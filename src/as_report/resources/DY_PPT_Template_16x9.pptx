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9" r:id="rId1"/>
    <p:sldMasterId id="2147483673" r:id="rId2"/>
  </p:sldMasterIdLst>
  <p:notesMasterIdLst>
    <p:notesMasterId r:id="rId5"/>
  </p:notesMasterIdLst>
  <p:handoutMasterIdLst>
    <p:handoutMasterId r:id="rId6"/>
  </p:handoutMasterIdLst>
  <p:sldIdLst>
    <p:sldId id="362" r:id="rId3"/>
    <p:sldId id="363" r:id="rId4"/>
  </p:sldIdLst>
  <p:sldSz cx="12190413" cy="6858000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702" userDrawn="1">
          <p15:clr>
            <a:srgbClr val="A4A3A4"/>
          </p15:clr>
        </p15:guide>
        <p15:guide id="2" pos="3160" userDrawn="1">
          <p15:clr>
            <a:srgbClr val="A4A3A4"/>
          </p15:clr>
        </p15:guide>
        <p15:guide id="3" pos="1617" userDrawn="1">
          <p15:clr>
            <a:srgbClr val="A4A3A4"/>
          </p15:clr>
        </p15:guide>
        <p15:guide id="4" pos="165" userDrawn="1">
          <p15:clr>
            <a:srgbClr val="A4A3A4"/>
          </p15:clr>
        </p15:guide>
        <p15:guide id="5" orient="horz" pos="346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454A6"/>
    <a:srgbClr val="0070C0"/>
    <a:srgbClr val="629DD1"/>
    <a:srgbClr val="7F8FA9"/>
    <a:srgbClr val="4A66AC"/>
    <a:srgbClr val="297FD5"/>
    <a:srgbClr val="5AA2AE"/>
    <a:srgbClr val="0056B9"/>
    <a:srgbClr val="BA0606"/>
    <a:srgbClr val="CC060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1EBBBCC-DAD2-459C-BE2E-F6DE35CF9A28}" styleName="어두운 스타일 2 - 강조 3/강조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0091" autoAdjust="0"/>
  </p:normalViewPr>
  <p:slideViewPr>
    <p:cSldViewPr>
      <p:cViewPr varScale="1">
        <p:scale>
          <a:sx n="119" d="100"/>
          <a:sy n="119" d="100"/>
        </p:scale>
        <p:origin x="72" y="91"/>
      </p:cViewPr>
      <p:guideLst>
        <p:guide orient="horz" pos="3702"/>
        <p:guide pos="3160"/>
        <p:guide pos="1617"/>
        <p:guide pos="165"/>
        <p:guide orient="horz" pos="346"/>
      </p:guideLst>
    </p:cSldViewPr>
  </p:slideViewPr>
  <p:notesTextViewPr>
    <p:cViewPr>
      <p:scale>
        <a:sx n="3" d="2"/>
        <a:sy n="3" d="2"/>
      </p:scale>
      <p:origin x="0" y="0"/>
    </p:cViewPr>
  </p:notesTextViewPr>
  <p:notesViewPr>
    <p:cSldViewPr>
      <p:cViewPr varScale="1">
        <p:scale>
          <a:sx n="109" d="100"/>
          <a:sy n="109" d="100"/>
        </p:scale>
        <p:origin x="5232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viewProps" Target="viewProps.xml"/><Relationship Id="rId3" Type="http://schemas.openxmlformats.org/officeDocument/2006/relationships/slide" Target="slides/slide1.xml"/><Relationship Id="rId7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" Type="http://schemas.openxmlformats.org/officeDocument/2006/relationships/slideMaster" Target="slideMasters/slideMaster1.xml"/><Relationship Id="rId6" Type="http://schemas.openxmlformats.org/officeDocument/2006/relationships/handoutMaster" Target="handoutMasters/handoutMaster1.xml"/><Relationship Id="rId5" Type="http://schemas.openxmlformats.org/officeDocument/2006/relationships/notesMaster" Target="notesMasters/notesMaster1.xml"/><Relationship Id="rId10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82C95C6-AA5C-463F-90EA-2463CD1164C8}" type="datetimeFigureOut">
              <a:rPr lang="ko-KR" altLang="en-US" smtClean="0"/>
              <a:t>2026-03-18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07F6B26-0A96-4FE4-90DA-C9B1684A33E2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5892935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6333A41-19D3-49D7-975E-1E49361A4976}" type="datetimeFigureOut">
              <a:rPr lang="ko-KR" altLang="en-US" smtClean="0"/>
              <a:t>2026-03-18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0488" y="744538"/>
            <a:ext cx="6616700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15153"/>
            <a:ext cx="5438140" cy="446698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3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3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170F9B7-33F9-4A1D-85A7-98A21510F71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4469457" y="742776"/>
            <a:ext cx="20634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/>
              <a:t>www.doolim-yaskawa.com</a:t>
            </a:r>
            <a:endParaRPr lang="ko-KR" altLang="en-US" sz="1200" dirty="0"/>
          </a:p>
        </p:txBody>
      </p:sp>
    </p:spTree>
    <p:extLst>
      <p:ext uri="{BB962C8B-B14F-4D97-AF65-F5344CB8AC3E}">
        <p14:creationId xmlns:p14="http://schemas.microsoft.com/office/powerpoint/2010/main" val="402645799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70F9B7-33F9-4A1D-85A7-98A21510F717}" type="slidenum">
              <a:rPr lang="ko-KR" altLang="en-US" smtClean="0"/>
              <a:t>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7113608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70F9B7-33F9-4A1D-85A7-98A21510F71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9665029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텍스트 개체 틀 6"/>
          <p:cNvSpPr>
            <a:spLocks noGrp="1"/>
          </p:cNvSpPr>
          <p:nvPr>
            <p:ph type="body" sz="quarter" idx="13" hasCustomPrompt="1"/>
          </p:nvPr>
        </p:nvSpPr>
        <p:spPr>
          <a:xfrm>
            <a:off x="3279999" y="2420890"/>
            <a:ext cx="8791871" cy="753915"/>
          </a:xfrm>
          <a:prstGeom prst="rect">
            <a:avLst/>
          </a:prstGeom>
        </p:spPr>
        <p:txBody>
          <a:bodyPr/>
          <a:lstStyle>
            <a:lvl1pPr marL="0" marR="0" indent="0" algn="l" defTabSz="91443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4000" b="1" i="0" baseline="0">
                <a:latin typeface="+mj-lt"/>
                <a:ea typeface="+mn-ea"/>
              </a:defRPr>
            </a:lvl1pPr>
          </a:lstStyle>
          <a:p>
            <a:pPr lvl="0"/>
            <a:r>
              <a:rPr lang="en-US" altLang="ko-KR" dirty="0"/>
              <a:t>Title</a:t>
            </a:r>
            <a:endParaRPr lang="ko-KR" altLang="en-US" dirty="0"/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4" hasCustomPrompt="1"/>
          </p:nvPr>
        </p:nvSpPr>
        <p:spPr>
          <a:xfrm>
            <a:off x="8255447" y="4653136"/>
            <a:ext cx="3384550" cy="36036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2400" b="0" baseline="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lvl="0"/>
            <a:r>
              <a:rPr lang="ko-KR" altLang="en-US" dirty="0"/>
              <a:t>지사 </a:t>
            </a:r>
            <a:r>
              <a:rPr lang="en-US" altLang="ko-KR" dirty="0"/>
              <a:t>/</a:t>
            </a:r>
            <a:r>
              <a:rPr lang="ko-KR" altLang="en-US" dirty="0"/>
              <a:t>소속부서</a:t>
            </a:r>
          </a:p>
        </p:txBody>
      </p:sp>
      <p:sp>
        <p:nvSpPr>
          <p:cNvPr id="10" name="텍스트 개체 틀 8"/>
          <p:cNvSpPr>
            <a:spLocks noGrp="1"/>
          </p:cNvSpPr>
          <p:nvPr>
            <p:ph type="body" sz="quarter" idx="15" hasCustomPrompt="1"/>
          </p:nvPr>
        </p:nvSpPr>
        <p:spPr>
          <a:xfrm>
            <a:off x="8255447" y="5024976"/>
            <a:ext cx="3384550" cy="36036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2400" b="0" baseline="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lvl="0"/>
            <a:r>
              <a:rPr lang="ko-KR" altLang="en-US" dirty="0"/>
              <a:t>이름 </a:t>
            </a:r>
          </a:p>
        </p:txBody>
      </p:sp>
    </p:spTree>
    <p:extLst>
      <p:ext uri="{BB962C8B-B14F-4D97-AF65-F5344CB8AC3E}">
        <p14:creationId xmlns:p14="http://schemas.microsoft.com/office/powerpoint/2010/main" val="229145270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ex_IC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텍스트 개체 틀 13"/>
          <p:cNvSpPr>
            <a:spLocks noGrp="1"/>
          </p:cNvSpPr>
          <p:nvPr>
            <p:ph type="body" sz="quarter" idx="10" hasCustomPrompt="1"/>
          </p:nvPr>
        </p:nvSpPr>
        <p:spPr>
          <a:xfrm>
            <a:off x="4473613" y="2470727"/>
            <a:ext cx="4845648" cy="3056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ko-KR" altLang="en-US" sz="2000" b="1" baseline="0" dirty="0"/>
            </a:lvl1pPr>
          </a:lstStyle>
          <a:p>
            <a:pPr lvl="0"/>
            <a:r>
              <a:rPr lang="en-US" altLang="ko-KR" dirty="0"/>
              <a:t>Subject 1</a:t>
            </a:r>
            <a:endParaRPr lang="ko-KR" altLang="en-US" dirty="0"/>
          </a:p>
        </p:txBody>
      </p:sp>
      <p:sp>
        <p:nvSpPr>
          <p:cNvPr id="18" name="텍스트 개체 틀 17"/>
          <p:cNvSpPr>
            <a:spLocks noGrp="1"/>
          </p:cNvSpPr>
          <p:nvPr>
            <p:ph type="body" sz="quarter" idx="11" hasCustomPrompt="1"/>
          </p:nvPr>
        </p:nvSpPr>
        <p:spPr>
          <a:xfrm>
            <a:off x="4472893" y="2791173"/>
            <a:ext cx="4948238" cy="1920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aseline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sz="2000" baseline="0"/>
            </a:lvl2pPr>
            <a:lvl3pPr>
              <a:defRPr sz="2000" baseline="0"/>
            </a:lvl3pPr>
            <a:lvl4pPr>
              <a:defRPr sz="2000" baseline="0"/>
            </a:lvl4pPr>
            <a:lvl5pPr>
              <a:defRPr sz="2000" baseline="0"/>
            </a:lvl5pPr>
          </a:lstStyle>
          <a:p>
            <a:pPr lvl="0"/>
            <a:r>
              <a:rPr lang="en-US" altLang="ko-KR" dirty="0"/>
              <a:t>contents</a:t>
            </a:r>
            <a:endParaRPr lang="ko-KR" altLang="en-US" dirty="0"/>
          </a:p>
        </p:txBody>
      </p:sp>
      <p:sp>
        <p:nvSpPr>
          <p:cNvPr id="20" name="텍스트 개체 틀 13"/>
          <p:cNvSpPr>
            <a:spLocks noGrp="1"/>
          </p:cNvSpPr>
          <p:nvPr>
            <p:ph type="body" sz="quarter" idx="12" hasCustomPrompt="1"/>
          </p:nvPr>
        </p:nvSpPr>
        <p:spPr>
          <a:xfrm>
            <a:off x="4468014" y="3638869"/>
            <a:ext cx="4845648" cy="3056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ko-KR" altLang="en-US" sz="2000" b="1" dirty="0"/>
            </a:lvl1pPr>
          </a:lstStyle>
          <a:p>
            <a:pPr lvl="0"/>
            <a:r>
              <a:rPr lang="en-US" altLang="ko-KR" dirty="0"/>
              <a:t>Subject 2</a:t>
            </a:r>
            <a:endParaRPr lang="ko-KR" altLang="en-US" dirty="0"/>
          </a:p>
        </p:txBody>
      </p:sp>
      <p:sp>
        <p:nvSpPr>
          <p:cNvPr id="21" name="텍스트 개체 틀 17"/>
          <p:cNvSpPr>
            <a:spLocks noGrp="1"/>
          </p:cNvSpPr>
          <p:nvPr>
            <p:ph type="body" sz="quarter" idx="13" hasCustomPrompt="1"/>
          </p:nvPr>
        </p:nvSpPr>
        <p:spPr>
          <a:xfrm>
            <a:off x="4467293" y="3959315"/>
            <a:ext cx="4948238" cy="1920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aseline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sz="2000" baseline="0"/>
            </a:lvl2pPr>
            <a:lvl3pPr>
              <a:defRPr sz="2000" baseline="0"/>
            </a:lvl3pPr>
            <a:lvl4pPr>
              <a:defRPr sz="2000" baseline="0"/>
            </a:lvl4pPr>
            <a:lvl5pPr>
              <a:defRPr sz="2000" baseline="0"/>
            </a:lvl5pPr>
          </a:lstStyle>
          <a:p>
            <a:pPr lvl="0"/>
            <a:r>
              <a:rPr lang="en-US" altLang="ko-KR" dirty="0"/>
              <a:t>YASKAWA Painting Shop Solution Provider</a:t>
            </a:r>
            <a:endParaRPr lang="ko-KR" altLang="en-US" dirty="0"/>
          </a:p>
        </p:txBody>
      </p:sp>
      <p:sp>
        <p:nvSpPr>
          <p:cNvPr id="6" name="텍스트 개체 틀 17"/>
          <p:cNvSpPr>
            <a:spLocks noGrp="1"/>
          </p:cNvSpPr>
          <p:nvPr>
            <p:ph type="body" sz="quarter" idx="14" hasCustomPrompt="1"/>
          </p:nvPr>
        </p:nvSpPr>
        <p:spPr>
          <a:xfrm>
            <a:off x="4467293" y="3052516"/>
            <a:ext cx="4948238" cy="1920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aseline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sz="2000" baseline="0"/>
            </a:lvl2pPr>
            <a:lvl3pPr>
              <a:defRPr sz="2000" baseline="0"/>
            </a:lvl3pPr>
            <a:lvl4pPr>
              <a:defRPr sz="2000" baseline="0"/>
            </a:lvl4pPr>
            <a:lvl5pPr>
              <a:defRPr sz="2000" baseline="0"/>
            </a:lvl5pPr>
          </a:lstStyle>
          <a:p>
            <a:pPr lvl="0"/>
            <a:r>
              <a:rPr lang="en-US" altLang="ko-KR" dirty="0"/>
              <a:t>contents</a:t>
            </a:r>
            <a:endParaRPr lang="ko-KR" altLang="en-US" dirty="0"/>
          </a:p>
        </p:txBody>
      </p:sp>
      <p:sp>
        <p:nvSpPr>
          <p:cNvPr id="7" name="텍스트 개체 틀 17"/>
          <p:cNvSpPr>
            <a:spLocks noGrp="1"/>
          </p:cNvSpPr>
          <p:nvPr>
            <p:ph type="body" sz="quarter" idx="15" hasCustomPrompt="1"/>
          </p:nvPr>
        </p:nvSpPr>
        <p:spPr>
          <a:xfrm>
            <a:off x="4467293" y="4338758"/>
            <a:ext cx="4948238" cy="1920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aseline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sz="2000" baseline="0"/>
            </a:lvl2pPr>
            <a:lvl3pPr>
              <a:defRPr sz="2000" baseline="0"/>
            </a:lvl3pPr>
            <a:lvl4pPr>
              <a:defRPr sz="2000" baseline="0"/>
            </a:lvl4pPr>
            <a:lvl5pPr>
              <a:defRPr sz="2000" baseline="0"/>
            </a:lvl5pPr>
          </a:lstStyle>
          <a:p>
            <a:pPr lvl="0"/>
            <a:r>
              <a:rPr lang="en-US" altLang="ko-KR" dirty="0"/>
              <a:t>YASKAWA Painting Shop Solution Provider</a:t>
            </a:r>
            <a:endParaRPr lang="ko-KR" altLang="en-US" dirty="0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16" hasCustomPrompt="1"/>
          </p:nvPr>
        </p:nvSpPr>
        <p:spPr>
          <a:xfrm>
            <a:off x="3358903" y="2470152"/>
            <a:ext cx="936301" cy="77445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 altLang="ko-KR" dirty="0"/>
              <a:t>icon</a:t>
            </a:r>
            <a:endParaRPr lang="ko-KR" altLang="en-US" dirty="0"/>
          </a:p>
        </p:txBody>
      </p:sp>
      <p:sp>
        <p:nvSpPr>
          <p:cNvPr id="12" name="텍스트 개체 틀 4"/>
          <p:cNvSpPr>
            <a:spLocks noGrp="1"/>
          </p:cNvSpPr>
          <p:nvPr>
            <p:ph type="body" sz="quarter" idx="17" hasCustomPrompt="1"/>
          </p:nvPr>
        </p:nvSpPr>
        <p:spPr>
          <a:xfrm>
            <a:off x="3405956" y="3633505"/>
            <a:ext cx="936301" cy="77445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 altLang="ko-KR" dirty="0"/>
              <a:t>icon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6126793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ex-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8"/>
          <p:cNvSpPr>
            <a:spLocks noGrp="1"/>
          </p:cNvSpPr>
          <p:nvPr>
            <p:ph type="body" sz="quarter" idx="16" hasCustomPrompt="1"/>
          </p:nvPr>
        </p:nvSpPr>
        <p:spPr>
          <a:xfrm>
            <a:off x="3646935" y="1857351"/>
            <a:ext cx="3384550" cy="36036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400" b="1" baseline="0">
                <a:solidFill>
                  <a:srgbClr val="0056B9"/>
                </a:solidFill>
              </a:defRPr>
            </a:lvl1pPr>
          </a:lstStyle>
          <a:p>
            <a:pPr lvl="0"/>
            <a:r>
              <a:rPr lang="en-US" altLang="ko-KR" dirty="0"/>
              <a:t>Index1</a:t>
            </a:r>
            <a:endParaRPr lang="ko-KR" altLang="en-US" dirty="0"/>
          </a:p>
        </p:txBody>
      </p:sp>
      <p:sp>
        <p:nvSpPr>
          <p:cNvPr id="10" name="텍스트 개체 틀 8"/>
          <p:cNvSpPr>
            <a:spLocks noGrp="1"/>
          </p:cNvSpPr>
          <p:nvPr>
            <p:ph type="body" sz="quarter" idx="17" hasCustomPrompt="1"/>
          </p:nvPr>
        </p:nvSpPr>
        <p:spPr>
          <a:xfrm>
            <a:off x="3646935" y="2956783"/>
            <a:ext cx="3384550" cy="36036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400" b="1" baseline="0">
                <a:solidFill>
                  <a:srgbClr val="0056B9"/>
                </a:solidFill>
              </a:defRPr>
            </a:lvl1pPr>
          </a:lstStyle>
          <a:p>
            <a:pPr lvl="0"/>
            <a:r>
              <a:rPr lang="en-US" altLang="ko-KR" dirty="0"/>
              <a:t>Index2</a:t>
            </a:r>
            <a:endParaRPr lang="ko-KR" altLang="en-US" dirty="0"/>
          </a:p>
        </p:txBody>
      </p:sp>
      <p:sp>
        <p:nvSpPr>
          <p:cNvPr id="12" name="텍스트 개체 틀 17"/>
          <p:cNvSpPr>
            <a:spLocks noGrp="1"/>
          </p:cNvSpPr>
          <p:nvPr>
            <p:ph type="body" sz="quarter" idx="11" hasCustomPrompt="1"/>
          </p:nvPr>
        </p:nvSpPr>
        <p:spPr>
          <a:xfrm>
            <a:off x="3646933" y="2276874"/>
            <a:ext cx="4948238" cy="1920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aseline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sz="2000" baseline="0"/>
            </a:lvl2pPr>
            <a:lvl3pPr>
              <a:defRPr sz="2000" baseline="0"/>
            </a:lvl3pPr>
            <a:lvl4pPr>
              <a:defRPr sz="2000" baseline="0"/>
            </a:lvl4pPr>
            <a:lvl5pPr>
              <a:defRPr sz="2000" baseline="0"/>
            </a:lvl5pPr>
          </a:lstStyle>
          <a:p>
            <a:pPr lvl="0"/>
            <a:r>
              <a:rPr lang="en-US" altLang="ko-KR" dirty="0"/>
              <a:t>contents</a:t>
            </a:r>
            <a:endParaRPr lang="ko-KR" altLang="en-US" dirty="0"/>
          </a:p>
        </p:txBody>
      </p:sp>
      <p:sp>
        <p:nvSpPr>
          <p:cNvPr id="13" name="텍스트 개체 틀 17"/>
          <p:cNvSpPr>
            <a:spLocks noGrp="1"/>
          </p:cNvSpPr>
          <p:nvPr>
            <p:ph type="body" sz="quarter" idx="19" hasCustomPrompt="1"/>
          </p:nvPr>
        </p:nvSpPr>
        <p:spPr>
          <a:xfrm>
            <a:off x="3646933" y="2564906"/>
            <a:ext cx="4948238" cy="1920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aseline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sz="2000" baseline="0"/>
            </a:lvl2pPr>
            <a:lvl3pPr>
              <a:defRPr sz="2000" baseline="0"/>
            </a:lvl3pPr>
            <a:lvl4pPr>
              <a:defRPr sz="2000" baseline="0"/>
            </a:lvl4pPr>
            <a:lvl5pPr>
              <a:defRPr sz="2000" baseline="0"/>
            </a:lvl5pPr>
          </a:lstStyle>
          <a:p>
            <a:pPr lvl="0"/>
            <a:r>
              <a:rPr lang="en-US" altLang="ko-KR" dirty="0"/>
              <a:t>contents</a:t>
            </a:r>
            <a:endParaRPr lang="ko-KR" altLang="en-US" dirty="0"/>
          </a:p>
        </p:txBody>
      </p:sp>
      <p:sp>
        <p:nvSpPr>
          <p:cNvPr id="14" name="텍스트 개체 틀 17"/>
          <p:cNvSpPr>
            <a:spLocks noGrp="1"/>
          </p:cNvSpPr>
          <p:nvPr>
            <p:ph type="body" sz="quarter" idx="20" hasCustomPrompt="1"/>
          </p:nvPr>
        </p:nvSpPr>
        <p:spPr>
          <a:xfrm>
            <a:off x="3646933" y="3381563"/>
            <a:ext cx="4948238" cy="1920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aseline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sz="2000" baseline="0"/>
            </a:lvl2pPr>
            <a:lvl3pPr>
              <a:defRPr sz="2000" baseline="0"/>
            </a:lvl3pPr>
            <a:lvl4pPr>
              <a:defRPr sz="2000" baseline="0"/>
            </a:lvl4pPr>
            <a:lvl5pPr>
              <a:defRPr sz="2000" baseline="0"/>
            </a:lvl5pPr>
          </a:lstStyle>
          <a:p>
            <a:pPr lvl="0"/>
            <a:r>
              <a:rPr lang="en-US" altLang="ko-KR" dirty="0"/>
              <a:t>contents</a:t>
            </a:r>
            <a:endParaRPr lang="ko-KR" altLang="en-US" dirty="0"/>
          </a:p>
        </p:txBody>
      </p:sp>
      <p:sp>
        <p:nvSpPr>
          <p:cNvPr id="15" name="텍스트 개체 틀 17"/>
          <p:cNvSpPr>
            <a:spLocks noGrp="1"/>
          </p:cNvSpPr>
          <p:nvPr>
            <p:ph type="body" sz="quarter" idx="21" hasCustomPrompt="1"/>
          </p:nvPr>
        </p:nvSpPr>
        <p:spPr>
          <a:xfrm>
            <a:off x="3646933" y="3658221"/>
            <a:ext cx="4948238" cy="1920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aseline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sz="2000" baseline="0"/>
            </a:lvl2pPr>
            <a:lvl3pPr>
              <a:defRPr sz="2000" baseline="0"/>
            </a:lvl3pPr>
            <a:lvl4pPr>
              <a:defRPr sz="2000" baseline="0"/>
            </a:lvl4pPr>
            <a:lvl5pPr>
              <a:defRPr sz="2000" baseline="0"/>
            </a:lvl5pPr>
          </a:lstStyle>
          <a:p>
            <a:pPr lvl="0"/>
            <a:r>
              <a:rPr lang="en-US" altLang="ko-KR" dirty="0"/>
              <a:t>contents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018665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ing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/>
          <p:cNvSpPr/>
          <p:nvPr userDrawn="1"/>
        </p:nvSpPr>
        <p:spPr>
          <a:xfrm>
            <a:off x="-169490" y="-110161"/>
            <a:ext cx="12457384" cy="713956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pic>
        <p:nvPicPr>
          <p:cNvPr id="8" name="그림 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83295" y="3185321"/>
            <a:ext cx="5626213" cy="4707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357205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ding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/>
          <p:cNvSpPr/>
          <p:nvPr userDrawn="1"/>
        </p:nvSpPr>
        <p:spPr>
          <a:xfrm>
            <a:off x="-232965" y="-137960"/>
            <a:ext cx="12457384" cy="713956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pic>
        <p:nvPicPr>
          <p:cNvPr id="8" name="그림 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283295" y="3185321"/>
            <a:ext cx="5626213" cy="470745"/>
          </a:xfrm>
          <a:prstGeom prst="rect">
            <a:avLst/>
          </a:prstGeom>
        </p:spPr>
      </p:pic>
      <p:sp>
        <p:nvSpPr>
          <p:cNvPr id="9" name="TextBox 8"/>
          <p:cNvSpPr txBox="1"/>
          <p:nvPr userDrawn="1"/>
        </p:nvSpPr>
        <p:spPr>
          <a:xfrm>
            <a:off x="3992107" y="6550223"/>
            <a:ext cx="41341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@ 2026 </a:t>
            </a:r>
            <a:r>
              <a:rPr lang="en-US" altLang="ko-KR" sz="1400" b="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DOOLIM-YASKAWA CORPORATION</a:t>
            </a:r>
            <a:endParaRPr lang="ko-KR" altLang="en-US" sz="1400" b="0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" name="그림 1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14272" y="3426916"/>
            <a:ext cx="3962911" cy="458296"/>
          </a:xfrm>
          <a:prstGeom prst="rect">
            <a:avLst/>
          </a:prstGeom>
        </p:spPr>
      </p:pic>
      <p:sp>
        <p:nvSpPr>
          <p:cNvPr id="3" name="TextBox 2"/>
          <p:cNvSpPr txBox="1"/>
          <p:nvPr userDrawn="1"/>
        </p:nvSpPr>
        <p:spPr>
          <a:xfrm>
            <a:off x="4621008" y="2985265"/>
            <a:ext cx="274944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2000" dirty="0"/>
              <a:t>Beyond</a:t>
            </a:r>
            <a:r>
              <a:rPr lang="en-US" altLang="ko-KR" sz="2000" baseline="0" dirty="0"/>
              <a:t> Your Dream</a:t>
            </a:r>
            <a:endParaRPr lang="ko-KR" altLang="en-US" sz="2000" dirty="0"/>
          </a:p>
        </p:txBody>
      </p:sp>
    </p:spTree>
    <p:extLst>
      <p:ext uri="{BB962C8B-B14F-4D97-AF65-F5344CB8AC3E}">
        <p14:creationId xmlns:p14="http://schemas.microsoft.com/office/powerpoint/2010/main" val="36087643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자유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7203276-6111-FC87-52DA-B266B37F28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3" name="矩形 22">
            <a:extLst>
              <a:ext uri="{FF2B5EF4-FFF2-40B4-BE49-F238E27FC236}">
                <a16:creationId xmlns:a16="http://schemas.microsoft.com/office/drawing/2014/main" id="{ADDD4E5C-1CE4-3B9A-0204-1247C82871DC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2520507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기본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22"/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solidFill>
                <a:srgbClr val="0056B9"/>
              </a:solidFill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7" name="제목 1"/>
          <p:cNvSpPr>
            <a:spLocks noGrp="1"/>
          </p:cNvSpPr>
          <p:nvPr>
            <p:ph type="title" hasCustomPrompt="1"/>
          </p:nvPr>
        </p:nvSpPr>
        <p:spPr>
          <a:xfrm>
            <a:off x="117166" y="87112"/>
            <a:ext cx="11954705" cy="490066"/>
          </a:xfrm>
        </p:spPr>
        <p:txBody>
          <a:bodyPr>
            <a:noAutofit/>
          </a:bodyPr>
          <a:lstStyle>
            <a:lvl1pPr algn="l">
              <a:defRPr sz="2400" b="1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Title-24pt</a:t>
            </a:r>
            <a:endParaRPr lang="ko-KR" altLang="en-US" dirty="0"/>
          </a:p>
        </p:txBody>
      </p:sp>
      <p:sp>
        <p:nvSpPr>
          <p:cNvPr id="9" name="텍스트 개체 틀 6"/>
          <p:cNvSpPr>
            <a:spLocks noGrp="1"/>
          </p:cNvSpPr>
          <p:nvPr>
            <p:ph type="body" sz="quarter" idx="15" hasCustomPrompt="1"/>
          </p:nvPr>
        </p:nvSpPr>
        <p:spPr>
          <a:xfrm>
            <a:off x="485776" y="740022"/>
            <a:ext cx="11261725" cy="863600"/>
          </a:xfrm>
        </p:spPr>
        <p:txBody>
          <a:bodyPr>
            <a:noAutofit/>
          </a:bodyPr>
          <a:lstStyle>
            <a:lvl1pPr marL="0" marR="0" indent="0" algn="l" defTabSz="91443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>
                <a:solidFill>
                  <a:schemeClr val="tx1"/>
                </a:solidFill>
              </a:defRPr>
            </a:lvl1pPr>
          </a:lstStyle>
          <a:p>
            <a:pPr marL="0" marR="0" lvl="0" indent="0" algn="l" defTabSz="91443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altLang="ko-KR" dirty="0"/>
              <a:t>Status – 18pt (</a:t>
            </a:r>
            <a:r>
              <a:rPr lang="ko-KR" altLang="en-US" dirty="0"/>
              <a:t>삭제 가능</a:t>
            </a:r>
            <a:r>
              <a:rPr lang="en-US" altLang="ko-KR" dirty="0"/>
              <a:t>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0061543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_미괄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hasCustomPrompt="1"/>
          </p:nvPr>
        </p:nvSpPr>
        <p:spPr>
          <a:xfrm>
            <a:off x="117166" y="87112"/>
            <a:ext cx="11954705" cy="490066"/>
          </a:xfrm>
        </p:spPr>
        <p:txBody>
          <a:bodyPr>
            <a:noAutofit/>
          </a:bodyPr>
          <a:lstStyle>
            <a:lvl1pPr algn="l">
              <a:defRPr sz="2400" b="1">
                <a:solidFill>
                  <a:srgbClr val="0070C0"/>
                </a:solidFill>
              </a:defRPr>
            </a:lvl1pPr>
          </a:lstStyle>
          <a:p>
            <a:r>
              <a:rPr lang="en-US" altLang="ko-KR" dirty="0"/>
              <a:t>Title-24pt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 hasCustomPrompt="1"/>
          </p:nvPr>
        </p:nvSpPr>
        <p:spPr>
          <a:xfrm>
            <a:off x="694607" y="1412776"/>
            <a:ext cx="5262683" cy="3528392"/>
          </a:xfrm>
        </p:spPr>
        <p:txBody>
          <a:bodyPr>
            <a:noAutofit/>
          </a:bodyPr>
          <a:lstStyle>
            <a:lvl1pPr marL="457216" indent="-457216">
              <a:buFont typeface="맑은 고딕" panose="020B0503020000020004" pitchFamily="50" charset="-127"/>
              <a:buChar char="»"/>
              <a:defRPr sz="1600"/>
            </a:lvl1pPr>
          </a:lstStyle>
          <a:p>
            <a:pPr lvl="0"/>
            <a:r>
              <a:rPr lang="en-US" altLang="ko-KR" dirty="0"/>
              <a:t>Contents</a:t>
            </a:r>
            <a:endParaRPr lang="ko-KR" altLang="en-US" dirty="0"/>
          </a:p>
        </p:txBody>
      </p:sp>
      <p:sp>
        <p:nvSpPr>
          <p:cNvPr id="11" name="矩形 22"/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14" name="내용 개체 틀 2"/>
          <p:cNvSpPr>
            <a:spLocks noGrp="1"/>
          </p:cNvSpPr>
          <p:nvPr>
            <p:ph idx="13" hasCustomPrompt="1"/>
          </p:nvPr>
        </p:nvSpPr>
        <p:spPr>
          <a:xfrm>
            <a:off x="6116677" y="1412776"/>
            <a:ext cx="5262683" cy="3528392"/>
          </a:xfrm>
        </p:spPr>
        <p:txBody>
          <a:bodyPr>
            <a:noAutofit/>
          </a:bodyPr>
          <a:lstStyle>
            <a:lvl1pPr marL="342911" indent="-342911">
              <a:buFont typeface="맑은 고딕" panose="020B0503020000020004" pitchFamily="50" charset="-127"/>
              <a:buChar char="»"/>
              <a:defRPr sz="1600"/>
            </a:lvl1pPr>
          </a:lstStyle>
          <a:p>
            <a:pPr lvl="0"/>
            <a:r>
              <a:rPr lang="en-US" altLang="ko-KR" dirty="0"/>
              <a:t>Contents</a:t>
            </a:r>
            <a:endParaRPr lang="ko-KR" altLang="en-US" dirty="0"/>
          </a:p>
        </p:txBody>
      </p:sp>
      <p:sp>
        <p:nvSpPr>
          <p:cNvPr id="15" name="내용 개체 틀 2"/>
          <p:cNvSpPr>
            <a:spLocks noGrp="1"/>
          </p:cNvSpPr>
          <p:nvPr>
            <p:ph idx="14" hasCustomPrompt="1"/>
          </p:nvPr>
        </p:nvSpPr>
        <p:spPr>
          <a:xfrm>
            <a:off x="117166" y="577179"/>
            <a:ext cx="11954705" cy="575729"/>
          </a:xfrm>
        </p:spPr>
        <p:txBody>
          <a:bodyPr>
            <a:noAutofit/>
          </a:bodyPr>
          <a:lstStyle>
            <a:lvl1pPr marL="0" indent="0">
              <a:buNone/>
              <a:defRPr sz="1800" baseline="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lvl="0"/>
            <a:r>
              <a:rPr lang="en-US" altLang="ko-KR" dirty="0"/>
              <a:t>Status – 18pt (</a:t>
            </a:r>
            <a:r>
              <a:rPr lang="ko-KR" altLang="en-US" dirty="0"/>
              <a:t>삭제 가능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7" name="텍스트 개체 틀 6"/>
          <p:cNvSpPr>
            <a:spLocks noGrp="1"/>
          </p:cNvSpPr>
          <p:nvPr>
            <p:ph type="body" sz="quarter" idx="15" hasCustomPrompt="1"/>
          </p:nvPr>
        </p:nvSpPr>
        <p:spPr>
          <a:xfrm>
            <a:off x="485776" y="5445125"/>
            <a:ext cx="11261725" cy="863600"/>
          </a:xfrm>
        </p:spPr>
        <p:txBody>
          <a:bodyPr>
            <a:noAutofit/>
          </a:bodyPr>
          <a:lstStyle>
            <a:lvl1pPr marL="0" indent="0">
              <a:buNone/>
              <a:defRPr sz="1600"/>
            </a:lvl1pPr>
          </a:lstStyle>
          <a:p>
            <a:pPr lvl="0"/>
            <a:r>
              <a:rPr lang="en-US" altLang="ko-KR" dirty="0"/>
              <a:t>Summary – 16pt</a:t>
            </a:r>
            <a:endParaRPr lang="ko-KR" altLang="en-US" dirty="0"/>
          </a:p>
        </p:txBody>
      </p:sp>
      <p:cxnSp>
        <p:nvCxnSpPr>
          <p:cNvPr id="5" name="직선 연결선 4"/>
          <p:cNvCxnSpPr/>
          <p:nvPr userDrawn="1"/>
        </p:nvCxnSpPr>
        <p:spPr>
          <a:xfrm>
            <a:off x="485776" y="5229200"/>
            <a:ext cx="11261725" cy="0"/>
          </a:xfrm>
          <a:prstGeom prst="line">
            <a:avLst/>
          </a:prstGeom>
          <a:ln w="12700">
            <a:solidFill>
              <a:srgbClr val="0070C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881462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_두괄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제목 1"/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7" name="矩形 22"/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10" name="텍스트 개체 틀 6"/>
          <p:cNvSpPr>
            <a:spLocks noGrp="1"/>
          </p:cNvSpPr>
          <p:nvPr>
            <p:ph type="body" sz="quarter" idx="15" hasCustomPrompt="1"/>
          </p:nvPr>
        </p:nvSpPr>
        <p:spPr>
          <a:xfrm>
            <a:off x="485776" y="740022"/>
            <a:ext cx="11261725" cy="863600"/>
          </a:xfrm>
        </p:spPr>
        <p:txBody>
          <a:bodyPr>
            <a:noAutofit/>
          </a:bodyPr>
          <a:lstStyle>
            <a:lvl1pPr marL="0" marR="0" indent="0" algn="l" defTabSz="91443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>
                <a:solidFill>
                  <a:schemeClr val="tx1"/>
                </a:solidFill>
              </a:defRPr>
            </a:lvl1pPr>
          </a:lstStyle>
          <a:p>
            <a:pPr marL="0" marR="0" lvl="0" indent="0" algn="l" defTabSz="91443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altLang="ko-KR" dirty="0"/>
              <a:t>Status – 18pt (</a:t>
            </a:r>
            <a:r>
              <a:rPr lang="ko-KR" altLang="en-US" dirty="0"/>
              <a:t>삭제 가능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11" name="내용 개체 틀 3"/>
          <p:cNvSpPr>
            <a:spLocks noGrp="1"/>
          </p:cNvSpPr>
          <p:nvPr>
            <p:ph sz="half" idx="2" hasCustomPrompt="1"/>
          </p:nvPr>
        </p:nvSpPr>
        <p:spPr>
          <a:xfrm>
            <a:off x="609521" y="2174875"/>
            <a:ext cx="5386216" cy="3951288"/>
          </a:xfrm>
        </p:spPr>
        <p:txBody>
          <a:bodyPr>
            <a:noAutofit/>
          </a:bodyPr>
          <a:lstStyle>
            <a:lvl1pPr marL="342911" indent="-342911">
              <a:buFont typeface="맑은 고딕" panose="020B0503020000020004" pitchFamily="50" charset="-127"/>
              <a:buChar char="»"/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altLang="ko-KR" dirty="0"/>
              <a:t>1</a:t>
            </a:r>
          </a:p>
          <a:p>
            <a:pPr lvl="0"/>
            <a:r>
              <a:rPr lang="en-US" altLang="ko-KR" dirty="0"/>
              <a:t>2</a:t>
            </a:r>
          </a:p>
          <a:p>
            <a:pPr lvl="0"/>
            <a:endParaRPr lang="en-US" altLang="ko-KR" dirty="0"/>
          </a:p>
        </p:txBody>
      </p:sp>
      <p:sp>
        <p:nvSpPr>
          <p:cNvPr id="12" name="내용 개체 틀 5"/>
          <p:cNvSpPr>
            <a:spLocks noGrp="1"/>
          </p:cNvSpPr>
          <p:nvPr>
            <p:ph sz="quarter" idx="4"/>
          </p:nvPr>
        </p:nvSpPr>
        <p:spPr>
          <a:xfrm>
            <a:off x="6192561" y="2174875"/>
            <a:ext cx="5388332" cy="3951288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485776" y="1844824"/>
            <a:ext cx="11261725" cy="0"/>
          </a:xfrm>
          <a:prstGeom prst="line">
            <a:avLst/>
          </a:prstGeom>
          <a:ln w="12700">
            <a:solidFill>
              <a:srgbClr val="0070C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2745777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nets_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제목 1"/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7" name="矩形 22"/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10" name="내용 개체 틀 3"/>
          <p:cNvSpPr>
            <a:spLocks noGrp="1"/>
          </p:cNvSpPr>
          <p:nvPr>
            <p:ph sz="half" idx="2" hasCustomPrompt="1"/>
          </p:nvPr>
        </p:nvSpPr>
        <p:spPr>
          <a:xfrm>
            <a:off x="2739436" y="1484784"/>
            <a:ext cx="6638156" cy="4869702"/>
          </a:xfrm>
        </p:spPr>
        <p:txBody>
          <a:bodyPr>
            <a:noAutofit/>
          </a:bodyPr>
          <a:lstStyle>
            <a:lvl1pPr marL="342911" indent="-342911">
              <a:buFont typeface="맑은 고딕" panose="020B0503020000020004" pitchFamily="50" charset="-127"/>
              <a:buChar char="»"/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altLang="ko-KR" dirty="0"/>
              <a:t>1</a:t>
            </a:r>
          </a:p>
          <a:p>
            <a:pPr lvl="0"/>
            <a:r>
              <a:rPr lang="en-US" altLang="ko-KR" dirty="0"/>
              <a:t>2</a:t>
            </a:r>
          </a:p>
          <a:p>
            <a:pPr lvl="0"/>
            <a:endParaRPr lang="en-US" altLang="ko-KR" dirty="0"/>
          </a:p>
        </p:txBody>
      </p:sp>
      <p:sp>
        <p:nvSpPr>
          <p:cNvPr id="12" name="내용 개체 틀 2"/>
          <p:cNvSpPr>
            <a:spLocks noGrp="1"/>
          </p:cNvSpPr>
          <p:nvPr>
            <p:ph idx="14" hasCustomPrompt="1"/>
          </p:nvPr>
        </p:nvSpPr>
        <p:spPr>
          <a:xfrm>
            <a:off x="117166" y="577179"/>
            <a:ext cx="11954705" cy="575729"/>
          </a:xfrm>
        </p:spPr>
        <p:txBody>
          <a:bodyPr>
            <a:noAutofit/>
          </a:bodyPr>
          <a:lstStyle>
            <a:lvl1pPr marL="0" indent="0">
              <a:buNone/>
              <a:defRPr sz="1800" baseline="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lvl="0"/>
            <a:r>
              <a:rPr lang="en-US" altLang="ko-KR" dirty="0"/>
              <a:t>Status – 18pt (</a:t>
            </a:r>
            <a:r>
              <a:rPr lang="ko-KR" altLang="en-US" dirty="0"/>
              <a:t>삭제 가능</a:t>
            </a:r>
            <a:r>
              <a:rPr lang="en-US" altLang="ko-KR" dirty="0"/>
              <a:t>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4403466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nets_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438083" y="1340768"/>
            <a:ext cx="7314248" cy="4114800"/>
          </a:xfrm>
        </p:spPr>
        <p:txBody>
          <a:bodyPr>
            <a:noAutofit/>
          </a:bodyPr>
          <a:lstStyle>
            <a:lvl1pPr marL="0" indent="0">
              <a:buNone/>
              <a:defRPr sz="3200"/>
            </a:lvl1pPr>
            <a:lvl2pPr marL="457216" indent="0">
              <a:buNone/>
              <a:defRPr sz="2800"/>
            </a:lvl2pPr>
            <a:lvl3pPr marL="914430" indent="0">
              <a:buNone/>
              <a:defRPr sz="2400"/>
            </a:lvl3pPr>
            <a:lvl4pPr marL="1371645" indent="0">
              <a:buNone/>
              <a:defRPr sz="2000"/>
            </a:lvl4pPr>
            <a:lvl5pPr marL="1828861" indent="0">
              <a:buNone/>
              <a:defRPr sz="2000"/>
            </a:lvl5pPr>
            <a:lvl6pPr marL="2286077" indent="0">
              <a:buNone/>
              <a:defRPr sz="2000"/>
            </a:lvl6pPr>
            <a:lvl7pPr marL="2743291" indent="0">
              <a:buNone/>
              <a:defRPr sz="2000"/>
            </a:lvl7pPr>
            <a:lvl8pPr marL="3200507" indent="0">
              <a:buNone/>
              <a:defRPr sz="2000"/>
            </a:lvl8pPr>
            <a:lvl9pPr marL="3657722" indent="0">
              <a:buNone/>
              <a:defRPr sz="2000"/>
            </a:lvl9pPr>
          </a:lstStyle>
          <a:p>
            <a:endParaRPr lang="ko-KR" altLang="en-US" dirty="0"/>
          </a:p>
        </p:txBody>
      </p:sp>
      <p:sp>
        <p:nvSpPr>
          <p:cNvPr id="8" name="제목 1"/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" name="矩形 22"/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11" name="내용 개체 틀 2"/>
          <p:cNvSpPr>
            <a:spLocks noGrp="1"/>
          </p:cNvSpPr>
          <p:nvPr>
            <p:ph idx="14" hasCustomPrompt="1"/>
          </p:nvPr>
        </p:nvSpPr>
        <p:spPr>
          <a:xfrm>
            <a:off x="117166" y="577179"/>
            <a:ext cx="11954705" cy="575729"/>
          </a:xfrm>
        </p:spPr>
        <p:txBody>
          <a:bodyPr>
            <a:noAutofit/>
          </a:bodyPr>
          <a:lstStyle>
            <a:lvl1pPr marL="0" indent="0">
              <a:buNone/>
              <a:defRPr sz="1800" baseline="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lvl="0"/>
            <a:r>
              <a:rPr lang="en-US" altLang="ko-KR" dirty="0"/>
              <a:t>Status – 18pt (</a:t>
            </a:r>
            <a:r>
              <a:rPr lang="ko-KR" altLang="en-US" dirty="0"/>
              <a:t>삭제 가능</a:t>
            </a:r>
            <a:r>
              <a:rPr lang="en-US" altLang="ko-KR" dirty="0"/>
              <a:t>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1619669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orld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제목 1">
            <a:extLst>
              <a:ext uri="{FF2B5EF4-FFF2-40B4-BE49-F238E27FC236}">
                <a16:creationId xmlns:a16="http://schemas.microsoft.com/office/drawing/2014/main" id="{CDB90050-671D-57B0-573C-588D1DEE68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3" name="矩形 22">
            <a:extLst>
              <a:ext uri="{FF2B5EF4-FFF2-40B4-BE49-F238E27FC236}">
                <a16:creationId xmlns:a16="http://schemas.microsoft.com/office/drawing/2014/main" id="{3E58CF20-8B24-F4AD-045E-0765795B1B6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2511B6C-52AD-AED4-D9DB-6C411FFFB1CF}"/>
              </a:ext>
            </a:extLst>
          </p:cNvPr>
          <p:cNvSpPr txBox="1"/>
          <p:nvPr userDrawn="1"/>
        </p:nvSpPr>
        <p:spPr>
          <a:xfrm>
            <a:off x="117166" y="781165"/>
            <a:ext cx="1225512" cy="328593"/>
          </a:xfrm>
          <a:prstGeom prst="rect">
            <a:avLst/>
          </a:prstGeom>
        </p:spPr>
        <p:txBody>
          <a:bodyPr vert="horz" wrap="square" lIns="91440" tIns="45719" rIns="91440" bIns="45719" rtlCol="0" anchor="t">
            <a:noAutofit/>
          </a:bodyPr>
          <a:lstStyle/>
          <a:p>
            <a:pPr algn="ctr"/>
            <a:r>
              <a:rPr kumimoji="1" lang="en-US" altLang="ko-KR" sz="1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WORLD</a:t>
            </a:r>
            <a:endParaRPr kumimoji="1" lang="ko-KR" altLang="en-US" sz="1800" dirty="0" err="1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35" name="Group 710">
            <a:extLst>
              <a:ext uri="{FF2B5EF4-FFF2-40B4-BE49-F238E27FC236}">
                <a16:creationId xmlns:a16="http://schemas.microsoft.com/office/drawing/2014/main" id="{D2D8F1AB-5380-6636-AF9C-53DADF9C430E}"/>
              </a:ext>
            </a:extLst>
          </p:cNvPr>
          <p:cNvGrpSpPr/>
          <p:nvPr userDrawn="1"/>
        </p:nvGrpSpPr>
        <p:grpSpPr>
          <a:xfrm>
            <a:off x="550590" y="2060850"/>
            <a:ext cx="6254466" cy="3084305"/>
            <a:chOff x="2214633" y="2033453"/>
            <a:chExt cx="7762731" cy="3828087"/>
          </a:xfrm>
          <a:solidFill>
            <a:srgbClr val="CCCCCC"/>
          </a:solidFill>
        </p:grpSpPr>
        <p:grpSp>
          <p:nvGrpSpPr>
            <p:cNvPr id="36" name="Group 516">
              <a:extLst>
                <a:ext uri="{FF2B5EF4-FFF2-40B4-BE49-F238E27FC236}">
                  <a16:creationId xmlns:a16="http://schemas.microsoft.com/office/drawing/2014/main" id="{256F6ACF-D9E4-8DF2-E4FE-A71FA4749FF6}"/>
                </a:ext>
              </a:extLst>
            </p:cNvPr>
            <p:cNvGrpSpPr/>
            <p:nvPr/>
          </p:nvGrpSpPr>
          <p:grpSpPr>
            <a:xfrm>
              <a:off x="3870387" y="4234007"/>
              <a:ext cx="1232988" cy="1627533"/>
              <a:chOff x="7608092" y="6996296"/>
              <a:chExt cx="2701790" cy="3566338"/>
            </a:xfrm>
            <a:grpFill/>
          </p:grpSpPr>
          <p:sp>
            <p:nvSpPr>
              <p:cNvPr id="228" name="Freeform 2694">
                <a:extLst>
                  <a:ext uri="{FF2B5EF4-FFF2-40B4-BE49-F238E27FC236}">
                    <a16:creationId xmlns:a16="http://schemas.microsoft.com/office/drawing/2014/main" id="{CE996533-2106-DF17-8B1C-4E47A96FC569}"/>
                  </a:ext>
                </a:extLst>
              </p:cNvPr>
              <p:cNvSpPr/>
              <p:nvPr/>
            </p:nvSpPr>
            <p:spPr>
              <a:xfrm>
                <a:off x="8446566" y="7346621"/>
                <a:ext cx="1863316" cy="1928071"/>
              </a:xfrm>
              <a:custGeom>
                <a:avLst/>
                <a:gdLst>
                  <a:gd name="connsiteX0" fmla="*/ 423168 w 790227"/>
                  <a:gd name="connsiteY0" fmla="*/ 805486 h 817689"/>
                  <a:gd name="connsiteX1" fmla="*/ 438211 w 790227"/>
                  <a:gd name="connsiteY1" fmla="*/ 780670 h 817689"/>
                  <a:gd name="connsiteX2" fmla="*/ 448969 w 790227"/>
                  <a:gd name="connsiteY2" fmla="*/ 756234 h 817689"/>
                  <a:gd name="connsiteX3" fmla="*/ 459633 w 790227"/>
                  <a:gd name="connsiteY3" fmla="*/ 734937 h 817689"/>
                  <a:gd name="connsiteX4" fmla="*/ 459633 w 790227"/>
                  <a:gd name="connsiteY4" fmla="*/ 753097 h 817689"/>
                  <a:gd name="connsiteX5" fmla="*/ 460966 w 790227"/>
                  <a:gd name="connsiteY5" fmla="*/ 759752 h 817689"/>
                  <a:gd name="connsiteX6" fmla="*/ 486767 w 790227"/>
                  <a:gd name="connsiteY6" fmla="*/ 720675 h 817689"/>
                  <a:gd name="connsiteX7" fmla="*/ 506761 w 790227"/>
                  <a:gd name="connsiteY7" fmla="*/ 699377 h 817689"/>
                  <a:gd name="connsiteX8" fmla="*/ 512569 w 790227"/>
                  <a:gd name="connsiteY8" fmla="*/ 670853 h 817689"/>
                  <a:gd name="connsiteX9" fmla="*/ 512569 w 790227"/>
                  <a:gd name="connsiteY9" fmla="*/ 641092 h 817689"/>
                  <a:gd name="connsiteX10" fmla="*/ 518852 w 790227"/>
                  <a:gd name="connsiteY10" fmla="*/ 626450 h 817689"/>
                  <a:gd name="connsiteX11" fmla="*/ 544178 w 790227"/>
                  <a:gd name="connsiteY11" fmla="*/ 607434 h 817689"/>
                  <a:gd name="connsiteX12" fmla="*/ 570360 w 790227"/>
                  <a:gd name="connsiteY12" fmla="*/ 595929 h 817689"/>
                  <a:gd name="connsiteX13" fmla="*/ 581499 w 790227"/>
                  <a:gd name="connsiteY13" fmla="*/ 589749 h 817689"/>
                  <a:gd name="connsiteX14" fmla="*/ 597018 w 790227"/>
                  <a:gd name="connsiteY14" fmla="*/ 577769 h 817689"/>
                  <a:gd name="connsiteX15" fmla="*/ 630341 w 790227"/>
                  <a:gd name="connsiteY15" fmla="*/ 577769 h 817689"/>
                  <a:gd name="connsiteX16" fmla="*/ 648145 w 790227"/>
                  <a:gd name="connsiteY16" fmla="*/ 572064 h 817689"/>
                  <a:gd name="connsiteX17" fmla="*/ 659173 w 790227"/>
                  <a:gd name="connsiteY17" fmla="*/ 560088 h 817689"/>
                  <a:gd name="connsiteX18" fmla="*/ 659285 w 790227"/>
                  <a:gd name="connsiteY18" fmla="*/ 560084 h 817689"/>
                  <a:gd name="connsiteX19" fmla="*/ 668139 w 790227"/>
                  <a:gd name="connsiteY19" fmla="*/ 549435 h 817689"/>
                  <a:gd name="connsiteX20" fmla="*/ 676136 w 790227"/>
                  <a:gd name="connsiteY20" fmla="*/ 531179 h 817689"/>
                  <a:gd name="connsiteX21" fmla="*/ 684134 w 790227"/>
                  <a:gd name="connsiteY21" fmla="*/ 512164 h 817689"/>
                  <a:gd name="connsiteX22" fmla="*/ 691750 w 790227"/>
                  <a:gd name="connsiteY22" fmla="*/ 501515 h 817689"/>
                  <a:gd name="connsiteX23" fmla="*/ 694797 w 790227"/>
                  <a:gd name="connsiteY23" fmla="*/ 477079 h 817689"/>
                  <a:gd name="connsiteX24" fmla="*/ 705079 w 790227"/>
                  <a:gd name="connsiteY24" fmla="*/ 466430 h 817689"/>
                  <a:gd name="connsiteX25" fmla="*/ 707269 w 790227"/>
                  <a:gd name="connsiteY25" fmla="*/ 441614 h 817689"/>
                  <a:gd name="connsiteX26" fmla="*/ 707269 w 790227"/>
                  <a:gd name="connsiteY26" fmla="*/ 402536 h 817689"/>
                  <a:gd name="connsiteX27" fmla="*/ 711744 w 790227"/>
                  <a:gd name="connsiteY27" fmla="*/ 373251 h 817689"/>
                  <a:gd name="connsiteX28" fmla="*/ 710411 w 790227"/>
                  <a:gd name="connsiteY28" fmla="*/ 365265 h 817689"/>
                  <a:gd name="connsiteX29" fmla="*/ 713934 w 790227"/>
                  <a:gd name="connsiteY29" fmla="*/ 359465 h 817689"/>
                  <a:gd name="connsiteX30" fmla="*/ 726406 w 790227"/>
                  <a:gd name="connsiteY30" fmla="*/ 363458 h 817689"/>
                  <a:gd name="connsiteX31" fmla="*/ 742401 w 790227"/>
                  <a:gd name="connsiteY31" fmla="*/ 332462 h 817689"/>
                  <a:gd name="connsiteX32" fmla="*/ 761443 w 790227"/>
                  <a:gd name="connsiteY32" fmla="*/ 317820 h 817689"/>
                  <a:gd name="connsiteX33" fmla="*/ 790005 w 790227"/>
                  <a:gd name="connsiteY33" fmla="*/ 278266 h 817689"/>
                  <a:gd name="connsiteX34" fmla="*/ 786006 w 790227"/>
                  <a:gd name="connsiteY34" fmla="*/ 220172 h 817689"/>
                  <a:gd name="connsiteX35" fmla="*/ 768679 w 790227"/>
                  <a:gd name="connsiteY35" fmla="*/ 208572 h 817689"/>
                  <a:gd name="connsiteX36" fmla="*/ 720598 w 790227"/>
                  <a:gd name="connsiteY36" fmla="*/ 182901 h 817689"/>
                  <a:gd name="connsiteX37" fmla="*/ 661950 w 790227"/>
                  <a:gd name="connsiteY37" fmla="*/ 164645 h 817689"/>
                  <a:gd name="connsiteX38" fmla="*/ 622439 w 790227"/>
                  <a:gd name="connsiteY38" fmla="*/ 155137 h 817689"/>
                  <a:gd name="connsiteX39" fmla="*/ 596161 w 790227"/>
                  <a:gd name="connsiteY39" fmla="*/ 168068 h 817689"/>
                  <a:gd name="connsiteX40" fmla="*/ 600160 w 790227"/>
                  <a:gd name="connsiteY40" fmla="*/ 149052 h 817689"/>
                  <a:gd name="connsiteX41" fmla="*/ 553127 w 790227"/>
                  <a:gd name="connsiteY41" fmla="*/ 120528 h 817689"/>
                  <a:gd name="connsiteX42" fmla="*/ 523803 w 790227"/>
                  <a:gd name="connsiteY42" fmla="*/ 129371 h 817689"/>
                  <a:gd name="connsiteX43" fmla="*/ 509522 w 790227"/>
                  <a:gd name="connsiteY43" fmla="*/ 138879 h 817689"/>
                  <a:gd name="connsiteX44" fmla="*/ 499335 w 790227"/>
                  <a:gd name="connsiteY44" fmla="*/ 138879 h 817689"/>
                  <a:gd name="connsiteX45" fmla="*/ 516948 w 790227"/>
                  <a:gd name="connsiteY45" fmla="*/ 117486 h 817689"/>
                  <a:gd name="connsiteX46" fmla="*/ 476485 w 790227"/>
                  <a:gd name="connsiteY46" fmla="*/ 106837 h 817689"/>
                  <a:gd name="connsiteX47" fmla="*/ 463632 w 790227"/>
                  <a:gd name="connsiteY47" fmla="*/ 122335 h 817689"/>
                  <a:gd name="connsiteX48" fmla="*/ 468963 w 790227"/>
                  <a:gd name="connsiteY48" fmla="*/ 105981 h 817689"/>
                  <a:gd name="connsiteX49" fmla="*/ 488957 w 790227"/>
                  <a:gd name="connsiteY49" fmla="*/ 81070 h 817689"/>
                  <a:gd name="connsiteX50" fmla="*/ 472486 w 790227"/>
                  <a:gd name="connsiteY50" fmla="*/ 59772 h 817689"/>
                  <a:gd name="connsiteX51" fmla="*/ 458109 w 790227"/>
                  <a:gd name="connsiteY51" fmla="*/ 21740 h 817689"/>
                  <a:gd name="connsiteX52" fmla="*/ 434403 w 790227"/>
                  <a:gd name="connsiteY52" fmla="*/ 53592 h 817689"/>
                  <a:gd name="connsiteX53" fmla="*/ 413362 w 790227"/>
                  <a:gd name="connsiteY53" fmla="*/ 63100 h 817689"/>
                  <a:gd name="connsiteX54" fmla="*/ 393463 w 790227"/>
                  <a:gd name="connsiteY54" fmla="*/ 57110 h 817689"/>
                  <a:gd name="connsiteX55" fmla="*/ 371279 w 790227"/>
                  <a:gd name="connsiteY55" fmla="*/ 56539 h 817689"/>
                  <a:gd name="connsiteX56" fmla="*/ 362806 w 790227"/>
                  <a:gd name="connsiteY56" fmla="*/ 69185 h 817689"/>
                  <a:gd name="connsiteX57" fmla="*/ 338718 w 790227"/>
                  <a:gd name="connsiteY57" fmla="*/ 68519 h 817689"/>
                  <a:gd name="connsiteX58" fmla="*/ 328531 w 790227"/>
                  <a:gd name="connsiteY58" fmla="*/ 73368 h 817689"/>
                  <a:gd name="connsiteX59" fmla="*/ 315297 w 790227"/>
                  <a:gd name="connsiteY59" fmla="*/ 78122 h 817689"/>
                  <a:gd name="connsiteX60" fmla="*/ 293590 w 790227"/>
                  <a:gd name="connsiteY60" fmla="*/ 70896 h 817689"/>
                  <a:gd name="connsiteX61" fmla="*/ 289401 w 790227"/>
                  <a:gd name="connsiteY61" fmla="*/ 35527 h 817689"/>
                  <a:gd name="connsiteX62" fmla="*/ 290147 w 790227"/>
                  <a:gd name="connsiteY62" fmla="*/ 20754 h 817689"/>
                  <a:gd name="connsiteX63" fmla="*/ 287592 w 790227"/>
                  <a:gd name="connsiteY63" fmla="*/ 18697 h 817689"/>
                  <a:gd name="connsiteX64" fmla="*/ 279213 w 790227"/>
                  <a:gd name="connsiteY64" fmla="*/ 1868 h 817689"/>
                  <a:gd name="connsiteX65" fmla="*/ 266551 w 790227"/>
                  <a:gd name="connsiteY65" fmla="*/ 13278 h 817689"/>
                  <a:gd name="connsiteX66" fmla="*/ 241892 w 790227"/>
                  <a:gd name="connsiteY66" fmla="*/ 22786 h 817689"/>
                  <a:gd name="connsiteX67" fmla="*/ 228086 w 790227"/>
                  <a:gd name="connsiteY67" fmla="*/ 30582 h 817689"/>
                  <a:gd name="connsiteX68" fmla="*/ 220184 w 790227"/>
                  <a:gd name="connsiteY68" fmla="*/ 30012 h 817689"/>
                  <a:gd name="connsiteX69" fmla="*/ 202761 w 790227"/>
                  <a:gd name="connsiteY69" fmla="*/ 24022 h 817689"/>
                  <a:gd name="connsiteX70" fmla="*/ 189527 w 790227"/>
                  <a:gd name="connsiteY70" fmla="*/ 26399 h 817689"/>
                  <a:gd name="connsiteX71" fmla="*/ 197334 w 790227"/>
                  <a:gd name="connsiteY71" fmla="*/ 41421 h 817689"/>
                  <a:gd name="connsiteX72" fmla="*/ 202761 w 790227"/>
                  <a:gd name="connsiteY72" fmla="*/ 53972 h 817689"/>
                  <a:gd name="connsiteX73" fmla="*/ 213044 w 790227"/>
                  <a:gd name="connsiteY73" fmla="*/ 56444 h 817689"/>
                  <a:gd name="connsiteX74" fmla="*/ 210568 w 790227"/>
                  <a:gd name="connsiteY74" fmla="*/ 64811 h 817689"/>
                  <a:gd name="connsiteX75" fmla="*/ 199143 w 790227"/>
                  <a:gd name="connsiteY75" fmla="*/ 75650 h 817689"/>
                  <a:gd name="connsiteX76" fmla="*/ 185909 w 790227"/>
                  <a:gd name="connsiteY76" fmla="*/ 82211 h 817689"/>
                  <a:gd name="connsiteX77" fmla="*/ 172104 w 790227"/>
                  <a:gd name="connsiteY77" fmla="*/ 89437 h 817689"/>
                  <a:gd name="connsiteX78" fmla="*/ 161250 w 790227"/>
                  <a:gd name="connsiteY78" fmla="*/ 91244 h 817689"/>
                  <a:gd name="connsiteX79" fmla="*/ 149254 w 790227"/>
                  <a:gd name="connsiteY79" fmla="*/ 86490 h 817689"/>
                  <a:gd name="connsiteX80" fmla="*/ 133926 w 790227"/>
                  <a:gd name="connsiteY80" fmla="*/ 66237 h 817689"/>
                  <a:gd name="connsiteX81" fmla="*/ 114313 w 790227"/>
                  <a:gd name="connsiteY81" fmla="*/ 72037 h 817689"/>
                  <a:gd name="connsiteX82" fmla="*/ 84036 w 790227"/>
                  <a:gd name="connsiteY82" fmla="*/ 74224 h 817689"/>
                  <a:gd name="connsiteX83" fmla="*/ 89273 w 790227"/>
                  <a:gd name="connsiteY83" fmla="*/ 85253 h 817689"/>
                  <a:gd name="connsiteX84" fmla="*/ 93272 w 790227"/>
                  <a:gd name="connsiteY84" fmla="*/ 93430 h 817689"/>
                  <a:gd name="connsiteX85" fmla="*/ 79657 w 790227"/>
                  <a:gd name="connsiteY85" fmla="*/ 104174 h 817689"/>
                  <a:gd name="connsiteX86" fmla="*/ 92415 w 790227"/>
                  <a:gd name="connsiteY86" fmla="*/ 136692 h 817689"/>
                  <a:gd name="connsiteX87" fmla="*/ 88321 w 790227"/>
                  <a:gd name="connsiteY87" fmla="*/ 163980 h 817689"/>
                  <a:gd name="connsiteX88" fmla="*/ 80609 w 790227"/>
                  <a:gd name="connsiteY88" fmla="*/ 191173 h 817689"/>
                  <a:gd name="connsiteX89" fmla="*/ 63472 w 790227"/>
                  <a:gd name="connsiteY89" fmla="*/ 192409 h 817689"/>
                  <a:gd name="connsiteX90" fmla="*/ 39193 w 790227"/>
                  <a:gd name="connsiteY90" fmla="*/ 201251 h 817689"/>
                  <a:gd name="connsiteX91" fmla="*/ 21389 w 790227"/>
                  <a:gd name="connsiteY91" fmla="*/ 213041 h 817689"/>
                  <a:gd name="connsiteX92" fmla="*/ 14915 w 790227"/>
                  <a:gd name="connsiteY92" fmla="*/ 232057 h 817689"/>
                  <a:gd name="connsiteX93" fmla="*/ 5966 w 790227"/>
                  <a:gd name="connsiteY93" fmla="*/ 242706 h 817689"/>
                  <a:gd name="connsiteX94" fmla="*/ 3014 w 790227"/>
                  <a:gd name="connsiteY94" fmla="*/ 255732 h 817689"/>
                  <a:gd name="connsiteX95" fmla="*/ 8346 w 790227"/>
                  <a:gd name="connsiteY95" fmla="*/ 272847 h 817689"/>
                  <a:gd name="connsiteX96" fmla="*/ 16629 w 790227"/>
                  <a:gd name="connsiteY96" fmla="*/ 290056 h 817689"/>
                  <a:gd name="connsiteX97" fmla="*/ 26721 w 790227"/>
                  <a:gd name="connsiteY97" fmla="*/ 297663 h 817689"/>
                  <a:gd name="connsiteX98" fmla="*/ 37385 w 790227"/>
                  <a:gd name="connsiteY98" fmla="*/ 308977 h 817689"/>
                  <a:gd name="connsiteX99" fmla="*/ 58711 w 790227"/>
                  <a:gd name="connsiteY99" fmla="*/ 306030 h 817689"/>
                  <a:gd name="connsiteX100" fmla="*/ 67565 w 790227"/>
                  <a:gd name="connsiteY100" fmla="*/ 304223 h 817689"/>
                  <a:gd name="connsiteX101" fmla="*/ 72326 w 790227"/>
                  <a:gd name="connsiteY101" fmla="*/ 330275 h 817689"/>
                  <a:gd name="connsiteX102" fmla="*/ 98413 w 790227"/>
                  <a:gd name="connsiteY102" fmla="*/ 330846 h 817689"/>
                  <a:gd name="connsiteX103" fmla="*/ 115646 w 790227"/>
                  <a:gd name="connsiteY103" fmla="*/ 326662 h 817689"/>
                  <a:gd name="connsiteX104" fmla="*/ 132783 w 790227"/>
                  <a:gd name="connsiteY104" fmla="*/ 317820 h 817689"/>
                  <a:gd name="connsiteX105" fmla="*/ 156490 w 790227"/>
                  <a:gd name="connsiteY105" fmla="*/ 307171 h 817689"/>
                  <a:gd name="connsiteX106" fmla="*/ 175532 w 790227"/>
                  <a:gd name="connsiteY106" fmla="*/ 308312 h 817689"/>
                  <a:gd name="connsiteX107" fmla="*/ 182101 w 790227"/>
                  <a:gd name="connsiteY107" fmla="*/ 347390 h 817689"/>
                  <a:gd name="connsiteX108" fmla="*/ 205808 w 790227"/>
                  <a:gd name="connsiteY108" fmla="*/ 361652 h 817689"/>
                  <a:gd name="connsiteX109" fmla="*/ 219994 w 790227"/>
                  <a:gd name="connsiteY109" fmla="*/ 364599 h 817689"/>
                  <a:gd name="connsiteX110" fmla="*/ 228277 w 790227"/>
                  <a:gd name="connsiteY110" fmla="*/ 371635 h 817689"/>
                  <a:gd name="connsiteX111" fmla="*/ 244843 w 790227"/>
                  <a:gd name="connsiteY111" fmla="*/ 379337 h 817689"/>
                  <a:gd name="connsiteX112" fmla="*/ 266836 w 790227"/>
                  <a:gd name="connsiteY112" fmla="*/ 384091 h 817689"/>
                  <a:gd name="connsiteX113" fmla="*/ 274548 w 790227"/>
                  <a:gd name="connsiteY113" fmla="*/ 397687 h 817689"/>
                  <a:gd name="connsiteX114" fmla="*/ 277500 w 790227"/>
                  <a:gd name="connsiteY114" fmla="*/ 413090 h 817689"/>
                  <a:gd name="connsiteX115" fmla="*/ 279880 w 790227"/>
                  <a:gd name="connsiteY115" fmla="*/ 429634 h 817689"/>
                  <a:gd name="connsiteX116" fmla="*/ 301778 w 790227"/>
                  <a:gd name="connsiteY116" fmla="*/ 439713 h 817689"/>
                  <a:gd name="connsiteX117" fmla="*/ 318344 w 790227"/>
                  <a:gd name="connsiteY117" fmla="*/ 449791 h 817689"/>
                  <a:gd name="connsiteX118" fmla="*/ 330245 w 790227"/>
                  <a:gd name="connsiteY118" fmla="*/ 469282 h 817689"/>
                  <a:gd name="connsiteX119" fmla="*/ 327865 w 790227"/>
                  <a:gd name="connsiteY119" fmla="*/ 495334 h 817689"/>
                  <a:gd name="connsiteX120" fmla="*/ 321771 w 790227"/>
                  <a:gd name="connsiteY120" fmla="*/ 508931 h 817689"/>
                  <a:gd name="connsiteX121" fmla="*/ 322628 w 790227"/>
                  <a:gd name="connsiteY121" fmla="*/ 519675 h 817689"/>
                  <a:gd name="connsiteX122" fmla="*/ 326246 w 790227"/>
                  <a:gd name="connsiteY122" fmla="*/ 544301 h 817689"/>
                  <a:gd name="connsiteX123" fmla="*/ 336433 w 790227"/>
                  <a:gd name="connsiteY123" fmla="*/ 560464 h 817689"/>
                  <a:gd name="connsiteX124" fmla="*/ 353857 w 790227"/>
                  <a:gd name="connsiteY124" fmla="*/ 562271 h 817689"/>
                  <a:gd name="connsiteX125" fmla="*/ 367757 w 790227"/>
                  <a:gd name="connsiteY125" fmla="*/ 579195 h 817689"/>
                  <a:gd name="connsiteX126" fmla="*/ 377278 w 790227"/>
                  <a:gd name="connsiteY126" fmla="*/ 601349 h 817689"/>
                  <a:gd name="connsiteX127" fmla="*/ 394130 w 790227"/>
                  <a:gd name="connsiteY127" fmla="*/ 597736 h 817689"/>
                  <a:gd name="connsiteX128" fmla="*/ 392225 w 790227"/>
                  <a:gd name="connsiteY128" fmla="*/ 633581 h 817689"/>
                  <a:gd name="connsiteX129" fmla="*/ 405364 w 790227"/>
                  <a:gd name="connsiteY129" fmla="*/ 634437 h 817689"/>
                  <a:gd name="connsiteX130" fmla="*/ 408982 w 790227"/>
                  <a:gd name="connsiteY130" fmla="*/ 665053 h 817689"/>
                  <a:gd name="connsiteX131" fmla="*/ 384704 w 790227"/>
                  <a:gd name="connsiteY131" fmla="*/ 678459 h 817689"/>
                  <a:gd name="connsiteX132" fmla="*/ 350048 w 790227"/>
                  <a:gd name="connsiteY132" fmla="*/ 714875 h 817689"/>
                  <a:gd name="connsiteX133" fmla="*/ 332339 w 790227"/>
                  <a:gd name="connsiteY133" fmla="*/ 735982 h 817689"/>
                  <a:gd name="connsiteX134" fmla="*/ 338338 w 790227"/>
                  <a:gd name="connsiteY134" fmla="*/ 735982 h 817689"/>
                  <a:gd name="connsiteX135" fmla="*/ 355380 w 790227"/>
                  <a:gd name="connsiteY135" fmla="*/ 742258 h 817689"/>
                  <a:gd name="connsiteX136" fmla="*/ 364901 w 790227"/>
                  <a:gd name="connsiteY136" fmla="*/ 756234 h 817689"/>
                  <a:gd name="connsiteX137" fmla="*/ 376135 w 790227"/>
                  <a:gd name="connsiteY137" fmla="*/ 753097 h 817689"/>
                  <a:gd name="connsiteX138" fmla="*/ 398699 w 790227"/>
                  <a:gd name="connsiteY138" fmla="*/ 770211 h 817689"/>
                  <a:gd name="connsiteX139" fmla="*/ 412219 w 790227"/>
                  <a:gd name="connsiteY139" fmla="*/ 785899 h 817689"/>
                  <a:gd name="connsiteX140" fmla="*/ 414314 w 790227"/>
                  <a:gd name="connsiteY140" fmla="*/ 816230 h 817689"/>
                  <a:gd name="connsiteX141" fmla="*/ 423168 w 790227"/>
                  <a:gd name="connsiteY141" fmla="*/ 805486 h 817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790227" h="817689">
                    <a:moveTo>
                      <a:pt x="423168" y="805486"/>
                    </a:moveTo>
                    <a:cubicBezTo>
                      <a:pt x="435640" y="796644"/>
                      <a:pt x="432689" y="791319"/>
                      <a:pt x="438211" y="780670"/>
                    </a:cubicBezTo>
                    <a:cubicBezTo>
                      <a:pt x="443733" y="770021"/>
                      <a:pt x="439163" y="765552"/>
                      <a:pt x="448969" y="756234"/>
                    </a:cubicBezTo>
                    <a:cubicBezTo>
                      <a:pt x="458776" y="746917"/>
                      <a:pt x="447160" y="740641"/>
                      <a:pt x="459633" y="734937"/>
                    </a:cubicBezTo>
                    <a:cubicBezTo>
                      <a:pt x="472105" y="729232"/>
                      <a:pt x="470296" y="740261"/>
                      <a:pt x="459633" y="753097"/>
                    </a:cubicBezTo>
                    <a:cubicBezTo>
                      <a:pt x="448969" y="765933"/>
                      <a:pt x="447636" y="769546"/>
                      <a:pt x="460966" y="759752"/>
                    </a:cubicBezTo>
                    <a:cubicBezTo>
                      <a:pt x="474295" y="749959"/>
                      <a:pt x="479246" y="736268"/>
                      <a:pt x="486767" y="720675"/>
                    </a:cubicBezTo>
                    <a:cubicBezTo>
                      <a:pt x="494289" y="705081"/>
                      <a:pt x="500096" y="700327"/>
                      <a:pt x="506761" y="699377"/>
                    </a:cubicBezTo>
                    <a:cubicBezTo>
                      <a:pt x="513425" y="698426"/>
                      <a:pt x="513425" y="682072"/>
                      <a:pt x="512569" y="670853"/>
                    </a:cubicBezTo>
                    <a:cubicBezTo>
                      <a:pt x="511712" y="659633"/>
                      <a:pt x="508094" y="648699"/>
                      <a:pt x="512569" y="641092"/>
                    </a:cubicBezTo>
                    <a:cubicBezTo>
                      <a:pt x="517043" y="633486"/>
                      <a:pt x="512569" y="626450"/>
                      <a:pt x="518852" y="626450"/>
                    </a:cubicBezTo>
                    <a:cubicBezTo>
                      <a:pt x="525136" y="626450"/>
                      <a:pt x="534371" y="616942"/>
                      <a:pt x="544178" y="607434"/>
                    </a:cubicBezTo>
                    <a:cubicBezTo>
                      <a:pt x="550817" y="599982"/>
                      <a:pt x="560373" y="595783"/>
                      <a:pt x="570360" y="595929"/>
                    </a:cubicBezTo>
                    <a:cubicBezTo>
                      <a:pt x="580642" y="595074"/>
                      <a:pt x="574835" y="591461"/>
                      <a:pt x="581499" y="589749"/>
                    </a:cubicBezTo>
                    <a:cubicBezTo>
                      <a:pt x="587556" y="587051"/>
                      <a:pt x="592878" y="582943"/>
                      <a:pt x="597018" y="577769"/>
                    </a:cubicBezTo>
                    <a:cubicBezTo>
                      <a:pt x="601493" y="573776"/>
                      <a:pt x="619678" y="577769"/>
                      <a:pt x="630341" y="577769"/>
                    </a:cubicBezTo>
                    <a:cubicBezTo>
                      <a:pt x="641004" y="577769"/>
                      <a:pt x="648145" y="578720"/>
                      <a:pt x="648145" y="572064"/>
                    </a:cubicBezTo>
                    <a:cubicBezTo>
                      <a:pt x="647879" y="565716"/>
                      <a:pt x="652816" y="560354"/>
                      <a:pt x="659173" y="560088"/>
                    </a:cubicBezTo>
                    <a:cubicBezTo>
                      <a:pt x="659210" y="560087"/>
                      <a:pt x="659247" y="560085"/>
                      <a:pt x="659285" y="560084"/>
                    </a:cubicBezTo>
                    <a:cubicBezTo>
                      <a:pt x="665473" y="560084"/>
                      <a:pt x="668139" y="558277"/>
                      <a:pt x="668139" y="549435"/>
                    </a:cubicBezTo>
                    <a:cubicBezTo>
                      <a:pt x="667453" y="542377"/>
                      <a:pt x="670480" y="535467"/>
                      <a:pt x="676136" y="531179"/>
                    </a:cubicBezTo>
                    <a:cubicBezTo>
                      <a:pt x="681468" y="527186"/>
                      <a:pt x="682420" y="518344"/>
                      <a:pt x="684134" y="512164"/>
                    </a:cubicBezTo>
                    <a:cubicBezTo>
                      <a:pt x="685847" y="505983"/>
                      <a:pt x="691750" y="509977"/>
                      <a:pt x="691750" y="501515"/>
                    </a:cubicBezTo>
                    <a:cubicBezTo>
                      <a:pt x="691750" y="493052"/>
                      <a:pt x="694797" y="483830"/>
                      <a:pt x="694797" y="477079"/>
                    </a:cubicBezTo>
                    <a:cubicBezTo>
                      <a:pt x="694797" y="470328"/>
                      <a:pt x="701938" y="471374"/>
                      <a:pt x="705079" y="466430"/>
                    </a:cubicBezTo>
                    <a:cubicBezTo>
                      <a:pt x="708221" y="461486"/>
                      <a:pt x="702414" y="455401"/>
                      <a:pt x="707269" y="441614"/>
                    </a:cubicBezTo>
                    <a:cubicBezTo>
                      <a:pt x="712125" y="427828"/>
                      <a:pt x="707269" y="414992"/>
                      <a:pt x="707269" y="402536"/>
                    </a:cubicBezTo>
                    <a:cubicBezTo>
                      <a:pt x="707269" y="390081"/>
                      <a:pt x="707269" y="377245"/>
                      <a:pt x="711744" y="373251"/>
                    </a:cubicBezTo>
                    <a:cubicBezTo>
                      <a:pt x="716219" y="369258"/>
                      <a:pt x="713934" y="367071"/>
                      <a:pt x="710411" y="365265"/>
                    </a:cubicBezTo>
                    <a:cubicBezTo>
                      <a:pt x="706888" y="363458"/>
                      <a:pt x="710411" y="358609"/>
                      <a:pt x="713934" y="359465"/>
                    </a:cubicBezTo>
                    <a:cubicBezTo>
                      <a:pt x="717457" y="360321"/>
                      <a:pt x="720598" y="367071"/>
                      <a:pt x="726406" y="363458"/>
                    </a:cubicBezTo>
                    <a:cubicBezTo>
                      <a:pt x="732214" y="359845"/>
                      <a:pt x="737450" y="344442"/>
                      <a:pt x="742401" y="332462"/>
                    </a:cubicBezTo>
                    <a:cubicBezTo>
                      <a:pt x="747352" y="320482"/>
                      <a:pt x="755254" y="320482"/>
                      <a:pt x="761443" y="317820"/>
                    </a:cubicBezTo>
                    <a:cubicBezTo>
                      <a:pt x="767631" y="315157"/>
                      <a:pt x="781056" y="300040"/>
                      <a:pt x="790005" y="278266"/>
                    </a:cubicBezTo>
                    <a:cubicBezTo>
                      <a:pt x="798955" y="256493"/>
                      <a:pt x="789529" y="235195"/>
                      <a:pt x="786006" y="220172"/>
                    </a:cubicBezTo>
                    <a:cubicBezTo>
                      <a:pt x="782484" y="205150"/>
                      <a:pt x="777533" y="208192"/>
                      <a:pt x="768679" y="208572"/>
                    </a:cubicBezTo>
                    <a:cubicBezTo>
                      <a:pt x="759824" y="208953"/>
                      <a:pt x="742877" y="206861"/>
                      <a:pt x="720598" y="182901"/>
                    </a:cubicBezTo>
                    <a:cubicBezTo>
                      <a:pt x="706711" y="165288"/>
                      <a:pt x="683399" y="158032"/>
                      <a:pt x="661950" y="164645"/>
                    </a:cubicBezTo>
                    <a:cubicBezTo>
                      <a:pt x="647288" y="168639"/>
                      <a:pt x="632150" y="157514"/>
                      <a:pt x="622439" y="155137"/>
                    </a:cubicBezTo>
                    <a:cubicBezTo>
                      <a:pt x="612728" y="152760"/>
                      <a:pt x="603397" y="165406"/>
                      <a:pt x="596161" y="168068"/>
                    </a:cubicBezTo>
                    <a:cubicBezTo>
                      <a:pt x="588926" y="170731"/>
                      <a:pt x="599779" y="157324"/>
                      <a:pt x="600160" y="149052"/>
                    </a:cubicBezTo>
                    <a:cubicBezTo>
                      <a:pt x="600541" y="140780"/>
                      <a:pt x="573502" y="128610"/>
                      <a:pt x="553127" y="120528"/>
                    </a:cubicBezTo>
                    <a:cubicBezTo>
                      <a:pt x="532753" y="112446"/>
                      <a:pt x="523803" y="116535"/>
                      <a:pt x="523803" y="129371"/>
                    </a:cubicBezTo>
                    <a:cubicBezTo>
                      <a:pt x="523803" y="142207"/>
                      <a:pt x="515710" y="125377"/>
                      <a:pt x="509522" y="138879"/>
                    </a:cubicBezTo>
                    <a:cubicBezTo>
                      <a:pt x="503333" y="152380"/>
                      <a:pt x="491718" y="143728"/>
                      <a:pt x="499335" y="138879"/>
                    </a:cubicBezTo>
                    <a:cubicBezTo>
                      <a:pt x="507292" y="133751"/>
                      <a:pt x="513449" y="126273"/>
                      <a:pt x="516948" y="117486"/>
                    </a:cubicBezTo>
                    <a:cubicBezTo>
                      <a:pt x="519614" y="109023"/>
                      <a:pt x="487624" y="102368"/>
                      <a:pt x="476485" y="106837"/>
                    </a:cubicBezTo>
                    <a:cubicBezTo>
                      <a:pt x="465345" y="111305"/>
                      <a:pt x="472486" y="127279"/>
                      <a:pt x="463632" y="122335"/>
                    </a:cubicBezTo>
                    <a:cubicBezTo>
                      <a:pt x="454777" y="117391"/>
                      <a:pt x="461823" y="105506"/>
                      <a:pt x="468963" y="105981"/>
                    </a:cubicBezTo>
                    <a:cubicBezTo>
                      <a:pt x="476104" y="106456"/>
                      <a:pt x="484006" y="91719"/>
                      <a:pt x="488957" y="81070"/>
                    </a:cubicBezTo>
                    <a:cubicBezTo>
                      <a:pt x="493908" y="70421"/>
                      <a:pt x="480483" y="68614"/>
                      <a:pt x="472486" y="59772"/>
                    </a:cubicBezTo>
                    <a:cubicBezTo>
                      <a:pt x="464488" y="50929"/>
                      <a:pt x="466202" y="25448"/>
                      <a:pt x="458109" y="21740"/>
                    </a:cubicBezTo>
                    <a:cubicBezTo>
                      <a:pt x="448261" y="30764"/>
                      <a:pt x="440217" y="41573"/>
                      <a:pt x="434403" y="53592"/>
                    </a:cubicBezTo>
                    <a:cubicBezTo>
                      <a:pt x="430213" y="66237"/>
                      <a:pt x="424882" y="59011"/>
                      <a:pt x="413362" y="63100"/>
                    </a:cubicBezTo>
                    <a:cubicBezTo>
                      <a:pt x="406183" y="66633"/>
                      <a:pt x="397490" y="64016"/>
                      <a:pt x="393463" y="57110"/>
                    </a:cubicBezTo>
                    <a:cubicBezTo>
                      <a:pt x="390512" y="52261"/>
                      <a:pt x="379087" y="57110"/>
                      <a:pt x="371279" y="56539"/>
                    </a:cubicBezTo>
                    <a:cubicBezTo>
                      <a:pt x="363472" y="55969"/>
                      <a:pt x="368233" y="66047"/>
                      <a:pt x="362806" y="69185"/>
                    </a:cubicBezTo>
                    <a:cubicBezTo>
                      <a:pt x="357379" y="72323"/>
                      <a:pt x="343764" y="63100"/>
                      <a:pt x="338718" y="68519"/>
                    </a:cubicBezTo>
                    <a:cubicBezTo>
                      <a:pt x="333672" y="73939"/>
                      <a:pt x="330911" y="68519"/>
                      <a:pt x="328531" y="73368"/>
                    </a:cubicBezTo>
                    <a:cubicBezTo>
                      <a:pt x="326151" y="78217"/>
                      <a:pt x="317677" y="75175"/>
                      <a:pt x="315297" y="78122"/>
                    </a:cubicBezTo>
                    <a:cubicBezTo>
                      <a:pt x="312917" y="81070"/>
                      <a:pt x="304443" y="82971"/>
                      <a:pt x="293590" y="70896"/>
                    </a:cubicBezTo>
                    <a:cubicBezTo>
                      <a:pt x="282736" y="58821"/>
                      <a:pt x="284640" y="39044"/>
                      <a:pt x="289401" y="35527"/>
                    </a:cubicBezTo>
                    <a:cubicBezTo>
                      <a:pt x="293691" y="31653"/>
                      <a:pt x="294025" y="25039"/>
                      <a:pt x="290147" y="20754"/>
                    </a:cubicBezTo>
                    <a:cubicBezTo>
                      <a:pt x="289409" y="19939"/>
                      <a:pt x="288546" y="19245"/>
                      <a:pt x="287592" y="18697"/>
                    </a:cubicBezTo>
                    <a:cubicBezTo>
                      <a:pt x="281022" y="15655"/>
                      <a:pt x="287592" y="3009"/>
                      <a:pt x="279213" y="1868"/>
                    </a:cubicBezTo>
                    <a:cubicBezTo>
                      <a:pt x="270835" y="727"/>
                      <a:pt x="271977" y="11376"/>
                      <a:pt x="266551" y="13278"/>
                    </a:cubicBezTo>
                    <a:cubicBezTo>
                      <a:pt x="261124" y="15179"/>
                      <a:pt x="247509" y="24117"/>
                      <a:pt x="241892" y="22786"/>
                    </a:cubicBezTo>
                    <a:cubicBezTo>
                      <a:pt x="236274" y="21455"/>
                      <a:pt x="228086" y="24022"/>
                      <a:pt x="228086" y="30582"/>
                    </a:cubicBezTo>
                    <a:cubicBezTo>
                      <a:pt x="228086" y="37143"/>
                      <a:pt x="221422" y="35431"/>
                      <a:pt x="220184" y="30012"/>
                    </a:cubicBezTo>
                    <a:cubicBezTo>
                      <a:pt x="218946" y="24592"/>
                      <a:pt x="206379" y="27540"/>
                      <a:pt x="202761" y="24022"/>
                    </a:cubicBezTo>
                    <a:cubicBezTo>
                      <a:pt x="199143" y="20504"/>
                      <a:pt x="182291" y="22215"/>
                      <a:pt x="189527" y="26399"/>
                    </a:cubicBezTo>
                    <a:cubicBezTo>
                      <a:pt x="195191" y="29109"/>
                      <a:pt x="198375" y="35236"/>
                      <a:pt x="197334" y="41421"/>
                    </a:cubicBezTo>
                    <a:cubicBezTo>
                      <a:pt x="197334" y="47982"/>
                      <a:pt x="202761" y="46175"/>
                      <a:pt x="202761" y="53972"/>
                    </a:cubicBezTo>
                    <a:cubicBezTo>
                      <a:pt x="202761" y="61769"/>
                      <a:pt x="208759" y="56444"/>
                      <a:pt x="213044" y="56444"/>
                    </a:cubicBezTo>
                    <a:cubicBezTo>
                      <a:pt x="217328" y="56444"/>
                      <a:pt x="217233" y="63670"/>
                      <a:pt x="210568" y="64811"/>
                    </a:cubicBezTo>
                    <a:cubicBezTo>
                      <a:pt x="204827" y="65605"/>
                      <a:pt x="200231" y="69965"/>
                      <a:pt x="199143" y="75650"/>
                    </a:cubicBezTo>
                    <a:cubicBezTo>
                      <a:pt x="197334" y="81640"/>
                      <a:pt x="191336" y="77457"/>
                      <a:pt x="185909" y="82211"/>
                    </a:cubicBezTo>
                    <a:cubicBezTo>
                      <a:pt x="180482" y="86965"/>
                      <a:pt x="175722" y="91719"/>
                      <a:pt x="172104" y="89437"/>
                    </a:cubicBezTo>
                    <a:cubicBezTo>
                      <a:pt x="168486" y="87155"/>
                      <a:pt x="165439" y="88867"/>
                      <a:pt x="161250" y="91244"/>
                    </a:cubicBezTo>
                    <a:cubicBezTo>
                      <a:pt x="157061" y="93621"/>
                      <a:pt x="155252" y="91244"/>
                      <a:pt x="149254" y="86490"/>
                    </a:cubicBezTo>
                    <a:cubicBezTo>
                      <a:pt x="143256" y="81736"/>
                      <a:pt x="141923" y="74224"/>
                      <a:pt x="133926" y="66237"/>
                    </a:cubicBezTo>
                    <a:cubicBezTo>
                      <a:pt x="127761" y="69257"/>
                      <a:pt x="121130" y="71218"/>
                      <a:pt x="114313" y="72037"/>
                    </a:cubicBezTo>
                    <a:cubicBezTo>
                      <a:pt x="107267" y="72037"/>
                      <a:pt x="85750" y="70421"/>
                      <a:pt x="84036" y="74224"/>
                    </a:cubicBezTo>
                    <a:cubicBezTo>
                      <a:pt x="82877" y="78682"/>
                      <a:pt x="85083" y="83329"/>
                      <a:pt x="89273" y="85253"/>
                    </a:cubicBezTo>
                    <a:cubicBezTo>
                      <a:pt x="92891" y="86014"/>
                      <a:pt x="100508" y="88201"/>
                      <a:pt x="93272" y="93430"/>
                    </a:cubicBezTo>
                    <a:cubicBezTo>
                      <a:pt x="86036" y="98660"/>
                      <a:pt x="79657" y="91624"/>
                      <a:pt x="79657" y="104174"/>
                    </a:cubicBezTo>
                    <a:cubicBezTo>
                      <a:pt x="79657" y="116725"/>
                      <a:pt x="95842" y="124997"/>
                      <a:pt x="92415" y="136692"/>
                    </a:cubicBezTo>
                    <a:cubicBezTo>
                      <a:pt x="90222" y="145645"/>
                      <a:pt x="88851" y="154778"/>
                      <a:pt x="88321" y="163980"/>
                    </a:cubicBezTo>
                    <a:cubicBezTo>
                      <a:pt x="88321" y="169875"/>
                      <a:pt x="85941" y="190032"/>
                      <a:pt x="80609" y="191173"/>
                    </a:cubicBezTo>
                    <a:cubicBezTo>
                      <a:pt x="75277" y="192314"/>
                      <a:pt x="70612" y="186419"/>
                      <a:pt x="63472" y="192409"/>
                    </a:cubicBezTo>
                    <a:cubicBezTo>
                      <a:pt x="56331" y="198399"/>
                      <a:pt x="47477" y="194691"/>
                      <a:pt x="39193" y="201251"/>
                    </a:cubicBezTo>
                    <a:cubicBezTo>
                      <a:pt x="30910" y="207812"/>
                      <a:pt x="21961" y="205340"/>
                      <a:pt x="21389" y="213041"/>
                    </a:cubicBezTo>
                    <a:cubicBezTo>
                      <a:pt x="20818" y="220743"/>
                      <a:pt x="13106" y="224926"/>
                      <a:pt x="14915" y="232057"/>
                    </a:cubicBezTo>
                    <a:cubicBezTo>
                      <a:pt x="16724" y="239188"/>
                      <a:pt x="11297" y="237382"/>
                      <a:pt x="5966" y="242706"/>
                    </a:cubicBezTo>
                    <a:cubicBezTo>
                      <a:pt x="634" y="248031"/>
                      <a:pt x="6537" y="251549"/>
                      <a:pt x="3014" y="255732"/>
                    </a:cubicBezTo>
                    <a:cubicBezTo>
                      <a:pt x="-508" y="259916"/>
                      <a:pt x="4252" y="266286"/>
                      <a:pt x="8346" y="272847"/>
                    </a:cubicBezTo>
                    <a:cubicBezTo>
                      <a:pt x="12440" y="279407"/>
                      <a:pt x="17200" y="284066"/>
                      <a:pt x="16629" y="290056"/>
                    </a:cubicBezTo>
                    <a:cubicBezTo>
                      <a:pt x="16058" y="296046"/>
                      <a:pt x="20818" y="298328"/>
                      <a:pt x="26721" y="297663"/>
                    </a:cubicBezTo>
                    <a:cubicBezTo>
                      <a:pt x="32624" y="296997"/>
                      <a:pt x="27864" y="308977"/>
                      <a:pt x="37385" y="308977"/>
                    </a:cubicBezTo>
                    <a:cubicBezTo>
                      <a:pt x="46905" y="308977"/>
                      <a:pt x="56426" y="311354"/>
                      <a:pt x="58711" y="306030"/>
                    </a:cubicBezTo>
                    <a:cubicBezTo>
                      <a:pt x="60996" y="300705"/>
                      <a:pt x="67565" y="296522"/>
                      <a:pt x="67565" y="304223"/>
                    </a:cubicBezTo>
                    <a:cubicBezTo>
                      <a:pt x="67565" y="311925"/>
                      <a:pt x="65852" y="332747"/>
                      <a:pt x="72326" y="330275"/>
                    </a:cubicBezTo>
                    <a:cubicBezTo>
                      <a:pt x="80911" y="328085"/>
                      <a:pt x="89932" y="328282"/>
                      <a:pt x="98413" y="330846"/>
                    </a:cubicBezTo>
                    <a:cubicBezTo>
                      <a:pt x="104482" y="332947"/>
                      <a:pt x="111220" y="331311"/>
                      <a:pt x="115646" y="326662"/>
                    </a:cubicBezTo>
                    <a:cubicBezTo>
                      <a:pt x="119740" y="322574"/>
                      <a:pt x="124500" y="322574"/>
                      <a:pt x="132783" y="317820"/>
                    </a:cubicBezTo>
                    <a:cubicBezTo>
                      <a:pt x="139726" y="312440"/>
                      <a:pt x="147853" y="308789"/>
                      <a:pt x="156490" y="307171"/>
                    </a:cubicBezTo>
                    <a:cubicBezTo>
                      <a:pt x="164202" y="307171"/>
                      <a:pt x="177245" y="302417"/>
                      <a:pt x="175532" y="308312"/>
                    </a:cubicBezTo>
                    <a:cubicBezTo>
                      <a:pt x="173818" y="314207"/>
                      <a:pt x="172580" y="336170"/>
                      <a:pt x="182101" y="347390"/>
                    </a:cubicBezTo>
                    <a:cubicBezTo>
                      <a:pt x="191622" y="358609"/>
                      <a:pt x="196858" y="362792"/>
                      <a:pt x="205808" y="361652"/>
                    </a:cubicBezTo>
                    <a:cubicBezTo>
                      <a:pt x="214757" y="360511"/>
                      <a:pt x="213520" y="365169"/>
                      <a:pt x="219994" y="364599"/>
                    </a:cubicBezTo>
                    <a:cubicBezTo>
                      <a:pt x="226468" y="364029"/>
                      <a:pt x="222374" y="371635"/>
                      <a:pt x="228277" y="371635"/>
                    </a:cubicBezTo>
                    <a:cubicBezTo>
                      <a:pt x="234180" y="371635"/>
                      <a:pt x="244843" y="372871"/>
                      <a:pt x="244843" y="379337"/>
                    </a:cubicBezTo>
                    <a:cubicBezTo>
                      <a:pt x="244843" y="385802"/>
                      <a:pt x="262647" y="380573"/>
                      <a:pt x="266836" y="384091"/>
                    </a:cubicBezTo>
                    <a:cubicBezTo>
                      <a:pt x="271025" y="387609"/>
                      <a:pt x="275691" y="390651"/>
                      <a:pt x="274548" y="397687"/>
                    </a:cubicBezTo>
                    <a:cubicBezTo>
                      <a:pt x="273406" y="404723"/>
                      <a:pt x="283402" y="410143"/>
                      <a:pt x="277500" y="413090"/>
                    </a:cubicBezTo>
                    <a:cubicBezTo>
                      <a:pt x="271597" y="416037"/>
                      <a:pt x="279213" y="421932"/>
                      <a:pt x="279880" y="429634"/>
                    </a:cubicBezTo>
                    <a:cubicBezTo>
                      <a:pt x="280546" y="437336"/>
                      <a:pt x="288734" y="440283"/>
                      <a:pt x="301778" y="439713"/>
                    </a:cubicBezTo>
                    <a:cubicBezTo>
                      <a:pt x="314821" y="439142"/>
                      <a:pt x="318344" y="440283"/>
                      <a:pt x="318344" y="449791"/>
                    </a:cubicBezTo>
                    <a:cubicBezTo>
                      <a:pt x="318344" y="459299"/>
                      <a:pt x="327198" y="460440"/>
                      <a:pt x="330245" y="469282"/>
                    </a:cubicBezTo>
                    <a:cubicBezTo>
                      <a:pt x="333292" y="478125"/>
                      <a:pt x="326627" y="488298"/>
                      <a:pt x="327865" y="495334"/>
                    </a:cubicBezTo>
                    <a:cubicBezTo>
                      <a:pt x="328487" y="500640"/>
                      <a:pt x="326148" y="505860"/>
                      <a:pt x="321771" y="508931"/>
                    </a:cubicBezTo>
                    <a:cubicBezTo>
                      <a:pt x="326341" y="514731"/>
                      <a:pt x="326722" y="517393"/>
                      <a:pt x="322628" y="519675"/>
                    </a:cubicBezTo>
                    <a:cubicBezTo>
                      <a:pt x="318534" y="521957"/>
                      <a:pt x="329197" y="531085"/>
                      <a:pt x="326246" y="544301"/>
                    </a:cubicBezTo>
                    <a:cubicBezTo>
                      <a:pt x="323295" y="557517"/>
                      <a:pt x="322628" y="559894"/>
                      <a:pt x="336433" y="560464"/>
                    </a:cubicBezTo>
                    <a:cubicBezTo>
                      <a:pt x="350239" y="561035"/>
                      <a:pt x="349096" y="565314"/>
                      <a:pt x="353857" y="562271"/>
                    </a:cubicBezTo>
                    <a:cubicBezTo>
                      <a:pt x="358617" y="559228"/>
                      <a:pt x="365948" y="572539"/>
                      <a:pt x="367757" y="579195"/>
                    </a:cubicBezTo>
                    <a:cubicBezTo>
                      <a:pt x="369566" y="585851"/>
                      <a:pt x="374897" y="601349"/>
                      <a:pt x="377278" y="601349"/>
                    </a:cubicBezTo>
                    <a:cubicBezTo>
                      <a:pt x="379658" y="601349"/>
                      <a:pt x="386798" y="594123"/>
                      <a:pt x="394130" y="597736"/>
                    </a:cubicBezTo>
                    <a:cubicBezTo>
                      <a:pt x="401461" y="601349"/>
                      <a:pt x="392416" y="623693"/>
                      <a:pt x="392225" y="633581"/>
                    </a:cubicBezTo>
                    <a:cubicBezTo>
                      <a:pt x="396622" y="633129"/>
                      <a:pt x="401064" y="633418"/>
                      <a:pt x="405364" y="634437"/>
                    </a:cubicBezTo>
                    <a:cubicBezTo>
                      <a:pt x="408982" y="636243"/>
                      <a:pt x="410791" y="660489"/>
                      <a:pt x="408982" y="665053"/>
                    </a:cubicBezTo>
                    <a:cubicBezTo>
                      <a:pt x="407173" y="669617"/>
                      <a:pt x="392321" y="673515"/>
                      <a:pt x="384704" y="678459"/>
                    </a:cubicBezTo>
                    <a:cubicBezTo>
                      <a:pt x="371200" y="688584"/>
                      <a:pt x="359487" y="700892"/>
                      <a:pt x="350048" y="714875"/>
                    </a:cubicBezTo>
                    <a:cubicBezTo>
                      <a:pt x="344747" y="722393"/>
                      <a:pt x="338824" y="729454"/>
                      <a:pt x="332339" y="735982"/>
                    </a:cubicBezTo>
                    <a:cubicBezTo>
                      <a:pt x="334299" y="736545"/>
                      <a:pt x="336378" y="736545"/>
                      <a:pt x="338338" y="735982"/>
                    </a:cubicBezTo>
                    <a:cubicBezTo>
                      <a:pt x="342336" y="734176"/>
                      <a:pt x="348620" y="734176"/>
                      <a:pt x="355380" y="742258"/>
                    </a:cubicBezTo>
                    <a:cubicBezTo>
                      <a:pt x="362140" y="750340"/>
                      <a:pt x="361759" y="756710"/>
                      <a:pt x="364901" y="756234"/>
                    </a:cubicBezTo>
                    <a:cubicBezTo>
                      <a:pt x="368042" y="755759"/>
                      <a:pt x="370804" y="745395"/>
                      <a:pt x="376135" y="753097"/>
                    </a:cubicBezTo>
                    <a:cubicBezTo>
                      <a:pt x="381467" y="760798"/>
                      <a:pt x="395177" y="766598"/>
                      <a:pt x="398699" y="770211"/>
                    </a:cubicBezTo>
                    <a:cubicBezTo>
                      <a:pt x="402222" y="773824"/>
                      <a:pt x="412219" y="776487"/>
                      <a:pt x="412219" y="785899"/>
                    </a:cubicBezTo>
                    <a:cubicBezTo>
                      <a:pt x="410365" y="796026"/>
                      <a:pt x="411085" y="806454"/>
                      <a:pt x="414314" y="816230"/>
                    </a:cubicBezTo>
                    <a:cubicBezTo>
                      <a:pt x="416660" y="812191"/>
                      <a:pt x="419650" y="808562"/>
                      <a:pt x="423168" y="80548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29" name="Freeform 2695">
                <a:extLst>
                  <a:ext uri="{FF2B5EF4-FFF2-40B4-BE49-F238E27FC236}">
                    <a16:creationId xmlns:a16="http://schemas.microsoft.com/office/drawing/2014/main" id="{F6E04A9E-9AA7-F07C-9A15-0431448567F6}"/>
                  </a:ext>
                </a:extLst>
              </p:cNvPr>
              <p:cNvSpPr/>
              <p:nvPr/>
            </p:nvSpPr>
            <p:spPr>
              <a:xfrm>
                <a:off x="9181463" y="9071941"/>
                <a:ext cx="224495" cy="246613"/>
              </a:xfrm>
              <a:custGeom>
                <a:avLst/>
                <a:gdLst>
                  <a:gd name="connsiteX0" fmla="*/ 100074 w 95208"/>
                  <a:gd name="connsiteY0" fmla="*/ 52674 h 104588"/>
                  <a:gd name="connsiteX1" fmla="*/ 86555 w 95208"/>
                  <a:gd name="connsiteY1" fmla="*/ 36985 h 104588"/>
                  <a:gd name="connsiteX2" fmla="*/ 63991 w 95208"/>
                  <a:gd name="connsiteY2" fmla="*/ 19871 h 104588"/>
                  <a:gd name="connsiteX3" fmla="*/ 52756 w 95208"/>
                  <a:gd name="connsiteY3" fmla="*/ 23008 h 104588"/>
                  <a:gd name="connsiteX4" fmla="*/ 43235 w 95208"/>
                  <a:gd name="connsiteY4" fmla="*/ 9031 h 104588"/>
                  <a:gd name="connsiteX5" fmla="*/ 26193 w 95208"/>
                  <a:gd name="connsiteY5" fmla="*/ 2756 h 104588"/>
                  <a:gd name="connsiteX6" fmla="*/ 20195 w 95208"/>
                  <a:gd name="connsiteY6" fmla="*/ 2756 h 104588"/>
                  <a:gd name="connsiteX7" fmla="*/ 14006 w 95208"/>
                  <a:gd name="connsiteY7" fmla="*/ 14071 h 104588"/>
                  <a:gd name="connsiteX8" fmla="*/ 7246 w 95208"/>
                  <a:gd name="connsiteY8" fmla="*/ 48205 h 104588"/>
                  <a:gd name="connsiteX9" fmla="*/ 1820 w 95208"/>
                  <a:gd name="connsiteY9" fmla="*/ 74352 h 104588"/>
                  <a:gd name="connsiteX10" fmla="*/ 7723 w 95208"/>
                  <a:gd name="connsiteY10" fmla="*/ 86427 h 104588"/>
                  <a:gd name="connsiteX11" fmla="*/ 6199 w 95208"/>
                  <a:gd name="connsiteY11" fmla="*/ 94889 h 104588"/>
                  <a:gd name="connsiteX12" fmla="*/ 14101 w 95208"/>
                  <a:gd name="connsiteY12" fmla="*/ 98692 h 104588"/>
                  <a:gd name="connsiteX13" fmla="*/ 39903 w 95208"/>
                  <a:gd name="connsiteY13" fmla="*/ 105348 h 104588"/>
                  <a:gd name="connsiteX14" fmla="*/ 55422 w 95208"/>
                  <a:gd name="connsiteY14" fmla="*/ 105348 h 104588"/>
                  <a:gd name="connsiteX15" fmla="*/ 85698 w 95208"/>
                  <a:gd name="connsiteY15" fmla="*/ 101354 h 104588"/>
                  <a:gd name="connsiteX16" fmla="*/ 101693 w 95208"/>
                  <a:gd name="connsiteY16" fmla="*/ 82338 h 104588"/>
                  <a:gd name="connsiteX17" fmla="*/ 100074 w 95208"/>
                  <a:gd name="connsiteY17" fmla="*/ 52673 h 10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5208" h="104588">
                    <a:moveTo>
                      <a:pt x="100074" y="52674"/>
                    </a:moveTo>
                    <a:cubicBezTo>
                      <a:pt x="100074" y="43166"/>
                      <a:pt x="89697" y="40503"/>
                      <a:pt x="86555" y="36985"/>
                    </a:cubicBezTo>
                    <a:cubicBezTo>
                      <a:pt x="83413" y="33467"/>
                      <a:pt x="69417" y="27477"/>
                      <a:pt x="63991" y="19871"/>
                    </a:cubicBezTo>
                    <a:cubicBezTo>
                      <a:pt x="58564" y="12264"/>
                      <a:pt x="55422" y="22533"/>
                      <a:pt x="52756" y="23008"/>
                    </a:cubicBezTo>
                    <a:cubicBezTo>
                      <a:pt x="50090" y="23484"/>
                      <a:pt x="50471" y="17113"/>
                      <a:pt x="43235" y="9031"/>
                    </a:cubicBezTo>
                    <a:cubicBezTo>
                      <a:pt x="35999" y="950"/>
                      <a:pt x="30192" y="950"/>
                      <a:pt x="26193" y="2756"/>
                    </a:cubicBezTo>
                    <a:cubicBezTo>
                      <a:pt x="24233" y="3319"/>
                      <a:pt x="22155" y="3319"/>
                      <a:pt x="20195" y="2756"/>
                    </a:cubicBezTo>
                    <a:cubicBezTo>
                      <a:pt x="16876" y="5693"/>
                      <a:pt x="14687" y="9695"/>
                      <a:pt x="14006" y="14071"/>
                    </a:cubicBezTo>
                    <a:cubicBezTo>
                      <a:pt x="14006" y="22628"/>
                      <a:pt x="7723" y="32041"/>
                      <a:pt x="7246" y="48205"/>
                    </a:cubicBezTo>
                    <a:cubicBezTo>
                      <a:pt x="6771" y="64368"/>
                      <a:pt x="2296" y="61706"/>
                      <a:pt x="1820" y="74352"/>
                    </a:cubicBezTo>
                    <a:cubicBezTo>
                      <a:pt x="1344" y="86997"/>
                      <a:pt x="5914" y="84620"/>
                      <a:pt x="7723" y="86427"/>
                    </a:cubicBezTo>
                    <a:cubicBezTo>
                      <a:pt x="9532" y="88233"/>
                      <a:pt x="7723" y="91466"/>
                      <a:pt x="6199" y="94889"/>
                    </a:cubicBezTo>
                    <a:cubicBezTo>
                      <a:pt x="8103" y="96505"/>
                      <a:pt x="10008" y="99168"/>
                      <a:pt x="14101" y="98692"/>
                    </a:cubicBezTo>
                    <a:cubicBezTo>
                      <a:pt x="23136" y="98626"/>
                      <a:pt x="32031" y="100920"/>
                      <a:pt x="39903" y="105348"/>
                    </a:cubicBezTo>
                    <a:cubicBezTo>
                      <a:pt x="49424" y="109817"/>
                      <a:pt x="46091" y="104017"/>
                      <a:pt x="55422" y="105348"/>
                    </a:cubicBezTo>
                    <a:cubicBezTo>
                      <a:pt x="65667" y="107696"/>
                      <a:pt x="76415" y="106278"/>
                      <a:pt x="85698" y="101354"/>
                    </a:cubicBezTo>
                    <a:cubicBezTo>
                      <a:pt x="92134" y="96030"/>
                      <a:pt x="97553" y="89588"/>
                      <a:pt x="101693" y="82338"/>
                    </a:cubicBezTo>
                    <a:cubicBezTo>
                      <a:pt x="98735" y="72730"/>
                      <a:pt x="98179" y="62545"/>
                      <a:pt x="100074" y="526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30" name="Freeform 2696">
                <a:extLst>
                  <a:ext uri="{FF2B5EF4-FFF2-40B4-BE49-F238E27FC236}">
                    <a16:creationId xmlns:a16="http://schemas.microsoft.com/office/drawing/2014/main" id="{1580249D-676C-5B2F-F3F5-F661655B73A2}"/>
                  </a:ext>
                </a:extLst>
              </p:cNvPr>
              <p:cNvSpPr/>
              <p:nvPr/>
            </p:nvSpPr>
            <p:spPr>
              <a:xfrm>
                <a:off x="8457967" y="8650081"/>
                <a:ext cx="942882" cy="1860813"/>
              </a:xfrm>
              <a:custGeom>
                <a:avLst/>
                <a:gdLst>
                  <a:gd name="connsiteX0" fmla="*/ 154321 w 399874"/>
                  <a:gd name="connsiteY0" fmla="*/ 781718 h 789165"/>
                  <a:gd name="connsiteX1" fmla="*/ 114810 w 399874"/>
                  <a:gd name="connsiteY1" fmla="*/ 755476 h 789165"/>
                  <a:gd name="connsiteX2" fmla="*/ 105289 w 399874"/>
                  <a:gd name="connsiteY2" fmla="*/ 745968 h 789165"/>
                  <a:gd name="connsiteX3" fmla="*/ 107098 w 399874"/>
                  <a:gd name="connsiteY3" fmla="*/ 737506 h 789165"/>
                  <a:gd name="connsiteX4" fmla="*/ 100052 w 399874"/>
                  <a:gd name="connsiteY4" fmla="*/ 726667 h 789165"/>
                  <a:gd name="connsiteX5" fmla="*/ 100052 w 399874"/>
                  <a:gd name="connsiteY5" fmla="*/ 792652 h 789165"/>
                  <a:gd name="connsiteX6" fmla="*/ 133851 w 399874"/>
                  <a:gd name="connsiteY6" fmla="*/ 794364 h 789165"/>
                  <a:gd name="connsiteX7" fmla="*/ 143372 w 399874"/>
                  <a:gd name="connsiteY7" fmla="*/ 794364 h 789165"/>
                  <a:gd name="connsiteX8" fmla="*/ 168221 w 399874"/>
                  <a:gd name="connsiteY8" fmla="*/ 787708 h 789165"/>
                  <a:gd name="connsiteX9" fmla="*/ 154321 w 399874"/>
                  <a:gd name="connsiteY9" fmla="*/ 781718 h 789165"/>
                  <a:gd name="connsiteX10" fmla="*/ 400529 w 399874"/>
                  <a:gd name="connsiteY10" fmla="*/ 80882 h 789165"/>
                  <a:gd name="connsiteX11" fmla="*/ 387390 w 399874"/>
                  <a:gd name="connsiteY11" fmla="*/ 80026 h 789165"/>
                  <a:gd name="connsiteX12" fmla="*/ 387390 w 399874"/>
                  <a:gd name="connsiteY12" fmla="*/ 82023 h 789165"/>
                  <a:gd name="connsiteX13" fmla="*/ 377108 w 399874"/>
                  <a:gd name="connsiteY13" fmla="*/ 111498 h 789165"/>
                  <a:gd name="connsiteX14" fmla="*/ 361494 w 399874"/>
                  <a:gd name="connsiteY14" fmla="*/ 119294 h 789165"/>
                  <a:gd name="connsiteX15" fmla="*/ 344071 w 399874"/>
                  <a:gd name="connsiteY15" fmla="*/ 122907 h 789165"/>
                  <a:gd name="connsiteX16" fmla="*/ 325029 w 399874"/>
                  <a:gd name="connsiteY16" fmla="*/ 121101 h 789165"/>
                  <a:gd name="connsiteX17" fmla="*/ 305988 w 399874"/>
                  <a:gd name="connsiteY17" fmla="*/ 116917 h 789165"/>
                  <a:gd name="connsiteX18" fmla="*/ 312557 w 399874"/>
                  <a:gd name="connsiteY18" fmla="*/ 103701 h 789165"/>
                  <a:gd name="connsiteX19" fmla="*/ 328171 w 399874"/>
                  <a:gd name="connsiteY19" fmla="*/ 76698 h 789165"/>
                  <a:gd name="connsiteX20" fmla="*/ 290945 w 399874"/>
                  <a:gd name="connsiteY20" fmla="*/ 57682 h 789165"/>
                  <a:gd name="connsiteX21" fmla="*/ 268666 w 399874"/>
                  <a:gd name="connsiteY21" fmla="*/ 46273 h 789165"/>
                  <a:gd name="connsiteX22" fmla="*/ 246387 w 399874"/>
                  <a:gd name="connsiteY22" fmla="*/ 32391 h 789165"/>
                  <a:gd name="connsiteX23" fmla="*/ 218586 w 399874"/>
                  <a:gd name="connsiteY23" fmla="*/ 3867 h 789165"/>
                  <a:gd name="connsiteX24" fmla="*/ 198783 w 399874"/>
                  <a:gd name="connsiteY24" fmla="*/ 3867 h 789165"/>
                  <a:gd name="connsiteX25" fmla="*/ 186977 w 399874"/>
                  <a:gd name="connsiteY25" fmla="*/ 15657 h 789165"/>
                  <a:gd name="connsiteX26" fmla="*/ 163842 w 399874"/>
                  <a:gd name="connsiteY26" fmla="*/ 6149 h 789165"/>
                  <a:gd name="connsiteX27" fmla="*/ 146038 w 399874"/>
                  <a:gd name="connsiteY27" fmla="*/ 6719 h 789165"/>
                  <a:gd name="connsiteX28" fmla="*/ 131376 w 399874"/>
                  <a:gd name="connsiteY28" fmla="*/ 18794 h 789165"/>
                  <a:gd name="connsiteX29" fmla="*/ 127282 w 399874"/>
                  <a:gd name="connsiteY29" fmla="*/ 42279 h 789165"/>
                  <a:gd name="connsiteX30" fmla="*/ 104432 w 399874"/>
                  <a:gd name="connsiteY30" fmla="*/ 60250 h 789165"/>
                  <a:gd name="connsiteX31" fmla="*/ 103194 w 399874"/>
                  <a:gd name="connsiteY31" fmla="*/ 74702 h 789165"/>
                  <a:gd name="connsiteX32" fmla="*/ 105003 w 399874"/>
                  <a:gd name="connsiteY32" fmla="*/ 96285 h 789165"/>
                  <a:gd name="connsiteX33" fmla="*/ 105574 w 399874"/>
                  <a:gd name="connsiteY33" fmla="*/ 109501 h 789165"/>
                  <a:gd name="connsiteX34" fmla="*/ 93578 w 399874"/>
                  <a:gd name="connsiteY34" fmla="*/ 119009 h 789165"/>
                  <a:gd name="connsiteX35" fmla="*/ 87580 w 399874"/>
                  <a:gd name="connsiteY35" fmla="*/ 135838 h 789165"/>
                  <a:gd name="connsiteX36" fmla="*/ 78535 w 399874"/>
                  <a:gd name="connsiteY36" fmla="*/ 153904 h 789165"/>
                  <a:gd name="connsiteX37" fmla="*/ 73108 w 399874"/>
                  <a:gd name="connsiteY37" fmla="*/ 164743 h 789165"/>
                  <a:gd name="connsiteX38" fmla="*/ 73108 w 399874"/>
                  <a:gd name="connsiteY38" fmla="*/ 185185 h 789165"/>
                  <a:gd name="connsiteX39" fmla="*/ 64730 w 399874"/>
                  <a:gd name="connsiteY39" fmla="*/ 200778 h 789165"/>
                  <a:gd name="connsiteX40" fmla="*/ 64730 w 399874"/>
                  <a:gd name="connsiteY40" fmla="*/ 222361 h 789165"/>
                  <a:gd name="connsiteX41" fmla="*/ 71299 w 399874"/>
                  <a:gd name="connsiteY41" fmla="*/ 242233 h 789165"/>
                  <a:gd name="connsiteX42" fmla="*/ 76155 w 399874"/>
                  <a:gd name="connsiteY42" fmla="*/ 259633 h 789165"/>
                  <a:gd name="connsiteX43" fmla="*/ 70728 w 399874"/>
                  <a:gd name="connsiteY43" fmla="*/ 276462 h 789165"/>
                  <a:gd name="connsiteX44" fmla="*/ 64730 w 399874"/>
                  <a:gd name="connsiteY44" fmla="*/ 290914 h 789165"/>
                  <a:gd name="connsiteX45" fmla="*/ 64730 w 399874"/>
                  <a:gd name="connsiteY45" fmla="*/ 316110 h 789165"/>
                  <a:gd name="connsiteX46" fmla="*/ 49687 w 399874"/>
                  <a:gd name="connsiteY46" fmla="*/ 335982 h 789165"/>
                  <a:gd name="connsiteX47" fmla="*/ 50258 w 399874"/>
                  <a:gd name="connsiteY47" fmla="*/ 362414 h 789165"/>
                  <a:gd name="connsiteX48" fmla="*/ 55114 w 399874"/>
                  <a:gd name="connsiteY48" fmla="*/ 373824 h 789165"/>
                  <a:gd name="connsiteX49" fmla="*/ 43689 w 399874"/>
                  <a:gd name="connsiteY49" fmla="*/ 381621 h 789165"/>
                  <a:gd name="connsiteX50" fmla="*/ 42451 w 399874"/>
                  <a:gd name="connsiteY50" fmla="*/ 396643 h 789165"/>
                  <a:gd name="connsiteX51" fmla="*/ 37024 w 399874"/>
                  <a:gd name="connsiteY51" fmla="*/ 409289 h 789165"/>
                  <a:gd name="connsiteX52" fmla="*/ 31598 w 399874"/>
                  <a:gd name="connsiteY52" fmla="*/ 423076 h 789165"/>
                  <a:gd name="connsiteX53" fmla="*/ 35787 w 399874"/>
                  <a:gd name="connsiteY53" fmla="*/ 436862 h 789165"/>
                  <a:gd name="connsiteX54" fmla="*/ 34644 w 399874"/>
                  <a:gd name="connsiteY54" fmla="*/ 458541 h 789165"/>
                  <a:gd name="connsiteX55" fmla="*/ 31598 w 399874"/>
                  <a:gd name="connsiteY55" fmla="*/ 479553 h 789165"/>
                  <a:gd name="connsiteX56" fmla="*/ 33406 w 399874"/>
                  <a:gd name="connsiteY56" fmla="*/ 490393 h 789165"/>
                  <a:gd name="connsiteX57" fmla="*/ 36453 w 399874"/>
                  <a:gd name="connsiteY57" fmla="*/ 502943 h 789165"/>
                  <a:gd name="connsiteX58" fmla="*/ 42451 w 399874"/>
                  <a:gd name="connsiteY58" fmla="*/ 513212 h 789165"/>
                  <a:gd name="connsiteX59" fmla="*/ 45498 w 399874"/>
                  <a:gd name="connsiteY59" fmla="*/ 522149 h 789165"/>
                  <a:gd name="connsiteX60" fmla="*/ 37596 w 399874"/>
                  <a:gd name="connsiteY60" fmla="*/ 526428 h 789165"/>
                  <a:gd name="connsiteX61" fmla="*/ 40642 w 399874"/>
                  <a:gd name="connsiteY61" fmla="*/ 539644 h 789165"/>
                  <a:gd name="connsiteX62" fmla="*/ 37596 w 399874"/>
                  <a:gd name="connsiteY62" fmla="*/ 555237 h 789165"/>
                  <a:gd name="connsiteX63" fmla="*/ 37024 w 399874"/>
                  <a:gd name="connsiteY63" fmla="*/ 570830 h 789165"/>
                  <a:gd name="connsiteX64" fmla="*/ 31026 w 399874"/>
                  <a:gd name="connsiteY64" fmla="*/ 584712 h 789165"/>
                  <a:gd name="connsiteX65" fmla="*/ 22553 w 399874"/>
                  <a:gd name="connsiteY65" fmla="*/ 597928 h 789165"/>
                  <a:gd name="connsiteX66" fmla="*/ 23219 w 399874"/>
                  <a:gd name="connsiteY66" fmla="*/ 613521 h 789165"/>
                  <a:gd name="connsiteX67" fmla="*/ 14746 w 399874"/>
                  <a:gd name="connsiteY67" fmla="*/ 627308 h 789165"/>
                  <a:gd name="connsiteX68" fmla="*/ 3892 w 399874"/>
                  <a:gd name="connsiteY68" fmla="*/ 640524 h 789165"/>
                  <a:gd name="connsiteX69" fmla="*/ 4558 w 399874"/>
                  <a:gd name="connsiteY69" fmla="*/ 659540 h 789165"/>
                  <a:gd name="connsiteX70" fmla="*/ 8176 w 399874"/>
                  <a:gd name="connsiteY70" fmla="*/ 672756 h 789165"/>
                  <a:gd name="connsiteX71" fmla="*/ 27218 w 399874"/>
                  <a:gd name="connsiteY71" fmla="*/ 678746 h 789165"/>
                  <a:gd name="connsiteX72" fmla="*/ 28360 w 399874"/>
                  <a:gd name="connsiteY72" fmla="*/ 701661 h 789165"/>
                  <a:gd name="connsiteX73" fmla="*/ 37881 w 399874"/>
                  <a:gd name="connsiteY73" fmla="*/ 710028 h 789165"/>
                  <a:gd name="connsiteX74" fmla="*/ 73394 w 399874"/>
                  <a:gd name="connsiteY74" fmla="*/ 709457 h 789165"/>
                  <a:gd name="connsiteX75" fmla="*/ 84248 w 399874"/>
                  <a:gd name="connsiteY75" fmla="*/ 715637 h 789165"/>
                  <a:gd name="connsiteX76" fmla="*/ 103289 w 399874"/>
                  <a:gd name="connsiteY76" fmla="*/ 718205 h 789165"/>
                  <a:gd name="connsiteX77" fmla="*/ 92626 w 399874"/>
                  <a:gd name="connsiteY77" fmla="*/ 699189 h 789165"/>
                  <a:gd name="connsiteX78" fmla="*/ 90436 w 399874"/>
                  <a:gd name="connsiteY78" fmla="*/ 684071 h 789165"/>
                  <a:gd name="connsiteX79" fmla="*/ 94435 w 399874"/>
                  <a:gd name="connsiteY79" fmla="*/ 665055 h 789165"/>
                  <a:gd name="connsiteX80" fmla="*/ 105098 w 399874"/>
                  <a:gd name="connsiteY80" fmla="*/ 657068 h 789165"/>
                  <a:gd name="connsiteX81" fmla="*/ 117570 w 399874"/>
                  <a:gd name="connsiteY81" fmla="*/ 642901 h 789165"/>
                  <a:gd name="connsiteX82" fmla="*/ 131757 w 399874"/>
                  <a:gd name="connsiteY82" fmla="*/ 620652 h 789165"/>
                  <a:gd name="connsiteX83" fmla="*/ 155273 w 399874"/>
                  <a:gd name="connsiteY83" fmla="*/ 601636 h 789165"/>
                  <a:gd name="connsiteX84" fmla="*/ 158891 w 399874"/>
                  <a:gd name="connsiteY84" fmla="*/ 582050 h 789165"/>
                  <a:gd name="connsiteX85" fmla="*/ 138897 w 399874"/>
                  <a:gd name="connsiteY85" fmla="*/ 576725 h 789165"/>
                  <a:gd name="connsiteX86" fmla="*/ 125092 w 399874"/>
                  <a:gd name="connsiteY86" fmla="*/ 546109 h 789165"/>
                  <a:gd name="connsiteX87" fmla="*/ 157939 w 399874"/>
                  <a:gd name="connsiteY87" fmla="*/ 527093 h 789165"/>
                  <a:gd name="connsiteX88" fmla="*/ 162890 w 399874"/>
                  <a:gd name="connsiteY88" fmla="*/ 516444 h 789165"/>
                  <a:gd name="connsiteX89" fmla="*/ 168221 w 399874"/>
                  <a:gd name="connsiteY89" fmla="*/ 502658 h 789165"/>
                  <a:gd name="connsiteX90" fmla="*/ 176219 w 399874"/>
                  <a:gd name="connsiteY90" fmla="*/ 482311 h 789165"/>
                  <a:gd name="connsiteX91" fmla="*/ 181550 w 399874"/>
                  <a:gd name="connsiteY91" fmla="*/ 475655 h 789165"/>
                  <a:gd name="connsiteX92" fmla="*/ 182407 w 399874"/>
                  <a:gd name="connsiteY92" fmla="*/ 467668 h 789165"/>
                  <a:gd name="connsiteX93" fmla="*/ 193547 w 399874"/>
                  <a:gd name="connsiteY93" fmla="*/ 474324 h 789165"/>
                  <a:gd name="connsiteX94" fmla="*/ 201544 w 399874"/>
                  <a:gd name="connsiteY94" fmla="*/ 458731 h 789165"/>
                  <a:gd name="connsiteX95" fmla="*/ 187739 w 399874"/>
                  <a:gd name="connsiteY95" fmla="*/ 462344 h 789165"/>
                  <a:gd name="connsiteX96" fmla="*/ 176600 w 399874"/>
                  <a:gd name="connsiteY96" fmla="*/ 457019 h 789165"/>
                  <a:gd name="connsiteX97" fmla="*/ 173553 w 399874"/>
                  <a:gd name="connsiteY97" fmla="*/ 441902 h 789165"/>
                  <a:gd name="connsiteX98" fmla="*/ 172601 w 399874"/>
                  <a:gd name="connsiteY98" fmla="*/ 422886 h 789165"/>
                  <a:gd name="connsiteX99" fmla="*/ 204686 w 399874"/>
                  <a:gd name="connsiteY99" fmla="*/ 431348 h 789165"/>
                  <a:gd name="connsiteX100" fmla="*/ 227726 w 399874"/>
                  <a:gd name="connsiteY100" fmla="*/ 419748 h 789165"/>
                  <a:gd name="connsiteX101" fmla="*/ 229535 w 399874"/>
                  <a:gd name="connsiteY101" fmla="*/ 400732 h 789165"/>
                  <a:gd name="connsiteX102" fmla="*/ 228678 w 399874"/>
                  <a:gd name="connsiteY102" fmla="*/ 386470 h 789165"/>
                  <a:gd name="connsiteX103" fmla="*/ 235724 w 399874"/>
                  <a:gd name="connsiteY103" fmla="*/ 378483 h 789165"/>
                  <a:gd name="connsiteX104" fmla="*/ 287327 w 399874"/>
                  <a:gd name="connsiteY104" fmla="*/ 375440 h 789165"/>
                  <a:gd name="connsiteX105" fmla="*/ 325410 w 399874"/>
                  <a:gd name="connsiteY105" fmla="*/ 356424 h 789165"/>
                  <a:gd name="connsiteX106" fmla="*/ 343690 w 399874"/>
                  <a:gd name="connsiteY106" fmla="*/ 330277 h 789165"/>
                  <a:gd name="connsiteX107" fmla="*/ 335216 w 399874"/>
                  <a:gd name="connsiteY107" fmla="*/ 316966 h 789165"/>
                  <a:gd name="connsiteX108" fmla="*/ 331694 w 399874"/>
                  <a:gd name="connsiteY108" fmla="*/ 299661 h 789165"/>
                  <a:gd name="connsiteX109" fmla="*/ 320554 w 399874"/>
                  <a:gd name="connsiteY109" fmla="*/ 287682 h 789165"/>
                  <a:gd name="connsiteX110" fmla="*/ 306273 w 399874"/>
                  <a:gd name="connsiteY110" fmla="*/ 273895 h 789165"/>
                  <a:gd name="connsiteX111" fmla="*/ 313509 w 399874"/>
                  <a:gd name="connsiteY111" fmla="*/ 272754 h 789165"/>
                  <a:gd name="connsiteX112" fmla="*/ 315032 w 399874"/>
                  <a:gd name="connsiteY112" fmla="*/ 264292 h 789165"/>
                  <a:gd name="connsiteX113" fmla="*/ 309129 w 399874"/>
                  <a:gd name="connsiteY113" fmla="*/ 252216 h 789165"/>
                  <a:gd name="connsiteX114" fmla="*/ 314556 w 399874"/>
                  <a:gd name="connsiteY114" fmla="*/ 226069 h 789165"/>
                  <a:gd name="connsiteX115" fmla="*/ 321316 w 399874"/>
                  <a:gd name="connsiteY115" fmla="*/ 191936 h 789165"/>
                  <a:gd name="connsiteX116" fmla="*/ 345213 w 399874"/>
                  <a:gd name="connsiteY116" fmla="*/ 159513 h 789165"/>
                  <a:gd name="connsiteX117" fmla="*/ 379869 w 399874"/>
                  <a:gd name="connsiteY117" fmla="*/ 123098 h 789165"/>
                  <a:gd name="connsiteX118" fmla="*/ 404147 w 399874"/>
                  <a:gd name="connsiteY118" fmla="*/ 109691 h 789165"/>
                  <a:gd name="connsiteX119" fmla="*/ 400529 w 399874"/>
                  <a:gd name="connsiteY119" fmla="*/ 80502 h 789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399874" h="789165">
                    <a:moveTo>
                      <a:pt x="154321" y="781718"/>
                    </a:moveTo>
                    <a:cubicBezTo>
                      <a:pt x="143182" y="781718"/>
                      <a:pt x="121474" y="760800"/>
                      <a:pt x="114810" y="755476"/>
                    </a:cubicBezTo>
                    <a:cubicBezTo>
                      <a:pt x="108145" y="750152"/>
                      <a:pt x="113001" y="744827"/>
                      <a:pt x="105289" y="745968"/>
                    </a:cubicBezTo>
                    <a:cubicBezTo>
                      <a:pt x="97577" y="747109"/>
                      <a:pt x="102623" y="739788"/>
                      <a:pt x="107098" y="737506"/>
                    </a:cubicBezTo>
                    <a:cubicBezTo>
                      <a:pt x="111572" y="735224"/>
                      <a:pt x="105479" y="727998"/>
                      <a:pt x="100052" y="726667"/>
                    </a:cubicBezTo>
                    <a:cubicBezTo>
                      <a:pt x="99481" y="738647"/>
                      <a:pt x="96910" y="792082"/>
                      <a:pt x="100052" y="792652"/>
                    </a:cubicBezTo>
                    <a:cubicBezTo>
                      <a:pt x="103194" y="793223"/>
                      <a:pt x="126901" y="789895"/>
                      <a:pt x="133851" y="794364"/>
                    </a:cubicBezTo>
                    <a:cubicBezTo>
                      <a:pt x="136517" y="795220"/>
                      <a:pt x="140135" y="797406"/>
                      <a:pt x="143372" y="794364"/>
                    </a:cubicBezTo>
                    <a:cubicBezTo>
                      <a:pt x="147751" y="789515"/>
                      <a:pt x="161081" y="792177"/>
                      <a:pt x="168221" y="787708"/>
                    </a:cubicBezTo>
                    <a:cubicBezTo>
                      <a:pt x="175362" y="783240"/>
                      <a:pt x="165460" y="781718"/>
                      <a:pt x="154321" y="781718"/>
                    </a:cubicBezTo>
                    <a:close/>
                    <a:moveTo>
                      <a:pt x="400529" y="80882"/>
                    </a:moveTo>
                    <a:cubicBezTo>
                      <a:pt x="396229" y="79863"/>
                      <a:pt x="391787" y="79574"/>
                      <a:pt x="387390" y="80026"/>
                    </a:cubicBezTo>
                    <a:cubicBezTo>
                      <a:pt x="387338" y="80691"/>
                      <a:pt x="387338" y="81358"/>
                      <a:pt x="387390" y="82023"/>
                    </a:cubicBezTo>
                    <a:cubicBezTo>
                      <a:pt x="388533" y="90485"/>
                      <a:pt x="383106" y="112068"/>
                      <a:pt x="377108" y="111498"/>
                    </a:cubicBezTo>
                    <a:cubicBezTo>
                      <a:pt x="371110" y="110927"/>
                      <a:pt x="366349" y="120530"/>
                      <a:pt x="361494" y="119294"/>
                    </a:cubicBezTo>
                    <a:cubicBezTo>
                      <a:pt x="356638" y="118058"/>
                      <a:pt x="350069" y="126520"/>
                      <a:pt x="344071" y="122907"/>
                    </a:cubicBezTo>
                    <a:cubicBezTo>
                      <a:pt x="338073" y="119294"/>
                      <a:pt x="329599" y="124143"/>
                      <a:pt x="325029" y="121101"/>
                    </a:cubicBezTo>
                    <a:cubicBezTo>
                      <a:pt x="320459" y="118058"/>
                      <a:pt x="305988" y="120530"/>
                      <a:pt x="305988" y="116917"/>
                    </a:cubicBezTo>
                    <a:cubicBezTo>
                      <a:pt x="305988" y="113304"/>
                      <a:pt x="312557" y="114540"/>
                      <a:pt x="312557" y="103701"/>
                    </a:cubicBezTo>
                    <a:cubicBezTo>
                      <a:pt x="312557" y="92862"/>
                      <a:pt x="330646" y="80882"/>
                      <a:pt x="328171" y="76698"/>
                    </a:cubicBezTo>
                    <a:cubicBezTo>
                      <a:pt x="325696" y="72515"/>
                      <a:pt x="295134" y="63387"/>
                      <a:pt x="290945" y="57682"/>
                    </a:cubicBezTo>
                    <a:cubicBezTo>
                      <a:pt x="285599" y="50745"/>
                      <a:pt x="277426" y="46560"/>
                      <a:pt x="268666" y="46273"/>
                    </a:cubicBezTo>
                    <a:cubicBezTo>
                      <a:pt x="256574" y="45037"/>
                      <a:pt x="257241" y="39047"/>
                      <a:pt x="246387" y="32391"/>
                    </a:cubicBezTo>
                    <a:cubicBezTo>
                      <a:pt x="235406" y="24714"/>
                      <a:pt x="225974" y="15037"/>
                      <a:pt x="218586" y="3867"/>
                    </a:cubicBezTo>
                    <a:cubicBezTo>
                      <a:pt x="211255" y="3106"/>
                      <a:pt x="200878" y="1585"/>
                      <a:pt x="198783" y="3867"/>
                    </a:cubicBezTo>
                    <a:cubicBezTo>
                      <a:pt x="196689" y="6149"/>
                      <a:pt x="191071" y="23929"/>
                      <a:pt x="186977" y="15657"/>
                    </a:cubicBezTo>
                    <a:cubicBezTo>
                      <a:pt x="182883" y="7385"/>
                      <a:pt x="172696" y="7385"/>
                      <a:pt x="163842" y="6149"/>
                    </a:cubicBezTo>
                    <a:cubicBezTo>
                      <a:pt x="154987" y="4913"/>
                      <a:pt x="155559" y="-3359"/>
                      <a:pt x="146038" y="6719"/>
                    </a:cubicBezTo>
                    <a:cubicBezTo>
                      <a:pt x="141649" y="11313"/>
                      <a:pt x="136727" y="15366"/>
                      <a:pt x="131376" y="18794"/>
                    </a:cubicBezTo>
                    <a:cubicBezTo>
                      <a:pt x="131163" y="26780"/>
                      <a:pt x="129784" y="34692"/>
                      <a:pt x="127282" y="42279"/>
                    </a:cubicBezTo>
                    <a:cubicBezTo>
                      <a:pt x="124902" y="46463"/>
                      <a:pt x="105003" y="55495"/>
                      <a:pt x="104432" y="60250"/>
                    </a:cubicBezTo>
                    <a:cubicBezTo>
                      <a:pt x="103861" y="65004"/>
                      <a:pt x="106812" y="71659"/>
                      <a:pt x="103194" y="74702"/>
                    </a:cubicBezTo>
                    <a:cubicBezTo>
                      <a:pt x="99576" y="77744"/>
                      <a:pt x="111668" y="92672"/>
                      <a:pt x="105003" y="96285"/>
                    </a:cubicBezTo>
                    <a:cubicBezTo>
                      <a:pt x="98339" y="99898"/>
                      <a:pt x="109859" y="105793"/>
                      <a:pt x="105574" y="109501"/>
                    </a:cubicBezTo>
                    <a:cubicBezTo>
                      <a:pt x="101290" y="113209"/>
                      <a:pt x="93578" y="114921"/>
                      <a:pt x="93578" y="119009"/>
                    </a:cubicBezTo>
                    <a:cubicBezTo>
                      <a:pt x="93578" y="123098"/>
                      <a:pt x="93007" y="133461"/>
                      <a:pt x="87580" y="135838"/>
                    </a:cubicBezTo>
                    <a:cubicBezTo>
                      <a:pt x="81742" y="139982"/>
                      <a:pt x="78352" y="146754"/>
                      <a:pt x="78535" y="153904"/>
                    </a:cubicBezTo>
                    <a:cubicBezTo>
                      <a:pt x="78535" y="160464"/>
                      <a:pt x="70157" y="156281"/>
                      <a:pt x="73108" y="164743"/>
                    </a:cubicBezTo>
                    <a:cubicBezTo>
                      <a:pt x="76060" y="173205"/>
                      <a:pt x="79773" y="183759"/>
                      <a:pt x="73108" y="185185"/>
                    </a:cubicBezTo>
                    <a:cubicBezTo>
                      <a:pt x="66444" y="186611"/>
                      <a:pt x="68348" y="200778"/>
                      <a:pt x="64730" y="200778"/>
                    </a:cubicBezTo>
                    <a:cubicBezTo>
                      <a:pt x="61112" y="200778"/>
                      <a:pt x="59303" y="215135"/>
                      <a:pt x="64730" y="222361"/>
                    </a:cubicBezTo>
                    <a:cubicBezTo>
                      <a:pt x="69226" y="227989"/>
                      <a:pt x="71556" y="235038"/>
                      <a:pt x="71299" y="242233"/>
                    </a:cubicBezTo>
                    <a:cubicBezTo>
                      <a:pt x="71299" y="248794"/>
                      <a:pt x="78535" y="252407"/>
                      <a:pt x="76155" y="259633"/>
                    </a:cubicBezTo>
                    <a:cubicBezTo>
                      <a:pt x="73775" y="266859"/>
                      <a:pt x="74917" y="273419"/>
                      <a:pt x="70728" y="276462"/>
                    </a:cubicBezTo>
                    <a:cubicBezTo>
                      <a:pt x="66539" y="279504"/>
                      <a:pt x="70157" y="288442"/>
                      <a:pt x="64730" y="290914"/>
                    </a:cubicBezTo>
                    <a:cubicBezTo>
                      <a:pt x="59303" y="293386"/>
                      <a:pt x="68919" y="312497"/>
                      <a:pt x="64730" y="316110"/>
                    </a:cubicBezTo>
                    <a:cubicBezTo>
                      <a:pt x="60541" y="319724"/>
                      <a:pt x="49687" y="322766"/>
                      <a:pt x="49687" y="335982"/>
                    </a:cubicBezTo>
                    <a:cubicBezTo>
                      <a:pt x="50541" y="344766"/>
                      <a:pt x="50732" y="353602"/>
                      <a:pt x="50258" y="362414"/>
                    </a:cubicBezTo>
                    <a:cubicBezTo>
                      <a:pt x="49021" y="367168"/>
                      <a:pt x="56257" y="365932"/>
                      <a:pt x="55114" y="373824"/>
                    </a:cubicBezTo>
                    <a:cubicBezTo>
                      <a:pt x="53971" y="381716"/>
                      <a:pt x="44260" y="376772"/>
                      <a:pt x="43689" y="381621"/>
                    </a:cubicBezTo>
                    <a:cubicBezTo>
                      <a:pt x="43118" y="386470"/>
                      <a:pt x="46069" y="396073"/>
                      <a:pt x="42451" y="396643"/>
                    </a:cubicBezTo>
                    <a:cubicBezTo>
                      <a:pt x="38833" y="397214"/>
                      <a:pt x="37024" y="400827"/>
                      <a:pt x="37024" y="409289"/>
                    </a:cubicBezTo>
                    <a:cubicBezTo>
                      <a:pt x="37024" y="417751"/>
                      <a:pt x="32169" y="418797"/>
                      <a:pt x="31598" y="423076"/>
                    </a:cubicBezTo>
                    <a:cubicBezTo>
                      <a:pt x="31026" y="427354"/>
                      <a:pt x="35787" y="432108"/>
                      <a:pt x="35787" y="436862"/>
                    </a:cubicBezTo>
                    <a:cubicBezTo>
                      <a:pt x="35787" y="441616"/>
                      <a:pt x="38833" y="457875"/>
                      <a:pt x="34644" y="458541"/>
                    </a:cubicBezTo>
                    <a:cubicBezTo>
                      <a:pt x="30455" y="459206"/>
                      <a:pt x="27980" y="477557"/>
                      <a:pt x="31598" y="479553"/>
                    </a:cubicBezTo>
                    <a:cubicBezTo>
                      <a:pt x="34864" y="482187"/>
                      <a:pt x="35641" y="486844"/>
                      <a:pt x="33406" y="490393"/>
                    </a:cubicBezTo>
                    <a:cubicBezTo>
                      <a:pt x="31598" y="493911"/>
                      <a:pt x="41880" y="497523"/>
                      <a:pt x="36453" y="502943"/>
                    </a:cubicBezTo>
                    <a:cubicBezTo>
                      <a:pt x="31026" y="508363"/>
                      <a:pt x="35311" y="515304"/>
                      <a:pt x="42451" y="513212"/>
                    </a:cubicBezTo>
                    <a:cubicBezTo>
                      <a:pt x="49592" y="511120"/>
                      <a:pt x="51972" y="522149"/>
                      <a:pt x="45498" y="522149"/>
                    </a:cubicBezTo>
                    <a:cubicBezTo>
                      <a:pt x="39024" y="522149"/>
                      <a:pt x="32169" y="522149"/>
                      <a:pt x="37596" y="526428"/>
                    </a:cubicBezTo>
                    <a:cubicBezTo>
                      <a:pt x="43022" y="530707"/>
                      <a:pt x="48449" y="536601"/>
                      <a:pt x="40642" y="539644"/>
                    </a:cubicBezTo>
                    <a:cubicBezTo>
                      <a:pt x="32835" y="542686"/>
                      <a:pt x="39405" y="548011"/>
                      <a:pt x="37596" y="555237"/>
                    </a:cubicBezTo>
                    <a:cubicBezTo>
                      <a:pt x="35787" y="562463"/>
                      <a:pt x="43022" y="569024"/>
                      <a:pt x="37024" y="570830"/>
                    </a:cubicBezTo>
                    <a:cubicBezTo>
                      <a:pt x="31026" y="572637"/>
                      <a:pt x="39405" y="583476"/>
                      <a:pt x="31026" y="584712"/>
                    </a:cubicBezTo>
                    <a:cubicBezTo>
                      <a:pt x="22648" y="585948"/>
                      <a:pt x="27980" y="593745"/>
                      <a:pt x="22553" y="597928"/>
                    </a:cubicBezTo>
                    <a:cubicBezTo>
                      <a:pt x="17126" y="602112"/>
                      <a:pt x="29789" y="609338"/>
                      <a:pt x="23219" y="613521"/>
                    </a:cubicBezTo>
                    <a:cubicBezTo>
                      <a:pt x="16650" y="617705"/>
                      <a:pt x="21410" y="627308"/>
                      <a:pt x="14746" y="627308"/>
                    </a:cubicBezTo>
                    <a:cubicBezTo>
                      <a:pt x="8081" y="627308"/>
                      <a:pt x="4558" y="636341"/>
                      <a:pt x="3892" y="640524"/>
                    </a:cubicBezTo>
                    <a:cubicBezTo>
                      <a:pt x="3226" y="644708"/>
                      <a:pt x="-868" y="653170"/>
                      <a:pt x="4558" y="659540"/>
                    </a:cubicBezTo>
                    <a:cubicBezTo>
                      <a:pt x="9985" y="665911"/>
                      <a:pt x="3321" y="670379"/>
                      <a:pt x="8176" y="672756"/>
                    </a:cubicBezTo>
                    <a:cubicBezTo>
                      <a:pt x="13032" y="675133"/>
                      <a:pt x="29217" y="671615"/>
                      <a:pt x="27218" y="678746"/>
                    </a:cubicBezTo>
                    <a:cubicBezTo>
                      <a:pt x="25219" y="685878"/>
                      <a:pt x="25409" y="701661"/>
                      <a:pt x="28360" y="701661"/>
                    </a:cubicBezTo>
                    <a:cubicBezTo>
                      <a:pt x="31312" y="701661"/>
                      <a:pt x="33216" y="710598"/>
                      <a:pt x="37881" y="710028"/>
                    </a:cubicBezTo>
                    <a:cubicBezTo>
                      <a:pt x="49646" y="708320"/>
                      <a:pt x="61581" y="708128"/>
                      <a:pt x="73394" y="709457"/>
                    </a:cubicBezTo>
                    <a:cubicBezTo>
                      <a:pt x="77451" y="710629"/>
                      <a:pt x="81171" y="712748"/>
                      <a:pt x="84248" y="715637"/>
                    </a:cubicBezTo>
                    <a:cubicBezTo>
                      <a:pt x="89389" y="713356"/>
                      <a:pt x="100623" y="720677"/>
                      <a:pt x="103289" y="718205"/>
                    </a:cubicBezTo>
                    <a:cubicBezTo>
                      <a:pt x="105955" y="715733"/>
                      <a:pt x="92245" y="703562"/>
                      <a:pt x="92626" y="699189"/>
                    </a:cubicBezTo>
                    <a:cubicBezTo>
                      <a:pt x="93007" y="694815"/>
                      <a:pt x="90436" y="688445"/>
                      <a:pt x="90436" y="684071"/>
                    </a:cubicBezTo>
                    <a:cubicBezTo>
                      <a:pt x="90436" y="679697"/>
                      <a:pt x="88246" y="669904"/>
                      <a:pt x="94435" y="665055"/>
                    </a:cubicBezTo>
                    <a:cubicBezTo>
                      <a:pt x="100623" y="660206"/>
                      <a:pt x="101100" y="656212"/>
                      <a:pt x="105098" y="657068"/>
                    </a:cubicBezTo>
                    <a:cubicBezTo>
                      <a:pt x="109097" y="657924"/>
                      <a:pt x="117095" y="653550"/>
                      <a:pt x="117570" y="642901"/>
                    </a:cubicBezTo>
                    <a:cubicBezTo>
                      <a:pt x="118047" y="632252"/>
                      <a:pt x="122902" y="628259"/>
                      <a:pt x="131757" y="620652"/>
                    </a:cubicBezTo>
                    <a:cubicBezTo>
                      <a:pt x="140611" y="613046"/>
                      <a:pt x="157558" y="604679"/>
                      <a:pt x="155273" y="601636"/>
                    </a:cubicBezTo>
                    <a:cubicBezTo>
                      <a:pt x="152988" y="598594"/>
                      <a:pt x="158891" y="586519"/>
                      <a:pt x="158891" y="582050"/>
                    </a:cubicBezTo>
                    <a:cubicBezTo>
                      <a:pt x="158891" y="577581"/>
                      <a:pt x="143753" y="578532"/>
                      <a:pt x="138897" y="576725"/>
                    </a:cubicBezTo>
                    <a:cubicBezTo>
                      <a:pt x="134042" y="574919"/>
                      <a:pt x="116238" y="562558"/>
                      <a:pt x="125092" y="546109"/>
                    </a:cubicBezTo>
                    <a:cubicBezTo>
                      <a:pt x="132100" y="534614"/>
                      <a:pt x="144468" y="527454"/>
                      <a:pt x="157939" y="527093"/>
                    </a:cubicBezTo>
                    <a:cubicBezTo>
                      <a:pt x="163270" y="526618"/>
                      <a:pt x="157939" y="519107"/>
                      <a:pt x="162890" y="516444"/>
                    </a:cubicBezTo>
                    <a:cubicBezTo>
                      <a:pt x="167840" y="513782"/>
                      <a:pt x="168221" y="509408"/>
                      <a:pt x="168221" y="502658"/>
                    </a:cubicBezTo>
                    <a:cubicBezTo>
                      <a:pt x="168221" y="495907"/>
                      <a:pt x="168221" y="483166"/>
                      <a:pt x="176219" y="482311"/>
                    </a:cubicBezTo>
                    <a:cubicBezTo>
                      <a:pt x="184216" y="481455"/>
                      <a:pt x="186406" y="476986"/>
                      <a:pt x="181550" y="475655"/>
                    </a:cubicBezTo>
                    <a:cubicBezTo>
                      <a:pt x="176695" y="474324"/>
                      <a:pt x="174410" y="468524"/>
                      <a:pt x="182407" y="467668"/>
                    </a:cubicBezTo>
                    <a:cubicBezTo>
                      <a:pt x="190405" y="466813"/>
                      <a:pt x="187739" y="474324"/>
                      <a:pt x="193547" y="474324"/>
                    </a:cubicBezTo>
                    <a:cubicBezTo>
                      <a:pt x="199354" y="474324"/>
                      <a:pt x="209066" y="464816"/>
                      <a:pt x="201544" y="458731"/>
                    </a:cubicBezTo>
                    <a:cubicBezTo>
                      <a:pt x="194023" y="452646"/>
                      <a:pt x="192023" y="461393"/>
                      <a:pt x="187739" y="462344"/>
                    </a:cubicBezTo>
                    <a:cubicBezTo>
                      <a:pt x="183455" y="463295"/>
                      <a:pt x="180598" y="457019"/>
                      <a:pt x="176600" y="457019"/>
                    </a:cubicBezTo>
                    <a:cubicBezTo>
                      <a:pt x="172601" y="457019"/>
                      <a:pt x="175267" y="445895"/>
                      <a:pt x="173553" y="441902"/>
                    </a:cubicBezTo>
                    <a:cubicBezTo>
                      <a:pt x="171839" y="437908"/>
                      <a:pt x="169078" y="428115"/>
                      <a:pt x="172601" y="422886"/>
                    </a:cubicBezTo>
                    <a:cubicBezTo>
                      <a:pt x="176124" y="417656"/>
                      <a:pt x="191642" y="430397"/>
                      <a:pt x="204686" y="431348"/>
                    </a:cubicBezTo>
                    <a:cubicBezTo>
                      <a:pt x="217730" y="432298"/>
                      <a:pt x="227726" y="424692"/>
                      <a:pt x="227726" y="419748"/>
                    </a:cubicBezTo>
                    <a:cubicBezTo>
                      <a:pt x="227726" y="414804"/>
                      <a:pt x="221538" y="405961"/>
                      <a:pt x="229535" y="400732"/>
                    </a:cubicBezTo>
                    <a:cubicBezTo>
                      <a:pt x="237533" y="395502"/>
                      <a:pt x="230868" y="393601"/>
                      <a:pt x="228678" y="386470"/>
                    </a:cubicBezTo>
                    <a:cubicBezTo>
                      <a:pt x="226489" y="379339"/>
                      <a:pt x="232201" y="374965"/>
                      <a:pt x="235724" y="378483"/>
                    </a:cubicBezTo>
                    <a:cubicBezTo>
                      <a:pt x="239247" y="382001"/>
                      <a:pt x="265524" y="379814"/>
                      <a:pt x="287327" y="375440"/>
                    </a:cubicBezTo>
                    <a:cubicBezTo>
                      <a:pt x="309129" y="371067"/>
                      <a:pt x="324172" y="362985"/>
                      <a:pt x="325410" y="356424"/>
                    </a:cubicBezTo>
                    <a:cubicBezTo>
                      <a:pt x="326648" y="349864"/>
                      <a:pt x="340548" y="335602"/>
                      <a:pt x="343690" y="330277"/>
                    </a:cubicBezTo>
                    <a:cubicBezTo>
                      <a:pt x="346832" y="324953"/>
                      <a:pt x="343690" y="318297"/>
                      <a:pt x="335216" y="316966"/>
                    </a:cubicBezTo>
                    <a:cubicBezTo>
                      <a:pt x="326743" y="315635"/>
                      <a:pt x="326743" y="305366"/>
                      <a:pt x="331694" y="299661"/>
                    </a:cubicBezTo>
                    <a:cubicBezTo>
                      <a:pt x="336645" y="293957"/>
                      <a:pt x="329028" y="288537"/>
                      <a:pt x="320554" y="287682"/>
                    </a:cubicBezTo>
                    <a:cubicBezTo>
                      <a:pt x="312081" y="286826"/>
                      <a:pt x="298752" y="281026"/>
                      <a:pt x="306273" y="273895"/>
                    </a:cubicBezTo>
                    <a:cubicBezTo>
                      <a:pt x="309986" y="270472"/>
                      <a:pt x="311700" y="271137"/>
                      <a:pt x="313509" y="272754"/>
                    </a:cubicBezTo>
                    <a:cubicBezTo>
                      <a:pt x="314747" y="269331"/>
                      <a:pt x="315984" y="265338"/>
                      <a:pt x="315032" y="264292"/>
                    </a:cubicBezTo>
                    <a:cubicBezTo>
                      <a:pt x="314080" y="263246"/>
                      <a:pt x="308749" y="264292"/>
                      <a:pt x="309129" y="252216"/>
                    </a:cubicBezTo>
                    <a:cubicBezTo>
                      <a:pt x="309510" y="240141"/>
                      <a:pt x="314080" y="242708"/>
                      <a:pt x="314556" y="226069"/>
                    </a:cubicBezTo>
                    <a:cubicBezTo>
                      <a:pt x="315032" y="209430"/>
                      <a:pt x="321316" y="200493"/>
                      <a:pt x="321316" y="191936"/>
                    </a:cubicBezTo>
                    <a:cubicBezTo>
                      <a:pt x="321316" y="183379"/>
                      <a:pt x="336645" y="173490"/>
                      <a:pt x="345213" y="159513"/>
                    </a:cubicBezTo>
                    <a:cubicBezTo>
                      <a:pt x="354652" y="145530"/>
                      <a:pt x="366365" y="133222"/>
                      <a:pt x="379869" y="123098"/>
                    </a:cubicBezTo>
                    <a:cubicBezTo>
                      <a:pt x="387486" y="118153"/>
                      <a:pt x="402338" y="114160"/>
                      <a:pt x="404147" y="109691"/>
                    </a:cubicBezTo>
                    <a:cubicBezTo>
                      <a:pt x="405956" y="105223"/>
                      <a:pt x="404147" y="82308"/>
                      <a:pt x="400529" y="805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31" name="Freeform 2697">
                <a:extLst>
                  <a:ext uri="{FF2B5EF4-FFF2-40B4-BE49-F238E27FC236}">
                    <a16:creationId xmlns:a16="http://schemas.microsoft.com/office/drawing/2014/main" id="{55F7B975-DEE4-C92E-B8CD-3BA8BA8CCDE4}"/>
                  </a:ext>
                </a:extLst>
              </p:cNvPr>
              <p:cNvSpPr/>
              <p:nvPr/>
            </p:nvSpPr>
            <p:spPr>
              <a:xfrm>
                <a:off x="8358023" y="8432789"/>
                <a:ext cx="404093" cy="2129845"/>
              </a:xfrm>
              <a:custGeom>
                <a:avLst/>
                <a:gdLst>
                  <a:gd name="connsiteX0" fmla="*/ 80267 w 171374"/>
                  <a:gd name="connsiteY0" fmla="*/ 802276 h 903262"/>
                  <a:gd name="connsiteX1" fmla="*/ 70746 w 171374"/>
                  <a:gd name="connsiteY1" fmla="*/ 793909 h 903262"/>
                  <a:gd name="connsiteX2" fmla="*/ 69604 w 171374"/>
                  <a:gd name="connsiteY2" fmla="*/ 770994 h 903262"/>
                  <a:gd name="connsiteX3" fmla="*/ 50562 w 171374"/>
                  <a:gd name="connsiteY3" fmla="*/ 765004 h 903262"/>
                  <a:gd name="connsiteX4" fmla="*/ 46944 w 171374"/>
                  <a:gd name="connsiteY4" fmla="*/ 751788 h 903262"/>
                  <a:gd name="connsiteX5" fmla="*/ 46278 w 171374"/>
                  <a:gd name="connsiteY5" fmla="*/ 732772 h 903262"/>
                  <a:gd name="connsiteX6" fmla="*/ 57131 w 171374"/>
                  <a:gd name="connsiteY6" fmla="*/ 719556 h 903262"/>
                  <a:gd name="connsiteX7" fmla="*/ 65605 w 171374"/>
                  <a:gd name="connsiteY7" fmla="*/ 705769 h 903262"/>
                  <a:gd name="connsiteX8" fmla="*/ 64938 w 171374"/>
                  <a:gd name="connsiteY8" fmla="*/ 690176 h 903262"/>
                  <a:gd name="connsiteX9" fmla="*/ 73412 w 171374"/>
                  <a:gd name="connsiteY9" fmla="*/ 676960 h 903262"/>
                  <a:gd name="connsiteX10" fmla="*/ 79410 w 171374"/>
                  <a:gd name="connsiteY10" fmla="*/ 663078 h 903262"/>
                  <a:gd name="connsiteX11" fmla="*/ 79981 w 171374"/>
                  <a:gd name="connsiteY11" fmla="*/ 647485 h 903262"/>
                  <a:gd name="connsiteX12" fmla="*/ 83028 w 171374"/>
                  <a:gd name="connsiteY12" fmla="*/ 631892 h 903262"/>
                  <a:gd name="connsiteX13" fmla="*/ 79981 w 171374"/>
                  <a:gd name="connsiteY13" fmla="*/ 618676 h 903262"/>
                  <a:gd name="connsiteX14" fmla="*/ 87883 w 171374"/>
                  <a:gd name="connsiteY14" fmla="*/ 614397 h 903262"/>
                  <a:gd name="connsiteX15" fmla="*/ 84837 w 171374"/>
                  <a:gd name="connsiteY15" fmla="*/ 605460 h 903262"/>
                  <a:gd name="connsiteX16" fmla="*/ 78839 w 171374"/>
                  <a:gd name="connsiteY16" fmla="*/ 595191 h 903262"/>
                  <a:gd name="connsiteX17" fmla="*/ 75792 w 171374"/>
                  <a:gd name="connsiteY17" fmla="*/ 582640 h 903262"/>
                  <a:gd name="connsiteX18" fmla="*/ 73983 w 171374"/>
                  <a:gd name="connsiteY18" fmla="*/ 571801 h 903262"/>
                  <a:gd name="connsiteX19" fmla="*/ 77030 w 171374"/>
                  <a:gd name="connsiteY19" fmla="*/ 550788 h 903262"/>
                  <a:gd name="connsiteX20" fmla="*/ 78172 w 171374"/>
                  <a:gd name="connsiteY20" fmla="*/ 529110 h 903262"/>
                  <a:gd name="connsiteX21" fmla="*/ 73983 w 171374"/>
                  <a:gd name="connsiteY21" fmla="*/ 515324 h 903262"/>
                  <a:gd name="connsiteX22" fmla="*/ 79410 w 171374"/>
                  <a:gd name="connsiteY22" fmla="*/ 501537 h 903262"/>
                  <a:gd name="connsiteX23" fmla="*/ 84837 w 171374"/>
                  <a:gd name="connsiteY23" fmla="*/ 488891 h 903262"/>
                  <a:gd name="connsiteX24" fmla="*/ 86075 w 171374"/>
                  <a:gd name="connsiteY24" fmla="*/ 473869 h 903262"/>
                  <a:gd name="connsiteX25" fmla="*/ 97499 w 171374"/>
                  <a:gd name="connsiteY25" fmla="*/ 466072 h 903262"/>
                  <a:gd name="connsiteX26" fmla="*/ 92644 w 171374"/>
                  <a:gd name="connsiteY26" fmla="*/ 454662 h 903262"/>
                  <a:gd name="connsiteX27" fmla="*/ 92073 w 171374"/>
                  <a:gd name="connsiteY27" fmla="*/ 428230 h 903262"/>
                  <a:gd name="connsiteX28" fmla="*/ 107116 w 171374"/>
                  <a:gd name="connsiteY28" fmla="*/ 408358 h 903262"/>
                  <a:gd name="connsiteX29" fmla="*/ 107116 w 171374"/>
                  <a:gd name="connsiteY29" fmla="*/ 383162 h 903262"/>
                  <a:gd name="connsiteX30" fmla="*/ 113114 w 171374"/>
                  <a:gd name="connsiteY30" fmla="*/ 368710 h 903262"/>
                  <a:gd name="connsiteX31" fmla="*/ 118541 w 171374"/>
                  <a:gd name="connsiteY31" fmla="*/ 351881 h 903262"/>
                  <a:gd name="connsiteX32" fmla="*/ 113685 w 171374"/>
                  <a:gd name="connsiteY32" fmla="*/ 334481 h 903262"/>
                  <a:gd name="connsiteX33" fmla="*/ 107115 w 171374"/>
                  <a:gd name="connsiteY33" fmla="*/ 314609 h 903262"/>
                  <a:gd name="connsiteX34" fmla="*/ 107116 w 171374"/>
                  <a:gd name="connsiteY34" fmla="*/ 293026 h 903262"/>
                  <a:gd name="connsiteX35" fmla="*/ 115494 w 171374"/>
                  <a:gd name="connsiteY35" fmla="*/ 277433 h 903262"/>
                  <a:gd name="connsiteX36" fmla="*/ 115494 w 171374"/>
                  <a:gd name="connsiteY36" fmla="*/ 256991 h 903262"/>
                  <a:gd name="connsiteX37" fmla="*/ 120921 w 171374"/>
                  <a:gd name="connsiteY37" fmla="*/ 246152 h 903262"/>
                  <a:gd name="connsiteX38" fmla="*/ 129965 w 171374"/>
                  <a:gd name="connsiteY38" fmla="*/ 228086 h 903262"/>
                  <a:gd name="connsiteX39" fmla="*/ 135964 w 171374"/>
                  <a:gd name="connsiteY39" fmla="*/ 211257 h 903262"/>
                  <a:gd name="connsiteX40" fmla="*/ 147960 w 171374"/>
                  <a:gd name="connsiteY40" fmla="*/ 201749 h 903262"/>
                  <a:gd name="connsiteX41" fmla="*/ 147389 w 171374"/>
                  <a:gd name="connsiteY41" fmla="*/ 188533 h 903262"/>
                  <a:gd name="connsiteX42" fmla="*/ 145580 w 171374"/>
                  <a:gd name="connsiteY42" fmla="*/ 166950 h 903262"/>
                  <a:gd name="connsiteX43" fmla="*/ 146817 w 171374"/>
                  <a:gd name="connsiteY43" fmla="*/ 152498 h 903262"/>
                  <a:gd name="connsiteX44" fmla="*/ 169667 w 171374"/>
                  <a:gd name="connsiteY44" fmla="*/ 134527 h 903262"/>
                  <a:gd name="connsiteX45" fmla="*/ 173761 w 171374"/>
                  <a:gd name="connsiteY45" fmla="*/ 111042 h 903262"/>
                  <a:gd name="connsiteX46" fmla="*/ 161194 w 171374"/>
                  <a:gd name="connsiteY46" fmla="*/ 114941 h 903262"/>
                  <a:gd name="connsiteX47" fmla="*/ 156433 w 171374"/>
                  <a:gd name="connsiteY47" fmla="*/ 93072 h 903262"/>
                  <a:gd name="connsiteX48" fmla="*/ 149293 w 171374"/>
                  <a:gd name="connsiteY48" fmla="*/ 74722 h 903262"/>
                  <a:gd name="connsiteX49" fmla="*/ 142247 w 171374"/>
                  <a:gd name="connsiteY49" fmla="*/ 58178 h 903262"/>
                  <a:gd name="connsiteX50" fmla="*/ 146341 w 171374"/>
                  <a:gd name="connsiteY50" fmla="*/ 43916 h 903262"/>
                  <a:gd name="connsiteX51" fmla="*/ 138058 w 171374"/>
                  <a:gd name="connsiteY51" fmla="*/ 32696 h 903262"/>
                  <a:gd name="connsiteX52" fmla="*/ 133298 w 171374"/>
                  <a:gd name="connsiteY52" fmla="*/ 11399 h 903262"/>
                  <a:gd name="connsiteX53" fmla="*/ 124443 w 171374"/>
                  <a:gd name="connsiteY53" fmla="*/ 2556 h 903262"/>
                  <a:gd name="connsiteX54" fmla="*/ 116160 w 171374"/>
                  <a:gd name="connsiteY54" fmla="*/ 18530 h 903262"/>
                  <a:gd name="connsiteX55" fmla="*/ 111781 w 171374"/>
                  <a:gd name="connsiteY55" fmla="*/ 21667 h 903262"/>
                  <a:gd name="connsiteX56" fmla="*/ 111781 w 171374"/>
                  <a:gd name="connsiteY56" fmla="*/ 39637 h 903262"/>
                  <a:gd name="connsiteX57" fmla="*/ 113114 w 171374"/>
                  <a:gd name="connsiteY57" fmla="*/ 91171 h 903262"/>
                  <a:gd name="connsiteX58" fmla="*/ 105116 w 171374"/>
                  <a:gd name="connsiteY58" fmla="*/ 121312 h 903262"/>
                  <a:gd name="connsiteX59" fmla="*/ 107782 w 171374"/>
                  <a:gd name="connsiteY59" fmla="*/ 132816 h 903262"/>
                  <a:gd name="connsiteX60" fmla="*/ 105592 w 171374"/>
                  <a:gd name="connsiteY60" fmla="*/ 159533 h 903262"/>
                  <a:gd name="connsiteX61" fmla="*/ 96643 w 171374"/>
                  <a:gd name="connsiteY61" fmla="*/ 205172 h 903262"/>
                  <a:gd name="connsiteX62" fmla="*/ 91311 w 171374"/>
                  <a:gd name="connsiteY62" fmla="*/ 226090 h 903262"/>
                  <a:gd name="connsiteX63" fmla="*/ 82457 w 171374"/>
                  <a:gd name="connsiteY63" fmla="*/ 243394 h 903262"/>
                  <a:gd name="connsiteX64" fmla="*/ 89978 w 171374"/>
                  <a:gd name="connsiteY64" fmla="*/ 267354 h 903262"/>
                  <a:gd name="connsiteX65" fmla="*/ 82457 w 171374"/>
                  <a:gd name="connsiteY65" fmla="*/ 289128 h 903262"/>
                  <a:gd name="connsiteX66" fmla="*/ 82457 w 171374"/>
                  <a:gd name="connsiteY66" fmla="*/ 333055 h 903262"/>
                  <a:gd name="connsiteX67" fmla="*/ 77982 w 171374"/>
                  <a:gd name="connsiteY67" fmla="*/ 346746 h 903262"/>
                  <a:gd name="connsiteX68" fmla="*/ 70936 w 171374"/>
                  <a:gd name="connsiteY68" fmla="*/ 371657 h 903262"/>
                  <a:gd name="connsiteX69" fmla="*/ 55322 w 171374"/>
                  <a:gd name="connsiteY69" fmla="*/ 414253 h 903262"/>
                  <a:gd name="connsiteX70" fmla="*/ 45801 w 171374"/>
                  <a:gd name="connsiteY70" fmla="*/ 430227 h 903262"/>
                  <a:gd name="connsiteX71" fmla="*/ 43136 w 171374"/>
                  <a:gd name="connsiteY71" fmla="*/ 444869 h 903262"/>
                  <a:gd name="connsiteX72" fmla="*/ 45801 w 171374"/>
                  <a:gd name="connsiteY72" fmla="*/ 470161 h 903262"/>
                  <a:gd name="connsiteX73" fmla="*/ 46753 w 171374"/>
                  <a:gd name="connsiteY73" fmla="*/ 490603 h 903262"/>
                  <a:gd name="connsiteX74" fmla="*/ 40470 w 171374"/>
                  <a:gd name="connsiteY74" fmla="*/ 507432 h 903262"/>
                  <a:gd name="connsiteX75" fmla="*/ 38470 w 171374"/>
                  <a:gd name="connsiteY75" fmla="*/ 531582 h 903262"/>
                  <a:gd name="connsiteX76" fmla="*/ 36757 w 171374"/>
                  <a:gd name="connsiteY76" fmla="*/ 543563 h 903262"/>
                  <a:gd name="connsiteX77" fmla="*/ 28283 w 171374"/>
                  <a:gd name="connsiteY77" fmla="*/ 565241 h 903262"/>
                  <a:gd name="connsiteX78" fmla="*/ 37804 w 171374"/>
                  <a:gd name="connsiteY78" fmla="*/ 578552 h 903262"/>
                  <a:gd name="connsiteX79" fmla="*/ 46658 w 171374"/>
                  <a:gd name="connsiteY79" fmla="*/ 542612 h 903262"/>
                  <a:gd name="connsiteX80" fmla="*/ 54275 w 171374"/>
                  <a:gd name="connsiteY80" fmla="*/ 535100 h 903262"/>
                  <a:gd name="connsiteX81" fmla="*/ 59607 w 171374"/>
                  <a:gd name="connsiteY81" fmla="*/ 542612 h 903262"/>
                  <a:gd name="connsiteX82" fmla="*/ 60940 w 171374"/>
                  <a:gd name="connsiteY82" fmla="*/ 551549 h 903262"/>
                  <a:gd name="connsiteX83" fmla="*/ 59131 w 171374"/>
                  <a:gd name="connsiteY83" fmla="*/ 568378 h 903262"/>
                  <a:gd name="connsiteX84" fmla="*/ 54275 w 171374"/>
                  <a:gd name="connsiteY84" fmla="*/ 584352 h 903262"/>
                  <a:gd name="connsiteX85" fmla="*/ 50657 w 171374"/>
                  <a:gd name="connsiteY85" fmla="*/ 597188 h 903262"/>
                  <a:gd name="connsiteX86" fmla="*/ 51609 w 171374"/>
                  <a:gd name="connsiteY86" fmla="*/ 606696 h 903262"/>
                  <a:gd name="connsiteX87" fmla="*/ 51133 w 171374"/>
                  <a:gd name="connsiteY87" fmla="*/ 615158 h 903262"/>
                  <a:gd name="connsiteX88" fmla="*/ 51990 w 171374"/>
                  <a:gd name="connsiteY88" fmla="*/ 627138 h 903262"/>
                  <a:gd name="connsiteX89" fmla="*/ 41803 w 171374"/>
                  <a:gd name="connsiteY89" fmla="*/ 632938 h 903262"/>
                  <a:gd name="connsiteX90" fmla="*/ 43612 w 171374"/>
                  <a:gd name="connsiteY90" fmla="*/ 646249 h 903262"/>
                  <a:gd name="connsiteX91" fmla="*/ 30663 w 171374"/>
                  <a:gd name="connsiteY91" fmla="*/ 640925 h 903262"/>
                  <a:gd name="connsiteX92" fmla="*/ 39613 w 171374"/>
                  <a:gd name="connsiteY92" fmla="*/ 627613 h 903262"/>
                  <a:gd name="connsiteX93" fmla="*/ 28950 w 171374"/>
                  <a:gd name="connsiteY93" fmla="*/ 612876 h 903262"/>
                  <a:gd name="connsiteX94" fmla="*/ 35614 w 171374"/>
                  <a:gd name="connsiteY94" fmla="*/ 628849 h 903262"/>
                  <a:gd name="connsiteX95" fmla="*/ 24951 w 171374"/>
                  <a:gd name="connsiteY95" fmla="*/ 633794 h 903262"/>
                  <a:gd name="connsiteX96" fmla="*/ 13335 w 171374"/>
                  <a:gd name="connsiteY96" fmla="*/ 642256 h 903262"/>
                  <a:gd name="connsiteX97" fmla="*/ 14288 w 171374"/>
                  <a:gd name="connsiteY97" fmla="*/ 651764 h 903262"/>
                  <a:gd name="connsiteX98" fmla="*/ 1815 w 171374"/>
                  <a:gd name="connsiteY98" fmla="*/ 663744 h 903262"/>
                  <a:gd name="connsiteX99" fmla="*/ 6671 w 171374"/>
                  <a:gd name="connsiteY99" fmla="*/ 664695 h 903262"/>
                  <a:gd name="connsiteX100" fmla="*/ 16192 w 171374"/>
                  <a:gd name="connsiteY100" fmla="*/ 664695 h 903262"/>
                  <a:gd name="connsiteX101" fmla="*/ 27807 w 171374"/>
                  <a:gd name="connsiteY101" fmla="*/ 666026 h 903262"/>
                  <a:gd name="connsiteX102" fmla="*/ 29521 w 171374"/>
                  <a:gd name="connsiteY102" fmla="*/ 676199 h 903262"/>
                  <a:gd name="connsiteX103" fmla="*/ 23332 w 171374"/>
                  <a:gd name="connsiteY103" fmla="*/ 688655 h 903262"/>
                  <a:gd name="connsiteX104" fmla="*/ 42374 w 171374"/>
                  <a:gd name="connsiteY104" fmla="*/ 690366 h 903262"/>
                  <a:gd name="connsiteX105" fmla="*/ 42374 w 171374"/>
                  <a:gd name="connsiteY105" fmla="*/ 698353 h 903262"/>
                  <a:gd name="connsiteX106" fmla="*/ 29045 w 171374"/>
                  <a:gd name="connsiteY106" fmla="*/ 695310 h 903262"/>
                  <a:gd name="connsiteX107" fmla="*/ 17049 w 171374"/>
                  <a:gd name="connsiteY107" fmla="*/ 696166 h 903262"/>
                  <a:gd name="connsiteX108" fmla="*/ 3719 w 171374"/>
                  <a:gd name="connsiteY108" fmla="*/ 707291 h 903262"/>
                  <a:gd name="connsiteX109" fmla="*/ 11241 w 171374"/>
                  <a:gd name="connsiteY109" fmla="*/ 716133 h 903262"/>
                  <a:gd name="connsiteX110" fmla="*/ 20762 w 171374"/>
                  <a:gd name="connsiteY110" fmla="*/ 709953 h 903262"/>
                  <a:gd name="connsiteX111" fmla="*/ 29140 w 171374"/>
                  <a:gd name="connsiteY111" fmla="*/ 710809 h 903262"/>
                  <a:gd name="connsiteX112" fmla="*/ 18953 w 171374"/>
                  <a:gd name="connsiteY112" fmla="*/ 719271 h 903262"/>
                  <a:gd name="connsiteX113" fmla="*/ 8289 w 171374"/>
                  <a:gd name="connsiteY113" fmla="*/ 731251 h 903262"/>
                  <a:gd name="connsiteX114" fmla="*/ 7355 w 171374"/>
                  <a:gd name="connsiteY114" fmla="*/ 738045 h 903262"/>
                  <a:gd name="connsiteX115" fmla="*/ 12764 w 171374"/>
                  <a:gd name="connsiteY115" fmla="*/ 739713 h 903262"/>
                  <a:gd name="connsiteX116" fmla="*/ 17620 w 171374"/>
                  <a:gd name="connsiteY116" fmla="*/ 745893 h 903262"/>
                  <a:gd name="connsiteX117" fmla="*/ 23808 w 171374"/>
                  <a:gd name="connsiteY117" fmla="*/ 737906 h 903262"/>
                  <a:gd name="connsiteX118" fmla="*/ 32282 w 171374"/>
                  <a:gd name="connsiteY118" fmla="*/ 728398 h 903262"/>
                  <a:gd name="connsiteX119" fmla="*/ 29616 w 171374"/>
                  <a:gd name="connsiteY119" fmla="*/ 742565 h 903262"/>
                  <a:gd name="connsiteX120" fmla="*/ 26474 w 171374"/>
                  <a:gd name="connsiteY120" fmla="*/ 757683 h 903262"/>
                  <a:gd name="connsiteX121" fmla="*/ 21142 w 171374"/>
                  <a:gd name="connsiteY121" fmla="*/ 765194 h 903262"/>
                  <a:gd name="connsiteX122" fmla="*/ 14478 w 171374"/>
                  <a:gd name="connsiteY122" fmla="*/ 770519 h 903262"/>
                  <a:gd name="connsiteX123" fmla="*/ 14478 w 171374"/>
                  <a:gd name="connsiteY123" fmla="*/ 782499 h 903262"/>
                  <a:gd name="connsiteX124" fmla="*/ 25141 w 171374"/>
                  <a:gd name="connsiteY124" fmla="*/ 779456 h 903262"/>
                  <a:gd name="connsiteX125" fmla="*/ 35329 w 171374"/>
                  <a:gd name="connsiteY125" fmla="*/ 779456 h 903262"/>
                  <a:gd name="connsiteX126" fmla="*/ 39327 w 171374"/>
                  <a:gd name="connsiteY126" fmla="*/ 786112 h 903262"/>
                  <a:gd name="connsiteX127" fmla="*/ 29806 w 171374"/>
                  <a:gd name="connsiteY127" fmla="*/ 795620 h 903262"/>
                  <a:gd name="connsiteX128" fmla="*/ 41803 w 171374"/>
                  <a:gd name="connsiteY128" fmla="*/ 796951 h 903262"/>
                  <a:gd name="connsiteX129" fmla="*/ 48467 w 171374"/>
                  <a:gd name="connsiteY129" fmla="*/ 794764 h 903262"/>
                  <a:gd name="connsiteX130" fmla="*/ 61320 w 171374"/>
                  <a:gd name="connsiteY130" fmla="*/ 799233 h 903262"/>
                  <a:gd name="connsiteX131" fmla="*/ 43612 w 171374"/>
                  <a:gd name="connsiteY131" fmla="*/ 806269 h 903262"/>
                  <a:gd name="connsiteX132" fmla="*/ 37804 w 171374"/>
                  <a:gd name="connsiteY132" fmla="*/ 818249 h 903262"/>
                  <a:gd name="connsiteX133" fmla="*/ 52466 w 171374"/>
                  <a:gd name="connsiteY133" fmla="*/ 813400 h 903262"/>
                  <a:gd name="connsiteX134" fmla="*/ 83123 w 171374"/>
                  <a:gd name="connsiteY134" fmla="*/ 815206 h 903262"/>
                  <a:gd name="connsiteX135" fmla="*/ 70651 w 171374"/>
                  <a:gd name="connsiteY135" fmla="*/ 819200 h 903262"/>
                  <a:gd name="connsiteX136" fmla="*/ 58274 w 171374"/>
                  <a:gd name="connsiteY136" fmla="*/ 821387 h 903262"/>
                  <a:gd name="connsiteX137" fmla="*/ 47134 w 171374"/>
                  <a:gd name="connsiteY137" fmla="*/ 828518 h 903262"/>
                  <a:gd name="connsiteX138" fmla="*/ 47610 w 171374"/>
                  <a:gd name="connsiteY138" fmla="*/ 836505 h 903262"/>
                  <a:gd name="connsiteX139" fmla="*/ 65795 w 171374"/>
                  <a:gd name="connsiteY139" fmla="*/ 828898 h 903262"/>
                  <a:gd name="connsiteX140" fmla="*/ 88455 w 171374"/>
                  <a:gd name="connsiteY140" fmla="*/ 824524 h 903262"/>
                  <a:gd name="connsiteX141" fmla="*/ 73317 w 171374"/>
                  <a:gd name="connsiteY141" fmla="*/ 832892 h 903262"/>
                  <a:gd name="connsiteX142" fmla="*/ 63129 w 171374"/>
                  <a:gd name="connsiteY142" fmla="*/ 842400 h 903262"/>
                  <a:gd name="connsiteX143" fmla="*/ 41803 w 171374"/>
                  <a:gd name="connsiteY143" fmla="*/ 839737 h 903262"/>
                  <a:gd name="connsiteX144" fmla="*/ 43993 w 171374"/>
                  <a:gd name="connsiteY144" fmla="*/ 853048 h 903262"/>
                  <a:gd name="connsiteX145" fmla="*/ 61320 w 171374"/>
                  <a:gd name="connsiteY145" fmla="*/ 857042 h 903262"/>
                  <a:gd name="connsiteX146" fmla="*/ 74269 w 171374"/>
                  <a:gd name="connsiteY146" fmla="*/ 862366 h 903262"/>
                  <a:gd name="connsiteX147" fmla="*/ 70651 w 171374"/>
                  <a:gd name="connsiteY147" fmla="*/ 855711 h 903262"/>
                  <a:gd name="connsiteX148" fmla="*/ 78648 w 171374"/>
                  <a:gd name="connsiteY148" fmla="*/ 849911 h 903262"/>
                  <a:gd name="connsiteX149" fmla="*/ 93862 w 171374"/>
                  <a:gd name="connsiteY149" fmla="*/ 844090 h 903262"/>
                  <a:gd name="connsiteX150" fmla="*/ 94262 w 171374"/>
                  <a:gd name="connsiteY150" fmla="*/ 835744 h 903262"/>
                  <a:gd name="connsiteX151" fmla="*/ 111971 w 171374"/>
                  <a:gd name="connsiteY151" fmla="*/ 816728 h 903262"/>
                  <a:gd name="connsiteX152" fmla="*/ 109400 w 171374"/>
                  <a:gd name="connsiteY152" fmla="*/ 826236 h 903262"/>
                  <a:gd name="connsiteX153" fmla="*/ 106259 w 171374"/>
                  <a:gd name="connsiteY153" fmla="*/ 837741 h 903262"/>
                  <a:gd name="connsiteX154" fmla="*/ 124443 w 171374"/>
                  <a:gd name="connsiteY154" fmla="*/ 838691 h 903262"/>
                  <a:gd name="connsiteX155" fmla="*/ 113399 w 171374"/>
                  <a:gd name="connsiteY155" fmla="*/ 847534 h 903262"/>
                  <a:gd name="connsiteX156" fmla="*/ 114256 w 171374"/>
                  <a:gd name="connsiteY156" fmla="*/ 861796 h 903262"/>
                  <a:gd name="connsiteX157" fmla="*/ 105783 w 171374"/>
                  <a:gd name="connsiteY157" fmla="*/ 845347 h 903262"/>
                  <a:gd name="connsiteX158" fmla="*/ 101784 w 171374"/>
                  <a:gd name="connsiteY158" fmla="*/ 857802 h 903262"/>
                  <a:gd name="connsiteX159" fmla="*/ 92263 w 171374"/>
                  <a:gd name="connsiteY159" fmla="*/ 854189 h 903262"/>
                  <a:gd name="connsiteX160" fmla="*/ 86931 w 171374"/>
                  <a:gd name="connsiteY160" fmla="*/ 861796 h 903262"/>
                  <a:gd name="connsiteX161" fmla="*/ 76744 w 171374"/>
                  <a:gd name="connsiteY161" fmla="*/ 869783 h 903262"/>
                  <a:gd name="connsiteX162" fmla="*/ 91406 w 171374"/>
                  <a:gd name="connsiteY162" fmla="*/ 872825 h 903262"/>
                  <a:gd name="connsiteX163" fmla="*/ 101593 w 171374"/>
                  <a:gd name="connsiteY163" fmla="*/ 890605 h 903262"/>
                  <a:gd name="connsiteX164" fmla="*/ 108734 w 171374"/>
                  <a:gd name="connsiteY164" fmla="*/ 875107 h 903262"/>
                  <a:gd name="connsiteX165" fmla="*/ 123015 w 171374"/>
                  <a:gd name="connsiteY165" fmla="*/ 894123 h 903262"/>
                  <a:gd name="connsiteX166" fmla="*/ 130061 w 171374"/>
                  <a:gd name="connsiteY166" fmla="*/ 886992 h 903262"/>
                  <a:gd name="connsiteX167" fmla="*/ 151007 w 171374"/>
                  <a:gd name="connsiteY167" fmla="*/ 902110 h 903262"/>
                  <a:gd name="connsiteX168" fmla="*/ 148341 w 171374"/>
                  <a:gd name="connsiteY168" fmla="*/ 888704 h 903262"/>
                  <a:gd name="connsiteX169" fmla="*/ 159861 w 171374"/>
                  <a:gd name="connsiteY169" fmla="*/ 888704 h 903262"/>
                  <a:gd name="connsiteX170" fmla="*/ 173190 w 171374"/>
                  <a:gd name="connsiteY170" fmla="*/ 886992 h 903262"/>
                  <a:gd name="connsiteX171" fmla="*/ 176522 w 171374"/>
                  <a:gd name="connsiteY171" fmla="*/ 885661 h 903262"/>
                  <a:gd name="connsiteX172" fmla="*/ 142723 w 171374"/>
                  <a:gd name="connsiteY172" fmla="*/ 883950 h 903262"/>
                  <a:gd name="connsiteX173" fmla="*/ 142723 w 171374"/>
                  <a:gd name="connsiteY173" fmla="*/ 817964 h 903262"/>
                  <a:gd name="connsiteX174" fmla="*/ 141295 w 171374"/>
                  <a:gd name="connsiteY174" fmla="*/ 817964 h 903262"/>
                  <a:gd name="connsiteX175" fmla="*/ 124824 w 171374"/>
                  <a:gd name="connsiteY175" fmla="*/ 810358 h 903262"/>
                  <a:gd name="connsiteX176" fmla="*/ 127205 w 171374"/>
                  <a:gd name="connsiteY176" fmla="*/ 807410 h 903262"/>
                  <a:gd name="connsiteX177" fmla="*/ 116351 w 171374"/>
                  <a:gd name="connsiteY177" fmla="*/ 801230 h 903262"/>
                  <a:gd name="connsiteX178" fmla="*/ 80267 w 171374"/>
                  <a:gd name="connsiteY178" fmla="*/ 802276 h 903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71374" h="903262">
                    <a:moveTo>
                      <a:pt x="80267" y="802276"/>
                    </a:moveTo>
                    <a:cubicBezTo>
                      <a:pt x="75506" y="802846"/>
                      <a:pt x="73697" y="793909"/>
                      <a:pt x="70746" y="793909"/>
                    </a:cubicBezTo>
                    <a:cubicBezTo>
                      <a:pt x="67795" y="793909"/>
                      <a:pt x="67128" y="778220"/>
                      <a:pt x="69604" y="770994"/>
                    </a:cubicBezTo>
                    <a:cubicBezTo>
                      <a:pt x="72079" y="763768"/>
                      <a:pt x="55703" y="767476"/>
                      <a:pt x="50562" y="765004"/>
                    </a:cubicBezTo>
                    <a:cubicBezTo>
                      <a:pt x="45421" y="762532"/>
                      <a:pt x="52371" y="757778"/>
                      <a:pt x="46944" y="751788"/>
                    </a:cubicBezTo>
                    <a:cubicBezTo>
                      <a:pt x="41517" y="745798"/>
                      <a:pt x="45706" y="737336"/>
                      <a:pt x="46278" y="732772"/>
                    </a:cubicBezTo>
                    <a:cubicBezTo>
                      <a:pt x="46849" y="728208"/>
                      <a:pt x="50562" y="719556"/>
                      <a:pt x="57131" y="719556"/>
                    </a:cubicBezTo>
                    <a:cubicBezTo>
                      <a:pt x="63701" y="719556"/>
                      <a:pt x="58940" y="710048"/>
                      <a:pt x="65605" y="705769"/>
                    </a:cubicBezTo>
                    <a:cubicBezTo>
                      <a:pt x="72269" y="701491"/>
                      <a:pt x="59511" y="694360"/>
                      <a:pt x="64938" y="690176"/>
                    </a:cubicBezTo>
                    <a:cubicBezTo>
                      <a:pt x="70365" y="685992"/>
                      <a:pt x="64938" y="678101"/>
                      <a:pt x="73412" y="676960"/>
                    </a:cubicBezTo>
                    <a:cubicBezTo>
                      <a:pt x="81885" y="675819"/>
                      <a:pt x="73412" y="664885"/>
                      <a:pt x="79410" y="663078"/>
                    </a:cubicBezTo>
                    <a:cubicBezTo>
                      <a:pt x="85408" y="661272"/>
                      <a:pt x="78172" y="654711"/>
                      <a:pt x="79981" y="647485"/>
                    </a:cubicBezTo>
                    <a:cubicBezTo>
                      <a:pt x="81790" y="640259"/>
                      <a:pt x="75221" y="634839"/>
                      <a:pt x="83028" y="631892"/>
                    </a:cubicBezTo>
                    <a:cubicBezTo>
                      <a:pt x="90835" y="628944"/>
                      <a:pt x="85408" y="622859"/>
                      <a:pt x="79981" y="618676"/>
                    </a:cubicBezTo>
                    <a:cubicBezTo>
                      <a:pt x="74554" y="614492"/>
                      <a:pt x="81219" y="614397"/>
                      <a:pt x="87883" y="614397"/>
                    </a:cubicBezTo>
                    <a:cubicBezTo>
                      <a:pt x="94548" y="614397"/>
                      <a:pt x="90835" y="603653"/>
                      <a:pt x="84837" y="605460"/>
                    </a:cubicBezTo>
                    <a:cubicBezTo>
                      <a:pt x="78839" y="607266"/>
                      <a:pt x="73412" y="600611"/>
                      <a:pt x="78839" y="595191"/>
                    </a:cubicBezTo>
                    <a:cubicBezTo>
                      <a:pt x="84266" y="589771"/>
                      <a:pt x="73983" y="585683"/>
                      <a:pt x="75792" y="582640"/>
                    </a:cubicBezTo>
                    <a:cubicBezTo>
                      <a:pt x="78026" y="579091"/>
                      <a:pt x="77249" y="574435"/>
                      <a:pt x="73983" y="571801"/>
                    </a:cubicBezTo>
                    <a:cubicBezTo>
                      <a:pt x="70365" y="569424"/>
                      <a:pt x="72841" y="551359"/>
                      <a:pt x="77030" y="550788"/>
                    </a:cubicBezTo>
                    <a:cubicBezTo>
                      <a:pt x="81219" y="550218"/>
                      <a:pt x="78172" y="533959"/>
                      <a:pt x="78172" y="529110"/>
                    </a:cubicBezTo>
                    <a:cubicBezTo>
                      <a:pt x="78172" y="524261"/>
                      <a:pt x="73412" y="519602"/>
                      <a:pt x="73983" y="515324"/>
                    </a:cubicBezTo>
                    <a:cubicBezTo>
                      <a:pt x="74554" y="511045"/>
                      <a:pt x="79410" y="509904"/>
                      <a:pt x="79410" y="501537"/>
                    </a:cubicBezTo>
                    <a:cubicBezTo>
                      <a:pt x="79410" y="493170"/>
                      <a:pt x="81219" y="489462"/>
                      <a:pt x="84837" y="488891"/>
                    </a:cubicBezTo>
                    <a:cubicBezTo>
                      <a:pt x="88455" y="488321"/>
                      <a:pt x="85408" y="478623"/>
                      <a:pt x="86075" y="473869"/>
                    </a:cubicBezTo>
                    <a:cubicBezTo>
                      <a:pt x="86741" y="469115"/>
                      <a:pt x="96262" y="473869"/>
                      <a:pt x="97499" y="466072"/>
                    </a:cubicBezTo>
                    <a:cubicBezTo>
                      <a:pt x="98737" y="458276"/>
                      <a:pt x="91406" y="459416"/>
                      <a:pt x="92644" y="454662"/>
                    </a:cubicBezTo>
                    <a:cubicBezTo>
                      <a:pt x="93117" y="445850"/>
                      <a:pt x="92926" y="437014"/>
                      <a:pt x="92073" y="428230"/>
                    </a:cubicBezTo>
                    <a:cubicBezTo>
                      <a:pt x="92073" y="415014"/>
                      <a:pt x="102831" y="411972"/>
                      <a:pt x="107116" y="408358"/>
                    </a:cubicBezTo>
                    <a:cubicBezTo>
                      <a:pt x="111400" y="404745"/>
                      <a:pt x="101689" y="385539"/>
                      <a:pt x="107116" y="383162"/>
                    </a:cubicBezTo>
                    <a:cubicBezTo>
                      <a:pt x="112542" y="380785"/>
                      <a:pt x="108924" y="371752"/>
                      <a:pt x="113114" y="368710"/>
                    </a:cubicBezTo>
                    <a:cubicBezTo>
                      <a:pt x="117303" y="365667"/>
                      <a:pt x="116065" y="359202"/>
                      <a:pt x="118541" y="351881"/>
                    </a:cubicBezTo>
                    <a:cubicBezTo>
                      <a:pt x="121016" y="344559"/>
                      <a:pt x="113685" y="341041"/>
                      <a:pt x="113685" y="334481"/>
                    </a:cubicBezTo>
                    <a:cubicBezTo>
                      <a:pt x="113942" y="327286"/>
                      <a:pt x="111611" y="320237"/>
                      <a:pt x="107115" y="314609"/>
                    </a:cubicBezTo>
                    <a:cubicBezTo>
                      <a:pt x="101689" y="307383"/>
                      <a:pt x="103498" y="293026"/>
                      <a:pt x="107116" y="293026"/>
                    </a:cubicBezTo>
                    <a:cubicBezTo>
                      <a:pt x="110733" y="293026"/>
                      <a:pt x="108924" y="279144"/>
                      <a:pt x="115494" y="277433"/>
                    </a:cubicBezTo>
                    <a:cubicBezTo>
                      <a:pt x="122063" y="275721"/>
                      <a:pt x="118541" y="265358"/>
                      <a:pt x="115494" y="256991"/>
                    </a:cubicBezTo>
                    <a:cubicBezTo>
                      <a:pt x="112447" y="248623"/>
                      <a:pt x="120921" y="252712"/>
                      <a:pt x="120921" y="246152"/>
                    </a:cubicBezTo>
                    <a:cubicBezTo>
                      <a:pt x="120737" y="239002"/>
                      <a:pt x="124128" y="232230"/>
                      <a:pt x="129965" y="228086"/>
                    </a:cubicBezTo>
                    <a:cubicBezTo>
                      <a:pt x="135392" y="225709"/>
                      <a:pt x="135964" y="215536"/>
                      <a:pt x="135964" y="211257"/>
                    </a:cubicBezTo>
                    <a:cubicBezTo>
                      <a:pt x="135964" y="206978"/>
                      <a:pt x="143771" y="205267"/>
                      <a:pt x="147960" y="201749"/>
                    </a:cubicBezTo>
                    <a:cubicBezTo>
                      <a:pt x="152149" y="198231"/>
                      <a:pt x="140819" y="192241"/>
                      <a:pt x="147389" y="188533"/>
                    </a:cubicBezTo>
                    <a:cubicBezTo>
                      <a:pt x="153958" y="184825"/>
                      <a:pt x="141962" y="169517"/>
                      <a:pt x="145580" y="166950"/>
                    </a:cubicBezTo>
                    <a:cubicBezTo>
                      <a:pt x="149198" y="164383"/>
                      <a:pt x="146151" y="157442"/>
                      <a:pt x="146817" y="152498"/>
                    </a:cubicBezTo>
                    <a:cubicBezTo>
                      <a:pt x="147484" y="147553"/>
                      <a:pt x="167287" y="138711"/>
                      <a:pt x="169667" y="134527"/>
                    </a:cubicBezTo>
                    <a:cubicBezTo>
                      <a:pt x="172169" y="126940"/>
                      <a:pt x="173549" y="119028"/>
                      <a:pt x="173761" y="111042"/>
                    </a:cubicBezTo>
                    <a:cubicBezTo>
                      <a:pt x="167573" y="115131"/>
                      <a:pt x="162146" y="117223"/>
                      <a:pt x="161194" y="114941"/>
                    </a:cubicBezTo>
                    <a:cubicBezTo>
                      <a:pt x="159385" y="110852"/>
                      <a:pt x="161765" y="98397"/>
                      <a:pt x="156433" y="93072"/>
                    </a:cubicBezTo>
                    <a:cubicBezTo>
                      <a:pt x="151102" y="87748"/>
                      <a:pt x="154624" y="77099"/>
                      <a:pt x="149293" y="74722"/>
                    </a:cubicBezTo>
                    <a:cubicBezTo>
                      <a:pt x="143961" y="72345"/>
                      <a:pt x="137487" y="61696"/>
                      <a:pt x="142247" y="58178"/>
                    </a:cubicBezTo>
                    <a:cubicBezTo>
                      <a:pt x="147008" y="54660"/>
                      <a:pt x="142247" y="47529"/>
                      <a:pt x="146341" y="43916"/>
                    </a:cubicBezTo>
                    <a:cubicBezTo>
                      <a:pt x="150435" y="40303"/>
                      <a:pt x="143961" y="39827"/>
                      <a:pt x="138058" y="32696"/>
                    </a:cubicBezTo>
                    <a:cubicBezTo>
                      <a:pt x="132155" y="25565"/>
                      <a:pt x="140438" y="16723"/>
                      <a:pt x="133298" y="11399"/>
                    </a:cubicBezTo>
                    <a:cubicBezTo>
                      <a:pt x="126157" y="6074"/>
                      <a:pt x="126252" y="-487"/>
                      <a:pt x="124443" y="2556"/>
                    </a:cubicBezTo>
                    <a:cubicBezTo>
                      <a:pt x="122634" y="5598"/>
                      <a:pt x="122063" y="15582"/>
                      <a:pt x="116160" y="18530"/>
                    </a:cubicBezTo>
                    <a:cubicBezTo>
                      <a:pt x="114598" y="19426"/>
                      <a:pt x="113131" y="20477"/>
                      <a:pt x="111781" y="21667"/>
                    </a:cubicBezTo>
                    <a:cubicBezTo>
                      <a:pt x="110876" y="27623"/>
                      <a:pt x="110876" y="33681"/>
                      <a:pt x="111781" y="39637"/>
                    </a:cubicBezTo>
                    <a:cubicBezTo>
                      <a:pt x="114983" y="56633"/>
                      <a:pt x="115433" y="74033"/>
                      <a:pt x="113114" y="91171"/>
                    </a:cubicBezTo>
                    <a:cubicBezTo>
                      <a:pt x="111059" y="101370"/>
                      <a:pt x="108388" y="111435"/>
                      <a:pt x="105116" y="121312"/>
                    </a:cubicBezTo>
                    <a:cubicBezTo>
                      <a:pt x="102450" y="128823"/>
                      <a:pt x="111305" y="129298"/>
                      <a:pt x="107782" y="132816"/>
                    </a:cubicBezTo>
                    <a:cubicBezTo>
                      <a:pt x="104259" y="136334"/>
                      <a:pt x="105592" y="145271"/>
                      <a:pt x="105592" y="159533"/>
                    </a:cubicBezTo>
                    <a:cubicBezTo>
                      <a:pt x="105592" y="173795"/>
                      <a:pt x="97119" y="197565"/>
                      <a:pt x="96643" y="205172"/>
                    </a:cubicBezTo>
                    <a:cubicBezTo>
                      <a:pt x="96167" y="212778"/>
                      <a:pt x="90454" y="217628"/>
                      <a:pt x="91311" y="226090"/>
                    </a:cubicBezTo>
                    <a:cubicBezTo>
                      <a:pt x="91756" y="233042"/>
                      <a:pt x="88359" y="239681"/>
                      <a:pt x="82457" y="243394"/>
                    </a:cubicBezTo>
                    <a:cubicBezTo>
                      <a:pt x="77601" y="247387"/>
                      <a:pt x="90454" y="260223"/>
                      <a:pt x="89978" y="267354"/>
                    </a:cubicBezTo>
                    <a:cubicBezTo>
                      <a:pt x="89502" y="274485"/>
                      <a:pt x="80457" y="277528"/>
                      <a:pt x="82457" y="289128"/>
                    </a:cubicBezTo>
                    <a:cubicBezTo>
                      <a:pt x="83871" y="303736"/>
                      <a:pt x="83871" y="318447"/>
                      <a:pt x="82457" y="333055"/>
                    </a:cubicBezTo>
                    <a:cubicBezTo>
                      <a:pt x="82457" y="337904"/>
                      <a:pt x="76649" y="337428"/>
                      <a:pt x="77982" y="346746"/>
                    </a:cubicBezTo>
                    <a:cubicBezTo>
                      <a:pt x="79315" y="356064"/>
                      <a:pt x="72269" y="358346"/>
                      <a:pt x="70936" y="371657"/>
                    </a:cubicBezTo>
                    <a:cubicBezTo>
                      <a:pt x="67434" y="386422"/>
                      <a:pt x="62193" y="400720"/>
                      <a:pt x="55322" y="414253"/>
                    </a:cubicBezTo>
                    <a:cubicBezTo>
                      <a:pt x="51324" y="424427"/>
                      <a:pt x="51324" y="430227"/>
                      <a:pt x="45801" y="430227"/>
                    </a:cubicBezTo>
                    <a:cubicBezTo>
                      <a:pt x="40279" y="430227"/>
                      <a:pt x="39137" y="436027"/>
                      <a:pt x="43136" y="444869"/>
                    </a:cubicBezTo>
                    <a:cubicBezTo>
                      <a:pt x="47134" y="453712"/>
                      <a:pt x="40470" y="461318"/>
                      <a:pt x="45801" y="470161"/>
                    </a:cubicBezTo>
                    <a:cubicBezTo>
                      <a:pt x="51133" y="479003"/>
                      <a:pt x="49419" y="482140"/>
                      <a:pt x="46753" y="490603"/>
                    </a:cubicBezTo>
                    <a:cubicBezTo>
                      <a:pt x="44088" y="499065"/>
                      <a:pt x="40470" y="499445"/>
                      <a:pt x="40470" y="507432"/>
                    </a:cubicBezTo>
                    <a:cubicBezTo>
                      <a:pt x="40470" y="515419"/>
                      <a:pt x="34948" y="522074"/>
                      <a:pt x="38470" y="531582"/>
                    </a:cubicBezTo>
                    <a:cubicBezTo>
                      <a:pt x="41993" y="541090"/>
                      <a:pt x="41136" y="543563"/>
                      <a:pt x="36757" y="543563"/>
                    </a:cubicBezTo>
                    <a:cubicBezTo>
                      <a:pt x="32377" y="543563"/>
                      <a:pt x="30092" y="550598"/>
                      <a:pt x="28283" y="565241"/>
                    </a:cubicBezTo>
                    <a:cubicBezTo>
                      <a:pt x="26474" y="579883"/>
                      <a:pt x="26950" y="579503"/>
                      <a:pt x="37804" y="578552"/>
                    </a:cubicBezTo>
                    <a:cubicBezTo>
                      <a:pt x="48658" y="577601"/>
                      <a:pt x="39994" y="542612"/>
                      <a:pt x="46658" y="542612"/>
                    </a:cubicBezTo>
                    <a:cubicBezTo>
                      <a:pt x="53323" y="542612"/>
                      <a:pt x="47610" y="536907"/>
                      <a:pt x="54275" y="535100"/>
                    </a:cubicBezTo>
                    <a:cubicBezTo>
                      <a:pt x="60940" y="533294"/>
                      <a:pt x="55132" y="541280"/>
                      <a:pt x="59607" y="542612"/>
                    </a:cubicBezTo>
                    <a:cubicBezTo>
                      <a:pt x="64081" y="543943"/>
                      <a:pt x="67128" y="547556"/>
                      <a:pt x="60940" y="551549"/>
                    </a:cubicBezTo>
                    <a:cubicBezTo>
                      <a:pt x="54751" y="555542"/>
                      <a:pt x="62272" y="563529"/>
                      <a:pt x="59131" y="568378"/>
                    </a:cubicBezTo>
                    <a:cubicBezTo>
                      <a:pt x="55989" y="573227"/>
                      <a:pt x="51609" y="578552"/>
                      <a:pt x="54275" y="584352"/>
                    </a:cubicBezTo>
                    <a:cubicBezTo>
                      <a:pt x="56941" y="590152"/>
                      <a:pt x="51133" y="589676"/>
                      <a:pt x="50657" y="597188"/>
                    </a:cubicBezTo>
                    <a:cubicBezTo>
                      <a:pt x="50181" y="604699"/>
                      <a:pt x="54656" y="605269"/>
                      <a:pt x="51609" y="606696"/>
                    </a:cubicBezTo>
                    <a:cubicBezTo>
                      <a:pt x="48562" y="608122"/>
                      <a:pt x="55608" y="614302"/>
                      <a:pt x="51133" y="615158"/>
                    </a:cubicBezTo>
                    <a:cubicBezTo>
                      <a:pt x="46658" y="616014"/>
                      <a:pt x="49324" y="621813"/>
                      <a:pt x="51990" y="627138"/>
                    </a:cubicBezTo>
                    <a:cubicBezTo>
                      <a:pt x="54656" y="632462"/>
                      <a:pt x="46278" y="629325"/>
                      <a:pt x="41803" y="632938"/>
                    </a:cubicBezTo>
                    <a:cubicBezTo>
                      <a:pt x="37328" y="636551"/>
                      <a:pt x="46278" y="641305"/>
                      <a:pt x="43612" y="646249"/>
                    </a:cubicBezTo>
                    <a:cubicBezTo>
                      <a:pt x="40946" y="651193"/>
                      <a:pt x="34091" y="643587"/>
                      <a:pt x="30663" y="640925"/>
                    </a:cubicBezTo>
                    <a:cubicBezTo>
                      <a:pt x="27236" y="638262"/>
                      <a:pt x="35614" y="632938"/>
                      <a:pt x="39613" y="627613"/>
                    </a:cubicBezTo>
                    <a:cubicBezTo>
                      <a:pt x="43612" y="622289"/>
                      <a:pt x="35614" y="610309"/>
                      <a:pt x="28950" y="612876"/>
                    </a:cubicBezTo>
                    <a:cubicBezTo>
                      <a:pt x="22285" y="615443"/>
                      <a:pt x="35614" y="623145"/>
                      <a:pt x="35614" y="628849"/>
                    </a:cubicBezTo>
                    <a:cubicBezTo>
                      <a:pt x="35614" y="634554"/>
                      <a:pt x="24475" y="627613"/>
                      <a:pt x="24951" y="633794"/>
                    </a:cubicBezTo>
                    <a:cubicBezTo>
                      <a:pt x="25427" y="639974"/>
                      <a:pt x="17334" y="637787"/>
                      <a:pt x="13335" y="642256"/>
                    </a:cubicBezTo>
                    <a:cubicBezTo>
                      <a:pt x="9337" y="646724"/>
                      <a:pt x="18667" y="650623"/>
                      <a:pt x="14288" y="651764"/>
                    </a:cubicBezTo>
                    <a:cubicBezTo>
                      <a:pt x="9908" y="652905"/>
                      <a:pt x="2291" y="659370"/>
                      <a:pt x="1815" y="663744"/>
                    </a:cubicBezTo>
                    <a:cubicBezTo>
                      <a:pt x="1339" y="668117"/>
                      <a:pt x="6671" y="669068"/>
                      <a:pt x="6671" y="664695"/>
                    </a:cubicBezTo>
                    <a:cubicBezTo>
                      <a:pt x="6671" y="660321"/>
                      <a:pt x="13812" y="658895"/>
                      <a:pt x="16192" y="664695"/>
                    </a:cubicBezTo>
                    <a:cubicBezTo>
                      <a:pt x="18572" y="670494"/>
                      <a:pt x="21523" y="664695"/>
                      <a:pt x="27807" y="666026"/>
                    </a:cubicBezTo>
                    <a:cubicBezTo>
                      <a:pt x="34091" y="667357"/>
                      <a:pt x="33139" y="676675"/>
                      <a:pt x="29521" y="676199"/>
                    </a:cubicBezTo>
                    <a:cubicBezTo>
                      <a:pt x="25903" y="675724"/>
                      <a:pt x="22476" y="681999"/>
                      <a:pt x="23332" y="688655"/>
                    </a:cubicBezTo>
                    <a:cubicBezTo>
                      <a:pt x="24189" y="695310"/>
                      <a:pt x="36661" y="688655"/>
                      <a:pt x="42374" y="690366"/>
                    </a:cubicBezTo>
                    <a:cubicBezTo>
                      <a:pt x="48086" y="692078"/>
                      <a:pt x="45897" y="701491"/>
                      <a:pt x="42374" y="698353"/>
                    </a:cubicBezTo>
                    <a:cubicBezTo>
                      <a:pt x="38851" y="695215"/>
                      <a:pt x="32091" y="689986"/>
                      <a:pt x="29045" y="695310"/>
                    </a:cubicBezTo>
                    <a:cubicBezTo>
                      <a:pt x="25998" y="700635"/>
                      <a:pt x="21047" y="697973"/>
                      <a:pt x="17049" y="696166"/>
                    </a:cubicBezTo>
                    <a:cubicBezTo>
                      <a:pt x="13050" y="694360"/>
                      <a:pt x="-1231" y="703772"/>
                      <a:pt x="3719" y="707291"/>
                    </a:cubicBezTo>
                    <a:cubicBezTo>
                      <a:pt x="8670" y="710809"/>
                      <a:pt x="8099" y="716799"/>
                      <a:pt x="11241" y="716133"/>
                    </a:cubicBezTo>
                    <a:cubicBezTo>
                      <a:pt x="15133" y="715476"/>
                      <a:pt x="18580" y="713238"/>
                      <a:pt x="20762" y="709953"/>
                    </a:cubicBezTo>
                    <a:cubicBezTo>
                      <a:pt x="22476" y="706340"/>
                      <a:pt x="28759" y="702822"/>
                      <a:pt x="29140" y="710809"/>
                    </a:cubicBezTo>
                    <a:cubicBezTo>
                      <a:pt x="29521" y="718795"/>
                      <a:pt x="20762" y="714802"/>
                      <a:pt x="18953" y="719271"/>
                    </a:cubicBezTo>
                    <a:cubicBezTo>
                      <a:pt x="16579" y="724174"/>
                      <a:pt x="12887" y="728322"/>
                      <a:pt x="8289" y="731251"/>
                    </a:cubicBezTo>
                    <a:cubicBezTo>
                      <a:pt x="6153" y="732869"/>
                      <a:pt x="5734" y="735911"/>
                      <a:pt x="7355" y="738045"/>
                    </a:cubicBezTo>
                    <a:cubicBezTo>
                      <a:pt x="8613" y="739701"/>
                      <a:pt x="10790" y="740373"/>
                      <a:pt x="12764" y="739713"/>
                    </a:cubicBezTo>
                    <a:cubicBezTo>
                      <a:pt x="17144" y="737431"/>
                      <a:pt x="11431" y="744942"/>
                      <a:pt x="17620" y="745893"/>
                    </a:cubicBezTo>
                    <a:cubicBezTo>
                      <a:pt x="23808" y="746844"/>
                      <a:pt x="25141" y="742280"/>
                      <a:pt x="23808" y="737906"/>
                    </a:cubicBezTo>
                    <a:cubicBezTo>
                      <a:pt x="22476" y="733533"/>
                      <a:pt x="26950" y="723739"/>
                      <a:pt x="32282" y="728398"/>
                    </a:cubicBezTo>
                    <a:cubicBezTo>
                      <a:pt x="37614" y="733057"/>
                      <a:pt x="29616" y="737906"/>
                      <a:pt x="29616" y="742565"/>
                    </a:cubicBezTo>
                    <a:cubicBezTo>
                      <a:pt x="29616" y="747224"/>
                      <a:pt x="26474" y="752834"/>
                      <a:pt x="26474" y="757683"/>
                    </a:cubicBezTo>
                    <a:cubicBezTo>
                      <a:pt x="26474" y="762532"/>
                      <a:pt x="20762" y="759870"/>
                      <a:pt x="21142" y="765194"/>
                    </a:cubicBezTo>
                    <a:cubicBezTo>
                      <a:pt x="21523" y="770519"/>
                      <a:pt x="8766" y="767001"/>
                      <a:pt x="14478" y="770519"/>
                    </a:cubicBezTo>
                    <a:cubicBezTo>
                      <a:pt x="20190" y="774037"/>
                      <a:pt x="10955" y="778981"/>
                      <a:pt x="14478" y="782499"/>
                    </a:cubicBezTo>
                    <a:cubicBezTo>
                      <a:pt x="18001" y="786017"/>
                      <a:pt x="20190" y="777650"/>
                      <a:pt x="25141" y="779456"/>
                    </a:cubicBezTo>
                    <a:cubicBezTo>
                      <a:pt x="30092" y="781263"/>
                      <a:pt x="29140" y="782499"/>
                      <a:pt x="35329" y="779456"/>
                    </a:cubicBezTo>
                    <a:cubicBezTo>
                      <a:pt x="41517" y="776414"/>
                      <a:pt x="44849" y="784401"/>
                      <a:pt x="39327" y="786112"/>
                    </a:cubicBezTo>
                    <a:cubicBezTo>
                      <a:pt x="33805" y="787824"/>
                      <a:pt x="27331" y="794574"/>
                      <a:pt x="29806" y="795620"/>
                    </a:cubicBezTo>
                    <a:cubicBezTo>
                      <a:pt x="32282" y="796666"/>
                      <a:pt x="39994" y="791246"/>
                      <a:pt x="41803" y="796951"/>
                    </a:cubicBezTo>
                    <a:cubicBezTo>
                      <a:pt x="43612" y="802656"/>
                      <a:pt x="47991" y="800944"/>
                      <a:pt x="48467" y="794764"/>
                    </a:cubicBezTo>
                    <a:cubicBezTo>
                      <a:pt x="48943" y="788584"/>
                      <a:pt x="59607" y="793909"/>
                      <a:pt x="61320" y="799233"/>
                    </a:cubicBezTo>
                    <a:cubicBezTo>
                      <a:pt x="63034" y="804558"/>
                      <a:pt x="50276" y="807600"/>
                      <a:pt x="43612" y="806269"/>
                    </a:cubicBezTo>
                    <a:cubicBezTo>
                      <a:pt x="36947" y="804938"/>
                      <a:pt x="33329" y="812544"/>
                      <a:pt x="37804" y="818249"/>
                    </a:cubicBezTo>
                    <a:cubicBezTo>
                      <a:pt x="42279" y="823954"/>
                      <a:pt x="47325" y="818249"/>
                      <a:pt x="52466" y="813400"/>
                    </a:cubicBezTo>
                    <a:cubicBezTo>
                      <a:pt x="57607" y="808551"/>
                      <a:pt x="81028" y="809882"/>
                      <a:pt x="83123" y="815206"/>
                    </a:cubicBezTo>
                    <a:cubicBezTo>
                      <a:pt x="85218" y="820531"/>
                      <a:pt x="71984" y="816062"/>
                      <a:pt x="70651" y="819200"/>
                    </a:cubicBezTo>
                    <a:cubicBezTo>
                      <a:pt x="69318" y="822337"/>
                      <a:pt x="59607" y="824905"/>
                      <a:pt x="58274" y="821387"/>
                    </a:cubicBezTo>
                    <a:cubicBezTo>
                      <a:pt x="56941" y="817869"/>
                      <a:pt x="47610" y="822718"/>
                      <a:pt x="47134" y="828518"/>
                    </a:cubicBezTo>
                    <a:cubicBezTo>
                      <a:pt x="46658" y="834318"/>
                      <a:pt x="39613" y="834223"/>
                      <a:pt x="47610" y="836505"/>
                    </a:cubicBezTo>
                    <a:cubicBezTo>
                      <a:pt x="55608" y="838786"/>
                      <a:pt x="53323" y="828042"/>
                      <a:pt x="65795" y="828898"/>
                    </a:cubicBezTo>
                    <a:cubicBezTo>
                      <a:pt x="78267" y="829754"/>
                      <a:pt x="84837" y="817393"/>
                      <a:pt x="88455" y="824524"/>
                    </a:cubicBezTo>
                    <a:cubicBezTo>
                      <a:pt x="92073" y="831655"/>
                      <a:pt x="78267" y="837360"/>
                      <a:pt x="73317" y="832892"/>
                    </a:cubicBezTo>
                    <a:cubicBezTo>
                      <a:pt x="68366" y="828423"/>
                      <a:pt x="62653" y="836029"/>
                      <a:pt x="63129" y="842400"/>
                    </a:cubicBezTo>
                    <a:cubicBezTo>
                      <a:pt x="63605" y="848770"/>
                      <a:pt x="48943" y="840593"/>
                      <a:pt x="41803" y="839737"/>
                    </a:cubicBezTo>
                    <a:cubicBezTo>
                      <a:pt x="34662" y="838882"/>
                      <a:pt x="37804" y="846393"/>
                      <a:pt x="43993" y="853048"/>
                    </a:cubicBezTo>
                    <a:cubicBezTo>
                      <a:pt x="50181" y="859704"/>
                      <a:pt x="53513" y="852193"/>
                      <a:pt x="61320" y="857042"/>
                    </a:cubicBezTo>
                    <a:cubicBezTo>
                      <a:pt x="69127" y="861891"/>
                      <a:pt x="68937" y="867311"/>
                      <a:pt x="74269" y="862366"/>
                    </a:cubicBezTo>
                    <a:cubicBezTo>
                      <a:pt x="79600" y="857422"/>
                      <a:pt x="74269" y="857993"/>
                      <a:pt x="70651" y="855711"/>
                    </a:cubicBezTo>
                    <a:cubicBezTo>
                      <a:pt x="67033" y="853429"/>
                      <a:pt x="70651" y="846203"/>
                      <a:pt x="78648" y="849911"/>
                    </a:cubicBezTo>
                    <a:cubicBezTo>
                      <a:pt x="84459" y="852499"/>
                      <a:pt x="91270" y="849893"/>
                      <a:pt x="93862" y="844090"/>
                    </a:cubicBezTo>
                    <a:cubicBezTo>
                      <a:pt x="95038" y="841457"/>
                      <a:pt x="95181" y="838478"/>
                      <a:pt x="94262" y="835744"/>
                    </a:cubicBezTo>
                    <a:cubicBezTo>
                      <a:pt x="91597" y="825095"/>
                      <a:pt x="101784" y="820246"/>
                      <a:pt x="111971" y="816728"/>
                    </a:cubicBezTo>
                    <a:cubicBezTo>
                      <a:pt x="122158" y="813210"/>
                      <a:pt x="116922" y="823384"/>
                      <a:pt x="109400" y="826236"/>
                    </a:cubicBezTo>
                    <a:cubicBezTo>
                      <a:pt x="101879" y="829088"/>
                      <a:pt x="100451" y="831560"/>
                      <a:pt x="106259" y="837741"/>
                    </a:cubicBezTo>
                    <a:cubicBezTo>
                      <a:pt x="112066" y="843921"/>
                      <a:pt x="119588" y="833747"/>
                      <a:pt x="124443" y="838691"/>
                    </a:cubicBezTo>
                    <a:cubicBezTo>
                      <a:pt x="129299" y="843636"/>
                      <a:pt x="115589" y="842685"/>
                      <a:pt x="113399" y="847534"/>
                    </a:cubicBezTo>
                    <a:cubicBezTo>
                      <a:pt x="111209" y="852383"/>
                      <a:pt x="121778" y="858183"/>
                      <a:pt x="114256" y="861796"/>
                    </a:cubicBezTo>
                    <a:cubicBezTo>
                      <a:pt x="106735" y="865409"/>
                      <a:pt x="110257" y="847058"/>
                      <a:pt x="105783" y="845347"/>
                    </a:cubicBezTo>
                    <a:cubicBezTo>
                      <a:pt x="101308" y="843636"/>
                      <a:pt x="97309" y="847534"/>
                      <a:pt x="101784" y="857802"/>
                    </a:cubicBezTo>
                    <a:cubicBezTo>
                      <a:pt x="106259" y="868071"/>
                      <a:pt x="96452" y="859134"/>
                      <a:pt x="92263" y="854189"/>
                    </a:cubicBezTo>
                    <a:cubicBezTo>
                      <a:pt x="88074" y="849245"/>
                      <a:pt x="81600" y="856472"/>
                      <a:pt x="86931" y="861796"/>
                    </a:cubicBezTo>
                    <a:cubicBezTo>
                      <a:pt x="92263" y="867120"/>
                      <a:pt x="76744" y="861796"/>
                      <a:pt x="76744" y="869783"/>
                    </a:cubicBezTo>
                    <a:cubicBezTo>
                      <a:pt x="76744" y="877769"/>
                      <a:pt x="83409" y="871114"/>
                      <a:pt x="91406" y="872825"/>
                    </a:cubicBezTo>
                    <a:cubicBezTo>
                      <a:pt x="99404" y="874537"/>
                      <a:pt x="95881" y="886137"/>
                      <a:pt x="101593" y="890605"/>
                    </a:cubicBezTo>
                    <a:cubicBezTo>
                      <a:pt x="107306" y="895074"/>
                      <a:pt x="102545" y="876438"/>
                      <a:pt x="108734" y="875107"/>
                    </a:cubicBezTo>
                    <a:cubicBezTo>
                      <a:pt x="114923" y="873776"/>
                      <a:pt x="108734" y="889274"/>
                      <a:pt x="123015" y="894123"/>
                    </a:cubicBezTo>
                    <a:cubicBezTo>
                      <a:pt x="137297" y="898972"/>
                      <a:pt x="123872" y="891461"/>
                      <a:pt x="130061" y="886992"/>
                    </a:cubicBezTo>
                    <a:cubicBezTo>
                      <a:pt x="136249" y="882523"/>
                      <a:pt x="144342" y="900303"/>
                      <a:pt x="151007" y="902110"/>
                    </a:cubicBezTo>
                    <a:cubicBezTo>
                      <a:pt x="157671" y="903916"/>
                      <a:pt x="153196" y="894123"/>
                      <a:pt x="148341" y="888704"/>
                    </a:cubicBezTo>
                    <a:cubicBezTo>
                      <a:pt x="143485" y="883284"/>
                      <a:pt x="153196" y="886517"/>
                      <a:pt x="159861" y="888704"/>
                    </a:cubicBezTo>
                    <a:cubicBezTo>
                      <a:pt x="166525" y="890891"/>
                      <a:pt x="171857" y="891841"/>
                      <a:pt x="173190" y="886992"/>
                    </a:cubicBezTo>
                    <a:cubicBezTo>
                      <a:pt x="173666" y="885186"/>
                      <a:pt x="174904" y="885186"/>
                      <a:pt x="176522" y="885661"/>
                    </a:cubicBezTo>
                    <a:cubicBezTo>
                      <a:pt x="169572" y="881192"/>
                      <a:pt x="145960" y="884520"/>
                      <a:pt x="142723" y="883950"/>
                    </a:cubicBezTo>
                    <a:cubicBezTo>
                      <a:pt x="139486" y="883379"/>
                      <a:pt x="142057" y="830229"/>
                      <a:pt x="142723" y="817964"/>
                    </a:cubicBezTo>
                    <a:lnTo>
                      <a:pt x="141295" y="817964"/>
                    </a:lnTo>
                    <a:cubicBezTo>
                      <a:pt x="135488" y="817964"/>
                      <a:pt x="122254" y="819295"/>
                      <a:pt x="124824" y="810358"/>
                    </a:cubicBezTo>
                    <a:cubicBezTo>
                      <a:pt x="125087" y="809045"/>
                      <a:pt x="125976" y="807944"/>
                      <a:pt x="127205" y="807410"/>
                    </a:cubicBezTo>
                    <a:cubicBezTo>
                      <a:pt x="124128" y="804520"/>
                      <a:pt x="120408" y="802402"/>
                      <a:pt x="116351" y="801230"/>
                    </a:cubicBezTo>
                    <a:cubicBezTo>
                      <a:pt x="104328" y="800009"/>
                      <a:pt x="92198" y="800360"/>
                      <a:pt x="80267" y="8022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32" name="Freeform 2698">
                <a:extLst>
                  <a:ext uri="{FF2B5EF4-FFF2-40B4-BE49-F238E27FC236}">
                    <a16:creationId xmlns:a16="http://schemas.microsoft.com/office/drawing/2014/main" id="{9AE2BCD9-EA22-284D-F55E-26766925A49F}"/>
                  </a:ext>
                </a:extLst>
              </p:cNvPr>
              <p:cNvSpPr/>
              <p:nvPr/>
            </p:nvSpPr>
            <p:spPr>
              <a:xfrm>
                <a:off x="8969845" y="8522407"/>
                <a:ext cx="404093" cy="403549"/>
              </a:xfrm>
              <a:custGeom>
                <a:avLst/>
                <a:gdLst>
                  <a:gd name="connsiteX0" fmla="*/ 172208 w 171374"/>
                  <a:gd name="connsiteY0" fmla="*/ 97947 h 171144"/>
                  <a:gd name="connsiteX1" fmla="*/ 155356 w 171374"/>
                  <a:gd name="connsiteY1" fmla="*/ 101560 h 171144"/>
                  <a:gd name="connsiteX2" fmla="*/ 145835 w 171374"/>
                  <a:gd name="connsiteY2" fmla="*/ 79406 h 171144"/>
                  <a:gd name="connsiteX3" fmla="*/ 131935 w 171374"/>
                  <a:gd name="connsiteY3" fmla="*/ 62482 h 171144"/>
                  <a:gd name="connsiteX4" fmla="*/ 114512 w 171374"/>
                  <a:gd name="connsiteY4" fmla="*/ 60675 h 171144"/>
                  <a:gd name="connsiteX5" fmla="*/ 104324 w 171374"/>
                  <a:gd name="connsiteY5" fmla="*/ 44511 h 171144"/>
                  <a:gd name="connsiteX6" fmla="*/ 100706 w 171374"/>
                  <a:gd name="connsiteY6" fmla="*/ 19886 h 171144"/>
                  <a:gd name="connsiteX7" fmla="*/ 99850 w 171374"/>
                  <a:gd name="connsiteY7" fmla="*/ 9142 h 171144"/>
                  <a:gd name="connsiteX8" fmla="*/ 96422 w 171374"/>
                  <a:gd name="connsiteY8" fmla="*/ 10378 h 171144"/>
                  <a:gd name="connsiteX9" fmla="*/ 77380 w 171374"/>
                  <a:gd name="connsiteY9" fmla="*/ 2106 h 171144"/>
                  <a:gd name="connsiteX10" fmla="*/ 54245 w 171374"/>
                  <a:gd name="connsiteY10" fmla="*/ 4388 h 171144"/>
                  <a:gd name="connsiteX11" fmla="*/ 29967 w 171374"/>
                  <a:gd name="connsiteY11" fmla="*/ 8571 h 171144"/>
                  <a:gd name="connsiteX12" fmla="*/ 14543 w 171374"/>
                  <a:gd name="connsiteY12" fmla="*/ 27587 h 171144"/>
                  <a:gd name="connsiteX13" fmla="*/ 8640 w 171374"/>
                  <a:gd name="connsiteY13" fmla="*/ 58393 h 171144"/>
                  <a:gd name="connsiteX14" fmla="*/ 1785 w 171374"/>
                  <a:gd name="connsiteY14" fmla="*/ 58393 h 171144"/>
                  <a:gd name="connsiteX15" fmla="*/ 29586 w 171374"/>
                  <a:gd name="connsiteY15" fmla="*/ 86917 h 171144"/>
                  <a:gd name="connsiteX16" fmla="*/ 51865 w 171374"/>
                  <a:gd name="connsiteY16" fmla="*/ 100799 h 171144"/>
                  <a:gd name="connsiteX17" fmla="*/ 74143 w 171374"/>
                  <a:gd name="connsiteY17" fmla="*/ 112209 h 171144"/>
                  <a:gd name="connsiteX18" fmla="*/ 111370 w 171374"/>
                  <a:gd name="connsiteY18" fmla="*/ 131225 h 171144"/>
                  <a:gd name="connsiteX19" fmla="*/ 95756 w 171374"/>
                  <a:gd name="connsiteY19" fmla="*/ 158228 h 171144"/>
                  <a:gd name="connsiteX20" fmla="*/ 89186 w 171374"/>
                  <a:gd name="connsiteY20" fmla="*/ 171444 h 171144"/>
                  <a:gd name="connsiteX21" fmla="*/ 108228 w 171374"/>
                  <a:gd name="connsiteY21" fmla="*/ 175627 h 171144"/>
                  <a:gd name="connsiteX22" fmla="*/ 127270 w 171374"/>
                  <a:gd name="connsiteY22" fmla="*/ 177434 h 171144"/>
                  <a:gd name="connsiteX23" fmla="*/ 144693 w 171374"/>
                  <a:gd name="connsiteY23" fmla="*/ 173821 h 171144"/>
                  <a:gd name="connsiteX24" fmla="*/ 160307 w 171374"/>
                  <a:gd name="connsiteY24" fmla="*/ 166024 h 171144"/>
                  <a:gd name="connsiteX25" fmla="*/ 170589 w 171374"/>
                  <a:gd name="connsiteY25" fmla="*/ 136549 h 171144"/>
                  <a:gd name="connsiteX26" fmla="*/ 172208 w 171374"/>
                  <a:gd name="connsiteY26" fmla="*/ 97947 h 171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1374" h="171144">
                    <a:moveTo>
                      <a:pt x="172208" y="97947"/>
                    </a:moveTo>
                    <a:cubicBezTo>
                      <a:pt x="164972" y="94334"/>
                      <a:pt x="157736" y="101560"/>
                      <a:pt x="155356" y="101560"/>
                    </a:cubicBezTo>
                    <a:cubicBezTo>
                      <a:pt x="152976" y="101560"/>
                      <a:pt x="147549" y="85967"/>
                      <a:pt x="145835" y="79406"/>
                    </a:cubicBezTo>
                    <a:cubicBezTo>
                      <a:pt x="144121" y="72845"/>
                      <a:pt x="136314" y="59534"/>
                      <a:pt x="131935" y="62482"/>
                    </a:cubicBezTo>
                    <a:cubicBezTo>
                      <a:pt x="127555" y="65429"/>
                      <a:pt x="128317" y="61341"/>
                      <a:pt x="114512" y="60675"/>
                    </a:cubicBezTo>
                    <a:cubicBezTo>
                      <a:pt x="100706" y="60010"/>
                      <a:pt x="101278" y="57728"/>
                      <a:pt x="104324" y="44511"/>
                    </a:cubicBezTo>
                    <a:cubicBezTo>
                      <a:pt x="107371" y="31295"/>
                      <a:pt x="95280" y="22833"/>
                      <a:pt x="100706" y="19886"/>
                    </a:cubicBezTo>
                    <a:cubicBezTo>
                      <a:pt x="106133" y="16938"/>
                      <a:pt x="104420" y="14942"/>
                      <a:pt x="99850" y="9142"/>
                    </a:cubicBezTo>
                    <a:cubicBezTo>
                      <a:pt x="98854" y="9883"/>
                      <a:pt x="97662" y="10313"/>
                      <a:pt x="96422" y="10378"/>
                    </a:cubicBezTo>
                    <a:cubicBezTo>
                      <a:pt x="91662" y="10378"/>
                      <a:pt x="85759" y="2106"/>
                      <a:pt x="77380" y="2106"/>
                    </a:cubicBezTo>
                    <a:cubicBezTo>
                      <a:pt x="69594" y="1275"/>
                      <a:pt x="61719" y="2051"/>
                      <a:pt x="54245" y="4388"/>
                    </a:cubicBezTo>
                    <a:cubicBezTo>
                      <a:pt x="48342" y="7430"/>
                      <a:pt x="37107" y="3817"/>
                      <a:pt x="29967" y="8571"/>
                    </a:cubicBezTo>
                    <a:cubicBezTo>
                      <a:pt x="22826" y="13325"/>
                      <a:pt x="13972" y="23404"/>
                      <a:pt x="14543" y="27587"/>
                    </a:cubicBezTo>
                    <a:cubicBezTo>
                      <a:pt x="15114" y="31771"/>
                      <a:pt x="12163" y="57157"/>
                      <a:pt x="8640" y="58393"/>
                    </a:cubicBezTo>
                    <a:cubicBezTo>
                      <a:pt x="6370" y="58764"/>
                      <a:pt x="4055" y="58764"/>
                      <a:pt x="1785" y="58393"/>
                    </a:cubicBezTo>
                    <a:cubicBezTo>
                      <a:pt x="9173" y="69563"/>
                      <a:pt x="18605" y="79241"/>
                      <a:pt x="29586" y="86917"/>
                    </a:cubicBezTo>
                    <a:cubicBezTo>
                      <a:pt x="40440" y="93573"/>
                      <a:pt x="39773" y="99563"/>
                      <a:pt x="51865" y="100799"/>
                    </a:cubicBezTo>
                    <a:cubicBezTo>
                      <a:pt x="60625" y="101086"/>
                      <a:pt x="68798" y="105271"/>
                      <a:pt x="74143" y="112209"/>
                    </a:cubicBezTo>
                    <a:cubicBezTo>
                      <a:pt x="78333" y="117533"/>
                      <a:pt x="108990" y="126566"/>
                      <a:pt x="111370" y="131225"/>
                    </a:cubicBezTo>
                    <a:cubicBezTo>
                      <a:pt x="113750" y="135884"/>
                      <a:pt x="95756" y="147388"/>
                      <a:pt x="95756" y="158228"/>
                    </a:cubicBezTo>
                    <a:cubicBezTo>
                      <a:pt x="95756" y="169067"/>
                      <a:pt x="89186" y="167736"/>
                      <a:pt x="89186" y="171444"/>
                    </a:cubicBezTo>
                    <a:cubicBezTo>
                      <a:pt x="89186" y="175152"/>
                      <a:pt x="102991" y="172585"/>
                      <a:pt x="108228" y="175627"/>
                    </a:cubicBezTo>
                    <a:cubicBezTo>
                      <a:pt x="113464" y="178670"/>
                      <a:pt x="121462" y="173821"/>
                      <a:pt x="127270" y="177434"/>
                    </a:cubicBezTo>
                    <a:cubicBezTo>
                      <a:pt x="133077" y="181047"/>
                      <a:pt x="139932" y="172585"/>
                      <a:pt x="144693" y="173821"/>
                    </a:cubicBezTo>
                    <a:cubicBezTo>
                      <a:pt x="149453" y="175057"/>
                      <a:pt x="154214" y="165453"/>
                      <a:pt x="160307" y="166024"/>
                    </a:cubicBezTo>
                    <a:cubicBezTo>
                      <a:pt x="166400" y="166594"/>
                      <a:pt x="171732" y="145011"/>
                      <a:pt x="170589" y="136549"/>
                    </a:cubicBezTo>
                    <a:cubicBezTo>
                      <a:pt x="169447" y="128087"/>
                      <a:pt x="179444" y="101560"/>
                      <a:pt x="172208" y="979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33" name="Freeform 2701">
                <a:extLst>
                  <a:ext uri="{FF2B5EF4-FFF2-40B4-BE49-F238E27FC236}">
                    <a16:creationId xmlns:a16="http://schemas.microsoft.com/office/drawing/2014/main" id="{D3E8F086-B625-B70A-D8C0-FC05C54206FD}"/>
                  </a:ext>
                </a:extLst>
              </p:cNvPr>
              <p:cNvSpPr/>
              <p:nvPr/>
            </p:nvSpPr>
            <p:spPr>
              <a:xfrm>
                <a:off x="8200946" y="6996296"/>
                <a:ext cx="561239" cy="784680"/>
              </a:xfrm>
              <a:custGeom>
                <a:avLst/>
                <a:gdLst>
                  <a:gd name="connsiteX0" fmla="*/ 39678 w 238020"/>
                  <a:gd name="connsiteY0" fmla="*/ 247041 h 332780"/>
                  <a:gd name="connsiteX1" fmla="*/ 55007 w 238020"/>
                  <a:gd name="connsiteY1" fmla="*/ 247041 h 332780"/>
                  <a:gd name="connsiteX2" fmla="*/ 69383 w 238020"/>
                  <a:gd name="connsiteY2" fmla="*/ 258165 h 332780"/>
                  <a:gd name="connsiteX3" fmla="*/ 70240 w 238020"/>
                  <a:gd name="connsiteY3" fmla="*/ 259116 h 332780"/>
                  <a:gd name="connsiteX4" fmla="*/ 87568 w 238020"/>
                  <a:gd name="connsiteY4" fmla="*/ 258640 h 332780"/>
                  <a:gd name="connsiteX5" fmla="*/ 99374 w 238020"/>
                  <a:gd name="connsiteY5" fmla="*/ 275280 h 332780"/>
                  <a:gd name="connsiteX6" fmla="*/ 111941 w 238020"/>
                  <a:gd name="connsiteY6" fmla="*/ 287830 h 332780"/>
                  <a:gd name="connsiteX7" fmla="*/ 119558 w 238020"/>
                  <a:gd name="connsiteY7" fmla="*/ 300381 h 332780"/>
                  <a:gd name="connsiteX8" fmla="*/ 142598 w 238020"/>
                  <a:gd name="connsiteY8" fmla="*/ 303138 h 332780"/>
                  <a:gd name="connsiteX9" fmla="*/ 154499 w 238020"/>
                  <a:gd name="connsiteY9" fmla="*/ 301807 h 332780"/>
                  <a:gd name="connsiteX10" fmla="*/ 167733 w 238020"/>
                  <a:gd name="connsiteY10" fmla="*/ 301046 h 332780"/>
                  <a:gd name="connsiteX11" fmla="*/ 182395 w 238020"/>
                  <a:gd name="connsiteY11" fmla="*/ 312931 h 332780"/>
                  <a:gd name="connsiteX12" fmla="*/ 171922 w 238020"/>
                  <a:gd name="connsiteY12" fmla="*/ 329665 h 332780"/>
                  <a:gd name="connsiteX13" fmla="*/ 183823 w 238020"/>
                  <a:gd name="connsiteY13" fmla="*/ 339173 h 332780"/>
                  <a:gd name="connsiteX14" fmla="*/ 184775 w 238020"/>
                  <a:gd name="connsiteY14" fmla="*/ 339173 h 332780"/>
                  <a:gd name="connsiteX15" fmla="*/ 192487 w 238020"/>
                  <a:gd name="connsiteY15" fmla="*/ 311980 h 332780"/>
                  <a:gd name="connsiteX16" fmla="*/ 196581 w 238020"/>
                  <a:gd name="connsiteY16" fmla="*/ 284693 h 332780"/>
                  <a:gd name="connsiteX17" fmla="*/ 183823 w 238020"/>
                  <a:gd name="connsiteY17" fmla="*/ 252175 h 332780"/>
                  <a:gd name="connsiteX18" fmla="*/ 197438 w 238020"/>
                  <a:gd name="connsiteY18" fmla="*/ 241431 h 332780"/>
                  <a:gd name="connsiteX19" fmla="*/ 193439 w 238020"/>
                  <a:gd name="connsiteY19" fmla="*/ 233254 h 332780"/>
                  <a:gd name="connsiteX20" fmla="*/ 188203 w 238020"/>
                  <a:gd name="connsiteY20" fmla="*/ 222225 h 332780"/>
                  <a:gd name="connsiteX21" fmla="*/ 218479 w 238020"/>
                  <a:gd name="connsiteY21" fmla="*/ 220038 h 332780"/>
                  <a:gd name="connsiteX22" fmla="*/ 240948 w 238020"/>
                  <a:gd name="connsiteY22" fmla="*/ 212622 h 332780"/>
                  <a:gd name="connsiteX23" fmla="*/ 237330 w 238020"/>
                  <a:gd name="connsiteY23" fmla="*/ 202353 h 332780"/>
                  <a:gd name="connsiteX24" fmla="*/ 238092 w 238020"/>
                  <a:gd name="connsiteY24" fmla="*/ 187330 h 332780"/>
                  <a:gd name="connsiteX25" fmla="*/ 230285 w 238020"/>
                  <a:gd name="connsiteY25" fmla="*/ 172022 h 332780"/>
                  <a:gd name="connsiteX26" fmla="*/ 235140 w 238020"/>
                  <a:gd name="connsiteY26" fmla="*/ 135321 h 332780"/>
                  <a:gd name="connsiteX27" fmla="*/ 211624 w 238020"/>
                  <a:gd name="connsiteY27" fmla="*/ 129141 h 332780"/>
                  <a:gd name="connsiteX28" fmla="*/ 183633 w 238020"/>
                  <a:gd name="connsiteY28" fmla="*/ 116971 h 332780"/>
                  <a:gd name="connsiteX29" fmla="*/ 149358 w 238020"/>
                  <a:gd name="connsiteY29" fmla="*/ 113928 h 332780"/>
                  <a:gd name="connsiteX30" fmla="*/ 136314 w 238020"/>
                  <a:gd name="connsiteY30" fmla="*/ 87496 h 332780"/>
                  <a:gd name="connsiteX31" fmla="*/ 127460 w 238020"/>
                  <a:gd name="connsiteY31" fmla="*/ 74280 h 332780"/>
                  <a:gd name="connsiteX32" fmla="*/ 117939 w 238020"/>
                  <a:gd name="connsiteY32" fmla="*/ 69906 h 332780"/>
                  <a:gd name="connsiteX33" fmla="*/ 120986 w 238020"/>
                  <a:gd name="connsiteY33" fmla="*/ 60398 h 332780"/>
                  <a:gd name="connsiteX34" fmla="*/ 123937 w 238020"/>
                  <a:gd name="connsiteY34" fmla="*/ 45566 h 332780"/>
                  <a:gd name="connsiteX35" fmla="*/ 141646 w 238020"/>
                  <a:gd name="connsiteY35" fmla="*/ 22937 h 332780"/>
                  <a:gd name="connsiteX36" fmla="*/ 147739 w 238020"/>
                  <a:gd name="connsiteY36" fmla="*/ 19133 h 332780"/>
                  <a:gd name="connsiteX37" fmla="*/ 152595 w 238020"/>
                  <a:gd name="connsiteY37" fmla="*/ 15235 h 332780"/>
                  <a:gd name="connsiteX38" fmla="*/ 157451 w 238020"/>
                  <a:gd name="connsiteY38" fmla="*/ 2780 h 332780"/>
                  <a:gd name="connsiteX39" fmla="*/ 134791 w 238020"/>
                  <a:gd name="connsiteY39" fmla="*/ 13429 h 332780"/>
                  <a:gd name="connsiteX40" fmla="*/ 117463 w 238020"/>
                  <a:gd name="connsiteY40" fmla="*/ 23602 h 332780"/>
                  <a:gd name="connsiteX41" fmla="*/ 99278 w 238020"/>
                  <a:gd name="connsiteY41" fmla="*/ 29402 h 332780"/>
                  <a:gd name="connsiteX42" fmla="*/ 89758 w 238020"/>
                  <a:gd name="connsiteY42" fmla="*/ 28071 h 332780"/>
                  <a:gd name="connsiteX43" fmla="*/ 70716 w 238020"/>
                  <a:gd name="connsiteY43" fmla="*/ 45375 h 332780"/>
                  <a:gd name="connsiteX44" fmla="*/ 63575 w 238020"/>
                  <a:gd name="connsiteY44" fmla="*/ 64392 h 332780"/>
                  <a:gd name="connsiteX45" fmla="*/ 43582 w 238020"/>
                  <a:gd name="connsiteY45" fmla="*/ 87496 h 332780"/>
                  <a:gd name="connsiteX46" fmla="*/ 39202 w 238020"/>
                  <a:gd name="connsiteY46" fmla="*/ 88447 h 332780"/>
                  <a:gd name="connsiteX47" fmla="*/ 36441 w 238020"/>
                  <a:gd name="connsiteY47" fmla="*/ 94722 h 332780"/>
                  <a:gd name="connsiteX48" fmla="*/ 22921 w 238020"/>
                  <a:gd name="connsiteY48" fmla="*/ 107843 h 332780"/>
                  <a:gd name="connsiteX49" fmla="*/ 29300 w 238020"/>
                  <a:gd name="connsiteY49" fmla="*/ 114023 h 332780"/>
                  <a:gd name="connsiteX50" fmla="*/ 33299 w 238020"/>
                  <a:gd name="connsiteY50" fmla="*/ 129617 h 332780"/>
                  <a:gd name="connsiteX51" fmla="*/ 33299 w 238020"/>
                  <a:gd name="connsiteY51" fmla="*/ 140741 h 332780"/>
                  <a:gd name="connsiteX52" fmla="*/ 36917 w 238020"/>
                  <a:gd name="connsiteY52" fmla="*/ 171737 h 332780"/>
                  <a:gd name="connsiteX53" fmla="*/ 32442 w 238020"/>
                  <a:gd name="connsiteY53" fmla="*/ 189042 h 332780"/>
                  <a:gd name="connsiteX54" fmla="*/ 15971 w 238020"/>
                  <a:gd name="connsiteY54" fmla="*/ 202353 h 332780"/>
                  <a:gd name="connsiteX55" fmla="*/ 5784 w 238020"/>
                  <a:gd name="connsiteY55" fmla="*/ 215284 h 332780"/>
                  <a:gd name="connsiteX56" fmla="*/ 1785 w 238020"/>
                  <a:gd name="connsiteY56" fmla="*/ 223651 h 332780"/>
                  <a:gd name="connsiteX57" fmla="*/ 26539 w 238020"/>
                  <a:gd name="connsiteY57" fmla="*/ 237437 h 332780"/>
                  <a:gd name="connsiteX58" fmla="*/ 39678 w 238020"/>
                  <a:gd name="connsiteY58" fmla="*/ 247041 h 332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38020" h="332780">
                    <a:moveTo>
                      <a:pt x="39678" y="247041"/>
                    </a:moveTo>
                    <a:cubicBezTo>
                      <a:pt x="44393" y="249877"/>
                      <a:pt x="50292" y="249877"/>
                      <a:pt x="55007" y="247041"/>
                    </a:cubicBezTo>
                    <a:cubicBezTo>
                      <a:pt x="56815" y="244664"/>
                      <a:pt x="61957" y="249798"/>
                      <a:pt x="69383" y="258165"/>
                    </a:cubicBezTo>
                    <a:lnTo>
                      <a:pt x="70240" y="259116"/>
                    </a:lnTo>
                    <a:cubicBezTo>
                      <a:pt x="75852" y="257312"/>
                      <a:pt x="81864" y="257147"/>
                      <a:pt x="87568" y="258640"/>
                    </a:cubicBezTo>
                    <a:cubicBezTo>
                      <a:pt x="93090" y="262063"/>
                      <a:pt x="91662" y="274614"/>
                      <a:pt x="99374" y="275280"/>
                    </a:cubicBezTo>
                    <a:cubicBezTo>
                      <a:pt x="107086" y="275945"/>
                      <a:pt x="112607" y="283647"/>
                      <a:pt x="111941" y="287830"/>
                    </a:cubicBezTo>
                    <a:cubicBezTo>
                      <a:pt x="111275" y="292014"/>
                      <a:pt x="120319" y="294105"/>
                      <a:pt x="119558" y="300381"/>
                    </a:cubicBezTo>
                    <a:cubicBezTo>
                      <a:pt x="118796" y="306656"/>
                      <a:pt x="139837" y="305230"/>
                      <a:pt x="142598" y="303138"/>
                    </a:cubicBezTo>
                    <a:cubicBezTo>
                      <a:pt x="146051" y="300626"/>
                      <a:pt x="150575" y="300120"/>
                      <a:pt x="154499" y="301807"/>
                    </a:cubicBezTo>
                    <a:cubicBezTo>
                      <a:pt x="157927" y="303899"/>
                      <a:pt x="164020" y="299715"/>
                      <a:pt x="167733" y="301046"/>
                    </a:cubicBezTo>
                    <a:cubicBezTo>
                      <a:pt x="171446" y="302377"/>
                      <a:pt x="185156" y="308082"/>
                      <a:pt x="182395" y="312931"/>
                    </a:cubicBezTo>
                    <a:cubicBezTo>
                      <a:pt x="179634" y="317780"/>
                      <a:pt x="169828" y="325482"/>
                      <a:pt x="171922" y="329665"/>
                    </a:cubicBezTo>
                    <a:cubicBezTo>
                      <a:pt x="174017" y="333849"/>
                      <a:pt x="180872" y="334990"/>
                      <a:pt x="183823" y="339173"/>
                    </a:cubicBezTo>
                    <a:lnTo>
                      <a:pt x="184775" y="339173"/>
                    </a:lnTo>
                    <a:cubicBezTo>
                      <a:pt x="190107" y="338033"/>
                      <a:pt x="192487" y="317875"/>
                      <a:pt x="192487" y="311980"/>
                    </a:cubicBezTo>
                    <a:cubicBezTo>
                      <a:pt x="193018" y="302779"/>
                      <a:pt x="194388" y="293645"/>
                      <a:pt x="196581" y="284693"/>
                    </a:cubicBezTo>
                    <a:cubicBezTo>
                      <a:pt x="200009" y="272998"/>
                      <a:pt x="183823" y="264821"/>
                      <a:pt x="183823" y="252175"/>
                    </a:cubicBezTo>
                    <a:cubicBezTo>
                      <a:pt x="183823" y="239529"/>
                      <a:pt x="190202" y="246660"/>
                      <a:pt x="197438" y="241431"/>
                    </a:cubicBezTo>
                    <a:cubicBezTo>
                      <a:pt x="204674" y="236202"/>
                      <a:pt x="197438" y="234015"/>
                      <a:pt x="193439" y="233254"/>
                    </a:cubicBezTo>
                    <a:cubicBezTo>
                      <a:pt x="189249" y="231329"/>
                      <a:pt x="187043" y="226682"/>
                      <a:pt x="188203" y="222225"/>
                    </a:cubicBezTo>
                    <a:cubicBezTo>
                      <a:pt x="189441" y="218422"/>
                      <a:pt x="211434" y="220038"/>
                      <a:pt x="218479" y="220038"/>
                    </a:cubicBezTo>
                    <a:cubicBezTo>
                      <a:pt x="226392" y="219098"/>
                      <a:pt x="234033" y="216576"/>
                      <a:pt x="240948" y="212622"/>
                    </a:cubicBezTo>
                    <a:cubicBezTo>
                      <a:pt x="242018" y="208780"/>
                      <a:pt x="240573" y="204680"/>
                      <a:pt x="237330" y="202353"/>
                    </a:cubicBezTo>
                    <a:cubicBezTo>
                      <a:pt x="231903" y="198169"/>
                      <a:pt x="233903" y="192179"/>
                      <a:pt x="238092" y="187330"/>
                    </a:cubicBezTo>
                    <a:cubicBezTo>
                      <a:pt x="242281" y="182481"/>
                      <a:pt x="235521" y="177822"/>
                      <a:pt x="230285" y="172022"/>
                    </a:cubicBezTo>
                    <a:cubicBezTo>
                      <a:pt x="225048" y="166223"/>
                      <a:pt x="229047" y="145115"/>
                      <a:pt x="235140" y="135321"/>
                    </a:cubicBezTo>
                    <a:cubicBezTo>
                      <a:pt x="241234" y="125528"/>
                      <a:pt x="222859" y="127715"/>
                      <a:pt x="211624" y="129141"/>
                    </a:cubicBezTo>
                    <a:cubicBezTo>
                      <a:pt x="200754" y="130593"/>
                      <a:pt x="189975" y="125906"/>
                      <a:pt x="183633" y="116971"/>
                    </a:cubicBezTo>
                    <a:cubicBezTo>
                      <a:pt x="176397" y="107463"/>
                      <a:pt x="166591" y="113548"/>
                      <a:pt x="149358" y="113928"/>
                    </a:cubicBezTo>
                    <a:cubicBezTo>
                      <a:pt x="132125" y="114309"/>
                      <a:pt x="135458" y="94912"/>
                      <a:pt x="136314" y="87496"/>
                    </a:cubicBezTo>
                    <a:cubicBezTo>
                      <a:pt x="137171" y="80080"/>
                      <a:pt x="127460" y="79129"/>
                      <a:pt x="127460" y="74280"/>
                    </a:cubicBezTo>
                    <a:cubicBezTo>
                      <a:pt x="127460" y="69431"/>
                      <a:pt x="122509" y="69526"/>
                      <a:pt x="117939" y="69906"/>
                    </a:cubicBezTo>
                    <a:cubicBezTo>
                      <a:pt x="113369" y="70287"/>
                      <a:pt x="117939" y="64487"/>
                      <a:pt x="120986" y="60398"/>
                    </a:cubicBezTo>
                    <a:cubicBezTo>
                      <a:pt x="124033" y="56310"/>
                      <a:pt x="123747" y="53648"/>
                      <a:pt x="123937" y="45566"/>
                    </a:cubicBezTo>
                    <a:cubicBezTo>
                      <a:pt x="124128" y="37484"/>
                      <a:pt x="135838" y="30828"/>
                      <a:pt x="141646" y="22937"/>
                    </a:cubicBezTo>
                    <a:cubicBezTo>
                      <a:pt x="143205" y="21037"/>
                      <a:pt x="145346" y="19701"/>
                      <a:pt x="147739" y="19133"/>
                    </a:cubicBezTo>
                    <a:cubicBezTo>
                      <a:pt x="148443" y="16989"/>
                      <a:pt x="150347" y="15461"/>
                      <a:pt x="152595" y="15235"/>
                    </a:cubicBezTo>
                    <a:cubicBezTo>
                      <a:pt x="161449" y="13429"/>
                      <a:pt x="165924" y="7629"/>
                      <a:pt x="157451" y="2780"/>
                    </a:cubicBezTo>
                    <a:cubicBezTo>
                      <a:pt x="148977" y="-2069"/>
                      <a:pt x="144121" y="12288"/>
                      <a:pt x="134791" y="13429"/>
                    </a:cubicBezTo>
                    <a:cubicBezTo>
                      <a:pt x="125461" y="14570"/>
                      <a:pt x="123652" y="20560"/>
                      <a:pt x="117463" y="23602"/>
                    </a:cubicBezTo>
                    <a:cubicBezTo>
                      <a:pt x="111275" y="26645"/>
                      <a:pt x="99659" y="24078"/>
                      <a:pt x="99278" y="29402"/>
                    </a:cubicBezTo>
                    <a:cubicBezTo>
                      <a:pt x="98898" y="34727"/>
                      <a:pt x="95280" y="29402"/>
                      <a:pt x="89758" y="28071"/>
                    </a:cubicBezTo>
                    <a:cubicBezTo>
                      <a:pt x="84235" y="26740"/>
                      <a:pt x="70716" y="38720"/>
                      <a:pt x="70716" y="45375"/>
                    </a:cubicBezTo>
                    <a:cubicBezTo>
                      <a:pt x="70716" y="52031"/>
                      <a:pt x="73382" y="58211"/>
                      <a:pt x="63575" y="64392"/>
                    </a:cubicBezTo>
                    <a:cubicBezTo>
                      <a:pt x="55607" y="70864"/>
                      <a:pt x="48840" y="78685"/>
                      <a:pt x="43582" y="87496"/>
                    </a:cubicBezTo>
                    <a:cubicBezTo>
                      <a:pt x="42613" y="88934"/>
                      <a:pt x="40681" y="89354"/>
                      <a:pt x="39202" y="88447"/>
                    </a:cubicBezTo>
                    <a:cubicBezTo>
                      <a:pt x="39013" y="90789"/>
                      <a:pt x="38041" y="92999"/>
                      <a:pt x="36441" y="94722"/>
                    </a:cubicBezTo>
                    <a:cubicBezTo>
                      <a:pt x="31698" y="98846"/>
                      <a:pt x="27184" y="103226"/>
                      <a:pt x="22921" y="107843"/>
                    </a:cubicBezTo>
                    <a:cubicBezTo>
                      <a:pt x="25397" y="110220"/>
                      <a:pt x="27777" y="112407"/>
                      <a:pt x="29300" y="114023"/>
                    </a:cubicBezTo>
                    <a:cubicBezTo>
                      <a:pt x="35584" y="120774"/>
                      <a:pt x="31585" y="126099"/>
                      <a:pt x="33299" y="129617"/>
                    </a:cubicBezTo>
                    <a:cubicBezTo>
                      <a:pt x="35013" y="133135"/>
                      <a:pt x="36917" y="138459"/>
                      <a:pt x="33299" y="140741"/>
                    </a:cubicBezTo>
                    <a:cubicBezTo>
                      <a:pt x="29681" y="143023"/>
                      <a:pt x="33299" y="167363"/>
                      <a:pt x="36917" y="171737"/>
                    </a:cubicBezTo>
                    <a:cubicBezTo>
                      <a:pt x="40535" y="176111"/>
                      <a:pt x="36917" y="180199"/>
                      <a:pt x="32442" y="189042"/>
                    </a:cubicBezTo>
                    <a:cubicBezTo>
                      <a:pt x="27967" y="197884"/>
                      <a:pt x="23969" y="201973"/>
                      <a:pt x="15971" y="202353"/>
                    </a:cubicBezTo>
                    <a:cubicBezTo>
                      <a:pt x="7974" y="202733"/>
                      <a:pt x="8450" y="215284"/>
                      <a:pt x="5784" y="215284"/>
                    </a:cubicBezTo>
                    <a:cubicBezTo>
                      <a:pt x="3118" y="215284"/>
                      <a:pt x="2071" y="219753"/>
                      <a:pt x="1785" y="223651"/>
                    </a:cubicBezTo>
                    <a:cubicBezTo>
                      <a:pt x="9019" y="229869"/>
                      <a:pt x="17440" y="234559"/>
                      <a:pt x="26539" y="237437"/>
                    </a:cubicBezTo>
                    <a:cubicBezTo>
                      <a:pt x="31395" y="237533"/>
                      <a:pt x="34156" y="243333"/>
                      <a:pt x="39678" y="24704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34" name="Freeform 2702">
                <a:extLst>
                  <a:ext uri="{FF2B5EF4-FFF2-40B4-BE49-F238E27FC236}">
                    <a16:creationId xmlns:a16="http://schemas.microsoft.com/office/drawing/2014/main" id="{600EA9FF-AC56-D7A5-2F6D-46F24246FF30}"/>
                  </a:ext>
                </a:extLst>
              </p:cNvPr>
              <p:cNvSpPr/>
              <p:nvPr/>
            </p:nvSpPr>
            <p:spPr>
              <a:xfrm>
                <a:off x="8648565" y="8059648"/>
                <a:ext cx="561239" cy="650164"/>
              </a:xfrm>
              <a:custGeom>
                <a:avLst/>
                <a:gdLst>
                  <a:gd name="connsiteX0" fmla="*/ 244482 w 238020"/>
                  <a:gd name="connsiteY0" fmla="*/ 165748 h 275732"/>
                  <a:gd name="connsiteX1" fmla="*/ 232581 w 238020"/>
                  <a:gd name="connsiteY1" fmla="*/ 146256 h 275732"/>
                  <a:gd name="connsiteX2" fmla="*/ 216015 w 238020"/>
                  <a:gd name="connsiteY2" fmla="*/ 136178 h 275732"/>
                  <a:gd name="connsiteX3" fmla="*/ 194117 w 238020"/>
                  <a:gd name="connsiteY3" fmla="*/ 126099 h 275732"/>
                  <a:gd name="connsiteX4" fmla="*/ 191737 w 238020"/>
                  <a:gd name="connsiteY4" fmla="*/ 109555 h 275732"/>
                  <a:gd name="connsiteX5" fmla="*/ 188785 w 238020"/>
                  <a:gd name="connsiteY5" fmla="*/ 94152 h 275732"/>
                  <a:gd name="connsiteX6" fmla="*/ 181073 w 238020"/>
                  <a:gd name="connsiteY6" fmla="*/ 80556 h 275732"/>
                  <a:gd name="connsiteX7" fmla="*/ 159080 w 238020"/>
                  <a:gd name="connsiteY7" fmla="*/ 75802 h 275732"/>
                  <a:gd name="connsiteX8" fmla="*/ 142514 w 238020"/>
                  <a:gd name="connsiteY8" fmla="*/ 68100 h 275732"/>
                  <a:gd name="connsiteX9" fmla="*/ 134231 w 238020"/>
                  <a:gd name="connsiteY9" fmla="*/ 61064 h 275732"/>
                  <a:gd name="connsiteX10" fmla="*/ 120045 w 238020"/>
                  <a:gd name="connsiteY10" fmla="*/ 58117 h 275732"/>
                  <a:gd name="connsiteX11" fmla="*/ 96338 w 238020"/>
                  <a:gd name="connsiteY11" fmla="*/ 43855 h 275732"/>
                  <a:gd name="connsiteX12" fmla="*/ 89769 w 238020"/>
                  <a:gd name="connsiteY12" fmla="*/ 4777 h 275732"/>
                  <a:gd name="connsiteX13" fmla="*/ 70727 w 238020"/>
                  <a:gd name="connsiteY13" fmla="*/ 3636 h 275732"/>
                  <a:gd name="connsiteX14" fmla="*/ 47020 w 238020"/>
                  <a:gd name="connsiteY14" fmla="*/ 14285 h 275732"/>
                  <a:gd name="connsiteX15" fmla="*/ 29883 w 238020"/>
                  <a:gd name="connsiteY15" fmla="*/ 23127 h 275732"/>
                  <a:gd name="connsiteX16" fmla="*/ 12650 w 238020"/>
                  <a:gd name="connsiteY16" fmla="*/ 27311 h 275732"/>
                  <a:gd name="connsiteX17" fmla="*/ 5986 w 238020"/>
                  <a:gd name="connsiteY17" fmla="*/ 25790 h 275732"/>
                  <a:gd name="connsiteX18" fmla="*/ 19791 w 238020"/>
                  <a:gd name="connsiteY18" fmla="*/ 54314 h 275732"/>
                  <a:gd name="connsiteX19" fmla="*/ 14459 w 238020"/>
                  <a:gd name="connsiteY19" fmla="*/ 64963 h 275732"/>
                  <a:gd name="connsiteX20" fmla="*/ 16268 w 238020"/>
                  <a:gd name="connsiteY20" fmla="*/ 93487 h 275732"/>
                  <a:gd name="connsiteX21" fmla="*/ 11508 w 238020"/>
                  <a:gd name="connsiteY21" fmla="*/ 110030 h 275732"/>
                  <a:gd name="connsiteX22" fmla="*/ 6747 w 238020"/>
                  <a:gd name="connsiteY22" fmla="*/ 127240 h 275732"/>
                  <a:gd name="connsiteX23" fmla="*/ 14459 w 238020"/>
                  <a:gd name="connsiteY23" fmla="*/ 136748 h 275732"/>
                  <a:gd name="connsiteX24" fmla="*/ 3796 w 238020"/>
                  <a:gd name="connsiteY24" fmla="*/ 152721 h 275732"/>
                  <a:gd name="connsiteX25" fmla="*/ 2082 w 238020"/>
                  <a:gd name="connsiteY25" fmla="*/ 160994 h 275732"/>
                  <a:gd name="connsiteX26" fmla="*/ 10270 w 238020"/>
                  <a:gd name="connsiteY26" fmla="*/ 170502 h 275732"/>
                  <a:gd name="connsiteX27" fmla="*/ 15030 w 238020"/>
                  <a:gd name="connsiteY27" fmla="*/ 191800 h 275732"/>
                  <a:gd name="connsiteX28" fmla="*/ 23314 w 238020"/>
                  <a:gd name="connsiteY28" fmla="*/ 203019 h 275732"/>
                  <a:gd name="connsiteX29" fmla="*/ 19219 w 238020"/>
                  <a:gd name="connsiteY29" fmla="*/ 217281 h 275732"/>
                  <a:gd name="connsiteX30" fmla="*/ 26265 w 238020"/>
                  <a:gd name="connsiteY30" fmla="*/ 233825 h 275732"/>
                  <a:gd name="connsiteX31" fmla="*/ 33406 w 238020"/>
                  <a:gd name="connsiteY31" fmla="*/ 252176 h 275732"/>
                  <a:gd name="connsiteX32" fmla="*/ 38166 w 238020"/>
                  <a:gd name="connsiteY32" fmla="*/ 274044 h 275732"/>
                  <a:gd name="connsiteX33" fmla="*/ 65396 w 238020"/>
                  <a:gd name="connsiteY33" fmla="*/ 258070 h 275732"/>
                  <a:gd name="connsiteX34" fmla="*/ 83199 w 238020"/>
                  <a:gd name="connsiteY34" fmla="*/ 257500 h 275732"/>
                  <a:gd name="connsiteX35" fmla="*/ 106335 w 238020"/>
                  <a:gd name="connsiteY35" fmla="*/ 267008 h 275732"/>
                  <a:gd name="connsiteX36" fmla="*/ 118141 w 238020"/>
                  <a:gd name="connsiteY36" fmla="*/ 255218 h 275732"/>
                  <a:gd name="connsiteX37" fmla="*/ 144799 w 238020"/>
                  <a:gd name="connsiteY37" fmla="*/ 255218 h 275732"/>
                  <a:gd name="connsiteX38" fmla="*/ 150702 w 238020"/>
                  <a:gd name="connsiteY38" fmla="*/ 224412 h 275732"/>
                  <a:gd name="connsiteX39" fmla="*/ 166126 w 238020"/>
                  <a:gd name="connsiteY39" fmla="*/ 205396 h 275732"/>
                  <a:gd name="connsiteX40" fmla="*/ 190404 w 238020"/>
                  <a:gd name="connsiteY40" fmla="*/ 201212 h 275732"/>
                  <a:gd name="connsiteX41" fmla="*/ 213539 w 238020"/>
                  <a:gd name="connsiteY41" fmla="*/ 198931 h 275732"/>
                  <a:gd name="connsiteX42" fmla="*/ 232581 w 238020"/>
                  <a:gd name="connsiteY42" fmla="*/ 207202 h 275732"/>
                  <a:gd name="connsiteX43" fmla="*/ 242102 w 238020"/>
                  <a:gd name="connsiteY43" fmla="*/ 192370 h 275732"/>
                  <a:gd name="connsiteX44" fmla="*/ 244482 w 238020"/>
                  <a:gd name="connsiteY44" fmla="*/ 165748 h 27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38020" h="275732">
                    <a:moveTo>
                      <a:pt x="244482" y="165748"/>
                    </a:moveTo>
                    <a:cubicBezTo>
                      <a:pt x="241435" y="156905"/>
                      <a:pt x="232581" y="155764"/>
                      <a:pt x="232581" y="146256"/>
                    </a:cubicBezTo>
                    <a:cubicBezTo>
                      <a:pt x="232581" y="136748"/>
                      <a:pt x="229058" y="135607"/>
                      <a:pt x="216015" y="136178"/>
                    </a:cubicBezTo>
                    <a:cubicBezTo>
                      <a:pt x="202971" y="136748"/>
                      <a:pt x="194688" y="133801"/>
                      <a:pt x="194117" y="126099"/>
                    </a:cubicBezTo>
                    <a:cubicBezTo>
                      <a:pt x="193546" y="118398"/>
                      <a:pt x="185739" y="112503"/>
                      <a:pt x="191737" y="109555"/>
                    </a:cubicBezTo>
                    <a:cubicBezTo>
                      <a:pt x="197735" y="106608"/>
                      <a:pt x="187548" y="101283"/>
                      <a:pt x="188785" y="94152"/>
                    </a:cubicBezTo>
                    <a:cubicBezTo>
                      <a:pt x="190023" y="87021"/>
                      <a:pt x="185167" y="84074"/>
                      <a:pt x="181073" y="80556"/>
                    </a:cubicBezTo>
                    <a:cubicBezTo>
                      <a:pt x="176979" y="77038"/>
                      <a:pt x="159080" y="82362"/>
                      <a:pt x="159080" y="75802"/>
                    </a:cubicBezTo>
                    <a:cubicBezTo>
                      <a:pt x="159080" y="69241"/>
                      <a:pt x="148417" y="68100"/>
                      <a:pt x="142514" y="68100"/>
                    </a:cubicBezTo>
                    <a:cubicBezTo>
                      <a:pt x="136611" y="68100"/>
                      <a:pt x="140705" y="60494"/>
                      <a:pt x="134231" y="61064"/>
                    </a:cubicBezTo>
                    <a:cubicBezTo>
                      <a:pt x="127757" y="61635"/>
                      <a:pt x="128899" y="56881"/>
                      <a:pt x="120045" y="58117"/>
                    </a:cubicBezTo>
                    <a:cubicBezTo>
                      <a:pt x="111191" y="59353"/>
                      <a:pt x="105764" y="55074"/>
                      <a:pt x="96338" y="43855"/>
                    </a:cubicBezTo>
                    <a:cubicBezTo>
                      <a:pt x="86913" y="32635"/>
                      <a:pt x="87960" y="10767"/>
                      <a:pt x="89769" y="4777"/>
                    </a:cubicBezTo>
                    <a:cubicBezTo>
                      <a:pt x="91578" y="-1213"/>
                      <a:pt x="78534" y="3636"/>
                      <a:pt x="70727" y="3636"/>
                    </a:cubicBezTo>
                    <a:cubicBezTo>
                      <a:pt x="62090" y="5254"/>
                      <a:pt x="53963" y="8905"/>
                      <a:pt x="47020" y="14285"/>
                    </a:cubicBezTo>
                    <a:cubicBezTo>
                      <a:pt x="38737" y="19039"/>
                      <a:pt x="33977" y="19039"/>
                      <a:pt x="29883" y="23127"/>
                    </a:cubicBezTo>
                    <a:cubicBezTo>
                      <a:pt x="25457" y="27776"/>
                      <a:pt x="18719" y="29412"/>
                      <a:pt x="12650" y="27311"/>
                    </a:cubicBezTo>
                    <a:cubicBezTo>
                      <a:pt x="10481" y="26596"/>
                      <a:pt x="8250" y="26087"/>
                      <a:pt x="5986" y="25790"/>
                    </a:cubicBezTo>
                    <a:cubicBezTo>
                      <a:pt x="9508" y="34537"/>
                      <a:pt x="17887" y="48799"/>
                      <a:pt x="19791" y="54314"/>
                    </a:cubicBezTo>
                    <a:cubicBezTo>
                      <a:pt x="21695" y="59828"/>
                      <a:pt x="16839" y="62586"/>
                      <a:pt x="14459" y="64963"/>
                    </a:cubicBezTo>
                    <a:cubicBezTo>
                      <a:pt x="12079" y="67340"/>
                      <a:pt x="15602" y="88637"/>
                      <a:pt x="16268" y="93487"/>
                    </a:cubicBezTo>
                    <a:cubicBezTo>
                      <a:pt x="16934" y="98336"/>
                      <a:pt x="7890" y="107083"/>
                      <a:pt x="11508" y="110030"/>
                    </a:cubicBezTo>
                    <a:cubicBezTo>
                      <a:pt x="15126" y="112978"/>
                      <a:pt x="6747" y="121915"/>
                      <a:pt x="6747" y="127240"/>
                    </a:cubicBezTo>
                    <a:cubicBezTo>
                      <a:pt x="6747" y="132565"/>
                      <a:pt x="14459" y="132565"/>
                      <a:pt x="14459" y="136748"/>
                    </a:cubicBezTo>
                    <a:cubicBezTo>
                      <a:pt x="12859" y="143143"/>
                      <a:pt x="9092" y="148787"/>
                      <a:pt x="3796" y="152721"/>
                    </a:cubicBezTo>
                    <a:cubicBezTo>
                      <a:pt x="1606" y="153958"/>
                      <a:pt x="1511" y="157381"/>
                      <a:pt x="2082" y="160994"/>
                    </a:cubicBezTo>
                    <a:cubicBezTo>
                      <a:pt x="3320" y="160518"/>
                      <a:pt x="4177" y="165938"/>
                      <a:pt x="10270" y="170502"/>
                    </a:cubicBezTo>
                    <a:cubicBezTo>
                      <a:pt x="16363" y="175065"/>
                      <a:pt x="9127" y="184669"/>
                      <a:pt x="15030" y="191800"/>
                    </a:cubicBezTo>
                    <a:cubicBezTo>
                      <a:pt x="20933" y="198931"/>
                      <a:pt x="27503" y="199501"/>
                      <a:pt x="23314" y="203019"/>
                    </a:cubicBezTo>
                    <a:cubicBezTo>
                      <a:pt x="19124" y="206537"/>
                      <a:pt x="23885" y="213668"/>
                      <a:pt x="19219" y="217281"/>
                    </a:cubicBezTo>
                    <a:cubicBezTo>
                      <a:pt x="14554" y="220894"/>
                      <a:pt x="20933" y="231448"/>
                      <a:pt x="26265" y="233825"/>
                    </a:cubicBezTo>
                    <a:cubicBezTo>
                      <a:pt x="31597" y="236202"/>
                      <a:pt x="28074" y="246851"/>
                      <a:pt x="33406" y="252176"/>
                    </a:cubicBezTo>
                    <a:cubicBezTo>
                      <a:pt x="38737" y="257500"/>
                      <a:pt x="36357" y="269955"/>
                      <a:pt x="38166" y="274044"/>
                    </a:cubicBezTo>
                    <a:cubicBezTo>
                      <a:pt x="39975" y="278133"/>
                      <a:pt x="55875" y="268149"/>
                      <a:pt x="65396" y="258070"/>
                    </a:cubicBezTo>
                    <a:cubicBezTo>
                      <a:pt x="74916" y="247992"/>
                      <a:pt x="74250" y="256264"/>
                      <a:pt x="83199" y="257500"/>
                    </a:cubicBezTo>
                    <a:cubicBezTo>
                      <a:pt x="92149" y="258736"/>
                      <a:pt x="102241" y="258641"/>
                      <a:pt x="106335" y="267008"/>
                    </a:cubicBezTo>
                    <a:cubicBezTo>
                      <a:pt x="110429" y="275375"/>
                      <a:pt x="115189" y="258736"/>
                      <a:pt x="118141" y="255218"/>
                    </a:cubicBezTo>
                    <a:cubicBezTo>
                      <a:pt x="121092" y="251700"/>
                      <a:pt x="141276" y="256359"/>
                      <a:pt x="144799" y="255218"/>
                    </a:cubicBezTo>
                    <a:cubicBezTo>
                      <a:pt x="148322" y="254077"/>
                      <a:pt x="151368" y="228596"/>
                      <a:pt x="150702" y="224412"/>
                    </a:cubicBezTo>
                    <a:cubicBezTo>
                      <a:pt x="150036" y="220228"/>
                      <a:pt x="158985" y="210245"/>
                      <a:pt x="166126" y="205396"/>
                    </a:cubicBezTo>
                    <a:cubicBezTo>
                      <a:pt x="173266" y="200547"/>
                      <a:pt x="184501" y="204255"/>
                      <a:pt x="190404" y="201212"/>
                    </a:cubicBezTo>
                    <a:cubicBezTo>
                      <a:pt x="197877" y="198876"/>
                      <a:pt x="205752" y="198099"/>
                      <a:pt x="213539" y="198931"/>
                    </a:cubicBezTo>
                    <a:cubicBezTo>
                      <a:pt x="221822" y="198931"/>
                      <a:pt x="227725" y="207202"/>
                      <a:pt x="232581" y="207202"/>
                    </a:cubicBezTo>
                    <a:cubicBezTo>
                      <a:pt x="237437" y="207202"/>
                      <a:pt x="243244" y="199501"/>
                      <a:pt x="242102" y="192370"/>
                    </a:cubicBezTo>
                    <a:cubicBezTo>
                      <a:pt x="240959" y="185239"/>
                      <a:pt x="247433" y="174685"/>
                      <a:pt x="244482" y="1657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35" name="Freeform 2703">
                <a:extLst>
                  <a:ext uri="{FF2B5EF4-FFF2-40B4-BE49-F238E27FC236}">
                    <a16:creationId xmlns:a16="http://schemas.microsoft.com/office/drawing/2014/main" id="{D59E061B-CDBB-FFFA-1F34-96B9402E4C6E}"/>
                  </a:ext>
                </a:extLst>
              </p:cNvPr>
              <p:cNvSpPr/>
              <p:nvPr/>
            </p:nvSpPr>
            <p:spPr>
              <a:xfrm>
                <a:off x="8092950" y="7597106"/>
                <a:ext cx="606139" cy="874358"/>
              </a:xfrm>
              <a:custGeom>
                <a:avLst/>
                <a:gdLst>
                  <a:gd name="connsiteX0" fmla="*/ 237146 w 257062"/>
                  <a:gd name="connsiteY0" fmla="*/ 357252 h 370812"/>
                  <a:gd name="connsiteX1" fmla="*/ 237812 w 257062"/>
                  <a:gd name="connsiteY1" fmla="*/ 356587 h 370812"/>
                  <a:gd name="connsiteX2" fmla="*/ 239526 w 257062"/>
                  <a:gd name="connsiteY2" fmla="*/ 348315 h 370812"/>
                  <a:gd name="connsiteX3" fmla="*/ 250189 w 257062"/>
                  <a:gd name="connsiteY3" fmla="*/ 332341 h 370812"/>
                  <a:gd name="connsiteX4" fmla="*/ 242478 w 257062"/>
                  <a:gd name="connsiteY4" fmla="*/ 322833 h 370812"/>
                  <a:gd name="connsiteX5" fmla="*/ 247238 w 257062"/>
                  <a:gd name="connsiteY5" fmla="*/ 305624 h 370812"/>
                  <a:gd name="connsiteX6" fmla="*/ 251998 w 257062"/>
                  <a:gd name="connsiteY6" fmla="*/ 289080 h 370812"/>
                  <a:gd name="connsiteX7" fmla="*/ 250189 w 257062"/>
                  <a:gd name="connsiteY7" fmla="*/ 260556 h 370812"/>
                  <a:gd name="connsiteX8" fmla="*/ 255521 w 257062"/>
                  <a:gd name="connsiteY8" fmla="*/ 249907 h 370812"/>
                  <a:gd name="connsiteX9" fmla="*/ 241716 w 257062"/>
                  <a:gd name="connsiteY9" fmla="*/ 221383 h 370812"/>
                  <a:gd name="connsiteX10" fmla="*/ 222674 w 257062"/>
                  <a:gd name="connsiteY10" fmla="*/ 222334 h 370812"/>
                  <a:gd name="connsiteX11" fmla="*/ 217914 w 257062"/>
                  <a:gd name="connsiteY11" fmla="*/ 196281 h 370812"/>
                  <a:gd name="connsiteX12" fmla="*/ 209060 w 257062"/>
                  <a:gd name="connsiteY12" fmla="*/ 198088 h 370812"/>
                  <a:gd name="connsiteX13" fmla="*/ 187733 w 257062"/>
                  <a:gd name="connsiteY13" fmla="*/ 201035 h 370812"/>
                  <a:gd name="connsiteX14" fmla="*/ 177070 w 257062"/>
                  <a:gd name="connsiteY14" fmla="*/ 189721 h 370812"/>
                  <a:gd name="connsiteX15" fmla="*/ 166978 w 257062"/>
                  <a:gd name="connsiteY15" fmla="*/ 182115 h 370812"/>
                  <a:gd name="connsiteX16" fmla="*/ 158694 w 257062"/>
                  <a:gd name="connsiteY16" fmla="*/ 164905 h 370812"/>
                  <a:gd name="connsiteX17" fmla="*/ 153363 w 257062"/>
                  <a:gd name="connsiteY17" fmla="*/ 147790 h 370812"/>
                  <a:gd name="connsiteX18" fmla="*/ 156314 w 257062"/>
                  <a:gd name="connsiteY18" fmla="*/ 134765 h 370812"/>
                  <a:gd name="connsiteX19" fmla="*/ 165264 w 257062"/>
                  <a:gd name="connsiteY19" fmla="*/ 124116 h 370812"/>
                  <a:gd name="connsiteX20" fmla="*/ 171738 w 257062"/>
                  <a:gd name="connsiteY20" fmla="*/ 105099 h 370812"/>
                  <a:gd name="connsiteX21" fmla="*/ 189542 w 257062"/>
                  <a:gd name="connsiteY21" fmla="*/ 93310 h 370812"/>
                  <a:gd name="connsiteX22" fmla="*/ 213820 w 257062"/>
                  <a:gd name="connsiteY22" fmla="*/ 84467 h 370812"/>
                  <a:gd name="connsiteX23" fmla="*/ 230005 w 257062"/>
                  <a:gd name="connsiteY23" fmla="*/ 83326 h 370812"/>
                  <a:gd name="connsiteX24" fmla="*/ 218104 w 257062"/>
                  <a:gd name="connsiteY24" fmla="*/ 73818 h 370812"/>
                  <a:gd name="connsiteX25" fmla="*/ 228577 w 257062"/>
                  <a:gd name="connsiteY25" fmla="*/ 57084 h 370812"/>
                  <a:gd name="connsiteX26" fmla="*/ 213915 w 257062"/>
                  <a:gd name="connsiteY26" fmla="*/ 45199 h 370812"/>
                  <a:gd name="connsiteX27" fmla="*/ 200681 w 257062"/>
                  <a:gd name="connsiteY27" fmla="*/ 45960 h 370812"/>
                  <a:gd name="connsiteX28" fmla="*/ 188780 w 257062"/>
                  <a:gd name="connsiteY28" fmla="*/ 47291 h 370812"/>
                  <a:gd name="connsiteX29" fmla="*/ 165740 w 257062"/>
                  <a:gd name="connsiteY29" fmla="*/ 44533 h 370812"/>
                  <a:gd name="connsiteX30" fmla="*/ 158123 w 257062"/>
                  <a:gd name="connsiteY30" fmla="*/ 31983 h 370812"/>
                  <a:gd name="connsiteX31" fmla="*/ 145556 w 257062"/>
                  <a:gd name="connsiteY31" fmla="*/ 19432 h 370812"/>
                  <a:gd name="connsiteX32" fmla="*/ 133750 w 257062"/>
                  <a:gd name="connsiteY32" fmla="*/ 2793 h 370812"/>
                  <a:gd name="connsiteX33" fmla="*/ 116422 w 257062"/>
                  <a:gd name="connsiteY33" fmla="*/ 3269 h 370812"/>
                  <a:gd name="connsiteX34" fmla="*/ 121087 w 257062"/>
                  <a:gd name="connsiteY34" fmla="*/ 17531 h 370812"/>
                  <a:gd name="connsiteX35" fmla="*/ 109948 w 257062"/>
                  <a:gd name="connsiteY35" fmla="*/ 37878 h 370812"/>
                  <a:gd name="connsiteX36" fmla="*/ 70627 w 257062"/>
                  <a:gd name="connsiteY36" fmla="*/ 59176 h 370812"/>
                  <a:gd name="connsiteX37" fmla="*/ 52537 w 257062"/>
                  <a:gd name="connsiteY37" fmla="*/ 91123 h 370812"/>
                  <a:gd name="connsiteX38" fmla="*/ 38161 w 257062"/>
                  <a:gd name="connsiteY38" fmla="*/ 92074 h 370812"/>
                  <a:gd name="connsiteX39" fmla="*/ 22928 w 257062"/>
                  <a:gd name="connsiteY39" fmla="*/ 87890 h 370812"/>
                  <a:gd name="connsiteX40" fmla="*/ 22928 w 257062"/>
                  <a:gd name="connsiteY40" fmla="*/ 77716 h 370812"/>
                  <a:gd name="connsiteX41" fmla="*/ 19024 w 257062"/>
                  <a:gd name="connsiteY41" fmla="*/ 67353 h 370812"/>
                  <a:gd name="connsiteX42" fmla="*/ 2458 w 257062"/>
                  <a:gd name="connsiteY42" fmla="*/ 84847 h 370812"/>
                  <a:gd name="connsiteX43" fmla="*/ 9979 w 257062"/>
                  <a:gd name="connsiteY43" fmla="*/ 112421 h 370812"/>
                  <a:gd name="connsiteX44" fmla="*/ 3791 w 257062"/>
                  <a:gd name="connsiteY44" fmla="*/ 117745 h 370812"/>
                  <a:gd name="connsiteX45" fmla="*/ 25498 w 257062"/>
                  <a:gd name="connsiteY45" fmla="*/ 135050 h 370812"/>
                  <a:gd name="connsiteX46" fmla="*/ 45492 w 257062"/>
                  <a:gd name="connsiteY46" fmla="*/ 162528 h 370812"/>
                  <a:gd name="connsiteX47" fmla="*/ 59773 w 257062"/>
                  <a:gd name="connsiteY47" fmla="*/ 193144 h 370812"/>
                  <a:gd name="connsiteX48" fmla="*/ 90811 w 257062"/>
                  <a:gd name="connsiteY48" fmla="*/ 252189 h 370812"/>
                  <a:gd name="connsiteX49" fmla="*/ 102807 w 257062"/>
                  <a:gd name="connsiteY49" fmla="*/ 277955 h 370812"/>
                  <a:gd name="connsiteX50" fmla="*/ 110424 w 257062"/>
                  <a:gd name="connsiteY50" fmla="*/ 296116 h 370812"/>
                  <a:gd name="connsiteX51" fmla="*/ 141938 w 257062"/>
                  <a:gd name="connsiteY51" fmla="*/ 318364 h 370812"/>
                  <a:gd name="connsiteX52" fmla="*/ 199729 w 257062"/>
                  <a:gd name="connsiteY52" fmla="*/ 353829 h 370812"/>
                  <a:gd name="connsiteX53" fmla="*/ 223722 w 257062"/>
                  <a:gd name="connsiteY53" fmla="*/ 371990 h 370812"/>
                  <a:gd name="connsiteX54" fmla="*/ 224864 w 257062"/>
                  <a:gd name="connsiteY54" fmla="*/ 375793 h 370812"/>
                  <a:gd name="connsiteX55" fmla="*/ 229244 w 257062"/>
                  <a:gd name="connsiteY55" fmla="*/ 372655 h 370812"/>
                  <a:gd name="connsiteX56" fmla="*/ 237146 w 257062"/>
                  <a:gd name="connsiteY56" fmla="*/ 357252 h 370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57062" h="370812">
                    <a:moveTo>
                      <a:pt x="237146" y="357252"/>
                    </a:moveTo>
                    <a:cubicBezTo>
                      <a:pt x="237146" y="356777"/>
                      <a:pt x="237622" y="356587"/>
                      <a:pt x="237812" y="356587"/>
                    </a:cubicBezTo>
                    <a:cubicBezTo>
                      <a:pt x="237241" y="352974"/>
                      <a:pt x="237812" y="349551"/>
                      <a:pt x="239526" y="348315"/>
                    </a:cubicBezTo>
                    <a:cubicBezTo>
                      <a:pt x="244822" y="344381"/>
                      <a:pt x="248590" y="338736"/>
                      <a:pt x="250189" y="332341"/>
                    </a:cubicBezTo>
                    <a:cubicBezTo>
                      <a:pt x="250189" y="328253"/>
                      <a:pt x="242478" y="328253"/>
                      <a:pt x="242478" y="322833"/>
                    </a:cubicBezTo>
                    <a:cubicBezTo>
                      <a:pt x="242478" y="317414"/>
                      <a:pt x="250761" y="308571"/>
                      <a:pt x="247238" y="305624"/>
                    </a:cubicBezTo>
                    <a:cubicBezTo>
                      <a:pt x="243715" y="302676"/>
                      <a:pt x="252570" y="293834"/>
                      <a:pt x="251998" y="289080"/>
                    </a:cubicBezTo>
                    <a:cubicBezTo>
                      <a:pt x="251427" y="284326"/>
                      <a:pt x="247809" y="263028"/>
                      <a:pt x="250189" y="260556"/>
                    </a:cubicBezTo>
                    <a:cubicBezTo>
                      <a:pt x="252570" y="258084"/>
                      <a:pt x="257901" y="256467"/>
                      <a:pt x="255521" y="249907"/>
                    </a:cubicBezTo>
                    <a:cubicBezTo>
                      <a:pt x="253141" y="243346"/>
                      <a:pt x="245239" y="230891"/>
                      <a:pt x="241716" y="221383"/>
                    </a:cubicBezTo>
                    <a:cubicBezTo>
                      <a:pt x="235372" y="220371"/>
                      <a:pt x="228886" y="220694"/>
                      <a:pt x="222674" y="222334"/>
                    </a:cubicBezTo>
                    <a:cubicBezTo>
                      <a:pt x="216200" y="224711"/>
                      <a:pt x="217914" y="203983"/>
                      <a:pt x="217914" y="196281"/>
                    </a:cubicBezTo>
                    <a:cubicBezTo>
                      <a:pt x="217914" y="188580"/>
                      <a:pt x="211440" y="192763"/>
                      <a:pt x="209060" y="198088"/>
                    </a:cubicBezTo>
                    <a:cubicBezTo>
                      <a:pt x="206679" y="203412"/>
                      <a:pt x="197254" y="201035"/>
                      <a:pt x="187733" y="201035"/>
                    </a:cubicBezTo>
                    <a:cubicBezTo>
                      <a:pt x="178212" y="201035"/>
                      <a:pt x="182972" y="189150"/>
                      <a:pt x="177070" y="189721"/>
                    </a:cubicBezTo>
                    <a:cubicBezTo>
                      <a:pt x="171167" y="190291"/>
                      <a:pt x="166406" y="188009"/>
                      <a:pt x="166978" y="182115"/>
                    </a:cubicBezTo>
                    <a:cubicBezTo>
                      <a:pt x="167549" y="176220"/>
                      <a:pt x="162884" y="171370"/>
                      <a:pt x="158694" y="164905"/>
                    </a:cubicBezTo>
                    <a:cubicBezTo>
                      <a:pt x="154505" y="158440"/>
                      <a:pt x="149840" y="151879"/>
                      <a:pt x="153363" y="147790"/>
                    </a:cubicBezTo>
                    <a:cubicBezTo>
                      <a:pt x="156886" y="143702"/>
                      <a:pt x="150983" y="140089"/>
                      <a:pt x="156314" y="134765"/>
                    </a:cubicBezTo>
                    <a:cubicBezTo>
                      <a:pt x="161646" y="129440"/>
                      <a:pt x="166978" y="131152"/>
                      <a:pt x="165264" y="124116"/>
                    </a:cubicBezTo>
                    <a:cubicBezTo>
                      <a:pt x="163550" y="117080"/>
                      <a:pt x="171167" y="112801"/>
                      <a:pt x="171738" y="105099"/>
                    </a:cubicBezTo>
                    <a:cubicBezTo>
                      <a:pt x="172309" y="97398"/>
                      <a:pt x="181259" y="99775"/>
                      <a:pt x="189542" y="93310"/>
                    </a:cubicBezTo>
                    <a:cubicBezTo>
                      <a:pt x="197825" y="86844"/>
                      <a:pt x="206679" y="90362"/>
                      <a:pt x="213820" y="84467"/>
                    </a:cubicBezTo>
                    <a:cubicBezTo>
                      <a:pt x="220961" y="78572"/>
                      <a:pt x="225054" y="83706"/>
                      <a:pt x="230005" y="83326"/>
                    </a:cubicBezTo>
                    <a:cubicBezTo>
                      <a:pt x="227054" y="79143"/>
                      <a:pt x="219723" y="77146"/>
                      <a:pt x="218104" y="73818"/>
                    </a:cubicBezTo>
                    <a:cubicBezTo>
                      <a:pt x="216486" y="70490"/>
                      <a:pt x="225816" y="61933"/>
                      <a:pt x="228577" y="57084"/>
                    </a:cubicBezTo>
                    <a:cubicBezTo>
                      <a:pt x="231338" y="52235"/>
                      <a:pt x="217438" y="46625"/>
                      <a:pt x="213915" y="45199"/>
                    </a:cubicBezTo>
                    <a:cubicBezTo>
                      <a:pt x="210392" y="43773"/>
                      <a:pt x="204394" y="48051"/>
                      <a:pt x="200681" y="45960"/>
                    </a:cubicBezTo>
                    <a:cubicBezTo>
                      <a:pt x="196757" y="44273"/>
                      <a:pt x="192233" y="44779"/>
                      <a:pt x="188780" y="47291"/>
                    </a:cubicBezTo>
                    <a:cubicBezTo>
                      <a:pt x="186019" y="49382"/>
                      <a:pt x="165073" y="50809"/>
                      <a:pt x="165740" y="44533"/>
                    </a:cubicBezTo>
                    <a:cubicBezTo>
                      <a:pt x="166406" y="38258"/>
                      <a:pt x="157361" y="36166"/>
                      <a:pt x="158123" y="31983"/>
                    </a:cubicBezTo>
                    <a:cubicBezTo>
                      <a:pt x="158885" y="27799"/>
                      <a:pt x="153268" y="20193"/>
                      <a:pt x="145556" y="19432"/>
                    </a:cubicBezTo>
                    <a:cubicBezTo>
                      <a:pt x="137844" y="18672"/>
                      <a:pt x="139272" y="6216"/>
                      <a:pt x="133750" y="2793"/>
                    </a:cubicBezTo>
                    <a:cubicBezTo>
                      <a:pt x="128046" y="1300"/>
                      <a:pt x="122035" y="1465"/>
                      <a:pt x="116422" y="3269"/>
                    </a:cubicBezTo>
                    <a:cubicBezTo>
                      <a:pt x="123182" y="10875"/>
                      <a:pt x="125943" y="14013"/>
                      <a:pt x="121087" y="17531"/>
                    </a:cubicBezTo>
                    <a:cubicBezTo>
                      <a:pt x="115184" y="22285"/>
                      <a:pt x="121087" y="23045"/>
                      <a:pt x="109948" y="37878"/>
                    </a:cubicBezTo>
                    <a:cubicBezTo>
                      <a:pt x="98808" y="52710"/>
                      <a:pt x="79862" y="56418"/>
                      <a:pt x="70627" y="59176"/>
                    </a:cubicBezTo>
                    <a:cubicBezTo>
                      <a:pt x="61392" y="61933"/>
                      <a:pt x="57583" y="79048"/>
                      <a:pt x="52537" y="91123"/>
                    </a:cubicBezTo>
                    <a:cubicBezTo>
                      <a:pt x="47491" y="103198"/>
                      <a:pt x="43016" y="98919"/>
                      <a:pt x="38161" y="92074"/>
                    </a:cubicBezTo>
                    <a:cubicBezTo>
                      <a:pt x="33305" y="85228"/>
                      <a:pt x="28640" y="93405"/>
                      <a:pt x="22928" y="87890"/>
                    </a:cubicBezTo>
                    <a:cubicBezTo>
                      <a:pt x="17215" y="82375"/>
                      <a:pt x="19691" y="82280"/>
                      <a:pt x="22928" y="77716"/>
                    </a:cubicBezTo>
                    <a:cubicBezTo>
                      <a:pt x="24641" y="75149"/>
                      <a:pt x="22928" y="71251"/>
                      <a:pt x="19024" y="67353"/>
                    </a:cubicBezTo>
                    <a:cubicBezTo>
                      <a:pt x="12359" y="68779"/>
                      <a:pt x="5695" y="77907"/>
                      <a:pt x="2458" y="84847"/>
                    </a:cubicBezTo>
                    <a:cubicBezTo>
                      <a:pt x="-779" y="91788"/>
                      <a:pt x="8646" y="107096"/>
                      <a:pt x="9979" y="112421"/>
                    </a:cubicBezTo>
                    <a:cubicBezTo>
                      <a:pt x="11312" y="117745"/>
                      <a:pt x="4648" y="112421"/>
                      <a:pt x="3791" y="117745"/>
                    </a:cubicBezTo>
                    <a:cubicBezTo>
                      <a:pt x="2934" y="123070"/>
                      <a:pt x="18453" y="129725"/>
                      <a:pt x="25498" y="135050"/>
                    </a:cubicBezTo>
                    <a:cubicBezTo>
                      <a:pt x="32544" y="140374"/>
                      <a:pt x="38827" y="155492"/>
                      <a:pt x="45492" y="162528"/>
                    </a:cubicBezTo>
                    <a:cubicBezTo>
                      <a:pt x="52157" y="169564"/>
                      <a:pt x="52632" y="175839"/>
                      <a:pt x="59773" y="193144"/>
                    </a:cubicBezTo>
                    <a:cubicBezTo>
                      <a:pt x="68045" y="213845"/>
                      <a:pt x="78446" y="233633"/>
                      <a:pt x="90811" y="252189"/>
                    </a:cubicBezTo>
                    <a:cubicBezTo>
                      <a:pt x="100332" y="264644"/>
                      <a:pt x="105092" y="274342"/>
                      <a:pt x="102807" y="277955"/>
                    </a:cubicBezTo>
                    <a:cubicBezTo>
                      <a:pt x="101226" y="285010"/>
                      <a:pt x="104281" y="292292"/>
                      <a:pt x="110424" y="296116"/>
                    </a:cubicBezTo>
                    <a:cubicBezTo>
                      <a:pt x="119975" y="304795"/>
                      <a:pt x="130559" y="312267"/>
                      <a:pt x="141938" y="318364"/>
                    </a:cubicBezTo>
                    <a:cubicBezTo>
                      <a:pt x="160979" y="327872"/>
                      <a:pt x="194873" y="345367"/>
                      <a:pt x="199729" y="353829"/>
                    </a:cubicBezTo>
                    <a:cubicBezTo>
                      <a:pt x="206291" y="361572"/>
                      <a:pt x="214484" y="367773"/>
                      <a:pt x="223722" y="371990"/>
                    </a:cubicBezTo>
                    <a:cubicBezTo>
                      <a:pt x="224579" y="372560"/>
                      <a:pt x="224864" y="373891"/>
                      <a:pt x="224864" y="375793"/>
                    </a:cubicBezTo>
                    <a:cubicBezTo>
                      <a:pt x="226214" y="374602"/>
                      <a:pt x="227682" y="373551"/>
                      <a:pt x="229244" y="372655"/>
                    </a:cubicBezTo>
                    <a:cubicBezTo>
                      <a:pt x="234766" y="370278"/>
                      <a:pt x="235337" y="360200"/>
                      <a:pt x="237146" y="3572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36" name="Freeform 2704">
                <a:extLst>
                  <a:ext uri="{FF2B5EF4-FFF2-40B4-BE49-F238E27FC236}">
                    <a16:creationId xmlns:a16="http://schemas.microsoft.com/office/drawing/2014/main" id="{0F11BF1F-CF83-2DAB-B3DE-4E85C8D3ABE0}"/>
                  </a:ext>
                </a:extLst>
              </p:cNvPr>
              <p:cNvSpPr/>
              <p:nvPr/>
            </p:nvSpPr>
            <p:spPr>
              <a:xfrm>
                <a:off x="8470740" y="7012323"/>
                <a:ext cx="651039" cy="538067"/>
              </a:xfrm>
              <a:custGeom>
                <a:avLst/>
                <a:gdLst>
                  <a:gd name="connsiteX0" fmla="*/ 27323 w 276103"/>
                  <a:gd name="connsiteY0" fmla="*/ 15855 h 228192"/>
                  <a:gd name="connsiteX1" fmla="*/ 9614 w 276103"/>
                  <a:gd name="connsiteY1" fmla="*/ 38484 h 228192"/>
                  <a:gd name="connsiteX2" fmla="*/ 6663 w 276103"/>
                  <a:gd name="connsiteY2" fmla="*/ 53316 h 228192"/>
                  <a:gd name="connsiteX3" fmla="*/ 3616 w 276103"/>
                  <a:gd name="connsiteY3" fmla="*/ 62824 h 228192"/>
                  <a:gd name="connsiteX4" fmla="*/ 13137 w 276103"/>
                  <a:gd name="connsiteY4" fmla="*/ 67198 h 228192"/>
                  <a:gd name="connsiteX5" fmla="*/ 21991 w 276103"/>
                  <a:gd name="connsiteY5" fmla="*/ 80414 h 228192"/>
                  <a:gd name="connsiteX6" fmla="*/ 35035 w 276103"/>
                  <a:gd name="connsiteY6" fmla="*/ 106846 h 228192"/>
                  <a:gd name="connsiteX7" fmla="*/ 69310 w 276103"/>
                  <a:gd name="connsiteY7" fmla="*/ 109889 h 228192"/>
                  <a:gd name="connsiteX8" fmla="*/ 97301 w 276103"/>
                  <a:gd name="connsiteY8" fmla="*/ 122059 h 228192"/>
                  <a:gd name="connsiteX9" fmla="*/ 120818 w 276103"/>
                  <a:gd name="connsiteY9" fmla="*/ 128239 h 228192"/>
                  <a:gd name="connsiteX10" fmla="*/ 115962 w 276103"/>
                  <a:gd name="connsiteY10" fmla="*/ 164940 h 228192"/>
                  <a:gd name="connsiteX11" fmla="*/ 123769 w 276103"/>
                  <a:gd name="connsiteY11" fmla="*/ 180248 h 228192"/>
                  <a:gd name="connsiteX12" fmla="*/ 123007 w 276103"/>
                  <a:gd name="connsiteY12" fmla="*/ 195271 h 228192"/>
                  <a:gd name="connsiteX13" fmla="*/ 126625 w 276103"/>
                  <a:gd name="connsiteY13" fmla="*/ 205540 h 228192"/>
                  <a:gd name="connsiteX14" fmla="*/ 123769 w 276103"/>
                  <a:gd name="connsiteY14" fmla="*/ 207156 h 228192"/>
                  <a:gd name="connsiteX15" fmla="*/ 139098 w 276103"/>
                  <a:gd name="connsiteY15" fmla="*/ 227408 h 228192"/>
                  <a:gd name="connsiteX16" fmla="*/ 151094 w 276103"/>
                  <a:gd name="connsiteY16" fmla="*/ 232162 h 228192"/>
                  <a:gd name="connsiteX17" fmla="*/ 161948 w 276103"/>
                  <a:gd name="connsiteY17" fmla="*/ 230356 h 228192"/>
                  <a:gd name="connsiteX18" fmla="*/ 175753 w 276103"/>
                  <a:gd name="connsiteY18" fmla="*/ 223129 h 228192"/>
                  <a:gd name="connsiteX19" fmla="*/ 188987 w 276103"/>
                  <a:gd name="connsiteY19" fmla="*/ 216569 h 228192"/>
                  <a:gd name="connsiteX20" fmla="*/ 200412 w 276103"/>
                  <a:gd name="connsiteY20" fmla="*/ 205730 h 228192"/>
                  <a:gd name="connsiteX21" fmla="*/ 202887 w 276103"/>
                  <a:gd name="connsiteY21" fmla="*/ 197363 h 228192"/>
                  <a:gd name="connsiteX22" fmla="*/ 192605 w 276103"/>
                  <a:gd name="connsiteY22" fmla="*/ 194891 h 228192"/>
                  <a:gd name="connsiteX23" fmla="*/ 187178 w 276103"/>
                  <a:gd name="connsiteY23" fmla="*/ 182340 h 228192"/>
                  <a:gd name="connsiteX24" fmla="*/ 179371 w 276103"/>
                  <a:gd name="connsiteY24" fmla="*/ 167317 h 228192"/>
                  <a:gd name="connsiteX25" fmla="*/ 192605 w 276103"/>
                  <a:gd name="connsiteY25" fmla="*/ 164940 h 228192"/>
                  <a:gd name="connsiteX26" fmla="*/ 210028 w 276103"/>
                  <a:gd name="connsiteY26" fmla="*/ 170931 h 228192"/>
                  <a:gd name="connsiteX27" fmla="*/ 217930 w 276103"/>
                  <a:gd name="connsiteY27" fmla="*/ 171501 h 228192"/>
                  <a:gd name="connsiteX28" fmla="*/ 231735 w 276103"/>
                  <a:gd name="connsiteY28" fmla="*/ 163704 h 228192"/>
                  <a:gd name="connsiteX29" fmla="*/ 256394 w 276103"/>
                  <a:gd name="connsiteY29" fmla="*/ 154196 h 228192"/>
                  <a:gd name="connsiteX30" fmla="*/ 261821 w 276103"/>
                  <a:gd name="connsiteY30" fmla="*/ 146970 h 228192"/>
                  <a:gd name="connsiteX31" fmla="*/ 248682 w 276103"/>
                  <a:gd name="connsiteY31" fmla="*/ 130807 h 228192"/>
                  <a:gd name="connsiteX32" fmla="*/ 250872 w 276103"/>
                  <a:gd name="connsiteY32" fmla="*/ 120063 h 228192"/>
                  <a:gd name="connsiteX33" fmla="*/ 260393 w 276103"/>
                  <a:gd name="connsiteY33" fmla="*/ 110555 h 228192"/>
                  <a:gd name="connsiteX34" fmla="*/ 263249 w 276103"/>
                  <a:gd name="connsiteY34" fmla="*/ 99715 h 228192"/>
                  <a:gd name="connsiteX35" fmla="*/ 270485 w 276103"/>
                  <a:gd name="connsiteY35" fmla="*/ 86119 h 228192"/>
                  <a:gd name="connsiteX36" fmla="*/ 277816 w 276103"/>
                  <a:gd name="connsiteY36" fmla="*/ 76611 h 228192"/>
                  <a:gd name="connsiteX37" fmla="*/ 249253 w 276103"/>
                  <a:gd name="connsiteY37" fmla="*/ 73663 h 228192"/>
                  <a:gd name="connsiteX38" fmla="*/ 254585 w 276103"/>
                  <a:gd name="connsiteY38" fmla="*/ 57215 h 228192"/>
                  <a:gd name="connsiteX39" fmla="*/ 224785 w 276103"/>
                  <a:gd name="connsiteY39" fmla="*/ 46090 h 228192"/>
                  <a:gd name="connsiteX40" fmla="*/ 227451 w 276103"/>
                  <a:gd name="connsiteY40" fmla="*/ 35061 h 228192"/>
                  <a:gd name="connsiteX41" fmla="*/ 210599 w 276103"/>
                  <a:gd name="connsiteY41" fmla="*/ 30117 h 228192"/>
                  <a:gd name="connsiteX42" fmla="*/ 171849 w 276103"/>
                  <a:gd name="connsiteY42" fmla="*/ 43903 h 228192"/>
                  <a:gd name="connsiteX43" fmla="*/ 133766 w 276103"/>
                  <a:gd name="connsiteY43" fmla="*/ 32779 h 228192"/>
                  <a:gd name="connsiteX44" fmla="*/ 107488 w 276103"/>
                  <a:gd name="connsiteY44" fmla="*/ 28405 h 228192"/>
                  <a:gd name="connsiteX45" fmla="*/ 96435 w 276103"/>
                  <a:gd name="connsiteY45" fmla="*/ 12826 h 228192"/>
                  <a:gd name="connsiteX46" fmla="*/ 91970 w 276103"/>
                  <a:gd name="connsiteY46" fmla="*/ 12812 h 228192"/>
                  <a:gd name="connsiteX47" fmla="*/ 75118 w 276103"/>
                  <a:gd name="connsiteY47" fmla="*/ 1783 h 228192"/>
                  <a:gd name="connsiteX48" fmla="*/ 69310 w 276103"/>
                  <a:gd name="connsiteY48" fmla="*/ 14619 h 228192"/>
                  <a:gd name="connsiteX49" fmla="*/ 42176 w 276103"/>
                  <a:gd name="connsiteY49" fmla="*/ 30117 h 228192"/>
                  <a:gd name="connsiteX50" fmla="*/ 48840 w 276103"/>
                  <a:gd name="connsiteY50" fmla="*/ 59401 h 228192"/>
                  <a:gd name="connsiteX51" fmla="*/ 27514 w 276103"/>
                  <a:gd name="connsiteY51" fmla="*/ 52365 h 228192"/>
                  <a:gd name="connsiteX52" fmla="*/ 36368 w 276103"/>
                  <a:gd name="connsiteY52" fmla="*/ 26123 h 228192"/>
                  <a:gd name="connsiteX53" fmla="*/ 33797 w 276103"/>
                  <a:gd name="connsiteY53" fmla="*/ 12337 h 228192"/>
                  <a:gd name="connsiteX54" fmla="*/ 27323 w 276103"/>
                  <a:gd name="connsiteY54" fmla="*/ 15855 h 22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76103" h="228192">
                    <a:moveTo>
                      <a:pt x="27323" y="15855"/>
                    </a:moveTo>
                    <a:cubicBezTo>
                      <a:pt x="21516" y="23746"/>
                      <a:pt x="9900" y="30497"/>
                      <a:pt x="9614" y="38484"/>
                    </a:cubicBezTo>
                    <a:cubicBezTo>
                      <a:pt x="9329" y="46470"/>
                      <a:pt x="9614" y="49513"/>
                      <a:pt x="6663" y="53316"/>
                    </a:cubicBezTo>
                    <a:cubicBezTo>
                      <a:pt x="3711" y="57120"/>
                      <a:pt x="-763" y="62824"/>
                      <a:pt x="3616" y="62824"/>
                    </a:cubicBezTo>
                    <a:cubicBezTo>
                      <a:pt x="7996" y="62824"/>
                      <a:pt x="13137" y="62824"/>
                      <a:pt x="13137" y="67198"/>
                    </a:cubicBezTo>
                    <a:cubicBezTo>
                      <a:pt x="13137" y="71572"/>
                      <a:pt x="22658" y="72998"/>
                      <a:pt x="21991" y="80414"/>
                    </a:cubicBezTo>
                    <a:cubicBezTo>
                      <a:pt x="21325" y="87830"/>
                      <a:pt x="17802" y="107227"/>
                      <a:pt x="35035" y="106846"/>
                    </a:cubicBezTo>
                    <a:cubicBezTo>
                      <a:pt x="52268" y="106466"/>
                      <a:pt x="62074" y="100666"/>
                      <a:pt x="69310" y="109889"/>
                    </a:cubicBezTo>
                    <a:cubicBezTo>
                      <a:pt x="75652" y="118824"/>
                      <a:pt x="86431" y="123511"/>
                      <a:pt x="97301" y="122059"/>
                    </a:cubicBezTo>
                    <a:cubicBezTo>
                      <a:pt x="108536" y="120633"/>
                      <a:pt x="126816" y="118446"/>
                      <a:pt x="120818" y="128239"/>
                    </a:cubicBezTo>
                    <a:cubicBezTo>
                      <a:pt x="114819" y="138033"/>
                      <a:pt x="110726" y="159046"/>
                      <a:pt x="115962" y="164940"/>
                    </a:cubicBezTo>
                    <a:cubicBezTo>
                      <a:pt x="121198" y="170835"/>
                      <a:pt x="127958" y="175494"/>
                      <a:pt x="123769" y="180248"/>
                    </a:cubicBezTo>
                    <a:cubicBezTo>
                      <a:pt x="119580" y="185002"/>
                      <a:pt x="117581" y="191088"/>
                      <a:pt x="123007" y="195271"/>
                    </a:cubicBezTo>
                    <a:cubicBezTo>
                      <a:pt x="126250" y="197598"/>
                      <a:pt x="127695" y="201698"/>
                      <a:pt x="126625" y="205540"/>
                    </a:cubicBezTo>
                    <a:cubicBezTo>
                      <a:pt x="125794" y="206268"/>
                      <a:pt x="124822" y="206818"/>
                      <a:pt x="123769" y="207156"/>
                    </a:cubicBezTo>
                    <a:cubicBezTo>
                      <a:pt x="131767" y="215143"/>
                      <a:pt x="134528" y="223795"/>
                      <a:pt x="139098" y="227408"/>
                    </a:cubicBezTo>
                    <a:cubicBezTo>
                      <a:pt x="143668" y="231021"/>
                      <a:pt x="146905" y="234539"/>
                      <a:pt x="151094" y="232162"/>
                    </a:cubicBezTo>
                    <a:cubicBezTo>
                      <a:pt x="155283" y="229785"/>
                      <a:pt x="158330" y="227979"/>
                      <a:pt x="161948" y="230356"/>
                    </a:cubicBezTo>
                    <a:cubicBezTo>
                      <a:pt x="165565" y="232733"/>
                      <a:pt x="170326" y="227979"/>
                      <a:pt x="175753" y="223129"/>
                    </a:cubicBezTo>
                    <a:cubicBezTo>
                      <a:pt x="181180" y="218280"/>
                      <a:pt x="187178" y="222559"/>
                      <a:pt x="188987" y="216569"/>
                    </a:cubicBezTo>
                    <a:cubicBezTo>
                      <a:pt x="190075" y="210884"/>
                      <a:pt x="194670" y="206524"/>
                      <a:pt x="200412" y="205730"/>
                    </a:cubicBezTo>
                    <a:cubicBezTo>
                      <a:pt x="207076" y="204589"/>
                      <a:pt x="207076" y="197363"/>
                      <a:pt x="202887" y="197363"/>
                    </a:cubicBezTo>
                    <a:cubicBezTo>
                      <a:pt x="198698" y="197363"/>
                      <a:pt x="192605" y="202782"/>
                      <a:pt x="192605" y="194891"/>
                    </a:cubicBezTo>
                    <a:cubicBezTo>
                      <a:pt x="192605" y="186999"/>
                      <a:pt x="187178" y="188901"/>
                      <a:pt x="187178" y="182340"/>
                    </a:cubicBezTo>
                    <a:cubicBezTo>
                      <a:pt x="188219" y="176155"/>
                      <a:pt x="185035" y="170028"/>
                      <a:pt x="179371" y="167317"/>
                    </a:cubicBezTo>
                    <a:cubicBezTo>
                      <a:pt x="172135" y="163134"/>
                      <a:pt x="188892" y="161327"/>
                      <a:pt x="192605" y="164940"/>
                    </a:cubicBezTo>
                    <a:cubicBezTo>
                      <a:pt x="196318" y="168554"/>
                      <a:pt x="208885" y="165511"/>
                      <a:pt x="210028" y="170931"/>
                    </a:cubicBezTo>
                    <a:cubicBezTo>
                      <a:pt x="211170" y="176350"/>
                      <a:pt x="217930" y="178157"/>
                      <a:pt x="217930" y="171501"/>
                    </a:cubicBezTo>
                    <a:cubicBezTo>
                      <a:pt x="217930" y="164845"/>
                      <a:pt x="225737" y="161993"/>
                      <a:pt x="231735" y="163704"/>
                    </a:cubicBezTo>
                    <a:cubicBezTo>
                      <a:pt x="237733" y="165416"/>
                      <a:pt x="250777" y="155908"/>
                      <a:pt x="256394" y="154196"/>
                    </a:cubicBezTo>
                    <a:cubicBezTo>
                      <a:pt x="259250" y="153246"/>
                      <a:pt x="260298" y="149823"/>
                      <a:pt x="261821" y="146970"/>
                    </a:cubicBezTo>
                    <a:cubicBezTo>
                      <a:pt x="257805" y="141298"/>
                      <a:pt x="253415" y="135898"/>
                      <a:pt x="248682" y="130807"/>
                    </a:cubicBezTo>
                    <a:cubicBezTo>
                      <a:pt x="244398" y="127289"/>
                      <a:pt x="251538" y="125102"/>
                      <a:pt x="250872" y="120063"/>
                    </a:cubicBezTo>
                    <a:cubicBezTo>
                      <a:pt x="250205" y="115023"/>
                      <a:pt x="250872" y="111410"/>
                      <a:pt x="260393" y="110555"/>
                    </a:cubicBezTo>
                    <a:cubicBezTo>
                      <a:pt x="269914" y="109699"/>
                      <a:pt x="268295" y="102663"/>
                      <a:pt x="263249" y="99715"/>
                    </a:cubicBezTo>
                    <a:cubicBezTo>
                      <a:pt x="258203" y="96768"/>
                      <a:pt x="265439" y="88971"/>
                      <a:pt x="270485" y="86119"/>
                    </a:cubicBezTo>
                    <a:cubicBezTo>
                      <a:pt x="273607" y="83534"/>
                      <a:pt x="276112" y="80286"/>
                      <a:pt x="277816" y="76611"/>
                    </a:cubicBezTo>
                    <a:cubicBezTo>
                      <a:pt x="268556" y="73892"/>
                      <a:pt x="258875" y="72893"/>
                      <a:pt x="249253" y="73663"/>
                    </a:cubicBezTo>
                    <a:cubicBezTo>
                      <a:pt x="241637" y="73663"/>
                      <a:pt x="254109" y="65201"/>
                      <a:pt x="254585" y="57215"/>
                    </a:cubicBezTo>
                    <a:cubicBezTo>
                      <a:pt x="255061" y="49228"/>
                      <a:pt x="233258" y="47707"/>
                      <a:pt x="224785" y="46090"/>
                    </a:cubicBezTo>
                    <a:cubicBezTo>
                      <a:pt x="216311" y="44474"/>
                      <a:pt x="218596" y="35441"/>
                      <a:pt x="227451" y="35061"/>
                    </a:cubicBezTo>
                    <a:cubicBezTo>
                      <a:pt x="236305" y="34681"/>
                      <a:pt x="222595" y="28405"/>
                      <a:pt x="210599" y="30117"/>
                    </a:cubicBezTo>
                    <a:cubicBezTo>
                      <a:pt x="197073" y="32780"/>
                      <a:pt x="184015" y="37426"/>
                      <a:pt x="171849" y="43903"/>
                    </a:cubicBezTo>
                    <a:cubicBezTo>
                      <a:pt x="162328" y="49228"/>
                      <a:pt x="145191" y="28405"/>
                      <a:pt x="133766" y="32779"/>
                    </a:cubicBezTo>
                    <a:cubicBezTo>
                      <a:pt x="122341" y="37153"/>
                      <a:pt x="107108" y="37248"/>
                      <a:pt x="107488" y="28405"/>
                    </a:cubicBezTo>
                    <a:cubicBezTo>
                      <a:pt x="108744" y="21055"/>
                      <a:pt x="103795" y="14080"/>
                      <a:pt x="96435" y="12826"/>
                    </a:cubicBezTo>
                    <a:cubicBezTo>
                      <a:pt x="94957" y="12574"/>
                      <a:pt x="93448" y="12569"/>
                      <a:pt x="91970" y="12812"/>
                    </a:cubicBezTo>
                    <a:cubicBezTo>
                      <a:pt x="80830" y="13763"/>
                      <a:pt x="83496" y="1783"/>
                      <a:pt x="75118" y="1783"/>
                    </a:cubicBezTo>
                    <a:cubicBezTo>
                      <a:pt x="66739" y="1783"/>
                      <a:pt x="75118" y="11956"/>
                      <a:pt x="69310" y="14619"/>
                    </a:cubicBezTo>
                    <a:cubicBezTo>
                      <a:pt x="63502" y="17281"/>
                      <a:pt x="43509" y="22130"/>
                      <a:pt x="42176" y="30117"/>
                    </a:cubicBezTo>
                    <a:cubicBezTo>
                      <a:pt x="40843" y="38103"/>
                      <a:pt x="52839" y="51415"/>
                      <a:pt x="48840" y="59401"/>
                    </a:cubicBezTo>
                    <a:cubicBezTo>
                      <a:pt x="44841" y="67388"/>
                      <a:pt x="31512" y="60732"/>
                      <a:pt x="27514" y="52365"/>
                    </a:cubicBezTo>
                    <a:cubicBezTo>
                      <a:pt x="23515" y="43998"/>
                      <a:pt x="39034" y="31067"/>
                      <a:pt x="36368" y="26123"/>
                    </a:cubicBezTo>
                    <a:cubicBezTo>
                      <a:pt x="33784" y="22023"/>
                      <a:pt x="32864" y="17091"/>
                      <a:pt x="33797" y="12337"/>
                    </a:cubicBezTo>
                    <a:cubicBezTo>
                      <a:pt x="31305" y="12749"/>
                      <a:pt x="29024" y="13988"/>
                      <a:pt x="27323" y="158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37" name="Freeform 2705">
                <a:extLst>
                  <a:ext uri="{FF2B5EF4-FFF2-40B4-BE49-F238E27FC236}">
                    <a16:creationId xmlns:a16="http://schemas.microsoft.com/office/drawing/2014/main" id="{8408226A-DBA0-D509-7C5B-C3260F5030C4}"/>
                  </a:ext>
                </a:extLst>
              </p:cNvPr>
              <p:cNvSpPr/>
              <p:nvPr/>
            </p:nvSpPr>
            <p:spPr>
              <a:xfrm>
                <a:off x="9205524" y="7294661"/>
                <a:ext cx="202045" cy="201774"/>
              </a:xfrm>
              <a:custGeom>
                <a:avLst/>
                <a:gdLst>
                  <a:gd name="connsiteX0" fmla="*/ 19703 w 85687"/>
                  <a:gd name="connsiteY0" fmla="*/ 19340 h 85572"/>
                  <a:gd name="connsiteX1" fmla="*/ 10182 w 85687"/>
                  <a:gd name="connsiteY1" fmla="*/ 28848 h 85572"/>
                  <a:gd name="connsiteX2" fmla="*/ 2280 w 85687"/>
                  <a:gd name="connsiteY2" fmla="*/ 46058 h 85572"/>
                  <a:gd name="connsiteX3" fmla="*/ 18846 w 85687"/>
                  <a:gd name="connsiteY3" fmla="*/ 66880 h 85572"/>
                  <a:gd name="connsiteX4" fmla="*/ 30652 w 85687"/>
                  <a:gd name="connsiteY4" fmla="*/ 89414 h 85572"/>
                  <a:gd name="connsiteX5" fmla="*/ 40744 w 85687"/>
                  <a:gd name="connsiteY5" fmla="*/ 90080 h 85572"/>
                  <a:gd name="connsiteX6" fmla="*/ 49217 w 85687"/>
                  <a:gd name="connsiteY6" fmla="*/ 77434 h 85572"/>
                  <a:gd name="connsiteX7" fmla="*/ 71401 w 85687"/>
                  <a:gd name="connsiteY7" fmla="*/ 78004 h 85572"/>
                  <a:gd name="connsiteX8" fmla="*/ 73400 w 85687"/>
                  <a:gd name="connsiteY8" fmla="*/ 80572 h 85572"/>
                  <a:gd name="connsiteX9" fmla="*/ 79303 w 85687"/>
                  <a:gd name="connsiteY9" fmla="*/ 71064 h 85572"/>
                  <a:gd name="connsiteX10" fmla="*/ 77113 w 85687"/>
                  <a:gd name="connsiteY10" fmla="*/ 44441 h 85572"/>
                  <a:gd name="connsiteX11" fmla="*/ 80826 w 85687"/>
                  <a:gd name="connsiteY11" fmla="*/ 20671 h 85572"/>
                  <a:gd name="connsiteX12" fmla="*/ 84730 w 85687"/>
                  <a:gd name="connsiteY12" fmla="*/ 10402 h 85572"/>
                  <a:gd name="connsiteX13" fmla="*/ 64641 w 85687"/>
                  <a:gd name="connsiteY13" fmla="*/ 5934 h 85572"/>
                  <a:gd name="connsiteX14" fmla="*/ 38839 w 85687"/>
                  <a:gd name="connsiteY14" fmla="*/ 5934 h 85572"/>
                  <a:gd name="connsiteX15" fmla="*/ 23797 w 85687"/>
                  <a:gd name="connsiteY15" fmla="*/ 5934 h 85572"/>
                  <a:gd name="connsiteX16" fmla="*/ 21797 w 85687"/>
                  <a:gd name="connsiteY16" fmla="*/ 6504 h 85572"/>
                  <a:gd name="connsiteX17" fmla="*/ 19703 w 85687"/>
                  <a:gd name="connsiteY17" fmla="*/ 19340 h 8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5687" h="85572">
                    <a:moveTo>
                      <a:pt x="19703" y="19340"/>
                    </a:moveTo>
                    <a:cubicBezTo>
                      <a:pt x="22654" y="25140"/>
                      <a:pt x="16180" y="27992"/>
                      <a:pt x="10182" y="28848"/>
                    </a:cubicBezTo>
                    <a:cubicBezTo>
                      <a:pt x="4184" y="29704"/>
                      <a:pt x="5898" y="42444"/>
                      <a:pt x="2280" y="46058"/>
                    </a:cubicBezTo>
                    <a:cubicBezTo>
                      <a:pt x="-1338" y="49671"/>
                      <a:pt x="15990" y="58988"/>
                      <a:pt x="18846" y="66880"/>
                    </a:cubicBezTo>
                    <a:cubicBezTo>
                      <a:pt x="22312" y="74627"/>
                      <a:pt x="26255" y="82153"/>
                      <a:pt x="30652" y="89414"/>
                    </a:cubicBezTo>
                    <a:cubicBezTo>
                      <a:pt x="33864" y="90681"/>
                      <a:pt x="37393" y="90914"/>
                      <a:pt x="40744" y="90080"/>
                    </a:cubicBezTo>
                    <a:cubicBezTo>
                      <a:pt x="46171" y="87037"/>
                      <a:pt x="41315" y="76768"/>
                      <a:pt x="49217" y="77434"/>
                    </a:cubicBezTo>
                    <a:cubicBezTo>
                      <a:pt x="57120" y="78100"/>
                      <a:pt x="68259" y="73155"/>
                      <a:pt x="71401" y="78004"/>
                    </a:cubicBezTo>
                    <a:cubicBezTo>
                      <a:pt x="72007" y="78905"/>
                      <a:pt x="72675" y="79763"/>
                      <a:pt x="73400" y="80572"/>
                    </a:cubicBezTo>
                    <a:cubicBezTo>
                      <a:pt x="75875" y="76768"/>
                      <a:pt x="78637" y="72680"/>
                      <a:pt x="79303" y="71064"/>
                    </a:cubicBezTo>
                    <a:cubicBezTo>
                      <a:pt x="81023" y="62156"/>
                      <a:pt x="80266" y="52949"/>
                      <a:pt x="77113" y="44441"/>
                    </a:cubicBezTo>
                    <a:cubicBezTo>
                      <a:pt x="73969" y="36429"/>
                      <a:pt x="75388" y="27346"/>
                      <a:pt x="80826" y="20671"/>
                    </a:cubicBezTo>
                    <a:cubicBezTo>
                      <a:pt x="82649" y="17469"/>
                      <a:pt x="83966" y="14006"/>
                      <a:pt x="84730" y="10402"/>
                    </a:cubicBezTo>
                    <a:cubicBezTo>
                      <a:pt x="78470" y="7381"/>
                      <a:pt x="71593" y="5851"/>
                      <a:pt x="64641" y="5934"/>
                    </a:cubicBezTo>
                    <a:cubicBezTo>
                      <a:pt x="53978" y="7265"/>
                      <a:pt x="42838" y="12114"/>
                      <a:pt x="38839" y="5934"/>
                    </a:cubicBezTo>
                    <a:cubicBezTo>
                      <a:pt x="34841" y="-247"/>
                      <a:pt x="29319" y="1085"/>
                      <a:pt x="23797" y="5934"/>
                    </a:cubicBezTo>
                    <a:cubicBezTo>
                      <a:pt x="23230" y="6377"/>
                      <a:pt x="22513" y="6581"/>
                      <a:pt x="21797" y="6504"/>
                    </a:cubicBezTo>
                    <a:cubicBezTo>
                      <a:pt x="20179" y="11734"/>
                      <a:pt x="18275" y="16488"/>
                      <a:pt x="19703" y="193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38" name="Freeform 2706">
                <a:extLst>
                  <a:ext uri="{FF2B5EF4-FFF2-40B4-BE49-F238E27FC236}">
                    <a16:creationId xmlns:a16="http://schemas.microsoft.com/office/drawing/2014/main" id="{7837A36D-B9B0-7850-F47F-984E1DC56494}"/>
                  </a:ext>
                </a:extLst>
              </p:cNvPr>
              <p:cNvSpPr/>
              <p:nvPr/>
            </p:nvSpPr>
            <p:spPr>
              <a:xfrm>
                <a:off x="9048963" y="7187644"/>
                <a:ext cx="224495" cy="336291"/>
              </a:xfrm>
              <a:custGeom>
                <a:avLst/>
                <a:gdLst>
                  <a:gd name="connsiteX0" fmla="*/ 24977 w 95208"/>
                  <a:gd name="connsiteY0" fmla="*/ 11576 h 142620"/>
                  <a:gd name="connsiteX1" fmla="*/ 17741 w 95208"/>
                  <a:gd name="connsiteY1" fmla="*/ 25172 h 142620"/>
                  <a:gd name="connsiteX2" fmla="*/ 14885 w 95208"/>
                  <a:gd name="connsiteY2" fmla="*/ 36012 h 142620"/>
                  <a:gd name="connsiteX3" fmla="*/ 5364 w 95208"/>
                  <a:gd name="connsiteY3" fmla="*/ 45520 h 142620"/>
                  <a:gd name="connsiteX4" fmla="*/ 3175 w 95208"/>
                  <a:gd name="connsiteY4" fmla="*/ 56264 h 142620"/>
                  <a:gd name="connsiteX5" fmla="*/ 16313 w 95208"/>
                  <a:gd name="connsiteY5" fmla="*/ 72427 h 142620"/>
                  <a:gd name="connsiteX6" fmla="*/ 23549 w 95208"/>
                  <a:gd name="connsiteY6" fmla="*/ 68244 h 142620"/>
                  <a:gd name="connsiteX7" fmla="*/ 31927 w 95208"/>
                  <a:gd name="connsiteY7" fmla="*/ 85073 h 142620"/>
                  <a:gd name="connsiteX8" fmla="*/ 35796 w 95208"/>
                  <a:gd name="connsiteY8" fmla="*/ 99351 h 142620"/>
                  <a:gd name="connsiteX9" fmla="*/ 33736 w 95208"/>
                  <a:gd name="connsiteY9" fmla="*/ 101902 h 142620"/>
                  <a:gd name="connsiteX10" fmla="*/ 37925 w 95208"/>
                  <a:gd name="connsiteY10" fmla="*/ 137272 h 142620"/>
                  <a:gd name="connsiteX11" fmla="*/ 59633 w 95208"/>
                  <a:gd name="connsiteY11" fmla="*/ 144498 h 142620"/>
                  <a:gd name="connsiteX12" fmla="*/ 72867 w 95208"/>
                  <a:gd name="connsiteY12" fmla="*/ 139744 h 142620"/>
                  <a:gd name="connsiteX13" fmla="*/ 83054 w 95208"/>
                  <a:gd name="connsiteY13" fmla="*/ 134895 h 142620"/>
                  <a:gd name="connsiteX14" fmla="*/ 97050 w 95208"/>
                  <a:gd name="connsiteY14" fmla="*/ 134895 h 142620"/>
                  <a:gd name="connsiteX15" fmla="*/ 85244 w 95208"/>
                  <a:gd name="connsiteY15" fmla="*/ 112361 h 142620"/>
                  <a:gd name="connsiteX16" fmla="*/ 68678 w 95208"/>
                  <a:gd name="connsiteY16" fmla="*/ 91538 h 142620"/>
                  <a:gd name="connsiteX17" fmla="*/ 76580 w 95208"/>
                  <a:gd name="connsiteY17" fmla="*/ 74329 h 142620"/>
                  <a:gd name="connsiteX18" fmla="*/ 86101 w 95208"/>
                  <a:gd name="connsiteY18" fmla="*/ 64821 h 142620"/>
                  <a:gd name="connsiteX19" fmla="*/ 88386 w 95208"/>
                  <a:gd name="connsiteY19" fmla="*/ 52080 h 142620"/>
                  <a:gd name="connsiteX20" fmla="*/ 69915 w 95208"/>
                  <a:gd name="connsiteY20" fmla="*/ 35536 h 142620"/>
                  <a:gd name="connsiteX21" fmla="*/ 59419 w 95208"/>
                  <a:gd name="connsiteY21" fmla="*/ 25681 h 142620"/>
                  <a:gd name="connsiteX22" fmla="*/ 59633 w 95208"/>
                  <a:gd name="connsiteY22" fmla="*/ 23271 h 142620"/>
                  <a:gd name="connsiteX23" fmla="*/ 39544 w 95208"/>
                  <a:gd name="connsiteY23" fmla="*/ 6347 h 142620"/>
                  <a:gd name="connsiteX24" fmla="*/ 32213 w 95208"/>
                  <a:gd name="connsiteY24" fmla="*/ 1783 h 142620"/>
                  <a:gd name="connsiteX25" fmla="*/ 24977 w 95208"/>
                  <a:gd name="connsiteY25" fmla="*/ 11576 h 142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5208" h="142620">
                    <a:moveTo>
                      <a:pt x="24977" y="11576"/>
                    </a:moveTo>
                    <a:cubicBezTo>
                      <a:pt x="19931" y="14428"/>
                      <a:pt x="12695" y="22320"/>
                      <a:pt x="17741" y="25172"/>
                    </a:cubicBezTo>
                    <a:cubicBezTo>
                      <a:pt x="22787" y="28025"/>
                      <a:pt x="24215" y="35251"/>
                      <a:pt x="14885" y="36012"/>
                    </a:cubicBezTo>
                    <a:cubicBezTo>
                      <a:pt x="5555" y="36772"/>
                      <a:pt x="4793" y="40290"/>
                      <a:pt x="5364" y="45520"/>
                    </a:cubicBezTo>
                    <a:cubicBezTo>
                      <a:pt x="5935" y="50749"/>
                      <a:pt x="-1110" y="52746"/>
                      <a:pt x="3175" y="56264"/>
                    </a:cubicBezTo>
                    <a:cubicBezTo>
                      <a:pt x="7908" y="61355"/>
                      <a:pt x="12297" y="66755"/>
                      <a:pt x="16313" y="72427"/>
                    </a:cubicBezTo>
                    <a:cubicBezTo>
                      <a:pt x="17379" y="69456"/>
                      <a:pt x="20438" y="67687"/>
                      <a:pt x="23549" y="68244"/>
                    </a:cubicBezTo>
                    <a:cubicBezTo>
                      <a:pt x="31927" y="69385"/>
                      <a:pt x="25358" y="82030"/>
                      <a:pt x="31927" y="85073"/>
                    </a:cubicBezTo>
                    <a:cubicBezTo>
                      <a:pt x="36944" y="87949"/>
                      <a:pt x="38676" y="94341"/>
                      <a:pt x="35796" y="99351"/>
                    </a:cubicBezTo>
                    <a:cubicBezTo>
                      <a:pt x="35248" y="100304"/>
                      <a:pt x="34553" y="101165"/>
                      <a:pt x="33736" y="101902"/>
                    </a:cubicBezTo>
                    <a:cubicBezTo>
                      <a:pt x="28976" y="105420"/>
                      <a:pt x="27167" y="125292"/>
                      <a:pt x="37925" y="137272"/>
                    </a:cubicBezTo>
                    <a:cubicBezTo>
                      <a:pt x="48684" y="149252"/>
                      <a:pt x="56967" y="147541"/>
                      <a:pt x="59633" y="144498"/>
                    </a:cubicBezTo>
                    <a:cubicBezTo>
                      <a:pt x="62299" y="141455"/>
                      <a:pt x="70487" y="144498"/>
                      <a:pt x="72867" y="139744"/>
                    </a:cubicBezTo>
                    <a:cubicBezTo>
                      <a:pt x="75247" y="134990"/>
                      <a:pt x="78294" y="140315"/>
                      <a:pt x="83054" y="134895"/>
                    </a:cubicBezTo>
                    <a:cubicBezTo>
                      <a:pt x="85910" y="131757"/>
                      <a:pt x="91623" y="133469"/>
                      <a:pt x="97050" y="134895"/>
                    </a:cubicBezTo>
                    <a:cubicBezTo>
                      <a:pt x="92653" y="127634"/>
                      <a:pt x="88710" y="120108"/>
                      <a:pt x="85244" y="112361"/>
                    </a:cubicBezTo>
                    <a:cubicBezTo>
                      <a:pt x="82388" y="104469"/>
                      <a:pt x="65060" y="95151"/>
                      <a:pt x="68678" y="91538"/>
                    </a:cubicBezTo>
                    <a:cubicBezTo>
                      <a:pt x="72296" y="87925"/>
                      <a:pt x="70867" y="74994"/>
                      <a:pt x="76580" y="74329"/>
                    </a:cubicBezTo>
                    <a:cubicBezTo>
                      <a:pt x="82292" y="73663"/>
                      <a:pt x="88862" y="70716"/>
                      <a:pt x="86101" y="64821"/>
                    </a:cubicBezTo>
                    <a:cubicBezTo>
                      <a:pt x="84673" y="61969"/>
                      <a:pt x="86577" y="57215"/>
                      <a:pt x="88386" y="52080"/>
                    </a:cubicBezTo>
                    <a:cubicBezTo>
                      <a:pt x="82864" y="51510"/>
                      <a:pt x="74676" y="35536"/>
                      <a:pt x="69915" y="35536"/>
                    </a:cubicBezTo>
                    <a:cubicBezTo>
                      <a:pt x="64292" y="35709"/>
                      <a:pt x="59592" y="31297"/>
                      <a:pt x="59419" y="25681"/>
                    </a:cubicBezTo>
                    <a:cubicBezTo>
                      <a:pt x="59394" y="24872"/>
                      <a:pt x="59466" y="24063"/>
                      <a:pt x="59633" y="23271"/>
                    </a:cubicBezTo>
                    <a:cubicBezTo>
                      <a:pt x="60966" y="15664"/>
                      <a:pt x="47161" y="14809"/>
                      <a:pt x="39544" y="6347"/>
                    </a:cubicBezTo>
                    <a:cubicBezTo>
                      <a:pt x="37528" y="4228"/>
                      <a:pt x="35005" y="2658"/>
                      <a:pt x="32213" y="1783"/>
                    </a:cubicBezTo>
                    <a:cubicBezTo>
                      <a:pt x="30573" y="5551"/>
                      <a:pt x="28099" y="8899"/>
                      <a:pt x="24977" y="115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39" name="Freeform 2707">
                <a:extLst>
                  <a:ext uri="{FF2B5EF4-FFF2-40B4-BE49-F238E27FC236}">
                    <a16:creationId xmlns:a16="http://schemas.microsoft.com/office/drawing/2014/main" id="{1C564BAE-1357-5C21-93E3-2F02B5FF8401}"/>
                  </a:ext>
                </a:extLst>
              </p:cNvPr>
              <p:cNvSpPr/>
              <p:nvPr/>
            </p:nvSpPr>
            <p:spPr>
              <a:xfrm>
                <a:off x="9374836" y="7314761"/>
                <a:ext cx="134698" cy="179355"/>
              </a:xfrm>
              <a:custGeom>
                <a:avLst/>
                <a:gdLst>
                  <a:gd name="connsiteX0" fmla="*/ 5498 w 57124"/>
                  <a:gd name="connsiteY0" fmla="*/ 35917 h 76064"/>
                  <a:gd name="connsiteX1" fmla="*/ 7688 w 57124"/>
                  <a:gd name="connsiteY1" fmla="*/ 62539 h 76064"/>
                  <a:gd name="connsiteX2" fmla="*/ 1785 w 57124"/>
                  <a:gd name="connsiteY2" fmla="*/ 72047 h 76064"/>
                  <a:gd name="connsiteX3" fmla="*/ 19684 w 57124"/>
                  <a:gd name="connsiteY3" fmla="*/ 75470 h 76064"/>
                  <a:gd name="connsiteX4" fmla="*/ 40725 w 57124"/>
                  <a:gd name="connsiteY4" fmla="*/ 65962 h 76064"/>
                  <a:gd name="connsiteX5" fmla="*/ 64432 w 57124"/>
                  <a:gd name="connsiteY5" fmla="*/ 34110 h 76064"/>
                  <a:gd name="connsiteX6" fmla="*/ 64432 w 57124"/>
                  <a:gd name="connsiteY6" fmla="*/ 34110 h 76064"/>
                  <a:gd name="connsiteX7" fmla="*/ 30157 w 57124"/>
                  <a:gd name="connsiteY7" fmla="*/ 7488 h 76064"/>
                  <a:gd name="connsiteX8" fmla="*/ 13401 w 57124"/>
                  <a:gd name="connsiteY8" fmla="*/ 1783 h 76064"/>
                  <a:gd name="connsiteX9" fmla="*/ 9497 w 57124"/>
                  <a:gd name="connsiteY9" fmla="*/ 12051 h 76064"/>
                  <a:gd name="connsiteX10" fmla="*/ 5498 w 57124"/>
                  <a:gd name="connsiteY10" fmla="*/ 35917 h 76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7124" h="76064">
                    <a:moveTo>
                      <a:pt x="5498" y="35917"/>
                    </a:moveTo>
                    <a:cubicBezTo>
                      <a:pt x="8651" y="44424"/>
                      <a:pt x="9408" y="53632"/>
                      <a:pt x="7688" y="62539"/>
                    </a:cubicBezTo>
                    <a:cubicBezTo>
                      <a:pt x="7022" y="63965"/>
                      <a:pt x="4261" y="68054"/>
                      <a:pt x="1785" y="72047"/>
                    </a:cubicBezTo>
                    <a:cubicBezTo>
                      <a:pt x="6366" y="76963"/>
                      <a:pt x="13609" y="78348"/>
                      <a:pt x="19684" y="75470"/>
                    </a:cubicBezTo>
                    <a:cubicBezTo>
                      <a:pt x="31109" y="71857"/>
                      <a:pt x="36536" y="79083"/>
                      <a:pt x="40725" y="65962"/>
                    </a:cubicBezTo>
                    <a:cubicBezTo>
                      <a:pt x="46540" y="53943"/>
                      <a:pt x="54584" y="43135"/>
                      <a:pt x="64432" y="34110"/>
                    </a:cubicBezTo>
                    <a:lnTo>
                      <a:pt x="64432" y="34110"/>
                    </a:lnTo>
                    <a:cubicBezTo>
                      <a:pt x="55959" y="30592"/>
                      <a:pt x="43105" y="10150"/>
                      <a:pt x="30157" y="7488"/>
                    </a:cubicBezTo>
                    <a:cubicBezTo>
                      <a:pt x="24417" y="6073"/>
                      <a:pt x="18811" y="4164"/>
                      <a:pt x="13401" y="1783"/>
                    </a:cubicBezTo>
                    <a:cubicBezTo>
                      <a:pt x="12637" y="5386"/>
                      <a:pt x="11320" y="8850"/>
                      <a:pt x="9497" y="12051"/>
                    </a:cubicBezTo>
                    <a:cubicBezTo>
                      <a:pt x="3925" y="18692"/>
                      <a:pt x="2395" y="27826"/>
                      <a:pt x="5498" y="3591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40" name="Freeform 2711">
                <a:extLst>
                  <a:ext uri="{FF2B5EF4-FFF2-40B4-BE49-F238E27FC236}">
                    <a16:creationId xmlns:a16="http://schemas.microsoft.com/office/drawing/2014/main" id="{DE29F41B-2CC7-77BE-8ADD-788543B65148}"/>
                  </a:ext>
                </a:extLst>
              </p:cNvPr>
              <p:cNvSpPr/>
              <p:nvPr/>
            </p:nvSpPr>
            <p:spPr>
              <a:xfrm>
                <a:off x="9063290" y="10269418"/>
                <a:ext cx="134698" cy="67258"/>
              </a:xfrm>
              <a:custGeom>
                <a:avLst/>
                <a:gdLst>
                  <a:gd name="connsiteX0" fmla="*/ 63838 w 57124"/>
                  <a:gd name="connsiteY0" fmla="*/ 11576 h 28524"/>
                  <a:gd name="connsiteX1" fmla="*/ 30896 w 57124"/>
                  <a:gd name="connsiteY1" fmla="*/ 26599 h 28524"/>
                  <a:gd name="connsiteX2" fmla="*/ 63838 w 57124"/>
                  <a:gd name="connsiteY2" fmla="*/ 11576 h 28524"/>
                  <a:gd name="connsiteX3" fmla="*/ 27373 w 57124"/>
                  <a:gd name="connsiteY3" fmla="*/ 2068 h 28524"/>
                  <a:gd name="connsiteX4" fmla="*/ 4238 w 57124"/>
                  <a:gd name="connsiteY4" fmla="*/ 25172 h 28524"/>
                  <a:gd name="connsiteX5" fmla="*/ 27373 w 57124"/>
                  <a:gd name="connsiteY5" fmla="*/ 1783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124" h="28524">
                    <a:moveTo>
                      <a:pt x="63838" y="11576"/>
                    </a:moveTo>
                    <a:cubicBezTo>
                      <a:pt x="56697" y="-1735"/>
                      <a:pt x="23850" y="23081"/>
                      <a:pt x="30896" y="26599"/>
                    </a:cubicBezTo>
                    <a:cubicBezTo>
                      <a:pt x="37941" y="30116"/>
                      <a:pt x="67265" y="18041"/>
                      <a:pt x="63838" y="11576"/>
                    </a:cubicBezTo>
                    <a:close/>
                    <a:moveTo>
                      <a:pt x="27373" y="2068"/>
                    </a:moveTo>
                    <a:cubicBezTo>
                      <a:pt x="17852" y="261"/>
                      <a:pt x="-5855" y="20038"/>
                      <a:pt x="4238" y="25172"/>
                    </a:cubicBezTo>
                    <a:cubicBezTo>
                      <a:pt x="14330" y="30307"/>
                      <a:pt x="37179" y="3589"/>
                      <a:pt x="27373" y="1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41" name="Freeform 2712">
                <a:extLst>
                  <a:ext uri="{FF2B5EF4-FFF2-40B4-BE49-F238E27FC236}">
                    <a16:creationId xmlns:a16="http://schemas.microsoft.com/office/drawing/2014/main" id="{60F4A24A-F5C3-3417-38FD-8439242FBF24}"/>
                  </a:ext>
                </a:extLst>
              </p:cNvPr>
              <p:cNvSpPr/>
              <p:nvPr/>
            </p:nvSpPr>
            <p:spPr>
              <a:xfrm>
                <a:off x="7608092" y="7518553"/>
                <a:ext cx="763287" cy="313871"/>
              </a:xfrm>
              <a:custGeom>
                <a:avLst/>
                <a:gdLst>
                  <a:gd name="connsiteX0" fmla="*/ 320812 w 323707"/>
                  <a:gd name="connsiteY0" fmla="*/ 36202 h 133112"/>
                  <a:gd name="connsiteX1" fmla="*/ 306436 w 323707"/>
                  <a:gd name="connsiteY1" fmla="*/ 25077 h 133112"/>
                  <a:gd name="connsiteX2" fmla="*/ 291107 w 323707"/>
                  <a:gd name="connsiteY2" fmla="*/ 25077 h 133112"/>
                  <a:gd name="connsiteX3" fmla="*/ 278635 w 323707"/>
                  <a:gd name="connsiteY3" fmla="*/ 15569 h 133112"/>
                  <a:gd name="connsiteX4" fmla="*/ 253881 w 323707"/>
                  <a:gd name="connsiteY4" fmla="*/ 1783 h 133112"/>
                  <a:gd name="connsiteX5" fmla="*/ 253881 w 323707"/>
                  <a:gd name="connsiteY5" fmla="*/ 4540 h 133112"/>
                  <a:gd name="connsiteX6" fmla="*/ 240076 w 323707"/>
                  <a:gd name="connsiteY6" fmla="*/ 11576 h 133112"/>
                  <a:gd name="connsiteX7" fmla="*/ 233411 w 323707"/>
                  <a:gd name="connsiteY7" fmla="*/ 26218 h 133112"/>
                  <a:gd name="connsiteX8" fmla="*/ 224557 w 323707"/>
                  <a:gd name="connsiteY8" fmla="*/ 38198 h 133112"/>
                  <a:gd name="connsiteX9" fmla="*/ 219225 w 323707"/>
                  <a:gd name="connsiteY9" fmla="*/ 48847 h 133112"/>
                  <a:gd name="connsiteX10" fmla="*/ 213453 w 323707"/>
                  <a:gd name="connsiteY10" fmla="*/ 60096 h 133112"/>
                  <a:gd name="connsiteX11" fmla="*/ 214750 w 323707"/>
                  <a:gd name="connsiteY11" fmla="*/ 62634 h 133112"/>
                  <a:gd name="connsiteX12" fmla="*/ 213417 w 323707"/>
                  <a:gd name="connsiteY12" fmla="*/ 75945 h 133112"/>
                  <a:gd name="connsiteX13" fmla="*/ 225033 w 323707"/>
                  <a:gd name="connsiteY13" fmla="*/ 86119 h 133112"/>
                  <a:gd name="connsiteX14" fmla="*/ 234554 w 323707"/>
                  <a:gd name="connsiteY14" fmla="*/ 88401 h 133112"/>
                  <a:gd name="connsiteX15" fmla="*/ 228456 w 323707"/>
                  <a:gd name="connsiteY15" fmla="*/ 100389 h 133112"/>
                  <a:gd name="connsiteX16" fmla="*/ 225699 w 323707"/>
                  <a:gd name="connsiteY16" fmla="*/ 100856 h 133112"/>
                  <a:gd name="connsiteX17" fmla="*/ 224081 w 323707"/>
                  <a:gd name="connsiteY17" fmla="*/ 100856 h 133112"/>
                  <a:gd name="connsiteX18" fmla="*/ 227984 w 323707"/>
                  <a:gd name="connsiteY18" fmla="*/ 111220 h 133112"/>
                  <a:gd name="connsiteX19" fmla="*/ 227984 w 323707"/>
                  <a:gd name="connsiteY19" fmla="*/ 121394 h 133112"/>
                  <a:gd name="connsiteX20" fmla="*/ 243218 w 323707"/>
                  <a:gd name="connsiteY20" fmla="*/ 125577 h 133112"/>
                  <a:gd name="connsiteX21" fmla="*/ 257594 w 323707"/>
                  <a:gd name="connsiteY21" fmla="*/ 124626 h 133112"/>
                  <a:gd name="connsiteX22" fmla="*/ 275684 w 323707"/>
                  <a:gd name="connsiteY22" fmla="*/ 92679 h 133112"/>
                  <a:gd name="connsiteX23" fmla="*/ 315005 w 323707"/>
                  <a:gd name="connsiteY23" fmla="*/ 71382 h 133112"/>
                  <a:gd name="connsiteX24" fmla="*/ 326144 w 323707"/>
                  <a:gd name="connsiteY24" fmla="*/ 51034 h 133112"/>
                  <a:gd name="connsiteX25" fmla="*/ 320812 w 323707"/>
                  <a:gd name="connsiteY25" fmla="*/ 36202 h 133112"/>
                  <a:gd name="connsiteX26" fmla="*/ 4245 w 323707"/>
                  <a:gd name="connsiteY26" fmla="*/ 30402 h 133112"/>
                  <a:gd name="connsiteX27" fmla="*/ 16717 w 323707"/>
                  <a:gd name="connsiteY27" fmla="*/ 50844 h 133112"/>
                  <a:gd name="connsiteX28" fmla="*/ 4245 w 323707"/>
                  <a:gd name="connsiteY28" fmla="*/ 30402 h 133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23707" h="133112">
                    <a:moveTo>
                      <a:pt x="320812" y="36202"/>
                    </a:moveTo>
                    <a:cubicBezTo>
                      <a:pt x="313386" y="27835"/>
                      <a:pt x="308245" y="22700"/>
                      <a:pt x="306436" y="25077"/>
                    </a:cubicBezTo>
                    <a:cubicBezTo>
                      <a:pt x="301721" y="27914"/>
                      <a:pt x="295822" y="27914"/>
                      <a:pt x="291107" y="25077"/>
                    </a:cubicBezTo>
                    <a:cubicBezTo>
                      <a:pt x="285585" y="21845"/>
                      <a:pt x="282824" y="15569"/>
                      <a:pt x="278635" y="15569"/>
                    </a:cubicBezTo>
                    <a:cubicBezTo>
                      <a:pt x="269536" y="12691"/>
                      <a:pt x="261115" y="8001"/>
                      <a:pt x="253881" y="1783"/>
                    </a:cubicBezTo>
                    <a:cubicBezTo>
                      <a:pt x="253785" y="2699"/>
                      <a:pt x="253785" y="3623"/>
                      <a:pt x="253881" y="4540"/>
                    </a:cubicBezTo>
                    <a:cubicBezTo>
                      <a:pt x="254357" y="8534"/>
                      <a:pt x="247692" y="11196"/>
                      <a:pt x="240076" y="11576"/>
                    </a:cubicBezTo>
                    <a:cubicBezTo>
                      <a:pt x="232459" y="11956"/>
                      <a:pt x="233411" y="20514"/>
                      <a:pt x="233411" y="26218"/>
                    </a:cubicBezTo>
                    <a:cubicBezTo>
                      <a:pt x="233411" y="31923"/>
                      <a:pt x="227223" y="32018"/>
                      <a:pt x="224557" y="38198"/>
                    </a:cubicBezTo>
                    <a:cubicBezTo>
                      <a:pt x="221891" y="44379"/>
                      <a:pt x="225414" y="45805"/>
                      <a:pt x="219225" y="48847"/>
                    </a:cubicBezTo>
                    <a:cubicBezTo>
                      <a:pt x="214521" y="50362"/>
                      <a:pt x="211937" y="55398"/>
                      <a:pt x="213453" y="60096"/>
                    </a:cubicBezTo>
                    <a:cubicBezTo>
                      <a:pt x="213747" y="61006"/>
                      <a:pt x="214185" y="61863"/>
                      <a:pt x="214750" y="62634"/>
                    </a:cubicBezTo>
                    <a:cubicBezTo>
                      <a:pt x="218368" y="67959"/>
                      <a:pt x="214750" y="72808"/>
                      <a:pt x="213417" y="75945"/>
                    </a:cubicBezTo>
                    <a:cubicBezTo>
                      <a:pt x="212085" y="79083"/>
                      <a:pt x="218749" y="80414"/>
                      <a:pt x="225033" y="86119"/>
                    </a:cubicBezTo>
                    <a:cubicBezTo>
                      <a:pt x="231317" y="91824"/>
                      <a:pt x="232078" y="83932"/>
                      <a:pt x="234554" y="88401"/>
                    </a:cubicBezTo>
                    <a:cubicBezTo>
                      <a:pt x="236185" y="93393"/>
                      <a:pt x="233455" y="98760"/>
                      <a:pt x="228456" y="100389"/>
                    </a:cubicBezTo>
                    <a:cubicBezTo>
                      <a:pt x="227565" y="100680"/>
                      <a:pt x="226636" y="100837"/>
                      <a:pt x="225699" y="100856"/>
                    </a:cubicBezTo>
                    <a:lnTo>
                      <a:pt x="224081" y="100856"/>
                    </a:lnTo>
                    <a:cubicBezTo>
                      <a:pt x="227794" y="104755"/>
                      <a:pt x="229698" y="108653"/>
                      <a:pt x="227984" y="111220"/>
                    </a:cubicBezTo>
                    <a:cubicBezTo>
                      <a:pt x="224747" y="115784"/>
                      <a:pt x="221891" y="115784"/>
                      <a:pt x="227984" y="121394"/>
                    </a:cubicBezTo>
                    <a:cubicBezTo>
                      <a:pt x="234078" y="127003"/>
                      <a:pt x="238172" y="118636"/>
                      <a:pt x="243218" y="125577"/>
                    </a:cubicBezTo>
                    <a:cubicBezTo>
                      <a:pt x="248264" y="132518"/>
                      <a:pt x="252738" y="136606"/>
                      <a:pt x="257594" y="124626"/>
                    </a:cubicBezTo>
                    <a:cubicBezTo>
                      <a:pt x="262450" y="112646"/>
                      <a:pt x="266353" y="95437"/>
                      <a:pt x="275684" y="92679"/>
                    </a:cubicBezTo>
                    <a:cubicBezTo>
                      <a:pt x="285014" y="89922"/>
                      <a:pt x="304246" y="86214"/>
                      <a:pt x="315005" y="71382"/>
                    </a:cubicBezTo>
                    <a:cubicBezTo>
                      <a:pt x="325763" y="56549"/>
                      <a:pt x="320241" y="55788"/>
                      <a:pt x="326144" y="51034"/>
                    </a:cubicBezTo>
                    <a:cubicBezTo>
                      <a:pt x="332047" y="46280"/>
                      <a:pt x="327953" y="44569"/>
                      <a:pt x="320812" y="36202"/>
                    </a:cubicBezTo>
                    <a:close/>
                    <a:moveTo>
                      <a:pt x="4245" y="30402"/>
                    </a:moveTo>
                    <a:cubicBezTo>
                      <a:pt x="-4609" y="43713"/>
                      <a:pt x="13004" y="56739"/>
                      <a:pt x="16717" y="50844"/>
                    </a:cubicBezTo>
                    <a:cubicBezTo>
                      <a:pt x="20430" y="44949"/>
                      <a:pt x="13766" y="17091"/>
                      <a:pt x="4245" y="30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42" name="Freeform 2714">
                <a:extLst>
                  <a:ext uri="{FF2B5EF4-FFF2-40B4-BE49-F238E27FC236}">
                    <a16:creationId xmlns:a16="http://schemas.microsoft.com/office/drawing/2014/main" id="{C1DCB7EA-BF61-634B-9E58-E6329AB18170}"/>
                  </a:ext>
                </a:extLst>
              </p:cNvPr>
              <p:cNvSpPr/>
              <p:nvPr/>
            </p:nvSpPr>
            <p:spPr>
              <a:xfrm>
                <a:off x="10160988" y="10454793"/>
                <a:ext cx="89798" cy="67258"/>
              </a:xfrm>
              <a:custGeom>
                <a:avLst/>
                <a:gdLst>
                  <a:gd name="connsiteX0" fmla="*/ 1799 w 38083"/>
                  <a:gd name="connsiteY0" fmla="*/ 2748 h 28524"/>
                  <a:gd name="connsiteX1" fmla="*/ 19127 w 38083"/>
                  <a:gd name="connsiteY1" fmla="*/ 13967 h 28524"/>
                  <a:gd name="connsiteX2" fmla="*/ 41691 w 38083"/>
                  <a:gd name="connsiteY2" fmla="*/ 21764 h 28524"/>
                  <a:gd name="connsiteX3" fmla="*/ 1799 w 38083"/>
                  <a:gd name="connsiteY3" fmla="*/ 2748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83" h="28524">
                    <a:moveTo>
                      <a:pt x="1799" y="2748"/>
                    </a:moveTo>
                    <a:cubicBezTo>
                      <a:pt x="3513" y="10545"/>
                      <a:pt x="11320" y="7026"/>
                      <a:pt x="19127" y="13967"/>
                    </a:cubicBezTo>
                    <a:cubicBezTo>
                      <a:pt x="26934" y="20908"/>
                      <a:pt x="33884" y="33934"/>
                      <a:pt x="41691" y="21764"/>
                    </a:cubicBezTo>
                    <a:cubicBezTo>
                      <a:pt x="49498" y="9594"/>
                      <a:pt x="847" y="-1626"/>
                      <a:pt x="1799" y="27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</p:grpSp>
        <p:grpSp>
          <p:nvGrpSpPr>
            <p:cNvPr id="37" name="Group 532">
              <a:extLst>
                <a:ext uri="{FF2B5EF4-FFF2-40B4-BE49-F238E27FC236}">
                  <a16:creationId xmlns:a16="http://schemas.microsoft.com/office/drawing/2014/main" id="{CE6A131E-F2AB-2D56-B382-44142B02CCAA}"/>
                </a:ext>
              </a:extLst>
            </p:cNvPr>
            <p:cNvGrpSpPr/>
            <p:nvPr/>
          </p:nvGrpSpPr>
          <p:grpSpPr>
            <a:xfrm>
              <a:off x="2214633" y="2056510"/>
              <a:ext cx="2498291" cy="2289142"/>
              <a:chOff x="3979913" y="2224865"/>
              <a:chExt cx="5474393" cy="5016134"/>
            </a:xfrm>
            <a:grpFill/>
          </p:grpSpPr>
          <p:sp>
            <p:nvSpPr>
              <p:cNvPr id="211" name="Freeform 2686">
                <a:extLst>
                  <a:ext uri="{FF2B5EF4-FFF2-40B4-BE49-F238E27FC236}">
                    <a16:creationId xmlns:a16="http://schemas.microsoft.com/office/drawing/2014/main" id="{E5D3B740-3299-BAD8-9E33-C0BF04452AD2}"/>
                  </a:ext>
                </a:extLst>
              </p:cNvPr>
              <p:cNvSpPr/>
              <p:nvPr/>
            </p:nvSpPr>
            <p:spPr>
              <a:xfrm>
                <a:off x="7678991" y="6898939"/>
                <a:ext cx="112247" cy="67259"/>
              </a:xfrm>
              <a:custGeom>
                <a:avLst/>
                <a:gdLst>
                  <a:gd name="connsiteX0" fmla="*/ 47390 w 47604"/>
                  <a:gd name="connsiteY0" fmla="*/ 11671 h 28524"/>
                  <a:gd name="connsiteX1" fmla="*/ 25492 w 47604"/>
                  <a:gd name="connsiteY1" fmla="*/ 6061 h 28524"/>
                  <a:gd name="connsiteX2" fmla="*/ 16733 w 47604"/>
                  <a:gd name="connsiteY2" fmla="*/ 1783 h 28524"/>
                  <a:gd name="connsiteX3" fmla="*/ 16066 w 47604"/>
                  <a:gd name="connsiteY3" fmla="*/ 1783 h 28524"/>
                  <a:gd name="connsiteX4" fmla="*/ 1785 w 47604"/>
                  <a:gd name="connsiteY4" fmla="*/ 13668 h 28524"/>
                  <a:gd name="connsiteX5" fmla="*/ 40725 w 47604"/>
                  <a:gd name="connsiteY5" fmla="*/ 26884 h 28524"/>
                  <a:gd name="connsiteX6" fmla="*/ 47199 w 47604"/>
                  <a:gd name="connsiteY6" fmla="*/ 24222 h 28524"/>
                  <a:gd name="connsiteX7" fmla="*/ 47390 w 47604"/>
                  <a:gd name="connsiteY7" fmla="*/ 11671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604" h="28524">
                    <a:moveTo>
                      <a:pt x="47390" y="11671"/>
                    </a:moveTo>
                    <a:cubicBezTo>
                      <a:pt x="43962" y="6917"/>
                      <a:pt x="34918" y="12527"/>
                      <a:pt x="25492" y="6061"/>
                    </a:cubicBezTo>
                    <a:cubicBezTo>
                      <a:pt x="22729" y="4335"/>
                      <a:pt x="19794" y="2901"/>
                      <a:pt x="16733" y="1783"/>
                    </a:cubicBezTo>
                    <a:cubicBezTo>
                      <a:pt x="16513" y="1826"/>
                      <a:pt x="16286" y="1826"/>
                      <a:pt x="16066" y="1783"/>
                    </a:cubicBezTo>
                    <a:cubicBezTo>
                      <a:pt x="10829" y="5135"/>
                      <a:pt x="6031" y="9127"/>
                      <a:pt x="1785" y="13668"/>
                    </a:cubicBezTo>
                    <a:cubicBezTo>
                      <a:pt x="13829" y="20453"/>
                      <a:pt x="27035" y="24935"/>
                      <a:pt x="40725" y="26884"/>
                    </a:cubicBezTo>
                    <a:cubicBezTo>
                      <a:pt x="43144" y="26850"/>
                      <a:pt x="45458" y="25898"/>
                      <a:pt x="47199" y="24222"/>
                    </a:cubicBezTo>
                    <a:cubicBezTo>
                      <a:pt x="48271" y="20114"/>
                      <a:pt x="48336" y="15809"/>
                      <a:pt x="47390" y="116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12" name="Freeform 2687">
                <a:extLst>
                  <a:ext uri="{FF2B5EF4-FFF2-40B4-BE49-F238E27FC236}">
                    <a16:creationId xmlns:a16="http://schemas.microsoft.com/office/drawing/2014/main" id="{5B72DD70-C521-BD23-90CD-403CE435D39C}"/>
                  </a:ext>
                </a:extLst>
              </p:cNvPr>
              <p:cNvSpPr/>
              <p:nvPr/>
            </p:nvSpPr>
            <p:spPr>
              <a:xfrm>
                <a:off x="7713565" y="6818868"/>
                <a:ext cx="291847" cy="156937"/>
              </a:xfrm>
              <a:custGeom>
                <a:avLst/>
                <a:gdLst>
                  <a:gd name="connsiteX0" fmla="*/ 53674 w 123770"/>
                  <a:gd name="connsiteY0" fmla="*/ 58845 h 66556"/>
                  <a:gd name="connsiteX1" fmla="*/ 60148 w 123770"/>
                  <a:gd name="connsiteY1" fmla="*/ 46484 h 66556"/>
                  <a:gd name="connsiteX2" fmla="*/ 82046 w 123770"/>
                  <a:gd name="connsiteY2" fmla="*/ 36976 h 66556"/>
                  <a:gd name="connsiteX3" fmla="*/ 101087 w 123770"/>
                  <a:gd name="connsiteY3" fmla="*/ 32698 h 66556"/>
                  <a:gd name="connsiteX4" fmla="*/ 124508 w 123770"/>
                  <a:gd name="connsiteY4" fmla="*/ 23190 h 66556"/>
                  <a:gd name="connsiteX5" fmla="*/ 102230 w 123770"/>
                  <a:gd name="connsiteY5" fmla="*/ 7406 h 66556"/>
                  <a:gd name="connsiteX6" fmla="*/ 59576 w 123770"/>
                  <a:gd name="connsiteY6" fmla="*/ 6551 h 66556"/>
                  <a:gd name="connsiteX7" fmla="*/ 22160 w 123770"/>
                  <a:gd name="connsiteY7" fmla="*/ 8737 h 66556"/>
                  <a:gd name="connsiteX8" fmla="*/ 22160 w 123770"/>
                  <a:gd name="connsiteY8" fmla="*/ 8737 h 66556"/>
                  <a:gd name="connsiteX9" fmla="*/ 11306 w 123770"/>
                  <a:gd name="connsiteY9" fmla="*/ 19862 h 66556"/>
                  <a:gd name="connsiteX10" fmla="*/ 1785 w 123770"/>
                  <a:gd name="connsiteY10" fmla="*/ 35265 h 66556"/>
                  <a:gd name="connsiteX11" fmla="*/ 10544 w 123770"/>
                  <a:gd name="connsiteY11" fmla="*/ 39543 h 66556"/>
                  <a:gd name="connsiteX12" fmla="*/ 32442 w 123770"/>
                  <a:gd name="connsiteY12" fmla="*/ 45153 h 66556"/>
                  <a:gd name="connsiteX13" fmla="*/ 32442 w 123770"/>
                  <a:gd name="connsiteY13" fmla="*/ 58179 h 66556"/>
                  <a:gd name="connsiteX14" fmla="*/ 38345 w 123770"/>
                  <a:gd name="connsiteY14" fmla="*/ 58179 h 66556"/>
                  <a:gd name="connsiteX15" fmla="*/ 40154 w 123770"/>
                  <a:gd name="connsiteY15" fmla="*/ 65690 h 66556"/>
                  <a:gd name="connsiteX16" fmla="*/ 47580 w 123770"/>
                  <a:gd name="connsiteY16" fmla="*/ 63979 h 66556"/>
                  <a:gd name="connsiteX17" fmla="*/ 53674 w 123770"/>
                  <a:gd name="connsiteY17" fmla="*/ 58845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23770" h="66556">
                    <a:moveTo>
                      <a:pt x="53674" y="58845"/>
                    </a:moveTo>
                    <a:cubicBezTo>
                      <a:pt x="54530" y="57228"/>
                      <a:pt x="48532" y="47340"/>
                      <a:pt x="60148" y="46484"/>
                    </a:cubicBezTo>
                    <a:cubicBezTo>
                      <a:pt x="71763" y="45628"/>
                      <a:pt x="80332" y="44297"/>
                      <a:pt x="82046" y="36976"/>
                    </a:cubicBezTo>
                    <a:cubicBezTo>
                      <a:pt x="83759" y="29655"/>
                      <a:pt x="97469" y="33078"/>
                      <a:pt x="101087" y="32698"/>
                    </a:cubicBezTo>
                    <a:cubicBezTo>
                      <a:pt x="104705" y="32317"/>
                      <a:pt x="114512" y="23190"/>
                      <a:pt x="124508" y="23190"/>
                    </a:cubicBezTo>
                    <a:cubicBezTo>
                      <a:pt x="124508" y="13682"/>
                      <a:pt x="111370" y="16629"/>
                      <a:pt x="102230" y="7406"/>
                    </a:cubicBezTo>
                    <a:cubicBezTo>
                      <a:pt x="93090" y="-1816"/>
                      <a:pt x="71097" y="2082"/>
                      <a:pt x="59576" y="6551"/>
                    </a:cubicBezTo>
                    <a:cubicBezTo>
                      <a:pt x="48056" y="11019"/>
                      <a:pt x="34632" y="1701"/>
                      <a:pt x="22160" y="8737"/>
                    </a:cubicBezTo>
                    <a:lnTo>
                      <a:pt x="22160" y="8737"/>
                    </a:lnTo>
                    <a:cubicBezTo>
                      <a:pt x="18944" y="12817"/>
                      <a:pt x="15306" y="16546"/>
                      <a:pt x="11306" y="19862"/>
                    </a:cubicBezTo>
                    <a:cubicBezTo>
                      <a:pt x="2928" y="26612"/>
                      <a:pt x="5308" y="33363"/>
                      <a:pt x="1785" y="35265"/>
                    </a:cubicBezTo>
                    <a:cubicBezTo>
                      <a:pt x="4846" y="36383"/>
                      <a:pt x="7782" y="37817"/>
                      <a:pt x="10544" y="39543"/>
                    </a:cubicBezTo>
                    <a:cubicBezTo>
                      <a:pt x="20065" y="46009"/>
                      <a:pt x="29015" y="40399"/>
                      <a:pt x="32442" y="45153"/>
                    </a:cubicBezTo>
                    <a:cubicBezTo>
                      <a:pt x="33530" y="49427"/>
                      <a:pt x="33530" y="53905"/>
                      <a:pt x="32442" y="58179"/>
                    </a:cubicBezTo>
                    <a:cubicBezTo>
                      <a:pt x="34156" y="56753"/>
                      <a:pt x="35489" y="55802"/>
                      <a:pt x="38345" y="58179"/>
                    </a:cubicBezTo>
                    <a:cubicBezTo>
                      <a:pt x="41201" y="60556"/>
                      <a:pt x="40535" y="63028"/>
                      <a:pt x="40154" y="65690"/>
                    </a:cubicBezTo>
                    <a:lnTo>
                      <a:pt x="47580" y="63979"/>
                    </a:lnTo>
                    <a:cubicBezTo>
                      <a:pt x="49832" y="62547"/>
                      <a:pt x="51881" y="60820"/>
                      <a:pt x="53674" y="58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13" name="Freeform 2688">
                <a:extLst>
                  <a:ext uri="{FF2B5EF4-FFF2-40B4-BE49-F238E27FC236}">
                    <a16:creationId xmlns:a16="http://schemas.microsoft.com/office/drawing/2014/main" id="{1EF68231-6F5F-5C51-F8A8-C3974E7E7F32}"/>
                  </a:ext>
                </a:extLst>
              </p:cNvPr>
              <p:cNvSpPr/>
              <p:nvPr/>
            </p:nvSpPr>
            <p:spPr>
              <a:xfrm>
                <a:off x="6399814" y="5980408"/>
                <a:ext cx="1436773" cy="896785"/>
              </a:xfrm>
              <a:custGeom>
                <a:avLst/>
                <a:gdLst>
                  <a:gd name="connsiteX0" fmla="*/ 510102 w 609332"/>
                  <a:gd name="connsiteY0" fmla="*/ 357953 h 380320"/>
                  <a:gd name="connsiteX1" fmla="*/ 536665 w 609332"/>
                  <a:gd name="connsiteY1" fmla="*/ 354911 h 380320"/>
                  <a:gd name="connsiteX2" fmla="*/ 522098 w 609332"/>
                  <a:gd name="connsiteY2" fmla="*/ 335895 h 380320"/>
                  <a:gd name="connsiteX3" fmla="*/ 528477 w 609332"/>
                  <a:gd name="connsiteY3" fmla="*/ 320967 h 380320"/>
                  <a:gd name="connsiteX4" fmla="*/ 564942 w 609332"/>
                  <a:gd name="connsiteY4" fmla="*/ 320967 h 380320"/>
                  <a:gd name="connsiteX5" fmla="*/ 577795 w 609332"/>
                  <a:gd name="connsiteY5" fmla="*/ 308511 h 380320"/>
                  <a:gd name="connsiteX6" fmla="*/ 587315 w 609332"/>
                  <a:gd name="connsiteY6" fmla="*/ 314311 h 380320"/>
                  <a:gd name="connsiteX7" fmla="*/ 596170 w 609332"/>
                  <a:gd name="connsiteY7" fmla="*/ 287118 h 380320"/>
                  <a:gd name="connsiteX8" fmla="*/ 599788 w 609332"/>
                  <a:gd name="connsiteY8" fmla="*/ 264489 h 380320"/>
                  <a:gd name="connsiteX9" fmla="*/ 610832 w 609332"/>
                  <a:gd name="connsiteY9" fmla="*/ 248136 h 380320"/>
                  <a:gd name="connsiteX10" fmla="*/ 593504 w 609332"/>
                  <a:gd name="connsiteY10" fmla="*/ 243667 h 380320"/>
                  <a:gd name="connsiteX11" fmla="*/ 561990 w 609332"/>
                  <a:gd name="connsiteY11" fmla="*/ 244998 h 380320"/>
                  <a:gd name="connsiteX12" fmla="*/ 536189 w 609332"/>
                  <a:gd name="connsiteY12" fmla="*/ 268102 h 380320"/>
                  <a:gd name="connsiteX13" fmla="*/ 530381 w 609332"/>
                  <a:gd name="connsiteY13" fmla="*/ 286263 h 380320"/>
                  <a:gd name="connsiteX14" fmla="*/ 517052 w 609332"/>
                  <a:gd name="connsiteY14" fmla="*/ 304518 h 380320"/>
                  <a:gd name="connsiteX15" fmla="*/ 502009 w 609332"/>
                  <a:gd name="connsiteY15" fmla="*/ 302236 h 380320"/>
                  <a:gd name="connsiteX16" fmla="*/ 454881 w 609332"/>
                  <a:gd name="connsiteY16" fmla="*/ 312410 h 380320"/>
                  <a:gd name="connsiteX17" fmla="*/ 432221 w 609332"/>
                  <a:gd name="connsiteY17" fmla="*/ 301856 h 380320"/>
                  <a:gd name="connsiteX18" fmla="*/ 420606 w 609332"/>
                  <a:gd name="connsiteY18" fmla="*/ 281414 h 380320"/>
                  <a:gd name="connsiteX19" fmla="*/ 399279 w 609332"/>
                  <a:gd name="connsiteY19" fmla="*/ 255267 h 380320"/>
                  <a:gd name="connsiteX20" fmla="*/ 391758 w 609332"/>
                  <a:gd name="connsiteY20" fmla="*/ 216189 h 380320"/>
                  <a:gd name="connsiteX21" fmla="*/ 398422 w 609332"/>
                  <a:gd name="connsiteY21" fmla="*/ 160281 h 380320"/>
                  <a:gd name="connsiteX22" fmla="*/ 400231 w 609332"/>
                  <a:gd name="connsiteY22" fmla="*/ 151914 h 380320"/>
                  <a:gd name="connsiteX23" fmla="*/ 391853 w 609332"/>
                  <a:gd name="connsiteY23" fmla="*/ 148777 h 380320"/>
                  <a:gd name="connsiteX24" fmla="*/ 363862 w 609332"/>
                  <a:gd name="connsiteY24" fmla="*/ 139269 h 380320"/>
                  <a:gd name="connsiteX25" fmla="*/ 358149 w 609332"/>
                  <a:gd name="connsiteY25" fmla="*/ 126908 h 380320"/>
                  <a:gd name="connsiteX26" fmla="*/ 353389 w 609332"/>
                  <a:gd name="connsiteY26" fmla="*/ 111791 h 380320"/>
                  <a:gd name="connsiteX27" fmla="*/ 334347 w 609332"/>
                  <a:gd name="connsiteY27" fmla="*/ 84693 h 380320"/>
                  <a:gd name="connsiteX28" fmla="*/ 298739 w 609332"/>
                  <a:gd name="connsiteY28" fmla="*/ 64346 h 380320"/>
                  <a:gd name="connsiteX29" fmla="*/ 283030 w 609332"/>
                  <a:gd name="connsiteY29" fmla="*/ 83362 h 380320"/>
                  <a:gd name="connsiteX30" fmla="*/ 259799 w 609332"/>
                  <a:gd name="connsiteY30" fmla="*/ 71477 h 380320"/>
                  <a:gd name="connsiteX31" fmla="*/ 252659 w 609332"/>
                  <a:gd name="connsiteY31" fmla="*/ 58641 h 380320"/>
                  <a:gd name="connsiteX32" fmla="*/ 239806 w 609332"/>
                  <a:gd name="connsiteY32" fmla="*/ 43048 h 380320"/>
                  <a:gd name="connsiteX33" fmla="*/ 217051 w 609332"/>
                  <a:gd name="connsiteY33" fmla="*/ 22605 h 380320"/>
                  <a:gd name="connsiteX34" fmla="*/ 185727 w 609332"/>
                  <a:gd name="connsiteY34" fmla="*/ 22605 h 380320"/>
                  <a:gd name="connsiteX35" fmla="*/ 179063 w 609332"/>
                  <a:gd name="connsiteY35" fmla="*/ 31163 h 380320"/>
                  <a:gd name="connsiteX36" fmla="*/ 121938 w 609332"/>
                  <a:gd name="connsiteY36" fmla="*/ 31638 h 380320"/>
                  <a:gd name="connsiteX37" fmla="*/ 70145 w 609332"/>
                  <a:gd name="connsiteY37" fmla="*/ 13668 h 380320"/>
                  <a:gd name="connsiteX38" fmla="*/ 47866 w 609332"/>
                  <a:gd name="connsiteY38" fmla="*/ 1783 h 380320"/>
                  <a:gd name="connsiteX39" fmla="*/ 1785 w 609332"/>
                  <a:gd name="connsiteY39" fmla="*/ 7773 h 380320"/>
                  <a:gd name="connsiteX40" fmla="*/ 12353 w 609332"/>
                  <a:gd name="connsiteY40" fmla="*/ 24507 h 380320"/>
                  <a:gd name="connsiteX41" fmla="*/ 29300 w 609332"/>
                  <a:gd name="connsiteY41" fmla="*/ 63490 h 380320"/>
                  <a:gd name="connsiteX42" fmla="*/ 54150 w 609332"/>
                  <a:gd name="connsiteY42" fmla="*/ 83552 h 380320"/>
                  <a:gd name="connsiteX43" fmla="*/ 63670 w 609332"/>
                  <a:gd name="connsiteY43" fmla="*/ 110174 h 380320"/>
                  <a:gd name="connsiteX44" fmla="*/ 47675 w 609332"/>
                  <a:gd name="connsiteY44" fmla="*/ 111505 h 380320"/>
                  <a:gd name="connsiteX45" fmla="*/ 72525 w 609332"/>
                  <a:gd name="connsiteY45" fmla="*/ 130521 h 380320"/>
                  <a:gd name="connsiteX46" fmla="*/ 94328 w 609332"/>
                  <a:gd name="connsiteY46" fmla="*/ 143833 h 380320"/>
                  <a:gd name="connsiteX47" fmla="*/ 100040 w 609332"/>
                  <a:gd name="connsiteY47" fmla="*/ 168649 h 380320"/>
                  <a:gd name="connsiteX48" fmla="*/ 123176 w 609332"/>
                  <a:gd name="connsiteY48" fmla="*/ 189091 h 380320"/>
                  <a:gd name="connsiteX49" fmla="*/ 144502 w 609332"/>
                  <a:gd name="connsiteY49" fmla="*/ 214762 h 380320"/>
                  <a:gd name="connsiteX50" fmla="*/ 154023 w 609332"/>
                  <a:gd name="connsiteY50" fmla="*/ 208582 h 380320"/>
                  <a:gd name="connsiteX51" fmla="*/ 149548 w 609332"/>
                  <a:gd name="connsiteY51" fmla="*/ 192609 h 380320"/>
                  <a:gd name="connsiteX52" fmla="*/ 132696 w 609332"/>
                  <a:gd name="connsiteY52" fmla="*/ 185573 h 380320"/>
                  <a:gd name="connsiteX53" fmla="*/ 127841 w 609332"/>
                  <a:gd name="connsiteY53" fmla="*/ 167793 h 380320"/>
                  <a:gd name="connsiteX54" fmla="*/ 114893 w 609332"/>
                  <a:gd name="connsiteY54" fmla="*/ 139269 h 380320"/>
                  <a:gd name="connsiteX55" fmla="*/ 92709 w 609332"/>
                  <a:gd name="connsiteY55" fmla="*/ 109128 h 380320"/>
                  <a:gd name="connsiteX56" fmla="*/ 76714 w 609332"/>
                  <a:gd name="connsiteY56" fmla="*/ 87355 h 380320"/>
                  <a:gd name="connsiteX57" fmla="*/ 78904 w 609332"/>
                  <a:gd name="connsiteY57" fmla="*/ 76706 h 380320"/>
                  <a:gd name="connsiteX58" fmla="*/ 63385 w 609332"/>
                  <a:gd name="connsiteY58" fmla="*/ 70050 h 380320"/>
                  <a:gd name="connsiteX59" fmla="*/ 52246 w 609332"/>
                  <a:gd name="connsiteY59" fmla="*/ 54552 h 380320"/>
                  <a:gd name="connsiteX60" fmla="*/ 45581 w 609332"/>
                  <a:gd name="connsiteY60" fmla="*/ 24792 h 380320"/>
                  <a:gd name="connsiteX61" fmla="*/ 52722 w 609332"/>
                  <a:gd name="connsiteY61" fmla="*/ 22510 h 380320"/>
                  <a:gd name="connsiteX62" fmla="*/ 59767 w 609332"/>
                  <a:gd name="connsiteY62" fmla="*/ 26123 h 380320"/>
                  <a:gd name="connsiteX63" fmla="*/ 70311 w 609332"/>
                  <a:gd name="connsiteY63" fmla="*/ 30211 h 380320"/>
                  <a:gd name="connsiteX64" fmla="*/ 70430 w 609332"/>
                  <a:gd name="connsiteY64" fmla="*/ 30497 h 380320"/>
                  <a:gd name="connsiteX65" fmla="*/ 83759 w 609332"/>
                  <a:gd name="connsiteY65" fmla="*/ 33159 h 380320"/>
                  <a:gd name="connsiteX66" fmla="*/ 87377 w 609332"/>
                  <a:gd name="connsiteY66" fmla="*/ 58546 h 380320"/>
                  <a:gd name="connsiteX67" fmla="*/ 90900 w 609332"/>
                  <a:gd name="connsiteY67" fmla="*/ 81175 h 380320"/>
                  <a:gd name="connsiteX68" fmla="*/ 100421 w 609332"/>
                  <a:gd name="connsiteY68" fmla="*/ 86499 h 380320"/>
                  <a:gd name="connsiteX69" fmla="*/ 114607 w 609332"/>
                  <a:gd name="connsiteY69" fmla="*/ 98004 h 380320"/>
                  <a:gd name="connsiteX70" fmla="*/ 131554 w 609332"/>
                  <a:gd name="connsiteY70" fmla="*/ 109509 h 380320"/>
                  <a:gd name="connsiteX71" fmla="*/ 141075 w 609332"/>
                  <a:gd name="connsiteY71" fmla="*/ 122820 h 380320"/>
                  <a:gd name="connsiteX72" fmla="*/ 154785 w 609332"/>
                  <a:gd name="connsiteY72" fmla="*/ 133469 h 380320"/>
                  <a:gd name="connsiteX73" fmla="*/ 157927 w 609332"/>
                  <a:gd name="connsiteY73" fmla="*/ 145449 h 380320"/>
                  <a:gd name="connsiteX74" fmla="*/ 170399 w 609332"/>
                  <a:gd name="connsiteY74" fmla="*/ 161042 h 380320"/>
                  <a:gd name="connsiteX75" fmla="*/ 186775 w 609332"/>
                  <a:gd name="connsiteY75" fmla="*/ 176160 h 380320"/>
                  <a:gd name="connsiteX76" fmla="*/ 229904 w 609332"/>
                  <a:gd name="connsiteY76" fmla="*/ 223700 h 380320"/>
                  <a:gd name="connsiteX77" fmla="*/ 239425 w 609332"/>
                  <a:gd name="connsiteY77" fmla="*/ 245378 h 380320"/>
                  <a:gd name="connsiteX78" fmla="*/ 238473 w 609332"/>
                  <a:gd name="connsiteY78" fmla="*/ 260021 h 380320"/>
                  <a:gd name="connsiteX79" fmla="*/ 232284 w 609332"/>
                  <a:gd name="connsiteY79" fmla="*/ 267152 h 380320"/>
                  <a:gd name="connsiteX80" fmla="*/ 248279 w 609332"/>
                  <a:gd name="connsiteY80" fmla="*/ 292063 h 380320"/>
                  <a:gd name="connsiteX81" fmla="*/ 276842 w 609332"/>
                  <a:gd name="connsiteY81" fmla="*/ 311079 h 380320"/>
                  <a:gd name="connsiteX82" fmla="*/ 308832 w 609332"/>
                  <a:gd name="connsiteY82" fmla="*/ 320587 h 380320"/>
                  <a:gd name="connsiteX83" fmla="*/ 348343 w 609332"/>
                  <a:gd name="connsiteY83" fmla="*/ 340554 h 380320"/>
                  <a:gd name="connsiteX84" fmla="*/ 393662 w 609332"/>
                  <a:gd name="connsiteY84" fmla="*/ 360045 h 380320"/>
                  <a:gd name="connsiteX85" fmla="*/ 434125 w 609332"/>
                  <a:gd name="connsiteY85" fmla="*/ 357858 h 380320"/>
                  <a:gd name="connsiteX86" fmla="*/ 470590 w 609332"/>
                  <a:gd name="connsiteY86" fmla="*/ 363183 h 380320"/>
                  <a:gd name="connsiteX87" fmla="*/ 492107 w 609332"/>
                  <a:gd name="connsiteY87" fmla="*/ 379917 h 380320"/>
                  <a:gd name="connsiteX88" fmla="*/ 510102 w 609332"/>
                  <a:gd name="connsiteY88" fmla="*/ 357953 h 38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609332" h="380320">
                    <a:moveTo>
                      <a:pt x="510102" y="357953"/>
                    </a:moveTo>
                    <a:cubicBezTo>
                      <a:pt x="512196" y="357953"/>
                      <a:pt x="534475" y="360520"/>
                      <a:pt x="536665" y="354911"/>
                    </a:cubicBezTo>
                    <a:cubicBezTo>
                      <a:pt x="538854" y="349301"/>
                      <a:pt x="519908" y="336941"/>
                      <a:pt x="522098" y="335895"/>
                    </a:cubicBezTo>
                    <a:cubicBezTo>
                      <a:pt x="524288" y="334849"/>
                      <a:pt x="525049" y="320967"/>
                      <a:pt x="528477" y="320967"/>
                    </a:cubicBezTo>
                    <a:cubicBezTo>
                      <a:pt x="531904" y="320967"/>
                      <a:pt x="563228" y="321823"/>
                      <a:pt x="564942" y="320967"/>
                    </a:cubicBezTo>
                    <a:cubicBezTo>
                      <a:pt x="566655" y="320111"/>
                      <a:pt x="572653" y="308892"/>
                      <a:pt x="577795" y="308511"/>
                    </a:cubicBezTo>
                    <a:cubicBezTo>
                      <a:pt x="580175" y="308511"/>
                      <a:pt x="583888" y="311174"/>
                      <a:pt x="587315" y="314311"/>
                    </a:cubicBezTo>
                    <a:cubicBezTo>
                      <a:pt x="592991" y="306369"/>
                      <a:pt x="596083" y="296875"/>
                      <a:pt x="596170" y="287118"/>
                    </a:cubicBezTo>
                    <a:cubicBezTo>
                      <a:pt x="597503" y="275233"/>
                      <a:pt x="593504" y="271145"/>
                      <a:pt x="599788" y="264489"/>
                    </a:cubicBezTo>
                    <a:cubicBezTo>
                      <a:pt x="606071" y="257834"/>
                      <a:pt x="612641" y="257453"/>
                      <a:pt x="610832" y="248136"/>
                    </a:cubicBezTo>
                    <a:cubicBezTo>
                      <a:pt x="609023" y="238818"/>
                      <a:pt x="600645" y="248136"/>
                      <a:pt x="593504" y="243667"/>
                    </a:cubicBezTo>
                    <a:cubicBezTo>
                      <a:pt x="586363" y="239198"/>
                      <a:pt x="580175" y="242336"/>
                      <a:pt x="561990" y="244998"/>
                    </a:cubicBezTo>
                    <a:cubicBezTo>
                      <a:pt x="543805" y="247660"/>
                      <a:pt x="535332" y="255267"/>
                      <a:pt x="536189" y="268102"/>
                    </a:cubicBezTo>
                    <a:cubicBezTo>
                      <a:pt x="537046" y="280938"/>
                      <a:pt x="530000" y="275233"/>
                      <a:pt x="530381" y="286263"/>
                    </a:cubicBezTo>
                    <a:cubicBezTo>
                      <a:pt x="530762" y="297292"/>
                      <a:pt x="516195" y="297768"/>
                      <a:pt x="517052" y="304518"/>
                    </a:cubicBezTo>
                    <a:cubicBezTo>
                      <a:pt x="517909" y="311269"/>
                      <a:pt x="505532" y="304518"/>
                      <a:pt x="502009" y="302236"/>
                    </a:cubicBezTo>
                    <a:cubicBezTo>
                      <a:pt x="498486" y="299954"/>
                      <a:pt x="460213" y="311744"/>
                      <a:pt x="454881" y="312410"/>
                    </a:cubicBezTo>
                    <a:cubicBezTo>
                      <a:pt x="449549" y="313075"/>
                      <a:pt x="439743" y="301380"/>
                      <a:pt x="432221" y="301856"/>
                    </a:cubicBezTo>
                    <a:cubicBezTo>
                      <a:pt x="424700" y="302331"/>
                      <a:pt x="421558" y="290732"/>
                      <a:pt x="420606" y="281414"/>
                    </a:cubicBezTo>
                    <a:cubicBezTo>
                      <a:pt x="419654" y="272096"/>
                      <a:pt x="405563" y="263634"/>
                      <a:pt x="399279" y="255267"/>
                    </a:cubicBezTo>
                    <a:cubicBezTo>
                      <a:pt x="392995" y="246900"/>
                      <a:pt x="392234" y="228169"/>
                      <a:pt x="391758" y="216189"/>
                    </a:cubicBezTo>
                    <a:cubicBezTo>
                      <a:pt x="390116" y="197294"/>
                      <a:pt x="392384" y="178263"/>
                      <a:pt x="398422" y="160281"/>
                    </a:cubicBezTo>
                    <a:cubicBezTo>
                      <a:pt x="399392" y="157584"/>
                      <a:pt x="400000" y="154771"/>
                      <a:pt x="400231" y="151914"/>
                    </a:cubicBezTo>
                    <a:cubicBezTo>
                      <a:pt x="397792" y="150098"/>
                      <a:pt x="394887" y="149010"/>
                      <a:pt x="391853" y="148777"/>
                    </a:cubicBezTo>
                    <a:cubicBezTo>
                      <a:pt x="384236" y="149252"/>
                      <a:pt x="367194" y="139269"/>
                      <a:pt x="363862" y="139269"/>
                    </a:cubicBezTo>
                    <a:cubicBezTo>
                      <a:pt x="360530" y="139269"/>
                      <a:pt x="361006" y="131187"/>
                      <a:pt x="358149" y="126908"/>
                    </a:cubicBezTo>
                    <a:cubicBezTo>
                      <a:pt x="355293" y="122630"/>
                      <a:pt x="357197" y="114643"/>
                      <a:pt x="353389" y="111791"/>
                    </a:cubicBezTo>
                    <a:cubicBezTo>
                      <a:pt x="344611" y="104731"/>
                      <a:pt x="338010" y="95337"/>
                      <a:pt x="334347" y="84693"/>
                    </a:cubicBezTo>
                    <a:cubicBezTo>
                      <a:pt x="330539" y="71477"/>
                      <a:pt x="307308" y="64821"/>
                      <a:pt x="298739" y="64346"/>
                    </a:cubicBezTo>
                    <a:cubicBezTo>
                      <a:pt x="290171" y="63870"/>
                      <a:pt x="285410" y="81935"/>
                      <a:pt x="283030" y="83362"/>
                    </a:cubicBezTo>
                    <a:cubicBezTo>
                      <a:pt x="274876" y="80257"/>
                      <a:pt x="267086" y="76272"/>
                      <a:pt x="259799" y="71477"/>
                    </a:cubicBezTo>
                    <a:cubicBezTo>
                      <a:pt x="255094" y="68978"/>
                      <a:pt x="252297" y="63951"/>
                      <a:pt x="252659" y="58641"/>
                    </a:cubicBezTo>
                    <a:cubicBezTo>
                      <a:pt x="252659" y="52936"/>
                      <a:pt x="242662" y="43998"/>
                      <a:pt x="239806" y="43048"/>
                    </a:cubicBezTo>
                    <a:cubicBezTo>
                      <a:pt x="231823" y="36688"/>
                      <a:pt x="224225" y="29862"/>
                      <a:pt x="217051" y="22605"/>
                    </a:cubicBezTo>
                    <a:lnTo>
                      <a:pt x="185727" y="22605"/>
                    </a:lnTo>
                    <a:lnTo>
                      <a:pt x="179063" y="31163"/>
                    </a:lnTo>
                    <a:lnTo>
                      <a:pt x="121938" y="31638"/>
                    </a:lnTo>
                    <a:cubicBezTo>
                      <a:pt x="121938" y="31638"/>
                      <a:pt x="78237" y="15474"/>
                      <a:pt x="70145" y="13668"/>
                    </a:cubicBezTo>
                    <a:cubicBezTo>
                      <a:pt x="62219" y="10720"/>
                      <a:pt x="54726" y="6723"/>
                      <a:pt x="47866" y="1783"/>
                    </a:cubicBezTo>
                    <a:lnTo>
                      <a:pt x="1785" y="7773"/>
                    </a:lnTo>
                    <a:cubicBezTo>
                      <a:pt x="4607" y="13763"/>
                      <a:pt x="8156" y="19383"/>
                      <a:pt x="12353" y="24507"/>
                    </a:cubicBezTo>
                    <a:cubicBezTo>
                      <a:pt x="20692" y="36162"/>
                      <a:pt x="26468" y="49447"/>
                      <a:pt x="29300" y="63490"/>
                    </a:cubicBezTo>
                    <a:cubicBezTo>
                      <a:pt x="30157" y="70621"/>
                      <a:pt x="43010" y="76421"/>
                      <a:pt x="54150" y="83552"/>
                    </a:cubicBezTo>
                    <a:cubicBezTo>
                      <a:pt x="62208" y="89843"/>
                      <a:pt x="65914" y="100208"/>
                      <a:pt x="63670" y="110174"/>
                    </a:cubicBezTo>
                    <a:cubicBezTo>
                      <a:pt x="62338" y="114168"/>
                      <a:pt x="48532" y="107512"/>
                      <a:pt x="47675" y="111505"/>
                    </a:cubicBezTo>
                    <a:cubicBezTo>
                      <a:pt x="46819" y="115499"/>
                      <a:pt x="65384" y="130521"/>
                      <a:pt x="72525" y="130521"/>
                    </a:cubicBezTo>
                    <a:cubicBezTo>
                      <a:pt x="79665" y="130521"/>
                      <a:pt x="83188" y="134039"/>
                      <a:pt x="94328" y="143833"/>
                    </a:cubicBezTo>
                    <a:cubicBezTo>
                      <a:pt x="105467" y="153626"/>
                      <a:pt x="104515" y="165131"/>
                      <a:pt x="100040" y="168649"/>
                    </a:cubicBezTo>
                    <a:cubicBezTo>
                      <a:pt x="95565" y="172166"/>
                      <a:pt x="108990" y="179773"/>
                      <a:pt x="123176" y="189091"/>
                    </a:cubicBezTo>
                    <a:cubicBezTo>
                      <a:pt x="132982" y="194999"/>
                      <a:pt x="140498" y="204047"/>
                      <a:pt x="144502" y="214762"/>
                    </a:cubicBezTo>
                    <a:cubicBezTo>
                      <a:pt x="145835" y="219707"/>
                      <a:pt x="152119" y="214762"/>
                      <a:pt x="154023" y="208582"/>
                    </a:cubicBezTo>
                    <a:cubicBezTo>
                      <a:pt x="155927" y="202402"/>
                      <a:pt x="149548" y="200120"/>
                      <a:pt x="149548" y="192609"/>
                    </a:cubicBezTo>
                    <a:cubicBezTo>
                      <a:pt x="149548" y="185097"/>
                      <a:pt x="138028" y="186429"/>
                      <a:pt x="132696" y="185573"/>
                    </a:cubicBezTo>
                    <a:cubicBezTo>
                      <a:pt x="127365" y="184717"/>
                      <a:pt x="132696" y="173117"/>
                      <a:pt x="127841" y="167793"/>
                    </a:cubicBezTo>
                    <a:cubicBezTo>
                      <a:pt x="121563" y="159300"/>
                      <a:pt x="117151" y="149581"/>
                      <a:pt x="114893" y="139269"/>
                    </a:cubicBezTo>
                    <a:cubicBezTo>
                      <a:pt x="112227" y="129761"/>
                      <a:pt x="98421" y="119777"/>
                      <a:pt x="92709" y="109128"/>
                    </a:cubicBezTo>
                    <a:cubicBezTo>
                      <a:pt x="88805" y="100925"/>
                      <a:pt x="83377" y="93537"/>
                      <a:pt x="76714" y="87355"/>
                    </a:cubicBezTo>
                    <a:cubicBezTo>
                      <a:pt x="72715" y="84693"/>
                      <a:pt x="82426" y="80699"/>
                      <a:pt x="78904" y="76706"/>
                    </a:cubicBezTo>
                    <a:cubicBezTo>
                      <a:pt x="75381" y="72713"/>
                      <a:pt x="70049" y="73188"/>
                      <a:pt x="63385" y="70050"/>
                    </a:cubicBezTo>
                    <a:cubicBezTo>
                      <a:pt x="56882" y="67600"/>
                      <a:pt x="52489" y="61489"/>
                      <a:pt x="52246" y="54552"/>
                    </a:cubicBezTo>
                    <a:cubicBezTo>
                      <a:pt x="51228" y="44401"/>
                      <a:pt x="48990" y="34409"/>
                      <a:pt x="45581" y="24792"/>
                    </a:cubicBezTo>
                    <a:cubicBezTo>
                      <a:pt x="43391" y="18992"/>
                      <a:pt x="50437" y="19848"/>
                      <a:pt x="52722" y="22510"/>
                    </a:cubicBezTo>
                    <a:cubicBezTo>
                      <a:pt x="55007" y="25173"/>
                      <a:pt x="56720" y="27835"/>
                      <a:pt x="59767" y="26123"/>
                    </a:cubicBezTo>
                    <a:cubicBezTo>
                      <a:pt x="63809" y="24344"/>
                      <a:pt x="68529" y="26174"/>
                      <a:pt x="70311" y="30211"/>
                    </a:cubicBezTo>
                    <a:cubicBezTo>
                      <a:pt x="70352" y="30305"/>
                      <a:pt x="70392" y="30401"/>
                      <a:pt x="70430" y="30497"/>
                    </a:cubicBezTo>
                    <a:cubicBezTo>
                      <a:pt x="72715" y="35441"/>
                      <a:pt x="79951" y="30972"/>
                      <a:pt x="83759" y="33159"/>
                    </a:cubicBezTo>
                    <a:cubicBezTo>
                      <a:pt x="87568" y="35346"/>
                      <a:pt x="75762" y="38103"/>
                      <a:pt x="87377" y="58546"/>
                    </a:cubicBezTo>
                    <a:cubicBezTo>
                      <a:pt x="98993" y="78988"/>
                      <a:pt x="90900" y="67388"/>
                      <a:pt x="90900" y="81175"/>
                    </a:cubicBezTo>
                    <a:cubicBezTo>
                      <a:pt x="90900" y="94961"/>
                      <a:pt x="98041" y="88686"/>
                      <a:pt x="100421" y="86499"/>
                    </a:cubicBezTo>
                    <a:cubicBezTo>
                      <a:pt x="102801" y="84312"/>
                      <a:pt x="108894" y="90873"/>
                      <a:pt x="114607" y="98004"/>
                    </a:cubicBezTo>
                    <a:cubicBezTo>
                      <a:pt x="120319" y="105135"/>
                      <a:pt x="131554" y="105515"/>
                      <a:pt x="131554" y="109509"/>
                    </a:cubicBezTo>
                    <a:cubicBezTo>
                      <a:pt x="131231" y="115620"/>
                      <a:pt x="135181" y="121143"/>
                      <a:pt x="141075" y="122820"/>
                    </a:cubicBezTo>
                    <a:cubicBezTo>
                      <a:pt x="148596" y="124151"/>
                      <a:pt x="149929" y="132328"/>
                      <a:pt x="154785" y="133469"/>
                    </a:cubicBezTo>
                    <a:cubicBezTo>
                      <a:pt x="159640" y="134610"/>
                      <a:pt x="160592" y="139744"/>
                      <a:pt x="157927" y="145449"/>
                    </a:cubicBezTo>
                    <a:cubicBezTo>
                      <a:pt x="155261" y="151154"/>
                      <a:pt x="157927" y="156098"/>
                      <a:pt x="170399" y="161042"/>
                    </a:cubicBezTo>
                    <a:cubicBezTo>
                      <a:pt x="182871" y="165986"/>
                      <a:pt x="177063" y="166747"/>
                      <a:pt x="186775" y="176160"/>
                    </a:cubicBezTo>
                    <a:cubicBezTo>
                      <a:pt x="202023" y="191195"/>
                      <a:pt x="216422" y="207066"/>
                      <a:pt x="229904" y="223700"/>
                    </a:cubicBezTo>
                    <a:cubicBezTo>
                      <a:pt x="234120" y="230423"/>
                      <a:pt x="237327" y="237727"/>
                      <a:pt x="239425" y="245378"/>
                    </a:cubicBezTo>
                    <a:cubicBezTo>
                      <a:pt x="241615" y="251654"/>
                      <a:pt x="234950" y="254886"/>
                      <a:pt x="238473" y="260021"/>
                    </a:cubicBezTo>
                    <a:cubicBezTo>
                      <a:pt x="241995" y="265155"/>
                      <a:pt x="231808" y="263158"/>
                      <a:pt x="232284" y="267152"/>
                    </a:cubicBezTo>
                    <a:cubicBezTo>
                      <a:pt x="232760" y="271145"/>
                      <a:pt x="238473" y="291112"/>
                      <a:pt x="248279" y="292063"/>
                    </a:cubicBezTo>
                    <a:cubicBezTo>
                      <a:pt x="258086" y="293014"/>
                      <a:pt x="269225" y="304899"/>
                      <a:pt x="276842" y="311079"/>
                    </a:cubicBezTo>
                    <a:cubicBezTo>
                      <a:pt x="284458" y="317259"/>
                      <a:pt x="296835" y="316403"/>
                      <a:pt x="308832" y="320587"/>
                    </a:cubicBezTo>
                    <a:cubicBezTo>
                      <a:pt x="320828" y="324770"/>
                      <a:pt x="331015" y="335609"/>
                      <a:pt x="348343" y="340554"/>
                    </a:cubicBezTo>
                    <a:cubicBezTo>
                      <a:pt x="364287" y="344904"/>
                      <a:pt x="379542" y="351465"/>
                      <a:pt x="393662" y="360045"/>
                    </a:cubicBezTo>
                    <a:cubicBezTo>
                      <a:pt x="404801" y="367176"/>
                      <a:pt x="418607" y="364038"/>
                      <a:pt x="434125" y="357858"/>
                    </a:cubicBezTo>
                    <a:cubicBezTo>
                      <a:pt x="449644" y="351678"/>
                      <a:pt x="461641" y="359570"/>
                      <a:pt x="470590" y="363183"/>
                    </a:cubicBezTo>
                    <a:cubicBezTo>
                      <a:pt x="478424" y="367856"/>
                      <a:pt x="485651" y="373477"/>
                      <a:pt x="492107" y="379917"/>
                    </a:cubicBezTo>
                    <a:cubicBezTo>
                      <a:pt x="497493" y="372116"/>
                      <a:pt x="503511" y="364770"/>
                      <a:pt x="510102" y="35795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lin ang="18900000" scaled="1"/>
                <a:tileRect/>
              </a:gradFill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14" name="Freeform 2689">
                <a:extLst>
                  <a:ext uri="{FF2B5EF4-FFF2-40B4-BE49-F238E27FC236}">
                    <a16:creationId xmlns:a16="http://schemas.microsoft.com/office/drawing/2014/main" id="{0D6F7C34-8973-0B04-263C-2A36B588171C}"/>
                  </a:ext>
                </a:extLst>
              </p:cNvPr>
              <p:cNvSpPr/>
              <p:nvPr/>
            </p:nvSpPr>
            <p:spPr>
              <a:xfrm>
                <a:off x="7559561" y="6732810"/>
                <a:ext cx="202045" cy="201777"/>
              </a:xfrm>
              <a:custGeom>
                <a:avLst/>
                <a:gdLst>
                  <a:gd name="connsiteX0" fmla="*/ 76523 w 85687"/>
                  <a:gd name="connsiteY0" fmla="*/ 56834 h 85572"/>
                  <a:gd name="connsiteX1" fmla="*/ 87377 w 85687"/>
                  <a:gd name="connsiteY1" fmla="*/ 45710 h 85572"/>
                  <a:gd name="connsiteX2" fmla="*/ 79285 w 85687"/>
                  <a:gd name="connsiteY2" fmla="*/ 40956 h 85572"/>
                  <a:gd name="connsiteX3" fmla="*/ 69288 w 85687"/>
                  <a:gd name="connsiteY3" fmla="*/ 42287 h 85572"/>
                  <a:gd name="connsiteX4" fmla="*/ 70335 w 85687"/>
                  <a:gd name="connsiteY4" fmla="*/ 1783 h 85572"/>
                  <a:gd name="connsiteX5" fmla="*/ 36631 w 85687"/>
                  <a:gd name="connsiteY5" fmla="*/ 1783 h 85572"/>
                  <a:gd name="connsiteX6" fmla="*/ 30252 w 85687"/>
                  <a:gd name="connsiteY6" fmla="*/ 16710 h 85572"/>
                  <a:gd name="connsiteX7" fmla="*/ 44819 w 85687"/>
                  <a:gd name="connsiteY7" fmla="*/ 35726 h 85572"/>
                  <a:gd name="connsiteX8" fmla="*/ 18256 w 85687"/>
                  <a:gd name="connsiteY8" fmla="*/ 38769 h 85572"/>
                  <a:gd name="connsiteX9" fmla="*/ 1785 w 85687"/>
                  <a:gd name="connsiteY9" fmla="*/ 60352 h 85572"/>
                  <a:gd name="connsiteX10" fmla="*/ 23778 w 85687"/>
                  <a:gd name="connsiteY10" fmla="*/ 79368 h 85572"/>
                  <a:gd name="connsiteX11" fmla="*/ 51769 w 85687"/>
                  <a:gd name="connsiteY11" fmla="*/ 84312 h 85572"/>
                  <a:gd name="connsiteX12" fmla="*/ 52436 w 85687"/>
                  <a:gd name="connsiteY12" fmla="*/ 84312 h 85572"/>
                  <a:gd name="connsiteX13" fmla="*/ 66717 w 85687"/>
                  <a:gd name="connsiteY13" fmla="*/ 72427 h 85572"/>
                  <a:gd name="connsiteX14" fmla="*/ 76523 w 85687"/>
                  <a:gd name="connsiteY14" fmla="*/ 56834 h 8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5687" h="85572">
                    <a:moveTo>
                      <a:pt x="76523" y="56834"/>
                    </a:moveTo>
                    <a:cubicBezTo>
                      <a:pt x="80524" y="53518"/>
                      <a:pt x="84162" y="49789"/>
                      <a:pt x="87377" y="45710"/>
                    </a:cubicBezTo>
                    <a:cubicBezTo>
                      <a:pt x="80427" y="49418"/>
                      <a:pt x="77857" y="45710"/>
                      <a:pt x="79285" y="40956"/>
                    </a:cubicBezTo>
                    <a:lnTo>
                      <a:pt x="69288" y="42287"/>
                    </a:lnTo>
                    <a:lnTo>
                      <a:pt x="70335" y="1783"/>
                    </a:lnTo>
                    <a:cubicBezTo>
                      <a:pt x="62242" y="1783"/>
                      <a:pt x="39583" y="1783"/>
                      <a:pt x="36631" y="1783"/>
                    </a:cubicBezTo>
                    <a:cubicBezTo>
                      <a:pt x="33680" y="1783"/>
                      <a:pt x="32347" y="15474"/>
                      <a:pt x="30252" y="16710"/>
                    </a:cubicBezTo>
                    <a:cubicBezTo>
                      <a:pt x="28158" y="17946"/>
                      <a:pt x="46914" y="30497"/>
                      <a:pt x="44819" y="35726"/>
                    </a:cubicBezTo>
                    <a:cubicBezTo>
                      <a:pt x="42725" y="40956"/>
                      <a:pt x="20351" y="38294"/>
                      <a:pt x="18256" y="38769"/>
                    </a:cubicBezTo>
                    <a:cubicBezTo>
                      <a:pt x="12208" y="45521"/>
                      <a:pt x="6701" y="52738"/>
                      <a:pt x="1785" y="60352"/>
                    </a:cubicBezTo>
                    <a:cubicBezTo>
                      <a:pt x="8762" y="67088"/>
                      <a:pt x="16104" y="73437"/>
                      <a:pt x="23778" y="79368"/>
                    </a:cubicBezTo>
                    <a:cubicBezTo>
                      <a:pt x="32252" y="84693"/>
                      <a:pt x="46057" y="78893"/>
                      <a:pt x="51769" y="84312"/>
                    </a:cubicBezTo>
                    <a:lnTo>
                      <a:pt x="52436" y="84312"/>
                    </a:lnTo>
                    <a:cubicBezTo>
                      <a:pt x="56682" y="79772"/>
                      <a:pt x="61479" y="75779"/>
                      <a:pt x="66717" y="72427"/>
                    </a:cubicBezTo>
                    <a:cubicBezTo>
                      <a:pt x="71002" y="71382"/>
                      <a:pt x="67574" y="64060"/>
                      <a:pt x="76523" y="56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15" name="Freeform 2690">
                <a:extLst>
                  <a:ext uri="{FF2B5EF4-FFF2-40B4-BE49-F238E27FC236}">
                    <a16:creationId xmlns:a16="http://schemas.microsoft.com/office/drawing/2014/main" id="{2EC991BA-F902-903E-E9DB-D288F611A616}"/>
                  </a:ext>
                </a:extLst>
              </p:cNvPr>
              <p:cNvSpPr/>
              <p:nvPr/>
            </p:nvSpPr>
            <p:spPr>
              <a:xfrm>
                <a:off x="7718727" y="6702522"/>
                <a:ext cx="67348" cy="112099"/>
              </a:xfrm>
              <a:custGeom>
                <a:avLst/>
                <a:gdLst>
                  <a:gd name="connsiteX0" fmla="*/ 5594 w 28562"/>
                  <a:gd name="connsiteY0" fmla="*/ 14437 h 47540"/>
                  <a:gd name="connsiteX1" fmla="*/ 2833 w 28562"/>
                  <a:gd name="connsiteY1" fmla="*/ 14437 h 47540"/>
                  <a:gd name="connsiteX2" fmla="*/ 1785 w 28562"/>
                  <a:gd name="connsiteY2" fmla="*/ 54942 h 47540"/>
                  <a:gd name="connsiteX3" fmla="*/ 11782 w 28562"/>
                  <a:gd name="connsiteY3" fmla="*/ 53610 h 47540"/>
                  <a:gd name="connsiteX4" fmla="*/ 18066 w 28562"/>
                  <a:gd name="connsiteY4" fmla="*/ 43437 h 47540"/>
                  <a:gd name="connsiteX5" fmla="*/ 23397 w 28562"/>
                  <a:gd name="connsiteY5" fmla="*/ 10159 h 47540"/>
                  <a:gd name="connsiteX6" fmla="*/ 27872 w 28562"/>
                  <a:gd name="connsiteY6" fmla="*/ 7592 h 47540"/>
                  <a:gd name="connsiteX7" fmla="*/ 18351 w 28562"/>
                  <a:gd name="connsiteY7" fmla="*/ 1792 h 47540"/>
                  <a:gd name="connsiteX8" fmla="*/ 5594 w 28562"/>
                  <a:gd name="connsiteY8" fmla="*/ 14437 h 4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62" h="47540">
                    <a:moveTo>
                      <a:pt x="5594" y="14437"/>
                    </a:moveTo>
                    <a:cubicBezTo>
                      <a:pt x="4676" y="14533"/>
                      <a:pt x="3750" y="14533"/>
                      <a:pt x="2833" y="14437"/>
                    </a:cubicBezTo>
                    <a:lnTo>
                      <a:pt x="1785" y="54942"/>
                    </a:lnTo>
                    <a:lnTo>
                      <a:pt x="11782" y="53610"/>
                    </a:lnTo>
                    <a:cubicBezTo>
                      <a:pt x="12727" y="49633"/>
                      <a:pt x="14931" y="46065"/>
                      <a:pt x="18066" y="43437"/>
                    </a:cubicBezTo>
                    <a:cubicBezTo>
                      <a:pt x="26063" y="37257"/>
                      <a:pt x="14067" y="12441"/>
                      <a:pt x="23397" y="10159"/>
                    </a:cubicBezTo>
                    <a:cubicBezTo>
                      <a:pt x="25097" y="9731"/>
                      <a:pt x="26646" y="8842"/>
                      <a:pt x="27872" y="7592"/>
                    </a:cubicBezTo>
                    <a:cubicBezTo>
                      <a:pt x="24540" y="4454"/>
                      <a:pt x="20827" y="1602"/>
                      <a:pt x="18351" y="1792"/>
                    </a:cubicBezTo>
                    <a:cubicBezTo>
                      <a:pt x="13305" y="2362"/>
                      <a:pt x="7307" y="13582"/>
                      <a:pt x="5594" y="144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16" name="Freeform 2691">
                <a:extLst>
                  <a:ext uri="{FF2B5EF4-FFF2-40B4-BE49-F238E27FC236}">
                    <a16:creationId xmlns:a16="http://schemas.microsoft.com/office/drawing/2014/main" id="{AD3BE537-3F9F-A61C-868A-AFD0D6E7B951}"/>
                  </a:ext>
                </a:extLst>
              </p:cNvPr>
              <p:cNvSpPr/>
              <p:nvPr/>
            </p:nvSpPr>
            <p:spPr>
              <a:xfrm>
                <a:off x="8416990" y="6619929"/>
                <a:ext cx="134699" cy="112099"/>
              </a:xfrm>
              <a:custGeom>
                <a:avLst/>
                <a:gdLst>
                  <a:gd name="connsiteX0" fmla="*/ 27742 w 57124"/>
                  <a:gd name="connsiteY0" fmla="*/ 3256 h 47540"/>
                  <a:gd name="connsiteX1" fmla="*/ 41071 w 57124"/>
                  <a:gd name="connsiteY1" fmla="*/ 30734 h 47540"/>
                  <a:gd name="connsiteX2" fmla="*/ 1941 w 57124"/>
                  <a:gd name="connsiteY2" fmla="*/ 37865 h 47540"/>
                  <a:gd name="connsiteX3" fmla="*/ 27742 w 57124"/>
                  <a:gd name="connsiteY3" fmla="*/ 44046 h 47540"/>
                  <a:gd name="connsiteX4" fmla="*/ 55543 w 57124"/>
                  <a:gd name="connsiteY4" fmla="*/ 47754 h 47540"/>
                  <a:gd name="connsiteX5" fmla="*/ 59447 w 57124"/>
                  <a:gd name="connsiteY5" fmla="*/ 8866 h 47540"/>
                  <a:gd name="connsiteX6" fmla="*/ 27742 w 57124"/>
                  <a:gd name="connsiteY6" fmla="*/ 3256 h 4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24" h="47540">
                    <a:moveTo>
                      <a:pt x="27742" y="3256"/>
                    </a:moveTo>
                    <a:cubicBezTo>
                      <a:pt x="18793" y="9436"/>
                      <a:pt x="41071" y="22748"/>
                      <a:pt x="41071" y="30734"/>
                    </a:cubicBezTo>
                    <a:cubicBezTo>
                      <a:pt x="41071" y="38721"/>
                      <a:pt x="5368" y="29213"/>
                      <a:pt x="1941" y="37865"/>
                    </a:cubicBezTo>
                    <a:cubicBezTo>
                      <a:pt x="132" y="42334"/>
                      <a:pt x="14413" y="48514"/>
                      <a:pt x="27742" y="44046"/>
                    </a:cubicBezTo>
                    <a:cubicBezTo>
                      <a:pt x="37098" y="41070"/>
                      <a:pt x="47297" y="42430"/>
                      <a:pt x="55543" y="47754"/>
                    </a:cubicBezTo>
                    <a:cubicBezTo>
                      <a:pt x="56495" y="34252"/>
                      <a:pt x="58018" y="19230"/>
                      <a:pt x="59447" y="8866"/>
                    </a:cubicBezTo>
                    <a:cubicBezTo>
                      <a:pt x="48212" y="5919"/>
                      <a:pt x="34216" y="-1308"/>
                      <a:pt x="27742" y="3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17" name="Freeform 2692">
                <a:extLst>
                  <a:ext uri="{FF2B5EF4-FFF2-40B4-BE49-F238E27FC236}">
                    <a16:creationId xmlns:a16="http://schemas.microsoft.com/office/drawing/2014/main" id="{4D14CE0E-DCDA-A0DC-95AD-E27AA7642645}"/>
                  </a:ext>
                </a:extLst>
              </p:cNvPr>
              <p:cNvSpPr/>
              <p:nvPr/>
            </p:nvSpPr>
            <p:spPr>
              <a:xfrm>
                <a:off x="8543750" y="6636631"/>
                <a:ext cx="157148" cy="89678"/>
              </a:xfrm>
              <a:custGeom>
                <a:avLst/>
                <a:gdLst>
                  <a:gd name="connsiteX0" fmla="*/ 28158 w 66645"/>
                  <a:gd name="connsiteY0" fmla="*/ 32589 h 38032"/>
                  <a:gd name="connsiteX1" fmla="*/ 69954 w 66645"/>
                  <a:gd name="connsiteY1" fmla="*/ 24602 h 38032"/>
                  <a:gd name="connsiteX2" fmla="*/ 16638 w 66645"/>
                  <a:gd name="connsiteY2" fmla="*/ 2353 h 38032"/>
                  <a:gd name="connsiteX3" fmla="*/ 5689 w 66645"/>
                  <a:gd name="connsiteY3" fmla="*/ 1783 h 38032"/>
                  <a:gd name="connsiteX4" fmla="*/ 1785 w 66645"/>
                  <a:gd name="connsiteY4" fmla="*/ 40671 h 38032"/>
                  <a:gd name="connsiteX5" fmla="*/ 3309 w 66645"/>
                  <a:gd name="connsiteY5" fmla="*/ 41431 h 38032"/>
                  <a:gd name="connsiteX6" fmla="*/ 28158 w 66645"/>
                  <a:gd name="connsiteY6" fmla="*/ 32589 h 3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645" h="38032">
                    <a:moveTo>
                      <a:pt x="28158" y="32589"/>
                    </a:moveTo>
                    <a:cubicBezTo>
                      <a:pt x="44153" y="27264"/>
                      <a:pt x="69954" y="36962"/>
                      <a:pt x="69954" y="24602"/>
                    </a:cubicBezTo>
                    <a:cubicBezTo>
                      <a:pt x="69954" y="12242"/>
                      <a:pt x="27301" y="-1165"/>
                      <a:pt x="16638" y="2353"/>
                    </a:cubicBezTo>
                    <a:cubicBezTo>
                      <a:pt x="13002" y="3137"/>
                      <a:pt x="9223" y="2940"/>
                      <a:pt x="5689" y="1783"/>
                    </a:cubicBezTo>
                    <a:cubicBezTo>
                      <a:pt x="4261" y="12051"/>
                      <a:pt x="2737" y="27169"/>
                      <a:pt x="1785" y="40671"/>
                    </a:cubicBezTo>
                    <a:lnTo>
                      <a:pt x="3309" y="41431"/>
                    </a:lnTo>
                    <a:cubicBezTo>
                      <a:pt x="10354" y="44949"/>
                      <a:pt x="12163" y="38294"/>
                      <a:pt x="28158" y="325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18" name="Freeform 2693">
                <a:extLst>
                  <a:ext uri="{FF2B5EF4-FFF2-40B4-BE49-F238E27FC236}">
                    <a16:creationId xmlns:a16="http://schemas.microsoft.com/office/drawing/2014/main" id="{EB362BBB-2612-644A-FD93-A87584CD4A55}"/>
                  </a:ext>
                </a:extLst>
              </p:cNvPr>
              <p:cNvSpPr/>
              <p:nvPr/>
            </p:nvSpPr>
            <p:spPr>
              <a:xfrm>
                <a:off x="7803135" y="6869793"/>
                <a:ext cx="202045" cy="201777"/>
              </a:xfrm>
              <a:custGeom>
                <a:avLst/>
                <a:gdLst>
                  <a:gd name="connsiteX0" fmla="*/ 47772 w 85687"/>
                  <a:gd name="connsiteY0" fmla="*/ 84503 h 85572"/>
                  <a:gd name="connsiteX1" fmla="*/ 67575 w 85687"/>
                  <a:gd name="connsiteY1" fmla="*/ 87735 h 85572"/>
                  <a:gd name="connsiteX2" fmla="*/ 77096 w 85687"/>
                  <a:gd name="connsiteY2" fmla="*/ 88876 h 85572"/>
                  <a:gd name="connsiteX3" fmla="*/ 74335 w 85687"/>
                  <a:gd name="connsiteY3" fmla="*/ 84598 h 85572"/>
                  <a:gd name="connsiteX4" fmla="*/ 79191 w 85687"/>
                  <a:gd name="connsiteY4" fmla="*/ 58831 h 85572"/>
                  <a:gd name="connsiteX5" fmla="*/ 81857 w 85687"/>
                  <a:gd name="connsiteY5" fmla="*/ 24697 h 85572"/>
                  <a:gd name="connsiteX6" fmla="*/ 86331 w 85687"/>
                  <a:gd name="connsiteY6" fmla="*/ 3780 h 85572"/>
                  <a:gd name="connsiteX7" fmla="*/ 86331 w 85687"/>
                  <a:gd name="connsiteY7" fmla="*/ 1783 h 85572"/>
                  <a:gd name="connsiteX8" fmla="*/ 62910 w 85687"/>
                  <a:gd name="connsiteY8" fmla="*/ 11291 h 85572"/>
                  <a:gd name="connsiteX9" fmla="*/ 43869 w 85687"/>
                  <a:gd name="connsiteY9" fmla="*/ 15569 h 85572"/>
                  <a:gd name="connsiteX10" fmla="*/ 21971 w 85687"/>
                  <a:gd name="connsiteY10" fmla="*/ 25077 h 85572"/>
                  <a:gd name="connsiteX11" fmla="*/ 15496 w 85687"/>
                  <a:gd name="connsiteY11" fmla="*/ 37438 h 85572"/>
                  <a:gd name="connsiteX12" fmla="*/ 9498 w 85687"/>
                  <a:gd name="connsiteY12" fmla="*/ 43048 h 85572"/>
                  <a:gd name="connsiteX13" fmla="*/ 2072 w 85687"/>
                  <a:gd name="connsiteY13" fmla="*/ 44759 h 85572"/>
                  <a:gd name="connsiteX14" fmla="*/ 5214 w 85687"/>
                  <a:gd name="connsiteY14" fmla="*/ 52365 h 85572"/>
                  <a:gd name="connsiteX15" fmla="*/ 29683 w 85687"/>
                  <a:gd name="connsiteY15" fmla="*/ 75850 h 85572"/>
                  <a:gd name="connsiteX16" fmla="*/ 36538 w 85687"/>
                  <a:gd name="connsiteY16" fmla="*/ 84027 h 85572"/>
                  <a:gd name="connsiteX17" fmla="*/ 47772 w 85687"/>
                  <a:gd name="connsiteY17" fmla="*/ 84503 h 8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5687" h="85572">
                    <a:moveTo>
                      <a:pt x="47772" y="84503"/>
                    </a:moveTo>
                    <a:cubicBezTo>
                      <a:pt x="52152" y="86689"/>
                      <a:pt x="63196" y="84503"/>
                      <a:pt x="67575" y="87735"/>
                    </a:cubicBezTo>
                    <a:cubicBezTo>
                      <a:pt x="70513" y="89231"/>
                      <a:pt x="73887" y="89636"/>
                      <a:pt x="77096" y="88876"/>
                    </a:cubicBezTo>
                    <a:cubicBezTo>
                      <a:pt x="75859" y="86975"/>
                      <a:pt x="74811" y="85453"/>
                      <a:pt x="74335" y="84598"/>
                    </a:cubicBezTo>
                    <a:cubicBezTo>
                      <a:pt x="71193" y="78798"/>
                      <a:pt x="76525" y="67293"/>
                      <a:pt x="79191" y="58831"/>
                    </a:cubicBezTo>
                    <a:cubicBezTo>
                      <a:pt x="81857" y="50369"/>
                      <a:pt x="77001" y="30307"/>
                      <a:pt x="81857" y="24697"/>
                    </a:cubicBezTo>
                    <a:cubicBezTo>
                      <a:pt x="86712" y="19087"/>
                      <a:pt x="84142" y="16235"/>
                      <a:pt x="86331" y="3780"/>
                    </a:cubicBezTo>
                    <a:cubicBezTo>
                      <a:pt x="86377" y="3115"/>
                      <a:pt x="86377" y="2448"/>
                      <a:pt x="86331" y="1783"/>
                    </a:cubicBezTo>
                    <a:cubicBezTo>
                      <a:pt x="76334" y="1783"/>
                      <a:pt x="66052" y="10815"/>
                      <a:pt x="62910" y="11291"/>
                    </a:cubicBezTo>
                    <a:cubicBezTo>
                      <a:pt x="59768" y="11766"/>
                      <a:pt x="45297" y="8248"/>
                      <a:pt x="43869" y="15569"/>
                    </a:cubicBezTo>
                    <a:cubicBezTo>
                      <a:pt x="42440" y="22891"/>
                      <a:pt x="33586" y="24127"/>
                      <a:pt x="21971" y="25077"/>
                    </a:cubicBezTo>
                    <a:cubicBezTo>
                      <a:pt x="10355" y="26028"/>
                      <a:pt x="16353" y="35821"/>
                      <a:pt x="15496" y="37438"/>
                    </a:cubicBezTo>
                    <a:cubicBezTo>
                      <a:pt x="13765" y="39575"/>
                      <a:pt x="11747" y="41462"/>
                      <a:pt x="9498" y="43048"/>
                    </a:cubicBezTo>
                    <a:lnTo>
                      <a:pt x="2072" y="44759"/>
                    </a:lnTo>
                    <a:cubicBezTo>
                      <a:pt x="1160" y="47719"/>
                      <a:pt x="2478" y="50909"/>
                      <a:pt x="5214" y="52365"/>
                    </a:cubicBezTo>
                    <a:cubicBezTo>
                      <a:pt x="12259" y="56359"/>
                      <a:pt x="22066" y="71382"/>
                      <a:pt x="29683" y="75850"/>
                    </a:cubicBezTo>
                    <a:cubicBezTo>
                      <a:pt x="32922" y="77611"/>
                      <a:pt x="35371" y="80533"/>
                      <a:pt x="36538" y="84027"/>
                    </a:cubicBezTo>
                    <a:cubicBezTo>
                      <a:pt x="40265" y="83272"/>
                      <a:pt x="44122" y="83435"/>
                      <a:pt x="47772" y="845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19" name="Freeform 2699">
                <a:extLst>
                  <a:ext uri="{FF2B5EF4-FFF2-40B4-BE49-F238E27FC236}">
                    <a16:creationId xmlns:a16="http://schemas.microsoft.com/office/drawing/2014/main" id="{7A8727DD-8318-00FE-B1E3-9FE2A7493092}"/>
                  </a:ext>
                </a:extLst>
              </p:cNvPr>
              <p:cNvSpPr/>
              <p:nvPr/>
            </p:nvSpPr>
            <p:spPr>
              <a:xfrm>
                <a:off x="7876811" y="7062402"/>
                <a:ext cx="157148" cy="112099"/>
              </a:xfrm>
              <a:custGeom>
                <a:avLst/>
                <a:gdLst>
                  <a:gd name="connsiteX0" fmla="*/ 62988 w 66645"/>
                  <a:gd name="connsiteY0" fmla="*/ 44559 h 47540"/>
                  <a:gd name="connsiteX1" fmla="*/ 66035 w 66645"/>
                  <a:gd name="connsiteY1" fmla="*/ 31818 h 47540"/>
                  <a:gd name="connsiteX2" fmla="*/ 46232 w 66645"/>
                  <a:gd name="connsiteY2" fmla="*/ 7192 h 47540"/>
                  <a:gd name="connsiteX3" fmla="*/ 36711 w 66645"/>
                  <a:gd name="connsiteY3" fmla="*/ 6052 h 47540"/>
                  <a:gd name="connsiteX4" fmla="*/ 16907 w 66645"/>
                  <a:gd name="connsiteY4" fmla="*/ 2819 h 47540"/>
                  <a:gd name="connsiteX5" fmla="*/ 5863 w 66645"/>
                  <a:gd name="connsiteY5" fmla="*/ 2153 h 47540"/>
                  <a:gd name="connsiteX6" fmla="*/ 4340 w 66645"/>
                  <a:gd name="connsiteY6" fmla="*/ 9950 h 47540"/>
                  <a:gd name="connsiteX7" fmla="*/ 5584 w 66645"/>
                  <a:gd name="connsiteY7" fmla="*/ 25093 h 47540"/>
                  <a:gd name="connsiteX8" fmla="*/ 9672 w 66645"/>
                  <a:gd name="connsiteY8" fmla="*/ 27254 h 47540"/>
                  <a:gd name="connsiteX9" fmla="*/ 21192 w 66645"/>
                  <a:gd name="connsiteY9" fmla="*/ 25068 h 47540"/>
                  <a:gd name="connsiteX10" fmla="*/ 30046 w 66645"/>
                  <a:gd name="connsiteY10" fmla="*/ 32579 h 47540"/>
                  <a:gd name="connsiteX11" fmla="*/ 44327 w 66645"/>
                  <a:gd name="connsiteY11" fmla="*/ 45034 h 47540"/>
                  <a:gd name="connsiteX12" fmla="*/ 55848 w 66645"/>
                  <a:gd name="connsiteY12" fmla="*/ 55208 h 47540"/>
                  <a:gd name="connsiteX13" fmla="*/ 60703 w 66645"/>
                  <a:gd name="connsiteY13" fmla="*/ 55208 h 47540"/>
                  <a:gd name="connsiteX14" fmla="*/ 62988 w 66645"/>
                  <a:gd name="connsiteY14" fmla="*/ 44559 h 4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6645" h="47540">
                    <a:moveTo>
                      <a:pt x="62988" y="44559"/>
                    </a:moveTo>
                    <a:cubicBezTo>
                      <a:pt x="62282" y="40077"/>
                      <a:pt x="63377" y="35498"/>
                      <a:pt x="66035" y="31818"/>
                    </a:cubicBezTo>
                    <a:cubicBezTo>
                      <a:pt x="58941" y="24017"/>
                      <a:pt x="52328" y="15794"/>
                      <a:pt x="46232" y="7192"/>
                    </a:cubicBezTo>
                    <a:cubicBezTo>
                      <a:pt x="43023" y="7952"/>
                      <a:pt x="39648" y="7548"/>
                      <a:pt x="36711" y="6052"/>
                    </a:cubicBezTo>
                    <a:cubicBezTo>
                      <a:pt x="32331" y="2819"/>
                      <a:pt x="21287" y="5006"/>
                      <a:pt x="16907" y="2819"/>
                    </a:cubicBezTo>
                    <a:cubicBezTo>
                      <a:pt x="13332" y="1719"/>
                      <a:pt x="9545" y="1491"/>
                      <a:pt x="5863" y="2153"/>
                    </a:cubicBezTo>
                    <a:cubicBezTo>
                      <a:pt x="7042" y="4814"/>
                      <a:pt x="6434" y="7927"/>
                      <a:pt x="4340" y="9950"/>
                    </a:cubicBezTo>
                    <a:cubicBezTo>
                      <a:pt x="496" y="14475"/>
                      <a:pt x="1053" y="21255"/>
                      <a:pt x="5584" y="25093"/>
                    </a:cubicBezTo>
                    <a:cubicBezTo>
                      <a:pt x="6774" y="26101"/>
                      <a:pt x="8168" y="26838"/>
                      <a:pt x="9672" y="27254"/>
                    </a:cubicBezTo>
                    <a:cubicBezTo>
                      <a:pt x="19192" y="31248"/>
                      <a:pt x="16336" y="25068"/>
                      <a:pt x="21192" y="25068"/>
                    </a:cubicBezTo>
                    <a:cubicBezTo>
                      <a:pt x="26047" y="25068"/>
                      <a:pt x="25667" y="32579"/>
                      <a:pt x="30046" y="32579"/>
                    </a:cubicBezTo>
                    <a:cubicBezTo>
                      <a:pt x="34426" y="32579"/>
                      <a:pt x="44708" y="37903"/>
                      <a:pt x="44327" y="45034"/>
                    </a:cubicBezTo>
                    <a:cubicBezTo>
                      <a:pt x="43947" y="52165"/>
                      <a:pt x="47850" y="55208"/>
                      <a:pt x="55848" y="55208"/>
                    </a:cubicBezTo>
                    <a:cubicBezTo>
                      <a:pt x="57465" y="55125"/>
                      <a:pt x="59086" y="55125"/>
                      <a:pt x="60703" y="55208"/>
                    </a:cubicBezTo>
                    <a:cubicBezTo>
                      <a:pt x="61655" y="50834"/>
                      <a:pt x="63750" y="47031"/>
                      <a:pt x="62988" y="445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20" name="Freeform 2700">
                <a:extLst>
                  <a:ext uri="{FF2B5EF4-FFF2-40B4-BE49-F238E27FC236}">
                    <a16:creationId xmlns:a16="http://schemas.microsoft.com/office/drawing/2014/main" id="{E4EF2393-BA7B-9E50-BF31-276661471780}"/>
                  </a:ext>
                </a:extLst>
              </p:cNvPr>
              <p:cNvSpPr/>
              <p:nvPr/>
            </p:nvSpPr>
            <p:spPr>
              <a:xfrm>
                <a:off x="8014389" y="7128900"/>
                <a:ext cx="269395" cy="112099"/>
              </a:xfrm>
              <a:custGeom>
                <a:avLst/>
                <a:gdLst>
                  <a:gd name="connsiteX0" fmla="*/ 106419 w 114249"/>
                  <a:gd name="connsiteY0" fmla="*/ 16357 h 47540"/>
                  <a:gd name="connsiteX1" fmla="*/ 78428 w 114249"/>
                  <a:gd name="connsiteY1" fmla="*/ 3046 h 47540"/>
                  <a:gd name="connsiteX2" fmla="*/ 49865 w 114249"/>
                  <a:gd name="connsiteY2" fmla="*/ 13790 h 47540"/>
                  <a:gd name="connsiteX3" fmla="*/ 17780 w 114249"/>
                  <a:gd name="connsiteY3" fmla="*/ 12839 h 47540"/>
                  <a:gd name="connsiteX4" fmla="*/ 7498 w 114249"/>
                  <a:gd name="connsiteY4" fmla="*/ 3331 h 47540"/>
                  <a:gd name="connsiteX5" fmla="*/ 4451 w 114249"/>
                  <a:gd name="connsiteY5" fmla="*/ 16072 h 47540"/>
                  <a:gd name="connsiteX6" fmla="*/ 1785 w 114249"/>
                  <a:gd name="connsiteY6" fmla="*/ 27101 h 47540"/>
                  <a:gd name="connsiteX7" fmla="*/ 27587 w 114249"/>
                  <a:gd name="connsiteY7" fmla="*/ 38796 h 47540"/>
                  <a:gd name="connsiteX8" fmla="*/ 42249 w 114249"/>
                  <a:gd name="connsiteY8" fmla="*/ 48304 h 47540"/>
                  <a:gd name="connsiteX9" fmla="*/ 57863 w 114249"/>
                  <a:gd name="connsiteY9" fmla="*/ 44310 h 47540"/>
                  <a:gd name="connsiteX10" fmla="*/ 52055 w 114249"/>
                  <a:gd name="connsiteY10" fmla="*/ 33281 h 47540"/>
                  <a:gd name="connsiteX11" fmla="*/ 62718 w 114249"/>
                  <a:gd name="connsiteY11" fmla="*/ 23773 h 47540"/>
                  <a:gd name="connsiteX12" fmla="*/ 84902 w 114249"/>
                  <a:gd name="connsiteY12" fmla="*/ 16642 h 47540"/>
                  <a:gd name="connsiteX13" fmla="*/ 90710 w 114249"/>
                  <a:gd name="connsiteY13" fmla="*/ 30429 h 47540"/>
                  <a:gd name="connsiteX14" fmla="*/ 102515 w 114249"/>
                  <a:gd name="connsiteY14" fmla="*/ 51251 h 47540"/>
                  <a:gd name="connsiteX15" fmla="*/ 116035 w 114249"/>
                  <a:gd name="connsiteY15" fmla="*/ 38130 h 47540"/>
                  <a:gd name="connsiteX16" fmla="*/ 118796 w 114249"/>
                  <a:gd name="connsiteY16" fmla="*/ 31855 h 47540"/>
                  <a:gd name="connsiteX17" fmla="*/ 106419 w 114249"/>
                  <a:gd name="connsiteY17" fmla="*/ 16357 h 4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4249" h="47540">
                    <a:moveTo>
                      <a:pt x="106419" y="16357"/>
                    </a:moveTo>
                    <a:cubicBezTo>
                      <a:pt x="99374" y="5708"/>
                      <a:pt x="86425" y="6849"/>
                      <a:pt x="78428" y="3046"/>
                    </a:cubicBezTo>
                    <a:cubicBezTo>
                      <a:pt x="70430" y="-758"/>
                      <a:pt x="60243" y="4377"/>
                      <a:pt x="49865" y="13790"/>
                    </a:cubicBezTo>
                    <a:cubicBezTo>
                      <a:pt x="39488" y="23203"/>
                      <a:pt x="26730" y="17688"/>
                      <a:pt x="17780" y="12839"/>
                    </a:cubicBezTo>
                    <a:cubicBezTo>
                      <a:pt x="13948" y="10136"/>
                      <a:pt x="10491" y="6939"/>
                      <a:pt x="7498" y="3331"/>
                    </a:cubicBezTo>
                    <a:cubicBezTo>
                      <a:pt x="4840" y="7011"/>
                      <a:pt x="3745" y="11590"/>
                      <a:pt x="4451" y="16072"/>
                    </a:cubicBezTo>
                    <a:cubicBezTo>
                      <a:pt x="5213" y="18544"/>
                      <a:pt x="3118" y="22347"/>
                      <a:pt x="1785" y="27101"/>
                    </a:cubicBezTo>
                    <a:cubicBezTo>
                      <a:pt x="11469" y="27949"/>
                      <a:pt x="20572" y="32075"/>
                      <a:pt x="27587" y="38796"/>
                    </a:cubicBezTo>
                    <a:cubicBezTo>
                      <a:pt x="34251" y="46783"/>
                      <a:pt x="38250" y="41363"/>
                      <a:pt x="42249" y="48304"/>
                    </a:cubicBezTo>
                    <a:cubicBezTo>
                      <a:pt x="46247" y="55245"/>
                      <a:pt x="55578" y="48779"/>
                      <a:pt x="57863" y="44310"/>
                    </a:cubicBezTo>
                    <a:cubicBezTo>
                      <a:pt x="60148" y="39842"/>
                      <a:pt x="52912" y="38130"/>
                      <a:pt x="52055" y="33281"/>
                    </a:cubicBezTo>
                    <a:cubicBezTo>
                      <a:pt x="51198" y="28432"/>
                      <a:pt x="60909" y="30144"/>
                      <a:pt x="62718" y="23773"/>
                    </a:cubicBezTo>
                    <a:cubicBezTo>
                      <a:pt x="64527" y="17403"/>
                      <a:pt x="78713" y="14265"/>
                      <a:pt x="84902" y="16642"/>
                    </a:cubicBezTo>
                    <a:cubicBezTo>
                      <a:pt x="91090" y="19019"/>
                      <a:pt x="96517" y="23773"/>
                      <a:pt x="90710" y="30429"/>
                    </a:cubicBezTo>
                    <a:cubicBezTo>
                      <a:pt x="86425" y="35373"/>
                      <a:pt x="95184" y="44310"/>
                      <a:pt x="102515" y="51251"/>
                    </a:cubicBezTo>
                    <a:cubicBezTo>
                      <a:pt x="106778" y="46634"/>
                      <a:pt x="111292" y="42254"/>
                      <a:pt x="116035" y="38130"/>
                    </a:cubicBezTo>
                    <a:cubicBezTo>
                      <a:pt x="117635" y="36408"/>
                      <a:pt x="118608" y="34197"/>
                      <a:pt x="118796" y="31855"/>
                    </a:cubicBezTo>
                    <a:cubicBezTo>
                      <a:pt x="113712" y="27531"/>
                      <a:pt x="109509" y="22269"/>
                      <a:pt x="106419" y="163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21" name="Freeform 2708">
                <a:extLst>
                  <a:ext uri="{FF2B5EF4-FFF2-40B4-BE49-F238E27FC236}">
                    <a16:creationId xmlns:a16="http://schemas.microsoft.com/office/drawing/2014/main" id="{EE23E0B8-9344-BCEB-53F7-ADE6EC74845B}"/>
                  </a:ext>
                </a:extLst>
              </p:cNvPr>
              <p:cNvSpPr/>
              <p:nvPr/>
            </p:nvSpPr>
            <p:spPr>
              <a:xfrm>
                <a:off x="7940984" y="6469894"/>
                <a:ext cx="471442" cy="156937"/>
              </a:xfrm>
              <a:custGeom>
                <a:avLst/>
                <a:gdLst>
                  <a:gd name="connsiteX0" fmla="*/ 170015 w 199937"/>
                  <a:gd name="connsiteY0" fmla="*/ 42450 h 66556"/>
                  <a:gd name="connsiteX1" fmla="*/ 73188 w 199937"/>
                  <a:gd name="connsiteY1" fmla="*/ 3467 h 66556"/>
                  <a:gd name="connsiteX2" fmla="*/ 2068 w 199937"/>
                  <a:gd name="connsiteY2" fmla="*/ 28282 h 66556"/>
                  <a:gd name="connsiteX3" fmla="*/ 36724 w 199937"/>
                  <a:gd name="connsiteY3" fmla="*/ 12309 h 66556"/>
                  <a:gd name="connsiteX4" fmla="*/ 55765 w 199937"/>
                  <a:gd name="connsiteY4" fmla="*/ 20296 h 66556"/>
                  <a:gd name="connsiteX5" fmla="*/ 89564 w 199937"/>
                  <a:gd name="connsiteY5" fmla="*/ 28282 h 66556"/>
                  <a:gd name="connsiteX6" fmla="*/ 132218 w 199937"/>
                  <a:gd name="connsiteY6" fmla="*/ 50436 h 66556"/>
                  <a:gd name="connsiteX7" fmla="*/ 141738 w 199937"/>
                  <a:gd name="connsiteY7" fmla="*/ 66410 h 66556"/>
                  <a:gd name="connsiteX8" fmla="*/ 206575 w 199937"/>
                  <a:gd name="connsiteY8" fmla="*/ 64698 h 66556"/>
                  <a:gd name="connsiteX9" fmla="*/ 170015 w 199937"/>
                  <a:gd name="connsiteY9" fmla="*/ 42450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9937" h="66556">
                    <a:moveTo>
                      <a:pt x="170015" y="42450"/>
                    </a:moveTo>
                    <a:cubicBezTo>
                      <a:pt x="156686" y="42450"/>
                      <a:pt x="112890" y="12309"/>
                      <a:pt x="73188" y="3467"/>
                    </a:cubicBezTo>
                    <a:cubicBezTo>
                      <a:pt x="33487" y="-5376"/>
                      <a:pt x="-1740" y="23243"/>
                      <a:pt x="2068" y="28282"/>
                    </a:cubicBezTo>
                    <a:cubicBezTo>
                      <a:pt x="7400" y="35414"/>
                      <a:pt x="26917" y="19440"/>
                      <a:pt x="36724" y="12309"/>
                    </a:cubicBezTo>
                    <a:cubicBezTo>
                      <a:pt x="46530" y="5178"/>
                      <a:pt x="55765" y="15827"/>
                      <a:pt x="55765" y="20296"/>
                    </a:cubicBezTo>
                    <a:cubicBezTo>
                      <a:pt x="55765" y="24765"/>
                      <a:pt x="69094" y="27427"/>
                      <a:pt x="89564" y="28282"/>
                    </a:cubicBezTo>
                    <a:cubicBezTo>
                      <a:pt x="110034" y="29138"/>
                      <a:pt x="112700" y="46063"/>
                      <a:pt x="132218" y="50436"/>
                    </a:cubicBezTo>
                    <a:cubicBezTo>
                      <a:pt x="151735" y="54810"/>
                      <a:pt x="132218" y="62892"/>
                      <a:pt x="141738" y="66410"/>
                    </a:cubicBezTo>
                    <a:cubicBezTo>
                      <a:pt x="151259" y="69928"/>
                      <a:pt x="203052" y="69072"/>
                      <a:pt x="206575" y="64698"/>
                    </a:cubicBezTo>
                    <a:cubicBezTo>
                      <a:pt x="210098" y="60325"/>
                      <a:pt x="183344" y="42450"/>
                      <a:pt x="170015" y="42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22" name="Freeform 2709">
                <a:extLst>
                  <a:ext uri="{FF2B5EF4-FFF2-40B4-BE49-F238E27FC236}">
                    <a16:creationId xmlns:a16="http://schemas.microsoft.com/office/drawing/2014/main" id="{ED0DE590-FDAB-A88E-53F0-CF918BB9A431}"/>
                  </a:ext>
                </a:extLst>
              </p:cNvPr>
              <p:cNvSpPr/>
              <p:nvPr/>
            </p:nvSpPr>
            <p:spPr>
              <a:xfrm>
                <a:off x="8230092" y="6701176"/>
                <a:ext cx="89798" cy="22419"/>
              </a:xfrm>
              <a:custGeom>
                <a:avLst/>
                <a:gdLst>
                  <a:gd name="connsiteX0" fmla="*/ 2087 w 38083"/>
                  <a:gd name="connsiteY0" fmla="*/ 5214 h 9508"/>
                  <a:gd name="connsiteX1" fmla="*/ 42931 w 38083"/>
                  <a:gd name="connsiteY1" fmla="*/ 12250 h 9508"/>
                  <a:gd name="connsiteX2" fmla="*/ 2087 w 38083"/>
                  <a:gd name="connsiteY2" fmla="*/ 5214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083" h="9508">
                    <a:moveTo>
                      <a:pt x="2087" y="5214"/>
                    </a:moveTo>
                    <a:cubicBezTo>
                      <a:pt x="5610" y="11395"/>
                      <a:pt x="39408" y="20237"/>
                      <a:pt x="42931" y="12250"/>
                    </a:cubicBezTo>
                    <a:cubicBezTo>
                      <a:pt x="46454" y="4264"/>
                      <a:pt x="-2483" y="-2582"/>
                      <a:pt x="2087" y="52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23" name="Freeform 2710">
                <a:extLst>
                  <a:ext uri="{FF2B5EF4-FFF2-40B4-BE49-F238E27FC236}">
                    <a16:creationId xmlns:a16="http://schemas.microsoft.com/office/drawing/2014/main" id="{38966728-E5A0-5146-226A-B5CC65FB6EF4}"/>
                  </a:ext>
                </a:extLst>
              </p:cNvPr>
              <p:cNvSpPr/>
              <p:nvPr/>
            </p:nvSpPr>
            <p:spPr>
              <a:xfrm>
                <a:off x="8767094" y="6694430"/>
                <a:ext cx="67348" cy="22419"/>
              </a:xfrm>
              <a:custGeom>
                <a:avLst/>
                <a:gdLst>
                  <a:gd name="connsiteX0" fmla="*/ 2750 w 28562"/>
                  <a:gd name="connsiteY0" fmla="*/ 9788 h 9508"/>
                  <a:gd name="connsiteX1" fmla="*/ 35692 w 28562"/>
                  <a:gd name="connsiteY1" fmla="*/ 9788 h 9508"/>
                  <a:gd name="connsiteX2" fmla="*/ 2750 w 28562"/>
                  <a:gd name="connsiteY2" fmla="*/ 9788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562" h="9508">
                    <a:moveTo>
                      <a:pt x="2750" y="9788"/>
                    </a:moveTo>
                    <a:cubicBezTo>
                      <a:pt x="10747" y="22243"/>
                      <a:pt x="33692" y="14827"/>
                      <a:pt x="35692" y="9788"/>
                    </a:cubicBezTo>
                    <a:cubicBezTo>
                      <a:pt x="39215" y="945"/>
                      <a:pt x="-5248" y="-2573"/>
                      <a:pt x="2750" y="97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24" name="Freeform 2715">
                <a:extLst>
                  <a:ext uri="{FF2B5EF4-FFF2-40B4-BE49-F238E27FC236}">
                    <a16:creationId xmlns:a16="http://schemas.microsoft.com/office/drawing/2014/main" id="{5C643B4D-9691-7D47-15A4-5CA4C88C24AD}"/>
                  </a:ext>
                </a:extLst>
              </p:cNvPr>
              <p:cNvSpPr/>
              <p:nvPr/>
            </p:nvSpPr>
            <p:spPr>
              <a:xfrm>
                <a:off x="5256233" y="2224865"/>
                <a:ext cx="4198073" cy="3228424"/>
              </a:xfrm>
              <a:custGeom>
                <a:avLst/>
                <a:gdLst>
                  <a:gd name="connsiteX0" fmla="*/ 354246 w 1780392"/>
                  <a:gd name="connsiteY0" fmla="*/ 1200093 h 1369155"/>
                  <a:gd name="connsiteX1" fmla="*/ 331205 w 1780392"/>
                  <a:gd name="connsiteY1" fmla="*/ 1189444 h 1369155"/>
                  <a:gd name="connsiteX2" fmla="*/ 307594 w 1780392"/>
                  <a:gd name="connsiteY2" fmla="*/ 1163202 h 1369155"/>
                  <a:gd name="connsiteX3" fmla="*/ 281412 w 1780392"/>
                  <a:gd name="connsiteY3" fmla="*/ 1157497 h 1369155"/>
                  <a:gd name="connsiteX4" fmla="*/ 260466 w 1780392"/>
                  <a:gd name="connsiteY4" fmla="*/ 1154360 h 1369155"/>
                  <a:gd name="connsiteX5" fmla="*/ 266749 w 1780392"/>
                  <a:gd name="connsiteY5" fmla="*/ 1163868 h 1369155"/>
                  <a:gd name="connsiteX6" fmla="*/ 276270 w 1780392"/>
                  <a:gd name="connsiteY6" fmla="*/ 1170048 h 1369155"/>
                  <a:gd name="connsiteX7" fmla="*/ 290076 w 1780392"/>
                  <a:gd name="connsiteY7" fmla="*/ 1180792 h 1369155"/>
                  <a:gd name="connsiteX8" fmla="*/ 303405 w 1780392"/>
                  <a:gd name="connsiteY8" fmla="*/ 1189634 h 1369155"/>
                  <a:gd name="connsiteX9" fmla="*/ 314068 w 1780392"/>
                  <a:gd name="connsiteY9" fmla="*/ 1200664 h 1369155"/>
                  <a:gd name="connsiteX10" fmla="*/ 324255 w 1780392"/>
                  <a:gd name="connsiteY10" fmla="*/ 1205133 h 1369155"/>
                  <a:gd name="connsiteX11" fmla="*/ 333110 w 1780392"/>
                  <a:gd name="connsiteY11" fmla="*/ 1216447 h 1369155"/>
                  <a:gd name="connsiteX12" fmla="*/ 364814 w 1780392"/>
                  <a:gd name="connsiteY12" fmla="*/ 1216447 h 1369155"/>
                  <a:gd name="connsiteX13" fmla="*/ 366909 w 1780392"/>
                  <a:gd name="connsiteY13" fmla="*/ 1208175 h 1369155"/>
                  <a:gd name="connsiteX14" fmla="*/ 354246 w 1780392"/>
                  <a:gd name="connsiteY14" fmla="*/ 1200093 h 1369155"/>
                  <a:gd name="connsiteX15" fmla="*/ 338917 w 1780392"/>
                  <a:gd name="connsiteY15" fmla="*/ 494788 h 1369155"/>
                  <a:gd name="connsiteX16" fmla="*/ 367480 w 1780392"/>
                  <a:gd name="connsiteY16" fmla="*/ 526735 h 1369155"/>
                  <a:gd name="connsiteX17" fmla="*/ 380809 w 1780392"/>
                  <a:gd name="connsiteY17" fmla="*/ 517893 h 1369155"/>
                  <a:gd name="connsiteX18" fmla="*/ 400422 w 1780392"/>
                  <a:gd name="connsiteY18" fmla="*/ 512568 h 1369155"/>
                  <a:gd name="connsiteX19" fmla="*/ 419463 w 1780392"/>
                  <a:gd name="connsiteY19" fmla="*/ 497450 h 1369155"/>
                  <a:gd name="connsiteX20" fmla="*/ 438505 w 1780392"/>
                  <a:gd name="connsiteY20" fmla="*/ 478434 h 1369155"/>
                  <a:gd name="connsiteX21" fmla="*/ 454500 w 1780392"/>
                  <a:gd name="connsiteY21" fmla="*/ 458943 h 1369155"/>
                  <a:gd name="connsiteX22" fmla="*/ 518480 w 1780392"/>
                  <a:gd name="connsiteY22" fmla="*/ 432320 h 1369155"/>
                  <a:gd name="connsiteX23" fmla="*/ 493631 w 1780392"/>
                  <a:gd name="connsiteY23" fmla="*/ 410072 h 1369155"/>
                  <a:gd name="connsiteX24" fmla="*/ 452786 w 1780392"/>
                  <a:gd name="connsiteY24" fmla="*/ 405603 h 1369155"/>
                  <a:gd name="connsiteX25" fmla="*/ 440314 w 1780392"/>
                  <a:gd name="connsiteY25" fmla="*/ 401229 h 1369155"/>
                  <a:gd name="connsiteX26" fmla="*/ 400327 w 1780392"/>
                  <a:gd name="connsiteY26" fmla="*/ 389629 h 1369155"/>
                  <a:gd name="connsiteX27" fmla="*/ 337204 w 1780392"/>
                  <a:gd name="connsiteY27" fmla="*/ 399137 h 1369155"/>
                  <a:gd name="connsiteX28" fmla="*/ 346058 w 1780392"/>
                  <a:gd name="connsiteY28" fmla="*/ 418154 h 1369155"/>
                  <a:gd name="connsiteX29" fmla="*/ 331872 w 1780392"/>
                  <a:gd name="connsiteY29" fmla="*/ 448389 h 1369155"/>
                  <a:gd name="connsiteX30" fmla="*/ 314068 w 1780392"/>
                  <a:gd name="connsiteY30" fmla="*/ 478529 h 1369155"/>
                  <a:gd name="connsiteX31" fmla="*/ 338917 w 1780392"/>
                  <a:gd name="connsiteY31" fmla="*/ 494788 h 1369155"/>
                  <a:gd name="connsiteX32" fmla="*/ 783349 w 1780392"/>
                  <a:gd name="connsiteY32" fmla="*/ 567620 h 1369155"/>
                  <a:gd name="connsiteX33" fmla="*/ 811912 w 1780392"/>
                  <a:gd name="connsiteY33" fmla="*/ 566764 h 1369155"/>
                  <a:gd name="connsiteX34" fmla="*/ 776399 w 1780392"/>
                  <a:gd name="connsiteY34" fmla="*/ 540141 h 1369155"/>
                  <a:gd name="connsiteX35" fmla="*/ 744409 w 1780392"/>
                  <a:gd name="connsiteY35" fmla="*/ 524073 h 1369155"/>
                  <a:gd name="connsiteX36" fmla="*/ 736411 w 1780392"/>
                  <a:gd name="connsiteY36" fmla="*/ 495549 h 1369155"/>
                  <a:gd name="connsiteX37" fmla="*/ 728414 w 1780392"/>
                  <a:gd name="connsiteY37" fmla="*/ 450291 h 1369155"/>
                  <a:gd name="connsiteX38" fmla="*/ 731080 w 1780392"/>
                  <a:gd name="connsiteY38" fmla="*/ 421767 h 1369155"/>
                  <a:gd name="connsiteX39" fmla="*/ 691949 w 1780392"/>
                  <a:gd name="connsiteY39" fmla="*/ 430609 h 1369155"/>
                  <a:gd name="connsiteX40" fmla="*/ 716799 w 1780392"/>
                  <a:gd name="connsiteY40" fmla="*/ 451907 h 1369155"/>
                  <a:gd name="connsiteX41" fmla="*/ 689283 w 1780392"/>
                  <a:gd name="connsiteY41" fmla="*/ 441258 h 1369155"/>
                  <a:gd name="connsiteX42" fmla="*/ 667957 w 1780392"/>
                  <a:gd name="connsiteY42" fmla="*/ 441258 h 1369155"/>
                  <a:gd name="connsiteX43" fmla="*/ 681286 w 1780392"/>
                  <a:gd name="connsiteY43" fmla="*/ 490129 h 1369155"/>
                  <a:gd name="connsiteX44" fmla="*/ 668814 w 1780392"/>
                  <a:gd name="connsiteY44" fmla="*/ 500778 h 1369155"/>
                  <a:gd name="connsiteX45" fmla="*/ 653771 w 1780392"/>
                  <a:gd name="connsiteY45" fmla="*/ 466169 h 1369155"/>
                  <a:gd name="connsiteX46" fmla="*/ 616354 w 1780392"/>
                  <a:gd name="connsiteY46" fmla="*/ 451907 h 1369155"/>
                  <a:gd name="connsiteX47" fmla="*/ 631492 w 1780392"/>
                  <a:gd name="connsiteY47" fmla="*/ 468831 h 1369155"/>
                  <a:gd name="connsiteX48" fmla="*/ 608356 w 1780392"/>
                  <a:gd name="connsiteY48" fmla="*/ 470543 h 1369155"/>
                  <a:gd name="connsiteX49" fmla="*/ 602168 w 1780392"/>
                  <a:gd name="connsiteY49" fmla="*/ 465218 h 1369155"/>
                  <a:gd name="connsiteX50" fmla="*/ 570178 w 1780392"/>
                  <a:gd name="connsiteY50" fmla="*/ 450196 h 1369155"/>
                  <a:gd name="connsiteX51" fmla="*/ 556849 w 1780392"/>
                  <a:gd name="connsiteY51" fmla="*/ 469212 h 1369155"/>
                  <a:gd name="connsiteX52" fmla="*/ 541711 w 1780392"/>
                  <a:gd name="connsiteY52" fmla="*/ 462936 h 1369155"/>
                  <a:gd name="connsiteX53" fmla="*/ 545329 w 1780392"/>
                  <a:gd name="connsiteY53" fmla="*/ 439927 h 1369155"/>
                  <a:gd name="connsiteX54" fmla="*/ 494583 w 1780392"/>
                  <a:gd name="connsiteY54" fmla="*/ 451432 h 1369155"/>
                  <a:gd name="connsiteX55" fmla="*/ 458213 w 1780392"/>
                  <a:gd name="connsiteY55" fmla="*/ 472730 h 1369155"/>
                  <a:gd name="connsiteX56" fmla="*/ 451929 w 1780392"/>
                  <a:gd name="connsiteY56" fmla="*/ 486897 h 1369155"/>
                  <a:gd name="connsiteX57" fmla="*/ 461450 w 1780392"/>
                  <a:gd name="connsiteY57" fmla="*/ 503821 h 1369155"/>
                  <a:gd name="connsiteX58" fmla="*/ 469448 w 1780392"/>
                  <a:gd name="connsiteY58" fmla="*/ 513329 h 1369155"/>
                  <a:gd name="connsiteX59" fmla="*/ 517052 w 1780392"/>
                  <a:gd name="connsiteY59" fmla="*/ 507149 h 1369155"/>
                  <a:gd name="connsiteX60" fmla="*/ 464592 w 1780392"/>
                  <a:gd name="connsiteY60" fmla="*/ 527591 h 1369155"/>
                  <a:gd name="connsiteX61" fmla="*/ 523240 w 1780392"/>
                  <a:gd name="connsiteY61" fmla="*/ 540046 h 1369155"/>
                  <a:gd name="connsiteX62" fmla="*/ 591695 w 1780392"/>
                  <a:gd name="connsiteY62" fmla="*/ 549554 h 1369155"/>
                  <a:gd name="connsiteX63" fmla="*/ 540187 w 1780392"/>
                  <a:gd name="connsiteY63" fmla="*/ 553167 h 1369155"/>
                  <a:gd name="connsiteX64" fmla="*/ 481444 w 1780392"/>
                  <a:gd name="connsiteY64" fmla="*/ 566479 h 1369155"/>
                  <a:gd name="connsiteX65" fmla="*/ 509054 w 1780392"/>
                  <a:gd name="connsiteY65" fmla="*/ 585495 h 1369155"/>
                  <a:gd name="connsiteX66" fmla="*/ 555230 w 1780392"/>
                  <a:gd name="connsiteY66" fmla="*/ 595003 h 1369155"/>
                  <a:gd name="connsiteX67" fmla="*/ 598836 w 1780392"/>
                  <a:gd name="connsiteY67" fmla="*/ 614589 h 1369155"/>
                  <a:gd name="connsiteX68" fmla="*/ 659293 w 1780392"/>
                  <a:gd name="connsiteY68" fmla="*/ 601278 h 1369155"/>
                  <a:gd name="connsiteX69" fmla="*/ 688617 w 1780392"/>
                  <a:gd name="connsiteY69" fmla="*/ 588823 h 1369155"/>
                  <a:gd name="connsiteX70" fmla="*/ 703660 w 1780392"/>
                  <a:gd name="connsiteY70" fmla="*/ 589678 h 1369155"/>
                  <a:gd name="connsiteX71" fmla="*/ 729461 w 1780392"/>
                  <a:gd name="connsiteY71" fmla="*/ 598616 h 1369155"/>
                  <a:gd name="connsiteX72" fmla="*/ 792584 w 1780392"/>
                  <a:gd name="connsiteY72" fmla="*/ 599471 h 1369155"/>
                  <a:gd name="connsiteX73" fmla="*/ 779255 w 1780392"/>
                  <a:gd name="connsiteY73" fmla="*/ 581692 h 1369155"/>
                  <a:gd name="connsiteX74" fmla="*/ 764117 w 1780392"/>
                  <a:gd name="connsiteY74" fmla="*/ 580836 h 1369155"/>
                  <a:gd name="connsiteX75" fmla="*/ 783349 w 1780392"/>
                  <a:gd name="connsiteY75" fmla="*/ 567620 h 1369155"/>
                  <a:gd name="connsiteX76" fmla="*/ 445550 w 1780392"/>
                  <a:gd name="connsiteY76" fmla="*/ 348935 h 1369155"/>
                  <a:gd name="connsiteX77" fmla="*/ 476684 w 1780392"/>
                  <a:gd name="connsiteY77" fmla="*/ 328588 h 1369155"/>
                  <a:gd name="connsiteX78" fmla="*/ 445550 w 1780392"/>
                  <a:gd name="connsiteY78" fmla="*/ 349220 h 1369155"/>
                  <a:gd name="connsiteX79" fmla="*/ 371764 w 1780392"/>
                  <a:gd name="connsiteY79" fmla="*/ 324119 h 1369155"/>
                  <a:gd name="connsiteX80" fmla="*/ 378905 w 1780392"/>
                  <a:gd name="connsiteY80" fmla="*/ 335624 h 1369155"/>
                  <a:gd name="connsiteX81" fmla="*/ 393091 w 1780392"/>
                  <a:gd name="connsiteY81" fmla="*/ 332962 h 1369155"/>
                  <a:gd name="connsiteX82" fmla="*/ 409086 w 1780392"/>
                  <a:gd name="connsiteY82" fmla="*/ 323454 h 1369155"/>
                  <a:gd name="connsiteX83" fmla="*/ 423367 w 1780392"/>
                  <a:gd name="connsiteY83" fmla="*/ 339427 h 1369155"/>
                  <a:gd name="connsiteX84" fmla="*/ 440219 w 1780392"/>
                  <a:gd name="connsiteY84" fmla="*/ 324309 h 1369155"/>
                  <a:gd name="connsiteX85" fmla="*/ 453548 w 1780392"/>
                  <a:gd name="connsiteY85" fmla="*/ 315467 h 1369155"/>
                  <a:gd name="connsiteX86" fmla="*/ 465068 w 1780392"/>
                  <a:gd name="connsiteY86" fmla="*/ 296451 h 1369155"/>
                  <a:gd name="connsiteX87" fmla="*/ 471352 w 1780392"/>
                  <a:gd name="connsiteY87" fmla="*/ 314231 h 1369155"/>
                  <a:gd name="connsiteX88" fmla="*/ 490394 w 1780392"/>
                  <a:gd name="connsiteY88" fmla="*/ 309762 h 1369155"/>
                  <a:gd name="connsiteX89" fmla="*/ 506388 w 1780392"/>
                  <a:gd name="connsiteY89" fmla="*/ 301775 h 1369155"/>
                  <a:gd name="connsiteX90" fmla="*/ 506388 w 1780392"/>
                  <a:gd name="connsiteY90" fmla="*/ 286753 h 1369155"/>
                  <a:gd name="connsiteX91" fmla="*/ 518766 w 1780392"/>
                  <a:gd name="connsiteY91" fmla="*/ 276104 h 1369155"/>
                  <a:gd name="connsiteX92" fmla="*/ 502771 w 1780392"/>
                  <a:gd name="connsiteY92" fmla="*/ 267166 h 1369155"/>
                  <a:gd name="connsiteX93" fmla="*/ 490394 w 1780392"/>
                  <a:gd name="connsiteY93" fmla="*/ 275153 h 1369155"/>
                  <a:gd name="connsiteX94" fmla="*/ 463735 w 1780392"/>
                  <a:gd name="connsiteY94" fmla="*/ 272491 h 1369155"/>
                  <a:gd name="connsiteX95" fmla="*/ 427270 w 1780392"/>
                  <a:gd name="connsiteY95" fmla="*/ 291507 h 1369155"/>
                  <a:gd name="connsiteX96" fmla="*/ 398708 w 1780392"/>
                  <a:gd name="connsiteY96" fmla="*/ 310523 h 1369155"/>
                  <a:gd name="connsiteX97" fmla="*/ 371764 w 1780392"/>
                  <a:gd name="connsiteY97" fmla="*/ 324404 h 1369155"/>
                  <a:gd name="connsiteX98" fmla="*/ 510387 w 1780392"/>
                  <a:gd name="connsiteY98" fmla="*/ 319650 h 1369155"/>
                  <a:gd name="connsiteX99" fmla="*/ 513148 w 1780392"/>
                  <a:gd name="connsiteY99" fmla="*/ 332962 h 1369155"/>
                  <a:gd name="connsiteX100" fmla="*/ 511339 w 1780392"/>
                  <a:gd name="connsiteY100" fmla="*/ 336575 h 1369155"/>
                  <a:gd name="connsiteX101" fmla="*/ 496201 w 1780392"/>
                  <a:gd name="connsiteY101" fmla="*/ 349886 h 1369155"/>
                  <a:gd name="connsiteX102" fmla="*/ 516671 w 1780392"/>
                  <a:gd name="connsiteY102" fmla="*/ 349886 h 1369155"/>
                  <a:gd name="connsiteX103" fmla="*/ 481063 w 1780392"/>
                  <a:gd name="connsiteY103" fmla="*/ 361391 h 1369155"/>
                  <a:gd name="connsiteX104" fmla="*/ 506864 w 1780392"/>
                  <a:gd name="connsiteY104" fmla="*/ 368522 h 1369155"/>
                  <a:gd name="connsiteX105" fmla="*/ 534475 w 1780392"/>
                  <a:gd name="connsiteY105" fmla="*/ 365859 h 1369155"/>
                  <a:gd name="connsiteX106" fmla="*/ 550470 w 1780392"/>
                  <a:gd name="connsiteY106" fmla="*/ 359584 h 1369155"/>
                  <a:gd name="connsiteX107" fmla="*/ 588553 w 1780392"/>
                  <a:gd name="connsiteY107" fmla="*/ 362246 h 1369155"/>
                  <a:gd name="connsiteX108" fmla="*/ 559229 w 1780392"/>
                  <a:gd name="connsiteY108" fmla="*/ 378220 h 1369155"/>
                  <a:gd name="connsiteX109" fmla="*/ 558372 w 1780392"/>
                  <a:gd name="connsiteY109" fmla="*/ 397236 h 1369155"/>
                  <a:gd name="connsiteX110" fmla="*/ 629397 w 1780392"/>
                  <a:gd name="connsiteY110" fmla="*/ 375082 h 1369155"/>
                  <a:gd name="connsiteX111" fmla="*/ 657960 w 1780392"/>
                  <a:gd name="connsiteY111" fmla="*/ 373276 h 1369155"/>
                  <a:gd name="connsiteX112" fmla="*/ 703279 w 1780392"/>
                  <a:gd name="connsiteY112" fmla="*/ 370613 h 1369155"/>
                  <a:gd name="connsiteX113" fmla="*/ 710420 w 1780392"/>
                  <a:gd name="connsiteY113" fmla="*/ 329824 h 1369155"/>
                  <a:gd name="connsiteX114" fmla="*/ 688236 w 1780392"/>
                  <a:gd name="connsiteY114" fmla="*/ 337811 h 1369155"/>
                  <a:gd name="connsiteX115" fmla="*/ 665101 w 1780392"/>
                  <a:gd name="connsiteY115" fmla="*/ 318795 h 1369155"/>
                  <a:gd name="connsiteX116" fmla="*/ 650915 w 1780392"/>
                  <a:gd name="connsiteY116" fmla="*/ 297497 h 1369155"/>
                  <a:gd name="connsiteX117" fmla="*/ 629493 w 1780392"/>
                  <a:gd name="connsiteY117" fmla="*/ 319650 h 1369155"/>
                  <a:gd name="connsiteX118" fmla="*/ 631302 w 1780392"/>
                  <a:gd name="connsiteY118" fmla="*/ 332962 h 1369155"/>
                  <a:gd name="connsiteX119" fmla="*/ 646440 w 1780392"/>
                  <a:gd name="connsiteY119" fmla="*/ 348079 h 1369155"/>
                  <a:gd name="connsiteX120" fmla="*/ 600169 w 1780392"/>
                  <a:gd name="connsiteY120" fmla="*/ 340093 h 1369155"/>
                  <a:gd name="connsiteX121" fmla="*/ 553136 w 1780392"/>
                  <a:gd name="connsiteY121" fmla="*/ 318795 h 1369155"/>
                  <a:gd name="connsiteX122" fmla="*/ 531809 w 1780392"/>
                  <a:gd name="connsiteY122" fmla="*/ 307195 h 1369155"/>
                  <a:gd name="connsiteX123" fmla="*/ 510387 w 1780392"/>
                  <a:gd name="connsiteY123" fmla="*/ 319936 h 1369155"/>
                  <a:gd name="connsiteX124" fmla="*/ 556658 w 1780392"/>
                  <a:gd name="connsiteY124" fmla="*/ 255757 h 1369155"/>
                  <a:gd name="connsiteX125" fmla="*/ 530000 w 1780392"/>
                  <a:gd name="connsiteY125" fmla="*/ 250432 h 1369155"/>
                  <a:gd name="connsiteX126" fmla="*/ 556658 w 1780392"/>
                  <a:gd name="connsiteY126" fmla="*/ 256042 h 1369155"/>
                  <a:gd name="connsiteX127" fmla="*/ 630445 w 1780392"/>
                  <a:gd name="connsiteY127" fmla="*/ 251288 h 1369155"/>
                  <a:gd name="connsiteX128" fmla="*/ 617972 w 1780392"/>
                  <a:gd name="connsiteY128" fmla="*/ 243301 h 1369155"/>
                  <a:gd name="connsiteX129" fmla="*/ 567322 w 1780392"/>
                  <a:gd name="connsiteY129" fmla="*/ 259274 h 1369155"/>
                  <a:gd name="connsiteX130" fmla="*/ 593980 w 1780392"/>
                  <a:gd name="connsiteY130" fmla="*/ 277054 h 1369155"/>
                  <a:gd name="connsiteX131" fmla="*/ 622542 w 1780392"/>
                  <a:gd name="connsiteY131" fmla="*/ 259274 h 1369155"/>
                  <a:gd name="connsiteX132" fmla="*/ 630350 w 1780392"/>
                  <a:gd name="connsiteY132" fmla="*/ 251573 h 1369155"/>
                  <a:gd name="connsiteX133" fmla="*/ 586839 w 1780392"/>
                  <a:gd name="connsiteY133" fmla="*/ 234459 h 1369155"/>
                  <a:gd name="connsiteX134" fmla="*/ 610832 w 1780392"/>
                  <a:gd name="connsiteY134" fmla="*/ 231796 h 1369155"/>
                  <a:gd name="connsiteX135" fmla="*/ 644631 w 1780392"/>
                  <a:gd name="connsiteY135" fmla="*/ 227328 h 1369155"/>
                  <a:gd name="connsiteX136" fmla="*/ 601121 w 1780392"/>
                  <a:gd name="connsiteY136" fmla="*/ 216679 h 1369155"/>
                  <a:gd name="connsiteX137" fmla="*/ 563037 w 1780392"/>
                  <a:gd name="connsiteY137" fmla="*/ 232652 h 1369155"/>
                  <a:gd name="connsiteX138" fmla="*/ 586839 w 1780392"/>
                  <a:gd name="connsiteY138" fmla="*/ 234744 h 1369155"/>
                  <a:gd name="connsiteX139" fmla="*/ 735079 w 1780392"/>
                  <a:gd name="connsiteY139" fmla="*/ 207361 h 1369155"/>
                  <a:gd name="connsiteX140" fmla="*/ 761832 w 1780392"/>
                  <a:gd name="connsiteY140" fmla="*/ 219721 h 1369155"/>
                  <a:gd name="connsiteX141" fmla="*/ 729747 w 1780392"/>
                  <a:gd name="connsiteY141" fmla="*/ 225046 h 1369155"/>
                  <a:gd name="connsiteX142" fmla="*/ 755548 w 1780392"/>
                  <a:gd name="connsiteY142" fmla="*/ 232177 h 1369155"/>
                  <a:gd name="connsiteX143" fmla="*/ 808865 w 1780392"/>
                  <a:gd name="connsiteY143" fmla="*/ 241685 h 1369155"/>
                  <a:gd name="connsiteX144" fmla="*/ 846186 w 1780392"/>
                  <a:gd name="connsiteY144" fmla="*/ 246058 h 1369155"/>
                  <a:gd name="connsiteX145" fmla="*/ 838189 w 1780392"/>
                  <a:gd name="connsiteY145" fmla="*/ 223905 h 1369155"/>
                  <a:gd name="connsiteX146" fmla="*/ 814196 w 1780392"/>
                  <a:gd name="connsiteY146" fmla="*/ 209643 h 1369155"/>
                  <a:gd name="connsiteX147" fmla="*/ 792870 w 1780392"/>
                  <a:gd name="connsiteY147" fmla="*/ 195476 h 1369155"/>
                  <a:gd name="connsiteX148" fmla="*/ 779541 w 1780392"/>
                  <a:gd name="connsiteY148" fmla="*/ 193669 h 1369155"/>
                  <a:gd name="connsiteX149" fmla="*/ 721749 w 1780392"/>
                  <a:gd name="connsiteY149" fmla="*/ 185682 h 1369155"/>
                  <a:gd name="connsiteX150" fmla="*/ 735079 w 1780392"/>
                  <a:gd name="connsiteY150" fmla="*/ 207361 h 1369155"/>
                  <a:gd name="connsiteX151" fmla="*/ 741362 w 1780392"/>
                  <a:gd name="connsiteY151" fmla="*/ 281904 h 1369155"/>
                  <a:gd name="connsiteX152" fmla="*/ 711086 w 1780392"/>
                  <a:gd name="connsiteY152" fmla="*/ 257943 h 1369155"/>
                  <a:gd name="connsiteX153" fmla="*/ 741553 w 1780392"/>
                  <a:gd name="connsiteY153" fmla="*/ 281809 h 1369155"/>
                  <a:gd name="connsiteX154" fmla="*/ 857040 w 1780392"/>
                  <a:gd name="connsiteY154" fmla="*/ 165525 h 1369155"/>
                  <a:gd name="connsiteX155" fmla="*/ 830382 w 1780392"/>
                  <a:gd name="connsiteY155" fmla="*/ 156017 h 1369155"/>
                  <a:gd name="connsiteX156" fmla="*/ 857040 w 1780392"/>
                  <a:gd name="connsiteY156" fmla="*/ 165525 h 1369155"/>
                  <a:gd name="connsiteX157" fmla="*/ 756691 w 1780392"/>
                  <a:gd name="connsiteY157" fmla="*/ 367000 h 1369155"/>
                  <a:gd name="connsiteX158" fmla="*/ 737649 w 1780392"/>
                  <a:gd name="connsiteY158" fmla="*/ 357492 h 1369155"/>
                  <a:gd name="connsiteX159" fmla="*/ 756691 w 1780392"/>
                  <a:gd name="connsiteY159" fmla="*/ 367000 h 1369155"/>
                  <a:gd name="connsiteX160" fmla="*/ 857040 w 1780392"/>
                  <a:gd name="connsiteY160" fmla="*/ 304913 h 1369155"/>
                  <a:gd name="connsiteX161" fmla="*/ 819719 w 1780392"/>
                  <a:gd name="connsiteY161" fmla="*/ 296831 h 1369155"/>
                  <a:gd name="connsiteX162" fmla="*/ 826002 w 1780392"/>
                  <a:gd name="connsiteY162" fmla="*/ 319936 h 1369155"/>
                  <a:gd name="connsiteX163" fmla="*/ 802867 w 1780392"/>
                  <a:gd name="connsiteY163" fmla="*/ 313755 h 1369155"/>
                  <a:gd name="connsiteX164" fmla="*/ 795726 w 1780392"/>
                  <a:gd name="connsiteY164" fmla="*/ 327922 h 1369155"/>
                  <a:gd name="connsiteX165" fmla="*/ 783349 w 1780392"/>
                  <a:gd name="connsiteY165" fmla="*/ 328873 h 1369155"/>
                  <a:gd name="connsiteX166" fmla="*/ 750407 w 1780392"/>
                  <a:gd name="connsiteY166" fmla="*/ 298638 h 1369155"/>
                  <a:gd name="connsiteX167" fmla="*/ 747741 w 1780392"/>
                  <a:gd name="connsiteY167" fmla="*/ 323549 h 1369155"/>
                  <a:gd name="connsiteX168" fmla="*/ 779731 w 1780392"/>
                  <a:gd name="connsiteY168" fmla="*/ 345702 h 1369155"/>
                  <a:gd name="connsiteX169" fmla="*/ 827335 w 1780392"/>
                  <a:gd name="connsiteY169" fmla="*/ 344847 h 1369155"/>
                  <a:gd name="connsiteX170" fmla="*/ 822956 w 1780392"/>
                  <a:gd name="connsiteY170" fmla="*/ 369663 h 1369155"/>
                  <a:gd name="connsiteX171" fmla="*/ 864752 w 1780392"/>
                  <a:gd name="connsiteY171" fmla="*/ 371469 h 1369155"/>
                  <a:gd name="connsiteX172" fmla="*/ 881604 w 1780392"/>
                  <a:gd name="connsiteY172" fmla="*/ 355496 h 1369155"/>
                  <a:gd name="connsiteX173" fmla="*/ 879795 w 1780392"/>
                  <a:gd name="connsiteY173" fmla="*/ 335053 h 1369155"/>
                  <a:gd name="connsiteX174" fmla="*/ 857040 w 1780392"/>
                  <a:gd name="connsiteY174" fmla="*/ 304913 h 1369155"/>
                  <a:gd name="connsiteX175" fmla="*/ 894457 w 1780392"/>
                  <a:gd name="connsiteY175" fmla="*/ 252524 h 1369155"/>
                  <a:gd name="connsiteX176" fmla="*/ 929970 w 1780392"/>
                  <a:gd name="connsiteY176" fmla="*/ 246249 h 1369155"/>
                  <a:gd name="connsiteX177" fmla="*/ 931779 w 1780392"/>
                  <a:gd name="connsiteY177" fmla="*/ 231226 h 1369155"/>
                  <a:gd name="connsiteX178" fmla="*/ 910452 w 1780392"/>
                  <a:gd name="connsiteY178" fmla="*/ 223239 h 1369155"/>
                  <a:gd name="connsiteX179" fmla="*/ 868656 w 1780392"/>
                  <a:gd name="connsiteY179" fmla="*/ 209833 h 1369155"/>
                  <a:gd name="connsiteX180" fmla="*/ 894457 w 1780392"/>
                  <a:gd name="connsiteY180" fmla="*/ 252524 h 1369155"/>
                  <a:gd name="connsiteX181" fmla="*/ 966434 w 1780392"/>
                  <a:gd name="connsiteY181" fmla="*/ 256897 h 1369155"/>
                  <a:gd name="connsiteX182" fmla="*/ 907786 w 1780392"/>
                  <a:gd name="connsiteY182" fmla="*/ 267546 h 1369155"/>
                  <a:gd name="connsiteX183" fmla="*/ 966434 w 1780392"/>
                  <a:gd name="connsiteY183" fmla="*/ 256897 h 1369155"/>
                  <a:gd name="connsiteX184" fmla="*/ 956914 w 1780392"/>
                  <a:gd name="connsiteY184" fmla="*/ 386492 h 1369155"/>
                  <a:gd name="connsiteX185" fmla="*/ 947393 w 1780392"/>
                  <a:gd name="connsiteY185" fmla="*/ 352833 h 1369155"/>
                  <a:gd name="connsiteX186" fmla="*/ 896742 w 1780392"/>
                  <a:gd name="connsiteY186" fmla="*/ 372325 h 1369155"/>
                  <a:gd name="connsiteX187" fmla="*/ 956628 w 1780392"/>
                  <a:gd name="connsiteY187" fmla="*/ 386492 h 1369155"/>
                  <a:gd name="connsiteX188" fmla="*/ 842664 w 1780392"/>
                  <a:gd name="connsiteY188" fmla="*/ 510762 h 1369155"/>
                  <a:gd name="connsiteX189" fmla="*/ 878272 w 1780392"/>
                  <a:gd name="connsiteY189" fmla="*/ 501254 h 1369155"/>
                  <a:gd name="connsiteX190" fmla="*/ 904930 w 1780392"/>
                  <a:gd name="connsiteY190" fmla="*/ 452382 h 1369155"/>
                  <a:gd name="connsiteX191" fmla="*/ 892458 w 1780392"/>
                  <a:gd name="connsiteY191" fmla="*/ 449720 h 1369155"/>
                  <a:gd name="connsiteX192" fmla="*/ 889792 w 1780392"/>
                  <a:gd name="connsiteY192" fmla="*/ 457707 h 1369155"/>
                  <a:gd name="connsiteX193" fmla="*/ 864942 w 1780392"/>
                  <a:gd name="connsiteY193" fmla="*/ 448199 h 1369155"/>
                  <a:gd name="connsiteX194" fmla="*/ 890649 w 1780392"/>
                  <a:gd name="connsiteY194" fmla="*/ 426806 h 1369155"/>
                  <a:gd name="connsiteX195" fmla="*/ 876463 w 1780392"/>
                  <a:gd name="connsiteY195" fmla="*/ 407790 h 1369155"/>
                  <a:gd name="connsiteX196" fmla="*/ 850661 w 1780392"/>
                  <a:gd name="connsiteY196" fmla="*/ 414065 h 1369155"/>
                  <a:gd name="connsiteX197" fmla="*/ 839141 w 1780392"/>
                  <a:gd name="connsiteY197" fmla="*/ 417583 h 1369155"/>
                  <a:gd name="connsiteX198" fmla="*/ 804485 w 1780392"/>
                  <a:gd name="connsiteY198" fmla="*/ 433557 h 1369155"/>
                  <a:gd name="connsiteX199" fmla="*/ 826669 w 1780392"/>
                  <a:gd name="connsiteY199" fmla="*/ 451337 h 1369155"/>
                  <a:gd name="connsiteX200" fmla="*/ 786681 w 1780392"/>
                  <a:gd name="connsiteY200" fmla="*/ 447819 h 1369155"/>
                  <a:gd name="connsiteX201" fmla="*/ 801819 w 1780392"/>
                  <a:gd name="connsiteY201" fmla="*/ 477103 h 1369155"/>
                  <a:gd name="connsiteX202" fmla="*/ 842854 w 1780392"/>
                  <a:gd name="connsiteY202" fmla="*/ 510762 h 1369155"/>
                  <a:gd name="connsiteX203" fmla="*/ 987761 w 1780392"/>
                  <a:gd name="connsiteY203" fmla="*/ 368997 h 1369155"/>
                  <a:gd name="connsiteX204" fmla="*/ 1010897 w 1780392"/>
                  <a:gd name="connsiteY204" fmla="*/ 381357 h 1369155"/>
                  <a:gd name="connsiteX205" fmla="*/ 1043743 w 1780392"/>
                  <a:gd name="connsiteY205" fmla="*/ 385826 h 1369155"/>
                  <a:gd name="connsiteX206" fmla="*/ 1057929 w 1780392"/>
                  <a:gd name="connsiteY206" fmla="*/ 379646 h 1369155"/>
                  <a:gd name="connsiteX207" fmla="*/ 1124575 w 1780392"/>
                  <a:gd name="connsiteY207" fmla="*/ 392006 h 1369155"/>
                  <a:gd name="connsiteX208" fmla="*/ 1168942 w 1780392"/>
                  <a:gd name="connsiteY208" fmla="*/ 381357 h 1369155"/>
                  <a:gd name="connsiteX209" fmla="*/ 1222354 w 1780392"/>
                  <a:gd name="connsiteY209" fmla="*/ 385826 h 1369155"/>
                  <a:gd name="connsiteX210" fmla="*/ 1240063 w 1780392"/>
                  <a:gd name="connsiteY210" fmla="*/ 353879 h 1369155"/>
                  <a:gd name="connsiteX211" fmla="*/ 1127336 w 1780392"/>
                  <a:gd name="connsiteY211" fmla="*/ 345702 h 1369155"/>
                  <a:gd name="connsiteX212" fmla="*/ 1070211 w 1780392"/>
                  <a:gd name="connsiteY212" fmla="*/ 348365 h 1369155"/>
                  <a:gd name="connsiteX213" fmla="*/ 1037364 w 1780392"/>
                  <a:gd name="connsiteY213" fmla="*/ 338857 h 1369155"/>
                  <a:gd name="connsiteX214" fmla="*/ 1043553 w 1780392"/>
                  <a:gd name="connsiteY214" fmla="*/ 319841 h 1369155"/>
                  <a:gd name="connsiteX215" fmla="*/ 990236 w 1780392"/>
                  <a:gd name="connsiteY215" fmla="*/ 303867 h 1369155"/>
                  <a:gd name="connsiteX216" fmla="*/ 947583 w 1780392"/>
                  <a:gd name="connsiteY216" fmla="*/ 291412 h 1369155"/>
                  <a:gd name="connsiteX217" fmla="*/ 896932 w 1780392"/>
                  <a:gd name="connsiteY217" fmla="*/ 298543 h 1369155"/>
                  <a:gd name="connsiteX218" fmla="*/ 959960 w 1780392"/>
                  <a:gd name="connsiteY218" fmla="*/ 317559 h 1369155"/>
                  <a:gd name="connsiteX219" fmla="*/ 986714 w 1780392"/>
                  <a:gd name="connsiteY219" fmla="*/ 338001 h 1369155"/>
                  <a:gd name="connsiteX220" fmla="*/ 987761 w 1780392"/>
                  <a:gd name="connsiteY220" fmla="*/ 368997 h 1369155"/>
                  <a:gd name="connsiteX221" fmla="*/ 1033080 w 1780392"/>
                  <a:gd name="connsiteY221" fmla="*/ 264409 h 1369155"/>
                  <a:gd name="connsiteX222" fmla="*/ 1013562 w 1780392"/>
                  <a:gd name="connsiteY222" fmla="*/ 279527 h 1369155"/>
                  <a:gd name="connsiteX223" fmla="*/ 1033080 w 1780392"/>
                  <a:gd name="connsiteY223" fmla="*/ 264409 h 1369155"/>
                  <a:gd name="connsiteX224" fmla="*/ 905120 w 1780392"/>
                  <a:gd name="connsiteY224" fmla="*/ 164575 h 1369155"/>
                  <a:gd name="connsiteX225" fmla="*/ 924162 w 1780392"/>
                  <a:gd name="connsiteY225" fmla="*/ 185873 h 1369155"/>
                  <a:gd name="connsiteX226" fmla="*/ 982810 w 1780392"/>
                  <a:gd name="connsiteY226" fmla="*/ 187679 h 1369155"/>
                  <a:gd name="connsiteX227" fmla="*/ 947297 w 1780392"/>
                  <a:gd name="connsiteY227" fmla="*/ 204603 h 1369155"/>
                  <a:gd name="connsiteX228" fmla="*/ 975860 w 1780392"/>
                  <a:gd name="connsiteY228" fmla="*/ 225901 h 1369155"/>
                  <a:gd name="connsiteX229" fmla="*/ 1022893 w 1780392"/>
                  <a:gd name="connsiteY229" fmla="*/ 239213 h 1369155"/>
                  <a:gd name="connsiteX230" fmla="*/ 1051455 w 1780392"/>
                  <a:gd name="connsiteY230" fmla="*/ 238262 h 1369155"/>
                  <a:gd name="connsiteX231" fmla="*/ 1071925 w 1780392"/>
                  <a:gd name="connsiteY231" fmla="*/ 216108 h 1369155"/>
                  <a:gd name="connsiteX232" fmla="*/ 1092300 w 1780392"/>
                  <a:gd name="connsiteY232" fmla="*/ 199184 h 1369155"/>
                  <a:gd name="connsiteX233" fmla="*/ 1126099 w 1780392"/>
                  <a:gd name="connsiteY233" fmla="*/ 187679 h 1369155"/>
                  <a:gd name="connsiteX234" fmla="*/ 1107057 w 1780392"/>
                  <a:gd name="connsiteY234" fmla="*/ 178837 h 1369155"/>
                  <a:gd name="connsiteX235" fmla="*/ 1087444 w 1780392"/>
                  <a:gd name="connsiteY235" fmla="*/ 165525 h 1369155"/>
                  <a:gd name="connsiteX236" fmla="*/ 1078590 w 1780392"/>
                  <a:gd name="connsiteY236" fmla="*/ 146509 h 1369155"/>
                  <a:gd name="connsiteX237" fmla="*/ 1064404 w 1780392"/>
                  <a:gd name="connsiteY237" fmla="*/ 142896 h 1369155"/>
                  <a:gd name="connsiteX238" fmla="*/ 1045362 w 1780392"/>
                  <a:gd name="connsiteY238" fmla="*/ 134054 h 1369155"/>
                  <a:gd name="connsiteX239" fmla="*/ 982239 w 1780392"/>
                  <a:gd name="connsiteY239" fmla="*/ 99445 h 1369155"/>
                  <a:gd name="connsiteX240" fmla="*/ 947583 w 1780392"/>
                  <a:gd name="connsiteY240" fmla="*/ 94976 h 1369155"/>
                  <a:gd name="connsiteX241" fmla="*/ 949297 w 1780392"/>
                  <a:gd name="connsiteY241" fmla="*/ 103913 h 1369155"/>
                  <a:gd name="connsiteX242" fmla="*/ 935968 w 1780392"/>
                  <a:gd name="connsiteY242" fmla="*/ 111900 h 1369155"/>
                  <a:gd name="connsiteX243" fmla="*/ 919116 w 1780392"/>
                  <a:gd name="connsiteY243" fmla="*/ 121408 h 1369155"/>
                  <a:gd name="connsiteX244" fmla="*/ 922639 w 1780392"/>
                  <a:gd name="connsiteY244" fmla="*/ 143657 h 1369155"/>
                  <a:gd name="connsiteX245" fmla="*/ 911975 w 1780392"/>
                  <a:gd name="connsiteY245" fmla="*/ 153165 h 1369155"/>
                  <a:gd name="connsiteX246" fmla="*/ 905120 w 1780392"/>
                  <a:gd name="connsiteY246" fmla="*/ 164575 h 1369155"/>
                  <a:gd name="connsiteX247" fmla="*/ 1012610 w 1780392"/>
                  <a:gd name="connsiteY247" fmla="*/ 76720 h 1369155"/>
                  <a:gd name="connsiteX248" fmla="*/ 1024226 w 1780392"/>
                  <a:gd name="connsiteY248" fmla="*/ 79383 h 1369155"/>
                  <a:gd name="connsiteX249" fmla="*/ 1032223 w 1780392"/>
                  <a:gd name="connsiteY249" fmla="*/ 87369 h 1369155"/>
                  <a:gd name="connsiteX250" fmla="*/ 1025939 w 1780392"/>
                  <a:gd name="connsiteY250" fmla="*/ 100681 h 1369155"/>
                  <a:gd name="connsiteX251" fmla="*/ 1044981 w 1780392"/>
                  <a:gd name="connsiteY251" fmla="*/ 113136 h 1369155"/>
                  <a:gd name="connsiteX252" fmla="*/ 1095727 w 1780392"/>
                  <a:gd name="connsiteY252" fmla="*/ 114943 h 1369155"/>
                  <a:gd name="connsiteX253" fmla="*/ 1101916 w 1780392"/>
                  <a:gd name="connsiteY253" fmla="*/ 124451 h 1369155"/>
                  <a:gd name="connsiteX254" fmla="*/ 1159040 w 1780392"/>
                  <a:gd name="connsiteY254" fmla="*/ 128920 h 1369155"/>
                  <a:gd name="connsiteX255" fmla="*/ 1180367 w 1780392"/>
                  <a:gd name="connsiteY255" fmla="*/ 126257 h 1369155"/>
                  <a:gd name="connsiteX256" fmla="*/ 1244442 w 1780392"/>
                  <a:gd name="connsiteY256" fmla="*/ 105815 h 1369155"/>
                  <a:gd name="connsiteX257" fmla="*/ 1244442 w 1780392"/>
                  <a:gd name="connsiteY257" fmla="*/ 122739 h 1369155"/>
                  <a:gd name="connsiteX258" fmla="*/ 1178653 w 1780392"/>
                  <a:gd name="connsiteY258" fmla="*/ 136906 h 1369155"/>
                  <a:gd name="connsiteX259" fmla="*/ 1203503 w 1780392"/>
                  <a:gd name="connsiteY259" fmla="*/ 163529 h 1369155"/>
                  <a:gd name="connsiteX260" fmla="*/ 1169704 w 1780392"/>
                  <a:gd name="connsiteY260" fmla="*/ 154021 h 1369155"/>
                  <a:gd name="connsiteX261" fmla="*/ 1106676 w 1780392"/>
                  <a:gd name="connsiteY261" fmla="*/ 139854 h 1369155"/>
                  <a:gd name="connsiteX262" fmla="*/ 1107533 w 1780392"/>
                  <a:gd name="connsiteY262" fmla="*/ 171801 h 1369155"/>
                  <a:gd name="connsiteX263" fmla="*/ 1144854 w 1780392"/>
                  <a:gd name="connsiteY263" fmla="*/ 195761 h 1369155"/>
                  <a:gd name="connsiteX264" fmla="*/ 1183985 w 1780392"/>
                  <a:gd name="connsiteY264" fmla="*/ 219721 h 1369155"/>
                  <a:gd name="connsiteX265" fmla="*/ 1129716 w 1780392"/>
                  <a:gd name="connsiteY265" fmla="*/ 209072 h 1369155"/>
                  <a:gd name="connsiteX266" fmla="*/ 1078209 w 1780392"/>
                  <a:gd name="connsiteY266" fmla="*/ 232177 h 1369155"/>
                  <a:gd name="connsiteX267" fmla="*/ 1125813 w 1780392"/>
                  <a:gd name="connsiteY267" fmla="*/ 233032 h 1369155"/>
                  <a:gd name="connsiteX268" fmla="*/ 1121338 w 1780392"/>
                  <a:gd name="connsiteY268" fmla="*/ 245488 h 1369155"/>
                  <a:gd name="connsiteX269" fmla="*/ 1144474 w 1780392"/>
                  <a:gd name="connsiteY269" fmla="*/ 272015 h 1369155"/>
                  <a:gd name="connsiteX270" fmla="*/ 1117815 w 1780392"/>
                  <a:gd name="connsiteY270" fmla="*/ 269353 h 1369155"/>
                  <a:gd name="connsiteX271" fmla="*/ 1083160 w 1780392"/>
                  <a:gd name="connsiteY271" fmla="*/ 251573 h 1369155"/>
                  <a:gd name="connsiteX272" fmla="*/ 1080494 w 1780392"/>
                  <a:gd name="connsiteY272" fmla="*/ 271160 h 1369155"/>
                  <a:gd name="connsiteX273" fmla="*/ 1079542 w 1780392"/>
                  <a:gd name="connsiteY273" fmla="*/ 283520 h 1369155"/>
                  <a:gd name="connsiteX274" fmla="*/ 1038697 w 1780392"/>
                  <a:gd name="connsiteY274" fmla="*/ 303962 h 1369155"/>
                  <a:gd name="connsiteX275" fmla="*/ 1104486 w 1780392"/>
                  <a:gd name="connsiteY275" fmla="*/ 311093 h 1369155"/>
                  <a:gd name="connsiteX276" fmla="*/ 1139999 w 1780392"/>
                  <a:gd name="connsiteY276" fmla="*/ 312900 h 1369155"/>
                  <a:gd name="connsiteX277" fmla="*/ 1180938 w 1780392"/>
                  <a:gd name="connsiteY277" fmla="*/ 308431 h 1369155"/>
                  <a:gd name="connsiteX278" fmla="*/ 1211119 w 1780392"/>
                  <a:gd name="connsiteY278" fmla="*/ 317939 h 1369155"/>
                  <a:gd name="connsiteX279" fmla="*/ 1243109 w 1780392"/>
                  <a:gd name="connsiteY279" fmla="*/ 315277 h 1369155"/>
                  <a:gd name="connsiteX280" fmla="*/ 1265388 w 1780392"/>
                  <a:gd name="connsiteY280" fmla="*/ 308146 h 1369155"/>
                  <a:gd name="connsiteX281" fmla="*/ 1274242 w 1780392"/>
                  <a:gd name="connsiteY281" fmla="*/ 290366 h 1369155"/>
                  <a:gd name="connsiteX282" fmla="*/ 1250250 w 1780392"/>
                  <a:gd name="connsiteY282" fmla="*/ 290366 h 1369155"/>
                  <a:gd name="connsiteX283" fmla="*/ 1208454 w 1780392"/>
                  <a:gd name="connsiteY283" fmla="*/ 282379 h 1369155"/>
                  <a:gd name="connsiteX284" fmla="*/ 1209406 w 1780392"/>
                  <a:gd name="connsiteY284" fmla="*/ 270874 h 1369155"/>
                  <a:gd name="connsiteX285" fmla="*/ 1261770 w 1780392"/>
                  <a:gd name="connsiteY285" fmla="*/ 269068 h 1369155"/>
                  <a:gd name="connsiteX286" fmla="*/ 1265388 w 1780392"/>
                  <a:gd name="connsiteY286" fmla="*/ 249576 h 1369155"/>
                  <a:gd name="connsiteX287" fmla="*/ 1302710 w 1780392"/>
                  <a:gd name="connsiteY287" fmla="*/ 246914 h 1369155"/>
                  <a:gd name="connsiteX288" fmla="*/ 1342697 w 1780392"/>
                  <a:gd name="connsiteY288" fmla="*/ 206030 h 1369155"/>
                  <a:gd name="connsiteX289" fmla="*/ 1289381 w 1780392"/>
                  <a:gd name="connsiteY289" fmla="*/ 194525 h 1369155"/>
                  <a:gd name="connsiteX290" fmla="*/ 1334700 w 1780392"/>
                  <a:gd name="connsiteY290" fmla="*/ 182925 h 1369155"/>
                  <a:gd name="connsiteX291" fmla="*/ 1359549 w 1780392"/>
                  <a:gd name="connsiteY291" fmla="*/ 163909 h 1369155"/>
                  <a:gd name="connsiteX292" fmla="*/ 1398679 w 1780392"/>
                  <a:gd name="connsiteY292" fmla="*/ 166571 h 1369155"/>
                  <a:gd name="connsiteX293" fmla="*/ 1415531 w 1780392"/>
                  <a:gd name="connsiteY293" fmla="*/ 148886 h 1369155"/>
                  <a:gd name="connsiteX294" fmla="*/ 1478654 w 1780392"/>
                  <a:gd name="connsiteY294" fmla="*/ 115989 h 1369155"/>
                  <a:gd name="connsiteX295" fmla="*/ 1545300 w 1780392"/>
                  <a:gd name="connsiteY295" fmla="*/ 87465 h 1369155"/>
                  <a:gd name="connsiteX296" fmla="*/ 1485700 w 1780392"/>
                  <a:gd name="connsiteY296" fmla="*/ 83851 h 1369155"/>
                  <a:gd name="connsiteX297" fmla="*/ 1533304 w 1780392"/>
                  <a:gd name="connsiteY297" fmla="*/ 73203 h 1369155"/>
                  <a:gd name="connsiteX298" fmla="*/ 1594618 w 1780392"/>
                  <a:gd name="connsiteY298" fmla="*/ 55423 h 1369155"/>
                  <a:gd name="connsiteX299" fmla="*/ 1599950 w 1780392"/>
                  <a:gd name="connsiteY299" fmla="*/ 36406 h 1369155"/>
                  <a:gd name="connsiteX300" fmla="*/ 1568817 w 1780392"/>
                  <a:gd name="connsiteY300" fmla="*/ 23951 h 1369155"/>
                  <a:gd name="connsiteX301" fmla="*/ 1545776 w 1780392"/>
                  <a:gd name="connsiteY301" fmla="*/ 17771 h 1369155"/>
                  <a:gd name="connsiteX302" fmla="*/ 1500362 w 1780392"/>
                  <a:gd name="connsiteY302" fmla="*/ 23951 h 1369155"/>
                  <a:gd name="connsiteX303" fmla="*/ 1508359 w 1780392"/>
                  <a:gd name="connsiteY303" fmla="*/ 11591 h 1369155"/>
                  <a:gd name="connsiteX304" fmla="*/ 1438191 w 1780392"/>
                  <a:gd name="connsiteY304" fmla="*/ 3604 h 1369155"/>
                  <a:gd name="connsiteX305" fmla="*/ 1401536 w 1780392"/>
                  <a:gd name="connsiteY305" fmla="*/ 6646 h 1369155"/>
                  <a:gd name="connsiteX306" fmla="*/ 1366880 w 1780392"/>
                  <a:gd name="connsiteY306" fmla="*/ 12827 h 1369155"/>
                  <a:gd name="connsiteX307" fmla="*/ 1351837 w 1780392"/>
                  <a:gd name="connsiteY307" fmla="*/ 11971 h 1369155"/>
                  <a:gd name="connsiteX308" fmla="*/ 1302043 w 1780392"/>
                  <a:gd name="connsiteY308" fmla="*/ 10164 h 1369155"/>
                  <a:gd name="connsiteX309" fmla="*/ 1270910 w 1780392"/>
                  <a:gd name="connsiteY309" fmla="*/ 16345 h 1369155"/>
                  <a:gd name="connsiteX310" fmla="*/ 1234445 w 1780392"/>
                  <a:gd name="connsiteY310" fmla="*/ 14633 h 1369155"/>
                  <a:gd name="connsiteX311" fmla="*/ 1223782 w 1780392"/>
                  <a:gd name="connsiteY311" fmla="*/ 19958 h 1369155"/>
                  <a:gd name="connsiteX312" fmla="*/ 1211405 w 1780392"/>
                  <a:gd name="connsiteY312" fmla="*/ 29466 h 1369155"/>
                  <a:gd name="connsiteX313" fmla="*/ 1178463 w 1780392"/>
                  <a:gd name="connsiteY313" fmla="*/ 36597 h 1369155"/>
                  <a:gd name="connsiteX314" fmla="*/ 1154471 w 1780392"/>
                  <a:gd name="connsiteY314" fmla="*/ 42777 h 1369155"/>
                  <a:gd name="connsiteX315" fmla="*/ 1119815 w 1780392"/>
                  <a:gd name="connsiteY315" fmla="*/ 39259 h 1369155"/>
                  <a:gd name="connsiteX316" fmla="*/ 1100773 w 1780392"/>
                  <a:gd name="connsiteY316" fmla="*/ 50764 h 1369155"/>
                  <a:gd name="connsiteX317" fmla="*/ 1087349 w 1780392"/>
                  <a:gd name="connsiteY317" fmla="*/ 60272 h 1369155"/>
                  <a:gd name="connsiteX318" fmla="*/ 1056311 w 1780392"/>
                  <a:gd name="connsiteY318" fmla="*/ 55803 h 1369155"/>
                  <a:gd name="connsiteX319" fmla="*/ 1040316 w 1780392"/>
                  <a:gd name="connsiteY319" fmla="*/ 68258 h 1369155"/>
                  <a:gd name="connsiteX320" fmla="*/ 997663 w 1780392"/>
                  <a:gd name="connsiteY320" fmla="*/ 71776 h 1369155"/>
                  <a:gd name="connsiteX321" fmla="*/ 1012610 w 1780392"/>
                  <a:gd name="connsiteY321" fmla="*/ 76720 h 1369155"/>
                  <a:gd name="connsiteX322" fmla="*/ 1236635 w 1780392"/>
                  <a:gd name="connsiteY322" fmla="*/ 842782 h 1369155"/>
                  <a:gd name="connsiteX323" fmla="*/ 1239301 w 1780392"/>
                  <a:gd name="connsiteY323" fmla="*/ 820628 h 1369155"/>
                  <a:gd name="connsiteX324" fmla="*/ 1236635 w 1780392"/>
                  <a:gd name="connsiteY324" fmla="*/ 842782 h 1369155"/>
                  <a:gd name="connsiteX325" fmla="*/ 1158374 w 1780392"/>
                  <a:gd name="connsiteY325" fmla="*/ 823766 h 1369155"/>
                  <a:gd name="connsiteX326" fmla="*/ 1192173 w 1780392"/>
                  <a:gd name="connsiteY326" fmla="*/ 801517 h 1369155"/>
                  <a:gd name="connsiteX327" fmla="*/ 1158374 w 1780392"/>
                  <a:gd name="connsiteY327" fmla="*/ 823290 h 1369155"/>
                  <a:gd name="connsiteX328" fmla="*/ 1222449 w 1780392"/>
                  <a:gd name="connsiteY328" fmla="*/ 774895 h 1369155"/>
                  <a:gd name="connsiteX329" fmla="*/ 1194839 w 1780392"/>
                  <a:gd name="connsiteY329" fmla="*/ 752741 h 1369155"/>
                  <a:gd name="connsiteX330" fmla="*/ 1155708 w 1780392"/>
                  <a:gd name="connsiteY330" fmla="*/ 729636 h 1369155"/>
                  <a:gd name="connsiteX331" fmla="*/ 1130859 w 1780392"/>
                  <a:gd name="connsiteY331" fmla="*/ 710620 h 1369155"/>
                  <a:gd name="connsiteX332" fmla="*/ 1108675 w 1780392"/>
                  <a:gd name="connsiteY332" fmla="*/ 723932 h 1369155"/>
                  <a:gd name="connsiteX333" fmla="*/ 1103344 w 1780392"/>
                  <a:gd name="connsiteY333" fmla="*/ 751410 h 1369155"/>
                  <a:gd name="connsiteX334" fmla="*/ 1086397 w 1780392"/>
                  <a:gd name="connsiteY334" fmla="*/ 778127 h 1369155"/>
                  <a:gd name="connsiteX335" fmla="*/ 1111341 w 1780392"/>
                  <a:gd name="connsiteY335" fmla="*/ 777176 h 1369155"/>
                  <a:gd name="connsiteX336" fmla="*/ 1122005 w 1780392"/>
                  <a:gd name="connsiteY336" fmla="*/ 793150 h 1369155"/>
                  <a:gd name="connsiteX337" fmla="*/ 1155708 w 1780392"/>
                  <a:gd name="connsiteY337" fmla="*/ 774134 h 1369155"/>
                  <a:gd name="connsiteX338" fmla="*/ 1181510 w 1780392"/>
                  <a:gd name="connsiteY338" fmla="*/ 773278 h 1369155"/>
                  <a:gd name="connsiteX339" fmla="*/ 1222449 w 1780392"/>
                  <a:gd name="connsiteY339" fmla="*/ 774419 h 1369155"/>
                  <a:gd name="connsiteX340" fmla="*/ 1513025 w 1780392"/>
                  <a:gd name="connsiteY340" fmla="*/ 696834 h 1369155"/>
                  <a:gd name="connsiteX341" fmla="*/ 1542444 w 1780392"/>
                  <a:gd name="connsiteY341" fmla="*/ 725358 h 1369155"/>
                  <a:gd name="connsiteX342" fmla="*/ 1563675 w 1780392"/>
                  <a:gd name="connsiteY342" fmla="*/ 720033 h 1369155"/>
                  <a:gd name="connsiteX343" fmla="*/ 1584145 w 1780392"/>
                  <a:gd name="connsiteY343" fmla="*/ 708529 h 1369155"/>
                  <a:gd name="connsiteX344" fmla="*/ 1609946 w 1780392"/>
                  <a:gd name="connsiteY344" fmla="*/ 682762 h 1369155"/>
                  <a:gd name="connsiteX345" fmla="*/ 1586811 w 1780392"/>
                  <a:gd name="connsiteY345" fmla="*/ 668595 h 1369155"/>
                  <a:gd name="connsiteX346" fmla="*/ 1570182 w 1780392"/>
                  <a:gd name="connsiteY346" fmla="*/ 657629 h 1369155"/>
                  <a:gd name="connsiteX347" fmla="*/ 1569959 w 1780392"/>
                  <a:gd name="connsiteY347" fmla="*/ 653477 h 1369155"/>
                  <a:gd name="connsiteX348" fmla="*/ 1534351 w 1780392"/>
                  <a:gd name="connsiteY348" fmla="*/ 634461 h 1369155"/>
                  <a:gd name="connsiteX349" fmla="*/ 1498838 w 1780392"/>
                  <a:gd name="connsiteY349" fmla="*/ 622006 h 1369155"/>
                  <a:gd name="connsiteX350" fmla="*/ 1472180 w 1780392"/>
                  <a:gd name="connsiteY350" fmla="*/ 599852 h 1369155"/>
                  <a:gd name="connsiteX351" fmla="*/ 1499695 w 1780392"/>
                  <a:gd name="connsiteY351" fmla="*/ 593672 h 1369155"/>
                  <a:gd name="connsiteX352" fmla="*/ 1476655 w 1780392"/>
                  <a:gd name="connsiteY352" fmla="*/ 582072 h 1369155"/>
                  <a:gd name="connsiteX353" fmla="*/ 1488175 w 1780392"/>
                  <a:gd name="connsiteY353" fmla="*/ 573229 h 1369155"/>
                  <a:gd name="connsiteX354" fmla="*/ 1477512 w 1780392"/>
                  <a:gd name="connsiteY354" fmla="*/ 556400 h 1369155"/>
                  <a:gd name="connsiteX355" fmla="*/ 1463326 w 1780392"/>
                  <a:gd name="connsiteY355" fmla="*/ 563436 h 1369155"/>
                  <a:gd name="connsiteX356" fmla="*/ 1466849 w 1780392"/>
                  <a:gd name="connsiteY356" fmla="*/ 547463 h 1369155"/>
                  <a:gd name="connsiteX357" fmla="*/ 1435715 w 1780392"/>
                  <a:gd name="connsiteY357" fmla="*/ 537955 h 1369155"/>
                  <a:gd name="connsiteX358" fmla="*/ 1421529 w 1780392"/>
                  <a:gd name="connsiteY358" fmla="*/ 528447 h 1369155"/>
                  <a:gd name="connsiteX359" fmla="*/ 1395728 w 1780392"/>
                  <a:gd name="connsiteY359" fmla="*/ 533771 h 1369155"/>
                  <a:gd name="connsiteX360" fmla="*/ 1388587 w 1780392"/>
                  <a:gd name="connsiteY360" fmla="*/ 527496 h 1369155"/>
                  <a:gd name="connsiteX361" fmla="*/ 1405534 w 1780392"/>
                  <a:gd name="connsiteY361" fmla="*/ 511522 h 1369155"/>
                  <a:gd name="connsiteX362" fmla="*/ 1375258 w 1780392"/>
                  <a:gd name="connsiteY362" fmla="*/ 512473 h 1369155"/>
                  <a:gd name="connsiteX363" fmla="*/ 1352218 w 1780392"/>
                  <a:gd name="connsiteY363" fmla="*/ 493457 h 1369155"/>
                  <a:gd name="connsiteX364" fmla="*/ 1327273 w 1780392"/>
                  <a:gd name="connsiteY364" fmla="*/ 479195 h 1369155"/>
                  <a:gd name="connsiteX365" fmla="*/ 1284620 w 1780392"/>
                  <a:gd name="connsiteY365" fmla="*/ 462366 h 1369155"/>
                  <a:gd name="connsiteX366" fmla="*/ 1262437 w 1780392"/>
                  <a:gd name="connsiteY366" fmla="*/ 479195 h 1369155"/>
                  <a:gd name="connsiteX367" fmla="*/ 1249964 w 1780392"/>
                  <a:gd name="connsiteY367" fmla="*/ 474821 h 1369155"/>
                  <a:gd name="connsiteX368" fmla="*/ 1217118 w 1780392"/>
                  <a:gd name="connsiteY368" fmla="*/ 485470 h 1369155"/>
                  <a:gd name="connsiteX369" fmla="*/ 1217974 w 1780392"/>
                  <a:gd name="connsiteY369" fmla="*/ 451717 h 1369155"/>
                  <a:gd name="connsiteX370" fmla="*/ 1203693 w 1780392"/>
                  <a:gd name="connsiteY370" fmla="*/ 427757 h 1369155"/>
                  <a:gd name="connsiteX371" fmla="*/ 1164658 w 1780392"/>
                  <a:gd name="connsiteY371" fmla="*/ 427757 h 1369155"/>
                  <a:gd name="connsiteX372" fmla="*/ 1122005 w 1780392"/>
                  <a:gd name="connsiteY372" fmla="*/ 444586 h 1369155"/>
                  <a:gd name="connsiteX373" fmla="*/ 1128193 w 1780392"/>
                  <a:gd name="connsiteY373" fmla="*/ 473871 h 1369155"/>
                  <a:gd name="connsiteX374" fmla="*/ 1117530 w 1780392"/>
                  <a:gd name="connsiteY374" fmla="*/ 492887 h 1369155"/>
                  <a:gd name="connsiteX375" fmla="*/ 1138856 w 1780392"/>
                  <a:gd name="connsiteY375" fmla="*/ 508004 h 1369155"/>
                  <a:gd name="connsiteX376" fmla="*/ 1105057 w 1780392"/>
                  <a:gd name="connsiteY376" fmla="*/ 494693 h 1369155"/>
                  <a:gd name="connsiteX377" fmla="*/ 1100678 w 1780392"/>
                  <a:gd name="connsiteY377" fmla="*/ 468926 h 1369155"/>
                  <a:gd name="connsiteX378" fmla="*/ 1111341 w 1780392"/>
                  <a:gd name="connsiteY378" fmla="*/ 440402 h 1369155"/>
                  <a:gd name="connsiteX379" fmla="*/ 1131716 w 1780392"/>
                  <a:gd name="connsiteY379" fmla="*/ 422622 h 1369155"/>
                  <a:gd name="connsiteX380" fmla="*/ 1052598 w 1780392"/>
                  <a:gd name="connsiteY380" fmla="*/ 442114 h 1369155"/>
                  <a:gd name="connsiteX381" fmla="*/ 1033556 w 1780392"/>
                  <a:gd name="connsiteY381" fmla="*/ 511332 h 1369155"/>
                  <a:gd name="connsiteX382" fmla="*/ 1076209 w 1780392"/>
                  <a:gd name="connsiteY382" fmla="*/ 519319 h 1369155"/>
                  <a:gd name="connsiteX383" fmla="*/ 1071830 w 1780392"/>
                  <a:gd name="connsiteY383" fmla="*/ 528256 h 1369155"/>
                  <a:gd name="connsiteX384" fmla="*/ 1041554 w 1780392"/>
                  <a:gd name="connsiteY384" fmla="*/ 530919 h 1369155"/>
                  <a:gd name="connsiteX385" fmla="*/ 1080684 w 1780392"/>
                  <a:gd name="connsiteY385" fmla="*/ 550410 h 1369155"/>
                  <a:gd name="connsiteX386" fmla="*/ 1101154 w 1780392"/>
                  <a:gd name="connsiteY386" fmla="*/ 554879 h 1369155"/>
                  <a:gd name="connsiteX387" fmla="*/ 1141141 w 1780392"/>
                  <a:gd name="connsiteY387" fmla="*/ 561059 h 1369155"/>
                  <a:gd name="connsiteX388" fmla="*/ 1185604 w 1780392"/>
                  <a:gd name="connsiteY388" fmla="*/ 569046 h 1369155"/>
                  <a:gd name="connsiteX389" fmla="*/ 1206073 w 1780392"/>
                  <a:gd name="connsiteY389" fmla="*/ 560203 h 1369155"/>
                  <a:gd name="connsiteX390" fmla="*/ 1251392 w 1780392"/>
                  <a:gd name="connsiteY390" fmla="*/ 566384 h 1369155"/>
                  <a:gd name="connsiteX391" fmla="*/ 1248727 w 1780392"/>
                  <a:gd name="connsiteY391" fmla="*/ 554023 h 1369155"/>
                  <a:gd name="connsiteX392" fmla="*/ 1253106 w 1780392"/>
                  <a:gd name="connsiteY392" fmla="*/ 544515 h 1369155"/>
                  <a:gd name="connsiteX393" fmla="*/ 1277099 w 1780392"/>
                  <a:gd name="connsiteY393" fmla="*/ 559633 h 1369155"/>
                  <a:gd name="connsiteX394" fmla="*/ 1287762 w 1780392"/>
                  <a:gd name="connsiteY394" fmla="*/ 569141 h 1369155"/>
                  <a:gd name="connsiteX395" fmla="*/ 1318038 w 1780392"/>
                  <a:gd name="connsiteY395" fmla="*/ 589583 h 1369155"/>
                  <a:gd name="connsiteX396" fmla="*/ 1298425 w 1780392"/>
                  <a:gd name="connsiteY396" fmla="*/ 606412 h 1369155"/>
                  <a:gd name="connsiteX397" fmla="*/ 1329558 w 1780392"/>
                  <a:gd name="connsiteY397" fmla="*/ 597570 h 1369155"/>
                  <a:gd name="connsiteX398" fmla="*/ 1348600 w 1780392"/>
                  <a:gd name="connsiteY398" fmla="*/ 617156 h 1369155"/>
                  <a:gd name="connsiteX399" fmla="*/ 1378876 w 1780392"/>
                  <a:gd name="connsiteY399" fmla="*/ 636172 h 1369155"/>
                  <a:gd name="connsiteX400" fmla="*/ 1378876 w 1780392"/>
                  <a:gd name="connsiteY400" fmla="*/ 670782 h 1369155"/>
                  <a:gd name="connsiteX401" fmla="*/ 1411723 w 1780392"/>
                  <a:gd name="connsiteY401" fmla="*/ 668119 h 1369155"/>
                  <a:gd name="connsiteX402" fmla="*/ 1442856 w 1780392"/>
                  <a:gd name="connsiteY402" fmla="*/ 683237 h 1369155"/>
                  <a:gd name="connsiteX403" fmla="*/ 1413532 w 1780392"/>
                  <a:gd name="connsiteY403" fmla="*/ 697404 h 1369155"/>
                  <a:gd name="connsiteX404" fmla="*/ 1362881 w 1780392"/>
                  <a:gd name="connsiteY404" fmla="*/ 678388 h 1369155"/>
                  <a:gd name="connsiteX405" fmla="*/ 1357550 w 1780392"/>
                  <a:gd name="connsiteY405" fmla="*/ 712142 h 1369155"/>
                  <a:gd name="connsiteX406" fmla="*/ 1310421 w 1780392"/>
                  <a:gd name="connsiteY406" fmla="*/ 721650 h 1369155"/>
                  <a:gd name="connsiteX407" fmla="*/ 1283763 w 1780392"/>
                  <a:gd name="connsiteY407" fmla="*/ 726974 h 1369155"/>
                  <a:gd name="connsiteX408" fmla="*/ 1272148 w 1780392"/>
                  <a:gd name="connsiteY408" fmla="*/ 751885 h 1369155"/>
                  <a:gd name="connsiteX409" fmla="*/ 1316610 w 1780392"/>
                  <a:gd name="connsiteY409" fmla="*/ 753597 h 1369155"/>
                  <a:gd name="connsiteX410" fmla="*/ 1336223 w 1780392"/>
                  <a:gd name="connsiteY410" fmla="*/ 750079 h 1369155"/>
                  <a:gd name="connsiteX411" fmla="*/ 1366404 w 1780392"/>
                  <a:gd name="connsiteY411" fmla="*/ 748272 h 1369155"/>
                  <a:gd name="connsiteX412" fmla="*/ 1389540 w 1780392"/>
                  <a:gd name="connsiteY412" fmla="*/ 768714 h 1369155"/>
                  <a:gd name="connsiteX413" fmla="*/ 1401060 w 1780392"/>
                  <a:gd name="connsiteY413" fmla="*/ 794481 h 1369155"/>
                  <a:gd name="connsiteX414" fmla="*/ 1448664 w 1780392"/>
                  <a:gd name="connsiteY414" fmla="*/ 809599 h 1369155"/>
                  <a:gd name="connsiteX415" fmla="*/ 1510930 w 1780392"/>
                  <a:gd name="connsiteY415" fmla="*/ 833559 h 1369155"/>
                  <a:gd name="connsiteX416" fmla="*/ 1458470 w 1780392"/>
                  <a:gd name="connsiteY416" fmla="*/ 780219 h 1369155"/>
                  <a:gd name="connsiteX417" fmla="*/ 1488651 w 1780392"/>
                  <a:gd name="connsiteY417" fmla="*/ 785639 h 1369155"/>
                  <a:gd name="connsiteX418" fmla="*/ 1542920 w 1780392"/>
                  <a:gd name="connsiteY418" fmla="*/ 789157 h 1369155"/>
                  <a:gd name="connsiteX419" fmla="*/ 1532256 w 1780392"/>
                  <a:gd name="connsiteY419" fmla="*/ 766052 h 1369155"/>
                  <a:gd name="connsiteX420" fmla="*/ 1511787 w 1780392"/>
                  <a:gd name="connsiteY420" fmla="*/ 738574 h 1369155"/>
                  <a:gd name="connsiteX421" fmla="*/ 1478940 w 1780392"/>
                  <a:gd name="connsiteY421" fmla="*/ 708338 h 1369155"/>
                  <a:gd name="connsiteX422" fmla="*/ 1484272 w 1780392"/>
                  <a:gd name="connsiteY422" fmla="*/ 686185 h 1369155"/>
                  <a:gd name="connsiteX423" fmla="*/ 1513025 w 1780392"/>
                  <a:gd name="connsiteY423" fmla="*/ 696358 h 1369155"/>
                  <a:gd name="connsiteX424" fmla="*/ 1325369 w 1780392"/>
                  <a:gd name="connsiteY424" fmla="*/ 654238 h 1369155"/>
                  <a:gd name="connsiteX425" fmla="*/ 1328035 w 1780392"/>
                  <a:gd name="connsiteY425" fmla="*/ 627520 h 1369155"/>
                  <a:gd name="connsiteX426" fmla="*/ 1302234 w 1780392"/>
                  <a:gd name="connsiteY426" fmla="*/ 621340 h 1369155"/>
                  <a:gd name="connsiteX427" fmla="*/ 1284430 w 1780392"/>
                  <a:gd name="connsiteY427" fmla="*/ 652431 h 1369155"/>
                  <a:gd name="connsiteX428" fmla="*/ 1325369 w 1780392"/>
                  <a:gd name="connsiteY428" fmla="*/ 654238 h 1369155"/>
                  <a:gd name="connsiteX429" fmla="*/ 1214452 w 1780392"/>
                  <a:gd name="connsiteY429" fmla="*/ 422908 h 1369155"/>
                  <a:gd name="connsiteX430" fmla="*/ 1226829 w 1780392"/>
                  <a:gd name="connsiteY430" fmla="*/ 447819 h 1369155"/>
                  <a:gd name="connsiteX431" fmla="*/ 1257105 w 1780392"/>
                  <a:gd name="connsiteY431" fmla="*/ 457327 h 1369155"/>
                  <a:gd name="connsiteX432" fmla="*/ 1304709 w 1780392"/>
                  <a:gd name="connsiteY432" fmla="*/ 449340 h 1369155"/>
                  <a:gd name="connsiteX433" fmla="*/ 1254058 w 1780392"/>
                  <a:gd name="connsiteY433" fmla="*/ 424524 h 1369155"/>
                  <a:gd name="connsiteX434" fmla="*/ 1214452 w 1780392"/>
                  <a:gd name="connsiteY434" fmla="*/ 422908 h 1369155"/>
                  <a:gd name="connsiteX435" fmla="*/ 1547680 w 1780392"/>
                  <a:gd name="connsiteY435" fmla="*/ 1178320 h 1369155"/>
                  <a:gd name="connsiteX436" fmla="*/ 1602806 w 1780392"/>
                  <a:gd name="connsiteY436" fmla="*/ 1197336 h 1369155"/>
                  <a:gd name="connsiteX437" fmla="*/ 1547680 w 1780392"/>
                  <a:gd name="connsiteY437" fmla="*/ 1178320 h 1369155"/>
                  <a:gd name="connsiteX438" fmla="*/ 1772848 w 1780392"/>
                  <a:gd name="connsiteY438" fmla="*/ 1231280 h 1369155"/>
                  <a:gd name="connsiteX439" fmla="*/ 1771610 w 1780392"/>
                  <a:gd name="connsiteY439" fmla="*/ 1220631 h 1369155"/>
                  <a:gd name="connsiteX440" fmla="*/ 1763327 w 1780392"/>
                  <a:gd name="connsiteY440" fmla="*/ 1215877 h 1369155"/>
                  <a:gd name="connsiteX441" fmla="*/ 1764565 w 1780392"/>
                  <a:gd name="connsiteY441" fmla="*/ 1196861 h 1369155"/>
                  <a:gd name="connsiteX442" fmla="*/ 1748569 w 1780392"/>
                  <a:gd name="connsiteY442" fmla="*/ 1192677 h 1369155"/>
                  <a:gd name="connsiteX443" fmla="*/ 1730766 w 1780392"/>
                  <a:gd name="connsiteY443" fmla="*/ 1189159 h 1369155"/>
                  <a:gd name="connsiteX444" fmla="*/ 1721816 w 1780392"/>
                  <a:gd name="connsiteY444" fmla="*/ 1177369 h 1369155"/>
                  <a:gd name="connsiteX445" fmla="*/ 1706487 w 1780392"/>
                  <a:gd name="connsiteY445" fmla="*/ 1177940 h 1369155"/>
                  <a:gd name="connsiteX446" fmla="*/ 1708201 w 1780392"/>
                  <a:gd name="connsiteY446" fmla="*/ 1163678 h 1369155"/>
                  <a:gd name="connsiteX447" fmla="*/ 1722483 w 1780392"/>
                  <a:gd name="connsiteY447" fmla="*/ 1141239 h 1369155"/>
                  <a:gd name="connsiteX448" fmla="*/ 1712962 w 1780392"/>
                  <a:gd name="connsiteY448" fmla="*/ 1134678 h 1369155"/>
                  <a:gd name="connsiteX449" fmla="*/ 1680400 w 1780392"/>
                  <a:gd name="connsiteY449" fmla="*/ 1179651 h 1369155"/>
                  <a:gd name="connsiteX450" fmla="*/ 1671451 w 1780392"/>
                  <a:gd name="connsiteY450" fmla="*/ 1198667 h 1369155"/>
                  <a:gd name="connsiteX451" fmla="*/ 1660216 w 1780392"/>
                  <a:gd name="connsiteY451" fmla="*/ 1210552 h 1369155"/>
                  <a:gd name="connsiteX452" fmla="*/ 1654313 w 1780392"/>
                  <a:gd name="connsiteY452" fmla="*/ 1234798 h 1369155"/>
                  <a:gd name="connsiteX453" fmla="*/ 1685161 w 1780392"/>
                  <a:gd name="connsiteY453" fmla="*/ 1234227 h 1369155"/>
                  <a:gd name="connsiteX454" fmla="*/ 1713723 w 1780392"/>
                  <a:gd name="connsiteY454" fmla="*/ 1229473 h 1369155"/>
                  <a:gd name="connsiteX455" fmla="*/ 1732098 w 1780392"/>
                  <a:gd name="connsiteY455" fmla="*/ 1234227 h 1369155"/>
                  <a:gd name="connsiteX456" fmla="*/ 1727338 w 1780392"/>
                  <a:gd name="connsiteY456" fmla="*/ 1248394 h 1369155"/>
                  <a:gd name="connsiteX457" fmla="*/ 1744571 w 1780392"/>
                  <a:gd name="connsiteY457" fmla="*/ 1241358 h 1369155"/>
                  <a:gd name="connsiteX458" fmla="*/ 1757043 w 1780392"/>
                  <a:gd name="connsiteY458" fmla="*/ 1247253 h 1369155"/>
                  <a:gd name="connsiteX459" fmla="*/ 1781892 w 1780392"/>
                  <a:gd name="connsiteY459" fmla="*/ 1249630 h 1369155"/>
                  <a:gd name="connsiteX460" fmla="*/ 1772848 w 1780392"/>
                  <a:gd name="connsiteY460" fmla="*/ 1231280 h 1369155"/>
                  <a:gd name="connsiteX461" fmla="*/ 166591 w 1780392"/>
                  <a:gd name="connsiteY461" fmla="*/ 1068217 h 1369155"/>
                  <a:gd name="connsiteX462" fmla="*/ 197057 w 1780392"/>
                  <a:gd name="connsiteY462" fmla="*/ 1112144 h 1369155"/>
                  <a:gd name="connsiteX463" fmla="*/ 187536 w 1780392"/>
                  <a:gd name="connsiteY463" fmla="*/ 1081148 h 1369155"/>
                  <a:gd name="connsiteX464" fmla="*/ 166591 w 1780392"/>
                  <a:gd name="connsiteY464" fmla="*/ 1068217 h 1369155"/>
                  <a:gd name="connsiteX465" fmla="*/ 1631273 w 1780392"/>
                  <a:gd name="connsiteY465" fmla="*/ 1270643 h 1369155"/>
                  <a:gd name="connsiteX466" fmla="*/ 1631273 w 1780392"/>
                  <a:gd name="connsiteY466" fmla="*/ 1256856 h 1369155"/>
                  <a:gd name="connsiteX467" fmla="*/ 1617563 w 1780392"/>
                  <a:gd name="connsiteY467" fmla="*/ 1264843 h 1369155"/>
                  <a:gd name="connsiteX468" fmla="*/ 1607281 w 1780392"/>
                  <a:gd name="connsiteY468" fmla="*/ 1276443 h 1369155"/>
                  <a:gd name="connsiteX469" fmla="*/ 1598902 w 1780392"/>
                  <a:gd name="connsiteY469" fmla="*/ 1284810 h 1369155"/>
                  <a:gd name="connsiteX470" fmla="*/ 1563294 w 1780392"/>
                  <a:gd name="connsiteY470" fmla="*/ 1278630 h 1369155"/>
                  <a:gd name="connsiteX471" fmla="*/ 1541587 w 1780392"/>
                  <a:gd name="connsiteY471" fmla="*/ 1260850 h 1369155"/>
                  <a:gd name="connsiteX472" fmla="*/ 1538826 w 1780392"/>
                  <a:gd name="connsiteY472" fmla="*/ 1240502 h 1369155"/>
                  <a:gd name="connsiteX473" fmla="*/ 1529972 w 1780392"/>
                  <a:gd name="connsiteY473" fmla="*/ 1233847 h 1369155"/>
                  <a:gd name="connsiteX474" fmla="*/ 1528163 w 1780392"/>
                  <a:gd name="connsiteY474" fmla="*/ 1225860 h 1369155"/>
                  <a:gd name="connsiteX475" fmla="*/ 1547775 w 1780392"/>
                  <a:gd name="connsiteY475" fmla="*/ 1200093 h 1369155"/>
                  <a:gd name="connsiteX476" fmla="*/ 1461136 w 1780392"/>
                  <a:gd name="connsiteY476" fmla="*/ 1214260 h 1369155"/>
                  <a:gd name="connsiteX477" fmla="*/ 1417531 w 1780392"/>
                  <a:gd name="connsiteY477" fmla="*/ 1251532 h 1369155"/>
                  <a:gd name="connsiteX478" fmla="*/ 1435811 w 1780392"/>
                  <a:gd name="connsiteY478" fmla="*/ 1230709 h 1369155"/>
                  <a:gd name="connsiteX479" fmla="*/ 1439809 w 1780392"/>
                  <a:gd name="connsiteY479" fmla="*/ 1221201 h 1369155"/>
                  <a:gd name="connsiteX480" fmla="*/ 1467801 w 1780392"/>
                  <a:gd name="connsiteY480" fmla="*/ 1194959 h 1369155"/>
                  <a:gd name="connsiteX481" fmla="*/ 1488651 w 1780392"/>
                  <a:gd name="connsiteY481" fmla="*/ 1188779 h 1369155"/>
                  <a:gd name="connsiteX482" fmla="*/ 1503313 w 1780392"/>
                  <a:gd name="connsiteY482" fmla="*/ 1170999 h 1369155"/>
                  <a:gd name="connsiteX483" fmla="*/ 1628607 w 1780392"/>
                  <a:gd name="connsiteY483" fmla="*/ 1164818 h 1369155"/>
                  <a:gd name="connsiteX484" fmla="*/ 1664596 w 1780392"/>
                  <a:gd name="connsiteY484" fmla="*/ 1142665 h 1369155"/>
                  <a:gd name="connsiteX485" fmla="*/ 1692206 w 1780392"/>
                  <a:gd name="connsiteY485" fmla="*/ 1134678 h 1369155"/>
                  <a:gd name="connsiteX486" fmla="*/ 1720197 w 1780392"/>
                  <a:gd name="connsiteY486" fmla="*/ 1117754 h 1369155"/>
                  <a:gd name="connsiteX487" fmla="*/ 1718388 w 1780392"/>
                  <a:gd name="connsiteY487" fmla="*/ 1109387 h 1369155"/>
                  <a:gd name="connsiteX488" fmla="*/ 1712676 w 1780392"/>
                  <a:gd name="connsiteY488" fmla="*/ 1103587 h 1369155"/>
                  <a:gd name="connsiteX489" fmla="*/ 1724672 w 1780392"/>
                  <a:gd name="connsiteY489" fmla="*/ 1091607 h 1369155"/>
                  <a:gd name="connsiteX490" fmla="*/ 1714009 w 1780392"/>
                  <a:gd name="connsiteY490" fmla="*/ 1076014 h 1369155"/>
                  <a:gd name="connsiteX491" fmla="*/ 1692682 w 1780392"/>
                  <a:gd name="connsiteY491" fmla="*/ 1078676 h 1369155"/>
                  <a:gd name="connsiteX492" fmla="*/ 1691349 w 1780392"/>
                  <a:gd name="connsiteY492" fmla="*/ 1062702 h 1369155"/>
                  <a:gd name="connsiteX493" fmla="*/ 1660216 w 1780392"/>
                  <a:gd name="connsiteY493" fmla="*/ 1070309 h 1369155"/>
                  <a:gd name="connsiteX494" fmla="*/ 1641175 w 1780392"/>
                  <a:gd name="connsiteY494" fmla="*/ 1078676 h 1369155"/>
                  <a:gd name="connsiteX495" fmla="*/ 1636319 w 1780392"/>
                  <a:gd name="connsiteY495" fmla="*/ 1070784 h 1369155"/>
                  <a:gd name="connsiteX496" fmla="*/ 1647839 w 1780392"/>
                  <a:gd name="connsiteY496" fmla="*/ 1065840 h 1369155"/>
                  <a:gd name="connsiteX497" fmla="*/ 1666024 w 1780392"/>
                  <a:gd name="connsiteY497" fmla="*/ 1059184 h 1369155"/>
                  <a:gd name="connsiteX498" fmla="*/ 1688303 w 1780392"/>
                  <a:gd name="connsiteY498" fmla="*/ 1050722 h 1369155"/>
                  <a:gd name="connsiteX499" fmla="*/ 1673641 w 1780392"/>
                  <a:gd name="connsiteY499" fmla="*/ 1041214 h 1369155"/>
                  <a:gd name="connsiteX500" fmla="*/ 1650981 w 1780392"/>
                  <a:gd name="connsiteY500" fmla="*/ 1032372 h 1369155"/>
                  <a:gd name="connsiteX501" fmla="*/ 1638985 w 1780392"/>
                  <a:gd name="connsiteY501" fmla="*/ 1030185 h 1369155"/>
                  <a:gd name="connsiteX502" fmla="*/ 1624704 w 1780392"/>
                  <a:gd name="connsiteY502" fmla="*/ 1020677 h 1369155"/>
                  <a:gd name="connsiteX503" fmla="*/ 1591000 w 1780392"/>
                  <a:gd name="connsiteY503" fmla="*/ 994910 h 1369155"/>
                  <a:gd name="connsiteX504" fmla="*/ 1593190 w 1780392"/>
                  <a:gd name="connsiteY504" fmla="*/ 989586 h 1369155"/>
                  <a:gd name="connsiteX505" fmla="*/ 1609185 w 1780392"/>
                  <a:gd name="connsiteY505" fmla="*/ 980743 h 1369155"/>
                  <a:gd name="connsiteX506" fmla="*/ 1601187 w 1780392"/>
                  <a:gd name="connsiteY506" fmla="*/ 971901 h 1369155"/>
                  <a:gd name="connsiteX507" fmla="*/ 1598521 w 1780392"/>
                  <a:gd name="connsiteY507" fmla="*/ 961157 h 1369155"/>
                  <a:gd name="connsiteX508" fmla="*/ 1585668 w 1780392"/>
                  <a:gd name="connsiteY508" fmla="*/ 946514 h 1369155"/>
                  <a:gd name="connsiteX509" fmla="*/ 1578052 w 1780392"/>
                  <a:gd name="connsiteY509" fmla="*/ 935010 h 1369155"/>
                  <a:gd name="connsiteX510" fmla="*/ 1570530 w 1780392"/>
                  <a:gd name="connsiteY510" fmla="*/ 919892 h 1369155"/>
                  <a:gd name="connsiteX511" fmla="*/ 1556725 w 1780392"/>
                  <a:gd name="connsiteY511" fmla="*/ 897738 h 1369155"/>
                  <a:gd name="connsiteX512" fmla="*/ 1546538 w 1780392"/>
                  <a:gd name="connsiteY512" fmla="*/ 879483 h 1369155"/>
                  <a:gd name="connsiteX513" fmla="*/ 1537588 w 1780392"/>
                  <a:gd name="connsiteY513" fmla="*/ 886138 h 1369155"/>
                  <a:gd name="connsiteX514" fmla="*/ 1528067 w 1780392"/>
                  <a:gd name="connsiteY514" fmla="*/ 899925 h 1369155"/>
                  <a:gd name="connsiteX515" fmla="*/ 1525401 w 1780392"/>
                  <a:gd name="connsiteY515" fmla="*/ 911905 h 1369155"/>
                  <a:gd name="connsiteX516" fmla="*/ 1521403 w 1780392"/>
                  <a:gd name="connsiteY516" fmla="*/ 923029 h 1369155"/>
                  <a:gd name="connsiteX517" fmla="*/ 1514357 w 1780392"/>
                  <a:gd name="connsiteY517" fmla="*/ 930541 h 1369155"/>
                  <a:gd name="connsiteX518" fmla="*/ 1502361 w 1780392"/>
                  <a:gd name="connsiteY518" fmla="*/ 932347 h 1369155"/>
                  <a:gd name="connsiteX519" fmla="*/ 1482368 w 1780392"/>
                  <a:gd name="connsiteY519" fmla="*/ 943852 h 1369155"/>
                  <a:gd name="connsiteX520" fmla="*/ 1471704 w 1780392"/>
                  <a:gd name="connsiteY520" fmla="*/ 935010 h 1369155"/>
                  <a:gd name="connsiteX521" fmla="*/ 1460089 w 1780392"/>
                  <a:gd name="connsiteY521" fmla="*/ 925502 h 1369155"/>
                  <a:gd name="connsiteX522" fmla="*/ 1449425 w 1780392"/>
                  <a:gd name="connsiteY522" fmla="*/ 918466 h 1369155"/>
                  <a:gd name="connsiteX523" fmla="*/ 1441428 w 1780392"/>
                  <a:gd name="connsiteY523" fmla="*/ 904679 h 1369155"/>
                  <a:gd name="connsiteX524" fmla="*/ 1439238 w 1780392"/>
                  <a:gd name="connsiteY524" fmla="*/ 882050 h 1369155"/>
                  <a:gd name="connsiteX525" fmla="*/ 1445903 w 1780392"/>
                  <a:gd name="connsiteY525" fmla="*/ 865126 h 1369155"/>
                  <a:gd name="connsiteX526" fmla="*/ 1435239 w 1780392"/>
                  <a:gd name="connsiteY526" fmla="*/ 864270 h 1369155"/>
                  <a:gd name="connsiteX527" fmla="*/ 1424100 w 1780392"/>
                  <a:gd name="connsiteY527" fmla="*/ 859801 h 1369155"/>
                  <a:gd name="connsiteX528" fmla="*/ 1400108 w 1780392"/>
                  <a:gd name="connsiteY528" fmla="*/ 851434 h 1369155"/>
                  <a:gd name="connsiteX529" fmla="*/ 1390587 w 1780392"/>
                  <a:gd name="connsiteY529" fmla="*/ 839834 h 1369155"/>
                  <a:gd name="connsiteX530" fmla="*/ 1381066 w 1780392"/>
                  <a:gd name="connsiteY530" fmla="*/ 832798 h 1369155"/>
                  <a:gd name="connsiteX531" fmla="*/ 1372688 w 1780392"/>
                  <a:gd name="connsiteY531" fmla="*/ 824812 h 1369155"/>
                  <a:gd name="connsiteX532" fmla="*/ 1358406 w 1780392"/>
                  <a:gd name="connsiteY532" fmla="*/ 817681 h 1369155"/>
                  <a:gd name="connsiteX533" fmla="*/ 1338413 w 1780392"/>
                  <a:gd name="connsiteY533" fmla="*/ 824336 h 1369155"/>
                  <a:gd name="connsiteX534" fmla="*/ 1320228 w 1780392"/>
                  <a:gd name="connsiteY534" fmla="*/ 821199 h 1369155"/>
                  <a:gd name="connsiteX535" fmla="*/ 1304233 w 1780392"/>
                  <a:gd name="connsiteY535" fmla="*/ 815874 h 1369155"/>
                  <a:gd name="connsiteX536" fmla="*/ 1277575 w 1780392"/>
                  <a:gd name="connsiteY536" fmla="*/ 815874 h 1369155"/>
                  <a:gd name="connsiteX537" fmla="*/ 1269101 w 1780392"/>
                  <a:gd name="connsiteY537" fmla="*/ 830516 h 1369155"/>
                  <a:gd name="connsiteX538" fmla="*/ 1281954 w 1780392"/>
                  <a:gd name="connsiteY538" fmla="*/ 844303 h 1369155"/>
                  <a:gd name="connsiteX539" fmla="*/ 1277099 w 1780392"/>
                  <a:gd name="connsiteY539" fmla="*/ 853811 h 1369155"/>
                  <a:gd name="connsiteX540" fmla="*/ 1270910 w 1780392"/>
                  <a:gd name="connsiteY540" fmla="*/ 863319 h 1369155"/>
                  <a:gd name="connsiteX541" fmla="*/ 1277099 w 1780392"/>
                  <a:gd name="connsiteY541" fmla="*/ 874444 h 1369155"/>
                  <a:gd name="connsiteX542" fmla="*/ 1285096 w 1780392"/>
                  <a:gd name="connsiteY542" fmla="*/ 892604 h 1369155"/>
                  <a:gd name="connsiteX543" fmla="*/ 1277099 w 1780392"/>
                  <a:gd name="connsiteY543" fmla="*/ 902112 h 1369155"/>
                  <a:gd name="connsiteX544" fmla="*/ 1271291 w 1780392"/>
                  <a:gd name="connsiteY544" fmla="*/ 915803 h 1369155"/>
                  <a:gd name="connsiteX545" fmla="*/ 1264626 w 1780392"/>
                  <a:gd name="connsiteY545" fmla="*/ 934819 h 1369155"/>
                  <a:gd name="connsiteX546" fmla="*/ 1294903 w 1780392"/>
                  <a:gd name="connsiteY546" fmla="*/ 958780 h 1369155"/>
                  <a:gd name="connsiteX547" fmla="*/ 1299282 w 1780392"/>
                  <a:gd name="connsiteY547" fmla="*/ 1002707 h 1369155"/>
                  <a:gd name="connsiteX548" fmla="*/ 1270720 w 1780392"/>
                  <a:gd name="connsiteY548" fmla="*/ 1030660 h 1369155"/>
                  <a:gd name="connsiteX549" fmla="*/ 1242728 w 1780392"/>
                  <a:gd name="connsiteY549" fmla="*/ 1040929 h 1369155"/>
                  <a:gd name="connsiteX550" fmla="*/ 1248060 w 1780392"/>
                  <a:gd name="connsiteY550" fmla="*/ 1059945 h 1369155"/>
                  <a:gd name="connsiteX551" fmla="*/ 1253392 w 1780392"/>
                  <a:gd name="connsiteY551" fmla="*/ 1079912 h 1369155"/>
                  <a:gd name="connsiteX552" fmla="*/ 1259104 w 1780392"/>
                  <a:gd name="connsiteY552" fmla="*/ 1103872 h 1369155"/>
                  <a:gd name="connsiteX553" fmla="*/ 1254725 w 1780392"/>
                  <a:gd name="connsiteY553" fmla="*/ 1120796 h 1369155"/>
                  <a:gd name="connsiteX554" fmla="*/ 1257771 w 1780392"/>
                  <a:gd name="connsiteY554" fmla="*/ 1130970 h 1369155"/>
                  <a:gd name="connsiteX555" fmla="*/ 1248917 w 1780392"/>
                  <a:gd name="connsiteY555" fmla="*/ 1130114 h 1369155"/>
                  <a:gd name="connsiteX556" fmla="*/ 1237778 w 1780392"/>
                  <a:gd name="connsiteY556" fmla="*/ 1142475 h 1369155"/>
                  <a:gd name="connsiteX557" fmla="*/ 1220926 w 1780392"/>
                  <a:gd name="connsiteY557" fmla="*/ 1136294 h 1369155"/>
                  <a:gd name="connsiteX558" fmla="*/ 1213785 w 1780392"/>
                  <a:gd name="connsiteY558" fmla="*/ 1122508 h 1369155"/>
                  <a:gd name="connsiteX559" fmla="*/ 1199599 w 1780392"/>
                  <a:gd name="connsiteY559" fmla="*/ 1108816 h 1369155"/>
                  <a:gd name="connsiteX560" fmla="*/ 1185794 w 1780392"/>
                  <a:gd name="connsiteY560" fmla="*/ 1091036 h 1369155"/>
                  <a:gd name="connsiteX561" fmla="*/ 1184461 w 1780392"/>
                  <a:gd name="connsiteY561" fmla="*/ 1060420 h 1369155"/>
                  <a:gd name="connsiteX562" fmla="*/ 1186651 w 1780392"/>
                  <a:gd name="connsiteY562" fmla="*/ 1044447 h 1369155"/>
                  <a:gd name="connsiteX563" fmla="*/ 1175607 w 1780392"/>
                  <a:gd name="connsiteY563" fmla="*/ 1031991 h 1369155"/>
                  <a:gd name="connsiteX564" fmla="*/ 1145331 w 1780392"/>
                  <a:gd name="connsiteY564" fmla="*/ 1030185 h 1369155"/>
                  <a:gd name="connsiteX565" fmla="*/ 1124480 w 1780392"/>
                  <a:gd name="connsiteY565" fmla="*/ 1026192 h 1369155"/>
                  <a:gd name="connsiteX566" fmla="*/ 1096965 w 1780392"/>
                  <a:gd name="connsiteY566" fmla="*/ 1012880 h 1369155"/>
                  <a:gd name="connsiteX567" fmla="*/ 1075543 w 1780392"/>
                  <a:gd name="connsiteY567" fmla="*/ 998238 h 1369155"/>
                  <a:gd name="connsiteX568" fmla="*/ 1057358 w 1780392"/>
                  <a:gd name="connsiteY568" fmla="*/ 987209 h 1369155"/>
                  <a:gd name="connsiteX569" fmla="*/ 1035556 w 1780392"/>
                  <a:gd name="connsiteY569" fmla="*/ 981884 h 1369155"/>
                  <a:gd name="connsiteX570" fmla="*/ 1008897 w 1780392"/>
                  <a:gd name="connsiteY570" fmla="*/ 971235 h 1369155"/>
                  <a:gd name="connsiteX571" fmla="*/ 979192 w 1780392"/>
                  <a:gd name="connsiteY571" fmla="*/ 980078 h 1369155"/>
                  <a:gd name="connsiteX572" fmla="*/ 981858 w 1780392"/>
                  <a:gd name="connsiteY572" fmla="*/ 970570 h 1369155"/>
                  <a:gd name="connsiteX573" fmla="*/ 972908 w 1780392"/>
                  <a:gd name="connsiteY573" fmla="*/ 945278 h 1369155"/>
                  <a:gd name="connsiteX574" fmla="*/ 958246 w 1780392"/>
                  <a:gd name="connsiteY574" fmla="*/ 927974 h 1369155"/>
                  <a:gd name="connsiteX575" fmla="*/ 936063 w 1780392"/>
                  <a:gd name="connsiteY575" fmla="*/ 922649 h 1369155"/>
                  <a:gd name="connsiteX576" fmla="*/ 935111 w 1780392"/>
                  <a:gd name="connsiteY576" fmla="*/ 884617 h 1369155"/>
                  <a:gd name="connsiteX577" fmla="*/ 948916 w 1780392"/>
                  <a:gd name="connsiteY577" fmla="*/ 851339 h 1369155"/>
                  <a:gd name="connsiteX578" fmla="*/ 963102 w 1780392"/>
                  <a:gd name="connsiteY578" fmla="*/ 839834 h 1369155"/>
                  <a:gd name="connsiteX579" fmla="*/ 971099 w 1780392"/>
                  <a:gd name="connsiteY579" fmla="*/ 824241 h 1369155"/>
                  <a:gd name="connsiteX580" fmla="*/ 979573 w 1780392"/>
                  <a:gd name="connsiteY580" fmla="*/ 815399 h 1369155"/>
                  <a:gd name="connsiteX581" fmla="*/ 984524 w 1780392"/>
                  <a:gd name="connsiteY581" fmla="*/ 809219 h 1369155"/>
                  <a:gd name="connsiteX582" fmla="*/ 994045 w 1780392"/>
                  <a:gd name="connsiteY582" fmla="*/ 803419 h 1369155"/>
                  <a:gd name="connsiteX583" fmla="*/ 1017085 w 1780392"/>
                  <a:gd name="connsiteY583" fmla="*/ 789632 h 1369155"/>
                  <a:gd name="connsiteX584" fmla="*/ 988523 w 1780392"/>
                  <a:gd name="connsiteY584" fmla="*/ 778603 h 1369155"/>
                  <a:gd name="connsiteX585" fmla="*/ 956914 w 1780392"/>
                  <a:gd name="connsiteY585" fmla="*/ 764816 h 1369155"/>
                  <a:gd name="connsiteX586" fmla="*/ 1002328 w 1780392"/>
                  <a:gd name="connsiteY586" fmla="*/ 772803 h 1369155"/>
                  <a:gd name="connsiteX587" fmla="*/ 1026320 w 1780392"/>
                  <a:gd name="connsiteY587" fmla="*/ 776321 h 1369155"/>
                  <a:gd name="connsiteX588" fmla="*/ 1031176 w 1780392"/>
                  <a:gd name="connsiteY588" fmla="*/ 759016 h 1369155"/>
                  <a:gd name="connsiteX589" fmla="*/ 1060976 w 1780392"/>
                  <a:gd name="connsiteY589" fmla="*/ 763960 h 1369155"/>
                  <a:gd name="connsiteX590" fmla="*/ 1089539 w 1780392"/>
                  <a:gd name="connsiteY590" fmla="*/ 734580 h 1369155"/>
                  <a:gd name="connsiteX591" fmla="*/ 1073924 w 1780392"/>
                  <a:gd name="connsiteY591" fmla="*/ 725072 h 1369155"/>
                  <a:gd name="connsiteX592" fmla="*/ 1039269 w 1780392"/>
                  <a:gd name="connsiteY592" fmla="*/ 713473 h 1369155"/>
                  <a:gd name="connsiteX593" fmla="*/ 1040601 w 1780392"/>
                  <a:gd name="connsiteY593" fmla="*/ 702443 h 1369155"/>
                  <a:gd name="connsiteX594" fmla="*/ 1080589 w 1780392"/>
                  <a:gd name="connsiteY594" fmla="*/ 721935 h 1369155"/>
                  <a:gd name="connsiteX595" fmla="*/ 1110865 w 1780392"/>
                  <a:gd name="connsiteY595" fmla="*/ 700161 h 1369155"/>
                  <a:gd name="connsiteX596" fmla="*/ 1099250 w 1780392"/>
                  <a:gd name="connsiteY596" fmla="*/ 688657 h 1369155"/>
                  <a:gd name="connsiteX597" fmla="*/ 1114864 w 1780392"/>
                  <a:gd name="connsiteY597" fmla="*/ 682001 h 1369155"/>
                  <a:gd name="connsiteX598" fmla="*/ 1127717 w 1780392"/>
                  <a:gd name="connsiteY598" fmla="*/ 691509 h 1369155"/>
                  <a:gd name="connsiteX599" fmla="*/ 1149044 w 1780392"/>
                  <a:gd name="connsiteY599" fmla="*/ 689322 h 1369155"/>
                  <a:gd name="connsiteX600" fmla="*/ 1137904 w 1780392"/>
                  <a:gd name="connsiteY600" fmla="*/ 675060 h 1369155"/>
                  <a:gd name="connsiteX601" fmla="*/ 1141522 w 1780392"/>
                  <a:gd name="connsiteY601" fmla="*/ 669736 h 1369155"/>
                  <a:gd name="connsiteX602" fmla="*/ 1155232 w 1780392"/>
                  <a:gd name="connsiteY602" fmla="*/ 681716 h 1369155"/>
                  <a:gd name="connsiteX603" fmla="*/ 1172560 w 1780392"/>
                  <a:gd name="connsiteY603" fmla="*/ 681716 h 1369155"/>
                  <a:gd name="connsiteX604" fmla="*/ 1190840 w 1780392"/>
                  <a:gd name="connsiteY604" fmla="*/ 667929 h 1369155"/>
                  <a:gd name="connsiteX605" fmla="*/ 1202360 w 1780392"/>
                  <a:gd name="connsiteY605" fmla="*/ 660418 h 1369155"/>
                  <a:gd name="connsiteX606" fmla="*/ 1192839 w 1780392"/>
                  <a:gd name="connsiteY606" fmla="*/ 638645 h 1369155"/>
                  <a:gd name="connsiteX607" fmla="*/ 1186175 w 1780392"/>
                  <a:gd name="connsiteY607" fmla="*/ 624478 h 1369155"/>
                  <a:gd name="connsiteX608" fmla="*/ 1186651 w 1780392"/>
                  <a:gd name="connsiteY608" fmla="*/ 616016 h 1369155"/>
                  <a:gd name="connsiteX609" fmla="*/ 1206645 w 1780392"/>
                  <a:gd name="connsiteY609" fmla="*/ 608884 h 1369155"/>
                  <a:gd name="connsiteX610" fmla="*/ 1201313 w 1780392"/>
                  <a:gd name="connsiteY610" fmla="*/ 596904 h 1369155"/>
                  <a:gd name="connsiteX611" fmla="*/ 1194648 w 1780392"/>
                  <a:gd name="connsiteY611" fmla="*/ 588062 h 1369155"/>
                  <a:gd name="connsiteX612" fmla="*/ 1179510 w 1780392"/>
                  <a:gd name="connsiteY612" fmla="*/ 577413 h 1369155"/>
                  <a:gd name="connsiteX613" fmla="*/ 1156851 w 1780392"/>
                  <a:gd name="connsiteY613" fmla="*/ 571233 h 1369155"/>
                  <a:gd name="connsiteX614" fmla="*/ 1125337 w 1780392"/>
                  <a:gd name="connsiteY614" fmla="*/ 568570 h 1369155"/>
                  <a:gd name="connsiteX615" fmla="*/ 1127146 w 1780392"/>
                  <a:gd name="connsiteY615" fmla="*/ 587587 h 1369155"/>
                  <a:gd name="connsiteX616" fmla="*/ 1133334 w 1780392"/>
                  <a:gd name="connsiteY616" fmla="*/ 597094 h 1369155"/>
                  <a:gd name="connsiteX617" fmla="*/ 1129812 w 1780392"/>
                  <a:gd name="connsiteY617" fmla="*/ 605937 h 1369155"/>
                  <a:gd name="connsiteX618" fmla="*/ 1116863 w 1780392"/>
                  <a:gd name="connsiteY618" fmla="*/ 614875 h 1369155"/>
                  <a:gd name="connsiteX619" fmla="*/ 1107343 w 1780392"/>
                  <a:gd name="connsiteY619" fmla="*/ 634841 h 1369155"/>
                  <a:gd name="connsiteX620" fmla="*/ 1098393 w 1780392"/>
                  <a:gd name="connsiteY620" fmla="*/ 622386 h 1369155"/>
                  <a:gd name="connsiteX621" fmla="*/ 1095727 w 1780392"/>
                  <a:gd name="connsiteY621" fmla="*/ 637979 h 1369155"/>
                  <a:gd name="connsiteX622" fmla="*/ 1103344 w 1780392"/>
                  <a:gd name="connsiteY622" fmla="*/ 650339 h 1369155"/>
                  <a:gd name="connsiteX623" fmla="*/ 1089062 w 1780392"/>
                  <a:gd name="connsiteY623" fmla="*/ 659847 h 1369155"/>
                  <a:gd name="connsiteX624" fmla="*/ 1077923 w 1780392"/>
                  <a:gd name="connsiteY624" fmla="*/ 651005 h 1369155"/>
                  <a:gd name="connsiteX625" fmla="*/ 1064594 w 1780392"/>
                  <a:gd name="connsiteY625" fmla="*/ 630087 h 1369155"/>
                  <a:gd name="connsiteX626" fmla="*/ 1073068 w 1780392"/>
                  <a:gd name="connsiteY626" fmla="*/ 621245 h 1369155"/>
                  <a:gd name="connsiteX627" fmla="*/ 1072591 w 1780392"/>
                  <a:gd name="connsiteY627" fmla="*/ 607934 h 1369155"/>
                  <a:gd name="connsiteX628" fmla="*/ 1059262 w 1780392"/>
                  <a:gd name="connsiteY628" fmla="*/ 594147 h 1369155"/>
                  <a:gd name="connsiteX629" fmla="*/ 1040221 w 1780392"/>
                  <a:gd name="connsiteY629" fmla="*/ 589678 h 1369155"/>
                  <a:gd name="connsiteX630" fmla="*/ 1032699 w 1780392"/>
                  <a:gd name="connsiteY630" fmla="*/ 603940 h 1369155"/>
                  <a:gd name="connsiteX631" fmla="*/ 1023845 w 1780392"/>
                  <a:gd name="connsiteY631" fmla="*/ 619914 h 1369155"/>
                  <a:gd name="connsiteX632" fmla="*/ 1017180 w 1780392"/>
                  <a:gd name="connsiteY632" fmla="*/ 595954 h 1369155"/>
                  <a:gd name="connsiteX633" fmla="*/ 1019846 w 1780392"/>
                  <a:gd name="connsiteY633" fmla="*/ 587491 h 1369155"/>
                  <a:gd name="connsiteX634" fmla="*/ 1024702 w 1780392"/>
                  <a:gd name="connsiteY634" fmla="*/ 579505 h 1369155"/>
                  <a:gd name="connsiteX635" fmla="*/ 1004708 w 1780392"/>
                  <a:gd name="connsiteY635" fmla="*/ 571518 h 1369155"/>
                  <a:gd name="connsiteX636" fmla="*/ 989570 w 1780392"/>
                  <a:gd name="connsiteY636" fmla="*/ 575511 h 1369155"/>
                  <a:gd name="connsiteX637" fmla="*/ 990522 w 1780392"/>
                  <a:gd name="connsiteY637" fmla="*/ 558207 h 1369155"/>
                  <a:gd name="connsiteX638" fmla="*/ 1002042 w 1780392"/>
                  <a:gd name="connsiteY638" fmla="*/ 554213 h 1369155"/>
                  <a:gd name="connsiteX639" fmla="*/ 989570 w 1780392"/>
                  <a:gd name="connsiteY639" fmla="*/ 541282 h 1369155"/>
                  <a:gd name="connsiteX640" fmla="*/ 971766 w 1780392"/>
                  <a:gd name="connsiteY640" fmla="*/ 530633 h 1369155"/>
                  <a:gd name="connsiteX641" fmla="*/ 972718 w 1780392"/>
                  <a:gd name="connsiteY641" fmla="*/ 512949 h 1369155"/>
                  <a:gd name="connsiteX642" fmla="*/ 946917 w 1780392"/>
                  <a:gd name="connsiteY642" fmla="*/ 495169 h 1369155"/>
                  <a:gd name="connsiteX643" fmla="*/ 942061 w 1780392"/>
                  <a:gd name="connsiteY643" fmla="*/ 486326 h 1369155"/>
                  <a:gd name="connsiteX644" fmla="*/ 956723 w 1780392"/>
                  <a:gd name="connsiteY644" fmla="*/ 475677 h 1369155"/>
                  <a:gd name="connsiteX645" fmla="*/ 959770 w 1780392"/>
                  <a:gd name="connsiteY645" fmla="*/ 462746 h 1369155"/>
                  <a:gd name="connsiteX646" fmla="*/ 961103 w 1780392"/>
                  <a:gd name="connsiteY646" fmla="*/ 456091 h 1369155"/>
                  <a:gd name="connsiteX647" fmla="*/ 992236 w 1780392"/>
                  <a:gd name="connsiteY647" fmla="*/ 458753 h 1369155"/>
                  <a:gd name="connsiteX648" fmla="*/ 1020798 w 1780392"/>
                  <a:gd name="connsiteY648" fmla="*/ 419294 h 1369155"/>
                  <a:gd name="connsiteX649" fmla="*/ 999852 w 1780392"/>
                  <a:gd name="connsiteY649" fmla="*/ 410357 h 1369155"/>
                  <a:gd name="connsiteX650" fmla="*/ 967006 w 1780392"/>
                  <a:gd name="connsiteY650" fmla="*/ 403321 h 1369155"/>
                  <a:gd name="connsiteX651" fmla="*/ 925209 w 1780392"/>
                  <a:gd name="connsiteY651" fmla="*/ 409977 h 1369155"/>
                  <a:gd name="connsiteX652" fmla="*/ 930541 w 1780392"/>
                  <a:gd name="connsiteY652" fmla="*/ 421957 h 1369155"/>
                  <a:gd name="connsiteX653" fmla="*/ 917688 w 1780392"/>
                  <a:gd name="connsiteY653" fmla="*/ 420626 h 1369155"/>
                  <a:gd name="connsiteX654" fmla="*/ 917688 w 1780392"/>
                  <a:gd name="connsiteY654" fmla="*/ 443730 h 1369155"/>
                  <a:gd name="connsiteX655" fmla="*/ 925209 w 1780392"/>
                  <a:gd name="connsiteY655" fmla="*/ 465884 h 1369155"/>
                  <a:gd name="connsiteX656" fmla="*/ 928732 w 1780392"/>
                  <a:gd name="connsiteY656" fmla="*/ 488988 h 1369155"/>
                  <a:gd name="connsiteX657" fmla="*/ 916355 w 1780392"/>
                  <a:gd name="connsiteY657" fmla="*/ 500493 h 1369155"/>
                  <a:gd name="connsiteX658" fmla="*/ 922543 w 1780392"/>
                  <a:gd name="connsiteY658" fmla="*/ 512473 h 1369155"/>
                  <a:gd name="connsiteX659" fmla="*/ 906072 w 1780392"/>
                  <a:gd name="connsiteY659" fmla="*/ 510667 h 1369155"/>
                  <a:gd name="connsiteX660" fmla="*/ 902074 w 1780392"/>
                  <a:gd name="connsiteY660" fmla="*/ 532440 h 1369155"/>
                  <a:gd name="connsiteX661" fmla="*/ 905692 w 1780392"/>
                  <a:gd name="connsiteY661" fmla="*/ 541948 h 1369155"/>
                  <a:gd name="connsiteX662" fmla="*/ 907024 w 1780392"/>
                  <a:gd name="connsiteY662" fmla="*/ 564577 h 1369155"/>
                  <a:gd name="connsiteX663" fmla="*/ 947393 w 1780392"/>
                  <a:gd name="connsiteY663" fmla="*/ 578744 h 1369155"/>
                  <a:gd name="connsiteX664" fmla="*/ 947393 w 1780392"/>
                  <a:gd name="connsiteY664" fmla="*/ 589013 h 1369155"/>
                  <a:gd name="connsiteX665" fmla="*/ 941109 w 1780392"/>
                  <a:gd name="connsiteY665" fmla="*/ 604986 h 1369155"/>
                  <a:gd name="connsiteX666" fmla="*/ 950630 w 1780392"/>
                  <a:gd name="connsiteY666" fmla="*/ 597855 h 1369155"/>
                  <a:gd name="connsiteX667" fmla="*/ 959484 w 1780392"/>
                  <a:gd name="connsiteY667" fmla="*/ 608980 h 1369155"/>
                  <a:gd name="connsiteX668" fmla="*/ 945774 w 1780392"/>
                  <a:gd name="connsiteY668" fmla="*/ 620960 h 1369155"/>
                  <a:gd name="connsiteX669" fmla="*/ 926161 w 1780392"/>
                  <a:gd name="connsiteY669" fmla="*/ 628946 h 1369155"/>
                  <a:gd name="connsiteX670" fmla="*/ 926161 w 1780392"/>
                  <a:gd name="connsiteY670" fmla="*/ 647962 h 1369155"/>
                  <a:gd name="connsiteX671" fmla="*/ 915498 w 1780392"/>
                  <a:gd name="connsiteY671" fmla="*/ 655569 h 1369155"/>
                  <a:gd name="connsiteX672" fmla="*/ 904835 w 1780392"/>
                  <a:gd name="connsiteY672" fmla="*/ 639120 h 1369155"/>
                  <a:gd name="connsiteX673" fmla="*/ 907501 w 1780392"/>
                  <a:gd name="connsiteY673" fmla="*/ 623527 h 1369155"/>
                  <a:gd name="connsiteX674" fmla="*/ 884460 w 1780392"/>
                  <a:gd name="connsiteY674" fmla="*/ 616871 h 1369155"/>
                  <a:gd name="connsiteX675" fmla="*/ 899122 w 1780392"/>
                  <a:gd name="connsiteY675" fmla="*/ 614684 h 1369155"/>
                  <a:gd name="connsiteX676" fmla="*/ 909786 w 1780392"/>
                  <a:gd name="connsiteY676" fmla="*/ 606698 h 1369155"/>
                  <a:gd name="connsiteX677" fmla="*/ 932826 w 1780392"/>
                  <a:gd name="connsiteY677" fmla="*/ 604891 h 1369155"/>
                  <a:gd name="connsiteX678" fmla="*/ 921782 w 1780392"/>
                  <a:gd name="connsiteY678" fmla="*/ 587587 h 1369155"/>
                  <a:gd name="connsiteX679" fmla="*/ 905787 w 1780392"/>
                  <a:gd name="connsiteY679" fmla="*/ 586255 h 1369155"/>
                  <a:gd name="connsiteX680" fmla="*/ 922162 w 1780392"/>
                  <a:gd name="connsiteY680" fmla="*/ 583213 h 1369155"/>
                  <a:gd name="connsiteX681" fmla="*/ 910166 w 1780392"/>
                  <a:gd name="connsiteY681" fmla="*/ 576082 h 1369155"/>
                  <a:gd name="connsiteX682" fmla="*/ 887412 w 1780392"/>
                  <a:gd name="connsiteY682" fmla="*/ 573420 h 1369155"/>
                  <a:gd name="connsiteX683" fmla="*/ 864276 w 1780392"/>
                  <a:gd name="connsiteY683" fmla="*/ 578744 h 1369155"/>
                  <a:gd name="connsiteX684" fmla="*/ 843806 w 1780392"/>
                  <a:gd name="connsiteY684" fmla="*/ 592436 h 1369155"/>
                  <a:gd name="connsiteX685" fmla="*/ 861610 w 1780392"/>
                  <a:gd name="connsiteY685" fmla="*/ 602704 h 1369155"/>
                  <a:gd name="connsiteX686" fmla="*/ 876748 w 1780392"/>
                  <a:gd name="connsiteY686" fmla="*/ 614209 h 1369155"/>
                  <a:gd name="connsiteX687" fmla="*/ 867227 w 1780392"/>
                  <a:gd name="connsiteY687" fmla="*/ 619533 h 1369155"/>
                  <a:gd name="connsiteX688" fmla="*/ 859230 w 1780392"/>
                  <a:gd name="connsiteY688" fmla="*/ 624858 h 1369155"/>
                  <a:gd name="connsiteX689" fmla="*/ 857897 w 1780392"/>
                  <a:gd name="connsiteY689" fmla="*/ 637789 h 1369155"/>
                  <a:gd name="connsiteX690" fmla="*/ 838855 w 1780392"/>
                  <a:gd name="connsiteY690" fmla="*/ 637789 h 1369155"/>
                  <a:gd name="connsiteX691" fmla="*/ 799725 w 1780392"/>
                  <a:gd name="connsiteY691" fmla="*/ 642638 h 1369155"/>
                  <a:gd name="connsiteX692" fmla="*/ 768211 w 1780392"/>
                  <a:gd name="connsiteY692" fmla="*/ 635127 h 1369155"/>
                  <a:gd name="connsiteX693" fmla="*/ 746789 w 1780392"/>
                  <a:gd name="connsiteY693" fmla="*/ 630182 h 1369155"/>
                  <a:gd name="connsiteX694" fmla="*/ 729080 w 1780392"/>
                  <a:gd name="connsiteY694" fmla="*/ 621340 h 1369155"/>
                  <a:gd name="connsiteX695" fmla="*/ 718798 w 1780392"/>
                  <a:gd name="connsiteY695" fmla="*/ 605366 h 1369155"/>
                  <a:gd name="connsiteX696" fmla="*/ 685951 w 1780392"/>
                  <a:gd name="connsiteY696" fmla="*/ 606698 h 1369155"/>
                  <a:gd name="connsiteX697" fmla="*/ 656627 w 1780392"/>
                  <a:gd name="connsiteY697" fmla="*/ 619533 h 1369155"/>
                  <a:gd name="connsiteX698" fmla="*/ 665481 w 1780392"/>
                  <a:gd name="connsiteY698" fmla="*/ 627996 h 1369155"/>
                  <a:gd name="connsiteX699" fmla="*/ 684523 w 1780392"/>
                  <a:gd name="connsiteY699" fmla="*/ 621815 h 1369155"/>
                  <a:gd name="connsiteX700" fmla="*/ 711181 w 1780392"/>
                  <a:gd name="connsiteY700" fmla="*/ 614209 h 1369155"/>
                  <a:gd name="connsiteX701" fmla="*/ 678334 w 1780392"/>
                  <a:gd name="connsiteY701" fmla="*/ 631514 h 1369155"/>
                  <a:gd name="connsiteX702" fmla="*/ 680524 w 1780392"/>
                  <a:gd name="connsiteY702" fmla="*/ 659087 h 1369155"/>
                  <a:gd name="connsiteX703" fmla="*/ 675669 w 1780392"/>
                  <a:gd name="connsiteY703" fmla="*/ 674205 h 1369155"/>
                  <a:gd name="connsiteX704" fmla="*/ 663196 w 1780392"/>
                  <a:gd name="connsiteY704" fmla="*/ 668880 h 1369155"/>
                  <a:gd name="connsiteX705" fmla="*/ 661007 w 1780392"/>
                  <a:gd name="connsiteY705" fmla="*/ 652431 h 1369155"/>
                  <a:gd name="connsiteX706" fmla="*/ 650819 w 1780392"/>
                  <a:gd name="connsiteY706" fmla="*/ 646631 h 1369155"/>
                  <a:gd name="connsiteX707" fmla="*/ 637490 w 1780392"/>
                  <a:gd name="connsiteY707" fmla="*/ 642258 h 1369155"/>
                  <a:gd name="connsiteX708" fmla="*/ 619686 w 1780392"/>
                  <a:gd name="connsiteY708" fmla="*/ 637789 h 1369155"/>
                  <a:gd name="connsiteX709" fmla="*/ 582745 w 1780392"/>
                  <a:gd name="connsiteY709" fmla="*/ 643969 h 1369155"/>
                  <a:gd name="connsiteX710" fmla="*/ 523716 w 1780392"/>
                  <a:gd name="connsiteY710" fmla="*/ 639976 h 1369155"/>
                  <a:gd name="connsiteX711" fmla="*/ 546376 w 1780392"/>
                  <a:gd name="connsiteY711" fmla="*/ 624478 h 1369155"/>
                  <a:gd name="connsiteX712" fmla="*/ 538759 w 1780392"/>
                  <a:gd name="connsiteY712" fmla="*/ 609360 h 1369155"/>
                  <a:gd name="connsiteX713" fmla="*/ 506388 w 1780392"/>
                  <a:gd name="connsiteY713" fmla="*/ 601373 h 1369155"/>
                  <a:gd name="connsiteX714" fmla="*/ 476969 w 1780392"/>
                  <a:gd name="connsiteY714" fmla="*/ 598711 h 1369155"/>
                  <a:gd name="connsiteX715" fmla="*/ 447645 w 1780392"/>
                  <a:gd name="connsiteY715" fmla="*/ 589203 h 1369155"/>
                  <a:gd name="connsiteX716" fmla="*/ 408610 w 1780392"/>
                  <a:gd name="connsiteY716" fmla="*/ 575892 h 1369155"/>
                  <a:gd name="connsiteX717" fmla="*/ 363195 w 1780392"/>
                  <a:gd name="connsiteY717" fmla="*/ 577698 h 1369155"/>
                  <a:gd name="connsiteX718" fmla="*/ 340155 w 1780392"/>
                  <a:gd name="connsiteY718" fmla="*/ 586065 h 1369155"/>
                  <a:gd name="connsiteX719" fmla="*/ 341012 w 1780392"/>
                  <a:gd name="connsiteY719" fmla="*/ 573229 h 1369155"/>
                  <a:gd name="connsiteX720" fmla="*/ 334347 w 1780392"/>
                  <a:gd name="connsiteY720" fmla="*/ 557731 h 1369155"/>
                  <a:gd name="connsiteX721" fmla="*/ 307213 w 1780392"/>
                  <a:gd name="connsiteY721" fmla="*/ 586255 h 1369155"/>
                  <a:gd name="connsiteX722" fmla="*/ 277032 w 1780392"/>
                  <a:gd name="connsiteY722" fmla="*/ 546322 h 1369155"/>
                  <a:gd name="connsiteX723" fmla="*/ 265036 w 1780392"/>
                  <a:gd name="connsiteY723" fmla="*/ 549935 h 1369155"/>
                  <a:gd name="connsiteX724" fmla="*/ 257895 w 1780392"/>
                  <a:gd name="connsiteY724" fmla="*/ 561439 h 1369155"/>
                  <a:gd name="connsiteX725" fmla="*/ 243328 w 1780392"/>
                  <a:gd name="connsiteY725" fmla="*/ 573800 h 1369155"/>
                  <a:gd name="connsiteX726" fmla="*/ 224287 w 1780392"/>
                  <a:gd name="connsiteY726" fmla="*/ 576937 h 1369155"/>
                  <a:gd name="connsiteX727" fmla="*/ 205245 w 1780392"/>
                  <a:gd name="connsiteY727" fmla="*/ 583118 h 1369155"/>
                  <a:gd name="connsiteX728" fmla="*/ 173350 w 1780392"/>
                  <a:gd name="connsiteY728" fmla="*/ 600042 h 1369155"/>
                  <a:gd name="connsiteX729" fmla="*/ 160021 w 1780392"/>
                  <a:gd name="connsiteY729" fmla="*/ 608884 h 1369155"/>
                  <a:gd name="connsiteX730" fmla="*/ 164877 w 1780392"/>
                  <a:gd name="connsiteY730" fmla="*/ 597760 h 1369155"/>
                  <a:gd name="connsiteX731" fmla="*/ 203626 w 1780392"/>
                  <a:gd name="connsiteY731" fmla="*/ 575606 h 1369155"/>
                  <a:gd name="connsiteX732" fmla="*/ 235140 w 1780392"/>
                  <a:gd name="connsiteY732" fmla="*/ 560489 h 1369155"/>
                  <a:gd name="connsiteX733" fmla="*/ 217812 w 1780392"/>
                  <a:gd name="connsiteY733" fmla="*/ 558302 h 1369155"/>
                  <a:gd name="connsiteX734" fmla="*/ 186299 w 1780392"/>
                  <a:gd name="connsiteY734" fmla="*/ 570282 h 1369155"/>
                  <a:gd name="connsiteX735" fmla="*/ 164020 w 1780392"/>
                  <a:gd name="connsiteY735" fmla="*/ 580931 h 1369155"/>
                  <a:gd name="connsiteX736" fmla="*/ 149834 w 1780392"/>
                  <a:gd name="connsiteY736" fmla="*/ 584924 h 1369155"/>
                  <a:gd name="connsiteX737" fmla="*/ 145359 w 1780392"/>
                  <a:gd name="connsiteY737" fmla="*/ 581787 h 1369155"/>
                  <a:gd name="connsiteX738" fmla="*/ 135267 w 1780392"/>
                  <a:gd name="connsiteY738" fmla="*/ 577413 h 1369155"/>
                  <a:gd name="connsiteX739" fmla="*/ 121938 w 1780392"/>
                  <a:gd name="connsiteY739" fmla="*/ 584449 h 1369155"/>
                  <a:gd name="connsiteX740" fmla="*/ 107752 w 1780392"/>
                  <a:gd name="connsiteY740" fmla="*/ 597380 h 1369155"/>
                  <a:gd name="connsiteX741" fmla="*/ 115749 w 1780392"/>
                  <a:gd name="connsiteY741" fmla="*/ 608884 h 1369155"/>
                  <a:gd name="connsiteX742" fmla="*/ 85473 w 1780392"/>
                  <a:gd name="connsiteY742" fmla="*/ 600898 h 1369155"/>
                  <a:gd name="connsiteX743" fmla="*/ 38821 w 1780392"/>
                  <a:gd name="connsiteY743" fmla="*/ 579124 h 1369155"/>
                  <a:gd name="connsiteX744" fmla="*/ 1785 w 1780392"/>
                  <a:gd name="connsiteY744" fmla="*/ 576177 h 1369155"/>
                  <a:gd name="connsiteX745" fmla="*/ 1785 w 1780392"/>
                  <a:gd name="connsiteY745" fmla="*/ 882906 h 1369155"/>
                  <a:gd name="connsiteX746" fmla="*/ 12448 w 1780392"/>
                  <a:gd name="connsiteY746" fmla="*/ 885092 h 1369155"/>
                  <a:gd name="connsiteX747" fmla="*/ 30824 w 1780392"/>
                  <a:gd name="connsiteY747" fmla="*/ 881575 h 1369155"/>
                  <a:gd name="connsiteX748" fmla="*/ 44438 w 1780392"/>
                  <a:gd name="connsiteY748" fmla="*/ 891083 h 1369155"/>
                  <a:gd name="connsiteX749" fmla="*/ 64623 w 1780392"/>
                  <a:gd name="connsiteY749" fmla="*/ 911240 h 1369155"/>
                  <a:gd name="connsiteX750" fmla="*/ 80046 w 1780392"/>
                  <a:gd name="connsiteY750" fmla="*/ 921318 h 1369155"/>
                  <a:gd name="connsiteX751" fmla="*/ 98421 w 1780392"/>
                  <a:gd name="connsiteY751" fmla="*/ 907056 h 1369155"/>
                  <a:gd name="connsiteX752" fmla="*/ 125651 w 1780392"/>
                  <a:gd name="connsiteY752" fmla="*/ 908292 h 1369155"/>
                  <a:gd name="connsiteX753" fmla="*/ 168875 w 1780392"/>
                  <a:gd name="connsiteY753" fmla="*/ 957449 h 1369155"/>
                  <a:gd name="connsiteX754" fmla="*/ 204483 w 1780392"/>
                  <a:gd name="connsiteY754" fmla="*/ 999474 h 1369155"/>
                  <a:gd name="connsiteX755" fmla="*/ 223525 w 1780392"/>
                  <a:gd name="connsiteY755" fmla="*/ 1020772 h 1369155"/>
                  <a:gd name="connsiteX756" fmla="*/ 227619 w 1780392"/>
                  <a:gd name="connsiteY756" fmla="*/ 1039122 h 1369155"/>
                  <a:gd name="connsiteX757" fmla="*/ 214004 w 1780392"/>
                  <a:gd name="connsiteY757" fmla="*/ 1048631 h 1369155"/>
                  <a:gd name="connsiteX758" fmla="*/ 222478 w 1780392"/>
                  <a:gd name="connsiteY758" fmla="*/ 1058804 h 1369155"/>
                  <a:gd name="connsiteX759" fmla="*/ 217146 w 1780392"/>
                  <a:gd name="connsiteY759" fmla="*/ 1067266 h 1369155"/>
                  <a:gd name="connsiteX760" fmla="*/ 220669 w 1780392"/>
                  <a:gd name="connsiteY760" fmla="*/ 1082289 h 1369155"/>
                  <a:gd name="connsiteX761" fmla="*/ 237997 w 1780392"/>
                  <a:gd name="connsiteY761" fmla="*/ 1081433 h 1369155"/>
                  <a:gd name="connsiteX762" fmla="*/ 242471 w 1780392"/>
                  <a:gd name="connsiteY762" fmla="*/ 1092938 h 1369155"/>
                  <a:gd name="connsiteX763" fmla="*/ 243718 w 1780392"/>
                  <a:gd name="connsiteY763" fmla="*/ 1100500 h 1369155"/>
                  <a:gd name="connsiteX764" fmla="*/ 250945 w 1780392"/>
                  <a:gd name="connsiteY764" fmla="*/ 1099689 h 1369155"/>
                  <a:gd name="connsiteX765" fmla="*/ 267321 w 1780392"/>
                  <a:gd name="connsiteY765" fmla="*/ 1109862 h 1369155"/>
                  <a:gd name="connsiteX766" fmla="*/ 268654 w 1780392"/>
                  <a:gd name="connsiteY766" fmla="*/ 1118705 h 1369155"/>
                  <a:gd name="connsiteX767" fmla="*/ 267797 w 1780392"/>
                  <a:gd name="connsiteY767" fmla="*/ 1130685 h 1369155"/>
                  <a:gd name="connsiteX768" fmla="*/ 272272 w 1780392"/>
                  <a:gd name="connsiteY768" fmla="*/ 1141334 h 1369155"/>
                  <a:gd name="connsiteX769" fmla="*/ 293598 w 1780392"/>
                  <a:gd name="connsiteY769" fmla="*/ 1149320 h 1369155"/>
                  <a:gd name="connsiteX770" fmla="*/ 307403 w 1780392"/>
                  <a:gd name="connsiteY770" fmla="*/ 1157783 h 1369155"/>
                  <a:gd name="connsiteX771" fmla="*/ 324731 w 1780392"/>
                  <a:gd name="connsiteY771" fmla="*/ 1163107 h 1369155"/>
                  <a:gd name="connsiteX772" fmla="*/ 332253 w 1780392"/>
                  <a:gd name="connsiteY772" fmla="*/ 1175087 h 1369155"/>
                  <a:gd name="connsiteX773" fmla="*/ 347391 w 1780392"/>
                  <a:gd name="connsiteY773" fmla="*/ 1177369 h 1369155"/>
                  <a:gd name="connsiteX774" fmla="*/ 359387 w 1780392"/>
                  <a:gd name="connsiteY774" fmla="*/ 1183074 h 1369155"/>
                  <a:gd name="connsiteX775" fmla="*/ 374716 w 1780392"/>
                  <a:gd name="connsiteY775" fmla="*/ 1202090 h 1369155"/>
                  <a:gd name="connsiteX776" fmla="*/ 926923 w 1780392"/>
                  <a:gd name="connsiteY776" fmla="*/ 1199142 h 1369155"/>
                  <a:gd name="connsiteX777" fmla="*/ 933778 w 1780392"/>
                  <a:gd name="connsiteY777" fmla="*/ 1190205 h 1369155"/>
                  <a:gd name="connsiteX778" fmla="*/ 942156 w 1780392"/>
                  <a:gd name="connsiteY778" fmla="*/ 1205608 h 1369155"/>
                  <a:gd name="connsiteX779" fmla="*/ 959294 w 1780392"/>
                  <a:gd name="connsiteY779" fmla="*/ 1211503 h 1369155"/>
                  <a:gd name="connsiteX780" fmla="*/ 977669 w 1780392"/>
                  <a:gd name="connsiteY780" fmla="*/ 1212073 h 1369155"/>
                  <a:gd name="connsiteX781" fmla="*/ 994235 w 1780392"/>
                  <a:gd name="connsiteY781" fmla="*/ 1218539 h 1369155"/>
                  <a:gd name="connsiteX782" fmla="*/ 1011468 w 1780392"/>
                  <a:gd name="connsiteY782" fmla="*/ 1221581 h 1369155"/>
                  <a:gd name="connsiteX783" fmla="*/ 1040030 w 1780392"/>
                  <a:gd name="connsiteY783" fmla="*/ 1225575 h 1369155"/>
                  <a:gd name="connsiteX784" fmla="*/ 1066117 w 1780392"/>
                  <a:gd name="connsiteY784" fmla="*/ 1201139 h 1369155"/>
                  <a:gd name="connsiteX785" fmla="*/ 1108866 w 1780392"/>
                  <a:gd name="connsiteY785" fmla="*/ 1218824 h 1369155"/>
                  <a:gd name="connsiteX786" fmla="*/ 1130192 w 1780392"/>
                  <a:gd name="connsiteY786" fmla="*/ 1233942 h 1369155"/>
                  <a:gd name="connsiteX787" fmla="*/ 1141427 w 1780392"/>
                  <a:gd name="connsiteY787" fmla="*/ 1261895 h 1369155"/>
                  <a:gd name="connsiteX788" fmla="*/ 1152852 w 1780392"/>
                  <a:gd name="connsiteY788" fmla="*/ 1269882 h 1369155"/>
                  <a:gd name="connsiteX789" fmla="*/ 1183509 w 1780392"/>
                  <a:gd name="connsiteY789" fmla="*/ 1273875 h 1369155"/>
                  <a:gd name="connsiteX790" fmla="*/ 1220831 w 1780392"/>
                  <a:gd name="connsiteY790" fmla="*/ 1283384 h 1369155"/>
                  <a:gd name="connsiteX791" fmla="*/ 1227971 w 1780392"/>
                  <a:gd name="connsiteY791" fmla="*/ 1310862 h 1369155"/>
                  <a:gd name="connsiteX792" fmla="*/ 1202170 w 1780392"/>
                  <a:gd name="connsiteY792" fmla="*/ 1304682 h 1369155"/>
                  <a:gd name="connsiteX793" fmla="*/ 1195981 w 1780392"/>
                  <a:gd name="connsiteY793" fmla="*/ 1322461 h 1369155"/>
                  <a:gd name="connsiteX794" fmla="*/ 1181700 w 1780392"/>
                  <a:gd name="connsiteY794" fmla="*/ 1353553 h 1369155"/>
                  <a:gd name="connsiteX795" fmla="*/ 1181700 w 1780392"/>
                  <a:gd name="connsiteY795" fmla="*/ 1353553 h 1369155"/>
                  <a:gd name="connsiteX796" fmla="*/ 1184937 w 1780392"/>
                  <a:gd name="connsiteY796" fmla="*/ 1369241 h 1369155"/>
                  <a:gd name="connsiteX797" fmla="*/ 1209786 w 1780392"/>
                  <a:gd name="connsiteY797" fmla="*/ 1356500 h 1369155"/>
                  <a:gd name="connsiteX798" fmla="*/ 1235493 w 1780392"/>
                  <a:gd name="connsiteY798" fmla="*/ 1359162 h 1369155"/>
                  <a:gd name="connsiteX799" fmla="*/ 1247965 w 1780392"/>
                  <a:gd name="connsiteY799" fmla="*/ 1354694 h 1369155"/>
                  <a:gd name="connsiteX800" fmla="*/ 1247965 w 1780392"/>
                  <a:gd name="connsiteY800" fmla="*/ 1356690 h 1369155"/>
                  <a:gd name="connsiteX801" fmla="*/ 1253868 w 1780392"/>
                  <a:gd name="connsiteY801" fmla="*/ 1351746 h 1369155"/>
                  <a:gd name="connsiteX802" fmla="*/ 1252725 w 1780392"/>
                  <a:gd name="connsiteY802" fmla="*/ 1343760 h 1369155"/>
                  <a:gd name="connsiteX803" fmla="*/ 1238444 w 1780392"/>
                  <a:gd name="connsiteY803" fmla="*/ 1339576 h 1369155"/>
                  <a:gd name="connsiteX804" fmla="*/ 1279384 w 1780392"/>
                  <a:gd name="connsiteY804" fmla="*/ 1323602 h 1369155"/>
                  <a:gd name="connsiteX805" fmla="*/ 1307089 w 1780392"/>
                  <a:gd name="connsiteY805" fmla="*/ 1321606 h 1369155"/>
                  <a:gd name="connsiteX806" fmla="*/ 1333843 w 1780392"/>
                  <a:gd name="connsiteY806" fmla="*/ 1301449 h 1369155"/>
                  <a:gd name="connsiteX807" fmla="*/ 1401536 w 1780392"/>
                  <a:gd name="connsiteY807" fmla="*/ 1300783 h 1369155"/>
                  <a:gd name="connsiteX808" fmla="*/ 1426480 w 1780392"/>
                  <a:gd name="connsiteY808" fmla="*/ 1274826 h 1369155"/>
                  <a:gd name="connsiteX809" fmla="*/ 1451901 w 1780392"/>
                  <a:gd name="connsiteY809" fmla="*/ 1239266 h 1369155"/>
                  <a:gd name="connsiteX810" fmla="*/ 1478559 w 1780392"/>
                  <a:gd name="connsiteY810" fmla="*/ 1246968 h 1369155"/>
                  <a:gd name="connsiteX811" fmla="*/ 1495506 w 1780392"/>
                  <a:gd name="connsiteY811" fmla="*/ 1302685 h 1369155"/>
                  <a:gd name="connsiteX812" fmla="*/ 1516547 w 1780392"/>
                  <a:gd name="connsiteY812" fmla="*/ 1293842 h 1369155"/>
                  <a:gd name="connsiteX813" fmla="*/ 1540064 w 1780392"/>
                  <a:gd name="connsiteY813" fmla="*/ 1277013 h 1369155"/>
                  <a:gd name="connsiteX814" fmla="*/ 1541397 w 1780392"/>
                  <a:gd name="connsiteY814" fmla="*/ 1285475 h 1369155"/>
                  <a:gd name="connsiteX815" fmla="*/ 1559676 w 1780392"/>
                  <a:gd name="connsiteY815" fmla="*/ 1292511 h 1369155"/>
                  <a:gd name="connsiteX816" fmla="*/ 1544538 w 1780392"/>
                  <a:gd name="connsiteY816" fmla="*/ 1296505 h 1369155"/>
                  <a:gd name="connsiteX817" fmla="*/ 1518737 w 1780392"/>
                  <a:gd name="connsiteY817" fmla="*/ 1309911 h 1369155"/>
                  <a:gd name="connsiteX818" fmla="*/ 1516547 w 1780392"/>
                  <a:gd name="connsiteY818" fmla="*/ 1332065 h 1369155"/>
                  <a:gd name="connsiteX819" fmla="*/ 1542729 w 1780392"/>
                  <a:gd name="connsiteY819" fmla="*/ 1327215 h 1369155"/>
                  <a:gd name="connsiteX820" fmla="*/ 1561771 w 1780392"/>
                  <a:gd name="connsiteY820" fmla="*/ 1310767 h 1369155"/>
                  <a:gd name="connsiteX821" fmla="*/ 1607947 w 1780392"/>
                  <a:gd name="connsiteY821" fmla="*/ 1298311 h 1369155"/>
                  <a:gd name="connsiteX822" fmla="*/ 1611946 w 1780392"/>
                  <a:gd name="connsiteY822" fmla="*/ 1288138 h 1369155"/>
                  <a:gd name="connsiteX823" fmla="*/ 1638604 w 1780392"/>
                  <a:gd name="connsiteY823" fmla="*/ 1278630 h 1369155"/>
                  <a:gd name="connsiteX824" fmla="*/ 1631273 w 1780392"/>
                  <a:gd name="connsiteY824" fmla="*/ 1270643 h 1369155"/>
                  <a:gd name="connsiteX825" fmla="*/ 474494 w 1780392"/>
                  <a:gd name="connsiteY825" fmla="*/ 695407 h 1369155"/>
                  <a:gd name="connsiteX826" fmla="*/ 446979 w 1780392"/>
                  <a:gd name="connsiteY826" fmla="*/ 709860 h 1369155"/>
                  <a:gd name="connsiteX827" fmla="*/ 433554 w 1780392"/>
                  <a:gd name="connsiteY827" fmla="*/ 717941 h 1369155"/>
                  <a:gd name="connsiteX828" fmla="*/ 427556 w 1780392"/>
                  <a:gd name="connsiteY828" fmla="*/ 728590 h 1369155"/>
                  <a:gd name="connsiteX829" fmla="*/ 401850 w 1780392"/>
                  <a:gd name="connsiteY829" fmla="*/ 739810 h 1369155"/>
                  <a:gd name="connsiteX830" fmla="*/ 416322 w 1780392"/>
                  <a:gd name="connsiteY830" fmla="*/ 715184 h 1369155"/>
                  <a:gd name="connsiteX831" fmla="*/ 392615 w 1780392"/>
                  <a:gd name="connsiteY831" fmla="*/ 729636 h 1369155"/>
                  <a:gd name="connsiteX832" fmla="*/ 374620 w 1780392"/>
                  <a:gd name="connsiteY832" fmla="*/ 735626 h 1369155"/>
                  <a:gd name="connsiteX833" fmla="*/ 365766 w 1780392"/>
                  <a:gd name="connsiteY833" fmla="*/ 728210 h 1369155"/>
                  <a:gd name="connsiteX834" fmla="*/ 377096 w 1780392"/>
                  <a:gd name="connsiteY834" fmla="*/ 716515 h 1369155"/>
                  <a:gd name="connsiteX835" fmla="*/ 378143 w 1780392"/>
                  <a:gd name="connsiteY835" fmla="*/ 703870 h 1369155"/>
                  <a:gd name="connsiteX836" fmla="*/ 400041 w 1780392"/>
                  <a:gd name="connsiteY836" fmla="*/ 700637 h 1369155"/>
                  <a:gd name="connsiteX837" fmla="*/ 374906 w 1780392"/>
                  <a:gd name="connsiteY837" fmla="*/ 691889 h 1369155"/>
                  <a:gd name="connsiteX838" fmla="*/ 336061 w 1780392"/>
                  <a:gd name="connsiteY838" fmla="*/ 698165 h 1369155"/>
                  <a:gd name="connsiteX839" fmla="*/ 389092 w 1780392"/>
                  <a:gd name="connsiteY839" fmla="*/ 682667 h 1369155"/>
                  <a:gd name="connsiteX840" fmla="*/ 438600 w 1780392"/>
                  <a:gd name="connsiteY840" fmla="*/ 673159 h 1369155"/>
                  <a:gd name="connsiteX841" fmla="*/ 429079 w 1780392"/>
                  <a:gd name="connsiteY841" fmla="*/ 691129 h 1369155"/>
                  <a:gd name="connsiteX842" fmla="*/ 462974 w 1780392"/>
                  <a:gd name="connsiteY842" fmla="*/ 686565 h 1369155"/>
                  <a:gd name="connsiteX843" fmla="*/ 474494 w 1780392"/>
                  <a:gd name="connsiteY843" fmla="*/ 695407 h 1369155"/>
                  <a:gd name="connsiteX844" fmla="*/ 586935 w 1780392"/>
                  <a:gd name="connsiteY844" fmla="*/ 838028 h 1369155"/>
                  <a:gd name="connsiteX845" fmla="*/ 562180 w 1780392"/>
                  <a:gd name="connsiteY845" fmla="*/ 848962 h 1369155"/>
                  <a:gd name="connsiteX846" fmla="*/ 545233 w 1780392"/>
                  <a:gd name="connsiteY846" fmla="*/ 864175 h 1369155"/>
                  <a:gd name="connsiteX847" fmla="*/ 490774 w 1780392"/>
                  <a:gd name="connsiteY847" fmla="*/ 858470 h 1369155"/>
                  <a:gd name="connsiteX848" fmla="*/ 511244 w 1780392"/>
                  <a:gd name="connsiteY848" fmla="*/ 851814 h 1369155"/>
                  <a:gd name="connsiteX849" fmla="*/ 527144 w 1780392"/>
                  <a:gd name="connsiteY849" fmla="*/ 836221 h 1369155"/>
                  <a:gd name="connsiteX850" fmla="*/ 520860 w 1780392"/>
                  <a:gd name="connsiteY850" fmla="*/ 817205 h 1369155"/>
                  <a:gd name="connsiteX851" fmla="*/ 549423 w 1780392"/>
                  <a:gd name="connsiteY851" fmla="*/ 817205 h 1369155"/>
                  <a:gd name="connsiteX852" fmla="*/ 580175 w 1780392"/>
                  <a:gd name="connsiteY852" fmla="*/ 828520 h 1369155"/>
                  <a:gd name="connsiteX853" fmla="*/ 634539 w 1780392"/>
                  <a:gd name="connsiteY853" fmla="*/ 808363 h 1369155"/>
                  <a:gd name="connsiteX854" fmla="*/ 586935 w 1780392"/>
                  <a:gd name="connsiteY854" fmla="*/ 837933 h 1369155"/>
                  <a:gd name="connsiteX855" fmla="*/ 896171 w 1780392"/>
                  <a:gd name="connsiteY855" fmla="*/ 1160635 h 1369155"/>
                  <a:gd name="connsiteX856" fmla="*/ 879319 w 1780392"/>
                  <a:gd name="connsiteY856" fmla="*/ 1125170 h 1369155"/>
                  <a:gd name="connsiteX857" fmla="*/ 849138 w 1780392"/>
                  <a:gd name="connsiteY857" fmla="*/ 1080768 h 1369155"/>
                  <a:gd name="connsiteX858" fmla="*/ 865702 w 1780392"/>
                  <a:gd name="connsiteY858" fmla="*/ 1068536 h 1369155"/>
                  <a:gd name="connsiteX859" fmla="*/ 873987 w 1780392"/>
                  <a:gd name="connsiteY859" fmla="*/ 1072781 h 1369155"/>
                  <a:gd name="connsiteX860" fmla="*/ 897980 w 1780392"/>
                  <a:gd name="connsiteY860" fmla="*/ 1129829 h 1369155"/>
                  <a:gd name="connsiteX861" fmla="*/ 896171 w 1780392"/>
                  <a:gd name="connsiteY861" fmla="*/ 1160540 h 1369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</a:cxnLst>
                <a:rect l="l" t="t" r="r" b="b"/>
                <a:pathLst>
                  <a:path w="1780392" h="1369155">
                    <a:moveTo>
                      <a:pt x="354246" y="1200093"/>
                    </a:moveTo>
                    <a:cubicBezTo>
                      <a:pt x="348533" y="1193818"/>
                      <a:pt x="333395" y="1195149"/>
                      <a:pt x="331205" y="1189444"/>
                    </a:cubicBezTo>
                    <a:cubicBezTo>
                      <a:pt x="329016" y="1183739"/>
                      <a:pt x="315210" y="1162822"/>
                      <a:pt x="307594" y="1163202"/>
                    </a:cubicBezTo>
                    <a:cubicBezTo>
                      <a:pt x="298459" y="1164650"/>
                      <a:pt x="289113" y="1162613"/>
                      <a:pt x="281412" y="1157497"/>
                    </a:cubicBezTo>
                    <a:cubicBezTo>
                      <a:pt x="272557" y="1150842"/>
                      <a:pt x="266749" y="1150366"/>
                      <a:pt x="260466" y="1154360"/>
                    </a:cubicBezTo>
                    <a:cubicBezTo>
                      <a:pt x="254182" y="1158353"/>
                      <a:pt x="267130" y="1159209"/>
                      <a:pt x="266749" y="1163868"/>
                    </a:cubicBezTo>
                    <a:cubicBezTo>
                      <a:pt x="266369" y="1168527"/>
                      <a:pt x="270748" y="1170999"/>
                      <a:pt x="276270" y="1170048"/>
                    </a:cubicBezTo>
                    <a:cubicBezTo>
                      <a:pt x="281792" y="1169097"/>
                      <a:pt x="284649" y="1180317"/>
                      <a:pt x="290076" y="1180792"/>
                    </a:cubicBezTo>
                    <a:cubicBezTo>
                      <a:pt x="295502" y="1181267"/>
                      <a:pt x="297121" y="1189634"/>
                      <a:pt x="303405" y="1189634"/>
                    </a:cubicBezTo>
                    <a:cubicBezTo>
                      <a:pt x="309688" y="1189634"/>
                      <a:pt x="310926" y="1196670"/>
                      <a:pt x="314068" y="1200664"/>
                    </a:cubicBezTo>
                    <a:cubicBezTo>
                      <a:pt x="317210" y="1204657"/>
                      <a:pt x="324255" y="1201139"/>
                      <a:pt x="324255" y="1205133"/>
                    </a:cubicBezTo>
                    <a:cubicBezTo>
                      <a:pt x="324255" y="1209126"/>
                      <a:pt x="331396" y="1211978"/>
                      <a:pt x="333110" y="1216447"/>
                    </a:cubicBezTo>
                    <a:cubicBezTo>
                      <a:pt x="343587" y="1218403"/>
                      <a:pt x="354337" y="1218403"/>
                      <a:pt x="364814" y="1216447"/>
                    </a:cubicBezTo>
                    <a:cubicBezTo>
                      <a:pt x="364876" y="1213567"/>
                      <a:pt x="365592" y="1210738"/>
                      <a:pt x="366909" y="1208175"/>
                    </a:cubicBezTo>
                    <a:cubicBezTo>
                      <a:pt x="369574" y="1202280"/>
                      <a:pt x="359768" y="1206273"/>
                      <a:pt x="354246" y="1200093"/>
                    </a:cubicBezTo>
                    <a:close/>
                    <a:moveTo>
                      <a:pt x="338917" y="494788"/>
                    </a:moveTo>
                    <a:cubicBezTo>
                      <a:pt x="354912" y="498401"/>
                      <a:pt x="356626" y="526735"/>
                      <a:pt x="367480" y="526735"/>
                    </a:cubicBezTo>
                    <a:cubicBezTo>
                      <a:pt x="374620" y="526735"/>
                      <a:pt x="369289" y="517893"/>
                      <a:pt x="380809" y="517893"/>
                    </a:cubicBezTo>
                    <a:cubicBezTo>
                      <a:pt x="392329" y="517893"/>
                      <a:pt x="389758" y="511712"/>
                      <a:pt x="400422" y="512568"/>
                    </a:cubicBezTo>
                    <a:cubicBezTo>
                      <a:pt x="411085" y="513424"/>
                      <a:pt x="419463" y="509906"/>
                      <a:pt x="419463" y="497450"/>
                    </a:cubicBezTo>
                    <a:cubicBezTo>
                      <a:pt x="419463" y="484995"/>
                      <a:pt x="427461" y="480621"/>
                      <a:pt x="438505" y="478434"/>
                    </a:cubicBezTo>
                    <a:cubicBezTo>
                      <a:pt x="449549" y="476248"/>
                      <a:pt x="439457" y="462461"/>
                      <a:pt x="454500" y="458943"/>
                    </a:cubicBezTo>
                    <a:cubicBezTo>
                      <a:pt x="476679" y="452267"/>
                      <a:pt x="498117" y="443347"/>
                      <a:pt x="518480" y="432320"/>
                    </a:cubicBezTo>
                    <a:cubicBezTo>
                      <a:pt x="525621" y="426901"/>
                      <a:pt x="509626" y="419865"/>
                      <a:pt x="493631" y="410072"/>
                    </a:cubicBezTo>
                    <a:cubicBezTo>
                      <a:pt x="477636" y="400278"/>
                      <a:pt x="465068" y="397616"/>
                      <a:pt x="452786" y="405603"/>
                    </a:cubicBezTo>
                    <a:cubicBezTo>
                      <a:pt x="440504" y="413590"/>
                      <a:pt x="450120" y="396760"/>
                      <a:pt x="440314" y="401229"/>
                    </a:cubicBezTo>
                    <a:cubicBezTo>
                      <a:pt x="430508" y="405698"/>
                      <a:pt x="403849" y="394098"/>
                      <a:pt x="400327" y="389629"/>
                    </a:cubicBezTo>
                    <a:cubicBezTo>
                      <a:pt x="396804" y="385161"/>
                      <a:pt x="348724" y="399137"/>
                      <a:pt x="337204" y="399137"/>
                    </a:cubicBezTo>
                    <a:cubicBezTo>
                      <a:pt x="325683" y="399137"/>
                      <a:pt x="338060" y="411593"/>
                      <a:pt x="346058" y="418154"/>
                    </a:cubicBezTo>
                    <a:cubicBezTo>
                      <a:pt x="354055" y="424714"/>
                      <a:pt x="327016" y="443920"/>
                      <a:pt x="331872" y="448389"/>
                    </a:cubicBezTo>
                    <a:cubicBezTo>
                      <a:pt x="336728" y="452858"/>
                      <a:pt x="326540" y="464363"/>
                      <a:pt x="314068" y="478529"/>
                    </a:cubicBezTo>
                    <a:cubicBezTo>
                      <a:pt x="301596" y="492696"/>
                      <a:pt x="322922" y="491270"/>
                      <a:pt x="338917" y="494788"/>
                    </a:cubicBezTo>
                    <a:close/>
                    <a:moveTo>
                      <a:pt x="783349" y="567620"/>
                    </a:moveTo>
                    <a:cubicBezTo>
                      <a:pt x="788681" y="561439"/>
                      <a:pt x="810864" y="580075"/>
                      <a:pt x="811912" y="566764"/>
                    </a:cubicBezTo>
                    <a:cubicBezTo>
                      <a:pt x="812959" y="553453"/>
                      <a:pt x="787062" y="547177"/>
                      <a:pt x="776399" y="540141"/>
                    </a:cubicBezTo>
                    <a:cubicBezTo>
                      <a:pt x="765736" y="533106"/>
                      <a:pt x="761261" y="536528"/>
                      <a:pt x="744409" y="524073"/>
                    </a:cubicBezTo>
                    <a:cubicBezTo>
                      <a:pt x="727557" y="511617"/>
                      <a:pt x="748884" y="505057"/>
                      <a:pt x="736411" y="495549"/>
                    </a:cubicBezTo>
                    <a:cubicBezTo>
                      <a:pt x="723939" y="486041"/>
                      <a:pt x="719464" y="459133"/>
                      <a:pt x="728414" y="450291"/>
                    </a:cubicBezTo>
                    <a:cubicBezTo>
                      <a:pt x="737364" y="441448"/>
                      <a:pt x="747456" y="428042"/>
                      <a:pt x="731080" y="421767"/>
                    </a:cubicBezTo>
                    <a:cubicBezTo>
                      <a:pt x="714704" y="415491"/>
                      <a:pt x="689283" y="427091"/>
                      <a:pt x="691949" y="430609"/>
                    </a:cubicBezTo>
                    <a:cubicBezTo>
                      <a:pt x="694615" y="434127"/>
                      <a:pt x="716799" y="446583"/>
                      <a:pt x="716799" y="451907"/>
                    </a:cubicBezTo>
                    <a:cubicBezTo>
                      <a:pt x="716799" y="457231"/>
                      <a:pt x="696424" y="436884"/>
                      <a:pt x="689283" y="441258"/>
                    </a:cubicBezTo>
                    <a:cubicBezTo>
                      <a:pt x="682143" y="445632"/>
                      <a:pt x="674145" y="432416"/>
                      <a:pt x="667957" y="441258"/>
                    </a:cubicBezTo>
                    <a:cubicBezTo>
                      <a:pt x="661768" y="450100"/>
                      <a:pt x="675954" y="481192"/>
                      <a:pt x="681286" y="490129"/>
                    </a:cubicBezTo>
                    <a:cubicBezTo>
                      <a:pt x="686618" y="499067"/>
                      <a:pt x="675954" y="498972"/>
                      <a:pt x="668814" y="500778"/>
                    </a:cubicBezTo>
                    <a:cubicBezTo>
                      <a:pt x="661673" y="502585"/>
                      <a:pt x="660816" y="475867"/>
                      <a:pt x="653771" y="466169"/>
                    </a:cubicBezTo>
                    <a:cubicBezTo>
                      <a:pt x="646725" y="456471"/>
                      <a:pt x="618163" y="444871"/>
                      <a:pt x="616354" y="451907"/>
                    </a:cubicBezTo>
                    <a:cubicBezTo>
                      <a:pt x="614545" y="458943"/>
                      <a:pt x="634158" y="459038"/>
                      <a:pt x="631492" y="468831"/>
                    </a:cubicBezTo>
                    <a:cubicBezTo>
                      <a:pt x="628826" y="478625"/>
                      <a:pt x="618163" y="462556"/>
                      <a:pt x="608356" y="470543"/>
                    </a:cubicBezTo>
                    <a:cubicBezTo>
                      <a:pt x="598550" y="478529"/>
                      <a:pt x="600359" y="473205"/>
                      <a:pt x="602168" y="465218"/>
                    </a:cubicBezTo>
                    <a:cubicBezTo>
                      <a:pt x="603977" y="457231"/>
                      <a:pt x="587982" y="448389"/>
                      <a:pt x="570178" y="450196"/>
                    </a:cubicBezTo>
                    <a:cubicBezTo>
                      <a:pt x="552374" y="452002"/>
                      <a:pt x="562180" y="464363"/>
                      <a:pt x="556849" y="469212"/>
                    </a:cubicBezTo>
                    <a:cubicBezTo>
                      <a:pt x="551517" y="474061"/>
                      <a:pt x="524859" y="466549"/>
                      <a:pt x="541711" y="462936"/>
                    </a:cubicBezTo>
                    <a:cubicBezTo>
                      <a:pt x="558563" y="459323"/>
                      <a:pt x="551232" y="449625"/>
                      <a:pt x="545329" y="439927"/>
                    </a:cubicBezTo>
                    <a:cubicBezTo>
                      <a:pt x="539426" y="430229"/>
                      <a:pt x="522193" y="441638"/>
                      <a:pt x="494583" y="451432"/>
                    </a:cubicBezTo>
                    <a:cubicBezTo>
                      <a:pt x="466972" y="461225"/>
                      <a:pt x="454595" y="471874"/>
                      <a:pt x="458213" y="472730"/>
                    </a:cubicBezTo>
                    <a:cubicBezTo>
                      <a:pt x="461831" y="473585"/>
                      <a:pt x="462593" y="478054"/>
                      <a:pt x="451929" y="486897"/>
                    </a:cubicBezTo>
                    <a:cubicBezTo>
                      <a:pt x="441266" y="495739"/>
                      <a:pt x="451929" y="503821"/>
                      <a:pt x="461450" y="503821"/>
                    </a:cubicBezTo>
                    <a:cubicBezTo>
                      <a:pt x="470971" y="503821"/>
                      <a:pt x="462593" y="511617"/>
                      <a:pt x="469448" y="513329"/>
                    </a:cubicBezTo>
                    <a:cubicBezTo>
                      <a:pt x="476303" y="515040"/>
                      <a:pt x="507531" y="500968"/>
                      <a:pt x="517052" y="507149"/>
                    </a:cubicBezTo>
                    <a:cubicBezTo>
                      <a:pt x="526573" y="513329"/>
                      <a:pt x="464592" y="516657"/>
                      <a:pt x="464592" y="527591"/>
                    </a:cubicBezTo>
                    <a:cubicBezTo>
                      <a:pt x="464592" y="538525"/>
                      <a:pt x="498391" y="544420"/>
                      <a:pt x="523240" y="540046"/>
                    </a:cubicBezTo>
                    <a:cubicBezTo>
                      <a:pt x="548090" y="535673"/>
                      <a:pt x="591695" y="543564"/>
                      <a:pt x="591695" y="549554"/>
                    </a:cubicBezTo>
                    <a:cubicBezTo>
                      <a:pt x="591695" y="555544"/>
                      <a:pt x="562371" y="554023"/>
                      <a:pt x="540187" y="553167"/>
                    </a:cubicBezTo>
                    <a:cubicBezTo>
                      <a:pt x="518004" y="552312"/>
                      <a:pt x="479730" y="559348"/>
                      <a:pt x="481444" y="566479"/>
                    </a:cubicBezTo>
                    <a:cubicBezTo>
                      <a:pt x="483158" y="573610"/>
                      <a:pt x="485919" y="574465"/>
                      <a:pt x="509054" y="585495"/>
                    </a:cubicBezTo>
                    <a:cubicBezTo>
                      <a:pt x="532190" y="596524"/>
                      <a:pt x="556658" y="580170"/>
                      <a:pt x="555230" y="595003"/>
                    </a:cubicBezTo>
                    <a:cubicBezTo>
                      <a:pt x="553802" y="609835"/>
                      <a:pt x="567703" y="614019"/>
                      <a:pt x="598836" y="614589"/>
                    </a:cubicBezTo>
                    <a:cubicBezTo>
                      <a:pt x="629969" y="615160"/>
                      <a:pt x="644155" y="600327"/>
                      <a:pt x="659293" y="601278"/>
                    </a:cubicBezTo>
                    <a:cubicBezTo>
                      <a:pt x="674431" y="602229"/>
                      <a:pt x="681476" y="599471"/>
                      <a:pt x="688617" y="588823"/>
                    </a:cubicBezTo>
                    <a:cubicBezTo>
                      <a:pt x="695757" y="578174"/>
                      <a:pt x="701946" y="584354"/>
                      <a:pt x="703660" y="589678"/>
                    </a:cubicBezTo>
                    <a:cubicBezTo>
                      <a:pt x="705374" y="595003"/>
                      <a:pt x="724986" y="594147"/>
                      <a:pt x="729461" y="598616"/>
                    </a:cubicBezTo>
                    <a:cubicBezTo>
                      <a:pt x="740791" y="609930"/>
                      <a:pt x="778398" y="606603"/>
                      <a:pt x="792584" y="599471"/>
                    </a:cubicBezTo>
                    <a:cubicBezTo>
                      <a:pt x="806770" y="592340"/>
                      <a:pt x="786396" y="572849"/>
                      <a:pt x="779255" y="581692"/>
                    </a:cubicBezTo>
                    <a:cubicBezTo>
                      <a:pt x="772114" y="590534"/>
                      <a:pt x="765926" y="585305"/>
                      <a:pt x="764117" y="580836"/>
                    </a:cubicBezTo>
                    <a:cubicBezTo>
                      <a:pt x="762308" y="576367"/>
                      <a:pt x="778017" y="573800"/>
                      <a:pt x="783349" y="567620"/>
                    </a:cubicBezTo>
                    <a:close/>
                    <a:moveTo>
                      <a:pt x="445550" y="348935"/>
                    </a:moveTo>
                    <a:cubicBezTo>
                      <a:pt x="461545" y="350742"/>
                      <a:pt x="477540" y="336575"/>
                      <a:pt x="476684" y="328588"/>
                    </a:cubicBezTo>
                    <a:cubicBezTo>
                      <a:pt x="475827" y="320601"/>
                      <a:pt x="437553" y="348365"/>
                      <a:pt x="445550" y="349220"/>
                    </a:cubicBezTo>
                    <a:close/>
                    <a:moveTo>
                      <a:pt x="371764" y="324119"/>
                    </a:moveTo>
                    <a:cubicBezTo>
                      <a:pt x="377953" y="326781"/>
                      <a:pt x="371764" y="339237"/>
                      <a:pt x="378905" y="335624"/>
                    </a:cubicBezTo>
                    <a:cubicBezTo>
                      <a:pt x="386045" y="332011"/>
                      <a:pt x="387759" y="331250"/>
                      <a:pt x="393091" y="332962"/>
                    </a:cubicBezTo>
                    <a:cubicBezTo>
                      <a:pt x="402612" y="336194"/>
                      <a:pt x="404611" y="327637"/>
                      <a:pt x="409086" y="323454"/>
                    </a:cubicBezTo>
                    <a:cubicBezTo>
                      <a:pt x="413561" y="319270"/>
                      <a:pt x="411752" y="339427"/>
                      <a:pt x="423367" y="339427"/>
                    </a:cubicBezTo>
                    <a:cubicBezTo>
                      <a:pt x="432888" y="339427"/>
                      <a:pt x="431364" y="318129"/>
                      <a:pt x="440219" y="324309"/>
                    </a:cubicBezTo>
                    <a:cubicBezTo>
                      <a:pt x="449073" y="330490"/>
                      <a:pt x="451739" y="321647"/>
                      <a:pt x="453548" y="315467"/>
                    </a:cubicBezTo>
                    <a:cubicBezTo>
                      <a:pt x="455357" y="309287"/>
                      <a:pt x="455357" y="298543"/>
                      <a:pt x="465068" y="296451"/>
                    </a:cubicBezTo>
                    <a:cubicBezTo>
                      <a:pt x="474779" y="294359"/>
                      <a:pt x="466877" y="305959"/>
                      <a:pt x="471352" y="314231"/>
                    </a:cubicBezTo>
                    <a:cubicBezTo>
                      <a:pt x="477826" y="325926"/>
                      <a:pt x="489061" y="315182"/>
                      <a:pt x="490394" y="309762"/>
                    </a:cubicBezTo>
                    <a:cubicBezTo>
                      <a:pt x="491726" y="304343"/>
                      <a:pt x="507245" y="308051"/>
                      <a:pt x="506388" y="301775"/>
                    </a:cubicBezTo>
                    <a:cubicBezTo>
                      <a:pt x="505532" y="295500"/>
                      <a:pt x="510768" y="293789"/>
                      <a:pt x="506388" y="286753"/>
                    </a:cubicBezTo>
                    <a:cubicBezTo>
                      <a:pt x="502009" y="279717"/>
                      <a:pt x="513529" y="281428"/>
                      <a:pt x="518766" y="276104"/>
                    </a:cubicBezTo>
                    <a:cubicBezTo>
                      <a:pt x="524002" y="270779"/>
                      <a:pt x="511720" y="275153"/>
                      <a:pt x="502771" y="267166"/>
                    </a:cubicBezTo>
                    <a:cubicBezTo>
                      <a:pt x="493821" y="259179"/>
                      <a:pt x="490394" y="269828"/>
                      <a:pt x="490394" y="275153"/>
                    </a:cubicBezTo>
                    <a:cubicBezTo>
                      <a:pt x="490394" y="280477"/>
                      <a:pt x="473446" y="276104"/>
                      <a:pt x="463735" y="272491"/>
                    </a:cubicBezTo>
                    <a:cubicBezTo>
                      <a:pt x="454024" y="268878"/>
                      <a:pt x="441457" y="284090"/>
                      <a:pt x="427270" y="291507"/>
                    </a:cubicBezTo>
                    <a:cubicBezTo>
                      <a:pt x="413084" y="298923"/>
                      <a:pt x="412132" y="311093"/>
                      <a:pt x="398708" y="310523"/>
                    </a:cubicBezTo>
                    <a:cubicBezTo>
                      <a:pt x="385284" y="309952"/>
                      <a:pt x="365576" y="321457"/>
                      <a:pt x="371764" y="324404"/>
                    </a:cubicBezTo>
                    <a:close/>
                    <a:moveTo>
                      <a:pt x="510387" y="319650"/>
                    </a:moveTo>
                    <a:cubicBezTo>
                      <a:pt x="498010" y="320601"/>
                      <a:pt x="498867" y="332962"/>
                      <a:pt x="513148" y="332962"/>
                    </a:cubicBezTo>
                    <a:cubicBezTo>
                      <a:pt x="527430" y="332962"/>
                      <a:pt x="532190" y="337430"/>
                      <a:pt x="511339" y="336575"/>
                    </a:cubicBezTo>
                    <a:cubicBezTo>
                      <a:pt x="490489" y="335719"/>
                      <a:pt x="482015" y="353404"/>
                      <a:pt x="496201" y="349886"/>
                    </a:cubicBezTo>
                    <a:cubicBezTo>
                      <a:pt x="510387" y="346368"/>
                      <a:pt x="527334" y="346273"/>
                      <a:pt x="516671" y="349886"/>
                    </a:cubicBezTo>
                    <a:cubicBezTo>
                      <a:pt x="506008" y="353499"/>
                      <a:pt x="476969" y="355876"/>
                      <a:pt x="481063" y="361391"/>
                    </a:cubicBezTo>
                    <a:cubicBezTo>
                      <a:pt x="483729" y="364909"/>
                      <a:pt x="495344" y="364053"/>
                      <a:pt x="506864" y="368522"/>
                    </a:cubicBezTo>
                    <a:cubicBezTo>
                      <a:pt x="518385" y="372990"/>
                      <a:pt x="525906" y="375558"/>
                      <a:pt x="534475" y="365859"/>
                    </a:cubicBezTo>
                    <a:cubicBezTo>
                      <a:pt x="543044" y="356161"/>
                      <a:pt x="554849" y="346273"/>
                      <a:pt x="550470" y="359584"/>
                    </a:cubicBezTo>
                    <a:cubicBezTo>
                      <a:pt x="546090" y="372895"/>
                      <a:pt x="564656" y="363197"/>
                      <a:pt x="588553" y="362246"/>
                    </a:cubicBezTo>
                    <a:cubicBezTo>
                      <a:pt x="612450" y="361296"/>
                      <a:pt x="584078" y="376508"/>
                      <a:pt x="559229" y="378220"/>
                    </a:cubicBezTo>
                    <a:cubicBezTo>
                      <a:pt x="534380" y="379931"/>
                      <a:pt x="538759" y="392482"/>
                      <a:pt x="558372" y="397236"/>
                    </a:cubicBezTo>
                    <a:cubicBezTo>
                      <a:pt x="577985" y="401990"/>
                      <a:pt x="619686" y="384875"/>
                      <a:pt x="629397" y="375082"/>
                    </a:cubicBezTo>
                    <a:cubicBezTo>
                      <a:pt x="639109" y="365289"/>
                      <a:pt x="648439" y="380407"/>
                      <a:pt x="657960" y="373276"/>
                    </a:cubicBezTo>
                    <a:cubicBezTo>
                      <a:pt x="667481" y="366145"/>
                      <a:pt x="686522" y="374226"/>
                      <a:pt x="703279" y="370613"/>
                    </a:cubicBezTo>
                    <a:cubicBezTo>
                      <a:pt x="720036" y="367000"/>
                      <a:pt x="722892" y="335148"/>
                      <a:pt x="710420" y="329824"/>
                    </a:cubicBezTo>
                    <a:cubicBezTo>
                      <a:pt x="697947" y="324500"/>
                      <a:pt x="697947" y="336004"/>
                      <a:pt x="688236" y="337811"/>
                    </a:cubicBezTo>
                    <a:cubicBezTo>
                      <a:pt x="678525" y="339617"/>
                      <a:pt x="673098" y="327162"/>
                      <a:pt x="665101" y="318795"/>
                    </a:cubicBezTo>
                    <a:cubicBezTo>
                      <a:pt x="657103" y="310428"/>
                      <a:pt x="662435" y="295690"/>
                      <a:pt x="650915" y="297497"/>
                    </a:cubicBezTo>
                    <a:cubicBezTo>
                      <a:pt x="639394" y="299303"/>
                      <a:pt x="614450" y="317939"/>
                      <a:pt x="629493" y="319650"/>
                    </a:cubicBezTo>
                    <a:cubicBezTo>
                      <a:pt x="644536" y="321362"/>
                      <a:pt x="639013" y="329158"/>
                      <a:pt x="631302" y="332962"/>
                    </a:cubicBezTo>
                    <a:cubicBezTo>
                      <a:pt x="623590" y="336765"/>
                      <a:pt x="650343" y="342470"/>
                      <a:pt x="646440" y="348079"/>
                    </a:cubicBezTo>
                    <a:cubicBezTo>
                      <a:pt x="642536" y="353689"/>
                      <a:pt x="601977" y="348935"/>
                      <a:pt x="600169" y="340093"/>
                    </a:cubicBezTo>
                    <a:cubicBezTo>
                      <a:pt x="598360" y="331250"/>
                      <a:pt x="566465" y="315277"/>
                      <a:pt x="553136" y="318795"/>
                    </a:cubicBezTo>
                    <a:cubicBezTo>
                      <a:pt x="539807" y="322313"/>
                      <a:pt x="545138" y="308146"/>
                      <a:pt x="531809" y="307195"/>
                    </a:cubicBezTo>
                    <a:cubicBezTo>
                      <a:pt x="518480" y="306244"/>
                      <a:pt x="522859" y="319080"/>
                      <a:pt x="510387" y="319936"/>
                    </a:cubicBezTo>
                    <a:close/>
                    <a:moveTo>
                      <a:pt x="556658" y="255757"/>
                    </a:moveTo>
                    <a:cubicBezTo>
                      <a:pt x="561133" y="245108"/>
                      <a:pt x="527239" y="246914"/>
                      <a:pt x="530000" y="250432"/>
                    </a:cubicBezTo>
                    <a:cubicBezTo>
                      <a:pt x="536189" y="258704"/>
                      <a:pt x="552184" y="266691"/>
                      <a:pt x="556658" y="256042"/>
                    </a:cubicBezTo>
                    <a:close/>
                    <a:moveTo>
                      <a:pt x="630445" y="251288"/>
                    </a:moveTo>
                    <a:cubicBezTo>
                      <a:pt x="641965" y="249576"/>
                      <a:pt x="636633" y="240639"/>
                      <a:pt x="617972" y="243301"/>
                    </a:cubicBezTo>
                    <a:cubicBezTo>
                      <a:pt x="599312" y="245963"/>
                      <a:pt x="567322" y="245963"/>
                      <a:pt x="567322" y="259274"/>
                    </a:cubicBezTo>
                    <a:cubicBezTo>
                      <a:pt x="567322" y="269923"/>
                      <a:pt x="573510" y="275248"/>
                      <a:pt x="593980" y="277054"/>
                    </a:cubicBezTo>
                    <a:cubicBezTo>
                      <a:pt x="614450" y="278861"/>
                      <a:pt x="632063" y="259274"/>
                      <a:pt x="622542" y="259274"/>
                    </a:cubicBezTo>
                    <a:cubicBezTo>
                      <a:pt x="613022" y="259274"/>
                      <a:pt x="618829" y="253380"/>
                      <a:pt x="630350" y="251573"/>
                    </a:cubicBezTo>
                    <a:close/>
                    <a:moveTo>
                      <a:pt x="586839" y="234459"/>
                    </a:moveTo>
                    <a:cubicBezTo>
                      <a:pt x="595789" y="237977"/>
                      <a:pt x="604643" y="226472"/>
                      <a:pt x="610832" y="231796"/>
                    </a:cubicBezTo>
                    <a:cubicBezTo>
                      <a:pt x="617020" y="237121"/>
                      <a:pt x="644631" y="241304"/>
                      <a:pt x="644631" y="227328"/>
                    </a:cubicBezTo>
                    <a:cubicBezTo>
                      <a:pt x="644631" y="213351"/>
                      <a:pt x="609975" y="211354"/>
                      <a:pt x="601121" y="216679"/>
                    </a:cubicBezTo>
                    <a:cubicBezTo>
                      <a:pt x="592266" y="222003"/>
                      <a:pt x="551327" y="223810"/>
                      <a:pt x="563037" y="232652"/>
                    </a:cubicBezTo>
                    <a:cubicBezTo>
                      <a:pt x="569988" y="238452"/>
                      <a:pt x="577985" y="231226"/>
                      <a:pt x="586839" y="234744"/>
                    </a:cubicBezTo>
                    <a:close/>
                    <a:moveTo>
                      <a:pt x="735079" y="207361"/>
                    </a:moveTo>
                    <a:cubicBezTo>
                      <a:pt x="745742" y="200230"/>
                      <a:pt x="765355" y="211734"/>
                      <a:pt x="761832" y="219721"/>
                    </a:cubicBezTo>
                    <a:cubicBezTo>
                      <a:pt x="758309" y="227708"/>
                      <a:pt x="727462" y="218105"/>
                      <a:pt x="729747" y="225046"/>
                    </a:cubicBezTo>
                    <a:cubicBezTo>
                      <a:pt x="730699" y="227708"/>
                      <a:pt x="734222" y="238357"/>
                      <a:pt x="755548" y="232177"/>
                    </a:cubicBezTo>
                    <a:cubicBezTo>
                      <a:pt x="773768" y="225884"/>
                      <a:pt x="793952" y="229484"/>
                      <a:pt x="808865" y="241685"/>
                    </a:cubicBezTo>
                    <a:cubicBezTo>
                      <a:pt x="823146" y="253189"/>
                      <a:pt x="836475" y="257658"/>
                      <a:pt x="846186" y="246058"/>
                    </a:cubicBezTo>
                    <a:cubicBezTo>
                      <a:pt x="855898" y="234459"/>
                      <a:pt x="833809" y="232747"/>
                      <a:pt x="838189" y="223905"/>
                    </a:cubicBezTo>
                    <a:cubicBezTo>
                      <a:pt x="842568" y="215062"/>
                      <a:pt x="824003" y="209643"/>
                      <a:pt x="814196" y="209643"/>
                    </a:cubicBezTo>
                    <a:cubicBezTo>
                      <a:pt x="804390" y="209643"/>
                      <a:pt x="800867" y="191958"/>
                      <a:pt x="792870" y="195476"/>
                    </a:cubicBezTo>
                    <a:cubicBezTo>
                      <a:pt x="784872" y="198994"/>
                      <a:pt x="779541" y="204984"/>
                      <a:pt x="779541" y="193669"/>
                    </a:cubicBezTo>
                    <a:cubicBezTo>
                      <a:pt x="779541" y="182355"/>
                      <a:pt x="733365" y="181309"/>
                      <a:pt x="721749" y="185682"/>
                    </a:cubicBezTo>
                    <a:cubicBezTo>
                      <a:pt x="710134" y="190056"/>
                      <a:pt x="724606" y="214302"/>
                      <a:pt x="735079" y="207361"/>
                    </a:cubicBezTo>
                    <a:close/>
                    <a:moveTo>
                      <a:pt x="741362" y="281904"/>
                    </a:moveTo>
                    <a:cubicBezTo>
                      <a:pt x="748503" y="272966"/>
                      <a:pt x="712800" y="244632"/>
                      <a:pt x="711086" y="257943"/>
                    </a:cubicBezTo>
                    <a:cubicBezTo>
                      <a:pt x="709372" y="271255"/>
                      <a:pt x="733936" y="291221"/>
                      <a:pt x="741553" y="281809"/>
                    </a:cubicBezTo>
                    <a:close/>
                    <a:moveTo>
                      <a:pt x="857040" y="165525"/>
                    </a:moveTo>
                    <a:cubicBezTo>
                      <a:pt x="863324" y="154876"/>
                      <a:pt x="819623" y="146509"/>
                      <a:pt x="830382" y="156017"/>
                    </a:cubicBezTo>
                    <a:cubicBezTo>
                      <a:pt x="836666" y="161057"/>
                      <a:pt x="850852" y="176174"/>
                      <a:pt x="857040" y="165525"/>
                    </a:cubicBezTo>
                    <a:close/>
                    <a:moveTo>
                      <a:pt x="756691" y="367000"/>
                    </a:moveTo>
                    <a:cubicBezTo>
                      <a:pt x="762879" y="359869"/>
                      <a:pt x="743362" y="344847"/>
                      <a:pt x="737649" y="357492"/>
                    </a:cubicBezTo>
                    <a:cubicBezTo>
                      <a:pt x="731937" y="370138"/>
                      <a:pt x="750312" y="374226"/>
                      <a:pt x="756691" y="367000"/>
                    </a:cubicBezTo>
                    <a:close/>
                    <a:moveTo>
                      <a:pt x="857040" y="304913"/>
                    </a:moveTo>
                    <a:cubicBezTo>
                      <a:pt x="856183" y="313755"/>
                      <a:pt x="835714" y="303106"/>
                      <a:pt x="819719" y="296831"/>
                    </a:cubicBezTo>
                    <a:cubicBezTo>
                      <a:pt x="803724" y="290556"/>
                      <a:pt x="813530" y="309287"/>
                      <a:pt x="826002" y="319936"/>
                    </a:cubicBezTo>
                    <a:cubicBezTo>
                      <a:pt x="838475" y="330585"/>
                      <a:pt x="819719" y="325260"/>
                      <a:pt x="802867" y="313755"/>
                    </a:cubicBezTo>
                    <a:cubicBezTo>
                      <a:pt x="786015" y="302251"/>
                      <a:pt x="787729" y="321742"/>
                      <a:pt x="795726" y="327922"/>
                    </a:cubicBezTo>
                    <a:cubicBezTo>
                      <a:pt x="803724" y="334103"/>
                      <a:pt x="794012" y="343040"/>
                      <a:pt x="783349" y="328873"/>
                    </a:cubicBezTo>
                    <a:cubicBezTo>
                      <a:pt x="772686" y="314706"/>
                      <a:pt x="767354" y="299493"/>
                      <a:pt x="750407" y="298638"/>
                    </a:cubicBezTo>
                    <a:cubicBezTo>
                      <a:pt x="733460" y="297782"/>
                      <a:pt x="740886" y="315087"/>
                      <a:pt x="747741" y="323549"/>
                    </a:cubicBezTo>
                    <a:cubicBezTo>
                      <a:pt x="756691" y="335053"/>
                      <a:pt x="765545" y="337716"/>
                      <a:pt x="779731" y="345702"/>
                    </a:cubicBezTo>
                    <a:cubicBezTo>
                      <a:pt x="793917" y="353689"/>
                      <a:pt x="817053" y="342184"/>
                      <a:pt x="827335" y="344847"/>
                    </a:cubicBezTo>
                    <a:cubicBezTo>
                      <a:pt x="837618" y="347509"/>
                      <a:pt x="815815" y="360820"/>
                      <a:pt x="822956" y="369663"/>
                    </a:cubicBezTo>
                    <a:cubicBezTo>
                      <a:pt x="830096" y="378505"/>
                      <a:pt x="849614" y="372325"/>
                      <a:pt x="864752" y="371469"/>
                    </a:cubicBezTo>
                    <a:cubicBezTo>
                      <a:pt x="879890" y="370613"/>
                      <a:pt x="872750" y="361961"/>
                      <a:pt x="881604" y="355496"/>
                    </a:cubicBezTo>
                    <a:cubicBezTo>
                      <a:pt x="890458" y="349030"/>
                      <a:pt x="872750" y="350171"/>
                      <a:pt x="879795" y="335053"/>
                    </a:cubicBezTo>
                    <a:cubicBezTo>
                      <a:pt x="886840" y="319936"/>
                      <a:pt x="857992" y="295975"/>
                      <a:pt x="857040" y="304913"/>
                    </a:cubicBezTo>
                    <a:close/>
                    <a:moveTo>
                      <a:pt x="894457" y="252524"/>
                    </a:moveTo>
                    <a:cubicBezTo>
                      <a:pt x="906592" y="252776"/>
                      <a:pt x="918658" y="250643"/>
                      <a:pt x="929970" y="246249"/>
                    </a:cubicBezTo>
                    <a:cubicBezTo>
                      <a:pt x="941490" y="241875"/>
                      <a:pt x="923781" y="241875"/>
                      <a:pt x="931779" y="231226"/>
                    </a:cubicBezTo>
                    <a:cubicBezTo>
                      <a:pt x="939776" y="220577"/>
                      <a:pt x="912166" y="219626"/>
                      <a:pt x="910452" y="223239"/>
                    </a:cubicBezTo>
                    <a:cubicBezTo>
                      <a:pt x="908738" y="226852"/>
                      <a:pt x="873987" y="201941"/>
                      <a:pt x="868656" y="209833"/>
                    </a:cubicBezTo>
                    <a:cubicBezTo>
                      <a:pt x="863324" y="217724"/>
                      <a:pt x="881128" y="252524"/>
                      <a:pt x="894457" y="252524"/>
                    </a:cubicBezTo>
                    <a:close/>
                    <a:moveTo>
                      <a:pt x="966434" y="256897"/>
                    </a:moveTo>
                    <a:cubicBezTo>
                      <a:pt x="964625" y="251573"/>
                      <a:pt x="897218" y="259750"/>
                      <a:pt x="907786" y="267546"/>
                    </a:cubicBezTo>
                    <a:cubicBezTo>
                      <a:pt x="925495" y="280858"/>
                      <a:pt x="968243" y="262222"/>
                      <a:pt x="966434" y="256897"/>
                    </a:cubicBezTo>
                    <a:close/>
                    <a:moveTo>
                      <a:pt x="956914" y="386492"/>
                    </a:moveTo>
                    <a:cubicBezTo>
                      <a:pt x="972908" y="385636"/>
                      <a:pt x="964911" y="366145"/>
                      <a:pt x="947393" y="352833"/>
                    </a:cubicBezTo>
                    <a:cubicBezTo>
                      <a:pt x="929874" y="339522"/>
                      <a:pt x="889697" y="366810"/>
                      <a:pt x="896742" y="372325"/>
                    </a:cubicBezTo>
                    <a:cubicBezTo>
                      <a:pt x="915482" y="381206"/>
                      <a:pt x="935890" y="386034"/>
                      <a:pt x="956628" y="386492"/>
                    </a:cubicBezTo>
                    <a:close/>
                    <a:moveTo>
                      <a:pt x="842664" y="510762"/>
                    </a:moveTo>
                    <a:cubicBezTo>
                      <a:pt x="862277" y="524073"/>
                      <a:pt x="855993" y="500113"/>
                      <a:pt x="878272" y="501254"/>
                    </a:cubicBezTo>
                    <a:cubicBezTo>
                      <a:pt x="900550" y="502395"/>
                      <a:pt x="901312" y="465694"/>
                      <a:pt x="904930" y="452382"/>
                    </a:cubicBezTo>
                    <a:cubicBezTo>
                      <a:pt x="908548" y="439071"/>
                      <a:pt x="887126" y="440022"/>
                      <a:pt x="892458" y="449720"/>
                    </a:cubicBezTo>
                    <a:cubicBezTo>
                      <a:pt x="897789" y="459418"/>
                      <a:pt x="891601" y="469307"/>
                      <a:pt x="889792" y="457707"/>
                    </a:cubicBezTo>
                    <a:cubicBezTo>
                      <a:pt x="887983" y="446107"/>
                      <a:pt x="870750" y="456851"/>
                      <a:pt x="864942" y="448199"/>
                    </a:cubicBezTo>
                    <a:cubicBezTo>
                      <a:pt x="859135" y="439547"/>
                      <a:pt x="884460" y="438691"/>
                      <a:pt x="890649" y="426806"/>
                    </a:cubicBezTo>
                    <a:cubicBezTo>
                      <a:pt x="896837" y="414921"/>
                      <a:pt x="870274" y="417298"/>
                      <a:pt x="876463" y="407790"/>
                    </a:cubicBezTo>
                    <a:cubicBezTo>
                      <a:pt x="882651" y="398282"/>
                      <a:pt x="837332" y="408741"/>
                      <a:pt x="850661" y="414065"/>
                    </a:cubicBezTo>
                    <a:cubicBezTo>
                      <a:pt x="863990" y="419390"/>
                      <a:pt x="851518" y="426426"/>
                      <a:pt x="839141" y="417583"/>
                    </a:cubicBezTo>
                    <a:cubicBezTo>
                      <a:pt x="826764" y="408741"/>
                      <a:pt x="792203" y="423573"/>
                      <a:pt x="804485" y="433557"/>
                    </a:cubicBezTo>
                    <a:cubicBezTo>
                      <a:pt x="814006" y="441543"/>
                      <a:pt x="843521" y="428232"/>
                      <a:pt x="826669" y="451337"/>
                    </a:cubicBezTo>
                    <a:cubicBezTo>
                      <a:pt x="809817" y="474441"/>
                      <a:pt x="802676" y="445156"/>
                      <a:pt x="786681" y="447819"/>
                    </a:cubicBezTo>
                    <a:cubicBezTo>
                      <a:pt x="770686" y="450481"/>
                      <a:pt x="777827" y="469972"/>
                      <a:pt x="801819" y="477103"/>
                    </a:cubicBezTo>
                    <a:cubicBezTo>
                      <a:pt x="825812" y="484234"/>
                      <a:pt x="823337" y="497450"/>
                      <a:pt x="842854" y="510762"/>
                    </a:cubicBezTo>
                    <a:close/>
                    <a:moveTo>
                      <a:pt x="987761" y="368997"/>
                    </a:moveTo>
                    <a:cubicBezTo>
                      <a:pt x="993950" y="386682"/>
                      <a:pt x="1001090" y="374322"/>
                      <a:pt x="1010897" y="381357"/>
                    </a:cubicBezTo>
                    <a:cubicBezTo>
                      <a:pt x="1020703" y="388393"/>
                      <a:pt x="1035746" y="392957"/>
                      <a:pt x="1043743" y="385826"/>
                    </a:cubicBezTo>
                    <a:cubicBezTo>
                      <a:pt x="1051741" y="378695"/>
                      <a:pt x="1055264" y="373371"/>
                      <a:pt x="1057929" y="379646"/>
                    </a:cubicBezTo>
                    <a:cubicBezTo>
                      <a:pt x="1062309" y="389725"/>
                      <a:pt x="1081922" y="391151"/>
                      <a:pt x="1124575" y="392006"/>
                    </a:cubicBezTo>
                    <a:cubicBezTo>
                      <a:pt x="1167228" y="392862"/>
                      <a:pt x="1156565" y="374322"/>
                      <a:pt x="1168942" y="381357"/>
                    </a:cubicBezTo>
                    <a:cubicBezTo>
                      <a:pt x="1181319" y="388393"/>
                      <a:pt x="1209882" y="388489"/>
                      <a:pt x="1222354" y="385826"/>
                    </a:cubicBezTo>
                    <a:cubicBezTo>
                      <a:pt x="1234826" y="383164"/>
                      <a:pt x="1241396" y="363673"/>
                      <a:pt x="1240063" y="353879"/>
                    </a:cubicBezTo>
                    <a:cubicBezTo>
                      <a:pt x="1238730" y="344086"/>
                      <a:pt x="1144474" y="335909"/>
                      <a:pt x="1127336" y="345702"/>
                    </a:cubicBezTo>
                    <a:cubicBezTo>
                      <a:pt x="1110199" y="355496"/>
                      <a:pt x="1083731" y="341234"/>
                      <a:pt x="1070211" y="348365"/>
                    </a:cubicBezTo>
                    <a:cubicBezTo>
                      <a:pt x="1056692" y="355496"/>
                      <a:pt x="1061357" y="339522"/>
                      <a:pt x="1037364" y="338857"/>
                    </a:cubicBezTo>
                    <a:cubicBezTo>
                      <a:pt x="1013372" y="338191"/>
                      <a:pt x="1039078" y="325545"/>
                      <a:pt x="1043553" y="319841"/>
                    </a:cubicBezTo>
                    <a:cubicBezTo>
                      <a:pt x="1048028" y="314136"/>
                      <a:pt x="1007088" y="300349"/>
                      <a:pt x="990236" y="303867"/>
                    </a:cubicBezTo>
                    <a:cubicBezTo>
                      <a:pt x="973385" y="307385"/>
                      <a:pt x="963578" y="298543"/>
                      <a:pt x="947583" y="291412"/>
                    </a:cubicBezTo>
                    <a:cubicBezTo>
                      <a:pt x="931588" y="284281"/>
                      <a:pt x="888173" y="286087"/>
                      <a:pt x="896932" y="298543"/>
                    </a:cubicBezTo>
                    <a:cubicBezTo>
                      <a:pt x="903121" y="307385"/>
                      <a:pt x="954629" y="326116"/>
                      <a:pt x="959960" y="317559"/>
                    </a:cubicBezTo>
                    <a:cubicBezTo>
                      <a:pt x="965292" y="309001"/>
                      <a:pt x="979002" y="328208"/>
                      <a:pt x="986714" y="338001"/>
                    </a:cubicBezTo>
                    <a:cubicBezTo>
                      <a:pt x="994426" y="347794"/>
                      <a:pt x="981572" y="351027"/>
                      <a:pt x="987761" y="368997"/>
                    </a:cubicBezTo>
                    <a:close/>
                    <a:moveTo>
                      <a:pt x="1033080" y="264409"/>
                    </a:moveTo>
                    <a:cubicBezTo>
                      <a:pt x="1017085" y="256422"/>
                      <a:pt x="996996" y="273346"/>
                      <a:pt x="1013562" y="279527"/>
                    </a:cubicBezTo>
                    <a:cubicBezTo>
                      <a:pt x="1027748" y="284471"/>
                      <a:pt x="1049265" y="272015"/>
                      <a:pt x="1033080" y="264409"/>
                    </a:cubicBezTo>
                    <a:close/>
                    <a:moveTo>
                      <a:pt x="905120" y="164575"/>
                    </a:moveTo>
                    <a:cubicBezTo>
                      <a:pt x="918164" y="171135"/>
                      <a:pt x="910452" y="179692"/>
                      <a:pt x="924162" y="185873"/>
                    </a:cubicBezTo>
                    <a:cubicBezTo>
                      <a:pt x="937872" y="192053"/>
                      <a:pt x="979287" y="177886"/>
                      <a:pt x="982810" y="187679"/>
                    </a:cubicBezTo>
                    <a:cubicBezTo>
                      <a:pt x="986333" y="197472"/>
                      <a:pt x="941014" y="198328"/>
                      <a:pt x="947297" y="204603"/>
                    </a:cubicBezTo>
                    <a:cubicBezTo>
                      <a:pt x="953581" y="210879"/>
                      <a:pt x="979287" y="220577"/>
                      <a:pt x="975860" y="225901"/>
                    </a:cubicBezTo>
                    <a:cubicBezTo>
                      <a:pt x="972432" y="231226"/>
                      <a:pt x="1018513" y="246249"/>
                      <a:pt x="1022893" y="239213"/>
                    </a:cubicBezTo>
                    <a:cubicBezTo>
                      <a:pt x="1027272" y="232177"/>
                      <a:pt x="1039840" y="233888"/>
                      <a:pt x="1051455" y="238262"/>
                    </a:cubicBezTo>
                    <a:cubicBezTo>
                      <a:pt x="1063071" y="242635"/>
                      <a:pt x="1063927" y="210784"/>
                      <a:pt x="1071925" y="216108"/>
                    </a:cubicBezTo>
                    <a:cubicBezTo>
                      <a:pt x="1079923" y="221433"/>
                      <a:pt x="1078970" y="204603"/>
                      <a:pt x="1092300" y="199184"/>
                    </a:cubicBezTo>
                    <a:cubicBezTo>
                      <a:pt x="1105629" y="193764"/>
                      <a:pt x="1124861" y="193859"/>
                      <a:pt x="1126099" y="187679"/>
                    </a:cubicBezTo>
                    <a:cubicBezTo>
                      <a:pt x="1127051" y="183210"/>
                      <a:pt x="1122576" y="177030"/>
                      <a:pt x="1107057" y="178837"/>
                    </a:cubicBezTo>
                    <a:cubicBezTo>
                      <a:pt x="1091538" y="180643"/>
                      <a:pt x="1080399" y="174368"/>
                      <a:pt x="1087444" y="165525"/>
                    </a:cubicBezTo>
                    <a:cubicBezTo>
                      <a:pt x="1094489" y="156683"/>
                      <a:pt x="1069735" y="153926"/>
                      <a:pt x="1078590" y="146509"/>
                    </a:cubicBezTo>
                    <a:cubicBezTo>
                      <a:pt x="1087444" y="139093"/>
                      <a:pt x="1061738" y="132247"/>
                      <a:pt x="1064404" y="142896"/>
                    </a:cubicBezTo>
                    <a:cubicBezTo>
                      <a:pt x="1067069" y="153545"/>
                      <a:pt x="1048409" y="143847"/>
                      <a:pt x="1045362" y="134054"/>
                    </a:cubicBezTo>
                    <a:cubicBezTo>
                      <a:pt x="1042315" y="124261"/>
                      <a:pt x="1006231" y="120743"/>
                      <a:pt x="982239" y="99445"/>
                    </a:cubicBezTo>
                    <a:cubicBezTo>
                      <a:pt x="958246" y="78147"/>
                      <a:pt x="933302" y="92314"/>
                      <a:pt x="947583" y="94976"/>
                    </a:cubicBezTo>
                    <a:cubicBezTo>
                      <a:pt x="961864" y="97638"/>
                      <a:pt x="960912" y="104484"/>
                      <a:pt x="949297" y="103913"/>
                    </a:cubicBezTo>
                    <a:cubicBezTo>
                      <a:pt x="937681" y="103343"/>
                      <a:pt x="917307" y="104769"/>
                      <a:pt x="935968" y="111900"/>
                    </a:cubicBezTo>
                    <a:cubicBezTo>
                      <a:pt x="954629" y="119031"/>
                      <a:pt x="934254" y="121408"/>
                      <a:pt x="919116" y="121408"/>
                    </a:cubicBezTo>
                    <a:cubicBezTo>
                      <a:pt x="903978" y="121408"/>
                      <a:pt x="903121" y="140995"/>
                      <a:pt x="922639" y="143657"/>
                    </a:cubicBezTo>
                    <a:cubicBezTo>
                      <a:pt x="942156" y="146319"/>
                      <a:pt x="927970" y="157824"/>
                      <a:pt x="911975" y="153165"/>
                    </a:cubicBezTo>
                    <a:cubicBezTo>
                      <a:pt x="895980" y="148506"/>
                      <a:pt x="890839" y="157539"/>
                      <a:pt x="905120" y="164575"/>
                    </a:cubicBezTo>
                    <a:close/>
                    <a:moveTo>
                      <a:pt x="1012610" y="76720"/>
                    </a:moveTo>
                    <a:cubicBezTo>
                      <a:pt x="1025083" y="68734"/>
                      <a:pt x="1034889" y="74058"/>
                      <a:pt x="1024226" y="79383"/>
                    </a:cubicBezTo>
                    <a:cubicBezTo>
                      <a:pt x="1013562" y="84707"/>
                      <a:pt x="1017085" y="88320"/>
                      <a:pt x="1032223" y="87369"/>
                    </a:cubicBezTo>
                    <a:cubicBezTo>
                      <a:pt x="1047361" y="86419"/>
                      <a:pt x="1025939" y="91838"/>
                      <a:pt x="1025939" y="100681"/>
                    </a:cubicBezTo>
                    <a:cubicBezTo>
                      <a:pt x="1025939" y="109523"/>
                      <a:pt x="1043743" y="104294"/>
                      <a:pt x="1044981" y="113136"/>
                    </a:cubicBezTo>
                    <a:cubicBezTo>
                      <a:pt x="1046219" y="121979"/>
                      <a:pt x="1084112" y="125592"/>
                      <a:pt x="1095727" y="114943"/>
                    </a:cubicBezTo>
                    <a:cubicBezTo>
                      <a:pt x="1107343" y="104294"/>
                      <a:pt x="1102772" y="117605"/>
                      <a:pt x="1101916" y="124451"/>
                    </a:cubicBezTo>
                    <a:cubicBezTo>
                      <a:pt x="1101059" y="131297"/>
                      <a:pt x="1156089" y="137762"/>
                      <a:pt x="1159040" y="128920"/>
                    </a:cubicBezTo>
                    <a:cubicBezTo>
                      <a:pt x="1161992" y="120077"/>
                      <a:pt x="1169704" y="123595"/>
                      <a:pt x="1180367" y="126257"/>
                    </a:cubicBezTo>
                    <a:cubicBezTo>
                      <a:pt x="1191030" y="128920"/>
                      <a:pt x="1243490" y="116749"/>
                      <a:pt x="1244442" y="105815"/>
                    </a:cubicBezTo>
                    <a:cubicBezTo>
                      <a:pt x="1245394" y="94881"/>
                      <a:pt x="1261294" y="111140"/>
                      <a:pt x="1244442" y="122739"/>
                    </a:cubicBezTo>
                    <a:cubicBezTo>
                      <a:pt x="1227590" y="134339"/>
                      <a:pt x="1193696" y="132247"/>
                      <a:pt x="1178653" y="136906"/>
                    </a:cubicBezTo>
                    <a:cubicBezTo>
                      <a:pt x="1163610" y="141565"/>
                      <a:pt x="1188174" y="152024"/>
                      <a:pt x="1203503" y="163529"/>
                    </a:cubicBezTo>
                    <a:cubicBezTo>
                      <a:pt x="1218831" y="175033"/>
                      <a:pt x="1184461" y="168853"/>
                      <a:pt x="1169704" y="154021"/>
                    </a:cubicBezTo>
                    <a:cubicBezTo>
                      <a:pt x="1154947" y="139188"/>
                      <a:pt x="1123528" y="138998"/>
                      <a:pt x="1106676" y="139854"/>
                    </a:cubicBezTo>
                    <a:cubicBezTo>
                      <a:pt x="1089824" y="140709"/>
                      <a:pt x="1095061" y="171801"/>
                      <a:pt x="1107533" y="171801"/>
                    </a:cubicBezTo>
                    <a:cubicBezTo>
                      <a:pt x="1120005" y="171801"/>
                      <a:pt x="1132382" y="176269"/>
                      <a:pt x="1144854" y="195761"/>
                    </a:cubicBezTo>
                    <a:cubicBezTo>
                      <a:pt x="1157327" y="215252"/>
                      <a:pt x="1183985" y="210879"/>
                      <a:pt x="1183985" y="219721"/>
                    </a:cubicBezTo>
                    <a:cubicBezTo>
                      <a:pt x="1183985" y="228564"/>
                      <a:pt x="1149329" y="212685"/>
                      <a:pt x="1129716" y="209072"/>
                    </a:cubicBezTo>
                    <a:cubicBezTo>
                      <a:pt x="1110104" y="205459"/>
                      <a:pt x="1079066" y="218010"/>
                      <a:pt x="1078209" y="232177"/>
                    </a:cubicBezTo>
                    <a:cubicBezTo>
                      <a:pt x="1077352" y="246344"/>
                      <a:pt x="1106771" y="244632"/>
                      <a:pt x="1125813" y="233032"/>
                    </a:cubicBezTo>
                    <a:cubicBezTo>
                      <a:pt x="1144854" y="221433"/>
                      <a:pt x="1131145" y="236645"/>
                      <a:pt x="1121338" y="245488"/>
                    </a:cubicBezTo>
                    <a:cubicBezTo>
                      <a:pt x="1111532" y="254330"/>
                      <a:pt x="1144474" y="261366"/>
                      <a:pt x="1144474" y="272015"/>
                    </a:cubicBezTo>
                    <a:cubicBezTo>
                      <a:pt x="1144474" y="282664"/>
                      <a:pt x="1120481" y="279146"/>
                      <a:pt x="1117815" y="269353"/>
                    </a:cubicBezTo>
                    <a:cubicBezTo>
                      <a:pt x="1115150" y="259560"/>
                      <a:pt x="1106295" y="249862"/>
                      <a:pt x="1083160" y="251573"/>
                    </a:cubicBezTo>
                    <a:cubicBezTo>
                      <a:pt x="1060024" y="253284"/>
                      <a:pt x="1066213" y="269353"/>
                      <a:pt x="1080494" y="271160"/>
                    </a:cubicBezTo>
                    <a:cubicBezTo>
                      <a:pt x="1094775" y="272966"/>
                      <a:pt x="1095632" y="283520"/>
                      <a:pt x="1079542" y="283520"/>
                    </a:cubicBezTo>
                    <a:cubicBezTo>
                      <a:pt x="1063452" y="283520"/>
                      <a:pt x="1027463" y="293598"/>
                      <a:pt x="1038697" y="303962"/>
                    </a:cubicBezTo>
                    <a:cubicBezTo>
                      <a:pt x="1049932" y="314326"/>
                      <a:pt x="1096489" y="303962"/>
                      <a:pt x="1104486" y="311093"/>
                    </a:cubicBezTo>
                    <a:cubicBezTo>
                      <a:pt x="1112484" y="318224"/>
                      <a:pt x="1134667" y="320601"/>
                      <a:pt x="1139999" y="312900"/>
                    </a:cubicBezTo>
                    <a:cubicBezTo>
                      <a:pt x="1145330" y="305198"/>
                      <a:pt x="1163135" y="308431"/>
                      <a:pt x="1180938" y="308431"/>
                    </a:cubicBezTo>
                    <a:cubicBezTo>
                      <a:pt x="1198742" y="308431"/>
                      <a:pt x="1203122" y="311093"/>
                      <a:pt x="1211119" y="317939"/>
                    </a:cubicBezTo>
                    <a:cubicBezTo>
                      <a:pt x="1219117" y="324785"/>
                      <a:pt x="1233398" y="322313"/>
                      <a:pt x="1243109" y="315277"/>
                    </a:cubicBezTo>
                    <a:cubicBezTo>
                      <a:pt x="1248934" y="309426"/>
                      <a:pt x="1257243" y="306766"/>
                      <a:pt x="1265388" y="308146"/>
                    </a:cubicBezTo>
                    <a:cubicBezTo>
                      <a:pt x="1277765" y="308146"/>
                      <a:pt x="1280431" y="300159"/>
                      <a:pt x="1274242" y="290366"/>
                    </a:cubicBezTo>
                    <a:cubicBezTo>
                      <a:pt x="1268054" y="280572"/>
                      <a:pt x="1252059" y="297497"/>
                      <a:pt x="1250250" y="290366"/>
                    </a:cubicBezTo>
                    <a:cubicBezTo>
                      <a:pt x="1248060" y="281618"/>
                      <a:pt x="1233398" y="278861"/>
                      <a:pt x="1208454" y="282379"/>
                    </a:cubicBezTo>
                    <a:cubicBezTo>
                      <a:pt x="1183509" y="285897"/>
                      <a:pt x="1194267" y="266406"/>
                      <a:pt x="1209406" y="270874"/>
                    </a:cubicBezTo>
                    <a:cubicBezTo>
                      <a:pt x="1226736" y="274671"/>
                      <a:pt x="1244744" y="274050"/>
                      <a:pt x="1261770" y="269068"/>
                    </a:cubicBezTo>
                    <a:cubicBezTo>
                      <a:pt x="1278717" y="264599"/>
                      <a:pt x="1265388" y="256612"/>
                      <a:pt x="1265388" y="249576"/>
                    </a:cubicBezTo>
                    <a:cubicBezTo>
                      <a:pt x="1265388" y="242540"/>
                      <a:pt x="1286715" y="246914"/>
                      <a:pt x="1302710" y="246914"/>
                    </a:cubicBezTo>
                    <a:cubicBezTo>
                      <a:pt x="1318705" y="246914"/>
                      <a:pt x="1341840" y="221147"/>
                      <a:pt x="1342697" y="206030"/>
                    </a:cubicBezTo>
                    <a:cubicBezTo>
                      <a:pt x="1343554" y="190912"/>
                      <a:pt x="1307089" y="194525"/>
                      <a:pt x="1289381" y="194525"/>
                    </a:cubicBezTo>
                    <a:cubicBezTo>
                      <a:pt x="1271672" y="194525"/>
                      <a:pt x="1300901" y="181214"/>
                      <a:pt x="1334700" y="182925"/>
                    </a:cubicBezTo>
                    <a:cubicBezTo>
                      <a:pt x="1368498" y="184637"/>
                      <a:pt x="1353741" y="169614"/>
                      <a:pt x="1359549" y="163909"/>
                    </a:cubicBezTo>
                    <a:cubicBezTo>
                      <a:pt x="1365357" y="158204"/>
                      <a:pt x="1381828" y="170184"/>
                      <a:pt x="1398679" y="166571"/>
                    </a:cubicBezTo>
                    <a:cubicBezTo>
                      <a:pt x="1415531" y="162958"/>
                      <a:pt x="1404011" y="148886"/>
                      <a:pt x="1415531" y="148886"/>
                    </a:cubicBezTo>
                    <a:cubicBezTo>
                      <a:pt x="1423719" y="148886"/>
                      <a:pt x="1442285" y="136431"/>
                      <a:pt x="1478654" y="115989"/>
                    </a:cubicBezTo>
                    <a:cubicBezTo>
                      <a:pt x="1515024" y="95546"/>
                      <a:pt x="1543586" y="99159"/>
                      <a:pt x="1545300" y="87465"/>
                    </a:cubicBezTo>
                    <a:cubicBezTo>
                      <a:pt x="1547014" y="75770"/>
                      <a:pt x="1494554" y="87465"/>
                      <a:pt x="1485700" y="83851"/>
                    </a:cubicBezTo>
                    <a:cubicBezTo>
                      <a:pt x="1476845" y="80238"/>
                      <a:pt x="1522164" y="70540"/>
                      <a:pt x="1533304" y="73203"/>
                    </a:cubicBezTo>
                    <a:cubicBezTo>
                      <a:pt x="1544443" y="75865"/>
                      <a:pt x="1558153" y="73203"/>
                      <a:pt x="1594618" y="55423"/>
                    </a:cubicBezTo>
                    <a:cubicBezTo>
                      <a:pt x="1631083" y="37643"/>
                      <a:pt x="1615088" y="33269"/>
                      <a:pt x="1599950" y="36406"/>
                    </a:cubicBezTo>
                    <a:cubicBezTo>
                      <a:pt x="1584811" y="39544"/>
                      <a:pt x="1567960" y="33744"/>
                      <a:pt x="1568817" y="23951"/>
                    </a:cubicBezTo>
                    <a:cubicBezTo>
                      <a:pt x="1569673" y="14158"/>
                      <a:pt x="1546633" y="23095"/>
                      <a:pt x="1545776" y="17771"/>
                    </a:cubicBezTo>
                    <a:cubicBezTo>
                      <a:pt x="1544919" y="12446"/>
                      <a:pt x="1523497" y="15108"/>
                      <a:pt x="1500362" y="23951"/>
                    </a:cubicBezTo>
                    <a:cubicBezTo>
                      <a:pt x="1477226" y="32793"/>
                      <a:pt x="1498648" y="15108"/>
                      <a:pt x="1508359" y="11591"/>
                    </a:cubicBezTo>
                    <a:cubicBezTo>
                      <a:pt x="1518071" y="8073"/>
                      <a:pt x="1449711" y="11591"/>
                      <a:pt x="1438191" y="3604"/>
                    </a:cubicBezTo>
                    <a:cubicBezTo>
                      <a:pt x="1426671" y="-4383"/>
                      <a:pt x="1412580" y="17200"/>
                      <a:pt x="1401536" y="6646"/>
                    </a:cubicBezTo>
                    <a:cubicBezTo>
                      <a:pt x="1390492" y="-3908"/>
                      <a:pt x="1363452" y="4840"/>
                      <a:pt x="1366880" y="12827"/>
                    </a:cubicBezTo>
                    <a:cubicBezTo>
                      <a:pt x="1370307" y="20813"/>
                      <a:pt x="1362500" y="20813"/>
                      <a:pt x="1351837" y="11971"/>
                    </a:cubicBezTo>
                    <a:cubicBezTo>
                      <a:pt x="1341174" y="3128"/>
                      <a:pt x="1320704" y="12827"/>
                      <a:pt x="1302043" y="10164"/>
                    </a:cubicBezTo>
                    <a:cubicBezTo>
                      <a:pt x="1283382" y="7502"/>
                      <a:pt x="1291380" y="25282"/>
                      <a:pt x="1270910" y="16345"/>
                    </a:cubicBezTo>
                    <a:cubicBezTo>
                      <a:pt x="1250440" y="7407"/>
                      <a:pt x="1228257" y="11971"/>
                      <a:pt x="1234445" y="14633"/>
                    </a:cubicBezTo>
                    <a:cubicBezTo>
                      <a:pt x="1240634" y="17295"/>
                      <a:pt x="1232732" y="22620"/>
                      <a:pt x="1223782" y="19958"/>
                    </a:cubicBezTo>
                    <a:cubicBezTo>
                      <a:pt x="1214832" y="17295"/>
                      <a:pt x="1206930" y="20813"/>
                      <a:pt x="1211405" y="29466"/>
                    </a:cubicBezTo>
                    <a:cubicBezTo>
                      <a:pt x="1215880" y="38118"/>
                      <a:pt x="1178463" y="26803"/>
                      <a:pt x="1178463" y="36597"/>
                    </a:cubicBezTo>
                    <a:cubicBezTo>
                      <a:pt x="1178463" y="46390"/>
                      <a:pt x="1165134" y="51714"/>
                      <a:pt x="1154471" y="42777"/>
                    </a:cubicBezTo>
                    <a:cubicBezTo>
                      <a:pt x="1143807" y="33839"/>
                      <a:pt x="1110008" y="31272"/>
                      <a:pt x="1119815" y="39259"/>
                    </a:cubicBezTo>
                    <a:cubicBezTo>
                      <a:pt x="1129621" y="47246"/>
                      <a:pt x="1089634" y="42777"/>
                      <a:pt x="1100773" y="50764"/>
                    </a:cubicBezTo>
                    <a:cubicBezTo>
                      <a:pt x="1111912" y="58750"/>
                      <a:pt x="1087349" y="65026"/>
                      <a:pt x="1087349" y="60272"/>
                    </a:cubicBezTo>
                    <a:cubicBezTo>
                      <a:pt x="1087349" y="55518"/>
                      <a:pt x="1065165" y="47816"/>
                      <a:pt x="1056311" y="55803"/>
                    </a:cubicBezTo>
                    <a:cubicBezTo>
                      <a:pt x="1047456" y="63790"/>
                      <a:pt x="1044696" y="73583"/>
                      <a:pt x="1040316" y="68258"/>
                    </a:cubicBezTo>
                    <a:cubicBezTo>
                      <a:pt x="1035936" y="62934"/>
                      <a:pt x="1016323" y="64740"/>
                      <a:pt x="997663" y="71776"/>
                    </a:cubicBezTo>
                    <a:cubicBezTo>
                      <a:pt x="979002" y="78812"/>
                      <a:pt x="1000233" y="84707"/>
                      <a:pt x="1012610" y="76720"/>
                    </a:cubicBezTo>
                    <a:close/>
                    <a:moveTo>
                      <a:pt x="1236635" y="842782"/>
                    </a:moveTo>
                    <a:cubicBezTo>
                      <a:pt x="1242824" y="841926"/>
                      <a:pt x="1255677" y="819677"/>
                      <a:pt x="1239301" y="820628"/>
                    </a:cubicBezTo>
                    <a:cubicBezTo>
                      <a:pt x="1222925" y="821579"/>
                      <a:pt x="1226924" y="844398"/>
                      <a:pt x="1236635" y="842782"/>
                    </a:cubicBezTo>
                    <a:close/>
                    <a:moveTo>
                      <a:pt x="1158374" y="823766"/>
                    </a:moveTo>
                    <a:cubicBezTo>
                      <a:pt x="1172655" y="832608"/>
                      <a:pt x="1193982" y="808648"/>
                      <a:pt x="1192173" y="801517"/>
                    </a:cubicBezTo>
                    <a:cubicBezTo>
                      <a:pt x="1190364" y="794386"/>
                      <a:pt x="1141237" y="812546"/>
                      <a:pt x="1158374" y="823290"/>
                    </a:cubicBezTo>
                    <a:close/>
                    <a:moveTo>
                      <a:pt x="1222449" y="774895"/>
                    </a:moveTo>
                    <a:cubicBezTo>
                      <a:pt x="1224163" y="766052"/>
                      <a:pt x="1193030" y="762439"/>
                      <a:pt x="1194839" y="752741"/>
                    </a:cubicBezTo>
                    <a:cubicBezTo>
                      <a:pt x="1196648" y="743043"/>
                      <a:pt x="1165515" y="734961"/>
                      <a:pt x="1155708" y="729636"/>
                    </a:cubicBezTo>
                    <a:cubicBezTo>
                      <a:pt x="1145902" y="724312"/>
                      <a:pt x="1130859" y="721650"/>
                      <a:pt x="1130859" y="710620"/>
                    </a:cubicBezTo>
                    <a:cubicBezTo>
                      <a:pt x="1130859" y="699591"/>
                      <a:pt x="1109532" y="707958"/>
                      <a:pt x="1108675" y="723932"/>
                    </a:cubicBezTo>
                    <a:cubicBezTo>
                      <a:pt x="1107818" y="739905"/>
                      <a:pt x="1099155" y="736387"/>
                      <a:pt x="1103344" y="751410"/>
                    </a:cubicBezTo>
                    <a:cubicBezTo>
                      <a:pt x="1107533" y="766432"/>
                      <a:pt x="1083731" y="770426"/>
                      <a:pt x="1086397" y="778127"/>
                    </a:cubicBezTo>
                    <a:cubicBezTo>
                      <a:pt x="1089062" y="785829"/>
                      <a:pt x="1100678" y="777176"/>
                      <a:pt x="1111341" y="777176"/>
                    </a:cubicBezTo>
                    <a:cubicBezTo>
                      <a:pt x="1122005" y="777176"/>
                      <a:pt x="1108390" y="792009"/>
                      <a:pt x="1122005" y="793150"/>
                    </a:cubicBezTo>
                    <a:cubicBezTo>
                      <a:pt x="1135314" y="791508"/>
                      <a:pt x="1147431" y="784671"/>
                      <a:pt x="1155708" y="774134"/>
                    </a:cubicBezTo>
                    <a:cubicBezTo>
                      <a:pt x="1160183" y="767003"/>
                      <a:pt x="1169037" y="764626"/>
                      <a:pt x="1181510" y="773278"/>
                    </a:cubicBezTo>
                    <a:cubicBezTo>
                      <a:pt x="1193982" y="781930"/>
                      <a:pt x="1220640" y="783357"/>
                      <a:pt x="1222449" y="774419"/>
                    </a:cubicBezTo>
                    <a:close/>
                    <a:moveTo>
                      <a:pt x="1513025" y="696834"/>
                    </a:moveTo>
                    <a:cubicBezTo>
                      <a:pt x="1523688" y="697689"/>
                      <a:pt x="1525497" y="711001"/>
                      <a:pt x="1542444" y="725358"/>
                    </a:cubicBezTo>
                    <a:cubicBezTo>
                      <a:pt x="1559391" y="739715"/>
                      <a:pt x="1561485" y="729826"/>
                      <a:pt x="1563675" y="720033"/>
                    </a:cubicBezTo>
                    <a:cubicBezTo>
                      <a:pt x="1565865" y="710240"/>
                      <a:pt x="1585097" y="718322"/>
                      <a:pt x="1584145" y="708529"/>
                    </a:cubicBezTo>
                    <a:cubicBezTo>
                      <a:pt x="1583193" y="698735"/>
                      <a:pt x="1599283" y="687231"/>
                      <a:pt x="1609946" y="682762"/>
                    </a:cubicBezTo>
                    <a:cubicBezTo>
                      <a:pt x="1620610" y="678293"/>
                      <a:pt x="1601092" y="667739"/>
                      <a:pt x="1586811" y="668595"/>
                    </a:cubicBezTo>
                    <a:cubicBezTo>
                      <a:pt x="1579187" y="670153"/>
                      <a:pt x="1571742" y="665243"/>
                      <a:pt x="1570182" y="657629"/>
                    </a:cubicBezTo>
                    <a:cubicBezTo>
                      <a:pt x="1569902" y="656264"/>
                      <a:pt x="1569827" y="654864"/>
                      <a:pt x="1569959" y="653477"/>
                    </a:cubicBezTo>
                    <a:cubicBezTo>
                      <a:pt x="1569959" y="647297"/>
                      <a:pt x="1543301" y="632179"/>
                      <a:pt x="1534351" y="634461"/>
                    </a:cubicBezTo>
                    <a:cubicBezTo>
                      <a:pt x="1525401" y="636743"/>
                      <a:pt x="1510359" y="622956"/>
                      <a:pt x="1498838" y="622006"/>
                    </a:cubicBezTo>
                    <a:cubicBezTo>
                      <a:pt x="1487318" y="621055"/>
                      <a:pt x="1470276" y="612498"/>
                      <a:pt x="1472180" y="599852"/>
                    </a:cubicBezTo>
                    <a:cubicBezTo>
                      <a:pt x="1474084" y="587206"/>
                      <a:pt x="1495316" y="603370"/>
                      <a:pt x="1499695" y="593672"/>
                    </a:cubicBezTo>
                    <a:cubicBezTo>
                      <a:pt x="1504075" y="583973"/>
                      <a:pt x="1477512" y="589203"/>
                      <a:pt x="1476655" y="582072"/>
                    </a:cubicBezTo>
                    <a:cubicBezTo>
                      <a:pt x="1475798" y="574941"/>
                      <a:pt x="1482843" y="577698"/>
                      <a:pt x="1488175" y="573229"/>
                    </a:cubicBezTo>
                    <a:cubicBezTo>
                      <a:pt x="1493507" y="568761"/>
                      <a:pt x="1483700" y="559918"/>
                      <a:pt x="1477512" y="556400"/>
                    </a:cubicBezTo>
                    <a:cubicBezTo>
                      <a:pt x="1471323" y="552882"/>
                      <a:pt x="1469514" y="563436"/>
                      <a:pt x="1463326" y="563436"/>
                    </a:cubicBezTo>
                    <a:cubicBezTo>
                      <a:pt x="1457137" y="563436"/>
                      <a:pt x="1462374" y="553928"/>
                      <a:pt x="1466849" y="547463"/>
                    </a:cubicBezTo>
                    <a:cubicBezTo>
                      <a:pt x="1471323" y="540997"/>
                      <a:pt x="1446379" y="534151"/>
                      <a:pt x="1435715" y="537955"/>
                    </a:cubicBezTo>
                    <a:cubicBezTo>
                      <a:pt x="1425052" y="541758"/>
                      <a:pt x="1421529" y="535292"/>
                      <a:pt x="1421529" y="528447"/>
                    </a:cubicBezTo>
                    <a:cubicBezTo>
                      <a:pt x="1421529" y="521601"/>
                      <a:pt x="1402488" y="528447"/>
                      <a:pt x="1395728" y="533771"/>
                    </a:cubicBezTo>
                    <a:cubicBezTo>
                      <a:pt x="1388968" y="539096"/>
                      <a:pt x="1379733" y="528447"/>
                      <a:pt x="1388587" y="527496"/>
                    </a:cubicBezTo>
                    <a:cubicBezTo>
                      <a:pt x="1397442" y="526545"/>
                      <a:pt x="1408200" y="519509"/>
                      <a:pt x="1405534" y="511522"/>
                    </a:cubicBezTo>
                    <a:cubicBezTo>
                      <a:pt x="1402869" y="503536"/>
                      <a:pt x="1379733" y="502680"/>
                      <a:pt x="1375258" y="512473"/>
                    </a:cubicBezTo>
                    <a:cubicBezTo>
                      <a:pt x="1370784" y="522266"/>
                      <a:pt x="1352218" y="501824"/>
                      <a:pt x="1352218" y="493457"/>
                    </a:cubicBezTo>
                    <a:cubicBezTo>
                      <a:pt x="1352218" y="485090"/>
                      <a:pt x="1323656" y="492506"/>
                      <a:pt x="1327273" y="479195"/>
                    </a:cubicBezTo>
                    <a:cubicBezTo>
                      <a:pt x="1330891" y="465884"/>
                      <a:pt x="1294427" y="462366"/>
                      <a:pt x="1284620" y="462366"/>
                    </a:cubicBezTo>
                    <a:cubicBezTo>
                      <a:pt x="1274814" y="462366"/>
                      <a:pt x="1260628" y="470353"/>
                      <a:pt x="1262437" y="479195"/>
                    </a:cubicBezTo>
                    <a:cubicBezTo>
                      <a:pt x="1264246" y="488037"/>
                      <a:pt x="1251773" y="484520"/>
                      <a:pt x="1249964" y="474821"/>
                    </a:cubicBezTo>
                    <a:cubicBezTo>
                      <a:pt x="1248155" y="465123"/>
                      <a:pt x="1224163" y="485470"/>
                      <a:pt x="1217118" y="485470"/>
                    </a:cubicBezTo>
                    <a:cubicBezTo>
                      <a:pt x="1210072" y="485470"/>
                      <a:pt x="1221497" y="459704"/>
                      <a:pt x="1217974" y="451717"/>
                    </a:cubicBezTo>
                    <a:cubicBezTo>
                      <a:pt x="1212739" y="444022"/>
                      <a:pt x="1207970" y="436021"/>
                      <a:pt x="1203693" y="427757"/>
                    </a:cubicBezTo>
                    <a:cubicBezTo>
                      <a:pt x="1198362" y="414445"/>
                      <a:pt x="1171703" y="419770"/>
                      <a:pt x="1164658" y="427757"/>
                    </a:cubicBezTo>
                    <a:cubicBezTo>
                      <a:pt x="1157612" y="435743"/>
                      <a:pt x="1134382" y="432225"/>
                      <a:pt x="1122005" y="444586"/>
                    </a:cubicBezTo>
                    <a:cubicBezTo>
                      <a:pt x="1109627" y="456946"/>
                      <a:pt x="1122861" y="469497"/>
                      <a:pt x="1128193" y="473871"/>
                    </a:cubicBezTo>
                    <a:cubicBezTo>
                      <a:pt x="1133525" y="478244"/>
                      <a:pt x="1109151" y="485470"/>
                      <a:pt x="1117530" y="492887"/>
                    </a:cubicBezTo>
                    <a:cubicBezTo>
                      <a:pt x="1125908" y="500303"/>
                      <a:pt x="1138000" y="496500"/>
                      <a:pt x="1138856" y="508004"/>
                    </a:cubicBezTo>
                    <a:cubicBezTo>
                      <a:pt x="1139713" y="519509"/>
                      <a:pt x="1109532" y="504486"/>
                      <a:pt x="1105057" y="494693"/>
                    </a:cubicBezTo>
                    <a:cubicBezTo>
                      <a:pt x="1100583" y="484900"/>
                      <a:pt x="1106866" y="475677"/>
                      <a:pt x="1100678" y="468926"/>
                    </a:cubicBezTo>
                    <a:cubicBezTo>
                      <a:pt x="1094489" y="462176"/>
                      <a:pt x="1099726" y="452953"/>
                      <a:pt x="1111341" y="440402"/>
                    </a:cubicBezTo>
                    <a:cubicBezTo>
                      <a:pt x="1122957" y="427852"/>
                      <a:pt x="1131716" y="429753"/>
                      <a:pt x="1131716" y="422622"/>
                    </a:cubicBezTo>
                    <a:cubicBezTo>
                      <a:pt x="1131716" y="415491"/>
                      <a:pt x="1081922" y="415491"/>
                      <a:pt x="1052598" y="442114"/>
                    </a:cubicBezTo>
                    <a:cubicBezTo>
                      <a:pt x="1033753" y="459794"/>
                      <a:pt x="1026401" y="486519"/>
                      <a:pt x="1033556" y="511332"/>
                    </a:cubicBezTo>
                    <a:cubicBezTo>
                      <a:pt x="1035365" y="518463"/>
                      <a:pt x="1061167" y="514945"/>
                      <a:pt x="1076209" y="519319"/>
                    </a:cubicBezTo>
                    <a:cubicBezTo>
                      <a:pt x="1091252" y="523693"/>
                      <a:pt x="1083350" y="529968"/>
                      <a:pt x="1071830" y="528256"/>
                    </a:cubicBezTo>
                    <a:cubicBezTo>
                      <a:pt x="1060310" y="526545"/>
                      <a:pt x="1040697" y="522932"/>
                      <a:pt x="1041554" y="530919"/>
                    </a:cubicBezTo>
                    <a:cubicBezTo>
                      <a:pt x="1042410" y="538905"/>
                      <a:pt x="1066498" y="554023"/>
                      <a:pt x="1080684" y="550410"/>
                    </a:cubicBezTo>
                    <a:cubicBezTo>
                      <a:pt x="1094870" y="546797"/>
                      <a:pt x="1094965" y="546892"/>
                      <a:pt x="1101154" y="554879"/>
                    </a:cubicBezTo>
                    <a:cubicBezTo>
                      <a:pt x="1107343" y="562866"/>
                      <a:pt x="1124290" y="560203"/>
                      <a:pt x="1141141" y="561059"/>
                    </a:cubicBezTo>
                    <a:cubicBezTo>
                      <a:pt x="1157993" y="561915"/>
                      <a:pt x="1177606" y="568190"/>
                      <a:pt x="1185604" y="569046"/>
                    </a:cubicBezTo>
                    <a:cubicBezTo>
                      <a:pt x="1193448" y="569524"/>
                      <a:pt x="1201051" y="566240"/>
                      <a:pt x="1206073" y="560203"/>
                    </a:cubicBezTo>
                    <a:cubicBezTo>
                      <a:pt x="1208739" y="555735"/>
                      <a:pt x="1241586" y="567334"/>
                      <a:pt x="1251392" y="566384"/>
                    </a:cubicBezTo>
                    <a:cubicBezTo>
                      <a:pt x="1261199" y="565433"/>
                      <a:pt x="1254915" y="556876"/>
                      <a:pt x="1248727" y="554023"/>
                    </a:cubicBezTo>
                    <a:cubicBezTo>
                      <a:pt x="1242538" y="551171"/>
                      <a:pt x="1245109" y="539761"/>
                      <a:pt x="1253106" y="544515"/>
                    </a:cubicBezTo>
                    <a:cubicBezTo>
                      <a:pt x="1261104" y="549269"/>
                      <a:pt x="1274433" y="551646"/>
                      <a:pt x="1277099" y="559633"/>
                    </a:cubicBezTo>
                    <a:cubicBezTo>
                      <a:pt x="1279765" y="567620"/>
                      <a:pt x="1286619" y="563151"/>
                      <a:pt x="1287762" y="569141"/>
                    </a:cubicBezTo>
                    <a:cubicBezTo>
                      <a:pt x="1288904" y="575131"/>
                      <a:pt x="1317181" y="582452"/>
                      <a:pt x="1318038" y="589583"/>
                    </a:cubicBezTo>
                    <a:cubicBezTo>
                      <a:pt x="1318895" y="596714"/>
                      <a:pt x="1290428" y="600232"/>
                      <a:pt x="1298425" y="606412"/>
                    </a:cubicBezTo>
                    <a:cubicBezTo>
                      <a:pt x="1306423" y="612593"/>
                      <a:pt x="1318895" y="598426"/>
                      <a:pt x="1329558" y="597570"/>
                    </a:cubicBezTo>
                    <a:cubicBezTo>
                      <a:pt x="1340222" y="596714"/>
                      <a:pt x="1340222" y="620674"/>
                      <a:pt x="1348600" y="617156"/>
                    </a:cubicBezTo>
                    <a:cubicBezTo>
                      <a:pt x="1359549" y="612307"/>
                      <a:pt x="1368213" y="621530"/>
                      <a:pt x="1378876" y="636172"/>
                    </a:cubicBezTo>
                    <a:cubicBezTo>
                      <a:pt x="1389540" y="650815"/>
                      <a:pt x="1377924" y="665457"/>
                      <a:pt x="1378876" y="670782"/>
                    </a:cubicBezTo>
                    <a:cubicBezTo>
                      <a:pt x="1379828" y="676106"/>
                      <a:pt x="1400203" y="674300"/>
                      <a:pt x="1411723" y="668119"/>
                    </a:cubicBezTo>
                    <a:cubicBezTo>
                      <a:pt x="1423243" y="661939"/>
                      <a:pt x="1434002" y="675250"/>
                      <a:pt x="1442856" y="683237"/>
                    </a:cubicBezTo>
                    <a:cubicBezTo>
                      <a:pt x="1451710" y="691224"/>
                      <a:pt x="1409914" y="704535"/>
                      <a:pt x="1413532" y="697404"/>
                    </a:cubicBezTo>
                    <a:cubicBezTo>
                      <a:pt x="1417150" y="690273"/>
                      <a:pt x="1388587" y="668880"/>
                      <a:pt x="1362881" y="678388"/>
                    </a:cubicBezTo>
                    <a:cubicBezTo>
                      <a:pt x="1337175" y="687896"/>
                      <a:pt x="1354884" y="703204"/>
                      <a:pt x="1357550" y="712142"/>
                    </a:cubicBezTo>
                    <a:cubicBezTo>
                      <a:pt x="1360215" y="721079"/>
                      <a:pt x="1334414" y="729826"/>
                      <a:pt x="1310421" y="721650"/>
                    </a:cubicBezTo>
                    <a:cubicBezTo>
                      <a:pt x="1286429" y="713473"/>
                      <a:pt x="1293474" y="726974"/>
                      <a:pt x="1283763" y="726974"/>
                    </a:cubicBezTo>
                    <a:cubicBezTo>
                      <a:pt x="1274052" y="726974"/>
                      <a:pt x="1263293" y="742092"/>
                      <a:pt x="1272148" y="751885"/>
                    </a:cubicBezTo>
                    <a:cubicBezTo>
                      <a:pt x="1281002" y="761678"/>
                      <a:pt x="1300710" y="752741"/>
                      <a:pt x="1316610" y="753597"/>
                    </a:cubicBezTo>
                    <a:cubicBezTo>
                      <a:pt x="1332510" y="754452"/>
                      <a:pt x="1334414" y="758921"/>
                      <a:pt x="1336223" y="750079"/>
                    </a:cubicBezTo>
                    <a:cubicBezTo>
                      <a:pt x="1338032" y="741236"/>
                      <a:pt x="1355265" y="745610"/>
                      <a:pt x="1366404" y="748272"/>
                    </a:cubicBezTo>
                    <a:cubicBezTo>
                      <a:pt x="1377543" y="750934"/>
                      <a:pt x="1375258" y="767288"/>
                      <a:pt x="1389540" y="768714"/>
                    </a:cubicBezTo>
                    <a:cubicBezTo>
                      <a:pt x="1403821" y="770141"/>
                      <a:pt x="1392205" y="784688"/>
                      <a:pt x="1401060" y="794481"/>
                    </a:cubicBezTo>
                    <a:cubicBezTo>
                      <a:pt x="1409914" y="804274"/>
                      <a:pt x="1438381" y="798950"/>
                      <a:pt x="1448664" y="809599"/>
                    </a:cubicBezTo>
                    <a:cubicBezTo>
                      <a:pt x="1458946" y="820248"/>
                      <a:pt x="1504551" y="841451"/>
                      <a:pt x="1510930" y="833559"/>
                    </a:cubicBezTo>
                    <a:cubicBezTo>
                      <a:pt x="1517309" y="825667"/>
                      <a:pt x="1471799" y="783832"/>
                      <a:pt x="1458470" y="780219"/>
                    </a:cubicBezTo>
                    <a:cubicBezTo>
                      <a:pt x="1445141" y="776606"/>
                      <a:pt x="1471799" y="772327"/>
                      <a:pt x="1488651" y="785639"/>
                    </a:cubicBezTo>
                    <a:cubicBezTo>
                      <a:pt x="1505503" y="798950"/>
                      <a:pt x="1530448" y="804655"/>
                      <a:pt x="1542920" y="789157"/>
                    </a:cubicBezTo>
                    <a:cubicBezTo>
                      <a:pt x="1555392" y="773658"/>
                      <a:pt x="1532256" y="777652"/>
                      <a:pt x="1532256" y="766052"/>
                    </a:cubicBezTo>
                    <a:cubicBezTo>
                      <a:pt x="1532256" y="754452"/>
                      <a:pt x="1524259" y="738574"/>
                      <a:pt x="1511787" y="738574"/>
                    </a:cubicBezTo>
                    <a:cubicBezTo>
                      <a:pt x="1499315" y="738574"/>
                      <a:pt x="1467325" y="713663"/>
                      <a:pt x="1478940" y="708338"/>
                    </a:cubicBezTo>
                    <a:cubicBezTo>
                      <a:pt x="1490555" y="703014"/>
                      <a:pt x="1475322" y="695978"/>
                      <a:pt x="1484272" y="686185"/>
                    </a:cubicBezTo>
                    <a:cubicBezTo>
                      <a:pt x="1493221" y="676391"/>
                      <a:pt x="1502361" y="695407"/>
                      <a:pt x="1513025" y="696358"/>
                    </a:cubicBezTo>
                    <a:close/>
                    <a:moveTo>
                      <a:pt x="1325369" y="654238"/>
                    </a:moveTo>
                    <a:cubicBezTo>
                      <a:pt x="1336032" y="652431"/>
                      <a:pt x="1334033" y="635982"/>
                      <a:pt x="1328035" y="627520"/>
                    </a:cubicBezTo>
                    <a:cubicBezTo>
                      <a:pt x="1323560" y="621340"/>
                      <a:pt x="1311945" y="620484"/>
                      <a:pt x="1302234" y="621340"/>
                    </a:cubicBezTo>
                    <a:cubicBezTo>
                      <a:pt x="1292522" y="622196"/>
                      <a:pt x="1275575" y="637313"/>
                      <a:pt x="1284430" y="652431"/>
                    </a:cubicBezTo>
                    <a:cubicBezTo>
                      <a:pt x="1293284" y="667549"/>
                      <a:pt x="1314801" y="655474"/>
                      <a:pt x="1325369" y="654238"/>
                    </a:cubicBezTo>
                    <a:close/>
                    <a:moveTo>
                      <a:pt x="1214452" y="422908"/>
                    </a:moveTo>
                    <a:cubicBezTo>
                      <a:pt x="1209120" y="434507"/>
                      <a:pt x="1225972" y="434507"/>
                      <a:pt x="1226829" y="447819"/>
                    </a:cubicBezTo>
                    <a:cubicBezTo>
                      <a:pt x="1227686" y="461130"/>
                      <a:pt x="1244633" y="465503"/>
                      <a:pt x="1257105" y="457327"/>
                    </a:cubicBezTo>
                    <a:cubicBezTo>
                      <a:pt x="1269577" y="449150"/>
                      <a:pt x="1304709" y="459704"/>
                      <a:pt x="1304709" y="449340"/>
                    </a:cubicBezTo>
                    <a:cubicBezTo>
                      <a:pt x="1304709" y="438976"/>
                      <a:pt x="1267387" y="421862"/>
                      <a:pt x="1254058" y="424524"/>
                    </a:cubicBezTo>
                    <a:cubicBezTo>
                      <a:pt x="1240729" y="427186"/>
                      <a:pt x="1219783" y="411403"/>
                      <a:pt x="1214452" y="422908"/>
                    </a:cubicBezTo>
                    <a:close/>
                    <a:moveTo>
                      <a:pt x="1547680" y="1178320"/>
                    </a:moveTo>
                    <a:cubicBezTo>
                      <a:pt x="1549489" y="1185451"/>
                      <a:pt x="1601092" y="1206844"/>
                      <a:pt x="1602806" y="1197336"/>
                    </a:cubicBezTo>
                    <a:cubicBezTo>
                      <a:pt x="1604520" y="1187828"/>
                      <a:pt x="1546157" y="1172235"/>
                      <a:pt x="1547680" y="1178320"/>
                    </a:cubicBezTo>
                    <a:close/>
                    <a:moveTo>
                      <a:pt x="1772848" y="1231280"/>
                    </a:moveTo>
                    <a:cubicBezTo>
                      <a:pt x="1769230" y="1237840"/>
                      <a:pt x="1763898" y="1226526"/>
                      <a:pt x="1771610" y="1220631"/>
                    </a:cubicBezTo>
                    <a:cubicBezTo>
                      <a:pt x="1779322" y="1214736"/>
                      <a:pt x="1770467" y="1212359"/>
                      <a:pt x="1763327" y="1215877"/>
                    </a:cubicBezTo>
                    <a:cubicBezTo>
                      <a:pt x="1756186" y="1219395"/>
                      <a:pt x="1757995" y="1199903"/>
                      <a:pt x="1764565" y="1196861"/>
                    </a:cubicBezTo>
                    <a:cubicBezTo>
                      <a:pt x="1771134" y="1193818"/>
                      <a:pt x="1748569" y="1186212"/>
                      <a:pt x="1748569" y="1192677"/>
                    </a:cubicBezTo>
                    <a:cubicBezTo>
                      <a:pt x="1748569" y="1199142"/>
                      <a:pt x="1732479" y="1195054"/>
                      <a:pt x="1730766" y="1189159"/>
                    </a:cubicBezTo>
                    <a:cubicBezTo>
                      <a:pt x="1729052" y="1183264"/>
                      <a:pt x="1717722" y="1181458"/>
                      <a:pt x="1721816" y="1177369"/>
                    </a:cubicBezTo>
                    <a:cubicBezTo>
                      <a:pt x="1725910" y="1173281"/>
                      <a:pt x="1708201" y="1170809"/>
                      <a:pt x="1706487" y="1177940"/>
                    </a:cubicBezTo>
                    <a:cubicBezTo>
                      <a:pt x="1704774" y="1185071"/>
                      <a:pt x="1699347" y="1173186"/>
                      <a:pt x="1708201" y="1163678"/>
                    </a:cubicBezTo>
                    <a:cubicBezTo>
                      <a:pt x="1717056" y="1154170"/>
                      <a:pt x="1714199" y="1145993"/>
                      <a:pt x="1722483" y="1141239"/>
                    </a:cubicBezTo>
                    <a:cubicBezTo>
                      <a:pt x="1730766" y="1136485"/>
                      <a:pt x="1721816" y="1131160"/>
                      <a:pt x="1712962" y="1134678"/>
                    </a:cubicBezTo>
                    <a:cubicBezTo>
                      <a:pt x="1704107" y="1138196"/>
                      <a:pt x="1680400" y="1170809"/>
                      <a:pt x="1680400" y="1179651"/>
                    </a:cubicBezTo>
                    <a:cubicBezTo>
                      <a:pt x="1680400" y="1188493"/>
                      <a:pt x="1679734" y="1199238"/>
                      <a:pt x="1671451" y="1198667"/>
                    </a:cubicBezTo>
                    <a:cubicBezTo>
                      <a:pt x="1663168" y="1198097"/>
                      <a:pt x="1653742" y="1205798"/>
                      <a:pt x="1660216" y="1210552"/>
                    </a:cubicBezTo>
                    <a:cubicBezTo>
                      <a:pt x="1666691" y="1215306"/>
                      <a:pt x="1642984" y="1228712"/>
                      <a:pt x="1654313" y="1234798"/>
                    </a:cubicBezTo>
                    <a:cubicBezTo>
                      <a:pt x="1662025" y="1238981"/>
                      <a:pt x="1674498" y="1233086"/>
                      <a:pt x="1685161" y="1234227"/>
                    </a:cubicBezTo>
                    <a:cubicBezTo>
                      <a:pt x="1694928" y="1236706"/>
                      <a:pt x="1705289" y="1234982"/>
                      <a:pt x="1713723" y="1229473"/>
                    </a:cubicBezTo>
                    <a:cubicBezTo>
                      <a:pt x="1722673" y="1223008"/>
                      <a:pt x="1722673" y="1235368"/>
                      <a:pt x="1732098" y="1234227"/>
                    </a:cubicBezTo>
                    <a:cubicBezTo>
                      <a:pt x="1741524" y="1233086"/>
                      <a:pt x="1726767" y="1241929"/>
                      <a:pt x="1727338" y="1248394"/>
                    </a:cubicBezTo>
                    <a:cubicBezTo>
                      <a:pt x="1727909" y="1254859"/>
                      <a:pt x="1737430" y="1244876"/>
                      <a:pt x="1744571" y="1241358"/>
                    </a:cubicBezTo>
                    <a:cubicBezTo>
                      <a:pt x="1751711" y="1237840"/>
                      <a:pt x="1760566" y="1241358"/>
                      <a:pt x="1757043" y="1247253"/>
                    </a:cubicBezTo>
                    <a:cubicBezTo>
                      <a:pt x="1753520" y="1253148"/>
                      <a:pt x="1776085" y="1259043"/>
                      <a:pt x="1781892" y="1249630"/>
                    </a:cubicBezTo>
                    <a:cubicBezTo>
                      <a:pt x="1787700" y="1240217"/>
                      <a:pt x="1776751" y="1224719"/>
                      <a:pt x="1772848" y="1231280"/>
                    </a:cubicBezTo>
                    <a:close/>
                    <a:moveTo>
                      <a:pt x="166591" y="1068217"/>
                    </a:moveTo>
                    <a:cubicBezTo>
                      <a:pt x="150596" y="1076679"/>
                      <a:pt x="189060" y="1117183"/>
                      <a:pt x="197057" y="1112144"/>
                    </a:cubicBezTo>
                    <a:cubicBezTo>
                      <a:pt x="202579" y="1108626"/>
                      <a:pt x="187536" y="1091607"/>
                      <a:pt x="187536" y="1081148"/>
                    </a:cubicBezTo>
                    <a:cubicBezTo>
                      <a:pt x="187536" y="1070689"/>
                      <a:pt x="182871" y="1059660"/>
                      <a:pt x="166591" y="1068217"/>
                    </a:cubicBezTo>
                    <a:close/>
                    <a:moveTo>
                      <a:pt x="1631273" y="1270643"/>
                    </a:moveTo>
                    <a:cubicBezTo>
                      <a:pt x="1625084" y="1271498"/>
                      <a:pt x="1629940" y="1261800"/>
                      <a:pt x="1631273" y="1256856"/>
                    </a:cubicBezTo>
                    <a:cubicBezTo>
                      <a:pt x="1632606" y="1251912"/>
                      <a:pt x="1617944" y="1259138"/>
                      <a:pt x="1617563" y="1264843"/>
                    </a:cubicBezTo>
                    <a:cubicBezTo>
                      <a:pt x="1617182" y="1270548"/>
                      <a:pt x="1607281" y="1272830"/>
                      <a:pt x="1607281" y="1276443"/>
                    </a:cubicBezTo>
                    <a:cubicBezTo>
                      <a:pt x="1607281" y="1286806"/>
                      <a:pt x="1605948" y="1281292"/>
                      <a:pt x="1598902" y="1284810"/>
                    </a:cubicBezTo>
                    <a:cubicBezTo>
                      <a:pt x="1591857" y="1288328"/>
                      <a:pt x="1564151" y="1284810"/>
                      <a:pt x="1563294" y="1278630"/>
                    </a:cubicBezTo>
                    <a:cubicBezTo>
                      <a:pt x="1562437" y="1272449"/>
                      <a:pt x="1542444" y="1269121"/>
                      <a:pt x="1541587" y="1260850"/>
                    </a:cubicBezTo>
                    <a:cubicBezTo>
                      <a:pt x="1540730" y="1252577"/>
                      <a:pt x="1530828" y="1249820"/>
                      <a:pt x="1538826" y="1240502"/>
                    </a:cubicBezTo>
                    <a:cubicBezTo>
                      <a:pt x="1546823" y="1231184"/>
                      <a:pt x="1537493" y="1226716"/>
                      <a:pt x="1529972" y="1233847"/>
                    </a:cubicBezTo>
                    <a:cubicBezTo>
                      <a:pt x="1522450" y="1240978"/>
                      <a:pt x="1517975" y="1229853"/>
                      <a:pt x="1528163" y="1225860"/>
                    </a:cubicBezTo>
                    <a:cubicBezTo>
                      <a:pt x="1538350" y="1221867"/>
                      <a:pt x="1557582" y="1217873"/>
                      <a:pt x="1547775" y="1200093"/>
                    </a:cubicBezTo>
                    <a:cubicBezTo>
                      <a:pt x="1537969" y="1182313"/>
                      <a:pt x="1476655" y="1205418"/>
                      <a:pt x="1461136" y="1214260"/>
                    </a:cubicBezTo>
                    <a:cubicBezTo>
                      <a:pt x="1445617" y="1223103"/>
                      <a:pt x="1426004" y="1251532"/>
                      <a:pt x="1417531" y="1251532"/>
                    </a:cubicBezTo>
                    <a:cubicBezTo>
                      <a:pt x="1409057" y="1251532"/>
                      <a:pt x="1432193" y="1236509"/>
                      <a:pt x="1435811" y="1230709"/>
                    </a:cubicBezTo>
                    <a:cubicBezTo>
                      <a:pt x="1439429" y="1224909"/>
                      <a:pt x="1434859" y="1219109"/>
                      <a:pt x="1439809" y="1221201"/>
                    </a:cubicBezTo>
                    <a:cubicBezTo>
                      <a:pt x="1444760" y="1223293"/>
                      <a:pt x="1458851" y="1202185"/>
                      <a:pt x="1467801" y="1194959"/>
                    </a:cubicBezTo>
                    <a:cubicBezTo>
                      <a:pt x="1476750" y="1187733"/>
                      <a:pt x="1487318" y="1194959"/>
                      <a:pt x="1488651" y="1188779"/>
                    </a:cubicBezTo>
                    <a:cubicBezTo>
                      <a:pt x="1489984" y="1182598"/>
                      <a:pt x="1494459" y="1179271"/>
                      <a:pt x="1503313" y="1170999"/>
                    </a:cubicBezTo>
                    <a:cubicBezTo>
                      <a:pt x="1512168" y="1162727"/>
                      <a:pt x="1618420" y="1164343"/>
                      <a:pt x="1628607" y="1164818"/>
                    </a:cubicBezTo>
                    <a:cubicBezTo>
                      <a:pt x="1638794" y="1165294"/>
                      <a:pt x="1658883" y="1151507"/>
                      <a:pt x="1664596" y="1142665"/>
                    </a:cubicBezTo>
                    <a:cubicBezTo>
                      <a:pt x="1670308" y="1133822"/>
                      <a:pt x="1678020" y="1133727"/>
                      <a:pt x="1692206" y="1134678"/>
                    </a:cubicBezTo>
                    <a:cubicBezTo>
                      <a:pt x="1706392" y="1135629"/>
                      <a:pt x="1713057" y="1122698"/>
                      <a:pt x="1720197" y="1117754"/>
                    </a:cubicBezTo>
                    <a:cubicBezTo>
                      <a:pt x="1727338" y="1112810"/>
                      <a:pt x="1724672" y="1110718"/>
                      <a:pt x="1718388" y="1109387"/>
                    </a:cubicBezTo>
                    <a:cubicBezTo>
                      <a:pt x="1712105" y="1108056"/>
                      <a:pt x="1706392" y="1104062"/>
                      <a:pt x="1712676" y="1103587"/>
                    </a:cubicBezTo>
                    <a:cubicBezTo>
                      <a:pt x="1718960" y="1103111"/>
                      <a:pt x="1722197" y="1099593"/>
                      <a:pt x="1724672" y="1091607"/>
                    </a:cubicBezTo>
                    <a:cubicBezTo>
                      <a:pt x="1727148" y="1083620"/>
                      <a:pt x="1722387" y="1087138"/>
                      <a:pt x="1714009" y="1076014"/>
                    </a:cubicBezTo>
                    <a:cubicBezTo>
                      <a:pt x="1705631" y="1064889"/>
                      <a:pt x="1701061" y="1079627"/>
                      <a:pt x="1692682" y="1078676"/>
                    </a:cubicBezTo>
                    <a:cubicBezTo>
                      <a:pt x="1684304" y="1077725"/>
                      <a:pt x="1698395" y="1067171"/>
                      <a:pt x="1691349" y="1062702"/>
                    </a:cubicBezTo>
                    <a:cubicBezTo>
                      <a:pt x="1684304" y="1058234"/>
                      <a:pt x="1670880" y="1061466"/>
                      <a:pt x="1660216" y="1070309"/>
                    </a:cubicBezTo>
                    <a:cubicBezTo>
                      <a:pt x="1649553" y="1079151"/>
                      <a:pt x="1650695" y="1070309"/>
                      <a:pt x="1641175" y="1078676"/>
                    </a:cubicBezTo>
                    <a:cubicBezTo>
                      <a:pt x="1631654" y="1087043"/>
                      <a:pt x="1631654" y="1074302"/>
                      <a:pt x="1636319" y="1070784"/>
                    </a:cubicBezTo>
                    <a:cubicBezTo>
                      <a:pt x="1640984" y="1067266"/>
                      <a:pt x="1643840" y="1070784"/>
                      <a:pt x="1647839" y="1065840"/>
                    </a:cubicBezTo>
                    <a:cubicBezTo>
                      <a:pt x="1651838" y="1060896"/>
                      <a:pt x="1655837" y="1065840"/>
                      <a:pt x="1666024" y="1059184"/>
                    </a:cubicBezTo>
                    <a:cubicBezTo>
                      <a:pt x="1676211" y="1052529"/>
                      <a:pt x="1685066" y="1055666"/>
                      <a:pt x="1688303" y="1050722"/>
                    </a:cubicBezTo>
                    <a:cubicBezTo>
                      <a:pt x="1691540" y="1045778"/>
                      <a:pt x="1683352" y="1039217"/>
                      <a:pt x="1673641" y="1041214"/>
                    </a:cubicBezTo>
                    <a:cubicBezTo>
                      <a:pt x="1663929" y="1043211"/>
                      <a:pt x="1657170" y="1027903"/>
                      <a:pt x="1650981" y="1032372"/>
                    </a:cubicBezTo>
                    <a:cubicBezTo>
                      <a:pt x="1644793" y="1036840"/>
                      <a:pt x="1646030" y="1025716"/>
                      <a:pt x="1638985" y="1030185"/>
                    </a:cubicBezTo>
                    <a:cubicBezTo>
                      <a:pt x="1631939" y="1034654"/>
                      <a:pt x="1627846" y="1028854"/>
                      <a:pt x="1624704" y="1020677"/>
                    </a:cubicBezTo>
                    <a:cubicBezTo>
                      <a:pt x="1621562" y="1012500"/>
                      <a:pt x="1602520" y="998523"/>
                      <a:pt x="1591000" y="994910"/>
                    </a:cubicBezTo>
                    <a:cubicBezTo>
                      <a:pt x="1579480" y="991297"/>
                      <a:pt x="1587001" y="985402"/>
                      <a:pt x="1593190" y="989586"/>
                    </a:cubicBezTo>
                    <a:cubicBezTo>
                      <a:pt x="1599378" y="993769"/>
                      <a:pt x="1606519" y="985212"/>
                      <a:pt x="1609185" y="980743"/>
                    </a:cubicBezTo>
                    <a:cubicBezTo>
                      <a:pt x="1611851" y="976274"/>
                      <a:pt x="1604710" y="972281"/>
                      <a:pt x="1601187" y="971901"/>
                    </a:cubicBezTo>
                    <a:cubicBezTo>
                      <a:pt x="1597665" y="971520"/>
                      <a:pt x="1597665" y="965625"/>
                      <a:pt x="1598521" y="961157"/>
                    </a:cubicBezTo>
                    <a:cubicBezTo>
                      <a:pt x="1599378" y="956688"/>
                      <a:pt x="1586049" y="950983"/>
                      <a:pt x="1585668" y="946514"/>
                    </a:cubicBezTo>
                    <a:cubicBezTo>
                      <a:pt x="1585288" y="942045"/>
                      <a:pt x="1577671" y="939003"/>
                      <a:pt x="1578052" y="935010"/>
                    </a:cubicBezTo>
                    <a:cubicBezTo>
                      <a:pt x="1578433" y="931016"/>
                      <a:pt x="1570530" y="925502"/>
                      <a:pt x="1570530" y="919892"/>
                    </a:cubicBezTo>
                    <a:cubicBezTo>
                      <a:pt x="1570530" y="914282"/>
                      <a:pt x="1557201" y="903918"/>
                      <a:pt x="1556725" y="897738"/>
                    </a:cubicBezTo>
                    <a:cubicBezTo>
                      <a:pt x="1556249" y="891558"/>
                      <a:pt x="1549204" y="887089"/>
                      <a:pt x="1546538" y="879483"/>
                    </a:cubicBezTo>
                    <a:cubicBezTo>
                      <a:pt x="1543872" y="871876"/>
                      <a:pt x="1540254" y="875489"/>
                      <a:pt x="1537588" y="886138"/>
                    </a:cubicBezTo>
                    <a:cubicBezTo>
                      <a:pt x="1534922" y="896787"/>
                      <a:pt x="1525592" y="896407"/>
                      <a:pt x="1528067" y="899925"/>
                    </a:cubicBezTo>
                    <a:cubicBezTo>
                      <a:pt x="1533589" y="907246"/>
                      <a:pt x="1529400" y="907436"/>
                      <a:pt x="1525401" y="911905"/>
                    </a:cubicBezTo>
                    <a:cubicBezTo>
                      <a:pt x="1521403" y="916374"/>
                      <a:pt x="1528067" y="923029"/>
                      <a:pt x="1521403" y="923029"/>
                    </a:cubicBezTo>
                    <a:cubicBezTo>
                      <a:pt x="1514738" y="923029"/>
                      <a:pt x="1517880" y="936816"/>
                      <a:pt x="1514357" y="930541"/>
                    </a:cubicBezTo>
                    <a:cubicBezTo>
                      <a:pt x="1510835" y="924266"/>
                      <a:pt x="1502361" y="926167"/>
                      <a:pt x="1502361" y="932347"/>
                    </a:cubicBezTo>
                    <a:cubicBezTo>
                      <a:pt x="1502361" y="938528"/>
                      <a:pt x="1488080" y="944327"/>
                      <a:pt x="1482368" y="943852"/>
                    </a:cubicBezTo>
                    <a:cubicBezTo>
                      <a:pt x="1476655" y="943377"/>
                      <a:pt x="1476560" y="931492"/>
                      <a:pt x="1471704" y="935010"/>
                    </a:cubicBezTo>
                    <a:cubicBezTo>
                      <a:pt x="1466849" y="938528"/>
                      <a:pt x="1467705" y="924836"/>
                      <a:pt x="1460089" y="925502"/>
                    </a:cubicBezTo>
                    <a:cubicBezTo>
                      <a:pt x="1452472" y="926167"/>
                      <a:pt x="1447236" y="925502"/>
                      <a:pt x="1449425" y="918466"/>
                    </a:cubicBezTo>
                    <a:cubicBezTo>
                      <a:pt x="1451615" y="911430"/>
                      <a:pt x="1436572" y="908958"/>
                      <a:pt x="1441428" y="904679"/>
                    </a:cubicBezTo>
                    <a:cubicBezTo>
                      <a:pt x="1446284" y="900400"/>
                      <a:pt x="1440095" y="893555"/>
                      <a:pt x="1439238" y="882050"/>
                    </a:cubicBezTo>
                    <a:cubicBezTo>
                      <a:pt x="1438381" y="870545"/>
                      <a:pt x="1445903" y="869594"/>
                      <a:pt x="1445903" y="865126"/>
                    </a:cubicBezTo>
                    <a:cubicBezTo>
                      <a:pt x="1445903" y="860657"/>
                      <a:pt x="1440571" y="860752"/>
                      <a:pt x="1435239" y="864270"/>
                    </a:cubicBezTo>
                    <a:cubicBezTo>
                      <a:pt x="1429908" y="867788"/>
                      <a:pt x="1429908" y="859421"/>
                      <a:pt x="1424100" y="859801"/>
                    </a:cubicBezTo>
                    <a:cubicBezTo>
                      <a:pt x="1418292" y="860182"/>
                      <a:pt x="1400964" y="859801"/>
                      <a:pt x="1400108" y="851434"/>
                    </a:cubicBezTo>
                    <a:cubicBezTo>
                      <a:pt x="1399251" y="843067"/>
                      <a:pt x="1393443" y="847441"/>
                      <a:pt x="1390587" y="839834"/>
                    </a:cubicBezTo>
                    <a:cubicBezTo>
                      <a:pt x="1387731" y="832228"/>
                      <a:pt x="1381066" y="838123"/>
                      <a:pt x="1381066" y="832798"/>
                    </a:cubicBezTo>
                    <a:cubicBezTo>
                      <a:pt x="1381066" y="827474"/>
                      <a:pt x="1378019" y="825192"/>
                      <a:pt x="1372688" y="824812"/>
                    </a:cubicBezTo>
                    <a:cubicBezTo>
                      <a:pt x="1367356" y="824431"/>
                      <a:pt x="1365547" y="818536"/>
                      <a:pt x="1358406" y="817681"/>
                    </a:cubicBezTo>
                    <a:cubicBezTo>
                      <a:pt x="1351291" y="818202"/>
                      <a:pt x="1344418" y="820490"/>
                      <a:pt x="1338413" y="824336"/>
                    </a:cubicBezTo>
                    <a:cubicBezTo>
                      <a:pt x="1334414" y="826143"/>
                      <a:pt x="1324227" y="818156"/>
                      <a:pt x="1320228" y="821199"/>
                    </a:cubicBezTo>
                    <a:cubicBezTo>
                      <a:pt x="1316229" y="824241"/>
                      <a:pt x="1315277" y="819012"/>
                      <a:pt x="1304233" y="815874"/>
                    </a:cubicBezTo>
                    <a:cubicBezTo>
                      <a:pt x="1293189" y="812736"/>
                      <a:pt x="1278432" y="811881"/>
                      <a:pt x="1277575" y="815874"/>
                    </a:cubicBezTo>
                    <a:cubicBezTo>
                      <a:pt x="1276718" y="819867"/>
                      <a:pt x="1268054" y="821199"/>
                      <a:pt x="1269101" y="830516"/>
                    </a:cubicBezTo>
                    <a:cubicBezTo>
                      <a:pt x="1270148" y="839834"/>
                      <a:pt x="1279765" y="838123"/>
                      <a:pt x="1281954" y="844303"/>
                    </a:cubicBezTo>
                    <a:cubicBezTo>
                      <a:pt x="1284144" y="850483"/>
                      <a:pt x="1277575" y="848296"/>
                      <a:pt x="1277099" y="853811"/>
                    </a:cubicBezTo>
                    <a:cubicBezTo>
                      <a:pt x="1276623" y="859326"/>
                      <a:pt x="1270910" y="859136"/>
                      <a:pt x="1270910" y="863319"/>
                    </a:cubicBezTo>
                    <a:cubicBezTo>
                      <a:pt x="1270910" y="867503"/>
                      <a:pt x="1274909" y="866362"/>
                      <a:pt x="1277099" y="874444"/>
                    </a:cubicBezTo>
                    <a:cubicBezTo>
                      <a:pt x="1279288" y="882525"/>
                      <a:pt x="1283763" y="881955"/>
                      <a:pt x="1285096" y="892604"/>
                    </a:cubicBezTo>
                    <a:cubicBezTo>
                      <a:pt x="1286429" y="903253"/>
                      <a:pt x="1281573" y="901066"/>
                      <a:pt x="1277099" y="902112"/>
                    </a:cubicBezTo>
                    <a:cubicBezTo>
                      <a:pt x="1272624" y="903158"/>
                      <a:pt x="1277575" y="908672"/>
                      <a:pt x="1271291" y="915803"/>
                    </a:cubicBezTo>
                    <a:cubicBezTo>
                      <a:pt x="1265007" y="922934"/>
                      <a:pt x="1259771" y="930446"/>
                      <a:pt x="1264626" y="934819"/>
                    </a:cubicBezTo>
                    <a:cubicBezTo>
                      <a:pt x="1269482" y="939193"/>
                      <a:pt x="1287762" y="946800"/>
                      <a:pt x="1294903" y="958780"/>
                    </a:cubicBezTo>
                    <a:cubicBezTo>
                      <a:pt x="1301011" y="972582"/>
                      <a:pt x="1302545" y="987972"/>
                      <a:pt x="1299282" y="1002707"/>
                    </a:cubicBezTo>
                    <a:cubicBezTo>
                      <a:pt x="1297092" y="1016018"/>
                      <a:pt x="1281954" y="1019156"/>
                      <a:pt x="1270720" y="1030660"/>
                    </a:cubicBezTo>
                    <a:cubicBezTo>
                      <a:pt x="1263394" y="1038087"/>
                      <a:pt x="1253126" y="1041854"/>
                      <a:pt x="1242728" y="1040929"/>
                    </a:cubicBezTo>
                    <a:cubicBezTo>
                      <a:pt x="1237397" y="1040929"/>
                      <a:pt x="1240444" y="1052053"/>
                      <a:pt x="1248060" y="1059945"/>
                    </a:cubicBezTo>
                    <a:cubicBezTo>
                      <a:pt x="1255677" y="1067837"/>
                      <a:pt x="1249393" y="1071069"/>
                      <a:pt x="1253392" y="1079912"/>
                    </a:cubicBezTo>
                    <a:cubicBezTo>
                      <a:pt x="1257391" y="1088754"/>
                      <a:pt x="1253392" y="1095885"/>
                      <a:pt x="1259104" y="1103872"/>
                    </a:cubicBezTo>
                    <a:cubicBezTo>
                      <a:pt x="1264817" y="1111859"/>
                      <a:pt x="1261389" y="1114996"/>
                      <a:pt x="1254725" y="1120796"/>
                    </a:cubicBezTo>
                    <a:cubicBezTo>
                      <a:pt x="1248060" y="1126596"/>
                      <a:pt x="1257391" y="1123459"/>
                      <a:pt x="1257771" y="1130970"/>
                    </a:cubicBezTo>
                    <a:cubicBezTo>
                      <a:pt x="1258152" y="1138481"/>
                      <a:pt x="1254725" y="1134108"/>
                      <a:pt x="1248917" y="1130114"/>
                    </a:cubicBezTo>
                    <a:cubicBezTo>
                      <a:pt x="1243109" y="1126121"/>
                      <a:pt x="1237778" y="1137626"/>
                      <a:pt x="1237778" y="1142475"/>
                    </a:cubicBezTo>
                    <a:cubicBezTo>
                      <a:pt x="1237778" y="1147324"/>
                      <a:pt x="1224068" y="1135819"/>
                      <a:pt x="1220926" y="1136294"/>
                    </a:cubicBezTo>
                    <a:cubicBezTo>
                      <a:pt x="1217784" y="1136770"/>
                      <a:pt x="1221783" y="1128783"/>
                      <a:pt x="1213785" y="1122508"/>
                    </a:cubicBezTo>
                    <a:cubicBezTo>
                      <a:pt x="1205788" y="1116232"/>
                      <a:pt x="1199599" y="1114996"/>
                      <a:pt x="1199599" y="1108816"/>
                    </a:cubicBezTo>
                    <a:cubicBezTo>
                      <a:pt x="1199599" y="1102636"/>
                      <a:pt x="1185794" y="1098167"/>
                      <a:pt x="1185794" y="1091036"/>
                    </a:cubicBezTo>
                    <a:cubicBezTo>
                      <a:pt x="1185794" y="1083905"/>
                      <a:pt x="1187603" y="1065745"/>
                      <a:pt x="1184461" y="1060420"/>
                    </a:cubicBezTo>
                    <a:cubicBezTo>
                      <a:pt x="1182249" y="1055092"/>
                      <a:pt x="1183086" y="1048986"/>
                      <a:pt x="1186651" y="1044447"/>
                    </a:cubicBezTo>
                    <a:cubicBezTo>
                      <a:pt x="1189317" y="1039503"/>
                      <a:pt x="1183604" y="1031991"/>
                      <a:pt x="1175607" y="1031991"/>
                    </a:cubicBezTo>
                    <a:cubicBezTo>
                      <a:pt x="1165553" y="1030867"/>
                      <a:pt x="1155447" y="1030264"/>
                      <a:pt x="1145331" y="1030185"/>
                    </a:cubicBezTo>
                    <a:cubicBezTo>
                      <a:pt x="1138126" y="1031726"/>
                      <a:pt x="1130603" y="1030285"/>
                      <a:pt x="1124480" y="1026192"/>
                    </a:cubicBezTo>
                    <a:cubicBezTo>
                      <a:pt x="1116303" y="1019943"/>
                      <a:pt x="1106943" y="1015415"/>
                      <a:pt x="1096965" y="1012880"/>
                    </a:cubicBezTo>
                    <a:cubicBezTo>
                      <a:pt x="1087932" y="1011594"/>
                      <a:pt x="1080014" y="1006181"/>
                      <a:pt x="1075543" y="998238"/>
                    </a:cubicBezTo>
                    <a:cubicBezTo>
                      <a:pt x="1074210" y="994245"/>
                      <a:pt x="1060500" y="991202"/>
                      <a:pt x="1057358" y="987209"/>
                    </a:cubicBezTo>
                    <a:cubicBezTo>
                      <a:pt x="1050973" y="982862"/>
                      <a:pt x="1043229" y="980971"/>
                      <a:pt x="1035556" y="981884"/>
                    </a:cubicBezTo>
                    <a:cubicBezTo>
                      <a:pt x="1030224" y="982740"/>
                      <a:pt x="1016514" y="970760"/>
                      <a:pt x="1008897" y="971235"/>
                    </a:cubicBezTo>
                    <a:cubicBezTo>
                      <a:pt x="998791" y="973449"/>
                      <a:pt x="988862" y="976404"/>
                      <a:pt x="979192" y="980078"/>
                    </a:cubicBezTo>
                    <a:cubicBezTo>
                      <a:pt x="976050" y="980553"/>
                      <a:pt x="979192" y="973422"/>
                      <a:pt x="981858" y="970570"/>
                    </a:cubicBezTo>
                    <a:cubicBezTo>
                      <a:pt x="984524" y="967717"/>
                      <a:pt x="975098" y="954121"/>
                      <a:pt x="972908" y="945278"/>
                    </a:cubicBezTo>
                    <a:cubicBezTo>
                      <a:pt x="970719" y="936436"/>
                      <a:pt x="967577" y="926262"/>
                      <a:pt x="958246" y="927974"/>
                    </a:cubicBezTo>
                    <a:cubicBezTo>
                      <a:pt x="950476" y="928561"/>
                      <a:pt x="942717" y="926699"/>
                      <a:pt x="936063" y="922649"/>
                    </a:cubicBezTo>
                    <a:cubicBezTo>
                      <a:pt x="933397" y="920843"/>
                      <a:pt x="932921" y="895551"/>
                      <a:pt x="935111" y="884617"/>
                    </a:cubicBezTo>
                    <a:cubicBezTo>
                      <a:pt x="937301" y="873683"/>
                      <a:pt x="948916" y="857995"/>
                      <a:pt x="948916" y="851339"/>
                    </a:cubicBezTo>
                    <a:cubicBezTo>
                      <a:pt x="948916" y="844683"/>
                      <a:pt x="956437" y="841831"/>
                      <a:pt x="963102" y="839834"/>
                    </a:cubicBezTo>
                    <a:cubicBezTo>
                      <a:pt x="969767" y="837838"/>
                      <a:pt x="964435" y="825192"/>
                      <a:pt x="971099" y="824241"/>
                    </a:cubicBezTo>
                    <a:cubicBezTo>
                      <a:pt x="977764" y="823290"/>
                      <a:pt x="978240" y="820723"/>
                      <a:pt x="979573" y="815399"/>
                    </a:cubicBezTo>
                    <a:cubicBezTo>
                      <a:pt x="980906" y="810074"/>
                      <a:pt x="989094" y="813592"/>
                      <a:pt x="984524" y="809219"/>
                    </a:cubicBezTo>
                    <a:cubicBezTo>
                      <a:pt x="979954" y="804845"/>
                      <a:pt x="983572" y="803419"/>
                      <a:pt x="994045" y="803419"/>
                    </a:cubicBezTo>
                    <a:cubicBezTo>
                      <a:pt x="1004518" y="803419"/>
                      <a:pt x="1019370" y="799901"/>
                      <a:pt x="1017085" y="789632"/>
                    </a:cubicBezTo>
                    <a:cubicBezTo>
                      <a:pt x="1014800" y="779363"/>
                      <a:pt x="988523" y="786970"/>
                      <a:pt x="988523" y="778603"/>
                    </a:cubicBezTo>
                    <a:cubicBezTo>
                      <a:pt x="988523" y="770236"/>
                      <a:pt x="954724" y="769665"/>
                      <a:pt x="956914" y="764816"/>
                    </a:cubicBezTo>
                    <a:cubicBezTo>
                      <a:pt x="959103" y="759967"/>
                      <a:pt x="990712" y="768334"/>
                      <a:pt x="1002328" y="772803"/>
                    </a:cubicBezTo>
                    <a:cubicBezTo>
                      <a:pt x="1009827" y="776233"/>
                      <a:pt x="1018151" y="777453"/>
                      <a:pt x="1026320" y="776321"/>
                    </a:cubicBezTo>
                    <a:cubicBezTo>
                      <a:pt x="1035841" y="776321"/>
                      <a:pt x="1029367" y="763960"/>
                      <a:pt x="1031176" y="759016"/>
                    </a:cubicBezTo>
                    <a:cubicBezTo>
                      <a:pt x="1032985" y="754072"/>
                      <a:pt x="1050218" y="766527"/>
                      <a:pt x="1060976" y="763960"/>
                    </a:cubicBezTo>
                    <a:cubicBezTo>
                      <a:pt x="1071735" y="761393"/>
                      <a:pt x="1080970" y="740380"/>
                      <a:pt x="1089539" y="734580"/>
                    </a:cubicBezTo>
                    <a:cubicBezTo>
                      <a:pt x="1098107" y="728781"/>
                      <a:pt x="1090395" y="723551"/>
                      <a:pt x="1073924" y="725072"/>
                    </a:cubicBezTo>
                    <a:cubicBezTo>
                      <a:pt x="1061264" y="726154"/>
                      <a:pt x="1048720" y="721955"/>
                      <a:pt x="1039269" y="713473"/>
                    </a:cubicBezTo>
                    <a:cubicBezTo>
                      <a:pt x="1030414" y="706817"/>
                      <a:pt x="1031271" y="701493"/>
                      <a:pt x="1040601" y="702443"/>
                    </a:cubicBezTo>
                    <a:cubicBezTo>
                      <a:pt x="1049932" y="703394"/>
                      <a:pt x="1072115" y="721459"/>
                      <a:pt x="1080589" y="721935"/>
                    </a:cubicBezTo>
                    <a:cubicBezTo>
                      <a:pt x="1089062" y="722410"/>
                      <a:pt x="1103725" y="705486"/>
                      <a:pt x="1110865" y="700161"/>
                    </a:cubicBezTo>
                    <a:cubicBezTo>
                      <a:pt x="1118006" y="694837"/>
                      <a:pt x="1104201" y="692650"/>
                      <a:pt x="1099250" y="688657"/>
                    </a:cubicBezTo>
                    <a:cubicBezTo>
                      <a:pt x="1094299" y="684663"/>
                      <a:pt x="1107723" y="682001"/>
                      <a:pt x="1114864" y="682001"/>
                    </a:cubicBezTo>
                    <a:cubicBezTo>
                      <a:pt x="1122005" y="682001"/>
                      <a:pt x="1125051" y="688181"/>
                      <a:pt x="1127717" y="691509"/>
                    </a:cubicBezTo>
                    <a:cubicBezTo>
                      <a:pt x="1130383" y="694837"/>
                      <a:pt x="1142855" y="689322"/>
                      <a:pt x="1149044" y="689322"/>
                    </a:cubicBezTo>
                    <a:cubicBezTo>
                      <a:pt x="1155232" y="689322"/>
                      <a:pt x="1148187" y="679054"/>
                      <a:pt x="1137904" y="675060"/>
                    </a:cubicBezTo>
                    <a:cubicBezTo>
                      <a:pt x="1127622" y="671067"/>
                      <a:pt x="1138380" y="663556"/>
                      <a:pt x="1141522" y="669736"/>
                    </a:cubicBezTo>
                    <a:cubicBezTo>
                      <a:pt x="1144664" y="675916"/>
                      <a:pt x="1151709" y="674680"/>
                      <a:pt x="1155232" y="681716"/>
                    </a:cubicBezTo>
                    <a:cubicBezTo>
                      <a:pt x="1160469" y="692080"/>
                      <a:pt x="1163706" y="685329"/>
                      <a:pt x="1172560" y="681716"/>
                    </a:cubicBezTo>
                    <a:cubicBezTo>
                      <a:pt x="1179796" y="678867"/>
                      <a:pt x="1186116" y="674100"/>
                      <a:pt x="1190840" y="667929"/>
                    </a:cubicBezTo>
                    <a:cubicBezTo>
                      <a:pt x="1195696" y="662605"/>
                      <a:pt x="1196648" y="668785"/>
                      <a:pt x="1202360" y="660418"/>
                    </a:cubicBezTo>
                    <a:cubicBezTo>
                      <a:pt x="1208073" y="652051"/>
                      <a:pt x="1199694" y="643969"/>
                      <a:pt x="1192839" y="638645"/>
                    </a:cubicBezTo>
                    <a:cubicBezTo>
                      <a:pt x="1185984" y="633320"/>
                      <a:pt x="1192839" y="627996"/>
                      <a:pt x="1186175" y="624478"/>
                    </a:cubicBezTo>
                    <a:cubicBezTo>
                      <a:pt x="1179510" y="620960"/>
                      <a:pt x="1177797" y="614209"/>
                      <a:pt x="1186651" y="616016"/>
                    </a:cubicBezTo>
                    <a:cubicBezTo>
                      <a:pt x="1194160" y="618268"/>
                      <a:pt x="1202263" y="615378"/>
                      <a:pt x="1206645" y="608884"/>
                    </a:cubicBezTo>
                    <a:cubicBezTo>
                      <a:pt x="1210643" y="602704"/>
                      <a:pt x="1193315" y="601373"/>
                      <a:pt x="1201313" y="596904"/>
                    </a:cubicBezTo>
                    <a:cubicBezTo>
                      <a:pt x="1209310" y="592436"/>
                      <a:pt x="1202646" y="588062"/>
                      <a:pt x="1194648" y="588062"/>
                    </a:cubicBezTo>
                    <a:cubicBezTo>
                      <a:pt x="1186651" y="588062"/>
                      <a:pt x="1179986" y="584069"/>
                      <a:pt x="1179510" y="577413"/>
                    </a:cubicBezTo>
                    <a:cubicBezTo>
                      <a:pt x="1179034" y="570757"/>
                      <a:pt x="1165324" y="575226"/>
                      <a:pt x="1156851" y="571233"/>
                    </a:cubicBezTo>
                    <a:cubicBezTo>
                      <a:pt x="1146625" y="568279"/>
                      <a:pt x="1135915" y="567374"/>
                      <a:pt x="1125337" y="568570"/>
                    </a:cubicBezTo>
                    <a:cubicBezTo>
                      <a:pt x="1120862" y="568570"/>
                      <a:pt x="1120481" y="587587"/>
                      <a:pt x="1127146" y="587587"/>
                    </a:cubicBezTo>
                    <a:cubicBezTo>
                      <a:pt x="1133810" y="587587"/>
                      <a:pt x="1139142" y="595193"/>
                      <a:pt x="1133334" y="597094"/>
                    </a:cubicBezTo>
                    <a:cubicBezTo>
                      <a:pt x="1127527" y="598996"/>
                      <a:pt x="1134191" y="606603"/>
                      <a:pt x="1129812" y="605937"/>
                    </a:cubicBezTo>
                    <a:cubicBezTo>
                      <a:pt x="1125432" y="605271"/>
                      <a:pt x="1118196" y="603275"/>
                      <a:pt x="1116863" y="614875"/>
                    </a:cubicBezTo>
                    <a:cubicBezTo>
                      <a:pt x="1115530" y="626474"/>
                      <a:pt x="1114673" y="630848"/>
                      <a:pt x="1107343" y="634841"/>
                    </a:cubicBezTo>
                    <a:cubicBezTo>
                      <a:pt x="1100011" y="638835"/>
                      <a:pt x="1105534" y="621910"/>
                      <a:pt x="1098393" y="622386"/>
                    </a:cubicBezTo>
                    <a:cubicBezTo>
                      <a:pt x="1091252" y="622861"/>
                      <a:pt x="1090395" y="636648"/>
                      <a:pt x="1095727" y="637979"/>
                    </a:cubicBezTo>
                    <a:cubicBezTo>
                      <a:pt x="1101059" y="639310"/>
                      <a:pt x="1102011" y="643684"/>
                      <a:pt x="1103344" y="650339"/>
                    </a:cubicBezTo>
                    <a:cubicBezTo>
                      <a:pt x="1104677" y="656995"/>
                      <a:pt x="1093823" y="652146"/>
                      <a:pt x="1089062" y="659847"/>
                    </a:cubicBezTo>
                    <a:cubicBezTo>
                      <a:pt x="1084302" y="667549"/>
                      <a:pt x="1084207" y="656329"/>
                      <a:pt x="1077923" y="651005"/>
                    </a:cubicBezTo>
                    <a:cubicBezTo>
                      <a:pt x="1071639" y="645680"/>
                      <a:pt x="1064213" y="636743"/>
                      <a:pt x="1064594" y="630087"/>
                    </a:cubicBezTo>
                    <a:cubicBezTo>
                      <a:pt x="1064590" y="625349"/>
                      <a:pt x="1068327" y="621449"/>
                      <a:pt x="1073068" y="621245"/>
                    </a:cubicBezTo>
                    <a:cubicBezTo>
                      <a:pt x="1077923" y="620294"/>
                      <a:pt x="1073068" y="615920"/>
                      <a:pt x="1072591" y="607934"/>
                    </a:cubicBezTo>
                    <a:cubicBezTo>
                      <a:pt x="1072115" y="599947"/>
                      <a:pt x="1066403" y="602609"/>
                      <a:pt x="1059262" y="594147"/>
                    </a:cubicBezTo>
                    <a:cubicBezTo>
                      <a:pt x="1052122" y="585685"/>
                      <a:pt x="1044600" y="585685"/>
                      <a:pt x="1040221" y="589678"/>
                    </a:cubicBezTo>
                    <a:cubicBezTo>
                      <a:pt x="1035841" y="593672"/>
                      <a:pt x="1038888" y="601278"/>
                      <a:pt x="1032699" y="603940"/>
                    </a:cubicBezTo>
                    <a:cubicBezTo>
                      <a:pt x="1026511" y="606603"/>
                      <a:pt x="1029177" y="618963"/>
                      <a:pt x="1023845" y="619914"/>
                    </a:cubicBezTo>
                    <a:cubicBezTo>
                      <a:pt x="1018513" y="620865"/>
                      <a:pt x="1021560" y="598140"/>
                      <a:pt x="1017180" y="595954"/>
                    </a:cubicBezTo>
                    <a:cubicBezTo>
                      <a:pt x="1012801" y="593767"/>
                      <a:pt x="1013182" y="588347"/>
                      <a:pt x="1019846" y="587491"/>
                    </a:cubicBezTo>
                    <a:cubicBezTo>
                      <a:pt x="1026511" y="586636"/>
                      <a:pt x="1030509" y="579505"/>
                      <a:pt x="1024702" y="579505"/>
                    </a:cubicBezTo>
                    <a:cubicBezTo>
                      <a:pt x="1017645" y="577952"/>
                      <a:pt x="1010890" y="575254"/>
                      <a:pt x="1004708" y="571518"/>
                    </a:cubicBezTo>
                    <a:cubicBezTo>
                      <a:pt x="1000709" y="569711"/>
                      <a:pt x="994045" y="579029"/>
                      <a:pt x="989570" y="575511"/>
                    </a:cubicBezTo>
                    <a:cubicBezTo>
                      <a:pt x="985095" y="571993"/>
                      <a:pt x="990046" y="563056"/>
                      <a:pt x="990522" y="558207"/>
                    </a:cubicBezTo>
                    <a:cubicBezTo>
                      <a:pt x="990998" y="553358"/>
                      <a:pt x="997567" y="560394"/>
                      <a:pt x="1002042" y="554213"/>
                    </a:cubicBezTo>
                    <a:cubicBezTo>
                      <a:pt x="1006517" y="548033"/>
                      <a:pt x="989570" y="548033"/>
                      <a:pt x="989570" y="541282"/>
                    </a:cubicBezTo>
                    <a:cubicBezTo>
                      <a:pt x="989570" y="534532"/>
                      <a:pt x="976241" y="532915"/>
                      <a:pt x="971766" y="530633"/>
                    </a:cubicBezTo>
                    <a:cubicBezTo>
                      <a:pt x="967291" y="528352"/>
                      <a:pt x="974908" y="517322"/>
                      <a:pt x="972718" y="512949"/>
                    </a:cubicBezTo>
                    <a:cubicBezTo>
                      <a:pt x="970528" y="508575"/>
                      <a:pt x="953677" y="493932"/>
                      <a:pt x="946917" y="495169"/>
                    </a:cubicBezTo>
                    <a:cubicBezTo>
                      <a:pt x="940157" y="496405"/>
                      <a:pt x="938062" y="485660"/>
                      <a:pt x="942061" y="486326"/>
                    </a:cubicBezTo>
                    <a:cubicBezTo>
                      <a:pt x="946060" y="486992"/>
                      <a:pt x="949106" y="484044"/>
                      <a:pt x="956723" y="475677"/>
                    </a:cubicBezTo>
                    <a:cubicBezTo>
                      <a:pt x="964340" y="467310"/>
                      <a:pt x="965101" y="464553"/>
                      <a:pt x="959770" y="462746"/>
                    </a:cubicBezTo>
                    <a:cubicBezTo>
                      <a:pt x="954438" y="460940"/>
                      <a:pt x="951772" y="455710"/>
                      <a:pt x="961103" y="456091"/>
                    </a:cubicBezTo>
                    <a:cubicBezTo>
                      <a:pt x="970433" y="456471"/>
                      <a:pt x="986904" y="462746"/>
                      <a:pt x="992236" y="458753"/>
                    </a:cubicBezTo>
                    <a:cubicBezTo>
                      <a:pt x="1002585" y="446219"/>
                      <a:pt x="1012125" y="433039"/>
                      <a:pt x="1020798" y="419294"/>
                    </a:cubicBezTo>
                    <a:cubicBezTo>
                      <a:pt x="1027463" y="409786"/>
                      <a:pt x="1015847" y="409026"/>
                      <a:pt x="999852" y="410357"/>
                    </a:cubicBezTo>
                    <a:cubicBezTo>
                      <a:pt x="983857" y="411688"/>
                      <a:pt x="980335" y="404177"/>
                      <a:pt x="967006" y="403321"/>
                    </a:cubicBezTo>
                    <a:cubicBezTo>
                      <a:pt x="953677" y="402465"/>
                      <a:pt x="928922" y="405983"/>
                      <a:pt x="925209" y="409977"/>
                    </a:cubicBezTo>
                    <a:cubicBezTo>
                      <a:pt x="921496" y="413970"/>
                      <a:pt x="931874" y="417488"/>
                      <a:pt x="930541" y="421957"/>
                    </a:cubicBezTo>
                    <a:cubicBezTo>
                      <a:pt x="929208" y="426426"/>
                      <a:pt x="921020" y="418819"/>
                      <a:pt x="917688" y="420626"/>
                    </a:cubicBezTo>
                    <a:cubicBezTo>
                      <a:pt x="914356" y="422432"/>
                      <a:pt x="919021" y="428137"/>
                      <a:pt x="917688" y="443730"/>
                    </a:cubicBezTo>
                    <a:cubicBezTo>
                      <a:pt x="915672" y="451947"/>
                      <a:pt x="918605" y="460585"/>
                      <a:pt x="925209" y="465884"/>
                    </a:cubicBezTo>
                    <a:cubicBezTo>
                      <a:pt x="929684" y="471684"/>
                      <a:pt x="928732" y="479195"/>
                      <a:pt x="928732" y="488988"/>
                    </a:cubicBezTo>
                    <a:cubicBezTo>
                      <a:pt x="928732" y="498782"/>
                      <a:pt x="919211" y="498496"/>
                      <a:pt x="916355" y="500493"/>
                    </a:cubicBezTo>
                    <a:cubicBezTo>
                      <a:pt x="913499" y="502490"/>
                      <a:pt x="924352" y="506293"/>
                      <a:pt x="922543" y="512473"/>
                    </a:cubicBezTo>
                    <a:cubicBezTo>
                      <a:pt x="920734" y="518653"/>
                      <a:pt x="911404" y="508955"/>
                      <a:pt x="906072" y="510667"/>
                    </a:cubicBezTo>
                    <a:cubicBezTo>
                      <a:pt x="900741" y="512378"/>
                      <a:pt x="896552" y="527591"/>
                      <a:pt x="902074" y="532440"/>
                    </a:cubicBezTo>
                    <a:cubicBezTo>
                      <a:pt x="907596" y="537289"/>
                      <a:pt x="910071" y="536433"/>
                      <a:pt x="905692" y="541948"/>
                    </a:cubicBezTo>
                    <a:cubicBezTo>
                      <a:pt x="901312" y="547463"/>
                      <a:pt x="896171" y="556115"/>
                      <a:pt x="907024" y="564577"/>
                    </a:cubicBezTo>
                    <a:cubicBezTo>
                      <a:pt x="917878" y="573039"/>
                      <a:pt x="937205" y="572088"/>
                      <a:pt x="947393" y="578744"/>
                    </a:cubicBezTo>
                    <a:cubicBezTo>
                      <a:pt x="957580" y="585400"/>
                      <a:pt x="943013" y="581406"/>
                      <a:pt x="947393" y="589013"/>
                    </a:cubicBezTo>
                    <a:cubicBezTo>
                      <a:pt x="951772" y="596619"/>
                      <a:pt x="940728" y="599186"/>
                      <a:pt x="941109" y="604986"/>
                    </a:cubicBezTo>
                    <a:cubicBezTo>
                      <a:pt x="941490" y="610786"/>
                      <a:pt x="945584" y="607648"/>
                      <a:pt x="950630" y="597855"/>
                    </a:cubicBezTo>
                    <a:cubicBezTo>
                      <a:pt x="955676" y="588062"/>
                      <a:pt x="960151" y="600517"/>
                      <a:pt x="959484" y="608980"/>
                    </a:cubicBezTo>
                    <a:cubicBezTo>
                      <a:pt x="958818" y="617442"/>
                      <a:pt x="951487" y="612498"/>
                      <a:pt x="945774" y="620960"/>
                    </a:cubicBezTo>
                    <a:cubicBezTo>
                      <a:pt x="942073" y="628054"/>
                      <a:pt x="933775" y="631433"/>
                      <a:pt x="926161" y="628946"/>
                    </a:cubicBezTo>
                    <a:cubicBezTo>
                      <a:pt x="917783" y="627140"/>
                      <a:pt x="922639" y="640926"/>
                      <a:pt x="926161" y="647962"/>
                    </a:cubicBezTo>
                    <a:cubicBezTo>
                      <a:pt x="929684" y="654998"/>
                      <a:pt x="925304" y="658136"/>
                      <a:pt x="915498" y="655569"/>
                    </a:cubicBezTo>
                    <a:cubicBezTo>
                      <a:pt x="905692" y="653002"/>
                      <a:pt x="899979" y="646631"/>
                      <a:pt x="904835" y="639120"/>
                    </a:cubicBezTo>
                    <a:cubicBezTo>
                      <a:pt x="909690" y="631609"/>
                      <a:pt x="913308" y="622671"/>
                      <a:pt x="907501" y="623527"/>
                    </a:cubicBezTo>
                    <a:cubicBezTo>
                      <a:pt x="901693" y="624383"/>
                      <a:pt x="888459" y="623527"/>
                      <a:pt x="884460" y="616871"/>
                    </a:cubicBezTo>
                    <a:cubicBezTo>
                      <a:pt x="880461" y="610216"/>
                      <a:pt x="887126" y="613353"/>
                      <a:pt x="899122" y="614684"/>
                    </a:cubicBezTo>
                    <a:cubicBezTo>
                      <a:pt x="911118" y="616016"/>
                      <a:pt x="900836" y="606698"/>
                      <a:pt x="909786" y="606698"/>
                    </a:cubicBezTo>
                    <a:cubicBezTo>
                      <a:pt x="918735" y="606698"/>
                      <a:pt x="925304" y="611547"/>
                      <a:pt x="932826" y="604891"/>
                    </a:cubicBezTo>
                    <a:cubicBezTo>
                      <a:pt x="940347" y="598235"/>
                      <a:pt x="927970" y="585400"/>
                      <a:pt x="921782" y="587587"/>
                    </a:cubicBezTo>
                    <a:cubicBezTo>
                      <a:pt x="915593" y="589773"/>
                      <a:pt x="905787" y="592531"/>
                      <a:pt x="905787" y="586255"/>
                    </a:cubicBezTo>
                    <a:cubicBezTo>
                      <a:pt x="905787" y="579980"/>
                      <a:pt x="916450" y="584544"/>
                      <a:pt x="922162" y="583213"/>
                    </a:cubicBezTo>
                    <a:cubicBezTo>
                      <a:pt x="927875" y="581882"/>
                      <a:pt x="919116" y="573705"/>
                      <a:pt x="910166" y="576082"/>
                    </a:cubicBezTo>
                    <a:cubicBezTo>
                      <a:pt x="902835" y="580360"/>
                      <a:pt x="893554" y="579274"/>
                      <a:pt x="887412" y="573420"/>
                    </a:cubicBezTo>
                    <a:cubicBezTo>
                      <a:pt x="880271" y="565813"/>
                      <a:pt x="867418" y="561439"/>
                      <a:pt x="864276" y="578744"/>
                    </a:cubicBezTo>
                    <a:cubicBezTo>
                      <a:pt x="861134" y="596049"/>
                      <a:pt x="848757" y="586731"/>
                      <a:pt x="843806" y="592436"/>
                    </a:cubicBezTo>
                    <a:cubicBezTo>
                      <a:pt x="838855" y="598140"/>
                      <a:pt x="849614" y="601944"/>
                      <a:pt x="861610" y="602704"/>
                    </a:cubicBezTo>
                    <a:cubicBezTo>
                      <a:pt x="873606" y="603465"/>
                      <a:pt x="882556" y="614209"/>
                      <a:pt x="876748" y="614209"/>
                    </a:cubicBezTo>
                    <a:cubicBezTo>
                      <a:pt x="870941" y="614209"/>
                      <a:pt x="873606" y="622671"/>
                      <a:pt x="867227" y="619533"/>
                    </a:cubicBezTo>
                    <a:cubicBezTo>
                      <a:pt x="860849" y="616396"/>
                      <a:pt x="854755" y="619533"/>
                      <a:pt x="859230" y="624858"/>
                    </a:cubicBezTo>
                    <a:cubicBezTo>
                      <a:pt x="863705" y="630182"/>
                      <a:pt x="857421" y="632369"/>
                      <a:pt x="857897" y="637789"/>
                    </a:cubicBezTo>
                    <a:cubicBezTo>
                      <a:pt x="858373" y="643208"/>
                      <a:pt x="848376" y="637789"/>
                      <a:pt x="838855" y="637789"/>
                    </a:cubicBezTo>
                    <a:cubicBezTo>
                      <a:pt x="825663" y="637807"/>
                      <a:pt x="812522" y="639435"/>
                      <a:pt x="799725" y="642638"/>
                    </a:cubicBezTo>
                    <a:cubicBezTo>
                      <a:pt x="788623" y="645084"/>
                      <a:pt x="777010" y="642316"/>
                      <a:pt x="768211" y="635127"/>
                    </a:cubicBezTo>
                    <a:cubicBezTo>
                      <a:pt x="762879" y="629327"/>
                      <a:pt x="755739" y="630182"/>
                      <a:pt x="746789" y="630182"/>
                    </a:cubicBezTo>
                    <a:cubicBezTo>
                      <a:pt x="737839" y="630182"/>
                      <a:pt x="740601" y="621815"/>
                      <a:pt x="729080" y="621340"/>
                    </a:cubicBezTo>
                    <a:cubicBezTo>
                      <a:pt x="717560" y="620865"/>
                      <a:pt x="720131" y="611166"/>
                      <a:pt x="718798" y="605366"/>
                    </a:cubicBezTo>
                    <a:cubicBezTo>
                      <a:pt x="717465" y="599567"/>
                      <a:pt x="694425" y="601373"/>
                      <a:pt x="685951" y="606698"/>
                    </a:cubicBezTo>
                    <a:cubicBezTo>
                      <a:pt x="677478" y="612022"/>
                      <a:pt x="661102" y="609835"/>
                      <a:pt x="656627" y="619533"/>
                    </a:cubicBezTo>
                    <a:cubicBezTo>
                      <a:pt x="652152" y="629232"/>
                      <a:pt x="660626" y="627996"/>
                      <a:pt x="665481" y="627996"/>
                    </a:cubicBezTo>
                    <a:cubicBezTo>
                      <a:pt x="672336" y="627996"/>
                      <a:pt x="671765" y="620009"/>
                      <a:pt x="684523" y="621815"/>
                    </a:cubicBezTo>
                    <a:cubicBezTo>
                      <a:pt x="697281" y="623622"/>
                      <a:pt x="705850" y="608884"/>
                      <a:pt x="711181" y="614209"/>
                    </a:cubicBezTo>
                    <a:cubicBezTo>
                      <a:pt x="716513" y="619533"/>
                      <a:pt x="689855" y="629802"/>
                      <a:pt x="678334" y="631514"/>
                    </a:cubicBezTo>
                    <a:cubicBezTo>
                      <a:pt x="666814" y="633225"/>
                      <a:pt x="669480" y="642638"/>
                      <a:pt x="680524" y="659087"/>
                    </a:cubicBezTo>
                    <a:cubicBezTo>
                      <a:pt x="691568" y="675536"/>
                      <a:pt x="675669" y="666123"/>
                      <a:pt x="675669" y="674205"/>
                    </a:cubicBezTo>
                    <a:cubicBezTo>
                      <a:pt x="675669" y="682286"/>
                      <a:pt x="654818" y="671542"/>
                      <a:pt x="663196" y="668880"/>
                    </a:cubicBezTo>
                    <a:cubicBezTo>
                      <a:pt x="671575" y="666218"/>
                      <a:pt x="667671" y="657756"/>
                      <a:pt x="661007" y="652431"/>
                    </a:cubicBezTo>
                    <a:cubicBezTo>
                      <a:pt x="654342" y="647107"/>
                      <a:pt x="649867" y="652431"/>
                      <a:pt x="650819" y="646631"/>
                    </a:cubicBezTo>
                    <a:cubicBezTo>
                      <a:pt x="651771" y="640831"/>
                      <a:pt x="643679" y="646631"/>
                      <a:pt x="637490" y="642258"/>
                    </a:cubicBezTo>
                    <a:cubicBezTo>
                      <a:pt x="631302" y="637884"/>
                      <a:pt x="627969" y="633320"/>
                      <a:pt x="619686" y="637789"/>
                    </a:cubicBezTo>
                    <a:cubicBezTo>
                      <a:pt x="611403" y="642258"/>
                      <a:pt x="601406" y="640831"/>
                      <a:pt x="582745" y="643969"/>
                    </a:cubicBezTo>
                    <a:cubicBezTo>
                      <a:pt x="564085" y="647107"/>
                      <a:pt x="529905" y="646156"/>
                      <a:pt x="523716" y="639976"/>
                    </a:cubicBezTo>
                    <a:cubicBezTo>
                      <a:pt x="517528" y="633795"/>
                      <a:pt x="539711" y="622671"/>
                      <a:pt x="546376" y="624478"/>
                    </a:cubicBezTo>
                    <a:cubicBezTo>
                      <a:pt x="553040" y="626284"/>
                      <a:pt x="549042" y="617347"/>
                      <a:pt x="538759" y="609360"/>
                    </a:cubicBezTo>
                    <a:cubicBezTo>
                      <a:pt x="528477" y="601373"/>
                      <a:pt x="505912" y="596524"/>
                      <a:pt x="506388" y="601373"/>
                    </a:cubicBezTo>
                    <a:cubicBezTo>
                      <a:pt x="506864" y="606222"/>
                      <a:pt x="493440" y="601373"/>
                      <a:pt x="476969" y="598711"/>
                    </a:cubicBezTo>
                    <a:cubicBezTo>
                      <a:pt x="460498" y="596049"/>
                      <a:pt x="457928" y="589868"/>
                      <a:pt x="447645" y="589203"/>
                    </a:cubicBezTo>
                    <a:cubicBezTo>
                      <a:pt x="433596" y="588748"/>
                      <a:pt x="420003" y="584113"/>
                      <a:pt x="408610" y="575892"/>
                    </a:cubicBezTo>
                    <a:cubicBezTo>
                      <a:pt x="396137" y="566384"/>
                      <a:pt x="366813" y="568761"/>
                      <a:pt x="363195" y="577698"/>
                    </a:cubicBezTo>
                    <a:cubicBezTo>
                      <a:pt x="359577" y="586636"/>
                      <a:pt x="349866" y="586065"/>
                      <a:pt x="340155" y="586065"/>
                    </a:cubicBezTo>
                    <a:cubicBezTo>
                      <a:pt x="330444" y="586065"/>
                      <a:pt x="344535" y="575131"/>
                      <a:pt x="341012" y="573229"/>
                    </a:cubicBezTo>
                    <a:cubicBezTo>
                      <a:pt x="337489" y="571328"/>
                      <a:pt x="341012" y="558587"/>
                      <a:pt x="334347" y="557731"/>
                    </a:cubicBezTo>
                    <a:cubicBezTo>
                      <a:pt x="327683" y="556876"/>
                      <a:pt x="320542" y="587016"/>
                      <a:pt x="307213" y="586255"/>
                    </a:cubicBezTo>
                    <a:cubicBezTo>
                      <a:pt x="293884" y="585495"/>
                      <a:pt x="288171" y="554308"/>
                      <a:pt x="277032" y="546322"/>
                    </a:cubicBezTo>
                    <a:cubicBezTo>
                      <a:pt x="265893" y="538335"/>
                      <a:pt x="255705" y="537860"/>
                      <a:pt x="265036" y="549935"/>
                    </a:cubicBezTo>
                    <a:cubicBezTo>
                      <a:pt x="274366" y="562010"/>
                      <a:pt x="257038" y="553453"/>
                      <a:pt x="257895" y="561439"/>
                    </a:cubicBezTo>
                    <a:cubicBezTo>
                      <a:pt x="258752" y="569426"/>
                      <a:pt x="242852" y="578174"/>
                      <a:pt x="243328" y="573800"/>
                    </a:cubicBezTo>
                    <a:cubicBezTo>
                      <a:pt x="243804" y="569426"/>
                      <a:pt x="234474" y="564292"/>
                      <a:pt x="224287" y="576937"/>
                    </a:cubicBezTo>
                    <a:cubicBezTo>
                      <a:pt x="214099" y="589583"/>
                      <a:pt x="206007" y="587587"/>
                      <a:pt x="205245" y="583118"/>
                    </a:cubicBezTo>
                    <a:cubicBezTo>
                      <a:pt x="204483" y="578649"/>
                      <a:pt x="172208" y="594717"/>
                      <a:pt x="173350" y="600042"/>
                    </a:cubicBezTo>
                    <a:cubicBezTo>
                      <a:pt x="174493" y="605366"/>
                      <a:pt x="168495" y="609550"/>
                      <a:pt x="160021" y="608884"/>
                    </a:cubicBezTo>
                    <a:cubicBezTo>
                      <a:pt x="151548" y="608219"/>
                      <a:pt x="158212" y="601373"/>
                      <a:pt x="164877" y="597760"/>
                    </a:cubicBezTo>
                    <a:cubicBezTo>
                      <a:pt x="171541" y="594147"/>
                      <a:pt x="193439" y="577413"/>
                      <a:pt x="203626" y="575606"/>
                    </a:cubicBezTo>
                    <a:cubicBezTo>
                      <a:pt x="213814" y="573800"/>
                      <a:pt x="234664" y="565433"/>
                      <a:pt x="235140" y="560489"/>
                    </a:cubicBezTo>
                    <a:cubicBezTo>
                      <a:pt x="235616" y="555544"/>
                      <a:pt x="224953" y="559633"/>
                      <a:pt x="217812" y="558302"/>
                    </a:cubicBezTo>
                    <a:cubicBezTo>
                      <a:pt x="210672" y="556971"/>
                      <a:pt x="198771" y="564957"/>
                      <a:pt x="186299" y="570282"/>
                    </a:cubicBezTo>
                    <a:cubicBezTo>
                      <a:pt x="173826" y="575606"/>
                      <a:pt x="160497" y="573800"/>
                      <a:pt x="164020" y="580931"/>
                    </a:cubicBezTo>
                    <a:cubicBezTo>
                      <a:pt x="167543" y="588062"/>
                      <a:pt x="152881" y="580075"/>
                      <a:pt x="149834" y="584924"/>
                    </a:cubicBezTo>
                    <a:cubicBezTo>
                      <a:pt x="146787" y="589773"/>
                      <a:pt x="140884" y="584449"/>
                      <a:pt x="145359" y="581787"/>
                    </a:cubicBezTo>
                    <a:cubicBezTo>
                      <a:pt x="149834" y="579124"/>
                      <a:pt x="135267" y="574275"/>
                      <a:pt x="135267" y="577413"/>
                    </a:cubicBezTo>
                    <a:cubicBezTo>
                      <a:pt x="135267" y="580551"/>
                      <a:pt x="132601" y="584449"/>
                      <a:pt x="121938" y="584449"/>
                    </a:cubicBezTo>
                    <a:cubicBezTo>
                      <a:pt x="111275" y="584449"/>
                      <a:pt x="100611" y="592055"/>
                      <a:pt x="107752" y="597380"/>
                    </a:cubicBezTo>
                    <a:cubicBezTo>
                      <a:pt x="114892" y="602704"/>
                      <a:pt x="119272" y="605366"/>
                      <a:pt x="115749" y="608884"/>
                    </a:cubicBezTo>
                    <a:cubicBezTo>
                      <a:pt x="112227" y="612402"/>
                      <a:pt x="101087" y="599376"/>
                      <a:pt x="85473" y="600898"/>
                    </a:cubicBezTo>
                    <a:cubicBezTo>
                      <a:pt x="69859" y="602419"/>
                      <a:pt x="38821" y="583593"/>
                      <a:pt x="38821" y="579124"/>
                    </a:cubicBezTo>
                    <a:cubicBezTo>
                      <a:pt x="38821" y="574656"/>
                      <a:pt x="16923" y="577793"/>
                      <a:pt x="1785" y="576177"/>
                    </a:cubicBezTo>
                    <a:lnTo>
                      <a:pt x="1785" y="882906"/>
                    </a:lnTo>
                    <a:cubicBezTo>
                      <a:pt x="1785" y="882906"/>
                      <a:pt x="9497" y="888706"/>
                      <a:pt x="12448" y="885092"/>
                    </a:cubicBezTo>
                    <a:cubicBezTo>
                      <a:pt x="15400" y="881479"/>
                      <a:pt x="20732" y="886329"/>
                      <a:pt x="30824" y="881575"/>
                    </a:cubicBezTo>
                    <a:cubicBezTo>
                      <a:pt x="40916" y="876821"/>
                      <a:pt x="44438" y="886899"/>
                      <a:pt x="44438" y="891083"/>
                    </a:cubicBezTo>
                    <a:cubicBezTo>
                      <a:pt x="44438" y="895266"/>
                      <a:pt x="58720" y="903538"/>
                      <a:pt x="64623" y="911240"/>
                    </a:cubicBezTo>
                    <a:cubicBezTo>
                      <a:pt x="70525" y="918941"/>
                      <a:pt x="73477" y="925502"/>
                      <a:pt x="80046" y="921318"/>
                    </a:cubicBezTo>
                    <a:cubicBezTo>
                      <a:pt x="86616" y="917135"/>
                      <a:pt x="98421" y="914758"/>
                      <a:pt x="98421" y="907056"/>
                    </a:cubicBezTo>
                    <a:cubicBezTo>
                      <a:pt x="98421" y="899355"/>
                      <a:pt x="125651" y="898214"/>
                      <a:pt x="125651" y="908292"/>
                    </a:cubicBezTo>
                    <a:cubicBezTo>
                      <a:pt x="125651" y="918371"/>
                      <a:pt x="153452" y="930160"/>
                      <a:pt x="168875" y="957449"/>
                    </a:cubicBezTo>
                    <a:cubicBezTo>
                      <a:pt x="184299" y="984737"/>
                      <a:pt x="181919" y="990536"/>
                      <a:pt x="204483" y="999474"/>
                    </a:cubicBezTo>
                    <a:cubicBezTo>
                      <a:pt x="227048" y="1008412"/>
                      <a:pt x="226381" y="1013070"/>
                      <a:pt x="223525" y="1020772"/>
                    </a:cubicBezTo>
                    <a:cubicBezTo>
                      <a:pt x="220669" y="1028473"/>
                      <a:pt x="237140" y="1032562"/>
                      <a:pt x="227619" y="1039122"/>
                    </a:cubicBezTo>
                    <a:lnTo>
                      <a:pt x="214004" y="1048631"/>
                    </a:lnTo>
                    <a:cubicBezTo>
                      <a:pt x="214004" y="1052529"/>
                      <a:pt x="218003" y="1055001"/>
                      <a:pt x="222478" y="1058804"/>
                    </a:cubicBezTo>
                    <a:cubicBezTo>
                      <a:pt x="226952" y="1062607"/>
                      <a:pt x="212957" y="1063273"/>
                      <a:pt x="217146" y="1067266"/>
                    </a:cubicBezTo>
                    <a:cubicBezTo>
                      <a:pt x="221335" y="1071260"/>
                      <a:pt x="216289" y="1077440"/>
                      <a:pt x="220669" y="1082289"/>
                    </a:cubicBezTo>
                    <a:cubicBezTo>
                      <a:pt x="225811" y="1086481"/>
                      <a:pt x="233294" y="1086112"/>
                      <a:pt x="237997" y="1081433"/>
                    </a:cubicBezTo>
                    <a:cubicBezTo>
                      <a:pt x="242947" y="1077440"/>
                      <a:pt x="246470" y="1086377"/>
                      <a:pt x="242471" y="1092938"/>
                    </a:cubicBezTo>
                    <a:cubicBezTo>
                      <a:pt x="240725" y="1095370"/>
                      <a:pt x="241283" y="1098756"/>
                      <a:pt x="243718" y="1100500"/>
                    </a:cubicBezTo>
                    <a:cubicBezTo>
                      <a:pt x="245979" y="1102120"/>
                      <a:pt x="249101" y="1101769"/>
                      <a:pt x="250945" y="1099689"/>
                    </a:cubicBezTo>
                    <a:cubicBezTo>
                      <a:pt x="254944" y="1094744"/>
                      <a:pt x="263322" y="1107675"/>
                      <a:pt x="267321" y="1109862"/>
                    </a:cubicBezTo>
                    <a:cubicBezTo>
                      <a:pt x="271320" y="1112049"/>
                      <a:pt x="275318" y="1118705"/>
                      <a:pt x="268654" y="1118705"/>
                    </a:cubicBezTo>
                    <a:cubicBezTo>
                      <a:pt x="261989" y="1118705"/>
                      <a:pt x="262941" y="1130304"/>
                      <a:pt x="267797" y="1130685"/>
                    </a:cubicBezTo>
                    <a:cubicBezTo>
                      <a:pt x="272652" y="1131065"/>
                      <a:pt x="272272" y="1137340"/>
                      <a:pt x="272272" y="1141334"/>
                    </a:cubicBezTo>
                    <a:cubicBezTo>
                      <a:pt x="272272" y="1145327"/>
                      <a:pt x="287790" y="1150842"/>
                      <a:pt x="293598" y="1149320"/>
                    </a:cubicBezTo>
                    <a:cubicBezTo>
                      <a:pt x="299406" y="1147799"/>
                      <a:pt x="304738" y="1152933"/>
                      <a:pt x="307403" y="1157783"/>
                    </a:cubicBezTo>
                    <a:cubicBezTo>
                      <a:pt x="310069" y="1162632"/>
                      <a:pt x="320733" y="1166245"/>
                      <a:pt x="324731" y="1163107"/>
                    </a:cubicBezTo>
                    <a:cubicBezTo>
                      <a:pt x="328730" y="1159969"/>
                      <a:pt x="331396" y="1168907"/>
                      <a:pt x="332253" y="1175087"/>
                    </a:cubicBezTo>
                    <a:cubicBezTo>
                      <a:pt x="333110" y="1181267"/>
                      <a:pt x="341774" y="1177749"/>
                      <a:pt x="347391" y="1177369"/>
                    </a:cubicBezTo>
                    <a:cubicBezTo>
                      <a:pt x="353008" y="1176989"/>
                      <a:pt x="355769" y="1184405"/>
                      <a:pt x="359387" y="1183074"/>
                    </a:cubicBezTo>
                    <a:cubicBezTo>
                      <a:pt x="367194" y="1180126"/>
                      <a:pt x="369574" y="1193818"/>
                      <a:pt x="374716" y="1202090"/>
                    </a:cubicBezTo>
                    <a:lnTo>
                      <a:pt x="926923" y="1199142"/>
                    </a:lnTo>
                    <a:cubicBezTo>
                      <a:pt x="926923" y="1199142"/>
                      <a:pt x="926923" y="1185451"/>
                      <a:pt x="933778" y="1190205"/>
                    </a:cubicBezTo>
                    <a:cubicBezTo>
                      <a:pt x="940633" y="1194959"/>
                      <a:pt x="934444" y="1202565"/>
                      <a:pt x="942156" y="1205608"/>
                    </a:cubicBezTo>
                    <a:cubicBezTo>
                      <a:pt x="949868" y="1208650"/>
                      <a:pt x="955200" y="1213214"/>
                      <a:pt x="959294" y="1211503"/>
                    </a:cubicBezTo>
                    <a:cubicBezTo>
                      <a:pt x="963388" y="1209791"/>
                      <a:pt x="970528" y="1203801"/>
                      <a:pt x="977669" y="1212073"/>
                    </a:cubicBezTo>
                    <a:cubicBezTo>
                      <a:pt x="984809" y="1220345"/>
                      <a:pt x="990141" y="1213214"/>
                      <a:pt x="994235" y="1218539"/>
                    </a:cubicBezTo>
                    <a:cubicBezTo>
                      <a:pt x="998329" y="1223863"/>
                      <a:pt x="1006136" y="1228047"/>
                      <a:pt x="1011468" y="1221581"/>
                    </a:cubicBezTo>
                    <a:cubicBezTo>
                      <a:pt x="1016799" y="1215116"/>
                      <a:pt x="1032128" y="1222627"/>
                      <a:pt x="1040030" y="1225575"/>
                    </a:cubicBezTo>
                    <a:cubicBezTo>
                      <a:pt x="1049551" y="1217778"/>
                      <a:pt x="1057453" y="1201139"/>
                      <a:pt x="1066117" y="1201139"/>
                    </a:cubicBezTo>
                    <a:cubicBezTo>
                      <a:pt x="1077733" y="1201139"/>
                      <a:pt x="1107057" y="1203801"/>
                      <a:pt x="1108866" y="1218824"/>
                    </a:cubicBezTo>
                    <a:cubicBezTo>
                      <a:pt x="1110675" y="1233847"/>
                      <a:pt x="1127907" y="1219775"/>
                      <a:pt x="1130192" y="1233942"/>
                    </a:cubicBezTo>
                    <a:cubicBezTo>
                      <a:pt x="1131620" y="1246017"/>
                      <a:pt x="1143426" y="1255525"/>
                      <a:pt x="1141427" y="1261895"/>
                    </a:cubicBezTo>
                    <a:cubicBezTo>
                      <a:pt x="1145393" y="1264325"/>
                      <a:pt x="1149208" y="1266992"/>
                      <a:pt x="1152852" y="1269882"/>
                    </a:cubicBezTo>
                    <a:cubicBezTo>
                      <a:pt x="1163243" y="1268773"/>
                      <a:pt x="1173750" y="1270142"/>
                      <a:pt x="1183509" y="1273875"/>
                    </a:cubicBezTo>
                    <a:cubicBezTo>
                      <a:pt x="1195981" y="1278344"/>
                      <a:pt x="1214642" y="1268551"/>
                      <a:pt x="1220831" y="1283384"/>
                    </a:cubicBezTo>
                    <a:cubicBezTo>
                      <a:pt x="1227019" y="1298216"/>
                      <a:pt x="1241491" y="1309911"/>
                      <a:pt x="1227971" y="1310862"/>
                    </a:cubicBezTo>
                    <a:cubicBezTo>
                      <a:pt x="1216356" y="1311813"/>
                      <a:pt x="1201313" y="1295839"/>
                      <a:pt x="1202170" y="1304682"/>
                    </a:cubicBezTo>
                    <a:cubicBezTo>
                      <a:pt x="1203027" y="1313524"/>
                      <a:pt x="1195981" y="1309150"/>
                      <a:pt x="1195981" y="1322461"/>
                    </a:cubicBezTo>
                    <a:cubicBezTo>
                      <a:pt x="1195981" y="1335773"/>
                      <a:pt x="1187032" y="1354408"/>
                      <a:pt x="1181700" y="1353553"/>
                    </a:cubicBezTo>
                    <a:lnTo>
                      <a:pt x="1181700" y="1353553"/>
                    </a:lnTo>
                    <a:cubicBezTo>
                      <a:pt x="1180161" y="1358997"/>
                      <a:pt x="1181369" y="1364848"/>
                      <a:pt x="1184937" y="1369241"/>
                    </a:cubicBezTo>
                    <a:cubicBezTo>
                      <a:pt x="1191697" y="1364392"/>
                      <a:pt x="1201408" y="1355930"/>
                      <a:pt x="1209786" y="1356500"/>
                    </a:cubicBezTo>
                    <a:cubicBezTo>
                      <a:pt x="1223116" y="1357356"/>
                      <a:pt x="1226638" y="1365343"/>
                      <a:pt x="1235493" y="1359162"/>
                    </a:cubicBezTo>
                    <a:cubicBezTo>
                      <a:pt x="1244347" y="1352982"/>
                      <a:pt x="1246156" y="1350225"/>
                      <a:pt x="1247965" y="1354694"/>
                    </a:cubicBezTo>
                    <a:cubicBezTo>
                      <a:pt x="1248235" y="1355332"/>
                      <a:pt x="1248235" y="1356052"/>
                      <a:pt x="1247965" y="1356690"/>
                    </a:cubicBezTo>
                    <a:cubicBezTo>
                      <a:pt x="1251297" y="1354884"/>
                      <a:pt x="1253677" y="1353172"/>
                      <a:pt x="1253868" y="1351746"/>
                    </a:cubicBezTo>
                    <a:cubicBezTo>
                      <a:pt x="1253971" y="1349037"/>
                      <a:pt x="1253584" y="1346331"/>
                      <a:pt x="1252725" y="1343760"/>
                    </a:cubicBezTo>
                    <a:cubicBezTo>
                      <a:pt x="1243871" y="1345091"/>
                      <a:pt x="1240920" y="1345756"/>
                      <a:pt x="1238444" y="1339576"/>
                    </a:cubicBezTo>
                    <a:cubicBezTo>
                      <a:pt x="1234921" y="1330733"/>
                      <a:pt x="1265102" y="1321891"/>
                      <a:pt x="1279384" y="1323602"/>
                    </a:cubicBezTo>
                    <a:cubicBezTo>
                      <a:pt x="1293665" y="1325314"/>
                      <a:pt x="1302329" y="1315901"/>
                      <a:pt x="1307089" y="1321606"/>
                    </a:cubicBezTo>
                    <a:cubicBezTo>
                      <a:pt x="1315563" y="1313999"/>
                      <a:pt x="1330130" y="1301449"/>
                      <a:pt x="1333843" y="1301449"/>
                    </a:cubicBezTo>
                    <a:lnTo>
                      <a:pt x="1401536" y="1300783"/>
                    </a:lnTo>
                    <a:cubicBezTo>
                      <a:pt x="1401536" y="1300783"/>
                      <a:pt x="1423529" y="1287187"/>
                      <a:pt x="1426480" y="1274826"/>
                    </a:cubicBezTo>
                    <a:cubicBezTo>
                      <a:pt x="1429432" y="1262466"/>
                      <a:pt x="1443618" y="1232801"/>
                      <a:pt x="1451901" y="1239266"/>
                    </a:cubicBezTo>
                    <a:cubicBezTo>
                      <a:pt x="1460184" y="1245732"/>
                      <a:pt x="1477988" y="1241073"/>
                      <a:pt x="1478559" y="1246968"/>
                    </a:cubicBezTo>
                    <a:cubicBezTo>
                      <a:pt x="1476049" y="1267099"/>
                      <a:pt x="1482208" y="1287349"/>
                      <a:pt x="1495506" y="1302685"/>
                    </a:cubicBezTo>
                    <a:cubicBezTo>
                      <a:pt x="1501684" y="1298053"/>
                      <a:pt x="1508912" y="1295016"/>
                      <a:pt x="1516547" y="1293842"/>
                    </a:cubicBezTo>
                    <a:cubicBezTo>
                      <a:pt x="1524545" y="1293842"/>
                      <a:pt x="1536541" y="1283669"/>
                      <a:pt x="1540064" y="1277013"/>
                    </a:cubicBezTo>
                    <a:cubicBezTo>
                      <a:pt x="1543586" y="1270358"/>
                      <a:pt x="1548537" y="1283193"/>
                      <a:pt x="1541397" y="1285475"/>
                    </a:cubicBezTo>
                    <a:cubicBezTo>
                      <a:pt x="1534256" y="1287757"/>
                      <a:pt x="1547204" y="1292987"/>
                      <a:pt x="1559676" y="1292511"/>
                    </a:cubicBezTo>
                    <a:cubicBezTo>
                      <a:pt x="1572149" y="1292036"/>
                      <a:pt x="1553869" y="1296980"/>
                      <a:pt x="1544538" y="1296505"/>
                    </a:cubicBezTo>
                    <a:cubicBezTo>
                      <a:pt x="1535208" y="1296029"/>
                      <a:pt x="1531209" y="1297455"/>
                      <a:pt x="1518737" y="1309911"/>
                    </a:cubicBezTo>
                    <a:cubicBezTo>
                      <a:pt x="1506265" y="1322366"/>
                      <a:pt x="1509216" y="1325884"/>
                      <a:pt x="1516547" y="1332065"/>
                    </a:cubicBezTo>
                    <a:cubicBezTo>
                      <a:pt x="1523878" y="1338245"/>
                      <a:pt x="1532923" y="1335583"/>
                      <a:pt x="1542729" y="1327215"/>
                    </a:cubicBezTo>
                    <a:cubicBezTo>
                      <a:pt x="1552536" y="1318848"/>
                      <a:pt x="1552250" y="1310291"/>
                      <a:pt x="1561771" y="1310767"/>
                    </a:cubicBezTo>
                    <a:cubicBezTo>
                      <a:pt x="1571292" y="1311242"/>
                      <a:pt x="1596903" y="1301829"/>
                      <a:pt x="1607947" y="1298311"/>
                    </a:cubicBezTo>
                    <a:cubicBezTo>
                      <a:pt x="1618991" y="1294793"/>
                      <a:pt x="1611946" y="1292987"/>
                      <a:pt x="1611946" y="1288138"/>
                    </a:cubicBezTo>
                    <a:cubicBezTo>
                      <a:pt x="1611946" y="1283288"/>
                      <a:pt x="1631559" y="1283193"/>
                      <a:pt x="1638604" y="1278630"/>
                    </a:cubicBezTo>
                    <a:cubicBezTo>
                      <a:pt x="1645649" y="1274066"/>
                      <a:pt x="1637462" y="1269787"/>
                      <a:pt x="1631273" y="1270643"/>
                    </a:cubicBezTo>
                    <a:close/>
                    <a:moveTo>
                      <a:pt x="474494" y="695407"/>
                    </a:moveTo>
                    <a:cubicBezTo>
                      <a:pt x="462878" y="709860"/>
                      <a:pt x="458975" y="711951"/>
                      <a:pt x="446979" y="709860"/>
                    </a:cubicBezTo>
                    <a:cubicBezTo>
                      <a:pt x="434982" y="707768"/>
                      <a:pt x="427937" y="713758"/>
                      <a:pt x="433554" y="717941"/>
                    </a:cubicBezTo>
                    <a:cubicBezTo>
                      <a:pt x="439171" y="722125"/>
                      <a:pt x="439933" y="725738"/>
                      <a:pt x="427556" y="728590"/>
                    </a:cubicBezTo>
                    <a:cubicBezTo>
                      <a:pt x="415179" y="731443"/>
                      <a:pt x="406991" y="740951"/>
                      <a:pt x="401850" y="739810"/>
                    </a:cubicBezTo>
                    <a:cubicBezTo>
                      <a:pt x="396709" y="738669"/>
                      <a:pt x="422986" y="720033"/>
                      <a:pt x="416322" y="715184"/>
                    </a:cubicBezTo>
                    <a:cubicBezTo>
                      <a:pt x="409657" y="710335"/>
                      <a:pt x="392996" y="723646"/>
                      <a:pt x="392615" y="729636"/>
                    </a:cubicBezTo>
                    <a:cubicBezTo>
                      <a:pt x="392234" y="735626"/>
                      <a:pt x="381285" y="736007"/>
                      <a:pt x="374620" y="735626"/>
                    </a:cubicBezTo>
                    <a:cubicBezTo>
                      <a:pt x="367956" y="735246"/>
                      <a:pt x="359006" y="728876"/>
                      <a:pt x="365766" y="728210"/>
                    </a:cubicBezTo>
                    <a:cubicBezTo>
                      <a:pt x="372526" y="727545"/>
                      <a:pt x="367861" y="720033"/>
                      <a:pt x="377096" y="716515"/>
                    </a:cubicBezTo>
                    <a:cubicBezTo>
                      <a:pt x="386331" y="712997"/>
                      <a:pt x="375287" y="707768"/>
                      <a:pt x="378143" y="703870"/>
                    </a:cubicBezTo>
                    <a:cubicBezTo>
                      <a:pt x="380999" y="699971"/>
                      <a:pt x="399660" y="707768"/>
                      <a:pt x="400041" y="700637"/>
                    </a:cubicBezTo>
                    <a:cubicBezTo>
                      <a:pt x="400422" y="693506"/>
                      <a:pt x="380999" y="687611"/>
                      <a:pt x="374906" y="691889"/>
                    </a:cubicBezTo>
                    <a:cubicBezTo>
                      <a:pt x="364012" y="700766"/>
                      <a:pt x="349202" y="703159"/>
                      <a:pt x="336061" y="698165"/>
                    </a:cubicBezTo>
                    <a:cubicBezTo>
                      <a:pt x="330539" y="695788"/>
                      <a:pt x="380618" y="690463"/>
                      <a:pt x="389092" y="682667"/>
                    </a:cubicBezTo>
                    <a:cubicBezTo>
                      <a:pt x="397566" y="674870"/>
                      <a:pt x="435744" y="666123"/>
                      <a:pt x="438600" y="673159"/>
                    </a:cubicBezTo>
                    <a:cubicBezTo>
                      <a:pt x="441457" y="680195"/>
                      <a:pt x="418035" y="684758"/>
                      <a:pt x="429079" y="691129"/>
                    </a:cubicBezTo>
                    <a:cubicBezTo>
                      <a:pt x="440124" y="697499"/>
                      <a:pt x="458784" y="693316"/>
                      <a:pt x="462974" y="686565"/>
                    </a:cubicBezTo>
                    <a:cubicBezTo>
                      <a:pt x="467163" y="679814"/>
                      <a:pt x="486204" y="680955"/>
                      <a:pt x="474494" y="695407"/>
                    </a:cubicBezTo>
                    <a:close/>
                    <a:moveTo>
                      <a:pt x="586935" y="838028"/>
                    </a:moveTo>
                    <a:cubicBezTo>
                      <a:pt x="573129" y="850008"/>
                      <a:pt x="574177" y="846870"/>
                      <a:pt x="562180" y="848962"/>
                    </a:cubicBezTo>
                    <a:cubicBezTo>
                      <a:pt x="550184" y="851054"/>
                      <a:pt x="559705" y="863129"/>
                      <a:pt x="545233" y="864175"/>
                    </a:cubicBezTo>
                    <a:cubicBezTo>
                      <a:pt x="530762" y="865221"/>
                      <a:pt x="495725" y="866647"/>
                      <a:pt x="490774" y="858470"/>
                    </a:cubicBezTo>
                    <a:cubicBezTo>
                      <a:pt x="489156" y="855808"/>
                      <a:pt x="509816" y="857804"/>
                      <a:pt x="511244" y="851814"/>
                    </a:cubicBezTo>
                    <a:cubicBezTo>
                      <a:pt x="512672" y="845824"/>
                      <a:pt x="518385" y="836221"/>
                      <a:pt x="527144" y="836221"/>
                    </a:cubicBezTo>
                    <a:cubicBezTo>
                      <a:pt x="535903" y="836221"/>
                      <a:pt x="535332" y="824621"/>
                      <a:pt x="520860" y="817205"/>
                    </a:cubicBezTo>
                    <a:cubicBezTo>
                      <a:pt x="506388" y="809789"/>
                      <a:pt x="541711" y="805510"/>
                      <a:pt x="549423" y="817205"/>
                    </a:cubicBezTo>
                    <a:cubicBezTo>
                      <a:pt x="557134" y="828900"/>
                      <a:pt x="572082" y="836221"/>
                      <a:pt x="580175" y="828520"/>
                    </a:cubicBezTo>
                    <a:cubicBezTo>
                      <a:pt x="588268" y="820818"/>
                      <a:pt x="634539" y="797809"/>
                      <a:pt x="634539" y="808363"/>
                    </a:cubicBezTo>
                    <a:cubicBezTo>
                      <a:pt x="634539" y="818917"/>
                      <a:pt x="600645" y="825953"/>
                      <a:pt x="586935" y="837933"/>
                    </a:cubicBezTo>
                    <a:close/>
                    <a:moveTo>
                      <a:pt x="896171" y="1160635"/>
                    </a:moveTo>
                    <a:cubicBezTo>
                      <a:pt x="886650" y="1161776"/>
                      <a:pt x="897123" y="1134963"/>
                      <a:pt x="879319" y="1125170"/>
                    </a:cubicBezTo>
                    <a:cubicBezTo>
                      <a:pt x="862480" y="1116314"/>
                      <a:pt x="851164" y="1099665"/>
                      <a:pt x="849138" y="1080768"/>
                    </a:cubicBezTo>
                    <a:cubicBezTo>
                      <a:pt x="850330" y="1072822"/>
                      <a:pt x="857746" y="1067346"/>
                      <a:pt x="865702" y="1068536"/>
                    </a:cubicBezTo>
                    <a:cubicBezTo>
                      <a:pt x="868854" y="1069007"/>
                      <a:pt x="871765" y="1070499"/>
                      <a:pt x="873987" y="1072781"/>
                    </a:cubicBezTo>
                    <a:cubicBezTo>
                      <a:pt x="881128" y="1081718"/>
                      <a:pt x="891791" y="1118039"/>
                      <a:pt x="897980" y="1129829"/>
                    </a:cubicBezTo>
                    <a:cubicBezTo>
                      <a:pt x="904168" y="1141619"/>
                      <a:pt x="904168" y="1159684"/>
                      <a:pt x="896171" y="11605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25" name="Freeform 2716">
                <a:extLst>
                  <a:ext uri="{FF2B5EF4-FFF2-40B4-BE49-F238E27FC236}">
                    <a16:creationId xmlns:a16="http://schemas.microsoft.com/office/drawing/2014/main" id="{90B17EA2-D21D-3530-5759-9A60D5BCB6C9}"/>
                  </a:ext>
                </a:extLst>
              </p:cNvPr>
              <p:cNvSpPr/>
              <p:nvPr/>
            </p:nvSpPr>
            <p:spPr>
              <a:xfrm>
                <a:off x="3979913" y="3437127"/>
                <a:ext cx="4804211" cy="3250843"/>
              </a:xfrm>
              <a:custGeom>
                <a:avLst/>
                <a:gdLst>
                  <a:gd name="connsiteX0" fmla="*/ 764334 w 2037454"/>
                  <a:gd name="connsiteY0" fmla="*/ 507134 h 1378663"/>
                  <a:gd name="connsiteX1" fmla="*/ 745292 w 2037454"/>
                  <a:gd name="connsiteY1" fmla="*/ 485836 h 1378663"/>
                  <a:gd name="connsiteX2" fmla="*/ 709684 w 2037454"/>
                  <a:gd name="connsiteY2" fmla="*/ 443811 h 1378663"/>
                  <a:gd name="connsiteX3" fmla="*/ 667031 w 2037454"/>
                  <a:gd name="connsiteY3" fmla="*/ 394654 h 1378663"/>
                  <a:gd name="connsiteX4" fmla="*/ 639801 w 2037454"/>
                  <a:gd name="connsiteY4" fmla="*/ 393418 h 1378663"/>
                  <a:gd name="connsiteX5" fmla="*/ 621426 w 2037454"/>
                  <a:gd name="connsiteY5" fmla="*/ 407680 h 1378663"/>
                  <a:gd name="connsiteX6" fmla="*/ 606002 w 2037454"/>
                  <a:gd name="connsiteY6" fmla="*/ 397602 h 1378663"/>
                  <a:gd name="connsiteX7" fmla="*/ 585342 w 2037454"/>
                  <a:gd name="connsiteY7" fmla="*/ 377825 h 1378663"/>
                  <a:gd name="connsiteX8" fmla="*/ 571727 w 2037454"/>
                  <a:gd name="connsiteY8" fmla="*/ 368317 h 1378663"/>
                  <a:gd name="connsiteX9" fmla="*/ 553352 w 2037454"/>
                  <a:gd name="connsiteY9" fmla="*/ 371835 h 1378663"/>
                  <a:gd name="connsiteX10" fmla="*/ 542689 w 2037454"/>
                  <a:gd name="connsiteY10" fmla="*/ 369648 h 1378663"/>
                  <a:gd name="connsiteX11" fmla="*/ 542689 w 2037454"/>
                  <a:gd name="connsiteY11" fmla="*/ 62064 h 1378663"/>
                  <a:gd name="connsiteX12" fmla="*/ 533168 w 2037454"/>
                  <a:gd name="connsiteY12" fmla="*/ 60162 h 1378663"/>
                  <a:gd name="connsiteX13" fmla="*/ 490896 w 2037454"/>
                  <a:gd name="connsiteY13" fmla="*/ 48657 h 1378663"/>
                  <a:gd name="connsiteX14" fmla="*/ 452812 w 2037454"/>
                  <a:gd name="connsiteY14" fmla="*/ 49988 h 1378663"/>
                  <a:gd name="connsiteX15" fmla="*/ 421299 w 2037454"/>
                  <a:gd name="connsiteY15" fmla="*/ 45520 h 1378663"/>
                  <a:gd name="connsiteX16" fmla="*/ 378645 w 2037454"/>
                  <a:gd name="connsiteY16" fmla="*/ 33064 h 1378663"/>
                  <a:gd name="connsiteX17" fmla="*/ 327518 w 2037454"/>
                  <a:gd name="connsiteY17" fmla="*/ 36677 h 1378663"/>
                  <a:gd name="connsiteX18" fmla="*/ 314665 w 2037454"/>
                  <a:gd name="connsiteY18" fmla="*/ 30877 h 1378663"/>
                  <a:gd name="connsiteX19" fmla="*/ 308382 w 2037454"/>
                  <a:gd name="connsiteY19" fmla="*/ 20609 h 1378663"/>
                  <a:gd name="connsiteX20" fmla="*/ 273726 w 2037454"/>
                  <a:gd name="connsiteY20" fmla="*/ 20609 h 1378663"/>
                  <a:gd name="connsiteX21" fmla="*/ 264205 w 2037454"/>
                  <a:gd name="connsiteY21" fmla="*/ 12622 h 1378663"/>
                  <a:gd name="connsiteX22" fmla="*/ 253923 w 2037454"/>
                  <a:gd name="connsiteY22" fmla="*/ 15284 h 1378663"/>
                  <a:gd name="connsiteX23" fmla="*/ 238628 w 2037454"/>
                  <a:gd name="connsiteY23" fmla="*/ 18444 h 1378663"/>
                  <a:gd name="connsiteX24" fmla="*/ 238594 w 2037454"/>
                  <a:gd name="connsiteY24" fmla="*/ 18422 h 1378663"/>
                  <a:gd name="connsiteX25" fmla="*/ 246592 w 2037454"/>
                  <a:gd name="connsiteY25" fmla="*/ 9579 h 1378663"/>
                  <a:gd name="connsiteX26" fmla="*/ 230597 w 2037454"/>
                  <a:gd name="connsiteY26" fmla="*/ 1973 h 1378663"/>
                  <a:gd name="connsiteX27" fmla="*/ 210032 w 2037454"/>
                  <a:gd name="connsiteY27" fmla="*/ 14904 h 1378663"/>
                  <a:gd name="connsiteX28" fmla="*/ 178518 w 2037454"/>
                  <a:gd name="connsiteY28" fmla="*/ 21559 h 1378663"/>
                  <a:gd name="connsiteX29" fmla="*/ 159476 w 2037454"/>
                  <a:gd name="connsiteY29" fmla="*/ 27359 h 1378663"/>
                  <a:gd name="connsiteX30" fmla="*/ 163951 w 2037454"/>
                  <a:gd name="connsiteY30" fmla="*/ 38008 h 1378663"/>
                  <a:gd name="connsiteX31" fmla="*/ 149289 w 2037454"/>
                  <a:gd name="connsiteY31" fmla="*/ 36202 h 1378663"/>
                  <a:gd name="connsiteX32" fmla="*/ 119869 w 2037454"/>
                  <a:gd name="connsiteY32" fmla="*/ 41526 h 1378663"/>
                  <a:gd name="connsiteX33" fmla="*/ 96353 w 2037454"/>
                  <a:gd name="connsiteY33" fmla="*/ 60542 h 1378663"/>
                  <a:gd name="connsiteX34" fmla="*/ 87880 w 2037454"/>
                  <a:gd name="connsiteY34" fmla="*/ 81840 h 1378663"/>
                  <a:gd name="connsiteX35" fmla="*/ 37514 w 2037454"/>
                  <a:gd name="connsiteY35" fmla="*/ 92584 h 1378663"/>
                  <a:gd name="connsiteX36" fmla="*/ 32183 w 2037454"/>
                  <a:gd name="connsiteY36" fmla="*/ 104945 h 1378663"/>
                  <a:gd name="connsiteX37" fmla="*/ 54461 w 2037454"/>
                  <a:gd name="connsiteY37" fmla="*/ 119207 h 1378663"/>
                  <a:gd name="connsiteX38" fmla="*/ 87308 w 2037454"/>
                  <a:gd name="connsiteY38" fmla="*/ 153816 h 1378663"/>
                  <a:gd name="connsiteX39" fmla="*/ 121107 w 2037454"/>
                  <a:gd name="connsiteY39" fmla="*/ 154672 h 1378663"/>
                  <a:gd name="connsiteX40" fmla="*/ 127772 w 2037454"/>
                  <a:gd name="connsiteY40" fmla="*/ 171976 h 1378663"/>
                  <a:gd name="connsiteX41" fmla="*/ 149098 w 2037454"/>
                  <a:gd name="connsiteY41" fmla="*/ 176445 h 1378663"/>
                  <a:gd name="connsiteX42" fmla="*/ 125106 w 2037454"/>
                  <a:gd name="connsiteY42" fmla="*/ 183101 h 1378663"/>
                  <a:gd name="connsiteX43" fmla="*/ 108159 w 2037454"/>
                  <a:gd name="connsiteY43" fmla="*/ 187950 h 1378663"/>
                  <a:gd name="connsiteX44" fmla="*/ 82453 w 2037454"/>
                  <a:gd name="connsiteY44" fmla="*/ 187094 h 1378663"/>
                  <a:gd name="connsiteX45" fmla="*/ 82453 w 2037454"/>
                  <a:gd name="connsiteY45" fmla="*/ 173307 h 1378663"/>
                  <a:gd name="connsiteX46" fmla="*/ 57508 w 2037454"/>
                  <a:gd name="connsiteY46" fmla="*/ 174258 h 1378663"/>
                  <a:gd name="connsiteX47" fmla="*/ 46464 w 2037454"/>
                  <a:gd name="connsiteY47" fmla="*/ 186238 h 1378663"/>
                  <a:gd name="connsiteX48" fmla="*/ 29136 w 2037454"/>
                  <a:gd name="connsiteY48" fmla="*/ 187665 h 1378663"/>
                  <a:gd name="connsiteX49" fmla="*/ 2002 w 2037454"/>
                  <a:gd name="connsiteY49" fmla="*/ 203258 h 1378663"/>
                  <a:gd name="connsiteX50" fmla="*/ 30564 w 2037454"/>
                  <a:gd name="connsiteY50" fmla="*/ 214762 h 1378663"/>
                  <a:gd name="connsiteX51" fmla="*/ 27041 w 2037454"/>
                  <a:gd name="connsiteY51" fmla="*/ 224270 h 1378663"/>
                  <a:gd name="connsiteX52" fmla="*/ 42180 w 2037454"/>
                  <a:gd name="connsiteY52" fmla="*/ 238913 h 1378663"/>
                  <a:gd name="connsiteX53" fmla="*/ 84833 w 2037454"/>
                  <a:gd name="connsiteY53" fmla="*/ 238913 h 1378663"/>
                  <a:gd name="connsiteX54" fmla="*/ 103018 w 2037454"/>
                  <a:gd name="connsiteY54" fmla="*/ 241100 h 1378663"/>
                  <a:gd name="connsiteX55" fmla="*/ 138625 w 2037454"/>
                  <a:gd name="connsiteY55" fmla="*/ 228644 h 1378663"/>
                  <a:gd name="connsiteX56" fmla="*/ 132818 w 2037454"/>
                  <a:gd name="connsiteY56" fmla="*/ 242431 h 1378663"/>
                  <a:gd name="connsiteX57" fmla="*/ 135008 w 2037454"/>
                  <a:gd name="connsiteY57" fmla="*/ 269053 h 1378663"/>
                  <a:gd name="connsiteX58" fmla="*/ 110539 w 2037454"/>
                  <a:gd name="connsiteY58" fmla="*/ 270860 h 1378663"/>
                  <a:gd name="connsiteX59" fmla="*/ 99876 w 2037454"/>
                  <a:gd name="connsiteY59" fmla="*/ 287214 h 1378663"/>
                  <a:gd name="connsiteX60" fmla="*/ 74550 w 2037454"/>
                  <a:gd name="connsiteY60" fmla="*/ 280178 h 1378663"/>
                  <a:gd name="connsiteX61" fmla="*/ 67219 w 2037454"/>
                  <a:gd name="connsiteY61" fmla="*/ 301190 h 1378663"/>
                  <a:gd name="connsiteX62" fmla="*/ 47226 w 2037454"/>
                  <a:gd name="connsiteY62" fmla="*/ 315833 h 1378663"/>
                  <a:gd name="connsiteX63" fmla="*/ 37705 w 2037454"/>
                  <a:gd name="connsiteY63" fmla="*/ 333518 h 1378663"/>
                  <a:gd name="connsiteX64" fmla="*/ 55890 w 2037454"/>
                  <a:gd name="connsiteY64" fmla="*/ 345498 h 1378663"/>
                  <a:gd name="connsiteX65" fmla="*/ 55033 w 2037454"/>
                  <a:gd name="connsiteY65" fmla="*/ 364514 h 1378663"/>
                  <a:gd name="connsiteX66" fmla="*/ 79882 w 2037454"/>
                  <a:gd name="connsiteY66" fmla="*/ 388094 h 1378663"/>
                  <a:gd name="connsiteX67" fmla="*/ 103398 w 2037454"/>
                  <a:gd name="connsiteY67" fmla="*/ 384481 h 1378663"/>
                  <a:gd name="connsiteX68" fmla="*/ 113681 w 2037454"/>
                  <a:gd name="connsiteY68" fmla="*/ 376114 h 1378663"/>
                  <a:gd name="connsiteX69" fmla="*/ 121678 w 2037454"/>
                  <a:gd name="connsiteY69" fmla="*/ 398743 h 1378663"/>
                  <a:gd name="connsiteX70" fmla="*/ 119869 w 2037454"/>
                  <a:gd name="connsiteY70" fmla="*/ 418710 h 1378663"/>
                  <a:gd name="connsiteX71" fmla="*/ 141672 w 2037454"/>
                  <a:gd name="connsiteY71" fmla="*/ 416047 h 1378663"/>
                  <a:gd name="connsiteX72" fmla="*/ 169187 w 2037454"/>
                  <a:gd name="connsiteY72" fmla="*/ 418234 h 1378663"/>
                  <a:gd name="connsiteX73" fmla="*/ 181660 w 2037454"/>
                  <a:gd name="connsiteY73" fmla="*/ 422227 h 1378663"/>
                  <a:gd name="connsiteX74" fmla="*/ 190133 w 2037454"/>
                  <a:gd name="connsiteY74" fmla="*/ 412054 h 1378663"/>
                  <a:gd name="connsiteX75" fmla="*/ 211841 w 2037454"/>
                  <a:gd name="connsiteY75" fmla="*/ 414241 h 1378663"/>
                  <a:gd name="connsiteX76" fmla="*/ 212317 w 2037454"/>
                  <a:gd name="connsiteY76" fmla="*/ 423749 h 1378663"/>
                  <a:gd name="connsiteX77" fmla="*/ 205176 w 2037454"/>
                  <a:gd name="connsiteY77" fmla="*/ 455696 h 1378663"/>
                  <a:gd name="connsiteX78" fmla="*/ 180803 w 2037454"/>
                  <a:gd name="connsiteY78" fmla="*/ 476994 h 1378663"/>
                  <a:gd name="connsiteX79" fmla="*/ 147004 w 2037454"/>
                  <a:gd name="connsiteY79" fmla="*/ 503616 h 1378663"/>
                  <a:gd name="connsiteX80" fmla="*/ 115871 w 2037454"/>
                  <a:gd name="connsiteY80" fmla="*/ 506754 h 1378663"/>
                  <a:gd name="connsiteX81" fmla="*/ 101209 w 2037454"/>
                  <a:gd name="connsiteY81" fmla="*/ 528527 h 1378663"/>
                  <a:gd name="connsiteX82" fmla="*/ 125201 w 2037454"/>
                  <a:gd name="connsiteY82" fmla="*/ 515596 h 1378663"/>
                  <a:gd name="connsiteX83" fmla="*/ 132342 w 2037454"/>
                  <a:gd name="connsiteY83" fmla="*/ 515596 h 1378663"/>
                  <a:gd name="connsiteX84" fmla="*/ 148813 w 2037454"/>
                  <a:gd name="connsiteY84" fmla="*/ 510272 h 1378663"/>
                  <a:gd name="connsiteX85" fmla="*/ 163475 w 2037454"/>
                  <a:gd name="connsiteY85" fmla="*/ 508465 h 1378663"/>
                  <a:gd name="connsiteX86" fmla="*/ 181184 w 2037454"/>
                  <a:gd name="connsiteY86" fmla="*/ 501334 h 1378663"/>
                  <a:gd name="connsiteX87" fmla="*/ 193180 w 2037454"/>
                  <a:gd name="connsiteY87" fmla="*/ 489354 h 1378663"/>
                  <a:gd name="connsiteX88" fmla="*/ 229644 w 2037454"/>
                  <a:gd name="connsiteY88" fmla="*/ 468532 h 1378663"/>
                  <a:gd name="connsiteX89" fmla="*/ 237642 w 2037454"/>
                  <a:gd name="connsiteY89" fmla="*/ 457883 h 1378663"/>
                  <a:gd name="connsiteX90" fmla="*/ 259921 w 2037454"/>
                  <a:gd name="connsiteY90" fmla="*/ 444096 h 1378663"/>
                  <a:gd name="connsiteX91" fmla="*/ 274964 w 2037454"/>
                  <a:gd name="connsiteY91" fmla="*/ 438296 h 1378663"/>
                  <a:gd name="connsiteX92" fmla="*/ 282104 w 2037454"/>
                  <a:gd name="connsiteY92" fmla="*/ 423654 h 1378663"/>
                  <a:gd name="connsiteX93" fmla="*/ 292291 w 2037454"/>
                  <a:gd name="connsiteY93" fmla="*/ 413480 h 1378663"/>
                  <a:gd name="connsiteX94" fmla="*/ 276296 w 2037454"/>
                  <a:gd name="connsiteY94" fmla="*/ 405493 h 1378663"/>
                  <a:gd name="connsiteX95" fmla="*/ 292768 w 2037454"/>
                  <a:gd name="connsiteY95" fmla="*/ 391326 h 1378663"/>
                  <a:gd name="connsiteX96" fmla="*/ 305240 w 2037454"/>
                  <a:gd name="connsiteY96" fmla="*/ 378871 h 1378663"/>
                  <a:gd name="connsiteX97" fmla="*/ 318569 w 2037454"/>
                  <a:gd name="connsiteY97" fmla="*/ 364229 h 1378663"/>
                  <a:gd name="connsiteX98" fmla="*/ 328756 w 2037454"/>
                  <a:gd name="connsiteY98" fmla="*/ 352153 h 1378663"/>
                  <a:gd name="connsiteX99" fmla="*/ 346084 w 2037454"/>
                  <a:gd name="connsiteY99" fmla="*/ 340173 h 1378663"/>
                  <a:gd name="connsiteX100" fmla="*/ 358080 w 2037454"/>
                  <a:gd name="connsiteY100" fmla="*/ 345117 h 1378663"/>
                  <a:gd name="connsiteX101" fmla="*/ 358556 w 2037454"/>
                  <a:gd name="connsiteY101" fmla="*/ 352629 h 1378663"/>
                  <a:gd name="connsiteX102" fmla="*/ 337706 w 2037454"/>
                  <a:gd name="connsiteY102" fmla="*/ 356622 h 1378663"/>
                  <a:gd name="connsiteX103" fmla="*/ 329708 w 2037454"/>
                  <a:gd name="connsiteY103" fmla="*/ 374878 h 1378663"/>
                  <a:gd name="connsiteX104" fmla="*/ 331041 w 2037454"/>
                  <a:gd name="connsiteY104" fmla="*/ 389520 h 1378663"/>
                  <a:gd name="connsiteX105" fmla="*/ 323901 w 2037454"/>
                  <a:gd name="connsiteY105" fmla="*/ 398362 h 1378663"/>
                  <a:gd name="connsiteX106" fmla="*/ 331898 w 2037454"/>
                  <a:gd name="connsiteY106" fmla="*/ 405018 h 1378663"/>
                  <a:gd name="connsiteX107" fmla="*/ 371505 w 2037454"/>
                  <a:gd name="connsiteY107" fmla="*/ 383245 h 1378663"/>
                  <a:gd name="connsiteX108" fmla="*/ 400067 w 2037454"/>
                  <a:gd name="connsiteY108" fmla="*/ 381913 h 1378663"/>
                  <a:gd name="connsiteX109" fmla="*/ 400067 w 2037454"/>
                  <a:gd name="connsiteY109" fmla="*/ 371740 h 1378663"/>
                  <a:gd name="connsiteX110" fmla="*/ 391118 w 2037454"/>
                  <a:gd name="connsiteY110" fmla="*/ 359760 h 1378663"/>
                  <a:gd name="connsiteX111" fmla="*/ 397782 w 2037454"/>
                  <a:gd name="connsiteY111" fmla="*/ 350252 h 1378663"/>
                  <a:gd name="connsiteX112" fmla="*/ 408921 w 2037454"/>
                  <a:gd name="connsiteY112" fmla="*/ 349396 h 1378663"/>
                  <a:gd name="connsiteX113" fmla="*/ 423584 w 2037454"/>
                  <a:gd name="connsiteY113" fmla="*/ 354721 h 1378663"/>
                  <a:gd name="connsiteX114" fmla="*/ 439102 w 2037454"/>
                  <a:gd name="connsiteY114" fmla="*/ 358239 h 1378663"/>
                  <a:gd name="connsiteX115" fmla="*/ 430248 w 2037454"/>
                  <a:gd name="connsiteY115" fmla="*/ 364894 h 1378663"/>
                  <a:gd name="connsiteX116" fmla="*/ 432438 w 2037454"/>
                  <a:gd name="connsiteY116" fmla="*/ 372025 h 1378663"/>
                  <a:gd name="connsiteX117" fmla="*/ 448433 w 2037454"/>
                  <a:gd name="connsiteY117" fmla="*/ 368887 h 1378663"/>
                  <a:gd name="connsiteX118" fmla="*/ 460429 w 2037454"/>
                  <a:gd name="connsiteY118" fmla="*/ 367081 h 1378663"/>
                  <a:gd name="connsiteX119" fmla="*/ 464904 w 2037454"/>
                  <a:gd name="connsiteY119" fmla="*/ 371074 h 1378663"/>
                  <a:gd name="connsiteX120" fmla="*/ 487563 w 2037454"/>
                  <a:gd name="connsiteY120" fmla="*/ 378205 h 1378663"/>
                  <a:gd name="connsiteX121" fmla="*/ 531169 w 2037454"/>
                  <a:gd name="connsiteY121" fmla="*/ 376874 h 1378663"/>
                  <a:gd name="connsiteX122" fmla="*/ 548877 w 2037454"/>
                  <a:gd name="connsiteY122" fmla="*/ 388854 h 1378663"/>
                  <a:gd name="connsiteX123" fmla="*/ 573346 w 2037454"/>
                  <a:gd name="connsiteY123" fmla="*/ 380868 h 1378663"/>
                  <a:gd name="connsiteX124" fmla="*/ 569347 w 2037454"/>
                  <a:gd name="connsiteY124" fmla="*/ 393323 h 1378663"/>
                  <a:gd name="connsiteX125" fmla="*/ 578868 w 2037454"/>
                  <a:gd name="connsiteY125" fmla="*/ 400454 h 1378663"/>
                  <a:gd name="connsiteX126" fmla="*/ 602385 w 2037454"/>
                  <a:gd name="connsiteY126" fmla="*/ 411959 h 1378663"/>
                  <a:gd name="connsiteX127" fmla="*/ 625996 w 2037454"/>
                  <a:gd name="connsiteY127" fmla="*/ 430975 h 1378663"/>
                  <a:gd name="connsiteX128" fmla="*/ 637516 w 2037454"/>
                  <a:gd name="connsiteY128" fmla="*/ 421467 h 1378663"/>
                  <a:gd name="connsiteX129" fmla="*/ 653511 w 2037454"/>
                  <a:gd name="connsiteY129" fmla="*/ 429929 h 1378663"/>
                  <a:gd name="connsiteX130" fmla="*/ 655320 w 2037454"/>
                  <a:gd name="connsiteY130" fmla="*/ 413005 h 1378663"/>
                  <a:gd name="connsiteX131" fmla="*/ 663318 w 2037454"/>
                  <a:gd name="connsiteY131" fmla="*/ 414811 h 1378663"/>
                  <a:gd name="connsiteX132" fmla="*/ 664651 w 2037454"/>
                  <a:gd name="connsiteY132" fmla="*/ 440958 h 1378663"/>
                  <a:gd name="connsiteX133" fmla="*/ 649989 w 2037454"/>
                  <a:gd name="connsiteY133" fmla="*/ 437916 h 1378663"/>
                  <a:gd name="connsiteX134" fmla="*/ 636183 w 2037454"/>
                  <a:gd name="connsiteY134" fmla="*/ 441434 h 1378663"/>
                  <a:gd name="connsiteX135" fmla="*/ 652654 w 2037454"/>
                  <a:gd name="connsiteY135" fmla="*/ 461020 h 1378663"/>
                  <a:gd name="connsiteX136" fmla="*/ 658843 w 2037454"/>
                  <a:gd name="connsiteY136" fmla="*/ 474712 h 1378663"/>
                  <a:gd name="connsiteX137" fmla="*/ 668364 w 2037454"/>
                  <a:gd name="connsiteY137" fmla="*/ 486312 h 1378663"/>
                  <a:gd name="connsiteX138" fmla="*/ 666555 w 2037454"/>
                  <a:gd name="connsiteY138" fmla="*/ 464538 h 1378663"/>
                  <a:gd name="connsiteX139" fmla="*/ 669697 w 2037454"/>
                  <a:gd name="connsiteY139" fmla="*/ 451227 h 1378663"/>
                  <a:gd name="connsiteX140" fmla="*/ 672362 w 2037454"/>
                  <a:gd name="connsiteY140" fmla="*/ 465394 h 1378663"/>
                  <a:gd name="connsiteX141" fmla="*/ 684359 w 2037454"/>
                  <a:gd name="connsiteY141" fmla="*/ 458738 h 1378663"/>
                  <a:gd name="connsiteX142" fmla="*/ 684359 w 2037454"/>
                  <a:gd name="connsiteY142" fmla="*/ 439722 h 1378663"/>
                  <a:gd name="connsiteX143" fmla="*/ 696355 w 2037454"/>
                  <a:gd name="connsiteY143" fmla="*/ 453509 h 1378663"/>
                  <a:gd name="connsiteX144" fmla="*/ 689690 w 2037454"/>
                  <a:gd name="connsiteY144" fmla="*/ 467296 h 1378663"/>
                  <a:gd name="connsiteX145" fmla="*/ 678646 w 2037454"/>
                  <a:gd name="connsiteY145" fmla="*/ 472620 h 1378663"/>
                  <a:gd name="connsiteX146" fmla="*/ 680836 w 2037454"/>
                  <a:gd name="connsiteY146" fmla="*/ 493443 h 1378663"/>
                  <a:gd name="connsiteX147" fmla="*/ 688834 w 2037454"/>
                  <a:gd name="connsiteY147" fmla="*/ 486407 h 1378663"/>
                  <a:gd name="connsiteX148" fmla="*/ 701782 w 2037454"/>
                  <a:gd name="connsiteY148" fmla="*/ 483744 h 1378663"/>
                  <a:gd name="connsiteX149" fmla="*/ 718634 w 2037454"/>
                  <a:gd name="connsiteY149" fmla="*/ 497056 h 1378663"/>
                  <a:gd name="connsiteX150" fmla="*/ 710636 w 2037454"/>
                  <a:gd name="connsiteY150" fmla="*/ 487548 h 1378663"/>
                  <a:gd name="connsiteX151" fmla="*/ 710636 w 2037454"/>
                  <a:gd name="connsiteY151" fmla="*/ 476423 h 1378663"/>
                  <a:gd name="connsiteX152" fmla="*/ 726155 w 2037454"/>
                  <a:gd name="connsiteY152" fmla="*/ 496390 h 1378663"/>
                  <a:gd name="connsiteX153" fmla="*/ 715873 w 2037454"/>
                  <a:gd name="connsiteY153" fmla="*/ 506659 h 1378663"/>
                  <a:gd name="connsiteX154" fmla="*/ 698545 w 2037454"/>
                  <a:gd name="connsiteY154" fmla="*/ 498197 h 1378663"/>
                  <a:gd name="connsiteX155" fmla="*/ 701306 w 2037454"/>
                  <a:gd name="connsiteY155" fmla="*/ 513695 h 1378663"/>
                  <a:gd name="connsiteX156" fmla="*/ 701306 w 2037454"/>
                  <a:gd name="connsiteY156" fmla="*/ 533281 h 1378663"/>
                  <a:gd name="connsiteX157" fmla="*/ 707970 w 2037454"/>
                  <a:gd name="connsiteY157" fmla="*/ 526626 h 1378663"/>
                  <a:gd name="connsiteX158" fmla="*/ 719110 w 2037454"/>
                  <a:gd name="connsiteY158" fmla="*/ 530619 h 1378663"/>
                  <a:gd name="connsiteX159" fmla="*/ 723585 w 2037454"/>
                  <a:gd name="connsiteY159" fmla="*/ 519495 h 1378663"/>
                  <a:gd name="connsiteX160" fmla="*/ 733772 w 2037454"/>
                  <a:gd name="connsiteY160" fmla="*/ 523012 h 1378663"/>
                  <a:gd name="connsiteX161" fmla="*/ 743293 w 2037454"/>
                  <a:gd name="connsiteY161" fmla="*/ 518163 h 1378663"/>
                  <a:gd name="connsiteX162" fmla="*/ 745102 w 2037454"/>
                  <a:gd name="connsiteY162" fmla="*/ 532330 h 1378663"/>
                  <a:gd name="connsiteX163" fmla="*/ 753480 w 2037454"/>
                  <a:gd name="connsiteY163" fmla="*/ 533661 h 1378663"/>
                  <a:gd name="connsiteX164" fmla="*/ 753480 w 2037454"/>
                  <a:gd name="connsiteY164" fmla="*/ 535943 h 1378663"/>
                  <a:gd name="connsiteX165" fmla="*/ 767095 w 2037454"/>
                  <a:gd name="connsiteY165" fmla="*/ 526435 h 1378663"/>
                  <a:gd name="connsiteX166" fmla="*/ 764334 w 2037454"/>
                  <a:gd name="connsiteY166" fmla="*/ 507134 h 1378663"/>
                  <a:gd name="connsiteX167" fmla="*/ 14379 w 2037454"/>
                  <a:gd name="connsiteY167" fmla="*/ 570077 h 1378663"/>
                  <a:gd name="connsiteX168" fmla="*/ 25137 w 2037454"/>
                  <a:gd name="connsiteY168" fmla="*/ 555055 h 1378663"/>
                  <a:gd name="connsiteX169" fmla="*/ 14379 w 2037454"/>
                  <a:gd name="connsiteY169" fmla="*/ 570077 h 1378663"/>
                  <a:gd name="connsiteX170" fmla="*/ 89974 w 2037454"/>
                  <a:gd name="connsiteY170" fmla="*/ 529953 h 1378663"/>
                  <a:gd name="connsiteX171" fmla="*/ 63316 w 2037454"/>
                  <a:gd name="connsiteY171" fmla="*/ 543265 h 1378663"/>
                  <a:gd name="connsiteX172" fmla="*/ 79311 w 2037454"/>
                  <a:gd name="connsiteY172" fmla="*/ 538035 h 1378663"/>
                  <a:gd name="connsiteX173" fmla="*/ 89974 w 2037454"/>
                  <a:gd name="connsiteY173" fmla="*/ 529953 h 1378663"/>
                  <a:gd name="connsiteX174" fmla="*/ 315332 w 2037454"/>
                  <a:gd name="connsiteY174" fmla="*/ 425365 h 1378663"/>
                  <a:gd name="connsiteX175" fmla="*/ 299718 w 2037454"/>
                  <a:gd name="connsiteY175" fmla="*/ 431165 h 1378663"/>
                  <a:gd name="connsiteX176" fmla="*/ 282009 w 2037454"/>
                  <a:gd name="connsiteY176" fmla="*/ 451607 h 1378663"/>
                  <a:gd name="connsiteX177" fmla="*/ 267347 w 2037454"/>
                  <a:gd name="connsiteY177" fmla="*/ 456932 h 1378663"/>
                  <a:gd name="connsiteX178" fmla="*/ 275725 w 2037454"/>
                  <a:gd name="connsiteY178" fmla="*/ 472430 h 1378663"/>
                  <a:gd name="connsiteX179" fmla="*/ 286389 w 2037454"/>
                  <a:gd name="connsiteY179" fmla="*/ 472430 h 1378663"/>
                  <a:gd name="connsiteX180" fmla="*/ 312666 w 2037454"/>
                  <a:gd name="connsiteY180" fmla="*/ 453414 h 1378663"/>
                  <a:gd name="connsiteX181" fmla="*/ 305049 w 2037454"/>
                  <a:gd name="connsiteY181" fmla="*/ 441434 h 1378663"/>
                  <a:gd name="connsiteX182" fmla="*/ 319331 w 2037454"/>
                  <a:gd name="connsiteY182" fmla="*/ 434778 h 1378663"/>
                  <a:gd name="connsiteX183" fmla="*/ 315332 w 2037454"/>
                  <a:gd name="connsiteY183" fmla="*/ 425841 h 1378663"/>
                  <a:gd name="connsiteX184" fmla="*/ 32183 w 2037454"/>
                  <a:gd name="connsiteY184" fmla="*/ 373546 h 1378663"/>
                  <a:gd name="connsiteX185" fmla="*/ 14379 w 2037454"/>
                  <a:gd name="connsiteY185" fmla="*/ 379727 h 1378663"/>
                  <a:gd name="connsiteX186" fmla="*/ 42941 w 2037454"/>
                  <a:gd name="connsiteY186" fmla="*/ 388189 h 1378663"/>
                  <a:gd name="connsiteX187" fmla="*/ 49304 w 2037454"/>
                  <a:gd name="connsiteY187" fmla="*/ 378689 h 1378663"/>
                  <a:gd name="connsiteX188" fmla="*/ 46940 w 2037454"/>
                  <a:gd name="connsiteY188" fmla="*/ 374402 h 1378663"/>
                  <a:gd name="connsiteX189" fmla="*/ 32183 w 2037454"/>
                  <a:gd name="connsiteY189" fmla="*/ 373546 h 1378663"/>
                  <a:gd name="connsiteX190" fmla="*/ 248781 w 2037454"/>
                  <a:gd name="connsiteY190" fmla="*/ 1353538 h 1378663"/>
                  <a:gd name="connsiteX191" fmla="*/ 249733 w 2037454"/>
                  <a:gd name="connsiteY191" fmla="*/ 1377974 h 1378663"/>
                  <a:gd name="connsiteX192" fmla="*/ 264110 w 2037454"/>
                  <a:gd name="connsiteY192" fmla="*/ 1369797 h 1378663"/>
                  <a:gd name="connsiteX193" fmla="*/ 248781 w 2037454"/>
                  <a:gd name="connsiteY193" fmla="*/ 1353538 h 1378663"/>
                  <a:gd name="connsiteX194" fmla="*/ 234024 w 2037454"/>
                  <a:gd name="connsiteY194" fmla="*/ 1336519 h 1378663"/>
                  <a:gd name="connsiteX195" fmla="*/ 236023 w 2037454"/>
                  <a:gd name="connsiteY195" fmla="*/ 1346027 h 1378663"/>
                  <a:gd name="connsiteX196" fmla="*/ 234024 w 2037454"/>
                  <a:gd name="connsiteY196" fmla="*/ 1336519 h 1378663"/>
                  <a:gd name="connsiteX197" fmla="*/ 164808 w 2037454"/>
                  <a:gd name="connsiteY197" fmla="*/ 1313985 h 1378663"/>
                  <a:gd name="connsiteX198" fmla="*/ 176518 w 2037454"/>
                  <a:gd name="connsiteY198" fmla="*/ 1313034 h 1378663"/>
                  <a:gd name="connsiteX199" fmla="*/ 164808 w 2037454"/>
                  <a:gd name="connsiteY199" fmla="*/ 1313985 h 1378663"/>
                  <a:gd name="connsiteX200" fmla="*/ 196131 w 2037454"/>
                  <a:gd name="connsiteY200" fmla="*/ 1327391 h 1378663"/>
                  <a:gd name="connsiteX201" fmla="*/ 208603 w 2037454"/>
                  <a:gd name="connsiteY201" fmla="*/ 1329388 h 1378663"/>
                  <a:gd name="connsiteX202" fmla="*/ 196131 w 2037454"/>
                  <a:gd name="connsiteY202" fmla="*/ 1327391 h 1378663"/>
                  <a:gd name="connsiteX203" fmla="*/ 2019939 w 2037454"/>
                  <a:gd name="connsiteY203" fmla="*/ 733140 h 1378663"/>
                  <a:gd name="connsiteX204" fmla="*/ 1993281 w 2037454"/>
                  <a:gd name="connsiteY204" fmla="*/ 725438 h 1378663"/>
                  <a:gd name="connsiteX205" fmla="*/ 1967860 w 2037454"/>
                  <a:gd name="connsiteY205" fmla="*/ 760998 h 1378663"/>
                  <a:gd name="connsiteX206" fmla="*/ 1942820 w 2037454"/>
                  <a:gd name="connsiteY206" fmla="*/ 786670 h 1378663"/>
                  <a:gd name="connsiteX207" fmla="*/ 1874080 w 2037454"/>
                  <a:gd name="connsiteY207" fmla="*/ 787336 h 1378663"/>
                  <a:gd name="connsiteX208" fmla="*/ 1847327 w 2037454"/>
                  <a:gd name="connsiteY208" fmla="*/ 807493 h 1378663"/>
                  <a:gd name="connsiteX209" fmla="*/ 1847993 w 2037454"/>
                  <a:gd name="connsiteY209" fmla="*/ 808633 h 1378663"/>
                  <a:gd name="connsiteX210" fmla="*/ 1808958 w 2037454"/>
                  <a:gd name="connsiteY210" fmla="*/ 827649 h 1378663"/>
                  <a:gd name="connsiteX211" fmla="*/ 1792963 w 2037454"/>
                  <a:gd name="connsiteY211" fmla="*/ 829171 h 1378663"/>
                  <a:gd name="connsiteX212" fmla="*/ 1794105 w 2037454"/>
                  <a:gd name="connsiteY212" fmla="*/ 837158 h 1378663"/>
                  <a:gd name="connsiteX213" fmla="*/ 1788202 w 2037454"/>
                  <a:gd name="connsiteY213" fmla="*/ 842102 h 1378663"/>
                  <a:gd name="connsiteX214" fmla="*/ 1742312 w 2037454"/>
                  <a:gd name="connsiteY214" fmla="*/ 870626 h 1378663"/>
                  <a:gd name="connsiteX215" fmla="*/ 1702229 w 2037454"/>
                  <a:gd name="connsiteY215" fmla="*/ 861783 h 1378663"/>
                  <a:gd name="connsiteX216" fmla="*/ 1717367 w 2037454"/>
                  <a:gd name="connsiteY216" fmla="*/ 857314 h 1378663"/>
                  <a:gd name="connsiteX217" fmla="*/ 1725460 w 2037454"/>
                  <a:gd name="connsiteY217" fmla="*/ 855033 h 1378663"/>
                  <a:gd name="connsiteX218" fmla="*/ 1722223 w 2037454"/>
                  <a:gd name="connsiteY218" fmla="*/ 839344 h 1378663"/>
                  <a:gd name="connsiteX219" fmla="*/ 1714701 w 2037454"/>
                  <a:gd name="connsiteY219" fmla="*/ 813863 h 1378663"/>
                  <a:gd name="connsiteX220" fmla="*/ 1693375 w 2037454"/>
                  <a:gd name="connsiteY220" fmla="*/ 817381 h 1378663"/>
                  <a:gd name="connsiteX221" fmla="*/ 1701372 w 2037454"/>
                  <a:gd name="connsiteY221" fmla="*/ 781060 h 1378663"/>
                  <a:gd name="connsiteX222" fmla="*/ 1670239 w 2037454"/>
                  <a:gd name="connsiteY222" fmla="*/ 777447 h 1378663"/>
                  <a:gd name="connsiteX223" fmla="*/ 1649865 w 2037454"/>
                  <a:gd name="connsiteY223" fmla="*/ 792565 h 1378663"/>
                  <a:gd name="connsiteX224" fmla="*/ 1644533 w 2037454"/>
                  <a:gd name="connsiteY224" fmla="*/ 835161 h 1378663"/>
                  <a:gd name="connsiteX225" fmla="*/ 1630252 w 2037454"/>
                  <a:gd name="connsiteY225" fmla="*/ 864445 h 1378663"/>
                  <a:gd name="connsiteX226" fmla="*/ 1615114 w 2037454"/>
                  <a:gd name="connsiteY226" fmla="*/ 826413 h 1378663"/>
                  <a:gd name="connsiteX227" fmla="*/ 1619589 w 2037454"/>
                  <a:gd name="connsiteY227" fmla="*/ 791804 h 1378663"/>
                  <a:gd name="connsiteX228" fmla="*/ 1649865 w 2037454"/>
                  <a:gd name="connsiteY228" fmla="*/ 766038 h 1378663"/>
                  <a:gd name="connsiteX229" fmla="*/ 1691566 w 2037454"/>
                  <a:gd name="connsiteY229" fmla="*/ 758051 h 1378663"/>
                  <a:gd name="connsiteX230" fmla="*/ 1693851 w 2037454"/>
                  <a:gd name="connsiteY230" fmla="*/ 755769 h 1378663"/>
                  <a:gd name="connsiteX231" fmla="*/ 1682426 w 2037454"/>
                  <a:gd name="connsiteY231" fmla="*/ 747782 h 1378663"/>
                  <a:gd name="connsiteX232" fmla="*/ 1680046 w 2037454"/>
                  <a:gd name="connsiteY232" fmla="*/ 750920 h 1378663"/>
                  <a:gd name="connsiteX233" fmla="*/ 1661004 w 2037454"/>
                  <a:gd name="connsiteY233" fmla="*/ 742933 h 1378663"/>
                  <a:gd name="connsiteX234" fmla="*/ 1623683 w 2037454"/>
                  <a:gd name="connsiteY234" fmla="*/ 750064 h 1378663"/>
                  <a:gd name="connsiteX235" fmla="*/ 1608544 w 2037454"/>
                  <a:gd name="connsiteY235" fmla="*/ 737609 h 1378663"/>
                  <a:gd name="connsiteX236" fmla="*/ 1601404 w 2037454"/>
                  <a:gd name="connsiteY236" fmla="*/ 726960 h 1378663"/>
                  <a:gd name="connsiteX237" fmla="*/ 1556085 w 2037454"/>
                  <a:gd name="connsiteY237" fmla="*/ 745976 h 1378663"/>
                  <a:gd name="connsiteX238" fmla="*/ 1530378 w 2037454"/>
                  <a:gd name="connsiteY238" fmla="*/ 741507 h 1378663"/>
                  <a:gd name="connsiteX239" fmla="*/ 1570366 w 2037454"/>
                  <a:gd name="connsiteY239" fmla="*/ 715835 h 1378663"/>
                  <a:gd name="connsiteX240" fmla="*/ 1580649 w 2037454"/>
                  <a:gd name="connsiteY240" fmla="*/ 711842 h 1378663"/>
                  <a:gd name="connsiteX241" fmla="*/ 1552086 w 2037454"/>
                  <a:gd name="connsiteY241" fmla="*/ 707849 h 1378663"/>
                  <a:gd name="connsiteX242" fmla="*/ 1534853 w 2037454"/>
                  <a:gd name="connsiteY242" fmla="*/ 704806 h 1378663"/>
                  <a:gd name="connsiteX243" fmla="*/ 1518287 w 2037454"/>
                  <a:gd name="connsiteY243" fmla="*/ 698340 h 1378663"/>
                  <a:gd name="connsiteX244" fmla="*/ 1499912 w 2037454"/>
                  <a:gd name="connsiteY244" fmla="*/ 697770 h 1378663"/>
                  <a:gd name="connsiteX245" fmla="*/ 1482774 w 2037454"/>
                  <a:gd name="connsiteY245" fmla="*/ 691875 h 1378663"/>
                  <a:gd name="connsiteX246" fmla="*/ 1474396 w 2037454"/>
                  <a:gd name="connsiteY246" fmla="*/ 676472 h 1378663"/>
                  <a:gd name="connsiteX247" fmla="*/ 1467541 w 2037454"/>
                  <a:gd name="connsiteY247" fmla="*/ 685410 h 1378663"/>
                  <a:gd name="connsiteX248" fmla="*/ 915334 w 2037454"/>
                  <a:gd name="connsiteY248" fmla="*/ 688357 h 1378663"/>
                  <a:gd name="connsiteX249" fmla="*/ 917333 w 2037454"/>
                  <a:gd name="connsiteY249" fmla="*/ 690924 h 1378663"/>
                  <a:gd name="connsiteX250" fmla="*/ 920856 w 2037454"/>
                  <a:gd name="connsiteY250" fmla="*/ 711842 h 1378663"/>
                  <a:gd name="connsiteX251" fmla="*/ 914667 w 2037454"/>
                  <a:gd name="connsiteY251" fmla="*/ 732189 h 1378663"/>
                  <a:gd name="connsiteX252" fmla="*/ 908840 w 2037454"/>
                  <a:gd name="connsiteY252" fmla="*/ 727410 h 1378663"/>
                  <a:gd name="connsiteX253" fmla="*/ 912001 w 2037454"/>
                  <a:gd name="connsiteY253" fmla="*/ 722016 h 1378663"/>
                  <a:gd name="connsiteX254" fmla="*/ 909336 w 2037454"/>
                  <a:gd name="connsiteY254" fmla="*/ 709560 h 1378663"/>
                  <a:gd name="connsiteX255" fmla="*/ 905432 w 2037454"/>
                  <a:gd name="connsiteY255" fmla="*/ 702334 h 1378663"/>
                  <a:gd name="connsiteX256" fmla="*/ 873728 w 2037454"/>
                  <a:gd name="connsiteY256" fmla="*/ 702334 h 1378663"/>
                  <a:gd name="connsiteX257" fmla="*/ 873728 w 2037454"/>
                  <a:gd name="connsiteY257" fmla="*/ 703950 h 1378663"/>
                  <a:gd name="connsiteX258" fmla="*/ 883915 w 2037454"/>
                  <a:gd name="connsiteY258" fmla="*/ 730573 h 1378663"/>
                  <a:gd name="connsiteX259" fmla="*/ 892865 w 2037454"/>
                  <a:gd name="connsiteY259" fmla="*/ 749589 h 1378663"/>
                  <a:gd name="connsiteX260" fmla="*/ 892865 w 2037454"/>
                  <a:gd name="connsiteY260" fmla="*/ 756244 h 1378663"/>
                  <a:gd name="connsiteX261" fmla="*/ 888866 w 2037454"/>
                  <a:gd name="connsiteY261" fmla="*/ 774405 h 1378663"/>
                  <a:gd name="connsiteX262" fmla="*/ 885724 w 2037454"/>
                  <a:gd name="connsiteY262" fmla="*/ 823656 h 1378663"/>
                  <a:gd name="connsiteX263" fmla="*/ 880392 w 2037454"/>
                  <a:gd name="connsiteY263" fmla="*/ 854747 h 1378663"/>
                  <a:gd name="connsiteX264" fmla="*/ 887057 w 2037454"/>
                  <a:gd name="connsiteY264" fmla="*/ 887170 h 1378663"/>
                  <a:gd name="connsiteX265" fmla="*/ 889247 w 2037454"/>
                  <a:gd name="connsiteY265" fmla="*/ 913317 h 1378663"/>
                  <a:gd name="connsiteX266" fmla="*/ 895530 w 2037454"/>
                  <a:gd name="connsiteY266" fmla="*/ 939559 h 1378663"/>
                  <a:gd name="connsiteX267" fmla="*/ 910573 w 2037454"/>
                  <a:gd name="connsiteY267" fmla="*/ 956864 h 1378663"/>
                  <a:gd name="connsiteX268" fmla="*/ 920856 w 2037454"/>
                  <a:gd name="connsiteY268" fmla="*/ 967893 h 1378663"/>
                  <a:gd name="connsiteX269" fmla="*/ 928853 w 2037454"/>
                  <a:gd name="connsiteY269" fmla="*/ 980348 h 1378663"/>
                  <a:gd name="connsiteX270" fmla="*/ 931519 w 2037454"/>
                  <a:gd name="connsiteY270" fmla="*/ 995846 h 1378663"/>
                  <a:gd name="connsiteX271" fmla="*/ 952370 w 2037454"/>
                  <a:gd name="connsiteY271" fmla="*/ 1018571 h 1378663"/>
                  <a:gd name="connsiteX272" fmla="*/ 962652 w 2037454"/>
                  <a:gd name="connsiteY272" fmla="*/ 1037111 h 1378663"/>
                  <a:gd name="connsiteX273" fmla="*/ 987502 w 2037454"/>
                  <a:gd name="connsiteY273" fmla="*/ 1047380 h 1378663"/>
                  <a:gd name="connsiteX274" fmla="*/ 1004353 w 2037454"/>
                  <a:gd name="connsiteY274" fmla="*/ 1050898 h 1378663"/>
                  <a:gd name="connsiteX275" fmla="*/ 1023395 w 2037454"/>
                  <a:gd name="connsiteY275" fmla="*/ 1073147 h 1378663"/>
                  <a:gd name="connsiteX276" fmla="*/ 1027965 w 2037454"/>
                  <a:gd name="connsiteY276" fmla="*/ 1085697 h 1378663"/>
                  <a:gd name="connsiteX277" fmla="*/ 1074046 w 2037454"/>
                  <a:gd name="connsiteY277" fmla="*/ 1079707 h 1378663"/>
                  <a:gd name="connsiteX278" fmla="*/ 1096324 w 2037454"/>
                  <a:gd name="connsiteY278" fmla="*/ 1091592 h 1378663"/>
                  <a:gd name="connsiteX279" fmla="*/ 1148118 w 2037454"/>
                  <a:gd name="connsiteY279" fmla="*/ 1109562 h 1378663"/>
                  <a:gd name="connsiteX280" fmla="*/ 1205243 w 2037454"/>
                  <a:gd name="connsiteY280" fmla="*/ 1109087 h 1378663"/>
                  <a:gd name="connsiteX281" fmla="*/ 1211907 w 2037454"/>
                  <a:gd name="connsiteY281" fmla="*/ 1100530 h 1378663"/>
                  <a:gd name="connsiteX282" fmla="*/ 1243231 w 2037454"/>
                  <a:gd name="connsiteY282" fmla="*/ 1100530 h 1378663"/>
                  <a:gd name="connsiteX283" fmla="*/ 1265985 w 2037454"/>
                  <a:gd name="connsiteY283" fmla="*/ 1120972 h 1378663"/>
                  <a:gd name="connsiteX284" fmla="*/ 1278839 w 2037454"/>
                  <a:gd name="connsiteY284" fmla="*/ 1136565 h 1378663"/>
                  <a:gd name="connsiteX285" fmla="*/ 1285979 w 2037454"/>
                  <a:gd name="connsiteY285" fmla="*/ 1149401 h 1378663"/>
                  <a:gd name="connsiteX286" fmla="*/ 1309210 w 2037454"/>
                  <a:gd name="connsiteY286" fmla="*/ 1161286 h 1378663"/>
                  <a:gd name="connsiteX287" fmla="*/ 1324919 w 2037454"/>
                  <a:gd name="connsiteY287" fmla="*/ 1142270 h 1378663"/>
                  <a:gd name="connsiteX288" fmla="*/ 1360527 w 2037454"/>
                  <a:gd name="connsiteY288" fmla="*/ 1162617 h 1378663"/>
                  <a:gd name="connsiteX289" fmla="*/ 1379569 w 2037454"/>
                  <a:gd name="connsiteY289" fmla="*/ 1189715 h 1378663"/>
                  <a:gd name="connsiteX290" fmla="*/ 1384329 w 2037454"/>
                  <a:gd name="connsiteY290" fmla="*/ 1204833 h 1378663"/>
                  <a:gd name="connsiteX291" fmla="*/ 1390042 w 2037454"/>
                  <a:gd name="connsiteY291" fmla="*/ 1217193 h 1378663"/>
                  <a:gd name="connsiteX292" fmla="*/ 1418033 w 2037454"/>
                  <a:gd name="connsiteY292" fmla="*/ 1226701 h 1378663"/>
                  <a:gd name="connsiteX293" fmla="*/ 1426411 w 2037454"/>
                  <a:gd name="connsiteY293" fmla="*/ 1229839 h 1378663"/>
                  <a:gd name="connsiteX294" fmla="*/ 1420603 w 2037454"/>
                  <a:gd name="connsiteY294" fmla="*/ 1203977 h 1378663"/>
                  <a:gd name="connsiteX295" fmla="*/ 1425459 w 2037454"/>
                  <a:gd name="connsiteY295" fmla="*/ 1184961 h 1378663"/>
                  <a:gd name="connsiteX296" fmla="*/ 1440121 w 2037454"/>
                  <a:gd name="connsiteY296" fmla="*/ 1172601 h 1378663"/>
                  <a:gd name="connsiteX297" fmla="*/ 1452117 w 2037454"/>
                  <a:gd name="connsiteY297" fmla="*/ 1168132 h 1378663"/>
                  <a:gd name="connsiteX298" fmla="*/ 1471730 w 2037454"/>
                  <a:gd name="connsiteY298" fmla="*/ 1151683 h 1378663"/>
                  <a:gd name="connsiteX299" fmla="*/ 1481251 w 2037454"/>
                  <a:gd name="connsiteY299" fmla="*/ 1147690 h 1378663"/>
                  <a:gd name="connsiteX300" fmla="*/ 1493723 w 2037454"/>
                  <a:gd name="connsiteY300" fmla="*/ 1139703 h 1378663"/>
                  <a:gd name="connsiteX301" fmla="*/ 1503911 w 2037454"/>
                  <a:gd name="connsiteY301" fmla="*/ 1140559 h 1378663"/>
                  <a:gd name="connsiteX302" fmla="*/ 1513431 w 2037454"/>
                  <a:gd name="connsiteY302" fmla="*/ 1142841 h 1378663"/>
                  <a:gd name="connsiteX303" fmla="*/ 1529903 w 2037454"/>
                  <a:gd name="connsiteY303" fmla="*/ 1142841 h 1378663"/>
                  <a:gd name="connsiteX304" fmla="*/ 1543232 w 2037454"/>
                  <a:gd name="connsiteY304" fmla="*/ 1149021 h 1378663"/>
                  <a:gd name="connsiteX305" fmla="*/ 1560084 w 2037454"/>
                  <a:gd name="connsiteY305" fmla="*/ 1153870 h 1378663"/>
                  <a:gd name="connsiteX306" fmla="*/ 1569033 w 2037454"/>
                  <a:gd name="connsiteY306" fmla="*/ 1146834 h 1378663"/>
                  <a:gd name="connsiteX307" fmla="*/ 1586742 w 2037454"/>
                  <a:gd name="connsiteY307" fmla="*/ 1159194 h 1378663"/>
                  <a:gd name="connsiteX308" fmla="*/ 1582362 w 2037454"/>
                  <a:gd name="connsiteY308" fmla="*/ 1149021 h 1378663"/>
                  <a:gd name="connsiteX309" fmla="*/ 1578363 w 2037454"/>
                  <a:gd name="connsiteY309" fmla="*/ 1137896 h 1378663"/>
                  <a:gd name="connsiteX310" fmla="*/ 1595691 w 2037454"/>
                  <a:gd name="connsiteY310" fmla="*/ 1129054 h 1378663"/>
                  <a:gd name="connsiteX311" fmla="*/ 1609877 w 2037454"/>
                  <a:gd name="connsiteY311" fmla="*/ 1125916 h 1378663"/>
                  <a:gd name="connsiteX312" fmla="*/ 1617875 w 2037454"/>
                  <a:gd name="connsiteY312" fmla="*/ 1131241 h 1378663"/>
                  <a:gd name="connsiteX313" fmla="*/ 1644533 w 2037454"/>
                  <a:gd name="connsiteY313" fmla="*/ 1128103 h 1378663"/>
                  <a:gd name="connsiteX314" fmla="*/ 1663575 w 2037454"/>
                  <a:gd name="connsiteY314" fmla="*/ 1141509 h 1378663"/>
                  <a:gd name="connsiteX315" fmla="*/ 1677380 w 2037454"/>
                  <a:gd name="connsiteY315" fmla="*/ 1143696 h 1378663"/>
                  <a:gd name="connsiteX316" fmla="*/ 1696422 w 2037454"/>
                  <a:gd name="connsiteY316" fmla="*/ 1137421 h 1378663"/>
                  <a:gd name="connsiteX317" fmla="*/ 1716415 w 2037454"/>
                  <a:gd name="connsiteY317" fmla="*/ 1159670 h 1378663"/>
                  <a:gd name="connsiteX318" fmla="*/ 1716891 w 2037454"/>
                  <a:gd name="connsiteY318" fmla="*/ 1182299 h 1378663"/>
                  <a:gd name="connsiteX319" fmla="*/ 1725270 w 2037454"/>
                  <a:gd name="connsiteY319" fmla="*/ 1202266 h 1378663"/>
                  <a:gd name="connsiteX320" fmla="*/ 1733267 w 2037454"/>
                  <a:gd name="connsiteY320" fmla="*/ 1223183 h 1378663"/>
                  <a:gd name="connsiteX321" fmla="*/ 1747072 w 2037454"/>
                  <a:gd name="connsiteY321" fmla="*/ 1240393 h 1378663"/>
                  <a:gd name="connsiteX322" fmla="*/ 1762210 w 2037454"/>
                  <a:gd name="connsiteY322" fmla="*/ 1243055 h 1378663"/>
                  <a:gd name="connsiteX323" fmla="*/ 1771065 w 2037454"/>
                  <a:gd name="connsiteY323" fmla="*/ 1219570 h 1378663"/>
                  <a:gd name="connsiteX324" fmla="*/ 1760021 w 2037454"/>
                  <a:gd name="connsiteY324" fmla="*/ 1179161 h 1378663"/>
                  <a:gd name="connsiteX325" fmla="*/ 1754213 w 2037454"/>
                  <a:gd name="connsiteY325" fmla="*/ 1160145 h 1378663"/>
                  <a:gd name="connsiteX326" fmla="*/ 1743074 w 2037454"/>
                  <a:gd name="connsiteY326" fmla="*/ 1121067 h 1378663"/>
                  <a:gd name="connsiteX327" fmla="*/ 1766685 w 2037454"/>
                  <a:gd name="connsiteY327" fmla="*/ 1079327 h 1378663"/>
                  <a:gd name="connsiteX328" fmla="*/ 1784394 w 2037454"/>
                  <a:gd name="connsiteY328" fmla="*/ 1069153 h 1378663"/>
                  <a:gd name="connsiteX329" fmla="*/ 1800865 w 2037454"/>
                  <a:gd name="connsiteY329" fmla="*/ 1053180 h 1378663"/>
                  <a:gd name="connsiteX330" fmla="*/ 1812861 w 2037454"/>
                  <a:gd name="connsiteY330" fmla="*/ 1048711 h 1378663"/>
                  <a:gd name="connsiteX331" fmla="*/ 1834188 w 2037454"/>
                  <a:gd name="connsiteY331" fmla="*/ 1034069 h 1378663"/>
                  <a:gd name="connsiteX332" fmla="*/ 1835997 w 2037454"/>
                  <a:gd name="connsiteY332" fmla="*/ 1020757 h 1378663"/>
                  <a:gd name="connsiteX333" fmla="*/ 1840852 w 2037454"/>
                  <a:gd name="connsiteY333" fmla="*/ 1013626 h 1378663"/>
                  <a:gd name="connsiteX334" fmla="*/ 1854657 w 2037454"/>
                  <a:gd name="connsiteY334" fmla="*/ 1014482 h 1378663"/>
                  <a:gd name="connsiteX335" fmla="*/ 1859513 w 2037454"/>
                  <a:gd name="connsiteY335" fmla="*/ 1002502 h 1378663"/>
                  <a:gd name="connsiteX336" fmla="*/ 1853325 w 2037454"/>
                  <a:gd name="connsiteY336" fmla="*/ 995846 h 1378663"/>
                  <a:gd name="connsiteX337" fmla="*/ 1846184 w 2037454"/>
                  <a:gd name="connsiteY337" fmla="*/ 982155 h 1378663"/>
                  <a:gd name="connsiteX338" fmla="*/ 1846184 w 2037454"/>
                  <a:gd name="connsiteY338" fmla="*/ 972647 h 1378663"/>
                  <a:gd name="connsiteX339" fmla="*/ 1833331 w 2037454"/>
                  <a:gd name="connsiteY339" fmla="*/ 955818 h 1378663"/>
                  <a:gd name="connsiteX340" fmla="*/ 1841328 w 2037454"/>
                  <a:gd name="connsiteY340" fmla="*/ 948687 h 1378663"/>
                  <a:gd name="connsiteX341" fmla="*/ 1844470 w 2037454"/>
                  <a:gd name="connsiteY341" fmla="*/ 922539 h 1378663"/>
                  <a:gd name="connsiteX342" fmla="*/ 1851135 w 2037454"/>
                  <a:gd name="connsiteY342" fmla="*/ 922539 h 1378663"/>
                  <a:gd name="connsiteX343" fmla="*/ 1849326 w 2037454"/>
                  <a:gd name="connsiteY343" fmla="*/ 941556 h 1378663"/>
                  <a:gd name="connsiteX344" fmla="*/ 1854657 w 2037454"/>
                  <a:gd name="connsiteY344" fmla="*/ 965516 h 1378663"/>
                  <a:gd name="connsiteX345" fmla="*/ 1863607 w 2037454"/>
                  <a:gd name="connsiteY345" fmla="*/ 959716 h 1378663"/>
                  <a:gd name="connsiteX346" fmla="*/ 1866654 w 2037454"/>
                  <a:gd name="connsiteY346" fmla="*/ 933569 h 1378663"/>
                  <a:gd name="connsiteX347" fmla="*/ 1867606 w 2037454"/>
                  <a:gd name="connsiteY347" fmla="*/ 925107 h 1378663"/>
                  <a:gd name="connsiteX348" fmla="*/ 1881792 w 2037454"/>
                  <a:gd name="connsiteY348" fmla="*/ 924251 h 1378663"/>
                  <a:gd name="connsiteX349" fmla="*/ 1892455 w 2037454"/>
                  <a:gd name="connsiteY349" fmla="*/ 899340 h 1378663"/>
                  <a:gd name="connsiteX350" fmla="*/ 1903595 w 2037454"/>
                  <a:gd name="connsiteY350" fmla="*/ 893635 h 1378663"/>
                  <a:gd name="connsiteX351" fmla="*/ 1932919 w 2037454"/>
                  <a:gd name="connsiteY351" fmla="*/ 885648 h 1378663"/>
                  <a:gd name="connsiteX352" fmla="*/ 1902262 w 2037454"/>
                  <a:gd name="connsiteY352" fmla="*/ 884698 h 1378663"/>
                  <a:gd name="connsiteX353" fmla="*/ 1934632 w 2037454"/>
                  <a:gd name="connsiteY353" fmla="*/ 874524 h 1378663"/>
                  <a:gd name="connsiteX354" fmla="*/ 1944153 w 2037454"/>
                  <a:gd name="connsiteY354" fmla="*/ 866062 h 1378663"/>
                  <a:gd name="connsiteX355" fmla="*/ 1960779 w 2037454"/>
                  <a:gd name="connsiteY355" fmla="*/ 867585 h 1378663"/>
                  <a:gd name="connsiteX356" fmla="*/ 1961005 w 2037454"/>
                  <a:gd name="connsiteY356" fmla="*/ 867393 h 1378663"/>
                  <a:gd name="connsiteX357" fmla="*/ 1955673 w 2037454"/>
                  <a:gd name="connsiteY357" fmla="*/ 851895 h 1378663"/>
                  <a:gd name="connsiteX358" fmla="*/ 1958339 w 2037454"/>
                  <a:gd name="connsiteY358" fmla="*/ 841721 h 1378663"/>
                  <a:gd name="connsiteX359" fmla="*/ 1971288 w 2037454"/>
                  <a:gd name="connsiteY359" fmla="*/ 819948 h 1378663"/>
                  <a:gd name="connsiteX360" fmla="*/ 1982808 w 2037454"/>
                  <a:gd name="connsiteY360" fmla="*/ 812817 h 1378663"/>
                  <a:gd name="connsiteX361" fmla="*/ 1997470 w 2037454"/>
                  <a:gd name="connsiteY361" fmla="*/ 798175 h 1378663"/>
                  <a:gd name="connsiteX362" fmla="*/ 2022414 w 2037454"/>
                  <a:gd name="connsiteY362" fmla="*/ 799125 h 1378663"/>
                  <a:gd name="connsiteX363" fmla="*/ 2037362 w 2037454"/>
                  <a:gd name="connsiteY363" fmla="*/ 787906 h 1378663"/>
                  <a:gd name="connsiteX364" fmla="*/ 2019939 w 2037454"/>
                  <a:gd name="connsiteY364" fmla="*/ 733140 h 1378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</a:cxnLst>
                <a:rect l="l" t="t" r="r" b="b"/>
                <a:pathLst>
                  <a:path w="2037454" h="1378663">
                    <a:moveTo>
                      <a:pt x="764334" y="507134"/>
                    </a:moveTo>
                    <a:cubicBezTo>
                      <a:pt x="767285" y="499433"/>
                      <a:pt x="767856" y="494679"/>
                      <a:pt x="745292" y="485836"/>
                    </a:cubicBezTo>
                    <a:cubicBezTo>
                      <a:pt x="722728" y="476994"/>
                      <a:pt x="725108" y="471004"/>
                      <a:pt x="709684" y="443811"/>
                    </a:cubicBezTo>
                    <a:cubicBezTo>
                      <a:pt x="694260" y="416618"/>
                      <a:pt x="667031" y="404733"/>
                      <a:pt x="667031" y="394654"/>
                    </a:cubicBezTo>
                    <a:cubicBezTo>
                      <a:pt x="667031" y="384576"/>
                      <a:pt x="639801" y="385812"/>
                      <a:pt x="639801" y="393418"/>
                    </a:cubicBezTo>
                    <a:cubicBezTo>
                      <a:pt x="639801" y="401025"/>
                      <a:pt x="627900" y="403497"/>
                      <a:pt x="621426" y="407680"/>
                    </a:cubicBezTo>
                    <a:cubicBezTo>
                      <a:pt x="614952" y="411864"/>
                      <a:pt x="611905" y="405303"/>
                      <a:pt x="606002" y="397602"/>
                    </a:cubicBezTo>
                    <a:cubicBezTo>
                      <a:pt x="600100" y="389900"/>
                      <a:pt x="585342" y="382199"/>
                      <a:pt x="585342" y="377825"/>
                    </a:cubicBezTo>
                    <a:cubicBezTo>
                      <a:pt x="585342" y="373451"/>
                      <a:pt x="581820" y="363088"/>
                      <a:pt x="571727" y="368317"/>
                    </a:cubicBezTo>
                    <a:cubicBezTo>
                      <a:pt x="561635" y="373546"/>
                      <a:pt x="556304" y="368317"/>
                      <a:pt x="553352" y="371835"/>
                    </a:cubicBezTo>
                    <a:cubicBezTo>
                      <a:pt x="550401" y="375353"/>
                      <a:pt x="542689" y="369648"/>
                      <a:pt x="542689" y="369648"/>
                    </a:cubicBezTo>
                    <a:lnTo>
                      <a:pt x="542689" y="62064"/>
                    </a:lnTo>
                    <a:cubicBezTo>
                      <a:pt x="539445" y="61855"/>
                      <a:pt x="536243" y="61216"/>
                      <a:pt x="533168" y="60162"/>
                    </a:cubicBezTo>
                    <a:cubicBezTo>
                      <a:pt x="520220" y="55313"/>
                      <a:pt x="501178" y="46375"/>
                      <a:pt x="490896" y="48657"/>
                    </a:cubicBezTo>
                    <a:cubicBezTo>
                      <a:pt x="480613" y="50939"/>
                      <a:pt x="460239" y="53506"/>
                      <a:pt x="452812" y="49988"/>
                    </a:cubicBezTo>
                    <a:cubicBezTo>
                      <a:pt x="443085" y="45082"/>
                      <a:pt x="432010" y="43512"/>
                      <a:pt x="421299" y="45520"/>
                    </a:cubicBezTo>
                    <a:cubicBezTo>
                      <a:pt x="406636" y="47706"/>
                      <a:pt x="397306" y="37533"/>
                      <a:pt x="378645" y="33064"/>
                    </a:cubicBezTo>
                    <a:cubicBezTo>
                      <a:pt x="361551" y="30335"/>
                      <a:pt x="344057" y="31572"/>
                      <a:pt x="327518" y="36677"/>
                    </a:cubicBezTo>
                    <a:cubicBezTo>
                      <a:pt x="321330" y="38864"/>
                      <a:pt x="322663" y="29926"/>
                      <a:pt x="314665" y="30877"/>
                    </a:cubicBezTo>
                    <a:cubicBezTo>
                      <a:pt x="306668" y="31828"/>
                      <a:pt x="312856" y="27359"/>
                      <a:pt x="308382" y="20609"/>
                    </a:cubicBezTo>
                    <a:cubicBezTo>
                      <a:pt x="303907" y="13858"/>
                      <a:pt x="281723" y="20609"/>
                      <a:pt x="273726" y="20609"/>
                    </a:cubicBezTo>
                    <a:cubicBezTo>
                      <a:pt x="265728" y="20609"/>
                      <a:pt x="263539" y="16615"/>
                      <a:pt x="264205" y="12622"/>
                    </a:cubicBezTo>
                    <a:cubicBezTo>
                      <a:pt x="264872" y="8628"/>
                      <a:pt x="257064" y="9960"/>
                      <a:pt x="253923" y="15284"/>
                    </a:cubicBezTo>
                    <a:cubicBezTo>
                      <a:pt x="250573" y="20375"/>
                      <a:pt x="243725" y="21789"/>
                      <a:pt x="238628" y="18444"/>
                    </a:cubicBezTo>
                    <a:cubicBezTo>
                      <a:pt x="238616" y="18437"/>
                      <a:pt x="238605" y="18429"/>
                      <a:pt x="238594" y="18422"/>
                    </a:cubicBezTo>
                    <a:cubicBezTo>
                      <a:pt x="234976" y="14904"/>
                      <a:pt x="246116" y="13573"/>
                      <a:pt x="246592" y="9579"/>
                    </a:cubicBezTo>
                    <a:cubicBezTo>
                      <a:pt x="247068" y="5586"/>
                      <a:pt x="234976" y="3304"/>
                      <a:pt x="230597" y="1973"/>
                    </a:cubicBezTo>
                    <a:cubicBezTo>
                      <a:pt x="226217" y="642"/>
                      <a:pt x="219552" y="6442"/>
                      <a:pt x="210032" y="14904"/>
                    </a:cubicBezTo>
                    <a:cubicBezTo>
                      <a:pt x="200897" y="21372"/>
                      <a:pt x="189492" y="23780"/>
                      <a:pt x="178518" y="21559"/>
                    </a:cubicBezTo>
                    <a:cubicBezTo>
                      <a:pt x="170044" y="20609"/>
                      <a:pt x="159476" y="22415"/>
                      <a:pt x="159476" y="27359"/>
                    </a:cubicBezTo>
                    <a:cubicBezTo>
                      <a:pt x="159476" y="32303"/>
                      <a:pt x="170139" y="31733"/>
                      <a:pt x="163951" y="38008"/>
                    </a:cubicBezTo>
                    <a:cubicBezTo>
                      <a:pt x="157762" y="44284"/>
                      <a:pt x="155477" y="29546"/>
                      <a:pt x="149289" y="36202"/>
                    </a:cubicBezTo>
                    <a:cubicBezTo>
                      <a:pt x="143100" y="42857"/>
                      <a:pt x="124344" y="42382"/>
                      <a:pt x="119869" y="41526"/>
                    </a:cubicBezTo>
                    <a:cubicBezTo>
                      <a:pt x="115395" y="40671"/>
                      <a:pt x="100828" y="56549"/>
                      <a:pt x="96353" y="60542"/>
                    </a:cubicBezTo>
                    <a:cubicBezTo>
                      <a:pt x="91878" y="64536"/>
                      <a:pt x="99876" y="69004"/>
                      <a:pt x="87880" y="81840"/>
                    </a:cubicBezTo>
                    <a:cubicBezTo>
                      <a:pt x="75883" y="94676"/>
                      <a:pt x="44179" y="92584"/>
                      <a:pt x="37514" y="92584"/>
                    </a:cubicBezTo>
                    <a:cubicBezTo>
                      <a:pt x="30850" y="92584"/>
                      <a:pt x="35801" y="100096"/>
                      <a:pt x="32183" y="104945"/>
                    </a:cubicBezTo>
                    <a:cubicBezTo>
                      <a:pt x="28565" y="109794"/>
                      <a:pt x="36181" y="114453"/>
                      <a:pt x="54461" y="119207"/>
                    </a:cubicBezTo>
                    <a:cubicBezTo>
                      <a:pt x="72741" y="123961"/>
                      <a:pt x="85118" y="147731"/>
                      <a:pt x="87308" y="153816"/>
                    </a:cubicBezTo>
                    <a:cubicBezTo>
                      <a:pt x="89498" y="159901"/>
                      <a:pt x="112158" y="153816"/>
                      <a:pt x="121107" y="154672"/>
                    </a:cubicBezTo>
                    <a:cubicBezTo>
                      <a:pt x="130057" y="155527"/>
                      <a:pt x="120155" y="168458"/>
                      <a:pt x="127772" y="171976"/>
                    </a:cubicBezTo>
                    <a:cubicBezTo>
                      <a:pt x="135388" y="175494"/>
                      <a:pt x="146813" y="170265"/>
                      <a:pt x="149098" y="176445"/>
                    </a:cubicBezTo>
                    <a:cubicBezTo>
                      <a:pt x="151383" y="182625"/>
                      <a:pt x="133960" y="176445"/>
                      <a:pt x="125106" y="183101"/>
                    </a:cubicBezTo>
                    <a:cubicBezTo>
                      <a:pt x="116252" y="189756"/>
                      <a:pt x="111777" y="192609"/>
                      <a:pt x="108159" y="187950"/>
                    </a:cubicBezTo>
                    <a:cubicBezTo>
                      <a:pt x="104541" y="183291"/>
                      <a:pt x="89974" y="186238"/>
                      <a:pt x="82453" y="187094"/>
                    </a:cubicBezTo>
                    <a:cubicBezTo>
                      <a:pt x="74931" y="187950"/>
                      <a:pt x="82453" y="177586"/>
                      <a:pt x="82453" y="173307"/>
                    </a:cubicBezTo>
                    <a:cubicBezTo>
                      <a:pt x="82453" y="169029"/>
                      <a:pt x="72170" y="165796"/>
                      <a:pt x="57508" y="174258"/>
                    </a:cubicBezTo>
                    <a:cubicBezTo>
                      <a:pt x="42846" y="182720"/>
                      <a:pt x="47987" y="179583"/>
                      <a:pt x="46464" y="186238"/>
                    </a:cubicBezTo>
                    <a:cubicBezTo>
                      <a:pt x="44941" y="192894"/>
                      <a:pt x="38657" y="182245"/>
                      <a:pt x="29136" y="187665"/>
                    </a:cubicBezTo>
                    <a:cubicBezTo>
                      <a:pt x="19615" y="193084"/>
                      <a:pt x="4668" y="197173"/>
                      <a:pt x="2002" y="203258"/>
                    </a:cubicBezTo>
                    <a:cubicBezTo>
                      <a:pt x="-664" y="209343"/>
                      <a:pt x="21995" y="212766"/>
                      <a:pt x="30564" y="214762"/>
                    </a:cubicBezTo>
                    <a:cubicBezTo>
                      <a:pt x="39133" y="216759"/>
                      <a:pt x="19901" y="222274"/>
                      <a:pt x="27041" y="224270"/>
                    </a:cubicBezTo>
                    <a:cubicBezTo>
                      <a:pt x="34182" y="226267"/>
                      <a:pt x="31040" y="233113"/>
                      <a:pt x="42180" y="238913"/>
                    </a:cubicBezTo>
                    <a:cubicBezTo>
                      <a:pt x="53319" y="244713"/>
                      <a:pt x="78168" y="238913"/>
                      <a:pt x="84833" y="238913"/>
                    </a:cubicBezTo>
                    <a:cubicBezTo>
                      <a:pt x="91497" y="238913"/>
                      <a:pt x="97686" y="246900"/>
                      <a:pt x="103018" y="241100"/>
                    </a:cubicBezTo>
                    <a:cubicBezTo>
                      <a:pt x="108349" y="235300"/>
                      <a:pt x="128343" y="219326"/>
                      <a:pt x="138625" y="228644"/>
                    </a:cubicBezTo>
                    <a:cubicBezTo>
                      <a:pt x="148908" y="237962"/>
                      <a:pt x="127486" y="236631"/>
                      <a:pt x="132818" y="242431"/>
                    </a:cubicBezTo>
                    <a:cubicBezTo>
                      <a:pt x="138149" y="248231"/>
                      <a:pt x="144814" y="261922"/>
                      <a:pt x="135008" y="269053"/>
                    </a:cubicBezTo>
                    <a:cubicBezTo>
                      <a:pt x="127539" y="273301"/>
                      <a:pt x="118552" y="273965"/>
                      <a:pt x="110539" y="270860"/>
                    </a:cubicBezTo>
                    <a:cubicBezTo>
                      <a:pt x="105207" y="270860"/>
                      <a:pt x="108349" y="280368"/>
                      <a:pt x="99876" y="287214"/>
                    </a:cubicBezTo>
                    <a:cubicBezTo>
                      <a:pt x="91402" y="294059"/>
                      <a:pt x="85214" y="280178"/>
                      <a:pt x="74550" y="280178"/>
                    </a:cubicBezTo>
                    <a:cubicBezTo>
                      <a:pt x="63887" y="280178"/>
                      <a:pt x="66458" y="294535"/>
                      <a:pt x="67219" y="301190"/>
                    </a:cubicBezTo>
                    <a:cubicBezTo>
                      <a:pt x="67981" y="307846"/>
                      <a:pt x="51224" y="299859"/>
                      <a:pt x="47226" y="315833"/>
                    </a:cubicBezTo>
                    <a:cubicBezTo>
                      <a:pt x="43227" y="331806"/>
                      <a:pt x="26375" y="318020"/>
                      <a:pt x="37705" y="333518"/>
                    </a:cubicBezTo>
                    <a:cubicBezTo>
                      <a:pt x="49035" y="349016"/>
                      <a:pt x="47226" y="339317"/>
                      <a:pt x="55890" y="345498"/>
                    </a:cubicBezTo>
                    <a:cubicBezTo>
                      <a:pt x="64554" y="351678"/>
                      <a:pt x="46369" y="362897"/>
                      <a:pt x="55033" y="364514"/>
                    </a:cubicBezTo>
                    <a:cubicBezTo>
                      <a:pt x="63697" y="366130"/>
                      <a:pt x="74074" y="382294"/>
                      <a:pt x="79882" y="388094"/>
                    </a:cubicBezTo>
                    <a:cubicBezTo>
                      <a:pt x="85690" y="393894"/>
                      <a:pt x="94068" y="384956"/>
                      <a:pt x="103398" y="384481"/>
                    </a:cubicBezTo>
                    <a:cubicBezTo>
                      <a:pt x="112729" y="384005"/>
                      <a:pt x="108349" y="371169"/>
                      <a:pt x="113681" y="376114"/>
                    </a:cubicBezTo>
                    <a:cubicBezTo>
                      <a:pt x="119013" y="381058"/>
                      <a:pt x="126534" y="395130"/>
                      <a:pt x="121678" y="398743"/>
                    </a:cubicBezTo>
                    <a:cubicBezTo>
                      <a:pt x="116823" y="402356"/>
                      <a:pt x="120726" y="413385"/>
                      <a:pt x="119869" y="418710"/>
                    </a:cubicBezTo>
                    <a:cubicBezTo>
                      <a:pt x="119013" y="424034"/>
                      <a:pt x="140339" y="422227"/>
                      <a:pt x="141672" y="416047"/>
                    </a:cubicBezTo>
                    <a:cubicBezTo>
                      <a:pt x="143005" y="409867"/>
                      <a:pt x="159857" y="408061"/>
                      <a:pt x="169187" y="418234"/>
                    </a:cubicBezTo>
                    <a:cubicBezTo>
                      <a:pt x="178518" y="428408"/>
                      <a:pt x="181660" y="430214"/>
                      <a:pt x="181660" y="422227"/>
                    </a:cubicBezTo>
                    <a:cubicBezTo>
                      <a:pt x="181660" y="414241"/>
                      <a:pt x="189657" y="405398"/>
                      <a:pt x="190133" y="412054"/>
                    </a:cubicBezTo>
                    <a:cubicBezTo>
                      <a:pt x="190609" y="418710"/>
                      <a:pt x="198131" y="420421"/>
                      <a:pt x="211841" y="414241"/>
                    </a:cubicBezTo>
                    <a:cubicBezTo>
                      <a:pt x="225551" y="408061"/>
                      <a:pt x="219457" y="414241"/>
                      <a:pt x="212317" y="423749"/>
                    </a:cubicBezTo>
                    <a:cubicBezTo>
                      <a:pt x="202796" y="436014"/>
                      <a:pt x="212317" y="453889"/>
                      <a:pt x="205176" y="455696"/>
                    </a:cubicBezTo>
                    <a:cubicBezTo>
                      <a:pt x="198035" y="457502"/>
                      <a:pt x="192323" y="475663"/>
                      <a:pt x="180803" y="476994"/>
                    </a:cubicBezTo>
                    <a:cubicBezTo>
                      <a:pt x="169282" y="478325"/>
                      <a:pt x="149670" y="500098"/>
                      <a:pt x="147004" y="503616"/>
                    </a:cubicBezTo>
                    <a:cubicBezTo>
                      <a:pt x="144338" y="507134"/>
                      <a:pt x="119393" y="496580"/>
                      <a:pt x="115871" y="506754"/>
                    </a:cubicBezTo>
                    <a:cubicBezTo>
                      <a:pt x="112348" y="516927"/>
                      <a:pt x="96829" y="524534"/>
                      <a:pt x="101209" y="528527"/>
                    </a:cubicBezTo>
                    <a:cubicBezTo>
                      <a:pt x="105588" y="532520"/>
                      <a:pt x="124344" y="520921"/>
                      <a:pt x="125201" y="515596"/>
                    </a:cubicBezTo>
                    <a:cubicBezTo>
                      <a:pt x="126058" y="510272"/>
                      <a:pt x="128819" y="511223"/>
                      <a:pt x="132342" y="515596"/>
                    </a:cubicBezTo>
                    <a:cubicBezTo>
                      <a:pt x="135864" y="519970"/>
                      <a:pt x="144814" y="513790"/>
                      <a:pt x="148813" y="510272"/>
                    </a:cubicBezTo>
                    <a:cubicBezTo>
                      <a:pt x="152811" y="506754"/>
                      <a:pt x="159476" y="507990"/>
                      <a:pt x="163475" y="508465"/>
                    </a:cubicBezTo>
                    <a:cubicBezTo>
                      <a:pt x="167474" y="508941"/>
                      <a:pt x="169187" y="503616"/>
                      <a:pt x="181184" y="501334"/>
                    </a:cubicBezTo>
                    <a:cubicBezTo>
                      <a:pt x="193180" y="499052"/>
                      <a:pt x="190704" y="495629"/>
                      <a:pt x="193180" y="489354"/>
                    </a:cubicBezTo>
                    <a:cubicBezTo>
                      <a:pt x="195655" y="483079"/>
                      <a:pt x="224313" y="469863"/>
                      <a:pt x="229644" y="468532"/>
                    </a:cubicBezTo>
                    <a:cubicBezTo>
                      <a:pt x="234976" y="467200"/>
                      <a:pt x="231834" y="458358"/>
                      <a:pt x="237642" y="457883"/>
                    </a:cubicBezTo>
                    <a:cubicBezTo>
                      <a:pt x="246017" y="455030"/>
                      <a:pt x="253635" y="450316"/>
                      <a:pt x="259921" y="444096"/>
                    </a:cubicBezTo>
                    <a:cubicBezTo>
                      <a:pt x="267442" y="437916"/>
                      <a:pt x="269442" y="440578"/>
                      <a:pt x="274964" y="438296"/>
                    </a:cubicBezTo>
                    <a:cubicBezTo>
                      <a:pt x="280486" y="436014"/>
                      <a:pt x="276296" y="424604"/>
                      <a:pt x="282104" y="423654"/>
                    </a:cubicBezTo>
                    <a:cubicBezTo>
                      <a:pt x="287517" y="423169"/>
                      <a:pt x="291807" y="418886"/>
                      <a:pt x="292291" y="413480"/>
                    </a:cubicBezTo>
                    <a:cubicBezTo>
                      <a:pt x="292291" y="408631"/>
                      <a:pt x="277629" y="408631"/>
                      <a:pt x="276296" y="405493"/>
                    </a:cubicBezTo>
                    <a:cubicBezTo>
                      <a:pt x="274964" y="402356"/>
                      <a:pt x="287912" y="390851"/>
                      <a:pt x="292768" y="391326"/>
                    </a:cubicBezTo>
                    <a:cubicBezTo>
                      <a:pt x="299318" y="390574"/>
                      <a:pt x="304486" y="385413"/>
                      <a:pt x="305240" y="378871"/>
                    </a:cubicBezTo>
                    <a:cubicBezTo>
                      <a:pt x="305240" y="371740"/>
                      <a:pt x="312761" y="370409"/>
                      <a:pt x="318569" y="364229"/>
                    </a:cubicBezTo>
                    <a:cubicBezTo>
                      <a:pt x="324377" y="358048"/>
                      <a:pt x="323044" y="352629"/>
                      <a:pt x="328756" y="352153"/>
                    </a:cubicBezTo>
                    <a:cubicBezTo>
                      <a:pt x="334469" y="351678"/>
                      <a:pt x="339896" y="343786"/>
                      <a:pt x="346084" y="340173"/>
                    </a:cubicBezTo>
                    <a:cubicBezTo>
                      <a:pt x="352273" y="336560"/>
                      <a:pt x="346084" y="344642"/>
                      <a:pt x="358080" y="345117"/>
                    </a:cubicBezTo>
                    <a:cubicBezTo>
                      <a:pt x="370077" y="345593"/>
                      <a:pt x="367601" y="356622"/>
                      <a:pt x="358556" y="352629"/>
                    </a:cubicBezTo>
                    <a:cubicBezTo>
                      <a:pt x="351669" y="348107"/>
                      <a:pt x="342430" y="349877"/>
                      <a:pt x="337706" y="356622"/>
                    </a:cubicBezTo>
                    <a:cubicBezTo>
                      <a:pt x="329708" y="364229"/>
                      <a:pt x="335897" y="366130"/>
                      <a:pt x="329708" y="374878"/>
                    </a:cubicBezTo>
                    <a:cubicBezTo>
                      <a:pt x="323520" y="383625"/>
                      <a:pt x="323044" y="388569"/>
                      <a:pt x="331041" y="389520"/>
                    </a:cubicBezTo>
                    <a:cubicBezTo>
                      <a:pt x="339039" y="390471"/>
                      <a:pt x="331041" y="396175"/>
                      <a:pt x="323901" y="398362"/>
                    </a:cubicBezTo>
                    <a:cubicBezTo>
                      <a:pt x="316760" y="400549"/>
                      <a:pt x="321711" y="405018"/>
                      <a:pt x="331898" y="405018"/>
                    </a:cubicBezTo>
                    <a:cubicBezTo>
                      <a:pt x="342085" y="405018"/>
                      <a:pt x="357223" y="390376"/>
                      <a:pt x="371505" y="383245"/>
                    </a:cubicBezTo>
                    <a:cubicBezTo>
                      <a:pt x="385786" y="376114"/>
                      <a:pt x="396354" y="383245"/>
                      <a:pt x="400067" y="381913"/>
                    </a:cubicBezTo>
                    <a:cubicBezTo>
                      <a:pt x="403780" y="380582"/>
                      <a:pt x="395592" y="373927"/>
                      <a:pt x="400067" y="371740"/>
                    </a:cubicBezTo>
                    <a:cubicBezTo>
                      <a:pt x="404542" y="369553"/>
                      <a:pt x="394259" y="368127"/>
                      <a:pt x="391118" y="359760"/>
                    </a:cubicBezTo>
                    <a:cubicBezTo>
                      <a:pt x="387976" y="351393"/>
                      <a:pt x="396068" y="356622"/>
                      <a:pt x="397782" y="350252"/>
                    </a:cubicBezTo>
                    <a:cubicBezTo>
                      <a:pt x="399496" y="343881"/>
                      <a:pt x="404447" y="346258"/>
                      <a:pt x="408921" y="349396"/>
                    </a:cubicBezTo>
                    <a:cubicBezTo>
                      <a:pt x="413396" y="352534"/>
                      <a:pt x="419585" y="346258"/>
                      <a:pt x="423584" y="354721"/>
                    </a:cubicBezTo>
                    <a:cubicBezTo>
                      <a:pt x="427582" y="363183"/>
                      <a:pt x="432057" y="352439"/>
                      <a:pt x="439102" y="358239"/>
                    </a:cubicBezTo>
                    <a:cubicBezTo>
                      <a:pt x="446148" y="364038"/>
                      <a:pt x="437770" y="363183"/>
                      <a:pt x="430248" y="364894"/>
                    </a:cubicBezTo>
                    <a:cubicBezTo>
                      <a:pt x="422727" y="366606"/>
                      <a:pt x="426725" y="376874"/>
                      <a:pt x="432438" y="372025"/>
                    </a:cubicBezTo>
                    <a:cubicBezTo>
                      <a:pt x="438150" y="367176"/>
                      <a:pt x="443101" y="364038"/>
                      <a:pt x="448433" y="368887"/>
                    </a:cubicBezTo>
                    <a:cubicBezTo>
                      <a:pt x="453765" y="373737"/>
                      <a:pt x="456050" y="371550"/>
                      <a:pt x="460429" y="367081"/>
                    </a:cubicBezTo>
                    <a:cubicBezTo>
                      <a:pt x="464809" y="362612"/>
                      <a:pt x="464904" y="367081"/>
                      <a:pt x="464904" y="371074"/>
                    </a:cubicBezTo>
                    <a:cubicBezTo>
                      <a:pt x="464904" y="375068"/>
                      <a:pt x="474425" y="376018"/>
                      <a:pt x="487563" y="378205"/>
                    </a:cubicBezTo>
                    <a:cubicBezTo>
                      <a:pt x="502107" y="379221"/>
                      <a:pt x="516715" y="378775"/>
                      <a:pt x="531169" y="376874"/>
                    </a:cubicBezTo>
                    <a:cubicBezTo>
                      <a:pt x="537357" y="376874"/>
                      <a:pt x="535168" y="386382"/>
                      <a:pt x="548877" y="388854"/>
                    </a:cubicBezTo>
                    <a:cubicBezTo>
                      <a:pt x="562587" y="391326"/>
                      <a:pt x="566205" y="375163"/>
                      <a:pt x="573346" y="380868"/>
                    </a:cubicBezTo>
                    <a:cubicBezTo>
                      <a:pt x="580487" y="386572"/>
                      <a:pt x="573346" y="388854"/>
                      <a:pt x="569347" y="393323"/>
                    </a:cubicBezTo>
                    <a:cubicBezTo>
                      <a:pt x="565349" y="397792"/>
                      <a:pt x="573822" y="398172"/>
                      <a:pt x="578868" y="400454"/>
                    </a:cubicBezTo>
                    <a:cubicBezTo>
                      <a:pt x="587325" y="402873"/>
                      <a:pt x="595287" y="406768"/>
                      <a:pt x="602385" y="411959"/>
                    </a:cubicBezTo>
                    <a:cubicBezTo>
                      <a:pt x="608770" y="419943"/>
                      <a:pt x="616830" y="426434"/>
                      <a:pt x="625996" y="430975"/>
                    </a:cubicBezTo>
                    <a:cubicBezTo>
                      <a:pt x="640182" y="438011"/>
                      <a:pt x="625996" y="413195"/>
                      <a:pt x="637516" y="421467"/>
                    </a:cubicBezTo>
                    <a:cubicBezTo>
                      <a:pt x="649036" y="429739"/>
                      <a:pt x="644657" y="421467"/>
                      <a:pt x="653511" y="429929"/>
                    </a:cubicBezTo>
                    <a:cubicBezTo>
                      <a:pt x="662366" y="438391"/>
                      <a:pt x="659319" y="426316"/>
                      <a:pt x="655320" y="413005"/>
                    </a:cubicBezTo>
                    <a:cubicBezTo>
                      <a:pt x="651321" y="399693"/>
                      <a:pt x="659319" y="408631"/>
                      <a:pt x="663318" y="414811"/>
                    </a:cubicBezTo>
                    <a:cubicBezTo>
                      <a:pt x="667124" y="423029"/>
                      <a:pt x="667601" y="432397"/>
                      <a:pt x="664651" y="440958"/>
                    </a:cubicBezTo>
                    <a:cubicBezTo>
                      <a:pt x="661985" y="448945"/>
                      <a:pt x="648656" y="442289"/>
                      <a:pt x="649989" y="437916"/>
                    </a:cubicBezTo>
                    <a:cubicBezTo>
                      <a:pt x="651321" y="433542"/>
                      <a:pt x="636659" y="435253"/>
                      <a:pt x="636183" y="441434"/>
                    </a:cubicBezTo>
                    <a:cubicBezTo>
                      <a:pt x="637866" y="450390"/>
                      <a:pt x="644112" y="457817"/>
                      <a:pt x="652654" y="461020"/>
                    </a:cubicBezTo>
                    <a:cubicBezTo>
                      <a:pt x="659700" y="462351"/>
                      <a:pt x="654368" y="473381"/>
                      <a:pt x="658843" y="474712"/>
                    </a:cubicBezTo>
                    <a:cubicBezTo>
                      <a:pt x="664936" y="476518"/>
                      <a:pt x="664651" y="488023"/>
                      <a:pt x="668364" y="486312"/>
                    </a:cubicBezTo>
                    <a:cubicBezTo>
                      <a:pt x="672077" y="484600"/>
                      <a:pt x="670554" y="470718"/>
                      <a:pt x="666555" y="464538"/>
                    </a:cubicBezTo>
                    <a:cubicBezTo>
                      <a:pt x="662556" y="458358"/>
                      <a:pt x="664365" y="449420"/>
                      <a:pt x="669697" y="451227"/>
                    </a:cubicBezTo>
                    <a:cubicBezTo>
                      <a:pt x="675028" y="453033"/>
                      <a:pt x="669697" y="462351"/>
                      <a:pt x="672362" y="465394"/>
                    </a:cubicBezTo>
                    <a:cubicBezTo>
                      <a:pt x="675028" y="468436"/>
                      <a:pt x="678170" y="462351"/>
                      <a:pt x="684359" y="458738"/>
                    </a:cubicBezTo>
                    <a:cubicBezTo>
                      <a:pt x="690547" y="455125"/>
                      <a:pt x="681693" y="444952"/>
                      <a:pt x="684359" y="439722"/>
                    </a:cubicBezTo>
                    <a:cubicBezTo>
                      <a:pt x="687025" y="434493"/>
                      <a:pt x="693880" y="444191"/>
                      <a:pt x="696355" y="453509"/>
                    </a:cubicBezTo>
                    <a:cubicBezTo>
                      <a:pt x="698830" y="462827"/>
                      <a:pt x="689690" y="462446"/>
                      <a:pt x="689690" y="467296"/>
                    </a:cubicBezTo>
                    <a:cubicBezTo>
                      <a:pt x="689690" y="472145"/>
                      <a:pt x="681312" y="469958"/>
                      <a:pt x="678646" y="472620"/>
                    </a:cubicBezTo>
                    <a:cubicBezTo>
                      <a:pt x="675980" y="475282"/>
                      <a:pt x="677313" y="493062"/>
                      <a:pt x="680836" y="493443"/>
                    </a:cubicBezTo>
                    <a:cubicBezTo>
                      <a:pt x="684359" y="493823"/>
                      <a:pt x="686644" y="478800"/>
                      <a:pt x="688834" y="486407"/>
                    </a:cubicBezTo>
                    <a:cubicBezTo>
                      <a:pt x="691023" y="494013"/>
                      <a:pt x="699497" y="476899"/>
                      <a:pt x="701782" y="483744"/>
                    </a:cubicBezTo>
                    <a:cubicBezTo>
                      <a:pt x="704067" y="490590"/>
                      <a:pt x="714635" y="498767"/>
                      <a:pt x="718634" y="497056"/>
                    </a:cubicBezTo>
                    <a:cubicBezTo>
                      <a:pt x="722632" y="495344"/>
                      <a:pt x="716825" y="487548"/>
                      <a:pt x="710636" y="487548"/>
                    </a:cubicBezTo>
                    <a:cubicBezTo>
                      <a:pt x="704448" y="487548"/>
                      <a:pt x="705304" y="476899"/>
                      <a:pt x="710636" y="476423"/>
                    </a:cubicBezTo>
                    <a:cubicBezTo>
                      <a:pt x="715968" y="475948"/>
                      <a:pt x="726631" y="491066"/>
                      <a:pt x="726155" y="496390"/>
                    </a:cubicBezTo>
                    <a:cubicBezTo>
                      <a:pt x="725679" y="501715"/>
                      <a:pt x="720823" y="501334"/>
                      <a:pt x="715873" y="506659"/>
                    </a:cubicBezTo>
                    <a:cubicBezTo>
                      <a:pt x="710922" y="511983"/>
                      <a:pt x="704352" y="497721"/>
                      <a:pt x="698545" y="498197"/>
                    </a:cubicBezTo>
                    <a:cubicBezTo>
                      <a:pt x="692737" y="498672"/>
                      <a:pt x="698545" y="507705"/>
                      <a:pt x="701306" y="513695"/>
                    </a:cubicBezTo>
                    <a:cubicBezTo>
                      <a:pt x="704067" y="519685"/>
                      <a:pt x="694165" y="528337"/>
                      <a:pt x="701306" y="533281"/>
                    </a:cubicBezTo>
                    <a:cubicBezTo>
                      <a:pt x="708446" y="538225"/>
                      <a:pt x="706637" y="530143"/>
                      <a:pt x="707970" y="526626"/>
                    </a:cubicBezTo>
                    <a:cubicBezTo>
                      <a:pt x="709303" y="523108"/>
                      <a:pt x="715111" y="527481"/>
                      <a:pt x="719110" y="530619"/>
                    </a:cubicBezTo>
                    <a:cubicBezTo>
                      <a:pt x="723108" y="533757"/>
                      <a:pt x="723585" y="523488"/>
                      <a:pt x="723585" y="519495"/>
                    </a:cubicBezTo>
                    <a:cubicBezTo>
                      <a:pt x="723585" y="515501"/>
                      <a:pt x="730249" y="517688"/>
                      <a:pt x="733772" y="523012"/>
                    </a:cubicBezTo>
                    <a:cubicBezTo>
                      <a:pt x="737294" y="528337"/>
                      <a:pt x="737771" y="517308"/>
                      <a:pt x="743293" y="518163"/>
                    </a:cubicBezTo>
                    <a:cubicBezTo>
                      <a:pt x="748815" y="519019"/>
                      <a:pt x="745102" y="527671"/>
                      <a:pt x="745102" y="532330"/>
                    </a:cubicBezTo>
                    <a:cubicBezTo>
                      <a:pt x="745102" y="536989"/>
                      <a:pt x="754622" y="528337"/>
                      <a:pt x="753480" y="533661"/>
                    </a:cubicBezTo>
                    <a:cubicBezTo>
                      <a:pt x="753388" y="534419"/>
                      <a:pt x="753388" y="535186"/>
                      <a:pt x="753480" y="535943"/>
                    </a:cubicBezTo>
                    <a:lnTo>
                      <a:pt x="767095" y="526435"/>
                    </a:lnTo>
                    <a:cubicBezTo>
                      <a:pt x="777948" y="518924"/>
                      <a:pt x="761382" y="514741"/>
                      <a:pt x="764334" y="507134"/>
                    </a:cubicBezTo>
                    <a:close/>
                    <a:moveTo>
                      <a:pt x="14379" y="570077"/>
                    </a:moveTo>
                    <a:cubicBezTo>
                      <a:pt x="25137" y="565704"/>
                      <a:pt x="29517" y="560569"/>
                      <a:pt x="25137" y="555055"/>
                    </a:cubicBezTo>
                    <a:cubicBezTo>
                      <a:pt x="20758" y="549540"/>
                      <a:pt x="6191" y="573500"/>
                      <a:pt x="14379" y="570077"/>
                    </a:cubicBezTo>
                    <a:close/>
                    <a:moveTo>
                      <a:pt x="89974" y="529953"/>
                    </a:moveTo>
                    <a:cubicBezTo>
                      <a:pt x="80453" y="526435"/>
                      <a:pt x="54461" y="542029"/>
                      <a:pt x="63316" y="543265"/>
                    </a:cubicBezTo>
                    <a:cubicBezTo>
                      <a:pt x="69504" y="544215"/>
                      <a:pt x="72170" y="538035"/>
                      <a:pt x="79311" y="538035"/>
                    </a:cubicBezTo>
                    <a:cubicBezTo>
                      <a:pt x="86451" y="538035"/>
                      <a:pt x="99781" y="533757"/>
                      <a:pt x="89974" y="529953"/>
                    </a:cubicBezTo>
                    <a:close/>
                    <a:moveTo>
                      <a:pt x="315332" y="425365"/>
                    </a:moveTo>
                    <a:cubicBezTo>
                      <a:pt x="315332" y="420516"/>
                      <a:pt x="308667" y="420991"/>
                      <a:pt x="299718" y="431165"/>
                    </a:cubicBezTo>
                    <a:cubicBezTo>
                      <a:pt x="290768" y="441339"/>
                      <a:pt x="283342" y="446663"/>
                      <a:pt x="282009" y="451607"/>
                    </a:cubicBezTo>
                    <a:cubicBezTo>
                      <a:pt x="280676" y="456551"/>
                      <a:pt x="270394" y="450656"/>
                      <a:pt x="267347" y="456932"/>
                    </a:cubicBezTo>
                    <a:cubicBezTo>
                      <a:pt x="264300" y="463207"/>
                      <a:pt x="269537" y="476899"/>
                      <a:pt x="275725" y="472430"/>
                    </a:cubicBezTo>
                    <a:cubicBezTo>
                      <a:pt x="281914" y="467961"/>
                      <a:pt x="282390" y="472430"/>
                      <a:pt x="286389" y="472430"/>
                    </a:cubicBezTo>
                    <a:cubicBezTo>
                      <a:pt x="296555" y="468299"/>
                      <a:pt x="305570" y="461775"/>
                      <a:pt x="312666" y="453414"/>
                    </a:cubicBezTo>
                    <a:cubicBezTo>
                      <a:pt x="316665" y="447234"/>
                      <a:pt x="305525" y="445427"/>
                      <a:pt x="305049" y="441434"/>
                    </a:cubicBezTo>
                    <a:cubicBezTo>
                      <a:pt x="304573" y="437440"/>
                      <a:pt x="314570" y="437440"/>
                      <a:pt x="319331" y="434778"/>
                    </a:cubicBezTo>
                    <a:cubicBezTo>
                      <a:pt x="324091" y="432116"/>
                      <a:pt x="314761" y="430785"/>
                      <a:pt x="315332" y="425841"/>
                    </a:cubicBezTo>
                    <a:close/>
                    <a:moveTo>
                      <a:pt x="32183" y="373546"/>
                    </a:moveTo>
                    <a:cubicBezTo>
                      <a:pt x="31326" y="366415"/>
                      <a:pt x="12189" y="373546"/>
                      <a:pt x="14379" y="379727"/>
                    </a:cubicBezTo>
                    <a:cubicBezTo>
                      <a:pt x="16569" y="385907"/>
                      <a:pt x="34658" y="390756"/>
                      <a:pt x="42941" y="388189"/>
                    </a:cubicBezTo>
                    <a:cubicBezTo>
                      <a:pt x="47325" y="387320"/>
                      <a:pt x="50174" y="383067"/>
                      <a:pt x="49304" y="378689"/>
                    </a:cubicBezTo>
                    <a:cubicBezTo>
                      <a:pt x="48979" y="377050"/>
                      <a:pt x="48153" y="375553"/>
                      <a:pt x="46940" y="374402"/>
                    </a:cubicBezTo>
                    <a:cubicBezTo>
                      <a:pt x="41513" y="369933"/>
                      <a:pt x="33135" y="380582"/>
                      <a:pt x="32183" y="373546"/>
                    </a:cubicBezTo>
                    <a:close/>
                    <a:moveTo>
                      <a:pt x="248781" y="1353538"/>
                    </a:moveTo>
                    <a:cubicBezTo>
                      <a:pt x="237642" y="1354774"/>
                      <a:pt x="243735" y="1382062"/>
                      <a:pt x="249733" y="1377974"/>
                    </a:cubicBezTo>
                    <a:cubicBezTo>
                      <a:pt x="254018" y="1374741"/>
                      <a:pt x="261825" y="1374076"/>
                      <a:pt x="264110" y="1369797"/>
                    </a:cubicBezTo>
                    <a:cubicBezTo>
                      <a:pt x="266395" y="1365518"/>
                      <a:pt x="259921" y="1352207"/>
                      <a:pt x="248781" y="1353538"/>
                    </a:cubicBezTo>
                    <a:close/>
                    <a:moveTo>
                      <a:pt x="234024" y="1336519"/>
                    </a:moveTo>
                    <a:cubicBezTo>
                      <a:pt x="227550" y="1337470"/>
                      <a:pt x="231739" y="1349450"/>
                      <a:pt x="236023" y="1346027"/>
                    </a:cubicBezTo>
                    <a:cubicBezTo>
                      <a:pt x="243164" y="1341083"/>
                      <a:pt x="240593" y="1335568"/>
                      <a:pt x="234024" y="1336519"/>
                    </a:cubicBezTo>
                    <a:close/>
                    <a:moveTo>
                      <a:pt x="164808" y="1313985"/>
                    </a:moveTo>
                    <a:cubicBezTo>
                      <a:pt x="170615" y="1320165"/>
                      <a:pt x="174900" y="1318549"/>
                      <a:pt x="176518" y="1313034"/>
                    </a:cubicBezTo>
                    <a:cubicBezTo>
                      <a:pt x="178137" y="1307519"/>
                      <a:pt x="158429" y="1307329"/>
                      <a:pt x="164808" y="1313985"/>
                    </a:cubicBezTo>
                    <a:close/>
                    <a:moveTo>
                      <a:pt x="196131" y="1327391"/>
                    </a:moveTo>
                    <a:cubicBezTo>
                      <a:pt x="200416" y="1333857"/>
                      <a:pt x="204986" y="1335188"/>
                      <a:pt x="208603" y="1329388"/>
                    </a:cubicBezTo>
                    <a:cubicBezTo>
                      <a:pt x="212221" y="1323588"/>
                      <a:pt x="190990" y="1319785"/>
                      <a:pt x="196131" y="1327391"/>
                    </a:cubicBezTo>
                    <a:close/>
                    <a:moveTo>
                      <a:pt x="2019939" y="733140"/>
                    </a:moveTo>
                    <a:cubicBezTo>
                      <a:pt x="2019368" y="727245"/>
                      <a:pt x="2001659" y="731999"/>
                      <a:pt x="1993281" y="725438"/>
                    </a:cubicBezTo>
                    <a:cubicBezTo>
                      <a:pt x="1984902" y="718878"/>
                      <a:pt x="1970812" y="748543"/>
                      <a:pt x="1967860" y="760998"/>
                    </a:cubicBezTo>
                    <a:cubicBezTo>
                      <a:pt x="1964909" y="773454"/>
                      <a:pt x="1942820" y="786670"/>
                      <a:pt x="1942820" y="786670"/>
                    </a:cubicBezTo>
                    <a:lnTo>
                      <a:pt x="1874080" y="787336"/>
                    </a:lnTo>
                    <a:cubicBezTo>
                      <a:pt x="1870367" y="787336"/>
                      <a:pt x="1855800" y="799886"/>
                      <a:pt x="1847327" y="807493"/>
                    </a:cubicBezTo>
                    <a:cubicBezTo>
                      <a:pt x="1847569" y="807860"/>
                      <a:pt x="1847792" y="808241"/>
                      <a:pt x="1847993" y="808633"/>
                    </a:cubicBezTo>
                    <a:cubicBezTo>
                      <a:pt x="1854467" y="820138"/>
                      <a:pt x="1831141" y="827649"/>
                      <a:pt x="1808958" y="827649"/>
                    </a:cubicBezTo>
                    <a:cubicBezTo>
                      <a:pt x="1803603" y="827875"/>
                      <a:pt x="1798264" y="828383"/>
                      <a:pt x="1792963" y="829171"/>
                    </a:cubicBezTo>
                    <a:cubicBezTo>
                      <a:pt x="1793822" y="831743"/>
                      <a:pt x="1794209" y="834448"/>
                      <a:pt x="1794105" y="837158"/>
                    </a:cubicBezTo>
                    <a:cubicBezTo>
                      <a:pt x="1794105" y="838584"/>
                      <a:pt x="1791535" y="840295"/>
                      <a:pt x="1788202" y="842102"/>
                    </a:cubicBezTo>
                    <a:cubicBezTo>
                      <a:pt x="1784775" y="848948"/>
                      <a:pt x="1757545" y="862259"/>
                      <a:pt x="1742312" y="870626"/>
                    </a:cubicBezTo>
                    <a:cubicBezTo>
                      <a:pt x="1725365" y="879563"/>
                      <a:pt x="1702229" y="875095"/>
                      <a:pt x="1702229" y="861783"/>
                    </a:cubicBezTo>
                    <a:cubicBezTo>
                      <a:pt x="1702229" y="848472"/>
                      <a:pt x="1714701" y="851134"/>
                      <a:pt x="1717367" y="857314"/>
                    </a:cubicBezTo>
                    <a:cubicBezTo>
                      <a:pt x="1718415" y="859691"/>
                      <a:pt x="1721366" y="857980"/>
                      <a:pt x="1725460" y="855033"/>
                    </a:cubicBezTo>
                    <a:cubicBezTo>
                      <a:pt x="1721892" y="850640"/>
                      <a:pt x="1720684" y="844788"/>
                      <a:pt x="1722223" y="839344"/>
                    </a:cubicBezTo>
                    <a:cubicBezTo>
                      <a:pt x="1717082" y="837158"/>
                      <a:pt x="1725079" y="817286"/>
                      <a:pt x="1714701" y="813863"/>
                    </a:cubicBezTo>
                    <a:cubicBezTo>
                      <a:pt x="1704324" y="810440"/>
                      <a:pt x="1691566" y="828981"/>
                      <a:pt x="1693375" y="817381"/>
                    </a:cubicBezTo>
                    <a:cubicBezTo>
                      <a:pt x="1695184" y="805781"/>
                      <a:pt x="1711179" y="796083"/>
                      <a:pt x="1701372" y="781060"/>
                    </a:cubicBezTo>
                    <a:cubicBezTo>
                      <a:pt x="1691566" y="766038"/>
                      <a:pt x="1673857" y="765943"/>
                      <a:pt x="1670239" y="777447"/>
                    </a:cubicBezTo>
                    <a:cubicBezTo>
                      <a:pt x="1666621" y="788952"/>
                      <a:pt x="1654244" y="783627"/>
                      <a:pt x="1649865" y="792565"/>
                    </a:cubicBezTo>
                    <a:cubicBezTo>
                      <a:pt x="1643790" y="805891"/>
                      <a:pt x="1641930" y="820751"/>
                      <a:pt x="1644533" y="835161"/>
                    </a:cubicBezTo>
                    <a:cubicBezTo>
                      <a:pt x="1648056" y="849328"/>
                      <a:pt x="1643581" y="856459"/>
                      <a:pt x="1630252" y="864445"/>
                    </a:cubicBezTo>
                    <a:cubicBezTo>
                      <a:pt x="1616923" y="872432"/>
                      <a:pt x="1609973" y="852275"/>
                      <a:pt x="1615114" y="826413"/>
                    </a:cubicBezTo>
                    <a:cubicBezTo>
                      <a:pt x="1618732" y="808633"/>
                      <a:pt x="1628443" y="791804"/>
                      <a:pt x="1619589" y="791804"/>
                    </a:cubicBezTo>
                    <a:cubicBezTo>
                      <a:pt x="1610734" y="791804"/>
                      <a:pt x="1631204" y="770411"/>
                      <a:pt x="1649865" y="766038"/>
                    </a:cubicBezTo>
                    <a:cubicBezTo>
                      <a:pt x="1668526" y="761664"/>
                      <a:pt x="1691566" y="763375"/>
                      <a:pt x="1691566" y="758051"/>
                    </a:cubicBezTo>
                    <a:cubicBezTo>
                      <a:pt x="1691566" y="756910"/>
                      <a:pt x="1692423" y="756244"/>
                      <a:pt x="1693851" y="755769"/>
                    </a:cubicBezTo>
                    <a:cubicBezTo>
                      <a:pt x="1690207" y="752879"/>
                      <a:pt x="1686392" y="750212"/>
                      <a:pt x="1682426" y="747782"/>
                    </a:cubicBezTo>
                    <a:cubicBezTo>
                      <a:pt x="1682038" y="749081"/>
                      <a:pt x="1681193" y="750195"/>
                      <a:pt x="1680046" y="750920"/>
                    </a:cubicBezTo>
                    <a:cubicBezTo>
                      <a:pt x="1672715" y="756054"/>
                      <a:pt x="1674714" y="742933"/>
                      <a:pt x="1661004" y="742933"/>
                    </a:cubicBezTo>
                    <a:cubicBezTo>
                      <a:pt x="1647294" y="742933"/>
                      <a:pt x="1634346" y="755389"/>
                      <a:pt x="1623683" y="750064"/>
                    </a:cubicBezTo>
                    <a:cubicBezTo>
                      <a:pt x="1613019" y="744740"/>
                      <a:pt x="1618351" y="737609"/>
                      <a:pt x="1608544" y="737609"/>
                    </a:cubicBezTo>
                    <a:cubicBezTo>
                      <a:pt x="1598738" y="737609"/>
                      <a:pt x="1615685" y="718592"/>
                      <a:pt x="1601404" y="726960"/>
                    </a:cubicBezTo>
                    <a:cubicBezTo>
                      <a:pt x="1587123" y="735327"/>
                      <a:pt x="1565891" y="754438"/>
                      <a:pt x="1556085" y="745976"/>
                    </a:cubicBezTo>
                    <a:cubicBezTo>
                      <a:pt x="1546278" y="737513"/>
                      <a:pt x="1537043" y="748638"/>
                      <a:pt x="1530378" y="741507"/>
                    </a:cubicBezTo>
                    <a:cubicBezTo>
                      <a:pt x="1523714" y="734376"/>
                      <a:pt x="1555228" y="714884"/>
                      <a:pt x="1570366" y="715835"/>
                    </a:cubicBezTo>
                    <a:cubicBezTo>
                      <a:pt x="1574173" y="715834"/>
                      <a:pt x="1577841" y="714409"/>
                      <a:pt x="1580649" y="711842"/>
                    </a:cubicBezTo>
                    <a:cubicBezTo>
                      <a:pt x="1572651" y="708894"/>
                      <a:pt x="1556275" y="702334"/>
                      <a:pt x="1552086" y="707849"/>
                    </a:cubicBezTo>
                    <a:cubicBezTo>
                      <a:pt x="1547897" y="713363"/>
                      <a:pt x="1539042" y="710130"/>
                      <a:pt x="1534853" y="704806"/>
                    </a:cubicBezTo>
                    <a:cubicBezTo>
                      <a:pt x="1530664" y="699481"/>
                      <a:pt x="1525332" y="706612"/>
                      <a:pt x="1518287" y="698340"/>
                    </a:cubicBezTo>
                    <a:cubicBezTo>
                      <a:pt x="1511242" y="690068"/>
                      <a:pt x="1504101" y="695963"/>
                      <a:pt x="1499912" y="697770"/>
                    </a:cubicBezTo>
                    <a:cubicBezTo>
                      <a:pt x="1495723" y="699576"/>
                      <a:pt x="1490391" y="694822"/>
                      <a:pt x="1482774" y="691875"/>
                    </a:cubicBezTo>
                    <a:cubicBezTo>
                      <a:pt x="1475158" y="688927"/>
                      <a:pt x="1480966" y="681131"/>
                      <a:pt x="1474396" y="676472"/>
                    </a:cubicBezTo>
                    <a:cubicBezTo>
                      <a:pt x="1467827" y="671813"/>
                      <a:pt x="1467541" y="685410"/>
                      <a:pt x="1467541" y="685410"/>
                    </a:cubicBezTo>
                    <a:lnTo>
                      <a:pt x="915334" y="688357"/>
                    </a:lnTo>
                    <a:cubicBezTo>
                      <a:pt x="915923" y="689270"/>
                      <a:pt x="916592" y="690129"/>
                      <a:pt x="917333" y="690924"/>
                    </a:cubicBezTo>
                    <a:cubicBezTo>
                      <a:pt x="923998" y="698055"/>
                      <a:pt x="918666" y="703380"/>
                      <a:pt x="920856" y="711842"/>
                    </a:cubicBezTo>
                    <a:cubicBezTo>
                      <a:pt x="923046" y="720304"/>
                      <a:pt x="920856" y="732189"/>
                      <a:pt x="914667" y="732189"/>
                    </a:cubicBezTo>
                    <a:cubicBezTo>
                      <a:pt x="911737" y="732476"/>
                      <a:pt x="909128" y="730337"/>
                      <a:pt x="908840" y="727410"/>
                    </a:cubicBezTo>
                    <a:cubicBezTo>
                      <a:pt x="908615" y="725118"/>
                      <a:pt x="909891" y="722942"/>
                      <a:pt x="912001" y="722016"/>
                    </a:cubicBezTo>
                    <a:cubicBezTo>
                      <a:pt x="916857" y="719353"/>
                      <a:pt x="914191" y="709560"/>
                      <a:pt x="909336" y="709560"/>
                    </a:cubicBezTo>
                    <a:cubicBezTo>
                      <a:pt x="906479" y="709560"/>
                      <a:pt x="905337" y="706232"/>
                      <a:pt x="905432" y="702334"/>
                    </a:cubicBezTo>
                    <a:cubicBezTo>
                      <a:pt x="894955" y="704290"/>
                      <a:pt x="884205" y="704290"/>
                      <a:pt x="873728" y="702334"/>
                    </a:cubicBezTo>
                    <a:cubicBezTo>
                      <a:pt x="873865" y="702864"/>
                      <a:pt x="873865" y="703420"/>
                      <a:pt x="873728" y="703950"/>
                    </a:cubicBezTo>
                    <a:cubicBezTo>
                      <a:pt x="874813" y="713542"/>
                      <a:pt x="878319" y="722702"/>
                      <a:pt x="883915" y="730573"/>
                    </a:cubicBezTo>
                    <a:cubicBezTo>
                      <a:pt x="891056" y="740081"/>
                      <a:pt x="886200" y="745595"/>
                      <a:pt x="892865" y="749589"/>
                    </a:cubicBezTo>
                    <a:cubicBezTo>
                      <a:pt x="899529" y="753582"/>
                      <a:pt x="899053" y="757100"/>
                      <a:pt x="892865" y="756244"/>
                    </a:cubicBezTo>
                    <a:cubicBezTo>
                      <a:pt x="886676" y="755389"/>
                      <a:pt x="891056" y="761093"/>
                      <a:pt x="888866" y="774405"/>
                    </a:cubicBezTo>
                    <a:cubicBezTo>
                      <a:pt x="886676" y="787716"/>
                      <a:pt x="887057" y="815289"/>
                      <a:pt x="885724" y="823656"/>
                    </a:cubicBezTo>
                    <a:cubicBezTo>
                      <a:pt x="884391" y="832023"/>
                      <a:pt x="874585" y="845905"/>
                      <a:pt x="880392" y="854747"/>
                    </a:cubicBezTo>
                    <a:cubicBezTo>
                      <a:pt x="887036" y="864157"/>
                      <a:pt x="889451" y="875907"/>
                      <a:pt x="887057" y="887170"/>
                    </a:cubicBezTo>
                    <a:cubicBezTo>
                      <a:pt x="883648" y="895747"/>
                      <a:pt x="884458" y="905424"/>
                      <a:pt x="889247" y="913317"/>
                    </a:cubicBezTo>
                    <a:cubicBezTo>
                      <a:pt x="894198" y="921779"/>
                      <a:pt x="890199" y="936421"/>
                      <a:pt x="895530" y="939559"/>
                    </a:cubicBezTo>
                    <a:cubicBezTo>
                      <a:pt x="901852" y="944050"/>
                      <a:pt x="907009" y="949982"/>
                      <a:pt x="910573" y="956864"/>
                    </a:cubicBezTo>
                    <a:cubicBezTo>
                      <a:pt x="915524" y="964850"/>
                      <a:pt x="920094" y="959906"/>
                      <a:pt x="920856" y="967893"/>
                    </a:cubicBezTo>
                    <a:cubicBezTo>
                      <a:pt x="921617" y="975880"/>
                      <a:pt x="921713" y="977401"/>
                      <a:pt x="928853" y="980348"/>
                    </a:cubicBezTo>
                    <a:cubicBezTo>
                      <a:pt x="935994" y="983296"/>
                      <a:pt x="931519" y="991473"/>
                      <a:pt x="931519" y="995846"/>
                    </a:cubicBezTo>
                    <a:cubicBezTo>
                      <a:pt x="931519" y="1000220"/>
                      <a:pt x="941040" y="1008302"/>
                      <a:pt x="952370" y="1018571"/>
                    </a:cubicBezTo>
                    <a:cubicBezTo>
                      <a:pt x="963700" y="1028839"/>
                      <a:pt x="954179" y="1037111"/>
                      <a:pt x="962652" y="1037111"/>
                    </a:cubicBezTo>
                    <a:cubicBezTo>
                      <a:pt x="971718" y="1038207"/>
                      <a:pt x="980311" y="1041758"/>
                      <a:pt x="987502" y="1047380"/>
                    </a:cubicBezTo>
                    <a:cubicBezTo>
                      <a:pt x="995975" y="1052704"/>
                      <a:pt x="998641" y="1049567"/>
                      <a:pt x="1004353" y="1050898"/>
                    </a:cubicBezTo>
                    <a:cubicBezTo>
                      <a:pt x="1013328" y="1055594"/>
                      <a:pt x="1020147" y="1063562"/>
                      <a:pt x="1023395" y="1073147"/>
                    </a:cubicBezTo>
                    <a:cubicBezTo>
                      <a:pt x="1024544" y="1077457"/>
                      <a:pt x="1026073" y="1081657"/>
                      <a:pt x="1027965" y="1085697"/>
                    </a:cubicBezTo>
                    <a:lnTo>
                      <a:pt x="1074046" y="1079707"/>
                    </a:lnTo>
                    <a:cubicBezTo>
                      <a:pt x="1080906" y="1084647"/>
                      <a:pt x="1088399" y="1088645"/>
                      <a:pt x="1096324" y="1091592"/>
                    </a:cubicBezTo>
                    <a:cubicBezTo>
                      <a:pt x="1104417" y="1093399"/>
                      <a:pt x="1148118" y="1109562"/>
                      <a:pt x="1148118" y="1109562"/>
                    </a:cubicBezTo>
                    <a:lnTo>
                      <a:pt x="1205243" y="1109087"/>
                    </a:lnTo>
                    <a:lnTo>
                      <a:pt x="1211907" y="1100530"/>
                    </a:lnTo>
                    <a:lnTo>
                      <a:pt x="1243231" y="1100530"/>
                    </a:lnTo>
                    <a:cubicBezTo>
                      <a:pt x="1250405" y="1107786"/>
                      <a:pt x="1258003" y="1114612"/>
                      <a:pt x="1265985" y="1120972"/>
                    </a:cubicBezTo>
                    <a:cubicBezTo>
                      <a:pt x="1268842" y="1121923"/>
                      <a:pt x="1278839" y="1130480"/>
                      <a:pt x="1278839" y="1136565"/>
                    </a:cubicBezTo>
                    <a:cubicBezTo>
                      <a:pt x="1278477" y="1141875"/>
                      <a:pt x="1281274" y="1146902"/>
                      <a:pt x="1285979" y="1149401"/>
                    </a:cubicBezTo>
                    <a:cubicBezTo>
                      <a:pt x="1293266" y="1154196"/>
                      <a:pt x="1301056" y="1158181"/>
                      <a:pt x="1309210" y="1161286"/>
                    </a:cubicBezTo>
                    <a:cubicBezTo>
                      <a:pt x="1311590" y="1160335"/>
                      <a:pt x="1316351" y="1142270"/>
                      <a:pt x="1324919" y="1142270"/>
                    </a:cubicBezTo>
                    <a:cubicBezTo>
                      <a:pt x="1333488" y="1142270"/>
                      <a:pt x="1356719" y="1149401"/>
                      <a:pt x="1360527" y="1162617"/>
                    </a:cubicBezTo>
                    <a:cubicBezTo>
                      <a:pt x="1364190" y="1173261"/>
                      <a:pt x="1370791" y="1182655"/>
                      <a:pt x="1379569" y="1189715"/>
                    </a:cubicBezTo>
                    <a:cubicBezTo>
                      <a:pt x="1383377" y="1192567"/>
                      <a:pt x="1381473" y="1200649"/>
                      <a:pt x="1384329" y="1204833"/>
                    </a:cubicBezTo>
                    <a:cubicBezTo>
                      <a:pt x="1387185" y="1209016"/>
                      <a:pt x="1386709" y="1217193"/>
                      <a:pt x="1390042" y="1217193"/>
                    </a:cubicBezTo>
                    <a:cubicBezTo>
                      <a:pt x="1393374" y="1217193"/>
                      <a:pt x="1410416" y="1227652"/>
                      <a:pt x="1418033" y="1226701"/>
                    </a:cubicBezTo>
                    <a:cubicBezTo>
                      <a:pt x="1421067" y="1226935"/>
                      <a:pt x="1423972" y="1228023"/>
                      <a:pt x="1426411" y="1229839"/>
                    </a:cubicBezTo>
                    <a:cubicBezTo>
                      <a:pt x="1427268" y="1213960"/>
                      <a:pt x="1410987" y="1210823"/>
                      <a:pt x="1420603" y="1203977"/>
                    </a:cubicBezTo>
                    <a:cubicBezTo>
                      <a:pt x="1431743" y="1195515"/>
                      <a:pt x="1420128" y="1188479"/>
                      <a:pt x="1425459" y="1184961"/>
                    </a:cubicBezTo>
                    <a:cubicBezTo>
                      <a:pt x="1430791" y="1181443"/>
                      <a:pt x="1440121" y="1177925"/>
                      <a:pt x="1440121" y="1172601"/>
                    </a:cubicBezTo>
                    <a:cubicBezTo>
                      <a:pt x="1440121" y="1167276"/>
                      <a:pt x="1445072" y="1167276"/>
                      <a:pt x="1452117" y="1168132"/>
                    </a:cubicBezTo>
                    <a:cubicBezTo>
                      <a:pt x="1459163" y="1168988"/>
                      <a:pt x="1472587" y="1156627"/>
                      <a:pt x="1471730" y="1151683"/>
                    </a:cubicBezTo>
                    <a:cubicBezTo>
                      <a:pt x="1470873" y="1146739"/>
                      <a:pt x="1473063" y="1145978"/>
                      <a:pt x="1481251" y="1147690"/>
                    </a:cubicBezTo>
                    <a:cubicBezTo>
                      <a:pt x="1489439" y="1149401"/>
                      <a:pt x="1488392" y="1138182"/>
                      <a:pt x="1493723" y="1139703"/>
                    </a:cubicBezTo>
                    <a:cubicBezTo>
                      <a:pt x="1499055" y="1141224"/>
                      <a:pt x="1503244" y="1144647"/>
                      <a:pt x="1503911" y="1140559"/>
                    </a:cubicBezTo>
                    <a:cubicBezTo>
                      <a:pt x="1504577" y="1136470"/>
                      <a:pt x="1509718" y="1137516"/>
                      <a:pt x="1513431" y="1142841"/>
                    </a:cubicBezTo>
                    <a:cubicBezTo>
                      <a:pt x="1517145" y="1148165"/>
                      <a:pt x="1529046" y="1149496"/>
                      <a:pt x="1529903" y="1142841"/>
                    </a:cubicBezTo>
                    <a:cubicBezTo>
                      <a:pt x="1530759" y="1136185"/>
                      <a:pt x="1537424" y="1142841"/>
                      <a:pt x="1543232" y="1149021"/>
                    </a:cubicBezTo>
                    <a:cubicBezTo>
                      <a:pt x="1549039" y="1155201"/>
                      <a:pt x="1551705" y="1153489"/>
                      <a:pt x="1560084" y="1153870"/>
                    </a:cubicBezTo>
                    <a:cubicBezTo>
                      <a:pt x="1568462" y="1154250"/>
                      <a:pt x="1568557" y="1152158"/>
                      <a:pt x="1569033" y="1146834"/>
                    </a:cubicBezTo>
                    <a:cubicBezTo>
                      <a:pt x="1569509" y="1141509"/>
                      <a:pt x="1578554" y="1158338"/>
                      <a:pt x="1586742" y="1159194"/>
                    </a:cubicBezTo>
                    <a:cubicBezTo>
                      <a:pt x="1594930" y="1160050"/>
                      <a:pt x="1588551" y="1153870"/>
                      <a:pt x="1582362" y="1149021"/>
                    </a:cubicBezTo>
                    <a:cubicBezTo>
                      <a:pt x="1576174" y="1144172"/>
                      <a:pt x="1583695" y="1141890"/>
                      <a:pt x="1578363" y="1137896"/>
                    </a:cubicBezTo>
                    <a:cubicBezTo>
                      <a:pt x="1573032" y="1133903"/>
                      <a:pt x="1585028" y="1128388"/>
                      <a:pt x="1595691" y="1129054"/>
                    </a:cubicBezTo>
                    <a:cubicBezTo>
                      <a:pt x="1606355" y="1129719"/>
                      <a:pt x="1605879" y="1132191"/>
                      <a:pt x="1609877" y="1125916"/>
                    </a:cubicBezTo>
                    <a:cubicBezTo>
                      <a:pt x="1613876" y="1119641"/>
                      <a:pt x="1617875" y="1125916"/>
                      <a:pt x="1617875" y="1131241"/>
                    </a:cubicBezTo>
                    <a:cubicBezTo>
                      <a:pt x="1617875" y="1136565"/>
                      <a:pt x="1635203" y="1128103"/>
                      <a:pt x="1644533" y="1128103"/>
                    </a:cubicBezTo>
                    <a:cubicBezTo>
                      <a:pt x="1653065" y="1128149"/>
                      <a:pt x="1660664" y="1133500"/>
                      <a:pt x="1663575" y="1141509"/>
                    </a:cubicBezTo>
                    <a:cubicBezTo>
                      <a:pt x="1664527" y="1146834"/>
                      <a:pt x="1670715" y="1149496"/>
                      <a:pt x="1677380" y="1143696"/>
                    </a:cubicBezTo>
                    <a:cubicBezTo>
                      <a:pt x="1684045" y="1137896"/>
                      <a:pt x="1689852" y="1131241"/>
                      <a:pt x="1696422" y="1137421"/>
                    </a:cubicBezTo>
                    <a:cubicBezTo>
                      <a:pt x="1702991" y="1143601"/>
                      <a:pt x="1708894" y="1152158"/>
                      <a:pt x="1716415" y="1159670"/>
                    </a:cubicBezTo>
                    <a:cubicBezTo>
                      <a:pt x="1723937" y="1167181"/>
                      <a:pt x="1712893" y="1176499"/>
                      <a:pt x="1716891" y="1182299"/>
                    </a:cubicBezTo>
                    <a:cubicBezTo>
                      <a:pt x="1720890" y="1188099"/>
                      <a:pt x="1716415" y="1196085"/>
                      <a:pt x="1725270" y="1202266"/>
                    </a:cubicBezTo>
                    <a:cubicBezTo>
                      <a:pt x="1734124" y="1208446"/>
                      <a:pt x="1726222" y="1221282"/>
                      <a:pt x="1733267" y="1223183"/>
                    </a:cubicBezTo>
                    <a:cubicBezTo>
                      <a:pt x="1740313" y="1225085"/>
                      <a:pt x="1746216" y="1236019"/>
                      <a:pt x="1747072" y="1240393"/>
                    </a:cubicBezTo>
                    <a:cubicBezTo>
                      <a:pt x="1747929" y="1244766"/>
                      <a:pt x="1761354" y="1250661"/>
                      <a:pt x="1762210" y="1243055"/>
                    </a:cubicBezTo>
                    <a:cubicBezTo>
                      <a:pt x="1763067" y="1235449"/>
                      <a:pt x="1770208" y="1226701"/>
                      <a:pt x="1771065" y="1219570"/>
                    </a:cubicBezTo>
                    <a:cubicBezTo>
                      <a:pt x="1770415" y="1205451"/>
                      <a:pt x="1766644" y="1191652"/>
                      <a:pt x="1760021" y="1179161"/>
                    </a:cubicBezTo>
                    <a:cubicBezTo>
                      <a:pt x="1754213" y="1171174"/>
                      <a:pt x="1761354" y="1169653"/>
                      <a:pt x="1754213" y="1160145"/>
                    </a:cubicBezTo>
                    <a:cubicBezTo>
                      <a:pt x="1746592" y="1148560"/>
                      <a:pt x="1742705" y="1134923"/>
                      <a:pt x="1743074" y="1121067"/>
                    </a:cubicBezTo>
                    <a:cubicBezTo>
                      <a:pt x="1743074" y="1107756"/>
                      <a:pt x="1759069" y="1085982"/>
                      <a:pt x="1766685" y="1079327"/>
                    </a:cubicBezTo>
                    <a:cubicBezTo>
                      <a:pt x="1774302" y="1072671"/>
                      <a:pt x="1782680" y="1076189"/>
                      <a:pt x="1784394" y="1069153"/>
                    </a:cubicBezTo>
                    <a:cubicBezTo>
                      <a:pt x="1786108" y="1062117"/>
                      <a:pt x="1795533" y="1053180"/>
                      <a:pt x="1800865" y="1053180"/>
                    </a:cubicBezTo>
                    <a:cubicBezTo>
                      <a:pt x="1806197" y="1053180"/>
                      <a:pt x="1812004" y="1054511"/>
                      <a:pt x="1812861" y="1048711"/>
                    </a:cubicBezTo>
                    <a:cubicBezTo>
                      <a:pt x="1813718" y="1042911"/>
                      <a:pt x="1822382" y="1035780"/>
                      <a:pt x="1834188" y="1034069"/>
                    </a:cubicBezTo>
                    <a:cubicBezTo>
                      <a:pt x="1845994" y="1032357"/>
                      <a:pt x="1839043" y="1026082"/>
                      <a:pt x="1835997" y="1020757"/>
                    </a:cubicBezTo>
                    <a:cubicBezTo>
                      <a:pt x="1832950" y="1015433"/>
                      <a:pt x="1838663" y="1010108"/>
                      <a:pt x="1840852" y="1013626"/>
                    </a:cubicBezTo>
                    <a:cubicBezTo>
                      <a:pt x="1844584" y="1017337"/>
                      <a:pt x="1850495" y="1017704"/>
                      <a:pt x="1854657" y="1014482"/>
                    </a:cubicBezTo>
                    <a:cubicBezTo>
                      <a:pt x="1859132" y="1011440"/>
                      <a:pt x="1869320" y="1002977"/>
                      <a:pt x="1859513" y="1002502"/>
                    </a:cubicBezTo>
                    <a:cubicBezTo>
                      <a:pt x="1849707" y="1002027"/>
                      <a:pt x="1847517" y="998128"/>
                      <a:pt x="1853325" y="995846"/>
                    </a:cubicBezTo>
                    <a:cubicBezTo>
                      <a:pt x="1859132" y="993564"/>
                      <a:pt x="1854182" y="983011"/>
                      <a:pt x="1846184" y="982155"/>
                    </a:cubicBezTo>
                    <a:cubicBezTo>
                      <a:pt x="1838186" y="981299"/>
                      <a:pt x="1840852" y="977211"/>
                      <a:pt x="1846184" y="972647"/>
                    </a:cubicBezTo>
                    <a:cubicBezTo>
                      <a:pt x="1851516" y="968083"/>
                      <a:pt x="1839139" y="959811"/>
                      <a:pt x="1833331" y="955818"/>
                    </a:cubicBezTo>
                    <a:cubicBezTo>
                      <a:pt x="1827523" y="951824"/>
                      <a:pt x="1836854" y="949542"/>
                      <a:pt x="1841328" y="948687"/>
                    </a:cubicBezTo>
                    <a:cubicBezTo>
                      <a:pt x="1845803" y="947831"/>
                      <a:pt x="1842185" y="927389"/>
                      <a:pt x="1844470" y="922539"/>
                    </a:cubicBezTo>
                    <a:cubicBezTo>
                      <a:pt x="1846755" y="917690"/>
                      <a:pt x="1853991" y="917595"/>
                      <a:pt x="1851135" y="922539"/>
                    </a:cubicBezTo>
                    <a:cubicBezTo>
                      <a:pt x="1848279" y="927484"/>
                      <a:pt x="1843518" y="935375"/>
                      <a:pt x="1849326" y="941556"/>
                    </a:cubicBezTo>
                    <a:cubicBezTo>
                      <a:pt x="1855176" y="948062"/>
                      <a:pt x="1857197" y="957147"/>
                      <a:pt x="1854657" y="965516"/>
                    </a:cubicBezTo>
                    <a:cubicBezTo>
                      <a:pt x="1852468" y="975689"/>
                      <a:pt x="1856847" y="973027"/>
                      <a:pt x="1863607" y="959716"/>
                    </a:cubicBezTo>
                    <a:cubicBezTo>
                      <a:pt x="1870367" y="946405"/>
                      <a:pt x="1871129" y="934900"/>
                      <a:pt x="1866654" y="933569"/>
                    </a:cubicBezTo>
                    <a:cubicBezTo>
                      <a:pt x="1862179" y="932238"/>
                      <a:pt x="1862655" y="918927"/>
                      <a:pt x="1867606" y="925107"/>
                    </a:cubicBezTo>
                    <a:cubicBezTo>
                      <a:pt x="1872557" y="931287"/>
                      <a:pt x="1874270" y="932238"/>
                      <a:pt x="1881792" y="924251"/>
                    </a:cubicBezTo>
                    <a:cubicBezTo>
                      <a:pt x="1889313" y="916264"/>
                      <a:pt x="1897311" y="902478"/>
                      <a:pt x="1892455" y="899340"/>
                    </a:cubicBezTo>
                    <a:cubicBezTo>
                      <a:pt x="1887600" y="896202"/>
                      <a:pt x="1894645" y="893160"/>
                      <a:pt x="1903595" y="893635"/>
                    </a:cubicBezTo>
                    <a:cubicBezTo>
                      <a:pt x="1913882" y="893445"/>
                      <a:pt x="1923959" y="890700"/>
                      <a:pt x="1932919" y="885648"/>
                    </a:cubicBezTo>
                    <a:cubicBezTo>
                      <a:pt x="1937203" y="876996"/>
                      <a:pt x="1902262" y="889642"/>
                      <a:pt x="1902262" y="884698"/>
                    </a:cubicBezTo>
                    <a:cubicBezTo>
                      <a:pt x="1902262" y="879753"/>
                      <a:pt x="1924445" y="875190"/>
                      <a:pt x="1934632" y="874524"/>
                    </a:cubicBezTo>
                    <a:cubicBezTo>
                      <a:pt x="1944820" y="873858"/>
                      <a:pt x="1939964" y="860357"/>
                      <a:pt x="1944153" y="866062"/>
                    </a:cubicBezTo>
                    <a:cubicBezTo>
                      <a:pt x="1948323" y="871068"/>
                      <a:pt x="1955767" y="871750"/>
                      <a:pt x="1960779" y="867585"/>
                    </a:cubicBezTo>
                    <a:cubicBezTo>
                      <a:pt x="1960855" y="867522"/>
                      <a:pt x="1960931" y="867458"/>
                      <a:pt x="1961005" y="867393"/>
                    </a:cubicBezTo>
                    <a:cubicBezTo>
                      <a:pt x="1966813" y="863875"/>
                      <a:pt x="1962338" y="853702"/>
                      <a:pt x="1955673" y="851895"/>
                    </a:cubicBezTo>
                    <a:cubicBezTo>
                      <a:pt x="1949009" y="850088"/>
                      <a:pt x="1960624" y="845715"/>
                      <a:pt x="1958339" y="841721"/>
                    </a:cubicBezTo>
                    <a:cubicBezTo>
                      <a:pt x="1957750" y="832492"/>
                      <a:pt x="1962891" y="823848"/>
                      <a:pt x="1971288" y="819948"/>
                    </a:cubicBezTo>
                    <a:cubicBezTo>
                      <a:pt x="1979761" y="818141"/>
                      <a:pt x="1975762" y="812817"/>
                      <a:pt x="1982808" y="812817"/>
                    </a:cubicBezTo>
                    <a:cubicBezTo>
                      <a:pt x="1989853" y="812817"/>
                      <a:pt x="1991281" y="804355"/>
                      <a:pt x="1997470" y="798175"/>
                    </a:cubicBezTo>
                    <a:cubicBezTo>
                      <a:pt x="2003658" y="791994"/>
                      <a:pt x="2012608" y="807683"/>
                      <a:pt x="2022414" y="799125"/>
                    </a:cubicBezTo>
                    <a:cubicBezTo>
                      <a:pt x="2027067" y="794966"/>
                      <a:pt x="2032067" y="791212"/>
                      <a:pt x="2037362" y="787906"/>
                    </a:cubicBezTo>
                    <a:cubicBezTo>
                      <a:pt x="2024151" y="772881"/>
                      <a:pt x="2017834" y="753024"/>
                      <a:pt x="2019939" y="73314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26" name="Freeform 2717">
                <a:extLst>
                  <a:ext uri="{FF2B5EF4-FFF2-40B4-BE49-F238E27FC236}">
                    <a16:creationId xmlns:a16="http://schemas.microsoft.com/office/drawing/2014/main" id="{FBAECCC2-DB02-B78A-95AC-AF160924B1CF}"/>
                  </a:ext>
                </a:extLst>
              </p:cNvPr>
              <p:cNvSpPr/>
              <p:nvPr/>
            </p:nvSpPr>
            <p:spPr>
              <a:xfrm>
                <a:off x="8235967" y="6363166"/>
                <a:ext cx="22449" cy="67259"/>
              </a:xfrm>
              <a:custGeom>
                <a:avLst/>
                <a:gdLst>
                  <a:gd name="connsiteX0" fmla="*/ 16638 w 9520"/>
                  <a:gd name="connsiteY0" fmla="*/ 32470 h 28524"/>
                  <a:gd name="connsiteX1" fmla="*/ 8545 w 9520"/>
                  <a:gd name="connsiteY1" fmla="*/ 24388 h 28524"/>
                  <a:gd name="connsiteX2" fmla="*/ 1785 w 9520"/>
                  <a:gd name="connsiteY2" fmla="*/ 10981 h 28524"/>
                  <a:gd name="connsiteX3" fmla="*/ 9116 w 9520"/>
                  <a:gd name="connsiteY3" fmla="*/ 5182 h 28524"/>
                  <a:gd name="connsiteX4" fmla="*/ 11116 w 9520"/>
                  <a:gd name="connsiteY4" fmla="*/ 20204 h 28524"/>
                  <a:gd name="connsiteX5" fmla="*/ 16638 w 9520"/>
                  <a:gd name="connsiteY5" fmla="*/ 32470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20" h="28524">
                    <a:moveTo>
                      <a:pt x="16638" y="32470"/>
                    </a:moveTo>
                    <a:cubicBezTo>
                      <a:pt x="15400" y="35132"/>
                      <a:pt x="8735" y="29047"/>
                      <a:pt x="8545" y="24388"/>
                    </a:cubicBezTo>
                    <a:cubicBezTo>
                      <a:pt x="8354" y="19729"/>
                      <a:pt x="1785" y="18968"/>
                      <a:pt x="1785" y="10981"/>
                    </a:cubicBezTo>
                    <a:cubicBezTo>
                      <a:pt x="1785" y="2995"/>
                      <a:pt x="5022" y="-1854"/>
                      <a:pt x="9116" y="5182"/>
                    </a:cubicBezTo>
                    <a:cubicBezTo>
                      <a:pt x="13210" y="12217"/>
                      <a:pt x="10449" y="16781"/>
                      <a:pt x="11116" y="20204"/>
                    </a:cubicBezTo>
                    <a:cubicBezTo>
                      <a:pt x="11782" y="23627"/>
                      <a:pt x="18827" y="27811"/>
                      <a:pt x="16638" y="324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27" name="Freeform 2718">
                <a:extLst>
                  <a:ext uri="{FF2B5EF4-FFF2-40B4-BE49-F238E27FC236}">
                    <a16:creationId xmlns:a16="http://schemas.microsoft.com/office/drawing/2014/main" id="{5BD0F851-1113-EE2D-67AB-40158EB6A147}"/>
                  </a:ext>
                </a:extLst>
              </p:cNvPr>
              <p:cNvSpPr/>
              <p:nvPr/>
            </p:nvSpPr>
            <p:spPr>
              <a:xfrm>
                <a:off x="9022645" y="7075746"/>
                <a:ext cx="44901" cy="44840"/>
              </a:xfrm>
              <a:custGeom>
                <a:avLst/>
                <a:gdLst>
                  <a:gd name="connsiteX0" fmla="*/ 3196 w 19041"/>
                  <a:gd name="connsiteY0" fmla="*/ 16721 h 19016"/>
                  <a:gd name="connsiteX1" fmla="*/ 2624 w 19041"/>
                  <a:gd name="connsiteY1" fmla="*/ 7213 h 19016"/>
                  <a:gd name="connsiteX2" fmla="*/ 17382 w 19041"/>
                  <a:gd name="connsiteY2" fmla="*/ 3125 h 19016"/>
                  <a:gd name="connsiteX3" fmla="*/ 18429 w 19041"/>
                  <a:gd name="connsiteY3" fmla="*/ 14725 h 19016"/>
                  <a:gd name="connsiteX4" fmla="*/ 3196 w 19041"/>
                  <a:gd name="connsiteY4" fmla="*/ 16721 h 19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41" h="19016">
                    <a:moveTo>
                      <a:pt x="3196" y="16721"/>
                    </a:moveTo>
                    <a:cubicBezTo>
                      <a:pt x="530" y="14249"/>
                      <a:pt x="7099" y="9305"/>
                      <a:pt x="2624" y="7213"/>
                    </a:cubicBezTo>
                    <a:cubicBezTo>
                      <a:pt x="-1850" y="5121"/>
                      <a:pt x="12812" y="-869"/>
                      <a:pt x="17382" y="3125"/>
                    </a:cubicBezTo>
                    <a:cubicBezTo>
                      <a:pt x="21952" y="7118"/>
                      <a:pt x="22523" y="12633"/>
                      <a:pt x="18429" y="14725"/>
                    </a:cubicBezTo>
                    <a:cubicBezTo>
                      <a:pt x="14335" y="16816"/>
                      <a:pt x="5576" y="18908"/>
                      <a:pt x="3196" y="167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</p:grpSp>
        <p:grpSp>
          <p:nvGrpSpPr>
            <p:cNvPr id="38" name="Group 708">
              <a:extLst>
                <a:ext uri="{FF2B5EF4-FFF2-40B4-BE49-F238E27FC236}">
                  <a16:creationId xmlns:a16="http://schemas.microsoft.com/office/drawing/2014/main" id="{74C25F8C-267F-B77D-6929-3448B3A71C14}"/>
                </a:ext>
              </a:extLst>
            </p:cNvPr>
            <p:cNvGrpSpPr/>
            <p:nvPr/>
          </p:nvGrpSpPr>
          <p:grpSpPr>
            <a:xfrm>
              <a:off x="5491818" y="3654852"/>
              <a:ext cx="1463242" cy="1630371"/>
              <a:chOff x="5491819" y="3654851"/>
              <a:chExt cx="1463243" cy="1630370"/>
            </a:xfrm>
            <a:grpFill/>
          </p:grpSpPr>
          <p:sp>
            <p:nvSpPr>
              <p:cNvPr id="161" name="Freeform 2720">
                <a:extLst>
                  <a:ext uri="{FF2B5EF4-FFF2-40B4-BE49-F238E27FC236}">
                    <a16:creationId xmlns:a16="http://schemas.microsoft.com/office/drawing/2014/main" id="{F9EB6C06-B2AD-AA54-1D8A-19B1CBBE9EA0}"/>
                  </a:ext>
                </a:extLst>
              </p:cNvPr>
              <p:cNvSpPr/>
              <p:nvPr/>
            </p:nvSpPr>
            <p:spPr>
              <a:xfrm>
                <a:off x="6114249" y="4876990"/>
                <a:ext cx="276618" cy="266014"/>
              </a:xfrm>
              <a:custGeom>
                <a:avLst/>
                <a:gdLst>
                  <a:gd name="connsiteX0" fmla="*/ 96136 w 257062"/>
                  <a:gd name="connsiteY0" fmla="*/ 244713 h 247208"/>
                  <a:gd name="connsiteX1" fmla="*/ 107371 w 257062"/>
                  <a:gd name="connsiteY1" fmla="*/ 238723 h 247208"/>
                  <a:gd name="connsiteX2" fmla="*/ 118034 w 257062"/>
                  <a:gd name="connsiteY2" fmla="*/ 252985 h 247208"/>
                  <a:gd name="connsiteX3" fmla="*/ 143550 w 257062"/>
                  <a:gd name="connsiteY3" fmla="*/ 252414 h 247208"/>
                  <a:gd name="connsiteX4" fmla="*/ 156403 w 257062"/>
                  <a:gd name="connsiteY4" fmla="*/ 239008 h 247208"/>
                  <a:gd name="connsiteX5" fmla="*/ 156403 w 257062"/>
                  <a:gd name="connsiteY5" fmla="*/ 107417 h 247208"/>
                  <a:gd name="connsiteX6" fmla="*/ 176492 w 257062"/>
                  <a:gd name="connsiteY6" fmla="*/ 99716 h 247208"/>
                  <a:gd name="connsiteX7" fmla="*/ 176492 w 257062"/>
                  <a:gd name="connsiteY7" fmla="*/ 31068 h 247208"/>
                  <a:gd name="connsiteX8" fmla="*/ 195534 w 257062"/>
                  <a:gd name="connsiteY8" fmla="*/ 28691 h 247208"/>
                  <a:gd name="connsiteX9" fmla="*/ 218098 w 257062"/>
                  <a:gd name="connsiteY9" fmla="*/ 22225 h 247208"/>
                  <a:gd name="connsiteX10" fmla="*/ 228761 w 257062"/>
                  <a:gd name="connsiteY10" fmla="*/ 29832 h 247208"/>
                  <a:gd name="connsiteX11" fmla="*/ 242947 w 257062"/>
                  <a:gd name="connsiteY11" fmla="*/ 20989 h 247208"/>
                  <a:gd name="connsiteX12" fmla="*/ 256467 w 257062"/>
                  <a:gd name="connsiteY12" fmla="*/ 18422 h 247208"/>
                  <a:gd name="connsiteX13" fmla="*/ 254848 w 257062"/>
                  <a:gd name="connsiteY13" fmla="*/ 13763 h 247208"/>
                  <a:gd name="connsiteX14" fmla="*/ 212766 w 257062"/>
                  <a:gd name="connsiteY14" fmla="*/ 16806 h 247208"/>
                  <a:gd name="connsiteX15" fmla="*/ 181729 w 257062"/>
                  <a:gd name="connsiteY15" fmla="*/ 18802 h 247208"/>
                  <a:gd name="connsiteX16" fmla="*/ 137647 w 257062"/>
                  <a:gd name="connsiteY16" fmla="*/ 18802 h 247208"/>
                  <a:gd name="connsiteX17" fmla="*/ 130602 w 257062"/>
                  <a:gd name="connsiteY17" fmla="*/ 11766 h 247208"/>
                  <a:gd name="connsiteX18" fmla="*/ 61195 w 257062"/>
                  <a:gd name="connsiteY18" fmla="*/ 11766 h 247208"/>
                  <a:gd name="connsiteX19" fmla="*/ 43105 w 257062"/>
                  <a:gd name="connsiteY19" fmla="*/ 6822 h 247208"/>
                  <a:gd name="connsiteX20" fmla="*/ 24064 w 257062"/>
                  <a:gd name="connsiteY20" fmla="*/ 5777 h 247208"/>
                  <a:gd name="connsiteX21" fmla="*/ 15114 w 257062"/>
                  <a:gd name="connsiteY21" fmla="*/ 1783 h 247208"/>
                  <a:gd name="connsiteX22" fmla="*/ 8069 w 257062"/>
                  <a:gd name="connsiteY22" fmla="*/ 6822 h 247208"/>
                  <a:gd name="connsiteX23" fmla="*/ 1785 w 257062"/>
                  <a:gd name="connsiteY23" fmla="*/ 8438 h 247208"/>
                  <a:gd name="connsiteX24" fmla="*/ 13591 w 257062"/>
                  <a:gd name="connsiteY24" fmla="*/ 34586 h 247208"/>
                  <a:gd name="connsiteX25" fmla="*/ 33108 w 257062"/>
                  <a:gd name="connsiteY25" fmla="*/ 75470 h 247208"/>
                  <a:gd name="connsiteX26" fmla="*/ 53578 w 257062"/>
                  <a:gd name="connsiteY26" fmla="*/ 117115 h 247208"/>
                  <a:gd name="connsiteX27" fmla="*/ 54435 w 257062"/>
                  <a:gd name="connsiteY27" fmla="*/ 150869 h 247208"/>
                  <a:gd name="connsiteX28" fmla="*/ 61195 w 257062"/>
                  <a:gd name="connsiteY28" fmla="*/ 181960 h 247208"/>
                  <a:gd name="connsiteX29" fmla="*/ 74810 w 257062"/>
                  <a:gd name="connsiteY29" fmla="*/ 230451 h 247208"/>
                  <a:gd name="connsiteX30" fmla="*/ 87282 w 257062"/>
                  <a:gd name="connsiteY30" fmla="*/ 246424 h 247208"/>
                  <a:gd name="connsiteX31" fmla="*/ 96136 w 257062"/>
                  <a:gd name="connsiteY31" fmla="*/ 244713 h 247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57062" h="247208">
                    <a:moveTo>
                      <a:pt x="96136" y="244713"/>
                    </a:moveTo>
                    <a:cubicBezTo>
                      <a:pt x="96136" y="240529"/>
                      <a:pt x="103277" y="232828"/>
                      <a:pt x="107371" y="238723"/>
                    </a:cubicBezTo>
                    <a:cubicBezTo>
                      <a:pt x="111465" y="244618"/>
                      <a:pt x="109751" y="252985"/>
                      <a:pt x="118034" y="252985"/>
                    </a:cubicBezTo>
                    <a:cubicBezTo>
                      <a:pt x="126317" y="252985"/>
                      <a:pt x="141170" y="255932"/>
                      <a:pt x="143550" y="252414"/>
                    </a:cubicBezTo>
                    <a:cubicBezTo>
                      <a:pt x="145930" y="248896"/>
                      <a:pt x="156403" y="245854"/>
                      <a:pt x="156403" y="239008"/>
                    </a:cubicBezTo>
                    <a:lnTo>
                      <a:pt x="156403" y="107417"/>
                    </a:lnTo>
                    <a:cubicBezTo>
                      <a:pt x="156403" y="102663"/>
                      <a:pt x="176492" y="107417"/>
                      <a:pt x="176492" y="99716"/>
                    </a:cubicBezTo>
                    <a:lnTo>
                      <a:pt x="176492" y="31068"/>
                    </a:lnTo>
                    <a:cubicBezTo>
                      <a:pt x="182875" y="30596"/>
                      <a:pt x="189231" y="29803"/>
                      <a:pt x="195534" y="28691"/>
                    </a:cubicBezTo>
                    <a:cubicBezTo>
                      <a:pt x="199723" y="27550"/>
                      <a:pt x="214575" y="19848"/>
                      <a:pt x="218098" y="22225"/>
                    </a:cubicBezTo>
                    <a:cubicBezTo>
                      <a:pt x="221621" y="24602"/>
                      <a:pt x="226381" y="32874"/>
                      <a:pt x="228761" y="29832"/>
                    </a:cubicBezTo>
                    <a:cubicBezTo>
                      <a:pt x="232147" y="25141"/>
                      <a:pt x="237241" y="21966"/>
                      <a:pt x="242947" y="20989"/>
                    </a:cubicBezTo>
                    <a:cubicBezTo>
                      <a:pt x="247521" y="20533"/>
                      <a:pt x="252045" y="19674"/>
                      <a:pt x="256467" y="18422"/>
                    </a:cubicBezTo>
                    <a:cubicBezTo>
                      <a:pt x="255579" y="17012"/>
                      <a:pt x="255026" y="15419"/>
                      <a:pt x="254848" y="13763"/>
                    </a:cubicBezTo>
                    <a:cubicBezTo>
                      <a:pt x="254848" y="8819"/>
                      <a:pt x="218764" y="14809"/>
                      <a:pt x="212766" y="16806"/>
                    </a:cubicBezTo>
                    <a:cubicBezTo>
                      <a:pt x="202723" y="19907"/>
                      <a:pt x="192088" y="20591"/>
                      <a:pt x="181729" y="18802"/>
                    </a:cubicBezTo>
                    <a:cubicBezTo>
                      <a:pt x="175730" y="15760"/>
                      <a:pt x="137647" y="18802"/>
                      <a:pt x="137647" y="18802"/>
                    </a:cubicBezTo>
                    <a:lnTo>
                      <a:pt x="130602" y="11766"/>
                    </a:lnTo>
                    <a:lnTo>
                      <a:pt x="61195" y="11766"/>
                    </a:lnTo>
                    <a:cubicBezTo>
                      <a:pt x="54784" y="12155"/>
                      <a:pt x="48425" y="10417"/>
                      <a:pt x="43105" y="6822"/>
                    </a:cubicBezTo>
                    <a:cubicBezTo>
                      <a:pt x="37403" y="3096"/>
                      <a:pt x="30141" y="2697"/>
                      <a:pt x="24064" y="5777"/>
                    </a:cubicBezTo>
                    <a:cubicBezTo>
                      <a:pt x="17114" y="8819"/>
                      <a:pt x="20065" y="1783"/>
                      <a:pt x="15114" y="1783"/>
                    </a:cubicBezTo>
                    <a:cubicBezTo>
                      <a:pt x="11995" y="1982"/>
                      <a:pt x="9262" y="3937"/>
                      <a:pt x="8069" y="6822"/>
                    </a:cubicBezTo>
                    <a:lnTo>
                      <a:pt x="1785" y="8438"/>
                    </a:lnTo>
                    <a:cubicBezTo>
                      <a:pt x="3019" y="18136"/>
                      <a:pt x="7130" y="27242"/>
                      <a:pt x="13591" y="34586"/>
                    </a:cubicBezTo>
                    <a:cubicBezTo>
                      <a:pt x="22037" y="47202"/>
                      <a:pt x="28611" y="60973"/>
                      <a:pt x="33108" y="75470"/>
                    </a:cubicBezTo>
                    <a:cubicBezTo>
                      <a:pt x="37583" y="89922"/>
                      <a:pt x="50341" y="106181"/>
                      <a:pt x="53578" y="117115"/>
                    </a:cubicBezTo>
                    <a:cubicBezTo>
                      <a:pt x="56815" y="128049"/>
                      <a:pt x="51198" y="143833"/>
                      <a:pt x="54435" y="150869"/>
                    </a:cubicBezTo>
                    <a:cubicBezTo>
                      <a:pt x="57894" y="160934"/>
                      <a:pt x="60163" y="171369"/>
                      <a:pt x="61195" y="181960"/>
                    </a:cubicBezTo>
                    <a:cubicBezTo>
                      <a:pt x="63004" y="194130"/>
                      <a:pt x="63861" y="219992"/>
                      <a:pt x="74810" y="230451"/>
                    </a:cubicBezTo>
                    <a:cubicBezTo>
                      <a:pt x="79547" y="235298"/>
                      <a:pt x="83730" y="240655"/>
                      <a:pt x="87282" y="246424"/>
                    </a:cubicBezTo>
                    <a:cubicBezTo>
                      <a:pt x="92423" y="247185"/>
                      <a:pt x="96136" y="247850"/>
                      <a:pt x="96136" y="2447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62" name="Freeform 2721">
                <a:extLst>
                  <a:ext uri="{FF2B5EF4-FFF2-40B4-BE49-F238E27FC236}">
                    <a16:creationId xmlns:a16="http://schemas.microsoft.com/office/drawing/2014/main" id="{38DB5533-F359-6753-9FB2-64373C909CA6}"/>
                  </a:ext>
                </a:extLst>
              </p:cNvPr>
              <p:cNvSpPr/>
              <p:nvPr/>
            </p:nvSpPr>
            <p:spPr>
              <a:xfrm>
                <a:off x="6388408" y="4846706"/>
                <a:ext cx="163921" cy="153469"/>
              </a:xfrm>
              <a:custGeom>
                <a:avLst/>
                <a:gdLst>
                  <a:gd name="connsiteX0" fmla="*/ 108038 w 152333"/>
                  <a:gd name="connsiteY0" fmla="*/ 8248 h 142620"/>
                  <a:gd name="connsiteX1" fmla="*/ 105086 w 152333"/>
                  <a:gd name="connsiteY1" fmla="*/ 1783 h 142620"/>
                  <a:gd name="connsiteX2" fmla="*/ 87853 w 152333"/>
                  <a:gd name="connsiteY2" fmla="*/ 2353 h 142620"/>
                  <a:gd name="connsiteX3" fmla="*/ 76619 w 152333"/>
                  <a:gd name="connsiteY3" fmla="*/ 12432 h 142620"/>
                  <a:gd name="connsiteX4" fmla="*/ 58244 w 152333"/>
                  <a:gd name="connsiteY4" fmla="*/ 26599 h 142620"/>
                  <a:gd name="connsiteX5" fmla="*/ 37488 w 152333"/>
                  <a:gd name="connsiteY5" fmla="*/ 49133 h 142620"/>
                  <a:gd name="connsiteX6" fmla="*/ 11972 w 152333"/>
                  <a:gd name="connsiteY6" fmla="*/ 44949 h 142620"/>
                  <a:gd name="connsiteX7" fmla="*/ 1785 w 152333"/>
                  <a:gd name="connsiteY7" fmla="*/ 46566 h 142620"/>
                  <a:gd name="connsiteX8" fmla="*/ 13210 w 152333"/>
                  <a:gd name="connsiteY8" fmla="*/ 57975 h 142620"/>
                  <a:gd name="connsiteX9" fmla="*/ 24254 w 152333"/>
                  <a:gd name="connsiteY9" fmla="*/ 81935 h 142620"/>
                  <a:gd name="connsiteX10" fmla="*/ 44248 w 152333"/>
                  <a:gd name="connsiteY10" fmla="*/ 96007 h 142620"/>
                  <a:gd name="connsiteX11" fmla="*/ 52246 w 152333"/>
                  <a:gd name="connsiteY11" fmla="*/ 111030 h 142620"/>
                  <a:gd name="connsiteX12" fmla="*/ 66337 w 152333"/>
                  <a:gd name="connsiteY12" fmla="*/ 125007 h 142620"/>
                  <a:gd name="connsiteX13" fmla="*/ 80427 w 152333"/>
                  <a:gd name="connsiteY13" fmla="*/ 133469 h 142620"/>
                  <a:gd name="connsiteX14" fmla="*/ 99469 w 152333"/>
                  <a:gd name="connsiteY14" fmla="*/ 136987 h 142620"/>
                  <a:gd name="connsiteX15" fmla="*/ 122224 w 152333"/>
                  <a:gd name="connsiteY15" fmla="*/ 141266 h 142620"/>
                  <a:gd name="connsiteX16" fmla="*/ 142598 w 152333"/>
                  <a:gd name="connsiteY16" fmla="*/ 121013 h 142620"/>
                  <a:gd name="connsiteX17" fmla="*/ 147930 w 152333"/>
                  <a:gd name="connsiteY17" fmla="*/ 101522 h 142620"/>
                  <a:gd name="connsiteX18" fmla="*/ 158593 w 152333"/>
                  <a:gd name="connsiteY18" fmla="*/ 86404 h 142620"/>
                  <a:gd name="connsiteX19" fmla="*/ 152309 w 152333"/>
                  <a:gd name="connsiteY19" fmla="*/ 71286 h 142620"/>
                  <a:gd name="connsiteX20" fmla="*/ 157641 w 152333"/>
                  <a:gd name="connsiteY20" fmla="*/ 53602 h 142620"/>
                  <a:gd name="connsiteX21" fmla="*/ 156784 w 152333"/>
                  <a:gd name="connsiteY21" fmla="*/ 22510 h 142620"/>
                  <a:gd name="connsiteX22" fmla="*/ 133649 w 152333"/>
                  <a:gd name="connsiteY22" fmla="*/ 14523 h 142620"/>
                  <a:gd name="connsiteX23" fmla="*/ 108038 w 152333"/>
                  <a:gd name="connsiteY23" fmla="*/ 8248 h 142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333" h="142620">
                    <a:moveTo>
                      <a:pt x="108038" y="8248"/>
                    </a:moveTo>
                    <a:lnTo>
                      <a:pt x="105086" y="1783"/>
                    </a:lnTo>
                    <a:lnTo>
                      <a:pt x="87853" y="2353"/>
                    </a:lnTo>
                    <a:cubicBezTo>
                      <a:pt x="76619" y="5301"/>
                      <a:pt x="76619" y="8914"/>
                      <a:pt x="76619" y="12432"/>
                    </a:cubicBezTo>
                    <a:cubicBezTo>
                      <a:pt x="76619" y="15950"/>
                      <a:pt x="65956" y="24222"/>
                      <a:pt x="58244" y="26599"/>
                    </a:cubicBezTo>
                    <a:cubicBezTo>
                      <a:pt x="50532" y="28976"/>
                      <a:pt x="42249" y="46756"/>
                      <a:pt x="37488" y="49133"/>
                    </a:cubicBezTo>
                    <a:cubicBezTo>
                      <a:pt x="32728" y="51510"/>
                      <a:pt x="16733" y="45615"/>
                      <a:pt x="11972" y="44949"/>
                    </a:cubicBezTo>
                    <a:cubicBezTo>
                      <a:pt x="8520" y="45032"/>
                      <a:pt x="5094" y="45576"/>
                      <a:pt x="1785" y="46566"/>
                    </a:cubicBezTo>
                    <a:cubicBezTo>
                      <a:pt x="4737" y="51795"/>
                      <a:pt x="11306" y="57975"/>
                      <a:pt x="13210" y="57975"/>
                    </a:cubicBezTo>
                    <a:cubicBezTo>
                      <a:pt x="15115" y="57975"/>
                      <a:pt x="17209" y="78988"/>
                      <a:pt x="24254" y="81935"/>
                    </a:cubicBezTo>
                    <a:cubicBezTo>
                      <a:pt x="31300" y="84883"/>
                      <a:pt x="44248" y="92014"/>
                      <a:pt x="44248" y="96007"/>
                    </a:cubicBezTo>
                    <a:cubicBezTo>
                      <a:pt x="44248" y="100001"/>
                      <a:pt x="52246" y="104945"/>
                      <a:pt x="52246" y="111030"/>
                    </a:cubicBezTo>
                    <a:cubicBezTo>
                      <a:pt x="53374" y="118266"/>
                      <a:pt x="59083" y="123929"/>
                      <a:pt x="66337" y="125007"/>
                    </a:cubicBezTo>
                    <a:cubicBezTo>
                      <a:pt x="79094" y="124531"/>
                      <a:pt x="80427" y="129856"/>
                      <a:pt x="80427" y="133469"/>
                    </a:cubicBezTo>
                    <a:cubicBezTo>
                      <a:pt x="80427" y="137082"/>
                      <a:pt x="97374" y="133469"/>
                      <a:pt x="99469" y="136987"/>
                    </a:cubicBezTo>
                    <a:cubicBezTo>
                      <a:pt x="101563" y="140505"/>
                      <a:pt x="118510" y="139079"/>
                      <a:pt x="122224" y="141266"/>
                    </a:cubicBezTo>
                    <a:cubicBezTo>
                      <a:pt x="129174" y="134515"/>
                      <a:pt x="139171" y="125577"/>
                      <a:pt x="142598" y="121013"/>
                    </a:cubicBezTo>
                    <a:cubicBezTo>
                      <a:pt x="147930" y="113978"/>
                      <a:pt x="143455" y="104184"/>
                      <a:pt x="147930" y="101522"/>
                    </a:cubicBezTo>
                    <a:cubicBezTo>
                      <a:pt x="152405" y="98860"/>
                      <a:pt x="162116" y="87260"/>
                      <a:pt x="158593" y="86404"/>
                    </a:cubicBezTo>
                    <a:cubicBezTo>
                      <a:pt x="155070" y="85548"/>
                      <a:pt x="157641" y="76896"/>
                      <a:pt x="152309" y="71286"/>
                    </a:cubicBezTo>
                    <a:cubicBezTo>
                      <a:pt x="146978" y="65677"/>
                      <a:pt x="158593" y="63300"/>
                      <a:pt x="157641" y="53602"/>
                    </a:cubicBezTo>
                    <a:cubicBezTo>
                      <a:pt x="156689" y="43903"/>
                      <a:pt x="159450" y="24222"/>
                      <a:pt x="156784" y="22510"/>
                    </a:cubicBezTo>
                    <a:cubicBezTo>
                      <a:pt x="148823" y="20632"/>
                      <a:pt x="141072" y="17956"/>
                      <a:pt x="133649" y="14523"/>
                    </a:cubicBezTo>
                    <a:cubicBezTo>
                      <a:pt x="125610" y="10764"/>
                      <a:pt x="116906" y="8631"/>
                      <a:pt x="108038" y="82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63" name="Freeform 2722">
                <a:extLst>
                  <a:ext uri="{FF2B5EF4-FFF2-40B4-BE49-F238E27FC236}">
                    <a16:creationId xmlns:a16="http://schemas.microsoft.com/office/drawing/2014/main" id="{8CD16844-2F0B-FEC9-2CB7-A4E7F658B364}"/>
                  </a:ext>
                </a:extLst>
              </p:cNvPr>
              <p:cNvSpPr/>
              <p:nvPr/>
            </p:nvSpPr>
            <p:spPr>
              <a:xfrm>
                <a:off x="6280731" y="4894896"/>
                <a:ext cx="194657" cy="204626"/>
              </a:xfrm>
              <a:custGeom>
                <a:avLst/>
                <a:gdLst>
                  <a:gd name="connsiteX0" fmla="*/ 166400 w 180895"/>
                  <a:gd name="connsiteY0" fmla="*/ 80224 h 190160"/>
                  <a:gd name="connsiteX1" fmla="*/ 152309 w 180895"/>
                  <a:gd name="connsiteY1" fmla="*/ 66247 h 190160"/>
                  <a:gd name="connsiteX2" fmla="*/ 144312 w 180895"/>
                  <a:gd name="connsiteY2" fmla="*/ 51225 h 190160"/>
                  <a:gd name="connsiteX3" fmla="*/ 124318 w 180895"/>
                  <a:gd name="connsiteY3" fmla="*/ 37153 h 190160"/>
                  <a:gd name="connsiteX4" fmla="*/ 113274 w 180895"/>
                  <a:gd name="connsiteY4" fmla="*/ 13192 h 190160"/>
                  <a:gd name="connsiteX5" fmla="*/ 101849 w 180895"/>
                  <a:gd name="connsiteY5" fmla="*/ 1783 h 190160"/>
                  <a:gd name="connsiteX6" fmla="*/ 88329 w 180895"/>
                  <a:gd name="connsiteY6" fmla="*/ 4350 h 190160"/>
                  <a:gd name="connsiteX7" fmla="*/ 74143 w 180895"/>
                  <a:gd name="connsiteY7" fmla="*/ 13192 h 190160"/>
                  <a:gd name="connsiteX8" fmla="*/ 63480 w 180895"/>
                  <a:gd name="connsiteY8" fmla="*/ 5586 h 190160"/>
                  <a:gd name="connsiteX9" fmla="*/ 40916 w 180895"/>
                  <a:gd name="connsiteY9" fmla="*/ 12052 h 190160"/>
                  <a:gd name="connsiteX10" fmla="*/ 21874 w 180895"/>
                  <a:gd name="connsiteY10" fmla="*/ 14429 h 190160"/>
                  <a:gd name="connsiteX11" fmla="*/ 21874 w 180895"/>
                  <a:gd name="connsiteY11" fmla="*/ 83077 h 190160"/>
                  <a:gd name="connsiteX12" fmla="*/ 1785 w 180895"/>
                  <a:gd name="connsiteY12" fmla="*/ 90778 h 190160"/>
                  <a:gd name="connsiteX13" fmla="*/ 1785 w 180895"/>
                  <a:gd name="connsiteY13" fmla="*/ 149633 h 190160"/>
                  <a:gd name="connsiteX14" fmla="*/ 11306 w 180895"/>
                  <a:gd name="connsiteY14" fmla="*/ 155813 h 190160"/>
                  <a:gd name="connsiteX15" fmla="*/ 17875 w 180895"/>
                  <a:gd name="connsiteY15" fmla="*/ 178347 h 190160"/>
                  <a:gd name="connsiteX16" fmla="*/ 13686 w 180895"/>
                  <a:gd name="connsiteY16" fmla="*/ 183101 h 190160"/>
                  <a:gd name="connsiteX17" fmla="*/ 17304 w 180895"/>
                  <a:gd name="connsiteY17" fmla="*/ 191943 h 190160"/>
                  <a:gd name="connsiteX18" fmla="*/ 37393 w 180895"/>
                  <a:gd name="connsiteY18" fmla="*/ 190707 h 190160"/>
                  <a:gd name="connsiteX19" fmla="*/ 55768 w 180895"/>
                  <a:gd name="connsiteY19" fmla="*/ 170075 h 190160"/>
                  <a:gd name="connsiteX20" fmla="*/ 69383 w 180895"/>
                  <a:gd name="connsiteY20" fmla="*/ 159426 h 190160"/>
                  <a:gd name="connsiteX21" fmla="*/ 93089 w 180895"/>
                  <a:gd name="connsiteY21" fmla="*/ 167127 h 190160"/>
                  <a:gd name="connsiteX22" fmla="*/ 112131 w 180895"/>
                  <a:gd name="connsiteY22" fmla="*/ 158190 h 190160"/>
                  <a:gd name="connsiteX23" fmla="*/ 119843 w 180895"/>
                  <a:gd name="connsiteY23" fmla="*/ 143453 h 190160"/>
                  <a:gd name="connsiteX24" fmla="*/ 137076 w 180895"/>
                  <a:gd name="connsiteY24" fmla="*/ 130997 h 190160"/>
                  <a:gd name="connsiteX25" fmla="*/ 145359 w 180895"/>
                  <a:gd name="connsiteY25" fmla="*/ 117400 h 190160"/>
                  <a:gd name="connsiteX26" fmla="*/ 161354 w 180895"/>
                  <a:gd name="connsiteY26" fmla="*/ 105515 h 190160"/>
                  <a:gd name="connsiteX27" fmla="*/ 173826 w 180895"/>
                  <a:gd name="connsiteY27" fmla="*/ 98479 h 190160"/>
                  <a:gd name="connsiteX28" fmla="*/ 180681 w 180895"/>
                  <a:gd name="connsiteY28" fmla="*/ 88971 h 190160"/>
                  <a:gd name="connsiteX29" fmla="*/ 180681 w 180895"/>
                  <a:gd name="connsiteY29" fmla="*/ 88971 h 190160"/>
                  <a:gd name="connsiteX30" fmla="*/ 166400 w 180895"/>
                  <a:gd name="connsiteY30" fmla="*/ 80224 h 190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80895" h="190160">
                    <a:moveTo>
                      <a:pt x="166400" y="80224"/>
                    </a:moveTo>
                    <a:cubicBezTo>
                      <a:pt x="159147" y="79146"/>
                      <a:pt x="153437" y="73483"/>
                      <a:pt x="152309" y="66247"/>
                    </a:cubicBezTo>
                    <a:cubicBezTo>
                      <a:pt x="152309" y="60162"/>
                      <a:pt x="144312" y="55218"/>
                      <a:pt x="144312" y="51225"/>
                    </a:cubicBezTo>
                    <a:cubicBezTo>
                      <a:pt x="144312" y="47231"/>
                      <a:pt x="131268" y="40195"/>
                      <a:pt x="124318" y="37153"/>
                    </a:cubicBezTo>
                    <a:cubicBezTo>
                      <a:pt x="117368" y="34110"/>
                      <a:pt x="115940" y="13192"/>
                      <a:pt x="113274" y="13192"/>
                    </a:cubicBezTo>
                    <a:cubicBezTo>
                      <a:pt x="110608" y="13192"/>
                      <a:pt x="104800" y="7012"/>
                      <a:pt x="101849" y="1783"/>
                    </a:cubicBezTo>
                    <a:cubicBezTo>
                      <a:pt x="97427" y="3035"/>
                      <a:pt x="92903" y="3894"/>
                      <a:pt x="88329" y="4350"/>
                    </a:cubicBezTo>
                    <a:cubicBezTo>
                      <a:pt x="82623" y="5327"/>
                      <a:pt x="77529" y="8502"/>
                      <a:pt x="74143" y="13192"/>
                    </a:cubicBezTo>
                    <a:cubicBezTo>
                      <a:pt x="71763" y="16235"/>
                      <a:pt x="67003" y="7868"/>
                      <a:pt x="63480" y="5586"/>
                    </a:cubicBezTo>
                    <a:cubicBezTo>
                      <a:pt x="59957" y="3304"/>
                      <a:pt x="45105" y="10911"/>
                      <a:pt x="40916" y="12052"/>
                    </a:cubicBezTo>
                    <a:cubicBezTo>
                      <a:pt x="34613" y="13164"/>
                      <a:pt x="28257" y="13957"/>
                      <a:pt x="21874" y="14429"/>
                    </a:cubicBezTo>
                    <a:lnTo>
                      <a:pt x="21874" y="83077"/>
                    </a:lnTo>
                    <a:cubicBezTo>
                      <a:pt x="21874" y="90778"/>
                      <a:pt x="1785" y="86024"/>
                      <a:pt x="1785" y="90778"/>
                    </a:cubicBezTo>
                    <a:lnTo>
                      <a:pt x="1785" y="149633"/>
                    </a:lnTo>
                    <a:cubicBezTo>
                      <a:pt x="6069" y="151154"/>
                      <a:pt x="10259" y="153246"/>
                      <a:pt x="11306" y="155813"/>
                    </a:cubicBezTo>
                    <a:cubicBezTo>
                      <a:pt x="14815" y="162876"/>
                      <a:pt x="17039" y="170506"/>
                      <a:pt x="17875" y="178347"/>
                    </a:cubicBezTo>
                    <a:cubicBezTo>
                      <a:pt x="16638" y="181865"/>
                      <a:pt x="13686" y="179488"/>
                      <a:pt x="13686" y="183101"/>
                    </a:cubicBezTo>
                    <a:cubicBezTo>
                      <a:pt x="13686" y="186714"/>
                      <a:pt x="11306" y="191943"/>
                      <a:pt x="17304" y="191943"/>
                    </a:cubicBezTo>
                    <a:cubicBezTo>
                      <a:pt x="23302" y="191943"/>
                      <a:pt x="33299" y="195461"/>
                      <a:pt x="37393" y="190707"/>
                    </a:cubicBezTo>
                    <a:cubicBezTo>
                      <a:pt x="41487" y="185953"/>
                      <a:pt x="55197" y="175399"/>
                      <a:pt x="55768" y="170075"/>
                    </a:cubicBezTo>
                    <a:cubicBezTo>
                      <a:pt x="56339" y="164750"/>
                      <a:pt x="59291" y="152865"/>
                      <a:pt x="69383" y="159426"/>
                    </a:cubicBezTo>
                    <a:cubicBezTo>
                      <a:pt x="75836" y="165231"/>
                      <a:pt x="84452" y="168030"/>
                      <a:pt x="93089" y="167127"/>
                    </a:cubicBezTo>
                    <a:cubicBezTo>
                      <a:pt x="106133" y="167127"/>
                      <a:pt x="109751" y="166462"/>
                      <a:pt x="112131" y="158190"/>
                    </a:cubicBezTo>
                    <a:cubicBezTo>
                      <a:pt x="114512" y="149918"/>
                      <a:pt x="112131" y="143453"/>
                      <a:pt x="119843" y="143453"/>
                    </a:cubicBezTo>
                    <a:cubicBezTo>
                      <a:pt x="127555" y="143453"/>
                      <a:pt x="137076" y="136321"/>
                      <a:pt x="137076" y="130997"/>
                    </a:cubicBezTo>
                    <a:cubicBezTo>
                      <a:pt x="137076" y="125672"/>
                      <a:pt x="140599" y="117400"/>
                      <a:pt x="145359" y="117400"/>
                    </a:cubicBezTo>
                    <a:cubicBezTo>
                      <a:pt x="152379" y="116440"/>
                      <a:pt x="158416" y="111954"/>
                      <a:pt x="161354" y="105515"/>
                    </a:cubicBezTo>
                    <a:cubicBezTo>
                      <a:pt x="162497" y="99620"/>
                      <a:pt x="170875" y="101997"/>
                      <a:pt x="173826" y="98479"/>
                    </a:cubicBezTo>
                    <a:cubicBezTo>
                      <a:pt x="175254" y="96673"/>
                      <a:pt x="178111" y="92585"/>
                      <a:pt x="180681" y="88971"/>
                    </a:cubicBezTo>
                    <a:lnTo>
                      <a:pt x="180681" y="88971"/>
                    </a:lnTo>
                    <a:cubicBezTo>
                      <a:pt x="180491" y="85073"/>
                      <a:pt x="179158" y="79749"/>
                      <a:pt x="166400" y="802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64" name="Freeform 2723">
                <a:extLst>
                  <a:ext uri="{FF2B5EF4-FFF2-40B4-BE49-F238E27FC236}">
                    <a16:creationId xmlns:a16="http://schemas.microsoft.com/office/drawing/2014/main" id="{95EF52C0-CCE2-CE6B-64E8-888EE7C9CFE8}"/>
                  </a:ext>
                </a:extLst>
              </p:cNvPr>
              <p:cNvSpPr/>
              <p:nvPr/>
            </p:nvSpPr>
            <p:spPr>
              <a:xfrm>
                <a:off x="6507455" y="5074454"/>
                <a:ext cx="30735" cy="30694"/>
              </a:xfrm>
              <a:custGeom>
                <a:avLst/>
                <a:gdLst>
                  <a:gd name="connsiteX0" fmla="*/ 15400 w 28562"/>
                  <a:gd name="connsiteY0" fmla="*/ 1783 h 28524"/>
                  <a:gd name="connsiteX1" fmla="*/ 1785 w 28562"/>
                  <a:gd name="connsiteY1" fmla="*/ 16235 h 28524"/>
                  <a:gd name="connsiteX2" fmla="*/ 14162 w 28562"/>
                  <a:gd name="connsiteY2" fmla="*/ 34776 h 28524"/>
                  <a:gd name="connsiteX3" fmla="*/ 25301 w 28562"/>
                  <a:gd name="connsiteY3" fmla="*/ 30212 h 28524"/>
                  <a:gd name="connsiteX4" fmla="*/ 28634 w 28562"/>
                  <a:gd name="connsiteY4" fmla="*/ 24887 h 28524"/>
                  <a:gd name="connsiteX5" fmla="*/ 26825 w 28562"/>
                  <a:gd name="connsiteY5" fmla="*/ 7678 h 28524"/>
                  <a:gd name="connsiteX6" fmla="*/ 15400 w 28562"/>
                  <a:gd name="connsiteY6" fmla="*/ 1783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62" h="28524">
                    <a:moveTo>
                      <a:pt x="15400" y="1783"/>
                    </a:moveTo>
                    <a:cubicBezTo>
                      <a:pt x="10449" y="1783"/>
                      <a:pt x="1785" y="13763"/>
                      <a:pt x="1785" y="16235"/>
                    </a:cubicBezTo>
                    <a:cubicBezTo>
                      <a:pt x="1785" y="18707"/>
                      <a:pt x="7974" y="34395"/>
                      <a:pt x="14162" y="34776"/>
                    </a:cubicBezTo>
                    <a:cubicBezTo>
                      <a:pt x="20351" y="35156"/>
                      <a:pt x="24825" y="34776"/>
                      <a:pt x="25301" y="30212"/>
                    </a:cubicBezTo>
                    <a:cubicBezTo>
                      <a:pt x="25678" y="28072"/>
                      <a:pt x="26873" y="26163"/>
                      <a:pt x="28634" y="24887"/>
                    </a:cubicBezTo>
                    <a:cubicBezTo>
                      <a:pt x="28634" y="20989"/>
                      <a:pt x="27110" y="12717"/>
                      <a:pt x="26825" y="7678"/>
                    </a:cubicBezTo>
                    <a:cubicBezTo>
                      <a:pt x="23526" y="4854"/>
                      <a:pt x="19615" y="2835"/>
                      <a:pt x="15400" y="1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65" name="Freeform 2724">
                <a:extLst>
                  <a:ext uri="{FF2B5EF4-FFF2-40B4-BE49-F238E27FC236}">
                    <a16:creationId xmlns:a16="http://schemas.microsoft.com/office/drawing/2014/main" id="{50B5CCD4-3EEF-33C4-4067-1BA478081B45}"/>
                  </a:ext>
                </a:extLst>
              </p:cNvPr>
              <p:cNvSpPr/>
              <p:nvPr/>
            </p:nvSpPr>
            <p:spPr>
              <a:xfrm>
                <a:off x="6429388" y="5139425"/>
                <a:ext cx="51225" cy="51157"/>
              </a:xfrm>
              <a:custGeom>
                <a:avLst/>
                <a:gdLst>
                  <a:gd name="connsiteX0" fmla="*/ 33775 w 47604"/>
                  <a:gd name="connsiteY0" fmla="*/ 3208 h 47540"/>
                  <a:gd name="connsiteX1" fmla="*/ 13591 w 47604"/>
                  <a:gd name="connsiteY1" fmla="*/ 11480 h 47540"/>
                  <a:gd name="connsiteX2" fmla="*/ 1785 w 47604"/>
                  <a:gd name="connsiteY2" fmla="*/ 29164 h 47540"/>
                  <a:gd name="connsiteX3" fmla="*/ 13591 w 47604"/>
                  <a:gd name="connsiteY3" fmla="*/ 45803 h 47540"/>
                  <a:gd name="connsiteX4" fmla="*/ 21874 w 47604"/>
                  <a:gd name="connsiteY4" fmla="*/ 46945 h 47540"/>
                  <a:gd name="connsiteX5" fmla="*/ 26635 w 47604"/>
                  <a:gd name="connsiteY5" fmla="*/ 36295 h 47540"/>
                  <a:gd name="connsiteX6" fmla="*/ 39678 w 47604"/>
                  <a:gd name="connsiteY6" fmla="*/ 32777 h 47540"/>
                  <a:gd name="connsiteX7" fmla="*/ 46819 w 47604"/>
                  <a:gd name="connsiteY7" fmla="*/ 18515 h 47540"/>
                  <a:gd name="connsiteX8" fmla="*/ 33775 w 47604"/>
                  <a:gd name="connsiteY8" fmla="*/ 3208 h 4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04" h="47540">
                    <a:moveTo>
                      <a:pt x="33775" y="3208"/>
                    </a:moveTo>
                    <a:cubicBezTo>
                      <a:pt x="31395" y="-1546"/>
                      <a:pt x="15971" y="6726"/>
                      <a:pt x="13591" y="11480"/>
                    </a:cubicBezTo>
                    <a:cubicBezTo>
                      <a:pt x="11211" y="16234"/>
                      <a:pt x="1785" y="29164"/>
                      <a:pt x="1785" y="29164"/>
                    </a:cubicBezTo>
                    <a:lnTo>
                      <a:pt x="13591" y="45803"/>
                    </a:lnTo>
                    <a:lnTo>
                      <a:pt x="21874" y="46945"/>
                    </a:lnTo>
                    <a:cubicBezTo>
                      <a:pt x="21874" y="46945"/>
                      <a:pt x="24254" y="41049"/>
                      <a:pt x="26635" y="36295"/>
                    </a:cubicBezTo>
                    <a:cubicBezTo>
                      <a:pt x="29015" y="31541"/>
                      <a:pt x="39678" y="37531"/>
                      <a:pt x="39678" y="32777"/>
                    </a:cubicBezTo>
                    <a:cubicBezTo>
                      <a:pt x="39678" y="28023"/>
                      <a:pt x="46819" y="23269"/>
                      <a:pt x="46819" y="18515"/>
                    </a:cubicBezTo>
                    <a:cubicBezTo>
                      <a:pt x="46819" y="13761"/>
                      <a:pt x="36155" y="7867"/>
                      <a:pt x="33775" y="32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66" name="Freeform 2725">
                <a:extLst>
                  <a:ext uri="{FF2B5EF4-FFF2-40B4-BE49-F238E27FC236}">
                    <a16:creationId xmlns:a16="http://schemas.microsoft.com/office/drawing/2014/main" id="{C48DFEC5-530A-1F0B-7EE9-2118CFC51F9E}"/>
                  </a:ext>
                </a:extLst>
              </p:cNvPr>
              <p:cNvSpPr/>
              <p:nvPr/>
            </p:nvSpPr>
            <p:spPr>
              <a:xfrm>
                <a:off x="6206352" y="4988512"/>
                <a:ext cx="348333" cy="296709"/>
              </a:xfrm>
              <a:custGeom>
                <a:avLst/>
                <a:gdLst>
                  <a:gd name="connsiteX0" fmla="*/ 308832 w 323707"/>
                  <a:gd name="connsiteY0" fmla="*/ 106846 h 275732"/>
                  <a:gd name="connsiteX1" fmla="*/ 308832 w 323707"/>
                  <a:gd name="connsiteY1" fmla="*/ 104755 h 275732"/>
                  <a:gd name="connsiteX2" fmla="*/ 305499 w 323707"/>
                  <a:gd name="connsiteY2" fmla="*/ 110079 h 275732"/>
                  <a:gd name="connsiteX3" fmla="*/ 294360 w 323707"/>
                  <a:gd name="connsiteY3" fmla="*/ 114643 h 275732"/>
                  <a:gd name="connsiteX4" fmla="*/ 281983 w 323707"/>
                  <a:gd name="connsiteY4" fmla="*/ 96102 h 275732"/>
                  <a:gd name="connsiteX5" fmla="*/ 295597 w 323707"/>
                  <a:gd name="connsiteY5" fmla="*/ 81650 h 275732"/>
                  <a:gd name="connsiteX6" fmla="*/ 307023 w 323707"/>
                  <a:gd name="connsiteY6" fmla="*/ 87545 h 275732"/>
                  <a:gd name="connsiteX7" fmla="*/ 307023 w 323707"/>
                  <a:gd name="connsiteY7" fmla="*/ 83742 h 275732"/>
                  <a:gd name="connsiteX8" fmla="*/ 305214 w 323707"/>
                  <a:gd name="connsiteY8" fmla="*/ 47421 h 275732"/>
                  <a:gd name="connsiteX9" fmla="*/ 292741 w 323707"/>
                  <a:gd name="connsiteY9" fmla="*/ 10055 h 275732"/>
                  <a:gd name="connsiteX10" fmla="*/ 269225 w 323707"/>
                  <a:gd name="connsiteY10" fmla="*/ 5206 h 275732"/>
                  <a:gd name="connsiteX11" fmla="*/ 250183 w 323707"/>
                  <a:gd name="connsiteY11" fmla="*/ 1783 h 275732"/>
                  <a:gd name="connsiteX12" fmla="*/ 243328 w 323707"/>
                  <a:gd name="connsiteY12" fmla="*/ 11291 h 275732"/>
                  <a:gd name="connsiteX13" fmla="*/ 230856 w 323707"/>
                  <a:gd name="connsiteY13" fmla="*/ 18327 h 275732"/>
                  <a:gd name="connsiteX14" fmla="*/ 214861 w 323707"/>
                  <a:gd name="connsiteY14" fmla="*/ 30212 h 275732"/>
                  <a:gd name="connsiteX15" fmla="*/ 206578 w 323707"/>
                  <a:gd name="connsiteY15" fmla="*/ 43808 h 275732"/>
                  <a:gd name="connsiteX16" fmla="*/ 189345 w 323707"/>
                  <a:gd name="connsiteY16" fmla="*/ 56264 h 275732"/>
                  <a:gd name="connsiteX17" fmla="*/ 181634 w 323707"/>
                  <a:gd name="connsiteY17" fmla="*/ 71001 h 275732"/>
                  <a:gd name="connsiteX18" fmla="*/ 162592 w 323707"/>
                  <a:gd name="connsiteY18" fmla="*/ 79939 h 275732"/>
                  <a:gd name="connsiteX19" fmla="*/ 138885 w 323707"/>
                  <a:gd name="connsiteY19" fmla="*/ 72237 h 275732"/>
                  <a:gd name="connsiteX20" fmla="*/ 125270 w 323707"/>
                  <a:gd name="connsiteY20" fmla="*/ 82886 h 275732"/>
                  <a:gd name="connsiteX21" fmla="*/ 106895 w 323707"/>
                  <a:gd name="connsiteY21" fmla="*/ 103518 h 275732"/>
                  <a:gd name="connsiteX22" fmla="*/ 86806 w 323707"/>
                  <a:gd name="connsiteY22" fmla="*/ 104755 h 275732"/>
                  <a:gd name="connsiteX23" fmla="*/ 83188 w 323707"/>
                  <a:gd name="connsiteY23" fmla="*/ 95912 h 275732"/>
                  <a:gd name="connsiteX24" fmla="*/ 87377 w 323707"/>
                  <a:gd name="connsiteY24" fmla="*/ 91158 h 275732"/>
                  <a:gd name="connsiteX25" fmla="*/ 80332 w 323707"/>
                  <a:gd name="connsiteY25" fmla="*/ 68814 h 275732"/>
                  <a:gd name="connsiteX26" fmla="*/ 70811 w 323707"/>
                  <a:gd name="connsiteY26" fmla="*/ 62634 h 275732"/>
                  <a:gd name="connsiteX27" fmla="*/ 70811 w 323707"/>
                  <a:gd name="connsiteY27" fmla="*/ 135370 h 275732"/>
                  <a:gd name="connsiteX28" fmla="*/ 57768 w 323707"/>
                  <a:gd name="connsiteY28" fmla="*/ 148396 h 275732"/>
                  <a:gd name="connsiteX29" fmla="*/ 32252 w 323707"/>
                  <a:gd name="connsiteY29" fmla="*/ 148967 h 275732"/>
                  <a:gd name="connsiteX30" fmla="*/ 21588 w 323707"/>
                  <a:gd name="connsiteY30" fmla="*/ 134705 h 275732"/>
                  <a:gd name="connsiteX31" fmla="*/ 10354 w 323707"/>
                  <a:gd name="connsiteY31" fmla="*/ 140695 h 275732"/>
                  <a:gd name="connsiteX32" fmla="*/ 1785 w 323707"/>
                  <a:gd name="connsiteY32" fmla="*/ 142691 h 275732"/>
                  <a:gd name="connsiteX33" fmla="*/ 16828 w 323707"/>
                  <a:gd name="connsiteY33" fmla="*/ 174733 h 275732"/>
                  <a:gd name="connsiteX34" fmla="*/ 35870 w 323707"/>
                  <a:gd name="connsiteY34" fmla="*/ 214287 h 275732"/>
                  <a:gd name="connsiteX35" fmla="*/ 35870 w 323707"/>
                  <a:gd name="connsiteY35" fmla="*/ 233303 h 275732"/>
                  <a:gd name="connsiteX36" fmla="*/ 35870 w 323707"/>
                  <a:gd name="connsiteY36" fmla="*/ 249657 h 275732"/>
                  <a:gd name="connsiteX37" fmla="*/ 42344 w 323707"/>
                  <a:gd name="connsiteY37" fmla="*/ 266771 h 275732"/>
                  <a:gd name="connsiteX38" fmla="*/ 50627 w 323707"/>
                  <a:gd name="connsiteY38" fmla="*/ 271811 h 275732"/>
                  <a:gd name="connsiteX39" fmla="*/ 61290 w 323707"/>
                  <a:gd name="connsiteY39" fmla="*/ 280368 h 275732"/>
                  <a:gd name="connsiteX40" fmla="*/ 72839 w 323707"/>
                  <a:gd name="connsiteY40" fmla="*/ 281215 h 275732"/>
                  <a:gd name="connsiteX41" fmla="*/ 74334 w 323707"/>
                  <a:gd name="connsiteY41" fmla="*/ 279512 h 275732"/>
                  <a:gd name="connsiteX42" fmla="*/ 98040 w 323707"/>
                  <a:gd name="connsiteY42" fmla="*/ 273332 h 275732"/>
                  <a:gd name="connsiteX43" fmla="*/ 116416 w 323707"/>
                  <a:gd name="connsiteY43" fmla="*/ 265916 h 275732"/>
                  <a:gd name="connsiteX44" fmla="*/ 147263 w 323707"/>
                  <a:gd name="connsiteY44" fmla="*/ 265916 h 275732"/>
                  <a:gd name="connsiteX45" fmla="*/ 166305 w 323707"/>
                  <a:gd name="connsiteY45" fmla="*/ 263539 h 275732"/>
                  <a:gd name="connsiteX46" fmla="*/ 179063 w 323707"/>
                  <a:gd name="connsiteY46" fmla="*/ 260876 h 275732"/>
                  <a:gd name="connsiteX47" fmla="*/ 195629 w 323707"/>
                  <a:gd name="connsiteY47" fmla="*/ 255266 h 275732"/>
                  <a:gd name="connsiteX48" fmla="*/ 236854 w 323707"/>
                  <a:gd name="connsiteY48" fmla="*/ 229214 h 275732"/>
                  <a:gd name="connsiteX49" fmla="*/ 284458 w 323707"/>
                  <a:gd name="connsiteY49" fmla="*/ 170930 h 275732"/>
                  <a:gd name="connsiteX50" fmla="*/ 313021 w 323707"/>
                  <a:gd name="connsiteY50" fmla="*/ 138983 h 275732"/>
                  <a:gd name="connsiteX51" fmla="*/ 322542 w 323707"/>
                  <a:gd name="connsiteY51" fmla="*/ 105991 h 275732"/>
                  <a:gd name="connsiteX52" fmla="*/ 308832 w 323707"/>
                  <a:gd name="connsiteY52" fmla="*/ 106846 h 275732"/>
                  <a:gd name="connsiteX53" fmla="*/ 247041 w 323707"/>
                  <a:gd name="connsiteY53" fmla="*/ 173402 h 275732"/>
                  <a:gd name="connsiteX54" fmla="*/ 233998 w 323707"/>
                  <a:gd name="connsiteY54" fmla="*/ 176920 h 275732"/>
                  <a:gd name="connsiteX55" fmla="*/ 229238 w 323707"/>
                  <a:gd name="connsiteY55" fmla="*/ 187569 h 275732"/>
                  <a:gd name="connsiteX56" fmla="*/ 220954 w 323707"/>
                  <a:gd name="connsiteY56" fmla="*/ 186428 h 275732"/>
                  <a:gd name="connsiteX57" fmla="*/ 209149 w 323707"/>
                  <a:gd name="connsiteY57" fmla="*/ 169789 h 275732"/>
                  <a:gd name="connsiteX58" fmla="*/ 220954 w 323707"/>
                  <a:gd name="connsiteY58" fmla="*/ 152105 h 275732"/>
                  <a:gd name="connsiteX59" fmla="*/ 241139 w 323707"/>
                  <a:gd name="connsiteY59" fmla="*/ 143833 h 275732"/>
                  <a:gd name="connsiteX60" fmla="*/ 254182 w 323707"/>
                  <a:gd name="connsiteY60" fmla="*/ 159140 h 275732"/>
                  <a:gd name="connsiteX61" fmla="*/ 246946 w 323707"/>
                  <a:gd name="connsiteY61" fmla="*/ 173402 h 27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23707" h="275732">
                    <a:moveTo>
                      <a:pt x="308832" y="106846"/>
                    </a:moveTo>
                    <a:cubicBezTo>
                      <a:pt x="308832" y="106846"/>
                      <a:pt x="308832" y="105991"/>
                      <a:pt x="308832" y="104755"/>
                    </a:cubicBezTo>
                    <a:cubicBezTo>
                      <a:pt x="307071" y="106030"/>
                      <a:pt x="305876" y="107939"/>
                      <a:pt x="305499" y="110079"/>
                    </a:cubicBezTo>
                    <a:cubicBezTo>
                      <a:pt x="305023" y="114643"/>
                      <a:pt x="300548" y="115023"/>
                      <a:pt x="294360" y="114643"/>
                    </a:cubicBezTo>
                    <a:cubicBezTo>
                      <a:pt x="288171" y="114263"/>
                      <a:pt x="281983" y="98574"/>
                      <a:pt x="281983" y="96102"/>
                    </a:cubicBezTo>
                    <a:cubicBezTo>
                      <a:pt x="281983" y="93630"/>
                      <a:pt x="290647" y="81650"/>
                      <a:pt x="295597" y="81650"/>
                    </a:cubicBezTo>
                    <a:cubicBezTo>
                      <a:pt x="299812" y="82703"/>
                      <a:pt x="303724" y="84721"/>
                      <a:pt x="307023" y="87545"/>
                    </a:cubicBezTo>
                    <a:cubicBezTo>
                      <a:pt x="306887" y="86281"/>
                      <a:pt x="306887" y="85006"/>
                      <a:pt x="307023" y="83742"/>
                    </a:cubicBezTo>
                    <a:cubicBezTo>
                      <a:pt x="307023" y="81080"/>
                      <a:pt x="310545" y="50464"/>
                      <a:pt x="305214" y="47421"/>
                    </a:cubicBezTo>
                    <a:cubicBezTo>
                      <a:pt x="299882" y="44379"/>
                      <a:pt x="294550" y="13192"/>
                      <a:pt x="292741" y="10055"/>
                    </a:cubicBezTo>
                    <a:cubicBezTo>
                      <a:pt x="290932" y="6917"/>
                      <a:pt x="271415" y="8819"/>
                      <a:pt x="269225" y="5206"/>
                    </a:cubicBezTo>
                    <a:cubicBezTo>
                      <a:pt x="267035" y="1592"/>
                      <a:pt x="250183" y="5206"/>
                      <a:pt x="250183" y="1783"/>
                    </a:cubicBezTo>
                    <a:cubicBezTo>
                      <a:pt x="247613" y="5586"/>
                      <a:pt x="244756" y="9674"/>
                      <a:pt x="243328" y="11291"/>
                    </a:cubicBezTo>
                    <a:cubicBezTo>
                      <a:pt x="240377" y="14809"/>
                      <a:pt x="231998" y="12432"/>
                      <a:pt x="230856" y="18327"/>
                    </a:cubicBezTo>
                    <a:cubicBezTo>
                      <a:pt x="227918" y="24765"/>
                      <a:pt x="221881" y="29251"/>
                      <a:pt x="214861" y="30212"/>
                    </a:cubicBezTo>
                    <a:cubicBezTo>
                      <a:pt x="210101" y="30212"/>
                      <a:pt x="206578" y="38484"/>
                      <a:pt x="206578" y="43808"/>
                    </a:cubicBezTo>
                    <a:cubicBezTo>
                      <a:pt x="206578" y="49133"/>
                      <a:pt x="197057" y="56264"/>
                      <a:pt x="189345" y="56264"/>
                    </a:cubicBezTo>
                    <a:cubicBezTo>
                      <a:pt x="181634" y="56264"/>
                      <a:pt x="184014" y="62729"/>
                      <a:pt x="181634" y="71001"/>
                    </a:cubicBezTo>
                    <a:cubicBezTo>
                      <a:pt x="179253" y="79273"/>
                      <a:pt x="175730" y="79939"/>
                      <a:pt x="162592" y="79939"/>
                    </a:cubicBezTo>
                    <a:cubicBezTo>
                      <a:pt x="153954" y="80841"/>
                      <a:pt x="145338" y="78042"/>
                      <a:pt x="138885" y="72237"/>
                    </a:cubicBezTo>
                    <a:cubicBezTo>
                      <a:pt x="128793" y="65677"/>
                      <a:pt x="125841" y="77562"/>
                      <a:pt x="125270" y="82886"/>
                    </a:cubicBezTo>
                    <a:cubicBezTo>
                      <a:pt x="124699" y="88211"/>
                      <a:pt x="111084" y="98860"/>
                      <a:pt x="106895" y="103518"/>
                    </a:cubicBezTo>
                    <a:cubicBezTo>
                      <a:pt x="102706" y="108178"/>
                      <a:pt x="92709" y="104755"/>
                      <a:pt x="86806" y="104755"/>
                    </a:cubicBezTo>
                    <a:cubicBezTo>
                      <a:pt x="80903" y="104755"/>
                      <a:pt x="83188" y="99430"/>
                      <a:pt x="83188" y="95912"/>
                    </a:cubicBezTo>
                    <a:cubicBezTo>
                      <a:pt x="83188" y="92394"/>
                      <a:pt x="86139" y="94676"/>
                      <a:pt x="87377" y="91158"/>
                    </a:cubicBezTo>
                    <a:cubicBezTo>
                      <a:pt x="86370" y="83353"/>
                      <a:pt x="83985" y="75788"/>
                      <a:pt x="80332" y="68814"/>
                    </a:cubicBezTo>
                    <a:cubicBezTo>
                      <a:pt x="79380" y="66247"/>
                      <a:pt x="75191" y="64155"/>
                      <a:pt x="70811" y="62634"/>
                    </a:cubicBezTo>
                    <a:lnTo>
                      <a:pt x="70811" y="135370"/>
                    </a:lnTo>
                    <a:cubicBezTo>
                      <a:pt x="70811" y="141836"/>
                      <a:pt x="60148" y="144878"/>
                      <a:pt x="57768" y="148396"/>
                    </a:cubicBezTo>
                    <a:cubicBezTo>
                      <a:pt x="55387" y="151914"/>
                      <a:pt x="40535" y="148967"/>
                      <a:pt x="32252" y="148967"/>
                    </a:cubicBezTo>
                    <a:cubicBezTo>
                      <a:pt x="23969" y="148967"/>
                      <a:pt x="25778" y="140695"/>
                      <a:pt x="21588" y="134705"/>
                    </a:cubicBezTo>
                    <a:cubicBezTo>
                      <a:pt x="17399" y="128715"/>
                      <a:pt x="10354" y="136511"/>
                      <a:pt x="10354" y="140695"/>
                    </a:cubicBezTo>
                    <a:cubicBezTo>
                      <a:pt x="10354" y="144878"/>
                      <a:pt x="6641" y="143167"/>
                      <a:pt x="1785" y="142691"/>
                    </a:cubicBezTo>
                    <a:cubicBezTo>
                      <a:pt x="8134" y="152695"/>
                      <a:pt x="13189" y="163461"/>
                      <a:pt x="16828" y="174733"/>
                    </a:cubicBezTo>
                    <a:cubicBezTo>
                      <a:pt x="21588" y="190422"/>
                      <a:pt x="33109" y="205159"/>
                      <a:pt x="35870" y="214287"/>
                    </a:cubicBezTo>
                    <a:cubicBezTo>
                      <a:pt x="38631" y="223415"/>
                      <a:pt x="42058" y="232067"/>
                      <a:pt x="35870" y="233303"/>
                    </a:cubicBezTo>
                    <a:cubicBezTo>
                      <a:pt x="29681" y="234539"/>
                      <a:pt x="29586" y="239578"/>
                      <a:pt x="35870" y="249657"/>
                    </a:cubicBezTo>
                    <a:cubicBezTo>
                      <a:pt x="42153" y="259735"/>
                      <a:pt x="36727" y="265630"/>
                      <a:pt x="42344" y="266771"/>
                    </a:cubicBezTo>
                    <a:cubicBezTo>
                      <a:pt x="47961" y="267912"/>
                      <a:pt x="46247" y="271525"/>
                      <a:pt x="50627" y="271811"/>
                    </a:cubicBezTo>
                    <a:cubicBezTo>
                      <a:pt x="55006" y="272096"/>
                      <a:pt x="58339" y="276565"/>
                      <a:pt x="61290" y="280368"/>
                    </a:cubicBezTo>
                    <a:cubicBezTo>
                      <a:pt x="64245" y="283786"/>
                      <a:pt x="69415" y="284166"/>
                      <a:pt x="72839" y="281215"/>
                    </a:cubicBezTo>
                    <a:cubicBezTo>
                      <a:pt x="73414" y="280720"/>
                      <a:pt x="73917" y="280146"/>
                      <a:pt x="74334" y="279512"/>
                    </a:cubicBezTo>
                    <a:cubicBezTo>
                      <a:pt x="77666" y="274758"/>
                      <a:pt x="87663" y="273332"/>
                      <a:pt x="98040" y="273332"/>
                    </a:cubicBezTo>
                    <a:cubicBezTo>
                      <a:pt x="108418" y="273332"/>
                      <a:pt x="106324" y="268863"/>
                      <a:pt x="116416" y="265916"/>
                    </a:cubicBezTo>
                    <a:cubicBezTo>
                      <a:pt x="126487" y="262973"/>
                      <a:pt x="137192" y="262973"/>
                      <a:pt x="147263" y="265916"/>
                    </a:cubicBezTo>
                    <a:cubicBezTo>
                      <a:pt x="153627" y="268197"/>
                      <a:pt x="160699" y="267314"/>
                      <a:pt x="166305" y="263539"/>
                    </a:cubicBezTo>
                    <a:cubicBezTo>
                      <a:pt x="170494" y="260876"/>
                      <a:pt x="178491" y="267722"/>
                      <a:pt x="179063" y="260876"/>
                    </a:cubicBezTo>
                    <a:cubicBezTo>
                      <a:pt x="179634" y="254031"/>
                      <a:pt x="187917" y="255266"/>
                      <a:pt x="195629" y="255266"/>
                    </a:cubicBezTo>
                    <a:cubicBezTo>
                      <a:pt x="203341" y="255266"/>
                      <a:pt x="222002" y="243096"/>
                      <a:pt x="236854" y="229214"/>
                    </a:cubicBezTo>
                    <a:cubicBezTo>
                      <a:pt x="254653" y="211442"/>
                      <a:pt x="270602" y="191914"/>
                      <a:pt x="284458" y="170930"/>
                    </a:cubicBezTo>
                    <a:cubicBezTo>
                      <a:pt x="292391" y="158965"/>
                      <a:pt x="302011" y="148205"/>
                      <a:pt x="313021" y="138983"/>
                    </a:cubicBezTo>
                    <a:cubicBezTo>
                      <a:pt x="318067" y="134325"/>
                      <a:pt x="321018" y="117971"/>
                      <a:pt x="322542" y="105991"/>
                    </a:cubicBezTo>
                    <a:cubicBezTo>
                      <a:pt x="317958" y="105974"/>
                      <a:pt x="313378" y="106260"/>
                      <a:pt x="308832" y="106846"/>
                    </a:cubicBezTo>
                    <a:close/>
                    <a:moveTo>
                      <a:pt x="247041" y="173402"/>
                    </a:moveTo>
                    <a:cubicBezTo>
                      <a:pt x="247041" y="178156"/>
                      <a:pt x="236378" y="172166"/>
                      <a:pt x="233998" y="176920"/>
                    </a:cubicBezTo>
                    <a:cubicBezTo>
                      <a:pt x="231618" y="181674"/>
                      <a:pt x="229238" y="187569"/>
                      <a:pt x="229238" y="187569"/>
                    </a:cubicBezTo>
                    <a:lnTo>
                      <a:pt x="220954" y="186428"/>
                    </a:lnTo>
                    <a:lnTo>
                      <a:pt x="209149" y="169789"/>
                    </a:lnTo>
                    <a:cubicBezTo>
                      <a:pt x="209149" y="169789"/>
                      <a:pt x="218669" y="156859"/>
                      <a:pt x="220954" y="152105"/>
                    </a:cubicBezTo>
                    <a:cubicBezTo>
                      <a:pt x="223239" y="147351"/>
                      <a:pt x="238758" y="139079"/>
                      <a:pt x="241139" y="143833"/>
                    </a:cubicBezTo>
                    <a:cubicBezTo>
                      <a:pt x="243519" y="148587"/>
                      <a:pt x="254182" y="154482"/>
                      <a:pt x="254182" y="159140"/>
                    </a:cubicBezTo>
                    <a:cubicBezTo>
                      <a:pt x="254182" y="163799"/>
                      <a:pt x="246946" y="168268"/>
                      <a:pt x="246946" y="173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67" name="Freeform 2726">
                <a:extLst>
                  <a:ext uri="{FF2B5EF4-FFF2-40B4-BE49-F238E27FC236}">
                    <a16:creationId xmlns:a16="http://schemas.microsoft.com/office/drawing/2014/main" id="{18F9868D-201B-49F6-8BDC-68AF1F9EE9BC}"/>
                  </a:ext>
                </a:extLst>
              </p:cNvPr>
              <p:cNvSpPr/>
              <p:nvPr/>
            </p:nvSpPr>
            <p:spPr>
              <a:xfrm>
                <a:off x="6115273" y="4631802"/>
                <a:ext cx="245882" cy="266014"/>
              </a:xfrm>
              <a:custGeom>
                <a:avLst/>
                <a:gdLst>
                  <a:gd name="connsiteX0" fmla="*/ 14543 w 228499"/>
                  <a:gd name="connsiteY0" fmla="*/ 229637 h 247208"/>
                  <a:gd name="connsiteX1" fmla="*/ 23493 w 228499"/>
                  <a:gd name="connsiteY1" fmla="*/ 233631 h 247208"/>
                  <a:gd name="connsiteX2" fmla="*/ 42535 w 228499"/>
                  <a:gd name="connsiteY2" fmla="*/ 234676 h 247208"/>
                  <a:gd name="connsiteX3" fmla="*/ 60624 w 228499"/>
                  <a:gd name="connsiteY3" fmla="*/ 239620 h 247208"/>
                  <a:gd name="connsiteX4" fmla="*/ 129745 w 228499"/>
                  <a:gd name="connsiteY4" fmla="*/ 239621 h 247208"/>
                  <a:gd name="connsiteX5" fmla="*/ 136791 w 228499"/>
                  <a:gd name="connsiteY5" fmla="*/ 246657 h 247208"/>
                  <a:gd name="connsiteX6" fmla="*/ 180872 w 228499"/>
                  <a:gd name="connsiteY6" fmla="*/ 246657 h 247208"/>
                  <a:gd name="connsiteX7" fmla="*/ 211910 w 228499"/>
                  <a:gd name="connsiteY7" fmla="*/ 244660 h 247208"/>
                  <a:gd name="connsiteX8" fmla="*/ 217432 w 228499"/>
                  <a:gd name="connsiteY8" fmla="*/ 243329 h 247208"/>
                  <a:gd name="connsiteX9" fmla="*/ 194487 w 228499"/>
                  <a:gd name="connsiteY9" fmla="*/ 212142 h 247208"/>
                  <a:gd name="connsiteX10" fmla="*/ 196581 w 228499"/>
                  <a:gd name="connsiteY10" fmla="*/ 145586 h 247208"/>
                  <a:gd name="connsiteX11" fmla="*/ 226286 w 228499"/>
                  <a:gd name="connsiteY11" fmla="*/ 146537 h 247208"/>
                  <a:gd name="connsiteX12" fmla="*/ 231428 w 228499"/>
                  <a:gd name="connsiteY12" fmla="*/ 141498 h 247208"/>
                  <a:gd name="connsiteX13" fmla="*/ 235712 w 228499"/>
                  <a:gd name="connsiteY13" fmla="*/ 101659 h 247208"/>
                  <a:gd name="connsiteX14" fmla="*/ 230285 w 228499"/>
                  <a:gd name="connsiteY14" fmla="*/ 101659 h 247208"/>
                  <a:gd name="connsiteX15" fmla="*/ 212481 w 228499"/>
                  <a:gd name="connsiteY15" fmla="*/ 103466 h 247208"/>
                  <a:gd name="connsiteX16" fmla="*/ 201818 w 228499"/>
                  <a:gd name="connsiteY16" fmla="*/ 108790 h 247208"/>
                  <a:gd name="connsiteX17" fmla="*/ 201818 w 228499"/>
                  <a:gd name="connsiteY17" fmla="*/ 92817 h 247208"/>
                  <a:gd name="connsiteX18" fmla="*/ 192297 w 228499"/>
                  <a:gd name="connsiteY18" fmla="*/ 76843 h 247208"/>
                  <a:gd name="connsiteX19" fmla="*/ 194963 w 228499"/>
                  <a:gd name="connsiteY19" fmla="*/ 48319 h 247208"/>
                  <a:gd name="connsiteX20" fmla="*/ 191440 w 228499"/>
                  <a:gd name="connsiteY20" fmla="*/ 32346 h 247208"/>
                  <a:gd name="connsiteX21" fmla="*/ 178111 w 228499"/>
                  <a:gd name="connsiteY21" fmla="*/ 29683 h 247208"/>
                  <a:gd name="connsiteX22" fmla="*/ 168590 w 228499"/>
                  <a:gd name="connsiteY22" fmla="*/ 25215 h 247208"/>
                  <a:gd name="connsiteX23" fmla="*/ 152595 w 228499"/>
                  <a:gd name="connsiteY23" fmla="*/ 25215 h 247208"/>
                  <a:gd name="connsiteX24" fmla="*/ 144597 w 228499"/>
                  <a:gd name="connsiteY24" fmla="*/ 42995 h 247208"/>
                  <a:gd name="connsiteX25" fmla="*/ 121557 w 228499"/>
                  <a:gd name="connsiteY25" fmla="*/ 46513 h 247208"/>
                  <a:gd name="connsiteX26" fmla="*/ 104610 w 228499"/>
                  <a:gd name="connsiteY26" fmla="*/ 34152 h 247208"/>
                  <a:gd name="connsiteX27" fmla="*/ 96613 w 228499"/>
                  <a:gd name="connsiteY27" fmla="*/ 19034 h 247208"/>
                  <a:gd name="connsiteX28" fmla="*/ 93090 w 228499"/>
                  <a:gd name="connsiteY28" fmla="*/ 2205 h 247208"/>
                  <a:gd name="connsiteX29" fmla="*/ 28158 w 228499"/>
                  <a:gd name="connsiteY29" fmla="*/ 2205 h 247208"/>
                  <a:gd name="connsiteX30" fmla="*/ 16828 w 228499"/>
                  <a:gd name="connsiteY30" fmla="*/ 8290 h 247208"/>
                  <a:gd name="connsiteX31" fmla="*/ 34442 w 228499"/>
                  <a:gd name="connsiteY31" fmla="*/ 50126 h 247208"/>
                  <a:gd name="connsiteX32" fmla="*/ 31205 w 228499"/>
                  <a:gd name="connsiteY32" fmla="*/ 71139 h 247208"/>
                  <a:gd name="connsiteX33" fmla="*/ 43582 w 228499"/>
                  <a:gd name="connsiteY33" fmla="*/ 113069 h 247208"/>
                  <a:gd name="connsiteX34" fmla="*/ 29396 w 228499"/>
                  <a:gd name="connsiteY34" fmla="*/ 142163 h 247208"/>
                  <a:gd name="connsiteX35" fmla="*/ 14829 w 228499"/>
                  <a:gd name="connsiteY35" fmla="*/ 180196 h 247208"/>
                  <a:gd name="connsiteX36" fmla="*/ 4451 w 228499"/>
                  <a:gd name="connsiteY36" fmla="*/ 208720 h 247208"/>
                  <a:gd name="connsiteX37" fmla="*/ 1785 w 228499"/>
                  <a:gd name="connsiteY37" fmla="*/ 235627 h 247208"/>
                  <a:gd name="connsiteX38" fmla="*/ 1785 w 228499"/>
                  <a:gd name="connsiteY38" fmla="*/ 236388 h 247208"/>
                  <a:gd name="connsiteX39" fmla="*/ 8069 w 228499"/>
                  <a:gd name="connsiteY39" fmla="*/ 234771 h 247208"/>
                  <a:gd name="connsiteX40" fmla="*/ 14543 w 228499"/>
                  <a:gd name="connsiteY40" fmla="*/ 229637 h 247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28499" h="247208">
                    <a:moveTo>
                      <a:pt x="14543" y="229637"/>
                    </a:moveTo>
                    <a:cubicBezTo>
                      <a:pt x="19494" y="229637"/>
                      <a:pt x="16543" y="236673"/>
                      <a:pt x="23493" y="233631"/>
                    </a:cubicBezTo>
                    <a:cubicBezTo>
                      <a:pt x="29570" y="230551"/>
                      <a:pt x="36832" y="230950"/>
                      <a:pt x="42535" y="234676"/>
                    </a:cubicBezTo>
                    <a:cubicBezTo>
                      <a:pt x="47854" y="238271"/>
                      <a:pt x="54213" y="240009"/>
                      <a:pt x="60624" y="239620"/>
                    </a:cubicBezTo>
                    <a:lnTo>
                      <a:pt x="129745" y="239621"/>
                    </a:lnTo>
                    <a:lnTo>
                      <a:pt x="136791" y="246657"/>
                    </a:lnTo>
                    <a:cubicBezTo>
                      <a:pt x="136791" y="246657"/>
                      <a:pt x="174874" y="243614"/>
                      <a:pt x="180872" y="246657"/>
                    </a:cubicBezTo>
                    <a:cubicBezTo>
                      <a:pt x="191231" y="248445"/>
                      <a:pt x="201866" y="247761"/>
                      <a:pt x="211910" y="244660"/>
                    </a:cubicBezTo>
                    <a:cubicBezTo>
                      <a:pt x="213716" y="244083"/>
                      <a:pt x="215561" y="243638"/>
                      <a:pt x="217432" y="243329"/>
                    </a:cubicBezTo>
                    <a:lnTo>
                      <a:pt x="194487" y="212142"/>
                    </a:lnTo>
                    <a:lnTo>
                      <a:pt x="196581" y="145586"/>
                    </a:lnTo>
                    <a:lnTo>
                      <a:pt x="226286" y="146537"/>
                    </a:lnTo>
                    <a:lnTo>
                      <a:pt x="231428" y="141498"/>
                    </a:lnTo>
                    <a:lnTo>
                      <a:pt x="235712" y="101659"/>
                    </a:lnTo>
                    <a:cubicBezTo>
                      <a:pt x="233996" y="100839"/>
                      <a:pt x="232000" y="100839"/>
                      <a:pt x="230285" y="101659"/>
                    </a:cubicBezTo>
                    <a:cubicBezTo>
                      <a:pt x="224559" y="103578"/>
                      <a:pt x="218476" y="104195"/>
                      <a:pt x="212481" y="103466"/>
                    </a:cubicBezTo>
                    <a:cubicBezTo>
                      <a:pt x="206292" y="103466"/>
                      <a:pt x="205436" y="109646"/>
                      <a:pt x="201818" y="108790"/>
                    </a:cubicBezTo>
                    <a:cubicBezTo>
                      <a:pt x="198200" y="107935"/>
                      <a:pt x="200961" y="97190"/>
                      <a:pt x="201818" y="92817"/>
                    </a:cubicBezTo>
                    <a:cubicBezTo>
                      <a:pt x="202674" y="88443"/>
                      <a:pt x="196486" y="80361"/>
                      <a:pt x="192297" y="76843"/>
                    </a:cubicBezTo>
                    <a:cubicBezTo>
                      <a:pt x="188108" y="73325"/>
                      <a:pt x="197628" y="51076"/>
                      <a:pt x="194963" y="48319"/>
                    </a:cubicBezTo>
                    <a:cubicBezTo>
                      <a:pt x="192145" y="43494"/>
                      <a:pt x="190913" y="37907"/>
                      <a:pt x="191440" y="32346"/>
                    </a:cubicBezTo>
                    <a:cubicBezTo>
                      <a:pt x="191440" y="26071"/>
                      <a:pt x="186965" y="29683"/>
                      <a:pt x="178111" y="29683"/>
                    </a:cubicBezTo>
                    <a:cubicBezTo>
                      <a:pt x="169257" y="29683"/>
                      <a:pt x="168590" y="25215"/>
                      <a:pt x="168590" y="25215"/>
                    </a:cubicBezTo>
                    <a:cubicBezTo>
                      <a:pt x="163353" y="23797"/>
                      <a:pt x="157832" y="23797"/>
                      <a:pt x="152595" y="25215"/>
                    </a:cubicBezTo>
                    <a:cubicBezTo>
                      <a:pt x="147264" y="27877"/>
                      <a:pt x="148215" y="44231"/>
                      <a:pt x="144597" y="42995"/>
                    </a:cubicBezTo>
                    <a:cubicBezTo>
                      <a:pt x="136769" y="42791"/>
                      <a:pt x="128967" y="43982"/>
                      <a:pt x="121557" y="46513"/>
                    </a:cubicBezTo>
                    <a:cubicBezTo>
                      <a:pt x="112608" y="49175"/>
                      <a:pt x="109085" y="44801"/>
                      <a:pt x="104610" y="34152"/>
                    </a:cubicBezTo>
                    <a:cubicBezTo>
                      <a:pt x="100135" y="23503"/>
                      <a:pt x="95089" y="27021"/>
                      <a:pt x="96613" y="19034"/>
                    </a:cubicBezTo>
                    <a:cubicBezTo>
                      <a:pt x="97327" y="13190"/>
                      <a:pt x="96089" y="7274"/>
                      <a:pt x="93090" y="2205"/>
                    </a:cubicBezTo>
                    <a:cubicBezTo>
                      <a:pt x="93090" y="2205"/>
                      <a:pt x="34442" y="1255"/>
                      <a:pt x="28158" y="2205"/>
                    </a:cubicBezTo>
                    <a:cubicBezTo>
                      <a:pt x="24039" y="3522"/>
                      <a:pt x="20199" y="5585"/>
                      <a:pt x="16828" y="8290"/>
                    </a:cubicBezTo>
                    <a:cubicBezTo>
                      <a:pt x="21620" y="22665"/>
                      <a:pt x="27508" y="36651"/>
                      <a:pt x="34442" y="50126"/>
                    </a:cubicBezTo>
                    <a:cubicBezTo>
                      <a:pt x="37108" y="55736"/>
                      <a:pt x="31205" y="60775"/>
                      <a:pt x="31205" y="71139"/>
                    </a:cubicBezTo>
                    <a:cubicBezTo>
                      <a:pt x="31205" y="81502"/>
                      <a:pt x="42439" y="100423"/>
                      <a:pt x="43582" y="113069"/>
                    </a:cubicBezTo>
                    <a:cubicBezTo>
                      <a:pt x="44724" y="125714"/>
                      <a:pt x="36441" y="133796"/>
                      <a:pt x="29396" y="142163"/>
                    </a:cubicBezTo>
                    <a:cubicBezTo>
                      <a:pt x="21046" y="153215"/>
                      <a:pt x="15996" y="166400"/>
                      <a:pt x="14829" y="180196"/>
                    </a:cubicBezTo>
                    <a:cubicBezTo>
                      <a:pt x="14829" y="191700"/>
                      <a:pt x="4165" y="203015"/>
                      <a:pt x="4451" y="208720"/>
                    </a:cubicBezTo>
                    <a:cubicBezTo>
                      <a:pt x="4338" y="217749"/>
                      <a:pt x="3446" y="226751"/>
                      <a:pt x="1785" y="235627"/>
                    </a:cubicBezTo>
                    <a:lnTo>
                      <a:pt x="1785" y="236388"/>
                    </a:lnTo>
                    <a:lnTo>
                      <a:pt x="8069" y="234771"/>
                    </a:lnTo>
                    <a:cubicBezTo>
                      <a:pt x="9140" y="232018"/>
                      <a:pt x="11615" y="230055"/>
                      <a:pt x="14543" y="2296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68" name="Freeform 2727">
                <a:extLst>
                  <a:ext uri="{FF2B5EF4-FFF2-40B4-BE49-F238E27FC236}">
                    <a16:creationId xmlns:a16="http://schemas.microsoft.com/office/drawing/2014/main" id="{7159DC99-B8F9-6AA6-821B-4CFAF1C10FDE}"/>
                  </a:ext>
                </a:extLst>
              </p:cNvPr>
              <p:cNvSpPr/>
              <p:nvPr/>
            </p:nvSpPr>
            <p:spPr>
              <a:xfrm>
                <a:off x="6322634" y="4681778"/>
                <a:ext cx="245882" cy="214857"/>
              </a:xfrm>
              <a:custGeom>
                <a:avLst/>
                <a:gdLst>
                  <a:gd name="connsiteX0" fmla="*/ 179253 w 228499"/>
                  <a:gd name="connsiteY0" fmla="*/ 9960 h 199668"/>
                  <a:gd name="connsiteX1" fmla="*/ 164781 w 228499"/>
                  <a:gd name="connsiteY1" fmla="*/ 1783 h 199668"/>
                  <a:gd name="connsiteX2" fmla="*/ 140694 w 228499"/>
                  <a:gd name="connsiteY2" fmla="*/ 5301 h 199668"/>
                  <a:gd name="connsiteX3" fmla="*/ 135362 w 228499"/>
                  <a:gd name="connsiteY3" fmla="*/ 18612 h 199668"/>
                  <a:gd name="connsiteX4" fmla="*/ 132696 w 228499"/>
                  <a:gd name="connsiteY4" fmla="*/ 29261 h 199668"/>
                  <a:gd name="connsiteX5" fmla="*/ 131840 w 228499"/>
                  <a:gd name="connsiteY5" fmla="*/ 51510 h 199668"/>
                  <a:gd name="connsiteX6" fmla="*/ 127365 w 228499"/>
                  <a:gd name="connsiteY6" fmla="*/ 70526 h 199668"/>
                  <a:gd name="connsiteX7" fmla="*/ 140694 w 228499"/>
                  <a:gd name="connsiteY7" fmla="*/ 86499 h 199668"/>
                  <a:gd name="connsiteX8" fmla="*/ 154023 w 228499"/>
                  <a:gd name="connsiteY8" fmla="*/ 82030 h 199668"/>
                  <a:gd name="connsiteX9" fmla="*/ 156689 w 228499"/>
                  <a:gd name="connsiteY9" fmla="*/ 96293 h 199668"/>
                  <a:gd name="connsiteX10" fmla="*/ 153166 w 228499"/>
                  <a:gd name="connsiteY10" fmla="*/ 105135 h 199668"/>
                  <a:gd name="connsiteX11" fmla="*/ 138885 w 228499"/>
                  <a:gd name="connsiteY11" fmla="*/ 105135 h 199668"/>
                  <a:gd name="connsiteX12" fmla="*/ 130887 w 228499"/>
                  <a:gd name="connsiteY12" fmla="*/ 88306 h 199668"/>
                  <a:gd name="connsiteX13" fmla="*/ 115749 w 228499"/>
                  <a:gd name="connsiteY13" fmla="*/ 84693 h 199668"/>
                  <a:gd name="connsiteX14" fmla="*/ 105181 w 228499"/>
                  <a:gd name="connsiteY14" fmla="*/ 73188 h 199668"/>
                  <a:gd name="connsiteX15" fmla="*/ 98040 w 228499"/>
                  <a:gd name="connsiteY15" fmla="*/ 76706 h 199668"/>
                  <a:gd name="connsiteX16" fmla="*/ 89091 w 228499"/>
                  <a:gd name="connsiteY16" fmla="*/ 79368 h 199668"/>
                  <a:gd name="connsiteX17" fmla="*/ 72239 w 228499"/>
                  <a:gd name="connsiteY17" fmla="*/ 74044 h 199668"/>
                  <a:gd name="connsiteX18" fmla="*/ 66051 w 228499"/>
                  <a:gd name="connsiteY18" fmla="*/ 64536 h 199668"/>
                  <a:gd name="connsiteX19" fmla="*/ 53578 w 228499"/>
                  <a:gd name="connsiteY19" fmla="*/ 65487 h 199668"/>
                  <a:gd name="connsiteX20" fmla="*/ 48247 w 228499"/>
                  <a:gd name="connsiteY20" fmla="*/ 61018 h 199668"/>
                  <a:gd name="connsiteX21" fmla="*/ 43010 w 228499"/>
                  <a:gd name="connsiteY21" fmla="*/ 55883 h 199668"/>
                  <a:gd name="connsiteX22" fmla="*/ 38726 w 228499"/>
                  <a:gd name="connsiteY22" fmla="*/ 95722 h 199668"/>
                  <a:gd name="connsiteX23" fmla="*/ 33585 w 228499"/>
                  <a:gd name="connsiteY23" fmla="*/ 100761 h 199668"/>
                  <a:gd name="connsiteX24" fmla="*/ 3880 w 228499"/>
                  <a:gd name="connsiteY24" fmla="*/ 99810 h 199668"/>
                  <a:gd name="connsiteX25" fmla="*/ 1785 w 228499"/>
                  <a:gd name="connsiteY25" fmla="*/ 166367 h 199668"/>
                  <a:gd name="connsiteX26" fmla="*/ 24730 w 228499"/>
                  <a:gd name="connsiteY26" fmla="*/ 197553 h 199668"/>
                  <a:gd name="connsiteX27" fmla="*/ 61290 w 228499"/>
                  <a:gd name="connsiteY27" fmla="*/ 195842 h 199668"/>
                  <a:gd name="connsiteX28" fmla="*/ 62909 w 228499"/>
                  <a:gd name="connsiteY28" fmla="*/ 200500 h 199668"/>
                  <a:gd name="connsiteX29" fmla="*/ 73096 w 228499"/>
                  <a:gd name="connsiteY29" fmla="*/ 198884 h 199668"/>
                  <a:gd name="connsiteX30" fmla="*/ 98612 w 228499"/>
                  <a:gd name="connsiteY30" fmla="*/ 203068 h 199668"/>
                  <a:gd name="connsiteX31" fmla="*/ 119367 w 228499"/>
                  <a:gd name="connsiteY31" fmla="*/ 180533 h 199668"/>
                  <a:gd name="connsiteX32" fmla="*/ 137742 w 228499"/>
                  <a:gd name="connsiteY32" fmla="*/ 166367 h 199668"/>
                  <a:gd name="connsiteX33" fmla="*/ 148977 w 228499"/>
                  <a:gd name="connsiteY33" fmla="*/ 156288 h 199668"/>
                  <a:gd name="connsiteX34" fmla="*/ 166210 w 228499"/>
                  <a:gd name="connsiteY34" fmla="*/ 155718 h 199668"/>
                  <a:gd name="connsiteX35" fmla="*/ 167352 w 228499"/>
                  <a:gd name="connsiteY35" fmla="*/ 155718 h 199668"/>
                  <a:gd name="connsiteX36" fmla="*/ 163163 w 228499"/>
                  <a:gd name="connsiteY36" fmla="*/ 140885 h 199668"/>
                  <a:gd name="connsiteX37" fmla="*/ 218765 w 228499"/>
                  <a:gd name="connsiteY37" fmla="*/ 120823 h 199668"/>
                  <a:gd name="connsiteX38" fmla="*/ 215147 w 228499"/>
                  <a:gd name="connsiteY38" fmla="*/ 112076 h 199668"/>
                  <a:gd name="connsiteX39" fmla="*/ 218288 w 228499"/>
                  <a:gd name="connsiteY39" fmla="*/ 92584 h 199668"/>
                  <a:gd name="connsiteX40" fmla="*/ 226476 w 228499"/>
                  <a:gd name="connsiteY40" fmla="*/ 87450 h 199668"/>
                  <a:gd name="connsiteX41" fmla="*/ 225429 w 228499"/>
                  <a:gd name="connsiteY41" fmla="*/ 54647 h 199668"/>
                  <a:gd name="connsiteX42" fmla="*/ 232570 w 228499"/>
                  <a:gd name="connsiteY42" fmla="*/ 50559 h 199668"/>
                  <a:gd name="connsiteX43" fmla="*/ 223049 w 228499"/>
                  <a:gd name="connsiteY43" fmla="*/ 29071 h 199668"/>
                  <a:gd name="connsiteX44" fmla="*/ 197343 w 228499"/>
                  <a:gd name="connsiteY44" fmla="*/ 17851 h 199668"/>
                  <a:gd name="connsiteX45" fmla="*/ 179253 w 228499"/>
                  <a:gd name="connsiteY45" fmla="*/ 9960 h 199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28499" h="199668">
                    <a:moveTo>
                      <a:pt x="179253" y="9960"/>
                    </a:moveTo>
                    <a:cubicBezTo>
                      <a:pt x="173934" y="8220"/>
                      <a:pt x="169014" y="5440"/>
                      <a:pt x="164781" y="1783"/>
                    </a:cubicBezTo>
                    <a:cubicBezTo>
                      <a:pt x="160973" y="6061"/>
                      <a:pt x="147359" y="5301"/>
                      <a:pt x="140694" y="5301"/>
                    </a:cubicBezTo>
                    <a:cubicBezTo>
                      <a:pt x="134029" y="5301"/>
                      <a:pt x="139837" y="14809"/>
                      <a:pt x="135362" y="18612"/>
                    </a:cubicBezTo>
                    <a:cubicBezTo>
                      <a:pt x="130887" y="22415"/>
                      <a:pt x="129078" y="27549"/>
                      <a:pt x="132696" y="29261"/>
                    </a:cubicBezTo>
                    <a:cubicBezTo>
                      <a:pt x="136314" y="30972"/>
                      <a:pt x="131840" y="46185"/>
                      <a:pt x="131840" y="51510"/>
                    </a:cubicBezTo>
                    <a:cubicBezTo>
                      <a:pt x="131840" y="56834"/>
                      <a:pt x="124699" y="68339"/>
                      <a:pt x="127365" y="70526"/>
                    </a:cubicBezTo>
                    <a:cubicBezTo>
                      <a:pt x="130031" y="72713"/>
                      <a:pt x="134410" y="84693"/>
                      <a:pt x="140694" y="86499"/>
                    </a:cubicBezTo>
                    <a:cubicBezTo>
                      <a:pt x="146978" y="88306"/>
                      <a:pt x="151357" y="82030"/>
                      <a:pt x="154023" y="82030"/>
                    </a:cubicBezTo>
                    <a:cubicBezTo>
                      <a:pt x="156689" y="82030"/>
                      <a:pt x="156689" y="90017"/>
                      <a:pt x="156689" y="96293"/>
                    </a:cubicBezTo>
                    <a:cubicBezTo>
                      <a:pt x="156900" y="99618"/>
                      <a:pt x="155607" y="102863"/>
                      <a:pt x="153166" y="105135"/>
                    </a:cubicBezTo>
                    <a:cubicBezTo>
                      <a:pt x="153166" y="105135"/>
                      <a:pt x="143645" y="108653"/>
                      <a:pt x="138885" y="105135"/>
                    </a:cubicBezTo>
                    <a:cubicBezTo>
                      <a:pt x="134456" y="100544"/>
                      <a:pt x="131648" y="94635"/>
                      <a:pt x="130887" y="88306"/>
                    </a:cubicBezTo>
                    <a:cubicBezTo>
                      <a:pt x="130887" y="84693"/>
                      <a:pt x="120224" y="84693"/>
                      <a:pt x="115749" y="84693"/>
                    </a:cubicBezTo>
                    <a:cubicBezTo>
                      <a:pt x="111275" y="84693"/>
                      <a:pt x="106895" y="76706"/>
                      <a:pt x="105181" y="73188"/>
                    </a:cubicBezTo>
                    <a:cubicBezTo>
                      <a:pt x="103467" y="69670"/>
                      <a:pt x="98040" y="74044"/>
                      <a:pt x="98040" y="76706"/>
                    </a:cubicBezTo>
                    <a:cubicBezTo>
                      <a:pt x="98040" y="79368"/>
                      <a:pt x="93566" y="79368"/>
                      <a:pt x="89091" y="79368"/>
                    </a:cubicBezTo>
                    <a:cubicBezTo>
                      <a:pt x="84616" y="79368"/>
                      <a:pt x="75762" y="72332"/>
                      <a:pt x="72239" y="74044"/>
                    </a:cubicBezTo>
                    <a:cubicBezTo>
                      <a:pt x="68716" y="75755"/>
                      <a:pt x="65099" y="67864"/>
                      <a:pt x="66051" y="64536"/>
                    </a:cubicBezTo>
                    <a:cubicBezTo>
                      <a:pt x="67003" y="61208"/>
                      <a:pt x="57101" y="63680"/>
                      <a:pt x="53578" y="65487"/>
                    </a:cubicBezTo>
                    <a:cubicBezTo>
                      <a:pt x="50056" y="67293"/>
                      <a:pt x="48247" y="61018"/>
                      <a:pt x="48247" y="61018"/>
                    </a:cubicBezTo>
                    <a:cubicBezTo>
                      <a:pt x="46943" y="58908"/>
                      <a:pt x="45146" y="57146"/>
                      <a:pt x="43010" y="55883"/>
                    </a:cubicBezTo>
                    <a:lnTo>
                      <a:pt x="38726" y="95722"/>
                    </a:lnTo>
                    <a:lnTo>
                      <a:pt x="33585" y="100761"/>
                    </a:lnTo>
                    <a:lnTo>
                      <a:pt x="3880" y="99810"/>
                    </a:lnTo>
                    <a:lnTo>
                      <a:pt x="1785" y="166367"/>
                    </a:lnTo>
                    <a:lnTo>
                      <a:pt x="24730" y="197553"/>
                    </a:lnTo>
                    <a:cubicBezTo>
                      <a:pt x="36631" y="195176"/>
                      <a:pt x="61290" y="191753"/>
                      <a:pt x="61290" y="195842"/>
                    </a:cubicBezTo>
                    <a:cubicBezTo>
                      <a:pt x="61467" y="197497"/>
                      <a:pt x="62021" y="199091"/>
                      <a:pt x="62909" y="200500"/>
                    </a:cubicBezTo>
                    <a:cubicBezTo>
                      <a:pt x="66217" y="199511"/>
                      <a:pt x="69643" y="198967"/>
                      <a:pt x="73096" y="198884"/>
                    </a:cubicBezTo>
                    <a:cubicBezTo>
                      <a:pt x="77856" y="199549"/>
                      <a:pt x="93851" y="205445"/>
                      <a:pt x="98612" y="203068"/>
                    </a:cubicBezTo>
                    <a:cubicBezTo>
                      <a:pt x="103372" y="200691"/>
                      <a:pt x="111655" y="182910"/>
                      <a:pt x="119367" y="180533"/>
                    </a:cubicBezTo>
                    <a:cubicBezTo>
                      <a:pt x="127079" y="178156"/>
                      <a:pt x="137742" y="169885"/>
                      <a:pt x="137742" y="166367"/>
                    </a:cubicBezTo>
                    <a:cubicBezTo>
                      <a:pt x="137742" y="162849"/>
                      <a:pt x="137742" y="159236"/>
                      <a:pt x="148977" y="156288"/>
                    </a:cubicBezTo>
                    <a:lnTo>
                      <a:pt x="166210" y="155718"/>
                    </a:lnTo>
                    <a:lnTo>
                      <a:pt x="167352" y="155718"/>
                    </a:lnTo>
                    <a:lnTo>
                      <a:pt x="163163" y="140885"/>
                    </a:lnTo>
                    <a:cubicBezTo>
                      <a:pt x="163163" y="140885"/>
                      <a:pt x="215718" y="121299"/>
                      <a:pt x="218765" y="120823"/>
                    </a:cubicBezTo>
                    <a:cubicBezTo>
                      <a:pt x="216384" y="116164"/>
                      <a:pt x="214004" y="112646"/>
                      <a:pt x="215147" y="112076"/>
                    </a:cubicBezTo>
                    <a:cubicBezTo>
                      <a:pt x="216289" y="111505"/>
                      <a:pt x="218288" y="96673"/>
                      <a:pt x="218288" y="92584"/>
                    </a:cubicBezTo>
                    <a:cubicBezTo>
                      <a:pt x="218288" y="88496"/>
                      <a:pt x="230570" y="91539"/>
                      <a:pt x="226476" y="87450"/>
                    </a:cubicBezTo>
                    <a:cubicBezTo>
                      <a:pt x="222382" y="83361"/>
                      <a:pt x="223430" y="59782"/>
                      <a:pt x="225429" y="54647"/>
                    </a:cubicBezTo>
                    <a:cubicBezTo>
                      <a:pt x="227428" y="49513"/>
                      <a:pt x="232570" y="54647"/>
                      <a:pt x="232570" y="50559"/>
                    </a:cubicBezTo>
                    <a:cubicBezTo>
                      <a:pt x="230723" y="42880"/>
                      <a:pt x="227497" y="35600"/>
                      <a:pt x="223049" y="29071"/>
                    </a:cubicBezTo>
                    <a:cubicBezTo>
                      <a:pt x="215132" y="23991"/>
                      <a:pt x="206454" y="20203"/>
                      <a:pt x="197343" y="17851"/>
                    </a:cubicBezTo>
                    <a:cubicBezTo>
                      <a:pt x="192582" y="16140"/>
                      <a:pt x="184394" y="9960"/>
                      <a:pt x="179253" y="996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69" name="Freeform 2728">
                <a:extLst>
                  <a:ext uri="{FF2B5EF4-FFF2-40B4-BE49-F238E27FC236}">
                    <a16:creationId xmlns:a16="http://schemas.microsoft.com/office/drawing/2014/main" id="{BBE5C300-5B66-BE7A-D553-C82CBEB0EE56}"/>
                  </a:ext>
                </a:extLst>
              </p:cNvPr>
              <p:cNvSpPr/>
              <p:nvPr/>
            </p:nvSpPr>
            <p:spPr>
              <a:xfrm>
                <a:off x="6470134" y="4526874"/>
                <a:ext cx="40980" cy="30694"/>
              </a:xfrm>
              <a:custGeom>
                <a:avLst/>
                <a:gdLst>
                  <a:gd name="connsiteX0" fmla="*/ 33802 w 38083"/>
                  <a:gd name="connsiteY0" fmla="*/ 1783 h 28524"/>
                  <a:gd name="connsiteX1" fmla="*/ 22758 w 38083"/>
                  <a:gd name="connsiteY1" fmla="*/ 5396 h 28524"/>
                  <a:gd name="connsiteX2" fmla="*/ 12761 w 38083"/>
                  <a:gd name="connsiteY2" fmla="*/ 7107 h 28524"/>
                  <a:gd name="connsiteX3" fmla="*/ 10286 w 38083"/>
                  <a:gd name="connsiteY3" fmla="*/ 9009 h 28524"/>
                  <a:gd name="connsiteX4" fmla="*/ 6287 w 38083"/>
                  <a:gd name="connsiteY4" fmla="*/ 21940 h 28524"/>
                  <a:gd name="connsiteX5" fmla="*/ 1812 w 38083"/>
                  <a:gd name="connsiteY5" fmla="*/ 27645 h 28524"/>
                  <a:gd name="connsiteX6" fmla="*/ 5811 w 38083"/>
                  <a:gd name="connsiteY6" fmla="*/ 33444 h 28524"/>
                  <a:gd name="connsiteX7" fmla="*/ 12476 w 38083"/>
                  <a:gd name="connsiteY7" fmla="*/ 34110 h 28524"/>
                  <a:gd name="connsiteX8" fmla="*/ 22758 w 38083"/>
                  <a:gd name="connsiteY8" fmla="*/ 27930 h 28524"/>
                  <a:gd name="connsiteX9" fmla="*/ 40181 w 38083"/>
                  <a:gd name="connsiteY9" fmla="*/ 23841 h 28524"/>
                  <a:gd name="connsiteX10" fmla="*/ 37039 w 38083"/>
                  <a:gd name="connsiteY10" fmla="*/ 10530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083" h="28524">
                    <a:moveTo>
                      <a:pt x="33802" y="1783"/>
                    </a:moveTo>
                    <a:cubicBezTo>
                      <a:pt x="30040" y="2728"/>
                      <a:pt x="26350" y="3935"/>
                      <a:pt x="22758" y="5396"/>
                    </a:cubicBezTo>
                    <a:cubicBezTo>
                      <a:pt x="19771" y="7231"/>
                      <a:pt x="16190" y="7844"/>
                      <a:pt x="12761" y="7107"/>
                    </a:cubicBezTo>
                    <a:cubicBezTo>
                      <a:pt x="12125" y="7955"/>
                      <a:pt x="11269" y="8613"/>
                      <a:pt x="10286" y="9009"/>
                    </a:cubicBezTo>
                    <a:cubicBezTo>
                      <a:pt x="5430" y="10815"/>
                      <a:pt x="6287" y="21940"/>
                      <a:pt x="6287" y="21940"/>
                    </a:cubicBezTo>
                    <a:cubicBezTo>
                      <a:pt x="3504" y="22334"/>
                      <a:pt x="1529" y="24852"/>
                      <a:pt x="1812" y="27645"/>
                    </a:cubicBezTo>
                    <a:cubicBezTo>
                      <a:pt x="1746" y="30239"/>
                      <a:pt x="3361" y="32580"/>
                      <a:pt x="5811" y="33444"/>
                    </a:cubicBezTo>
                    <a:cubicBezTo>
                      <a:pt x="8047" y="33486"/>
                      <a:pt x="10276" y="33708"/>
                      <a:pt x="12476" y="34110"/>
                    </a:cubicBezTo>
                    <a:cubicBezTo>
                      <a:pt x="23710" y="36107"/>
                      <a:pt x="22758" y="27930"/>
                      <a:pt x="22758" y="27930"/>
                    </a:cubicBezTo>
                    <a:cubicBezTo>
                      <a:pt x="22758" y="27930"/>
                      <a:pt x="39134" y="28976"/>
                      <a:pt x="40181" y="23841"/>
                    </a:cubicBezTo>
                    <a:cubicBezTo>
                      <a:pt x="40299" y="19208"/>
                      <a:pt x="39217" y="14623"/>
                      <a:pt x="37039" y="105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70" name="Freeform 2729">
                <a:extLst>
                  <a:ext uri="{FF2B5EF4-FFF2-40B4-BE49-F238E27FC236}">
                    <a16:creationId xmlns:a16="http://schemas.microsoft.com/office/drawing/2014/main" id="{89EECFD1-C6DA-49C4-CA54-D10A399DA408}"/>
                  </a:ext>
                </a:extLst>
              </p:cNvPr>
              <p:cNvSpPr/>
              <p:nvPr/>
            </p:nvSpPr>
            <p:spPr>
              <a:xfrm>
                <a:off x="6729671" y="4240581"/>
                <a:ext cx="225391" cy="296709"/>
              </a:xfrm>
              <a:custGeom>
                <a:avLst/>
                <a:gdLst>
                  <a:gd name="connsiteX0" fmla="*/ 50437 w 209457"/>
                  <a:gd name="connsiteY0" fmla="*/ 51816 h 275732"/>
                  <a:gd name="connsiteX1" fmla="*/ 63766 w 209457"/>
                  <a:gd name="connsiteY1" fmla="*/ 63796 h 275732"/>
                  <a:gd name="connsiteX2" fmla="*/ 104229 w 209457"/>
                  <a:gd name="connsiteY2" fmla="*/ 78058 h 275732"/>
                  <a:gd name="connsiteX3" fmla="*/ 131745 w 209457"/>
                  <a:gd name="connsiteY3" fmla="*/ 84238 h 275732"/>
                  <a:gd name="connsiteX4" fmla="*/ 138885 w 209457"/>
                  <a:gd name="connsiteY4" fmla="*/ 88707 h 275732"/>
                  <a:gd name="connsiteX5" fmla="*/ 85473 w 209457"/>
                  <a:gd name="connsiteY5" fmla="*/ 141952 h 275732"/>
                  <a:gd name="connsiteX6" fmla="*/ 63290 w 209457"/>
                  <a:gd name="connsiteY6" fmla="*/ 145945 h 275732"/>
                  <a:gd name="connsiteX7" fmla="*/ 37108 w 209457"/>
                  <a:gd name="connsiteY7" fmla="*/ 159732 h 275732"/>
                  <a:gd name="connsiteX8" fmla="*/ 20827 w 209457"/>
                  <a:gd name="connsiteY8" fmla="*/ 162204 h 275732"/>
                  <a:gd name="connsiteX9" fmla="*/ 11306 w 209457"/>
                  <a:gd name="connsiteY9" fmla="*/ 176181 h 275732"/>
                  <a:gd name="connsiteX10" fmla="*/ 1785 w 209457"/>
                  <a:gd name="connsiteY10" fmla="*/ 190538 h 275732"/>
                  <a:gd name="connsiteX11" fmla="*/ 2833 w 209457"/>
                  <a:gd name="connsiteY11" fmla="*/ 262228 h 275732"/>
                  <a:gd name="connsiteX12" fmla="*/ 12353 w 209457"/>
                  <a:gd name="connsiteY12" fmla="*/ 278012 h 275732"/>
                  <a:gd name="connsiteX13" fmla="*/ 56815 w 209457"/>
                  <a:gd name="connsiteY13" fmla="*/ 231042 h 275732"/>
                  <a:gd name="connsiteX14" fmla="*/ 91852 w 209457"/>
                  <a:gd name="connsiteY14" fmla="*/ 204420 h 275732"/>
                  <a:gd name="connsiteX15" fmla="*/ 141646 w 209457"/>
                  <a:gd name="connsiteY15" fmla="*/ 155548 h 275732"/>
                  <a:gd name="connsiteX16" fmla="*/ 164686 w 209457"/>
                  <a:gd name="connsiteY16" fmla="*/ 118562 h 275732"/>
                  <a:gd name="connsiteX17" fmla="*/ 182776 w 209457"/>
                  <a:gd name="connsiteY17" fmla="*/ 87471 h 275732"/>
                  <a:gd name="connsiteX18" fmla="*/ 201818 w 209457"/>
                  <a:gd name="connsiteY18" fmla="*/ 47822 h 275732"/>
                  <a:gd name="connsiteX19" fmla="*/ 208673 w 209457"/>
                  <a:gd name="connsiteY19" fmla="*/ 12928 h 275732"/>
                  <a:gd name="connsiteX20" fmla="*/ 195629 w 209457"/>
                  <a:gd name="connsiteY20" fmla="*/ 6082 h 275732"/>
                  <a:gd name="connsiteX21" fmla="*/ 150596 w 209457"/>
                  <a:gd name="connsiteY21" fmla="*/ 18252 h 275732"/>
                  <a:gd name="connsiteX22" fmla="*/ 118606 w 209457"/>
                  <a:gd name="connsiteY22" fmla="*/ 25669 h 275732"/>
                  <a:gd name="connsiteX23" fmla="*/ 92519 w 209457"/>
                  <a:gd name="connsiteY23" fmla="*/ 30423 h 275732"/>
                  <a:gd name="connsiteX24" fmla="*/ 59291 w 209457"/>
                  <a:gd name="connsiteY24" fmla="*/ 27760 h 275732"/>
                  <a:gd name="connsiteX25" fmla="*/ 49009 w 209457"/>
                  <a:gd name="connsiteY25" fmla="*/ 16351 h 275732"/>
                  <a:gd name="connsiteX26" fmla="*/ 37679 w 209457"/>
                  <a:gd name="connsiteY26" fmla="*/ 33655 h 275732"/>
                  <a:gd name="connsiteX27" fmla="*/ 50437 w 209457"/>
                  <a:gd name="connsiteY27" fmla="*/ 51816 h 27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09457" h="275732">
                    <a:moveTo>
                      <a:pt x="50437" y="51816"/>
                    </a:moveTo>
                    <a:cubicBezTo>
                      <a:pt x="53959" y="53622"/>
                      <a:pt x="59957" y="62940"/>
                      <a:pt x="63766" y="63796"/>
                    </a:cubicBezTo>
                    <a:cubicBezTo>
                      <a:pt x="67574" y="64652"/>
                      <a:pt x="89948" y="72258"/>
                      <a:pt x="104229" y="78058"/>
                    </a:cubicBezTo>
                    <a:cubicBezTo>
                      <a:pt x="112899" y="81922"/>
                      <a:pt x="122253" y="84023"/>
                      <a:pt x="131745" y="84238"/>
                    </a:cubicBezTo>
                    <a:cubicBezTo>
                      <a:pt x="136219" y="84238"/>
                      <a:pt x="142884" y="85569"/>
                      <a:pt x="138885" y="88707"/>
                    </a:cubicBezTo>
                    <a:cubicBezTo>
                      <a:pt x="134886" y="91845"/>
                      <a:pt x="91281" y="135772"/>
                      <a:pt x="85473" y="141952"/>
                    </a:cubicBezTo>
                    <a:cubicBezTo>
                      <a:pt x="79666" y="148132"/>
                      <a:pt x="75952" y="145945"/>
                      <a:pt x="63290" y="145945"/>
                    </a:cubicBezTo>
                    <a:cubicBezTo>
                      <a:pt x="50627" y="145945"/>
                      <a:pt x="40630" y="160112"/>
                      <a:pt x="37108" y="159732"/>
                    </a:cubicBezTo>
                    <a:cubicBezTo>
                      <a:pt x="31613" y="160019"/>
                      <a:pt x="26159" y="160847"/>
                      <a:pt x="20827" y="162204"/>
                    </a:cubicBezTo>
                    <a:lnTo>
                      <a:pt x="11306" y="176181"/>
                    </a:lnTo>
                    <a:lnTo>
                      <a:pt x="1785" y="190538"/>
                    </a:lnTo>
                    <a:lnTo>
                      <a:pt x="2833" y="262228"/>
                    </a:lnTo>
                    <a:lnTo>
                      <a:pt x="12353" y="278012"/>
                    </a:lnTo>
                    <a:cubicBezTo>
                      <a:pt x="20161" y="267553"/>
                      <a:pt x="40916" y="247396"/>
                      <a:pt x="56815" y="231042"/>
                    </a:cubicBezTo>
                    <a:cubicBezTo>
                      <a:pt x="66474" y="219789"/>
                      <a:pt x="78416" y="210714"/>
                      <a:pt x="91852" y="204420"/>
                    </a:cubicBezTo>
                    <a:cubicBezTo>
                      <a:pt x="110725" y="190614"/>
                      <a:pt x="127496" y="174153"/>
                      <a:pt x="141646" y="155548"/>
                    </a:cubicBezTo>
                    <a:cubicBezTo>
                      <a:pt x="151833" y="142522"/>
                      <a:pt x="163258" y="128070"/>
                      <a:pt x="164686" y="118562"/>
                    </a:cubicBezTo>
                    <a:cubicBezTo>
                      <a:pt x="168483" y="107053"/>
                      <a:pt x="174644" y="96464"/>
                      <a:pt x="182776" y="87471"/>
                    </a:cubicBezTo>
                    <a:cubicBezTo>
                      <a:pt x="191744" y="75677"/>
                      <a:pt x="198222" y="62189"/>
                      <a:pt x="201818" y="47822"/>
                    </a:cubicBezTo>
                    <a:cubicBezTo>
                      <a:pt x="201818" y="40786"/>
                      <a:pt x="207720" y="25669"/>
                      <a:pt x="208673" y="12928"/>
                    </a:cubicBezTo>
                    <a:cubicBezTo>
                      <a:pt x="209625" y="187"/>
                      <a:pt x="199152" y="-954"/>
                      <a:pt x="195629" y="6082"/>
                    </a:cubicBezTo>
                    <a:cubicBezTo>
                      <a:pt x="192106" y="13118"/>
                      <a:pt x="167067" y="17967"/>
                      <a:pt x="150596" y="18252"/>
                    </a:cubicBezTo>
                    <a:cubicBezTo>
                      <a:pt x="134125" y="18538"/>
                      <a:pt x="124509" y="20059"/>
                      <a:pt x="118606" y="25669"/>
                    </a:cubicBezTo>
                    <a:cubicBezTo>
                      <a:pt x="112703" y="31278"/>
                      <a:pt x="97850" y="24147"/>
                      <a:pt x="92519" y="30423"/>
                    </a:cubicBezTo>
                    <a:cubicBezTo>
                      <a:pt x="87187" y="36698"/>
                      <a:pt x="66146" y="41927"/>
                      <a:pt x="59291" y="27760"/>
                    </a:cubicBezTo>
                    <a:cubicBezTo>
                      <a:pt x="57146" y="22975"/>
                      <a:pt x="53549" y="18983"/>
                      <a:pt x="49009" y="16351"/>
                    </a:cubicBezTo>
                    <a:cubicBezTo>
                      <a:pt x="43296" y="22151"/>
                      <a:pt x="36441" y="30803"/>
                      <a:pt x="37679" y="33655"/>
                    </a:cubicBezTo>
                    <a:cubicBezTo>
                      <a:pt x="40734" y="40465"/>
                      <a:pt x="45064" y="46629"/>
                      <a:pt x="50437" y="5181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71" name="Freeform 2730">
                <a:extLst>
                  <a:ext uri="{FF2B5EF4-FFF2-40B4-BE49-F238E27FC236}">
                    <a16:creationId xmlns:a16="http://schemas.microsoft.com/office/drawing/2014/main" id="{12CD6204-01E6-D0B1-5F42-A1AD3EAB15A0}"/>
                  </a:ext>
                </a:extLst>
              </p:cNvPr>
              <p:cNvSpPr/>
              <p:nvPr/>
            </p:nvSpPr>
            <p:spPr>
              <a:xfrm>
                <a:off x="5577816" y="3691125"/>
                <a:ext cx="256126" cy="204626"/>
              </a:xfrm>
              <a:custGeom>
                <a:avLst/>
                <a:gdLst>
                  <a:gd name="connsiteX0" fmla="*/ 90709 w 238020"/>
                  <a:gd name="connsiteY0" fmla="*/ 192090 h 190160"/>
                  <a:gd name="connsiteX1" fmla="*/ 90233 w 238020"/>
                  <a:gd name="connsiteY1" fmla="*/ 164802 h 190160"/>
                  <a:gd name="connsiteX2" fmla="*/ 122223 w 238020"/>
                  <a:gd name="connsiteY2" fmla="*/ 143980 h 190160"/>
                  <a:gd name="connsiteX3" fmla="*/ 135267 w 238020"/>
                  <a:gd name="connsiteY3" fmla="*/ 140081 h 190160"/>
                  <a:gd name="connsiteX4" fmla="*/ 152975 w 238020"/>
                  <a:gd name="connsiteY4" fmla="*/ 136088 h 190160"/>
                  <a:gd name="connsiteX5" fmla="*/ 163353 w 238020"/>
                  <a:gd name="connsiteY5" fmla="*/ 124393 h 190160"/>
                  <a:gd name="connsiteX6" fmla="*/ 178396 w 238020"/>
                  <a:gd name="connsiteY6" fmla="*/ 119164 h 190160"/>
                  <a:gd name="connsiteX7" fmla="*/ 187917 w 238020"/>
                  <a:gd name="connsiteY7" fmla="*/ 113269 h 190160"/>
                  <a:gd name="connsiteX8" fmla="*/ 190583 w 238020"/>
                  <a:gd name="connsiteY8" fmla="*/ 100908 h 190160"/>
                  <a:gd name="connsiteX9" fmla="*/ 197057 w 238020"/>
                  <a:gd name="connsiteY9" fmla="*/ 95679 h 190160"/>
                  <a:gd name="connsiteX10" fmla="*/ 208863 w 238020"/>
                  <a:gd name="connsiteY10" fmla="*/ 88453 h 190160"/>
                  <a:gd name="connsiteX11" fmla="*/ 238282 w 238020"/>
                  <a:gd name="connsiteY11" fmla="*/ 87217 h 190160"/>
                  <a:gd name="connsiteX12" fmla="*/ 242852 w 238020"/>
                  <a:gd name="connsiteY12" fmla="*/ 79325 h 190160"/>
                  <a:gd name="connsiteX13" fmla="*/ 234950 w 238020"/>
                  <a:gd name="connsiteY13" fmla="*/ 65634 h 190160"/>
                  <a:gd name="connsiteX14" fmla="*/ 233712 w 238020"/>
                  <a:gd name="connsiteY14" fmla="*/ 47378 h 190160"/>
                  <a:gd name="connsiteX15" fmla="*/ 227809 w 238020"/>
                  <a:gd name="connsiteY15" fmla="*/ 26556 h 190160"/>
                  <a:gd name="connsiteX16" fmla="*/ 224477 w 238020"/>
                  <a:gd name="connsiteY16" fmla="*/ 20375 h 190160"/>
                  <a:gd name="connsiteX17" fmla="*/ 201246 w 238020"/>
                  <a:gd name="connsiteY17" fmla="*/ 14956 h 190160"/>
                  <a:gd name="connsiteX18" fmla="*/ 167161 w 238020"/>
                  <a:gd name="connsiteY18" fmla="*/ 11343 h 190160"/>
                  <a:gd name="connsiteX19" fmla="*/ 148120 w 238020"/>
                  <a:gd name="connsiteY19" fmla="*/ 2786 h 190160"/>
                  <a:gd name="connsiteX20" fmla="*/ 126222 w 238020"/>
                  <a:gd name="connsiteY20" fmla="*/ 43575 h 190160"/>
                  <a:gd name="connsiteX21" fmla="*/ 95660 w 238020"/>
                  <a:gd name="connsiteY21" fmla="*/ 58122 h 190160"/>
                  <a:gd name="connsiteX22" fmla="*/ 80617 w 238020"/>
                  <a:gd name="connsiteY22" fmla="*/ 75237 h 190160"/>
                  <a:gd name="connsiteX23" fmla="*/ 69287 w 238020"/>
                  <a:gd name="connsiteY23" fmla="*/ 94253 h 190160"/>
                  <a:gd name="connsiteX24" fmla="*/ 69287 w 238020"/>
                  <a:gd name="connsiteY24" fmla="*/ 124678 h 190160"/>
                  <a:gd name="connsiteX25" fmla="*/ 45581 w 238020"/>
                  <a:gd name="connsiteY25" fmla="*/ 157576 h 190160"/>
                  <a:gd name="connsiteX26" fmla="*/ 16257 w 238020"/>
                  <a:gd name="connsiteY26" fmla="*/ 177353 h 190160"/>
                  <a:gd name="connsiteX27" fmla="*/ 1785 w 238020"/>
                  <a:gd name="connsiteY27" fmla="*/ 184484 h 190160"/>
                  <a:gd name="connsiteX28" fmla="*/ 76333 w 238020"/>
                  <a:gd name="connsiteY28" fmla="*/ 184484 h 190160"/>
                  <a:gd name="connsiteX29" fmla="*/ 90709 w 238020"/>
                  <a:gd name="connsiteY29" fmla="*/ 192090 h 190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38020" h="190160">
                    <a:moveTo>
                      <a:pt x="90709" y="192090"/>
                    </a:moveTo>
                    <a:cubicBezTo>
                      <a:pt x="90709" y="178969"/>
                      <a:pt x="89948" y="166133"/>
                      <a:pt x="90233" y="164802"/>
                    </a:cubicBezTo>
                    <a:cubicBezTo>
                      <a:pt x="100293" y="156978"/>
                      <a:pt x="110994" y="150013"/>
                      <a:pt x="122223" y="143980"/>
                    </a:cubicBezTo>
                    <a:cubicBezTo>
                      <a:pt x="126793" y="141317"/>
                      <a:pt x="135267" y="145216"/>
                      <a:pt x="135267" y="140081"/>
                    </a:cubicBezTo>
                    <a:cubicBezTo>
                      <a:pt x="135267" y="134947"/>
                      <a:pt x="146406" y="137419"/>
                      <a:pt x="152975" y="136088"/>
                    </a:cubicBezTo>
                    <a:cubicBezTo>
                      <a:pt x="158918" y="135408"/>
                      <a:pt x="163392" y="130366"/>
                      <a:pt x="163353" y="124393"/>
                    </a:cubicBezTo>
                    <a:cubicBezTo>
                      <a:pt x="163353" y="118498"/>
                      <a:pt x="172874" y="119829"/>
                      <a:pt x="178396" y="119164"/>
                    </a:cubicBezTo>
                    <a:cubicBezTo>
                      <a:pt x="183918" y="118498"/>
                      <a:pt x="183633" y="113269"/>
                      <a:pt x="187917" y="113269"/>
                    </a:cubicBezTo>
                    <a:cubicBezTo>
                      <a:pt x="192201" y="113269"/>
                      <a:pt x="189916" y="107374"/>
                      <a:pt x="190583" y="100908"/>
                    </a:cubicBezTo>
                    <a:cubicBezTo>
                      <a:pt x="191249" y="94443"/>
                      <a:pt x="191249" y="95679"/>
                      <a:pt x="197057" y="95679"/>
                    </a:cubicBezTo>
                    <a:cubicBezTo>
                      <a:pt x="202864" y="95679"/>
                      <a:pt x="208863" y="92446"/>
                      <a:pt x="208863" y="88453"/>
                    </a:cubicBezTo>
                    <a:cubicBezTo>
                      <a:pt x="208863" y="84459"/>
                      <a:pt x="234283" y="87217"/>
                      <a:pt x="238282" y="87217"/>
                    </a:cubicBezTo>
                    <a:cubicBezTo>
                      <a:pt x="242281" y="87217"/>
                      <a:pt x="243519" y="82653"/>
                      <a:pt x="242852" y="79325"/>
                    </a:cubicBezTo>
                    <a:cubicBezTo>
                      <a:pt x="242185" y="75997"/>
                      <a:pt x="238948" y="66299"/>
                      <a:pt x="234950" y="65634"/>
                    </a:cubicBezTo>
                    <a:cubicBezTo>
                      <a:pt x="230951" y="64968"/>
                      <a:pt x="233712" y="55270"/>
                      <a:pt x="233712" y="47378"/>
                    </a:cubicBezTo>
                    <a:cubicBezTo>
                      <a:pt x="234183" y="39968"/>
                      <a:pt x="232100" y="32620"/>
                      <a:pt x="227809" y="26556"/>
                    </a:cubicBezTo>
                    <a:cubicBezTo>
                      <a:pt x="226510" y="24603"/>
                      <a:pt x="225394" y="22534"/>
                      <a:pt x="224477" y="20375"/>
                    </a:cubicBezTo>
                    <a:cubicBezTo>
                      <a:pt x="217336" y="20375"/>
                      <a:pt x="208672" y="15146"/>
                      <a:pt x="201246" y="14956"/>
                    </a:cubicBezTo>
                    <a:cubicBezTo>
                      <a:pt x="190868" y="14956"/>
                      <a:pt x="174873" y="19995"/>
                      <a:pt x="167161" y="11343"/>
                    </a:cubicBezTo>
                    <a:cubicBezTo>
                      <a:pt x="159450" y="2691"/>
                      <a:pt x="154118" y="123"/>
                      <a:pt x="148120" y="2786"/>
                    </a:cubicBezTo>
                    <a:cubicBezTo>
                      <a:pt x="142122" y="5448"/>
                      <a:pt x="132125" y="35018"/>
                      <a:pt x="126222" y="43575"/>
                    </a:cubicBezTo>
                    <a:cubicBezTo>
                      <a:pt x="118293" y="52177"/>
                      <a:pt x="107344" y="57388"/>
                      <a:pt x="95660" y="58122"/>
                    </a:cubicBezTo>
                    <a:cubicBezTo>
                      <a:pt x="87663" y="58122"/>
                      <a:pt x="86806" y="70293"/>
                      <a:pt x="80617" y="75237"/>
                    </a:cubicBezTo>
                    <a:cubicBezTo>
                      <a:pt x="74429" y="80181"/>
                      <a:pt x="76714" y="88263"/>
                      <a:pt x="69287" y="94253"/>
                    </a:cubicBezTo>
                    <a:cubicBezTo>
                      <a:pt x="61861" y="100243"/>
                      <a:pt x="65479" y="118213"/>
                      <a:pt x="69287" y="124678"/>
                    </a:cubicBezTo>
                    <a:cubicBezTo>
                      <a:pt x="73096" y="131144"/>
                      <a:pt x="55673" y="151586"/>
                      <a:pt x="45581" y="157576"/>
                    </a:cubicBezTo>
                    <a:cubicBezTo>
                      <a:pt x="35489" y="163566"/>
                      <a:pt x="32252" y="174691"/>
                      <a:pt x="16257" y="177353"/>
                    </a:cubicBezTo>
                    <a:cubicBezTo>
                      <a:pt x="10818" y="178203"/>
                      <a:pt x="5770" y="180691"/>
                      <a:pt x="1785" y="184484"/>
                    </a:cubicBezTo>
                    <a:lnTo>
                      <a:pt x="76333" y="184484"/>
                    </a:lnTo>
                    <a:cubicBezTo>
                      <a:pt x="91757" y="184484"/>
                      <a:pt x="88234" y="187907"/>
                      <a:pt x="90709" y="19209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72" name="Freeform 2731">
                <a:extLst>
                  <a:ext uri="{FF2B5EF4-FFF2-40B4-BE49-F238E27FC236}">
                    <a16:creationId xmlns:a16="http://schemas.microsoft.com/office/drawing/2014/main" id="{12936884-89BA-2B2F-728C-CC06ACA43654}"/>
                  </a:ext>
                </a:extLst>
              </p:cNvPr>
              <p:cNvSpPr/>
              <p:nvPr/>
            </p:nvSpPr>
            <p:spPr>
              <a:xfrm>
                <a:off x="6023081" y="3654851"/>
                <a:ext cx="92205" cy="173932"/>
              </a:xfrm>
              <a:custGeom>
                <a:avLst/>
                <a:gdLst>
                  <a:gd name="connsiteX0" fmla="*/ 22624 w 85687"/>
                  <a:gd name="connsiteY0" fmla="*/ 40679 h 161636"/>
                  <a:gd name="connsiteX1" fmla="*/ 16721 w 85687"/>
                  <a:gd name="connsiteY1" fmla="*/ 61977 h 161636"/>
                  <a:gd name="connsiteX2" fmla="*/ 3677 w 85687"/>
                  <a:gd name="connsiteY2" fmla="*/ 75003 h 161636"/>
                  <a:gd name="connsiteX3" fmla="*/ 11960 w 85687"/>
                  <a:gd name="connsiteY3" fmla="*/ 96301 h 161636"/>
                  <a:gd name="connsiteX4" fmla="*/ 20243 w 85687"/>
                  <a:gd name="connsiteY4" fmla="*/ 109327 h 161636"/>
                  <a:gd name="connsiteX5" fmla="*/ 35667 w 85687"/>
                  <a:gd name="connsiteY5" fmla="*/ 121117 h 161636"/>
                  <a:gd name="connsiteX6" fmla="*/ 45188 w 85687"/>
                  <a:gd name="connsiteY6" fmla="*/ 156677 h 161636"/>
                  <a:gd name="connsiteX7" fmla="*/ 46902 w 85687"/>
                  <a:gd name="connsiteY7" fmla="*/ 161906 h 161636"/>
                  <a:gd name="connsiteX8" fmla="*/ 55280 w 85687"/>
                  <a:gd name="connsiteY8" fmla="*/ 154585 h 161636"/>
                  <a:gd name="connsiteX9" fmla="*/ 58803 w 85687"/>
                  <a:gd name="connsiteY9" fmla="*/ 138612 h 161636"/>
                  <a:gd name="connsiteX10" fmla="*/ 60612 w 85687"/>
                  <a:gd name="connsiteY10" fmla="*/ 129674 h 161636"/>
                  <a:gd name="connsiteX11" fmla="*/ 75940 w 85687"/>
                  <a:gd name="connsiteY11" fmla="*/ 115222 h 161636"/>
                  <a:gd name="connsiteX12" fmla="*/ 84509 w 85687"/>
                  <a:gd name="connsiteY12" fmla="*/ 108946 h 161636"/>
                  <a:gd name="connsiteX13" fmla="*/ 85175 w 85687"/>
                  <a:gd name="connsiteY13" fmla="*/ 98583 h 161636"/>
                  <a:gd name="connsiteX14" fmla="*/ 77464 w 85687"/>
                  <a:gd name="connsiteY14" fmla="*/ 90026 h 161636"/>
                  <a:gd name="connsiteX15" fmla="*/ 69181 w 85687"/>
                  <a:gd name="connsiteY15" fmla="*/ 83275 h 161636"/>
                  <a:gd name="connsiteX16" fmla="*/ 53471 w 85687"/>
                  <a:gd name="connsiteY16" fmla="*/ 76429 h 161636"/>
                  <a:gd name="connsiteX17" fmla="*/ 69181 w 85687"/>
                  <a:gd name="connsiteY17" fmla="*/ 62547 h 161636"/>
                  <a:gd name="connsiteX18" fmla="*/ 72278 w 85687"/>
                  <a:gd name="connsiteY18" fmla="*/ 38271 h 161636"/>
                  <a:gd name="connsiteX19" fmla="*/ 69752 w 85687"/>
                  <a:gd name="connsiteY19" fmla="*/ 35640 h 161636"/>
                  <a:gd name="connsiteX20" fmla="*/ 73274 w 85687"/>
                  <a:gd name="connsiteY20" fmla="*/ 18145 h 161636"/>
                  <a:gd name="connsiteX21" fmla="*/ 70609 w 85687"/>
                  <a:gd name="connsiteY21" fmla="*/ 11014 h 161636"/>
                  <a:gd name="connsiteX22" fmla="*/ 61088 w 85687"/>
                  <a:gd name="connsiteY22" fmla="*/ 7781 h 161636"/>
                  <a:gd name="connsiteX23" fmla="*/ 33477 w 85687"/>
                  <a:gd name="connsiteY23" fmla="*/ 6355 h 161636"/>
                  <a:gd name="connsiteX24" fmla="*/ 22719 w 85687"/>
                  <a:gd name="connsiteY24" fmla="*/ 9398 h 161636"/>
                  <a:gd name="connsiteX25" fmla="*/ 22624 w 85687"/>
                  <a:gd name="connsiteY25" fmla="*/ 40679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85687" h="161636">
                    <a:moveTo>
                      <a:pt x="22624" y="40679"/>
                    </a:moveTo>
                    <a:cubicBezTo>
                      <a:pt x="25963" y="48278"/>
                      <a:pt x="23497" y="57174"/>
                      <a:pt x="16721" y="61977"/>
                    </a:cubicBezTo>
                    <a:cubicBezTo>
                      <a:pt x="11960" y="64354"/>
                      <a:pt x="8438" y="75003"/>
                      <a:pt x="3677" y="75003"/>
                    </a:cubicBezTo>
                    <a:cubicBezTo>
                      <a:pt x="-1083" y="75003"/>
                      <a:pt x="3677" y="92688"/>
                      <a:pt x="11960" y="96301"/>
                    </a:cubicBezTo>
                    <a:cubicBezTo>
                      <a:pt x="17477" y="98116"/>
                      <a:pt x="20944" y="103568"/>
                      <a:pt x="20243" y="109327"/>
                    </a:cubicBezTo>
                    <a:cubicBezTo>
                      <a:pt x="20243" y="112845"/>
                      <a:pt x="32144" y="116363"/>
                      <a:pt x="35667" y="121117"/>
                    </a:cubicBezTo>
                    <a:cubicBezTo>
                      <a:pt x="40921" y="132315"/>
                      <a:pt x="44144" y="144354"/>
                      <a:pt x="45188" y="156677"/>
                    </a:cubicBezTo>
                    <a:cubicBezTo>
                      <a:pt x="45175" y="158560"/>
                      <a:pt x="45776" y="160396"/>
                      <a:pt x="46902" y="161906"/>
                    </a:cubicBezTo>
                    <a:cubicBezTo>
                      <a:pt x="50165" y="160062"/>
                      <a:pt x="53016" y="157570"/>
                      <a:pt x="55280" y="154585"/>
                    </a:cubicBezTo>
                    <a:cubicBezTo>
                      <a:pt x="57991" y="149718"/>
                      <a:pt x="59215" y="144165"/>
                      <a:pt x="58803" y="138612"/>
                    </a:cubicBezTo>
                    <a:cubicBezTo>
                      <a:pt x="57476" y="135548"/>
                      <a:pt x="58198" y="131983"/>
                      <a:pt x="60612" y="129674"/>
                    </a:cubicBezTo>
                    <a:cubicBezTo>
                      <a:pt x="65472" y="124599"/>
                      <a:pt x="70588" y="119776"/>
                      <a:pt x="75940" y="115222"/>
                    </a:cubicBezTo>
                    <a:cubicBezTo>
                      <a:pt x="78035" y="114271"/>
                      <a:pt x="84890" y="115222"/>
                      <a:pt x="84509" y="108946"/>
                    </a:cubicBezTo>
                    <a:cubicBezTo>
                      <a:pt x="84532" y="105482"/>
                      <a:pt x="84754" y="102022"/>
                      <a:pt x="85175" y="98583"/>
                    </a:cubicBezTo>
                    <a:cubicBezTo>
                      <a:pt x="80320" y="95445"/>
                      <a:pt x="77464" y="91832"/>
                      <a:pt x="77464" y="90026"/>
                    </a:cubicBezTo>
                    <a:cubicBezTo>
                      <a:pt x="77464" y="86222"/>
                      <a:pt x="72132" y="79662"/>
                      <a:pt x="69181" y="83275"/>
                    </a:cubicBezTo>
                    <a:cubicBezTo>
                      <a:pt x="66229" y="86888"/>
                      <a:pt x="54899" y="83845"/>
                      <a:pt x="53471" y="76429"/>
                    </a:cubicBezTo>
                    <a:cubicBezTo>
                      <a:pt x="52043" y="69013"/>
                      <a:pt x="60897" y="69298"/>
                      <a:pt x="69181" y="62547"/>
                    </a:cubicBezTo>
                    <a:cubicBezTo>
                      <a:pt x="76749" y="56698"/>
                      <a:pt x="78135" y="45829"/>
                      <a:pt x="72278" y="38271"/>
                    </a:cubicBezTo>
                    <a:cubicBezTo>
                      <a:pt x="71531" y="37308"/>
                      <a:pt x="70684" y="36426"/>
                      <a:pt x="69752" y="35640"/>
                    </a:cubicBezTo>
                    <a:cubicBezTo>
                      <a:pt x="60897" y="28509"/>
                      <a:pt x="67086" y="24705"/>
                      <a:pt x="73274" y="18145"/>
                    </a:cubicBezTo>
                    <a:cubicBezTo>
                      <a:pt x="79463" y="11584"/>
                      <a:pt x="73941" y="8066"/>
                      <a:pt x="70609" y="11014"/>
                    </a:cubicBezTo>
                    <a:cubicBezTo>
                      <a:pt x="67276" y="13961"/>
                      <a:pt x="62040" y="14912"/>
                      <a:pt x="61088" y="7781"/>
                    </a:cubicBezTo>
                    <a:cubicBezTo>
                      <a:pt x="60136" y="650"/>
                      <a:pt x="40904" y="-491"/>
                      <a:pt x="33477" y="6355"/>
                    </a:cubicBezTo>
                    <a:cubicBezTo>
                      <a:pt x="30386" y="8652"/>
                      <a:pt x="26557" y="9735"/>
                      <a:pt x="22719" y="9398"/>
                    </a:cubicBezTo>
                    <a:cubicBezTo>
                      <a:pt x="21101" y="21187"/>
                      <a:pt x="19482" y="35925"/>
                      <a:pt x="22624" y="406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73" name="Freeform 2732">
                <a:extLst>
                  <a:ext uri="{FF2B5EF4-FFF2-40B4-BE49-F238E27FC236}">
                    <a16:creationId xmlns:a16="http://schemas.microsoft.com/office/drawing/2014/main" id="{58083B28-AAFF-D254-94B4-DA7E084CBD41}"/>
                  </a:ext>
                </a:extLst>
              </p:cNvPr>
              <p:cNvSpPr/>
              <p:nvPr/>
            </p:nvSpPr>
            <p:spPr>
              <a:xfrm>
                <a:off x="5672583" y="3658953"/>
                <a:ext cx="450784" cy="429716"/>
              </a:xfrm>
              <a:custGeom>
                <a:avLst/>
                <a:gdLst>
                  <a:gd name="connsiteX0" fmla="*/ 145264 w 418915"/>
                  <a:gd name="connsiteY0" fmla="*/ 77276 h 399336"/>
                  <a:gd name="connsiteX1" fmla="*/ 146501 w 418915"/>
                  <a:gd name="connsiteY1" fmla="*/ 95532 h 399336"/>
                  <a:gd name="connsiteX2" fmla="*/ 154404 w 418915"/>
                  <a:gd name="connsiteY2" fmla="*/ 109223 h 399336"/>
                  <a:gd name="connsiteX3" fmla="*/ 149834 w 418915"/>
                  <a:gd name="connsiteY3" fmla="*/ 117115 h 399336"/>
                  <a:gd name="connsiteX4" fmla="*/ 120414 w 418915"/>
                  <a:gd name="connsiteY4" fmla="*/ 118351 h 399336"/>
                  <a:gd name="connsiteX5" fmla="*/ 108608 w 418915"/>
                  <a:gd name="connsiteY5" fmla="*/ 125577 h 399336"/>
                  <a:gd name="connsiteX6" fmla="*/ 102134 w 418915"/>
                  <a:gd name="connsiteY6" fmla="*/ 130807 h 399336"/>
                  <a:gd name="connsiteX7" fmla="*/ 99469 w 418915"/>
                  <a:gd name="connsiteY7" fmla="*/ 143167 h 399336"/>
                  <a:gd name="connsiteX8" fmla="*/ 89948 w 418915"/>
                  <a:gd name="connsiteY8" fmla="*/ 149062 h 399336"/>
                  <a:gd name="connsiteX9" fmla="*/ 74905 w 418915"/>
                  <a:gd name="connsiteY9" fmla="*/ 154291 h 399336"/>
                  <a:gd name="connsiteX10" fmla="*/ 64527 w 418915"/>
                  <a:gd name="connsiteY10" fmla="*/ 165986 h 399336"/>
                  <a:gd name="connsiteX11" fmla="*/ 46818 w 418915"/>
                  <a:gd name="connsiteY11" fmla="*/ 169980 h 399336"/>
                  <a:gd name="connsiteX12" fmla="*/ 33775 w 418915"/>
                  <a:gd name="connsiteY12" fmla="*/ 173878 h 399336"/>
                  <a:gd name="connsiteX13" fmla="*/ 1785 w 418915"/>
                  <a:gd name="connsiteY13" fmla="*/ 194701 h 399336"/>
                  <a:gd name="connsiteX14" fmla="*/ 2261 w 418915"/>
                  <a:gd name="connsiteY14" fmla="*/ 221989 h 399336"/>
                  <a:gd name="connsiteX15" fmla="*/ 6165 w 418915"/>
                  <a:gd name="connsiteY15" fmla="*/ 225602 h 399336"/>
                  <a:gd name="connsiteX16" fmla="*/ 200580 w 418915"/>
                  <a:gd name="connsiteY16" fmla="*/ 355101 h 399336"/>
                  <a:gd name="connsiteX17" fmla="*/ 213242 w 418915"/>
                  <a:gd name="connsiteY17" fmla="*/ 373356 h 399336"/>
                  <a:gd name="connsiteX18" fmla="*/ 235806 w 418915"/>
                  <a:gd name="connsiteY18" fmla="*/ 380392 h 399336"/>
                  <a:gd name="connsiteX19" fmla="*/ 245328 w 418915"/>
                  <a:gd name="connsiteY19" fmla="*/ 401500 h 399336"/>
                  <a:gd name="connsiteX20" fmla="*/ 265035 w 418915"/>
                  <a:gd name="connsiteY20" fmla="*/ 397317 h 399336"/>
                  <a:gd name="connsiteX21" fmla="*/ 296073 w 418915"/>
                  <a:gd name="connsiteY21" fmla="*/ 387808 h 399336"/>
                  <a:gd name="connsiteX22" fmla="*/ 332633 w 418915"/>
                  <a:gd name="connsiteY22" fmla="*/ 358239 h 399336"/>
                  <a:gd name="connsiteX23" fmla="*/ 418321 w 418915"/>
                  <a:gd name="connsiteY23" fmla="*/ 304803 h 399336"/>
                  <a:gd name="connsiteX24" fmla="*/ 418321 w 418915"/>
                  <a:gd name="connsiteY24" fmla="*/ 304803 h 399336"/>
                  <a:gd name="connsiteX25" fmla="*/ 408229 w 418915"/>
                  <a:gd name="connsiteY25" fmla="*/ 287689 h 399336"/>
                  <a:gd name="connsiteX26" fmla="*/ 393471 w 418915"/>
                  <a:gd name="connsiteY26" fmla="*/ 283315 h 399336"/>
                  <a:gd name="connsiteX27" fmla="*/ 379476 w 418915"/>
                  <a:gd name="connsiteY27" fmla="*/ 275138 h 399336"/>
                  <a:gd name="connsiteX28" fmla="*/ 377191 w 418915"/>
                  <a:gd name="connsiteY28" fmla="*/ 259640 h 399336"/>
                  <a:gd name="connsiteX29" fmla="*/ 368336 w 418915"/>
                  <a:gd name="connsiteY29" fmla="*/ 247090 h 399336"/>
                  <a:gd name="connsiteX30" fmla="*/ 377096 w 418915"/>
                  <a:gd name="connsiteY30" fmla="*/ 237582 h 399336"/>
                  <a:gd name="connsiteX31" fmla="*/ 374049 w 418915"/>
                  <a:gd name="connsiteY31" fmla="*/ 228074 h 399336"/>
                  <a:gd name="connsiteX32" fmla="*/ 374049 w 418915"/>
                  <a:gd name="connsiteY32" fmla="*/ 215618 h 399336"/>
                  <a:gd name="connsiteX33" fmla="*/ 376429 w 418915"/>
                  <a:gd name="connsiteY33" fmla="*/ 201451 h 399336"/>
                  <a:gd name="connsiteX34" fmla="*/ 377000 w 418915"/>
                  <a:gd name="connsiteY34" fmla="*/ 180438 h 399336"/>
                  <a:gd name="connsiteX35" fmla="*/ 367480 w 418915"/>
                  <a:gd name="connsiteY35" fmla="*/ 162088 h 399336"/>
                  <a:gd name="connsiteX36" fmla="*/ 371859 w 418915"/>
                  <a:gd name="connsiteY36" fmla="*/ 157904 h 399336"/>
                  <a:gd name="connsiteX37" fmla="*/ 370145 w 418915"/>
                  <a:gd name="connsiteY37" fmla="*/ 152675 h 399336"/>
                  <a:gd name="connsiteX38" fmla="*/ 360625 w 418915"/>
                  <a:gd name="connsiteY38" fmla="*/ 117115 h 399336"/>
                  <a:gd name="connsiteX39" fmla="*/ 345201 w 418915"/>
                  <a:gd name="connsiteY39" fmla="*/ 105325 h 399336"/>
                  <a:gd name="connsiteX40" fmla="*/ 336918 w 418915"/>
                  <a:gd name="connsiteY40" fmla="*/ 92299 h 399336"/>
                  <a:gd name="connsiteX41" fmla="*/ 328635 w 418915"/>
                  <a:gd name="connsiteY41" fmla="*/ 71001 h 399336"/>
                  <a:gd name="connsiteX42" fmla="*/ 341678 w 418915"/>
                  <a:gd name="connsiteY42" fmla="*/ 57975 h 399336"/>
                  <a:gd name="connsiteX43" fmla="*/ 347581 w 418915"/>
                  <a:gd name="connsiteY43" fmla="*/ 36677 h 399336"/>
                  <a:gd name="connsiteX44" fmla="*/ 347581 w 418915"/>
                  <a:gd name="connsiteY44" fmla="*/ 5396 h 399336"/>
                  <a:gd name="connsiteX45" fmla="*/ 328539 w 418915"/>
                  <a:gd name="connsiteY45" fmla="*/ 1783 h 399336"/>
                  <a:gd name="connsiteX46" fmla="*/ 308070 w 418915"/>
                  <a:gd name="connsiteY46" fmla="*/ 3780 h 399336"/>
                  <a:gd name="connsiteX47" fmla="*/ 280269 w 418915"/>
                  <a:gd name="connsiteY47" fmla="*/ 9389 h 399336"/>
                  <a:gd name="connsiteX48" fmla="*/ 204959 w 418915"/>
                  <a:gd name="connsiteY48" fmla="*/ 13858 h 399336"/>
                  <a:gd name="connsiteX49" fmla="*/ 173921 w 418915"/>
                  <a:gd name="connsiteY49" fmla="*/ 30402 h 399336"/>
                  <a:gd name="connsiteX50" fmla="*/ 142503 w 418915"/>
                  <a:gd name="connsiteY50" fmla="*/ 46661 h 399336"/>
                  <a:gd name="connsiteX51" fmla="*/ 134886 w 418915"/>
                  <a:gd name="connsiteY51" fmla="*/ 50084 h 399336"/>
                  <a:gd name="connsiteX52" fmla="*/ 138219 w 418915"/>
                  <a:gd name="connsiteY52" fmla="*/ 56264 h 399336"/>
                  <a:gd name="connsiteX53" fmla="*/ 145264 w 418915"/>
                  <a:gd name="connsiteY53" fmla="*/ 77276 h 399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18915" h="399336">
                    <a:moveTo>
                      <a:pt x="145264" y="77276"/>
                    </a:moveTo>
                    <a:cubicBezTo>
                      <a:pt x="145264" y="85168"/>
                      <a:pt x="142598" y="94866"/>
                      <a:pt x="146501" y="95532"/>
                    </a:cubicBezTo>
                    <a:cubicBezTo>
                      <a:pt x="150405" y="96197"/>
                      <a:pt x="153737" y="105991"/>
                      <a:pt x="154404" y="109223"/>
                    </a:cubicBezTo>
                    <a:cubicBezTo>
                      <a:pt x="155070" y="112456"/>
                      <a:pt x="153737" y="117115"/>
                      <a:pt x="149834" y="117115"/>
                    </a:cubicBezTo>
                    <a:cubicBezTo>
                      <a:pt x="145930" y="117115"/>
                      <a:pt x="120414" y="114453"/>
                      <a:pt x="120414" y="118351"/>
                    </a:cubicBezTo>
                    <a:cubicBezTo>
                      <a:pt x="120414" y="122249"/>
                      <a:pt x="114511" y="125577"/>
                      <a:pt x="108608" y="125577"/>
                    </a:cubicBezTo>
                    <a:cubicBezTo>
                      <a:pt x="102706" y="125577"/>
                      <a:pt x="102801" y="124246"/>
                      <a:pt x="102134" y="130807"/>
                    </a:cubicBezTo>
                    <a:cubicBezTo>
                      <a:pt x="101468" y="137367"/>
                      <a:pt x="103372" y="143167"/>
                      <a:pt x="99469" y="143167"/>
                    </a:cubicBezTo>
                    <a:cubicBezTo>
                      <a:pt x="95565" y="143167"/>
                      <a:pt x="96232" y="148396"/>
                      <a:pt x="89948" y="149062"/>
                    </a:cubicBezTo>
                    <a:cubicBezTo>
                      <a:pt x="83664" y="149728"/>
                      <a:pt x="74905" y="148396"/>
                      <a:pt x="74905" y="154291"/>
                    </a:cubicBezTo>
                    <a:cubicBezTo>
                      <a:pt x="74944" y="160264"/>
                      <a:pt x="70469" y="165306"/>
                      <a:pt x="64527" y="165986"/>
                    </a:cubicBezTo>
                    <a:cubicBezTo>
                      <a:pt x="57958" y="167317"/>
                      <a:pt x="46818" y="164750"/>
                      <a:pt x="46818" y="169980"/>
                    </a:cubicBezTo>
                    <a:cubicBezTo>
                      <a:pt x="46818" y="175209"/>
                      <a:pt x="38345" y="171216"/>
                      <a:pt x="33775" y="173878"/>
                    </a:cubicBezTo>
                    <a:cubicBezTo>
                      <a:pt x="22546" y="179911"/>
                      <a:pt x="11845" y="186877"/>
                      <a:pt x="1785" y="194701"/>
                    </a:cubicBezTo>
                    <a:cubicBezTo>
                      <a:pt x="1785" y="196032"/>
                      <a:pt x="1785" y="208867"/>
                      <a:pt x="2261" y="221989"/>
                    </a:cubicBezTo>
                    <a:cubicBezTo>
                      <a:pt x="3192" y="223539"/>
                      <a:pt x="4546" y="224792"/>
                      <a:pt x="6165" y="225602"/>
                    </a:cubicBezTo>
                    <a:cubicBezTo>
                      <a:pt x="15685" y="231211"/>
                      <a:pt x="194962" y="349206"/>
                      <a:pt x="200580" y="355101"/>
                    </a:cubicBezTo>
                    <a:cubicBezTo>
                      <a:pt x="205416" y="360737"/>
                      <a:pt x="209659" y="366854"/>
                      <a:pt x="213242" y="373356"/>
                    </a:cubicBezTo>
                    <a:cubicBezTo>
                      <a:pt x="221119" y="374360"/>
                      <a:pt x="228757" y="376742"/>
                      <a:pt x="235806" y="380392"/>
                    </a:cubicBezTo>
                    <a:cubicBezTo>
                      <a:pt x="245328" y="386002"/>
                      <a:pt x="245328" y="401500"/>
                      <a:pt x="245328" y="401500"/>
                    </a:cubicBezTo>
                    <a:cubicBezTo>
                      <a:pt x="245328" y="401500"/>
                      <a:pt x="257990" y="398648"/>
                      <a:pt x="265035" y="397317"/>
                    </a:cubicBezTo>
                    <a:cubicBezTo>
                      <a:pt x="272081" y="395985"/>
                      <a:pt x="296073" y="387808"/>
                      <a:pt x="296073" y="387808"/>
                    </a:cubicBezTo>
                    <a:lnTo>
                      <a:pt x="332633" y="358239"/>
                    </a:lnTo>
                    <a:lnTo>
                      <a:pt x="418321" y="304803"/>
                    </a:lnTo>
                    <a:lnTo>
                      <a:pt x="418321" y="304803"/>
                    </a:lnTo>
                    <a:cubicBezTo>
                      <a:pt x="415750" y="295295"/>
                      <a:pt x="412894" y="287689"/>
                      <a:pt x="408229" y="287689"/>
                    </a:cubicBezTo>
                    <a:cubicBezTo>
                      <a:pt x="403563" y="287689"/>
                      <a:pt x="399374" y="283315"/>
                      <a:pt x="393471" y="283315"/>
                    </a:cubicBezTo>
                    <a:cubicBezTo>
                      <a:pt x="387569" y="283315"/>
                      <a:pt x="380142" y="280368"/>
                      <a:pt x="379476" y="275138"/>
                    </a:cubicBezTo>
                    <a:cubicBezTo>
                      <a:pt x="378809" y="269909"/>
                      <a:pt x="381665" y="266296"/>
                      <a:pt x="377191" y="259640"/>
                    </a:cubicBezTo>
                    <a:cubicBezTo>
                      <a:pt x="372716" y="252985"/>
                      <a:pt x="368336" y="250132"/>
                      <a:pt x="368336" y="247090"/>
                    </a:cubicBezTo>
                    <a:cubicBezTo>
                      <a:pt x="368336" y="244047"/>
                      <a:pt x="375858" y="238437"/>
                      <a:pt x="377096" y="237582"/>
                    </a:cubicBezTo>
                    <a:cubicBezTo>
                      <a:pt x="378333" y="236726"/>
                      <a:pt x="374049" y="231687"/>
                      <a:pt x="374049" y="228074"/>
                    </a:cubicBezTo>
                    <a:cubicBezTo>
                      <a:pt x="374049" y="224461"/>
                      <a:pt x="371097" y="219136"/>
                      <a:pt x="374049" y="215618"/>
                    </a:cubicBezTo>
                    <a:cubicBezTo>
                      <a:pt x="378392" y="212222"/>
                      <a:pt x="379425" y="206078"/>
                      <a:pt x="376429" y="201451"/>
                    </a:cubicBezTo>
                    <a:cubicBezTo>
                      <a:pt x="373192" y="194986"/>
                      <a:pt x="380904" y="188996"/>
                      <a:pt x="377000" y="180438"/>
                    </a:cubicBezTo>
                    <a:cubicBezTo>
                      <a:pt x="373097" y="171881"/>
                      <a:pt x="367480" y="165035"/>
                      <a:pt x="367480" y="162088"/>
                    </a:cubicBezTo>
                    <a:cubicBezTo>
                      <a:pt x="367480" y="160852"/>
                      <a:pt x="369574" y="159426"/>
                      <a:pt x="371859" y="157904"/>
                    </a:cubicBezTo>
                    <a:cubicBezTo>
                      <a:pt x="370733" y="156394"/>
                      <a:pt x="370131" y="154558"/>
                      <a:pt x="370145" y="152675"/>
                    </a:cubicBezTo>
                    <a:cubicBezTo>
                      <a:pt x="369102" y="140353"/>
                      <a:pt x="365878" y="128313"/>
                      <a:pt x="360625" y="117115"/>
                    </a:cubicBezTo>
                    <a:cubicBezTo>
                      <a:pt x="357102" y="112361"/>
                      <a:pt x="345201" y="108843"/>
                      <a:pt x="345201" y="105325"/>
                    </a:cubicBezTo>
                    <a:cubicBezTo>
                      <a:pt x="345901" y="99567"/>
                      <a:pt x="342434" y="94115"/>
                      <a:pt x="336918" y="92299"/>
                    </a:cubicBezTo>
                    <a:cubicBezTo>
                      <a:pt x="328635" y="88686"/>
                      <a:pt x="323874" y="71001"/>
                      <a:pt x="328635" y="71001"/>
                    </a:cubicBezTo>
                    <a:cubicBezTo>
                      <a:pt x="333395" y="71001"/>
                      <a:pt x="336918" y="60352"/>
                      <a:pt x="341678" y="57975"/>
                    </a:cubicBezTo>
                    <a:cubicBezTo>
                      <a:pt x="348455" y="53173"/>
                      <a:pt x="350921" y="44276"/>
                      <a:pt x="347581" y="36677"/>
                    </a:cubicBezTo>
                    <a:cubicBezTo>
                      <a:pt x="344439" y="31923"/>
                      <a:pt x="346058" y="17186"/>
                      <a:pt x="347581" y="5396"/>
                    </a:cubicBezTo>
                    <a:cubicBezTo>
                      <a:pt x="341102" y="5034"/>
                      <a:pt x="334700" y="3819"/>
                      <a:pt x="328539" y="1783"/>
                    </a:cubicBezTo>
                    <a:cubicBezTo>
                      <a:pt x="321670" y="1832"/>
                      <a:pt x="314819" y="2501"/>
                      <a:pt x="308070" y="3780"/>
                    </a:cubicBezTo>
                    <a:cubicBezTo>
                      <a:pt x="301596" y="3780"/>
                      <a:pt x="285600" y="14428"/>
                      <a:pt x="280269" y="9389"/>
                    </a:cubicBezTo>
                    <a:cubicBezTo>
                      <a:pt x="274937" y="4350"/>
                      <a:pt x="220383" y="13288"/>
                      <a:pt x="204959" y="13858"/>
                    </a:cubicBezTo>
                    <a:cubicBezTo>
                      <a:pt x="189535" y="14428"/>
                      <a:pt x="183061" y="30402"/>
                      <a:pt x="173921" y="30402"/>
                    </a:cubicBezTo>
                    <a:cubicBezTo>
                      <a:pt x="161859" y="31962"/>
                      <a:pt x="150734" y="37719"/>
                      <a:pt x="142503" y="46661"/>
                    </a:cubicBezTo>
                    <a:cubicBezTo>
                      <a:pt x="140627" y="48912"/>
                      <a:pt x="137817" y="50175"/>
                      <a:pt x="134886" y="50084"/>
                    </a:cubicBezTo>
                    <a:cubicBezTo>
                      <a:pt x="135804" y="52242"/>
                      <a:pt x="136919" y="54311"/>
                      <a:pt x="138219" y="56264"/>
                    </a:cubicBezTo>
                    <a:cubicBezTo>
                      <a:pt x="142958" y="62228"/>
                      <a:pt x="145451" y="69664"/>
                      <a:pt x="145264" y="772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74" name="Freeform 2733">
                <a:extLst>
                  <a:ext uri="{FF2B5EF4-FFF2-40B4-BE49-F238E27FC236}">
                    <a16:creationId xmlns:a16="http://schemas.microsoft.com/office/drawing/2014/main" id="{57B7F0DD-F607-C6CE-2036-5C7BB1814287}"/>
                  </a:ext>
                </a:extLst>
              </p:cNvPr>
              <p:cNvSpPr/>
              <p:nvPr/>
            </p:nvSpPr>
            <p:spPr>
              <a:xfrm>
                <a:off x="6066875" y="3758708"/>
                <a:ext cx="327843" cy="317172"/>
              </a:xfrm>
              <a:custGeom>
                <a:avLst/>
                <a:gdLst>
                  <a:gd name="connsiteX0" fmla="*/ 35242 w 304666"/>
                  <a:gd name="connsiteY0" fmla="*/ 18707 h 294748"/>
                  <a:gd name="connsiteX1" fmla="*/ 19913 w 304666"/>
                  <a:gd name="connsiteY1" fmla="*/ 33159 h 294748"/>
                  <a:gd name="connsiteX2" fmla="*/ 18104 w 304666"/>
                  <a:gd name="connsiteY2" fmla="*/ 42097 h 294748"/>
                  <a:gd name="connsiteX3" fmla="*/ 14582 w 304666"/>
                  <a:gd name="connsiteY3" fmla="*/ 58070 h 294748"/>
                  <a:gd name="connsiteX4" fmla="*/ 1824 w 304666"/>
                  <a:gd name="connsiteY4" fmla="*/ 69575 h 294748"/>
                  <a:gd name="connsiteX5" fmla="*/ 11345 w 304666"/>
                  <a:gd name="connsiteY5" fmla="*/ 87925 h 294748"/>
                  <a:gd name="connsiteX6" fmla="*/ 10773 w 304666"/>
                  <a:gd name="connsiteY6" fmla="*/ 108938 h 294748"/>
                  <a:gd name="connsiteX7" fmla="*/ 9250 w 304666"/>
                  <a:gd name="connsiteY7" fmla="*/ 122535 h 294748"/>
                  <a:gd name="connsiteX8" fmla="*/ 9250 w 304666"/>
                  <a:gd name="connsiteY8" fmla="*/ 134990 h 294748"/>
                  <a:gd name="connsiteX9" fmla="*/ 12296 w 304666"/>
                  <a:gd name="connsiteY9" fmla="*/ 144498 h 294748"/>
                  <a:gd name="connsiteX10" fmla="*/ 3537 w 304666"/>
                  <a:gd name="connsiteY10" fmla="*/ 154006 h 294748"/>
                  <a:gd name="connsiteX11" fmla="*/ 12392 w 304666"/>
                  <a:gd name="connsiteY11" fmla="*/ 166557 h 294748"/>
                  <a:gd name="connsiteX12" fmla="*/ 14677 w 304666"/>
                  <a:gd name="connsiteY12" fmla="*/ 182055 h 294748"/>
                  <a:gd name="connsiteX13" fmla="*/ 28672 w 304666"/>
                  <a:gd name="connsiteY13" fmla="*/ 190232 h 294748"/>
                  <a:gd name="connsiteX14" fmla="*/ 43430 w 304666"/>
                  <a:gd name="connsiteY14" fmla="*/ 194605 h 294748"/>
                  <a:gd name="connsiteX15" fmla="*/ 53522 w 304666"/>
                  <a:gd name="connsiteY15" fmla="*/ 211720 h 294748"/>
                  <a:gd name="connsiteX16" fmla="*/ 82941 w 304666"/>
                  <a:gd name="connsiteY16" fmla="*/ 217330 h 294748"/>
                  <a:gd name="connsiteX17" fmla="*/ 95604 w 304666"/>
                  <a:gd name="connsiteY17" fmla="*/ 229975 h 294748"/>
                  <a:gd name="connsiteX18" fmla="*/ 129403 w 304666"/>
                  <a:gd name="connsiteY18" fmla="*/ 211720 h 294748"/>
                  <a:gd name="connsiteX19" fmla="*/ 282402 w 304666"/>
                  <a:gd name="connsiteY19" fmla="*/ 293869 h 294748"/>
                  <a:gd name="connsiteX20" fmla="*/ 282402 w 304666"/>
                  <a:gd name="connsiteY20" fmla="*/ 283315 h 294748"/>
                  <a:gd name="connsiteX21" fmla="*/ 300968 w 304666"/>
                  <a:gd name="connsiteY21" fmla="*/ 283315 h 294748"/>
                  <a:gd name="connsiteX22" fmla="*/ 300968 w 304666"/>
                  <a:gd name="connsiteY22" fmla="*/ 87070 h 294748"/>
                  <a:gd name="connsiteX23" fmla="*/ 300968 w 304666"/>
                  <a:gd name="connsiteY23" fmla="*/ 57405 h 294748"/>
                  <a:gd name="connsiteX24" fmla="*/ 303443 w 304666"/>
                  <a:gd name="connsiteY24" fmla="*/ 32684 h 294748"/>
                  <a:gd name="connsiteX25" fmla="*/ 305252 w 304666"/>
                  <a:gd name="connsiteY25" fmla="*/ 27740 h 294748"/>
                  <a:gd name="connsiteX26" fmla="*/ 304681 w 304666"/>
                  <a:gd name="connsiteY26" fmla="*/ 26979 h 294748"/>
                  <a:gd name="connsiteX27" fmla="*/ 277737 w 304666"/>
                  <a:gd name="connsiteY27" fmla="*/ 19848 h 294748"/>
                  <a:gd name="connsiteX28" fmla="*/ 247175 w 304666"/>
                  <a:gd name="connsiteY28" fmla="*/ 4160 h 294748"/>
                  <a:gd name="connsiteX29" fmla="*/ 202427 w 304666"/>
                  <a:gd name="connsiteY29" fmla="*/ 26979 h 294748"/>
                  <a:gd name="connsiteX30" fmla="*/ 205093 w 304666"/>
                  <a:gd name="connsiteY30" fmla="*/ 53031 h 294748"/>
                  <a:gd name="connsiteX31" fmla="*/ 175354 w 304666"/>
                  <a:gd name="connsiteY31" fmla="*/ 54043 h 294748"/>
                  <a:gd name="connsiteX32" fmla="*/ 174341 w 304666"/>
                  <a:gd name="connsiteY32" fmla="*/ 53031 h 294748"/>
                  <a:gd name="connsiteX33" fmla="*/ 137304 w 304666"/>
                  <a:gd name="connsiteY33" fmla="*/ 39720 h 294748"/>
                  <a:gd name="connsiteX34" fmla="*/ 117406 w 304666"/>
                  <a:gd name="connsiteY34" fmla="*/ 25553 h 294748"/>
                  <a:gd name="connsiteX35" fmla="*/ 104363 w 304666"/>
                  <a:gd name="connsiteY35" fmla="*/ 13953 h 294748"/>
                  <a:gd name="connsiteX36" fmla="*/ 67993 w 304666"/>
                  <a:gd name="connsiteY36" fmla="*/ 6537 h 294748"/>
                  <a:gd name="connsiteX37" fmla="*/ 44858 w 304666"/>
                  <a:gd name="connsiteY37" fmla="*/ 1783 h 294748"/>
                  <a:gd name="connsiteX38" fmla="*/ 44191 w 304666"/>
                  <a:gd name="connsiteY38" fmla="*/ 12146 h 294748"/>
                  <a:gd name="connsiteX39" fmla="*/ 35242 w 304666"/>
                  <a:gd name="connsiteY39" fmla="*/ 18707 h 294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04666" h="294748">
                    <a:moveTo>
                      <a:pt x="35242" y="18707"/>
                    </a:moveTo>
                    <a:cubicBezTo>
                      <a:pt x="29889" y="23261"/>
                      <a:pt x="24773" y="28084"/>
                      <a:pt x="19913" y="33159"/>
                    </a:cubicBezTo>
                    <a:cubicBezTo>
                      <a:pt x="17499" y="35468"/>
                      <a:pt x="16778" y="39033"/>
                      <a:pt x="18104" y="42097"/>
                    </a:cubicBezTo>
                    <a:cubicBezTo>
                      <a:pt x="18517" y="47651"/>
                      <a:pt x="17292" y="53203"/>
                      <a:pt x="14582" y="58070"/>
                    </a:cubicBezTo>
                    <a:cubicBezTo>
                      <a:pt x="11916" y="63109"/>
                      <a:pt x="2395" y="66628"/>
                      <a:pt x="1824" y="69575"/>
                    </a:cubicBezTo>
                    <a:cubicBezTo>
                      <a:pt x="1252" y="72522"/>
                      <a:pt x="7155" y="79083"/>
                      <a:pt x="11345" y="87925"/>
                    </a:cubicBezTo>
                    <a:cubicBezTo>
                      <a:pt x="15533" y="96768"/>
                      <a:pt x="7536" y="102473"/>
                      <a:pt x="10773" y="108938"/>
                    </a:cubicBezTo>
                    <a:cubicBezTo>
                      <a:pt x="13633" y="113240"/>
                      <a:pt x="12991" y="118971"/>
                      <a:pt x="9250" y="122535"/>
                    </a:cubicBezTo>
                    <a:cubicBezTo>
                      <a:pt x="6298" y="126053"/>
                      <a:pt x="9250" y="132043"/>
                      <a:pt x="9250" y="134990"/>
                    </a:cubicBezTo>
                    <a:cubicBezTo>
                      <a:pt x="9250" y="137938"/>
                      <a:pt x="13439" y="142977"/>
                      <a:pt x="12296" y="144498"/>
                    </a:cubicBezTo>
                    <a:cubicBezTo>
                      <a:pt x="11154" y="146019"/>
                      <a:pt x="3537" y="151439"/>
                      <a:pt x="3537" y="154006"/>
                    </a:cubicBezTo>
                    <a:cubicBezTo>
                      <a:pt x="3537" y="156573"/>
                      <a:pt x="8012" y="159901"/>
                      <a:pt x="12392" y="166557"/>
                    </a:cubicBezTo>
                    <a:cubicBezTo>
                      <a:pt x="16771" y="173212"/>
                      <a:pt x="13915" y="176920"/>
                      <a:pt x="14677" y="182055"/>
                    </a:cubicBezTo>
                    <a:cubicBezTo>
                      <a:pt x="15438" y="187189"/>
                      <a:pt x="22769" y="190232"/>
                      <a:pt x="28672" y="190232"/>
                    </a:cubicBezTo>
                    <a:cubicBezTo>
                      <a:pt x="34575" y="190232"/>
                      <a:pt x="38193" y="194605"/>
                      <a:pt x="43430" y="194605"/>
                    </a:cubicBezTo>
                    <a:cubicBezTo>
                      <a:pt x="48666" y="194605"/>
                      <a:pt x="50951" y="202212"/>
                      <a:pt x="53522" y="211720"/>
                    </a:cubicBezTo>
                    <a:cubicBezTo>
                      <a:pt x="63617" y="211468"/>
                      <a:pt x="73649" y="213381"/>
                      <a:pt x="82941" y="217330"/>
                    </a:cubicBezTo>
                    <a:cubicBezTo>
                      <a:pt x="87980" y="220639"/>
                      <a:pt x="92290" y="224943"/>
                      <a:pt x="95604" y="229975"/>
                    </a:cubicBezTo>
                    <a:lnTo>
                      <a:pt x="129403" y="211720"/>
                    </a:lnTo>
                    <a:lnTo>
                      <a:pt x="282402" y="293869"/>
                    </a:lnTo>
                    <a:lnTo>
                      <a:pt x="282402" y="283315"/>
                    </a:lnTo>
                    <a:lnTo>
                      <a:pt x="300968" y="283315"/>
                    </a:lnTo>
                    <a:lnTo>
                      <a:pt x="300968" y="87070"/>
                    </a:lnTo>
                    <a:cubicBezTo>
                      <a:pt x="300968" y="73473"/>
                      <a:pt x="294779" y="64821"/>
                      <a:pt x="300968" y="57405"/>
                    </a:cubicBezTo>
                    <a:cubicBezTo>
                      <a:pt x="307156" y="49988"/>
                      <a:pt x="298492" y="46280"/>
                      <a:pt x="303443" y="32684"/>
                    </a:cubicBezTo>
                    <a:cubicBezTo>
                      <a:pt x="304014" y="31163"/>
                      <a:pt x="304586" y="29451"/>
                      <a:pt x="305252" y="27740"/>
                    </a:cubicBezTo>
                    <a:cubicBezTo>
                      <a:pt x="305252" y="27740"/>
                      <a:pt x="304776" y="27740"/>
                      <a:pt x="304681" y="26979"/>
                    </a:cubicBezTo>
                    <a:cubicBezTo>
                      <a:pt x="303158" y="22796"/>
                      <a:pt x="295160" y="22510"/>
                      <a:pt x="277737" y="19848"/>
                    </a:cubicBezTo>
                    <a:cubicBezTo>
                      <a:pt x="260314" y="17186"/>
                      <a:pt x="266788" y="5396"/>
                      <a:pt x="247175" y="4160"/>
                    </a:cubicBezTo>
                    <a:cubicBezTo>
                      <a:pt x="227562" y="2924"/>
                      <a:pt x="202713" y="18707"/>
                      <a:pt x="202427" y="26979"/>
                    </a:cubicBezTo>
                    <a:cubicBezTo>
                      <a:pt x="202142" y="35251"/>
                      <a:pt x="211948" y="44474"/>
                      <a:pt x="205093" y="53031"/>
                    </a:cubicBezTo>
                    <a:cubicBezTo>
                      <a:pt x="197160" y="61512"/>
                      <a:pt x="183846" y="61964"/>
                      <a:pt x="175354" y="54043"/>
                    </a:cubicBezTo>
                    <a:cubicBezTo>
                      <a:pt x="175005" y="53717"/>
                      <a:pt x="174667" y="53380"/>
                      <a:pt x="174341" y="53031"/>
                    </a:cubicBezTo>
                    <a:cubicBezTo>
                      <a:pt x="163964" y="44352"/>
                      <a:pt x="150839" y="39635"/>
                      <a:pt x="137304" y="39720"/>
                    </a:cubicBezTo>
                    <a:cubicBezTo>
                      <a:pt x="125118" y="39720"/>
                      <a:pt x="116549" y="32018"/>
                      <a:pt x="117406" y="25553"/>
                    </a:cubicBezTo>
                    <a:cubicBezTo>
                      <a:pt x="118263" y="19087"/>
                      <a:pt x="114455" y="16045"/>
                      <a:pt x="104363" y="13953"/>
                    </a:cubicBezTo>
                    <a:cubicBezTo>
                      <a:pt x="94271" y="11861"/>
                      <a:pt x="85321" y="3589"/>
                      <a:pt x="67993" y="6537"/>
                    </a:cubicBezTo>
                    <a:cubicBezTo>
                      <a:pt x="59957" y="7890"/>
                      <a:pt x="51705" y="6195"/>
                      <a:pt x="44858" y="1783"/>
                    </a:cubicBezTo>
                    <a:cubicBezTo>
                      <a:pt x="44437" y="5222"/>
                      <a:pt x="44214" y="8682"/>
                      <a:pt x="44191" y="12146"/>
                    </a:cubicBezTo>
                    <a:cubicBezTo>
                      <a:pt x="44191" y="18992"/>
                      <a:pt x="37336" y="17756"/>
                      <a:pt x="35242" y="1870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75" name="Freeform 2734">
                <a:extLst>
                  <a:ext uri="{FF2B5EF4-FFF2-40B4-BE49-F238E27FC236}">
                    <a16:creationId xmlns:a16="http://schemas.microsoft.com/office/drawing/2014/main" id="{7C90C682-6184-C566-3685-C893CB34A49C}"/>
                  </a:ext>
                </a:extLst>
              </p:cNvPr>
              <p:cNvSpPr/>
              <p:nvPr/>
            </p:nvSpPr>
            <p:spPr>
              <a:xfrm>
                <a:off x="5500876" y="4201259"/>
                <a:ext cx="61470" cy="20463"/>
              </a:xfrm>
              <a:custGeom>
                <a:avLst/>
                <a:gdLst>
                  <a:gd name="connsiteX0" fmla="*/ 30348 w 57124"/>
                  <a:gd name="connsiteY0" fmla="*/ 11247 h 19016"/>
                  <a:gd name="connsiteX1" fmla="*/ 47199 w 57124"/>
                  <a:gd name="connsiteY1" fmla="*/ 15716 h 19016"/>
                  <a:gd name="connsiteX2" fmla="*/ 59576 w 57124"/>
                  <a:gd name="connsiteY2" fmla="*/ 12388 h 19016"/>
                  <a:gd name="connsiteX3" fmla="*/ 48722 w 57124"/>
                  <a:gd name="connsiteY3" fmla="*/ 10867 h 19016"/>
                  <a:gd name="connsiteX4" fmla="*/ 29681 w 57124"/>
                  <a:gd name="connsiteY4" fmla="*/ 2690 h 19016"/>
                  <a:gd name="connsiteX5" fmla="*/ 4356 w 57124"/>
                  <a:gd name="connsiteY5" fmla="*/ 6778 h 19016"/>
                  <a:gd name="connsiteX6" fmla="*/ 1785 w 57124"/>
                  <a:gd name="connsiteY6" fmla="*/ 18854 h 19016"/>
                  <a:gd name="connsiteX7" fmla="*/ 7593 w 57124"/>
                  <a:gd name="connsiteY7" fmla="*/ 17617 h 19016"/>
                  <a:gd name="connsiteX8" fmla="*/ 30348 w 57124"/>
                  <a:gd name="connsiteY8" fmla="*/ 11247 h 19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24" h="19016">
                    <a:moveTo>
                      <a:pt x="30348" y="11247"/>
                    </a:moveTo>
                    <a:cubicBezTo>
                      <a:pt x="34536" y="7539"/>
                      <a:pt x="41201" y="14955"/>
                      <a:pt x="47199" y="15716"/>
                    </a:cubicBezTo>
                    <a:cubicBezTo>
                      <a:pt x="51566" y="15870"/>
                      <a:pt x="55878" y="14711"/>
                      <a:pt x="59576" y="12388"/>
                    </a:cubicBezTo>
                    <a:cubicBezTo>
                      <a:pt x="56051" y="11361"/>
                      <a:pt x="52395" y="10849"/>
                      <a:pt x="48722" y="10867"/>
                    </a:cubicBezTo>
                    <a:cubicBezTo>
                      <a:pt x="39202" y="10106"/>
                      <a:pt x="38250" y="-1494"/>
                      <a:pt x="29681" y="2690"/>
                    </a:cubicBezTo>
                    <a:cubicBezTo>
                      <a:pt x="21900" y="6740"/>
                      <a:pt x="13018" y="8174"/>
                      <a:pt x="4356" y="6778"/>
                    </a:cubicBezTo>
                    <a:cubicBezTo>
                      <a:pt x="4356" y="10106"/>
                      <a:pt x="2356" y="14480"/>
                      <a:pt x="1785" y="18854"/>
                    </a:cubicBezTo>
                    <a:cubicBezTo>
                      <a:pt x="4546" y="18188"/>
                      <a:pt x="6641" y="17713"/>
                      <a:pt x="7593" y="17617"/>
                    </a:cubicBezTo>
                    <a:cubicBezTo>
                      <a:pt x="15572" y="17301"/>
                      <a:pt x="23366" y="15119"/>
                      <a:pt x="30348" y="1124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76" name="Freeform 2735">
                <a:extLst>
                  <a:ext uri="{FF2B5EF4-FFF2-40B4-BE49-F238E27FC236}">
                    <a16:creationId xmlns:a16="http://schemas.microsoft.com/office/drawing/2014/main" id="{CF6868A1-6B4A-F335-2CAB-EAE699E7CD20}"/>
                  </a:ext>
                </a:extLst>
              </p:cNvPr>
              <p:cNvSpPr/>
              <p:nvPr/>
            </p:nvSpPr>
            <p:spPr>
              <a:xfrm>
                <a:off x="5491819" y="4141605"/>
                <a:ext cx="122941" cy="92082"/>
              </a:xfrm>
              <a:custGeom>
                <a:avLst/>
                <a:gdLst>
                  <a:gd name="connsiteX0" fmla="*/ 24578 w 114249"/>
                  <a:gd name="connsiteY0" fmla="*/ 88458 h 85572"/>
                  <a:gd name="connsiteX1" fmla="*/ 35812 w 114249"/>
                  <a:gd name="connsiteY1" fmla="*/ 83989 h 85572"/>
                  <a:gd name="connsiteX2" fmla="*/ 65041 w 114249"/>
                  <a:gd name="connsiteY2" fmla="*/ 81708 h 85572"/>
                  <a:gd name="connsiteX3" fmla="*/ 70087 w 114249"/>
                  <a:gd name="connsiteY3" fmla="*/ 83134 h 85572"/>
                  <a:gd name="connsiteX4" fmla="*/ 70087 w 114249"/>
                  <a:gd name="connsiteY4" fmla="*/ 81232 h 85572"/>
                  <a:gd name="connsiteX5" fmla="*/ 84274 w 114249"/>
                  <a:gd name="connsiteY5" fmla="*/ 87032 h 85572"/>
                  <a:gd name="connsiteX6" fmla="*/ 113598 w 114249"/>
                  <a:gd name="connsiteY6" fmla="*/ 88839 h 85572"/>
                  <a:gd name="connsiteX7" fmla="*/ 115787 w 114249"/>
                  <a:gd name="connsiteY7" fmla="*/ 87983 h 85572"/>
                  <a:gd name="connsiteX8" fmla="*/ 115787 w 114249"/>
                  <a:gd name="connsiteY8" fmla="*/ 75337 h 85572"/>
                  <a:gd name="connsiteX9" fmla="*/ 105124 w 114249"/>
                  <a:gd name="connsiteY9" fmla="*/ 62311 h 85572"/>
                  <a:gd name="connsiteX10" fmla="*/ 102172 w 114249"/>
                  <a:gd name="connsiteY10" fmla="*/ 49856 h 85572"/>
                  <a:gd name="connsiteX11" fmla="*/ 98459 w 114249"/>
                  <a:gd name="connsiteY11" fmla="*/ 44436 h 85572"/>
                  <a:gd name="connsiteX12" fmla="*/ 87130 w 114249"/>
                  <a:gd name="connsiteY12" fmla="*/ 30364 h 85572"/>
                  <a:gd name="connsiteX13" fmla="*/ 73039 w 114249"/>
                  <a:gd name="connsiteY13" fmla="*/ 12014 h 85572"/>
                  <a:gd name="connsiteX14" fmla="*/ 65993 w 114249"/>
                  <a:gd name="connsiteY14" fmla="*/ 12014 h 85572"/>
                  <a:gd name="connsiteX15" fmla="*/ 54759 w 114249"/>
                  <a:gd name="connsiteY15" fmla="*/ 2506 h 85572"/>
                  <a:gd name="connsiteX16" fmla="*/ 39240 w 114249"/>
                  <a:gd name="connsiteY16" fmla="*/ 3932 h 85572"/>
                  <a:gd name="connsiteX17" fmla="*/ 20960 w 114249"/>
                  <a:gd name="connsiteY17" fmla="*/ 3932 h 85572"/>
                  <a:gd name="connsiteX18" fmla="*/ 9630 w 114249"/>
                  <a:gd name="connsiteY18" fmla="*/ 13440 h 85572"/>
                  <a:gd name="connsiteX19" fmla="*/ 8678 w 114249"/>
                  <a:gd name="connsiteY19" fmla="*/ 13440 h 85572"/>
                  <a:gd name="connsiteX20" fmla="*/ 4013 w 114249"/>
                  <a:gd name="connsiteY20" fmla="*/ 29508 h 85572"/>
                  <a:gd name="connsiteX21" fmla="*/ 11439 w 114249"/>
                  <a:gd name="connsiteY21" fmla="*/ 58032 h 85572"/>
                  <a:gd name="connsiteX22" fmla="*/ 12677 w 114249"/>
                  <a:gd name="connsiteY22" fmla="*/ 61836 h 85572"/>
                  <a:gd name="connsiteX23" fmla="*/ 38002 w 114249"/>
                  <a:gd name="connsiteY23" fmla="*/ 57747 h 85572"/>
                  <a:gd name="connsiteX24" fmla="*/ 57044 w 114249"/>
                  <a:gd name="connsiteY24" fmla="*/ 65924 h 85572"/>
                  <a:gd name="connsiteX25" fmla="*/ 67898 w 114249"/>
                  <a:gd name="connsiteY25" fmla="*/ 67445 h 85572"/>
                  <a:gd name="connsiteX26" fmla="*/ 55521 w 114249"/>
                  <a:gd name="connsiteY26" fmla="*/ 70773 h 85572"/>
                  <a:gd name="connsiteX27" fmla="*/ 38669 w 114249"/>
                  <a:gd name="connsiteY27" fmla="*/ 66305 h 85572"/>
                  <a:gd name="connsiteX28" fmla="*/ 15819 w 114249"/>
                  <a:gd name="connsiteY28" fmla="*/ 72675 h 85572"/>
                  <a:gd name="connsiteX29" fmla="*/ 10011 w 114249"/>
                  <a:gd name="connsiteY29" fmla="*/ 73911 h 85572"/>
                  <a:gd name="connsiteX30" fmla="*/ 12296 w 114249"/>
                  <a:gd name="connsiteY30" fmla="*/ 83419 h 85572"/>
                  <a:gd name="connsiteX31" fmla="*/ 14296 w 114249"/>
                  <a:gd name="connsiteY31" fmla="*/ 85796 h 85572"/>
                  <a:gd name="connsiteX32" fmla="*/ 24578 w 114249"/>
                  <a:gd name="connsiteY32" fmla="*/ 88458 h 8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4249" h="85572">
                    <a:moveTo>
                      <a:pt x="24578" y="88458"/>
                    </a:moveTo>
                    <a:cubicBezTo>
                      <a:pt x="28609" y="87822"/>
                      <a:pt x="32447" y="86295"/>
                      <a:pt x="35812" y="83989"/>
                    </a:cubicBezTo>
                    <a:lnTo>
                      <a:pt x="65041" y="81708"/>
                    </a:lnTo>
                    <a:cubicBezTo>
                      <a:pt x="66812" y="81782"/>
                      <a:pt x="68540" y="82271"/>
                      <a:pt x="70087" y="83134"/>
                    </a:cubicBezTo>
                    <a:cubicBezTo>
                      <a:pt x="70087" y="81993"/>
                      <a:pt x="70087" y="81232"/>
                      <a:pt x="70087" y="81232"/>
                    </a:cubicBezTo>
                    <a:cubicBezTo>
                      <a:pt x="70087" y="81232"/>
                      <a:pt x="83416" y="83894"/>
                      <a:pt x="84274" y="87032"/>
                    </a:cubicBezTo>
                    <a:cubicBezTo>
                      <a:pt x="85130" y="90170"/>
                      <a:pt x="103315" y="92356"/>
                      <a:pt x="113598" y="88839"/>
                    </a:cubicBezTo>
                    <a:lnTo>
                      <a:pt x="115787" y="87983"/>
                    </a:lnTo>
                    <a:cubicBezTo>
                      <a:pt x="116037" y="83771"/>
                      <a:pt x="116037" y="79549"/>
                      <a:pt x="115787" y="75337"/>
                    </a:cubicBezTo>
                    <a:cubicBezTo>
                      <a:pt x="113012" y="70413"/>
                      <a:pt x="109405" y="66006"/>
                      <a:pt x="105124" y="62311"/>
                    </a:cubicBezTo>
                    <a:cubicBezTo>
                      <a:pt x="101506" y="58793"/>
                      <a:pt x="102172" y="49856"/>
                      <a:pt x="102172" y="49856"/>
                    </a:cubicBezTo>
                    <a:lnTo>
                      <a:pt x="98459" y="44436"/>
                    </a:lnTo>
                    <a:cubicBezTo>
                      <a:pt x="96935" y="38311"/>
                      <a:pt x="92792" y="33166"/>
                      <a:pt x="87130" y="30364"/>
                    </a:cubicBezTo>
                    <a:cubicBezTo>
                      <a:pt x="78751" y="27512"/>
                      <a:pt x="73039" y="12014"/>
                      <a:pt x="73039" y="12014"/>
                    </a:cubicBezTo>
                    <a:lnTo>
                      <a:pt x="65993" y="12014"/>
                    </a:lnTo>
                    <a:cubicBezTo>
                      <a:pt x="62812" y="8235"/>
                      <a:pt x="59013" y="5021"/>
                      <a:pt x="54759" y="2506"/>
                    </a:cubicBezTo>
                    <a:cubicBezTo>
                      <a:pt x="49576" y="1182"/>
                      <a:pt x="44094" y="1686"/>
                      <a:pt x="39240" y="3932"/>
                    </a:cubicBezTo>
                    <a:cubicBezTo>
                      <a:pt x="33172" y="4710"/>
                      <a:pt x="27028" y="4710"/>
                      <a:pt x="20960" y="3932"/>
                    </a:cubicBezTo>
                    <a:cubicBezTo>
                      <a:pt x="13915" y="2506"/>
                      <a:pt x="15343" y="12299"/>
                      <a:pt x="9630" y="13440"/>
                    </a:cubicBezTo>
                    <a:lnTo>
                      <a:pt x="8678" y="13440"/>
                    </a:lnTo>
                    <a:cubicBezTo>
                      <a:pt x="8411" y="19088"/>
                      <a:pt x="6812" y="24593"/>
                      <a:pt x="4013" y="29508"/>
                    </a:cubicBezTo>
                    <a:cubicBezTo>
                      <a:pt x="-2461" y="39016"/>
                      <a:pt x="6774" y="53469"/>
                      <a:pt x="11439" y="58032"/>
                    </a:cubicBezTo>
                    <a:cubicBezTo>
                      <a:pt x="12428" y="59035"/>
                      <a:pt x="12887" y="60444"/>
                      <a:pt x="12677" y="61836"/>
                    </a:cubicBezTo>
                    <a:cubicBezTo>
                      <a:pt x="21339" y="63231"/>
                      <a:pt x="30221" y="61797"/>
                      <a:pt x="38002" y="57747"/>
                    </a:cubicBezTo>
                    <a:cubicBezTo>
                      <a:pt x="46666" y="53564"/>
                      <a:pt x="47523" y="65164"/>
                      <a:pt x="57044" y="65924"/>
                    </a:cubicBezTo>
                    <a:cubicBezTo>
                      <a:pt x="60716" y="65906"/>
                      <a:pt x="64372" y="66418"/>
                      <a:pt x="67898" y="67445"/>
                    </a:cubicBezTo>
                    <a:cubicBezTo>
                      <a:pt x="64199" y="69768"/>
                      <a:pt x="59887" y="70928"/>
                      <a:pt x="55521" y="70773"/>
                    </a:cubicBezTo>
                    <a:cubicBezTo>
                      <a:pt x="49522" y="70013"/>
                      <a:pt x="42858" y="62596"/>
                      <a:pt x="38669" y="66305"/>
                    </a:cubicBezTo>
                    <a:cubicBezTo>
                      <a:pt x="31659" y="70191"/>
                      <a:pt x="23831" y="72374"/>
                      <a:pt x="15819" y="72675"/>
                    </a:cubicBezTo>
                    <a:cubicBezTo>
                      <a:pt x="14867" y="72675"/>
                      <a:pt x="12772" y="73245"/>
                      <a:pt x="10011" y="73911"/>
                    </a:cubicBezTo>
                    <a:cubicBezTo>
                      <a:pt x="9201" y="77263"/>
                      <a:pt x="10051" y="80799"/>
                      <a:pt x="12296" y="83419"/>
                    </a:cubicBezTo>
                    <a:lnTo>
                      <a:pt x="14296" y="85796"/>
                    </a:lnTo>
                    <a:cubicBezTo>
                      <a:pt x="24483" y="83134"/>
                      <a:pt x="21436" y="88173"/>
                      <a:pt x="24578" y="884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77" name="Freeform 2736">
                <a:extLst>
                  <a:ext uri="{FF2B5EF4-FFF2-40B4-BE49-F238E27FC236}">
                    <a16:creationId xmlns:a16="http://schemas.microsoft.com/office/drawing/2014/main" id="{EE50CB1B-A639-067A-DE3D-52531A015235}"/>
                  </a:ext>
                </a:extLst>
              </p:cNvPr>
              <p:cNvSpPr/>
              <p:nvPr/>
            </p:nvSpPr>
            <p:spPr>
              <a:xfrm>
                <a:off x="5505384" y="4227609"/>
                <a:ext cx="61470" cy="30694"/>
              </a:xfrm>
              <a:custGeom>
                <a:avLst/>
                <a:gdLst>
                  <a:gd name="connsiteX0" fmla="*/ 30824 w 57124"/>
                  <a:gd name="connsiteY0" fmla="*/ 32779 h 28524"/>
                  <a:gd name="connsiteX1" fmla="*/ 47295 w 57124"/>
                  <a:gd name="connsiteY1" fmla="*/ 23271 h 28524"/>
                  <a:gd name="connsiteX2" fmla="*/ 54435 w 57124"/>
                  <a:gd name="connsiteY2" fmla="*/ 20133 h 28524"/>
                  <a:gd name="connsiteX3" fmla="*/ 53102 w 57124"/>
                  <a:gd name="connsiteY3" fmla="*/ 10625 h 28524"/>
                  <a:gd name="connsiteX4" fmla="*/ 57482 w 57124"/>
                  <a:gd name="connsiteY4" fmla="*/ 3209 h 28524"/>
                  <a:gd name="connsiteX5" fmla="*/ 52436 w 57124"/>
                  <a:gd name="connsiteY5" fmla="*/ 1783 h 28524"/>
                  <a:gd name="connsiteX6" fmla="*/ 23207 w 57124"/>
                  <a:gd name="connsiteY6" fmla="*/ 4065 h 28524"/>
                  <a:gd name="connsiteX7" fmla="*/ 11972 w 57124"/>
                  <a:gd name="connsiteY7" fmla="*/ 8534 h 28524"/>
                  <a:gd name="connsiteX8" fmla="*/ 1785 w 57124"/>
                  <a:gd name="connsiteY8" fmla="*/ 5776 h 28524"/>
                  <a:gd name="connsiteX9" fmla="*/ 17875 w 57124"/>
                  <a:gd name="connsiteY9" fmla="*/ 18137 h 28524"/>
                  <a:gd name="connsiteX10" fmla="*/ 26444 w 57124"/>
                  <a:gd name="connsiteY10" fmla="*/ 33254 h 28524"/>
                  <a:gd name="connsiteX11" fmla="*/ 28729 w 57124"/>
                  <a:gd name="connsiteY11" fmla="*/ 34966 h 28524"/>
                  <a:gd name="connsiteX12" fmla="*/ 30824 w 57124"/>
                  <a:gd name="connsiteY12" fmla="*/ 32779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7124" h="28524">
                    <a:moveTo>
                      <a:pt x="30824" y="32779"/>
                    </a:moveTo>
                    <a:cubicBezTo>
                      <a:pt x="35299" y="29736"/>
                      <a:pt x="44153" y="21750"/>
                      <a:pt x="47295" y="23271"/>
                    </a:cubicBezTo>
                    <a:cubicBezTo>
                      <a:pt x="50437" y="24792"/>
                      <a:pt x="54435" y="21940"/>
                      <a:pt x="54435" y="20133"/>
                    </a:cubicBezTo>
                    <a:cubicBezTo>
                      <a:pt x="54435" y="18327"/>
                      <a:pt x="48152" y="12622"/>
                      <a:pt x="53102" y="10625"/>
                    </a:cubicBezTo>
                    <a:cubicBezTo>
                      <a:pt x="55853" y="9183"/>
                      <a:pt x="57549" y="6310"/>
                      <a:pt x="57482" y="3209"/>
                    </a:cubicBezTo>
                    <a:cubicBezTo>
                      <a:pt x="55935" y="2346"/>
                      <a:pt x="54207" y="1857"/>
                      <a:pt x="52436" y="1783"/>
                    </a:cubicBezTo>
                    <a:lnTo>
                      <a:pt x="23207" y="4065"/>
                    </a:lnTo>
                    <a:cubicBezTo>
                      <a:pt x="19842" y="6371"/>
                      <a:pt x="16004" y="7897"/>
                      <a:pt x="11972" y="8534"/>
                    </a:cubicBezTo>
                    <a:cubicBezTo>
                      <a:pt x="8831" y="8533"/>
                      <a:pt x="11972" y="3209"/>
                      <a:pt x="1785" y="5776"/>
                    </a:cubicBezTo>
                    <a:cubicBezTo>
                      <a:pt x="6831" y="12146"/>
                      <a:pt x="7498" y="15284"/>
                      <a:pt x="17875" y="18137"/>
                    </a:cubicBezTo>
                    <a:cubicBezTo>
                      <a:pt x="28253" y="20989"/>
                      <a:pt x="16924" y="27645"/>
                      <a:pt x="26444" y="33254"/>
                    </a:cubicBezTo>
                    <a:lnTo>
                      <a:pt x="28729" y="34966"/>
                    </a:lnTo>
                    <a:cubicBezTo>
                      <a:pt x="29382" y="34195"/>
                      <a:pt x="30082" y="33465"/>
                      <a:pt x="30824" y="3277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78" name="Freeform 2737">
                <a:extLst>
                  <a:ext uri="{FF2B5EF4-FFF2-40B4-BE49-F238E27FC236}">
                    <a16:creationId xmlns:a16="http://schemas.microsoft.com/office/drawing/2014/main" id="{939ADE15-91E4-DD7B-2A19-F62DEAF9FCDF}"/>
                  </a:ext>
                </a:extLst>
              </p:cNvPr>
              <p:cNvSpPr/>
              <p:nvPr/>
            </p:nvSpPr>
            <p:spPr>
              <a:xfrm>
                <a:off x="6172749" y="4261340"/>
                <a:ext cx="266372" cy="184163"/>
              </a:xfrm>
              <a:custGeom>
                <a:avLst/>
                <a:gdLst>
                  <a:gd name="connsiteX0" fmla="*/ 229333 w 247541"/>
                  <a:gd name="connsiteY0" fmla="*/ 98795 h 171144"/>
                  <a:gd name="connsiteX1" fmla="*/ 221906 w 247541"/>
                  <a:gd name="connsiteY1" fmla="*/ 85198 h 171144"/>
                  <a:gd name="connsiteX2" fmla="*/ 209624 w 247541"/>
                  <a:gd name="connsiteY2" fmla="*/ 74074 h 171144"/>
                  <a:gd name="connsiteX3" fmla="*/ 200961 w 247541"/>
                  <a:gd name="connsiteY3" fmla="*/ 61809 h 171144"/>
                  <a:gd name="connsiteX4" fmla="*/ 184871 w 247541"/>
                  <a:gd name="connsiteY4" fmla="*/ 54393 h 171144"/>
                  <a:gd name="connsiteX5" fmla="*/ 182395 w 247541"/>
                  <a:gd name="connsiteY5" fmla="*/ 48212 h 171144"/>
                  <a:gd name="connsiteX6" fmla="*/ 173731 w 247541"/>
                  <a:gd name="connsiteY6" fmla="*/ 46976 h 171144"/>
                  <a:gd name="connsiteX7" fmla="*/ 176207 w 247541"/>
                  <a:gd name="connsiteY7" fmla="*/ 39560 h 171144"/>
                  <a:gd name="connsiteX8" fmla="*/ 174969 w 247541"/>
                  <a:gd name="connsiteY8" fmla="*/ 22255 h 171144"/>
                  <a:gd name="connsiteX9" fmla="*/ 160783 w 247541"/>
                  <a:gd name="connsiteY9" fmla="*/ 3239 h 171144"/>
                  <a:gd name="connsiteX10" fmla="*/ 157260 w 247541"/>
                  <a:gd name="connsiteY10" fmla="*/ 2384 h 171144"/>
                  <a:gd name="connsiteX11" fmla="*/ 140694 w 247541"/>
                  <a:gd name="connsiteY11" fmla="*/ 8944 h 171144"/>
                  <a:gd name="connsiteX12" fmla="*/ 136600 w 247541"/>
                  <a:gd name="connsiteY12" fmla="*/ 18452 h 171144"/>
                  <a:gd name="connsiteX13" fmla="*/ 116987 w 247541"/>
                  <a:gd name="connsiteY13" fmla="*/ 38514 h 171144"/>
                  <a:gd name="connsiteX14" fmla="*/ 88425 w 247541"/>
                  <a:gd name="connsiteY14" fmla="*/ 44409 h 171144"/>
                  <a:gd name="connsiteX15" fmla="*/ 87187 w 247541"/>
                  <a:gd name="connsiteY15" fmla="*/ 55058 h 171144"/>
                  <a:gd name="connsiteX16" fmla="*/ 69478 w 247541"/>
                  <a:gd name="connsiteY16" fmla="*/ 64566 h 171144"/>
                  <a:gd name="connsiteX17" fmla="*/ 47485 w 247541"/>
                  <a:gd name="connsiteY17" fmla="*/ 71127 h 171144"/>
                  <a:gd name="connsiteX18" fmla="*/ 34441 w 247541"/>
                  <a:gd name="connsiteY18" fmla="*/ 71127 h 171144"/>
                  <a:gd name="connsiteX19" fmla="*/ 23207 w 247541"/>
                  <a:gd name="connsiteY19" fmla="*/ 75786 h 171144"/>
                  <a:gd name="connsiteX20" fmla="*/ 21398 w 247541"/>
                  <a:gd name="connsiteY20" fmla="*/ 73694 h 171144"/>
                  <a:gd name="connsiteX21" fmla="*/ 11306 w 247541"/>
                  <a:gd name="connsiteY21" fmla="*/ 86149 h 171144"/>
                  <a:gd name="connsiteX22" fmla="*/ 1785 w 247541"/>
                  <a:gd name="connsiteY22" fmla="*/ 106116 h 171144"/>
                  <a:gd name="connsiteX23" fmla="*/ 4451 w 247541"/>
                  <a:gd name="connsiteY23" fmla="*/ 122565 h 171144"/>
                  <a:gd name="connsiteX24" fmla="*/ 10164 w 247541"/>
                  <a:gd name="connsiteY24" fmla="*/ 138538 h 171144"/>
                  <a:gd name="connsiteX25" fmla="*/ 13305 w 247541"/>
                  <a:gd name="connsiteY25" fmla="*/ 150519 h 171144"/>
                  <a:gd name="connsiteX26" fmla="*/ 17780 w 247541"/>
                  <a:gd name="connsiteY26" fmla="*/ 157174 h 171144"/>
                  <a:gd name="connsiteX27" fmla="*/ 30633 w 247541"/>
                  <a:gd name="connsiteY27" fmla="*/ 170010 h 171144"/>
                  <a:gd name="connsiteX28" fmla="*/ 34061 w 247541"/>
                  <a:gd name="connsiteY28" fmla="*/ 173433 h 171144"/>
                  <a:gd name="connsiteX29" fmla="*/ 35298 w 247541"/>
                  <a:gd name="connsiteY29" fmla="*/ 171531 h 171144"/>
                  <a:gd name="connsiteX30" fmla="*/ 39012 w 247541"/>
                  <a:gd name="connsiteY30" fmla="*/ 156699 h 171144"/>
                  <a:gd name="connsiteX31" fmla="*/ 50151 w 247541"/>
                  <a:gd name="connsiteY31" fmla="*/ 154227 h 171144"/>
                  <a:gd name="connsiteX32" fmla="*/ 58815 w 247541"/>
                  <a:gd name="connsiteY32" fmla="*/ 151755 h 171144"/>
                  <a:gd name="connsiteX33" fmla="*/ 76143 w 247541"/>
                  <a:gd name="connsiteY33" fmla="*/ 154227 h 171144"/>
                  <a:gd name="connsiteX34" fmla="*/ 76143 w 247541"/>
                  <a:gd name="connsiteY34" fmla="*/ 140820 h 171144"/>
                  <a:gd name="connsiteX35" fmla="*/ 97089 w 247541"/>
                  <a:gd name="connsiteY35" fmla="*/ 124752 h 171144"/>
                  <a:gd name="connsiteX36" fmla="*/ 113179 w 247541"/>
                  <a:gd name="connsiteY36" fmla="*/ 135876 h 171144"/>
                  <a:gd name="connsiteX37" fmla="*/ 151262 w 247541"/>
                  <a:gd name="connsiteY37" fmla="*/ 143292 h 171144"/>
                  <a:gd name="connsiteX38" fmla="*/ 157451 w 247541"/>
                  <a:gd name="connsiteY38" fmla="*/ 129696 h 171144"/>
                  <a:gd name="connsiteX39" fmla="*/ 173541 w 247541"/>
                  <a:gd name="connsiteY39" fmla="*/ 129696 h 171144"/>
                  <a:gd name="connsiteX40" fmla="*/ 194582 w 247541"/>
                  <a:gd name="connsiteY40" fmla="*/ 123516 h 171144"/>
                  <a:gd name="connsiteX41" fmla="*/ 210672 w 247541"/>
                  <a:gd name="connsiteY41" fmla="*/ 121044 h 171144"/>
                  <a:gd name="connsiteX42" fmla="*/ 232855 w 247541"/>
                  <a:gd name="connsiteY42" fmla="*/ 123516 h 171144"/>
                  <a:gd name="connsiteX43" fmla="*/ 247708 w 247541"/>
                  <a:gd name="connsiteY43" fmla="*/ 121044 h 171144"/>
                  <a:gd name="connsiteX44" fmla="*/ 242757 w 247541"/>
                  <a:gd name="connsiteY44" fmla="*/ 108683 h 171144"/>
                  <a:gd name="connsiteX45" fmla="*/ 229333 w 247541"/>
                  <a:gd name="connsiteY45" fmla="*/ 98795 h 171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47541" h="171144">
                    <a:moveTo>
                      <a:pt x="229333" y="98795"/>
                    </a:moveTo>
                    <a:cubicBezTo>
                      <a:pt x="229333" y="95087"/>
                      <a:pt x="229333" y="91379"/>
                      <a:pt x="221906" y="85198"/>
                    </a:cubicBezTo>
                    <a:cubicBezTo>
                      <a:pt x="214480" y="79018"/>
                      <a:pt x="209624" y="77782"/>
                      <a:pt x="209624" y="74074"/>
                    </a:cubicBezTo>
                    <a:cubicBezTo>
                      <a:pt x="209624" y="70366"/>
                      <a:pt x="207149" y="69130"/>
                      <a:pt x="200961" y="61809"/>
                    </a:cubicBezTo>
                    <a:cubicBezTo>
                      <a:pt x="196821" y="57267"/>
                      <a:pt x="191017" y="54592"/>
                      <a:pt x="184871" y="54393"/>
                    </a:cubicBezTo>
                    <a:lnTo>
                      <a:pt x="182395" y="48212"/>
                    </a:lnTo>
                    <a:lnTo>
                      <a:pt x="173731" y="46976"/>
                    </a:lnTo>
                    <a:cubicBezTo>
                      <a:pt x="173731" y="46976"/>
                      <a:pt x="168780" y="43268"/>
                      <a:pt x="176207" y="39560"/>
                    </a:cubicBezTo>
                    <a:cubicBezTo>
                      <a:pt x="183633" y="35852"/>
                      <a:pt x="176207" y="25964"/>
                      <a:pt x="174969" y="22255"/>
                    </a:cubicBezTo>
                    <a:cubicBezTo>
                      <a:pt x="170772" y="15538"/>
                      <a:pt x="166027" y="9178"/>
                      <a:pt x="160783" y="3239"/>
                    </a:cubicBezTo>
                    <a:cubicBezTo>
                      <a:pt x="159559" y="3227"/>
                      <a:pt x="158353" y="2934"/>
                      <a:pt x="157260" y="2384"/>
                    </a:cubicBezTo>
                    <a:cubicBezTo>
                      <a:pt x="153166" y="102"/>
                      <a:pt x="144883" y="4761"/>
                      <a:pt x="140694" y="8944"/>
                    </a:cubicBezTo>
                    <a:cubicBezTo>
                      <a:pt x="136505" y="13128"/>
                      <a:pt x="139551" y="15505"/>
                      <a:pt x="136600" y="18452"/>
                    </a:cubicBezTo>
                    <a:cubicBezTo>
                      <a:pt x="129650" y="24725"/>
                      <a:pt x="123100" y="31425"/>
                      <a:pt x="116987" y="38514"/>
                    </a:cubicBezTo>
                    <a:cubicBezTo>
                      <a:pt x="110513" y="46786"/>
                      <a:pt x="93947" y="41462"/>
                      <a:pt x="88425" y="44409"/>
                    </a:cubicBezTo>
                    <a:cubicBezTo>
                      <a:pt x="82902" y="47357"/>
                      <a:pt x="90710" y="52111"/>
                      <a:pt x="87187" y="55058"/>
                    </a:cubicBezTo>
                    <a:cubicBezTo>
                      <a:pt x="81552" y="58702"/>
                      <a:pt x="75630" y="61882"/>
                      <a:pt x="69478" y="64566"/>
                    </a:cubicBezTo>
                    <a:cubicBezTo>
                      <a:pt x="65860" y="66373"/>
                      <a:pt x="51674" y="65707"/>
                      <a:pt x="47485" y="71127"/>
                    </a:cubicBezTo>
                    <a:cubicBezTo>
                      <a:pt x="43296" y="76546"/>
                      <a:pt x="38631" y="65137"/>
                      <a:pt x="34441" y="71127"/>
                    </a:cubicBezTo>
                    <a:cubicBezTo>
                      <a:pt x="30252" y="77117"/>
                      <a:pt x="25587" y="77592"/>
                      <a:pt x="23207" y="75786"/>
                    </a:cubicBezTo>
                    <a:cubicBezTo>
                      <a:pt x="22492" y="75193"/>
                      <a:pt x="21881" y="74486"/>
                      <a:pt x="21398" y="73694"/>
                    </a:cubicBezTo>
                    <a:cubicBezTo>
                      <a:pt x="17095" y="76990"/>
                      <a:pt x="13636" y="81259"/>
                      <a:pt x="11306" y="86149"/>
                    </a:cubicBezTo>
                    <a:cubicBezTo>
                      <a:pt x="8735" y="94611"/>
                      <a:pt x="1785" y="102123"/>
                      <a:pt x="1785" y="106116"/>
                    </a:cubicBezTo>
                    <a:cubicBezTo>
                      <a:pt x="1785" y="110110"/>
                      <a:pt x="4451" y="115624"/>
                      <a:pt x="4451" y="122565"/>
                    </a:cubicBezTo>
                    <a:cubicBezTo>
                      <a:pt x="4219" y="128426"/>
                      <a:pt x="6266" y="134150"/>
                      <a:pt x="10164" y="138538"/>
                    </a:cubicBezTo>
                    <a:cubicBezTo>
                      <a:pt x="12584" y="142041"/>
                      <a:pt x="13696" y="146281"/>
                      <a:pt x="13305" y="150519"/>
                    </a:cubicBezTo>
                    <a:cubicBezTo>
                      <a:pt x="14591" y="152869"/>
                      <a:pt x="16088" y="155096"/>
                      <a:pt x="17780" y="157174"/>
                    </a:cubicBezTo>
                    <a:cubicBezTo>
                      <a:pt x="20827" y="161168"/>
                      <a:pt x="29776" y="166682"/>
                      <a:pt x="30633" y="170010"/>
                    </a:cubicBezTo>
                    <a:cubicBezTo>
                      <a:pt x="31334" y="171520"/>
                      <a:pt x="32549" y="172733"/>
                      <a:pt x="34061" y="173433"/>
                    </a:cubicBezTo>
                    <a:lnTo>
                      <a:pt x="35298" y="171531"/>
                    </a:lnTo>
                    <a:cubicBezTo>
                      <a:pt x="38315" y="167209"/>
                      <a:pt x="39637" y="161930"/>
                      <a:pt x="39012" y="156699"/>
                    </a:cubicBezTo>
                    <a:lnTo>
                      <a:pt x="50151" y="154227"/>
                    </a:lnTo>
                    <a:lnTo>
                      <a:pt x="58815" y="151755"/>
                    </a:lnTo>
                    <a:lnTo>
                      <a:pt x="76143" y="154227"/>
                    </a:lnTo>
                    <a:lnTo>
                      <a:pt x="76143" y="140820"/>
                    </a:lnTo>
                    <a:cubicBezTo>
                      <a:pt x="76143" y="140820"/>
                      <a:pt x="88425" y="124752"/>
                      <a:pt x="97089" y="124752"/>
                    </a:cubicBezTo>
                    <a:cubicBezTo>
                      <a:pt x="105753" y="124752"/>
                      <a:pt x="113179" y="135876"/>
                      <a:pt x="113179" y="135876"/>
                    </a:cubicBezTo>
                    <a:lnTo>
                      <a:pt x="151262" y="143292"/>
                    </a:lnTo>
                    <a:cubicBezTo>
                      <a:pt x="151262" y="143292"/>
                      <a:pt x="153737" y="132168"/>
                      <a:pt x="157451" y="129696"/>
                    </a:cubicBezTo>
                    <a:cubicBezTo>
                      <a:pt x="161164" y="127224"/>
                      <a:pt x="168590" y="132168"/>
                      <a:pt x="173541" y="129696"/>
                    </a:cubicBezTo>
                    <a:cubicBezTo>
                      <a:pt x="179969" y="126009"/>
                      <a:pt x="187178" y="123891"/>
                      <a:pt x="194582" y="123516"/>
                    </a:cubicBezTo>
                    <a:cubicBezTo>
                      <a:pt x="203246" y="123516"/>
                      <a:pt x="206959" y="128460"/>
                      <a:pt x="210672" y="121044"/>
                    </a:cubicBezTo>
                    <a:cubicBezTo>
                      <a:pt x="214385" y="113628"/>
                      <a:pt x="232855" y="123516"/>
                      <a:pt x="232855" y="123516"/>
                    </a:cubicBezTo>
                    <a:lnTo>
                      <a:pt x="247708" y="121044"/>
                    </a:lnTo>
                    <a:lnTo>
                      <a:pt x="242757" y="108683"/>
                    </a:lnTo>
                    <a:cubicBezTo>
                      <a:pt x="242757" y="108683"/>
                      <a:pt x="229333" y="102503"/>
                      <a:pt x="229333" y="9879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79" name="Freeform 2738">
                <a:extLst>
                  <a:ext uri="{FF2B5EF4-FFF2-40B4-BE49-F238E27FC236}">
                    <a16:creationId xmlns:a16="http://schemas.microsoft.com/office/drawing/2014/main" id="{DD0FF63D-D9B6-D45F-F58B-C46E2408BF4A}"/>
                  </a:ext>
                </a:extLst>
              </p:cNvPr>
              <p:cNvSpPr/>
              <p:nvPr/>
            </p:nvSpPr>
            <p:spPr>
              <a:xfrm>
                <a:off x="5921599" y="4201777"/>
                <a:ext cx="256126" cy="204626"/>
              </a:xfrm>
              <a:custGeom>
                <a:avLst/>
                <a:gdLst>
                  <a:gd name="connsiteX0" fmla="*/ 147779 w 238020"/>
                  <a:gd name="connsiteY0" fmla="*/ 143118 h 190160"/>
                  <a:gd name="connsiteX1" fmla="*/ 159584 w 238020"/>
                  <a:gd name="connsiteY1" fmla="*/ 141312 h 190160"/>
                  <a:gd name="connsiteX2" fmla="*/ 173866 w 238020"/>
                  <a:gd name="connsiteY2" fmla="*/ 151390 h 190160"/>
                  <a:gd name="connsiteX3" fmla="*/ 182149 w 238020"/>
                  <a:gd name="connsiteY3" fmla="*/ 142453 h 190160"/>
                  <a:gd name="connsiteX4" fmla="*/ 196906 w 238020"/>
                  <a:gd name="connsiteY4" fmla="*/ 111742 h 190160"/>
                  <a:gd name="connsiteX5" fmla="*/ 206427 w 238020"/>
                  <a:gd name="connsiteY5" fmla="*/ 99857 h 190160"/>
                  <a:gd name="connsiteX6" fmla="*/ 208807 w 238020"/>
                  <a:gd name="connsiteY6" fmla="*/ 89208 h 190160"/>
                  <a:gd name="connsiteX7" fmla="*/ 213567 w 238020"/>
                  <a:gd name="connsiteY7" fmla="*/ 76182 h 190160"/>
                  <a:gd name="connsiteX8" fmla="*/ 225373 w 238020"/>
                  <a:gd name="connsiteY8" fmla="*/ 54313 h 190160"/>
                  <a:gd name="connsiteX9" fmla="*/ 237274 w 238020"/>
                  <a:gd name="connsiteY9" fmla="*/ 47848 h 190160"/>
                  <a:gd name="connsiteX10" fmla="*/ 236036 w 238020"/>
                  <a:gd name="connsiteY10" fmla="*/ 35392 h 190160"/>
                  <a:gd name="connsiteX11" fmla="*/ 227753 w 238020"/>
                  <a:gd name="connsiteY11" fmla="*/ 27120 h 190160"/>
                  <a:gd name="connsiteX12" fmla="*/ 228991 w 238020"/>
                  <a:gd name="connsiteY12" fmla="*/ 16281 h 190160"/>
                  <a:gd name="connsiteX13" fmla="*/ 221184 w 238020"/>
                  <a:gd name="connsiteY13" fmla="*/ 8199 h 190160"/>
                  <a:gd name="connsiteX14" fmla="*/ 214139 w 238020"/>
                  <a:gd name="connsiteY14" fmla="*/ 4016 h 190160"/>
                  <a:gd name="connsiteX15" fmla="*/ 199857 w 238020"/>
                  <a:gd name="connsiteY15" fmla="*/ 17042 h 190160"/>
                  <a:gd name="connsiteX16" fmla="*/ 183291 w 238020"/>
                  <a:gd name="connsiteY16" fmla="*/ 12858 h 190160"/>
                  <a:gd name="connsiteX17" fmla="*/ 157870 w 238020"/>
                  <a:gd name="connsiteY17" fmla="*/ 12288 h 190160"/>
                  <a:gd name="connsiteX18" fmla="*/ 143018 w 238020"/>
                  <a:gd name="connsiteY18" fmla="*/ 21796 h 190160"/>
                  <a:gd name="connsiteX19" fmla="*/ 123501 w 238020"/>
                  <a:gd name="connsiteY19" fmla="*/ 21796 h 190160"/>
                  <a:gd name="connsiteX20" fmla="*/ 108077 w 238020"/>
                  <a:gd name="connsiteY20" fmla="*/ 13524 h 190160"/>
                  <a:gd name="connsiteX21" fmla="*/ 91511 w 238020"/>
                  <a:gd name="connsiteY21" fmla="*/ 18183 h 190160"/>
                  <a:gd name="connsiteX22" fmla="*/ 80181 w 238020"/>
                  <a:gd name="connsiteY22" fmla="*/ 7534 h 190160"/>
                  <a:gd name="connsiteX23" fmla="*/ 64186 w 238020"/>
                  <a:gd name="connsiteY23" fmla="*/ 2875 h 190160"/>
                  <a:gd name="connsiteX24" fmla="*/ 52380 w 238020"/>
                  <a:gd name="connsiteY24" fmla="*/ 6964 h 190160"/>
                  <a:gd name="connsiteX25" fmla="*/ 34005 w 238020"/>
                  <a:gd name="connsiteY25" fmla="*/ 6964 h 190160"/>
                  <a:gd name="connsiteX26" fmla="*/ 29244 w 238020"/>
                  <a:gd name="connsiteY26" fmla="*/ 22937 h 190160"/>
                  <a:gd name="connsiteX27" fmla="*/ 20390 w 238020"/>
                  <a:gd name="connsiteY27" fmla="*/ 37199 h 190160"/>
                  <a:gd name="connsiteX28" fmla="*/ 18486 w 238020"/>
                  <a:gd name="connsiteY28" fmla="*/ 41097 h 190160"/>
                  <a:gd name="connsiteX29" fmla="*/ 20485 w 238020"/>
                  <a:gd name="connsiteY29" fmla="*/ 54599 h 190160"/>
                  <a:gd name="connsiteX30" fmla="*/ 18295 w 238020"/>
                  <a:gd name="connsiteY30" fmla="*/ 83123 h 190160"/>
                  <a:gd name="connsiteX31" fmla="*/ 10679 w 238020"/>
                  <a:gd name="connsiteY31" fmla="*/ 94627 h 190160"/>
                  <a:gd name="connsiteX32" fmla="*/ 2301 w 238020"/>
                  <a:gd name="connsiteY32" fmla="*/ 109270 h 190160"/>
                  <a:gd name="connsiteX33" fmla="*/ 2301 w 238020"/>
                  <a:gd name="connsiteY33" fmla="*/ 132850 h 190160"/>
                  <a:gd name="connsiteX34" fmla="*/ 8489 w 238020"/>
                  <a:gd name="connsiteY34" fmla="*/ 148633 h 190160"/>
                  <a:gd name="connsiteX35" fmla="*/ 8489 w 238020"/>
                  <a:gd name="connsiteY35" fmla="*/ 148633 h 190160"/>
                  <a:gd name="connsiteX36" fmla="*/ 38480 w 238020"/>
                  <a:gd name="connsiteY36" fmla="*/ 156334 h 190160"/>
                  <a:gd name="connsiteX37" fmla="*/ 57521 w 238020"/>
                  <a:gd name="connsiteY37" fmla="*/ 176777 h 190160"/>
                  <a:gd name="connsiteX38" fmla="*/ 68184 w 238020"/>
                  <a:gd name="connsiteY38" fmla="*/ 193891 h 190160"/>
                  <a:gd name="connsiteX39" fmla="*/ 88654 w 238020"/>
                  <a:gd name="connsiteY39" fmla="*/ 189422 h 190160"/>
                  <a:gd name="connsiteX40" fmla="*/ 115313 w 238020"/>
                  <a:gd name="connsiteY40" fmla="*/ 186475 h 190160"/>
                  <a:gd name="connsiteX41" fmla="*/ 118454 w 238020"/>
                  <a:gd name="connsiteY41" fmla="*/ 186475 h 190160"/>
                  <a:gd name="connsiteX42" fmla="*/ 124357 w 238020"/>
                  <a:gd name="connsiteY42" fmla="*/ 164987 h 190160"/>
                  <a:gd name="connsiteX43" fmla="*/ 147778 w 238020"/>
                  <a:gd name="connsiteY43" fmla="*/ 143118 h 190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238020" h="190160">
                    <a:moveTo>
                      <a:pt x="147779" y="143118"/>
                    </a:moveTo>
                    <a:cubicBezTo>
                      <a:pt x="150159" y="142453"/>
                      <a:pt x="155490" y="144259"/>
                      <a:pt x="159584" y="141312"/>
                    </a:cubicBezTo>
                    <a:cubicBezTo>
                      <a:pt x="163678" y="138364"/>
                      <a:pt x="172628" y="145495"/>
                      <a:pt x="173866" y="151390"/>
                    </a:cubicBezTo>
                    <a:cubicBezTo>
                      <a:pt x="175103" y="157285"/>
                      <a:pt x="178531" y="149013"/>
                      <a:pt x="182149" y="142453"/>
                    </a:cubicBezTo>
                    <a:cubicBezTo>
                      <a:pt x="188156" y="132774"/>
                      <a:pt x="193104" y="122478"/>
                      <a:pt x="196906" y="111742"/>
                    </a:cubicBezTo>
                    <a:cubicBezTo>
                      <a:pt x="196906" y="106988"/>
                      <a:pt x="206427" y="102804"/>
                      <a:pt x="206427" y="99857"/>
                    </a:cubicBezTo>
                    <a:cubicBezTo>
                      <a:pt x="206427" y="96909"/>
                      <a:pt x="205856" y="90349"/>
                      <a:pt x="208807" y="89208"/>
                    </a:cubicBezTo>
                    <a:cubicBezTo>
                      <a:pt x="211758" y="88067"/>
                      <a:pt x="214139" y="79224"/>
                      <a:pt x="213567" y="76182"/>
                    </a:cubicBezTo>
                    <a:cubicBezTo>
                      <a:pt x="216403" y="68351"/>
                      <a:pt x="220381" y="60982"/>
                      <a:pt x="225373" y="54313"/>
                    </a:cubicBezTo>
                    <a:cubicBezTo>
                      <a:pt x="227182" y="51936"/>
                      <a:pt x="236608" y="53172"/>
                      <a:pt x="237274" y="47848"/>
                    </a:cubicBezTo>
                    <a:cubicBezTo>
                      <a:pt x="237941" y="42523"/>
                      <a:pt x="239559" y="36533"/>
                      <a:pt x="236036" y="35392"/>
                    </a:cubicBezTo>
                    <a:cubicBezTo>
                      <a:pt x="232514" y="34251"/>
                      <a:pt x="227753" y="30068"/>
                      <a:pt x="227753" y="27120"/>
                    </a:cubicBezTo>
                    <a:cubicBezTo>
                      <a:pt x="227779" y="23474"/>
                      <a:pt x="228194" y="19840"/>
                      <a:pt x="228991" y="16281"/>
                    </a:cubicBezTo>
                    <a:cubicBezTo>
                      <a:pt x="224231" y="15616"/>
                      <a:pt x="224040" y="10862"/>
                      <a:pt x="221184" y="8199"/>
                    </a:cubicBezTo>
                    <a:cubicBezTo>
                      <a:pt x="218328" y="5537"/>
                      <a:pt x="218233" y="2875"/>
                      <a:pt x="214139" y="4016"/>
                    </a:cubicBezTo>
                    <a:cubicBezTo>
                      <a:pt x="210045" y="5157"/>
                      <a:pt x="205284" y="15235"/>
                      <a:pt x="199857" y="17042"/>
                    </a:cubicBezTo>
                    <a:cubicBezTo>
                      <a:pt x="194431" y="18849"/>
                      <a:pt x="186909" y="14665"/>
                      <a:pt x="183291" y="12858"/>
                    </a:cubicBezTo>
                    <a:cubicBezTo>
                      <a:pt x="174841" y="12076"/>
                      <a:pt x="166347" y="11886"/>
                      <a:pt x="157870" y="12288"/>
                    </a:cubicBezTo>
                    <a:cubicBezTo>
                      <a:pt x="152539" y="11718"/>
                      <a:pt x="147207" y="19419"/>
                      <a:pt x="143018" y="21796"/>
                    </a:cubicBezTo>
                    <a:cubicBezTo>
                      <a:pt x="136632" y="23558"/>
                      <a:pt x="129887" y="23558"/>
                      <a:pt x="123501" y="21796"/>
                    </a:cubicBezTo>
                    <a:cubicBezTo>
                      <a:pt x="119882" y="20560"/>
                      <a:pt x="111599" y="13524"/>
                      <a:pt x="108077" y="13524"/>
                    </a:cubicBezTo>
                    <a:cubicBezTo>
                      <a:pt x="102256" y="13697"/>
                      <a:pt x="96566" y="15297"/>
                      <a:pt x="91511" y="18183"/>
                    </a:cubicBezTo>
                    <a:cubicBezTo>
                      <a:pt x="85512" y="21796"/>
                      <a:pt x="83799" y="11718"/>
                      <a:pt x="80181" y="7534"/>
                    </a:cubicBezTo>
                    <a:cubicBezTo>
                      <a:pt x="76563" y="3350"/>
                      <a:pt x="68946" y="6964"/>
                      <a:pt x="64186" y="2875"/>
                    </a:cubicBezTo>
                    <a:cubicBezTo>
                      <a:pt x="59425" y="-1213"/>
                      <a:pt x="56474" y="7534"/>
                      <a:pt x="52380" y="6964"/>
                    </a:cubicBezTo>
                    <a:cubicBezTo>
                      <a:pt x="48286" y="6393"/>
                      <a:pt x="37527" y="4016"/>
                      <a:pt x="34005" y="6964"/>
                    </a:cubicBezTo>
                    <a:cubicBezTo>
                      <a:pt x="30482" y="9911"/>
                      <a:pt x="31053" y="21226"/>
                      <a:pt x="29244" y="22937"/>
                    </a:cubicBezTo>
                    <a:cubicBezTo>
                      <a:pt x="27435" y="24648"/>
                      <a:pt x="20390" y="33015"/>
                      <a:pt x="20390" y="37199"/>
                    </a:cubicBezTo>
                    <a:cubicBezTo>
                      <a:pt x="20511" y="38747"/>
                      <a:pt x="19782" y="40239"/>
                      <a:pt x="18486" y="41097"/>
                    </a:cubicBezTo>
                    <a:cubicBezTo>
                      <a:pt x="19248" y="46041"/>
                      <a:pt x="20295" y="52317"/>
                      <a:pt x="20485" y="54599"/>
                    </a:cubicBezTo>
                    <a:cubicBezTo>
                      <a:pt x="20961" y="58592"/>
                      <a:pt x="22770" y="78559"/>
                      <a:pt x="18295" y="83123"/>
                    </a:cubicBezTo>
                    <a:cubicBezTo>
                      <a:pt x="15177" y="86542"/>
                      <a:pt x="12608" y="90423"/>
                      <a:pt x="10679" y="94627"/>
                    </a:cubicBezTo>
                    <a:cubicBezTo>
                      <a:pt x="6101" y="98248"/>
                      <a:pt x="3100" y="103493"/>
                      <a:pt x="2301" y="109270"/>
                    </a:cubicBezTo>
                    <a:cubicBezTo>
                      <a:pt x="1613" y="117115"/>
                      <a:pt x="1613" y="125005"/>
                      <a:pt x="2301" y="132850"/>
                    </a:cubicBezTo>
                    <a:cubicBezTo>
                      <a:pt x="2301" y="138174"/>
                      <a:pt x="6299" y="142358"/>
                      <a:pt x="8489" y="148633"/>
                    </a:cubicBezTo>
                    <a:lnTo>
                      <a:pt x="8489" y="148633"/>
                    </a:lnTo>
                    <a:cubicBezTo>
                      <a:pt x="12107" y="153387"/>
                      <a:pt x="28959" y="154243"/>
                      <a:pt x="38480" y="156334"/>
                    </a:cubicBezTo>
                    <a:cubicBezTo>
                      <a:pt x="47832" y="159568"/>
                      <a:pt x="54967" y="167228"/>
                      <a:pt x="57521" y="176777"/>
                    </a:cubicBezTo>
                    <a:cubicBezTo>
                      <a:pt x="58642" y="183675"/>
                      <a:pt x="62483" y="189839"/>
                      <a:pt x="68184" y="193891"/>
                    </a:cubicBezTo>
                    <a:cubicBezTo>
                      <a:pt x="72659" y="196268"/>
                      <a:pt x="83608" y="189422"/>
                      <a:pt x="88654" y="189422"/>
                    </a:cubicBezTo>
                    <a:cubicBezTo>
                      <a:pt x="93700" y="189422"/>
                      <a:pt x="111695" y="189422"/>
                      <a:pt x="115313" y="186475"/>
                    </a:cubicBezTo>
                    <a:cubicBezTo>
                      <a:pt x="116194" y="185642"/>
                      <a:pt x="117573" y="185642"/>
                      <a:pt x="118454" y="186475"/>
                    </a:cubicBezTo>
                    <a:cubicBezTo>
                      <a:pt x="121060" y="179502"/>
                      <a:pt x="123035" y="172311"/>
                      <a:pt x="124357" y="164987"/>
                    </a:cubicBezTo>
                    <a:cubicBezTo>
                      <a:pt x="131727" y="157244"/>
                      <a:pt x="139548" y="149942"/>
                      <a:pt x="147778" y="14311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80" name="Freeform 2739">
                <a:extLst>
                  <a:ext uri="{FF2B5EF4-FFF2-40B4-BE49-F238E27FC236}">
                    <a16:creationId xmlns:a16="http://schemas.microsoft.com/office/drawing/2014/main" id="{8E635189-A8D0-2185-833A-9C00D3B5163E}"/>
                  </a:ext>
                </a:extLst>
              </p:cNvPr>
              <p:cNvSpPr/>
              <p:nvPr/>
            </p:nvSpPr>
            <p:spPr>
              <a:xfrm>
                <a:off x="5878714" y="4233417"/>
                <a:ext cx="61470" cy="133006"/>
              </a:xfrm>
              <a:custGeom>
                <a:avLst/>
                <a:gdLst>
                  <a:gd name="connsiteX0" fmla="*/ 42058 w 57124"/>
                  <a:gd name="connsiteY0" fmla="*/ 79770 h 123604"/>
                  <a:gd name="connsiteX1" fmla="*/ 50437 w 57124"/>
                  <a:gd name="connsiteY1" fmla="*/ 65128 h 123604"/>
                  <a:gd name="connsiteX2" fmla="*/ 58053 w 57124"/>
                  <a:gd name="connsiteY2" fmla="*/ 53623 h 123604"/>
                  <a:gd name="connsiteX3" fmla="*/ 60243 w 57124"/>
                  <a:gd name="connsiteY3" fmla="*/ 25099 h 123604"/>
                  <a:gd name="connsiteX4" fmla="*/ 58244 w 57124"/>
                  <a:gd name="connsiteY4" fmla="*/ 11598 h 123604"/>
                  <a:gd name="connsiteX5" fmla="*/ 51770 w 57124"/>
                  <a:gd name="connsiteY5" fmla="*/ 11598 h 123604"/>
                  <a:gd name="connsiteX6" fmla="*/ 45295 w 57124"/>
                  <a:gd name="connsiteY6" fmla="*/ 2090 h 123604"/>
                  <a:gd name="connsiteX7" fmla="*/ 38155 w 57124"/>
                  <a:gd name="connsiteY7" fmla="*/ 11598 h 123604"/>
                  <a:gd name="connsiteX8" fmla="*/ 32823 w 57124"/>
                  <a:gd name="connsiteY8" fmla="*/ 19299 h 123604"/>
                  <a:gd name="connsiteX9" fmla="*/ 16257 w 57124"/>
                  <a:gd name="connsiteY9" fmla="*/ 22817 h 123604"/>
                  <a:gd name="connsiteX10" fmla="*/ 5022 w 57124"/>
                  <a:gd name="connsiteY10" fmla="*/ 30519 h 123604"/>
                  <a:gd name="connsiteX11" fmla="*/ 1785 w 57124"/>
                  <a:gd name="connsiteY11" fmla="*/ 30519 h 123604"/>
                  <a:gd name="connsiteX12" fmla="*/ 12734 w 57124"/>
                  <a:gd name="connsiteY12" fmla="*/ 49535 h 123604"/>
                  <a:gd name="connsiteX13" fmla="*/ 16733 w 57124"/>
                  <a:gd name="connsiteY13" fmla="*/ 64652 h 123604"/>
                  <a:gd name="connsiteX14" fmla="*/ 19780 w 57124"/>
                  <a:gd name="connsiteY14" fmla="*/ 88137 h 123604"/>
                  <a:gd name="connsiteX15" fmla="*/ 21493 w 57124"/>
                  <a:gd name="connsiteY15" fmla="*/ 125028 h 123604"/>
                  <a:gd name="connsiteX16" fmla="*/ 34918 w 57124"/>
                  <a:gd name="connsiteY16" fmla="*/ 123792 h 123604"/>
                  <a:gd name="connsiteX17" fmla="*/ 48628 w 57124"/>
                  <a:gd name="connsiteY17" fmla="*/ 119514 h 123604"/>
                  <a:gd name="connsiteX18" fmla="*/ 42439 w 57124"/>
                  <a:gd name="connsiteY18" fmla="*/ 103730 h 123604"/>
                  <a:gd name="connsiteX19" fmla="*/ 42058 w 57124"/>
                  <a:gd name="connsiteY19" fmla="*/ 79770 h 123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7124" h="123604">
                    <a:moveTo>
                      <a:pt x="42058" y="79770"/>
                    </a:moveTo>
                    <a:cubicBezTo>
                      <a:pt x="42858" y="73994"/>
                      <a:pt x="45859" y="68748"/>
                      <a:pt x="50437" y="65128"/>
                    </a:cubicBezTo>
                    <a:cubicBezTo>
                      <a:pt x="52365" y="60923"/>
                      <a:pt x="54935" y="57042"/>
                      <a:pt x="58053" y="53623"/>
                    </a:cubicBezTo>
                    <a:cubicBezTo>
                      <a:pt x="62528" y="49154"/>
                      <a:pt x="60719" y="29187"/>
                      <a:pt x="60243" y="25099"/>
                    </a:cubicBezTo>
                    <a:cubicBezTo>
                      <a:pt x="60243" y="22817"/>
                      <a:pt x="59005" y="16542"/>
                      <a:pt x="58244" y="11598"/>
                    </a:cubicBezTo>
                    <a:cubicBezTo>
                      <a:pt x="56210" y="12631"/>
                      <a:pt x="53804" y="12631"/>
                      <a:pt x="51770" y="11598"/>
                    </a:cubicBezTo>
                    <a:cubicBezTo>
                      <a:pt x="46438" y="9221"/>
                      <a:pt x="51198" y="3896"/>
                      <a:pt x="45295" y="2090"/>
                    </a:cubicBezTo>
                    <a:cubicBezTo>
                      <a:pt x="39392" y="283"/>
                      <a:pt x="37012" y="6844"/>
                      <a:pt x="38155" y="11598"/>
                    </a:cubicBezTo>
                    <a:cubicBezTo>
                      <a:pt x="39297" y="16352"/>
                      <a:pt x="35203" y="16352"/>
                      <a:pt x="32823" y="19299"/>
                    </a:cubicBezTo>
                    <a:cubicBezTo>
                      <a:pt x="30443" y="22247"/>
                      <a:pt x="19780" y="22817"/>
                      <a:pt x="16257" y="22817"/>
                    </a:cubicBezTo>
                    <a:cubicBezTo>
                      <a:pt x="12734" y="22817"/>
                      <a:pt x="8545" y="29378"/>
                      <a:pt x="5022" y="30519"/>
                    </a:cubicBezTo>
                    <a:cubicBezTo>
                      <a:pt x="3953" y="30724"/>
                      <a:pt x="2854" y="30724"/>
                      <a:pt x="1785" y="30519"/>
                    </a:cubicBezTo>
                    <a:cubicBezTo>
                      <a:pt x="2642" y="46207"/>
                      <a:pt x="5213" y="44971"/>
                      <a:pt x="12734" y="49535"/>
                    </a:cubicBezTo>
                    <a:cubicBezTo>
                      <a:pt x="20256" y="54098"/>
                      <a:pt x="12734" y="61134"/>
                      <a:pt x="16733" y="64652"/>
                    </a:cubicBezTo>
                    <a:cubicBezTo>
                      <a:pt x="20732" y="68170"/>
                      <a:pt x="18923" y="77108"/>
                      <a:pt x="19780" y="88137"/>
                    </a:cubicBezTo>
                    <a:cubicBezTo>
                      <a:pt x="20351" y="94888"/>
                      <a:pt x="21017" y="112288"/>
                      <a:pt x="21493" y="125028"/>
                    </a:cubicBezTo>
                    <a:cubicBezTo>
                      <a:pt x="25922" y="124212"/>
                      <a:pt x="30415" y="123799"/>
                      <a:pt x="34918" y="123792"/>
                    </a:cubicBezTo>
                    <a:cubicBezTo>
                      <a:pt x="41297" y="123792"/>
                      <a:pt x="45105" y="115425"/>
                      <a:pt x="48628" y="119514"/>
                    </a:cubicBezTo>
                    <a:cubicBezTo>
                      <a:pt x="46438" y="112858"/>
                      <a:pt x="42439" y="109055"/>
                      <a:pt x="42439" y="103730"/>
                    </a:cubicBezTo>
                    <a:cubicBezTo>
                      <a:pt x="41603" y="95771"/>
                      <a:pt x="41475" y="87752"/>
                      <a:pt x="42058" y="797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81" name="Freeform 2740">
                <a:extLst>
                  <a:ext uri="{FF2B5EF4-FFF2-40B4-BE49-F238E27FC236}">
                    <a16:creationId xmlns:a16="http://schemas.microsoft.com/office/drawing/2014/main" id="{3936EE8D-9A79-0D42-7701-4FA4BD291A8B}"/>
                  </a:ext>
                </a:extLst>
              </p:cNvPr>
              <p:cNvSpPr/>
              <p:nvPr/>
            </p:nvSpPr>
            <p:spPr>
              <a:xfrm>
                <a:off x="5859966" y="4261135"/>
                <a:ext cx="40980" cy="112544"/>
              </a:xfrm>
              <a:custGeom>
                <a:avLst/>
                <a:gdLst>
                  <a:gd name="connsiteX0" fmla="*/ 34251 w 38083"/>
                  <a:gd name="connsiteY0" fmla="*/ 38514 h 104588"/>
                  <a:gd name="connsiteX1" fmla="*/ 30252 w 38083"/>
                  <a:gd name="connsiteY1" fmla="*/ 23397 h 104588"/>
                  <a:gd name="connsiteX2" fmla="*/ 19303 w 38083"/>
                  <a:gd name="connsiteY2" fmla="*/ 4381 h 104588"/>
                  <a:gd name="connsiteX3" fmla="*/ 4165 w 38083"/>
                  <a:gd name="connsiteY3" fmla="*/ 1813 h 104588"/>
                  <a:gd name="connsiteX4" fmla="*/ 1785 w 38083"/>
                  <a:gd name="connsiteY4" fmla="*/ 2289 h 104588"/>
                  <a:gd name="connsiteX5" fmla="*/ 5784 w 38083"/>
                  <a:gd name="connsiteY5" fmla="*/ 15125 h 104588"/>
                  <a:gd name="connsiteX6" fmla="*/ 10639 w 38083"/>
                  <a:gd name="connsiteY6" fmla="*/ 27105 h 104588"/>
                  <a:gd name="connsiteX7" fmla="*/ 11115 w 38083"/>
                  <a:gd name="connsiteY7" fmla="*/ 55058 h 104588"/>
                  <a:gd name="connsiteX8" fmla="*/ 16447 w 38083"/>
                  <a:gd name="connsiteY8" fmla="*/ 82631 h 104588"/>
                  <a:gd name="connsiteX9" fmla="*/ 23778 w 38083"/>
                  <a:gd name="connsiteY9" fmla="*/ 105641 h 104588"/>
                  <a:gd name="connsiteX10" fmla="*/ 27872 w 38083"/>
                  <a:gd name="connsiteY10" fmla="*/ 102979 h 104588"/>
                  <a:gd name="connsiteX11" fmla="*/ 39011 w 38083"/>
                  <a:gd name="connsiteY11" fmla="*/ 98605 h 104588"/>
                  <a:gd name="connsiteX12" fmla="*/ 37298 w 38083"/>
                  <a:gd name="connsiteY12" fmla="*/ 61714 h 104588"/>
                  <a:gd name="connsiteX13" fmla="*/ 34251 w 38083"/>
                  <a:gd name="connsiteY13" fmla="*/ 38514 h 10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083" h="104588">
                    <a:moveTo>
                      <a:pt x="34251" y="38514"/>
                    </a:moveTo>
                    <a:cubicBezTo>
                      <a:pt x="30633" y="34996"/>
                      <a:pt x="38631" y="28341"/>
                      <a:pt x="30252" y="23397"/>
                    </a:cubicBezTo>
                    <a:cubicBezTo>
                      <a:pt x="21874" y="18452"/>
                      <a:pt x="20160" y="20354"/>
                      <a:pt x="19303" y="4381"/>
                    </a:cubicBezTo>
                    <a:cubicBezTo>
                      <a:pt x="15019" y="4381"/>
                      <a:pt x="8735" y="2289"/>
                      <a:pt x="4165" y="1813"/>
                    </a:cubicBezTo>
                    <a:cubicBezTo>
                      <a:pt x="3341" y="1708"/>
                      <a:pt x="2505" y="1875"/>
                      <a:pt x="1785" y="2289"/>
                    </a:cubicBezTo>
                    <a:cubicBezTo>
                      <a:pt x="2737" y="7898"/>
                      <a:pt x="4070" y="14174"/>
                      <a:pt x="5784" y="15125"/>
                    </a:cubicBezTo>
                    <a:cubicBezTo>
                      <a:pt x="9729" y="17729"/>
                      <a:pt x="11660" y="22492"/>
                      <a:pt x="10639" y="27105"/>
                    </a:cubicBezTo>
                    <a:cubicBezTo>
                      <a:pt x="9275" y="36386"/>
                      <a:pt x="9435" y="45828"/>
                      <a:pt x="11115" y="55058"/>
                    </a:cubicBezTo>
                    <a:cubicBezTo>
                      <a:pt x="14511" y="63862"/>
                      <a:pt x="16317" y="73198"/>
                      <a:pt x="16447" y="82631"/>
                    </a:cubicBezTo>
                    <a:cubicBezTo>
                      <a:pt x="17299" y="90719"/>
                      <a:pt x="19793" y="98549"/>
                      <a:pt x="23778" y="105641"/>
                    </a:cubicBezTo>
                    <a:cubicBezTo>
                      <a:pt x="25239" y="104910"/>
                      <a:pt x="26612" y="104017"/>
                      <a:pt x="27872" y="102979"/>
                    </a:cubicBezTo>
                    <a:cubicBezTo>
                      <a:pt x="31199" y="100684"/>
                      <a:pt x="35011" y="99188"/>
                      <a:pt x="39011" y="98605"/>
                    </a:cubicBezTo>
                    <a:cubicBezTo>
                      <a:pt x="38535" y="85864"/>
                      <a:pt x="37869" y="68465"/>
                      <a:pt x="37298" y="61714"/>
                    </a:cubicBezTo>
                    <a:cubicBezTo>
                      <a:pt x="36441" y="50685"/>
                      <a:pt x="37774" y="42032"/>
                      <a:pt x="34251" y="385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82" name="Freeform 2741">
                <a:extLst>
                  <a:ext uri="{FF2B5EF4-FFF2-40B4-BE49-F238E27FC236}">
                    <a16:creationId xmlns:a16="http://schemas.microsoft.com/office/drawing/2014/main" id="{93641C9D-871E-29E0-289C-E489B6C110C9}"/>
                  </a:ext>
                </a:extLst>
              </p:cNvPr>
              <p:cNvSpPr/>
              <p:nvPr/>
            </p:nvSpPr>
            <p:spPr>
              <a:xfrm>
                <a:off x="6047656" y="4217071"/>
                <a:ext cx="153676" cy="245552"/>
              </a:xfrm>
              <a:custGeom>
                <a:avLst/>
                <a:gdLst>
                  <a:gd name="connsiteX0" fmla="*/ 63861 w 142812"/>
                  <a:gd name="connsiteY0" fmla="*/ 221418 h 228192"/>
                  <a:gd name="connsiteX1" fmla="*/ 116987 w 142812"/>
                  <a:gd name="connsiteY1" fmla="*/ 222654 h 228192"/>
                  <a:gd name="connsiteX2" fmla="*/ 145549 w 142812"/>
                  <a:gd name="connsiteY2" fmla="*/ 232162 h 228192"/>
                  <a:gd name="connsiteX3" fmla="*/ 150500 w 142812"/>
                  <a:gd name="connsiteY3" fmla="*/ 214287 h 228192"/>
                  <a:gd name="connsiteX4" fmla="*/ 147073 w 142812"/>
                  <a:gd name="connsiteY4" fmla="*/ 210864 h 228192"/>
                  <a:gd name="connsiteX5" fmla="*/ 134220 w 142812"/>
                  <a:gd name="connsiteY5" fmla="*/ 198028 h 228192"/>
                  <a:gd name="connsiteX6" fmla="*/ 129745 w 142812"/>
                  <a:gd name="connsiteY6" fmla="*/ 191373 h 228192"/>
                  <a:gd name="connsiteX7" fmla="*/ 126603 w 142812"/>
                  <a:gd name="connsiteY7" fmla="*/ 179393 h 228192"/>
                  <a:gd name="connsiteX8" fmla="*/ 120891 w 142812"/>
                  <a:gd name="connsiteY8" fmla="*/ 163419 h 228192"/>
                  <a:gd name="connsiteX9" fmla="*/ 118225 w 142812"/>
                  <a:gd name="connsiteY9" fmla="*/ 146970 h 228192"/>
                  <a:gd name="connsiteX10" fmla="*/ 127745 w 142812"/>
                  <a:gd name="connsiteY10" fmla="*/ 127003 h 228192"/>
                  <a:gd name="connsiteX11" fmla="*/ 137837 w 142812"/>
                  <a:gd name="connsiteY11" fmla="*/ 114548 h 228192"/>
                  <a:gd name="connsiteX12" fmla="*/ 131935 w 142812"/>
                  <a:gd name="connsiteY12" fmla="*/ 100096 h 228192"/>
                  <a:gd name="connsiteX13" fmla="*/ 115368 w 142812"/>
                  <a:gd name="connsiteY13" fmla="*/ 82981 h 228192"/>
                  <a:gd name="connsiteX14" fmla="*/ 110608 w 142812"/>
                  <a:gd name="connsiteY14" fmla="*/ 68719 h 228192"/>
                  <a:gd name="connsiteX15" fmla="*/ 127745 w 142812"/>
                  <a:gd name="connsiteY15" fmla="*/ 66342 h 228192"/>
                  <a:gd name="connsiteX16" fmla="*/ 136124 w 142812"/>
                  <a:gd name="connsiteY16" fmla="*/ 63395 h 228192"/>
                  <a:gd name="connsiteX17" fmla="*/ 127745 w 142812"/>
                  <a:gd name="connsiteY17" fmla="*/ 38579 h 228192"/>
                  <a:gd name="connsiteX18" fmla="*/ 125460 w 142812"/>
                  <a:gd name="connsiteY18" fmla="*/ 20799 h 228192"/>
                  <a:gd name="connsiteX19" fmla="*/ 112988 w 142812"/>
                  <a:gd name="connsiteY19" fmla="*/ 1783 h 228192"/>
                  <a:gd name="connsiteX20" fmla="*/ 111846 w 142812"/>
                  <a:gd name="connsiteY20" fmla="*/ 1783 h 228192"/>
                  <a:gd name="connsiteX21" fmla="*/ 110608 w 142812"/>
                  <a:gd name="connsiteY21" fmla="*/ 12622 h 228192"/>
                  <a:gd name="connsiteX22" fmla="*/ 118891 w 142812"/>
                  <a:gd name="connsiteY22" fmla="*/ 20894 h 228192"/>
                  <a:gd name="connsiteX23" fmla="*/ 120129 w 142812"/>
                  <a:gd name="connsiteY23" fmla="*/ 33349 h 228192"/>
                  <a:gd name="connsiteX24" fmla="*/ 108228 w 142812"/>
                  <a:gd name="connsiteY24" fmla="*/ 39815 h 228192"/>
                  <a:gd name="connsiteX25" fmla="*/ 96422 w 142812"/>
                  <a:gd name="connsiteY25" fmla="*/ 61683 h 228192"/>
                  <a:gd name="connsiteX26" fmla="*/ 91662 w 142812"/>
                  <a:gd name="connsiteY26" fmla="*/ 74709 h 228192"/>
                  <a:gd name="connsiteX27" fmla="*/ 89281 w 142812"/>
                  <a:gd name="connsiteY27" fmla="*/ 85358 h 228192"/>
                  <a:gd name="connsiteX28" fmla="*/ 79761 w 142812"/>
                  <a:gd name="connsiteY28" fmla="*/ 97243 h 228192"/>
                  <a:gd name="connsiteX29" fmla="*/ 65004 w 142812"/>
                  <a:gd name="connsiteY29" fmla="*/ 127954 h 228192"/>
                  <a:gd name="connsiteX30" fmla="*/ 56720 w 142812"/>
                  <a:gd name="connsiteY30" fmla="*/ 136892 h 228192"/>
                  <a:gd name="connsiteX31" fmla="*/ 42439 w 142812"/>
                  <a:gd name="connsiteY31" fmla="*/ 126813 h 228192"/>
                  <a:gd name="connsiteX32" fmla="*/ 30633 w 142812"/>
                  <a:gd name="connsiteY32" fmla="*/ 128620 h 228192"/>
                  <a:gd name="connsiteX33" fmla="*/ 7688 w 142812"/>
                  <a:gd name="connsiteY33" fmla="*/ 150488 h 228192"/>
                  <a:gd name="connsiteX34" fmla="*/ 1785 w 142812"/>
                  <a:gd name="connsiteY34" fmla="*/ 171976 h 228192"/>
                  <a:gd name="connsiteX35" fmla="*/ 10164 w 142812"/>
                  <a:gd name="connsiteY35" fmla="*/ 183006 h 228192"/>
                  <a:gd name="connsiteX36" fmla="*/ 25587 w 142812"/>
                  <a:gd name="connsiteY36" fmla="*/ 186333 h 228192"/>
                  <a:gd name="connsiteX37" fmla="*/ 31204 w 142812"/>
                  <a:gd name="connsiteY37" fmla="*/ 205350 h 228192"/>
                  <a:gd name="connsiteX38" fmla="*/ 27396 w 142812"/>
                  <a:gd name="connsiteY38" fmla="*/ 223129 h 228192"/>
                  <a:gd name="connsiteX39" fmla="*/ 55197 w 142812"/>
                  <a:gd name="connsiteY39" fmla="*/ 223129 h 22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42812" h="228192">
                    <a:moveTo>
                      <a:pt x="63861" y="221418"/>
                    </a:moveTo>
                    <a:cubicBezTo>
                      <a:pt x="63861" y="221418"/>
                      <a:pt x="110798" y="223890"/>
                      <a:pt x="116987" y="222654"/>
                    </a:cubicBezTo>
                    <a:cubicBezTo>
                      <a:pt x="123176" y="221418"/>
                      <a:pt x="145549" y="232162"/>
                      <a:pt x="145549" y="232162"/>
                    </a:cubicBezTo>
                    <a:cubicBezTo>
                      <a:pt x="146136" y="225960"/>
                      <a:pt x="147812" y="219909"/>
                      <a:pt x="150500" y="214287"/>
                    </a:cubicBezTo>
                    <a:cubicBezTo>
                      <a:pt x="148988" y="213587"/>
                      <a:pt x="147774" y="212374"/>
                      <a:pt x="147073" y="210864"/>
                    </a:cubicBezTo>
                    <a:cubicBezTo>
                      <a:pt x="146216" y="207822"/>
                      <a:pt x="137552" y="202022"/>
                      <a:pt x="134220" y="198028"/>
                    </a:cubicBezTo>
                    <a:cubicBezTo>
                      <a:pt x="132528" y="195951"/>
                      <a:pt x="131030" y="193723"/>
                      <a:pt x="129745" y="191373"/>
                    </a:cubicBezTo>
                    <a:cubicBezTo>
                      <a:pt x="130135" y="187135"/>
                      <a:pt x="129024" y="182895"/>
                      <a:pt x="126603" y="179393"/>
                    </a:cubicBezTo>
                    <a:cubicBezTo>
                      <a:pt x="122706" y="175004"/>
                      <a:pt x="120659" y="169280"/>
                      <a:pt x="120891" y="163419"/>
                    </a:cubicBezTo>
                    <a:cubicBezTo>
                      <a:pt x="120890" y="156288"/>
                      <a:pt x="118225" y="150964"/>
                      <a:pt x="118225" y="146970"/>
                    </a:cubicBezTo>
                    <a:cubicBezTo>
                      <a:pt x="118225" y="142977"/>
                      <a:pt x="125365" y="135466"/>
                      <a:pt x="127745" y="127003"/>
                    </a:cubicBezTo>
                    <a:cubicBezTo>
                      <a:pt x="130075" y="122113"/>
                      <a:pt x="133534" y="117844"/>
                      <a:pt x="137837" y="114548"/>
                    </a:cubicBezTo>
                    <a:cubicBezTo>
                      <a:pt x="135328" y="109970"/>
                      <a:pt x="133347" y="105121"/>
                      <a:pt x="131935" y="100096"/>
                    </a:cubicBezTo>
                    <a:cubicBezTo>
                      <a:pt x="129554" y="92394"/>
                      <a:pt x="123080" y="90017"/>
                      <a:pt x="115368" y="82981"/>
                    </a:cubicBezTo>
                    <a:cubicBezTo>
                      <a:pt x="110817" y="79787"/>
                      <a:pt x="108886" y="74001"/>
                      <a:pt x="110608" y="68719"/>
                    </a:cubicBezTo>
                    <a:cubicBezTo>
                      <a:pt x="110608" y="65772"/>
                      <a:pt x="120700" y="65772"/>
                      <a:pt x="127745" y="66342"/>
                    </a:cubicBezTo>
                    <a:cubicBezTo>
                      <a:pt x="134791" y="66913"/>
                      <a:pt x="139075" y="65201"/>
                      <a:pt x="136124" y="63395"/>
                    </a:cubicBezTo>
                    <a:cubicBezTo>
                      <a:pt x="130556" y="56331"/>
                      <a:pt x="127597" y="47567"/>
                      <a:pt x="127745" y="38579"/>
                    </a:cubicBezTo>
                    <a:cubicBezTo>
                      <a:pt x="128412" y="29071"/>
                      <a:pt x="124794" y="26123"/>
                      <a:pt x="125460" y="20799"/>
                    </a:cubicBezTo>
                    <a:cubicBezTo>
                      <a:pt x="126127" y="15474"/>
                      <a:pt x="118891" y="1783"/>
                      <a:pt x="112988" y="1783"/>
                    </a:cubicBezTo>
                    <a:lnTo>
                      <a:pt x="111846" y="1783"/>
                    </a:lnTo>
                    <a:cubicBezTo>
                      <a:pt x="111049" y="5342"/>
                      <a:pt x="110634" y="8975"/>
                      <a:pt x="110608" y="12622"/>
                    </a:cubicBezTo>
                    <a:cubicBezTo>
                      <a:pt x="110608" y="15569"/>
                      <a:pt x="115368" y="19658"/>
                      <a:pt x="118891" y="20894"/>
                    </a:cubicBezTo>
                    <a:cubicBezTo>
                      <a:pt x="122414" y="22130"/>
                      <a:pt x="120700" y="28025"/>
                      <a:pt x="120129" y="33349"/>
                    </a:cubicBezTo>
                    <a:cubicBezTo>
                      <a:pt x="119558" y="38674"/>
                      <a:pt x="110037" y="37438"/>
                      <a:pt x="108228" y="39815"/>
                    </a:cubicBezTo>
                    <a:cubicBezTo>
                      <a:pt x="103236" y="46484"/>
                      <a:pt x="99257" y="53853"/>
                      <a:pt x="96422" y="61683"/>
                    </a:cubicBezTo>
                    <a:cubicBezTo>
                      <a:pt x="96993" y="64726"/>
                      <a:pt x="94613" y="73568"/>
                      <a:pt x="91662" y="74709"/>
                    </a:cubicBezTo>
                    <a:cubicBezTo>
                      <a:pt x="88710" y="75850"/>
                      <a:pt x="89281" y="82411"/>
                      <a:pt x="89281" y="85358"/>
                    </a:cubicBezTo>
                    <a:cubicBezTo>
                      <a:pt x="89281" y="88306"/>
                      <a:pt x="79761" y="92489"/>
                      <a:pt x="79761" y="97243"/>
                    </a:cubicBezTo>
                    <a:cubicBezTo>
                      <a:pt x="75959" y="107979"/>
                      <a:pt x="71011" y="118275"/>
                      <a:pt x="65004" y="127954"/>
                    </a:cubicBezTo>
                    <a:cubicBezTo>
                      <a:pt x="61385" y="134515"/>
                      <a:pt x="57863" y="142787"/>
                      <a:pt x="56720" y="136892"/>
                    </a:cubicBezTo>
                    <a:cubicBezTo>
                      <a:pt x="55578" y="130997"/>
                      <a:pt x="46628" y="123866"/>
                      <a:pt x="42439" y="126813"/>
                    </a:cubicBezTo>
                    <a:cubicBezTo>
                      <a:pt x="38250" y="129761"/>
                      <a:pt x="32918" y="127954"/>
                      <a:pt x="30633" y="128620"/>
                    </a:cubicBezTo>
                    <a:cubicBezTo>
                      <a:pt x="22566" y="135458"/>
                      <a:pt x="14904" y="142759"/>
                      <a:pt x="7688" y="150488"/>
                    </a:cubicBezTo>
                    <a:cubicBezTo>
                      <a:pt x="6366" y="157812"/>
                      <a:pt x="4391" y="165004"/>
                      <a:pt x="1785" y="171976"/>
                    </a:cubicBezTo>
                    <a:cubicBezTo>
                      <a:pt x="5102" y="175225"/>
                      <a:pt x="7925" y="178941"/>
                      <a:pt x="10164" y="183006"/>
                    </a:cubicBezTo>
                    <a:cubicBezTo>
                      <a:pt x="14352" y="188996"/>
                      <a:pt x="22350" y="184527"/>
                      <a:pt x="25587" y="186333"/>
                    </a:cubicBezTo>
                    <a:cubicBezTo>
                      <a:pt x="29639" y="191816"/>
                      <a:pt x="31627" y="198549"/>
                      <a:pt x="31204" y="205350"/>
                    </a:cubicBezTo>
                    <a:cubicBezTo>
                      <a:pt x="30062" y="209058"/>
                      <a:pt x="25111" y="218471"/>
                      <a:pt x="27396" y="223129"/>
                    </a:cubicBezTo>
                    <a:lnTo>
                      <a:pt x="55197" y="223129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83" name="Freeform 2742">
                <a:extLst>
                  <a:ext uri="{FF2B5EF4-FFF2-40B4-BE49-F238E27FC236}">
                    <a16:creationId xmlns:a16="http://schemas.microsoft.com/office/drawing/2014/main" id="{F99B9C1B-67E3-FB5C-E1B3-012FB67708A1}"/>
                  </a:ext>
                </a:extLst>
              </p:cNvPr>
              <p:cNvSpPr/>
              <p:nvPr/>
            </p:nvSpPr>
            <p:spPr>
              <a:xfrm>
                <a:off x="5676747" y="4271998"/>
                <a:ext cx="133186" cy="133006"/>
              </a:xfrm>
              <a:custGeom>
                <a:avLst/>
                <a:gdLst>
                  <a:gd name="connsiteX0" fmla="*/ 117402 w 123770"/>
                  <a:gd name="connsiteY0" fmla="*/ 106099 h 123604"/>
                  <a:gd name="connsiteX1" fmla="*/ 108929 w 123770"/>
                  <a:gd name="connsiteY1" fmla="*/ 83945 h 123604"/>
                  <a:gd name="connsiteX2" fmla="*/ 116450 w 123770"/>
                  <a:gd name="connsiteY2" fmla="*/ 64359 h 123604"/>
                  <a:gd name="connsiteX3" fmla="*/ 124067 w 123770"/>
                  <a:gd name="connsiteY3" fmla="*/ 51047 h 123604"/>
                  <a:gd name="connsiteX4" fmla="*/ 117021 w 123770"/>
                  <a:gd name="connsiteY4" fmla="*/ 19956 h 123604"/>
                  <a:gd name="connsiteX5" fmla="*/ 113403 w 123770"/>
                  <a:gd name="connsiteY5" fmla="*/ 18055 h 123604"/>
                  <a:gd name="connsiteX6" fmla="*/ 89697 w 123770"/>
                  <a:gd name="connsiteY6" fmla="*/ 21002 h 123604"/>
                  <a:gd name="connsiteX7" fmla="*/ 71893 w 123770"/>
                  <a:gd name="connsiteY7" fmla="*/ 12730 h 123604"/>
                  <a:gd name="connsiteX8" fmla="*/ 56469 w 123770"/>
                  <a:gd name="connsiteY8" fmla="*/ 7406 h 123604"/>
                  <a:gd name="connsiteX9" fmla="*/ 49423 w 123770"/>
                  <a:gd name="connsiteY9" fmla="*/ 5029 h 123604"/>
                  <a:gd name="connsiteX10" fmla="*/ 39331 w 123770"/>
                  <a:gd name="connsiteY10" fmla="*/ 6265 h 123604"/>
                  <a:gd name="connsiteX11" fmla="*/ 28097 w 123770"/>
                  <a:gd name="connsiteY11" fmla="*/ 11589 h 123604"/>
                  <a:gd name="connsiteX12" fmla="*/ 18005 w 123770"/>
                  <a:gd name="connsiteY12" fmla="*/ 8642 h 123604"/>
                  <a:gd name="connsiteX13" fmla="*/ 13050 w 123770"/>
                  <a:gd name="connsiteY13" fmla="*/ 11364 h 123604"/>
                  <a:gd name="connsiteX14" fmla="*/ 11245 w 123770"/>
                  <a:gd name="connsiteY14" fmla="*/ 10258 h 123604"/>
                  <a:gd name="connsiteX15" fmla="*/ 11245 w 123770"/>
                  <a:gd name="connsiteY15" fmla="*/ 26232 h 123604"/>
                  <a:gd name="connsiteX16" fmla="*/ 14863 w 123770"/>
                  <a:gd name="connsiteY16" fmla="*/ 35740 h 123604"/>
                  <a:gd name="connsiteX17" fmla="*/ 18385 w 123770"/>
                  <a:gd name="connsiteY17" fmla="*/ 48100 h 123604"/>
                  <a:gd name="connsiteX18" fmla="*/ 8865 w 123770"/>
                  <a:gd name="connsiteY18" fmla="*/ 49431 h 123604"/>
                  <a:gd name="connsiteX19" fmla="*/ 10579 w 123770"/>
                  <a:gd name="connsiteY19" fmla="*/ 61506 h 123604"/>
                  <a:gd name="connsiteX20" fmla="*/ 4866 w 123770"/>
                  <a:gd name="connsiteY20" fmla="*/ 72536 h 123604"/>
                  <a:gd name="connsiteX21" fmla="*/ 2581 w 123770"/>
                  <a:gd name="connsiteY21" fmla="*/ 86798 h 123604"/>
                  <a:gd name="connsiteX22" fmla="*/ 9246 w 123770"/>
                  <a:gd name="connsiteY22" fmla="*/ 92978 h 123604"/>
                  <a:gd name="connsiteX23" fmla="*/ 24860 w 123770"/>
                  <a:gd name="connsiteY23" fmla="*/ 108096 h 123604"/>
                  <a:gd name="connsiteX24" fmla="*/ 18957 w 123770"/>
                  <a:gd name="connsiteY24" fmla="*/ 127112 h 123604"/>
                  <a:gd name="connsiteX25" fmla="*/ 78081 w 123770"/>
                  <a:gd name="connsiteY25" fmla="*/ 114181 h 123604"/>
                  <a:gd name="connsiteX26" fmla="*/ 116926 w 123770"/>
                  <a:gd name="connsiteY26" fmla="*/ 116463 h 123604"/>
                  <a:gd name="connsiteX27" fmla="*/ 117402 w 123770"/>
                  <a:gd name="connsiteY27" fmla="*/ 106099 h 123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3770" h="123604">
                    <a:moveTo>
                      <a:pt x="117402" y="106099"/>
                    </a:moveTo>
                    <a:cubicBezTo>
                      <a:pt x="113244" y="99294"/>
                      <a:pt x="110372" y="91785"/>
                      <a:pt x="108929" y="83945"/>
                    </a:cubicBezTo>
                    <a:cubicBezTo>
                      <a:pt x="109404" y="80332"/>
                      <a:pt x="116926" y="69683"/>
                      <a:pt x="116450" y="64359"/>
                    </a:cubicBezTo>
                    <a:cubicBezTo>
                      <a:pt x="115974" y="59034"/>
                      <a:pt x="124067" y="55516"/>
                      <a:pt x="124067" y="51047"/>
                    </a:cubicBezTo>
                    <a:cubicBezTo>
                      <a:pt x="123341" y="40382"/>
                      <a:pt x="120964" y="29894"/>
                      <a:pt x="117021" y="19956"/>
                    </a:cubicBezTo>
                    <a:cubicBezTo>
                      <a:pt x="115597" y="19872"/>
                      <a:pt x="114279" y="19179"/>
                      <a:pt x="113403" y="18055"/>
                    </a:cubicBezTo>
                    <a:cubicBezTo>
                      <a:pt x="105593" y="14389"/>
                      <a:pt x="96368" y="15536"/>
                      <a:pt x="89697" y="21002"/>
                    </a:cubicBezTo>
                    <a:cubicBezTo>
                      <a:pt x="84365" y="26897"/>
                      <a:pt x="73701" y="15678"/>
                      <a:pt x="71893" y="12730"/>
                    </a:cubicBezTo>
                    <a:cubicBezTo>
                      <a:pt x="70084" y="9783"/>
                      <a:pt x="62372" y="3222"/>
                      <a:pt x="56469" y="7406"/>
                    </a:cubicBezTo>
                    <a:cubicBezTo>
                      <a:pt x="50566" y="11589"/>
                      <a:pt x="48757" y="10353"/>
                      <a:pt x="49423" y="5029"/>
                    </a:cubicBezTo>
                    <a:cubicBezTo>
                      <a:pt x="50090" y="-296"/>
                      <a:pt x="40474" y="1511"/>
                      <a:pt x="39331" y="6265"/>
                    </a:cubicBezTo>
                    <a:cubicBezTo>
                      <a:pt x="38189" y="11019"/>
                      <a:pt x="30477" y="15107"/>
                      <a:pt x="28097" y="11589"/>
                    </a:cubicBezTo>
                    <a:cubicBezTo>
                      <a:pt x="25717" y="8071"/>
                      <a:pt x="20385" y="3317"/>
                      <a:pt x="18005" y="8642"/>
                    </a:cubicBezTo>
                    <a:cubicBezTo>
                      <a:pt x="17389" y="10760"/>
                      <a:pt x="15171" y="11979"/>
                      <a:pt x="13050" y="11364"/>
                    </a:cubicBezTo>
                    <a:cubicBezTo>
                      <a:pt x="12360" y="11164"/>
                      <a:pt x="11736" y="10782"/>
                      <a:pt x="11245" y="10258"/>
                    </a:cubicBezTo>
                    <a:cubicBezTo>
                      <a:pt x="9722" y="16819"/>
                      <a:pt x="7913" y="24330"/>
                      <a:pt x="11245" y="26232"/>
                    </a:cubicBezTo>
                    <a:cubicBezTo>
                      <a:pt x="14608" y="28099"/>
                      <a:pt x="16136" y="32113"/>
                      <a:pt x="14863" y="35740"/>
                    </a:cubicBezTo>
                    <a:cubicBezTo>
                      <a:pt x="13911" y="38402"/>
                      <a:pt x="21432" y="45248"/>
                      <a:pt x="18385" y="48100"/>
                    </a:cubicBezTo>
                    <a:cubicBezTo>
                      <a:pt x="15339" y="50952"/>
                      <a:pt x="11245" y="45057"/>
                      <a:pt x="8865" y="49431"/>
                    </a:cubicBezTo>
                    <a:cubicBezTo>
                      <a:pt x="6484" y="53805"/>
                      <a:pt x="13244" y="57893"/>
                      <a:pt x="10579" y="61506"/>
                    </a:cubicBezTo>
                    <a:cubicBezTo>
                      <a:pt x="7913" y="65119"/>
                      <a:pt x="3914" y="65405"/>
                      <a:pt x="4866" y="72536"/>
                    </a:cubicBezTo>
                    <a:cubicBezTo>
                      <a:pt x="5818" y="79667"/>
                      <a:pt x="4866" y="84516"/>
                      <a:pt x="2581" y="86798"/>
                    </a:cubicBezTo>
                    <a:cubicBezTo>
                      <a:pt x="296" y="89080"/>
                      <a:pt x="3057" y="88984"/>
                      <a:pt x="9246" y="92978"/>
                    </a:cubicBezTo>
                    <a:cubicBezTo>
                      <a:pt x="15434" y="96971"/>
                      <a:pt x="25717" y="101345"/>
                      <a:pt x="24860" y="108096"/>
                    </a:cubicBezTo>
                    <a:cubicBezTo>
                      <a:pt x="24003" y="114846"/>
                      <a:pt x="21337" y="115512"/>
                      <a:pt x="18957" y="127112"/>
                    </a:cubicBezTo>
                    <a:cubicBezTo>
                      <a:pt x="30953" y="127112"/>
                      <a:pt x="52565" y="118554"/>
                      <a:pt x="78081" y="114181"/>
                    </a:cubicBezTo>
                    <a:cubicBezTo>
                      <a:pt x="91036" y="112007"/>
                      <a:pt x="104316" y="112787"/>
                      <a:pt x="116926" y="116463"/>
                    </a:cubicBezTo>
                    <a:cubicBezTo>
                      <a:pt x="118068" y="112089"/>
                      <a:pt x="118735" y="107905"/>
                      <a:pt x="117402" y="10609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84" name="Freeform 2743">
                <a:extLst>
                  <a:ext uri="{FF2B5EF4-FFF2-40B4-BE49-F238E27FC236}">
                    <a16:creationId xmlns:a16="http://schemas.microsoft.com/office/drawing/2014/main" id="{946F6D5B-2152-B0D5-7BED-DBCE00528EE4}"/>
                  </a:ext>
                </a:extLst>
              </p:cNvPr>
              <p:cNvSpPr/>
              <p:nvPr/>
            </p:nvSpPr>
            <p:spPr>
              <a:xfrm>
                <a:off x="5792040" y="4261986"/>
                <a:ext cx="92205" cy="133006"/>
              </a:xfrm>
              <a:custGeom>
                <a:avLst/>
                <a:gdLst>
                  <a:gd name="connsiteX0" fmla="*/ 74239 w 85687"/>
                  <a:gd name="connsiteY0" fmla="*/ 54552 h 123604"/>
                  <a:gd name="connsiteX1" fmla="*/ 73763 w 85687"/>
                  <a:gd name="connsiteY1" fmla="*/ 26599 h 123604"/>
                  <a:gd name="connsiteX2" fmla="*/ 68907 w 85687"/>
                  <a:gd name="connsiteY2" fmla="*/ 14619 h 123604"/>
                  <a:gd name="connsiteX3" fmla="*/ 64908 w 85687"/>
                  <a:gd name="connsiteY3" fmla="*/ 1783 h 123604"/>
                  <a:gd name="connsiteX4" fmla="*/ 59577 w 85687"/>
                  <a:gd name="connsiteY4" fmla="*/ 6632 h 123604"/>
                  <a:gd name="connsiteX5" fmla="*/ 9211 w 85687"/>
                  <a:gd name="connsiteY5" fmla="*/ 5491 h 123604"/>
                  <a:gd name="connsiteX6" fmla="*/ 12734 w 85687"/>
                  <a:gd name="connsiteY6" fmla="*/ 25648 h 123604"/>
                  <a:gd name="connsiteX7" fmla="*/ 9878 w 85687"/>
                  <a:gd name="connsiteY7" fmla="*/ 29261 h 123604"/>
                  <a:gd name="connsiteX8" fmla="*/ 16923 w 85687"/>
                  <a:gd name="connsiteY8" fmla="*/ 60352 h 123604"/>
                  <a:gd name="connsiteX9" fmla="*/ 9307 w 85687"/>
                  <a:gd name="connsiteY9" fmla="*/ 73663 h 123604"/>
                  <a:gd name="connsiteX10" fmla="*/ 1785 w 85687"/>
                  <a:gd name="connsiteY10" fmla="*/ 93250 h 123604"/>
                  <a:gd name="connsiteX11" fmla="*/ 10259 w 85687"/>
                  <a:gd name="connsiteY11" fmla="*/ 115404 h 123604"/>
                  <a:gd name="connsiteX12" fmla="*/ 10259 w 85687"/>
                  <a:gd name="connsiteY12" fmla="*/ 124912 h 123604"/>
                  <a:gd name="connsiteX13" fmla="*/ 25302 w 85687"/>
                  <a:gd name="connsiteY13" fmla="*/ 130331 h 123604"/>
                  <a:gd name="connsiteX14" fmla="*/ 64146 w 85687"/>
                  <a:gd name="connsiteY14" fmla="*/ 114643 h 123604"/>
                  <a:gd name="connsiteX15" fmla="*/ 87282 w 85687"/>
                  <a:gd name="connsiteY15" fmla="*/ 105135 h 123604"/>
                  <a:gd name="connsiteX16" fmla="*/ 79951 w 85687"/>
                  <a:gd name="connsiteY16" fmla="*/ 82126 h 123604"/>
                  <a:gd name="connsiteX17" fmla="*/ 74239 w 85687"/>
                  <a:gd name="connsiteY17" fmla="*/ 54552 h 123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5687" h="123604">
                    <a:moveTo>
                      <a:pt x="74239" y="54552"/>
                    </a:moveTo>
                    <a:cubicBezTo>
                      <a:pt x="72559" y="45322"/>
                      <a:pt x="72398" y="35880"/>
                      <a:pt x="73763" y="26599"/>
                    </a:cubicBezTo>
                    <a:cubicBezTo>
                      <a:pt x="74784" y="21987"/>
                      <a:pt x="72853" y="17223"/>
                      <a:pt x="68907" y="14619"/>
                    </a:cubicBezTo>
                    <a:cubicBezTo>
                      <a:pt x="67193" y="13668"/>
                      <a:pt x="65860" y="7392"/>
                      <a:pt x="64908" y="1783"/>
                    </a:cubicBezTo>
                    <a:cubicBezTo>
                      <a:pt x="61386" y="3304"/>
                      <a:pt x="61100" y="9104"/>
                      <a:pt x="59577" y="6632"/>
                    </a:cubicBezTo>
                    <a:cubicBezTo>
                      <a:pt x="58053" y="4160"/>
                      <a:pt x="11972" y="1878"/>
                      <a:pt x="9211" y="5491"/>
                    </a:cubicBezTo>
                    <a:cubicBezTo>
                      <a:pt x="6450" y="9104"/>
                      <a:pt x="13305" y="22035"/>
                      <a:pt x="12734" y="25648"/>
                    </a:cubicBezTo>
                    <a:cubicBezTo>
                      <a:pt x="12734" y="27740"/>
                      <a:pt x="11401" y="29166"/>
                      <a:pt x="9878" y="29261"/>
                    </a:cubicBezTo>
                    <a:cubicBezTo>
                      <a:pt x="13821" y="39199"/>
                      <a:pt x="16197" y="49687"/>
                      <a:pt x="16923" y="60352"/>
                    </a:cubicBezTo>
                    <a:cubicBezTo>
                      <a:pt x="16923" y="64821"/>
                      <a:pt x="8926" y="68339"/>
                      <a:pt x="9307" y="73663"/>
                    </a:cubicBezTo>
                    <a:cubicBezTo>
                      <a:pt x="9688" y="78988"/>
                      <a:pt x="2261" y="89637"/>
                      <a:pt x="1785" y="93250"/>
                    </a:cubicBezTo>
                    <a:cubicBezTo>
                      <a:pt x="3228" y="101090"/>
                      <a:pt x="6100" y="108599"/>
                      <a:pt x="10259" y="115404"/>
                    </a:cubicBezTo>
                    <a:cubicBezTo>
                      <a:pt x="11592" y="117210"/>
                      <a:pt x="10925" y="121394"/>
                      <a:pt x="10259" y="124912"/>
                    </a:cubicBezTo>
                    <a:cubicBezTo>
                      <a:pt x="18351" y="127289"/>
                      <a:pt x="23683" y="129951"/>
                      <a:pt x="25302" y="130331"/>
                    </a:cubicBezTo>
                    <a:cubicBezTo>
                      <a:pt x="28824" y="131282"/>
                      <a:pt x="53864" y="119682"/>
                      <a:pt x="64146" y="114643"/>
                    </a:cubicBezTo>
                    <a:cubicBezTo>
                      <a:pt x="72144" y="110650"/>
                      <a:pt x="81094" y="108082"/>
                      <a:pt x="87282" y="105135"/>
                    </a:cubicBezTo>
                    <a:cubicBezTo>
                      <a:pt x="83297" y="98043"/>
                      <a:pt x="80803" y="90213"/>
                      <a:pt x="79951" y="82126"/>
                    </a:cubicBezTo>
                    <a:cubicBezTo>
                      <a:pt x="79699" y="72669"/>
                      <a:pt x="77765" y="63332"/>
                      <a:pt x="74239" y="545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85" name="Freeform 2744">
                <a:extLst>
                  <a:ext uri="{FF2B5EF4-FFF2-40B4-BE49-F238E27FC236}">
                    <a16:creationId xmlns:a16="http://schemas.microsoft.com/office/drawing/2014/main" id="{10771A97-4107-E306-CC7A-43D01D003E76}"/>
                  </a:ext>
                </a:extLst>
              </p:cNvPr>
              <p:cNvSpPr/>
              <p:nvPr/>
            </p:nvSpPr>
            <p:spPr>
              <a:xfrm>
                <a:off x="5534480" y="4226893"/>
                <a:ext cx="163921" cy="122775"/>
              </a:xfrm>
              <a:custGeom>
                <a:avLst/>
                <a:gdLst>
                  <a:gd name="connsiteX0" fmla="*/ 52245 w 152333"/>
                  <a:gd name="connsiteY0" fmla="*/ 62824 h 114096"/>
                  <a:gd name="connsiteX1" fmla="*/ 61766 w 152333"/>
                  <a:gd name="connsiteY1" fmla="*/ 60542 h 114096"/>
                  <a:gd name="connsiteX2" fmla="*/ 76904 w 152333"/>
                  <a:gd name="connsiteY2" fmla="*/ 57500 h 114096"/>
                  <a:gd name="connsiteX3" fmla="*/ 92899 w 152333"/>
                  <a:gd name="connsiteY3" fmla="*/ 77467 h 114096"/>
                  <a:gd name="connsiteX4" fmla="*/ 95565 w 152333"/>
                  <a:gd name="connsiteY4" fmla="*/ 89447 h 114096"/>
                  <a:gd name="connsiteX5" fmla="*/ 96231 w 152333"/>
                  <a:gd name="connsiteY5" fmla="*/ 90778 h 114096"/>
                  <a:gd name="connsiteX6" fmla="*/ 110703 w 152333"/>
                  <a:gd name="connsiteY6" fmla="*/ 88306 h 114096"/>
                  <a:gd name="connsiteX7" fmla="*/ 116321 w 152333"/>
                  <a:gd name="connsiteY7" fmla="*/ 105325 h 114096"/>
                  <a:gd name="connsiteX8" fmla="*/ 125841 w 152333"/>
                  <a:gd name="connsiteY8" fmla="*/ 112361 h 114096"/>
                  <a:gd name="connsiteX9" fmla="*/ 133744 w 152333"/>
                  <a:gd name="connsiteY9" fmla="*/ 106181 h 114096"/>
                  <a:gd name="connsiteX10" fmla="*/ 137742 w 152333"/>
                  <a:gd name="connsiteY10" fmla="*/ 109223 h 114096"/>
                  <a:gd name="connsiteX11" fmla="*/ 142979 w 152333"/>
                  <a:gd name="connsiteY11" fmla="*/ 103233 h 114096"/>
                  <a:gd name="connsiteX12" fmla="*/ 141265 w 152333"/>
                  <a:gd name="connsiteY12" fmla="*/ 91158 h 114096"/>
                  <a:gd name="connsiteX13" fmla="*/ 150786 w 152333"/>
                  <a:gd name="connsiteY13" fmla="*/ 89827 h 114096"/>
                  <a:gd name="connsiteX14" fmla="*/ 147263 w 152333"/>
                  <a:gd name="connsiteY14" fmla="*/ 77467 h 114096"/>
                  <a:gd name="connsiteX15" fmla="*/ 143645 w 152333"/>
                  <a:gd name="connsiteY15" fmla="*/ 67959 h 114096"/>
                  <a:gd name="connsiteX16" fmla="*/ 143645 w 152333"/>
                  <a:gd name="connsiteY16" fmla="*/ 51985 h 114096"/>
                  <a:gd name="connsiteX17" fmla="*/ 140884 w 152333"/>
                  <a:gd name="connsiteY17" fmla="*/ 49133 h 114096"/>
                  <a:gd name="connsiteX18" fmla="*/ 136124 w 152333"/>
                  <a:gd name="connsiteY18" fmla="*/ 37913 h 114096"/>
                  <a:gd name="connsiteX19" fmla="*/ 136124 w 152333"/>
                  <a:gd name="connsiteY19" fmla="*/ 30782 h 114096"/>
                  <a:gd name="connsiteX20" fmla="*/ 129078 w 152333"/>
                  <a:gd name="connsiteY20" fmla="*/ 21274 h 114096"/>
                  <a:gd name="connsiteX21" fmla="*/ 121367 w 152333"/>
                  <a:gd name="connsiteY21" fmla="*/ 6537 h 114096"/>
                  <a:gd name="connsiteX22" fmla="*/ 107085 w 152333"/>
                  <a:gd name="connsiteY22" fmla="*/ 16615 h 114096"/>
                  <a:gd name="connsiteX23" fmla="*/ 93470 w 152333"/>
                  <a:gd name="connsiteY23" fmla="*/ 15379 h 114096"/>
                  <a:gd name="connsiteX24" fmla="*/ 82236 w 152333"/>
                  <a:gd name="connsiteY24" fmla="*/ 17186 h 114096"/>
                  <a:gd name="connsiteX25" fmla="*/ 76333 w 152333"/>
                  <a:gd name="connsiteY25" fmla="*/ 11861 h 114096"/>
                  <a:gd name="connsiteX26" fmla="*/ 76333 w 152333"/>
                  <a:gd name="connsiteY26" fmla="*/ 8534 h 114096"/>
                  <a:gd name="connsiteX27" fmla="*/ 74143 w 152333"/>
                  <a:gd name="connsiteY27" fmla="*/ 9389 h 114096"/>
                  <a:gd name="connsiteX28" fmla="*/ 44819 w 152333"/>
                  <a:gd name="connsiteY28" fmla="*/ 7583 h 114096"/>
                  <a:gd name="connsiteX29" fmla="*/ 30633 w 152333"/>
                  <a:gd name="connsiteY29" fmla="*/ 1783 h 114096"/>
                  <a:gd name="connsiteX30" fmla="*/ 26158 w 152333"/>
                  <a:gd name="connsiteY30" fmla="*/ 11291 h 114096"/>
                  <a:gd name="connsiteX31" fmla="*/ 27491 w 152333"/>
                  <a:gd name="connsiteY31" fmla="*/ 20799 h 114096"/>
                  <a:gd name="connsiteX32" fmla="*/ 20351 w 152333"/>
                  <a:gd name="connsiteY32" fmla="*/ 23936 h 114096"/>
                  <a:gd name="connsiteX33" fmla="*/ 3880 w 152333"/>
                  <a:gd name="connsiteY33" fmla="*/ 33444 h 114096"/>
                  <a:gd name="connsiteX34" fmla="*/ 1785 w 152333"/>
                  <a:gd name="connsiteY34" fmla="*/ 35631 h 114096"/>
                  <a:gd name="connsiteX35" fmla="*/ 16066 w 152333"/>
                  <a:gd name="connsiteY35" fmla="*/ 53126 h 114096"/>
                  <a:gd name="connsiteX36" fmla="*/ 38250 w 152333"/>
                  <a:gd name="connsiteY36" fmla="*/ 77752 h 114096"/>
                  <a:gd name="connsiteX37" fmla="*/ 52245 w 152333"/>
                  <a:gd name="connsiteY37" fmla="*/ 62824 h 114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52333" h="114096">
                    <a:moveTo>
                      <a:pt x="52245" y="62824"/>
                    </a:moveTo>
                    <a:cubicBezTo>
                      <a:pt x="52245" y="57880"/>
                      <a:pt x="56720" y="59687"/>
                      <a:pt x="61766" y="60542"/>
                    </a:cubicBezTo>
                    <a:cubicBezTo>
                      <a:pt x="66812" y="61398"/>
                      <a:pt x="72429" y="57500"/>
                      <a:pt x="76904" y="57500"/>
                    </a:cubicBezTo>
                    <a:cubicBezTo>
                      <a:pt x="81379" y="57500"/>
                      <a:pt x="92899" y="72998"/>
                      <a:pt x="92899" y="77467"/>
                    </a:cubicBezTo>
                    <a:cubicBezTo>
                      <a:pt x="92646" y="81631"/>
                      <a:pt x="93569" y="85782"/>
                      <a:pt x="95565" y="89447"/>
                    </a:cubicBezTo>
                    <a:cubicBezTo>
                      <a:pt x="95825" y="89871"/>
                      <a:pt x="96048" y="90316"/>
                      <a:pt x="96231" y="90778"/>
                    </a:cubicBezTo>
                    <a:cubicBezTo>
                      <a:pt x="100991" y="89613"/>
                      <a:pt x="105827" y="88787"/>
                      <a:pt x="110703" y="88306"/>
                    </a:cubicBezTo>
                    <a:cubicBezTo>
                      <a:pt x="112893" y="88306"/>
                      <a:pt x="117272" y="98765"/>
                      <a:pt x="116321" y="105325"/>
                    </a:cubicBezTo>
                    <a:cubicBezTo>
                      <a:pt x="115368" y="111886"/>
                      <a:pt x="122890" y="116640"/>
                      <a:pt x="125841" y="112361"/>
                    </a:cubicBezTo>
                    <a:cubicBezTo>
                      <a:pt x="128793" y="108083"/>
                      <a:pt x="132887" y="102283"/>
                      <a:pt x="133744" y="106181"/>
                    </a:cubicBezTo>
                    <a:cubicBezTo>
                      <a:pt x="133744" y="107417"/>
                      <a:pt x="135648" y="108368"/>
                      <a:pt x="137742" y="109223"/>
                    </a:cubicBezTo>
                    <a:cubicBezTo>
                      <a:pt x="138790" y="106561"/>
                      <a:pt x="141170" y="105610"/>
                      <a:pt x="142979" y="103233"/>
                    </a:cubicBezTo>
                    <a:cubicBezTo>
                      <a:pt x="144788" y="100856"/>
                      <a:pt x="139075" y="95627"/>
                      <a:pt x="141265" y="91158"/>
                    </a:cubicBezTo>
                    <a:cubicBezTo>
                      <a:pt x="143455" y="86689"/>
                      <a:pt x="147454" y="92965"/>
                      <a:pt x="150786" y="89827"/>
                    </a:cubicBezTo>
                    <a:cubicBezTo>
                      <a:pt x="154118" y="86689"/>
                      <a:pt x="146311" y="80319"/>
                      <a:pt x="147263" y="77467"/>
                    </a:cubicBezTo>
                    <a:cubicBezTo>
                      <a:pt x="148536" y="73840"/>
                      <a:pt x="147008" y="69826"/>
                      <a:pt x="143645" y="67959"/>
                    </a:cubicBezTo>
                    <a:cubicBezTo>
                      <a:pt x="140408" y="66057"/>
                      <a:pt x="142217" y="58451"/>
                      <a:pt x="143645" y="51985"/>
                    </a:cubicBezTo>
                    <a:cubicBezTo>
                      <a:pt x="142585" y="51180"/>
                      <a:pt x="141654" y="50218"/>
                      <a:pt x="140884" y="49133"/>
                    </a:cubicBezTo>
                    <a:cubicBezTo>
                      <a:pt x="138504" y="45615"/>
                      <a:pt x="140313" y="37913"/>
                      <a:pt x="136124" y="37913"/>
                    </a:cubicBezTo>
                    <a:cubicBezTo>
                      <a:pt x="131935" y="37913"/>
                      <a:pt x="132601" y="32018"/>
                      <a:pt x="136124" y="30782"/>
                    </a:cubicBezTo>
                    <a:cubicBezTo>
                      <a:pt x="139646" y="29546"/>
                      <a:pt x="129078" y="25458"/>
                      <a:pt x="129078" y="21274"/>
                    </a:cubicBezTo>
                    <a:cubicBezTo>
                      <a:pt x="128252" y="15632"/>
                      <a:pt x="125533" y="10436"/>
                      <a:pt x="121367" y="6537"/>
                    </a:cubicBezTo>
                    <a:cubicBezTo>
                      <a:pt x="118986" y="5966"/>
                      <a:pt x="110703" y="16615"/>
                      <a:pt x="107085" y="16615"/>
                    </a:cubicBezTo>
                    <a:cubicBezTo>
                      <a:pt x="103467" y="16615"/>
                      <a:pt x="95851" y="9484"/>
                      <a:pt x="93470" y="15379"/>
                    </a:cubicBezTo>
                    <a:cubicBezTo>
                      <a:pt x="91090" y="21274"/>
                      <a:pt x="85759" y="12432"/>
                      <a:pt x="82236" y="17186"/>
                    </a:cubicBezTo>
                    <a:cubicBezTo>
                      <a:pt x="78713" y="21940"/>
                      <a:pt x="76333" y="11861"/>
                      <a:pt x="76333" y="11861"/>
                    </a:cubicBezTo>
                    <a:cubicBezTo>
                      <a:pt x="76333" y="11861"/>
                      <a:pt x="76333" y="10435"/>
                      <a:pt x="76333" y="8534"/>
                    </a:cubicBezTo>
                    <a:lnTo>
                      <a:pt x="74143" y="9389"/>
                    </a:lnTo>
                    <a:cubicBezTo>
                      <a:pt x="63956" y="12907"/>
                      <a:pt x="45581" y="10625"/>
                      <a:pt x="44819" y="7583"/>
                    </a:cubicBezTo>
                    <a:cubicBezTo>
                      <a:pt x="44057" y="4540"/>
                      <a:pt x="30633" y="1783"/>
                      <a:pt x="30633" y="1783"/>
                    </a:cubicBezTo>
                    <a:cubicBezTo>
                      <a:pt x="30633" y="1783"/>
                      <a:pt x="30633" y="9389"/>
                      <a:pt x="26158" y="11291"/>
                    </a:cubicBezTo>
                    <a:cubicBezTo>
                      <a:pt x="21684" y="13192"/>
                      <a:pt x="27491" y="18802"/>
                      <a:pt x="27491" y="20799"/>
                    </a:cubicBezTo>
                    <a:cubicBezTo>
                      <a:pt x="27491" y="22796"/>
                      <a:pt x="23493" y="25268"/>
                      <a:pt x="20351" y="23936"/>
                    </a:cubicBezTo>
                    <a:cubicBezTo>
                      <a:pt x="17209" y="22605"/>
                      <a:pt x="8354" y="30592"/>
                      <a:pt x="3880" y="33444"/>
                    </a:cubicBezTo>
                    <a:cubicBezTo>
                      <a:pt x="3138" y="34130"/>
                      <a:pt x="2438" y="34860"/>
                      <a:pt x="1785" y="35631"/>
                    </a:cubicBezTo>
                    <a:cubicBezTo>
                      <a:pt x="8640" y="41146"/>
                      <a:pt x="8069" y="47231"/>
                      <a:pt x="16066" y="53126"/>
                    </a:cubicBezTo>
                    <a:cubicBezTo>
                      <a:pt x="25376" y="59389"/>
                      <a:pt x="32995" y="67847"/>
                      <a:pt x="38250" y="77752"/>
                    </a:cubicBezTo>
                    <a:cubicBezTo>
                      <a:pt x="44248" y="72998"/>
                      <a:pt x="51960" y="66152"/>
                      <a:pt x="52245" y="628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86" name="Freeform 2745">
                <a:extLst>
                  <a:ext uri="{FF2B5EF4-FFF2-40B4-BE49-F238E27FC236}">
                    <a16:creationId xmlns:a16="http://schemas.microsoft.com/office/drawing/2014/main" id="{C35C1584-E203-815E-2CD3-3B39A927037A}"/>
                  </a:ext>
                </a:extLst>
              </p:cNvPr>
              <p:cNvSpPr/>
              <p:nvPr/>
            </p:nvSpPr>
            <p:spPr>
              <a:xfrm>
                <a:off x="5611727" y="4319998"/>
                <a:ext cx="92205" cy="81850"/>
              </a:xfrm>
              <a:custGeom>
                <a:avLst/>
                <a:gdLst>
                  <a:gd name="connsiteX0" fmla="*/ 69764 w 85687"/>
                  <a:gd name="connsiteY0" fmla="*/ 48182 h 76064"/>
                  <a:gd name="connsiteX1" fmla="*/ 63099 w 85687"/>
                  <a:gd name="connsiteY1" fmla="*/ 42002 h 76064"/>
                  <a:gd name="connsiteX2" fmla="*/ 65384 w 85687"/>
                  <a:gd name="connsiteY2" fmla="*/ 27740 h 76064"/>
                  <a:gd name="connsiteX3" fmla="*/ 65860 w 85687"/>
                  <a:gd name="connsiteY3" fmla="*/ 22700 h 76064"/>
                  <a:gd name="connsiteX4" fmla="*/ 61861 w 85687"/>
                  <a:gd name="connsiteY4" fmla="*/ 19658 h 76064"/>
                  <a:gd name="connsiteX5" fmla="*/ 53959 w 85687"/>
                  <a:gd name="connsiteY5" fmla="*/ 25838 h 76064"/>
                  <a:gd name="connsiteX6" fmla="*/ 44439 w 85687"/>
                  <a:gd name="connsiteY6" fmla="*/ 18802 h 76064"/>
                  <a:gd name="connsiteX7" fmla="*/ 38821 w 85687"/>
                  <a:gd name="connsiteY7" fmla="*/ 1783 h 76064"/>
                  <a:gd name="connsiteX8" fmla="*/ 24350 w 85687"/>
                  <a:gd name="connsiteY8" fmla="*/ 4255 h 76064"/>
                  <a:gd name="connsiteX9" fmla="*/ 22350 w 85687"/>
                  <a:gd name="connsiteY9" fmla="*/ 14428 h 76064"/>
                  <a:gd name="connsiteX10" fmla="*/ 6355 w 85687"/>
                  <a:gd name="connsiteY10" fmla="*/ 27740 h 76064"/>
                  <a:gd name="connsiteX11" fmla="*/ 1785 w 85687"/>
                  <a:gd name="connsiteY11" fmla="*/ 34490 h 76064"/>
                  <a:gd name="connsiteX12" fmla="*/ 27872 w 85687"/>
                  <a:gd name="connsiteY12" fmla="*/ 51890 h 76064"/>
                  <a:gd name="connsiteX13" fmla="*/ 74620 w 85687"/>
                  <a:gd name="connsiteY13" fmla="*/ 81175 h 76064"/>
                  <a:gd name="connsiteX14" fmla="*/ 79570 w 85687"/>
                  <a:gd name="connsiteY14" fmla="*/ 81935 h 76064"/>
                  <a:gd name="connsiteX15" fmla="*/ 85473 w 85687"/>
                  <a:gd name="connsiteY15" fmla="*/ 62919 h 76064"/>
                  <a:gd name="connsiteX16" fmla="*/ 69764 w 85687"/>
                  <a:gd name="connsiteY16" fmla="*/ 48182 h 76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5687" h="76064">
                    <a:moveTo>
                      <a:pt x="69764" y="48182"/>
                    </a:moveTo>
                    <a:cubicBezTo>
                      <a:pt x="63575" y="44189"/>
                      <a:pt x="60243" y="44189"/>
                      <a:pt x="63099" y="42002"/>
                    </a:cubicBezTo>
                    <a:cubicBezTo>
                      <a:pt x="65956" y="39815"/>
                      <a:pt x="66241" y="34871"/>
                      <a:pt x="65384" y="27740"/>
                    </a:cubicBezTo>
                    <a:cubicBezTo>
                      <a:pt x="65084" y="26048"/>
                      <a:pt x="65249" y="24306"/>
                      <a:pt x="65860" y="22700"/>
                    </a:cubicBezTo>
                    <a:cubicBezTo>
                      <a:pt x="63766" y="21845"/>
                      <a:pt x="62147" y="20894"/>
                      <a:pt x="61861" y="19658"/>
                    </a:cubicBezTo>
                    <a:cubicBezTo>
                      <a:pt x="61005" y="15760"/>
                      <a:pt x="57101" y="21464"/>
                      <a:pt x="53959" y="25838"/>
                    </a:cubicBezTo>
                    <a:cubicBezTo>
                      <a:pt x="50817" y="30212"/>
                      <a:pt x="43486" y="25838"/>
                      <a:pt x="44439" y="18802"/>
                    </a:cubicBezTo>
                    <a:cubicBezTo>
                      <a:pt x="45391" y="11766"/>
                      <a:pt x="41011" y="1783"/>
                      <a:pt x="38821" y="1783"/>
                    </a:cubicBezTo>
                    <a:cubicBezTo>
                      <a:pt x="33945" y="2264"/>
                      <a:pt x="29109" y="3090"/>
                      <a:pt x="24350" y="4255"/>
                    </a:cubicBezTo>
                    <a:cubicBezTo>
                      <a:pt x="25302" y="7488"/>
                      <a:pt x="23112" y="10911"/>
                      <a:pt x="22350" y="14428"/>
                    </a:cubicBezTo>
                    <a:cubicBezTo>
                      <a:pt x="21589" y="17946"/>
                      <a:pt x="10830" y="23936"/>
                      <a:pt x="6355" y="27740"/>
                    </a:cubicBezTo>
                    <a:cubicBezTo>
                      <a:pt x="4484" y="29734"/>
                      <a:pt x="2942" y="32013"/>
                      <a:pt x="1785" y="34490"/>
                    </a:cubicBezTo>
                    <a:cubicBezTo>
                      <a:pt x="10164" y="39720"/>
                      <a:pt x="19875" y="45900"/>
                      <a:pt x="27872" y="51890"/>
                    </a:cubicBezTo>
                    <a:cubicBezTo>
                      <a:pt x="42371" y="63279"/>
                      <a:pt x="58042" y="73096"/>
                      <a:pt x="74620" y="81175"/>
                    </a:cubicBezTo>
                    <a:cubicBezTo>
                      <a:pt x="76217" y="81696"/>
                      <a:pt x="77890" y="81953"/>
                      <a:pt x="79570" y="81935"/>
                    </a:cubicBezTo>
                    <a:cubicBezTo>
                      <a:pt x="81951" y="70716"/>
                      <a:pt x="84616" y="69290"/>
                      <a:pt x="85473" y="62919"/>
                    </a:cubicBezTo>
                    <a:cubicBezTo>
                      <a:pt x="86330" y="56549"/>
                      <a:pt x="76048" y="52175"/>
                      <a:pt x="69764" y="4818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87" name="Freeform 2746">
                <a:extLst>
                  <a:ext uri="{FF2B5EF4-FFF2-40B4-BE49-F238E27FC236}">
                    <a16:creationId xmlns:a16="http://schemas.microsoft.com/office/drawing/2014/main" id="{2617DAA6-3290-D36B-7F89-533E706D78B9}"/>
                  </a:ext>
                </a:extLst>
              </p:cNvPr>
              <p:cNvSpPr/>
              <p:nvPr/>
            </p:nvSpPr>
            <p:spPr>
              <a:xfrm>
                <a:off x="5573821" y="4286848"/>
                <a:ext cx="61470" cy="71619"/>
              </a:xfrm>
              <a:custGeom>
                <a:avLst/>
                <a:gdLst>
                  <a:gd name="connsiteX0" fmla="*/ 57482 w 57124"/>
                  <a:gd name="connsiteY0" fmla="*/ 45234 h 66556"/>
                  <a:gd name="connsiteX1" fmla="*/ 58815 w 57124"/>
                  <a:gd name="connsiteY1" fmla="*/ 33730 h 66556"/>
                  <a:gd name="connsiteX2" fmla="*/ 56149 w 57124"/>
                  <a:gd name="connsiteY2" fmla="*/ 21750 h 66556"/>
                  <a:gd name="connsiteX3" fmla="*/ 40154 w 57124"/>
                  <a:gd name="connsiteY3" fmla="*/ 1783 h 66556"/>
                  <a:gd name="connsiteX4" fmla="*/ 25016 w 57124"/>
                  <a:gd name="connsiteY4" fmla="*/ 4825 h 66556"/>
                  <a:gd name="connsiteX5" fmla="*/ 15495 w 57124"/>
                  <a:gd name="connsiteY5" fmla="*/ 7107 h 66556"/>
                  <a:gd name="connsiteX6" fmla="*/ 1785 w 57124"/>
                  <a:gd name="connsiteY6" fmla="*/ 22035 h 66556"/>
                  <a:gd name="connsiteX7" fmla="*/ 4737 w 57124"/>
                  <a:gd name="connsiteY7" fmla="*/ 29451 h 66556"/>
                  <a:gd name="connsiteX8" fmla="*/ 20731 w 57124"/>
                  <a:gd name="connsiteY8" fmla="*/ 54552 h 66556"/>
                  <a:gd name="connsiteX9" fmla="*/ 36726 w 57124"/>
                  <a:gd name="connsiteY9" fmla="*/ 65296 h 66556"/>
                  <a:gd name="connsiteX10" fmla="*/ 41296 w 57124"/>
                  <a:gd name="connsiteY10" fmla="*/ 58546 h 66556"/>
                  <a:gd name="connsiteX11" fmla="*/ 57482 w 57124"/>
                  <a:gd name="connsiteY11" fmla="*/ 45234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7124" h="66556">
                    <a:moveTo>
                      <a:pt x="57482" y="45234"/>
                    </a:moveTo>
                    <a:cubicBezTo>
                      <a:pt x="58339" y="41241"/>
                      <a:pt x="61005" y="37248"/>
                      <a:pt x="58815" y="33730"/>
                    </a:cubicBezTo>
                    <a:cubicBezTo>
                      <a:pt x="56819" y="30065"/>
                      <a:pt x="55895" y="25914"/>
                      <a:pt x="56149" y="21750"/>
                    </a:cubicBezTo>
                    <a:cubicBezTo>
                      <a:pt x="56149" y="17281"/>
                      <a:pt x="44629" y="1783"/>
                      <a:pt x="40154" y="1783"/>
                    </a:cubicBezTo>
                    <a:cubicBezTo>
                      <a:pt x="35679" y="1783"/>
                      <a:pt x="29967" y="5776"/>
                      <a:pt x="25016" y="4825"/>
                    </a:cubicBezTo>
                    <a:cubicBezTo>
                      <a:pt x="20065" y="3875"/>
                      <a:pt x="16161" y="2163"/>
                      <a:pt x="15495" y="7107"/>
                    </a:cubicBezTo>
                    <a:cubicBezTo>
                      <a:pt x="15495" y="10435"/>
                      <a:pt x="7497" y="17186"/>
                      <a:pt x="1785" y="22035"/>
                    </a:cubicBezTo>
                    <a:cubicBezTo>
                      <a:pt x="2997" y="24410"/>
                      <a:pt x="3985" y="26893"/>
                      <a:pt x="4737" y="29451"/>
                    </a:cubicBezTo>
                    <a:cubicBezTo>
                      <a:pt x="6545" y="39597"/>
                      <a:pt x="12294" y="48619"/>
                      <a:pt x="20731" y="54552"/>
                    </a:cubicBezTo>
                    <a:cubicBezTo>
                      <a:pt x="25865" y="58420"/>
                      <a:pt x="31204" y="62006"/>
                      <a:pt x="36726" y="65296"/>
                    </a:cubicBezTo>
                    <a:cubicBezTo>
                      <a:pt x="37883" y="62819"/>
                      <a:pt x="39425" y="60541"/>
                      <a:pt x="41296" y="58546"/>
                    </a:cubicBezTo>
                    <a:cubicBezTo>
                      <a:pt x="45962" y="55313"/>
                      <a:pt x="56625" y="49228"/>
                      <a:pt x="57482" y="452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88" name="Freeform 2747">
                <a:extLst>
                  <a:ext uri="{FF2B5EF4-FFF2-40B4-BE49-F238E27FC236}">
                    <a16:creationId xmlns:a16="http://schemas.microsoft.com/office/drawing/2014/main" id="{AB8C3FEC-3552-954D-A7AF-5EECE59AD75D}"/>
                  </a:ext>
                </a:extLst>
              </p:cNvPr>
              <p:cNvSpPr/>
              <p:nvPr/>
            </p:nvSpPr>
            <p:spPr>
              <a:xfrm>
                <a:off x="5492988" y="3888133"/>
                <a:ext cx="184411" cy="143238"/>
              </a:xfrm>
              <a:custGeom>
                <a:avLst/>
                <a:gdLst>
                  <a:gd name="connsiteX0" fmla="*/ 80808 w 171374"/>
                  <a:gd name="connsiteY0" fmla="*/ 106371 h 133112"/>
                  <a:gd name="connsiteX1" fmla="*/ 101754 w 171374"/>
                  <a:gd name="connsiteY1" fmla="*/ 91348 h 133112"/>
                  <a:gd name="connsiteX2" fmla="*/ 101754 w 171374"/>
                  <a:gd name="connsiteY2" fmla="*/ 37913 h 133112"/>
                  <a:gd name="connsiteX3" fmla="*/ 169066 w 171374"/>
                  <a:gd name="connsiteY3" fmla="*/ 37913 h 133112"/>
                  <a:gd name="connsiteX4" fmla="*/ 169542 w 171374"/>
                  <a:gd name="connsiteY4" fmla="*/ 9389 h 133112"/>
                  <a:gd name="connsiteX5" fmla="*/ 155166 w 171374"/>
                  <a:gd name="connsiteY5" fmla="*/ 1783 h 133112"/>
                  <a:gd name="connsiteX6" fmla="*/ 80618 w 171374"/>
                  <a:gd name="connsiteY6" fmla="*/ 1783 h 133112"/>
                  <a:gd name="connsiteX7" fmla="*/ 69669 w 171374"/>
                  <a:gd name="connsiteY7" fmla="*/ 20133 h 133112"/>
                  <a:gd name="connsiteX8" fmla="*/ 43010 w 171374"/>
                  <a:gd name="connsiteY8" fmla="*/ 56834 h 133112"/>
                  <a:gd name="connsiteX9" fmla="*/ 7688 w 171374"/>
                  <a:gd name="connsiteY9" fmla="*/ 119207 h 133112"/>
                  <a:gd name="connsiteX10" fmla="*/ 1785 w 171374"/>
                  <a:gd name="connsiteY10" fmla="*/ 138223 h 133112"/>
                  <a:gd name="connsiteX11" fmla="*/ 80808 w 171374"/>
                  <a:gd name="connsiteY11" fmla="*/ 138223 h 133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1374" h="133112">
                    <a:moveTo>
                      <a:pt x="80808" y="106371"/>
                    </a:moveTo>
                    <a:cubicBezTo>
                      <a:pt x="80808" y="101807"/>
                      <a:pt x="101754" y="95912"/>
                      <a:pt x="101754" y="91348"/>
                    </a:cubicBezTo>
                    <a:lnTo>
                      <a:pt x="101754" y="37913"/>
                    </a:lnTo>
                    <a:cubicBezTo>
                      <a:pt x="101754" y="37913"/>
                      <a:pt x="167067" y="39149"/>
                      <a:pt x="169066" y="37913"/>
                    </a:cubicBezTo>
                    <a:cubicBezTo>
                      <a:pt x="170079" y="28439"/>
                      <a:pt x="170239" y="18892"/>
                      <a:pt x="169542" y="9389"/>
                    </a:cubicBezTo>
                    <a:cubicBezTo>
                      <a:pt x="167067" y="5206"/>
                      <a:pt x="170589" y="1783"/>
                      <a:pt x="155166" y="1783"/>
                    </a:cubicBezTo>
                    <a:lnTo>
                      <a:pt x="80618" y="1783"/>
                    </a:lnTo>
                    <a:cubicBezTo>
                      <a:pt x="75621" y="6991"/>
                      <a:pt x="71877" y="13266"/>
                      <a:pt x="69669" y="20133"/>
                    </a:cubicBezTo>
                    <a:cubicBezTo>
                      <a:pt x="66051" y="29641"/>
                      <a:pt x="43867" y="43523"/>
                      <a:pt x="43010" y="56834"/>
                    </a:cubicBezTo>
                    <a:cubicBezTo>
                      <a:pt x="42153" y="70145"/>
                      <a:pt x="21303" y="90778"/>
                      <a:pt x="7688" y="119207"/>
                    </a:cubicBezTo>
                    <a:cubicBezTo>
                      <a:pt x="4652" y="125164"/>
                      <a:pt x="2655" y="131595"/>
                      <a:pt x="1785" y="138223"/>
                    </a:cubicBezTo>
                    <a:lnTo>
                      <a:pt x="80808" y="138223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89" name="Freeform 2748">
                <a:extLst>
                  <a:ext uri="{FF2B5EF4-FFF2-40B4-BE49-F238E27FC236}">
                    <a16:creationId xmlns:a16="http://schemas.microsoft.com/office/drawing/2014/main" id="{37EE09CD-466F-94FE-E76C-56A677E6A564}"/>
                  </a:ext>
                </a:extLst>
              </p:cNvPr>
              <p:cNvSpPr/>
              <p:nvPr/>
            </p:nvSpPr>
            <p:spPr>
              <a:xfrm>
                <a:off x="5492355" y="3895909"/>
                <a:ext cx="256126" cy="286477"/>
              </a:xfrm>
              <a:custGeom>
                <a:avLst/>
                <a:gdLst>
                  <a:gd name="connsiteX0" fmla="*/ 20272 w 238020"/>
                  <a:gd name="connsiteY0" fmla="*/ 231972 h 266224"/>
                  <a:gd name="connsiteX1" fmla="*/ 38552 w 238020"/>
                  <a:gd name="connsiteY1" fmla="*/ 231972 h 266224"/>
                  <a:gd name="connsiteX2" fmla="*/ 54071 w 238020"/>
                  <a:gd name="connsiteY2" fmla="*/ 230546 h 266224"/>
                  <a:gd name="connsiteX3" fmla="*/ 65305 w 238020"/>
                  <a:gd name="connsiteY3" fmla="*/ 240054 h 266224"/>
                  <a:gd name="connsiteX4" fmla="*/ 72351 w 238020"/>
                  <a:gd name="connsiteY4" fmla="*/ 240054 h 266224"/>
                  <a:gd name="connsiteX5" fmla="*/ 86442 w 238020"/>
                  <a:gd name="connsiteY5" fmla="*/ 258404 h 266224"/>
                  <a:gd name="connsiteX6" fmla="*/ 95962 w 238020"/>
                  <a:gd name="connsiteY6" fmla="*/ 267912 h 266224"/>
                  <a:gd name="connsiteX7" fmla="*/ 106721 w 238020"/>
                  <a:gd name="connsiteY7" fmla="*/ 261447 h 266224"/>
                  <a:gd name="connsiteX8" fmla="*/ 118336 w 238020"/>
                  <a:gd name="connsiteY8" fmla="*/ 256978 h 266224"/>
                  <a:gd name="connsiteX9" fmla="*/ 129095 w 238020"/>
                  <a:gd name="connsiteY9" fmla="*/ 255172 h 266224"/>
                  <a:gd name="connsiteX10" fmla="*/ 142614 w 238020"/>
                  <a:gd name="connsiteY10" fmla="*/ 256122 h 266224"/>
                  <a:gd name="connsiteX11" fmla="*/ 155182 w 238020"/>
                  <a:gd name="connsiteY11" fmla="*/ 252509 h 266224"/>
                  <a:gd name="connsiteX12" fmla="*/ 233443 w 238020"/>
                  <a:gd name="connsiteY12" fmla="*/ 251559 h 266224"/>
                  <a:gd name="connsiteX13" fmla="*/ 236109 w 238020"/>
                  <a:gd name="connsiteY13" fmla="*/ 234539 h 266224"/>
                  <a:gd name="connsiteX14" fmla="*/ 229730 w 238020"/>
                  <a:gd name="connsiteY14" fmla="*/ 228454 h 266224"/>
                  <a:gd name="connsiteX15" fmla="*/ 210688 w 238020"/>
                  <a:gd name="connsiteY15" fmla="*/ 51605 h 266224"/>
                  <a:gd name="connsiteX16" fmla="*/ 244392 w 238020"/>
                  <a:gd name="connsiteY16" fmla="*/ 51605 h 266224"/>
                  <a:gd name="connsiteX17" fmla="*/ 173557 w 238020"/>
                  <a:gd name="connsiteY17" fmla="*/ 5396 h 266224"/>
                  <a:gd name="connsiteX18" fmla="*/ 169654 w 238020"/>
                  <a:gd name="connsiteY18" fmla="*/ 1783 h 266224"/>
                  <a:gd name="connsiteX19" fmla="*/ 169178 w 238020"/>
                  <a:gd name="connsiteY19" fmla="*/ 30307 h 266224"/>
                  <a:gd name="connsiteX20" fmla="*/ 101865 w 238020"/>
                  <a:gd name="connsiteY20" fmla="*/ 30307 h 266224"/>
                  <a:gd name="connsiteX21" fmla="*/ 101865 w 238020"/>
                  <a:gd name="connsiteY21" fmla="*/ 83742 h 266224"/>
                  <a:gd name="connsiteX22" fmla="*/ 80919 w 238020"/>
                  <a:gd name="connsiteY22" fmla="*/ 98765 h 266224"/>
                  <a:gd name="connsiteX23" fmla="*/ 80919 w 238020"/>
                  <a:gd name="connsiteY23" fmla="*/ 130046 h 266224"/>
                  <a:gd name="connsiteX24" fmla="*/ 1897 w 238020"/>
                  <a:gd name="connsiteY24" fmla="*/ 130046 h 266224"/>
                  <a:gd name="connsiteX25" fmla="*/ 13131 w 238020"/>
                  <a:gd name="connsiteY25" fmla="*/ 152675 h 266224"/>
                  <a:gd name="connsiteX26" fmla="*/ 17606 w 238020"/>
                  <a:gd name="connsiteY26" fmla="*/ 184907 h 266224"/>
                  <a:gd name="connsiteX27" fmla="*/ 11132 w 238020"/>
                  <a:gd name="connsiteY27" fmla="*/ 224271 h 266224"/>
                  <a:gd name="connsiteX28" fmla="*/ 7705 w 238020"/>
                  <a:gd name="connsiteY28" fmla="*/ 241670 h 266224"/>
                  <a:gd name="connsiteX29" fmla="*/ 8656 w 238020"/>
                  <a:gd name="connsiteY29" fmla="*/ 241670 h 266224"/>
                  <a:gd name="connsiteX30" fmla="*/ 20272 w 238020"/>
                  <a:gd name="connsiteY30" fmla="*/ 231972 h 266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38020" h="266224">
                    <a:moveTo>
                      <a:pt x="20272" y="231972"/>
                    </a:moveTo>
                    <a:cubicBezTo>
                      <a:pt x="26340" y="232750"/>
                      <a:pt x="32483" y="232750"/>
                      <a:pt x="38552" y="231972"/>
                    </a:cubicBezTo>
                    <a:cubicBezTo>
                      <a:pt x="43406" y="229726"/>
                      <a:pt x="48888" y="229222"/>
                      <a:pt x="54071" y="230546"/>
                    </a:cubicBezTo>
                    <a:cubicBezTo>
                      <a:pt x="58325" y="233061"/>
                      <a:pt x="62124" y="236275"/>
                      <a:pt x="65305" y="240054"/>
                    </a:cubicBezTo>
                    <a:lnTo>
                      <a:pt x="72351" y="240054"/>
                    </a:lnTo>
                    <a:cubicBezTo>
                      <a:pt x="72351" y="240054"/>
                      <a:pt x="78063" y="255552"/>
                      <a:pt x="86442" y="258404"/>
                    </a:cubicBezTo>
                    <a:cubicBezTo>
                      <a:pt x="90781" y="260144"/>
                      <a:pt x="94221" y="263578"/>
                      <a:pt x="95962" y="267912"/>
                    </a:cubicBezTo>
                    <a:cubicBezTo>
                      <a:pt x="101960" y="267912"/>
                      <a:pt x="106721" y="265821"/>
                      <a:pt x="106721" y="261447"/>
                    </a:cubicBezTo>
                    <a:cubicBezTo>
                      <a:pt x="106721" y="257073"/>
                      <a:pt x="109387" y="248896"/>
                      <a:pt x="118336" y="256978"/>
                    </a:cubicBezTo>
                    <a:cubicBezTo>
                      <a:pt x="127286" y="265060"/>
                      <a:pt x="127381" y="257929"/>
                      <a:pt x="129095" y="255172"/>
                    </a:cubicBezTo>
                    <a:cubicBezTo>
                      <a:pt x="130808" y="252414"/>
                      <a:pt x="137187" y="256122"/>
                      <a:pt x="142614" y="256122"/>
                    </a:cubicBezTo>
                    <a:cubicBezTo>
                      <a:pt x="146994" y="255719"/>
                      <a:pt x="151258" y="254493"/>
                      <a:pt x="155182" y="252509"/>
                    </a:cubicBezTo>
                    <a:cubicBezTo>
                      <a:pt x="155182" y="252509"/>
                      <a:pt x="229825" y="253460"/>
                      <a:pt x="233443" y="251559"/>
                    </a:cubicBezTo>
                    <a:cubicBezTo>
                      <a:pt x="237061" y="249657"/>
                      <a:pt x="236109" y="234539"/>
                      <a:pt x="236109" y="234539"/>
                    </a:cubicBezTo>
                    <a:lnTo>
                      <a:pt x="229730" y="228454"/>
                    </a:lnTo>
                    <a:lnTo>
                      <a:pt x="210688" y="51605"/>
                    </a:lnTo>
                    <a:lnTo>
                      <a:pt x="244392" y="51605"/>
                    </a:lnTo>
                    <a:cubicBezTo>
                      <a:pt x="208403" y="27835"/>
                      <a:pt x="177746" y="7678"/>
                      <a:pt x="173557" y="5396"/>
                    </a:cubicBezTo>
                    <a:cubicBezTo>
                      <a:pt x="171938" y="4587"/>
                      <a:pt x="170584" y="3333"/>
                      <a:pt x="169654" y="1783"/>
                    </a:cubicBezTo>
                    <a:cubicBezTo>
                      <a:pt x="170350" y="11286"/>
                      <a:pt x="170191" y="20832"/>
                      <a:pt x="169178" y="30307"/>
                    </a:cubicBezTo>
                    <a:cubicBezTo>
                      <a:pt x="167178" y="31543"/>
                      <a:pt x="101865" y="30307"/>
                      <a:pt x="101865" y="30307"/>
                    </a:cubicBezTo>
                    <a:lnTo>
                      <a:pt x="101865" y="83742"/>
                    </a:lnTo>
                    <a:cubicBezTo>
                      <a:pt x="101865" y="88306"/>
                      <a:pt x="80919" y="94201"/>
                      <a:pt x="80919" y="98765"/>
                    </a:cubicBezTo>
                    <a:lnTo>
                      <a:pt x="80919" y="130046"/>
                    </a:lnTo>
                    <a:lnTo>
                      <a:pt x="1897" y="130046"/>
                    </a:lnTo>
                    <a:cubicBezTo>
                      <a:pt x="754" y="142977"/>
                      <a:pt x="8656" y="147541"/>
                      <a:pt x="13131" y="152675"/>
                    </a:cubicBezTo>
                    <a:cubicBezTo>
                      <a:pt x="19415" y="159806"/>
                      <a:pt x="8466" y="172167"/>
                      <a:pt x="17606" y="184907"/>
                    </a:cubicBezTo>
                    <a:cubicBezTo>
                      <a:pt x="26746" y="197648"/>
                      <a:pt x="15511" y="217140"/>
                      <a:pt x="11132" y="224271"/>
                    </a:cubicBezTo>
                    <a:cubicBezTo>
                      <a:pt x="8882" y="229797"/>
                      <a:pt x="7719" y="235705"/>
                      <a:pt x="7705" y="241670"/>
                    </a:cubicBezTo>
                    <a:lnTo>
                      <a:pt x="8656" y="241670"/>
                    </a:lnTo>
                    <a:cubicBezTo>
                      <a:pt x="14845" y="240339"/>
                      <a:pt x="13417" y="230546"/>
                      <a:pt x="20272" y="2319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90" name="Freeform 2749">
                <a:extLst>
                  <a:ext uri="{FF2B5EF4-FFF2-40B4-BE49-F238E27FC236}">
                    <a16:creationId xmlns:a16="http://schemas.microsoft.com/office/drawing/2014/main" id="{A855A6C1-FB7D-CBAB-E7F6-7A42FE319049}"/>
                  </a:ext>
                </a:extLst>
              </p:cNvPr>
              <p:cNvSpPr/>
              <p:nvPr/>
            </p:nvSpPr>
            <p:spPr>
              <a:xfrm>
                <a:off x="5594311" y="3949112"/>
                <a:ext cx="358579" cy="337633"/>
              </a:xfrm>
              <a:custGeom>
                <a:avLst/>
                <a:gdLst>
                  <a:gd name="connsiteX0" fmla="*/ 318828 w 333228"/>
                  <a:gd name="connsiteY0" fmla="*/ 131472 h 313764"/>
                  <a:gd name="connsiteX1" fmla="*/ 309307 w 333228"/>
                  <a:gd name="connsiteY1" fmla="*/ 110364 h 313764"/>
                  <a:gd name="connsiteX2" fmla="*/ 286743 w 333228"/>
                  <a:gd name="connsiteY2" fmla="*/ 103328 h 313764"/>
                  <a:gd name="connsiteX3" fmla="*/ 274081 w 333228"/>
                  <a:gd name="connsiteY3" fmla="*/ 85073 h 313764"/>
                  <a:gd name="connsiteX4" fmla="*/ 150310 w 333228"/>
                  <a:gd name="connsiteY4" fmla="*/ 1783 h 313764"/>
                  <a:gd name="connsiteX5" fmla="*/ 116606 w 333228"/>
                  <a:gd name="connsiteY5" fmla="*/ 1783 h 313764"/>
                  <a:gd name="connsiteX6" fmla="*/ 135648 w 333228"/>
                  <a:gd name="connsiteY6" fmla="*/ 178632 h 313764"/>
                  <a:gd name="connsiteX7" fmla="*/ 141932 w 333228"/>
                  <a:gd name="connsiteY7" fmla="*/ 184907 h 313764"/>
                  <a:gd name="connsiteX8" fmla="*/ 139266 w 333228"/>
                  <a:gd name="connsiteY8" fmla="*/ 201927 h 313764"/>
                  <a:gd name="connsiteX9" fmla="*/ 61005 w 333228"/>
                  <a:gd name="connsiteY9" fmla="*/ 202877 h 313764"/>
                  <a:gd name="connsiteX10" fmla="*/ 48437 w 333228"/>
                  <a:gd name="connsiteY10" fmla="*/ 206490 h 313764"/>
                  <a:gd name="connsiteX11" fmla="*/ 34917 w 333228"/>
                  <a:gd name="connsiteY11" fmla="*/ 205540 h 313764"/>
                  <a:gd name="connsiteX12" fmla="*/ 24159 w 333228"/>
                  <a:gd name="connsiteY12" fmla="*/ 207346 h 313764"/>
                  <a:gd name="connsiteX13" fmla="*/ 12544 w 333228"/>
                  <a:gd name="connsiteY13" fmla="*/ 211815 h 313764"/>
                  <a:gd name="connsiteX14" fmla="*/ 1785 w 333228"/>
                  <a:gd name="connsiteY14" fmla="*/ 218280 h 313764"/>
                  <a:gd name="connsiteX15" fmla="*/ 3594 w 333228"/>
                  <a:gd name="connsiteY15" fmla="*/ 222939 h 313764"/>
                  <a:gd name="connsiteX16" fmla="*/ 7307 w 333228"/>
                  <a:gd name="connsiteY16" fmla="*/ 228359 h 313764"/>
                  <a:gd name="connsiteX17" fmla="*/ 10259 w 333228"/>
                  <a:gd name="connsiteY17" fmla="*/ 240814 h 313764"/>
                  <a:gd name="connsiteX18" fmla="*/ 20922 w 333228"/>
                  <a:gd name="connsiteY18" fmla="*/ 253840 h 313764"/>
                  <a:gd name="connsiteX19" fmla="*/ 20922 w 333228"/>
                  <a:gd name="connsiteY19" fmla="*/ 269814 h 313764"/>
                  <a:gd name="connsiteX20" fmla="*/ 26825 w 333228"/>
                  <a:gd name="connsiteY20" fmla="*/ 275138 h 313764"/>
                  <a:gd name="connsiteX21" fmla="*/ 38059 w 333228"/>
                  <a:gd name="connsiteY21" fmla="*/ 273332 h 313764"/>
                  <a:gd name="connsiteX22" fmla="*/ 51674 w 333228"/>
                  <a:gd name="connsiteY22" fmla="*/ 274568 h 313764"/>
                  <a:gd name="connsiteX23" fmla="*/ 65955 w 333228"/>
                  <a:gd name="connsiteY23" fmla="*/ 264489 h 313764"/>
                  <a:gd name="connsiteX24" fmla="*/ 73667 w 333228"/>
                  <a:gd name="connsiteY24" fmla="*/ 279227 h 313764"/>
                  <a:gd name="connsiteX25" fmla="*/ 80713 w 333228"/>
                  <a:gd name="connsiteY25" fmla="*/ 288735 h 313764"/>
                  <a:gd name="connsiteX26" fmla="*/ 80713 w 333228"/>
                  <a:gd name="connsiteY26" fmla="*/ 295866 h 313764"/>
                  <a:gd name="connsiteX27" fmla="*/ 85473 w 333228"/>
                  <a:gd name="connsiteY27" fmla="*/ 307085 h 313764"/>
                  <a:gd name="connsiteX28" fmla="*/ 94994 w 333228"/>
                  <a:gd name="connsiteY28" fmla="*/ 308321 h 313764"/>
                  <a:gd name="connsiteX29" fmla="*/ 105086 w 333228"/>
                  <a:gd name="connsiteY29" fmla="*/ 311269 h 313764"/>
                  <a:gd name="connsiteX30" fmla="*/ 116321 w 333228"/>
                  <a:gd name="connsiteY30" fmla="*/ 305944 h 313764"/>
                  <a:gd name="connsiteX31" fmla="*/ 126413 w 333228"/>
                  <a:gd name="connsiteY31" fmla="*/ 304708 h 313764"/>
                  <a:gd name="connsiteX32" fmla="*/ 133458 w 333228"/>
                  <a:gd name="connsiteY32" fmla="*/ 307085 h 313764"/>
                  <a:gd name="connsiteX33" fmla="*/ 139170 w 333228"/>
                  <a:gd name="connsiteY33" fmla="*/ 305944 h 313764"/>
                  <a:gd name="connsiteX34" fmla="*/ 144788 w 333228"/>
                  <a:gd name="connsiteY34" fmla="*/ 290541 h 313764"/>
                  <a:gd name="connsiteX35" fmla="*/ 143550 w 333228"/>
                  <a:gd name="connsiteY35" fmla="*/ 277515 h 313764"/>
                  <a:gd name="connsiteX36" fmla="*/ 159545 w 333228"/>
                  <a:gd name="connsiteY36" fmla="*/ 270384 h 313764"/>
                  <a:gd name="connsiteX37" fmla="*/ 166114 w 333228"/>
                  <a:gd name="connsiteY37" fmla="*/ 257929 h 313764"/>
                  <a:gd name="connsiteX38" fmla="*/ 172589 w 333228"/>
                  <a:gd name="connsiteY38" fmla="*/ 243191 h 313764"/>
                  <a:gd name="connsiteX39" fmla="*/ 185061 w 333228"/>
                  <a:gd name="connsiteY39" fmla="*/ 243762 h 313764"/>
                  <a:gd name="connsiteX40" fmla="*/ 193915 w 333228"/>
                  <a:gd name="connsiteY40" fmla="*/ 234254 h 313764"/>
                  <a:gd name="connsiteX41" fmla="*/ 203436 w 333228"/>
                  <a:gd name="connsiteY41" fmla="*/ 229500 h 313764"/>
                  <a:gd name="connsiteX42" fmla="*/ 211148 w 333228"/>
                  <a:gd name="connsiteY42" fmla="*/ 225316 h 313764"/>
                  <a:gd name="connsiteX43" fmla="*/ 228285 w 333228"/>
                  <a:gd name="connsiteY43" fmla="*/ 218185 h 313764"/>
                  <a:gd name="connsiteX44" fmla="*/ 243138 w 333228"/>
                  <a:gd name="connsiteY44" fmla="*/ 211720 h 313764"/>
                  <a:gd name="connsiteX45" fmla="*/ 268558 w 333228"/>
                  <a:gd name="connsiteY45" fmla="*/ 212861 h 313764"/>
                  <a:gd name="connsiteX46" fmla="*/ 284553 w 333228"/>
                  <a:gd name="connsiteY46" fmla="*/ 207536 h 313764"/>
                  <a:gd name="connsiteX47" fmla="*/ 315972 w 333228"/>
                  <a:gd name="connsiteY47" fmla="*/ 204589 h 313764"/>
                  <a:gd name="connsiteX48" fmla="*/ 328444 w 333228"/>
                  <a:gd name="connsiteY48" fmla="*/ 195746 h 313764"/>
                  <a:gd name="connsiteX49" fmla="*/ 335014 w 333228"/>
                  <a:gd name="connsiteY49" fmla="*/ 180914 h 313764"/>
                  <a:gd name="connsiteX50" fmla="*/ 336252 w 333228"/>
                  <a:gd name="connsiteY50" fmla="*/ 127669 h 31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333228" h="313764">
                    <a:moveTo>
                      <a:pt x="318828" y="131472"/>
                    </a:moveTo>
                    <a:cubicBezTo>
                      <a:pt x="318828" y="131472"/>
                      <a:pt x="318828" y="115974"/>
                      <a:pt x="309307" y="110364"/>
                    </a:cubicBezTo>
                    <a:cubicBezTo>
                      <a:pt x="302258" y="106714"/>
                      <a:pt x="294620" y="104332"/>
                      <a:pt x="286743" y="103328"/>
                    </a:cubicBezTo>
                    <a:cubicBezTo>
                      <a:pt x="283160" y="96826"/>
                      <a:pt x="278917" y="90709"/>
                      <a:pt x="274081" y="85073"/>
                    </a:cubicBezTo>
                    <a:cubicBezTo>
                      <a:pt x="270748" y="81650"/>
                      <a:pt x="204769" y="37533"/>
                      <a:pt x="150310" y="1783"/>
                    </a:cubicBezTo>
                    <a:lnTo>
                      <a:pt x="116606" y="1783"/>
                    </a:lnTo>
                    <a:lnTo>
                      <a:pt x="135648" y="178632"/>
                    </a:lnTo>
                    <a:lnTo>
                      <a:pt x="141932" y="184907"/>
                    </a:lnTo>
                    <a:cubicBezTo>
                      <a:pt x="141932" y="184907"/>
                      <a:pt x="142788" y="200215"/>
                      <a:pt x="139266" y="201927"/>
                    </a:cubicBezTo>
                    <a:cubicBezTo>
                      <a:pt x="135743" y="203638"/>
                      <a:pt x="61005" y="202877"/>
                      <a:pt x="61005" y="202877"/>
                    </a:cubicBezTo>
                    <a:cubicBezTo>
                      <a:pt x="57080" y="204861"/>
                      <a:pt x="52817" y="206087"/>
                      <a:pt x="48437" y="206490"/>
                    </a:cubicBezTo>
                    <a:cubicBezTo>
                      <a:pt x="43010" y="206490"/>
                      <a:pt x="36726" y="202877"/>
                      <a:pt x="34917" y="205540"/>
                    </a:cubicBezTo>
                    <a:cubicBezTo>
                      <a:pt x="33108" y="208202"/>
                      <a:pt x="33204" y="215048"/>
                      <a:pt x="24159" y="207346"/>
                    </a:cubicBezTo>
                    <a:cubicBezTo>
                      <a:pt x="15114" y="199645"/>
                      <a:pt x="12544" y="206490"/>
                      <a:pt x="12544" y="211815"/>
                    </a:cubicBezTo>
                    <a:cubicBezTo>
                      <a:pt x="12544" y="217139"/>
                      <a:pt x="7783" y="218185"/>
                      <a:pt x="1785" y="218280"/>
                    </a:cubicBezTo>
                    <a:cubicBezTo>
                      <a:pt x="2515" y="219781"/>
                      <a:pt x="3120" y="221339"/>
                      <a:pt x="3594" y="222939"/>
                    </a:cubicBezTo>
                    <a:lnTo>
                      <a:pt x="7307" y="228359"/>
                    </a:lnTo>
                    <a:cubicBezTo>
                      <a:pt x="7307" y="228359"/>
                      <a:pt x="6641" y="237296"/>
                      <a:pt x="10259" y="240814"/>
                    </a:cubicBezTo>
                    <a:cubicBezTo>
                      <a:pt x="14539" y="244509"/>
                      <a:pt x="18146" y="248916"/>
                      <a:pt x="20922" y="253840"/>
                    </a:cubicBezTo>
                    <a:cubicBezTo>
                      <a:pt x="21213" y="259161"/>
                      <a:pt x="21213" y="264493"/>
                      <a:pt x="20922" y="269814"/>
                    </a:cubicBezTo>
                    <a:cubicBezTo>
                      <a:pt x="20922" y="269814"/>
                      <a:pt x="23302" y="279892"/>
                      <a:pt x="26825" y="275138"/>
                    </a:cubicBezTo>
                    <a:cubicBezTo>
                      <a:pt x="30348" y="270384"/>
                      <a:pt x="35679" y="279227"/>
                      <a:pt x="38059" y="273332"/>
                    </a:cubicBezTo>
                    <a:cubicBezTo>
                      <a:pt x="40440" y="267437"/>
                      <a:pt x="48151" y="274568"/>
                      <a:pt x="51674" y="274568"/>
                    </a:cubicBezTo>
                    <a:cubicBezTo>
                      <a:pt x="55197" y="274568"/>
                      <a:pt x="63575" y="263919"/>
                      <a:pt x="65955" y="264489"/>
                    </a:cubicBezTo>
                    <a:cubicBezTo>
                      <a:pt x="70122" y="268389"/>
                      <a:pt x="72841" y="273584"/>
                      <a:pt x="73667" y="279227"/>
                    </a:cubicBezTo>
                    <a:cubicBezTo>
                      <a:pt x="73667" y="283410"/>
                      <a:pt x="84330" y="287594"/>
                      <a:pt x="80713" y="288735"/>
                    </a:cubicBezTo>
                    <a:cubicBezTo>
                      <a:pt x="77095" y="289876"/>
                      <a:pt x="76619" y="295866"/>
                      <a:pt x="80713" y="295866"/>
                    </a:cubicBezTo>
                    <a:cubicBezTo>
                      <a:pt x="84807" y="295866"/>
                      <a:pt x="83093" y="303567"/>
                      <a:pt x="85473" y="307085"/>
                    </a:cubicBezTo>
                    <a:cubicBezTo>
                      <a:pt x="87853" y="310603"/>
                      <a:pt x="92614" y="313646"/>
                      <a:pt x="94994" y="308321"/>
                    </a:cubicBezTo>
                    <a:cubicBezTo>
                      <a:pt x="97374" y="302997"/>
                      <a:pt x="102706" y="307656"/>
                      <a:pt x="105086" y="311269"/>
                    </a:cubicBezTo>
                    <a:cubicBezTo>
                      <a:pt x="107466" y="314882"/>
                      <a:pt x="115178" y="310603"/>
                      <a:pt x="116321" y="305944"/>
                    </a:cubicBezTo>
                    <a:cubicBezTo>
                      <a:pt x="117463" y="301285"/>
                      <a:pt x="126984" y="299384"/>
                      <a:pt x="126413" y="304708"/>
                    </a:cubicBezTo>
                    <a:cubicBezTo>
                      <a:pt x="125841" y="310033"/>
                      <a:pt x="127555" y="311269"/>
                      <a:pt x="133458" y="307085"/>
                    </a:cubicBezTo>
                    <a:cubicBezTo>
                      <a:pt x="135139" y="305974"/>
                      <a:pt x="137190" y="305564"/>
                      <a:pt x="139170" y="305944"/>
                    </a:cubicBezTo>
                    <a:cubicBezTo>
                      <a:pt x="140678" y="300685"/>
                      <a:pt x="142555" y="295537"/>
                      <a:pt x="144788" y="290541"/>
                    </a:cubicBezTo>
                    <a:cubicBezTo>
                      <a:pt x="146501" y="286928"/>
                      <a:pt x="140599" y="278656"/>
                      <a:pt x="143550" y="277515"/>
                    </a:cubicBezTo>
                    <a:cubicBezTo>
                      <a:pt x="146501" y="276374"/>
                      <a:pt x="156593" y="278656"/>
                      <a:pt x="159545" y="270384"/>
                    </a:cubicBezTo>
                    <a:cubicBezTo>
                      <a:pt x="161016" y="265893"/>
                      <a:pt x="163237" y="261681"/>
                      <a:pt x="166114" y="257929"/>
                    </a:cubicBezTo>
                    <a:cubicBezTo>
                      <a:pt x="166114" y="257929"/>
                      <a:pt x="167257" y="240244"/>
                      <a:pt x="172589" y="243191"/>
                    </a:cubicBezTo>
                    <a:cubicBezTo>
                      <a:pt x="177920" y="246139"/>
                      <a:pt x="184394" y="250893"/>
                      <a:pt x="185061" y="243762"/>
                    </a:cubicBezTo>
                    <a:cubicBezTo>
                      <a:pt x="185727" y="236631"/>
                      <a:pt x="192106" y="240814"/>
                      <a:pt x="193915" y="234254"/>
                    </a:cubicBezTo>
                    <a:cubicBezTo>
                      <a:pt x="195724" y="227693"/>
                      <a:pt x="199247" y="228264"/>
                      <a:pt x="203436" y="229500"/>
                    </a:cubicBezTo>
                    <a:cubicBezTo>
                      <a:pt x="207625" y="230736"/>
                      <a:pt x="211148" y="228834"/>
                      <a:pt x="211148" y="225316"/>
                    </a:cubicBezTo>
                    <a:cubicBezTo>
                      <a:pt x="211148" y="221798"/>
                      <a:pt x="220669" y="223605"/>
                      <a:pt x="228285" y="218185"/>
                    </a:cubicBezTo>
                    <a:cubicBezTo>
                      <a:pt x="235902" y="212766"/>
                      <a:pt x="240186" y="208677"/>
                      <a:pt x="243138" y="211720"/>
                    </a:cubicBezTo>
                    <a:cubicBezTo>
                      <a:pt x="251388" y="214182"/>
                      <a:pt x="260120" y="214574"/>
                      <a:pt x="268558" y="212861"/>
                    </a:cubicBezTo>
                    <a:cubicBezTo>
                      <a:pt x="271510" y="211720"/>
                      <a:pt x="277508" y="206395"/>
                      <a:pt x="284553" y="207536"/>
                    </a:cubicBezTo>
                    <a:cubicBezTo>
                      <a:pt x="295075" y="207167"/>
                      <a:pt x="305566" y="206183"/>
                      <a:pt x="315972" y="204589"/>
                    </a:cubicBezTo>
                    <a:cubicBezTo>
                      <a:pt x="323113" y="204589"/>
                      <a:pt x="326064" y="198123"/>
                      <a:pt x="328444" y="195746"/>
                    </a:cubicBezTo>
                    <a:cubicBezTo>
                      <a:pt x="330825" y="193369"/>
                      <a:pt x="332634" y="182720"/>
                      <a:pt x="335014" y="180914"/>
                    </a:cubicBezTo>
                    <a:cubicBezTo>
                      <a:pt x="336621" y="163213"/>
                      <a:pt x="337035" y="145425"/>
                      <a:pt x="336252" y="12766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91" name="Freeform 2750">
                <a:extLst>
                  <a:ext uri="{FF2B5EF4-FFF2-40B4-BE49-F238E27FC236}">
                    <a16:creationId xmlns:a16="http://schemas.microsoft.com/office/drawing/2014/main" id="{B6F9E2A5-A64C-0209-B122-87BBB895F0B4}"/>
                  </a:ext>
                </a:extLst>
              </p:cNvPr>
              <p:cNvSpPr/>
              <p:nvPr/>
            </p:nvSpPr>
            <p:spPr>
              <a:xfrm>
                <a:off x="5741737" y="4174469"/>
                <a:ext cx="174166" cy="122775"/>
              </a:xfrm>
              <a:custGeom>
                <a:avLst/>
                <a:gdLst>
                  <a:gd name="connsiteX0" fmla="*/ 165543 w 161853"/>
                  <a:gd name="connsiteY0" fmla="*/ 65904 h 114096"/>
                  <a:gd name="connsiteX1" fmla="*/ 157451 w 161853"/>
                  <a:gd name="connsiteY1" fmla="*/ 62196 h 114096"/>
                  <a:gd name="connsiteX2" fmla="*/ 156118 w 161853"/>
                  <a:gd name="connsiteY2" fmla="*/ 51166 h 114096"/>
                  <a:gd name="connsiteX3" fmla="*/ 145835 w 161853"/>
                  <a:gd name="connsiteY3" fmla="*/ 52497 h 114096"/>
                  <a:gd name="connsiteX4" fmla="*/ 137838 w 161853"/>
                  <a:gd name="connsiteY4" fmla="*/ 45366 h 114096"/>
                  <a:gd name="connsiteX5" fmla="*/ 134315 w 161853"/>
                  <a:gd name="connsiteY5" fmla="*/ 37855 h 114096"/>
                  <a:gd name="connsiteX6" fmla="*/ 124794 w 161853"/>
                  <a:gd name="connsiteY6" fmla="*/ 27206 h 114096"/>
                  <a:gd name="connsiteX7" fmla="*/ 118130 w 161853"/>
                  <a:gd name="connsiteY7" fmla="*/ 15606 h 114096"/>
                  <a:gd name="connsiteX8" fmla="*/ 118130 w 161853"/>
                  <a:gd name="connsiteY8" fmla="*/ 4862 h 114096"/>
                  <a:gd name="connsiteX9" fmla="*/ 105753 w 161853"/>
                  <a:gd name="connsiteY9" fmla="*/ 2771 h 114096"/>
                  <a:gd name="connsiteX10" fmla="*/ 90900 w 161853"/>
                  <a:gd name="connsiteY10" fmla="*/ 9236 h 114096"/>
                  <a:gd name="connsiteX11" fmla="*/ 73763 w 161853"/>
                  <a:gd name="connsiteY11" fmla="*/ 16367 h 114096"/>
                  <a:gd name="connsiteX12" fmla="*/ 66051 w 161853"/>
                  <a:gd name="connsiteY12" fmla="*/ 20551 h 114096"/>
                  <a:gd name="connsiteX13" fmla="*/ 56530 w 161853"/>
                  <a:gd name="connsiteY13" fmla="*/ 25305 h 114096"/>
                  <a:gd name="connsiteX14" fmla="*/ 47676 w 161853"/>
                  <a:gd name="connsiteY14" fmla="*/ 34813 h 114096"/>
                  <a:gd name="connsiteX15" fmla="*/ 35203 w 161853"/>
                  <a:gd name="connsiteY15" fmla="*/ 34242 h 114096"/>
                  <a:gd name="connsiteX16" fmla="*/ 28729 w 161853"/>
                  <a:gd name="connsiteY16" fmla="*/ 48980 h 114096"/>
                  <a:gd name="connsiteX17" fmla="*/ 22160 w 161853"/>
                  <a:gd name="connsiteY17" fmla="*/ 61435 h 114096"/>
                  <a:gd name="connsiteX18" fmla="*/ 6165 w 161853"/>
                  <a:gd name="connsiteY18" fmla="*/ 68566 h 114096"/>
                  <a:gd name="connsiteX19" fmla="*/ 7402 w 161853"/>
                  <a:gd name="connsiteY19" fmla="*/ 81592 h 114096"/>
                  <a:gd name="connsiteX20" fmla="*/ 1785 w 161853"/>
                  <a:gd name="connsiteY20" fmla="*/ 96995 h 114096"/>
                  <a:gd name="connsiteX21" fmla="*/ 11306 w 161853"/>
                  <a:gd name="connsiteY21" fmla="*/ 103460 h 114096"/>
                  <a:gd name="connsiteX22" fmla="*/ 29110 w 161853"/>
                  <a:gd name="connsiteY22" fmla="*/ 111732 h 114096"/>
                  <a:gd name="connsiteX23" fmla="*/ 52817 w 161853"/>
                  <a:gd name="connsiteY23" fmla="*/ 108785 h 114096"/>
                  <a:gd name="connsiteX24" fmla="*/ 59291 w 161853"/>
                  <a:gd name="connsiteY24" fmla="*/ 107074 h 114096"/>
                  <a:gd name="connsiteX25" fmla="*/ 55768 w 161853"/>
                  <a:gd name="connsiteY25" fmla="*/ 86916 h 114096"/>
                  <a:gd name="connsiteX26" fmla="*/ 106133 w 161853"/>
                  <a:gd name="connsiteY26" fmla="*/ 88058 h 114096"/>
                  <a:gd name="connsiteX27" fmla="*/ 113845 w 161853"/>
                  <a:gd name="connsiteY27" fmla="*/ 82733 h 114096"/>
                  <a:gd name="connsiteX28" fmla="*/ 132220 w 161853"/>
                  <a:gd name="connsiteY28" fmla="*/ 85110 h 114096"/>
                  <a:gd name="connsiteX29" fmla="*/ 143455 w 161853"/>
                  <a:gd name="connsiteY29" fmla="*/ 77408 h 114096"/>
                  <a:gd name="connsiteX30" fmla="*/ 160021 w 161853"/>
                  <a:gd name="connsiteY30" fmla="*/ 73891 h 114096"/>
                  <a:gd name="connsiteX31" fmla="*/ 165353 w 161853"/>
                  <a:gd name="connsiteY31" fmla="*/ 66189 h 114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1853" h="114096">
                    <a:moveTo>
                      <a:pt x="165543" y="65904"/>
                    </a:moveTo>
                    <a:cubicBezTo>
                      <a:pt x="163307" y="63844"/>
                      <a:pt x="160473" y="62545"/>
                      <a:pt x="157451" y="62196"/>
                    </a:cubicBezTo>
                    <a:cubicBezTo>
                      <a:pt x="155642" y="62196"/>
                      <a:pt x="156975" y="52688"/>
                      <a:pt x="156118" y="51166"/>
                    </a:cubicBezTo>
                    <a:cubicBezTo>
                      <a:pt x="155261" y="49645"/>
                      <a:pt x="149453" y="53829"/>
                      <a:pt x="145835" y="52497"/>
                    </a:cubicBezTo>
                    <a:cubicBezTo>
                      <a:pt x="142217" y="51166"/>
                      <a:pt x="140979" y="45366"/>
                      <a:pt x="137838" y="45366"/>
                    </a:cubicBezTo>
                    <a:cubicBezTo>
                      <a:pt x="134696" y="45366"/>
                      <a:pt x="134315" y="41849"/>
                      <a:pt x="134315" y="37855"/>
                    </a:cubicBezTo>
                    <a:cubicBezTo>
                      <a:pt x="134315" y="33862"/>
                      <a:pt x="128507" y="29868"/>
                      <a:pt x="124794" y="27206"/>
                    </a:cubicBezTo>
                    <a:cubicBezTo>
                      <a:pt x="121081" y="24544"/>
                      <a:pt x="120319" y="16937"/>
                      <a:pt x="118130" y="15606"/>
                    </a:cubicBezTo>
                    <a:cubicBezTo>
                      <a:pt x="115940" y="14275"/>
                      <a:pt x="117368" y="9426"/>
                      <a:pt x="118130" y="4862"/>
                    </a:cubicBezTo>
                    <a:cubicBezTo>
                      <a:pt x="113892" y="5261"/>
                      <a:pt x="109623" y="4539"/>
                      <a:pt x="105753" y="2771"/>
                    </a:cubicBezTo>
                    <a:cubicBezTo>
                      <a:pt x="102801" y="-177"/>
                      <a:pt x="98612" y="3911"/>
                      <a:pt x="90900" y="9236"/>
                    </a:cubicBezTo>
                    <a:cubicBezTo>
                      <a:pt x="83188" y="14560"/>
                      <a:pt x="73763" y="12849"/>
                      <a:pt x="73763" y="16367"/>
                    </a:cubicBezTo>
                    <a:cubicBezTo>
                      <a:pt x="73763" y="19885"/>
                      <a:pt x="70145" y="21691"/>
                      <a:pt x="66051" y="20551"/>
                    </a:cubicBezTo>
                    <a:cubicBezTo>
                      <a:pt x="61957" y="19410"/>
                      <a:pt x="58339" y="18744"/>
                      <a:pt x="56530" y="25305"/>
                    </a:cubicBezTo>
                    <a:cubicBezTo>
                      <a:pt x="54721" y="31865"/>
                      <a:pt x="48247" y="27587"/>
                      <a:pt x="47676" y="34813"/>
                    </a:cubicBezTo>
                    <a:cubicBezTo>
                      <a:pt x="47104" y="42039"/>
                      <a:pt x="40535" y="37190"/>
                      <a:pt x="35203" y="34242"/>
                    </a:cubicBezTo>
                    <a:cubicBezTo>
                      <a:pt x="29872" y="31295"/>
                      <a:pt x="28729" y="48980"/>
                      <a:pt x="28729" y="48980"/>
                    </a:cubicBezTo>
                    <a:cubicBezTo>
                      <a:pt x="25852" y="52732"/>
                      <a:pt x="23631" y="56943"/>
                      <a:pt x="22160" y="61435"/>
                    </a:cubicBezTo>
                    <a:cubicBezTo>
                      <a:pt x="19208" y="69707"/>
                      <a:pt x="9116" y="67330"/>
                      <a:pt x="6165" y="68566"/>
                    </a:cubicBezTo>
                    <a:cubicBezTo>
                      <a:pt x="3213" y="69802"/>
                      <a:pt x="9116" y="78074"/>
                      <a:pt x="7402" y="81592"/>
                    </a:cubicBezTo>
                    <a:cubicBezTo>
                      <a:pt x="5170" y="86588"/>
                      <a:pt x="3293" y="91735"/>
                      <a:pt x="1785" y="96995"/>
                    </a:cubicBezTo>
                    <a:cubicBezTo>
                      <a:pt x="5660" y="97878"/>
                      <a:pt x="9059" y="100186"/>
                      <a:pt x="11306" y="103460"/>
                    </a:cubicBezTo>
                    <a:cubicBezTo>
                      <a:pt x="13115" y="106408"/>
                      <a:pt x="23778" y="117628"/>
                      <a:pt x="29110" y="111732"/>
                    </a:cubicBezTo>
                    <a:cubicBezTo>
                      <a:pt x="35782" y="106266"/>
                      <a:pt x="45007" y="105119"/>
                      <a:pt x="52817" y="108785"/>
                    </a:cubicBezTo>
                    <a:cubicBezTo>
                      <a:pt x="56340" y="112398"/>
                      <a:pt x="58720" y="110592"/>
                      <a:pt x="59291" y="107074"/>
                    </a:cubicBezTo>
                    <a:cubicBezTo>
                      <a:pt x="59862" y="103556"/>
                      <a:pt x="53388" y="90435"/>
                      <a:pt x="55768" y="86916"/>
                    </a:cubicBezTo>
                    <a:cubicBezTo>
                      <a:pt x="58149" y="83399"/>
                      <a:pt x="104325" y="85110"/>
                      <a:pt x="106133" y="88058"/>
                    </a:cubicBezTo>
                    <a:cubicBezTo>
                      <a:pt x="107942" y="91005"/>
                      <a:pt x="107942" y="82162"/>
                      <a:pt x="113845" y="82733"/>
                    </a:cubicBezTo>
                    <a:cubicBezTo>
                      <a:pt x="119851" y="84269"/>
                      <a:pt x="126022" y="85067"/>
                      <a:pt x="132220" y="85110"/>
                    </a:cubicBezTo>
                    <a:cubicBezTo>
                      <a:pt x="135743" y="83969"/>
                      <a:pt x="139932" y="77408"/>
                      <a:pt x="143455" y="77408"/>
                    </a:cubicBezTo>
                    <a:cubicBezTo>
                      <a:pt x="146978" y="77408"/>
                      <a:pt x="157641" y="76838"/>
                      <a:pt x="160021" y="73891"/>
                    </a:cubicBezTo>
                    <a:cubicBezTo>
                      <a:pt x="162401" y="70943"/>
                      <a:pt x="166590" y="70943"/>
                      <a:pt x="165353" y="661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92" name="Freeform 2751">
                <a:extLst>
                  <a:ext uri="{FF2B5EF4-FFF2-40B4-BE49-F238E27FC236}">
                    <a16:creationId xmlns:a16="http://schemas.microsoft.com/office/drawing/2014/main" id="{6ECC7E65-4162-12F7-0EDD-273B86CFF216}"/>
                  </a:ext>
                </a:extLst>
              </p:cNvPr>
              <p:cNvSpPr/>
              <p:nvPr/>
            </p:nvSpPr>
            <p:spPr>
              <a:xfrm>
                <a:off x="5866574" y="3984601"/>
                <a:ext cx="327843" cy="255783"/>
              </a:xfrm>
              <a:custGeom>
                <a:avLst/>
                <a:gdLst>
                  <a:gd name="connsiteX0" fmla="*/ 298407 w 304666"/>
                  <a:gd name="connsiteY0" fmla="*/ 37166 h 237700"/>
                  <a:gd name="connsiteX1" fmla="*/ 297264 w 304666"/>
                  <a:gd name="connsiteY1" fmla="*/ 11494 h 237700"/>
                  <a:gd name="connsiteX2" fmla="*/ 281365 w 304666"/>
                  <a:gd name="connsiteY2" fmla="*/ 20051 h 237700"/>
                  <a:gd name="connsiteX3" fmla="*/ 268702 w 304666"/>
                  <a:gd name="connsiteY3" fmla="*/ 7406 h 237700"/>
                  <a:gd name="connsiteX4" fmla="*/ 239093 w 304666"/>
                  <a:gd name="connsiteY4" fmla="*/ 1796 h 237700"/>
                  <a:gd name="connsiteX5" fmla="*/ 153405 w 304666"/>
                  <a:gd name="connsiteY5" fmla="*/ 55231 h 237700"/>
                  <a:gd name="connsiteX6" fmla="*/ 116845 w 304666"/>
                  <a:gd name="connsiteY6" fmla="*/ 84801 h 237700"/>
                  <a:gd name="connsiteX7" fmla="*/ 85807 w 304666"/>
                  <a:gd name="connsiteY7" fmla="*/ 94309 h 237700"/>
                  <a:gd name="connsiteX8" fmla="*/ 83141 w 304666"/>
                  <a:gd name="connsiteY8" fmla="*/ 94784 h 237700"/>
                  <a:gd name="connsiteX9" fmla="*/ 81904 w 304666"/>
                  <a:gd name="connsiteY9" fmla="*/ 148029 h 237700"/>
                  <a:gd name="connsiteX10" fmla="*/ 75334 w 304666"/>
                  <a:gd name="connsiteY10" fmla="*/ 162862 h 237700"/>
                  <a:gd name="connsiteX11" fmla="*/ 62862 w 304666"/>
                  <a:gd name="connsiteY11" fmla="*/ 171704 h 237700"/>
                  <a:gd name="connsiteX12" fmla="*/ 31443 w 304666"/>
                  <a:gd name="connsiteY12" fmla="*/ 174652 h 237700"/>
                  <a:gd name="connsiteX13" fmla="*/ 15448 w 304666"/>
                  <a:gd name="connsiteY13" fmla="*/ 179976 h 237700"/>
                  <a:gd name="connsiteX14" fmla="*/ 2405 w 304666"/>
                  <a:gd name="connsiteY14" fmla="*/ 180927 h 237700"/>
                  <a:gd name="connsiteX15" fmla="*/ 2405 w 304666"/>
                  <a:gd name="connsiteY15" fmla="*/ 191671 h 237700"/>
                  <a:gd name="connsiteX16" fmla="*/ 9069 w 304666"/>
                  <a:gd name="connsiteY16" fmla="*/ 203271 h 237700"/>
                  <a:gd name="connsiteX17" fmla="*/ 18590 w 304666"/>
                  <a:gd name="connsiteY17" fmla="*/ 213920 h 237700"/>
                  <a:gd name="connsiteX18" fmla="*/ 22113 w 304666"/>
                  <a:gd name="connsiteY18" fmla="*/ 221431 h 237700"/>
                  <a:gd name="connsiteX19" fmla="*/ 30110 w 304666"/>
                  <a:gd name="connsiteY19" fmla="*/ 228562 h 237700"/>
                  <a:gd name="connsiteX20" fmla="*/ 40393 w 304666"/>
                  <a:gd name="connsiteY20" fmla="*/ 227231 h 237700"/>
                  <a:gd name="connsiteX21" fmla="*/ 41726 w 304666"/>
                  <a:gd name="connsiteY21" fmla="*/ 238260 h 237700"/>
                  <a:gd name="connsiteX22" fmla="*/ 49818 w 304666"/>
                  <a:gd name="connsiteY22" fmla="*/ 241969 h 237700"/>
                  <a:gd name="connsiteX23" fmla="*/ 56959 w 304666"/>
                  <a:gd name="connsiteY23" fmla="*/ 232461 h 237700"/>
                  <a:gd name="connsiteX24" fmla="*/ 63433 w 304666"/>
                  <a:gd name="connsiteY24" fmla="*/ 241969 h 237700"/>
                  <a:gd name="connsiteX25" fmla="*/ 71811 w 304666"/>
                  <a:gd name="connsiteY25" fmla="*/ 238451 h 237700"/>
                  <a:gd name="connsiteX26" fmla="*/ 80666 w 304666"/>
                  <a:gd name="connsiteY26" fmla="*/ 224189 h 237700"/>
                  <a:gd name="connsiteX27" fmla="*/ 85426 w 304666"/>
                  <a:gd name="connsiteY27" fmla="*/ 208215 h 237700"/>
                  <a:gd name="connsiteX28" fmla="*/ 103801 w 304666"/>
                  <a:gd name="connsiteY28" fmla="*/ 208215 h 237700"/>
                  <a:gd name="connsiteX29" fmla="*/ 115607 w 304666"/>
                  <a:gd name="connsiteY29" fmla="*/ 204127 h 237700"/>
                  <a:gd name="connsiteX30" fmla="*/ 131602 w 304666"/>
                  <a:gd name="connsiteY30" fmla="*/ 208786 h 237700"/>
                  <a:gd name="connsiteX31" fmla="*/ 142932 w 304666"/>
                  <a:gd name="connsiteY31" fmla="*/ 219435 h 237700"/>
                  <a:gd name="connsiteX32" fmla="*/ 159498 w 304666"/>
                  <a:gd name="connsiteY32" fmla="*/ 214776 h 237700"/>
                  <a:gd name="connsiteX33" fmla="*/ 174922 w 304666"/>
                  <a:gd name="connsiteY33" fmla="*/ 223048 h 237700"/>
                  <a:gd name="connsiteX34" fmla="*/ 194439 w 304666"/>
                  <a:gd name="connsiteY34" fmla="*/ 223048 h 237700"/>
                  <a:gd name="connsiteX35" fmla="*/ 209292 w 304666"/>
                  <a:gd name="connsiteY35" fmla="*/ 213540 h 237700"/>
                  <a:gd name="connsiteX36" fmla="*/ 234713 w 304666"/>
                  <a:gd name="connsiteY36" fmla="*/ 214110 h 237700"/>
                  <a:gd name="connsiteX37" fmla="*/ 251279 w 304666"/>
                  <a:gd name="connsiteY37" fmla="*/ 218294 h 237700"/>
                  <a:gd name="connsiteX38" fmla="*/ 265560 w 304666"/>
                  <a:gd name="connsiteY38" fmla="*/ 205268 h 237700"/>
                  <a:gd name="connsiteX39" fmla="*/ 268416 w 304666"/>
                  <a:gd name="connsiteY39" fmla="*/ 205268 h 237700"/>
                  <a:gd name="connsiteX40" fmla="*/ 268416 w 304666"/>
                  <a:gd name="connsiteY40" fmla="*/ 198897 h 237700"/>
                  <a:gd name="connsiteX41" fmla="*/ 272605 w 304666"/>
                  <a:gd name="connsiteY41" fmla="*/ 181688 h 237700"/>
                  <a:gd name="connsiteX42" fmla="*/ 304596 w 304666"/>
                  <a:gd name="connsiteY42" fmla="*/ 141469 h 237700"/>
                  <a:gd name="connsiteX43" fmla="*/ 306880 w 304666"/>
                  <a:gd name="connsiteY43" fmla="*/ 91742 h 237700"/>
                  <a:gd name="connsiteX44" fmla="*/ 310498 w 304666"/>
                  <a:gd name="connsiteY44" fmla="*/ 70444 h 237700"/>
                  <a:gd name="connsiteX45" fmla="*/ 306880 w 304666"/>
                  <a:gd name="connsiteY45" fmla="*/ 55041 h 237700"/>
                  <a:gd name="connsiteX46" fmla="*/ 298407 w 304666"/>
                  <a:gd name="connsiteY46" fmla="*/ 37166 h 237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04666" h="237700">
                    <a:moveTo>
                      <a:pt x="298407" y="37166"/>
                    </a:moveTo>
                    <a:cubicBezTo>
                      <a:pt x="298407" y="34313"/>
                      <a:pt x="297741" y="21192"/>
                      <a:pt x="297264" y="11494"/>
                    </a:cubicBezTo>
                    <a:lnTo>
                      <a:pt x="281365" y="20051"/>
                    </a:lnTo>
                    <a:cubicBezTo>
                      <a:pt x="278050" y="15019"/>
                      <a:pt x="273742" y="10716"/>
                      <a:pt x="268702" y="7406"/>
                    </a:cubicBezTo>
                    <a:cubicBezTo>
                      <a:pt x="259326" y="3513"/>
                      <a:pt x="249244" y="1603"/>
                      <a:pt x="239093" y="1796"/>
                    </a:cubicBezTo>
                    <a:lnTo>
                      <a:pt x="153405" y="55231"/>
                    </a:lnTo>
                    <a:lnTo>
                      <a:pt x="116845" y="84801"/>
                    </a:lnTo>
                    <a:cubicBezTo>
                      <a:pt x="116845" y="84801"/>
                      <a:pt x="92852" y="93263"/>
                      <a:pt x="85807" y="94309"/>
                    </a:cubicBezTo>
                    <a:lnTo>
                      <a:pt x="83141" y="94784"/>
                    </a:lnTo>
                    <a:cubicBezTo>
                      <a:pt x="83925" y="112540"/>
                      <a:pt x="83511" y="130329"/>
                      <a:pt x="81904" y="148029"/>
                    </a:cubicBezTo>
                    <a:cubicBezTo>
                      <a:pt x="79523" y="149836"/>
                      <a:pt x="77714" y="160485"/>
                      <a:pt x="75334" y="162862"/>
                    </a:cubicBezTo>
                    <a:cubicBezTo>
                      <a:pt x="72954" y="165239"/>
                      <a:pt x="70003" y="171704"/>
                      <a:pt x="62862" y="171704"/>
                    </a:cubicBezTo>
                    <a:cubicBezTo>
                      <a:pt x="52455" y="173298"/>
                      <a:pt x="41965" y="174283"/>
                      <a:pt x="31443" y="174652"/>
                    </a:cubicBezTo>
                    <a:cubicBezTo>
                      <a:pt x="24398" y="173511"/>
                      <a:pt x="18400" y="178835"/>
                      <a:pt x="15448" y="179976"/>
                    </a:cubicBezTo>
                    <a:cubicBezTo>
                      <a:pt x="11161" y="180864"/>
                      <a:pt x="6775" y="181183"/>
                      <a:pt x="2405" y="180927"/>
                    </a:cubicBezTo>
                    <a:cubicBezTo>
                      <a:pt x="1833" y="185491"/>
                      <a:pt x="1357" y="190435"/>
                      <a:pt x="2405" y="191671"/>
                    </a:cubicBezTo>
                    <a:cubicBezTo>
                      <a:pt x="3452" y="192907"/>
                      <a:pt x="5547" y="200609"/>
                      <a:pt x="9069" y="203271"/>
                    </a:cubicBezTo>
                    <a:cubicBezTo>
                      <a:pt x="12592" y="205933"/>
                      <a:pt x="18590" y="209927"/>
                      <a:pt x="18590" y="213920"/>
                    </a:cubicBezTo>
                    <a:cubicBezTo>
                      <a:pt x="18590" y="217913"/>
                      <a:pt x="19066" y="221431"/>
                      <a:pt x="22113" y="221431"/>
                    </a:cubicBezTo>
                    <a:cubicBezTo>
                      <a:pt x="25160" y="221431"/>
                      <a:pt x="26588" y="227231"/>
                      <a:pt x="30110" y="228562"/>
                    </a:cubicBezTo>
                    <a:cubicBezTo>
                      <a:pt x="33633" y="229893"/>
                      <a:pt x="39631" y="225900"/>
                      <a:pt x="40393" y="227231"/>
                    </a:cubicBezTo>
                    <a:cubicBezTo>
                      <a:pt x="41154" y="228562"/>
                      <a:pt x="39917" y="238260"/>
                      <a:pt x="41726" y="238260"/>
                    </a:cubicBezTo>
                    <a:cubicBezTo>
                      <a:pt x="44748" y="238610"/>
                      <a:pt x="47582" y="239908"/>
                      <a:pt x="49818" y="241969"/>
                    </a:cubicBezTo>
                    <a:cubicBezTo>
                      <a:pt x="48771" y="237215"/>
                      <a:pt x="51151" y="230939"/>
                      <a:pt x="56959" y="232461"/>
                    </a:cubicBezTo>
                    <a:cubicBezTo>
                      <a:pt x="62767" y="233982"/>
                      <a:pt x="58101" y="239592"/>
                      <a:pt x="63433" y="241969"/>
                    </a:cubicBezTo>
                    <a:cubicBezTo>
                      <a:pt x="68765" y="244346"/>
                      <a:pt x="71811" y="242539"/>
                      <a:pt x="71811" y="238451"/>
                    </a:cubicBezTo>
                    <a:cubicBezTo>
                      <a:pt x="71811" y="234362"/>
                      <a:pt x="78857" y="225995"/>
                      <a:pt x="80666" y="224189"/>
                    </a:cubicBezTo>
                    <a:cubicBezTo>
                      <a:pt x="82475" y="222382"/>
                      <a:pt x="81904" y="211163"/>
                      <a:pt x="85426" y="208215"/>
                    </a:cubicBezTo>
                    <a:cubicBezTo>
                      <a:pt x="88949" y="205268"/>
                      <a:pt x="99612" y="207645"/>
                      <a:pt x="103801" y="208215"/>
                    </a:cubicBezTo>
                    <a:cubicBezTo>
                      <a:pt x="107990" y="208786"/>
                      <a:pt x="110847" y="199943"/>
                      <a:pt x="115607" y="204127"/>
                    </a:cubicBezTo>
                    <a:cubicBezTo>
                      <a:pt x="120368" y="208310"/>
                      <a:pt x="128080" y="204697"/>
                      <a:pt x="131602" y="208786"/>
                    </a:cubicBezTo>
                    <a:cubicBezTo>
                      <a:pt x="135125" y="212874"/>
                      <a:pt x="136934" y="223048"/>
                      <a:pt x="142932" y="219435"/>
                    </a:cubicBezTo>
                    <a:cubicBezTo>
                      <a:pt x="147988" y="216549"/>
                      <a:pt x="153677" y="214949"/>
                      <a:pt x="159498" y="214776"/>
                    </a:cubicBezTo>
                    <a:cubicBezTo>
                      <a:pt x="163021" y="214776"/>
                      <a:pt x="171304" y="221812"/>
                      <a:pt x="174922" y="223048"/>
                    </a:cubicBezTo>
                    <a:cubicBezTo>
                      <a:pt x="181308" y="224809"/>
                      <a:pt x="188053" y="224809"/>
                      <a:pt x="194439" y="223048"/>
                    </a:cubicBezTo>
                    <a:cubicBezTo>
                      <a:pt x="198629" y="220671"/>
                      <a:pt x="203960" y="212969"/>
                      <a:pt x="209292" y="213540"/>
                    </a:cubicBezTo>
                    <a:cubicBezTo>
                      <a:pt x="217769" y="213138"/>
                      <a:pt x="226263" y="213328"/>
                      <a:pt x="234713" y="214110"/>
                    </a:cubicBezTo>
                    <a:cubicBezTo>
                      <a:pt x="238330" y="215917"/>
                      <a:pt x="246042" y="220100"/>
                      <a:pt x="251279" y="218294"/>
                    </a:cubicBezTo>
                    <a:cubicBezTo>
                      <a:pt x="256515" y="216487"/>
                      <a:pt x="261371" y="206504"/>
                      <a:pt x="265560" y="205268"/>
                    </a:cubicBezTo>
                    <a:cubicBezTo>
                      <a:pt x="266492" y="204987"/>
                      <a:pt x="267485" y="204987"/>
                      <a:pt x="268416" y="205268"/>
                    </a:cubicBezTo>
                    <a:cubicBezTo>
                      <a:pt x="268416" y="202986"/>
                      <a:pt x="268416" y="200799"/>
                      <a:pt x="268416" y="198897"/>
                    </a:cubicBezTo>
                    <a:cubicBezTo>
                      <a:pt x="268416" y="188248"/>
                      <a:pt x="270797" y="192337"/>
                      <a:pt x="272605" y="181688"/>
                    </a:cubicBezTo>
                    <a:cubicBezTo>
                      <a:pt x="274414" y="171039"/>
                      <a:pt x="302215" y="143656"/>
                      <a:pt x="304596" y="141469"/>
                    </a:cubicBezTo>
                    <a:cubicBezTo>
                      <a:pt x="306976" y="139282"/>
                      <a:pt x="306880" y="97637"/>
                      <a:pt x="306880" y="91742"/>
                    </a:cubicBezTo>
                    <a:cubicBezTo>
                      <a:pt x="307111" y="84511"/>
                      <a:pt x="308329" y="77346"/>
                      <a:pt x="310498" y="70444"/>
                    </a:cubicBezTo>
                    <a:cubicBezTo>
                      <a:pt x="312879" y="62172"/>
                      <a:pt x="306309" y="62742"/>
                      <a:pt x="306880" y="55041"/>
                    </a:cubicBezTo>
                    <a:cubicBezTo>
                      <a:pt x="307452" y="47339"/>
                      <a:pt x="298407" y="41920"/>
                      <a:pt x="298407" y="3716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93" name="Freeform 2752">
                <a:extLst>
                  <a:ext uri="{FF2B5EF4-FFF2-40B4-BE49-F238E27FC236}">
                    <a16:creationId xmlns:a16="http://schemas.microsoft.com/office/drawing/2014/main" id="{F9172041-53DC-9498-03B2-F5581EA3463B}"/>
                  </a:ext>
                </a:extLst>
              </p:cNvPr>
              <p:cNvSpPr/>
              <p:nvPr/>
            </p:nvSpPr>
            <p:spPr>
              <a:xfrm>
                <a:off x="6153282" y="3984615"/>
                <a:ext cx="215147" cy="358096"/>
              </a:xfrm>
              <a:custGeom>
                <a:avLst/>
                <a:gdLst>
                  <a:gd name="connsiteX0" fmla="*/ 201722 w 199937"/>
                  <a:gd name="connsiteY0" fmla="*/ 83932 h 332780"/>
                  <a:gd name="connsiteX1" fmla="*/ 48723 w 199937"/>
                  <a:gd name="connsiteY1" fmla="*/ 1783 h 332780"/>
                  <a:gd name="connsiteX2" fmla="*/ 30824 w 199937"/>
                  <a:gd name="connsiteY2" fmla="*/ 11291 h 332780"/>
                  <a:gd name="connsiteX3" fmla="*/ 31966 w 199937"/>
                  <a:gd name="connsiteY3" fmla="*/ 36962 h 332780"/>
                  <a:gd name="connsiteX4" fmla="*/ 40249 w 199937"/>
                  <a:gd name="connsiteY4" fmla="*/ 55313 h 332780"/>
                  <a:gd name="connsiteX5" fmla="*/ 43867 w 199937"/>
                  <a:gd name="connsiteY5" fmla="*/ 70716 h 332780"/>
                  <a:gd name="connsiteX6" fmla="*/ 40249 w 199937"/>
                  <a:gd name="connsiteY6" fmla="*/ 92014 h 332780"/>
                  <a:gd name="connsiteX7" fmla="*/ 37964 w 199937"/>
                  <a:gd name="connsiteY7" fmla="*/ 141741 h 332780"/>
                  <a:gd name="connsiteX8" fmla="*/ 5974 w 199937"/>
                  <a:gd name="connsiteY8" fmla="*/ 181960 h 332780"/>
                  <a:gd name="connsiteX9" fmla="*/ 1785 w 199937"/>
                  <a:gd name="connsiteY9" fmla="*/ 199169 h 332780"/>
                  <a:gd name="connsiteX10" fmla="*/ 1785 w 199937"/>
                  <a:gd name="connsiteY10" fmla="*/ 205540 h 332780"/>
                  <a:gd name="connsiteX11" fmla="*/ 5974 w 199937"/>
                  <a:gd name="connsiteY11" fmla="*/ 209818 h 332780"/>
                  <a:gd name="connsiteX12" fmla="*/ 14924 w 199937"/>
                  <a:gd name="connsiteY12" fmla="*/ 218090 h 332780"/>
                  <a:gd name="connsiteX13" fmla="*/ 27396 w 199937"/>
                  <a:gd name="connsiteY13" fmla="*/ 237106 h 332780"/>
                  <a:gd name="connsiteX14" fmla="*/ 29681 w 199937"/>
                  <a:gd name="connsiteY14" fmla="*/ 254886 h 332780"/>
                  <a:gd name="connsiteX15" fmla="*/ 38059 w 199937"/>
                  <a:gd name="connsiteY15" fmla="*/ 279702 h 332780"/>
                  <a:gd name="connsiteX16" fmla="*/ 29681 w 199937"/>
                  <a:gd name="connsiteY16" fmla="*/ 282650 h 332780"/>
                  <a:gd name="connsiteX17" fmla="*/ 12544 w 199937"/>
                  <a:gd name="connsiteY17" fmla="*/ 285027 h 332780"/>
                  <a:gd name="connsiteX18" fmla="*/ 17304 w 199937"/>
                  <a:gd name="connsiteY18" fmla="*/ 299289 h 332780"/>
                  <a:gd name="connsiteX19" fmla="*/ 33870 w 199937"/>
                  <a:gd name="connsiteY19" fmla="*/ 316403 h 332780"/>
                  <a:gd name="connsiteX20" fmla="*/ 41582 w 199937"/>
                  <a:gd name="connsiteY20" fmla="*/ 332947 h 332780"/>
                  <a:gd name="connsiteX21" fmla="*/ 52817 w 199937"/>
                  <a:gd name="connsiteY21" fmla="*/ 328288 h 332780"/>
                  <a:gd name="connsiteX22" fmla="*/ 65860 w 199937"/>
                  <a:gd name="connsiteY22" fmla="*/ 328288 h 332780"/>
                  <a:gd name="connsiteX23" fmla="*/ 87853 w 199937"/>
                  <a:gd name="connsiteY23" fmla="*/ 321728 h 332780"/>
                  <a:gd name="connsiteX24" fmla="*/ 105562 w 199937"/>
                  <a:gd name="connsiteY24" fmla="*/ 312220 h 332780"/>
                  <a:gd name="connsiteX25" fmla="*/ 106800 w 199937"/>
                  <a:gd name="connsiteY25" fmla="*/ 301571 h 332780"/>
                  <a:gd name="connsiteX26" fmla="*/ 135362 w 199937"/>
                  <a:gd name="connsiteY26" fmla="*/ 295676 h 332780"/>
                  <a:gd name="connsiteX27" fmla="*/ 154975 w 199937"/>
                  <a:gd name="connsiteY27" fmla="*/ 275614 h 332780"/>
                  <a:gd name="connsiteX28" fmla="*/ 159069 w 199937"/>
                  <a:gd name="connsiteY28" fmla="*/ 266106 h 332780"/>
                  <a:gd name="connsiteX29" fmla="*/ 175635 w 199937"/>
                  <a:gd name="connsiteY29" fmla="*/ 259545 h 332780"/>
                  <a:gd name="connsiteX30" fmla="*/ 179158 w 199937"/>
                  <a:gd name="connsiteY30" fmla="*/ 260401 h 332780"/>
                  <a:gd name="connsiteX31" fmla="*/ 178491 w 199937"/>
                  <a:gd name="connsiteY31" fmla="*/ 259640 h 332780"/>
                  <a:gd name="connsiteX32" fmla="*/ 180967 w 199937"/>
                  <a:gd name="connsiteY32" fmla="*/ 250988 h 332780"/>
                  <a:gd name="connsiteX33" fmla="*/ 171446 w 199937"/>
                  <a:gd name="connsiteY33" fmla="*/ 238628 h 332780"/>
                  <a:gd name="connsiteX34" fmla="*/ 167733 w 199937"/>
                  <a:gd name="connsiteY34" fmla="*/ 223795 h 332780"/>
                  <a:gd name="connsiteX35" fmla="*/ 165257 w 199937"/>
                  <a:gd name="connsiteY35" fmla="*/ 212766 h 332780"/>
                  <a:gd name="connsiteX36" fmla="*/ 166495 w 199937"/>
                  <a:gd name="connsiteY36" fmla="*/ 197838 h 332780"/>
                  <a:gd name="connsiteX37" fmla="*/ 175159 w 199937"/>
                  <a:gd name="connsiteY37" fmla="*/ 183101 h 332780"/>
                  <a:gd name="connsiteX38" fmla="*/ 182585 w 199937"/>
                  <a:gd name="connsiteY38" fmla="*/ 170740 h 332780"/>
                  <a:gd name="connsiteX39" fmla="*/ 199913 w 199937"/>
                  <a:gd name="connsiteY39" fmla="*/ 159616 h 332780"/>
                  <a:gd name="connsiteX40" fmla="*/ 202389 w 199937"/>
                  <a:gd name="connsiteY40" fmla="*/ 138698 h 332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99937" h="332780">
                    <a:moveTo>
                      <a:pt x="201722" y="83932"/>
                    </a:moveTo>
                    <a:lnTo>
                      <a:pt x="48723" y="1783"/>
                    </a:lnTo>
                    <a:lnTo>
                      <a:pt x="30824" y="11291"/>
                    </a:lnTo>
                    <a:cubicBezTo>
                      <a:pt x="31300" y="20799"/>
                      <a:pt x="31966" y="34110"/>
                      <a:pt x="31966" y="36962"/>
                    </a:cubicBezTo>
                    <a:cubicBezTo>
                      <a:pt x="31966" y="41716"/>
                      <a:pt x="40916" y="47611"/>
                      <a:pt x="40249" y="55313"/>
                    </a:cubicBezTo>
                    <a:cubicBezTo>
                      <a:pt x="39583" y="63014"/>
                      <a:pt x="46247" y="62444"/>
                      <a:pt x="43867" y="70716"/>
                    </a:cubicBezTo>
                    <a:cubicBezTo>
                      <a:pt x="41697" y="77618"/>
                      <a:pt x="40480" y="84783"/>
                      <a:pt x="40249" y="92014"/>
                    </a:cubicBezTo>
                    <a:cubicBezTo>
                      <a:pt x="40249" y="97909"/>
                      <a:pt x="40249" y="139554"/>
                      <a:pt x="37964" y="141741"/>
                    </a:cubicBezTo>
                    <a:cubicBezTo>
                      <a:pt x="35679" y="143928"/>
                      <a:pt x="7688" y="171311"/>
                      <a:pt x="5974" y="181960"/>
                    </a:cubicBezTo>
                    <a:cubicBezTo>
                      <a:pt x="4260" y="192609"/>
                      <a:pt x="1785" y="188520"/>
                      <a:pt x="1785" y="199169"/>
                    </a:cubicBezTo>
                    <a:cubicBezTo>
                      <a:pt x="1785" y="201071"/>
                      <a:pt x="1785" y="203258"/>
                      <a:pt x="1785" y="205540"/>
                    </a:cubicBezTo>
                    <a:cubicBezTo>
                      <a:pt x="3309" y="206110"/>
                      <a:pt x="3975" y="207727"/>
                      <a:pt x="5974" y="209818"/>
                    </a:cubicBezTo>
                    <a:cubicBezTo>
                      <a:pt x="7974" y="211910"/>
                      <a:pt x="9021" y="218090"/>
                      <a:pt x="14924" y="218090"/>
                    </a:cubicBezTo>
                    <a:cubicBezTo>
                      <a:pt x="20827" y="218090"/>
                      <a:pt x="27967" y="231687"/>
                      <a:pt x="27396" y="237106"/>
                    </a:cubicBezTo>
                    <a:cubicBezTo>
                      <a:pt x="26825" y="242526"/>
                      <a:pt x="30348" y="245378"/>
                      <a:pt x="29681" y="254886"/>
                    </a:cubicBezTo>
                    <a:cubicBezTo>
                      <a:pt x="29533" y="263874"/>
                      <a:pt x="32492" y="272639"/>
                      <a:pt x="38059" y="279702"/>
                    </a:cubicBezTo>
                    <a:cubicBezTo>
                      <a:pt x="41011" y="281509"/>
                      <a:pt x="36822" y="283315"/>
                      <a:pt x="29681" y="282650"/>
                    </a:cubicBezTo>
                    <a:cubicBezTo>
                      <a:pt x="22540" y="281984"/>
                      <a:pt x="12544" y="282079"/>
                      <a:pt x="12544" y="285027"/>
                    </a:cubicBezTo>
                    <a:cubicBezTo>
                      <a:pt x="10821" y="290309"/>
                      <a:pt x="12753" y="296095"/>
                      <a:pt x="17304" y="299289"/>
                    </a:cubicBezTo>
                    <a:cubicBezTo>
                      <a:pt x="25016" y="306325"/>
                      <a:pt x="31490" y="308797"/>
                      <a:pt x="33870" y="316403"/>
                    </a:cubicBezTo>
                    <a:cubicBezTo>
                      <a:pt x="35202" y="322413"/>
                      <a:pt x="37835" y="328060"/>
                      <a:pt x="41582" y="332947"/>
                    </a:cubicBezTo>
                    <a:cubicBezTo>
                      <a:pt x="43962" y="334754"/>
                      <a:pt x="48723" y="334183"/>
                      <a:pt x="52817" y="328288"/>
                    </a:cubicBezTo>
                    <a:cubicBezTo>
                      <a:pt x="56910" y="322393"/>
                      <a:pt x="61766" y="333518"/>
                      <a:pt x="65860" y="328288"/>
                    </a:cubicBezTo>
                    <a:cubicBezTo>
                      <a:pt x="69954" y="323059"/>
                      <a:pt x="84235" y="323534"/>
                      <a:pt x="87853" y="321728"/>
                    </a:cubicBezTo>
                    <a:cubicBezTo>
                      <a:pt x="94004" y="319043"/>
                      <a:pt x="99927" y="315863"/>
                      <a:pt x="105562" y="312220"/>
                    </a:cubicBezTo>
                    <a:cubicBezTo>
                      <a:pt x="109085" y="309272"/>
                      <a:pt x="101468" y="304518"/>
                      <a:pt x="106800" y="301571"/>
                    </a:cubicBezTo>
                    <a:cubicBezTo>
                      <a:pt x="112131" y="298623"/>
                      <a:pt x="128698" y="303948"/>
                      <a:pt x="135362" y="295676"/>
                    </a:cubicBezTo>
                    <a:cubicBezTo>
                      <a:pt x="141475" y="288587"/>
                      <a:pt x="148025" y="281887"/>
                      <a:pt x="154975" y="275614"/>
                    </a:cubicBezTo>
                    <a:cubicBezTo>
                      <a:pt x="157926" y="272666"/>
                      <a:pt x="154975" y="270289"/>
                      <a:pt x="159069" y="266106"/>
                    </a:cubicBezTo>
                    <a:cubicBezTo>
                      <a:pt x="163163" y="261922"/>
                      <a:pt x="171541" y="257263"/>
                      <a:pt x="175635" y="259545"/>
                    </a:cubicBezTo>
                    <a:cubicBezTo>
                      <a:pt x="176728" y="260096"/>
                      <a:pt x="177933" y="260389"/>
                      <a:pt x="179158" y="260401"/>
                    </a:cubicBezTo>
                    <a:lnTo>
                      <a:pt x="178491" y="259640"/>
                    </a:lnTo>
                    <a:lnTo>
                      <a:pt x="180967" y="250988"/>
                    </a:lnTo>
                    <a:cubicBezTo>
                      <a:pt x="180967" y="250988"/>
                      <a:pt x="171446" y="246044"/>
                      <a:pt x="171446" y="238628"/>
                    </a:cubicBezTo>
                    <a:cubicBezTo>
                      <a:pt x="171446" y="231211"/>
                      <a:pt x="173921" y="223795"/>
                      <a:pt x="167733" y="223795"/>
                    </a:cubicBezTo>
                    <a:cubicBezTo>
                      <a:pt x="161544" y="223795"/>
                      <a:pt x="160307" y="217615"/>
                      <a:pt x="165257" y="212766"/>
                    </a:cubicBezTo>
                    <a:cubicBezTo>
                      <a:pt x="170208" y="207917"/>
                      <a:pt x="157926" y="197838"/>
                      <a:pt x="166495" y="197838"/>
                    </a:cubicBezTo>
                    <a:cubicBezTo>
                      <a:pt x="175064" y="197838"/>
                      <a:pt x="168971" y="184337"/>
                      <a:pt x="175159" y="183101"/>
                    </a:cubicBezTo>
                    <a:cubicBezTo>
                      <a:pt x="181348" y="181865"/>
                      <a:pt x="182585" y="176920"/>
                      <a:pt x="182585" y="170740"/>
                    </a:cubicBezTo>
                    <a:cubicBezTo>
                      <a:pt x="182585" y="164560"/>
                      <a:pt x="196200" y="161232"/>
                      <a:pt x="199913" y="159616"/>
                    </a:cubicBezTo>
                    <a:cubicBezTo>
                      <a:pt x="203626" y="157999"/>
                      <a:pt x="202389" y="138698"/>
                      <a:pt x="202389" y="1386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94" name="Freeform 2753">
                <a:extLst>
                  <a:ext uri="{FF2B5EF4-FFF2-40B4-BE49-F238E27FC236}">
                    <a16:creationId xmlns:a16="http://schemas.microsoft.com/office/drawing/2014/main" id="{0AF18BEB-581C-094A-0CD5-23784CEAA9DF}"/>
                  </a:ext>
                </a:extLst>
              </p:cNvPr>
              <p:cNvSpPr/>
              <p:nvPr/>
            </p:nvSpPr>
            <p:spPr>
              <a:xfrm>
                <a:off x="6385449" y="3786639"/>
                <a:ext cx="225391" cy="235319"/>
              </a:xfrm>
              <a:custGeom>
                <a:avLst/>
                <a:gdLst>
                  <a:gd name="connsiteX0" fmla="*/ 203235 w 209457"/>
                  <a:gd name="connsiteY0" fmla="*/ 49038 h 218684"/>
                  <a:gd name="connsiteX1" fmla="*/ 188859 w 209457"/>
                  <a:gd name="connsiteY1" fmla="*/ 13858 h 218684"/>
                  <a:gd name="connsiteX2" fmla="*/ 186574 w 209457"/>
                  <a:gd name="connsiteY2" fmla="*/ 16996 h 218684"/>
                  <a:gd name="connsiteX3" fmla="*/ 165247 w 209457"/>
                  <a:gd name="connsiteY3" fmla="*/ 15760 h 218684"/>
                  <a:gd name="connsiteX4" fmla="*/ 140112 w 209457"/>
                  <a:gd name="connsiteY4" fmla="*/ 10530 h 218684"/>
                  <a:gd name="connsiteX5" fmla="*/ 98316 w 209457"/>
                  <a:gd name="connsiteY5" fmla="*/ 17281 h 218684"/>
                  <a:gd name="connsiteX6" fmla="*/ 75751 w 209457"/>
                  <a:gd name="connsiteY6" fmla="*/ 19373 h 218684"/>
                  <a:gd name="connsiteX7" fmla="*/ 39096 w 209457"/>
                  <a:gd name="connsiteY7" fmla="*/ 9009 h 218684"/>
                  <a:gd name="connsiteX8" fmla="*/ 8820 w 209457"/>
                  <a:gd name="connsiteY8" fmla="*/ 1783 h 218684"/>
                  <a:gd name="connsiteX9" fmla="*/ 7011 w 209457"/>
                  <a:gd name="connsiteY9" fmla="*/ 6727 h 218684"/>
                  <a:gd name="connsiteX10" fmla="*/ 4536 w 209457"/>
                  <a:gd name="connsiteY10" fmla="*/ 31448 h 218684"/>
                  <a:gd name="connsiteX11" fmla="*/ 4536 w 209457"/>
                  <a:gd name="connsiteY11" fmla="*/ 61113 h 218684"/>
                  <a:gd name="connsiteX12" fmla="*/ 4536 w 209457"/>
                  <a:gd name="connsiteY12" fmla="*/ 215238 h 218684"/>
                  <a:gd name="connsiteX13" fmla="*/ 126783 w 209457"/>
                  <a:gd name="connsiteY13" fmla="*/ 215238 h 218684"/>
                  <a:gd name="connsiteX14" fmla="*/ 133828 w 209457"/>
                  <a:gd name="connsiteY14" fmla="*/ 210484 h 218684"/>
                  <a:gd name="connsiteX15" fmla="*/ 143349 w 209457"/>
                  <a:gd name="connsiteY15" fmla="*/ 214097 h 218684"/>
                  <a:gd name="connsiteX16" fmla="*/ 169436 w 209457"/>
                  <a:gd name="connsiteY16" fmla="*/ 214097 h 218684"/>
                  <a:gd name="connsiteX17" fmla="*/ 180099 w 209457"/>
                  <a:gd name="connsiteY17" fmla="*/ 219992 h 218684"/>
                  <a:gd name="connsiteX18" fmla="*/ 191905 w 209457"/>
                  <a:gd name="connsiteY18" fmla="*/ 210484 h 218684"/>
                  <a:gd name="connsiteX19" fmla="*/ 204949 w 209457"/>
                  <a:gd name="connsiteY19" fmla="*/ 196317 h 218684"/>
                  <a:gd name="connsiteX20" fmla="*/ 215612 w 209457"/>
                  <a:gd name="connsiteY20" fmla="*/ 189186 h 218684"/>
                  <a:gd name="connsiteX21" fmla="*/ 216279 w 209457"/>
                  <a:gd name="connsiteY21" fmla="*/ 188330 h 218684"/>
                  <a:gd name="connsiteX22" fmla="*/ 216279 w 209457"/>
                  <a:gd name="connsiteY22" fmla="*/ 180344 h 218684"/>
                  <a:gd name="connsiteX23" fmla="*/ 206758 w 209457"/>
                  <a:gd name="connsiteY23" fmla="*/ 158095 h 218684"/>
                  <a:gd name="connsiteX24" fmla="*/ 185431 w 209457"/>
                  <a:gd name="connsiteY24" fmla="*/ 117305 h 218684"/>
                  <a:gd name="connsiteX25" fmla="*/ 175910 w 209457"/>
                  <a:gd name="connsiteY25" fmla="*/ 96863 h 218684"/>
                  <a:gd name="connsiteX26" fmla="*/ 162296 w 209457"/>
                  <a:gd name="connsiteY26" fmla="*/ 74709 h 218684"/>
                  <a:gd name="connsiteX27" fmla="*/ 152775 w 209457"/>
                  <a:gd name="connsiteY27" fmla="*/ 38008 h 218684"/>
                  <a:gd name="connsiteX28" fmla="*/ 166104 w 209457"/>
                  <a:gd name="connsiteY28" fmla="*/ 63775 h 218684"/>
                  <a:gd name="connsiteX29" fmla="*/ 186193 w 209457"/>
                  <a:gd name="connsiteY29" fmla="*/ 90112 h 218684"/>
                  <a:gd name="connsiteX30" fmla="*/ 198380 w 209457"/>
                  <a:gd name="connsiteY30" fmla="*/ 61588 h 218684"/>
                  <a:gd name="connsiteX31" fmla="*/ 198856 w 209457"/>
                  <a:gd name="connsiteY31" fmla="*/ 62444 h 218684"/>
                  <a:gd name="connsiteX32" fmla="*/ 199617 w 209457"/>
                  <a:gd name="connsiteY32" fmla="*/ 57024 h 218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09457" h="218684">
                    <a:moveTo>
                      <a:pt x="203235" y="49038"/>
                    </a:moveTo>
                    <a:lnTo>
                      <a:pt x="188859" y="13858"/>
                    </a:lnTo>
                    <a:cubicBezTo>
                      <a:pt x="188215" y="14984"/>
                      <a:pt x="187448" y="16037"/>
                      <a:pt x="186574" y="16996"/>
                    </a:cubicBezTo>
                    <a:cubicBezTo>
                      <a:pt x="184194" y="19373"/>
                      <a:pt x="174482" y="13478"/>
                      <a:pt x="165247" y="15760"/>
                    </a:cubicBezTo>
                    <a:cubicBezTo>
                      <a:pt x="156507" y="17345"/>
                      <a:pt x="147492" y="15469"/>
                      <a:pt x="140112" y="10530"/>
                    </a:cubicBezTo>
                    <a:cubicBezTo>
                      <a:pt x="131163" y="6061"/>
                      <a:pt x="102029" y="11671"/>
                      <a:pt x="98316" y="17281"/>
                    </a:cubicBezTo>
                    <a:cubicBezTo>
                      <a:pt x="94603" y="22891"/>
                      <a:pt x="84701" y="22891"/>
                      <a:pt x="75751" y="19373"/>
                    </a:cubicBezTo>
                    <a:cubicBezTo>
                      <a:pt x="64172" y="13967"/>
                      <a:pt x="51794" y="10467"/>
                      <a:pt x="39096" y="9009"/>
                    </a:cubicBezTo>
                    <a:cubicBezTo>
                      <a:pt x="23863" y="7678"/>
                      <a:pt x="11581" y="5491"/>
                      <a:pt x="8820" y="1783"/>
                    </a:cubicBezTo>
                    <a:cubicBezTo>
                      <a:pt x="8154" y="3494"/>
                      <a:pt x="7582" y="5206"/>
                      <a:pt x="7011" y="6727"/>
                    </a:cubicBezTo>
                    <a:cubicBezTo>
                      <a:pt x="2060" y="20323"/>
                      <a:pt x="10724" y="24032"/>
                      <a:pt x="4536" y="31448"/>
                    </a:cubicBezTo>
                    <a:cubicBezTo>
                      <a:pt x="-1653" y="38864"/>
                      <a:pt x="4536" y="47516"/>
                      <a:pt x="4536" y="61113"/>
                    </a:cubicBezTo>
                    <a:lnTo>
                      <a:pt x="4536" y="215238"/>
                    </a:lnTo>
                    <a:lnTo>
                      <a:pt x="126783" y="215238"/>
                    </a:lnTo>
                    <a:lnTo>
                      <a:pt x="133828" y="210484"/>
                    </a:lnTo>
                    <a:cubicBezTo>
                      <a:pt x="137446" y="208107"/>
                      <a:pt x="143349" y="214097"/>
                      <a:pt x="143349" y="214097"/>
                    </a:cubicBezTo>
                    <a:lnTo>
                      <a:pt x="169436" y="214097"/>
                    </a:lnTo>
                    <a:cubicBezTo>
                      <a:pt x="172086" y="217374"/>
                      <a:pt x="175912" y="219490"/>
                      <a:pt x="180099" y="219992"/>
                    </a:cubicBezTo>
                    <a:cubicBezTo>
                      <a:pt x="186002" y="219992"/>
                      <a:pt x="182480" y="210484"/>
                      <a:pt x="191905" y="210484"/>
                    </a:cubicBezTo>
                    <a:cubicBezTo>
                      <a:pt x="201331" y="210484"/>
                      <a:pt x="199046" y="196317"/>
                      <a:pt x="204949" y="196317"/>
                    </a:cubicBezTo>
                    <a:cubicBezTo>
                      <a:pt x="210852" y="196317"/>
                      <a:pt x="209709" y="197458"/>
                      <a:pt x="215612" y="189186"/>
                    </a:cubicBezTo>
                    <a:lnTo>
                      <a:pt x="216279" y="188330"/>
                    </a:lnTo>
                    <a:cubicBezTo>
                      <a:pt x="215850" y="185685"/>
                      <a:pt x="215850" y="182989"/>
                      <a:pt x="216279" y="180344"/>
                    </a:cubicBezTo>
                    <a:cubicBezTo>
                      <a:pt x="217707" y="170835"/>
                      <a:pt x="211233" y="171406"/>
                      <a:pt x="206758" y="158095"/>
                    </a:cubicBezTo>
                    <a:cubicBezTo>
                      <a:pt x="202283" y="144783"/>
                      <a:pt x="186002" y="125007"/>
                      <a:pt x="185431" y="117305"/>
                    </a:cubicBezTo>
                    <a:cubicBezTo>
                      <a:pt x="184860" y="109604"/>
                      <a:pt x="175910" y="105135"/>
                      <a:pt x="175910" y="96863"/>
                    </a:cubicBezTo>
                    <a:cubicBezTo>
                      <a:pt x="175910" y="88591"/>
                      <a:pt x="171531" y="87355"/>
                      <a:pt x="162296" y="74709"/>
                    </a:cubicBezTo>
                    <a:cubicBezTo>
                      <a:pt x="153060" y="62064"/>
                      <a:pt x="150490" y="38864"/>
                      <a:pt x="152775" y="38008"/>
                    </a:cubicBezTo>
                    <a:cubicBezTo>
                      <a:pt x="155060" y="37153"/>
                      <a:pt x="163152" y="57024"/>
                      <a:pt x="166104" y="63775"/>
                    </a:cubicBezTo>
                    <a:cubicBezTo>
                      <a:pt x="169055" y="70526"/>
                      <a:pt x="179147" y="90112"/>
                      <a:pt x="186193" y="90112"/>
                    </a:cubicBezTo>
                    <a:cubicBezTo>
                      <a:pt x="193238" y="90112"/>
                      <a:pt x="195714" y="60162"/>
                      <a:pt x="198380" y="61588"/>
                    </a:cubicBezTo>
                    <a:cubicBezTo>
                      <a:pt x="198634" y="61809"/>
                      <a:pt x="198803" y="62112"/>
                      <a:pt x="198856" y="62444"/>
                    </a:cubicBezTo>
                    <a:lnTo>
                      <a:pt x="199617" y="57024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95" name="Freeform 2754">
                <a:extLst>
                  <a:ext uri="{FF2B5EF4-FFF2-40B4-BE49-F238E27FC236}">
                    <a16:creationId xmlns:a16="http://schemas.microsoft.com/office/drawing/2014/main" id="{080034F4-BD4D-7C8F-97B8-77185F7987AD}"/>
                  </a:ext>
                </a:extLst>
              </p:cNvPr>
              <p:cNvSpPr/>
              <p:nvPr/>
            </p:nvSpPr>
            <p:spPr>
              <a:xfrm>
                <a:off x="6053563" y="4453413"/>
                <a:ext cx="112696" cy="133006"/>
              </a:xfrm>
              <a:custGeom>
                <a:avLst/>
                <a:gdLst>
                  <a:gd name="connsiteX0" fmla="*/ 56277 w 104728"/>
                  <a:gd name="connsiteY0" fmla="*/ 121394 h 123604"/>
                  <a:gd name="connsiteX1" fmla="*/ 58752 w 104728"/>
                  <a:gd name="connsiteY1" fmla="*/ 105325 h 123604"/>
                  <a:gd name="connsiteX2" fmla="*/ 71129 w 104728"/>
                  <a:gd name="connsiteY2" fmla="*/ 96673 h 123604"/>
                  <a:gd name="connsiteX3" fmla="*/ 79793 w 104728"/>
                  <a:gd name="connsiteY3" fmla="*/ 85549 h 123604"/>
                  <a:gd name="connsiteX4" fmla="*/ 90933 w 104728"/>
                  <a:gd name="connsiteY4" fmla="*/ 97909 h 123604"/>
                  <a:gd name="connsiteX5" fmla="*/ 105785 w 104728"/>
                  <a:gd name="connsiteY5" fmla="*/ 100381 h 123604"/>
                  <a:gd name="connsiteX6" fmla="*/ 112069 w 104728"/>
                  <a:gd name="connsiteY6" fmla="*/ 76896 h 123604"/>
                  <a:gd name="connsiteX7" fmla="*/ 107023 w 104728"/>
                  <a:gd name="connsiteY7" fmla="*/ 55883 h 123604"/>
                  <a:gd name="connsiteX8" fmla="*/ 103405 w 104728"/>
                  <a:gd name="connsiteY8" fmla="*/ 39720 h 123604"/>
                  <a:gd name="connsiteX9" fmla="*/ 109491 w 104728"/>
                  <a:gd name="connsiteY9" fmla="*/ 28638 h 123604"/>
                  <a:gd name="connsiteX10" fmla="*/ 105785 w 104728"/>
                  <a:gd name="connsiteY10" fmla="*/ 23651 h 123604"/>
                  <a:gd name="connsiteX11" fmla="*/ 85982 w 104728"/>
                  <a:gd name="connsiteY11" fmla="*/ 23651 h 123604"/>
                  <a:gd name="connsiteX12" fmla="*/ 88076 w 104728"/>
                  <a:gd name="connsiteY12" fmla="*/ 3019 h 123604"/>
                  <a:gd name="connsiteX13" fmla="*/ 58371 w 104728"/>
                  <a:gd name="connsiteY13" fmla="*/ 1783 h 123604"/>
                  <a:gd name="connsiteX14" fmla="*/ 54658 w 104728"/>
                  <a:gd name="connsiteY14" fmla="*/ 2829 h 123604"/>
                  <a:gd name="connsiteX15" fmla="*/ 53802 w 104728"/>
                  <a:gd name="connsiteY15" fmla="*/ 28595 h 123604"/>
                  <a:gd name="connsiteX16" fmla="*/ 26572 w 104728"/>
                  <a:gd name="connsiteY16" fmla="*/ 29832 h 123604"/>
                  <a:gd name="connsiteX17" fmla="*/ 17051 w 104728"/>
                  <a:gd name="connsiteY17" fmla="*/ 31067 h 123604"/>
                  <a:gd name="connsiteX18" fmla="*/ 13719 w 104728"/>
                  <a:gd name="connsiteY18" fmla="*/ 35251 h 123604"/>
                  <a:gd name="connsiteX19" fmla="*/ 21335 w 104728"/>
                  <a:gd name="connsiteY19" fmla="*/ 45330 h 123604"/>
                  <a:gd name="connsiteX20" fmla="*/ 10386 w 104728"/>
                  <a:gd name="connsiteY20" fmla="*/ 53602 h 123604"/>
                  <a:gd name="connsiteX21" fmla="*/ 2389 w 104728"/>
                  <a:gd name="connsiteY21" fmla="*/ 66342 h 123604"/>
                  <a:gd name="connsiteX22" fmla="*/ 11910 w 104728"/>
                  <a:gd name="connsiteY22" fmla="*/ 84122 h 123604"/>
                  <a:gd name="connsiteX23" fmla="*/ 26477 w 104728"/>
                  <a:gd name="connsiteY23" fmla="*/ 102473 h 123604"/>
                  <a:gd name="connsiteX24" fmla="*/ 46280 w 104728"/>
                  <a:gd name="connsiteY24" fmla="*/ 127099 h 123604"/>
                  <a:gd name="connsiteX25" fmla="*/ 56277 w 104728"/>
                  <a:gd name="connsiteY25" fmla="*/ 121394 h 123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4728" h="123604">
                    <a:moveTo>
                      <a:pt x="56277" y="121394"/>
                    </a:moveTo>
                    <a:cubicBezTo>
                      <a:pt x="65798" y="121394"/>
                      <a:pt x="62465" y="115214"/>
                      <a:pt x="58752" y="105325"/>
                    </a:cubicBezTo>
                    <a:cubicBezTo>
                      <a:pt x="55039" y="95437"/>
                      <a:pt x="64941" y="96673"/>
                      <a:pt x="71129" y="96673"/>
                    </a:cubicBezTo>
                    <a:cubicBezTo>
                      <a:pt x="77318" y="96673"/>
                      <a:pt x="74842" y="85549"/>
                      <a:pt x="79793" y="85549"/>
                    </a:cubicBezTo>
                    <a:cubicBezTo>
                      <a:pt x="84744" y="85549"/>
                      <a:pt x="85982" y="99145"/>
                      <a:pt x="90933" y="97909"/>
                    </a:cubicBezTo>
                    <a:cubicBezTo>
                      <a:pt x="95883" y="96673"/>
                      <a:pt x="99596" y="101617"/>
                      <a:pt x="105785" y="100381"/>
                    </a:cubicBezTo>
                    <a:cubicBezTo>
                      <a:pt x="111974" y="99145"/>
                      <a:pt x="112069" y="86784"/>
                      <a:pt x="112069" y="76896"/>
                    </a:cubicBezTo>
                    <a:cubicBezTo>
                      <a:pt x="112069" y="67008"/>
                      <a:pt x="113306" y="59592"/>
                      <a:pt x="107023" y="55883"/>
                    </a:cubicBezTo>
                    <a:cubicBezTo>
                      <a:pt x="100739" y="52175"/>
                      <a:pt x="95883" y="43428"/>
                      <a:pt x="103405" y="39720"/>
                    </a:cubicBezTo>
                    <a:cubicBezTo>
                      <a:pt x="108150" y="38338"/>
                      <a:pt x="110875" y="33376"/>
                      <a:pt x="109491" y="28638"/>
                    </a:cubicBezTo>
                    <a:cubicBezTo>
                      <a:pt x="108893" y="26587"/>
                      <a:pt x="107578" y="24818"/>
                      <a:pt x="105785" y="23651"/>
                    </a:cubicBezTo>
                    <a:cubicBezTo>
                      <a:pt x="99596" y="18707"/>
                      <a:pt x="85982" y="28595"/>
                      <a:pt x="85982" y="23651"/>
                    </a:cubicBezTo>
                    <a:cubicBezTo>
                      <a:pt x="85982" y="20989"/>
                      <a:pt x="87124" y="11291"/>
                      <a:pt x="88076" y="3019"/>
                    </a:cubicBezTo>
                    <a:cubicBezTo>
                      <a:pt x="73795" y="2543"/>
                      <a:pt x="58371" y="1783"/>
                      <a:pt x="58371" y="1783"/>
                    </a:cubicBezTo>
                    <a:lnTo>
                      <a:pt x="54658" y="2829"/>
                    </a:lnTo>
                    <a:cubicBezTo>
                      <a:pt x="55188" y="11425"/>
                      <a:pt x="54901" y="20053"/>
                      <a:pt x="53802" y="28595"/>
                    </a:cubicBezTo>
                    <a:cubicBezTo>
                      <a:pt x="53801" y="28595"/>
                      <a:pt x="31523" y="29832"/>
                      <a:pt x="26572" y="29832"/>
                    </a:cubicBezTo>
                    <a:cubicBezTo>
                      <a:pt x="25429" y="29832"/>
                      <a:pt x="22097" y="30307"/>
                      <a:pt x="17051" y="31067"/>
                    </a:cubicBezTo>
                    <a:cubicBezTo>
                      <a:pt x="16108" y="32587"/>
                      <a:pt x="14989" y="33991"/>
                      <a:pt x="13719" y="35251"/>
                    </a:cubicBezTo>
                    <a:cubicBezTo>
                      <a:pt x="11053" y="37913"/>
                      <a:pt x="19907" y="41526"/>
                      <a:pt x="21335" y="45330"/>
                    </a:cubicBezTo>
                    <a:cubicBezTo>
                      <a:pt x="22764" y="49133"/>
                      <a:pt x="10101" y="47992"/>
                      <a:pt x="10386" y="53602"/>
                    </a:cubicBezTo>
                    <a:cubicBezTo>
                      <a:pt x="9965" y="58898"/>
                      <a:pt x="6979" y="63656"/>
                      <a:pt x="2389" y="66342"/>
                    </a:cubicBezTo>
                    <a:cubicBezTo>
                      <a:pt x="-1134" y="69005"/>
                      <a:pt x="11910" y="80319"/>
                      <a:pt x="11910" y="84122"/>
                    </a:cubicBezTo>
                    <a:cubicBezTo>
                      <a:pt x="11910" y="87926"/>
                      <a:pt x="15147" y="91539"/>
                      <a:pt x="26477" y="102473"/>
                    </a:cubicBezTo>
                    <a:cubicBezTo>
                      <a:pt x="37806" y="113407"/>
                      <a:pt x="31999" y="115594"/>
                      <a:pt x="46280" y="127099"/>
                    </a:cubicBezTo>
                    <a:cubicBezTo>
                      <a:pt x="48294" y="123491"/>
                      <a:pt x="52142" y="121295"/>
                      <a:pt x="56277" y="12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96" name="Freeform 2755">
                <a:extLst>
                  <a:ext uri="{FF2B5EF4-FFF2-40B4-BE49-F238E27FC236}">
                    <a16:creationId xmlns:a16="http://schemas.microsoft.com/office/drawing/2014/main" id="{AE3D3FB4-767F-D254-5C62-DBA9B01D9CBB}"/>
                  </a:ext>
                </a:extLst>
              </p:cNvPr>
              <p:cNvSpPr/>
              <p:nvPr/>
            </p:nvSpPr>
            <p:spPr>
              <a:xfrm>
                <a:off x="6065607" y="4454539"/>
                <a:ext cx="40980" cy="30694"/>
              </a:xfrm>
              <a:custGeom>
                <a:avLst/>
                <a:gdLst>
                  <a:gd name="connsiteX0" fmla="*/ 42608 w 38083"/>
                  <a:gd name="connsiteY0" fmla="*/ 27550 h 28524"/>
                  <a:gd name="connsiteX1" fmla="*/ 43465 w 38083"/>
                  <a:gd name="connsiteY1" fmla="*/ 1783 h 28524"/>
                  <a:gd name="connsiteX2" fmla="*/ 38514 w 38083"/>
                  <a:gd name="connsiteY2" fmla="*/ 3209 h 28524"/>
                  <a:gd name="connsiteX3" fmla="*/ 11190 w 38083"/>
                  <a:gd name="connsiteY3" fmla="*/ 3209 h 28524"/>
                  <a:gd name="connsiteX4" fmla="*/ 11190 w 38083"/>
                  <a:gd name="connsiteY4" fmla="*/ 3780 h 28524"/>
                  <a:gd name="connsiteX5" fmla="*/ 8891 w 38083"/>
                  <a:gd name="connsiteY5" fmla="*/ 15662 h 28524"/>
                  <a:gd name="connsiteX6" fmla="*/ 6429 w 38083"/>
                  <a:gd name="connsiteY6" fmla="*/ 16806 h 28524"/>
                  <a:gd name="connsiteX7" fmla="*/ 5572 w 38083"/>
                  <a:gd name="connsiteY7" fmla="*/ 24792 h 28524"/>
                  <a:gd name="connsiteX8" fmla="*/ 6239 w 38083"/>
                  <a:gd name="connsiteY8" fmla="*/ 30022 h 28524"/>
                  <a:gd name="connsiteX9" fmla="*/ 15760 w 38083"/>
                  <a:gd name="connsiteY9" fmla="*/ 28786 h 28524"/>
                  <a:gd name="connsiteX10" fmla="*/ 42608 w 38083"/>
                  <a:gd name="connsiteY10" fmla="*/ 27550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083" h="28524">
                    <a:moveTo>
                      <a:pt x="42608" y="27550"/>
                    </a:moveTo>
                    <a:cubicBezTo>
                      <a:pt x="43708" y="19007"/>
                      <a:pt x="43994" y="10380"/>
                      <a:pt x="43465" y="1783"/>
                    </a:cubicBezTo>
                    <a:lnTo>
                      <a:pt x="38514" y="3209"/>
                    </a:lnTo>
                    <a:lnTo>
                      <a:pt x="11190" y="3209"/>
                    </a:lnTo>
                    <a:cubicBezTo>
                      <a:pt x="11190" y="3209"/>
                      <a:pt x="11190" y="3209"/>
                      <a:pt x="11190" y="3780"/>
                    </a:cubicBezTo>
                    <a:cubicBezTo>
                      <a:pt x="13841" y="7695"/>
                      <a:pt x="12812" y="13014"/>
                      <a:pt x="8891" y="15662"/>
                    </a:cubicBezTo>
                    <a:cubicBezTo>
                      <a:pt x="8137" y="16171"/>
                      <a:pt x="7306" y="16557"/>
                      <a:pt x="6429" y="16806"/>
                    </a:cubicBezTo>
                    <a:cubicBezTo>
                      <a:pt x="241" y="18897"/>
                      <a:pt x="526" y="24507"/>
                      <a:pt x="5572" y="24792"/>
                    </a:cubicBezTo>
                    <a:cubicBezTo>
                      <a:pt x="8619" y="24792"/>
                      <a:pt x="7953" y="27455"/>
                      <a:pt x="6239" y="30022"/>
                    </a:cubicBezTo>
                    <a:cubicBezTo>
                      <a:pt x="11094" y="29261"/>
                      <a:pt x="14427" y="28786"/>
                      <a:pt x="15760" y="28786"/>
                    </a:cubicBezTo>
                    <a:cubicBezTo>
                      <a:pt x="20710" y="28786"/>
                      <a:pt x="42608" y="27550"/>
                      <a:pt x="42608" y="275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97" name="Freeform 2756">
                <a:extLst>
                  <a:ext uri="{FF2B5EF4-FFF2-40B4-BE49-F238E27FC236}">
                    <a16:creationId xmlns:a16="http://schemas.microsoft.com/office/drawing/2014/main" id="{91E2E242-8B0B-8DC4-E59A-39205C7F9D46}"/>
                  </a:ext>
                </a:extLst>
              </p:cNvPr>
              <p:cNvSpPr/>
              <p:nvPr/>
            </p:nvSpPr>
            <p:spPr>
              <a:xfrm>
                <a:off x="6101750" y="4422719"/>
                <a:ext cx="153676" cy="184163"/>
              </a:xfrm>
              <a:custGeom>
                <a:avLst/>
                <a:gdLst>
                  <a:gd name="connsiteX0" fmla="*/ 39963 w 142812"/>
                  <a:gd name="connsiteY0" fmla="*/ 168458 h 171144"/>
                  <a:gd name="connsiteX1" fmla="*/ 53578 w 142812"/>
                  <a:gd name="connsiteY1" fmla="*/ 169694 h 171144"/>
                  <a:gd name="connsiteX2" fmla="*/ 69764 w 142812"/>
                  <a:gd name="connsiteY2" fmla="*/ 171026 h 171144"/>
                  <a:gd name="connsiteX3" fmla="*/ 78428 w 142812"/>
                  <a:gd name="connsiteY3" fmla="*/ 169694 h 171144"/>
                  <a:gd name="connsiteX4" fmla="*/ 90805 w 142812"/>
                  <a:gd name="connsiteY4" fmla="*/ 158570 h 171144"/>
                  <a:gd name="connsiteX5" fmla="*/ 98231 w 142812"/>
                  <a:gd name="connsiteY5" fmla="*/ 143738 h 171144"/>
                  <a:gd name="connsiteX6" fmla="*/ 99469 w 142812"/>
                  <a:gd name="connsiteY6" fmla="*/ 110364 h 171144"/>
                  <a:gd name="connsiteX7" fmla="*/ 116796 w 142812"/>
                  <a:gd name="connsiteY7" fmla="*/ 88116 h 171144"/>
                  <a:gd name="connsiteX8" fmla="*/ 131649 w 142812"/>
                  <a:gd name="connsiteY8" fmla="*/ 45995 h 171144"/>
                  <a:gd name="connsiteX9" fmla="*/ 139075 w 142812"/>
                  <a:gd name="connsiteY9" fmla="*/ 24982 h 171144"/>
                  <a:gd name="connsiteX10" fmla="*/ 142122 w 142812"/>
                  <a:gd name="connsiteY10" fmla="*/ 4255 h 171144"/>
                  <a:gd name="connsiteX11" fmla="*/ 142122 w 142812"/>
                  <a:gd name="connsiteY11" fmla="*/ 4255 h 171144"/>
                  <a:gd name="connsiteX12" fmla="*/ 124794 w 142812"/>
                  <a:gd name="connsiteY12" fmla="*/ 1783 h 171144"/>
                  <a:gd name="connsiteX13" fmla="*/ 116130 w 142812"/>
                  <a:gd name="connsiteY13" fmla="*/ 4255 h 171144"/>
                  <a:gd name="connsiteX14" fmla="*/ 104991 w 142812"/>
                  <a:gd name="connsiteY14" fmla="*/ 6727 h 171144"/>
                  <a:gd name="connsiteX15" fmla="*/ 101278 w 142812"/>
                  <a:gd name="connsiteY15" fmla="*/ 21559 h 171144"/>
                  <a:gd name="connsiteX16" fmla="*/ 95089 w 142812"/>
                  <a:gd name="connsiteY16" fmla="*/ 41336 h 171144"/>
                  <a:gd name="connsiteX17" fmla="*/ 66527 w 142812"/>
                  <a:gd name="connsiteY17" fmla="*/ 31828 h 171144"/>
                  <a:gd name="connsiteX18" fmla="*/ 43105 w 142812"/>
                  <a:gd name="connsiteY18" fmla="*/ 31828 h 171144"/>
                  <a:gd name="connsiteX19" fmla="*/ 41011 w 142812"/>
                  <a:gd name="connsiteY19" fmla="*/ 52461 h 171144"/>
                  <a:gd name="connsiteX20" fmla="*/ 60814 w 142812"/>
                  <a:gd name="connsiteY20" fmla="*/ 52461 h 171144"/>
                  <a:gd name="connsiteX21" fmla="*/ 63427 w 142812"/>
                  <a:gd name="connsiteY21" fmla="*/ 64828 h 171144"/>
                  <a:gd name="connsiteX22" fmla="*/ 58434 w 142812"/>
                  <a:gd name="connsiteY22" fmla="*/ 68529 h 171144"/>
                  <a:gd name="connsiteX23" fmla="*/ 62052 w 142812"/>
                  <a:gd name="connsiteY23" fmla="*/ 84693 h 171144"/>
                  <a:gd name="connsiteX24" fmla="*/ 67098 w 142812"/>
                  <a:gd name="connsiteY24" fmla="*/ 105706 h 171144"/>
                  <a:gd name="connsiteX25" fmla="*/ 60814 w 142812"/>
                  <a:gd name="connsiteY25" fmla="*/ 129190 h 171144"/>
                  <a:gd name="connsiteX26" fmla="*/ 45962 w 142812"/>
                  <a:gd name="connsiteY26" fmla="*/ 126718 h 171144"/>
                  <a:gd name="connsiteX27" fmla="*/ 34822 w 142812"/>
                  <a:gd name="connsiteY27" fmla="*/ 114358 h 171144"/>
                  <a:gd name="connsiteX28" fmla="*/ 26158 w 142812"/>
                  <a:gd name="connsiteY28" fmla="*/ 125482 h 171144"/>
                  <a:gd name="connsiteX29" fmla="*/ 13781 w 142812"/>
                  <a:gd name="connsiteY29" fmla="*/ 134135 h 171144"/>
                  <a:gd name="connsiteX30" fmla="*/ 11306 w 142812"/>
                  <a:gd name="connsiteY30" fmla="*/ 150203 h 171144"/>
                  <a:gd name="connsiteX31" fmla="*/ 1785 w 142812"/>
                  <a:gd name="connsiteY31" fmla="*/ 155908 h 171144"/>
                  <a:gd name="connsiteX32" fmla="*/ 3880 w 142812"/>
                  <a:gd name="connsiteY32" fmla="*/ 157619 h 171144"/>
                  <a:gd name="connsiteX33" fmla="*/ 21017 w 142812"/>
                  <a:gd name="connsiteY33" fmla="*/ 178727 h 171144"/>
                  <a:gd name="connsiteX34" fmla="*/ 39963 w 142812"/>
                  <a:gd name="connsiteY34" fmla="*/ 168458 h 171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42812" h="171144">
                    <a:moveTo>
                      <a:pt x="39963" y="168458"/>
                    </a:moveTo>
                    <a:cubicBezTo>
                      <a:pt x="43677" y="169694"/>
                      <a:pt x="46152" y="175875"/>
                      <a:pt x="53578" y="169694"/>
                    </a:cubicBezTo>
                    <a:cubicBezTo>
                      <a:pt x="61005" y="163514"/>
                      <a:pt x="69764" y="164750"/>
                      <a:pt x="69764" y="171026"/>
                    </a:cubicBezTo>
                    <a:cubicBezTo>
                      <a:pt x="69764" y="177301"/>
                      <a:pt x="72239" y="175875"/>
                      <a:pt x="78428" y="169694"/>
                    </a:cubicBezTo>
                    <a:cubicBezTo>
                      <a:pt x="84616" y="163514"/>
                      <a:pt x="90805" y="170931"/>
                      <a:pt x="90805" y="158570"/>
                    </a:cubicBezTo>
                    <a:cubicBezTo>
                      <a:pt x="90805" y="146210"/>
                      <a:pt x="98231" y="157334"/>
                      <a:pt x="98231" y="143738"/>
                    </a:cubicBezTo>
                    <a:cubicBezTo>
                      <a:pt x="98231" y="130141"/>
                      <a:pt x="99469" y="116545"/>
                      <a:pt x="99469" y="110364"/>
                    </a:cubicBezTo>
                    <a:cubicBezTo>
                      <a:pt x="99469" y="104184"/>
                      <a:pt x="116796" y="98004"/>
                      <a:pt x="116796" y="88116"/>
                    </a:cubicBezTo>
                    <a:cubicBezTo>
                      <a:pt x="116796" y="78227"/>
                      <a:pt x="131649" y="58356"/>
                      <a:pt x="131649" y="45995"/>
                    </a:cubicBezTo>
                    <a:cubicBezTo>
                      <a:pt x="131346" y="38301"/>
                      <a:pt x="134003" y="30782"/>
                      <a:pt x="139075" y="24982"/>
                    </a:cubicBezTo>
                    <a:cubicBezTo>
                      <a:pt x="142312" y="18585"/>
                      <a:pt x="143381" y="11311"/>
                      <a:pt x="142122" y="4255"/>
                    </a:cubicBezTo>
                    <a:lnTo>
                      <a:pt x="142122" y="4255"/>
                    </a:lnTo>
                    <a:lnTo>
                      <a:pt x="124794" y="1783"/>
                    </a:lnTo>
                    <a:lnTo>
                      <a:pt x="116130" y="4255"/>
                    </a:lnTo>
                    <a:lnTo>
                      <a:pt x="104991" y="6727"/>
                    </a:lnTo>
                    <a:cubicBezTo>
                      <a:pt x="105616" y="11959"/>
                      <a:pt x="104294" y="17237"/>
                      <a:pt x="101278" y="21559"/>
                    </a:cubicBezTo>
                    <a:cubicBezTo>
                      <a:pt x="97763" y="27608"/>
                      <a:pt x="95649" y="34365"/>
                      <a:pt x="95089" y="41336"/>
                    </a:cubicBezTo>
                    <a:cubicBezTo>
                      <a:pt x="95089" y="41336"/>
                      <a:pt x="72906" y="30212"/>
                      <a:pt x="66527" y="31828"/>
                    </a:cubicBezTo>
                    <a:cubicBezTo>
                      <a:pt x="58726" y="32285"/>
                      <a:pt x="50906" y="32285"/>
                      <a:pt x="43105" y="31828"/>
                    </a:cubicBezTo>
                    <a:cubicBezTo>
                      <a:pt x="42153" y="40100"/>
                      <a:pt x="41011" y="49798"/>
                      <a:pt x="41011" y="52461"/>
                    </a:cubicBezTo>
                    <a:cubicBezTo>
                      <a:pt x="41011" y="57405"/>
                      <a:pt x="54626" y="47516"/>
                      <a:pt x="60814" y="52461"/>
                    </a:cubicBezTo>
                    <a:cubicBezTo>
                      <a:pt x="64955" y="55155"/>
                      <a:pt x="66125" y="60692"/>
                      <a:pt x="63427" y="64828"/>
                    </a:cubicBezTo>
                    <a:cubicBezTo>
                      <a:pt x="62259" y="66618"/>
                      <a:pt x="60488" y="67931"/>
                      <a:pt x="58434" y="68529"/>
                    </a:cubicBezTo>
                    <a:cubicBezTo>
                      <a:pt x="50913" y="72237"/>
                      <a:pt x="55863" y="80890"/>
                      <a:pt x="62052" y="84693"/>
                    </a:cubicBezTo>
                    <a:cubicBezTo>
                      <a:pt x="68240" y="88496"/>
                      <a:pt x="67098" y="95722"/>
                      <a:pt x="67098" y="105706"/>
                    </a:cubicBezTo>
                    <a:cubicBezTo>
                      <a:pt x="67098" y="115689"/>
                      <a:pt x="67098" y="127954"/>
                      <a:pt x="60814" y="129190"/>
                    </a:cubicBezTo>
                    <a:cubicBezTo>
                      <a:pt x="54530" y="130426"/>
                      <a:pt x="51293" y="125482"/>
                      <a:pt x="45962" y="126718"/>
                    </a:cubicBezTo>
                    <a:cubicBezTo>
                      <a:pt x="40630" y="127954"/>
                      <a:pt x="39773" y="114358"/>
                      <a:pt x="34822" y="114358"/>
                    </a:cubicBezTo>
                    <a:cubicBezTo>
                      <a:pt x="29871" y="114358"/>
                      <a:pt x="32347" y="125482"/>
                      <a:pt x="26158" y="125482"/>
                    </a:cubicBezTo>
                    <a:cubicBezTo>
                      <a:pt x="19970" y="125482"/>
                      <a:pt x="10068" y="124246"/>
                      <a:pt x="13781" y="134135"/>
                    </a:cubicBezTo>
                    <a:cubicBezTo>
                      <a:pt x="17494" y="144023"/>
                      <a:pt x="21207" y="150203"/>
                      <a:pt x="11306" y="150203"/>
                    </a:cubicBezTo>
                    <a:cubicBezTo>
                      <a:pt x="7342" y="150277"/>
                      <a:pt x="3716" y="152450"/>
                      <a:pt x="1785" y="155908"/>
                    </a:cubicBezTo>
                    <a:lnTo>
                      <a:pt x="3880" y="157619"/>
                    </a:lnTo>
                    <a:cubicBezTo>
                      <a:pt x="11211" y="163174"/>
                      <a:pt x="17091" y="170415"/>
                      <a:pt x="21017" y="178727"/>
                    </a:cubicBezTo>
                    <a:cubicBezTo>
                      <a:pt x="26570" y="174056"/>
                      <a:pt x="33016" y="170562"/>
                      <a:pt x="39963" y="1684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98" name="Freeform 2757">
                <a:extLst>
                  <a:ext uri="{FF2B5EF4-FFF2-40B4-BE49-F238E27FC236}">
                    <a16:creationId xmlns:a16="http://schemas.microsoft.com/office/drawing/2014/main" id="{B322AD9A-44CF-DF64-210F-21E8002E6B20}"/>
                  </a:ext>
                </a:extLst>
              </p:cNvPr>
              <p:cNvSpPr/>
              <p:nvPr/>
            </p:nvSpPr>
            <p:spPr>
              <a:xfrm>
                <a:off x="6325217" y="3987275"/>
                <a:ext cx="348333" cy="439947"/>
              </a:xfrm>
              <a:custGeom>
                <a:avLst/>
                <a:gdLst>
                  <a:gd name="connsiteX0" fmla="*/ 260921 w 323707"/>
                  <a:gd name="connsiteY0" fmla="*/ 9865 h 408844"/>
                  <a:gd name="connsiteX1" fmla="*/ 247878 w 323707"/>
                  <a:gd name="connsiteY1" fmla="*/ 24031 h 408844"/>
                  <a:gd name="connsiteX2" fmla="*/ 236072 w 323707"/>
                  <a:gd name="connsiteY2" fmla="*/ 33540 h 408844"/>
                  <a:gd name="connsiteX3" fmla="*/ 225408 w 323707"/>
                  <a:gd name="connsiteY3" fmla="*/ 27645 h 408844"/>
                  <a:gd name="connsiteX4" fmla="*/ 199321 w 323707"/>
                  <a:gd name="connsiteY4" fmla="*/ 27645 h 408844"/>
                  <a:gd name="connsiteX5" fmla="*/ 189801 w 323707"/>
                  <a:gd name="connsiteY5" fmla="*/ 24031 h 408844"/>
                  <a:gd name="connsiteX6" fmla="*/ 182755 w 323707"/>
                  <a:gd name="connsiteY6" fmla="*/ 28786 h 408844"/>
                  <a:gd name="connsiteX7" fmla="*/ 60508 w 323707"/>
                  <a:gd name="connsiteY7" fmla="*/ 28786 h 408844"/>
                  <a:gd name="connsiteX8" fmla="*/ 60508 w 323707"/>
                  <a:gd name="connsiteY8" fmla="*/ 70906 h 408844"/>
                  <a:gd name="connsiteX9" fmla="*/ 41942 w 323707"/>
                  <a:gd name="connsiteY9" fmla="*/ 70906 h 408844"/>
                  <a:gd name="connsiteX10" fmla="*/ 41942 w 323707"/>
                  <a:gd name="connsiteY10" fmla="*/ 136321 h 408844"/>
                  <a:gd name="connsiteX11" fmla="*/ 39467 w 323707"/>
                  <a:gd name="connsiteY11" fmla="*/ 157239 h 408844"/>
                  <a:gd name="connsiteX12" fmla="*/ 22139 w 323707"/>
                  <a:gd name="connsiteY12" fmla="*/ 168363 h 408844"/>
                  <a:gd name="connsiteX13" fmla="*/ 14713 w 323707"/>
                  <a:gd name="connsiteY13" fmla="*/ 180724 h 408844"/>
                  <a:gd name="connsiteX14" fmla="*/ 6049 w 323707"/>
                  <a:gd name="connsiteY14" fmla="*/ 195461 h 408844"/>
                  <a:gd name="connsiteX15" fmla="*/ 4811 w 323707"/>
                  <a:gd name="connsiteY15" fmla="*/ 210389 h 408844"/>
                  <a:gd name="connsiteX16" fmla="*/ 7286 w 323707"/>
                  <a:gd name="connsiteY16" fmla="*/ 221418 h 408844"/>
                  <a:gd name="connsiteX17" fmla="*/ 11000 w 323707"/>
                  <a:gd name="connsiteY17" fmla="*/ 236251 h 408844"/>
                  <a:gd name="connsiteX18" fmla="*/ 20521 w 323707"/>
                  <a:gd name="connsiteY18" fmla="*/ 248611 h 408844"/>
                  <a:gd name="connsiteX19" fmla="*/ 18045 w 323707"/>
                  <a:gd name="connsiteY19" fmla="*/ 257263 h 408844"/>
                  <a:gd name="connsiteX20" fmla="*/ 32898 w 323707"/>
                  <a:gd name="connsiteY20" fmla="*/ 276945 h 408844"/>
                  <a:gd name="connsiteX21" fmla="*/ 34135 w 323707"/>
                  <a:gd name="connsiteY21" fmla="*/ 294250 h 408844"/>
                  <a:gd name="connsiteX22" fmla="*/ 31660 w 323707"/>
                  <a:gd name="connsiteY22" fmla="*/ 301666 h 408844"/>
                  <a:gd name="connsiteX23" fmla="*/ 40324 w 323707"/>
                  <a:gd name="connsiteY23" fmla="*/ 302902 h 408844"/>
                  <a:gd name="connsiteX24" fmla="*/ 42799 w 323707"/>
                  <a:gd name="connsiteY24" fmla="*/ 309082 h 408844"/>
                  <a:gd name="connsiteX25" fmla="*/ 58889 w 323707"/>
                  <a:gd name="connsiteY25" fmla="*/ 316498 h 408844"/>
                  <a:gd name="connsiteX26" fmla="*/ 67553 w 323707"/>
                  <a:gd name="connsiteY26" fmla="*/ 328764 h 408844"/>
                  <a:gd name="connsiteX27" fmla="*/ 79835 w 323707"/>
                  <a:gd name="connsiteY27" fmla="*/ 339888 h 408844"/>
                  <a:gd name="connsiteX28" fmla="*/ 87261 w 323707"/>
                  <a:gd name="connsiteY28" fmla="*/ 353485 h 408844"/>
                  <a:gd name="connsiteX29" fmla="*/ 100876 w 323707"/>
                  <a:gd name="connsiteY29" fmla="*/ 362993 h 408844"/>
                  <a:gd name="connsiteX30" fmla="*/ 105541 w 323707"/>
                  <a:gd name="connsiteY30" fmla="*/ 374497 h 408844"/>
                  <a:gd name="connsiteX31" fmla="*/ 110683 w 323707"/>
                  <a:gd name="connsiteY31" fmla="*/ 379727 h 408844"/>
                  <a:gd name="connsiteX32" fmla="*/ 119347 w 323707"/>
                  <a:gd name="connsiteY32" fmla="*/ 389710 h 408844"/>
                  <a:gd name="connsiteX33" fmla="*/ 131724 w 323707"/>
                  <a:gd name="connsiteY33" fmla="*/ 389710 h 408844"/>
                  <a:gd name="connsiteX34" fmla="*/ 142863 w 323707"/>
                  <a:gd name="connsiteY34" fmla="*/ 390946 h 408844"/>
                  <a:gd name="connsiteX35" fmla="*/ 152860 w 323707"/>
                  <a:gd name="connsiteY35" fmla="*/ 388379 h 408844"/>
                  <a:gd name="connsiteX36" fmla="*/ 175995 w 323707"/>
                  <a:gd name="connsiteY36" fmla="*/ 407965 h 408844"/>
                  <a:gd name="connsiteX37" fmla="*/ 190753 w 323707"/>
                  <a:gd name="connsiteY37" fmla="*/ 403592 h 408844"/>
                  <a:gd name="connsiteX38" fmla="*/ 203225 w 323707"/>
                  <a:gd name="connsiteY38" fmla="*/ 408061 h 408844"/>
                  <a:gd name="connsiteX39" fmla="*/ 217887 w 323707"/>
                  <a:gd name="connsiteY39" fmla="*/ 403116 h 408844"/>
                  <a:gd name="connsiteX40" fmla="*/ 230359 w 323707"/>
                  <a:gd name="connsiteY40" fmla="*/ 402261 h 408844"/>
                  <a:gd name="connsiteX41" fmla="*/ 237119 w 323707"/>
                  <a:gd name="connsiteY41" fmla="*/ 395795 h 408844"/>
                  <a:gd name="connsiteX42" fmla="*/ 239690 w 323707"/>
                  <a:gd name="connsiteY42" fmla="*/ 392467 h 408844"/>
                  <a:gd name="connsiteX43" fmla="*/ 255685 w 323707"/>
                  <a:gd name="connsiteY43" fmla="*/ 381818 h 408844"/>
                  <a:gd name="connsiteX44" fmla="*/ 267681 w 323707"/>
                  <a:gd name="connsiteY44" fmla="*/ 383150 h 408844"/>
                  <a:gd name="connsiteX45" fmla="*/ 272632 w 323707"/>
                  <a:gd name="connsiteY45" fmla="*/ 386192 h 408844"/>
                  <a:gd name="connsiteX46" fmla="*/ 272632 w 323707"/>
                  <a:gd name="connsiteY46" fmla="*/ 368602 h 408844"/>
                  <a:gd name="connsiteX47" fmla="*/ 254066 w 323707"/>
                  <a:gd name="connsiteY47" fmla="*/ 353770 h 408844"/>
                  <a:gd name="connsiteX48" fmla="*/ 236738 w 323707"/>
                  <a:gd name="connsiteY48" fmla="*/ 331521 h 408844"/>
                  <a:gd name="connsiteX49" fmla="*/ 217697 w 323707"/>
                  <a:gd name="connsiteY49" fmla="*/ 322013 h 408844"/>
                  <a:gd name="connsiteX50" fmla="*/ 221410 w 323707"/>
                  <a:gd name="connsiteY50" fmla="*/ 310889 h 408844"/>
                  <a:gd name="connsiteX51" fmla="*/ 237500 w 323707"/>
                  <a:gd name="connsiteY51" fmla="*/ 307181 h 408844"/>
                  <a:gd name="connsiteX52" fmla="*/ 240070 w 323707"/>
                  <a:gd name="connsiteY52" fmla="*/ 284837 h 408844"/>
                  <a:gd name="connsiteX53" fmla="*/ 246259 w 323707"/>
                  <a:gd name="connsiteY53" fmla="*/ 265821 h 408844"/>
                  <a:gd name="connsiteX54" fmla="*/ 254923 w 323707"/>
                  <a:gd name="connsiteY54" fmla="*/ 257168 h 408844"/>
                  <a:gd name="connsiteX55" fmla="*/ 261111 w 323707"/>
                  <a:gd name="connsiteY55" fmla="*/ 237392 h 408844"/>
                  <a:gd name="connsiteX56" fmla="*/ 273489 w 323707"/>
                  <a:gd name="connsiteY56" fmla="*/ 222559 h 408844"/>
                  <a:gd name="connsiteX57" fmla="*/ 282153 w 323707"/>
                  <a:gd name="connsiteY57" fmla="*/ 213051 h 408844"/>
                  <a:gd name="connsiteX58" fmla="*/ 289579 w 323707"/>
                  <a:gd name="connsiteY58" fmla="*/ 189471 h 408844"/>
                  <a:gd name="connsiteX59" fmla="*/ 290816 w 323707"/>
                  <a:gd name="connsiteY59" fmla="*/ 162278 h 408844"/>
                  <a:gd name="connsiteX60" fmla="*/ 298243 w 323707"/>
                  <a:gd name="connsiteY60" fmla="*/ 142502 h 408844"/>
                  <a:gd name="connsiteX61" fmla="*/ 309382 w 323707"/>
                  <a:gd name="connsiteY61" fmla="*/ 131377 h 408844"/>
                  <a:gd name="connsiteX62" fmla="*/ 328424 w 323707"/>
                  <a:gd name="connsiteY62" fmla="*/ 113502 h 408844"/>
                  <a:gd name="connsiteX63" fmla="*/ 316047 w 323707"/>
                  <a:gd name="connsiteY63" fmla="*/ 102092 h 408844"/>
                  <a:gd name="connsiteX64" fmla="*/ 304145 w 323707"/>
                  <a:gd name="connsiteY64" fmla="*/ 70716 h 408844"/>
                  <a:gd name="connsiteX65" fmla="*/ 299671 w 323707"/>
                  <a:gd name="connsiteY65" fmla="*/ 37628 h 408844"/>
                  <a:gd name="connsiteX66" fmla="*/ 282248 w 323707"/>
                  <a:gd name="connsiteY66" fmla="*/ 16805 h 408844"/>
                  <a:gd name="connsiteX67" fmla="*/ 271013 w 323707"/>
                  <a:gd name="connsiteY67" fmla="*/ 1783 h 408844"/>
                  <a:gd name="connsiteX68" fmla="*/ 270347 w 323707"/>
                  <a:gd name="connsiteY68" fmla="*/ 2638 h 408844"/>
                  <a:gd name="connsiteX69" fmla="*/ 260921 w 323707"/>
                  <a:gd name="connsiteY69" fmla="*/ 9865 h 40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323707" h="408844">
                    <a:moveTo>
                      <a:pt x="260921" y="9865"/>
                    </a:moveTo>
                    <a:cubicBezTo>
                      <a:pt x="255018" y="9865"/>
                      <a:pt x="257399" y="24031"/>
                      <a:pt x="247878" y="24031"/>
                    </a:cubicBezTo>
                    <a:cubicBezTo>
                      <a:pt x="238357" y="24031"/>
                      <a:pt x="241975" y="33540"/>
                      <a:pt x="236072" y="33540"/>
                    </a:cubicBezTo>
                    <a:cubicBezTo>
                      <a:pt x="231884" y="33037"/>
                      <a:pt x="228058" y="30922"/>
                      <a:pt x="225408" y="27645"/>
                    </a:cubicBezTo>
                    <a:lnTo>
                      <a:pt x="199321" y="27645"/>
                    </a:lnTo>
                    <a:cubicBezTo>
                      <a:pt x="199321" y="27645"/>
                      <a:pt x="193419" y="21654"/>
                      <a:pt x="189801" y="24031"/>
                    </a:cubicBezTo>
                    <a:lnTo>
                      <a:pt x="182755" y="28786"/>
                    </a:lnTo>
                    <a:lnTo>
                      <a:pt x="60508" y="28786"/>
                    </a:lnTo>
                    <a:lnTo>
                      <a:pt x="60508" y="70906"/>
                    </a:lnTo>
                    <a:lnTo>
                      <a:pt x="41942" y="70906"/>
                    </a:lnTo>
                    <a:lnTo>
                      <a:pt x="41942" y="136321"/>
                    </a:lnTo>
                    <a:cubicBezTo>
                      <a:pt x="41942" y="136321"/>
                      <a:pt x="43180" y="156003"/>
                      <a:pt x="39467" y="157239"/>
                    </a:cubicBezTo>
                    <a:cubicBezTo>
                      <a:pt x="35754" y="158475"/>
                      <a:pt x="22139" y="162183"/>
                      <a:pt x="22139" y="168363"/>
                    </a:cubicBezTo>
                    <a:cubicBezTo>
                      <a:pt x="22139" y="174543"/>
                      <a:pt x="20901" y="179488"/>
                      <a:pt x="14713" y="180724"/>
                    </a:cubicBezTo>
                    <a:cubicBezTo>
                      <a:pt x="8524" y="181960"/>
                      <a:pt x="14713" y="195461"/>
                      <a:pt x="6049" y="195461"/>
                    </a:cubicBezTo>
                    <a:cubicBezTo>
                      <a:pt x="-2615" y="195461"/>
                      <a:pt x="9762" y="204969"/>
                      <a:pt x="4811" y="210389"/>
                    </a:cubicBezTo>
                    <a:cubicBezTo>
                      <a:pt x="-140" y="215808"/>
                      <a:pt x="1193" y="221418"/>
                      <a:pt x="7286" y="221418"/>
                    </a:cubicBezTo>
                    <a:cubicBezTo>
                      <a:pt x="13380" y="221418"/>
                      <a:pt x="11000" y="228834"/>
                      <a:pt x="11000" y="236251"/>
                    </a:cubicBezTo>
                    <a:cubicBezTo>
                      <a:pt x="11000" y="243667"/>
                      <a:pt x="20521" y="248611"/>
                      <a:pt x="20521" y="248611"/>
                    </a:cubicBezTo>
                    <a:lnTo>
                      <a:pt x="18045" y="257263"/>
                    </a:lnTo>
                    <a:cubicBezTo>
                      <a:pt x="23493" y="263435"/>
                      <a:pt x="28458" y="270015"/>
                      <a:pt x="32898" y="276945"/>
                    </a:cubicBezTo>
                    <a:cubicBezTo>
                      <a:pt x="34135" y="280653"/>
                      <a:pt x="41561" y="290541"/>
                      <a:pt x="34135" y="294250"/>
                    </a:cubicBezTo>
                    <a:cubicBezTo>
                      <a:pt x="26709" y="297958"/>
                      <a:pt x="31660" y="301666"/>
                      <a:pt x="31660" y="301666"/>
                    </a:cubicBezTo>
                    <a:lnTo>
                      <a:pt x="40324" y="302902"/>
                    </a:lnTo>
                    <a:lnTo>
                      <a:pt x="42799" y="309082"/>
                    </a:lnTo>
                    <a:cubicBezTo>
                      <a:pt x="48946" y="309281"/>
                      <a:pt x="54750" y="311956"/>
                      <a:pt x="58889" y="316498"/>
                    </a:cubicBezTo>
                    <a:cubicBezTo>
                      <a:pt x="65078" y="323820"/>
                      <a:pt x="67553" y="325151"/>
                      <a:pt x="67553" y="328764"/>
                    </a:cubicBezTo>
                    <a:cubicBezTo>
                      <a:pt x="67553" y="332377"/>
                      <a:pt x="72409" y="333708"/>
                      <a:pt x="79835" y="339888"/>
                    </a:cubicBezTo>
                    <a:cubicBezTo>
                      <a:pt x="87261" y="346068"/>
                      <a:pt x="87261" y="349396"/>
                      <a:pt x="87261" y="353485"/>
                    </a:cubicBezTo>
                    <a:cubicBezTo>
                      <a:pt x="87261" y="357573"/>
                      <a:pt x="100876" y="362993"/>
                      <a:pt x="100876" y="362993"/>
                    </a:cubicBezTo>
                    <a:lnTo>
                      <a:pt x="105541" y="374497"/>
                    </a:lnTo>
                    <a:cubicBezTo>
                      <a:pt x="107846" y="375542"/>
                      <a:pt x="109679" y="377406"/>
                      <a:pt x="110683" y="379727"/>
                    </a:cubicBezTo>
                    <a:cubicBezTo>
                      <a:pt x="112568" y="383805"/>
                      <a:pt x="115572" y="387267"/>
                      <a:pt x="119347" y="389710"/>
                    </a:cubicBezTo>
                    <a:cubicBezTo>
                      <a:pt x="119347" y="389710"/>
                      <a:pt x="126773" y="394559"/>
                      <a:pt x="131724" y="389710"/>
                    </a:cubicBezTo>
                    <a:cubicBezTo>
                      <a:pt x="136674" y="384861"/>
                      <a:pt x="142863" y="390946"/>
                      <a:pt x="142863" y="390946"/>
                    </a:cubicBezTo>
                    <a:cubicBezTo>
                      <a:pt x="142863" y="390946"/>
                      <a:pt x="149147" y="385907"/>
                      <a:pt x="152860" y="388379"/>
                    </a:cubicBezTo>
                    <a:cubicBezTo>
                      <a:pt x="156573" y="390851"/>
                      <a:pt x="166380" y="399123"/>
                      <a:pt x="175995" y="407965"/>
                    </a:cubicBezTo>
                    <a:cubicBezTo>
                      <a:pt x="180768" y="406053"/>
                      <a:pt x="185708" y="404589"/>
                      <a:pt x="190753" y="403592"/>
                    </a:cubicBezTo>
                    <a:cubicBezTo>
                      <a:pt x="195228" y="403592"/>
                      <a:pt x="201416" y="410723"/>
                      <a:pt x="203225" y="408061"/>
                    </a:cubicBezTo>
                    <a:cubicBezTo>
                      <a:pt x="207110" y="404279"/>
                      <a:pt x="212502" y="402460"/>
                      <a:pt x="217887" y="403116"/>
                    </a:cubicBezTo>
                    <a:cubicBezTo>
                      <a:pt x="221505" y="404923"/>
                      <a:pt x="229883" y="405398"/>
                      <a:pt x="230359" y="402261"/>
                    </a:cubicBezTo>
                    <a:cubicBezTo>
                      <a:pt x="230835" y="399123"/>
                      <a:pt x="234453" y="397982"/>
                      <a:pt x="237119" y="395795"/>
                    </a:cubicBezTo>
                    <a:cubicBezTo>
                      <a:pt x="238283" y="394961"/>
                      <a:pt x="239177" y="393804"/>
                      <a:pt x="239690" y="392467"/>
                    </a:cubicBezTo>
                    <a:cubicBezTo>
                      <a:pt x="240547" y="388949"/>
                      <a:pt x="251210" y="382959"/>
                      <a:pt x="255685" y="381818"/>
                    </a:cubicBezTo>
                    <a:cubicBezTo>
                      <a:pt x="260159" y="380677"/>
                      <a:pt x="265205" y="380487"/>
                      <a:pt x="267681" y="383150"/>
                    </a:cubicBezTo>
                    <a:cubicBezTo>
                      <a:pt x="269094" y="384505"/>
                      <a:pt x="270783" y="385543"/>
                      <a:pt x="272632" y="386192"/>
                    </a:cubicBezTo>
                    <a:cubicBezTo>
                      <a:pt x="274155" y="374878"/>
                      <a:pt x="276726" y="368602"/>
                      <a:pt x="272632" y="368602"/>
                    </a:cubicBezTo>
                    <a:cubicBezTo>
                      <a:pt x="264186" y="367435"/>
                      <a:pt x="257060" y="361742"/>
                      <a:pt x="254066" y="353770"/>
                    </a:cubicBezTo>
                    <a:cubicBezTo>
                      <a:pt x="250353" y="344262"/>
                      <a:pt x="239118" y="337701"/>
                      <a:pt x="236738" y="331521"/>
                    </a:cubicBezTo>
                    <a:cubicBezTo>
                      <a:pt x="234358" y="325341"/>
                      <a:pt x="220553" y="326577"/>
                      <a:pt x="217697" y="322013"/>
                    </a:cubicBezTo>
                    <a:cubicBezTo>
                      <a:pt x="214840" y="317449"/>
                      <a:pt x="221410" y="317069"/>
                      <a:pt x="221410" y="310889"/>
                    </a:cubicBezTo>
                    <a:cubicBezTo>
                      <a:pt x="221410" y="304708"/>
                      <a:pt x="236357" y="308416"/>
                      <a:pt x="237500" y="307181"/>
                    </a:cubicBezTo>
                    <a:cubicBezTo>
                      <a:pt x="239361" y="299882"/>
                      <a:pt x="240225" y="292366"/>
                      <a:pt x="240070" y="284837"/>
                    </a:cubicBezTo>
                    <a:cubicBezTo>
                      <a:pt x="240071" y="277420"/>
                      <a:pt x="249591" y="270004"/>
                      <a:pt x="246259" y="265821"/>
                    </a:cubicBezTo>
                    <a:cubicBezTo>
                      <a:pt x="242927" y="261637"/>
                      <a:pt x="249972" y="260876"/>
                      <a:pt x="254923" y="257168"/>
                    </a:cubicBezTo>
                    <a:cubicBezTo>
                      <a:pt x="259874" y="253460"/>
                      <a:pt x="256161" y="242336"/>
                      <a:pt x="261111" y="237392"/>
                    </a:cubicBezTo>
                    <a:cubicBezTo>
                      <a:pt x="266062" y="232447"/>
                      <a:pt x="269775" y="222559"/>
                      <a:pt x="273489" y="222559"/>
                    </a:cubicBezTo>
                    <a:cubicBezTo>
                      <a:pt x="278183" y="221684"/>
                      <a:pt x="281722" y="217800"/>
                      <a:pt x="282153" y="213051"/>
                    </a:cubicBezTo>
                    <a:cubicBezTo>
                      <a:pt x="282152" y="208107"/>
                      <a:pt x="290816" y="198123"/>
                      <a:pt x="289579" y="189471"/>
                    </a:cubicBezTo>
                    <a:cubicBezTo>
                      <a:pt x="288341" y="180819"/>
                      <a:pt x="284628" y="169694"/>
                      <a:pt x="290816" y="162278"/>
                    </a:cubicBezTo>
                    <a:cubicBezTo>
                      <a:pt x="296263" y="157215"/>
                      <a:pt x="299012" y="149892"/>
                      <a:pt x="298243" y="142502"/>
                    </a:cubicBezTo>
                    <a:cubicBezTo>
                      <a:pt x="297005" y="136321"/>
                      <a:pt x="305669" y="135085"/>
                      <a:pt x="309382" y="131377"/>
                    </a:cubicBezTo>
                    <a:cubicBezTo>
                      <a:pt x="316882" y="126775"/>
                      <a:pt x="323361" y="120693"/>
                      <a:pt x="328424" y="113502"/>
                    </a:cubicBezTo>
                    <a:cubicBezTo>
                      <a:pt x="325047" y="108961"/>
                      <a:pt x="320849" y="105092"/>
                      <a:pt x="316047" y="102092"/>
                    </a:cubicBezTo>
                    <a:cubicBezTo>
                      <a:pt x="308906" y="98860"/>
                      <a:pt x="304145" y="86404"/>
                      <a:pt x="304145" y="70716"/>
                    </a:cubicBezTo>
                    <a:cubicBezTo>
                      <a:pt x="303760" y="59565"/>
                      <a:pt x="302261" y="48481"/>
                      <a:pt x="299671" y="37628"/>
                    </a:cubicBezTo>
                    <a:cubicBezTo>
                      <a:pt x="296624" y="28784"/>
                      <a:pt x="290422" y="21371"/>
                      <a:pt x="282248" y="16805"/>
                    </a:cubicBezTo>
                    <a:cubicBezTo>
                      <a:pt x="276359" y="13825"/>
                      <a:pt x="272203" y="8268"/>
                      <a:pt x="271013" y="1783"/>
                    </a:cubicBezTo>
                    <a:lnTo>
                      <a:pt x="270347" y="2638"/>
                    </a:lnTo>
                    <a:cubicBezTo>
                      <a:pt x="265682" y="11006"/>
                      <a:pt x="266824" y="9865"/>
                      <a:pt x="260921" y="986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99" name="Freeform 2758">
                <a:extLst>
                  <a:ext uri="{FF2B5EF4-FFF2-40B4-BE49-F238E27FC236}">
                    <a16:creationId xmlns:a16="http://schemas.microsoft.com/office/drawing/2014/main" id="{5D49152E-4191-8D3E-0EC5-A5B00A8BA5F9}"/>
                  </a:ext>
                </a:extLst>
              </p:cNvPr>
              <p:cNvSpPr/>
              <p:nvPr/>
            </p:nvSpPr>
            <p:spPr>
              <a:xfrm>
                <a:off x="6747854" y="4226074"/>
                <a:ext cx="40980" cy="40925"/>
              </a:xfrm>
              <a:custGeom>
                <a:avLst/>
                <a:gdLst>
                  <a:gd name="connsiteX0" fmla="*/ 13736 w 38083"/>
                  <a:gd name="connsiteY0" fmla="*/ 6252 h 38032"/>
                  <a:gd name="connsiteX1" fmla="*/ 4215 w 38083"/>
                  <a:gd name="connsiteY1" fmla="*/ 20228 h 38032"/>
                  <a:gd name="connsiteX2" fmla="*/ 3644 w 38083"/>
                  <a:gd name="connsiteY2" fmla="*/ 37058 h 38032"/>
                  <a:gd name="connsiteX3" fmla="*/ 14879 w 38083"/>
                  <a:gd name="connsiteY3" fmla="*/ 36392 h 38032"/>
                  <a:gd name="connsiteX4" fmla="*/ 24400 w 38083"/>
                  <a:gd name="connsiteY4" fmla="*/ 39625 h 38032"/>
                  <a:gd name="connsiteX5" fmla="*/ 32683 w 38083"/>
                  <a:gd name="connsiteY5" fmla="*/ 30117 h 38032"/>
                  <a:gd name="connsiteX6" fmla="*/ 21924 w 38083"/>
                  <a:gd name="connsiteY6" fmla="*/ 25553 h 38032"/>
                  <a:gd name="connsiteX7" fmla="*/ 33540 w 38083"/>
                  <a:gd name="connsiteY7" fmla="*/ 16045 h 38032"/>
                  <a:gd name="connsiteX8" fmla="*/ 31731 w 38083"/>
                  <a:gd name="connsiteY8" fmla="*/ 4255 h 38032"/>
                  <a:gd name="connsiteX9" fmla="*/ 29065 w 38083"/>
                  <a:gd name="connsiteY9" fmla="*/ 1783 h 38032"/>
                  <a:gd name="connsiteX10" fmla="*/ 23638 w 38083"/>
                  <a:gd name="connsiteY10" fmla="*/ 5586 h 38032"/>
                  <a:gd name="connsiteX11" fmla="*/ 13736 w 38083"/>
                  <a:gd name="connsiteY11" fmla="*/ 6252 h 3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083" h="38032">
                    <a:moveTo>
                      <a:pt x="13736" y="6252"/>
                    </a:moveTo>
                    <a:cubicBezTo>
                      <a:pt x="10892" y="11126"/>
                      <a:pt x="7711" y="15797"/>
                      <a:pt x="4215" y="20228"/>
                    </a:cubicBezTo>
                    <a:cubicBezTo>
                      <a:pt x="1191" y="25382"/>
                      <a:pt x="977" y="31711"/>
                      <a:pt x="3644" y="37058"/>
                    </a:cubicBezTo>
                    <a:cubicBezTo>
                      <a:pt x="4882" y="39530"/>
                      <a:pt x="11070" y="38864"/>
                      <a:pt x="14879" y="36392"/>
                    </a:cubicBezTo>
                    <a:cubicBezTo>
                      <a:pt x="18687" y="33920"/>
                      <a:pt x="19925" y="35631"/>
                      <a:pt x="24400" y="39625"/>
                    </a:cubicBezTo>
                    <a:cubicBezTo>
                      <a:pt x="26931" y="36263"/>
                      <a:pt x="29699" y="33086"/>
                      <a:pt x="32683" y="30117"/>
                    </a:cubicBezTo>
                    <a:cubicBezTo>
                      <a:pt x="27732" y="27169"/>
                      <a:pt x="23162" y="26694"/>
                      <a:pt x="21924" y="25553"/>
                    </a:cubicBezTo>
                    <a:cubicBezTo>
                      <a:pt x="20686" y="24412"/>
                      <a:pt x="27827" y="17566"/>
                      <a:pt x="33540" y="16045"/>
                    </a:cubicBezTo>
                    <a:cubicBezTo>
                      <a:pt x="39252" y="14524"/>
                      <a:pt x="36491" y="8343"/>
                      <a:pt x="31731" y="4255"/>
                    </a:cubicBezTo>
                    <a:lnTo>
                      <a:pt x="29065" y="1783"/>
                    </a:lnTo>
                    <a:cubicBezTo>
                      <a:pt x="27082" y="2784"/>
                      <a:pt x="25255" y="4065"/>
                      <a:pt x="23638" y="5586"/>
                    </a:cubicBezTo>
                    <a:cubicBezTo>
                      <a:pt x="21924" y="7202"/>
                      <a:pt x="18592" y="7202"/>
                      <a:pt x="13736" y="62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00" name="Freeform 2759">
                <a:extLst>
                  <a:ext uri="{FF2B5EF4-FFF2-40B4-BE49-F238E27FC236}">
                    <a16:creationId xmlns:a16="http://schemas.microsoft.com/office/drawing/2014/main" id="{F1A73F84-0EB2-D686-51B8-C1C498DDB679}"/>
                  </a:ext>
                </a:extLst>
              </p:cNvPr>
              <p:cNvSpPr/>
              <p:nvPr/>
            </p:nvSpPr>
            <p:spPr>
              <a:xfrm>
                <a:off x="6633726" y="4107186"/>
                <a:ext cx="143431" cy="122775"/>
              </a:xfrm>
              <a:custGeom>
                <a:avLst/>
                <a:gdLst>
                  <a:gd name="connsiteX0" fmla="*/ 23826 w 133291"/>
                  <a:gd name="connsiteY0" fmla="*/ 20038 h 114096"/>
                  <a:gd name="connsiteX1" fmla="*/ 12686 w 133291"/>
                  <a:gd name="connsiteY1" fmla="*/ 31163 h 114096"/>
                  <a:gd name="connsiteX2" fmla="*/ 5260 w 133291"/>
                  <a:gd name="connsiteY2" fmla="*/ 50939 h 114096"/>
                  <a:gd name="connsiteX3" fmla="*/ 4023 w 133291"/>
                  <a:gd name="connsiteY3" fmla="*/ 78037 h 114096"/>
                  <a:gd name="connsiteX4" fmla="*/ 20779 w 133291"/>
                  <a:gd name="connsiteY4" fmla="*/ 78893 h 114096"/>
                  <a:gd name="connsiteX5" fmla="*/ 27063 w 133291"/>
                  <a:gd name="connsiteY5" fmla="*/ 72617 h 114096"/>
                  <a:gd name="connsiteX6" fmla="*/ 36584 w 133291"/>
                  <a:gd name="connsiteY6" fmla="*/ 70145 h 114096"/>
                  <a:gd name="connsiteX7" fmla="*/ 49056 w 133291"/>
                  <a:gd name="connsiteY7" fmla="*/ 75185 h 114096"/>
                  <a:gd name="connsiteX8" fmla="*/ 57815 w 133291"/>
                  <a:gd name="connsiteY8" fmla="*/ 75185 h 114096"/>
                  <a:gd name="connsiteX9" fmla="*/ 77809 w 133291"/>
                  <a:gd name="connsiteY9" fmla="*/ 75185 h 114096"/>
                  <a:gd name="connsiteX10" fmla="*/ 120272 w 133291"/>
                  <a:gd name="connsiteY10" fmla="*/ 116354 h 114096"/>
                  <a:gd name="connsiteX11" fmla="*/ 120272 w 133291"/>
                  <a:gd name="connsiteY11" fmla="*/ 116354 h 114096"/>
                  <a:gd name="connsiteX12" fmla="*/ 129793 w 133291"/>
                  <a:gd name="connsiteY12" fmla="*/ 115689 h 114096"/>
                  <a:gd name="connsiteX13" fmla="*/ 135220 w 133291"/>
                  <a:gd name="connsiteY13" fmla="*/ 111886 h 114096"/>
                  <a:gd name="connsiteX14" fmla="*/ 113893 w 133291"/>
                  <a:gd name="connsiteY14" fmla="*/ 88021 h 114096"/>
                  <a:gd name="connsiteX15" fmla="*/ 82189 w 133291"/>
                  <a:gd name="connsiteY15" fmla="*/ 66057 h 114096"/>
                  <a:gd name="connsiteX16" fmla="*/ 69431 w 133291"/>
                  <a:gd name="connsiteY16" fmla="*/ 53411 h 114096"/>
                  <a:gd name="connsiteX17" fmla="*/ 54578 w 133291"/>
                  <a:gd name="connsiteY17" fmla="*/ 24127 h 114096"/>
                  <a:gd name="connsiteX18" fmla="*/ 43344 w 133291"/>
                  <a:gd name="connsiteY18" fmla="*/ 1783 h 114096"/>
                  <a:gd name="connsiteX19" fmla="*/ 23826 w 133291"/>
                  <a:gd name="connsiteY19" fmla="*/ 20038 h 114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33291" h="114096">
                    <a:moveTo>
                      <a:pt x="23826" y="20038"/>
                    </a:moveTo>
                    <a:cubicBezTo>
                      <a:pt x="20113" y="23746"/>
                      <a:pt x="11449" y="24982"/>
                      <a:pt x="12686" y="31163"/>
                    </a:cubicBezTo>
                    <a:cubicBezTo>
                      <a:pt x="13456" y="38553"/>
                      <a:pt x="10706" y="45876"/>
                      <a:pt x="5260" y="50939"/>
                    </a:cubicBezTo>
                    <a:cubicBezTo>
                      <a:pt x="-928" y="58355"/>
                      <a:pt x="2785" y="69385"/>
                      <a:pt x="4023" y="78037"/>
                    </a:cubicBezTo>
                    <a:cubicBezTo>
                      <a:pt x="9600" y="77042"/>
                      <a:pt x="15332" y="77335"/>
                      <a:pt x="20779" y="78893"/>
                    </a:cubicBezTo>
                    <a:cubicBezTo>
                      <a:pt x="23921" y="82030"/>
                      <a:pt x="25159" y="78893"/>
                      <a:pt x="27063" y="72617"/>
                    </a:cubicBezTo>
                    <a:cubicBezTo>
                      <a:pt x="28967" y="66342"/>
                      <a:pt x="32680" y="67008"/>
                      <a:pt x="36584" y="70145"/>
                    </a:cubicBezTo>
                    <a:cubicBezTo>
                      <a:pt x="40487" y="73283"/>
                      <a:pt x="42772" y="78322"/>
                      <a:pt x="49056" y="75185"/>
                    </a:cubicBezTo>
                    <a:cubicBezTo>
                      <a:pt x="55340" y="72047"/>
                      <a:pt x="54673" y="73949"/>
                      <a:pt x="57815" y="75185"/>
                    </a:cubicBezTo>
                    <a:cubicBezTo>
                      <a:pt x="60957" y="76421"/>
                      <a:pt x="73429" y="74519"/>
                      <a:pt x="77809" y="75185"/>
                    </a:cubicBezTo>
                    <a:cubicBezTo>
                      <a:pt x="82188" y="75850"/>
                      <a:pt x="120272" y="116354"/>
                      <a:pt x="120272" y="116354"/>
                    </a:cubicBezTo>
                    <a:lnTo>
                      <a:pt x="120272" y="116354"/>
                    </a:lnTo>
                    <a:cubicBezTo>
                      <a:pt x="125127" y="116925"/>
                      <a:pt x="128460" y="117591"/>
                      <a:pt x="129793" y="115689"/>
                    </a:cubicBezTo>
                    <a:cubicBezTo>
                      <a:pt x="131409" y="114167"/>
                      <a:pt x="133237" y="112887"/>
                      <a:pt x="135220" y="111886"/>
                    </a:cubicBezTo>
                    <a:cubicBezTo>
                      <a:pt x="127572" y="104427"/>
                      <a:pt x="120447" y="96453"/>
                      <a:pt x="113893" y="88021"/>
                    </a:cubicBezTo>
                    <a:cubicBezTo>
                      <a:pt x="106531" y="76916"/>
                      <a:pt x="95183" y="69054"/>
                      <a:pt x="82189" y="66057"/>
                    </a:cubicBezTo>
                    <a:cubicBezTo>
                      <a:pt x="75048" y="66057"/>
                      <a:pt x="73905" y="53982"/>
                      <a:pt x="69431" y="53411"/>
                    </a:cubicBezTo>
                    <a:cubicBezTo>
                      <a:pt x="64956" y="52841"/>
                      <a:pt x="54959" y="35346"/>
                      <a:pt x="54578" y="24127"/>
                    </a:cubicBezTo>
                    <a:cubicBezTo>
                      <a:pt x="53059" y="15756"/>
                      <a:pt x="49159" y="7999"/>
                      <a:pt x="43344" y="1783"/>
                    </a:cubicBezTo>
                    <a:cubicBezTo>
                      <a:pt x="38183" y="9160"/>
                      <a:pt x="31535" y="15378"/>
                      <a:pt x="23826" y="200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01" name="Freeform 2760">
                <a:extLst>
                  <a:ext uri="{FF2B5EF4-FFF2-40B4-BE49-F238E27FC236}">
                    <a16:creationId xmlns:a16="http://schemas.microsoft.com/office/drawing/2014/main" id="{3DC7FABD-28B1-E215-AF97-0D6648CDF6D6}"/>
                  </a:ext>
                </a:extLst>
              </p:cNvPr>
              <p:cNvSpPr/>
              <p:nvPr/>
            </p:nvSpPr>
            <p:spPr>
              <a:xfrm>
                <a:off x="6558052" y="4178280"/>
                <a:ext cx="317597" cy="245552"/>
              </a:xfrm>
              <a:custGeom>
                <a:avLst/>
                <a:gdLst>
                  <a:gd name="connsiteX0" fmla="*/ 21125 w 295145"/>
                  <a:gd name="connsiteY0" fmla="*/ 154400 h 228192"/>
                  <a:gd name="connsiteX1" fmla="*/ 38453 w 295145"/>
                  <a:gd name="connsiteY1" fmla="*/ 176648 h 228192"/>
                  <a:gd name="connsiteX2" fmla="*/ 57019 w 295145"/>
                  <a:gd name="connsiteY2" fmla="*/ 191481 h 228192"/>
                  <a:gd name="connsiteX3" fmla="*/ 57019 w 295145"/>
                  <a:gd name="connsiteY3" fmla="*/ 209071 h 228192"/>
                  <a:gd name="connsiteX4" fmla="*/ 63588 w 295145"/>
                  <a:gd name="connsiteY4" fmla="*/ 211828 h 228192"/>
                  <a:gd name="connsiteX5" fmla="*/ 84058 w 295145"/>
                  <a:gd name="connsiteY5" fmla="*/ 215822 h 228192"/>
                  <a:gd name="connsiteX6" fmla="*/ 107194 w 295145"/>
                  <a:gd name="connsiteY6" fmla="*/ 229133 h 228192"/>
                  <a:gd name="connsiteX7" fmla="*/ 130234 w 295145"/>
                  <a:gd name="connsiteY7" fmla="*/ 233126 h 228192"/>
                  <a:gd name="connsiteX8" fmla="*/ 143563 w 295145"/>
                  <a:gd name="connsiteY8" fmla="*/ 222477 h 228192"/>
                  <a:gd name="connsiteX9" fmla="*/ 160986 w 295145"/>
                  <a:gd name="connsiteY9" fmla="*/ 218959 h 228192"/>
                  <a:gd name="connsiteX10" fmla="*/ 170507 w 295145"/>
                  <a:gd name="connsiteY10" fmla="*/ 222953 h 228192"/>
                  <a:gd name="connsiteX11" fmla="*/ 180504 w 295145"/>
                  <a:gd name="connsiteY11" fmla="*/ 220100 h 228192"/>
                  <a:gd name="connsiteX12" fmla="*/ 196784 w 295145"/>
                  <a:gd name="connsiteY12" fmla="*/ 217628 h 228192"/>
                  <a:gd name="connsiteX13" fmla="*/ 222967 w 295145"/>
                  <a:gd name="connsiteY13" fmla="*/ 203841 h 228192"/>
                  <a:gd name="connsiteX14" fmla="*/ 245151 w 295145"/>
                  <a:gd name="connsiteY14" fmla="*/ 199848 h 228192"/>
                  <a:gd name="connsiteX15" fmla="*/ 298562 w 295145"/>
                  <a:gd name="connsiteY15" fmla="*/ 146603 h 228192"/>
                  <a:gd name="connsiteX16" fmla="*/ 291422 w 295145"/>
                  <a:gd name="connsiteY16" fmla="*/ 142134 h 228192"/>
                  <a:gd name="connsiteX17" fmla="*/ 263906 w 295145"/>
                  <a:gd name="connsiteY17" fmla="*/ 135954 h 228192"/>
                  <a:gd name="connsiteX18" fmla="*/ 223443 w 295145"/>
                  <a:gd name="connsiteY18" fmla="*/ 121692 h 228192"/>
                  <a:gd name="connsiteX19" fmla="*/ 210114 w 295145"/>
                  <a:gd name="connsiteY19" fmla="*/ 109712 h 228192"/>
                  <a:gd name="connsiteX20" fmla="*/ 197641 w 295145"/>
                  <a:gd name="connsiteY20" fmla="*/ 91552 h 228192"/>
                  <a:gd name="connsiteX21" fmla="*/ 200688 w 295145"/>
                  <a:gd name="connsiteY21" fmla="*/ 84040 h 228192"/>
                  <a:gd name="connsiteX22" fmla="*/ 191167 w 295145"/>
                  <a:gd name="connsiteY22" fmla="*/ 80808 h 228192"/>
                  <a:gd name="connsiteX23" fmla="*/ 179933 w 295145"/>
                  <a:gd name="connsiteY23" fmla="*/ 81473 h 228192"/>
                  <a:gd name="connsiteX24" fmla="*/ 180504 w 295145"/>
                  <a:gd name="connsiteY24" fmla="*/ 64644 h 228192"/>
                  <a:gd name="connsiteX25" fmla="*/ 190501 w 295145"/>
                  <a:gd name="connsiteY25" fmla="*/ 50287 h 228192"/>
                  <a:gd name="connsiteX26" fmla="*/ 148038 w 295145"/>
                  <a:gd name="connsiteY26" fmla="*/ 9117 h 228192"/>
                  <a:gd name="connsiteX27" fmla="*/ 128044 w 295145"/>
                  <a:gd name="connsiteY27" fmla="*/ 9117 h 228192"/>
                  <a:gd name="connsiteX28" fmla="*/ 119285 w 295145"/>
                  <a:gd name="connsiteY28" fmla="*/ 9117 h 228192"/>
                  <a:gd name="connsiteX29" fmla="*/ 106813 w 295145"/>
                  <a:gd name="connsiteY29" fmla="*/ 4078 h 228192"/>
                  <a:gd name="connsiteX30" fmla="*/ 97292 w 295145"/>
                  <a:gd name="connsiteY30" fmla="*/ 6550 h 228192"/>
                  <a:gd name="connsiteX31" fmla="*/ 91008 w 295145"/>
                  <a:gd name="connsiteY31" fmla="*/ 12825 h 228192"/>
                  <a:gd name="connsiteX32" fmla="*/ 74252 w 295145"/>
                  <a:gd name="connsiteY32" fmla="*/ 11970 h 228192"/>
                  <a:gd name="connsiteX33" fmla="*/ 74252 w 295145"/>
                  <a:gd name="connsiteY33" fmla="*/ 11970 h 228192"/>
                  <a:gd name="connsiteX34" fmla="*/ 66825 w 295145"/>
                  <a:gd name="connsiteY34" fmla="*/ 35549 h 228192"/>
                  <a:gd name="connsiteX35" fmla="*/ 58162 w 295145"/>
                  <a:gd name="connsiteY35" fmla="*/ 45057 h 228192"/>
                  <a:gd name="connsiteX36" fmla="*/ 45785 w 295145"/>
                  <a:gd name="connsiteY36" fmla="*/ 59890 h 228192"/>
                  <a:gd name="connsiteX37" fmla="*/ 39596 w 295145"/>
                  <a:gd name="connsiteY37" fmla="*/ 79667 h 228192"/>
                  <a:gd name="connsiteX38" fmla="*/ 30932 w 295145"/>
                  <a:gd name="connsiteY38" fmla="*/ 88319 h 228192"/>
                  <a:gd name="connsiteX39" fmla="*/ 24743 w 295145"/>
                  <a:gd name="connsiteY39" fmla="*/ 107335 h 228192"/>
                  <a:gd name="connsiteX40" fmla="*/ 22173 w 295145"/>
                  <a:gd name="connsiteY40" fmla="*/ 129679 h 228192"/>
                  <a:gd name="connsiteX41" fmla="*/ 6083 w 295145"/>
                  <a:gd name="connsiteY41" fmla="*/ 133387 h 228192"/>
                  <a:gd name="connsiteX42" fmla="*/ 2370 w 295145"/>
                  <a:gd name="connsiteY42" fmla="*/ 144511 h 228192"/>
                  <a:gd name="connsiteX43" fmla="*/ 21125 w 295145"/>
                  <a:gd name="connsiteY43" fmla="*/ 154400 h 22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295145" h="228192">
                    <a:moveTo>
                      <a:pt x="21125" y="154400"/>
                    </a:moveTo>
                    <a:cubicBezTo>
                      <a:pt x="23506" y="160580"/>
                      <a:pt x="34740" y="166760"/>
                      <a:pt x="38453" y="176648"/>
                    </a:cubicBezTo>
                    <a:cubicBezTo>
                      <a:pt x="41447" y="184620"/>
                      <a:pt x="48574" y="190313"/>
                      <a:pt x="57019" y="191481"/>
                    </a:cubicBezTo>
                    <a:cubicBezTo>
                      <a:pt x="60732" y="191481"/>
                      <a:pt x="58162" y="197756"/>
                      <a:pt x="57019" y="209071"/>
                    </a:cubicBezTo>
                    <a:cubicBezTo>
                      <a:pt x="59264" y="209852"/>
                      <a:pt x="61458" y="210773"/>
                      <a:pt x="63588" y="211828"/>
                    </a:cubicBezTo>
                    <a:cubicBezTo>
                      <a:pt x="66730" y="213635"/>
                      <a:pt x="79583" y="211828"/>
                      <a:pt x="84058" y="215822"/>
                    </a:cubicBezTo>
                    <a:cubicBezTo>
                      <a:pt x="90829" y="221720"/>
                      <a:pt x="98688" y="226242"/>
                      <a:pt x="107194" y="229133"/>
                    </a:cubicBezTo>
                    <a:cubicBezTo>
                      <a:pt x="115017" y="229435"/>
                      <a:pt x="122766" y="230778"/>
                      <a:pt x="130234" y="233126"/>
                    </a:cubicBezTo>
                    <a:cubicBezTo>
                      <a:pt x="132900" y="234933"/>
                      <a:pt x="136518" y="226470"/>
                      <a:pt x="143563" y="222477"/>
                    </a:cubicBezTo>
                    <a:cubicBezTo>
                      <a:pt x="150609" y="218484"/>
                      <a:pt x="159653" y="215822"/>
                      <a:pt x="160986" y="218959"/>
                    </a:cubicBezTo>
                    <a:cubicBezTo>
                      <a:pt x="162759" y="222432"/>
                      <a:pt x="166783" y="224120"/>
                      <a:pt x="170507" y="222953"/>
                    </a:cubicBezTo>
                    <a:cubicBezTo>
                      <a:pt x="173752" y="221720"/>
                      <a:pt x="177097" y="220766"/>
                      <a:pt x="180504" y="220100"/>
                    </a:cubicBezTo>
                    <a:cubicBezTo>
                      <a:pt x="185836" y="218744"/>
                      <a:pt x="191289" y="217916"/>
                      <a:pt x="196784" y="217628"/>
                    </a:cubicBezTo>
                    <a:cubicBezTo>
                      <a:pt x="200307" y="217628"/>
                      <a:pt x="210114" y="203841"/>
                      <a:pt x="222967" y="203841"/>
                    </a:cubicBezTo>
                    <a:cubicBezTo>
                      <a:pt x="235820" y="203841"/>
                      <a:pt x="239438" y="206028"/>
                      <a:pt x="245151" y="199848"/>
                    </a:cubicBezTo>
                    <a:cubicBezTo>
                      <a:pt x="250863" y="193668"/>
                      <a:pt x="294563" y="149646"/>
                      <a:pt x="298562" y="146603"/>
                    </a:cubicBezTo>
                    <a:cubicBezTo>
                      <a:pt x="302561" y="143561"/>
                      <a:pt x="295896" y="142134"/>
                      <a:pt x="291422" y="142134"/>
                    </a:cubicBezTo>
                    <a:cubicBezTo>
                      <a:pt x="281930" y="141919"/>
                      <a:pt x="272576" y="139818"/>
                      <a:pt x="263906" y="135954"/>
                    </a:cubicBezTo>
                    <a:cubicBezTo>
                      <a:pt x="249625" y="130154"/>
                      <a:pt x="227442" y="122643"/>
                      <a:pt x="223443" y="121692"/>
                    </a:cubicBezTo>
                    <a:cubicBezTo>
                      <a:pt x="219444" y="120741"/>
                      <a:pt x="213922" y="111519"/>
                      <a:pt x="210114" y="109712"/>
                    </a:cubicBezTo>
                    <a:cubicBezTo>
                      <a:pt x="204844" y="104501"/>
                      <a:pt x="200612" y="98338"/>
                      <a:pt x="197641" y="91552"/>
                    </a:cubicBezTo>
                    <a:cubicBezTo>
                      <a:pt x="197070" y="90126"/>
                      <a:pt x="198403" y="87273"/>
                      <a:pt x="200688" y="84040"/>
                    </a:cubicBezTo>
                    <a:cubicBezTo>
                      <a:pt x="196309" y="80047"/>
                      <a:pt x="194119" y="78906"/>
                      <a:pt x="191167" y="80808"/>
                    </a:cubicBezTo>
                    <a:cubicBezTo>
                      <a:pt x="188216" y="82709"/>
                      <a:pt x="181647" y="83945"/>
                      <a:pt x="179933" y="81473"/>
                    </a:cubicBezTo>
                    <a:cubicBezTo>
                      <a:pt x="177265" y="76127"/>
                      <a:pt x="177480" y="69797"/>
                      <a:pt x="180504" y="64644"/>
                    </a:cubicBezTo>
                    <a:cubicBezTo>
                      <a:pt x="184152" y="60085"/>
                      <a:pt x="187492" y="55289"/>
                      <a:pt x="190501" y="50287"/>
                    </a:cubicBezTo>
                    <a:cubicBezTo>
                      <a:pt x="190501" y="50287"/>
                      <a:pt x="152418" y="9688"/>
                      <a:pt x="148038" y="9117"/>
                    </a:cubicBezTo>
                    <a:cubicBezTo>
                      <a:pt x="143659" y="8547"/>
                      <a:pt x="131186" y="10353"/>
                      <a:pt x="128044" y="9117"/>
                    </a:cubicBezTo>
                    <a:cubicBezTo>
                      <a:pt x="124903" y="7881"/>
                      <a:pt x="125569" y="5979"/>
                      <a:pt x="119285" y="9117"/>
                    </a:cubicBezTo>
                    <a:cubicBezTo>
                      <a:pt x="113002" y="12255"/>
                      <a:pt x="110526" y="7216"/>
                      <a:pt x="106813" y="4078"/>
                    </a:cubicBezTo>
                    <a:cubicBezTo>
                      <a:pt x="103100" y="940"/>
                      <a:pt x="99292" y="370"/>
                      <a:pt x="97292" y="6550"/>
                    </a:cubicBezTo>
                    <a:cubicBezTo>
                      <a:pt x="95293" y="12730"/>
                      <a:pt x="94150" y="16058"/>
                      <a:pt x="91008" y="12825"/>
                    </a:cubicBezTo>
                    <a:cubicBezTo>
                      <a:pt x="85561" y="11267"/>
                      <a:pt x="79829" y="10974"/>
                      <a:pt x="74252" y="11970"/>
                    </a:cubicBezTo>
                    <a:lnTo>
                      <a:pt x="74252" y="11970"/>
                    </a:lnTo>
                    <a:cubicBezTo>
                      <a:pt x="75489" y="20622"/>
                      <a:pt x="66825" y="30986"/>
                      <a:pt x="66825" y="35549"/>
                    </a:cubicBezTo>
                    <a:cubicBezTo>
                      <a:pt x="66395" y="40298"/>
                      <a:pt x="62855" y="44183"/>
                      <a:pt x="58162" y="45057"/>
                    </a:cubicBezTo>
                    <a:cubicBezTo>
                      <a:pt x="54448" y="45057"/>
                      <a:pt x="50735" y="54565"/>
                      <a:pt x="45785" y="59890"/>
                    </a:cubicBezTo>
                    <a:cubicBezTo>
                      <a:pt x="40834" y="65214"/>
                      <a:pt x="44547" y="75958"/>
                      <a:pt x="39596" y="79667"/>
                    </a:cubicBezTo>
                    <a:cubicBezTo>
                      <a:pt x="34645" y="83375"/>
                      <a:pt x="27219" y="84611"/>
                      <a:pt x="30932" y="88319"/>
                    </a:cubicBezTo>
                    <a:cubicBezTo>
                      <a:pt x="34645" y="92027"/>
                      <a:pt x="24743" y="99443"/>
                      <a:pt x="24743" y="107335"/>
                    </a:cubicBezTo>
                    <a:cubicBezTo>
                      <a:pt x="24899" y="114865"/>
                      <a:pt x="24034" y="122381"/>
                      <a:pt x="22173" y="129679"/>
                    </a:cubicBezTo>
                    <a:cubicBezTo>
                      <a:pt x="21030" y="130915"/>
                      <a:pt x="6083" y="127207"/>
                      <a:pt x="6083" y="133387"/>
                    </a:cubicBezTo>
                    <a:cubicBezTo>
                      <a:pt x="6083" y="139567"/>
                      <a:pt x="-106" y="139567"/>
                      <a:pt x="2370" y="144511"/>
                    </a:cubicBezTo>
                    <a:cubicBezTo>
                      <a:pt x="4845" y="149455"/>
                      <a:pt x="18555" y="148220"/>
                      <a:pt x="21125" y="15440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02" name="Freeform 2767">
                <a:extLst>
                  <a:ext uri="{FF2B5EF4-FFF2-40B4-BE49-F238E27FC236}">
                    <a16:creationId xmlns:a16="http://schemas.microsoft.com/office/drawing/2014/main" id="{390B73CA-8F70-3A43-4EB8-3CA035CA6258}"/>
                  </a:ext>
                </a:extLst>
              </p:cNvPr>
              <p:cNvSpPr/>
              <p:nvPr/>
            </p:nvSpPr>
            <p:spPr>
              <a:xfrm>
                <a:off x="6605194" y="3769995"/>
                <a:ext cx="10245" cy="30694"/>
              </a:xfrm>
              <a:custGeom>
                <a:avLst/>
                <a:gdLst>
                  <a:gd name="connsiteX0" fmla="*/ 6070 w 9520"/>
                  <a:gd name="connsiteY0" fmla="*/ 2037 h 28524"/>
                  <a:gd name="connsiteX1" fmla="*/ 1785 w 9520"/>
                  <a:gd name="connsiteY1" fmla="*/ 16585 h 28524"/>
                  <a:gd name="connsiteX2" fmla="*/ 9211 w 9520"/>
                  <a:gd name="connsiteY2" fmla="*/ 29230 h 28524"/>
                  <a:gd name="connsiteX3" fmla="*/ 11401 w 9520"/>
                  <a:gd name="connsiteY3" fmla="*/ 5841 h 28524"/>
                  <a:gd name="connsiteX4" fmla="*/ 12068 w 9520"/>
                  <a:gd name="connsiteY4" fmla="*/ 1942 h 28524"/>
                  <a:gd name="connsiteX5" fmla="*/ 6070 w 9520"/>
                  <a:gd name="connsiteY5" fmla="*/ 2037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20" h="28524">
                    <a:moveTo>
                      <a:pt x="6070" y="2037"/>
                    </a:moveTo>
                    <a:cubicBezTo>
                      <a:pt x="3023" y="3273"/>
                      <a:pt x="1785" y="14778"/>
                      <a:pt x="1785" y="16585"/>
                    </a:cubicBezTo>
                    <a:cubicBezTo>
                      <a:pt x="2972" y="21433"/>
                      <a:pt x="5553" y="25829"/>
                      <a:pt x="9211" y="29230"/>
                    </a:cubicBezTo>
                    <a:cubicBezTo>
                      <a:pt x="10354" y="20483"/>
                      <a:pt x="10639" y="8978"/>
                      <a:pt x="11401" y="5841"/>
                    </a:cubicBezTo>
                    <a:cubicBezTo>
                      <a:pt x="11696" y="4555"/>
                      <a:pt x="11919" y="3253"/>
                      <a:pt x="12068" y="1942"/>
                    </a:cubicBezTo>
                    <a:cubicBezTo>
                      <a:pt x="10073" y="1701"/>
                      <a:pt x="8056" y="1733"/>
                      <a:pt x="6070" y="20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03" name="Freeform 2825">
                <a:extLst>
                  <a:ext uri="{FF2B5EF4-FFF2-40B4-BE49-F238E27FC236}">
                    <a16:creationId xmlns:a16="http://schemas.microsoft.com/office/drawing/2014/main" id="{F9A7F90B-47B1-41A8-9340-131AD6935E24}"/>
                  </a:ext>
                </a:extLst>
              </p:cNvPr>
              <p:cNvSpPr/>
              <p:nvPr/>
            </p:nvSpPr>
            <p:spPr>
              <a:xfrm>
                <a:off x="6577738" y="4395905"/>
                <a:ext cx="174166" cy="204626"/>
              </a:xfrm>
              <a:custGeom>
                <a:avLst/>
                <a:gdLst>
                  <a:gd name="connsiteX0" fmla="*/ 143264 w 161853"/>
                  <a:gd name="connsiteY0" fmla="*/ 46193 h 190160"/>
                  <a:gd name="connsiteX1" fmla="*/ 152785 w 161853"/>
                  <a:gd name="connsiteY1" fmla="*/ 31836 h 190160"/>
                  <a:gd name="connsiteX2" fmla="*/ 162306 w 161853"/>
                  <a:gd name="connsiteY2" fmla="*/ 17860 h 190160"/>
                  <a:gd name="connsiteX3" fmla="*/ 152309 w 161853"/>
                  <a:gd name="connsiteY3" fmla="*/ 20712 h 190160"/>
                  <a:gd name="connsiteX4" fmla="*/ 142788 w 161853"/>
                  <a:gd name="connsiteY4" fmla="*/ 16719 h 190160"/>
                  <a:gd name="connsiteX5" fmla="*/ 125365 w 161853"/>
                  <a:gd name="connsiteY5" fmla="*/ 20237 h 190160"/>
                  <a:gd name="connsiteX6" fmla="*/ 112036 w 161853"/>
                  <a:gd name="connsiteY6" fmla="*/ 30886 h 190160"/>
                  <a:gd name="connsiteX7" fmla="*/ 88996 w 161853"/>
                  <a:gd name="connsiteY7" fmla="*/ 26892 h 190160"/>
                  <a:gd name="connsiteX8" fmla="*/ 65860 w 161853"/>
                  <a:gd name="connsiteY8" fmla="*/ 13581 h 190160"/>
                  <a:gd name="connsiteX9" fmla="*/ 45390 w 161853"/>
                  <a:gd name="connsiteY9" fmla="*/ 9588 h 190160"/>
                  <a:gd name="connsiteX10" fmla="*/ 33870 w 161853"/>
                  <a:gd name="connsiteY10" fmla="*/ 3788 h 190160"/>
                  <a:gd name="connsiteX11" fmla="*/ 21874 w 161853"/>
                  <a:gd name="connsiteY11" fmla="*/ 2457 h 190160"/>
                  <a:gd name="connsiteX12" fmla="*/ 5879 w 161853"/>
                  <a:gd name="connsiteY12" fmla="*/ 13106 h 190160"/>
                  <a:gd name="connsiteX13" fmla="*/ 3309 w 161853"/>
                  <a:gd name="connsiteY13" fmla="*/ 16433 h 190160"/>
                  <a:gd name="connsiteX14" fmla="*/ 12829 w 161853"/>
                  <a:gd name="connsiteY14" fmla="*/ 24705 h 190160"/>
                  <a:gd name="connsiteX15" fmla="*/ 14829 w 161853"/>
                  <a:gd name="connsiteY15" fmla="*/ 39062 h 190160"/>
                  <a:gd name="connsiteX16" fmla="*/ 23017 w 161853"/>
                  <a:gd name="connsiteY16" fmla="*/ 46193 h 190160"/>
                  <a:gd name="connsiteX17" fmla="*/ 22065 w 161853"/>
                  <a:gd name="connsiteY17" fmla="*/ 62642 h 190160"/>
                  <a:gd name="connsiteX18" fmla="*/ 8735 w 161853"/>
                  <a:gd name="connsiteY18" fmla="*/ 86127 h 190160"/>
                  <a:gd name="connsiteX19" fmla="*/ 2737 w 161853"/>
                  <a:gd name="connsiteY19" fmla="*/ 98583 h 190160"/>
                  <a:gd name="connsiteX20" fmla="*/ 15971 w 161853"/>
                  <a:gd name="connsiteY20" fmla="*/ 105904 h 190160"/>
                  <a:gd name="connsiteX21" fmla="*/ 1785 w 161853"/>
                  <a:gd name="connsiteY21" fmla="*/ 118740 h 190160"/>
                  <a:gd name="connsiteX22" fmla="*/ 1785 w 161853"/>
                  <a:gd name="connsiteY22" fmla="*/ 120831 h 190160"/>
                  <a:gd name="connsiteX23" fmla="*/ 77952 w 161853"/>
                  <a:gd name="connsiteY23" fmla="*/ 160955 h 190160"/>
                  <a:gd name="connsiteX24" fmla="*/ 77000 w 161853"/>
                  <a:gd name="connsiteY24" fmla="*/ 173221 h 190160"/>
                  <a:gd name="connsiteX25" fmla="*/ 110608 w 161853"/>
                  <a:gd name="connsiteY25" fmla="*/ 197086 h 190160"/>
                  <a:gd name="connsiteX26" fmla="*/ 130221 w 161853"/>
                  <a:gd name="connsiteY26" fmla="*/ 153539 h 190160"/>
                  <a:gd name="connsiteX27" fmla="*/ 142979 w 161853"/>
                  <a:gd name="connsiteY27" fmla="*/ 143175 h 190160"/>
                  <a:gd name="connsiteX28" fmla="*/ 153928 w 161853"/>
                  <a:gd name="connsiteY28" fmla="*/ 136044 h 190160"/>
                  <a:gd name="connsiteX29" fmla="*/ 155642 w 161853"/>
                  <a:gd name="connsiteY29" fmla="*/ 133667 h 190160"/>
                  <a:gd name="connsiteX30" fmla="*/ 146121 w 161853"/>
                  <a:gd name="connsiteY30" fmla="*/ 117884 h 190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61853" h="190160">
                    <a:moveTo>
                      <a:pt x="143264" y="46193"/>
                    </a:moveTo>
                    <a:lnTo>
                      <a:pt x="152785" y="31836"/>
                    </a:lnTo>
                    <a:lnTo>
                      <a:pt x="162306" y="17860"/>
                    </a:lnTo>
                    <a:cubicBezTo>
                      <a:pt x="158899" y="18526"/>
                      <a:pt x="155554" y="19480"/>
                      <a:pt x="152309" y="20712"/>
                    </a:cubicBezTo>
                    <a:cubicBezTo>
                      <a:pt x="148585" y="21880"/>
                      <a:pt x="144561" y="20192"/>
                      <a:pt x="142788" y="16719"/>
                    </a:cubicBezTo>
                    <a:cubicBezTo>
                      <a:pt x="141456" y="13581"/>
                      <a:pt x="132506" y="16719"/>
                      <a:pt x="125365" y="20237"/>
                    </a:cubicBezTo>
                    <a:cubicBezTo>
                      <a:pt x="118225" y="23755"/>
                      <a:pt x="114702" y="32692"/>
                      <a:pt x="112036" y="30886"/>
                    </a:cubicBezTo>
                    <a:cubicBezTo>
                      <a:pt x="104568" y="28538"/>
                      <a:pt x="96820" y="27195"/>
                      <a:pt x="88996" y="26892"/>
                    </a:cubicBezTo>
                    <a:cubicBezTo>
                      <a:pt x="80490" y="24001"/>
                      <a:pt x="72631" y="19479"/>
                      <a:pt x="65860" y="13581"/>
                    </a:cubicBezTo>
                    <a:cubicBezTo>
                      <a:pt x="61386" y="9588"/>
                      <a:pt x="48532" y="11394"/>
                      <a:pt x="45390" y="9588"/>
                    </a:cubicBezTo>
                    <a:cubicBezTo>
                      <a:pt x="42249" y="7781"/>
                      <a:pt x="35870" y="6450"/>
                      <a:pt x="33870" y="3788"/>
                    </a:cubicBezTo>
                    <a:cubicBezTo>
                      <a:pt x="31871" y="1126"/>
                      <a:pt x="26349" y="1601"/>
                      <a:pt x="21874" y="2457"/>
                    </a:cubicBezTo>
                    <a:cubicBezTo>
                      <a:pt x="17399" y="3312"/>
                      <a:pt x="6736" y="9588"/>
                      <a:pt x="5879" y="13106"/>
                    </a:cubicBezTo>
                    <a:cubicBezTo>
                      <a:pt x="5366" y="14442"/>
                      <a:pt x="4472" y="15599"/>
                      <a:pt x="3309" y="16433"/>
                    </a:cubicBezTo>
                    <a:lnTo>
                      <a:pt x="12829" y="24705"/>
                    </a:lnTo>
                    <a:lnTo>
                      <a:pt x="14829" y="39062"/>
                    </a:lnTo>
                    <a:lnTo>
                      <a:pt x="23017" y="46193"/>
                    </a:lnTo>
                    <a:cubicBezTo>
                      <a:pt x="22975" y="51689"/>
                      <a:pt x="22657" y="57179"/>
                      <a:pt x="22065" y="62642"/>
                    </a:cubicBezTo>
                    <a:cubicBezTo>
                      <a:pt x="19913" y="71563"/>
                      <a:pt x="15294" y="79701"/>
                      <a:pt x="8735" y="86127"/>
                    </a:cubicBezTo>
                    <a:cubicBezTo>
                      <a:pt x="6149" y="89970"/>
                      <a:pt x="4128" y="94165"/>
                      <a:pt x="2737" y="98583"/>
                    </a:cubicBezTo>
                    <a:cubicBezTo>
                      <a:pt x="10639" y="100579"/>
                      <a:pt x="16447" y="103527"/>
                      <a:pt x="15971" y="105904"/>
                    </a:cubicBezTo>
                    <a:cubicBezTo>
                      <a:pt x="15114" y="110753"/>
                      <a:pt x="1785" y="108566"/>
                      <a:pt x="1785" y="118740"/>
                    </a:cubicBezTo>
                    <a:cubicBezTo>
                      <a:pt x="1833" y="119436"/>
                      <a:pt x="1833" y="120135"/>
                      <a:pt x="1785" y="120831"/>
                    </a:cubicBezTo>
                    <a:lnTo>
                      <a:pt x="77952" y="160955"/>
                    </a:lnTo>
                    <a:lnTo>
                      <a:pt x="77000" y="173221"/>
                    </a:lnTo>
                    <a:cubicBezTo>
                      <a:pt x="77000" y="173221"/>
                      <a:pt x="93947" y="185676"/>
                      <a:pt x="110608" y="197086"/>
                    </a:cubicBezTo>
                    <a:cubicBezTo>
                      <a:pt x="116291" y="182201"/>
                      <a:pt x="122839" y="167661"/>
                      <a:pt x="130221" y="153539"/>
                    </a:cubicBezTo>
                    <a:cubicBezTo>
                      <a:pt x="134601" y="146693"/>
                      <a:pt x="139075" y="147929"/>
                      <a:pt x="142979" y="143175"/>
                    </a:cubicBezTo>
                    <a:cubicBezTo>
                      <a:pt x="146882" y="138421"/>
                      <a:pt x="148025" y="145552"/>
                      <a:pt x="153928" y="136044"/>
                    </a:cubicBezTo>
                    <a:lnTo>
                      <a:pt x="155642" y="133667"/>
                    </a:lnTo>
                    <a:lnTo>
                      <a:pt x="146121" y="117884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04" name="Freeform 2826">
                <a:extLst>
                  <a:ext uri="{FF2B5EF4-FFF2-40B4-BE49-F238E27FC236}">
                    <a16:creationId xmlns:a16="http://schemas.microsoft.com/office/drawing/2014/main" id="{40C029D1-B7C9-B338-ECF4-12CE3065C297}"/>
                  </a:ext>
                </a:extLst>
              </p:cNvPr>
              <p:cNvSpPr/>
              <p:nvPr/>
            </p:nvSpPr>
            <p:spPr>
              <a:xfrm>
                <a:off x="6481536" y="4412182"/>
                <a:ext cx="112696" cy="122775"/>
              </a:xfrm>
              <a:custGeom>
                <a:avLst/>
                <a:gdLst>
                  <a:gd name="connsiteX0" fmla="*/ 103372 w 104728"/>
                  <a:gd name="connsiteY0" fmla="*/ 24412 h 114096"/>
                  <a:gd name="connsiteX1" fmla="*/ 101373 w 104728"/>
                  <a:gd name="connsiteY1" fmla="*/ 10055 h 114096"/>
                  <a:gd name="connsiteX2" fmla="*/ 91852 w 104728"/>
                  <a:gd name="connsiteY2" fmla="*/ 1783 h 114096"/>
                  <a:gd name="connsiteX3" fmla="*/ 85092 w 104728"/>
                  <a:gd name="connsiteY3" fmla="*/ 8248 h 114096"/>
                  <a:gd name="connsiteX4" fmla="*/ 72620 w 104728"/>
                  <a:gd name="connsiteY4" fmla="*/ 9104 h 114096"/>
                  <a:gd name="connsiteX5" fmla="*/ 57958 w 104728"/>
                  <a:gd name="connsiteY5" fmla="*/ 14048 h 114096"/>
                  <a:gd name="connsiteX6" fmla="*/ 45486 w 104728"/>
                  <a:gd name="connsiteY6" fmla="*/ 9579 h 114096"/>
                  <a:gd name="connsiteX7" fmla="*/ 30443 w 104728"/>
                  <a:gd name="connsiteY7" fmla="*/ 14048 h 114096"/>
                  <a:gd name="connsiteX8" fmla="*/ 28634 w 104728"/>
                  <a:gd name="connsiteY8" fmla="*/ 31353 h 114096"/>
                  <a:gd name="connsiteX9" fmla="*/ 35299 w 104728"/>
                  <a:gd name="connsiteY9" fmla="*/ 40861 h 114096"/>
                  <a:gd name="connsiteX10" fmla="*/ 29491 w 104728"/>
                  <a:gd name="connsiteY10" fmla="*/ 51129 h 114096"/>
                  <a:gd name="connsiteX11" fmla="*/ 21113 w 104728"/>
                  <a:gd name="connsiteY11" fmla="*/ 56834 h 114096"/>
                  <a:gd name="connsiteX12" fmla="*/ 13496 w 104728"/>
                  <a:gd name="connsiteY12" fmla="*/ 67959 h 114096"/>
                  <a:gd name="connsiteX13" fmla="*/ 8640 w 104728"/>
                  <a:gd name="connsiteY13" fmla="*/ 82126 h 114096"/>
                  <a:gd name="connsiteX14" fmla="*/ 5117 w 104728"/>
                  <a:gd name="connsiteY14" fmla="*/ 99525 h 114096"/>
                  <a:gd name="connsiteX15" fmla="*/ 1785 w 104728"/>
                  <a:gd name="connsiteY15" fmla="*/ 113978 h 114096"/>
                  <a:gd name="connsiteX16" fmla="*/ 11782 w 104728"/>
                  <a:gd name="connsiteY16" fmla="*/ 112266 h 114096"/>
                  <a:gd name="connsiteX17" fmla="*/ 32252 w 104728"/>
                  <a:gd name="connsiteY17" fmla="*/ 106181 h 114096"/>
                  <a:gd name="connsiteX18" fmla="*/ 49009 w 104728"/>
                  <a:gd name="connsiteY18" fmla="*/ 104755 h 114096"/>
                  <a:gd name="connsiteX19" fmla="*/ 64147 w 104728"/>
                  <a:gd name="connsiteY19" fmla="*/ 83076 h 114096"/>
                  <a:gd name="connsiteX20" fmla="*/ 90900 w 104728"/>
                  <a:gd name="connsiteY20" fmla="*/ 83742 h 114096"/>
                  <a:gd name="connsiteX21" fmla="*/ 96898 w 104728"/>
                  <a:gd name="connsiteY21" fmla="*/ 71287 h 114096"/>
                  <a:gd name="connsiteX22" fmla="*/ 110227 w 104728"/>
                  <a:gd name="connsiteY22" fmla="*/ 47802 h 114096"/>
                  <a:gd name="connsiteX23" fmla="*/ 111180 w 104728"/>
                  <a:gd name="connsiteY23" fmla="*/ 31353 h 114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4728" h="114096">
                    <a:moveTo>
                      <a:pt x="103372" y="24412"/>
                    </a:moveTo>
                    <a:lnTo>
                      <a:pt x="101373" y="10055"/>
                    </a:lnTo>
                    <a:lnTo>
                      <a:pt x="91852" y="1783"/>
                    </a:lnTo>
                    <a:cubicBezTo>
                      <a:pt x="89186" y="3970"/>
                      <a:pt x="85378" y="6157"/>
                      <a:pt x="85092" y="8248"/>
                    </a:cubicBezTo>
                    <a:cubicBezTo>
                      <a:pt x="84807" y="10340"/>
                      <a:pt x="76238" y="10911"/>
                      <a:pt x="72620" y="9104"/>
                    </a:cubicBezTo>
                    <a:cubicBezTo>
                      <a:pt x="67235" y="8448"/>
                      <a:pt x="61843" y="10266"/>
                      <a:pt x="57958" y="14048"/>
                    </a:cubicBezTo>
                    <a:cubicBezTo>
                      <a:pt x="56149" y="16710"/>
                      <a:pt x="49961" y="9104"/>
                      <a:pt x="45486" y="9579"/>
                    </a:cubicBezTo>
                    <a:cubicBezTo>
                      <a:pt x="40361" y="10670"/>
                      <a:pt x="35331" y="12165"/>
                      <a:pt x="30443" y="14048"/>
                    </a:cubicBezTo>
                    <a:cubicBezTo>
                      <a:pt x="30443" y="14048"/>
                      <a:pt x="28634" y="26409"/>
                      <a:pt x="28634" y="31353"/>
                    </a:cubicBezTo>
                    <a:cubicBezTo>
                      <a:pt x="28634" y="36297"/>
                      <a:pt x="35299" y="37058"/>
                      <a:pt x="35299" y="40861"/>
                    </a:cubicBezTo>
                    <a:cubicBezTo>
                      <a:pt x="35299" y="44664"/>
                      <a:pt x="29967" y="48467"/>
                      <a:pt x="29491" y="51129"/>
                    </a:cubicBezTo>
                    <a:cubicBezTo>
                      <a:pt x="29015" y="53792"/>
                      <a:pt x="25492" y="55503"/>
                      <a:pt x="21113" y="56834"/>
                    </a:cubicBezTo>
                    <a:cubicBezTo>
                      <a:pt x="16733" y="58165"/>
                      <a:pt x="17114" y="65296"/>
                      <a:pt x="13496" y="67959"/>
                    </a:cubicBezTo>
                    <a:cubicBezTo>
                      <a:pt x="9878" y="70621"/>
                      <a:pt x="10830" y="77467"/>
                      <a:pt x="8640" y="82126"/>
                    </a:cubicBezTo>
                    <a:cubicBezTo>
                      <a:pt x="6342" y="87641"/>
                      <a:pt x="5145" y="93552"/>
                      <a:pt x="5117" y="99525"/>
                    </a:cubicBezTo>
                    <a:cubicBezTo>
                      <a:pt x="5432" y="104563"/>
                      <a:pt x="4275" y="109584"/>
                      <a:pt x="1785" y="113978"/>
                    </a:cubicBezTo>
                    <a:cubicBezTo>
                      <a:pt x="5214" y="114714"/>
                      <a:pt x="8795" y="114101"/>
                      <a:pt x="11782" y="112266"/>
                    </a:cubicBezTo>
                    <a:cubicBezTo>
                      <a:pt x="18491" y="109872"/>
                      <a:pt x="25324" y="107841"/>
                      <a:pt x="32252" y="106181"/>
                    </a:cubicBezTo>
                    <a:lnTo>
                      <a:pt x="49009" y="104755"/>
                    </a:lnTo>
                    <a:cubicBezTo>
                      <a:pt x="52722" y="94296"/>
                      <a:pt x="58529" y="84883"/>
                      <a:pt x="64147" y="83076"/>
                    </a:cubicBezTo>
                    <a:cubicBezTo>
                      <a:pt x="72985" y="81116"/>
                      <a:pt x="82170" y="81344"/>
                      <a:pt x="90900" y="83742"/>
                    </a:cubicBezTo>
                    <a:cubicBezTo>
                      <a:pt x="92291" y="79324"/>
                      <a:pt x="94311" y="75130"/>
                      <a:pt x="96898" y="71287"/>
                    </a:cubicBezTo>
                    <a:cubicBezTo>
                      <a:pt x="103457" y="64860"/>
                      <a:pt x="108076" y="56723"/>
                      <a:pt x="110227" y="47802"/>
                    </a:cubicBezTo>
                    <a:cubicBezTo>
                      <a:pt x="110820" y="42338"/>
                      <a:pt x="111138" y="36848"/>
                      <a:pt x="111180" y="313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05" name="Freeform 2835">
                <a:extLst>
                  <a:ext uri="{FF2B5EF4-FFF2-40B4-BE49-F238E27FC236}">
                    <a16:creationId xmlns:a16="http://schemas.microsoft.com/office/drawing/2014/main" id="{B07ED453-03C3-DF02-AD2C-8DDBE9D2CC8B}"/>
                  </a:ext>
                </a:extLst>
              </p:cNvPr>
              <p:cNvSpPr/>
              <p:nvPr/>
            </p:nvSpPr>
            <p:spPr>
              <a:xfrm>
                <a:off x="6777516" y="4763431"/>
                <a:ext cx="153676" cy="306939"/>
              </a:xfrm>
              <a:custGeom>
                <a:avLst/>
                <a:gdLst>
                  <a:gd name="connsiteX0" fmla="*/ 124509 w 142812"/>
                  <a:gd name="connsiteY0" fmla="*/ 5198 h 285240"/>
                  <a:gd name="connsiteX1" fmla="*/ 117369 w 142812"/>
                  <a:gd name="connsiteY1" fmla="*/ 11093 h 285240"/>
                  <a:gd name="connsiteX2" fmla="*/ 114417 w 142812"/>
                  <a:gd name="connsiteY2" fmla="*/ 25355 h 285240"/>
                  <a:gd name="connsiteX3" fmla="*/ 102516 w 142812"/>
                  <a:gd name="connsiteY3" fmla="*/ 34197 h 285240"/>
                  <a:gd name="connsiteX4" fmla="*/ 92424 w 142812"/>
                  <a:gd name="connsiteY4" fmla="*/ 43040 h 285240"/>
                  <a:gd name="connsiteX5" fmla="*/ 91853 w 142812"/>
                  <a:gd name="connsiteY5" fmla="*/ 53689 h 285240"/>
                  <a:gd name="connsiteX6" fmla="*/ 77095 w 142812"/>
                  <a:gd name="connsiteY6" fmla="*/ 66145 h 285240"/>
                  <a:gd name="connsiteX7" fmla="*/ 49200 w 142812"/>
                  <a:gd name="connsiteY7" fmla="*/ 80311 h 285240"/>
                  <a:gd name="connsiteX8" fmla="*/ 23684 w 142812"/>
                  <a:gd name="connsiteY8" fmla="*/ 85065 h 285240"/>
                  <a:gd name="connsiteX9" fmla="*/ 15400 w 142812"/>
                  <a:gd name="connsiteY9" fmla="*/ 111688 h 285240"/>
                  <a:gd name="connsiteX10" fmla="*/ 17781 w 142812"/>
                  <a:gd name="connsiteY10" fmla="*/ 147818 h 285240"/>
                  <a:gd name="connsiteX11" fmla="*/ 13020 w 142812"/>
                  <a:gd name="connsiteY11" fmla="*/ 188608 h 285240"/>
                  <a:gd name="connsiteX12" fmla="*/ 5308 w 142812"/>
                  <a:gd name="connsiteY12" fmla="*/ 236148 h 285240"/>
                  <a:gd name="connsiteX13" fmla="*/ 18352 w 142812"/>
                  <a:gd name="connsiteY13" fmla="*/ 274180 h 285240"/>
                  <a:gd name="connsiteX14" fmla="*/ 53960 w 142812"/>
                  <a:gd name="connsiteY14" fmla="*/ 283022 h 285240"/>
                  <a:gd name="connsiteX15" fmla="*/ 74715 w 142812"/>
                  <a:gd name="connsiteY15" fmla="*/ 275321 h 285240"/>
                  <a:gd name="connsiteX16" fmla="*/ 103278 w 142812"/>
                  <a:gd name="connsiteY16" fmla="*/ 191365 h 285240"/>
                  <a:gd name="connsiteX17" fmla="*/ 125175 w 142812"/>
                  <a:gd name="connsiteY17" fmla="*/ 113209 h 285240"/>
                  <a:gd name="connsiteX18" fmla="*/ 128698 w 142812"/>
                  <a:gd name="connsiteY18" fmla="*/ 90675 h 285240"/>
                  <a:gd name="connsiteX19" fmla="*/ 134030 w 142812"/>
                  <a:gd name="connsiteY19" fmla="*/ 78315 h 285240"/>
                  <a:gd name="connsiteX20" fmla="*/ 145931 w 142812"/>
                  <a:gd name="connsiteY20" fmla="*/ 75938 h 285240"/>
                  <a:gd name="connsiteX21" fmla="*/ 138219 w 142812"/>
                  <a:gd name="connsiteY21" fmla="*/ 37906 h 285240"/>
                  <a:gd name="connsiteX22" fmla="*/ 124509 w 142812"/>
                  <a:gd name="connsiteY22" fmla="*/ 5198 h 28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2812" h="285240">
                    <a:moveTo>
                      <a:pt x="124509" y="5198"/>
                    </a:moveTo>
                    <a:cubicBezTo>
                      <a:pt x="121843" y="-4310"/>
                      <a:pt x="119749" y="8811"/>
                      <a:pt x="117369" y="11093"/>
                    </a:cubicBezTo>
                    <a:cubicBezTo>
                      <a:pt x="114752" y="15359"/>
                      <a:pt x="113709" y="20403"/>
                      <a:pt x="114417" y="25355"/>
                    </a:cubicBezTo>
                    <a:cubicBezTo>
                      <a:pt x="114988" y="30109"/>
                      <a:pt x="107276" y="34863"/>
                      <a:pt x="102516" y="34197"/>
                    </a:cubicBezTo>
                    <a:cubicBezTo>
                      <a:pt x="97755" y="33532"/>
                      <a:pt x="90139" y="36574"/>
                      <a:pt x="92424" y="43040"/>
                    </a:cubicBezTo>
                    <a:cubicBezTo>
                      <a:pt x="94709" y="49505"/>
                      <a:pt x="88901" y="48365"/>
                      <a:pt x="91853" y="53689"/>
                    </a:cubicBezTo>
                    <a:cubicBezTo>
                      <a:pt x="94804" y="59014"/>
                      <a:pt x="85379" y="65574"/>
                      <a:pt x="77095" y="66145"/>
                    </a:cubicBezTo>
                    <a:cubicBezTo>
                      <a:pt x="68812" y="66715"/>
                      <a:pt x="58054" y="81547"/>
                      <a:pt x="49200" y="80311"/>
                    </a:cubicBezTo>
                    <a:cubicBezTo>
                      <a:pt x="40345" y="79075"/>
                      <a:pt x="31395" y="86301"/>
                      <a:pt x="23684" y="85065"/>
                    </a:cubicBezTo>
                    <a:cubicBezTo>
                      <a:pt x="15972" y="83829"/>
                      <a:pt x="21303" y="101039"/>
                      <a:pt x="15400" y="111688"/>
                    </a:cubicBezTo>
                    <a:cubicBezTo>
                      <a:pt x="9498" y="122337"/>
                      <a:pt x="12449" y="134792"/>
                      <a:pt x="17781" y="147818"/>
                    </a:cubicBezTo>
                    <a:cubicBezTo>
                      <a:pt x="23112" y="160844"/>
                      <a:pt x="27301" y="171493"/>
                      <a:pt x="13020" y="188608"/>
                    </a:cubicBezTo>
                    <a:cubicBezTo>
                      <a:pt x="1605" y="201700"/>
                      <a:pt x="-1384" y="220126"/>
                      <a:pt x="5308" y="236148"/>
                    </a:cubicBezTo>
                    <a:cubicBezTo>
                      <a:pt x="10640" y="247938"/>
                      <a:pt x="10640" y="265718"/>
                      <a:pt x="18352" y="274180"/>
                    </a:cubicBezTo>
                    <a:cubicBezTo>
                      <a:pt x="26064" y="282642"/>
                      <a:pt x="47391" y="289583"/>
                      <a:pt x="53960" y="283022"/>
                    </a:cubicBezTo>
                    <a:cubicBezTo>
                      <a:pt x="60529" y="276462"/>
                      <a:pt x="67289" y="283973"/>
                      <a:pt x="74715" y="275321"/>
                    </a:cubicBezTo>
                    <a:cubicBezTo>
                      <a:pt x="82141" y="266669"/>
                      <a:pt x="93757" y="221506"/>
                      <a:pt x="103278" y="191365"/>
                    </a:cubicBezTo>
                    <a:cubicBezTo>
                      <a:pt x="112799" y="161225"/>
                      <a:pt x="126318" y="121481"/>
                      <a:pt x="125175" y="113209"/>
                    </a:cubicBezTo>
                    <a:cubicBezTo>
                      <a:pt x="124033" y="104937"/>
                      <a:pt x="132316" y="99613"/>
                      <a:pt x="128698" y="90675"/>
                    </a:cubicBezTo>
                    <a:cubicBezTo>
                      <a:pt x="125080" y="81738"/>
                      <a:pt x="129936" y="71184"/>
                      <a:pt x="134030" y="78315"/>
                    </a:cubicBezTo>
                    <a:cubicBezTo>
                      <a:pt x="138124" y="85446"/>
                      <a:pt x="144122" y="85351"/>
                      <a:pt x="145931" y="75938"/>
                    </a:cubicBezTo>
                    <a:cubicBezTo>
                      <a:pt x="147740" y="66525"/>
                      <a:pt x="138790" y="51692"/>
                      <a:pt x="138219" y="37906"/>
                    </a:cubicBezTo>
                    <a:cubicBezTo>
                      <a:pt x="137648" y="24119"/>
                      <a:pt x="126223" y="11759"/>
                      <a:pt x="124509" y="519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06" name="Freeform 2848">
                <a:extLst>
                  <a:ext uri="{FF2B5EF4-FFF2-40B4-BE49-F238E27FC236}">
                    <a16:creationId xmlns:a16="http://schemas.microsoft.com/office/drawing/2014/main" id="{06A79983-B33F-1B82-D044-3A00690A6D94}"/>
                  </a:ext>
                </a:extLst>
              </p:cNvPr>
              <p:cNvSpPr/>
              <p:nvPr/>
            </p:nvSpPr>
            <p:spPr>
              <a:xfrm>
                <a:off x="6121934" y="4387189"/>
                <a:ext cx="399559" cy="409253"/>
              </a:xfrm>
              <a:custGeom>
                <a:avLst/>
                <a:gdLst>
                  <a:gd name="connsiteX0" fmla="*/ 338727 w 371311"/>
                  <a:gd name="connsiteY0" fmla="*/ 251110 h 380320"/>
                  <a:gd name="connsiteX1" fmla="*/ 329872 w 371311"/>
                  <a:gd name="connsiteY1" fmla="*/ 177042 h 380320"/>
                  <a:gd name="connsiteX2" fmla="*/ 331681 w 371311"/>
                  <a:gd name="connsiteY2" fmla="*/ 178849 h 380320"/>
                  <a:gd name="connsiteX3" fmla="*/ 330729 w 371311"/>
                  <a:gd name="connsiteY3" fmla="*/ 163731 h 380320"/>
                  <a:gd name="connsiteX4" fmla="*/ 329396 w 371311"/>
                  <a:gd name="connsiteY4" fmla="*/ 163256 h 380320"/>
                  <a:gd name="connsiteX5" fmla="*/ 325397 w 371311"/>
                  <a:gd name="connsiteY5" fmla="*/ 157456 h 380320"/>
                  <a:gd name="connsiteX6" fmla="*/ 329872 w 371311"/>
                  <a:gd name="connsiteY6" fmla="*/ 151751 h 380320"/>
                  <a:gd name="connsiteX7" fmla="*/ 333871 w 371311"/>
                  <a:gd name="connsiteY7" fmla="*/ 138820 h 380320"/>
                  <a:gd name="connsiteX8" fmla="*/ 336347 w 371311"/>
                  <a:gd name="connsiteY8" fmla="*/ 136918 h 380320"/>
                  <a:gd name="connsiteX9" fmla="*/ 339679 w 371311"/>
                  <a:gd name="connsiteY9" fmla="*/ 122466 h 380320"/>
                  <a:gd name="connsiteX10" fmla="*/ 343202 w 371311"/>
                  <a:gd name="connsiteY10" fmla="*/ 105066 h 380320"/>
                  <a:gd name="connsiteX11" fmla="*/ 348057 w 371311"/>
                  <a:gd name="connsiteY11" fmla="*/ 90899 h 380320"/>
                  <a:gd name="connsiteX12" fmla="*/ 355674 w 371311"/>
                  <a:gd name="connsiteY12" fmla="*/ 79775 h 380320"/>
                  <a:gd name="connsiteX13" fmla="*/ 364052 w 371311"/>
                  <a:gd name="connsiteY13" fmla="*/ 74070 h 380320"/>
                  <a:gd name="connsiteX14" fmla="*/ 369860 w 371311"/>
                  <a:gd name="connsiteY14" fmla="*/ 63802 h 380320"/>
                  <a:gd name="connsiteX15" fmla="*/ 363195 w 371311"/>
                  <a:gd name="connsiteY15" fmla="*/ 54294 h 380320"/>
                  <a:gd name="connsiteX16" fmla="*/ 365004 w 371311"/>
                  <a:gd name="connsiteY16" fmla="*/ 36989 h 380320"/>
                  <a:gd name="connsiteX17" fmla="*/ 365004 w 371311"/>
                  <a:gd name="connsiteY17" fmla="*/ 36989 h 380320"/>
                  <a:gd name="connsiteX18" fmla="*/ 341869 w 371311"/>
                  <a:gd name="connsiteY18" fmla="*/ 17403 h 380320"/>
                  <a:gd name="connsiteX19" fmla="*/ 331872 w 371311"/>
                  <a:gd name="connsiteY19" fmla="*/ 19970 h 380320"/>
                  <a:gd name="connsiteX20" fmla="*/ 320733 w 371311"/>
                  <a:gd name="connsiteY20" fmla="*/ 18734 h 380320"/>
                  <a:gd name="connsiteX21" fmla="*/ 308355 w 371311"/>
                  <a:gd name="connsiteY21" fmla="*/ 18734 h 380320"/>
                  <a:gd name="connsiteX22" fmla="*/ 299691 w 371311"/>
                  <a:gd name="connsiteY22" fmla="*/ 8750 h 380320"/>
                  <a:gd name="connsiteX23" fmla="*/ 294550 w 371311"/>
                  <a:gd name="connsiteY23" fmla="*/ 3521 h 380320"/>
                  <a:gd name="connsiteX24" fmla="*/ 294550 w 371311"/>
                  <a:gd name="connsiteY24" fmla="*/ 4376 h 380320"/>
                  <a:gd name="connsiteX25" fmla="*/ 279698 w 371311"/>
                  <a:gd name="connsiteY25" fmla="*/ 6849 h 380320"/>
                  <a:gd name="connsiteX26" fmla="*/ 257514 w 371311"/>
                  <a:gd name="connsiteY26" fmla="*/ 4376 h 380320"/>
                  <a:gd name="connsiteX27" fmla="*/ 241424 w 371311"/>
                  <a:gd name="connsiteY27" fmla="*/ 6849 h 380320"/>
                  <a:gd name="connsiteX28" fmla="*/ 220383 w 371311"/>
                  <a:gd name="connsiteY28" fmla="*/ 13029 h 380320"/>
                  <a:gd name="connsiteX29" fmla="*/ 204293 w 371311"/>
                  <a:gd name="connsiteY29" fmla="*/ 13029 h 380320"/>
                  <a:gd name="connsiteX30" fmla="*/ 198104 w 371311"/>
                  <a:gd name="connsiteY30" fmla="*/ 26625 h 380320"/>
                  <a:gd name="connsiteX31" fmla="*/ 160021 w 371311"/>
                  <a:gd name="connsiteY31" fmla="*/ 19209 h 380320"/>
                  <a:gd name="connsiteX32" fmla="*/ 143931 w 371311"/>
                  <a:gd name="connsiteY32" fmla="*/ 8085 h 380320"/>
                  <a:gd name="connsiteX33" fmla="*/ 122985 w 371311"/>
                  <a:gd name="connsiteY33" fmla="*/ 24153 h 380320"/>
                  <a:gd name="connsiteX34" fmla="*/ 122985 w 371311"/>
                  <a:gd name="connsiteY34" fmla="*/ 37559 h 380320"/>
                  <a:gd name="connsiteX35" fmla="*/ 119938 w 371311"/>
                  <a:gd name="connsiteY35" fmla="*/ 58287 h 380320"/>
                  <a:gd name="connsiteX36" fmla="*/ 112512 w 371311"/>
                  <a:gd name="connsiteY36" fmla="*/ 79300 h 380320"/>
                  <a:gd name="connsiteX37" fmla="*/ 97660 w 371311"/>
                  <a:gd name="connsiteY37" fmla="*/ 121420 h 380320"/>
                  <a:gd name="connsiteX38" fmla="*/ 80332 w 371311"/>
                  <a:gd name="connsiteY38" fmla="*/ 143669 h 380320"/>
                  <a:gd name="connsiteX39" fmla="*/ 79094 w 371311"/>
                  <a:gd name="connsiteY39" fmla="*/ 177042 h 380320"/>
                  <a:gd name="connsiteX40" fmla="*/ 71668 w 371311"/>
                  <a:gd name="connsiteY40" fmla="*/ 191875 h 380320"/>
                  <a:gd name="connsiteX41" fmla="*/ 59291 w 371311"/>
                  <a:gd name="connsiteY41" fmla="*/ 202999 h 380320"/>
                  <a:gd name="connsiteX42" fmla="*/ 50627 w 371311"/>
                  <a:gd name="connsiteY42" fmla="*/ 204330 h 380320"/>
                  <a:gd name="connsiteX43" fmla="*/ 34441 w 371311"/>
                  <a:gd name="connsiteY43" fmla="*/ 202999 h 380320"/>
                  <a:gd name="connsiteX44" fmla="*/ 20827 w 371311"/>
                  <a:gd name="connsiteY44" fmla="*/ 201763 h 380320"/>
                  <a:gd name="connsiteX45" fmla="*/ 1785 w 371311"/>
                  <a:gd name="connsiteY45" fmla="*/ 211271 h 380320"/>
                  <a:gd name="connsiteX46" fmla="*/ 8926 w 371311"/>
                  <a:gd name="connsiteY46" fmla="*/ 233330 h 380320"/>
                  <a:gd name="connsiteX47" fmla="*/ 9402 w 371311"/>
                  <a:gd name="connsiteY47" fmla="*/ 235326 h 380320"/>
                  <a:gd name="connsiteX48" fmla="*/ 20731 w 371311"/>
                  <a:gd name="connsiteY48" fmla="*/ 229241 h 380320"/>
                  <a:gd name="connsiteX49" fmla="*/ 85664 w 371311"/>
                  <a:gd name="connsiteY49" fmla="*/ 229241 h 380320"/>
                  <a:gd name="connsiteX50" fmla="*/ 89186 w 371311"/>
                  <a:gd name="connsiteY50" fmla="*/ 246070 h 380320"/>
                  <a:gd name="connsiteX51" fmla="*/ 97184 w 371311"/>
                  <a:gd name="connsiteY51" fmla="*/ 261188 h 380320"/>
                  <a:gd name="connsiteX52" fmla="*/ 114131 w 371311"/>
                  <a:gd name="connsiteY52" fmla="*/ 273549 h 380320"/>
                  <a:gd name="connsiteX53" fmla="*/ 137171 w 371311"/>
                  <a:gd name="connsiteY53" fmla="*/ 270031 h 380320"/>
                  <a:gd name="connsiteX54" fmla="*/ 145169 w 371311"/>
                  <a:gd name="connsiteY54" fmla="*/ 252250 h 380320"/>
                  <a:gd name="connsiteX55" fmla="*/ 161164 w 371311"/>
                  <a:gd name="connsiteY55" fmla="*/ 252250 h 380320"/>
                  <a:gd name="connsiteX56" fmla="*/ 170684 w 371311"/>
                  <a:gd name="connsiteY56" fmla="*/ 256719 h 380320"/>
                  <a:gd name="connsiteX57" fmla="*/ 184013 w 371311"/>
                  <a:gd name="connsiteY57" fmla="*/ 259381 h 380320"/>
                  <a:gd name="connsiteX58" fmla="*/ 187536 w 371311"/>
                  <a:gd name="connsiteY58" fmla="*/ 275355 h 380320"/>
                  <a:gd name="connsiteX59" fmla="*/ 184870 w 371311"/>
                  <a:gd name="connsiteY59" fmla="*/ 303879 h 380320"/>
                  <a:gd name="connsiteX60" fmla="*/ 194391 w 371311"/>
                  <a:gd name="connsiteY60" fmla="*/ 319853 h 380320"/>
                  <a:gd name="connsiteX61" fmla="*/ 194391 w 371311"/>
                  <a:gd name="connsiteY61" fmla="*/ 335826 h 380320"/>
                  <a:gd name="connsiteX62" fmla="*/ 205054 w 371311"/>
                  <a:gd name="connsiteY62" fmla="*/ 330502 h 380320"/>
                  <a:gd name="connsiteX63" fmla="*/ 222858 w 371311"/>
                  <a:gd name="connsiteY63" fmla="*/ 328695 h 380320"/>
                  <a:gd name="connsiteX64" fmla="*/ 228285 w 371311"/>
                  <a:gd name="connsiteY64" fmla="*/ 328695 h 380320"/>
                  <a:gd name="connsiteX65" fmla="*/ 233522 w 371311"/>
                  <a:gd name="connsiteY65" fmla="*/ 333829 h 380320"/>
                  <a:gd name="connsiteX66" fmla="*/ 238853 w 371311"/>
                  <a:gd name="connsiteY66" fmla="*/ 338298 h 380320"/>
                  <a:gd name="connsiteX67" fmla="*/ 251326 w 371311"/>
                  <a:gd name="connsiteY67" fmla="*/ 337347 h 380320"/>
                  <a:gd name="connsiteX68" fmla="*/ 257514 w 371311"/>
                  <a:gd name="connsiteY68" fmla="*/ 346855 h 380320"/>
                  <a:gd name="connsiteX69" fmla="*/ 274366 w 371311"/>
                  <a:gd name="connsiteY69" fmla="*/ 352180 h 380320"/>
                  <a:gd name="connsiteX70" fmla="*/ 283316 w 371311"/>
                  <a:gd name="connsiteY70" fmla="*/ 349518 h 380320"/>
                  <a:gd name="connsiteX71" fmla="*/ 290456 w 371311"/>
                  <a:gd name="connsiteY71" fmla="*/ 346000 h 380320"/>
                  <a:gd name="connsiteX72" fmla="*/ 301024 w 371311"/>
                  <a:gd name="connsiteY72" fmla="*/ 357504 h 380320"/>
                  <a:gd name="connsiteX73" fmla="*/ 316162 w 371311"/>
                  <a:gd name="connsiteY73" fmla="*/ 361117 h 380320"/>
                  <a:gd name="connsiteX74" fmla="*/ 324160 w 371311"/>
                  <a:gd name="connsiteY74" fmla="*/ 377947 h 380320"/>
                  <a:gd name="connsiteX75" fmla="*/ 338441 w 371311"/>
                  <a:gd name="connsiteY75" fmla="*/ 377947 h 380320"/>
                  <a:gd name="connsiteX76" fmla="*/ 341964 w 371311"/>
                  <a:gd name="connsiteY76" fmla="*/ 369104 h 380320"/>
                  <a:gd name="connsiteX77" fmla="*/ 339298 w 371311"/>
                  <a:gd name="connsiteY77" fmla="*/ 354842 h 380320"/>
                  <a:gd name="connsiteX78" fmla="*/ 325969 w 371311"/>
                  <a:gd name="connsiteY78" fmla="*/ 359311 h 380320"/>
                  <a:gd name="connsiteX79" fmla="*/ 312640 w 371311"/>
                  <a:gd name="connsiteY79" fmla="*/ 343337 h 380320"/>
                  <a:gd name="connsiteX80" fmla="*/ 317115 w 371311"/>
                  <a:gd name="connsiteY80" fmla="*/ 324321 h 380320"/>
                  <a:gd name="connsiteX81" fmla="*/ 317971 w 371311"/>
                  <a:gd name="connsiteY81" fmla="*/ 302073 h 380320"/>
                  <a:gd name="connsiteX82" fmla="*/ 320637 w 371311"/>
                  <a:gd name="connsiteY82" fmla="*/ 291424 h 380320"/>
                  <a:gd name="connsiteX83" fmla="*/ 325969 w 371311"/>
                  <a:gd name="connsiteY83" fmla="*/ 278112 h 380320"/>
                  <a:gd name="connsiteX84" fmla="*/ 350057 w 371311"/>
                  <a:gd name="connsiteY84" fmla="*/ 274594 h 380320"/>
                  <a:gd name="connsiteX85" fmla="*/ 350818 w 371311"/>
                  <a:gd name="connsiteY85" fmla="*/ 273739 h 380320"/>
                  <a:gd name="connsiteX86" fmla="*/ 352151 w 371311"/>
                  <a:gd name="connsiteY86" fmla="*/ 270601 h 380320"/>
                  <a:gd name="connsiteX87" fmla="*/ 338727 w 371311"/>
                  <a:gd name="connsiteY87" fmla="*/ 251110 h 38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371311" h="380320">
                    <a:moveTo>
                      <a:pt x="338727" y="251110"/>
                    </a:moveTo>
                    <a:cubicBezTo>
                      <a:pt x="329206" y="245785"/>
                      <a:pt x="324922" y="178754"/>
                      <a:pt x="329872" y="177042"/>
                    </a:cubicBezTo>
                    <a:cubicBezTo>
                      <a:pt x="330539" y="177042"/>
                      <a:pt x="331110" y="177042"/>
                      <a:pt x="331681" y="178849"/>
                    </a:cubicBezTo>
                    <a:lnTo>
                      <a:pt x="330729" y="163731"/>
                    </a:lnTo>
                    <a:cubicBezTo>
                      <a:pt x="330266" y="163633"/>
                      <a:pt x="329817" y="163474"/>
                      <a:pt x="329396" y="163256"/>
                    </a:cubicBezTo>
                    <a:cubicBezTo>
                      <a:pt x="326946" y="162391"/>
                      <a:pt x="325332" y="160050"/>
                      <a:pt x="325397" y="157456"/>
                    </a:cubicBezTo>
                    <a:cubicBezTo>
                      <a:pt x="325114" y="154663"/>
                      <a:pt x="327089" y="152145"/>
                      <a:pt x="329872" y="151751"/>
                    </a:cubicBezTo>
                    <a:cubicBezTo>
                      <a:pt x="329872" y="151751"/>
                      <a:pt x="329016" y="140626"/>
                      <a:pt x="333871" y="138820"/>
                    </a:cubicBezTo>
                    <a:cubicBezTo>
                      <a:pt x="334855" y="138424"/>
                      <a:pt x="335711" y="137766"/>
                      <a:pt x="336347" y="136918"/>
                    </a:cubicBezTo>
                    <a:cubicBezTo>
                      <a:pt x="338836" y="132525"/>
                      <a:pt x="339994" y="127504"/>
                      <a:pt x="339679" y="122466"/>
                    </a:cubicBezTo>
                    <a:cubicBezTo>
                      <a:pt x="339706" y="116492"/>
                      <a:pt x="340903" y="110582"/>
                      <a:pt x="343202" y="105066"/>
                    </a:cubicBezTo>
                    <a:cubicBezTo>
                      <a:pt x="345391" y="100217"/>
                      <a:pt x="344535" y="93562"/>
                      <a:pt x="348057" y="90899"/>
                    </a:cubicBezTo>
                    <a:cubicBezTo>
                      <a:pt x="351580" y="88237"/>
                      <a:pt x="351199" y="81391"/>
                      <a:pt x="355674" y="79775"/>
                    </a:cubicBezTo>
                    <a:cubicBezTo>
                      <a:pt x="360149" y="78159"/>
                      <a:pt x="363671" y="76732"/>
                      <a:pt x="364052" y="74070"/>
                    </a:cubicBezTo>
                    <a:cubicBezTo>
                      <a:pt x="364433" y="71408"/>
                      <a:pt x="369860" y="67795"/>
                      <a:pt x="369860" y="63802"/>
                    </a:cubicBezTo>
                    <a:cubicBezTo>
                      <a:pt x="369860" y="59808"/>
                      <a:pt x="363195" y="58953"/>
                      <a:pt x="363195" y="54294"/>
                    </a:cubicBezTo>
                    <a:cubicBezTo>
                      <a:pt x="363195" y="49635"/>
                      <a:pt x="365004" y="36989"/>
                      <a:pt x="365004" y="36989"/>
                    </a:cubicBezTo>
                    <a:lnTo>
                      <a:pt x="365004" y="36989"/>
                    </a:lnTo>
                    <a:cubicBezTo>
                      <a:pt x="355483" y="28146"/>
                      <a:pt x="344344" y="19114"/>
                      <a:pt x="341869" y="17403"/>
                    </a:cubicBezTo>
                    <a:cubicBezTo>
                      <a:pt x="339393" y="15691"/>
                      <a:pt x="331872" y="19970"/>
                      <a:pt x="331872" y="19970"/>
                    </a:cubicBezTo>
                    <a:cubicBezTo>
                      <a:pt x="331872" y="19970"/>
                      <a:pt x="325683" y="13694"/>
                      <a:pt x="320733" y="18734"/>
                    </a:cubicBezTo>
                    <a:cubicBezTo>
                      <a:pt x="315782" y="23773"/>
                      <a:pt x="308355" y="18734"/>
                      <a:pt x="308355" y="18734"/>
                    </a:cubicBezTo>
                    <a:cubicBezTo>
                      <a:pt x="304581" y="16290"/>
                      <a:pt x="301577" y="12829"/>
                      <a:pt x="299691" y="8750"/>
                    </a:cubicBezTo>
                    <a:cubicBezTo>
                      <a:pt x="298687" y="6430"/>
                      <a:pt x="296855" y="4566"/>
                      <a:pt x="294550" y="3521"/>
                    </a:cubicBezTo>
                    <a:lnTo>
                      <a:pt x="294550" y="4376"/>
                    </a:lnTo>
                    <a:lnTo>
                      <a:pt x="279698" y="6849"/>
                    </a:lnTo>
                    <a:cubicBezTo>
                      <a:pt x="279698" y="6849"/>
                      <a:pt x="261132" y="-2659"/>
                      <a:pt x="257514" y="4376"/>
                    </a:cubicBezTo>
                    <a:cubicBezTo>
                      <a:pt x="253896" y="11412"/>
                      <a:pt x="250088" y="6849"/>
                      <a:pt x="241424" y="6849"/>
                    </a:cubicBezTo>
                    <a:cubicBezTo>
                      <a:pt x="234021" y="7224"/>
                      <a:pt x="226811" y="9342"/>
                      <a:pt x="220383" y="13029"/>
                    </a:cubicBezTo>
                    <a:cubicBezTo>
                      <a:pt x="215432" y="15501"/>
                      <a:pt x="208006" y="10557"/>
                      <a:pt x="204293" y="13029"/>
                    </a:cubicBezTo>
                    <a:cubicBezTo>
                      <a:pt x="200580" y="15501"/>
                      <a:pt x="198104" y="26625"/>
                      <a:pt x="198104" y="26625"/>
                    </a:cubicBezTo>
                    <a:lnTo>
                      <a:pt x="160021" y="19209"/>
                    </a:lnTo>
                    <a:cubicBezTo>
                      <a:pt x="160021" y="19209"/>
                      <a:pt x="152595" y="8085"/>
                      <a:pt x="143931" y="8085"/>
                    </a:cubicBezTo>
                    <a:cubicBezTo>
                      <a:pt x="135267" y="8085"/>
                      <a:pt x="122985" y="24153"/>
                      <a:pt x="122985" y="24153"/>
                    </a:cubicBezTo>
                    <a:lnTo>
                      <a:pt x="122985" y="37559"/>
                    </a:lnTo>
                    <a:cubicBezTo>
                      <a:pt x="124244" y="44616"/>
                      <a:pt x="123175" y="51890"/>
                      <a:pt x="119938" y="58287"/>
                    </a:cubicBezTo>
                    <a:cubicBezTo>
                      <a:pt x="114866" y="64087"/>
                      <a:pt x="112209" y="71605"/>
                      <a:pt x="112512" y="79300"/>
                    </a:cubicBezTo>
                    <a:cubicBezTo>
                      <a:pt x="112512" y="91660"/>
                      <a:pt x="97660" y="111532"/>
                      <a:pt x="97660" y="121420"/>
                    </a:cubicBezTo>
                    <a:cubicBezTo>
                      <a:pt x="97660" y="131309"/>
                      <a:pt x="80332" y="137489"/>
                      <a:pt x="80332" y="143669"/>
                    </a:cubicBezTo>
                    <a:cubicBezTo>
                      <a:pt x="80332" y="149849"/>
                      <a:pt x="79094" y="163446"/>
                      <a:pt x="79094" y="177042"/>
                    </a:cubicBezTo>
                    <a:cubicBezTo>
                      <a:pt x="79094" y="190639"/>
                      <a:pt x="71668" y="179514"/>
                      <a:pt x="71668" y="191875"/>
                    </a:cubicBezTo>
                    <a:cubicBezTo>
                      <a:pt x="71668" y="204235"/>
                      <a:pt x="65479" y="196819"/>
                      <a:pt x="59291" y="202999"/>
                    </a:cubicBezTo>
                    <a:cubicBezTo>
                      <a:pt x="53102" y="209179"/>
                      <a:pt x="50627" y="210510"/>
                      <a:pt x="50627" y="204330"/>
                    </a:cubicBezTo>
                    <a:cubicBezTo>
                      <a:pt x="50627" y="198150"/>
                      <a:pt x="41868" y="196819"/>
                      <a:pt x="34441" y="202999"/>
                    </a:cubicBezTo>
                    <a:cubicBezTo>
                      <a:pt x="27015" y="209179"/>
                      <a:pt x="24921" y="202999"/>
                      <a:pt x="20827" y="201763"/>
                    </a:cubicBezTo>
                    <a:cubicBezTo>
                      <a:pt x="13906" y="203627"/>
                      <a:pt x="7431" y="206860"/>
                      <a:pt x="1785" y="211271"/>
                    </a:cubicBezTo>
                    <a:cubicBezTo>
                      <a:pt x="5025" y="218318"/>
                      <a:pt x="7422" y="225722"/>
                      <a:pt x="8926" y="233330"/>
                    </a:cubicBezTo>
                    <a:cubicBezTo>
                      <a:pt x="9039" y="234005"/>
                      <a:pt x="9198" y="234672"/>
                      <a:pt x="9402" y="235326"/>
                    </a:cubicBezTo>
                    <a:cubicBezTo>
                      <a:pt x="12772" y="232621"/>
                      <a:pt x="16613" y="230558"/>
                      <a:pt x="20731" y="229241"/>
                    </a:cubicBezTo>
                    <a:cubicBezTo>
                      <a:pt x="27015" y="228290"/>
                      <a:pt x="85664" y="229241"/>
                      <a:pt x="85664" y="229241"/>
                    </a:cubicBezTo>
                    <a:cubicBezTo>
                      <a:pt x="88662" y="234310"/>
                      <a:pt x="89901" y="240226"/>
                      <a:pt x="89186" y="246070"/>
                    </a:cubicBezTo>
                    <a:cubicBezTo>
                      <a:pt x="87377" y="254057"/>
                      <a:pt x="92804" y="250539"/>
                      <a:pt x="97184" y="261188"/>
                    </a:cubicBezTo>
                    <a:cubicBezTo>
                      <a:pt x="101563" y="271837"/>
                      <a:pt x="105181" y="276211"/>
                      <a:pt x="114131" y="273549"/>
                    </a:cubicBezTo>
                    <a:cubicBezTo>
                      <a:pt x="121540" y="271018"/>
                      <a:pt x="129343" y="269826"/>
                      <a:pt x="137171" y="270031"/>
                    </a:cubicBezTo>
                    <a:cubicBezTo>
                      <a:pt x="140789" y="270886"/>
                      <a:pt x="139837" y="254913"/>
                      <a:pt x="145169" y="252250"/>
                    </a:cubicBezTo>
                    <a:cubicBezTo>
                      <a:pt x="150406" y="250832"/>
                      <a:pt x="155927" y="250832"/>
                      <a:pt x="161164" y="252250"/>
                    </a:cubicBezTo>
                    <a:cubicBezTo>
                      <a:pt x="161164" y="252250"/>
                      <a:pt x="162116" y="256719"/>
                      <a:pt x="170684" y="256719"/>
                    </a:cubicBezTo>
                    <a:cubicBezTo>
                      <a:pt x="179253" y="256719"/>
                      <a:pt x="184013" y="253106"/>
                      <a:pt x="184013" y="259381"/>
                    </a:cubicBezTo>
                    <a:cubicBezTo>
                      <a:pt x="183487" y="264943"/>
                      <a:pt x="184719" y="270529"/>
                      <a:pt x="187536" y="275355"/>
                    </a:cubicBezTo>
                    <a:cubicBezTo>
                      <a:pt x="190202" y="278017"/>
                      <a:pt x="180491" y="300171"/>
                      <a:pt x="184870" y="303879"/>
                    </a:cubicBezTo>
                    <a:cubicBezTo>
                      <a:pt x="189250" y="307587"/>
                      <a:pt x="195629" y="315384"/>
                      <a:pt x="194391" y="319853"/>
                    </a:cubicBezTo>
                    <a:cubicBezTo>
                      <a:pt x="193153" y="324321"/>
                      <a:pt x="190868" y="334970"/>
                      <a:pt x="194391" y="335826"/>
                    </a:cubicBezTo>
                    <a:cubicBezTo>
                      <a:pt x="197914" y="336682"/>
                      <a:pt x="198866" y="330502"/>
                      <a:pt x="205054" y="330502"/>
                    </a:cubicBezTo>
                    <a:cubicBezTo>
                      <a:pt x="211050" y="331231"/>
                      <a:pt x="217132" y="330614"/>
                      <a:pt x="222858" y="328695"/>
                    </a:cubicBezTo>
                    <a:cubicBezTo>
                      <a:pt x="224574" y="327875"/>
                      <a:pt x="226569" y="327875"/>
                      <a:pt x="228285" y="328695"/>
                    </a:cubicBezTo>
                    <a:cubicBezTo>
                      <a:pt x="230421" y="329958"/>
                      <a:pt x="232218" y="331720"/>
                      <a:pt x="233522" y="333829"/>
                    </a:cubicBezTo>
                    <a:cubicBezTo>
                      <a:pt x="233522" y="333829"/>
                      <a:pt x="235331" y="340010"/>
                      <a:pt x="238853" y="338298"/>
                    </a:cubicBezTo>
                    <a:cubicBezTo>
                      <a:pt x="242376" y="336587"/>
                      <a:pt x="252183" y="333829"/>
                      <a:pt x="251326" y="337347"/>
                    </a:cubicBezTo>
                    <a:cubicBezTo>
                      <a:pt x="250469" y="340865"/>
                      <a:pt x="253992" y="348947"/>
                      <a:pt x="257514" y="346855"/>
                    </a:cubicBezTo>
                    <a:cubicBezTo>
                      <a:pt x="261037" y="344764"/>
                      <a:pt x="269986" y="352180"/>
                      <a:pt x="274366" y="352180"/>
                    </a:cubicBezTo>
                    <a:cubicBezTo>
                      <a:pt x="278746" y="352180"/>
                      <a:pt x="283316" y="352180"/>
                      <a:pt x="283316" y="349518"/>
                    </a:cubicBezTo>
                    <a:cubicBezTo>
                      <a:pt x="283316" y="346855"/>
                      <a:pt x="288647" y="342482"/>
                      <a:pt x="290456" y="346000"/>
                    </a:cubicBezTo>
                    <a:cubicBezTo>
                      <a:pt x="292265" y="349518"/>
                      <a:pt x="296645" y="357504"/>
                      <a:pt x="301024" y="357504"/>
                    </a:cubicBezTo>
                    <a:cubicBezTo>
                      <a:pt x="305404" y="357504"/>
                      <a:pt x="316162" y="357504"/>
                      <a:pt x="316162" y="361117"/>
                    </a:cubicBezTo>
                    <a:cubicBezTo>
                      <a:pt x="316923" y="367447"/>
                      <a:pt x="319731" y="373356"/>
                      <a:pt x="324160" y="377947"/>
                    </a:cubicBezTo>
                    <a:cubicBezTo>
                      <a:pt x="328635" y="381464"/>
                      <a:pt x="338441" y="377947"/>
                      <a:pt x="338441" y="377947"/>
                    </a:cubicBezTo>
                    <a:cubicBezTo>
                      <a:pt x="340882" y="375675"/>
                      <a:pt x="342175" y="372430"/>
                      <a:pt x="341964" y="369104"/>
                    </a:cubicBezTo>
                    <a:cubicBezTo>
                      <a:pt x="341964" y="362829"/>
                      <a:pt x="341964" y="354842"/>
                      <a:pt x="339298" y="354842"/>
                    </a:cubicBezTo>
                    <a:cubicBezTo>
                      <a:pt x="336632" y="354842"/>
                      <a:pt x="332157" y="361117"/>
                      <a:pt x="325969" y="359311"/>
                    </a:cubicBezTo>
                    <a:cubicBezTo>
                      <a:pt x="319780" y="357504"/>
                      <a:pt x="315306" y="345144"/>
                      <a:pt x="312640" y="343337"/>
                    </a:cubicBezTo>
                    <a:cubicBezTo>
                      <a:pt x="309974" y="341531"/>
                      <a:pt x="317115" y="330026"/>
                      <a:pt x="317115" y="324321"/>
                    </a:cubicBezTo>
                    <a:cubicBezTo>
                      <a:pt x="317115" y="318617"/>
                      <a:pt x="321494" y="303879"/>
                      <a:pt x="317971" y="302073"/>
                    </a:cubicBezTo>
                    <a:cubicBezTo>
                      <a:pt x="314449" y="300266"/>
                      <a:pt x="316162" y="295037"/>
                      <a:pt x="320637" y="291424"/>
                    </a:cubicBezTo>
                    <a:cubicBezTo>
                      <a:pt x="325112" y="287811"/>
                      <a:pt x="318828" y="278112"/>
                      <a:pt x="325969" y="278112"/>
                    </a:cubicBezTo>
                    <a:cubicBezTo>
                      <a:pt x="333109" y="278112"/>
                      <a:pt x="346248" y="278873"/>
                      <a:pt x="350057" y="274594"/>
                    </a:cubicBezTo>
                    <a:lnTo>
                      <a:pt x="350818" y="273739"/>
                    </a:lnTo>
                    <a:cubicBezTo>
                      <a:pt x="351294" y="272693"/>
                      <a:pt x="351770" y="271647"/>
                      <a:pt x="352151" y="270601"/>
                    </a:cubicBezTo>
                    <a:cubicBezTo>
                      <a:pt x="349200" y="264136"/>
                      <a:pt x="344249" y="254152"/>
                      <a:pt x="338727" y="2511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07" name="Freeform 2849">
                <a:extLst>
                  <a:ext uri="{FF2B5EF4-FFF2-40B4-BE49-F238E27FC236}">
                    <a16:creationId xmlns:a16="http://schemas.microsoft.com/office/drawing/2014/main" id="{D6436014-7AD2-9BEB-3668-04D1773BB59A}"/>
                  </a:ext>
                </a:extLst>
              </p:cNvPr>
              <p:cNvSpPr/>
              <p:nvPr/>
            </p:nvSpPr>
            <p:spPr>
              <a:xfrm>
                <a:off x="6474365" y="4554705"/>
                <a:ext cx="30735" cy="40925"/>
              </a:xfrm>
              <a:custGeom>
                <a:avLst/>
                <a:gdLst>
                  <a:gd name="connsiteX0" fmla="*/ 4166 w 28562"/>
                  <a:gd name="connsiteY0" fmla="*/ 23176 h 38032"/>
                  <a:gd name="connsiteX1" fmla="*/ 9212 w 28562"/>
                  <a:gd name="connsiteY1" fmla="*/ 43998 h 38032"/>
                  <a:gd name="connsiteX2" fmla="*/ 17780 w 28562"/>
                  <a:gd name="connsiteY2" fmla="*/ 38959 h 38032"/>
                  <a:gd name="connsiteX3" fmla="*/ 34156 w 28562"/>
                  <a:gd name="connsiteY3" fmla="*/ 15379 h 38032"/>
                  <a:gd name="connsiteX4" fmla="*/ 29015 w 28562"/>
                  <a:gd name="connsiteY4" fmla="*/ 12337 h 38032"/>
                  <a:gd name="connsiteX5" fmla="*/ 28253 w 28562"/>
                  <a:gd name="connsiteY5" fmla="*/ 1783 h 38032"/>
                  <a:gd name="connsiteX6" fmla="*/ 18732 w 28562"/>
                  <a:gd name="connsiteY6" fmla="*/ 1783 h 38032"/>
                  <a:gd name="connsiteX7" fmla="*/ 8450 w 28562"/>
                  <a:gd name="connsiteY7" fmla="*/ 7963 h 38032"/>
                  <a:gd name="connsiteX8" fmla="*/ 1785 w 28562"/>
                  <a:gd name="connsiteY8" fmla="*/ 7297 h 38032"/>
                  <a:gd name="connsiteX9" fmla="*/ 3118 w 28562"/>
                  <a:gd name="connsiteY9" fmla="*/ 7773 h 3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562" h="38032">
                    <a:moveTo>
                      <a:pt x="4166" y="23176"/>
                    </a:moveTo>
                    <a:cubicBezTo>
                      <a:pt x="6405" y="29970"/>
                      <a:pt x="8093" y="36933"/>
                      <a:pt x="9212" y="43998"/>
                    </a:cubicBezTo>
                    <a:cubicBezTo>
                      <a:pt x="11938" y="42108"/>
                      <a:pt x="14802" y="40423"/>
                      <a:pt x="17780" y="38959"/>
                    </a:cubicBezTo>
                    <a:cubicBezTo>
                      <a:pt x="22922" y="36867"/>
                      <a:pt x="34156" y="15379"/>
                      <a:pt x="34156" y="15379"/>
                    </a:cubicBezTo>
                    <a:lnTo>
                      <a:pt x="29015" y="12337"/>
                    </a:lnTo>
                    <a:cubicBezTo>
                      <a:pt x="29312" y="8801"/>
                      <a:pt x="29055" y="5240"/>
                      <a:pt x="28253" y="1783"/>
                    </a:cubicBezTo>
                    <a:cubicBezTo>
                      <a:pt x="25085" y="2037"/>
                      <a:pt x="21901" y="2037"/>
                      <a:pt x="18732" y="1783"/>
                    </a:cubicBezTo>
                    <a:cubicBezTo>
                      <a:pt x="18732" y="1783"/>
                      <a:pt x="19685" y="9960"/>
                      <a:pt x="8450" y="7963"/>
                    </a:cubicBezTo>
                    <a:cubicBezTo>
                      <a:pt x="6250" y="7561"/>
                      <a:pt x="4021" y="7339"/>
                      <a:pt x="1785" y="7297"/>
                    </a:cubicBezTo>
                    <a:cubicBezTo>
                      <a:pt x="2206" y="7515"/>
                      <a:pt x="2654" y="7675"/>
                      <a:pt x="3118" y="7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08" name="Freeform 2850">
                <a:extLst>
                  <a:ext uri="{FF2B5EF4-FFF2-40B4-BE49-F238E27FC236}">
                    <a16:creationId xmlns:a16="http://schemas.microsoft.com/office/drawing/2014/main" id="{ECD6065A-1915-DBB0-02E6-91BC4951AD05}"/>
                  </a:ext>
                </a:extLst>
              </p:cNvPr>
              <p:cNvSpPr/>
              <p:nvPr/>
            </p:nvSpPr>
            <p:spPr>
              <a:xfrm>
                <a:off x="6496391" y="4732935"/>
                <a:ext cx="225391" cy="368328"/>
              </a:xfrm>
              <a:custGeom>
                <a:avLst/>
                <a:gdLst>
                  <a:gd name="connsiteX0" fmla="*/ 213528 w 209457"/>
                  <a:gd name="connsiteY0" fmla="*/ 89161 h 342288"/>
                  <a:gd name="connsiteX1" fmla="*/ 208482 w 209457"/>
                  <a:gd name="connsiteY1" fmla="*/ 50084 h 342288"/>
                  <a:gd name="connsiteX2" fmla="*/ 206768 w 209457"/>
                  <a:gd name="connsiteY2" fmla="*/ 2543 h 342288"/>
                  <a:gd name="connsiteX3" fmla="*/ 206768 w 209457"/>
                  <a:gd name="connsiteY3" fmla="*/ 1783 h 342288"/>
                  <a:gd name="connsiteX4" fmla="*/ 185537 w 209457"/>
                  <a:gd name="connsiteY4" fmla="*/ 13192 h 342288"/>
                  <a:gd name="connsiteX5" fmla="*/ 171256 w 209457"/>
                  <a:gd name="connsiteY5" fmla="*/ 16710 h 342288"/>
                  <a:gd name="connsiteX6" fmla="*/ 159450 w 209457"/>
                  <a:gd name="connsiteY6" fmla="*/ 16140 h 342288"/>
                  <a:gd name="connsiteX7" fmla="*/ 152976 w 209457"/>
                  <a:gd name="connsiteY7" fmla="*/ 23841 h 342288"/>
                  <a:gd name="connsiteX8" fmla="*/ 141075 w 209457"/>
                  <a:gd name="connsiteY8" fmla="*/ 25078 h 342288"/>
                  <a:gd name="connsiteX9" fmla="*/ 123937 w 209457"/>
                  <a:gd name="connsiteY9" fmla="*/ 27455 h 342288"/>
                  <a:gd name="connsiteX10" fmla="*/ 117368 w 209457"/>
                  <a:gd name="connsiteY10" fmla="*/ 21464 h 342288"/>
                  <a:gd name="connsiteX11" fmla="*/ 105562 w 209457"/>
                  <a:gd name="connsiteY11" fmla="*/ 23841 h 342288"/>
                  <a:gd name="connsiteX12" fmla="*/ 94137 w 209457"/>
                  <a:gd name="connsiteY12" fmla="*/ 22701 h 342288"/>
                  <a:gd name="connsiteX13" fmla="*/ 93090 w 209457"/>
                  <a:gd name="connsiteY13" fmla="*/ 29641 h 342288"/>
                  <a:gd name="connsiteX14" fmla="*/ 101658 w 209457"/>
                  <a:gd name="connsiteY14" fmla="*/ 71952 h 342288"/>
                  <a:gd name="connsiteX15" fmla="*/ 113845 w 209457"/>
                  <a:gd name="connsiteY15" fmla="*/ 83647 h 342288"/>
                  <a:gd name="connsiteX16" fmla="*/ 114417 w 209457"/>
                  <a:gd name="connsiteY16" fmla="*/ 103804 h 342288"/>
                  <a:gd name="connsiteX17" fmla="*/ 103182 w 209457"/>
                  <a:gd name="connsiteY17" fmla="*/ 116735 h 342288"/>
                  <a:gd name="connsiteX18" fmla="*/ 101373 w 209457"/>
                  <a:gd name="connsiteY18" fmla="*/ 135085 h 342288"/>
                  <a:gd name="connsiteX19" fmla="*/ 82998 w 209457"/>
                  <a:gd name="connsiteY19" fmla="*/ 110840 h 342288"/>
                  <a:gd name="connsiteX20" fmla="*/ 87187 w 209457"/>
                  <a:gd name="connsiteY20" fmla="*/ 84788 h 342288"/>
                  <a:gd name="connsiteX21" fmla="*/ 71192 w 209457"/>
                  <a:gd name="connsiteY21" fmla="*/ 82411 h 342288"/>
                  <a:gd name="connsiteX22" fmla="*/ 57482 w 209457"/>
                  <a:gd name="connsiteY22" fmla="*/ 72903 h 342288"/>
                  <a:gd name="connsiteX23" fmla="*/ 1785 w 209457"/>
                  <a:gd name="connsiteY23" fmla="*/ 92965 h 342288"/>
                  <a:gd name="connsiteX24" fmla="*/ 5974 w 209457"/>
                  <a:gd name="connsiteY24" fmla="*/ 107797 h 342288"/>
                  <a:gd name="connsiteX25" fmla="*/ 4832 w 209457"/>
                  <a:gd name="connsiteY25" fmla="*/ 107797 h 342288"/>
                  <a:gd name="connsiteX26" fmla="*/ 7783 w 209457"/>
                  <a:gd name="connsiteY26" fmla="*/ 114263 h 342288"/>
                  <a:gd name="connsiteX27" fmla="*/ 33490 w 209457"/>
                  <a:gd name="connsiteY27" fmla="*/ 120538 h 342288"/>
                  <a:gd name="connsiteX28" fmla="*/ 56625 w 209457"/>
                  <a:gd name="connsiteY28" fmla="*/ 128525 h 342288"/>
                  <a:gd name="connsiteX29" fmla="*/ 57482 w 209457"/>
                  <a:gd name="connsiteY29" fmla="*/ 159616 h 342288"/>
                  <a:gd name="connsiteX30" fmla="*/ 52150 w 209457"/>
                  <a:gd name="connsiteY30" fmla="*/ 177301 h 342288"/>
                  <a:gd name="connsiteX31" fmla="*/ 58434 w 209457"/>
                  <a:gd name="connsiteY31" fmla="*/ 192418 h 342288"/>
                  <a:gd name="connsiteX32" fmla="*/ 47771 w 209457"/>
                  <a:gd name="connsiteY32" fmla="*/ 207536 h 342288"/>
                  <a:gd name="connsiteX33" fmla="*/ 42439 w 209457"/>
                  <a:gd name="connsiteY33" fmla="*/ 227028 h 342288"/>
                  <a:gd name="connsiteX34" fmla="*/ 22065 w 209457"/>
                  <a:gd name="connsiteY34" fmla="*/ 247280 h 342288"/>
                  <a:gd name="connsiteX35" fmla="*/ 22826 w 209457"/>
                  <a:gd name="connsiteY35" fmla="*/ 247850 h 342288"/>
                  <a:gd name="connsiteX36" fmla="*/ 35298 w 209457"/>
                  <a:gd name="connsiteY36" fmla="*/ 285217 h 342288"/>
                  <a:gd name="connsiteX37" fmla="*/ 37107 w 209457"/>
                  <a:gd name="connsiteY37" fmla="*/ 321538 h 342288"/>
                  <a:gd name="connsiteX38" fmla="*/ 39297 w 209457"/>
                  <a:gd name="connsiteY38" fmla="*/ 344357 h 342288"/>
                  <a:gd name="connsiteX39" fmla="*/ 54245 w 209457"/>
                  <a:gd name="connsiteY39" fmla="*/ 343216 h 342288"/>
                  <a:gd name="connsiteX40" fmla="*/ 55197 w 209457"/>
                  <a:gd name="connsiteY40" fmla="*/ 333232 h 342288"/>
                  <a:gd name="connsiteX41" fmla="*/ 47199 w 209457"/>
                  <a:gd name="connsiteY41" fmla="*/ 325626 h 342288"/>
                  <a:gd name="connsiteX42" fmla="*/ 78523 w 209457"/>
                  <a:gd name="connsiteY42" fmla="*/ 302522 h 342288"/>
                  <a:gd name="connsiteX43" fmla="*/ 103753 w 209457"/>
                  <a:gd name="connsiteY43" fmla="*/ 286833 h 342288"/>
                  <a:gd name="connsiteX44" fmla="*/ 105848 w 209457"/>
                  <a:gd name="connsiteY44" fmla="*/ 257834 h 342288"/>
                  <a:gd name="connsiteX45" fmla="*/ 102230 w 209457"/>
                  <a:gd name="connsiteY45" fmla="*/ 232638 h 342288"/>
                  <a:gd name="connsiteX46" fmla="*/ 92709 w 209457"/>
                  <a:gd name="connsiteY46" fmla="*/ 207251 h 342288"/>
                  <a:gd name="connsiteX47" fmla="*/ 95946 w 209457"/>
                  <a:gd name="connsiteY47" fmla="*/ 192133 h 342288"/>
                  <a:gd name="connsiteX48" fmla="*/ 105467 w 209457"/>
                  <a:gd name="connsiteY48" fmla="*/ 181484 h 342288"/>
                  <a:gd name="connsiteX49" fmla="*/ 122414 w 209457"/>
                  <a:gd name="connsiteY49" fmla="*/ 170835 h 342288"/>
                  <a:gd name="connsiteX50" fmla="*/ 143455 w 209457"/>
                  <a:gd name="connsiteY50" fmla="*/ 147731 h 342288"/>
                  <a:gd name="connsiteX51" fmla="*/ 182490 w 209457"/>
                  <a:gd name="connsiteY51" fmla="*/ 130902 h 342288"/>
                  <a:gd name="connsiteX52" fmla="*/ 213528 w 209457"/>
                  <a:gd name="connsiteY52" fmla="*/ 89161 h 34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09457" h="342288">
                    <a:moveTo>
                      <a:pt x="213528" y="89161"/>
                    </a:moveTo>
                    <a:cubicBezTo>
                      <a:pt x="210014" y="76437"/>
                      <a:pt x="208316" y="63282"/>
                      <a:pt x="208482" y="50084"/>
                    </a:cubicBezTo>
                    <a:cubicBezTo>
                      <a:pt x="209720" y="40575"/>
                      <a:pt x="206768" y="14619"/>
                      <a:pt x="206768" y="2543"/>
                    </a:cubicBezTo>
                    <a:cubicBezTo>
                      <a:pt x="206768" y="2543"/>
                      <a:pt x="206768" y="2068"/>
                      <a:pt x="206768" y="1783"/>
                    </a:cubicBezTo>
                    <a:cubicBezTo>
                      <a:pt x="199243" y="4689"/>
                      <a:pt x="192111" y="8521"/>
                      <a:pt x="185537" y="13192"/>
                    </a:cubicBezTo>
                    <a:cubicBezTo>
                      <a:pt x="183728" y="16710"/>
                      <a:pt x="176016" y="12622"/>
                      <a:pt x="171256" y="16710"/>
                    </a:cubicBezTo>
                    <a:cubicBezTo>
                      <a:pt x="166495" y="20799"/>
                      <a:pt x="163639" y="17376"/>
                      <a:pt x="159450" y="16140"/>
                    </a:cubicBezTo>
                    <a:cubicBezTo>
                      <a:pt x="155261" y="14904"/>
                      <a:pt x="153547" y="20324"/>
                      <a:pt x="152976" y="23841"/>
                    </a:cubicBezTo>
                    <a:cubicBezTo>
                      <a:pt x="152405" y="27359"/>
                      <a:pt x="144026" y="25648"/>
                      <a:pt x="141075" y="25078"/>
                    </a:cubicBezTo>
                    <a:cubicBezTo>
                      <a:pt x="138123" y="24507"/>
                      <a:pt x="128603" y="27455"/>
                      <a:pt x="123937" y="27455"/>
                    </a:cubicBezTo>
                    <a:cubicBezTo>
                      <a:pt x="119272" y="27455"/>
                      <a:pt x="122700" y="23271"/>
                      <a:pt x="117368" y="21464"/>
                    </a:cubicBezTo>
                    <a:cubicBezTo>
                      <a:pt x="112036" y="19658"/>
                      <a:pt x="108513" y="23841"/>
                      <a:pt x="105562" y="23841"/>
                    </a:cubicBezTo>
                    <a:cubicBezTo>
                      <a:pt x="102611" y="23841"/>
                      <a:pt x="98231" y="23176"/>
                      <a:pt x="94137" y="22701"/>
                    </a:cubicBezTo>
                    <a:cubicBezTo>
                      <a:pt x="94143" y="25054"/>
                      <a:pt x="93789" y="27394"/>
                      <a:pt x="93090" y="29641"/>
                    </a:cubicBezTo>
                    <a:cubicBezTo>
                      <a:pt x="89186" y="39625"/>
                      <a:pt x="101087" y="62349"/>
                      <a:pt x="101658" y="71952"/>
                    </a:cubicBezTo>
                    <a:cubicBezTo>
                      <a:pt x="106009" y="75540"/>
                      <a:pt x="110082" y="79449"/>
                      <a:pt x="113845" y="83647"/>
                    </a:cubicBezTo>
                    <a:cubicBezTo>
                      <a:pt x="119177" y="90112"/>
                      <a:pt x="113845" y="89542"/>
                      <a:pt x="114417" y="103804"/>
                    </a:cubicBezTo>
                    <a:cubicBezTo>
                      <a:pt x="114988" y="118066"/>
                      <a:pt x="108513" y="112076"/>
                      <a:pt x="103182" y="116735"/>
                    </a:cubicBezTo>
                    <a:cubicBezTo>
                      <a:pt x="97850" y="121394"/>
                      <a:pt x="102516" y="132138"/>
                      <a:pt x="101373" y="135085"/>
                    </a:cubicBezTo>
                    <a:cubicBezTo>
                      <a:pt x="100230" y="138033"/>
                      <a:pt x="84235" y="114358"/>
                      <a:pt x="82998" y="110840"/>
                    </a:cubicBezTo>
                    <a:cubicBezTo>
                      <a:pt x="81760" y="107322"/>
                      <a:pt x="88901" y="93060"/>
                      <a:pt x="87187" y="84788"/>
                    </a:cubicBezTo>
                    <a:cubicBezTo>
                      <a:pt x="85473" y="76516"/>
                      <a:pt x="74715" y="81840"/>
                      <a:pt x="71192" y="82411"/>
                    </a:cubicBezTo>
                    <a:cubicBezTo>
                      <a:pt x="67669" y="82981"/>
                      <a:pt x="59291" y="72903"/>
                      <a:pt x="57482" y="72903"/>
                    </a:cubicBezTo>
                    <a:cubicBezTo>
                      <a:pt x="55673" y="72903"/>
                      <a:pt x="1785" y="92965"/>
                      <a:pt x="1785" y="92965"/>
                    </a:cubicBezTo>
                    <a:lnTo>
                      <a:pt x="5974" y="107797"/>
                    </a:lnTo>
                    <a:lnTo>
                      <a:pt x="4832" y="107797"/>
                    </a:lnTo>
                    <a:lnTo>
                      <a:pt x="7783" y="114263"/>
                    </a:lnTo>
                    <a:cubicBezTo>
                      <a:pt x="16684" y="114632"/>
                      <a:pt x="25422" y="116765"/>
                      <a:pt x="33490" y="120538"/>
                    </a:cubicBezTo>
                    <a:cubicBezTo>
                      <a:pt x="40913" y="123970"/>
                      <a:pt x="48664" y="126646"/>
                      <a:pt x="56625" y="128525"/>
                    </a:cubicBezTo>
                    <a:cubicBezTo>
                      <a:pt x="59291" y="130236"/>
                      <a:pt x="56625" y="149823"/>
                      <a:pt x="57482" y="159616"/>
                    </a:cubicBezTo>
                    <a:cubicBezTo>
                      <a:pt x="58339" y="169409"/>
                      <a:pt x="46819" y="171976"/>
                      <a:pt x="52150" y="177301"/>
                    </a:cubicBezTo>
                    <a:cubicBezTo>
                      <a:pt x="57482" y="182625"/>
                      <a:pt x="54816" y="191563"/>
                      <a:pt x="58434" y="192418"/>
                    </a:cubicBezTo>
                    <a:cubicBezTo>
                      <a:pt x="62052" y="193274"/>
                      <a:pt x="52150" y="204874"/>
                      <a:pt x="47771" y="207536"/>
                    </a:cubicBezTo>
                    <a:cubicBezTo>
                      <a:pt x="43391" y="210199"/>
                      <a:pt x="47771" y="219992"/>
                      <a:pt x="42439" y="227028"/>
                    </a:cubicBezTo>
                    <a:cubicBezTo>
                      <a:pt x="39012" y="231592"/>
                      <a:pt x="29015" y="240529"/>
                      <a:pt x="22065" y="247280"/>
                    </a:cubicBezTo>
                    <a:cubicBezTo>
                      <a:pt x="22367" y="247395"/>
                      <a:pt x="22631" y="247592"/>
                      <a:pt x="22826" y="247850"/>
                    </a:cubicBezTo>
                    <a:cubicBezTo>
                      <a:pt x="24635" y="250988"/>
                      <a:pt x="29967" y="282079"/>
                      <a:pt x="35298" y="285217"/>
                    </a:cubicBezTo>
                    <a:cubicBezTo>
                      <a:pt x="40630" y="288354"/>
                      <a:pt x="37488" y="318875"/>
                      <a:pt x="37107" y="321538"/>
                    </a:cubicBezTo>
                    <a:cubicBezTo>
                      <a:pt x="36727" y="324200"/>
                      <a:pt x="39297" y="344357"/>
                      <a:pt x="39297" y="344357"/>
                    </a:cubicBezTo>
                    <a:cubicBezTo>
                      <a:pt x="44246" y="343618"/>
                      <a:pt x="49241" y="343237"/>
                      <a:pt x="54245" y="343216"/>
                    </a:cubicBezTo>
                    <a:cubicBezTo>
                      <a:pt x="54721" y="339222"/>
                      <a:pt x="55006" y="335704"/>
                      <a:pt x="55197" y="333232"/>
                    </a:cubicBezTo>
                    <a:cubicBezTo>
                      <a:pt x="55768" y="323724"/>
                      <a:pt x="49199" y="331521"/>
                      <a:pt x="47199" y="325626"/>
                    </a:cubicBezTo>
                    <a:cubicBezTo>
                      <a:pt x="45200" y="319731"/>
                      <a:pt x="61671" y="308702"/>
                      <a:pt x="78523" y="302522"/>
                    </a:cubicBezTo>
                    <a:cubicBezTo>
                      <a:pt x="95375" y="296341"/>
                      <a:pt x="101944" y="293014"/>
                      <a:pt x="103753" y="286833"/>
                    </a:cubicBezTo>
                    <a:cubicBezTo>
                      <a:pt x="105562" y="280653"/>
                      <a:pt x="103753" y="264299"/>
                      <a:pt x="105848" y="257834"/>
                    </a:cubicBezTo>
                    <a:cubicBezTo>
                      <a:pt x="107942" y="251368"/>
                      <a:pt x="104324" y="247470"/>
                      <a:pt x="102230" y="232638"/>
                    </a:cubicBezTo>
                    <a:cubicBezTo>
                      <a:pt x="100135" y="217805"/>
                      <a:pt x="94803" y="215523"/>
                      <a:pt x="92709" y="207251"/>
                    </a:cubicBezTo>
                    <a:cubicBezTo>
                      <a:pt x="90615" y="198979"/>
                      <a:pt x="90900" y="192418"/>
                      <a:pt x="95946" y="192133"/>
                    </a:cubicBezTo>
                    <a:cubicBezTo>
                      <a:pt x="100992" y="191848"/>
                      <a:pt x="100992" y="189471"/>
                      <a:pt x="105467" y="181484"/>
                    </a:cubicBezTo>
                    <a:cubicBezTo>
                      <a:pt x="109942" y="173498"/>
                      <a:pt x="114417" y="176730"/>
                      <a:pt x="122414" y="170835"/>
                    </a:cubicBezTo>
                    <a:cubicBezTo>
                      <a:pt x="130411" y="164940"/>
                      <a:pt x="130697" y="157524"/>
                      <a:pt x="143455" y="147731"/>
                    </a:cubicBezTo>
                    <a:cubicBezTo>
                      <a:pt x="156213" y="137938"/>
                      <a:pt x="170113" y="138223"/>
                      <a:pt x="182490" y="130902"/>
                    </a:cubicBezTo>
                    <a:cubicBezTo>
                      <a:pt x="194867" y="123580"/>
                      <a:pt x="215623" y="94486"/>
                      <a:pt x="213528" y="89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09" name="Freeform 2851">
                <a:extLst>
                  <a:ext uri="{FF2B5EF4-FFF2-40B4-BE49-F238E27FC236}">
                    <a16:creationId xmlns:a16="http://schemas.microsoft.com/office/drawing/2014/main" id="{66E5BDEF-C739-93EA-8A75-9BE03B17EED1}"/>
                  </a:ext>
                </a:extLst>
              </p:cNvPr>
              <p:cNvSpPr/>
              <p:nvPr/>
            </p:nvSpPr>
            <p:spPr>
              <a:xfrm>
                <a:off x="6482048" y="4522682"/>
                <a:ext cx="235638" cy="235319"/>
              </a:xfrm>
              <a:custGeom>
                <a:avLst/>
                <a:gdLst>
                  <a:gd name="connsiteX0" fmla="*/ 205911 w 218978"/>
                  <a:gd name="connsiteY0" fmla="*/ 178442 h 218684"/>
                  <a:gd name="connsiteX1" fmla="*/ 198485 w 218978"/>
                  <a:gd name="connsiteY1" fmla="*/ 158000 h 218684"/>
                  <a:gd name="connsiteX2" fmla="*/ 196391 w 218978"/>
                  <a:gd name="connsiteY2" fmla="*/ 141455 h 218684"/>
                  <a:gd name="connsiteX3" fmla="*/ 199913 w 218978"/>
                  <a:gd name="connsiteY3" fmla="*/ 126338 h 218684"/>
                  <a:gd name="connsiteX4" fmla="*/ 189250 w 218978"/>
                  <a:gd name="connsiteY4" fmla="*/ 109509 h 218684"/>
                  <a:gd name="connsiteX5" fmla="*/ 198104 w 218978"/>
                  <a:gd name="connsiteY5" fmla="*/ 79083 h 218684"/>
                  <a:gd name="connsiteX6" fmla="*/ 164496 w 218978"/>
                  <a:gd name="connsiteY6" fmla="*/ 55218 h 218684"/>
                  <a:gd name="connsiteX7" fmla="*/ 165448 w 218978"/>
                  <a:gd name="connsiteY7" fmla="*/ 42953 h 218684"/>
                  <a:gd name="connsiteX8" fmla="*/ 89281 w 218978"/>
                  <a:gd name="connsiteY8" fmla="*/ 2829 h 218684"/>
                  <a:gd name="connsiteX9" fmla="*/ 79761 w 218978"/>
                  <a:gd name="connsiteY9" fmla="*/ 21845 h 218684"/>
                  <a:gd name="connsiteX10" fmla="*/ 81093 w 218978"/>
                  <a:gd name="connsiteY10" fmla="*/ 34205 h 218684"/>
                  <a:gd name="connsiteX11" fmla="*/ 48723 w 218978"/>
                  <a:gd name="connsiteY11" fmla="*/ 32494 h 218684"/>
                  <a:gd name="connsiteX12" fmla="*/ 48723 w 218978"/>
                  <a:gd name="connsiteY12" fmla="*/ 1783 h 218684"/>
                  <a:gd name="connsiteX13" fmla="*/ 31966 w 218978"/>
                  <a:gd name="connsiteY13" fmla="*/ 3209 h 218684"/>
                  <a:gd name="connsiteX14" fmla="*/ 22445 w 218978"/>
                  <a:gd name="connsiteY14" fmla="*/ 5681 h 218684"/>
                  <a:gd name="connsiteX15" fmla="*/ 25682 w 218978"/>
                  <a:gd name="connsiteY15" fmla="*/ 14428 h 218684"/>
                  <a:gd name="connsiteX16" fmla="*/ 28824 w 218978"/>
                  <a:gd name="connsiteY16" fmla="*/ 27740 h 218684"/>
                  <a:gd name="connsiteX17" fmla="*/ 20827 w 218978"/>
                  <a:gd name="connsiteY17" fmla="*/ 31543 h 218684"/>
                  <a:gd name="connsiteX18" fmla="*/ 21588 w 218978"/>
                  <a:gd name="connsiteY18" fmla="*/ 42097 h 218684"/>
                  <a:gd name="connsiteX19" fmla="*/ 26730 w 218978"/>
                  <a:gd name="connsiteY19" fmla="*/ 45139 h 218684"/>
                  <a:gd name="connsiteX20" fmla="*/ 10354 w 218978"/>
                  <a:gd name="connsiteY20" fmla="*/ 68719 h 218684"/>
                  <a:gd name="connsiteX21" fmla="*/ 1785 w 218978"/>
                  <a:gd name="connsiteY21" fmla="*/ 73759 h 218684"/>
                  <a:gd name="connsiteX22" fmla="*/ 14067 w 218978"/>
                  <a:gd name="connsiteY22" fmla="*/ 111791 h 218684"/>
                  <a:gd name="connsiteX23" fmla="*/ 24730 w 218978"/>
                  <a:gd name="connsiteY23" fmla="*/ 138033 h 218684"/>
                  <a:gd name="connsiteX24" fmla="*/ 29586 w 218978"/>
                  <a:gd name="connsiteY24" fmla="*/ 154006 h 218684"/>
                  <a:gd name="connsiteX25" fmla="*/ 18447 w 218978"/>
                  <a:gd name="connsiteY25" fmla="*/ 145544 h 218684"/>
                  <a:gd name="connsiteX26" fmla="*/ 17114 w 218978"/>
                  <a:gd name="connsiteY26" fmla="*/ 148682 h 218684"/>
                  <a:gd name="connsiteX27" fmla="*/ 16352 w 218978"/>
                  <a:gd name="connsiteY27" fmla="*/ 149537 h 218684"/>
                  <a:gd name="connsiteX28" fmla="*/ 30824 w 218978"/>
                  <a:gd name="connsiteY28" fmla="*/ 157714 h 218684"/>
                  <a:gd name="connsiteX29" fmla="*/ 49294 w 218978"/>
                  <a:gd name="connsiteY29" fmla="*/ 164940 h 218684"/>
                  <a:gd name="connsiteX30" fmla="*/ 75000 w 218978"/>
                  <a:gd name="connsiteY30" fmla="*/ 176160 h 218684"/>
                  <a:gd name="connsiteX31" fmla="*/ 76238 w 218978"/>
                  <a:gd name="connsiteY31" fmla="*/ 178157 h 218684"/>
                  <a:gd name="connsiteX32" fmla="*/ 89758 w 218978"/>
                  <a:gd name="connsiteY32" fmla="*/ 178157 h 218684"/>
                  <a:gd name="connsiteX33" fmla="*/ 92709 w 218978"/>
                  <a:gd name="connsiteY33" fmla="*/ 177016 h 218684"/>
                  <a:gd name="connsiteX34" fmla="*/ 107085 w 218978"/>
                  <a:gd name="connsiteY34" fmla="*/ 217615 h 218684"/>
                  <a:gd name="connsiteX35" fmla="*/ 118510 w 218978"/>
                  <a:gd name="connsiteY35" fmla="*/ 218756 h 218684"/>
                  <a:gd name="connsiteX36" fmla="*/ 130316 w 218978"/>
                  <a:gd name="connsiteY36" fmla="*/ 216379 h 218684"/>
                  <a:gd name="connsiteX37" fmla="*/ 136886 w 218978"/>
                  <a:gd name="connsiteY37" fmla="*/ 222369 h 218684"/>
                  <a:gd name="connsiteX38" fmla="*/ 154023 w 218978"/>
                  <a:gd name="connsiteY38" fmla="*/ 219992 h 218684"/>
                  <a:gd name="connsiteX39" fmla="*/ 165924 w 218978"/>
                  <a:gd name="connsiteY39" fmla="*/ 218756 h 218684"/>
                  <a:gd name="connsiteX40" fmla="*/ 172398 w 218978"/>
                  <a:gd name="connsiteY40" fmla="*/ 211054 h 218684"/>
                  <a:gd name="connsiteX41" fmla="*/ 184204 w 218978"/>
                  <a:gd name="connsiteY41" fmla="*/ 211625 h 218684"/>
                  <a:gd name="connsiteX42" fmla="*/ 198485 w 218978"/>
                  <a:gd name="connsiteY42" fmla="*/ 208107 h 218684"/>
                  <a:gd name="connsiteX43" fmla="*/ 219717 w 218978"/>
                  <a:gd name="connsiteY43" fmla="*/ 196697 h 218684"/>
                  <a:gd name="connsiteX44" fmla="*/ 205911 w 218978"/>
                  <a:gd name="connsiteY44" fmla="*/ 178442 h 218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18978" h="218684">
                    <a:moveTo>
                      <a:pt x="205911" y="178442"/>
                    </a:moveTo>
                    <a:cubicBezTo>
                      <a:pt x="205245" y="166272"/>
                      <a:pt x="198200" y="166272"/>
                      <a:pt x="198485" y="158000"/>
                    </a:cubicBezTo>
                    <a:cubicBezTo>
                      <a:pt x="198771" y="149728"/>
                      <a:pt x="199342" y="142311"/>
                      <a:pt x="196391" y="141455"/>
                    </a:cubicBezTo>
                    <a:cubicBezTo>
                      <a:pt x="193439" y="140600"/>
                      <a:pt x="195153" y="133469"/>
                      <a:pt x="199913" y="126338"/>
                    </a:cubicBezTo>
                    <a:cubicBezTo>
                      <a:pt x="204674" y="119207"/>
                      <a:pt x="191345" y="118351"/>
                      <a:pt x="189250" y="109509"/>
                    </a:cubicBezTo>
                    <a:cubicBezTo>
                      <a:pt x="190466" y="98941"/>
                      <a:pt x="193460" y="88655"/>
                      <a:pt x="198104" y="79083"/>
                    </a:cubicBezTo>
                    <a:cubicBezTo>
                      <a:pt x="181443" y="67673"/>
                      <a:pt x="164496" y="55218"/>
                      <a:pt x="164496" y="55218"/>
                    </a:cubicBezTo>
                    <a:lnTo>
                      <a:pt x="165448" y="42953"/>
                    </a:lnTo>
                    <a:lnTo>
                      <a:pt x="89281" y="2829"/>
                    </a:lnTo>
                    <a:cubicBezTo>
                      <a:pt x="89770" y="10417"/>
                      <a:pt x="86132" y="17681"/>
                      <a:pt x="79761" y="21845"/>
                    </a:cubicBezTo>
                    <a:cubicBezTo>
                      <a:pt x="74048" y="24507"/>
                      <a:pt x="87758" y="32874"/>
                      <a:pt x="81093" y="34205"/>
                    </a:cubicBezTo>
                    <a:cubicBezTo>
                      <a:pt x="74429" y="35536"/>
                      <a:pt x="59386" y="28025"/>
                      <a:pt x="48723" y="32494"/>
                    </a:cubicBezTo>
                    <a:cubicBezTo>
                      <a:pt x="41487" y="35441"/>
                      <a:pt x="43010" y="17566"/>
                      <a:pt x="48723" y="1783"/>
                    </a:cubicBezTo>
                    <a:lnTo>
                      <a:pt x="31966" y="3209"/>
                    </a:lnTo>
                    <a:lnTo>
                      <a:pt x="22445" y="5681"/>
                    </a:lnTo>
                    <a:lnTo>
                      <a:pt x="25682" y="14428"/>
                    </a:lnTo>
                    <a:cubicBezTo>
                      <a:pt x="27860" y="18521"/>
                      <a:pt x="28942" y="23106"/>
                      <a:pt x="28824" y="27740"/>
                    </a:cubicBezTo>
                    <a:cubicBezTo>
                      <a:pt x="28824" y="30117"/>
                      <a:pt x="24635" y="31067"/>
                      <a:pt x="20827" y="31543"/>
                    </a:cubicBezTo>
                    <a:cubicBezTo>
                      <a:pt x="21628" y="35000"/>
                      <a:pt x="21886" y="38561"/>
                      <a:pt x="21588" y="42097"/>
                    </a:cubicBezTo>
                    <a:lnTo>
                      <a:pt x="26730" y="45139"/>
                    </a:lnTo>
                    <a:cubicBezTo>
                      <a:pt x="26730" y="45139"/>
                      <a:pt x="15495" y="66628"/>
                      <a:pt x="10354" y="68719"/>
                    </a:cubicBezTo>
                    <a:cubicBezTo>
                      <a:pt x="7376" y="70184"/>
                      <a:pt x="4512" y="71868"/>
                      <a:pt x="1785" y="73759"/>
                    </a:cubicBezTo>
                    <a:cubicBezTo>
                      <a:pt x="4737" y="88876"/>
                      <a:pt x="8450" y="106846"/>
                      <a:pt x="14067" y="111791"/>
                    </a:cubicBezTo>
                    <a:cubicBezTo>
                      <a:pt x="24254" y="121299"/>
                      <a:pt x="22445" y="131757"/>
                      <a:pt x="24730" y="138033"/>
                    </a:cubicBezTo>
                    <a:cubicBezTo>
                      <a:pt x="27015" y="144308"/>
                      <a:pt x="35775" y="151344"/>
                      <a:pt x="29586" y="154006"/>
                    </a:cubicBezTo>
                    <a:cubicBezTo>
                      <a:pt x="25587" y="155718"/>
                      <a:pt x="21969" y="151439"/>
                      <a:pt x="18447" y="145544"/>
                    </a:cubicBezTo>
                    <a:cubicBezTo>
                      <a:pt x="18447" y="146590"/>
                      <a:pt x="17590" y="147636"/>
                      <a:pt x="17114" y="148682"/>
                    </a:cubicBezTo>
                    <a:lnTo>
                      <a:pt x="16352" y="149537"/>
                    </a:lnTo>
                    <a:cubicBezTo>
                      <a:pt x="20585" y="153195"/>
                      <a:pt x="25504" y="155975"/>
                      <a:pt x="30824" y="157714"/>
                    </a:cubicBezTo>
                    <a:cubicBezTo>
                      <a:pt x="35965" y="157714"/>
                      <a:pt x="44153" y="163895"/>
                      <a:pt x="49294" y="164940"/>
                    </a:cubicBezTo>
                    <a:cubicBezTo>
                      <a:pt x="58405" y="167292"/>
                      <a:pt x="67083" y="171080"/>
                      <a:pt x="75000" y="176160"/>
                    </a:cubicBezTo>
                    <a:lnTo>
                      <a:pt x="76238" y="178157"/>
                    </a:lnTo>
                    <a:cubicBezTo>
                      <a:pt x="80740" y="177870"/>
                      <a:pt x="85256" y="177870"/>
                      <a:pt x="89758" y="178157"/>
                    </a:cubicBezTo>
                    <a:cubicBezTo>
                      <a:pt x="90554" y="177405"/>
                      <a:pt x="91614" y="176996"/>
                      <a:pt x="92709" y="177016"/>
                    </a:cubicBezTo>
                    <a:cubicBezTo>
                      <a:pt x="99469" y="177016"/>
                      <a:pt x="107466" y="202687"/>
                      <a:pt x="107085" y="217615"/>
                    </a:cubicBezTo>
                    <a:cubicBezTo>
                      <a:pt x="111179" y="218090"/>
                      <a:pt x="116606" y="218756"/>
                      <a:pt x="118510" y="218756"/>
                    </a:cubicBezTo>
                    <a:cubicBezTo>
                      <a:pt x="120414" y="218756"/>
                      <a:pt x="124985" y="214667"/>
                      <a:pt x="130316" y="216379"/>
                    </a:cubicBezTo>
                    <a:cubicBezTo>
                      <a:pt x="135648" y="218090"/>
                      <a:pt x="132125" y="222369"/>
                      <a:pt x="136886" y="222369"/>
                    </a:cubicBezTo>
                    <a:cubicBezTo>
                      <a:pt x="141646" y="222369"/>
                      <a:pt x="151071" y="219421"/>
                      <a:pt x="154023" y="219992"/>
                    </a:cubicBezTo>
                    <a:cubicBezTo>
                      <a:pt x="156974" y="220562"/>
                      <a:pt x="165257" y="222369"/>
                      <a:pt x="165924" y="218756"/>
                    </a:cubicBezTo>
                    <a:cubicBezTo>
                      <a:pt x="166590" y="215143"/>
                      <a:pt x="168304" y="209913"/>
                      <a:pt x="172398" y="211054"/>
                    </a:cubicBezTo>
                    <a:cubicBezTo>
                      <a:pt x="176492" y="212195"/>
                      <a:pt x="179539" y="215808"/>
                      <a:pt x="184204" y="211625"/>
                    </a:cubicBezTo>
                    <a:cubicBezTo>
                      <a:pt x="188869" y="207441"/>
                      <a:pt x="196676" y="211625"/>
                      <a:pt x="198485" y="208107"/>
                    </a:cubicBezTo>
                    <a:cubicBezTo>
                      <a:pt x="205059" y="203436"/>
                      <a:pt x="212191" y="199603"/>
                      <a:pt x="219717" y="196697"/>
                    </a:cubicBezTo>
                    <a:cubicBezTo>
                      <a:pt x="219431" y="185383"/>
                      <a:pt x="206483" y="190517"/>
                      <a:pt x="205911" y="1784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210" name="Freeform 2852">
                <a:extLst>
                  <a:ext uri="{FF2B5EF4-FFF2-40B4-BE49-F238E27FC236}">
                    <a16:creationId xmlns:a16="http://schemas.microsoft.com/office/drawing/2014/main" id="{BA3F63DE-B7C6-CBEB-2B37-5C47BD3B860B}"/>
                  </a:ext>
                </a:extLst>
              </p:cNvPr>
              <p:cNvSpPr/>
              <p:nvPr/>
            </p:nvSpPr>
            <p:spPr>
              <a:xfrm>
                <a:off x="6551515" y="4712344"/>
                <a:ext cx="71716" cy="163700"/>
              </a:xfrm>
              <a:custGeom>
                <a:avLst/>
                <a:gdLst>
                  <a:gd name="connsiteX0" fmla="*/ 62524 w 66645"/>
                  <a:gd name="connsiteY0" fmla="*/ 102402 h 152128"/>
                  <a:gd name="connsiteX1" fmla="*/ 50337 w 66645"/>
                  <a:gd name="connsiteY1" fmla="*/ 90707 h 152128"/>
                  <a:gd name="connsiteX2" fmla="*/ 49766 w 66645"/>
                  <a:gd name="connsiteY2" fmla="*/ 94130 h 152128"/>
                  <a:gd name="connsiteX3" fmla="*/ 27963 w 66645"/>
                  <a:gd name="connsiteY3" fmla="*/ 63514 h 152128"/>
                  <a:gd name="connsiteX4" fmla="*/ 30248 w 66645"/>
                  <a:gd name="connsiteY4" fmla="*/ 27954 h 152128"/>
                  <a:gd name="connsiteX5" fmla="*/ 25488 w 66645"/>
                  <a:gd name="connsiteY5" fmla="*/ 1997 h 152128"/>
                  <a:gd name="connsiteX6" fmla="*/ 11968 w 66645"/>
                  <a:gd name="connsiteY6" fmla="*/ 1997 h 152128"/>
                  <a:gd name="connsiteX7" fmla="*/ 19870 w 66645"/>
                  <a:gd name="connsiteY7" fmla="*/ 21013 h 152128"/>
                  <a:gd name="connsiteX8" fmla="*/ 12730 w 66645"/>
                  <a:gd name="connsiteY8" fmla="*/ 25102 h 152128"/>
                  <a:gd name="connsiteX9" fmla="*/ 13777 w 66645"/>
                  <a:gd name="connsiteY9" fmla="*/ 57904 h 152128"/>
                  <a:gd name="connsiteX10" fmla="*/ 5589 w 66645"/>
                  <a:gd name="connsiteY10" fmla="*/ 63039 h 152128"/>
                  <a:gd name="connsiteX11" fmla="*/ 2448 w 66645"/>
                  <a:gd name="connsiteY11" fmla="*/ 82530 h 152128"/>
                  <a:gd name="connsiteX12" fmla="*/ 6066 w 66645"/>
                  <a:gd name="connsiteY12" fmla="*/ 91278 h 152128"/>
                  <a:gd name="connsiteX13" fmla="*/ 6066 w 66645"/>
                  <a:gd name="connsiteY13" fmla="*/ 91278 h 152128"/>
                  <a:gd name="connsiteX14" fmla="*/ 19775 w 66645"/>
                  <a:gd name="connsiteY14" fmla="*/ 100786 h 152128"/>
                  <a:gd name="connsiteX15" fmla="*/ 35770 w 66645"/>
                  <a:gd name="connsiteY15" fmla="*/ 103163 h 152128"/>
                  <a:gd name="connsiteX16" fmla="*/ 31581 w 66645"/>
                  <a:gd name="connsiteY16" fmla="*/ 129214 h 152128"/>
                  <a:gd name="connsiteX17" fmla="*/ 49956 w 66645"/>
                  <a:gd name="connsiteY17" fmla="*/ 153460 h 152128"/>
                  <a:gd name="connsiteX18" fmla="*/ 51765 w 66645"/>
                  <a:gd name="connsiteY18" fmla="*/ 135110 h 152128"/>
                  <a:gd name="connsiteX19" fmla="*/ 63000 w 66645"/>
                  <a:gd name="connsiteY19" fmla="*/ 122179 h 152128"/>
                  <a:gd name="connsiteX20" fmla="*/ 62524 w 66645"/>
                  <a:gd name="connsiteY20" fmla="*/ 102402 h 15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6645" h="152128">
                    <a:moveTo>
                      <a:pt x="62524" y="102402"/>
                    </a:moveTo>
                    <a:cubicBezTo>
                      <a:pt x="58761" y="98204"/>
                      <a:pt x="54687" y="94295"/>
                      <a:pt x="50337" y="90707"/>
                    </a:cubicBezTo>
                    <a:cubicBezTo>
                      <a:pt x="50489" y="91879"/>
                      <a:pt x="50290" y="93070"/>
                      <a:pt x="49766" y="94130"/>
                    </a:cubicBezTo>
                    <a:cubicBezTo>
                      <a:pt x="44529" y="101641"/>
                      <a:pt x="29772" y="78156"/>
                      <a:pt x="27963" y="63514"/>
                    </a:cubicBezTo>
                    <a:cubicBezTo>
                      <a:pt x="26154" y="48872"/>
                      <a:pt x="36437" y="41741"/>
                      <a:pt x="30248" y="27954"/>
                    </a:cubicBezTo>
                    <a:cubicBezTo>
                      <a:pt x="25012" y="16449"/>
                      <a:pt x="21775" y="5420"/>
                      <a:pt x="25488" y="1997"/>
                    </a:cubicBezTo>
                    <a:cubicBezTo>
                      <a:pt x="20986" y="1711"/>
                      <a:pt x="16470" y="1711"/>
                      <a:pt x="11968" y="1997"/>
                    </a:cubicBezTo>
                    <a:cubicBezTo>
                      <a:pt x="15623" y="7863"/>
                      <a:pt x="18293" y="14287"/>
                      <a:pt x="19870" y="21013"/>
                    </a:cubicBezTo>
                    <a:cubicBezTo>
                      <a:pt x="19871" y="25102"/>
                      <a:pt x="14825" y="20063"/>
                      <a:pt x="12730" y="25102"/>
                    </a:cubicBezTo>
                    <a:cubicBezTo>
                      <a:pt x="10635" y="30141"/>
                      <a:pt x="9683" y="53626"/>
                      <a:pt x="13777" y="57904"/>
                    </a:cubicBezTo>
                    <a:cubicBezTo>
                      <a:pt x="17871" y="62183"/>
                      <a:pt x="5589" y="58950"/>
                      <a:pt x="5589" y="63039"/>
                    </a:cubicBezTo>
                    <a:cubicBezTo>
                      <a:pt x="5589" y="67127"/>
                      <a:pt x="4542" y="81484"/>
                      <a:pt x="2448" y="82530"/>
                    </a:cubicBezTo>
                    <a:cubicBezTo>
                      <a:pt x="353" y="83576"/>
                      <a:pt x="3685" y="86619"/>
                      <a:pt x="6066" y="91278"/>
                    </a:cubicBezTo>
                    <a:lnTo>
                      <a:pt x="6066" y="91278"/>
                    </a:lnTo>
                    <a:cubicBezTo>
                      <a:pt x="7874" y="91278"/>
                      <a:pt x="16158" y="101356"/>
                      <a:pt x="19775" y="100786"/>
                    </a:cubicBezTo>
                    <a:cubicBezTo>
                      <a:pt x="23393" y="100215"/>
                      <a:pt x="33961" y="94891"/>
                      <a:pt x="35770" y="103163"/>
                    </a:cubicBezTo>
                    <a:cubicBezTo>
                      <a:pt x="37579" y="111434"/>
                      <a:pt x="30439" y="125696"/>
                      <a:pt x="31581" y="129214"/>
                    </a:cubicBezTo>
                    <a:cubicBezTo>
                      <a:pt x="32724" y="132733"/>
                      <a:pt x="48814" y="156408"/>
                      <a:pt x="49956" y="153460"/>
                    </a:cubicBezTo>
                    <a:cubicBezTo>
                      <a:pt x="51099" y="150513"/>
                      <a:pt x="46434" y="139864"/>
                      <a:pt x="51765" y="135110"/>
                    </a:cubicBezTo>
                    <a:cubicBezTo>
                      <a:pt x="57097" y="130356"/>
                      <a:pt x="63571" y="136345"/>
                      <a:pt x="63000" y="122179"/>
                    </a:cubicBezTo>
                    <a:cubicBezTo>
                      <a:pt x="62429" y="108012"/>
                      <a:pt x="67856" y="108867"/>
                      <a:pt x="62524" y="10240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</p:grpSp>
        <p:grpSp>
          <p:nvGrpSpPr>
            <p:cNvPr id="39" name="Group 601">
              <a:extLst>
                <a:ext uri="{FF2B5EF4-FFF2-40B4-BE49-F238E27FC236}">
                  <a16:creationId xmlns:a16="http://schemas.microsoft.com/office/drawing/2014/main" id="{96772193-68CD-0110-1889-0876938D26D9}"/>
                </a:ext>
              </a:extLst>
            </p:cNvPr>
            <p:cNvGrpSpPr/>
            <p:nvPr/>
          </p:nvGrpSpPr>
          <p:grpSpPr>
            <a:xfrm>
              <a:off x="7891385" y="4385363"/>
              <a:ext cx="1830584" cy="1231356"/>
              <a:chOff x="16419123" y="7327955"/>
              <a:chExt cx="4011276" cy="2698214"/>
            </a:xfrm>
            <a:grpFill/>
          </p:grpSpPr>
          <p:sp>
            <p:nvSpPr>
              <p:cNvPr id="152" name="Freeform 2833">
                <a:extLst>
                  <a:ext uri="{FF2B5EF4-FFF2-40B4-BE49-F238E27FC236}">
                    <a16:creationId xmlns:a16="http://schemas.microsoft.com/office/drawing/2014/main" id="{AC5E4896-044F-F60E-BB33-CE3D5A842981}"/>
                  </a:ext>
                </a:extLst>
              </p:cNvPr>
              <p:cNvSpPr/>
              <p:nvPr/>
            </p:nvSpPr>
            <p:spPr>
              <a:xfrm>
                <a:off x="18583658" y="7728400"/>
                <a:ext cx="583688" cy="381129"/>
              </a:xfrm>
              <a:custGeom>
                <a:avLst/>
                <a:gdLst>
                  <a:gd name="connsiteX0" fmla="*/ 184299 w 247541"/>
                  <a:gd name="connsiteY0" fmla="*/ 150583 h 161636"/>
                  <a:gd name="connsiteX1" fmla="*/ 170113 w 247541"/>
                  <a:gd name="connsiteY1" fmla="*/ 136987 h 161636"/>
                  <a:gd name="connsiteX2" fmla="*/ 149929 w 247541"/>
                  <a:gd name="connsiteY2" fmla="*/ 127479 h 161636"/>
                  <a:gd name="connsiteX3" fmla="*/ 135743 w 247541"/>
                  <a:gd name="connsiteY3" fmla="*/ 100761 h 161636"/>
                  <a:gd name="connsiteX4" fmla="*/ 130983 w 247541"/>
                  <a:gd name="connsiteY4" fmla="*/ 84217 h 161636"/>
                  <a:gd name="connsiteX5" fmla="*/ 135172 w 247541"/>
                  <a:gd name="connsiteY5" fmla="*/ 71191 h 161636"/>
                  <a:gd name="connsiteX6" fmla="*/ 95470 w 247541"/>
                  <a:gd name="connsiteY6" fmla="*/ 49323 h 161636"/>
                  <a:gd name="connsiteX7" fmla="*/ 16638 w 247541"/>
                  <a:gd name="connsiteY7" fmla="*/ 6157 h 161636"/>
                  <a:gd name="connsiteX8" fmla="*/ 1785 w 247541"/>
                  <a:gd name="connsiteY8" fmla="*/ 1783 h 161636"/>
                  <a:gd name="connsiteX9" fmla="*/ 1785 w 247541"/>
                  <a:gd name="connsiteY9" fmla="*/ 128049 h 161636"/>
                  <a:gd name="connsiteX10" fmla="*/ 23112 w 247541"/>
                  <a:gd name="connsiteY10" fmla="*/ 135180 h 161636"/>
                  <a:gd name="connsiteX11" fmla="*/ 47390 w 247541"/>
                  <a:gd name="connsiteY11" fmla="*/ 121489 h 161636"/>
                  <a:gd name="connsiteX12" fmla="*/ 59291 w 247541"/>
                  <a:gd name="connsiteY12" fmla="*/ 106751 h 161636"/>
                  <a:gd name="connsiteX13" fmla="*/ 101373 w 247541"/>
                  <a:gd name="connsiteY13" fmla="*/ 116259 h 161636"/>
                  <a:gd name="connsiteX14" fmla="*/ 145169 w 247541"/>
                  <a:gd name="connsiteY14" fmla="*/ 155337 h 161636"/>
                  <a:gd name="connsiteX15" fmla="*/ 187250 w 247541"/>
                  <a:gd name="connsiteY15" fmla="*/ 163039 h 161636"/>
                  <a:gd name="connsiteX16" fmla="*/ 184299 w 247541"/>
                  <a:gd name="connsiteY16" fmla="*/ 150583 h 161636"/>
                  <a:gd name="connsiteX17" fmla="*/ 218098 w 247541"/>
                  <a:gd name="connsiteY17" fmla="*/ 45234 h 161636"/>
                  <a:gd name="connsiteX18" fmla="*/ 193820 w 247541"/>
                  <a:gd name="connsiteY18" fmla="*/ 59496 h 161636"/>
                  <a:gd name="connsiteX19" fmla="*/ 151167 w 247541"/>
                  <a:gd name="connsiteY19" fmla="*/ 61303 h 161636"/>
                  <a:gd name="connsiteX20" fmla="*/ 183728 w 247541"/>
                  <a:gd name="connsiteY20" fmla="*/ 76040 h 161636"/>
                  <a:gd name="connsiteX21" fmla="*/ 225238 w 247541"/>
                  <a:gd name="connsiteY21" fmla="*/ 55313 h 161636"/>
                  <a:gd name="connsiteX22" fmla="*/ 231141 w 247541"/>
                  <a:gd name="connsiteY22" fmla="*/ 37628 h 161636"/>
                  <a:gd name="connsiteX23" fmla="*/ 218098 w 247541"/>
                  <a:gd name="connsiteY23" fmla="*/ 45234 h 161636"/>
                  <a:gd name="connsiteX24" fmla="*/ 238282 w 247541"/>
                  <a:gd name="connsiteY24" fmla="*/ 22796 h 161636"/>
                  <a:gd name="connsiteX25" fmla="*/ 232284 w 247541"/>
                  <a:gd name="connsiteY25" fmla="*/ 23936 h 161636"/>
                  <a:gd name="connsiteX26" fmla="*/ 244756 w 247541"/>
                  <a:gd name="connsiteY26" fmla="*/ 42953 h 161636"/>
                  <a:gd name="connsiteX27" fmla="*/ 238282 w 247541"/>
                  <a:gd name="connsiteY27" fmla="*/ 22796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47541" h="161636">
                    <a:moveTo>
                      <a:pt x="184299" y="150583"/>
                    </a:moveTo>
                    <a:cubicBezTo>
                      <a:pt x="180205" y="148872"/>
                      <a:pt x="169542" y="141741"/>
                      <a:pt x="170113" y="136987"/>
                    </a:cubicBezTo>
                    <a:cubicBezTo>
                      <a:pt x="170684" y="132233"/>
                      <a:pt x="158212" y="132898"/>
                      <a:pt x="149929" y="127479"/>
                    </a:cubicBezTo>
                    <a:cubicBezTo>
                      <a:pt x="141646" y="122059"/>
                      <a:pt x="144597" y="104945"/>
                      <a:pt x="135743" y="100761"/>
                    </a:cubicBezTo>
                    <a:cubicBezTo>
                      <a:pt x="126889" y="96578"/>
                      <a:pt x="120319" y="83647"/>
                      <a:pt x="130983" y="84217"/>
                    </a:cubicBezTo>
                    <a:cubicBezTo>
                      <a:pt x="141646" y="84788"/>
                      <a:pt x="143455" y="78893"/>
                      <a:pt x="135172" y="71191"/>
                    </a:cubicBezTo>
                    <a:cubicBezTo>
                      <a:pt x="126889" y="63490"/>
                      <a:pt x="97089" y="60542"/>
                      <a:pt x="95470" y="49323"/>
                    </a:cubicBezTo>
                    <a:cubicBezTo>
                      <a:pt x="93851" y="38103"/>
                      <a:pt x="40344" y="11291"/>
                      <a:pt x="16638" y="6157"/>
                    </a:cubicBezTo>
                    <a:cubicBezTo>
                      <a:pt x="11614" y="4958"/>
                      <a:pt x="6657" y="3498"/>
                      <a:pt x="1785" y="1783"/>
                    </a:cubicBezTo>
                    <a:lnTo>
                      <a:pt x="1785" y="128049"/>
                    </a:lnTo>
                    <a:cubicBezTo>
                      <a:pt x="8092" y="132359"/>
                      <a:pt x="15478" y="134828"/>
                      <a:pt x="23112" y="135180"/>
                    </a:cubicBezTo>
                    <a:cubicBezTo>
                      <a:pt x="49199" y="136321"/>
                      <a:pt x="42725" y="121489"/>
                      <a:pt x="47390" y="121489"/>
                    </a:cubicBezTo>
                    <a:cubicBezTo>
                      <a:pt x="52055" y="121489"/>
                      <a:pt x="53959" y="113217"/>
                      <a:pt x="59291" y="106751"/>
                    </a:cubicBezTo>
                    <a:cubicBezTo>
                      <a:pt x="64622" y="100286"/>
                      <a:pt x="87853" y="105515"/>
                      <a:pt x="101373" y="116259"/>
                    </a:cubicBezTo>
                    <a:cubicBezTo>
                      <a:pt x="114893" y="127003"/>
                      <a:pt x="130983" y="158285"/>
                      <a:pt x="145169" y="155337"/>
                    </a:cubicBezTo>
                    <a:cubicBezTo>
                      <a:pt x="159355" y="152390"/>
                      <a:pt x="174302" y="163609"/>
                      <a:pt x="187250" y="163039"/>
                    </a:cubicBezTo>
                    <a:cubicBezTo>
                      <a:pt x="200199" y="162468"/>
                      <a:pt x="188488" y="152390"/>
                      <a:pt x="184299" y="150583"/>
                    </a:cubicBezTo>
                    <a:close/>
                    <a:moveTo>
                      <a:pt x="218098" y="45234"/>
                    </a:moveTo>
                    <a:cubicBezTo>
                      <a:pt x="218098" y="50559"/>
                      <a:pt x="208577" y="53601"/>
                      <a:pt x="193820" y="59496"/>
                    </a:cubicBezTo>
                    <a:cubicBezTo>
                      <a:pt x="179063" y="65391"/>
                      <a:pt x="152119" y="52746"/>
                      <a:pt x="151167" y="61303"/>
                    </a:cubicBezTo>
                    <a:cubicBezTo>
                      <a:pt x="150596" y="66627"/>
                      <a:pt x="167733" y="76040"/>
                      <a:pt x="183728" y="76040"/>
                    </a:cubicBezTo>
                    <a:cubicBezTo>
                      <a:pt x="199723" y="76040"/>
                      <a:pt x="225238" y="60067"/>
                      <a:pt x="225238" y="55313"/>
                    </a:cubicBezTo>
                    <a:cubicBezTo>
                      <a:pt x="225238" y="50559"/>
                      <a:pt x="235330" y="42287"/>
                      <a:pt x="231141" y="37628"/>
                    </a:cubicBezTo>
                    <a:cubicBezTo>
                      <a:pt x="226952" y="32969"/>
                      <a:pt x="218098" y="39910"/>
                      <a:pt x="218098" y="45234"/>
                    </a:cubicBezTo>
                    <a:close/>
                    <a:moveTo>
                      <a:pt x="238282" y="22796"/>
                    </a:moveTo>
                    <a:cubicBezTo>
                      <a:pt x="228761" y="16900"/>
                      <a:pt x="220478" y="12717"/>
                      <a:pt x="232284" y="23936"/>
                    </a:cubicBezTo>
                    <a:cubicBezTo>
                      <a:pt x="244090" y="35156"/>
                      <a:pt x="237806" y="44759"/>
                      <a:pt x="244756" y="42953"/>
                    </a:cubicBezTo>
                    <a:cubicBezTo>
                      <a:pt x="255991" y="40005"/>
                      <a:pt x="247707" y="28690"/>
                      <a:pt x="238282" y="227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53" name="Freeform 2838">
                <a:extLst>
                  <a:ext uri="{FF2B5EF4-FFF2-40B4-BE49-F238E27FC236}">
                    <a16:creationId xmlns:a16="http://schemas.microsoft.com/office/drawing/2014/main" id="{5054611B-4211-81CF-1DF3-418031F4218E}"/>
                  </a:ext>
                </a:extLst>
              </p:cNvPr>
              <p:cNvSpPr/>
              <p:nvPr/>
            </p:nvSpPr>
            <p:spPr>
              <a:xfrm>
                <a:off x="19238845" y="7862810"/>
                <a:ext cx="359193" cy="246613"/>
              </a:xfrm>
              <a:custGeom>
                <a:avLst/>
                <a:gdLst>
                  <a:gd name="connsiteX0" fmla="*/ 1835 w 152333"/>
                  <a:gd name="connsiteY0" fmla="*/ 2494 h 104588"/>
                  <a:gd name="connsiteX1" fmla="*/ 26779 w 152333"/>
                  <a:gd name="connsiteY1" fmla="*/ 31494 h 104588"/>
                  <a:gd name="connsiteX2" fmla="*/ 1835 w 152333"/>
                  <a:gd name="connsiteY2" fmla="*/ 2494 h 104588"/>
                  <a:gd name="connsiteX3" fmla="*/ 39918 w 152333"/>
                  <a:gd name="connsiteY3" fmla="*/ 27310 h 104588"/>
                  <a:gd name="connsiteX4" fmla="*/ 56769 w 152333"/>
                  <a:gd name="connsiteY4" fmla="*/ 41096 h 104588"/>
                  <a:gd name="connsiteX5" fmla="*/ 39823 w 152333"/>
                  <a:gd name="connsiteY5" fmla="*/ 27310 h 104588"/>
                  <a:gd name="connsiteX6" fmla="*/ 106564 w 152333"/>
                  <a:gd name="connsiteY6" fmla="*/ 62870 h 104588"/>
                  <a:gd name="connsiteX7" fmla="*/ 78572 w 152333"/>
                  <a:gd name="connsiteY7" fmla="*/ 47752 h 104588"/>
                  <a:gd name="connsiteX8" fmla="*/ 106468 w 152333"/>
                  <a:gd name="connsiteY8" fmla="*/ 62870 h 104588"/>
                  <a:gd name="connsiteX9" fmla="*/ 102946 w 152333"/>
                  <a:gd name="connsiteY9" fmla="*/ 81886 h 104588"/>
                  <a:gd name="connsiteX10" fmla="*/ 123416 w 152333"/>
                  <a:gd name="connsiteY10" fmla="*/ 93010 h 104588"/>
                  <a:gd name="connsiteX11" fmla="*/ 102850 w 152333"/>
                  <a:gd name="connsiteY11" fmla="*/ 81886 h 104588"/>
                  <a:gd name="connsiteX12" fmla="*/ 139411 w 152333"/>
                  <a:gd name="connsiteY12" fmla="*/ 101472 h 104588"/>
                  <a:gd name="connsiteX13" fmla="*/ 157690 w 152333"/>
                  <a:gd name="connsiteY13" fmla="*/ 110315 h 104588"/>
                  <a:gd name="connsiteX14" fmla="*/ 139315 w 152333"/>
                  <a:gd name="connsiteY14" fmla="*/ 101472 h 104588"/>
                  <a:gd name="connsiteX15" fmla="*/ 123892 w 152333"/>
                  <a:gd name="connsiteY15" fmla="*/ 61919 h 104588"/>
                  <a:gd name="connsiteX16" fmla="*/ 139886 w 152333"/>
                  <a:gd name="connsiteY16" fmla="*/ 89017 h 104588"/>
                  <a:gd name="connsiteX17" fmla="*/ 123796 w 152333"/>
                  <a:gd name="connsiteY17" fmla="*/ 61919 h 10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2333" h="104588">
                    <a:moveTo>
                      <a:pt x="1835" y="2494"/>
                    </a:moveTo>
                    <a:cubicBezTo>
                      <a:pt x="692" y="7819"/>
                      <a:pt x="19639" y="35962"/>
                      <a:pt x="26779" y="31494"/>
                    </a:cubicBezTo>
                    <a:cubicBezTo>
                      <a:pt x="39823" y="23221"/>
                      <a:pt x="3453" y="-2831"/>
                      <a:pt x="1835" y="2494"/>
                    </a:cubicBezTo>
                    <a:close/>
                    <a:moveTo>
                      <a:pt x="39918" y="27310"/>
                    </a:moveTo>
                    <a:cubicBezTo>
                      <a:pt x="39442" y="29592"/>
                      <a:pt x="53628" y="43283"/>
                      <a:pt x="56769" y="41096"/>
                    </a:cubicBezTo>
                    <a:cubicBezTo>
                      <a:pt x="59911" y="38910"/>
                      <a:pt x="40584" y="23316"/>
                      <a:pt x="39823" y="27310"/>
                    </a:cubicBezTo>
                    <a:close/>
                    <a:moveTo>
                      <a:pt x="106564" y="62870"/>
                    </a:moveTo>
                    <a:cubicBezTo>
                      <a:pt x="111419" y="59732"/>
                      <a:pt x="79048" y="42047"/>
                      <a:pt x="78572" y="47752"/>
                    </a:cubicBezTo>
                    <a:cubicBezTo>
                      <a:pt x="78096" y="53457"/>
                      <a:pt x="101517" y="65913"/>
                      <a:pt x="106468" y="62870"/>
                    </a:cubicBezTo>
                    <a:close/>
                    <a:moveTo>
                      <a:pt x="102946" y="81886"/>
                    </a:moveTo>
                    <a:cubicBezTo>
                      <a:pt x="105728" y="90434"/>
                      <a:pt x="114717" y="95319"/>
                      <a:pt x="123416" y="93010"/>
                    </a:cubicBezTo>
                    <a:cubicBezTo>
                      <a:pt x="128652" y="89873"/>
                      <a:pt x="101041" y="72758"/>
                      <a:pt x="102850" y="81886"/>
                    </a:cubicBezTo>
                    <a:close/>
                    <a:moveTo>
                      <a:pt x="139411" y="101472"/>
                    </a:moveTo>
                    <a:cubicBezTo>
                      <a:pt x="140362" y="103659"/>
                      <a:pt x="151883" y="114308"/>
                      <a:pt x="157690" y="110315"/>
                    </a:cubicBezTo>
                    <a:cubicBezTo>
                      <a:pt x="163498" y="106322"/>
                      <a:pt x="137792" y="97669"/>
                      <a:pt x="139315" y="101472"/>
                    </a:cubicBezTo>
                    <a:close/>
                    <a:moveTo>
                      <a:pt x="123892" y="61919"/>
                    </a:moveTo>
                    <a:cubicBezTo>
                      <a:pt x="119417" y="71427"/>
                      <a:pt x="137220" y="88542"/>
                      <a:pt x="139886" y="89017"/>
                    </a:cubicBezTo>
                    <a:cubicBezTo>
                      <a:pt x="142552" y="89492"/>
                      <a:pt x="127224" y="54408"/>
                      <a:pt x="123796" y="619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54" name="Freeform 2839">
                <a:extLst>
                  <a:ext uri="{FF2B5EF4-FFF2-40B4-BE49-F238E27FC236}">
                    <a16:creationId xmlns:a16="http://schemas.microsoft.com/office/drawing/2014/main" id="{5852554E-EFCB-8ECE-972B-F07FFD06CDDB}"/>
                  </a:ext>
                </a:extLst>
              </p:cNvPr>
              <p:cNvSpPr/>
              <p:nvPr/>
            </p:nvSpPr>
            <p:spPr>
              <a:xfrm>
                <a:off x="19238845" y="7862810"/>
                <a:ext cx="359193" cy="246613"/>
              </a:xfrm>
              <a:custGeom>
                <a:avLst/>
                <a:gdLst>
                  <a:gd name="connsiteX0" fmla="*/ 1835 w 152333"/>
                  <a:gd name="connsiteY0" fmla="*/ 2494 h 104588"/>
                  <a:gd name="connsiteX1" fmla="*/ 26779 w 152333"/>
                  <a:gd name="connsiteY1" fmla="*/ 31494 h 104588"/>
                  <a:gd name="connsiteX2" fmla="*/ 1835 w 152333"/>
                  <a:gd name="connsiteY2" fmla="*/ 2494 h 104588"/>
                  <a:gd name="connsiteX3" fmla="*/ 39918 w 152333"/>
                  <a:gd name="connsiteY3" fmla="*/ 27310 h 104588"/>
                  <a:gd name="connsiteX4" fmla="*/ 56769 w 152333"/>
                  <a:gd name="connsiteY4" fmla="*/ 41096 h 104588"/>
                  <a:gd name="connsiteX5" fmla="*/ 39823 w 152333"/>
                  <a:gd name="connsiteY5" fmla="*/ 27310 h 104588"/>
                  <a:gd name="connsiteX6" fmla="*/ 106564 w 152333"/>
                  <a:gd name="connsiteY6" fmla="*/ 62870 h 104588"/>
                  <a:gd name="connsiteX7" fmla="*/ 78572 w 152333"/>
                  <a:gd name="connsiteY7" fmla="*/ 47752 h 104588"/>
                  <a:gd name="connsiteX8" fmla="*/ 106468 w 152333"/>
                  <a:gd name="connsiteY8" fmla="*/ 62870 h 104588"/>
                  <a:gd name="connsiteX9" fmla="*/ 102946 w 152333"/>
                  <a:gd name="connsiteY9" fmla="*/ 81886 h 104588"/>
                  <a:gd name="connsiteX10" fmla="*/ 123416 w 152333"/>
                  <a:gd name="connsiteY10" fmla="*/ 93010 h 104588"/>
                  <a:gd name="connsiteX11" fmla="*/ 102850 w 152333"/>
                  <a:gd name="connsiteY11" fmla="*/ 81886 h 104588"/>
                  <a:gd name="connsiteX12" fmla="*/ 139411 w 152333"/>
                  <a:gd name="connsiteY12" fmla="*/ 101472 h 104588"/>
                  <a:gd name="connsiteX13" fmla="*/ 157690 w 152333"/>
                  <a:gd name="connsiteY13" fmla="*/ 110315 h 104588"/>
                  <a:gd name="connsiteX14" fmla="*/ 139315 w 152333"/>
                  <a:gd name="connsiteY14" fmla="*/ 101472 h 104588"/>
                  <a:gd name="connsiteX15" fmla="*/ 123892 w 152333"/>
                  <a:gd name="connsiteY15" fmla="*/ 61919 h 104588"/>
                  <a:gd name="connsiteX16" fmla="*/ 139886 w 152333"/>
                  <a:gd name="connsiteY16" fmla="*/ 89017 h 104588"/>
                  <a:gd name="connsiteX17" fmla="*/ 123796 w 152333"/>
                  <a:gd name="connsiteY17" fmla="*/ 61919 h 10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2333" h="104588">
                    <a:moveTo>
                      <a:pt x="1835" y="2494"/>
                    </a:moveTo>
                    <a:cubicBezTo>
                      <a:pt x="692" y="7819"/>
                      <a:pt x="19639" y="35962"/>
                      <a:pt x="26779" y="31494"/>
                    </a:cubicBezTo>
                    <a:cubicBezTo>
                      <a:pt x="39823" y="23221"/>
                      <a:pt x="3453" y="-2831"/>
                      <a:pt x="1835" y="2494"/>
                    </a:cubicBezTo>
                    <a:close/>
                    <a:moveTo>
                      <a:pt x="39918" y="27310"/>
                    </a:moveTo>
                    <a:cubicBezTo>
                      <a:pt x="39442" y="29592"/>
                      <a:pt x="53628" y="43283"/>
                      <a:pt x="56769" y="41096"/>
                    </a:cubicBezTo>
                    <a:cubicBezTo>
                      <a:pt x="59911" y="38910"/>
                      <a:pt x="40584" y="23316"/>
                      <a:pt x="39823" y="27310"/>
                    </a:cubicBezTo>
                    <a:close/>
                    <a:moveTo>
                      <a:pt x="106564" y="62870"/>
                    </a:moveTo>
                    <a:cubicBezTo>
                      <a:pt x="111419" y="59732"/>
                      <a:pt x="79048" y="42047"/>
                      <a:pt x="78572" y="47752"/>
                    </a:cubicBezTo>
                    <a:cubicBezTo>
                      <a:pt x="78096" y="53457"/>
                      <a:pt x="101517" y="65913"/>
                      <a:pt x="106468" y="62870"/>
                    </a:cubicBezTo>
                    <a:close/>
                    <a:moveTo>
                      <a:pt x="102946" y="81886"/>
                    </a:moveTo>
                    <a:cubicBezTo>
                      <a:pt x="105728" y="90434"/>
                      <a:pt x="114717" y="95319"/>
                      <a:pt x="123416" y="93010"/>
                    </a:cubicBezTo>
                    <a:cubicBezTo>
                      <a:pt x="128652" y="89873"/>
                      <a:pt x="101041" y="72758"/>
                      <a:pt x="102850" y="81886"/>
                    </a:cubicBezTo>
                    <a:close/>
                    <a:moveTo>
                      <a:pt x="139411" y="101472"/>
                    </a:moveTo>
                    <a:cubicBezTo>
                      <a:pt x="140362" y="103659"/>
                      <a:pt x="151883" y="114308"/>
                      <a:pt x="157690" y="110315"/>
                    </a:cubicBezTo>
                    <a:cubicBezTo>
                      <a:pt x="163498" y="106322"/>
                      <a:pt x="137792" y="97669"/>
                      <a:pt x="139315" y="101472"/>
                    </a:cubicBezTo>
                    <a:close/>
                    <a:moveTo>
                      <a:pt x="123892" y="61919"/>
                    </a:moveTo>
                    <a:cubicBezTo>
                      <a:pt x="119417" y="71427"/>
                      <a:pt x="137220" y="88542"/>
                      <a:pt x="139886" y="89017"/>
                    </a:cubicBezTo>
                    <a:cubicBezTo>
                      <a:pt x="142552" y="89492"/>
                      <a:pt x="127224" y="54408"/>
                      <a:pt x="123796" y="619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55" name="Freeform 2840">
                <a:extLst>
                  <a:ext uri="{FF2B5EF4-FFF2-40B4-BE49-F238E27FC236}">
                    <a16:creationId xmlns:a16="http://schemas.microsoft.com/office/drawing/2014/main" id="{62F57347-47C9-5B2B-F2E2-343C7D07637D}"/>
                  </a:ext>
                </a:extLst>
              </p:cNvPr>
              <p:cNvSpPr/>
              <p:nvPr/>
            </p:nvSpPr>
            <p:spPr>
              <a:xfrm>
                <a:off x="17251646" y="8109274"/>
                <a:ext cx="1930662" cy="1703876"/>
              </a:xfrm>
              <a:custGeom>
                <a:avLst/>
                <a:gdLst>
                  <a:gd name="connsiteX0" fmla="*/ 818133 w 818790"/>
                  <a:gd name="connsiteY0" fmla="*/ 366619 h 722609"/>
                  <a:gd name="connsiteX1" fmla="*/ 813183 w 818790"/>
                  <a:gd name="connsiteY1" fmla="*/ 351976 h 722609"/>
                  <a:gd name="connsiteX2" fmla="*/ 812326 w 818790"/>
                  <a:gd name="connsiteY2" fmla="*/ 318698 h 722609"/>
                  <a:gd name="connsiteX3" fmla="*/ 807470 w 818790"/>
                  <a:gd name="connsiteY3" fmla="*/ 314705 h 722609"/>
                  <a:gd name="connsiteX4" fmla="*/ 794141 w 818790"/>
                  <a:gd name="connsiteY4" fmla="*/ 299207 h 722609"/>
                  <a:gd name="connsiteX5" fmla="*/ 778527 w 818790"/>
                  <a:gd name="connsiteY5" fmla="*/ 284089 h 722609"/>
                  <a:gd name="connsiteX6" fmla="*/ 769006 w 818790"/>
                  <a:gd name="connsiteY6" fmla="*/ 274581 h 722609"/>
                  <a:gd name="connsiteX7" fmla="*/ 761865 w 818790"/>
                  <a:gd name="connsiteY7" fmla="*/ 253759 h 722609"/>
                  <a:gd name="connsiteX8" fmla="*/ 753868 w 818790"/>
                  <a:gd name="connsiteY8" fmla="*/ 247103 h 722609"/>
                  <a:gd name="connsiteX9" fmla="*/ 742252 w 818790"/>
                  <a:gd name="connsiteY9" fmla="*/ 247959 h 722609"/>
                  <a:gd name="connsiteX10" fmla="*/ 737397 w 818790"/>
                  <a:gd name="connsiteY10" fmla="*/ 234172 h 722609"/>
                  <a:gd name="connsiteX11" fmla="*/ 729876 w 818790"/>
                  <a:gd name="connsiteY11" fmla="*/ 219530 h 722609"/>
                  <a:gd name="connsiteX12" fmla="*/ 723211 w 818790"/>
                  <a:gd name="connsiteY12" fmla="*/ 204887 h 722609"/>
                  <a:gd name="connsiteX13" fmla="*/ 676939 w 818790"/>
                  <a:gd name="connsiteY13" fmla="*/ 177789 h 722609"/>
                  <a:gd name="connsiteX14" fmla="*/ 672084 w 818790"/>
                  <a:gd name="connsiteY14" fmla="*/ 164098 h 722609"/>
                  <a:gd name="connsiteX15" fmla="*/ 667228 w 818790"/>
                  <a:gd name="connsiteY15" fmla="*/ 139662 h 722609"/>
                  <a:gd name="connsiteX16" fmla="*/ 655232 w 818790"/>
                  <a:gd name="connsiteY16" fmla="*/ 118745 h 722609"/>
                  <a:gd name="connsiteX17" fmla="*/ 652566 w 818790"/>
                  <a:gd name="connsiteY17" fmla="*/ 94404 h 722609"/>
                  <a:gd name="connsiteX18" fmla="*/ 639237 w 818790"/>
                  <a:gd name="connsiteY18" fmla="*/ 78431 h 722609"/>
                  <a:gd name="connsiteX19" fmla="*/ 623623 w 818790"/>
                  <a:gd name="connsiteY19" fmla="*/ 78431 h 722609"/>
                  <a:gd name="connsiteX20" fmla="*/ 617434 w 818790"/>
                  <a:gd name="connsiteY20" fmla="*/ 58464 h 722609"/>
                  <a:gd name="connsiteX21" fmla="*/ 607913 w 818790"/>
                  <a:gd name="connsiteY21" fmla="*/ 26517 h 722609"/>
                  <a:gd name="connsiteX22" fmla="*/ 598393 w 818790"/>
                  <a:gd name="connsiteY22" fmla="*/ 2177 h 722609"/>
                  <a:gd name="connsiteX23" fmla="*/ 585540 w 818790"/>
                  <a:gd name="connsiteY23" fmla="*/ 16724 h 722609"/>
                  <a:gd name="connsiteX24" fmla="*/ 580589 w 818790"/>
                  <a:gd name="connsiteY24" fmla="*/ 32792 h 722609"/>
                  <a:gd name="connsiteX25" fmla="*/ 577923 w 818790"/>
                  <a:gd name="connsiteY25" fmla="*/ 54946 h 722609"/>
                  <a:gd name="connsiteX26" fmla="*/ 576209 w 818790"/>
                  <a:gd name="connsiteY26" fmla="*/ 90411 h 722609"/>
                  <a:gd name="connsiteX27" fmla="*/ 569925 w 818790"/>
                  <a:gd name="connsiteY27" fmla="*/ 121027 h 722609"/>
                  <a:gd name="connsiteX28" fmla="*/ 553074 w 818790"/>
                  <a:gd name="connsiteY28" fmla="*/ 144606 h 722609"/>
                  <a:gd name="connsiteX29" fmla="*/ 528605 w 818790"/>
                  <a:gd name="connsiteY29" fmla="*/ 134433 h 722609"/>
                  <a:gd name="connsiteX30" fmla="*/ 510801 w 818790"/>
                  <a:gd name="connsiteY30" fmla="*/ 125971 h 722609"/>
                  <a:gd name="connsiteX31" fmla="*/ 491760 w 818790"/>
                  <a:gd name="connsiteY31" fmla="*/ 110378 h 722609"/>
                  <a:gd name="connsiteX32" fmla="*/ 471290 w 818790"/>
                  <a:gd name="connsiteY32" fmla="*/ 103342 h 722609"/>
                  <a:gd name="connsiteX33" fmla="*/ 457960 w 818790"/>
                  <a:gd name="connsiteY33" fmla="*/ 88224 h 722609"/>
                  <a:gd name="connsiteX34" fmla="*/ 459769 w 818790"/>
                  <a:gd name="connsiteY34" fmla="*/ 78716 h 722609"/>
                  <a:gd name="connsiteX35" fmla="*/ 461578 w 818790"/>
                  <a:gd name="connsiteY35" fmla="*/ 61887 h 722609"/>
                  <a:gd name="connsiteX36" fmla="*/ 474432 w 818790"/>
                  <a:gd name="connsiteY36" fmla="*/ 52379 h 722609"/>
                  <a:gd name="connsiteX37" fmla="*/ 481097 w 818790"/>
                  <a:gd name="connsiteY37" fmla="*/ 39067 h 722609"/>
                  <a:gd name="connsiteX38" fmla="*/ 476621 w 818790"/>
                  <a:gd name="connsiteY38" fmla="*/ 29559 h 722609"/>
                  <a:gd name="connsiteX39" fmla="*/ 469100 w 818790"/>
                  <a:gd name="connsiteY39" fmla="*/ 37546 h 722609"/>
                  <a:gd name="connsiteX40" fmla="*/ 461578 w 818790"/>
                  <a:gd name="connsiteY40" fmla="*/ 26897 h 722609"/>
                  <a:gd name="connsiteX41" fmla="*/ 446441 w 818790"/>
                  <a:gd name="connsiteY41" fmla="*/ 33172 h 722609"/>
                  <a:gd name="connsiteX42" fmla="*/ 407310 w 818790"/>
                  <a:gd name="connsiteY42" fmla="*/ 21193 h 722609"/>
                  <a:gd name="connsiteX43" fmla="*/ 388269 w 818790"/>
                  <a:gd name="connsiteY43" fmla="*/ 9593 h 722609"/>
                  <a:gd name="connsiteX44" fmla="*/ 395790 w 818790"/>
                  <a:gd name="connsiteY44" fmla="*/ 22904 h 722609"/>
                  <a:gd name="connsiteX45" fmla="*/ 365132 w 818790"/>
                  <a:gd name="connsiteY45" fmla="*/ 32412 h 722609"/>
                  <a:gd name="connsiteX46" fmla="*/ 359420 w 818790"/>
                  <a:gd name="connsiteY46" fmla="*/ 38212 h 722609"/>
                  <a:gd name="connsiteX47" fmla="*/ 345139 w 818790"/>
                  <a:gd name="connsiteY47" fmla="*/ 56372 h 722609"/>
                  <a:gd name="connsiteX48" fmla="*/ 337142 w 818790"/>
                  <a:gd name="connsiteY48" fmla="*/ 71014 h 722609"/>
                  <a:gd name="connsiteX49" fmla="*/ 338094 w 818790"/>
                  <a:gd name="connsiteY49" fmla="*/ 87939 h 722609"/>
                  <a:gd name="connsiteX50" fmla="*/ 327811 w 818790"/>
                  <a:gd name="connsiteY50" fmla="*/ 90126 h 722609"/>
                  <a:gd name="connsiteX51" fmla="*/ 314958 w 818790"/>
                  <a:gd name="connsiteY51" fmla="*/ 90981 h 722609"/>
                  <a:gd name="connsiteX52" fmla="*/ 308293 w 818790"/>
                  <a:gd name="connsiteY52" fmla="*/ 86607 h 722609"/>
                  <a:gd name="connsiteX53" fmla="*/ 297154 w 818790"/>
                  <a:gd name="connsiteY53" fmla="*/ 77099 h 722609"/>
                  <a:gd name="connsiteX54" fmla="*/ 280302 w 818790"/>
                  <a:gd name="connsiteY54" fmla="*/ 64644 h 722609"/>
                  <a:gd name="connsiteX55" fmla="*/ 268687 w 818790"/>
                  <a:gd name="connsiteY55" fmla="*/ 71300 h 722609"/>
                  <a:gd name="connsiteX56" fmla="*/ 262498 w 818790"/>
                  <a:gd name="connsiteY56" fmla="*/ 80808 h 722609"/>
                  <a:gd name="connsiteX57" fmla="*/ 246979 w 818790"/>
                  <a:gd name="connsiteY57" fmla="*/ 80808 h 722609"/>
                  <a:gd name="connsiteX58" fmla="*/ 243361 w 818790"/>
                  <a:gd name="connsiteY58" fmla="*/ 89650 h 722609"/>
                  <a:gd name="connsiteX59" fmla="*/ 233841 w 818790"/>
                  <a:gd name="connsiteY59" fmla="*/ 96306 h 722609"/>
                  <a:gd name="connsiteX60" fmla="*/ 229842 w 818790"/>
                  <a:gd name="connsiteY60" fmla="*/ 115797 h 722609"/>
                  <a:gd name="connsiteX61" fmla="*/ 215180 w 818790"/>
                  <a:gd name="connsiteY61" fmla="*/ 114561 h 722609"/>
                  <a:gd name="connsiteX62" fmla="*/ 218322 w 818790"/>
                  <a:gd name="connsiteY62" fmla="*/ 129584 h 722609"/>
                  <a:gd name="connsiteX63" fmla="*/ 212133 w 818790"/>
                  <a:gd name="connsiteY63" fmla="*/ 139852 h 722609"/>
                  <a:gd name="connsiteX64" fmla="*/ 204136 w 818790"/>
                  <a:gd name="connsiteY64" fmla="*/ 124735 h 722609"/>
                  <a:gd name="connsiteX65" fmla="*/ 188521 w 818790"/>
                  <a:gd name="connsiteY65" fmla="*/ 132721 h 722609"/>
                  <a:gd name="connsiteX66" fmla="*/ 187665 w 818790"/>
                  <a:gd name="connsiteY66" fmla="*/ 156206 h 722609"/>
                  <a:gd name="connsiteX67" fmla="*/ 159102 w 818790"/>
                  <a:gd name="connsiteY67" fmla="*/ 184730 h 722609"/>
                  <a:gd name="connsiteX68" fmla="*/ 123589 w 818790"/>
                  <a:gd name="connsiteY68" fmla="*/ 194238 h 722609"/>
                  <a:gd name="connsiteX69" fmla="*/ 104548 w 818790"/>
                  <a:gd name="connsiteY69" fmla="*/ 200419 h 722609"/>
                  <a:gd name="connsiteX70" fmla="*/ 85506 w 818790"/>
                  <a:gd name="connsiteY70" fmla="*/ 208881 h 722609"/>
                  <a:gd name="connsiteX71" fmla="*/ 61514 w 818790"/>
                  <a:gd name="connsiteY71" fmla="*/ 214586 h 722609"/>
                  <a:gd name="connsiteX72" fmla="*/ 36570 w 818790"/>
                  <a:gd name="connsiteY72" fmla="*/ 228372 h 722609"/>
                  <a:gd name="connsiteX73" fmla="*/ 25906 w 818790"/>
                  <a:gd name="connsiteY73" fmla="*/ 243015 h 722609"/>
                  <a:gd name="connsiteX74" fmla="*/ 23716 w 818790"/>
                  <a:gd name="connsiteY74" fmla="*/ 230654 h 722609"/>
                  <a:gd name="connsiteX75" fmla="*/ 13434 w 818790"/>
                  <a:gd name="connsiteY75" fmla="*/ 245296 h 722609"/>
                  <a:gd name="connsiteX76" fmla="*/ 14386 w 818790"/>
                  <a:gd name="connsiteY76" fmla="*/ 267926 h 722609"/>
                  <a:gd name="connsiteX77" fmla="*/ 10768 w 818790"/>
                  <a:gd name="connsiteY77" fmla="*/ 299873 h 722609"/>
                  <a:gd name="connsiteX78" fmla="*/ 22383 w 818790"/>
                  <a:gd name="connsiteY78" fmla="*/ 326495 h 722609"/>
                  <a:gd name="connsiteX79" fmla="*/ 10387 w 818790"/>
                  <a:gd name="connsiteY79" fmla="*/ 316226 h 722609"/>
                  <a:gd name="connsiteX80" fmla="*/ 16100 w 818790"/>
                  <a:gd name="connsiteY80" fmla="*/ 330488 h 722609"/>
                  <a:gd name="connsiteX81" fmla="*/ 1914 w 818790"/>
                  <a:gd name="connsiteY81" fmla="*/ 319839 h 722609"/>
                  <a:gd name="connsiteX82" fmla="*/ 22383 w 818790"/>
                  <a:gd name="connsiteY82" fmla="*/ 365098 h 722609"/>
                  <a:gd name="connsiteX83" fmla="*/ 39235 w 818790"/>
                  <a:gd name="connsiteY83" fmla="*/ 403130 h 722609"/>
                  <a:gd name="connsiteX84" fmla="*/ 57039 w 818790"/>
                  <a:gd name="connsiteY84" fmla="*/ 448768 h 722609"/>
                  <a:gd name="connsiteX85" fmla="*/ 52564 w 818790"/>
                  <a:gd name="connsiteY85" fmla="*/ 475391 h 722609"/>
                  <a:gd name="connsiteX86" fmla="*/ 41044 w 818790"/>
                  <a:gd name="connsiteY86" fmla="*/ 491840 h 722609"/>
                  <a:gd name="connsiteX87" fmla="*/ 46376 w 818790"/>
                  <a:gd name="connsiteY87" fmla="*/ 505151 h 722609"/>
                  <a:gd name="connsiteX88" fmla="*/ 61038 w 818790"/>
                  <a:gd name="connsiteY88" fmla="*/ 518082 h 722609"/>
                  <a:gd name="connsiteX89" fmla="*/ 100169 w 818790"/>
                  <a:gd name="connsiteY89" fmla="*/ 522075 h 722609"/>
                  <a:gd name="connsiteX90" fmla="*/ 120162 w 818790"/>
                  <a:gd name="connsiteY90" fmla="*/ 510095 h 722609"/>
                  <a:gd name="connsiteX91" fmla="*/ 134348 w 818790"/>
                  <a:gd name="connsiteY91" fmla="*/ 500587 h 722609"/>
                  <a:gd name="connsiteX92" fmla="*/ 185951 w 818790"/>
                  <a:gd name="connsiteY92" fmla="*/ 497449 h 722609"/>
                  <a:gd name="connsiteX93" fmla="*/ 223273 w 818790"/>
                  <a:gd name="connsiteY93" fmla="*/ 481951 h 722609"/>
                  <a:gd name="connsiteX94" fmla="*/ 249931 w 818790"/>
                  <a:gd name="connsiteY94" fmla="*/ 466833 h 722609"/>
                  <a:gd name="connsiteX95" fmla="*/ 279731 w 818790"/>
                  <a:gd name="connsiteY95" fmla="*/ 461033 h 722609"/>
                  <a:gd name="connsiteX96" fmla="*/ 324098 w 818790"/>
                  <a:gd name="connsiteY96" fmla="*/ 448198 h 722609"/>
                  <a:gd name="connsiteX97" fmla="*/ 366370 w 818790"/>
                  <a:gd name="connsiteY97" fmla="*/ 442873 h 722609"/>
                  <a:gd name="connsiteX98" fmla="*/ 390743 w 818790"/>
                  <a:gd name="connsiteY98" fmla="*/ 454853 h 722609"/>
                  <a:gd name="connsiteX99" fmla="*/ 414356 w 818790"/>
                  <a:gd name="connsiteY99" fmla="*/ 457991 h 722609"/>
                  <a:gd name="connsiteX100" fmla="*/ 425875 w 818790"/>
                  <a:gd name="connsiteY100" fmla="*/ 463696 h 722609"/>
                  <a:gd name="connsiteX101" fmla="*/ 427208 w 818790"/>
                  <a:gd name="connsiteY101" fmla="*/ 476151 h 722609"/>
                  <a:gd name="connsiteX102" fmla="*/ 445012 w 818790"/>
                  <a:gd name="connsiteY102" fmla="*/ 493075 h 722609"/>
                  <a:gd name="connsiteX103" fmla="*/ 449868 w 818790"/>
                  <a:gd name="connsiteY103" fmla="*/ 515229 h 722609"/>
                  <a:gd name="connsiteX104" fmla="*/ 466339 w 818790"/>
                  <a:gd name="connsiteY104" fmla="*/ 509429 h 722609"/>
                  <a:gd name="connsiteX105" fmla="*/ 486333 w 818790"/>
                  <a:gd name="connsiteY105" fmla="*/ 494407 h 722609"/>
                  <a:gd name="connsiteX106" fmla="*/ 503280 w 818790"/>
                  <a:gd name="connsiteY106" fmla="*/ 476627 h 722609"/>
                  <a:gd name="connsiteX107" fmla="*/ 494807 w 818790"/>
                  <a:gd name="connsiteY107" fmla="*/ 505151 h 722609"/>
                  <a:gd name="connsiteX108" fmla="*/ 482334 w 818790"/>
                  <a:gd name="connsiteY108" fmla="*/ 520649 h 722609"/>
                  <a:gd name="connsiteX109" fmla="*/ 501376 w 818790"/>
                  <a:gd name="connsiteY109" fmla="*/ 518842 h 722609"/>
                  <a:gd name="connsiteX110" fmla="*/ 512515 w 818790"/>
                  <a:gd name="connsiteY110" fmla="*/ 513042 h 722609"/>
                  <a:gd name="connsiteX111" fmla="*/ 509849 w 818790"/>
                  <a:gd name="connsiteY111" fmla="*/ 535291 h 722609"/>
                  <a:gd name="connsiteX112" fmla="*/ 524511 w 818790"/>
                  <a:gd name="connsiteY112" fmla="*/ 534435 h 722609"/>
                  <a:gd name="connsiteX113" fmla="*/ 541363 w 818790"/>
                  <a:gd name="connsiteY113" fmla="*/ 561914 h 722609"/>
                  <a:gd name="connsiteX114" fmla="*/ 552026 w 818790"/>
                  <a:gd name="connsiteY114" fmla="*/ 587680 h 722609"/>
                  <a:gd name="connsiteX115" fmla="*/ 572496 w 818790"/>
                  <a:gd name="connsiteY115" fmla="*/ 596523 h 722609"/>
                  <a:gd name="connsiteX116" fmla="*/ 612960 w 818790"/>
                  <a:gd name="connsiteY116" fmla="*/ 610785 h 722609"/>
                  <a:gd name="connsiteX117" fmla="*/ 638285 w 818790"/>
                  <a:gd name="connsiteY117" fmla="*/ 596047 h 722609"/>
                  <a:gd name="connsiteX118" fmla="*/ 646758 w 818790"/>
                  <a:gd name="connsiteY118" fmla="*/ 599185 h 722609"/>
                  <a:gd name="connsiteX119" fmla="*/ 650281 w 818790"/>
                  <a:gd name="connsiteY119" fmla="*/ 605460 h 722609"/>
                  <a:gd name="connsiteX120" fmla="*/ 655613 w 818790"/>
                  <a:gd name="connsiteY120" fmla="*/ 601467 h 722609"/>
                  <a:gd name="connsiteX121" fmla="*/ 668942 w 818790"/>
                  <a:gd name="connsiteY121" fmla="*/ 613447 h 722609"/>
                  <a:gd name="connsiteX122" fmla="*/ 675607 w 818790"/>
                  <a:gd name="connsiteY122" fmla="*/ 618296 h 722609"/>
                  <a:gd name="connsiteX123" fmla="*/ 684461 w 818790"/>
                  <a:gd name="connsiteY123" fmla="*/ 607172 h 722609"/>
                  <a:gd name="connsiteX124" fmla="*/ 703503 w 818790"/>
                  <a:gd name="connsiteY124" fmla="*/ 593385 h 722609"/>
                  <a:gd name="connsiteX125" fmla="*/ 745299 w 818790"/>
                  <a:gd name="connsiteY125" fmla="*/ 585874 h 722609"/>
                  <a:gd name="connsiteX126" fmla="*/ 751963 w 818790"/>
                  <a:gd name="connsiteY126" fmla="*/ 545465 h 722609"/>
                  <a:gd name="connsiteX127" fmla="*/ 767102 w 818790"/>
                  <a:gd name="connsiteY127" fmla="*/ 514849 h 722609"/>
                  <a:gd name="connsiteX128" fmla="*/ 788428 w 818790"/>
                  <a:gd name="connsiteY128" fmla="*/ 471873 h 722609"/>
                  <a:gd name="connsiteX129" fmla="*/ 800425 w 818790"/>
                  <a:gd name="connsiteY129" fmla="*/ 458086 h 722609"/>
                  <a:gd name="connsiteX130" fmla="*/ 811088 w 818790"/>
                  <a:gd name="connsiteY130" fmla="*/ 430132 h 722609"/>
                  <a:gd name="connsiteX131" fmla="*/ 815944 w 818790"/>
                  <a:gd name="connsiteY131" fmla="*/ 404841 h 722609"/>
                  <a:gd name="connsiteX132" fmla="*/ 818133 w 818790"/>
                  <a:gd name="connsiteY132" fmla="*/ 384874 h 722609"/>
                  <a:gd name="connsiteX133" fmla="*/ 818133 w 818790"/>
                  <a:gd name="connsiteY133" fmla="*/ 366619 h 722609"/>
                  <a:gd name="connsiteX134" fmla="*/ 372750 w 818790"/>
                  <a:gd name="connsiteY134" fmla="*/ 19101 h 722609"/>
                  <a:gd name="connsiteX135" fmla="*/ 347043 w 818790"/>
                  <a:gd name="connsiteY135" fmla="*/ 25376 h 722609"/>
                  <a:gd name="connsiteX136" fmla="*/ 372750 w 818790"/>
                  <a:gd name="connsiteY136" fmla="*/ 19101 h 722609"/>
                  <a:gd name="connsiteX137" fmla="*/ 472813 w 818790"/>
                  <a:gd name="connsiteY137" fmla="*/ 544609 h 722609"/>
                  <a:gd name="connsiteX138" fmla="*/ 496806 w 818790"/>
                  <a:gd name="connsiteY138" fmla="*/ 541471 h 722609"/>
                  <a:gd name="connsiteX139" fmla="*/ 472813 w 818790"/>
                  <a:gd name="connsiteY139" fmla="*/ 544609 h 722609"/>
                  <a:gd name="connsiteX140" fmla="*/ 673702 w 818790"/>
                  <a:gd name="connsiteY140" fmla="*/ 668213 h 722609"/>
                  <a:gd name="connsiteX141" fmla="*/ 639428 w 818790"/>
                  <a:gd name="connsiteY141" fmla="*/ 658705 h 722609"/>
                  <a:gd name="connsiteX142" fmla="*/ 648949 w 818790"/>
                  <a:gd name="connsiteY142" fmla="*/ 698639 h 722609"/>
                  <a:gd name="connsiteX143" fmla="*/ 675607 w 818790"/>
                  <a:gd name="connsiteY143" fmla="*/ 729730 h 722609"/>
                  <a:gd name="connsiteX144" fmla="*/ 686746 w 818790"/>
                  <a:gd name="connsiteY144" fmla="*/ 721744 h 722609"/>
                  <a:gd name="connsiteX145" fmla="*/ 691220 w 818790"/>
                  <a:gd name="connsiteY145" fmla="*/ 711570 h 722609"/>
                  <a:gd name="connsiteX146" fmla="*/ 702741 w 818790"/>
                  <a:gd name="connsiteY146" fmla="*/ 713757 h 722609"/>
                  <a:gd name="connsiteX147" fmla="*/ 708548 w 818790"/>
                  <a:gd name="connsiteY147" fmla="*/ 691983 h 722609"/>
                  <a:gd name="connsiteX148" fmla="*/ 707597 w 818790"/>
                  <a:gd name="connsiteY148" fmla="*/ 661368 h 722609"/>
                  <a:gd name="connsiteX149" fmla="*/ 673702 w 818790"/>
                  <a:gd name="connsiteY149" fmla="*/ 668023 h 72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818790" h="722609">
                    <a:moveTo>
                      <a:pt x="818133" y="366619"/>
                    </a:moveTo>
                    <a:cubicBezTo>
                      <a:pt x="821656" y="363957"/>
                      <a:pt x="816324" y="349790"/>
                      <a:pt x="813183" y="351976"/>
                    </a:cubicBezTo>
                    <a:cubicBezTo>
                      <a:pt x="810041" y="354163"/>
                      <a:pt x="810136" y="329823"/>
                      <a:pt x="812326" y="318698"/>
                    </a:cubicBezTo>
                    <a:cubicBezTo>
                      <a:pt x="814515" y="307574"/>
                      <a:pt x="813183" y="309190"/>
                      <a:pt x="807470" y="314705"/>
                    </a:cubicBezTo>
                    <a:cubicBezTo>
                      <a:pt x="801758" y="320220"/>
                      <a:pt x="795474" y="303581"/>
                      <a:pt x="794141" y="299207"/>
                    </a:cubicBezTo>
                    <a:cubicBezTo>
                      <a:pt x="792808" y="294833"/>
                      <a:pt x="786143" y="282283"/>
                      <a:pt x="778527" y="284089"/>
                    </a:cubicBezTo>
                    <a:cubicBezTo>
                      <a:pt x="770910" y="285896"/>
                      <a:pt x="775861" y="273440"/>
                      <a:pt x="769006" y="274581"/>
                    </a:cubicBezTo>
                    <a:cubicBezTo>
                      <a:pt x="762151" y="275722"/>
                      <a:pt x="760532" y="264312"/>
                      <a:pt x="761865" y="253759"/>
                    </a:cubicBezTo>
                    <a:cubicBezTo>
                      <a:pt x="763198" y="243205"/>
                      <a:pt x="757010" y="251477"/>
                      <a:pt x="753868" y="247103"/>
                    </a:cubicBezTo>
                    <a:cubicBezTo>
                      <a:pt x="750726" y="242729"/>
                      <a:pt x="747203" y="246152"/>
                      <a:pt x="742252" y="247959"/>
                    </a:cubicBezTo>
                    <a:cubicBezTo>
                      <a:pt x="737301" y="249765"/>
                      <a:pt x="736064" y="238451"/>
                      <a:pt x="737397" y="234172"/>
                    </a:cubicBezTo>
                    <a:cubicBezTo>
                      <a:pt x="738730" y="229893"/>
                      <a:pt x="736540" y="224664"/>
                      <a:pt x="729876" y="219530"/>
                    </a:cubicBezTo>
                    <a:cubicBezTo>
                      <a:pt x="724715" y="216604"/>
                      <a:pt x="722025" y="210694"/>
                      <a:pt x="723211" y="204887"/>
                    </a:cubicBezTo>
                    <a:cubicBezTo>
                      <a:pt x="723211" y="199088"/>
                      <a:pt x="685128" y="179596"/>
                      <a:pt x="676939" y="177789"/>
                    </a:cubicBezTo>
                    <a:cubicBezTo>
                      <a:pt x="668751" y="175983"/>
                      <a:pt x="675607" y="167140"/>
                      <a:pt x="672084" y="164098"/>
                    </a:cubicBezTo>
                    <a:cubicBezTo>
                      <a:pt x="668096" y="156606"/>
                      <a:pt x="666407" y="148107"/>
                      <a:pt x="667228" y="139662"/>
                    </a:cubicBezTo>
                    <a:cubicBezTo>
                      <a:pt x="667228" y="130154"/>
                      <a:pt x="654756" y="126827"/>
                      <a:pt x="655232" y="118745"/>
                    </a:cubicBezTo>
                    <a:cubicBezTo>
                      <a:pt x="655708" y="110663"/>
                      <a:pt x="651614" y="103247"/>
                      <a:pt x="652566" y="94404"/>
                    </a:cubicBezTo>
                    <a:cubicBezTo>
                      <a:pt x="653518" y="85562"/>
                      <a:pt x="639618" y="83280"/>
                      <a:pt x="639237" y="78431"/>
                    </a:cubicBezTo>
                    <a:cubicBezTo>
                      <a:pt x="638856" y="73582"/>
                      <a:pt x="631144" y="77955"/>
                      <a:pt x="623623" y="78431"/>
                    </a:cubicBezTo>
                    <a:cubicBezTo>
                      <a:pt x="616102" y="78906"/>
                      <a:pt x="616578" y="68923"/>
                      <a:pt x="617434" y="58464"/>
                    </a:cubicBezTo>
                    <a:cubicBezTo>
                      <a:pt x="618342" y="47004"/>
                      <a:pt x="614948" y="35616"/>
                      <a:pt x="607913" y="26517"/>
                    </a:cubicBezTo>
                    <a:cubicBezTo>
                      <a:pt x="601630" y="21668"/>
                      <a:pt x="601249" y="4839"/>
                      <a:pt x="598393" y="2177"/>
                    </a:cubicBezTo>
                    <a:cubicBezTo>
                      <a:pt x="595536" y="-486"/>
                      <a:pt x="585064" y="11019"/>
                      <a:pt x="585540" y="16724"/>
                    </a:cubicBezTo>
                    <a:cubicBezTo>
                      <a:pt x="586273" y="22541"/>
                      <a:pt x="584470" y="28393"/>
                      <a:pt x="580589" y="32792"/>
                    </a:cubicBezTo>
                    <a:cubicBezTo>
                      <a:pt x="576590" y="36310"/>
                      <a:pt x="583255" y="50097"/>
                      <a:pt x="577923" y="54946"/>
                    </a:cubicBezTo>
                    <a:cubicBezTo>
                      <a:pt x="572591" y="59795"/>
                      <a:pt x="577923" y="79382"/>
                      <a:pt x="576209" y="90411"/>
                    </a:cubicBezTo>
                    <a:cubicBezTo>
                      <a:pt x="574496" y="101440"/>
                      <a:pt x="575257" y="113515"/>
                      <a:pt x="569925" y="121027"/>
                    </a:cubicBezTo>
                    <a:cubicBezTo>
                      <a:pt x="564594" y="128538"/>
                      <a:pt x="563737" y="140613"/>
                      <a:pt x="553074" y="144606"/>
                    </a:cubicBezTo>
                    <a:cubicBezTo>
                      <a:pt x="542411" y="148600"/>
                      <a:pt x="528224" y="140138"/>
                      <a:pt x="528605" y="134433"/>
                    </a:cubicBezTo>
                    <a:cubicBezTo>
                      <a:pt x="528986" y="128728"/>
                      <a:pt x="517085" y="124925"/>
                      <a:pt x="510801" y="125971"/>
                    </a:cubicBezTo>
                    <a:cubicBezTo>
                      <a:pt x="504517" y="127017"/>
                      <a:pt x="501281" y="117984"/>
                      <a:pt x="491760" y="110378"/>
                    </a:cubicBezTo>
                    <a:cubicBezTo>
                      <a:pt x="482239" y="102771"/>
                      <a:pt x="474432" y="112184"/>
                      <a:pt x="471290" y="103342"/>
                    </a:cubicBezTo>
                    <a:cubicBezTo>
                      <a:pt x="468148" y="94499"/>
                      <a:pt x="465101" y="93073"/>
                      <a:pt x="457960" y="88224"/>
                    </a:cubicBezTo>
                    <a:cubicBezTo>
                      <a:pt x="450820" y="83375"/>
                      <a:pt x="453105" y="83375"/>
                      <a:pt x="459769" y="78716"/>
                    </a:cubicBezTo>
                    <a:cubicBezTo>
                      <a:pt x="466434" y="74057"/>
                      <a:pt x="465101" y="67687"/>
                      <a:pt x="461578" y="61887"/>
                    </a:cubicBezTo>
                    <a:cubicBezTo>
                      <a:pt x="458056" y="56087"/>
                      <a:pt x="465578" y="57418"/>
                      <a:pt x="474432" y="52379"/>
                    </a:cubicBezTo>
                    <a:cubicBezTo>
                      <a:pt x="483286" y="47340"/>
                      <a:pt x="474432" y="41730"/>
                      <a:pt x="481097" y="39067"/>
                    </a:cubicBezTo>
                    <a:cubicBezTo>
                      <a:pt x="487761" y="36405"/>
                      <a:pt x="483762" y="30605"/>
                      <a:pt x="476621" y="29559"/>
                    </a:cubicBezTo>
                    <a:cubicBezTo>
                      <a:pt x="469481" y="28514"/>
                      <a:pt x="471766" y="36690"/>
                      <a:pt x="469100" y="37546"/>
                    </a:cubicBezTo>
                    <a:cubicBezTo>
                      <a:pt x="466434" y="38402"/>
                      <a:pt x="463769" y="26517"/>
                      <a:pt x="461578" y="26897"/>
                    </a:cubicBezTo>
                    <a:cubicBezTo>
                      <a:pt x="459389" y="27278"/>
                      <a:pt x="450915" y="38877"/>
                      <a:pt x="446441" y="33172"/>
                    </a:cubicBezTo>
                    <a:cubicBezTo>
                      <a:pt x="441966" y="27468"/>
                      <a:pt x="417116" y="22428"/>
                      <a:pt x="407310" y="21193"/>
                    </a:cubicBezTo>
                    <a:cubicBezTo>
                      <a:pt x="397503" y="19956"/>
                      <a:pt x="394457" y="7406"/>
                      <a:pt x="388269" y="9593"/>
                    </a:cubicBezTo>
                    <a:cubicBezTo>
                      <a:pt x="382080" y="11779"/>
                      <a:pt x="389125" y="15868"/>
                      <a:pt x="395790" y="22904"/>
                    </a:cubicBezTo>
                    <a:cubicBezTo>
                      <a:pt x="402454" y="29940"/>
                      <a:pt x="373606" y="34884"/>
                      <a:pt x="365132" y="32412"/>
                    </a:cubicBezTo>
                    <a:cubicBezTo>
                      <a:pt x="356659" y="29940"/>
                      <a:pt x="366466" y="38687"/>
                      <a:pt x="359420" y="38212"/>
                    </a:cubicBezTo>
                    <a:cubicBezTo>
                      <a:pt x="352375" y="37736"/>
                      <a:pt x="350947" y="50192"/>
                      <a:pt x="345139" y="56372"/>
                    </a:cubicBezTo>
                    <a:cubicBezTo>
                      <a:pt x="339331" y="62552"/>
                      <a:pt x="343425" y="67021"/>
                      <a:pt x="337142" y="71014"/>
                    </a:cubicBezTo>
                    <a:cubicBezTo>
                      <a:pt x="330858" y="75008"/>
                      <a:pt x="330477" y="79476"/>
                      <a:pt x="338094" y="87939"/>
                    </a:cubicBezTo>
                    <a:cubicBezTo>
                      <a:pt x="345710" y="96401"/>
                      <a:pt x="334476" y="96781"/>
                      <a:pt x="327811" y="90126"/>
                    </a:cubicBezTo>
                    <a:cubicBezTo>
                      <a:pt x="321146" y="83470"/>
                      <a:pt x="314482" y="83470"/>
                      <a:pt x="314958" y="90981"/>
                    </a:cubicBezTo>
                    <a:cubicBezTo>
                      <a:pt x="315434" y="98493"/>
                      <a:pt x="306960" y="95070"/>
                      <a:pt x="308293" y="86607"/>
                    </a:cubicBezTo>
                    <a:cubicBezTo>
                      <a:pt x="309627" y="78146"/>
                      <a:pt x="298773" y="82139"/>
                      <a:pt x="297154" y="77099"/>
                    </a:cubicBezTo>
                    <a:cubicBezTo>
                      <a:pt x="293863" y="70488"/>
                      <a:pt x="287596" y="65855"/>
                      <a:pt x="280302" y="64644"/>
                    </a:cubicBezTo>
                    <a:cubicBezTo>
                      <a:pt x="274495" y="64644"/>
                      <a:pt x="274495" y="71300"/>
                      <a:pt x="268687" y="71300"/>
                    </a:cubicBezTo>
                    <a:cubicBezTo>
                      <a:pt x="262879" y="71300"/>
                      <a:pt x="261641" y="74437"/>
                      <a:pt x="262498" y="80808"/>
                    </a:cubicBezTo>
                    <a:cubicBezTo>
                      <a:pt x="263356" y="87178"/>
                      <a:pt x="253644" y="80332"/>
                      <a:pt x="246979" y="80808"/>
                    </a:cubicBezTo>
                    <a:cubicBezTo>
                      <a:pt x="240315" y="81283"/>
                      <a:pt x="246979" y="89175"/>
                      <a:pt x="243361" y="89650"/>
                    </a:cubicBezTo>
                    <a:cubicBezTo>
                      <a:pt x="239743" y="90126"/>
                      <a:pt x="239839" y="96306"/>
                      <a:pt x="233841" y="96306"/>
                    </a:cubicBezTo>
                    <a:cubicBezTo>
                      <a:pt x="227842" y="96306"/>
                      <a:pt x="228985" y="109142"/>
                      <a:pt x="229842" y="115797"/>
                    </a:cubicBezTo>
                    <a:cubicBezTo>
                      <a:pt x="230699" y="122453"/>
                      <a:pt x="220988" y="112755"/>
                      <a:pt x="215180" y="114561"/>
                    </a:cubicBezTo>
                    <a:cubicBezTo>
                      <a:pt x="209372" y="116368"/>
                      <a:pt x="216513" y="122073"/>
                      <a:pt x="218322" y="129584"/>
                    </a:cubicBezTo>
                    <a:cubicBezTo>
                      <a:pt x="220131" y="137095"/>
                      <a:pt x="215180" y="136715"/>
                      <a:pt x="212133" y="139852"/>
                    </a:cubicBezTo>
                    <a:cubicBezTo>
                      <a:pt x="209087" y="142990"/>
                      <a:pt x="204136" y="131390"/>
                      <a:pt x="204136" y="124735"/>
                    </a:cubicBezTo>
                    <a:cubicBezTo>
                      <a:pt x="204136" y="118079"/>
                      <a:pt x="196519" y="124259"/>
                      <a:pt x="188521" y="132721"/>
                    </a:cubicBezTo>
                    <a:cubicBezTo>
                      <a:pt x="180524" y="141184"/>
                      <a:pt x="191188" y="154019"/>
                      <a:pt x="187665" y="156206"/>
                    </a:cubicBezTo>
                    <a:cubicBezTo>
                      <a:pt x="177347" y="164883"/>
                      <a:pt x="167791" y="174426"/>
                      <a:pt x="159102" y="184730"/>
                    </a:cubicBezTo>
                    <a:cubicBezTo>
                      <a:pt x="149582" y="195855"/>
                      <a:pt x="129778" y="189199"/>
                      <a:pt x="123589" y="194238"/>
                    </a:cubicBezTo>
                    <a:cubicBezTo>
                      <a:pt x="117401" y="199278"/>
                      <a:pt x="110737" y="195570"/>
                      <a:pt x="104548" y="200419"/>
                    </a:cubicBezTo>
                    <a:cubicBezTo>
                      <a:pt x="98360" y="205268"/>
                      <a:pt x="86839" y="214586"/>
                      <a:pt x="85506" y="208881"/>
                    </a:cubicBezTo>
                    <a:cubicBezTo>
                      <a:pt x="84174" y="203176"/>
                      <a:pt x="68179" y="207550"/>
                      <a:pt x="61514" y="214586"/>
                    </a:cubicBezTo>
                    <a:cubicBezTo>
                      <a:pt x="54931" y="221780"/>
                      <a:pt x="46169" y="226622"/>
                      <a:pt x="36570" y="228372"/>
                    </a:cubicBezTo>
                    <a:cubicBezTo>
                      <a:pt x="29048" y="228848"/>
                      <a:pt x="29048" y="240352"/>
                      <a:pt x="25906" y="243015"/>
                    </a:cubicBezTo>
                    <a:cubicBezTo>
                      <a:pt x="22764" y="245677"/>
                      <a:pt x="23716" y="233507"/>
                      <a:pt x="23716" y="230654"/>
                    </a:cubicBezTo>
                    <a:cubicBezTo>
                      <a:pt x="23716" y="227802"/>
                      <a:pt x="16575" y="235979"/>
                      <a:pt x="13434" y="245296"/>
                    </a:cubicBezTo>
                    <a:cubicBezTo>
                      <a:pt x="10292" y="254614"/>
                      <a:pt x="21051" y="258132"/>
                      <a:pt x="14386" y="267926"/>
                    </a:cubicBezTo>
                    <a:cubicBezTo>
                      <a:pt x="7721" y="277719"/>
                      <a:pt x="1438" y="286942"/>
                      <a:pt x="10768" y="299873"/>
                    </a:cubicBezTo>
                    <a:cubicBezTo>
                      <a:pt x="20098" y="312803"/>
                      <a:pt x="25430" y="320220"/>
                      <a:pt x="22383" y="326495"/>
                    </a:cubicBezTo>
                    <a:cubicBezTo>
                      <a:pt x="19337" y="332770"/>
                      <a:pt x="12862" y="314040"/>
                      <a:pt x="10387" y="316226"/>
                    </a:cubicBezTo>
                    <a:cubicBezTo>
                      <a:pt x="7912" y="318413"/>
                      <a:pt x="18766" y="326495"/>
                      <a:pt x="16100" y="330488"/>
                    </a:cubicBezTo>
                    <a:cubicBezTo>
                      <a:pt x="13434" y="334482"/>
                      <a:pt x="3913" y="315370"/>
                      <a:pt x="1914" y="319839"/>
                    </a:cubicBezTo>
                    <a:cubicBezTo>
                      <a:pt x="-86" y="324308"/>
                      <a:pt x="21907" y="353973"/>
                      <a:pt x="22383" y="365098"/>
                    </a:cubicBezTo>
                    <a:cubicBezTo>
                      <a:pt x="22860" y="376222"/>
                      <a:pt x="40092" y="386871"/>
                      <a:pt x="39235" y="403130"/>
                    </a:cubicBezTo>
                    <a:cubicBezTo>
                      <a:pt x="38379" y="419388"/>
                      <a:pt x="54373" y="444870"/>
                      <a:pt x="57039" y="448768"/>
                    </a:cubicBezTo>
                    <a:cubicBezTo>
                      <a:pt x="59705" y="452666"/>
                      <a:pt x="50851" y="463410"/>
                      <a:pt x="52564" y="475391"/>
                    </a:cubicBezTo>
                    <a:cubicBezTo>
                      <a:pt x="54278" y="487371"/>
                      <a:pt x="48565" y="491840"/>
                      <a:pt x="41044" y="491840"/>
                    </a:cubicBezTo>
                    <a:cubicBezTo>
                      <a:pt x="33523" y="491840"/>
                      <a:pt x="37902" y="504295"/>
                      <a:pt x="46376" y="505151"/>
                    </a:cubicBezTo>
                    <a:cubicBezTo>
                      <a:pt x="54849" y="506006"/>
                      <a:pt x="51707" y="511806"/>
                      <a:pt x="61038" y="518082"/>
                    </a:cubicBezTo>
                    <a:cubicBezTo>
                      <a:pt x="70368" y="524357"/>
                      <a:pt x="92552" y="522075"/>
                      <a:pt x="100169" y="522075"/>
                    </a:cubicBezTo>
                    <a:cubicBezTo>
                      <a:pt x="107785" y="522075"/>
                      <a:pt x="109689" y="510475"/>
                      <a:pt x="120162" y="510095"/>
                    </a:cubicBezTo>
                    <a:cubicBezTo>
                      <a:pt x="130635" y="509714"/>
                      <a:pt x="129683" y="506482"/>
                      <a:pt x="134348" y="500587"/>
                    </a:cubicBezTo>
                    <a:cubicBezTo>
                      <a:pt x="139013" y="494692"/>
                      <a:pt x="162339" y="496118"/>
                      <a:pt x="185951" y="497449"/>
                    </a:cubicBezTo>
                    <a:cubicBezTo>
                      <a:pt x="209563" y="498780"/>
                      <a:pt x="219655" y="491744"/>
                      <a:pt x="223273" y="481951"/>
                    </a:cubicBezTo>
                    <a:cubicBezTo>
                      <a:pt x="226891" y="472158"/>
                      <a:pt x="243266" y="473109"/>
                      <a:pt x="249931" y="466833"/>
                    </a:cubicBezTo>
                    <a:cubicBezTo>
                      <a:pt x="256596" y="460558"/>
                      <a:pt x="262308" y="460178"/>
                      <a:pt x="279731" y="461033"/>
                    </a:cubicBezTo>
                    <a:cubicBezTo>
                      <a:pt x="297154" y="461889"/>
                      <a:pt x="313054" y="452666"/>
                      <a:pt x="324098" y="448198"/>
                    </a:cubicBezTo>
                    <a:cubicBezTo>
                      <a:pt x="335142" y="443729"/>
                      <a:pt x="355707" y="445535"/>
                      <a:pt x="366370" y="442873"/>
                    </a:cubicBezTo>
                    <a:cubicBezTo>
                      <a:pt x="377033" y="440211"/>
                      <a:pt x="378748" y="456185"/>
                      <a:pt x="390743" y="454853"/>
                    </a:cubicBezTo>
                    <a:cubicBezTo>
                      <a:pt x="402740" y="453522"/>
                      <a:pt x="408167" y="458466"/>
                      <a:pt x="414356" y="457991"/>
                    </a:cubicBezTo>
                    <a:cubicBezTo>
                      <a:pt x="420544" y="457516"/>
                      <a:pt x="419687" y="462365"/>
                      <a:pt x="425875" y="463696"/>
                    </a:cubicBezTo>
                    <a:cubicBezTo>
                      <a:pt x="432064" y="465027"/>
                      <a:pt x="431207" y="470447"/>
                      <a:pt x="427208" y="476151"/>
                    </a:cubicBezTo>
                    <a:cubicBezTo>
                      <a:pt x="423210" y="481856"/>
                      <a:pt x="436729" y="481476"/>
                      <a:pt x="445012" y="493075"/>
                    </a:cubicBezTo>
                    <a:cubicBezTo>
                      <a:pt x="453295" y="504675"/>
                      <a:pt x="445488" y="506387"/>
                      <a:pt x="449868" y="515229"/>
                    </a:cubicBezTo>
                    <a:cubicBezTo>
                      <a:pt x="454248" y="524072"/>
                      <a:pt x="457485" y="521885"/>
                      <a:pt x="466339" y="509429"/>
                    </a:cubicBezTo>
                    <a:cubicBezTo>
                      <a:pt x="475194" y="496974"/>
                      <a:pt x="485380" y="505056"/>
                      <a:pt x="486333" y="494407"/>
                    </a:cubicBezTo>
                    <a:cubicBezTo>
                      <a:pt x="487285" y="483758"/>
                      <a:pt x="496996" y="471302"/>
                      <a:pt x="503280" y="476627"/>
                    </a:cubicBezTo>
                    <a:cubicBezTo>
                      <a:pt x="509564" y="481951"/>
                      <a:pt x="498805" y="484613"/>
                      <a:pt x="494807" y="505151"/>
                    </a:cubicBezTo>
                    <a:cubicBezTo>
                      <a:pt x="490807" y="525688"/>
                      <a:pt x="483667" y="514659"/>
                      <a:pt x="482334" y="520649"/>
                    </a:cubicBezTo>
                    <a:cubicBezTo>
                      <a:pt x="481001" y="526639"/>
                      <a:pt x="501376" y="529491"/>
                      <a:pt x="501376" y="518842"/>
                    </a:cubicBezTo>
                    <a:cubicBezTo>
                      <a:pt x="501376" y="508193"/>
                      <a:pt x="504993" y="503344"/>
                      <a:pt x="512515" y="513042"/>
                    </a:cubicBezTo>
                    <a:cubicBezTo>
                      <a:pt x="520036" y="522741"/>
                      <a:pt x="508040" y="530822"/>
                      <a:pt x="509849" y="535291"/>
                    </a:cubicBezTo>
                    <a:cubicBezTo>
                      <a:pt x="511658" y="539760"/>
                      <a:pt x="520036" y="533960"/>
                      <a:pt x="524511" y="534435"/>
                    </a:cubicBezTo>
                    <a:cubicBezTo>
                      <a:pt x="532413" y="535196"/>
                      <a:pt x="543553" y="552596"/>
                      <a:pt x="541363" y="561914"/>
                    </a:cubicBezTo>
                    <a:cubicBezTo>
                      <a:pt x="539173" y="571231"/>
                      <a:pt x="536984" y="580074"/>
                      <a:pt x="552026" y="587680"/>
                    </a:cubicBezTo>
                    <a:cubicBezTo>
                      <a:pt x="567069" y="595287"/>
                      <a:pt x="561547" y="596523"/>
                      <a:pt x="572496" y="596523"/>
                    </a:cubicBezTo>
                    <a:cubicBezTo>
                      <a:pt x="586909" y="598076"/>
                      <a:pt x="600763" y="602959"/>
                      <a:pt x="612960" y="610785"/>
                    </a:cubicBezTo>
                    <a:cubicBezTo>
                      <a:pt x="619148" y="616014"/>
                      <a:pt x="635143" y="606792"/>
                      <a:pt x="638285" y="596047"/>
                    </a:cubicBezTo>
                    <a:cubicBezTo>
                      <a:pt x="641427" y="585303"/>
                      <a:pt x="652947" y="596047"/>
                      <a:pt x="646758" y="599185"/>
                    </a:cubicBezTo>
                    <a:cubicBezTo>
                      <a:pt x="640570" y="602323"/>
                      <a:pt x="649805" y="611165"/>
                      <a:pt x="650281" y="605460"/>
                    </a:cubicBezTo>
                    <a:cubicBezTo>
                      <a:pt x="650757" y="599755"/>
                      <a:pt x="653423" y="594811"/>
                      <a:pt x="655613" y="601467"/>
                    </a:cubicBezTo>
                    <a:cubicBezTo>
                      <a:pt x="657803" y="608123"/>
                      <a:pt x="665800" y="608123"/>
                      <a:pt x="668942" y="613447"/>
                    </a:cubicBezTo>
                    <a:cubicBezTo>
                      <a:pt x="672084" y="618771"/>
                      <a:pt x="675607" y="622955"/>
                      <a:pt x="675607" y="618296"/>
                    </a:cubicBezTo>
                    <a:cubicBezTo>
                      <a:pt x="675607" y="613637"/>
                      <a:pt x="677416" y="609834"/>
                      <a:pt x="684461" y="607172"/>
                    </a:cubicBezTo>
                    <a:cubicBezTo>
                      <a:pt x="691556" y="603706"/>
                      <a:pt x="697998" y="599042"/>
                      <a:pt x="703503" y="593385"/>
                    </a:cubicBezTo>
                    <a:cubicBezTo>
                      <a:pt x="711024" y="587205"/>
                      <a:pt x="742157" y="585874"/>
                      <a:pt x="745299" y="585874"/>
                    </a:cubicBezTo>
                    <a:cubicBezTo>
                      <a:pt x="748441" y="585874"/>
                      <a:pt x="750154" y="559251"/>
                      <a:pt x="751963" y="545465"/>
                    </a:cubicBezTo>
                    <a:cubicBezTo>
                      <a:pt x="753772" y="531678"/>
                      <a:pt x="765293" y="529491"/>
                      <a:pt x="767102" y="514849"/>
                    </a:cubicBezTo>
                    <a:cubicBezTo>
                      <a:pt x="768911" y="500206"/>
                      <a:pt x="784430" y="473204"/>
                      <a:pt x="788428" y="471873"/>
                    </a:cubicBezTo>
                    <a:cubicBezTo>
                      <a:pt x="794863" y="470143"/>
                      <a:pt x="799608" y="464691"/>
                      <a:pt x="800425" y="458086"/>
                    </a:cubicBezTo>
                    <a:cubicBezTo>
                      <a:pt x="800425" y="449624"/>
                      <a:pt x="811088" y="440306"/>
                      <a:pt x="811088" y="430132"/>
                    </a:cubicBezTo>
                    <a:cubicBezTo>
                      <a:pt x="811088" y="419959"/>
                      <a:pt x="816800" y="407884"/>
                      <a:pt x="815944" y="404841"/>
                    </a:cubicBezTo>
                    <a:cubicBezTo>
                      <a:pt x="813004" y="398280"/>
                      <a:pt x="813841" y="390644"/>
                      <a:pt x="818133" y="384874"/>
                    </a:cubicBezTo>
                    <a:cubicBezTo>
                      <a:pt x="823846" y="377743"/>
                      <a:pt x="814515" y="369281"/>
                      <a:pt x="818133" y="366619"/>
                    </a:cubicBezTo>
                    <a:close/>
                    <a:moveTo>
                      <a:pt x="372750" y="19101"/>
                    </a:moveTo>
                    <a:cubicBezTo>
                      <a:pt x="371892" y="13776"/>
                      <a:pt x="340283" y="19956"/>
                      <a:pt x="347043" y="25376"/>
                    </a:cubicBezTo>
                    <a:cubicBezTo>
                      <a:pt x="351137" y="28894"/>
                      <a:pt x="373701" y="24425"/>
                      <a:pt x="372750" y="19101"/>
                    </a:cubicBezTo>
                    <a:close/>
                    <a:moveTo>
                      <a:pt x="472813" y="544609"/>
                    </a:moveTo>
                    <a:cubicBezTo>
                      <a:pt x="477669" y="549078"/>
                      <a:pt x="494140" y="547747"/>
                      <a:pt x="496806" y="541471"/>
                    </a:cubicBezTo>
                    <a:cubicBezTo>
                      <a:pt x="499472" y="535196"/>
                      <a:pt x="468434" y="540616"/>
                      <a:pt x="472813" y="544609"/>
                    </a:cubicBezTo>
                    <a:close/>
                    <a:moveTo>
                      <a:pt x="673702" y="668213"/>
                    </a:moveTo>
                    <a:cubicBezTo>
                      <a:pt x="661706" y="669544"/>
                      <a:pt x="643616" y="657279"/>
                      <a:pt x="639428" y="658705"/>
                    </a:cubicBezTo>
                    <a:cubicBezTo>
                      <a:pt x="635239" y="660131"/>
                      <a:pt x="655041" y="690652"/>
                      <a:pt x="648949" y="698639"/>
                    </a:cubicBezTo>
                    <a:cubicBezTo>
                      <a:pt x="642855" y="706626"/>
                      <a:pt x="667228" y="728399"/>
                      <a:pt x="675607" y="729730"/>
                    </a:cubicBezTo>
                    <a:cubicBezTo>
                      <a:pt x="683985" y="731061"/>
                      <a:pt x="680938" y="721268"/>
                      <a:pt x="686746" y="721744"/>
                    </a:cubicBezTo>
                    <a:cubicBezTo>
                      <a:pt x="692554" y="722219"/>
                      <a:pt x="690269" y="715943"/>
                      <a:pt x="691220" y="711570"/>
                    </a:cubicBezTo>
                    <a:cubicBezTo>
                      <a:pt x="692173" y="707196"/>
                      <a:pt x="697885" y="716419"/>
                      <a:pt x="702741" y="713757"/>
                    </a:cubicBezTo>
                    <a:cubicBezTo>
                      <a:pt x="707597" y="711095"/>
                      <a:pt x="701408" y="691983"/>
                      <a:pt x="708548" y="691983"/>
                    </a:cubicBezTo>
                    <a:cubicBezTo>
                      <a:pt x="715689" y="691983"/>
                      <a:pt x="709881" y="668974"/>
                      <a:pt x="707597" y="661368"/>
                    </a:cubicBezTo>
                    <a:cubicBezTo>
                      <a:pt x="705312" y="653761"/>
                      <a:pt x="685699" y="666692"/>
                      <a:pt x="673702" y="66802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56" name="Freeform 2841">
                <a:extLst>
                  <a:ext uri="{FF2B5EF4-FFF2-40B4-BE49-F238E27FC236}">
                    <a16:creationId xmlns:a16="http://schemas.microsoft.com/office/drawing/2014/main" id="{51974C7F-3592-EBD9-BBE9-1C5D54FCE61B}"/>
                  </a:ext>
                </a:extLst>
              </p:cNvPr>
              <p:cNvSpPr/>
              <p:nvPr/>
            </p:nvSpPr>
            <p:spPr>
              <a:xfrm>
                <a:off x="19800394" y="9331165"/>
                <a:ext cx="561240" cy="695004"/>
              </a:xfrm>
              <a:custGeom>
                <a:avLst/>
                <a:gdLst>
                  <a:gd name="connsiteX0" fmla="*/ 151371 w 238020"/>
                  <a:gd name="connsiteY0" fmla="*/ 145829 h 294748"/>
                  <a:gd name="connsiteX1" fmla="*/ 135376 w 238020"/>
                  <a:gd name="connsiteY1" fmla="*/ 150678 h 294748"/>
                  <a:gd name="connsiteX2" fmla="*/ 116334 w 238020"/>
                  <a:gd name="connsiteY2" fmla="*/ 142692 h 294748"/>
                  <a:gd name="connsiteX3" fmla="*/ 106052 w 238020"/>
                  <a:gd name="connsiteY3" fmla="*/ 159996 h 294748"/>
                  <a:gd name="connsiteX4" fmla="*/ 89676 w 238020"/>
                  <a:gd name="connsiteY4" fmla="*/ 187950 h 294748"/>
                  <a:gd name="connsiteX5" fmla="*/ 34551 w 238020"/>
                  <a:gd name="connsiteY5" fmla="*/ 224366 h 294748"/>
                  <a:gd name="connsiteX6" fmla="*/ 9225 w 238020"/>
                  <a:gd name="connsiteY6" fmla="*/ 248326 h 294748"/>
                  <a:gd name="connsiteX7" fmla="*/ 3894 w 238020"/>
                  <a:gd name="connsiteY7" fmla="*/ 270099 h 294748"/>
                  <a:gd name="connsiteX8" fmla="*/ 22078 w 238020"/>
                  <a:gd name="connsiteY8" fmla="*/ 278086 h 294748"/>
                  <a:gd name="connsiteX9" fmla="*/ 36359 w 238020"/>
                  <a:gd name="connsiteY9" fmla="*/ 283886 h 294748"/>
                  <a:gd name="connsiteX10" fmla="*/ 73205 w 238020"/>
                  <a:gd name="connsiteY10" fmla="*/ 275424 h 294748"/>
                  <a:gd name="connsiteX11" fmla="*/ 86534 w 238020"/>
                  <a:gd name="connsiteY11" fmla="*/ 252319 h 294748"/>
                  <a:gd name="connsiteX12" fmla="*/ 96722 w 238020"/>
                  <a:gd name="connsiteY12" fmla="*/ 231497 h 294748"/>
                  <a:gd name="connsiteX13" fmla="*/ 119000 w 238020"/>
                  <a:gd name="connsiteY13" fmla="*/ 217710 h 294748"/>
                  <a:gd name="connsiteX14" fmla="*/ 125665 w 238020"/>
                  <a:gd name="connsiteY14" fmla="*/ 207061 h 294748"/>
                  <a:gd name="connsiteX15" fmla="*/ 138994 w 238020"/>
                  <a:gd name="connsiteY15" fmla="*/ 188045 h 294748"/>
                  <a:gd name="connsiteX16" fmla="*/ 154513 w 238020"/>
                  <a:gd name="connsiteY16" fmla="*/ 161898 h 294748"/>
                  <a:gd name="connsiteX17" fmla="*/ 151371 w 238020"/>
                  <a:gd name="connsiteY17" fmla="*/ 145829 h 294748"/>
                  <a:gd name="connsiteX18" fmla="*/ 22935 w 238020"/>
                  <a:gd name="connsiteY18" fmla="*/ 298908 h 294748"/>
                  <a:gd name="connsiteX19" fmla="*/ 30552 w 238020"/>
                  <a:gd name="connsiteY19" fmla="*/ 290066 h 294748"/>
                  <a:gd name="connsiteX20" fmla="*/ 22935 w 238020"/>
                  <a:gd name="connsiteY20" fmla="*/ 298908 h 294748"/>
                  <a:gd name="connsiteX21" fmla="*/ 223824 w 238020"/>
                  <a:gd name="connsiteY21" fmla="*/ 74519 h 294748"/>
                  <a:gd name="connsiteX22" fmla="*/ 204783 w 238020"/>
                  <a:gd name="connsiteY22" fmla="*/ 72713 h 294748"/>
                  <a:gd name="connsiteX23" fmla="*/ 192786 w 238020"/>
                  <a:gd name="connsiteY23" fmla="*/ 62105 h 294748"/>
                  <a:gd name="connsiteX24" fmla="*/ 192786 w 238020"/>
                  <a:gd name="connsiteY24" fmla="*/ 60732 h 294748"/>
                  <a:gd name="connsiteX25" fmla="*/ 183837 w 238020"/>
                  <a:gd name="connsiteY25" fmla="*/ 44759 h 294748"/>
                  <a:gd name="connsiteX26" fmla="*/ 183837 w 238020"/>
                  <a:gd name="connsiteY26" fmla="*/ 55883 h 294748"/>
                  <a:gd name="connsiteX27" fmla="*/ 175839 w 238020"/>
                  <a:gd name="connsiteY27" fmla="*/ 51890 h 294748"/>
                  <a:gd name="connsiteX28" fmla="*/ 168223 w 238020"/>
                  <a:gd name="connsiteY28" fmla="*/ 38103 h 294748"/>
                  <a:gd name="connsiteX29" fmla="*/ 160702 w 238020"/>
                  <a:gd name="connsiteY29" fmla="*/ 19943 h 294748"/>
                  <a:gd name="connsiteX30" fmla="*/ 135852 w 238020"/>
                  <a:gd name="connsiteY30" fmla="*/ 1783 h 294748"/>
                  <a:gd name="connsiteX31" fmla="*/ 142041 w 238020"/>
                  <a:gd name="connsiteY31" fmla="*/ 23081 h 294748"/>
                  <a:gd name="connsiteX32" fmla="*/ 155846 w 238020"/>
                  <a:gd name="connsiteY32" fmla="*/ 37247 h 294748"/>
                  <a:gd name="connsiteX33" fmla="*/ 167842 w 238020"/>
                  <a:gd name="connsiteY33" fmla="*/ 53221 h 294748"/>
                  <a:gd name="connsiteX34" fmla="*/ 164700 w 238020"/>
                  <a:gd name="connsiteY34" fmla="*/ 82981 h 294748"/>
                  <a:gd name="connsiteX35" fmla="*/ 148229 w 238020"/>
                  <a:gd name="connsiteY35" fmla="*/ 101141 h 294748"/>
                  <a:gd name="connsiteX36" fmla="*/ 174888 w 238020"/>
                  <a:gd name="connsiteY36" fmla="*/ 125102 h 294748"/>
                  <a:gd name="connsiteX37" fmla="*/ 169175 w 238020"/>
                  <a:gd name="connsiteY37" fmla="*/ 157049 h 294748"/>
                  <a:gd name="connsiteX38" fmla="*/ 187360 w 238020"/>
                  <a:gd name="connsiteY38" fmla="*/ 159806 h 294748"/>
                  <a:gd name="connsiteX39" fmla="*/ 209638 w 238020"/>
                  <a:gd name="connsiteY39" fmla="*/ 128715 h 294748"/>
                  <a:gd name="connsiteX40" fmla="*/ 215827 w 238020"/>
                  <a:gd name="connsiteY40" fmla="*/ 107797 h 294748"/>
                  <a:gd name="connsiteX41" fmla="*/ 229156 w 238020"/>
                  <a:gd name="connsiteY41" fmla="*/ 103424 h 294748"/>
                  <a:gd name="connsiteX42" fmla="*/ 237534 w 238020"/>
                  <a:gd name="connsiteY42" fmla="*/ 91443 h 294748"/>
                  <a:gd name="connsiteX43" fmla="*/ 244294 w 238020"/>
                  <a:gd name="connsiteY43" fmla="*/ 73663 h 294748"/>
                  <a:gd name="connsiteX44" fmla="*/ 223824 w 238020"/>
                  <a:gd name="connsiteY44" fmla="*/ 74519 h 294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38020" h="294748">
                    <a:moveTo>
                      <a:pt x="151371" y="145829"/>
                    </a:moveTo>
                    <a:cubicBezTo>
                      <a:pt x="145183" y="141360"/>
                      <a:pt x="141850" y="147636"/>
                      <a:pt x="135376" y="150678"/>
                    </a:cubicBezTo>
                    <a:cubicBezTo>
                      <a:pt x="128902" y="153721"/>
                      <a:pt x="124332" y="136036"/>
                      <a:pt x="116334" y="142692"/>
                    </a:cubicBezTo>
                    <a:cubicBezTo>
                      <a:pt x="108337" y="149347"/>
                      <a:pt x="115383" y="152200"/>
                      <a:pt x="106052" y="159996"/>
                    </a:cubicBezTo>
                    <a:cubicBezTo>
                      <a:pt x="96722" y="167793"/>
                      <a:pt x="100720" y="170645"/>
                      <a:pt x="89676" y="187950"/>
                    </a:cubicBezTo>
                    <a:cubicBezTo>
                      <a:pt x="78632" y="205254"/>
                      <a:pt x="40358" y="215048"/>
                      <a:pt x="34551" y="224366"/>
                    </a:cubicBezTo>
                    <a:cubicBezTo>
                      <a:pt x="28743" y="233683"/>
                      <a:pt x="9701" y="241195"/>
                      <a:pt x="9225" y="248326"/>
                    </a:cubicBezTo>
                    <a:cubicBezTo>
                      <a:pt x="8749" y="255457"/>
                      <a:pt x="-2866" y="260496"/>
                      <a:pt x="3894" y="270099"/>
                    </a:cubicBezTo>
                    <a:cubicBezTo>
                      <a:pt x="9225" y="277610"/>
                      <a:pt x="16270" y="272286"/>
                      <a:pt x="22078" y="278086"/>
                    </a:cubicBezTo>
                    <a:cubicBezTo>
                      <a:pt x="27886" y="283886"/>
                      <a:pt x="33694" y="278942"/>
                      <a:pt x="36359" y="283886"/>
                    </a:cubicBezTo>
                    <a:cubicBezTo>
                      <a:pt x="39025" y="288830"/>
                      <a:pt x="58543" y="288735"/>
                      <a:pt x="73205" y="275424"/>
                    </a:cubicBezTo>
                    <a:cubicBezTo>
                      <a:pt x="87867" y="262112"/>
                      <a:pt x="80727" y="255932"/>
                      <a:pt x="86534" y="252319"/>
                    </a:cubicBezTo>
                    <a:cubicBezTo>
                      <a:pt x="92342" y="248706"/>
                      <a:pt x="93199" y="238152"/>
                      <a:pt x="96722" y="231497"/>
                    </a:cubicBezTo>
                    <a:cubicBezTo>
                      <a:pt x="99842" y="222133"/>
                      <a:pt x="109215" y="216333"/>
                      <a:pt x="119000" y="217710"/>
                    </a:cubicBezTo>
                    <a:cubicBezTo>
                      <a:pt x="134995" y="217710"/>
                      <a:pt x="126522" y="214572"/>
                      <a:pt x="125665" y="207061"/>
                    </a:cubicBezTo>
                    <a:cubicBezTo>
                      <a:pt x="124808" y="199549"/>
                      <a:pt x="138994" y="198219"/>
                      <a:pt x="138994" y="188045"/>
                    </a:cubicBezTo>
                    <a:cubicBezTo>
                      <a:pt x="138994" y="177871"/>
                      <a:pt x="158036" y="169029"/>
                      <a:pt x="154513" y="161898"/>
                    </a:cubicBezTo>
                    <a:cubicBezTo>
                      <a:pt x="150990" y="154767"/>
                      <a:pt x="157655" y="150583"/>
                      <a:pt x="151371" y="145829"/>
                    </a:cubicBezTo>
                    <a:close/>
                    <a:moveTo>
                      <a:pt x="22935" y="298908"/>
                    </a:moveTo>
                    <a:cubicBezTo>
                      <a:pt x="26077" y="299764"/>
                      <a:pt x="36265" y="297102"/>
                      <a:pt x="30552" y="290066"/>
                    </a:cubicBezTo>
                    <a:cubicBezTo>
                      <a:pt x="24839" y="283030"/>
                      <a:pt x="15604" y="296817"/>
                      <a:pt x="22935" y="298908"/>
                    </a:cubicBezTo>
                    <a:close/>
                    <a:moveTo>
                      <a:pt x="223824" y="74519"/>
                    </a:moveTo>
                    <a:cubicBezTo>
                      <a:pt x="219826" y="81175"/>
                      <a:pt x="211828" y="72713"/>
                      <a:pt x="204783" y="72713"/>
                    </a:cubicBezTo>
                    <a:cubicBezTo>
                      <a:pt x="198537" y="73091"/>
                      <a:pt x="193166" y="68343"/>
                      <a:pt x="192786" y="62105"/>
                    </a:cubicBezTo>
                    <a:cubicBezTo>
                      <a:pt x="192758" y="61648"/>
                      <a:pt x="192758" y="61189"/>
                      <a:pt x="192786" y="60732"/>
                    </a:cubicBezTo>
                    <a:cubicBezTo>
                      <a:pt x="192787" y="54172"/>
                      <a:pt x="190978" y="44379"/>
                      <a:pt x="183837" y="44759"/>
                    </a:cubicBezTo>
                    <a:cubicBezTo>
                      <a:pt x="176697" y="45139"/>
                      <a:pt x="186122" y="52365"/>
                      <a:pt x="183837" y="55883"/>
                    </a:cubicBezTo>
                    <a:cubicBezTo>
                      <a:pt x="181552" y="59401"/>
                      <a:pt x="179362" y="51890"/>
                      <a:pt x="175839" y="51890"/>
                    </a:cubicBezTo>
                    <a:cubicBezTo>
                      <a:pt x="172317" y="51890"/>
                      <a:pt x="168223" y="47041"/>
                      <a:pt x="168223" y="38103"/>
                    </a:cubicBezTo>
                    <a:cubicBezTo>
                      <a:pt x="168223" y="29166"/>
                      <a:pt x="160702" y="30116"/>
                      <a:pt x="160702" y="19943"/>
                    </a:cubicBezTo>
                    <a:cubicBezTo>
                      <a:pt x="160702" y="9769"/>
                      <a:pt x="144706" y="1783"/>
                      <a:pt x="135852" y="1783"/>
                    </a:cubicBezTo>
                    <a:cubicBezTo>
                      <a:pt x="126998" y="1783"/>
                      <a:pt x="137566" y="17756"/>
                      <a:pt x="142041" y="23081"/>
                    </a:cubicBezTo>
                    <a:cubicBezTo>
                      <a:pt x="146515" y="28405"/>
                      <a:pt x="156227" y="33254"/>
                      <a:pt x="155846" y="37247"/>
                    </a:cubicBezTo>
                    <a:cubicBezTo>
                      <a:pt x="157228" y="44106"/>
                      <a:pt x="161636" y="49975"/>
                      <a:pt x="167842" y="53221"/>
                    </a:cubicBezTo>
                    <a:cubicBezTo>
                      <a:pt x="173174" y="55028"/>
                      <a:pt x="164700" y="70526"/>
                      <a:pt x="164700" y="82981"/>
                    </a:cubicBezTo>
                    <a:cubicBezTo>
                      <a:pt x="164700" y="95437"/>
                      <a:pt x="155179" y="93155"/>
                      <a:pt x="148229" y="101141"/>
                    </a:cubicBezTo>
                    <a:cubicBezTo>
                      <a:pt x="141279" y="109128"/>
                      <a:pt x="165176" y="117115"/>
                      <a:pt x="174888" y="125102"/>
                    </a:cubicBezTo>
                    <a:cubicBezTo>
                      <a:pt x="184598" y="133089"/>
                      <a:pt x="166509" y="152770"/>
                      <a:pt x="169175" y="157049"/>
                    </a:cubicBezTo>
                    <a:cubicBezTo>
                      <a:pt x="170508" y="159331"/>
                      <a:pt x="177173" y="162468"/>
                      <a:pt x="187360" y="159806"/>
                    </a:cubicBezTo>
                    <a:cubicBezTo>
                      <a:pt x="197547" y="157144"/>
                      <a:pt x="202498" y="134895"/>
                      <a:pt x="209638" y="128715"/>
                    </a:cubicBezTo>
                    <a:cubicBezTo>
                      <a:pt x="216779" y="122534"/>
                      <a:pt x="212209" y="112741"/>
                      <a:pt x="215827" y="107797"/>
                    </a:cubicBezTo>
                    <a:cubicBezTo>
                      <a:pt x="219445" y="102853"/>
                      <a:pt x="224205" y="103424"/>
                      <a:pt x="229156" y="103424"/>
                    </a:cubicBezTo>
                    <a:cubicBezTo>
                      <a:pt x="234107" y="103424"/>
                      <a:pt x="231346" y="91443"/>
                      <a:pt x="237534" y="91443"/>
                    </a:cubicBezTo>
                    <a:cubicBezTo>
                      <a:pt x="243723" y="91443"/>
                      <a:pt x="240676" y="82981"/>
                      <a:pt x="244294" y="73663"/>
                    </a:cubicBezTo>
                    <a:cubicBezTo>
                      <a:pt x="247912" y="64345"/>
                      <a:pt x="227823" y="67673"/>
                      <a:pt x="223824" y="745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58" name="Freeform 2842">
                <a:extLst>
                  <a:ext uri="{FF2B5EF4-FFF2-40B4-BE49-F238E27FC236}">
                    <a16:creationId xmlns:a16="http://schemas.microsoft.com/office/drawing/2014/main" id="{D821E336-F810-140F-3D84-FC5CB3D28046}"/>
                  </a:ext>
                </a:extLst>
              </p:cNvPr>
              <p:cNvSpPr/>
              <p:nvPr/>
            </p:nvSpPr>
            <p:spPr>
              <a:xfrm>
                <a:off x="20318151" y="8389320"/>
                <a:ext cx="112248" cy="89677"/>
              </a:xfrm>
              <a:custGeom>
                <a:avLst/>
                <a:gdLst>
                  <a:gd name="connsiteX0" fmla="*/ 2721 w 47604"/>
                  <a:gd name="connsiteY0" fmla="*/ 38392 h 38032"/>
                  <a:gd name="connsiteX1" fmla="*/ 25857 w 47604"/>
                  <a:gd name="connsiteY1" fmla="*/ 32211 h 38032"/>
                  <a:gd name="connsiteX2" fmla="*/ 2721 w 47604"/>
                  <a:gd name="connsiteY2" fmla="*/ 38392 h 38032"/>
                  <a:gd name="connsiteX3" fmla="*/ 30332 w 47604"/>
                  <a:gd name="connsiteY3" fmla="*/ 14812 h 38032"/>
                  <a:gd name="connsiteX4" fmla="*/ 51182 w 47604"/>
                  <a:gd name="connsiteY4" fmla="*/ 3782 h 38032"/>
                  <a:gd name="connsiteX5" fmla="*/ 30522 w 47604"/>
                  <a:gd name="connsiteY5" fmla="*/ 14812 h 3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04" h="38032">
                    <a:moveTo>
                      <a:pt x="2721" y="38392"/>
                    </a:moveTo>
                    <a:cubicBezTo>
                      <a:pt x="10242" y="45523"/>
                      <a:pt x="25381" y="45047"/>
                      <a:pt x="25857" y="32211"/>
                    </a:cubicBezTo>
                    <a:cubicBezTo>
                      <a:pt x="26333" y="19376"/>
                      <a:pt x="-3848" y="32021"/>
                      <a:pt x="2721" y="38392"/>
                    </a:cubicBezTo>
                    <a:close/>
                    <a:moveTo>
                      <a:pt x="30332" y="14812"/>
                    </a:moveTo>
                    <a:cubicBezTo>
                      <a:pt x="35187" y="16618"/>
                      <a:pt x="51182" y="11294"/>
                      <a:pt x="51182" y="3782"/>
                    </a:cubicBezTo>
                    <a:cubicBezTo>
                      <a:pt x="51182" y="-3729"/>
                      <a:pt x="23096" y="12149"/>
                      <a:pt x="30522" y="148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59" name="Freeform 2853">
                <a:extLst>
                  <a:ext uri="{FF2B5EF4-FFF2-40B4-BE49-F238E27FC236}">
                    <a16:creationId xmlns:a16="http://schemas.microsoft.com/office/drawing/2014/main" id="{616ACAEE-F86B-DD34-6C26-3445CA5A902E}"/>
                  </a:ext>
                </a:extLst>
              </p:cNvPr>
              <p:cNvSpPr/>
              <p:nvPr/>
            </p:nvSpPr>
            <p:spPr>
              <a:xfrm>
                <a:off x="19687463" y="8587059"/>
                <a:ext cx="134697" cy="89677"/>
              </a:xfrm>
              <a:custGeom>
                <a:avLst/>
                <a:gdLst>
                  <a:gd name="connsiteX0" fmla="*/ 1802 w 57124"/>
                  <a:gd name="connsiteY0" fmla="*/ 2642 h 38032"/>
                  <a:gd name="connsiteX1" fmla="*/ 59879 w 57124"/>
                  <a:gd name="connsiteY1" fmla="*/ 42861 h 38032"/>
                  <a:gd name="connsiteX2" fmla="*/ 1802 w 57124"/>
                  <a:gd name="connsiteY2" fmla="*/ 2642 h 3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24" h="38032">
                    <a:moveTo>
                      <a:pt x="1802" y="2642"/>
                    </a:moveTo>
                    <a:cubicBezTo>
                      <a:pt x="564" y="-4774"/>
                      <a:pt x="67020" y="38107"/>
                      <a:pt x="59879" y="42861"/>
                    </a:cubicBezTo>
                    <a:cubicBezTo>
                      <a:pt x="52738" y="47615"/>
                      <a:pt x="3040" y="9773"/>
                      <a:pt x="1802" y="264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60" name="Freeform 2859">
                <a:extLst>
                  <a:ext uri="{FF2B5EF4-FFF2-40B4-BE49-F238E27FC236}">
                    <a16:creationId xmlns:a16="http://schemas.microsoft.com/office/drawing/2014/main" id="{C4B8C762-22E0-C840-76AC-58B4608C22AC}"/>
                  </a:ext>
                </a:extLst>
              </p:cNvPr>
              <p:cNvSpPr/>
              <p:nvPr/>
            </p:nvSpPr>
            <p:spPr>
              <a:xfrm>
                <a:off x="16419123" y="7327955"/>
                <a:ext cx="2155160" cy="762262"/>
              </a:xfrm>
              <a:custGeom>
                <a:avLst/>
                <a:gdLst>
                  <a:gd name="connsiteX0" fmla="*/ 65266 w 913998"/>
                  <a:gd name="connsiteY0" fmla="*/ 138239 h 323272"/>
                  <a:gd name="connsiteX1" fmla="*/ 74787 w 913998"/>
                  <a:gd name="connsiteY1" fmla="*/ 149458 h 323272"/>
                  <a:gd name="connsiteX2" fmla="*/ 65266 w 913998"/>
                  <a:gd name="connsiteY2" fmla="*/ 138239 h 323272"/>
                  <a:gd name="connsiteX3" fmla="*/ 259110 w 913998"/>
                  <a:gd name="connsiteY3" fmla="*/ 174274 h 323272"/>
                  <a:gd name="connsiteX4" fmla="*/ 248447 w 913998"/>
                  <a:gd name="connsiteY4" fmla="*/ 179028 h 323272"/>
                  <a:gd name="connsiteX5" fmla="*/ 259110 w 913998"/>
                  <a:gd name="connsiteY5" fmla="*/ 174274 h 323272"/>
                  <a:gd name="connsiteX6" fmla="*/ 36228 w 913998"/>
                  <a:gd name="connsiteY6" fmla="*/ 87371 h 323272"/>
                  <a:gd name="connsiteX7" fmla="*/ 48700 w 913998"/>
                  <a:gd name="connsiteY7" fmla="*/ 103344 h 323272"/>
                  <a:gd name="connsiteX8" fmla="*/ 36228 w 913998"/>
                  <a:gd name="connsiteY8" fmla="*/ 87371 h 323272"/>
                  <a:gd name="connsiteX9" fmla="*/ 483706 w 913998"/>
                  <a:gd name="connsiteY9" fmla="*/ 188631 h 323272"/>
                  <a:gd name="connsiteX10" fmla="*/ 489704 w 913998"/>
                  <a:gd name="connsiteY10" fmla="*/ 209834 h 323272"/>
                  <a:gd name="connsiteX11" fmla="*/ 492084 w 913998"/>
                  <a:gd name="connsiteY11" fmla="*/ 232938 h 323272"/>
                  <a:gd name="connsiteX12" fmla="*/ 501605 w 913998"/>
                  <a:gd name="connsiteY12" fmla="*/ 213447 h 323272"/>
                  <a:gd name="connsiteX13" fmla="*/ 499225 w 913998"/>
                  <a:gd name="connsiteY13" fmla="*/ 176746 h 323272"/>
                  <a:gd name="connsiteX14" fmla="*/ 512269 w 913998"/>
                  <a:gd name="connsiteY14" fmla="*/ 185018 h 323272"/>
                  <a:gd name="connsiteX15" fmla="*/ 522361 w 913998"/>
                  <a:gd name="connsiteY15" fmla="*/ 205175 h 323272"/>
                  <a:gd name="connsiteX16" fmla="*/ 540736 w 913998"/>
                  <a:gd name="connsiteY16" fmla="*/ 207552 h 323272"/>
                  <a:gd name="connsiteX17" fmla="*/ 541974 w 913998"/>
                  <a:gd name="connsiteY17" fmla="*/ 192149 h 323272"/>
                  <a:gd name="connsiteX18" fmla="*/ 537784 w 913998"/>
                  <a:gd name="connsiteY18" fmla="*/ 169044 h 323272"/>
                  <a:gd name="connsiteX19" fmla="*/ 531310 w 913998"/>
                  <a:gd name="connsiteY19" fmla="*/ 152501 h 323272"/>
                  <a:gd name="connsiteX20" fmla="*/ 561491 w 913998"/>
                  <a:gd name="connsiteY20" fmla="*/ 130632 h 323272"/>
                  <a:gd name="connsiteX21" fmla="*/ 520646 w 913998"/>
                  <a:gd name="connsiteY21" fmla="*/ 142422 h 323272"/>
                  <a:gd name="connsiteX22" fmla="*/ 495702 w 913998"/>
                  <a:gd name="connsiteY22" fmla="*/ 122931 h 323272"/>
                  <a:gd name="connsiteX23" fmla="*/ 562348 w 913998"/>
                  <a:gd name="connsiteY23" fmla="*/ 108098 h 323272"/>
                  <a:gd name="connsiteX24" fmla="*/ 597290 w 913998"/>
                  <a:gd name="connsiteY24" fmla="*/ 87371 h 323272"/>
                  <a:gd name="connsiteX25" fmla="*/ 575963 w 913998"/>
                  <a:gd name="connsiteY25" fmla="*/ 95643 h 323272"/>
                  <a:gd name="connsiteX26" fmla="*/ 525597 w 913998"/>
                  <a:gd name="connsiteY26" fmla="*/ 90318 h 323272"/>
                  <a:gd name="connsiteX27" fmla="*/ 501320 w 913998"/>
                  <a:gd name="connsiteY27" fmla="*/ 100397 h 323272"/>
                  <a:gd name="connsiteX28" fmla="*/ 487134 w 913998"/>
                  <a:gd name="connsiteY28" fmla="*/ 129967 h 323272"/>
                  <a:gd name="connsiteX29" fmla="*/ 471139 w 913998"/>
                  <a:gd name="connsiteY29" fmla="*/ 168474 h 323272"/>
                  <a:gd name="connsiteX30" fmla="*/ 483611 w 913998"/>
                  <a:gd name="connsiteY30" fmla="*/ 188536 h 323272"/>
                  <a:gd name="connsiteX31" fmla="*/ 212934 w 913998"/>
                  <a:gd name="connsiteY31" fmla="*/ 203939 h 323272"/>
                  <a:gd name="connsiteX32" fmla="*/ 215886 w 913998"/>
                  <a:gd name="connsiteY32" fmla="*/ 183211 h 323272"/>
                  <a:gd name="connsiteX33" fmla="*/ 224169 w 913998"/>
                  <a:gd name="connsiteY33" fmla="*/ 178553 h 323272"/>
                  <a:gd name="connsiteX34" fmla="*/ 224835 w 913998"/>
                  <a:gd name="connsiteY34" fmla="*/ 166097 h 323272"/>
                  <a:gd name="connsiteX35" fmla="*/ 208174 w 913998"/>
                  <a:gd name="connsiteY35" fmla="*/ 150124 h 323272"/>
                  <a:gd name="connsiteX36" fmla="*/ 205794 w 913998"/>
                  <a:gd name="connsiteY36" fmla="*/ 158966 h 323272"/>
                  <a:gd name="connsiteX37" fmla="*/ 213505 w 913998"/>
                  <a:gd name="connsiteY37" fmla="*/ 168474 h 323272"/>
                  <a:gd name="connsiteX38" fmla="*/ 201128 w 913998"/>
                  <a:gd name="connsiteY38" fmla="*/ 164956 h 323272"/>
                  <a:gd name="connsiteX39" fmla="*/ 188656 w 913998"/>
                  <a:gd name="connsiteY39" fmla="*/ 154212 h 323272"/>
                  <a:gd name="connsiteX40" fmla="*/ 170852 w 913998"/>
                  <a:gd name="connsiteY40" fmla="*/ 136527 h 323272"/>
                  <a:gd name="connsiteX41" fmla="*/ 166758 w 913998"/>
                  <a:gd name="connsiteY41" fmla="*/ 122265 h 323272"/>
                  <a:gd name="connsiteX42" fmla="*/ 156666 w 913998"/>
                  <a:gd name="connsiteY42" fmla="*/ 103915 h 323272"/>
                  <a:gd name="connsiteX43" fmla="*/ 146003 w 913998"/>
                  <a:gd name="connsiteY43" fmla="*/ 95072 h 323272"/>
                  <a:gd name="connsiteX44" fmla="*/ 135911 w 913998"/>
                  <a:gd name="connsiteY44" fmla="*/ 84994 h 323272"/>
                  <a:gd name="connsiteX45" fmla="*/ 123438 w 913998"/>
                  <a:gd name="connsiteY45" fmla="*/ 79099 h 323272"/>
                  <a:gd name="connsiteX46" fmla="*/ 108110 w 913998"/>
                  <a:gd name="connsiteY46" fmla="*/ 72633 h 323272"/>
                  <a:gd name="connsiteX47" fmla="*/ 90877 w 913998"/>
                  <a:gd name="connsiteY47" fmla="*/ 55424 h 323272"/>
                  <a:gd name="connsiteX48" fmla="*/ 57078 w 913998"/>
                  <a:gd name="connsiteY48" fmla="*/ 25283 h 323272"/>
                  <a:gd name="connsiteX49" fmla="*/ 28516 w 913998"/>
                  <a:gd name="connsiteY49" fmla="*/ 11687 h 323272"/>
                  <a:gd name="connsiteX50" fmla="*/ 2428 w 913998"/>
                  <a:gd name="connsiteY50" fmla="*/ 3985 h 323272"/>
                  <a:gd name="connsiteX51" fmla="*/ 29753 w 913998"/>
                  <a:gd name="connsiteY51" fmla="*/ 42017 h 323272"/>
                  <a:gd name="connsiteX52" fmla="*/ 56983 w 913998"/>
                  <a:gd name="connsiteY52" fmla="*/ 70541 h 323272"/>
                  <a:gd name="connsiteX53" fmla="*/ 78881 w 913998"/>
                  <a:gd name="connsiteY53" fmla="*/ 110760 h 323272"/>
                  <a:gd name="connsiteX54" fmla="*/ 109728 w 913998"/>
                  <a:gd name="connsiteY54" fmla="*/ 156874 h 323272"/>
                  <a:gd name="connsiteX55" fmla="*/ 138291 w 913998"/>
                  <a:gd name="connsiteY55" fmla="*/ 191293 h 323272"/>
                  <a:gd name="connsiteX56" fmla="*/ 174470 w 913998"/>
                  <a:gd name="connsiteY56" fmla="*/ 222575 h 323272"/>
                  <a:gd name="connsiteX57" fmla="*/ 183991 w 913998"/>
                  <a:gd name="connsiteY57" fmla="*/ 232653 h 323272"/>
                  <a:gd name="connsiteX58" fmla="*/ 205317 w 913998"/>
                  <a:gd name="connsiteY58" fmla="*/ 233319 h 323272"/>
                  <a:gd name="connsiteX59" fmla="*/ 212839 w 913998"/>
                  <a:gd name="connsiteY59" fmla="*/ 203844 h 323272"/>
                  <a:gd name="connsiteX60" fmla="*/ 665649 w 913998"/>
                  <a:gd name="connsiteY60" fmla="*/ 108859 h 323272"/>
                  <a:gd name="connsiteX61" fmla="*/ 672790 w 913998"/>
                  <a:gd name="connsiteY61" fmla="*/ 94121 h 323272"/>
                  <a:gd name="connsiteX62" fmla="*/ 660889 w 913998"/>
                  <a:gd name="connsiteY62" fmla="*/ 88797 h 323272"/>
                  <a:gd name="connsiteX63" fmla="*/ 647083 w 913998"/>
                  <a:gd name="connsiteY63" fmla="*/ 81381 h 323272"/>
                  <a:gd name="connsiteX64" fmla="*/ 657746 w 913998"/>
                  <a:gd name="connsiteY64" fmla="*/ 125212 h 323272"/>
                  <a:gd name="connsiteX65" fmla="*/ 665554 w 913998"/>
                  <a:gd name="connsiteY65" fmla="*/ 109144 h 323272"/>
                  <a:gd name="connsiteX66" fmla="*/ 617092 w 913998"/>
                  <a:gd name="connsiteY66" fmla="*/ 182831 h 323272"/>
                  <a:gd name="connsiteX67" fmla="*/ 641371 w 913998"/>
                  <a:gd name="connsiteY67" fmla="*/ 189392 h 323272"/>
                  <a:gd name="connsiteX68" fmla="*/ 616998 w 913998"/>
                  <a:gd name="connsiteY68" fmla="*/ 183116 h 323272"/>
                  <a:gd name="connsiteX69" fmla="*/ 570250 w 913998"/>
                  <a:gd name="connsiteY69" fmla="*/ 282856 h 323272"/>
                  <a:gd name="connsiteX70" fmla="*/ 527597 w 913998"/>
                  <a:gd name="connsiteY70" fmla="*/ 286469 h 323272"/>
                  <a:gd name="connsiteX71" fmla="*/ 490276 w 913998"/>
                  <a:gd name="connsiteY71" fmla="*/ 291793 h 323272"/>
                  <a:gd name="connsiteX72" fmla="*/ 522837 w 913998"/>
                  <a:gd name="connsiteY72" fmla="*/ 297688 h 323272"/>
                  <a:gd name="connsiteX73" fmla="*/ 563776 w 913998"/>
                  <a:gd name="connsiteY73" fmla="*/ 288846 h 323272"/>
                  <a:gd name="connsiteX74" fmla="*/ 570155 w 913998"/>
                  <a:gd name="connsiteY74" fmla="*/ 283141 h 323272"/>
                  <a:gd name="connsiteX75" fmla="*/ 697067 w 913998"/>
                  <a:gd name="connsiteY75" fmla="*/ 174559 h 323272"/>
                  <a:gd name="connsiteX76" fmla="*/ 657937 w 913998"/>
                  <a:gd name="connsiteY76" fmla="*/ 181690 h 323272"/>
                  <a:gd name="connsiteX77" fmla="*/ 685262 w 913998"/>
                  <a:gd name="connsiteY77" fmla="*/ 185874 h 323272"/>
                  <a:gd name="connsiteX78" fmla="*/ 710682 w 913998"/>
                  <a:gd name="connsiteY78" fmla="*/ 194716 h 323272"/>
                  <a:gd name="connsiteX79" fmla="*/ 696972 w 913998"/>
                  <a:gd name="connsiteY79" fmla="*/ 174844 h 323272"/>
                  <a:gd name="connsiteX80" fmla="*/ 384785 w 913998"/>
                  <a:gd name="connsiteY80" fmla="*/ 276390 h 323272"/>
                  <a:gd name="connsiteX81" fmla="*/ 349844 w 913998"/>
                  <a:gd name="connsiteY81" fmla="*/ 271066 h 323272"/>
                  <a:gd name="connsiteX82" fmla="*/ 369932 w 913998"/>
                  <a:gd name="connsiteY82" fmla="*/ 257374 h 323272"/>
                  <a:gd name="connsiteX83" fmla="*/ 346320 w 913998"/>
                  <a:gd name="connsiteY83" fmla="*/ 256899 h 323272"/>
                  <a:gd name="connsiteX84" fmla="*/ 304810 w 913998"/>
                  <a:gd name="connsiteY84" fmla="*/ 252144 h 323272"/>
                  <a:gd name="connsiteX85" fmla="*/ 262157 w 913998"/>
                  <a:gd name="connsiteY85" fmla="*/ 242637 h 323272"/>
                  <a:gd name="connsiteX86" fmla="*/ 215314 w 913998"/>
                  <a:gd name="connsiteY86" fmla="*/ 240260 h 323272"/>
                  <a:gd name="connsiteX87" fmla="*/ 205794 w 913998"/>
                  <a:gd name="connsiteY87" fmla="*/ 252144 h 323272"/>
                  <a:gd name="connsiteX88" fmla="*/ 220646 w 913998"/>
                  <a:gd name="connsiteY88" fmla="*/ 255092 h 323272"/>
                  <a:gd name="connsiteX89" fmla="*/ 231309 w 913998"/>
                  <a:gd name="connsiteY89" fmla="*/ 266312 h 323272"/>
                  <a:gd name="connsiteX90" fmla="*/ 266822 w 913998"/>
                  <a:gd name="connsiteY90" fmla="*/ 269259 h 323272"/>
                  <a:gd name="connsiteX91" fmla="*/ 304905 w 913998"/>
                  <a:gd name="connsiteY91" fmla="*/ 278767 h 323272"/>
                  <a:gd name="connsiteX92" fmla="*/ 354699 w 913998"/>
                  <a:gd name="connsiteY92" fmla="*/ 287039 h 323272"/>
                  <a:gd name="connsiteX93" fmla="*/ 381357 w 913998"/>
                  <a:gd name="connsiteY93" fmla="*/ 288180 h 323272"/>
                  <a:gd name="connsiteX94" fmla="*/ 405064 w 913998"/>
                  <a:gd name="connsiteY94" fmla="*/ 288846 h 323272"/>
                  <a:gd name="connsiteX95" fmla="*/ 384690 w 913998"/>
                  <a:gd name="connsiteY95" fmla="*/ 276675 h 323272"/>
                  <a:gd name="connsiteX96" fmla="*/ 851305 w 913998"/>
                  <a:gd name="connsiteY96" fmla="*/ 147366 h 323272"/>
                  <a:gd name="connsiteX97" fmla="*/ 833596 w 913998"/>
                  <a:gd name="connsiteY97" fmla="*/ 163340 h 323272"/>
                  <a:gd name="connsiteX98" fmla="*/ 800939 w 913998"/>
                  <a:gd name="connsiteY98" fmla="*/ 184067 h 323272"/>
                  <a:gd name="connsiteX99" fmla="*/ 779613 w 913998"/>
                  <a:gd name="connsiteY99" fmla="*/ 134340 h 323272"/>
                  <a:gd name="connsiteX100" fmla="*/ 734008 w 913998"/>
                  <a:gd name="connsiteY100" fmla="*/ 128445 h 323272"/>
                  <a:gd name="connsiteX101" fmla="*/ 716776 w 913998"/>
                  <a:gd name="connsiteY101" fmla="*/ 141471 h 323272"/>
                  <a:gd name="connsiteX102" fmla="*/ 727439 w 913998"/>
                  <a:gd name="connsiteY102" fmla="*/ 146796 h 323272"/>
                  <a:gd name="connsiteX103" fmla="*/ 738769 w 913998"/>
                  <a:gd name="connsiteY103" fmla="*/ 160392 h 323272"/>
                  <a:gd name="connsiteX104" fmla="*/ 770759 w 913998"/>
                  <a:gd name="connsiteY104" fmla="*/ 162199 h 323272"/>
                  <a:gd name="connsiteX105" fmla="*/ 768950 w 913998"/>
                  <a:gd name="connsiteY105" fmla="*/ 168094 h 323272"/>
                  <a:gd name="connsiteX106" fmla="*/ 751812 w 913998"/>
                  <a:gd name="connsiteY106" fmla="*/ 171041 h 323272"/>
                  <a:gd name="connsiteX107" fmla="*/ 739911 w 913998"/>
                  <a:gd name="connsiteY107" fmla="*/ 173989 h 323272"/>
                  <a:gd name="connsiteX108" fmla="*/ 751812 w 913998"/>
                  <a:gd name="connsiteY108" fmla="*/ 191959 h 323272"/>
                  <a:gd name="connsiteX109" fmla="*/ 765427 w 913998"/>
                  <a:gd name="connsiteY109" fmla="*/ 191959 h 323272"/>
                  <a:gd name="connsiteX110" fmla="*/ 786182 w 913998"/>
                  <a:gd name="connsiteY110" fmla="*/ 197854 h 323272"/>
                  <a:gd name="connsiteX111" fmla="*/ 803986 w 913998"/>
                  <a:gd name="connsiteY111" fmla="*/ 207362 h 323272"/>
                  <a:gd name="connsiteX112" fmla="*/ 860254 w 913998"/>
                  <a:gd name="connsiteY112" fmla="*/ 226853 h 323272"/>
                  <a:gd name="connsiteX113" fmla="*/ 871489 w 913998"/>
                  <a:gd name="connsiteY113" fmla="*/ 249958 h 323272"/>
                  <a:gd name="connsiteX114" fmla="*/ 870918 w 913998"/>
                  <a:gd name="connsiteY114" fmla="*/ 267738 h 323272"/>
                  <a:gd name="connsiteX115" fmla="*/ 851876 w 913998"/>
                  <a:gd name="connsiteY115" fmla="*/ 283711 h 323272"/>
                  <a:gd name="connsiteX116" fmla="*/ 898052 w 913998"/>
                  <a:gd name="connsiteY116" fmla="*/ 281334 h 323272"/>
                  <a:gd name="connsiteX117" fmla="*/ 919378 w 913998"/>
                  <a:gd name="connsiteY117" fmla="*/ 297878 h 323272"/>
                  <a:gd name="connsiteX118" fmla="*/ 919378 w 913998"/>
                  <a:gd name="connsiteY118" fmla="*/ 171707 h 323272"/>
                  <a:gd name="connsiteX119" fmla="*/ 851019 w 913998"/>
                  <a:gd name="connsiteY119" fmla="*/ 147651 h 323272"/>
                  <a:gd name="connsiteX120" fmla="*/ 594814 w 913998"/>
                  <a:gd name="connsiteY120" fmla="*/ 297403 h 323272"/>
                  <a:gd name="connsiteX121" fmla="*/ 588340 w 913998"/>
                  <a:gd name="connsiteY121" fmla="*/ 300160 h 323272"/>
                  <a:gd name="connsiteX122" fmla="*/ 585388 w 913998"/>
                  <a:gd name="connsiteY122" fmla="*/ 305865 h 323272"/>
                  <a:gd name="connsiteX123" fmla="*/ 578819 w 913998"/>
                  <a:gd name="connsiteY123" fmla="*/ 302252 h 323272"/>
                  <a:gd name="connsiteX124" fmla="*/ 569298 w 913998"/>
                  <a:gd name="connsiteY124" fmla="*/ 324881 h 323272"/>
                  <a:gd name="connsiteX125" fmla="*/ 594433 w 913998"/>
                  <a:gd name="connsiteY125" fmla="*/ 310524 h 323272"/>
                  <a:gd name="connsiteX126" fmla="*/ 597099 w 913998"/>
                  <a:gd name="connsiteY126" fmla="*/ 307196 h 323272"/>
                  <a:gd name="connsiteX127" fmla="*/ 599098 w 913998"/>
                  <a:gd name="connsiteY127" fmla="*/ 305294 h 323272"/>
                  <a:gd name="connsiteX128" fmla="*/ 601097 w 913998"/>
                  <a:gd name="connsiteY128" fmla="*/ 304059 h 323272"/>
                  <a:gd name="connsiteX129" fmla="*/ 594528 w 913998"/>
                  <a:gd name="connsiteY129" fmla="*/ 297688 h 323272"/>
                  <a:gd name="connsiteX130" fmla="*/ 430009 w 913998"/>
                  <a:gd name="connsiteY130" fmla="*/ 145274 h 323272"/>
                  <a:gd name="connsiteX131" fmla="*/ 441910 w 913998"/>
                  <a:gd name="connsiteY131" fmla="*/ 114564 h 323272"/>
                  <a:gd name="connsiteX132" fmla="*/ 472091 w 913998"/>
                  <a:gd name="connsiteY132" fmla="*/ 97354 h 323272"/>
                  <a:gd name="connsiteX133" fmla="*/ 458476 w 913998"/>
                  <a:gd name="connsiteY133" fmla="*/ 81381 h 323272"/>
                  <a:gd name="connsiteX134" fmla="*/ 451906 w 913998"/>
                  <a:gd name="connsiteY134" fmla="*/ 65407 h 323272"/>
                  <a:gd name="connsiteX135" fmla="*/ 445432 w 913998"/>
                  <a:gd name="connsiteY135" fmla="*/ 47627 h 323272"/>
                  <a:gd name="connsiteX136" fmla="*/ 446575 w 913998"/>
                  <a:gd name="connsiteY136" fmla="*/ 32890 h 323272"/>
                  <a:gd name="connsiteX137" fmla="*/ 449526 w 913998"/>
                  <a:gd name="connsiteY137" fmla="*/ 31368 h 323272"/>
                  <a:gd name="connsiteX138" fmla="*/ 440005 w 913998"/>
                  <a:gd name="connsiteY138" fmla="*/ 28136 h 323272"/>
                  <a:gd name="connsiteX139" fmla="*/ 409158 w 913998"/>
                  <a:gd name="connsiteY139" fmla="*/ 41162 h 323272"/>
                  <a:gd name="connsiteX140" fmla="*/ 397352 w 913998"/>
                  <a:gd name="connsiteY140" fmla="*/ 58847 h 323272"/>
                  <a:gd name="connsiteX141" fmla="*/ 391354 w 913998"/>
                  <a:gd name="connsiteY141" fmla="*/ 77863 h 323272"/>
                  <a:gd name="connsiteX142" fmla="*/ 373646 w 913998"/>
                  <a:gd name="connsiteY142" fmla="*/ 89653 h 323272"/>
                  <a:gd name="connsiteX143" fmla="*/ 354604 w 913998"/>
                  <a:gd name="connsiteY143" fmla="*/ 86135 h 323272"/>
                  <a:gd name="connsiteX144" fmla="*/ 334419 w 913998"/>
                  <a:gd name="connsiteY144" fmla="*/ 94407 h 323272"/>
                  <a:gd name="connsiteX145" fmla="*/ 308332 w 913998"/>
                  <a:gd name="connsiteY145" fmla="*/ 96784 h 323272"/>
                  <a:gd name="connsiteX146" fmla="*/ 291766 w 913998"/>
                  <a:gd name="connsiteY146" fmla="*/ 88512 h 323272"/>
                  <a:gd name="connsiteX147" fmla="*/ 285768 w 913998"/>
                  <a:gd name="connsiteY147" fmla="*/ 75676 h 323272"/>
                  <a:gd name="connsiteX148" fmla="*/ 283483 w 913998"/>
                  <a:gd name="connsiteY148" fmla="*/ 75676 h 323272"/>
                  <a:gd name="connsiteX149" fmla="*/ 270440 w 913998"/>
                  <a:gd name="connsiteY149" fmla="*/ 103439 h 323272"/>
                  <a:gd name="connsiteX150" fmla="*/ 281103 w 913998"/>
                  <a:gd name="connsiteY150" fmla="*/ 131298 h 323272"/>
                  <a:gd name="connsiteX151" fmla="*/ 298336 w 913998"/>
                  <a:gd name="connsiteY151" fmla="*/ 151360 h 323272"/>
                  <a:gd name="connsiteX152" fmla="*/ 317377 w 913998"/>
                  <a:gd name="connsiteY152" fmla="*/ 177982 h 323272"/>
                  <a:gd name="connsiteX153" fmla="*/ 333372 w 913998"/>
                  <a:gd name="connsiteY153" fmla="*/ 185684 h 323272"/>
                  <a:gd name="connsiteX154" fmla="*/ 360030 w 913998"/>
                  <a:gd name="connsiteY154" fmla="*/ 182736 h 323272"/>
                  <a:gd name="connsiteX155" fmla="*/ 385451 w 913998"/>
                  <a:gd name="connsiteY155" fmla="*/ 194621 h 323272"/>
                  <a:gd name="connsiteX156" fmla="*/ 414014 w 913998"/>
                  <a:gd name="connsiteY156" fmla="*/ 189867 h 323272"/>
                  <a:gd name="connsiteX157" fmla="*/ 429723 w 913998"/>
                  <a:gd name="connsiteY157" fmla="*/ 145274 h 323272"/>
                  <a:gd name="connsiteX158" fmla="*/ 474471 w 913998"/>
                  <a:gd name="connsiteY158" fmla="*/ 310999 h 323272"/>
                  <a:gd name="connsiteX159" fmla="*/ 492275 w 913998"/>
                  <a:gd name="connsiteY159" fmla="*/ 319842 h 323272"/>
                  <a:gd name="connsiteX160" fmla="*/ 511316 w 913998"/>
                  <a:gd name="connsiteY160" fmla="*/ 321078 h 323272"/>
                  <a:gd name="connsiteX161" fmla="*/ 474185 w 913998"/>
                  <a:gd name="connsiteY161" fmla="*/ 310999 h 323272"/>
                  <a:gd name="connsiteX162" fmla="*/ 444861 w 913998"/>
                  <a:gd name="connsiteY162" fmla="*/ 282475 h 323272"/>
                  <a:gd name="connsiteX163" fmla="*/ 426486 w 913998"/>
                  <a:gd name="connsiteY163" fmla="*/ 284852 h 323272"/>
                  <a:gd name="connsiteX164" fmla="*/ 416965 w 913998"/>
                  <a:gd name="connsiteY164" fmla="*/ 295501 h 323272"/>
                  <a:gd name="connsiteX165" fmla="*/ 446004 w 913998"/>
                  <a:gd name="connsiteY165" fmla="*/ 300255 h 323272"/>
                  <a:gd name="connsiteX166" fmla="*/ 474566 w 913998"/>
                  <a:gd name="connsiteY166" fmla="*/ 291888 h 323272"/>
                  <a:gd name="connsiteX167" fmla="*/ 444575 w 913998"/>
                  <a:gd name="connsiteY167" fmla="*/ 282000 h 32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913998" h="323272">
                    <a:moveTo>
                      <a:pt x="65266" y="138239"/>
                    </a:moveTo>
                    <a:cubicBezTo>
                      <a:pt x="64124" y="141091"/>
                      <a:pt x="70598" y="152976"/>
                      <a:pt x="74787" y="149458"/>
                    </a:cubicBezTo>
                    <a:cubicBezTo>
                      <a:pt x="78976" y="145940"/>
                      <a:pt x="69074" y="128826"/>
                      <a:pt x="65266" y="138239"/>
                    </a:cubicBezTo>
                    <a:close/>
                    <a:moveTo>
                      <a:pt x="259110" y="174274"/>
                    </a:moveTo>
                    <a:cubicBezTo>
                      <a:pt x="259110" y="168949"/>
                      <a:pt x="243782" y="171517"/>
                      <a:pt x="248447" y="179028"/>
                    </a:cubicBezTo>
                    <a:cubicBezTo>
                      <a:pt x="253112" y="186539"/>
                      <a:pt x="259110" y="179598"/>
                      <a:pt x="259110" y="174274"/>
                    </a:cubicBezTo>
                    <a:close/>
                    <a:moveTo>
                      <a:pt x="36228" y="87371"/>
                    </a:moveTo>
                    <a:cubicBezTo>
                      <a:pt x="35085" y="93266"/>
                      <a:pt x="41559" y="110475"/>
                      <a:pt x="48700" y="103344"/>
                    </a:cubicBezTo>
                    <a:cubicBezTo>
                      <a:pt x="55841" y="96213"/>
                      <a:pt x="37751" y="81476"/>
                      <a:pt x="36228" y="87371"/>
                    </a:cubicBezTo>
                    <a:close/>
                    <a:moveTo>
                      <a:pt x="483706" y="188631"/>
                    </a:moveTo>
                    <a:cubicBezTo>
                      <a:pt x="492656" y="189202"/>
                      <a:pt x="491418" y="202228"/>
                      <a:pt x="489704" y="209834"/>
                    </a:cubicBezTo>
                    <a:cubicBezTo>
                      <a:pt x="487990" y="217440"/>
                      <a:pt x="484277" y="235886"/>
                      <a:pt x="492084" y="232938"/>
                    </a:cubicBezTo>
                    <a:cubicBezTo>
                      <a:pt x="501605" y="229420"/>
                      <a:pt x="507413" y="217535"/>
                      <a:pt x="501605" y="213447"/>
                    </a:cubicBezTo>
                    <a:cubicBezTo>
                      <a:pt x="495797" y="209359"/>
                      <a:pt x="496940" y="183211"/>
                      <a:pt x="499225" y="176746"/>
                    </a:cubicBezTo>
                    <a:cubicBezTo>
                      <a:pt x="501510" y="170281"/>
                      <a:pt x="517695" y="174940"/>
                      <a:pt x="512269" y="185018"/>
                    </a:cubicBezTo>
                    <a:cubicBezTo>
                      <a:pt x="506842" y="195097"/>
                      <a:pt x="522361" y="193860"/>
                      <a:pt x="522361" y="205175"/>
                    </a:cubicBezTo>
                    <a:cubicBezTo>
                      <a:pt x="522361" y="216490"/>
                      <a:pt x="531310" y="210499"/>
                      <a:pt x="540736" y="207552"/>
                    </a:cubicBezTo>
                    <a:cubicBezTo>
                      <a:pt x="550161" y="204605"/>
                      <a:pt x="548448" y="199185"/>
                      <a:pt x="541974" y="192149"/>
                    </a:cubicBezTo>
                    <a:cubicBezTo>
                      <a:pt x="535500" y="185113"/>
                      <a:pt x="546639" y="174940"/>
                      <a:pt x="537784" y="169044"/>
                    </a:cubicBezTo>
                    <a:cubicBezTo>
                      <a:pt x="528930" y="163150"/>
                      <a:pt x="522932" y="154212"/>
                      <a:pt x="531310" y="152501"/>
                    </a:cubicBezTo>
                    <a:cubicBezTo>
                      <a:pt x="539688" y="150789"/>
                      <a:pt x="564443" y="136527"/>
                      <a:pt x="561491" y="130632"/>
                    </a:cubicBezTo>
                    <a:cubicBezTo>
                      <a:pt x="558540" y="124737"/>
                      <a:pt x="523408" y="131773"/>
                      <a:pt x="520646" y="142422"/>
                    </a:cubicBezTo>
                    <a:cubicBezTo>
                      <a:pt x="517886" y="153071"/>
                      <a:pt x="492751" y="141186"/>
                      <a:pt x="495702" y="122931"/>
                    </a:cubicBezTo>
                    <a:cubicBezTo>
                      <a:pt x="498653" y="104675"/>
                      <a:pt x="547876" y="101633"/>
                      <a:pt x="562348" y="108098"/>
                    </a:cubicBezTo>
                    <a:cubicBezTo>
                      <a:pt x="576820" y="114564"/>
                      <a:pt x="591958" y="97449"/>
                      <a:pt x="597290" y="87371"/>
                    </a:cubicBezTo>
                    <a:cubicBezTo>
                      <a:pt x="602621" y="77292"/>
                      <a:pt x="586055" y="89177"/>
                      <a:pt x="575963" y="95643"/>
                    </a:cubicBezTo>
                    <a:cubicBezTo>
                      <a:pt x="565870" y="102108"/>
                      <a:pt x="539307" y="95072"/>
                      <a:pt x="525597" y="90318"/>
                    </a:cubicBezTo>
                    <a:cubicBezTo>
                      <a:pt x="511887" y="85564"/>
                      <a:pt x="512554" y="98590"/>
                      <a:pt x="501320" y="100397"/>
                    </a:cubicBezTo>
                    <a:cubicBezTo>
                      <a:pt x="490085" y="102203"/>
                      <a:pt x="492465" y="127019"/>
                      <a:pt x="487134" y="129967"/>
                    </a:cubicBezTo>
                    <a:cubicBezTo>
                      <a:pt x="481802" y="132914"/>
                      <a:pt x="481802" y="151265"/>
                      <a:pt x="471139" y="168474"/>
                    </a:cubicBezTo>
                    <a:cubicBezTo>
                      <a:pt x="460475" y="185684"/>
                      <a:pt x="474757" y="187870"/>
                      <a:pt x="483611" y="188536"/>
                    </a:cubicBezTo>
                    <a:close/>
                    <a:moveTo>
                      <a:pt x="212934" y="203939"/>
                    </a:moveTo>
                    <a:cubicBezTo>
                      <a:pt x="213340" y="196960"/>
                      <a:pt x="214326" y="190027"/>
                      <a:pt x="215886" y="183211"/>
                    </a:cubicBezTo>
                    <a:cubicBezTo>
                      <a:pt x="215886" y="179123"/>
                      <a:pt x="218837" y="177317"/>
                      <a:pt x="224169" y="178553"/>
                    </a:cubicBezTo>
                    <a:cubicBezTo>
                      <a:pt x="229500" y="179789"/>
                      <a:pt x="228929" y="167238"/>
                      <a:pt x="224835" y="166097"/>
                    </a:cubicBezTo>
                    <a:cubicBezTo>
                      <a:pt x="220741" y="164956"/>
                      <a:pt x="218266" y="150124"/>
                      <a:pt x="208174" y="150124"/>
                    </a:cubicBezTo>
                    <a:cubicBezTo>
                      <a:pt x="198082" y="150124"/>
                      <a:pt x="199891" y="158396"/>
                      <a:pt x="205794" y="158966"/>
                    </a:cubicBezTo>
                    <a:cubicBezTo>
                      <a:pt x="211696" y="159536"/>
                      <a:pt x="215314" y="164290"/>
                      <a:pt x="213505" y="168474"/>
                    </a:cubicBezTo>
                    <a:cubicBezTo>
                      <a:pt x="211696" y="172658"/>
                      <a:pt x="209412" y="164290"/>
                      <a:pt x="201128" y="164956"/>
                    </a:cubicBezTo>
                    <a:cubicBezTo>
                      <a:pt x="192845" y="165622"/>
                      <a:pt x="198176" y="154878"/>
                      <a:pt x="188656" y="154212"/>
                    </a:cubicBezTo>
                    <a:cubicBezTo>
                      <a:pt x="179135" y="153547"/>
                      <a:pt x="180944" y="136527"/>
                      <a:pt x="170852" y="136527"/>
                    </a:cubicBezTo>
                    <a:cubicBezTo>
                      <a:pt x="160760" y="136527"/>
                      <a:pt x="160188" y="128255"/>
                      <a:pt x="166758" y="122265"/>
                    </a:cubicBezTo>
                    <a:cubicBezTo>
                      <a:pt x="173327" y="116275"/>
                      <a:pt x="156666" y="111046"/>
                      <a:pt x="156666" y="103915"/>
                    </a:cubicBezTo>
                    <a:cubicBezTo>
                      <a:pt x="156666" y="96784"/>
                      <a:pt x="146003" y="100967"/>
                      <a:pt x="146003" y="95072"/>
                    </a:cubicBezTo>
                    <a:cubicBezTo>
                      <a:pt x="146003" y="89177"/>
                      <a:pt x="141242" y="92125"/>
                      <a:pt x="135911" y="84994"/>
                    </a:cubicBezTo>
                    <a:cubicBezTo>
                      <a:pt x="130579" y="77863"/>
                      <a:pt x="128199" y="84423"/>
                      <a:pt x="123438" y="79099"/>
                    </a:cubicBezTo>
                    <a:cubicBezTo>
                      <a:pt x="118678" y="73774"/>
                      <a:pt x="112204" y="70827"/>
                      <a:pt x="108110" y="72633"/>
                    </a:cubicBezTo>
                    <a:cubicBezTo>
                      <a:pt x="104016" y="74440"/>
                      <a:pt x="94400" y="64932"/>
                      <a:pt x="90877" y="55424"/>
                    </a:cubicBezTo>
                    <a:cubicBezTo>
                      <a:pt x="88021" y="47912"/>
                      <a:pt x="60696" y="35267"/>
                      <a:pt x="57078" y="25283"/>
                    </a:cubicBezTo>
                    <a:cubicBezTo>
                      <a:pt x="53460" y="15300"/>
                      <a:pt x="44034" y="11021"/>
                      <a:pt x="28516" y="11687"/>
                    </a:cubicBezTo>
                    <a:cubicBezTo>
                      <a:pt x="12997" y="12352"/>
                      <a:pt x="6237" y="-4001"/>
                      <a:pt x="2428" y="3985"/>
                    </a:cubicBezTo>
                    <a:cubicBezTo>
                      <a:pt x="-2237" y="14064"/>
                      <a:pt x="19661" y="36503"/>
                      <a:pt x="29753" y="42017"/>
                    </a:cubicBezTo>
                    <a:cubicBezTo>
                      <a:pt x="39845" y="47532"/>
                      <a:pt x="45082" y="69210"/>
                      <a:pt x="56983" y="70541"/>
                    </a:cubicBezTo>
                    <a:cubicBezTo>
                      <a:pt x="68884" y="71872"/>
                      <a:pt x="70027" y="108573"/>
                      <a:pt x="78881" y="110760"/>
                    </a:cubicBezTo>
                    <a:cubicBezTo>
                      <a:pt x="87735" y="112947"/>
                      <a:pt x="106777" y="141566"/>
                      <a:pt x="109728" y="156874"/>
                    </a:cubicBezTo>
                    <a:cubicBezTo>
                      <a:pt x="112680" y="172182"/>
                      <a:pt x="132197" y="179979"/>
                      <a:pt x="138291" y="191293"/>
                    </a:cubicBezTo>
                    <a:cubicBezTo>
                      <a:pt x="144384" y="202608"/>
                      <a:pt x="170852" y="217916"/>
                      <a:pt x="174470" y="222575"/>
                    </a:cubicBezTo>
                    <a:cubicBezTo>
                      <a:pt x="178088" y="227234"/>
                      <a:pt x="181515" y="237978"/>
                      <a:pt x="183991" y="232653"/>
                    </a:cubicBezTo>
                    <a:cubicBezTo>
                      <a:pt x="186466" y="227329"/>
                      <a:pt x="199414" y="232653"/>
                      <a:pt x="205317" y="233319"/>
                    </a:cubicBezTo>
                    <a:cubicBezTo>
                      <a:pt x="211220" y="233984"/>
                      <a:pt x="213410" y="212116"/>
                      <a:pt x="212839" y="203844"/>
                    </a:cubicBezTo>
                    <a:close/>
                    <a:moveTo>
                      <a:pt x="665649" y="108859"/>
                    </a:moveTo>
                    <a:cubicBezTo>
                      <a:pt x="678692" y="110095"/>
                      <a:pt x="672790" y="102393"/>
                      <a:pt x="672790" y="94121"/>
                    </a:cubicBezTo>
                    <a:cubicBezTo>
                      <a:pt x="672790" y="85849"/>
                      <a:pt x="660889" y="92885"/>
                      <a:pt x="660889" y="88797"/>
                    </a:cubicBezTo>
                    <a:cubicBezTo>
                      <a:pt x="660889" y="84708"/>
                      <a:pt x="656604" y="68355"/>
                      <a:pt x="647083" y="81381"/>
                    </a:cubicBezTo>
                    <a:cubicBezTo>
                      <a:pt x="637562" y="94407"/>
                      <a:pt x="650130" y="126544"/>
                      <a:pt x="657746" y="125212"/>
                    </a:cubicBezTo>
                    <a:cubicBezTo>
                      <a:pt x="665363" y="123881"/>
                      <a:pt x="652510" y="108003"/>
                      <a:pt x="665554" y="109144"/>
                    </a:cubicBezTo>
                    <a:close/>
                    <a:moveTo>
                      <a:pt x="617092" y="182831"/>
                    </a:moveTo>
                    <a:cubicBezTo>
                      <a:pt x="619473" y="192339"/>
                      <a:pt x="636134" y="197664"/>
                      <a:pt x="641371" y="189392"/>
                    </a:cubicBezTo>
                    <a:cubicBezTo>
                      <a:pt x="646607" y="181120"/>
                      <a:pt x="614236" y="172182"/>
                      <a:pt x="616998" y="183116"/>
                    </a:cubicBezTo>
                    <a:close/>
                    <a:moveTo>
                      <a:pt x="570250" y="282856"/>
                    </a:moveTo>
                    <a:cubicBezTo>
                      <a:pt x="554255" y="280574"/>
                      <a:pt x="543592" y="292364"/>
                      <a:pt x="527597" y="286469"/>
                    </a:cubicBezTo>
                    <a:cubicBezTo>
                      <a:pt x="511602" y="280574"/>
                      <a:pt x="487705" y="286469"/>
                      <a:pt x="490276" y="291793"/>
                    </a:cubicBezTo>
                    <a:cubicBezTo>
                      <a:pt x="492846" y="297118"/>
                      <a:pt x="506842" y="297118"/>
                      <a:pt x="522837" y="297688"/>
                    </a:cubicBezTo>
                    <a:cubicBezTo>
                      <a:pt x="538832" y="298258"/>
                      <a:pt x="553113" y="289416"/>
                      <a:pt x="563776" y="288846"/>
                    </a:cubicBezTo>
                    <a:cubicBezTo>
                      <a:pt x="574439" y="288275"/>
                      <a:pt x="586150" y="285518"/>
                      <a:pt x="570155" y="283141"/>
                    </a:cubicBezTo>
                    <a:close/>
                    <a:moveTo>
                      <a:pt x="697067" y="174559"/>
                    </a:moveTo>
                    <a:cubicBezTo>
                      <a:pt x="681644" y="169805"/>
                      <a:pt x="655366" y="173894"/>
                      <a:pt x="657937" y="181690"/>
                    </a:cubicBezTo>
                    <a:cubicBezTo>
                      <a:pt x="660507" y="189487"/>
                      <a:pt x="672790" y="185874"/>
                      <a:pt x="685262" y="185874"/>
                    </a:cubicBezTo>
                    <a:cubicBezTo>
                      <a:pt x="697734" y="185874"/>
                      <a:pt x="704303" y="194716"/>
                      <a:pt x="710682" y="194716"/>
                    </a:cubicBezTo>
                    <a:cubicBezTo>
                      <a:pt x="717061" y="194716"/>
                      <a:pt x="712396" y="179598"/>
                      <a:pt x="696972" y="174844"/>
                    </a:cubicBezTo>
                    <a:close/>
                    <a:moveTo>
                      <a:pt x="384785" y="276390"/>
                    </a:moveTo>
                    <a:cubicBezTo>
                      <a:pt x="384214" y="269259"/>
                      <a:pt x="361078" y="275820"/>
                      <a:pt x="349844" y="271066"/>
                    </a:cubicBezTo>
                    <a:cubicBezTo>
                      <a:pt x="338608" y="266312"/>
                      <a:pt x="362316" y="262223"/>
                      <a:pt x="369932" y="257374"/>
                    </a:cubicBezTo>
                    <a:cubicBezTo>
                      <a:pt x="377549" y="252525"/>
                      <a:pt x="365267" y="250909"/>
                      <a:pt x="346320" y="256899"/>
                    </a:cubicBezTo>
                    <a:cubicBezTo>
                      <a:pt x="327374" y="262889"/>
                      <a:pt x="305381" y="243873"/>
                      <a:pt x="304810" y="252144"/>
                    </a:cubicBezTo>
                    <a:cubicBezTo>
                      <a:pt x="304238" y="260417"/>
                      <a:pt x="270440" y="248532"/>
                      <a:pt x="262157" y="242637"/>
                    </a:cubicBezTo>
                    <a:cubicBezTo>
                      <a:pt x="253874" y="236742"/>
                      <a:pt x="221884" y="229040"/>
                      <a:pt x="215314" y="240260"/>
                    </a:cubicBezTo>
                    <a:cubicBezTo>
                      <a:pt x="208745" y="251479"/>
                      <a:pt x="203127" y="241401"/>
                      <a:pt x="205794" y="252144"/>
                    </a:cubicBezTo>
                    <a:cubicBezTo>
                      <a:pt x="207603" y="259181"/>
                      <a:pt x="215314" y="255092"/>
                      <a:pt x="220646" y="255092"/>
                    </a:cubicBezTo>
                    <a:cubicBezTo>
                      <a:pt x="225978" y="255092"/>
                      <a:pt x="223597" y="265171"/>
                      <a:pt x="231309" y="266312"/>
                    </a:cubicBezTo>
                    <a:cubicBezTo>
                      <a:pt x="239021" y="267453"/>
                      <a:pt x="264537" y="274584"/>
                      <a:pt x="266822" y="269259"/>
                    </a:cubicBezTo>
                    <a:cubicBezTo>
                      <a:pt x="269107" y="263935"/>
                      <a:pt x="292909" y="269259"/>
                      <a:pt x="304905" y="278767"/>
                    </a:cubicBezTo>
                    <a:cubicBezTo>
                      <a:pt x="316901" y="288275"/>
                      <a:pt x="344035" y="288846"/>
                      <a:pt x="354699" y="287039"/>
                    </a:cubicBezTo>
                    <a:cubicBezTo>
                      <a:pt x="365362" y="285233"/>
                      <a:pt x="377168" y="294170"/>
                      <a:pt x="381357" y="288180"/>
                    </a:cubicBezTo>
                    <a:cubicBezTo>
                      <a:pt x="385547" y="282190"/>
                      <a:pt x="393163" y="297688"/>
                      <a:pt x="405064" y="288846"/>
                    </a:cubicBezTo>
                    <a:cubicBezTo>
                      <a:pt x="416965" y="280003"/>
                      <a:pt x="385261" y="283806"/>
                      <a:pt x="384690" y="276675"/>
                    </a:cubicBezTo>
                    <a:close/>
                    <a:moveTo>
                      <a:pt x="851305" y="147366"/>
                    </a:moveTo>
                    <a:cubicBezTo>
                      <a:pt x="842451" y="147937"/>
                      <a:pt x="841213" y="163340"/>
                      <a:pt x="833596" y="163340"/>
                    </a:cubicBezTo>
                    <a:cubicBezTo>
                      <a:pt x="825979" y="163340"/>
                      <a:pt x="815221" y="179313"/>
                      <a:pt x="800939" y="184067"/>
                    </a:cubicBezTo>
                    <a:cubicBezTo>
                      <a:pt x="786658" y="188821"/>
                      <a:pt x="786182" y="143278"/>
                      <a:pt x="779613" y="134340"/>
                    </a:cubicBezTo>
                    <a:cubicBezTo>
                      <a:pt x="773043" y="125403"/>
                      <a:pt x="737531" y="118367"/>
                      <a:pt x="734008" y="128445"/>
                    </a:cubicBezTo>
                    <a:cubicBezTo>
                      <a:pt x="730486" y="138524"/>
                      <a:pt x="718109" y="133199"/>
                      <a:pt x="716776" y="141471"/>
                    </a:cubicBezTo>
                    <a:cubicBezTo>
                      <a:pt x="715443" y="149743"/>
                      <a:pt x="719822" y="146796"/>
                      <a:pt x="727439" y="146796"/>
                    </a:cubicBezTo>
                    <a:cubicBezTo>
                      <a:pt x="735055" y="146796"/>
                      <a:pt x="735151" y="152691"/>
                      <a:pt x="738769" y="160392"/>
                    </a:cubicBezTo>
                    <a:cubicBezTo>
                      <a:pt x="742387" y="168094"/>
                      <a:pt x="763618" y="162769"/>
                      <a:pt x="770759" y="162199"/>
                    </a:cubicBezTo>
                    <a:cubicBezTo>
                      <a:pt x="777899" y="161628"/>
                      <a:pt x="779042" y="171707"/>
                      <a:pt x="768950" y="168094"/>
                    </a:cubicBezTo>
                    <a:cubicBezTo>
                      <a:pt x="758858" y="164481"/>
                      <a:pt x="758858" y="172848"/>
                      <a:pt x="751812" y="171041"/>
                    </a:cubicBezTo>
                    <a:cubicBezTo>
                      <a:pt x="744767" y="169235"/>
                      <a:pt x="735151" y="169805"/>
                      <a:pt x="739911" y="173989"/>
                    </a:cubicBezTo>
                    <a:cubicBezTo>
                      <a:pt x="744672" y="178172"/>
                      <a:pt x="751812" y="182451"/>
                      <a:pt x="751812" y="191959"/>
                    </a:cubicBezTo>
                    <a:cubicBezTo>
                      <a:pt x="751812" y="201467"/>
                      <a:pt x="765427" y="199660"/>
                      <a:pt x="765427" y="191959"/>
                    </a:cubicBezTo>
                    <a:cubicBezTo>
                      <a:pt x="765427" y="184257"/>
                      <a:pt x="772568" y="194336"/>
                      <a:pt x="786182" y="197854"/>
                    </a:cubicBezTo>
                    <a:cubicBezTo>
                      <a:pt x="799797" y="201372"/>
                      <a:pt x="790371" y="206696"/>
                      <a:pt x="803986" y="207362"/>
                    </a:cubicBezTo>
                    <a:cubicBezTo>
                      <a:pt x="823905" y="209838"/>
                      <a:pt x="843078" y="216479"/>
                      <a:pt x="860254" y="226853"/>
                    </a:cubicBezTo>
                    <a:cubicBezTo>
                      <a:pt x="872155" y="235696"/>
                      <a:pt x="863777" y="241686"/>
                      <a:pt x="871489" y="249958"/>
                    </a:cubicBezTo>
                    <a:cubicBezTo>
                      <a:pt x="879201" y="258230"/>
                      <a:pt x="881581" y="267738"/>
                      <a:pt x="870918" y="267738"/>
                    </a:cubicBezTo>
                    <a:cubicBezTo>
                      <a:pt x="860254" y="267738"/>
                      <a:pt x="849020" y="278292"/>
                      <a:pt x="851876" y="283711"/>
                    </a:cubicBezTo>
                    <a:cubicBezTo>
                      <a:pt x="854732" y="289131"/>
                      <a:pt x="889959" y="281334"/>
                      <a:pt x="898052" y="281334"/>
                    </a:cubicBezTo>
                    <a:cubicBezTo>
                      <a:pt x="903479" y="281334"/>
                      <a:pt x="909001" y="290842"/>
                      <a:pt x="919378" y="297878"/>
                    </a:cubicBezTo>
                    <a:lnTo>
                      <a:pt x="919378" y="171707"/>
                    </a:lnTo>
                    <a:cubicBezTo>
                      <a:pt x="894624" y="163435"/>
                      <a:pt x="858350" y="147176"/>
                      <a:pt x="851019" y="147651"/>
                    </a:cubicBezTo>
                    <a:close/>
                    <a:moveTo>
                      <a:pt x="594814" y="297403"/>
                    </a:moveTo>
                    <a:cubicBezTo>
                      <a:pt x="592805" y="298639"/>
                      <a:pt x="590623" y="299568"/>
                      <a:pt x="588340" y="300160"/>
                    </a:cubicBezTo>
                    <a:cubicBezTo>
                      <a:pt x="587771" y="302249"/>
                      <a:pt x="586765" y="304193"/>
                      <a:pt x="585388" y="305865"/>
                    </a:cubicBezTo>
                    <a:cubicBezTo>
                      <a:pt x="583675" y="307101"/>
                      <a:pt x="580818" y="304534"/>
                      <a:pt x="578819" y="302252"/>
                    </a:cubicBezTo>
                    <a:cubicBezTo>
                      <a:pt x="567394" y="307006"/>
                      <a:pt x="561301" y="320698"/>
                      <a:pt x="569298" y="324881"/>
                    </a:cubicBezTo>
                    <a:cubicBezTo>
                      <a:pt x="577295" y="329065"/>
                      <a:pt x="588340" y="318130"/>
                      <a:pt x="594433" y="310524"/>
                    </a:cubicBezTo>
                    <a:lnTo>
                      <a:pt x="597099" y="307196"/>
                    </a:lnTo>
                    <a:cubicBezTo>
                      <a:pt x="597670" y="306469"/>
                      <a:pt x="598343" y="305828"/>
                      <a:pt x="599098" y="305294"/>
                    </a:cubicBezTo>
                    <a:lnTo>
                      <a:pt x="601097" y="304059"/>
                    </a:lnTo>
                    <a:cubicBezTo>
                      <a:pt x="599265" y="301596"/>
                      <a:pt x="597047" y="299445"/>
                      <a:pt x="594528" y="297688"/>
                    </a:cubicBezTo>
                    <a:close/>
                    <a:moveTo>
                      <a:pt x="430009" y="145274"/>
                    </a:moveTo>
                    <a:cubicBezTo>
                      <a:pt x="439660" y="138251"/>
                      <a:pt x="444312" y="126245"/>
                      <a:pt x="441910" y="114564"/>
                    </a:cubicBezTo>
                    <a:cubicBezTo>
                      <a:pt x="440672" y="102679"/>
                      <a:pt x="467901" y="102108"/>
                      <a:pt x="472091" y="97354"/>
                    </a:cubicBezTo>
                    <a:cubicBezTo>
                      <a:pt x="476280" y="92600"/>
                      <a:pt x="466188" y="84899"/>
                      <a:pt x="458476" y="81381"/>
                    </a:cubicBezTo>
                    <a:cubicBezTo>
                      <a:pt x="450764" y="77863"/>
                      <a:pt x="457238" y="70161"/>
                      <a:pt x="451906" y="65407"/>
                    </a:cubicBezTo>
                    <a:cubicBezTo>
                      <a:pt x="446575" y="60653"/>
                      <a:pt x="437721" y="48198"/>
                      <a:pt x="445432" y="47627"/>
                    </a:cubicBezTo>
                    <a:cubicBezTo>
                      <a:pt x="453144" y="47057"/>
                      <a:pt x="440101" y="36408"/>
                      <a:pt x="446575" y="32890"/>
                    </a:cubicBezTo>
                    <a:lnTo>
                      <a:pt x="449526" y="31368"/>
                    </a:lnTo>
                    <a:cubicBezTo>
                      <a:pt x="446599" y="29671"/>
                      <a:pt x="443362" y="28572"/>
                      <a:pt x="440005" y="28136"/>
                    </a:cubicBezTo>
                    <a:cubicBezTo>
                      <a:pt x="430485" y="28136"/>
                      <a:pt x="408016" y="25759"/>
                      <a:pt x="409158" y="41162"/>
                    </a:cubicBezTo>
                    <a:cubicBezTo>
                      <a:pt x="410301" y="56565"/>
                      <a:pt x="396115" y="50670"/>
                      <a:pt x="397352" y="58847"/>
                    </a:cubicBezTo>
                    <a:cubicBezTo>
                      <a:pt x="398590" y="67023"/>
                      <a:pt x="390212" y="67214"/>
                      <a:pt x="391354" y="77863"/>
                    </a:cubicBezTo>
                    <a:cubicBezTo>
                      <a:pt x="392497" y="88512"/>
                      <a:pt x="385451" y="83758"/>
                      <a:pt x="373646" y="89653"/>
                    </a:cubicBezTo>
                    <a:cubicBezTo>
                      <a:pt x="361839" y="95548"/>
                      <a:pt x="366505" y="86135"/>
                      <a:pt x="354604" y="86135"/>
                    </a:cubicBezTo>
                    <a:cubicBezTo>
                      <a:pt x="342703" y="86135"/>
                      <a:pt x="341560" y="92030"/>
                      <a:pt x="334419" y="94407"/>
                    </a:cubicBezTo>
                    <a:cubicBezTo>
                      <a:pt x="327279" y="96784"/>
                      <a:pt x="313093" y="93171"/>
                      <a:pt x="308332" y="96784"/>
                    </a:cubicBezTo>
                    <a:cubicBezTo>
                      <a:pt x="303572" y="100397"/>
                      <a:pt x="296527" y="88512"/>
                      <a:pt x="291766" y="88512"/>
                    </a:cubicBezTo>
                    <a:cubicBezTo>
                      <a:pt x="289291" y="88512"/>
                      <a:pt x="287196" y="82046"/>
                      <a:pt x="285768" y="75676"/>
                    </a:cubicBezTo>
                    <a:cubicBezTo>
                      <a:pt x="285012" y="75542"/>
                      <a:pt x="284239" y="75542"/>
                      <a:pt x="283483" y="75676"/>
                    </a:cubicBezTo>
                    <a:cubicBezTo>
                      <a:pt x="275771" y="76246"/>
                      <a:pt x="263013" y="96593"/>
                      <a:pt x="270440" y="103439"/>
                    </a:cubicBezTo>
                    <a:cubicBezTo>
                      <a:pt x="279294" y="111711"/>
                      <a:pt x="276914" y="124737"/>
                      <a:pt x="281103" y="131298"/>
                    </a:cubicBezTo>
                    <a:cubicBezTo>
                      <a:pt x="285292" y="137858"/>
                      <a:pt x="298336" y="138999"/>
                      <a:pt x="298336" y="151360"/>
                    </a:cubicBezTo>
                    <a:cubicBezTo>
                      <a:pt x="298336" y="163720"/>
                      <a:pt x="309570" y="183307"/>
                      <a:pt x="317377" y="177982"/>
                    </a:cubicBezTo>
                    <a:cubicBezTo>
                      <a:pt x="325184" y="172658"/>
                      <a:pt x="330992" y="180359"/>
                      <a:pt x="333372" y="185684"/>
                    </a:cubicBezTo>
                    <a:cubicBezTo>
                      <a:pt x="335752" y="191008"/>
                      <a:pt x="354032" y="181595"/>
                      <a:pt x="360030" y="182736"/>
                    </a:cubicBezTo>
                    <a:cubicBezTo>
                      <a:pt x="366028" y="183877"/>
                      <a:pt x="384309" y="187490"/>
                      <a:pt x="385451" y="194621"/>
                    </a:cubicBezTo>
                    <a:cubicBezTo>
                      <a:pt x="386594" y="201752"/>
                      <a:pt x="403255" y="193956"/>
                      <a:pt x="414014" y="189867"/>
                    </a:cubicBezTo>
                    <a:cubicBezTo>
                      <a:pt x="424772" y="185779"/>
                      <a:pt x="419060" y="151740"/>
                      <a:pt x="429723" y="145274"/>
                    </a:cubicBezTo>
                    <a:close/>
                    <a:moveTo>
                      <a:pt x="474471" y="310999"/>
                    </a:moveTo>
                    <a:cubicBezTo>
                      <a:pt x="477993" y="316324"/>
                      <a:pt x="488085" y="316324"/>
                      <a:pt x="492275" y="319842"/>
                    </a:cubicBezTo>
                    <a:cubicBezTo>
                      <a:pt x="496464" y="323360"/>
                      <a:pt x="511316" y="331061"/>
                      <a:pt x="511316" y="321078"/>
                    </a:cubicBezTo>
                    <a:cubicBezTo>
                      <a:pt x="511316" y="311094"/>
                      <a:pt x="470186" y="305009"/>
                      <a:pt x="474185" y="310999"/>
                    </a:cubicBezTo>
                    <a:close/>
                    <a:moveTo>
                      <a:pt x="444861" y="282475"/>
                    </a:moveTo>
                    <a:cubicBezTo>
                      <a:pt x="442481" y="287800"/>
                      <a:pt x="432389" y="288941"/>
                      <a:pt x="426486" y="284852"/>
                    </a:cubicBezTo>
                    <a:cubicBezTo>
                      <a:pt x="420583" y="280764"/>
                      <a:pt x="413157" y="290462"/>
                      <a:pt x="416965" y="295501"/>
                    </a:cubicBezTo>
                    <a:cubicBezTo>
                      <a:pt x="424689" y="303009"/>
                      <a:pt x="436283" y="304907"/>
                      <a:pt x="446004" y="300255"/>
                    </a:cubicBezTo>
                    <a:cubicBezTo>
                      <a:pt x="460856" y="293124"/>
                      <a:pt x="470948" y="299590"/>
                      <a:pt x="474566" y="291888"/>
                    </a:cubicBezTo>
                    <a:cubicBezTo>
                      <a:pt x="478184" y="284187"/>
                      <a:pt x="447146" y="276675"/>
                      <a:pt x="444575" y="28200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lin ang="13500000" scaled="1"/>
                <a:tileRect/>
              </a:gradFill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</p:grpSp>
        <p:grpSp>
          <p:nvGrpSpPr>
            <p:cNvPr id="40" name="Group 610">
              <a:extLst>
                <a:ext uri="{FF2B5EF4-FFF2-40B4-BE49-F238E27FC236}">
                  <a16:creationId xmlns:a16="http://schemas.microsoft.com/office/drawing/2014/main" id="{E65C9229-8D23-DB0A-878A-3F3C178E35FA}"/>
                </a:ext>
              </a:extLst>
            </p:cNvPr>
            <p:cNvGrpSpPr/>
            <p:nvPr/>
          </p:nvGrpSpPr>
          <p:grpSpPr>
            <a:xfrm>
              <a:off x="6278579" y="2148704"/>
              <a:ext cx="3698785" cy="2560637"/>
              <a:chOff x="12885055" y="2426868"/>
              <a:chExt cx="8104980" cy="5611005"/>
            </a:xfrm>
            <a:grpFill/>
          </p:grpSpPr>
          <p:sp>
            <p:nvSpPr>
              <p:cNvPr id="107" name="Freeform 2761">
                <a:extLst>
                  <a:ext uri="{FF2B5EF4-FFF2-40B4-BE49-F238E27FC236}">
                    <a16:creationId xmlns:a16="http://schemas.microsoft.com/office/drawing/2014/main" id="{8BDCAFD8-6544-A9D8-0613-3A963A213E62}"/>
                  </a:ext>
                </a:extLst>
              </p:cNvPr>
              <p:cNvSpPr/>
              <p:nvPr/>
            </p:nvSpPr>
            <p:spPr>
              <a:xfrm>
                <a:off x="13606135" y="5861458"/>
                <a:ext cx="67348" cy="89677"/>
              </a:xfrm>
              <a:custGeom>
                <a:avLst/>
                <a:gdLst>
                  <a:gd name="connsiteX0" fmla="*/ 26158 w 28562"/>
                  <a:gd name="connsiteY0" fmla="*/ 17313 h 38032"/>
                  <a:gd name="connsiteX1" fmla="*/ 16638 w 28562"/>
                  <a:gd name="connsiteY1" fmla="*/ 1815 h 38032"/>
                  <a:gd name="connsiteX2" fmla="*/ 16638 w 28562"/>
                  <a:gd name="connsiteY2" fmla="*/ 4382 h 38032"/>
                  <a:gd name="connsiteX3" fmla="*/ 1785 w 28562"/>
                  <a:gd name="connsiteY3" fmla="*/ 34427 h 38032"/>
                  <a:gd name="connsiteX4" fmla="*/ 11306 w 28562"/>
                  <a:gd name="connsiteY4" fmla="*/ 38421 h 38032"/>
                  <a:gd name="connsiteX5" fmla="*/ 26158 w 28562"/>
                  <a:gd name="connsiteY5" fmla="*/ 17313 h 3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62" h="38032">
                    <a:moveTo>
                      <a:pt x="26158" y="17313"/>
                    </a:moveTo>
                    <a:cubicBezTo>
                      <a:pt x="29967" y="14080"/>
                      <a:pt x="32156" y="1054"/>
                      <a:pt x="16638" y="1815"/>
                    </a:cubicBezTo>
                    <a:cubicBezTo>
                      <a:pt x="16590" y="2670"/>
                      <a:pt x="16590" y="3527"/>
                      <a:pt x="16638" y="4382"/>
                    </a:cubicBezTo>
                    <a:cubicBezTo>
                      <a:pt x="16638" y="10372"/>
                      <a:pt x="7117" y="23398"/>
                      <a:pt x="1785" y="34427"/>
                    </a:cubicBezTo>
                    <a:lnTo>
                      <a:pt x="11306" y="38421"/>
                    </a:lnTo>
                    <a:cubicBezTo>
                      <a:pt x="15431" y="30840"/>
                      <a:pt x="20415" y="23758"/>
                      <a:pt x="26158" y="173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08" name="Freeform 2762">
                <a:extLst>
                  <a:ext uri="{FF2B5EF4-FFF2-40B4-BE49-F238E27FC236}">
                    <a16:creationId xmlns:a16="http://schemas.microsoft.com/office/drawing/2014/main" id="{B212E321-2AF5-F95B-673A-EE90E6ADEA63}"/>
                  </a:ext>
                </a:extLst>
              </p:cNvPr>
              <p:cNvSpPr/>
              <p:nvPr/>
            </p:nvSpPr>
            <p:spPr>
              <a:xfrm>
                <a:off x="13627462" y="5729036"/>
                <a:ext cx="314293" cy="246613"/>
              </a:xfrm>
              <a:custGeom>
                <a:avLst/>
                <a:gdLst>
                  <a:gd name="connsiteX0" fmla="*/ 17114 w 133291"/>
                  <a:gd name="connsiteY0" fmla="*/ 73473 h 104588"/>
                  <a:gd name="connsiteX1" fmla="*/ 1785 w 133291"/>
                  <a:gd name="connsiteY1" fmla="*/ 94581 h 104588"/>
                  <a:gd name="connsiteX2" fmla="*/ 2832 w 133291"/>
                  <a:gd name="connsiteY2" fmla="*/ 95057 h 104588"/>
                  <a:gd name="connsiteX3" fmla="*/ 4356 w 133291"/>
                  <a:gd name="connsiteY3" fmla="*/ 102092 h 104588"/>
                  <a:gd name="connsiteX4" fmla="*/ 22635 w 133291"/>
                  <a:gd name="connsiteY4" fmla="*/ 111600 h 104588"/>
                  <a:gd name="connsiteX5" fmla="*/ 41677 w 133291"/>
                  <a:gd name="connsiteY5" fmla="*/ 101332 h 104588"/>
                  <a:gd name="connsiteX6" fmla="*/ 110513 w 133291"/>
                  <a:gd name="connsiteY6" fmla="*/ 66533 h 104588"/>
                  <a:gd name="connsiteX7" fmla="*/ 115273 w 133291"/>
                  <a:gd name="connsiteY7" fmla="*/ 54743 h 104588"/>
                  <a:gd name="connsiteX8" fmla="*/ 116892 w 133291"/>
                  <a:gd name="connsiteY8" fmla="*/ 38864 h 104588"/>
                  <a:gd name="connsiteX9" fmla="*/ 115273 w 133291"/>
                  <a:gd name="connsiteY9" fmla="*/ 22320 h 104588"/>
                  <a:gd name="connsiteX10" fmla="*/ 127936 w 133291"/>
                  <a:gd name="connsiteY10" fmla="*/ 12812 h 104588"/>
                  <a:gd name="connsiteX11" fmla="*/ 139741 w 133291"/>
                  <a:gd name="connsiteY11" fmla="*/ 4160 h 104588"/>
                  <a:gd name="connsiteX12" fmla="*/ 131839 w 133291"/>
                  <a:gd name="connsiteY12" fmla="*/ 1783 h 104588"/>
                  <a:gd name="connsiteX13" fmla="*/ 109751 w 133291"/>
                  <a:gd name="connsiteY13" fmla="*/ 4920 h 104588"/>
                  <a:gd name="connsiteX14" fmla="*/ 82807 w 133291"/>
                  <a:gd name="connsiteY14" fmla="*/ 12812 h 104588"/>
                  <a:gd name="connsiteX15" fmla="*/ 59862 w 133291"/>
                  <a:gd name="connsiteY15" fmla="*/ 12051 h 104588"/>
                  <a:gd name="connsiteX16" fmla="*/ 47199 w 133291"/>
                  <a:gd name="connsiteY16" fmla="*/ 14428 h 104588"/>
                  <a:gd name="connsiteX17" fmla="*/ 29015 w 133291"/>
                  <a:gd name="connsiteY17" fmla="*/ 14428 h 104588"/>
                  <a:gd name="connsiteX18" fmla="*/ 21112 w 133291"/>
                  <a:gd name="connsiteY18" fmla="*/ 19182 h 104588"/>
                  <a:gd name="connsiteX19" fmla="*/ 9211 w 133291"/>
                  <a:gd name="connsiteY19" fmla="*/ 33064 h 104588"/>
                  <a:gd name="connsiteX20" fmla="*/ 9211 w 133291"/>
                  <a:gd name="connsiteY20" fmla="*/ 43143 h 104588"/>
                  <a:gd name="connsiteX21" fmla="*/ 7593 w 133291"/>
                  <a:gd name="connsiteY21" fmla="*/ 57975 h 104588"/>
                  <a:gd name="connsiteX22" fmla="*/ 17114 w 133291"/>
                  <a:gd name="connsiteY22" fmla="*/ 73473 h 10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33291" h="104588">
                    <a:moveTo>
                      <a:pt x="17114" y="73473"/>
                    </a:moveTo>
                    <a:cubicBezTo>
                      <a:pt x="11203" y="79893"/>
                      <a:pt x="6059" y="86976"/>
                      <a:pt x="1785" y="94581"/>
                    </a:cubicBezTo>
                    <a:lnTo>
                      <a:pt x="2832" y="95057"/>
                    </a:lnTo>
                    <a:lnTo>
                      <a:pt x="4356" y="102092"/>
                    </a:lnTo>
                    <a:lnTo>
                      <a:pt x="22635" y="111600"/>
                    </a:lnTo>
                    <a:cubicBezTo>
                      <a:pt x="28461" y="107290"/>
                      <a:pt x="34873" y="103832"/>
                      <a:pt x="41677" y="101332"/>
                    </a:cubicBezTo>
                    <a:cubicBezTo>
                      <a:pt x="47199" y="100571"/>
                      <a:pt x="110513" y="66533"/>
                      <a:pt x="110513" y="66533"/>
                    </a:cubicBezTo>
                    <a:cubicBezTo>
                      <a:pt x="110513" y="66533"/>
                      <a:pt x="116035" y="57880"/>
                      <a:pt x="115273" y="54743"/>
                    </a:cubicBezTo>
                    <a:cubicBezTo>
                      <a:pt x="113846" y="49431"/>
                      <a:pt x="114422" y="43780"/>
                      <a:pt x="116892" y="38864"/>
                    </a:cubicBezTo>
                    <a:cubicBezTo>
                      <a:pt x="120034" y="34966"/>
                      <a:pt x="112893" y="28595"/>
                      <a:pt x="115273" y="22320"/>
                    </a:cubicBezTo>
                    <a:cubicBezTo>
                      <a:pt x="117653" y="16045"/>
                      <a:pt x="127936" y="12812"/>
                      <a:pt x="127936" y="12812"/>
                    </a:cubicBezTo>
                    <a:lnTo>
                      <a:pt x="139741" y="4160"/>
                    </a:lnTo>
                    <a:lnTo>
                      <a:pt x="131839" y="1783"/>
                    </a:lnTo>
                    <a:cubicBezTo>
                      <a:pt x="124747" y="4237"/>
                      <a:pt x="117247" y="5303"/>
                      <a:pt x="109751" y="4920"/>
                    </a:cubicBezTo>
                    <a:cubicBezTo>
                      <a:pt x="97850" y="4160"/>
                      <a:pt x="95470" y="12812"/>
                      <a:pt x="82807" y="12812"/>
                    </a:cubicBezTo>
                    <a:cubicBezTo>
                      <a:pt x="70144" y="12812"/>
                      <a:pt x="63004" y="15950"/>
                      <a:pt x="59862" y="12051"/>
                    </a:cubicBezTo>
                    <a:cubicBezTo>
                      <a:pt x="56720" y="8153"/>
                      <a:pt x="55958" y="10435"/>
                      <a:pt x="47199" y="14428"/>
                    </a:cubicBezTo>
                    <a:cubicBezTo>
                      <a:pt x="41687" y="18073"/>
                      <a:pt x="34527" y="18073"/>
                      <a:pt x="29015" y="14428"/>
                    </a:cubicBezTo>
                    <a:cubicBezTo>
                      <a:pt x="25016" y="11291"/>
                      <a:pt x="21874" y="15189"/>
                      <a:pt x="21112" y="19182"/>
                    </a:cubicBezTo>
                    <a:cubicBezTo>
                      <a:pt x="20351" y="23176"/>
                      <a:pt x="21112" y="31353"/>
                      <a:pt x="9211" y="33064"/>
                    </a:cubicBezTo>
                    <a:cubicBezTo>
                      <a:pt x="8450" y="36677"/>
                      <a:pt x="6926" y="40480"/>
                      <a:pt x="9211" y="43143"/>
                    </a:cubicBezTo>
                    <a:cubicBezTo>
                      <a:pt x="11496" y="45805"/>
                      <a:pt x="8545" y="51605"/>
                      <a:pt x="7593" y="57975"/>
                    </a:cubicBezTo>
                    <a:cubicBezTo>
                      <a:pt x="23111" y="57215"/>
                      <a:pt x="20922" y="70241"/>
                      <a:pt x="17114" y="734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09" name="Freeform 2763">
                <a:extLst>
                  <a:ext uri="{FF2B5EF4-FFF2-40B4-BE49-F238E27FC236}">
                    <a16:creationId xmlns:a16="http://schemas.microsoft.com/office/drawing/2014/main" id="{E8E2299B-B16C-9621-3683-4BC53499B061}"/>
                  </a:ext>
                </a:extLst>
              </p:cNvPr>
              <p:cNvSpPr/>
              <p:nvPr/>
            </p:nvSpPr>
            <p:spPr>
              <a:xfrm>
                <a:off x="17889331" y="5671193"/>
                <a:ext cx="157147" cy="224193"/>
              </a:xfrm>
              <a:custGeom>
                <a:avLst/>
                <a:gdLst>
                  <a:gd name="connsiteX0" fmla="*/ 16810 w 66645"/>
                  <a:gd name="connsiteY0" fmla="*/ 9769 h 95080"/>
                  <a:gd name="connsiteX1" fmla="*/ 5004 w 66645"/>
                  <a:gd name="connsiteY1" fmla="*/ 18612 h 95080"/>
                  <a:gd name="connsiteX2" fmla="*/ 11288 w 66645"/>
                  <a:gd name="connsiteY2" fmla="*/ 29166 h 95080"/>
                  <a:gd name="connsiteX3" fmla="*/ 15707 w 66645"/>
                  <a:gd name="connsiteY3" fmla="*/ 33500 h 95080"/>
                  <a:gd name="connsiteX4" fmla="*/ 11366 w 66645"/>
                  <a:gd name="connsiteY4" fmla="*/ 37913 h 95080"/>
                  <a:gd name="connsiteX5" fmla="*/ 10051 w 66645"/>
                  <a:gd name="connsiteY5" fmla="*/ 37723 h 95080"/>
                  <a:gd name="connsiteX6" fmla="*/ 9193 w 66645"/>
                  <a:gd name="connsiteY6" fmla="*/ 56169 h 95080"/>
                  <a:gd name="connsiteX7" fmla="*/ 2624 w 66645"/>
                  <a:gd name="connsiteY7" fmla="*/ 80414 h 95080"/>
                  <a:gd name="connsiteX8" fmla="*/ 5575 w 66645"/>
                  <a:gd name="connsiteY8" fmla="*/ 93725 h 95080"/>
                  <a:gd name="connsiteX9" fmla="*/ 43658 w 66645"/>
                  <a:gd name="connsiteY9" fmla="*/ 81270 h 95080"/>
                  <a:gd name="connsiteX10" fmla="*/ 62700 w 66645"/>
                  <a:gd name="connsiteY10" fmla="*/ 72998 h 95080"/>
                  <a:gd name="connsiteX11" fmla="*/ 70983 w 66645"/>
                  <a:gd name="connsiteY11" fmla="*/ 64441 h 95080"/>
                  <a:gd name="connsiteX12" fmla="*/ 65652 w 66645"/>
                  <a:gd name="connsiteY12" fmla="*/ 35441 h 95080"/>
                  <a:gd name="connsiteX13" fmla="*/ 44896 w 66645"/>
                  <a:gd name="connsiteY13" fmla="*/ 1783 h 95080"/>
                  <a:gd name="connsiteX14" fmla="*/ 34328 w 66645"/>
                  <a:gd name="connsiteY14" fmla="*/ 5776 h 95080"/>
                  <a:gd name="connsiteX15" fmla="*/ 16810 w 66645"/>
                  <a:gd name="connsiteY15" fmla="*/ 9769 h 9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6645" h="95080">
                    <a:moveTo>
                      <a:pt x="16810" y="9769"/>
                    </a:moveTo>
                    <a:cubicBezTo>
                      <a:pt x="15001" y="11481"/>
                      <a:pt x="9669" y="14904"/>
                      <a:pt x="5004" y="18612"/>
                    </a:cubicBezTo>
                    <a:cubicBezTo>
                      <a:pt x="7289" y="22320"/>
                      <a:pt x="6813" y="28786"/>
                      <a:pt x="11288" y="29166"/>
                    </a:cubicBezTo>
                    <a:cubicBezTo>
                      <a:pt x="13707" y="29144"/>
                      <a:pt x="15685" y="31085"/>
                      <a:pt x="15707" y="33500"/>
                    </a:cubicBezTo>
                    <a:cubicBezTo>
                      <a:pt x="15728" y="35916"/>
                      <a:pt x="13785" y="37891"/>
                      <a:pt x="11366" y="37913"/>
                    </a:cubicBezTo>
                    <a:cubicBezTo>
                      <a:pt x="10921" y="37917"/>
                      <a:pt x="10477" y="37853"/>
                      <a:pt x="10051" y="37723"/>
                    </a:cubicBezTo>
                    <a:cubicBezTo>
                      <a:pt x="3290" y="36297"/>
                      <a:pt x="3195" y="47231"/>
                      <a:pt x="9193" y="56169"/>
                    </a:cubicBezTo>
                    <a:cubicBezTo>
                      <a:pt x="15191" y="65106"/>
                      <a:pt x="-2137" y="75660"/>
                      <a:pt x="2624" y="80414"/>
                    </a:cubicBezTo>
                    <a:cubicBezTo>
                      <a:pt x="7384" y="85168"/>
                      <a:pt x="3576" y="90778"/>
                      <a:pt x="5575" y="93725"/>
                    </a:cubicBezTo>
                    <a:cubicBezTo>
                      <a:pt x="7575" y="96673"/>
                      <a:pt x="32900" y="92489"/>
                      <a:pt x="43658" y="81270"/>
                    </a:cubicBezTo>
                    <a:cubicBezTo>
                      <a:pt x="54417" y="70050"/>
                      <a:pt x="57559" y="71762"/>
                      <a:pt x="62700" y="72998"/>
                    </a:cubicBezTo>
                    <a:cubicBezTo>
                      <a:pt x="67842" y="74234"/>
                      <a:pt x="74030" y="68814"/>
                      <a:pt x="70983" y="64441"/>
                    </a:cubicBezTo>
                    <a:cubicBezTo>
                      <a:pt x="66468" y="55481"/>
                      <a:pt x="64618" y="45418"/>
                      <a:pt x="65652" y="35441"/>
                    </a:cubicBezTo>
                    <a:cubicBezTo>
                      <a:pt x="66223" y="27454"/>
                      <a:pt x="55369" y="13192"/>
                      <a:pt x="44896" y="1783"/>
                    </a:cubicBezTo>
                    <a:cubicBezTo>
                      <a:pt x="41991" y="4377"/>
                      <a:pt x="38225" y="5800"/>
                      <a:pt x="34328" y="5776"/>
                    </a:cubicBezTo>
                    <a:cubicBezTo>
                      <a:pt x="28213" y="5224"/>
                      <a:pt x="22080" y="6622"/>
                      <a:pt x="16810" y="97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lin ang="10800000" scaled="1"/>
                <a:tileRect/>
              </a:gradFill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10" name="Freeform 2764">
                <a:extLst>
                  <a:ext uri="{FF2B5EF4-FFF2-40B4-BE49-F238E27FC236}">
                    <a16:creationId xmlns:a16="http://schemas.microsoft.com/office/drawing/2014/main" id="{F0EDAEA1-2B80-B820-A8B2-906D5DD89E17}"/>
                  </a:ext>
                </a:extLst>
              </p:cNvPr>
              <p:cNvSpPr/>
              <p:nvPr/>
            </p:nvSpPr>
            <p:spPr>
              <a:xfrm>
                <a:off x="16115493" y="6314978"/>
                <a:ext cx="202045" cy="269032"/>
              </a:xfrm>
              <a:custGeom>
                <a:avLst/>
                <a:gdLst>
                  <a:gd name="connsiteX0" fmla="*/ 85687 w 85687"/>
                  <a:gd name="connsiteY0" fmla="*/ 95004 h 114096"/>
                  <a:gd name="connsiteX1" fmla="*/ 77594 w 85687"/>
                  <a:gd name="connsiteY1" fmla="*/ 56306 h 114096"/>
                  <a:gd name="connsiteX2" fmla="*/ 63218 w 85687"/>
                  <a:gd name="connsiteY2" fmla="*/ 71899 h 114096"/>
                  <a:gd name="connsiteX3" fmla="*/ 64361 w 85687"/>
                  <a:gd name="connsiteY3" fmla="*/ 50316 h 114096"/>
                  <a:gd name="connsiteX4" fmla="*/ 79974 w 85687"/>
                  <a:gd name="connsiteY4" fmla="*/ 29969 h 114096"/>
                  <a:gd name="connsiteX5" fmla="*/ 65598 w 85687"/>
                  <a:gd name="connsiteY5" fmla="*/ 25120 h 114096"/>
                  <a:gd name="connsiteX6" fmla="*/ 42748 w 85687"/>
                  <a:gd name="connsiteY6" fmla="*/ 26356 h 114096"/>
                  <a:gd name="connsiteX7" fmla="*/ 33227 w 85687"/>
                  <a:gd name="connsiteY7" fmla="*/ 16848 h 114096"/>
                  <a:gd name="connsiteX8" fmla="*/ 20089 w 85687"/>
                  <a:gd name="connsiteY8" fmla="*/ 6009 h 114096"/>
                  <a:gd name="connsiteX9" fmla="*/ 3236 w 85687"/>
                  <a:gd name="connsiteY9" fmla="*/ 6009 h 114096"/>
                  <a:gd name="connsiteX10" fmla="*/ 16471 w 85687"/>
                  <a:gd name="connsiteY10" fmla="*/ 22838 h 114096"/>
                  <a:gd name="connsiteX11" fmla="*/ 5617 w 85687"/>
                  <a:gd name="connsiteY11" fmla="*/ 31205 h 114096"/>
                  <a:gd name="connsiteX12" fmla="*/ 10472 w 85687"/>
                  <a:gd name="connsiteY12" fmla="*/ 61155 h 114096"/>
                  <a:gd name="connsiteX13" fmla="*/ 17518 w 85687"/>
                  <a:gd name="connsiteY13" fmla="*/ 97856 h 114096"/>
                  <a:gd name="connsiteX14" fmla="*/ 30942 w 85687"/>
                  <a:gd name="connsiteY14" fmla="*/ 94148 h 114096"/>
                  <a:gd name="connsiteX15" fmla="*/ 46937 w 85687"/>
                  <a:gd name="connsiteY15" fmla="*/ 86446 h 114096"/>
                  <a:gd name="connsiteX16" fmla="*/ 59029 w 85687"/>
                  <a:gd name="connsiteY16" fmla="*/ 76938 h 114096"/>
                  <a:gd name="connsiteX17" fmla="*/ 69692 w 85687"/>
                  <a:gd name="connsiteY17" fmla="*/ 104226 h 114096"/>
                  <a:gd name="connsiteX18" fmla="*/ 72834 w 85687"/>
                  <a:gd name="connsiteY18" fmla="*/ 114305 h 114096"/>
                  <a:gd name="connsiteX19" fmla="*/ 79975 w 85687"/>
                  <a:gd name="connsiteY19" fmla="*/ 108410 h 114096"/>
                  <a:gd name="connsiteX20" fmla="*/ 85687 w 85687"/>
                  <a:gd name="connsiteY20" fmla="*/ 95004 h 114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5687" h="114096">
                    <a:moveTo>
                      <a:pt x="85687" y="95004"/>
                    </a:moveTo>
                    <a:cubicBezTo>
                      <a:pt x="82164" y="75322"/>
                      <a:pt x="80165" y="56306"/>
                      <a:pt x="77594" y="56306"/>
                    </a:cubicBezTo>
                    <a:cubicBezTo>
                      <a:pt x="75024" y="56306"/>
                      <a:pt x="69216" y="73135"/>
                      <a:pt x="63218" y="71899"/>
                    </a:cubicBezTo>
                    <a:cubicBezTo>
                      <a:pt x="57220" y="70663"/>
                      <a:pt x="57220" y="50316"/>
                      <a:pt x="64361" y="50316"/>
                    </a:cubicBezTo>
                    <a:cubicBezTo>
                      <a:pt x="71501" y="50316"/>
                      <a:pt x="79974" y="34723"/>
                      <a:pt x="79974" y="29969"/>
                    </a:cubicBezTo>
                    <a:cubicBezTo>
                      <a:pt x="79974" y="25215"/>
                      <a:pt x="72834" y="25120"/>
                      <a:pt x="65598" y="25120"/>
                    </a:cubicBezTo>
                    <a:cubicBezTo>
                      <a:pt x="58362" y="25120"/>
                      <a:pt x="42748" y="26356"/>
                      <a:pt x="42748" y="26356"/>
                    </a:cubicBezTo>
                    <a:cubicBezTo>
                      <a:pt x="42748" y="26356"/>
                      <a:pt x="33227" y="22743"/>
                      <a:pt x="33227" y="16848"/>
                    </a:cubicBezTo>
                    <a:cubicBezTo>
                      <a:pt x="33227" y="10953"/>
                      <a:pt x="29705" y="6009"/>
                      <a:pt x="20089" y="6009"/>
                    </a:cubicBezTo>
                    <a:cubicBezTo>
                      <a:pt x="10472" y="6009"/>
                      <a:pt x="10568" y="-3499"/>
                      <a:pt x="3236" y="6009"/>
                    </a:cubicBezTo>
                    <a:cubicBezTo>
                      <a:pt x="-4094" y="15517"/>
                      <a:pt x="18851" y="15517"/>
                      <a:pt x="16471" y="22838"/>
                    </a:cubicBezTo>
                    <a:cubicBezTo>
                      <a:pt x="14090" y="30159"/>
                      <a:pt x="6950" y="25215"/>
                      <a:pt x="5617" y="31205"/>
                    </a:cubicBezTo>
                    <a:cubicBezTo>
                      <a:pt x="5071" y="41420"/>
                      <a:pt x="6727" y="51634"/>
                      <a:pt x="10472" y="61155"/>
                    </a:cubicBezTo>
                    <a:cubicBezTo>
                      <a:pt x="14749" y="72940"/>
                      <a:pt x="17127" y="85327"/>
                      <a:pt x="17518" y="97856"/>
                    </a:cubicBezTo>
                    <a:cubicBezTo>
                      <a:pt x="23135" y="96715"/>
                      <a:pt x="25706" y="94148"/>
                      <a:pt x="30942" y="94148"/>
                    </a:cubicBezTo>
                    <a:cubicBezTo>
                      <a:pt x="36179" y="94148"/>
                      <a:pt x="46271" y="93292"/>
                      <a:pt x="46937" y="86446"/>
                    </a:cubicBezTo>
                    <a:cubicBezTo>
                      <a:pt x="47604" y="79601"/>
                      <a:pt x="54935" y="74656"/>
                      <a:pt x="59029" y="76938"/>
                    </a:cubicBezTo>
                    <a:cubicBezTo>
                      <a:pt x="65326" y="84713"/>
                      <a:pt x="69052" y="94247"/>
                      <a:pt x="69692" y="104226"/>
                    </a:cubicBezTo>
                    <a:cubicBezTo>
                      <a:pt x="70077" y="107757"/>
                      <a:pt x="71144" y="111180"/>
                      <a:pt x="72834" y="114305"/>
                    </a:cubicBezTo>
                    <a:cubicBezTo>
                      <a:pt x="75074" y="112177"/>
                      <a:pt x="77460" y="110207"/>
                      <a:pt x="79975" y="108410"/>
                    </a:cubicBezTo>
                    <a:cubicBezTo>
                      <a:pt x="81117" y="103654"/>
                      <a:pt x="83048" y="99123"/>
                      <a:pt x="85687" y="9500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11" name="Freeform 2765">
                <a:extLst>
                  <a:ext uri="{FF2B5EF4-FFF2-40B4-BE49-F238E27FC236}">
                    <a16:creationId xmlns:a16="http://schemas.microsoft.com/office/drawing/2014/main" id="{5C2F9E71-C2A8-9FAC-24CD-722ADA9CCA7E}"/>
                  </a:ext>
                </a:extLst>
              </p:cNvPr>
              <p:cNvSpPr/>
              <p:nvPr/>
            </p:nvSpPr>
            <p:spPr>
              <a:xfrm>
                <a:off x="15196685" y="5829475"/>
                <a:ext cx="1302075" cy="1390003"/>
              </a:xfrm>
              <a:custGeom>
                <a:avLst/>
                <a:gdLst>
                  <a:gd name="connsiteX0" fmla="*/ 400041 w 552207"/>
                  <a:gd name="connsiteY0" fmla="*/ 266961 h 589497"/>
                  <a:gd name="connsiteX1" fmla="*/ 395185 w 552207"/>
                  <a:gd name="connsiteY1" fmla="*/ 237011 h 589497"/>
                  <a:gd name="connsiteX2" fmla="*/ 406039 w 552207"/>
                  <a:gd name="connsiteY2" fmla="*/ 228644 h 589497"/>
                  <a:gd name="connsiteX3" fmla="*/ 392805 w 552207"/>
                  <a:gd name="connsiteY3" fmla="*/ 211815 h 589497"/>
                  <a:gd name="connsiteX4" fmla="*/ 409657 w 552207"/>
                  <a:gd name="connsiteY4" fmla="*/ 211815 h 589497"/>
                  <a:gd name="connsiteX5" fmla="*/ 422796 w 552207"/>
                  <a:gd name="connsiteY5" fmla="*/ 222654 h 589497"/>
                  <a:gd name="connsiteX6" fmla="*/ 432317 w 552207"/>
                  <a:gd name="connsiteY6" fmla="*/ 232162 h 589497"/>
                  <a:gd name="connsiteX7" fmla="*/ 455167 w 552207"/>
                  <a:gd name="connsiteY7" fmla="*/ 230926 h 589497"/>
                  <a:gd name="connsiteX8" fmla="*/ 469543 w 552207"/>
                  <a:gd name="connsiteY8" fmla="*/ 235775 h 589497"/>
                  <a:gd name="connsiteX9" fmla="*/ 453929 w 552207"/>
                  <a:gd name="connsiteY9" fmla="*/ 256122 h 589497"/>
                  <a:gd name="connsiteX10" fmla="*/ 452787 w 552207"/>
                  <a:gd name="connsiteY10" fmla="*/ 277705 h 589497"/>
                  <a:gd name="connsiteX11" fmla="*/ 467163 w 552207"/>
                  <a:gd name="connsiteY11" fmla="*/ 262112 h 589497"/>
                  <a:gd name="connsiteX12" fmla="*/ 475255 w 552207"/>
                  <a:gd name="connsiteY12" fmla="*/ 300810 h 589497"/>
                  <a:gd name="connsiteX13" fmla="*/ 478207 w 552207"/>
                  <a:gd name="connsiteY13" fmla="*/ 298813 h 589497"/>
                  <a:gd name="connsiteX14" fmla="*/ 483729 w 552207"/>
                  <a:gd name="connsiteY14" fmla="*/ 277515 h 589497"/>
                  <a:gd name="connsiteX15" fmla="*/ 487728 w 552207"/>
                  <a:gd name="connsiteY15" fmla="*/ 257739 h 589497"/>
                  <a:gd name="connsiteX16" fmla="*/ 503532 w 552207"/>
                  <a:gd name="connsiteY16" fmla="*/ 258594 h 589497"/>
                  <a:gd name="connsiteX17" fmla="*/ 510673 w 552207"/>
                  <a:gd name="connsiteY17" fmla="*/ 234064 h 589497"/>
                  <a:gd name="connsiteX18" fmla="*/ 516195 w 552207"/>
                  <a:gd name="connsiteY18" fmla="*/ 209628 h 589497"/>
                  <a:gd name="connsiteX19" fmla="*/ 529620 w 552207"/>
                  <a:gd name="connsiteY19" fmla="*/ 193750 h 589497"/>
                  <a:gd name="connsiteX20" fmla="*/ 546281 w 552207"/>
                  <a:gd name="connsiteY20" fmla="*/ 186619 h 589497"/>
                  <a:gd name="connsiteX21" fmla="*/ 554945 w 552207"/>
                  <a:gd name="connsiteY21" fmla="*/ 186619 h 589497"/>
                  <a:gd name="connsiteX22" fmla="*/ 553326 w 552207"/>
                  <a:gd name="connsiteY22" fmla="*/ 173212 h 589497"/>
                  <a:gd name="connsiteX23" fmla="*/ 558087 w 552207"/>
                  <a:gd name="connsiteY23" fmla="*/ 163704 h 589497"/>
                  <a:gd name="connsiteX24" fmla="*/ 546281 w 552207"/>
                  <a:gd name="connsiteY24" fmla="*/ 157429 h 589497"/>
                  <a:gd name="connsiteX25" fmla="*/ 538283 w 552207"/>
                  <a:gd name="connsiteY25" fmla="*/ 144023 h 589497"/>
                  <a:gd name="connsiteX26" fmla="*/ 528001 w 552207"/>
                  <a:gd name="connsiteY26" fmla="*/ 145544 h 589497"/>
                  <a:gd name="connsiteX27" fmla="*/ 504294 w 552207"/>
                  <a:gd name="connsiteY27" fmla="*/ 146400 h 589497"/>
                  <a:gd name="connsiteX28" fmla="*/ 486871 w 552207"/>
                  <a:gd name="connsiteY28" fmla="*/ 157429 h 589497"/>
                  <a:gd name="connsiteX29" fmla="*/ 478969 w 552207"/>
                  <a:gd name="connsiteY29" fmla="*/ 165321 h 589497"/>
                  <a:gd name="connsiteX30" fmla="*/ 469448 w 552207"/>
                  <a:gd name="connsiteY30" fmla="*/ 173973 h 589497"/>
                  <a:gd name="connsiteX31" fmla="*/ 459165 w 552207"/>
                  <a:gd name="connsiteY31" fmla="*/ 177966 h 589497"/>
                  <a:gd name="connsiteX32" fmla="*/ 461545 w 552207"/>
                  <a:gd name="connsiteY32" fmla="*/ 195366 h 589497"/>
                  <a:gd name="connsiteX33" fmla="*/ 441837 w 552207"/>
                  <a:gd name="connsiteY33" fmla="*/ 197743 h 589497"/>
                  <a:gd name="connsiteX34" fmla="*/ 422796 w 552207"/>
                  <a:gd name="connsiteY34" fmla="*/ 196127 h 589497"/>
                  <a:gd name="connsiteX35" fmla="*/ 409372 w 552207"/>
                  <a:gd name="connsiteY35" fmla="*/ 192989 h 589497"/>
                  <a:gd name="connsiteX36" fmla="*/ 402992 w 552207"/>
                  <a:gd name="connsiteY36" fmla="*/ 179583 h 589497"/>
                  <a:gd name="connsiteX37" fmla="*/ 396709 w 552207"/>
                  <a:gd name="connsiteY37" fmla="*/ 169314 h 589497"/>
                  <a:gd name="connsiteX38" fmla="*/ 388806 w 552207"/>
                  <a:gd name="connsiteY38" fmla="*/ 178822 h 589497"/>
                  <a:gd name="connsiteX39" fmla="*/ 388045 w 552207"/>
                  <a:gd name="connsiteY39" fmla="*/ 199359 h 589497"/>
                  <a:gd name="connsiteX40" fmla="*/ 353199 w 552207"/>
                  <a:gd name="connsiteY40" fmla="*/ 202592 h 589497"/>
                  <a:gd name="connsiteX41" fmla="*/ 327112 w 552207"/>
                  <a:gd name="connsiteY41" fmla="*/ 192323 h 589497"/>
                  <a:gd name="connsiteX42" fmla="*/ 315972 w 552207"/>
                  <a:gd name="connsiteY42" fmla="*/ 181199 h 589497"/>
                  <a:gd name="connsiteX43" fmla="*/ 296931 w 552207"/>
                  <a:gd name="connsiteY43" fmla="*/ 184432 h 589497"/>
                  <a:gd name="connsiteX44" fmla="*/ 280269 w 552207"/>
                  <a:gd name="connsiteY44" fmla="*/ 174924 h 589497"/>
                  <a:gd name="connsiteX45" fmla="*/ 265226 w 552207"/>
                  <a:gd name="connsiteY45" fmla="*/ 167032 h 589497"/>
                  <a:gd name="connsiteX46" fmla="*/ 249422 w 552207"/>
                  <a:gd name="connsiteY46" fmla="*/ 159045 h 589497"/>
                  <a:gd name="connsiteX47" fmla="*/ 239139 w 552207"/>
                  <a:gd name="connsiteY47" fmla="*/ 151154 h 589497"/>
                  <a:gd name="connsiteX48" fmla="*/ 242281 w 552207"/>
                  <a:gd name="connsiteY48" fmla="*/ 136131 h 589497"/>
                  <a:gd name="connsiteX49" fmla="*/ 251802 w 552207"/>
                  <a:gd name="connsiteY49" fmla="*/ 123580 h 589497"/>
                  <a:gd name="connsiteX50" fmla="*/ 243138 w 552207"/>
                  <a:gd name="connsiteY50" fmla="*/ 114833 h 589497"/>
                  <a:gd name="connsiteX51" fmla="*/ 231237 w 552207"/>
                  <a:gd name="connsiteY51" fmla="*/ 104564 h 589497"/>
                  <a:gd name="connsiteX52" fmla="*/ 214575 w 552207"/>
                  <a:gd name="connsiteY52" fmla="*/ 92774 h 589497"/>
                  <a:gd name="connsiteX53" fmla="*/ 207530 w 552207"/>
                  <a:gd name="connsiteY53" fmla="*/ 76896 h 589497"/>
                  <a:gd name="connsiteX54" fmla="*/ 212195 w 552207"/>
                  <a:gd name="connsiteY54" fmla="*/ 68244 h 589497"/>
                  <a:gd name="connsiteX55" fmla="*/ 224096 w 552207"/>
                  <a:gd name="connsiteY55" fmla="*/ 61113 h 589497"/>
                  <a:gd name="connsiteX56" fmla="*/ 213433 w 552207"/>
                  <a:gd name="connsiteY56" fmla="*/ 43713 h 589497"/>
                  <a:gd name="connsiteX57" fmla="*/ 212576 w 552207"/>
                  <a:gd name="connsiteY57" fmla="*/ 24697 h 589497"/>
                  <a:gd name="connsiteX58" fmla="*/ 200770 w 552207"/>
                  <a:gd name="connsiteY58" fmla="*/ 11291 h 589497"/>
                  <a:gd name="connsiteX59" fmla="*/ 192868 w 552207"/>
                  <a:gd name="connsiteY59" fmla="*/ 1783 h 589497"/>
                  <a:gd name="connsiteX60" fmla="*/ 184966 w 552207"/>
                  <a:gd name="connsiteY60" fmla="*/ 2543 h 589497"/>
                  <a:gd name="connsiteX61" fmla="*/ 176968 w 552207"/>
                  <a:gd name="connsiteY61" fmla="*/ 16805 h 589497"/>
                  <a:gd name="connsiteX62" fmla="*/ 157260 w 552207"/>
                  <a:gd name="connsiteY62" fmla="*/ 24697 h 589497"/>
                  <a:gd name="connsiteX63" fmla="*/ 127174 w 552207"/>
                  <a:gd name="connsiteY63" fmla="*/ 19182 h 589497"/>
                  <a:gd name="connsiteX64" fmla="*/ 116892 w 552207"/>
                  <a:gd name="connsiteY64" fmla="*/ 30212 h 589497"/>
                  <a:gd name="connsiteX65" fmla="*/ 120034 w 552207"/>
                  <a:gd name="connsiteY65" fmla="*/ 49228 h 589497"/>
                  <a:gd name="connsiteX66" fmla="*/ 131935 w 552207"/>
                  <a:gd name="connsiteY66" fmla="*/ 68244 h 589497"/>
                  <a:gd name="connsiteX67" fmla="*/ 141456 w 552207"/>
                  <a:gd name="connsiteY67" fmla="*/ 76896 h 589497"/>
                  <a:gd name="connsiteX68" fmla="*/ 131173 w 552207"/>
                  <a:gd name="connsiteY68" fmla="*/ 91919 h 589497"/>
                  <a:gd name="connsiteX69" fmla="*/ 127270 w 552207"/>
                  <a:gd name="connsiteY69" fmla="*/ 106941 h 589497"/>
                  <a:gd name="connsiteX70" fmla="*/ 117627 w 552207"/>
                  <a:gd name="connsiteY70" fmla="*/ 116326 h 589497"/>
                  <a:gd name="connsiteX71" fmla="*/ 117749 w 552207"/>
                  <a:gd name="connsiteY71" fmla="*/ 117971 h 589497"/>
                  <a:gd name="connsiteX72" fmla="*/ 105943 w 552207"/>
                  <a:gd name="connsiteY72" fmla="*/ 127479 h 589497"/>
                  <a:gd name="connsiteX73" fmla="*/ 97945 w 552207"/>
                  <a:gd name="connsiteY73" fmla="*/ 148872 h 589497"/>
                  <a:gd name="connsiteX74" fmla="*/ 81379 w 552207"/>
                  <a:gd name="connsiteY74" fmla="*/ 159141 h 589497"/>
                  <a:gd name="connsiteX75" fmla="*/ 70335 w 552207"/>
                  <a:gd name="connsiteY75" fmla="*/ 174068 h 589497"/>
                  <a:gd name="connsiteX76" fmla="*/ 56815 w 552207"/>
                  <a:gd name="connsiteY76" fmla="*/ 174924 h 589497"/>
                  <a:gd name="connsiteX77" fmla="*/ 41773 w 552207"/>
                  <a:gd name="connsiteY77" fmla="*/ 173307 h 589497"/>
                  <a:gd name="connsiteX78" fmla="*/ 26730 w 552207"/>
                  <a:gd name="connsiteY78" fmla="*/ 192323 h 589497"/>
                  <a:gd name="connsiteX79" fmla="*/ 39392 w 552207"/>
                  <a:gd name="connsiteY79" fmla="*/ 206490 h 589497"/>
                  <a:gd name="connsiteX80" fmla="*/ 48152 w 552207"/>
                  <a:gd name="connsiteY80" fmla="*/ 227028 h 589497"/>
                  <a:gd name="connsiteX81" fmla="*/ 55197 w 552207"/>
                  <a:gd name="connsiteY81" fmla="*/ 245283 h 589497"/>
                  <a:gd name="connsiteX82" fmla="*/ 40249 w 552207"/>
                  <a:gd name="connsiteY82" fmla="*/ 249181 h 589497"/>
                  <a:gd name="connsiteX83" fmla="*/ 21208 w 552207"/>
                  <a:gd name="connsiteY83" fmla="*/ 249942 h 589497"/>
                  <a:gd name="connsiteX84" fmla="*/ 3023 w 552207"/>
                  <a:gd name="connsiteY84" fmla="*/ 262588 h 589497"/>
                  <a:gd name="connsiteX85" fmla="*/ 1785 w 552207"/>
                  <a:gd name="connsiteY85" fmla="*/ 264109 h 589497"/>
                  <a:gd name="connsiteX86" fmla="*/ 20161 w 552207"/>
                  <a:gd name="connsiteY86" fmla="*/ 281033 h 589497"/>
                  <a:gd name="connsiteX87" fmla="*/ 42154 w 552207"/>
                  <a:gd name="connsiteY87" fmla="*/ 282174 h 589497"/>
                  <a:gd name="connsiteX88" fmla="*/ 14257 w 552207"/>
                  <a:gd name="connsiteY88" fmla="*/ 291682 h 589497"/>
                  <a:gd name="connsiteX89" fmla="*/ 56911 w 552207"/>
                  <a:gd name="connsiteY89" fmla="*/ 326291 h 589497"/>
                  <a:gd name="connsiteX90" fmla="*/ 77952 w 552207"/>
                  <a:gd name="connsiteY90" fmla="*/ 305564 h 589497"/>
                  <a:gd name="connsiteX91" fmla="*/ 84140 w 552207"/>
                  <a:gd name="connsiteY91" fmla="*/ 295200 h 589497"/>
                  <a:gd name="connsiteX92" fmla="*/ 89186 w 552207"/>
                  <a:gd name="connsiteY92" fmla="*/ 315928 h 589497"/>
                  <a:gd name="connsiteX93" fmla="*/ 89186 w 552207"/>
                  <a:gd name="connsiteY93" fmla="*/ 334278 h 589497"/>
                  <a:gd name="connsiteX94" fmla="*/ 93090 w 552207"/>
                  <a:gd name="connsiteY94" fmla="*/ 368032 h 589497"/>
                  <a:gd name="connsiteX95" fmla="*/ 102611 w 552207"/>
                  <a:gd name="connsiteY95" fmla="*/ 404162 h 589497"/>
                  <a:gd name="connsiteX96" fmla="*/ 121652 w 552207"/>
                  <a:gd name="connsiteY96" fmla="*/ 457692 h 589497"/>
                  <a:gd name="connsiteX97" fmla="*/ 141265 w 552207"/>
                  <a:gd name="connsiteY97" fmla="*/ 509416 h 589497"/>
                  <a:gd name="connsiteX98" fmla="*/ 160307 w 552207"/>
                  <a:gd name="connsiteY98" fmla="*/ 551441 h 589497"/>
                  <a:gd name="connsiteX99" fmla="*/ 179824 w 552207"/>
                  <a:gd name="connsiteY99" fmla="*/ 587002 h 589497"/>
                  <a:gd name="connsiteX100" fmla="*/ 198866 w 552207"/>
                  <a:gd name="connsiteY100" fmla="*/ 574546 h 589497"/>
                  <a:gd name="connsiteX101" fmla="*/ 217908 w 552207"/>
                  <a:gd name="connsiteY101" fmla="*/ 555530 h 589497"/>
                  <a:gd name="connsiteX102" fmla="*/ 225620 w 552207"/>
                  <a:gd name="connsiteY102" fmla="*/ 541933 h 589497"/>
                  <a:gd name="connsiteX103" fmla="*/ 230952 w 552207"/>
                  <a:gd name="connsiteY103" fmla="*/ 527766 h 589497"/>
                  <a:gd name="connsiteX104" fmla="*/ 236950 w 552207"/>
                  <a:gd name="connsiteY104" fmla="*/ 502285 h 589497"/>
                  <a:gd name="connsiteX105" fmla="*/ 239901 w 552207"/>
                  <a:gd name="connsiteY105" fmla="*/ 469768 h 589497"/>
                  <a:gd name="connsiteX106" fmla="*/ 241330 w 552207"/>
                  <a:gd name="connsiteY106" fmla="*/ 444571 h 589497"/>
                  <a:gd name="connsiteX107" fmla="*/ 248755 w 552207"/>
                  <a:gd name="connsiteY107" fmla="*/ 428027 h 589497"/>
                  <a:gd name="connsiteX108" fmla="*/ 268654 w 552207"/>
                  <a:gd name="connsiteY108" fmla="*/ 414431 h 589497"/>
                  <a:gd name="connsiteX109" fmla="*/ 299121 w 552207"/>
                  <a:gd name="connsiteY109" fmla="*/ 390090 h 589497"/>
                  <a:gd name="connsiteX110" fmla="*/ 331397 w 552207"/>
                  <a:gd name="connsiteY110" fmla="*/ 357573 h 589497"/>
                  <a:gd name="connsiteX111" fmla="*/ 361958 w 552207"/>
                  <a:gd name="connsiteY111" fmla="*/ 336560 h 589497"/>
                  <a:gd name="connsiteX112" fmla="*/ 368146 w 552207"/>
                  <a:gd name="connsiteY112" fmla="*/ 315833 h 589497"/>
                  <a:gd name="connsiteX113" fmla="*/ 404040 w 552207"/>
                  <a:gd name="connsiteY113" fmla="*/ 303757 h 589497"/>
                  <a:gd name="connsiteX114" fmla="*/ 408991 w 552207"/>
                  <a:gd name="connsiteY114" fmla="*/ 303282 h 589497"/>
                  <a:gd name="connsiteX115" fmla="*/ 400041 w 552207"/>
                  <a:gd name="connsiteY115" fmla="*/ 266961 h 589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552207" h="589497">
                    <a:moveTo>
                      <a:pt x="400041" y="266961"/>
                    </a:moveTo>
                    <a:cubicBezTo>
                      <a:pt x="396296" y="257440"/>
                      <a:pt x="394639" y="247227"/>
                      <a:pt x="395185" y="237011"/>
                    </a:cubicBezTo>
                    <a:cubicBezTo>
                      <a:pt x="396423" y="231021"/>
                      <a:pt x="403659" y="235870"/>
                      <a:pt x="406039" y="228644"/>
                    </a:cubicBezTo>
                    <a:cubicBezTo>
                      <a:pt x="408419" y="221418"/>
                      <a:pt x="385570" y="221418"/>
                      <a:pt x="392805" y="211815"/>
                    </a:cubicBezTo>
                    <a:cubicBezTo>
                      <a:pt x="400041" y="202212"/>
                      <a:pt x="400041" y="211815"/>
                      <a:pt x="409657" y="211815"/>
                    </a:cubicBezTo>
                    <a:cubicBezTo>
                      <a:pt x="419273" y="211815"/>
                      <a:pt x="422796" y="216664"/>
                      <a:pt x="422796" y="222654"/>
                    </a:cubicBezTo>
                    <a:cubicBezTo>
                      <a:pt x="422796" y="228644"/>
                      <a:pt x="432317" y="232162"/>
                      <a:pt x="432317" y="232162"/>
                    </a:cubicBezTo>
                    <a:cubicBezTo>
                      <a:pt x="432317" y="232162"/>
                      <a:pt x="447931" y="230926"/>
                      <a:pt x="455167" y="230926"/>
                    </a:cubicBezTo>
                    <a:cubicBezTo>
                      <a:pt x="462403" y="230926"/>
                      <a:pt x="469543" y="230926"/>
                      <a:pt x="469543" y="235775"/>
                    </a:cubicBezTo>
                    <a:cubicBezTo>
                      <a:pt x="469543" y="240624"/>
                      <a:pt x="461165" y="256122"/>
                      <a:pt x="453929" y="256122"/>
                    </a:cubicBezTo>
                    <a:cubicBezTo>
                      <a:pt x="446693" y="256122"/>
                      <a:pt x="446788" y="276470"/>
                      <a:pt x="452787" y="277705"/>
                    </a:cubicBezTo>
                    <a:cubicBezTo>
                      <a:pt x="458785" y="278942"/>
                      <a:pt x="463545" y="262112"/>
                      <a:pt x="467163" y="262112"/>
                    </a:cubicBezTo>
                    <a:cubicBezTo>
                      <a:pt x="470781" y="262112"/>
                      <a:pt x="471733" y="281128"/>
                      <a:pt x="475255" y="300810"/>
                    </a:cubicBezTo>
                    <a:cubicBezTo>
                      <a:pt x="476207" y="299669"/>
                      <a:pt x="477160" y="298813"/>
                      <a:pt x="478207" y="298813"/>
                    </a:cubicBezTo>
                    <a:cubicBezTo>
                      <a:pt x="482967" y="298813"/>
                      <a:pt x="480587" y="282269"/>
                      <a:pt x="483729" y="277515"/>
                    </a:cubicBezTo>
                    <a:cubicBezTo>
                      <a:pt x="486871" y="272761"/>
                      <a:pt x="485348" y="257739"/>
                      <a:pt x="487728" y="257739"/>
                    </a:cubicBezTo>
                    <a:cubicBezTo>
                      <a:pt x="490108" y="257739"/>
                      <a:pt x="504294" y="262493"/>
                      <a:pt x="503532" y="258594"/>
                    </a:cubicBezTo>
                    <a:cubicBezTo>
                      <a:pt x="502771" y="254696"/>
                      <a:pt x="512196" y="241195"/>
                      <a:pt x="510673" y="234064"/>
                    </a:cubicBezTo>
                    <a:cubicBezTo>
                      <a:pt x="509150" y="226933"/>
                      <a:pt x="516195" y="218280"/>
                      <a:pt x="516195" y="209628"/>
                    </a:cubicBezTo>
                    <a:cubicBezTo>
                      <a:pt x="516195" y="200976"/>
                      <a:pt x="524097" y="198504"/>
                      <a:pt x="529620" y="193750"/>
                    </a:cubicBezTo>
                    <a:cubicBezTo>
                      <a:pt x="535141" y="188996"/>
                      <a:pt x="544662" y="182720"/>
                      <a:pt x="546281" y="186619"/>
                    </a:cubicBezTo>
                    <a:cubicBezTo>
                      <a:pt x="547899" y="190517"/>
                      <a:pt x="559705" y="193750"/>
                      <a:pt x="554945" y="186619"/>
                    </a:cubicBezTo>
                    <a:cubicBezTo>
                      <a:pt x="550184" y="179488"/>
                      <a:pt x="550184" y="174829"/>
                      <a:pt x="553326" y="173212"/>
                    </a:cubicBezTo>
                    <a:cubicBezTo>
                      <a:pt x="556468" y="171596"/>
                      <a:pt x="558087" y="163704"/>
                      <a:pt x="558087" y="163704"/>
                    </a:cubicBezTo>
                    <a:cubicBezTo>
                      <a:pt x="558087" y="163704"/>
                      <a:pt x="547804" y="162183"/>
                      <a:pt x="546281" y="157429"/>
                    </a:cubicBezTo>
                    <a:cubicBezTo>
                      <a:pt x="544757" y="152675"/>
                      <a:pt x="538283" y="147921"/>
                      <a:pt x="538283" y="144023"/>
                    </a:cubicBezTo>
                    <a:cubicBezTo>
                      <a:pt x="538283" y="140125"/>
                      <a:pt x="532761" y="141646"/>
                      <a:pt x="528001" y="145544"/>
                    </a:cubicBezTo>
                    <a:cubicBezTo>
                      <a:pt x="523240" y="149442"/>
                      <a:pt x="514577" y="140790"/>
                      <a:pt x="504294" y="146400"/>
                    </a:cubicBezTo>
                    <a:cubicBezTo>
                      <a:pt x="494011" y="152010"/>
                      <a:pt x="491631" y="158190"/>
                      <a:pt x="486871" y="157429"/>
                    </a:cubicBezTo>
                    <a:cubicBezTo>
                      <a:pt x="482110" y="156668"/>
                      <a:pt x="482967" y="161327"/>
                      <a:pt x="478969" y="165321"/>
                    </a:cubicBezTo>
                    <a:cubicBezTo>
                      <a:pt x="474970" y="169314"/>
                      <a:pt x="471828" y="173973"/>
                      <a:pt x="469448" y="173973"/>
                    </a:cubicBezTo>
                    <a:cubicBezTo>
                      <a:pt x="465878" y="174906"/>
                      <a:pt x="462428" y="176246"/>
                      <a:pt x="459165" y="177966"/>
                    </a:cubicBezTo>
                    <a:cubicBezTo>
                      <a:pt x="459165" y="177966"/>
                      <a:pt x="464783" y="189851"/>
                      <a:pt x="461545" y="195366"/>
                    </a:cubicBezTo>
                    <a:cubicBezTo>
                      <a:pt x="458308" y="200881"/>
                      <a:pt x="450502" y="195366"/>
                      <a:pt x="441837" y="197743"/>
                    </a:cubicBezTo>
                    <a:cubicBezTo>
                      <a:pt x="433174" y="200120"/>
                      <a:pt x="429174" y="194605"/>
                      <a:pt x="422796" y="196127"/>
                    </a:cubicBezTo>
                    <a:cubicBezTo>
                      <a:pt x="416417" y="197648"/>
                      <a:pt x="412513" y="192228"/>
                      <a:pt x="409372" y="192989"/>
                    </a:cubicBezTo>
                    <a:cubicBezTo>
                      <a:pt x="406230" y="193750"/>
                      <a:pt x="401469" y="185858"/>
                      <a:pt x="402992" y="179583"/>
                    </a:cubicBezTo>
                    <a:cubicBezTo>
                      <a:pt x="404516" y="173307"/>
                      <a:pt x="399851" y="164560"/>
                      <a:pt x="396709" y="169314"/>
                    </a:cubicBezTo>
                    <a:cubicBezTo>
                      <a:pt x="393567" y="174068"/>
                      <a:pt x="388806" y="171596"/>
                      <a:pt x="388806" y="178822"/>
                    </a:cubicBezTo>
                    <a:cubicBezTo>
                      <a:pt x="388806" y="186048"/>
                      <a:pt x="392710" y="194700"/>
                      <a:pt x="388045" y="199359"/>
                    </a:cubicBezTo>
                    <a:cubicBezTo>
                      <a:pt x="383379" y="204018"/>
                      <a:pt x="357959" y="206490"/>
                      <a:pt x="353199" y="202592"/>
                    </a:cubicBezTo>
                    <a:cubicBezTo>
                      <a:pt x="348438" y="198694"/>
                      <a:pt x="327873" y="196222"/>
                      <a:pt x="327112" y="192323"/>
                    </a:cubicBezTo>
                    <a:cubicBezTo>
                      <a:pt x="326350" y="188425"/>
                      <a:pt x="319971" y="181199"/>
                      <a:pt x="315972" y="181199"/>
                    </a:cubicBezTo>
                    <a:cubicBezTo>
                      <a:pt x="311973" y="181199"/>
                      <a:pt x="300168" y="186714"/>
                      <a:pt x="296931" y="184432"/>
                    </a:cubicBezTo>
                    <a:cubicBezTo>
                      <a:pt x="292063" y="180191"/>
                      <a:pt x="286399" y="176959"/>
                      <a:pt x="280269" y="174924"/>
                    </a:cubicBezTo>
                    <a:cubicBezTo>
                      <a:pt x="274747" y="174068"/>
                      <a:pt x="266083" y="170170"/>
                      <a:pt x="265226" y="167032"/>
                    </a:cubicBezTo>
                    <a:cubicBezTo>
                      <a:pt x="264369" y="163895"/>
                      <a:pt x="251802" y="162278"/>
                      <a:pt x="249422" y="159045"/>
                    </a:cubicBezTo>
                    <a:cubicBezTo>
                      <a:pt x="247042" y="155813"/>
                      <a:pt x="239139" y="155147"/>
                      <a:pt x="239139" y="151154"/>
                    </a:cubicBezTo>
                    <a:cubicBezTo>
                      <a:pt x="239139" y="147160"/>
                      <a:pt x="242281" y="140885"/>
                      <a:pt x="242281" y="136131"/>
                    </a:cubicBezTo>
                    <a:cubicBezTo>
                      <a:pt x="242281" y="131377"/>
                      <a:pt x="251802" y="126623"/>
                      <a:pt x="251802" y="123580"/>
                    </a:cubicBezTo>
                    <a:cubicBezTo>
                      <a:pt x="251802" y="120538"/>
                      <a:pt x="243138" y="114833"/>
                      <a:pt x="243138" y="114833"/>
                    </a:cubicBezTo>
                    <a:cubicBezTo>
                      <a:pt x="243138" y="114833"/>
                      <a:pt x="237521" y="104564"/>
                      <a:pt x="231237" y="104564"/>
                    </a:cubicBezTo>
                    <a:cubicBezTo>
                      <a:pt x="224953" y="104564"/>
                      <a:pt x="220098" y="93535"/>
                      <a:pt x="214575" y="92774"/>
                    </a:cubicBezTo>
                    <a:cubicBezTo>
                      <a:pt x="209053" y="92014"/>
                      <a:pt x="210672" y="80889"/>
                      <a:pt x="207530" y="76896"/>
                    </a:cubicBezTo>
                    <a:cubicBezTo>
                      <a:pt x="204388" y="72903"/>
                      <a:pt x="206673" y="63490"/>
                      <a:pt x="212195" y="68244"/>
                    </a:cubicBezTo>
                    <a:cubicBezTo>
                      <a:pt x="217718" y="72998"/>
                      <a:pt x="228095" y="68244"/>
                      <a:pt x="224096" y="61113"/>
                    </a:cubicBezTo>
                    <a:cubicBezTo>
                      <a:pt x="220098" y="53982"/>
                      <a:pt x="213433" y="47802"/>
                      <a:pt x="213433" y="43713"/>
                    </a:cubicBezTo>
                    <a:cubicBezTo>
                      <a:pt x="213433" y="39625"/>
                      <a:pt x="218193" y="27930"/>
                      <a:pt x="212576" y="24697"/>
                    </a:cubicBezTo>
                    <a:cubicBezTo>
                      <a:pt x="207064" y="21906"/>
                      <a:pt x="202838" y="17106"/>
                      <a:pt x="200770" y="11291"/>
                    </a:cubicBezTo>
                    <a:cubicBezTo>
                      <a:pt x="199209" y="7367"/>
                      <a:pt x="196443" y="4038"/>
                      <a:pt x="192868" y="1783"/>
                    </a:cubicBezTo>
                    <a:lnTo>
                      <a:pt x="184966" y="2543"/>
                    </a:lnTo>
                    <a:cubicBezTo>
                      <a:pt x="184966" y="2543"/>
                      <a:pt x="180205" y="15189"/>
                      <a:pt x="176968" y="16805"/>
                    </a:cubicBezTo>
                    <a:cubicBezTo>
                      <a:pt x="170149" y="18767"/>
                      <a:pt x="163546" y="21411"/>
                      <a:pt x="157260" y="24697"/>
                    </a:cubicBezTo>
                    <a:cubicBezTo>
                      <a:pt x="151738" y="28595"/>
                      <a:pt x="135838" y="19182"/>
                      <a:pt x="127174" y="19182"/>
                    </a:cubicBezTo>
                    <a:cubicBezTo>
                      <a:pt x="118511" y="19182"/>
                      <a:pt x="112893" y="27835"/>
                      <a:pt x="116892" y="30212"/>
                    </a:cubicBezTo>
                    <a:cubicBezTo>
                      <a:pt x="120891" y="32589"/>
                      <a:pt x="120034" y="49228"/>
                      <a:pt x="120034" y="49228"/>
                    </a:cubicBezTo>
                    <a:cubicBezTo>
                      <a:pt x="120034" y="49228"/>
                      <a:pt x="124794" y="69765"/>
                      <a:pt x="131935" y="68244"/>
                    </a:cubicBezTo>
                    <a:cubicBezTo>
                      <a:pt x="139075" y="66723"/>
                      <a:pt x="147739" y="75375"/>
                      <a:pt x="141456" y="76896"/>
                    </a:cubicBezTo>
                    <a:cubicBezTo>
                      <a:pt x="135379" y="79462"/>
                      <a:pt x="131361" y="85333"/>
                      <a:pt x="131173" y="91919"/>
                    </a:cubicBezTo>
                    <a:cubicBezTo>
                      <a:pt x="130412" y="98289"/>
                      <a:pt x="132030" y="106181"/>
                      <a:pt x="127270" y="106941"/>
                    </a:cubicBezTo>
                    <a:cubicBezTo>
                      <a:pt x="122012" y="106874"/>
                      <a:pt x="117695" y="111075"/>
                      <a:pt x="117627" y="116326"/>
                    </a:cubicBezTo>
                    <a:cubicBezTo>
                      <a:pt x="117620" y="116877"/>
                      <a:pt x="117661" y="117427"/>
                      <a:pt x="117749" y="117971"/>
                    </a:cubicBezTo>
                    <a:cubicBezTo>
                      <a:pt x="117749" y="126718"/>
                      <a:pt x="107466" y="124341"/>
                      <a:pt x="105943" y="127479"/>
                    </a:cubicBezTo>
                    <a:cubicBezTo>
                      <a:pt x="103739" y="134774"/>
                      <a:pt x="101067" y="141919"/>
                      <a:pt x="97945" y="148872"/>
                    </a:cubicBezTo>
                    <a:cubicBezTo>
                      <a:pt x="95661" y="151154"/>
                      <a:pt x="82141" y="152010"/>
                      <a:pt x="81379" y="159141"/>
                    </a:cubicBezTo>
                    <a:cubicBezTo>
                      <a:pt x="80618" y="166272"/>
                      <a:pt x="74239" y="174924"/>
                      <a:pt x="70335" y="174068"/>
                    </a:cubicBezTo>
                    <a:cubicBezTo>
                      <a:pt x="66432" y="173212"/>
                      <a:pt x="59196" y="170170"/>
                      <a:pt x="56815" y="174924"/>
                    </a:cubicBezTo>
                    <a:cubicBezTo>
                      <a:pt x="54435" y="179678"/>
                      <a:pt x="44153" y="170930"/>
                      <a:pt x="41773" y="173307"/>
                    </a:cubicBezTo>
                    <a:cubicBezTo>
                      <a:pt x="39392" y="175684"/>
                      <a:pt x="26730" y="185953"/>
                      <a:pt x="26730" y="192323"/>
                    </a:cubicBezTo>
                    <a:cubicBezTo>
                      <a:pt x="26730" y="198694"/>
                      <a:pt x="40249" y="198599"/>
                      <a:pt x="39392" y="206490"/>
                    </a:cubicBezTo>
                    <a:cubicBezTo>
                      <a:pt x="39397" y="214240"/>
                      <a:pt x="42560" y="221655"/>
                      <a:pt x="48152" y="227028"/>
                    </a:cubicBezTo>
                    <a:cubicBezTo>
                      <a:pt x="52055" y="231021"/>
                      <a:pt x="58434" y="240529"/>
                      <a:pt x="55197" y="245283"/>
                    </a:cubicBezTo>
                    <a:cubicBezTo>
                      <a:pt x="51960" y="250037"/>
                      <a:pt x="47390" y="250703"/>
                      <a:pt x="40249" y="249181"/>
                    </a:cubicBezTo>
                    <a:cubicBezTo>
                      <a:pt x="33109" y="247660"/>
                      <a:pt x="33871" y="252319"/>
                      <a:pt x="21208" y="249942"/>
                    </a:cubicBezTo>
                    <a:cubicBezTo>
                      <a:pt x="8545" y="247565"/>
                      <a:pt x="7783" y="257073"/>
                      <a:pt x="3023" y="262588"/>
                    </a:cubicBezTo>
                    <a:lnTo>
                      <a:pt x="1785" y="264109"/>
                    </a:lnTo>
                    <a:cubicBezTo>
                      <a:pt x="7688" y="268768"/>
                      <a:pt x="10259" y="277230"/>
                      <a:pt x="20161" y="281033"/>
                    </a:cubicBezTo>
                    <a:cubicBezTo>
                      <a:pt x="31776" y="285502"/>
                      <a:pt x="42154" y="273617"/>
                      <a:pt x="42154" y="282174"/>
                    </a:cubicBezTo>
                    <a:cubicBezTo>
                      <a:pt x="42154" y="290732"/>
                      <a:pt x="14829" y="289020"/>
                      <a:pt x="14257" y="291682"/>
                    </a:cubicBezTo>
                    <a:cubicBezTo>
                      <a:pt x="13686" y="294344"/>
                      <a:pt x="42820" y="328954"/>
                      <a:pt x="56911" y="326291"/>
                    </a:cubicBezTo>
                    <a:cubicBezTo>
                      <a:pt x="71002" y="323629"/>
                      <a:pt x="82141" y="307941"/>
                      <a:pt x="77952" y="305564"/>
                    </a:cubicBezTo>
                    <a:cubicBezTo>
                      <a:pt x="73763" y="303187"/>
                      <a:pt x="80332" y="293489"/>
                      <a:pt x="84140" y="295200"/>
                    </a:cubicBezTo>
                    <a:cubicBezTo>
                      <a:pt x="87949" y="296912"/>
                      <a:pt x="84807" y="312410"/>
                      <a:pt x="89186" y="315928"/>
                    </a:cubicBezTo>
                    <a:cubicBezTo>
                      <a:pt x="93566" y="319446"/>
                      <a:pt x="92138" y="326006"/>
                      <a:pt x="89186" y="334278"/>
                    </a:cubicBezTo>
                    <a:cubicBezTo>
                      <a:pt x="86235" y="342550"/>
                      <a:pt x="92138" y="358809"/>
                      <a:pt x="93090" y="368032"/>
                    </a:cubicBezTo>
                    <a:cubicBezTo>
                      <a:pt x="94042" y="377254"/>
                      <a:pt x="100135" y="390471"/>
                      <a:pt x="102611" y="404162"/>
                    </a:cubicBezTo>
                    <a:cubicBezTo>
                      <a:pt x="106523" y="422778"/>
                      <a:pt x="112927" y="440784"/>
                      <a:pt x="121652" y="457692"/>
                    </a:cubicBezTo>
                    <a:cubicBezTo>
                      <a:pt x="129650" y="472810"/>
                      <a:pt x="135933" y="502380"/>
                      <a:pt x="141265" y="509416"/>
                    </a:cubicBezTo>
                    <a:cubicBezTo>
                      <a:pt x="146597" y="516452"/>
                      <a:pt x="160307" y="537940"/>
                      <a:pt x="160307" y="551441"/>
                    </a:cubicBezTo>
                    <a:cubicBezTo>
                      <a:pt x="162586" y="565162"/>
                      <a:pt x="169469" y="577701"/>
                      <a:pt x="179824" y="587002"/>
                    </a:cubicBezTo>
                    <a:cubicBezTo>
                      <a:pt x="184871" y="590519"/>
                      <a:pt x="195820" y="582818"/>
                      <a:pt x="198866" y="574546"/>
                    </a:cubicBezTo>
                    <a:cubicBezTo>
                      <a:pt x="201913" y="566274"/>
                      <a:pt x="216670" y="563041"/>
                      <a:pt x="217908" y="555530"/>
                    </a:cubicBezTo>
                    <a:cubicBezTo>
                      <a:pt x="219145" y="548019"/>
                      <a:pt x="220288" y="542789"/>
                      <a:pt x="225620" y="541933"/>
                    </a:cubicBezTo>
                    <a:cubicBezTo>
                      <a:pt x="230952" y="541078"/>
                      <a:pt x="230952" y="535468"/>
                      <a:pt x="230952" y="527766"/>
                    </a:cubicBezTo>
                    <a:cubicBezTo>
                      <a:pt x="230268" y="518858"/>
                      <a:pt x="232364" y="509956"/>
                      <a:pt x="236950" y="502285"/>
                    </a:cubicBezTo>
                    <a:cubicBezTo>
                      <a:pt x="242119" y="492238"/>
                      <a:pt x="243177" y="480579"/>
                      <a:pt x="239901" y="469768"/>
                    </a:cubicBezTo>
                    <a:cubicBezTo>
                      <a:pt x="237232" y="461483"/>
                      <a:pt x="237740" y="452503"/>
                      <a:pt x="241330" y="444571"/>
                    </a:cubicBezTo>
                    <a:cubicBezTo>
                      <a:pt x="244280" y="437155"/>
                      <a:pt x="243138" y="428598"/>
                      <a:pt x="248755" y="428027"/>
                    </a:cubicBezTo>
                    <a:cubicBezTo>
                      <a:pt x="256840" y="426101"/>
                      <a:pt x="263927" y="421258"/>
                      <a:pt x="268654" y="414431"/>
                    </a:cubicBezTo>
                    <a:cubicBezTo>
                      <a:pt x="278025" y="405384"/>
                      <a:pt x="288225" y="397235"/>
                      <a:pt x="299121" y="390090"/>
                    </a:cubicBezTo>
                    <a:cubicBezTo>
                      <a:pt x="311109" y="380541"/>
                      <a:pt x="321940" y="369628"/>
                      <a:pt x="331397" y="357573"/>
                    </a:cubicBezTo>
                    <a:cubicBezTo>
                      <a:pt x="337299" y="348065"/>
                      <a:pt x="354246" y="344547"/>
                      <a:pt x="361958" y="336560"/>
                    </a:cubicBezTo>
                    <a:cubicBezTo>
                      <a:pt x="369669" y="328573"/>
                      <a:pt x="366718" y="324485"/>
                      <a:pt x="368146" y="315833"/>
                    </a:cubicBezTo>
                    <a:cubicBezTo>
                      <a:pt x="369575" y="307180"/>
                      <a:pt x="394519" y="303757"/>
                      <a:pt x="404040" y="303757"/>
                    </a:cubicBezTo>
                    <a:cubicBezTo>
                      <a:pt x="405702" y="303764"/>
                      <a:pt x="407360" y="303605"/>
                      <a:pt x="408991" y="303282"/>
                    </a:cubicBezTo>
                    <a:cubicBezTo>
                      <a:pt x="407951" y="290779"/>
                      <a:pt x="404930" y="278519"/>
                      <a:pt x="400041" y="26696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12" name="Freeform 2766">
                <a:extLst>
                  <a:ext uri="{FF2B5EF4-FFF2-40B4-BE49-F238E27FC236}">
                    <a16:creationId xmlns:a16="http://schemas.microsoft.com/office/drawing/2014/main" id="{FB52D12B-989F-D087-B66F-BECC01BEBD67}"/>
                  </a:ext>
                </a:extLst>
              </p:cNvPr>
              <p:cNvSpPr/>
              <p:nvPr/>
            </p:nvSpPr>
            <p:spPr>
              <a:xfrm>
                <a:off x="16107466" y="4863720"/>
                <a:ext cx="1481672" cy="627743"/>
              </a:xfrm>
              <a:custGeom>
                <a:avLst/>
                <a:gdLst>
                  <a:gd name="connsiteX0" fmla="*/ 604072 w 628373"/>
                  <a:gd name="connsiteY0" fmla="*/ 114231 h 266224"/>
                  <a:gd name="connsiteX1" fmla="*/ 587816 w 628373"/>
                  <a:gd name="connsiteY1" fmla="*/ 113147 h 266224"/>
                  <a:gd name="connsiteX2" fmla="*/ 585030 w 628373"/>
                  <a:gd name="connsiteY2" fmla="*/ 116798 h 266224"/>
                  <a:gd name="connsiteX3" fmla="*/ 565988 w 628373"/>
                  <a:gd name="connsiteY3" fmla="*/ 114231 h 266224"/>
                  <a:gd name="connsiteX4" fmla="*/ 545328 w 628373"/>
                  <a:gd name="connsiteY4" fmla="*/ 112900 h 266224"/>
                  <a:gd name="connsiteX5" fmla="*/ 547899 w 628373"/>
                  <a:gd name="connsiteY5" fmla="*/ 102631 h 266224"/>
                  <a:gd name="connsiteX6" fmla="*/ 549137 w 628373"/>
                  <a:gd name="connsiteY6" fmla="*/ 92267 h 266224"/>
                  <a:gd name="connsiteX7" fmla="*/ 565227 w 628373"/>
                  <a:gd name="connsiteY7" fmla="*/ 60320 h 266224"/>
                  <a:gd name="connsiteX8" fmla="*/ 550755 w 628373"/>
                  <a:gd name="connsiteY8" fmla="*/ 58894 h 266224"/>
                  <a:gd name="connsiteX9" fmla="*/ 533523 w 628373"/>
                  <a:gd name="connsiteY9" fmla="*/ 55376 h 266224"/>
                  <a:gd name="connsiteX10" fmla="*/ 508673 w 628373"/>
                  <a:gd name="connsiteY10" fmla="*/ 54140 h 266224"/>
                  <a:gd name="connsiteX11" fmla="*/ 492678 w 628373"/>
                  <a:gd name="connsiteY11" fmla="*/ 64789 h 266224"/>
                  <a:gd name="connsiteX12" fmla="*/ 476683 w 628373"/>
                  <a:gd name="connsiteY12" fmla="*/ 70684 h 266224"/>
                  <a:gd name="connsiteX13" fmla="*/ 450596 w 628373"/>
                  <a:gd name="connsiteY13" fmla="*/ 77244 h 266224"/>
                  <a:gd name="connsiteX14" fmla="*/ 423938 w 628373"/>
                  <a:gd name="connsiteY14" fmla="*/ 77244 h 266224"/>
                  <a:gd name="connsiteX15" fmla="*/ 398422 w 628373"/>
                  <a:gd name="connsiteY15" fmla="*/ 72490 h 266224"/>
                  <a:gd name="connsiteX16" fmla="*/ 387759 w 628373"/>
                  <a:gd name="connsiteY16" fmla="*/ 61271 h 266224"/>
                  <a:gd name="connsiteX17" fmla="*/ 371193 w 628373"/>
                  <a:gd name="connsiteY17" fmla="*/ 53569 h 266224"/>
                  <a:gd name="connsiteX18" fmla="*/ 355769 w 628373"/>
                  <a:gd name="connsiteY18" fmla="*/ 49386 h 266224"/>
                  <a:gd name="connsiteX19" fmla="*/ 337394 w 628373"/>
                  <a:gd name="connsiteY19" fmla="*/ 45298 h 266224"/>
                  <a:gd name="connsiteX20" fmla="*/ 319018 w 628373"/>
                  <a:gd name="connsiteY20" fmla="*/ 47675 h 266224"/>
                  <a:gd name="connsiteX21" fmla="*/ 304832 w 628373"/>
                  <a:gd name="connsiteY21" fmla="*/ 54710 h 266224"/>
                  <a:gd name="connsiteX22" fmla="*/ 287028 w 628373"/>
                  <a:gd name="connsiteY22" fmla="*/ 49386 h 266224"/>
                  <a:gd name="connsiteX23" fmla="*/ 274556 w 628373"/>
                  <a:gd name="connsiteY23" fmla="*/ 39878 h 266224"/>
                  <a:gd name="connsiteX24" fmla="*/ 272176 w 628373"/>
                  <a:gd name="connsiteY24" fmla="*/ 22668 h 266224"/>
                  <a:gd name="connsiteX25" fmla="*/ 253134 w 628373"/>
                  <a:gd name="connsiteY25" fmla="*/ 16773 h 266224"/>
                  <a:gd name="connsiteX26" fmla="*/ 238282 w 628373"/>
                  <a:gd name="connsiteY26" fmla="*/ 10878 h 266224"/>
                  <a:gd name="connsiteX27" fmla="*/ 225905 w 628373"/>
                  <a:gd name="connsiteY27" fmla="*/ 7931 h 266224"/>
                  <a:gd name="connsiteX28" fmla="*/ 211053 w 628373"/>
                  <a:gd name="connsiteY28" fmla="*/ 1941 h 266224"/>
                  <a:gd name="connsiteX29" fmla="*/ 203912 w 628373"/>
                  <a:gd name="connsiteY29" fmla="*/ 8501 h 266224"/>
                  <a:gd name="connsiteX30" fmla="*/ 193249 w 628373"/>
                  <a:gd name="connsiteY30" fmla="*/ 15632 h 266224"/>
                  <a:gd name="connsiteX31" fmla="*/ 184966 w 628373"/>
                  <a:gd name="connsiteY31" fmla="*/ 25140 h 266224"/>
                  <a:gd name="connsiteX32" fmla="*/ 192106 w 628373"/>
                  <a:gd name="connsiteY32" fmla="*/ 41780 h 266224"/>
                  <a:gd name="connsiteX33" fmla="*/ 191535 w 628373"/>
                  <a:gd name="connsiteY33" fmla="*/ 53569 h 266224"/>
                  <a:gd name="connsiteX34" fmla="*/ 174874 w 628373"/>
                  <a:gd name="connsiteY34" fmla="*/ 61841 h 266224"/>
                  <a:gd name="connsiteX35" fmla="*/ 160688 w 628373"/>
                  <a:gd name="connsiteY35" fmla="*/ 57753 h 266224"/>
                  <a:gd name="connsiteX36" fmla="*/ 144693 w 628373"/>
                  <a:gd name="connsiteY36" fmla="*/ 58894 h 266224"/>
                  <a:gd name="connsiteX37" fmla="*/ 128126 w 628373"/>
                  <a:gd name="connsiteY37" fmla="*/ 52429 h 266224"/>
                  <a:gd name="connsiteX38" fmla="*/ 121557 w 628373"/>
                  <a:gd name="connsiteY38" fmla="*/ 41114 h 266224"/>
                  <a:gd name="connsiteX39" fmla="*/ 93756 w 628373"/>
                  <a:gd name="connsiteY39" fmla="*/ 36360 h 266224"/>
                  <a:gd name="connsiteX40" fmla="*/ 79475 w 628373"/>
                  <a:gd name="connsiteY40" fmla="*/ 38737 h 266224"/>
                  <a:gd name="connsiteX41" fmla="*/ 65860 w 628373"/>
                  <a:gd name="connsiteY41" fmla="*/ 44727 h 266224"/>
                  <a:gd name="connsiteX42" fmla="*/ 52817 w 628373"/>
                  <a:gd name="connsiteY42" fmla="*/ 53569 h 266224"/>
                  <a:gd name="connsiteX43" fmla="*/ 37393 w 628373"/>
                  <a:gd name="connsiteY43" fmla="*/ 62507 h 266224"/>
                  <a:gd name="connsiteX44" fmla="*/ 19113 w 628373"/>
                  <a:gd name="connsiteY44" fmla="*/ 70779 h 266224"/>
                  <a:gd name="connsiteX45" fmla="*/ 5403 w 628373"/>
                  <a:gd name="connsiteY45" fmla="*/ 76103 h 266224"/>
                  <a:gd name="connsiteX46" fmla="*/ 1785 w 628373"/>
                  <a:gd name="connsiteY46" fmla="*/ 77244 h 266224"/>
                  <a:gd name="connsiteX47" fmla="*/ 2452 w 628373"/>
                  <a:gd name="connsiteY47" fmla="*/ 79717 h 266224"/>
                  <a:gd name="connsiteX48" fmla="*/ 16828 w 628373"/>
                  <a:gd name="connsiteY48" fmla="*/ 98162 h 266224"/>
                  <a:gd name="connsiteX49" fmla="*/ 34917 w 628373"/>
                  <a:gd name="connsiteY49" fmla="*/ 107670 h 266224"/>
                  <a:gd name="connsiteX50" fmla="*/ 52150 w 628373"/>
                  <a:gd name="connsiteY50" fmla="*/ 121552 h 266224"/>
                  <a:gd name="connsiteX51" fmla="*/ 62813 w 628373"/>
                  <a:gd name="connsiteY51" fmla="*/ 136765 h 266224"/>
                  <a:gd name="connsiteX52" fmla="*/ 61576 w 628373"/>
                  <a:gd name="connsiteY52" fmla="*/ 156827 h 266224"/>
                  <a:gd name="connsiteX53" fmla="*/ 57006 w 628373"/>
                  <a:gd name="connsiteY53" fmla="*/ 173180 h 266224"/>
                  <a:gd name="connsiteX54" fmla="*/ 102134 w 628373"/>
                  <a:gd name="connsiteY54" fmla="*/ 184210 h 266224"/>
                  <a:gd name="connsiteX55" fmla="*/ 117177 w 628373"/>
                  <a:gd name="connsiteY55" fmla="*/ 193718 h 266224"/>
                  <a:gd name="connsiteX56" fmla="*/ 130126 w 628373"/>
                  <a:gd name="connsiteY56" fmla="*/ 203226 h 266224"/>
                  <a:gd name="connsiteX57" fmla="*/ 145549 w 628373"/>
                  <a:gd name="connsiteY57" fmla="*/ 219960 h 266224"/>
                  <a:gd name="connsiteX58" fmla="*/ 157164 w 628373"/>
                  <a:gd name="connsiteY58" fmla="*/ 240592 h 266224"/>
                  <a:gd name="connsiteX59" fmla="*/ 183061 w 628373"/>
                  <a:gd name="connsiteY59" fmla="*/ 243159 h 266224"/>
                  <a:gd name="connsiteX60" fmla="*/ 230665 w 628373"/>
                  <a:gd name="connsiteY60" fmla="*/ 244491 h 266224"/>
                  <a:gd name="connsiteX61" fmla="*/ 266844 w 628373"/>
                  <a:gd name="connsiteY61" fmla="*/ 252192 h 266224"/>
                  <a:gd name="connsiteX62" fmla="*/ 288837 w 628373"/>
                  <a:gd name="connsiteY62" fmla="*/ 257326 h 266224"/>
                  <a:gd name="connsiteX63" fmla="*/ 309402 w 628373"/>
                  <a:gd name="connsiteY63" fmla="*/ 262461 h 266224"/>
                  <a:gd name="connsiteX64" fmla="*/ 324922 w 628373"/>
                  <a:gd name="connsiteY64" fmla="*/ 270257 h 266224"/>
                  <a:gd name="connsiteX65" fmla="*/ 359768 w 628373"/>
                  <a:gd name="connsiteY65" fmla="*/ 252192 h 266224"/>
                  <a:gd name="connsiteX66" fmla="*/ 404992 w 628373"/>
                  <a:gd name="connsiteY66" fmla="*/ 250861 h 266224"/>
                  <a:gd name="connsiteX67" fmla="*/ 441075 w 628373"/>
                  <a:gd name="connsiteY67" fmla="*/ 235363 h 266224"/>
                  <a:gd name="connsiteX68" fmla="*/ 465639 w 628373"/>
                  <a:gd name="connsiteY68" fmla="*/ 216347 h 266224"/>
                  <a:gd name="connsiteX69" fmla="*/ 460498 w 628373"/>
                  <a:gd name="connsiteY69" fmla="*/ 193147 h 266224"/>
                  <a:gd name="connsiteX70" fmla="*/ 479459 w 628373"/>
                  <a:gd name="connsiteY70" fmla="*/ 187967 h 266224"/>
                  <a:gd name="connsiteX71" fmla="*/ 479540 w 628373"/>
                  <a:gd name="connsiteY71" fmla="*/ 188013 h 266224"/>
                  <a:gd name="connsiteX72" fmla="*/ 511815 w 628373"/>
                  <a:gd name="connsiteY72" fmla="*/ 185446 h 266224"/>
                  <a:gd name="connsiteX73" fmla="*/ 541520 w 628373"/>
                  <a:gd name="connsiteY73" fmla="*/ 175938 h 266224"/>
                  <a:gd name="connsiteX74" fmla="*/ 559610 w 628373"/>
                  <a:gd name="connsiteY74" fmla="*/ 159109 h 266224"/>
                  <a:gd name="connsiteX75" fmla="*/ 584173 w 628373"/>
                  <a:gd name="connsiteY75" fmla="*/ 148840 h 266224"/>
                  <a:gd name="connsiteX76" fmla="*/ 609974 w 628373"/>
                  <a:gd name="connsiteY76" fmla="*/ 143705 h 266224"/>
                  <a:gd name="connsiteX77" fmla="*/ 630635 w 628373"/>
                  <a:gd name="connsiteY77" fmla="*/ 141138 h 266224"/>
                  <a:gd name="connsiteX78" fmla="*/ 604072 w 628373"/>
                  <a:gd name="connsiteY78" fmla="*/ 114231 h 266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628373" h="266224">
                    <a:moveTo>
                      <a:pt x="604072" y="114231"/>
                    </a:moveTo>
                    <a:cubicBezTo>
                      <a:pt x="599882" y="109449"/>
                      <a:pt x="592604" y="108964"/>
                      <a:pt x="587816" y="113147"/>
                    </a:cubicBezTo>
                    <a:cubicBezTo>
                      <a:pt x="586651" y="114165"/>
                      <a:pt x="585703" y="115406"/>
                      <a:pt x="585030" y="116798"/>
                    </a:cubicBezTo>
                    <a:cubicBezTo>
                      <a:pt x="582460" y="123263"/>
                      <a:pt x="577318" y="114231"/>
                      <a:pt x="565988" y="114231"/>
                    </a:cubicBezTo>
                    <a:cubicBezTo>
                      <a:pt x="554659" y="114231"/>
                      <a:pt x="553040" y="120696"/>
                      <a:pt x="545328" y="112900"/>
                    </a:cubicBezTo>
                    <a:cubicBezTo>
                      <a:pt x="537616" y="105103"/>
                      <a:pt x="547899" y="102631"/>
                      <a:pt x="547899" y="102631"/>
                    </a:cubicBezTo>
                    <a:lnTo>
                      <a:pt x="549137" y="92267"/>
                    </a:lnTo>
                    <a:lnTo>
                      <a:pt x="565227" y="60320"/>
                    </a:lnTo>
                    <a:cubicBezTo>
                      <a:pt x="560667" y="58361"/>
                      <a:pt x="555611" y="57863"/>
                      <a:pt x="550755" y="58894"/>
                    </a:cubicBezTo>
                    <a:cubicBezTo>
                      <a:pt x="545995" y="60700"/>
                      <a:pt x="534665" y="59464"/>
                      <a:pt x="533523" y="55376"/>
                    </a:cubicBezTo>
                    <a:cubicBezTo>
                      <a:pt x="532380" y="51288"/>
                      <a:pt x="513434" y="50622"/>
                      <a:pt x="508673" y="54140"/>
                    </a:cubicBezTo>
                    <a:cubicBezTo>
                      <a:pt x="503913" y="57658"/>
                      <a:pt x="493250" y="60700"/>
                      <a:pt x="492678" y="64789"/>
                    </a:cubicBezTo>
                    <a:cubicBezTo>
                      <a:pt x="492107" y="68877"/>
                      <a:pt x="480777" y="67736"/>
                      <a:pt x="476683" y="70684"/>
                    </a:cubicBezTo>
                    <a:cubicBezTo>
                      <a:pt x="472589" y="73631"/>
                      <a:pt x="451167" y="74867"/>
                      <a:pt x="450596" y="77244"/>
                    </a:cubicBezTo>
                    <a:cubicBezTo>
                      <a:pt x="441913" y="79925"/>
                      <a:pt x="432621" y="79925"/>
                      <a:pt x="423938" y="77244"/>
                    </a:cubicBezTo>
                    <a:cubicBezTo>
                      <a:pt x="420320" y="74297"/>
                      <a:pt x="400802" y="77244"/>
                      <a:pt x="398422" y="72490"/>
                    </a:cubicBezTo>
                    <a:cubicBezTo>
                      <a:pt x="396042" y="67736"/>
                      <a:pt x="387759" y="65359"/>
                      <a:pt x="387759" y="61271"/>
                    </a:cubicBezTo>
                    <a:cubicBezTo>
                      <a:pt x="387759" y="57183"/>
                      <a:pt x="372906" y="57087"/>
                      <a:pt x="371193" y="53569"/>
                    </a:cubicBezTo>
                    <a:cubicBezTo>
                      <a:pt x="369479" y="50052"/>
                      <a:pt x="357578" y="48245"/>
                      <a:pt x="355769" y="49386"/>
                    </a:cubicBezTo>
                    <a:cubicBezTo>
                      <a:pt x="353960" y="50527"/>
                      <a:pt x="340917" y="45868"/>
                      <a:pt x="337394" y="45298"/>
                    </a:cubicBezTo>
                    <a:cubicBezTo>
                      <a:pt x="333871" y="44727"/>
                      <a:pt x="322542" y="47675"/>
                      <a:pt x="319018" y="47675"/>
                    </a:cubicBezTo>
                    <a:cubicBezTo>
                      <a:pt x="315496" y="47675"/>
                      <a:pt x="308926" y="54140"/>
                      <a:pt x="304832" y="54710"/>
                    </a:cubicBezTo>
                    <a:cubicBezTo>
                      <a:pt x="300738" y="55281"/>
                      <a:pt x="289409" y="47675"/>
                      <a:pt x="287028" y="49386"/>
                    </a:cubicBezTo>
                    <a:cubicBezTo>
                      <a:pt x="284648" y="51097"/>
                      <a:pt x="277508" y="43491"/>
                      <a:pt x="274556" y="39878"/>
                    </a:cubicBezTo>
                    <a:cubicBezTo>
                      <a:pt x="271605" y="36265"/>
                      <a:pt x="274556" y="26281"/>
                      <a:pt x="272176" y="22668"/>
                    </a:cubicBezTo>
                    <a:cubicBezTo>
                      <a:pt x="269796" y="19055"/>
                      <a:pt x="256848" y="19150"/>
                      <a:pt x="253134" y="16773"/>
                    </a:cubicBezTo>
                    <a:cubicBezTo>
                      <a:pt x="248647" y="13802"/>
                      <a:pt x="243589" y="11794"/>
                      <a:pt x="238282" y="10878"/>
                    </a:cubicBezTo>
                    <a:cubicBezTo>
                      <a:pt x="233968" y="11003"/>
                      <a:pt x="229698" y="9986"/>
                      <a:pt x="225905" y="7931"/>
                    </a:cubicBezTo>
                    <a:cubicBezTo>
                      <a:pt x="221245" y="5280"/>
                      <a:pt x="216249" y="3265"/>
                      <a:pt x="211053" y="1941"/>
                    </a:cubicBezTo>
                    <a:cubicBezTo>
                      <a:pt x="206863" y="800"/>
                      <a:pt x="206292" y="6124"/>
                      <a:pt x="203912" y="8501"/>
                    </a:cubicBezTo>
                    <a:cubicBezTo>
                      <a:pt x="201532" y="10878"/>
                      <a:pt x="194391" y="11449"/>
                      <a:pt x="193249" y="15632"/>
                    </a:cubicBezTo>
                    <a:cubicBezTo>
                      <a:pt x="192106" y="19816"/>
                      <a:pt x="183728" y="20957"/>
                      <a:pt x="184966" y="25140"/>
                    </a:cubicBezTo>
                    <a:cubicBezTo>
                      <a:pt x="186160" y="31123"/>
                      <a:pt x="188593" y="36790"/>
                      <a:pt x="192106" y="41780"/>
                    </a:cubicBezTo>
                    <a:cubicBezTo>
                      <a:pt x="195058" y="44157"/>
                      <a:pt x="193249" y="51288"/>
                      <a:pt x="191535" y="53569"/>
                    </a:cubicBezTo>
                    <a:cubicBezTo>
                      <a:pt x="189821" y="55851"/>
                      <a:pt x="177254" y="57753"/>
                      <a:pt x="174874" y="61841"/>
                    </a:cubicBezTo>
                    <a:cubicBezTo>
                      <a:pt x="172493" y="65930"/>
                      <a:pt x="166590" y="61271"/>
                      <a:pt x="160688" y="57753"/>
                    </a:cubicBezTo>
                    <a:cubicBezTo>
                      <a:pt x="155591" y="54979"/>
                      <a:pt x="149343" y="55425"/>
                      <a:pt x="144693" y="58894"/>
                    </a:cubicBezTo>
                    <a:cubicBezTo>
                      <a:pt x="141741" y="61271"/>
                      <a:pt x="131077" y="52999"/>
                      <a:pt x="128126" y="52429"/>
                    </a:cubicBezTo>
                    <a:cubicBezTo>
                      <a:pt x="125175" y="51858"/>
                      <a:pt x="124508" y="40544"/>
                      <a:pt x="121557" y="41114"/>
                    </a:cubicBezTo>
                    <a:cubicBezTo>
                      <a:pt x="112166" y="40362"/>
                      <a:pt x="102862" y="38771"/>
                      <a:pt x="93756" y="36360"/>
                    </a:cubicBezTo>
                    <a:cubicBezTo>
                      <a:pt x="89567" y="35219"/>
                      <a:pt x="80713" y="35789"/>
                      <a:pt x="79475" y="38737"/>
                    </a:cubicBezTo>
                    <a:cubicBezTo>
                      <a:pt x="78237" y="41684"/>
                      <a:pt x="67669" y="41114"/>
                      <a:pt x="65860" y="44727"/>
                    </a:cubicBezTo>
                    <a:cubicBezTo>
                      <a:pt x="64051" y="48340"/>
                      <a:pt x="55768" y="50052"/>
                      <a:pt x="52817" y="53569"/>
                    </a:cubicBezTo>
                    <a:cubicBezTo>
                      <a:pt x="49865" y="57087"/>
                      <a:pt x="39773" y="57183"/>
                      <a:pt x="37393" y="62507"/>
                    </a:cubicBezTo>
                    <a:cubicBezTo>
                      <a:pt x="35013" y="67831"/>
                      <a:pt x="22636" y="70113"/>
                      <a:pt x="19113" y="70779"/>
                    </a:cubicBezTo>
                    <a:cubicBezTo>
                      <a:pt x="15590" y="71445"/>
                      <a:pt x="6069" y="73156"/>
                      <a:pt x="5403" y="76103"/>
                    </a:cubicBezTo>
                    <a:cubicBezTo>
                      <a:pt x="5403" y="77339"/>
                      <a:pt x="3689" y="77530"/>
                      <a:pt x="1785" y="77244"/>
                    </a:cubicBezTo>
                    <a:cubicBezTo>
                      <a:pt x="2107" y="78038"/>
                      <a:pt x="2331" y="78869"/>
                      <a:pt x="2452" y="79717"/>
                    </a:cubicBezTo>
                    <a:cubicBezTo>
                      <a:pt x="4927" y="93218"/>
                      <a:pt x="10735" y="92742"/>
                      <a:pt x="16828" y="98162"/>
                    </a:cubicBezTo>
                    <a:cubicBezTo>
                      <a:pt x="21696" y="103167"/>
                      <a:pt x="28030" y="106497"/>
                      <a:pt x="34917" y="107670"/>
                    </a:cubicBezTo>
                    <a:cubicBezTo>
                      <a:pt x="42696" y="108972"/>
                      <a:pt x="49230" y="114235"/>
                      <a:pt x="52150" y="121552"/>
                    </a:cubicBezTo>
                    <a:cubicBezTo>
                      <a:pt x="53970" y="127638"/>
                      <a:pt x="57711" y="132974"/>
                      <a:pt x="62813" y="136765"/>
                    </a:cubicBezTo>
                    <a:cubicBezTo>
                      <a:pt x="66431" y="139617"/>
                      <a:pt x="61576" y="149410"/>
                      <a:pt x="61576" y="156827"/>
                    </a:cubicBezTo>
                    <a:cubicBezTo>
                      <a:pt x="61576" y="164243"/>
                      <a:pt x="52055" y="166335"/>
                      <a:pt x="57006" y="173180"/>
                    </a:cubicBezTo>
                    <a:cubicBezTo>
                      <a:pt x="61956" y="180026"/>
                      <a:pt x="93089" y="184210"/>
                      <a:pt x="102134" y="184210"/>
                    </a:cubicBezTo>
                    <a:cubicBezTo>
                      <a:pt x="111179" y="184210"/>
                      <a:pt x="114416" y="192862"/>
                      <a:pt x="117177" y="193718"/>
                    </a:cubicBezTo>
                    <a:cubicBezTo>
                      <a:pt x="122890" y="194573"/>
                      <a:pt x="123651" y="201419"/>
                      <a:pt x="130126" y="203226"/>
                    </a:cubicBezTo>
                    <a:cubicBezTo>
                      <a:pt x="138409" y="204780"/>
                      <a:pt x="144683" y="211588"/>
                      <a:pt x="145549" y="219960"/>
                    </a:cubicBezTo>
                    <a:cubicBezTo>
                      <a:pt x="148215" y="231560"/>
                      <a:pt x="155927" y="235363"/>
                      <a:pt x="157164" y="240592"/>
                    </a:cubicBezTo>
                    <a:cubicBezTo>
                      <a:pt x="158402" y="245822"/>
                      <a:pt x="172683" y="241828"/>
                      <a:pt x="183061" y="243159"/>
                    </a:cubicBezTo>
                    <a:cubicBezTo>
                      <a:pt x="193439" y="244491"/>
                      <a:pt x="223049" y="243159"/>
                      <a:pt x="230665" y="244491"/>
                    </a:cubicBezTo>
                    <a:cubicBezTo>
                      <a:pt x="238282" y="245822"/>
                      <a:pt x="256562" y="244491"/>
                      <a:pt x="266844" y="252192"/>
                    </a:cubicBezTo>
                    <a:cubicBezTo>
                      <a:pt x="277127" y="259893"/>
                      <a:pt x="282363" y="253428"/>
                      <a:pt x="288837" y="257326"/>
                    </a:cubicBezTo>
                    <a:cubicBezTo>
                      <a:pt x="294721" y="261732"/>
                      <a:pt x="302135" y="263583"/>
                      <a:pt x="309402" y="262461"/>
                    </a:cubicBezTo>
                    <a:cubicBezTo>
                      <a:pt x="318924" y="261225"/>
                      <a:pt x="318924" y="268926"/>
                      <a:pt x="324922" y="270257"/>
                    </a:cubicBezTo>
                    <a:cubicBezTo>
                      <a:pt x="330919" y="271588"/>
                      <a:pt x="343011" y="259893"/>
                      <a:pt x="359768" y="252192"/>
                    </a:cubicBezTo>
                    <a:cubicBezTo>
                      <a:pt x="376524" y="244491"/>
                      <a:pt x="395947" y="249625"/>
                      <a:pt x="404992" y="250861"/>
                    </a:cubicBezTo>
                    <a:cubicBezTo>
                      <a:pt x="418727" y="251303"/>
                      <a:pt x="431949" y="245624"/>
                      <a:pt x="441075" y="235363"/>
                    </a:cubicBezTo>
                    <a:cubicBezTo>
                      <a:pt x="451453" y="223858"/>
                      <a:pt x="464306" y="225855"/>
                      <a:pt x="465639" y="216347"/>
                    </a:cubicBezTo>
                    <a:cubicBezTo>
                      <a:pt x="466972" y="206839"/>
                      <a:pt x="455356" y="202180"/>
                      <a:pt x="460498" y="193147"/>
                    </a:cubicBezTo>
                    <a:cubicBezTo>
                      <a:pt x="464301" y="186488"/>
                      <a:pt x="472791" y="184168"/>
                      <a:pt x="479459" y="187967"/>
                    </a:cubicBezTo>
                    <a:cubicBezTo>
                      <a:pt x="479486" y="187982"/>
                      <a:pt x="479513" y="187997"/>
                      <a:pt x="479540" y="188013"/>
                    </a:cubicBezTo>
                    <a:cubicBezTo>
                      <a:pt x="490002" y="192880"/>
                      <a:pt x="502256" y="191905"/>
                      <a:pt x="511815" y="185446"/>
                    </a:cubicBezTo>
                    <a:cubicBezTo>
                      <a:pt x="520320" y="178945"/>
                      <a:pt x="530816" y="175586"/>
                      <a:pt x="541520" y="175938"/>
                    </a:cubicBezTo>
                    <a:cubicBezTo>
                      <a:pt x="553135" y="174607"/>
                      <a:pt x="551898" y="166905"/>
                      <a:pt x="559610" y="159109"/>
                    </a:cubicBezTo>
                    <a:cubicBezTo>
                      <a:pt x="566071" y="152510"/>
                      <a:pt x="574932" y="148806"/>
                      <a:pt x="584173" y="148840"/>
                    </a:cubicBezTo>
                    <a:cubicBezTo>
                      <a:pt x="591885" y="148840"/>
                      <a:pt x="602168" y="141138"/>
                      <a:pt x="609974" y="143705"/>
                    </a:cubicBezTo>
                    <a:cubicBezTo>
                      <a:pt x="617782" y="146273"/>
                      <a:pt x="629016" y="147509"/>
                      <a:pt x="630635" y="141138"/>
                    </a:cubicBezTo>
                    <a:cubicBezTo>
                      <a:pt x="632253" y="134768"/>
                      <a:pt x="610451" y="121932"/>
                      <a:pt x="604072" y="1142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13" name="Freeform 2768">
                <a:extLst>
                  <a:ext uri="{FF2B5EF4-FFF2-40B4-BE49-F238E27FC236}">
                    <a16:creationId xmlns:a16="http://schemas.microsoft.com/office/drawing/2014/main" id="{51763C48-6854-FC5C-CC5C-572239989D8F}"/>
                  </a:ext>
                </a:extLst>
              </p:cNvPr>
              <p:cNvSpPr/>
              <p:nvPr/>
            </p:nvSpPr>
            <p:spPr>
              <a:xfrm>
                <a:off x="13560336" y="5940452"/>
                <a:ext cx="67348" cy="201774"/>
              </a:xfrm>
              <a:custGeom>
                <a:avLst/>
                <a:gdLst>
                  <a:gd name="connsiteX0" fmla="*/ 15305 w 28562"/>
                  <a:gd name="connsiteY0" fmla="*/ 83457 h 85572"/>
                  <a:gd name="connsiteX1" fmla="*/ 17399 w 28562"/>
                  <a:gd name="connsiteY1" fmla="*/ 84598 h 85572"/>
                  <a:gd name="connsiteX2" fmla="*/ 23778 w 28562"/>
                  <a:gd name="connsiteY2" fmla="*/ 56074 h 85572"/>
                  <a:gd name="connsiteX3" fmla="*/ 26349 w 28562"/>
                  <a:gd name="connsiteY3" fmla="*/ 46566 h 85572"/>
                  <a:gd name="connsiteX4" fmla="*/ 18923 w 28562"/>
                  <a:gd name="connsiteY4" fmla="*/ 33920 h 85572"/>
                  <a:gd name="connsiteX5" fmla="*/ 23207 w 28562"/>
                  <a:gd name="connsiteY5" fmla="*/ 19373 h 85572"/>
                  <a:gd name="connsiteX6" fmla="*/ 29205 w 28562"/>
                  <a:gd name="connsiteY6" fmla="*/ 19373 h 85572"/>
                  <a:gd name="connsiteX7" fmla="*/ 30919 w 28562"/>
                  <a:gd name="connsiteY7" fmla="*/ 6061 h 85572"/>
                  <a:gd name="connsiteX8" fmla="*/ 20827 w 28562"/>
                  <a:gd name="connsiteY8" fmla="*/ 1783 h 85572"/>
                  <a:gd name="connsiteX9" fmla="*/ 17590 w 28562"/>
                  <a:gd name="connsiteY9" fmla="*/ 11291 h 85572"/>
                  <a:gd name="connsiteX10" fmla="*/ 1785 w 28562"/>
                  <a:gd name="connsiteY10" fmla="*/ 46946 h 85572"/>
                  <a:gd name="connsiteX11" fmla="*/ 16162 w 28562"/>
                  <a:gd name="connsiteY11" fmla="*/ 82126 h 8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562" h="85572">
                    <a:moveTo>
                      <a:pt x="15305" y="83457"/>
                    </a:moveTo>
                    <a:lnTo>
                      <a:pt x="17399" y="84598"/>
                    </a:lnTo>
                    <a:cubicBezTo>
                      <a:pt x="18345" y="74864"/>
                      <a:pt x="20487" y="65284"/>
                      <a:pt x="23778" y="56074"/>
                    </a:cubicBezTo>
                    <a:cubicBezTo>
                      <a:pt x="25275" y="53112"/>
                      <a:pt x="26150" y="49877"/>
                      <a:pt x="26349" y="46566"/>
                    </a:cubicBezTo>
                    <a:cubicBezTo>
                      <a:pt x="22691" y="43164"/>
                      <a:pt x="20109" y="38769"/>
                      <a:pt x="18923" y="33920"/>
                    </a:cubicBezTo>
                    <a:cubicBezTo>
                      <a:pt x="18923" y="32113"/>
                      <a:pt x="20160" y="20609"/>
                      <a:pt x="23207" y="19373"/>
                    </a:cubicBezTo>
                    <a:cubicBezTo>
                      <a:pt x="25197" y="19100"/>
                      <a:pt x="27215" y="19100"/>
                      <a:pt x="29205" y="19373"/>
                    </a:cubicBezTo>
                    <a:cubicBezTo>
                      <a:pt x="29776" y="15760"/>
                      <a:pt x="30443" y="10720"/>
                      <a:pt x="30919" y="6061"/>
                    </a:cubicBezTo>
                    <a:lnTo>
                      <a:pt x="20827" y="1783"/>
                    </a:lnTo>
                    <a:cubicBezTo>
                      <a:pt x="19332" y="4795"/>
                      <a:pt x="18243" y="7993"/>
                      <a:pt x="17590" y="11291"/>
                    </a:cubicBezTo>
                    <a:cubicBezTo>
                      <a:pt x="14226" y="23930"/>
                      <a:pt x="8892" y="35962"/>
                      <a:pt x="1785" y="46946"/>
                    </a:cubicBezTo>
                    <a:lnTo>
                      <a:pt x="16162" y="82126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14" name="Freeform 2769">
                <a:extLst>
                  <a:ext uri="{FF2B5EF4-FFF2-40B4-BE49-F238E27FC236}">
                    <a16:creationId xmlns:a16="http://schemas.microsoft.com/office/drawing/2014/main" id="{EDA17D2A-EF98-838F-2046-A5FD469E29A7}"/>
                  </a:ext>
                </a:extLst>
              </p:cNvPr>
              <p:cNvSpPr/>
              <p:nvPr/>
            </p:nvSpPr>
            <p:spPr>
              <a:xfrm>
                <a:off x="13597828" y="5935295"/>
                <a:ext cx="202045" cy="224193"/>
              </a:xfrm>
              <a:custGeom>
                <a:avLst/>
                <a:gdLst>
                  <a:gd name="connsiteX0" fmla="*/ 79761 w 85687"/>
                  <a:gd name="connsiteY0" fmla="*/ 1783 h 95080"/>
                  <a:gd name="connsiteX1" fmla="*/ 54150 w 85687"/>
                  <a:gd name="connsiteY1" fmla="*/ 13858 h 95080"/>
                  <a:gd name="connsiteX2" fmla="*/ 35108 w 85687"/>
                  <a:gd name="connsiteY2" fmla="*/ 24127 h 95080"/>
                  <a:gd name="connsiteX3" fmla="*/ 16828 w 85687"/>
                  <a:gd name="connsiteY3" fmla="*/ 14618 h 95080"/>
                  <a:gd name="connsiteX4" fmla="*/ 15305 w 85687"/>
                  <a:gd name="connsiteY4" fmla="*/ 7583 h 95080"/>
                  <a:gd name="connsiteX5" fmla="*/ 15305 w 85687"/>
                  <a:gd name="connsiteY5" fmla="*/ 7583 h 95080"/>
                  <a:gd name="connsiteX6" fmla="*/ 12925 w 85687"/>
                  <a:gd name="connsiteY6" fmla="*/ 24792 h 95080"/>
                  <a:gd name="connsiteX7" fmla="*/ 8164 w 85687"/>
                  <a:gd name="connsiteY7" fmla="*/ 57975 h 95080"/>
                  <a:gd name="connsiteX8" fmla="*/ 1785 w 85687"/>
                  <a:gd name="connsiteY8" fmla="*/ 86499 h 95080"/>
                  <a:gd name="connsiteX9" fmla="*/ 19589 w 85687"/>
                  <a:gd name="connsiteY9" fmla="*/ 94201 h 95080"/>
                  <a:gd name="connsiteX10" fmla="*/ 35489 w 85687"/>
                  <a:gd name="connsiteY10" fmla="*/ 82316 h 95080"/>
                  <a:gd name="connsiteX11" fmla="*/ 48152 w 85687"/>
                  <a:gd name="connsiteY11" fmla="*/ 76801 h 95080"/>
                  <a:gd name="connsiteX12" fmla="*/ 59957 w 85687"/>
                  <a:gd name="connsiteY12" fmla="*/ 67293 h 95080"/>
                  <a:gd name="connsiteX13" fmla="*/ 44914 w 85687"/>
                  <a:gd name="connsiteY13" fmla="*/ 49893 h 95080"/>
                  <a:gd name="connsiteX14" fmla="*/ 64718 w 85687"/>
                  <a:gd name="connsiteY14" fmla="*/ 37248 h 95080"/>
                  <a:gd name="connsiteX15" fmla="*/ 85283 w 85687"/>
                  <a:gd name="connsiteY15" fmla="*/ 30972 h 95080"/>
                  <a:gd name="connsiteX16" fmla="*/ 86425 w 85687"/>
                  <a:gd name="connsiteY16" fmla="*/ 30972 h 95080"/>
                  <a:gd name="connsiteX17" fmla="*/ 81665 w 85687"/>
                  <a:gd name="connsiteY17" fmla="*/ 11291 h 95080"/>
                  <a:gd name="connsiteX18" fmla="*/ 79761 w 85687"/>
                  <a:gd name="connsiteY18" fmla="*/ 1783 h 9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5687" h="95080">
                    <a:moveTo>
                      <a:pt x="79761" y="1783"/>
                    </a:moveTo>
                    <a:cubicBezTo>
                      <a:pt x="71498" y="6365"/>
                      <a:pt x="62943" y="10399"/>
                      <a:pt x="54150" y="13858"/>
                    </a:cubicBezTo>
                    <a:cubicBezTo>
                      <a:pt x="47345" y="16358"/>
                      <a:pt x="40934" y="19816"/>
                      <a:pt x="35108" y="24127"/>
                    </a:cubicBezTo>
                    <a:lnTo>
                      <a:pt x="16828" y="14618"/>
                    </a:lnTo>
                    <a:lnTo>
                      <a:pt x="15305" y="7583"/>
                    </a:lnTo>
                    <a:lnTo>
                      <a:pt x="15305" y="7583"/>
                    </a:lnTo>
                    <a:cubicBezTo>
                      <a:pt x="14543" y="14428"/>
                      <a:pt x="13591" y="22320"/>
                      <a:pt x="12925" y="24792"/>
                    </a:cubicBezTo>
                    <a:cubicBezTo>
                      <a:pt x="11782" y="29546"/>
                      <a:pt x="11782" y="53316"/>
                      <a:pt x="8164" y="57975"/>
                    </a:cubicBezTo>
                    <a:cubicBezTo>
                      <a:pt x="4874" y="67186"/>
                      <a:pt x="2731" y="76766"/>
                      <a:pt x="1785" y="86499"/>
                    </a:cubicBezTo>
                    <a:cubicBezTo>
                      <a:pt x="7367" y="89814"/>
                      <a:pt x="13350" y="92402"/>
                      <a:pt x="19589" y="94201"/>
                    </a:cubicBezTo>
                    <a:cubicBezTo>
                      <a:pt x="26932" y="94171"/>
                      <a:pt x="33391" y="89344"/>
                      <a:pt x="35489" y="82316"/>
                    </a:cubicBezTo>
                    <a:cubicBezTo>
                      <a:pt x="35489" y="77562"/>
                      <a:pt x="41773" y="76801"/>
                      <a:pt x="48152" y="76801"/>
                    </a:cubicBezTo>
                    <a:cubicBezTo>
                      <a:pt x="54531" y="76801"/>
                      <a:pt x="55197" y="69670"/>
                      <a:pt x="59957" y="67293"/>
                    </a:cubicBezTo>
                    <a:cubicBezTo>
                      <a:pt x="64718" y="64916"/>
                      <a:pt x="49675" y="51510"/>
                      <a:pt x="44914" y="49893"/>
                    </a:cubicBezTo>
                    <a:cubicBezTo>
                      <a:pt x="40154" y="48277"/>
                      <a:pt x="48913" y="38103"/>
                      <a:pt x="64718" y="37248"/>
                    </a:cubicBezTo>
                    <a:cubicBezTo>
                      <a:pt x="80522" y="36392"/>
                      <a:pt x="76619" y="30972"/>
                      <a:pt x="85283" y="30972"/>
                    </a:cubicBezTo>
                    <a:lnTo>
                      <a:pt x="86425" y="30972"/>
                    </a:lnTo>
                    <a:cubicBezTo>
                      <a:pt x="84902" y="24031"/>
                      <a:pt x="82998" y="15664"/>
                      <a:pt x="81665" y="11291"/>
                    </a:cubicBezTo>
                    <a:cubicBezTo>
                      <a:pt x="80774" y="8178"/>
                      <a:pt x="80138" y="4998"/>
                      <a:pt x="79761" y="1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15" name="Freeform 2770">
                <a:extLst>
                  <a:ext uri="{FF2B5EF4-FFF2-40B4-BE49-F238E27FC236}">
                    <a16:creationId xmlns:a16="http://schemas.microsoft.com/office/drawing/2014/main" id="{8C168A58-B681-0747-76F4-0ACCC9653ADB}"/>
                  </a:ext>
                </a:extLst>
              </p:cNvPr>
              <p:cNvSpPr/>
              <p:nvPr/>
            </p:nvSpPr>
            <p:spPr>
              <a:xfrm>
                <a:off x="15248668" y="5399653"/>
                <a:ext cx="516342" cy="224193"/>
              </a:xfrm>
              <a:custGeom>
                <a:avLst/>
                <a:gdLst>
                  <a:gd name="connsiteX0" fmla="*/ 203765 w 218978"/>
                  <a:gd name="connsiteY0" fmla="*/ 18630 h 95080"/>
                  <a:gd name="connsiteX1" fmla="*/ 184723 w 218978"/>
                  <a:gd name="connsiteY1" fmla="*/ 13306 h 95080"/>
                  <a:gd name="connsiteX2" fmla="*/ 133120 w 218978"/>
                  <a:gd name="connsiteY2" fmla="*/ 10264 h 95080"/>
                  <a:gd name="connsiteX3" fmla="*/ 106462 w 218978"/>
                  <a:gd name="connsiteY3" fmla="*/ 2657 h 95080"/>
                  <a:gd name="connsiteX4" fmla="*/ 85802 w 218978"/>
                  <a:gd name="connsiteY4" fmla="*/ 10929 h 95080"/>
                  <a:gd name="connsiteX5" fmla="*/ 67998 w 218978"/>
                  <a:gd name="connsiteY5" fmla="*/ 13876 h 95080"/>
                  <a:gd name="connsiteX6" fmla="*/ 40768 w 218978"/>
                  <a:gd name="connsiteY6" fmla="*/ 14447 h 95080"/>
                  <a:gd name="connsiteX7" fmla="*/ 28296 w 218978"/>
                  <a:gd name="connsiteY7" fmla="*/ 28043 h 95080"/>
                  <a:gd name="connsiteX8" fmla="*/ 22203 w 218978"/>
                  <a:gd name="connsiteY8" fmla="*/ 39168 h 95080"/>
                  <a:gd name="connsiteX9" fmla="*/ 29629 w 218978"/>
                  <a:gd name="connsiteY9" fmla="*/ 45823 h 95080"/>
                  <a:gd name="connsiteX10" fmla="*/ 45529 w 218978"/>
                  <a:gd name="connsiteY10" fmla="*/ 45063 h 95080"/>
                  <a:gd name="connsiteX11" fmla="*/ 73234 w 218978"/>
                  <a:gd name="connsiteY11" fmla="*/ 57708 h 95080"/>
                  <a:gd name="connsiteX12" fmla="*/ 64475 w 218978"/>
                  <a:gd name="connsiteY12" fmla="*/ 67977 h 95080"/>
                  <a:gd name="connsiteX13" fmla="*/ 45434 w 218978"/>
                  <a:gd name="connsiteY13" fmla="*/ 71115 h 95080"/>
                  <a:gd name="connsiteX14" fmla="*/ 16110 w 218978"/>
                  <a:gd name="connsiteY14" fmla="*/ 75108 h 95080"/>
                  <a:gd name="connsiteX15" fmla="*/ 1828 w 218978"/>
                  <a:gd name="connsiteY15" fmla="*/ 86993 h 95080"/>
                  <a:gd name="connsiteX16" fmla="*/ 30391 w 218978"/>
                  <a:gd name="connsiteY16" fmla="*/ 89275 h 95080"/>
                  <a:gd name="connsiteX17" fmla="*/ 48575 w 218978"/>
                  <a:gd name="connsiteY17" fmla="*/ 90131 h 95080"/>
                  <a:gd name="connsiteX18" fmla="*/ 65142 w 218978"/>
                  <a:gd name="connsiteY18" fmla="*/ 93268 h 95080"/>
                  <a:gd name="connsiteX19" fmla="*/ 91229 w 218978"/>
                  <a:gd name="connsiteY19" fmla="*/ 91652 h 95080"/>
                  <a:gd name="connsiteX20" fmla="*/ 94561 w 218978"/>
                  <a:gd name="connsiteY20" fmla="*/ 82144 h 95080"/>
                  <a:gd name="connsiteX21" fmla="*/ 103415 w 218978"/>
                  <a:gd name="connsiteY21" fmla="*/ 76820 h 95080"/>
                  <a:gd name="connsiteX22" fmla="*/ 114555 w 218978"/>
                  <a:gd name="connsiteY22" fmla="*/ 69689 h 95080"/>
                  <a:gd name="connsiteX23" fmla="*/ 126551 w 218978"/>
                  <a:gd name="connsiteY23" fmla="*/ 65695 h 95080"/>
                  <a:gd name="connsiteX24" fmla="*/ 139023 w 218978"/>
                  <a:gd name="connsiteY24" fmla="*/ 69689 h 95080"/>
                  <a:gd name="connsiteX25" fmla="*/ 151020 w 218978"/>
                  <a:gd name="connsiteY25" fmla="*/ 61702 h 95080"/>
                  <a:gd name="connsiteX26" fmla="*/ 169204 w 218978"/>
                  <a:gd name="connsiteY26" fmla="*/ 56377 h 95080"/>
                  <a:gd name="connsiteX27" fmla="*/ 185199 w 218978"/>
                  <a:gd name="connsiteY27" fmla="*/ 47535 h 95080"/>
                  <a:gd name="connsiteX28" fmla="*/ 200718 w 218978"/>
                  <a:gd name="connsiteY28" fmla="*/ 38692 h 95080"/>
                  <a:gd name="connsiteX29" fmla="*/ 218522 w 218978"/>
                  <a:gd name="connsiteY29" fmla="*/ 29755 h 95080"/>
                  <a:gd name="connsiteX30" fmla="*/ 220331 w 218978"/>
                  <a:gd name="connsiteY30" fmla="*/ 25476 h 95080"/>
                  <a:gd name="connsiteX31" fmla="*/ 203765 w 218978"/>
                  <a:gd name="connsiteY31" fmla="*/ 18630 h 9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18978" h="95080">
                    <a:moveTo>
                      <a:pt x="203765" y="18630"/>
                    </a:moveTo>
                    <a:cubicBezTo>
                      <a:pt x="196053" y="9693"/>
                      <a:pt x="193673" y="15588"/>
                      <a:pt x="184723" y="13306"/>
                    </a:cubicBezTo>
                    <a:cubicBezTo>
                      <a:pt x="175773" y="11024"/>
                      <a:pt x="140261" y="7316"/>
                      <a:pt x="133120" y="10264"/>
                    </a:cubicBezTo>
                    <a:cubicBezTo>
                      <a:pt x="125980" y="13211"/>
                      <a:pt x="111223" y="5034"/>
                      <a:pt x="106462" y="2657"/>
                    </a:cubicBezTo>
                    <a:cubicBezTo>
                      <a:pt x="101702" y="280"/>
                      <a:pt x="86373" y="2657"/>
                      <a:pt x="85802" y="10929"/>
                    </a:cubicBezTo>
                    <a:cubicBezTo>
                      <a:pt x="85231" y="19201"/>
                      <a:pt x="78661" y="19201"/>
                      <a:pt x="67998" y="13876"/>
                    </a:cubicBezTo>
                    <a:cubicBezTo>
                      <a:pt x="57335" y="8552"/>
                      <a:pt x="41340" y="8552"/>
                      <a:pt x="40768" y="14447"/>
                    </a:cubicBezTo>
                    <a:cubicBezTo>
                      <a:pt x="40197" y="20342"/>
                      <a:pt x="32390" y="26332"/>
                      <a:pt x="28296" y="28043"/>
                    </a:cubicBezTo>
                    <a:cubicBezTo>
                      <a:pt x="25407" y="31214"/>
                      <a:pt x="23317" y="35028"/>
                      <a:pt x="22203" y="39168"/>
                    </a:cubicBezTo>
                    <a:cubicBezTo>
                      <a:pt x="25226" y="40688"/>
                      <a:pt x="27790" y="42985"/>
                      <a:pt x="29629" y="45823"/>
                    </a:cubicBezTo>
                    <a:cubicBezTo>
                      <a:pt x="33628" y="50577"/>
                      <a:pt x="43910" y="49817"/>
                      <a:pt x="45529" y="45063"/>
                    </a:cubicBezTo>
                    <a:cubicBezTo>
                      <a:pt x="47147" y="40309"/>
                      <a:pt x="63714" y="49817"/>
                      <a:pt x="73234" y="57708"/>
                    </a:cubicBezTo>
                    <a:cubicBezTo>
                      <a:pt x="82755" y="65600"/>
                      <a:pt x="68474" y="60085"/>
                      <a:pt x="64475" y="67977"/>
                    </a:cubicBezTo>
                    <a:cubicBezTo>
                      <a:pt x="60476" y="75869"/>
                      <a:pt x="48671" y="67977"/>
                      <a:pt x="45434" y="71115"/>
                    </a:cubicBezTo>
                    <a:cubicBezTo>
                      <a:pt x="36063" y="74548"/>
                      <a:pt x="26059" y="75910"/>
                      <a:pt x="16110" y="75108"/>
                    </a:cubicBezTo>
                    <a:cubicBezTo>
                      <a:pt x="10587" y="74347"/>
                      <a:pt x="1067" y="83000"/>
                      <a:pt x="1828" y="86993"/>
                    </a:cubicBezTo>
                    <a:cubicBezTo>
                      <a:pt x="2590" y="90987"/>
                      <a:pt x="23250" y="84616"/>
                      <a:pt x="30391" y="89275"/>
                    </a:cubicBezTo>
                    <a:cubicBezTo>
                      <a:pt x="37531" y="93934"/>
                      <a:pt x="44577" y="84616"/>
                      <a:pt x="48575" y="90131"/>
                    </a:cubicBezTo>
                    <a:cubicBezTo>
                      <a:pt x="52574" y="95646"/>
                      <a:pt x="61238" y="91652"/>
                      <a:pt x="65142" y="93268"/>
                    </a:cubicBezTo>
                    <a:cubicBezTo>
                      <a:pt x="73870" y="93712"/>
                      <a:pt x="82622" y="93170"/>
                      <a:pt x="91229" y="91652"/>
                    </a:cubicBezTo>
                    <a:cubicBezTo>
                      <a:pt x="93416" y="88968"/>
                      <a:pt x="94595" y="85605"/>
                      <a:pt x="94561" y="82144"/>
                    </a:cubicBezTo>
                    <a:cubicBezTo>
                      <a:pt x="94561" y="76820"/>
                      <a:pt x="98940" y="78151"/>
                      <a:pt x="103415" y="76820"/>
                    </a:cubicBezTo>
                    <a:cubicBezTo>
                      <a:pt x="107890" y="75489"/>
                      <a:pt x="111032" y="69689"/>
                      <a:pt x="114555" y="69689"/>
                    </a:cubicBezTo>
                    <a:cubicBezTo>
                      <a:pt x="118077" y="69689"/>
                      <a:pt x="123028" y="64364"/>
                      <a:pt x="126551" y="65695"/>
                    </a:cubicBezTo>
                    <a:cubicBezTo>
                      <a:pt x="130074" y="67026"/>
                      <a:pt x="134549" y="73302"/>
                      <a:pt x="139023" y="69689"/>
                    </a:cubicBezTo>
                    <a:cubicBezTo>
                      <a:pt x="143498" y="66076"/>
                      <a:pt x="144735" y="69689"/>
                      <a:pt x="151020" y="61702"/>
                    </a:cubicBezTo>
                    <a:cubicBezTo>
                      <a:pt x="157303" y="53715"/>
                      <a:pt x="161207" y="55522"/>
                      <a:pt x="169204" y="56377"/>
                    </a:cubicBezTo>
                    <a:cubicBezTo>
                      <a:pt x="175980" y="57711"/>
                      <a:pt x="182734" y="53978"/>
                      <a:pt x="185199" y="47535"/>
                    </a:cubicBezTo>
                    <a:cubicBezTo>
                      <a:pt x="187865" y="42210"/>
                      <a:pt x="195862" y="42210"/>
                      <a:pt x="200718" y="38692"/>
                    </a:cubicBezTo>
                    <a:cubicBezTo>
                      <a:pt x="206371" y="35184"/>
                      <a:pt x="212330" y="32193"/>
                      <a:pt x="218522" y="29755"/>
                    </a:cubicBezTo>
                    <a:cubicBezTo>
                      <a:pt x="220045" y="29089"/>
                      <a:pt x="220426" y="27568"/>
                      <a:pt x="220331" y="25476"/>
                    </a:cubicBezTo>
                    <a:cubicBezTo>
                      <a:pt x="213381" y="19391"/>
                      <a:pt x="210429" y="26047"/>
                      <a:pt x="203765" y="1863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16" name="Freeform 2771">
                <a:extLst>
                  <a:ext uri="{FF2B5EF4-FFF2-40B4-BE49-F238E27FC236}">
                    <a16:creationId xmlns:a16="http://schemas.microsoft.com/office/drawing/2014/main" id="{39C1B8FA-7D39-07F6-16F7-96F66F5212AA}"/>
                  </a:ext>
                </a:extLst>
              </p:cNvPr>
              <p:cNvSpPr/>
              <p:nvPr/>
            </p:nvSpPr>
            <p:spPr>
              <a:xfrm>
                <a:off x="13832200" y="5371652"/>
                <a:ext cx="314293" cy="134516"/>
              </a:xfrm>
              <a:custGeom>
                <a:avLst/>
                <a:gdLst>
                  <a:gd name="connsiteX0" fmla="*/ 56720 w 133291"/>
                  <a:gd name="connsiteY0" fmla="*/ 49426 h 57048"/>
                  <a:gd name="connsiteX1" fmla="*/ 70906 w 133291"/>
                  <a:gd name="connsiteY1" fmla="*/ 60646 h 57048"/>
                  <a:gd name="connsiteX2" fmla="*/ 71763 w 133291"/>
                  <a:gd name="connsiteY2" fmla="*/ 61977 h 57048"/>
                  <a:gd name="connsiteX3" fmla="*/ 92043 w 133291"/>
                  <a:gd name="connsiteY3" fmla="*/ 57888 h 57048"/>
                  <a:gd name="connsiteX4" fmla="*/ 109846 w 133291"/>
                  <a:gd name="connsiteY4" fmla="*/ 59695 h 57048"/>
                  <a:gd name="connsiteX5" fmla="*/ 108799 w 133291"/>
                  <a:gd name="connsiteY5" fmla="*/ 55321 h 57048"/>
                  <a:gd name="connsiteX6" fmla="*/ 122414 w 133291"/>
                  <a:gd name="connsiteY6" fmla="*/ 59505 h 57048"/>
                  <a:gd name="connsiteX7" fmla="*/ 137838 w 133291"/>
                  <a:gd name="connsiteY7" fmla="*/ 60646 h 57048"/>
                  <a:gd name="connsiteX8" fmla="*/ 131364 w 133291"/>
                  <a:gd name="connsiteY8" fmla="*/ 51803 h 57048"/>
                  <a:gd name="connsiteX9" fmla="*/ 135362 w 133291"/>
                  <a:gd name="connsiteY9" fmla="*/ 44482 h 57048"/>
                  <a:gd name="connsiteX10" fmla="*/ 123081 w 133291"/>
                  <a:gd name="connsiteY10" fmla="*/ 38207 h 57048"/>
                  <a:gd name="connsiteX11" fmla="*/ 116797 w 133291"/>
                  <a:gd name="connsiteY11" fmla="*/ 25751 h 57048"/>
                  <a:gd name="connsiteX12" fmla="*/ 109656 w 133291"/>
                  <a:gd name="connsiteY12" fmla="*/ 23089 h 57048"/>
                  <a:gd name="connsiteX13" fmla="*/ 89281 w 133291"/>
                  <a:gd name="connsiteY13" fmla="*/ 25751 h 57048"/>
                  <a:gd name="connsiteX14" fmla="*/ 76809 w 133291"/>
                  <a:gd name="connsiteY14" fmla="*/ 19571 h 57048"/>
                  <a:gd name="connsiteX15" fmla="*/ 64337 w 133291"/>
                  <a:gd name="connsiteY15" fmla="*/ 11489 h 57048"/>
                  <a:gd name="connsiteX16" fmla="*/ 33299 w 133291"/>
                  <a:gd name="connsiteY16" fmla="*/ 8827 h 57048"/>
                  <a:gd name="connsiteX17" fmla="*/ 9211 w 133291"/>
                  <a:gd name="connsiteY17" fmla="*/ 1791 h 57048"/>
                  <a:gd name="connsiteX18" fmla="*/ 1785 w 133291"/>
                  <a:gd name="connsiteY18" fmla="*/ 5309 h 57048"/>
                  <a:gd name="connsiteX19" fmla="*/ 32633 w 133291"/>
                  <a:gd name="connsiteY19" fmla="*/ 22518 h 57048"/>
                  <a:gd name="connsiteX20" fmla="*/ 40345 w 133291"/>
                  <a:gd name="connsiteY20" fmla="*/ 43151 h 57048"/>
                  <a:gd name="connsiteX21" fmla="*/ 35775 w 133291"/>
                  <a:gd name="connsiteY21" fmla="*/ 49997 h 57048"/>
                  <a:gd name="connsiteX22" fmla="*/ 56720 w 133291"/>
                  <a:gd name="connsiteY22" fmla="*/ 49426 h 57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33291" h="57048">
                    <a:moveTo>
                      <a:pt x="56720" y="49426"/>
                    </a:moveTo>
                    <a:cubicBezTo>
                      <a:pt x="63195" y="46479"/>
                      <a:pt x="65575" y="53610"/>
                      <a:pt x="70906" y="60646"/>
                    </a:cubicBezTo>
                    <a:cubicBezTo>
                      <a:pt x="71225" y="61067"/>
                      <a:pt x="71512" y="61512"/>
                      <a:pt x="71763" y="61977"/>
                    </a:cubicBezTo>
                    <a:cubicBezTo>
                      <a:pt x="79094" y="60836"/>
                      <a:pt x="84616" y="58744"/>
                      <a:pt x="92043" y="57888"/>
                    </a:cubicBezTo>
                    <a:cubicBezTo>
                      <a:pt x="98036" y="57553"/>
                      <a:pt x="104044" y="58162"/>
                      <a:pt x="109846" y="59695"/>
                    </a:cubicBezTo>
                    <a:cubicBezTo>
                      <a:pt x="108894" y="57983"/>
                      <a:pt x="108228" y="56462"/>
                      <a:pt x="108799" y="55321"/>
                    </a:cubicBezTo>
                    <a:cubicBezTo>
                      <a:pt x="110608" y="51803"/>
                      <a:pt x="119463" y="56557"/>
                      <a:pt x="122414" y="59505"/>
                    </a:cubicBezTo>
                    <a:cubicBezTo>
                      <a:pt x="126920" y="62782"/>
                      <a:pt x="132897" y="63224"/>
                      <a:pt x="137838" y="60646"/>
                    </a:cubicBezTo>
                    <a:cubicBezTo>
                      <a:pt x="140789" y="57698"/>
                      <a:pt x="133077" y="54751"/>
                      <a:pt x="131364" y="51803"/>
                    </a:cubicBezTo>
                    <a:cubicBezTo>
                      <a:pt x="130411" y="50282"/>
                      <a:pt x="132792" y="47239"/>
                      <a:pt x="135362" y="44482"/>
                    </a:cubicBezTo>
                    <a:cubicBezTo>
                      <a:pt x="130221" y="41629"/>
                      <a:pt x="124890" y="37541"/>
                      <a:pt x="123081" y="38207"/>
                    </a:cubicBezTo>
                    <a:cubicBezTo>
                      <a:pt x="121272" y="38872"/>
                      <a:pt x="120415" y="25751"/>
                      <a:pt x="116797" y="25751"/>
                    </a:cubicBezTo>
                    <a:cubicBezTo>
                      <a:pt x="113179" y="25751"/>
                      <a:pt x="113274" y="23089"/>
                      <a:pt x="109656" y="23089"/>
                    </a:cubicBezTo>
                    <a:cubicBezTo>
                      <a:pt x="102756" y="22658"/>
                      <a:pt x="95838" y="23562"/>
                      <a:pt x="89281" y="25751"/>
                    </a:cubicBezTo>
                    <a:cubicBezTo>
                      <a:pt x="85664" y="28413"/>
                      <a:pt x="81284" y="19571"/>
                      <a:pt x="76809" y="19571"/>
                    </a:cubicBezTo>
                    <a:cubicBezTo>
                      <a:pt x="71727" y="18676"/>
                      <a:pt x="67226" y="15760"/>
                      <a:pt x="64337" y="11489"/>
                    </a:cubicBezTo>
                    <a:cubicBezTo>
                      <a:pt x="61671" y="7971"/>
                      <a:pt x="39488" y="13296"/>
                      <a:pt x="33299" y="8827"/>
                    </a:cubicBezTo>
                    <a:cubicBezTo>
                      <a:pt x="26178" y="4078"/>
                      <a:pt x="17772" y="1623"/>
                      <a:pt x="9211" y="1791"/>
                    </a:cubicBezTo>
                    <a:cubicBezTo>
                      <a:pt x="6561" y="2553"/>
                      <a:pt x="4053" y="3742"/>
                      <a:pt x="1785" y="5309"/>
                    </a:cubicBezTo>
                    <a:cubicBezTo>
                      <a:pt x="13401" y="12060"/>
                      <a:pt x="30348" y="10253"/>
                      <a:pt x="32633" y="22518"/>
                    </a:cubicBezTo>
                    <a:cubicBezTo>
                      <a:pt x="35299" y="36685"/>
                      <a:pt x="43296" y="31076"/>
                      <a:pt x="40345" y="43151"/>
                    </a:cubicBezTo>
                    <a:cubicBezTo>
                      <a:pt x="39538" y="45836"/>
                      <a:pt x="37947" y="48220"/>
                      <a:pt x="35775" y="49997"/>
                    </a:cubicBezTo>
                    <a:cubicBezTo>
                      <a:pt x="42738" y="50993"/>
                      <a:pt x="49821" y="50800"/>
                      <a:pt x="56720" y="4942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17" name="Freeform 2773">
                <a:extLst>
                  <a:ext uri="{FF2B5EF4-FFF2-40B4-BE49-F238E27FC236}">
                    <a16:creationId xmlns:a16="http://schemas.microsoft.com/office/drawing/2014/main" id="{2C7AF278-5F7D-C9BF-B176-E38578831064}"/>
                  </a:ext>
                </a:extLst>
              </p:cNvPr>
              <p:cNvSpPr/>
              <p:nvPr/>
            </p:nvSpPr>
            <p:spPr>
              <a:xfrm>
                <a:off x="15657349" y="5807952"/>
                <a:ext cx="112248" cy="89677"/>
              </a:xfrm>
              <a:custGeom>
                <a:avLst/>
                <a:gdLst>
                  <a:gd name="connsiteX0" fmla="*/ 24540 w 47604"/>
                  <a:gd name="connsiteY0" fmla="*/ 1783 h 38032"/>
                  <a:gd name="connsiteX1" fmla="*/ 1785 w 47604"/>
                  <a:gd name="connsiteY1" fmla="*/ 14809 h 38032"/>
                  <a:gd name="connsiteX2" fmla="*/ 5213 w 47604"/>
                  <a:gd name="connsiteY2" fmla="*/ 20514 h 38032"/>
                  <a:gd name="connsiteX3" fmla="*/ 17018 w 47604"/>
                  <a:gd name="connsiteY3" fmla="*/ 33920 h 38032"/>
                  <a:gd name="connsiteX4" fmla="*/ 19113 w 47604"/>
                  <a:gd name="connsiteY4" fmla="*/ 45710 h 38032"/>
                  <a:gd name="connsiteX5" fmla="*/ 27587 w 47604"/>
                  <a:gd name="connsiteY5" fmla="*/ 44854 h 38032"/>
                  <a:gd name="connsiteX6" fmla="*/ 47580 w 47604"/>
                  <a:gd name="connsiteY6" fmla="*/ 20894 h 38032"/>
                  <a:gd name="connsiteX7" fmla="*/ 24540 w 47604"/>
                  <a:gd name="connsiteY7" fmla="*/ 1783 h 3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604" h="38032">
                    <a:moveTo>
                      <a:pt x="24540" y="1783"/>
                    </a:moveTo>
                    <a:cubicBezTo>
                      <a:pt x="15289" y="2185"/>
                      <a:pt x="6808" y="7040"/>
                      <a:pt x="1785" y="14809"/>
                    </a:cubicBezTo>
                    <a:cubicBezTo>
                      <a:pt x="3320" y="16446"/>
                      <a:pt x="4489" y="18390"/>
                      <a:pt x="5213" y="20514"/>
                    </a:cubicBezTo>
                    <a:cubicBezTo>
                      <a:pt x="7280" y="26329"/>
                      <a:pt x="11507" y="31129"/>
                      <a:pt x="17018" y="33920"/>
                    </a:cubicBezTo>
                    <a:cubicBezTo>
                      <a:pt x="20446" y="35821"/>
                      <a:pt x="19970" y="41051"/>
                      <a:pt x="19113" y="45710"/>
                    </a:cubicBezTo>
                    <a:cubicBezTo>
                      <a:pt x="21957" y="45668"/>
                      <a:pt x="24792" y="45381"/>
                      <a:pt x="27587" y="44854"/>
                    </a:cubicBezTo>
                    <a:cubicBezTo>
                      <a:pt x="33394" y="43523"/>
                      <a:pt x="45867" y="25838"/>
                      <a:pt x="47580" y="20894"/>
                    </a:cubicBezTo>
                    <a:cubicBezTo>
                      <a:pt x="49295" y="15950"/>
                      <a:pt x="32061" y="2258"/>
                      <a:pt x="24540" y="1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18" name="Freeform 2774">
                <a:extLst>
                  <a:ext uri="{FF2B5EF4-FFF2-40B4-BE49-F238E27FC236}">
                    <a16:creationId xmlns:a16="http://schemas.microsoft.com/office/drawing/2014/main" id="{264CC311-1E4F-FC2E-8575-90D440316AB3}"/>
                  </a:ext>
                </a:extLst>
              </p:cNvPr>
              <p:cNvSpPr/>
              <p:nvPr/>
            </p:nvSpPr>
            <p:spPr>
              <a:xfrm>
                <a:off x="17791186" y="5414491"/>
                <a:ext cx="314293" cy="291451"/>
              </a:xfrm>
              <a:custGeom>
                <a:avLst/>
                <a:gdLst>
                  <a:gd name="connsiteX0" fmla="*/ 133934 w 133291"/>
                  <a:gd name="connsiteY0" fmla="*/ 8248 h 123604"/>
                  <a:gd name="connsiteX1" fmla="*/ 117177 w 133291"/>
                  <a:gd name="connsiteY1" fmla="*/ 1783 h 123604"/>
                  <a:gd name="connsiteX2" fmla="*/ 105562 w 133291"/>
                  <a:gd name="connsiteY2" fmla="*/ 17281 h 123604"/>
                  <a:gd name="connsiteX3" fmla="*/ 91376 w 133291"/>
                  <a:gd name="connsiteY3" fmla="*/ 27645 h 123604"/>
                  <a:gd name="connsiteX4" fmla="*/ 83569 w 133291"/>
                  <a:gd name="connsiteY4" fmla="*/ 35346 h 123604"/>
                  <a:gd name="connsiteX5" fmla="*/ 70716 w 133291"/>
                  <a:gd name="connsiteY5" fmla="*/ 39244 h 123604"/>
                  <a:gd name="connsiteX6" fmla="*/ 57767 w 133291"/>
                  <a:gd name="connsiteY6" fmla="*/ 34015 h 123604"/>
                  <a:gd name="connsiteX7" fmla="*/ 44914 w 133291"/>
                  <a:gd name="connsiteY7" fmla="*/ 48182 h 123604"/>
                  <a:gd name="connsiteX8" fmla="*/ 7497 w 133291"/>
                  <a:gd name="connsiteY8" fmla="*/ 68814 h 123604"/>
                  <a:gd name="connsiteX9" fmla="*/ 1785 w 133291"/>
                  <a:gd name="connsiteY9" fmla="*/ 77657 h 123604"/>
                  <a:gd name="connsiteX10" fmla="*/ 24730 w 133291"/>
                  <a:gd name="connsiteY10" fmla="*/ 88971 h 123604"/>
                  <a:gd name="connsiteX11" fmla="*/ 12829 w 133291"/>
                  <a:gd name="connsiteY11" fmla="*/ 110555 h 123604"/>
                  <a:gd name="connsiteX12" fmla="*/ 16447 w 133291"/>
                  <a:gd name="connsiteY12" fmla="*/ 122725 h 123604"/>
                  <a:gd name="connsiteX13" fmla="*/ 26539 w 133291"/>
                  <a:gd name="connsiteY13" fmla="*/ 127669 h 123604"/>
                  <a:gd name="connsiteX14" fmla="*/ 41867 w 133291"/>
                  <a:gd name="connsiteY14" fmla="*/ 124722 h 123604"/>
                  <a:gd name="connsiteX15" fmla="*/ 46628 w 133291"/>
                  <a:gd name="connsiteY15" fmla="*/ 127479 h 123604"/>
                  <a:gd name="connsiteX16" fmla="*/ 58434 w 133291"/>
                  <a:gd name="connsiteY16" fmla="*/ 118636 h 123604"/>
                  <a:gd name="connsiteX17" fmla="*/ 76618 w 133291"/>
                  <a:gd name="connsiteY17" fmla="*/ 114643 h 123604"/>
                  <a:gd name="connsiteX18" fmla="*/ 87186 w 133291"/>
                  <a:gd name="connsiteY18" fmla="*/ 110650 h 123604"/>
                  <a:gd name="connsiteX19" fmla="*/ 69477 w 133291"/>
                  <a:gd name="connsiteY19" fmla="*/ 94011 h 123604"/>
                  <a:gd name="connsiteX20" fmla="*/ 75095 w 133291"/>
                  <a:gd name="connsiteY20" fmla="*/ 76231 h 123604"/>
                  <a:gd name="connsiteX21" fmla="*/ 110036 w 133291"/>
                  <a:gd name="connsiteY21" fmla="*/ 54933 h 123604"/>
                  <a:gd name="connsiteX22" fmla="*/ 117177 w 133291"/>
                  <a:gd name="connsiteY22" fmla="*/ 30687 h 123604"/>
                  <a:gd name="connsiteX23" fmla="*/ 139456 w 133291"/>
                  <a:gd name="connsiteY23" fmla="*/ 9104 h 123604"/>
                  <a:gd name="connsiteX24" fmla="*/ 133934 w 133291"/>
                  <a:gd name="connsiteY24" fmla="*/ 8248 h 123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33291" h="123604">
                    <a:moveTo>
                      <a:pt x="133934" y="8248"/>
                    </a:moveTo>
                    <a:cubicBezTo>
                      <a:pt x="126222" y="10911"/>
                      <a:pt x="123651" y="1783"/>
                      <a:pt x="117177" y="1783"/>
                    </a:cubicBezTo>
                    <a:cubicBezTo>
                      <a:pt x="110703" y="1783"/>
                      <a:pt x="112036" y="17281"/>
                      <a:pt x="105562" y="17281"/>
                    </a:cubicBezTo>
                    <a:cubicBezTo>
                      <a:pt x="99088" y="17281"/>
                      <a:pt x="100421" y="26313"/>
                      <a:pt x="91376" y="27645"/>
                    </a:cubicBezTo>
                    <a:cubicBezTo>
                      <a:pt x="82331" y="28976"/>
                      <a:pt x="79761" y="28881"/>
                      <a:pt x="83569" y="35346"/>
                    </a:cubicBezTo>
                    <a:cubicBezTo>
                      <a:pt x="87377" y="41812"/>
                      <a:pt x="78428" y="39244"/>
                      <a:pt x="70716" y="39244"/>
                    </a:cubicBezTo>
                    <a:cubicBezTo>
                      <a:pt x="63004" y="39244"/>
                      <a:pt x="62909" y="34015"/>
                      <a:pt x="57767" y="34015"/>
                    </a:cubicBezTo>
                    <a:cubicBezTo>
                      <a:pt x="52626" y="34015"/>
                      <a:pt x="48246" y="43523"/>
                      <a:pt x="44914" y="48182"/>
                    </a:cubicBezTo>
                    <a:cubicBezTo>
                      <a:pt x="41582" y="52841"/>
                      <a:pt x="15209" y="65011"/>
                      <a:pt x="7497" y="68814"/>
                    </a:cubicBezTo>
                    <a:cubicBezTo>
                      <a:pt x="4670" y="71053"/>
                      <a:pt x="2661" y="74161"/>
                      <a:pt x="1785" y="77657"/>
                    </a:cubicBezTo>
                    <a:cubicBezTo>
                      <a:pt x="10566" y="78485"/>
                      <a:pt x="18734" y="82513"/>
                      <a:pt x="24730" y="88971"/>
                    </a:cubicBezTo>
                    <a:cubicBezTo>
                      <a:pt x="30348" y="96007"/>
                      <a:pt x="18161" y="103994"/>
                      <a:pt x="12829" y="110555"/>
                    </a:cubicBezTo>
                    <a:cubicBezTo>
                      <a:pt x="7497" y="117115"/>
                      <a:pt x="16161" y="117305"/>
                      <a:pt x="16447" y="122725"/>
                    </a:cubicBezTo>
                    <a:cubicBezTo>
                      <a:pt x="16732" y="128144"/>
                      <a:pt x="23873" y="132233"/>
                      <a:pt x="26539" y="127669"/>
                    </a:cubicBezTo>
                    <a:cubicBezTo>
                      <a:pt x="29205" y="123105"/>
                      <a:pt x="33584" y="124722"/>
                      <a:pt x="41867" y="124722"/>
                    </a:cubicBezTo>
                    <a:cubicBezTo>
                      <a:pt x="43861" y="124620"/>
                      <a:pt x="45727" y="125701"/>
                      <a:pt x="46628" y="127479"/>
                    </a:cubicBezTo>
                    <a:cubicBezTo>
                      <a:pt x="51293" y="123771"/>
                      <a:pt x="56625" y="120348"/>
                      <a:pt x="58434" y="118636"/>
                    </a:cubicBezTo>
                    <a:cubicBezTo>
                      <a:pt x="63892" y="115348"/>
                      <a:pt x="70282" y="113945"/>
                      <a:pt x="76618" y="114643"/>
                    </a:cubicBezTo>
                    <a:cubicBezTo>
                      <a:pt x="80515" y="114667"/>
                      <a:pt x="84281" y="113244"/>
                      <a:pt x="87186" y="110650"/>
                    </a:cubicBezTo>
                    <a:cubicBezTo>
                      <a:pt x="81850" y="104531"/>
                      <a:pt x="75918" y="98957"/>
                      <a:pt x="69477" y="94011"/>
                    </a:cubicBezTo>
                    <a:cubicBezTo>
                      <a:pt x="62623" y="89827"/>
                      <a:pt x="66812" y="78322"/>
                      <a:pt x="75095" y="76231"/>
                    </a:cubicBezTo>
                    <a:cubicBezTo>
                      <a:pt x="87323" y="70129"/>
                      <a:pt x="99012" y="63004"/>
                      <a:pt x="110036" y="54933"/>
                    </a:cubicBezTo>
                    <a:cubicBezTo>
                      <a:pt x="116320" y="51415"/>
                      <a:pt x="112131" y="39815"/>
                      <a:pt x="117177" y="30687"/>
                    </a:cubicBezTo>
                    <a:cubicBezTo>
                      <a:pt x="123464" y="22406"/>
                      <a:pt x="130976" y="15128"/>
                      <a:pt x="139456" y="9104"/>
                    </a:cubicBezTo>
                    <a:cubicBezTo>
                      <a:pt x="137779" y="8165"/>
                      <a:pt x="135818" y="7861"/>
                      <a:pt x="133934" y="824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19" name="Freeform 2775">
                <a:extLst>
                  <a:ext uri="{FF2B5EF4-FFF2-40B4-BE49-F238E27FC236}">
                    <a16:creationId xmlns:a16="http://schemas.microsoft.com/office/drawing/2014/main" id="{F5A8B57D-B68C-9B6F-5171-9EFFEDB17244}"/>
                  </a:ext>
                </a:extLst>
              </p:cNvPr>
              <p:cNvSpPr/>
              <p:nvPr/>
            </p:nvSpPr>
            <p:spPr>
              <a:xfrm>
                <a:off x="15755907" y="6106142"/>
                <a:ext cx="359193" cy="201774"/>
              </a:xfrm>
              <a:custGeom>
                <a:avLst/>
                <a:gdLst>
                  <a:gd name="connsiteX0" fmla="*/ 153071 w 152333"/>
                  <a:gd name="connsiteY0" fmla="*/ 57019 h 85572"/>
                  <a:gd name="connsiteX1" fmla="*/ 148501 w 152333"/>
                  <a:gd name="connsiteY1" fmla="*/ 57019 h 85572"/>
                  <a:gd name="connsiteX2" fmla="*/ 122224 w 152333"/>
                  <a:gd name="connsiteY2" fmla="*/ 52170 h 85572"/>
                  <a:gd name="connsiteX3" fmla="*/ 83569 w 152333"/>
                  <a:gd name="connsiteY3" fmla="*/ 36672 h 85572"/>
                  <a:gd name="connsiteX4" fmla="*/ 42725 w 152333"/>
                  <a:gd name="connsiteY4" fmla="*/ 6912 h 85572"/>
                  <a:gd name="connsiteX5" fmla="*/ 26730 w 152333"/>
                  <a:gd name="connsiteY5" fmla="*/ 3775 h 85572"/>
                  <a:gd name="connsiteX6" fmla="*/ 14448 w 152333"/>
                  <a:gd name="connsiteY6" fmla="*/ 7578 h 85572"/>
                  <a:gd name="connsiteX7" fmla="*/ 4927 w 152333"/>
                  <a:gd name="connsiteY7" fmla="*/ 18987 h 85572"/>
                  <a:gd name="connsiteX8" fmla="*/ 1785 w 152333"/>
                  <a:gd name="connsiteY8" fmla="*/ 34010 h 85572"/>
                  <a:gd name="connsiteX9" fmla="*/ 12068 w 152333"/>
                  <a:gd name="connsiteY9" fmla="*/ 41902 h 85572"/>
                  <a:gd name="connsiteX10" fmla="*/ 27872 w 152333"/>
                  <a:gd name="connsiteY10" fmla="*/ 49888 h 85572"/>
                  <a:gd name="connsiteX11" fmla="*/ 42915 w 152333"/>
                  <a:gd name="connsiteY11" fmla="*/ 57780 h 85572"/>
                  <a:gd name="connsiteX12" fmla="*/ 59577 w 152333"/>
                  <a:gd name="connsiteY12" fmla="*/ 67288 h 85572"/>
                  <a:gd name="connsiteX13" fmla="*/ 78618 w 152333"/>
                  <a:gd name="connsiteY13" fmla="*/ 64055 h 85572"/>
                  <a:gd name="connsiteX14" fmla="*/ 89757 w 152333"/>
                  <a:gd name="connsiteY14" fmla="*/ 75180 h 85572"/>
                  <a:gd name="connsiteX15" fmla="*/ 115844 w 152333"/>
                  <a:gd name="connsiteY15" fmla="*/ 85448 h 85572"/>
                  <a:gd name="connsiteX16" fmla="*/ 150691 w 152333"/>
                  <a:gd name="connsiteY16" fmla="*/ 82216 h 85572"/>
                  <a:gd name="connsiteX17" fmla="*/ 151453 w 152333"/>
                  <a:gd name="connsiteY17" fmla="*/ 61678 h 85572"/>
                  <a:gd name="connsiteX18" fmla="*/ 153071 w 152333"/>
                  <a:gd name="connsiteY18" fmla="*/ 57019 h 8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2333" h="85572">
                    <a:moveTo>
                      <a:pt x="153071" y="57019"/>
                    </a:moveTo>
                    <a:cubicBezTo>
                      <a:pt x="151550" y="56916"/>
                      <a:pt x="150023" y="56916"/>
                      <a:pt x="148501" y="57019"/>
                    </a:cubicBezTo>
                    <a:cubicBezTo>
                      <a:pt x="136981" y="57495"/>
                      <a:pt x="129460" y="51695"/>
                      <a:pt x="122224" y="52170"/>
                    </a:cubicBezTo>
                    <a:cubicBezTo>
                      <a:pt x="108271" y="50213"/>
                      <a:pt x="95004" y="44894"/>
                      <a:pt x="83569" y="36672"/>
                    </a:cubicBezTo>
                    <a:cubicBezTo>
                      <a:pt x="74048" y="29161"/>
                      <a:pt x="48913" y="13092"/>
                      <a:pt x="42725" y="6912"/>
                    </a:cubicBezTo>
                    <a:cubicBezTo>
                      <a:pt x="36536" y="732"/>
                      <a:pt x="27587" y="732"/>
                      <a:pt x="26730" y="3775"/>
                    </a:cubicBezTo>
                    <a:cubicBezTo>
                      <a:pt x="25873" y="6817"/>
                      <a:pt x="21303" y="6912"/>
                      <a:pt x="14448" y="7578"/>
                    </a:cubicBezTo>
                    <a:cubicBezTo>
                      <a:pt x="12639" y="10715"/>
                      <a:pt x="4927" y="14899"/>
                      <a:pt x="4927" y="18987"/>
                    </a:cubicBezTo>
                    <a:cubicBezTo>
                      <a:pt x="4927" y="23076"/>
                      <a:pt x="1785" y="30112"/>
                      <a:pt x="1785" y="34010"/>
                    </a:cubicBezTo>
                    <a:cubicBezTo>
                      <a:pt x="1785" y="37908"/>
                      <a:pt x="9688" y="38764"/>
                      <a:pt x="12068" y="41902"/>
                    </a:cubicBezTo>
                    <a:cubicBezTo>
                      <a:pt x="14448" y="45039"/>
                      <a:pt x="27111" y="46656"/>
                      <a:pt x="27872" y="49888"/>
                    </a:cubicBezTo>
                    <a:cubicBezTo>
                      <a:pt x="28634" y="53121"/>
                      <a:pt x="37393" y="56924"/>
                      <a:pt x="42915" y="57780"/>
                    </a:cubicBezTo>
                    <a:cubicBezTo>
                      <a:pt x="49045" y="59816"/>
                      <a:pt x="54709" y="63048"/>
                      <a:pt x="59577" y="67288"/>
                    </a:cubicBezTo>
                    <a:cubicBezTo>
                      <a:pt x="62719" y="69570"/>
                      <a:pt x="74620" y="64055"/>
                      <a:pt x="78618" y="64055"/>
                    </a:cubicBezTo>
                    <a:cubicBezTo>
                      <a:pt x="82617" y="64055"/>
                      <a:pt x="88901" y="71186"/>
                      <a:pt x="89757" y="75180"/>
                    </a:cubicBezTo>
                    <a:cubicBezTo>
                      <a:pt x="90615" y="79173"/>
                      <a:pt x="111084" y="81455"/>
                      <a:pt x="115844" y="85448"/>
                    </a:cubicBezTo>
                    <a:cubicBezTo>
                      <a:pt x="120605" y="89442"/>
                      <a:pt x="145930" y="86970"/>
                      <a:pt x="150691" y="82216"/>
                    </a:cubicBezTo>
                    <a:cubicBezTo>
                      <a:pt x="155451" y="77462"/>
                      <a:pt x="151453" y="68809"/>
                      <a:pt x="151453" y="61678"/>
                    </a:cubicBezTo>
                    <a:cubicBezTo>
                      <a:pt x="151321" y="59969"/>
                      <a:pt x="151908" y="58281"/>
                      <a:pt x="153071" y="570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20" name="Freeform 2776">
                <a:extLst>
                  <a:ext uri="{FF2B5EF4-FFF2-40B4-BE49-F238E27FC236}">
                    <a16:creationId xmlns:a16="http://schemas.microsoft.com/office/drawing/2014/main" id="{45E6A58F-312F-A83B-19DC-5F1A9007C8EE}"/>
                  </a:ext>
                </a:extLst>
              </p:cNvPr>
              <p:cNvSpPr/>
              <p:nvPr/>
            </p:nvSpPr>
            <p:spPr>
              <a:xfrm>
                <a:off x="16281002" y="6204784"/>
                <a:ext cx="404092" cy="874358"/>
              </a:xfrm>
              <a:custGeom>
                <a:avLst/>
                <a:gdLst>
                  <a:gd name="connsiteX0" fmla="*/ 141075 w 171374"/>
                  <a:gd name="connsiteY0" fmla="*/ 342832 h 370812"/>
                  <a:gd name="connsiteX1" fmla="*/ 134791 w 171374"/>
                  <a:gd name="connsiteY1" fmla="*/ 327904 h 370812"/>
                  <a:gd name="connsiteX2" fmla="*/ 126888 w 171374"/>
                  <a:gd name="connsiteY2" fmla="*/ 303373 h 370812"/>
                  <a:gd name="connsiteX3" fmla="*/ 119748 w 171374"/>
                  <a:gd name="connsiteY3" fmla="*/ 281980 h 370812"/>
                  <a:gd name="connsiteX4" fmla="*/ 122890 w 171374"/>
                  <a:gd name="connsiteY4" fmla="*/ 267813 h 370812"/>
                  <a:gd name="connsiteX5" fmla="*/ 123651 w 171374"/>
                  <a:gd name="connsiteY5" fmla="*/ 258305 h 370812"/>
                  <a:gd name="connsiteX6" fmla="*/ 119748 w 171374"/>
                  <a:gd name="connsiteY6" fmla="*/ 244899 h 370812"/>
                  <a:gd name="connsiteX7" fmla="*/ 104705 w 171374"/>
                  <a:gd name="connsiteY7" fmla="*/ 226739 h 370812"/>
                  <a:gd name="connsiteX8" fmla="*/ 108608 w 171374"/>
                  <a:gd name="connsiteY8" fmla="*/ 195077 h 370812"/>
                  <a:gd name="connsiteX9" fmla="*/ 119748 w 171374"/>
                  <a:gd name="connsiteY9" fmla="*/ 188802 h 370812"/>
                  <a:gd name="connsiteX10" fmla="*/ 134791 w 171374"/>
                  <a:gd name="connsiteY10" fmla="*/ 184048 h 370812"/>
                  <a:gd name="connsiteX11" fmla="*/ 152976 w 171374"/>
                  <a:gd name="connsiteY11" fmla="*/ 173779 h 370812"/>
                  <a:gd name="connsiteX12" fmla="*/ 163258 w 171374"/>
                  <a:gd name="connsiteY12" fmla="*/ 165127 h 370812"/>
                  <a:gd name="connsiteX13" fmla="*/ 173540 w 171374"/>
                  <a:gd name="connsiteY13" fmla="*/ 148488 h 370812"/>
                  <a:gd name="connsiteX14" fmla="*/ 173540 w 171374"/>
                  <a:gd name="connsiteY14" fmla="*/ 148488 h 370812"/>
                  <a:gd name="connsiteX15" fmla="*/ 164496 w 171374"/>
                  <a:gd name="connsiteY15" fmla="*/ 150294 h 370812"/>
                  <a:gd name="connsiteX16" fmla="*/ 152119 w 171374"/>
                  <a:gd name="connsiteY16" fmla="*/ 143639 h 370812"/>
                  <a:gd name="connsiteX17" fmla="*/ 140979 w 171374"/>
                  <a:gd name="connsiteY17" fmla="*/ 138314 h 370812"/>
                  <a:gd name="connsiteX18" fmla="*/ 140979 w 171374"/>
                  <a:gd name="connsiteY18" fmla="*/ 125003 h 370812"/>
                  <a:gd name="connsiteX19" fmla="*/ 133363 w 171374"/>
                  <a:gd name="connsiteY19" fmla="*/ 116160 h 370812"/>
                  <a:gd name="connsiteX20" fmla="*/ 127174 w 171374"/>
                  <a:gd name="connsiteY20" fmla="*/ 99711 h 370812"/>
                  <a:gd name="connsiteX21" fmla="*/ 108990 w 171374"/>
                  <a:gd name="connsiteY21" fmla="*/ 96193 h 370812"/>
                  <a:gd name="connsiteX22" fmla="*/ 105467 w 171374"/>
                  <a:gd name="connsiteY22" fmla="*/ 86685 h 370812"/>
                  <a:gd name="connsiteX23" fmla="*/ 121843 w 171374"/>
                  <a:gd name="connsiteY23" fmla="*/ 58732 h 370812"/>
                  <a:gd name="connsiteX24" fmla="*/ 126794 w 171374"/>
                  <a:gd name="connsiteY24" fmla="*/ 29447 h 370812"/>
                  <a:gd name="connsiteX25" fmla="*/ 118796 w 171374"/>
                  <a:gd name="connsiteY25" fmla="*/ 19939 h 370812"/>
                  <a:gd name="connsiteX26" fmla="*/ 114321 w 171374"/>
                  <a:gd name="connsiteY26" fmla="*/ 8815 h 370812"/>
                  <a:gd name="connsiteX27" fmla="*/ 103840 w 171374"/>
                  <a:gd name="connsiteY27" fmla="*/ 1972 h 370812"/>
                  <a:gd name="connsiteX28" fmla="*/ 100992 w 171374"/>
                  <a:gd name="connsiteY28" fmla="*/ 3110 h 370812"/>
                  <a:gd name="connsiteX29" fmla="*/ 97565 w 171374"/>
                  <a:gd name="connsiteY29" fmla="*/ 5107 h 370812"/>
                  <a:gd name="connsiteX30" fmla="*/ 97565 w 171374"/>
                  <a:gd name="connsiteY30" fmla="*/ 5107 h 370812"/>
                  <a:gd name="connsiteX31" fmla="*/ 92804 w 171374"/>
                  <a:gd name="connsiteY31" fmla="*/ 14615 h 370812"/>
                  <a:gd name="connsiteX32" fmla="*/ 94423 w 171374"/>
                  <a:gd name="connsiteY32" fmla="*/ 28021 h 370812"/>
                  <a:gd name="connsiteX33" fmla="*/ 85759 w 171374"/>
                  <a:gd name="connsiteY33" fmla="*/ 28021 h 370812"/>
                  <a:gd name="connsiteX34" fmla="*/ 69097 w 171374"/>
                  <a:gd name="connsiteY34" fmla="*/ 35152 h 370812"/>
                  <a:gd name="connsiteX35" fmla="*/ 55673 w 171374"/>
                  <a:gd name="connsiteY35" fmla="*/ 51030 h 370812"/>
                  <a:gd name="connsiteX36" fmla="*/ 50151 w 171374"/>
                  <a:gd name="connsiteY36" fmla="*/ 75466 h 370812"/>
                  <a:gd name="connsiteX37" fmla="*/ 43010 w 171374"/>
                  <a:gd name="connsiteY37" fmla="*/ 99997 h 370812"/>
                  <a:gd name="connsiteX38" fmla="*/ 27206 w 171374"/>
                  <a:gd name="connsiteY38" fmla="*/ 99141 h 370812"/>
                  <a:gd name="connsiteX39" fmla="*/ 23207 w 171374"/>
                  <a:gd name="connsiteY39" fmla="*/ 118918 h 370812"/>
                  <a:gd name="connsiteX40" fmla="*/ 17685 w 171374"/>
                  <a:gd name="connsiteY40" fmla="*/ 140216 h 370812"/>
                  <a:gd name="connsiteX41" fmla="*/ 8926 w 171374"/>
                  <a:gd name="connsiteY41" fmla="*/ 155238 h 370812"/>
                  <a:gd name="connsiteX42" fmla="*/ 1785 w 171374"/>
                  <a:gd name="connsiteY42" fmla="*/ 161133 h 370812"/>
                  <a:gd name="connsiteX43" fmla="*/ 20827 w 171374"/>
                  <a:gd name="connsiteY43" fmla="*/ 180910 h 370812"/>
                  <a:gd name="connsiteX44" fmla="*/ 43582 w 171374"/>
                  <a:gd name="connsiteY44" fmla="*/ 221414 h 370812"/>
                  <a:gd name="connsiteX45" fmla="*/ 40630 w 171374"/>
                  <a:gd name="connsiteY45" fmla="*/ 253741 h 370812"/>
                  <a:gd name="connsiteX46" fmla="*/ 48913 w 171374"/>
                  <a:gd name="connsiteY46" fmla="*/ 264676 h 370812"/>
                  <a:gd name="connsiteX47" fmla="*/ 68526 w 171374"/>
                  <a:gd name="connsiteY47" fmla="*/ 262299 h 370812"/>
                  <a:gd name="connsiteX48" fmla="*/ 85378 w 171374"/>
                  <a:gd name="connsiteY48" fmla="*/ 242141 h 370812"/>
                  <a:gd name="connsiteX49" fmla="*/ 95756 w 171374"/>
                  <a:gd name="connsiteY49" fmla="*/ 250128 h 370812"/>
                  <a:gd name="connsiteX50" fmla="*/ 103753 w 171374"/>
                  <a:gd name="connsiteY50" fmla="*/ 272377 h 370812"/>
                  <a:gd name="connsiteX51" fmla="*/ 114131 w 171374"/>
                  <a:gd name="connsiteY51" fmla="*/ 315543 h 370812"/>
                  <a:gd name="connsiteX52" fmla="*/ 121843 w 171374"/>
                  <a:gd name="connsiteY52" fmla="*/ 347205 h 370812"/>
                  <a:gd name="connsiteX53" fmla="*/ 124509 w 171374"/>
                  <a:gd name="connsiteY53" fmla="*/ 370880 h 370812"/>
                  <a:gd name="connsiteX54" fmla="*/ 123271 w 171374"/>
                  <a:gd name="connsiteY54" fmla="*/ 376300 h 370812"/>
                  <a:gd name="connsiteX55" fmla="*/ 141075 w 171374"/>
                  <a:gd name="connsiteY55" fmla="*/ 342832 h 370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71374" h="370812">
                    <a:moveTo>
                      <a:pt x="141075" y="342832"/>
                    </a:moveTo>
                    <a:cubicBezTo>
                      <a:pt x="141075" y="335035"/>
                      <a:pt x="134791" y="334179"/>
                      <a:pt x="134791" y="327904"/>
                    </a:cubicBezTo>
                    <a:cubicBezTo>
                      <a:pt x="135770" y="318977"/>
                      <a:pt x="132897" y="310055"/>
                      <a:pt x="126888" y="303373"/>
                    </a:cubicBezTo>
                    <a:cubicBezTo>
                      <a:pt x="118891" y="296242"/>
                      <a:pt x="114988" y="285973"/>
                      <a:pt x="119748" y="281980"/>
                    </a:cubicBezTo>
                    <a:cubicBezTo>
                      <a:pt x="124509" y="277987"/>
                      <a:pt x="120509" y="267053"/>
                      <a:pt x="122890" y="267813"/>
                    </a:cubicBezTo>
                    <a:cubicBezTo>
                      <a:pt x="125270" y="268574"/>
                      <a:pt x="128412" y="260682"/>
                      <a:pt x="123651" y="258305"/>
                    </a:cubicBezTo>
                    <a:cubicBezTo>
                      <a:pt x="118891" y="255928"/>
                      <a:pt x="123651" y="246420"/>
                      <a:pt x="119748" y="244899"/>
                    </a:cubicBezTo>
                    <a:cubicBezTo>
                      <a:pt x="113088" y="240418"/>
                      <a:pt x="107864" y="234112"/>
                      <a:pt x="104705" y="226739"/>
                    </a:cubicBezTo>
                    <a:cubicBezTo>
                      <a:pt x="104705" y="222745"/>
                      <a:pt x="107847" y="200687"/>
                      <a:pt x="108608" y="195077"/>
                    </a:cubicBezTo>
                    <a:cubicBezTo>
                      <a:pt x="109370" y="189467"/>
                      <a:pt x="117368" y="188802"/>
                      <a:pt x="119748" y="188802"/>
                    </a:cubicBezTo>
                    <a:cubicBezTo>
                      <a:pt x="122128" y="188802"/>
                      <a:pt x="131554" y="189562"/>
                      <a:pt x="134791" y="184048"/>
                    </a:cubicBezTo>
                    <a:cubicBezTo>
                      <a:pt x="138028" y="178533"/>
                      <a:pt x="151357" y="177677"/>
                      <a:pt x="152976" y="173779"/>
                    </a:cubicBezTo>
                    <a:cubicBezTo>
                      <a:pt x="154594" y="169881"/>
                      <a:pt x="163258" y="169786"/>
                      <a:pt x="163258" y="165127"/>
                    </a:cubicBezTo>
                    <a:cubicBezTo>
                      <a:pt x="163258" y="160468"/>
                      <a:pt x="173540" y="148488"/>
                      <a:pt x="173540" y="148488"/>
                    </a:cubicBezTo>
                    <a:lnTo>
                      <a:pt x="173540" y="148488"/>
                    </a:lnTo>
                    <a:cubicBezTo>
                      <a:pt x="172398" y="146301"/>
                      <a:pt x="169733" y="148488"/>
                      <a:pt x="164496" y="150294"/>
                    </a:cubicBezTo>
                    <a:cubicBezTo>
                      <a:pt x="155641" y="153907"/>
                      <a:pt x="151167" y="148963"/>
                      <a:pt x="152119" y="143639"/>
                    </a:cubicBezTo>
                    <a:cubicBezTo>
                      <a:pt x="153071" y="138314"/>
                      <a:pt x="145835" y="138314"/>
                      <a:pt x="140979" y="138314"/>
                    </a:cubicBezTo>
                    <a:cubicBezTo>
                      <a:pt x="136124" y="138314"/>
                      <a:pt x="139170" y="130327"/>
                      <a:pt x="140979" y="125003"/>
                    </a:cubicBezTo>
                    <a:cubicBezTo>
                      <a:pt x="142788" y="119678"/>
                      <a:pt x="139170" y="116636"/>
                      <a:pt x="133363" y="116160"/>
                    </a:cubicBezTo>
                    <a:cubicBezTo>
                      <a:pt x="127555" y="115685"/>
                      <a:pt x="124985" y="103229"/>
                      <a:pt x="127174" y="99711"/>
                    </a:cubicBezTo>
                    <a:cubicBezTo>
                      <a:pt x="129364" y="96193"/>
                      <a:pt x="115178" y="93056"/>
                      <a:pt x="108990" y="96193"/>
                    </a:cubicBezTo>
                    <a:cubicBezTo>
                      <a:pt x="102801" y="99331"/>
                      <a:pt x="107181" y="90869"/>
                      <a:pt x="105467" y="86685"/>
                    </a:cubicBezTo>
                    <a:cubicBezTo>
                      <a:pt x="103753" y="82502"/>
                      <a:pt x="113464" y="67194"/>
                      <a:pt x="121843" y="58732"/>
                    </a:cubicBezTo>
                    <a:cubicBezTo>
                      <a:pt x="130221" y="50270"/>
                      <a:pt x="126794" y="39240"/>
                      <a:pt x="126794" y="29447"/>
                    </a:cubicBezTo>
                    <a:cubicBezTo>
                      <a:pt x="126794" y="19654"/>
                      <a:pt x="122795" y="19939"/>
                      <a:pt x="118796" y="19939"/>
                    </a:cubicBezTo>
                    <a:cubicBezTo>
                      <a:pt x="114797" y="19939"/>
                      <a:pt x="114321" y="14234"/>
                      <a:pt x="114321" y="8815"/>
                    </a:cubicBezTo>
                    <a:cubicBezTo>
                      <a:pt x="113319" y="4035"/>
                      <a:pt x="108626" y="971"/>
                      <a:pt x="103840" y="1972"/>
                    </a:cubicBezTo>
                    <a:cubicBezTo>
                      <a:pt x="102832" y="2183"/>
                      <a:pt x="101868" y="2568"/>
                      <a:pt x="100992" y="3110"/>
                    </a:cubicBezTo>
                    <a:lnTo>
                      <a:pt x="97565" y="5107"/>
                    </a:lnTo>
                    <a:lnTo>
                      <a:pt x="97565" y="5107"/>
                    </a:lnTo>
                    <a:cubicBezTo>
                      <a:pt x="97565" y="5107"/>
                      <a:pt x="96041" y="12998"/>
                      <a:pt x="92804" y="14615"/>
                    </a:cubicBezTo>
                    <a:cubicBezTo>
                      <a:pt x="89567" y="16231"/>
                      <a:pt x="89662" y="20985"/>
                      <a:pt x="94423" y="28021"/>
                    </a:cubicBezTo>
                    <a:cubicBezTo>
                      <a:pt x="99183" y="35057"/>
                      <a:pt x="87282" y="32014"/>
                      <a:pt x="85759" y="28021"/>
                    </a:cubicBezTo>
                    <a:cubicBezTo>
                      <a:pt x="84235" y="24028"/>
                      <a:pt x="74619" y="30398"/>
                      <a:pt x="69097" y="35152"/>
                    </a:cubicBezTo>
                    <a:cubicBezTo>
                      <a:pt x="63575" y="39906"/>
                      <a:pt x="55673" y="42283"/>
                      <a:pt x="55673" y="51030"/>
                    </a:cubicBezTo>
                    <a:cubicBezTo>
                      <a:pt x="55673" y="59778"/>
                      <a:pt x="48532" y="68335"/>
                      <a:pt x="50151" y="75466"/>
                    </a:cubicBezTo>
                    <a:cubicBezTo>
                      <a:pt x="51769" y="82597"/>
                      <a:pt x="42153" y="96003"/>
                      <a:pt x="43010" y="99997"/>
                    </a:cubicBezTo>
                    <a:cubicBezTo>
                      <a:pt x="43867" y="103990"/>
                      <a:pt x="29586" y="99141"/>
                      <a:pt x="27206" y="99141"/>
                    </a:cubicBezTo>
                    <a:cubicBezTo>
                      <a:pt x="24825" y="99141"/>
                      <a:pt x="26349" y="114164"/>
                      <a:pt x="23207" y="118918"/>
                    </a:cubicBezTo>
                    <a:cubicBezTo>
                      <a:pt x="20065" y="123672"/>
                      <a:pt x="22445" y="140216"/>
                      <a:pt x="17685" y="140216"/>
                    </a:cubicBezTo>
                    <a:cubicBezTo>
                      <a:pt x="12924" y="140216"/>
                      <a:pt x="8926" y="155238"/>
                      <a:pt x="8926" y="155238"/>
                    </a:cubicBezTo>
                    <a:cubicBezTo>
                      <a:pt x="6411" y="157035"/>
                      <a:pt x="4025" y="159005"/>
                      <a:pt x="1785" y="161133"/>
                    </a:cubicBezTo>
                    <a:cubicBezTo>
                      <a:pt x="5726" y="169675"/>
                      <a:pt x="12434" y="176643"/>
                      <a:pt x="20827" y="180910"/>
                    </a:cubicBezTo>
                    <a:cubicBezTo>
                      <a:pt x="32347" y="185664"/>
                      <a:pt x="39868" y="209434"/>
                      <a:pt x="43582" y="221414"/>
                    </a:cubicBezTo>
                    <a:cubicBezTo>
                      <a:pt x="46797" y="232168"/>
                      <a:pt x="45740" y="243745"/>
                      <a:pt x="40630" y="253741"/>
                    </a:cubicBezTo>
                    <a:cubicBezTo>
                      <a:pt x="36536" y="260777"/>
                      <a:pt x="42153" y="261158"/>
                      <a:pt x="48913" y="264676"/>
                    </a:cubicBezTo>
                    <a:cubicBezTo>
                      <a:pt x="55673" y="268194"/>
                      <a:pt x="63480" y="269430"/>
                      <a:pt x="68526" y="262299"/>
                    </a:cubicBezTo>
                    <a:cubicBezTo>
                      <a:pt x="73572" y="255168"/>
                      <a:pt x="83855" y="250128"/>
                      <a:pt x="85378" y="242141"/>
                    </a:cubicBezTo>
                    <a:cubicBezTo>
                      <a:pt x="86901" y="234155"/>
                      <a:pt x="91566" y="246040"/>
                      <a:pt x="95756" y="250128"/>
                    </a:cubicBezTo>
                    <a:cubicBezTo>
                      <a:pt x="100812" y="256457"/>
                      <a:pt x="103624" y="264282"/>
                      <a:pt x="103753" y="272377"/>
                    </a:cubicBezTo>
                    <a:cubicBezTo>
                      <a:pt x="104610" y="282456"/>
                      <a:pt x="105562" y="307557"/>
                      <a:pt x="114131" y="315543"/>
                    </a:cubicBezTo>
                    <a:cubicBezTo>
                      <a:pt x="121564" y="324289"/>
                      <a:pt x="124423" y="336027"/>
                      <a:pt x="121843" y="347205"/>
                    </a:cubicBezTo>
                    <a:cubicBezTo>
                      <a:pt x="119462" y="353385"/>
                      <a:pt x="126318" y="364034"/>
                      <a:pt x="124509" y="370880"/>
                    </a:cubicBezTo>
                    <a:cubicBezTo>
                      <a:pt x="124509" y="372211"/>
                      <a:pt x="123747" y="374208"/>
                      <a:pt x="123271" y="376300"/>
                    </a:cubicBezTo>
                    <a:cubicBezTo>
                      <a:pt x="131649" y="377346"/>
                      <a:pt x="141075" y="342832"/>
                      <a:pt x="141075" y="3428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21" name="Freeform 2777">
                <a:extLst>
                  <a:ext uri="{FF2B5EF4-FFF2-40B4-BE49-F238E27FC236}">
                    <a16:creationId xmlns:a16="http://schemas.microsoft.com/office/drawing/2014/main" id="{6F0BD8FE-AC01-F69D-1E7B-DC834B1432B9}"/>
                  </a:ext>
                </a:extLst>
              </p:cNvPr>
              <p:cNvSpPr/>
              <p:nvPr/>
            </p:nvSpPr>
            <p:spPr>
              <a:xfrm>
                <a:off x="16145632" y="6216416"/>
                <a:ext cx="134697" cy="67258"/>
              </a:xfrm>
              <a:custGeom>
                <a:avLst/>
                <a:gdLst>
                  <a:gd name="connsiteX0" fmla="*/ 60147 w 57124"/>
                  <a:gd name="connsiteY0" fmla="*/ 12439 h 28524"/>
                  <a:gd name="connsiteX1" fmla="*/ 37012 w 57124"/>
                  <a:gd name="connsiteY1" fmla="*/ 6069 h 28524"/>
                  <a:gd name="connsiteX2" fmla="*/ 20541 w 57124"/>
                  <a:gd name="connsiteY2" fmla="*/ 3407 h 28524"/>
                  <a:gd name="connsiteX3" fmla="*/ 6355 w 57124"/>
                  <a:gd name="connsiteY3" fmla="*/ 15862 h 28524"/>
                  <a:gd name="connsiteX4" fmla="*/ 1785 w 57124"/>
                  <a:gd name="connsiteY4" fmla="*/ 24324 h 28524"/>
                  <a:gd name="connsiteX5" fmla="*/ 7021 w 57124"/>
                  <a:gd name="connsiteY5" fmla="*/ 28983 h 28524"/>
                  <a:gd name="connsiteX6" fmla="*/ 20446 w 57124"/>
                  <a:gd name="connsiteY6" fmla="*/ 32121 h 28524"/>
                  <a:gd name="connsiteX7" fmla="*/ 39487 w 57124"/>
                  <a:gd name="connsiteY7" fmla="*/ 33737 h 28524"/>
                  <a:gd name="connsiteX8" fmla="*/ 59195 w 57124"/>
                  <a:gd name="connsiteY8" fmla="*/ 31360 h 28524"/>
                  <a:gd name="connsiteX9" fmla="*/ 56815 w 57124"/>
                  <a:gd name="connsiteY9" fmla="*/ 13961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124" h="28524">
                    <a:moveTo>
                      <a:pt x="60147" y="12439"/>
                    </a:moveTo>
                    <a:cubicBezTo>
                      <a:pt x="48151" y="1505"/>
                      <a:pt x="44914" y="10348"/>
                      <a:pt x="37012" y="6069"/>
                    </a:cubicBezTo>
                    <a:cubicBezTo>
                      <a:pt x="29109" y="1791"/>
                      <a:pt x="24539" y="364"/>
                      <a:pt x="20541" y="3407"/>
                    </a:cubicBezTo>
                    <a:cubicBezTo>
                      <a:pt x="16542" y="6450"/>
                      <a:pt x="10354" y="6069"/>
                      <a:pt x="6355" y="15862"/>
                    </a:cubicBezTo>
                    <a:cubicBezTo>
                      <a:pt x="5147" y="18842"/>
                      <a:pt x="3614" y="21680"/>
                      <a:pt x="1785" y="24324"/>
                    </a:cubicBezTo>
                    <a:cubicBezTo>
                      <a:pt x="3213" y="27272"/>
                      <a:pt x="5307" y="29364"/>
                      <a:pt x="7021" y="28983"/>
                    </a:cubicBezTo>
                    <a:cubicBezTo>
                      <a:pt x="8735" y="28603"/>
                      <a:pt x="14162" y="33737"/>
                      <a:pt x="20446" y="32121"/>
                    </a:cubicBezTo>
                    <a:cubicBezTo>
                      <a:pt x="26729" y="30505"/>
                      <a:pt x="30728" y="36114"/>
                      <a:pt x="39487" y="33737"/>
                    </a:cubicBezTo>
                    <a:cubicBezTo>
                      <a:pt x="48246" y="31360"/>
                      <a:pt x="56053" y="36875"/>
                      <a:pt x="59195" y="31360"/>
                    </a:cubicBezTo>
                    <a:cubicBezTo>
                      <a:pt x="62337" y="25846"/>
                      <a:pt x="56815" y="13961"/>
                      <a:pt x="56815" y="139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22" name="Freeform 2778">
                <a:extLst>
                  <a:ext uri="{FF2B5EF4-FFF2-40B4-BE49-F238E27FC236}">
                    <a16:creationId xmlns:a16="http://schemas.microsoft.com/office/drawing/2014/main" id="{6F9800EA-6C17-0DF5-6FA0-06C023838CA1}"/>
                  </a:ext>
                </a:extLst>
              </p:cNvPr>
              <p:cNvSpPr/>
              <p:nvPr/>
            </p:nvSpPr>
            <p:spPr>
              <a:xfrm>
                <a:off x="16738299" y="6465749"/>
                <a:ext cx="336743" cy="717423"/>
              </a:xfrm>
              <a:custGeom>
                <a:avLst/>
                <a:gdLst>
                  <a:gd name="connsiteX0" fmla="*/ 110894 w 142812"/>
                  <a:gd name="connsiteY0" fmla="*/ 37813 h 304256"/>
                  <a:gd name="connsiteX1" fmla="*/ 91186 w 142812"/>
                  <a:gd name="connsiteY1" fmla="*/ 22790 h 304256"/>
                  <a:gd name="connsiteX2" fmla="*/ 85568 w 142812"/>
                  <a:gd name="connsiteY2" fmla="*/ 10905 h 304256"/>
                  <a:gd name="connsiteX3" fmla="*/ 69002 w 142812"/>
                  <a:gd name="connsiteY3" fmla="*/ 2253 h 304256"/>
                  <a:gd name="connsiteX4" fmla="*/ 53198 w 142812"/>
                  <a:gd name="connsiteY4" fmla="*/ 12522 h 304256"/>
                  <a:gd name="connsiteX5" fmla="*/ 39678 w 142812"/>
                  <a:gd name="connsiteY5" fmla="*/ 14899 h 304256"/>
                  <a:gd name="connsiteX6" fmla="*/ 22350 w 142812"/>
                  <a:gd name="connsiteY6" fmla="*/ 14899 h 304256"/>
                  <a:gd name="connsiteX7" fmla="*/ 7307 w 142812"/>
                  <a:gd name="connsiteY7" fmla="*/ 16420 h 304256"/>
                  <a:gd name="connsiteX8" fmla="*/ 1785 w 142812"/>
                  <a:gd name="connsiteY8" fmla="*/ 20699 h 304256"/>
                  <a:gd name="connsiteX9" fmla="*/ 9021 w 142812"/>
                  <a:gd name="connsiteY9" fmla="*/ 31252 h 304256"/>
                  <a:gd name="connsiteX10" fmla="*/ 19208 w 142812"/>
                  <a:gd name="connsiteY10" fmla="*/ 46465 h 304256"/>
                  <a:gd name="connsiteX11" fmla="*/ 35679 w 142812"/>
                  <a:gd name="connsiteY11" fmla="*/ 55403 h 304256"/>
                  <a:gd name="connsiteX12" fmla="*/ 49675 w 142812"/>
                  <a:gd name="connsiteY12" fmla="*/ 59206 h 304256"/>
                  <a:gd name="connsiteX13" fmla="*/ 56054 w 142812"/>
                  <a:gd name="connsiteY13" fmla="*/ 74419 h 304256"/>
                  <a:gd name="connsiteX14" fmla="*/ 40820 w 142812"/>
                  <a:gd name="connsiteY14" fmla="*/ 83261 h 304256"/>
                  <a:gd name="connsiteX15" fmla="*/ 62337 w 142812"/>
                  <a:gd name="connsiteY15" fmla="*/ 102277 h 304256"/>
                  <a:gd name="connsiteX16" fmla="*/ 72525 w 142812"/>
                  <a:gd name="connsiteY16" fmla="*/ 119962 h 304256"/>
                  <a:gd name="connsiteX17" fmla="*/ 88996 w 142812"/>
                  <a:gd name="connsiteY17" fmla="*/ 141546 h 304256"/>
                  <a:gd name="connsiteX18" fmla="*/ 105562 w 142812"/>
                  <a:gd name="connsiteY18" fmla="*/ 156758 h 304256"/>
                  <a:gd name="connsiteX19" fmla="*/ 109371 w 142812"/>
                  <a:gd name="connsiteY19" fmla="*/ 177105 h 304256"/>
                  <a:gd name="connsiteX20" fmla="*/ 115654 w 142812"/>
                  <a:gd name="connsiteY20" fmla="*/ 210003 h 304256"/>
                  <a:gd name="connsiteX21" fmla="*/ 101754 w 142812"/>
                  <a:gd name="connsiteY21" fmla="*/ 232823 h 304256"/>
                  <a:gd name="connsiteX22" fmla="*/ 83950 w 142812"/>
                  <a:gd name="connsiteY22" fmla="*/ 244232 h 304256"/>
                  <a:gd name="connsiteX23" fmla="*/ 83950 w 142812"/>
                  <a:gd name="connsiteY23" fmla="*/ 262012 h 304256"/>
                  <a:gd name="connsiteX24" fmla="*/ 61100 w 142812"/>
                  <a:gd name="connsiteY24" fmla="*/ 262012 h 304256"/>
                  <a:gd name="connsiteX25" fmla="*/ 48723 w 142812"/>
                  <a:gd name="connsiteY25" fmla="*/ 271520 h 304256"/>
                  <a:gd name="connsiteX26" fmla="*/ 57577 w 142812"/>
                  <a:gd name="connsiteY26" fmla="*/ 278176 h 304256"/>
                  <a:gd name="connsiteX27" fmla="*/ 52055 w 142812"/>
                  <a:gd name="connsiteY27" fmla="*/ 295671 h 304256"/>
                  <a:gd name="connsiteX28" fmla="*/ 61576 w 142812"/>
                  <a:gd name="connsiteY28" fmla="*/ 303657 h 304256"/>
                  <a:gd name="connsiteX29" fmla="*/ 79665 w 142812"/>
                  <a:gd name="connsiteY29" fmla="*/ 289680 h 304256"/>
                  <a:gd name="connsiteX30" fmla="*/ 84426 w 142812"/>
                  <a:gd name="connsiteY30" fmla="*/ 281979 h 304256"/>
                  <a:gd name="connsiteX31" fmla="*/ 89757 w 142812"/>
                  <a:gd name="connsiteY31" fmla="*/ 271330 h 304256"/>
                  <a:gd name="connsiteX32" fmla="*/ 102230 w 142812"/>
                  <a:gd name="connsiteY32" fmla="*/ 269333 h 304256"/>
                  <a:gd name="connsiteX33" fmla="*/ 129459 w 142812"/>
                  <a:gd name="connsiteY33" fmla="*/ 256307 h 304256"/>
                  <a:gd name="connsiteX34" fmla="*/ 145169 w 142812"/>
                  <a:gd name="connsiteY34" fmla="*/ 229685 h 304256"/>
                  <a:gd name="connsiteX35" fmla="*/ 140408 w 142812"/>
                  <a:gd name="connsiteY35" fmla="*/ 183191 h 304256"/>
                  <a:gd name="connsiteX36" fmla="*/ 121367 w 142812"/>
                  <a:gd name="connsiteY36" fmla="*/ 151814 h 304256"/>
                  <a:gd name="connsiteX37" fmla="*/ 89091 w 142812"/>
                  <a:gd name="connsiteY37" fmla="*/ 124621 h 304256"/>
                  <a:gd name="connsiteX38" fmla="*/ 80141 w 142812"/>
                  <a:gd name="connsiteY38" fmla="*/ 109218 h 304256"/>
                  <a:gd name="connsiteX39" fmla="*/ 75096 w 142812"/>
                  <a:gd name="connsiteY39" fmla="*/ 82025 h 304256"/>
                  <a:gd name="connsiteX40" fmla="*/ 89377 w 142812"/>
                  <a:gd name="connsiteY40" fmla="*/ 64531 h 304256"/>
                  <a:gd name="connsiteX41" fmla="*/ 97089 w 142812"/>
                  <a:gd name="connsiteY41" fmla="*/ 52741 h 304256"/>
                  <a:gd name="connsiteX42" fmla="*/ 112798 w 142812"/>
                  <a:gd name="connsiteY42" fmla="*/ 42377 h 304256"/>
                  <a:gd name="connsiteX43" fmla="*/ 114512 w 142812"/>
                  <a:gd name="connsiteY43" fmla="*/ 40856 h 304256"/>
                  <a:gd name="connsiteX44" fmla="*/ 110894 w 142812"/>
                  <a:gd name="connsiteY44" fmla="*/ 37813 h 30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42812" h="304256">
                    <a:moveTo>
                      <a:pt x="110894" y="37813"/>
                    </a:moveTo>
                    <a:cubicBezTo>
                      <a:pt x="105372" y="37052"/>
                      <a:pt x="91186" y="26784"/>
                      <a:pt x="91186" y="22790"/>
                    </a:cubicBezTo>
                    <a:cubicBezTo>
                      <a:pt x="91186" y="18797"/>
                      <a:pt x="98231" y="12522"/>
                      <a:pt x="85568" y="10905"/>
                    </a:cubicBezTo>
                    <a:cubicBezTo>
                      <a:pt x="78953" y="10936"/>
                      <a:pt x="72751" y="7697"/>
                      <a:pt x="69002" y="2253"/>
                    </a:cubicBezTo>
                    <a:cubicBezTo>
                      <a:pt x="66622" y="-124"/>
                      <a:pt x="56339" y="7007"/>
                      <a:pt x="53198" y="12522"/>
                    </a:cubicBezTo>
                    <a:cubicBezTo>
                      <a:pt x="50056" y="18036"/>
                      <a:pt x="46818" y="10905"/>
                      <a:pt x="39678" y="14899"/>
                    </a:cubicBezTo>
                    <a:cubicBezTo>
                      <a:pt x="32537" y="18892"/>
                      <a:pt x="25492" y="9384"/>
                      <a:pt x="22350" y="14899"/>
                    </a:cubicBezTo>
                    <a:cubicBezTo>
                      <a:pt x="19208" y="20413"/>
                      <a:pt x="11211" y="11761"/>
                      <a:pt x="7307" y="16420"/>
                    </a:cubicBezTo>
                    <a:cubicBezTo>
                      <a:pt x="5809" y="18240"/>
                      <a:pt x="3922" y="19702"/>
                      <a:pt x="1785" y="20699"/>
                    </a:cubicBezTo>
                    <a:cubicBezTo>
                      <a:pt x="5308" y="24597"/>
                      <a:pt x="9021" y="28400"/>
                      <a:pt x="9021" y="31252"/>
                    </a:cubicBezTo>
                    <a:cubicBezTo>
                      <a:pt x="9021" y="36387"/>
                      <a:pt x="19208" y="40190"/>
                      <a:pt x="19208" y="46465"/>
                    </a:cubicBezTo>
                    <a:cubicBezTo>
                      <a:pt x="19208" y="52741"/>
                      <a:pt x="31871" y="57875"/>
                      <a:pt x="35679" y="55403"/>
                    </a:cubicBezTo>
                    <a:cubicBezTo>
                      <a:pt x="39488" y="52931"/>
                      <a:pt x="48437" y="50269"/>
                      <a:pt x="49675" y="59206"/>
                    </a:cubicBezTo>
                    <a:cubicBezTo>
                      <a:pt x="50912" y="68144"/>
                      <a:pt x="56054" y="68048"/>
                      <a:pt x="56054" y="74419"/>
                    </a:cubicBezTo>
                    <a:cubicBezTo>
                      <a:pt x="56054" y="80789"/>
                      <a:pt x="43296" y="76891"/>
                      <a:pt x="40820" y="83261"/>
                    </a:cubicBezTo>
                    <a:cubicBezTo>
                      <a:pt x="38345" y="89632"/>
                      <a:pt x="62337" y="97238"/>
                      <a:pt x="62337" y="102277"/>
                    </a:cubicBezTo>
                    <a:cubicBezTo>
                      <a:pt x="62337" y="107317"/>
                      <a:pt x="69954" y="113687"/>
                      <a:pt x="72525" y="119962"/>
                    </a:cubicBezTo>
                    <a:cubicBezTo>
                      <a:pt x="75096" y="126238"/>
                      <a:pt x="86521" y="133939"/>
                      <a:pt x="88996" y="141546"/>
                    </a:cubicBezTo>
                    <a:cubicBezTo>
                      <a:pt x="91471" y="149152"/>
                      <a:pt x="101754" y="152955"/>
                      <a:pt x="105562" y="156758"/>
                    </a:cubicBezTo>
                    <a:cubicBezTo>
                      <a:pt x="109591" y="162724"/>
                      <a:pt x="110969" y="170089"/>
                      <a:pt x="109371" y="177105"/>
                    </a:cubicBezTo>
                    <a:cubicBezTo>
                      <a:pt x="107400" y="188470"/>
                      <a:pt x="109634" y="200162"/>
                      <a:pt x="115654" y="210003"/>
                    </a:cubicBezTo>
                    <a:cubicBezTo>
                      <a:pt x="123271" y="221413"/>
                      <a:pt x="106799" y="226547"/>
                      <a:pt x="101754" y="232823"/>
                    </a:cubicBezTo>
                    <a:cubicBezTo>
                      <a:pt x="96707" y="239098"/>
                      <a:pt x="99183" y="248035"/>
                      <a:pt x="83950" y="244232"/>
                    </a:cubicBezTo>
                    <a:cubicBezTo>
                      <a:pt x="68716" y="240429"/>
                      <a:pt x="86521" y="256973"/>
                      <a:pt x="83950" y="262012"/>
                    </a:cubicBezTo>
                    <a:cubicBezTo>
                      <a:pt x="81379" y="267051"/>
                      <a:pt x="61100" y="256973"/>
                      <a:pt x="61100" y="262012"/>
                    </a:cubicBezTo>
                    <a:cubicBezTo>
                      <a:pt x="61100" y="265055"/>
                      <a:pt x="54245" y="269048"/>
                      <a:pt x="48723" y="271520"/>
                    </a:cubicBezTo>
                    <a:cubicBezTo>
                      <a:pt x="51273" y="274226"/>
                      <a:pt x="54268" y="276477"/>
                      <a:pt x="57577" y="278176"/>
                    </a:cubicBezTo>
                    <a:cubicBezTo>
                      <a:pt x="62337" y="281123"/>
                      <a:pt x="51674" y="286163"/>
                      <a:pt x="52055" y="295671"/>
                    </a:cubicBezTo>
                    <a:cubicBezTo>
                      <a:pt x="52436" y="305179"/>
                      <a:pt x="59386" y="307461"/>
                      <a:pt x="61576" y="303657"/>
                    </a:cubicBezTo>
                    <a:cubicBezTo>
                      <a:pt x="66634" y="297863"/>
                      <a:pt x="72779" y="293115"/>
                      <a:pt x="79665" y="289680"/>
                    </a:cubicBezTo>
                    <a:cubicBezTo>
                      <a:pt x="84140" y="288254"/>
                      <a:pt x="79665" y="281789"/>
                      <a:pt x="84426" y="281979"/>
                    </a:cubicBezTo>
                    <a:cubicBezTo>
                      <a:pt x="89186" y="282169"/>
                      <a:pt x="87663" y="275228"/>
                      <a:pt x="89757" y="271330"/>
                    </a:cubicBezTo>
                    <a:cubicBezTo>
                      <a:pt x="91852" y="267432"/>
                      <a:pt x="95089" y="268953"/>
                      <a:pt x="102230" y="269333"/>
                    </a:cubicBezTo>
                    <a:cubicBezTo>
                      <a:pt x="109370" y="269714"/>
                      <a:pt x="119367" y="262773"/>
                      <a:pt x="129459" y="256307"/>
                    </a:cubicBezTo>
                    <a:cubicBezTo>
                      <a:pt x="139551" y="249842"/>
                      <a:pt x="141265" y="248321"/>
                      <a:pt x="145169" y="229685"/>
                    </a:cubicBezTo>
                    <a:cubicBezTo>
                      <a:pt x="149072" y="211049"/>
                      <a:pt x="140694" y="188800"/>
                      <a:pt x="140408" y="183191"/>
                    </a:cubicBezTo>
                    <a:cubicBezTo>
                      <a:pt x="140122" y="177581"/>
                      <a:pt x="126508" y="151529"/>
                      <a:pt x="121367" y="151814"/>
                    </a:cubicBezTo>
                    <a:cubicBezTo>
                      <a:pt x="116226" y="152099"/>
                      <a:pt x="92804" y="128424"/>
                      <a:pt x="89091" y="124621"/>
                    </a:cubicBezTo>
                    <a:cubicBezTo>
                      <a:pt x="85378" y="120818"/>
                      <a:pt x="86139" y="114257"/>
                      <a:pt x="80141" y="109218"/>
                    </a:cubicBezTo>
                    <a:cubicBezTo>
                      <a:pt x="74143" y="104179"/>
                      <a:pt x="73667" y="91153"/>
                      <a:pt x="75096" y="82025"/>
                    </a:cubicBezTo>
                    <a:cubicBezTo>
                      <a:pt x="76523" y="72898"/>
                      <a:pt x="89662" y="70806"/>
                      <a:pt x="89377" y="64531"/>
                    </a:cubicBezTo>
                    <a:cubicBezTo>
                      <a:pt x="89091" y="58255"/>
                      <a:pt x="90519" y="53026"/>
                      <a:pt x="97089" y="52741"/>
                    </a:cubicBezTo>
                    <a:cubicBezTo>
                      <a:pt x="103621" y="51825"/>
                      <a:pt x="109392" y="48018"/>
                      <a:pt x="112798" y="42377"/>
                    </a:cubicBezTo>
                    <a:cubicBezTo>
                      <a:pt x="113171" y="41683"/>
                      <a:pt x="113779" y="41144"/>
                      <a:pt x="114512" y="40856"/>
                    </a:cubicBezTo>
                    <a:cubicBezTo>
                      <a:pt x="113582" y="39554"/>
                      <a:pt x="112337" y="38507"/>
                      <a:pt x="110894" y="3781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23" name="Freeform 2779">
                <a:extLst>
                  <a:ext uri="{FF2B5EF4-FFF2-40B4-BE49-F238E27FC236}">
                    <a16:creationId xmlns:a16="http://schemas.microsoft.com/office/drawing/2014/main" id="{715F1FE7-961B-05BA-BA71-8E5D09A732AE}"/>
                  </a:ext>
                </a:extLst>
              </p:cNvPr>
              <p:cNvSpPr/>
              <p:nvPr/>
            </p:nvSpPr>
            <p:spPr>
              <a:xfrm>
                <a:off x="16747771" y="6898208"/>
                <a:ext cx="269395" cy="201774"/>
              </a:xfrm>
              <a:custGeom>
                <a:avLst/>
                <a:gdLst>
                  <a:gd name="connsiteX0" fmla="*/ 57082 w 114249"/>
                  <a:gd name="connsiteY0" fmla="*/ 78608 h 85572"/>
                  <a:gd name="connsiteX1" fmla="*/ 79933 w 114249"/>
                  <a:gd name="connsiteY1" fmla="*/ 78608 h 85572"/>
                  <a:gd name="connsiteX2" fmla="*/ 79933 w 114249"/>
                  <a:gd name="connsiteY2" fmla="*/ 60827 h 85572"/>
                  <a:gd name="connsiteX3" fmla="*/ 97737 w 114249"/>
                  <a:gd name="connsiteY3" fmla="*/ 49418 h 85572"/>
                  <a:gd name="connsiteX4" fmla="*/ 111637 w 114249"/>
                  <a:gd name="connsiteY4" fmla="*/ 26599 h 85572"/>
                  <a:gd name="connsiteX5" fmla="*/ 104687 w 114249"/>
                  <a:gd name="connsiteY5" fmla="*/ 1783 h 85572"/>
                  <a:gd name="connsiteX6" fmla="*/ 90501 w 114249"/>
                  <a:gd name="connsiteY6" fmla="*/ 4540 h 85572"/>
                  <a:gd name="connsiteX7" fmla="*/ 76791 w 114249"/>
                  <a:gd name="connsiteY7" fmla="*/ 8819 h 85572"/>
                  <a:gd name="connsiteX8" fmla="*/ 70792 w 114249"/>
                  <a:gd name="connsiteY8" fmla="*/ 13953 h 85572"/>
                  <a:gd name="connsiteX9" fmla="*/ 59749 w 114249"/>
                  <a:gd name="connsiteY9" fmla="*/ 6252 h 85572"/>
                  <a:gd name="connsiteX10" fmla="*/ 32329 w 114249"/>
                  <a:gd name="connsiteY10" fmla="*/ 5396 h 85572"/>
                  <a:gd name="connsiteX11" fmla="*/ 5004 w 114249"/>
                  <a:gd name="connsiteY11" fmla="*/ 19087 h 85572"/>
                  <a:gd name="connsiteX12" fmla="*/ 5860 w 114249"/>
                  <a:gd name="connsiteY12" fmla="*/ 36962 h 85572"/>
                  <a:gd name="connsiteX13" fmla="*/ 8431 w 114249"/>
                  <a:gd name="connsiteY13" fmla="*/ 52365 h 85572"/>
                  <a:gd name="connsiteX14" fmla="*/ 8431 w 114249"/>
                  <a:gd name="connsiteY14" fmla="*/ 52936 h 85572"/>
                  <a:gd name="connsiteX15" fmla="*/ 13763 w 114249"/>
                  <a:gd name="connsiteY15" fmla="*/ 71001 h 85572"/>
                  <a:gd name="connsiteX16" fmla="*/ 26235 w 114249"/>
                  <a:gd name="connsiteY16" fmla="*/ 73093 h 85572"/>
                  <a:gd name="connsiteX17" fmla="*/ 27092 w 114249"/>
                  <a:gd name="connsiteY17" fmla="*/ 83742 h 85572"/>
                  <a:gd name="connsiteX18" fmla="*/ 43182 w 114249"/>
                  <a:gd name="connsiteY18" fmla="*/ 85263 h 85572"/>
                  <a:gd name="connsiteX19" fmla="*/ 44896 w 114249"/>
                  <a:gd name="connsiteY19" fmla="*/ 88306 h 85572"/>
                  <a:gd name="connsiteX20" fmla="*/ 57082 w 114249"/>
                  <a:gd name="connsiteY20" fmla="*/ 78608 h 8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4249" h="85572">
                    <a:moveTo>
                      <a:pt x="57082" y="78608"/>
                    </a:moveTo>
                    <a:cubicBezTo>
                      <a:pt x="57082" y="73568"/>
                      <a:pt x="77362" y="83647"/>
                      <a:pt x="79933" y="78608"/>
                    </a:cubicBezTo>
                    <a:cubicBezTo>
                      <a:pt x="82503" y="73568"/>
                      <a:pt x="64699" y="57024"/>
                      <a:pt x="79933" y="60827"/>
                    </a:cubicBezTo>
                    <a:cubicBezTo>
                      <a:pt x="95166" y="64631"/>
                      <a:pt x="92595" y="55788"/>
                      <a:pt x="97737" y="49418"/>
                    </a:cubicBezTo>
                    <a:cubicBezTo>
                      <a:pt x="102878" y="43048"/>
                      <a:pt x="119254" y="38008"/>
                      <a:pt x="111637" y="26599"/>
                    </a:cubicBezTo>
                    <a:cubicBezTo>
                      <a:pt x="106977" y="19167"/>
                      <a:pt x="104563" y="10550"/>
                      <a:pt x="104687" y="1783"/>
                    </a:cubicBezTo>
                    <a:cubicBezTo>
                      <a:pt x="100716" y="5010"/>
                      <a:pt x="95394" y="6045"/>
                      <a:pt x="90501" y="4540"/>
                    </a:cubicBezTo>
                    <a:cubicBezTo>
                      <a:pt x="86216" y="2829"/>
                      <a:pt x="76791" y="1973"/>
                      <a:pt x="76791" y="8819"/>
                    </a:cubicBezTo>
                    <a:cubicBezTo>
                      <a:pt x="76791" y="15664"/>
                      <a:pt x="69936" y="17376"/>
                      <a:pt x="70792" y="13953"/>
                    </a:cubicBezTo>
                    <a:cubicBezTo>
                      <a:pt x="71650" y="10530"/>
                      <a:pt x="64033" y="11386"/>
                      <a:pt x="59749" y="6252"/>
                    </a:cubicBezTo>
                    <a:cubicBezTo>
                      <a:pt x="55464" y="1117"/>
                      <a:pt x="40040" y="7963"/>
                      <a:pt x="32329" y="5396"/>
                    </a:cubicBezTo>
                    <a:cubicBezTo>
                      <a:pt x="24617" y="2829"/>
                      <a:pt x="12716" y="9674"/>
                      <a:pt x="5004" y="19087"/>
                    </a:cubicBezTo>
                    <a:cubicBezTo>
                      <a:pt x="-2708" y="28500"/>
                      <a:pt x="5860" y="28595"/>
                      <a:pt x="5860" y="36962"/>
                    </a:cubicBezTo>
                    <a:cubicBezTo>
                      <a:pt x="5860" y="45330"/>
                      <a:pt x="11002" y="45520"/>
                      <a:pt x="8431" y="52365"/>
                    </a:cubicBezTo>
                    <a:cubicBezTo>
                      <a:pt x="8390" y="52553"/>
                      <a:pt x="8390" y="52748"/>
                      <a:pt x="8431" y="52936"/>
                    </a:cubicBezTo>
                    <a:cubicBezTo>
                      <a:pt x="15952" y="56264"/>
                      <a:pt x="13001" y="65677"/>
                      <a:pt x="13763" y="71001"/>
                    </a:cubicBezTo>
                    <a:cubicBezTo>
                      <a:pt x="14525" y="76326"/>
                      <a:pt x="22141" y="73378"/>
                      <a:pt x="26235" y="73093"/>
                    </a:cubicBezTo>
                    <a:cubicBezTo>
                      <a:pt x="30329" y="72808"/>
                      <a:pt x="23570" y="79558"/>
                      <a:pt x="27092" y="83742"/>
                    </a:cubicBezTo>
                    <a:cubicBezTo>
                      <a:pt x="30615" y="87925"/>
                      <a:pt x="41088" y="80224"/>
                      <a:pt x="43182" y="85263"/>
                    </a:cubicBezTo>
                    <a:cubicBezTo>
                      <a:pt x="43639" y="86338"/>
                      <a:pt x="44213" y="87358"/>
                      <a:pt x="44896" y="88306"/>
                    </a:cubicBezTo>
                    <a:cubicBezTo>
                      <a:pt x="50704" y="85643"/>
                      <a:pt x="57082" y="81650"/>
                      <a:pt x="57082" y="7860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24" name="Freeform 2780">
                <a:extLst>
                  <a:ext uri="{FF2B5EF4-FFF2-40B4-BE49-F238E27FC236}">
                    <a16:creationId xmlns:a16="http://schemas.microsoft.com/office/drawing/2014/main" id="{E17C4241-DDA7-741E-872D-D15CFA085895}"/>
                  </a:ext>
                </a:extLst>
              </p:cNvPr>
              <p:cNvSpPr/>
              <p:nvPr/>
            </p:nvSpPr>
            <p:spPr>
              <a:xfrm>
                <a:off x="16645132" y="6510355"/>
                <a:ext cx="336743" cy="425967"/>
              </a:xfrm>
              <a:custGeom>
                <a:avLst/>
                <a:gdLst>
                  <a:gd name="connsiteX0" fmla="*/ 101849 w 142812"/>
                  <a:gd name="connsiteY0" fmla="*/ 83362 h 180652"/>
                  <a:gd name="connsiteX1" fmla="*/ 80332 w 142812"/>
                  <a:gd name="connsiteY1" fmla="*/ 64346 h 180652"/>
                  <a:gd name="connsiteX2" fmla="*/ 95566 w 142812"/>
                  <a:gd name="connsiteY2" fmla="*/ 55503 h 180652"/>
                  <a:gd name="connsiteX3" fmla="*/ 89186 w 142812"/>
                  <a:gd name="connsiteY3" fmla="*/ 40290 h 180652"/>
                  <a:gd name="connsiteX4" fmla="*/ 75191 w 142812"/>
                  <a:gd name="connsiteY4" fmla="*/ 36487 h 180652"/>
                  <a:gd name="connsiteX5" fmla="*/ 58720 w 142812"/>
                  <a:gd name="connsiteY5" fmla="*/ 27550 h 180652"/>
                  <a:gd name="connsiteX6" fmla="*/ 48533 w 142812"/>
                  <a:gd name="connsiteY6" fmla="*/ 12337 h 180652"/>
                  <a:gd name="connsiteX7" fmla="*/ 41297 w 142812"/>
                  <a:gd name="connsiteY7" fmla="*/ 1783 h 180652"/>
                  <a:gd name="connsiteX8" fmla="*/ 33299 w 142812"/>
                  <a:gd name="connsiteY8" fmla="*/ 2258 h 180652"/>
                  <a:gd name="connsiteX9" fmla="*/ 30158 w 142812"/>
                  <a:gd name="connsiteY9" fmla="*/ 12527 h 180652"/>
                  <a:gd name="connsiteX10" fmla="*/ 29396 w 142812"/>
                  <a:gd name="connsiteY10" fmla="*/ 28405 h 180652"/>
                  <a:gd name="connsiteX11" fmla="*/ 19113 w 142812"/>
                  <a:gd name="connsiteY11" fmla="*/ 18897 h 180652"/>
                  <a:gd name="connsiteX12" fmla="*/ 8831 w 142812"/>
                  <a:gd name="connsiteY12" fmla="*/ 35536 h 180652"/>
                  <a:gd name="connsiteX13" fmla="*/ 1785 w 142812"/>
                  <a:gd name="connsiteY13" fmla="*/ 41241 h 180652"/>
                  <a:gd name="connsiteX14" fmla="*/ 5688 w 142812"/>
                  <a:gd name="connsiteY14" fmla="*/ 45234 h 180652"/>
                  <a:gd name="connsiteX15" fmla="*/ 7403 w 142812"/>
                  <a:gd name="connsiteY15" fmla="*/ 60542 h 180652"/>
                  <a:gd name="connsiteX16" fmla="*/ 21113 w 142812"/>
                  <a:gd name="connsiteY16" fmla="*/ 65677 h 180652"/>
                  <a:gd name="connsiteX17" fmla="*/ 19399 w 142812"/>
                  <a:gd name="connsiteY17" fmla="*/ 87070 h 180652"/>
                  <a:gd name="connsiteX18" fmla="*/ 14257 w 142812"/>
                  <a:gd name="connsiteY18" fmla="*/ 102378 h 180652"/>
                  <a:gd name="connsiteX19" fmla="*/ 32252 w 142812"/>
                  <a:gd name="connsiteY19" fmla="*/ 95627 h 180652"/>
                  <a:gd name="connsiteX20" fmla="*/ 46819 w 142812"/>
                  <a:gd name="connsiteY20" fmla="*/ 94771 h 180652"/>
                  <a:gd name="connsiteX21" fmla="*/ 59577 w 142812"/>
                  <a:gd name="connsiteY21" fmla="*/ 91348 h 180652"/>
                  <a:gd name="connsiteX22" fmla="*/ 78618 w 142812"/>
                  <a:gd name="connsiteY22" fmla="*/ 90493 h 180652"/>
                  <a:gd name="connsiteX23" fmla="*/ 93185 w 142812"/>
                  <a:gd name="connsiteY23" fmla="*/ 104945 h 180652"/>
                  <a:gd name="connsiteX24" fmla="*/ 94899 w 142812"/>
                  <a:gd name="connsiteY24" fmla="*/ 128905 h 180652"/>
                  <a:gd name="connsiteX25" fmla="*/ 108609 w 142812"/>
                  <a:gd name="connsiteY25" fmla="*/ 150298 h 180652"/>
                  <a:gd name="connsiteX26" fmla="*/ 105943 w 142812"/>
                  <a:gd name="connsiteY26" fmla="*/ 172927 h 180652"/>
                  <a:gd name="connsiteX27" fmla="*/ 114512 w 142812"/>
                  <a:gd name="connsiteY27" fmla="*/ 178442 h 180652"/>
                  <a:gd name="connsiteX28" fmla="*/ 120510 w 142812"/>
                  <a:gd name="connsiteY28" fmla="*/ 173308 h 180652"/>
                  <a:gd name="connsiteX29" fmla="*/ 134220 w 142812"/>
                  <a:gd name="connsiteY29" fmla="*/ 169029 h 180652"/>
                  <a:gd name="connsiteX30" fmla="*/ 148406 w 142812"/>
                  <a:gd name="connsiteY30" fmla="*/ 166272 h 180652"/>
                  <a:gd name="connsiteX31" fmla="*/ 149073 w 142812"/>
                  <a:gd name="connsiteY31" fmla="*/ 158190 h 180652"/>
                  <a:gd name="connsiteX32" fmla="*/ 145264 w 142812"/>
                  <a:gd name="connsiteY32" fmla="*/ 137843 h 180652"/>
                  <a:gd name="connsiteX33" fmla="*/ 128698 w 142812"/>
                  <a:gd name="connsiteY33" fmla="*/ 122630 h 180652"/>
                  <a:gd name="connsiteX34" fmla="*/ 112227 w 142812"/>
                  <a:gd name="connsiteY34" fmla="*/ 101047 h 180652"/>
                  <a:gd name="connsiteX35" fmla="*/ 101849 w 142812"/>
                  <a:gd name="connsiteY35" fmla="*/ 83362 h 180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42812" h="180652">
                    <a:moveTo>
                      <a:pt x="101849" y="83362"/>
                    </a:moveTo>
                    <a:cubicBezTo>
                      <a:pt x="101849" y="78322"/>
                      <a:pt x="77762" y="70716"/>
                      <a:pt x="80332" y="64346"/>
                    </a:cubicBezTo>
                    <a:cubicBezTo>
                      <a:pt x="82903" y="57975"/>
                      <a:pt x="95566" y="61778"/>
                      <a:pt x="95566" y="55503"/>
                    </a:cubicBezTo>
                    <a:cubicBezTo>
                      <a:pt x="95566" y="49228"/>
                      <a:pt x="90424" y="49133"/>
                      <a:pt x="89186" y="40290"/>
                    </a:cubicBezTo>
                    <a:cubicBezTo>
                      <a:pt x="87949" y="31448"/>
                      <a:pt x="78999" y="33920"/>
                      <a:pt x="75191" y="36487"/>
                    </a:cubicBezTo>
                    <a:cubicBezTo>
                      <a:pt x="71382" y="39054"/>
                      <a:pt x="58720" y="33920"/>
                      <a:pt x="58720" y="27550"/>
                    </a:cubicBezTo>
                    <a:cubicBezTo>
                      <a:pt x="58720" y="21179"/>
                      <a:pt x="48533" y="17471"/>
                      <a:pt x="48533" y="12337"/>
                    </a:cubicBezTo>
                    <a:cubicBezTo>
                      <a:pt x="48533" y="9484"/>
                      <a:pt x="44819" y="5681"/>
                      <a:pt x="41297" y="1783"/>
                    </a:cubicBezTo>
                    <a:cubicBezTo>
                      <a:pt x="38059" y="3399"/>
                      <a:pt x="34823" y="3780"/>
                      <a:pt x="33299" y="2258"/>
                    </a:cubicBezTo>
                    <a:cubicBezTo>
                      <a:pt x="31776" y="737"/>
                      <a:pt x="27777" y="10150"/>
                      <a:pt x="30158" y="12527"/>
                    </a:cubicBezTo>
                    <a:cubicBezTo>
                      <a:pt x="32538" y="14904"/>
                      <a:pt x="35679" y="29927"/>
                      <a:pt x="29396" y="28405"/>
                    </a:cubicBezTo>
                    <a:cubicBezTo>
                      <a:pt x="23112" y="26884"/>
                      <a:pt x="23017" y="18137"/>
                      <a:pt x="19113" y="18897"/>
                    </a:cubicBezTo>
                    <a:cubicBezTo>
                      <a:pt x="19113" y="18897"/>
                      <a:pt x="8831" y="30782"/>
                      <a:pt x="8831" y="35536"/>
                    </a:cubicBezTo>
                    <a:cubicBezTo>
                      <a:pt x="8831" y="38674"/>
                      <a:pt x="4832" y="39720"/>
                      <a:pt x="1785" y="41241"/>
                    </a:cubicBezTo>
                    <a:cubicBezTo>
                      <a:pt x="3214" y="42442"/>
                      <a:pt x="4522" y="43779"/>
                      <a:pt x="5688" y="45234"/>
                    </a:cubicBezTo>
                    <a:cubicBezTo>
                      <a:pt x="7498" y="47707"/>
                      <a:pt x="4927" y="54743"/>
                      <a:pt x="7403" y="60542"/>
                    </a:cubicBezTo>
                    <a:cubicBezTo>
                      <a:pt x="9878" y="66342"/>
                      <a:pt x="18542" y="57120"/>
                      <a:pt x="21113" y="65677"/>
                    </a:cubicBezTo>
                    <a:cubicBezTo>
                      <a:pt x="23683" y="74234"/>
                      <a:pt x="19399" y="78513"/>
                      <a:pt x="19399" y="87070"/>
                    </a:cubicBezTo>
                    <a:cubicBezTo>
                      <a:pt x="19399" y="95627"/>
                      <a:pt x="12544" y="94771"/>
                      <a:pt x="14257" y="102378"/>
                    </a:cubicBezTo>
                    <a:cubicBezTo>
                      <a:pt x="15972" y="109984"/>
                      <a:pt x="25397" y="100761"/>
                      <a:pt x="32252" y="95627"/>
                    </a:cubicBezTo>
                    <a:cubicBezTo>
                      <a:pt x="39107" y="90493"/>
                      <a:pt x="44248" y="91348"/>
                      <a:pt x="46819" y="94771"/>
                    </a:cubicBezTo>
                    <a:cubicBezTo>
                      <a:pt x="49389" y="98194"/>
                      <a:pt x="57863" y="95627"/>
                      <a:pt x="59577" y="91348"/>
                    </a:cubicBezTo>
                    <a:cubicBezTo>
                      <a:pt x="61290" y="87070"/>
                      <a:pt x="74144" y="85358"/>
                      <a:pt x="78618" y="90493"/>
                    </a:cubicBezTo>
                    <a:cubicBezTo>
                      <a:pt x="82582" y="96131"/>
                      <a:pt x="87514" y="101023"/>
                      <a:pt x="93185" y="104945"/>
                    </a:cubicBezTo>
                    <a:cubicBezTo>
                      <a:pt x="99184" y="108368"/>
                      <a:pt x="88901" y="127194"/>
                      <a:pt x="94899" y="128905"/>
                    </a:cubicBezTo>
                    <a:cubicBezTo>
                      <a:pt x="103423" y="132561"/>
                      <a:pt x="108855" y="141037"/>
                      <a:pt x="108609" y="150298"/>
                    </a:cubicBezTo>
                    <a:cubicBezTo>
                      <a:pt x="107847" y="159046"/>
                      <a:pt x="112798" y="165416"/>
                      <a:pt x="105943" y="172927"/>
                    </a:cubicBezTo>
                    <a:cubicBezTo>
                      <a:pt x="110227" y="175685"/>
                      <a:pt x="115464" y="175589"/>
                      <a:pt x="114512" y="178442"/>
                    </a:cubicBezTo>
                    <a:cubicBezTo>
                      <a:pt x="113560" y="181294"/>
                      <a:pt x="120510" y="180153"/>
                      <a:pt x="120510" y="173308"/>
                    </a:cubicBezTo>
                    <a:cubicBezTo>
                      <a:pt x="120510" y="166462"/>
                      <a:pt x="130031" y="167317"/>
                      <a:pt x="134220" y="169029"/>
                    </a:cubicBezTo>
                    <a:cubicBezTo>
                      <a:pt x="139113" y="170533"/>
                      <a:pt x="144435" y="169499"/>
                      <a:pt x="148406" y="166272"/>
                    </a:cubicBezTo>
                    <a:cubicBezTo>
                      <a:pt x="148397" y="163564"/>
                      <a:pt x="148620" y="160860"/>
                      <a:pt x="149073" y="158190"/>
                    </a:cubicBezTo>
                    <a:cubicBezTo>
                      <a:pt x="150672" y="151173"/>
                      <a:pt x="149293" y="143809"/>
                      <a:pt x="145264" y="137843"/>
                    </a:cubicBezTo>
                    <a:cubicBezTo>
                      <a:pt x="141456" y="134039"/>
                      <a:pt x="131269" y="130236"/>
                      <a:pt x="128698" y="122630"/>
                    </a:cubicBezTo>
                    <a:cubicBezTo>
                      <a:pt x="126127" y="115023"/>
                      <a:pt x="114797" y="107417"/>
                      <a:pt x="112227" y="101047"/>
                    </a:cubicBezTo>
                    <a:cubicBezTo>
                      <a:pt x="109656" y="94676"/>
                      <a:pt x="101849" y="88401"/>
                      <a:pt x="101849" y="8336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25" name="Freeform 2781">
                <a:extLst>
                  <a:ext uri="{FF2B5EF4-FFF2-40B4-BE49-F238E27FC236}">
                    <a16:creationId xmlns:a16="http://schemas.microsoft.com/office/drawing/2014/main" id="{066A0AA7-5F60-B074-DF94-89BE154D3A32}"/>
                  </a:ext>
                </a:extLst>
              </p:cNvPr>
              <p:cNvSpPr/>
              <p:nvPr/>
            </p:nvSpPr>
            <p:spPr>
              <a:xfrm>
                <a:off x="16523231" y="6603394"/>
                <a:ext cx="381642" cy="717423"/>
              </a:xfrm>
              <a:custGeom>
                <a:avLst/>
                <a:gdLst>
                  <a:gd name="connsiteX0" fmla="*/ 101087 w 161853"/>
                  <a:gd name="connsiteY0" fmla="*/ 161993 h 304256"/>
                  <a:gd name="connsiteX1" fmla="*/ 100231 w 161853"/>
                  <a:gd name="connsiteY1" fmla="*/ 144118 h 304256"/>
                  <a:gd name="connsiteX2" fmla="*/ 127555 w 161853"/>
                  <a:gd name="connsiteY2" fmla="*/ 130426 h 304256"/>
                  <a:gd name="connsiteX3" fmla="*/ 154975 w 161853"/>
                  <a:gd name="connsiteY3" fmla="*/ 131282 h 304256"/>
                  <a:gd name="connsiteX4" fmla="*/ 157451 w 161853"/>
                  <a:gd name="connsiteY4" fmla="*/ 133469 h 304256"/>
                  <a:gd name="connsiteX5" fmla="*/ 160116 w 161853"/>
                  <a:gd name="connsiteY5" fmla="*/ 110840 h 304256"/>
                  <a:gd name="connsiteX6" fmla="*/ 146406 w 161853"/>
                  <a:gd name="connsiteY6" fmla="*/ 89447 h 304256"/>
                  <a:gd name="connsiteX7" fmla="*/ 144693 w 161853"/>
                  <a:gd name="connsiteY7" fmla="*/ 65486 h 304256"/>
                  <a:gd name="connsiteX8" fmla="*/ 130126 w 161853"/>
                  <a:gd name="connsiteY8" fmla="*/ 51034 h 304256"/>
                  <a:gd name="connsiteX9" fmla="*/ 111085 w 161853"/>
                  <a:gd name="connsiteY9" fmla="*/ 51890 h 304256"/>
                  <a:gd name="connsiteX10" fmla="*/ 98326 w 161853"/>
                  <a:gd name="connsiteY10" fmla="*/ 55313 h 304256"/>
                  <a:gd name="connsiteX11" fmla="*/ 83759 w 161853"/>
                  <a:gd name="connsiteY11" fmla="*/ 56169 h 304256"/>
                  <a:gd name="connsiteX12" fmla="*/ 65765 w 161853"/>
                  <a:gd name="connsiteY12" fmla="*/ 62919 h 304256"/>
                  <a:gd name="connsiteX13" fmla="*/ 70906 w 161853"/>
                  <a:gd name="connsiteY13" fmla="*/ 47611 h 304256"/>
                  <a:gd name="connsiteX14" fmla="*/ 72620 w 161853"/>
                  <a:gd name="connsiteY14" fmla="*/ 26218 h 304256"/>
                  <a:gd name="connsiteX15" fmla="*/ 58910 w 161853"/>
                  <a:gd name="connsiteY15" fmla="*/ 21084 h 304256"/>
                  <a:gd name="connsiteX16" fmla="*/ 57196 w 161853"/>
                  <a:gd name="connsiteY16" fmla="*/ 5776 h 304256"/>
                  <a:gd name="connsiteX17" fmla="*/ 53293 w 161853"/>
                  <a:gd name="connsiteY17" fmla="*/ 1783 h 304256"/>
                  <a:gd name="connsiteX18" fmla="*/ 50056 w 161853"/>
                  <a:gd name="connsiteY18" fmla="*/ 4730 h 304256"/>
                  <a:gd name="connsiteX19" fmla="*/ 31871 w 161853"/>
                  <a:gd name="connsiteY19" fmla="*/ 14999 h 304256"/>
                  <a:gd name="connsiteX20" fmla="*/ 16828 w 161853"/>
                  <a:gd name="connsiteY20" fmla="*/ 19753 h 304256"/>
                  <a:gd name="connsiteX21" fmla="*/ 5689 w 161853"/>
                  <a:gd name="connsiteY21" fmla="*/ 26028 h 304256"/>
                  <a:gd name="connsiteX22" fmla="*/ 1785 w 161853"/>
                  <a:gd name="connsiteY22" fmla="*/ 57690 h 304256"/>
                  <a:gd name="connsiteX23" fmla="*/ 16828 w 161853"/>
                  <a:gd name="connsiteY23" fmla="*/ 75850 h 304256"/>
                  <a:gd name="connsiteX24" fmla="*/ 20731 w 161853"/>
                  <a:gd name="connsiteY24" fmla="*/ 89257 h 304256"/>
                  <a:gd name="connsiteX25" fmla="*/ 19970 w 161853"/>
                  <a:gd name="connsiteY25" fmla="*/ 98765 h 304256"/>
                  <a:gd name="connsiteX26" fmla="*/ 16828 w 161853"/>
                  <a:gd name="connsiteY26" fmla="*/ 112931 h 304256"/>
                  <a:gd name="connsiteX27" fmla="*/ 23969 w 161853"/>
                  <a:gd name="connsiteY27" fmla="*/ 134324 h 304256"/>
                  <a:gd name="connsiteX28" fmla="*/ 31871 w 161853"/>
                  <a:gd name="connsiteY28" fmla="*/ 158855 h 304256"/>
                  <a:gd name="connsiteX29" fmla="*/ 38155 w 161853"/>
                  <a:gd name="connsiteY29" fmla="*/ 173783 h 304256"/>
                  <a:gd name="connsiteX30" fmla="*/ 20922 w 161853"/>
                  <a:gd name="connsiteY30" fmla="*/ 206776 h 304256"/>
                  <a:gd name="connsiteX31" fmla="*/ 15305 w 161853"/>
                  <a:gd name="connsiteY31" fmla="*/ 236250 h 304256"/>
                  <a:gd name="connsiteX32" fmla="*/ 16542 w 161853"/>
                  <a:gd name="connsiteY32" fmla="*/ 254031 h 304256"/>
                  <a:gd name="connsiteX33" fmla="*/ 42915 w 161853"/>
                  <a:gd name="connsiteY33" fmla="*/ 279797 h 304256"/>
                  <a:gd name="connsiteX34" fmla="*/ 48913 w 161853"/>
                  <a:gd name="connsiteY34" fmla="*/ 289305 h 304256"/>
                  <a:gd name="connsiteX35" fmla="*/ 60528 w 161853"/>
                  <a:gd name="connsiteY35" fmla="*/ 290066 h 304256"/>
                  <a:gd name="connsiteX36" fmla="*/ 70049 w 161853"/>
                  <a:gd name="connsiteY36" fmla="*/ 301856 h 304256"/>
                  <a:gd name="connsiteX37" fmla="*/ 85854 w 161853"/>
                  <a:gd name="connsiteY37" fmla="*/ 303853 h 304256"/>
                  <a:gd name="connsiteX38" fmla="*/ 92043 w 161853"/>
                  <a:gd name="connsiteY38" fmla="*/ 295771 h 304256"/>
                  <a:gd name="connsiteX39" fmla="*/ 69003 w 161853"/>
                  <a:gd name="connsiteY39" fmla="*/ 282364 h 304256"/>
                  <a:gd name="connsiteX40" fmla="*/ 55007 w 161853"/>
                  <a:gd name="connsiteY40" fmla="*/ 259545 h 304256"/>
                  <a:gd name="connsiteX41" fmla="*/ 47580 w 161853"/>
                  <a:gd name="connsiteY41" fmla="*/ 240529 h 304256"/>
                  <a:gd name="connsiteX42" fmla="*/ 34918 w 161853"/>
                  <a:gd name="connsiteY42" fmla="*/ 231021 h 304256"/>
                  <a:gd name="connsiteX43" fmla="*/ 37298 w 161853"/>
                  <a:gd name="connsiteY43" fmla="*/ 199169 h 304256"/>
                  <a:gd name="connsiteX44" fmla="*/ 48247 w 161853"/>
                  <a:gd name="connsiteY44" fmla="*/ 158285 h 304256"/>
                  <a:gd name="connsiteX45" fmla="*/ 65099 w 161853"/>
                  <a:gd name="connsiteY45" fmla="*/ 153245 h 304256"/>
                  <a:gd name="connsiteX46" fmla="*/ 80237 w 161853"/>
                  <a:gd name="connsiteY46" fmla="*/ 165416 h 304256"/>
                  <a:gd name="connsiteX47" fmla="*/ 101564 w 161853"/>
                  <a:gd name="connsiteY47" fmla="*/ 176635 h 304256"/>
                  <a:gd name="connsiteX48" fmla="*/ 102991 w 161853"/>
                  <a:gd name="connsiteY48" fmla="*/ 177206 h 304256"/>
                  <a:gd name="connsiteX49" fmla="*/ 102991 w 161853"/>
                  <a:gd name="connsiteY49" fmla="*/ 176635 h 304256"/>
                  <a:gd name="connsiteX50" fmla="*/ 101087 w 161853"/>
                  <a:gd name="connsiteY50" fmla="*/ 161993 h 30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61853" h="304256">
                    <a:moveTo>
                      <a:pt x="101087" y="161993"/>
                    </a:moveTo>
                    <a:cubicBezTo>
                      <a:pt x="101087" y="153531"/>
                      <a:pt x="92519" y="153531"/>
                      <a:pt x="100231" y="144118"/>
                    </a:cubicBezTo>
                    <a:cubicBezTo>
                      <a:pt x="107942" y="134705"/>
                      <a:pt x="119844" y="127859"/>
                      <a:pt x="127555" y="130426"/>
                    </a:cubicBezTo>
                    <a:cubicBezTo>
                      <a:pt x="135267" y="132993"/>
                      <a:pt x="150691" y="126148"/>
                      <a:pt x="154975" y="131282"/>
                    </a:cubicBezTo>
                    <a:cubicBezTo>
                      <a:pt x="155680" y="132137"/>
                      <a:pt x="156515" y="132875"/>
                      <a:pt x="157451" y="133469"/>
                    </a:cubicBezTo>
                    <a:cubicBezTo>
                      <a:pt x="164306" y="125957"/>
                      <a:pt x="159355" y="119587"/>
                      <a:pt x="160116" y="110840"/>
                    </a:cubicBezTo>
                    <a:cubicBezTo>
                      <a:pt x="160363" y="101578"/>
                      <a:pt x="154931" y="93102"/>
                      <a:pt x="146406" y="89447"/>
                    </a:cubicBezTo>
                    <a:cubicBezTo>
                      <a:pt x="140408" y="87735"/>
                      <a:pt x="150691" y="68909"/>
                      <a:pt x="144693" y="65486"/>
                    </a:cubicBezTo>
                    <a:cubicBezTo>
                      <a:pt x="139021" y="61565"/>
                      <a:pt x="134090" y="56672"/>
                      <a:pt x="130126" y="51034"/>
                    </a:cubicBezTo>
                    <a:cubicBezTo>
                      <a:pt x="125842" y="45900"/>
                      <a:pt x="112988" y="47611"/>
                      <a:pt x="111085" y="51890"/>
                    </a:cubicBezTo>
                    <a:cubicBezTo>
                      <a:pt x="109180" y="56169"/>
                      <a:pt x="100897" y="58736"/>
                      <a:pt x="98326" y="55313"/>
                    </a:cubicBezTo>
                    <a:cubicBezTo>
                      <a:pt x="95756" y="51890"/>
                      <a:pt x="90615" y="50939"/>
                      <a:pt x="83759" y="56169"/>
                    </a:cubicBezTo>
                    <a:cubicBezTo>
                      <a:pt x="76905" y="61398"/>
                      <a:pt x="67479" y="70621"/>
                      <a:pt x="65765" y="62919"/>
                    </a:cubicBezTo>
                    <a:cubicBezTo>
                      <a:pt x="64052" y="55218"/>
                      <a:pt x="70906" y="56169"/>
                      <a:pt x="70906" y="47611"/>
                    </a:cubicBezTo>
                    <a:cubicBezTo>
                      <a:pt x="70906" y="39054"/>
                      <a:pt x="75191" y="34775"/>
                      <a:pt x="72620" y="26218"/>
                    </a:cubicBezTo>
                    <a:cubicBezTo>
                      <a:pt x="70050" y="17661"/>
                      <a:pt x="61481" y="27074"/>
                      <a:pt x="58910" y="21084"/>
                    </a:cubicBezTo>
                    <a:cubicBezTo>
                      <a:pt x="56340" y="15094"/>
                      <a:pt x="58910" y="8248"/>
                      <a:pt x="57196" y="5776"/>
                    </a:cubicBezTo>
                    <a:cubicBezTo>
                      <a:pt x="56029" y="4321"/>
                      <a:pt x="54721" y="2983"/>
                      <a:pt x="53293" y="1783"/>
                    </a:cubicBezTo>
                    <a:cubicBezTo>
                      <a:pt x="51890" y="2338"/>
                      <a:pt x="50739" y="3386"/>
                      <a:pt x="50056" y="4730"/>
                    </a:cubicBezTo>
                    <a:cubicBezTo>
                      <a:pt x="48437" y="8628"/>
                      <a:pt x="35013" y="9484"/>
                      <a:pt x="31871" y="14999"/>
                    </a:cubicBezTo>
                    <a:cubicBezTo>
                      <a:pt x="28729" y="20513"/>
                      <a:pt x="19208" y="19753"/>
                      <a:pt x="16828" y="19753"/>
                    </a:cubicBezTo>
                    <a:cubicBezTo>
                      <a:pt x="14448" y="19753"/>
                      <a:pt x="6546" y="20513"/>
                      <a:pt x="5689" y="26028"/>
                    </a:cubicBezTo>
                    <a:cubicBezTo>
                      <a:pt x="4832" y="31543"/>
                      <a:pt x="1785" y="53696"/>
                      <a:pt x="1785" y="57690"/>
                    </a:cubicBezTo>
                    <a:cubicBezTo>
                      <a:pt x="4944" y="65064"/>
                      <a:pt x="10168" y="71370"/>
                      <a:pt x="16828" y="75850"/>
                    </a:cubicBezTo>
                    <a:cubicBezTo>
                      <a:pt x="20731" y="77371"/>
                      <a:pt x="15971" y="86880"/>
                      <a:pt x="20731" y="89257"/>
                    </a:cubicBezTo>
                    <a:cubicBezTo>
                      <a:pt x="25492" y="91634"/>
                      <a:pt x="22350" y="99525"/>
                      <a:pt x="19970" y="98765"/>
                    </a:cubicBezTo>
                    <a:cubicBezTo>
                      <a:pt x="17590" y="98004"/>
                      <a:pt x="21589" y="109033"/>
                      <a:pt x="16828" y="112931"/>
                    </a:cubicBezTo>
                    <a:cubicBezTo>
                      <a:pt x="12068" y="116830"/>
                      <a:pt x="15971" y="127193"/>
                      <a:pt x="23969" y="134324"/>
                    </a:cubicBezTo>
                    <a:cubicBezTo>
                      <a:pt x="29977" y="141006"/>
                      <a:pt x="32851" y="149928"/>
                      <a:pt x="31871" y="158855"/>
                    </a:cubicBezTo>
                    <a:cubicBezTo>
                      <a:pt x="31871" y="165130"/>
                      <a:pt x="38155" y="165986"/>
                      <a:pt x="38155" y="173783"/>
                    </a:cubicBezTo>
                    <a:cubicBezTo>
                      <a:pt x="38155" y="173783"/>
                      <a:pt x="28634" y="208297"/>
                      <a:pt x="20922" y="206776"/>
                    </a:cubicBezTo>
                    <a:cubicBezTo>
                      <a:pt x="19304" y="215428"/>
                      <a:pt x="17209" y="228929"/>
                      <a:pt x="15305" y="236250"/>
                    </a:cubicBezTo>
                    <a:cubicBezTo>
                      <a:pt x="12925" y="245758"/>
                      <a:pt x="11211" y="253460"/>
                      <a:pt x="16542" y="254031"/>
                    </a:cubicBezTo>
                    <a:cubicBezTo>
                      <a:pt x="21874" y="254601"/>
                      <a:pt x="32538" y="266771"/>
                      <a:pt x="42915" y="279797"/>
                    </a:cubicBezTo>
                    <a:cubicBezTo>
                      <a:pt x="45292" y="282713"/>
                      <a:pt x="47306" y="285905"/>
                      <a:pt x="48913" y="289305"/>
                    </a:cubicBezTo>
                    <a:cubicBezTo>
                      <a:pt x="52801" y="289103"/>
                      <a:pt x="56700" y="289358"/>
                      <a:pt x="60528" y="290066"/>
                    </a:cubicBezTo>
                    <a:cubicBezTo>
                      <a:pt x="66188" y="291099"/>
                      <a:pt x="70238" y="296113"/>
                      <a:pt x="70049" y="301856"/>
                    </a:cubicBezTo>
                    <a:cubicBezTo>
                      <a:pt x="70050" y="305849"/>
                      <a:pt x="83379" y="304328"/>
                      <a:pt x="85854" y="303853"/>
                    </a:cubicBezTo>
                    <a:cubicBezTo>
                      <a:pt x="88330" y="303377"/>
                      <a:pt x="85283" y="297958"/>
                      <a:pt x="92043" y="295771"/>
                    </a:cubicBezTo>
                    <a:cubicBezTo>
                      <a:pt x="86266" y="288635"/>
                      <a:pt x="78067" y="283864"/>
                      <a:pt x="69003" y="282364"/>
                    </a:cubicBezTo>
                    <a:cubicBezTo>
                      <a:pt x="58910" y="281414"/>
                      <a:pt x="54150" y="266391"/>
                      <a:pt x="55007" y="259545"/>
                    </a:cubicBezTo>
                    <a:cubicBezTo>
                      <a:pt x="55863" y="252699"/>
                      <a:pt x="47580" y="246804"/>
                      <a:pt x="47580" y="240529"/>
                    </a:cubicBezTo>
                    <a:cubicBezTo>
                      <a:pt x="47580" y="234254"/>
                      <a:pt x="41677" y="234349"/>
                      <a:pt x="34918" y="231021"/>
                    </a:cubicBezTo>
                    <a:cubicBezTo>
                      <a:pt x="28158" y="227693"/>
                      <a:pt x="36346" y="207726"/>
                      <a:pt x="37298" y="199169"/>
                    </a:cubicBezTo>
                    <a:cubicBezTo>
                      <a:pt x="38250" y="190612"/>
                      <a:pt x="52341" y="165986"/>
                      <a:pt x="48247" y="158285"/>
                    </a:cubicBezTo>
                    <a:cubicBezTo>
                      <a:pt x="44153" y="150583"/>
                      <a:pt x="62719" y="144688"/>
                      <a:pt x="65099" y="153245"/>
                    </a:cubicBezTo>
                    <a:cubicBezTo>
                      <a:pt x="67479" y="161803"/>
                      <a:pt x="68336" y="165986"/>
                      <a:pt x="80237" y="165416"/>
                    </a:cubicBezTo>
                    <a:cubicBezTo>
                      <a:pt x="92138" y="164845"/>
                      <a:pt x="92043" y="173973"/>
                      <a:pt x="101564" y="176635"/>
                    </a:cubicBezTo>
                    <a:lnTo>
                      <a:pt x="102991" y="177206"/>
                    </a:lnTo>
                    <a:cubicBezTo>
                      <a:pt x="102950" y="177018"/>
                      <a:pt x="102950" y="176823"/>
                      <a:pt x="102991" y="176635"/>
                    </a:cubicBezTo>
                    <a:cubicBezTo>
                      <a:pt x="106229" y="170550"/>
                      <a:pt x="101087" y="170550"/>
                      <a:pt x="101087" y="1619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26" name="Freeform 2805">
                <a:extLst>
                  <a:ext uri="{FF2B5EF4-FFF2-40B4-BE49-F238E27FC236}">
                    <a16:creationId xmlns:a16="http://schemas.microsoft.com/office/drawing/2014/main" id="{8D5296AE-B147-0F48-38F8-DFFB32756241}"/>
                  </a:ext>
                </a:extLst>
              </p:cNvPr>
              <p:cNvSpPr/>
              <p:nvPr/>
            </p:nvSpPr>
            <p:spPr>
              <a:xfrm>
                <a:off x="13585479" y="6004118"/>
                <a:ext cx="987782" cy="784679"/>
              </a:xfrm>
              <a:custGeom>
                <a:avLst/>
                <a:gdLst>
                  <a:gd name="connsiteX0" fmla="*/ 254087 w 418915"/>
                  <a:gd name="connsiteY0" fmla="*/ 72334 h 332780"/>
                  <a:gd name="connsiteX1" fmla="*/ 218479 w 418915"/>
                  <a:gd name="connsiteY1" fmla="*/ 68436 h 332780"/>
                  <a:gd name="connsiteX2" fmla="*/ 194677 w 418915"/>
                  <a:gd name="connsiteY2" fmla="*/ 60544 h 332780"/>
                  <a:gd name="connsiteX3" fmla="*/ 146406 w 418915"/>
                  <a:gd name="connsiteY3" fmla="*/ 24984 h 332780"/>
                  <a:gd name="connsiteX4" fmla="*/ 106895 w 418915"/>
                  <a:gd name="connsiteY4" fmla="*/ 2069 h 332780"/>
                  <a:gd name="connsiteX5" fmla="*/ 90234 w 418915"/>
                  <a:gd name="connsiteY5" fmla="*/ 2069 h 332780"/>
                  <a:gd name="connsiteX6" fmla="*/ 69669 w 418915"/>
                  <a:gd name="connsiteY6" fmla="*/ 8345 h 332780"/>
                  <a:gd name="connsiteX7" fmla="*/ 49865 w 418915"/>
                  <a:gd name="connsiteY7" fmla="*/ 20990 h 332780"/>
                  <a:gd name="connsiteX8" fmla="*/ 64908 w 418915"/>
                  <a:gd name="connsiteY8" fmla="*/ 38390 h 332780"/>
                  <a:gd name="connsiteX9" fmla="*/ 53102 w 418915"/>
                  <a:gd name="connsiteY9" fmla="*/ 47898 h 332780"/>
                  <a:gd name="connsiteX10" fmla="*/ 40440 w 418915"/>
                  <a:gd name="connsiteY10" fmla="*/ 53413 h 332780"/>
                  <a:gd name="connsiteX11" fmla="*/ 24540 w 418915"/>
                  <a:gd name="connsiteY11" fmla="*/ 65298 h 332780"/>
                  <a:gd name="connsiteX12" fmla="*/ 4641 w 418915"/>
                  <a:gd name="connsiteY12" fmla="*/ 56456 h 332780"/>
                  <a:gd name="connsiteX13" fmla="*/ 2547 w 418915"/>
                  <a:gd name="connsiteY13" fmla="*/ 62160 h 332780"/>
                  <a:gd name="connsiteX14" fmla="*/ 1785 w 418915"/>
                  <a:gd name="connsiteY14" fmla="*/ 67580 h 332780"/>
                  <a:gd name="connsiteX15" fmla="*/ 5213 w 418915"/>
                  <a:gd name="connsiteY15" fmla="*/ 90399 h 332780"/>
                  <a:gd name="connsiteX16" fmla="*/ 21493 w 418915"/>
                  <a:gd name="connsiteY16" fmla="*/ 110176 h 332780"/>
                  <a:gd name="connsiteX17" fmla="*/ 50532 w 418915"/>
                  <a:gd name="connsiteY17" fmla="*/ 155149 h 332780"/>
                  <a:gd name="connsiteX18" fmla="*/ 65860 w 418915"/>
                  <a:gd name="connsiteY18" fmla="*/ 177397 h 332780"/>
                  <a:gd name="connsiteX19" fmla="*/ 83950 w 418915"/>
                  <a:gd name="connsiteY19" fmla="*/ 199836 h 332780"/>
                  <a:gd name="connsiteX20" fmla="*/ 88996 w 418915"/>
                  <a:gd name="connsiteY20" fmla="*/ 222085 h 332780"/>
                  <a:gd name="connsiteX21" fmla="*/ 105276 w 418915"/>
                  <a:gd name="connsiteY21" fmla="*/ 255839 h 332780"/>
                  <a:gd name="connsiteX22" fmla="*/ 128412 w 418915"/>
                  <a:gd name="connsiteY22" fmla="*/ 282176 h 332780"/>
                  <a:gd name="connsiteX23" fmla="*/ 146787 w 418915"/>
                  <a:gd name="connsiteY23" fmla="*/ 312601 h 332780"/>
                  <a:gd name="connsiteX24" fmla="*/ 153547 w 418915"/>
                  <a:gd name="connsiteY24" fmla="*/ 328004 h 332780"/>
                  <a:gd name="connsiteX25" fmla="*/ 160212 w 418915"/>
                  <a:gd name="connsiteY25" fmla="*/ 339604 h 332780"/>
                  <a:gd name="connsiteX26" fmla="*/ 169733 w 418915"/>
                  <a:gd name="connsiteY26" fmla="*/ 334565 h 332780"/>
                  <a:gd name="connsiteX27" fmla="*/ 169161 w 418915"/>
                  <a:gd name="connsiteY27" fmla="*/ 323631 h 332780"/>
                  <a:gd name="connsiteX28" fmla="*/ 177730 w 418915"/>
                  <a:gd name="connsiteY28" fmla="*/ 316215 h 332780"/>
                  <a:gd name="connsiteX29" fmla="*/ 192582 w 418915"/>
                  <a:gd name="connsiteY29" fmla="*/ 318592 h 332780"/>
                  <a:gd name="connsiteX30" fmla="*/ 217241 w 418915"/>
                  <a:gd name="connsiteY30" fmla="*/ 320778 h 332780"/>
                  <a:gd name="connsiteX31" fmla="*/ 245328 w 418915"/>
                  <a:gd name="connsiteY31" fmla="*/ 325437 h 332780"/>
                  <a:gd name="connsiteX32" fmla="*/ 259038 w 418915"/>
                  <a:gd name="connsiteY32" fmla="*/ 320303 h 332780"/>
                  <a:gd name="connsiteX33" fmla="*/ 289980 w 418915"/>
                  <a:gd name="connsiteY33" fmla="*/ 293395 h 332780"/>
                  <a:gd name="connsiteX34" fmla="*/ 329492 w 418915"/>
                  <a:gd name="connsiteY34" fmla="*/ 291113 h 332780"/>
                  <a:gd name="connsiteX35" fmla="*/ 410228 w 418915"/>
                  <a:gd name="connsiteY35" fmla="*/ 264776 h 332780"/>
                  <a:gd name="connsiteX36" fmla="*/ 423938 w 418915"/>
                  <a:gd name="connsiteY36" fmla="*/ 223036 h 332780"/>
                  <a:gd name="connsiteX37" fmla="*/ 413656 w 418915"/>
                  <a:gd name="connsiteY37" fmla="*/ 208774 h 332780"/>
                  <a:gd name="connsiteX38" fmla="*/ 363291 w 418915"/>
                  <a:gd name="connsiteY38" fmla="*/ 203069 h 332780"/>
                  <a:gd name="connsiteX39" fmla="*/ 348153 w 418915"/>
                  <a:gd name="connsiteY39" fmla="*/ 181581 h 332780"/>
                  <a:gd name="connsiteX40" fmla="*/ 339869 w 418915"/>
                  <a:gd name="connsiteY40" fmla="*/ 168745 h 332780"/>
                  <a:gd name="connsiteX41" fmla="*/ 323113 w 418915"/>
                  <a:gd name="connsiteY41" fmla="*/ 157240 h 332780"/>
                  <a:gd name="connsiteX42" fmla="*/ 312354 w 418915"/>
                  <a:gd name="connsiteY42" fmla="*/ 135657 h 332780"/>
                  <a:gd name="connsiteX43" fmla="*/ 303500 w 418915"/>
                  <a:gd name="connsiteY43" fmla="*/ 114074 h 332780"/>
                  <a:gd name="connsiteX44" fmla="*/ 283030 w 418915"/>
                  <a:gd name="connsiteY44" fmla="*/ 90399 h 332780"/>
                  <a:gd name="connsiteX45" fmla="*/ 280555 w 418915"/>
                  <a:gd name="connsiteY45" fmla="*/ 81842 h 332780"/>
                  <a:gd name="connsiteX46" fmla="*/ 264560 w 418915"/>
                  <a:gd name="connsiteY46" fmla="*/ 81081 h 332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418915" h="332780">
                    <a:moveTo>
                      <a:pt x="254087" y="72334"/>
                    </a:moveTo>
                    <a:cubicBezTo>
                      <a:pt x="254087" y="72334"/>
                      <a:pt x="223144" y="68436"/>
                      <a:pt x="218479" y="68436"/>
                    </a:cubicBezTo>
                    <a:cubicBezTo>
                      <a:pt x="209909" y="68382"/>
                      <a:pt x="201577" y="65620"/>
                      <a:pt x="194677" y="60544"/>
                    </a:cubicBezTo>
                    <a:cubicBezTo>
                      <a:pt x="179238" y="47833"/>
                      <a:pt x="163124" y="35963"/>
                      <a:pt x="146406" y="24984"/>
                    </a:cubicBezTo>
                    <a:cubicBezTo>
                      <a:pt x="140123" y="21846"/>
                      <a:pt x="114036" y="2830"/>
                      <a:pt x="106895" y="2069"/>
                    </a:cubicBezTo>
                    <a:cubicBezTo>
                      <a:pt x="101348" y="1687"/>
                      <a:pt x="95781" y="1687"/>
                      <a:pt x="90234" y="2069"/>
                    </a:cubicBezTo>
                    <a:cubicBezTo>
                      <a:pt x="81570" y="2069"/>
                      <a:pt x="85473" y="7584"/>
                      <a:pt x="69669" y="8345"/>
                    </a:cubicBezTo>
                    <a:cubicBezTo>
                      <a:pt x="53864" y="9105"/>
                      <a:pt x="45105" y="19469"/>
                      <a:pt x="49865" y="20990"/>
                    </a:cubicBezTo>
                    <a:cubicBezTo>
                      <a:pt x="54626" y="22512"/>
                      <a:pt x="69669" y="36013"/>
                      <a:pt x="64908" y="38390"/>
                    </a:cubicBezTo>
                    <a:cubicBezTo>
                      <a:pt x="60148" y="40767"/>
                      <a:pt x="59386" y="47898"/>
                      <a:pt x="53102" y="47898"/>
                    </a:cubicBezTo>
                    <a:cubicBezTo>
                      <a:pt x="46819" y="47898"/>
                      <a:pt x="40440" y="48659"/>
                      <a:pt x="40440" y="53413"/>
                    </a:cubicBezTo>
                    <a:cubicBezTo>
                      <a:pt x="38342" y="60441"/>
                      <a:pt x="31883" y="65268"/>
                      <a:pt x="24540" y="65298"/>
                    </a:cubicBezTo>
                    <a:cubicBezTo>
                      <a:pt x="17553" y="63220"/>
                      <a:pt x="10864" y="60248"/>
                      <a:pt x="4641" y="56456"/>
                    </a:cubicBezTo>
                    <a:lnTo>
                      <a:pt x="2547" y="62160"/>
                    </a:lnTo>
                    <a:lnTo>
                      <a:pt x="1785" y="67580"/>
                    </a:lnTo>
                    <a:cubicBezTo>
                      <a:pt x="3213" y="71763"/>
                      <a:pt x="1119" y="89068"/>
                      <a:pt x="5213" y="90399"/>
                    </a:cubicBezTo>
                    <a:cubicBezTo>
                      <a:pt x="9307" y="91730"/>
                      <a:pt x="11972" y="99907"/>
                      <a:pt x="21493" y="110176"/>
                    </a:cubicBezTo>
                    <a:cubicBezTo>
                      <a:pt x="31014" y="120444"/>
                      <a:pt x="50056" y="148208"/>
                      <a:pt x="50532" y="155149"/>
                    </a:cubicBezTo>
                    <a:cubicBezTo>
                      <a:pt x="51579" y="164664"/>
                      <a:pt x="57336" y="173020"/>
                      <a:pt x="65860" y="177397"/>
                    </a:cubicBezTo>
                    <a:cubicBezTo>
                      <a:pt x="77761" y="185384"/>
                      <a:pt x="77761" y="195082"/>
                      <a:pt x="83950" y="199836"/>
                    </a:cubicBezTo>
                    <a:cubicBezTo>
                      <a:pt x="90138" y="204590"/>
                      <a:pt x="88710" y="210200"/>
                      <a:pt x="88996" y="222085"/>
                    </a:cubicBezTo>
                    <a:cubicBezTo>
                      <a:pt x="88896" y="235247"/>
                      <a:pt x="94909" y="247712"/>
                      <a:pt x="105276" y="255839"/>
                    </a:cubicBezTo>
                    <a:cubicBezTo>
                      <a:pt x="115889" y="261578"/>
                      <a:pt x="124095" y="270920"/>
                      <a:pt x="128412" y="282176"/>
                    </a:cubicBezTo>
                    <a:cubicBezTo>
                      <a:pt x="132517" y="293405"/>
                      <a:pt x="138757" y="303736"/>
                      <a:pt x="146787" y="312601"/>
                    </a:cubicBezTo>
                    <a:cubicBezTo>
                      <a:pt x="153547" y="319447"/>
                      <a:pt x="149739" y="322965"/>
                      <a:pt x="153547" y="328004"/>
                    </a:cubicBezTo>
                    <a:cubicBezTo>
                      <a:pt x="156252" y="331573"/>
                      <a:pt x="158492" y="335471"/>
                      <a:pt x="160212" y="339604"/>
                    </a:cubicBezTo>
                    <a:cubicBezTo>
                      <a:pt x="163575" y="338309"/>
                      <a:pt x="166771" y="336617"/>
                      <a:pt x="169733" y="334565"/>
                    </a:cubicBezTo>
                    <a:cubicBezTo>
                      <a:pt x="170875" y="332283"/>
                      <a:pt x="167447" y="326008"/>
                      <a:pt x="169161" y="323631"/>
                    </a:cubicBezTo>
                    <a:cubicBezTo>
                      <a:pt x="171345" y="320476"/>
                      <a:pt x="174293" y="317925"/>
                      <a:pt x="177730" y="316215"/>
                    </a:cubicBezTo>
                    <a:cubicBezTo>
                      <a:pt x="181157" y="315074"/>
                      <a:pt x="185156" y="319733"/>
                      <a:pt x="192582" y="318592"/>
                    </a:cubicBezTo>
                    <a:cubicBezTo>
                      <a:pt x="200864" y="317545"/>
                      <a:pt x="209274" y="318291"/>
                      <a:pt x="217241" y="320778"/>
                    </a:cubicBezTo>
                    <a:cubicBezTo>
                      <a:pt x="218955" y="322585"/>
                      <a:pt x="240186" y="321444"/>
                      <a:pt x="245328" y="325437"/>
                    </a:cubicBezTo>
                    <a:cubicBezTo>
                      <a:pt x="250469" y="329431"/>
                      <a:pt x="255610" y="328290"/>
                      <a:pt x="259038" y="320303"/>
                    </a:cubicBezTo>
                    <a:cubicBezTo>
                      <a:pt x="262465" y="312316"/>
                      <a:pt x="286553" y="295107"/>
                      <a:pt x="289980" y="293395"/>
                    </a:cubicBezTo>
                    <a:cubicBezTo>
                      <a:pt x="293408" y="291684"/>
                      <a:pt x="319209" y="293395"/>
                      <a:pt x="329492" y="291113"/>
                    </a:cubicBezTo>
                    <a:cubicBezTo>
                      <a:pt x="339774" y="288831"/>
                      <a:pt x="407372" y="267058"/>
                      <a:pt x="410228" y="264776"/>
                    </a:cubicBezTo>
                    <a:cubicBezTo>
                      <a:pt x="416327" y="251411"/>
                      <a:pt x="420925" y="237412"/>
                      <a:pt x="423938" y="223036"/>
                    </a:cubicBezTo>
                    <a:cubicBezTo>
                      <a:pt x="423938" y="219043"/>
                      <a:pt x="418797" y="208203"/>
                      <a:pt x="413656" y="208774"/>
                    </a:cubicBezTo>
                    <a:cubicBezTo>
                      <a:pt x="396748" y="208130"/>
                      <a:pt x="379913" y="206223"/>
                      <a:pt x="363291" y="203069"/>
                    </a:cubicBezTo>
                    <a:cubicBezTo>
                      <a:pt x="355620" y="198164"/>
                      <a:pt x="350184" y="190448"/>
                      <a:pt x="348153" y="181581"/>
                    </a:cubicBezTo>
                    <a:cubicBezTo>
                      <a:pt x="344178" y="178217"/>
                      <a:pt x="341295" y="173749"/>
                      <a:pt x="339869" y="168745"/>
                    </a:cubicBezTo>
                    <a:cubicBezTo>
                      <a:pt x="332152" y="169785"/>
                      <a:pt x="324904" y="164809"/>
                      <a:pt x="323113" y="157240"/>
                    </a:cubicBezTo>
                    <a:cubicBezTo>
                      <a:pt x="319209" y="154578"/>
                      <a:pt x="308736" y="139746"/>
                      <a:pt x="312354" y="135657"/>
                    </a:cubicBezTo>
                    <a:cubicBezTo>
                      <a:pt x="315972" y="131569"/>
                      <a:pt x="310069" y="119969"/>
                      <a:pt x="303500" y="114074"/>
                    </a:cubicBezTo>
                    <a:cubicBezTo>
                      <a:pt x="296930" y="108179"/>
                      <a:pt x="283696" y="97150"/>
                      <a:pt x="283030" y="90399"/>
                    </a:cubicBezTo>
                    <a:cubicBezTo>
                      <a:pt x="282561" y="87456"/>
                      <a:pt x="281729" y="84582"/>
                      <a:pt x="280555" y="81842"/>
                    </a:cubicBezTo>
                    <a:lnTo>
                      <a:pt x="264560" y="81081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27" name="Freeform 2806">
                <a:extLst>
                  <a:ext uri="{FF2B5EF4-FFF2-40B4-BE49-F238E27FC236}">
                    <a16:creationId xmlns:a16="http://schemas.microsoft.com/office/drawing/2014/main" id="{5D9C8460-5239-AD02-42CB-18E08FECC2EF}"/>
                  </a:ext>
                </a:extLst>
              </p:cNvPr>
              <p:cNvSpPr/>
              <p:nvPr/>
            </p:nvSpPr>
            <p:spPr>
              <a:xfrm>
                <a:off x="14403093" y="6369109"/>
                <a:ext cx="381642" cy="425967"/>
              </a:xfrm>
              <a:custGeom>
                <a:avLst/>
                <a:gdLst>
                  <a:gd name="connsiteX0" fmla="*/ 81950 w 161853"/>
                  <a:gd name="connsiteY0" fmla="*/ 5871 h 180652"/>
                  <a:gd name="connsiteX1" fmla="*/ 81950 w 161853"/>
                  <a:gd name="connsiteY1" fmla="*/ 20989 h 180652"/>
                  <a:gd name="connsiteX2" fmla="*/ 69288 w 161853"/>
                  <a:gd name="connsiteY2" fmla="*/ 37058 h 180652"/>
                  <a:gd name="connsiteX3" fmla="*/ 62528 w 161853"/>
                  <a:gd name="connsiteY3" fmla="*/ 53887 h 180652"/>
                  <a:gd name="connsiteX4" fmla="*/ 66622 w 161853"/>
                  <a:gd name="connsiteY4" fmla="*/ 53887 h 180652"/>
                  <a:gd name="connsiteX5" fmla="*/ 76904 w 161853"/>
                  <a:gd name="connsiteY5" fmla="*/ 68149 h 180652"/>
                  <a:gd name="connsiteX6" fmla="*/ 63194 w 161853"/>
                  <a:gd name="connsiteY6" fmla="*/ 109889 h 180652"/>
                  <a:gd name="connsiteX7" fmla="*/ 1785 w 161853"/>
                  <a:gd name="connsiteY7" fmla="*/ 130616 h 180652"/>
                  <a:gd name="connsiteX8" fmla="*/ 26349 w 161853"/>
                  <a:gd name="connsiteY8" fmla="*/ 181199 h 180652"/>
                  <a:gd name="connsiteX9" fmla="*/ 31395 w 161853"/>
                  <a:gd name="connsiteY9" fmla="*/ 178727 h 180652"/>
                  <a:gd name="connsiteX10" fmla="*/ 64051 w 161853"/>
                  <a:gd name="connsiteY10" fmla="*/ 173117 h 180652"/>
                  <a:gd name="connsiteX11" fmla="*/ 71763 w 161853"/>
                  <a:gd name="connsiteY11" fmla="*/ 157429 h 180652"/>
                  <a:gd name="connsiteX12" fmla="*/ 93661 w 161853"/>
                  <a:gd name="connsiteY12" fmla="*/ 153816 h 180652"/>
                  <a:gd name="connsiteX13" fmla="*/ 106704 w 161853"/>
                  <a:gd name="connsiteY13" fmla="*/ 135561 h 180652"/>
                  <a:gd name="connsiteX14" fmla="*/ 119462 w 161853"/>
                  <a:gd name="connsiteY14" fmla="*/ 129000 h 180652"/>
                  <a:gd name="connsiteX15" fmla="*/ 126222 w 161853"/>
                  <a:gd name="connsiteY15" fmla="*/ 102092 h 180652"/>
                  <a:gd name="connsiteX16" fmla="*/ 142503 w 161853"/>
                  <a:gd name="connsiteY16" fmla="*/ 90873 h 180652"/>
                  <a:gd name="connsiteX17" fmla="*/ 159164 w 161853"/>
                  <a:gd name="connsiteY17" fmla="*/ 67483 h 180652"/>
                  <a:gd name="connsiteX18" fmla="*/ 157641 w 161853"/>
                  <a:gd name="connsiteY18" fmla="*/ 56549 h 180652"/>
                  <a:gd name="connsiteX19" fmla="*/ 140789 w 161853"/>
                  <a:gd name="connsiteY19" fmla="*/ 35536 h 180652"/>
                  <a:gd name="connsiteX20" fmla="*/ 107276 w 161853"/>
                  <a:gd name="connsiteY20" fmla="*/ 23081 h 180652"/>
                  <a:gd name="connsiteX21" fmla="*/ 96517 w 161853"/>
                  <a:gd name="connsiteY21" fmla="*/ 1783 h 180652"/>
                  <a:gd name="connsiteX22" fmla="*/ 89567 w 161853"/>
                  <a:gd name="connsiteY22" fmla="*/ 5776 h 180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1853" h="180652">
                    <a:moveTo>
                      <a:pt x="81950" y="5871"/>
                    </a:moveTo>
                    <a:lnTo>
                      <a:pt x="81950" y="20989"/>
                    </a:lnTo>
                    <a:lnTo>
                      <a:pt x="69288" y="37058"/>
                    </a:lnTo>
                    <a:lnTo>
                      <a:pt x="62528" y="53887"/>
                    </a:lnTo>
                    <a:cubicBezTo>
                      <a:pt x="63891" y="53972"/>
                      <a:pt x="65258" y="53972"/>
                      <a:pt x="66622" y="53887"/>
                    </a:cubicBezTo>
                    <a:cubicBezTo>
                      <a:pt x="71763" y="53316"/>
                      <a:pt x="76904" y="64155"/>
                      <a:pt x="76904" y="68149"/>
                    </a:cubicBezTo>
                    <a:cubicBezTo>
                      <a:pt x="73892" y="82525"/>
                      <a:pt x="69294" y="96524"/>
                      <a:pt x="63194" y="109889"/>
                    </a:cubicBezTo>
                    <a:cubicBezTo>
                      <a:pt x="61100" y="111505"/>
                      <a:pt x="25111" y="123295"/>
                      <a:pt x="1785" y="130616"/>
                    </a:cubicBezTo>
                    <a:cubicBezTo>
                      <a:pt x="6926" y="141170"/>
                      <a:pt x="17114" y="162278"/>
                      <a:pt x="26349" y="181199"/>
                    </a:cubicBezTo>
                    <a:cubicBezTo>
                      <a:pt x="28086" y="180492"/>
                      <a:pt x="29772" y="179666"/>
                      <a:pt x="31395" y="178727"/>
                    </a:cubicBezTo>
                    <a:cubicBezTo>
                      <a:pt x="42725" y="172166"/>
                      <a:pt x="55387" y="175494"/>
                      <a:pt x="64051" y="173117"/>
                    </a:cubicBezTo>
                    <a:cubicBezTo>
                      <a:pt x="72715" y="170740"/>
                      <a:pt x="64051" y="163609"/>
                      <a:pt x="71763" y="157429"/>
                    </a:cubicBezTo>
                    <a:cubicBezTo>
                      <a:pt x="79475" y="151249"/>
                      <a:pt x="89757" y="155908"/>
                      <a:pt x="93661" y="153816"/>
                    </a:cubicBezTo>
                    <a:cubicBezTo>
                      <a:pt x="97565" y="151724"/>
                      <a:pt x="100135" y="138223"/>
                      <a:pt x="106704" y="135561"/>
                    </a:cubicBezTo>
                    <a:cubicBezTo>
                      <a:pt x="113274" y="132898"/>
                      <a:pt x="120319" y="134610"/>
                      <a:pt x="119462" y="129000"/>
                    </a:cubicBezTo>
                    <a:cubicBezTo>
                      <a:pt x="118605" y="123390"/>
                      <a:pt x="120034" y="103233"/>
                      <a:pt x="126222" y="102092"/>
                    </a:cubicBezTo>
                    <a:cubicBezTo>
                      <a:pt x="132411" y="100951"/>
                      <a:pt x="142217" y="94391"/>
                      <a:pt x="142503" y="90873"/>
                    </a:cubicBezTo>
                    <a:cubicBezTo>
                      <a:pt x="147549" y="82728"/>
                      <a:pt x="153115" y="74916"/>
                      <a:pt x="159164" y="67483"/>
                    </a:cubicBezTo>
                    <a:cubicBezTo>
                      <a:pt x="162973" y="60923"/>
                      <a:pt x="163258" y="57405"/>
                      <a:pt x="157641" y="56549"/>
                    </a:cubicBezTo>
                    <a:cubicBezTo>
                      <a:pt x="152024" y="55693"/>
                      <a:pt x="143169" y="39910"/>
                      <a:pt x="140789" y="35536"/>
                    </a:cubicBezTo>
                    <a:cubicBezTo>
                      <a:pt x="138409" y="31163"/>
                      <a:pt x="121176" y="34015"/>
                      <a:pt x="107276" y="23081"/>
                    </a:cubicBezTo>
                    <a:cubicBezTo>
                      <a:pt x="101528" y="17294"/>
                      <a:pt x="97762" y="9838"/>
                      <a:pt x="96517" y="1783"/>
                    </a:cubicBezTo>
                    <a:lnTo>
                      <a:pt x="89567" y="5776"/>
                    </a:ln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28" name="Freeform 2807">
                <a:extLst>
                  <a:ext uri="{FF2B5EF4-FFF2-40B4-BE49-F238E27FC236}">
                    <a16:creationId xmlns:a16="http://schemas.microsoft.com/office/drawing/2014/main" id="{387F657B-68EB-9DC0-5419-C6FCA77D8886}"/>
                  </a:ext>
                </a:extLst>
              </p:cNvPr>
              <p:cNvSpPr/>
              <p:nvPr/>
            </p:nvSpPr>
            <p:spPr>
              <a:xfrm>
                <a:off x="14341582" y="6323516"/>
                <a:ext cx="44900" cy="67258"/>
              </a:xfrm>
              <a:custGeom>
                <a:avLst/>
                <a:gdLst>
                  <a:gd name="connsiteX0" fmla="*/ 18923 w 19041"/>
                  <a:gd name="connsiteY0" fmla="*/ 33289 h 28524"/>
                  <a:gd name="connsiteX1" fmla="*/ 18923 w 19041"/>
                  <a:gd name="connsiteY1" fmla="*/ 27680 h 28524"/>
                  <a:gd name="connsiteX2" fmla="*/ 16543 w 19041"/>
                  <a:gd name="connsiteY2" fmla="*/ 2008 h 28524"/>
                  <a:gd name="connsiteX3" fmla="*/ 3213 w 19041"/>
                  <a:gd name="connsiteY3" fmla="*/ 21499 h 28524"/>
                  <a:gd name="connsiteX4" fmla="*/ 1785 w 19041"/>
                  <a:gd name="connsiteY4" fmla="*/ 21499 h 28524"/>
                  <a:gd name="connsiteX5" fmla="*/ 18923 w 19041"/>
                  <a:gd name="connsiteY5" fmla="*/ 33289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041" h="28524">
                    <a:moveTo>
                      <a:pt x="18923" y="33289"/>
                    </a:moveTo>
                    <a:cubicBezTo>
                      <a:pt x="18235" y="31482"/>
                      <a:pt x="18235" y="29486"/>
                      <a:pt x="18923" y="27680"/>
                    </a:cubicBezTo>
                    <a:cubicBezTo>
                      <a:pt x="22826" y="21214"/>
                      <a:pt x="25111" y="4385"/>
                      <a:pt x="16543" y="2008"/>
                    </a:cubicBezTo>
                    <a:cubicBezTo>
                      <a:pt x="7974" y="-369"/>
                      <a:pt x="3213" y="16745"/>
                      <a:pt x="3213" y="21499"/>
                    </a:cubicBezTo>
                    <a:cubicBezTo>
                      <a:pt x="3213" y="22355"/>
                      <a:pt x="2642" y="22355"/>
                      <a:pt x="1785" y="21499"/>
                    </a:cubicBezTo>
                    <a:cubicBezTo>
                      <a:pt x="3458" y="29349"/>
                      <a:pt x="10982" y="34525"/>
                      <a:pt x="18923" y="332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29" name="Freeform 2808">
                <a:extLst>
                  <a:ext uri="{FF2B5EF4-FFF2-40B4-BE49-F238E27FC236}">
                    <a16:creationId xmlns:a16="http://schemas.microsoft.com/office/drawing/2014/main" id="{672DAB47-0D2B-C338-45B8-C0F699D88561}"/>
                  </a:ext>
                </a:extLst>
              </p:cNvPr>
              <p:cNvSpPr/>
              <p:nvPr/>
            </p:nvSpPr>
            <p:spPr>
              <a:xfrm>
                <a:off x="14401073" y="6310594"/>
                <a:ext cx="224495" cy="179355"/>
              </a:xfrm>
              <a:custGeom>
                <a:avLst/>
                <a:gdLst>
                  <a:gd name="connsiteX0" fmla="*/ 17114 w 95208"/>
                  <a:gd name="connsiteY0" fmla="*/ 73093 h 76064"/>
                  <a:gd name="connsiteX1" fmla="*/ 63385 w 95208"/>
                  <a:gd name="connsiteY1" fmla="*/ 78703 h 76064"/>
                  <a:gd name="connsiteX2" fmla="*/ 70145 w 95208"/>
                  <a:gd name="connsiteY2" fmla="*/ 61874 h 76064"/>
                  <a:gd name="connsiteX3" fmla="*/ 82807 w 95208"/>
                  <a:gd name="connsiteY3" fmla="*/ 45805 h 76064"/>
                  <a:gd name="connsiteX4" fmla="*/ 82807 w 95208"/>
                  <a:gd name="connsiteY4" fmla="*/ 30687 h 76064"/>
                  <a:gd name="connsiteX5" fmla="*/ 90424 w 95208"/>
                  <a:gd name="connsiteY5" fmla="*/ 30687 h 76064"/>
                  <a:gd name="connsiteX6" fmla="*/ 97374 w 95208"/>
                  <a:gd name="connsiteY6" fmla="*/ 26694 h 76064"/>
                  <a:gd name="connsiteX7" fmla="*/ 91852 w 95208"/>
                  <a:gd name="connsiteY7" fmla="*/ 1783 h 76064"/>
                  <a:gd name="connsiteX8" fmla="*/ 67860 w 95208"/>
                  <a:gd name="connsiteY8" fmla="*/ 28786 h 76064"/>
                  <a:gd name="connsiteX9" fmla="*/ 29776 w 95208"/>
                  <a:gd name="connsiteY9" fmla="*/ 46471 h 76064"/>
                  <a:gd name="connsiteX10" fmla="*/ 6070 w 95208"/>
                  <a:gd name="connsiteY10" fmla="*/ 52746 h 76064"/>
                  <a:gd name="connsiteX11" fmla="*/ 1785 w 95208"/>
                  <a:gd name="connsiteY11" fmla="*/ 51605 h 76064"/>
                  <a:gd name="connsiteX12" fmla="*/ 17114 w 95208"/>
                  <a:gd name="connsiteY12" fmla="*/ 73093 h 76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208" h="76064">
                    <a:moveTo>
                      <a:pt x="17114" y="73093"/>
                    </a:moveTo>
                    <a:cubicBezTo>
                      <a:pt x="32398" y="75974"/>
                      <a:pt x="47855" y="77848"/>
                      <a:pt x="63385" y="78703"/>
                    </a:cubicBezTo>
                    <a:lnTo>
                      <a:pt x="70145" y="61874"/>
                    </a:lnTo>
                    <a:lnTo>
                      <a:pt x="82807" y="45805"/>
                    </a:lnTo>
                    <a:lnTo>
                      <a:pt x="82807" y="30687"/>
                    </a:lnTo>
                    <a:lnTo>
                      <a:pt x="90424" y="30687"/>
                    </a:lnTo>
                    <a:lnTo>
                      <a:pt x="97374" y="26694"/>
                    </a:lnTo>
                    <a:cubicBezTo>
                      <a:pt x="94423" y="14428"/>
                      <a:pt x="93947" y="1973"/>
                      <a:pt x="91852" y="1783"/>
                    </a:cubicBezTo>
                    <a:cubicBezTo>
                      <a:pt x="88330" y="1783"/>
                      <a:pt x="73763" y="17186"/>
                      <a:pt x="67860" y="28786"/>
                    </a:cubicBezTo>
                    <a:cubicBezTo>
                      <a:pt x="59862" y="41770"/>
                      <a:pt x="44873" y="48730"/>
                      <a:pt x="29776" y="46471"/>
                    </a:cubicBezTo>
                    <a:cubicBezTo>
                      <a:pt x="21319" y="44251"/>
                      <a:pt x="12316" y="46634"/>
                      <a:pt x="6070" y="52746"/>
                    </a:cubicBezTo>
                    <a:cubicBezTo>
                      <a:pt x="5022" y="53411"/>
                      <a:pt x="3499" y="52746"/>
                      <a:pt x="1785" y="51605"/>
                    </a:cubicBezTo>
                    <a:cubicBezTo>
                      <a:pt x="3863" y="60504"/>
                      <a:pt x="9371" y="68225"/>
                      <a:pt x="17114" y="7309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30" name="Freeform 2809">
                <a:extLst>
                  <a:ext uri="{FF2B5EF4-FFF2-40B4-BE49-F238E27FC236}">
                    <a16:creationId xmlns:a16="http://schemas.microsoft.com/office/drawing/2014/main" id="{0554A4F6-C32D-793B-7FAB-3D10E79BB210}"/>
                  </a:ext>
                </a:extLst>
              </p:cNvPr>
              <p:cNvSpPr/>
              <p:nvPr/>
            </p:nvSpPr>
            <p:spPr>
              <a:xfrm>
                <a:off x="16636153" y="7275526"/>
                <a:ext cx="897985" cy="269032"/>
              </a:xfrm>
              <a:custGeom>
                <a:avLst/>
                <a:gdLst>
                  <a:gd name="connsiteX0" fmla="*/ 71287 w 380832"/>
                  <a:gd name="connsiteY0" fmla="*/ 44664 h 114096"/>
                  <a:gd name="connsiteX1" fmla="*/ 55959 w 380832"/>
                  <a:gd name="connsiteY1" fmla="*/ 23746 h 114096"/>
                  <a:gd name="connsiteX2" fmla="*/ 46438 w 380832"/>
                  <a:gd name="connsiteY2" fmla="*/ 14238 h 114096"/>
                  <a:gd name="connsiteX3" fmla="*/ 44915 w 380832"/>
                  <a:gd name="connsiteY3" fmla="*/ 11386 h 114096"/>
                  <a:gd name="connsiteX4" fmla="*/ 38726 w 380832"/>
                  <a:gd name="connsiteY4" fmla="*/ 19468 h 114096"/>
                  <a:gd name="connsiteX5" fmla="*/ 22921 w 380832"/>
                  <a:gd name="connsiteY5" fmla="*/ 17471 h 114096"/>
                  <a:gd name="connsiteX6" fmla="*/ 13400 w 380832"/>
                  <a:gd name="connsiteY6" fmla="*/ 5681 h 114096"/>
                  <a:gd name="connsiteX7" fmla="*/ 1785 w 380832"/>
                  <a:gd name="connsiteY7" fmla="*/ 4920 h 114096"/>
                  <a:gd name="connsiteX8" fmla="*/ 7307 w 380832"/>
                  <a:gd name="connsiteY8" fmla="*/ 35536 h 114096"/>
                  <a:gd name="connsiteX9" fmla="*/ 27777 w 380832"/>
                  <a:gd name="connsiteY9" fmla="*/ 73568 h 114096"/>
                  <a:gd name="connsiteX10" fmla="*/ 46818 w 380832"/>
                  <a:gd name="connsiteY10" fmla="*/ 91919 h 114096"/>
                  <a:gd name="connsiteX11" fmla="*/ 84902 w 380832"/>
                  <a:gd name="connsiteY11" fmla="*/ 111410 h 114096"/>
                  <a:gd name="connsiteX12" fmla="*/ 71572 w 380832"/>
                  <a:gd name="connsiteY12" fmla="*/ 82886 h 114096"/>
                  <a:gd name="connsiteX13" fmla="*/ 71287 w 380832"/>
                  <a:gd name="connsiteY13" fmla="*/ 44664 h 114096"/>
                  <a:gd name="connsiteX14" fmla="*/ 374144 w 380832"/>
                  <a:gd name="connsiteY14" fmla="*/ 21940 h 114096"/>
                  <a:gd name="connsiteX15" fmla="*/ 356340 w 380832"/>
                  <a:gd name="connsiteY15" fmla="*/ 17186 h 114096"/>
                  <a:gd name="connsiteX16" fmla="*/ 337965 w 380832"/>
                  <a:gd name="connsiteY16" fmla="*/ 1783 h 114096"/>
                  <a:gd name="connsiteX17" fmla="*/ 321970 w 380832"/>
                  <a:gd name="connsiteY17" fmla="*/ 21940 h 114096"/>
                  <a:gd name="connsiteX18" fmla="*/ 311307 w 380832"/>
                  <a:gd name="connsiteY18" fmla="*/ 35536 h 114096"/>
                  <a:gd name="connsiteX19" fmla="*/ 306927 w 380832"/>
                  <a:gd name="connsiteY19" fmla="*/ 41051 h 114096"/>
                  <a:gd name="connsiteX20" fmla="*/ 306927 w 380832"/>
                  <a:gd name="connsiteY20" fmla="*/ 52746 h 114096"/>
                  <a:gd name="connsiteX21" fmla="*/ 293884 w 380832"/>
                  <a:gd name="connsiteY21" fmla="*/ 57405 h 114096"/>
                  <a:gd name="connsiteX22" fmla="*/ 283030 w 380832"/>
                  <a:gd name="connsiteY22" fmla="*/ 43333 h 114096"/>
                  <a:gd name="connsiteX23" fmla="*/ 283030 w 380832"/>
                  <a:gd name="connsiteY23" fmla="*/ 43333 h 114096"/>
                  <a:gd name="connsiteX24" fmla="*/ 265321 w 380832"/>
                  <a:gd name="connsiteY24" fmla="*/ 71191 h 114096"/>
                  <a:gd name="connsiteX25" fmla="*/ 236283 w 380832"/>
                  <a:gd name="connsiteY25" fmla="*/ 80034 h 114096"/>
                  <a:gd name="connsiteX26" fmla="*/ 223239 w 380832"/>
                  <a:gd name="connsiteY26" fmla="*/ 105515 h 114096"/>
                  <a:gd name="connsiteX27" fmla="*/ 193535 w 380832"/>
                  <a:gd name="connsiteY27" fmla="*/ 98004 h 114096"/>
                  <a:gd name="connsiteX28" fmla="*/ 199532 w 380832"/>
                  <a:gd name="connsiteY28" fmla="*/ 110840 h 114096"/>
                  <a:gd name="connsiteX29" fmla="*/ 216099 w 380832"/>
                  <a:gd name="connsiteY29" fmla="*/ 119112 h 114096"/>
                  <a:gd name="connsiteX30" fmla="*/ 242186 w 380832"/>
                  <a:gd name="connsiteY30" fmla="*/ 116735 h 114096"/>
                  <a:gd name="connsiteX31" fmla="*/ 262370 w 380832"/>
                  <a:gd name="connsiteY31" fmla="*/ 108463 h 114096"/>
                  <a:gd name="connsiteX32" fmla="*/ 281412 w 380832"/>
                  <a:gd name="connsiteY32" fmla="*/ 111981 h 114096"/>
                  <a:gd name="connsiteX33" fmla="*/ 299120 w 380832"/>
                  <a:gd name="connsiteY33" fmla="*/ 100191 h 114096"/>
                  <a:gd name="connsiteX34" fmla="*/ 305118 w 380832"/>
                  <a:gd name="connsiteY34" fmla="*/ 81175 h 114096"/>
                  <a:gd name="connsiteX35" fmla="*/ 316924 w 380832"/>
                  <a:gd name="connsiteY35" fmla="*/ 63490 h 114096"/>
                  <a:gd name="connsiteX36" fmla="*/ 347771 w 380832"/>
                  <a:gd name="connsiteY36" fmla="*/ 50464 h 114096"/>
                  <a:gd name="connsiteX37" fmla="*/ 357292 w 380832"/>
                  <a:gd name="connsiteY37" fmla="*/ 53696 h 114096"/>
                  <a:gd name="connsiteX38" fmla="*/ 369764 w 380832"/>
                  <a:gd name="connsiteY38" fmla="*/ 41526 h 114096"/>
                  <a:gd name="connsiteX39" fmla="*/ 388139 w 380832"/>
                  <a:gd name="connsiteY39" fmla="*/ 33920 h 114096"/>
                  <a:gd name="connsiteX40" fmla="*/ 374144 w 380832"/>
                  <a:gd name="connsiteY40" fmla="*/ 21940 h 114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80832" h="114096">
                    <a:moveTo>
                      <a:pt x="71287" y="44664"/>
                    </a:moveTo>
                    <a:cubicBezTo>
                      <a:pt x="71287" y="31448"/>
                      <a:pt x="58910" y="32874"/>
                      <a:pt x="55959" y="23746"/>
                    </a:cubicBezTo>
                    <a:cubicBezTo>
                      <a:pt x="53007" y="14618"/>
                      <a:pt x="47961" y="19848"/>
                      <a:pt x="46438" y="14238"/>
                    </a:cubicBezTo>
                    <a:cubicBezTo>
                      <a:pt x="46041" y="13232"/>
                      <a:pt x="45530" y="12275"/>
                      <a:pt x="44915" y="11386"/>
                    </a:cubicBezTo>
                    <a:cubicBezTo>
                      <a:pt x="38155" y="13573"/>
                      <a:pt x="40630" y="19087"/>
                      <a:pt x="38726" y="19468"/>
                    </a:cubicBezTo>
                    <a:cubicBezTo>
                      <a:pt x="36822" y="19848"/>
                      <a:pt x="22921" y="21464"/>
                      <a:pt x="22921" y="17471"/>
                    </a:cubicBezTo>
                    <a:cubicBezTo>
                      <a:pt x="23109" y="11729"/>
                      <a:pt x="19060" y="6714"/>
                      <a:pt x="13400" y="5681"/>
                    </a:cubicBezTo>
                    <a:cubicBezTo>
                      <a:pt x="9572" y="4973"/>
                      <a:pt x="5673" y="4718"/>
                      <a:pt x="1785" y="4920"/>
                    </a:cubicBezTo>
                    <a:cubicBezTo>
                      <a:pt x="5639" y="14659"/>
                      <a:pt x="7517" y="25066"/>
                      <a:pt x="7307" y="35536"/>
                    </a:cubicBezTo>
                    <a:cubicBezTo>
                      <a:pt x="7307" y="47326"/>
                      <a:pt x="25111" y="66342"/>
                      <a:pt x="27777" y="73568"/>
                    </a:cubicBezTo>
                    <a:cubicBezTo>
                      <a:pt x="30443" y="80794"/>
                      <a:pt x="35489" y="83552"/>
                      <a:pt x="46818" y="91919"/>
                    </a:cubicBezTo>
                    <a:cubicBezTo>
                      <a:pt x="58148" y="100286"/>
                      <a:pt x="80903" y="113502"/>
                      <a:pt x="84902" y="111410"/>
                    </a:cubicBezTo>
                    <a:cubicBezTo>
                      <a:pt x="88900" y="109318"/>
                      <a:pt x="78047" y="89827"/>
                      <a:pt x="71572" y="82886"/>
                    </a:cubicBezTo>
                    <a:cubicBezTo>
                      <a:pt x="65098" y="75945"/>
                      <a:pt x="71001" y="58070"/>
                      <a:pt x="71287" y="44664"/>
                    </a:cubicBezTo>
                    <a:close/>
                    <a:moveTo>
                      <a:pt x="374144" y="21940"/>
                    </a:moveTo>
                    <a:cubicBezTo>
                      <a:pt x="368813" y="23176"/>
                      <a:pt x="356340" y="22510"/>
                      <a:pt x="356340" y="17186"/>
                    </a:cubicBezTo>
                    <a:cubicBezTo>
                      <a:pt x="356340" y="11861"/>
                      <a:pt x="345106" y="1783"/>
                      <a:pt x="337965" y="1783"/>
                    </a:cubicBezTo>
                    <a:cubicBezTo>
                      <a:pt x="330825" y="1783"/>
                      <a:pt x="322542" y="16045"/>
                      <a:pt x="321970" y="21940"/>
                    </a:cubicBezTo>
                    <a:cubicBezTo>
                      <a:pt x="321399" y="27835"/>
                      <a:pt x="310165" y="27264"/>
                      <a:pt x="311307" y="35536"/>
                    </a:cubicBezTo>
                    <a:cubicBezTo>
                      <a:pt x="311783" y="38864"/>
                      <a:pt x="309688" y="40195"/>
                      <a:pt x="306927" y="41051"/>
                    </a:cubicBezTo>
                    <a:cubicBezTo>
                      <a:pt x="308832" y="48182"/>
                      <a:pt x="309783" y="53411"/>
                      <a:pt x="306927" y="52746"/>
                    </a:cubicBezTo>
                    <a:cubicBezTo>
                      <a:pt x="302167" y="51510"/>
                      <a:pt x="300929" y="57405"/>
                      <a:pt x="293884" y="57405"/>
                    </a:cubicBezTo>
                    <a:cubicBezTo>
                      <a:pt x="291408" y="57405"/>
                      <a:pt x="287314" y="51319"/>
                      <a:pt x="283030" y="43333"/>
                    </a:cubicBezTo>
                    <a:lnTo>
                      <a:pt x="283030" y="43333"/>
                    </a:lnTo>
                    <a:cubicBezTo>
                      <a:pt x="278365" y="43333"/>
                      <a:pt x="267702" y="59877"/>
                      <a:pt x="265321" y="71191"/>
                    </a:cubicBezTo>
                    <a:cubicBezTo>
                      <a:pt x="262941" y="82506"/>
                      <a:pt x="252278" y="78798"/>
                      <a:pt x="236283" y="80034"/>
                    </a:cubicBezTo>
                    <a:cubicBezTo>
                      <a:pt x="220288" y="81270"/>
                      <a:pt x="226762" y="97814"/>
                      <a:pt x="223239" y="105515"/>
                    </a:cubicBezTo>
                    <a:cubicBezTo>
                      <a:pt x="219717" y="113217"/>
                      <a:pt x="202389" y="99810"/>
                      <a:pt x="193535" y="98004"/>
                    </a:cubicBezTo>
                    <a:cubicBezTo>
                      <a:pt x="194962" y="104374"/>
                      <a:pt x="197057" y="110840"/>
                      <a:pt x="199532" y="110840"/>
                    </a:cubicBezTo>
                    <a:cubicBezTo>
                      <a:pt x="204293" y="110840"/>
                      <a:pt x="211338" y="122630"/>
                      <a:pt x="216099" y="119112"/>
                    </a:cubicBezTo>
                    <a:cubicBezTo>
                      <a:pt x="220859" y="115594"/>
                      <a:pt x="235140" y="119112"/>
                      <a:pt x="242186" y="116735"/>
                    </a:cubicBezTo>
                    <a:cubicBezTo>
                      <a:pt x="249231" y="114358"/>
                      <a:pt x="250469" y="108463"/>
                      <a:pt x="262370" y="108463"/>
                    </a:cubicBezTo>
                    <a:cubicBezTo>
                      <a:pt x="274271" y="108463"/>
                      <a:pt x="269415" y="117971"/>
                      <a:pt x="281412" y="111981"/>
                    </a:cubicBezTo>
                    <a:cubicBezTo>
                      <a:pt x="293408" y="105991"/>
                      <a:pt x="300453" y="110840"/>
                      <a:pt x="299120" y="100191"/>
                    </a:cubicBezTo>
                    <a:cubicBezTo>
                      <a:pt x="297787" y="89542"/>
                      <a:pt x="306261" y="89542"/>
                      <a:pt x="305118" y="81175"/>
                    </a:cubicBezTo>
                    <a:cubicBezTo>
                      <a:pt x="303976" y="72808"/>
                      <a:pt x="318162" y="78798"/>
                      <a:pt x="316924" y="63490"/>
                    </a:cubicBezTo>
                    <a:cubicBezTo>
                      <a:pt x="315686" y="48182"/>
                      <a:pt x="338251" y="50464"/>
                      <a:pt x="347771" y="50464"/>
                    </a:cubicBezTo>
                    <a:cubicBezTo>
                      <a:pt x="351128" y="50900"/>
                      <a:pt x="354365" y="51999"/>
                      <a:pt x="357292" y="53696"/>
                    </a:cubicBezTo>
                    <a:cubicBezTo>
                      <a:pt x="364337" y="50179"/>
                      <a:pt x="374430" y="45615"/>
                      <a:pt x="369764" y="41526"/>
                    </a:cubicBezTo>
                    <a:cubicBezTo>
                      <a:pt x="365099" y="37438"/>
                      <a:pt x="385759" y="40956"/>
                      <a:pt x="388139" y="33920"/>
                    </a:cubicBezTo>
                    <a:cubicBezTo>
                      <a:pt x="390520" y="26884"/>
                      <a:pt x="379762" y="20799"/>
                      <a:pt x="374144" y="219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31" name="Freeform 2810">
                <a:extLst>
                  <a:ext uri="{FF2B5EF4-FFF2-40B4-BE49-F238E27FC236}">
                    <a16:creationId xmlns:a16="http://schemas.microsoft.com/office/drawing/2014/main" id="{814778C6-2E76-299B-236E-ED913F34F6FA}"/>
                  </a:ext>
                </a:extLst>
              </p:cNvPr>
              <p:cNvSpPr/>
              <p:nvPr/>
            </p:nvSpPr>
            <p:spPr>
              <a:xfrm>
                <a:off x="17302010" y="7368118"/>
                <a:ext cx="44900" cy="44839"/>
              </a:xfrm>
              <a:custGeom>
                <a:avLst/>
                <a:gdLst>
                  <a:gd name="connsiteX0" fmla="*/ 12068 w 19041"/>
                  <a:gd name="connsiteY0" fmla="*/ 18137 h 19016"/>
                  <a:gd name="connsiteX1" fmla="*/ 25111 w 19041"/>
                  <a:gd name="connsiteY1" fmla="*/ 13478 h 19016"/>
                  <a:gd name="connsiteX2" fmla="*/ 25111 w 19041"/>
                  <a:gd name="connsiteY2" fmla="*/ 1783 h 19016"/>
                  <a:gd name="connsiteX3" fmla="*/ 15590 w 19041"/>
                  <a:gd name="connsiteY3" fmla="*/ 6347 h 19016"/>
                  <a:gd name="connsiteX4" fmla="*/ 1785 w 19041"/>
                  <a:gd name="connsiteY4" fmla="*/ 4065 h 19016"/>
                  <a:gd name="connsiteX5" fmla="*/ 12068 w 19041"/>
                  <a:gd name="connsiteY5" fmla="*/ 18137 h 19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041" h="19016">
                    <a:moveTo>
                      <a:pt x="12068" y="18137"/>
                    </a:moveTo>
                    <a:cubicBezTo>
                      <a:pt x="19113" y="18137"/>
                      <a:pt x="20351" y="12242"/>
                      <a:pt x="25111" y="13478"/>
                    </a:cubicBezTo>
                    <a:cubicBezTo>
                      <a:pt x="27682" y="14143"/>
                      <a:pt x="26730" y="8914"/>
                      <a:pt x="25111" y="1783"/>
                    </a:cubicBezTo>
                    <a:cubicBezTo>
                      <a:pt x="20922" y="3114"/>
                      <a:pt x="15590" y="3114"/>
                      <a:pt x="15590" y="6347"/>
                    </a:cubicBezTo>
                    <a:cubicBezTo>
                      <a:pt x="15590" y="11576"/>
                      <a:pt x="6641" y="4445"/>
                      <a:pt x="1785" y="4065"/>
                    </a:cubicBezTo>
                    <a:cubicBezTo>
                      <a:pt x="5498" y="12051"/>
                      <a:pt x="9592" y="18137"/>
                      <a:pt x="12068" y="181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32" name="Freeform 2811">
                <a:extLst>
                  <a:ext uri="{FF2B5EF4-FFF2-40B4-BE49-F238E27FC236}">
                    <a16:creationId xmlns:a16="http://schemas.microsoft.com/office/drawing/2014/main" id="{9685323C-6643-8F00-D284-31F690750022}"/>
                  </a:ext>
                </a:extLst>
              </p:cNvPr>
              <p:cNvSpPr/>
              <p:nvPr/>
            </p:nvSpPr>
            <p:spPr>
              <a:xfrm>
                <a:off x="13781464" y="5717982"/>
                <a:ext cx="471442" cy="448387"/>
              </a:xfrm>
              <a:custGeom>
                <a:avLst/>
                <a:gdLst>
                  <a:gd name="connsiteX0" fmla="*/ 166876 w 199937"/>
                  <a:gd name="connsiteY0" fmla="*/ 174573 h 190160"/>
                  <a:gd name="connsiteX1" fmla="*/ 176397 w 199937"/>
                  <a:gd name="connsiteY1" fmla="*/ 167252 h 190160"/>
                  <a:gd name="connsiteX2" fmla="*/ 189631 w 199937"/>
                  <a:gd name="connsiteY2" fmla="*/ 174668 h 190160"/>
                  <a:gd name="connsiteX3" fmla="*/ 198485 w 199937"/>
                  <a:gd name="connsiteY3" fmla="*/ 170009 h 190160"/>
                  <a:gd name="connsiteX4" fmla="*/ 187155 w 199937"/>
                  <a:gd name="connsiteY4" fmla="*/ 154226 h 190160"/>
                  <a:gd name="connsiteX5" fmla="*/ 180015 w 199937"/>
                  <a:gd name="connsiteY5" fmla="*/ 140820 h 190160"/>
                  <a:gd name="connsiteX6" fmla="*/ 181538 w 199937"/>
                  <a:gd name="connsiteY6" fmla="*/ 127318 h 190160"/>
                  <a:gd name="connsiteX7" fmla="*/ 172017 w 199937"/>
                  <a:gd name="connsiteY7" fmla="*/ 115528 h 190160"/>
                  <a:gd name="connsiteX8" fmla="*/ 149834 w 199937"/>
                  <a:gd name="connsiteY8" fmla="*/ 100506 h 190160"/>
                  <a:gd name="connsiteX9" fmla="*/ 140313 w 199937"/>
                  <a:gd name="connsiteY9" fmla="*/ 89476 h 190160"/>
                  <a:gd name="connsiteX10" fmla="*/ 138028 w 199937"/>
                  <a:gd name="connsiteY10" fmla="*/ 71221 h 190160"/>
                  <a:gd name="connsiteX11" fmla="*/ 145930 w 199937"/>
                  <a:gd name="connsiteY11" fmla="*/ 55438 h 190160"/>
                  <a:gd name="connsiteX12" fmla="*/ 148215 w 199937"/>
                  <a:gd name="connsiteY12" fmla="*/ 43553 h 190160"/>
                  <a:gd name="connsiteX13" fmla="*/ 140313 w 199937"/>
                  <a:gd name="connsiteY13" fmla="*/ 36517 h 190160"/>
                  <a:gd name="connsiteX14" fmla="*/ 129269 w 199937"/>
                  <a:gd name="connsiteY14" fmla="*/ 24632 h 190160"/>
                  <a:gd name="connsiteX15" fmla="*/ 122128 w 199937"/>
                  <a:gd name="connsiteY15" fmla="*/ 8848 h 190160"/>
                  <a:gd name="connsiteX16" fmla="*/ 100992 w 199937"/>
                  <a:gd name="connsiteY16" fmla="*/ 5520 h 190160"/>
                  <a:gd name="connsiteX17" fmla="*/ 83188 w 199937"/>
                  <a:gd name="connsiteY17" fmla="*/ 1907 h 190160"/>
                  <a:gd name="connsiteX18" fmla="*/ 74238 w 199937"/>
                  <a:gd name="connsiteY18" fmla="*/ 8753 h 190160"/>
                  <a:gd name="connsiteX19" fmla="*/ 74238 w 199937"/>
                  <a:gd name="connsiteY19" fmla="*/ 8753 h 190160"/>
                  <a:gd name="connsiteX20" fmla="*/ 62433 w 199937"/>
                  <a:gd name="connsiteY20" fmla="*/ 17405 h 190160"/>
                  <a:gd name="connsiteX21" fmla="*/ 49770 w 199937"/>
                  <a:gd name="connsiteY21" fmla="*/ 26914 h 190160"/>
                  <a:gd name="connsiteX22" fmla="*/ 51389 w 199937"/>
                  <a:gd name="connsiteY22" fmla="*/ 43458 h 190160"/>
                  <a:gd name="connsiteX23" fmla="*/ 49770 w 199937"/>
                  <a:gd name="connsiteY23" fmla="*/ 59336 h 190160"/>
                  <a:gd name="connsiteX24" fmla="*/ 45009 w 199937"/>
                  <a:gd name="connsiteY24" fmla="*/ 71126 h 190160"/>
                  <a:gd name="connsiteX25" fmla="*/ 1785 w 199937"/>
                  <a:gd name="connsiteY25" fmla="*/ 93850 h 190160"/>
                  <a:gd name="connsiteX26" fmla="*/ 3404 w 199937"/>
                  <a:gd name="connsiteY26" fmla="*/ 103358 h 190160"/>
                  <a:gd name="connsiteX27" fmla="*/ 8164 w 199937"/>
                  <a:gd name="connsiteY27" fmla="*/ 123040 h 190160"/>
                  <a:gd name="connsiteX28" fmla="*/ 23683 w 199937"/>
                  <a:gd name="connsiteY28" fmla="*/ 123040 h 190160"/>
                  <a:gd name="connsiteX29" fmla="*/ 63194 w 199937"/>
                  <a:gd name="connsiteY29" fmla="*/ 145954 h 190160"/>
                  <a:gd name="connsiteX30" fmla="*/ 111465 w 199937"/>
                  <a:gd name="connsiteY30" fmla="*/ 181514 h 190160"/>
                  <a:gd name="connsiteX31" fmla="*/ 135267 w 199937"/>
                  <a:gd name="connsiteY31" fmla="*/ 189406 h 190160"/>
                  <a:gd name="connsiteX32" fmla="*/ 158498 w 199937"/>
                  <a:gd name="connsiteY32" fmla="*/ 191783 h 190160"/>
                  <a:gd name="connsiteX33" fmla="*/ 166876 w 199937"/>
                  <a:gd name="connsiteY33" fmla="*/ 174573 h 190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99937" h="190160">
                    <a:moveTo>
                      <a:pt x="166876" y="174573"/>
                    </a:moveTo>
                    <a:cubicBezTo>
                      <a:pt x="169447" y="171911"/>
                      <a:pt x="169923" y="168108"/>
                      <a:pt x="176397" y="167252"/>
                    </a:cubicBezTo>
                    <a:cubicBezTo>
                      <a:pt x="182871" y="166396"/>
                      <a:pt x="184299" y="169724"/>
                      <a:pt x="189631" y="174668"/>
                    </a:cubicBezTo>
                    <a:cubicBezTo>
                      <a:pt x="192194" y="172470"/>
                      <a:pt x="195220" y="170878"/>
                      <a:pt x="198485" y="170009"/>
                    </a:cubicBezTo>
                    <a:cubicBezTo>
                      <a:pt x="193058" y="164399"/>
                      <a:pt x="186679" y="158029"/>
                      <a:pt x="187155" y="154226"/>
                    </a:cubicBezTo>
                    <a:cubicBezTo>
                      <a:pt x="187917" y="147951"/>
                      <a:pt x="180776" y="144718"/>
                      <a:pt x="180015" y="140820"/>
                    </a:cubicBezTo>
                    <a:cubicBezTo>
                      <a:pt x="179253" y="136921"/>
                      <a:pt x="184775" y="130551"/>
                      <a:pt x="181538" y="127318"/>
                    </a:cubicBezTo>
                    <a:cubicBezTo>
                      <a:pt x="178301" y="124086"/>
                      <a:pt x="177635" y="116289"/>
                      <a:pt x="172017" y="115528"/>
                    </a:cubicBezTo>
                    <a:cubicBezTo>
                      <a:pt x="166400" y="114768"/>
                      <a:pt x="149072" y="106020"/>
                      <a:pt x="149834" y="100506"/>
                    </a:cubicBezTo>
                    <a:cubicBezTo>
                      <a:pt x="150595" y="94991"/>
                      <a:pt x="143550" y="90998"/>
                      <a:pt x="140313" y="89476"/>
                    </a:cubicBezTo>
                    <a:cubicBezTo>
                      <a:pt x="137076" y="87955"/>
                      <a:pt x="134029" y="73598"/>
                      <a:pt x="138028" y="71221"/>
                    </a:cubicBezTo>
                    <a:cubicBezTo>
                      <a:pt x="142027" y="68844"/>
                      <a:pt x="141170" y="55438"/>
                      <a:pt x="145930" y="55438"/>
                    </a:cubicBezTo>
                    <a:cubicBezTo>
                      <a:pt x="150691" y="55438"/>
                      <a:pt x="146692" y="48307"/>
                      <a:pt x="148215" y="43553"/>
                    </a:cubicBezTo>
                    <a:cubicBezTo>
                      <a:pt x="149738" y="38799"/>
                      <a:pt x="144312" y="36517"/>
                      <a:pt x="140313" y="36517"/>
                    </a:cubicBezTo>
                    <a:cubicBezTo>
                      <a:pt x="134543" y="35185"/>
                      <a:pt x="130169" y="30477"/>
                      <a:pt x="129269" y="24632"/>
                    </a:cubicBezTo>
                    <a:cubicBezTo>
                      <a:pt x="129269" y="19117"/>
                      <a:pt x="121367" y="11225"/>
                      <a:pt x="122128" y="8848"/>
                    </a:cubicBezTo>
                    <a:cubicBezTo>
                      <a:pt x="120795" y="19307"/>
                      <a:pt x="105752" y="3143"/>
                      <a:pt x="100992" y="5520"/>
                    </a:cubicBezTo>
                    <a:cubicBezTo>
                      <a:pt x="96231" y="7897"/>
                      <a:pt x="92709" y="766"/>
                      <a:pt x="83188" y="1907"/>
                    </a:cubicBezTo>
                    <a:cubicBezTo>
                      <a:pt x="77190" y="2668"/>
                      <a:pt x="77380" y="5901"/>
                      <a:pt x="74238" y="8753"/>
                    </a:cubicBezTo>
                    <a:lnTo>
                      <a:pt x="74238" y="8753"/>
                    </a:lnTo>
                    <a:lnTo>
                      <a:pt x="62433" y="17405"/>
                    </a:lnTo>
                    <a:cubicBezTo>
                      <a:pt x="62433" y="17405"/>
                      <a:pt x="52150" y="20543"/>
                      <a:pt x="49770" y="26914"/>
                    </a:cubicBezTo>
                    <a:cubicBezTo>
                      <a:pt x="47390" y="33284"/>
                      <a:pt x="54530" y="39559"/>
                      <a:pt x="51389" y="43458"/>
                    </a:cubicBezTo>
                    <a:cubicBezTo>
                      <a:pt x="48919" y="48373"/>
                      <a:pt x="48343" y="54024"/>
                      <a:pt x="49770" y="59336"/>
                    </a:cubicBezTo>
                    <a:cubicBezTo>
                      <a:pt x="50532" y="62474"/>
                      <a:pt x="45009" y="71126"/>
                      <a:pt x="45009" y="71126"/>
                    </a:cubicBezTo>
                    <a:cubicBezTo>
                      <a:pt x="45009" y="71126"/>
                      <a:pt x="21493" y="83771"/>
                      <a:pt x="1785" y="93850"/>
                    </a:cubicBezTo>
                    <a:cubicBezTo>
                      <a:pt x="2068" y="97058"/>
                      <a:pt x="2609" y="100237"/>
                      <a:pt x="3404" y="103358"/>
                    </a:cubicBezTo>
                    <a:cubicBezTo>
                      <a:pt x="4737" y="107732"/>
                      <a:pt x="6641" y="116099"/>
                      <a:pt x="8164" y="123040"/>
                    </a:cubicBezTo>
                    <a:cubicBezTo>
                      <a:pt x="13328" y="122611"/>
                      <a:pt x="18519" y="122611"/>
                      <a:pt x="23683" y="123040"/>
                    </a:cubicBezTo>
                    <a:cubicBezTo>
                      <a:pt x="30824" y="123800"/>
                      <a:pt x="56910" y="142816"/>
                      <a:pt x="63194" y="145954"/>
                    </a:cubicBezTo>
                    <a:cubicBezTo>
                      <a:pt x="79912" y="156933"/>
                      <a:pt x="96026" y="168803"/>
                      <a:pt x="111465" y="181514"/>
                    </a:cubicBezTo>
                    <a:cubicBezTo>
                      <a:pt x="118365" y="186590"/>
                      <a:pt x="126697" y="189352"/>
                      <a:pt x="135267" y="189406"/>
                    </a:cubicBezTo>
                    <a:cubicBezTo>
                      <a:pt x="137933" y="189406"/>
                      <a:pt x="149263" y="190737"/>
                      <a:pt x="158498" y="191783"/>
                    </a:cubicBezTo>
                    <a:cubicBezTo>
                      <a:pt x="160800" y="185821"/>
                      <a:pt x="163603" y="180064"/>
                      <a:pt x="166876" y="1745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33" name="Freeform 2812">
                <a:extLst>
                  <a:ext uri="{FF2B5EF4-FFF2-40B4-BE49-F238E27FC236}">
                    <a16:creationId xmlns:a16="http://schemas.microsoft.com/office/drawing/2014/main" id="{7D633108-F79C-E491-DDA0-FE7789387886}"/>
                  </a:ext>
                </a:extLst>
              </p:cNvPr>
              <p:cNvSpPr/>
              <p:nvPr/>
            </p:nvSpPr>
            <p:spPr>
              <a:xfrm>
                <a:off x="14150537" y="6107887"/>
                <a:ext cx="89798" cy="89677"/>
              </a:xfrm>
              <a:custGeom>
                <a:avLst/>
                <a:gdLst>
                  <a:gd name="connsiteX0" fmla="*/ 14448 w 38083"/>
                  <a:gd name="connsiteY0" fmla="*/ 28326 h 38032"/>
                  <a:gd name="connsiteX1" fmla="*/ 24635 w 38083"/>
                  <a:gd name="connsiteY1" fmla="*/ 37073 h 38032"/>
                  <a:gd name="connsiteX2" fmla="*/ 40630 w 38083"/>
                  <a:gd name="connsiteY2" fmla="*/ 37834 h 38032"/>
                  <a:gd name="connsiteX3" fmla="*/ 31109 w 38083"/>
                  <a:gd name="connsiteY3" fmla="*/ 12638 h 38032"/>
                  <a:gd name="connsiteX4" fmla="*/ 32823 w 38083"/>
                  <a:gd name="connsiteY4" fmla="*/ 9310 h 38032"/>
                  <a:gd name="connsiteX5" fmla="*/ 19589 w 38083"/>
                  <a:gd name="connsiteY5" fmla="*/ 1893 h 38032"/>
                  <a:gd name="connsiteX6" fmla="*/ 10068 w 38083"/>
                  <a:gd name="connsiteY6" fmla="*/ 9215 h 38032"/>
                  <a:gd name="connsiteX7" fmla="*/ 1785 w 38083"/>
                  <a:gd name="connsiteY7" fmla="*/ 26805 h 3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8083" h="38032">
                    <a:moveTo>
                      <a:pt x="14448" y="28326"/>
                    </a:moveTo>
                    <a:lnTo>
                      <a:pt x="24635" y="37073"/>
                    </a:lnTo>
                    <a:lnTo>
                      <a:pt x="40630" y="37834"/>
                    </a:lnTo>
                    <a:cubicBezTo>
                      <a:pt x="36873" y="29666"/>
                      <a:pt x="33692" y="21247"/>
                      <a:pt x="31109" y="12638"/>
                    </a:cubicBezTo>
                    <a:cubicBezTo>
                      <a:pt x="31222" y="11347"/>
                      <a:pt x="31837" y="10152"/>
                      <a:pt x="32823" y="9310"/>
                    </a:cubicBezTo>
                    <a:cubicBezTo>
                      <a:pt x="27491" y="4366"/>
                      <a:pt x="24444" y="1133"/>
                      <a:pt x="19589" y="1893"/>
                    </a:cubicBezTo>
                    <a:cubicBezTo>
                      <a:pt x="14733" y="2654"/>
                      <a:pt x="13020" y="6552"/>
                      <a:pt x="10068" y="9215"/>
                    </a:cubicBezTo>
                    <a:cubicBezTo>
                      <a:pt x="6808" y="14830"/>
                      <a:pt x="4037" y="20715"/>
                      <a:pt x="1785" y="2680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34" name="Freeform 2817">
                <a:extLst>
                  <a:ext uri="{FF2B5EF4-FFF2-40B4-BE49-F238E27FC236}">
                    <a16:creationId xmlns:a16="http://schemas.microsoft.com/office/drawing/2014/main" id="{3526078E-BE6D-E8C4-ED66-3A712F21D403}"/>
                  </a:ext>
                </a:extLst>
              </p:cNvPr>
              <p:cNvSpPr/>
              <p:nvPr/>
            </p:nvSpPr>
            <p:spPr>
              <a:xfrm>
                <a:off x="13474404" y="5803691"/>
                <a:ext cx="112248" cy="67258"/>
              </a:xfrm>
              <a:custGeom>
                <a:avLst/>
                <a:gdLst>
                  <a:gd name="connsiteX0" fmla="*/ 33278 w 47604"/>
                  <a:gd name="connsiteY0" fmla="*/ 19754 h 28524"/>
                  <a:gd name="connsiteX1" fmla="*/ 43942 w 47604"/>
                  <a:gd name="connsiteY1" fmla="*/ 7013 h 28524"/>
                  <a:gd name="connsiteX2" fmla="*/ 43942 w 47604"/>
                  <a:gd name="connsiteY2" fmla="*/ 3210 h 28524"/>
                  <a:gd name="connsiteX3" fmla="*/ 15379 w 47604"/>
                  <a:gd name="connsiteY3" fmla="*/ 11767 h 28524"/>
                  <a:gd name="connsiteX4" fmla="*/ 5858 w 47604"/>
                  <a:gd name="connsiteY4" fmla="*/ 25934 h 28524"/>
                  <a:gd name="connsiteX5" fmla="*/ 33278 w 47604"/>
                  <a:gd name="connsiteY5" fmla="*/ 19754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04" h="28524">
                    <a:moveTo>
                      <a:pt x="33278" y="19754"/>
                    </a:moveTo>
                    <a:cubicBezTo>
                      <a:pt x="32707" y="16521"/>
                      <a:pt x="37182" y="9675"/>
                      <a:pt x="43942" y="7013"/>
                    </a:cubicBezTo>
                    <a:cubicBezTo>
                      <a:pt x="50701" y="4351"/>
                      <a:pt x="48131" y="-689"/>
                      <a:pt x="43942" y="3210"/>
                    </a:cubicBezTo>
                    <a:cubicBezTo>
                      <a:pt x="35486" y="8839"/>
                      <a:pt x="25541" y="11818"/>
                      <a:pt x="15379" y="11767"/>
                    </a:cubicBezTo>
                    <a:cubicBezTo>
                      <a:pt x="1955" y="12337"/>
                      <a:pt x="-2139" y="21275"/>
                      <a:pt x="5858" y="25934"/>
                    </a:cubicBezTo>
                    <a:cubicBezTo>
                      <a:pt x="16712" y="32209"/>
                      <a:pt x="33945" y="22987"/>
                      <a:pt x="33278" y="1975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35" name="Freeform 2827">
                <a:extLst>
                  <a:ext uri="{FF2B5EF4-FFF2-40B4-BE49-F238E27FC236}">
                    <a16:creationId xmlns:a16="http://schemas.microsoft.com/office/drawing/2014/main" id="{08440415-F18F-F26D-2E48-2DE152C53EBB}"/>
                  </a:ext>
                </a:extLst>
              </p:cNvPr>
              <p:cNvSpPr/>
              <p:nvPr/>
            </p:nvSpPr>
            <p:spPr>
              <a:xfrm>
                <a:off x="14603573" y="5257105"/>
                <a:ext cx="808185" cy="493225"/>
              </a:xfrm>
              <a:custGeom>
                <a:avLst/>
                <a:gdLst>
                  <a:gd name="connsiteX0" fmla="*/ 346915 w 342749"/>
                  <a:gd name="connsiteY0" fmla="*/ 118161 h 209176"/>
                  <a:gd name="connsiteX1" fmla="*/ 319209 w 342749"/>
                  <a:gd name="connsiteY1" fmla="*/ 105515 h 209176"/>
                  <a:gd name="connsiteX2" fmla="*/ 303309 w 342749"/>
                  <a:gd name="connsiteY2" fmla="*/ 106276 h 209176"/>
                  <a:gd name="connsiteX3" fmla="*/ 285687 w 342749"/>
                  <a:gd name="connsiteY3" fmla="*/ 99981 h 209176"/>
                  <a:gd name="connsiteX4" fmla="*/ 284268 w 342749"/>
                  <a:gd name="connsiteY4" fmla="*/ 100761 h 209176"/>
                  <a:gd name="connsiteX5" fmla="*/ 263703 w 342749"/>
                  <a:gd name="connsiteY5" fmla="*/ 116545 h 209176"/>
                  <a:gd name="connsiteX6" fmla="*/ 254182 w 342749"/>
                  <a:gd name="connsiteY6" fmla="*/ 119777 h 209176"/>
                  <a:gd name="connsiteX7" fmla="*/ 237616 w 342749"/>
                  <a:gd name="connsiteY7" fmla="*/ 109509 h 209176"/>
                  <a:gd name="connsiteX8" fmla="*/ 220193 w 342749"/>
                  <a:gd name="connsiteY8" fmla="*/ 104755 h 209176"/>
                  <a:gd name="connsiteX9" fmla="*/ 209053 w 342749"/>
                  <a:gd name="connsiteY9" fmla="*/ 84122 h 209176"/>
                  <a:gd name="connsiteX10" fmla="*/ 204388 w 342749"/>
                  <a:gd name="connsiteY10" fmla="*/ 65106 h 209176"/>
                  <a:gd name="connsiteX11" fmla="*/ 188488 w 342749"/>
                  <a:gd name="connsiteY11" fmla="*/ 53221 h 209176"/>
                  <a:gd name="connsiteX12" fmla="*/ 148120 w 342749"/>
                  <a:gd name="connsiteY12" fmla="*/ 51700 h 209176"/>
                  <a:gd name="connsiteX13" fmla="*/ 122033 w 342749"/>
                  <a:gd name="connsiteY13" fmla="*/ 53221 h 209176"/>
                  <a:gd name="connsiteX14" fmla="*/ 98612 w 342749"/>
                  <a:gd name="connsiteY14" fmla="*/ 27740 h 209176"/>
                  <a:gd name="connsiteX15" fmla="*/ 92709 w 342749"/>
                  <a:gd name="connsiteY15" fmla="*/ 36392 h 209176"/>
                  <a:gd name="connsiteX16" fmla="*/ 68431 w 342749"/>
                  <a:gd name="connsiteY16" fmla="*/ 32208 h 209176"/>
                  <a:gd name="connsiteX17" fmla="*/ 66051 w 342749"/>
                  <a:gd name="connsiteY17" fmla="*/ 3684 h 209176"/>
                  <a:gd name="connsiteX18" fmla="*/ 57768 w 342749"/>
                  <a:gd name="connsiteY18" fmla="*/ 32684 h 209176"/>
                  <a:gd name="connsiteX19" fmla="*/ 54816 w 342749"/>
                  <a:gd name="connsiteY19" fmla="*/ 1783 h 209176"/>
                  <a:gd name="connsiteX20" fmla="*/ 4165 w 342749"/>
                  <a:gd name="connsiteY20" fmla="*/ 15284 h 209176"/>
                  <a:gd name="connsiteX21" fmla="*/ 1785 w 342749"/>
                  <a:gd name="connsiteY21" fmla="*/ 103709 h 209176"/>
                  <a:gd name="connsiteX22" fmla="*/ 1785 w 342749"/>
                  <a:gd name="connsiteY22" fmla="*/ 103709 h 209176"/>
                  <a:gd name="connsiteX23" fmla="*/ 15876 w 342749"/>
                  <a:gd name="connsiteY23" fmla="*/ 107037 h 209176"/>
                  <a:gd name="connsiteX24" fmla="*/ 22921 w 342749"/>
                  <a:gd name="connsiteY24" fmla="*/ 97528 h 209176"/>
                  <a:gd name="connsiteX25" fmla="*/ 37203 w 342749"/>
                  <a:gd name="connsiteY25" fmla="*/ 86880 h 209176"/>
                  <a:gd name="connsiteX26" fmla="*/ 44248 w 342749"/>
                  <a:gd name="connsiteY26" fmla="*/ 79178 h 209176"/>
                  <a:gd name="connsiteX27" fmla="*/ 52626 w 342749"/>
                  <a:gd name="connsiteY27" fmla="*/ 74994 h 209176"/>
                  <a:gd name="connsiteX28" fmla="*/ 66812 w 342749"/>
                  <a:gd name="connsiteY28" fmla="*/ 78608 h 209176"/>
                  <a:gd name="connsiteX29" fmla="*/ 82236 w 342749"/>
                  <a:gd name="connsiteY29" fmla="*/ 83932 h 209176"/>
                  <a:gd name="connsiteX30" fmla="*/ 89281 w 342749"/>
                  <a:gd name="connsiteY30" fmla="*/ 105230 h 209176"/>
                  <a:gd name="connsiteX31" fmla="*/ 118986 w 342749"/>
                  <a:gd name="connsiteY31" fmla="*/ 108748 h 209176"/>
                  <a:gd name="connsiteX32" fmla="*/ 127269 w 342749"/>
                  <a:gd name="connsiteY32" fmla="*/ 121774 h 209176"/>
                  <a:gd name="connsiteX33" fmla="*/ 136124 w 342749"/>
                  <a:gd name="connsiteY33" fmla="*/ 138318 h 209176"/>
                  <a:gd name="connsiteX34" fmla="*/ 156308 w 342749"/>
                  <a:gd name="connsiteY34" fmla="*/ 153150 h 209176"/>
                  <a:gd name="connsiteX35" fmla="*/ 179348 w 342749"/>
                  <a:gd name="connsiteY35" fmla="*/ 166937 h 209176"/>
                  <a:gd name="connsiteX36" fmla="*/ 200104 w 342749"/>
                  <a:gd name="connsiteY36" fmla="*/ 180533 h 209176"/>
                  <a:gd name="connsiteX37" fmla="*/ 217908 w 342749"/>
                  <a:gd name="connsiteY37" fmla="*/ 186428 h 209176"/>
                  <a:gd name="connsiteX38" fmla="*/ 219431 w 342749"/>
                  <a:gd name="connsiteY38" fmla="*/ 199645 h 209176"/>
                  <a:gd name="connsiteX39" fmla="*/ 221145 w 342749"/>
                  <a:gd name="connsiteY39" fmla="*/ 199645 h 209176"/>
                  <a:gd name="connsiteX40" fmla="*/ 237806 w 342749"/>
                  <a:gd name="connsiteY40" fmla="*/ 205159 h 209176"/>
                  <a:gd name="connsiteX41" fmla="*/ 245804 w 342749"/>
                  <a:gd name="connsiteY41" fmla="*/ 208962 h 209176"/>
                  <a:gd name="connsiteX42" fmla="*/ 254087 w 342749"/>
                  <a:gd name="connsiteY42" fmla="*/ 188045 h 209176"/>
                  <a:gd name="connsiteX43" fmla="*/ 251707 w 342749"/>
                  <a:gd name="connsiteY43" fmla="*/ 170265 h 209176"/>
                  <a:gd name="connsiteX44" fmla="*/ 239234 w 342749"/>
                  <a:gd name="connsiteY44" fmla="*/ 154862 h 209176"/>
                  <a:gd name="connsiteX45" fmla="*/ 258276 w 342749"/>
                  <a:gd name="connsiteY45" fmla="*/ 147826 h 209176"/>
                  <a:gd name="connsiteX46" fmla="*/ 264845 w 342749"/>
                  <a:gd name="connsiteY46" fmla="*/ 136511 h 209176"/>
                  <a:gd name="connsiteX47" fmla="*/ 274366 w 342749"/>
                  <a:gd name="connsiteY47" fmla="*/ 125862 h 209176"/>
                  <a:gd name="connsiteX48" fmla="*/ 289790 w 342749"/>
                  <a:gd name="connsiteY48" fmla="*/ 122344 h 209176"/>
                  <a:gd name="connsiteX49" fmla="*/ 303405 w 342749"/>
                  <a:gd name="connsiteY49" fmla="*/ 119397 h 209176"/>
                  <a:gd name="connsiteX50" fmla="*/ 296359 w 342749"/>
                  <a:gd name="connsiteY50" fmla="*/ 135846 h 209176"/>
                  <a:gd name="connsiteX51" fmla="*/ 319495 w 342749"/>
                  <a:gd name="connsiteY51" fmla="*/ 131662 h 209176"/>
                  <a:gd name="connsiteX52" fmla="*/ 338536 w 342749"/>
                  <a:gd name="connsiteY52" fmla="*/ 128525 h 209176"/>
                  <a:gd name="connsiteX53" fmla="*/ 346915 w 342749"/>
                  <a:gd name="connsiteY53" fmla="*/ 118161 h 209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42749" h="209176">
                    <a:moveTo>
                      <a:pt x="346915" y="118161"/>
                    </a:moveTo>
                    <a:cubicBezTo>
                      <a:pt x="337394" y="110269"/>
                      <a:pt x="320733" y="100761"/>
                      <a:pt x="319209" y="105515"/>
                    </a:cubicBezTo>
                    <a:cubicBezTo>
                      <a:pt x="317686" y="110269"/>
                      <a:pt x="307308" y="111030"/>
                      <a:pt x="303309" y="106276"/>
                    </a:cubicBezTo>
                    <a:cubicBezTo>
                      <a:pt x="300184" y="99678"/>
                      <a:pt x="292294" y="96859"/>
                      <a:pt x="285687" y="99981"/>
                    </a:cubicBezTo>
                    <a:cubicBezTo>
                      <a:pt x="285198" y="100212"/>
                      <a:pt x="284724" y="100472"/>
                      <a:pt x="284268" y="100761"/>
                    </a:cubicBezTo>
                    <a:cubicBezTo>
                      <a:pt x="272367" y="105515"/>
                      <a:pt x="264464" y="111886"/>
                      <a:pt x="263703" y="116545"/>
                    </a:cubicBezTo>
                    <a:cubicBezTo>
                      <a:pt x="262941" y="121203"/>
                      <a:pt x="254944" y="126053"/>
                      <a:pt x="254182" y="119777"/>
                    </a:cubicBezTo>
                    <a:cubicBezTo>
                      <a:pt x="253420" y="113502"/>
                      <a:pt x="243899" y="111030"/>
                      <a:pt x="237616" y="109509"/>
                    </a:cubicBezTo>
                    <a:cubicBezTo>
                      <a:pt x="231332" y="107987"/>
                      <a:pt x="220954" y="111030"/>
                      <a:pt x="220193" y="104755"/>
                    </a:cubicBezTo>
                    <a:cubicBezTo>
                      <a:pt x="219431" y="98479"/>
                      <a:pt x="209910" y="91253"/>
                      <a:pt x="209053" y="84122"/>
                    </a:cubicBezTo>
                    <a:cubicBezTo>
                      <a:pt x="208196" y="76991"/>
                      <a:pt x="210672" y="66818"/>
                      <a:pt x="204388" y="65106"/>
                    </a:cubicBezTo>
                    <a:cubicBezTo>
                      <a:pt x="198104" y="63395"/>
                      <a:pt x="194010" y="53221"/>
                      <a:pt x="188488" y="53221"/>
                    </a:cubicBezTo>
                    <a:cubicBezTo>
                      <a:pt x="175014" y="53503"/>
                      <a:pt x="161535" y="52995"/>
                      <a:pt x="148120" y="51700"/>
                    </a:cubicBezTo>
                    <a:cubicBezTo>
                      <a:pt x="144216" y="50084"/>
                      <a:pt x="123651" y="57975"/>
                      <a:pt x="122033" y="53221"/>
                    </a:cubicBezTo>
                    <a:cubicBezTo>
                      <a:pt x="115430" y="43697"/>
                      <a:pt x="107549" y="35124"/>
                      <a:pt x="98612" y="27740"/>
                    </a:cubicBezTo>
                    <a:cubicBezTo>
                      <a:pt x="97716" y="31224"/>
                      <a:pt x="95628" y="34285"/>
                      <a:pt x="92709" y="36392"/>
                    </a:cubicBezTo>
                    <a:cubicBezTo>
                      <a:pt x="77856" y="47041"/>
                      <a:pt x="63670" y="45234"/>
                      <a:pt x="68431" y="32208"/>
                    </a:cubicBezTo>
                    <a:cubicBezTo>
                      <a:pt x="73191" y="19182"/>
                      <a:pt x="73763" y="3684"/>
                      <a:pt x="66051" y="3684"/>
                    </a:cubicBezTo>
                    <a:cubicBezTo>
                      <a:pt x="58339" y="3684"/>
                      <a:pt x="63670" y="30972"/>
                      <a:pt x="57768" y="32684"/>
                    </a:cubicBezTo>
                    <a:cubicBezTo>
                      <a:pt x="51864" y="34395"/>
                      <a:pt x="50436" y="12907"/>
                      <a:pt x="54816" y="1783"/>
                    </a:cubicBezTo>
                    <a:lnTo>
                      <a:pt x="4165" y="15284"/>
                    </a:lnTo>
                    <a:lnTo>
                      <a:pt x="1785" y="103709"/>
                    </a:lnTo>
                    <a:lnTo>
                      <a:pt x="1785" y="103709"/>
                    </a:lnTo>
                    <a:cubicBezTo>
                      <a:pt x="6238" y="105671"/>
                      <a:pt x="11015" y="106799"/>
                      <a:pt x="15876" y="107037"/>
                    </a:cubicBezTo>
                    <a:cubicBezTo>
                      <a:pt x="23588" y="107702"/>
                      <a:pt x="22921" y="101807"/>
                      <a:pt x="22921" y="97528"/>
                    </a:cubicBezTo>
                    <a:cubicBezTo>
                      <a:pt x="24986" y="91348"/>
                      <a:pt x="30682" y="87101"/>
                      <a:pt x="37203" y="86880"/>
                    </a:cubicBezTo>
                    <a:cubicBezTo>
                      <a:pt x="43105" y="87450"/>
                      <a:pt x="42534" y="79178"/>
                      <a:pt x="44248" y="79178"/>
                    </a:cubicBezTo>
                    <a:cubicBezTo>
                      <a:pt x="47511" y="79044"/>
                      <a:pt x="50560" y="77521"/>
                      <a:pt x="52626" y="74994"/>
                    </a:cubicBezTo>
                    <a:cubicBezTo>
                      <a:pt x="54340" y="72047"/>
                      <a:pt x="63861" y="75565"/>
                      <a:pt x="66812" y="78608"/>
                    </a:cubicBezTo>
                    <a:cubicBezTo>
                      <a:pt x="71496" y="81500"/>
                      <a:pt x="76764" y="83318"/>
                      <a:pt x="82236" y="83932"/>
                    </a:cubicBezTo>
                    <a:cubicBezTo>
                      <a:pt x="87568" y="85073"/>
                      <a:pt x="89281" y="101712"/>
                      <a:pt x="89281" y="105230"/>
                    </a:cubicBezTo>
                    <a:cubicBezTo>
                      <a:pt x="89281" y="108748"/>
                      <a:pt x="114797" y="108178"/>
                      <a:pt x="118986" y="108748"/>
                    </a:cubicBezTo>
                    <a:cubicBezTo>
                      <a:pt x="123176" y="109318"/>
                      <a:pt x="123080" y="116449"/>
                      <a:pt x="127269" y="121774"/>
                    </a:cubicBezTo>
                    <a:cubicBezTo>
                      <a:pt x="130847" y="126931"/>
                      <a:pt x="133819" y="132482"/>
                      <a:pt x="136124" y="138318"/>
                    </a:cubicBezTo>
                    <a:cubicBezTo>
                      <a:pt x="137933" y="142501"/>
                      <a:pt x="152690" y="147826"/>
                      <a:pt x="156308" y="153150"/>
                    </a:cubicBezTo>
                    <a:cubicBezTo>
                      <a:pt x="162700" y="159614"/>
                      <a:pt x="170626" y="164357"/>
                      <a:pt x="179348" y="166937"/>
                    </a:cubicBezTo>
                    <a:cubicBezTo>
                      <a:pt x="187727" y="169885"/>
                      <a:pt x="195439" y="181104"/>
                      <a:pt x="200104" y="180533"/>
                    </a:cubicBezTo>
                    <a:cubicBezTo>
                      <a:pt x="206327" y="181488"/>
                      <a:pt x="212346" y="183481"/>
                      <a:pt x="217908" y="186428"/>
                    </a:cubicBezTo>
                    <a:lnTo>
                      <a:pt x="219431" y="199645"/>
                    </a:lnTo>
                    <a:lnTo>
                      <a:pt x="221145" y="199645"/>
                    </a:lnTo>
                    <a:cubicBezTo>
                      <a:pt x="228285" y="197268"/>
                      <a:pt x="232189" y="205159"/>
                      <a:pt x="237806" y="205159"/>
                    </a:cubicBezTo>
                    <a:cubicBezTo>
                      <a:pt x="240734" y="205782"/>
                      <a:pt x="243474" y="207085"/>
                      <a:pt x="245804" y="208962"/>
                    </a:cubicBezTo>
                    <a:cubicBezTo>
                      <a:pt x="244731" y="201026"/>
                      <a:pt x="247869" y="193103"/>
                      <a:pt x="254087" y="188045"/>
                    </a:cubicBezTo>
                    <a:cubicBezTo>
                      <a:pt x="259418" y="183861"/>
                      <a:pt x="250469" y="176825"/>
                      <a:pt x="251707" y="170265"/>
                    </a:cubicBezTo>
                    <a:cubicBezTo>
                      <a:pt x="252944" y="163704"/>
                      <a:pt x="238092" y="160186"/>
                      <a:pt x="239234" y="154862"/>
                    </a:cubicBezTo>
                    <a:cubicBezTo>
                      <a:pt x="240377" y="149537"/>
                      <a:pt x="252849" y="150203"/>
                      <a:pt x="258276" y="147826"/>
                    </a:cubicBezTo>
                    <a:cubicBezTo>
                      <a:pt x="263703" y="145449"/>
                      <a:pt x="259514" y="136511"/>
                      <a:pt x="264845" y="136511"/>
                    </a:cubicBezTo>
                    <a:cubicBezTo>
                      <a:pt x="270177" y="136511"/>
                      <a:pt x="272462" y="131187"/>
                      <a:pt x="274366" y="125862"/>
                    </a:cubicBezTo>
                    <a:cubicBezTo>
                      <a:pt x="276270" y="120538"/>
                      <a:pt x="285029" y="125862"/>
                      <a:pt x="289790" y="122344"/>
                    </a:cubicBezTo>
                    <a:cubicBezTo>
                      <a:pt x="294550" y="118826"/>
                      <a:pt x="301691" y="116449"/>
                      <a:pt x="303405" y="119397"/>
                    </a:cubicBezTo>
                    <a:cubicBezTo>
                      <a:pt x="305118" y="122344"/>
                      <a:pt x="298930" y="131662"/>
                      <a:pt x="296359" y="135846"/>
                    </a:cubicBezTo>
                    <a:cubicBezTo>
                      <a:pt x="304275" y="136033"/>
                      <a:pt x="312147" y="134610"/>
                      <a:pt x="319495" y="131662"/>
                    </a:cubicBezTo>
                    <a:cubicBezTo>
                      <a:pt x="322637" y="128525"/>
                      <a:pt x="334443" y="136416"/>
                      <a:pt x="338536" y="128525"/>
                    </a:cubicBezTo>
                    <a:cubicBezTo>
                      <a:pt x="342630" y="120633"/>
                      <a:pt x="356340" y="126053"/>
                      <a:pt x="346915" y="1181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36" name="Freeform 2829">
                <a:extLst>
                  <a:ext uri="{FF2B5EF4-FFF2-40B4-BE49-F238E27FC236}">
                    <a16:creationId xmlns:a16="http://schemas.microsoft.com/office/drawing/2014/main" id="{BAD54C32-8BCE-FF01-01AC-DA2F6BD52F4E}"/>
                  </a:ext>
                </a:extLst>
              </p:cNvPr>
              <p:cNvSpPr/>
              <p:nvPr/>
            </p:nvSpPr>
            <p:spPr>
              <a:xfrm>
                <a:off x="20855338" y="4075667"/>
                <a:ext cx="134697" cy="44839"/>
              </a:xfrm>
              <a:custGeom>
                <a:avLst/>
                <a:gdLst>
                  <a:gd name="connsiteX0" fmla="*/ 27394 w 57124"/>
                  <a:gd name="connsiteY0" fmla="*/ 2422 h 19016"/>
                  <a:gd name="connsiteX1" fmla="*/ 2544 w 57124"/>
                  <a:gd name="connsiteY1" fmla="*/ 10123 h 19016"/>
                  <a:gd name="connsiteX2" fmla="*/ 39866 w 57124"/>
                  <a:gd name="connsiteY2" fmla="*/ 18395 h 19016"/>
                  <a:gd name="connsiteX3" fmla="*/ 64144 w 57124"/>
                  <a:gd name="connsiteY3" fmla="*/ 14877 h 19016"/>
                  <a:gd name="connsiteX4" fmla="*/ 27394 w 57124"/>
                  <a:gd name="connsiteY4" fmla="*/ 2422 h 19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24" h="19016">
                    <a:moveTo>
                      <a:pt x="27394" y="2422"/>
                    </a:moveTo>
                    <a:cubicBezTo>
                      <a:pt x="23300" y="5369"/>
                      <a:pt x="-2977" y="3943"/>
                      <a:pt x="2544" y="10123"/>
                    </a:cubicBezTo>
                    <a:cubicBezTo>
                      <a:pt x="8066" y="16304"/>
                      <a:pt x="29774" y="12500"/>
                      <a:pt x="39866" y="18395"/>
                    </a:cubicBezTo>
                    <a:cubicBezTo>
                      <a:pt x="49958" y="24290"/>
                      <a:pt x="64144" y="19536"/>
                      <a:pt x="64144" y="14877"/>
                    </a:cubicBezTo>
                    <a:cubicBezTo>
                      <a:pt x="64144" y="10219"/>
                      <a:pt x="31964" y="-1001"/>
                      <a:pt x="27394" y="24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37" name="Freeform 2830">
                <a:extLst>
                  <a:ext uri="{FF2B5EF4-FFF2-40B4-BE49-F238E27FC236}">
                    <a16:creationId xmlns:a16="http://schemas.microsoft.com/office/drawing/2014/main" id="{A27FD057-9BCC-4D1A-F5D5-09C64F43B798}"/>
                  </a:ext>
                </a:extLst>
              </p:cNvPr>
              <p:cNvSpPr/>
              <p:nvPr/>
            </p:nvSpPr>
            <p:spPr>
              <a:xfrm>
                <a:off x="18049308" y="5274212"/>
                <a:ext cx="808185" cy="784679"/>
              </a:xfrm>
              <a:custGeom>
                <a:avLst/>
                <a:gdLst>
                  <a:gd name="connsiteX0" fmla="*/ 323800 w 342749"/>
                  <a:gd name="connsiteY0" fmla="*/ 33892 h 332780"/>
                  <a:gd name="connsiteX1" fmla="*/ 303711 w 342749"/>
                  <a:gd name="connsiteY1" fmla="*/ 38646 h 332780"/>
                  <a:gd name="connsiteX2" fmla="*/ 259821 w 342749"/>
                  <a:gd name="connsiteY2" fmla="*/ 6699 h 332780"/>
                  <a:gd name="connsiteX3" fmla="*/ 246777 w 342749"/>
                  <a:gd name="connsiteY3" fmla="*/ 12594 h 332780"/>
                  <a:gd name="connsiteX4" fmla="*/ 245635 w 342749"/>
                  <a:gd name="connsiteY4" fmla="*/ 33321 h 332780"/>
                  <a:gd name="connsiteX5" fmla="*/ 239732 w 342749"/>
                  <a:gd name="connsiteY5" fmla="*/ 51101 h 332780"/>
                  <a:gd name="connsiteX6" fmla="*/ 223070 w 342749"/>
                  <a:gd name="connsiteY6" fmla="*/ 58232 h 332780"/>
                  <a:gd name="connsiteX7" fmla="*/ 215359 w 342749"/>
                  <a:gd name="connsiteY7" fmla="*/ 70022 h 332780"/>
                  <a:gd name="connsiteX8" fmla="*/ 211836 w 342749"/>
                  <a:gd name="connsiteY8" fmla="*/ 81907 h 332780"/>
                  <a:gd name="connsiteX9" fmla="*/ 211836 w 342749"/>
                  <a:gd name="connsiteY9" fmla="*/ 97215 h 332780"/>
                  <a:gd name="connsiteX10" fmla="*/ 221928 w 342749"/>
                  <a:gd name="connsiteY10" fmla="*/ 93127 h 332780"/>
                  <a:gd name="connsiteX11" fmla="*/ 232591 w 342749"/>
                  <a:gd name="connsiteY11" fmla="*/ 90750 h 332780"/>
                  <a:gd name="connsiteX12" fmla="*/ 220690 w 342749"/>
                  <a:gd name="connsiteY12" fmla="*/ 75917 h 332780"/>
                  <a:gd name="connsiteX13" fmla="*/ 237352 w 342749"/>
                  <a:gd name="connsiteY13" fmla="*/ 74206 h 332780"/>
                  <a:gd name="connsiteX14" fmla="*/ 267532 w 342749"/>
                  <a:gd name="connsiteY14" fmla="*/ 81242 h 332780"/>
                  <a:gd name="connsiteX15" fmla="*/ 280576 w 342749"/>
                  <a:gd name="connsiteY15" fmla="*/ 76583 h 332780"/>
                  <a:gd name="connsiteX16" fmla="*/ 309138 w 342749"/>
                  <a:gd name="connsiteY16" fmla="*/ 62891 h 332780"/>
                  <a:gd name="connsiteX17" fmla="*/ 319802 w 342749"/>
                  <a:gd name="connsiteY17" fmla="*/ 53383 h 332780"/>
                  <a:gd name="connsiteX18" fmla="*/ 341699 w 342749"/>
                  <a:gd name="connsiteY18" fmla="*/ 28472 h 332780"/>
                  <a:gd name="connsiteX19" fmla="*/ 323800 w 342749"/>
                  <a:gd name="connsiteY19" fmla="*/ 33892 h 332780"/>
                  <a:gd name="connsiteX20" fmla="*/ 214787 w 342749"/>
                  <a:gd name="connsiteY20" fmla="*/ 114995 h 332780"/>
                  <a:gd name="connsiteX21" fmla="*/ 211265 w 342749"/>
                  <a:gd name="connsiteY21" fmla="*/ 141618 h 332780"/>
                  <a:gd name="connsiteX22" fmla="*/ 201173 w 342749"/>
                  <a:gd name="connsiteY22" fmla="*/ 168240 h 332780"/>
                  <a:gd name="connsiteX23" fmla="*/ 188700 w 342749"/>
                  <a:gd name="connsiteY23" fmla="*/ 187256 h 332780"/>
                  <a:gd name="connsiteX24" fmla="*/ 170325 w 342749"/>
                  <a:gd name="connsiteY24" fmla="*/ 201518 h 332780"/>
                  <a:gd name="connsiteX25" fmla="*/ 157281 w 342749"/>
                  <a:gd name="connsiteY25" fmla="*/ 195053 h 332780"/>
                  <a:gd name="connsiteX26" fmla="*/ 142524 w 342749"/>
                  <a:gd name="connsiteY26" fmla="*/ 211026 h 332780"/>
                  <a:gd name="connsiteX27" fmla="*/ 130052 w 342749"/>
                  <a:gd name="connsiteY27" fmla="*/ 231088 h 332780"/>
                  <a:gd name="connsiteX28" fmla="*/ 117580 w 342749"/>
                  <a:gd name="connsiteY28" fmla="*/ 235272 h 332780"/>
                  <a:gd name="connsiteX29" fmla="*/ 93302 w 342749"/>
                  <a:gd name="connsiteY29" fmla="*/ 238219 h 332780"/>
                  <a:gd name="connsiteX30" fmla="*/ 63692 w 342749"/>
                  <a:gd name="connsiteY30" fmla="*/ 239931 h 332780"/>
                  <a:gd name="connsiteX31" fmla="*/ 32844 w 342749"/>
                  <a:gd name="connsiteY31" fmla="*/ 263035 h 332780"/>
                  <a:gd name="connsiteX32" fmla="*/ 32844 w 342749"/>
                  <a:gd name="connsiteY32" fmla="*/ 274920 h 332780"/>
                  <a:gd name="connsiteX33" fmla="*/ 54837 w 342749"/>
                  <a:gd name="connsiteY33" fmla="*/ 269596 h 332780"/>
                  <a:gd name="connsiteX34" fmla="*/ 105203 w 342749"/>
                  <a:gd name="connsiteY34" fmla="*/ 257140 h 332780"/>
                  <a:gd name="connsiteX35" fmla="*/ 113486 w 342749"/>
                  <a:gd name="connsiteY35" fmla="*/ 274920 h 332780"/>
                  <a:gd name="connsiteX36" fmla="*/ 137192 w 342749"/>
                  <a:gd name="connsiteY36" fmla="*/ 273684 h 332780"/>
                  <a:gd name="connsiteX37" fmla="*/ 144238 w 342749"/>
                  <a:gd name="connsiteY37" fmla="*/ 260088 h 332780"/>
                  <a:gd name="connsiteX38" fmla="*/ 150236 w 342749"/>
                  <a:gd name="connsiteY38" fmla="*/ 257140 h 332780"/>
                  <a:gd name="connsiteX39" fmla="*/ 173097 w 342749"/>
                  <a:gd name="connsiteY39" fmla="*/ 258281 h 332780"/>
                  <a:gd name="connsiteX40" fmla="*/ 175657 w 342749"/>
                  <a:gd name="connsiteY40" fmla="*/ 255334 h 332780"/>
                  <a:gd name="connsiteX41" fmla="*/ 190509 w 342749"/>
                  <a:gd name="connsiteY41" fmla="*/ 256570 h 332780"/>
                  <a:gd name="connsiteX42" fmla="*/ 202315 w 342749"/>
                  <a:gd name="connsiteY42" fmla="*/ 244685 h 332780"/>
                  <a:gd name="connsiteX43" fmla="*/ 221357 w 342749"/>
                  <a:gd name="connsiteY43" fmla="*/ 241737 h 332780"/>
                  <a:gd name="connsiteX44" fmla="*/ 226688 w 342749"/>
                  <a:gd name="connsiteY44" fmla="*/ 213213 h 332780"/>
                  <a:gd name="connsiteX45" fmla="*/ 231353 w 342749"/>
                  <a:gd name="connsiteY45" fmla="*/ 182407 h 332780"/>
                  <a:gd name="connsiteX46" fmla="*/ 249729 w 342749"/>
                  <a:gd name="connsiteY46" fmla="*/ 160444 h 332780"/>
                  <a:gd name="connsiteX47" fmla="*/ 240208 w 342749"/>
                  <a:gd name="connsiteY47" fmla="*/ 107199 h 332780"/>
                  <a:gd name="connsiteX48" fmla="*/ 214787 w 342749"/>
                  <a:gd name="connsiteY48" fmla="*/ 114995 h 332780"/>
                  <a:gd name="connsiteX49" fmla="*/ 84447 w 342749"/>
                  <a:gd name="connsiteY49" fmla="*/ 268835 h 332780"/>
                  <a:gd name="connsiteX50" fmla="*/ 65406 w 342749"/>
                  <a:gd name="connsiteY50" fmla="*/ 274160 h 332780"/>
                  <a:gd name="connsiteX51" fmla="*/ 62454 w 342749"/>
                  <a:gd name="connsiteY51" fmla="*/ 300782 h 332780"/>
                  <a:gd name="connsiteX52" fmla="*/ 73689 w 342749"/>
                  <a:gd name="connsiteY52" fmla="*/ 295458 h 332780"/>
                  <a:gd name="connsiteX53" fmla="*/ 89749 w 342749"/>
                  <a:gd name="connsiteY53" fmla="*/ 288506 h 332780"/>
                  <a:gd name="connsiteX54" fmla="*/ 90827 w 342749"/>
                  <a:gd name="connsiteY54" fmla="*/ 288992 h 332780"/>
                  <a:gd name="connsiteX55" fmla="*/ 104536 w 342749"/>
                  <a:gd name="connsiteY55" fmla="*/ 271212 h 332780"/>
                  <a:gd name="connsiteX56" fmla="*/ 84447 w 342749"/>
                  <a:gd name="connsiteY56" fmla="*/ 268835 h 332780"/>
                  <a:gd name="connsiteX57" fmla="*/ 43507 w 342749"/>
                  <a:gd name="connsiteY57" fmla="*/ 291940 h 332780"/>
                  <a:gd name="connsiteX58" fmla="*/ 29893 w 342749"/>
                  <a:gd name="connsiteY58" fmla="*/ 281861 h 332780"/>
                  <a:gd name="connsiteX59" fmla="*/ 11517 w 342749"/>
                  <a:gd name="connsiteY59" fmla="*/ 286045 h 332780"/>
                  <a:gd name="connsiteX60" fmla="*/ 3234 w 342749"/>
                  <a:gd name="connsiteY60" fmla="*/ 300212 h 332780"/>
                  <a:gd name="connsiteX61" fmla="*/ 14469 w 342749"/>
                  <a:gd name="connsiteY61" fmla="*/ 294317 h 332780"/>
                  <a:gd name="connsiteX62" fmla="*/ 17516 w 342749"/>
                  <a:gd name="connsiteY62" fmla="*/ 314474 h 332780"/>
                  <a:gd name="connsiteX63" fmla="*/ 25132 w 342749"/>
                  <a:gd name="connsiteY63" fmla="*/ 338719 h 332780"/>
                  <a:gd name="connsiteX64" fmla="*/ 47696 w 342749"/>
                  <a:gd name="connsiteY64" fmla="*/ 304966 h 332780"/>
                  <a:gd name="connsiteX65" fmla="*/ 43507 w 342749"/>
                  <a:gd name="connsiteY65" fmla="*/ 291940 h 332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342749" h="332780">
                    <a:moveTo>
                      <a:pt x="323800" y="33892"/>
                    </a:moveTo>
                    <a:cubicBezTo>
                      <a:pt x="319706" y="28567"/>
                      <a:pt x="312566" y="36839"/>
                      <a:pt x="303711" y="38646"/>
                    </a:cubicBezTo>
                    <a:cubicBezTo>
                      <a:pt x="294857" y="40452"/>
                      <a:pt x="266961" y="17348"/>
                      <a:pt x="259821" y="6699"/>
                    </a:cubicBezTo>
                    <a:cubicBezTo>
                      <a:pt x="252680" y="-3950"/>
                      <a:pt x="240779" y="4892"/>
                      <a:pt x="246777" y="12594"/>
                    </a:cubicBezTo>
                    <a:cubicBezTo>
                      <a:pt x="252775" y="20295"/>
                      <a:pt x="245635" y="22672"/>
                      <a:pt x="245635" y="33321"/>
                    </a:cubicBezTo>
                    <a:cubicBezTo>
                      <a:pt x="245635" y="43970"/>
                      <a:pt x="238494" y="43970"/>
                      <a:pt x="239732" y="51101"/>
                    </a:cubicBezTo>
                    <a:cubicBezTo>
                      <a:pt x="240970" y="58232"/>
                      <a:pt x="230211" y="56996"/>
                      <a:pt x="223070" y="58232"/>
                    </a:cubicBezTo>
                    <a:cubicBezTo>
                      <a:pt x="215930" y="59469"/>
                      <a:pt x="223642" y="66504"/>
                      <a:pt x="215359" y="70022"/>
                    </a:cubicBezTo>
                    <a:cubicBezTo>
                      <a:pt x="207075" y="73540"/>
                      <a:pt x="207647" y="79530"/>
                      <a:pt x="211836" y="81907"/>
                    </a:cubicBezTo>
                    <a:cubicBezTo>
                      <a:pt x="216025" y="84284"/>
                      <a:pt x="212978" y="91891"/>
                      <a:pt x="211836" y="97215"/>
                    </a:cubicBezTo>
                    <a:cubicBezTo>
                      <a:pt x="210693" y="102540"/>
                      <a:pt x="217167" y="98451"/>
                      <a:pt x="221928" y="93127"/>
                    </a:cubicBezTo>
                    <a:cubicBezTo>
                      <a:pt x="226688" y="87802"/>
                      <a:pt x="231449" y="95694"/>
                      <a:pt x="232591" y="90750"/>
                    </a:cubicBezTo>
                    <a:cubicBezTo>
                      <a:pt x="233734" y="85806"/>
                      <a:pt x="220119" y="81907"/>
                      <a:pt x="220690" y="75917"/>
                    </a:cubicBezTo>
                    <a:cubicBezTo>
                      <a:pt x="221261" y="69927"/>
                      <a:pt x="230211" y="77724"/>
                      <a:pt x="237352" y="74206"/>
                    </a:cubicBezTo>
                    <a:cubicBezTo>
                      <a:pt x="247953" y="71165"/>
                      <a:pt x="259375" y="73828"/>
                      <a:pt x="267532" y="81242"/>
                    </a:cubicBezTo>
                    <a:cubicBezTo>
                      <a:pt x="276387" y="88943"/>
                      <a:pt x="278767" y="85996"/>
                      <a:pt x="280576" y="76583"/>
                    </a:cubicBezTo>
                    <a:cubicBezTo>
                      <a:pt x="282385" y="67170"/>
                      <a:pt x="296000" y="62891"/>
                      <a:pt x="309138" y="62891"/>
                    </a:cubicBezTo>
                    <a:cubicBezTo>
                      <a:pt x="322277" y="62891"/>
                      <a:pt x="323895" y="56426"/>
                      <a:pt x="319802" y="53383"/>
                    </a:cubicBezTo>
                    <a:cubicBezTo>
                      <a:pt x="315708" y="50341"/>
                      <a:pt x="342366" y="33226"/>
                      <a:pt x="341699" y="28472"/>
                    </a:cubicBezTo>
                    <a:cubicBezTo>
                      <a:pt x="341033" y="23718"/>
                      <a:pt x="327989" y="39216"/>
                      <a:pt x="323800" y="33892"/>
                    </a:cubicBezTo>
                    <a:close/>
                    <a:moveTo>
                      <a:pt x="214787" y="114995"/>
                    </a:moveTo>
                    <a:cubicBezTo>
                      <a:pt x="208884" y="117943"/>
                      <a:pt x="204695" y="136293"/>
                      <a:pt x="211265" y="141618"/>
                    </a:cubicBezTo>
                    <a:cubicBezTo>
                      <a:pt x="217834" y="146942"/>
                      <a:pt x="200601" y="157021"/>
                      <a:pt x="201173" y="168240"/>
                    </a:cubicBezTo>
                    <a:cubicBezTo>
                      <a:pt x="201744" y="179460"/>
                      <a:pt x="190509" y="179460"/>
                      <a:pt x="188700" y="187256"/>
                    </a:cubicBezTo>
                    <a:cubicBezTo>
                      <a:pt x="186891" y="195053"/>
                      <a:pt x="180417" y="193817"/>
                      <a:pt x="170325" y="201518"/>
                    </a:cubicBezTo>
                    <a:cubicBezTo>
                      <a:pt x="160233" y="209220"/>
                      <a:pt x="154996" y="200282"/>
                      <a:pt x="157281" y="195053"/>
                    </a:cubicBezTo>
                    <a:cubicBezTo>
                      <a:pt x="159566" y="189823"/>
                      <a:pt x="141953" y="198000"/>
                      <a:pt x="142524" y="211026"/>
                    </a:cubicBezTo>
                    <a:cubicBezTo>
                      <a:pt x="143095" y="224052"/>
                      <a:pt x="125958" y="225193"/>
                      <a:pt x="130052" y="231088"/>
                    </a:cubicBezTo>
                    <a:cubicBezTo>
                      <a:pt x="134146" y="236983"/>
                      <a:pt x="117008" y="240596"/>
                      <a:pt x="117580" y="235272"/>
                    </a:cubicBezTo>
                    <a:cubicBezTo>
                      <a:pt x="118151" y="229947"/>
                      <a:pt x="106916" y="232895"/>
                      <a:pt x="93302" y="238219"/>
                    </a:cubicBezTo>
                    <a:cubicBezTo>
                      <a:pt x="79687" y="243544"/>
                      <a:pt x="71404" y="232324"/>
                      <a:pt x="63692" y="239931"/>
                    </a:cubicBezTo>
                    <a:cubicBezTo>
                      <a:pt x="55980" y="247537"/>
                      <a:pt x="42936" y="261324"/>
                      <a:pt x="32844" y="263035"/>
                    </a:cubicBezTo>
                    <a:cubicBezTo>
                      <a:pt x="22752" y="264747"/>
                      <a:pt x="28655" y="277012"/>
                      <a:pt x="32844" y="274920"/>
                    </a:cubicBezTo>
                    <a:cubicBezTo>
                      <a:pt x="39985" y="271307"/>
                      <a:pt x="51220" y="274920"/>
                      <a:pt x="54837" y="269596"/>
                    </a:cubicBezTo>
                    <a:cubicBezTo>
                      <a:pt x="58455" y="264271"/>
                      <a:pt x="87399" y="257711"/>
                      <a:pt x="105203" y="257140"/>
                    </a:cubicBezTo>
                    <a:cubicBezTo>
                      <a:pt x="123006" y="256570"/>
                      <a:pt x="112248" y="265412"/>
                      <a:pt x="113486" y="274920"/>
                    </a:cubicBezTo>
                    <a:cubicBezTo>
                      <a:pt x="114723" y="284428"/>
                      <a:pt x="129481" y="282622"/>
                      <a:pt x="137192" y="273684"/>
                    </a:cubicBezTo>
                    <a:cubicBezTo>
                      <a:pt x="144904" y="264747"/>
                      <a:pt x="150807" y="265412"/>
                      <a:pt x="144238" y="260088"/>
                    </a:cubicBezTo>
                    <a:cubicBezTo>
                      <a:pt x="137668" y="254763"/>
                      <a:pt x="145475" y="250009"/>
                      <a:pt x="150236" y="257140"/>
                    </a:cubicBezTo>
                    <a:cubicBezTo>
                      <a:pt x="156233" y="263760"/>
                      <a:pt x="166468" y="264271"/>
                      <a:pt x="173097" y="258281"/>
                    </a:cubicBezTo>
                    <a:cubicBezTo>
                      <a:pt x="174066" y="257406"/>
                      <a:pt x="174926" y="256416"/>
                      <a:pt x="175657" y="255334"/>
                    </a:cubicBezTo>
                    <a:cubicBezTo>
                      <a:pt x="181654" y="245826"/>
                      <a:pt x="183368" y="257140"/>
                      <a:pt x="190509" y="256570"/>
                    </a:cubicBezTo>
                    <a:cubicBezTo>
                      <a:pt x="197649" y="255999"/>
                      <a:pt x="201744" y="238219"/>
                      <a:pt x="202315" y="244685"/>
                    </a:cubicBezTo>
                    <a:cubicBezTo>
                      <a:pt x="202886" y="251150"/>
                      <a:pt x="214216" y="249439"/>
                      <a:pt x="221357" y="241737"/>
                    </a:cubicBezTo>
                    <a:cubicBezTo>
                      <a:pt x="228497" y="234036"/>
                      <a:pt x="221928" y="220439"/>
                      <a:pt x="226688" y="213213"/>
                    </a:cubicBezTo>
                    <a:cubicBezTo>
                      <a:pt x="231449" y="205987"/>
                      <a:pt x="236209" y="191250"/>
                      <a:pt x="231353" y="182407"/>
                    </a:cubicBezTo>
                    <a:cubicBezTo>
                      <a:pt x="226498" y="173565"/>
                      <a:pt x="242017" y="167575"/>
                      <a:pt x="249729" y="160444"/>
                    </a:cubicBezTo>
                    <a:cubicBezTo>
                      <a:pt x="257440" y="153313"/>
                      <a:pt x="240874" y="117848"/>
                      <a:pt x="240208" y="107199"/>
                    </a:cubicBezTo>
                    <a:cubicBezTo>
                      <a:pt x="239541" y="96550"/>
                      <a:pt x="220690" y="112143"/>
                      <a:pt x="214787" y="114995"/>
                    </a:cubicBezTo>
                    <a:close/>
                    <a:moveTo>
                      <a:pt x="84447" y="268835"/>
                    </a:moveTo>
                    <a:cubicBezTo>
                      <a:pt x="82067" y="275396"/>
                      <a:pt x="74926" y="272448"/>
                      <a:pt x="65406" y="274160"/>
                    </a:cubicBezTo>
                    <a:cubicBezTo>
                      <a:pt x="55885" y="275871"/>
                      <a:pt x="55885" y="298500"/>
                      <a:pt x="62454" y="300782"/>
                    </a:cubicBezTo>
                    <a:cubicBezTo>
                      <a:pt x="67786" y="302589"/>
                      <a:pt x="71975" y="302589"/>
                      <a:pt x="73689" y="295458"/>
                    </a:cubicBezTo>
                    <a:cubicBezTo>
                      <a:pt x="76201" y="289109"/>
                      <a:pt x="83392" y="285997"/>
                      <a:pt x="89749" y="288506"/>
                    </a:cubicBezTo>
                    <a:cubicBezTo>
                      <a:pt x="90116" y="288651"/>
                      <a:pt x="90475" y="288813"/>
                      <a:pt x="90827" y="288992"/>
                    </a:cubicBezTo>
                    <a:cubicBezTo>
                      <a:pt x="96824" y="291940"/>
                      <a:pt x="104536" y="280055"/>
                      <a:pt x="104536" y="271212"/>
                    </a:cubicBezTo>
                    <a:cubicBezTo>
                      <a:pt x="104536" y="262370"/>
                      <a:pt x="86827" y="262370"/>
                      <a:pt x="84447" y="268835"/>
                    </a:cubicBezTo>
                    <a:close/>
                    <a:moveTo>
                      <a:pt x="43507" y="291940"/>
                    </a:moveTo>
                    <a:cubicBezTo>
                      <a:pt x="43507" y="286045"/>
                      <a:pt x="30464" y="287186"/>
                      <a:pt x="29893" y="281861"/>
                    </a:cubicBezTo>
                    <a:cubicBezTo>
                      <a:pt x="29321" y="276537"/>
                      <a:pt x="20372" y="279484"/>
                      <a:pt x="11517" y="286045"/>
                    </a:cubicBezTo>
                    <a:cubicBezTo>
                      <a:pt x="2663" y="292605"/>
                      <a:pt x="-288" y="293746"/>
                      <a:pt x="3234" y="300212"/>
                    </a:cubicBezTo>
                    <a:cubicBezTo>
                      <a:pt x="6757" y="306677"/>
                      <a:pt x="12184" y="300782"/>
                      <a:pt x="14469" y="294317"/>
                    </a:cubicBezTo>
                    <a:cubicBezTo>
                      <a:pt x="16754" y="287851"/>
                      <a:pt x="22847" y="303825"/>
                      <a:pt x="17516" y="314474"/>
                    </a:cubicBezTo>
                    <a:cubicBezTo>
                      <a:pt x="12184" y="325123"/>
                      <a:pt x="18182" y="340050"/>
                      <a:pt x="25132" y="338719"/>
                    </a:cubicBezTo>
                    <a:cubicBezTo>
                      <a:pt x="32083" y="337388"/>
                      <a:pt x="38842" y="316185"/>
                      <a:pt x="47696" y="304966"/>
                    </a:cubicBezTo>
                    <a:cubicBezTo>
                      <a:pt x="56551" y="293746"/>
                      <a:pt x="43507" y="297835"/>
                      <a:pt x="43507" y="29194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38" name="Freeform 2831">
                <a:extLst>
                  <a:ext uri="{FF2B5EF4-FFF2-40B4-BE49-F238E27FC236}">
                    <a16:creationId xmlns:a16="http://schemas.microsoft.com/office/drawing/2014/main" id="{B367D7D6-3A4C-DB56-AC5D-7C3AA202D65F}"/>
                  </a:ext>
                </a:extLst>
              </p:cNvPr>
              <p:cNvSpPr/>
              <p:nvPr/>
            </p:nvSpPr>
            <p:spPr>
              <a:xfrm>
                <a:off x="15458900" y="4775908"/>
                <a:ext cx="2828649" cy="1928071"/>
              </a:xfrm>
              <a:custGeom>
                <a:avLst/>
                <a:gdLst>
                  <a:gd name="connsiteX0" fmla="*/ 1199599 w 1199622"/>
                  <a:gd name="connsiteY0" fmla="*/ 148239 h 817689"/>
                  <a:gd name="connsiteX1" fmla="*/ 1183605 w 1199622"/>
                  <a:gd name="connsiteY1" fmla="*/ 144056 h 817689"/>
                  <a:gd name="connsiteX2" fmla="*/ 1164087 w 1199622"/>
                  <a:gd name="connsiteY2" fmla="*/ 151187 h 817689"/>
                  <a:gd name="connsiteX3" fmla="*/ 1146283 w 1199622"/>
                  <a:gd name="connsiteY3" fmla="*/ 155275 h 817689"/>
                  <a:gd name="connsiteX4" fmla="*/ 1127241 w 1199622"/>
                  <a:gd name="connsiteY4" fmla="*/ 147573 h 817689"/>
                  <a:gd name="connsiteX5" fmla="*/ 1123052 w 1199622"/>
                  <a:gd name="connsiteY5" fmla="*/ 130459 h 817689"/>
                  <a:gd name="connsiteX6" fmla="*/ 1108866 w 1199622"/>
                  <a:gd name="connsiteY6" fmla="*/ 120951 h 817689"/>
                  <a:gd name="connsiteX7" fmla="*/ 1088682 w 1199622"/>
                  <a:gd name="connsiteY7" fmla="*/ 112109 h 817689"/>
                  <a:gd name="connsiteX8" fmla="*/ 1069640 w 1199622"/>
                  <a:gd name="connsiteY8" fmla="*/ 104978 h 817689"/>
                  <a:gd name="connsiteX9" fmla="*/ 1061928 w 1199622"/>
                  <a:gd name="connsiteY9" fmla="*/ 93758 h 817689"/>
                  <a:gd name="connsiteX10" fmla="*/ 1051836 w 1199622"/>
                  <a:gd name="connsiteY10" fmla="*/ 69513 h 817689"/>
                  <a:gd name="connsiteX11" fmla="*/ 1039935 w 1199622"/>
                  <a:gd name="connsiteY11" fmla="*/ 45838 h 817689"/>
                  <a:gd name="connsiteX12" fmla="*/ 1030414 w 1199622"/>
                  <a:gd name="connsiteY12" fmla="*/ 27487 h 817689"/>
                  <a:gd name="connsiteX13" fmla="*/ 1017371 w 1199622"/>
                  <a:gd name="connsiteY13" fmla="*/ 12655 h 817689"/>
                  <a:gd name="connsiteX14" fmla="*/ 993093 w 1199622"/>
                  <a:gd name="connsiteY14" fmla="*/ 5619 h 817689"/>
                  <a:gd name="connsiteX15" fmla="*/ 970529 w 1199622"/>
                  <a:gd name="connsiteY15" fmla="*/ 2006 h 817689"/>
                  <a:gd name="connsiteX16" fmla="*/ 940919 w 1199622"/>
                  <a:gd name="connsiteY16" fmla="*/ 4383 h 817689"/>
                  <a:gd name="connsiteX17" fmla="*/ 915403 w 1199622"/>
                  <a:gd name="connsiteY17" fmla="*/ 12655 h 817689"/>
                  <a:gd name="connsiteX18" fmla="*/ 917212 w 1199622"/>
                  <a:gd name="connsiteY18" fmla="*/ 23304 h 817689"/>
                  <a:gd name="connsiteX19" fmla="*/ 923115 w 1199622"/>
                  <a:gd name="connsiteY19" fmla="*/ 37566 h 817689"/>
                  <a:gd name="connsiteX20" fmla="*/ 914260 w 1199622"/>
                  <a:gd name="connsiteY20" fmla="*/ 47644 h 817689"/>
                  <a:gd name="connsiteX21" fmla="*/ 901788 w 1199622"/>
                  <a:gd name="connsiteY21" fmla="*/ 66660 h 817689"/>
                  <a:gd name="connsiteX22" fmla="*/ 892267 w 1199622"/>
                  <a:gd name="connsiteY22" fmla="*/ 87388 h 817689"/>
                  <a:gd name="connsiteX23" fmla="*/ 883318 w 1199622"/>
                  <a:gd name="connsiteY23" fmla="*/ 96230 h 817689"/>
                  <a:gd name="connsiteX24" fmla="*/ 864276 w 1199622"/>
                  <a:gd name="connsiteY24" fmla="*/ 106309 h 817689"/>
                  <a:gd name="connsiteX25" fmla="*/ 844758 w 1199622"/>
                  <a:gd name="connsiteY25" fmla="*/ 100984 h 817689"/>
                  <a:gd name="connsiteX26" fmla="*/ 840284 w 1199622"/>
                  <a:gd name="connsiteY26" fmla="*/ 97656 h 817689"/>
                  <a:gd name="connsiteX27" fmla="*/ 824194 w 1199622"/>
                  <a:gd name="connsiteY27" fmla="*/ 129603 h 817689"/>
                  <a:gd name="connsiteX28" fmla="*/ 822956 w 1199622"/>
                  <a:gd name="connsiteY28" fmla="*/ 139967 h 817689"/>
                  <a:gd name="connsiteX29" fmla="*/ 820385 w 1199622"/>
                  <a:gd name="connsiteY29" fmla="*/ 150236 h 817689"/>
                  <a:gd name="connsiteX30" fmla="*/ 841045 w 1199622"/>
                  <a:gd name="connsiteY30" fmla="*/ 151567 h 817689"/>
                  <a:gd name="connsiteX31" fmla="*/ 860087 w 1199622"/>
                  <a:gd name="connsiteY31" fmla="*/ 154134 h 817689"/>
                  <a:gd name="connsiteX32" fmla="*/ 875473 w 1199622"/>
                  <a:gd name="connsiteY32" fmla="*/ 148785 h 817689"/>
                  <a:gd name="connsiteX33" fmla="*/ 879128 w 1199622"/>
                  <a:gd name="connsiteY33" fmla="*/ 151567 h 817689"/>
                  <a:gd name="connsiteX34" fmla="*/ 904930 w 1199622"/>
                  <a:gd name="connsiteY34" fmla="*/ 178665 h 817689"/>
                  <a:gd name="connsiteX35" fmla="*/ 884270 w 1199622"/>
                  <a:gd name="connsiteY35" fmla="*/ 181232 h 817689"/>
                  <a:gd name="connsiteX36" fmla="*/ 858468 w 1199622"/>
                  <a:gd name="connsiteY36" fmla="*/ 186366 h 817689"/>
                  <a:gd name="connsiteX37" fmla="*/ 833905 w 1199622"/>
                  <a:gd name="connsiteY37" fmla="*/ 196635 h 817689"/>
                  <a:gd name="connsiteX38" fmla="*/ 815815 w 1199622"/>
                  <a:gd name="connsiteY38" fmla="*/ 213464 h 817689"/>
                  <a:gd name="connsiteX39" fmla="*/ 786110 w 1199622"/>
                  <a:gd name="connsiteY39" fmla="*/ 222972 h 817689"/>
                  <a:gd name="connsiteX40" fmla="*/ 753835 w 1199622"/>
                  <a:gd name="connsiteY40" fmla="*/ 225539 h 817689"/>
                  <a:gd name="connsiteX41" fmla="*/ 734839 w 1199622"/>
                  <a:gd name="connsiteY41" fmla="*/ 230593 h 817689"/>
                  <a:gd name="connsiteX42" fmla="*/ 734793 w 1199622"/>
                  <a:gd name="connsiteY42" fmla="*/ 230674 h 817689"/>
                  <a:gd name="connsiteX43" fmla="*/ 739934 w 1199622"/>
                  <a:gd name="connsiteY43" fmla="*/ 253873 h 817689"/>
                  <a:gd name="connsiteX44" fmla="*/ 715371 w 1199622"/>
                  <a:gd name="connsiteY44" fmla="*/ 272889 h 817689"/>
                  <a:gd name="connsiteX45" fmla="*/ 679287 w 1199622"/>
                  <a:gd name="connsiteY45" fmla="*/ 288387 h 817689"/>
                  <a:gd name="connsiteX46" fmla="*/ 634063 w 1199622"/>
                  <a:gd name="connsiteY46" fmla="*/ 289718 h 817689"/>
                  <a:gd name="connsiteX47" fmla="*/ 599217 w 1199622"/>
                  <a:gd name="connsiteY47" fmla="*/ 307784 h 817689"/>
                  <a:gd name="connsiteX48" fmla="*/ 583698 w 1199622"/>
                  <a:gd name="connsiteY48" fmla="*/ 299987 h 817689"/>
                  <a:gd name="connsiteX49" fmla="*/ 563133 w 1199622"/>
                  <a:gd name="connsiteY49" fmla="*/ 294853 h 817689"/>
                  <a:gd name="connsiteX50" fmla="*/ 541139 w 1199622"/>
                  <a:gd name="connsiteY50" fmla="*/ 289718 h 817689"/>
                  <a:gd name="connsiteX51" fmla="*/ 504960 w 1199622"/>
                  <a:gd name="connsiteY51" fmla="*/ 282017 h 817689"/>
                  <a:gd name="connsiteX52" fmla="*/ 457356 w 1199622"/>
                  <a:gd name="connsiteY52" fmla="*/ 280686 h 817689"/>
                  <a:gd name="connsiteX53" fmla="*/ 431460 w 1199622"/>
                  <a:gd name="connsiteY53" fmla="*/ 278119 h 817689"/>
                  <a:gd name="connsiteX54" fmla="*/ 419844 w 1199622"/>
                  <a:gd name="connsiteY54" fmla="*/ 257486 h 817689"/>
                  <a:gd name="connsiteX55" fmla="*/ 404421 w 1199622"/>
                  <a:gd name="connsiteY55" fmla="*/ 240752 h 817689"/>
                  <a:gd name="connsiteX56" fmla="*/ 391472 w 1199622"/>
                  <a:gd name="connsiteY56" fmla="*/ 231244 h 817689"/>
                  <a:gd name="connsiteX57" fmla="*/ 376429 w 1199622"/>
                  <a:gd name="connsiteY57" fmla="*/ 221736 h 817689"/>
                  <a:gd name="connsiteX58" fmla="*/ 330730 w 1199622"/>
                  <a:gd name="connsiteY58" fmla="*/ 211277 h 817689"/>
                  <a:gd name="connsiteX59" fmla="*/ 335299 w 1199622"/>
                  <a:gd name="connsiteY59" fmla="*/ 194923 h 817689"/>
                  <a:gd name="connsiteX60" fmla="*/ 336537 w 1199622"/>
                  <a:gd name="connsiteY60" fmla="*/ 174861 h 817689"/>
                  <a:gd name="connsiteX61" fmla="*/ 325874 w 1199622"/>
                  <a:gd name="connsiteY61" fmla="*/ 159649 h 817689"/>
                  <a:gd name="connsiteX62" fmla="*/ 308641 w 1199622"/>
                  <a:gd name="connsiteY62" fmla="*/ 145767 h 817689"/>
                  <a:gd name="connsiteX63" fmla="*/ 290551 w 1199622"/>
                  <a:gd name="connsiteY63" fmla="*/ 136259 h 817689"/>
                  <a:gd name="connsiteX64" fmla="*/ 276175 w 1199622"/>
                  <a:gd name="connsiteY64" fmla="*/ 117813 h 817689"/>
                  <a:gd name="connsiteX65" fmla="*/ 275509 w 1199622"/>
                  <a:gd name="connsiteY65" fmla="*/ 115341 h 817689"/>
                  <a:gd name="connsiteX66" fmla="*/ 267892 w 1199622"/>
                  <a:gd name="connsiteY66" fmla="*/ 114200 h 817689"/>
                  <a:gd name="connsiteX67" fmla="*/ 262656 w 1199622"/>
                  <a:gd name="connsiteY67" fmla="*/ 111063 h 817689"/>
                  <a:gd name="connsiteX68" fmla="*/ 255705 w 1199622"/>
                  <a:gd name="connsiteY68" fmla="*/ 123898 h 817689"/>
                  <a:gd name="connsiteX69" fmla="*/ 247042 w 1199622"/>
                  <a:gd name="connsiteY69" fmla="*/ 134928 h 817689"/>
                  <a:gd name="connsiteX70" fmla="*/ 233998 w 1199622"/>
                  <a:gd name="connsiteY70" fmla="*/ 150141 h 817689"/>
                  <a:gd name="connsiteX71" fmla="*/ 236854 w 1199622"/>
                  <a:gd name="connsiteY71" fmla="*/ 166114 h 817689"/>
                  <a:gd name="connsiteX72" fmla="*/ 217813 w 1199622"/>
                  <a:gd name="connsiteY72" fmla="*/ 173055 h 817689"/>
                  <a:gd name="connsiteX73" fmla="*/ 199342 w 1199622"/>
                  <a:gd name="connsiteY73" fmla="*/ 171439 h 817689"/>
                  <a:gd name="connsiteX74" fmla="*/ 185823 w 1199622"/>
                  <a:gd name="connsiteY74" fmla="*/ 171439 h 817689"/>
                  <a:gd name="connsiteX75" fmla="*/ 173445 w 1199622"/>
                  <a:gd name="connsiteY75" fmla="*/ 209946 h 817689"/>
                  <a:gd name="connsiteX76" fmla="*/ 173445 w 1199622"/>
                  <a:gd name="connsiteY76" fmla="*/ 219454 h 817689"/>
                  <a:gd name="connsiteX77" fmla="*/ 159164 w 1199622"/>
                  <a:gd name="connsiteY77" fmla="*/ 215746 h 817689"/>
                  <a:gd name="connsiteX78" fmla="*/ 140123 w 1199622"/>
                  <a:gd name="connsiteY78" fmla="*/ 219454 h 817689"/>
                  <a:gd name="connsiteX79" fmla="*/ 128603 w 1199622"/>
                  <a:gd name="connsiteY79" fmla="*/ 227251 h 817689"/>
                  <a:gd name="connsiteX80" fmla="*/ 133077 w 1199622"/>
                  <a:gd name="connsiteY80" fmla="*/ 244555 h 817689"/>
                  <a:gd name="connsiteX81" fmla="*/ 141075 w 1199622"/>
                  <a:gd name="connsiteY81" fmla="*/ 266804 h 817689"/>
                  <a:gd name="connsiteX82" fmla="*/ 130412 w 1199622"/>
                  <a:gd name="connsiteY82" fmla="*/ 281827 h 817689"/>
                  <a:gd name="connsiteX83" fmla="*/ 129079 w 1199622"/>
                  <a:gd name="connsiteY83" fmla="*/ 294282 h 817689"/>
                  <a:gd name="connsiteX84" fmla="*/ 111275 w 1199622"/>
                  <a:gd name="connsiteY84" fmla="*/ 303220 h 817689"/>
                  <a:gd name="connsiteX85" fmla="*/ 95756 w 1199622"/>
                  <a:gd name="connsiteY85" fmla="*/ 312062 h 817689"/>
                  <a:gd name="connsiteX86" fmla="*/ 79761 w 1199622"/>
                  <a:gd name="connsiteY86" fmla="*/ 320905 h 817689"/>
                  <a:gd name="connsiteX87" fmla="*/ 61576 w 1199622"/>
                  <a:gd name="connsiteY87" fmla="*/ 326229 h 817689"/>
                  <a:gd name="connsiteX88" fmla="*/ 49580 w 1199622"/>
                  <a:gd name="connsiteY88" fmla="*/ 334216 h 817689"/>
                  <a:gd name="connsiteX89" fmla="*/ 37107 w 1199622"/>
                  <a:gd name="connsiteY89" fmla="*/ 330223 h 817689"/>
                  <a:gd name="connsiteX90" fmla="*/ 25112 w 1199622"/>
                  <a:gd name="connsiteY90" fmla="*/ 334216 h 817689"/>
                  <a:gd name="connsiteX91" fmla="*/ 13972 w 1199622"/>
                  <a:gd name="connsiteY91" fmla="*/ 341347 h 817689"/>
                  <a:gd name="connsiteX92" fmla="*/ 5117 w 1199622"/>
                  <a:gd name="connsiteY92" fmla="*/ 346671 h 817689"/>
                  <a:gd name="connsiteX93" fmla="*/ 1785 w 1199622"/>
                  <a:gd name="connsiteY93" fmla="*/ 356179 h 817689"/>
                  <a:gd name="connsiteX94" fmla="*/ 1785 w 1199622"/>
                  <a:gd name="connsiteY94" fmla="*/ 356179 h 817689"/>
                  <a:gd name="connsiteX95" fmla="*/ 4927 w 1199622"/>
                  <a:gd name="connsiteY95" fmla="*/ 373579 h 817689"/>
                  <a:gd name="connsiteX96" fmla="*/ 24730 w 1199622"/>
                  <a:gd name="connsiteY96" fmla="*/ 386225 h 817689"/>
                  <a:gd name="connsiteX97" fmla="*/ 28634 w 1199622"/>
                  <a:gd name="connsiteY97" fmla="*/ 413132 h 817689"/>
                  <a:gd name="connsiteX98" fmla="*/ 28063 w 1199622"/>
                  <a:gd name="connsiteY98" fmla="*/ 413132 h 817689"/>
                  <a:gd name="connsiteX99" fmla="*/ 46343 w 1199622"/>
                  <a:gd name="connsiteY99" fmla="*/ 427965 h 817689"/>
                  <a:gd name="connsiteX100" fmla="*/ 56530 w 1199622"/>
                  <a:gd name="connsiteY100" fmla="*/ 443083 h 817689"/>
                  <a:gd name="connsiteX101" fmla="*/ 72240 w 1199622"/>
                  <a:gd name="connsiteY101" fmla="*/ 451355 h 817689"/>
                  <a:gd name="connsiteX102" fmla="*/ 73001 w 1199622"/>
                  <a:gd name="connsiteY102" fmla="*/ 449453 h 817689"/>
                  <a:gd name="connsiteX103" fmla="*/ 80903 w 1199622"/>
                  <a:gd name="connsiteY103" fmla="*/ 448693 h 817689"/>
                  <a:gd name="connsiteX104" fmla="*/ 85378 w 1199622"/>
                  <a:gd name="connsiteY104" fmla="*/ 452496 h 817689"/>
                  <a:gd name="connsiteX105" fmla="*/ 108133 w 1199622"/>
                  <a:gd name="connsiteY105" fmla="*/ 439470 h 817689"/>
                  <a:gd name="connsiteX106" fmla="*/ 131173 w 1199622"/>
                  <a:gd name="connsiteY106" fmla="*/ 458486 h 817689"/>
                  <a:gd name="connsiteX107" fmla="*/ 111180 w 1199622"/>
                  <a:gd name="connsiteY107" fmla="*/ 482446 h 817689"/>
                  <a:gd name="connsiteX108" fmla="*/ 102706 w 1199622"/>
                  <a:gd name="connsiteY108" fmla="*/ 483302 h 817689"/>
                  <a:gd name="connsiteX109" fmla="*/ 101468 w 1199622"/>
                  <a:gd name="connsiteY109" fmla="*/ 490433 h 817689"/>
                  <a:gd name="connsiteX110" fmla="*/ 112513 w 1199622"/>
                  <a:gd name="connsiteY110" fmla="*/ 507832 h 817689"/>
                  <a:gd name="connsiteX111" fmla="*/ 100612 w 1199622"/>
                  <a:gd name="connsiteY111" fmla="*/ 514963 h 817689"/>
                  <a:gd name="connsiteX112" fmla="*/ 95946 w 1199622"/>
                  <a:gd name="connsiteY112" fmla="*/ 523616 h 817689"/>
                  <a:gd name="connsiteX113" fmla="*/ 102992 w 1199622"/>
                  <a:gd name="connsiteY113" fmla="*/ 539494 h 817689"/>
                  <a:gd name="connsiteX114" fmla="*/ 119653 w 1199622"/>
                  <a:gd name="connsiteY114" fmla="*/ 551284 h 817689"/>
                  <a:gd name="connsiteX115" fmla="*/ 131554 w 1199622"/>
                  <a:gd name="connsiteY115" fmla="*/ 561553 h 817689"/>
                  <a:gd name="connsiteX116" fmla="*/ 140218 w 1199622"/>
                  <a:gd name="connsiteY116" fmla="*/ 570300 h 817689"/>
                  <a:gd name="connsiteX117" fmla="*/ 140218 w 1199622"/>
                  <a:gd name="connsiteY117" fmla="*/ 571441 h 817689"/>
                  <a:gd name="connsiteX118" fmla="*/ 152500 w 1199622"/>
                  <a:gd name="connsiteY118" fmla="*/ 567638 h 817689"/>
                  <a:gd name="connsiteX119" fmla="*/ 168495 w 1199622"/>
                  <a:gd name="connsiteY119" fmla="*/ 570775 h 817689"/>
                  <a:gd name="connsiteX120" fmla="*/ 209339 w 1199622"/>
                  <a:gd name="connsiteY120" fmla="*/ 600536 h 817689"/>
                  <a:gd name="connsiteX121" fmla="*/ 247994 w 1199622"/>
                  <a:gd name="connsiteY121" fmla="*/ 616034 h 817689"/>
                  <a:gd name="connsiteX122" fmla="*/ 274271 w 1199622"/>
                  <a:gd name="connsiteY122" fmla="*/ 620883 h 817689"/>
                  <a:gd name="connsiteX123" fmla="*/ 278841 w 1199622"/>
                  <a:gd name="connsiteY123" fmla="*/ 620883 h 817689"/>
                  <a:gd name="connsiteX124" fmla="*/ 285410 w 1199622"/>
                  <a:gd name="connsiteY124" fmla="*/ 615939 h 817689"/>
                  <a:gd name="connsiteX125" fmla="*/ 291694 w 1199622"/>
                  <a:gd name="connsiteY125" fmla="*/ 626207 h 817689"/>
                  <a:gd name="connsiteX126" fmla="*/ 292837 w 1199622"/>
                  <a:gd name="connsiteY126" fmla="*/ 634955 h 817689"/>
                  <a:gd name="connsiteX127" fmla="*/ 297407 w 1199622"/>
                  <a:gd name="connsiteY127" fmla="*/ 626492 h 817689"/>
                  <a:gd name="connsiteX128" fmla="*/ 311593 w 1199622"/>
                  <a:gd name="connsiteY128" fmla="*/ 614037 h 817689"/>
                  <a:gd name="connsiteX129" fmla="*/ 328063 w 1199622"/>
                  <a:gd name="connsiteY129" fmla="*/ 616699 h 817689"/>
                  <a:gd name="connsiteX130" fmla="*/ 351200 w 1199622"/>
                  <a:gd name="connsiteY130" fmla="*/ 623070 h 817689"/>
                  <a:gd name="connsiteX131" fmla="*/ 358150 w 1199622"/>
                  <a:gd name="connsiteY131" fmla="*/ 620598 h 817689"/>
                  <a:gd name="connsiteX132" fmla="*/ 367670 w 1199622"/>
                  <a:gd name="connsiteY132" fmla="*/ 611945 h 817689"/>
                  <a:gd name="connsiteX133" fmla="*/ 375573 w 1199622"/>
                  <a:gd name="connsiteY133" fmla="*/ 604054 h 817689"/>
                  <a:gd name="connsiteX134" fmla="*/ 392995 w 1199622"/>
                  <a:gd name="connsiteY134" fmla="*/ 593024 h 817689"/>
                  <a:gd name="connsiteX135" fmla="*/ 416703 w 1199622"/>
                  <a:gd name="connsiteY135" fmla="*/ 592169 h 817689"/>
                  <a:gd name="connsiteX136" fmla="*/ 426985 w 1199622"/>
                  <a:gd name="connsiteY136" fmla="*/ 590647 h 817689"/>
                  <a:gd name="connsiteX137" fmla="*/ 434983 w 1199622"/>
                  <a:gd name="connsiteY137" fmla="*/ 604054 h 817689"/>
                  <a:gd name="connsiteX138" fmla="*/ 446408 w 1199622"/>
                  <a:gd name="connsiteY138" fmla="*/ 610329 h 817689"/>
                  <a:gd name="connsiteX139" fmla="*/ 449835 w 1199622"/>
                  <a:gd name="connsiteY139" fmla="*/ 608332 h 817689"/>
                  <a:gd name="connsiteX140" fmla="*/ 462025 w 1199622"/>
                  <a:gd name="connsiteY140" fmla="*/ 611193 h 817689"/>
                  <a:gd name="connsiteX141" fmla="*/ 463164 w 1199622"/>
                  <a:gd name="connsiteY141" fmla="*/ 614037 h 817689"/>
                  <a:gd name="connsiteX142" fmla="*/ 467639 w 1199622"/>
                  <a:gd name="connsiteY142" fmla="*/ 625161 h 817689"/>
                  <a:gd name="connsiteX143" fmla="*/ 475636 w 1199622"/>
                  <a:gd name="connsiteY143" fmla="*/ 634669 h 817689"/>
                  <a:gd name="connsiteX144" fmla="*/ 470686 w 1199622"/>
                  <a:gd name="connsiteY144" fmla="*/ 663954 h 817689"/>
                  <a:gd name="connsiteX145" fmla="*/ 454310 w 1199622"/>
                  <a:gd name="connsiteY145" fmla="*/ 691908 h 817689"/>
                  <a:gd name="connsiteX146" fmla="*/ 457832 w 1199622"/>
                  <a:gd name="connsiteY146" fmla="*/ 701416 h 817689"/>
                  <a:gd name="connsiteX147" fmla="*/ 476017 w 1199622"/>
                  <a:gd name="connsiteY147" fmla="*/ 704934 h 817689"/>
                  <a:gd name="connsiteX148" fmla="*/ 482206 w 1199622"/>
                  <a:gd name="connsiteY148" fmla="*/ 721383 h 817689"/>
                  <a:gd name="connsiteX149" fmla="*/ 489823 w 1199622"/>
                  <a:gd name="connsiteY149" fmla="*/ 730225 h 817689"/>
                  <a:gd name="connsiteX150" fmla="*/ 489823 w 1199622"/>
                  <a:gd name="connsiteY150" fmla="*/ 743536 h 817689"/>
                  <a:gd name="connsiteX151" fmla="*/ 500962 w 1199622"/>
                  <a:gd name="connsiteY151" fmla="*/ 748861 h 817689"/>
                  <a:gd name="connsiteX152" fmla="*/ 513339 w 1199622"/>
                  <a:gd name="connsiteY152" fmla="*/ 755516 h 817689"/>
                  <a:gd name="connsiteX153" fmla="*/ 522384 w 1199622"/>
                  <a:gd name="connsiteY153" fmla="*/ 753710 h 817689"/>
                  <a:gd name="connsiteX154" fmla="*/ 531904 w 1199622"/>
                  <a:gd name="connsiteY154" fmla="*/ 763218 h 817689"/>
                  <a:gd name="connsiteX155" fmla="*/ 532666 w 1199622"/>
                  <a:gd name="connsiteY155" fmla="*/ 747340 h 817689"/>
                  <a:gd name="connsiteX156" fmla="*/ 535808 w 1199622"/>
                  <a:gd name="connsiteY156" fmla="*/ 737071 h 817689"/>
                  <a:gd name="connsiteX157" fmla="*/ 549328 w 1199622"/>
                  <a:gd name="connsiteY157" fmla="*/ 732317 h 817689"/>
                  <a:gd name="connsiteX158" fmla="*/ 564370 w 1199622"/>
                  <a:gd name="connsiteY158" fmla="*/ 730795 h 817689"/>
                  <a:gd name="connsiteX159" fmla="*/ 581698 w 1199622"/>
                  <a:gd name="connsiteY159" fmla="*/ 730795 h 817689"/>
                  <a:gd name="connsiteX160" fmla="*/ 595218 w 1199622"/>
                  <a:gd name="connsiteY160" fmla="*/ 728418 h 817689"/>
                  <a:gd name="connsiteX161" fmla="*/ 611022 w 1199622"/>
                  <a:gd name="connsiteY161" fmla="*/ 718150 h 817689"/>
                  <a:gd name="connsiteX162" fmla="*/ 627589 w 1199622"/>
                  <a:gd name="connsiteY162" fmla="*/ 726802 h 817689"/>
                  <a:gd name="connsiteX163" fmla="*/ 633206 w 1199622"/>
                  <a:gd name="connsiteY163" fmla="*/ 738687 h 817689"/>
                  <a:gd name="connsiteX164" fmla="*/ 652914 w 1199622"/>
                  <a:gd name="connsiteY164" fmla="*/ 753710 h 817689"/>
                  <a:gd name="connsiteX165" fmla="*/ 657103 w 1199622"/>
                  <a:gd name="connsiteY165" fmla="*/ 756943 h 817689"/>
                  <a:gd name="connsiteX166" fmla="*/ 669290 w 1199622"/>
                  <a:gd name="connsiteY166" fmla="*/ 753710 h 817689"/>
                  <a:gd name="connsiteX167" fmla="*/ 680239 w 1199622"/>
                  <a:gd name="connsiteY167" fmla="*/ 754280 h 817689"/>
                  <a:gd name="connsiteX168" fmla="*/ 691759 w 1199622"/>
                  <a:gd name="connsiteY168" fmla="*/ 754280 h 817689"/>
                  <a:gd name="connsiteX169" fmla="*/ 697090 w 1199622"/>
                  <a:gd name="connsiteY169" fmla="*/ 762647 h 817689"/>
                  <a:gd name="connsiteX170" fmla="*/ 701566 w 1199622"/>
                  <a:gd name="connsiteY170" fmla="*/ 780047 h 817689"/>
                  <a:gd name="connsiteX171" fmla="*/ 706897 w 1199622"/>
                  <a:gd name="connsiteY171" fmla="*/ 771490 h 817689"/>
                  <a:gd name="connsiteX172" fmla="*/ 735460 w 1199622"/>
                  <a:gd name="connsiteY172" fmla="*/ 754661 h 817689"/>
                  <a:gd name="connsiteX173" fmla="*/ 774590 w 1199622"/>
                  <a:gd name="connsiteY173" fmla="*/ 731841 h 817689"/>
                  <a:gd name="connsiteX174" fmla="*/ 794108 w 1199622"/>
                  <a:gd name="connsiteY174" fmla="*/ 732412 h 817689"/>
                  <a:gd name="connsiteX175" fmla="*/ 828763 w 1199622"/>
                  <a:gd name="connsiteY175" fmla="*/ 726802 h 817689"/>
                  <a:gd name="connsiteX176" fmla="*/ 840665 w 1199622"/>
                  <a:gd name="connsiteY176" fmla="*/ 716438 h 817689"/>
                  <a:gd name="connsiteX177" fmla="*/ 852470 w 1199622"/>
                  <a:gd name="connsiteY177" fmla="*/ 706930 h 817689"/>
                  <a:gd name="connsiteX178" fmla="*/ 863991 w 1199622"/>
                  <a:gd name="connsiteY178" fmla="*/ 694855 h 817689"/>
                  <a:gd name="connsiteX179" fmla="*/ 877701 w 1199622"/>
                  <a:gd name="connsiteY179" fmla="*/ 686203 h 817689"/>
                  <a:gd name="connsiteX180" fmla="*/ 887221 w 1199622"/>
                  <a:gd name="connsiteY180" fmla="*/ 676695 h 817689"/>
                  <a:gd name="connsiteX181" fmla="*/ 895885 w 1199622"/>
                  <a:gd name="connsiteY181" fmla="*/ 669279 h 817689"/>
                  <a:gd name="connsiteX182" fmla="*/ 898551 w 1199622"/>
                  <a:gd name="connsiteY182" fmla="*/ 653876 h 817689"/>
                  <a:gd name="connsiteX183" fmla="*/ 895885 w 1199622"/>
                  <a:gd name="connsiteY183" fmla="*/ 644368 h 817689"/>
                  <a:gd name="connsiteX184" fmla="*/ 909786 w 1199622"/>
                  <a:gd name="connsiteY184" fmla="*/ 637902 h 817689"/>
                  <a:gd name="connsiteX185" fmla="*/ 919307 w 1199622"/>
                  <a:gd name="connsiteY185" fmla="*/ 624020 h 817689"/>
                  <a:gd name="connsiteX186" fmla="*/ 932350 w 1199622"/>
                  <a:gd name="connsiteY186" fmla="*/ 611850 h 817689"/>
                  <a:gd name="connsiteX187" fmla="*/ 936539 w 1199622"/>
                  <a:gd name="connsiteY187" fmla="*/ 595591 h 817689"/>
                  <a:gd name="connsiteX188" fmla="*/ 939776 w 1199622"/>
                  <a:gd name="connsiteY188" fmla="*/ 587890 h 817689"/>
                  <a:gd name="connsiteX189" fmla="*/ 948345 w 1199622"/>
                  <a:gd name="connsiteY189" fmla="*/ 575815 h 817689"/>
                  <a:gd name="connsiteX190" fmla="*/ 940062 w 1199622"/>
                  <a:gd name="connsiteY190" fmla="*/ 573438 h 817689"/>
                  <a:gd name="connsiteX191" fmla="*/ 928541 w 1199622"/>
                  <a:gd name="connsiteY191" fmla="*/ 569254 h 817689"/>
                  <a:gd name="connsiteX192" fmla="*/ 921401 w 1199622"/>
                  <a:gd name="connsiteY192" fmla="*/ 565166 h 817689"/>
                  <a:gd name="connsiteX193" fmla="*/ 942442 w 1199622"/>
                  <a:gd name="connsiteY193" fmla="*/ 554802 h 817689"/>
                  <a:gd name="connsiteX194" fmla="*/ 930255 w 1199622"/>
                  <a:gd name="connsiteY194" fmla="*/ 543773 h 817689"/>
                  <a:gd name="connsiteX195" fmla="*/ 912547 w 1199622"/>
                  <a:gd name="connsiteY195" fmla="*/ 530747 h 817689"/>
                  <a:gd name="connsiteX196" fmla="*/ 923781 w 1199622"/>
                  <a:gd name="connsiteY196" fmla="*/ 530176 h 817689"/>
                  <a:gd name="connsiteX197" fmla="*/ 941585 w 1199622"/>
                  <a:gd name="connsiteY197" fmla="*/ 533789 h 817689"/>
                  <a:gd name="connsiteX198" fmla="*/ 924638 w 1199622"/>
                  <a:gd name="connsiteY198" fmla="*/ 514773 h 817689"/>
                  <a:gd name="connsiteX199" fmla="*/ 921116 w 1199622"/>
                  <a:gd name="connsiteY199" fmla="*/ 502603 h 817689"/>
                  <a:gd name="connsiteX200" fmla="*/ 908357 w 1199622"/>
                  <a:gd name="connsiteY200" fmla="*/ 478357 h 817689"/>
                  <a:gd name="connsiteX201" fmla="*/ 890553 w 1199622"/>
                  <a:gd name="connsiteY201" fmla="*/ 465902 h 817689"/>
                  <a:gd name="connsiteX202" fmla="*/ 900074 w 1199622"/>
                  <a:gd name="connsiteY202" fmla="*/ 446886 h 817689"/>
                  <a:gd name="connsiteX203" fmla="*/ 909595 w 1199622"/>
                  <a:gd name="connsiteY203" fmla="*/ 436237 h 817689"/>
                  <a:gd name="connsiteX204" fmla="*/ 920544 w 1199622"/>
                  <a:gd name="connsiteY204" fmla="*/ 428536 h 817689"/>
                  <a:gd name="connsiteX205" fmla="*/ 932635 w 1199622"/>
                  <a:gd name="connsiteY205" fmla="*/ 422355 h 817689"/>
                  <a:gd name="connsiteX206" fmla="*/ 955486 w 1199622"/>
                  <a:gd name="connsiteY206" fmla="*/ 415509 h 817689"/>
                  <a:gd name="connsiteX207" fmla="*/ 943965 w 1199622"/>
                  <a:gd name="connsiteY207" fmla="*/ 402769 h 817689"/>
                  <a:gd name="connsiteX208" fmla="*/ 924352 w 1199622"/>
                  <a:gd name="connsiteY208" fmla="*/ 394782 h 817689"/>
                  <a:gd name="connsiteX209" fmla="*/ 897694 w 1199622"/>
                  <a:gd name="connsiteY209" fmla="*/ 412277 h 817689"/>
                  <a:gd name="connsiteX210" fmla="*/ 885222 w 1199622"/>
                  <a:gd name="connsiteY210" fmla="*/ 396303 h 817689"/>
                  <a:gd name="connsiteX211" fmla="*/ 864562 w 1199622"/>
                  <a:gd name="connsiteY211" fmla="*/ 389172 h 817689"/>
                  <a:gd name="connsiteX212" fmla="*/ 864562 w 1199622"/>
                  <a:gd name="connsiteY212" fmla="*/ 364356 h 817689"/>
                  <a:gd name="connsiteX213" fmla="*/ 889411 w 1199622"/>
                  <a:gd name="connsiteY213" fmla="*/ 356940 h 817689"/>
                  <a:gd name="connsiteX214" fmla="*/ 912832 w 1199622"/>
                  <a:gd name="connsiteY214" fmla="*/ 340681 h 817689"/>
                  <a:gd name="connsiteX215" fmla="*/ 946917 w 1199622"/>
                  <a:gd name="connsiteY215" fmla="*/ 327370 h 817689"/>
                  <a:gd name="connsiteX216" fmla="*/ 933207 w 1199622"/>
                  <a:gd name="connsiteY216" fmla="*/ 354563 h 817689"/>
                  <a:gd name="connsiteX217" fmla="*/ 930255 w 1199622"/>
                  <a:gd name="connsiteY217" fmla="*/ 369966 h 817689"/>
                  <a:gd name="connsiteX218" fmla="*/ 944251 w 1199622"/>
                  <a:gd name="connsiteY218" fmla="*/ 369966 h 817689"/>
                  <a:gd name="connsiteX219" fmla="*/ 981287 w 1199622"/>
                  <a:gd name="connsiteY219" fmla="*/ 349239 h 817689"/>
                  <a:gd name="connsiteX220" fmla="*/ 990808 w 1199622"/>
                  <a:gd name="connsiteY220" fmla="*/ 348003 h 817689"/>
                  <a:gd name="connsiteX221" fmla="*/ 996520 w 1199622"/>
                  <a:gd name="connsiteY221" fmla="*/ 339160 h 817689"/>
                  <a:gd name="connsiteX222" fmla="*/ 1033937 w 1199622"/>
                  <a:gd name="connsiteY222" fmla="*/ 318528 h 817689"/>
                  <a:gd name="connsiteX223" fmla="*/ 1046790 w 1199622"/>
                  <a:gd name="connsiteY223" fmla="*/ 304361 h 817689"/>
                  <a:gd name="connsiteX224" fmla="*/ 1059739 w 1199622"/>
                  <a:gd name="connsiteY224" fmla="*/ 309590 h 817689"/>
                  <a:gd name="connsiteX225" fmla="*/ 1072592 w 1199622"/>
                  <a:gd name="connsiteY225" fmla="*/ 305692 h 817689"/>
                  <a:gd name="connsiteX226" fmla="*/ 1080399 w 1199622"/>
                  <a:gd name="connsiteY226" fmla="*/ 297990 h 817689"/>
                  <a:gd name="connsiteX227" fmla="*/ 1094585 w 1199622"/>
                  <a:gd name="connsiteY227" fmla="*/ 287627 h 817689"/>
                  <a:gd name="connsiteX228" fmla="*/ 1106200 w 1199622"/>
                  <a:gd name="connsiteY228" fmla="*/ 272129 h 817689"/>
                  <a:gd name="connsiteX229" fmla="*/ 1122957 w 1199622"/>
                  <a:gd name="connsiteY229" fmla="*/ 278594 h 817689"/>
                  <a:gd name="connsiteX230" fmla="*/ 1128479 w 1199622"/>
                  <a:gd name="connsiteY230" fmla="*/ 279450 h 817689"/>
                  <a:gd name="connsiteX231" fmla="*/ 1133430 w 1199622"/>
                  <a:gd name="connsiteY231" fmla="*/ 275742 h 817689"/>
                  <a:gd name="connsiteX232" fmla="*/ 1132001 w 1199622"/>
                  <a:gd name="connsiteY232" fmla="*/ 256726 h 817689"/>
                  <a:gd name="connsiteX233" fmla="*/ 1130764 w 1199622"/>
                  <a:gd name="connsiteY233" fmla="*/ 240182 h 817689"/>
                  <a:gd name="connsiteX234" fmla="*/ 1133716 w 1199622"/>
                  <a:gd name="connsiteY234" fmla="*/ 225920 h 817689"/>
                  <a:gd name="connsiteX235" fmla="*/ 1150282 w 1199622"/>
                  <a:gd name="connsiteY235" fmla="*/ 218218 h 817689"/>
                  <a:gd name="connsiteX236" fmla="*/ 1168086 w 1199622"/>
                  <a:gd name="connsiteY236" fmla="*/ 218218 h 817689"/>
                  <a:gd name="connsiteX237" fmla="*/ 1177606 w 1199622"/>
                  <a:gd name="connsiteY237" fmla="*/ 205192 h 817689"/>
                  <a:gd name="connsiteX238" fmla="*/ 1189412 w 1199622"/>
                  <a:gd name="connsiteY238" fmla="*/ 189884 h 817689"/>
                  <a:gd name="connsiteX239" fmla="*/ 1200075 w 1199622"/>
                  <a:gd name="connsiteY239" fmla="*/ 164403 h 817689"/>
                  <a:gd name="connsiteX240" fmla="*/ 1199599 w 1199622"/>
                  <a:gd name="connsiteY240" fmla="*/ 148239 h 817689"/>
                  <a:gd name="connsiteX241" fmla="*/ 909215 w 1199622"/>
                  <a:gd name="connsiteY241" fmla="*/ 708642 h 817689"/>
                  <a:gd name="connsiteX242" fmla="*/ 919878 w 1199622"/>
                  <a:gd name="connsiteY242" fmla="*/ 742966 h 817689"/>
                  <a:gd name="connsiteX243" fmla="*/ 944822 w 1199622"/>
                  <a:gd name="connsiteY243" fmla="*/ 680783 h 817689"/>
                  <a:gd name="connsiteX244" fmla="*/ 909215 w 1199622"/>
                  <a:gd name="connsiteY244" fmla="*/ 708642 h 817689"/>
                  <a:gd name="connsiteX245" fmla="*/ 697662 w 1199622"/>
                  <a:gd name="connsiteY245" fmla="*/ 789365 h 817689"/>
                  <a:gd name="connsiteX246" fmla="*/ 678620 w 1199622"/>
                  <a:gd name="connsiteY246" fmla="*/ 816558 h 817689"/>
                  <a:gd name="connsiteX247" fmla="*/ 712419 w 1199622"/>
                  <a:gd name="connsiteY247" fmla="*/ 814846 h 817689"/>
                  <a:gd name="connsiteX248" fmla="*/ 723083 w 1199622"/>
                  <a:gd name="connsiteY248" fmla="*/ 791171 h 817689"/>
                  <a:gd name="connsiteX249" fmla="*/ 697662 w 1199622"/>
                  <a:gd name="connsiteY249" fmla="*/ 789365 h 817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</a:cxnLst>
                <a:rect l="l" t="t" r="r" b="b"/>
                <a:pathLst>
                  <a:path w="1199622" h="817689">
                    <a:moveTo>
                      <a:pt x="1199599" y="148239"/>
                    </a:moveTo>
                    <a:cubicBezTo>
                      <a:pt x="1200266" y="137590"/>
                      <a:pt x="1187794" y="141108"/>
                      <a:pt x="1183605" y="144056"/>
                    </a:cubicBezTo>
                    <a:cubicBezTo>
                      <a:pt x="1179415" y="147003"/>
                      <a:pt x="1167610" y="144056"/>
                      <a:pt x="1164087" y="151187"/>
                    </a:cubicBezTo>
                    <a:cubicBezTo>
                      <a:pt x="1160564" y="158318"/>
                      <a:pt x="1154566" y="154134"/>
                      <a:pt x="1146283" y="155275"/>
                    </a:cubicBezTo>
                    <a:cubicBezTo>
                      <a:pt x="1137999" y="156416"/>
                      <a:pt x="1126098" y="152898"/>
                      <a:pt x="1127241" y="147573"/>
                    </a:cubicBezTo>
                    <a:cubicBezTo>
                      <a:pt x="1128384" y="142249"/>
                      <a:pt x="1122480" y="136925"/>
                      <a:pt x="1123052" y="130459"/>
                    </a:cubicBezTo>
                    <a:cubicBezTo>
                      <a:pt x="1123624" y="123994"/>
                      <a:pt x="1114769" y="126941"/>
                      <a:pt x="1108866" y="120951"/>
                    </a:cubicBezTo>
                    <a:cubicBezTo>
                      <a:pt x="1103399" y="115709"/>
                      <a:pt x="1096246" y="112575"/>
                      <a:pt x="1088682" y="112109"/>
                    </a:cubicBezTo>
                    <a:cubicBezTo>
                      <a:pt x="1086301" y="113250"/>
                      <a:pt x="1079161" y="105643"/>
                      <a:pt x="1069640" y="104978"/>
                    </a:cubicBezTo>
                    <a:cubicBezTo>
                      <a:pt x="1060119" y="104312"/>
                      <a:pt x="1060690" y="97942"/>
                      <a:pt x="1061928" y="93758"/>
                    </a:cubicBezTo>
                    <a:cubicBezTo>
                      <a:pt x="1063166" y="89575"/>
                      <a:pt x="1053645" y="76549"/>
                      <a:pt x="1051836" y="69513"/>
                    </a:cubicBezTo>
                    <a:cubicBezTo>
                      <a:pt x="1050027" y="62477"/>
                      <a:pt x="1042982" y="61241"/>
                      <a:pt x="1039935" y="45838"/>
                    </a:cubicBezTo>
                    <a:cubicBezTo>
                      <a:pt x="1036888" y="30435"/>
                      <a:pt x="1028701" y="34618"/>
                      <a:pt x="1030414" y="27487"/>
                    </a:cubicBezTo>
                    <a:cubicBezTo>
                      <a:pt x="1032128" y="20356"/>
                      <a:pt x="1020322" y="16838"/>
                      <a:pt x="1017371" y="12655"/>
                    </a:cubicBezTo>
                    <a:cubicBezTo>
                      <a:pt x="1014419" y="8471"/>
                      <a:pt x="1001947" y="10278"/>
                      <a:pt x="993093" y="5619"/>
                    </a:cubicBezTo>
                    <a:cubicBezTo>
                      <a:pt x="984239" y="960"/>
                      <a:pt x="978812" y="4383"/>
                      <a:pt x="970529" y="2006"/>
                    </a:cubicBezTo>
                    <a:cubicBezTo>
                      <a:pt x="960595" y="1348"/>
                      <a:pt x="950619" y="2148"/>
                      <a:pt x="940919" y="4383"/>
                    </a:cubicBezTo>
                    <a:cubicBezTo>
                      <a:pt x="931549" y="2474"/>
                      <a:pt x="921864" y="5614"/>
                      <a:pt x="915403" y="12655"/>
                    </a:cubicBezTo>
                    <a:cubicBezTo>
                      <a:pt x="907120" y="23969"/>
                      <a:pt x="913689" y="23304"/>
                      <a:pt x="917212" y="23304"/>
                    </a:cubicBezTo>
                    <a:cubicBezTo>
                      <a:pt x="920734" y="23304"/>
                      <a:pt x="922543" y="33953"/>
                      <a:pt x="923115" y="37566"/>
                    </a:cubicBezTo>
                    <a:cubicBezTo>
                      <a:pt x="923686" y="41179"/>
                      <a:pt x="917212" y="46408"/>
                      <a:pt x="914260" y="47644"/>
                    </a:cubicBezTo>
                    <a:cubicBezTo>
                      <a:pt x="908710" y="52954"/>
                      <a:pt x="904444" y="59457"/>
                      <a:pt x="901788" y="66660"/>
                    </a:cubicBezTo>
                    <a:cubicBezTo>
                      <a:pt x="900646" y="71414"/>
                      <a:pt x="891125" y="83204"/>
                      <a:pt x="892267" y="87388"/>
                    </a:cubicBezTo>
                    <a:cubicBezTo>
                      <a:pt x="893410" y="91571"/>
                      <a:pt x="887507" y="95660"/>
                      <a:pt x="883318" y="96230"/>
                    </a:cubicBezTo>
                    <a:cubicBezTo>
                      <a:pt x="876784" y="99226"/>
                      <a:pt x="870426" y="102591"/>
                      <a:pt x="864276" y="106309"/>
                    </a:cubicBezTo>
                    <a:cubicBezTo>
                      <a:pt x="860753" y="107450"/>
                      <a:pt x="846567" y="105073"/>
                      <a:pt x="844758" y="100984"/>
                    </a:cubicBezTo>
                    <a:cubicBezTo>
                      <a:pt x="843728" y="99362"/>
                      <a:pt x="842135" y="98177"/>
                      <a:pt x="840284" y="97656"/>
                    </a:cubicBezTo>
                    <a:lnTo>
                      <a:pt x="824194" y="129603"/>
                    </a:lnTo>
                    <a:lnTo>
                      <a:pt x="822956" y="139967"/>
                    </a:lnTo>
                    <a:cubicBezTo>
                      <a:pt x="822956" y="139967"/>
                      <a:pt x="812673" y="142534"/>
                      <a:pt x="820385" y="150236"/>
                    </a:cubicBezTo>
                    <a:cubicBezTo>
                      <a:pt x="828097" y="157937"/>
                      <a:pt x="829430" y="151567"/>
                      <a:pt x="841045" y="151567"/>
                    </a:cubicBezTo>
                    <a:cubicBezTo>
                      <a:pt x="852661" y="151567"/>
                      <a:pt x="857802" y="161075"/>
                      <a:pt x="860087" y="154134"/>
                    </a:cubicBezTo>
                    <a:cubicBezTo>
                      <a:pt x="862856" y="148414"/>
                      <a:pt x="869745" y="146019"/>
                      <a:pt x="875473" y="148785"/>
                    </a:cubicBezTo>
                    <a:cubicBezTo>
                      <a:pt x="876866" y="149458"/>
                      <a:pt x="878110" y="150404"/>
                      <a:pt x="879128" y="151567"/>
                    </a:cubicBezTo>
                    <a:cubicBezTo>
                      <a:pt x="885508" y="159268"/>
                      <a:pt x="906168" y="172199"/>
                      <a:pt x="904930" y="178665"/>
                    </a:cubicBezTo>
                    <a:cubicBezTo>
                      <a:pt x="903692" y="185130"/>
                      <a:pt x="891982" y="183799"/>
                      <a:pt x="884270" y="181232"/>
                    </a:cubicBezTo>
                    <a:cubicBezTo>
                      <a:pt x="876558" y="178665"/>
                      <a:pt x="866180" y="186366"/>
                      <a:pt x="858468" y="186366"/>
                    </a:cubicBezTo>
                    <a:cubicBezTo>
                      <a:pt x="849227" y="186332"/>
                      <a:pt x="840366" y="190036"/>
                      <a:pt x="833905" y="196635"/>
                    </a:cubicBezTo>
                    <a:cubicBezTo>
                      <a:pt x="826193" y="204431"/>
                      <a:pt x="827430" y="212133"/>
                      <a:pt x="815815" y="213464"/>
                    </a:cubicBezTo>
                    <a:cubicBezTo>
                      <a:pt x="805111" y="213112"/>
                      <a:pt x="794615" y="216472"/>
                      <a:pt x="786110" y="222972"/>
                    </a:cubicBezTo>
                    <a:cubicBezTo>
                      <a:pt x="776551" y="229431"/>
                      <a:pt x="764297" y="230406"/>
                      <a:pt x="753835" y="225539"/>
                    </a:cubicBezTo>
                    <a:cubicBezTo>
                      <a:pt x="747192" y="221696"/>
                      <a:pt x="738687" y="223959"/>
                      <a:pt x="734839" y="230593"/>
                    </a:cubicBezTo>
                    <a:cubicBezTo>
                      <a:pt x="734823" y="230620"/>
                      <a:pt x="734808" y="230647"/>
                      <a:pt x="734793" y="230674"/>
                    </a:cubicBezTo>
                    <a:cubicBezTo>
                      <a:pt x="729652" y="239706"/>
                      <a:pt x="741267" y="243605"/>
                      <a:pt x="739934" y="253873"/>
                    </a:cubicBezTo>
                    <a:cubicBezTo>
                      <a:pt x="738602" y="264142"/>
                      <a:pt x="725748" y="261670"/>
                      <a:pt x="715371" y="272889"/>
                    </a:cubicBezTo>
                    <a:cubicBezTo>
                      <a:pt x="706245" y="283150"/>
                      <a:pt x="693023" y="288829"/>
                      <a:pt x="679287" y="288387"/>
                    </a:cubicBezTo>
                    <a:cubicBezTo>
                      <a:pt x="669766" y="287151"/>
                      <a:pt x="650724" y="282017"/>
                      <a:pt x="634063" y="289718"/>
                    </a:cubicBezTo>
                    <a:cubicBezTo>
                      <a:pt x="617401" y="297420"/>
                      <a:pt x="605500" y="308734"/>
                      <a:pt x="599217" y="307784"/>
                    </a:cubicBezTo>
                    <a:cubicBezTo>
                      <a:pt x="592933" y="306833"/>
                      <a:pt x="592743" y="298751"/>
                      <a:pt x="583698" y="299987"/>
                    </a:cubicBezTo>
                    <a:cubicBezTo>
                      <a:pt x="576430" y="301109"/>
                      <a:pt x="569017" y="299258"/>
                      <a:pt x="563133" y="294853"/>
                    </a:cubicBezTo>
                    <a:cubicBezTo>
                      <a:pt x="556658" y="290954"/>
                      <a:pt x="551517" y="297420"/>
                      <a:pt x="541139" y="289718"/>
                    </a:cubicBezTo>
                    <a:cubicBezTo>
                      <a:pt x="530762" y="282017"/>
                      <a:pt x="512577" y="283253"/>
                      <a:pt x="504960" y="282017"/>
                    </a:cubicBezTo>
                    <a:cubicBezTo>
                      <a:pt x="497344" y="280781"/>
                      <a:pt x="467544" y="282017"/>
                      <a:pt x="457356" y="280686"/>
                    </a:cubicBezTo>
                    <a:cubicBezTo>
                      <a:pt x="447169" y="279355"/>
                      <a:pt x="432792" y="283253"/>
                      <a:pt x="431460" y="278119"/>
                    </a:cubicBezTo>
                    <a:cubicBezTo>
                      <a:pt x="430127" y="272984"/>
                      <a:pt x="422510" y="269086"/>
                      <a:pt x="419844" y="257486"/>
                    </a:cubicBezTo>
                    <a:cubicBezTo>
                      <a:pt x="418978" y="249114"/>
                      <a:pt x="412704" y="242307"/>
                      <a:pt x="404421" y="240752"/>
                    </a:cubicBezTo>
                    <a:cubicBezTo>
                      <a:pt x="397947" y="239421"/>
                      <a:pt x="397185" y="232575"/>
                      <a:pt x="391472" y="231244"/>
                    </a:cubicBezTo>
                    <a:cubicBezTo>
                      <a:pt x="388712" y="231244"/>
                      <a:pt x="385474" y="221736"/>
                      <a:pt x="376429" y="221736"/>
                    </a:cubicBezTo>
                    <a:cubicBezTo>
                      <a:pt x="367384" y="221736"/>
                      <a:pt x="335490" y="218884"/>
                      <a:pt x="330730" y="211277"/>
                    </a:cubicBezTo>
                    <a:cubicBezTo>
                      <a:pt x="325969" y="203671"/>
                      <a:pt x="335299" y="202245"/>
                      <a:pt x="335299" y="194923"/>
                    </a:cubicBezTo>
                    <a:cubicBezTo>
                      <a:pt x="335299" y="187602"/>
                      <a:pt x="340155" y="177714"/>
                      <a:pt x="336537" y="174861"/>
                    </a:cubicBezTo>
                    <a:cubicBezTo>
                      <a:pt x="331434" y="171070"/>
                      <a:pt x="327694" y="165735"/>
                      <a:pt x="325874" y="159649"/>
                    </a:cubicBezTo>
                    <a:cubicBezTo>
                      <a:pt x="322954" y="152332"/>
                      <a:pt x="316420" y="147068"/>
                      <a:pt x="308641" y="145767"/>
                    </a:cubicBezTo>
                    <a:cubicBezTo>
                      <a:pt x="301755" y="144593"/>
                      <a:pt x="295419" y="141264"/>
                      <a:pt x="290551" y="136259"/>
                    </a:cubicBezTo>
                    <a:cubicBezTo>
                      <a:pt x="284459" y="130839"/>
                      <a:pt x="278651" y="131315"/>
                      <a:pt x="276175" y="117813"/>
                    </a:cubicBezTo>
                    <a:cubicBezTo>
                      <a:pt x="276055" y="116965"/>
                      <a:pt x="275831" y="116135"/>
                      <a:pt x="275509" y="115341"/>
                    </a:cubicBezTo>
                    <a:cubicBezTo>
                      <a:pt x="273129" y="115341"/>
                      <a:pt x="269891" y="114200"/>
                      <a:pt x="267892" y="114200"/>
                    </a:cubicBezTo>
                    <a:cubicBezTo>
                      <a:pt x="265817" y="113841"/>
                      <a:pt x="263950" y="112722"/>
                      <a:pt x="262656" y="111063"/>
                    </a:cubicBezTo>
                    <a:cubicBezTo>
                      <a:pt x="261037" y="116672"/>
                      <a:pt x="255705" y="119430"/>
                      <a:pt x="255705" y="123898"/>
                    </a:cubicBezTo>
                    <a:cubicBezTo>
                      <a:pt x="255705" y="128367"/>
                      <a:pt x="253706" y="134928"/>
                      <a:pt x="247042" y="134928"/>
                    </a:cubicBezTo>
                    <a:cubicBezTo>
                      <a:pt x="240377" y="134928"/>
                      <a:pt x="234379" y="139872"/>
                      <a:pt x="233998" y="150141"/>
                    </a:cubicBezTo>
                    <a:cubicBezTo>
                      <a:pt x="233617" y="160409"/>
                      <a:pt x="239711" y="161645"/>
                      <a:pt x="236854" y="166114"/>
                    </a:cubicBezTo>
                    <a:cubicBezTo>
                      <a:pt x="232055" y="171441"/>
                      <a:pt x="224920" y="174042"/>
                      <a:pt x="217813" y="173055"/>
                    </a:cubicBezTo>
                    <a:cubicBezTo>
                      <a:pt x="211741" y="171791"/>
                      <a:pt x="205542" y="171248"/>
                      <a:pt x="199342" y="171439"/>
                    </a:cubicBezTo>
                    <a:cubicBezTo>
                      <a:pt x="192773" y="170583"/>
                      <a:pt x="187822" y="162406"/>
                      <a:pt x="185823" y="171439"/>
                    </a:cubicBezTo>
                    <a:cubicBezTo>
                      <a:pt x="183823" y="180471"/>
                      <a:pt x="170209" y="207094"/>
                      <a:pt x="173445" y="209946"/>
                    </a:cubicBezTo>
                    <a:cubicBezTo>
                      <a:pt x="176683" y="212799"/>
                      <a:pt x="179254" y="219454"/>
                      <a:pt x="173445" y="219454"/>
                    </a:cubicBezTo>
                    <a:cubicBezTo>
                      <a:pt x="168395" y="219954"/>
                      <a:pt x="163331" y="218640"/>
                      <a:pt x="159164" y="215746"/>
                    </a:cubicBezTo>
                    <a:cubicBezTo>
                      <a:pt x="156213" y="212894"/>
                      <a:pt x="146883" y="219739"/>
                      <a:pt x="140123" y="219454"/>
                    </a:cubicBezTo>
                    <a:cubicBezTo>
                      <a:pt x="137076" y="219454"/>
                      <a:pt x="124223" y="225064"/>
                      <a:pt x="128603" y="227251"/>
                    </a:cubicBezTo>
                    <a:cubicBezTo>
                      <a:pt x="132982" y="229438"/>
                      <a:pt x="133077" y="240182"/>
                      <a:pt x="133077" y="244555"/>
                    </a:cubicBezTo>
                    <a:cubicBezTo>
                      <a:pt x="133077" y="248929"/>
                      <a:pt x="142598" y="262335"/>
                      <a:pt x="141075" y="266804"/>
                    </a:cubicBezTo>
                    <a:cubicBezTo>
                      <a:pt x="139551" y="271273"/>
                      <a:pt x="130412" y="276312"/>
                      <a:pt x="130412" y="281827"/>
                    </a:cubicBezTo>
                    <a:cubicBezTo>
                      <a:pt x="130412" y="287341"/>
                      <a:pt x="132221" y="292951"/>
                      <a:pt x="129079" y="294282"/>
                    </a:cubicBezTo>
                    <a:cubicBezTo>
                      <a:pt x="122887" y="296720"/>
                      <a:pt x="116928" y="299712"/>
                      <a:pt x="111275" y="303220"/>
                    </a:cubicBezTo>
                    <a:cubicBezTo>
                      <a:pt x="106419" y="306738"/>
                      <a:pt x="98421" y="306738"/>
                      <a:pt x="95756" y="312062"/>
                    </a:cubicBezTo>
                    <a:cubicBezTo>
                      <a:pt x="93290" y="318505"/>
                      <a:pt x="86537" y="322239"/>
                      <a:pt x="79761" y="320905"/>
                    </a:cubicBezTo>
                    <a:cubicBezTo>
                      <a:pt x="71763" y="320049"/>
                      <a:pt x="67765" y="318718"/>
                      <a:pt x="61576" y="326229"/>
                    </a:cubicBezTo>
                    <a:cubicBezTo>
                      <a:pt x="55388" y="333741"/>
                      <a:pt x="53959" y="330698"/>
                      <a:pt x="49580" y="334216"/>
                    </a:cubicBezTo>
                    <a:cubicBezTo>
                      <a:pt x="45200" y="337734"/>
                      <a:pt x="40631" y="331554"/>
                      <a:pt x="37107" y="330223"/>
                    </a:cubicBezTo>
                    <a:cubicBezTo>
                      <a:pt x="33585" y="328892"/>
                      <a:pt x="28634" y="334216"/>
                      <a:pt x="25112" y="334216"/>
                    </a:cubicBezTo>
                    <a:cubicBezTo>
                      <a:pt x="21589" y="334216"/>
                      <a:pt x="18447" y="340016"/>
                      <a:pt x="13972" y="341347"/>
                    </a:cubicBezTo>
                    <a:cubicBezTo>
                      <a:pt x="9497" y="342678"/>
                      <a:pt x="5117" y="341347"/>
                      <a:pt x="5117" y="346671"/>
                    </a:cubicBezTo>
                    <a:cubicBezTo>
                      <a:pt x="5151" y="350132"/>
                      <a:pt x="3973" y="353495"/>
                      <a:pt x="1785" y="356179"/>
                    </a:cubicBezTo>
                    <a:lnTo>
                      <a:pt x="1785" y="356179"/>
                    </a:lnTo>
                    <a:lnTo>
                      <a:pt x="4927" y="373579"/>
                    </a:lnTo>
                    <a:cubicBezTo>
                      <a:pt x="4927" y="373579"/>
                      <a:pt x="23969" y="379950"/>
                      <a:pt x="24730" y="386225"/>
                    </a:cubicBezTo>
                    <a:cubicBezTo>
                      <a:pt x="25492" y="392500"/>
                      <a:pt x="28634" y="413132"/>
                      <a:pt x="28634" y="413132"/>
                    </a:cubicBezTo>
                    <a:lnTo>
                      <a:pt x="28063" y="413132"/>
                    </a:lnTo>
                    <a:cubicBezTo>
                      <a:pt x="35775" y="419218"/>
                      <a:pt x="46343" y="425588"/>
                      <a:pt x="46343" y="427965"/>
                    </a:cubicBezTo>
                    <a:cubicBezTo>
                      <a:pt x="46428" y="434578"/>
                      <a:pt x="50427" y="440513"/>
                      <a:pt x="56530" y="443083"/>
                    </a:cubicBezTo>
                    <a:cubicBezTo>
                      <a:pt x="61952" y="445475"/>
                      <a:pt x="67200" y="448239"/>
                      <a:pt x="72240" y="451355"/>
                    </a:cubicBezTo>
                    <a:lnTo>
                      <a:pt x="73001" y="449453"/>
                    </a:lnTo>
                    <a:lnTo>
                      <a:pt x="80903" y="448693"/>
                    </a:lnTo>
                    <a:cubicBezTo>
                      <a:pt x="82543" y="449776"/>
                      <a:pt x="84045" y="451053"/>
                      <a:pt x="85378" y="452496"/>
                    </a:cubicBezTo>
                    <a:cubicBezTo>
                      <a:pt x="90400" y="444727"/>
                      <a:pt x="98882" y="439872"/>
                      <a:pt x="108133" y="439470"/>
                    </a:cubicBezTo>
                    <a:cubicBezTo>
                      <a:pt x="115654" y="439945"/>
                      <a:pt x="132982" y="453732"/>
                      <a:pt x="131173" y="458486"/>
                    </a:cubicBezTo>
                    <a:cubicBezTo>
                      <a:pt x="129364" y="463240"/>
                      <a:pt x="116987" y="481115"/>
                      <a:pt x="111180" y="482446"/>
                    </a:cubicBezTo>
                    <a:cubicBezTo>
                      <a:pt x="108385" y="482973"/>
                      <a:pt x="105550" y="483260"/>
                      <a:pt x="102706" y="483302"/>
                    </a:cubicBezTo>
                    <a:cubicBezTo>
                      <a:pt x="102133" y="485648"/>
                      <a:pt x="101719" y="488031"/>
                      <a:pt x="101468" y="490433"/>
                    </a:cubicBezTo>
                    <a:cubicBezTo>
                      <a:pt x="101468" y="494426"/>
                      <a:pt x="108513" y="500701"/>
                      <a:pt x="112513" y="507832"/>
                    </a:cubicBezTo>
                    <a:cubicBezTo>
                      <a:pt x="116511" y="514963"/>
                      <a:pt x="106133" y="519717"/>
                      <a:pt x="100612" y="514963"/>
                    </a:cubicBezTo>
                    <a:cubicBezTo>
                      <a:pt x="95089" y="510209"/>
                      <a:pt x="92709" y="519717"/>
                      <a:pt x="95946" y="523616"/>
                    </a:cubicBezTo>
                    <a:cubicBezTo>
                      <a:pt x="99183" y="527514"/>
                      <a:pt x="97470" y="538638"/>
                      <a:pt x="102992" y="539494"/>
                    </a:cubicBezTo>
                    <a:cubicBezTo>
                      <a:pt x="108513" y="540350"/>
                      <a:pt x="113274" y="551284"/>
                      <a:pt x="119653" y="551284"/>
                    </a:cubicBezTo>
                    <a:cubicBezTo>
                      <a:pt x="126032" y="551284"/>
                      <a:pt x="131554" y="561553"/>
                      <a:pt x="131554" y="561553"/>
                    </a:cubicBezTo>
                    <a:cubicBezTo>
                      <a:pt x="131554" y="561553"/>
                      <a:pt x="140218" y="567067"/>
                      <a:pt x="140218" y="570300"/>
                    </a:cubicBezTo>
                    <a:cubicBezTo>
                      <a:pt x="140300" y="570676"/>
                      <a:pt x="140300" y="571065"/>
                      <a:pt x="140218" y="571441"/>
                    </a:cubicBezTo>
                    <a:cubicBezTo>
                      <a:pt x="147073" y="570775"/>
                      <a:pt x="151643" y="570490"/>
                      <a:pt x="152500" y="567638"/>
                    </a:cubicBezTo>
                    <a:cubicBezTo>
                      <a:pt x="153357" y="564786"/>
                      <a:pt x="162021" y="564595"/>
                      <a:pt x="168495" y="570775"/>
                    </a:cubicBezTo>
                    <a:cubicBezTo>
                      <a:pt x="174969" y="576956"/>
                      <a:pt x="200009" y="593024"/>
                      <a:pt x="209339" y="600536"/>
                    </a:cubicBezTo>
                    <a:cubicBezTo>
                      <a:pt x="220774" y="608757"/>
                      <a:pt x="234041" y="614076"/>
                      <a:pt x="247994" y="616034"/>
                    </a:cubicBezTo>
                    <a:cubicBezTo>
                      <a:pt x="255610" y="615558"/>
                      <a:pt x="262751" y="621358"/>
                      <a:pt x="274271" y="620883"/>
                    </a:cubicBezTo>
                    <a:cubicBezTo>
                      <a:pt x="275793" y="620779"/>
                      <a:pt x="277320" y="620779"/>
                      <a:pt x="278841" y="620883"/>
                    </a:cubicBezTo>
                    <a:cubicBezTo>
                      <a:pt x="280459" y="619076"/>
                      <a:pt x="283316" y="619076"/>
                      <a:pt x="285410" y="615939"/>
                    </a:cubicBezTo>
                    <a:cubicBezTo>
                      <a:pt x="288552" y="611185"/>
                      <a:pt x="293313" y="619837"/>
                      <a:pt x="291694" y="626207"/>
                    </a:cubicBezTo>
                    <a:cubicBezTo>
                      <a:pt x="291159" y="629171"/>
                      <a:pt x="291558" y="632227"/>
                      <a:pt x="292837" y="634955"/>
                    </a:cubicBezTo>
                    <a:cubicBezTo>
                      <a:pt x="294666" y="632310"/>
                      <a:pt x="296199" y="629472"/>
                      <a:pt x="297407" y="626492"/>
                    </a:cubicBezTo>
                    <a:cubicBezTo>
                      <a:pt x="301405" y="616984"/>
                      <a:pt x="307594" y="616984"/>
                      <a:pt x="311593" y="614037"/>
                    </a:cubicBezTo>
                    <a:cubicBezTo>
                      <a:pt x="315591" y="611090"/>
                      <a:pt x="319590" y="612326"/>
                      <a:pt x="328063" y="616699"/>
                    </a:cubicBezTo>
                    <a:cubicBezTo>
                      <a:pt x="336537" y="621073"/>
                      <a:pt x="339203" y="612135"/>
                      <a:pt x="351200" y="623070"/>
                    </a:cubicBezTo>
                    <a:cubicBezTo>
                      <a:pt x="353385" y="621916"/>
                      <a:pt x="355726" y="621084"/>
                      <a:pt x="358150" y="620598"/>
                    </a:cubicBezTo>
                    <a:cubicBezTo>
                      <a:pt x="360530" y="620598"/>
                      <a:pt x="363767" y="615939"/>
                      <a:pt x="367670" y="611945"/>
                    </a:cubicBezTo>
                    <a:cubicBezTo>
                      <a:pt x="371574" y="607952"/>
                      <a:pt x="370812" y="603198"/>
                      <a:pt x="375573" y="604054"/>
                    </a:cubicBezTo>
                    <a:cubicBezTo>
                      <a:pt x="380333" y="604909"/>
                      <a:pt x="382713" y="598539"/>
                      <a:pt x="392995" y="593024"/>
                    </a:cubicBezTo>
                    <a:cubicBezTo>
                      <a:pt x="403278" y="587510"/>
                      <a:pt x="412037" y="596162"/>
                      <a:pt x="416703" y="592169"/>
                    </a:cubicBezTo>
                    <a:cubicBezTo>
                      <a:pt x="421368" y="588175"/>
                      <a:pt x="426985" y="586654"/>
                      <a:pt x="426985" y="590647"/>
                    </a:cubicBezTo>
                    <a:cubicBezTo>
                      <a:pt x="426985" y="594641"/>
                      <a:pt x="433364" y="599300"/>
                      <a:pt x="434983" y="604054"/>
                    </a:cubicBezTo>
                    <a:cubicBezTo>
                      <a:pt x="436601" y="608808"/>
                      <a:pt x="444503" y="610044"/>
                      <a:pt x="446408" y="610329"/>
                    </a:cubicBezTo>
                    <a:lnTo>
                      <a:pt x="449835" y="608332"/>
                    </a:lnTo>
                    <a:cubicBezTo>
                      <a:pt x="453992" y="605761"/>
                      <a:pt x="459450" y="607041"/>
                      <a:pt x="462025" y="611193"/>
                    </a:cubicBezTo>
                    <a:cubicBezTo>
                      <a:pt x="462568" y="612068"/>
                      <a:pt x="462953" y="613030"/>
                      <a:pt x="463164" y="614037"/>
                    </a:cubicBezTo>
                    <a:cubicBezTo>
                      <a:pt x="463164" y="619457"/>
                      <a:pt x="463164" y="625161"/>
                      <a:pt x="467639" y="625161"/>
                    </a:cubicBezTo>
                    <a:cubicBezTo>
                      <a:pt x="472113" y="625161"/>
                      <a:pt x="475636" y="625161"/>
                      <a:pt x="475636" y="634669"/>
                    </a:cubicBezTo>
                    <a:cubicBezTo>
                      <a:pt x="475636" y="644177"/>
                      <a:pt x="479159" y="655492"/>
                      <a:pt x="470686" y="663954"/>
                    </a:cubicBezTo>
                    <a:cubicBezTo>
                      <a:pt x="462212" y="672416"/>
                      <a:pt x="452501" y="687439"/>
                      <a:pt x="454310" y="691908"/>
                    </a:cubicBezTo>
                    <a:cubicBezTo>
                      <a:pt x="456119" y="696377"/>
                      <a:pt x="451549" y="704744"/>
                      <a:pt x="457832" y="701416"/>
                    </a:cubicBezTo>
                    <a:cubicBezTo>
                      <a:pt x="464116" y="698088"/>
                      <a:pt x="478302" y="701416"/>
                      <a:pt x="476017" y="704934"/>
                    </a:cubicBezTo>
                    <a:cubicBezTo>
                      <a:pt x="473732" y="708452"/>
                      <a:pt x="476493" y="720907"/>
                      <a:pt x="482206" y="721383"/>
                    </a:cubicBezTo>
                    <a:cubicBezTo>
                      <a:pt x="487918" y="721858"/>
                      <a:pt x="491726" y="724901"/>
                      <a:pt x="489823" y="730225"/>
                    </a:cubicBezTo>
                    <a:cubicBezTo>
                      <a:pt x="487918" y="735550"/>
                      <a:pt x="484967" y="743536"/>
                      <a:pt x="489823" y="743536"/>
                    </a:cubicBezTo>
                    <a:cubicBezTo>
                      <a:pt x="494678" y="743536"/>
                      <a:pt x="501818" y="743536"/>
                      <a:pt x="500962" y="748861"/>
                    </a:cubicBezTo>
                    <a:cubicBezTo>
                      <a:pt x="500105" y="754185"/>
                      <a:pt x="504484" y="759130"/>
                      <a:pt x="513339" y="755516"/>
                    </a:cubicBezTo>
                    <a:cubicBezTo>
                      <a:pt x="518575" y="753425"/>
                      <a:pt x="521241" y="751523"/>
                      <a:pt x="522384" y="753710"/>
                    </a:cubicBezTo>
                    <a:cubicBezTo>
                      <a:pt x="525906" y="753710"/>
                      <a:pt x="526192" y="761602"/>
                      <a:pt x="531904" y="763218"/>
                    </a:cubicBezTo>
                    <a:cubicBezTo>
                      <a:pt x="537617" y="764834"/>
                      <a:pt x="535047" y="749717"/>
                      <a:pt x="532666" y="747340"/>
                    </a:cubicBezTo>
                    <a:cubicBezTo>
                      <a:pt x="530286" y="744962"/>
                      <a:pt x="533428" y="734694"/>
                      <a:pt x="535808" y="737071"/>
                    </a:cubicBezTo>
                    <a:cubicBezTo>
                      <a:pt x="538188" y="739448"/>
                      <a:pt x="545329" y="737071"/>
                      <a:pt x="549328" y="732317"/>
                    </a:cubicBezTo>
                    <a:cubicBezTo>
                      <a:pt x="553326" y="727563"/>
                      <a:pt x="561133" y="736310"/>
                      <a:pt x="564370" y="730795"/>
                    </a:cubicBezTo>
                    <a:cubicBezTo>
                      <a:pt x="567608" y="725281"/>
                      <a:pt x="574653" y="734694"/>
                      <a:pt x="581698" y="730795"/>
                    </a:cubicBezTo>
                    <a:cubicBezTo>
                      <a:pt x="588743" y="726897"/>
                      <a:pt x="592076" y="733933"/>
                      <a:pt x="595218" y="728418"/>
                    </a:cubicBezTo>
                    <a:cubicBezTo>
                      <a:pt x="598360" y="722904"/>
                      <a:pt x="608642" y="715773"/>
                      <a:pt x="611022" y="718150"/>
                    </a:cubicBezTo>
                    <a:cubicBezTo>
                      <a:pt x="614771" y="723593"/>
                      <a:pt x="620973" y="726833"/>
                      <a:pt x="627589" y="726802"/>
                    </a:cubicBezTo>
                    <a:cubicBezTo>
                      <a:pt x="640251" y="728418"/>
                      <a:pt x="633206" y="734694"/>
                      <a:pt x="633206" y="738687"/>
                    </a:cubicBezTo>
                    <a:cubicBezTo>
                      <a:pt x="633206" y="742681"/>
                      <a:pt x="647392" y="752949"/>
                      <a:pt x="652914" y="753710"/>
                    </a:cubicBezTo>
                    <a:cubicBezTo>
                      <a:pt x="654588" y="754370"/>
                      <a:pt x="656041" y="755491"/>
                      <a:pt x="657103" y="756943"/>
                    </a:cubicBezTo>
                    <a:cubicBezTo>
                      <a:pt x="660911" y="755136"/>
                      <a:pt x="667767" y="758274"/>
                      <a:pt x="669290" y="753710"/>
                    </a:cubicBezTo>
                    <a:cubicBezTo>
                      <a:pt x="670813" y="749146"/>
                      <a:pt x="677573" y="749812"/>
                      <a:pt x="680239" y="754280"/>
                    </a:cubicBezTo>
                    <a:cubicBezTo>
                      <a:pt x="682905" y="758749"/>
                      <a:pt x="685856" y="759605"/>
                      <a:pt x="691759" y="754280"/>
                    </a:cubicBezTo>
                    <a:cubicBezTo>
                      <a:pt x="697662" y="748956"/>
                      <a:pt x="700708" y="759605"/>
                      <a:pt x="697090" y="762647"/>
                    </a:cubicBezTo>
                    <a:cubicBezTo>
                      <a:pt x="693472" y="765690"/>
                      <a:pt x="695948" y="774723"/>
                      <a:pt x="701566" y="780047"/>
                    </a:cubicBezTo>
                    <a:cubicBezTo>
                      <a:pt x="707182" y="785372"/>
                      <a:pt x="708135" y="776814"/>
                      <a:pt x="706897" y="771490"/>
                    </a:cubicBezTo>
                    <a:cubicBezTo>
                      <a:pt x="705659" y="766165"/>
                      <a:pt x="716418" y="760841"/>
                      <a:pt x="735460" y="754661"/>
                    </a:cubicBezTo>
                    <a:cubicBezTo>
                      <a:pt x="754501" y="748480"/>
                      <a:pt x="774209" y="734789"/>
                      <a:pt x="774590" y="731841"/>
                    </a:cubicBezTo>
                    <a:cubicBezTo>
                      <a:pt x="774971" y="728894"/>
                      <a:pt x="787919" y="737166"/>
                      <a:pt x="794108" y="732412"/>
                    </a:cubicBezTo>
                    <a:cubicBezTo>
                      <a:pt x="800296" y="727658"/>
                      <a:pt x="822670" y="727087"/>
                      <a:pt x="828763" y="726802"/>
                    </a:cubicBezTo>
                    <a:cubicBezTo>
                      <a:pt x="834857" y="726517"/>
                      <a:pt x="834381" y="721478"/>
                      <a:pt x="840665" y="716438"/>
                    </a:cubicBezTo>
                    <a:cubicBezTo>
                      <a:pt x="846948" y="711399"/>
                      <a:pt x="845330" y="709022"/>
                      <a:pt x="852470" y="706930"/>
                    </a:cubicBezTo>
                    <a:cubicBezTo>
                      <a:pt x="858312" y="705446"/>
                      <a:pt x="862788" y="700754"/>
                      <a:pt x="863991" y="694855"/>
                    </a:cubicBezTo>
                    <a:cubicBezTo>
                      <a:pt x="863991" y="691242"/>
                      <a:pt x="877319" y="690101"/>
                      <a:pt x="877701" y="686203"/>
                    </a:cubicBezTo>
                    <a:cubicBezTo>
                      <a:pt x="878081" y="682305"/>
                      <a:pt x="887221" y="681259"/>
                      <a:pt x="887221" y="676695"/>
                    </a:cubicBezTo>
                    <a:cubicBezTo>
                      <a:pt x="887221" y="672131"/>
                      <a:pt x="893220" y="672797"/>
                      <a:pt x="895885" y="669279"/>
                    </a:cubicBezTo>
                    <a:cubicBezTo>
                      <a:pt x="898551" y="665761"/>
                      <a:pt x="893791" y="655397"/>
                      <a:pt x="898551" y="653876"/>
                    </a:cubicBezTo>
                    <a:cubicBezTo>
                      <a:pt x="903312" y="652354"/>
                      <a:pt x="896742" y="646745"/>
                      <a:pt x="895885" y="644368"/>
                    </a:cubicBezTo>
                    <a:cubicBezTo>
                      <a:pt x="895029" y="641991"/>
                      <a:pt x="904739" y="641135"/>
                      <a:pt x="909786" y="637902"/>
                    </a:cubicBezTo>
                    <a:cubicBezTo>
                      <a:pt x="914843" y="634892"/>
                      <a:pt x="918323" y="629817"/>
                      <a:pt x="919307" y="624020"/>
                    </a:cubicBezTo>
                    <a:cubicBezTo>
                      <a:pt x="920258" y="618411"/>
                      <a:pt x="928827" y="613372"/>
                      <a:pt x="932350" y="611850"/>
                    </a:cubicBezTo>
                    <a:cubicBezTo>
                      <a:pt x="935873" y="610329"/>
                      <a:pt x="937682" y="602342"/>
                      <a:pt x="936539" y="595591"/>
                    </a:cubicBezTo>
                    <a:cubicBezTo>
                      <a:pt x="935397" y="588841"/>
                      <a:pt x="943299" y="590552"/>
                      <a:pt x="939776" y="587890"/>
                    </a:cubicBezTo>
                    <a:cubicBezTo>
                      <a:pt x="936253" y="585228"/>
                      <a:pt x="941300" y="577811"/>
                      <a:pt x="948345" y="575815"/>
                    </a:cubicBezTo>
                    <a:cubicBezTo>
                      <a:pt x="955390" y="573818"/>
                      <a:pt x="943965" y="570490"/>
                      <a:pt x="940062" y="573438"/>
                    </a:cubicBezTo>
                    <a:cubicBezTo>
                      <a:pt x="936159" y="576385"/>
                      <a:pt x="932064" y="564786"/>
                      <a:pt x="928541" y="569254"/>
                    </a:cubicBezTo>
                    <a:cubicBezTo>
                      <a:pt x="925019" y="573723"/>
                      <a:pt x="914927" y="566592"/>
                      <a:pt x="921401" y="565166"/>
                    </a:cubicBezTo>
                    <a:cubicBezTo>
                      <a:pt x="928596" y="562092"/>
                      <a:pt x="935620" y="558632"/>
                      <a:pt x="942442" y="554802"/>
                    </a:cubicBezTo>
                    <a:cubicBezTo>
                      <a:pt x="946917" y="553281"/>
                      <a:pt x="935968" y="543488"/>
                      <a:pt x="930255" y="543773"/>
                    </a:cubicBezTo>
                    <a:cubicBezTo>
                      <a:pt x="924543" y="544058"/>
                      <a:pt x="918449" y="530747"/>
                      <a:pt x="912547" y="530747"/>
                    </a:cubicBezTo>
                    <a:cubicBezTo>
                      <a:pt x="906644" y="530747"/>
                      <a:pt x="916926" y="526658"/>
                      <a:pt x="923781" y="530176"/>
                    </a:cubicBezTo>
                    <a:cubicBezTo>
                      <a:pt x="930636" y="533694"/>
                      <a:pt x="938634" y="536737"/>
                      <a:pt x="941585" y="533789"/>
                    </a:cubicBezTo>
                    <a:cubicBezTo>
                      <a:pt x="944536" y="530842"/>
                      <a:pt x="929970" y="518957"/>
                      <a:pt x="924638" y="514773"/>
                    </a:cubicBezTo>
                    <a:cubicBezTo>
                      <a:pt x="919307" y="510590"/>
                      <a:pt x="924638" y="505265"/>
                      <a:pt x="921116" y="502603"/>
                    </a:cubicBezTo>
                    <a:cubicBezTo>
                      <a:pt x="915640" y="495225"/>
                      <a:pt x="911336" y="487047"/>
                      <a:pt x="908357" y="478357"/>
                    </a:cubicBezTo>
                    <a:cubicBezTo>
                      <a:pt x="905977" y="471512"/>
                      <a:pt x="893600" y="470371"/>
                      <a:pt x="890553" y="465902"/>
                    </a:cubicBezTo>
                    <a:cubicBezTo>
                      <a:pt x="887507" y="461433"/>
                      <a:pt x="890553" y="451070"/>
                      <a:pt x="900074" y="446886"/>
                    </a:cubicBezTo>
                    <a:cubicBezTo>
                      <a:pt x="909595" y="442702"/>
                      <a:pt x="905406" y="435286"/>
                      <a:pt x="909595" y="436237"/>
                    </a:cubicBezTo>
                    <a:cubicBezTo>
                      <a:pt x="913784" y="437188"/>
                      <a:pt x="917212" y="435286"/>
                      <a:pt x="920544" y="428536"/>
                    </a:cubicBezTo>
                    <a:cubicBezTo>
                      <a:pt x="923876" y="421785"/>
                      <a:pt x="929399" y="425873"/>
                      <a:pt x="932635" y="422355"/>
                    </a:cubicBezTo>
                    <a:cubicBezTo>
                      <a:pt x="935873" y="418837"/>
                      <a:pt x="950440" y="419028"/>
                      <a:pt x="955486" y="415509"/>
                    </a:cubicBezTo>
                    <a:cubicBezTo>
                      <a:pt x="960532" y="411992"/>
                      <a:pt x="950725" y="401057"/>
                      <a:pt x="943965" y="402769"/>
                    </a:cubicBezTo>
                    <a:cubicBezTo>
                      <a:pt x="936389" y="404576"/>
                      <a:pt x="928503" y="401364"/>
                      <a:pt x="924352" y="394782"/>
                    </a:cubicBezTo>
                    <a:cubicBezTo>
                      <a:pt x="919592" y="387651"/>
                      <a:pt x="907215" y="407808"/>
                      <a:pt x="897694" y="412277"/>
                    </a:cubicBezTo>
                    <a:cubicBezTo>
                      <a:pt x="888173" y="416746"/>
                      <a:pt x="881985" y="404290"/>
                      <a:pt x="885222" y="396303"/>
                    </a:cubicBezTo>
                    <a:cubicBezTo>
                      <a:pt x="888459" y="388317"/>
                      <a:pt x="877891" y="388602"/>
                      <a:pt x="864562" y="389172"/>
                    </a:cubicBezTo>
                    <a:cubicBezTo>
                      <a:pt x="851232" y="389743"/>
                      <a:pt x="856183" y="365497"/>
                      <a:pt x="864562" y="364356"/>
                    </a:cubicBezTo>
                    <a:cubicBezTo>
                      <a:pt x="872940" y="363215"/>
                      <a:pt x="884365" y="371678"/>
                      <a:pt x="889411" y="356940"/>
                    </a:cubicBezTo>
                    <a:cubicBezTo>
                      <a:pt x="894457" y="342203"/>
                      <a:pt x="901503" y="353707"/>
                      <a:pt x="912832" y="340681"/>
                    </a:cubicBezTo>
                    <a:cubicBezTo>
                      <a:pt x="924162" y="327655"/>
                      <a:pt x="937110" y="319669"/>
                      <a:pt x="946917" y="327370"/>
                    </a:cubicBezTo>
                    <a:cubicBezTo>
                      <a:pt x="956723" y="335072"/>
                      <a:pt x="936539" y="347147"/>
                      <a:pt x="933207" y="354563"/>
                    </a:cubicBezTo>
                    <a:cubicBezTo>
                      <a:pt x="929875" y="361979"/>
                      <a:pt x="936253" y="364071"/>
                      <a:pt x="930255" y="369966"/>
                    </a:cubicBezTo>
                    <a:cubicBezTo>
                      <a:pt x="924258" y="375861"/>
                      <a:pt x="932635" y="377002"/>
                      <a:pt x="944251" y="369966"/>
                    </a:cubicBezTo>
                    <a:cubicBezTo>
                      <a:pt x="955966" y="361989"/>
                      <a:pt x="968358" y="355053"/>
                      <a:pt x="981287" y="349239"/>
                    </a:cubicBezTo>
                    <a:cubicBezTo>
                      <a:pt x="984317" y="348075"/>
                      <a:pt x="987581" y="347651"/>
                      <a:pt x="990808" y="348003"/>
                    </a:cubicBezTo>
                    <a:cubicBezTo>
                      <a:pt x="991685" y="344507"/>
                      <a:pt x="993693" y="341399"/>
                      <a:pt x="996520" y="339160"/>
                    </a:cubicBezTo>
                    <a:cubicBezTo>
                      <a:pt x="1004232" y="335357"/>
                      <a:pt x="1030034" y="323757"/>
                      <a:pt x="1033937" y="318528"/>
                    </a:cubicBezTo>
                    <a:cubicBezTo>
                      <a:pt x="1037841" y="313298"/>
                      <a:pt x="1041649" y="304361"/>
                      <a:pt x="1046790" y="304361"/>
                    </a:cubicBezTo>
                    <a:cubicBezTo>
                      <a:pt x="1051931" y="304361"/>
                      <a:pt x="1051931" y="309590"/>
                      <a:pt x="1059739" y="309590"/>
                    </a:cubicBezTo>
                    <a:cubicBezTo>
                      <a:pt x="1067546" y="309590"/>
                      <a:pt x="1076495" y="312157"/>
                      <a:pt x="1072592" y="305692"/>
                    </a:cubicBezTo>
                    <a:cubicBezTo>
                      <a:pt x="1068688" y="299226"/>
                      <a:pt x="1071354" y="299226"/>
                      <a:pt x="1080399" y="297990"/>
                    </a:cubicBezTo>
                    <a:cubicBezTo>
                      <a:pt x="1089444" y="296754"/>
                      <a:pt x="1088110" y="287627"/>
                      <a:pt x="1094585" y="287627"/>
                    </a:cubicBezTo>
                    <a:cubicBezTo>
                      <a:pt x="1101059" y="287627"/>
                      <a:pt x="1099726" y="272129"/>
                      <a:pt x="1106200" y="272129"/>
                    </a:cubicBezTo>
                    <a:cubicBezTo>
                      <a:pt x="1112674" y="272129"/>
                      <a:pt x="1115245" y="281637"/>
                      <a:pt x="1122957" y="278594"/>
                    </a:cubicBezTo>
                    <a:cubicBezTo>
                      <a:pt x="1124841" y="278207"/>
                      <a:pt x="1126802" y="278511"/>
                      <a:pt x="1128479" y="279450"/>
                    </a:cubicBezTo>
                    <a:lnTo>
                      <a:pt x="1133430" y="275742"/>
                    </a:lnTo>
                    <a:cubicBezTo>
                      <a:pt x="1133453" y="269375"/>
                      <a:pt x="1132976" y="263017"/>
                      <a:pt x="1132001" y="256726"/>
                    </a:cubicBezTo>
                    <a:cubicBezTo>
                      <a:pt x="1129050" y="249595"/>
                      <a:pt x="1132001" y="244270"/>
                      <a:pt x="1130764" y="240182"/>
                    </a:cubicBezTo>
                    <a:cubicBezTo>
                      <a:pt x="1129526" y="236093"/>
                      <a:pt x="1128955" y="225920"/>
                      <a:pt x="1133716" y="225920"/>
                    </a:cubicBezTo>
                    <a:cubicBezTo>
                      <a:pt x="1138476" y="225920"/>
                      <a:pt x="1144379" y="214130"/>
                      <a:pt x="1150282" y="218218"/>
                    </a:cubicBezTo>
                    <a:cubicBezTo>
                      <a:pt x="1156185" y="222307"/>
                      <a:pt x="1168086" y="223543"/>
                      <a:pt x="1168086" y="218218"/>
                    </a:cubicBezTo>
                    <a:cubicBezTo>
                      <a:pt x="1168086" y="212894"/>
                      <a:pt x="1176369" y="212323"/>
                      <a:pt x="1177606" y="205192"/>
                    </a:cubicBezTo>
                    <a:cubicBezTo>
                      <a:pt x="1178844" y="198061"/>
                      <a:pt x="1187698" y="196350"/>
                      <a:pt x="1189412" y="189884"/>
                    </a:cubicBezTo>
                    <a:cubicBezTo>
                      <a:pt x="1191126" y="183419"/>
                      <a:pt x="1194173" y="167921"/>
                      <a:pt x="1200075" y="164403"/>
                    </a:cubicBezTo>
                    <a:cubicBezTo>
                      <a:pt x="1205978" y="160885"/>
                      <a:pt x="1199028" y="158888"/>
                      <a:pt x="1199599" y="148239"/>
                    </a:cubicBezTo>
                    <a:close/>
                    <a:moveTo>
                      <a:pt x="909215" y="708642"/>
                    </a:moveTo>
                    <a:cubicBezTo>
                      <a:pt x="902740" y="732317"/>
                      <a:pt x="917878" y="744297"/>
                      <a:pt x="919878" y="742966"/>
                    </a:cubicBezTo>
                    <a:cubicBezTo>
                      <a:pt x="925876" y="738782"/>
                      <a:pt x="950154" y="687914"/>
                      <a:pt x="944822" y="680783"/>
                    </a:cubicBezTo>
                    <a:cubicBezTo>
                      <a:pt x="939491" y="673652"/>
                      <a:pt x="915784" y="684777"/>
                      <a:pt x="909215" y="708642"/>
                    </a:cubicBezTo>
                    <a:close/>
                    <a:moveTo>
                      <a:pt x="697662" y="789365"/>
                    </a:moveTo>
                    <a:cubicBezTo>
                      <a:pt x="690045" y="789365"/>
                      <a:pt x="670432" y="800680"/>
                      <a:pt x="678620" y="816558"/>
                    </a:cubicBezTo>
                    <a:cubicBezTo>
                      <a:pt x="686808" y="832436"/>
                      <a:pt x="711848" y="821882"/>
                      <a:pt x="712419" y="814846"/>
                    </a:cubicBezTo>
                    <a:cubicBezTo>
                      <a:pt x="712991" y="807811"/>
                      <a:pt x="724606" y="796591"/>
                      <a:pt x="723083" y="791171"/>
                    </a:cubicBezTo>
                    <a:cubicBezTo>
                      <a:pt x="721559" y="785752"/>
                      <a:pt x="705469" y="789365"/>
                      <a:pt x="697662" y="78936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lin ang="8100000" scaled="1"/>
                <a:tileRect/>
              </a:gradFill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39" name="Freeform 2832">
                <a:extLst>
                  <a:ext uri="{FF2B5EF4-FFF2-40B4-BE49-F238E27FC236}">
                    <a16:creationId xmlns:a16="http://schemas.microsoft.com/office/drawing/2014/main" id="{D4F8E791-AF86-29CC-BDE8-288538FC6BCA}"/>
                  </a:ext>
                </a:extLst>
              </p:cNvPr>
              <p:cNvSpPr/>
              <p:nvPr/>
            </p:nvSpPr>
            <p:spPr>
              <a:xfrm>
                <a:off x="17459294" y="6706948"/>
                <a:ext cx="426542" cy="627743"/>
              </a:xfrm>
              <a:custGeom>
                <a:avLst/>
                <a:gdLst>
                  <a:gd name="connsiteX0" fmla="*/ 102363 w 180895"/>
                  <a:gd name="connsiteY0" fmla="*/ 102673 h 266224"/>
                  <a:gd name="connsiteX1" fmla="*/ 126641 w 180895"/>
                  <a:gd name="connsiteY1" fmla="*/ 120453 h 266224"/>
                  <a:gd name="connsiteX2" fmla="*/ 132639 w 180895"/>
                  <a:gd name="connsiteY2" fmla="*/ 138233 h 266224"/>
                  <a:gd name="connsiteX3" fmla="*/ 140922 w 180895"/>
                  <a:gd name="connsiteY3" fmla="*/ 147076 h 266224"/>
                  <a:gd name="connsiteX4" fmla="*/ 150919 w 180895"/>
                  <a:gd name="connsiteY4" fmla="*/ 171987 h 266224"/>
                  <a:gd name="connsiteX5" fmla="*/ 157488 w 180895"/>
                  <a:gd name="connsiteY5" fmla="*/ 166662 h 266224"/>
                  <a:gd name="connsiteX6" fmla="*/ 166343 w 180895"/>
                  <a:gd name="connsiteY6" fmla="*/ 154777 h 266224"/>
                  <a:gd name="connsiteX7" fmla="*/ 161011 w 180895"/>
                  <a:gd name="connsiteY7" fmla="*/ 130532 h 266224"/>
                  <a:gd name="connsiteX8" fmla="*/ 138542 w 180895"/>
                  <a:gd name="connsiteY8" fmla="*/ 114558 h 266224"/>
                  <a:gd name="connsiteX9" fmla="*/ 124927 w 180895"/>
                  <a:gd name="connsiteY9" fmla="*/ 96778 h 266224"/>
                  <a:gd name="connsiteX10" fmla="*/ 97031 w 180895"/>
                  <a:gd name="connsiteY10" fmla="*/ 92024 h 266224"/>
                  <a:gd name="connsiteX11" fmla="*/ 86939 w 180895"/>
                  <a:gd name="connsiteY11" fmla="*/ 73674 h 266224"/>
                  <a:gd name="connsiteX12" fmla="*/ 100554 w 180895"/>
                  <a:gd name="connsiteY12" fmla="*/ 45150 h 266224"/>
                  <a:gd name="connsiteX13" fmla="*/ 99411 w 180895"/>
                  <a:gd name="connsiteY13" fmla="*/ 12537 h 266224"/>
                  <a:gd name="connsiteX14" fmla="*/ 95889 w 180895"/>
                  <a:gd name="connsiteY14" fmla="*/ 5501 h 266224"/>
                  <a:gd name="connsiteX15" fmla="*/ 66850 w 180895"/>
                  <a:gd name="connsiteY15" fmla="*/ 3124 h 266224"/>
                  <a:gd name="connsiteX16" fmla="*/ 62661 w 180895"/>
                  <a:gd name="connsiteY16" fmla="*/ 49809 h 266224"/>
                  <a:gd name="connsiteX17" fmla="*/ 53140 w 180895"/>
                  <a:gd name="connsiteY17" fmla="*/ 47527 h 266224"/>
                  <a:gd name="connsiteX18" fmla="*/ 58472 w 180895"/>
                  <a:gd name="connsiteY18" fmla="*/ 74720 h 266224"/>
                  <a:gd name="connsiteX19" fmla="*/ 63899 w 180895"/>
                  <a:gd name="connsiteY19" fmla="*/ 90123 h 266224"/>
                  <a:gd name="connsiteX20" fmla="*/ 83988 w 180895"/>
                  <a:gd name="connsiteY20" fmla="*/ 96588 h 266224"/>
                  <a:gd name="connsiteX21" fmla="*/ 102363 w 180895"/>
                  <a:gd name="connsiteY21" fmla="*/ 102673 h 266224"/>
                  <a:gd name="connsiteX22" fmla="*/ 64280 w 180895"/>
                  <a:gd name="connsiteY22" fmla="*/ 107998 h 266224"/>
                  <a:gd name="connsiteX23" fmla="*/ 83321 w 180895"/>
                  <a:gd name="connsiteY23" fmla="*/ 129296 h 266224"/>
                  <a:gd name="connsiteX24" fmla="*/ 64470 w 180895"/>
                  <a:gd name="connsiteY24" fmla="*/ 107998 h 266224"/>
                  <a:gd name="connsiteX25" fmla="*/ 97412 w 180895"/>
                  <a:gd name="connsiteY25" fmla="*/ 165046 h 266224"/>
                  <a:gd name="connsiteX26" fmla="*/ 108075 w 180895"/>
                  <a:gd name="connsiteY26" fmla="*/ 159151 h 266224"/>
                  <a:gd name="connsiteX27" fmla="*/ 109884 w 180895"/>
                  <a:gd name="connsiteY27" fmla="*/ 175124 h 266224"/>
                  <a:gd name="connsiteX28" fmla="*/ 112835 w 180895"/>
                  <a:gd name="connsiteY28" fmla="*/ 196993 h 266224"/>
                  <a:gd name="connsiteX29" fmla="*/ 134163 w 180895"/>
                  <a:gd name="connsiteY29" fmla="*/ 165046 h 266224"/>
                  <a:gd name="connsiteX30" fmla="*/ 126451 w 180895"/>
                  <a:gd name="connsiteY30" fmla="*/ 161528 h 266224"/>
                  <a:gd name="connsiteX31" fmla="*/ 96269 w 180895"/>
                  <a:gd name="connsiteY31" fmla="*/ 137853 h 266224"/>
                  <a:gd name="connsiteX32" fmla="*/ 97602 w 180895"/>
                  <a:gd name="connsiteY32" fmla="*/ 165426 h 266224"/>
                  <a:gd name="connsiteX33" fmla="*/ 27529 w 180895"/>
                  <a:gd name="connsiteY33" fmla="*/ 176265 h 266224"/>
                  <a:gd name="connsiteX34" fmla="*/ 2014 w 180895"/>
                  <a:gd name="connsiteY34" fmla="*/ 209448 h 266224"/>
                  <a:gd name="connsiteX35" fmla="*/ 38193 w 180895"/>
                  <a:gd name="connsiteY35" fmla="*/ 175695 h 266224"/>
                  <a:gd name="connsiteX36" fmla="*/ 44887 w 180895"/>
                  <a:gd name="connsiteY36" fmla="*/ 156665 h 266224"/>
                  <a:gd name="connsiteX37" fmla="*/ 43524 w 180895"/>
                  <a:gd name="connsiteY37" fmla="*/ 154397 h 266224"/>
                  <a:gd name="connsiteX38" fmla="*/ 27720 w 180895"/>
                  <a:gd name="connsiteY38" fmla="*/ 176646 h 266224"/>
                  <a:gd name="connsiteX39" fmla="*/ 133020 w 180895"/>
                  <a:gd name="connsiteY39" fmla="*/ 188150 h 266224"/>
                  <a:gd name="connsiteX40" fmla="*/ 147777 w 180895"/>
                  <a:gd name="connsiteY40" fmla="*/ 178642 h 266224"/>
                  <a:gd name="connsiteX41" fmla="*/ 133210 w 180895"/>
                  <a:gd name="connsiteY41" fmla="*/ 188531 h 266224"/>
                  <a:gd name="connsiteX42" fmla="*/ 186336 w 180895"/>
                  <a:gd name="connsiteY42" fmla="*/ 234264 h 266224"/>
                  <a:gd name="connsiteX43" fmla="*/ 181576 w 180895"/>
                  <a:gd name="connsiteY43" fmla="*/ 189957 h 266224"/>
                  <a:gd name="connsiteX44" fmla="*/ 167390 w 180895"/>
                  <a:gd name="connsiteY44" fmla="*/ 188721 h 266224"/>
                  <a:gd name="connsiteX45" fmla="*/ 156060 w 180895"/>
                  <a:gd name="connsiteY45" fmla="*/ 199370 h 266224"/>
                  <a:gd name="connsiteX46" fmla="*/ 144255 w 180895"/>
                  <a:gd name="connsiteY46" fmla="*/ 208212 h 266224"/>
                  <a:gd name="connsiteX47" fmla="*/ 126451 w 180895"/>
                  <a:gd name="connsiteY47" fmla="*/ 204124 h 266224"/>
                  <a:gd name="connsiteX48" fmla="*/ 103315 w 180895"/>
                  <a:gd name="connsiteY48" fmla="*/ 217720 h 266224"/>
                  <a:gd name="connsiteX49" fmla="*/ 95698 w 180895"/>
                  <a:gd name="connsiteY49" fmla="*/ 238448 h 266224"/>
                  <a:gd name="connsiteX50" fmla="*/ 113407 w 180895"/>
                  <a:gd name="connsiteY50" fmla="*/ 228940 h 266224"/>
                  <a:gd name="connsiteX51" fmla="*/ 128260 w 180895"/>
                  <a:gd name="connsiteY51" fmla="*/ 223615 h 266224"/>
                  <a:gd name="connsiteX52" fmla="*/ 144826 w 180895"/>
                  <a:gd name="connsiteY52" fmla="*/ 257939 h 266224"/>
                  <a:gd name="connsiteX53" fmla="*/ 165581 w 180895"/>
                  <a:gd name="connsiteY53" fmla="*/ 268588 h 266224"/>
                  <a:gd name="connsiteX54" fmla="*/ 165010 w 180895"/>
                  <a:gd name="connsiteY54" fmla="*/ 243202 h 266224"/>
                  <a:gd name="connsiteX55" fmla="*/ 186908 w 180895"/>
                  <a:gd name="connsiteY55" fmla="*/ 234644 h 266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0895" h="266224">
                    <a:moveTo>
                      <a:pt x="102363" y="102673"/>
                    </a:moveTo>
                    <a:cubicBezTo>
                      <a:pt x="113597" y="100962"/>
                      <a:pt x="129021" y="115129"/>
                      <a:pt x="126641" y="120453"/>
                    </a:cubicBezTo>
                    <a:cubicBezTo>
                      <a:pt x="124261" y="125778"/>
                      <a:pt x="127212" y="142987"/>
                      <a:pt x="132639" y="138233"/>
                    </a:cubicBezTo>
                    <a:cubicBezTo>
                      <a:pt x="138066" y="133479"/>
                      <a:pt x="146254" y="139374"/>
                      <a:pt x="140922" y="147076"/>
                    </a:cubicBezTo>
                    <a:cubicBezTo>
                      <a:pt x="135590" y="154777"/>
                      <a:pt x="149205" y="162479"/>
                      <a:pt x="150919" y="171987"/>
                    </a:cubicBezTo>
                    <a:cubicBezTo>
                      <a:pt x="152633" y="181495"/>
                      <a:pt x="158631" y="173698"/>
                      <a:pt x="157488" y="166662"/>
                    </a:cubicBezTo>
                    <a:cubicBezTo>
                      <a:pt x="156346" y="159626"/>
                      <a:pt x="158631" y="160102"/>
                      <a:pt x="166343" y="154777"/>
                    </a:cubicBezTo>
                    <a:cubicBezTo>
                      <a:pt x="174055" y="149453"/>
                      <a:pt x="165772" y="140610"/>
                      <a:pt x="161011" y="130532"/>
                    </a:cubicBezTo>
                    <a:cubicBezTo>
                      <a:pt x="156251" y="120453"/>
                      <a:pt x="138542" y="123971"/>
                      <a:pt x="138542" y="114558"/>
                    </a:cubicBezTo>
                    <a:cubicBezTo>
                      <a:pt x="138542" y="105145"/>
                      <a:pt x="125498" y="102103"/>
                      <a:pt x="124927" y="96778"/>
                    </a:cubicBezTo>
                    <a:cubicBezTo>
                      <a:pt x="124356" y="91454"/>
                      <a:pt x="107123" y="86129"/>
                      <a:pt x="97031" y="92024"/>
                    </a:cubicBezTo>
                    <a:cubicBezTo>
                      <a:pt x="86939" y="97919"/>
                      <a:pt x="94080" y="81375"/>
                      <a:pt x="86939" y="73674"/>
                    </a:cubicBezTo>
                    <a:cubicBezTo>
                      <a:pt x="79798" y="65972"/>
                      <a:pt x="92271" y="54658"/>
                      <a:pt x="100554" y="45150"/>
                    </a:cubicBezTo>
                    <a:cubicBezTo>
                      <a:pt x="108837" y="35642"/>
                      <a:pt x="98269" y="19668"/>
                      <a:pt x="99411" y="12537"/>
                    </a:cubicBezTo>
                    <a:cubicBezTo>
                      <a:pt x="100554" y="5406"/>
                      <a:pt x="99983" y="3029"/>
                      <a:pt x="95889" y="5501"/>
                    </a:cubicBezTo>
                    <a:cubicBezTo>
                      <a:pt x="91795" y="7973"/>
                      <a:pt x="74467" y="-1630"/>
                      <a:pt x="66850" y="3124"/>
                    </a:cubicBezTo>
                    <a:cubicBezTo>
                      <a:pt x="59234" y="7878"/>
                      <a:pt x="66184" y="46861"/>
                      <a:pt x="62661" y="49809"/>
                    </a:cubicBezTo>
                    <a:cubicBezTo>
                      <a:pt x="59138" y="52756"/>
                      <a:pt x="54473" y="43533"/>
                      <a:pt x="53140" y="47527"/>
                    </a:cubicBezTo>
                    <a:cubicBezTo>
                      <a:pt x="51807" y="51520"/>
                      <a:pt x="53807" y="74720"/>
                      <a:pt x="58472" y="74720"/>
                    </a:cubicBezTo>
                    <a:cubicBezTo>
                      <a:pt x="63137" y="74720"/>
                      <a:pt x="66850" y="80614"/>
                      <a:pt x="63899" y="90123"/>
                    </a:cubicBezTo>
                    <a:cubicBezTo>
                      <a:pt x="60947" y="99631"/>
                      <a:pt x="72753" y="100772"/>
                      <a:pt x="83988" y="96588"/>
                    </a:cubicBezTo>
                    <a:cubicBezTo>
                      <a:pt x="95222" y="92404"/>
                      <a:pt x="91128" y="104480"/>
                      <a:pt x="102363" y="102673"/>
                    </a:cubicBezTo>
                    <a:close/>
                    <a:moveTo>
                      <a:pt x="64280" y="107998"/>
                    </a:moveTo>
                    <a:cubicBezTo>
                      <a:pt x="65993" y="116365"/>
                      <a:pt x="70182" y="133479"/>
                      <a:pt x="83321" y="129296"/>
                    </a:cubicBezTo>
                    <a:cubicBezTo>
                      <a:pt x="96460" y="125112"/>
                      <a:pt x="63137" y="102103"/>
                      <a:pt x="64470" y="107998"/>
                    </a:cubicBezTo>
                    <a:close/>
                    <a:moveTo>
                      <a:pt x="97412" y="165046"/>
                    </a:moveTo>
                    <a:cubicBezTo>
                      <a:pt x="100363" y="164475"/>
                      <a:pt x="107504" y="165046"/>
                      <a:pt x="108075" y="159151"/>
                    </a:cubicBezTo>
                    <a:cubicBezTo>
                      <a:pt x="108647" y="153256"/>
                      <a:pt x="115216" y="169800"/>
                      <a:pt x="109884" y="175124"/>
                    </a:cubicBezTo>
                    <a:cubicBezTo>
                      <a:pt x="104552" y="180449"/>
                      <a:pt x="104552" y="195186"/>
                      <a:pt x="112835" y="196993"/>
                    </a:cubicBezTo>
                    <a:cubicBezTo>
                      <a:pt x="121119" y="198799"/>
                      <a:pt x="136543" y="170370"/>
                      <a:pt x="134163" y="165046"/>
                    </a:cubicBezTo>
                    <a:cubicBezTo>
                      <a:pt x="131782" y="159721"/>
                      <a:pt x="124642" y="168564"/>
                      <a:pt x="126451" y="161528"/>
                    </a:cubicBezTo>
                    <a:cubicBezTo>
                      <a:pt x="128260" y="154492"/>
                      <a:pt x="105124" y="136046"/>
                      <a:pt x="96269" y="137853"/>
                    </a:cubicBezTo>
                    <a:cubicBezTo>
                      <a:pt x="87415" y="139659"/>
                      <a:pt x="90652" y="166852"/>
                      <a:pt x="97602" y="165426"/>
                    </a:cubicBezTo>
                    <a:close/>
                    <a:moveTo>
                      <a:pt x="27529" y="176265"/>
                    </a:moveTo>
                    <a:cubicBezTo>
                      <a:pt x="19246" y="186914"/>
                      <a:pt x="-557" y="204789"/>
                      <a:pt x="2014" y="209448"/>
                    </a:cubicBezTo>
                    <a:cubicBezTo>
                      <a:pt x="5632" y="215914"/>
                      <a:pt x="27529" y="183396"/>
                      <a:pt x="38193" y="175695"/>
                    </a:cubicBezTo>
                    <a:cubicBezTo>
                      <a:pt x="45303" y="172286"/>
                      <a:pt x="48300" y="163766"/>
                      <a:pt x="44887" y="156665"/>
                    </a:cubicBezTo>
                    <a:cubicBezTo>
                      <a:pt x="44505" y="155869"/>
                      <a:pt x="44048" y="155109"/>
                      <a:pt x="43524" y="154397"/>
                    </a:cubicBezTo>
                    <a:cubicBezTo>
                      <a:pt x="40192" y="147646"/>
                      <a:pt x="36003" y="165997"/>
                      <a:pt x="27720" y="176646"/>
                    </a:cubicBezTo>
                    <a:close/>
                    <a:moveTo>
                      <a:pt x="133020" y="188150"/>
                    </a:moveTo>
                    <a:cubicBezTo>
                      <a:pt x="135400" y="194045"/>
                      <a:pt x="152062" y="184537"/>
                      <a:pt x="147777" y="178642"/>
                    </a:cubicBezTo>
                    <a:cubicBezTo>
                      <a:pt x="143493" y="172747"/>
                      <a:pt x="131401" y="184062"/>
                      <a:pt x="133210" y="188531"/>
                    </a:cubicBezTo>
                    <a:close/>
                    <a:moveTo>
                      <a:pt x="186336" y="234264"/>
                    </a:moveTo>
                    <a:cubicBezTo>
                      <a:pt x="193477" y="225992"/>
                      <a:pt x="181576" y="204124"/>
                      <a:pt x="181576" y="189957"/>
                    </a:cubicBezTo>
                    <a:cubicBezTo>
                      <a:pt x="181576" y="175790"/>
                      <a:pt x="162058" y="179878"/>
                      <a:pt x="167390" y="188721"/>
                    </a:cubicBezTo>
                    <a:cubicBezTo>
                      <a:pt x="172722" y="197563"/>
                      <a:pt x="157298" y="190527"/>
                      <a:pt x="156060" y="199370"/>
                    </a:cubicBezTo>
                    <a:cubicBezTo>
                      <a:pt x="154823" y="208212"/>
                      <a:pt x="143683" y="201176"/>
                      <a:pt x="144255" y="208212"/>
                    </a:cubicBezTo>
                    <a:cubicBezTo>
                      <a:pt x="144826" y="215248"/>
                      <a:pt x="132449" y="208212"/>
                      <a:pt x="126451" y="204124"/>
                    </a:cubicBezTo>
                    <a:cubicBezTo>
                      <a:pt x="120453" y="200035"/>
                      <a:pt x="112264" y="215343"/>
                      <a:pt x="103315" y="217720"/>
                    </a:cubicBezTo>
                    <a:cubicBezTo>
                      <a:pt x="94366" y="220097"/>
                      <a:pt x="89795" y="238923"/>
                      <a:pt x="95698" y="238448"/>
                    </a:cubicBezTo>
                    <a:cubicBezTo>
                      <a:pt x="101601" y="237972"/>
                      <a:pt x="106267" y="228369"/>
                      <a:pt x="113407" y="228940"/>
                    </a:cubicBezTo>
                    <a:cubicBezTo>
                      <a:pt x="120548" y="229510"/>
                      <a:pt x="118168" y="221904"/>
                      <a:pt x="128260" y="223615"/>
                    </a:cubicBezTo>
                    <a:cubicBezTo>
                      <a:pt x="138352" y="225327"/>
                      <a:pt x="131211" y="255562"/>
                      <a:pt x="144826" y="257939"/>
                    </a:cubicBezTo>
                    <a:cubicBezTo>
                      <a:pt x="158441" y="260316"/>
                      <a:pt x="159107" y="268588"/>
                      <a:pt x="165581" y="268588"/>
                    </a:cubicBezTo>
                    <a:cubicBezTo>
                      <a:pt x="172055" y="268588"/>
                      <a:pt x="164439" y="249572"/>
                      <a:pt x="165010" y="243202"/>
                    </a:cubicBezTo>
                    <a:cubicBezTo>
                      <a:pt x="165581" y="236831"/>
                      <a:pt x="179386" y="242916"/>
                      <a:pt x="186908" y="2346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40" name="Freeform 2834">
                <a:extLst>
                  <a:ext uri="{FF2B5EF4-FFF2-40B4-BE49-F238E27FC236}">
                    <a16:creationId xmlns:a16="http://schemas.microsoft.com/office/drawing/2014/main" id="{8625232B-FCF9-CECC-E071-7CA56B7C85EE}"/>
                  </a:ext>
                </a:extLst>
              </p:cNvPr>
              <p:cNvSpPr/>
              <p:nvPr/>
            </p:nvSpPr>
            <p:spPr>
              <a:xfrm>
                <a:off x="15730764" y="7134722"/>
                <a:ext cx="89798" cy="179355"/>
              </a:xfrm>
              <a:custGeom>
                <a:avLst/>
                <a:gdLst>
                  <a:gd name="connsiteX0" fmla="*/ 11211 w 38083"/>
                  <a:gd name="connsiteY0" fmla="*/ 1788 h 76064"/>
                  <a:gd name="connsiteX1" fmla="*/ 4070 w 38083"/>
                  <a:gd name="connsiteY1" fmla="*/ 20804 h 76064"/>
                  <a:gd name="connsiteX2" fmla="*/ 2833 w 38083"/>
                  <a:gd name="connsiteY2" fmla="*/ 47427 h 76064"/>
                  <a:gd name="connsiteX3" fmla="*/ 12925 w 38083"/>
                  <a:gd name="connsiteY3" fmla="*/ 76997 h 76064"/>
                  <a:gd name="connsiteX4" fmla="*/ 43772 w 38083"/>
                  <a:gd name="connsiteY4" fmla="*/ 48473 h 76064"/>
                  <a:gd name="connsiteX5" fmla="*/ 11211 w 38083"/>
                  <a:gd name="connsiteY5" fmla="*/ 1788 h 76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083" h="76064">
                    <a:moveTo>
                      <a:pt x="11211" y="1788"/>
                    </a:moveTo>
                    <a:cubicBezTo>
                      <a:pt x="5879" y="2359"/>
                      <a:pt x="7022" y="13008"/>
                      <a:pt x="4070" y="20804"/>
                    </a:cubicBezTo>
                    <a:cubicBezTo>
                      <a:pt x="1522" y="29450"/>
                      <a:pt x="1098" y="38582"/>
                      <a:pt x="2833" y="47427"/>
                    </a:cubicBezTo>
                    <a:cubicBezTo>
                      <a:pt x="4070" y="58646"/>
                      <a:pt x="2833" y="70531"/>
                      <a:pt x="12925" y="76997"/>
                    </a:cubicBezTo>
                    <a:cubicBezTo>
                      <a:pt x="24540" y="84508"/>
                      <a:pt x="43201" y="65207"/>
                      <a:pt x="43772" y="48473"/>
                    </a:cubicBezTo>
                    <a:cubicBezTo>
                      <a:pt x="44344" y="31738"/>
                      <a:pt x="15496" y="1313"/>
                      <a:pt x="11211" y="17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41" name="Freeform 2836">
                <a:extLst>
                  <a:ext uri="{FF2B5EF4-FFF2-40B4-BE49-F238E27FC236}">
                    <a16:creationId xmlns:a16="http://schemas.microsoft.com/office/drawing/2014/main" id="{80597C27-54BE-32C7-3AE6-596CFB52CA65}"/>
                  </a:ext>
                </a:extLst>
              </p:cNvPr>
              <p:cNvSpPr/>
              <p:nvPr/>
            </p:nvSpPr>
            <p:spPr>
              <a:xfrm>
                <a:off x="13958369" y="6673119"/>
                <a:ext cx="561240" cy="336290"/>
              </a:xfrm>
              <a:custGeom>
                <a:avLst/>
                <a:gdLst>
                  <a:gd name="connsiteX0" fmla="*/ 171066 w 238020"/>
                  <a:gd name="connsiteY0" fmla="*/ 7393 h 142620"/>
                  <a:gd name="connsiteX1" fmla="*/ 131554 w 238020"/>
                  <a:gd name="connsiteY1" fmla="*/ 9674 h 142620"/>
                  <a:gd name="connsiteX2" fmla="*/ 100611 w 238020"/>
                  <a:gd name="connsiteY2" fmla="*/ 36582 h 142620"/>
                  <a:gd name="connsiteX3" fmla="*/ 86901 w 238020"/>
                  <a:gd name="connsiteY3" fmla="*/ 41717 h 142620"/>
                  <a:gd name="connsiteX4" fmla="*/ 58815 w 238020"/>
                  <a:gd name="connsiteY4" fmla="*/ 37058 h 142620"/>
                  <a:gd name="connsiteX5" fmla="*/ 34156 w 238020"/>
                  <a:gd name="connsiteY5" fmla="*/ 34871 h 142620"/>
                  <a:gd name="connsiteX6" fmla="*/ 19304 w 238020"/>
                  <a:gd name="connsiteY6" fmla="*/ 32494 h 142620"/>
                  <a:gd name="connsiteX7" fmla="*/ 10735 w 238020"/>
                  <a:gd name="connsiteY7" fmla="*/ 39910 h 142620"/>
                  <a:gd name="connsiteX8" fmla="*/ 11306 w 238020"/>
                  <a:gd name="connsiteY8" fmla="*/ 50844 h 142620"/>
                  <a:gd name="connsiteX9" fmla="*/ 1785 w 238020"/>
                  <a:gd name="connsiteY9" fmla="*/ 55883 h 142620"/>
                  <a:gd name="connsiteX10" fmla="*/ 3499 w 238020"/>
                  <a:gd name="connsiteY10" fmla="*/ 68244 h 142620"/>
                  <a:gd name="connsiteX11" fmla="*/ 9402 w 238020"/>
                  <a:gd name="connsiteY11" fmla="*/ 100191 h 142620"/>
                  <a:gd name="connsiteX12" fmla="*/ 16162 w 238020"/>
                  <a:gd name="connsiteY12" fmla="*/ 129476 h 142620"/>
                  <a:gd name="connsiteX13" fmla="*/ 52627 w 238020"/>
                  <a:gd name="connsiteY13" fmla="*/ 125292 h 142620"/>
                  <a:gd name="connsiteX14" fmla="*/ 78428 w 238020"/>
                  <a:gd name="connsiteY14" fmla="*/ 117305 h 142620"/>
                  <a:gd name="connsiteX15" fmla="*/ 100326 w 238020"/>
                  <a:gd name="connsiteY15" fmla="*/ 106656 h 142620"/>
                  <a:gd name="connsiteX16" fmla="*/ 120224 w 238020"/>
                  <a:gd name="connsiteY16" fmla="*/ 103424 h 142620"/>
                  <a:gd name="connsiteX17" fmla="*/ 135934 w 238020"/>
                  <a:gd name="connsiteY17" fmla="*/ 92775 h 142620"/>
                  <a:gd name="connsiteX18" fmla="*/ 178301 w 238020"/>
                  <a:gd name="connsiteY18" fmla="*/ 78893 h 142620"/>
                  <a:gd name="connsiteX19" fmla="*/ 197343 w 238020"/>
                  <a:gd name="connsiteY19" fmla="*/ 58736 h 142620"/>
                  <a:gd name="connsiteX20" fmla="*/ 214480 w 238020"/>
                  <a:gd name="connsiteY20" fmla="*/ 52365 h 142620"/>
                  <a:gd name="connsiteX21" fmla="*/ 189917 w 238020"/>
                  <a:gd name="connsiteY21" fmla="*/ 1783 h 142620"/>
                  <a:gd name="connsiteX22" fmla="*/ 171066 w 238020"/>
                  <a:gd name="connsiteY22" fmla="*/ 7393 h 142620"/>
                  <a:gd name="connsiteX23" fmla="*/ 219907 w 238020"/>
                  <a:gd name="connsiteY23" fmla="*/ 139934 h 142620"/>
                  <a:gd name="connsiteX24" fmla="*/ 240282 w 238020"/>
                  <a:gd name="connsiteY24" fmla="*/ 136036 h 142620"/>
                  <a:gd name="connsiteX25" fmla="*/ 219907 w 238020"/>
                  <a:gd name="connsiteY25" fmla="*/ 139934 h 142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38020" h="142620">
                    <a:moveTo>
                      <a:pt x="171066" y="7393"/>
                    </a:moveTo>
                    <a:cubicBezTo>
                      <a:pt x="160783" y="9674"/>
                      <a:pt x="134982" y="7963"/>
                      <a:pt x="131554" y="9674"/>
                    </a:cubicBezTo>
                    <a:cubicBezTo>
                      <a:pt x="128127" y="11386"/>
                      <a:pt x="104039" y="28690"/>
                      <a:pt x="100611" y="36582"/>
                    </a:cubicBezTo>
                    <a:cubicBezTo>
                      <a:pt x="97184" y="44474"/>
                      <a:pt x="92043" y="46090"/>
                      <a:pt x="86901" y="41717"/>
                    </a:cubicBezTo>
                    <a:cubicBezTo>
                      <a:pt x="81760" y="37343"/>
                      <a:pt x="60529" y="38864"/>
                      <a:pt x="58815" y="37058"/>
                    </a:cubicBezTo>
                    <a:cubicBezTo>
                      <a:pt x="50848" y="34570"/>
                      <a:pt x="42438" y="33824"/>
                      <a:pt x="34156" y="34871"/>
                    </a:cubicBezTo>
                    <a:cubicBezTo>
                      <a:pt x="26730" y="36012"/>
                      <a:pt x="22731" y="31353"/>
                      <a:pt x="19304" y="32494"/>
                    </a:cubicBezTo>
                    <a:cubicBezTo>
                      <a:pt x="15866" y="34204"/>
                      <a:pt x="12919" y="36756"/>
                      <a:pt x="10735" y="39910"/>
                    </a:cubicBezTo>
                    <a:cubicBezTo>
                      <a:pt x="9021" y="42287"/>
                      <a:pt x="12449" y="48562"/>
                      <a:pt x="11306" y="50844"/>
                    </a:cubicBezTo>
                    <a:cubicBezTo>
                      <a:pt x="8344" y="52896"/>
                      <a:pt x="5148" y="54588"/>
                      <a:pt x="1785" y="55883"/>
                    </a:cubicBezTo>
                    <a:cubicBezTo>
                      <a:pt x="3732" y="59694"/>
                      <a:pt x="4336" y="64048"/>
                      <a:pt x="3499" y="68244"/>
                    </a:cubicBezTo>
                    <a:cubicBezTo>
                      <a:pt x="1440" y="79255"/>
                      <a:pt x="3543" y="90638"/>
                      <a:pt x="9402" y="100191"/>
                    </a:cubicBezTo>
                    <a:cubicBezTo>
                      <a:pt x="15590" y="109699"/>
                      <a:pt x="13210" y="126243"/>
                      <a:pt x="16162" y="129476"/>
                    </a:cubicBezTo>
                    <a:cubicBezTo>
                      <a:pt x="19113" y="132708"/>
                      <a:pt x="42249" y="132138"/>
                      <a:pt x="52627" y="125292"/>
                    </a:cubicBezTo>
                    <a:cubicBezTo>
                      <a:pt x="60121" y="119883"/>
                      <a:pt x="69184" y="117078"/>
                      <a:pt x="78428" y="117305"/>
                    </a:cubicBezTo>
                    <a:cubicBezTo>
                      <a:pt x="86761" y="116461"/>
                      <a:pt x="94522" y="112686"/>
                      <a:pt x="100326" y="106656"/>
                    </a:cubicBezTo>
                    <a:cubicBezTo>
                      <a:pt x="102991" y="103138"/>
                      <a:pt x="115178" y="102853"/>
                      <a:pt x="120224" y="103424"/>
                    </a:cubicBezTo>
                    <a:cubicBezTo>
                      <a:pt x="125270" y="103994"/>
                      <a:pt x="130316" y="98384"/>
                      <a:pt x="135934" y="92775"/>
                    </a:cubicBezTo>
                    <a:cubicBezTo>
                      <a:pt x="141551" y="87165"/>
                      <a:pt x="159355" y="84788"/>
                      <a:pt x="178301" y="78893"/>
                    </a:cubicBezTo>
                    <a:cubicBezTo>
                      <a:pt x="197248" y="72998"/>
                      <a:pt x="193059" y="64060"/>
                      <a:pt x="197343" y="58736"/>
                    </a:cubicBezTo>
                    <a:cubicBezTo>
                      <a:pt x="201627" y="53411"/>
                      <a:pt x="206292" y="55598"/>
                      <a:pt x="214480" y="52365"/>
                    </a:cubicBezTo>
                    <a:cubicBezTo>
                      <a:pt x="204960" y="33349"/>
                      <a:pt x="195439" y="12337"/>
                      <a:pt x="189917" y="1783"/>
                    </a:cubicBezTo>
                    <a:cubicBezTo>
                      <a:pt x="181253" y="4540"/>
                      <a:pt x="173922" y="6727"/>
                      <a:pt x="171066" y="7393"/>
                    </a:cubicBezTo>
                    <a:close/>
                    <a:moveTo>
                      <a:pt x="219907" y="139934"/>
                    </a:moveTo>
                    <a:cubicBezTo>
                      <a:pt x="226572" y="146780"/>
                      <a:pt x="239615" y="138793"/>
                      <a:pt x="240282" y="136036"/>
                    </a:cubicBezTo>
                    <a:cubicBezTo>
                      <a:pt x="240948" y="133279"/>
                      <a:pt x="212386" y="132233"/>
                      <a:pt x="219907" y="1399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42" name="Freeform 2843">
                <a:extLst>
                  <a:ext uri="{FF2B5EF4-FFF2-40B4-BE49-F238E27FC236}">
                    <a16:creationId xmlns:a16="http://schemas.microsoft.com/office/drawing/2014/main" id="{02EE477B-6569-6E10-1E72-14E6DB8CD5FA}"/>
                  </a:ext>
                </a:extLst>
              </p:cNvPr>
              <p:cNvSpPr/>
              <p:nvPr/>
            </p:nvSpPr>
            <p:spPr>
              <a:xfrm>
                <a:off x="14447097" y="5428240"/>
                <a:ext cx="673487" cy="425967"/>
              </a:xfrm>
              <a:custGeom>
                <a:avLst/>
                <a:gdLst>
                  <a:gd name="connsiteX0" fmla="*/ 283792 w 285624"/>
                  <a:gd name="connsiteY0" fmla="*/ 114137 h 180652"/>
                  <a:gd name="connsiteX1" fmla="*/ 265988 w 285624"/>
                  <a:gd name="connsiteY1" fmla="*/ 108242 h 180652"/>
                  <a:gd name="connsiteX2" fmla="*/ 245233 w 285624"/>
                  <a:gd name="connsiteY2" fmla="*/ 94645 h 180652"/>
                  <a:gd name="connsiteX3" fmla="*/ 222192 w 285624"/>
                  <a:gd name="connsiteY3" fmla="*/ 81049 h 180652"/>
                  <a:gd name="connsiteX4" fmla="*/ 202008 w 285624"/>
                  <a:gd name="connsiteY4" fmla="*/ 66216 h 180652"/>
                  <a:gd name="connsiteX5" fmla="*/ 193154 w 285624"/>
                  <a:gd name="connsiteY5" fmla="*/ 49672 h 180652"/>
                  <a:gd name="connsiteX6" fmla="*/ 184871 w 285624"/>
                  <a:gd name="connsiteY6" fmla="*/ 36646 h 180652"/>
                  <a:gd name="connsiteX7" fmla="*/ 155166 w 285624"/>
                  <a:gd name="connsiteY7" fmla="*/ 33129 h 180652"/>
                  <a:gd name="connsiteX8" fmla="*/ 148120 w 285624"/>
                  <a:gd name="connsiteY8" fmla="*/ 11831 h 180652"/>
                  <a:gd name="connsiteX9" fmla="*/ 132697 w 285624"/>
                  <a:gd name="connsiteY9" fmla="*/ 6506 h 180652"/>
                  <a:gd name="connsiteX10" fmla="*/ 118511 w 285624"/>
                  <a:gd name="connsiteY10" fmla="*/ 2893 h 180652"/>
                  <a:gd name="connsiteX11" fmla="*/ 110132 w 285624"/>
                  <a:gd name="connsiteY11" fmla="*/ 7077 h 180652"/>
                  <a:gd name="connsiteX12" fmla="*/ 103087 w 285624"/>
                  <a:gd name="connsiteY12" fmla="*/ 14778 h 180652"/>
                  <a:gd name="connsiteX13" fmla="*/ 88806 w 285624"/>
                  <a:gd name="connsiteY13" fmla="*/ 25427 h 180652"/>
                  <a:gd name="connsiteX14" fmla="*/ 81760 w 285624"/>
                  <a:gd name="connsiteY14" fmla="*/ 34935 h 180652"/>
                  <a:gd name="connsiteX15" fmla="*/ 67669 w 285624"/>
                  <a:gd name="connsiteY15" fmla="*/ 31607 h 180652"/>
                  <a:gd name="connsiteX16" fmla="*/ 53579 w 285624"/>
                  <a:gd name="connsiteY16" fmla="*/ 28279 h 180652"/>
                  <a:gd name="connsiteX17" fmla="*/ 29110 w 285624"/>
                  <a:gd name="connsiteY17" fmla="*/ 9263 h 180652"/>
                  <a:gd name="connsiteX18" fmla="*/ 8355 w 285624"/>
                  <a:gd name="connsiteY18" fmla="*/ 20198 h 180652"/>
                  <a:gd name="connsiteX19" fmla="*/ 17876 w 285624"/>
                  <a:gd name="connsiteY19" fmla="*/ 16585 h 180652"/>
                  <a:gd name="connsiteX20" fmla="*/ 33204 w 285624"/>
                  <a:gd name="connsiteY20" fmla="*/ 34840 h 180652"/>
                  <a:gd name="connsiteX21" fmla="*/ 42725 w 285624"/>
                  <a:gd name="connsiteY21" fmla="*/ 46725 h 180652"/>
                  <a:gd name="connsiteX22" fmla="*/ 22541 w 285624"/>
                  <a:gd name="connsiteY22" fmla="*/ 50908 h 180652"/>
                  <a:gd name="connsiteX23" fmla="*/ 4166 w 285624"/>
                  <a:gd name="connsiteY23" fmla="*/ 50908 h 180652"/>
                  <a:gd name="connsiteX24" fmla="*/ 8355 w 285624"/>
                  <a:gd name="connsiteY24" fmla="*/ 67452 h 180652"/>
                  <a:gd name="connsiteX25" fmla="*/ 9497 w 285624"/>
                  <a:gd name="connsiteY25" fmla="*/ 79813 h 180652"/>
                  <a:gd name="connsiteX26" fmla="*/ 20827 w 285624"/>
                  <a:gd name="connsiteY26" fmla="*/ 84567 h 180652"/>
                  <a:gd name="connsiteX27" fmla="*/ 24921 w 285624"/>
                  <a:gd name="connsiteY27" fmla="*/ 100540 h 180652"/>
                  <a:gd name="connsiteX28" fmla="*/ 24921 w 285624"/>
                  <a:gd name="connsiteY28" fmla="*/ 127353 h 180652"/>
                  <a:gd name="connsiteX29" fmla="*/ 41392 w 285624"/>
                  <a:gd name="connsiteY29" fmla="*/ 124215 h 180652"/>
                  <a:gd name="connsiteX30" fmla="*/ 59196 w 285624"/>
                  <a:gd name="connsiteY30" fmla="*/ 111760 h 180652"/>
                  <a:gd name="connsiteX31" fmla="*/ 73477 w 285624"/>
                  <a:gd name="connsiteY31" fmla="*/ 110048 h 180652"/>
                  <a:gd name="connsiteX32" fmla="*/ 96518 w 285624"/>
                  <a:gd name="connsiteY32" fmla="*/ 110619 h 180652"/>
                  <a:gd name="connsiteX33" fmla="*/ 111370 w 285624"/>
                  <a:gd name="connsiteY33" fmla="*/ 117180 h 180652"/>
                  <a:gd name="connsiteX34" fmla="*/ 120891 w 285624"/>
                  <a:gd name="connsiteY34" fmla="*/ 121838 h 180652"/>
                  <a:gd name="connsiteX35" fmla="*/ 138028 w 285624"/>
                  <a:gd name="connsiteY35" fmla="*/ 127163 h 180652"/>
                  <a:gd name="connsiteX36" fmla="*/ 146883 w 285624"/>
                  <a:gd name="connsiteY36" fmla="*/ 134294 h 180652"/>
                  <a:gd name="connsiteX37" fmla="*/ 160497 w 285624"/>
                  <a:gd name="connsiteY37" fmla="*/ 145513 h 180652"/>
                  <a:gd name="connsiteX38" fmla="*/ 174779 w 285624"/>
                  <a:gd name="connsiteY38" fmla="*/ 147890 h 180652"/>
                  <a:gd name="connsiteX39" fmla="*/ 178301 w 285624"/>
                  <a:gd name="connsiteY39" fmla="*/ 172421 h 180652"/>
                  <a:gd name="connsiteX40" fmla="*/ 182586 w 285624"/>
                  <a:gd name="connsiteY40" fmla="*/ 172421 h 180652"/>
                  <a:gd name="connsiteX41" fmla="*/ 196867 w 285624"/>
                  <a:gd name="connsiteY41" fmla="*/ 176319 h 180652"/>
                  <a:gd name="connsiteX42" fmla="*/ 214195 w 285624"/>
                  <a:gd name="connsiteY42" fmla="*/ 170044 h 180652"/>
                  <a:gd name="connsiteX43" fmla="*/ 242757 w 285624"/>
                  <a:gd name="connsiteY43" fmla="*/ 153405 h 180652"/>
                  <a:gd name="connsiteX44" fmla="*/ 254563 w 285624"/>
                  <a:gd name="connsiteY44" fmla="*/ 133628 h 180652"/>
                  <a:gd name="connsiteX45" fmla="*/ 270463 w 285624"/>
                  <a:gd name="connsiteY45" fmla="*/ 124120 h 180652"/>
                  <a:gd name="connsiteX46" fmla="*/ 285315 w 285624"/>
                  <a:gd name="connsiteY46" fmla="*/ 127638 h 180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85624" h="180652">
                    <a:moveTo>
                      <a:pt x="283792" y="114137"/>
                    </a:moveTo>
                    <a:cubicBezTo>
                      <a:pt x="278230" y="111189"/>
                      <a:pt x="272212" y="109197"/>
                      <a:pt x="265988" y="108242"/>
                    </a:cubicBezTo>
                    <a:cubicBezTo>
                      <a:pt x="261323" y="108812"/>
                      <a:pt x="253611" y="97593"/>
                      <a:pt x="245233" y="94645"/>
                    </a:cubicBezTo>
                    <a:cubicBezTo>
                      <a:pt x="236530" y="92120"/>
                      <a:pt x="228606" y="87444"/>
                      <a:pt x="222192" y="81049"/>
                    </a:cubicBezTo>
                    <a:cubicBezTo>
                      <a:pt x="218574" y="75724"/>
                      <a:pt x="203817" y="70400"/>
                      <a:pt x="202008" y="66216"/>
                    </a:cubicBezTo>
                    <a:cubicBezTo>
                      <a:pt x="199703" y="60380"/>
                      <a:pt x="196732" y="54829"/>
                      <a:pt x="193154" y="49672"/>
                    </a:cubicBezTo>
                    <a:cubicBezTo>
                      <a:pt x="188965" y="44348"/>
                      <a:pt x="188965" y="37217"/>
                      <a:pt x="184871" y="36646"/>
                    </a:cubicBezTo>
                    <a:cubicBezTo>
                      <a:pt x="180777" y="36076"/>
                      <a:pt x="155166" y="36646"/>
                      <a:pt x="155166" y="33129"/>
                    </a:cubicBezTo>
                    <a:cubicBezTo>
                      <a:pt x="155166" y="29611"/>
                      <a:pt x="153452" y="12972"/>
                      <a:pt x="148120" y="11831"/>
                    </a:cubicBezTo>
                    <a:cubicBezTo>
                      <a:pt x="142648" y="11217"/>
                      <a:pt x="137380" y="9398"/>
                      <a:pt x="132697" y="6506"/>
                    </a:cubicBezTo>
                    <a:cubicBezTo>
                      <a:pt x="129745" y="3464"/>
                      <a:pt x="120225" y="-54"/>
                      <a:pt x="118511" y="2893"/>
                    </a:cubicBezTo>
                    <a:cubicBezTo>
                      <a:pt x="116445" y="5419"/>
                      <a:pt x="113396" y="6942"/>
                      <a:pt x="110132" y="7077"/>
                    </a:cubicBezTo>
                    <a:cubicBezTo>
                      <a:pt x="108419" y="7077"/>
                      <a:pt x="108990" y="15349"/>
                      <a:pt x="103087" y="14778"/>
                    </a:cubicBezTo>
                    <a:cubicBezTo>
                      <a:pt x="96566" y="14999"/>
                      <a:pt x="90871" y="19246"/>
                      <a:pt x="88806" y="25427"/>
                    </a:cubicBezTo>
                    <a:cubicBezTo>
                      <a:pt x="88806" y="29611"/>
                      <a:pt x="89472" y="35506"/>
                      <a:pt x="81760" y="34935"/>
                    </a:cubicBezTo>
                    <a:cubicBezTo>
                      <a:pt x="76899" y="34698"/>
                      <a:pt x="72122" y="33570"/>
                      <a:pt x="67669" y="31607"/>
                    </a:cubicBezTo>
                    <a:cubicBezTo>
                      <a:pt x="66527" y="32463"/>
                      <a:pt x="60148" y="36932"/>
                      <a:pt x="53579" y="28279"/>
                    </a:cubicBezTo>
                    <a:cubicBezTo>
                      <a:pt x="47009" y="19627"/>
                      <a:pt x="35394" y="9263"/>
                      <a:pt x="29110" y="9263"/>
                    </a:cubicBezTo>
                    <a:cubicBezTo>
                      <a:pt x="22826" y="9263"/>
                      <a:pt x="3785" y="9263"/>
                      <a:pt x="8355" y="20198"/>
                    </a:cubicBezTo>
                    <a:cubicBezTo>
                      <a:pt x="9783" y="17726"/>
                      <a:pt x="12449" y="16109"/>
                      <a:pt x="17876" y="16585"/>
                    </a:cubicBezTo>
                    <a:cubicBezTo>
                      <a:pt x="32062" y="17726"/>
                      <a:pt x="25492" y="34269"/>
                      <a:pt x="33204" y="34840"/>
                    </a:cubicBezTo>
                    <a:cubicBezTo>
                      <a:pt x="40916" y="35410"/>
                      <a:pt x="49866" y="47296"/>
                      <a:pt x="42725" y="46725"/>
                    </a:cubicBezTo>
                    <a:cubicBezTo>
                      <a:pt x="35584" y="46154"/>
                      <a:pt x="29681" y="53190"/>
                      <a:pt x="22541" y="50908"/>
                    </a:cubicBezTo>
                    <a:cubicBezTo>
                      <a:pt x="15400" y="48627"/>
                      <a:pt x="6546" y="42542"/>
                      <a:pt x="4166" y="50908"/>
                    </a:cubicBezTo>
                    <a:cubicBezTo>
                      <a:pt x="1786" y="59276"/>
                      <a:pt x="-1166" y="68023"/>
                      <a:pt x="8355" y="67452"/>
                    </a:cubicBezTo>
                    <a:cubicBezTo>
                      <a:pt x="17876" y="66882"/>
                      <a:pt x="16067" y="73347"/>
                      <a:pt x="9497" y="79813"/>
                    </a:cubicBezTo>
                    <a:cubicBezTo>
                      <a:pt x="2928" y="86278"/>
                      <a:pt x="19589" y="78672"/>
                      <a:pt x="20827" y="84567"/>
                    </a:cubicBezTo>
                    <a:cubicBezTo>
                      <a:pt x="22065" y="90462"/>
                      <a:pt x="27301" y="91127"/>
                      <a:pt x="24921" y="100540"/>
                    </a:cubicBezTo>
                    <a:cubicBezTo>
                      <a:pt x="23920" y="109450"/>
                      <a:pt x="23920" y="118443"/>
                      <a:pt x="24921" y="127353"/>
                    </a:cubicBezTo>
                    <a:cubicBezTo>
                      <a:pt x="31205" y="127353"/>
                      <a:pt x="39583" y="126783"/>
                      <a:pt x="41392" y="124215"/>
                    </a:cubicBezTo>
                    <a:cubicBezTo>
                      <a:pt x="44439" y="120127"/>
                      <a:pt x="53864" y="111760"/>
                      <a:pt x="59196" y="111760"/>
                    </a:cubicBezTo>
                    <a:cubicBezTo>
                      <a:pt x="64528" y="111760"/>
                      <a:pt x="70431" y="114137"/>
                      <a:pt x="73477" y="110048"/>
                    </a:cubicBezTo>
                    <a:cubicBezTo>
                      <a:pt x="76524" y="105960"/>
                      <a:pt x="93566" y="107101"/>
                      <a:pt x="96518" y="110619"/>
                    </a:cubicBezTo>
                    <a:cubicBezTo>
                      <a:pt x="100762" y="114141"/>
                      <a:pt x="105905" y="116413"/>
                      <a:pt x="111370" y="117180"/>
                    </a:cubicBezTo>
                    <a:cubicBezTo>
                      <a:pt x="113750" y="117179"/>
                      <a:pt x="114893" y="122409"/>
                      <a:pt x="120891" y="121838"/>
                    </a:cubicBezTo>
                    <a:cubicBezTo>
                      <a:pt x="126889" y="121268"/>
                      <a:pt x="138028" y="123645"/>
                      <a:pt x="138028" y="127163"/>
                    </a:cubicBezTo>
                    <a:cubicBezTo>
                      <a:pt x="138706" y="131459"/>
                      <a:pt x="142535" y="134542"/>
                      <a:pt x="146883" y="134294"/>
                    </a:cubicBezTo>
                    <a:cubicBezTo>
                      <a:pt x="151643" y="134294"/>
                      <a:pt x="155832" y="146179"/>
                      <a:pt x="160497" y="145513"/>
                    </a:cubicBezTo>
                    <a:cubicBezTo>
                      <a:pt x="165163" y="144848"/>
                      <a:pt x="174779" y="144943"/>
                      <a:pt x="174779" y="147890"/>
                    </a:cubicBezTo>
                    <a:cubicBezTo>
                      <a:pt x="175001" y="156176"/>
                      <a:pt x="176183" y="164407"/>
                      <a:pt x="178301" y="172421"/>
                    </a:cubicBezTo>
                    <a:cubicBezTo>
                      <a:pt x="179637" y="171694"/>
                      <a:pt x="181250" y="171694"/>
                      <a:pt x="182586" y="172421"/>
                    </a:cubicBezTo>
                    <a:cubicBezTo>
                      <a:pt x="184966" y="173942"/>
                      <a:pt x="195249" y="170805"/>
                      <a:pt x="196867" y="176319"/>
                    </a:cubicBezTo>
                    <a:cubicBezTo>
                      <a:pt x="198486" y="181834"/>
                      <a:pt x="215052" y="178696"/>
                      <a:pt x="214195" y="170044"/>
                    </a:cubicBezTo>
                    <a:cubicBezTo>
                      <a:pt x="213338" y="161392"/>
                      <a:pt x="240377" y="161297"/>
                      <a:pt x="242757" y="153405"/>
                    </a:cubicBezTo>
                    <a:cubicBezTo>
                      <a:pt x="245138" y="145513"/>
                      <a:pt x="248279" y="131346"/>
                      <a:pt x="254563" y="133628"/>
                    </a:cubicBezTo>
                    <a:cubicBezTo>
                      <a:pt x="260847" y="135910"/>
                      <a:pt x="264846" y="123455"/>
                      <a:pt x="270463" y="124120"/>
                    </a:cubicBezTo>
                    <a:cubicBezTo>
                      <a:pt x="276080" y="124786"/>
                      <a:pt x="279222" y="128779"/>
                      <a:pt x="285315" y="12763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43" name="Freeform 2844">
                <a:extLst>
                  <a:ext uri="{FF2B5EF4-FFF2-40B4-BE49-F238E27FC236}">
                    <a16:creationId xmlns:a16="http://schemas.microsoft.com/office/drawing/2014/main" id="{0E4FD091-3C0E-D436-AA1C-DC40F2325EB3}"/>
                  </a:ext>
                </a:extLst>
              </p:cNvPr>
              <p:cNvSpPr/>
              <p:nvPr/>
            </p:nvSpPr>
            <p:spPr>
              <a:xfrm>
                <a:off x="14034990" y="5582318"/>
                <a:ext cx="920432" cy="784681"/>
              </a:xfrm>
              <a:custGeom>
                <a:avLst/>
                <a:gdLst>
                  <a:gd name="connsiteX0" fmla="*/ 384684 w 390353"/>
                  <a:gd name="connsiteY0" fmla="*/ 289251 h 332780"/>
                  <a:gd name="connsiteX1" fmla="*/ 375164 w 390353"/>
                  <a:gd name="connsiteY1" fmla="*/ 267097 h 332780"/>
                  <a:gd name="connsiteX2" fmla="*/ 354599 w 390353"/>
                  <a:gd name="connsiteY2" fmla="*/ 249697 h 332780"/>
                  <a:gd name="connsiteX3" fmla="*/ 341174 w 390353"/>
                  <a:gd name="connsiteY3" fmla="*/ 232298 h 332780"/>
                  <a:gd name="connsiteX4" fmla="*/ 361739 w 390353"/>
                  <a:gd name="connsiteY4" fmla="*/ 203774 h 332780"/>
                  <a:gd name="connsiteX5" fmla="*/ 341936 w 390353"/>
                  <a:gd name="connsiteY5" fmla="*/ 193505 h 332780"/>
                  <a:gd name="connsiteX6" fmla="*/ 338794 w 390353"/>
                  <a:gd name="connsiteY6" fmla="*/ 170591 h 332780"/>
                  <a:gd name="connsiteX7" fmla="*/ 338794 w 390353"/>
                  <a:gd name="connsiteY7" fmla="*/ 149293 h 332780"/>
                  <a:gd name="connsiteX8" fmla="*/ 341174 w 390353"/>
                  <a:gd name="connsiteY8" fmla="*/ 131893 h 332780"/>
                  <a:gd name="connsiteX9" fmla="*/ 349077 w 390353"/>
                  <a:gd name="connsiteY9" fmla="*/ 116110 h 332780"/>
                  <a:gd name="connsiteX10" fmla="*/ 353456 w 390353"/>
                  <a:gd name="connsiteY10" fmla="*/ 106602 h 332780"/>
                  <a:gd name="connsiteX11" fmla="*/ 349933 w 390353"/>
                  <a:gd name="connsiteY11" fmla="*/ 82071 h 332780"/>
                  <a:gd name="connsiteX12" fmla="*/ 335652 w 390353"/>
                  <a:gd name="connsiteY12" fmla="*/ 79694 h 332780"/>
                  <a:gd name="connsiteX13" fmla="*/ 322037 w 390353"/>
                  <a:gd name="connsiteY13" fmla="*/ 68474 h 332780"/>
                  <a:gd name="connsiteX14" fmla="*/ 313183 w 390353"/>
                  <a:gd name="connsiteY14" fmla="*/ 61343 h 332780"/>
                  <a:gd name="connsiteX15" fmla="*/ 296046 w 390353"/>
                  <a:gd name="connsiteY15" fmla="*/ 56019 h 332780"/>
                  <a:gd name="connsiteX16" fmla="*/ 286525 w 390353"/>
                  <a:gd name="connsiteY16" fmla="*/ 51360 h 332780"/>
                  <a:gd name="connsiteX17" fmla="*/ 271672 w 390353"/>
                  <a:gd name="connsiteY17" fmla="*/ 44800 h 332780"/>
                  <a:gd name="connsiteX18" fmla="*/ 248632 w 390353"/>
                  <a:gd name="connsiteY18" fmla="*/ 44229 h 332780"/>
                  <a:gd name="connsiteX19" fmla="*/ 234351 w 390353"/>
                  <a:gd name="connsiteY19" fmla="*/ 45940 h 332780"/>
                  <a:gd name="connsiteX20" fmla="*/ 216547 w 390353"/>
                  <a:gd name="connsiteY20" fmla="*/ 58396 h 332780"/>
                  <a:gd name="connsiteX21" fmla="*/ 200076 w 390353"/>
                  <a:gd name="connsiteY21" fmla="*/ 61534 h 332780"/>
                  <a:gd name="connsiteX22" fmla="*/ 199409 w 390353"/>
                  <a:gd name="connsiteY22" fmla="*/ 71992 h 332780"/>
                  <a:gd name="connsiteX23" fmla="*/ 156090 w 390353"/>
                  <a:gd name="connsiteY23" fmla="*/ 81500 h 332780"/>
                  <a:gd name="connsiteX24" fmla="*/ 119434 w 390353"/>
                  <a:gd name="connsiteY24" fmla="*/ 59632 h 332780"/>
                  <a:gd name="connsiteX25" fmla="*/ 95157 w 390353"/>
                  <a:gd name="connsiteY25" fmla="*/ 35957 h 332780"/>
                  <a:gd name="connsiteX26" fmla="*/ 80780 w 390353"/>
                  <a:gd name="connsiteY26" fmla="*/ 25593 h 332780"/>
                  <a:gd name="connsiteX27" fmla="*/ 76876 w 390353"/>
                  <a:gd name="connsiteY27" fmla="*/ 7433 h 332780"/>
                  <a:gd name="connsiteX28" fmla="*/ 36508 w 390353"/>
                  <a:gd name="connsiteY28" fmla="*/ 24833 h 332780"/>
                  <a:gd name="connsiteX29" fmla="*/ 23084 w 390353"/>
                  <a:gd name="connsiteY29" fmla="*/ 16941 h 332780"/>
                  <a:gd name="connsiteX30" fmla="*/ 11183 w 390353"/>
                  <a:gd name="connsiteY30" fmla="*/ 1918 h 332780"/>
                  <a:gd name="connsiteX31" fmla="*/ 4042 w 390353"/>
                  <a:gd name="connsiteY31" fmla="*/ 12187 h 332780"/>
                  <a:gd name="connsiteX32" fmla="*/ 4899 w 390353"/>
                  <a:gd name="connsiteY32" fmla="*/ 28731 h 332780"/>
                  <a:gd name="connsiteX33" fmla="*/ 4899 w 390353"/>
                  <a:gd name="connsiteY33" fmla="*/ 50029 h 332780"/>
                  <a:gd name="connsiteX34" fmla="*/ 14420 w 390353"/>
                  <a:gd name="connsiteY34" fmla="*/ 65907 h 332780"/>
                  <a:gd name="connsiteX35" fmla="*/ 21561 w 390353"/>
                  <a:gd name="connsiteY35" fmla="*/ 81691 h 332780"/>
                  <a:gd name="connsiteX36" fmla="*/ 32605 w 390353"/>
                  <a:gd name="connsiteY36" fmla="*/ 93576 h 332780"/>
                  <a:gd name="connsiteX37" fmla="*/ 40507 w 390353"/>
                  <a:gd name="connsiteY37" fmla="*/ 100612 h 332780"/>
                  <a:gd name="connsiteX38" fmla="*/ 38222 w 390353"/>
                  <a:gd name="connsiteY38" fmla="*/ 112497 h 332780"/>
                  <a:gd name="connsiteX39" fmla="*/ 30319 w 390353"/>
                  <a:gd name="connsiteY39" fmla="*/ 128280 h 332780"/>
                  <a:gd name="connsiteX40" fmla="*/ 32605 w 390353"/>
                  <a:gd name="connsiteY40" fmla="*/ 146535 h 332780"/>
                  <a:gd name="connsiteX41" fmla="*/ 42126 w 390353"/>
                  <a:gd name="connsiteY41" fmla="*/ 157565 h 332780"/>
                  <a:gd name="connsiteX42" fmla="*/ 64309 w 390353"/>
                  <a:gd name="connsiteY42" fmla="*/ 172587 h 332780"/>
                  <a:gd name="connsiteX43" fmla="*/ 73830 w 390353"/>
                  <a:gd name="connsiteY43" fmla="*/ 184377 h 332780"/>
                  <a:gd name="connsiteX44" fmla="*/ 72306 w 390353"/>
                  <a:gd name="connsiteY44" fmla="*/ 197879 h 332780"/>
                  <a:gd name="connsiteX45" fmla="*/ 79447 w 390353"/>
                  <a:gd name="connsiteY45" fmla="*/ 211285 h 332780"/>
                  <a:gd name="connsiteX46" fmla="*/ 90777 w 390353"/>
                  <a:gd name="connsiteY46" fmla="*/ 227068 h 332780"/>
                  <a:gd name="connsiteX47" fmla="*/ 95632 w 390353"/>
                  <a:gd name="connsiteY47" fmla="*/ 226213 h 332780"/>
                  <a:gd name="connsiteX48" fmla="*/ 105153 w 390353"/>
                  <a:gd name="connsiteY48" fmla="*/ 223836 h 332780"/>
                  <a:gd name="connsiteX49" fmla="*/ 119054 w 390353"/>
                  <a:gd name="connsiteY49" fmla="*/ 223265 h 332780"/>
                  <a:gd name="connsiteX50" fmla="*/ 139523 w 390353"/>
                  <a:gd name="connsiteY50" fmla="*/ 254546 h 332780"/>
                  <a:gd name="connsiteX51" fmla="*/ 151044 w 390353"/>
                  <a:gd name="connsiteY51" fmla="*/ 272897 h 332780"/>
                  <a:gd name="connsiteX52" fmla="*/ 175417 w 390353"/>
                  <a:gd name="connsiteY52" fmla="*/ 285067 h 332780"/>
                  <a:gd name="connsiteX53" fmla="*/ 221021 w 390353"/>
                  <a:gd name="connsiteY53" fmla="*/ 302562 h 332780"/>
                  <a:gd name="connsiteX54" fmla="*/ 253297 w 390353"/>
                  <a:gd name="connsiteY54" fmla="*/ 293624 h 332780"/>
                  <a:gd name="connsiteX55" fmla="*/ 268721 w 390353"/>
                  <a:gd name="connsiteY55" fmla="*/ 319962 h 332780"/>
                  <a:gd name="connsiteX56" fmla="*/ 338604 w 390353"/>
                  <a:gd name="connsiteY56" fmla="*/ 332988 h 332780"/>
                  <a:gd name="connsiteX57" fmla="*/ 359645 w 390353"/>
                  <a:gd name="connsiteY57" fmla="*/ 334794 h 332780"/>
                  <a:gd name="connsiteX58" fmla="*/ 359073 w 390353"/>
                  <a:gd name="connsiteY58" fmla="*/ 329850 h 332780"/>
                  <a:gd name="connsiteX59" fmla="*/ 371736 w 390353"/>
                  <a:gd name="connsiteY59" fmla="*/ 309313 h 332780"/>
                  <a:gd name="connsiteX60" fmla="*/ 389921 w 390353"/>
                  <a:gd name="connsiteY60" fmla="*/ 303703 h 332780"/>
                  <a:gd name="connsiteX61" fmla="*/ 384684 w 390353"/>
                  <a:gd name="connsiteY61" fmla="*/ 289251 h 332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390353" h="332780">
                    <a:moveTo>
                      <a:pt x="384684" y="289251"/>
                    </a:moveTo>
                    <a:cubicBezTo>
                      <a:pt x="379924" y="287634"/>
                      <a:pt x="384684" y="270995"/>
                      <a:pt x="375164" y="267097"/>
                    </a:cubicBezTo>
                    <a:cubicBezTo>
                      <a:pt x="366354" y="264099"/>
                      <a:pt x="359007" y="257883"/>
                      <a:pt x="354599" y="249697"/>
                    </a:cubicBezTo>
                    <a:cubicBezTo>
                      <a:pt x="352218" y="243327"/>
                      <a:pt x="340317" y="237052"/>
                      <a:pt x="341174" y="232298"/>
                    </a:cubicBezTo>
                    <a:cubicBezTo>
                      <a:pt x="342031" y="227544"/>
                      <a:pt x="364881" y="212521"/>
                      <a:pt x="361739" y="203774"/>
                    </a:cubicBezTo>
                    <a:cubicBezTo>
                      <a:pt x="358597" y="195026"/>
                      <a:pt x="343459" y="196643"/>
                      <a:pt x="341936" y="193505"/>
                    </a:cubicBezTo>
                    <a:cubicBezTo>
                      <a:pt x="340413" y="190367"/>
                      <a:pt x="342697" y="179243"/>
                      <a:pt x="338794" y="170591"/>
                    </a:cubicBezTo>
                    <a:cubicBezTo>
                      <a:pt x="334891" y="161938"/>
                      <a:pt x="341936" y="153952"/>
                      <a:pt x="338794" y="149293"/>
                    </a:cubicBezTo>
                    <a:cubicBezTo>
                      <a:pt x="335652" y="144634"/>
                      <a:pt x="340317" y="135031"/>
                      <a:pt x="341174" y="131893"/>
                    </a:cubicBezTo>
                    <a:cubicBezTo>
                      <a:pt x="342031" y="128755"/>
                      <a:pt x="349838" y="124001"/>
                      <a:pt x="349077" y="116110"/>
                    </a:cubicBezTo>
                    <a:cubicBezTo>
                      <a:pt x="348300" y="112325"/>
                      <a:pt x="350073" y="108475"/>
                      <a:pt x="353456" y="106602"/>
                    </a:cubicBezTo>
                    <a:cubicBezTo>
                      <a:pt x="351338" y="98588"/>
                      <a:pt x="350156" y="90356"/>
                      <a:pt x="349933" y="82071"/>
                    </a:cubicBezTo>
                    <a:cubicBezTo>
                      <a:pt x="349933" y="79123"/>
                      <a:pt x="340413" y="79123"/>
                      <a:pt x="335652" y="79694"/>
                    </a:cubicBezTo>
                    <a:cubicBezTo>
                      <a:pt x="330892" y="80264"/>
                      <a:pt x="326798" y="68474"/>
                      <a:pt x="322037" y="68474"/>
                    </a:cubicBezTo>
                    <a:cubicBezTo>
                      <a:pt x="317690" y="68723"/>
                      <a:pt x="313861" y="65640"/>
                      <a:pt x="313183" y="61343"/>
                    </a:cubicBezTo>
                    <a:cubicBezTo>
                      <a:pt x="313183" y="57825"/>
                      <a:pt x="301948" y="55448"/>
                      <a:pt x="296046" y="56019"/>
                    </a:cubicBezTo>
                    <a:cubicBezTo>
                      <a:pt x="290143" y="56589"/>
                      <a:pt x="288905" y="51360"/>
                      <a:pt x="286525" y="51360"/>
                    </a:cubicBezTo>
                    <a:cubicBezTo>
                      <a:pt x="281060" y="50593"/>
                      <a:pt x="275917" y="48322"/>
                      <a:pt x="271672" y="44800"/>
                    </a:cubicBezTo>
                    <a:cubicBezTo>
                      <a:pt x="268721" y="41281"/>
                      <a:pt x="251583" y="40046"/>
                      <a:pt x="248632" y="44229"/>
                    </a:cubicBezTo>
                    <a:cubicBezTo>
                      <a:pt x="245681" y="48412"/>
                      <a:pt x="239682" y="45940"/>
                      <a:pt x="234351" y="45940"/>
                    </a:cubicBezTo>
                    <a:cubicBezTo>
                      <a:pt x="229019" y="45940"/>
                      <a:pt x="219593" y="54308"/>
                      <a:pt x="216547" y="58396"/>
                    </a:cubicBezTo>
                    <a:cubicBezTo>
                      <a:pt x="214738" y="60963"/>
                      <a:pt x="206360" y="61534"/>
                      <a:pt x="200076" y="61534"/>
                    </a:cubicBezTo>
                    <a:cubicBezTo>
                      <a:pt x="200552" y="65029"/>
                      <a:pt x="200326" y="68585"/>
                      <a:pt x="199409" y="71992"/>
                    </a:cubicBezTo>
                    <a:cubicBezTo>
                      <a:pt x="196268" y="76651"/>
                      <a:pt x="173322" y="80930"/>
                      <a:pt x="156090" y="81500"/>
                    </a:cubicBezTo>
                    <a:cubicBezTo>
                      <a:pt x="138857" y="82071"/>
                      <a:pt x="137810" y="59632"/>
                      <a:pt x="119434" y="59632"/>
                    </a:cubicBezTo>
                    <a:cubicBezTo>
                      <a:pt x="106517" y="58994"/>
                      <a:pt x="96102" y="48839"/>
                      <a:pt x="95157" y="35957"/>
                    </a:cubicBezTo>
                    <a:cubicBezTo>
                      <a:pt x="87254" y="32914"/>
                      <a:pt x="79733" y="27780"/>
                      <a:pt x="80780" y="25593"/>
                    </a:cubicBezTo>
                    <a:cubicBezTo>
                      <a:pt x="81827" y="23406"/>
                      <a:pt x="86302" y="2679"/>
                      <a:pt x="76876" y="7433"/>
                    </a:cubicBezTo>
                    <a:cubicBezTo>
                      <a:pt x="67451" y="12187"/>
                      <a:pt x="53931" y="27210"/>
                      <a:pt x="36508" y="24833"/>
                    </a:cubicBezTo>
                    <a:cubicBezTo>
                      <a:pt x="19085" y="22456"/>
                      <a:pt x="31748" y="20839"/>
                      <a:pt x="23084" y="16941"/>
                    </a:cubicBezTo>
                    <a:cubicBezTo>
                      <a:pt x="14420" y="13043"/>
                      <a:pt x="19847" y="3440"/>
                      <a:pt x="11183" y="1918"/>
                    </a:cubicBezTo>
                    <a:cubicBezTo>
                      <a:pt x="2519" y="397"/>
                      <a:pt x="8803" y="12187"/>
                      <a:pt x="4042" y="12187"/>
                    </a:cubicBezTo>
                    <a:cubicBezTo>
                      <a:pt x="-718" y="12187"/>
                      <a:pt x="3280" y="25593"/>
                      <a:pt x="4899" y="28731"/>
                    </a:cubicBezTo>
                    <a:cubicBezTo>
                      <a:pt x="6517" y="31869"/>
                      <a:pt x="1662" y="49268"/>
                      <a:pt x="4899" y="50029"/>
                    </a:cubicBezTo>
                    <a:cubicBezTo>
                      <a:pt x="9752" y="54118"/>
                      <a:pt x="13102" y="59705"/>
                      <a:pt x="14420" y="65907"/>
                    </a:cubicBezTo>
                    <a:cubicBezTo>
                      <a:pt x="13658" y="68284"/>
                      <a:pt x="21561" y="76176"/>
                      <a:pt x="21561" y="81691"/>
                    </a:cubicBezTo>
                    <a:cubicBezTo>
                      <a:pt x="22460" y="87536"/>
                      <a:pt x="26835" y="92244"/>
                      <a:pt x="32605" y="93576"/>
                    </a:cubicBezTo>
                    <a:cubicBezTo>
                      <a:pt x="36603" y="93576"/>
                      <a:pt x="42126" y="95953"/>
                      <a:pt x="40507" y="100612"/>
                    </a:cubicBezTo>
                    <a:cubicBezTo>
                      <a:pt x="38888" y="105271"/>
                      <a:pt x="42887" y="112497"/>
                      <a:pt x="38222" y="112497"/>
                    </a:cubicBezTo>
                    <a:cubicBezTo>
                      <a:pt x="33557" y="112497"/>
                      <a:pt x="34223" y="125998"/>
                      <a:pt x="30319" y="128280"/>
                    </a:cubicBezTo>
                    <a:cubicBezTo>
                      <a:pt x="26416" y="130562"/>
                      <a:pt x="29463" y="144919"/>
                      <a:pt x="32605" y="146535"/>
                    </a:cubicBezTo>
                    <a:cubicBezTo>
                      <a:pt x="35746" y="148152"/>
                      <a:pt x="42887" y="152050"/>
                      <a:pt x="42126" y="157565"/>
                    </a:cubicBezTo>
                    <a:cubicBezTo>
                      <a:pt x="41364" y="163079"/>
                      <a:pt x="58787" y="171732"/>
                      <a:pt x="64309" y="172587"/>
                    </a:cubicBezTo>
                    <a:cubicBezTo>
                      <a:pt x="69831" y="173443"/>
                      <a:pt x="70593" y="181240"/>
                      <a:pt x="73830" y="184377"/>
                    </a:cubicBezTo>
                    <a:cubicBezTo>
                      <a:pt x="77067" y="187515"/>
                      <a:pt x="71545" y="193885"/>
                      <a:pt x="72306" y="197879"/>
                    </a:cubicBezTo>
                    <a:cubicBezTo>
                      <a:pt x="73068" y="201872"/>
                      <a:pt x="80209" y="205010"/>
                      <a:pt x="79447" y="211285"/>
                    </a:cubicBezTo>
                    <a:cubicBezTo>
                      <a:pt x="78971" y="215088"/>
                      <a:pt x="85350" y="221459"/>
                      <a:pt x="90777" y="227068"/>
                    </a:cubicBezTo>
                    <a:cubicBezTo>
                      <a:pt x="92340" y="226531"/>
                      <a:pt x="93979" y="226242"/>
                      <a:pt x="95632" y="226213"/>
                    </a:cubicBezTo>
                    <a:cubicBezTo>
                      <a:pt x="100964" y="226213"/>
                      <a:pt x="100678" y="220318"/>
                      <a:pt x="105153" y="223836"/>
                    </a:cubicBezTo>
                    <a:cubicBezTo>
                      <a:pt x="109628" y="227353"/>
                      <a:pt x="114674" y="223836"/>
                      <a:pt x="119054" y="223265"/>
                    </a:cubicBezTo>
                    <a:cubicBezTo>
                      <a:pt x="123433" y="222695"/>
                      <a:pt x="134477" y="244278"/>
                      <a:pt x="139523" y="254546"/>
                    </a:cubicBezTo>
                    <a:cubicBezTo>
                      <a:pt x="144569" y="264815"/>
                      <a:pt x="144284" y="268523"/>
                      <a:pt x="151044" y="272897"/>
                    </a:cubicBezTo>
                    <a:cubicBezTo>
                      <a:pt x="157803" y="277271"/>
                      <a:pt x="165611" y="274989"/>
                      <a:pt x="175417" y="285067"/>
                    </a:cubicBezTo>
                    <a:cubicBezTo>
                      <a:pt x="185223" y="295146"/>
                      <a:pt x="210358" y="301992"/>
                      <a:pt x="221021" y="302562"/>
                    </a:cubicBezTo>
                    <a:cubicBezTo>
                      <a:pt x="231685" y="303132"/>
                      <a:pt x="240063" y="290962"/>
                      <a:pt x="253297" y="293624"/>
                    </a:cubicBezTo>
                    <a:cubicBezTo>
                      <a:pt x="266531" y="296287"/>
                      <a:pt x="263675" y="313781"/>
                      <a:pt x="268721" y="319962"/>
                    </a:cubicBezTo>
                    <a:cubicBezTo>
                      <a:pt x="273767" y="326142"/>
                      <a:pt x="329178" y="330325"/>
                      <a:pt x="338604" y="332988"/>
                    </a:cubicBezTo>
                    <a:cubicBezTo>
                      <a:pt x="345546" y="334237"/>
                      <a:pt x="352590" y="334842"/>
                      <a:pt x="359645" y="334794"/>
                    </a:cubicBezTo>
                    <a:cubicBezTo>
                      <a:pt x="359645" y="332797"/>
                      <a:pt x="359645" y="331086"/>
                      <a:pt x="359073" y="329850"/>
                    </a:cubicBezTo>
                    <a:cubicBezTo>
                      <a:pt x="358938" y="321128"/>
                      <a:pt x="363877" y="313119"/>
                      <a:pt x="371736" y="309313"/>
                    </a:cubicBezTo>
                    <a:cubicBezTo>
                      <a:pt x="377418" y="306386"/>
                      <a:pt x="383575" y="304486"/>
                      <a:pt x="389921" y="303703"/>
                    </a:cubicBezTo>
                    <a:cubicBezTo>
                      <a:pt x="395729" y="303418"/>
                      <a:pt x="389350" y="290772"/>
                      <a:pt x="384684" y="28925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44" name="Freeform 2845">
                <a:extLst>
                  <a:ext uri="{FF2B5EF4-FFF2-40B4-BE49-F238E27FC236}">
                    <a16:creationId xmlns:a16="http://schemas.microsoft.com/office/drawing/2014/main" id="{BEF5C161-B802-5465-0EDF-549CFC2F0E7F}"/>
                  </a:ext>
                </a:extLst>
              </p:cNvPr>
              <p:cNvSpPr/>
              <p:nvPr/>
            </p:nvSpPr>
            <p:spPr>
              <a:xfrm>
                <a:off x="14151862" y="4649001"/>
                <a:ext cx="1930662" cy="896778"/>
              </a:xfrm>
              <a:custGeom>
                <a:avLst/>
                <a:gdLst>
                  <a:gd name="connsiteX0" fmla="*/ 812968 w 818790"/>
                  <a:gd name="connsiteY0" fmla="*/ 157089 h 380320"/>
                  <a:gd name="connsiteX1" fmla="*/ 805827 w 818790"/>
                  <a:gd name="connsiteY1" fmla="*/ 156423 h 380320"/>
                  <a:gd name="connsiteX2" fmla="*/ 789833 w 818790"/>
                  <a:gd name="connsiteY2" fmla="*/ 159466 h 380320"/>
                  <a:gd name="connsiteX3" fmla="*/ 779741 w 818790"/>
                  <a:gd name="connsiteY3" fmla="*/ 151099 h 380320"/>
                  <a:gd name="connsiteX4" fmla="*/ 775456 w 818790"/>
                  <a:gd name="connsiteY4" fmla="*/ 143587 h 380320"/>
                  <a:gd name="connsiteX5" fmla="*/ 762984 w 818790"/>
                  <a:gd name="connsiteY5" fmla="*/ 133414 h 380320"/>
                  <a:gd name="connsiteX6" fmla="*/ 750131 w 818790"/>
                  <a:gd name="connsiteY6" fmla="*/ 122765 h 380320"/>
                  <a:gd name="connsiteX7" fmla="*/ 730137 w 818790"/>
                  <a:gd name="connsiteY7" fmla="*/ 128470 h 380320"/>
                  <a:gd name="connsiteX8" fmla="*/ 710524 w 818790"/>
                  <a:gd name="connsiteY8" fmla="*/ 125427 h 380320"/>
                  <a:gd name="connsiteX9" fmla="*/ 695005 w 818790"/>
                  <a:gd name="connsiteY9" fmla="*/ 114303 h 380320"/>
                  <a:gd name="connsiteX10" fmla="*/ 683390 w 818790"/>
                  <a:gd name="connsiteY10" fmla="*/ 127138 h 380320"/>
                  <a:gd name="connsiteX11" fmla="*/ 662539 w 818790"/>
                  <a:gd name="connsiteY11" fmla="*/ 91198 h 380320"/>
                  <a:gd name="connsiteX12" fmla="*/ 625694 w 818790"/>
                  <a:gd name="connsiteY12" fmla="*/ 47746 h 380320"/>
                  <a:gd name="connsiteX13" fmla="*/ 619886 w 818790"/>
                  <a:gd name="connsiteY13" fmla="*/ 32629 h 380320"/>
                  <a:gd name="connsiteX14" fmla="*/ 606557 w 818790"/>
                  <a:gd name="connsiteY14" fmla="*/ 31298 h 380320"/>
                  <a:gd name="connsiteX15" fmla="*/ 588372 w 818790"/>
                  <a:gd name="connsiteY15" fmla="*/ 41471 h 380320"/>
                  <a:gd name="connsiteX16" fmla="*/ 566569 w 818790"/>
                  <a:gd name="connsiteY16" fmla="*/ 50409 h 380320"/>
                  <a:gd name="connsiteX17" fmla="*/ 551431 w 818790"/>
                  <a:gd name="connsiteY17" fmla="*/ 53927 h 380320"/>
                  <a:gd name="connsiteX18" fmla="*/ 558572 w 818790"/>
                  <a:gd name="connsiteY18" fmla="*/ 41091 h 380320"/>
                  <a:gd name="connsiteX19" fmla="*/ 547909 w 818790"/>
                  <a:gd name="connsiteY19" fmla="*/ 39760 h 380320"/>
                  <a:gd name="connsiteX20" fmla="*/ 538388 w 818790"/>
                  <a:gd name="connsiteY20" fmla="*/ 38429 h 380320"/>
                  <a:gd name="connsiteX21" fmla="*/ 532580 w 818790"/>
                  <a:gd name="connsiteY21" fmla="*/ 37097 h 380320"/>
                  <a:gd name="connsiteX22" fmla="*/ 525059 w 818790"/>
                  <a:gd name="connsiteY22" fmla="*/ 32153 h 380320"/>
                  <a:gd name="connsiteX23" fmla="*/ 506779 w 818790"/>
                  <a:gd name="connsiteY23" fmla="*/ 35291 h 380320"/>
                  <a:gd name="connsiteX24" fmla="*/ 509064 w 818790"/>
                  <a:gd name="connsiteY24" fmla="*/ 26829 h 380320"/>
                  <a:gd name="connsiteX25" fmla="*/ 505446 w 818790"/>
                  <a:gd name="connsiteY25" fmla="*/ 12662 h 380320"/>
                  <a:gd name="connsiteX26" fmla="*/ 492593 w 818790"/>
                  <a:gd name="connsiteY26" fmla="*/ 4675 h 380320"/>
                  <a:gd name="connsiteX27" fmla="*/ 477074 w 818790"/>
                  <a:gd name="connsiteY27" fmla="*/ 2488 h 380320"/>
                  <a:gd name="connsiteX28" fmla="*/ 452129 w 818790"/>
                  <a:gd name="connsiteY28" fmla="*/ 8193 h 380320"/>
                  <a:gd name="connsiteX29" fmla="*/ 422805 w 818790"/>
                  <a:gd name="connsiteY29" fmla="*/ 17701 h 380320"/>
                  <a:gd name="connsiteX30" fmla="*/ 394243 w 818790"/>
                  <a:gd name="connsiteY30" fmla="*/ 23026 h 380320"/>
                  <a:gd name="connsiteX31" fmla="*/ 373868 w 818790"/>
                  <a:gd name="connsiteY31" fmla="*/ 29206 h 380320"/>
                  <a:gd name="connsiteX32" fmla="*/ 343592 w 818790"/>
                  <a:gd name="connsiteY32" fmla="*/ 35481 h 380320"/>
                  <a:gd name="connsiteX33" fmla="*/ 319599 w 818790"/>
                  <a:gd name="connsiteY33" fmla="*/ 38143 h 380320"/>
                  <a:gd name="connsiteX34" fmla="*/ 302748 w 818790"/>
                  <a:gd name="connsiteY34" fmla="*/ 38999 h 380320"/>
                  <a:gd name="connsiteX35" fmla="*/ 303604 w 818790"/>
                  <a:gd name="connsiteY35" fmla="*/ 55828 h 380320"/>
                  <a:gd name="connsiteX36" fmla="*/ 321408 w 818790"/>
                  <a:gd name="connsiteY36" fmla="*/ 64766 h 380320"/>
                  <a:gd name="connsiteX37" fmla="*/ 300082 w 818790"/>
                  <a:gd name="connsiteY37" fmla="*/ 68284 h 380320"/>
                  <a:gd name="connsiteX38" fmla="*/ 296464 w 818790"/>
                  <a:gd name="connsiteY38" fmla="*/ 82451 h 380320"/>
                  <a:gd name="connsiteX39" fmla="*/ 284087 w 818790"/>
                  <a:gd name="connsiteY39" fmla="*/ 93100 h 380320"/>
                  <a:gd name="connsiteX40" fmla="*/ 289418 w 818790"/>
                  <a:gd name="connsiteY40" fmla="*/ 103844 h 380320"/>
                  <a:gd name="connsiteX41" fmla="*/ 303604 w 818790"/>
                  <a:gd name="connsiteY41" fmla="*/ 108217 h 380320"/>
                  <a:gd name="connsiteX42" fmla="*/ 308936 w 818790"/>
                  <a:gd name="connsiteY42" fmla="*/ 122479 h 380320"/>
                  <a:gd name="connsiteX43" fmla="*/ 296464 w 818790"/>
                  <a:gd name="connsiteY43" fmla="*/ 129515 h 380320"/>
                  <a:gd name="connsiteX44" fmla="*/ 281421 w 818790"/>
                  <a:gd name="connsiteY44" fmla="*/ 123335 h 380320"/>
                  <a:gd name="connsiteX45" fmla="*/ 274280 w 818790"/>
                  <a:gd name="connsiteY45" fmla="*/ 132843 h 380320"/>
                  <a:gd name="connsiteX46" fmla="*/ 264760 w 818790"/>
                  <a:gd name="connsiteY46" fmla="*/ 126568 h 380320"/>
                  <a:gd name="connsiteX47" fmla="*/ 251430 w 818790"/>
                  <a:gd name="connsiteY47" fmla="*/ 120388 h 380320"/>
                  <a:gd name="connsiteX48" fmla="*/ 231913 w 818790"/>
                  <a:gd name="connsiteY48" fmla="*/ 119532 h 380320"/>
                  <a:gd name="connsiteX49" fmla="*/ 220393 w 818790"/>
                  <a:gd name="connsiteY49" fmla="*/ 118581 h 380320"/>
                  <a:gd name="connsiteX50" fmla="*/ 200780 w 818790"/>
                  <a:gd name="connsiteY50" fmla="*/ 124856 h 380320"/>
                  <a:gd name="connsiteX51" fmla="*/ 181738 w 818790"/>
                  <a:gd name="connsiteY51" fmla="*/ 126568 h 380320"/>
                  <a:gd name="connsiteX52" fmla="*/ 170218 w 818790"/>
                  <a:gd name="connsiteY52" fmla="*/ 126568 h 380320"/>
                  <a:gd name="connsiteX53" fmla="*/ 164886 w 818790"/>
                  <a:gd name="connsiteY53" fmla="*/ 123906 h 380320"/>
                  <a:gd name="connsiteX54" fmla="*/ 147939 w 818790"/>
                  <a:gd name="connsiteY54" fmla="*/ 109739 h 380320"/>
                  <a:gd name="connsiteX55" fmla="*/ 124899 w 818790"/>
                  <a:gd name="connsiteY55" fmla="*/ 102608 h 380320"/>
                  <a:gd name="connsiteX56" fmla="*/ 110618 w 818790"/>
                  <a:gd name="connsiteY56" fmla="*/ 102608 h 380320"/>
                  <a:gd name="connsiteX57" fmla="*/ 99954 w 818790"/>
                  <a:gd name="connsiteY57" fmla="*/ 102608 h 380320"/>
                  <a:gd name="connsiteX58" fmla="*/ 84816 w 818790"/>
                  <a:gd name="connsiteY58" fmla="*/ 107076 h 380320"/>
                  <a:gd name="connsiteX59" fmla="*/ 63490 w 818790"/>
                  <a:gd name="connsiteY59" fmla="*/ 116584 h 380320"/>
                  <a:gd name="connsiteX60" fmla="*/ 52826 w 818790"/>
                  <a:gd name="connsiteY60" fmla="*/ 126093 h 380320"/>
                  <a:gd name="connsiteX61" fmla="*/ 47494 w 818790"/>
                  <a:gd name="connsiteY61" fmla="*/ 136741 h 380320"/>
                  <a:gd name="connsiteX62" fmla="*/ 45781 w 818790"/>
                  <a:gd name="connsiteY62" fmla="*/ 149197 h 380320"/>
                  <a:gd name="connsiteX63" fmla="*/ 29786 w 818790"/>
                  <a:gd name="connsiteY63" fmla="*/ 135886 h 380320"/>
                  <a:gd name="connsiteX64" fmla="*/ 18170 w 818790"/>
                  <a:gd name="connsiteY64" fmla="*/ 143017 h 380320"/>
                  <a:gd name="connsiteX65" fmla="*/ 7507 w 818790"/>
                  <a:gd name="connsiteY65" fmla="*/ 155377 h 380320"/>
                  <a:gd name="connsiteX66" fmla="*/ 13791 w 818790"/>
                  <a:gd name="connsiteY66" fmla="*/ 164885 h 380320"/>
                  <a:gd name="connsiteX67" fmla="*/ 6650 w 818790"/>
                  <a:gd name="connsiteY67" fmla="*/ 171065 h 380320"/>
                  <a:gd name="connsiteX68" fmla="*/ 2175 w 818790"/>
                  <a:gd name="connsiteY68" fmla="*/ 183521 h 380320"/>
                  <a:gd name="connsiteX69" fmla="*/ 13791 w 818790"/>
                  <a:gd name="connsiteY69" fmla="*/ 191508 h 380320"/>
                  <a:gd name="connsiteX70" fmla="*/ 17313 w 818790"/>
                  <a:gd name="connsiteY70" fmla="*/ 202157 h 380320"/>
                  <a:gd name="connsiteX71" fmla="*/ 31499 w 818790"/>
                  <a:gd name="connsiteY71" fmla="*/ 201301 h 380320"/>
                  <a:gd name="connsiteX72" fmla="*/ 43972 w 818790"/>
                  <a:gd name="connsiteY72" fmla="*/ 215468 h 380320"/>
                  <a:gd name="connsiteX73" fmla="*/ 46638 w 818790"/>
                  <a:gd name="connsiteY73" fmla="*/ 227923 h 380320"/>
                  <a:gd name="connsiteX74" fmla="*/ 51112 w 818790"/>
                  <a:gd name="connsiteY74" fmla="*/ 236766 h 380320"/>
                  <a:gd name="connsiteX75" fmla="*/ 57587 w 818790"/>
                  <a:gd name="connsiteY75" fmla="*/ 240664 h 380320"/>
                  <a:gd name="connsiteX76" fmla="*/ 61204 w 818790"/>
                  <a:gd name="connsiteY76" fmla="*/ 238002 h 380320"/>
                  <a:gd name="connsiteX77" fmla="*/ 103287 w 818790"/>
                  <a:gd name="connsiteY77" fmla="*/ 224406 h 380320"/>
                  <a:gd name="connsiteX78" fmla="*/ 134039 w 818790"/>
                  <a:gd name="connsiteY78" fmla="*/ 230300 h 380320"/>
                  <a:gd name="connsiteX79" fmla="*/ 136419 w 818790"/>
                  <a:gd name="connsiteY79" fmla="*/ 259870 h 380320"/>
                  <a:gd name="connsiteX80" fmla="*/ 116901 w 818790"/>
                  <a:gd name="connsiteY80" fmla="*/ 265195 h 380320"/>
                  <a:gd name="connsiteX81" fmla="*/ 91957 w 818790"/>
                  <a:gd name="connsiteY81" fmla="*/ 274037 h 380320"/>
                  <a:gd name="connsiteX82" fmla="*/ 89005 w 818790"/>
                  <a:gd name="connsiteY82" fmla="*/ 285352 h 380320"/>
                  <a:gd name="connsiteX83" fmla="*/ 78913 w 818790"/>
                  <a:gd name="connsiteY83" fmla="*/ 291817 h 380320"/>
                  <a:gd name="connsiteX84" fmla="*/ 94337 w 818790"/>
                  <a:gd name="connsiteY84" fmla="*/ 304843 h 380320"/>
                  <a:gd name="connsiteX85" fmla="*/ 100906 w 818790"/>
                  <a:gd name="connsiteY85" fmla="*/ 320246 h 380320"/>
                  <a:gd name="connsiteX86" fmla="*/ 115092 w 818790"/>
                  <a:gd name="connsiteY86" fmla="*/ 328518 h 380320"/>
                  <a:gd name="connsiteX87" fmla="*/ 124613 w 818790"/>
                  <a:gd name="connsiteY87" fmla="*/ 338597 h 380320"/>
                  <a:gd name="connsiteX88" fmla="*/ 131087 w 818790"/>
                  <a:gd name="connsiteY88" fmla="*/ 362842 h 380320"/>
                  <a:gd name="connsiteX89" fmla="*/ 133563 w 818790"/>
                  <a:gd name="connsiteY89" fmla="*/ 349341 h 380320"/>
                  <a:gd name="connsiteX90" fmla="*/ 154318 w 818790"/>
                  <a:gd name="connsiteY90" fmla="*/ 338407 h 380320"/>
                  <a:gd name="connsiteX91" fmla="*/ 178787 w 818790"/>
                  <a:gd name="connsiteY91" fmla="*/ 357423 h 380320"/>
                  <a:gd name="connsiteX92" fmla="*/ 193068 w 818790"/>
                  <a:gd name="connsiteY92" fmla="*/ 360560 h 380320"/>
                  <a:gd name="connsiteX93" fmla="*/ 195448 w 818790"/>
                  <a:gd name="connsiteY93" fmla="*/ 272136 h 380320"/>
                  <a:gd name="connsiteX94" fmla="*/ 246099 w 818790"/>
                  <a:gd name="connsiteY94" fmla="*/ 258634 h 380320"/>
                  <a:gd name="connsiteX95" fmla="*/ 247813 w 818790"/>
                  <a:gd name="connsiteY95" fmla="*/ 255211 h 380320"/>
                  <a:gd name="connsiteX96" fmla="*/ 266188 w 818790"/>
                  <a:gd name="connsiteY96" fmla="*/ 255877 h 380320"/>
                  <a:gd name="connsiteX97" fmla="*/ 274471 w 818790"/>
                  <a:gd name="connsiteY97" fmla="*/ 246369 h 380320"/>
                  <a:gd name="connsiteX98" fmla="*/ 279231 w 818790"/>
                  <a:gd name="connsiteY98" fmla="*/ 258159 h 380320"/>
                  <a:gd name="connsiteX99" fmla="*/ 289894 w 818790"/>
                  <a:gd name="connsiteY99" fmla="*/ 284496 h 380320"/>
                  <a:gd name="connsiteX100" fmla="*/ 313316 w 818790"/>
                  <a:gd name="connsiteY100" fmla="*/ 309978 h 380320"/>
                  <a:gd name="connsiteX101" fmla="*/ 339403 w 818790"/>
                  <a:gd name="connsiteY101" fmla="*/ 308456 h 380320"/>
                  <a:gd name="connsiteX102" fmla="*/ 379771 w 818790"/>
                  <a:gd name="connsiteY102" fmla="*/ 309978 h 380320"/>
                  <a:gd name="connsiteX103" fmla="*/ 395671 w 818790"/>
                  <a:gd name="connsiteY103" fmla="*/ 321863 h 380320"/>
                  <a:gd name="connsiteX104" fmla="*/ 400336 w 818790"/>
                  <a:gd name="connsiteY104" fmla="*/ 340879 h 380320"/>
                  <a:gd name="connsiteX105" fmla="*/ 411475 w 818790"/>
                  <a:gd name="connsiteY105" fmla="*/ 361511 h 380320"/>
                  <a:gd name="connsiteX106" fmla="*/ 428898 w 818790"/>
                  <a:gd name="connsiteY106" fmla="*/ 366265 h 380320"/>
                  <a:gd name="connsiteX107" fmla="*/ 445465 w 818790"/>
                  <a:gd name="connsiteY107" fmla="*/ 376534 h 380320"/>
                  <a:gd name="connsiteX108" fmla="*/ 454985 w 818790"/>
                  <a:gd name="connsiteY108" fmla="*/ 373301 h 380320"/>
                  <a:gd name="connsiteX109" fmla="*/ 475550 w 818790"/>
                  <a:gd name="connsiteY109" fmla="*/ 357518 h 380320"/>
                  <a:gd name="connsiteX110" fmla="*/ 487070 w 818790"/>
                  <a:gd name="connsiteY110" fmla="*/ 356377 h 380320"/>
                  <a:gd name="connsiteX111" fmla="*/ 493164 w 818790"/>
                  <a:gd name="connsiteY111" fmla="*/ 345252 h 380320"/>
                  <a:gd name="connsiteX112" fmla="*/ 505636 w 818790"/>
                  <a:gd name="connsiteY112" fmla="*/ 331656 h 380320"/>
                  <a:gd name="connsiteX113" fmla="*/ 532866 w 818790"/>
                  <a:gd name="connsiteY113" fmla="*/ 331085 h 380320"/>
                  <a:gd name="connsiteX114" fmla="*/ 550670 w 818790"/>
                  <a:gd name="connsiteY114" fmla="*/ 328138 h 380320"/>
                  <a:gd name="connsiteX115" fmla="*/ 571330 w 818790"/>
                  <a:gd name="connsiteY115" fmla="*/ 319866 h 380320"/>
                  <a:gd name="connsiteX116" fmla="*/ 597988 w 818790"/>
                  <a:gd name="connsiteY116" fmla="*/ 327472 h 380320"/>
                  <a:gd name="connsiteX117" fmla="*/ 649591 w 818790"/>
                  <a:gd name="connsiteY117" fmla="*/ 330515 h 380320"/>
                  <a:gd name="connsiteX118" fmla="*/ 668633 w 818790"/>
                  <a:gd name="connsiteY118" fmla="*/ 335839 h 380320"/>
                  <a:gd name="connsiteX119" fmla="*/ 685390 w 818790"/>
                  <a:gd name="connsiteY119" fmla="*/ 342305 h 380320"/>
                  <a:gd name="connsiteX120" fmla="*/ 685390 w 818790"/>
                  <a:gd name="connsiteY120" fmla="*/ 334128 h 380320"/>
                  <a:gd name="connsiteX121" fmla="*/ 696053 w 818790"/>
                  <a:gd name="connsiteY121" fmla="*/ 319105 h 380320"/>
                  <a:gd name="connsiteX122" fmla="*/ 688055 w 818790"/>
                  <a:gd name="connsiteY122" fmla="*/ 296857 h 380320"/>
                  <a:gd name="connsiteX123" fmla="*/ 683581 w 818790"/>
                  <a:gd name="connsiteY123" fmla="*/ 279552 h 380320"/>
                  <a:gd name="connsiteX124" fmla="*/ 695100 w 818790"/>
                  <a:gd name="connsiteY124" fmla="*/ 271755 h 380320"/>
                  <a:gd name="connsiteX125" fmla="*/ 714142 w 818790"/>
                  <a:gd name="connsiteY125" fmla="*/ 268047 h 380320"/>
                  <a:gd name="connsiteX126" fmla="*/ 728423 w 818790"/>
                  <a:gd name="connsiteY126" fmla="*/ 271755 h 380320"/>
                  <a:gd name="connsiteX127" fmla="*/ 728423 w 818790"/>
                  <a:gd name="connsiteY127" fmla="*/ 262247 h 380320"/>
                  <a:gd name="connsiteX128" fmla="*/ 740800 w 818790"/>
                  <a:gd name="connsiteY128" fmla="*/ 223740 h 380320"/>
                  <a:gd name="connsiteX129" fmla="*/ 754320 w 818790"/>
                  <a:gd name="connsiteY129" fmla="*/ 223740 h 380320"/>
                  <a:gd name="connsiteX130" fmla="*/ 772791 w 818790"/>
                  <a:gd name="connsiteY130" fmla="*/ 225356 h 380320"/>
                  <a:gd name="connsiteX131" fmla="*/ 791832 w 818790"/>
                  <a:gd name="connsiteY131" fmla="*/ 218415 h 380320"/>
                  <a:gd name="connsiteX132" fmla="*/ 788975 w 818790"/>
                  <a:gd name="connsiteY132" fmla="*/ 202442 h 380320"/>
                  <a:gd name="connsiteX133" fmla="*/ 802020 w 818790"/>
                  <a:gd name="connsiteY133" fmla="*/ 187229 h 380320"/>
                  <a:gd name="connsiteX134" fmla="*/ 810683 w 818790"/>
                  <a:gd name="connsiteY134" fmla="*/ 176200 h 380320"/>
                  <a:gd name="connsiteX135" fmla="*/ 817633 w 818790"/>
                  <a:gd name="connsiteY135" fmla="*/ 163364 h 380320"/>
                  <a:gd name="connsiteX136" fmla="*/ 812968 w 818790"/>
                  <a:gd name="connsiteY136" fmla="*/ 157089 h 380320"/>
                  <a:gd name="connsiteX137" fmla="*/ 305794 w 818790"/>
                  <a:gd name="connsiteY137" fmla="*/ 244182 h 380320"/>
                  <a:gd name="connsiteX138" fmla="*/ 277993 w 818790"/>
                  <a:gd name="connsiteY138" fmla="*/ 236576 h 380320"/>
                  <a:gd name="connsiteX139" fmla="*/ 305794 w 818790"/>
                  <a:gd name="connsiteY139" fmla="*/ 244182 h 380320"/>
                  <a:gd name="connsiteX140" fmla="*/ 642260 w 818790"/>
                  <a:gd name="connsiteY140" fmla="*/ 242090 h 380320"/>
                  <a:gd name="connsiteX141" fmla="*/ 574091 w 818790"/>
                  <a:gd name="connsiteY141" fmla="*/ 249697 h 380320"/>
                  <a:gd name="connsiteX142" fmla="*/ 563427 w 818790"/>
                  <a:gd name="connsiteY142" fmla="*/ 275178 h 380320"/>
                  <a:gd name="connsiteX143" fmla="*/ 561047 w 818790"/>
                  <a:gd name="connsiteY143" fmla="*/ 242661 h 380320"/>
                  <a:gd name="connsiteX144" fmla="*/ 612650 w 818790"/>
                  <a:gd name="connsiteY144" fmla="*/ 234959 h 380320"/>
                  <a:gd name="connsiteX145" fmla="*/ 663015 w 818790"/>
                  <a:gd name="connsiteY145" fmla="*/ 232582 h 380320"/>
                  <a:gd name="connsiteX146" fmla="*/ 642260 w 818790"/>
                  <a:gd name="connsiteY146" fmla="*/ 241710 h 38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</a:cxnLst>
                <a:rect l="l" t="t" r="r" b="b"/>
                <a:pathLst>
                  <a:path w="818790" h="380320">
                    <a:moveTo>
                      <a:pt x="812968" y="157089"/>
                    </a:moveTo>
                    <a:cubicBezTo>
                      <a:pt x="812302" y="152905"/>
                      <a:pt x="808779" y="154712"/>
                      <a:pt x="805827" y="156423"/>
                    </a:cubicBezTo>
                    <a:cubicBezTo>
                      <a:pt x="800710" y="158347"/>
                      <a:pt x="795300" y="159376"/>
                      <a:pt x="789833" y="159466"/>
                    </a:cubicBezTo>
                    <a:cubicBezTo>
                      <a:pt x="786215" y="159466"/>
                      <a:pt x="779741" y="154712"/>
                      <a:pt x="779741" y="151099"/>
                    </a:cubicBezTo>
                    <a:cubicBezTo>
                      <a:pt x="779741" y="147486"/>
                      <a:pt x="778979" y="143587"/>
                      <a:pt x="775456" y="143587"/>
                    </a:cubicBezTo>
                    <a:cubicBezTo>
                      <a:pt x="771933" y="143587"/>
                      <a:pt x="766506" y="141781"/>
                      <a:pt x="762984" y="133414"/>
                    </a:cubicBezTo>
                    <a:cubicBezTo>
                      <a:pt x="759461" y="125047"/>
                      <a:pt x="754130" y="124952"/>
                      <a:pt x="750131" y="122765"/>
                    </a:cubicBezTo>
                    <a:cubicBezTo>
                      <a:pt x="746132" y="120578"/>
                      <a:pt x="734993" y="126758"/>
                      <a:pt x="730137" y="128470"/>
                    </a:cubicBezTo>
                    <a:cubicBezTo>
                      <a:pt x="725281" y="130181"/>
                      <a:pt x="716808" y="126758"/>
                      <a:pt x="710524" y="125427"/>
                    </a:cubicBezTo>
                    <a:cubicBezTo>
                      <a:pt x="704241" y="124096"/>
                      <a:pt x="701003" y="112971"/>
                      <a:pt x="695005" y="114303"/>
                    </a:cubicBezTo>
                    <a:cubicBezTo>
                      <a:pt x="689007" y="115634"/>
                      <a:pt x="687864" y="127138"/>
                      <a:pt x="683390" y="127138"/>
                    </a:cubicBezTo>
                    <a:cubicBezTo>
                      <a:pt x="678915" y="127138"/>
                      <a:pt x="671013" y="104129"/>
                      <a:pt x="662539" y="91198"/>
                    </a:cubicBezTo>
                    <a:cubicBezTo>
                      <a:pt x="654066" y="78267"/>
                      <a:pt x="639023" y="52595"/>
                      <a:pt x="625694" y="47746"/>
                    </a:cubicBezTo>
                    <a:cubicBezTo>
                      <a:pt x="612364" y="42897"/>
                      <a:pt x="616173" y="36147"/>
                      <a:pt x="619886" y="32629"/>
                    </a:cubicBezTo>
                    <a:cubicBezTo>
                      <a:pt x="623599" y="29111"/>
                      <a:pt x="611889" y="28160"/>
                      <a:pt x="606557" y="31298"/>
                    </a:cubicBezTo>
                    <a:cubicBezTo>
                      <a:pt x="601014" y="35541"/>
                      <a:pt x="594890" y="38967"/>
                      <a:pt x="588372" y="41471"/>
                    </a:cubicBezTo>
                    <a:cubicBezTo>
                      <a:pt x="582088" y="42802"/>
                      <a:pt x="573234" y="52595"/>
                      <a:pt x="566569" y="50409"/>
                    </a:cubicBezTo>
                    <a:cubicBezTo>
                      <a:pt x="559905" y="48222"/>
                      <a:pt x="557049" y="58776"/>
                      <a:pt x="551431" y="53927"/>
                    </a:cubicBezTo>
                    <a:cubicBezTo>
                      <a:pt x="545814" y="49078"/>
                      <a:pt x="558572" y="45464"/>
                      <a:pt x="558572" y="41091"/>
                    </a:cubicBezTo>
                    <a:cubicBezTo>
                      <a:pt x="558572" y="36717"/>
                      <a:pt x="550098" y="42422"/>
                      <a:pt x="547909" y="39760"/>
                    </a:cubicBezTo>
                    <a:cubicBezTo>
                      <a:pt x="545719" y="37097"/>
                      <a:pt x="538388" y="34435"/>
                      <a:pt x="538388" y="38429"/>
                    </a:cubicBezTo>
                    <a:cubicBezTo>
                      <a:pt x="538388" y="42422"/>
                      <a:pt x="532580" y="40140"/>
                      <a:pt x="532580" y="37097"/>
                    </a:cubicBezTo>
                    <a:cubicBezTo>
                      <a:pt x="532580" y="34055"/>
                      <a:pt x="528581" y="28160"/>
                      <a:pt x="525059" y="32153"/>
                    </a:cubicBezTo>
                    <a:cubicBezTo>
                      <a:pt x="521536" y="36147"/>
                      <a:pt x="509444" y="38429"/>
                      <a:pt x="506779" y="35291"/>
                    </a:cubicBezTo>
                    <a:cubicBezTo>
                      <a:pt x="504113" y="32153"/>
                      <a:pt x="508588" y="30822"/>
                      <a:pt x="509064" y="26829"/>
                    </a:cubicBezTo>
                    <a:cubicBezTo>
                      <a:pt x="509540" y="22835"/>
                      <a:pt x="504589" y="17321"/>
                      <a:pt x="505446" y="12662"/>
                    </a:cubicBezTo>
                    <a:cubicBezTo>
                      <a:pt x="506303" y="8003"/>
                      <a:pt x="497067" y="3154"/>
                      <a:pt x="492593" y="4675"/>
                    </a:cubicBezTo>
                    <a:cubicBezTo>
                      <a:pt x="487328" y="5911"/>
                      <a:pt x="481791" y="5131"/>
                      <a:pt x="477074" y="2488"/>
                    </a:cubicBezTo>
                    <a:cubicBezTo>
                      <a:pt x="472123" y="206"/>
                      <a:pt x="453081" y="3819"/>
                      <a:pt x="452129" y="8193"/>
                    </a:cubicBezTo>
                    <a:cubicBezTo>
                      <a:pt x="451177" y="12567"/>
                      <a:pt x="427280" y="16180"/>
                      <a:pt x="422805" y="17701"/>
                    </a:cubicBezTo>
                    <a:cubicBezTo>
                      <a:pt x="413414" y="20111"/>
                      <a:pt x="403872" y="21889"/>
                      <a:pt x="394243" y="23026"/>
                    </a:cubicBezTo>
                    <a:cubicBezTo>
                      <a:pt x="388054" y="23881"/>
                      <a:pt x="381866" y="29206"/>
                      <a:pt x="373868" y="29206"/>
                    </a:cubicBezTo>
                    <a:cubicBezTo>
                      <a:pt x="363401" y="28624"/>
                      <a:pt x="352963" y="30787"/>
                      <a:pt x="343592" y="35481"/>
                    </a:cubicBezTo>
                    <a:cubicBezTo>
                      <a:pt x="336547" y="40806"/>
                      <a:pt x="324550" y="36337"/>
                      <a:pt x="319599" y="38143"/>
                    </a:cubicBezTo>
                    <a:cubicBezTo>
                      <a:pt x="314649" y="39950"/>
                      <a:pt x="305413" y="37193"/>
                      <a:pt x="302748" y="38999"/>
                    </a:cubicBezTo>
                    <a:cubicBezTo>
                      <a:pt x="300082" y="40806"/>
                      <a:pt x="300939" y="51455"/>
                      <a:pt x="303604" y="55828"/>
                    </a:cubicBezTo>
                    <a:cubicBezTo>
                      <a:pt x="306270" y="60202"/>
                      <a:pt x="320456" y="62103"/>
                      <a:pt x="321408" y="64766"/>
                    </a:cubicBezTo>
                    <a:cubicBezTo>
                      <a:pt x="322360" y="67428"/>
                      <a:pt x="307127" y="67428"/>
                      <a:pt x="300082" y="68284"/>
                    </a:cubicBezTo>
                    <a:cubicBezTo>
                      <a:pt x="293036" y="69139"/>
                      <a:pt x="294750" y="77792"/>
                      <a:pt x="296464" y="82451"/>
                    </a:cubicBezTo>
                    <a:cubicBezTo>
                      <a:pt x="298177" y="87110"/>
                      <a:pt x="289418" y="91388"/>
                      <a:pt x="284087" y="93100"/>
                    </a:cubicBezTo>
                    <a:cubicBezTo>
                      <a:pt x="278755" y="94811"/>
                      <a:pt x="284087" y="103844"/>
                      <a:pt x="289418" y="103844"/>
                    </a:cubicBezTo>
                    <a:cubicBezTo>
                      <a:pt x="294750" y="103844"/>
                      <a:pt x="298939" y="108217"/>
                      <a:pt x="303604" y="108217"/>
                    </a:cubicBezTo>
                    <a:cubicBezTo>
                      <a:pt x="308270" y="108217"/>
                      <a:pt x="308936" y="117155"/>
                      <a:pt x="308936" y="122479"/>
                    </a:cubicBezTo>
                    <a:cubicBezTo>
                      <a:pt x="308936" y="127804"/>
                      <a:pt x="303604" y="129515"/>
                      <a:pt x="296464" y="129515"/>
                    </a:cubicBezTo>
                    <a:cubicBezTo>
                      <a:pt x="289323" y="129515"/>
                      <a:pt x="285801" y="124191"/>
                      <a:pt x="281421" y="123335"/>
                    </a:cubicBezTo>
                    <a:cubicBezTo>
                      <a:pt x="277042" y="122479"/>
                      <a:pt x="277803" y="131322"/>
                      <a:pt x="274280" y="132843"/>
                    </a:cubicBezTo>
                    <a:cubicBezTo>
                      <a:pt x="270758" y="134364"/>
                      <a:pt x="269806" y="126568"/>
                      <a:pt x="264760" y="126568"/>
                    </a:cubicBezTo>
                    <a:cubicBezTo>
                      <a:pt x="259714" y="126568"/>
                      <a:pt x="253239" y="125712"/>
                      <a:pt x="251430" y="120388"/>
                    </a:cubicBezTo>
                    <a:cubicBezTo>
                      <a:pt x="249622" y="115063"/>
                      <a:pt x="237244" y="114112"/>
                      <a:pt x="231913" y="119532"/>
                    </a:cubicBezTo>
                    <a:cubicBezTo>
                      <a:pt x="226581" y="124952"/>
                      <a:pt x="224772" y="122194"/>
                      <a:pt x="220393" y="118581"/>
                    </a:cubicBezTo>
                    <a:cubicBezTo>
                      <a:pt x="216013" y="114968"/>
                      <a:pt x="202589" y="120388"/>
                      <a:pt x="200780" y="124856"/>
                    </a:cubicBezTo>
                    <a:cubicBezTo>
                      <a:pt x="198971" y="129325"/>
                      <a:pt x="189260" y="131037"/>
                      <a:pt x="181738" y="126568"/>
                    </a:cubicBezTo>
                    <a:cubicBezTo>
                      <a:pt x="174217" y="122099"/>
                      <a:pt x="170218" y="120388"/>
                      <a:pt x="170218" y="126568"/>
                    </a:cubicBezTo>
                    <a:cubicBezTo>
                      <a:pt x="170218" y="132748"/>
                      <a:pt x="164886" y="127424"/>
                      <a:pt x="164886" y="123906"/>
                    </a:cubicBezTo>
                    <a:cubicBezTo>
                      <a:pt x="164886" y="120388"/>
                      <a:pt x="153271" y="113257"/>
                      <a:pt x="147939" y="109739"/>
                    </a:cubicBezTo>
                    <a:cubicBezTo>
                      <a:pt x="142607" y="106221"/>
                      <a:pt x="125756" y="106221"/>
                      <a:pt x="124899" y="102608"/>
                    </a:cubicBezTo>
                    <a:cubicBezTo>
                      <a:pt x="124042" y="98995"/>
                      <a:pt x="113283" y="96427"/>
                      <a:pt x="110618" y="102608"/>
                    </a:cubicBezTo>
                    <a:cubicBezTo>
                      <a:pt x="107952" y="108788"/>
                      <a:pt x="103572" y="104414"/>
                      <a:pt x="99954" y="102608"/>
                    </a:cubicBezTo>
                    <a:cubicBezTo>
                      <a:pt x="96336" y="100801"/>
                      <a:pt x="88434" y="105270"/>
                      <a:pt x="84816" y="107076"/>
                    </a:cubicBezTo>
                    <a:cubicBezTo>
                      <a:pt x="78330" y="111487"/>
                      <a:pt x="71108" y="114707"/>
                      <a:pt x="63490" y="116584"/>
                    </a:cubicBezTo>
                    <a:cubicBezTo>
                      <a:pt x="57301" y="116584"/>
                      <a:pt x="60824" y="124571"/>
                      <a:pt x="52826" y="126093"/>
                    </a:cubicBezTo>
                    <a:cubicBezTo>
                      <a:pt x="44829" y="127614"/>
                      <a:pt x="46638" y="133224"/>
                      <a:pt x="47494" y="136741"/>
                    </a:cubicBezTo>
                    <a:cubicBezTo>
                      <a:pt x="48351" y="140259"/>
                      <a:pt x="52826" y="146249"/>
                      <a:pt x="45781" y="149197"/>
                    </a:cubicBezTo>
                    <a:cubicBezTo>
                      <a:pt x="38735" y="152144"/>
                      <a:pt x="36260" y="140355"/>
                      <a:pt x="29786" y="135886"/>
                    </a:cubicBezTo>
                    <a:cubicBezTo>
                      <a:pt x="23312" y="131417"/>
                      <a:pt x="18170" y="136741"/>
                      <a:pt x="18170" y="143017"/>
                    </a:cubicBezTo>
                    <a:cubicBezTo>
                      <a:pt x="18170" y="149292"/>
                      <a:pt x="11125" y="149197"/>
                      <a:pt x="7507" y="155377"/>
                    </a:cubicBezTo>
                    <a:cubicBezTo>
                      <a:pt x="3889" y="161557"/>
                      <a:pt x="13791" y="162508"/>
                      <a:pt x="13791" y="164885"/>
                    </a:cubicBezTo>
                    <a:cubicBezTo>
                      <a:pt x="13791" y="167262"/>
                      <a:pt x="8459" y="170210"/>
                      <a:pt x="6650" y="171065"/>
                    </a:cubicBezTo>
                    <a:cubicBezTo>
                      <a:pt x="4841" y="171921"/>
                      <a:pt x="462" y="180573"/>
                      <a:pt x="2175" y="183521"/>
                    </a:cubicBezTo>
                    <a:cubicBezTo>
                      <a:pt x="3889" y="186468"/>
                      <a:pt x="14648" y="185327"/>
                      <a:pt x="13791" y="191508"/>
                    </a:cubicBezTo>
                    <a:cubicBezTo>
                      <a:pt x="12934" y="197688"/>
                      <a:pt x="11982" y="203963"/>
                      <a:pt x="17313" y="202157"/>
                    </a:cubicBezTo>
                    <a:cubicBezTo>
                      <a:pt x="21952" y="201020"/>
                      <a:pt x="26758" y="200730"/>
                      <a:pt x="31499" y="201301"/>
                    </a:cubicBezTo>
                    <a:cubicBezTo>
                      <a:pt x="35118" y="201301"/>
                      <a:pt x="37783" y="208337"/>
                      <a:pt x="43972" y="215468"/>
                    </a:cubicBezTo>
                    <a:cubicBezTo>
                      <a:pt x="50160" y="222599"/>
                      <a:pt x="52826" y="226117"/>
                      <a:pt x="46638" y="227923"/>
                    </a:cubicBezTo>
                    <a:cubicBezTo>
                      <a:pt x="40449" y="229730"/>
                      <a:pt x="43115" y="233248"/>
                      <a:pt x="51112" y="236766"/>
                    </a:cubicBezTo>
                    <a:cubicBezTo>
                      <a:pt x="53380" y="237874"/>
                      <a:pt x="55547" y="239179"/>
                      <a:pt x="57587" y="240664"/>
                    </a:cubicBezTo>
                    <a:cubicBezTo>
                      <a:pt x="58824" y="239808"/>
                      <a:pt x="60062" y="238953"/>
                      <a:pt x="61204" y="238002"/>
                    </a:cubicBezTo>
                    <a:cubicBezTo>
                      <a:pt x="72526" y="227474"/>
                      <a:pt x="87936" y="222495"/>
                      <a:pt x="103287" y="224406"/>
                    </a:cubicBezTo>
                    <a:cubicBezTo>
                      <a:pt x="116901" y="227923"/>
                      <a:pt x="128136" y="222028"/>
                      <a:pt x="134039" y="230300"/>
                    </a:cubicBezTo>
                    <a:cubicBezTo>
                      <a:pt x="139942" y="238572"/>
                      <a:pt x="134039" y="253975"/>
                      <a:pt x="136419" y="259870"/>
                    </a:cubicBezTo>
                    <a:cubicBezTo>
                      <a:pt x="138799" y="265765"/>
                      <a:pt x="125756" y="266431"/>
                      <a:pt x="116901" y="265195"/>
                    </a:cubicBezTo>
                    <a:cubicBezTo>
                      <a:pt x="108047" y="263959"/>
                      <a:pt x="89577" y="268713"/>
                      <a:pt x="91957" y="274037"/>
                    </a:cubicBezTo>
                    <a:cubicBezTo>
                      <a:pt x="94337" y="279362"/>
                      <a:pt x="100906" y="291817"/>
                      <a:pt x="89005" y="285352"/>
                    </a:cubicBezTo>
                    <a:cubicBezTo>
                      <a:pt x="77104" y="278886"/>
                      <a:pt x="72439" y="291817"/>
                      <a:pt x="78913" y="291817"/>
                    </a:cubicBezTo>
                    <a:cubicBezTo>
                      <a:pt x="85387" y="291817"/>
                      <a:pt x="94337" y="299519"/>
                      <a:pt x="94337" y="304843"/>
                    </a:cubicBezTo>
                    <a:cubicBezTo>
                      <a:pt x="94337" y="310168"/>
                      <a:pt x="94908" y="322053"/>
                      <a:pt x="100906" y="320246"/>
                    </a:cubicBezTo>
                    <a:cubicBezTo>
                      <a:pt x="106904" y="318440"/>
                      <a:pt x="106809" y="329089"/>
                      <a:pt x="115092" y="328518"/>
                    </a:cubicBezTo>
                    <a:cubicBezTo>
                      <a:pt x="123375" y="327948"/>
                      <a:pt x="131087" y="330895"/>
                      <a:pt x="124613" y="338597"/>
                    </a:cubicBezTo>
                    <a:cubicBezTo>
                      <a:pt x="118139" y="346298"/>
                      <a:pt x="128707" y="367596"/>
                      <a:pt x="131087" y="362842"/>
                    </a:cubicBezTo>
                    <a:cubicBezTo>
                      <a:pt x="132611" y="359895"/>
                      <a:pt x="131087" y="353334"/>
                      <a:pt x="133563" y="349341"/>
                    </a:cubicBezTo>
                    <a:cubicBezTo>
                      <a:pt x="128993" y="338407"/>
                      <a:pt x="148605" y="338407"/>
                      <a:pt x="154318" y="338407"/>
                    </a:cubicBezTo>
                    <a:cubicBezTo>
                      <a:pt x="160031" y="338407"/>
                      <a:pt x="171741" y="347915"/>
                      <a:pt x="178787" y="357423"/>
                    </a:cubicBezTo>
                    <a:cubicBezTo>
                      <a:pt x="185832" y="366931"/>
                      <a:pt x="193068" y="360560"/>
                      <a:pt x="193068" y="360560"/>
                    </a:cubicBezTo>
                    <a:lnTo>
                      <a:pt x="195448" y="272136"/>
                    </a:lnTo>
                    <a:lnTo>
                      <a:pt x="246099" y="258634"/>
                    </a:lnTo>
                    <a:cubicBezTo>
                      <a:pt x="246515" y="257422"/>
                      <a:pt x="247091" y="256271"/>
                      <a:pt x="247813" y="255211"/>
                    </a:cubicBezTo>
                    <a:cubicBezTo>
                      <a:pt x="254382" y="245703"/>
                      <a:pt x="263141" y="253595"/>
                      <a:pt x="266188" y="255877"/>
                    </a:cubicBezTo>
                    <a:cubicBezTo>
                      <a:pt x="269234" y="258159"/>
                      <a:pt x="267330" y="245798"/>
                      <a:pt x="274471" y="246369"/>
                    </a:cubicBezTo>
                    <a:cubicBezTo>
                      <a:pt x="281611" y="246939"/>
                      <a:pt x="273899" y="258159"/>
                      <a:pt x="279231" y="258159"/>
                    </a:cubicBezTo>
                    <a:cubicBezTo>
                      <a:pt x="284563" y="258159"/>
                      <a:pt x="292846" y="272896"/>
                      <a:pt x="289894" y="284496"/>
                    </a:cubicBezTo>
                    <a:cubicBezTo>
                      <a:pt x="298831" y="291880"/>
                      <a:pt x="306712" y="300454"/>
                      <a:pt x="313316" y="309978"/>
                    </a:cubicBezTo>
                    <a:cubicBezTo>
                      <a:pt x="314934" y="314732"/>
                      <a:pt x="335499" y="306840"/>
                      <a:pt x="339403" y="308456"/>
                    </a:cubicBezTo>
                    <a:cubicBezTo>
                      <a:pt x="352818" y="309752"/>
                      <a:pt x="366297" y="310260"/>
                      <a:pt x="379771" y="309978"/>
                    </a:cubicBezTo>
                    <a:cubicBezTo>
                      <a:pt x="385293" y="309978"/>
                      <a:pt x="389292" y="320246"/>
                      <a:pt x="395671" y="321863"/>
                    </a:cubicBezTo>
                    <a:cubicBezTo>
                      <a:pt x="402050" y="323479"/>
                      <a:pt x="399574" y="333748"/>
                      <a:pt x="400336" y="340879"/>
                    </a:cubicBezTo>
                    <a:cubicBezTo>
                      <a:pt x="401098" y="348010"/>
                      <a:pt x="410714" y="355141"/>
                      <a:pt x="411475" y="361511"/>
                    </a:cubicBezTo>
                    <a:cubicBezTo>
                      <a:pt x="412237" y="367881"/>
                      <a:pt x="422520" y="364649"/>
                      <a:pt x="428898" y="366265"/>
                    </a:cubicBezTo>
                    <a:cubicBezTo>
                      <a:pt x="435277" y="367881"/>
                      <a:pt x="444703" y="370163"/>
                      <a:pt x="445465" y="376534"/>
                    </a:cubicBezTo>
                    <a:cubicBezTo>
                      <a:pt x="446226" y="382904"/>
                      <a:pt x="454224" y="378055"/>
                      <a:pt x="454985" y="373301"/>
                    </a:cubicBezTo>
                    <a:cubicBezTo>
                      <a:pt x="455747" y="368547"/>
                      <a:pt x="463649" y="362272"/>
                      <a:pt x="475550" y="357518"/>
                    </a:cubicBezTo>
                    <a:cubicBezTo>
                      <a:pt x="479116" y="355723"/>
                      <a:pt x="483222" y="355317"/>
                      <a:pt x="487070" y="356377"/>
                    </a:cubicBezTo>
                    <a:cubicBezTo>
                      <a:pt x="488185" y="352237"/>
                      <a:pt x="490274" y="348423"/>
                      <a:pt x="493164" y="345252"/>
                    </a:cubicBezTo>
                    <a:cubicBezTo>
                      <a:pt x="497258" y="343541"/>
                      <a:pt x="504970" y="337551"/>
                      <a:pt x="505636" y="331656"/>
                    </a:cubicBezTo>
                    <a:cubicBezTo>
                      <a:pt x="506303" y="325761"/>
                      <a:pt x="522203" y="325761"/>
                      <a:pt x="532866" y="331085"/>
                    </a:cubicBezTo>
                    <a:cubicBezTo>
                      <a:pt x="543529" y="336410"/>
                      <a:pt x="550003" y="336410"/>
                      <a:pt x="550670" y="328138"/>
                    </a:cubicBezTo>
                    <a:cubicBezTo>
                      <a:pt x="551336" y="319866"/>
                      <a:pt x="566665" y="317489"/>
                      <a:pt x="571330" y="319866"/>
                    </a:cubicBezTo>
                    <a:cubicBezTo>
                      <a:pt x="575995" y="322243"/>
                      <a:pt x="590943" y="330515"/>
                      <a:pt x="597988" y="327472"/>
                    </a:cubicBezTo>
                    <a:cubicBezTo>
                      <a:pt x="605034" y="324430"/>
                      <a:pt x="640737" y="328138"/>
                      <a:pt x="649591" y="330515"/>
                    </a:cubicBezTo>
                    <a:cubicBezTo>
                      <a:pt x="658445" y="332892"/>
                      <a:pt x="660826" y="326902"/>
                      <a:pt x="668633" y="335839"/>
                    </a:cubicBezTo>
                    <a:cubicBezTo>
                      <a:pt x="675107" y="343256"/>
                      <a:pt x="678154" y="336600"/>
                      <a:pt x="685390" y="342305"/>
                    </a:cubicBezTo>
                    <a:cubicBezTo>
                      <a:pt x="685390" y="340023"/>
                      <a:pt x="685390" y="337171"/>
                      <a:pt x="685390" y="334128"/>
                    </a:cubicBezTo>
                    <a:cubicBezTo>
                      <a:pt x="685390" y="328423"/>
                      <a:pt x="694339" y="323479"/>
                      <a:pt x="696053" y="319105"/>
                    </a:cubicBezTo>
                    <a:cubicBezTo>
                      <a:pt x="697766" y="314732"/>
                      <a:pt x="688055" y="301325"/>
                      <a:pt x="688055" y="296857"/>
                    </a:cubicBezTo>
                    <a:cubicBezTo>
                      <a:pt x="688055" y="292388"/>
                      <a:pt x="688055" y="281834"/>
                      <a:pt x="683581" y="279552"/>
                    </a:cubicBezTo>
                    <a:cubicBezTo>
                      <a:pt x="679105" y="277270"/>
                      <a:pt x="692054" y="271565"/>
                      <a:pt x="695100" y="271755"/>
                    </a:cubicBezTo>
                    <a:cubicBezTo>
                      <a:pt x="701765" y="271755"/>
                      <a:pt x="711095" y="265195"/>
                      <a:pt x="714142" y="268047"/>
                    </a:cubicBezTo>
                    <a:cubicBezTo>
                      <a:pt x="718309" y="270941"/>
                      <a:pt x="723373" y="272256"/>
                      <a:pt x="728423" y="271755"/>
                    </a:cubicBezTo>
                    <a:cubicBezTo>
                      <a:pt x="734231" y="271755"/>
                      <a:pt x="731756" y="265195"/>
                      <a:pt x="728423" y="262247"/>
                    </a:cubicBezTo>
                    <a:cubicBezTo>
                      <a:pt x="725091" y="259300"/>
                      <a:pt x="738706" y="232773"/>
                      <a:pt x="740800" y="223740"/>
                    </a:cubicBezTo>
                    <a:cubicBezTo>
                      <a:pt x="742895" y="214707"/>
                      <a:pt x="747751" y="222884"/>
                      <a:pt x="754320" y="223740"/>
                    </a:cubicBezTo>
                    <a:cubicBezTo>
                      <a:pt x="760519" y="223549"/>
                      <a:pt x="766719" y="224092"/>
                      <a:pt x="772791" y="225356"/>
                    </a:cubicBezTo>
                    <a:cubicBezTo>
                      <a:pt x="779898" y="226343"/>
                      <a:pt x="787032" y="223742"/>
                      <a:pt x="791832" y="218415"/>
                    </a:cubicBezTo>
                    <a:cubicBezTo>
                      <a:pt x="794688" y="213947"/>
                      <a:pt x="788500" y="212711"/>
                      <a:pt x="788975" y="202442"/>
                    </a:cubicBezTo>
                    <a:cubicBezTo>
                      <a:pt x="789452" y="192173"/>
                      <a:pt x="795545" y="187229"/>
                      <a:pt x="802020" y="187229"/>
                    </a:cubicBezTo>
                    <a:cubicBezTo>
                      <a:pt x="808494" y="187229"/>
                      <a:pt x="810683" y="181144"/>
                      <a:pt x="810683" y="176200"/>
                    </a:cubicBezTo>
                    <a:cubicBezTo>
                      <a:pt x="810683" y="171256"/>
                      <a:pt x="816015" y="168974"/>
                      <a:pt x="817633" y="163364"/>
                    </a:cubicBezTo>
                    <a:cubicBezTo>
                      <a:pt x="815576" y="161696"/>
                      <a:pt x="813972" y="159538"/>
                      <a:pt x="812968" y="157089"/>
                    </a:cubicBezTo>
                    <a:close/>
                    <a:moveTo>
                      <a:pt x="305794" y="244182"/>
                    </a:moveTo>
                    <a:cubicBezTo>
                      <a:pt x="303414" y="247415"/>
                      <a:pt x="279993" y="241330"/>
                      <a:pt x="277993" y="236576"/>
                    </a:cubicBezTo>
                    <a:cubicBezTo>
                      <a:pt x="275994" y="231822"/>
                      <a:pt x="310840" y="236861"/>
                      <a:pt x="305794" y="244182"/>
                    </a:cubicBezTo>
                    <a:close/>
                    <a:moveTo>
                      <a:pt x="642260" y="242090"/>
                    </a:moveTo>
                    <a:cubicBezTo>
                      <a:pt x="625694" y="242090"/>
                      <a:pt x="588944" y="233818"/>
                      <a:pt x="574091" y="249697"/>
                    </a:cubicBezTo>
                    <a:cubicBezTo>
                      <a:pt x="559238" y="265575"/>
                      <a:pt x="569997" y="274037"/>
                      <a:pt x="563427" y="275178"/>
                    </a:cubicBezTo>
                    <a:cubicBezTo>
                      <a:pt x="556858" y="276319"/>
                      <a:pt x="552764" y="250933"/>
                      <a:pt x="561047" y="242661"/>
                    </a:cubicBezTo>
                    <a:cubicBezTo>
                      <a:pt x="569331" y="234389"/>
                      <a:pt x="596084" y="230776"/>
                      <a:pt x="612650" y="234959"/>
                    </a:cubicBezTo>
                    <a:cubicBezTo>
                      <a:pt x="629216" y="239143"/>
                      <a:pt x="658826" y="231441"/>
                      <a:pt x="663015" y="232582"/>
                    </a:cubicBezTo>
                    <a:cubicBezTo>
                      <a:pt x="667204" y="233723"/>
                      <a:pt x="658826" y="241710"/>
                      <a:pt x="642260" y="24171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45" name="Freeform 2846">
                <a:extLst>
                  <a:ext uri="{FF2B5EF4-FFF2-40B4-BE49-F238E27FC236}">
                    <a16:creationId xmlns:a16="http://schemas.microsoft.com/office/drawing/2014/main" id="{15C909F2-D7AD-F235-B881-1607781E0DC9}"/>
                  </a:ext>
                </a:extLst>
              </p:cNvPr>
              <p:cNvSpPr/>
              <p:nvPr/>
            </p:nvSpPr>
            <p:spPr>
              <a:xfrm>
                <a:off x="12885055" y="2426868"/>
                <a:ext cx="8059401" cy="3071459"/>
              </a:xfrm>
              <a:custGeom>
                <a:avLst/>
                <a:gdLst>
                  <a:gd name="connsiteX0" fmla="*/ 53673 w 3417973"/>
                  <a:gd name="connsiteY0" fmla="*/ 947551 h 1302598"/>
                  <a:gd name="connsiteX1" fmla="*/ 41582 w 3417973"/>
                  <a:gd name="connsiteY1" fmla="*/ 943082 h 1302598"/>
                  <a:gd name="connsiteX2" fmla="*/ 29490 w 3417973"/>
                  <a:gd name="connsiteY2" fmla="*/ 941941 h 1302598"/>
                  <a:gd name="connsiteX3" fmla="*/ 32537 w 3417973"/>
                  <a:gd name="connsiteY3" fmla="*/ 944984 h 1302598"/>
                  <a:gd name="connsiteX4" fmla="*/ 26063 w 3417973"/>
                  <a:gd name="connsiteY4" fmla="*/ 955918 h 1302598"/>
                  <a:gd name="connsiteX5" fmla="*/ 16542 w 3417973"/>
                  <a:gd name="connsiteY5" fmla="*/ 955918 h 1302598"/>
                  <a:gd name="connsiteX6" fmla="*/ 2928 w 3417973"/>
                  <a:gd name="connsiteY6" fmla="*/ 956869 h 1302598"/>
                  <a:gd name="connsiteX7" fmla="*/ 1785 w 3417973"/>
                  <a:gd name="connsiteY7" fmla="*/ 961528 h 1302598"/>
                  <a:gd name="connsiteX8" fmla="*/ 11877 w 3417973"/>
                  <a:gd name="connsiteY8" fmla="*/ 965236 h 1302598"/>
                  <a:gd name="connsiteX9" fmla="*/ 63956 w 3417973"/>
                  <a:gd name="connsiteY9" fmla="*/ 967423 h 1302598"/>
                  <a:gd name="connsiteX10" fmla="*/ 64717 w 3417973"/>
                  <a:gd name="connsiteY10" fmla="*/ 954207 h 1302598"/>
                  <a:gd name="connsiteX11" fmla="*/ 53673 w 3417973"/>
                  <a:gd name="connsiteY11" fmla="*/ 947551 h 1302598"/>
                  <a:gd name="connsiteX12" fmla="*/ 911118 w 3417973"/>
                  <a:gd name="connsiteY12" fmla="*/ 36112 h 1302598"/>
                  <a:gd name="connsiteX13" fmla="*/ 921115 w 3417973"/>
                  <a:gd name="connsiteY13" fmla="*/ 18998 h 1302598"/>
                  <a:gd name="connsiteX14" fmla="*/ 901597 w 3417973"/>
                  <a:gd name="connsiteY14" fmla="*/ 25463 h 1302598"/>
                  <a:gd name="connsiteX15" fmla="*/ 877891 w 3417973"/>
                  <a:gd name="connsiteY15" fmla="*/ 34401 h 1302598"/>
                  <a:gd name="connsiteX16" fmla="*/ 911118 w 3417973"/>
                  <a:gd name="connsiteY16" fmla="*/ 36112 h 1302598"/>
                  <a:gd name="connsiteX17" fmla="*/ 1025368 w 3417973"/>
                  <a:gd name="connsiteY17" fmla="*/ 365185 h 1302598"/>
                  <a:gd name="connsiteX18" fmla="*/ 1056120 w 3417973"/>
                  <a:gd name="connsiteY18" fmla="*/ 358054 h 1302598"/>
                  <a:gd name="connsiteX19" fmla="*/ 1034222 w 3417973"/>
                  <a:gd name="connsiteY19" fmla="*/ 349211 h 1302598"/>
                  <a:gd name="connsiteX20" fmla="*/ 1025463 w 3417973"/>
                  <a:gd name="connsiteY20" fmla="*/ 365090 h 1302598"/>
                  <a:gd name="connsiteX21" fmla="*/ 1463326 w 3417973"/>
                  <a:gd name="connsiteY21" fmla="*/ 62734 h 1302598"/>
                  <a:gd name="connsiteX22" fmla="*/ 1458565 w 3417973"/>
                  <a:gd name="connsiteY22" fmla="*/ 70436 h 1302598"/>
                  <a:gd name="connsiteX23" fmla="*/ 1444379 w 3417973"/>
                  <a:gd name="connsiteY23" fmla="*/ 77567 h 1302598"/>
                  <a:gd name="connsiteX24" fmla="*/ 1462183 w 3417973"/>
                  <a:gd name="connsiteY24" fmla="*/ 89357 h 1302598"/>
                  <a:gd name="connsiteX25" fmla="*/ 1485890 w 3417973"/>
                  <a:gd name="connsiteY25" fmla="*/ 75190 h 1302598"/>
                  <a:gd name="connsiteX26" fmla="*/ 1541015 w 3417973"/>
                  <a:gd name="connsiteY26" fmla="*/ 58646 h 1302598"/>
                  <a:gd name="connsiteX27" fmla="*/ 1546347 w 3417973"/>
                  <a:gd name="connsiteY27" fmla="*/ 42102 h 1302598"/>
                  <a:gd name="connsiteX28" fmla="*/ 1537969 w 3417973"/>
                  <a:gd name="connsiteY28" fmla="*/ 32594 h 1302598"/>
                  <a:gd name="connsiteX29" fmla="*/ 1523211 w 3417973"/>
                  <a:gd name="connsiteY29" fmla="*/ 11867 h 1302598"/>
                  <a:gd name="connsiteX30" fmla="*/ 1494173 w 3417973"/>
                  <a:gd name="connsiteY30" fmla="*/ 21945 h 1302598"/>
                  <a:gd name="connsiteX31" fmla="*/ 1471609 w 3417973"/>
                  <a:gd name="connsiteY31" fmla="*/ 35542 h 1302598"/>
                  <a:gd name="connsiteX32" fmla="*/ 1462754 w 3417973"/>
                  <a:gd name="connsiteY32" fmla="*/ 49138 h 1302598"/>
                  <a:gd name="connsiteX33" fmla="*/ 1463326 w 3417973"/>
                  <a:gd name="connsiteY33" fmla="*/ 62639 h 1302598"/>
                  <a:gd name="connsiteX34" fmla="*/ 1494744 w 3417973"/>
                  <a:gd name="connsiteY34" fmla="*/ 79373 h 1302598"/>
                  <a:gd name="connsiteX35" fmla="*/ 1481129 w 3417973"/>
                  <a:gd name="connsiteY35" fmla="*/ 97058 h 1302598"/>
                  <a:gd name="connsiteX36" fmla="*/ 1495982 w 3417973"/>
                  <a:gd name="connsiteY36" fmla="*/ 101242 h 1302598"/>
                  <a:gd name="connsiteX37" fmla="*/ 1515024 w 3417973"/>
                  <a:gd name="connsiteY37" fmla="*/ 114838 h 1302598"/>
                  <a:gd name="connsiteX38" fmla="*/ 1572148 w 3417973"/>
                  <a:gd name="connsiteY38" fmla="*/ 126628 h 1302598"/>
                  <a:gd name="connsiteX39" fmla="*/ 1585858 w 3417973"/>
                  <a:gd name="connsiteY39" fmla="*/ 111891 h 1302598"/>
                  <a:gd name="connsiteX40" fmla="*/ 1594713 w 3417973"/>
                  <a:gd name="connsiteY40" fmla="*/ 89357 h 1302598"/>
                  <a:gd name="connsiteX41" fmla="*/ 1565103 w 3417973"/>
                  <a:gd name="connsiteY41" fmla="*/ 76236 h 1302598"/>
                  <a:gd name="connsiteX42" fmla="*/ 1550251 w 3417973"/>
                  <a:gd name="connsiteY42" fmla="*/ 67393 h 1302598"/>
                  <a:gd name="connsiteX43" fmla="*/ 1494744 w 3417973"/>
                  <a:gd name="connsiteY43" fmla="*/ 79278 h 1302598"/>
                  <a:gd name="connsiteX44" fmla="*/ 1198456 w 3417973"/>
                  <a:gd name="connsiteY44" fmla="*/ 374122 h 1302598"/>
                  <a:gd name="connsiteX45" fmla="*/ 1213880 w 3417973"/>
                  <a:gd name="connsiteY45" fmla="*/ 367657 h 1302598"/>
                  <a:gd name="connsiteX46" fmla="*/ 1198456 w 3417973"/>
                  <a:gd name="connsiteY46" fmla="*/ 373932 h 1302598"/>
                  <a:gd name="connsiteX47" fmla="*/ 1447902 w 3417973"/>
                  <a:gd name="connsiteY47" fmla="*/ 20804 h 1302598"/>
                  <a:gd name="connsiteX48" fmla="*/ 1421244 w 3417973"/>
                  <a:gd name="connsiteY48" fmla="*/ 24417 h 1302598"/>
                  <a:gd name="connsiteX49" fmla="*/ 1447902 w 3417973"/>
                  <a:gd name="connsiteY49" fmla="*/ 20614 h 1302598"/>
                  <a:gd name="connsiteX50" fmla="*/ 3191925 w 3417973"/>
                  <a:gd name="connsiteY50" fmla="*/ 449711 h 1302598"/>
                  <a:gd name="connsiteX51" fmla="*/ 3220488 w 3417973"/>
                  <a:gd name="connsiteY51" fmla="*/ 449045 h 1302598"/>
                  <a:gd name="connsiteX52" fmla="*/ 3262569 w 3417973"/>
                  <a:gd name="connsiteY52" fmla="*/ 444386 h 1302598"/>
                  <a:gd name="connsiteX53" fmla="*/ 3240672 w 3417973"/>
                  <a:gd name="connsiteY53" fmla="*/ 427177 h 1302598"/>
                  <a:gd name="connsiteX54" fmla="*/ 3191925 w 3417973"/>
                  <a:gd name="connsiteY54" fmla="*/ 449711 h 1302598"/>
                  <a:gd name="connsiteX55" fmla="*/ 1586620 w 3417973"/>
                  <a:gd name="connsiteY55" fmla="*/ 162664 h 1302598"/>
                  <a:gd name="connsiteX56" fmla="*/ 1639365 w 3417973"/>
                  <a:gd name="connsiteY56" fmla="*/ 157339 h 1302598"/>
                  <a:gd name="connsiteX57" fmla="*/ 1708677 w 3417973"/>
                  <a:gd name="connsiteY57" fmla="*/ 134235 h 1302598"/>
                  <a:gd name="connsiteX58" fmla="*/ 1682590 w 3417973"/>
                  <a:gd name="connsiteY58" fmla="*/ 117120 h 1302598"/>
                  <a:gd name="connsiteX59" fmla="*/ 1653551 w 3417973"/>
                  <a:gd name="connsiteY59" fmla="*/ 123015 h 1302598"/>
                  <a:gd name="connsiteX60" fmla="*/ 1655932 w 3417973"/>
                  <a:gd name="connsiteY60" fmla="*/ 112366 h 1302598"/>
                  <a:gd name="connsiteX61" fmla="*/ 1644126 w 3417973"/>
                  <a:gd name="connsiteY61" fmla="*/ 99340 h 1302598"/>
                  <a:gd name="connsiteX62" fmla="*/ 1622799 w 3417973"/>
                  <a:gd name="connsiteY62" fmla="*/ 107042 h 1302598"/>
                  <a:gd name="connsiteX63" fmla="*/ 1615659 w 3417973"/>
                  <a:gd name="connsiteY63" fmla="*/ 123015 h 1302598"/>
                  <a:gd name="connsiteX64" fmla="*/ 1600806 w 3417973"/>
                  <a:gd name="connsiteY64" fmla="*/ 134235 h 1302598"/>
                  <a:gd name="connsiteX65" fmla="*/ 1586620 w 3417973"/>
                  <a:gd name="connsiteY65" fmla="*/ 162664 h 1302598"/>
                  <a:gd name="connsiteX66" fmla="*/ 2351047 w 3417973"/>
                  <a:gd name="connsiteY66" fmla="*/ 284557 h 1302598"/>
                  <a:gd name="connsiteX67" fmla="*/ 2367041 w 3417973"/>
                  <a:gd name="connsiteY67" fmla="*/ 297583 h 1302598"/>
                  <a:gd name="connsiteX68" fmla="*/ 2396652 w 3417973"/>
                  <a:gd name="connsiteY68" fmla="*/ 292829 h 1302598"/>
                  <a:gd name="connsiteX69" fmla="*/ 2415693 w 3417973"/>
                  <a:gd name="connsiteY69" fmla="*/ 296442 h 1302598"/>
                  <a:gd name="connsiteX70" fmla="*/ 2451301 w 3417973"/>
                  <a:gd name="connsiteY70" fmla="*/ 292829 h 1302598"/>
                  <a:gd name="connsiteX71" fmla="*/ 2449492 w 3417973"/>
                  <a:gd name="connsiteY71" fmla="*/ 269819 h 1302598"/>
                  <a:gd name="connsiteX72" fmla="*/ 2460155 w 3417973"/>
                  <a:gd name="connsiteY72" fmla="*/ 273337 h 1302598"/>
                  <a:gd name="connsiteX73" fmla="*/ 2486242 w 3417973"/>
                  <a:gd name="connsiteY73" fmla="*/ 291688 h 1302598"/>
                  <a:gd name="connsiteX74" fmla="*/ 2500428 w 3417973"/>
                  <a:gd name="connsiteY74" fmla="*/ 274573 h 1302598"/>
                  <a:gd name="connsiteX75" fmla="*/ 2495097 w 3417973"/>
                  <a:gd name="connsiteY75" fmla="*/ 257364 h 1302598"/>
                  <a:gd name="connsiteX76" fmla="*/ 2451872 w 3417973"/>
                  <a:gd name="connsiteY76" fmla="*/ 249092 h 1302598"/>
                  <a:gd name="connsiteX77" fmla="*/ 2423310 w 3417973"/>
                  <a:gd name="connsiteY77" fmla="*/ 256223 h 1302598"/>
                  <a:gd name="connsiteX78" fmla="*/ 2385227 w 3417973"/>
                  <a:gd name="connsiteY78" fmla="*/ 237872 h 1302598"/>
                  <a:gd name="connsiteX79" fmla="*/ 2351047 w 3417973"/>
                  <a:gd name="connsiteY79" fmla="*/ 284557 h 1302598"/>
                  <a:gd name="connsiteX80" fmla="*/ 2474817 w 3417973"/>
                  <a:gd name="connsiteY80" fmla="*/ 360621 h 1302598"/>
                  <a:gd name="connsiteX81" fmla="*/ 2448730 w 3417973"/>
                  <a:gd name="connsiteY81" fmla="*/ 335805 h 1302598"/>
                  <a:gd name="connsiteX82" fmla="*/ 2415503 w 3417973"/>
                  <a:gd name="connsiteY82" fmla="*/ 351113 h 1302598"/>
                  <a:gd name="connsiteX83" fmla="*/ 2474912 w 3417973"/>
                  <a:gd name="connsiteY83" fmla="*/ 360336 h 1302598"/>
                  <a:gd name="connsiteX84" fmla="*/ 2427213 w 3417973"/>
                  <a:gd name="connsiteY84" fmla="*/ 321543 h 1302598"/>
                  <a:gd name="connsiteX85" fmla="*/ 2408171 w 3417973"/>
                  <a:gd name="connsiteY85" fmla="*/ 329244 h 1302598"/>
                  <a:gd name="connsiteX86" fmla="*/ 2427499 w 3417973"/>
                  <a:gd name="connsiteY86" fmla="*/ 321353 h 1302598"/>
                  <a:gd name="connsiteX87" fmla="*/ 2530324 w 3417973"/>
                  <a:gd name="connsiteY87" fmla="*/ 284271 h 1302598"/>
                  <a:gd name="connsiteX88" fmla="*/ 2578880 w 3417973"/>
                  <a:gd name="connsiteY88" fmla="*/ 300815 h 1302598"/>
                  <a:gd name="connsiteX89" fmla="*/ 2626484 w 3417973"/>
                  <a:gd name="connsiteY89" fmla="*/ 291307 h 1302598"/>
                  <a:gd name="connsiteX90" fmla="*/ 2593923 w 3417973"/>
                  <a:gd name="connsiteY90" fmla="*/ 281229 h 1302598"/>
                  <a:gd name="connsiteX91" fmla="*/ 2570787 w 3417973"/>
                  <a:gd name="connsiteY91" fmla="*/ 276475 h 1302598"/>
                  <a:gd name="connsiteX92" fmla="*/ 2543558 w 3417973"/>
                  <a:gd name="connsiteY92" fmla="*/ 270580 h 1302598"/>
                  <a:gd name="connsiteX93" fmla="*/ 2530609 w 3417973"/>
                  <a:gd name="connsiteY93" fmla="*/ 283986 h 1302598"/>
                  <a:gd name="connsiteX94" fmla="*/ 550755 w 3417973"/>
                  <a:gd name="connsiteY94" fmla="*/ 43718 h 1302598"/>
                  <a:gd name="connsiteX95" fmla="*/ 584554 w 3417973"/>
                  <a:gd name="connsiteY95" fmla="*/ 37253 h 1302598"/>
                  <a:gd name="connsiteX96" fmla="*/ 549042 w 3417973"/>
                  <a:gd name="connsiteY96" fmla="*/ 34876 h 1302598"/>
                  <a:gd name="connsiteX97" fmla="*/ 518194 w 3417973"/>
                  <a:gd name="connsiteY97" fmla="*/ 42577 h 1302598"/>
                  <a:gd name="connsiteX98" fmla="*/ 550756 w 3417973"/>
                  <a:gd name="connsiteY98" fmla="*/ 43718 h 1302598"/>
                  <a:gd name="connsiteX99" fmla="*/ 2470152 w 3417973"/>
                  <a:gd name="connsiteY99" fmla="*/ 1043962 h 1302598"/>
                  <a:gd name="connsiteX100" fmla="*/ 2467772 w 3417973"/>
                  <a:gd name="connsiteY100" fmla="*/ 1001271 h 1302598"/>
                  <a:gd name="connsiteX101" fmla="*/ 2454728 w 3417973"/>
                  <a:gd name="connsiteY101" fmla="*/ 977596 h 1302598"/>
                  <a:gd name="connsiteX102" fmla="*/ 2445208 w 3417973"/>
                  <a:gd name="connsiteY102" fmla="*/ 998324 h 1302598"/>
                  <a:gd name="connsiteX103" fmla="*/ 2441114 w 3417973"/>
                  <a:gd name="connsiteY103" fmla="*/ 1020287 h 1302598"/>
                  <a:gd name="connsiteX104" fmla="*/ 2447588 w 3417973"/>
                  <a:gd name="connsiteY104" fmla="*/ 1059936 h 1302598"/>
                  <a:gd name="connsiteX105" fmla="*/ 2445874 w 3417973"/>
                  <a:gd name="connsiteY105" fmla="*/ 1136856 h 1302598"/>
                  <a:gd name="connsiteX106" fmla="*/ 2442256 w 3417973"/>
                  <a:gd name="connsiteY106" fmla="*/ 1193048 h 1302598"/>
                  <a:gd name="connsiteX107" fmla="*/ 2455300 w 3417973"/>
                  <a:gd name="connsiteY107" fmla="*/ 1180022 h 1302598"/>
                  <a:gd name="connsiteX108" fmla="*/ 2472532 w 3417973"/>
                  <a:gd name="connsiteY108" fmla="*/ 1194855 h 1302598"/>
                  <a:gd name="connsiteX109" fmla="*/ 2468914 w 3417973"/>
                  <a:gd name="connsiteY109" fmla="*/ 1177075 h 1302598"/>
                  <a:gd name="connsiteX110" fmla="*/ 2455300 w 3417973"/>
                  <a:gd name="connsiteY110" fmla="*/ 1153400 h 1302598"/>
                  <a:gd name="connsiteX111" fmla="*/ 2461202 w 3417973"/>
                  <a:gd name="connsiteY111" fmla="*/ 1120882 h 1302598"/>
                  <a:gd name="connsiteX112" fmla="*/ 2484909 w 3417973"/>
                  <a:gd name="connsiteY112" fmla="*/ 1118505 h 1302598"/>
                  <a:gd name="connsiteX113" fmla="*/ 2491479 w 3417973"/>
                  <a:gd name="connsiteY113" fmla="*/ 1114892 h 1302598"/>
                  <a:gd name="connsiteX114" fmla="*/ 2470152 w 3417973"/>
                  <a:gd name="connsiteY114" fmla="*/ 1043962 h 1302598"/>
                  <a:gd name="connsiteX115" fmla="*/ 606452 w 3417973"/>
                  <a:gd name="connsiteY115" fmla="*/ 38394 h 1302598"/>
                  <a:gd name="connsiteX116" fmla="*/ 579223 w 3417973"/>
                  <a:gd name="connsiteY116" fmla="*/ 48472 h 1302598"/>
                  <a:gd name="connsiteX117" fmla="*/ 560181 w 3417973"/>
                  <a:gd name="connsiteY117" fmla="*/ 59121 h 1302598"/>
                  <a:gd name="connsiteX118" fmla="*/ 593313 w 3417973"/>
                  <a:gd name="connsiteY118" fmla="*/ 60928 h 1302598"/>
                  <a:gd name="connsiteX119" fmla="*/ 609308 w 3417973"/>
                  <a:gd name="connsiteY119" fmla="*/ 54938 h 1302598"/>
                  <a:gd name="connsiteX120" fmla="*/ 633015 w 3417973"/>
                  <a:gd name="connsiteY120" fmla="*/ 42577 h 1302598"/>
                  <a:gd name="connsiteX121" fmla="*/ 634253 w 3417973"/>
                  <a:gd name="connsiteY121" fmla="*/ 28315 h 1302598"/>
                  <a:gd name="connsiteX122" fmla="*/ 606452 w 3417973"/>
                  <a:gd name="connsiteY122" fmla="*/ 38394 h 1302598"/>
                  <a:gd name="connsiteX123" fmla="*/ 581032 w 3417973"/>
                  <a:gd name="connsiteY123" fmla="*/ 516552 h 1302598"/>
                  <a:gd name="connsiteX124" fmla="*/ 618353 w 3417973"/>
                  <a:gd name="connsiteY124" fmla="*/ 508851 h 1302598"/>
                  <a:gd name="connsiteX125" fmla="*/ 600549 w 3417973"/>
                  <a:gd name="connsiteY125" fmla="*/ 495825 h 1302598"/>
                  <a:gd name="connsiteX126" fmla="*/ 581032 w 3417973"/>
                  <a:gd name="connsiteY126" fmla="*/ 516552 h 1302598"/>
                  <a:gd name="connsiteX127" fmla="*/ 3419758 w 3417973"/>
                  <a:gd name="connsiteY127" fmla="*/ 617432 h 1302598"/>
                  <a:gd name="connsiteX128" fmla="*/ 3390053 w 3417973"/>
                  <a:gd name="connsiteY128" fmla="*/ 596420 h 1302598"/>
                  <a:gd name="connsiteX129" fmla="*/ 3362538 w 3417973"/>
                  <a:gd name="connsiteY129" fmla="*/ 589954 h 1302598"/>
                  <a:gd name="connsiteX130" fmla="*/ 3353017 w 3417973"/>
                  <a:gd name="connsiteY130" fmla="*/ 585200 h 1302598"/>
                  <a:gd name="connsiteX131" fmla="*/ 3326930 w 3417973"/>
                  <a:gd name="connsiteY131" fmla="*/ 585200 h 1302598"/>
                  <a:gd name="connsiteX132" fmla="*/ 3336451 w 3417973"/>
                  <a:gd name="connsiteY132" fmla="*/ 594708 h 1302598"/>
                  <a:gd name="connsiteX133" fmla="*/ 3333500 w 3417973"/>
                  <a:gd name="connsiteY133" fmla="*/ 607354 h 1302598"/>
                  <a:gd name="connsiteX134" fmla="*/ 3320742 w 3417973"/>
                  <a:gd name="connsiteY134" fmla="*/ 601744 h 1302598"/>
                  <a:gd name="connsiteX135" fmla="*/ 3319885 w 3417973"/>
                  <a:gd name="connsiteY135" fmla="*/ 581302 h 1302598"/>
                  <a:gd name="connsiteX136" fmla="*/ 3312173 w 3417973"/>
                  <a:gd name="connsiteY136" fmla="*/ 570653 h 1302598"/>
                  <a:gd name="connsiteX137" fmla="*/ 3273328 w 3417973"/>
                  <a:gd name="connsiteY137" fmla="*/ 547929 h 1302598"/>
                  <a:gd name="connsiteX138" fmla="*/ 3243718 w 3417973"/>
                  <a:gd name="connsiteY138" fmla="*/ 533096 h 1302598"/>
                  <a:gd name="connsiteX139" fmla="*/ 3212014 w 3417973"/>
                  <a:gd name="connsiteY139" fmla="*/ 518644 h 1302598"/>
                  <a:gd name="connsiteX140" fmla="*/ 3156031 w 3417973"/>
                  <a:gd name="connsiteY140" fmla="*/ 495540 h 1302598"/>
                  <a:gd name="connsiteX141" fmla="*/ 3137656 w 3417973"/>
                  <a:gd name="connsiteY141" fmla="*/ 487838 h 1302598"/>
                  <a:gd name="connsiteX142" fmla="*/ 3090528 w 3417973"/>
                  <a:gd name="connsiteY142" fmla="*/ 486032 h 1302598"/>
                  <a:gd name="connsiteX143" fmla="*/ 3072153 w 3417973"/>
                  <a:gd name="connsiteY143" fmla="*/ 488979 h 1302598"/>
                  <a:gd name="connsiteX144" fmla="*/ 3025977 w 3417973"/>
                  <a:gd name="connsiteY144" fmla="*/ 478330 h 1302598"/>
                  <a:gd name="connsiteX145" fmla="*/ 3019408 w 3417973"/>
                  <a:gd name="connsiteY145" fmla="*/ 491071 h 1302598"/>
                  <a:gd name="connsiteX146" fmla="*/ 3028929 w 3417973"/>
                  <a:gd name="connsiteY146" fmla="*/ 507044 h 1302598"/>
                  <a:gd name="connsiteX147" fmla="*/ 3023883 w 3417973"/>
                  <a:gd name="connsiteY147" fmla="*/ 526631 h 1302598"/>
                  <a:gd name="connsiteX148" fmla="*/ 2996367 w 3417973"/>
                  <a:gd name="connsiteY148" fmla="*/ 516267 h 1302598"/>
                  <a:gd name="connsiteX149" fmla="*/ 2976755 w 3417973"/>
                  <a:gd name="connsiteY149" fmla="*/ 503526 h 1302598"/>
                  <a:gd name="connsiteX150" fmla="*/ 2986276 w 3417973"/>
                  <a:gd name="connsiteY150" fmla="*/ 498202 h 1302598"/>
                  <a:gd name="connsiteX151" fmla="*/ 2999567 w 3417973"/>
                  <a:gd name="connsiteY151" fmla="*/ 496049 h 1302598"/>
                  <a:gd name="connsiteX152" fmla="*/ 3001128 w 3417973"/>
                  <a:gd name="connsiteY152" fmla="*/ 492592 h 1302598"/>
                  <a:gd name="connsiteX153" fmla="*/ 2975898 w 3417973"/>
                  <a:gd name="connsiteY153" fmla="*/ 482228 h 1302598"/>
                  <a:gd name="connsiteX154" fmla="*/ 2952191 w 3417973"/>
                  <a:gd name="connsiteY154" fmla="*/ 501244 h 1302598"/>
                  <a:gd name="connsiteX155" fmla="*/ 2902111 w 3417973"/>
                  <a:gd name="connsiteY155" fmla="*/ 495635 h 1302598"/>
                  <a:gd name="connsiteX156" fmla="*/ 2841655 w 3417973"/>
                  <a:gd name="connsiteY156" fmla="*/ 499153 h 1302598"/>
                  <a:gd name="connsiteX157" fmla="*/ 2837561 w 3417973"/>
                  <a:gd name="connsiteY157" fmla="*/ 518169 h 1302598"/>
                  <a:gd name="connsiteX158" fmla="*/ 2832229 w 3417973"/>
                  <a:gd name="connsiteY158" fmla="*/ 499153 h 1302598"/>
                  <a:gd name="connsiteX159" fmla="*/ 2816805 w 3417973"/>
                  <a:gd name="connsiteY159" fmla="*/ 493543 h 1302598"/>
                  <a:gd name="connsiteX160" fmla="*/ 2806141 w 3417973"/>
                  <a:gd name="connsiteY160" fmla="*/ 489359 h 1302598"/>
                  <a:gd name="connsiteX161" fmla="*/ 2809664 w 3417973"/>
                  <a:gd name="connsiteY161" fmla="*/ 476619 h 1302598"/>
                  <a:gd name="connsiteX162" fmla="*/ 2777103 w 3417973"/>
                  <a:gd name="connsiteY162" fmla="*/ 448095 h 1302598"/>
                  <a:gd name="connsiteX163" fmla="*/ 2700937 w 3417973"/>
                  <a:gd name="connsiteY163" fmla="*/ 448095 h 1302598"/>
                  <a:gd name="connsiteX164" fmla="*/ 2654190 w 3417973"/>
                  <a:gd name="connsiteY164" fmla="*/ 450757 h 1302598"/>
                  <a:gd name="connsiteX165" fmla="*/ 2648858 w 3417973"/>
                  <a:gd name="connsiteY165" fmla="*/ 441249 h 1302598"/>
                  <a:gd name="connsiteX166" fmla="*/ 2623628 w 3417973"/>
                  <a:gd name="connsiteY166" fmla="*/ 433833 h 1302598"/>
                  <a:gd name="connsiteX167" fmla="*/ 2615916 w 3417973"/>
                  <a:gd name="connsiteY167" fmla="*/ 430600 h 1302598"/>
                  <a:gd name="connsiteX168" fmla="*/ 2590781 w 3417973"/>
                  <a:gd name="connsiteY168" fmla="*/ 422328 h 1302598"/>
                  <a:gd name="connsiteX169" fmla="*/ 2588686 w 3417973"/>
                  <a:gd name="connsiteY169" fmla="*/ 415767 h 1302598"/>
                  <a:gd name="connsiteX170" fmla="*/ 2604967 w 3417973"/>
                  <a:gd name="connsiteY170" fmla="*/ 408161 h 1302598"/>
                  <a:gd name="connsiteX171" fmla="*/ 2540416 w 3417973"/>
                  <a:gd name="connsiteY171" fmla="*/ 397512 h 1302598"/>
                  <a:gd name="connsiteX172" fmla="*/ 2528515 w 3417973"/>
                  <a:gd name="connsiteY172" fmla="*/ 417003 h 1302598"/>
                  <a:gd name="connsiteX173" fmla="*/ 2507188 w 3417973"/>
                  <a:gd name="connsiteY173" fmla="*/ 415197 h 1302598"/>
                  <a:gd name="connsiteX174" fmla="*/ 2522897 w 3417973"/>
                  <a:gd name="connsiteY174" fmla="*/ 405689 h 1302598"/>
                  <a:gd name="connsiteX175" fmla="*/ 2500428 w 3417973"/>
                  <a:gd name="connsiteY175" fmla="*/ 398843 h 1302598"/>
                  <a:gd name="connsiteX176" fmla="*/ 2511663 w 3417973"/>
                  <a:gd name="connsiteY176" fmla="*/ 393519 h 1302598"/>
                  <a:gd name="connsiteX177" fmla="*/ 2531752 w 3417973"/>
                  <a:gd name="connsiteY177" fmla="*/ 393519 h 1302598"/>
                  <a:gd name="connsiteX178" fmla="*/ 2512710 w 3417973"/>
                  <a:gd name="connsiteY178" fmla="*/ 387624 h 1302598"/>
                  <a:gd name="connsiteX179" fmla="*/ 2457013 w 3417973"/>
                  <a:gd name="connsiteY179" fmla="*/ 380207 h 1302598"/>
                  <a:gd name="connsiteX180" fmla="*/ 2426832 w 3417973"/>
                  <a:gd name="connsiteY180" fmla="*/ 374027 h 1302598"/>
                  <a:gd name="connsiteX181" fmla="*/ 2422357 w 3417973"/>
                  <a:gd name="connsiteY181" fmla="*/ 383535 h 1302598"/>
                  <a:gd name="connsiteX182" fmla="*/ 2404553 w 3417973"/>
                  <a:gd name="connsiteY182" fmla="*/ 389715 h 1302598"/>
                  <a:gd name="connsiteX183" fmla="*/ 2386178 w 3417973"/>
                  <a:gd name="connsiteY183" fmla="*/ 402171 h 1302598"/>
                  <a:gd name="connsiteX184" fmla="*/ 2402173 w 3417973"/>
                  <a:gd name="connsiteY184" fmla="*/ 402171 h 1302598"/>
                  <a:gd name="connsiteX185" fmla="*/ 2396842 w 3417973"/>
                  <a:gd name="connsiteY185" fmla="*/ 412820 h 1302598"/>
                  <a:gd name="connsiteX186" fmla="*/ 2403126 w 3417973"/>
                  <a:gd name="connsiteY186" fmla="*/ 426416 h 1302598"/>
                  <a:gd name="connsiteX187" fmla="*/ 2386845 w 3417973"/>
                  <a:gd name="connsiteY187" fmla="*/ 426416 h 1302598"/>
                  <a:gd name="connsiteX188" fmla="*/ 2367803 w 3417973"/>
                  <a:gd name="connsiteY188" fmla="*/ 425275 h 1302598"/>
                  <a:gd name="connsiteX189" fmla="*/ 2362186 w 3417973"/>
                  <a:gd name="connsiteY189" fmla="*/ 429744 h 1302598"/>
                  <a:gd name="connsiteX190" fmla="*/ 2362186 w 3417973"/>
                  <a:gd name="connsiteY190" fmla="*/ 437731 h 1302598"/>
                  <a:gd name="connsiteX191" fmla="*/ 2346191 w 3417973"/>
                  <a:gd name="connsiteY191" fmla="*/ 428223 h 1302598"/>
                  <a:gd name="connsiteX192" fmla="*/ 2315343 w 3417973"/>
                  <a:gd name="connsiteY192" fmla="*/ 422898 h 1302598"/>
                  <a:gd name="connsiteX193" fmla="*/ 2292303 w 3417973"/>
                  <a:gd name="connsiteY193" fmla="*/ 430600 h 1302598"/>
                  <a:gd name="connsiteX194" fmla="*/ 2262027 w 3417973"/>
                  <a:gd name="connsiteY194" fmla="*/ 419095 h 1302598"/>
                  <a:gd name="connsiteX195" fmla="*/ 2250793 w 3417973"/>
                  <a:gd name="connsiteY195" fmla="*/ 418144 h 1302598"/>
                  <a:gd name="connsiteX196" fmla="*/ 2239843 w 3417973"/>
                  <a:gd name="connsiteY196" fmla="*/ 438872 h 1302598"/>
                  <a:gd name="connsiteX197" fmla="*/ 2227086 w 3417973"/>
                  <a:gd name="connsiteY197" fmla="*/ 454275 h 1302598"/>
                  <a:gd name="connsiteX198" fmla="*/ 2214613 w 3417973"/>
                  <a:gd name="connsiteY198" fmla="*/ 450376 h 1302598"/>
                  <a:gd name="connsiteX199" fmla="*/ 2184718 w 3417973"/>
                  <a:gd name="connsiteY199" fmla="*/ 423469 h 1302598"/>
                  <a:gd name="connsiteX200" fmla="*/ 2166343 w 3417973"/>
                  <a:gd name="connsiteY200" fmla="*/ 403122 h 1302598"/>
                  <a:gd name="connsiteX201" fmla="*/ 2174340 w 3417973"/>
                  <a:gd name="connsiteY201" fmla="*/ 403122 h 1302598"/>
                  <a:gd name="connsiteX202" fmla="*/ 2188907 w 3417973"/>
                  <a:gd name="connsiteY202" fmla="*/ 404548 h 1302598"/>
                  <a:gd name="connsiteX203" fmla="*/ 2185003 w 3417973"/>
                  <a:gd name="connsiteY203" fmla="*/ 390951 h 1302598"/>
                  <a:gd name="connsiteX204" fmla="*/ 2184147 w 3417973"/>
                  <a:gd name="connsiteY204" fmla="*/ 382965 h 1302598"/>
                  <a:gd name="connsiteX205" fmla="*/ 2179958 w 3417973"/>
                  <a:gd name="connsiteY205" fmla="*/ 369083 h 1302598"/>
                  <a:gd name="connsiteX206" fmla="*/ 2176149 w 3417973"/>
                  <a:gd name="connsiteY206" fmla="*/ 361952 h 1302598"/>
                  <a:gd name="connsiteX207" fmla="*/ 2162534 w 3417973"/>
                  <a:gd name="connsiteY207" fmla="*/ 352444 h 1302598"/>
                  <a:gd name="connsiteX208" fmla="*/ 2135781 w 3417973"/>
                  <a:gd name="connsiteY208" fmla="*/ 352444 h 1302598"/>
                  <a:gd name="connsiteX209" fmla="*/ 2128450 w 3417973"/>
                  <a:gd name="connsiteY209" fmla="*/ 351778 h 1302598"/>
                  <a:gd name="connsiteX210" fmla="*/ 2105600 w 3417973"/>
                  <a:gd name="connsiteY210" fmla="*/ 345598 h 1302598"/>
                  <a:gd name="connsiteX211" fmla="*/ 2087796 w 3417973"/>
                  <a:gd name="connsiteY211" fmla="*/ 332287 h 1302598"/>
                  <a:gd name="connsiteX212" fmla="*/ 2078275 w 3417973"/>
                  <a:gd name="connsiteY212" fmla="*/ 341795 h 1302598"/>
                  <a:gd name="connsiteX213" fmla="*/ 2068081 w 3417973"/>
                  <a:gd name="connsiteY213" fmla="*/ 344827 h 1302598"/>
                  <a:gd name="connsiteX214" fmla="*/ 2068183 w 3417973"/>
                  <a:gd name="connsiteY214" fmla="*/ 352159 h 1302598"/>
                  <a:gd name="connsiteX215" fmla="*/ 2068183 w 3417973"/>
                  <a:gd name="connsiteY215" fmla="*/ 367181 h 1302598"/>
                  <a:gd name="connsiteX216" fmla="*/ 2056282 w 3417973"/>
                  <a:gd name="connsiteY216" fmla="*/ 368132 h 1302598"/>
                  <a:gd name="connsiteX217" fmla="*/ 2032004 w 3417973"/>
                  <a:gd name="connsiteY217" fmla="*/ 370509 h 1302598"/>
                  <a:gd name="connsiteX218" fmla="*/ 2005060 w 3417973"/>
                  <a:gd name="connsiteY218" fmla="*/ 365470 h 1302598"/>
                  <a:gd name="connsiteX219" fmla="*/ 1996491 w 3417973"/>
                  <a:gd name="connsiteY219" fmla="*/ 363949 h 1302598"/>
                  <a:gd name="connsiteX220" fmla="*/ 1967929 w 3417973"/>
                  <a:gd name="connsiteY220" fmla="*/ 360145 h 1302598"/>
                  <a:gd name="connsiteX221" fmla="*/ 1976212 w 3417973"/>
                  <a:gd name="connsiteY221" fmla="*/ 350637 h 1302598"/>
                  <a:gd name="connsiteX222" fmla="*/ 1958217 w 3417973"/>
                  <a:gd name="connsiteY222" fmla="*/ 347119 h 1302598"/>
                  <a:gd name="connsiteX223" fmla="*/ 1921182 w 3417973"/>
                  <a:gd name="connsiteY223" fmla="*/ 341415 h 1302598"/>
                  <a:gd name="connsiteX224" fmla="*/ 1870722 w 3417973"/>
                  <a:gd name="connsiteY224" fmla="*/ 347975 h 1302598"/>
                  <a:gd name="connsiteX225" fmla="*/ 1868056 w 3417973"/>
                  <a:gd name="connsiteY225" fmla="*/ 358624 h 1302598"/>
                  <a:gd name="connsiteX226" fmla="*/ 1864818 w 3417973"/>
                  <a:gd name="connsiteY226" fmla="*/ 339133 h 1302598"/>
                  <a:gd name="connsiteX227" fmla="*/ 1854726 w 3417973"/>
                  <a:gd name="connsiteY227" fmla="*/ 336756 h 1302598"/>
                  <a:gd name="connsiteX228" fmla="*/ 1834066 w 3417973"/>
                  <a:gd name="connsiteY228" fmla="*/ 339703 h 1302598"/>
                  <a:gd name="connsiteX229" fmla="*/ 1810931 w 3417973"/>
                  <a:gd name="connsiteY229" fmla="*/ 327818 h 1302598"/>
                  <a:gd name="connsiteX230" fmla="*/ 1788366 w 3417973"/>
                  <a:gd name="connsiteY230" fmla="*/ 340844 h 1302598"/>
                  <a:gd name="connsiteX231" fmla="*/ 1800553 w 3417973"/>
                  <a:gd name="connsiteY231" fmla="*/ 344172 h 1302598"/>
                  <a:gd name="connsiteX232" fmla="*/ 1775989 w 3417973"/>
                  <a:gd name="connsiteY232" fmla="*/ 351208 h 1302598"/>
                  <a:gd name="connsiteX233" fmla="*/ 1745427 w 3417973"/>
                  <a:gd name="connsiteY233" fmla="*/ 361857 h 1302598"/>
                  <a:gd name="connsiteX234" fmla="*/ 1712581 w 3417973"/>
                  <a:gd name="connsiteY234" fmla="*/ 371935 h 1302598"/>
                  <a:gd name="connsiteX235" fmla="*/ 1717627 w 3417973"/>
                  <a:gd name="connsiteY235" fmla="*/ 358054 h 1302598"/>
                  <a:gd name="connsiteX236" fmla="*/ 1736668 w 3417973"/>
                  <a:gd name="connsiteY236" fmla="*/ 348546 h 1302598"/>
                  <a:gd name="connsiteX237" fmla="*/ 1758566 w 3417973"/>
                  <a:gd name="connsiteY237" fmla="*/ 341700 h 1302598"/>
                  <a:gd name="connsiteX238" fmla="*/ 1774561 w 3417973"/>
                  <a:gd name="connsiteY238" fmla="*/ 331051 h 1302598"/>
                  <a:gd name="connsiteX239" fmla="*/ 1795316 w 3417973"/>
                  <a:gd name="connsiteY239" fmla="*/ 318405 h 1302598"/>
                  <a:gd name="connsiteX240" fmla="*/ 1829686 w 3417973"/>
                  <a:gd name="connsiteY240" fmla="*/ 304428 h 1302598"/>
                  <a:gd name="connsiteX241" fmla="*/ 1839207 w 3417973"/>
                  <a:gd name="connsiteY241" fmla="*/ 293779 h 1302598"/>
                  <a:gd name="connsiteX242" fmla="*/ 1863581 w 3417973"/>
                  <a:gd name="connsiteY242" fmla="*/ 284271 h 1302598"/>
                  <a:gd name="connsiteX243" fmla="*/ 1873101 w 3417973"/>
                  <a:gd name="connsiteY243" fmla="*/ 272101 h 1302598"/>
                  <a:gd name="connsiteX244" fmla="*/ 1864247 w 3417973"/>
                  <a:gd name="connsiteY244" fmla="*/ 265350 h 1302598"/>
                  <a:gd name="connsiteX245" fmla="*/ 1874244 w 3417973"/>
                  <a:gd name="connsiteY245" fmla="*/ 261737 h 1302598"/>
                  <a:gd name="connsiteX246" fmla="*/ 1869293 w 3417973"/>
                  <a:gd name="connsiteY246" fmla="*/ 252229 h 1302598"/>
                  <a:gd name="connsiteX247" fmla="*/ 1867484 w 3417973"/>
                  <a:gd name="connsiteY247" fmla="*/ 242721 h 1302598"/>
                  <a:gd name="connsiteX248" fmla="*/ 1854441 w 3417973"/>
                  <a:gd name="connsiteY248" fmla="*/ 240344 h 1302598"/>
                  <a:gd name="connsiteX249" fmla="*/ 1850252 w 3417973"/>
                  <a:gd name="connsiteY249" fmla="*/ 224086 h 1302598"/>
                  <a:gd name="connsiteX250" fmla="*/ 1832828 w 3417973"/>
                  <a:gd name="connsiteY250" fmla="*/ 224656 h 1302598"/>
                  <a:gd name="connsiteX251" fmla="*/ 1803124 w 3417973"/>
                  <a:gd name="connsiteY251" fmla="*/ 216764 h 1302598"/>
                  <a:gd name="connsiteX252" fmla="*/ 1790651 w 3417973"/>
                  <a:gd name="connsiteY252" fmla="*/ 215528 h 1302598"/>
                  <a:gd name="connsiteX253" fmla="*/ 1766087 w 3417973"/>
                  <a:gd name="connsiteY253" fmla="*/ 216099 h 1302598"/>
                  <a:gd name="connsiteX254" fmla="*/ 1753044 w 3417973"/>
                  <a:gd name="connsiteY254" fmla="*/ 223515 h 1302598"/>
                  <a:gd name="connsiteX255" fmla="*/ 1727814 w 3417973"/>
                  <a:gd name="connsiteY255" fmla="*/ 225892 h 1302598"/>
                  <a:gd name="connsiteX256" fmla="*/ 1742381 w 3417973"/>
                  <a:gd name="connsiteY256" fmla="*/ 206876 h 1302598"/>
                  <a:gd name="connsiteX257" fmla="*/ 1709438 w 3417973"/>
                  <a:gd name="connsiteY257" fmla="*/ 204499 h 1302598"/>
                  <a:gd name="connsiteX258" fmla="*/ 1685827 w 3417973"/>
                  <a:gd name="connsiteY258" fmla="*/ 200981 h 1302598"/>
                  <a:gd name="connsiteX259" fmla="*/ 1691730 w 3417973"/>
                  <a:gd name="connsiteY259" fmla="*/ 198604 h 1302598"/>
                  <a:gd name="connsiteX260" fmla="*/ 1710772 w 3417973"/>
                  <a:gd name="connsiteY260" fmla="*/ 191473 h 1302598"/>
                  <a:gd name="connsiteX261" fmla="*/ 1713152 w 3417973"/>
                  <a:gd name="connsiteY261" fmla="*/ 183772 h 1302598"/>
                  <a:gd name="connsiteX262" fmla="*/ 1696205 w 3417973"/>
                  <a:gd name="connsiteY262" fmla="*/ 179683 h 1302598"/>
                  <a:gd name="connsiteX263" fmla="*/ 1675164 w 3417973"/>
                  <a:gd name="connsiteY263" fmla="*/ 174359 h 1302598"/>
                  <a:gd name="connsiteX264" fmla="*/ 1648791 w 3417973"/>
                  <a:gd name="connsiteY264" fmla="*/ 179968 h 1302598"/>
                  <a:gd name="connsiteX265" fmla="*/ 1626608 w 3417973"/>
                  <a:gd name="connsiteY265" fmla="*/ 196512 h 1302598"/>
                  <a:gd name="connsiteX266" fmla="*/ 1612993 w 3417973"/>
                  <a:gd name="connsiteY266" fmla="*/ 214007 h 1302598"/>
                  <a:gd name="connsiteX267" fmla="*/ 1616801 w 3417973"/>
                  <a:gd name="connsiteY267" fmla="*/ 222564 h 1302598"/>
                  <a:gd name="connsiteX268" fmla="*/ 1605567 w 3417973"/>
                  <a:gd name="connsiteY268" fmla="*/ 226082 h 1302598"/>
                  <a:gd name="connsiteX269" fmla="*/ 1574624 w 3417973"/>
                  <a:gd name="connsiteY269" fmla="*/ 231026 h 1302598"/>
                  <a:gd name="connsiteX270" fmla="*/ 1587667 w 3417973"/>
                  <a:gd name="connsiteY270" fmla="*/ 241105 h 1302598"/>
                  <a:gd name="connsiteX271" fmla="*/ 1572624 w 3417973"/>
                  <a:gd name="connsiteY271" fmla="*/ 238157 h 1302598"/>
                  <a:gd name="connsiteX272" fmla="*/ 1555106 w 3417973"/>
                  <a:gd name="connsiteY272" fmla="*/ 241961 h 1302598"/>
                  <a:gd name="connsiteX273" fmla="*/ 1542063 w 3417973"/>
                  <a:gd name="connsiteY273" fmla="*/ 244623 h 1302598"/>
                  <a:gd name="connsiteX274" fmla="*/ 1529019 w 3417973"/>
                  <a:gd name="connsiteY274" fmla="*/ 245574 h 1302598"/>
                  <a:gd name="connsiteX275" fmla="*/ 1534636 w 3417973"/>
                  <a:gd name="connsiteY275" fmla="*/ 234259 h 1302598"/>
                  <a:gd name="connsiteX276" fmla="*/ 1515595 w 3417973"/>
                  <a:gd name="connsiteY276" fmla="*/ 239298 h 1302598"/>
                  <a:gd name="connsiteX277" fmla="*/ 1502266 w 3417973"/>
                  <a:gd name="connsiteY277" fmla="*/ 237207 h 1302598"/>
                  <a:gd name="connsiteX278" fmla="*/ 1489223 w 3417973"/>
                  <a:gd name="connsiteY278" fmla="*/ 243767 h 1302598"/>
                  <a:gd name="connsiteX279" fmla="*/ 1470181 w 3417973"/>
                  <a:gd name="connsiteY279" fmla="*/ 245574 h 1302598"/>
                  <a:gd name="connsiteX280" fmla="*/ 1482367 w 3417973"/>
                  <a:gd name="connsiteY280" fmla="*/ 253846 h 1302598"/>
                  <a:gd name="connsiteX281" fmla="*/ 1449140 w 3417973"/>
                  <a:gd name="connsiteY281" fmla="*/ 258885 h 1302598"/>
                  <a:gd name="connsiteX282" fmla="*/ 1423909 w 3417973"/>
                  <a:gd name="connsiteY282" fmla="*/ 262403 h 1302598"/>
                  <a:gd name="connsiteX283" fmla="*/ 1404868 w 3417973"/>
                  <a:gd name="connsiteY283" fmla="*/ 271245 h 1302598"/>
                  <a:gd name="connsiteX284" fmla="*/ 1385826 w 3417973"/>
                  <a:gd name="connsiteY284" fmla="*/ 278947 h 1302598"/>
                  <a:gd name="connsiteX285" fmla="*/ 1371598 w 3417973"/>
                  <a:gd name="connsiteY285" fmla="*/ 281947 h 1302598"/>
                  <a:gd name="connsiteX286" fmla="*/ 1370402 w 3417973"/>
                  <a:gd name="connsiteY286" fmla="*/ 281039 h 1302598"/>
                  <a:gd name="connsiteX287" fmla="*/ 1362405 w 3417973"/>
                  <a:gd name="connsiteY287" fmla="*/ 283701 h 1302598"/>
                  <a:gd name="connsiteX288" fmla="*/ 1359454 w 3417973"/>
                  <a:gd name="connsiteY288" fmla="*/ 288455 h 1302598"/>
                  <a:gd name="connsiteX289" fmla="*/ 1352123 w 3417973"/>
                  <a:gd name="connsiteY289" fmla="*/ 293494 h 1302598"/>
                  <a:gd name="connsiteX290" fmla="*/ 1357359 w 3417973"/>
                  <a:gd name="connsiteY290" fmla="*/ 300530 h 1302598"/>
                  <a:gd name="connsiteX291" fmla="*/ 1340222 w 3417973"/>
                  <a:gd name="connsiteY291" fmla="*/ 299674 h 1302598"/>
                  <a:gd name="connsiteX292" fmla="*/ 1351171 w 3417973"/>
                  <a:gd name="connsiteY292" fmla="*/ 305855 h 1302598"/>
                  <a:gd name="connsiteX293" fmla="*/ 1360077 w 3417973"/>
                  <a:gd name="connsiteY293" fmla="*/ 312372 h 1302598"/>
                  <a:gd name="connsiteX294" fmla="*/ 1360120 w 3417973"/>
                  <a:gd name="connsiteY294" fmla="*/ 312700 h 1302598"/>
                  <a:gd name="connsiteX295" fmla="*/ 1344982 w 3417973"/>
                  <a:gd name="connsiteY295" fmla="*/ 313556 h 1302598"/>
                  <a:gd name="connsiteX296" fmla="*/ 1352694 w 3417973"/>
                  <a:gd name="connsiteY296" fmla="*/ 318881 h 1302598"/>
                  <a:gd name="connsiteX297" fmla="*/ 1359168 w 3417973"/>
                  <a:gd name="connsiteY297" fmla="*/ 326012 h 1302598"/>
                  <a:gd name="connsiteX298" fmla="*/ 1360120 w 3417973"/>
                  <a:gd name="connsiteY298" fmla="*/ 326962 h 1302598"/>
                  <a:gd name="connsiteX299" fmla="*/ 1358025 w 3417973"/>
                  <a:gd name="connsiteY299" fmla="*/ 335520 h 1302598"/>
                  <a:gd name="connsiteX300" fmla="*/ 1352408 w 3417973"/>
                  <a:gd name="connsiteY300" fmla="*/ 337231 h 1302598"/>
                  <a:gd name="connsiteX301" fmla="*/ 1333366 w 3417973"/>
                  <a:gd name="connsiteY301" fmla="*/ 336375 h 1302598"/>
                  <a:gd name="connsiteX302" fmla="*/ 1323845 w 3417973"/>
                  <a:gd name="connsiteY302" fmla="*/ 339608 h 1302598"/>
                  <a:gd name="connsiteX303" fmla="*/ 1294236 w 3417973"/>
                  <a:gd name="connsiteY303" fmla="*/ 341129 h 1302598"/>
                  <a:gd name="connsiteX304" fmla="*/ 1242347 w 3417973"/>
                  <a:gd name="connsiteY304" fmla="*/ 345503 h 1302598"/>
                  <a:gd name="connsiteX305" fmla="*/ 1235493 w 3417973"/>
                  <a:gd name="connsiteY305" fmla="*/ 365375 h 1302598"/>
                  <a:gd name="connsiteX306" fmla="*/ 1235493 w 3417973"/>
                  <a:gd name="connsiteY306" fmla="*/ 379542 h 1302598"/>
                  <a:gd name="connsiteX307" fmla="*/ 1262722 w 3417973"/>
                  <a:gd name="connsiteY307" fmla="*/ 394089 h 1302598"/>
                  <a:gd name="connsiteX308" fmla="*/ 1274242 w 3417973"/>
                  <a:gd name="connsiteY308" fmla="*/ 413580 h 1302598"/>
                  <a:gd name="connsiteX309" fmla="*/ 1240158 w 3417973"/>
                  <a:gd name="connsiteY309" fmla="*/ 402646 h 1302598"/>
                  <a:gd name="connsiteX310" fmla="*/ 1194267 w 3417973"/>
                  <a:gd name="connsiteY310" fmla="*/ 390856 h 1302598"/>
                  <a:gd name="connsiteX311" fmla="*/ 1179796 w 3417973"/>
                  <a:gd name="connsiteY311" fmla="*/ 383440 h 1302598"/>
                  <a:gd name="connsiteX312" fmla="*/ 1167038 w 3417973"/>
                  <a:gd name="connsiteY312" fmla="*/ 393519 h 1302598"/>
                  <a:gd name="connsiteX313" fmla="*/ 1175321 w 3417973"/>
                  <a:gd name="connsiteY313" fmla="*/ 396466 h 1302598"/>
                  <a:gd name="connsiteX314" fmla="*/ 1186270 w 3417973"/>
                  <a:gd name="connsiteY314" fmla="*/ 402931 h 1302598"/>
                  <a:gd name="connsiteX315" fmla="*/ 1169703 w 3417973"/>
                  <a:gd name="connsiteY315" fmla="*/ 405879 h 1302598"/>
                  <a:gd name="connsiteX316" fmla="*/ 1148187 w 3417973"/>
                  <a:gd name="connsiteY316" fmla="*/ 410201 h 1302598"/>
                  <a:gd name="connsiteX317" fmla="*/ 1148091 w 3417973"/>
                  <a:gd name="connsiteY317" fmla="*/ 410348 h 1302598"/>
                  <a:gd name="connsiteX318" fmla="*/ 1174750 w 3417973"/>
                  <a:gd name="connsiteY318" fmla="*/ 431075 h 1302598"/>
                  <a:gd name="connsiteX319" fmla="*/ 1192839 w 3417973"/>
                  <a:gd name="connsiteY319" fmla="*/ 441059 h 1302598"/>
                  <a:gd name="connsiteX320" fmla="*/ 1189793 w 3417973"/>
                  <a:gd name="connsiteY320" fmla="*/ 447049 h 1302598"/>
                  <a:gd name="connsiteX321" fmla="*/ 1166752 w 3417973"/>
                  <a:gd name="connsiteY321" fmla="*/ 435164 h 1302598"/>
                  <a:gd name="connsiteX322" fmla="*/ 1132668 w 3417973"/>
                  <a:gd name="connsiteY322" fmla="*/ 432216 h 1302598"/>
                  <a:gd name="connsiteX323" fmla="*/ 1131430 w 3417973"/>
                  <a:gd name="connsiteY323" fmla="*/ 419190 h 1302598"/>
                  <a:gd name="connsiteX324" fmla="*/ 1136190 w 3417973"/>
                  <a:gd name="connsiteY324" fmla="*/ 399413 h 1302598"/>
                  <a:gd name="connsiteX325" fmla="*/ 1127622 w 3417973"/>
                  <a:gd name="connsiteY325" fmla="*/ 374502 h 1302598"/>
                  <a:gd name="connsiteX326" fmla="*/ 1122290 w 3417973"/>
                  <a:gd name="connsiteY326" fmla="*/ 382489 h 1302598"/>
                  <a:gd name="connsiteX327" fmla="*/ 1117244 w 3417973"/>
                  <a:gd name="connsiteY327" fmla="*/ 403502 h 1302598"/>
                  <a:gd name="connsiteX328" fmla="*/ 1093252 w 3417973"/>
                  <a:gd name="connsiteY328" fmla="*/ 415957 h 1302598"/>
                  <a:gd name="connsiteX329" fmla="*/ 1085254 w 3417973"/>
                  <a:gd name="connsiteY329" fmla="*/ 428413 h 1302598"/>
                  <a:gd name="connsiteX330" fmla="*/ 1108104 w 3417973"/>
                  <a:gd name="connsiteY330" fmla="*/ 455891 h 1302598"/>
                  <a:gd name="connsiteX331" fmla="*/ 1096203 w 3417973"/>
                  <a:gd name="connsiteY331" fmla="*/ 489645 h 1302598"/>
                  <a:gd name="connsiteX332" fmla="*/ 1097060 w 3417973"/>
                  <a:gd name="connsiteY332" fmla="*/ 509802 h 1302598"/>
                  <a:gd name="connsiteX333" fmla="*/ 1112484 w 3417973"/>
                  <a:gd name="connsiteY333" fmla="*/ 512464 h 1302598"/>
                  <a:gd name="connsiteX334" fmla="*/ 1135905 w 3417973"/>
                  <a:gd name="connsiteY334" fmla="*/ 507425 h 1302598"/>
                  <a:gd name="connsiteX335" fmla="*/ 1174464 w 3417973"/>
                  <a:gd name="connsiteY335" fmla="*/ 520451 h 1302598"/>
                  <a:gd name="connsiteX336" fmla="*/ 1181795 w 3417973"/>
                  <a:gd name="connsiteY336" fmla="*/ 535759 h 1302598"/>
                  <a:gd name="connsiteX337" fmla="*/ 1172274 w 3417973"/>
                  <a:gd name="connsiteY337" fmla="*/ 550591 h 1302598"/>
                  <a:gd name="connsiteX338" fmla="*/ 1195410 w 3417973"/>
                  <a:gd name="connsiteY338" fmla="*/ 565994 h 1302598"/>
                  <a:gd name="connsiteX339" fmla="*/ 1172845 w 3417973"/>
                  <a:gd name="connsiteY339" fmla="*/ 564188 h 1302598"/>
                  <a:gd name="connsiteX340" fmla="*/ 1163325 w 3417973"/>
                  <a:gd name="connsiteY340" fmla="*/ 551447 h 1302598"/>
                  <a:gd name="connsiteX341" fmla="*/ 1168276 w 3417973"/>
                  <a:gd name="connsiteY341" fmla="*/ 536995 h 1302598"/>
                  <a:gd name="connsiteX342" fmla="*/ 1158755 w 3417973"/>
                  <a:gd name="connsiteY342" fmla="*/ 524254 h 1302598"/>
                  <a:gd name="connsiteX343" fmla="*/ 1145997 w 3417973"/>
                  <a:gd name="connsiteY343" fmla="*/ 515982 h 1302598"/>
                  <a:gd name="connsiteX344" fmla="*/ 1115149 w 3417973"/>
                  <a:gd name="connsiteY344" fmla="*/ 524254 h 1302598"/>
                  <a:gd name="connsiteX345" fmla="*/ 1119338 w 3417973"/>
                  <a:gd name="connsiteY345" fmla="*/ 552112 h 1302598"/>
                  <a:gd name="connsiteX346" fmla="*/ 1102772 w 3417973"/>
                  <a:gd name="connsiteY346" fmla="*/ 575692 h 1302598"/>
                  <a:gd name="connsiteX347" fmla="*/ 1087634 w 3417973"/>
                  <a:gd name="connsiteY347" fmla="*/ 589099 h 1302598"/>
                  <a:gd name="connsiteX348" fmla="*/ 1069259 w 3417973"/>
                  <a:gd name="connsiteY348" fmla="*/ 605072 h 1302598"/>
                  <a:gd name="connsiteX349" fmla="*/ 1051169 w 3417973"/>
                  <a:gd name="connsiteY349" fmla="*/ 605072 h 1302598"/>
                  <a:gd name="connsiteX350" fmla="*/ 1028034 w 3417973"/>
                  <a:gd name="connsiteY350" fmla="*/ 606783 h 1302598"/>
                  <a:gd name="connsiteX351" fmla="*/ 1012039 w 3417973"/>
                  <a:gd name="connsiteY351" fmla="*/ 601744 h 1302598"/>
                  <a:gd name="connsiteX352" fmla="*/ 1002812 w 3417973"/>
                  <a:gd name="connsiteY352" fmla="*/ 598773 h 1302598"/>
                  <a:gd name="connsiteX353" fmla="*/ 1002518 w 3417973"/>
                  <a:gd name="connsiteY353" fmla="*/ 593187 h 1302598"/>
                  <a:gd name="connsiteX354" fmla="*/ 1013181 w 3417973"/>
                  <a:gd name="connsiteY354" fmla="*/ 595849 h 1302598"/>
                  <a:gd name="connsiteX355" fmla="*/ 1024701 w 3417973"/>
                  <a:gd name="connsiteY355" fmla="*/ 594708 h 1302598"/>
                  <a:gd name="connsiteX356" fmla="*/ 1036222 w 3417973"/>
                  <a:gd name="connsiteY356" fmla="*/ 599367 h 1302598"/>
                  <a:gd name="connsiteX357" fmla="*/ 1046600 w 3417973"/>
                  <a:gd name="connsiteY357" fmla="*/ 595564 h 1302598"/>
                  <a:gd name="connsiteX358" fmla="*/ 1051360 w 3417973"/>
                  <a:gd name="connsiteY358" fmla="*/ 590810 h 1302598"/>
                  <a:gd name="connsiteX359" fmla="*/ 1060214 w 3417973"/>
                  <a:gd name="connsiteY359" fmla="*/ 583394 h 1302598"/>
                  <a:gd name="connsiteX360" fmla="*/ 1066498 w 3417973"/>
                  <a:gd name="connsiteY360" fmla="*/ 572840 h 1302598"/>
                  <a:gd name="connsiteX361" fmla="*/ 1071830 w 3417973"/>
                  <a:gd name="connsiteY361" fmla="*/ 566279 h 1302598"/>
                  <a:gd name="connsiteX362" fmla="*/ 1081350 w 3417973"/>
                  <a:gd name="connsiteY362" fmla="*/ 559719 h 1302598"/>
                  <a:gd name="connsiteX363" fmla="*/ 1084968 w 3417973"/>
                  <a:gd name="connsiteY363" fmla="*/ 550211 h 1302598"/>
                  <a:gd name="connsiteX364" fmla="*/ 1090300 w 3417973"/>
                  <a:gd name="connsiteY364" fmla="*/ 536899 h 1302598"/>
                  <a:gd name="connsiteX365" fmla="*/ 1090871 w 3417973"/>
                  <a:gd name="connsiteY365" fmla="*/ 529483 h 1302598"/>
                  <a:gd name="connsiteX366" fmla="*/ 1075162 w 3417973"/>
                  <a:gd name="connsiteY366" fmla="*/ 512369 h 1302598"/>
                  <a:gd name="connsiteX367" fmla="*/ 1074591 w 3417973"/>
                  <a:gd name="connsiteY367" fmla="*/ 491927 h 1302598"/>
                  <a:gd name="connsiteX368" fmla="*/ 1074591 w 3417973"/>
                  <a:gd name="connsiteY368" fmla="*/ 472910 h 1302598"/>
                  <a:gd name="connsiteX369" fmla="*/ 1079637 w 3417973"/>
                  <a:gd name="connsiteY369" fmla="*/ 451898 h 1302598"/>
                  <a:gd name="connsiteX370" fmla="*/ 1063356 w 3417973"/>
                  <a:gd name="connsiteY370" fmla="*/ 429079 h 1302598"/>
                  <a:gd name="connsiteX371" fmla="*/ 1069830 w 3417973"/>
                  <a:gd name="connsiteY371" fmla="*/ 413961 h 1302598"/>
                  <a:gd name="connsiteX372" fmla="*/ 1078399 w 3417973"/>
                  <a:gd name="connsiteY372" fmla="*/ 379922 h 1302598"/>
                  <a:gd name="connsiteX373" fmla="*/ 1053550 w 3417973"/>
                  <a:gd name="connsiteY373" fmla="*/ 371650 h 1302598"/>
                  <a:gd name="connsiteX374" fmla="*/ 1015466 w 3417973"/>
                  <a:gd name="connsiteY374" fmla="*/ 369939 h 1302598"/>
                  <a:gd name="connsiteX375" fmla="*/ 1004136 w 3417973"/>
                  <a:gd name="connsiteY375" fmla="*/ 381158 h 1302598"/>
                  <a:gd name="connsiteX376" fmla="*/ 990807 w 3417973"/>
                  <a:gd name="connsiteY376" fmla="*/ 409682 h 1302598"/>
                  <a:gd name="connsiteX377" fmla="*/ 964149 w 3417973"/>
                  <a:gd name="connsiteY377" fmla="*/ 430029 h 1302598"/>
                  <a:gd name="connsiteX378" fmla="*/ 955866 w 3417973"/>
                  <a:gd name="connsiteY378" fmla="*/ 447524 h 1302598"/>
                  <a:gd name="connsiteX379" fmla="*/ 967101 w 3417973"/>
                  <a:gd name="connsiteY379" fmla="*/ 450186 h 1302598"/>
                  <a:gd name="connsiteX380" fmla="*/ 964720 w 3417973"/>
                  <a:gd name="connsiteY380" fmla="*/ 466160 h 1302598"/>
                  <a:gd name="connsiteX381" fmla="*/ 963578 w 3417973"/>
                  <a:gd name="connsiteY381" fmla="*/ 475668 h 1302598"/>
                  <a:gd name="connsiteX382" fmla="*/ 956723 w 3417973"/>
                  <a:gd name="connsiteY382" fmla="*/ 489264 h 1302598"/>
                  <a:gd name="connsiteX383" fmla="*/ 980430 w 3417973"/>
                  <a:gd name="connsiteY383" fmla="*/ 498107 h 1302598"/>
                  <a:gd name="connsiteX384" fmla="*/ 989094 w 3417973"/>
                  <a:gd name="connsiteY384" fmla="*/ 514366 h 1302598"/>
                  <a:gd name="connsiteX385" fmla="*/ 1001185 w 3417973"/>
                  <a:gd name="connsiteY385" fmla="*/ 520641 h 1302598"/>
                  <a:gd name="connsiteX386" fmla="*/ 988713 w 3417973"/>
                  <a:gd name="connsiteY386" fmla="*/ 540417 h 1302598"/>
                  <a:gd name="connsiteX387" fmla="*/ 964435 w 3417973"/>
                  <a:gd name="connsiteY387" fmla="*/ 521401 h 1302598"/>
                  <a:gd name="connsiteX388" fmla="*/ 932159 w 3417973"/>
                  <a:gd name="connsiteY388" fmla="*/ 507520 h 1302598"/>
                  <a:gd name="connsiteX389" fmla="*/ 905501 w 3417973"/>
                  <a:gd name="connsiteY389" fmla="*/ 496490 h 1302598"/>
                  <a:gd name="connsiteX390" fmla="*/ 868465 w 3417973"/>
                  <a:gd name="connsiteY390" fmla="*/ 486982 h 1302598"/>
                  <a:gd name="connsiteX391" fmla="*/ 832000 w 3417973"/>
                  <a:gd name="connsiteY391" fmla="*/ 483750 h 1302598"/>
                  <a:gd name="connsiteX392" fmla="*/ 817243 w 3417973"/>
                  <a:gd name="connsiteY392" fmla="*/ 472720 h 1302598"/>
                  <a:gd name="connsiteX393" fmla="*/ 792870 w 3417973"/>
                  <a:gd name="connsiteY393" fmla="*/ 464734 h 1302598"/>
                  <a:gd name="connsiteX394" fmla="*/ 798582 w 3417973"/>
                  <a:gd name="connsiteY394" fmla="*/ 481373 h 1302598"/>
                  <a:gd name="connsiteX395" fmla="*/ 813340 w 3417973"/>
                  <a:gd name="connsiteY395" fmla="*/ 487268 h 1302598"/>
                  <a:gd name="connsiteX396" fmla="*/ 826097 w 3417973"/>
                  <a:gd name="connsiteY396" fmla="*/ 496776 h 1302598"/>
                  <a:gd name="connsiteX397" fmla="*/ 835618 w 3417973"/>
                  <a:gd name="connsiteY397" fmla="*/ 513415 h 1302598"/>
                  <a:gd name="connsiteX398" fmla="*/ 829430 w 3417973"/>
                  <a:gd name="connsiteY398" fmla="*/ 524349 h 1302598"/>
                  <a:gd name="connsiteX399" fmla="*/ 815815 w 3417973"/>
                  <a:gd name="connsiteY399" fmla="*/ 531100 h 1302598"/>
                  <a:gd name="connsiteX400" fmla="*/ 805437 w 3417973"/>
                  <a:gd name="connsiteY400" fmla="*/ 535283 h 1302598"/>
                  <a:gd name="connsiteX401" fmla="*/ 805437 w 3417973"/>
                  <a:gd name="connsiteY401" fmla="*/ 523398 h 1302598"/>
                  <a:gd name="connsiteX402" fmla="*/ 793250 w 3417973"/>
                  <a:gd name="connsiteY402" fmla="*/ 513890 h 1302598"/>
                  <a:gd name="connsiteX403" fmla="*/ 762498 w 3417973"/>
                  <a:gd name="connsiteY403" fmla="*/ 529293 h 1302598"/>
                  <a:gd name="connsiteX404" fmla="*/ 728699 w 3417973"/>
                  <a:gd name="connsiteY404" fmla="*/ 529293 h 1302598"/>
                  <a:gd name="connsiteX405" fmla="*/ 709658 w 3417973"/>
                  <a:gd name="connsiteY405" fmla="*/ 542890 h 1302598"/>
                  <a:gd name="connsiteX406" fmla="*/ 682714 w 3417973"/>
                  <a:gd name="connsiteY406" fmla="*/ 540798 h 1302598"/>
                  <a:gd name="connsiteX407" fmla="*/ 687760 w 3417973"/>
                  <a:gd name="connsiteY407" fmla="*/ 535473 h 1302598"/>
                  <a:gd name="connsiteX408" fmla="*/ 692425 w 3417973"/>
                  <a:gd name="connsiteY408" fmla="*/ 529578 h 1302598"/>
                  <a:gd name="connsiteX409" fmla="*/ 696900 w 3417973"/>
                  <a:gd name="connsiteY409" fmla="*/ 515982 h 1302598"/>
                  <a:gd name="connsiteX410" fmla="*/ 669670 w 3417973"/>
                  <a:gd name="connsiteY410" fmla="*/ 523969 h 1302598"/>
                  <a:gd name="connsiteX411" fmla="*/ 665767 w 3417973"/>
                  <a:gd name="connsiteY411" fmla="*/ 535188 h 1302598"/>
                  <a:gd name="connsiteX412" fmla="*/ 656912 w 3417973"/>
                  <a:gd name="connsiteY412" fmla="*/ 529864 h 1302598"/>
                  <a:gd name="connsiteX413" fmla="*/ 611022 w 3417973"/>
                  <a:gd name="connsiteY413" fmla="*/ 543460 h 1302598"/>
                  <a:gd name="connsiteX414" fmla="*/ 591981 w 3417973"/>
                  <a:gd name="connsiteY414" fmla="*/ 555345 h 1302598"/>
                  <a:gd name="connsiteX415" fmla="*/ 570082 w 3417973"/>
                  <a:gd name="connsiteY415" fmla="*/ 562096 h 1302598"/>
                  <a:gd name="connsiteX416" fmla="*/ 565608 w 3417973"/>
                  <a:gd name="connsiteY416" fmla="*/ 583108 h 1302598"/>
                  <a:gd name="connsiteX417" fmla="*/ 531523 w 3417973"/>
                  <a:gd name="connsiteY417" fmla="*/ 587577 h 1302598"/>
                  <a:gd name="connsiteX418" fmla="*/ 515528 w 3417973"/>
                  <a:gd name="connsiteY418" fmla="*/ 572460 h 1302598"/>
                  <a:gd name="connsiteX419" fmla="*/ 514957 w 3417973"/>
                  <a:gd name="connsiteY419" fmla="*/ 559719 h 1302598"/>
                  <a:gd name="connsiteX420" fmla="*/ 528857 w 3417973"/>
                  <a:gd name="connsiteY420" fmla="*/ 554394 h 1302598"/>
                  <a:gd name="connsiteX421" fmla="*/ 546661 w 3417973"/>
                  <a:gd name="connsiteY421" fmla="*/ 553539 h 1302598"/>
                  <a:gd name="connsiteX422" fmla="*/ 534570 w 3417973"/>
                  <a:gd name="connsiteY422" fmla="*/ 534522 h 1302598"/>
                  <a:gd name="connsiteX423" fmla="*/ 509054 w 3417973"/>
                  <a:gd name="connsiteY423" fmla="*/ 527391 h 1302598"/>
                  <a:gd name="connsiteX424" fmla="*/ 484109 w 3417973"/>
                  <a:gd name="connsiteY424" fmla="*/ 524729 h 1302598"/>
                  <a:gd name="connsiteX425" fmla="*/ 487727 w 3417973"/>
                  <a:gd name="connsiteY425" fmla="*/ 532431 h 1302598"/>
                  <a:gd name="connsiteX426" fmla="*/ 493630 w 3417973"/>
                  <a:gd name="connsiteY426" fmla="*/ 546312 h 1302598"/>
                  <a:gd name="connsiteX427" fmla="*/ 485918 w 3417973"/>
                  <a:gd name="connsiteY427" fmla="*/ 568561 h 1302598"/>
                  <a:gd name="connsiteX428" fmla="*/ 492488 w 3417973"/>
                  <a:gd name="connsiteY428" fmla="*/ 575597 h 1302598"/>
                  <a:gd name="connsiteX429" fmla="*/ 499914 w 3417973"/>
                  <a:gd name="connsiteY429" fmla="*/ 593377 h 1302598"/>
                  <a:gd name="connsiteX430" fmla="*/ 493630 w 3417973"/>
                  <a:gd name="connsiteY430" fmla="*/ 608780 h 1302598"/>
                  <a:gd name="connsiteX431" fmla="*/ 485062 w 3417973"/>
                  <a:gd name="connsiteY431" fmla="*/ 608780 h 1302598"/>
                  <a:gd name="connsiteX432" fmla="*/ 479159 w 3417973"/>
                  <a:gd name="connsiteY432" fmla="*/ 602790 h 1302598"/>
                  <a:gd name="connsiteX433" fmla="*/ 458975 w 3417973"/>
                  <a:gd name="connsiteY433" fmla="*/ 598987 h 1302598"/>
                  <a:gd name="connsiteX434" fmla="*/ 446217 w 3417973"/>
                  <a:gd name="connsiteY434" fmla="*/ 605167 h 1302598"/>
                  <a:gd name="connsiteX435" fmla="*/ 428508 w 3417973"/>
                  <a:gd name="connsiteY435" fmla="*/ 612869 h 1302598"/>
                  <a:gd name="connsiteX436" fmla="*/ 409466 w 3417973"/>
                  <a:gd name="connsiteY436" fmla="*/ 626750 h 1302598"/>
                  <a:gd name="connsiteX437" fmla="*/ 410609 w 3417973"/>
                  <a:gd name="connsiteY437" fmla="*/ 644245 h 1302598"/>
                  <a:gd name="connsiteX438" fmla="*/ 418987 w 3417973"/>
                  <a:gd name="connsiteY438" fmla="*/ 659933 h 1302598"/>
                  <a:gd name="connsiteX439" fmla="*/ 394995 w 3417973"/>
                  <a:gd name="connsiteY439" fmla="*/ 658412 h 1302598"/>
                  <a:gd name="connsiteX440" fmla="*/ 374239 w 3417973"/>
                  <a:gd name="connsiteY440" fmla="*/ 653753 h 1302598"/>
                  <a:gd name="connsiteX441" fmla="*/ 351389 w 3417973"/>
                  <a:gd name="connsiteY441" fmla="*/ 640157 h 1302598"/>
                  <a:gd name="connsiteX442" fmla="*/ 339298 w 3417973"/>
                  <a:gd name="connsiteY442" fmla="*/ 651376 h 1302598"/>
                  <a:gd name="connsiteX443" fmla="*/ 345201 w 3417973"/>
                  <a:gd name="connsiteY443" fmla="*/ 662881 h 1302598"/>
                  <a:gd name="connsiteX444" fmla="*/ 364719 w 3417973"/>
                  <a:gd name="connsiteY444" fmla="*/ 669727 h 1302598"/>
                  <a:gd name="connsiteX445" fmla="*/ 366527 w 3417973"/>
                  <a:gd name="connsiteY445" fmla="*/ 681802 h 1302598"/>
                  <a:gd name="connsiteX446" fmla="*/ 351389 w 3417973"/>
                  <a:gd name="connsiteY446" fmla="*/ 684179 h 1302598"/>
                  <a:gd name="connsiteX447" fmla="*/ 335680 w 3417973"/>
                  <a:gd name="connsiteY447" fmla="*/ 679425 h 1302598"/>
                  <a:gd name="connsiteX448" fmla="*/ 317876 w 3417973"/>
                  <a:gd name="connsiteY448" fmla="*/ 668300 h 1302598"/>
                  <a:gd name="connsiteX449" fmla="*/ 307498 w 3417973"/>
                  <a:gd name="connsiteY449" fmla="*/ 656796 h 1302598"/>
                  <a:gd name="connsiteX450" fmla="*/ 302833 w 3417973"/>
                  <a:gd name="connsiteY450" fmla="*/ 642343 h 1302598"/>
                  <a:gd name="connsiteX451" fmla="*/ 303405 w 3417973"/>
                  <a:gd name="connsiteY451" fmla="*/ 629317 h 1302598"/>
                  <a:gd name="connsiteX452" fmla="*/ 304833 w 3417973"/>
                  <a:gd name="connsiteY452" fmla="*/ 616577 h 1302598"/>
                  <a:gd name="connsiteX453" fmla="*/ 289504 w 3417973"/>
                  <a:gd name="connsiteY453" fmla="*/ 605357 h 1302598"/>
                  <a:gd name="connsiteX454" fmla="*/ 277317 w 3417973"/>
                  <a:gd name="connsiteY454" fmla="*/ 596420 h 1302598"/>
                  <a:gd name="connsiteX455" fmla="*/ 257800 w 3417973"/>
                  <a:gd name="connsiteY455" fmla="*/ 580161 h 1302598"/>
                  <a:gd name="connsiteX456" fmla="*/ 250659 w 3417973"/>
                  <a:gd name="connsiteY456" fmla="*/ 573696 h 1302598"/>
                  <a:gd name="connsiteX457" fmla="*/ 266654 w 3417973"/>
                  <a:gd name="connsiteY457" fmla="*/ 579591 h 1302598"/>
                  <a:gd name="connsiteX458" fmla="*/ 294455 w 3417973"/>
                  <a:gd name="connsiteY458" fmla="*/ 591380 h 1302598"/>
                  <a:gd name="connsiteX459" fmla="*/ 329492 w 3417973"/>
                  <a:gd name="connsiteY459" fmla="*/ 602315 h 1302598"/>
                  <a:gd name="connsiteX460" fmla="*/ 376239 w 3417973"/>
                  <a:gd name="connsiteY460" fmla="*/ 610111 h 1302598"/>
                  <a:gd name="connsiteX461" fmla="*/ 434316 w 3417973"/>
                  <a:gd name="connsiteY461" fmla="*/ 584630 h 1302598"/>
                  <a:gd name="connsiteX462" fmla="*/ 432602 w 3417973"/>
                  <a:gd name="connsiteY462" fmla="*/ 560955 h 1302598"/>
                  <a:gd name="connsiteX463" fmla="*/ 421082 w 3417973"/>
                  <a:gd name="connsiteY463" fmla="*/ 552112 h 1302598"/>
                  <a:gd name="connsiteX464" fmla="*/ 404420 w 3417973"/>
                  <a:gd name="connsiteY464" fmla="*/ 542034 h 1302598"/>
                  <a:gd name="connsiteX465" fmla="*/ 387854 w 3417973"/>
                  <a:gd name="connsiteY465" fmla="*/ 532526 h 1302598"/>
                  <a:gd name="connsiteX466" fmla="*/ 358530 w 3417973"/>
                  <a:gd name="connsiteY466" fmla="*/ 517788 h 1302598"/>
                  <a:gd name="connsiteX467" fmla="*/ 311688 w 3417973"/>
                  <a:gd name="connsiteY467" fmla="*/ 499438 h 1302598"/>
                  <a:gd name="connsiteX468" fmla="*/ 301310 w 3417973"/>
                  <a:gd name="connsiteY468" fmla="*/ 498202 h 1302598"/>
                  <a:gd name="connsiteX469" fmla="*/ 286838 w 3417973"/>
                  <a:gd name="connsiteY469" fmla="*/ 498202 h 1302598"/>
                  <a:gd name="connsiteX470" fmla="*/ 268463 w 3417973"/>
                  <a:gd name="connsiteY470" fmla="*/ 497061 h 1302598"/>
                  <a:gd name="connsiteX471" fmla="*/ 257133 w 3417973"/>
                  <a:gd name="connsiteY471" fmla="*/ 490500 h 1302598"/>
                  <a:gd name="connsiteX472" fmla="*/ 271986 w 3417973"/>
                  <a:gd name="connsiteY472" fmla="*/ 485746 h 1302598"/>
                  <a:gd name="connsiteX473" fmla="*/ 258657 w 3417973"/>
                  <a:gd name="connsiteY473" fmla="*/ 480422 h 1302598"/>
                  <a:gd name="connsiteX474" fmla="*/ 244471 w 3417973"/>
                  <a:gd name="connsiteY474" fmla="*/ 483179 h 1302598"/>
                  <a:gd name="connsiteX475" fmla="*/ 232284 w 3417973"/>
                  <a:gd name="connsiteY475" fmla="*/ 482514 h 1302598"/>
                  <a:gd name="connsiteX476" fmla="*/ 230951 w 3417973"/>
                  <a:gd name="connsiteY476" fmla="*/ 481563 h 1302598"/>
                  <a:gd name="connsiteX477" fmla="*/ 220764 w 3417973"/>
                  <a:gd name="connsiteY477" fmla="*/ 488789 h 1302598"/>
                  <a:gd name="connsiteX478" fmla="*/ 204102 w 3417973"/>
                  <a:gd name="connsiteY478" fmla="*/ 496395 h 1302598"/>
                  <a:gd name="connsiteX479" fmla="*/ 190488 w 3417973"/>
                  <a:gd name="connsiteY479" fmla="*/ 508280 h 1302598"/>
                  <a:gd name="connsiteX480" fmla="*/ 182776 w 3417973"/>
                  <a:gd name="connsiteY480" fmla="*/ 514175 h 1302598"/>
                  <a:gd name="connsiteX481" fmla="*/ 179824 w 3417973"/>
                  <a:gd name="connsiteY481" fmla="*/ 524824 h 1302598"/>
                  <a:gd name="connsiteX482" fmla="*/ 182776 w 3417973"/>
                  <a:gd name="connsiteY482" fmla="*/ 536044 h 1302598"/>
                  <a:gd name="connsiteX483" fmla="*/ 195248 w 3417973"/>
                  <a:gd name="connsiteY483" fmla="*/ 543175 h 1302598"/>
                  <a:gd name="connsiteX484" fmla="*/ 209434 w 3417973"/>
                  <a:gd name="connsiteY484" fmla="*/ 558007 h 1302598"/>
                  <a:gd name="connsiteX485" fmla="*/ 197057 w 3417973"/>
                  <a:gd name="connsiteY485" fmla="*/ 572840 h 1302598"/>
                  <a:gd name="connsiteX486" fmla="*/ 191059 w 3417973"/>
                  <a:gd name="connsiteY486" fmla="*/ 584630 h 1302598"/>
                  <a:gd name="connsiteX487" fmla="*/ 210100 w 3417973"/>
                  <a:gd name="connsiteY487" fmla="*/ 614770 h 1302598"/>
                  <a:gd name="connsiteX488" fmla="*/ 203531 w 3417973"/>
                  <a:gd name="connsiteY488" fmla="*/ 626655 h 1302598"/>
                  <a:gd name="connsiteX489" fmla="*/ 206482 w 3417973"/>
                  <a:gd name="connsiteY489" fmla="*/ 642058 h 1302598"/>
                  <a:gd name="connsiteX490" fmla="*/ 201722 w 3417973"/>
                  <a:gd name="connsiteY490" fmla="*/ 647953 h 1302598"/>
                  <a:gd name="connsiteX491" fmla="*/ 211814 w 3417973"/>
                  <a:gd name="connsiteY491" fmla="*/ 654419 h 1302598"/>
                  <a:gd name="connsiteX492" fmla="*/ 208863 w 3417973"/>
                  <a:gd name="connsiteY492" fmla="*/ 664497 h 1302598"/>
                  <a:gd name="connsiteX493" fmla="*/ 219526 w 3417973"/>
                  <a:gd name="connsiteY493" fmla="*/ 675146 h 1302598"/>
                  <a:gd name="connsiteX494" fmla="*/ 207149 w 3417973"/>
                  <a:gd name="connsiteY494" fmla="*/ 686366 h 1302598"/>
                  <a:gd name="connsiteX495" fmla="*/ 232570 w 3417973"/>
                  <a:gd name="connsiteY495" fmla="*/ 705952 h 1302598"/>
                  <a:gd name="connsiteX496" fmla="*/ 237901 w 3417973"/>
                  <a:gd name="connsiteY496" fmla="*/ 721926 h 1302598"/>
                  <a:gd name="connsiteX497" fmla="*/ 208291 w 3417973"/>
                  <a:gd name="connsiteY497" fmla="*/ 750450 h 1302598"/>
                  <a:gd name="connsiteX498" fmla="*/ 177444 w 3417973"/>
                  <a:gd name="connsiteY498" fmla="*/ 775266 h 1302598"/>
                  <a:gd name="connsiteX499" fmla="*/ 167923 w 3417973"/>
                  <a:gd name="connsiteY499" fmla="*/ 787436 h 1302598"/>
                  <a:gd name="connsiteX500" fmla="*/ 176302 w 3417973"/>
                  <a:gd name="connsiteY500" fmla="*/ 784393 h 1302598"/>
                  <a:gd name="connsiteX501" fmla="*/ 189059 w 3417973"/>
                  <a:gd name="connsiteY501" fmla="*/ 797419 h 1302598"/>
                  <a:gd name="connsiteX502" fmla="*/ 206482 w 3417973"/>
                  <a:gd name="connsiteY502" fmla="*/ 801318 h 1302598"/>
                  <a:gd name="connsiteX503" fmla="*/ 196962 w 3417973"/>
                  <a:gd name="connsiteY503" fmla="*/ 803980 h 1302598"/>
                  <a:gd name="connsiteX504" fmla="*/ 177920 w 3417973"/>
                  <a:gd name="connsiteY504" fmla="*/ 810445 h 1302598"/>
                  <a:gd name="connsiteX505" fmla="*/ 168399 w 3417973"/>
                  <a:gd name="connsiteY505" fmla="*/ 818147 h 1302598"/>
                  <a:gd name="connsiteX506" fmla="*/ 164305 w 3417973"/>
                  <a:gd name="connsiteY506" fmla="*/ 831268 h 1302598"/>
                  <a:gd name="connsiteX507" fmla="*/ 157641 w 3417973"/>
                  <a:gd name="connsiteY507" fmla="*/ 841537 h 1302598"/>
                  <a:gd name="connsiteX508" fmla="*/ 158974 w 3417973"/>
                  <a:gd name="connsiteY508" fmla="*/ 853041 h 1302598"/>
                  <a:gd name="connsiteX509" fmla="*/ 163449 w 3417973"/>
                  <a:gd name="connsiteY509" fmla="*/ 863690 h 1302598"/>
                  <a:gd name="connsiteX510" fmla="*/ 158117 w 3417973"/>
                  <a:gd name="connsiteY510" fmla="*/ 870346 h 1302598"/>
                  <a:gd name="connsiteX511" fmla="*/ 160783 w 3417973"/>
                  <a:gd name="connsiteY511" fmla="*/ 880995 h 1302598"/>
                  <a:gd name="connsiteX512" fmla="*/ 162973 w 3417973"/>
                  <a:gd name="connsiteY512" fmla="*/ 892119 h 1302598"/>
                  <a:gd name="connsiteX513" fmla="*/ 169256 w 3417973"/>
                  <a:gd name="connsiteY513" fmla="*/ 903624 h 1302598"/>
                  <a:gd name="connsiteX514" fmla="*/ 174493 w 3417973"/>
                  <a:gd name="connsiteY514" fmla="*/ 917411 h 1302598"/>
                  <a:gd name="connsiteX515" fmla="*/ 184585 w 3417973"/>
                  <a:gd name="connsiteY515" fmla="*/ 920358 h 1302598"/>
                  <a:gd name="connsiteX516" fmla="*/ 194772 w 3417973"/>
                  <a:gd name="connsiteY516" fmla="*/ 925207 h 1302598"/>
                  <a:gd name="connsiteX517" fmla="*/ 205435 w 3417973"/>
                  <a:gd name="connsiteY517" fmla="*/ 925207 h 1302598"/>
                  <a:gd name="connsiteX518" fmla="*/ 224477 w 3417973"/>
                  <a:gd name="connsiteY518" fmla="*/ 930532 h 1302598"/>
                  <a:gd name="connsiteX519" fmla="*/ 226286 w 3417973"/>
                  <a:gd name="connsiteY519" fmla="*/ 944318 h 1302598"/>
                  <a:gd name="connsiteX520" fmla="*/ 228475 w 3417973"/>
                  <a:gd name="connsiteY520" fmla="*/ 958485 h 1302598"/>
                  <a:gd name="connsiteX521" fmla="*/ 237996 w 3417973"/>
                  <a:gd name="connsiteY521" fmla="*/ 970941 h 1302598"/>
                  <a:gd name="connsiteX522" fmla="*/ 249517 w 3417973"/>
                  <a:gd name="connsiteY522" fmla="*/ 982065 h 1302598"/>
                  <a:gd name="connsiteX523" fmla="*/ 260656 w 3417973"/>
                  <a:gd name="connsiteY523" fmla="*/ 992239 h 1302598"/>
                  <a:gd name="connsiteX524" fmla="*/ 250469 w 3417973"/>
                  <a:gd name="connsiteY524" fmla="*/ 1001747 h 1302598"/>
                  <a:gd name="connsiteX525" fmla="*/ 236188 w 3417973"/>
                  <a:gd name="connsiteY525" fmla="*/ 999560 h 1302598"/>
                  <a:gd name="connsiteX526" fmla="*/ 239329 w 3417973"/>
                  <a:gd name="connsiteY526" fmla="*/ 1018576 h 1302598"/>
                  <a:gd name="connsiteX527" fmla="*/ 247803 w 3417973"/>
                  <a:gd name="connsiteY527" fmla="*/ 1029225 h 1302598"/>
                  <a:gd name="connsiteX528" fmla="*/ 257324 w 3417973"/>
                  <a:gd name="connsiteY528" fmla="*/ 1024281 h 1302598"/>
                  <a:gd name="connsiteX529" fmla="*/ 270653 w 3417973"/>
                  <a:gd name="connsiteY529" fmla="*/ 1024281 h 1302598"/>
                  <a:gd name="connsiteX530" fmla="*/ 287124 w 3417973"/>
                  <a:gd name="connsiteY530" fmla="*/ 1025992 h 1302598"/>
                  <a:gd name="connsiteX531" fmla="*/ 289790 w 3417973"/>
                  <a:gd name="connsiteY531" fmla="*/ 1041110 h 1302598"/>
                  <a:gd name="connsiteX532" fmla="*/ 294169 w 3417973"/>
                  <a:gd name="connsiteY532" fmla="*/ 1052234 h 1302598"/>
                  <a:gd name="connsiteX533" fmla="*/ 308831 w 3417973"/>
                  <a:gd name="connsiteY533" fmla="*/ 1055752 h 1302598"/>
                  <a:gd name="connsiteX534" fmla="*/ 317781 w 3417973"/>
                  <a:gd name="connsiteY534" fmla="*/ 1071250 h 1302598"/>
                  <a:gd name="connsiteX535" fmla="*/ 325302 w 3417973"/>
                  <a:gd name="connsiteY535" fmla="*/ 1075339 h 1302598"/>
                  <a:gd name="connsiteX536" fmla="*/ 334823 w 3417973"/>
                  <a:gd name="connsiteY536" fmla="*/ 1079713 h 1302598"/>
                  <a:gd name="connsiteX537" fmla="*/ 345011 w 3417973"/>
                  <a:gd name="connsiteY537" fmla="*/ 1078857 h 1302598"/>
                  <a:gd name="connsiteX538" fmla="*/ 356150 w 3417973"/>
                  <a:gd name="connsiteY538" fmla="*/ 1078001 h 1302598"/>
                  <a:gd name="connsiteX539" fmla="*/ 365004 w 3417973"/>
                  <a:gd name="connsiteY539" fmla="*/ 1088650 h 1302598"/>
                  <a:gd name="connsiteX540" fmla="*/ 381475 w 3417973"/>
                  <a:gd name="connsiteY540" fmla="*/ 1091312 h 1302598"/>
                  <a:gd name="connsiteX541" fmla="*/ 398327 w 3417973"/>
                  <a:gd name="connsiteY541" fmla="*/ 1095686 h 1302598"/>
                  <a:gd name="connsiteX542" fmla="*/ 409943 w 3417973"/>
                  <a:gd name="connsiteY542" fmla="*/ 1102817 h 1302598"/>
                  <a:gd name="connsiteX543" fmla="*/ 404135 w 3417973"/>
                  <a:gd name="connsiteY543" fmla="*/ 1111279 h 1302598"/>
                  <a:gd name="connsiteX544" fmla="*/ 408990 w 3417973"/>
                  <a:gd name="connsiteY544" fmla="*/ 1116984 h 1302598"/>
                  <a:gd name="connsiteX545" fmla="*/ 401945 w 3417973"/>
                  <a:gd name="connsiteY545" fmla="*/ 1121928 h 1302598"/>
                  <a:gd name="connsiteX546" fmla="*/ 406325 w 3417973"/>
                  <a:gd name="connsiteY546" fmla="*/ 1129439 h 1302598"/>
                  <a:gd name="connsiteX547" fmla="*/ 402802 w 3417973"/>
                  <a:gd name="connsiteY547" fmla="*/ 1141420 h 1302598"/>
                  <a:gd name="connsiteX548" fmla="*/ 386331 w 3417973"/>
                  <a:gd name="connsiteY548" fmla="*/ 1141420 h 1302598"/>
                  <a:gd name="connsiteX549" fmla="*/ 370812 w 3417973"/>
                  <a:gd name="connsiteY549" fmla="*/ 1152068 h 1302598"/>
                  <a:gd name="connsiteX550" fmla="*/ 370812 w 3417973"/>
                  <a:gd name="connsiteY550" fmla="*/ 1161576 h 1302598"/>
                  <a:gd name="connsiteX551" fmla="*/ 391282 w 3417973"/>
                  <a:gd name="connsiteY551" fmla="*/ 1161576 h 1302598"/>
                  <a:gd name="connsiteX552" fmla="*/ 366337 w 3417973"/>
                  <a:gd name="connsiteY552" fmla="*/ 1176029 h 1302598"/>
                  <a:gd name="connsiteX553" fmla="*/ 374049 w 3417973"/>
                  <a:gd name="connsiteY553" fmla="*/ 1187248 h 1302598"/>
                  <a:gd name="connsiteX554" fmla="*/ 362243 w 3417973"/>
                  <a:gd name="connsiteY554" fmla="*/ 1198848 h 1302598"/>
                  <a:gd name="connsiteX555" fmla="*/ 351294 w 3417973"/>
                  <a:gd name="connsiteY555" fmla="*/ 1207405 h 1302598"/>
                  <a:gd name="connsiteX556" fmla="*/ 345963 w 3417973"/>
                  <a:gd name="connsiteY556" fmla="*/ 1212159 h 1302598"/>
                  <a:gd name="connsiteX557" fmla="*/ 361672 w 3417973"/>
                  <a:gd name="connsiteY557" fmla="*/ 1224805 h 1302598"/>
                  <a:gd name="connsiteX558" fmla="*/ 398994 w 3417973"/>
                  <a:gd name="connsiteY558" fmla="*/ 1251808 h 1302598"/>
                  <a:gd name="connsiteX559" fmla="*/ 404230 w 3417973"/>
                  <a:gd name="connsiteY559" fmla="*/ 1255896 h 1302598"/>
                  <a:gd name="connsiteX560" fmla="*/ 411656 w 3417973"/>
                  <a:gd name="connsiteY560" fmla="*/ 1252378 h 1302598"/>
                  <a:gd name="connsiteX561" fmla="*/ 435744 w 3417973"/>
                  <a:gd name="connsiteY561" fmla="*/ 1259414 h 1302598"/>
                  <a:gd name="connsiteX562" fmla="*/ 466782 w 3417973"/>
                  <a:gd name="connsiteY562" fmla="*/ 1262076 h 1302598"/>
                  <a:gd name="connsiteX563" fmla="*/ 479254 w 3417973"/>
                  <a:gd name="connsiteY563" fmla="*/ 1270158 h 1302598"/>
                  <a:gd name="connsiteX564" fmla="*/ 491726 w 3417973"/>
                  <a:gd name="connsiteY564" fmla="*/ 1276338 h 1302598"/>
                  <a:gd name="connsiteX565" fmla="*/ 512101 w 3417973"/>
                  <a:gd name="connsiteY565" fmla="*/ 1273676 h 1302598"/>
                  <a:gd name="connsiteX566" fmla="*/ 519241 w 3417973"/>
                  <a:gd name="connsiteY566" fmla="*/ 1276338 h 1302598"/>
                  <a:gd name="connsiteX567" fmla="*/ 525525 w 3417973"/>
                  <a:gd name="connsiteY567" fmla="*/ 1288794 h 1302598"/>
                  <a:gd name="connsiteX568" fmla="*/ 544567 w 3417973"/>
                  <a:gd name="connsiteY568" fmla="*/ 1297636 h 1302598"/>
                  <a:gd name="connsiteX569" fmla="*/ 559610 w 3417973"/>
                  <a:gd name="connsiteY569" fmla="*/ 1308285 h 1302598"/>
                  <a:gd name="connsiteX570" fmla="*/ 568559 w 3417973"/>
                  <a:gd name="connsiteY570" fmla="*/ 1308285 h 1302598"/>
                  <a:gd name="connsiteX571" fmla="*/ 581412 w 3417973"/>
                  <a:gd name="connsiteY571" fmla="*/ 1298777 h 1302598"/>
                  <a:gd name="connsiteX572" fmla="*/ 558467 w 3417973"/>
                  <a:gd name="connsiteY572" fmla="*/ 1263883 h 1302598"/>
                  <a:gd name="connsiteX573" fmla="*/ 550755 w 3417973"/>
                  <a:gd name="connsiteY573" fmla="*/ 1236690 h 1302598"/>
                  <a:gd name="connsiteX574" fmla="*/ 560847 w 3417973"/>
                  <a:gd name="connsiteY574" fmla="*/ 1207690 h 1302598"/>
                  <a:gd name="connsiteX575" fmla="*/ 596360 w 3417973"/>
                  <a:gd name="connsiteY575" fmla="*/ 1186107 h 1302598"/>
                  <a:gd name="connsiteX576" fmla="*/ 589886 w 3417973"/>
                  <a:gd name="connsiteY576" fmla="*/ 1182209 h 1302598"/>
                  <a:gd name="connsiteX577" fmla="*/ 585411 w 3417973"/>
                  <a:gd name="connsiteY577" fmla="*/ 1173366 h 1302598"/>
                  <a:gd name="connsiteX578" fmla="*/ 582745 w 3417973"/>
                  <a:gd name="connsiteY578" fmla="*/ 1160911 h 1302598"/>
                  <a:gd name="connsiteX579" fmla="*/ 570273 w 3417973"/>
                  <a:gd name="connsiteY579" fmla="*/ 1146744 h 1302598"/>
                  <a:gd name="connsiteX580" fmla="*/ 556087 w 3417973"/>
                  <a:gd name="connsiteY580" fmla="*/ 1147600 h 1302598"/>
                  <a:gd name="connsiteX581" fmla="*/ 552564 w 3417973"/>
                  <a:gd name="connsiteY581" fmla="*/ 1136951 h 1302598"/>
                  <a:gd name="connsiteX582" fmla="*/ 540949 w 3417973"/>
                  <a:gd name="connsiteY582" fmla="*/ 1128964 h 1302598"/>
                  <a:gd name="connsiteX583" fmla="*/ 545424 w 3417973"/>
                  <a:gd name="connsiteY583" fmla="*/ 1116509 h 1302598"/>
                  <a:gd name="connsiteX584" fmla="*/ 552564 w 3417973"/>
                  <a:gd name="connsiteY584" fmla="*/ 1110328 h 1302598"/>
                  <a:gd name="connsiteX585" fmla="*/ 546280 w 3417973"/>
                  <a:gd name="connsiteY585" fmla="*/ 1100820 h 1302598"/>
                  <a:gd name="connsiteX586" fmla="*/ 556944 w 3417973"/>
                  <a:gd name="connsiteY586" fmla="*/ 1088460 h 1302598"/>
                  <a:gd name="connsiteX587" fmla="*/ 568559 w 3417973"/>
                  <a:gd name="connsiteY587" fmla="*/ 1081329 h 1302598"/>
                  <a:gd name="connsiteX588" fmla="*/ 584554 w 3417973"/>
                  <a:gd name="connsiteY588" fmla="*/ 1094640 h 1302598"/>
                  <a:gd name="connsiteX589" fmla="*/ 586268 w 3417973"/>
                  <a:gd name="connsiteY589" fmla="*/ 1082185 h 1302598"/>
                  <a:gd name="connsiteX590" fmla="*/ 591600 w 3417973"/>
                  <a:gd name="connsiteY590" fmla="*/ 1071536 h 1302598"/>
                  <a:gd name="connsiteX591" fmla="*/ 602263 w 3417973"/>
                  <a:gd name="connsiteY591" fmla="*/ 1062028 h 1302598"/>
                  <a:gd name="connsiteX592" fmla="*/ 623589 w 3417973"/>
                  <a:gd name="connsiteY592" fmla="*/ 1052520 h 1302598"/>
                  <a:gd name="connsiteX593" fmla="*/ 638728 w 3417973"/>
                  <a:gd name="connsiteY593" fmla="*/ 1048051 h 1302598"/>
                  <a:gd name="connsiteX594" fmla="*/ 649391 w 3417973"/>
                  <a:gd name="connsiteY594" fmla="*/ 1048051 h 1302598"/>
                  <a:gd name="connsiteX595" fmla="*/ 663672 w 3417973"/>
                  <a:gd name="connsiteY595" fmla="*/ 1048051 h 1302598"/>
                  <a:gd name="connsiteX596" fmla="*/ 686712 w 3417973"/>
                  <a:gd name="connsiteY596" fmla="*/ 1055182 h 1302598"/>
                  <a:gd name="connsiteX597" fmla="*/ 703660 w 3417973"/>
                  <a:gd name="connsiteY597" fmla="*/ 1069349 h 1302598"/>
                  <a:gd name="connsiteX598" fmla="*/ 708991 w 3417973"/>
                  <a:gd name="connsiteY598" fmla="*/ 1072011 h 1302598"/>
                  <a:gd name="connsiteX599" fmla="*/ 720512 w 3417973"/>
                  <a:gd name="connsiteY599" fmla="*/ 1072011 h 1302598"/>
                  <a:gd name="connsiteX600" fmla="*/ 739553 w 3417973"/>
                  <a:gd name="connsiteY600" fmla="*/ 1070300 h 1302598"/>
                  <a:gd name="connsiteX601" fmla="*/ 759166 w 3417973"/>
                  <a:gd name="connsiteY601" fmla="*/ 1064024 h 1302598"/>
                  <a:gd name="connsiteX602" fmla="*/ 770686 w 3417973"/>
                  <a:gd name="connsiteY602" fmla="*/ 1064975 h 1302598"/>
                  <a:gd name="connsiteX603" fmla="*/ 790204 w 3417973"/>
                  <a:gd name="connsiteY603" fmla="*/ 1065831 h 1302598"/>
                  <a:gd name="connsiteX604" fmla="*/ 803533 w 3417973"/>
                  <a:gd name="connsiteY604" fmla="*/ 1072011 h 1302598"/>
                  <a:gd name="connsiteX605" fmla="*/ 813054 w 3417973"/>
                  <a:gd name="connsiteY605" fmla="*/ 1078286 h 1302598"/>
                  <a:gd name="connsiteX606" fmla="*/ 820195 w 3417973"/>
                  <a:gd name="connsiteY606" fmla="*/ 1068778 h 1302598"/>
                  <a:gd name="connsiteX607" fmla="*/ 835237 w 3417973"/>
                  <a:gd name="connsiteY607" fmla="*/ 1074958 h 1302598"/>
                  <a:gd name="connsiteX608" fmla="*/ 847710 w 3417973"/>
                  <a:gd name="connsiteY608" fmla="*/ 1067923 h 1302598"/>
                  <a:gd name="connsiteX609" fmla="*/ 842378 w 3417973"/>
                  <a:gd name="connsiteY609" fmla="*/ 1053660 h 1302598"/>
                  <a:gd name="connsiteX610" fmla="*/ 828192 w 3417973"/>
                  <a:gd name="connsiteY610" fmla="*/ 1049287 h 1302598"/>
                  <a:gd name="connsiteX611" fmla="*/ 822860 w 3417973"/>
                  <a:gd name="connsiteY611" fmla="*/ 1038543 h 1302598"/>
                  <a:gd name="connsiteX612" fmla="*/ 835237 w 3417973"/>
                  <a:gd name="connsiteY612" fmla="*/ 1027894 h 1302598"/>
                  <a:gd name="connsiteX613" fmla="*/ 838855 w 3417973"/>
                  <a:gd name="connsiteY613" fmla="*/ 1013727 h 1302598"/>
                  <a:gd name="connsiteX614" fmla="*/ 860182 w 3417973"/>
                  <a:gd name="connsiteY614" fmla="*/ 1010209 h 1302598"/>
                  <a:gd name="connsiteX615" fmla="*/ 842378 w 3417973"/>
                  <a:gd name="connsiteY615" fmla="*/ 1001271 h 1302598"/>
                  <a:gd name="connsiteX616" fmla="*/ 841521 w 3417973"/>
                  <a:gd name="connsiteY616" fmla="*/ 984442 h 1302598"/>
                  <a:gd name="connsiteX617" fmla="*/ 858373 w 3417973"/>
                  <a:gd name="connsiteY617" fmla="*/ 983586 h 1302598"/>
                  <a:gd name="connsiteX618" fmla="*/ 882365 w 3417973"/>
                  <a:gd name="connsiteY618" fmla="*/ 980924 h 1302598"/>
                  <a:gd name="connsiteX619" fmla="*/ 912642 w 3417973"/>
                  <a:gd name="connsiteY619" fmla="*/ 974649 h 1302598"/>
                  <a:gd name="connsiteX620" fmla="*/ 933016 w 3417973"/>
                  <a:gd name="connsiteY620" fmla="*/ 968469 h 1302598"/>
                  <a:gd name="connsiteX621" fmla="*/ 961578 w 3417973"/>
                  <a:gd name="connsiteY621" fmla="*/ 963144 h 1302598"/>
                  <a:gd name="connsiteX622" fmla="*/ 990903 w 3417973"/>
                  <a:gd name="connsiteY622" fmla="*/ 953636 h 1302598"/>
                  <a:gd name="connsiteX623" fmla="*/ 1015847 w 3417973"/>
                  <a:gd name="connsiteY623" fmla="*/ 947931 h 1302598"/>
                  <a:gd name="connsiteX624" fmla="*/ 1031366 w 3417973"/>
                  <a:gd name="connsiteY624" fmla="*/ 950118 h 1302598"/>
                  <a:gd name="connsiteX625" fmla="*/ 1044219 w 3417973"/>
                  <a:gd name="connsiteY625" fmla="*/ 958105 h 1302598"/>
                  <a:gd name="connsiteX626" fmla="*/ 1047837 w 3417973"/>
                  <a:gd name="connsiteY626" fmla="*/ 972272 h 1302598"/>
                  <a:gd name="connsiteX627" fmla="*/ 1045552 w 3417973"/>
                  <a:gd name="connsiteY627" fmla="*/ 980734 h 1302598"/>
                  <a:gd name="connsiteX628" fmla="*/ 1063832 w 3417973"/>
                  <a:gd name="connsiteY628" fmla="*/ 977596 h 1302598"/>
                  <a:gd name="connsiteX629" fmla="*/ 1071354 w 3417973"/>
                  <a:gd name="connsiteY629" fmla="*/ 982540 h 1302598"/>
                  <a:gd name="connsiteX630" fmla="*/ 1077161 w 3417973"/>
                  <a:gd name="connsiteY630" fmla="*/ 983872 h 1302598"/>
                  <a:gd name="connsiteX631" fmla="*/ 1086682 w 3417973"/>
                  <a:gd name="connsiteY631" fmla="*/ 985203 h 1302598"/>
                  <a:gd name="connsiteX632" fmla="*/ 1097345 w 3417973"/>
                  <a:gd name="connsiteY632" fmla="*/ 986534 h 1302598"/>
                  <a:gd name="connsiteX633" fmla="*/ 1090205 w 3417973"/>
                  <a:gd name="connsiteY633" fmla="*/ 999370 h 1302598"/>
                  <a:gd name="connsiteX634" fmla="*/ 1105343 w 3417973"/>
                  <a:gd name="connsiteY634" fmla="*/ 995852 h 1302598"/>
                  <a:gd name="connsiteX635" fmla="*/ 1127146 w 3417973"/>
                  <a:gd name="connsiteY635" fmla="*/ 986914 h 1302598"/>
                  <a:gd name="connsiteX636" fmla="*/ 1145330 w 3417973"/>
                  <a:gd name="connsiteY636" fmla="*/ 976741 h 1302598"/>
                  <a:gd name="connsiteX637" fmla="*/ 1158659 w 3417973"/>
                  <a:gd name="connsiteY637" fmla="*/ 978072 h 1302598"/>
                  <a:gd name="connsiteX638" fmla="*/ 1164467 w 3417973"/>
                  <a:gd name="connsiteY638" fmla="*/ 993189 h 1302598"/>
                  <a:gd name="connsiteX639" fmla="*/ 1201313 w 3417973"/>
                  <a:gd name="connsiteY639" fmla="*/ 1036641 h 1302598"/>
                  <a:gd name="connsiteX640" fmla="*/ 1222163 w 3417973"/>
                  <a:gd name="connsiteY640" fmla="*/ 1072581 h 1302598"/>
                  <a:gd name="connsiteX641" fmla="*/ 1233779 w 3417973"/>
                  <a:gd name="connsiteY641" fmla="*/ 1059746 h 1302598"/>
                  <a:gd name="connsiteX642" fmla="*/ 1249298 w 3417973"/>
                  <a:gd name="connsiteY642" fmla="*/ 1070870 h 1302598"/>
                  <a:gd name="connsiteX643" fmla="*/ 1268911 w 3417973"/>
                  <a:gd name="connsiteY643" fmla="*/ 1073913 h 1302598"/>
                  <a:gd name="connsiteX644" fmla="*/ 1288904 w 3417973"/>
                  <a:gd name="connsiteY644" fmla="*/ 1068208 h 1302598"/>
                  <a:gd name="connsiteX645" fmla="*/ 1301758 w 3417973"/>
                  <a:gd name="connsiteY645" fmla="*/ 1078857 h 1302598"/>
                  <a:gd name="connsiteX646" fmla="*/ 1314230 w 3417973"/>
                  <a:gd name="connsiteY646" fmla="*/ 1089030 h 1302598"/>
                  <a:gd name="connsiteX647" fmla="*/ 1318514 w 3417973"/>
                  <a:gd name="connsiteY647" fmla="*/ 1096542 h 1302598"/>
                  <a:gd name="connsiteX648" fmla="*/ 1328606 w 3417973"/>
                  <a:gd name="connsiteY648" fmla="*/ 1104909 h 1302598"/>
                  <a:gd name="connsiteX649" fmla="*/ 1344601 w 3417973"/>
                  <a:gd name="connsiteY649" fmla="*/ 1101866 h 1302598"/>
                  <a:gd name="connsiteX650" fmla="*/ 1351742 w 3417973"/>
                  <a:gd name="connsiteY650" fmla="*/ 1102532 h 1302598"/>
                  <a:gd name="connsiteX651" fmla="*/ 1361263 w 3417973"/>
                  <a:gd name="connsiteY651" fmla="*/ 1113181 h 1302598"/>
                  <a:gd name="connsiteX652" fmla="*/ 1372497 w 3417973"/>
                  <a:gd name="connsiteY652" fmla="*/ 1113181 h 1302598"/>
                  <a:gd name="connsiteX653" fmla="*/ 1386207 w 3417973"/>
                  <a:gd name="connsiteY653" fmla="*/ 1107856 h 1302598"/>
                  <a:gd name="connsiteX654" fmla="*/ 1404487 w 3417973"/>
                  <a:gd name="connsiteY654" fmla="*/ 1099584 h 1302598"/>
                  <a:gd name="connsiteX655" fmla="*/ 1419911 w 3417973"/>
                  <a:gd name="connsiteY655" fmla="*/ 1090647 h 1302598"/>
                  <a:gd name="connsiteX656" fmla="*/ 1432954 w 3417973"/>
                  <a:gd name="connsiteY656" fmla="*/ 1081804 h 1302598"/>
                  <a:gd name="connsiteX657" fmla="*/ 1446569 w 3417973"/>
                  <a:gd name="connsiteY657" fmla="*/ 1075814 h 1302598"/>
                  <a:gd name="connsiteX658" fmla="*/ 1460850 w 3417973"/>
                  <a:gd name="connsiteY658" fmla="*/ 1073437 h 1302598"/>
                  <a:gd name="connsiteX659" fmla="*/ 1488651 w 3417973"/>
                  <a:gd name="connsiteY659" fmla="*/ 1078191 h 1302598"/>
                  <a:gd name="connsiteX660" fmla="*/ 1495220 w 3417973"/>
                  <a:gd name="connsiteY660" fmla="*/ 1089506 h 1302598"/>
                  <a:gd name="connsiteX661" fmla="*/ 1511787 w 3417973"/>
                  <a:gd name="connsiteY661" fmla="*/ 1095971 h 1302598"/>
                  <a:gd name="connsiteX662" fmla="*/ 1527782 w 3417973"/>
                  <a:gd name="connsiteY662" fmla="*/ 1094830 h 1302598"/>
                  <a:gd name="connsiteX663" fmla="*/ 1541968 w 3417973"/>
                  <a:gd name="connsiteY663" fmla="*/ 1098919 h 1302598"/>
                  <a:gd name="connsiteX664" fmla="*/ 1558629 w 3417973"/>
                  <a:gd name="connsiteY664" fmla="*/ 1090647 h 1302598"/>
                  <a:gd name="connsiteX665" fmla="*/ 1559200 w 3417973"/>
                  <a:gd name="connsiteY665" fmla="*/ 1078857 h 1302598"/>
                  <a:gd name="connsiteX666" fmla="*/ 1552060 w 3417973"/>
                  <a:gd name="connsiteY666" fmla="*/ 1062218 h 1302598"/>
                  <a:gd name="connsiteX667" fmla="*/ 1560343 w 3417973"/>
                  <a:gd name="connsiteY667" fmla="*/ 1052710 h 1302598"/>
                  <a:gd name="connsiteX668" fmla="*/ 1571006 w 3417973"/>
                  <a:gd name="connsiteY668" fmla="*/ 1045579 h 1302598"/>
                  <a:gd name="connsiteX669" fmla="*/ 1578147 w 3417973"/>
                  <a:gd name="connsiteY669" fmla="*/ 1039018 h 1302598"/>
                  <a:gd name="connsiteX670" fmla="*/ 1592999 w 3417973"/>
                  <a:gd name="connsiteY670" fmla="*/ 1045008 h 1302598"/>
                  <a:gd name="connsiteX671" fmla="*/ 1605376 w 3417973"/>
                  <a:gd name="connsiteY671" fmla="*/ 1047956 h 1302598"/>
                  <a:gd name="connsiteX672" fmla="*/ 1620228 w 3417973"/>
                  <a:gd name="connsiteY672" fmla="*/ 1053851 h 1302598"/>
                  <a:gd name="connsiteX673" fmla="*/ 1639270 w 3417973"/>
                  <a:gd name="connsiteY673" fmla="*/ 1059746 h 1302598"/>
                  <a:gd name="connsiteX674" fmla="*/ 1641650 w 3417973"/>
                  <a:gd name="connsiteY674" fmla="*/ 1076955 h 1302598"/>
                  <a:gd name="connsiteX675" fmla="*/ 1654123 w 3417973"/>
                  <a:gd name="connsiteY675" fmla="*/ 1086463 h 1302598"/>
                  <a:gd name="connsiteX676" fmla="*/ 1671926 w 3417973"/>
                  <a:gd name="connsiteY676" fmla="*/ 1091788 h 1302598"/>
                  <a:gd name="connsiteX677" fmla="*/ 1686113 w 3417973"/>
                  <a:gd name="connsiteY677" fmla="*/ 1084752 h 1302598"/>
                  <a:gd name="connsiteX678" fmla="*/ 1704488 w 3417973"/>
                  <a:gd name="connsiteY678" fmla="*/ 1082375 h 1302598"/>
                  <a:gd name="connsiteX679" fmla="*/ 1722863 w 3417973"/>
                  <a:gd name="connsiteY679" fmla="*/ 1086463 h 1302598"/>
                  <a:gd name="connsiteX680" fmla="*/ 1738287 w 3417973"/>
                  <a:gd name="connsiteY680" fmla="*/ 1090647 h 1302598"/>
                  <a:gd name="connsiteX681" fmla="*/ 1754853 w 3417973"/>
                  <a:gd name="connsiteY681" fmla="*/ 1098348 h 1302598"/>
                  <a:gd name="connsiteX682" fmla="*/ 1765516 w 3417973"/>
                  <a:gd name="connsiteY682" fmla="*/ 1109568 h 1302598"/>
                  <a:gd name="connsiteX683" fmla="*/ 1791032 w 3417973"/>
                  <a:gd name="connsiteY683" fmla="*/ 1114322 h 1302598"/>
                  <a:gd name="connsiteX684" fmla="*/ 1817690 w 3417973"/>
                  <a:gd name="connsiteY684" fmla="*/ 1114322 h 1302598"/>
                  <a:gd name="connsiteX685" fmla="*/ 1843778 w 3417973"/>
                  <a:gd name="connsiteY685" fmla="*/ 1107761 h 1302598"/>
                  <a:gd name="connsiteX686" fmla="*/ 1859773 w 3417973"/>
                  <a:gd name="connsiteY686" fmla="*/ 1101866 h 1302598"/>
                  <a:gd name="connsiteX687" fmla="*/ 1875767 w 3417973"/>
                  <a:gd name="connsiteY687" fmla="*/ 1091217 h 1302598"/>
                  <a:gd name="connsiteX688" fmla="*/ 1900617 w 3417973"/>
                  <a:gd name="connsiteY688" fmla="*/ 1092453 h 1302598"/>
                  <a:gd name="connsiteX689" fmla="*/ 1917849 w 3417973"/>
                  <a:gd name="connsiteY689" fmla="*/ 1095971 h 1302598"/>
                  <a:gd name="connsiteX690" fmla="*/ 1936891 w 3417973"/>
                  <a:gd name="connsiteY690" fmla="*/ 1100725 h 1302598"/>
                  <a:gd name="connsiteX691" fmla="*/ 1956409 w 3417973"/>
                  <a:gd name="connsiteY691" fmla="*/ 1106050 h 1302598"/>
                  <a:gd name="connsiteX692" fmla="*/ 1975450 w 3417973"/>
                  <a:gd name="connsiteY692" fmla="*/ 1095971 h 1302598"/>
                  <a:gd name="connsiteX693" fmla="*/ 1984400 w 3417973"/>
                  <a:gd name="connsiteY693" fmla="*/ 1087129 h 1302598"/>
                  <a:gd name="connsiteX694" fmla="*/ 1993921 w 3417973"/>
                  <a:gd name="connsiteY694" fmla="*/ 1066401 h 1302598"/>
                  <a:gd name="connsiteX695" fmla="*/ 2006393 w 3417973"/>
                  <a:gd name="connsiteY695" fmla="*/ 1047385 h 1302598"/>
                  <a:gd name="connsiteX696" fmla="*/ 2015248 w 3417973"/>
                  <a:gd name="connsiteY696" fmla="*/ 1037307 h 1302598"/>
                  <a:gd name="connsiteX697" fmla="*/ 2009344 w 3417973"/>
                  <a:gd name="connsiteY697" fmla="*/ 1023045 h 1302598"/>
                  <a:gd name="connsiteX698" fmla="*/ 2007535 w 3417973"/>
                  <a:gd name="connsiteY698" fmla="*/ 1012396 h 1302598"/>
                  <a:gd name="connsiteX699" fmla="*/ 2033051 w 3417973"/>
                  <a:gd name="connsiteY699" fmla="*/ 1004124 h 1302598"/>
                  <a:gd name="connsiteX700" fmla="*/ 2062661 w 3417973"/>
                  <a:gd name="connsiteY700" fmla="*/ 1001747 h 1302598"/>
                  <a:gd name="connsiteX701" fmla="*/ 2085225 w 3417973"/>
                  <a:gd name="connsiteY701" fmla="*/ 1005360 h 1302598"/>
                  <a:gd name="connsiteX702" fmla="*/ 2109503 w 3417973"/>
                  <a:gd name="connsiteY702" fmla="*/ 1012396 h 1302598"/>
                  <a:gd name="connsiteX703" fmla="*/ 2122547 w 3417973"/>
                  <a:gd name="connsiteY703" fmla="*/ 1027228 h 1302598"/>
                  <a:gd name="connsiteX704" fmla="*/ 2132068 w 3417973"/>
                  <a:gd name="connsiteY704" fmla="*/ 1045579 h 1302598"/>
                  <a:gd name="connsiteX705" fmla="*/ 2143969 w 3417973"/>
                  <a:gd name="connsiteY705" fmla="*/ 1069254 h 1302598"/>
                  <a:gd name="connsiteX706" fmla="*/ 2154061 w 3417973"/>
                  <a:gd name="connsiteY706" fmla="*/ 1093499 h 1302598"/>
                  <a:gd name="connsiteX707" fmla="*/ 2161773 w 3417973"/>
                  <a:gd name="connsiteY707" fmla="*/ 1104719 h 1302598"/>
                  <a:gd name="connsiteX708" fmla="*/ 2180814 w 3417973"/>
                  <a:gd name="connsiteY708" fmla="*/ 1111850 h 1302598"/>
                  <a:gd name="connsiteX709" fmla="*/ 2200998 w 3417973"/>
                  <a:gd name="connsiteY709" fmla="*/ 1120692 h 1302598"/>
                  <a:gd name="connsiteX710" fmla="*/ 2215185 w 3417973"/>
                  <a:gd name="connsiteY710" fmla="*/ 1130200 h 1302598"/>
                  <a:gd name="connsiteX711" fmla="*/ 2219373 w 3417973"/>
                  <a:gd name="connsiteY711" fmla="*/ 1147314 h 1302598"/>
                  <a:gd name="connsiteX712" fmla="*/ 2238415 w 3417973"/>
                  <a:gd name="connsiteY712" fmla="*/ 1155016 h 1302598"/>
                  <a:gd name="connsiteX713" fmla="*/ 2256220 w 3417973"/>
                  <a:gd name="connsiteY713" fmla="*/ 1150928 h 1302598"/>
                  <a:gd name="connsiteX714" fmla="*/ 2275737 w 3417973"/>
                  <a:gd name="connsiteY714" fmla="*/ 1143797 h 1302598"/>
                  <a:gd name="connsiteX715" fmla="*/ 2291732 w 3417973"/>
                  <a:gd name="connsiteY715" fmla="*/ 1147980 h 1302598"/>
                  <a:gd name="connsiteX716" fmla="*/ 2292303 w 3417973"/>
                  <a:gd name="connsiteY716" fmla="*/ 1164524 h 1302598"/>
                  <a:gd name="connsiteX717" fmla="*/ 2281640 w 3417973"/>
                  <a:gd name="connsiteY717" fmla="*/ 1190006 h 1302598"/>
                  <a:gd name="connsiteX718" fmla="*/ 2269834 w 3417973"/>
                  <a:gd name="connsiteY718" fmla="*/ 1205313 h 1302598"/>
                  <a:gd name="connsiteX719" fmla="*/ 2260313 w 3417973"/>
                  <a:gd name="connsiteY719" fmla="*/ 1218339 h 1302598"/>
                  <a:gd name="connsiteX720" fmla="*/ 2242510 w 3417973"/>
                  <a:gd name="connsiteY720" fmla="*/ 1218339 h 1302598"/>
                  <a:gd name="connsiteX721" fmla="*/ 2225943 w 3417973"/>
                  <a:gd name="connsiteY721" fmla="*/ 1226041 h 1302598"/>
                  <a:gd name="connsiteX722" fmla="*/ 2222991 w 3417973"/>
                  <a:gd name="connsiteY722" fmla="*/ 1240303 h 1302598"/>
                  <a:gd name="connsiteX723" fmla="*/ 2224229 w 3417973"/>
                  <a:gd name="connsiteY723" fmla="*/ 1256847 h 1302598"/>
                  <a:gd name="connsiteX724" fmla="*/ 2225562 w 3417973"/>
                  <a:gd name="connsiteY724" fmla="*/ 1275863 h 1302598"/>
                  <a:gd name="connsiteX725" fmla="*/ 2242224 w 3417973"/>
                  <a:gd name="connsiteY725" fmla="*/ 1266830 h 1302598"/>
                  <a:gd name="connsiteX726" fmla="*/ 2265359 w 3417973"/>
                  <a:gd name="connsiteY726" fmla="*/ 1279761 h 1302598"/>
                  <a:gd name="connsiteX727" fmla="*/ 2311630 w 3417973"/>
                  <a:gd name="connsiteY727" fmla="*/ 1251237 h 1302598"/>
                  <a:gd name="connsiteX728" fmla="*/ 2344192 w 3417973"/>
                  <a:gd name="connsiteY728" fmla="*/ 1215107 h 1302598"/>
                  <a:gd name="connsiteX729" fmla="*/ 2373516 w 3417973"/>
                  <a:gd name="connsiteY729" fmla="*/ 1175744 h 1302598"/>
                  <a:gd name="connsiteX730" fmla="*/ 2394843 w 3417973"/>
                  <a:gd name="connsiteY730" fmla="*/ 1147219 h 1302598"/>
                  <a:gd name="connsiteX731" fmla="*/ 2407315 w 3417973"/>
                  <a:gd name="connsiteY731" fmla="*/ 1126872 h 1302598"/>
                  <a:gd name="connsiteX732" fmla="*/ 2415883 w 3417973"/>
                  <a:gd name="connsiteY732" fmla="*/ 1074103 h 1302598"/>
                  <a:gd name="connsiteX733" fmla="*/ 2419787 w 3417973"/>
                  <a:gd name="connsiteY733" fmla="*/ 1061742 h 1302598"/>
                  <a:gd name="connsiteX734" fmla="*/ 2427118 w 3417973"/>
                  <a:gd name="connsiteY734" fmla="*/ 1047575 h 1302598"/>
                  <a:gd name="connsiteX735" fmla="*/ 2430450 w 3417973"/>
                  <a:gd name="connsiteY735" fmla="*/ 1034169 h 1302598"/>
                  <a:gd name="connsiteX736" fmla="*/ 2429213 w 3417973"/>
                  <a:gd name="connsiteY736" fmla="*/ 1019146 h 1302598"/>
                  <a:gd name="connsiteX737" fmla="*/ 2431593 w 3417973"/>
                  <a:gd name="connsiteY737" fmla="*/ 1013251 h 1302598"/>
                  <a:gd name="connsiteX738" fmla="*/ 2424166 w 3417973"/>
                  <a:gd name="connsiteY738" fmla="*/ 1003743 h 1302598"/>
                  <a:gd name="connsiteX739" fmla="*/ 2412075 w 3417973"/>
                  <a:gd name="connsiteY739" fmla="*/ 993665 h 1302598"/>
                  <a:gd name="connsiteX740" fmla="*/ 2396366 w 3417973"/>
                  <a:gd name="connsiteY740" fmla="*/ 981780 h 1302598"/>
                  <a:gd name="connsiteX741" fmla="*/ 2379133 w 3417973"/>
                  <a:gd name="connsiteY741" fmla="*/ 982445 h 1302598"/>
                  <a:gd name="connsiteX742" fmla="*/ 2375325 w 3417973"/>
                  <a:gd name="connsiteY742" fmla="*/ 989196 h 1302598"/>
                  <a:gd name="connsiteX743" fmla="*/ 2366661 w 3417973"/>
                  <a:gd name="connsiteY743" fmla="*/ 996898 h 1302598"/>
                  <a:gd name="connsiteX744" fmla="*/ 2355426 w 3417973"/>
                  <a:gd name="connsiteY744" fmla="*/ 997848 h 1302598"/>
                  <a:gd name="connsiteX745" fmla="*/ 2354569 w 3417973"/>
                  <a:gd name="connsiteY745" fmla="*/ 985963 h 1302598"/>
                  <a:gd name="connsiteX746" fmla="*/ 2353998 w 3417973"/>
                  <a:gd name="connsiteY746" fmla="*/ 977977 h 1302598"/>
                  <a:gd name="connsiteX747" fmla="*/ 2341526 w 3417973"/>
                  <a:gd name="connsiteY747" fmla="*/ 992239 h 1302598"/>
                  <a:gd name="connsiteX748" fmla="*/ 2339146 w 3417973"/>
                  <a:gd name="connsiteY748" fmla="*/ 971796 h 1302598"/>
                  <a:gd name="connsiteX749" fmla="*/ 2316296 w 3417973"/>
                  <a:gd name="connsiteY749" fmla="*/ 971226 h 1302598"/>
                  <a:gd name="connsiteX750" fmla="*/ 2317248 w 3417973"/>
                  <a:gd name="connsiteY750" fmla="*/ 956393 h 1302598"/>
                  <a:gd name="connsiteX751" fmla="*/ 2330577 w 3417973"/>
                  <a:gd name="connsiteY751" fmla="*/ 943938 h 1302598"/>
                  <a:gd name="connsiteX752" fmla="*/ 2356378 w 3417973"/>
                  <a:gd name="connsiteY752" fmla="*/ 928820 h 1302598"/>
                  <a:gd name="connsiteX753" fmla="*/ 2366756 w 3417973"/>
                  <a:gd name="connsiteY753" fmla="*/ 910850 h 1302598"/>
                  <a:gd name="connsiteX754" fmla="*/ 2395319 w 3417973"/>
                  <a:gd name="connsiteY754" fmla="*/ 889267 h 1302598"/>
                  <a:gd name="connsiteX755" fmla="*/ 2417216 w 3417973"/>
                  <a:gd name="connsiteY755" fmla="*/ 866733 h 1302598"/>
                  <a:gd name="connsiteX756" fmla="*/ 2439400 w 3417973"/>
                  <a:gd name="connsiteY756" fmla="*/ 847717 h 1302598"/>
                  <a:gd name="connsiteX757" fmla="*/ 2477007 w 3417973"/>
                  <a:gd name="connsiteY757" fmla="*/ 828701 h 1302598"/>
                  <a:gd name="connsiteX758" fmla="*/ 2520612 w 3417973"/>
                  <a:gd name="connsiteY758" fmla="*/ 834025 h 1302598"/>
                  <a:gd name="connsiteX759" fmla="*/ 2529174 w 3417973"/>
                  <a:gd name="connsiteY759" fmla="*/ 835839 h 1302598"/>
                  <a:gd name="connsiteX760" fmla="*/ 2530990 w 3417973"/>
                  <a:gd name="connsiteY760" fmla="*/ 834025 h 1302598"/>
                  <a:gd name="connsiteX761" fmla="*/ 2550032 w 3417973"/>
                  <a:gd name="connsiteY761" fmla="*/ 834025 h 1302598"/>
                  <a:gd name="connsiteX762" fmla="*/ 2569073 w 3417973"/>
                  <a:gd name="connsiteY762" fmla="*/ 831363 h 1302598"/>
                  <a:gd name="connsiteX763" fmla="*/ 2585640 w 3417973"/>
                  <a:gd name="connsiteY763" fmla="*/ 826609 h 1302598"/>
                  <a:gd name="connsiteX764" fmla="*/ 2614202 w 3417973"/>
                  <a:gd name="connsiteY764" fmla="*/ 823376 h 1302598"/>
                  <a:gd name="connsiteX765" fmla="*/ 2629340 w 3417973"/>
                  <a:gd name="connsiteY765" fmla="*/ 826324 h 1302598"/>
                  <a:gd name="connsiteX766" fmla="*/ 2643240 w 3417973"/>
                  <a:gd name="connsiteY766" fmla="*/ 833455 h 1302598"/>
                  <a:gd name="connsiteX767" fmla="*/ 2639718 w 3417973"/>
                  <a:gd name="connsiteY767" fmla="*/ 839635 h 1302598"/>
                  <a:gd name="connsiteX768" fmla="*/ 2633148 w 3417973"/>
                  <a:gd name="connsiteY768" fmla="*/ 846481 h 1302598"/>
                  <a:gd name="connsiteX769" fmla="*/ 2653332 w 3417973"/>
                  <a:gd name="connsiteY769" fmla="*/ 843438 h 1302598"/>
                  <a:gd name="connsiteX770" fmla="*/ 2674374 w 3417973"/>
                  <a:gd name="connsiteY770" fmla="*/ 839920 h 1302598"/>
                  <a:gd name="connsiteX771" fmla="*/ 2688560 w 3417973"/>
                  <a:gd name="connsiteY771" fmla="*/ 839920 h 1302598"/>
                  <a:gd name="connsiteX772" fmla="*/ 2709315 w 3417973"/>
                  <a:gd name="connsiteY772" fmla="*/ 834881 h 1302598"/>
                  <a:gd name="connsiteX773" fmla="*/ 2701318 w 3417973"/>
                  <a:gd name="connsiteY773" fmla="*/ 828701 h 1302598"/>
                  <a:gd name="connsiteX774" fmla="*/ 2699794 w 3417973"/>
                  <a:gd name="connsiteY774" fmla="*/ 811776 h 1302598"/>
                  <a:gd name="connsiteX775" fmla="*/ 2729118 w 3417973"/>
                  <a:gd name="connsiteY775" fmla="*/ 785724 h 1302598"/>
                  <a:gd name="connsiteX776" fmla="*/ 2743971 w 3417973"/>
                  <a:gd name="connsiteY776" fmla="*/ 777167 h 1302598"/>
                  <a:gd name="connsiteX777" fmla="*/ 2754634 w 3417973"/>
                  <a:gd name="connsiteY777" fmla="*/ 758817 h 1302598"/>
                  <a:gd name="connsiteX778" fmla="*/ 2787576 w 3417973"/>
                  <a:gd name="connsiteY778" fmla="*/ 755869 h 1302598"/>
                  <a:gd name="connsiteX779" fmla="*/ 2800905 w 3417973"/>
                  <a:gd name="connsiteY779" fmla="*/ 761479 h 1302598"/>
                  <a:gd name="connsiteX780" fmla="*/ 2815377 w 3417973"/>
                  <a:gd name="connsiteY780" fmla="*/ 755869 h 1302598"/>
                  <a:gd name="connsiteX781" fmla="*/ 2805856 w 3417973"/>
                  <a:gd name="connsiteY781" fmla="*/ 774885 h 1302598"/>
                  <a:gd name="connsiteX782" fmla="*/ 2817186 w 3417973"/>
                  <a:gd name="connsiteY782" fmla="*/ 782587 h 1302598"/>
                  <a:gd name="connsiteX783" fmla="*/ 2811854 w 3417973"/>
                  <a:gd name="connsiteY783" fmla="*/ 790859 h 1302598"/>
                  <a:gd name="connsiteX784" fmla="*/ 2836132 w 3417973"/>
                  <a:gd name="connsiteY784" fmla="*/ 780210 h 1302598"/>
                  <a:gd name="connsiteX785" fmla="*/ 2869265 w 3417973"/>
                  <a:gd name="connsiteY785" fmla="*/ 764522 h 1302598"/>
                  <a:gd name="connsiteX786" fmla="*/ 2873454 w 3417973"/>
                  <a:gd name="connsiteY786" fmla="*/ 745506 h 1302598"/>
                  <a:gd name="connsiteX787" fmla="*/ 2907824 w 3417973"/>
                  <a:gd name="connsiteY787" fmla="*/ 733335 h 1302598"/>
                  <a:gd name="connsiteX788" fmla="*/ 2907824 w 3417973"/>
                  <a:gd name="connsiteY788" fmla="*/ 738089 h 1302598"/>
                  <a:gd name="connsiteX789" fmla="*/ 2892686 w 3417973"/>
                  <a:gd name="connsiteY789" fmla="*/ 753207 h 1302598"/>
                  <a:gd name="connsiteX790" fmla="*/ 2889449 w 3417973"/>
                  <a:gd name="connsiteY790" fmla="*/ 770321 h 1302598"/>
                  <a:gd name="connsiteX791" fmla="*/ 2883546 w 3417973"/>
                  <a:gd name="connsiteY791" fmla="*/ 779259 h 1302598"/>
                  <a:gd name="connsiteX792" fmla="*/ 2877548 w 3417973"/>
                  <a:gd name="connsiteY792" fmla="*/ 788767 h 1302598"/>
                  <a:gd name="connsiteX793" fmla="*/ 2851175 w 3417973"/>
                  <a:gd name="connsiteY793" fmla="*/ 800272 h 1302598"/>
                  <a:gd name="connsiteX794" fmla="*/ 2834895 w 3417973"/>
                  <a:gd name="connsiteY794" fmla="*/ 818337 h 1302598"/>
                  <a:gd name="connsiteX795" fmla="*/ 2797858 w 3417973"/>
                  <a:gd name="connsiteY795" fmla="*/ 852376 h 1302598"/>
                  <a:gd name="connsiteX796" fmla="*/ 2765012 w 3417973"/>
                  <a:gd name="connsiteY796" fmla="*/ 874910 h 1302598"/>
                  <a:gd name="connsiteX797" fmla="*/ 2745970 w 3417973"/>
                  <a:gd name="connsiteY797" fmla="*/ 878713 h 1302598"/>
                  <a:gd name="connsiteX798" fmla="*/ 2739115 w 3417973"/>
                  <a:gd name="connsiteY798" fmla="*/ 902958 h 1302598"/>
                  <a:gd name="connsiteX799" fmla="*/ 2720740 w 3417973"/>
                  <a:gd name="connsiteY799" fmla="*/ 948882 h 1302598"/>
                  <a:gd name="connsiteX800" fmla="*/ 2731689 w 3417973"/>
                  <a:gd name="connsiteY800" fmla="*/ 1022854 h 1302598"/>
                  <a:gd name="connsiteX801" fmla="*/ 2737973 w 3417973"/>
                  <a:gd name="connsiteY801" fmla="*/ 1056893 h 1302598"/>
                  <a:gd name="connsiteX802" fmla="*/ 2743304 w 3417973"/>
                  <a:gd name="connsiteY802" fmla="*/ 1071345 h 1302598"/>
                  <a:gd name="connsiteX803" fmla="*/ 2764346 w 3417973"/>
                  <a:gd name="connsiteY803" fmla="*/ 1053280 h 1302598"/>
                  <a:gd name="connsiteX804" fmla="*/ 2774438 w 3417973"/>
                  <a:gd name="connsiteY804" fmla="*/ 1041775 h 1302598"/>
                  <a:gd name="connsiteX805" fmla="*/ 2778817 w 3417973"/>
                  <a:gd name="connsiteY805" fmla="*/ 1021333 h 1302598"/>
                  <a:gd name="connsiteX806" fmla="*/ 2792431 w 3417973"/>
                  <a:gd name="connsiteY806" fmla="*/ 1011825 h 1302598"/>
                  <a:gd name="connsiteX807" fmla="*/ 2807284 w 3417973"/>
                  <a:gd name="connsiteY807" fmla="*/ 1008783 h 1302598"/>
                  <a:gd name="connsiteX808" fmla="*/ 2805476 w 3417973"/>
                  <a:gd name="connsiteY808" fmla="*/ 991953 h 1302598"/>
                  <a:gd name="connsiteX809" fmla="*/ 2824517 w 3417973"/>
                  <a:gd name="connsiteY809" fmla="*/ 973603 h 1302598"/>
                  <a:gd name="connsiteX810" fmla="*/ 2848509 w 3417973"/>
                  <a:gd name="connsiteY810" fmla="*/ 969514 h 1302598"/>
                  <a:gd name="connsiteX811" fmla="*/ 2844891 w 3417973"/>
                  <a:gd name="connsiteY811" fmla="*/ 949643 h 1302598"/>
                  <a:gd name="connsiteX812" fmla="*/ 2859172 w 3417973"/>
                  <a:gd name="connsiteY812" fmla="*/ 925397 h 1302598"/>
                  <a:gd name="connsiteX813" fmla="*/ 2874596 w 3417973"/>
                  <a:gd name="connsiteY813" fmla="*/ 924542 h 1302598"/>
                  <a:gd name="connsiteX814" fmla="*/ 2865075 w 3417973"/>
                  <a:gd name="connsiteY814" fmla="*/ 911135 h 1302598"/>
                  <a:gd name="connsiteX815" fmla="*/ 2869169 w 3417973"/>
                  <a:gd name="connsiteY815" fmla="*/ 888696 h 1302598"/>
                  <a:gd name="connsiteX816" fmla="*/ 2868598 w 3417973"/>
                  <a:gd name="connsiteY816" fmla="*/ 878047 h 1302598"/>
                  <a:gd name="connsiteX817" fmla="*/ 2855840 w 3417973"/>
                  <a:gd name="connsiteY817" fmla="*/ 878903 h 1302598"/>
                  <a:gd name="connsiteX818" fmla="*/ 2853556 w 3417973"/>
                  <a:gd name="connsiteY818" fmla="*/ 858271 h 1302598"/>
                  <a:gd name="connsiteX819" fmla="*/ 2870407 w 3417973"/>
                  <a:gd name="connsiteY819" fmla="*/ 840491 h 1302598"/>
                  <a:gd name="connsiteX820" fmla="*/ 2885545 w 3417973"/>
                  <a:gd name="connsiteY820" fmla="*/ 815294 h 1302598"/>
                  <a:gd name="connsiteX821" fmla="*/ 2902969 w 3417973"/>
                  <a:gd name="connsiteY821" fmla="*/ 814439 h 1302598"/>
                  <a:gd name="connsiteX822" fmla="*/ 2910680 w 3417973"/>
                  <a:gd name="connsiteY822" fmla="*/ 817957 h 1302598"/>
                  <a:gd name="connsiteX823" fmla="*/ 2930865 w 3417973"/>
                  <a:gd name="connsiteY823" fmla="*/ 798941 h 1302598"/>
                  <a:gd name="connsiteX824" fmla="*/ 2934958 w 3417973"/>
                  <a:gd name="connsiteY824" fmla="*/ 816435 h 1302598"/>
                  <a:gd name="connsiteX825" fmla="*/ 2954000 w 3417973"/>
                  <a:gd name="connsiteY825" fmla="*/ 805786 h 1302598"/>
                  <a:gd name="connsiteX826" fmla="*/ 3004080 w 3417973"/>
                  <a:gd name="connsiteY826" fmla="*/ 801888 h 1302598"/>
                  <a:gd name="connsiteX827" fmla="*/ 3018932 w 3417973"/>
                  <a:gd name="connsiteY827" fmla="*/ 814629 h 1302598"/>
                  <a:gd name="connsiteX828" fmla="*/ 3027215 w 3417973"/>
                  <a:gd name="connsiteY828" fmla="*/ 802744 h 1302598"/>
                  <a:gd name="connsiteX829" fmla="*/ 3055778 w 3417973"/>
                  <a:gd name="connsiteY829" fmla="*/ 786485 h 1302598"/>
                  <a:gd name="connsiteX830" fmla="*/ 3067679 w 3417973"/>
                  <a:gd name="connsiteY830" fmla="*/ 778498 h 1302598"/>
                  <a:gd name="connsiteX831" fmla="*/ 3079199 w 3417973"/>
                  <a:gd name="connsiteY831" fmla="*/ 770797 h 1302598"/>
                  <a:gd name="connsiteX832" fmla="*/ 3112998 w 3417973"/>
                  <a:gd name="connsiteY832" fmla="*/ 755774 h 1302598"/>
                  <a:gd name="connsiteX833" fmla="*/ 3154699 w 3417973"/>
                  <a:gd name="connsiteY833" fmla="*/ 735332 h 1302598"/>
                  <a:gd name="connsiteX834" fmla="*/ 3162696 w 3417973"/>
                  <a:gd name="connsiteY834" fmla="*/ 733525 h 1302598"/>
                  <a:gd name="connsiteX835" fmla="*/ 3180500 w 3417973"/>
                  <a:gd name="connsiteY835" fmla="*/ 737994 h 1302598"/>
                  <a:gd name="connsiteX836" fmla="*/ 3202493 w 3417973"/>
                  <a:gd name="connsiteY836" fmla="*/ 736188 h 1302598"/>
                  <a:gd name="connsiteX837" fmla="*/ 3201827 w 3417973"/>
                  <a:gd name="connsiteY837" fmla="*/ 719929 h 1302598"/>
                  <a:gd name="connsiteX838" fmla="*/ 3190307 w 3417973"/>
                  <a:gd name="connsiteY838" fmla="*/ 701578 h 1302598"/>
                  <a:gd name="connsiteX839" fmla="*/ 3176692 w 3417973"/>
                  <a:gd name="connsiteY839" fmla="*/ 682562 h 1302598"/>
                  <a:gd name="connsiteX840" fmla="*/ 3164600 w 3417973"/>
                  <a:gd name="connsiteY840" fmla="*/ 672199 h 1302598"/>
                  <a:gd name="connsiteX841" fmla="*/ 3158412 w 3417973"/>
                  <a:gd name="connsiteY841" fmla="*/ 665353 h 1302598"/>
                  <a:gd name="connsiteX842" fmla="*/ 3141560 w 3417973"/>
                  <a:gd name="connsiteY842" fmla="*/ 661835 h 1302598"/>
                  <a:gd name="connsiteX843" fmla="*/ 3161363 w 3417973"/>
                  <a:gd name="connsiteY843" fmla="*/ 656225 h 1302598"/>
                  <a:gd name="connsiteX844" fmla="*/ 3172027 w 3417973"/>
                  <a:gd name="connsiteY844" fmla="*/ 665733 h 1302598"/>
                  <a:gd name="connsiteX845" fmla="*/ 3194877 w 3417973"/>
                  <a:gd name="connsiteY845" fmla="*/ 664212 h 1302598"/>
                  <a:gd name="connsiteX846" fmla="*/ 3221535 w 3417973"/>
                  <a:gd name="connsiteY846" fmla="*/ 650615 h 1302598"/>
                  <a:gd name="connsiteX847" fmla="*/ 3227152 w 3417973"/>
                  <a:gd name="connsiteY847" fmla="*/ 640252 h 1302598"/>
                  <a:gd name="connsiteX848" fmla="*/ 3223630 w 3417973"/>
                  <a:gd name="connsiteY848" fmla="*/ 628462 h 1302598"/>
                  <a:gd name="connsiteX849" fmla="*/ 3225057 w 3417973"/>
                  <a:gd name="connsiteY849" fmla="*/ 618954 h 1302598"/>
                  <a:gd name="connsiteX850" fmla="*/ 3232484 w 3417973"/>
                  <a:gd name="connsiteY850" fmla="*/ 612393 h 1302598"/>
                  <a:gd name="connsiteX851" fmla="*/ 3243147 w 3417973"/>
                  <a:gd name="connsiteY851" fmla="*/ 611823 h 1302598"/>
                  <a:gd name="connsiteX852" fmla="*/ 3240481 w 3417973"/>
                  <a:gd name="connsiteY852" fmla="*/ 622472 h 1302598"/>
                  <a:gd name="connsiteX853" fmla="*/ 3247622 w 3417973"/>
                  <a:gd name="connsiteY853" fmla="*/ 636068 h 1302598"/>
                  <a:gd name="connsiteX854" fmla="*/ 3268282 w 3417973"/>
                  <a:gd name="connsiteY854" fmla="*/ 636639 h 1302598"/>
                  <a:gd name="connsiteX855" fmla="*/ 3299701 w 3417973"/>
                  <a:gd name="connsiteY855" fmla="*/ 647002 h 1302598"/>
                  <a:gd name="connsiteX856" fmla="*/ 3313982 w 3417973"/>
                  <a:gd name="connsiteY856" fmla="*/ 664212 h 1302598"/>
                  <a:gd name="connsiteX857" fmla="*/ 3333786 w 3417973"/>
                  <a:gd name="connsiteY857" fmla="*/ 671343 h 1302598"/>
                  <a:gd name="connsiteX858" fmla="*/ 3344449 w 3417973"/>
                  <a:gd name="connsiteY858" fmla="*/ 676953 h 1302598"/>
                  <a:gd name="connsiteX859" fmla="*/ 3356635 w 3417973"/>
                  <a:gd name="connsiteY859" fmla="*/ 678094 h 1302598"/>
                  <a:gd name="connsiteX860" fmla="*/ 3367584 w 3417973"/>
                  <a:gd name="connsiteY860" fmla="*/ 675717 h 1302598"/>
                  <a:gd name="connsiteX861" fmla="*/ 3358730 w 3417973"/>
                  <a:gd name="connsiteY861" fmla="*/ 664782 h 1302598"/>
                  <a:gd name="connsiteX862" fmla="*/ 3368251 w 3417973"/>
                  <a:gd name="connsiteY862" fmla="*/ 667159 h 1302598"/>
                  <a:gd name="connsiteX863" fmla="*/ 3370345 w 3417973"/>
                  <a:gd name="connsiteY863" fmla="*/ 657651 h 1302598"/>
                  <a:gd name="connsiteX864" fmla="*/ 3367394 w 3417973"/>
                  <a:gd name="connsiteY864" fmla="*/ 637875 h 1302598"/>
                  <a:gd name="connsiteX865" fmla="*/ 3373583 w 3417973"/>
                  <a:gd name="connsiteY865" fmla="*/ 635498 h 1302598"/>
                  <a:gd name="connsiteX866" fmla="*/ 3396147 w 3417973"/>
                  <a:gd name="connsiteY866" fmla="*/ 640252 h 1302598"/>
                  <a:gd name="connsiteX867" fmla="*/ 3391386 w 3417973"/>
                  <a:gd name="connsiteY867" fmla="*/ 634642 h 1302598"/>
                  <a:gd name="connsiteX868" fmla="*/ 3395861 w 3417973"/>
                  <a:gd name="connsiteY868" fmla="*/ 632835 h 1302598"/>
                  <a:gd name="connsiteX869" fmla="*/ 3406810 w 3417973"/>
                  <a:gd name="connsiteY869" fmla="*/ 633976 h 1302598"/>
                  <a:gd name="connsiteX870" fmla="*/ 3417188 w 3417973"/>
                  <a:gd name="connsiteY870" fmla="*/ 623042 h 1302598"/>
                  <a:gd name="connsiteX871" fmla="*/ 3419758 w 3417973"/>
                  <a:gd name="connsiteY871" fmla="*/ 617432 h 1302598"/>
                  <a:gd name="connsiteX872" fmla="*/ 1767325 w 3417973"/>
                  <a:gd name="connsiteY872" fmla="*/ 1005930 h 1302598"/>
                  <a:gd name="connsiteX873" fmla="*/ 1716674 w 3417973"/>
                  <a:gd name="connsiteY873" fmla="*/ 1037021 h 1302598"/>
                  <a:gd name="connsiteX874" fmla="*/ 1672212 w 3417973"/>
                  <a:gd name="connsiteY874" fmla="*/ 1050333 h 1302598"/>
                  <a:gd name="connsiteX875" fmla="*/ 1710296 w 3417973"/>
                  <a:gd name="connsiteY875" fmla="*/ 1026372 h 1302598"/>
                  <a:gd name="connsiteX876" fmla="*/ 1763612 w 3417973"/>
                  <a:gd name="connsiteY876" fmla="*/ 975790 h 1302598"/>
                  <a:gd name="connsiteX877" fmla="*/ 1789414 w 3417973"/>
                  <a:gd name="connsiteY877" fmla="*/ 934905 h 1302598"/>
                  <a:gd name="connsiteX878" fmla="*/ 1767325 w 3417973"/>
                  <a:gd name="connsiteY878" fmla="*/ 1005930 h 1302598"/>
                  <a:gd name="connsiteX879" fmla="*/ 1842635 w 3417973"/>
                  <a:gd name="connsiteY879" fmla="*/ 310894 h 1302598"/>
                  <a:gd name="connsiteX880" fmla="*/ 1830734 w 3417973"/>
                  <a:gd name="connsiteY880" fmla="*/ 320402 h 1302598"/>
                  <a:gd name="connsiteX881" fmla="*/ 1866913 w 3417973"/>
                  <a:gd name="connsiteY881" fmla="*/ 314412 h 1302598"/>
                  <a:gd name="connsiteX882" fmla="*/ 1842635 w 3417973"/>
                  <a:gd name="connsiteY882" fmla="*/ 310609 h 1302598"/>
                  <a:gd name="connsiteX883" fmla="*/ 763546 w 3417973"/>
                  <a:gd name="connsiteY883" fmla="*/ 18332 h 1302598"/>
                  <a:gd name="connsiteX884" fmla="*/ 783063 w 3417973"/>
                  <a:gd name="connsiteY884" fmla="*/ 10630 h 1302598"/>
                  <a:gd name="connsiteX885" fmla="*/ 800296 w 3417973"/>
                  <a:gd name="connsiteY885" fmla="*/ 5306 h 1302598"/>
                  <a:gd name="connsiteX886" fmla="*/ 764688 w 3417973"/>
                  <a:gd name="connsiteY886" fmla="*/ 6447 h 1302598"/>
                  <a:gd name="connsiteX887" fmla="*/ 737459 w 3417973"/>
                  <a:gd name="connsiteY887" fmla="*/ 11201 h 1302598"/>
                  <a:gd name="connsiteX888" fmla="*/ 763546 w 3417973"/>
                  <a:gd name="connsiteY888" fmla="*/ 18332 h 1302598"/>
                  <a:gd name="connsiteX889" fmla="*/ 690045 w 3417973"/>
                  <a:gd name="connsiteY889" fmla="*/ 57980 h 1302598"/>
                  <a:gd name="connsiteX890" fmla="*/ 665196 w 3417973"/>
                  <a:gd name="connsiteY890" fmla="*/ 60928 h 1302598"/>
                  <a:gd name="connsiteX891" fmla="*/ 690045 w 3417973"/>
                  <a:gd name="connsiteY891" fmla="*/ 57980 h 1302598"/>
                  <a:gd name="connsiteX892" fmla="*/ 766211 w 3417973"/>
                  <a:gd name="connsiteY892" fmla="*/ 50279 h 1302598"/>
                  <a:gd name="connsiteX893" fmla="*/ 751359 w 3417973"/>
                  <a:gd name="connsiteY893" fmla="*/ 55603 h 1302598"/>
                  <a:gd name="connsiteX894" fmla="*/ 739553 w 3417973"/>
                  <a:gd name="connsiteY894" fmla="*/ 67393 h 1302598"/>
                  <a:gd name="connsiteX895" fmla="*/ 783349 w 3417973"/>
                  <a:gd name="connsiteY895" fmla="*/ 63875 h 1302598"/>
                  <a:gd name="connsiteX896" fmla="*/ 804676 w 3417973"/>
                  <a:gd name="connsiteY896" fmla="*/ 55603 h 1302598"/>
                  <a:gd name="connsiteX897" fmla="*/ 766497 w 3417973"/>
                  <a:gd name="connsiteY897" fmla="*/ 50279 h 1302598"/>
                  <a:gd name="connsiteX898" fmla="*/ 867513 w 3417973"/>
                  <a:gd name="connsiteY898" fmla="*/ 38964 h 1302598"/>
                  <a:gd name="connsiteX899" fmla="*/ 858658 w 3417973"/>
                  <a:gd name="connsiteY899" fmla="*/ 28315 h 1302598"/>
                  <a:gd name="connsiteX900" fmla="*/ 826002 w 3417973"/>
                  <a:gd name="connsiteY900" fmla="*/ 27745 h 1302598"/>
                  <a:gd name="connsiteX901" fmla="*/ 810674 w 3417973"/>
                  <a:gd name="connsiteY901" fmla="*/ 46095 h 1302598"/>
                  <a:gd name="connsiteX902" fmla="*/ 867799 w 3417973"/>
                  <a:gd name="connsiteY902" fmla="*/ 38964 h 1302598"/>
                  <a:gd name="connsiteX903" fmla="*/ 773352 w 3417973"/>
                  <a:gd name="connsiteY903" fmla="*/ 29456 h 1302598"/>
                  <a:gd name="connsiteX904" fmla="*/ 738982 w 3417973"/>
                  <a:gd name="connsiteY904" fmla="*/ 20519 h 1302598"/>
                  <a:gd name="connsiteX905" fmla="*/ 724701 w 3417973"/>
                  <a:gd name="connsiteY905" fmla="*/ 23561 h 1302598"/>
                  <a:gd name="connsiteX906" fmla="*/ 703374 w 3417973"/>
                  <a:gd name="connsiteY906" fmla="*/ 35922 h 1302598"/>
                  <a:gd name="connsiteX907" fmla="*/ 773638 w 3417973"/>
                  <a:gd name="connsiteY907" fmla="*/ 29551 h 1302598"/>
                  <a:gd name="connsiteX908" fmla="*/ 684999 w 3417973"/>
                  <a:gd name="connsiteY908" fmla="*/ 357863 h 1302598"/>
                  <a:gd name="connsiteX909" fmla="*/ 670813 w 3417973"/>
                  <a:gd name="connsiteY909" fmla="*/ 367942 h 1302598"/>
                  <a:gd name="connsiteX910" fmla="*/ 677287 w 3417973"/>
                  <a:gd name="connsiteY910" fmla="*/ 381538 h 1302598"/>
                  <a:gd name="connsiteX911" fmla="*/ 665481 w 3417973"/>
                  <a:gd name="connsiteY911" fmla="*/ 393423 h 1302598"/>
                  <a:gd name="connsiteX912" fmla="*/ 640632 w 3417973"/>
                  <a:gd name="connsiteY912" fmla="*/ 406354 h 1302598"/>
                  <a:gd name="connsiteX913" fmla="*/ 660626 w 3417973"/>
                  <a:gd name="connsiteY913" fmla="*/ 418334 h 1302598"/>
                  <a:gd name="connsiteX914" fmla="*/ 664148 w 3417973"/>
                  <a:gd name="connsiteY914" fmla="*/ 433072 h 1302598"/>
                  <a:gd name="connsiteX915" fmla="*/ 671860 w 3417973"/>
                  <a:gd name="connsiteY915" fmla="*/ 426606 h 1302598"/>
                  <a:gd name="connsiteX916" fmla="*/ 687855 w 3417973"/>
                  <a:gd name="connsiteY916" fmla="*/ 437826 h 1302598"/>
                  <a:gd name="connsiteX917" fmla="*/ 713371 w 3417973"/>
                  <a:gd name="connsiteY917" fmla="*/ 452088 h 1302598"/>
                  <a:gd name="connsiteX918" fmla="*/ 765545 w 3417973"/>
                  <a:gd name="connsiteY918" fmla="*/ 452088 h 1302598"/>
                  <a:gd name="connsiteX919" fmla="*/ 738220 w 3417973"/>
                  <a:gd name="connsiteY919" fmla="*/ 427747 h 1302598"/>
                  <a:gd name="connsiteX920" fmla="*/ 731175 w 3417973"/>
                  <a:gd name="connsiteY920" fmla="*/ 384581 h 1302598"/>
                  <a:gd name="connsiteX921" fmla="*/ 747170 w 3417973"/>
                  <a:gd name="connsiteY921" fmla="*/ 361477 h 1302598"/>
                  <a:gd name="connsiteX922" fmla="*/ 764879 w 3417973"/>
                  <a:gd name="connsiteY922" fmla="*/ 340749 h 1302598"/>
                  <a:gd name="connsiteX923" fmla="*/ 775542 w 3417973"/>
                  <a:gd name="connsiteY923" fmla="*/ 327153 h 1302598"/>
                  <a:gd name="connsiteX924" fmla="*/ 788134 w 3417973"/>
                  <a:gd name="connsiteY924" fmla="*/ 308711 h 1302598"/>
                  <a:gd name="connsiteX925" fmla="*/ 788014 w 3417973"/>
                  <a:gd name="connsiteY925" fmla="*/ 308137 h 1302598"/>
                  <a:gd name="connsiteX926" fmla="*/ 807056 w 3417973"/>
                  <a:gd name="connsiteY926" fmla="*/ 301671 h 1302598"/>
                  <a:gd name="connsiteX927" fmla="*/ 833714 w 3417973"/>
                  <a:gd name="connsiteY927" fmla="*/ 289216 h 1302598"/>
                  <a:gd name="connsiteX928" fmla="*/ 945203 w 3417973"/>
                  <a:gd name="connsiteY928" fmla="*/ 247190 h 1302598"/>
                  <a:gd name="connsiteX929" fmla="*/ 996710 w 3417973"/>
                  <a:gd name="connsiteY929" fmla="*/ 211630 h 1302598"/>
                  <a:gd name="connsiteX930" fmla="*/ 935111 w 3417973"/>
                  <a:gd name="connsiteY930" fmla="*/ 223515 h 1302598"/>
                  <a:gd name="connsiteX931" fmla="*/ 902454 w 3417973"/>
                  <a:gd name="connsiteY931" fmla="*/ 231217 h 1302598"/>
                  <a:gd name="connsiteX932" fmla="*/ 862753 w 3417973"/>
                  <a:gd name="connsiteY932" fmla="*/ 234735 h 1302598"/>
                  <a:gd name="connsiteX933" fmla="*/ 833143 w 3417973"/>
                  <a:gd name="connsiteY933" fmla="*/ 241866 h 1302598"/>
                  <a:gd name="connsiteX934" fmla="*/ 808293 w 3417973"/>
                  <a:gd name="connsiteY934" fmla="*/ 248997 h 1302598"/>
                  <a:gd name="connsiteX935" fmla="*/ 782206 w 3417973"/>
                  <a:gd name="connsiteY935" fmla="*/ 260216 h 1302598"/>
                  <a:gd name="connsiteX936" fmla="*/ 766783 w 3417973"/>
                  <a:gd name="connsiteY936" fmla="*/ 269724 h 1302598"/>
                  <a:gd name="connsiteX937" fmla="*/ 753199 w 3417973"/>
                  <a:gd name="connsiteY937" fmla="*/ 277423 h 1302598"/>
                  <a:gd name="connsiteX938" fmla="*/ 749645 w 3417973"/>
                  <a:gd name="connsiteY938" fmla="*/ 275714 h 1302598"/>
                  <a:gd name="connsiteX939" fmla="*/ 744885 w 3417973"/>
                  <a:gd name="connsiteY939" fmla="*/ 289311 h 1302598"/>
                  <a:gd name="connsiteX940" fmla="*/ 733555 w 3417973"/>
                  <a:gd name="connsiteY940" fmla="*/ 302337 h 1302598"/>
                  <a:gd name="connsiteX941" fmla="*/ 727652 w 3417973"/>
                  <a:gd name="connsiteY941" fmla="*/ 315363 h 1302598"/>
                  <a:gd name="connsiteX942" fmla="*/ 710515 w 3417973"/>
                  <a:gd name="connsiteY942" fmla="*/ 324205 h 1302598"/>
                  <a:gd name="connsiteX943" fmla="*/ 708134 w 3417973"/>
                  <a:gd name="connsiteY943" fmla="*/ 338372 h 1302598"/>
                  <a:gd name="connsiteX944" fmla="*/ 702803 w 3417973"/>
                  <a:gd name="connsiteY944" fmla="*/ 349687 h 1302598"/>
                  <a:gd name="connsiteX945" fmla="*/ 685284 w 3417973"/>
                  <a:gd name="connsiteY945" fmla="*/ 357959 h 1302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</a:cxnLst>
                <a:rect l="l" t="t" r="r" b="b"/>
                <a:pathLst>
                  <a:path w="3417973" h="1302598">
                    <a:moveTo>
                      <a:pt x="53673" y="947551"/>
                    </a:moveTo>
                    <a:cubicBezTo>
                      <a:pt x="49145" y="948200"/>
                      <a:pt x="44596" y="946519"/>
                      <a:pt x="41582" y="943082"/>
                    </a:cubicBezTo>
                    <a:cubicBezTo>
                      <a:pt x="39868" y="940610"/>
                      <a:pt x="34346" y="941561"/>
                      <a:pt x="29490" y="941941"/>
                    </a:cubicBezTo>
                    <a:cubicBezTo>
                      <a:pt x="30772" y="942650"/>
                      <a:pt x="31827" y="943704"/>
                      <a:pt x="32537" y="944984"/>
                    </a:cubicBezTo>
                    <a:cubicBezTo>
                      <a:pt x="35203" y="949738"/>
                      <a:pt x="21874" y="950308"/>
                      <a:pt x="26063" y="955918"/>
                    </a:cubicBezTo>
                    <a:cubicBezTo>
                      <a:pt x="30252" y="961528"/>
                      <a:pt x="16542" y="961908"/>
                      <a:pt x="16542" y="955918"/>
                    </a:cubicBezTo>
                    <a:cubicBezTo>
                      <a:pt x="16542" y="949928"/>
                      <a:pt x="2356" y="952971"/>
                      <a:pt x="2928" y="956869"/>
                    </a:cubicBezTo>
                    <a:cubicBezTo>
                      <a:pt x="3113" y="958508"/>
                      <a:pt x="2708" y="960160"/>
                      <a:pt x="1785" y="961528"/>
                    </a:cubicBezTo>
                    <a:lnTo>
                      <a:pt x="11877" y="965236"/>
                    </a:lnTo>
                    <a:cubicBezTo>
                      <a:pt x="29085" y="968051"/>
                      <a:pt x="46571" y="968785"/>
                      <a:pt x="63956" y="967423"/>
                    </a:cubicBezTo>
                    <a:cubicBezTo>
                      <a:pt x="63888" y="963005"/>
                      <a:pt x="64143" y="958588"/>
                      <a:pt x="64717" y="954207"/>
                    </a:cubicBezTo>
                    <a:cubicBezTo>
                      <a:pt x="64718" y="950594"/>
                      <a:pt x="56244" y="946220"/>
                      <a:pt x="53673" y="947551"/>
                    </a:cubicBezTo>
                    <a:close/>
                    <a:moveTo>
                      <a:pt x="911118" y="36112"/>
                    </a:moveTo>
                    <a:cubicBezTo>
                      <a:pt x="933587" y="33735"/>
                      <a:pt x="933016" y="21375"/>
                      <a:pt x="921115" y="18998"/>
                    </a:cubicBezTo>
                    <a:cubicBezTo>
                      <a:pt x="909214" y="16621"/>
                      <a:pt x="907500" y="26033"/>
                      <a:pt x="901597" y="25463"/>
                    </a:cubicBezTo>
                    <a:cubicBezTo>
                      <a:pt x="895695" y="24893"/>
                      <a:pt x="873035" y="29266"/>
                      <a:pt x="877891" y="34401"/>
                    </a:cubicBezTo>
                    <a:cubicBezTo>
                      <a:pt x="882746" y="39535"/>
                      <a:pt x="899788" y="37253"/>
                      <a:pt x="911118" y="36112"/>
                    </a:cubicBezTo>
                    <a:close/>
                    <a:moveTo>
                      <a:pt x="1025368" y="365185"/>
                    </a:moveTo>
                    <a:cubicBezTo>
                      <a:pt x="1033080" y="366326"/>
                      <a:pt x="1053930" y="362237"/>
                      <a:pt x="1056120" y="358054"/>
                    </a:cubicBezTo>
                    <a:cubicBezTo>
                      <a:pt x="1058310" y="353870"/>
                      <a:pt x="1047837" y="349211"/>
                      <a:pt x="1034222" y="349211"/>
                    </a:cubicBezTo>
                    <a:cubicBezTo>
                      <a:pt x="1020608" y="349211"/>
                      <a:pt x="1018799" y="364044"/>
                      <a:pt x="1025463" y="365090"/>
                    </a:cubicBezTo>
                    <a:close/>
                    <a:moveTo>
                      <a:pt x="1463326" y="62734"/>
                    </a:moveTo>
                    <a:cubicBezTo>
                      <a:pt x="1474655" y="67488"/>
                      <a:pt x="1470466" y="70436"/>
                      <a:pt x="1458565" y="70436"/>
                    </a:cubicBezTo>
                    <a:cubicBezTo>
                      <a:pt x="1446664" y="70436"/>
                      <a:pt x="1436572" y="74429"/>
                      <a:pt x="1444379" y="77567"/>
                    </a:cubicBezTo>
                    <a:cubicBezTo>
                      <a:pt x="1450282" y="79944"/>
                      <a:pt x="1449711" y="86409"/>
                      <a:pt x="1462183" y="89357"/>
                    </a:cubicBezTo>
                    <a:cubicBezTo>
                      <a:pt x="1474655" y="92304"/>
                      <a:pt x="1487032" y="82321"/>
                      <a:pt x="1485890" y="75190"/>
                    </a:cubicBezTo>
                    <a:cubicBezTo>
                      <a:pt x="1484747" y="68059"/>
                      <a:pt x="1529114" y="61593"/>
                      <a:pt x="1541015" y="58646"/>
                    </a:cubicBezTo>
                    <a:cubicBezTo>
                      <a:pt x="1552916" y="55699"/>
                      <a:pt x="1533303" y="43243"/>
                      <a:pt x="1546347" y="42102"/>
                    </a:cubicBezTo>
                    <a:cubicBezTo>
                      <a:pt x="1559391" y="40961"/>
                      <a:pt x="1554059" y="34971"/>
                      <a:pt x="1537969" y="32594"/>
                    </a:cubicBezTo>
                    <a:cubicBezTo>
                      <a:pt x="1521879" y="30217"/>
                      <a:pt x="1528448" y="16621"/>
                      <a:pt x="1523211" y="11867"/>
                    </a:cubicBezTo>
                    <a:cubicBezTo>
                      <a:pt x="1517975" y="7113"/>
                      <a:pt x="1514928" y="17762"/>
                      <a:pt x="1494173" y="21945"/>
                    </a:cubicBezTo>
                    <a:cubicBezTo>
                      <a:pt x="1473418" y="26129"/>
                      <a:pt x="1463326" y="31453"/>
                      <a:pt x="1471609" y="35542"/>
                    </a:cubicBezTo>
                    <a:cubicBezTo>
                      <a:pt x="1479892" y="39630"/>
                      <a:pt x="1471609" y="49708"/>
                      <a:pt x="1462754" y="49138"/>
                    </a:cubicBezTo>
                    <a:cubicBezTo>
                      <a:pt x="1453900" y="48567"/>
                      <a:pt x="1452091" y="57980"/>
                      <a:pt x="1463326" y="62639"/>
                    </a:cubicBezTo>
                    <a:close/>
                    <a:moveTo>
                      <a:pt x="1494744" y="79373"/>
                    </a:moveTo>
                    <a:cubicBezTo>
                      <a:pt x="1494744" y="85839"/>
                      <a:pt x="1475703" y="92304"/>
                      <a:pt x="1481129" y="97058"/>
                    </a:cubicBezTo>
                    <a:cubicBezTo>
                      <a:pt x="1486556" y="101812"/>
                      <a:pt x="1489984" y="100006"/>
                      <a:pt x="1495982" y="101242"/>
                    </a:cubicBezTo>
                    <a:cubicBezTo>
                      <a:pt x="1501980" y="102478"/>
                      <a:pt x="1504836" y="117215"/>
                      <a:pt x="1515024" y="114838"/>
                    </a:cubicBezTo>
                    <a:cubicBezTo>
                      <a:pt x="1525211" y="112461"/>
                      <a:pt x="1554725" y="126628"/>
                      <a:pt x="1572148" y="126628"/>
                    </a:cubicBezTo>
                    <a:cubicBezTo>
                      <a:pt x="1589572" y="126628"/>
                      <a:pt x="1591190" y="112461"/>
                      <a:pt x="1585858" y="111891"/>
                    </a:cubicBezTo>
                    <a:cubicBezTo>
                      <a:pt x="1580527" y="111320"/>
                      <a:pt x="1585287" y="103048"/>
                      <a:pt x="1594713" y="89357"/>
                    </a:cubicBezTo>
                    <a:cubicBezTo>
                      <a:pt x="1604138" y="75665"/>
                      <a:pt x="1565103" y="65587"/>
                      <a:pt x="1565103" y="76236"/>
                    </a:cubicBezTo>
                    <a:cubicBezTo>
                      <a:pt x="1565103" y="86885"/>
                      <a:pt x="1553869" y="73954"/>
                      <a:pt x="1550251" y="67393"/>
                    </a:cubicBezTo>
                    <a:cubicBezTo>
                      <a:pt x="1546633" y="60833"/>
                      <a:pt x="1494744" y="72718"/>
                      <a:pt x="1494744" y="79278"/>
                    </a:cubicBezTo>
                    <a:close/>
                    <a:moveTo>
                      <a:pt x="1198456" y="374122"/>
                    </a:moveTo>
                    <a:cubicBezTo>
                      <a:pt x="1207977" y="378876"/>
                      <a:pt x="1215023" y="377070"/>
                      <a:pt x="1213880" y="367657"/>
                    </a:cubicBezTo>
                    <a:cubicBezTo>
                      <a:pt x="1212738" y="358244"/>
                      <a:pt x="1190935" y="370224"/>
                      <a:pt x="1198456" y="373932"/>
                    </a:cubicBezTo>
                    <a:close/>
                    <a:moveTo>
                      <a:pt x="1447902" y="20804"/>
                    </a:moveTo>
                    <a:cubicBezTo>
                      <a:pt x="1450282" y="11962"/>
                      <a:pt x="1410961" y="15860"/>
                      <a:pt x="1421244" y="24417"/>
                    </a:cubicBezTo>
                    <a:cubicBezTo>
                      <a:pt x="1424862" y="27174"/>
                      <a:pt x="1445617" y="29551"/>
                      <a:pt x="1447902" y="20614"/>
                    </a:cubicBezTo>
                    <a:close/>
                    <a:moveTo>
                      <a:pt x="3191925" y="449711"/>
                    </a:moveTo>
                    <a:cubicBezTo>
                      <a:pt x="3203731" y="455606"/>
                      <a:pt x="3210967" y="442580"/>
                      <a:pt x="3220488" y="449045"/>
                    </a:cubicBezTo>
                    <a:cubicBezTo>
                      <a:pt x="3230008" y="455511"/>
                      <a:pt x="3253144" y="446098"/>
                      <a:pt x="3262569" y="444386"/>
                    </a:cubicBezTo>
                    <a:cubicBezTo>
                      <a:pt x="3271996" y="442675"/>
                      <a:pt x="3267330" y="430790"/>
                      <a:pt x="3240672" y="427177"/>
                    </a:cubicBezTo>
                    <a:cubicBezTo>
                      <a:pt x="3214014" y="423564"/>
                      <a:pt x="3179168" y="443341"/>
                      <a:pt x="3191925" y="449711"/>
                    </a:cubicBezTo>
                    <a:close/>
                    <a:moveTo>
                      <a:pt x="1586620" y="162664"/>
                    </a:moveTo>
                    <a:cubicBezTo>
                      <a:pt x="1594903" y="167418"/>
                      <a:pt x="1621562" y="156769"/>
                      <a:pt x="1639365" y="157339"/>
                    </a:cubicBezTo>
                    <a:cubicBezTo>
                      <a:pt x="1657169" y="157910"/>
                      <a:pt x="1706868" y="143743"/>
                      <a:pt x="1708677" y="134235"/>
                    </a:cubicBezTo>
                    <a:cubicBezTo>
                      <a:pt x="1710486" y="124727"/>
                      <a:pt x="1690302" y="125392"/>
                      <a:pt x="1682590" y="117120"/>
                    </a:cubicBezTo>
                    <a:cubicBezTo>
                      <a:pt x="1674878" y="108848"/>
                      <a:pt x="1657741" y="115884"/>
                      <a:pt x="1653551" y="123015"/>
                    </a:cubicBezTo>
                    <a:cubicBezTo>
                      <a:pt x="1649362" y="130146"/>
                      <a:pt x="1644697" y="123586"/>
                      <a:pt x="1655932" y="112366"/>
                    </a:cubicBezTo>
                    <a:cubicBezTo>
                      <a:pt x="1667166" y="101147"/>
                      <a:pt x="1644697" y="92209"/>
                      <a:pt x="1644126" y="99340"/>
                    </a:cubicBezTo>
                    <a:cubicBezTo>
                      <a:pt x="1643555" y="106471"/>
                      <a:pt x="1622799" y="100576"/>
                      <a:pt x="1622799" y="107042"/>
                    </a:cubicBezTo>
                    <a:cubicBezTo>
                      <a:pt x="1622799" y="113507"/>
                      <a:pt x="1615087" y="116550"/>
                      <a:pt x="1615659" y="123015"/>
                    </a:cubicBezTo>
                    <a:cubicBezTo>
                      <a:pt x="1616230" y="129481"/>
                      <a:pt x="1601377" y="119497"/>
                      <a:pt x="1600806" y="134235"/>
                    </a:cubicBezTo>
                    <a:cubicBezTo>
                      <a:pt x="1600235" y="148972"/>
                      <a:pt x="1577861" y="157720"/>
                      <a:pt x="1586620" y="162664"/>
                    </a:cubicBezTo>
                    <a:close/>
                    <a:moveTo>
                      <a:pt x="2351047" y="284557"/>
                    </a:moveTo>
                    <a:cubicBezTo>
                      <a:pt x="2357177" y="287817"/>
                      <a:pt x="2362611" y="292242"/>
                      <a:pt x="2367041" y="297583"/>
                    </a:cubicBezTo>
                    <a:cubicBezTo>
                      <a:pt x="2371707" y="302337"/>
                      <a:pt x="2389511" y="295206"/>
                      <a:pt x="2396652" y="292829"/>
                    </a:cubicBezTo>
                    <a:cubicBezTo>
                      <a:pt x="2403792" y="290452"/>
                      <a:pt x="2404363" y="303478"/>
                      <a:pt x="2415693" y="296442"/>
                    </a:cubicBezTo>
                    <a:cubicBezTo>
                      <a:pt x="2427023" y="289406"/>
                      <a:pt x="2438258" y="292829"/>
                      <a:pt x="2451301" y="292829"/>
                    </a:cubicBezTo>
                    <a:cubicBezTo>
                      <a:pt x="2464345" y="292829"/>
                      <a:pt x="2448921" y="276855"/>
                      <a:pt x="2449492" y="269819"/>
                    </a:cubicBezTo>
                    <a:cubicBezTo>
                      <a:pt x="2450063" y="262783"/>
                      <a:pt x="2464916" y="267442"/>
                      <a:pt x="2460155" y="273337"/>
                    </a:cubicBezTo>
                    <a:cubicBezTo>
                      <a:pt x="2455395" y="279232"/>
                      <a:pt x="2467296" y="292353"/>
                      <a:pt x="2486242" y="291688"/>
                    </a:cubicBezTo>
                    <a:cubicBezTo>
                      <a:pt x="2505189" y="291022"/>
                      <a:pt x="2491003" y="278662"/>
                      <a:pt x="2500428" y="274573"/>
                    </a:cubicBezTo>
                    <a:cubicBezTo>
                      <a:pt x="2509854" y="270485"/>
                      <a:pt x="2508711" y="265636"/>
                      <a:pt x="2495097" y="257364"/>
                    </a:cubicBezTo>
                    <a:cubicBezTo>
                      <a:pt x="2481482" y="249092"/>
                      <a:pt x="2463678" y="254416"/>
                      <a:pt x="2451872" y="249092"/>
                    </a:cubicBezTo>
                    <a:cubicBezTo>
                      <a:pt x="2440067" y="243767"/>
                      <a:pt x="2423976" y="243197"/>
                      <a:pt x="2423310" y="256223"/>
                    </a:cubicBezTo>
                    <a:cubicBezTo>
                      <a:pt x="2422643" y="269249"/>
                      <a:pt x="2397794" y="241961"/>
                      <a:pt x="2385227" y="237872"/>
                    </a:cubicBezTo>
                    <a:cubicBezTo>
                      <a:pt x="2372659" y="233784"/>
                      <a:pt x="2331434" y="274763"/>
                      <a:pt x="2351047" y="284557"/>
                    </a:cubicBezTo>
                    <a:close/>
                    <a:moveTo>
                      <a:pt x="2474817" y="360621"/>
                    </a:moveTo>
                    <a:cubicBezTo>
                      <a:pt x="2485480" y="358244"/>
                      <a:pt x="2467105" y="338752"/>
                      <a:pt x="2448730" y="335805"/>
                    </a:cubicBezTo>
                    <a:cubicBezTo>
                      <a:pt x="2430355" y="332857"/>
                      <a:pt x="2413218" y="347880"/>
                      <a:pt x="2415503" y="351113"/>
                    </a:cubicBezTo>
                    <a:cubicBezTo>
                      <a:pt x="2420930" y="358529"/>
                      <a:pt x="2464154" y="362713"/>
                      <a:pt x="2474912" y="360336"/>
                    </a:cubicBezTo>
                    <a:close/>
                    <a:moveTo>
                      <a:pt x="2427213" y="321543"/>
                    </a:moveTo>
                    <a:cubicBezTo>
                      <a:pt x="2427213" y="312700"/>
                      <a:pt x="2394843" y="324776"/>
                      <a:pt x="2408171" y="329244"/>
                    </a:cubicBezTo>
                    <a:cubicBezTo>
                      <a:pt x="2415598" y="331336"/>
                      <a:pt x="2427499" y="330100"/>
                      <a:pt x="2427499" y="321353"/>
                    </a:cubicBezTo>
                    <a:close/>
                    <a:moveTo>
                      <a:pt x="2530324" y="284271"/>
                    </a:moveTo>
                    <a:cubicBezTo>
                      <a:pt x="2544510" y="285507"/>
                      <a:pt x="2551650" y="299104"/>
                      <a:pt x="2578880" y="300815"/>
                    </a:cubicBezTo>
                    <a:cubicBezTo>
                      <a:pt x="2606110" y="302527"/>
                      <a:pt x="2626484" y="297297"/>
                      <a:pt x="2626484" y="291307"/>
                    </a:cubicBezTo>
                    <a:cubicBezTo>
                      <a:pt x="2626484" y="285317"/>
                      <a:pt x="2601635" y="276475"/>
                      <a:pt x="2593923" y="281229"/>
                    </a:cubicBezTo>
                    <a:cubicBezTo>
                      <a:pt x="2586211" y="285983"/>
                      <a:pt x="2580308" y="273527"/>
                      <a:pt x="2570787" y="276475"/>
                    </a:cubicBezTo>
                    <a:cubicBezTo>
                      <a:pt x="2561266" y="279422"/>
                      <a:pt x="2548318" y="278852"/>
                      <a:pt x="2543558" y="270580"/>
                    </a:cubicBezTo>
                    <a:cubicBezTo>
                      <a:pt x="2538797" y="262308"/>
                      <a:pt x="2523468" y="283321"/>
                      <a:pt x="2530609" y="283986"/>
                    </a:cubicBezTo>
                    <a:close/>
                    <a:moveTo>
                      <a:pt x="550755" y="43718"/>
                    </a:moveTo>
                    <a:cubicBezTo>
                      <a:pt x="564465" y="31263"/>
                      <a:pt x="582174" y="43148"/>
                      <a:pt x="584554" y="37253"/>
                    </a:cubicBezTo>
                    <a:cubicBezTo>
                      <a:pt x="586935" y="31358"/>
                      <a:pt x="559134" y="29551"/>
                      <a:pt x="549042" y="34876"/>
                    </a:cubicBezTo>
                    <a:cubicBezTo>
                      <a:pt x="538950" y="40200"/>
                      <a:pt x="515338" y="35922"/>
                      <a:pt x="518194" y="42577"/>
                    </a:cubicBezTo>
                    <a:cubicBezTo>
                      <a:pt x="526871" y="51871"/>
                      <a:pt x="541448" y="52382"/>
                      <a:pt x="550756" y="43718"/>
                    </a:cubicBezTo>
                    <a:close/>
                    <a:moveTo>
                      <a:pt x="2470152" y="1043962"/>
                    </a:moveTo>
                    <a:cubicBezTo>
                      <a:pt x="2463583" y="1026753"/>
                      <a:pt x="2479673" y="1010209"/>
                      <a:pt x="2467772" y="1001271"/>
                    </a:cubicBezTo>
                    <a:cubicBezTo>
                      <a:pt x="2455871" y="992334"/>
                      <a:pt x="2460631" y="974078"/>
                      <a:pt x="2454728" y="977596"/>
                    </a:cubicBezTo>
                    <a:cubicBezTo>
                      <a:pt x="2448826" y="981114"/>
                      <a:pt x="2454728" y="997183"/>
                      <a:pt x="2445208" y="998324"/>
                    </a:cubicBezTo>
                    <a:cubicBezTo>
                      <a:pt x="2435687" y="999465"/>
                      <a:pt x="2444636" y="1008402"/>
                      <a:pt x="2441114" y="1020287"/>
                    </a:cubicBezTo>
                    <a:cubicBezTo>
                      <a:pt x="2439048" y="1033855"/>
                      <a:pt x="2441313" y="1047727"/>
                      <a:pt x="2447588" y="1059936"/>
                    </a:cubicBezTo>
                    <a:cubicBezTo>
                      <a:pt x="2452348" y="1070490"/>
                      <a:pt x="2441114" y="1127348"/>
                      <a:pt x="2445874" y="1136856"/>
                    </a:cubicBezTo>
                    <a:cubicBezTo>
                      <a:pt x="2450635" y="1146364"/>
                      <a:pt x="2438067" y="1188199"/>
                      <a:pt x="2442256" y="1193048"/>
                    </a:cubicBezTo>
                    <a:cubicBezTo>
                      <a:pt x="2449397" y="1201320"/>
                      <a:pt x="2444636" y="1181829"/>
                      <a:pt x="2455300" y="1180022"/>
                    </a:cubicBezTo>
                    <a:cubicBezTo>
                      <a:pt x="2465963" y="1178216"/>
                      <a:pt x="2465963" y="1191812"/>
                      <a:pt x="2472532" y="1194855"/>
                    </a:cubicBezTo>
                    <a:cubicBezTo>
                      <a:pt x="2479102" y="1197897"/>
                      <a:pt x="2474912" y="1175839"/>
                      <a:pt x="2468914" y="1177075"/>
                    </a:cubicBezTo>
                    <a:cubicBezTo>
                      <a:pt x="2462916" y="1178311"/>
                      <a:pt x="2458251" y="1162908"/>
                      <a:pt x="2455300" y="1153400"/>
                    </a:cubicBezTo>
                    <a:cubicBezTo>
                      <a:pt x="2452348" y="1143892"/>
                      <a:pt x="2461202" y="1132672"/>
                      <a:pt x="2461202" y="1120882"/>
                    </a:cubicBezTo>
                    <a:cubicBezTo>
                      <a:pt x="2461202" y="1109092"/>
                      <a:pt x="2476055" y="1109568"/>
                      <a:pt x="2484909" y="1118505"/>
                    </a:cubicBezTo>
                    <a:cubicBezTo>
                      <a:pt x="2493764" y="1127443"/>
                      <a:pt x="2495001" y="1121453"/>
                      <a:pt x="2491479" y="1114892"/>
                    </a:cubicBezTo>
                    <a:cubicBezTo>
                      <a:pt x="2487956" y="1108332"/>
                      <a:pt x="2476626" y="1060982"/>
                      <a:pt x="2470152" y="1043962"/>
                    </a:cubicBezTo>
                    <a:close/>
                    <a:moveTo>
                      <a:pt x="606452" y="38394"/>
                    </a:moveTo>
                    <a:cubicBezTo>
                      <a:pt x="614735" y="44289"/>
                      <a:pt x="583412" y="42577"/>
                      <a:pt x="579223" y="48472"/>
                    </a:cubicBezTo>
                    <a:cubicBezTo>
                      <a:pt x="575033" y="54367"/>
                      <a:pt x="556849" y="52276"/>
                      <a:pt x="560181" y="59121"/>
                    </a:cubicBezTo>
                    <a:cubicBezTo>
                      <a:pt x="563513" y="65967"/>
                      <a:pt x="593313" y="66823"/>
                      <a:pt x="593313" y="60928"/>
                    </a:cubicBezTo>
                    <a:cubicBezTo>
                      <a:pt x="593313" y="55033"/>
                      <a:pt x="608737" y="60262"/>
                      <a:pt x="609308" y="54938"/>
                    </a:cubicBezTo>
                    <a:cubicBezTo>
                      <a:pt x="609880" y="49613"/>
                      <a:pt x="616449" y="43718"/>
                      <a:pt x="633015" y="42577"/>
                    </a:cubicBezTo>
                    <a:cubicBezTo>
                      <a:pt x="649581" y="41436"/>
                      <a:pt x="649677" y="35446"/>
                      <a:pt x="634253" y="28315"/>
                    </a:cubicBezTo>
                    <a:cubicBezTo>
                      <a:pt x="618829" y="21184"/>
                      <a:pt x="598169" y="32499"/>
                      <a:pt x="606452" y="38394"/>
                    </a:cubicBezTo>
                    <a:close/>
                    <a:moveTo>
                      <a:pt x="581032" y="516552"/>
                    </a:moveTo>
                    <a:cubicBezTo>
                      <a:pt x="597027" y="531385"/>
                      <a:pt x="610641" y="510087"/>
                      <a:pt x="618353" y="508851"/>
                    </a:cubicBezTo>
                    <a:cubicBezTo>
                      <a:pt x="626065" y="507615"/>
                      <a:pt x="613593" y="499343"/>
                      <a:pt x="600549" y="495825"/>
                    </a:cubicBezTo>
                    <a:cubicBezTo>
                      <a:pt x="587506" y="492307"/>
                      <a:pt x="568940" y="505428"/>
                      <a:pt x="581032" y="516552"/>
                    </a:cubicBezTo>
                    <a:close/>
                    <a:moveTo>
                      <a:pt x="3419758" y="617432"/>
                    </a:moveTo>
                    <a:cubicBezTo>
                      <a:pt x="3408628" y="612345"/>
                      <a:pt x="3398552" y="605217"/>
                      <a:pt x="3390053" y="596420"/>
                    </a:cubicBezTo>
                    <a:cubicBezTo>
                      <a:pt x="3385388" y="589669"/>
                      <a:pt x="3362538" y="586341"/>
                      <a:pt x="3362538" y="589954"/>
                    </a:cubicBezTo>
                    <a:cubicBezTo>
                      <a:pt x="3362538" y="593567"/>
                      <a:pt x="3355112" y="589099"/>
                      <a:pt x="3353017" y="585200"/>
                    </a:cubicBezTo>
                    <a:cubicBezTo>
                      <a:pt x="3350923" y="581302"/>
                      <a:pt x="3327216" y="580731"/>
                      <a:pt x="3326930" y="585200"/>
                    </a:cubicBezTo>
                    <a:cubicBezTo>
                      <a:pt x="3326645" y="589669"/>
                      <a:pt x="3332548" y="589669"/>
                      <a:pt x="3336451" y="594708"/>
                    </a:cubicBezTo>
                    <a:cubicBezTo>
                      <a:pt x="3340355" y="599748"/>
                      <a:pt x="3331691" y="602029"/>
                      <a:pt x="3333500" y="607354"/>
                    </a:cubicBezTo>
                    <a:cubicBezTo>
                      <a:pt x="3335309" y="612678"/>
                      <a:pt x="3324645" y="604692"/>
                      <a:pt x="3320742" y="601744"/>
                    </a:cubicBezTo>
                    <a:cubicBezTo>
                      <a:pt x="3316838" y="598797"/>
                      <a:pt x="3318647" y="587292"/>
                      <a:pt x="3319885" y="581302"/>
                    </a:cubicBezTo>
                    <a:cubicBezTo>
                      <a:pt x="3321123" y="575312"/>
                      <a:pt x="3313030" y="576548"/>
                      <a:pt x="3312173" y="570653"/>
                    </a:cubicBezTo>
                    <a:cubicBezTo>
                      <a:pt x="3311316" y="564758"/>
                      <a:pt x="3284658" y="552683"/>
                      <a:pt x="3273328" y="547929"/>
                    </a:cubicBezTo>
                    <a:cubicBezTo>
                      <a:pt x="3261998" y="543175"/>
                      <a:pt x="3247622" y="538991"/>
                      <a:pt x="3243718" y="533096"/>
                    </a:cubicBezTo>
                    <a:cubicBezTo>
                      <a:pt x="3239815" y="527201"/>
                      <a:pt x="3219726" y="526631"/>
                      <a:pt x="3212014" y="518644"/>
                    </a:cubicBezTo>
                    <a:cubicBezTo>
                      <a:pt x="3195351" y="506799"/>
                      <a:pt x="3176207" y="498897"/>
                      <a:pt x="3156031" y="495540"/>
                    </a:cubicBezTo>
                    <a:cubicBezTo>
                      <a:pt x="3141560" y="494684"/>
                      <a:pt x="3144797" y="486697"/>
                      <a:pt x="3137656" y="487838"/>
                    </a:cubicBezTo>
                    <a:cubicBezTo>
                      <a:pt x="3121924" y="488522"/>
                      <a:pt x="3106162" y="487918"/>
                      <a:pt x="3090528" y="486032"/>
                    </a:cubicBezTo>
                    <a:cubicBezTo>
                      <a:pt x="3081007" y="484605"/>
                      <a:pt x="3079008" y="491736"/>
                      <a:pt x="3072153" y="488979"/>
                    </a:cubicBezTo>
                    <a:cubicBezTo>
                      <a:pt x="3065298" y="486222"/>
                      <a:pt x="3030071" y="473671"/>
                      <a:pt x="3025977" y="478330"/>
                    </a:cubicBezTo>
                    <a:cubicBezTo>
                      <a:pt x="3021884" y="482989"/>
                      <a:pt x="3023597" y="489930"/>
                      <a:pt x="3019408" y="491071"/>
                    </a:cubicBezTo>
                    <a:cubicBezTo>
                      <a:pt x="3015219" y="492212"/>
                      <a:pt x="3019408" y="498202"/>
                      <a:pt x="3028929" y="507044"/>
                    </a:cubicBezTo>
                    <a:cubicBezTo>
                      <a:pt x="3038450" y="515887"/>
                      <a:pt x="3032737" y="522733"/>
                      <a:pt x="3023883" y="526631"/>
                    </a:cubicBezTo>
                    <a:cubicBezTo>
                      <a:pt x="3013473" y="528820"/>
                      <a:pt x="3002737" y="524776"/>
                      <a:pt x="2996367" y="516267"/>
                    </a:cubicBezTo>
                    <a:cubicBezTo>
                      <a:pt x="2991893" y="509421"/>
                      <a:pt x="2979802" y="512369"/>
                      <a:pt x="2976755" y="503526"/>
                    </a:cubicBezTo>
                    <a:cubicBezTo>
                      <a:pt x="2973708" y="494684"/>
                      <a:pt x="2980373" y="493163"/>
                      <a:pt x="2986276" y="498202"/>
                    </a:cubicBezTo>
                    <a:cubicBezTo>
                      <a:pt x="2990541" y="501273"/>
                      <a:pt x="2996492" y="500309"/>
                      <a:pt x="2999567" y="496049"/>
                    </a:cubicBezTo>
                    <a:cubicBezTo>
                      <a:pt x="3000315" y="495013"/>
                      <a:pt x="3000846" y="493837"/>
                      <a:pt x="3001128" y="492592"/>
                    </a:cubicBezTo>
                    <a:cubicBezTo>
                      <a:pt x="3001985" y="486032"/>
                      <a:pt x="2985133" y="481658"/>
                      <a:pt x="2975898" y="482228"/>
                    </a:cubicBezTo>
                    <a:cubicBezTo>
                      <a:pt x="2966663" y="482799"/>
                      <a:pt x="2961712" y="495540"/>
                      <a:pt x="2952191" y="501244"/>
                    </a:cubicBezTo>
                    <a:cubicBezTo>
                      <a:pt x="2942670" y="506949"/>
                      <a:pt x="2906015" y="499153"/>
                      <a:pt x="2902111" y="495635"/>
                    </a:cubicBezTo>
                    <a:cubicBezTo>
                      <a:pt x="2898208" y="492117"/>
                      <a:pt x="2846986" y="495635"/>
                      <a:pt x="2841655" y="499153"/>
                    </a:cubicBezTo>
                    <a:cubicBezTo>
                      <a:pt x="2836323" y="502671"/>
                      <a:pt x="2840226" y="516647"/>
                      <a:pt x="2837561" y="518169"/>
                    </a:cubicBezTo>
                    <a:cubicBezTo>
                      <a:pt x="2834895" y="519690"/>
                      <a:pt x="2832229" y="502195"/>
                      <a:pt x="2832229" y="499153"/>
                    </a:cubicBezTo>
                    <a:cubicBezTo>
                      <a:pt x="2832229" y="496110"/>
                      <a:pt x="2825945" y="493543"/>
                      <a:pt x="2816805" y="493543"/>
                    </a:cubicBezTo>
                    <a:cubicBezTo>
                      <a:pt x="2807665" y="493543"/>
                      <a:pt x="2802238" y="493543"/>
                      <a:pt x="2806141" y="489359"/>
                    </a:cubicBezTo>
                    <a:cubicBezTo>
                      <a:pt x="2810045" y="485176"/>
                      <a:pt x="2802524" y="481658"/>
                      <a:pt x="2809664" y="476619"/>
                    </a:cubicBezTo>
                    <a:cubicBezTo>
                      <a:pt x="2816805" y="471579"/>
                      <a:pt x="2796621" y="455986"/>
                      <a:pt x="2777103" y="448095"/>
                    </a:cubicBezTo>
                    <a:cubicBezTo>
                      <a:pt x="2757586" y="440203"/>
                      <a:pt x="2713123" y="444767"/>
                      <a:pt x="2700937" y="448095"/>
                    </a:cubicBezTo>
                    <a:cubicBezTo>
                      <a:pt x="2685486" y="450575"/>
                      <a:pt x="2669822" y="451467"/>
                      <a:pt x="2654190" y="450757"/>
                    </a:cubicBezTo>
                    <a:cubicBezTo>
                      <a:pt x="2642860" y="450757"/>
                      <a:pt x="2652095" y="446288"/>
                      <a:pt x="2648858" y="441249"/>
                    </a:cubicBezTo>
                    <a:cubicBezTo>
                      <a:pt x="2645621" y="436210"/>
                      <a:pt x="2626294" y="429459"/>
                      <a:pt x="2623628" y="433833"/>
                    </a:cubicBezTo>
                    <a:cubicBezTo>
                      <a:pt x="2620962" y="438206"/>
                      <a:pt x="2615916" y="433833"/>
                      <a:pt x="2615916" y="430600"/>
                    </a:cubicBezTo>
                    <a:cubicBezTo>
                      <a:pt x="2615916" y="427367"/>
                      <a:pt x="2597826" y="421092"/>
                      <a:pt x="2590781" y="422328"/>
                    </a:cubicBezTo>
                    <a:cubicBezTo>
                      <a:pt x="2583735" y="423564"/>
                      <a:pt x="2580403" y="415767"/>
                      <a:pt x="2588686" y="415767"/>
                    </a:cubicBezTo>
                    <a:cubicBezTo>
                      <a:pt x="2596969" y="415767"/>
                      <a:pt x="2611155" y="417574"/>
                      <a:pt x="2604967" y="408161"/>
                    </a:cubicBezTo>
                    <a:cubicBezTo>
                      <a:pt x="2598778" y="398748"/>
                      <a:pt x="2545367" y="395705"/>
                      <a:pt x="2540416" y="397512"/>
                    </a:cubicBezTo>
                    <a:cubicBezTo>
                      <a:pt x="2535465" y="399318"/>
                      <a:pt x="2540416" y="406069"/>
                      <a:pt x="2528515" y="417003"/>
                    </a:cubicBezTo>
                    <a:cubicBezTo>
                      <a:pt x="2516614" y="427938"/>
                      <a:pt x="2505665" y="420521"/>
                      <a:pt x="2507188" y="415197"/>
                    </a:cubicBezTo>
                    <a:cubicBezTo>
                      <a:pt x="2508711" y="409872"/>
                      <a:pt x="2522897" y="410823"/>
                      <a:pt x="2522897" y="405689"/>
                    </a:cubicBezTo>
                    <a:cubicBezTo>
                      <a:pt x="2522897" y="400554"/>
                      <a:pt x="2503284" y="403312"/>
                      <a:pt x="2500428" y="398843"/>
                    </a:cubicBezTo>
                    <a:cubicBezTo>
                      <a:pt x="2497572" y="394374"/>
                      <a:pt x="2504522" y="391427"/>
                      <a:pt x="2511663" y="393519"/>
                    </a:cubicBezTo>
                    <a:cubicBezTo>
                      <a:pt x="2518803" y="395610"/>
                      <a:pt x="2530704" y="396751"/>
                      <a:pt x="2531752" y="393519"/>
                    </a:cubicBezTo>
                    <a:cubicBezTo>
                      <a:pt x="2532799" y="390286"/>
                      <a:pt x="2524421" y="389715"/>
                      <a:pt x="2512710" y="387624"/>
                    </a:cubicBezTo>
                    <a:cubicBezTo>
                      <a:pt x="2500999" y="385532"/>
                      <a:pt x="2472152" y="378686"/>
                      <a:pt x="2457013" y="380207"/>
                    </a:cubicBezTo>
                    <a:cubicBezTo>
                      <a:pt x="2441876" y="381729"/>
                      <a:pt x="2435116" y="374598"/>
                      <a:pt x="2426832" y="374027"/>
                    </a:cubicBezTo>
                    <a:cubicBezTo>
                      <a:pt x="2418549" y="373457"/>
                      <a:pt x="2418454" y="378401"/>
                      <a:pt x="2422357" y="383535"/>
                    </a:cubicBezTo>
                    <a:cubicBezTo>
                      <a:pt x="2426261" y="388669"/>
                      <a:pt x="2414360" y="391237"/>
                      <a:pt x="2404553" y="389715"/>
                    </a:cubicBezTo>
                    <a:cubicBezTo>
                      <a:pt x="2394747" y="388194"/>
                      <a:pt x="2380561" y="395040"/>
                      <a:pt x="2386178" y="402171"/>
                    </a:cubicBezTo>
                    <a:cubicBezTo>
                      <a:pt x="2391796" y="409302"/>
                      <a:pt x="2397413" y="400079"/>
                      <a:pt x="2402173" y="402171"/>
                    </a:cubicBezTo>
                    <a:cubicBezTo>
                      <a:pt x="2406934" y="404263"/>
                      <a:pt x="2389796" y="409587"/>
                      <a:pt x="2396842" y="412820"/>
                    </a:cubicBezTo>
                    <a:cubicBezTo>
                      <a:pt x="2403887" y="416053"/>
                      <a:pt x="2402745" y="422898"/>
                      <a:pt x="2403126" y="426416"/>
                    </a:cubicBezTo>
                    <a:cubicBezTo>
                      <a:pt x="2403506" y="429934"/>
                      <a:pt x="2391225" y="431741"/>
                      <a:pt x="2386845" y="426416"/>
                    </a:cubicBezTo>
                    <a:cubicBezTo>
                      <a:pt x="2382465" y="421092"/>
                      <a:pt x="2376086" y="425846"/>
                      <a:pt x="2367803" y="425275"/>
                    </a:cubicBezTo>
                    <a:cubicBezTo>
                      <a:pt x="2359520" y="424705"/>
                      <a:pt x="2353331" y="428508"/>
                      <a:pt x="2362186" y="429744"/>
                    </a:cubicBezTo>
                    <a:cubicBezTo>
                      <a:pt x="2371041" y="430980"/>
                      <a:pt x="2374087" y="436495"/>
                      <a:pt x="2362186" y="437731"/>
                    </a:cubicBezTo>
                    <a:cubicBezTo>
                      <a:pt x="2350285" y="438967"/>
                      <a:pt x="2353331" y="426702"/>
                      <a:pt x="2346191" y="428223"/>
                    </a:cubicBezTo>
                    <a:cubicBezTo>
                      <a:pt x="2339050" y="429744"/>
                      <a:pt x="2323722" y="422613"/>
                      <a:pt x="2315343" y="422898"/>
                    </a:cubicBezTo>
                    <a:cubicBezTo>
                      <a:pt x="2306965" y="423184"/>
                      <a:pt x="2303252" y="429744"/>
                      <a:pt x="2292303" y="430600"/>
                    </a:cubicBezTo>
                    <a:cubicBezTo>
                      <a:pt x="2281073" y="430985"/>
                      <a:pt x="2270160" y="426839"/>
                      <a:pt x="2262027" y="419095"/>
                    </a:cubicBezTo>
                    <a:cubicBezTo>
                      <a:pt x="2257647" y="413105"/>
                      <a:pt x="2256124" y="411394"/>
                      <a:pt x="2250793" y="418144"/>
                    </a:cubicBezTo>
                    <a:cubicBezTo>
                      <a:pt x="2245461" y="424895"/>
                      <a:pt x="2245175" y="438016"/>
                      <a:pt x="2239843" y="438872"/>
                    </a:cubicBezTo>
                    <a:cubicBezTo>
                      <a:pt x="2234512" y="439728"/>
                      <a:pt x="2232418" y="451327"/>
                      <a:pt x="2227086" y="454275"/>
                    </a:cubicBezTo>
                    <a:cubicBezTo>
                      <a:pt x="2221754" y="457222"/>
                      <a:pt x="2221468" y="449806"/>
                      <a:pt x="2214613" y="450376"/>
                    </a:cubicBezTo>
                    <a:cubicBezTo>
                      <a:pt x="2207758" y="450947"/>
                      <a:pt x="2186051" y="429744"/>
                      <a:pt x="2184718" y="423469"/>
                    </a:cubicBezTo>
                    <a:cubicBezTo>
                      <a:pt x="2183385" y="417194"/>
                      <a:pt x="2169866" y="405404"/>
                      <a:pt x="2166343" y="403122"/>
                    </a:cubicBezTo>
                    <a:cubicBezTo>
                      <a:pt x="2162820" y="400840"/>
                      <a:pt x="2169866" y="399509"/>
                      <a:pt x="2174340" y="403122"/>
                    </a:cubicBezTo>
                    <a:cubicBezTo>
                      <a:pt x="2178413" y="406608"/>
                      <a:pt x="2184234" y="407178"/>
                      <a:pt x="2188907" y="404548"/>
                    </a:cubicBezTo>
                    <a:cubicBezTo>
                      <a:pt x="2193287" y="402171"/>
                      <a:pt x="2192715" y="391237"/>
                      <a:pt x="2185003" y="390951"/>
                    </a:cubicBezTo>
                    <a:cubicBezTo>
                      <a:pt x="2177292" y="390666"/>
                      <a:pt x="2180243" y="384201"/>
                      <a:pt x="2184147" y="382965"/>
                    </a:cubicBezTo>
                    <a:cubicBezTo>
                      <a:pt x="2188050" y="381729"/>
                      <a:pt x="2175293" y="370224"/>
                      <a:pt x="2179958" y="369083"/>
                    </a:cubicBezTo>
                    <a:cubicBezTo>
                      <a:pt x="2184623" y="367942"/>
                      <a:pt x="2182623" y="362808"/>
                      <a:pt x="2176149" y="361952"/>
                    </a:cubicBezTo>
                    <a:cubicBezTo>
                      <a:pt x="2169675" y="361096"/>
                      <a:pt x="2162820" y="355772"/>
                      <a:pt x="2162534" y="352444"/>
                    </a:cubicBezTo>
                    <a:cubicBezTo>
                      <a:pt x="2162249" y="349116"/>
                      <a:pt x="2134639" y="348070"/>
                      <a:pt x="2135781" y="352444"/>
                    </a:cubicBezTo>
                    <a:cubicBezTo>
                      <a:pt x="2136923" y="356818"/>
                      <a:pt x="2126927" y="355677"/>
                      <a:pt x="2128450" y="351778"/>
                    </a:cubicBezTo>
                    <a:cubicBezTo>
                      <a:pt x="2129973" y="347880"/>
                      <a:pt x="2118929" y="349116"/>
                      <a:pt x="2105600" y="345598"/>
                    </a:cubicBezTo>
                    <a:cubicBezTo>
                      <a:pt x="2092271" y="342080"/>
                      <a:pt x="2092271" y="332857"/>
                      <a:pt x="2087796" y="332287"/>
                    </a:cubicBezTo>
                    <a:cubicBezTo>
                      <a:pt x="2083321" y="331716"/>
                      <a:pt x="2084845" y="345028"/>
                      <a:pt x="2078275" y="341795"/>
                    </a:cubicBezTo>
                    <a:cubicBezTo>
                      <a:pt x="2074622" y="339821"/>
                      <a:pt x="2070057" y="341178"/>
                      <a:pt x="2068081" y="344827"/>
                    </a:cubicBezTo>
                    <a:cubicBezTo>
                      <a:pt x="2066837" y="347122"/>
                      <a:pt x="2066876" y="349898"/>
                      <a:pt x="2068183" y="352159"/>
                    </a:cubicBezTo>
                    <a:cubicBezTo>
                      <a:pt x="2071706" y="359765"/>
                      <a:pt x="2068183" y="361001"/>
                      <a:pt x="2068183" y="367181"/>
                    </a:cubicBezTo>
                    <a:cubicBezTo>
                      <a:pt x="2068183" y="373362"/>
                      <a:pt x="2063994" y="370794"/>
                      <a:pt x="2056282" y="368132"/>
                    </a:cubicBezTo>
                    <a:cubicBezTo>
                      <a:pt x="2048571" y="365470"/>
                      <a:pt x="2048571" y="374598"/>
                      <a:pt x="2032004" y="370509"/>
                    </a:cubicBezTo>
                    <a:cubicBezTo>
                      <a:pt x="2015438" y="366421"/>
                      <a:pt x="2008012" y="370509"/>
                      <a:pt x="2005060" y="365470"/>
                    </a:cubicBezTo>
                    <a:cubicBezTo>
                      <a:pt x="2002109" y="360431"/>
                      <a:pt x="1997063" y="359480"/>
                      <a:pt x="1996491" y="363949"/>
                    </a:cubicBezTo>
                    <a:cubicBezTo>
                      <a:pt x="1995920" y="368417"/>
                      <a:pt x="1970404" y="366611"/>
                      <a:pt x="1967929" y="360145"/>
                    </a:cubicBezTo>
                    <a:cubicBezTo>
                      <a:pt x="1965453" y="353680"/>
                      <a:pt x="1972404" y="352444"/>
                      <a:pt x="1976212" y="350637"/>
                    </a:cubicBezTo>
                    <a:cubicBezTo>
                      <a:pt x="1980021" y="348831"/>
                      <a:pt x="1972118" y="346169"/>
                      <a:pt x="1958217" y="347119"/>
                    </a:cubicBezTo>
                    <a:cubicBezTo>
                      <a:pt x="1944317" y="348070"/>
                      <a:pt x="1935368" y="339988"/>
                      <a:pt x="1921182" y="341415"/>
                    </a:cubicBezTo>
                    <a:cubicBezTo>
                      <a:pt x="1904254" y="342674"/>
                      <a:pt x="1887408" y="344864"/>
                      <a:pt x="1870722" y="347975"/>
                    </a:cubicBezTo>
                    <a:cubicBezTo>
                      <a:pt x="1866342" y="350067"/>
                      <a:pt x="1874910" y="358054"/>
                      <a:pt x="1868056" y="358624"/>
                    </a:cubicBezTo>
                    <a:cubicBezTo>
                      <a:pt x="1861200" y="359195"/>
                      <a:pt x="1866056" y="345598"/>
                      <a:pt x="1864818" y="339133"/>
                    </a:cubicBezTo>
                    <a:cubicBezTo>
                      <a:pt x="1863581" y="332667"/>
                      <a:pt x="1853298" y="331716"/>
                      <a:pt x="1854726" y="336756"/>
                    </a:cubicBezTo>
                    <a:cubicBezTo>
                      <a:pt x="1856155" y="341795"/>
                      <a:pt x="1838446" y="343506"/>
                      <a:pt x="1834066" y="339703"/>
                    </a:cubicBezTo>
                    <a:cubicBezTo>
                      <a:pt x="1827425" y="333939"/>
                      <a:pt x="1819488" y="329862"/>
                      <a:pt x="1810931" y="327818"/>
                    </a:cubicBezTo>
                    <a:cubicBezTo>
                      <a:pt x="1799410" y="324871"/>
                      <a:pt x="1785129" y="337326"/>
                      <a:pt x="1788366" y="340844"/>
                    </a:cubicBezTo>
                    <a:cubicBezTo>
                      <a:pt x="1791603" y="344362"/>
                      <a:pt x="1800267" y="341795"/>
                      <a:pt x="1800553" y="344172"/>
                    </a:cubicBezTo>
                    <a:cubicBezTo>
                      <a:pt x="1801124" y="349021"/>
                      <a:pt x="1775989" y="347119"/>
                      <a:pt x="1775989" y="351208"/>
                    </a:cubicBezTo>
                    <a:cubicBezTo>
                      <a:pt x="1775989" y="355296"/>
                      <a:pt x="1752568" y="360716"/>
                      <a:pt x="1745427" y="361857"/>
                    </a:cubicBezTo>
                    <a:cubicBezTo>
                      <a:pt x="1726386" y="364329"/>
                      <a:pt x="1721721" y="364234"/>
                      <a:pt x="1712581" y="371935"/>
                    </a:cubicBezTo>
                    <a:cubicBezTo>
                      <a:pt x="1703441" y="379637"/>
                      <a:pt x="1710486" y="365185"/>
                      <a:pt x="1717627" y="358054"/>
                    </a:cubicBezTo>
                    <a:cubicBezTo>
                      <a:pt x="1724767" y="350923"/>
                      <a:pt x="1732098" y="353870"/>
                      <a:pt x="1736668" y="348546"/>
                    </a:cubicBezTo>
                    <a:cubicBezTo>
                      <a:pt x="1741238" y="343221"/>
                      <a:pt x="1747332" y="343506"/>
                      <a:pt x="1758566" y="341700"/>
                    </a:cubicBezTo>
                    <a:cubicBezTo>
                      <a:pt x="1769801" y="339893"/>
                      <a:pt x="1769230" y="333428"/>
                      <a:pt x="1774561" y="331051"/>
                    </a:cubicBezTo>
                    <a:cubicBezTo>
                      <a:pt x="1779893" y="328674"/>
                      <a:pt x="1792936" y="323730"/>
                      <a:pt x="1795316" y="318405"/>
                    </a:cubicBezTo>
                    <a:cubicBezTo>
                      <a:pt x="1797697" y="313081"/>
                      <a:pt x="1823879" y="304143"/>
                      <a:pt x="1829686" y="304428"/>
                    </a:cubicBezTo>
                    <a:cubicBezTo>
                      <a:pt x="1835495" y="304714"/>
                      <a:pt x="1836161" y="293779"/>
                      <a:pt x="1839207" y="293779"/>
                    </a:cubicBezTo>
                    <a:cubicBezTo>
                      <a:pt x="1847580" y="291286"/>
                      <a:pt x="1855732" y="288106"/>
                      <a:pt x="1863581" y="284271"/>
                    </a:cubicBezTo>
                    <a:cubicBezTo>
                      <a:pt x="1868684" y="282179"/>
                      <a:pt x="1872304" y="277553"/>
                      <a:pt x="1873101" y="272101"/>
                    </a:cubicBezTo>
                    <a:cubicBezTo>
                      <a:pt x="1873101" y="268298"/>
                      <a:pt x="1865104" y="268868"/>
                      <a:pt x="1864247" y="265350"/>
                    </a:cubicBezTo>
                    <a:cubicBezTo>
                      <a:pt x="1863391" y="261832"/>
                      <a:pt x="1868056" y="264114"/>
                      <a:pt x="1874244" y="261737"/>
                    </a:cubicBezTo>
                    <a:cubicBezTo>
                      <a:pt x="1880433" y="259360"/>
                      <a:pt x="1874244" y="251088"/>
                      <a:pt x="1869293" y="252229"/>
                    </a:cubicBezTo>
                    <a:cubicBezTo>
                      <a:pt x="1864342" y="253370"/>
                      <a:pt x="1871959" y="247761"/>
                      <a:pt x="1867484" y="242721"/>
                    </a:cubicBezTo>
                    <a:cubicBezTo>
                      <a:pt x="1863009" y="237682"/>
                      <a:pt x="1854155" y="245954"/>
                      <a:pt x="1854441" y="240344"/>
                    </a:cubicBezTo>
                    <a:cubicBezTo>
                      <a:pt x="1855184" y="234589"/>
                      <a:pt x="1853684" y="228768"/>
                      <a:pt x="1850252" y="224086"/>
                    </a:cubicBezTo>
                    <a:cubicBezTo>
                      <a:pt x="1846729" y="220568"/>
                      <a:pt x="1840731" y="230266"/>
                      <a:pt x="1832828" y="224656"/>
                    </a:cubicBezTo>
                    <a:cubicBezTo>
                      <a:pt x="1824926" y="219046"/>
                      <a:pt x="1803124" y="214768"/>
                      <a:pt x="1803124" y="216764"/>
                    </a:cubicBezTo>
                    <a:cubicBezTo>
                      <a:pt x="1803124" y="218761"/>
                      <a:pt x="1792746" y="213151"/>
                      <a:pt x="1790651" y="215528"/>
                    </a:cubicBezTo>
                    <a:cubicBezTo>
                      <a:pt x="1782633" y="217721"/>
                      <a:pt x="1774199" y="217917"/>
                      <a:pt x="1766087" y="216099"/>
                    </a:cubicBezTo>
                    <a:cubicBezTo>
                      <a:pt x="1760756" y="214673"/>
                      <a:pt x="1753330" y="218191"/>
                      <a:pt x="1753044" y="223515"/>
                    </a:cubicBezTo>
                    <a:cubicBezTo>
                      <a:pt x="1752759" y="228840"/>
                      <a:pt x="1731717" y="226843"/>
                      <a:pt x="1727814" y="225892"/>
                    </a:cubicBezTo>
                    <a:cubicBezTo>
                      <a:pt x="1723910" y="224941"/>
                      <a:pt x="1742381" y="209919"/>
                      <a:pt x="1742381" y="206876"/>
                    </a:cubicBezTo>
                    <a:cubicBezTo>
                      <a:pt x="1742381" y="203833"/>
                      <a:pt x="1711247" y="207447"/>
                      <a:pt x="1709438" y="204499"/>
                    </a:cubicBezTo>
                    <a:cubicBezTo>
                      <a:pt x="1707630" y="201552"/>
                      <a:pt x="1692587" y="200696"/>
                      <a:pt x="1685827" y="200981"/>
                    </a:cubicBezTo>
                    <a:cubicBezTo>
                      <a:pt x="1679067" y="201266"/>
                      <a:pt x="1685827" y="199175"/>
                      <a:pt x="1691730" y="198604"/>
                    </a:cubicBezTo>
                    <a:cubicBezTo>
                      <a:pt x="1697633" y="198034"/>
                      <a:pt x="1703536" y="192709"/>
                      <a:pt x="1710772" y="191473"/>
                    </a:cubicBezTo>
                    <a:cubicBezTo>
                      <a:pt x="1718007" y="190237"/>
                      <a:pt x="1716103" y="187955"/>
                      <a:pt x="1713152" y="183772"/>
                    </a:cubicBezTo>
                    <a:cubicBezTo>
                      <a:pt x="1710200" y="179588"/>
                      <a:pt x="1703060" y="181775"/>
                      <a:pt x="1696205" y="179683"/>
                    </a:cubicBezTo>
                    <a:cubicBezTo>
                      <a:pt x="1689405" y="177154"/>
                      <a:pt x="1682350" y="175368"/>
                      <a:pt x="1675164" y="174359"/>
                    </a:cubicBezTo>
                    <a:cubicBezTo>
                      <a:pt x="1666251" y="175604"/>
                      <a:pt x="1657438" y="177478"/>
                      <a:pt x="1648791" y="179968"/>
                    </a:cubicBezTo>
                    <a:cubicBezTo>
                      <a:pt x="1634891" y="182631"/>
                      <a:pt x="1633748" y="193280"/>
                      <a:pt x="1626608" y="196512"/>
                    </a:cubicBezTo>
                    <a:cubicBezTo>
                      <a:pt x="1619467" y="199745"/>
                      <a:pt x="1607090" y="212771"/>
                      <a:pt x="1612993" y="214007"/>
                    </a:cubicBezTo>
                    <a:cubicBezTo>
                      <a:pt x="1618896" y="215243"/>
                      <a:pt x="1615945" y="218761"/>
                      <a:pt x="1616801" y="222564"/>
                    </a:cubicBezTo>
                    <a:cubicBezTo>
                      <a:pt x="1617658" y="226367"/>
                      <a:pt x="1612421" y="227318"/>
                      <a:pt x="1605567" y="226082"/>
                    </a:cubicBezTo>
                    <a:cubicBezTo>
                      <a:pt x="1598712" y="224846"/>
                      <a:pt x="1574624" y="226272"/>
                      <a:pt x="1574624" y="231026"/>
                    </a:cubicBezTo>
                    <a:cubicBezTo>
                      <a:pt x="1574624" y="235780"/>
                      <a:pt x="1588619" y="238443"/>
                      <a:pt x="1587667" y="241105"/>
                    </a:cubicBezTo>
                    <a:cubicBezTo>
                      <a:pt x="1586716" y="243767"/>
                      <a:pt x="1577385" y="241105"/>
                      <a:pt x="1572624" y="238157"/>
                    </a:cubicBezTo>
                    <a:cubicBezTo>
                      <a:pt x="1567864" y="235210"/>
                      <a:pt x="1557201" y="236921"/>
                      <a:pt x="1555106" y="241961"/>
                    </a:cubicBezTo>
                    <a:cubicBezTo>
                      <a:pt x="1553012" y="247000"/>
                      <a:pt x="1544728" y="245859"/>
                      <a:pt x="1542063" y="244623"/>
                    </a:cubicBezTo>
                    <a:cubicBezTo>
                      <a:pt x="1539397" y="243387"/>
                      <a:pt x="1533494" y="247000"/>
                      <a:pt x="1529019" y="245574"/>
                    </a:cubicBezTo>
                    <a:cubicBezTo>
                      <a:pt x="1524544" y="244148"/>
                      <a:pt x="1537969" y="237492"/>
                      <a:pt x="1534636" y="234259"/>
                    </a:cubicBezTo>
                    <a:cubicBezTo>
                      <a:pt x="1531304" y="231026"/>
                      <a:pt x="1517213" y="234259"/>
                      <a:pt x="1515595" y="239298"/>
                    </a:cubicBezTo>
                    <a:cubicBezTo>
                      <a:pt x="1513976" y="244338"/>
                      <a:pt x="1505503" y="235495"/>
                      <a:pt x="1502266" y="237207"/>
                    </a:cubicBezTo>
                    <a:cubicBezTo>
                      <a:pt x="1498063" y="239669"/>
                      <a:pt x="1493706" y="241860"/>
                      <a:pt x="1489223" y="243767"/>
                    </a:cubicBezTo>
                    <a:cubicBezTo>
                      <a:pt x="1483034" y="246429"/>
                      <a:pt x="1472371" y="240820"/>
                      <a:pt x="1470181" y="245574"/>
                    </a:cubicBezTo>
                    <a:cubicBezTo>
                      <a:pt x="1467991" y="250328"/>
                      <a:pt x="1481987" y="251754"/>
                      <a:pt x="1482367" y="253846"/>
                    </a:cubicBezTo>
                    <a:cubicBezTo>
                      <a:pt x="1482748" y="255937"/>
                      <a:pt x="1449996" y="255557"/>
                      <a:pt x="1449140" y="258885"/>
                    </a:cubicBezTo>
                    <a:cubicBezTo>
                      <a:pt x="1448283" y="262213"/>
                      <a:pt x="1437239" y="262118"/>
                      <a:pt x="1423909" y="262403"/>
                    </a:cubicBezTo>
                    <a:cubicBezTo>
                      <a:pt x="1410580" y="262688"/>
                      <a:pt x="1415912" y="269154"/>
                      <a:pt x="1404868" y="271245"/>
                    </a:cubicBezTo>
                    <a:cubicBezTo>
                      <a:pt x="1393824" y="273337"/>
                      <a:pt x="1389539" y="273622"/>
                      <a:pt x="1385826" y="278947"/>
                    </a:cubicBezTo>
                    <a:cubicBezTo>
                      <a:pt x="1382727" y="283699"/>
                      <a:pt x="1376357" y="285042"/>
                      <a:pt x="1371598" y="281947"/>
                    </a:cubicBezTo>
                    <a:cubicBezTo>
                      <a:pt x="1371178" y="281674"/>
                      <a:pt x="1370778" y="281370"/>
                      <a:pt x="1370402" y="281039"/>
                    </a:cubicBezTo>
                    <a:cubicBezTo>
                      <a:pt x="1366880" y="276855"/>
                      <a:pt x="1357074" y="283130"/>
                      <a:pt x="1362405" y="283701"/>
                    </a:cubicBezTo>
                    <a:cubicBezTo>
                      <a:pt x="1367737" y="284271"/>
                      <a:pt x="1362405" y="289596"/>
                      <a:pt x="1359454" y="288455"/>
                    </a:cubicBezTo>
                    <a:cubicBezTo>
                      <a:pt x="1356502" y="287314"/>
                      <a:pt x="1346791" y="294065"/>
                      <a:pt x="1352123" y="293494"/>
                    </a:cubicBezTo>
                    <a:cubicBezTo>
                      <a:pt x="1357454" y="292924"/>
                      <a:pt x="1360120" y="297297"/>
                      <a:pt x="1357359" y="300530"/>
                    </a:cubicBezTo>
                    <a:cubicBezTo>
                      <a:pt x="1354598" y="303763"/>
                      <a:pt x="1343173" y="296727"/>
                      <a:pt x="1340222" y="299674"/>
                    </a:cubicBezTo>
                    <a:cubicBezTo>
                      <a:pt x="1337270" y="302622"/>
                      <a:pt x="1345838" y="306520"/>
                      <a:pt x="1351171" y="305855"/>
                    </a:cubicBezTo>
                    <a:cubicBezTo>
                      <a:pt x="1355432" y="305198"/>
                      <a:pt x="1359419" y="308116"/>
                      <a:pt x="1360077" y="312372"/>
                    </a:cubicBezTo>
                    <a:cubicBezTo>
                      <a:pt x="1360094" y="312481"/>
                      <a:pt x="1360108" y="312590"/>
                      <a:pt x="1360120" y="312700"/>
                    </a:cubicBezTo>
                    <a:cubicBezTo>
                      <a:pt x="1360692" y="316504"/>
                      <a:pt x="1347647" y="310323"/>
                      <a:pt x="1344982" y="313556"/>
                    </a:cubicBezTo>
                    <a:cubicBezTo>
                      <a:pt x="1342316" y="316789"/>
                      <a:pt x="1347076" y="318310"/>
                      <a:pt x="1352694" y="318881"/>
                    </a:cubicBezTo>
                    <a:cubicBezTo>
                      <a:pt x="1358311" y="319451"/>
                      <a:pt x="1354122" y="321543"/>
                      <a:pt x="1359168" y="326012"/>
                    </a:cubicBezTo>
                    <a:lnTo>
                      <a:pt x="1360120" y="326962"/>
                    </a:lnTo>
                    <a:cubicBezTo>
                      <a:pt x="1363166" y="330671"/>
                      <a:pt x="1357454" y="331907"/>
                      <a:pt x="1358025" y="335520"/>
                    </a:cubicBezTo>
                    <a:cubicBezTo>
                      <a:pt x="1358597" y="339133"/>
                      <a:pt x="1352408" y="340749"/>
                      <a:pt x="1352408" y="337231"/>
                    </a:cubicBezTo>
                    <a:cubicBezTo>
                      <a:pt x="1352408" y="333713"/>
                      <a:pt x="1336699" y="332477"/>
                      <a:pt x="1333366" y="336375"/>
                    </a:cubicBezTo>
                    <a:cubicBezTo>
                      <a:pt x="1330034" y="340274"/>
                      <a:pt x="1327749" y="343126"/>
                      <a:pt x="1323845" y="339608"/>
                    </a:cubicBezTo>
                    <a:cubicBezTo>
                      <a:pt x="1319942" y="336090"/>
                      <a:pt x="1308708" y="340464"/>
                      <a:pt x="1294236" y="341129"/>
                    </a:cubicBezTo>
                    <a:cubicBezTo>
                      <a:pt x="1276852" y="341233"/>
                      <a:pt x="1259503" y="342696"/>
                      <a:pt x="1242347" y="345503"/>
                    </a:cubicBezTo>
                    <a:cubicBezTo>
                      <a:pt x="1234921" y="348165"/>
                      <a:pt x="1228733" y="358529"/>
                      <a:pt x="1235493" y="365375"/>
                    </a:cubicBezTo>
                    <a:cubicBezTo>
                      <a:pt x="1242253" y="372221"/>
                      <a:pt x="1235493" y="374883"/>
                      <a:pt x="1235493" y="379542"/>
                    </a:cubicBezTo>
                    <a:cubicBezTo>
                      <a:pt x="1235493" y="384201"/>
                      <a:pt x="1253201" y="393138"/>
                      <a:pt x="1262722" y="394089"/>
                    </a:cubicBezTo>
                    <a:cubicBezTo>
                      <a:pt x="1272243" y="395040"/>
                      <a:pt x="1279859" y="406449"/>
                      <a:pt x="1274242" y="413580"/>
                    </a:cubicBezTo>
                    <a:cubicBezTo>
                      <a:pt x="1268625" y="420711"/>
                      <a:pt x="1251487" y="411489"/>
                      <a:pt x="1240158" y="402646"/>
                    </a:cubicBezTo>
                    <a:cubicBezTo>
                      <a:pt x="1226218" y="394626"/>
                      <a:pt x="1210353" y="390550"/>
                      <a:pt x="1194267" y="390856"/>
                    </a:cubicBezTo>
                    <a:cubicBezTo>
                      <a:pt x="1185699" y="391427"/>
                      <a:pt x="1190745" y="383155"/>
                      <a:pt x="1179796" y="383440"/>
                    </a:cubicBezTo>
                    <a:cubicBezTo>
                      <a:pt x="1168847" y="383725"/>
                      <a:pt x="1159611" y="393519"/>
                      <a:pt x="1167038" y="393519"/>
                    </a:cubicBezTo>
                    <a:cubicBezTo>
                      <a:pt x="1174464" y="393519"/>
                      <a:pt x="1179129" y="392853"/>
                      <a:pt x="1175321" y="396466"/>
                    </a:cubicBezTo>
                    <a:cubicBezTo>
                      <a:pt x="1171512" y="400079"/>
                      <a:pt x="1177416" y="399128"/>
                      <a:pt x="1186270" y="402931"/>
                    </a:cubicBezTo>
                    <a:cubicBezTo>
                      <a:pt x="1195124" y="406735"/>
                      <a:pt x="1178844" y="412440"/>
                      <a:pt x="1169703" y="405879"/>
                    </a:cubicBezTo>
                    <a:cubicBezTo>
                      <a:pt x="1162567" y="401139"/>
                      <a:pt x="1152934" y="403074"/>
                      <a:pt x="1148187" y="410201"/>
                    </a:cubicBezTo>
                    <a:cubicBezTo>
                      <a:pt x="1148155" y="410250"/>
                      <a:pt x="1148123" y="410299"/>
                      <a:pt x="1148091" y="410348"/>
                    </a:cubicBezTo>
                    <a:cubicBezTo>
                      <a:pt x="1145425" y="415102"/>
                      <a:pt x="1158755" y="428698"/>
                      <a:pt x="1174750" y="431075"/>
                    </a:cubicBezTo>
                    <a:cubicBezTo>
                      <a:pt x="1190745" y="433452"/>
                      <a:pt x="1185413" y="438396"/>
                      <a:pt x="1192839" y="441059"/>
                    </a:cubicBezTo>
                    <a:cubicBezTo>
                      <a:pt x="1200265" y="443721"/>
                      <a:pt x="1194838" y="446763"/>
                      <a:pt x="1189793" y="447049"/>
                    </a:cubicBezTo>
                    <a:cubicBezTo>
                      <a:pt x="1184746" y="447334"/>
                      <a:pt x="1174750" y="439347"/>
                      <a:pt x="1166752" y="435164"/>
                    </a:cubicBezTo>
                    <a:cubicBezTo>
                      <a:pt x="1158755" y="430980"/>
                      <a:pt x="1137142" y="436970"/>
                      <a:pt x="1132668" y="432216"/>
                    </a:cubicBezTo>
                    <a:cubicBezTo>
                      <a:pt x="1128193" y="427462"/>
                      <a:pt x="1135619" y="422708"/>
                      <a:pt x="1131430" y="419190"/>
                    </a:cubicBezTo>
                    <a:cubicBezTo>
                      <a:pt x="1127241" y="415672"/>
                      <a:pt x="1130859" y="407685"/>
                      <a:pt x="1136190" y="399413"/>
                    </a:cubicBezTo>
                    <a:cubicBezTo>
                      <a:pt x="1140487" y="390159"/>
                      <a:pt x="1136707" y="379167"/>
                      <a:pt x="1127622" y="374502"/>
                    </a:cubicBezTo>
                    <a:cubicBezTo>
                      <a:pt x="1119910" y="372221"/>
                      <a:pt x="1120481" y="380112"/>
                      <a:pt x="1122290" y="382489"/>
                    </a:cubicBezTo>
                    <a:cubicBezTo>
                      <a:pt x="1123895" y="389895"/>
                      <a:pt x="1122039" y="397629"/>
                      <a:pt x="1117244" y="403502"/>
                    </a:cubicBezTo>
                    <a:cubicBezTo>
                      <a:pt x="1111341" y="410918"/>
                      <a:pt x="1093252" y="410918"/>
                      <a:pt x="1093252" y="415957"/>
                    </a:cubicBezTo>
                    <a:cubicBezTo>
                      <a:pt x="1093252" y="420997"/>
                      <a:pt x="1081065" y="424800"/>
                      <a:pt x="1085254" y="428413"/>
                    </a:cubicBezTo>
                    <a:cubicBezTo>
                      <a:pt x="1093869" y="436696"/>
                      <a:pt x="1101533" y="445913"/>
                      <a:pt x="1108104" y="455891"/>
                    </a:cubicBezTo>
                    <a:cubicBezTo>
                      <a:pt x="1110389" y="461501"/>
                      <a:pt x="1093537" y="479281"/>
                      <a:pt x="1096203" y="489645"/>
                    </a:cubicBezTo>
                    <a:cubicBezTo>
                      <a:pt x="1098869" y="500008"/>
                      <a:pt x="1093823" y="504667"/>
                      <a:pt x="1097060" y="509802"/>
                    </a:cubicBezTo>
                    <a:cubicBezTo>
                      <a:pt x="1100297" y="514936"/>
                      <a:pt x="1107723" y="510372"/>
                      <a:pt x="1112484" y="512464"/>
                    </a:cubicBezTo>
                    <a:cubicBezTo>
                      <a:pt x="1117244" y="514556"/>
                      <a:pt x="1124956" y="509421"/>
                      <a:pt x="1135905" y="507425"/>
                    </a:cubicBezTo>
                    <a:cubicBezTo>
                      <a:pt x="1146854" y="505428"/>
                      <a:pt x="1167038" y="516933"/>
                      <a:pt x="1174464" y="520451"/>
                    </a:cubicBezTo>
                    <a:cubicBezTo>
                      <a:pt x="1181890" y="523969"/>
                      <a:pt x="1177987" y="529959"/>
                      <a:pt x="1181795" y="535759"/>
                    </a:cubicBezTo>
                    <a:cubicBezTo>
                      <a:pt x="1185604" y="541558"/>
                      <a:pt x="1172941" y="541749"/>
                      <a:pt x="1172274" y="550591"/>
                    </a:cubicBezTo>
                    <a:cubicBezTo>
                      <a:pt x="1171608" y="559434"/>
                      <a:pt x="1194458" y="563332"/>
                      <a:pt x="1195410" y="565994"/>
                    </a:cubicBezTo>
                    <a:cubicBezTo>
                      <a:pt x="1196362" y="568656"/>
                      <a:pt x="1179319" y="566565"/>
                      <a:pt x="1172845" y="564188"/>
                    </a:cubicBezTo>
                    <a:cubicBezTo>
                      <a:pt x="1166371" y="561811"/>
                      <a:pt x="1165705" y="553253"/>
                      <a:pt x="1163325" y="551447"/>
                    </a:cubicBezTo>
                    <a:cubicBezTo>
                      <a:pt x="1160944" y="549640"/>
                      <a:pt x="1167704" y="542604"/>
                      <a:pt x="1168276" y="536995"/>
                    </a:cubicBezTo>
                    <a:cubicBezTo>
                      <a:pt x="1168847" y="531385"/>
                      <a:pt x="1160944" y="528057"/>
                      <a:pt x="1158755" y="524254"/>
                    </a:cubicBezTo>
                    <a:cubicBezTo>
                      <a:pt x="1156565" y="520451"/>
                      <a:pt x="1151328" y="514746"/>
                      <a:pt x="1145997" y="515982"/>
                    </a:cubicBezTo>
                    <a:cubicBezTo>
                      <a:pt x="1140665" y="517218"/>
                      <a:pt x="1121052" y="518929"/>
                      <a:pt x="1115149" y="524254"/>
                    </a:cubicBezTo>
                    <a:cubicBezTo>
                      <a:pt x="1109246" y="529578"/>
                      <a:pt x="1116102" y="544696"/>
                      <a:pt x="1119338" y="552112"/>
                    </a:cubicBezTo>
                    <a:cubicBezTo>
                      <a:pt x="1122576" y="559529"/>
                      <a:pt x="1102106" y="569797"/>
                      <a:pt x="1102772" y="575692"/>
                    </a:cubicBezTo>
                    <a:cubicBezTo>
                      <a:pt x="1103439" y="581587"/>
                      <a:pt x="1096489" y="584345"/>
                      <a:pt x="1087634" y="589099"/>
                    </a:cubicBezTo>
                    <a:cubicBezTo>
                      <a:pt x="1078780" y="593853"/>
                      <a:pt x="1068593" y="597371"/>
                      <a:pt x="1069259" y="605072"/>
                    </a:cubicBezTo>
                    <a:cubicBezTo>
                      <a:pt x="1069925" y="612774"/>
                      <a:pt x="1057358" y="608590"/>
                      <a:pt x="1051169" y="605072"/>
                    </a:cubicBezTo>
                    <a:cubicBezTo>
                      <a:pt x="1044981" y="601554"/>
                      <a:pt x="1036983" y="607069"/>
                      <a:pt x="1028034" y="606783"/>
                    </a:cubicBezTo>
                    <a:cubicBezTo>
                      <a:pt x="1019084" y="606498"/>
                      <a:pt x="1019180" y="599082"/>
                      <a:pt x="1012039" y="601744"/>
                    </a:cubicBezTo>
                    <a:cubicBezTo>
                      <a:pt x="1008669" y="603468"/>
                      <a:pt x="1004539" y="602138"/>
                      <a:pt x="1002812" y="598773"/>
                    </a:cubicBezTo>
                    <a:cubicBezTo>
                      <a:pt x="1001922" y="597037"/>
                      <a:pt x="1001815" y="595006"/>
                      <a:pt x="1002518" y="593187"/>
                    </a:cubicBezTo>
                    <a:cubicBezTo>
                      <a:pt x="1004517" y="587862"/>
                      <a:pt x="1012515" y="592046"/>
                      <a:pt x="1013181" y="595849"/>
                    </a:cubicBezTo>
                    <a:cubicBezTo>
                      <a:pt x="1013848" y="599652"/>
                      <a:pt x="1018799" y="597941"/>
                      <a:pt x="1024701" y="594708"/>
                    </a:cubicBezTo>
                    <a:cubicBezTo>
                      <a:pt x="1030604" y="591476"/>
                      <a:pt x="1027653" y="598797"/>
                      <a:pt x="1036222" y="599367"/>
                    </a:cubicBezTo>
                    <a:cubicBezTo>
                      <a:pt x="1044791" y="599938"/>
                      <a:pt x="1040125" y="594994"/>
                      <a:pt x="1046600" y="595564"/>
                    </a:cubicBezTo>
                    <a:cubicBezTo>
                      <a:pt x="1053074" y="596134"/>
                      <a:pt x="1053455" y="594138"/>
                      <a:pt x="1051360" y="590810"/>
                    </a:cubicBezTo>
                    <a:cubicBezTo>
                      <a:pt x="1049265" y="587482"/>
                      <a:pt x="1056120" y="585200"/>
                      <a:pt x="1060214" y="583394"/>
                    </a:cubicBezTo>
                    <a:cubicBezTo>
                      <a:pt x="1064308" y="581587"/>
                      <a:pt x="1062594" y="574837"/>
                      <a:pt x="1066498" y="572840"/>
                    </a:cubicBezTo>
                    <a:cubicBezTo>
                      <a:pt x="1070402" y="570843"/>
                      <a:pt x="1067640" y="566565"/>
                      <a:pt x="1071830" y="566279"/>
                    </a:cubicBezTo>
                    <a:cubicBezTo>
                      <a:pt x="1076019" y="565994"/>
                      <a:pt x="1077733" y="559719"/>
                      <a:pt x="1081350" y="559719"/>
                    </a:cubicBezTo>
                    <a:cubicBezTo>
                      <a:pt x="1084968" y="559719"/>
                      <a:pt x="1087349" y="553539"/>
                      <a:pt x="1084968" y="550211"/>
                    </a:cubicBezTo>
                    <a:cubicBezTo>
                      <a:pt x="1082588" y="546883"/>
                      <a:pt x="1086397" y="538040"/>
                      <a:pt x="1090300" y="536899"/>
                    </a:cubicBezTo>
                    <a:cubicBezTo>
                      <a:pt x="1094204" y="535759"/>
                      <a:pt x="1094394" y="532145"/>
                      <a:pt x="1090871" y="529483"/>
                    </a:cubicBezTo>
                    <a:cubicBezTo>
                      <a:pt x="1087349" y="526821"/>
                      <a:pt x="1074305" y="517979"/>
                      <a:pt x="1075162" y="512369"/>
                    </a:cubicBezTo>
                    <a:cubicBezTo>
                      <a:pt x="1076019" y="506759"/>
                      <a:pt x="1072782" y="496300"/>
                      <a:pt x="1074591" y="491927"/>
                    </a:cubicBezTo>
                    <a:cubicBezTo>
                      <a:pt x="1075740" y="485640"/>
                      <a:pt x="1075740" y="479197"/>
                      <a:pt x="1074591" y="472910"/>
                    </a:cubicBezTo>
                    <a:cubicBezTo>
                      <a:pt x="1075623" y="465766"/>
                      <a:pt x="1077312" y="458732"/>
                      <a:pt x="1079637" y="451898"/>
                    </a:cubicBezTo>
                    <a:cubicBezTo>
                      <a:pt x="1081350" y="442390"/>
                      <a:pt x="1069259" y="431741"/>
                      <a:pt x="1063356" y="429079"/>
                    </a:cubicBezTo>
                    <a:cubicBezTo>
                      <a:pt x="1057453" y="426416"/>
                      <a:pt x="1061261" y="421092"/>
                      <a:pt x="1069830" y="413961"/>
                    </a:cubicBezTo>
                    <a:cubicBezTo>
                      <a:pt x="1078399" y="406830"/>
                      <a:pt x="1079351" y="384676"/>
                      <a:pt x="1078399" y="379922"/>
                    </a:cubicBezTo>
                    <a:cubicBezTo>
                      <a:pt x="1077447" y="375168"/>
                      <a:pt x="1060310" y="371080"/>
                      <a:pt x="1053550" y="371650"/>
                    </a:cubicBezTo>
                    <a:cubicBezTo>
                      <a:pt x="1040830" y="371992"/>
                      <a:pt x="1028103" y="371420"/>
                      <a:pt x="1015466" y="369939"/>
                    </a:cubicBezTo>
                    <a:cubicBezTo>
                      <a:pt x="1009183" y="368703"/>
                      <a:pt x="1007088" y="375263"/>
                      <a:pt x="1004136" y="381158"/>
                    </a:cubicBezTo>
                    <a:cubicBezTo>
                      <a:pt x="998635" y="390136"/>
                      <a:pt x="994164" y="399704"/>
                      <a:pt x="990807" y="409682"/>
                    </a:cubicBezTo>
                    <a:cubicBezTo>
                      <a:pt x="986999" y="422993"/>
                      <a:pt x="971290" y="427082"/>
                      <a:pt x="964149" y="430029"/>
                    </a:cubicBezTo>
                    <a:cubicBezTo>
                      <a:pt x="957009" y="432977"/>
                      <a:pt x="952629" y="442770"/>
                      <a:pt x="955866" y="447524"/>
                    </a:cubicBezTo>
                    <a:cubicBezTo>
                      <a:pt x="959103" y="452278"/>
                      <a:pt x="963864" y="448380"/>
                      <a:pt x="967101" y="450186"/>
                    </a:cubicBezTo>
                    <a:cubicBezTo>
                      <a:pt x="970338" y="451993"/>
                      <a:pt x="967101" y="464353"/>
                      <a:pt x="964720" y="466160"/>
                    </a:cubicBezTo>
                    <a:cubicBezTo>
                      <a:pt x="962340" y="467966"/>
                      <a:pt x="968624" y="472340"/>
                      <a:pt x="963578" y="475668"/>
                    </a:cubicBezTo>
                    <a:cubicBezTo>
                      <a:pt x="958532" y="478996"/>
                      <a:pt x="954057" y="485176"/>
                      <a:pt x="956723" y="489264"/>
                    </a:cubicBezTo>
                    <a:cubicBezTo>
                      <a:pt x="959389" y="493353"/>
                      <a:pt x="974241" y="494589"/>
                      <a:pt x="980430" y="498107"/>
                    </a:cubicBezTo>
                    <a:cubicBezTo>
                      <a:pt x="986618" y="501625"/>
                      <a:pt x="984333" y="508185"/>
                      <a:pt x="989094" y="514366"/>
                    </a:cubicBezTo>
                    <a:cubicBezTo>
                      <a:pt x="993854" y="520546"/>
                      <a:pt x="998615" y="516743"/>
                      <a:pt x="1001185" y="520641"/>
                    </a:cubicBezTo>
                    <a:cubicBezTo>
                      <a:pt x="1003756" y="524539"/>
                      <a:pt x="992616" y="539657"/>
                      <a:pt x="988713" y="540417"/>
                    </a:cubicBezTo>
                    <a:cubicBezTo>
                      <a:pt x="984809" y="541178"/>
                      <a:pt x="969195" y="524729"/>
                      <a:pt x="964435" y="521401"/>
                    </a:cubicBezTo>
                    <a:cubicBezTo>
                      <a:pt x="959674" y="518074"/>
                      <a:pt x="941299" y="511893"/>
                      <a:pt x="932159" y="507520"/>
                    </a:cubicBezTo>
                    <a:cubicBezTo>
                      <a:pt x="923019" y="503146"/>
                      <a:pt x="915593" y="503336"/>
                      <a:pt x="905501" y="496490"/>
                    </a:cubicBezTo>
                    <a:cubicBezTo>
                      <a:pt x="894666" y="489055"/>
                      <a:pt x="881547" y="485687"/>
                      <a:pt x="868465" y="486982"/>
                    </a:cubicBezTo>
                    <a:cubicBezTo>
                      <a:pt x="850090" y="486982"/>
                      <a:pt x="838189" y="482799"/>
                      <a:pt x="832000" y="483750"/>
                    </a:cubicBezTo>
                    <a:cubicBezTo>
                      <a:pt x="825812" y="484700"/>
                      <a:pt x="828192" y="477474"/>
                      <a:pt x="817243" y="472720"/>
                    </a:cubicBezTo>
                    <a:cubicBezTo>
                      <a:pt x="806294" y="467966"/>
                      <a:pt x="799153" y="461501"/>
                      <a:pt x="792870" y="464734"/>
                    </a:cubicBezTo>
                    <a:cubicBezTo>
                      <a:pt x="786586" y="467966"/>
                      <a:pt x="789061" y="479851"/>
                      <a:pt x="798582" y="481373"/>
                    </a:cubicBezTo>
                    <a:cubicBezTo>
                      <a:pt x="808103" y="482894"/>
                      <a:pt x="803247" y="487838"/>
                      <a:pt x="813340" y="487268"/>
                    </a:cubicBezTo>
                    <a:cubicBezTo>
                      <a:pt x="823432" y="486697"/>
                      <a:pt x="826383" y="490215"/>
                      <a:pt x="826097" y="496776"/>
                    </a:cubicBezTo>
                    <a:cubicBezTo>
                      <a:pt x="826881" y="503382"/>
                      <a:pt x="830317" y="509387"/>
                      <a:pt x="835618" y="513415"/>
                    </a:cubicBezTo>
                    <a:cubicBezTo>
                      <a:pt x="840093" y="517503"/>
                      <a:pt x="837427" y="524349"/>
                      <a:pt x="829430" y="524349"/>
                    </a:cubicBezTo>
                    <a:cubicBezTo>
                      <a:pt x="821432" y="524349"/>
                      <a:pt x="812292" y="525490"/>
                      <a:pt x="815815" y="531100"/>
                    </a:cubicBezTo>
                    <a:cubicBezTo>
                      <a:pt x="819338" y="536709"/>
                      <a:pt x="813435" y="538231"/>
                      <a:pt x="805437" y="535283"/>
                    </a:cubicBezTo>
                    <a:cubicBezTo>
                      <a:pt x="797440" y="532336"/>
                      <a:pt x="802200" y="526726"/>
                      <a:pt x="805437" y="523398"/>
                    </a:cubicBezTo>
                    <a:cubicBezTo>
                      <a:pt x="808674" y="520070"/>
                      <a:pt x="798296" y="516077"/>
                      <a:pt x="793250" y="513890"/>
                    </a:cubicBezTo>
                    <a:cubicBezTo>
                      <a:pt x="788204" y="511703"/>
                      <a:pt x="768116" y="526916"/>
                      <a:pt x="762498" y="529293"/>
                    </a:cubicBezTo>
                    <a:cubicBezTo>
                      <a:pt x="756881" y="531670"/>
                      <a:pt x="742886" y="525680"/>
                      <a:pt x="728699" y="529293"/>
                    </a:cubicBezTo>
                    <a:cubicBezTo>
                      <a:pt x="714513" y="532906"/>
                      <a:pt x="715370" y="544031"/>
                      <a:pt x="709658" y="542890"/>
                    </a:cubicBezTo>
                    <a:cubicBezTo>
                      <a:pt x="703945" y="541749"/>
                      <a:pt x="688617" y="544316"/>
                      <a:pt x="682714" y="540798"/>
                    </a:cubicBezTo>
                    <a:cubicBezTo>
                      <a:pt x="676811" y="537280"/>
                      <a:pt x="681476" y="535188"/>
                      <a:pt x="687760" y="535473"/>
                    </a:cubicBezTo>
                    <a:cubicBezTo>
                      <a:pt x="694044" y="535759"/>
                      <a:pt x="696043" y="533667"/>
                      <a:pt x="692425" y="529578"/>
                    </a:cubicBezTo>
                    <a:cubicBezTo>
                      <a:pt x="688807" y="525490"/>
                      <a:pt x="697185" y="518929"/>
                      <a:pt x="696900" y="515982"/>
                    </a:cubicBezTo>
                    <a:cubicBezTo>
                      <a:pt x="696614" y="513034"/>
                      <a:pt x="673479" y="520736"/>
                      <a:pt x="669670" y="523969"/>
                    </a:cubicBezTo>
                    <a:cubicBezTo>
                      <a:pt x="665862" y="527201"/>
                      <a:pt x="669670" y="533477"/>
                      <a:pt x="665767" y="535188"/>
                    </a:cubicBezTo>
                    <a:cubicBezTo>
                      <a:pt x="661863" y="536899"/>
                      <a:pt x="661673" y="531670"/>
                      <a:pt x="656912" y="529864"/>
                    </a:cubicBezTo>
                    <a:cubicBezTo>
                      <a:pt x="652152" y="528057"/>
                      <a:pt x="617496" y="536044"/>
                      <a:pt x="611022" y="543460"/>
                    </a:cubicBezTo>
                    <a:cubicBezTo>
                      <a:pt x="604548" y="550876"/>
                      <a:pt x="591981" y="551162"/>
                      <a:pt x="591981" y="555345"/>
                    </a:cubicBezTo>
                    <a:cubicBezTo>
                      <a:pt x="591981" y="559529"/>
                      <a:pt x="576271" y="559148"/>
                      <a:pt x="570082" y="562096"/>
                    </a:cubicBezTo>
                    <a:cubicBezTo>
                      <a:pt x="563894" y="565043"/>
                      <a:pt x="567988" y="577214"/>
                      <a:pt x="565608" y="583108"/>
                    </a:cubicBezTo>
                    <a:cubicBezTo>
                      <a:pt x="563227" y="589003"/>
                      <a:pt x="538950" y="587292"/>
                      <a:pt x="531523" y="587577"/>
                    </a:cubicBezTo>
                    <a:cubicBezTo>
                      <a:pt x="524097" y="587862"/>
                      <a:pt x="522002" y="573315"/>
                      <a:pt x="515528" y="572460"/>
                    </a:cubicBezTo>
                    <a:cubicBezTo>
                      <a:pt x="509054" y="571604"/>
                      <a:pt x="513148" y="562952"/>
                      <a:pt x="514957" y="559719"/>
                    </a:cubicBezTo>
                    <a:cubicBezTo>
                      <a:pt x="516766" y="556486"/>
                      <a:pt x="521527" y="559148"/>
                      <a:pt x="528857" y="554394"/>
                    </a:cubicBezTo>
                    <a:cubicBezTo>
                      <a:pt x="536188" y="549640"/>
                      <a:pt x="543710" y="556771"/>
                      <a:pt x="546661" y="553539"/>
                    </a:cubicBezTo>
                    <a:cubicBezTo>
                      <a:pt x="549613" y="550306"/>
                      <a:pt x="535427" y="541654"/>
                      <a:pt x="534570" y="534522"/>
                    </a:cubicBezTo>
                    <a:cubicBezTo>
                      <a:pt x="533713" y="527391"/>
                      <a:pt x="517909" y="525014"/>
                      <a:pt x="509054" y="527391"/>
                    </a:cubicBezTo>
                    <a:cubicBezTo>
                      <a:pt x="500677" y="529343"/>
                      <a:pt x="491885" y="528405"/>
                      <a:pt x="484109" y="524729"/>
                    </a:cubicBezTo>
                    <a:cubicBezTo>
                      <a:pt x="477921" y="521782"/>
                      <a:pt x="478492" y="530054"/>
                      <a:pt x="487727" y="532431"/>
                    </a:cubicBezTo>
                    <a:cubicBezTo>
                      <a:pt x="496963" y="534808"/>
                      <a:pt x="492107" y="541939"/>
                      <a:pt x="493630" y="546312"/>
                    </a:cubicBezTo>
                    <a:cubicBezTo>
                      <a:pt x="493775" y="554406"/>
                      <a:pt x="491043" y="562289"/>
                      <a:pt x="485918" y="568561"/>
                    </a:cubicBezTo>
                    <a:cubicBezTo>
                      <a:pt x="480587" y="576168"/>
                      <a:pt x="484490" y="575882"/>
                      <a:pt x="492488" y="575597"/>
                    </a:cubicBezTo>
                    <a:cubicBezTo>
                      <a:pt x="500485" y="575312"/>
                      <a:pt x="499914" y="585676"/>
                      <a:pt x="499914" y="593377"/>
                    </a:cubicBezTo>
                    <a:cubicBezTo>
                      <a:pt x="499914" y="601079"/>
                      <a:pt x="493630" y="602885"/>
                      <a:pt x="493630" y="608780"/>
                    </a:cubicBezTo>
                    <a:cubicBezTo>
                      <a:pt x="493630" y="614675"/>
                      <a:pt x="487156" y="606118"/>
                      <a:pt x="485062" y="608780"/>
                    </a:cubicBezTo>
                    <a:cubicBezTo>
                      <a:pt x="482967" y="611442"/>
                      <a:pt x="480301" y="607544"/>
                      <a:pt x="479159" y="602790"/>
                    </a:cubicBezTo>
                    <a:cubicBezTo>
                      <a:pt x="478016" y="598036"/>
                      <a:pt x="465830" y="600793"/>
                      <a:pt x="458975" y="598987"/>
                    </a:cubicBezTo>
                    <a:cubicBezTo>
                      <a:pt x="452120" y="597180"/>
                      <a:pt x="449454" y="600128"/>
                      <a:pt x="446217" y="605167"/>
                    </a:cubicBezTo>
                    <a:cubicBezTo>
                      <a:pt x="441475" y="609839"/>
                      <a:pt x="435163" y="612584"/>
                      <a:pt x="428508" y="612869"/>
                    </a:cubicBezTo>
                    <a:cubicBezTo>
                      <a:pt x="422891" y="613534"/>
                      <a:pt x="414512" y="623232"/>
                      <a:pt x="409466" y="626750"/>
                    </a:cubicBezTo>
                    <a:cubicBezTo>
                      <a:pt x="404420" y="630268"/>
                      <a:pt x="403278" y="637114"/>
                      <a:pt x="410609" y="644245"/>
                    </a:cubicBezTo>
                    <a:cubicBezTo>
                      <a:pt x="417940" y="651376"/>
                      <a:pt x="419558" y="656130"/>
                      <a:pt x="418987" y="659933"/>
                    </a:cubicBezTo>
                    <a:cubicBezTo>
                      <a:pt x="418416" y="663737"/>
                      <a:pt x="398232" y="662596"/>
                      <a:pt x="394995" y="658412"/>
                    </a:cubicBezTo>
                    <a:cubicBezTo>
                      <a:pt x="388868" y="654403"/>
                      <a:pt x="381494" y="652748"/>
                      <a:pt x="374239" y="653753"/>
                    </a:cubicBezTo>
                    <a:cubicBezTo>
                      <a:pt x="369765" y="654609"/>
                      <a:pt x="357673" y="640442"/>
                      <a:pt x="351389" y="640157"/>
                    </a:cubicBezTo>
                    <a:cubicBezTo>
                      <a:pt x="345106" y="639871"/>
                      <a:pt x="341297" y="647478"/>
                      <a:pt x="339298" y="651376"/>
                    </a:cubicBezTo>
                    <a:cubicBezTo>
                      <a:pt x="337299" y="655274"/>
                      <a:pt x="342249" y="656415"/>
                      <a:pt x="345201" y="662881"/>
                    </a:cubicBezTo>
                    <a:cubicBezTo>
                      <a:pt x="348152" y="669346"/>
                      <a:pt x="359101" y="669727"/>
                      <a:pt x="364719" y="669727"/>
                    </a:cubicBezTo>
                    <a:cubicBezTo>
                      <a:pt x="370336" y="669727"/>
                      <a:pt x="368336" y="678284"/>
                      <a:pt x="366527" y="681802"/>
                    </a:cubicBezTo>
                    <a:cubicBezTo>
                      <a:pt x="364719" y="685320"/>
                      <a:pt x="354341" y="688077"/>
                      <a:pt x="351389" y="684179"/>
                    </a:cubicBezTo>
                    <a:cubicBezTo>
                      <a:pt x="348438" y="680280"/>
                      <a:pt x="335966" y="684179"/>
                      <a:pt x="335680" y="679425"/>
                    </a:cubicBezTo>
                    <a:cubicBezTo>
                      <a:pt x="333097" y="672002"/>
                      <a:pt x="325690" y="667374"/>
                      <a:pt x="317876" y="668300"/>
                    </a:cubicBezTo>
                    <a:cubicBezTo>
                      <a:pt x="308355" y="669822"/>
                      <a:pt x="306927" y="663927"/>
                      <a:pt x="307498" y="656796"/>
                    </a:cubicBezTo>
                    <a:cubicBezTo>
                      <a:pt x="308070" y="649665"/>
                      <a:pt x="302548" y="645576"/>
                      <a:pt x="302833" y="642343"/>
                    </a:cubicBezTo>
                    <a:cubicBezTo>
                      <a:pt x="303119" y="639111"/>
                      <a:pt x="298644" y="632835"/>
                      <a:pt x="303405" y="629317"/>
                    </a:cubicBezTo>
                    <a:cubicBezTo>
                      <a:pt x="308165" y="625799"/>
                      <a:pt x="304547" y="621045"/>
                      <a:pt x="304833" y="616577"/>
                    </a:cubicBezTo>
                    <a:cubicBezTo>
                      <a:pt x="305118" y="612108"/>
                      <a:pt x="296835" y="605357"/>
                      <a:pt x="289504" y="605357"/>
                    </a:cubicBezTo>
                    <a:cubicBezTo>
                      <a:pt x="282173" y="605357"/>
                      <a:pt x="283506" y="597941"/>
                      <a:pt x="277317" y="596420"/>
                    </a:cubicBezTo>
                    <a:cubicBezTo>
                      <a:pt x="269139" y="593392"/>
                      <a:pt x="262249" y="587653"/>
                      <a:pt x="257800" y="580161"/>
                    </a:cubicBezTo>
                    <a:cubicBezTo>
                      <a:pt x="256848" y="575692"/>
                      <a:pt x="247422" y="575122"/>
                      <a:pt x="250659" y="573696"/>
                    </a:cubicBezTo>
                    <a:cubicBezTo>
                      <a:pt x="256653" y="572762"/>
                      <a:pt x="262704" y="574992"/>
                      <a:pt x="266654" y="579591"/>
                    </a:cubicBezTo>
                    <a:cubicBezTo>
                      <a:pt x="274315" y="586554"/>
                      <a:pt x="284118" y="590711"/>
                      <a:pt x="294455" y="591380"/>
                    </a:cubicBezTo>
                    <a:cubicBezTo>
                      <a:pt x="308451" y="593187"/>
                      <a:pt x="314068" y="599748"/>
                      <a:pt x="329492" y="602315"/>
                    </a:cubicBezTo>
                    <a:cubicBezTo>
                      <a:pt x="344915" y="604882"/>
                      <a:pt x="354055" y="606783"/>
                      <a:pt x="376239" y="610111"/>
                    </a:cubicBezTo>
                    <a:cubicBezTo>
                      <a:pt x="398422" y="613439"/>
                      <a:pt x="428127" y="591095"/>
                      <a:pt x="434316" y="584630"/>
                    </a:cubicBezTo>
                    <a:cubicBezTo>
                      <a:pt x="440504" y="578164"/>
                      <a:pt x="432602" y="565614"/>
                      <a:pt x="432602" y="560955"/>
                    </a:cubicBezTo>
                    <a:cubicBezTo>
                      <a:pt x="432602" y="556296"/>
                      <a:pt x="422510" y="555630"/>
                      <a:pt x="421082" y="552112"/>
                    </a:cubicBezTo>
                    <a:cubicBezTo>
                      <a:pt x="417709" y="546041"/>
                      <a:pt x="411370" y="542207"/>
                      <a:pt x="404420" y="542034"/>
                    </a:cubicBezTo>
                    <a:cubicBezTo>
                      <a:pt x="395852" y="542034"/>
                      <a:pt x="394899" y="532526"/>
                      <a:pt x="387854" y="532526"/>
                    </a:cubicBezTo>
                    <a:cubicBezTo>
                      <a:pt x="380809" y="532526"/>
                      <a:pt x="376239" y="529578"/>
                      <a:pt x="358530" y="517788"/>
                    </a:cubicBezTo>
                    <a:cubicBezTo>
                      <a:pt x="340821" y="505998"/>
                      <a:pt x="316162" y="497346"/>
                      <a:pt x="311688" y="499438"/>
                    </a:cubicBezTo>
                    <a:cubicBezTo>
                      <a:pt x="307213" y="501530"/>
                      <a:pt x="304261" y="502671"/>
                      <a:pt x="301310" y="498202"/>
                    </a:cubicBezTo>
                    <a:cubicBezTo>
                      <a:pt x="297303" y="494238"/>
                      <a:pt x="290846" y="494238"/>
                      <a:pt x="286838" y="498202"/>
                    </a:cubicBezTo>
                    <a:cubicBezTo>
                      <a:pt x="282078" y="501720"/>
                      <a:pt x="277317" y="494969"/>
                      <a:pt x="268463" y="497061"/>
                    </a:cubicBezTo>
                    <a:cubicBezTo>
                      <a:pt x="259609" y="499153"/>
                      <a:pt x="254848" y="493163"/>
                      <a:pt x="257133" y="490500"/>
                    </a:cubicBezTo>
                    <a:cubicBezTo>
                      <a:pt x="259418" y="487838"/>
                      <a:pt x="272557" y="490500"/>
                      <a:pt x="271986" y="485746"/>
                    </a:cubicBezTo>
                    <a:cubicBezTo>
                      <a:pt x="271414" y="480992"/>
                      <a:pt x="266654" y="485746"/>
                      <a:pt x="258657" y="480422"/>
                    </a:cubicBezTo>
                    <a:cubicBezTo>
                      <a:pt x="250659" y="475097"/>
                      <a:pt x="246184" y="478710"/>
                      <a:pt x="244471" y="483179"/>
                    </a:cubicBezTo>
                    <a:cubicBezTo>
                      <a:pt x="242757" y="487648"/>
                      <a:pt x="236473" y="486412"/>
                      <a:pt x="232284" y="482514"/>
                    </a:cubicBezTo>
                    <a:cubicBezTo>
                      <a:pt x="231880" y="482144"/>
                      <a:pt x="231432" y="481825"/>
                      <a:pt x="230951" y="481563"/>
                    </a:cubicBezTo>
                    <a:cubicBezTo>
                      <a:pt x="229523" y="488979"/>
                      <a:pt x="225143" y="489740"/>
                      <a:pt x="220764" y="488789"/>
                    </a:cubicBezTo>
                    <a:cubicBezTo>
                      <a:pt x="216384" y="487838"/>
                      <a:pt x="210100" y="496395"/>
                      <a:pt x="204102" y="496395"/>
                    </a:cubicBezTo>
                    <a:cubicBezTo>
                      <a:pt x="197629" y="497362"/>
                      <a:pt x="192312" y="502003"/>
                      <a:pt x="190488" y="508280"/>
                    </a:cubicBezTo>
                    <a:cubicBezTo>
                      <a:pt x="189345" y="513605"/>
                      <a:pt x="182776" y="510657"/>
                      <a:pt x="182776" y="514175"/>
                    </a:cubicBezTo>
                    <a:cubicBezTo>
                      <a:pt x="183212" y="517973"/>
                      <a:pt x="182154" y="521791"/>
                      <a:pt x="179824" y="524824"/>
                    </a:cubicBezTo>
                    <a:cubicBezTo>
                      <a:pt x="176873" y="528437"/>
                      <a:pt x="179824" y="530149"/>
                      <a:pt x="182776" y="536044"/>
                    </a:cubicBezTo>
                    <a:cubicBezTo>
                      <a:pt x="185727" y="541939"/>
                      <a:pt x="192297" y="541368"/>
                      <a:pt x="195248" y="543175"/>
                    </a:cubicBezTo>
                    <a:cubicBezTo>
                      <a:pt x="198199" y="544981"/>
                      <a:pt x="209434" y="554394"/>
                      <a:pt x="209434" y="558007"/>
                    </a:cubicBezTo>
                    <a:cubicBezTo>
                      <a:pt x="209434" y="561620"/>
                      <a:pt x="200580" y="570463"/>
                      <a:pt x="197057" y="572840"/>
                    </a:cubicBezTo>
                    <a:cubicBezTo>
                      <a:pt x="193534" y="575217"/>
                      <a:pt x="188679" y="581017"/>
                      <a:pt x="191059" y="584630"/>
                    </a:cubicBezTo>
                    <a:cubicBezTo>
                      <a:pt x="193439" y="588243"/>
                      <a:pt x="203531" y="602980"/>
                      <a:pt x="210100" y="614770"/>
                    </a:cubicBezTo>
                    <a:cubicBezTo>
                      <a:pt x="216670" y="626560"/>
                      <a:pt x="207720" y="621331"/>
                      <a:pt x="203531" y="626655"/>
                    </a:cubicBezTo>
                    <a:cubicBezTo>
                      <a:pt x="199342" y="631980"/>
                      <a:pt x="205340" y="638445"/>
                      <a:pt x="206482" y="642058"/>
                    </a:cubicBezTo>
                    <a:cubicBezTo>
                      <a:pt x="207625" y="645671"/>
                      <a:pt x="201151" y="645006"/>
                      <a:pt x="201722" y="647953"/>
                    </a:cubicBezTo>
                    <a:cubicBezTo>
                      <a:pt x="202293" y="650901"/>
                      <a:pt x="211243" y="652042"/>
                      <a:pt x="211814" y="654419"/>
                    </a:cubicBezTo>
                    <a:cubicBezTo>
                      <a:pt x="212386" y="656796"/>
                      <a:pt x="205911" y="659743"/>
                      <a:pt x="208863" y="664497"/>
                    </a:cubicBezTo>
                    <a:cubicBezTo>
                      <a:pt x="211814" y="669251"/>
                      <a:pt x="218955" y="669251"/>
                      <a:pt x="219526" y="675146"/>
                    </a:cubicBezTo>
                    <a:cubicBezTo>
                      <a:pt x="220097" y="681041"/>
                      <a:pt x="206482" y="681612"/>
                      <a:pt x="207149" y="686366"/>
                    </a:cubicBezTo>
                    <a:cubicBezTo>
                      <a:pt x="207815" y="691120"/>
                      <a:pt x="224858" y="697015"/>
                      <a:pt x="232570" y="705952"/>
                    </a:cubicBezTo>
                    <a:cubicBezTo>
                      <a:pt x="240282" y="714890"/>
                      <a:pt x="239710" y="717172"/>
                      <a:pt x="237901" y="721926"/>
                    </a:cubicBezTo>
                    <a:cubicBezTo>
                      <a:pt x="234379" y="731434"/>
                      <a:pt x="213052" y="739706"/>
                      <a:pt x="208291" y="750450"/>
                    </a:cubicBezTo>
                    <a:cubicBezTo>
                      <a:pt x="203531" y="761194"/>
                      <a:pt x="185822" y="766994"/>
                      <a:pt x="177444" y="775266"/>
                    </a:cubicBezTo>
                    <a:cubicBezTo>
                      <a:pt x="173921" y="779037"/>
                      <a:pt x="170735" y="783109"/>
                      <a:pt x="167923" y="787436"/>
                    </a:cubicBezTo>
                    <a:cubicBezTo>
                      <a:pt x="170809" y="786699"/>
                      <a:pt x="173615" y="785679"/>
                      <a:pt x="176302" y="784393"/>
                    </a:cubicBezTo>
                    <a:cubicBezTo>
                      <a:pt x="181062" y="782016"/>
                      <a:pt x="184299" y="793901"/>
                      <a:pt x="189059" y="797419"/>
                    </a:cubicBezTo>
                    <a:cubicBezTo>
                      <a:pt x="193820" y="800937"/>
                      <a:pt x="203245" y="797419"/>
                      <a:pt x="206482" y="801318"/>
                    </a:cubicBezTo>
                    <a:cubicBezTo>
                      <a:pt x="209720" y="805216"/>
                      <a:pt x="203817" y="805121"/>
                      <a:pt x="196962" y="803980"/>
                    </a:cubicBezTo>
                    <a:cubicBezTo>
                      <a:pt x="190107" y="802839"/>
                      <a:pt x="188298" y="806927"/>
                      <a:pt x="177920" y="810445"/>
                    </a:cubicBezTo>
                    <a:cubicBezTo>
                      <a:pt x="170018" y="813108"/>
                      <a:pt x="170779" y="815960"/>
                      <a:pt x="168399" y="818147"/>
                    </a:cubicBezTo>
                    <a:cubicBezTo>
                      <a:pt x="173160" y="825088"/>
                      <a:pt x="166781" y="826038"/>
                      <a:pt x="164305" y="831268"/>
                    </a:cubicBezTo>
                    <a:cubicBezTo>
                      <a:pt x="161830" y="836497"/>
                      <a:pt x="158117" y="838019"/>
                      <a:pt x="157641" y="841537"/>
                    </a:cubicBezTo>
                    <a:cubicBezTo>
                      <a:pt x="157712" y="845405"/>
                      <a:pt x="158158" y="849258"/>
                      <a:pt x="158974" y="853041"/>
                    </a:cubicBezTo>
                    <a:cubicBezTo>
                      <a:pt x="159110" y="857018"/>
                      <a:pt x="160702" y="860807"/>
                      <a:pt x="163449" y="863690"/>
                    </a:cubicBezTo>
                    <a:cubicBezTo>
                      <a:pt x="166495" y="868159"/>
                      <a:pt x="160783" y="868159"/>
                      <a:pt x="158117" y="870346"/>
                    </a:cubicBezTo>
                    <a:cubicBezTo>
                      <a:pt x="155451" y="872533"/>
                      <a:pt x="157165" y="877477"/>
                      <a:pt x="160783" y="880995"/>
                    </a:cubicBezTo>
                    <a:cubicBezTo>
                      <a:pt x="163755" y="883889"/>
                      <a:pt x="164626" y="888317"/>
                      <a:pt x="162973" y="892119"/>
                    </a:cubicBezTo>
                    <a:cubicBezTo>
                      <a:pt x="161639" y="895257"/>
                      <a:pt x="166114" y="900581"/>
                      <a:pt x="169256" y="903624"/>
                    </a:cubicBezTo>
                    <a:cubicBezTo>
                      <a:pt x="172398" y="906666"/>
                      <a:pt x="171922" y="915224"/>
                      <a:pt x="174493" y="917411"/>
                    </a:cubicBezTo>
                    <a:cubicBezTo>
                      <a:pt x="177151" y="920017"/>
                      <a:pt x="180939" y="921123"/>
                      <a:pt x="184585" y="920358"/>
                    </a:cubicBezTo>
                    <a:cubicBezTo>
                      <a:pt x="188728" y="919057"/>
                      <a:pt x="193175" y="921173"/>
                      <a:pt x="194772" y="925207"/>
                    </a:cubicBezTo>
                    <a:cubicBezTo>
                      <a:pt x="196962" y="929200"/>
                      <a:pt x="200580" y="927489"/>
                      <a:pt x="205435" y="925207"/>
                    </a:cubicBezTo>
                    <a:cubicBezTo>
                      <a:pt x="210291" y="922925"/>
                      <a:pt x="221430" y="929200"/>
                      <a:pt x="224477" y="930532"/>
                    </a:cubicBezTo>
                    <a:cubicBezTo>
                      <a:pt x="227524" y="931863"/>
                      <a:pt x="225810" y="939469"/>
                      <a:pt x="226286" y="944318"/>
                    </a:cubicBezTo>
                    <a:cubicBezTo>
                      <a:pt x="226762" y="949167"/>
                      <a:pt x="223620" y="955443"/>
                      <a:pt x="228475" y="958485"/>
                    </a:cubicBezTo>
                    <a:cubicBezTo>
                      <a:pt x="233331" y="961528"/>
                      <a:pt x="231998" y="968754"/>
                      <a:pt x="237996" y="970941"/>
                    </a:cubicBezTo>
                    <a:cubicBezTo>
                      <a:pt x="243994" y="973128"/>
                      <a:pt x="245994" y="981114"/>
                      <a:pt x="249517" y="982065"/>
                    </a:cubicBezTo>
                    <a:cubicBezTo>
                      <a:pt x="254475" y="983779"/>
                      <a:pt x="258505" y="987460"/>
                      <a:pt x="260656" y="992239"/>
                    </a:cubicBezTo>
                    <a:cubicBezTo>
                      <a:pt x="261513" y="996232"/>
                      <a:pt x="254467" y="999750"/>
                      <a:pt x="250469" y="1001747"/>
                    </a:cubicBezTo>
                    <a:cubicBezTo>
                      <a:pt x="246470" y="1003743"/>
                      <a:pt x="238853" y="996422"/>
                      <a:pt x="236188" y="999560"/>
                    </a:cubicBezTo>
                    <a:cubicBezTo>
                      <a:pt x="233522" y="1002698"/>
                      <a:pt x="237139" y="1008402"/>
                      <a:pt x="239329" y="1018576"/>
                    </a:cubicBezTo>
                    <a:cubicBezTo>
                      <a:pt x="241519" y="1028749"/>
                      <a:pt x="243328" y="1029225"/>
                      <a:pt x="247803" y="1029225"/>
                    </a:cubicBezTo>
                    <a:cubicBezTo>
                      <a:pt x="252278" y="1029225"/>
                      <a:pt x="253992" y="1026087"/>
                      <a:pt x="257324" y="1024281"/>
                    </a:cubicBezTo>
                    <a:cubicBezTo>
                      <a:pt x="260656" y="1022474"/>
                      <a:pt x="267511" y="1025231"/>
                      <a:pt x="270653" y="1024281"/>
                    </a:cubicBezTo>
                    <a:cubicBezTo>
                      <a:pt x="273795" y="1023330"/>
                      <a:pt x="284839" y="1022474"/>
                      <a:pt x="287124" y="1025992"/>
                    </a:cubicBezTo>
                    <a:cubicBezTo>
                      <a:pt x="289838" y="1030535"/>
                      <a:pt x="290786" y="1035915"/>
                      <a:pt x="289790" y="1041110"/>
                    </a:cubicBezTo>
                    <a:cubicBezTo>
                      <a:pt x="287981" y="1044248"/>
                      <a:pt x="291979" y="1047766"/>
                      <a:pt x="294169" y="1052234"/>
                    </a:cubicBezTo>
                    <a:cubicBezTo>
                      <a:pt x="296359" y="1056703"/>
                      <a:pt x="305785" y="1054421"/>
                      <a:pt x="308831" y="1055752"/>
                    </a:cubicBezTo>
                    <a:cubicBezTo>
                      <a:pt x="311878" y="1057083"/>
                      <a:pt x="319114" y="1066877"/>
                      <a:pt x="317781" y="1071250"/>
                    </a:cubicBezTo>
                    <a:cubicBezTo>
                      <a:pt x="316448" y="1075624"/>
                      <a:pt x="322161" y="1076670"/>
                      <a:pt x="325302" y="1075339"/>
                    </a:cubicBezTo>
                    <a:cubicBezTo>
                      <a:pt x="328444" y="1074008"/>
                      <a:pt x="331491" y="1077526"/>
                      <a:pt x="334823" y="1079713"/>
                    </a:cubicBezTo>
                    <a:cubicBezTo>
                      <a:pt x="338044" y="1081672"/>
                      <a:pt x="342163" y="1081326"/>
                      <a:pt x="345011" y="1078857"/>
                    </a:cubicBezTo>
                    <a:cubicBezTo>
                      <a:pt x="348533" y="1076670"/>
                      <a:pt x="354531" y="1074863"/>
                      <a:pt x="356150" y="1078001"/>
                    </a:cubicBezTo>
                    <a:cubicBezTo>
                      <a:pt x="357768" y="1081139"/>
                      <a:pt x="365004" y="1086844"/>
                      <a:pt x="365004" y="1088650"/>
                    </a:cubicBezTo>
                    <a:cubicBezTo>
                      <a:pt x="365004" y="1090457"/>
                      <a:pt x="376143" y="1088650"/>
                      <a:pt x="381475" y="1091312"/>
                    </a:cubicBezTo>
                    <a:cubicBezTo>
                      <a:pt x="386807" y="1093975"/>
                      <a:pt x="392519" y="1092643"/>
                      <a:pt x="398327" y="1095686"/>
                    </a:cubicBezTo>
                    <a:cubicBezTo>
                      <a:pt x="404135" y="1098729"/>
                      <a:pt x="409466" y="1099299"/>
                      <a:pt x="409943" y="1102817"/>
                    </a:cubicBezTo>
                    <a:cubicBezTo>
                      <a:pt x="410418" y="1106335"/>
                      <a:pt x="404135" y="1109473"/>
                      <a:pt x="404135" y="1111279"/>
                    </a:cubicBezTo>
                    <a:cubicBezTo>
                      <a:pt x="404135" y="1113086"/>
                      <a:pt x="408990" y="1114322"/>
                      <a:pt x="408990" y="1116984"/>
                    </a:cubicBezTo>
                    <a:cubicBezTo>
                      <a:pt x="408990" y="1119646"/>
                      <a:pt x="402802" y="1119646"/>
                      <a:pt x="401945" y="1121928"/>
                    </a:cubicBezTo>
                    <a:cubicBezTo>
                      <a:pt x="401088" y="1124210"/>
                      <a:pt x="405468" y="1127253"/>
                      <a:pt x="406325" y="1129439"/>
                    </a:cubicBezTo>
                    <a:cubicBezTo>
                      <a:pt x="407181" y="1131626"/>
                      <a:pt x="402802" y="1138948"/>
                      <a:pt x="402802" y="1141420"/>
                    </a:cubicBezTo>
                    <a:cubicBezTo>
                      <a:pt x="402802" y="1143892"/>
                      <a:pt x="389473" y="1141420"/>
                      <a:pt x="386331" y="1141420"/>
                    </a:cubicBezTo>
                    <a:cubicBezTo>
                      <a:pt x="383189" y="1141420"/>
                      <a:pt x="373859" y="1151688"/>
                      <a:pt x="370812" y="1152068"/>
                    </a:cubicBezTo>
                    <a:cubicBezTo>
                      <a:pt x="367765" y="1152449"/>
                      <a:pt x="369384" y="1157393"/>
                      <a:pt x="370812" y="1161576"/>
                    </a:cubicBezTo>
                    <a:cubicBezTo>
                      <a:pt x="380333" y="1159770"/>
                      <a:pt x="389853" y="1159009"/>
                      <a:pt x="391282" y="1161576"/>
                    </a:cubicBezTo>
                    <a:cubicBezTo>
                      <a:pt x="392710" y="1164144"/>
                      <a:pt x="370526" y="1174507"/>
                      <a:pt x="366337" y="1176029"/>
                    </a:cubicBezTo>
                    <a:cubicBezTo>
                      <a:pt x="362148" y="1177550"/>
                      <a:pt x="374334" y="1183730"/>
                      <a:pt x="374049" y="1187248"/>
                    </a:cubicBezTo>
                    <a:cubicBezTo>
                      <a:pt x="373763" y="1190766"/>
                      <a:pt x="361005" y="1191717"/>
                      <a:pt x="362243" y="1198848"/>
                    </a:cubicBezTo>
                    <a:cubicBezTo>
                      <a:pt x="363481" y="1205979"/>
                      <a:pt x="358054" y="1207405"/>
                      <a:pt x="351294" y="1207405"/>
                    </a:cubicBezTo>
                    <a:cubicBezTo>
                      <a:pt x="344534" y="1207405"/>
                      <a:pt x="342630" y="1211494"/>
                      <a:pt x="345963" y="1212159"/>
                    </a:cubicBezTo>
                    <a:cubicBezTo>
                      <a:pt x="349295" y="1212825"/>
                      <a:pt x="348914" y="1221667"/>
                      <a:pt x="361672" y="1224805"/>
                    </a:cubicBezTo>
                    <a:cubicBezTo>
                      <a:pt x="376241" y="1230433"/>
                      <a:pt x="389099" y="1239736"/>
                      <a:pt x="398994" y="1251808"/>
                    </a:cubicBezTo>
                    <a:cubicBezTo>
                      <a:pt x="400543" y="1253404"/>
                      <a:pt x="402305" y="1254780"/>
                      <a:pt x="404230" y="1255896"/>
                    </a:cubicBezTo>
                    <a:cubicBezTo>
                      <a:pt x="406498" y="1254329"/>
                      <a:pt x="409006" y="1253141"/>
                      <a:pt x="411656" y="1252378"/>
                    </a:cubicBezTo>
                    <a:cubicBezTo>
                      <a:pt x="420217" y="1252210"/>
                      <a:pt x="428623" y="1254665"/>
                      <a:pt x="435744" y="1259414"/>
                    </a:cubicBezTo>
                    <a:cubicBezTo>
                      <a:pt x="441932" y="1263883"/>
                      <a:pt x="464306" y="1258558"/>
                      <a:pt x="466782" y="1262076"/>
                    </a:cubicBezTo>
                    <a:cubicBezTo>
                      <a:pt x="469671" y="1266347"/>
                      <a:pt x="474172" y="1269263"/>
                      <a:pt x="479254" y="1270158"/>
                    </a:cubicBezTo>
                    <a:cubicBezTo>
                      <a:pt x="483729" y="1270158"/>
                      <a:pt x="488108" y="1279001"/>
                      <a:pt x="491726" y="1276338"/>
                    </a:cubicBezTo>
                    <a:cubicBezTo>
                      <a:pt x="498283" y="1274149"/>
                      <a:pt x="505201" y="1273246"/>
                      <a:pt x="512101" y="1273676"/>
                    </a:cubicBezTo>
                    <a:cubicBezTo>
                      <a:pt x="515719" y="1273676"/>
                      <a:pt x="515719" y="1276338"/>
                      <a:pt x="519241" y="1276338"/>
                    </a:cubicBezTo>
                    <a:cubicBezTo>
                      <a:pt x="522764" y="1276338"/>
                      <a:pt x="522859" y="1289650"/>
                      <a:pt x="525525" y="1288794"/>
                    </a:cubicBezTo>
                    <a:cubicBezTo>
                      <a:pt x="528191" y="1287938"/>
                      <a:pt x="537902" y="1296781"/>
                      <a:pt x="544567" y="1297636"/>
                    </a:cubicBezTo>
                    <a:cubicBezTo>
                      <a:pt x="551231" y="1298492"/>
                      <a:pt x="556944" y="1309141"/>
                      <a:pt x="559610" y="1308285"/>
                    </a:cubicBezTo>
                    <a:cubicBezTo>
                      <a:pt x="562276" y="1307430"/>
                      <a:pt x="566750" y="1312754"/>
                      <a:pt x="568559" y="1308285"/>
                    </a:cubicBezTo>
                    <a:cubicBezTo>
                      <a:pt x="570368" y="1303817"/>
                      <a:pt x="579032" y="1306099"/>
                      <a:pt x="581412" y="1298777"/>
                    </a:cubicBezTo>
                    <a:cubicBezTo>
                      <a:pt x="570178" y="1285086"/>
                      <a:pt x="558086" y="1269778"/>
                      <a:pt x="558467" y="1263883"/>
                    </a:cubicBezTo>
                    <a:cubicBezTo>
                      <a:pt x="559038" y="1253804"/>
                      <a:pt x="563227" y="1247339"/>
                      <a:pt x="550755" y="1236690"/>
                    </a:cubicBezTo>
                    <a:cubicBezTo>
                      <a:pt x="538283" y="1226041"/>
                      <a:pt x="551898" y="1218910"/>
                      <a:pt x="560847" y="1207690"/>
                    </a:cubicBezTo>
                    <a:cubicBezTo>
                      <a:pt x="569797" y="1196471"/>
                      <a:pt x="585697" y="1193238"/>
                      <a:pt x="596360" y="1186107"/>
                    </a:cubicBezTo>
                    <a:cubicBezTo>
                      <a:pt x="594320" y="1184622"/>
                      <a:pt x="592153" y="1183317"/>
                      <a:pt x="589886" y="1182209"/>
                    </a:cubicBezTo>
                    <a:cubicBezTo>
                      <a:pt x="581888" y="1178691"/>
                      <a:pt x="579223" y="1175173"/>
                      <a:pt x="585411" y="1173366"/>
                    </a:cubicBezTo>
                    <a:cubicBezTo>
                      <a:pt x="591600" y="1171560"/>
                      <a:pt x="588934" y="1168042"/>
                      <a:pt x="582745" y="1160911"/>
                    </a:cubicBezTo>
                    <a:cubicBezTo>
                      <a:pt x="576557" y="1153780"/>
                      <a:pt x="573891" y="1146744"/>
                      <a:pt x="570273" y="1146744"/>
                    </a:cubicBezTo>
                    <a:cubicBezTo>
                      <a:pt x="565532" y="1146173"/>
                      <a:pt x="560726" y="1146463"/>
                      <a:pt x="556087" y="1147600"/>
                    </a:cubicBezTo>
                    <a:cubicBezTo>
                      <a:pt x="550755" y="1149406"/>
                      <a:pt x="551612" y="1143131"/>
                      <a:pt x="552564" y="1136951"/>
                    </a:cubicBezTo>
                    <a:cubicBezTo>
                      <a:pt x="553516" y="1130771"/>
                      <a:pt x="543043" y="1131626"/>
                      <a:pt x="540949" y="1128964"/>
                    </a:cubicBezTo>
                    <a:cubicBezTo>
                      <a:pt x="538854" y="1126302"/>
                      <a:pt x="543615" y="1117459"/>
                      <a:pt x="545424" y="1116509"/>
                    </a:cubicBezTo>
                    <a:cubicBezTo>
                      <a:pt x="547233" y="1115558"/>
                      <a:pt x="552564" y="1112991"/>
                      <a:pt x="552564" y="1110328"/>
                    </a:cubicBezTo>
                    <a:cubicBezTo>
                      <a:pt x="552564" y="1107666"/>
                      <a:pt x="543043" y="1106810"/>
                      <a:pt x="546280" y="1100820"/>
                    </a:cubicBezTo>
                    <a:cubicBezTo>
                      <a:pt x="549517" y="1094830"/>
                      <a:pt x="556944" y="1094640"/>
                      <a:pt x="556944" y="1088460"/>
                    </a:cubicBezTo>
                    <a:cubicBezTo>
                      <a:pt x="556944" y="1082280"/>
                      <a:pt x="562276" y="1076860"/>
                      <a:pt x="568559" y="1081329"/>
                    </a:cubicBezTo>
                    <a:cubicBezTo>
                      <a:pt x="574843" y="1085798"/>
                      <a:pt x="577414" y="1097302"/>
                      <a:pt x="584554" y="1094640"/>
                    </a:cubicBezTo>
                    <a:cubicBezTo>
                      <a:pt x="591695" y="1091978"/>
                      <a:pt x="587220" y="1085798"/>
                      <a:pt x="586268" y="1082185"/>
                    </a:cubicBezTo>
                    <a:cubicBezTo>
                      <a:pt x="585316" y="1078572"/>
                      <a:pt x="583602" y="1073342"/>
                      <a:pt x="591600" y="1071536"/>
                    </a:cubicBezTo>
                    <a:cubicBezTo>
                      <a:pt x="599597" y="1069729"/>
                      <a:pt x="596074" y="1062028"/>
                      <a:pt x="602263" y="1062028"/>
                    </a:cubicBezTo>
                    <a:cubicBezTo>
                      <a:pt x="609881" y="1060150"/>
                      <a:pt x="617103" y="1056930"/>
                      <a:pt x="623589" y="1052520"/>
                    </a:cubicBezTo>
                    <a:cubicBezTo>
                      <a:pt x="627207" y="1050713"/>
                      <a:pt x="635205" y="1046339"/>
                      <a:pt x="638728" y="1048051"/>
                    </a:cubicBezTo>
                    <a:cubicBezTo>
                      <a:pt x="642250" y="1049762"/>
                      <a:pt x="646725" y="1054326"/>
                      <a:pt x="649391" y="1048051"/>
                    </a:cubicBezTo>
                    <a:cubicBezTo>
                      <a:pt x="652057" y="1041775"/>
                      <a:pt x="662720" y="1044533"/>
                      <a:pt x="663672" y="1048051"/>
                    </a:cubicBezTo>
                    <a:cubicBezTo>
                      <a:pt x="664624" y="1051569"/>
                      <a:pt x="681381" y="1051664"/>
                      <a:pt x="686712" y="1055182"/>
                    </a:cubicBezTo>
                    <a:cubicBezTo>
                      <a:pt x="692044" y="1058700"/>
                      <a:pt x="703660" y="1065831"/>
                      <a:pt x="703660" y="1069349"/>
                    </a:cubicBezTo>
                    <a:cubicBezTo>
                      <a:pt x="703660" y="1072867"/>
                      <a:pt x="708991" y="1078286"/>
                      <a:pt x="708991" y="1072011"/>
                    </a:cubicBezTo>
                    <a:cubicBezTo>
                      <a:pt x="708991" y="1065736"/>
                      <a:pt x="713371" y="1067637"/>
                      <a:pt x="720512" y="1072011"/>
                    </a:cubicBezTo>
                    <a:cubicBezTo>
                      <a:pt x="727652" y="1076385"/>
                      <a:pt x="737459" y="1074673"/>
                      <a:pt x="739553" y="1070300"/>
                    </a:cubicBezTo>
                    <a:cubicBezTo>
                      <a:pt x="741648" y="1065926"/>
                      <a:pt x="754691" y="1060791"/>
                      <a:pt x="759166" y="1064024"/>
                    </a:cubicBezTo>
                    <a:cubicBezTo>
                      <a:pt x="763641" y="1067257"/>
                      <a:pt x="765355" y="1070300"/>
                      <a:pt x="770686" y="1064975"/>
                    </a:cubicBezTo>
                    <a:cubicBezTo>
                      <a:pt x="776018" y="1059651"/>
                      <a:pt x="788490" y="1060506"/>
                      <a:pt x="790204" y="1065831"/>
                    </a:cubicBezTo>
                    <a:cubicBezTo>
                      <a:pt x="791918" y="1071155"/>
                      <a:pt x="798201" y="1072011"/>
                      <a:pt x="803533" y="1072011"/>
                    </a:cubicBezTo>
                    <a:cubicBezTo>
                      <a:pt x="808865" y="1072011"/>
                      <a:pt x="809817" y="1079998"/>
                      <a:pt x="813054" y="1078286"/>
                    </a:cubicBezTo>
                    <a:cubicBezTo>
                      <a:pt x="816291" y="1076575"/>
                      <a:pt x="815720" y="1067637"/>
                      <a:pt x="820195" y="1068778"/>
                    </a:cubicBezTo>
                    <a:cubicBezTo>
                      <a:pt x="824669" y="1069919"/>
                      <a:pt x="828192" y="1074958"/>
                      <a:pt x="835237" y="1074958"/>
                    </a:cubicBezTo>
                    <a:cubicBezTo>
                      <a:pt x="842283" y="1074958"/>
                      <a:pt x="847710" y="1073152"/>
                      <a:pt x="847710" y="1067923"/>
                    </a:cubicBezTo>
                    <a:cubicBezTo>
                      <a:pt x="847710" y="1062693"/>
                      <a:pt x="846853" y="1053660"/>
                      <a:pt x="842378" y="1053660"/>
                    </a:cubicBezTo>
                    <a:cubicBezTo>
                      <a:pt x="837903" y="1053660"/>
                      <a:pt x="833524" y="1049287"/>
                      <a:pt x="828192" y="1049287"/>
                    </a:cubicBezTo>
                    <a:cubicBezTo>
                      <a:pt x="822860" y="1049287"/>
                      <a:pt x="817529" y="1040349"/>
                      <a:pt x="822860" y="1038543"/>
                    </a:cubicBezTo>
                    <a:cubicBezTo>
                      <a:pt x="828192" y="1036736"/>
                      <a:pt x="837046" y="1032362"/>
                      <a:pt x="835237" y="1027894"/>
                    </a:cubicBezTo>
                    <a:cubicBezTo>
                      <a:pt x="833428" y="1023425"/>
                      <a:pt x="831715" y="1014583"/>
                      <a:pt x="838855" y="1013727"/>
                    </a:cubicBezTo>
                    <a:cubicBezTo>
                      <a:pt x="845996" y="1012871"/>
                      <a:pt x="861039" y="1012871"/>
                      <a:pt x="860182" y="1010209"/>
                    </a:cubicBezTo>
                    <a:cubicBezTo>
                      <a:pt x="859325" y="1007547"/>
                      <a:pt x="845044" y="1005740"/>
                      <a:pt x="842378" y="1001271"/>
                    </a:cubicBezTo>
                    <a:cubicBezTo>
                      <a:pt x="839712" y="996803"/>
                      <a:pt x="838855" y="986249"/>
                      <a:pt x="841521" y="984442"/>
                    </a:cubicBezTo>
                    <a:cubicBezTo>
                      <a:pt x="844187" y="982636"/>
                      <a:pt x="853041" y="985298"/>
                      <a:pt x="858373" y="983586"/>
                    </a:cubicBezTo>
                    <a:cubicBezTo>
                      <a:pt x="863704" y="981875"/>
                      <a:pt x="875320" y="986249"/>
                      <a:pt x="882365" y="980924"/>
                    </a:cubicBezTo>
                    <a:cubicBezTo>
                      <a:pt x="891736" y="976230"/>
                      <a:pt x="902174" y="974067"/>
                      <a:pt x="912642" y="974649"/>
                    </a:cubicBezTo>
                    <a:cubicBezTo>
                      <a:pt x="920639" y="974649"/>
                      <a:pt x="926827" y="969324"/>
                      <a:pt x="933016" y="968469"/>
                    </a:cubicBezTo>
                    <a:cubicBezTo>
                      <a:pt x="942645" y="967333"/>
                      <a:pt x="952187" y="965554"/>
                      <a:pt x="961578" y="963144"/>
                    </a:cubicBezTo>
                    <a:cubicBezTo>
                      <a:pt x="966053" y="961338"/>
                      <a:pt x="990141" y="957820"/>
                      <a:pt x="990903" y="953636"/>
                    </a:cubicBezTo>
                    <a:cubicBezTo>
                      <a:pt x="991664" y="949453"/>
                      <a:pt x="1010896" y="945649"/>
                      <a:pt x="1015847" y="947931"/>
                    </a:cubicBezTo>
                    <a:cubicBezTo>
                      <a:pt x="1020564" y="950574"/>
                      <a:pt x="1026101" y="951354"/>
                      <a:pt x="1031366" y="950118"/>
                    </a:cubicBezTo>
                    <a:cubicBezTo>
                      <a:pt x="1035841" y="948312"/>
                      <a:pt x="1045171" y="953256"/>
                      <a:pt x="1044219" y="958105"/>
                    </a:cubicBezTo>
                    <a:cubicBezTo>
                      <a:pt x="1043267" y="962954"/>
                      <a:pt x="1048218" y="968278"/>
                      <a:pt x="1047837" y="972272"/>
                    </a:cubicBezTo>
                    <a:cubicBezTo>
                      <a:pt x="1047456" y="976265"/>
                      <a:pt x="1042886" y="977596"/>
                      <a:pt x="1045552" y="980734"/>
                    </a:cubicBezTo>
                    <a:cubicBezTo>
                      <a:pt x="1048218" y="983872"/>
                      <a:pt x="1060214" y="981590"/>
                      <a:pt x="1063832" y="977596"/>
                    </a:cubicBezTo>
                    <a:cubicBezTo>
                      <a:pt x="1067450" y="973603"/>
                      <a:pt x="1071354" y="979403"/>
                      <a:pt x="1071354" y="982540"/>
                    </a:cubicBezTo>
                    <a:cubicBezTo>
                      <a:pt x="1071354" y="985678"/>
                      <a:pt x="1077161" y="987865"/>
                      <a:pt x="1077161" y="983872"/>
                    </a:cubicBezTo>
                    <a:cubicBezTo>
                      <a:pt x="1077161" y="979878"/>
                      <a:pt x="1084207" y="982540"/>
                      <a:pt x="1086682" y="985203"/>
                    </a:cubicBezTo>
                    <a:cubicBezTo>
                      <a:pt x="1089158" y="987865"/>
                      <a:pt x="1097345" y="982065"/>
                      <a:pt x="1097345" y="986534"/>
                    </a:cubicBezTo>
                    <a:cubicBezTo>
                      <a:pt x="1097345" y="991003"/>
                      <a:pt x="1084873" y="994521"/>
                      <a:pt x="1090205" y="999370"/>
                    </a:cubicBezTo>
                    <a:cubicBezTo>
                      <a:pt x="1095536" y="1004219"/>
                      <a:pt x="1098678" y="993570"/>
                      <a:pt x="1105343" y="995852"/>
                    </a:cubicBezTo>
                    <a:cubicBezTo>
                      <a:pt x="1112007" y="998134"/>
                      <a:pt x="1120862" y="988245"/>
                      <a:pt x="1127146" y="986914"/>
                    </a:cubicBezTo>
                    <a:cubicBezTo>
                      <a:pt x="1133664" y="984410"/>
                      <a:pt x="1139788" y="980984"/>
                      <a:pt x="1145330" y="976741"/>
                    </a:cubicBezTo>
                    <a:cubicBezTo>
                      <a:pt x="1150662" y="973603"/>
                      <a:pt x="1162182" y="974554"/>
                      <a:pt x="1158659" y="978072"/>
                    </a:cubicBezTo>
                    <a:cubicBezTo>
                      <a:pt x="1155137" y="981590"/>
                      <a:pt x="1151138" y="988245"/>
                      <a:pt x="1164467" y="993189"/>
                    </a:cubicBezTo>
                    <a:cubicBezTo>
                      <a:pt x="1177796" y="998134"/>
                      <a:pt x="1193029" y="1023805"/>
                      <a:pt x="1201313" y="1036641"/>
                    </a:cubicBezTo>
                    <a:cubicBezTo>
                      <a:pt x="1209596" y="1049477"/>
                      <a:pt x="1217784" y="1072581"/>
                      <a:pt x="1222163" y="1072581"/>
                    </a:cubicBezTo>
                    <a:cubicBezTo>
                      <a:pt x="1226543" y="1072581"/>
                      <a:pt x="1227971" y="1061077"/>
                      <a:pt x="1233779" y="1059746"/>
                    </a:cubicBezTo>
                    <a:cubicBezTo>
                      <a:pt x="1239586" y="1058414"/>
                      <a:pt x="1243300" y="1069254"/>
                      <a:pt x="1249298" y="1070870"/>
                    </a:cubicBezTo>
                    <a:cubicBezTo>
                      <a:pt x="1255296" y="1072486"/>
                      <a:pt x="1263960" y="1075719"/>
                      <a:pt x="1268911" y="1073913"/>
                    </a:cubicBezTo>
                    <a:cubicBezTo>
                      <a:pt x="1273861" y="1072106"/>
                      <a:pt x="1284906" y="1065926"/>
                      <a:pt x="1288904" y="1068208"/>
                    </a:cubicBezTo>
                    <a:cubicBezTo>
                      <a:pt x="1292903" y="1070490"/>
                      <a:pt x="1298425" y="1070395"/>
                      <a:pt x="1301758" y="1078857"/>
                    </a:cubicBezTo>
                    <a:cubicBezTo>
                      <a:pt x="1305090" y="1087319"/>
                      <a:pt x="1310707" y="1089030"/>
                      <a:pt x="1314230" y="1089030"/>
                    </a:cubicBezTo>
                    <a:cubicBezTo>
                      <a:pt x="1317753" y="1089030"/>
                      <a:pt x="1318514" y="1093024"/>
                      <a:pt x="1318514" y="1096542"/>
                    </a:cubicBezTo>
                    <a:cubicBezTo>
                      <a:pt x="1318514" y="1100060"/>
                      <a:pt x="1324988" y="1104909"/>
                      <a:pt x="1328606" y="1104909"/>
                    </a:cubicBezTo>
                    <a:cubicBezTo>
                      <a:pt x="1334073" y="1104819"/>
                      <a:pt x="1339484" y="1103790"/>
                      <a:pt x="1344601" y="1101866"/>
                    </a:cubicBezTo>
                    <a:cubicBezTo>
                      <a:pt x="1347553" y="1100155"/>
                      <a:pt x="1351075" y="1098348"/>
                      <a:pt x="1351742" y="1102532"/>
                    </a:cubicBezTo>
                    <a:cubicBezTo>
                      <a:pt x="1352408" y="1106715"/>
                      <a:pt x="1357645" y="1113181"/>
                      <a:pt x="1361263" y="1113181"/>
                    </a:cubicBezTo>
                    <a:cubicBezTo>
                      <a:pt x="1364880" y="1113181"/>
                      <a:pt x="1371926" y="1116128"/>
                      <a:pt x="1372497" y="1113181"/>
                    </a:cubicBezTo>
                    <a:cubicBezTo>
                      <a:pt x="1373068" y="1110233"/>
                      <a:pt x="1382589" y="1108427"/>
                      <a:pt x="1386207" y="1107856"/>
                    </a:cubicBezTo>
                    <a:cubicBezTo>
                      <a:pt x="1389825" y="1107286"/>
                      <a:pt x="1402202" y="1104909"/>
                      <a:pt x="1404487" y="1099584"/>
                    </a:cubicBezTo>
                    <a:cubicBezTo>
                      <a:pt x="1406772" y="1094260"/>
                      <a:pt x="1416959" y="1094260"/>
                      <a:pt x="1419911" y="1090647"/>
                    </a:cubicBezTo>
                    <a:cubicBezTo>
                      <a:pt x="1422862" y="1087034"/>
                      <a:pt x="1431145" y="1085322"/>
                      <a:pt x="1432954" y="1081804"/>
                    </a:cubicBezTo>
                    <a:cubicBezTo>
                      <a:pt x="1434763" y="1078286"/>
                      <a:pt x="1445426" y="1078857"/>
                      <a:pt x="1446569" y="1075814"/>
                    </a:cubicBezTo>
                    <a:cubicBezTo>
                      <a:pt x="1447711" y="1072772"/>
                      <a:pt x="1456661" y="1072296"/>
                      <a:pt x="1460850" y="1073437"/>
                    </a:cubicBezTo>
                    <a:cubicBezTo>
                      <a:pt x="1469956" y="1075849"/>
                      <a:pt x="1479260" y="1077440"/>
                      <a:pt x="1488651" y="1078191"/>
                    </a:cubicBezTo>
                    <a:cubicBezTo>
                      <a:pt x="1491603" y="1077621"/>
                      <a:pt x="1492269" y="1088935"/>
                      <a:pt x="1495220" y="1089506"/>
                    </a:cubicBezTo>
                    <a:cubicBezTo>
                      <a:pt x="1498172" y="1090076"/>
                      <a:pt x="1508835" y="1098348"/>
                      <a:pt x="1511787" y="1095971"/>
                    </a:cubicBezTo>
                    <a:cubicBezTo>
                      <a:pt x="1516437" y="1092502"/>
                      <a:pt x="1522685" y="1092057"/>
                      <a:pt x="1527782" y="1094830"/>
                    </a:cubicBezTo>
                    <a:cubicBezTo>
                      <a:pt x="1533685" y="1098348"/>
                      <a:pt x="1539683" y="1103102"/>
                      <a:pt x="1541968" y="1098919"/>
                    </a:cubicBezTo>
                    <a:cubicBezTo>
                      <a:pt x="1544253" y="1094735"/>
                      <a:pt x="1556820" y="1093024"/>
                      <a:pt x="1558629" y="1090647"/>
                    </a:cubicBezTo>
                    <a:cubicBezTo>
                      <a:pt x="1560438" y="1088270"/>
                      <a:pt x="1562152" y="1081139"/>
                      <a:pt x="1559200" y="1078857"/>
                    </a:cubicBezTo>
                    <a:cubicBezTo>
                      <a:pt x="1555687" y="1073867"/>
                      <a:pt x="1553254" y="1068200"/>
                      <a:pt x="1552060" y="1062218"/>
                    </a:cubicBezTo>
                    <a:cubicBezTo>
                      <a:pt x="1550917" y="1057559"/>
                      <a:pt x="1559200" y="1056323"/>
                      <a:pt x="1560343" y="1052710"/>
                    </a:cubicBezTo>
                    <a:cubicBezTo>
                      <a:pt x="1561485" y="1049097"/>
                      <a:pt x="1568721" y="1047956"/>
                      <a:pt x="1571006" y="1045579"/>
                    </a:cubicBezTo>
                    <a:cubicBezTo>
                      <a:pt x="1573291" y="1043202"/>
                      <a:pt x="1573957" y="1037877"/>
                      <a:pt x="1578147" y="1039018"/>
                    </a:cubicBezTo>
                    <a:cubicBezTo>
                      <a:pt x="1583343" y="1040343"/>
                      <a:pt x="1588339" y="1042357"/>
                      <a:pt x="1592999" y="1045008"/>
                    </a:cubicBezTo>
                    <a:cubicBezTo>
                      <a:pt x="1596793" y="1047064"/>
                      <a:pt x="1601063" y="1048080"/>
                      <a:pt x="1605376" y="1047956"/>
                    </a:cubicBezTo>
                    <a:cubicBezTo>
                      <a:pt x="1610683" y="1048871"/>
                      <a:pt x="1615741" y="1050879"/>
                      <a:pt x="1620228" y="1053851"/>
                    </a:cubicBezTo>
                    <a:cubicBezTo>
                      <a:pt x="1624418" y="1056228"/>
                      <a:pt x="1637461" y="1056228"/>
                      <a:pt x="1639270" y="1059746"/>
                    </a:cubicBezTo>
                    <a:cubicBezTo>
                      <a:pt x="1641079" y="1063264"/>
                      <a:pt x="1638699" y="1073342"/>
                      <a:pt x="1641650" y="1076955"/>
                    </a:cubicBezTo>
                    <a:cubicBezTo>
                      <a:pt x="1644602" y="1080568"/>
                      <a:pt x="1651742" y="1088175"/>
                      <a:pt x="1654123" y="1086463"/>
                    </a:cubicBezTo>
                    <a:cubicBezTo>
                      <a:pt x="1656503" y="1084752"/>
                      <a:pt x="1667738" y="1092453"/>
                      <a:pt x="1671926" y="1091788"/>
                    </a:cubicBezTo>
                    <a:cubicBezTo>
                      <a:pt x="1676116" y="1091122"/>
                      <a:pt x="1682590" y="1084752"/>
                      <a:pt x="1686113" y="1084752"/>
                    </a:cubicBezTo>
                    <a:cubicBezTo>
                      <a:pt x="1689636" y="1084752"/>
                      <a:pt x="1700965" y="1081804"/>
                      <a:pt x="1704488" y="1082375"/>
                    </a:cubicBezTo>
                    <a:cubicBezTo>
                      <a:pt x="1708011" y="1082945"/>
                      <a:pt x="1721054" y="1087699"/>
                      <a:pt x="1722863" y="1086463"/>
                    </a:cubicBezTo>
                    <a:cubicBezTo>
                      <a:pt x="1724672" y="1085227"/>
                      <a:pt x="1736478" y="1087129"/>
                      <a:pt x="1738287" y="1090647"/>
                    </a:cubicBezTo>
                    <a:cubicBezTo>
                      <a:pt x="1740096" y="1094165"/>
                      <a:pt x="1754853" y="1094165"/>
                      <a:pt x="1754853" y="1098348"/>
                    </a:cubicBezTo>
                    <a:cubicBezTo>
                      <a:pt x="1754853" y="1102532"/>
                      <a:pt x="1763136" y="1104814"/>
                      <a:pt x="1765516" y="1109568"/>
                    </a:cubicBezTo>
                    <a:cubicBezTo>
                      <a:pt x="1767896" y="1114322"/>
                      <a:pt x="1787414" y="1111374"/>
                      <a:pt x="1791032" y="1114322"/>
                    </a:cubicBezTo>
                    <a:cubicBezTo>
                      <a:pt x="1799715" y="1117002"/>
                      <a:pt x="1809007" y="1117002"/>
                      <a:pt x="1817690" y="1114322"/>
                    </a:cubicBezTo>
                    <a:cubicBezTo>
                      <a:pt x="1818262" y="1111945"/>
                      <a:pt x="1839588" y="1110804"/>
                      <a:pt x="1843778" y="1107761"/>
                    </a:cubicBezTo>
                    <a:cubicBezTo>
                      <a:pt x="1847967" y="1104719"/>
                      <a:pt x="1859106" y="1106050"/>
                      <a:pt x="1859773" y="1101866"/>
                    </a:cubicBezTo>
                    <a:cubicBezTo>
                      <a:pt x="1860439" y="1097683"/>
                      <a:pt x="1871007" y="1094830"/>
                      <a:pt x="1875767" y="1091217"/>
                    </a:cubicBezTo>
                    <a:cubicBezTo>
                      <a:pt x="1880528" y="1087604"/>
                      <a:pt x="1899474" y="1088270"/>
                      <a:pt x="1900617" y="1092453"/>
                    </a:cubicBezTo>
                    <a:cubicBezTo>
                      <a:pt x="1901759" y="1096637"/>
                      <a:pt x="1913089" y="1097778"/>
                      <a:pt x="1917849" y="1095971"/>
                    </a:cubicBezTo>
                    <a:cubicBezTo>
                      <a:pt x="1922610" y="1094165"/>
                      <a:pt x="1934987" y="1096542"/>
                      <a:pt x="1936891" y="1100725"/>
                    </a:cubicBezTo>
                    <a:cubicBezTo>
                      <a:pt x="1938795" y="1104909"/>
                      <a:pt x="1952886" y="1107191"/>
                      <a:pt x="1956409" y="1106050"/>
                    </a:cubicBezTo>
                    <a:cubicBezTo>
                      <a:pt x="1962559" y="1102332"/>
                      <a:pt x="1968916" y="1098967"/>
                      <a:pt x="1975450" y="1095971"/>
                    </a:cubicBezTo>
                    <a:cubicBezTo>
                      <a:pt x="1979639" y="1095401"/>
                      <a:pt x="1985542" y="1091217"/>
                      <a:pt x="1984400" y="1087129"/>
                    </a:cubicBezTo>
                    <a:cubicBezTo>
                      <a:pt x="1983257" y="1083040"/>
                      <a:pt x="1992683" y="1071155"/>
                      <a:pt x="1993921" y="1066401"/>
                    </a:cubicBezTo>
                    <a:cubicBezTo>
                      <a:pt x="1996576" y="1059198"/>
                      <a:pt x="2000842" y="1052695"/>
                      <a:pt x="2006393" y="1047385"/>
                    </a:cubicBezTo>
                    <a:cubicBezTo>
                      <a:pt x="2009344" y="1046149"/>
                      <a:pt x="2015914" y="1040825"/>
                      <a:pt x="2015248" y="1037307"/>
                    </a:cubicBezTo>
                    <a:cubicBezTo>
                      <a:pt x="2014581" y="1033789"/>
                      <a:pt x="2012867" y="1023045"/>
                      <a:pt x="2009344" y="1023045"/>
                    </a:cubicBezTo>
                    <a:cubicBezTo>
                      <a:pt x="2005822" y="1023045"/>
                      <a:pt x="1999252" y="1023710"/>
                      <a:pt x="2007535" y="1012396"/>
                    </a:cubicBezTo>
                    <a:cubicBezTo>
                      <a:pt x="2013996" y="1005355"/>
                      <a:pt x="2023681" y="1002215"/>
                      <a:pt x="2033051" y="1004124"/>
                    </a:cubicBezTo>
                    <a:cubicBezTo>
                      <a:pt x="2042751" y="1001889"/>
                      <a:pt x="2052728" y="1001089"/>
                      <a:pt x="2062661" y="1001747"/>
                    </a:cubicBezTo>
                    <a:cubicBezTo>
                      <a:pt x="2070944" y="1004124"/>
                      <a:pt x="2076276" y="1000606"/>
                      <a:pt x="2085225" y="1005360"/>
                    </a:cubicBezTo>
                    <a:cubicBezTo>
                      <a:pt x="2094175" y="1010114"/>
                      <a:pt x="2106552" y="1008307"/>
                      <a:pt x="2109503" y="1012396"/>
                    </a:cubicBezTo>
                    <a:cubicBezTo>
                      <a:pt x="2112455" y="1016484"/>
                      <a:pt x="2124356" y="1020097"/>
                      <a:pt x="2122547" y="1027228"/>
                    </a:cubicBezTo>
                    <a:cubicBezTo>
                      <a:pt x="2120738" y="1034359"/>
                      <a:pt x="2129021" y="1030176"/>
                      <a:pt x="2132068" y="1045579"/>
                    </a:cubicBezTo>
                    <a:cubicBezTo>
                      <a:pt x="2135114" y="1060982"/>
                      <a:pt x="2142160" y="1062123"/>
                      <a:pt x="2143969" y="1069254"/>
                    </a:cubicBezTo>
                    <a:cubicBezTo>
                      <a:pt x="2145778" y="1076385"/>
                      <a:pt x="2155203" y="1089411"/>
                      <a:pt x="2154061" y="1093499"/>
                    </a:cubicBezTo>
                    <a:cubicBezTo>
                      <a:pt x="2152918" y="1097588"/>
                      <a:pt x="2151681" y="1104148"/>
                      <a:pt x="2161773" y="1104719"/>
                    </a:cubicBezTo>
                    <a:cubicBezTo>
                      <a:pt x="2171865" y="1105289"/>
                      <a:pt x="2178910" y="1112991"/>
                      <a:pt x="2180814" y="1111850"/>
                    </a:cubicBezTo>
                    <a:cubicBezTo>
                      <a:pt x="2188379" y="1112316"/>
                      <a:pt x="2195532" y="1115450"/>
                      <a:pt x="2200998" y="1120692"/>
                    </a:cubicBezTo>
                    <a:cubicBezTo>
                      <a:pt x="2206901" y="1126682"/>
                      <a:pt x="2215756" y="1123735"/>
                      <a:pt x="2215185" y="1130200"/>
                    </a:cubicBezTo>
                    <a:cubicBezTo>
                      <a:pt x="2214613" y="1136666"/>
                      <a:pt x="2219945" y="1141990"/>
                      <a:pt x="2219373" y="1147314"/>
                    </a:cubicBezTo>
                    <a:cubicBezTo>
                      <a:pt x="2218802" y="1152639"/>
                      <a:pt x="2230609" y="1156252"/>
                      <a:pt x="2238415" y="1155016"/>
                    </a:cubicBezTo>
                    <a:cubicBezTo>
                      <a:pt x="2246222" y="1153780"/>
                      <a:pt x="2252602" y="1157964"/>
                      <a:pt x="2256220" y="1150928"/>
                    </a:cubicBezTo>
                    <a:cubicBezTo>
                      <a:pt x="2259837" y="1143892"/>
                      <a:pt x="2271643" y="1146744"/>
                      <a:pt x="2275737" y="1143797"/>
                    </a:cubicBezTo>
                    <a:cubicBezTo>
                      <a:pt x="2279831" y="1140849"/>
                      <a:pt x="2292399" y="1137331"/>
                      <a:pt x="2291732" y="1147980"/>
                    </a:cubicBezTo>
                    <a:cubicBezTo>
                      <a:pt x="2291066" y="1158629"/>
                      <a:pt x="2298301" y="1161006"/>
                      <a:pt x="2292303" y="1164524"/>
                    </a:cubicBezTo>
                    <a:cubicBezTo>
                      <a:pt x="2286305" y="1168042"/>
                      <a:pt x="2283449" y="1183540"/>
                      <a:pt x="2281640" y="1190006"/>
                    </a:cubicBezTo>
                    <a:cubicBezTo>
                      <a:pt x="2279831" y="1196471"/>
                      <a:pt x="2270977" y="1198277"/>
                      <a:pt x="2269834" y="1205313"/>
                    </a:cubicBezTo>
                    <a:cubicBezTo>
                      <a:pt x="2268692" y="1212349"/>
                      <a:pt x="2260313" y="1213015"/>
                      <a:pt x="2260313" y="1218339"/>
                    </a:cubicBezTo>
                    <a:cubicBezTo>
                      <a:pt x="2260313" y="1223664"/>
                      <a:pt x="2248508" y="1222523"/>
                      <a:pt x="2242510" y="1218339"/>
                    </a:cubicBezTo>
                    <a:cubicBezTo>
                      <a:pt x="2236511" y="1214156"/>
                      <a:pt x="2230703" y="1226041"/>
                      <a:pt x="2225943" y="1226041"/>
                    </a:cubicBezTo>
                    <a:cubicBezTo>
                      <a:pt x="2221182" y="1226041"/>
                      <a:pt x="2221849" y="1236119"/>
                      <a:pt x="2222991" y="1240303"/>
                    </a:cubicBezTo>
                    <a:cubicBezTo>
                      <a:pt x="2224134" y="1244486"/>
                      <a:pt x="2221278" y="1249811"/>
                      <a:pt x="2224229" y="1256847"/>
                    </a:cubicBezTo>
                    <a:cubicBezTo>
                      <a:pt x="2225210" y="1263137"/>
                      <a:pt x="2225656" y="1269498"/>
                      <a:pt x="2225562" y="1275863"/>
                    </a:cubicBezTo>
                    <a:cubicBezTo>
                      <a:pt x="2230414" y="1271710"/>
                      <a:pt x="2236093" y="1268632"/>
                      <a:pt x="2242224" y="1266830"/>
                    </a:cubicBezTo>
                    <a:cubicBezTo>
                      <a:pt x="2249650" y="1266830"/>
                      <a:pt x="2257076" y="1279476"/>
                      <a:pt x="2265359" y="1279761"/>
                    </a:cubicBezTo>
                    <a:cubicBezTo>
                      <a:pt x="2273642" y="1280047"/>
                      <a:pt x="2311345" y="1254945"/>
                      <a:pt x="2311630" y="1251237"/>
                    </a:cubicBezTo>
                    <a:cubicBezTo>
                      <a:pt x="2311916" y="1247529"/>
                      <a:pt x="2333814" y="1226041"/>
                      <a:pt x="2344192" y="1215107"/>
                    </a:cubicBezTo>
                    <a:cubicBezTo>
                      <a:pt x="2355901" y="1203540"/>
                      <a:pt x="2365787" y="1190268"/>
                      <a:pt x="2373516" y="1175744"/>
                    </a:cubicBezTo>
                    <a:cubicBezTo>
                      <a:pt x="2380115" y="1165865"/>
                      <a:pt x="2387233" y="1156344"/>
                      <a:pt x="2394843" y="1147219"/>
                    </a:cubicBezTo>
                    <a:cubicBezTo>
                      <a:pt x="2399711" y="1140898"/>
                      <a:pt x="2403892" y="1134077"/>
                      <a:pt x="2407315" y="1126872"/>
                    </a:cubicBezTo>
                    <a:cubicBezTo>
                      <a:pt x="2413789" y="1112895"/>
                      <a:pt x="2413789" y="1076480"/>
                      <a:pt x="2415883" y="1074103"/>
                    </a:cubicBezTo>
                    <a:cubicBezTo>
                      <a:pt x="2417978" y="1071726"/>
                      <a:pt x="2416740" y="1065545"/>
                      <a:pt x="2419787" y="1061742"/>
                    </a:cubicBezTo>
                    <a:cubicBezTo>
                      <a:pt x="2422834" y="1057939"/>
                      <a:pt x="2421215" y="1052234"/>
                      <a:pt x="2427118" y="1047575"/>
                    </a:cubicBezTo>
                    <a:cubicBezTo>
                      <a:pt x="2431522" y="1044632"/>
                      <a:pt x="2432965" y="1038828"/>
                      <a:pt x="2430450" y="1034169"/>
                    </a:cubicBezTo>
                    <a:cubicBezTo>
                      <a:pt x="2428927" y="1030366"/>
                      <a:pt x="2430450" y="1021809"/>
                      <a:pt x="2429213" y="1019146"/>
                    </a:cubicBezTo>
                    <a:cubicBezTo>
                      <a:pt x="2427975" y="1016484"/>
                      <a:pt x="2428070" y="1015248"/>
                      <a:pt x="2431593" y="1013251"/>
                    </a:cubicBezTo>
                    <a:cubicBezTo>
                      <a:pt x="2435116" y="1011255"/>
                      <a:pt x="2429213" y="1005835"/>
                      <a:pt x="2424166" y="1003743"/>
                    </a:cubicBezTo>
                    <a:cubicBezTo>
                      <a:pt x="2419121" y="1001652"/>
                      <a:pt x="2412647" y="999275"/>
                      <a:pt x="2412075" y="993665"/>
                    </a:cubicBezTo>
                    <a:cubicBezTo>
                      <a:pt x="2409921" y="986757"/>
                      <a:pt x="2403608" y="981981"/>
                      <a:pt x="2396366" y="981780"/>
                    </a:cubicBezTo>
                    <a:cubicBezTo>
                      <a:pt x="2389796" y="982445"/>
                      <a:pt x="2377324" y="978262"/>
                      <a:pt x="2379133" y="982445"/>
                    </a:cubicBezTo>
                    <a:cubicBezTo>
                      <a:pt x="2380942" y="986629"/>
                      <a:pt x="2378562" y="990147"/>
                      <a:pt x="2375325" y="989196"/>
                    </a:cubicBezTo>
                    <a:cubicBezTo>
                      <a:pt x="2372088" y="988245"/>
                      <a:pt x="2370564" y="991003"/>
                      <a:pt x="2366661" y="996898"/>
                    </a:cubicBezTo>
                    <a:cubicBezTo>
                      <a:pt x="2362758" y="1002793"/>
                      <a:pt x="2349238" y="1003458"/>
                      <a:pt x="2355426" y="997848"/>
                    </a:cubicBezTo>
                    <a:cubicBezTo>
                      <a:pt x="2361615" y="992239"/>
                      <a:pt x="2353331" y="991858"/>
                      <a:pt x="2354569" y="985963"/>
                    </a:cubicBezTo>
                    <a:cubicBezTo>
                      <a:pt x="2355807" y="980068"/>
                      <a:pt x="2360758" y="974173"/>
                      <a:pt x="2353998" y="977977"/>
                    </a:cubicBezTo>
                    <a:cubicBezTo>
                      <a:pt x="2347239" y="981780"/>
                      <a:pt x="2347143" y="991003"/>
                      <a:pt x="2341526" y="992239"/>
                    </a:cubicBezTo>
                    <a:cubicBezTo>
                      <a:pt x="2335909" y="993475"/>
                      <a:pt x="2337622" y="976170"/>
                      <a:pt x="2339146" y="971796"/>
                    </a:cubicBezTo>
                    <a:cubicBezTo>
                      <a:pt x="2340669" y="967423"/>
                      <a:pt x="2328768" y="971796"/>
                      <a:pt x="2316296" y="971226"/>
                    </a:cubicBezTo>
                    <a:cubicBezTo>
                      <a:pt x="2303824" y="970655"/>
                      <a:pt x="2306775" y="961718"/>
                      <a:pt x="2317248" y="956393"/>
                    </a:cubicBezTo>
                    <a:cubicBezTo>
                      <a:pt x="2327720" y="951069"/>
                      <a:pt x="2325531" y="946030"/>
                      <a:pt x="2330577" y="943938"/>
                    </a:cubicBezTo>
                    <a:cubicBezTo>
                      <a:pt x="2335623" y="941846"/>
                      <a:pt x="2348666" y="933289"/>
                      <a:pt x="2356378" y="928820"/>
                    </a:cubicBezTo>
                    <a:cubicBezTo>
                      <a:pt x="2362569" y="924882"/>
                      <a:pt x="2366443" y="918173"/>
                      <a:pt x="2366756" y="910850"/>
                    </a:cubicBezTo>
                    <a:cubicBezTo>
                      <a:pt x="2368470" y="905811"/>
                      <a:pt x="2382751" y="899631"/>
                      <a:pt x="2395319" y="889267"/>
                    </a:cubicBezTo>
                    <a:cubicBezTo>
                      <a:pt x="2404108" y="883358"/>
                      <a:pt x="2411566" y="875683"/>
                      <a:pt x="2417216" y="866733"/>
                    </a:cubicBezTo>
                    <a:cubicBezTo>
                      <a:pt x="2420168" y="860553"/>
                      <a:pt x="2439114" y="852851"/>
                      <a:pt x="2439400" y="847717"/>
                    </a:cubicBezTo>
                    <a:cubicBezTo>
                      <a:pt x="2439685" y="842582"/>
                      <a:pt x="2461964" y="831173"/>
                      <a:pt x="2477007" y="828701"/>
                    </a:cubicBezTo>
                    <a:cubicBezTo>
                      <a:pt x="2492050" y="826229"/>
                      <a:pt x="2516138" y="829556"/>
                      <a:pt x="2520612" y="834025"/>
                    </a:cubicBezTo>
                    <a:cubicBezTo>
                      <a:pt x="2522475" y="836887"/>
                      <a:pt x="2526308" y="837699"/>
                      <a:pt x="2529174" y="835839"/>
                    </a:cubicBezTo>
                    <a:cubicBezTo>
                      <a:pt x="2529899" y="835368"/>
                      <a:pt x="2530518" y="834750"/>
                      <a:pt x="2530990" y="834025"/>
                    </a:cubicBezTo>
                    <a:cubicBezTo>
                      <a:pt x="2533656" y="831078"/>
                      <a:pt x="2539559" y="832504"/>
                      <a:pt x="2550032" y="834025"/>
                    </a:cubicBezTo>
                    <a:cubicBezTo>
                      <a:pt x="2560505" y="835546"/>
                      <a:pt x="2562504" y="829271"/>
                      <a:pt x="2569073" y="831363"/>
                    </a:cubicBezTo>
                    <a:cubicBezTo>
                      <a:pt x="2575643" y="833455"/>
                      <a:pt x="2581546" y="834596"/>
                      <a:pt x="2585640" y="826609"/>
                    </a:cubicBezTo>
                    <a:cubicBezTo>
                      <a:pt x="2589733" y="818622"/>
                      <a:pt x="2609346" y="820048"/>
                      <a:pt x="2614202" y="823376"/>
                    </a:cubicBezTo>
                    <a:cubicBezTo>
                      <a:pt x="2619058" y="826704"/>
                      <a:pt x="2622200" y="831078"/>
                      <a:pt x="2629340" y="826324"/>
                    </a:cubicBezTo>
                    <a:cubicBezTo>
                      <a:pt x="2636481" y="821570"/>
                      <a:pt x="2636386" y="832504"/>
                      <a:pt x="2643240" y="833455"/>
                    </a:cubicBezTo>
                    <a:cubicBezTo>
                      <a:pt x="2650096" y="834405"/>
                      <a:pt x="2645621" y="840205"/>
                      <a:pt x="2639718" y="839635"/>
                    </a:cubicBezTo>
                    <a:cubicBezTo>
                      <a:pt x="2633815" y="839064"/>
                      <a:pt x="2626388" y="842582"/>
                      <a:pt x="2633148" y="846481"/>
                    </a:cubicBezTo>
                    <a:cubicBezTo>
                      <a:pt x="2639908" y="850379"/>
                      <a:pt x="2648001" y="842868"/>
                      <a:pt x="2653332" y="843438"/>
                    </a:cubicBezTo>
                    <a:cubicBezTo>
                      <a:pt x="2660542" y="844793"/>
                      <a:pt x="2667999" y="843547"/>
                      <a:pt x="2674374" y="839920"/>
                    </a:cubicBezTo>
                    <a:cubicBezTo>
                      <a:pt x="2681800" y="835166"/>
                      <a:pt x="2683895" y="843723"/>
                      <a:pt x="2688560" y="839920"/>
                    </a:cubicBezTo>
                    <a:cubicBezTo>
                      <a:pt x="2694777" y="836106"/>
                      <a:pt x="2702038" y="834343"/>
                      <a:pt x="2709315" y="834881"/>
                    </a:cubicBezTo>
                    <a:cubicBezTo>
                      <a:pt x="2714647" y="834881"/>
                      <a:pt x="2710172" y="828701"/>
                      <a:pt x="2701318" y="828701"/>
                    </a:cubicBezTo>
                    <a:cubicBezTo>
                      <a:pt x="2692463" y="828701"/>
                      <a:pt x="2692749" y="823947"/>
                      <a:pt x="2699794" y="811776"/>
                    </a:cubicBezTo>
                    <a:cubicBezTo>
                      <a:pt x="2706839" y="799606"/>
                      <a:pt x="2720549" y="792760"/>
                      <a:pt x="2729118" y="785724"/>
                    </a:cubicBezTo>
                    <a:cubicBezTo>
                      <a:pt x="2737687" y="778688"/>
                      <a:pt x="2743971" y="781921"/>
                      <a:pt x="2743971" y="777167"/>
                    </a:cubicBezTo>
                    <a:cubicBezTo>
                      <a:pt x="2743971" y="772413"/>
                      <a:pt x="2748160" y="759102"/>
                      <a:pt x="2754634" y="758817"/>
                    </a:cubicBezTo>
                    <a:cubicBezTo>
                      <a:pt x="2761108" y="758532"/>
                      <a:pt x="2777484" y="761479"/>
                      <a:pt x="2787576" y="755869"/>
                    </a:cubicBezTo>
                    <a:cubicBezTo>
                      <a:pt x="2797668" y="750260"/>
                      <a:pt x="2797097" y="760053"/>
                      <a:pt x="2800905" y="761479"/>
                    </a:cubicBezTo>
                    <a:cubicBezTo>
                      <a:pt x="2804714" y="762905"/>
                      <a:pt x="2810426" y="752922"/>
                      <a:pt x="2815377" y="755869"/>
                    </a:cubicBezTo>
                    <a:cubicBezTo>
                      <a:pt x="2820328" y="758817"/>
                      <a:pt x="2808236" y="765948"/>
                      <a:pt x="2805856" y="774885"/>
                    </a:cubicBezTo>
                    <a:cubicBezTo>
                      <a:pt x="2803476" y="783823"/>
                      <a:pt x="2812140" y="780210"/>
                      <a:pt x="2817186" y="782587"/>
                    </a:cubicBezTo>
                    <a:cubicBezTo>
                      <a:pt x="2822232" y="784964"/>
                      <a:pt x="2810617" y="788482"/>
                      <a:pt x="2811854" y="790859"/>
                    </a:cubicBezTo>
                    <a:cubicBezTo>
                      <a:pt x="2813092" y="793236"/>
                      <a:pt x="2823089" y="793236"/>
                      <a:pt x="2836132" y="780210"/>
                    </a:cubicBezTo>
                    <a:cubicBezTo>
                      <a:pt x="2844264" y="770286"/>
                      <a:pt x="2856424" y="764529"/>
                      <a:pt x="2869265" y="764522"/>
                    </a:cubicBezTo>
                    <a:cubicBezTo>
                      <a:pt x="2877643" y="765472"/>
                      <a:pt x="2872882" y="757105"/>
                      <a:pt x="2873454" y="745506"/>
                    </a:cubicBezTo>
                    <a:cubicBezTo>
                      <a:pt x="2874025" y="733906"/>
                      <a:pt x="2899541" y="729817"/>
                      <a:pt x="2907824" y="733335"/>
                    </a:cubicBezTo>
                    <a:cubicBezTo>
                      <a:pt x="2916107" y="736853"/>
                      <a:pt x="2915536" y="740181"/>
                      <a:pt x="2907824" y="738089"/>
                    </a:cubicBezTo>
                    <a:cubicBezTo>
                      <a:pt x="2900112" y="735997"/>
                      <a:pt x="2892400" y="743128"/>
                      <a:pt x="2892686" y="753207"/>
                    </a:cubicBezTo>
                    <a:cubicBezTo>
                      <a:pt x="2892971" y="763286"/>
                      <a:pt x="2885545" y="766518"/>
                      <a:pt x="2889449" y="770321"/>
                    </a:cubicBezTo>
                    <a:cubicBezTo>
                      <a:pt x="2893352" y="774125"/>
                      <a:pt x="2883832" y="775075"/>
                      <a:pt x="2883546" y="779259"/>
                    </a:cubicBezTo>
                    <a:cubicBezTo>
                      <a:pt x="2883260" y="783442"/>
                      <a:pt x="2883546" y="786580"/>
                      <a:pt x="2877548" y="788767"/>
                    </a:cubicBezTo>
                    <a:cubicBezTo>
                      <a:pt x="2871549" y="790954"/>
                      <a:pt x="2851842" y="792570"/>
                      <a:pt x="2851175" y="800272"/>
                    </a:cubicBezTo>
                    <a:cubicBezTo>
                      <a:pt x="2850509" y="807973"/>
                      <a:pt x="2839941" y="808924"/>
                      <a:pt x="2834895" y="818337"/>
                    </a:cubicBezTo>
                    <a:cubicBezTo>
                      <a:pt x="2829849" y="827750"/>
                      <a:pt x="2810617" y="833455"/>
                      <a:pt x="2797858" y="852376"/>
                    </a:cubicBezTo>
                    <a:cubicBezTo>
                      <a:pt x="2785101" y="871297"/>
                      <a:pt x="2765012" y="871392"/>
                      <a:pt x="2765012" y="874910"/>
                    </a:cubicBezTo>
                    <a:cubicBezTo>
                      <a:pt x="2765012" y="878428"/>
                      <a:pt x="2751111" y="878142"/>
                      <a:pt x="2745970" y="878713"/>
                    </a:cubicBezTo>
                    <a:cubicBezTo>
                      <a:pt x="2740829" y="879283"/>
                      <a:pt x="2750350" y="890883"/>
                      <a:pt x="2739115" y="902958"/>
                    </a:cubicBezTo>
                    <a:cubicBezTo>
                      <a:pt x="2727418" y="915409"/>
                      <a:pt x="2720856" y="931810"/>
                      <a:pt x="2720740" y="948882"/>
                    </a:cubicBezTo>
                    <a:cubicBezTo>
                      <a:pt x="2720740" y="965711"/>
                      <a:pt x="2726643" y="1014202"/>
                      <a:pt x="2731689" y="1022854"/>
                    </a:cubicBezTo>
                    <a:cubicBezTo>
                      <a:pt x="2736735" y="1031507"/>
                      <a:pt x="2733784" y="1052424"/>
                      <a:pt x="2737973" y="1056893"/>
                    </a:cubicBezTo>
                    <a:cubicBezTo>
                      <a:pt x="2742162" y="1061362"/>
                      <a:pt x="2740638" y="1068683"/>
                      <a:pt x="2743304" y="1071345"/>
                    </a:cubicBezTo>
                    <a:cubicBezTo>
                      <a:pt x="2745970" y="1074008"/>
                      <a:pt x="2756919" y="1059460"/>
                      <a:pt x="2764346" y="1053280"/>
                    </a:cubicBezTo>
                    <a:cubicBezTo>
                      <a:pt x="2771771" y="1047100"/>
                      <a:pt x="2769391" y="1045008"/>
                      <a:pt x="2774438" y="1041775"/>
                    </a:cubicBezTo>
                    <a:cubicBezTo>
                      <a:pt x="2779483" y="1038543"/>
                      <a:pt x="2777389" y="1024851"/>
                      <a:pt x="2778817" y="1021333"/>
                    </a:cubicBezTo>
                    <a:cubicBezTo>
                      <a:pt x="2780245" y="1017815"/>
                      <a:pt x="2789480" y="1016009"/>
                      <a:pt x="2792431" y="1011825"/>
                    </a:cubicBezTo>
                    <a:cubicBezTo>
                      <a:pt x="2795383" y="1007642"/>
                      <a:pt x="2803095" y="1010304"/>
                      <a:pt x="2807284" y="1008783"/>
                    </a:cubicBezTo>
                    <a:cubicBezTo>
                      <a:pt x="2811473" y="1007261"/>
                      <a:pt x="2807284" y="997563"/>
                      <a:pt x="2805476" y="991953"/>
                    </a:cubicBezTo>
                    <a:cubicBezTo>
                      <a:pt x="2803667" y="986344"/>
                      <a:pt x="2817662" y="978642"/>
                      <a:pt x="2824517" y="973603"/>
                    </a:cubicBezTo>
                    <a:cubicBezTo>
                      <a:pt x="2831372" y="968564"/>
                      <a:pt x="2840512" y="976836"/>
                      <a:pt x="2848509" y="969514"/>
                    </a:cubicBezTo>
                    <a:cubicBezTo>
                      <a:pt x="2856507" y="962193"/>
                      <a:pt x="2847843" y="953446"/>
                      <a:pt x="2844891" y="949643"/>
                    </a:cubicBezTo>
                    <a:cubicBezTo>
                      <a:pt x="2841940" y="945840"/>
                      <a:pt x="2852889" y="927109"/>
                      <a:pt x="2859172" y="925397"/>
                    </a:cubicBezTo>
                    <a:cubicBezTo>
                      <a:pt x="2865457" y="923686"/>
                      <a:pt x="2868693" y="929866"/>
                      <a:pt x="2874596" y="924542"/>
                    </a:cubicBezTo>
                    <a:cubicBezTo>
                      <a:pt x="2880499" y="919217"/>
                      <a:pt x="2869169" y="910565"/>
                      <a:pt x="2865075" y="911135"/>
                    </a:cubicBezTo>
                    <a:cubicBezTo>
                      <a:pt x="2860981" y="911706"/>
                      <a:pt x="2859458" y="896113"/>
                      <a:pt x="2869169" y="888696"/>
                    </a:cubicBezTo>
                    <a:cubicBezTo>
                      <a:pt x="2878881" y="881280"/>
                      <a:pt x="2875167" y="879854"/>
                      <a:pt x="2868598" y="878047"/>
                    </a:cubicBezTo>
                    <a:cubicBezTo>
                      <a:pt x="2862029" y="876241"/>
                      <a:pt x="2860886" y="878618"/>
                      <a:pt x="2855840" y="878903"/>
                    </a:cubicBezTo>
                    <a:cubicBezTo>
                      <a:pt x="2850794" y="879188"/>
                      <a:pt x="2846320" y="868539"/>
                      <a:pt x="2853556" y="858271"/>
                    </a:cubicBezTo>
                    <a:cubicBezTo>
                      <a:pt x="2860791" y="848002"/>
                      <a:pt x="2868598" y="848763"/>
                      <a:pt x="2870407" y="840491"/>
                    </a:cubicBezTo>
                    <a:cubicBezTo>
                      <a:pt x="2874178" y="831391"/>
                      <a:pt x="2879280" y="822900"/>
                      <a:pt x="2885545" y="815294"/>
                    </a:cubicBezTo>
                    <a:cubicBezTo>
                      <a:pt x="2888211" y="810826"/>
                      <a:pt x="2898875" y="815294"/>
                      <a:pt x="2902969" y="814439"/>
                    </a:cubicBezTo>
                    <a:cubicBezTo>
                      <a:pt x="2907062" y="813583"/>
                      <a:pt x="2905634" y="822425"/>
                      <a:pt x="2910680" y="817957"/>
                    </a:cubicBezTo>
                    <a:cubicBezTo>
                      <a:pt x="2915726" y="813488"/>
                      <a:pt x="2924009" y="798941"/>
                      <a:pt x="2930865" y="798941"/>
                    </a:cubicBezTo>
                    <a:cubicBezTo>
                      <a:pt x="2937719" y="798941"/>
                      <a:pt x="2933245" y="809875"/>
                      <a:pt x="2934958" y="816435"/>
                    </a:cubicBezTo>
                    <a:cubicBezTo>
                      <a:pt x="2936672" y="822996"/>
                      <a:pt x="2940575" y="814629"/>
                      <a:pt x="2954000" y="805786"/>
                    </a:cubicBezTo>
                    <a:cubicBezTo>
                      <a:pt x="2969582" y="798149"/>
                      <a:pt x="2987500" y="796755"/>
                      <a:pt x="3004080" y="801888"/>
                    </a:cubicBezTo>
                    <a:cubicBezTo>
                      <a:pt x="3012743" y="806072"/>
                      <a:pt x="3014172" y="815770"/>
                      <a:pt x="3018932" y="814629"/>
                    </a:cubicBezTo>
                    <a:cubicBezTo>
                      <a:pt x="3026168" y="812822"/>
                      <a:pt x="3020075" y="805121"/>
                      <a:pt x="3027215" y="802744"/>
                    </a:cubicBezTo>
                    <a:cubicBezTo>
                      <a:pt x="3037440" y="798662"/>
                      <a:pt x="3047051" y="793191"/>
                      <a:pt x="3055778" y="786485"/>
                    </a:cubicBezTo>
                    <a:cubicBezTo>
                      <a:pt x="3065298" y="779734"/>
                      <a:pt x="3062632" y="784774"/>
                      <a:pt x="3067679" y="778498"/>
                    </a:cubicBezTo>
                    <a:cubicBezTo>
                      <a:pt x="3072724" y="772223"/>
                      <a:pt x="3077675" y="774980"/>
                      <a:pt x="3079199" y="770797"/>
                    </a:cubicBezTo>
                    <a:cubicBezTo>
                      <a:pt x="3080722" y="766613"/>
                      <a:pt x="3094337" y="759863"/>
                      <a:pt x="3112998" y="755774"/>
                    </a:cubicBezTo>
                    <a:cubicBezTo>
                      <a:pt x="3131658" y="751686"/>
                      <a:pt x="3155937" y="739135"/>
                      <a:pt x="3154699" y="735332"/>
                    </a:cubicBezTo>
                    <a:cubicBezTo>
                      <a:pt x="3153461" y="731529"/>
                      <a:pt x="3161840" y="729722"/>
                      <a:pt x="3162696" y="733525"/>
                    </a:cubicBezTo>
                    <a:cubicBezTo>
                      <a:pt x="3163553" y="737329"/>
                      <a:pt x="3170694" y="735902"/>
                      <a:pt x="3180500" y="737994"/>
                    </a:cubicBezTo>
                    <a:cubicBezTo>
                      <a:pt x="3190307" y="740086"/>
                      <a:pt x="3194781" y="743889"/>
                      <a:pt x="3202493" y="736188"/>
                    </a:cubicBezTo>
                    <a:cubicBezTo>
                      <a:pt x="3210205" y="728486"/>
                      <a:pt x="3201541" y="725824"/>
                      <a:pt x="3201827" y="719929"/>
                    </a:cubicBezTo>
                    <a:cubicBezTo>
                      <a:pt x="3202113" y="714034"/>
                      <a:pt x="3188498" y="707759"/>
                      <a:pt x="3190307" y="701578"/>
                    </a:cubicBezTo>
                    <a:cubicBezTo>
                      <a:pt x="3192116" y="695398"/>
                      <a:pt x="3180215" y="678759"/>
                      <a:pt x="3176692" y="682562"/>
                    </a:cubicBezTo>
                    <a:cubicBezTo>
                      <a:pt x="3173169" y="686366"/>
                      <a:pt x="3164600" y="676953"/>
                      <a:pt x="3164600" y="672199"/>
                    </a:cubicBezTo>
                    <a:cubicBezTo>
                      <a:pt x="3164600" y="667445"/>
                      <a:pt x="3164029" y="661835"/>
                      <a:pt x="3158412" y="665353"/>
                    </a:cubicBezTo>
                    <a:cubicBezTo>
                      <a:pt x="3152795" y="668871"/>
                      <a:pt x="3143274" y="667159"/>
                      <a:pt x="3141560" y="661835"/>
                    </a:cubicBezTo>
                    <a:cubicBezTo>
                      <a:pt x="3139847" y="656510"/>
                      <a:pt x="3152509" y="652327"/>
                      <a:pt x="3161363" y="656225"/>
                    </a:cubicBezTo>
                    <a:cubicBezTo>
                      <a:pt x="3170218" y="660123"/>
                      <a:pt x="3167552" y="663356"/>
                      <a:pt x="3172027" y="665733"/>
                    </a:cubicBezTo>
                    <a:cubicBezTo>
                      <a:pt x="3179579" y="667989"/>
                      <a:pt x="3187692" y="667448"/>
                      <a:pt x="3194877" y="664212"/>
                    </a:cubicBezTo>
                    <a:cubicBezTo>
                      <a:pt x="3201065" y="661264"/>
                      <a:pt x="3218583" y="655655"/>
                      <a:pt x="3221535" y="650615"/>
                    </a:cubicBezTo>
                    <a:cubicBezTo>
                      <a:pt x="3224486" y="645576"/>
                      <a:pt x="3221535" y="643199"/>
                      <a:pt x="3227152" y="640252"/>
                    </a:cubicBezTo>
                    <a:cubicBezTo>
                      <a:pt x="3232769" y="637304"/>
                      <a:pt x="3228580" y="630744"/>
                      <a:pt x="3223630" y="628462"/>
                    </a:cubicBezTo>
                    <a:cubicBezTo>
                      <a:pt x="3218679" y="626180"/>
                      <a:pt x="3219726" y="618954"/>
                      <a:pt x="3225057" y="618954"/>
                    </a:cubicBezTo>
                    <a:cubicBezTo>
                      <a:pt x="3230389" y="618954"/>
                      <a:pt x="3228961" y="612678"/>
                      <a:pt x="3232484" y="612393"/>
                    </a:cubicBezTo>
                    <a:cubicBezTo>
                      <a:pt x="3236007" y="612108"/>
                      <a:pt x="3236578" y="615055"/>
                      <a:pt x="3243147" y="611823"/>
                    </a:cubicBezTo>
                    <a:cubicBezTo>
                      <a:pt x="3249717" y="608590"/>
                      <a:pt x="3243147" y="616862"/>
                      <a:pt x="3240481" y="622472"/>
                    </a:cubicBezTo>
                    <a:cubicBezTo>
                      <a:pt x="3237816" y="628081"/>
                      <a:pt x="3246670" y="632835"/>
                      <a:pt x="3247622" y="636068"/>
                    </a:cubicBezTo>
                    <a:cubicBezTo>
                      <a:pt x="3248574" y="639301"/>
                      <a:pt x="3261237" y="640537"/>
                      <a:pt x="3268282" y="636639"/>
                    </a:cubicBezTo>
                    <a:cubicBezTo>
                      <a:pt x="3275328" y="632740"/>
                      <a:pt x="3298273" y="641393"/>
                      <a:pt x="3299701" y="647002"/>
                    </a:cubicBezTo>
                    <a:cubicBezTo>
                      <a:pt x="3301553" y="654629"/>
                      <a:pt x="3306822" y="660978"/>
                      <a:pt x="3313982" y="664212"/>
                    </a:cubicBezTo>
                    <a:cubicBezTo>
                      <a:pt x="3323503" y="668966"/>
                      <a:pt x="3332072" y="666874"/>
                      <a:pt x="3333786" y="671343"/>
                    </a:cubicBezTo>
                    <a:cubicBezTo>
                      <a:pt x="3335242" y="675780"/>
                      <a:pt x="3339961" y="678262"/>
                      <a:pt x="3344449" y="676953"/>
                    </a:cubicBezTo>
                    <a:cubicBezTo>
                      <a:pt x="3349780" y="675717"/>
                      <a:pt x="3352732" y="681612"/>
                      <a:pt x="3356635" y="678094"/>
                    </a:cubicBezTo>
                    <a:cubicBezTo>
                      <a:pt x="3360539" y="674576"/>
                      <a:pt x="3362538" y="680185"/>
                      <a:pt x="3367584" y="675717"/>
                    </a:cubicBezTo>
                    <a:cubicBezTo>
                      <a:pt x="3372630" y="671248"/>
                      <a:pt x="3356635" y="668300"/>
                      <a:pt x="3358730" y="664782"/>
                    </a:cubicBezTo>
                    <a:cubicBezTo>
                      <a:pt x="3360824" y="661264"/>
                      <a:pt x="3364062" y="667445"/>
                      <a:pt x="3368251" y="667159"/>
                    </a:cubicBezTo>
                    <a:cubicBezTo>
                      <a:pt x="3372440" y="666874"/>
                      <a:pt x="3367108" y="658317"/>
                      <a:pt x="3370345" y="657651"/>
                    </a:cubicBezTo>
                    <a:cubicBezTo>
                      <a:pt x="3373583" y="656986"/>
                      <a:pt x="3370916" y="638635"/>
                      <a:pt x="3367394" y="637875"/>
                    </a:cubicBezTo>
                    <a:cubicBezTo>
                      <a:pt x="3363871" y="637114"/>
                      <a:pt x="3366823" y="630458"/>
                      <a:pt x="3373583" y="635498"/>
                    </a:cubicBezTo>
                    <a:cubicBezTo>
                      <a:pt x="3380461" y="639293"/>
                      <a:pt x="3388319" y="640949"/>
                      <a:pt x="3396147" y="640252"/>
                    </a:cubicBezTo>
                    <a:cubicBezTo>
                      <a:pt x="3401193" y="640252"/>
                      <a:pt x="3396147" y="635498"/>
                      <a:pt x="3391386" y="634642"/>
                    </a:cubicBezTo>
                    <a:cubicBezTo>
                      <a:pt x="3386626" y="633786"/>
                      <a:pt x="3392243" y="629603"/>
                      <a:pt x="3395861" y="632835"/>
                    </a:cubicBezTo>
                    <a:cubicBezTo>
                      <a:pt x="3399479" y="636068"/>
                      <a:pt x="3406144" y="637589"/>
                      <a:pt x="3406810" y="633976"/>
                    </a:cubicBezTo>
                    <a:cubicBezTo>
                      <a:pt x="3407477" y="630363"/>
                      <a:pt x="3410904" y="622757"/>
                      <a:pt x="3417188" y="623042"/>
                    </a:cubicBezTo>
                    <a:cubicBezTo>
                      <a:pt x="3423471" y="623327"/>
                      <a:pt x="3425661" y="619524"/>
                      <a:pt x="3419758" y="617432"/>
                    </a:cubicBezTo>
                    <a:close/>
                    <a:moveTo>
                      <a:pt x="1767325" y="1005930"/>
                    </a:moveTo>
                    <a:cubicBezTo>
                      <a:pt x="1750473" y="1021048"/>
                      <a:pt x="1716674" y="1024946"/>
                      <a:pt x="1716674" y="1037021"/>
                    </a:cubicBezTo>
                    <a:cubicBezTo>
                      <a:pt x="1716674" y="1049097"/>
                      <a:pt x="1675830" y="1056037"/>
                      <a:pt x="1672212" y="1050333"/>
                    </a:cubicBezTo>
                    <a:cubicBezTo>
                      <a:pt x="1668594" y="1044628"/>
                      <a:pt x="1702488" y="1044152"/>
                      <a:pt x="1710296" y="1026372"/>
                    </a:cubicBezTo>
                    <a:cubicBezTo>
                      <a:pt x="1718103" y="1008592"/>
                      <a:pt x="1748379" y="999465"/>
                      <a:pt x="1763612" y="975790"/>
                    </a:cubicBezTo>
                    <a:cubicBezTo>
                      <a:pt x="1774275" y="958866"/>
                      <a:pt x="1782654" y="933194"/>
                      <a:pt x="1789414" y="934905"/>
                    </a:cubicBezTo>
                    <a:cubicBezTo>
                      <a:pt x="1796174" y="936617"/>
                      <a:pt x="1784082" y="990527"/>
                      <a:pt x="1767325" y="1005930"/>
                    </a:cubicBezTo>
                    <a:close/>
                    <a:moveTo>
                      <a:pt x="1842635" y="310894"/>
                    </a:moveTo>
                    <a:cubicBezTo>
                      <a:pt x="1840255" y="315648"/>
                      <a:pt x="1827306" y="315933"/>
                      <a:pt x="1830734" y="320402"/>
                    </a:cubicBezTo>
                    <a:cubicBezTo>
                      <a:pt x="1836637" y="328103"/>
                      <a:pt x="1866342" y="323920"/>
                      <a:pt x="1866913" y="314412"/>
                    </a:cubicBezTo>
                    <a:cubicBezTo>
                      <a:pt x="1867484" y="304904"/>
                      <a:pt x="1845015" y="305855"/>
                      <a:pt x="1842635" y="310609"/>
                    </a:cubicBezTo>
                    <a:close/>
                    <a:moveTo>
                      <a:pt x="763546" y="18332"/>
                    </a:moveTo>
                    <a:cubicBezTo>
                      <a:pt x="777731" y="18332"/>
                      <a:pt x="773638" y="9394"/>
                      <a:pt x="783063" y="10630"/>
                    </a:cubicBezTo>
                    <a:cubicBezTo>
                      <a:pt x="792489" y="11867"/>
                      <a:pt x="804961" y="11201"/>
                      <a:pt x="800296" y="5306"/>
                    </a:cubicBezTo>
                    <a:cubicBezTo>
                      <a:pt x="795631" y="-589"/>
                      <a:pt x="761165" y="1693"/>
                      <a:pt x="764688" y="6447"/>
                    </a:cubicBezTo>
                    <a:cubicBezTo>
                      <a:pt x="768211" y="11201"/>
                      <a:pt x="736887" y="9394"/>
                      <a:pt x="737459" y="11201"/>
                    </a:cubicBezTo>
                    <a:cubicBezTo>
                      <a:pt x="738601" y="14719"/>
                      <a:pt x="749264" y="18332"/>
                      <a:pt x="763546" y="18332"/>
                    </a:cubicBezTo>
                    <a:close/>
                    <a:moveTo>
                      <a:pt x="690045" y="57980"/>
                    </a:moveTo>
                    <a:cubicBezTo>
                      <a:pt x="690045" y="48472"/>
                      <a:pt x="659197" y="58931"/>
                      <a:pt x="665196" y="60928"/>
                    </a:cubicBezTo>
                    <a:cubicBezTo>
                      <a:pt x="671194" y="62925"/>
                      <a:pt x="690045" y="67393"/>
                      <a:pt x="690045" y="57980"/>
                    </a:cubicBezTo>
                    <a:close/>
                    <a:moveTo>
                      <a:pt x="766211" y="50279"/>
                    </a:moveTo>
                    <a:cubicBezTo>
                      <a:pt x="767925" y="54938"/>
                      <a:pt x="763260" y="55603"/>
                      <a:pt x="751359" y="55603"/>
                    </a:cubicBezTo>
                    <a:cubicBezTo>
                      <a:pt x="739458" y="55603"/>
                      <a:pt x="733365" y="62259"/>
                      <a:pt x="739553" y="67393"/>
                    </a:cubicBezTo>
                    <a:cubicBezTo>
                      <a:pt x="745742" y="72528"/>
                      <a:pt x="777636" y="70911"/>
                      <a:pt x="783349" y="63875"/>
                    </a:cubicBezTo>
                    <a:cubicBezTo>
                      <a:pt x="789061" y="56839"/>
                      <a:pt x="802391" y="62639"/>
                      <a:pt x="804676" y="55603"/>
                    </a:cubicBezTo>
                    <a:cubicBezTo>
                      <a:pt x="806960" y="48567"/>
                      <a:pt x="764688" y="45620"/>
                      <a:pt x="766497" y="50279"/>
                    </a:cubicBezTo>
                    <a:close/>
                    <a:moveTo>
                      <a:pt x="867513" y="38964"/>
                    </a:moveTo>
                    <a:cubicBezTo>
                      <a:pt x="871702" y="33640"/>
                      <a:pt x="859801" y="33640"/>
                      <a:pt x="858658" y="28315"/>
                    </a:cubicBezTo>
                    <a:cubicBezTo>
                      <a:pt x="857516" y="22991"/>
                      <a:pt x="824288" y="21850"/>
                      <a:pt x="826002" y="27745"/>
                    </a:cubicBezTo>
                    <a:cubicBezTo>
                      <a:pt x="827716" y="33640"/>
                      <a:pt x="803057" y="40105"/>
                      <a:pt x="810674" y="46095"/>
                    </a:cubicBezTo>
                    <a:cubicBezTo>
                      <a:pt x="825145" y="57315"/>
                      <a:pt x="863704" y="44289"/>
                      <a:pt x="867799" y="38964"/>
                    </a:cubicBezTo>
                    <a:close/>
                    <a:moveTo>
                      <a:pt x="773352" y="29456"/>
                    </a:moveTo>
                    <a:cubicBezTo>
                      <a:pt x="775066" y="17001"/>
                      <a:pt x="754310" y="27079"/>
                      <a:pt x="738982" y="20519"/>
                    </a:cubicBezTo>
                    <a:cubicBezTo>
                      <a:pt x="723653" y="13958"/>
                      <a:pt x="714418" y="14529"/>
                      <a:pt x="724701" y="23561"/>
                    </a:cubicBezTo>
                    <a:cubicBezTo>
                      <a:pt x="729461" y="27650"/>
                      <a:pt x="698328" y="30883"/>
                      <a:pt x="703374" y="35922"/>
                    </a:cubicBezTo>
                    <a:cubicBezTo>
                      <a:pt x="714894" y="47331"/>
                      <a:pt x="771829" y="42007"/>
                      <a:pt x="773638" y="29551"/>
                    </a:cubicBezTo>
                    <a:close/>
                    <a:moveTo>
                      <a:pt x="684999" y="357863"/>
                    </a:moveTo>
                    <a:cubicBezTo>
                      <a:pt x="685570" y="363758"/>
                      <a:pt x="682047" y="367942"/>
                      <a:pt x="670813" y="367942"/>
                    </a:cubicBezTo>
                    <a:cubicBezTo>
                      <a:pt x="659578" y="367942"/>
                      <a:pt x="676145" y="375073"/>
                      <a:pt x="677287" y="381538"/>
                    </a:cubicBezTo>
                    <a:cubicBezTo>
                      <a:pt x="678429" y="388004"/>
                      <a:pt x="666052" y="383345"/>
                      <a:pt x="665481" y="393423"/>
                    </a:cubicBezTo>
                    <a:cubicBezTo>
                      <a:pt x="664910" y="403502"/>
                      <a:pt x="643488" y="393423"/>
                      <a:pt x="640632" y="406354"/>
                    </a:cubicBezTo>
                    <a:cubicBezTo>
                      <a:pt x="637776" y="419285"/>
                      <a:pt x="651105" y="417764"/>
                      <a:pt x="660626" y="418334"/>
                    </a:cubicBezTo>
                    <a:cubicBezTo>
                      <a:pt x="670146" y="418905"/>
                      <a:pt x="657103" y="427842"/>
                      <a:pt x="664148" y="433072"/>
                    </a:cubicBezTo>
                    <a:cubicBezTo>
                      <a:pt x="671194" y="438301"/>
                      <a:pt x="676620" y="436685"/>
                      <a:pt x="671860" y="426606"/>
                    </a:cubicBezTo>
                    <a:cubicBezTo>
                      <a:pt x="667100" y="416528"/>
                      <a:pt x="696805" y="430124"/>
                      <a:pt x="687855" y="437826"/>
                    </a:cubicBezTo>
                    <a:cubicBezTo>
                      <a:pt x="678906" y="445527"/>
                      <a:pt x="702136" y="451422"/>
                      <a:pt x="713371" y="452088"/>
                    </a:cubicBezTo>
                    <a:cubicBezTo>
                      <a:pt x="724605" y="452753"/>
                      <a:pt x="764593" y="461596"/>
                      <a:pt x="765545" y="452088"/>
                    </a:cubicBezTo>
                    <a:cubicBezTo>
                      <a:pt x="766116" y="446098"/>
                      <a:pt x="750692" y="440773"/>
                      <a:pt x="738220" y="427747"/>
                    </a:cubicBezTo>
                    <a:cubicBezTo>
                      <a:pt x="725748" y="414721"/>
                      <a:pt x="716894" y="393519"/>
                      <a:pt x="731175" y="384581"/>
                    </a:cubicBezTo>
                    <a:cubicBezTo>
                      <a:pt x="745456" y="375643"/>
                      <a:pt x="732889" y="371555"/>
                      <a:pt x="747170" y="361477"/>
                    </a:cubicBezTo>
                    <a:cubicBezTo>
                      <a:pt x="761451" y="351398"/>
                      <a:pt x="753073" y="342460"/>
                      <a:pt x="764879" y="340749"/>
                    </a:cubicBezTo>
                    <a:cubicBezTo>
                      <a:pt x="776684" y="339038"/>
                      <a:pt x="763736" y="328959"/>
                      <a:pt x="775542" y="327153"/>
                    </a:cubicBezTo>
                    <a:cubicBezTo>
                      <a:pt x="784118" y="325533"/>
                      <a:pt x="789756" y="317276"/>
                      <a:pt x="788134" y="308711"/>
                    </a:cubicBezTo>
                    <a:cubicBezTo>
                      <a:pt x="788098" y="308519"/>
                      <a:pt x="788058" y="308327"/>
                      <a:pt x="788014" y="308137"/>
                    </a:cubicBezTo>
                    <a:cubicBezTo>
                      <a:pt x="786300" y="303382"/>
                      <a:pt x="800486" y="308707"/>
                      <a:pt x="807056" y="301671"/>
                    </a:cubicBezTo>
                    <a:cubicBezTo>
                      <a:pt x="813625" y="294635"/>
                      <a:pt x="829049" y="299294"/>
                      <a:pt x="833714" y="289216"/>
                    </a:cubicBezTo>
                    <a:cubicBezTo>
                      <a:pt x="838379" y="279137"/>
                      <a:pt x="906643" y="256033"/>
                      <a:pt x="945203" y="247190"/>
                    </a:cubicBezTo>
                    <a:cubicBezTo>
                      <a:pt x="983762" y="238348"/>
                      <a:pt x="1010325" y="222279"/>
                      <a:pt x="996710" y="211630"/>
                    </a:cubicBezTo>
                    <a:cubicBezTo>
                      <a:pt x="983096" y="200981"/>
                      <a:pt x="944536" y="215814"/>
                      <a:pt x="935111" y="223515"/>
                    </a:cubicBezTo>
                    <a:cubicBezTo>
                      <a:pt x="925685" y="231217"/>
                      <a:pt x="911975" y="225892"/>
                      <a:pt x="902454" y="231217"/>
                    </a:cubicBezTo>
                    <a:cubicBezTo>
                      <a:pt x="892933" y="236541"/>
                      <a:pt x="872845" y="241295"/>
                      <a:pt x="862753" y="234735"/>
                    </a:cubicBezTo>
                    <a:cubicBezTo>
                      <a:pt x="852661" y="228174"/>
                      <a:pt x="840855" y="242436"/>
                      <a:pt x="833143" y="241866"/>
                    </a:cubicBezTo>
                    <a:cubicBezTo>
                      <a:pt x="825431" y="241295"/>
                      <a:pt x="816577" y="249567"/>
                      <a:pt x="808293" y="248997"/>
                    </a:cubicBezTo>
                    <a:cubicBezTo>
                      <a:pt x="800010" y="248426"/>
                      <a:pt x="783349" y="255462"/>
                      <a:pt x="782206" y="260216"/>
                    </a:cubicBezTo>
                    <a:cubicBezTo>
                      <a:pt x="781064" y="264970"/>
                      <a:pt x="766783" y="263734"/>
                      <a:pt x="766783" y="269724"/>
                    </a:cubicBezTo>
                    <a:cubicBezTo>
                      <a:pt x="765160" y="275596"/>
                      <a:pt x="759079" y="279043"/>
                      <a:pt x="753199" y="277423"/>
                    </a:cubicBezTo>
                    <a:cubicBezTo>
                      <a:pt x="751921" y="277071"/>
                      <a:pt x="750717" y="276492"/>
                      <a:pt x="749645" y="275714"/>
                    </a:cubicBezTo>
                    <a:cubicBezTo>
                      <a:pt x="743647" y="270390"/>
                      <a:pt x="736602" y="281609"/>
                      <a:pt x="744885" y="289311"/>
                    </a:cubicBezTo>
                    <a:cubicBezTo>
                      <a:pt x="753168" y="297012"/>
                      <a:pt x="729461" y="297583"/>
                      <a:pt x="733555" y="302337"/>
                    </a:cubicBezTo>
                    <a:cubicBezTo>
                      <a:pt x="737649" y="307091"/>
                      <a:pt x="724701" y="310038"/>
                      <a:pt x="727652" y="315363"/>
                    </a:cubicBezTo>
                    <a:cubicBezTo>
                      <a:pt x="730604" y="320687"/>
                      <a:pt x="719369" y="322399"/>
                      <a:pt x="710515" y="324205"/>
                    </a:cubicBezTo>
                    <a:cubicBezTo>
                      <a:pt x="701660" y="326012"/>
                      <a:pt x="696900" y="337802"/>
                      <a:pt x="708134" y="338372"/>
                    </a:cubicBezTo>
                    <a:cubicBezTo>
                      <a:pt x="719369" y="338942"/>
                      <a:pt x="701565" y="340749"/>
                      <a:pt x="702803" y="349687"/>
                    </a:cubicBezTo>
                    <a:cubicBezTo>
                      <a:pt x="704040" y="358624"/>
                      <a:pt x="684713" y="352064"/>
                      <a:pt x="685284" y="3579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46" name="Freeform 2854">
                <a:extLst>
                  <a:ext uri="{FF2B5EF4-FFF2-40B4-BE49-F238E27FC236}">
                    <a16:creationId xmlns:a16="http://schemas.microsoft.com/office/drawing/2014/main" id="{F71FE8F5-C292-9CE3-CBC2-84DD4559536B}"/>
                  </a:ext>
                </a:extLst>
              </p:cNvPr>
              <p:cNvSpPr/>
              <p:nvPr/>
            </p:nvSpPr>
            <p:spPr>
              <a:xfrm>
                <a:off x="15162615" y="5531325"/>
                <a:ext cx="359193" cy="224193"/>
              </a:xfrm>
              <a:custGeom>
                <a:avLst/>
                <a:gdLst>
                  <a:gd name="connsiteX0" fmla="*/ 126486 w 152333"/>
                  <a:gd name="connsiteY0" fmla="*/ 83922 h 95080"/>
                  <a:gd name="connsiteX1" fmla="*/ 134198 w 152333"/>
                  <a:gd name="connsiteY1" fmla="*/ 89532 h 95080"/>
                  <a:gd name="connsiteX2" fmla="*/ 148193 w 152333"/>
                  <a:gd name="connsiteY2" fmla="*/ 94001 h 95080"/>
                  <a:gd name="connsiteX3" fmla="*/ 154858 w 152333"/>
                  <a:gd name="connsiteY3" fmla="*/ 92765 h 95080"/>
                  <a:gd name="connsiteX4" fmla="*/ 150954 w 152333"/>
                  <a:gd name="connsiteY4" fmla="*/ 65857 h 95080"/>
                  <a:gd name="connsiteX5" fmla="*/ 131151 w 152333"/>
                  <a:gd name="connsiteY5" fmla="*/ 53211 h 95080"/>
                  <a:gd name="connsiteX6" fmla="*/ 128009 w 152333"/>
                  <a:gd name="connsiteY6" fmla="*/ 35812 h 95080"/>
                  <a:gd name="connsiteX7" fmla="*/ 101827 w 152333"/>
                  <a:gd name="connsiteY7" fmla="*/ 37428 h 95080"/>
                  <a:gd name="connsiteX8" fmla="*/ 85261 w 152333"/>
                  <a:gd name="connsiteY8" fmla="*/ 34290 h 95080"/>
                  <a:gd name="connsiteX9" fmla="*/ 67076 w 152333"/>
                  <a:gd name="connsiteY9" fmla="*/ 33435 h 95080"/>
                  <a:gd name="connsiteX10" fmla="*/ 38513 w 152333"/>
                  <a:gd name="connsiteY10" fmla="*/ 31153 h 95080"/>
                  <a:gd name="connsiteX11" fmla="*/ 52795 w 152333"/>
                  <a:gd name="connsiteY11" fmla="*/ 19268 h 95080"/>
                  <a:gd name="connsiteX12" fmla="*/ 58983 w 152333"/>
                  <a:gd name="connsiteY12" fmla="*/ 19268 h 95080"/>
                  <a:gd name="connsiteX13" fmla="*/ 66029 w 152333"/>
                  <a:gd name="connsiteY13" fmla="*/ 2819 h 95080"/>
                  <a:gd name="connsiteX14" fmla="*/ 52414 w 152333"/>
                  <a:gd name="connsiteY14" fmla="*/ 5766 h 95080"/>
                  <a:gd name="connsiteX15" fmla="*/ 36990 w 152333"/>
                  <a:gd name="connsiteY15" fmla="*/ 9284 h 95080"/>
                  <a:gd name="connsiteX16" fmla="*/ 27470 w 152333"/>
                  <a:gd name="connsiteY16" fmla="*/ 19933 h 95080"/>
                  <a:gd name="connsiteX17" fmla="*/ 20900 w 152333"/>
                  <a:gd name="connsiteY17" fmla="*/ 31248 h 95080"/>
                  <a:gd name="connsiteX18" fmla="*/ 1859 w 152333"/>
                  <a:gd name="connsiteY18" fmla="*/ 38284 h 95080"/>
                  <a:gd name="connsiteX19" fmla="*/ 14331 w 152333"/>
                  <a:gd name="connsiteY19" fmla="*/ 53687 h 95080"/>
                  <a:gd name="connsiteX20" fmla="*/ 16711 w 152333"/>
                  <a:gd name="connsiteY20" fmla="*/ 71467 h 95080"/>
                  <a:gd name="connsiteX21" fmla="*/ 8428 w 152333"/>
                  <a:gd name="connsiteY21" fmla="*/ 92384 h 95080"/>
                  <a:gd name="connsiteX22" fmla="*/ 17949 w 152333"/>
                  <a:gd name="connsiteY22" fmla="*/ 93335 h 95080"/>
                  <a:gd name="connsiteX23" fmla="*/ 38513 w 152333"/>
                  <a:gd name="connsiteY23" fmla="*/ 87821 h 95080"/>
                  <a:gd name="connsiteX24" fmla="*/ 57555 w 152333"/>
                  <a:gd name="connsiteY24" fmla="*/ 78313 h 95080"/>
                  <a:gd name="connsiteX25" fmla="*/ 75740 w 152333"/>
                  <a:gd name="connsiteY25" fmla="*/ 60913 h 95080"/>
                  <a:gd name="connsiteX26" fmla="*/ 83642 w 152333"/>
                  <a:gd name="connsiteY26" fmla="*/ 77552 h 95080"/>
                  <a:gd name="connsiteX27" fmla="*/ 84499 w 152333"/>
                  <a:gd name="connsiteY27" fmla="*/ 101227 h 95080"/>
                  <a:gd name="connsiteX28" fmla="*/ 94020 w 152333"/>
                  <a:gd name="connsiteY28" fmla="*/ 101227 h 95080"/>
                  <a:gd name="connsiteX29" fmla="*/ 104683 w 152333"/>
                  <a:gd name="connsiteY29" fmla="*/ 97614 h 95080"/>
                  <a:gd name="connsiteX30" fmla="*/ 126486 w 152333"/>
                  <a:gd name="connsiteY30" fmla="*/ 83922 h 9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2333" h="95080">
                    <a:moveTo>
                      <a:pt x="126486" y="83922"/>
                    </a:moveTo>
                    <a:cubicBezTo>
                      <a:pt x="130961" y="86585"/>
                      <a:pt x="130009" y="90198"/>
                      <a:pt x="134198" y="89532"/>
                    </a:cubicBezTo>
                    <a:cubicBezTo>
                      <a:pt x="139256" y="89241"/>
                      <a:pt x="144242" y="90833"/>
                      <a:pt x="148193" y="94001"/>
                    </a:cubicBezTo>
                    <a:cubicBezTo>
                      <a:pt x="150381" y="93426"/>
                      <a:pt x="152609" y="93013"/>
                      <a:pt x="154858" y="92765"/>
                    </a:cubicBezTo>
                    <a:cubicBezTo>
                      <a:pt x="154858" y="92765"/>
                      <a:pt x="151716" y="72227"/>
                      <a:pt x="150954" y="65857"/>
                    </a:cubicBezTo>
                    <a:cubicBezTo>
                      <a:pt x="150193" y="59487"/>
                      <a:pt x="131151" y="53211"/>
                      <a:pt x="131151" y="53211"/>
                    </a:cubicBezTo>
                    <a:lnTo>
                      <a:pt x="128009" y="35812"/>
                    </a:lnTo>
                    <a:cubicBezTo>
                      <a:pt x="119365" y="37288"/>
                      <a:pt x="110587" y="37830"/>
                      <a:pt x="101827" y="37428"/>
                    </a:cubicBezTo>
                    <a:cubicBezTo>
                      <a:pt x="97924" y="35812"/>
                      <a:pt x="89164" y="39805"/>
                      <a:pt x="85261" y="34290"/>
                    </a:cubicBezTo>
                    <a:cubicBezTo>
                      <a:pt x="81357" y="28776"/>
                      <a:pt x="74121" y="38189"/>
                      <a:pt x="67076" y="33435"/>
                    </a:cubicBezTo>
                    <a:cubicBezTo>
                      <a:pt x="60031" y="28681"/>
                      <a:pt x="39371" y="35051"/>
                      <a:pt x="38513" y="31153"/>
                    </a:cubicBezTo>
                    <a:cubicBezTo>
                      <a:pt x="37657" y="27254"/>
                      <a:pt x="47273" y="18507"/>
                      <a:pt x="52795" y="19268"/>
                    </a:cubicBezTo>
                    <a:cubicBezTo>
                      <a:pt x="54856" y="19386"/>
                      <a:pt x="56922" y="19386"/>
                      <a:pt x="58983" y="19268"/>
                    </a:cubicBezTo>
                    <a:cubicBezTo>
                      <a:pt x="61554" y="15084"/>
                      <a:pt x="67457" y="5101"/>
                      <a:pt x="66029" y="2819"/>
                    </a:cubicBezTo>
                    <a:cubicBezTo>
                      <a:pt x="64601" y="537"/>
                      <a:pt x="57174" y="2248"/>
                      <a:pt x="52414" y="5766"/>
                    </a:cubicBezTo>
                    <a:cubicBezTo>
                      <a:pt x="47654" y="9284"/>
                      <a:pt x="38799" y="3960"/>
                      <a:pt x="36990" y="9284"/>
                    </a:cubicBezTo>
                    <a:cubicBezTo>
                      <a:pt x="35181" y="14609"/>
                      <a:pt x="32896" y="19933"/>
                      <a:pt x="27470" y="19933"/>
                    </a:cubicBezTo>
                    <a:cubicBezTo>
                      <a:pt x="22043" y="19933"/>
                      <a:pt x="26232" y="28871"/>
                      <a:pt x="20900" y="31248"/>
                    </a:cubicBezTo>
                    <a:cubicBezTo>
                      <a:pt x="15569" y="33625"/>
                      <a:pt x="3096" y="32959"/>
                      <a:pt x="1859" y="38284"/>
                    </a:cubicBezTo>
                    <a:cubicBezTo>
                      <a:pt x="621" y="43608"/>
                      <a:pt x="15473" y="47221"/>
                      <a:pt x="14331" y="53687"/>
                    </a:cubicBezTo>
                    <a:cubicBezTo>
                      <a:pt x="13188" y="60152"/>
                      <a:pt x="22043" y="67283"/>
                      <a:pt x="16711" y="71467"/>
                    </a:cubicBezTo>
                    <a:cubicBezTo>
                      <a:pt x="10493" y="76525"/>
                      <a:pt x="7355" y="84447"/>
                      <a:pt x="8428" y="92384"/>
                    </a:cubicBezTo>
                    <a:cubicBezTo>
                      <a:pt x="12236" y="94856"/>
                      <a:pt x="15949" y="97043"/>
                      <a:pt x="17949" y="93335"/>
                    </a:cubicBezTo>
                    <a:cubicBezTo>
                      <a:pt x="21186" y="87060"/>
                      <a:pt x="38513" y="93335"/>
                      <a:pt x="38513" y="87821"/>
                    </a:cubicBezTo>
                    <a:cubicBezTo>
                      <a:pt x="38513" y="82306"/>
                      <a:pt x="57555" y="83827"/>
                      <a:pt x="57555" y="78313"/>
                    </a:cubicBezTo>
                    <a:cubicBezTo>
                      <a:pt x="57555" y="72798"/>
                      <a:pt x="68599" y="60152"/>
                      <a:pt x="75740" y="60913"/>
                    </a:cubicBezTo>
                    <a:cubicBezTo>
                      <a:pt x="82880" y="61674"/>
                      <a:pt x="74978" y="73559"/>
                      <a:pt x="83642" y="77552"/>
                    </a:cubicBezTo>
                    <a:cubicBezTo>
                      <a:pt x="92306" y="81545"/>
                      <a:pt x="79739" y="95712"/>
                      <a:pt x="84499" y="101227"/>
                    </a:cubicBezTo>
                    <a:cubicBezTo>
                      <a:pt x="86213" y="103319"/>
                      <a:pt x="89735" y="102938"/>
                      <a:pt x="94020" y="101227"/>
                    </a:cubicBezTo>
                    <a:cubicBezTo>
                      <a:pt x="98304" y="99515"/>
                      <a:pt x="100970" y="98850"/>
                      <a:pt x="104683" y="97614"/>
                    </a:cubicBezTo>
                    <a:cubicBezTo>
                      <a:pt x="112395" y="91434"/>
                      <a:pt x="123154" y="81831"/>
                      <a:pt x="126486" y="8392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47" name="Freeform 2855">
                <a:extLst>
                  <a:ext uri="{FF2B5EF4-FFF2-40B4-BE49-F238E27FC236}">
                    <a16:creationId xmlns:a16="http://schemas.microsoft.com/office/drawing/2014/main" id="{2EFE40D2-6D92-800D-18FF-1E028B307B35}"/>
                  </a:ext>
                </a:extLst>
              </p:cNvPr>
              <p:cNvSpPr/>
              <p:nvPr/>
            </p:nvSpPr>
            <p:spPr>
              <a:xfrm>
                <a:off x="13997881" y="5503737"/>
                <a:ext cx="157147" cy="134516"/>
              </a:xfrm>
              <a:custGeom>
                <a:avLst/>
                <a:gdLst>
                  <a:gd name="connsiteX0" fmla="*/ 64908 w 66645"/>
                  <a:gd name="connsiteY0" fmla="*/ 46084 h 57048"/>
                  <a:gd name="connsiteX1" fmla="*/ 52436 w 66645"/>
                  <a:gd name="connsiteY1" fmla="*/ 31252 h 57048"/>
                  <a:gd name="connsiteX2" fmla="*/ 45391 w 66645"/>
                  <a:gd name="connsiteY2" fmla="*/ 15279 h 57048"/>
                  <a:gd name="connsiteX3" fmla="*/ 39868 w 66645"/>
                  <a:gd name="connsiteY3" fmla="*/ 3679 h 57048"/>
                  <a:gd name="connsiteX4" fmla="*/ 22065 w 66645"/>
                  <a:gd name="connsiteY4" fmla="*/ 1872 h 57048"/>
                  <a:gd name="connsiteX5" fmla="*/ 1785 w 66645"/>
                  <a:gd name="connsiteY5" fmla="*/ 5961 h 57048"/>
                  <a:gd name="connsiteX6" fmla="*/ 6260 w 66645"/>
                  <a:gd name="connsiteY6" fmla="*/ 21839 h 57048"/>
                  <a:gd name="connsiteX7" fmla="*/ 21684 w 66645"/>
                  <a:gd name="connsiteY7" fmla="*/ 28305 h 57048"/>
                  <a:gd name="connsiteX8" fmla="*/ 25302 w 66645"/>
                  <a:gd name="connsiteY8" fmla="*/ 35626 h 57048"/>
                  <a:gd name="connsiteX9" fmla="*/ 27206 w 66645"/>
                  <a:gd name="connsiteY9" fmla="*/ 35626 h 57048"/>
                  <a:gd name="connsiteX10" fmla="*/ 32442 w 66645"/>
                  <a:gd name="connsiteY10" fmla="*/ 39999 h 57048"/>
                  <a:gd name="connsiteX11" fmla="*/ 41963 w 66645"/>
                  <a:gd name="connsiteY11" fmla="*/ 44658 h 57048"/>
                  <a:gd name="connsiteX12" fmla="*/ 51484 w 66645"/>
                  <a:gd name="connsiteY12" fmla="*/ 48081 h 57048"/>
                  <a:gd name="connsiteX13" fmla="*/ 55768 w 66645"/>
                  <a:gd name="connsiteY13" fmla="*/ 58730 h 57048"/>
                  <a:gd name="connsiteX14" fmla="*/ 68716 w 66645"/>
                  <a:gd name="connsiteY14" fmla="*/ 55973 h 57048"/>
                  <a:gd name="connsiteX15" fmla="*/ 64908 w 66645"/>
                  <a:gd name="connsiteY15" fmla="*/ 46085 h 57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6645" h="57048">
                    <a:moveTo>
                      <a:pt x="64908" y="46084"/>
                    </a:moveTo>
                    <a:cubicBezTo>
                      <a:pt x="64908" y="41330"/>
                      <a:pt x="52436" y="37147"/>
                      <a:pt x="52436" y="31252"/>
                    </a:cubicBezTo>
                    <a:cubicBezTo>
                      <a:pt x="52436" y="25357"/>
                      <a:pt x="44153" y="20033"/>
                      <a:pt x="45391" y="15279"/>
                    </a:cubicBezTo>
                    <a:cubicBezTo>
                      <a:pt x="46152" y="12046"/>
                      <a:pt x="41963" y="7387"/>
                      <a:pt x="39868" y="3679"/>
                    </a:cubicBezTo>
                    <a:cubicBezTo>
                      <a:pt x="34066" y="2146"/>
                      <a:pt x="28057" y="1537"/>
                      <a:pt x="22065" y="1872"/>
                    </a:cubicBezTo>
                    <a:cubicBezTo>
                      <a:pt x="14638" y="2728"/>
                      <a:pt x="9116" y="4820"/>
                      <a:pt x="1785" y="5961"/>
                    </a:cubicBezTo>
                    <a:cubicBezTo>
                      <a:pt x="5689" y="11856"/>
                      <a:pt x="2928" y="13567"/>
                      <a:pt x="6260" y="21839"/>
                    </a:cubicBezTo>
                    <a:cubicBezTo>
                      <a:pt x="9592" y="30111"/>
                      <a:pt x="18732" y="25928"/>
                      <a:pt x="21684" y="28305"/>
                    </a:cubicBezTo>
                    <a:cubicBezTo>
                      <a:pt x="23368" y="30479"/>
                      <a:pt x="24598" y="32968"/>
                      <a:pt x="25302" y="35626"/>
                    </a:cubicBezTo>
                    <a:cubicBezTo>
                      <a:pt x="25933" y="35535"/>
                      <a:pt x="26574" y="35535"/>
                      <a:pt x="27206" y="35626"/>
                    </a:cubicBezTo>
                    <a:cubicBezTo>
                      <a:pt x="29693" y="35853"/>
                      <a:pt x="31779" y="37595"/>
                      <a:pt x="32442" y="39999"/>
                    </a:cubicBezTo>
                    <a:cubicBezTo>
                      <a:pt x="35811" y="41117"/>
                      <a:pt x="39014" y="42684"/>
                      <a:pt x="41963" y="44658"/>
                    </a:cubicBezTo>
                    <a:cubicBezTo>
                      <a:pt x="44534" y="45799"/>
                      <a:pt x="46247" y="42376"/>
                      <a:pt x="51484" y="48081"/>
                    </a:cubicBezTo>
                    <a:cubicBezTo>
                      <a:pt x="56720" y="53786"/>
                      <a:pt x="56340" y="54261"/>
                      <a:pt x="55768" y="58730"/>
                    </a:cubicBezTo>
                    <a:cubicBezTo>
                      <a:pt x="60227" y="58698"/>
                      <a:pt x="64633" y="57760"/>
                      <a:pt x="68716" y="55973"/>
                    </a:cubicBezTo>
                    <a:cubicBezTo>
                      <a:pt x="66840" y="52943"/>
                      <a:pt x="65548" y="49589"/>
                      <a:pt x="64908" y="4608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48" name="Freeform 2856">
                <a:extLst>
                  <a:ext uri="{FF2B5EF4-FFF2-40B4-BE49-F238E27FC236}">
                    <a16:creationId xmlns:a16="http://schemas.microsoft.com/office/drawing/2014/main" id="{ECF2C1E0-0A21-7A15-C66A-CFCBEF497F63}"/>
                  </a:ext>
                </a:extLst>
              </p:cNvPr>
              <p:cNvSpPr/>
              <p:nvPr/>
            </p:nvSpPr>
            <p:spPr>
              <a:xfrm>
                <a:off x="14070168" y="5472336"/>
                <a:ext cx="224495" cy="179355"/>
              </a:xfrm>
              <a:custGeom>
                <a:avLst/>
                <a:gdLst>
                  <a:gd name="connsiteX0" fmla="*/ 95565 w 95208"/>
                  <a:gd name="connsiteY0" fmla="*/ 28595 h 76064"/>
                  <a:gd name="connsiteX1" fmla="*/ 77666 w 95208"/>
                  <a:gd name="connsiteY1" fmla="*/ 5491 h 76064"/>
                  <a:gd name="connsiteX2" fmla="*/ 64813 w 95208"/>
                  <a:gd name="connsiteY2" fmla="*/ 14999 h 76064"/>
                  <a:gd name="connsiteX3" fmla="*/ 55863 w 95208"/>
                  <a:gd name="connsiteY3" fmla="*/ 14999 h 76064"/>
                  <a:gd name="connsiteX4" fmla="*/ 40821 w 95208"/>
                  <a:gd name="connsiteY4" fmla="*/ 4350 h 76064"/>
                  <a:gd name="connsiteX5" fmla="*/ 34441 w 95208"/>
                  <a:gd name="connsiteY5" fmla="*/ 1783 h 76064"/>
                  <a:gd name="connsiteX6" fmla="*/ 30443 w 95208"/>
                  <a:gd name="connsiteY6" fmla="*/ 9104 h 76064"/>
                  <a:gd name="connsiteX7" fmla="*/ 36917 w 95208"/>
                  <a:gd name="connsiteY7" fmla="*/ 17946 h 76064"/>
                  <a:gd name="connsiteX8" fmla="*/ 21493 w 95208"/>
                  <a:gd name="connsiteY8" fmla="*/ 16805 h 76064"/>
                  <a:gd name="connsiteX9" fmla="*/ 7879 w 95208"/>
                  <a:gd name="connsiteY9" fmla="*/ 12622 h 76064"/>
                  <a:gd name="connsiteX10" fmla="*/ 14448 w 95208"/>
                  <a:gd name="connsiteY10" fmla="*/ 28595 h 76064"/>
                  <a:gd name="connsiteX11" fmla="*/ 21493 w 95208"/>
                  <a:gd name="connsiteY11" fmla="*/ 44569 h 76064"/>
                  <a:gd name="connsiteX12" fmla="*/ 33966 w 95208"/>
                  <a:gd name="connsiteY12" fmla="*/ 59401 h 76064"/>
                  <a:gd name="connsiteX13" fmla="*/ 37964 w 95208"/>
                  <a:gd name="connsiteY13" fmla="*/ 69385 h 76064"/>
                  <a:gd name="connsiteX14" fmla="*/ 61957 w 95208"/>
                  <a:gd name="connsiteY14" fmla="*/ 54552 h 76064"/>
                  <a:gd name="connsiteX15" fmla="*/ 65860 w 95208"/>
                  <a:gd name="connsiteY15" fmla="*/ 72713 h 76064"/>
                  <a:gd name="connsiteX16" fmla="*/ 80237 w 95208"/>
                  <a:gd name="connsiteY16" fmla="*/ 83076 h 76064"/>
                  <a:gd name="connsiteX17" fmla="*/ 83759 w 95208"/>
                  <a:gd name="connsiteY17" fmla="*/ 71191 h 76064"/>
                  <a:gd name="connsiteX18" fmla="*/ 95565 w 95208"/>
                  <a:gd name="connsiteY18" fmla="*/ 28595 h 76064"/>
                  <a:gd name="connsiteX19" fmla="*/ 11306 w 95208"/>
                  <a:gd name="connsiteY19" fmla="*/ 58070 h 76064"/>
                  <a:gd name="connsiteX20" fmla="*/ 1785 w 95208"/>
                  <a:gd name="connsiteY20" fmla="*/ 53411 h 76064"/>
                  <a:gd name="connsiteX21" fmla="*/ 8450 w 95208"/>
                  <a:gd name="connsiteY21" fmla="*/ 64060 h 76064"/>
                  <a:gd name="connsiteX22" fmla="*/ 21874 w 95208"/>
                  <a:gd name="connsiteY22" fmla="*/ 71952 h 76064"/>
                  <a:gd name="connsiteX23" fmla="*/ 25302 w 95208"/>
                  <a:gd name="connsiteY23" fmla="*/ 71952 h 76064"/>
                  <a:gd name="connsiteX24" fmla="*/ 21017 w 95208"/>
                  <a:gd name="connsiteY24" fmla="*/ 61303 h 76064"/>
                  <a:gd name="connsiteX25" fmla="*/ 11306 w 95208"/>
                  <a:gd name="connsiteY25" fmla="*/ 58070 h 76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5208" h="76064">
                    <a:moveTo>
                      <a:pt x="95565" y="28595"/>
                    </a:moveTo>
                    <a:cubicBezTo>
                      <a:pt x="90090" y="20526"/>
                      <a:pt x="84112" y="12810"/>
                      <a:pt x="77666" y="5491"/>
                    </a:cubicBezTo>
                    <a:cubicBezTo>
                      <a:pt x="75286" y="12812"/>
                      <a:pt x="66527" y="10815"/>
                      <a:pt x="64813" y="14999"/>
                    </a:cubicBezTo>
                    <a:cubicBezTo>
                      <a:pt x="63099" y="19182"/>
                      <a:pt x="58529" y="14143"/>
                      <a:pt x="55863" y="14999"/>
                    </a:cubicBezTo>
                    <a:cubicBezTo>
                      <a:pt x="53198" y="15855"/>
                      <a:pt x="47009" y="5491"/>
                      <a:pt x="40821" y="4350"/>
                    </a:cubicBezTo>
                    <a:cubicBezTo>
                      <a:pt x="38569" y="3844"/>
                      <a:pt x="36415" y="2977"/>
                      <a:pt x="34441" y="1783"/>
                    </a:cubicBezTo>
                    <a:cubicBezTo>
                      <a:pt x="31871" y="4540"/>
                      <a:pt x="29491" y="7583"/>
                      <a:pt x="30443" y="9104"/>
                    </a:cubicBezTo>
                    <a:cubicBezTo>
                      <a:pt x="32157" y="12051"/>
                      <a:pt x="39964" y="14999"/>
                      <a:pt x="36917" y="17946"/>
                    </a:cubicBezTo>
                    <a:cubicBezTo>
                      <a:pt x="31977" y="20525"/>
                      <a:pt x="25999" y="20083"/>
                      <a:pt x="21493" y="16805"/>
                    </a:cubicBezTo>
                    <a:cubicBezTo>
                      <a:pt x="18542" y="13858"/>
                      <a:pt x="9688" y="9104"/>
                      <a:pt x="7879" y="12622"/>
                    </a:cubicBezTo>
                    <a:cubicBezTo>
                      <a:pt x="6070" y="16140"/>
                      <a:pt x="15590" y="23841"/>
                      <a:pt x="14448" y="28595"/>
                    </a:cubicBezTo>
                    <a:cubicBezTo>
                      <a:pt x="13305" y="33349"/>
                      <a:pt x="21493" y="38674"/>
                      <a:pt x="21493" y="44569"/>
                    </a:cubicBezTo>
                    <a:cubicBezTo>
                      <a:pt x="21493" y="50464"/>
                      <a:pt x="33966" y="54647"/>
                      <a:pt x="33966" y="59401"/>
                    </a:cubicBezTo>
                    <a:cubicBezTo>
                      <a:pt x="34653" y="62952"/>
                      <a:pt x="36010" y="66340"/>
                      <a:pt x="37964" y="69385"/>
                    </a:cubicBezTo>
                    <a:cubicBezTo>
                      <a:pt x="46220" y="64870"/>
                      <a:pt x="54229" y="59919"/>
                      <a:pt x="61957" y="54552"/>
                    </a:cubicBezTo>
                    <a:cubicBezTo>
                      <a:pt x="71478" y="49798"/>
                      <a:pt x="67479" y="69575"/>
                      <a:pt x="65860" y="72713"/>
                    </a:cubicBezTo>
                    <a:cubicBezTo>
                      <a:pt x="64242" y="75850"/>
                      <a:pt x="72334" y="80034"/>
                      <a:pt x="80237" y="83076"/>
                    </a:cubicBezTo>
                    <a:cubicBezTo>
                      <a:pt x="79854" y="78811"/>
                      <a:pt x="81114" y="74561"/>
                      <a:pt x="83759" y="71191"/>
                    </a:cubicBezTo>
                    <a:cubicBezTo>
                      <a:pt x="93852" y="58831"/>
                      <a:pt x="101563" y="39244"/>
                      <a:pt x="95565" y="28595"/>
                    </a:cubicBezTo>
                    <a:close/>
                    <a:moveTo>
                      <a:pt x="11306" y="58070"/>
                    </a:moveTo>
                    <a:cubicBezTo>
                      <a:pt x="8357" y="56096"/>
                      <a:pt x="5154" y="54529"/>
                      <a:pt x="1785" y="53411"/>
                    </a:cubicBezTo>
                    <a:cubicBezTo>
                      <a:pt x="3118" y="56929"/>
                      <a:pt x="3023" y="61588"/>
                      <a:pt x="8450" y="64060"/>
                    </a:cubicBezTo>
                    <a:cubicBezTo>
                      <a:pt x="17114" y="67959"/>
                      <a:pt x="4451" y="69575"/>
                      <a:pt x="21874" y="71952"/>
                    </a:cubicBezTo>
                    <a:lnTo>
                      <a:pt x="25302" y="71952"/>
                    </a:lnTo>
                    <a:cubicBezTo>
                      <a:pt x="25873" y="67483"/>
                      <a:pt x="25302" y="66247"/>
                      <a:pt x="21017" y="61303"/>
                    </a:cubicBezTo>
                    <a:cubicBezTo>
                      <a:pt x="16733" y="56359"/>
                      <a:pt x="13876" y="59211"/>
                      <a:pt x="11306" y="580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49" name="Freeform 2857">
                <a:extLst>
                  <a:ext uri="{FF2B5EF4-FFF2-40B4-BE49-F238E27FC236}">
                    <a16:creationId xmlns:a16="http://schemas.microsoft.com/office/drawing/2014/main" id="{22E42A4E-5F30-1528-11FE-4884231762BA}"/>
                  </a:ext>
                </a:extLst>
              </p:cNvPr>
              <p:cNvSpPr/>
              <p:nvPr/>
            </p:nvSpPr>
            <p:spPr>
              <a:xfrm>
                <a:off x="14827160" y="5672000"/>
                <a:ext cx="673487" cy="470806"/>
              </a:xfrm>
              <a:custGeom>
                <a:avLst/>
                <a:gdLst>
                  <a:gd name="connsiteX0" fmla="*/ 276463 w 285624"/>
                  <a:gd name="connsiteY0" fmla="*/ 29872 h 199668"/>
                  <a:gd name="connsiteX1" fmla="*/ 268752 w 285624"/>
                  <a:gd name="connsiteY1" fmla="*/ 24263 h 199668"/>
                  <a:gd name="connsiteX2" fmla="*/ 246854 w 285624"/>
                  <a:gd name="connsiteY2" fmla="*/ 38620 h 199668"/>
                  <a:gd name="connsiteX3" fmla="*/ 236476 w 285624"/>
                  <a:gd name="connsiteY3" fmla="*/ 42138 h 199668"/>
                  <a:gd name="connsiteX4" fmla="*/ 226955 w 285624"/>
                  <a:gd name="connsiteY4" fmla="*/ 42138 h 199668"/>
                  <a:gd name="connsiteX5" fmla="*/ 226098 w 285624"/>
                  <a:gd name="connsiteY5" fmla="*/ 18463 h 199668"/>
                  <a:gd name="connsiteX6" fmla="*/ 218196 w 285624"/>
                  <a:gd name="connsiteY6" fmla="*/ 1824 h 199668"/>
                  <a:gd name="connsiteX7" fmla="*/ 200011 w 285624"/>
                  <a:gd name="connsiteY7" fmla="*/ 19224 h 199668"/>
                  <a:gd name="connsiteX8" fmla="*/ 180970 w 285624"/>
                  <a:gd name="connsiteY8" fmla="*/ 28732 h 199668"/>
                  <a:gd name="connsiteX9" fmla="*/ 160405 w 285624"/>
                  <a:gd name="connsiteY9" fmla="*/ 34246 h 199668"/>
                  <a:gd name="connsiteX10" fmla="*/ 143077 w 285624"/>
                  <a:gd name="connsiteY10" fmla="*/ 29492 h 199668"/>
                  <a:gd name="connsiteX11" fmla="*/ 126415 w 285624"/>
                  <a:gd name="connsiteY11" fmla="*/ 23978 h 199668"/>
                  <a:gd name="connsiteX12" fmla="*/ 109849 w 285624"/>
                  <a:gd name="connsiteY12" fmla="*/ 20840 h 199668"/>
                  <a:gd name="connsiteX13" fmla="*/ 93949 w 285624"/>
                  <a:gd name="connsiteY13" fmla="*/ 30348 h 199668"/>
                  <a:gd name="connsiteX14" fmla="*/ 82144 w 285624"/>
                  <a:gd name="connsiteY14" fmla="*/ 50125 h 199668"/>
                  <a:gd name="connsiteX15" fmla="*/ 53581 w 285624"/>
                  <a:gd name="connsiteY15" fmla="*/ 66764 h 199668"/>
                  <a:gd name="connsiteX16" fmla="*/ 36253 w 285624"/>
                  <a:gd name="connsiteY16" fmla="*/ 73039 h 199668"/>
                  <a:gd name="connsiteX17" fmla="*/ 21972 w 285624"/>
                  <a:gd name="connsiteY17" fmla="*/ 69141 h 199668"/>
                  <a:gd name="connsiteX18" fmla="*/ 13308 w 285624"/>
                  <a:gd name="connsiteY18" fmla="*/ 78649 h 199668"/>
                  <a:gd name="connsiteX19" fmla="*/ 5406 w 285624"/>
                  <a:gd name="connsiteY19" fmla="*/ 94432 h 199668"/>
                  <a:gd name="connsiteX20" fmla="*/ 3026 w 285624"/>
                  <a:gd name="connsiteY20" fmla="*/ 111832 h 199668"/>
                  <a:gd name="connsiteX21" fmla="*/ 3026 w 285624"/>
                  <a:gd name="connsiteY21" fmla="*/ 133130 h 199668"/>
                  <a:gd name="connsiteX22" fmla="*/ 6167 w 285624"/>
                  <a:gd name="connsiteY22" fmla="*/ 156044 h 199668"/>
                  <a:gd name="connsiteX23" fmla="*/ 25971 w 285624"/>
                  <a:gd name="connsiteY23" fmla="*/ 166313 h 199668"/>
                  <a:gd name="connsiteX24" fmla="*/ 5406 w 285624"/>
                  <a:gd name="connsiteY24" fmla="*/ 194837 h 199668"/>
                  <a:gd name="connsiteX25" fmla="*/ 9404 w 285624"/>
                  <a:gd name="connsiteY25" fmla="*/ 201492 h 199668"/>
                  <a:gd name="connsiteX26" fmla="*/ 40252 w 285624"/>
                  <a:gd name="connsiteY26" fmla="*/ 204915 h 199668"/>
                  <a:gd name="connsiteX27" fmla="*/ 120798 w 285624"/>
                  <a:gd name="connsiteY27" fmla="*/ 194837 h 199668"/>
                  <a:gd name="connsiteX28" fmla="*/ 118989 w 285624"/>
                  <a:gd name="connsiteY28" fmla="*/ 174680 h 199668"/>
                  <a:gd name="connsiteX29" fmla="*/ 135079 w 285624"/>
                  <a:gd name="connsiteY29" fmla="*/ 165172 h 199668"/>
                  <a:gd name="connsiteX30" fmla="*/ 148694 w 285624"/>
                  <a:gd name="connsiteY30" fmla="*/ 161559 h 199668"/>
                  <a:gd name="connsiteX31" fmla="*/ 170021 w 285624"/>
                  <a:gd name="connsiteY31" fmla="*/ 154523 h 199668"/>
                  <a:gd name="connsiteX32" fmla="*/ 179542 w 285624"/>
                  <a:gd name="connsiteY32" fmla="*/ 145585 h 199668"/>
                  <a:gd name="connsiteX33" fmla="*/ 186111 w 285624"/>
                  <a:gd name="connsiteY33" fmla="*/ 124287 h 199668"/>
                  <a:gd name="connsiteX34" fmla="*/ 199726 w 285624"/>
                  <a:gd name="connsiteY34" fmla="*/ 116015 h 199668"/>
                  <a:gd name="connsiteX35" fmla="*/ 193252 w 285624"/>
                  <a:gd name="connsiteY35" fmla="*/ 102989 h 199668"/>
                  <a:gd name="connsiteX36" fmla="*/ 215721 w 285624"/>
                  <a:gd name="connsiteY36" fmla="*/ 103560 h 199668"/>
                  <a:gd name="connsiteX37" fmla="*/ 217530 w 285624"/>
                  <a:gd name="connsiteY37" fmla="*/ 87586 h 199668"/>
                  <a:gd name="connsiteX38" fmla="*/ 227050 w 285624"/>
                  <a:gd name="connsiteY38" fmla="*/ 73419 h 199668"/>
                  <a:gd name="connsiteX39" fmla="*/ 223528 w 285624"/>
                  <a:gd name="connsiteY39" fmla="*/ 61534 h 199668"/>
                  <a:gd name="connsiteX40" fmla="*/ 226479 w 285624"/>
                  <a:gd name="connsiteY40" fmla="*/ 51551 h 199668"/>
                  <a:gd name="connsiteX41" fmla="*/ 229431 w 285624"/>
                  <a:gd name="connsiteY41" fmla="*/ 50220 h 199668"/>
                  <a:gd name="connsiteX42" fmla="*/ 239808 w 285624"/>
                  <a:gd name="connsiteY42" fmla="*/ 46607 h 199668"/>
                  <a:gd name="connsiteX43" fmla="*/ 266847 w 285624"/>
                  <a:gd name="connsiteY43" fmla="*/ 38620 h 199668"/>
                  <a:gd name="connsiteX44" fmla="*/ 287222 w 285624"/>
                  <a:gd name="connsiteY44" fmla="*/ 32440 h 199668"/>
                  <a:gd name="connsiteX45" fmla="*/ 276463 w 285624"/>
                  <a:gd name="connsiteY45" fmla="*/ 29872 h 199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85624" h="199668">
                    <a:moveTo>
                      <a:pt x="276463" y="29872"/>
                    </a:moveTo>
                    <a:cubicBezTo>
                      <a:pt x="272274" y="30538"/>
                      <a:pt x="273226" y="26925"/>
                      <a:pt x="268752" y="24263"/>
                    </a:cubicBezTo>
                    <a:cubicBezTo>
                      <a:pt x="264277" y="21601"/>
                      <a:pt x="254661" y="31774"/>
                      <a:pt x="246854" y="38620"/>
                    </a:cubicBezTo>
                    <a:cubicBezTo>
                      <a:pt x="243236" y="39856"/>
                      <a:pt x="239618" y="41187"/>
                      <a:pt x="236476" y="42138"/>
                    </a:cubicBezTo>
                    <a:cubicBezTo>
                      <a:pt x="233334" y="43089"/>
                      <a:pt x="228574" y="43849"/>
                      <a:pt x="226955" y="42138"/>
                    </a:cubicBezTo>
                    <a:cubicBezTo>
                      <a:pt x="222195" y="36623"/>
                      <a:pt x="234858" y="22361"/>
                      <a:pt x="226098" y="18463"/>
                    </a:cubicBezTo>
                    <a:cubicBezTo>
                      <a:pt x="217339" y="14565"/>
                      <a:pt x="225337" y="2680"/>
                      <a:pt x="218196" y="1824"/>
                    </a:cubicBezTo>
                    <a:cubicBezTo>
                      <a:pt x="211055" y="968"/>
                      <a:pt x="200011" y="13709"/>
                      <a:pt x="200011" y="19224"/>
                    </a:cubicBezTo>
                    <a:cubicBezTo>
                      <a:pt x="200011" y="24738"/>
                      <a:pt x="180970" y="23217"/>
                      <a:pt x="180970" y="28732"/>
                    </a:cubicBezTo>
                    <a:cubicBezTo>
                      <a:pt x="180970" y="34246"/>
                      <a:pt x="163642" y="27971"/>
                      <a:pt x="160405" y="34246"/>
                    </a:cubicBezTo>
                    <a:cubicBezTo>
                      <a:pt x="157168" y="40522"/>
                      <a:pt x="148599" y="29492"/>
                      <a:pt x="143077" y="29492"/>
                    </a:cubicBezTo>
                    <a:cubicBezTo>
                      <a:pt x="137555" y="29492"/>
                      <a:pt x="133556" y="21601"/>
                      <a:pt x="126415" y="23978"/>
                    </a:cubicBezTo>
                    <a:cubicBezTo>
                      <a:pt x="119275" y="26355"/>
                      <a:pt x="115371" y="21601"/>
                      <a:pt x="109849" y="20840"/>
                    </a:cubicBezTo>
                    <a:cubicBezTo>
                      <a:pt x="104327" y="20079"/>
                      <a:pt x="100328" y="32630"/>
                      <a:pt x="93949" y="30348"/>
                    </a:cubicBezTo>
                    <a:cubicBezTo>
                      <a:pt x="87570" y="28066"/>
                      <a:pt x="84428" y="42233"/>
                      <a:pt x="82144" y="50125"/>
                    </a:cubicBezTo>
                    <a:cubicBezTo>
                      <a:pt x="79859" y="58016"/>
                      <a:pt x="52820" y="58016"/>
                      <a:pt x="53581" y="66764"/>
                    </a:cubicBezTo>
                    <a:cubicBezTo>
                      <a:pt x="54343" y="75511"/>
                      <a:pt x="37777" y="78649"/>
                      <a:pt x="36253" y="73039"/>
                    </a:cubicBezTo>
                    <a:cubicBezTo>
                      <a:pt x="34730" y="67429"/>
                      <a:pt x="24352" y="70662"/>
                      <a:pt x="21972" y="69141"/>
                    </a:cubicBezTo>
                    <a:cubicBezTo>
                      <a:pt x="19592" y="67619"/>
                      <a:pt x="12451" y="70662"/>
                      <a:pt x="13308" y="78649"/>
                    </a:cubicBezTo>
                    <a:cubicBezTo>
                      <a:pt x="14165" y="86635"/>
                      <a:pt x="6167" y="91199"/>
                      <a:pt x="5406" y="94432"/>
                    </a:cubicBezTo>
                    <a:cubicBezTo>
                      <a:pt x="4644" y="97665"/>
                      <a:pt x="-211" y="107078"/>
                      <a:pt x="3026" y="111832"/>
                    </a:cubicBezTo>
                    <a:cubicBezTo>
                      <a:pt x="6263" y="116586"/>
                      <a:pt x="-973" y="124382"/>
                      <a:pt x="3026" y="133130"/>
                    </a:cubicBezTo>
                    <a:cubicBezTo>
                      <a:pt x="7024" y="141877"/>
                      <a:pt x="4549" y="152906"/>
                      <a:pt x="6167" y="156044"/>
                    </a:cubicBezTo>
                    <a:cubicBezTo>
                      <a:pt x="7786" y="159182"/>
                      <a:pt x="22734" y="157660"/>
                      <a:pt x="25971" y="166313"/>
                    </a:cubicBezTo>
                    <a:cubicBezTo>
                      <a:pt x="29208" y="174965"/>
                      <a:pt x="6167" y="189988"/>
                      <a:pt x="5406" y="194837"/>
                    </a:cubicBezTo>
                    <a:cubicBezTo>
                      <a:pt x="5406" y="196833"/>
                      <a:pt x="6929" y="199115"/>
                      <a:pt x="9404" y="201492"/>
                    </a:cubicBezTo>
                    <a:cubicBezTo>
                      <a:pt x="19751" y="201953"/>
                      <a:pt x="30056" y="203096"/>
                      <a:pt x="40252" y="204915"/>
                    </a:cubicBezTo>
                    <a:cubicBezTo>
                      <a:pt x="67400" y="204673"/>
                      <a:pt x="94429" y="201291"/>
                      <a:pt x="120798" y="194837"/>
                    </a:cubicBezTo>
                    <a:cubicBezTo>
                      <a:pt x="122036" y="192460"/>
                      <a:pt x="118418" y="177627"/>
                      <a:pt x="118989" y="174680"/>
                    </a:cubicBezTo>
                    <a:cubicBezTo>
                      <a:pt x="122318" y="168918"/>
                      <a:pt x="128420" y="165312"/>
                      <a:pt x="135079" y="165172"/>
                    </a:cubicBezTo>
                    <a:cubicBezTo>
                      <a:pt x="142125" y="165742"/>
                      <a:pt x="148694" y="166883"/>
                      <a:pt x="148694" y="161559"/>
                    </a:cubicBezTo>
                    <a:cubicBezTo>
                      <a:pt x="148694" y="156234"/>
                      <a:pt x="167736" y="149769"/>
                      <a:pt x="170021" y="154523"/>
                    </a:cubicBezTo>
                    <a:cubicBezTo>
                      <a:pt x="172306" y="159277"/>
                      <a:pt x="178875" y="157470"/>
                      <a:pt x="179542" y="145585"/>
                    </a:cubicBezTo>
                    <a:cubicBezTo>
                      <a:pt x="180208" y="133700"/>
                      <a:pt x="178970" y="124858"/>
                      <a:pt x="186111" y="124287"/>
                    </a:cubicBezTo>
                    <a:cubicBezTo>
                      <a:pt x="193252" y="123717"/>
                      <a:pt x="200297" y="119533"/>
                      <a:pt x="199726" y="116015"/>
                    </a:cubicBezTo>
                    <a:cubicBezTo>
                      <a:pt x="199154" y="112497"/>
                      <a:pt x="190871" y="105366"/>
                      <a:pt x="193252" y="102989"/>
                    </a:cubicBezTo>
                    <a:cubicBezTo>
                      <a:pt x="195632" y="100612"/>
                      <a:pt x="213340" y="108884"/>
                      <a:pt x="215721" y="103560"/>
                    </a:cubicBezTo>
                    <a:cubicBezTo>
                      <a:pt x="218101" y="98235"/>
                      <a:pt x="214578" y="92340"/>
                      <a:pt x="217530" y="87586"/>
                    </a:cubicBezTo>
                    <a:cubicBezTo>
                      <a:pt x="220481" y="82832"/>
                      <a:pt x="227526" y="78078"/>
                      <a:pt x="227050" y="73419"/>
                    </a:cubicBezTo>
                    <a:cubicBezTo>
                      <a:pt x="226574" y="68760"/>
                      <a:pt x="227622" y="65718"/>
                      <a:pt x="223528" y="61534"/>
                    </a:cubicBezTo>
                    <a:cubicBezTo>
                      <a:pt x="219434" y="57351"/>
                      <a:pt x="221148" y="52026"/>
                      <a:pt x="226479" y="51551"/>
                    </a:cubicBezTo>
                    <a:cubicBezTo>
                      <a:pt x="227550" y="51332"/>
                      <a:pt x="228558" y="50878"/>
                      <a:pt x="229431" y="50220"/>
                    </a:cubicBezTo>
                    <a:cubicBezTo>
                      <a:pt x="233121" y="49823"/>
                      <a:pt x="236671" y="48587"/>
                      <a:pt x="239808" y="46607"/>
                    </a:cubicBezTo>
                    <a:cubicBezTo>
                      <a:pt x="247578" y="40808"/>
                      <a:pt x="257169" y="37975"/>
                      <a:pt x="266847" y="38620"/>
                    </a:cubicBezTo>
                    <a:cubicBezTo>
                      <a:pt x="274251" y="40199"/>
                      <a:pt x="281948" y="37865"/>
                      <a:pt x="287222" y="32440"/>
                    </a:cubicBezTo>
                    <a:cubicBezTo>
                      <a:pt x="283904" y="30706"/>
                      <a:pt x="280207" y="29824"/>
                      <a:pt x="276463" y="2987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50" name="Freeform 2858">
                <a:extLst>
                  <a:ext uri="{FF2B5EF4-FFF2-40B4-BE49-F238E27FC236}">
                    <a16:creationId xmlns:a16="http://schemas.microsoft.com/office/drawing/2014/main" id="{8FA6F382-6215-34D4-697C-B077D53EBD20}"/>
                  </a:ext>
                </a:extLst>
              </p:cNvPr>
              <p:cNvSpPr/>
              <p:nvPr/>
            </p:nvSpPr>
            <p:spPr>
              <a:xfrm>
                <a:off x="14844229" y="5743165"/>
                <a:ext cx="785737" cy="695004"/>
              </a:xfrm>
              <a:custGeom>
                <a:avLst/>
                <a:gdLst>
                  <a:gd name="connsiteX0" fmla="*/ 317781 w 333228"/>
                  <a:gd name="connsiteY0" fmla="*/ 32874 h 294748"/>
                  <a:gd name="connsiteX1" fmla="*/ 307594 w 333228"/>
                  <a:gd name="connsiteY1" fmla="*/ 17756 h 294748"/>
                  <a:gd name="connsiteX2" fmla="*/ 289314 w 333228"/>
                  <a:gd name="connsiteY2" fmla="*/ 2924 h 294748"/>
                  <a:gd name="connsiteX3" fmla="*/ 283220 w 333228"/>
                  <a:gd name="connsiteY3" fmla="*/ 4160 h 294748"/>
                  <a:gd name="connsiteX4" fmla="*/ 279603 w 333228"/>
                  <a:gd name="connsiteY4" fmla="*/ 1783 h 294748"/>
                  <a:gd name="connsiteX5" fmla="*/ 259228 w 333228"/>
                  <a:gd name="connsiteY5" fmla="*/ 7963 h 294748"/>
                  <a:gd name="connsiteX6" fmla="*/ 232189 w 333228"/>
                  <a:gd name="connsiteY6" fmla="*/ 15950 h 294748"/>
                  <a:gd name="connsiteX7" fmla="*/ 221811 w 333228"/>
                  <a:gd name="connsiteY7" fmla="*/ 19563 h 294748"/>
                  <a:gd name="connsiteX8" fmla="*/ 218860 w 333228"/>
                  <a:gd name="connsiteY8" fmla="*/ 20894 h 294748"/>
                  <a:gd name="connsiteX9" fmla="*/ 215908 w 333228"/>
                  <a:gd name="connsiteY9" fmla="*/ 30877 h 294748"/>
                  <a:gd name="connsiteX10" fmla="*/ 219431 w 333228"/>
                  <a:gd name="connsiteY10" fmla="*/ 42762 h 294748"/>
                  <a:gd name="connsiteX11" fmla="*/ 209910 w 333228"/>
                  <a:gd name="connsiteY11" fmla="*/ 56929 h 294748"/>
                  <a:gd name="connsiteX12" fmla="*/ 208101 w 333228"/>
                  <a:gd name="connsiteY12" fmla="*/ 72903 h 294748"/>
                  <a:gd name="connsiteX13" fmla="*/ 185632 w 333228"/>
                  <a:gd name="connsiteY13" fmla="*/ 72332 h 294748"/>
                  <a:gd name="connsiteX14" fmla="*/ 192106 w 333228"/>
                  <a:gd name="connsiteY14" fmla="*/ 85358 h 294748"/>
                  <a:gd name="connsiteX15" fmla="*/ 178491 w 333228"/>
                  <a:gd name="connsiteY15" fmla="*/ 93630 h 294748"/>
                  <a:gd name="connsiteX16" fmla="*/ 171922 w 333228"/>
                  <a:gd name="connsiteY16" fmla="*/ 114928 h 294748"/>
                  <a:gd name="connsiteX17" fmla="*/ 162401 w 333228"/>
                  <a:gd name="connsiteY17" fmla="*/ 123866 h 294748"/>
                  <a:gd name="connsiteX18" fmla="*/ 141075 w 333228"/>
                  <a:gd name="connsiteY18" fmla="*/ 130902 h 294748"/>
                  <a:gd name="connsiteX19" fmla="*/ 127460 w 333228"/>
                  <a:gd name="connsiteY19" fmla="*/ 134515 h 294748"/>
                  <a:gd name="connsiteX20" fmla="*/ 111370 w 333228"/>
                  <a:gd name="connsiteY20" fmla="*/ 144023 h 294748"/>
                  <a:gd name="connsiteX21" fmla="*/ 113179 w 333228"/>
                  <a:gd name="connsiteY21" fmla="*/ 164180 h 294748"/>
                  <a:gd name="connsiteX22" fmla="*/ 32633 w 333228"/>
                  <a:gd name="connsiteY22" fmla="*/ 174258 h 294748"/>
                  <a:gd name="connsiteX23" fmla="*/ 1785 w 333228"/>
                  <a:gd name="connsiteY23" fmla="*/ 170835 h 294748"/>
                  <a:gd name="connsiteX24" fmla="*/ 11306 w 333228"/>
                  <a:gd name="connsiteY24" fmla="*/ 181579 h 294748"/>
                  <a:gd name="connsiteX25" fmla="*/ 31871 w 333228"/>
                  <a:gd name="connsiteY25" fmla="*/ 198979 h 294748"/>
                  <a:gd name="connsiteX26" fmla="*/ 41392 w 333228"/>
                  <a:gd name="connsiteY26" fmla="*/ 221133 h 294748"/>
                  <a:gd name="connsiteX27" fmla="*/ 46057 w 333228"/>
                  <a:gd name="connsiteY27" fmla="*/ 236060 h 294748"/>
                  <a:gd name="connsiteX28" fmla="*/ 27872 w 333228"/>
                  <a:gd name="connsiteY28" fmla="*/ 241670 h 294748"/>
                  <a:gd name="connsiteX29" fmla="*/ 15210 w 333228"/>
                  <a:gd name="connsiteY29" fmla="*/ 262207 h 294748"/>
                  <a:gd name="connsiteX30" fmla="*/ 15781 w 333228"/>
                  <a:gd name="connsiteY30" fmla="*/ 267152 h 294748"/>
                  <a:gd name="connsiteX31" fmla="*/ 53102 w 333228"/>
                  <a:gd name="connsiteY31" fmla="*/ 264489 h 294748"/>
                  <a:gd name="connsiteX32" fmla="*/ 68526 w 333228"/>
                  <a:gd name="connsiteY32" fmla="*/ 262112 h 294748"/>
                  <a:gd name="connsiteX33" fmla="*/ 100802 w 333228"/>
                  <a:gd name="connsiteY33" fmla="*/ 262112 h 294748"/>
                  <a:gd name="connsiteX34" fmla="*/ 116796 w 333228"/>
                  <a:gd name="connsiteY34" fmla="*/ 266866 h 294748"/>
                  <a:gd name="connsiteX35" fmla="*/ 126317 w 333228"/>
                  <a:gd name="connsiteY35" fmla="*/ 277801 h 294748"/>
                  <a:gd name="connsiteX36" fmla="*/ 130411 w 333228"/>
                  <a:gd name="connsiteY36" fmla="*/ 291397 h 294748"/>
                  <a:gd name="connsiteX37" fmla="*/ 147930 w 333228"/>
                  <a:gd name="connsiteY37" fmla="*/ 299099 h 294748"/>
                  <a:gd name="connsiteX38" fmla="*/ 151167 w 333228"/>
                  <a:gd name="connsiteY38" fmla="*/ 301095 h 294748"/>
                  <a:gd name="connsiteX39" fmla="*/ 152405 w 333228"/>
                  <a:gd name="connsiteY39" fmla="*/ 299574 h 294748"/>
                  <a:gd name="connsiteX40" fmla="*/ 170589 w 333228"/>
                  <a:gd name="connsiteY40" fmla="*/ 286928 h 294748"/>
                  <a:gd name="connsiteX41" fmla="*/ 189631 w 333228"/>
                  <a:gd name="connsiteY41" fmla="*/ 286168 h 294748"/>
                  <a:gd name="connsiteX42" fmla="*/ 204578 w 333228"/>
                  <a:gd name="connsiteY42" fmla="*/ 282269 h 294748"/>
                  <a:gd name="connsiteX43" fmla="*/ 197533 w 333228"/>
                  <a:gd name="connsiteY43" fmla="*/ 264014 h 294748"/>
                  <a:gd name="connsiteX44" fmla="*/ 188774 w 333228"/>
                  <a:gd name="connsiteY44" fmla="*/ 243477 h 294748"/>
                  <a:gd name="connsiteX45" fmla="*/ 176111 w 333228"/>
                  <a:gd name="connsiteY45" fmla="*/ 229310 h 294748"/>
                  <a:gd name="connsiteX46" fmla="*/ 191154 w 333228"/>
                  <a:gd name="connsiteY46" fmla="*/ 210294 h 294748"/>
                  <a:gd name="connsiteX47" fmla="*/ 206197 w 333228"/>
                  <a:gd name="connsiteY47" fmla="*/ 211910 h 294748"/>
                  <a:gd name="connsiteX48" fmla="*/ 219717 w 333228"/>
                  <a:gd name="connsiteY48" fmla="*/ 211054 h 294748"/>
                  <a:gd name="connsiteX49" fmla="*/ 230761 w 333228"/>
                  <a:gd name="connsiteY49" fmla="*/ 196127 h 294748"/>
                  <a:gd name="connsiteX50" fmla="*/ 247327 w 333228"/>
                  <a:gd name="connsiteY50" fmla="*/ 185858 h 294748"/>
                  <a:gd name="connsiteX51" fmla="*/ 255324 w 333228"/>
                  <a:gd name="connsiteY51" fmla="*/ 164465 h 294748"/>
                  <a:gd name="connsiteX52" fmla="*/ 267130 w 333228"/>
                  <a:gd name="connsiteY52" fmla="*/ 154957 h 294748"/>
                  <a:gd name="connsiteX53" fmla="*/ 275004 w 333228"/>
                  <a:gd name="connsiteY53" fmla="*/ 144050 h 294748"/>
                  <a:gd name="connsiteX54" fmla="*/ 276651 w 333228"/>
                  <a:gd name="connsiteY54" fmla="*/ 143928 h 294748"/>
                  <a:gd name="connsiteX55" fmla="*/ 280554 w 333228"/>
                  <a:gd name="connsiteY55" fmla="*/ 128905 h 294748"/>
                  <a:gd name="connsiteX56" fmla="*/ 290837 w 333228"/>
                  <a:gd name="connsiteY56" fmla="*/ 113882 h 294748"/>
                  <a:gd name="connsiteX57" fmla="*/ 281316 w 333228"/>
                  <a:gd name="connsiteY57" fmla="*/ 105230 h 294748"/>
                  <a:gd name="connsiteX58" fmla="*/ 269415 w 333228"/>
                  <a:gd name="connsiteY58" fmla="*/ 86214 h 294748"/>
                  <a:gd name="connsiteX59" fmla="*/ 266273 w 333228"/>
                  <a:gd name="connsiteY59" fmla="*/ 67198 h 294748"/>
                  <a:gd name="connsiteX60" fmla="*/ 276461 w 333228"/>
                  <a:gd name="connsiteY60" fmla="*/ 55883 h 294748"/>
                  <a:gd name="connsiteX61" fmla="*/ 306547 w 333228"/>
                  <a:gd name="connsiteY61" fmla="*/ 61398 h 294748"/>
                  <a:gd name="connsiteX62" fmla="*/ 326255 w 333228"/>
                  <a:gd name="connsiteY62" fmla="*/ 53506 h 294748"/>
                  <a:gd name="connsiteX63" fmla="*/ 333490 w 333228"/>
                  <a:gd name="connsiteY63" fmla="*/ 41146 h 294748"/>
                  <a:gd name="connsiteX64" fmla="*/ 317781 w 333228"/>
                  <a:gd name="connsiteY64" fmla="*/ 32874 h 294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33228" h="294748">
                    <a:moveTo>
                      <a:pt x="317781" y="32874"/>
                    </a:moveTo>
                    <a:cubicBezTo>
                      <a:pt x="311678" y="30305"/>
                      <a:pt x="307679" y="24370"/>
                      <a:pt x="307594" y="17756"/>
                    </a:cubicBezTo>
                    <a:cubicBezTo>
                      <a:pt x="307594" y="15379"/>
                      <a:pt x="297026" y="9009"/>
                      <a:pt x="289314" y="2924"/>
                    </a:cubicBezTo>
                    <a:cubicBezTo>
                      <a:pt x="288362" y="2924"/>
                      <a:pt x="285981" y="3494"/>
                      <a:pt x="283220" y="4160"/>
                    </a:cubicBezTo>
                    <a:cubicBezTo>
                      <a:pt x="282145" y="3185"/>
                      <a:pt x="280925" y="2383"/>
                      <a:pt x="279603" y="1783"/>
                    </a:cubicBezTo>
                    <a:cubicBezTo>
                      <a:pt x="274329" y="7208"/>
                      <a:pt x="266632" y="9542"/>
                      <a:pt x="259228" y="7963"/>
                    </a:cubicBezTo>
                    <a:cubicBezTo>
                      <a:pt x="249549" y="7318"/>
                      <a:pt x="239959" y="10151"/>
                      <a:pt x="232189" y="15950"/>
                    </a:cubicBezTo>
                    <a:cubicBezTo>
                      <a:pt x="229052" y="17930"/>
                      <a:pt x="225501" y="19166"/>
                      <a:pt x="221811" y="19563"/>
                    </a:cubicBezTo>
                    <a:cubicBezTo>
                      <a:pt x="220939" y="20221"/>
                      <a:pt x="219931" y="20675"/>
                      <a:pt x="218860" y="20894"/>
                    </a:cubicBezTo>
                    <a:cubicBezTo>
                      <a:pt x="213528" y="21464"/>
                      <a:pt x="211719" y="26789"/>
                      <a:pt x="215908" y="30877"/>
                    </a:cubicBezTo>
                    <a:cubicBezTo>
                      <a:pt x="220097" y="34966"/>
                      <a:pt x="218860" y="38008"/>
                      <a:pt x="219431" y="42762"/>
                    </a:cubicBezTo>
                    <a:cubicBezTo>
                      <a:pt x="220002" y="47516"/>
                      <a:pt x="212957" y="52270"/>
                      <a:pt x="209910" y="56929"/>
                    </a:cubicBezTo>
                    <a:cubicBezTo>
                      <a:pt x="206863" y="61588"/>
                      <a:pt x="210481" y="67578"/>
                      <a:pt x="208101" y="72903"/>
                    </a:cubicBezTo>
                    <a:cubicBezTo>
                      <a:pt x="205721" y="78227"/>
                      <a:pt x="187917" y="69955"/>
                      <a:pt x="185632" y="72332"/>
                    </a:cubicBezTo>
                    <a:cubicBezTo>
                      <a:pt x="183347" y="74709"/>
                      <a:pt x="191535" y="81840"/>
                      <a:pt x="192106" y="85358"/>
                    </a:cubicBezTo>
                    <a:cubicBezTo>
                      <a:pt x="192677" y="88876"/>
                      <a:pt x="185632" y="93060"/>
                      <a:pt x="178491" y="93630"/>
                    </a:cubicBezTo>
                    <a:cubicBezTo>
                      <a:pt x="171351" y="94201"/>
                      <a:pt x="172493" y="103138"/>
                      <a:pt x="171922" y="114928"/>
                    </a:cubicBezTo>
                    <a:cubicBezTo>
                      <a:pt x="171351" y="126718"/>
                      <a:pt x="164210" y="128620"/>
                      <a:pt x="162401" y="123866"/>
                    </a:cubicBezTo>
                    <a:cubicBezTo>
                      <a:pt x="160592" y="119112"/>
                      <a:pt x="141075" y="125577"/>
                      <a:pt x="141075" y="130902"/>
                    </a:cubicBezTo>
                    <a:cubicBezTo>
                      <a:pt x="141075" y="136226"/>
                      <a:pt x="134505" y="135085"/>
                      <a:pt x="127460" y="134515"/>
                    </a:cubicBezTo>
                    <a:cubicBezTo>
                      <a:pt x="120800" y="134656"/>
                      <a:pt x="114699" y="138261"/>
                      <a:pt x="111370" y="144023"/>
                    </a:cubicBezTo>
                    <a:cubicBezTo>
                      <a:pt x="110798" y="146970"/>
                      <a:pt x="114416" y="161803"/>
                      <a:pt x="113179" y="164180"/>
                    </a:cubicBezTo>
                    <a:cubicBezTo>
                      <a:pt x="86810" y="170634"/>
                      <a:pt x="59781" y="174016"/>
                      <a:pt x="32633" y="174258"/>
                    </a:cubicBezTo>
                    <a:cubicBezTo>
                      <a:pt x="22437" y="172439"/>
                      <a:pt x="12132" y="171296"/>
                      <a:pt x="1785" y="170835"/>
                    </a:cubicBezTo>
                    <a:cubicBezTo>
                      <a:pt x="5575" y="173821"/>
                      <a:pt x="8799" y="177460"/>
                      <a:pt x="11306" y="181579"/>
                    </a:cubicBezTo>
                    <a:cubicBezTo>
                      <a:pt x="15715" y="189765"/>
                      <a:pt x="23061" y="195981"/>
                      <a:pt x="31871" y="198979"/>
                    </a:cubicBezTo>
                    <a:cubicBezTo>
                      <a:pt x="41392" y="202878"/>
                      <a:pt x="36631" y="219517"/>
                      <a:pt x="41392" y="221133"/>
                    </a:cubicBezTo>
                    <a:cubicBezTo>
                      <a:pt x="46152" y="222749"/>
                      <a:pt x="52436" y="235300"/>
                      <a:pt x="46057" y="236060"/>
                    </a:cubicBezTo>
                    <a:cubicBezTo>
                      <a:pt x="39711" y="236844"/>
                      <a:pt x="33555" y="238743"/>
                      <a:pt x="27872" y="241670"/>
                    </a:cubicBezTo>
                    <a:cubicBezTo>
                      <a:pt x="20013" y="245476"/>
                      <a:pt x="15074" y="253486"/>
                      <a:pt x="15210" y="262207"/>
                    </a:cubicBezTo>
                    <a:cubicBezTo>
                      <a:pt x="15210" y="263444"/>
                      <a:pt x="15210" y="265155"/>
                      <a:pt x="15781" y="267152"/>
                    </a:cubicBezTo>
                    <a:cubicBezTo>
                      <a:pt x="31871" y="267152"/>
                      <a:pt x="51103" y="267152"/>
                      <a:pt x="53102" y="264489"/>
                    </a:cubicBezTo>
                    <a:cubicBezTo>
                      <a:pt x="57234" y="260541"/>
                      <a:pt x="63395" y="259592"/>
                      <a:pt x="68526" y="262112"/>
                    </a:cubicBezTo>
                    <a:cubicBezTo>
                      <a:pt x="78956" y="265866"/>
                      <a:pt x="90371" y="265866"/>
                      <a:pt x="100802" y="262112"/>
                    </a:cubicBezTo>
                    <a:cubicBezTo>
                      <a:pt x="110322" y="256693"/>
                      <a:pt x="116511" y="262112"/>
                      <a:pt x="116796" y="266866"/>
                    </a:cubicBezTo>
                    <a:cubicBezTo>
                      <a:pt x="117082" y="271620"/>
                      <a:pt x="121557" y="273617"/>
                      <a:pt x="126317" y="277801"/>
                    </a:cubicBezTo>
                    <a:cubicBezTo>
                      <a:pt x="131078" y="281984"/>
                      <a:pt x="127460" y="286643"/>
                      <a:pt x="130411" y="291397"/>
                    </a:cubicBezTo>
                    <a:cubicBezTo>
                      <a:pt x="133363" y="296151"/>
                      <a:pt x="139361" y="295200"/>
                      <a:pt x="147930" y="299099"/>
                    </a:cubicBezTo>
                    <a:cubicBezTo>
                      <a:pt x="149105" y="299594"/>
                      <a:pt x="150197" y="300267"/>
                      <a:pt x="151167" y="301095"/>
                    </a:cubicBezTo>
                    <a:lnTo>
                      <a:pt x="152405" y="299574"/>
                    </a:lnTo>
                    <a:cubicBezTo>
                      <a:pt x="157165" y="294059"/>
                      <a:pt x="157926" y="284551"/>
                      <a:pt x="170589" y="286928"/>
                    </a:cubicBezTo>
                    <a:cubicBezTo>
                      <a:pt x="183252" y="289305"/>
                      <a:pt x="182490" y="284551"/>
                      <a:pt x="189631" y="286168"/>
                    </a:cubicBezTo>
                    <a:cubicBezTo>
                      <a:pt x="196771" y="287784"/>
                      <a:pt x="201437" y="286928"/>
                      <a:pt x="204578" y="282269"/>
                    </a:cubicBezTo>
                    <a:cubicBezTo>
                      <a:pt x="207720" y="277611"/>
                      <a:pt x="201437" y="268007"/>
                      <a:pt x="197533" y="264014"/>
                    </a:cubicBezTo>
                    <a:cubicBezTo>
                      <a:pt x="191941" y="258641"/>
                      <a:pt x="188779" y="251227"/>
                      <a:pt x="188774" y="243477"/>
                    </a:cubicBezTo>
                    <a:cubicBezTo>
                      <a:pt x="189631" y="235585"/>
                      <a:pt x="176111" y="235585"/>
                      <a:pt x="176111" y="229310"/>
                    </a:cubicBezTo>
                    <a:cubicBezTo>
                      <a:pt x="176111" y="223034"/>
                      <a:pt x="188774" y="212671"/>
                      <a:pt x="191154" y="210294"/>
                    </a:cubicBezTo>
                    <a:cubicBezTo>
                      <a:pt x="193534" y="207917"/>
                      <a:pt x="203817" y="216664"/>
                      <a:pt x="206197" y="211910"/>
                    </a:cubicBezTo>
                    <a:cubicBezTo>
                      <a:pt x="208577" y="207156"/>
                      <a:pt x="215718" y="210294"/>
                      <a:pt x="219717" y="211054"/>
                    </a:cubicBezTo>
                    <a:cubicBezTo>
                      <a:pt x="223715" y="211815"/>
                      <a:pt x="229904" y="203163"/>
                      <a:pt x="230761" y="196127"/>
                    </a:cubicBezTo>
                    <a:cubicBezTo>
                      <a:pt x="231618" y="189091"/>
                      <a:pt x="245042" y="188140"/>
                      <a:pt x="247327" y="185858"/>
                    </a:cubicBezTo>
                    <a:cubicBezTo>
                      <a:pt x="250449" y="178905"/>
                      <a:pt x="253120" y="171760"/>
                      <a:pt x="255324" y="164465"/>
                    </a:cubicBezTo>
                    <a:cubicBezTo>
                      <a:pt x="256848" y="161327"/>
                      <a:pt x="267130" y="163704"/>
                      <a:pt x="267130" y="154957"/>
                    </a:cubicBezTo>
                    <a:cubicBezTo>
                      <a:pt x="266289" y="149774"/>
                      <a:pt x="269814" y="144890"/>
                      <a:pt x="275004" y="144050"/>
                    </a:cubicBezTo>
                    <a:cubicBezTo>
                      <a:pt x="275549" y="143961"/>
                      <a:pt x="276100" y="143921"/>
                      <a:pt x="276651" y="143928"/>
                    </a:cubicBezTo>
                    <a:cubicBezTo>
                      <a:pt x="281412" y="143167"/>
                      <a:pt x="279793" y="135275"/>
                      <a:pt x="280554" y="128905"/>
                    </a:cubicBezTo>
                    <a:cubicBezTo>
                      <a:pt x="280742" y="122319"/>
                      <a:pt x="284760" y="116448"/>
                      <a:pt x="290837" y="113882"/>
                    </a:cubicBezTo>
                    <a:cubicBezTo>
                      <a:pt x="297216" y="112361"/>
                      <a:pt x="288552" y="103614"/>
                      <a:pt x="281316" y="105230"/>
                    </a:cubicBezTo>
                    <a:cubicBezTo>
                      <a:pt x="274080" y="106846"/>
                      <a:pt x="269415" y="86214"/>
                      <a:pt x="269415" y="86214"/>
                    </a:cubicBezTo>
                    <a:cubicBezTo>
                      <a:pt x="269415" y="86214"/>
                      <a:pt x="270177" y="69670"/>
                      <a:pt x="266273" y="67198"/>
                    </a:cubicBezTo>
                    <a:cubicBezTo>
                      <a:pt x="262370" y="64726"/>
                      <a:pt x="267702" y="55883"/>
                      <a:pt x="276461" y="55883"/>
                    </a:cubicBezTo>
                    <a:cubicBezTo>
                      <a:pt x="285220" y="55883"/>
                      <a:pt x="301024" y="65391"/>
                      <a:pt x="306547" y="61398"/>
                    </a:cubicBezTo>
                    <a:cubicBezTo>
                      <a:pt x="312833" y="58112"/>
                      <a:pt x="319436" y="55468"/>
                      <a:pt x="326255" y="53506"/>
                    </a:cubicBezTo>
                    <a:cubicBezTo>
                      <a:pt x="328730" y="52270"/>
                      <a:pt x="331967" y="44664"/>
                      <a:pt x="333490" y="41146"/>
                    </a:cubicBezTo>
                    <a:cubicBezTo>
                      <a:pt x="328451" y="38030"/>
                      <a:pt x="323202" y="35266"/>
                      <a:pt x="317781" y="3287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51" name="Freeform 2860">
                <a:extLst>
                  <a:ext uri="{FF2B5EF4-FFF2-40B4-BE49-F238E27FC236}">
                    <a16:creationId xmlns:a16="http://schemas.microsoft.com/office/drawing/2014/main" id="{DF7CCB5B-9A46-F59C-94B8-353FB7074B84}"/>
                  </a:ext>
                </a:extLst>
              </p:cNvPr>
              <p:cNvSpPr/>
              <p:nvPr/>
            </p:nvSpPr>
            <p:spPr>
              <a:xfrm>
                <a:off x="17779062" y="7993034"/>
                <a:ext cx="157147" cy="44839"/>
              </a:xfrm>
              <a:custGeom>
                <a:avLst/>
                <a:gdLst>
                  <a:gd name="connsiteX0" fmla="*/ 8259 w 66645"/>
                  <a:gd name="connsiteY0" fmla="*/ 18862 h 19016"/>
                  <a:gd name="connsiteX1" fmla="*/ 1785 w 66645"/>
                  <a:gd name="connsiteY1" fmla="*/ 20479 h 19016"/>
                  <a:gd name="connsiteX2" fmla="*/ 8355 w 66645"/>
                  <a:gd name="connsiteY2" fmla="*/ 24092 h 19016"/>
                  <a:gd name="connsiteX3" fmla="*/ 11306 w 66645"/>
                  <a:gd name="connsiteY3" fmla="*/ 18387 h 19016"/>
                  <a:gd name="connsiteX4" fmla="*/ 8545 w 66645"/>
                  <a:gd name="connsiteY4" fmla="*/ 18387 h 19016"/>
                  <a:gd name="connsiteX5" fmla="*/ 36822 w 66645"/>
                  <a:gd name="connsiteY5" fmla="*/ 3459 h 19016"/>
                  <a:gd name="connsiteX6" fmla="*/ 19684 w 66645"/>
                  <a:gd name="connsiteY6" fmla="*/ 14393 h 19016"/>
                  <a:gd name="connsiteX7" fmla="*/ 17971 w 66645"/>
                  <a:gd name="connsiteY7" fmla="*/ 15630 h 19016"/>
                  <a:gd name="connsiteX8" fmla="*/ 24254 w 66645"/>
                  <a:gd name="connsiteY8" fmla="*/ 22285 h 19016"/>
                  <a:gd name="connsiteX9" fmla="*/ 66527 w 66645"/>
                  <a:gd name="connsiteY9" fmla="*/ 3269 h 19016"/>
                  <a:gd name="connsiteX10" fmla="*/ 36632 w 66645"/>
                  <a:gd name="connsiteY10" fmla="*/ 3459 h 19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645" h="19016">
                    <a:moveTo>
                      <a:pt x="8259" y="18862"/>
                    </a:moveTo>
                    <a:cubicBezTo>
                      <a:pt x="6028" y="19050"/>
                      <a:pt x="3842" y="19596"/>
                      <a:pt x="1785" y="20479"/>
                    </a:cubicBezTo>
                    <a:cubicBezTo>
                      <a:pt x="3785" y="22761"/>
                      <a:pt x="6641" y="25328"/>
                      <a:pt x="8355" y="24092"/>
                    </a:cubicBezTo>
                    <a:cubicBezTo>
                      <a:pt x="9731" y="22420"/>
                      <a:pt x="10737" y="20476"/>
                      <a:pt x="11306" y="18387"/>
                    </a:cubicBezTo>
                    <a:lnTo>
                      <a:pt x="8545" y="18387"/>
                    </a:lnTo>
                    <a:close/>
                    <a:moveTo>
                      <a:pt x="36822" y="3459"/>
                    </a:moveTo>
                    <a:cubicBezTo>
                      <a:pt x="28825" y="3459"/>
                      <a:pt x="25682" y="9639"/>
                      <a:pt x="19684" y="14393"/>
                    </a:cubicBezTo>
                    <a:lnTo>
                      <a:pt x="17971" y="15630"/>
                    </a:lnTo>
                    <a:cubicBezTo>
                      <a:pt x="20410" y="17496"/>
                      <a:pt x="22532" y="19743"/>
                      <a:pt x="24254" y="22285"/>
                    </a:cubicBezTo>
                    <a:cubicBezTo>
                      <a:pt x="35775" y="15440"/>
                      <a:pt x="65004" y="6977"/>
                      <a:pt x="66527" y="3269"/>
                    </a:cubicBezTo>
                    <a:cubicBezTo>
                      <a:pt x="68050" y="-439"/>
                      <a:pt x="48533" y="4030"/>
                      <a:pt x="36632" y="34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</p:grpSp>
        <p:grpSp>
          <p:nvGrpSpPr>
            <p:cNvPr id="41" name="Group 656">
              <a:extLst>
                <a:ext uri="{FF2B5EF4-FFF2-40B4-BE49-F238E27FC236}">
                  <a16:creationId xmlns:a16="http://schemas.microsoft.com/office/drawing/2014/main" id="{A273D8A4-3C39-4EAA-ED60-CD48CB2132E4}"/>
                </a:ext>
              </a:extLst>
            </p:cNvPr>
            <p:cNvGrpSpPr/>
            <p:nvPr/>
          </p:nvGrpSpPr>
          <p:grpSpPr>
            <a:xfrm>
              <a:off x="5637419" y="2195126"/>
              <a:ext cx="1177082" cy="1518361"/>
              <a:chOff x="11480107" y="2528592"/>
              <a:chExt cx="2579286" cy="3327113"/>
            </a:xfrm>
            <a:grpFill/>
          </p:grpSpPr>
          <p:sp>
            <p:nvSpPr>
              <p:cNvPr id="45" name="Freeform 2772">
                <a:extLst>
                  <a:ext uri="{FF2B5EF4-FFF2-40B4-BE49-F238E27FC236}">
                    <a16:creationId xmlns:a16="http://schemas.microsoft.com/office/drawing/2014/main" id="{30977EB7-FEDE-B91F-B36C-23D09A8C9AA6}"/>
                  </a:ext>
                </a:extLst>
              </p:cNvPr>
              <p:cNvSpPr/>
              <p:nvPr/>
            </p:nvSpPr>
            <p:spPr>
              <a:xfrm>
                <a:off x="13183858" y="5458434"/>
                <a:ext cx="875535" cy="336290"/>
              </a:xfrm>
              <a:custGeom>
                <a:avLst/>
                <a:gdLst>
                  <a:gd name="connsiteX0" fmla="*/ 365861 w 371311"/>
                  <a:gd name="connsiteY0" fmla="*/ 103043 h 142620"/>
                  <a:gd name="connsiteX1" fmla="*/ 365861 w 371311"/>
                  <a:gd name="connsiteY1" fmla="*/ 81745 h 142620"/>
                  <a:gd name="connsiteX2" fmla="*/ 365005 w 371311"/>
                  <a:gd name="connsiteY2" fmla="*/ 65201 h 142620"/>
                  <a:gd name="connsiteX3" fmla="*/ 370241 w 371311"/>
                  <a:gd name="connsiteY3" fmla="*/ 54838 h 142620"/>
                  <a:gd name="connsiteX4" fmla="*/ 366623 w 371311"/>
                  <a:gd name="connsiteY4" fmla="*/ 47516 h 142620"/>
                  <a:gd name="connsiteX5" fmla="*/ 351199 w 371311"/>
                  <a:gd name="connsiteY5" fmla="*/ 41051 h 142620"/>
                  <a:gd name="connsiteX6" fmla="*/ 345868 w 371311"/>
                  <a:gd name="connsiteY6" fmla="*/ 23841 h 142620"/>
                  <a:gd name="connsiteX7" fmla="*/ 331682 w 371311"/>
                  <a:gd name="connsiteY7" fmla="*/ 12622 h 142620"/>
                  <a:gd name="connsiteX8" fmla="*/ 310736 w 371311"/>
                  <a:gd name="connsiteY8" fmla="*/ 13192 h 142620"/>
                  <a:gd name="connsiteX9" fmla="*/ 273605 w 371311"/>
                  <a:gd name="connsiteY9" fmla="*/ 25648 h 142620"/>
                  <a:gd name="connsiteX10" fmla="*/ 238568 w 371311"/>
                  <a:gd name="connsiteY10" fmla="*/ 26504 h 142620"/>
                  <a:gd name="connsiteX11" fmla="*/ 214861 w 371311"/>
                  <a:gd name="connsiteY11" fmla="*/ 18802 h 142620"/>
                  <a:gd name="connsiteX12" fmla="*/ 197153 w 371311"/>
                  <a:gd name="connsiteY12" fmla="*/ 10815 h 142620"/>
                  <a:gd name="connsiteX13" fmla="*/ 167162 w 371311"/>
                  <a:gd name="connsiteY13" fmla="*/ 2829 h 142620"/>
                  <a:gd name="connsiteX14" fmla="*/ 106419 w 371311"/>
                  <a:gd name="connsiteY14" fmla="*/ 21845 h 142620"/>
                  <a:gd name="connsiteX15" fmla="*/ 62623 w 371311"/>
                  <a:gd name="connsiteY15" fmla="*/ 24222 h 142620"/>
                  <a:gd name="connsiteX16" fmla="*/ 52531 w 371311"/>
                  <a:gd name="connsiteY16" fmla="*/ 39625 h 142620"/>
                  <a:gd name="connsiteX17" fmla="*/ 10449 w 371311"/>
                  <a:gd name="connsiteY17" fmla="*/ 43143 h 142620"/>
                  <a:gd name="connsiteX18" fmla="*/ 6355 w 371311"/>
                  <a:gd name="connsiteY18" fmla="*/ 57975 h 142620"/>
                  <a:gd name="connsiteX19" fmla="*/ 14638 w 371311"/>
                  <a:gd name="connsiteY19" fmla="*/ 63585 h 142620"/>
                  <a:gd name="connsiteX20" fmla="*/ 16352 w 371311"/>
                  <a:gd name="connsiteY20" fmla="*/ 78417 h 142620"/>
                  <a:gd name="connsiteX21" fmla="*/ 16537 w 371311"/>
                  <a:gd name="connsiteY21" fmla="*/ 91862 h 142620"/>
                  <a:gd name="connsiteX22" fmla="*/ 17019 w 371311"/>
                  <a:gd name="connsiteY22" fmla="*/ 92299 h 142620"/>
                  <a:gd name="connsiteX23" fmla="*/ 17019 w 371311"/>
                  <a:gd name="connsiteY23" fmla="*/ 103233 h 142620"/>
                  <a:gd name="connsiteX24" fmla="*/ 27016 w 371311"/>
                  <a:gd name="connsiteY24" fmla="*/ 113597 h 142620"/>
                  <a:gd name="connsiteX25" fmla="*/ 40059 w 371311"/>
                  <a:gd name="connsiteY25" fmla="*/ 121584 h 142620"/>
                  <a:gd name="connsiteX26" fmla="*/ 50151 w 371311"/>
                  <a:gd name="connsiteY26" fmla="*/ 124531 h 142620"/>
                  <a:gd name="connsiteX27" fmla="*/ 62623 w 371311"/>
                  <a:gd name="connsiteY27" fmla="*/ 137272 h 142620"/>
                  <a:gd name="connsiteX28" fmla="*/ 88330 w 371311"/>
                  <a:gd name="connsiteY28" fmla="*/ 132518 h 142620"/>
                  <a:gd name="connsiteX29" fmla="*/ 104705 w 371311"/>
                  <a:gd name="connsiteY29" fmla="*/ 125102 h 142620"/>
                  <a:gd name="connsiteX30" fmla="*/ 131935 w 371311"/>
                  <a:gd name="connsiteY30" fmla="*/ 141075 h 142620"/>
                  <a:gd name="connsiteX31" fmla="*/ 152690 w 371311"/>
                  <a:gd name="connsiteY31" fmla="*/ 137557 h 142620"/>
                  <a:gd name="connsiteX32" fmla="*/ 171732 w 371311"/>
                  <a:gd name="connsiteY32" fmla="*/ 125767 h 142620"/>
                  <a:gd name="connsiteX33" fmla="*/ 187155 w 371311"/>
                  <a:gd name="connsiteY33" fmla="*/ 129571 h 142620"/>
                  <a:gd name="connsiteX34" fmla="*/ 202579 w 371311"/>
                  <a:gd name="connsiteY34" fmla="*/ 125387 h 142620"/>
                  <a:gd name="connsiteX35" fmla="*/ 197248 w 371311"/>
                  <a:gd name="connsiteY35" fmla="*/ 141360 h 142620"/>
                  <a:gd name="connsiteX36" fmla="*/ 197248 w 371311"/>
                  <a:gd name="connsiteY36" fmla="*/ 148206 h 142620"/>
                  <a:gd name="connsiteX37" fmla="*/ 209149 w 371311"/>
                  <a:gd name="connsiteY37" fmla="*/ 134325 h 142620"/>
                  <a:gd name="connsiteX38" fmla="*/ 217051 w 371311"/>
                  <a:gd name="connsiteY38" fmla="*/ 129571 h 142620"/>
                  <a:gd name="connsiteX39" fmla="*/ 235236 w 371311"/>
                  <a:gd name="connsiteY39" fmla="*/ 129571 h 142620"/>
                  <a:gd name="connsiteX40" fmla="*/ 247898 w 371311"/>
                  <a:gd name="connsiteY40" fmla="*/ 127194 h 142620"/>
                  <a:gd name="connsiteX41" fmla="*/ 270844 w 371311"/>
                  <a:gd name="connsiteY41" fmla="*/ 127954 h 142620"/>
                  <a:gd name="connsiteX42" fmla="*/ 297788 w 371311"/>
                  <a:gd name="connsiteY42" fmla="*/ 120063 h 142620"/>
                  <a:gd name="connsiteX43" fmla="*/ 319876 w 371311"/>
                  <a:gd name="connsiteY43" fmla="*/ 116925 h 142620"/>
                  <a:gd name="connsiteX44" fmla="*/ 327397 w 371311"/>
                  <a:gd name="connsiteY44" fmla="*/ 119207 h 142620"/>
                  <a:gd name="connsiteX45" fmla="*/ 336347 w 371311"/>
                  <a:gd name="connsiteY45" fmla="*/ 112361 h 142620"/>
                  <a:gd name="connsiteX46" fmla="*/ 354151 w 371311"/>
                  <a:gd name="connsiteY46" fmla="*/ 115974 h 142620"/>
                  <a:gd name="connsiteX47" fmla="*/ 375287 w 371311"/>
                  <a:gd name="connsiteY47" fmla="*/ 119302 h 142620"/>
                  <a:gd name="connsiteX48" fmla="*/ 365861 w 371311"/>
                  <a:gd name="connsiteY48" fmla="*/ 103043 h 142620"/>
                  <a:gd name="connsiteX49" fmla="*/ 32062 w 371311"/>
                  <a:gd name="connsiteY49" fmla="*/ 26979 h 142620"/>
                  <a:gd name="connsiteX50" fmla="*/ 59101 w 371311"/>
                  <a:gd name="connsiteY50" fmla="*/ 24317 h 142620"/>
                  <a:gd name="connsiteX51" fmla="*/ 43963 w 371311"/>
                  <a:gd name="connsiteY51" fmla="*/ 12242 h 142620"/>
                  <a:gd name="connsiteX52" fmla="*/ 39012 w 371311"/>
                  <a:gd name="connsiteY52" fmla="*/ 1783 h 142620"/>
                  <a:gd name="connsiteX53" fmla="*/ 30919 w 371311"/>
                  <a:gd name="connsiteY53" fmla="*/ 3304 h 142620"/>
                  <a:gd name="connsiteX54" fmla="*/ 10449 w 371311"/>
                  <a:gd name="connsiteY54" fmla="*/ 3304 h 142620"/>
                  <a:gd name="connsiteX55" fmla="*/ 12258 w 371311"/>
                  <a:gd name="connsiteY55" fmla="*/ 16615 h 142620"/>
                  <a:gd name="connsiteX56" fmla="*/ 6451 w 371311"/>
                  <a:gd name="connsiteY56" fmla="*/ 26123 h 142620"/>
                  <a:gd name="connsiteX57" fmla="*/ 1785 w 371311"/>
                  <a:gd name="connsiteY57" fmla="*/ 33064 h 142620"/>
                  <a:gd name="connsiteX58" fmla="*/ 13401 w 371311"/>
                  <a:gd name="connsiteY58" fmla="*/ 38769 h 142620"/>
                  <a:gd name="connsiteX59" fmla="*/ 32062 w 371311"/>
                  <a:gd name="connsiteY59" fmla="*/ 26789 h 142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71311" h="142620">
                    <a:moveTo>
                      <a:pt x="365861" y="103043"/>
                    </a:moveTo>
                    <a:cubicBezTo>
                      <a:pt x="362624" y="102282"/>
                      <a:pt x="367385" y="84883"/>
                      <a:pt x="365861" y="81745"/>
                    </a:cubicBezTo>
                    <a:cubicBezTo>
                      <a:pt x="364338" y="78608"/>
                      <a:pt x="360244" y="65201"/>
                      <a:pt x="365005" y="65201"/>
                    </a:cubicBezTo>
                    <a:cubicBezTo>
                      <a:pt x="369765" y="65201"/>
                      <a:pt x="365005" y="55693"/>
                      <a:pt x="370241" y="54838"/>
                    </a:cubicBezTo>
                    <a:cubicBezTo>
                      <a:pt x="369538" y="52180"/>
                      <a:pt x="368307" y="49690"/>
                      <a:pt x="366623" y="47516"/>
                    </a:cubicBezTo>
                    <a:cubicBezTo>
                      <a:pt x="363672" y="45139"/>
                      <a:pt x="354722" y="49893"/>
                      <a:pt x="351199" y="41051"/>
                    </a:cubicBezTo>
                    <a:cubicBezTo>
                      <a:pt x="347677" y="32208"/>
                      <a:pt x="351199" y="30972"/>
                      <a:pt x="345868" y="23841"/>
                    </a:cubicBezTo>
                    <a:cubicBezTo>
                      <a:pt x="340536" y="16710"/>
                      <a:pt x="338156" y="9674"/>
                      <a:pt x="331682" y="12622"/>
                    </a:cubicBezTo>
                    <a:cubicBezTo>
                      <a:pt x="324783" y="13996"/>
                      <a:pt x="317700" y="14189"/>
                      <a:pt x="310736" y="13192"/>
                    </a:cubicBezTo>
                    <a:cubicBezTo>
                      <a:pt x="301215" y="22035"/>
                      <a:pt x="279983" y="28025"/>
                      <a:pt x="273605" y="25648"/>
                    </a:cubicBezTo>
                    <a:cubicBezTo>
                      <a:pt x="265512" y="22700"/>
                      <a:pt x="250184" y="26504"/>
                      <a:pt x="238568" y="26504"/>
                    </a:cubicBezTo>
                    <a:cubicBezTo>
                      <a:pt x="226953" y="26504"/>
                      <a:pt x="223811" y="18232"/>
                      <a:pt x="214861" y="18802"/>
                    </a:cubicBezTo>
                    <a:cubicBezTo>
                      <a:pt x="205911" y="19373"/>
                      <a:pt x="206007" y="10815"/>
                      <a:pt x="197153" y="10815"/>
                    </a:cubicBezTo>
                    <a:cubicBezTo>
                      <a:pt x="188298" y="10815"/>
                      <a:pt x="195058" y="6347"/>
                      <a:pt x="167162" y="2829"/>
                    </a:cubicBezTo>
                    <a:cubicBezTo>
                      <a:pt x="145193" y="898"/>
                      <a:pt x="123353" y="7735"/>
                      <a:pt x="106419" y="21845"/>
                    </a:cubicBezTo>
                    <a:cubicBezTo>
                      <a:pt x="97565" y="29546"/>
                      <a:pt x="65575" y="21845"/>
                      <a:pt x="62623" y="24222"/>
                    </a:cubicBezTo>
                    <a:cubicBezTo>
                      <a:pt x="59672" y="26599"/>
                      <a:pt x="63195" y="35441"/>
                      <a:pt x="52531" y="39625"/>
                    </a:cubicBezTo>
                    <a:cubicBezTo>
                      <a:pt x="41868" y="43808"/>
                      <a:pt x="18447" y="39625"/>
                      <a:pt x="10449" y="43143"/>
                    </a:cubicBezTo>
                    <a:cubicBezTo>
                      <a:pt x="2452" y="46661"/>
                      <a:pt x="-500" y="58546"/>
                      <a:pt x="6355" y="57975"/>
                    </a:cubicBezTo>
                    <a:cubicBezTo>
                      <a:pt x="13210" y="57405"/>
                      <a:pt x="16638" y="60637"/>
                      <a:pt x="14638" y="63585"/>
                    </a:cubicBezTo>
                    <a:cubicBezTo>
                      <a:pt x="12639" y="66532"/>
                      <a:pt x="20256" y="74804"/>
                      <a:pt x="16352" y="78417"/>
                    </a:cubicBezTo>
                    <a:cubicBezTo>
                      <a:pt x="12686" y="82181"/>
                      <a:pt x="12769" y="88201"/>
                      <a:pt x="16537" y="91862"/>
                    </a:cubicBezTo>
                    <a:cubicBezTo>
                      <a:pt x="16693" y="92013"/>
                      <a:pt x="16853" y="92159"/>
                      <a:pt x="17019" y="92299"/>
                    </a:cubicBezTo>
                    <a:cubicBezTo>
                      <a:pt x="21684" y="95817"/>
                      <a:pt x="22636" y="102378"/>
                      <a:pt x="17019" y="103233"/>
                    </a:cubicBezTo>
                    <a:cubicBezTo>
                      <a:pt x="11401" y="104089"/>
                      <a:pt x="26539" y="110650"/>
                      <a:pt x="27016" y="113597"/>
                    </a:cubicBezTo>
                    <a:cubicBezTo>
                      <a:pt x="27491" y="116545"/>
                      <a:pt x="40059" y="118066"/>
                      <a:pt x="40059" y="121584"/>
                    </a:cubicBezTo>
                    <a:cubicBezTo>
                      <a:pt x="40059" y="125102"/>
                      <a:pt x="43963" y="126338"/>
                      <a:pt x="50151" y="124531"/>
                    </a:cubicBezTo>
                    <a:cubicBezTo>
                      <a:pt x="56340" y="122725"/>
                      <a:pt x="58815" y="131377"/>
                      <a:pt x="62623" y="137272"/>
                    </a:cubicBezTo>
                    <a:cubicBezTo>
                      <a:pt x="66432" y="143167"/>
                      <a:pt x="88330" y="139079"/>
                      <a:pt x="88330" y="132518"/>
                    </a:cubicBezTo>
                    <a:cubicBezTo>
                      <a:pt x="88330" y="125957"/>
                      <a:pt x="94899" y="124246"/>
                      <a:pt x="104705" y="125102"/>
                    </a:cubicBezTo>
                    <a:cubicBezTo>
                      <a:pt x="114512" y="125957"/>
                      <a:pt x="127174" y="139364"/>
                      <a:pt x="131935" y="141075"/>
                    </a:cubicBezTo>
                    <a:cubicBezTo>
                      <a:pt x="136695" y="142787"/>
                      <a:pt x="146406" y="137557"/>
                      <a:pt x="152690" y="137557"/>
                    </a:cubicBezTo>
                    <a:cubicBezTo>
                      <a:pt x="158974" y="137557"/>
                      <a:pt x="167733" y="128049"/>
                      <a:pt x="171732" y="125767"/>
                    </a:cubicBezTo>
                    <a:cubicBezTo>
                      <a:pt x="175731" y="123485"/>
                      <a:pt x="181253" y="132518"/>
                      <a:pt x="187155" y="129571"/>
                    </a:cubicBezTo>
                    <a:cubicBezTo>
                      <a:pt x="193059" y="126623"/>
                      <a:pt x="198961" y="123390"/>
                      <a:pt x="202579" y="125387"/>
                    </a:cubicBezTo>
                    <a:cubicBezTo>
                      <a:pt x="206197" y="127384"/>
                      <a:pt x="193915" y="136702"/>
                      <a:pt x="197248" y="141360"/>
                    </a:cubicBezTo>
                    <a:cubicBezTo>
                      <a:pt x="198158" y="143552"/>
                      <a:pt x="198158" y="146015"/>
                      <a:pt x="197248" y="148206"/>
                    </a:cubicBezTo>
                    <a:cubicBezTo>
                      <a:pt x="209529" y="146495"/>
                      <a:pt x="208387" y="138033"/>
                      <a:pt x="209149" y="134325"/>
                    </a:cubicBezTo>
                    <a:cubicBezTo>
                      <a:pt x="209910" y="130616"/>
                      <a:pt x="213052" y="126433"/>
                      <a:pt x="217051" y="129571"/>
                    </a:cubicBezTo>
                    <a:cubicBezTo>
                      <a:pt x="222563" y="133215"/>
                      <a:pt x="229723" y="133215"/>
                      <a:pt x="235236" y="129571"/>
                    </a:cubicBezTo>
                    <a:cubicBezTo>
                      <a:pt x="243995" y="125577"/>
                      <a:pt x="244757" y="123200"/>
                      <a:pt x="247898" y="127194"/>
                    </a:cubicBezTo>
                    <a:cubicBezTo>
                      <a:pt x="251040" y="131187"/>
                      <a:pt x="258181" y="127954"/>
                      <a:pt x="270844" y="127954"/>
                    </a:cubicBezTo>
                    <a:cubicBezTo>
                      <a:pt x="283506" y="127954"/>
                      <a:pt x="285887" y="119302"/>
                      <a:pt x="297788" y="120063"/>
                    </a:cubicBezTo>
                    <a:cubicBezTo>
                      <a:pt x="305284" y="120445"/>
                      <a:pt x="312784" y="119380"/>
                      <a:pt x="319876" y="116925"/>
                    </a:cubicBezTo>
                    <a:lnTo>
                      <a:pt x="327397" y="119207"/>
                    </a:lnTo>
                    <a:cubicBezTo>
                      <a:pt x="330539" y="116354"/>
                      <a:pt x="330349" y="113122"/>
                      <a:pt x="336347" y="112361"/>
                    </a:cubicBezTo>
                    <a:cubicBezTo>
                      <a:pt x="345868" y="111220"/>
                      <a:pt x="349390" y="118351"/>
                      <a:pt x="354151" y="115974"/>
                    </a:cubicBezTo>
                    <a:cubicBezTo>
                      <a:pt x="358911" y="113597"/>
                      <a:pt x="373954" y="129761"/>
                      <a:pt x="375287" y="119302"/>
                    </a:cubicBezTo>
                    <a:cubicBezTo>
                      <a:pt x="374074" y="112975"/>
                      <a:pt x="370751" y="107244"/>
                      <a:pt x="365861" y="103043"/>
                    </a:cubicBezTo>
                    <a:close/>
                    <a:moveTo>
                      <a:pt x="32062" y="26979"/>
                    </a:moveTo>
                    <a:cubicBezTo>
                      <a:pt x="39202" y="24317"/>
                      <a:pt x="55197" y="27930"/>
                      <a:pt x="59101" y="24317"/>
                    </a:cubicBezTo>
                    <a:cubicBezTo>
                      <a:pt x="63004" y="20704"/>
                      <a:pt x="48913" y="16330"/>
                      <a:pt x="43963" y="12242"/>
                    </a:cubicBezTo>
                    <a:cubicBezTo>
                      <a:pt x="41329" y="9310"/>
                      <a:pt x="39609" y="5676"/>
                      <a:pt x="39012" y="1783"/>
                    </a:cubicBezTo>
                    <a:cubicBezTo>
                      <a:pt x="36803" y="3744"/>
                      <a:pt x="33691" y="4329"/>
                      <a:pt x="30919" y="3304"/>
                    </a:cubicBezTo>
                    <a:cubicBezTo>
                      <a:pt x="24213" y="1522"/>
                      <a:pt x="17156" y="1522"/>
                      <a:pt x="10449" y="3304"/>
                    </a:cubicBezTo>
                    <a:cubicBezTo>
                      <a:pt x="8260" y="4255"/>
                      <a:pt x="12258" y="11766"/>
                      <a:pt x="12258" y="16615"/>
                    </a:cubicBezTo>
                    <a:cubicBezTo>
                      <a:pt x="12258" y="21464"/>
                      <a:pt x="6451" y="22891"/>
                      <a:pt x="6451" y="26123"/>
                    </a:cubicBezTo>
                    <a:cubicBezTo>
                      <a:pt x="6451" y="29356"/>
                      <a:pt x="4356" y="30212"/>
                      <a:pt x="1785" y="33064"/>
                    </a:cubicBezTo>
                    <a:cubicBezTo>
                      <a:pt x="4989" y="36096"/>
                      <a:pt x="9040" y="38085"/>
                      <a:pt x="13401" y="38769"/>
                    </a:cubicBezTo>
                    <a:cubicBezTo>
                      <a:pt x="21684" y="38389"/>
                      <a:pt x="25016" y="29451"/>
                      <a:pt x="32062" y="267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46" name="Freeform 2782">
                <a:extLst>
                  <a:ext uri="{FF2B5EF4-FFF2-40B4-BE49-F238E27FC236}">
                    <a16:creationId xmlns:a16="http://schemas.microsoft.com/office/drawing/2014/main" id="{476D0AC3-941B-659A-5024-695AD20894ED}"/>
                  </a:ext>
                </a:extLst>
              </p:cNvPr>
              <p:cNvSpPr/>
              <p:nvPr/>
            </p:nvSpPr>
            <p:spPr>
              <a:xfrm>
                <a:off x="12641576" y="4672840"/>
                <a:ext cx="448990" cy="358709"/>
              </a:xfrm>
              <a:custGeom>
                <a:avLst/>
                <a:gdLst>
                  <a:gd name="connsiteX0" fmla="*/ 4027 w 190416"/>
                  <a:gd name="connsiteY0" fmla="*/ 32311 h 152128"/>
                  <a:gd name="connsiteX1" fmla="*/ 3551 w 190416"/>
                  <a:gd name="connsiteY1" fmla="*/ 53134 h 152128"/>
                  <a:gd name="connsiteX2" fmla="*/ 4884 w 190416"/>
                  <a:gd name="connsiteY2" fmla="*/ 61120 h 152128"/>
                  <a:gd name="connsiteX3" fmla="*/ 9359 w 190416"/>
                  <a:gd name="connsiteY3" fmla="*/ 70628 h 152128"/>
                  <a:gd name="connsiteX4" fmla="*/ 12025 w 190416"/>
                  <a:gd name="connsiteY4" fmla="*/ 81277 h 152128"/>
                  <a:gd name="connsiteX5" fmla="*/ 16880 w 190416"/>
                  <a:gd name="connsiteY5" fmla="*/ 97251 h 152128"/>
                  <a:gd name="connsiteX6" fmla="*/ 17547 w 190416"/>
                  <a:gd name="connsiteY6" fmla="*/ 106188 h 152128"/>
                  <a:gd name="connsiteX7" fmla="*/ 29067 w 190416"/>
                  <a:gd name="connsiteY7" fmla="*/ 112939 h 152128"/>
                  <a:gd name="connsiteX8" fmla="*/ 42301 w 190416"/>
                  <a:gd name="connsiteY8" fmla="*/ 122447 h 152128"/>
                  <a:gd name="connsiteX9" fmla="*/ 52964 w 190416"/>
                  <a:gd name="connsiteY9" fmla="*/ 127106 h 152128"/>
                  <a:gd name="connsiteX10" fmla="*/ 64199 w 190416"/>
                  <a:gd name="connsiteY10" fmla="*/ 125109 h 152128"/>
                  <a:gd name="connsiteX11" fmla="*/ 69435 w 190416"/>
                  <a:gd name="connsiteY11" fmla="*/ 132335 h 152128"/>
                  <a:gd name="connsiteX12" fmla="*/ 82764 w 190416"/>
                  <a:gd name="connsiteY12" fmla="*/ 135663 h 152128"/>
                  <a:gd name="connsiteX13" fmla="*/ 92285 w 190416"/>
                  <a:gd name="connsiteY13" fmla="*/ 147548 h 152128"/>
                  <a:gd name="connsiteX14" fmla="*/ 104186 w 190416"/>
                  <a:gd name="connsiteY14" fmla="*/ 146312 h 152128"/>
                  <a:gd name="connsiteX15" fmla="*/ 121419 w 190416"/>
                  <a:gd name="connsiteY15" fmla="*/ 148214 h 152128"/>
                  <a:gd name="connsiteX16" fmla="*/ 136652 w 190416"/>
                  <a:gd name="connsiteY16" fmla="*/ 149545 h 152128"/>
                  <a:gd name="connsiteX17" fmla="*/ 153789 w 190416"/>
                  <a:gd name="connsiteY17" fmla="*/ 153538 h 152128"/>
                  <a:gd name="connsiteX18" fmla="*/ 165595 w 190416"/>
                  <a:gd name="connsiteY18" fmla="*/ 156391 h 152128"/>
                  <a:gd name="connsiteX19" fmla="*/ 164739 w 190416"/>
                  <a:gd name="connsiteY19" fmla="*/ 143270 h 152128"/>
                  <a:gd name="connsiteX20" fmla="*/ 183780 w 190416"/>
                  <a:gd name="connsiteY20" fmla="*/ 124253 h 152128"/>
                  <a:gd name="connsiteX21" fmla="*/ 192635 w 190416"/>
                  <a:gd name="connsiteY21" fmla="*/ 117122 h 152128"/>
                  <a:gd name="connsiteX22" fmla="*/ 184637 w 190416"/>
                  <a:gd name="connsiteY22" fmla="*/ 98106 h 152128"/>
                  <a:gd name="connsiteX23" fmla="*/ 183304 w 190416"/>
                  <a:gd name="connsiteY23" fmla="*/ 80326 h 152128"/>
                  <a:gd name="connsiteX24" fmla="*/ 176640 w 190416"/>
                  <a:gd name="connsiteY24" fmla="*/ 70153 h 152128"/>
                  <a:gd name="connsiteX25" fmla="*/ 188255 w 190416"/>
                  <a:gd name="connsiteY25" fmla="*/ 59884 h 152128"/>
                  <a:gd name="connsiteX26" fmla="*/ 187303 w 190416"/>
                  <a:gd name="connsiteY26" fmla="*/ 42580 h 152128"/>
                  <a:gd name="connsiteX27" fmla="*/ 184256 w 190416"/>
                  <a:gd name="connsiteY27" fmla="*/ 27557 h 152128"/>
                  <a:gd name="connsiteX28" fmla="*/ 168642 w 190416"/>
                  <a:gd name="connsiteY28" fmla="*/ 16433 h 152128"/>
                  <a:gd name="connsiteX29" fmla="*/ 167880 w 190416"/>
                  <a:gd name="connsiteY29" fmla="*/ 15482 h 152128"/>
                  <a:gd name="connsiteX30" fmla="*/ 115801 w 190416"/>
                  <a:gd name="connsiteY30" fmla="*/ 13295 h 152128"/>
                  <a:gd name="connsiteX31" fmla="*/ 105709 w 190416"/>
                  <a:gd name="connsiteY31" fmla="*/ 9587 h 152128"/>
                  <a:gd name="connsiteX32" fmla="*/ 94761 w 190416"/>
                  <a:gd name="connsiteY32" fmla="*/ 15292 h 152128"/>
                  <a:gd name="connsiteX33" fmla="*/ 85240 w 190416"/>
                  <a:gd name="connsiteY33" fmla="*/ 2836 h 152128"/>
                  <a:gd name="connsiteX34" fmla="*/ 41444 w 190416"/>
                  <a:gd name="connsiteY34" fmla="*/ 15292 h 152128"/>
                  <a:gd name="connsiteX35" fmla="*/ 10311 w 190416"/>
                  <a:gd name="connsiteY35" fmla="*/ 25845 h 152128"/>
                  <a:gd name="connsiteX36" fmla="*/ 4598 w 190416"/>
                  <a:gd name="connsiteY36" fmla="*/ 30409 h 152128"/>
                  <a:gd name="connsiteX37" fmla="*/ 4027 w 190416"/>
                  <a:gd name="connsiteY37" fmla="*/ 32311 h 15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90416" h="152128">
                    <a:moveTo>
                      <a:pt x="4027" y="32311"/>
                    </a:moveTo>
                    <a:cubicBezTo>
                      <a:pt x="6097" y="39125"/>
                      <a:pt x="5930" y="46421"/>
                      <a:pt x="3551" y="53134"/>
                    </a:cubicBezTo>
                    <a:cubicBezTo>
                      <a:pt x="409" y="57983"/>
                      <a:pt x="1837" y="59314"/>
                      <a:pt x="4884" y="61120"/>
                    </a:cubicBezTo>
                    <a:cubicBezTo>
                      <a:pt x="7835" y="63374"/>
                      <a:pt x="9504" y="66921"/>
                      <a:pt x="9359" y="70628"/>
                    </a:cubicBezTo>
                    <a:cubicBezTo>
                      <a:pt x="9359" y="74146"/>
                      <a:pt x="11549" y="73766"/>
                      <a:pt x="12025" y="81277"/>
                    </a:cubicBezTo>
                    <a:cubicBezTo>
                      <a:pt x="11907" y="86981"/>
                      <a:pt x="13607" y="92575"/>
                      <a:pt x="16880" y="97251"/>
                    </a:cubicBezTo>
                    <a:cubicBezTo>
                      <a:pt x="18583" y="99932"/>
                      <a:pt x="18833" y="103285"/>
                      <a:pt x="17547" y="106188"/>
                    </a:cubicBezTo>
                    <a:cubicBezTo>
                      <a:pt x="21070" y="108939"/>
                      <a:pt x="24944" y="111209"/>
                      <a:pt x="29067" y="112939"/>
                    </a:cubicBezTo>
                    <a:cubicBezTo>
                      <a:pt x="38588" y="116267"/>
                      <a:pt x="41634" y="118834"/>
                      <a:pt x="42301" y="122447"/>
                    </a:cubicBezTo>
                    <a:cubicBezTo>
                      <a:pt x="42967" y="126060"/>
                      <a:pt x="50965" y="131955"/>
                      <a:pt x="52964" y="127106"/>
                    </a:cubicBezTo>
                    <a:cubicBezTo>
                      <a:pt x="54964" y="122257"/>
                      <a:pt x="60200" y="125109"/>
                      <a:pt x="64199" y="125109"/>
                    </a:cubicBezTo>
                    <a:cubicBezTo>
                      <a:pt x="68197" y="125109"/>
                      <a:pt x="68864" y="129768"/>
                      <a:pt x="69435" y="132335"/>
                    </a:cubicBezTo>
                    <a:cubicBezTo>
                      <a:pt x="70006" y="134902"/>
                      <a:pt x="79432" y="133761"/>
                      <a:pt x="82764" y="135663"/>
                    </a:cubicBezTo>
                    <a:cubicBezTo>
                      <a:pt x="86097" y="137565"/>
                      <a:pt x="87334" y="145171"/>
                      <a:pt x="92285" y="147548"/>
                    </a:cubicBezTo>
                    <a:cubicBezTo>
                      <a:pt x="97236" y="149925"/>
                      <a:pt x="100854" y="144315"/>
                      <a:pt x="104186" y="146312"/>
                    </a:cubicBezTo>
                    <a:cubicBezTo>
                      <a:pt x="109523" y="148967"/>
                      <a:pt x="115630" y="149641"/>
                      <a:pt x="121419" y="148214"/>
                    </a:cubicBezTo>
                    <a:cubicBezTo>
                      <a:pt x="126655" y="146312"/>
                      <a:pt x="129988" y="150210"/>
                      <a:pt x="136652" y="149545"/>
                    </a:cubicBezTo>
                    <a:cubicBezTo>
                      <a:pt x="142643" y="149042"/>
                      <a:pt x="148640" y="150439"/>
                      <a:pt x="153789" y="153538"/>
                    </a:cubicBezTo>
                    <a:cubicBezTo>
                      <a:pt x="157547" y="155114"/>
                      <a:pt x="161533" y="156077"/>
                      <a:pt x="165595" y="156391"/>
                    </a:cubicBezTo>
                    <a:cubicBezTo>
                      <a:pt x="166833" y="153633"/>
                      <a:pt x="164358" y="145266"/>
                      <a:pt x="164739" y="143270"/>
                    </a:cubicBezTo>
                    <a:cubicBezTo>
                      <a:pt x="170706" y="136562"/>
                      <a:pt x="177064" y="130213"/>
                      <a:pt x="183780" y="124253"/>
                    </a:cubicBezTo>
                    <a:cubicBezTo>
                      <a:pt x="186446" y="121116"/>
                      <a:pt x="190445" y="121116"/>
                      <a:pt x="192635" y="117122"/>
                    </a:cubicBezTo>
                    <a:cubicBezTo>
                      <a:pt x="194824" y="113129"/>
                      <a:pt x="186446" y="100293"/>
                      <a:pt x="184637" y="98106"/>
                    </a:cubicBezTo>
                    <a:cubicBezTo>
                      <a:pt x="182610" y="92405"/>
                      <a:pt x="182149" y="86266"/>
                      <a:pt x="183304" y="80326"/>
                    </a:cubicBezTo>
                    <a:cubicBezTo>
                      <a:pt x="184637" y="75858"/>
                      <a:pt x="176640" y="73195"/>
                      <a:pt x="176640" y="70153"/>
                    </a:cubicBezTo>
                    <a:cubicBezTo>
                      <a:pt x="176640" y="67110"/>
                      <a:pt x="184256" y="61691"/>
                      <a:pt x="188255" y="59884"/>
                    </a:cubicBezTo>
                    <a:cubicBezTo>
                      <a:pt x="192254" y="58078"/>
                      <a:pt x="190921" y="45717"/>
                      <a:pt x="187303" y="42580"/>
                    </a:cubicBezTo>
                    <a:cubicBezTo>
                      <a:pt x="183264" y="38689"/>
                      <a:pt x="182051" y="32711"/>
                      <a:pt x="184256" y="27557"/>
                    </a:cubicBezTo>
                    <a:cubicBezTo>
                      <a:pt x="186446" y="21282"/>
                      <a:pt x="170927" y="16433"/>
                      <a:pt x="168642" y="16433"/>
                    </a:cubicBezTo>
                    <a:cubicBezTo>
                      <a:pt x="168642" y="16433"/>
                      <a:pt x="168071" y="16433"/>
                      <a:pt x="167880" y="15482"/>
                    </a:cubicBezTo>
                    <a:cubicBezTo>
                      <a:pt x="150496" y="16844"/>
                      <a:pt x="133010" y="16110"/>
                      <a:pt x="115801" y="13295"/>
                    </a:cubicBezTo>
                    <a:lnTo>
                      <a:pt x="105709" y="9587"/>
                    </a:lnTo>
                    <a:cubicBezTo>
                      <a:pt x="103338" y="13301"/>
                      <a:pt x="99167" y="15474"/>
                      <a:pt x="94761" y="15292"/>
                    </a:cubicBezTo>
                    <a:cubicBezTo>
                      <a:pt x="86192" y="15292"/>
                      <a:pt x="85240" y="6639"/>
                      <a:pt x="85240" y="2836"/>
                    </a:cubicBezTo>
                    <a:cubicBezTo>
                      <a:pt x="85240" y="-967"/>
                      <a:pt x="50584" y="6069"/>
                      <a:pt x="41444" y="15292"/>
                    </a:cubicBezTo>
                    <a:cubicBezTo>
                      <a:pt x="32304" y="24514"/>
                      <a:pt x="10882" y="20901"/>
                      <a:pt x="10311" y="25845"/>
                    </a:cubicBezTo>
                    <a:cubicBezTo>
                      <a:pt x="9740" y="30790"/>
                      <a:pt x="6693" y="31455"/>
                      <a:pt x="4598" y="30409"/>
                    </a:cubicBezTo>
                    <a:cubicBezTo>
                      <a:pt x="4261" y="30990"/>
                      <a:pt x="4066" y="31641"/>
                      <a:pt x="4027" y="3231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47" name="Freeform 2783">
                <a:extLst>
                  <a:ext uri="{FF2B5EF4-FFF2-40B4-BE49-F238E27FC236}">
                    <a16:creationId xmlns:a16="http://schemas.microsoft.com/office/drawing/2014/main" id="{4411C6D5-9C90-69DF-671C-C10FBA4E24A5}"/>
                  </a:ext>
                </a:extLst>
              </p:cNvPr>
              <p:cNvSpPr/>
              <p:nvPr/>
            </p:nvSpPr>
            <p:spPr>
              <a:xfrm>
                <a:off x="12706674" y="5272196"/>
                <a:ext cx="157147" cy="156935"/>
              </a:xfrm>
              <a:custGeom>
                <a:avLst/>
                <a:gdLst>
                  <a:gd name="connsiteX0" fmla="*/ 54870 w 66645"/>
                  <a:gd name="connsiteY0" fmla="*/ 63652 h 66556"/>
                  <a:gd name="connsiteX1" fmla="*/ 70008 w 66645"/>
                  <a:gd name="connsiteY1" fmla="*/ 41403 h 66556"/>
                  <a:gd name="connsiteX2" fmla="*/ 72579 w 66645"/>
                  <a:gd name="connsiteY2" fmla="*/ 14686 h 66556"/>
                  <a:gd name="connsiteX3" fmla="*/ 54490 w 66645"/>
                  <a:gd name="connsiteY3" fmla="*/ 5178 h 66556"/>
                  <a:gd name="connsiteX4" fmla="*/ 23547 w 66645"/>
                  <a:gd name="connsiteY4" fmla="*/ 2040 h 66556"/>
                  <a:gd name="connsiteX5" fmla="*/ 10694 w 66645"/>
                  <a:gd name="connsiteY5" fmla="*/ 4702 h 66556"/>
                  <a:gd name="connsiteX6" fmla="*/ 2851 w 66645"/>
                  <a:gd name="connsiteY6" fmla="*/ 5961 h 66556"/>
                  <a:gd name="connsiteX7" fmla="*/ 1840 w 66645"/>
                  <a:gd name="connsiteY7" fmla="*/ 10027 h 66556"/>
                  <a:gd name="connsiteX8" fmla="*/ 11360 w 66645"/>
                  <a:gd name="connsiteY8" fmla="*/ 23718 h 66556"/>
                  <a:gd name="connsiteX9" fmla="*/ 27641 w 66645"/>
                  <a:gd name="connsiteY9" fmla="*/ 43590 h 66556"/>
                  <a:gd name="connsiteX10" fmla="*/ 44017 w 66645"/>
                  <a:gd name="connsiteY10" fmla="*/ 61845 h 66556"/>
                  <a:gd name="connsiteX11" fmla="*/ 54299 w 66645"/>
                  <a:gd name="connsiteY11" fmla="*/ 69452 h 66556"/>
                  <a:gd name="connsiteX12" fmla="*/ 54870 w 66645"/>
                  <a:gd name="connsiteY12" fmla="*/ 63652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6645" h="66556">
                    <a:moveTo>
                      <a:pt x="54870" y="63652"/>
                    </a:moveTo>
                    <a:cubicBezTo>
                      <a:pt x="57531" y="54869"/>
                      <a:pt x="62812" y="47107"/>
                      <a:pt x="70008" y="41403"/>
                    </a:cubicBezTo>
                    <a:cubicBezTo>
                      <a:pt x="72674" y="41403"/>
                      <a:pt x="73722" y="23813"/>
                      <a:pt x="72579" y="14686"/>
                    </a:cubicBezTo>
                    <a:cubicBezTo>
                      <a:pt x="67071" y="10612"/>
                      <a:pt x="60970" y="7406"/>
                      <a:pt x="54490" y="5178"/>
                    </a:cubicBezTo>
                    <a:cubicBezTo>
                      <a:pt x="44117" y="4815"/>
                      <a:pt x="33781" y="3767"/>
                      <a:pt x="23547" y="2040"/>
                    </a:cubicBezTo>
                    <a:cubicBezTo>
                      <a:pt x="19072" y="328"/>
                      <a:pt x="14693" y="7840"/>
                      <a:pt x="10694" y="4702"/>
                    </a:cubicBezTo>
                    <a:cubicBezTo>
                      <a:pt x="8180" y="2887"/>
                      <a:pt x="4668" y="3450"/>
                      <a:pt x="2851" y="5961"/>
                    </a:cubicBezTo>
                    <a:cubicBezTo>
                      <a:pt x="2000" y="7135"/>
                      <a:pt x="1638" y="8592"/>
                      <a:pt x="1840" y="10027"/>
                    </a:cubicBezTo>
                    <a:cubicBezTo>
                      <a:pt x="2697" y="14400"/>
                      <a:pt x="11360" y="17063"/>
                      <a:pt x="11360" y="23718"/>
                    </a:cubicBezTo>
                    <a:cubicBezTo>
                      <a:pt x="11360" y="30374"/>
                      <a:pt x="28117" y="40072"/>
                      <a:pt x="27641" y="43590"/>
                    </a:cubicBezTo>
                    <a:cubicBezTo>
                      <a:pt x="27165" y="47108"/>
                      <a:pt x="37733" y="53098"/>
                      <a:pt x="44017" y="61845"/>
                    </a:cubicBezTo>
                    <a:cubicBezTo>
                      <a:pt x="47254" y="63937"/>
                      <a:pt x="50777" y="66694"/>
                      <a:pt x="54299" y="69452"/>
                    </a:cubicBezTo>
                    <a:cubicBezTo>
                      <a:pt x="54820" y="67565"/>
                      <a:pt x="55013" y="65603"/>
                      <a:pt x="54870" y="63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48" name="Freeform 2784">
                <a:extLst>
                  <a:ext uri="{FF2B5EF4-FFF2-40B4-BE49-F238E27FC236}">
                    <a16:creationId xmlns:a16="http://schemas.microsoft.com/office/drawing/2014/main" id="{6169DB9A-C78E-1688-2064-3CAC77FEF3E5}"/>
                  </a:ext>
                </a:extLst>
              </p:cNvPr>
              <p:cNvSpPr/>
              <p:nvPr/>
            </p:nvSpPr>
            <p:spPr>
              <a:xfrm>
                <a:off x="12620371" y="5195676"/>
                <a:ext cx="246945" cy="224193"/>
              </a:xfrm>
              <a:custGeom>
                <a:avLst/>
                <a:gdLst>
                  <a:gd name="connsiteX0" fmla="*/ 64051 w 104728"/>
                  <a:gd name="connsiteY0" fmla="*/ 76421 h 95080"/>
                  <a:gd name="connsiteX1" fmla="*/ 47771 w 104728"/>
                  <a:gd name="connsiteY1" fmla="*/ 56549 h 95080"/>
                  <a:gd name="connsiteX2" fmla="*/ 38250 w 104728"/>
                  <a:gd name="connsiteY2" fmla="*/ 42858 h 95080"/>
                  <a:gd name="connsiteX3" fmla="*/ 43033 w 104728"/>
                  <a:gd name="connsiteY3" fmla="*/ 36524 h 95080"/>
                  <a:gd name="connsiteX4" fmla="*/ 47104 w 104728"/>
                  <a:gd name="connsiteY4" fmla="*/ 37533 h 95080"/>
                  <a:gd name="connsiteX5" fmla="*/ 59957 w 104728"/>
                  <a:gd name="connsiteY5" fmla="*/ 34871 h 95080"/>
                  <a:gd name="connsiteX6" fmla="*/ 90900 w 104728"/>
                  <a:gd name="connsiteY6" fmla="*/ 38008 h 95080"/>
                  <a:gd name="connsiteX7" fmla="*/ 108990 w 104728"/>
                  <a:gd name="connsiteY7" fmla="*/ 47516 h 95080"/>
                  <a:gd name="connsiteX8" fmla="*/ 108038 w 104728"/>
                  <a:gd name="connsiteY8" fmla="*/ 43143 h 95080"/>
                  <a:gd name="connsiteX9" fmla="*/ 101659 w 104728"/>
                  <a:gd name="connsiteY9" fmla="*/ 28881 h 95080"/>
                  <a:gd name="connsiteX10" fmla="*/ 96422 w 104728"/>
                  <a:gd name="connsiteY10" fmla="*/ 16806 h 95080"/>
                  <a:gd name="connsiteX11" fmla="*/ 89567 w 104728"/>
                  <a:gd name="connsiteY11" fmla="*/ 18802 h 95080"/>
                  <a:gd name="connsiteX12" fmla="*/ 69002 w 104728"/>
                  <a:gd name="connsiteY12" fmla="*/ 14143 h 95080"/>
                  <a:gd name="connsiteX13" fmla="*/ 52341 w 104728"/>
                  <a:gd name="connsiteY13" fmla="*/ 1783 h 95080"/>
                  <a:gd name="connsiteX14" fmla="*/ 40345 w 104728"/>
                  <a:gd name="connsiteY14" fmla="*/ 9769 h 95080"/>
                  <a:gd name="connsiteX15" fmla="*/ 35489 w 104728"/>
                  <a:gd name="connsiteY15" fmla="*/ 19278 h 95080"/>
                  <a:gd name="connsiteX16" fmla="*/ 28348 w 104728"/>
                  <a:gd name="connsiteY16" fmla="*/ 28120 h 95080"/>
                  <a:gd name="connsiteX17" fmla="*/ 15876 w 104728"/>
                  <a:gd name="connsiteY17" fmla="*/ 27645 h 95080"/>
                  <a:gd name="connsiteX18" fmla="*/ 1785 w 104728"/>
                  <a:gd name="connsiteY18" fmla="*/ 30402 h 95080"/>
                  <a:gd name="connsiteX19" fmla="*/ 5403 w 104728"/>
                  <a:gd name="connsiteY19" fmla="*/ 38864 h 95080"/>
                  <a:gd name="connsiteX20" fmla="*/ 20827 w 104728"/>
                  <a:gd name="connsiteY20" fmla="*/ 45425 h 95080"/>
                  <a:gd name="connsiteX21" fmla="*/ 38536 w 104728"/>
                  <a:gd name="connsiteY21" fmla="*/ 73949 h 95080"/>
                  <a:gd name="connsiteX22" fmla="*/ 54531 w 104728"/>
                  <a:gd name="connsiteY22" fmla="*/ 82506 h 95080"/>
                  <a:gd name="connsiteX23" fmla="*/ 71763 w 104728"/>
                  <a:gd name="connsiteY23" fmla="*/ 92014 h 95080"/>
                  <a:gd name="connsiteX24" fmla="*/ 80237 w 104728"/>
                  <a:gd name="connsiteY24" fmla="*/ 95532 h 95080"/>
                  <a:gd name="connsiteX25" fmla="*/ 64051 w 104728"/>
                  <a:gd name="connsiteY25" fmla="*/ 76421 h 9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4728" h="95080">
                    <a:moveTo>
                      <a:pt x="64051" y="76421"/>
                    </a:moveTo>
                    <a:cubicBezTo>
                      <a:pt x="64528" y="72903"/>
                      <a:pt x="47771" y="63110"/>
                      <a:pt x="47771" y="56549"/>
                    </a:cubicBezTo>
                    <a:cubicBezTo>
                      <a:pt x="47771" y="49989"/>
                      <a:pt x="39297" y="47041"/>
                      <a:pt x="38250" y="42858"/>
                    </a:cubicBezTo>
                    <a:cubicBezTo>
                      <a:pt x="37819" y="39789"/>
                      <a:pt x="39961" y="36954"/>
                      <a:pt x="43033" y="36524"/>
                    </a:cubicBezTo>
                    <a:cubicBezTo>
                      <a:pt x="44470" y="36322"/>
                      <a:pt x="45929" y="36684"/>
                      <a:pt x="47104" y="37533"/>
                    </a:cubicBezTo>
                    <a:cubicBezTo>
                      <a:pt x="51103" y="40671"/>
                      <a:pt x="55483" y="33159"/>
                      <a:pt x="59957" y="34871"/>
                    </a:cubicBezTo>
                    <a:cubicBezTo>
                      <a:pt x="70191" y="36598"/>
                      <a:pt x="80528" y="37646"/>
                      <a:pt x="90900" y="38008"/>
                    </a:cubicBezTo>
                    <a:cubicBezTo>
                      <a:pt x="97381" y="40237"/>
                      <a:pt x="103481" y="43443"/>
                      <a:pt x="108990" y="47516"/>
                    </a:cubicBezTo>
                    <a:cubicBezTo>
                      <a:pt x="108868" y="46023"/>
                      <a:pt x="108547" y="44552"/>
                      <a:pt x="108038" y="43143"/>
                    </a:cubicBezTo>
                    <a:cubicBezTo>
                      <a:pt x="105658" y="37628"/>
                      <a:pt x="108038" y="31258"/>
                      <a:pt x="101659" y="28881"/>
                    </a:cubicBezTo>
                    <a:cubicBezTo>
                      <a:pt x="98422" y="27645"/>
                      <a:pt x="96994" y="21940"/>
                      <a:pt x="96422" y="16806"/>
                    </a:cubicBezTo>
                    <a:lnTo>
                      <a:pt x="89567" y="18802"/>
                    </a:lnTo>
                    <a:cubicBezTo>
                      <a:pt x="82361" y="20641"/>
                      <a:pt x="74709" y="18907"/>
                      <a:pt x="69002" y="14143"/>
                    </a:cubicBezTo>
                    <a:cubicBezTo>
                      <a:pt x="64039" y="9283"/>
                      <a:pt x="58434" y="5124"/>
                      <a:pt x="52341" y="1783"/>
                    </a:cubicBezTo>
                    <a:cubicBezTo>
                      <a:pt x="48851" y="5137"/>
                      <a:pt x="44788" y="7842"/>
                      <a:pt x="40345" y="9769"/>
                    </a:cubicBezTo>
                    <a:cubicBezTo>
                      <a:pt x="36822" y="10245"/>
                      <a:pt x="39012" y="19278"/>
                      <a:pt x="35489" y="19278"/>
                    </a:cubicBezTo>
                    <a:cubicBezTo>
                      <a:pt x="31966" y="19278"/>
                      <a:pt x="29205" y="25458"/>
                      <a:pt x="28348" y="28120"/>
                    </a:cubicBezTo>
                    <a:cubicBezTo>
                      <a:pt x="27491" y="30782"/>
                      <a:pt x="19494" y="26314"/>
                      <a:pt x="15876" y="27645"/>
                    </a:cubicBezTo>
                    <a:cubicBezTo>
                      <a:pt x="11251" y="28900"/>
                      <a:pt x="6542" y="29822"/>
                      <a:pt x="1785" y="30402"/>
                    </a:cubicBezTo>
                    <a:cubicBezTo>
                      <a:pt x="2452" y="34395"/>
                      <a:pt x="1785" y="38864"/>
                      <a:pt x="5403" y="38864"/>
                    </a:cubicBezTo>
                    <a:cubicBezTo>
                      <a:pt x="10735" y="38864"/>
                      <a:pt x="20541" y="38294"/>
                      <a:pt x="20827" y="45425"/>
                    </a:cubicBezTo>
                    <a:cubicBezTo>
                      <a:pt x="21113" y="52556"/>
                      <a:pt x="33871" y="68244"/>
                      <a:pt x="38536" y="73949"/>
                    </a:cubicBezTo>
                    <a:cubicBezTo>
                      <a:pt x="43201" y="79654"/>
                      <a:pt x="53959" y="78037"/>
                      <a:pt x="54531" y="82506"/>
                    </a:cubicBezTo>
                    <a:cubicBezTo>
                      <a:pt x="55102" y="86975"/>
                      <a:pt x="62909" y="91063"/>
                      <a:pt x="71763" y="92014"/>
                    </a:cubicBezTo>
                    <a:cubicBezTo>
                      <a:pt x="74806" y="92570"/>
                      <a:pt x="77695" y="93770"/>
                      <a:pt x="80237" y="95532"/>
                    </a:cubicBezTo>
                    <a:cubicBezTo>
                      <a:pt x="74143" y="85644"/>
                      <a:pt x="63766" y="78893"/>
                      <a:pt x="64051" y="764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49" name="Freeform 2785">
                <a:extLst>
                  <a:ext uri="{FF2B5EF4-FFF2-40B4-BE49-F238E27FC236}">
                    <a16:creationId xmlns:a16="http://schemas.microsoft.com/office/drawing/2014/main" id="{91227054-E9B0-5D3F-3B8A-DE55EC24E6F6}"/>
                  </a:ext>
                </a:extLst>
              </p:cNvPr>
              <p:cNvSpPr/>
              <p:nvPr/>
            </p:nvSpPr>
            <p:spPr>
              <a:xfrm>
                <a:off x="12865071" y="5425477"/>
                <a:ext cx="89798" cy="179355"/>
              </a:xfrm>
              <a:custGeom>
                <a:avLst/>
                <a:gdLst>
                  <a:gd name="connsiteX0" fmla="*/ 26063 w 38083"/>
                  <a:gd name="connsiteY0" fmla="*/ 64155 h 76064"/>
                  <a:gd name="connsiteX1" fmla="*/ 31014 w 38083"/>
                  <a:gd name="connsiteY1" fmla="*/ 56644 h 76064"/>
                  <a:gd name="connsiteX2" fmla="*/ 38059 w 38083"/>
                  <a:gd name="connsiteY2" fmla="*/ 45044 h 76064"/>
                  <a:gd name="connsiteX3" fmla="*/ 38059 w 38083"/>
                  <a:gd name="connsiteY3" fmla="*/ 44474 h 76064"/>
                  <a:gd name="connsiteX4" fmla="*/ 26444 w 38083"/>
                  <a:gd name="connsiteY4" fmla="*/ 32113 h 76064"/>
                  <a:gd name="connsiteX5" fmla="*/ 28634 w 38083"/>
                  <a:gd name="connsiteY5" fmla="*/ 11291 h 76064"/>
                  <a:gd name="connsiteX6" fmla="*/ 11306 w 38083"/>
                  <a:gd name="connsiteY6" fmla="*/ 1783 h 76064"/>
                  <a:gd name="connsiteX7" fmla="*/ 1785 w 38083"/>
                  <a:gd name="connsiteY7" fmla="*/ 16045 h 76064"/>
                  <a:gd name="connsiteX8" fmla="*/ 7212 w 38083"/>
                  <a:gd name="connsiteY8" fmla="*/ 28595 h 76064"/>
                  <a:gd name="connsiteX9" fmla="*/ 6641 w 38083"/>
                  <a:gd name="connsiteY9" fmla="*/ 58165 h 76064"/>
                  <a:gd name="connsiteX10" fmla="*/ 19970 w 38083"/>
                  <a:gd name="connsiteY10" fmla="*/ 75185 h 76064"/>
                  <a:gd name="connsiteX11" fmla="*/ 26063 w 38083"/>
                  <a:gd name="connsiteY11" fmla="*/ 64155 h 76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083" h="76064">
                    <a:moveTo>
                      <a:pt x="26063" y="64155"/>
                    </a:moveTo>
                    <a:cubicBezTo>
                      <a:pt x="30538" y="63300"/>
                      <a:pt x="27872" y="59687"/>
                      <a:pt x="31014" y="56644"/>
                    </a:cubicBezTo>
                    <a:cubicBezTo>
                      <a:pt x="34133" y="53300"/>
                      <a:pt x="36531" y="49352"/>
                      <a:pt x="38059" y="45044"/>
                    </a:cubicBezTo>
                    <a:lnTo>
                      <a:pt x="38059" y="44474"/>
                    </a:lnTo>
                    <a:cubicBezTo>
                      <a:pt x="32061" y="40005"/>
                      <a:pt x="27777" y="36772"/>
                      <a:pt x="26444" y="32113"/>
                    </a:cubicBezTo>
                    <a:cubicBezTo>
                      <a:pt x="25566" y="25097"/>
                      <a:pt x="26315" y="17972"/>
                      <a:pt x="28634" y="11291"/>
                    </a:cubicBezTo>
                    <a:cubicBezTo>
                      <a:pt x="23377" y="7258"/>
                      <a:pt x="17533" y="4052"/>
                      <a:pt x="11306" y="1783"/>
                    </a:cubicBezTo>
                    <a:cubicBezTo>
                      <a:pt x="7974" y="1783"/>
                      <a:pt x="2928" y="9104"/>
                      <a:pt x="1785" y="16045"/>
                    </a:cubicBezTo>
                    <a:cubicBezTo>
                      <a:pt x="9497" y="20228"/>
                      <a:pt x="12544" y="23176"/>
                      <a:pt x="7212" y="28595"/>
                    </a:cubicBezTo>
                    <a:cubicBezTo>
                      <a:pt x="1880" y="34015"/>
                      <a:pt x="357" y="53126"/>
                      <a:pt x="6641" y="58165"/>
                    </a:cubicBezTo>
                    <a:cubicBezTo>
                      <a:pt x="12924" y="63205"/>
                      <a:pt x="14257" y="72427"/>
                      <a:pt x="19970" y="75185"/>
                    </a:cubicBezTo>
                    <a:cubicBezTo>
                      <a:pt x="21684" y="70145"/>
                      <a:pt x="23207" y="64726"/>
                      <a:pt x="26063" y="6415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50" name="Freeform 2786">
                <a:extLst>
                  <a:ext uri="{FF2B5EF4-FFF2-40B4-BE49-F238E27FC236}">
                    <a16:creationId xmlns:a16="http://schemas.microsoft.com/office/drawing/2014/main" id="{53830577-2C15-0B46-3323-F073D8B716C4}"/>
                  </a:ext>
                </a:extLst>
              </p:cNvPr>
              <p:cNvSpPr/>
              <p:nvPr/>
            </p:nvSpPr>
            <p:spPr>
              <a:xfrm>
                <a:off x="12429856" y="5043212"/>
                <a:ext cx="336743" cy="156935"/>
              </a:xfrm>
              <a:custGeom>
                <a:avLst/>
                <a:gdLst>
                  <a:gd name="connsiteX0" fmla="*/ 126188 w 142812"/>
                  <a:gd name="connsiteY0" fmla="*/ 7684 h 66556"/>
                  <a:gd name="connsiteX1" fmla="*/ 107623 w 142812"/>
                  <a:gd name="connsiteY1" fmla="*/ 1789 h 66556"/>
                  <a:gd name="connsiteX2" fmla="*/ 104290 w 142812"/>
                  <a:gd name="connsiteY2" fmla="*/ 11297 h 66556"/>
                  <a:gd name="connsiteX3" fmla="*/ 86867 w 142812"/>
                  <a:gd name="connsiteY3" fmla="*/ 12343 h 66556"/>
                  <a:gd name="connsiteX4" fmla="*/ 76014 w 142812"/>
                  <a:gd name="connsiteY4" fmla="*/ 19759 h 66556"/>
                  <a:gd name="connsiteX5" fmla="*/ 68016 w 142812"/>
                  <a:gd name="connsiteY5" fmla="*/ 32120 h 66556"/>
                  <a:gd name="connsiteX6" fmla="*/ 60019 w 142812"/>
                  <a:gd name="connsiteY6" fmla="*/ 37920 h 66556"/>
                  <a:gd name="connsiteX7" fmla="*/ 39549 w 142812"/>
                  <a:gd name="connsiteY7" fmla="*/ 41913 h 66556"/>
                  <a:gd name="connsiteX8" fmla="*/ 28029 w 142812"/>
                  <a:gd name="connsiteY8" fmla="*/ 42769 h 66556"/>
                  <a:gd name="connsiteX9" fmla="*/ 16032 w 142812"/>
                  <a:gd name="connsiteY9" fmla="*/ 44575 h 66556"/>
                  <a:gd name="connsiteX10" fmla="*/ 4417 w 142812"/>
                  <a:gd name="connsiteY10" fmla="*/ 41438 h 66556"/>
                  <a:gd name="connsiteX11" fmla="*/ 2227 w 142812"/>
                  <a:gd name="connsiteY11" fmla="*/ 52182 h 66556"/>
                  <a:gd name="connsiteX12" fmla="*/ 12415 w 142812"/>
                  <a:gd name="connsiteY12" fmla="*/ 57506 h 66556"/>
                  <a:gd name="connsiteX13" fmla="*/ 24887 w 142812"/>
                  <a:gd name="connsiteY13" fmla="*/ 60168 h 66556"/>
                  <a:gd name="connsiteX14" fmla="*/ 37359 w 142812"/>
                  <a:gd name="connsiteY14" fmla="*/ 56175 h 66556"/>
                  <a:gd name="connsiteX15" fmla="*/ 53354 w 142812"/>
                  <a:gd name="connsiteY15" fmla="*/ 53893 h 66556"/>
                  <a:gd name="connsiteX16" fmla="*/ 57353 w 142812"/>
                  <a:gd name="connsiteY16" fmla="*/ 62355 h 66556"/>
                  <a:gd name="connsiteX17" fmla="*/ 75538 w 142812"/>
                  <a:gd name="connsiteY17" fmla="*/ 65018 h 66556"/>
                  <a:gd name="connsiteX18" fmla="*/ 97816 w 142812"/>
                  <a:gd name="connsiteY18" fmla="*/ 69011 h 66556"/>
                  <a:gd name="connsiteX19" fmla="*/ 115144 w 142812"/>
                  <a:gd name="connsiteY19" fmla="*/ 62736 h 66556"/>
                  <a:gd name="connsiteX20" fmla="*/ 128950 w 142812"/>
                  <a:gd name="connsiteY20" fmla="*/ 58362 h 66556"/>
                  <a:gd name="connsiteX21" fmla="*/ 128950 w 142812"/>
                  <a:gd name="connsiteY21" fmla="*/ 58362 h 66556"/>
                  <a:gd name="connsiteX22" fmla="*/ 132187 w 142812"/>
                  <a:gd name="connsiteY22" fmla="*/ 53608 h 66556"/>
                  <a:gd name="connsiteX23" fmla="*/ 135424 w 142812"/>
                  <a:gd name="connsiteY23" fmla="*/ 44765 h 66556"/>
                  <a:gd name="connsiteX24" fmla="*/ 137804 w 142812"/>
                  <a:gd name="connsiteY24" fmla="*/ 36969 h 66556"/>
                  <a:gd name="connsiteX25" fmla="*/ 146563 w 142812"/>
                  <a:gd name="connsiteY25" fmla="*/ 31835 h 66556"/>
                  <a:gd name="connsiteX26" fmla="*/ 149229 w 142812"/>
                  <a:gd name="connsiteY26" fmla="*/ 26510 h 66556"/>
                  <a:gd name="connsiteX27" fmla="*/ 141422 w 142812"/>
                  <a:gd name="connsiteY27" fmla="*/ 9871 h 66556"/>
                  <a:gd name="connsiteX28" fmla="*/ 126188 w 142812"/>
                  <a:gd name="connsiteY28" fmla="*/ 7684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42812" h="66556">
                    <a:moveTo>
                      <a:pt x="126188" y="7684"/>
                    </a:moveTo>
                    <a:cubicBezTo>
                      <a:pt x="120822" y="3724"/>
                      <a:pt x="114294" y="1651"/>
                      <a:pt x="107623" y="1789"/>
                    </a:cubicBezTo>
                    <a:cubicBezTo>
                      <a:pt x="106924" y="5088"/>
                      <a:pt x="105804" y="8284"/>
                      <a:pt x="104290" y="11297"/>
                    </a:cubicBezTo>
                    <a:cubicBezTo>
                      <a:pt x="102672" y="14055"/>
                      <a:pt x="93056" y="14055"/>
                      <a:pt x="86867" y="12343"/>
                    </a:cubicBezTo>
                    <a:cubicBezTo>
                      <a:pt x="85154" y="14625"/>
                      <a:pt x="77347" y="16432"/>
                      <a:pt x="76014" y="19759"/>
                    </a:cubicBezTo>
                    <a:cubicBezTo>
                      <a:pt x="74681" y="23087"/>
                      <a:pt x="64874" y="21471"/>
                      <a:pt x="68016" y="32120"/>
                    </a:cubicBezTo>
                    <a:cubicBezTo>
                      <a:pt x="71158" y="42769"/>
                      <a:pt x="63161" y="39251"/>
                      <a:pt x="60019" y="37920"/>
                    </a:cubicBezTo>
                    <a:cubicBezTo>
                      <a:pt x="52940" y="36915"/>
                      <a:pt x="45729" y="38322"/>
                      <a:pt x="39549" y="41913"/>
                    </a:cubicBezTo>
                    <a:cubicBezTo>
                      <a:pt x="36341" y="44758"/>
                      <a:pt x="31624" y="45108"/>
                      <a:pt x="28029" y="42769"/>
                    </a:cubicBezTo>
                    <a:cubicBezTo>
                      <a:pt x="24887" y="41057"/>
                      <a:pt x="18508" y="40106"/>
                      <a:pt x="16032" y="44575"/>
                    </a:cubicBezTo>
                    <a:cubicBezTo>
                      <a:pt x="13557" y="49044"/>
                      <a:pt x="8511" y="41057"/>
                      <a:pt x="4417" y="41438"/>
                    </a:cubicBezTo>
                    <a:cubicBezTo>
                      <a:pt x="323" y="41818"/>
                      <a:pt x="2227" y="50375"/>
                      <a:pt x="2227" y="52182"/>
                    </a:cubicBezTo>
                    <a:cubicBezTo>
                      <a:pt x="2227" y="53988"/>
                      <a:pt x="8511" y="59218"/>
                      <a:pt x="12415" y="57506"/>
                    </a:cubicBezTo>
                    <a:cubicBezTo>
                      <a:pt x="16759" y="56324"/>
                      <a:pt x="21407" y="57316"/>
                      <a:pt x="24887" y="60168"/>
                    </a:cubicBezTo>
                    <a:cubicBezTo>
                      <a:pt x="28505" y="62355"/>
                      <a:pt x="35169" y="58362"/>
                      <a:pt x="37359" y="56175"/>
                    </a:cubicBezTo>
                    <a:cubicBezTo>
                      <a:pt x="39549" y="53988"/>
                      <a:pt x="52021" y="53893"/>
                      <a:pt x="53354" y="53893"/>
                    </a:cubicBezTo>
                    <a:cubicBezTo>
                      <a:pt x="54687" y="53893"/>
                      <a:pt x="55163" y="61024"/>
                      <a:pt x="57353" y="62355"/>
                    </a:cubicBezTo>
                    <a:cubicBezTo>
                      <a:pt x="63262" y="64077"/>
                      <a:pt x="69382" y="64973"/>
                      <a:pt x="75538" y="65018"/>
                    </a:cubicBezTo>
                    <a:cubicBezTo>
                      <a:pt x="83154" y="65018"/>
                      <a:pt x="94579" y="69011"/>
                      <a:pt x="97816" y="69011"/>
                    </a:cubicBezTo>
                    <a:cubicBezTo>
                      <a:pt x="101054" y="69011"/>
                      <a:pt x="107337" y="62736"/>
                      <a:pt x="115144" y="62736"/>
                    </a:cubicBezTo>
                    <a:cubicBezTo>
                      <a:pt x="122951" y="62736"/>
                      <a:pt x="127521" y="57887"/>
                      <a:pt x="128950" y="58362"/>
                    </a:cubicBezTo>
                    <a:lnTo>
                      <a:pt x="128950" y="58362"/>
                    </a:lnTo>
                    <a:cubicBezTo>
                      <a:pt x="129521" y="55890"/>
                      <a:pt x="130473" y="53893"/>
                      <a:pt x="132187" y="53608"/>
                    </a:cubicBezTo>
                    <a:cubicBezTo>
                      <a:pt x="135424" y="53133"/>
                      <a:pt x="133139" y="47618"/>
                      <a:pt x="135424" y="44765"/>
                    </a:cubicBezTo>
                    <a:cubicBezTo>
                      <a:pt x="137709" y="41913"/>
                      <a:pt x="133615" y="36493"/>
                      <a:pt x="137804" y="36969"/>
                    </a:cubicBezTo>
                    <a:cubicBezTo>
                      <a:pt x="141993" y="37444"/>
                      <a:pt x="146563" y="37920"/>
                      <a:pt x="146563" y="31835"/>
                    </a:cubicBezTo>
                    <a:cubicBezTo>
                      <a:pt x="146712" y="29777"/>
                      <a:pt x="147670" y="27863"/>
                      <a:pt x="149229" y="26510"/>
                    </a:cubicBezTo>
                    <a:cubicBezTo>
                      <a:pt x="145918" y="21324"/>
                      <a:pt x="143294" y="15731"/>
                      <a:pt x="141422" y="9871"/>
                    </a:cubicBezTo>
                    <a:cubicBezTo>
                      <a:pt x="141422" y="9871"/>
                      <a:pt x="131425" y="13674"/>
                      <a:pt x="126188" y="768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51" name="Freeform 2787">
                <a:extLst>
                  <a:ext uri="{FF2B5EF4-FFF2-40B4-BE49-F238E27FC236}">
                    <a16:creationId xmlns:a16="http://schemas.microsoft.com/office/drawing/2014/main" id="{EEF0299D-58F7-9B9E-B73B-B191F8ACFC16}"/>
                  </a:ext>
                </a:extLst>
              </p:cNvPr>
              <p:cNvSpPr/>
              <p:nvPr/>
            </p:nvSpPr>
            <p:spPr>
              <a:xfrm>
                <a:off x="12729702" y="5064912"/>
                <a:ext cx="291845" cy="156935"/>
              </a:xfrm>
              <a:custGeom>
                <a:avLst/>
                <a:gdLst>
                  <a:gd name="connsiteX0" fmla="*/ 127460 w 123770"/>
                  <a:gd name="connsiteY0" fmla="*/ 15120 h 66556"/>
                  <a:gd name="connsiteX1" fmla="*/ 122795 w 123770"/>
                  <a:gd name="connsiteY1" fmla="*/ 12267 h 66556"/>
                  <a:gd name="connsiteX2" fmla="*/ 110227 w 123770"/>
                  <a:gd name="connsiteY2" fmla="*/ 7798 h 66556"/>
                  <a:gd name="connsiteX3" fmla="*/ 91661 w 123770"/>
                  <a:gd name="connsiteY3" fmla="*/ 1808 h 66556"/>
                  <a:gd name="connsiteX4" fmla="*/ 73096 w 123770"/>
                  <a:gd name="connsiteY4" fmla="*/ 13693 h 66556"/>
                  <a:gd name="connsiteX5" fmla="*/ 51960 w 123770"/>
                  <a:gd name="connsiteY5" fmla="*/ 20254 h 66556"/>
                  <a:gd name="connsiteX6" fmla="*/ 24825 w 123770"/>
                  <a:gd name="connsiteY6" fmla="*/ 20254 h 66556"/>
                  <a:gd name="connsiteX7" fmla="*/ 22064 w 123770"/>
                  <a:gd name="connsiteY7" fmla="*/ 17116 h 66556"/>
                  <a:gd name="connsiteX8" fmla="*/ 19398 w 123770"/>
                  <a:gd name="connsiteY8" fmla="*/ 22441 h 66556"/>
                  <a:gd name="connsiteX9" fmla="*/ 10639 w 123770"/>
                  <a:gd name="connsiteY9" fmla="*/ 27575 h 66556"/>
                  <a:gd name="connsiteX10" fmla="*/ 8259 w 123770"/>
                  <a:gd name="connsiteY10" fmla="*/ 35372 h 66556"/>
                  <a:gd name="connsiteX11" fmla="*/ 5022 w 123770"/>
                  <a:gd name="connsiteY11" fmla="*/ 44214 h 66556"/>
                  <a:gd name="connsiteX12" fmla="*/ 1785 w 123770"/>
                  <a:gd name="connsiteY12" fmla="*/ 48968 h 66556"/>
                  <a:gd name="connsiteX13" fmla="*/ 6641 w 123770"/>
                  <a:gd name="connsiteY13" fmla="*/ 56384 h 66556"/>
                  <a:gd name="connsiteX14" fmla="*/ 6165 w 123770"/>
                  <a:gd name="connsiteY14" fmla="*/ 56384 h 66556"/>
                  <a:gd name="connsiteX15" fmla="*/ 22826 w 123770"/>
                  <a:gd name="connsiteY15" fmla="*/ 68745 h 66556"/>
                  <a:gd name="connsiteX16" fmla="*/ 43391 w 123770"/>
                  <a:gd name="connsiteY16" fmla="*/ 73404 h 66556"/>
                  <a:gd name="connsiteX17" fmla="*/ 71192 w 123770"/>
                  <a:gd name="connsiteY17" fmla="*/ 64751 h 66556"/>
                  <a:gd name="connsiteX18" fmla="*/ 79761 w 123770"/>
                  <a:gd name="connsiteY18" fmla="*/ 67414 h 66556"/>
                  <a:gd name="connsiteX19" fmla="*/ 85378 w 123770"/>
                  <a:gd name="connsiteY19" fmla="*/ 68364 h 66556"/>
                  <a:gd name="connsiteX20" fmla="*/ 97279 w 123770"/>
                  <a:gd name="connsiteY20" fmla="*/ 59902 h 66556"/>
                  <a:gd name="connsiteX21" fmla="*/ 115464 w 123770"/>
                  <a:gd name="connsiteY21" fmla="*/ 29762 h 66556"/>
                  <a:gd name="connsiteX22" fmla="*/ 128888 w 123770"/>
                  <a:gd name="connsiteY22" fmla="*/ 21300 h 66556"/>
                  <a:gd name="connsiteX23" fmla="*/ 127460 w 123770"/>
                  <a:gd name="connsiteY23" fmla="*/ 15120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3770" h="66556">
                    <a:moveTo>
                      <a:pt x="127460" y="15120"/>
                    </a:moveTo>
                    <a:cubicBezTo>
                      <a:pt x="125729" y="14491"/>
                      <a:pt x="124142" y="13521"/>
                      <a:pt x="122795" y="12267"/>
                    </a:cubicBezTo>
                    <a:cubicBezTo>
                      <a:pt x="118354" y="11609"/>
                      <a:pt x="114085" y="10091"/>
                      <a:pt x="110227" y="7798"/>
                    </a:cubicBezTo>
                    <a:cubicBezTo>
                      <a:pt x="104409" y="4798"/>
                      <a:pt x="98137" y="2775"/>
                      <a:pt x="91661" y="1808"/>
                    </a:cubicBezTo>
                    <a:cubicBezTo>
                      <a:pt x="89662" y="1143"/>
                      <a:pt x="77095" y="13693"/>
                      <a:pt x="73096" y="13693"/>
                    </a:cubicBezTo>
                    <a:cubicBezTo>
                      <a:pt x="69097" y="13693"/>
                      <a:pt x="51960" y="15690"/>
                      <a:pt x="51960" y="20254"/>
                    </a:cubicBezTo>
                    <a:cubicBezTo>
                      <a:pt x="51960" y="24818"/>
                      <a:pt x="30824" y="25578"/>
                      <a:pt x="24825" y="20254"/>
                    </a:cubicBezTo>
                    <a:cubicBezTo>
                      <a:pt x="23792" y="19312"/>
                      <a:pt x="22866" y="18260"/>
                      <a:pt x="22064" y="17116"/>
                    </a:cubicBezTo>
                    <a:cubicBezTo>
                      <a:pt x="20505" y="18469"/>
                      <a:pt x="19547" y="20384"/>
                      <a:pt x="19398" y="22441"/>
                    </a:cubicBezTo>
                    <a:cubicBezTo>
                      <a:pt x="19399" y="28526"/>
                      <a:pt x="14829" y="28051"/>
                      <a:pt x="10639" y="27575"/>
                    </a:cubicBezTo>
                    <a:cubicBezTo>
                      <a:pt x="6450" y="27100"/>
                      <a:pt x="10639" y="32614"/>
                      <a:pt x="8259" y="35372"/>
                    </a:cubicBezTo>
                    <a:cubicBezTo>
                      <a:pt x="5879" y="38129"/>
                      <a:pt x="8259" y="43739"/>
                      <a:pt x="5022" y="44214"/>
                    </a:cubicBezTo>
                    <a:cubicBezTo>
                      <a:pt x="3309" y="44214"/>
                      <a:pt x="2356" y="46496"/>
                      <a:pt x="1785" y="48968"/>
                    </a:cubicBezTo>
                    <a:cubicBezTo>
                      <a:pt x="3748" y="51198"/>
                      <a:pt x="5383" y="53695"/>
                      <a:pt x="6641" y="56384"/>
                    </a:cubicBezTo>
                    <a:lnTo>
                      <a:pt x="6165" y="56384"/>
                    </a:lnTo>
                    <a:cubicBezTo>
                      <a:pt x="12257" y="59726"/>
                      <a:pt x="17863" y="63885"/>
                      <a:pt x="22826" y="68745"/>
                    </a:cubicBezTo>
                    <a:cubicBezTo>
                      <a:pt x="28533" y="73509"/>
                      <a:pt x="36185" y="75242"/>
                      <a:pt x="43391" y="73404"/>
                    </a:cubicBezTo>
                    <a:cubicBezTo>
                      <a:pt x="48627" y="72073"/>
                      <a:pt x="71192" y="64751"/>
                      <a:pt x="71192" y="64751"/>
                    </a:cubicBezTo>
                    <a:cubicBezTo>
                      <a:pt x="73988" y="65821"/>
                      <a:pt x="76850" y="66710"/>
                      <a:pt x="79761" y="67414"/>
                    </a:cubicBezTo>
                    <a:lnTo>
                      <a:pt x="85378" y="68364"/>
                    </a:lnTo>
                    <a:cubicBezTo>
                      <a:pt x="89585" y="65896"/>
                      <a:pt x="93567" y="63065"/>
                      <a:pt x="97279" y="59902"/>
                    </a:cubicBezTo>
                    <a:cubicBezTo>
                      <a:pt x="103467" y="53722"/>
                      <a:pt x="112893" y="31378"/>
                      <a:pt x="115464" y="29762"/>
                    </a:cubicBezTo>
                    <a:cubicBezTo>
                      <a:pt x="118034" y="28146"/>
                      <a:pt x="124985" y="23962"/>
                      <a:pt x="128888" y="21300"/>
                    </a:cubicBezTo>
                    <a:cubicBezTo>
                      <a:pt x="132792" y="18638"/>
                      <a:pt x="131554" y="16451"/>
                      <a:pt x="127460" y="1512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52" name="Freeform 2788">
                <a:extLst>
                  <a:ext uri="{FF2B5EF4-FFF2-40B4-BE49-F238E27FC236}">
                    <a16:creationId xmlns:a16="http://schemas.microsoft.com/office/drawing/2014/main" id="{8425C042-4E89-BD74-DBC5-212BB92FB6D4}"/>
                  </a:ext>
                </a:extLst>
              </p:cNvPr>
              <p:cNvSpPr/>
              <p:nvPr/>
            </p:nvSpPr>
            <p:spPr>
              <a:xfrm>
                <a:off x="12556577" y="4919021"/>
                <a:ext cx="291845" cy="156935"/>
              </a:xfrm>
              <a:custGeom>
                <a:avLst/>
                <a:gdLst>
                  <a:gd name="connsiteX0" fmla="*/ 118812 w 123770"/>
                  <a:gd name="connsiteY0" fmla="*/ 31258 h 66556"/>
                  <a:gd name="connsiteX1" fmla="*/ 105483 w 123770"/>
                  <a:gd name="connsiteY1" fmla="*/ 27930 h 66556"/>
                  <a:gd name="connsiteX2" fmla="*/ 100247 w 123770"/>
                  <a:gd name="connsiteY2" fmla="*/ 20704 h 66556"/>
                  <a:gd name="connsiteX3" fmla="*/ 89012 w 123770"/>
                  <a:gd name="connsiteY3" fmla="*/ 22700 h 66556"/>
                  <a:gd name="connsiteX4" fmla="*/ 78349 w 123770"/>
                  <a:gd name="connsiteY4" fmla="*/ 18041 h 66556"/>
                  <a:gd name="connsiteX5" fmla="*/ 65115 w 123770"/>
                  <a:gd name="connsiteY5" fmla="*/ 8533 h 66556"/>
                  <a:gd name="connsiteX6" fmla="*/ 53595 w 123770"/>
                  <a:gd name="connsiteY6" fmla="*/ 1783 h 66556"/>
                  <a:gd name="connsiteX7" fmla="*/ 52453 w 123770"/>
                  <a:gd name="connsiteY7" fmla="*/ 3875 h 66556"/>
                  <a:gd name="connsiteX8" fmla="*/ 41789 w 123770"/>
                  <a:gd name="connsiteY8" fmla="*/ 3874 h 66556"/>
                  <a:gd name="connsiteX9" fmla="*/ 25413 w 123770"/>
                  <a:gd name="connsiteY9" fmla="*/ 11481 h 66556"/>
                  <a:gd name="connsiteX10" fmla="*/ 4467 w 123770"/>
                  <a:gd name="connsiteY10" fmla="*/ 19468 h 66556"/>
                  <a:gd name="connsiteX11" fmla="*/ 5800 w 123770"/>
                  <a:gd name="connsiteY11" fmla="*/ 30117 h 66556"/>
                  <a:gd name="connsiteX12" fmla="*/ 12465 w 123770"/>
                  <a:gd name="connsiteY12" fmla="*/ 46946 h 66556"/>
                  <a:gd name="connsiteX13" fmla="*/ 33411 w 123770"/>
                  <a:gd name="connsiteY13" fmla="*/ 62444 h 66556"/>
                  <a:gd name="connsiteX14" fmla="*/ 33411 w 123770"/>
                  <a:gd name="connsiteY14" fmla="*/ 63965 h 66556"/>
                  <a:gd name="connsiteX15" fmla="*/ 50834 w 123770"/>
                  <a:gd name="connsiteY15" fmla="*/ 62919 h 66556"/>
                  <a:gd name="connsiteX16" fmla="*/ 54166 w 123770"/>
                  <a:gd name="connsiteY16" fmla="*/ 53411 h 66556"/>
                  <a:gd name="connsiteX17" fmla="*/ 72732 w 123770"/>
                  <a:gd name="connsiteY17" fmla="*/ 59306 h 66556"/>
                  <a:gd name="connsiteX18" fmla="*/ 87965 w 123770"/>
                  <a:gd name="connsiteY18" fmla="*/ 61303 h 66556"/>
                  <a:gd name="connsiteX19" fmla="*/ 89393 w 123770"/>
                  <a:gd name="connsiteY19" fmla="*/ 65296 h 66556"/>
                  <a:gd name="connsiteX20" fmla="*/ 94915 w 123770"/>
                  <a:gd name="connsiteY20" fmla="*/ 58831 h 66556"/>
                  <a:gd name="connsiteX21" fmla="*/ 113957 w 123770"/>
                  <a:gd name="connsiteY21" fmla="*/ 49323 h 66556"/>
                  <a:gd name="connsiteX22" fmla="*/ 125572 w 123770"/>
                  <a:gd name="connsiteY22" fmla="*/ 39815 h 66556"/>
                  <a:gd name="connsiteX23" fmla="*/ 118812 w 123770"/>
                  <a:gd name="connsiteY23" fmla="*/ 31258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3770" h="66556">
                    <a:moveTo>
                      <a:pt x="118812" y="31258"/>
                    </a:moveTo>
                    <a:cubicBezTo>
                      <a:pt x="115480" y="29356"/>
                      <a:pt x="106150" y="30592"/>
                      <a:pt x="105483" y="27930"/>
                    </a:cubicBezTo>
                    <a:cubicBezTo>
                      <a:pt x="104817" y="25268"/>
                      <a:pt x="104246" y="20704"/>
                      <a:pt x="100247" y="20704"/>
                    </a:cubicBezTo>
                    <a:cubicBezTo>
                      <a:pt x="96248" y="20704"/>
                      <a:pt x="90726" y="18041"/>
                      <a:pt x="89012" y="22700"/>
                    </a:cubicBezTo>
                    <a:cubicBezTo>
                      <a:pt x="87299" y="27359"/>
                      <a:pt x="79015" y="21369"/>
                      <a:pt x="78349" y="18041"/>
                    </a:cubicBezTo>
                    <a:cubicBezTo>
                      <a:pt x="77683" y="14714"/>
                      <a:pt x="74445" y="12146"/>
                      <a:pt x="65115" y="8533"/>
                    </a:cubicBezTo>
                    <a:cubicBezTo>
                      <a:pt x="60992" y="6804"/>
                      <a:pt x="57118" y="4534"/>
                      <a:pt x="53595" y="1783"/>
                    </a:cubicBezTo>
                    <a:cubicBezTo>
                      <a:pt x="53313" y="2529"/>
                      <a:pt x="52928" y="3233"/>
                      <a:pt x="52453" y="3875"/>
                    </a:cubicBezTo>
                    <a:cubicBezTo>
                      <a:pt x="50739" y="6632"/>
                      <a:pt x="44455" y="1688"/>
                      <a:pt x="41789" y="3874"/>
                    </a:cubicBezTo>
                    <a:cubicBezTo>
                      <a:pt x="39123" y="6061"/>
                      <a:pt x="30269" y="7012"/>
                      <a:pt x="25413" y="11481"/>
                    </a:cubicBezTo>
                    <a:cubicBezTo>
                      <a:pt x="19070" y="15583"/>
                      <a:pt x="11934" y="18304"/>
                      <a:pt x="4467" y="19468"/>
                    </a:cubicBezTo>
                    <a:cubicBezTo>
                      <a:pt x="-1245" y="20799"/>
                      <a:pt x="3610" y="26123"/>
                      <a:pt x="5800" y="30117"/>
                    </a:cubicBezTo>
                    <a:cubicBezTo>
                      <a:pt x="7990" y="34110"/>
                      <a:pt x="8085" y="43808"/>
                      <a:pt x="12465" y="46946"/>
                    </a:cubicBezTo>
                    <a:cubicBezTo>
                      <a:pt x="19885" y="51494"/>
                      <a:pt x="26894" y="56679"/>
                      <a:pt x="33411" y="62444"/>
                    </a:cubicBezTo>
                    <a:cubicBezTo>
                      <a:pt x="33730" y="62901"/>
                      <a:pt x="33730" y="63508"/>
                      <a:pt x="33411" y="63965"/>
                    </a:cubicBezTo>
                    <a:cubicBezTo>
                      <a:pt x="39599" y="65677"/>
                      <a:pt x="49215" y="65677"/>
                      <a:pt x="50834" y="62919"/>
                    </a:cubicBezTo>
                    <a:cubicBezTo>
                      <a:pt x="52348" y="59905"/>
                      <a:pt x="53468" y="56710"/>
                      <a:pt x="54166" y="53411"/>
                    </a:cubicBezTo>
                    <a:cubicBezTo>
                      <a:pt x="60837" y="53273"/>
                      <a:pt x="67366" y="55346"/>
                      <a:pt x="72732" y="59306"/>
                    </a:cubicBezTo>
                    <a:cubicBezTo>
                      <a:pt x="77968" y="65296"/>
                      <a:pt x="87965" y="61303"/>
                      <a:pt x="87965" y="61303"/>
                    </a:cubicBezTo>
                    <a:cubicBezTo>
                      <a:pt x="87965" y="61303"/>
                      <a:pt x="88536" y="63014"/>
                      <a:pt x="89393" y="65296"/>
                    </a:cubicBezTo>
                    <a:cubicBezTo>
                      <a:pt x="90821" y="62064"/>
                      <a:pt x="92725" y="59211"/>
                      <a:pt x="94915" y="58831"/>
                    </a:cubicBezTo>
                    <a:cubicBezTo>
                      <a:pt x="102390" y="58758"/>
                      <a:pt x="109414" y="55251"/>
                      <a:pt x="113957" y="49323"/>
                    </a:cubicBezTo>
                    <a:cubicBezTo>
                      <a:pt x="117128" y="45385"/>
                      <a:pt x="121083" y="42147"/>
                      <a:pt x="125572" y="39815"/>
                    </a:cubicBezTo>
                    <a:cubicBezTo>
                      <a:pt x="122716" y="37533"/>
                      <a:pt x="121288" y="32874"/>
                      <a:pt x="118812" y="31258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path path="circle">
                  <a:fillToRect l="100000" b="100000"/>
                </a:path>
                <a:tileRect t="-100000" r="-100000"/>
              </a:gradFill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53" name="Freeform 2789">
                <a:extLst>
                  <a:ext uri="{FF2B5EF4-FFF2-40B4-BE49-F238E27FC236}">
                    <a16:creationId xmlns:a16="http://schemas.microsoft.com/office/drawing/2014/main" id="{5D24D295-1A03-080A-C2E5-E982D4C725C2}"/>
                  </a:ext>
                </a:extLst>
              </p:cNvPr>
              <p:cNvSpPr/>
              <p:nvPr/>
            </p:nvSpPr>
            <p:spPr>
              <a:xfrm>
                <a:off x="12762703" y="5011165"/>
                <a:ext cx="269395" cy="112097"/>
              </a:xfrm>
              <a:custGeom>
                <a:avLst/>
                <a:gdLst>
                  <a:gd name="connsiteX0" fmla="*/ 84997 w 114249"/>
                  <a:gd name="connsiteY0" fmla="*/ 6061 h 47540"/>
                  <a:gd name="connsiteX1" fmla="*/ 69764 w 114249"/>
                  <a:gd name="connsiteY1" fmla="*/ 4730 h 47540"/>
                  <a:gd name="connsiteX2" fmla="*/ 52531 w 114249"/>
                  <a:gd name="connsiteY2" fmla="*/ 2829 h 47540"/>
                  <a:gd name="connsiteX3" fmla="*/ 40630 w 114249"/>
                  <a:gd name="connsiteY3" fmla="*/ 4065 h 47540"/>
                  <a:gd name="connsiteX4" fmla="*/ 37964 w 114249"/>
                  <a:gd name="connsiteY4" fmla="*/ 1783 h 47540"/>
                  <a:gd name="connsiteX5" fmla="*/ 26349 w 114249"/>
                  <a:gd name="connsiteY5" fmla="*/ 11291 h 47540"/>
                  <a:gd name="connsiteX6" fmla="*/ 7307 w 114249"/>
                  <a:gd name="connsiteY6" fmla="*/ 20799 h 47540"/>
                  <a:gd name="connsiteX7" fmla="*/ 1785 w 114249"/>
                  <a:gd name="connsiteY7" fmla="*/ 27264 h 47540"/>
                  <a:gd name="connsiteX8" fmla="*/ 11306 w 114249"/>
                  <a:gd name="connsiteY8" fmla="*/ 43048 h 47540"/>
                  <a:gd name="connsiteX9" fmla="*/ 38440 w 114249"/>
                  <a:gd name="connsiteY9" fmla="*/ 43048 h 47540"/>
                  <a:gd name="connsiteX10" fmla="*/ 59577 w 114249"/>
                  <a:gd name="connsiteY10" fmla="*/ 36487 h 47540"/>
                  <a:gd name="connsiteX11" fmla="*/ 78142 w 114249"/>
                  <a:gd name="connsiteY11" fmla="*/ 24602 h 47540"/>
                  <a:gd name="connsiteX12" fmla="*/ 96708 w 114249"/>
                  <a:gd name="connsiteY12" fmla="*/ 30592 h 47540"/>
                  <a:gd name="connsiteX13" fmla="*/ 109275 w 114249"/>
                  <a:gd name="connsiteY13" fmla="*/ 35061 h 47540"/>
                  <a:gd name="connsiteX14" fmla="*/ 105086 w 114249"/>
                  <a:gd name="connsiteY14" fmla="*/ 28120 h 47540"/>
                  <a:gd name="connsiteX15" fmla="*/ 113940 w 114249"/>
                  <a:gd name="connsiteY15" fmla="*/ 13478 h 47540"/>
                  <a:gd name="connsiteX16" fmla="*/ 114416 w 114249"/>
                  <a:gd name="connsiteY16" fmla="*/ 12907 h 47540"/>
                  <a:gd name="connsiteX17" fmla="*/ 102611 w 114249"/>
                  <a:gd name="connsiteY17" fmla="*/ 10055 h 47540"/>
                  <a:gd name="connsiteX18" fmla="*/ 84997 w 114249"/>
                  <a:gd name="connsiteY18" fmla="*/ 6061 h 4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4249" h="47540">
                    <a:moveTo>
                      <a:pt x="84997" y="6061"/>
                    </a:moveTo>
                    <a:cubicBezTo>
                      <a:pt x="78333" y="6727"/>
                      <a:pt x="75476" y="2829"/>
                      <a:pt x="69764" y="4730"/>
                    </a:cubicBezTo>
                    <a:cubicBezTo>
                      <a:pt x="63975" y="6158"/>
                      <a:pt x="57868" y="5483"/>
                      <a:pt x="52531" y="2829"/>
                    </a:cubicBezTo>
                    <a:cubicBezTo>
                      <a:pt x="49199" y="832"/>
                      <a:pt x="45295" y="6727"/>
                      <a:pt x="40630" y="4065"/>
                    </a:cubicBezTo>
                    <a:cubicBezTo>
                      <a:pt x="39617" y="3462"/>
                      <a:pt x="38715" y="2690"/>
                      <a:pt x="37964" y="1783"/>
                    </a:cubicBezTo>
                    <a:cubicBezTo>
                      <a:pt x="33475" y="4115"/>
                      <a:pt x="29520" y="7353"/>
                      <a:pt x="26349" y="11291"/>
                    </a:cubicBezTo>
                    <a:cubicBezTo>
                      <a:pt x="21806" y="17218"/>
                      <a:pt x="14782" y="20726"/>
                      <a:pt x="7307" y="20799"/>
                    </a:cubicBezTo>
                    <a:cubicBezTo>
                      <a:pt x="5117" y="20799"/>
                      <a:pt x="3213" y="24031"/>
                      <a:pt x="1785" y="27264"/>
                    </a:cubicBezTo>
                    <a:cubicBezTo>
                      <a:pt x="3824" y="33130"/>
                      <a:pt x="7067" y="38506"/>
                      <a:pt x="11306" y="43048"/>
                    </a:cubicBezTo>
                    <a:cubicBezTo>
                      <a:pt x="17304" y="48372"/>
                      <a:pt x="38440" y="47707"/>
                      <a:pt x="38440" y="43048"/>
                    </a:cubicBezTo>
                    <a:cubicBezTo>
                      <a:pt x="38440" y="38389"/>
                      <a:pt x="55673" y="36487"/>
                      <a:pt x="59577" y="36487"/>
                    </a:cubicBezTo>
                    <a:cubicBezTo>
                      <a:pt x="63480" y="36487"/>
                      <a:pt x="76143" y="23936"/>
                      <a:pt x="78142" y="24602"/>
                    </a:cubicBezTo>
                    <a:cubicBezTo>
                      <a:pt x="84618" y="25568"/>
                      <a:pt x="90890" y="27592"/>
                      <a:pt x="96708" y="30592"/>
                    </a:cubicBezTo>
                    <a:cubicBezTo>
                      <a:pt x="100565" y="32885"/>
                      <a:pt x="104834" y="34403"/>
                      <a:pt x="109275" y="35061"/>
                    </a:cubicBezTo>
                    <a:cubicBezTo>
                      <a:pt x="107062" y="33349"/>
                      <a:pt x="105568" y="30874"/>
                      <a:pt x="105086" y="28120"/>
                    </a:cubicBezTo>
                    <a:cubicBezTo>
                      <a:pt x="106811" y="22597"/>
                      <a:pt x="109849" y="17573"/>
                      <a:pt x="113940" y="13478"/>
                    </a:cubicBezTo>
                    <a:cubicBezTo>
                      <a:pt x="113940" y="13478"/>
                      <a:pt x="113940" y="13478"/>
                      <a:pt x="114416" y="12907"/>
                    </a:cubicBezTo>
                    <a:cubicBezTo>
                      <a:pt x="110354" y="12593"/>
                      <a:pt x="106368" y="11630"/>
                      <a:pt x="102611" y="10055"/>
                    </a:cubicBezTo>
                    <a:cubicBezTo>
                      <a:pt x="97327" y="6856"/>
                      <a:pt x="91146" y="5455"/>
                      <a:pt x="84997" y="606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54" name="Freeform 2790">
                <a:extLst>
                  <a:ext uri="{FF2B5EF4-FFF2-40B4-BE49-F238E27FC236}">
                    <a16:creationId xmlns:a16="http://schemas.microsoft.com/office/drawing/2014/main" id="{8BCBCB81-F142-BF5B-8F75-A313F8392F1D}"/>
                  </a:ext>
                </a:extLst>
              </p:cNvPr>
              <p:cNvSpPr/>
              <p:nvPr/>
            </p:nvSpPr>
            <p:spPr>
              <a:xfrm>
                <a:off x="11517974" y="5454578"/>
                <a:ext cx="157147" cy="291451"/>
              </a:xfrm>
              <a:custGeom>
                <a:avLst/>
                <a:gdLst>
                  <a:gd name="connsiteX0" fmla="*/ 51822 w 66645"/>
                  <a:gd name="connsiteY0" fmla="*/ 102206 h 123604"/>
                  <a:gd name="connsiteX1" fmla="*/ 47443 w 66645"/>
                  <a:gd name="connsiteY1" fmla="*/ 92128 h 123604"/>
                  <a:gd name="connsiteX2" fmla="*/ 52489 w 66645"/>
                  <a:gd name="connsiteY2" fmla="*/ 81289 h 123604"/>
                  <a:gd name="connsiteX3" fmla="*/ 46776 w 66645"/>
                  <a:gd name="connsiteY3" fmla="*/ 70545 h 123604"/>
                  <a:gd name="connsiteX4" fmla="*/ 51822 w 66645"/>
                  <a:gd name="connsiteY4" fmla="*/ 62558 h 123604"/>
                  <a:gd name="connsiteX5" fmla="*/ 55345 w 66645"/>
                  <a:gd name="connsiteY5" fmla="*/ 48961 h 123604"/>
                  <a:gd name="connsiteX6" fmla="*/ 53917 w 66645"/>
                  <a:gd name="connsiteY6" fmla="*/ 29945 h 123604"/>
                  <a:gd name="connsiteX7" fmla="*/ 66960 w 66645"/>
                  <a:gd name="connsiteY7" fmla="*/ 18441 h 123604"/>
                  <a:gd name="connsiteX8" fmla="*/ 61914 w 66645"/>
                  <a:gd name="connsiteY8" fmla="*/ 10454 h 123604"/>
                  <a:gd name="connsiteX9" fmla="*/ 49632 w 66645"/>
                  <a:gd name="connsiteY9" fmla="*/ 8362 h 123604"/>
                  <a:gd name="connsiteX10" fmla="*/ 41730 w 66645"/>
                  <a:gd name="connsiteY10" fmla="*/ 8362 h 123604"/>
                  <a:gd name="connsiteX11" fmla="*/ 29448 w 66645"/>
                  <a:gd name="connsiteY11" fmla="*/ 5415 h 123604"/>
                  <a:gd name="connsiteX12" fmla="*/ 22212 w 66645"/>
                  <a:gd name="connsiteY12" fmla="*/ 4749 h 123604"/>
                  <a:gd name="connsiteX13" fmla="*/ 16881 w 66645"/>
                  <a:gd name="connsiteY13" fmla="*/ 6936 h 123604"/>
                  <a:gd name="connsiteX14" fmla="*/ 17452 w 66645"/>
                  <a:gd name="connsiteY14" fmla="*/ 20532 h 123604"/>
                  <a:gd name="connsiteX15" fmla="*/ 4980 w 66645"/>
                  <a:gd name="connsiteY15" fmla="*/ 68073 h 123604"/>
                  <a:gd name="connsiteX16" fmla="*/ 12691 w 66645"/>
                  <a:gd name="connsiteY16" fmla="*/ 85567 h 123604"/>
                  <a:gd name="connsiteX17" fmla="*/ 15357 w 66645"/>
                  <a:gd name="connsiteY17" fmla="*/ 119606 h 123604"/>
                  <a:gd name="connsiteX18" fmla="*/ 30781 w 66645"/>
                  <a:gd name="connsiteY18" fmla="*/ 123409 h 123604"/>
                  <a:gd name="connsiteX19" fmla="*/ 46776 w 66645"/>
                  <a:gd name="connsiteY19" fmla="*/ 120272 h 123604"/>
                  <a:gd name="connsiteX20" fmla="*/ 43825 w 66645"/>
                  <a:gd name="connsiteY20" fmla="*/ 113806 h 123604"/>
                  <a:gd name="connsiteX21" fmla="*/ 51822 w 66645"/>
                  <a:gd name="connsiteY21" fmla="*/ 102206 h 123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6645" h="123604">
                    <a:moveTo>
                      <a:pt x="51822" y="102206"/>
                    </a:moveTo>
                    <a:cubicBezTo>
                      <a:pt x="59724" y="100780"/>
                      <a:pt x="49632" y="94315"/>
                      <a:pt x="47443" y="92128"/>
                    </a:cubicBezTo>
                    <a:cubicBezTo>
                      <a:pt x="45253" y="89941"/>
                      <a:pt x="48204" y="81289"/>
                      <a:pt x="52489" y="81289"/>
                    </a:cubicBezTo>
                    <a:cubicBezTo>
                      <a:pt x="56773" y="81289"/>
                      <a:pt x="52489" y="76250"/>
                      <a:pt x="46776" y="70545"/>
                    </a:cubicBezTo>
                    <a:cubicBezTo>
                      <a:pt x="41063" y="64840"/>
                      <a:pt x="46776" y="62558"/>
                      <a:pt x="51822" y="62558"/>
                    </a:cubicBezTo>
                    <a:cubicBezTo>
                      <a:pt x="56868" y="62558"/>
                      <a:pt x="50394" y="54001"/>
                      <a:pt x="55345" y="48961"/>
                    </a:cubicBezTo>
                    <a:cubicBezTo>
                      <a:pt x="60295" y="43922"/>
                      <a:pt x="53917" y="34509"/>
                      <a:pt x="53917" y="29945"/>
                    </a:cubicBezTo>
                    <a:cubicBezTo>
                      <a:pt x="53917" y="25382"/>
                      <a:pt x="61153" y="24145"/>
                      <a:pt x="66960" y="18441"/>
                    </a:cubicBezTo>
                    <a:cubicBezTo>
                      <a:pt x="72768" y="12736"/>
                      <a:pt x="61914" y="14828"/>
                      <a:pt x="61914" y="10454"/>
                    </a:cubicBezTo>
                    <a:cubicBezTo>
                      <a:pt x="61914" y="6080"/>
                      <a:pt x="54678" y="4749"/>
                      <a:pt x="49632" y="8362"/>
                    </a:cubicBezTo>
                    <a:cubicBezTo>
                      <a:pt x="44586" y="11975"/>
                      <a:pt x="46014" y="8362"/>
                      <a:pt x="41730" y="8362"/>
                    </a:cubicBezTo>
                    <a:cubicBezTo>
                      <a:pt x="37446" y="8362"/>
                      <a:pt x="29448" y="9788"/>
                      <a:pt x="29448" y="5415"/>
                    </a:cubicBezTo>
                    <a:cubicBezTo>
                      <a:pt x="29448" y="1041"/>
                      <a:pt x="25830" y="375"/>
                      <a:pt x="22212" y="4749"/>
                    </a:cubicBezTo>
                    <a:cubicBezTo>
                      <a:pt x="20774" y="6123"/>
                      <a:pt x="18870" y="6903"/>
                      <a:pt x="16881" y="6936"/>
                    </a:cubicBezTo>
                    <a:cubicBezTo>
                      <a:pt x="15879" y="11440"/>
                      <a:pt x="16076" y="16128"/>
                      <a:pt x="17452" y="20532"/>
                    </a:cubicBezTo>
                    <a:cubicBezTo>
                      <a:pt x="21260" y="26808"/>
                      <a:pt x="12691" y="59611"/>
                      <a:pt x="4980" y="68073"/>
                    </a:cubicBezTo>
                    <a:cubicBezTo>
                      <a:pt x="-2732" y="76535"/>
                      <a:pt x="4980" y="79387"/>
                      <a:pt x="12691" y="85567"/>
                    </a:cubicBezTo>
                    <a:cubicBezTo>
                      <a:pt x="20403" y="91748"/>
                      <a:pt x="15357" y="114091"/>
                      <a:pt x="15357" y="119606"/>
                    </a:cubicBezTo>
                    <a:cubicBezTo>
                      <a:pt x="15357" y="125121"/>
                      <a:pt x="22498" y="123409"/>
                      <a:pt x="30781" y="123409"/>
                    </a:cubicBezTo>
                    <a:cubicBezTo>
                      <a:pt x="36185" y="122769"/>
                      <a:pt x="41532" y="121720"/>
                      <a:pt x="46776" y="120272"/>
                    </a:cubicBezTo>
                    <a:cubicBezTo>
                      <a:pt x="45285" y="118385"/>
                      <a:pt x="44273" y="116167"/>
                      <a:pt x="43825" y="113806"/>
                    </a:cubicBezTo>
                    <a:cubicBezTo>
                      <a:pt x="43825" y="109718"/>
                      <a:pt x="43825" y="103252"/>
                      <a:pt x="51822" y="1022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55" name="Freeform 2791">
                <a:extLst>
                  <a:ext uri="{FF2B5EF4-FFF2-40B4-BE49-F238E27FC236}">
                    <a16:creationId xmlns:a16="http://schemas.microsoft.com/office/drawing/2014/main" id="{B85B87A7-D3D1-72D7-3D1D-5526E6F2346E}"/>
                  </a:ext>
                </a:extLst>
              </p:cNvPr>
              <p:cNvSpPr/>
              <p:nvPr/>
            </p:nvSpPr>
            <p:spPr>
              <a:xfrm>
                <a:off x="12121543" y="4766571"/>
                <a:ext cx="202045" cy="156935"/>
              </a:xfrm>
              <a:custGeom>
                <a:avLst/>
                <a:gdLst>
                  <a:gd name="connsiteX0" fmla="*/ 28634 w 85687"/>
                  <a:gd name="connsiteY0" fmla="*/ 56644 h 66556"/>
                  <a:gd name="connsiteX1" fmla="*/ 42248 w 85687"/>
                  <a:gd name="connsiteY1" fmla="*/ 58451 h 66556"/>
                  <a:gd name="connsiteX2" fmla="*/ 56720 w 85687"/>
                  <a:gd name="connsiteY2" fmla="*/ 68434 h 66556"/>
                  <a:gd name="connsiteX3" fmla="*/ 61100 w 85687"/>
                  <a:gd name="connsiteY3" fmla="*/ 72237 h 66556"/>
                  <a:gd name="connsiteX4" fmla="*/ 63385 w 85687"/>
                  <a:gd name="connsiteY4" fmla="*/ 56929 h 66556"/>
                  <a:gd name="connsiteX5" fmla="*/ 64527 w 85687"/>
                  <a:gd name="connsiteY5" fmla="*/ 47421 h 66556"/>
                  <a:gd name="connsiteX6" fmla="*/ 75857 w 85687"/>
                  <a:gd name="connsiteY6" fmla="*/ 42097 h 66556"/>
                  <a:gd name="connsiteX7" fmla="*/ 79951 w 85687"/>
                  <a:gd name="connsiteY7" fmla="*/ 35536 h 66556"/>
                  <a:gd name="connsiteX8" fmla="*/ 73477 w 85687"/>
                  <a:gd name="connsiteY8" fmla="*/ 24887 h 66556"/>
                  <a:gd name="connsiteX9" fmla="*/ 83569 w 85687"/>
                  <a:gd name="connsiteY9" fmla="*/ 15379 h 66556"/>
                  <a:gd name="connsiteX10" fmla="*/ 82902 w 85687"/>
                  <a:gd name="connsiteY10" fmla="*/ 1783 h 66556"/>
                  <a:gd name="connsiteX11" fmla="*/ 77856 w 85687"/>
                  <a:gd name="connsiteY11" fmla="*/ 3875 h 66556"/>
                  <a:gd name="connsiteX12" fmla="*/ 57768 w 85687"/>
                  <a:gd name="connsiteY12" fmla="*/ 4445 h 66556"/>
                  <a:gd name="connsiteX13" fmla="*/ 49484 w 85687"/>
                  <a:gd name="connsiteY13" fmla="*/ 18327 h 66556"/>
                  <a:gd name="connsiteX14" fmla="*/ 39963 w 85687"/>
                  <a:gd name="connsiteY14" fmla="*/ 18897 h 66556"/>
                  <a:gd name="connsiteX15" fmla="*/ 30443 w 85687"/>
                  <a:gd name="connsiteY15" fmla="*/ 23651 h 66556"/>
                  <a:gd name="connsiteX16" fmla="*/ 20922 w 85687"/>
                  <a:gd name="connsiteY16" fmla="*/ 39910 h 66556"/>
                  <a:gd name="connsiteX17" fmla="*/ 4927 w 85687"/>
                  <a:gd name="connsiteY17" fmla="*/ 58926 h 66556"/>
                  <a:gd name="connsiteX18" fmla="*/ 1785 w 85687"/>
                  <a:gd name="connsiteY18" fmla="*/ 60828 h 66556"/>
                  <a:gd name="connsiteX19" fmla="*/ 8926 w 85687"/>
                  <a:gd name="connsiteY19" fmla="*/ 63300 h 66556"/>
                  <a:gd name="connsiteX20" fmla="*/ 28634 w 85687"/>
                  <a:gd name="connsiteY20" fmla="*/ 56644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5687" h="66556">
                    <a:moveTo>
                      <a:pt x="28634" y="56644"/>
                    </a:moveTo>
                    <a:cubicBezTo>
                      <a:pt x="32946" y="53594"/>
                      <a:pt x="38883" y="54382"/>
                      <a:pt x="42248" y="58451"/>
                    </a:cubicBezTo>
                    <a:cubicBezTo>
                      <a:pt x="45867" y="62159"/>
                      <a:pt x="51293" y="63014"/>
                      <a:pt x="56720" y="68434"/>
                    </a:cubicBezTo>
                    <a:cubicBezTo>
                      <a:pt x="58087" y="69805"/>
                      <a:pt x="59551" y="71076"/>
                      <a:pt x="61100" y="72237"/>
                    </a:cubicBezTo>
                    <a:cubicBezTo>
                      <a:pt x="61263" y="67063"/>
                      <a:pt x="62029" y="61926"/>
                      <a:pt x="63385" y="56929"/>
                    </a:cubicBezTo>
                    <a:cubicBezTo>
                      <a:pt x="65194" y="52746"/>
                      <a:pt x="61576" y="47421"/>
                      <a:pt x="64527" y="47421"/>
                    </a:cubicBezTo>
                    <a:cubicBezTo>
                      <a:pt x="67479" y="47421"/>
                      <a:pt x="75857" y="47421"/>
                      <a:pt x="75857" y="42097"/>
                    </a:cubicBezTo>
                    <a:cubicBezTo>
                      <a:pt x="75857" y="36772"/>
                      <a:pt x="78237" y="38579"/>
                      <a:pt x="79951" y="35536"/>
                    </a:cubicBezTo>
                    <a:cubicBezTo>
                      <a:pt x="81665" y="32494"/>
                      <a:pt x="74619" y="26694"/>
                      <a:pt x="73477" y="24887"/>
                    </a:cubicBezTo>
                    <a:cubicBezTo>
                      <a:pt x="72334" y="23081"/>
                      <a:pt x="78809" y="22605"/>
                      <a:pt x="83569" y="15379"/>
                    </a:cubicBezTo>
                    <a:cubicBezTo>
                      <a:pt x="85034" y="10920"/>
                      <a:pt x="84797" y="6078"/>
                      <a:pt x="82902" y="1783"/>
                    </a:cubicBezTo>
                    <a:cubicBezTo>
                      <a:pt x="82141" y="3875"/>
                      <a:pt x="80522" y="5396"/>
                      <a:pt x="77856" y="3875"/>
                    </a:cubicBezTo>
                    <a:cubicBezTo>
                      <a:pt x="73477" y="1212"/>
                      <a:pt x="66622" y="2638"/>
                      <a:pt x="57768" y="4445"/>
                    </a:cubicBezTo>
                    <a:cubicBezTo>
                      <a:pt x="48913" y="6252"/>
                      <a:pt x="46152" y="14809"/>
                      <a:pt x="49484" y="18327"/>
                    </a:cubicBezTo>
                    <a:cubicBezTo>
                      <a:pt x="52817" y="21845"/>
                      <a:pt x="40821" y="23651"/>
                      <a:pt x="39963" y="18897"/>
                    </a:cubicBezTo>
                    <a:cubicBezTo>
                      <a:pt x="39107" y="14143"/>
                      <a:pt x="30443" y="17471"/>
                      <a:pt x="30443" y="23651"/>
                    </a:cubicBezTo>
                    <a:cubicBezTo>
                      <a:pt x="30443" y="29831"/>
                      <a:pt x="20922" y="32208"/>
                      <a:pt x="20922" y="39910"/>
                    </a:cubicBezTo>
                    <a:cubicBezTo>
                      <a:pt x="20922" y="47611"/>
                      <a:pt x="11401" y="54742"/>
                      <a:pt x="4927" y="58926"/>
                    </a:cubicBezTo>
                    <a:lnTo>
                      <a:pt x="1785" y="60828"/>
                    </a:lnTo>
                    <a:cubicBezTo>
                      <a:pt x="4038" y="61980"/>
                      <a:pt x="6442" y="62812"/>
                      <a:pt x="8926" y="63300"/>
                    </a:cubicBezTo>
                    <a:cubicBezTo>
                      <a:pt x="16035" y="63219"/>
                      <a:pt x="22935" y="60888"/>
                      <a:pt x="28634" y="5664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56" name="Freeform 2792">
                <a:extLst>
                  <a:ext uri="{FF2B5EF4-FFF2-40B4-BE49-F238E27FC236}">
                    <a16:creationId xmlns:a16="http://schemas.microsoft.com/office/drawing/2014/main" id="{F0B22FF1-38C9-8690-FC55-B7DF45581F81}"/>
                  </a:ext>
                </a:extLst>
              </p:cNvPr>
              <p:cNvSpPr/>
              <p:nvPr/>
            </p:nvSpPr>
            <p:spPr>
              <a:xfrm>
                <a:off x="12247608" y="4977088"/>
                <a:ext cx="22450" cy="44839"/>
              </a:xfrm>
              <a:custGeom>
                <a:avLst/>
                <a:gdLst>
                  <a:gd name="connsiteX0" fmla="*/ 8874 w 9520"/>
                  <a:gd name="connsiteY0" fmla="*/ 1783 h 19016"/>
                  <a:gd name="connsiteX1" fmla="*/ 1828 w 9520"/>
                  <a:gd name="connsiteY1" fmla="*/ 18802 h 19016"/>
                  <a:gd name="connsiteX2" fmla="*/ 15063 w 9520"/>
                  <a:gd name="connsiteY2" fmla="*/ 20323 h 19016"/>
                  <a:gd name="connsiteX3" fmla="*/ 8779 w 9520"/>
                  <a:gd name="connsiteY3" fmla="*/ 3684 h 19016"/>
                  <a:gd name="connsiteX4" fmla="*/ 8874 w 9520"/>
                  <a:gd name="connsiteY4" fmla="*/ 1783 h 19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0" h="19016">
                    <a:moveTo>
                      <a:pt x="8874" y="1783"/>
                    </a:moveTo>
                    <a:cubicBezTo>
                      <a:pt x="4875" y="3970"/>
                      <a:pt x="1352" y="8724"/>
                      <a:pt x="1828" y="18802"/>
                    </a:cubicBezTo>
                    <a:cubicBezTo>
                      <a:pt x="6291" y="18650"/>
                      <a:pt x="10751" y="19163"/>
                      <a:pt x="15063" y="20323"/>
                    </a:cubicBezTo>
                    <a:cubicBezTo>
                      <a:pt x="14674" y="14276"/>
                      <a:pt x="12486" y="8482"/>
                      <a:pt x="8779" y="3684"/>
                    </a:cubicBezTo>
                    <a:cubicBezTo>
                      <a:pt x="8422" y="3090"/>
                      <a:pt x="8459" y="2339"/>
                      <a:pt x="8874" y="1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57" name="Freeform 2793">
                <a:extLst>
                  <a:ext uri="{FF2B5EF4-FFF2-40B4-BE49-F238E27FC236}">
                    <a16:creationId xmlns:a16="http://schemas.microsoft.com/office/drawing/2014/main" id="{CEF9CFEB-8545-E07C-FA10-98F88A2ECED5}"/>
                  </a:ext>
                </a:extLst>
              </p:cNvPr>
              <p:cNvSpPr/>
              <p:nvPr/>
            </p:nvSpPr>
            <p:spPr>
              <a:xfrm>
                <a:off x="12091461" y="4892678"/>
                <a:ext cx="179597" cy="112097"/>
              </a:xfrm>
              <a:custGeom>
                <a:avLst/>
                <a:gdLst>
                  <a:gd name="connsiteX0" fmla="*/ 4451 w 76166"/>
                  <a:gd name="connsiteY0" fmla="*/ 15332 h 47540"/>
                  <a:gd name="connsiteX1" fmla="*/ 11496 w 76166"/>
                  <a:gd name="connsiteY1" fmla="*/ 22939 h 47540"/>
                  <a:gd name="connsiteX2" fmla="*/ 21779 w 76166"/>
                  <a:gd name="connsiteY2" fmla="*/ 29119 h 47540"/>
                  <a:gd name="connsiteX3" fmla="*/ 34156 w 76166"/>
                  <a:gd name="connsiteY3" fmla="*/ 36725 h 47540"/>
                  <a:gd name="connsiteX4" fmla="*/ 39963 w 76166"/>
                  <a:gd name="connsiteY4" fmla="*/ 43381 h 47540"/>
                  <a:gd name="connsiteX5" fmla="*/ 48913 w 76166"/>
                  <a:gd name="connsiteY5" fmla="*/ 38912 h 47540"/>
                  <a:gd name="connsiteX6" fmla="*/ 54626 w 76166"/>
                  <a:gd name="connsiteY6" fmla="*/ 48420 h 47540"/>
                  <a:gd name="connsiteX7" fmla="*/ 64908 w 76166"/>
                  <a:gd name="connsiteY7" fmla="*/ 55076 h 47540"/>
                  <a:gd name="connsiteX8" fmla="*/ 68050 w 76166"/>
                  <a:gd name="connsiteY8" fmla="*/ 55076 h 47540"/>
                  <a:gd name="connsiteX9" fmla="*/ 75095 w 76166"/>
                  <a:gd name="connsiteY9" fmla="*/ 38056 h 47540"/>
                  <a:gd name="connsiteX10" fmla="*/ 79094 w 76166"/>
                  <a:gd name="connsiteY10" fmla="*/ 32256 h 47540"/>
                  <a:gd name="connsiteX11" fmla="*/ 73763 w 76166"/>
                  <a:gd name="connsiteY11" fmla="*/ 19896 h 47540"/>
                  <a:gd name="connsiteX12" fmla="*/ 73763 w 76166"/>
                  <a:gd name="connsiteY12" fmla="*/ 19230 h 47540"/>
                  <a:gd name="connsiteX13" fmla="*/ 69383 w 76166"/>
                  <a:gd name="connsiteY13" fmla="*/ 15427 h 47540"/>
                  <a:gd name="connsiteX14" fmla="*/ 54911 w 76166"/>
                  <a:gd name="connsiteY14" fmla="*/ 5444 h 47540"/>
                  <a:gd name="connsiteX15" fmla="*/ 41296 w 76166"/>
                  <a:gd name="connsiteY15" fmla="*/ 3637 h 47540"/>
                  <a:gd name="connsiteX16" fmla="*/ 22255 w 76166"/>
                  <a:gd name="connsiteY16" fmla="*/ 10008 h 47540"/>
                  <a:gd name="connsiteX17" fmla="*/ 15114 w 76166"/>
                  <a:gd name="connsiteY17" fmla="*/ 7536 h 47540"/>
                  <a:gd name="connsiteX18" fmla="*/ 1785 w 76166"/>
                  <a:gd name="connsiteY18" fmla="*/ 13240 h 47540"/>
                  <a:gd name="connsiteX19" fmla="*/ 4451 w 76166"/>
                  <a:gd name="connsiteY19" fmla="*/ 15332 h 4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6166" h="47540">
                    <a:moveTo>
                      <a:pt x="4451" y="15332"/>
                    </a:moveTo>
                    <a:cubicBezTo>
                      <a:pt x="4451" y="18470"/>
                      <a:pt x="9783" y="26076"/>
                      <a:pt x="11496" y="22939"/>
                    </a:cubicBezTo>
                    <a:cubicBezTo>
                      <a:pt x="13210" y="19801"/>
                      <a:pt x="17780" y="26932"/>
                      <a:pt x="21779" y="29119"/>
                    </a:cubicBezTo>
                    <a:cubicBezTo>
                      <a:pt x="25778" y="31306"/>
                      <a:pt x="33775" y="34063"/>
                      <a:pt x="34156" y="36725"/>
                    </a:cubicBezTo>
                    <a:cubicBezTo>
                      <a:pt x="34537" y="39388"/>
                      <a:pt x="35965" y="45092"/>
                      <a:pt x="39963" y="43381"/>
                    </a:cubicBezTo>
                    <a:cubicBezTo>
                      <a:pt x="43962" y="41669"/>
                      <a:pt x="48913" y="35394"/>
                      <a:pt x="48913" y="38912"/>
                    </a:cubicBezTo>
                    <a:cubicBezTo>
                      <a:pt x="48913" y="42430"/>
                      <a:pt x="50246" y="49086"/>
                      <a:pt x="54626" y="48420"/>
                    </a:cubicBezTo>
                    <a:cubicBezTo>
                      <a:pt x="59005" y="47755"/>
                      <a:pt x="60433" y="55931"/>
                      <a:pt x="64908" y="55076"/>
                    </a:cubicBezTo>
                    <a:cubicBezTo>
                      <a:pt x="65952" y="54959"/>
                      <a:pt x="67006" y="54959"/>
                      <a:pt x="68050" y="55076"/>
                    </a:cubicBezTo>
                    <a:cubicBezTo>
                      <a:pt x="67574" y="44997"/>
                      <a:pt x="71097" y="40243"/>
                      <a:pt x="75095" y="38056"/>
                    </a:cubicBezTo>
                    <a:cubicBezTo>
                      <a:pt x="75952" y="36345"/>
                      <a:pt x="78713" y="34443"/>
                      <a:pt x="79094" y="32256"/>
                    </a:cubicBezTo>
                    <a:cubicBezTo>
                      <a:pt x="79475" y="30070"/>
                      <a:pt x="73191" y="23414"/>
                      <a:pt x="73763" y="19896"/>
                    </a:cubicBezTo>
                    <a:cubicBezTo>
                      <a:pt x="73763" y="19896"/>
                      <a:pt x="73763" y="19896"/>
                      <a:pt x="73763" y="19230"/>
                    </a:cubicBezTo>
                    <a:cubicBezTo>
                      <a:pt x="72213" y="18069"/>
                      <a:pt x="70750" y="16798"/>
                      <a:pt x="69383" y="15427"/>
                    </a:cubicBezTo>
                    <a:cubicBezTo>
                      <a:pt x="63956" y="10008"/>
                      <a:pt x="58529" y="9152"/>
                      <a:pt x="54911" y="5444"/>
                    </a:cubicBezTo>
                    <a:cubicBezTo>
                      <a:pt x="51546" y="1375"/>
                      <a:pt x="45608" y="587"/>
                      <a:pt x="41296" y="3637"/>
                    </a:cubicBezTo>
                    <a:cubicBezTo>
                      <a:pt x="35748" y="7649"/>
                      <a:pt x="29104" y="9872"/>
                      <a:pt x="22255" y="10008"/>
                    </a:cubicBezTo>
                    <a:cubicBezTo>
                      <a:pt x="19771" y="9520"/>
                      <a:pt x="17367" y="8688"/>
                      <a:pt x="15114" y="7536"/>
                    </a:cubicBezTo>
                    <a:cubicBezTo>
                      <a:pt x="10967" y="10065"/>
                      <a:pt x="6479" y="11986"/>
                      <a:pt x="1785" y="13240"/>
                    </a:cubicBezTo>
                    <a:cubicBezTo>
                      <a:pt x="2737" y="14001"/>
                      <a:pt x="4165" y="13335"/>
                      <a:pt x="4451" y="1533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58" name="Freeform 2794">
                <a:extLst>
                  <a:ext uri="{FF2B5EF4-FFF2-40B4-BE49-F238E27FC236}">
                    <a16:creationId xmlns:a16="http://schemas.microsoft.com/office/drawing/2014/main" id="{A38BBBC2-D702-8817-E01C-26D2DCE8B6BA}"/>
                  </a:ext>
                </a:extLst>
              </p:cNvPr>
              <p:cNvSpPr/>
              <p:nvPr/>
            </p:nvSpPr>
            <p:spPr>
              <a:xfrm>
                <a:off x="12925859" y="5083804"/>
                <a:ext cx="426542" cy="269032"/>
              </a:xfrm>
              <a:custGeom>
                <a:avLst/>
                <a:gdLst>
                  <a:gd name="connsiteX0" fmla="*/ 163756 w 180895"/>
                  <a:gd name="connsiteY0" fmla="*/ 80319 h 114096"/>
                  <a:gd name="connsiteX1" fmla="*/ 156044 w 180895"/>
                  <a:gd name="connsiteY1" fmla="*/ 75660 h 114096"/>
                  <a:gd name="connsiteX2" fmla="*/ 156520 w 180895"/>
                  <a:gd name="connsiteY2" fmla="*/ 74899 h 114096"/>
                  <a:gd name="connsiteX3" fmla="*/ 153092 w 180895"/>
                  <a:gd name="connsiteY3" fmla="*/ 52365 h 114096"/>
                  <a:gd name="connsiteX4" fmla="*/ 140430 w 180895"/>
                  <a:gd name="connsiteY4" fmla="*/ 24412 h 114096"/>
                  <a:gd name="connsiteX5" fmla="*/ 127196 w 180895"/>
                  <a:gd name="connsiteY5" fmla="*/ 1783 h 114096"/>
                  <a:gd name="connsiteX6" fmla="*/ 117675 w 180895"/>
                  <a:gd name="connsiteY6" fmla="*/ 6347 h 114096"/>
                  <a:gd name="connsiteX7" fmla="*/ 106440 w 180895"/>
                  <a:gd name="connsiteY7" fmla="*/ 12337 h 114096"/>
                  <a:gd name="connsiteX8" fmla="*/ 96348 w 180895"/>
                  <a:gd name="connsiteY8" fmla="*/ 13478 h 114096"/>
                  <a:gd name="connsiteX9" fmla="*/ 87494 w 180895"/>
                  <a:gd name="connsiteY9" fmla="*/ 15855 h 114096"/>
                  <a:gd name="connsiteX10" fmla="*/ 75593 w 180895"/>
                  <a:gd name="connsiteY10" fmla="*/ 12337 h 114096"/>
                  <a:gd name="connsiteX11" fmla="*/ 55504 w 180895"/>
                  <a:gd name="connsiteY11" fmla="*/ 8724 h 114096"/>
                  <a:gd name="connsiteX12" fmla="*/ 47792 w 180895"/>
                  <a:gd name="connsiteY12" fmla="*/ 9389 h 114096"/>
                  <a:gd name="connsiteX13" fmla="*/ 45888 w 180895"/>
                  <a:gd name="connsiteY13" fmla="*/ 13763 h 114096"/>
                  <a:gd name="connsiteX14" fmla="*/ 32464 w 180895"/>
                  <a:gd name="connsiteY14" fmla="*/ 22225 h 114096"/>
                  <a:gd name="connsiteX15" fmla="*/ 14279 w 180895"/>
                  <a:gd name="connsiteY15" fmla="*/ 52365 h 114096"/>
                  <a:gd name="connsiteX16" fmla="*/ 1807 w 180895"/>
                  <a:gd name="connsiteY16" fmla="*/ 61874 h 114096"/>
                  <a:gd name="connsiteX17" fmla="*/ 8947 w 180895"/>
                  <a:gd name="connsiteY17" fmla="*/ 73473 h 114096"/>
                  <a:gd name="connsiteX18" fmla="*/ 14616 w 180895"/>
                  <a:gd name="connsiteY18" fmla="*/ 80482 h 114096"/>
                  <a:gd name="connsiteX19" fmla="*/ 15612 w 180895"/>
                  <a:gd name="connsiteY19" fmla="*/ 80509 h 114096"/>
                  <a:gd name="connsiteX20" fmla="*/ 18278 w 180895"/>
                  <a:gd name="connsiteY20" fmla="*/ 92965 h 114096"/>
                  <a:gd name="connsiteX21" fmla="*/ 40461 w 180895"/>
                  <a:gd name="connsiteY21" fmla="*/ 99620 h 114096"/>
                  <a:gd name="connsiteX22" fmla="*/ 41699 w 180895"/>
                  <a:gd name="connsiteY22" fmla="*/ 108368 h 114096"/>
                  <a:gd name="connsiteX23" fmla="*/ 53124 w 180895"/>
                  <a:gd name="connsiteY23" fmla="*/ 116069 h 114096"/>
                  <a:gd name="connsiteX24" fmla="*/ 74450 w 180895"/>
                  <a:gd name="connsiteY24" fmla="*/ 118446 h 114096"/>
                  <a:gd name="connsiteX25" fmla="*/ 95777 w 180895"/>
                  <a:gd name="connsiteY25" fmla="*/ 119017 h 114096"/>
                  <a:gd name="connsiteX26" fmla="*/ 109963 w 180895"/>
                  <a:gd name="connsiteY26" fmla="*/ 113122 h 114096"/>
                  <a:gd name="connsiteX27" fmla="*/ 133670 w 180895"/>
                  <a:gd name="connsiteY27" fmla="*/ 108938 h 114096"/>
                  <a:gd name="connsiteX28" fmla="*/ 149665 w 180895"/>
                  <a:gd name="connsiteY28" fmla="*/ 113692 h 114096"/>
                  <a:gd name="connsiteX29" fmla="*/ 161851 w 180895"/>
                  <a:gd name="connsiteY29" fmla="*/ 119492 h 114096"/>
                  <a:gd name="connsiteX30" fmla="*/ 161851 w 180895"/>
                  <a:gd name="connsiteY30" fmla="*/ 108938 h 114096"/>
                  <a:gd name="connsiteX31" fmla="*/ 171944 w 180895"/>
                  <a:gd name="connsiteY31" fmla="*/ 92680 h 114096"/>
                  <a:gd name="connsiteX32" fmla="*/ 182321 w 180895"/>
                  <a:gd name="connsiteY32" fmla="*/ 81745 h 114096"/>
                  <a:gd name="connsiteX33" fmla="*/ 182321 w 180895"/>
                  <a:gd name="connsiteY33" fmla="*/ 80794 h 114096"/>
                  <a:gd name="connsiteX34" fmla="*/ 175276 w 180895"/>
                  <a:gd name="connsiteY34" fmla="*/ 75850 h 114096"/>
                  <a:gd name="connsiteX35" fmla="*/ 163756 w 180895"/>
                  <a:gd name="connsiteY35" fmla="*/ 80319 h 114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80895" h="114096">
                    <a:moveTo>
                      <a:pt x="163756" y="80319"/>
                    </a:moveTo>
                    <a:cubicBezTo>
                      <a:pt x="159567" y="79749"/>
                      <a:pt x="154235" y="78037"/>
                      <a:pt x="156044" y="75660"/>
                    </a:cubicBezTo>
                    <a:lnTo>
                      <a:pt x="156520" y="74899"/>
                    </a:lnTo>
                    <a:cubicBezTo>
                      <a:pt x="151088" y="68692"/>
                      <a:pt x="149751" y="59903"/>
                      <a:pt x="153092" y="52365"/>
                    </a:cubicBezTo>
                    <a:cubicBezTo>
                      <a:pt x="157567" y="47897"/>
                      <a:pt x="145857" y="30687"/>
                      <a:pt x="140430" y="24412"/>
                    </a:cubicBezTo>
                    <a:cubicBezTo>
                      <a:pt x="135510" y="17177"/>
                      <a:pt x="131088" y="9617"/>
                      <a:pt x="127196" y="1783"/>
                    </a:cubicBezTo>
                    <a:cubicBezTo>
                      <a:pt x="123735" y="2616"/>
                      <a:pt x="120490" y="4172"/>
                      <a:pt x="117675" y="6347"/>
                    </a:cubicBezTo>
                    <a:cubicBezTo>
                      <a:pt x="114900" y="9784"/>
                      <a:pt x="110844" y="11946"/>
                      <a:pt x="106440" y="12337"/>
                    </a:cubicBezTo>
                    <a:cubicBezTo>
                      <a:pt x="102918" y="12337"/>
                      <a:pt x="99300" y="10530"/>
                      <a:pt x="96348" y="13478"/>
                    </a:cubicBezTo>
                    <a:cubicBezTo>
                      <a:pt x="93397" y="16425"/>
                      <a:pt x="89303" y="17661"/>
                      <a:pt x="87494" y="15855"/>
                    </a:cubicBezTo>
                    <a:cubicBezTo>
                      <a:pt x="83959" y="13540"/>
                      <a:pt x="79820" y="12317"/>
                      <a:pt x="75593" y="12337"/>
                    </a:cubicBezTo>
                    <a:cubicBezTo>
                      <a:pt x="71499" y="12337"/>
                      <a:pt x="58456" y="8724"/>
                      <a:pt x="55504" y="8724"/>
                    </a:cubicBezTo>
                    <a:cubicBezTo>
                      <a:pt x="52923" y="8808"/>
                      <a:pt x="50349" y="9030"/>
                      <a:pt x="47792" y="9389"/>
                    </a:cubicBezTo>
                    <a:cubicBezTo>
                      <a:pt x="48459" y="10720"/>
                      <a:pt x="47792" y="12242"/>
                      <a:pt x="45888" y="13763"/>
                    </a:cubicBezTo>
                    <a:cubicBezTo>
                      <a:pt x="42270" y="16425"/>
                      <a:pt x="35129" y="20419"/>
                      <a:pt x="32464" y="22225"/>
                    </a:cubicBezTo>
                    <a:cubicBezTo>
                      <a:pt x="29798" y="24032"/>
                      <a:pt x="20467" y="46185"/>
                      <a:pt x="14279" y="52365"/>
                    </a:cubicBezTo>
                    <a:cubicBezTo>
                      <a:pt x="8090" y="58546"/>
                      <a:pt x="2283" y="59497"/>
                      <a:pt x="1807" y="61874"/>
                    </a:cubicBezTo>
                    <a:cubicBezTo>
                      <a:pt x="1331" y="64251"/>
                      <a:pt x="8947" y="69860"/>
                      <a:pt x="8947" y="73473"/>
                    </a:cubicBezTo>
                    <a:cubicBezTo>
                      <a:pt x="8575" y="76972"/>
                      <a:pt x="11113" y="80110"/>
                      <a:pt x="14616" y="80482"/>
                    </a:cubicBezTo>
                    <a:cubicBezTo>
                      <a:pt x="14946" y="80517"/>
                      <a:pt x="15279" y="80526"/>
                      <a:pt x="15612" y="80509"/>
                    </a:cubicBezTo>
                    <a:cubicBezTo>
                      <a:pt x="20467" y="80509"/>
                      <a:pt x="15136" y="92109"/>
                      <a:pt x="18278" y="92965"/>
                    </a:cubicBezTo>
                    <a:cubicBezTo>
                      <a:pt x="21419" y="93820"/>
                      <a:pt x="40461" y="95152"/>
                      <a:pt x="40461" y="99620"/>
                    </a:cubicBezTo>
                    <a:cubicBezTo>
                      <a:pt x="40461" y="104089"/>
                      <a:pt x="42651" y="105991"/>
                      <a:pt x="41699" y="108368"/>
                    </a:cubicBezTo>
                    <a:cubicBezTo>
                      <a:pt x="47030" y="109319"/>
                      <a:pt x="51220" y="116545"/>
                      <a:pt x="53124" y="116069"/>
                    </a:cubicBezTo>
                    <a:cubicBezTo>
                      <a:pt x="55028" y="115594"/>
                      <a:pt x="71499" y="119017"/>
                      <a:pt x="74450" y="118446"/>
                    </a:cubicBezTo>
                    <a:cubicBezTo>
                      <a:pt x="81563" y="118040"/>
                      <a:pt x="88697" y="118231"/>
                      <a:pt x="95777" y="119017"/>
                    </a:cubicBezTo>
                    <a:cubicBezTo>
                      <a:pt x="101148" y="119254"/>
                      <a:pt x="106346" y="117094"/>
                      <a:pt x="109963" y="113122"/>
                    </a:cubicBezTo>
                    <a:cubicBezTo>
                      <a:pt x="117276" y="109414"/>
                      <a:pt x="125527" y="107958"/>
                      <a:pt x="133670" y="108938"/>
                    </a:cubicBezTo>
                    <a:cubicBezTo>
                      <a:pt x="138430" y="109509"/>
                      <a:pt x="147951" y="110745"/>
                      <a:pt x="149665" y="113692"/>
                    </a:cubicBezTo>
                    <a:cubicBezTo>
                      <a:pt x="153308" y="116402"/>
                      <a:pt x="157449" y="118373"/>
                      <a:pt x="161851" y="119492"/>
                    </a:cubicBezTo>
                    <a:cubicBezTo>
                      <a:pt x="162090" y="115978"/>
                      <a:pt x="162090" y="112452"/>
                      <a:pt x="161851" y="108938"/>
                    </a:cubicBezTo>
                    <a:cubicBezTo>
                      <a:pt x="161851" y="102758"/>
                      <a:pt x="165660" y="93250"/>
                      <a:pt x="171944" y="92680"/>
                    </a:cubicBezTo>
                    <a:cubicBezTo>
                      <a:pt x="178227" y="92109"/>
                      <a:pt x="183178" y="92109"/>
                      <a:pt x="182321" y="81745"/>
                    </a:cubicBezTo>
                    <a:cubicBezTo>
                      <a:pt x="182279" y="81430"/>
                      <a:pt x="182279" y="81110"/>
                      <a:pt x="182321" y="80794"/>
                    </a:cubicBezTo>
                    <a:cubicBezTo>
                      <a:pt x="180280" y="78748"/>
                      <a:pt x="177895" y="77075"/>
                      <a:pt x="175276" y="75850"/>
                    </a:cubicBezTo>
                    <a:cubicBezTo>
                      <a:pt x="172610" y="75660"/>
                      <a:pt x="165469" y="80604"/>
                      <a:pt x="163756" y="8031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59" name="Freeform 2795">
                <a:extLst>
                  <a:ext uri="{FF2B5EF4-FFF2-40B4-BE49-F238E27FC236}">
                    <a16:creationId xmlns:a16="http://schemas.microsoft.com/office/drawing/2014/main" id="{1ECDE4D6-97CE-1447-FFA5-401C9E1A6D81}"/>
                  </a:ext>
                </a:extLst>
              </p:cNvPr>
              <p:cNvSpPr/>
              <p:nvPr/>
            </p:nvSpPr>
            <p:spPr>
              <a:xfrm>
                <a:off x="13221571" y="5075001"/>
                <a:ext cx="134697" cy="179355"/>
              </a:xfrm>
              <a:custGeom>
                <a:avLst/>
                <a:gdLst>
                  <a:gd name="connsiteX0" fmla="*/ 46628 w 57124"/>
                  <a:gd name="connsiteY0" fmla="*/ 21394 h 76064"/>
                  <a:gd name="connsiteX1" fmla="*/ 32347 w 57124"/>
                  <a:gd name="connsiteY1" fmla="*/ 10745 h 76064"/>
                  <a:gd name="connsiteX2" fmla="*/ 16352 w 57124"/>
                  <a:gd name="connsiteY2" fmla="*/ 1807 h 76064"/>
                  <a:gd name="connsiteX3" fmla="*/ 1785 w 57124"/>
                  <a:gd name="connsiteY3" fmla="*/ 5516 h 76064"/>
                  <a:gd name="connsiteX4" fmla="*/ 15019 w 57124"/>
                  <a:gd name="connsiteY4" fmla="*/ 28145 h 76064"/>
                  <a:gd name="connsiteX5" fmla="*/ 27682 w 57124"/>
                  <a:gd name="connsiteY5" fmla="*/ 56098 h 76064"/>
                  <a:gd name="connsiteX6" fmla="*/ 31109 w 57124"/>
                  <a:gd name="connsiteY6" fmla="*/ 78632 h 76064"/>
                  <a:gd name="connsiteX7" fmla="*/ 42439 w 57124"/>
                  <a:gd name="connsiteY7" fmla="*/ 61042 h 76064"/>
                  <a:gd name="connsiteX8" fmla="*/ 50151 w 57124"/>
                  <a:gd name="connsiteY8" fmla="*/ 52105 h 76064"/>
                  <a:gd name="connsiteX9" fmla="*/ 63765 w 57124"/>
                  <a:gd name="connsiteY9" fmla="*/ 54482 h 76064"/>
                  <a:gd name="connsiteX10" fmla="*/ 59005 w 57124"/>
                  <a:gd name="connsiteY10" fmla="*/ 41456 h 76064"/>
                  <a:gd name="connsiteX11" fmla="*/ 46628 w 57124"/>
                  <a:gd name="connsiteY11" fmla="*/ 21394 h 76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7124" h="76064">
                    <a:moveTo>
                      <a:pt x="46628" y="21394"/>
                    </a:moveTo>
                    <a:cubicBezTo>
                      <a:pt x="44540" y="15230"/>
                      <a:pt x="38858" y="10993"/>
                      <a:pt x="32347" y="10745"/>
                    </a:cubicBezTo>
                    <a:cubicBezTo>
                      <a:pt x="28253" y="10745"/>
                      <a:pt x="21112" y="1237"/>
                      <a:pt x="16352" y="1807"/>
                    </a:cubicBezTo>
                    <a:cubicBezTo>
                      <a:pt x="11421" y="2728"/>
                      <a:pt x="6555" y="3967"/>
                      <a:pt x="1785" y="5516"/>
                    </a:cubicBezTo>
                    <a:cubicBezTo>
                      <a:pt x="5678" y="13349"/>
                      <a:pt x="10099" y="20910"/>
                      <a:pt x="15019" y="28145"/>
                    </a:cubicBezTo>
                    <a:cubicBezTo>
                      <a:pt x="20446" y="34420"/>
                      <a:pt x="32157" y="51630"/>
                      <a:pt x="27682" y="56098"/>
                    </a:cubicBezTo>
                    <a:cubicBezTo>
                      <a:pt x="24341" y="63636"/>
                      <a:pt x="25678" y="72425"/>
                      <a:pt x="31109" y="78632"/>
                    </a:cubicBezTo>
                    <a:cubicBezTo>
                      <a:pt x="35774" y="73390"/>
                      <a:pt x="39596" y="67456"/>
                      <a:pt x="42439" y="61042"/>
                    </a:cubicBezTo>
                    <a:cubicBezTo>
                      <a:pt x="42439" y="57429"/>
                      <a:pt x="43105" y="50393"/>
                      <a:pt x="50151" y="52105"/>
                    </a:cubicBezTo>
                    <a:cubicBezTo>
                      <a:pt x="57196" y="53816"/>
                      <a:pt x="63765" y="56859"/>
                      <a:pt x="63765" y="54482"/>
                    </a:cubicBezTo>
                    <a:cubicBezTo>
                      <a:pt x="63471" y="49772"/>
                      <a:pt x="61818" y="45248"/>
                      <a:pt x="59005" y="41456"/>
                    </a:cubicBezTo>
                    <a:cubicBezTo>
                      <a:pt x="53629" y="35623"/>
                      <a:pt x="49427" y="28812"/>
                      <a:pt x="46628" y="2139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60" name="Freeform 2796">
                <a:extLst>
                  <a:ext uri="{FF2B5EF4-FFF2-40B4-BE49-F238E27FC236}">
                    <a16:creationId xmlns:a16="http://schemas.microsoft.com/office/drawing/2014/main" id="{D1ABFDA9-3EDD-95AE-7E71-A813C6A91A7B}"/>
                  </a:ext>
                </a:extLst>
              </p:cNvPr>
              <p:cNvSpPr/>
              <p:nvPr/>
            </p:nvSpPr>
            <p:spPr>
              <a:xfrm>
                <a:off x="13008722" y="5334677"/>
                <a:ext cx="291845" cy="156935"/>
              </a:xfrm>
              <a:custGeom>
                <a:avLst/>
                <a:gdLst>
                  <a:gd name="connsiteX0" fmla="*/ 98338 w 123770"/>
                  <a:gd name="connsiteY0" fmla="*/ 2353 h 66556"/>
                  <a:gd name="connsiteX1" fmla="*/ 74632 w 123770"/>
                  <a:gd name="connsiteY1" fmla="*/ 6537 h 66556"/>
                  <a:gd name="connsiteX2" fmla="*/ 60446 w 123770"/>
                  <a:gd name="connsiteY2" fmla="*/ 12432 h 66556"/>
                  <a:gd name="connsiteX3" fmla="*/ 39119 w 123770"/>
                  <a:gd name="connsiteY3" fmla="*/ 11861 h 66556"/>
                  <a:gd name="connsiteX4" fmla="*/ 17792 w 123770"/>
                  <a:gd name="connsiteY4" fmla="*/ 9484 h 66556"/>
                  <a:gd name="connsiteX5" fmla="*/ 6367 w 123770"/>
                  <a:gd name="connsiteY5" fmla="*/ 1783 h 66556"/>
                  <a:gd name="connsiteX6" fmla="*/ 4749 w 123770"/>
                  <a:gd name="connsiteY6" fmla="*/ 3684 h 66556"/>
                  <a:gd name="connsiteX7" fmla="*/ 4403 w 123770"/>
                  <a:gd name="connsiteY7" fmla="*/ 17126 h 66556"/>
                  <a:gd name="connsiteX8" fmla="*/ 4749 w 123770"/>
                  <a:gd name="connsiteY8" fmla="*/ 17471 h 66556"/>
                  <a:gd name="connsiteX9" fmla="*/ 10937 w 123770"/>
                  <a:gd name="connsiteY9" fmla="*/ 30307 h 66556"/>
                  <a:gd name="connsiteX10" fmla="*/ 4272 w 123770"/>
                  <a:gd name="connsiteY10" fmla="*/ 38294 h 66556"/>
                  <a:gd name="connsiteX11" fmla="*/ 4273 w 123770"/>
                  <a:gd name="connsiteY11" fmla="*/ 47802 h 66556"/>
                  <a:gd name="connsiteX12" fmla="*/ 15412 w 123770"/>
                  <a:gd name="connsiteY12" fmla="*/ 60637 h 66556"/>
                  <a:gd name="connsiteX13" fmla="*/ 19315 w 123770"/>
                  <a:gd name="connsiteY13" fmla="*/ 66247 h 66556"/>
                  <a:gd name="connsiteX14" fmla="*/ 46164 w 123770"/>
                  <a:gd name="connsiteY14" fmla="*/ 66247 h 66556"/>
                  <a:gd name="connsiteX15" fmla="*/ 67586 w 123770"/>
                  <a:gd name="connsiteY15" fmla="*/ 69765 h 66556"/>
                  <a:gd name="connsiteX16" fmla="*/ 75298 w 123770"/>
                  <a:gd name="connsiteY16" fmla="*/ 65011 h 66556"/>
                  <a:gd name="connsiteX17" fmla="*/ 84819 w 123770"/>
                  <a:gd name="connsiteY17" fmla="*/ 60447 h 66556"/>
                  <a:gd name="connsiteX18" fmla="*/ 84819 w 123770"/>
                  <a:gd name="connsiteY18" fmla="*/ 54933 h 66556"/>
                  <a:gd name="connsiteX19" fmla="*/ 105288 w 123770"/>
                  <a:gd name="connsiteY19" fmla="*/ 54933 h 66556"/>
                  <a:gd name="connsiteX20" fmla="*/ 113381 w 123770"/>
                  <a:gd name="connsiteY20" fmla="*/ 53411 h 66556"/>
                  <a:gd name="connsiteX21" fmla="*/ 110620 w 123770"/>
                  <a:gd name="connsiteY21" fmla="*/ 48752 h 66556"/>
                  <a:gd name="connsiteX22" fmla="*/ 106431 w 123770"/>
                  <a:gd name="connsiteY22" fmla="*/ 33635 h 66556"/>
                  <a:gd name="connsiteX23" fmla="*/ 122426 w 123770"/>
                  <a:gd name="connsiteY23" fmla="*/ 16520 h 66556"/>
                  <a:gd name="connsiteX24" fmla="*/ 126615 w 123770"/>
                  <a:gd name="connsiteY24" fmla="*/ 12242 h 66556"/>
                  <a:gd name="connsiteX25" fmla="*/ 114429 w 123770"/>
                  <a:gd name="connsiteY25" fmla="*/ 6442 h 66556"/>
                  <a:gd name="connsiteX26" fmla="*/ 98338 w 123770"/>
                  <a:gd name="connsiteY26" fmla="*/ 2353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3770" h="66556">
                    <a:moveTo>
                      <a:pt x="98338" y="2353"/>
                    </a:moveTo>
                    <a:cubicBezTo>
                      <a:pt x="90196" y="1373"/>
                      <a:pt x="81945" y="2829"/>
                      <a:pt x="74632" y="6537"/>
                    </a:cubicBezTo>
                    <a:cubicBezTo>
                      <a:pt x="71015" y="10509"/>
                      <a:pt x="65817" y="12670"/>
                      <a:pt x="60446" y="12432"/>
                    </a:cubicBezTo>
                    <a:cubicBezTo>
                      <a:pt x="53365" y="11646"/>
                      <a:pt x="46231" y="11455"/>
                      <a:pt x="39119" y="11861"/>
                    </a:cubicBezTo>
                    <a:cubicBezTo>
                      <a:pt x="36167" y="12432"/>
                      <a:pt x="20077" y="8914"/>
                      <a:pt x="17792" y="9484"/>
                    </a:cubicBezTo>
                    <a:cubicBezTo>
                      <a:pt x="15507" y="10055"/>
                      <a:pt x="11699" y="2734"/>
                      <a:pt x="6367" y="1783"/>
                    </a:cubicBezTo>
                    <a:cubicBezTo>
                      <a:pt x="6029" y="2563"/>
                      <a:pt x="5465" y="3225"/>
                      <a:pt x="4749" y="3684"/>
                    </a:cubicBezTo>
                    <a:cubicBezTo>
                      <a:pt x="936" y="7301"/>
                      <a:pt x="782" y="13319"/>
                      <a:pt x="4403" y="17126"/>
                    </a:cubicBezTo>
                    <a:cubicBezTo>
                      <a:pt x="4516" y="17244"/>
                      <a:pt x="4631" y="17359"/>
                      <a:pt x="4749" y="17471"/>
                    </a:cubicBezTo>
                    <a:cubicBezTo>
                      <a:pt x="9128" y="21464"/>
                      <a:pt x="14936" y="30307"/>
                      <a:pt x="10937" y="30307"/>
                    </a:cubicBezTo>
                    <a:cubicBezTo>
                      <a:pt x="7047" y="30963"/>
                      <a:pt x="4217" y="34354"/>
                      <a:pt x="4272" y="38294"/>
                    </a:cubicBezTo>
                    <a:cubicBezTo>
                      <a:pt x="4749" y="40956"/>
                      <a:pt x="2940" y="46756"/>
                      <a:pt x="4273" y="47802"/>
                    </a:cubicBezTo>
                    <a:cubicBezTo>
                      <a:pt x="5605" y="48847"/>
                      <a:pt x="14936" y="57975"/>
                      <a:pt x="15412" y="60637"/>
                    </a:cubicBezTo>
                    <a:cubicBezTo>
                      <a:pt x="15888" y="63300"/>
                      <a:pt x="19601" y="64251"/>
                      <a:pt x="19315" y="66247"/>
                    </a:cubicBezTo>
                    <a:cubicBezTo>
                      <a:pt x="28223" y="65017"/>
                      <a:pt x="37257" y="65017"/>
                      <a:pt x="46164" y="66247"/>
                    </a:cubicBezTo>
                    <a:cubicBezTo>
                      <a:pt x="53150" y="68217"/>
                      <a:pt x="60336" y="69397"/>
                      <a:pt x="67586" y="69765"/>
                    </a:cubicBezTo>
                    <a:cubicBezTo>
                      <a:pt x="72251" y="69765"/>
                      <a:pt x="76440" y="67959"/>
                      <a:pt x="75298" y="65011"/>
                    </a:cubicBezTo>
                    <a:cubicBezTo>
                      <a:pt x="74155" y="62064"/>
                      <a:pt x="80439" y="60828"/>
                      <a:pt x="84819" y="60447"/>
                    </a:cubicBezTo>
                    <a:cubicBezTo>
                      <a:pt x="84057" y="57690"/>
                      <a:pt x="83486" y="55408"/>
                      <a:pt x="84819" y="54933"/>
                    </a:cubicBezTo>
                    <a:cubicBezTo>
                      <a:pt x="91525" y="53150"/>
                      <a:pt x="98582" y="53150"/>
                      <a:pt x="105288" y="54933"/>
                    </a:cubicBezTo>
                    <a:cubicBezTo>
                      <a:pt x="108060" y="55958"/>
                      <a:pt x="111172" y="55373"/>
                      <a:pt x="113381" y="53411"/>
                    </a:cubicBezTo>
                    <a:cubicBezTo>
                      <a:pt x="112620" y="50939"/>
                      <a:pt x="111953" y="48943"/>
                      <a:pt x="110620" y="48752"/>
                    </a:cubicBezTo>
                    <a:cubicBezTo>
                      <a:pt x="107288" y="48182"/>
                      <a:pt x="102337" y="34585"/>
                      <a:pt x="106431" y="33635"/>
                    </a:cubicBezTo>
                    <a:cubicBezTo>
                      <a:pt x="110525" y="32684"/>
                      <a:pt x="115952" y="18517"/>
                      <a:pt x="122426" y="16520"/>
                    </a:cubicBezTo>
                    <a:cubicBezTo>
                      <a:pt x="124531" y="16019"/>
                      <a:pt x="126161" y="14355"/>
                      <a:pt x="126615" y="12242"/>
                    </a:cubicBezTo>
                    <a:cubicBezTo>
                      <a:pt x="122212" y="11122"/>
                      <a:pt x="118072" y="9152"/>
                      <a:pt x="114429" y="6442"/>
                    </a:cubicBezTo>
                    <a:cubicBezTo>
                      <a:pt x="113096" y="4160"/>
                      <a:pt x="103575" y="2924"/>
                      <a:pt x="98338" y="23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61" name="Freeform 2797">
                <a:extLst>
                  <a:ext uri="{FF2B5EF4-FFF2-40B4-BE49-F238E27FC236}">
                    <a16:creationId xmlns:a16="http://schemas.microsoft.com/office/drawing/2014/main" id="{FB7E0409-6572-7B02-7580-1B2CD36E6A47}"/>
                  </a:ext>
                </a:extLst>
              </p:cNvPr>
              <p:cNvSpPr/>
              <p:nvPr/>
            </p:nvSpPr>
            <p:spPr>
              <a:xfrm>
                <a:off x="12924621" y="5438033"/>
                <a:ext cx="134697" cy="89677"/>
              </a:xfrm>
              <a:custGeom>
                <a:avLst/>
                <a:gdLst>
                  <a:gd name="connsiteX0" fmla="*/ 13281 w 57124"/>
                  <a:gd name="connsiteY0" fmla="*/ 39149 h 38032"/>
                  <a:gd name="connsiteX1" fmla="*/ 13281 w 57124"/>
                  <a:gd name="connsiteY1" fmla="*/ 39149 h 38032"/>
                  <a:gd name="connsiteX2" fmla="*/ 14043 w 57124"/>
                  <a:gd name="connsiteY2" fmla="*/ 39149 h 38032"/>
                  <a:gd name="connsiteX3" fmla="*/ 15471 w 57124"/>
                  <a:gd name="connsiteY3" fmla="*/ 39149 h 38032"/>
                  <a:gd name="connsiteX4" fmla="*/ 21945 w 57124"/>
                  <a:gd name="connsiteY4" fmla="*/ 39149 h 38032"/>
                  <a:gd name="connsiteX5" fmla="*/ 24992 w 57124"/>
                  <a:gd name="connsiteY5" fmla="*/ 39149 h 38032"/>
                  <a:gd name="connsiteX6" fmla="*/ 26991 w 57124"/>
                  <a:gd name="connsiteY6" fmla="*/ 39149 h 38032"/>
                  <a:gd name="connsiteX7" fmla="*/ 36512 w 57124"/>
                  <a:gd name="connsiteY7" fmla="*/ 33349 h 38032"/>
                  <a:gd name="connsiteX8" fmla="*/ 55554 w 57124"/>
                  <a:gd name="connsiteY8" fmla="*/ 24792 h 38032"/>
                  <a:gd name="connsiteX9" fmla="*/ 55554 w 57124"/>
                  <a:gd name="connsiteY9" fmla="*/ 23841 h 38032"/>
                  <a:gd name="connsiteX10" fmla="*/ 51650 w 57124"/>
                  <a:gd name="connsiteY10" fmla="*/ 18232 h 38032"/>
                  <a:gd name="connsiteX11" fmla="*/ 40511 w 57124"/>
                  <a:gd name="connsiteY11" fmla="*/ 5396 h 38032"/>
                  <a:gd name="connsiteX12" fmla="*/ 40035 w 57124"/>
                  <a:gd name="connsiteY12" fmla="*/ 3970 h 38032"/>
                  <a:gd name="connsiteX13" fmla="*/ 40035 w 57124"/>
                  <a:gd name="connsiteY13" fmla="*/ 3970 h 38032"/>
                  <a:gd name="connsiteX14" fmla="*/ 40035 w 57124"/>
                  <a:gd name="connsiteY14" fmla="*/ 1783 h 38032"/>
                  <a:gd name="connsiteX15" fmla="*/ 5474 w 57124"/>
                  <a:gd name="connsiteY15" fmla="*/ 8058 h 38032"/>
                  <a:gd name="connsiteX16" fmla="*/ 4332 w 57124"/>
                  <a:gd name="connsiteY16" fmla="*/ 7202 h 38032"/>
                  <a:gd name="connsiteX17" fmla="*/ 2142 w 57124"/>
                  <a:gd name="connsiteY17" fmla="*/ 28025 h 38032"/>
                  <a:gd name="connsiteX18" fmla="*/ 13281 w 57124"/>
                  <a:gd name="connsiteY18" fmla="*/ 39149 h 3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7124" h="38032">
                    <a:moveTo>
                      <a:pt x="13281" y="39149"/>
                    </a:moveTo>
                    <a:lnTo>
                      <a:pt x="13281" y="39149"/>
                    </a:lnTo>
                    <a:lnTo>
                      <a:pt x="14043" y="39149"/>
                    </a:lnTo>
                    <a:lnTo>
                      <a:pt x="15471" y="39149"/>
                    </a:lnTo>
                    <a:cubicBezTo>
                      <a:pt x="17185" y="39149"/>
                      <a:pt x="19565" y="39149"/>
                      <a:pt x="21945" y="39149"/>
                    </a:cubicBezTo>
                    <a:lnTo>
                      <a:pt x="24992" y="39149"/>
                    </a:lnTo>
                    <a:lnTo>
                      <a:pt x="26991" y="39149"/>
                    </a:lnTo>
                    <a:cubicBezTo>
                      <a:pt x="32323" y="37818"/>
                      <a:pt x="33656" y="32018"/>
                      <a:pt x="36512" y="33349"/>
                    </a:cubicBezTo>
                    <a:cubicBezTo>
                      <a:pt x="43573" y="32461"/>
                      <a:pt x="50206" y="29481"/>
                      <a:pt x="55554" y="24792"/>
                    </a:cubicBezTo>
                    <a:cubicBezTo>
                      <a:pt x="55655" y="24484"/>
                      <a:pt x="55655" y="24150"/>
                      <a:pt x="55554" y="23841"/>
                    </a:cubicBezTo>
                    <a:cubicBezTo>
                      <a:pt x="55554" y="21845"/>
                      <a:pt x="52031" y="20609"/>
                      <a:pt x="51650" y="18232"/>
                    </a:cubicBezTo>
                    <a:cubicBezTo>
                      <a:pt x="51270" y="15855"/>
                      <a:pt x="42129" y="6727"/>
                      <a:pt x="40511" y="5396"/>
                    </a:cubicBezTo>
                    <a:cubicBezTo>
                      <a:pt x="40208" y="4981"/>
                      <a:pt x="40041" y="4483"/>
                      <a:pt x="40035" y="3970"/>
                    </a:cubicBezTo>
                    <a:lnTo>
                      <a:pt x="40035" y="3970"/>
                    </a:lnTo>
                    <a:cubicBezTo>
                      <a:pt x="39989" y="3241"/>
                      <a:pt x="39989" y="2511"/>
                      <a:pt x="40035" y="1783"/>
                    </a:cubicBezTo>
                    <a:cubicBezTo>
                      <a:pt x="26134" y="3780"/>
                      <a:pt x="5474" y="8058"/>
                      <a:pt x="5474" y="8058"/>
                    </a:cubicBezTo>
                    <a:lnTo>
                      <a:pt x="4332" y="7202"/>
                    </a:lnTo>
                    <a:cubicBezTo>
                      <a:pt x="2013" y="13884"/>
                      <a:pt x="1263" y="21008"/>
                      <a:pt x="2142" y="28025"/>
                    </a:cubicBezTo>
                    <a:cubicBezTo>
                      <a:pt x="2999" y="31448"/>
                      <a:pt x="7283" y="34681"/>
                      <a:pt x="13281" y="39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62" name="Freeform 2798">
                <a:extLst>
                  <a:ext uri="{FF2B5EF4-FFF2-40B4-BE49-F238E27FC236}">
                    <a16:creationId xmlns:a16="http://schemas.microsoft.com/office/drawing/2014/main" id="{B2AB0DE0-07A0-CB43-7A07-48255E131B7D}"/>
                  </a:ext>
                </a:extLst>
              </p:cNvPr>
              <p:cNvSpPr/>
              <p:nvPr/>
            </p:nvSpPr>
            <p:spPr>
              <a:xfrm>
                <a:off x="13003586" y="4832383"/>
                <a:ext cx="830633" cy="470806"/>
              </a:xfrm>
              <a:custGeom>
                <a:avLst/>
                <a:gdLst>
                  <a:gd name="connsiteX0" fmla="*/ 320256 w 352270"/>
                  <a:gd name="connsiteY0" fmla="*/ 130564 h 199668"/>
                  <a:gd name="connsiteX1" fmla="*/ 335775 w 352270"/>
                  <a:gd name="connsiteY1" fmla="*/ 119915 h 199668"/>
                  <a:gd name="connsiteX2" fmla="*/ 352246 w 352270"/>
                  <a:gd name="connsiteY2" fmla="*/ 119915 h 199668"/>
                  <a:gd name="connsiteX3" fmla="*/ 355769 w 352270"/>
                  <a:gd name="connsiteY3" fmla="*/ 107935 h 199668"/>
                  <a:gd name="connsiteX4" fmla="*/ 351389 w 352270"/>
                  <a:gd name="connsiteY4" fmla="*/ 100423 h 199668"/>
                  <a:gd name="connsiteX5" fmla="*/ 358435 w 352270"/>
                  <a:gd name="connsiteY5" fmla="*/ 95479 h 199668"/>
                  <a:gd name="connsiteX6" fmla="*/ 353579 w 352270"/>
                  <a:gd name="connsiteY6" fmla="*/ 89774 h 199668"/>
                  <a:gd name="connsiteX7" fmla="*/ 359387 w 352270"/>
                  <a:gd name="connsiteY7" fmla="*/ 81312 h 199668"/>
                  <a:gd name="connsiteX8" fmla="*/ 347772 w 352270"/>
                  <a:gd name="connsiteY8" fmla="*/ 74181 h 199668"/>
                  <a:gd name="connsiteX9" fmla="*/ 330920 w 352270"/>
                  <a:gd name="connsiteY9" fmla="*/ 69807 h 199668"/>
                  <a:gd name="connsiteX10" fmla="*/ 314449 w 352270"/>
                  <a:gd name="connsiteY10" fmla="*/ 67145 h 199668"/>
                  <a:gd name="connsiteX11" fmla="*/ 305594 w 352270"/>
                  <a:gd name="connsiteY11" fmla="*/ 56496 h 199668"/>
                  <a:gd name="connsiteX12" fmla="*/ 294455 w 352270"/>
                  <a:gd name="connsiteY12" fmla="*/ 57352 h 199668"/>
                  <a:gd name="connsiteX13" fmla="*/ 284268 w 352270"/>
                  <a:gd name="connsiteY13" fmla="*/ 58208 h 199668"/>
                  <a:gd name="connsiteX14" fmla="*/ 274747 w 352270"/>
                  <a:gd name="connsiteY14" fmla="*/ 53834 h 199668"/>
                  <a:gd name="connsiteX15" fmla="*/ 267225 w 352270"/>
                  <a:gd name="connsiteY15" fmla="*/ 49746 h 199668"/>
                  <a:gd name="connsiteX16" fmla="*/ 258276 w 352270"/>
                  <a:gd name="connsiteY16" fmla="*/ 34247 h 199668"/>
                  <a:gd name="connsiteX17" fmla="*/ 243614 w 352270"/>
                  <a:gd name="connsiteY17" fmla="*/ 30729 h 199668"/>
                  <a:gd name="connsiteX18" fmla="*/ 239234 w 352270"/>
                  <a:gd name="connsiteY18" fmla="*/ 19605 h 199668"/>
                  <a:gd name="connsiteX19" fmla="*/ 236568 w 352270"/>
                  <a:gd name="connsiteY19" fmla="*/ 4487 h 199668"/>
                  <a:gd name="connsiteX20" fmla="*/ 220097 w 352270"/>
                  <a:gd name="connsiteY20" fmla="*/ 2776 h 199668"/>
                  <a:gd name="connsiteX21" fmla="*/ 206768 w 352270"/>
                  <a:gd name="connsiteY21" fmla="*/ 2776 h 199668"/>
                  <a:gd name="connsiteX22" fmla="*/ 197247 w 352270"/>
                  <a:gd name="connsiteY22" fmla="*/ 7720 h 199668"/>
                  <a:gd name="connsiteX23" fmla="*/ 191725 w 352270"/>
                  <a:gd name="connsiteY23" fmla="*/ 5438 h 199668"/>
                  <a:gd name="connsiteX24" fmla="*/ 178872 w 352270"/>
                  <a:gd name="connsiteY24" fmla="*/ 8005 h 199668"/>
                  <a:gd name="connsiteX25" fmla="*/ 166971 w 352270"/>
                  <a:gd name="connsiteY25" fmla="*/ 21031 h 199668"/>
                  <a:gd name="connsiteX26" fmla="*/ 163448 w 352270"/>
                  <a:gd name="connsiteY26" fmla="*/ 27497 h 199668"/>
                  <a:gd name="connsiteX27" fmla="*/ 145073 w 352270"/>
                  <a:gd name="connsiteY27" fmla="*/ 26356 h 199668"/>
                  <a:gd name="connsiteX28" fmla="*/ 132030 w 352270"/>
                  <a:gd name="connsiteY28" fmla="*/ 22172 h 199668"/>
                  <a:gd name="connsiteX29" fmla="*/ 118986 w 352270"/>
                  <a:gd name="connsiteY29" fmla="*/ 21031 h 199668"/>
                  <a:gd name="connsiteX30" fmla="*/ 105371 w 352270"/>
                  <a:gd name="connsiteY30" fmla="*/ 19225 h 199668"/>
                  <a:gd name="connsiteX31" fmla="*/ 86996 w 352270"/>
                  <a:gd name="connsiteY31" fmla="*/ 16277 h 199668"/>
                  <a:gd name="connsiteX32" fmla="*/ 52626 w 352270"/>
                  <a:gd name="connsiteY32" fmla="*/ 12189 h 199668"/>
                  <a:gd name="connsiteX33" fmla="*/ 39583 w 352270"/>
                  <a:gd name="connsiteY33" fmla="*/ 19795 h 199668"/>
                  <a:gd name="connsiteX34" fmla="*/ 28919 w 352270"/>
                  <a:gd name="connsiteY34" fmla="*/ 22267 h 199668"/>
                  <a:gd name="connsiteX35" fmla="*/ 30538 w 352270"/>
                  <a:gd name="connsiteY35" fmla="*/ 29018 h 199668"/>
                  <a:gd name="connsiteX36" fmla="*/ 38535 w 352270"/>
                  <a:gd name="connsiteY36" fmla="*/ 48034 h 199668"/>
                  <a:gd name="connsiteX37" fmla="*/ 29681 w 352270"/>
                  <a:gd name="connsiteY37" fmla="*/ 55165 h 199668"/>
                  <a:gd name="connsiteX38" fmla="*/ 10639 w 352270"/>
                  <a:gd name="connsiteY38" fmla="*/ 74181 h 199668"/>
                  <a:gd name="connsiteX39" fmla="*/ 10639 w 352270"/>
                  <a:gd name="connsiteY39" fmla="*/ 87873 h 199668"/>
                  <a:gd name="connsiteX40" fmla="*/ 1785 w 352270"/>
                  <a:gd name="connsiteY40" fmla="*/ 102515 h 199668"/>
                  <a:gd name="connsiteX41" fmla="*/ 10639 w 352270"/>
                  <a:gd name="connsiteY41" fmla="*/ 112023 h 199668"/>
                  <a:gd name="connsiteX42" fmla="*/ 13972 w 352270"/>
                  <a:gd name="connsiteY42" fmla="*/ 114305 h 199668"/>
                  <a:gd name="connsiteX43" fmla="*/ 21684 w 352270"/>
                  <a:gd name="connsiteY43" fmla="*/ 113639 h 199668"/>
                  <a:gd name="connsiteX44" fmla="*/ 41772 w 352270"/>
                  <a:gd name="connsiteY44" fmla="*/ 117252 h 199668"/>
                  <a:gd name="connsiteX45" fmla="*/ 53673 w 352270"/>
                  <a:gd name="connsiteY45" fmla="*/ 120770 h 199668"/>
                  <a:gd name="connsiteX46" fmla="*/ 62528 w 352270"/>
                  <a:gd name="connsiteY46" fmla="*/ 118393 h 199668"/>
                  <a:gd name="connsiteX47" fmla="*/ 72620 w 352270"/>
                  <a:gd name="connsiteY47" fmla="*/ 117252 h 199668"/>
                  <a:gd name="connsiteX48" fmla="*/ 83854 w 352270"/>
                  <a:gd name="connsiteY48" fmla="*/ 111262 h 199668"/>
                  <a:gd name="connsiteX49" fmla="*/ 108132 w 352270"/>
                  <a:gd name="connsiteY49" fmla="*/ 102990 h 199668"/>
                  <a:gd name="connsiteX50" fmla="*/ 124127 w 352270"/>
                  <a:gd name="connsiteY50" fmla="*/ 111928 h 199668"/>
                  <a:gd name="connsiteX51" fmla="*/ 138409 w 352270"/>
                  <a:gd name="connsiteY51" fmla="*/ 122577 h 199668"/>
                  <a:gd name="connsiteX52" fmla="*/ 150786 w 352270"/>
                  <a:gd name="connsiteY52" fmla="*/ 142639 h 199668"/>
                  <a:gd name="connsiteX53" fmla="*/ 155546 w 352270"/>
                  <a:gd name="connsiteY53" fmla="*/ 155665 h 199668"/>
                  <a:gd name="connsiteX54" fmla="*/ 141931 w 352270"/>
                  <a:gd name="connsiteY54" fmla="*/ 153288 h 199668"/>
                  <a:gd name="connsiteX55" fmla="*/ 134219 w 352270"/>
                  <a:gd name="connsiteY55" fmla="*/ 162225 h 199668"/>
                  <a:gd name="connsiteX56" fmla="*/ 122414 w 352270"/>
                  <a:gd name="connsiteY56" fmla="*/ 180576 h 199668"/>
                  <a:gd name="connsiteX57" fmla="*/ 130126 w 352270"/>
                  <a:gd name="connsiteY57" fmla="*/ 185235 h 199668"/>
                  <a:gd name="connsiteX58" fmla="*/ 141360 w 352270"/>
                  <a:gd name="connsiteY58" fmla="*/ 180576 h 199668"/>
                  <a:gd name="connsiteX59" fmla="*/ 148405 w 352270"/>
                  <a:gd name="connsiteY59" fmla="*/ 185520 h 199668"/>
                  <a:gd name="connsiteX60" fmla="*/ 157926 w 352270"/>
                  <a:gd name="connsiteY60" fmla="*/ 170497 h 199668"/>
                  <a:gd name="connsiteX61" fmla="*/ 175159 w 352270"/>
                  <a:gd name="connsiteY61" fmla="*/ 150340 h 199668"/>
                  <a:gd name="connsiteX62" fmla="*/ 197343 w 352270"/>
                  <a:gd name="connsiteY62" fmla="*/ 147108 h 199668"/>
                  <a:gd name="connsiteX63" fmla="*/ 199437 w 352270"/>
                  <a:gd name="connsiteY63" fmla="*/ 160134 h 199668"/>
                  <a:gd name="connsiteX64" fmla="*/ 231998 w 352270"/>
                  <a:gd name="connsiteY64" fmla="*/ 164888 h 199668"/>
                  <a:gd name="connsiteX65" fmla="*/ 205340 w 352270"/>
                  <a:gd name="connsiteY65" fmla="*/ 179625 h 199668"/>
                  <a:gd name="connsiteX66" fmla="*/ 225524 w 352270"/>
                  <a:gd name="connsiteY66" fmla="*/ 189133 h 199668"/>
                  <a:gd name="connsiteX67" fmla="*/ 226381 w 352270"/>
                  <a:gd name="connsiteY67" fmla="*/ 204536 h 199668"/>
                  <a:gd name="connsiteX68" fmla="*/ 242662 w 352270"/>
                  <a:gd name="connsiteY68" fmla="*/ 200638 h 199668"/>
                  <a:gd name="connsiteX69" fmla="*/ 261703 w 352270"/>
                  <a:gd name="connsiteY69" fmla="*/ 192366 h 199668"/>
                  <a:gd name="connsiteX70" fmla="*/ 288457 w 352270"/>
                  <a:gd name="connsiteY70" fmla="*/ 188563 h 199668"/>
                  <a:gd name="connsiteX71" fmla="*/ 268273 w 352270"/>
                  <a:gd name="connsiteY71" fmla="*/ 183238 h 199668"/>
                  <a:gd name="connsiteX72" fmla="*/ 251983 w 352270"/>
                  <a:gd name="connsiteY72" fmla="*/ 169996 h 199668"/>
                  <a:gd name="connsiteX73" fmla="*/ 251992 w 352270"/>
                  <a:gd name="connsiteY73" fmla="*/ 166884 h 199668"/>
                  <a:gd name="connsiteX74" fmla="*/ 277127 w 352270"/>
                  <a:gd name="connsiteY74" fmla="*/ 150911 h 199668"/>
                  <a:gd name="connsiteX75" fmla="*/ 302643 w 352270"/>
                  <a:gd name="connsiteY75" fmla="*/ 143209 h 199668"/>
                  <a:gd name="connsiteX76" fmla="*/ 318923 w 352270"/>
                  <a:gd name="connsiteY76" fmla="*/ 138646 h 199668"/>
                  <a:gd name="connsiteX77" fmla="*/ 320256 w 352270"/>
                  <a:gd name="connsiteY77" fmla="*/ 130564 h 199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352270" h="199668">
                    <a:moveTo>
                      <a:pt x="320256" y="130564"/>
                    </a:moveTo>
                    <a:cubicBezTo>
                      <a:pt x="323303" y="130564"/>
                      <a:pt x="332633" y="119915"/>
                      <a:pt x="335775" y="119915"/>
                    </a:cubicBezTo>
                    <a:cubicBezTo>
                      <a:pt x="338917" y="119915"/>
                      <a:pt x="352246" y="122577"/>
                      <a:pt x="352246" y="119915"/>
                    </a:cubicBezTo>
                    <a:cubicBezTo>
                      <a:pt x="352246" y="117252"/>
                      <a:pt x="356721" y="110407"/>
                      <a:pt x="355769" y="107935"/>
                    </a:cubicBezTo>
                    <a:cubicBezTo>
                      <a:pt x="354817" y="105462"/>
                      <a:pt x="350437" y="102610"/>
                      <a:pt x="351389" y="100423"/>
                    </a:cubicBezTo>
                    <a:cubicBezTo>
                      <a:pt x="352341" y="98236"/>
                      <a:pt x="358435" y="98141"/>
                      <a:pt x="358435" y="95479"/>
                    </a:cubicBezTo>
                    <a:cubicBezTo>
                      <a:pt x="358435" y="92817"/>
                      <a:pt x="353579" y="91486"/>
                      <a:pt x="353579" y="89774"/>
                    </a:cubicBezTo>
                    <a:cubicBezTo>
                      <a:pt x="353579" y="88063"/>
                      <a:pt x="359768" y="84830"/>
                      <a:pt x="359387" y="81312"/>
                    </a:cubicBezTo>
                    <a:cubicBezTo>
                      <a:pt x="359006" y="77794"/>
                      <a:pt x="353579" y="77319"/>
                      <a:pt x="347772" y="74181"/>
                    </a:cubicBezTo>
                    <a:cubicBezTo>
                      <a:pt x="341964" y="71043"/>
                      <a:pt x="336251" y="72470"/>
                      <a:pt x="330920" y="69807"/>
                    </a:cubicBezTo>
                    <a:cubicBezTo>
                      <a:pt x="325588" y="67145"/>
                      <a:pt x="314449" y="68857"/>
                      <a:pt x="314449" y="67145"/>
                    </a:cubicBezTo>
                    <a:cubicBezTo>
                      <a:pt x="314449" y="65434"/>
                      <a:pt x="307308" y="59539"/>
                      <a:pt x="305594" y="56496"/>
                    </a:cubicBezTo>
                    <a:cubicBezTo>
                      <a:pt x="303881" y="53454"/>
                      <a:pt x="297978" y="55165"/>
                      <a:pt x="294455" y="57352"/>
                    </a:cubicBezTo>
                    <a:cubicBezTo>
                      <a:pt x="291608" y="59821"/>
                      <a:pt x="287488" y="60167"/>
                      <a:pt x="284268" y="58208"/>
                    </a:cubicBezTo>
                    <a:cubicBezTo>
                      <a:pt x="280650" y="56021"/>
                      <a:pt x="277603" y="52503"/>
                      <a:pt x="274747" y="53834"/>
                    </a:cubicBezTo>
                    <a:cubicBezTo>
                      <a:pt x="271891" y="55165"/>
                      <a:pt x="265893" y="53834"/>
                      <a:pt x="267225" y="49746"/>
                    </a:cubicBezTo>
                    <a:cubicBezTo>
                      <a:pt x="268558" y="45657"/>
                      <a:pt x="261418" y="35578"/>
                      <a:pt x="258276" y="34247"/>
                    </a:cubicBezTo>
                    <a:cubicBezTo>
                      <a:pt x="255134" y="32916"/>
                      <a:pt x="245803" y="35103"/>
                      <a:pt x="243614" y="30729"/>
                    </a:cubicBezTo>
                    <a:cubicBezTo>
                      <a:pt x="241424" y="26356"/>
                      <a:pt x="237425" y="22743"/>
                      <a:pt x="239234" y="19605"/>
                    </a:cubicBezTo>
                    <a:cubicBezTo>
                      <a:pt x="240231" y="14410"/>
                      <a:pt x="239282" y="9030"/>
                      <a:pt x="236568" y="4487"/>
                    </a:cubicBezTo>
                    <a:cubicBezTo>
                      <a:pt x="234283" y="969"/>
                      <a:pt x="223144" y="1445"/>
                      <a:pt x="220097" y="2776"/>
                    </a:cubicBezTo>
                    <a:cubicBezTo>
                      <a:pt x="217051" y="4107"/>
                      <a:pt x="209815" y="1445"/>
                      <a:pt x="206768" y="2776"/>
                    </a:cubicBezTo>
                    <a:cubicBezTo>
                      <a:pt x="203722" y="4107"/>
                      <a:pt x="201817" y="7720"/>
                      <a:pt x="197247" y="7720"/>
                    </a:cubicBezTo>
                    <a:cubicBezTo>
                      <a:pt x="195126" y="8036"/>
                      <a:pt x="193003" y="7159"/>
                      <a:pt x="191725" y="5438"/>
                    </a:cubicBezTo>
                    <a:cubicBezTo>
                      <a:pt x="187582" y="6889"/>
                      <a:pt x="183255" y="7753"/>
                      <a:pt x="178872" y="8005"/>
                    </a:cubicBezTo>
                    <a:cubicBezTo>
                      <a:pt x="178872" y="8005"/>
                      <a:pt x="166971" y="17513"/>
                      <a:pt x="166971" y="21031"/>
                    </a:cubicBezTo>
                    <a:cubicBezTo>
                      <a:pt x="166971" y="24549"/>
                      <a:pt x="166400" y="30539"/>
                      <a:pt x="163448" y="27497"/>
                    </a:cubicBezTo>
                    <a:cubicBezTo>
                      <a:pt x="157700" y="24762"/>
                      <a:pt x="151116" y="24353"/>
                      <a:pt x="145073" y="26356"/>
                    </a:cubicBezTo>
                    <a:cubicBezTo>
                      <a:pt x="142122" y="28162"/>
                      <a:pt x="137362" y="19225"/>
                      <a:pt x="132030" y="22172"/>
                    </a:cubicBezTo>
                    <a:cubicBezTo>
                      <a:pt x="126698" y="25120"/>
                      <a:pt x="119558" y="18084"/>
                      <a:pt x="118986" y="21031"/>
                    </a:cubicBezTo>
                    <a:cubicBezTo>
                      <a:pt x="118415" y="23979"/>
                      <a:pt x="110703" y="21602"/>
                      <a:pt x="105371" y="19225"/>
                    </a:cubicBezTo>
                    <a:cubicBezTo>
                      <a:pt x="100040" y="16848"/>
                      <a:pt x="90519" y="20461"/>
                      <a:pt x="86996" y="16277"/>
                    </a:cubicBezTo>
                    <a:cubicBezTo>
                      <a:pt x="83474" y="12094"/>
                      <a:pt x="60338" y="12189"/>
                      <a:pt x="52626" y="12189"/>
                    </a:cubicBezTo>
                    <a:cubicBezTo>
                      <a:pt x="44914" y="12189"/>
                      <a:pt x="43105" y="16277"/>
                      <a:pt x="39583" y="19795"/>
                    </a:cubicBezTo>
                    <a:cubicBezTo>
                      <a:pt x="36593" y="22203"/>
                      <a:pt x="32665" y="23114"/>
                      <a:pt x="28919" y="22267"/>
                    </a:cubicBezTo>
                    <a:cubicBezTo>
                      <a:pt x="29009" y="24602"/>
                      <a:pt x="29559" y="26896"/>
                      <a:pt x="30538" y="29018"/>
                    </a:cubicBezTo>
                    <a:cubicBezTo>
                      <a:pt x="32347" y="31680"/>
                      <a:pt x="40820" y="44516"/>
                      <a:pt x="38535" y="48034"/>
                    </a:cubicBezTo>
                    <a:cubicBezTo>
                      <a:pt x="36250" y="51552"/>
                      <a:pt x="32347" y="52027"/>
                      <a:pt x="29681" y="55165"/>
                    </a:cubicBezTo>
                    <a:cubicBezTo>
                      <a:pt x="22965" y="61124"/>
                      <a:pt x="16607" y="67474"/>
                      <a:pt x="10639" y="74181"/>
                    </a:cubicBezTo>
                    <a:cubicBezTo>
                      <a:pt x="10163" y="76368"/>
                      <a:pt x="13305" y="86161"/>
                      <a:pt x="10639" y="87873"/>
                    </a:cubicBezTo>
                    <a:cubicBezTo>
                      <a:pt x="6548" y="91968"/>
                      <a:pt x="3510" y="96992"/>
                      <a:pt x="1785" y="102515"/>
                    </a:cubicBezTo>
                    <a:cubicBezTo>
                      <a:pt x="1785" y="106128"/>
                      <a:pt x="6641" y="110977"/>
                      <a:pt x="10639" y="112023"/>
                    </a:cubicBezTo>
                    <a:cubicBezTo>
                      <a:pt x="12003" y="112327"/>
                      <a:pt x="13197" y="113144"/>
                      <a:pt x="13972" y="114305"/>
                    </a:cubicBezTo>
                    <a:cubicBezTo>
                      <a:pt x="16529" y="113945"/>
                      <a:pt x="19103" y="113723"/>
                      <a:pt x="21684" y="113639"/>
                    </a:cubicBezTo>
                    <a:cubicBezTo>
                      <a:pt x="24635" y="113639"/>
                      <a:pt x="37679" y="117252"/>
                      <a:pt x="41772" y="117252"/>
                    </a:cubicBezTo>
                    <a:cubicBezTo>
                      <a:pt x="45999" y="117232"/>
                      <a:pt x="50139" y="118456"/>
                      <a:pt x="53673" y="120770"/>
                    </a:cubicBezTo>
                    <a:cubicBezTo>
                      <a:pt x="55482" y="122577"/>
                      <a:pt x="59576" y="121341"/>
                      <a:pt x="62528" y="118393"/>
                    </a:cubicBezTo>
                    <a:cubicBezTo>
                      <a:pt x="65479" y="115446"/>
                      <a:pt x="69097" y="117252"/>
                      <a:pt x="72620" y="117252"/>
                    </a:cubicBezTo>
                    <a:cubicBezTo>
                      <a:pt x="77024" y="116862"/>
                      <a:pt x="81079" y="114700"/>
                      <a:pt x="83854" y="111262"/>
                    </a:cubicBezTo>
                    <a:cubicBezTo>
                      <a:pt x="91363" y="107025"/>
                      <a:pt x="99596" y="104219"/>
                      <a:pt x="108132" y="102990"/>
                    </a:cubicBezTo>
                    <a:cubicBezTo>
                      <a:pt x="112893" y="102420"/>
                      <a:pt x="120034" y="111928"/>
                      <a:pt x="124127" y="111928"/>
                    </a:cubicBezTo>
                    <a:cubicBezTo>
                      <a:pt x="130639" y="112176"/>
                      <a:pt x="136320" y="116413"/>
                      <a:pt x="138409" y="122577"/>
                    </a:cubicBezTo>
                    <a:cubicBezTo>
                      <a:pt x="141208" y="129995"/>
                      <a:pt x="145410" y="136806"/>
                      <a:pt x="150786" y="142639"/>
                    </a:cubicBezTo>
                    <a:cubicBezTo>
                      <a:pt x="153599" y="146431"/>
                      <a:pt x="155252" y="150955"/>
                      <a:pt x="155546" y="155665"/>
                    </a:cubicBezTo>
                    <a:cubicBezTo>
                      <a:pt x="155546" y="158042"/>
                      <a:pt x="149072" y="155094"/>
                      <a:pt x="141931" y="153288"/>
                    </a:cubicBezTo>
                    <a:cubicBezTo>
                      <a:pt x="134791" y="151481"/>
                      <a:pt x="134219" y="158612"/>
                      <a:pt x="134219" y="162225"/>
                    </a:cubicBezTo>
                    <a:cubicBezTo>
                      <a:pt x="131170" y="168867"/>
                      <a:pt x="127196" y="175045"/>
                      <a:pt x="122414" y="180576"/>
                    </a:cubicBezTo>
                    <a:cubicBezTo>
                      <a:pt x="120605" y="182953"/>
                      <a:pt x="125936" y="184664"/>
                      <a:pt x="130126" y="185235"/>
                    </a:cubicBezTo>
                    <a:cubicBezTo>
                      <a:pt x="131839" y="185235"/>
                      <a:pt x="138980" y="180576"/>
                      <a:pt x="141360" y="180576"/>
                    </a:cubicBezTo>
                    <a:cubicBezTo>
                      <a:pt x="143980" y="181800"/>
                      <a:pt x="146364" y="183474"/>
                      <a:pt x="148405" y="185520"/>
                    </a:cubicBezTo>
                    <a:cubicBezTo>
                      <a:pt x="147739" y="176012"/>
                      <a:pt x="149643" y="176773"/>
                      <a:pt x="157926" y="170497"/>
                    </a:cubicBezTo>
                    <a:cubicBezTo>
                      <a:pt x="166210" y="164222"/>
                      <a:pt x="167447" y="151481"/>
                      <a:pt x="175159" y="150340"/>
                    </a:cubicBezTo>
                    <a:cubicBezTo>
                      <a:pt x="182167" y="147428"/>
                      <a:pt x="189794" y="146317"/>
                      <a:pt x="197343" y="147108"/>
                    </a:cubicBezTo>
                    <a:cubicBezTo>
                      <a:pt x="208577" y="148914"/>
                      <a:pt x="191725" y="155950"/>
                      <a:pt x="199437" y="160134"/>
                    </a:cubicBezTo>
                    <a:cubicBezTo>
                      <a:pt x="207149" y="164317"/>
                      <a:pt x="230856" y="158898"/>
                      <a:pt x="231998" y="164888"/>
                    </a:cubicBezTo>
                    <a:cubicBezTo>
                      <a:pt x="233141" y="170878"/>
                      <a:pt x="204769" y="176678"/>
                      <a:pt x="205340" y="179625"/>
                    </a:cubicBezTo>
                    <a:cubicBezTo>
                      <a:pt x="205911" y="182573"/>
                      <a:pt x="220478" y="185615"/>
                      <a:pt x="225524" y="189133"/>
                    </a:cubicBezTo>
                    <a:cubicBezTo>
                      <a:pt x="230570" y="192651"/>
                      <a:pt x="224001" y="201494"/>
                      <a:pt x="226381" y="204536"/>
                    </a:cubicBezTo>
                    <a:cubicBezTo>
                      <a:pt x="228761" y="207579"/>
                      <a:pt x="236473" y="205107"/>
                      <a:pt x="242662" y="200638"/>
                    </a:cubicBezTo>
                    <a:cubicBezTo>
                      <a:pt x="248850" y="196169"/>
                      <a:pt x="253896" y="197690"/>
                      <a:pt x="261703" y="192366"/>
                    </a:cubicBezTo>
                    <a:cubicBezTo>
                      <a:pt x="269510" y="187041"/>
                      <a:pt x="286362" y="191795"/>
                      <a:pt x="288457" y="188563"/>
                    </a:cubicBezTo>
                    <a:cubicBezTo>
                      <a:pt x="290551" y="185330"/>
                      <a:pt x="283696" y="182002"/>
                      <a:pt x="268273" y="183238"/>
                    </a:cubicBezTo>
                    <a:cubicBezTo>
                      <a:pt x="260113" y="184074"/>
                      <a:pt x="252819" y="178145"/>
                      <a:pt x="251983" y="169996"/>
                    </a:cubicBezTo>
                    <a:cubicBezTo>
                      <a:pt x="251877" y="168961"/>
                      <a:pt x="251880" y="167918"/>
                      <a:pt x="251992" y="166884"/>
                    </a:cubicBezTo>
                    <a:cubicBezTo>
                      <a:pt x="258308" y="158860"/>
                      <a:pt x="267174" y="153226"/>
                      <a:pt x="277127" y="150911"/>
                    </a:cubicBezTo>
                    <a:cubicBezTo>
                      <a:pt x="286037" y="149944"/>
                      <a:pt x="294689" y="147333"/>
                      <a:pt x="302643" y="143209"/>
                    </a:cubicBezTo>
                    <a:cubicBezTo>
                      <a:pt x="307899" y="141137"/>
                      <a:pt x="313355" y="139608"/>
                      <a:pt x="318923" y="138646"/>
                    </a:cubicBezTo>
                    <a:cubicBezTo>
                      <a:pt x="318828" y="135888"/>
                      <a:pt x="317591" y="131039"/>
                      <a:pt x="320256" y="13056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63" name="Freeform 2799">
                <a:extLst>
                  <a:ext uri="{FF2B5EF4-FFF2-40B4-BE49-F238E27FC236}">
                    <a16:creationId xmlns:a16="http://schemas.microsoft.com/office/drawing/2014/main" id="{F7AFF93C-2586-C46B-75FC-8AAB35364997}"/>
                  </a:ext>
                </a:extLst>
              </p:cNvPr>
              <p:cNvSpPr/>
              <p:nvPr/>
            </p:nvSpPr>
            <p:spPr>
              <a:xfrm>
                <a:off x="13052080" y="4582059"/>
                <a:ext cx="448990" cy="313871"/>
              </a:xfrm>
              <a:custGeom>
                <a:avLst/>
                <a:gdLst>
                  <a:gd name="connsiteX0" fmla="*/ 178301 w 190416"/>
                  <a:gd name="connsiteY0" fmla="*/ 68149 h 133112"/>
                  <a:gd name="connsiteX1" fmla="*/ 166781 w 190416"/>
                  <a:gd name="connsiteY1" fmla="*/ 57024 h 133112"/>
                  <a:gd name="connsiteX2" fmla="*/ 157260 w 190416"/>
                  <a:gd name="connsiteY2" fmla="*/ 44569 h 133112"/>
                  <a:gd name="connsiteX3" fmla="*/ 155070 w 190416"/>
                  <a:gd name="connsiteY3" fmla="*/ 30402 h 133112"/>
                  <a:gd name="connsiteX4" fmla="*/ 153261 w 190416"/>
                  <a:gd name="connsiteY4" fmla="*/ 16615 h 133112"/>
                  <a:gd name="connsiteX5" fmla="*/ 134220 w 190416"/>
                  <a:gd name="connsiteY5" fmla="*/ 11291 h 133112"/>
                  <a:gd name="connsiteX6" fmla="*/ 123556 w 190416"/>
                  <a:gd name="connsiteY6" fmla="*/ 11291 h 133112"/>
                  <a:gd name="connsiteX7" fmla="*/ 113750 w 190416"/>
                  <a:gd name="connsiteY7" fmla="*/ 6347 h 133112"/>
                  <a:gd name="connsiteX8" fmla="*/ 102991 w 190416"/>
                  <a:gd name="connsiteY8" fmla="*/ 3209 h 133112"/>
                  <a:gd name="connsiteX9" fmla="*/ 102039 w 190416"/>
                  <a:gd name="connsiteY9" fmla="*/ 1783 h 133112"/>
                  <a:gd name="connsiteX10" fmla="*/ 95756 w 190416"/>
                  <a:gd name="connsiteY10" fmla="*/ 4255 h 133112"/>
                  <a:gd name="connsiteX11" fmla="*/ 88044 w 190416"/>
                  <a:gd name="connsiteY11" fmla="*/ 11386 h 133112"/>
                  <a:gd name="connsiteX12" fmla="*/ 74429 w 190416"/>
                  <a:gd name="connsiteY12" fmla="*/ 13097 h 133112"/>
                  <a:gd name="connsiteX13" fmla="*/ 69097 w 190416"/>
                  <a:gd name="connsiteY13" fmla="*/ 23746 h 133112"/>
                  <a:gd name="connsiteX14" fmla="*/ 66717 w 190416"/>
                  <a:gd name="connsiteY14" fmla="*/ 31448 h 133112"/>
                  <a:gd name="connsiteX15" fmla="*/ 60243 w 190416"/>
                  <a:gd name="connsiteY15" fmla="*/ 36772 h 133112"/>
                  <a:gd name="connsiteX16" fmla="*/ 50151 w 190416"/>
                  <a:gd name="connsiteY16" fmla="*/ 46280 h 133112"/>
                  <a:gd name="connsiteX17" fmla="*/ 47200 w 190416"/>
                  <a:gd name="connsiteY17" fmla="*/ 55788 h 133112"/>
                  <a:gd name="connsiteX18" fmla="*/ 34156 w 190416"/>
                  <a:gd name="connsiteY18" fmla="*/ 59877 h 133112"/>
                  <a:gd name="connsiteX19" fmla="*/ 24064 w 190416"/>
                  <a:gd name="connsiteY19" fmla="*/ 64631 h 133112"/>
                  <a:gd name="connsiteX20" fmla="*/ 9402 w 190416"/>
                  <a:gd name="connsiteY20" fmla="*/ 63585 h 133112"/>
                  <a:gd name="connsiteX21" fmla="*/ 9402 w 190416"/>
                  <a:gd name="connsiteY21" fmla="*/ 65391 h 133112"/>
                  <a:gd name="connsiteX22" fmla="*/ 12449 w 190416"/>
                  <a:gd name="connsiteY22" fmla="*/ 80414 h 133112"/>
                  <a:gd name="connsiteX23" fmla="*/ 13401 w 190416"/>
                  <a:gd name="connsiteY23" fmla="*/ 97719 h 133112"/>
                  <a:gd name="connsiteX24" fmla="*/ 1785 w 190416"/>
                  <a:gd name="connsiteY24" fmla="*/ 107987 h 133112"/>
                  <a:gd name="connsiteX25" fmla="*/ 8450 w 190416"/>
                  <a:gd name="connsiteY25" fmla="*/ 118161 h 133112"/>
                  <a:gd name="connsiteX26" fmla="*/ 8450 w 190416"/>
                  <a:gd name="connsiteY26" fmla="*/ 129190 h 133112"/>
                  <a:gd name="connsiteX27" fmla="*/ 19113 w 190416"/>
                  <a:gd name="connsiteY27" fmla="*/ 126718 h 133112"/>
                  <a:gd name="connsiteX28" fmla="*/ 32157 w 190416"/>
                  <a:gd name="connsiteY28" fmla="*/ 119112 h 133112"/>
                  <a:gd name="connsiteX29" fmla="*/ 66527 w 190416"/>
                  <a:gd name="connsiteY29" fmla="*/ 123200 h 133112"/>
                  <a:gd name="connsiteX30" fmla="*/ 84902 w 190416"/>
                  <a:gd name="connsiteY30" fmla="*/ 126148 h 133112"/>
                  <a:gd name="connsiteX31" fmla="*/ 98517 w 190416"/>
                  <a:gd name="connsiteY31" fmla="*/ 127954 h 133112"/>
                  <a:gd name="connsiteX32" fmla="*/ 111560 w 190416"/>
                  <a:gd name="connsiteY32" fmla="*/ 129095 h 133112"/>
                  <a:gd name="connsiteX33" fmla="*/ 124604 w 190416"/>
                  <a:gd name="connsiteY33" fmla="*/ 133279 h 133112"/>
                  <a:gd name="connsiteX34" fmla="*/ 142979 w 190416"/>
                  <a:gd name="connsiteY34" fmla="*/ 134420 h 133112"/>
                  <a:gd name="connsiteX35" fmla="*/ 146502 w 190416"/>
                  <a:gd name="connsiteY35" fmla="*/ 127954 h 133112"/>
                  <a:gd name="connsiteX36" fmla="*/ 158403 w 190416"/>
                  <a:gd name="connsiteY36" fmla="*/ 114928 h 133112"/>
                  <a:gd name="connsiteX37" fmla="*/ 171256 w 190416"/>
                  <a:gd name="connsiteY37" fmla="*/ 112361 h 133112"/>
                  <a:gd name="connsiteX38" fmla="*/ 168304 w 190416"/>
                  <a:gd name="connsiteY38" fmla="*/ 103994 h 133112"/>
                  <a:gd name="connsiteX39" fmla="*/ 165162 w 190416"/>
                  <a:gd name="connsiteY39" fmla="*/ 84978 h 133112"/>
                  <a:gd name="connsiteX40" fmla="*/ 179444 w 190416"/>
                  <a:gd name="connsiteY40" fmla="*/ 87165 h 133112"/>
                  <a:gd name="connsiteX41" fmla="*/ 189631 w 190416"/>
                  <a:gd name="connsiteY41" fmla="*/ 77657 h 133112"/>
                  <a:gd name="connsiteX42" fmla="*/ 178301 w 190416"/>
                  <a:gd name="connsiteY42" fmla="*/ 68149 h 133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90416" h="133112">
                    <a:moveTo>
                      <a:pt x="178301" y="68149"/>
                    </a:moveTo>
                    <a:cubicBezTo>
                      <a:pt x="174779" y="67198"/>
                      <a:pt x="172589" y="59211"/>
                      <a:pt x="166781" y="57024"/>
                    </a:cubicBezTo>
                    <a:cubicBezTo>
                      <a:pt x="160973" y="54838"/>
                      <a:pt x="162306" y="47516"/>
                      <a:pt x="157260" y="44569"/>
                    </a:cubicBezTo>
                    <a:cubicBezTo>
                      <a:pt x="152214" y="41621"/>
                      <a:pt x="155451" y="35061"/>
                      <a:pt x="155070" y="30402"/>
                    </a:cubicBezTo>
                    <a:cubicBezTo>
                      <a:pt x="154689" y="25743"/>
                      <a:pt x="155927" y="17946"/>
                      <a:pt x="153261" y="16615"/>
                    </a:cubicBezTo>
                    <a:cubicBezTo>
                      <a:pt x="150596" y="15284"/>
                      <a:pt x="139456" y="9104"/>
                      <a:pt x="134220" y="11291"/>
                    </a:cubicBezTo>
                    <a:cubicBezTo>
                      <a:pt x="128983" y="13478"/>
                      <a:pt x="125746" y="15284"/>
                      <a:pt x="123556" y="11291"/>
                    </a:cubicBezTo>
                    <a:cubicBezTo>
                      <a:pt x="122010" y="7404"/>
                      <a:pt x="117800" y="5282"/>
                      <a:pt x="113750" y="6347"/>
                    </a:cubicBezTo>
                    <a:cubicBezTo>
                      <a:pt x="109860" y="7310"/>
                      <a:pt x="105751" y="6112"/>
                      <a:pt x="102991" y="3209"/>
                    </a:cubicBezTo>
                    <a:cubicBezTo>
                      <a:pt x="102599" y="2788"/>
                      <a:pt x="102278" y="2306"/>
                      <a:pt x="102039" y="1783"/>
                    </a:cubicBezTo>
                    <a:cubicBezTo>
                      <a:pt x="99788" y="2136"/>
                      <a:pt x="97643" y="2980"/>
                      <a:pt x="95756" y="4255"/>
                    </a:cubicBezTo>
                    <a:cubicBezTo>
                      <a:pt x="92804" y="6632"/>
                      <a:pt x="92233" y="11386"/>
                      <a:pt x="88044" y="11386"/>
                    </a:cubicBezTo>
                    <a:cubicBezTo>
                      <a:pt x="83855" y="11386"/>
                      <a:pt x="79189" y="9579"/>
                      <a:pt x="74429" y="13097"/>
                    </a:cubicBezTo>
                    <a:cubicBezTo>
                      <a:pt x="70739" y="15319"/>
                      <a:pt x="68663" y="19466"/>
                      <a:pt x="69097" y="23746"/>
                    </a:cubicBezTo>
                    <a:cubicBezTo>
                      <a:pt x="69669" y="26789"/>
                      <a:pt x="70335" y="31448"/>
                      <a:pt x="66717" y="31448"/>
                    </a:cubicBezTo>
                    <a:cubicBezTo>
                      <a:pt x="63099" y="31448"/>
                      <a:pt x="63766" y="35631"/>
                      <a:pt x="60243" y="36772"/>
                    </a:cubicBezTo>
                    <a:cubicBezTo>
                      <a:pt x="55860" y="38651"/>
                      <a:pt x="52284" y="42020"/>
                      <a:pt x="50151" y="46280"/>
                    </a:cubicBezTo>
                    <a:cubicBezTo>
                      <a:pt x="49580" y="49228"/>
                      <a:pt x="49580" y="55788"/>
                      <a:pt x="47200" y="55788"/>
                    </a:cubicBezTo>
                    <a:cubicBezTo>
                      <a:pt x="42533" y="55771"/>
                      <a:pt x="37976" y="57200"/>
                      <a:pt x="34156" y="59877"/>
                    </a:cubicBezTo>
                    <a:cubicBezTo>
                      <a:pt x="32172" y="63470"/>
                      <a:pt x="28103" y="65387"/>
                      <a:pt x="24064" y="64631"/>
                    </a:cubicBezTo>
                    <a:cubicBezTo>
                      <a:pt x="19210" y="63918"/>
                      <a:pt x="14309" y="63568"/>
                      <a:pt x="9402" y="63585"/>
                    </a:cubicBezTo>
                    <a:cubicBezTo>
                      <a:pt x="9543" y="64179"/>
                      <a:pt x="9543" y="64798"/>
                      <a:pt x="9402" y="65391"/>
                    </a:cubicBezTo>
                    <a:cubicBezTo>
                      <a:pt x="7197" y="70545"/>
                      <a:pt x="8409" y="76523"/>
                      <a:pt x="12449" y="80414"/>
                    </a:cubicBezTo>
                    <a:cubicBezTo>
                      <a:pt x="16066" y="83552"/>
                      <a:pt x="17399" y="96007"/>
                      <a:pt x="13401" y="97719"/>
                    </a:cubicBezTo>
                    <a:cubicBezTo>
                      <a:pt x="9402" y="99430"/>
                      <a:pt x="1785" y="104850"/>
                      <a:pt x="1785" y="107987"/>
                    </a:cubicBezTo>
                    <a:cubicBezTo>
                      <a:pt x="1785" y="111125"/>
                      <a:pt x="9783" y="113692"/>
                      <a:pt x="8450" y="118161"/>
                    </a:cubicBezTo>
                    <a:cubicBezTo>
                      <a:pt x="7808" y="121809"/>
                      <a:pt x="7808" y="125542"/>
                      <a:pt x="8450" y="129190"/>
                    </a:cubicBezTo>
                    <a:cubicBezTo>
                      <a:pt x="12196" y="130037"/>
                      <a:pt x="16124" y="129126"/>
                      <a:pt x="19113" y="126718"/>
                    </a:cubicBezTo>
                    <a:cubicBezTo>
                      <a:pt x="22731" y="123200"/>
                      <a:pt x="24445" y="119112"/>
                      <a:pt x="32157" y="119112"/>
                    </a:cubicBezTo>
                    <a:cubicBezTo>
                      <a:pt x="39868" y="119112"/>
                      <a:pt x="63004" y="119112"/>
                      <a:pt x="66527" y="123200"/>
                    </a:cubicBezTo>
                    <a:cubicBezTo>
                      <a:pt x="70050" y="127289"/>
                      <a:pt x="79570" y="123771"/>
                      <a:pt x="84902" y="126148"/>
                    </a:cubicBezTo>
                    <a:cubicBezTo>
                      <a:pt x="90234" y="128525"/>
                      <a:pt x="97945" y="130902"/>
                      <a:pt x="98517" y="127954"/>
                    </a:cubicBezTo>
                    <a:cubicBezTo>
                      <a:pt x="99088" y="125007"/>
                      <a:pt x="106229" y="132043"/>
                      <a:pt x="111560" y="129095"/>
                    </a:cubicBezTo>
                    <a:cubicBezTo>
                      <a:pt x="116892" y="126148"/>
                      <a:pt x="121652" y="135085"/>
                      <a:pt x="124604" y="133279"/>
                    </a:cubicBezTo>
                    <a:cubicBezTo>
                      <a:pt x="130647" y="131276"/>
                      <a:pt x="137231" y="131685"/>
                      <a:pt x="142979" y="134420"/>
                    </a:cubicBezTo>
                    <a:cubicBezTo>
                      <a:pt x="145930" y="137367"/>
                      <a:pt x="146502" y="131472"/>
                      <a:pt x="146502" y="127954"/>
                    </a:cubicBezTo>
                    <a:cubicBezTo>
                      <a:pt x="146502" y="124436"/>
                      <a:pt x="158403" y="114928"/>
                      <a:pt x="158403" y="114928"/>
                    </a:cubicBezTo>
                    <a:cubicBezTo>
                      <a:pt x="162786" y="114676"/>
                      <a:pt x="167112" y="113812"/>
                      <a:pt x="171256" y="112361"/>
                    </a:cubicBezTo>
                    <a:cubicBezTo>
                      <a:pt x="169782" y="109769"/>
                      <a:pt x="168783" y="106936"/>
                      <a:pt x="168304" y="103994"/>
                    </a:cubicBezTo>
                    <a:cubicBezTo>
                      <a:pt x="166115" y="94486"/>
                      <a:pt x="162497" y="88401"/>
                      <a:pt x="165162" y="84978"/>
                    </a:cubicBezTo>
                    <a:cubicBezTo>
                      <a:pt x="167828" y="81555"/>
                      <a:pt x="175445" y="88971"/>
                      <a:pt x="179444" y="87165"/>
                    </a:cubicBezTo>
                    <a:cubicBezTo>
                      <a:pt x="183443" y="85358"/>
                      <a:pt x="190488" y="81840"/>
                      <a:pt x="189631" y="77657"/>
                    </a:cubicBezTo>
                    <a:cubicBezTo>
                      <a:pt x="187293" y="73092"/>
                      <a:pt x="183207" y="69663"/>
                      <a:pt x="178301" y="681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64" name="Freeform 2800">
                <a:extLst>
                  <a:ext uri="{FF2B5EF4-FFF2-40B4-BE49-F238E27FC236}">
                    <a16:creationId xmlns:a16="http://schemas.microsoft.com/office/drawing/2014/main" id="{3E8C21CB-9818-7398-5EC3-C6E786206ED8}"/>
                  </a:ext>
                </a:extLst>
              </p:cNvPr>
              <p:cNvSpPr/>
              <p:nvPr/>
            </p:nvSpPr>
            <p:spPr>
              <a:xfrm>
                <a:off x="12946078" y="4454695"/>
                <a:ext cx="336743" cy="156935"/>
              </a:xfrm>
              <a:custGeom>
                <a:avLst/>
                <a:gdLst>
                  <a:gd name="connsiteX0" fmla="*/ 49405 w 142812"/>
                  <a:gd name="connsiteY0" fmla="*/ 50853 h 66556"/>
                  <a:gd name="connsiteX1" fmla="*/ 74730 w 142812"/>
                  <a:gd name="connsiteY1" fmla="*/ 50853 h 66556"/>
                  <a:gd name="connsiteX2" fmla="*/ 86536 w 142812"/>
                  <a:gd name="connsiteY2" fmla="*/ 55322 h 66556"/>
                  <a:gd name="connsiteX3" fmla="*/ 105578 w 142812"/>
                  <a:gd name="connsiteY3" fmla="*/ 64830 h 66556"/>
                  <a:gd name="connsiteX4" fmla="*/ 115670 w 142812"/>
                  <a:gd name="connsiteY4" fmla="*/ 71390 h 66556"/>
                  <a:gd name="connsiteX5" fmla="*/ 119573 w 142812"/>
                  <a:gd name="connsiteY5" fmla="*/ 67017 h 66556"/>
                  <a:gd name="connsiteX6" fmla="*/ 133188 w 142812"/>
                  <a:gd name="connsiteY6" fmla="*/ 65305 h 66556"/>
                  <a:gd name="connsiteX7" fmla="*/ 140900 w 142812"/>
                  <a:gd name="connsiteY7" fmla="*/ 58174 h 66556"/>
                  <a:gd name="connsiteX8" fmla="*/ 147184 w 142812"/>
                  <a:gd name="connsiteY8" fmla="*/ 55702 h 66556"/>
                  <a:gd name="connsiteX9" fmla="*/ 142899 w 142812"/>
                  <a:gd name="connsiteY9" fmla="*/ 43342 h 66556"/>
                  <a:gd name="connsiteX10" fmla="*/ 136615 w 142812"/>
                  <a:gd name="connsiteY10" fmla="*/ 31837 h 66556"/>
                  <a:gd name="connsiteX11" fmla="*/ 134425 w 142812"/>
                  <a:gd name="connsiteY11" fmla="*/ 20713 h 66556"/>
                  <a:gd name="connsiteX12" fmla="*/ 130998 w 142812"/>
                  <a:gd name="connsiteY12" fmla="*/ 15673 h 66556"/>
                  <a:gd name="connsiteX13" fmla="*/ 111956 w 142812"/>
                  <a:gd name="connsiteY13" fmla="*/ 14437 h 66556"/>
                  <a:gd name="connsiteX14" fmla="*/ 91868 w 142812"/>
                  <a:gd name="connsiteY14" fmla="*/ 2552 h 66556"/>
                  <a:gd name="connsiteX15" fmla="*/ 70256 w 142812"/>
                  <a:gd name="connsiteY15" fmla="*/ 2552 h 66556"/>
                  <a:gd name="connsiteX16" fmla="*/ 68446 w 142812"/>
                  <a:gd name="connsiteY16" fmla="*/ 22424 h 66556"/>
                  <a:gd name="connsiteX17" fmla="*/ 52166 w 142812"/>
                  <a:gd name="connsiteY17" fmla="*/ 30125 h 66556"/>
                  <a:gd name="connsiteX18" fmla="*/ 34362 w 142812"/>
                  <a:gd name="connsiteY18" fmla="*/ 9398 h 66556"/>
                  <a:gd name="connsiteX19" fmla="*/ 15320 w 142812"/>
                  <a:gd name="connsiteY19" fmla="*/ 18240 h 66556"/>
                  <a:gd name="connsiteX20" fmla="*/ 7323 w 142812"/>
                  <a:gd name="connsiteY20" fmla="*/ 34214 h 66556"/>
                  <a:gd name="connsiteX21" fmla="*/ 4276 w 142812"/>
                  <a:gd name="connsiteY21" fmla="*/ 53230 h 66556"/>
                  <a:gd name="connsiteX22" fmla="*/ 4847 w 142812"/>
                  <a:gd name="connsiteY22" fmla="*/ 54276 h 66556"/>
                  <a:gd name="connsiteX23" fmla="*/ 20652 w 142812"/>
                  <a:gd name="connsiteY23" fmla="*/ 50187 h 66556"/>
                  <a:gd name="connsiteX24" fmla="*/ 49405 w 142812"/>
                  <a:gd name="connsiteY24" fmla="*/ 50853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2812" h="66556">
                    <a:moveTo>
                      <a:pt x="49405" y="50853"/>
                    </a:moveTo>
                    <a:cubicBezTo>
                      <a:pt x="57793" y="52188"/>
                      <a:pt x="66341" y="52188"/>
                      <a:pt x="74730" y="50853"/>
                    </a:cubicBezTo>
                    <a:cubicBezTo>
                      <a:pt x="81966" y="48096"/>
                      <a:pt x="81966" y="56272"/>
                      <a:pt x="86536" y="55322"/>
                    </a:cubicBezTo>
                    <a:cubicBezTo>
                      <a:pt x="91106" y="54371"/>
                      <a:pt x="100151" y="60836"/>
                      <a:pt x="105578" y="64830"/>
                    </a:cubicBezTo>
                    <a:cubicBezTo>
                      <a:pt x="108750" y="67297"/>
                      <a:pt x="112126" y="69492"/>
                      <a:pt x="115670" y="71390"/>
                    </a:cubicBezTo>
                    <a:cubicBezTo>
                      <a:pt x="116667" y="69688"/>
                      <a:pt x="117994" y="68201"/>
                      <a:pt x="119573" y="67017"/>
                    </a:cubicBezTo>
                    <a:cubicBezTo>
                      <a:pt x="124334" y="63499"/>
                      <a:pt x="129094" y="65305"/>
                      <a:pt x="133188" y="65305"/>
                    </a:cubicBezTo>
                    <a:cubicBezTo>
                      <a:pt x="137282" y="65305"/>
                      <a:pt x="137948" y="60551"/>
                      <a:pt x="140900" y="58174"/>
                    </a:cubicBezTo>
                    <a:cubicBezTo>
                      <a:pt x="142787" y="56899"/>
                      <a:pt x="144933" y="56055"/>
                      <a:pt x="147184" y="55702"/>
                    </a:cubicBezTo>
                    <a:cubicBezTo>
                      <a:pt x="145565" y="52374"/>
                      <a:pt x="145470" y="46194"/>
                      <a:pt x="142899" y="43342"/>
                    </a:cubicBezTo>
                    <a:cubicBezTo>
                      <a:pt x="140329" y="40489"/>
                      <a:pt x="135283" y="34975"/>
                      <a:pt x="136615" y="31837"/>
                    </a:cubicBezTo>
                    <a:cubicBezTo>
                      <a:pt x="138269" y="28034"/>
                      <a:pt x="137398" y="23607"/>
                      <a:pt x="134425" y="20713"/>
                    </a:cubicBezTo>
                    <a:cubicBezTo>
                      <a:pt x="132926" y="19305"/>
                      <a:pt x="131756" y="17584"/>
                      <a:pt x="130998" y="15673"/>
                    </a:cubicBezTo>
                    <a:cubicBezTo>
                      <a:pt x="124717" y="14555"/>
                      <a:pt x="118330" y="14140"/>
                      <a:pt x="111956" y="14437"/>
                    </a:cubicBezTo>
                    <a:cubicBezTo>
                      <a:pt x="108434" y="15578"/>
                      <a:pt x="94248" y="4359"/>
                      <a:pt x="91868" y="2552"/>
                    </a:cubicBezTo>
                    <a:cubicBezTo>
                      <a:pt x="84700" y="1526"/>
                      <a:pt x="77423" y="1526"/>
                      <a:pt x="70256" y="2552"/>
                    </a:cubicBezTo>
                    <a:cubicBezTo>
                      <a:pt x="64829" y="8637"/>
                      <a:pt x="68732" y="13106"/>
                      <a:pt x="68446" y="22424"/>
                    </a:cubicBezTo>
                    <a:cubicBezTo>
                      <a:pt x="68161" y="31742"/>
                      <a:pt x="57783" y="30125"/>
                      <a:pt x="52166" y="30125"/>
                    </a:cubicBezTo>
                    <a:cubicBezTo>
                      <a:pt x="46549" y="30125"/>
                      <a:pt x="37313" y="13201"/>
                      <a:pt x="34362" y="9398"/>
                    </a:cubicBezTo>
                    <a:cubicBezTo>
                      <a:pt x="31410" y="5595"/>
                      <a:pt x="21890" y="14152"/>
                      <a:pt x="15320" y="18240"/>
                    </a:cubicBezTo>
                    <a:cubicBezTo>
                      <a:pt x="8751" y="22329"/>
                      <a:pt x="11988" y="30411"/>
                      <a:pt x="7323" y="34214"/>
                    </a:cubicBezTo>
                    <a:cubicBezTo>
                      <a:pt x="1354" y="38704"/>
                      <a:pt x="8" y="47104"/>
                      <a:pt x="4276" y="53230"/>
                    </a:cubicBezTo>
                    <a:lnTo>
                      <a:pt x="4847" y="54276"/>
                    </a:lnTo>
                    <a:cubicBezTo>
                      <a:pt x="10373" y="54243"/>
                      <a:pt x="15805" y="52838"/>
                      <a:pt x="20652" y="50187"/>
                    </a:cubicBezTo>
                    <a:cubicBezTo>
                      <a:pt x="26745" y="46004"/>
                      <a:pt x="44454" y="50853"/>
                      <a:pt x="49405" y="5085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65" name="Freeform 2801">
                <a:extLst>
                  <a:ext uri="{FF2B5EF4-FFF2-40B4-BE49-F238E27FC236}">
                    <a16:creationId xmlns:a16="http://schemas.microsoft.com/office/drawing/2014/main" id="{732B789A-72C1-DA79-3B18-AE81AF613A3A}"/>
                  </a:ext>
                </a:extLst>
              </p:cNvPr>
              <p:cNvSpPr/>
              <p:nvPr/>
            </p:nvSpPr>
            <p:spPr>
              <a:xfrm>
                <a:off x="12945430" y="4566513"/>
                <a:ext cx="269395" cy="156935"/>
              </a:xfrm>
              <a:custGeom>
                <a:avLst/>
                <a:gdLst>
                  <a:gd name="connsiteX0" fmla="*/ 16167 w 114249"/>
                  <a:gd name="connsiteY0" fmla="*/ 35663 h 66556"/>
                  <a:gd name="connsiteX1" fmla="*/ 28258 w 114249"/>
                  <a:gd name="connsiteY1" fmla="*/ 40132 h 66556"/>
                  <a:gd name="connsiteX2" fmla="*/ 39302 w 114249"/>
                  <a:gd name="connsiteY2" fmla="*/ 46787 h 66556"/>
                  <a:gd name="connsiteX3" fmla="*/ 39302 w 114249"/>
                  <a:gd name="connsiteY3" fmla="*/ 60954 h 66556"/>
                  <a:gd name="connsiteX4" fmla="*/ 55012 w 114249"/>
                  <a:gd name="connsiteY4" fmla="*/ 70462 h 66556"/>
                  <a:gd name="connsiteX5" fmla="*/ 69674 w 114249"/>
                  <a:gd name="connsiteY5" fmla="*/ 71508 h 66556"/>
                  <a:gd name="connsiteX6" fmla="*/ 79766 w 114249"/>
                  <a:gd name="connsiteY6" fmla="*/ 66754 h 66556"/>
                  <a:gd name="connsiteX7" fmla="*/ 92809 w 114249"/>
                  <a:gd name="connsiteY7" fmla="*/ 62666 h 66556"/>
                  <a:gd name="connsiteX8" fmla="*/ 95761 w 114249"/>
                  <a:gd name="connsiteY8" fmla="*/ 53158 h 66556"/>
                  <a:gd name="connsiteX9" fmla="*/ 105853 w 114249"/>
                  <a:gd name="connsiteY9" fmla="*/ 43650 h 66556"/>
                  <a:gd name="connsiteX10" fmla="*/ 112327 w 114249"/>
                  <a:gd name="connsiteY10" fmla="*/ 38325 h 66556"/>
                  <a:gd name="connsiteX11" fmla="*/ 114707 w 114249"/>
                  <a:gd name="connsiteY11" fmla="*/ 30624 h 66556"/>
                  <a:gd name="connsiteX12" fmla="*/ 116136 w 114249"/>
                  <a:gd name="connsiteY12" fmla="*/ 24348 h 66556"/>
                  <a:gd name="connsiteX13" fmla="*/ 106043 w 114249"/>
                  <a:gd name="connsiteY13" fmla="*/ 17788 h 66556"/>
                  <a:gd name="connsiteX14" fmla="*/ 87002 w 114249"/>
                  <a:gd name="connsiteY14" fmla="*/ 8280 h 66556"/>
                  <a:gd name="connsiteX15" fmla="*/ 75196 w 114249"/>
                  <a:gd name="connsiteY15" fmla="*/ 3811 h 66556"/>
                  <a:gd name="connsiteX16" fmla="*/ 49871 w 114249"/>
                  <a:gd name="connsiteY16" fmla="*/ 3811 h 66556"/>
                  <a:gd name="connsiteX17" fmla="*/ 21308 w 114249"/>
                  <a:gd name="connsiteY17" fmla="*/ 3811 h 66556"/>
                  <a:gd name="connsiteX18" fmla="*/ 5504 w 114249"/>
                  <a:gd name="connsiteY18" fmla="*/ 7900 h 66556"/>
                  <a:gd name="connsiteX19" fmla="*/ 3504 w 114249"/>
                  <a:gd name="connsiteY19" fmla="*/ 29673 h 66556"/>
                  <a:gd name="connsiteX20" fmla="*/ 4552 w 114249"/>
                  <a:gd name="connsiteY20" fmla="*/ 35188 h 66556"/>
                  <a:gd name="connsiteX21" fmla="*/ 16167 w 114249"/>
                  <a:gd name="connsiteY21" fmla="*/ 35663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4249" h="66556">
                    <a:moveTo>
                      <a:pt x="16167" y="35663"/>
                    </a:moveTo>
                    <a:cubicBezTo>
                      <a:pt x="19181" y="39100"/>
                      <a:pt x="23730" y="40781"/>
                      <a:pt x="28258" y="40132"/>
                    </a:cubicBezTo>
                    <a:cubicBezTo>
                      <a:pt x="30829" y="38801"/>
                      <a:pt x="39302" y="43174"/>
                      <a:pt x="39302" y="46787"/>
                    </a:cubicBezTo>
                    <a:cubicBezTo>
                      <a:pt x="39302" y="50400"/>
                      <a:pt x="37113" y="60954"/>
                      <a:pt x="39302" y="60954"/>
                    </a:cubicBezTo>
                    <a:cubicBezTo>
                      <a:pt x="41492" y="60954"/>
                      <a:pt x="54155" y="64948"/>
                      <a:pt x="55012" y="70462"/>
                    </a:cubicBezTo>
                    <a:cubicBezTo>
                      <a:pt x="59918" y="70446"/>
                      <a:pt x="64819" y="70795"/>
                      <a:pt x="69674" y="71508"/>
                    </a:cubicBezTo>
                    <a:cubicBezTo>
                      <a:pt x="73713" y="72265"/>
                      <a:pt x="77782" y="70348"/>
                      <a:pt x="79766" y="66754"/>
                    </a:cubicBezTo>
                    <a:cubicBezTo>
                      <a:pt x="83586" y="64077"/>
                      <a:pt x="88143" y="62649"/>
                      <a:pt x="92809" y="62666"/>
                    </a:cubicBezTo>
                    <a:cubicBezTo>
                      <a:pt x="95190" y="62666"/>
                      <a:pt x="95190" y="56105"/>
                      <a:pt x="95761" y="53158"/>
                    </a:cubicBezTo>
                    <a:cubicBezTo>
                      <a:pt x="97894" y="48897"/>
                      <a:pt x="101470" y="45529"/>
                      <a:pt x="105853" y="43650"/>
                    </a:cubicBezTo>
                    <a:cubicBezTo>
                      <a:pt x="109376" y="42509"/>
                      <a:pt x="108805" y="38325"/>
                      <a:pt x="112327" y="38325"/>
                    </a:cubicBezTo>
                    <a:cubicBezTo>
                      <a:pt x="115850" y="38325"/>
                      <a:pt x="115279" y="33666"/>
                      <a:pt x="114707" y="30624"/>
                    </a:cubicBezTo>
                    <a:cubicBezTo>
                      <a:pt x="114439" y="28430"/>
                      <a:pt x="114944" y="26211"/>
                      <a:pt x="116136" y="24348"/>
                    </a:cubicBezTo>
                    <a:cubicBezTo>
                      <a:pt x="112592" y="22450"/>
                      <a:pt x="109216" y="20255"/>
                      <a:pt x="106043" y="17788"/>
                    </a:cubicBezTo>
                    <a:cubicBezTo>
                      <a:pt x="100617" y="13319"/>
                      <a:pt x="91477" y="6949"/>
                      <a:pt x="87002" y="8280"/>
                    </a:cubicBezTo>
                    <a:cubicBezTo>
                      <a:pt x="82527" y="9611"/>
                      <a:pt x="82432" y="1054"/>
                      <a:pt x="75196" y="3811"/>
                    </a:cubicBezTo>
                    <a:cubicBezTo>
                      <a:pt x="66807" y="5146"/>
                      <a:pt x="58260" y="5146"/>
                      <a:pt x="49871" y="3811"/>
                    </a:cubicBezTo>
                    <a:cubicBezTo>
                      <a:pt x="44444" y="3811"/>
                      <a:pt x="27211" y="-753"/>
                      <a:pt x="21308" y="3811"/>
                    </a:cubicBezTo>
                    <a:cubicBezTo>
                      <a:pt x="16461" y="6462"/>
                      <a:pt x="11030" y="7867"/>
                      <a:pt x="5504" y="7900"/>
                    </a:cubicBezTo>
                    <a:cubicBezTo>
                      <a:pt x="9307" y="14894"/>
                      <a:pt x="8518" y="23486"/>
                      <a:pt x="3504" y="29673"/>
                    </a:cubicBezTo>
                    <a:cubicBezTo>
                      <a:pt x="267" y="33286"/>
                      <a:pt x="2171" y="33761"/>
                      <a:pt x="4552" y="35188"/>
                    </a:cubicBezTo>
                    <a:cubicBezTo>
                      <a:pt x="8741" y="34142"/>
                      <a:pt x="14263" y="33191"/>
                      <a:pt x="16167" y="3566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66" name="Freeform 2802">
                <a:extLst>
                  <a:ext uri="{FF2B5EF4-FFF2-40B4-BE49-F238E27FC236}">
                    <a16:creationId xmlns:a16="http://schemas.microsoft.com/office/drawing/2014/main" id="{41A4A867-25F7-7324-1274-DF364179633B}"/>
                  </a:ext>
                </a:extLst>
              </p:cNvPr>
              <p:cNvSpPr/>
              <p:nvPr/>
            </p:nvSpPr>
            <p:spPr>
              <a:xfrm>
                <a:off x="12267337" y="5126421"/>
                <a:ext cx="202045" cy="112097"/>
              </a:xfrm>
              <a:custGeom>
                <a:avLst/>
                <a:gdLst>
                  <a:gd name="connsiteX0" fmla="*/ 81338 w 85687"/>
                  <a:gd name="connsiteY0" fmla="*/ 21931 h 47540"/>
                  <a:gd name="connsiteX1" fmla="*/ 71151 w 85687"/>
                  <a:gd name="connsiteY1" fmla="*/ 16606 h 47540"/>
                  <a:gd name="connsiteX2" fmla="*/ 71151 w 85687"/>
                  <a:gd name="connsiteY2" fmla="*/ 8144 h 47540"/>
                  <a:gd name="connsiteX3" fmla="*/ 59631 w 85687"/>
                  <a:gd name="connsiteY3" fmla="*/ 3105 h 47540"/>
                  <a:gd name="connsiteX4" fmla="*/ 46016 w 85687"/>
                  <a:gd name="connsiteY4" fmla="*/ 3675 h 47540"/>
                  <a:gd name="connsiteX5" fmla="*/ 28974 w 85687"/>
                  <a:gd name="connsiteY5" fmla="*/ 4246 h 47540"/>
                  <a:gd name="connsiteX6" fmla="*/ 26308 w 85687"/>
                  <a:gd name="connsiteY6" fmla="*/ 7193 h 47540"/>
                  <a:gd name="connsiteX7" fmla="*/ 16025 w 85687"/>
                  <a:gd name="connsiteY7" fmla="*/ 15655 h 47540"/>
                  <a:gd name="connsiteX8" fmla="*/ 3172 w 85687"/>
                  <a:gd name="connsiteY8" fmla="*/ 31629 h 47540"/>
                  <a:gd name="connsiteX9" fmla="*/ 5838 w 85687"/>
                  <a:gd name="connsiteY9" fmla="*/ 38285 h 47540"/>
                  <a:gd name="connsiteX10" fmla="*/ 14692 w 85687"/>
                  <a:gd name="connsiteY10" fmla="*/ 39235 h 47540"/>
                  <a:gd name="connsiteX11" fmla="*/ 18310 w 85687"/>
                  <a:gd name="connsiteY11" fmla="*/ 48743 h 47540"/>
                  <a:gd name="connsiteX12" fmla="*/ 35448 w 85687"/>
                  <a:gd name="connsiteY12" fmla="*/ 47507 h 47540"/>
                  <a:gd name="connsiteX13" fmla="*/ 45444 w 85687"/>
                  <a:gd name="connsiteY13" fmla="*/ 33340 h 47540"/>
                  <a:gd name="connsiteX14" fmla="*/ 56774 w 85687"/>
                  <a:gd name="connsiteY14" fmla="*/ 46937 h 47540"/>
                  <a:gd name="connsiteX15" fmla="*/ 62106 w 85687"/>
                  <a:gd name="connsiteY15" fmla="*/ 39806 h 47540"/>
                  <a:gd name="connsiteX16" fmla="*/ 69151 w 85687"/>
                  <a:gd name="connsiteY16" fmla="*/ 35717 h 47540"/>
                  <a:gd name="connsiteX17" fmla="*/ 78672 w 85687"/>
                  <a:gd name="connsiteY17" fmla="*/ 33340 h 47540"/>
                  <a:gd name="connsiteX18" fmla="*/ 84575 w 85687"/>
                  <a:gd name="connsiteY18" fmla="*/ 30963 h 47540"/>
                  <a:gd name="connsiteX19" fmla="*/ 87527 w 85687"/>
                  <a:gd name="connsiteY19" fmla="*/ 26209 h 47540"/>
                  <a:gd name="connsiteX20" fmla="*/ 91430 w 85687"/>
                  <a:gd name="connsiteY20" fmla="*/ 22596 h 47540"/>
                  <a:gd name="connsiteX21" fmla="*/ 81338 w 85687"/>
                  <a:gd name="connsiteY21" fmla="*/ 21931 h 4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5687" h="47540">
                    <a:moveTo>
                      <a:pt x="81338" y="21931"/>
                    </a:moveTo>
                    <a:cubicBezTo>
                      <a:pt x="77435" y="23642"/>
                      <a:pt x="71151" y="18318"/>
                      <a:pt x="71151" y="16606"/>
                    </a:cubicBezTo>
                    <a:cubicBezTo>
                      <a:pt x="70764" y="13799"/>
                      <a:pt x="70764" y="10952"/>
                      <a:pt x="71151" y="8144"/>
                    </a:cubicBezTo>
                    <a:cubicBezTo>
                      <a:pt x="67463" y="6136"/>
                      <a:pt x="63609" y="4450"/>
                      <a:pt x="59631" y="3105"/>
                    </a:cubicBezTo>
                    <a:cubicBezTo>
                      <a:pt x="55253" y="1159"/>
                      <a:pt x="50215" y="1370"/>
                      <a:pt x="46016" y="3675"/>
                    </a:cubicBezTo>
                    <a:cubicBezTo>
                      <a:pt x="40425" y="4964"/>
                      <a:pt x="34638" y="5158"/>
                      <a:pt x="28974" y="4246"/>
                    </a:cubicBezTo>
                    <a:cubicBezTo>
                      <a:pt x="28497" y="6052"/>
                      <a:pt x="27736" y="7193"/>
                      <a:pt x="26308" y="7193"/>
                    </a:cubicBezTo>
                    <a:cubicBezTo>
                      <a:pt x="21482" y="7679"/>
                      <a:pt x="17425" y="11018"/>
                      <a:pt x="16025" y="15655"/>
                    </a:cubicBezTo>
                    <a:cubicBezTo>
                      <a:pt x="15168" y="20124"/>
                      <a:pt x="5838" y="23642"/>
                      <a:pt x="3172" y="31629"/>
                    </a:cubicBezTo>
                    <a:cubicBezTo>
                      <a:pt x="506" y="39616"/>
                      <a:pt x="1839" y="43229"/>
                      <a:pt x="5838" y="38285"/>
                    </a:cubicBezTo>
                    <a:cubicBezTo>
                      <a:pt x="9837" y="33340"/>
                      <a:pt x="14692" y="35242"/>
                      <a:pt x="14692" y="39235"/>
                    </a:cubicBezTo>
                    <a:cubicBezTo>
                      <a:pt x="14692" y="43229"/>
                      <a:pt x="20024" y="43609"/>
                      <a:pt x="18310" y="48743"/>
                    </a:cubicBezTo>
                    <a:cubicBezTo>
                      <a:pt x="24404" y="48173"/>
                      <a:pt x="32877" y="47507"/>
                      <a:pt x="35448" y="47507"/>
                    </a:cubicBezTo>
                    <a:cubicBezTo>
                      <a:pt x="39542" y="47507"/>
                      <a:pt x="43731" y="34481"/>
                      <a:pt x="45444" y="33340"/>
                    </a:cubicBezTo>
                    <a:cubicBezTo>
                      <a:pt x="47158" y="32199"/>
                      <a:pt x="52014" y="42848"/>
                      <a:pt x="56774" y="46937"/>
                    </a:cubicBezTo>
                    <a:cubicBezTo>
                      <a:pt x="61535" y="51025"/>
                      <a:pt x="62106" y="43324"/>
                      <a:pt x="62106" y="39806"/>
                    </a:cubicBezTo>
                    <a:cubicBezTo>
                      <a:pt x="62106" y="36288"/>
                      <a:pt x="66200" y="35052"/>
                      <a:pt x="69151" y="35717"/>
                    </a:cubicBezTo>
                    <a:cubicBezTo>
                      <a:pt x="72103" y="36383"/>
                      <a:pt x="78672" y="37429"/>
                      <a:pt x="78672" y="33340"/>
                    </a:cubicBezTo>
                    <a:cubicBezTo>
                      <a:pt x="78672" y="29252"/>
                      <a:pt x="82195" y="30963"/>
                      <a:pt x="84575" y="30963"/>
                    </a:cubicBezTo>
                    <a:cubicBezTo>
                      <a:pt x="86955" y="30963"/>
                      <a:pt x="87527" y="26209"/>
                      <a:pt x="87527" y="26209"/>
                    </a:cubicBezTo>
                    <a:lnTo>
                      <a:pt x="91430" y="22596"/>
                    </a:lnTo>
                    <a:cubicBezTo>
                      <a:pt x="88340" y="20860"/>
                      <a:pt x="84630" y="20616"/>
                      <a:pt x="81338" y="2193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67" name="Freeform 2803">
                <a:extLst>
                  <a:ext uri="{FF2B5EF4-FFF2-40B4-BE49-F238E27FC236}">
                    <a16:creationId xmlns:a16="http://schemas.microsoft.com/office/drawing/2014/main" id="{822FA745-A48E-20B2-5121-717061D51868}"/>
                  </a:ext>
                </a:extLst>
              </p:cNvPr>
              <p:cNvSpPr/>
              <p:nvPr/>
            </p:nvSpPr>
            <p:spPr>
              <a:xfrm>
                <a:off x="12261096" y="4675738"/>
                <a:ext cx="426542" cy="470806"/>
              </a:xfrm>
              <a:custGeom>
                <a:avLst/>
                <a:gdLst>
                  <a:gd name="connsiteX0" fmla="*/ 24385 w 180895"/>
                  <a:gd name="connsiteY0" fmla="*/ 53996 h 199668"/>
                  <a:gd name="connsiteX1" fmla="*/ 14293 w 180895"/>
                  <a:gd name="connsiteY1" fmla="*/ 63504 h 199668"/>
                  <a:gd name="connsiteX2" fmla="*/ 20767 w 180895"/>
                  <a:gd name="connsiteY2" fmla="*/ 74153 h 199668"/>
                  <a:gd name="connsiteX3" fmla="*/ 16673 w 180895"/>
                  <a:gd name="connsiteY3" fmla="*/ 80714 h 199668"/>
                  <a:gd name="connsiteX4" fmla="*/ 5344 w 180895"/>
                  <a:gd name="connsiteY4" fmla="*/ 86038 h 199668"/>
                  <a:gd name="connsiteX5" fmla="*/ 4201 w 180895"/>
                  <a:gd name="connsiteY5" fmla="*/ 95546 h 199668"/>
                  <a:gd name="connsiteX6" fmla="*/ 1821 w 180895"/>
                  <a:gd name="connsiteY6" fmla="*/ 111520 h 199668"/>
                  <a:gd name="connsiteX7" fmla="*/ 7153 w 180895"/>
                  <a:gd name="connsiteY7" fmla="*/ 123880 h 199668"/>
                  <a:gd name="connsiteX8" fmla="*/ 3059 w 180895"/>
                  <a:gd name="connsiteY8" fmla="*/ 131582 h 199668"/>
                  <a:gd name="connsiteX9" fmla="*/ 9342 w 180895"/>
                  <a:gd name="connsiteY9" fmla="*/ 148221 h 199668"/>
                  <a:gd name="connsiteX10" fmla="*/ 13817 w 180895"/>
                  <a:gd name="connsiteY10" fmla="*/ 150503 h 199668"/>
                  <a:gd name="connsiteX11" fmla="*/ 26670 w 180895"/>
                  <a:gd name="connsiteY11" fmla="*/ 156778 h 199668"/>
                  <a:gd name="connsiteX12" fmla="*/ 37333 w 180895"/>
                  <a:gd name="connsiteY12" fmla="*/ 160296 h 199668"/>
                  <a:gd name="connsiteX13" fmla="*/ 41332 w 180895"/>
                  <a:gd name="connsiteY13" fmla="*/ 166952 h 199668"/>
                  <a:gd name="connsiteX14" fmla="*/ 33335 w 180895"/>
                  <a:gd name="connsiteY14" fmla="*/ 183401 h 199668"/>
                  <a:gd name="connsiteX15" fmla="*/ 31621 w 180895"/>
                  <a:gd name="connsiteY15" fmla="*/ 195476 h 199668"/>
                  <a:gd name="connsiteX16" fmla="*/ 48663 w 180895"/>
                  <a:gd name="connsiteY16" fmla="*/ 194905 h 199668"/>
                  <a:gd name="connsiteX17" fmla="*/ 62278 w 180895"/>
                  <a:gd name="connsiteY17" fmla="*/ 194335 h 199668"/>
                  <a:gd name="connsiteX18" fmla="*/ 73798 w 180895"/>
                  <a:gd name="connsiteY18" fmla="*/ 199374 h 199668"/>
                  <a:gd name="connsiteX19" fmla="*/ 75988 w 180895"/>
                  <a:gd name="connsiteY19" fmla="*/ 197092 h 199668"/>
                  <a:gd name="connsiteX20" fmla="*/ 87603 w 180895"/>
                  <a:gd name="connsiteY20" fmla="*/ 200230 h 199668"/>
                  <a:gd name="connsiteX21" fmla="*/ 99600 w 180895"/>
                  <a:gd name="connsiteY21" fmla="*/ 198423 h 199668"/>
                  <a:gd name="connsiteX22" fmla="*/ 111120 w 180895"/>
                  <a:gd name="connsiteY22" fmla="*/ 197568 h 199668"/>
                  <a:gd name="connsiteX23" fmla="*/ 131589 w 180895"/>
                  <a:gd name="connsiteY23" fmla="*/ 193574 h 199668"/>
                  <a:gd name="connsiteX24" fmla="*/ 139587 w 180895"/>
                  <a:gd name="connsiteY24" fmla="*/ 187774 h 199668"/>
                  <a:gd name="connsiteX25" fmla="*/ 147585 w 180895"/>
                  <a:gd name="connsiteY25" fmla="*/ 175414 h 199668"/>
                  <a:gd name="connsiteX26" fmla="*/ 158724 w 180895"/>
                  <a:gd name="connsiteY26" fmla="*/ 166476 h 199668"/>
                  <a:gd name="connsiteX27" fmla="*/ 137778 w 180895"/>
                  <a:gd name="connsiteY27" fmla="*/ 150978 h 199668"/>
                  <a:gd name="connsiteX28" fmla="*/ 131113 w 180895"/>
                  <a:gd name="connsiteY28" fmla="*/ 134149 h 199668"/>
                  <a:gd name="connsiteX29" fmla="*/ 129781 w 180895"/>
                  <a:gd name="connsiteY29" fmla="*/ 123500 h 199668"/>
                  <a:gd name="connsiteX30" fmla="*/ 150727 w 180895"/>
                  <a:gd name="connsiteY30" fmla="*/ 115513 h 199668"/>
                  <a:gd name="connsiteX31" fmla="*/ 167102 w 180895"/>
                  <a:gd name="connsiteY31" fmla="*/ 107907 h 199668"/>
                  <a:gd name="connsiteX32" fmla="*/ 177765 w 180895"/>
                  <a:gd name="connsiteY32" fmla="*/ 107907 h 199668"/>
                  <a:gd name="connsiteX33" fmla="*/ 178241 w 180895"/>
                  <a:gd name="connsiteY33" fmla="*/ 96877 h 199668"/>
                  <a:gd name="connsiteX34" fmla="*/ 173100 w 180895"/>
                  <a:gd name="connsiteY34" fmla="*/ 80714 h 199668"/>
                  <a:gd name="connsiteX35" fmla="*/ 170434 w 180895"/>
                  <a:gd name="connsiteY35" fmla="*/ 70065 h 199668"/>
                  <a:gd name="connsiteX36" fmla="*/ 165960 w 180895"/>
                  <a:gd name="connsiteY36" fmla="*/ 60557 h 199668"/>
                  <a:gd name="connsiteX37" fmla="*/ 164627 w 180895"/>
                  <a:gd name="connsiteY37" fmla="*/ 52570 h 199668"/>
                  <a:gd name="connsiteX38" fmla="*/ 165103 w 180895"/>
                  <a:gd name="connsiteY38" fmla="*/ 31748 h 199668"/>
                  <a:gd name="connsiteX39" fmla="*/ 165103 w 180895"/>
                  <a:gd name="connsiteY39" fmla="*/ 29275 h 199668"/>
                  <a:gd name="connsiteX40" fmla="*/ 163389 w 180895"/>
                  <a:gd name="connsiteY40" fmla="*/ 26803 h 199668"/>
                  <a:gd name="connsiteX41" fmla="*/ 151583 w 180895"/>
                  <a:gd name="connsiteY41" fmla="*/ 20338 h 199668"/>
                  <a:gd name="connsiteX42" fmla="*/ 153297 w 180895"/>
                  <a:gd name="connsiteY42" fmla="*/ 8833 h 199668"/>
                  <a:gd name="connsiteX43" fmla="*/ 135588 w 180895"/>
                  <a:gd name="connsiteY43" fmla="*/ 13492 h 199668"/>
                  <a:gd name="connsiteX44" fmla="*/ 113024 w 180895"/>
                  <a:gd name="connsiteY44" fmla="*/ 26518 h 199668"/>
                  <a:gd name="connsiteX45" fmla="*/ 102646 w 180895"/>
                  <a:gd name="connsiteY45" fmla="*/ 18817 h 199668"/>
                  <a:gd name="connsiteX46" fmla="*/ 95506 w 180895"/>
                  <a:gd name="connsiteY46" fmla="*/ 15299 h 199668"/>
                  <a:gd name="connsiteX47" fmla="*/ 80748 w 180895"/>
                  <a:gd name="connsiteY47" fmla="*/ 8168 h 199668"/>
                  <a:gd name="connsiteX48" fmla="*/ 79606 w 180895"/>
                  <a:gd name="connsiteY48" fmla="*/ 3604 h 199668"/>
                  <a:gd name="connsiteX49" fmla="*/ 72180 w 180895"/>
                  <a:gd name="connsiteY49" fmla="*/ 3604 h 199668"/>
                  <a:gd name="connsiteX50" fmla="*/ 53899 w 180895"/>
                  <a:gd name="connsiteY50" fmla="*/ 1797 h 199668"/>
                  <a:gd name="connsiteX51" fmla="*/ 57327 w 180895"/>
                  <a:gd name="connsiteY51" fmla="*/ 11305 h 199668"/>
                  <a:gd name="connsiteX52" fmla="*/ 62659 w 180895"/>
                  <a:gd name="connsiteY52" fmla="*/ 28420 h 199668"/>
                  <a:gd name="connsiteX53" fmla="*/ 54090 w 180895"/>
                  <a:gd name="connsiteY53" fmla="*/ 36406 h 199668"/>
                  <a:gd name="connsiteX54" fmla="*/ 39238 w 180895"/>
                  <a:gd name="connsiteY54" fmla="*/ 34315 h 199668"/>
                  <a:gd name="connsiteX55" fmla="*/ 24195 w 180895"/>
                  <a:gd name="connsiteY55" fmla="*/ 36692 h 199668"/>
                  <a:gd name="connsiteX56" fmla="*/ 23528 w 180895"/>
                  <a:gd name="connsiteY56" fmla="*/ 40875 h 199668"/>
                  <a:gd name="connsiteX57" fmla="*/ 24385 w 180895"/>
                  <a:gd name="connsiteY57" fmla="*/ 53996 h 199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80895" h="199668">
                    <a:moveTo>
                      <a:pt x="24385" y="53996"/>
                    </a:moveTo>
                    <a:cubicBezTo>
                      <a:pt x="19625" y="61127"/>
                      <a:pt x="13055" y="61698"/>
                      <a:pt x="14293" y="63504"/>
                    </a:cubicBezTo>
                    <a:cubicBezTo>
                      <a:pt x="15531" y="65311"/>
                      <a:pt x="22576" y="71206"/>
                      <a:pt x="20767" y="74153"/>
                    </a:cubicBezTo>
                    <a:cubicBezTo>
                      <a:pt x="18958" y="77101"/>
                      <a:pt x="16673" y="75389"/>
                      <a:pt x="16673" y="80714"/>
                    </a:cubicBezTo>
                    <a:cubicBezTo>
                      <a:pt x="16673" y="86038"/>
                      <a:pt x="8295" y="86038"/>
                      <a:pt x="5344" y="86038"/>
                    </a:cubicBezTo>
                    <a:cubicBezTo>
                      <a:pt x="2392" y="86038"/>
                      <a:pt x="6010" y="91363"/>
                      <a:pt x="4201" y="95546"/>
                    </a:cubicBezTo>
                    <a:cubicBezTo>
                      <a:pt x="2842" y="100771"/>
                      <a:pt x="2044" y="106126"/>
                      <a:pt x="1821" y="111520"/>
                    </a:cubicBezTo>
                    <a:cubicBezTo>
                      <a:pt x="1250" y="115038"/>
                      <a:pt x="7724" y="121028"/>
                      <a:pt x="7153" y="123880"/>
                    </a:cubicBezTo>
                    <a:cubicBezTo>
                      <a:pt x="6581" y="126733"/>
                      <a:pt x="1821" y="129205"/>
                      <a:pt x="3059" y="131582"/>
                    </a:cubicBezTo>
                    <a:cubicBezTo>
                      <a:pt x="6766" y="136379"/>
                      <a:pt x="8954" y="142173"/>
                      <a:pt x="9342" y="148221"/>
                    </a:cubicBezTo>
                    <a:cubicBezTo>
                      <a:pt x="11023" y="148534"/>
                      <a:pt x="12577" y="149327"/>
                      <a:pt x="13817" y="150503"/>
                    </a:cubicBezTo>
                    <a:cubicBezTo>
                      <a:pt x="16844" y="154534"/>
                      <a:pt x="21626" y="156869"/>
                      <a:pt x="26670" y="156778"/>
                    </a:cubicBezTo>
                    <a:cubicBezTo>
                      <a:pt x="32478" y="156778"/>
                      <a:pt x="34668" y="160771"/>
                      <a:pt x="37333" y="160296"/>
                    </a:cubicBezTo>
                    <a:cubicBezTo>
                      <a:pt x="39999" y="159821"/>
                      <a:pt x="46854" y="162103"/>
                      <a:pt x="41332" y="166952"/>
                    </a:cubicBezTo>
                    <a:cubicBezTo>
                      <a:pt x="36792" y="171310"/>
                      <a:pt x="33956" y="177142"/>
                      <a:pt x="33335" y="183401"/>
                    </a:cubicBezTo>
                    <a:cubicBezTo>
                      <a:pt x="32478" y="187109"/>
                      <a:pt x="32573" y="192338"/>
                      <a:pt x="31621" y="195476"/>
                    </a:cubicBezTo>
                    <a:cubicBezTo>
                      <a:pt x="37285" y="196388"/>
                      <a:pt x="43073" y="196194"/>
                      <a:pt x="48663" y="194905"/>
                    </a:cubicBezTo>
                    <a:cubicBezTo>
                      <a:pt x="52863" y="192600"/>
                      <a:pt x="57900" y="192389"/>
                      <a:pt x="62278" y="194335"/>
                    </a:cubicBezTo>
                    <a:cubicBezTo>
                      <a:pt x="66256" y="195680"/>
                      <a:pt x="70111" y="197366"/>
                      <a:pt x="73798" y="199374"/>
                    </a:cubicBezTo>
                    <a:cubicBezTo>
                      <a:pt x="74024" y="198254"/>
                      <a:pt x="74877" y="197365"/>
                      <a:pt x="75988" y="197092"/>
                    </a:cubicBezTo>
                    <a:cubicBezTo>
                      <a:pt x="80082" y="197092"/>
                      <a:pt x="84937" y="204698"/>
                      <a:pt x="87603" y="200230"/>
                    </a:cubicBezTo>
                    <a:cubicBezTo>
                      <a:pt x="90269" y="195761"/>
                      <a:pt x="96458" y="196712"/>
                      <a:pt x="99600" y="198423"/>
                    </a:cubicBezTo>
                    <a:cubicBezTo>
                      <a:pt x="103194" y="200763"/>
                      <a:pt x="107911" y="200412"/>
                      <a:pt x="111120" y="197568"/>
                    </a:cubicBezTo>
                    <a:cubicBezTo>
                      <a:pt x="117299" y="193976"/>
                      <a:pt x="124511" y="192569"/>
                      <a:pt x="131589" y="193574"/>
                    </a:cubicBezTo>
                    <a:cubicBezTo>
                      <a:pt x="134731" y="194905"/>
                      <a:pt x="142729" y="198423"/>
                      <a:pt x="139587" y="187774"/>
                    </a:cubicBezTo>
                    <a:cubicBezTo>
                      <a:pt x="136445" y="177125"/>
                      <a:pt x="146252" y="179407"/>
                      <a:pt x="147585" y="175414"/>
                    </a:cubicBezTo>
                    <a:cubicBezTo>
                      <a:pt x="148917" y="171420"/>
                      <a:pt x="160438" y="169614"/>
                      <a:pt x="158724" y="166476"/>
                    </a:cubicBezTo>
                    <a:cubicBezTo>
                      <a:pt x="152206" y="160712"/>
                      <a:pt x="145198" y="155526"/>
                      <a:pt x="137778" y="150978"/>
                    </a:cubicBezTo>
                    <a:cubicBezTo>
                      <a:pt x="133398" y="147840"/>
                      <a:pt x="133398" y="138142"/>
                      <a:pt x="131113" y="134149"/>
                    </a:cubicBezTo>
                    <a:cubicBezTo>
                      <a:pt x="128829" y="130156"/>
                      <a:pt x="124068" y="124641"/>
                      <a:pt x="129781" y="123500"/>
                    </a:cubicBezTo>
                    <a:cubicBezTo>
                      <a:pt x="137247" y="122336"/>
                      <a:pt x="144384" y="119615"/>
                      <a:pt x="150727" y="115513"/>
                    </a:cubicBezTo>
                    <a:cubicBezTo>
                      <a:pt x="155582" y="111044"/>
                      <a:pt x="164436" y="110569"/>
                      <a:pt x="167102" y="107907"/>
                    </a:cubicBezTo>
                    <a:cubicBezTo>
                      <a:pt x="169768" y="105245"/>
                      <a:pt x="176052" y="110189"/>
                      <a:pt x="177765" y="107907"/>
                    </a:cubicBezTo>
                    <a:cubicBezTo>
                      <a:pt x="180264" y="104708"/>
                      <a:pt x="180455" y="100279"/>
                      <a:pt x="178241" y="96877"/>
                    </a:cubicBezTo>
                    <a:cubicBezTo>
                      <a:pt x="174828" y="92184"/>
                      <a:pt x="173024" y="86514"/>
                      <a:pt x="173100" y="80714"/>
                    </a:cubicBezTo>
                    <a:cubicBezTo>
                      <a:pt x="173100" y="73203"/>
                      <a:pt x="170434" y="73583"/>
                      <a:pt x="170434" y="70065"/>
                    </a:cubicBezTo>
                    <a:cubicBezTo>
                      <a:pt x="170580" y="66357"/>
                      <a:pt x="168911" y="62811"/>
                      <a:pt x="165960" y="60557"/>
                    </a:cubicBezTo>
                    <a:cubicBezTo>
                      <a:pt x="162913" y="58750"/>
                      <a:pt x="161485" y="57419"/>
                      <a:pt x="164627" y="52570"/>
                    </a:cubicBezTo>
                    <a:cubicBezTo>
                      <a:pt x="167006" y="45858"/>
                      <a:pt x="167172" y="38561"/>
                      <a:pt x="165103" y="31748"/>
                    </a:cubicBezTo>
                    <a:cubicBezTo>
                      <a:pt x="164859" y="30941"/>
                      <a:pt x="164859" y="30081"/>
                      <a:pt x="165103" y="29275"/>
                    </a:cubicBezTo>
                    <a:cubicBezTo>
                      <a:pt x="164148" y="28796"/>
                      <a:pt x="163502" y="27865"/>
                      <a:pt x="163389" y="26803"/>
                    </a:cubicBezTo>
                    <a:cubicBezTo>
                      <a:pt x="162532" y="22144"/>
                      <a:pt x="159295" y="20338"/>
                      <a:pt x="151583" y="20338"/>
                    </a:cubicBezTo>
                    <a:cubicBezTo>
                      <a:pt x="143871" y="20338"/>
                      <a:pt x="156249" y="12636"/>
                      <a:pt x="153297" y="8833"/>
                    </a:cubicBezTo>
                    <a:cubicBezTo>
                      <a:pt x="150345" y="5030"/>
                      <a:pt x="142634" y="15869"/>
                      <a:pt x="135588" y="13492"/>
                    </a:cubicBezTo>
                    <a:cubicBezTo>
                      <a:pt x="128543" y="11115"/>
                      <a:pt x="119308" y="21859"/>
                      <a:pt x="113024" y="26518"/>
                    </a:cubicBezTo>
                    <a:cubicBezTo>
                      <a:pt x="106740" y="31177"/>
                      <a:pt x="97886" y="25662"/>
                      <a:pt x="102646" y="18817"/>
                    </a:cubicBezTo>
                    <a:cubicBezTo>
                      <a:pt x="107407" y="11971"/>
                      <a:pt x="102646" y="12636"/>
                      <a:pt x="95506" y="15299"/>
                    </a:cubicBezTo>
                    <a:cubicBezTo>
                      <a:pt x="88365" y="17961"/>
                      <a:pt x="79891" y="14728"/>
                      <a:pt x="80748" y="8168"/>
                    </a:cubicBezTo>
                    <a:cubicBezTo>
                      <a:pt x="80895" y="6561"/>
                      <a:pt x="80493" y="4952"/>
                      <a:pt x="79606" y="3604"/>
                    </a:cubicBezTo>
                    <a:cubicBezTo>
                      <a:pt x="77148" y="4024"/>
                      <a:pt x="74637" y="4024"/>
                      <a:pt x="72180" y="3604"/>
                    </a:cubicBezTo>
                    <a:cubicBezTo>
                      <a:pt x="66179" y="2285"/>
                      <a:pt x="60043" y="1679"/>
                      <a:pt x="53899" y="1797"/>
                    </a:cubicBezTo>
                    <a:cubicBezTo>
                      <a:pt x="56185" y="5220"/>
                      <a:pt x="58755" y="8643"/>
                      <a:pt x="57327" y="11305"/>
                    </a:cubicBezTo>
                    <a:cubicBezTo>
                      <a:pt x="54661" y="16345"/>
                      <a:pt x="58850" y="20813"/>
                      <a:pt x="62659" y="28420"/>
                    </a:cubicBezTo>
                    <a:cubicBezTo>
                      <a:pt x="66467" y="36026"/>
                      <a:pt x="54376" y="31652"/>
                      <a:pt x="54090" y="36406"/>
                    </a:cubicBezTo>
                    <a:cubicBezTo>
                      <a:pt x="53804" y="41160"/>
                      <a:pt x="42856" y="36406"/>
                      <a:pt x="39238" y="34315"/>
                    </a:cubicBezTo>
                    <a:cubicBezTo>
                      <a:pt x="35620" y="32223"/>
                      <a:pt x="23814" y="33744"/>
                      <a:pt x="24195" y="36692"/>
                    </a:cubicBezTo>
                    <a:cubicBezTo>
                      <a:pt x="24290" y="38119"/>
                      <a:pt x="24062" y="39549"/>
                      <a:pt x="23528" y="40875"/>
                    </a:cubicBezTo>
                    <a:cubicBezTo>
                      <a:pt x="25367" y="45008"/>
                      <a:pt x="25671" y="49660"/>
                      <a:pt x="24385" y="5399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68" name="Freeform 2804">
                <a:extLst>
                  <a:ext uri="{FF2B5EF4-FFF2-40B4-BE49-F238E27FC236}">
                    <a16:creationId xmlns:a16="http://schemas.microsoft.com/office/drawing/2014/main" id="{2BFFA513-BE48-2008-B4AE-4439E0861E68}"/>
                  </a:ext>
                </a:extLst>
              </p:cNvPr>
              <p:cNvSpPr/>
              <p:nvPr/>
            </p:nvSpPr>
            <p:spPr>
              <a:xfrm>
                <a:off x="12949931" y="3534401"/>
                <a:ext cx="493890" cy="784679"/>
              </a:xfrm>
              <a:custGeom>
                <a:avLst/>
                <a:gdLst>
                  <a:gd name="connsiteX0" fmla="*/ 180776 w 209457"/>
                  <a:gd name="connsiteY0" fmla="*/ 280652 h 332780"/>
                  <a:gd name="connsiteX1" fmla="*/ 210386 w 209457"/>
                  <a:gd name="connsiteY1" fmla="*/ 252128 h 332780"/>
                  <a:gd name="connsiteX2" fmla="*/ 205055 w 209457"/>
                  <a:gd name="connsiteY2" fmla="*/ 236155 h 332780"/>
                  <a:gd name="connsiteX3" fmla="*/ 179634 w 209457"/>
                  <a:gd name="connsiteY3" fmla="*/ 216568 h 332780"/>
                  <a:gd name="connsiteX4" fmla="*/ 192011 w 209457"/>
                  <a:gd name="connsiteY4" fmla="*/ 205349 h 332780"/>
                  <a:gd name="connsiteX5" fmla="*/ 181348 w 209457"/>
                  <a:gd name="connsiteY5" fmla="*/ 194700 h 332780"/>
                  <a:gd name="connsiteX6" fmla="*/ 184299 w 209457"/>
                  <a:gd name="connsiteY6" fmla="*/ 184621 h 332780"/>
                  <a:gd name="connsiteX7" fmla="*/ 174207 w 209457"/>
                  <a:gd name="connsiteY7" fmla="*/ 178156 h 332780"/>
                  <a:gd name="connsiteX8" fmla="*/ 178967 w 209457"/>
                  <a:gd name="connsiteY8" fmla="*/ 172261 h 332780"/>
                  <a:gd name="connsiteX9" fmla="*/ 176016 w 209457"/>
                  <a:gd name="connsiteY9" fmla="*/ 156858 h 332780"/>
                  <a:gd name="connsiteX10" fmla="*/ 182585 w 209457"/>
                  <a:gd name="connsiteY10" fmla="*/ 144973 h 332780"/>
                  <a:gd name="connsiteX11" fmla="*/ 163544 w 209457"/>
                  <a:gd name="connsiteY11" fmla="*/ 114832 h 332780"/>
                  <a:gd name="connsiteX12" fmla="*/ 169542 w 209457"/>
                  <a:gd name="connsiteY12" fmla="*/ 103042 h 332780"/>
                  <a:gd name="connsiteX13" fmla="*/ 181919 w 209457"/>
                  <a:gd name="connsiteY13" fmla="*/ 88210 h 332780"/>
                  <a:gd name="connsiteX14" fmla="*/ 167733 w 209457"/>
                  <a:gd name="connsiteY14" fmla="*/ 73377 h 332780"/>
                  <a:gd name="connsiteX15" fmla="*/ 155261 w 209457"/>
                  <a:gd name="connsiteY15" fmla="*/ 66246 h 332780"/>
                  <a:gd name="connsiteX16" fmla="*/ 152309 w 209457"/>
                  <a:gd name="connsiteY16" fmla="*/ 55027 h 332780"/>
                  <a:gd name="connsiteX17" fmla="*/ 155261 w 209457"/>
                  <a:gd name="connsiteY17" fmla="*/ 44378 h 332780"/>
                  <a:gd name="connsiteX18" fmla="*/ 162973 w 209457"/>
                  <a:gd name="connsiteY18" fmla="*/ 38483 h 332780"/>
                  <a:gd name="connsiteX19" fmla="*/ 167447 w 209457"/>
                  <a:gd name="connsiteY19" fmla="*/ 31162 h 332780"/>
                  <a:gd name="connsiteX20" fmla="*/ 167447 w 209457"/>
                  <a:gd name="connsiteY20" fmla="*/ 20037 h 332780"/>
                  <a:gd name="connsiteX21" fmla="*/ 146502 w 209457"/>
                  <a:gd name="connsiteY21" fmla="*/ 5775 h 332780"/>
                  <a:gd name="connsiteX22" fmla="*/ 130316 w 209457"/>
                  <a:gd name="connsiteY22" fmla="*/ 5775 h 332780"/>
                  <a:gd name="connsiteX23" fmla="*/ 110322 w 209457"/>
                  <a:gd name="connsiteY23" fmla="*/ 10529 h 332780"/>
                  <a:gd name="connsiteX24" fmla="*/ 97945 w 209457"/>
                  <a:gd name="connsiteY24" fmla="*/ 23840 h 332780"/>
                  <a:gd name="connsiteX25" fmla="*/ 94137 w 209457"/>
                  <a:gd name="connsiteY25" fmla="*/ 40955 h 332780"/>
                  <a:gd name="connsiteX26" fmla="*/ 85568 w 209457"/>
                  <a:gd name="connsiteY26" fmla="*/ 52365 h 332780"/>
                  <a:gd name="connsiteX27" fmla="*/ 74143 w 209457"/>
                  <a:gd name="connsiteY27" fmla="*/ 49512 h 332780"/>
                  <a:gd name="connsiteX28" fmla="*/ 58910 w 209457"/>
                  <a:gd name="connsiteY28" fmla="*/ 48561 h 332780"/>
                  <a:gd name="connsiteX29" fmla="*/ 37012 w 209457"/>
                  <a:gd name="connsiteY29" fmla="*/ 47611 h 332780"/>
                  <a:gd name="connsiteX30" fmla="*/ 15114 w 209457"/>
                  <a:gd name="connsiteY30" fmla="*/ 31447 h 332780"/>
                  <a:gd name="connsiteX31" fmla="*/ 1785 w 209457"/>
                  <a:gd name="connsiteY31" fmla="*/ 40955 h 332780"/>
                  <a:gd name="connsiteX32" fmla="*/ 23683 w 209457"/>
                  <a:gd name="connsiteY32" fmla="*/ 56833 h 332780"/>
                  <a:gd name="connsiteX33" fmla="*/ 52245 w 209457"/>
                  <a:gd name="connsiteY33" fmla="*/ 73948 h 332780"/>
                  <a:gd name="connsiteX34" fmla="*/ 53198 w 209457"/>
                  <a:gd name="connsiteY34" fmla="*/ 92964 h 332780"/>
                  <a:gd name="connsiteX35" fmla="*/ 57958 w 209457"/>
                  <a:gd name="connsiteY35" fmla="*/ 111029 h 332780"/>
                  <a:gd name="connsiteX36" fmla="*/ 57006 w 209457"/>
                  <a:gd name="connsiteY36" fmla="*/ 128143 h 332780"/>
                  <a:gd name="connsiteX37" fmla="*/ 60814 w 209457"/>
                  <a:gd name="connsiteY37" fmla="*/ 138602 h 332780"/>
                  <a:gd name="connsiteX38" fmla="*/ 63575 w 209457"/>
                  <a:gd name="connsiteY38" fmla="*/ 148110 h 332780"/>
                  <a:gd name="connsiteX39" fmla="*/ 79761 w 209457"/>
                  <a:gd name="connsiteY39" fmla="*/ 154671 h 332780"/>
                  <a:gd name="connsiteX40" fmla="*/ 86901 w 209457"/>
                  <a:gd name="connsiteY40" fmla="*/ 170074 h 332780"/>
                  <a:gd name="connsiteX41" fmla="*/ 83283 w 209457"/>
                  <a:gd name="connsiteY41" fmla="*/ 177205 h 332780"/>
                  <a:gd name="connsiteX42" fmla="*/ 72334 w 209457"/>
                  <a:gd name="connsiteY42" fmla="*/ 186047 h 332780"/>
                  <a:gd name="connsiteX43" fmla="*/ 52341 w 209457"/>
                  <a:gd name="connsiteY43" fmla="*/ 206965 h 332780"/>
                  <a:gd name="connsiteX44" fmla="*/ 40535 w 209457"/>
                  <a:gd name="connsiteY44" fmla="*/ 216473 h 332780"/>
                  <a:gd name="connsiteX45" fmla="*/ 29872 w 209457"/>
                  <a:gd name="connsiteY45" fmla="*/ 227407 h 332780"/>
                  <a:gd name="connsiteX46" fmla="*/ 15876 w 209457"/>
                  <a:gd name="connsiteY46" fmla="*/ 234253 h 332780"/>
                  <a:gd name="connsiteX47" fmla="*/ 7021 w 209457"/>
                  <a:gd name="connsiteY47" fmla="*/ 246899 h 332780"/>
                  <a:gd name="connsiteX48" fmla="*/ 7593 w 209457"/>
                  <a:gd name="connsiteY48" fmla="*/ 258498 h 332780"/>
                  <a:gd name="connsiteX49" fmla="*/ 9687 w 209457"/>
                  <a:gd name="connsiteY49" fmla="*/ 272380 h 332780"/>
                  <a:gd name="connsiteX50" fmla="*/ 13210 w 209457"/>
                  <a:gd name="connsiteY50" fmla="*/ 294914 h 332780"/>
                  <a:gd name="connsiteX51" fmla="*/ 7878 w 209457"/>
                  <a:gd name="connsiteY51" fmla="*/ 315642 h 332780"/>
                  <a:gd name="connsiteX52" fmla="*/ 26920 w 209457"/>
                  <a:gd name="connsiteY52" fmla="*/ 322963 h 332780"/>
                  <a:gd name="connsiteX53" fmla="*/ 39012 w 209457"/>
                  <a:gd name="connsiteY53" fmla="*/ 329523 h 332780"/>
                  <a:gd name="connsiteX54" fmla="*/ 60909 w 209457"/>
                  <a:gd name="connsiteY54" fmla="*/ 334277 h 332780"/>
                  <a:gd name="connsiteX55" fmla="*/ 123176 w 209457"/>
                  <a:gd name="connsiteY55" fmla="*/ 320015 h 332780"/>
                  <a:gd name="connsiteX56" fmla="*/ 141170 w 209457"/>
                  <a:gd name="connsiteY56" fmla="*/ 318019 h 332780"/>
                  <a:gd name="connsiteX57" fmla="*/ 150691 w 209457"/>
                  <a:gd name="connsiteY57" fmla="*/ 305848 h 332780"/>
                  <a:gd name="connsiteX58" fmla="*/ 180776 w 209457"/>
                  <a:gd name="connsiteY58" fmla="*/ 280652 h 332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09457" h="332780">
                    <a:moveTo>
                      <a:pt x="180776" y="280652"/>
                    </a:moveTo>
                    <a:cubicBezTo>
                      <a:pt x="185537" y="270003"/>
                      <a:pt x="206864" y="261636"/>
                      <a:pt x="210386" y="252128"/>
                    </a:cubicBezTo>
                    <a:cubicBezTo>
                      <a:pt x="212195" y="247374"/>
                      <a:pt x="212766" y="244997"/>
                      <a:pt x="205055" y="236155"/>
                    </a:cubicBezTo>
                    <a:cubicBezTo>
                      <a:pt x="197343" y="227312"/>
                      <a:pt x="180205" y="221322"/>
                      <a:pt x="179634" y="216568"/>
                    </a:cubicBezTo>
                    <a:cubicBezTo>
                      <a:pt x="179063" y="211814"/>
                      <a:pt x="192677" y="211244"/>
                      <a:pt x="192011" y="205349"/>
                    </a:cubicBezTo>
                    <a:cubicBezTo>
                      <a:pt x="191345" y="199454"/>
                      <a:pt x="184299" y="199454"/>
                      <a:pt x="181348" y="194700"/>
                    </a:cubicBezTo>
                    <a:cubicBezTo>
                      <a:pt x="178396" y="189946"/>
                      <a:pt x="184966" y="186998"/>
                      <a:pt x="184299" y="184621"/>
                    </a:cubicBezTo>
                    <a:cubicBezTo>
                      <a:pt x="183633" y="182244"/>
                      <a:pt x="174778" y="181103"/>
                      <a:pt x="174207" y="178156"/>
                    </a:cubicBezTo>
                    <a:cubicBezTo>
                      <a:pt x="173636" y="175208"/>
                      <a:pt x="180205" y="175779"/>
                      <a:pt x="178967" y="172261"/>
                    </a:cubicBezTo>
                    <a:cubicBezTo>
                      <a:pt x="177730" y="168743"/>
                      <a:pt x="171922" y="162182"/>
                      <a:pt x="176016" y="156858"/>
                    </a:cubicBezTo>
                    <a:cubicBezTo>
                      <a:pt x="180110" y="151533"/>
                      <a:pt x="189059" y="156858"/>
                      <a:pt x="182585" y="144973"/>
                    </a:cubicBezTo>
                    <a:cubicBezTo>
                      <a:pt x="176111" y="133088"/>
                      <a:pt x="165924" y="118350"/>
                      <a:pt x="163544" y="114832"/>
                    </a:cubicBezTo>
                    <a:cubicBezTo>
                      <a:pt x="161164" y="111314"/>
                      <a:pt x="165924" y="105324"/>
                      <a:pt x="169542" y="103042"/>
                    </a:cubicBezTo>
                    <a:cubicBezTo>
                      <a:pt x="173160" y="100760"/>
                      <a:pt x="181919" y="91728"/>
                      <a:pt x="181919" y="88210"/>
                    </a:cubicBezTo>
                    <a:cubicBezTo>
                      <a:pt x="181919" y="84692"/>
                      <a:pt x="170684" y="75184"/>
                      <a:pt x="167733" y="73377"/>
                    </a:cubicBezTo>
                    <a:cubicBezTo>
                      <a:pt x="164781" y="71571"/>
                      <a:pt x="158212" y="72236"/>
                      <a:pt x="155261" y="66246"/>
                    </a:cubicBezTo>
                    <a:cubicBezTo>
                      <a:pt x="152309" y="60256"/>
                      <a:pt x="149358" y="58640"/>
                      <a:pt x="152309" y="55027"/>
                    </a:cubicBezTo>
                    <a:cubicBezTo>
                      <a:pt x="154639" y="51994"/>
                      <a:pt x="155697" y="48175"/>
                      <a:pt x="155261" y="44378"/>
                    </a:cubicBezTo>
                    <a:cubicBezTo>
                      <a:pt x="155261" y="40860"/>
                      <a:pt x="161830" y="43807"/>
                      <a:pt x="162973" y="38483"/>
                    </a:cubicBezTo>
                    <a:cubicBezTo>
                      <a:pt x="163781" y="35686"/>
                      <a:pt x="165326" y="33158"/>
                      <a:pt x="167447" y="31162"/>
                    </a:cubicBezTo>
                    <a:cubicBezTo>
                      <a:pt x="167687" y="27457"/>
                      <a:pt x="167687" y="23742"/>
                      <a:pt x="167447" y="20037"/>
                    </a:cubicBezTo>
                    <a:cubicBezTo>
                      <a:pt x="166495" y="14332"/>
                      <a:pt x="150310" y="12431"/>
                      <a:pt x="146502" y="5775"/>
                    </a:cubicBezTo>
                    <a:cubicBezTo>
                      <a:pt x="142693" y="-880"/>
                      <a:pt x="133172" y="1972"/>
                      <a:pt x="130316" y="5775"/>
                    </a:cubicBezTo>
                    <a:cubicBezTo>
                      <a:pt x="127460" y="9578"/>
                      <a:pt x="110322" y="4824"/>
                      <a:pt x="110322" y="10529"/>
                    </a:cubicBezTo>
                    <a:cubicBezTo>
                      <a:pt x="110322" y="16234"/>
                      <a:pt x="97945" y="17185"/>
                      <a:pt x="97945" y="23840"/>
                    </a:cubicBezTo>
                    <a:cubicBezTo>
                      <a:pt x="97945" y="30496"/>
                      <a:pt x="103658" y="41906"/>
                      <a:pt x="94137" y="40955"/>
                    </a:cubicBezTo>
                    <a:cubicBezTo>
                      <a:pt x="84616" y="40004"/>
                      <a:pt x="91281" y="44758"/>
                      <a:pt x="85568" y="52365"/>
                    </a:cubicBezTo>
                    <a:cubicBezTo>
                      <a:pt x="79856" y="59971"/>
                      <a:pt x="79856" y="47611"/>
                      <a:pt x="74143" y="49512"/>
                    </a:cubicBezTo>
                    <a:cubicBezTo>
                      <a:pt x="68431" y="51414"/>
                      <a:pt x="61766" y="43807"/>
                      <a:pt x="58910" y="48561"/>
                    </a:cubicBezTo>
                    <a:cubicBezTo>
                      <a:pt x="56054" y="53315"/>
                      <a:pt x="46533" y="49512"/>
                      <a:pt x="37012" y="47611"/>
                    </a:cubicBezTo>
                    <a:cubicBezTo>
                      <a:pt x="27491" y="45709"/>
                      <a:pt x="22731" y="32398"/>
                      <a:pt x="15114" y="31447"/>
                    </a:cubicBezTo>
                    <a:cubicBezTo>
                      <a:pt x="9112" y="31504"/>
                      <a:pt x="3786" y="35303"/>
                      <a:pt x="1785" y="40955"/>
                    </a:cubicBezTo>
                    <a:cubicBezTo>
                      <a:pt x="8583" y="46905"/>
                      <a:pt x="15913" y="52220"/>
                      <a:pt x="23683" y="56833"/>
                    </a:cubicBezTo>
                    <a:cubicBezTo>
                      <a:pt x="34156" y="61587"/>
                      <a:pt x="53198" y="67292"/>
                      <a:pt x="52245" y="73948"/>
                    </a:cubicBezTo>
                    <a:cubicBezTo>
                      <a:pt x="51294" y="80603"/>
                      <a:pt x="48437" y="90111"/>
                      <a:pt x="53198" y="92964"/>
                    </a:cubicBezTo>
                    <a:cubicBezTo>
                      <a:pt x="57958" y="95816"/>
                      <a:pt x="52245" y="108177"/>
                      <a:pt x="57958" y="111029"/>
                    </a:cubicBezTo>
                    <a:cubicBezTo>
                      <a:pt x="63670" y="113881"/>
                      <a:pt x="61766" y="128143"/>
                      <a:pt x="57006" y="128143"/>
                    </a:cubicBezTo>
                    <a:cubicBezTo>
                      <a:pt x="52245" y="128143"/>
                      <a:pt x="57958" y="135750"/>
                      <a:pt x="60814" y="138602"/>
                    </a:cubicBezTo>
                    <a:cubicBezTo>
                      <a:pt x="62539" y="141482"/>
                      <a:pt x="63490" y="144756"/>
                      <a:pt x="63575" y="148110"/>
                    </a:cubicBezTo>
                    <a:cubicBezTo>
                      <a:pt x="69183" y="149734"/>
                      <a:pt x="74607" y="151932"/>
                      <a:pt x="79761" y="154671"/>
                    </a:cubicBezTo>
                    <a:cubicBezTo>
                      <a:pt x="87758" y="158284"/>
                      <a:pt x="86520" y="164179"/>
                      <a:pt x="86901" y="170074"/>
                    </a:cubicBezTo>
                    <a:cubicBezTo>
                      <a:pt x="87282" y="175969"/>
                      <a:pt x="87473" y="179582"/>
                      <a:pt x="83283" y="177205"/>
                    </a:cubicBezTo>
                    <a:cubicBezTo>
                      <a:pt x="79094" y="174828"/>
                      <a:pt x="74715" y="177205"/>
                      <a:pt x="72334" y="186047"/>
                    </a:cubicBezTo>
                    <a:cubicBezTo>
                      <a:pt x="69352" y="195782"/>
                      <a:pt x="61939" y="203537"/>
                      <a:pt x="52341" y="206965"/>
                    </a:cubicBezTo>
                    <a:cubicBezTo>
                      <a:pt x="45581" y="207535"/>
                      <a:pt x="46152" y="214666"/>
                      <a:pt x="40535" y="216473"/>
                    </a:cubicBezTo>
                    <a:cubicBezTo>
                      <a:pt x="34918" y="218280"/>
                      <a:pt x="29586" y="221227"/>
                      <a:pt x="29872" y="227407"/>
                    </a:cubicBezTo>
                    <a:cubicBezTo>
                      <a:pt x="30157" y="233587"/>
                      <a:pt x="21588" y="234253"/>
                      <a:pt x="15876" y="234253"/>
                    </a:cubicBezTo>
                    <a:cubicBezTo>
                      <a:pt x="10164" y="234253"/>
                      <a:pt x="11496" y="244332"/>
                      <a:pt x="7021" y="246899"/>
                    </a:cubicBezTo>
                    <a:cubicBezTo>
                      <a:pt x="2547" y="249466"/>
                      <a:pt x="3499" y="253174"/>
                      <a:pt x="7593" y="258498"/>
                    </a:cubicBezTo>
                    <a:cubicBezTo>
                      <a:pt x="11687" y="263823"/>
                      <a:pt x="8259" y="268577"/>
                      <a:pt x="9687" y="272380"/>
                    </a:cubicBezTo>
                    <a:cubicBezTo>
                      <a:pt x="14266" y="278952"/>
                      <a:pt x="15565" y="287261"/>
                      <a:pt x="13210" y="294914"/>
                    </a:cubicBezTo>
                    <a:cubicBezTo>
                      <a:pt x="8830" y="304422"/>
                      <a:pt x="3689" y="316783"/>
                      <a:pt x="7878" y="315642"/>
                    </a:cubicBezTo>
                    <a:cubicBezTo>
                      <a:pt x="12068" y="314501"/>
                      <a:pt x="20636" y="323628"/>
                      <a:pt x="26920" y="322963"/>
                    </a:cubicBezTo>
                    <a:cubicBezTo>
                      <a:pt x="33204" y="322297"/>
                      <a:pt x="33394" y="331235"/>
                      <a:pt x="39012" y="329523"/>
                    </a:cubicBezTo>
                    <a:cubicBezTo>
                      <a:pt x="44629" y="327812"/>
                      <a:pt x="44629" y="334848"/>
                      <a:pt x="60909" y="334277"/>
                    </a:cubicBezTo>
                    <a:cubicBezTo>
                      <a:pt x="77190" y="333707"/>
                      <a:pt x="110132" y="320015"/>
                      <a:pt x="123176" y="320015"/>
                    </a:cubicBezTo>
                    <a:cubicBezTo>
                      <a:pt x="129232" y="320076"/>
                      <a:pt x="135274" y="319405"/>
                      <a:pt x="141170" y="318019"/>
                    </a:cubicBezTo>
                    <a:cubicBezTo>
                      <a:pt x="143975" y="313688"/>
                      <a:pt x="147162" y="309615"/>
                      <a:pt x="150691" y="305848"/>
                    </a:cubicBezTo>
                    <a:cubicBezTo>
                      <a:pt x="158307" y="297196"/>
                      <a:pt x="176111" y="291301"/>
                      <a:pt x="180776" y="28065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69" name="Freeform 2813">
                <a:extLst>
                  <a:ext uri="{FF2B5EF4-FFF2-40B4-BE49-F238E27FC236}">
                    <a16:creationId xmlns:a16="http://schemas.microsoft.com/office/drawing/2014/main" id="{33DF0529-F8A6-6A0A-3C85-5102CE799314}"/>
                  </a:ext>
                </a:extLst>
              </p:cNvPr>
              <p:cNvSpPr/>
              <p:nvPr/>
            </p:nvSpPr>
            <p:spPr>
              <a:xfrm>
                <a:off x="11744296" y="4918125"/>
                <a:ext cx="673487" cy="560485"/>
              </a:xfrm>
              <a:custGeom>
                <a:avLst/>
                <a:gdLst>
                  <a:gd name="connsiteX0" fmla="*/ 256506 w 285624"/>
                  <a:gd name="connsiteY0" fmla="*/ 57405 h 237700"/>
                  <a:gd name="connsiteX1" fmla="*/ 245843 w 285624"/>
                  <a:gd name="connsiteY1" fmla="*/ 53887 h 237700"/>
                  <a:gd name="connsiteX2" fmla="*/ 232990 w 285624"/>
                  <a:gd name="connsiteY2" fmla="*/ 47611 h 237700"/>
                  <a:gd name="connsiteX3" fmla="*/ 212139 w 285624"/>
                  <a:gd name="connsiteY3" fmla="*/ 44093 h 237700"/>
                  <a:gd name="connsiteX4" fmla="*/ 201857 w 285624"/>
                  <a:gd name="connsiteY4" fmla="*/ 37438 h 237700"/>
                  <a:gd name="connsiteX5" fmla="*/ 196144 w 285624"/>
                  <a:gd name="connsiteY5" fmla="*/ 27930 h 237700"/>
                  <a:gd name="connsiteX6" fmla="*/ 187195 w 285624"/>
                  <a:gd name="connsiteY6" fmla="*/ 32399 h 237700"/>
                  <a:gd name="connsiteX7" fmla="*/ 181387 w 285624"/>
                  <a:gd name="connsiteY7" fmla="*/ 25743 h 237700"/>
                  <a:gd name="connsiteX8" fmla="*/ 169010 w 285624"/>
                  <a:gd name="connsiteY8" fmla="*/ 18137 h 237700"/>
                  <a:gd name="connsiteX9" fmla="*/ 158727 w 285624"/>
                  <a:gd name="connsiteY9" fmla="*/ 11956 h 237700"/>
                  <a:gd name="connsiteX10" fmla="*/ 151682 w 285624"/>
                  <a:gd name="connsiteY10" fmla="*/ 4350 h 237700"/>
                  <a:gd name="connsiteX11" fmla="*/ 149111 w 285624"/>
                  <a:gd name="connsiteY11" fmla="*/ 1783 h 237700"/>
                  <a:gd name="connsiteX12" fmla="*/ 144541 w 285624"/>
                  <a:gd name="connsiteY12" fmla="*/ 1783 h 237700"/>
                  <a:gd name="connsiteX13" fmla="*/ 132450 w 285624"/>
                  <a:gd name="connsiteY13" fmla="*/ 18992 h 237700"/>
                  <a:gd name="connsiteX14" fmla="*/ 111695 w 285624"/>
                  <a:gd name="connsiteY14" fmla="*/ 32874 h 237700"/>
                  <a:gd name="connsiteX15" fmla="*/ 98651 w 285624"/>
                  <a:gd name="connsiteY15" fmla="*/ 47041 h 237700"/>
                  <a:gd name="connsiteX16" fmla="*/ 73421 w 285624"/>
                  <a:gd name="connsiteY16" fmla="*/ 38484 h 237700"/>
                  <a:gd name="connsiteX17" fmla="*/ 61901 w 285624"/>
                  <a:gd name="connsiteY17" fmla="*/ 46185 h 237700"/>
                  <a:gd name="connsiteX18" fmla="*/ 64566 w 285624"/>
                  <a:gd name="connsiteY18" fmla="*/ 67483 h 237700"/>
                  <a:gd name="connsiteX19" fmla="*/ 47048 w 285624"/>
                  <a:gd name="connsiteY19" fmla="*/ 66627 h 237700"/>
                  <a:gd name="connsiteX20" fmla="*/ 34957 w 285624"/>
                  <a:gd name="connsiteY20" fmla="*/ 60733 h 237700"/>
                  <a:gd name="connsiteX21" fmla="*/ 15344 w 285624"/>
                  <a:gd name="connsiteY21" fmla="*/ 62729 h 237700"/>
                  <a:gd name="connsiteX22" fmla="*/ 2967 w 285624"/>
                  <a:gd name="connsiteY22" fmla="*/ 72237 h 237700"/>
                  <a:gd name="connsiteX23" fmla="*/ 5252 w 285624"/>
                  <a:gd name="connsiteY23" fmla="*/ 84693 h 237700"/>
                  <a:gd name="connsiteX24" fmla="*/ 31910 w 285624"/>
                  <a:gd name="connsiteY24" fmla="*/ 93250 h 237700"/>
                  <a:gd name="connsiteX25" fmla="*/ 49428 w 285624"/>
                  <a:gd name="connsiteY25" fmla="*/ 98004 h 237700"/>
                  <a:gd name="connsiteX26" fmla="*/ 55998 w 285624"/>
                  <a:gd name="connsiteY26" fmla="*/ 106846 h 237700"/>
                  <a:gd name="connsiteX27" fmla="*/ 71707 w 285624"/>
                  <a:gd name="connsiteY27" fmla="*/ 124056 h 237700"/>
                  <a:gd name="connsiteX28" fmla="*/ 77039 w 285624"/>
                  <a:gd name="connsiteY28" fmla="*/ 139744 h 237700"/>
                  <a:gd name="connsiteX29" fmla="*/ 73992 w 285624"/>
                  <a:gd name="connsiteY29" fmla="*/ 163704 h 237700"/>
                  <a:gd name="connsiteX30" fmla="*/ 64471 w 285624"/>
                  <a:gd name="connsiteY30" fmla="*/ 199740 h 237700"/>
                  <a:gd name="connsiteX31" fmla="*/ 63234 w 285624"/>
                  <a:gd name="connsiteY31" fmla="*/ 199740 h 237700"/>
                  <a:gd name="connsiteX32" fmla="*/ 74659 w 285624"/>
                  <a:gd name="connsiteY32" fmla="*/ 205349 h 237700"/>
                  <a:gd name="connsiteX33" fmla="*/ 94176 w 285624"/>
                  <a:gd name="connsiteY33" fmla="*/ 214857 h 237700"/>
                  <a:gd name="connsiteX34" fmla="*/ 109981 w 285624"/>
                  <a:gd name="connsiteY34" fmla="*/ 213431 h 237700"/>
                  <a:gd name="connsiteX35" fmla="*/ 119502 w 285624"/>
                  <a:gd name="connsiteY35" fmla="*/ 215618 h 237700"/>
                  <a:gd name="connsiteX36" fmla="*/ 143304 w 285624"/>
                  <a:gd name="connsiteY36" fmla="*/ 221418 h 237700"/>
                  <a:gd name="connsiteX37" fmla="*/ 163869 w 285624"/>
                  <a:gd name="connsiteY37" fmla="*/ 221988 h 237700"/>
                  <a:gd name="connsiteX38" fmla="*/ 162631 w 285624"/>
                  <a:gd name="connsiteY38" fmla="*/ 216854 h 237700"/>
                  <a:gd name="connsiteX39" fmla="*/ 179197 w 285624"/>
                  <a:gd name="connsiteY39" fmla="*/ 196982 h 237700"/>
                  <a:gd name="connsiteX40" fmla="*/ 215947 w 285624"/>
                  <a:gd name="connsiteY40" fmla="*/ 204969 h 237700"/>
                  <a:gd name="connsiteX41" fmla="*/ 239083 w 285624"/>
                  <a:gd name="connsiteY41" fmla="*/ 197268 h 237700"/>
                  <a:gd name="connsiteX42" fmla="*/ 251651 w 285624"/>
                  <a:gd name="connsiteY42" fmla="*/ 189091 h 237700"/>
                  <a:gd name="connsiteX43" fmla="*/ 253841 w 285624"/>
                  <a:gd name="connsiteY43" fmla="*/ 182340 h 237700"/>
                  <a:gd name="connsiteX44" fmla="*/ 244319 w 285624"/>
                  <a:gd name="connsiteY44" fmla="*/ 179202 h 237700"/>
                  <a:gd name="connsiteX45" fmla="*/ 238801 w 285624"/>
                  <a:gd name="connsiteY45" fmla="*/ 172769 h 237700"/>
                  <a:gd name="connsiteX46" fmla="*/ 239940 w 285624"/>
                  <a:gd name="connsiteY46" fmla="*/ 169694 h 237700"/>
                  <a:gd name="connsiteX47" fmla="*/ 234132 w 285624"/>
                  <a:gd name="connsiteY47" fmla="*/ 159426 h 237700"/>
                  <a:gd name="connsiteX48" fmla="*/ 238131 w 285624"/>
                  <a:gd name="connsiteY48" fmla="*/ 154577 h 237700"/>
                  <a:gd name="connsiteX49" fmla="*/ 242130 w 285624"/>
                  <a:gd name="connsiteY49" fmla="*/ 146590 h 237700"/>
                  <a:gd name="connsiteX50" fmla="*/ 239940 w 285624"/>
                  <a:gd name="connsiteY50" fmla="*/ 137082 h 237700"/>
                  <a:gd name="connsiteX51" fmla="*/ 236322 w 285624"/>
                  <a:gd name="connsiteY51" fmla="*/ 127574 h 237700"/>
                  <a:gd name="connsiteX52" fmla="*/ 227468 w 285624"/>
                  <a:gd name="connsiteY52" fmla="*/ 126623 h 237700"/>
                  <a:gd name="connsiteX53" fmla="*/ 224802 w 285624"/>
                  <a:gd name="connsiteY53" fmla="*/ 119967 h 237700"/>
                  <a:gd name="connsiteX54" fmla="*/ 237655 w 285624"/>
                  <a:gd name="connsiteY54" fmla="*/ 103994 h 237700"/>
                  <a:gd name="connsiteX55" fmla="*/ 247937 w 285624"/>
                  <a:gd name="connsiteY55" fmla="*/ 95532 h 237700"/>
                  <a:gd name="connsiteX56" fmla="*/ 252317 w 285624"/>
                  <a:gd name="connsiteY56" fmla="*/ 80509 h 237700"/>
                  <a:gd name="connsiteX57" fmla="*/ 260314 w 285624"/>
                  <a:gd name="connsiteY57" fmla="*/ 64060 h 237700"/>
                  <a:gd name="connsiteX58" fmla="*/ 256506 w 285624"/>
                  <a:gd name="connsiteY58" fmla="*/ 57405 h 237700"/>
                  <a:gd name="connsiteX59" fmla="*/ 288211 w 285624"/>
                  <a:gd name="connsiteY59" fmla="*/ 208012 h 237700"/>
                  <a:gd name="connsiteX60" fmla="*/ 275833 w 285624"/>
                  <a:gd name="connsiteY60" fmla="*/ 218661 h 237700"/>
                  <a:gd name="connsiteX61" fmla="*/ 284117 w 285624"/>
                  <a:gd name="connsiteY61" fmla="*/ 245283 h 237700"/>
                  <a:gd name="connsiteX62" fmla="*/ 288211 w 285624"/>
                  <a:gd name="connsiteY62" fmla="*/ 208012 h 237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285624" h="237700">
                    <a:moveTo>
                      <a:pt x="256506" y="57405"/>
                    </a:moveTo>
                    <a:cubicBezTo>
                      <a:pt x="253840" y="57405"/>
                      <a:pt x="251651" y="53887"/>
                      <a:pt x="245843" y="53887"/>
                    </a:cubicBezTo>
                    <a:cubicBezTo>
                      <a:pt x="240798" y="53978"/>
                      <a:pt x="236016" y="51643"/>
                      <a:pt x="232990" y="47611"/>
                    </a:cubicBezTo>
                    <a:cubicBezTo>
                      <a:pt x="230324" y="44093"/>
                      <a:pt x="216519" y="43238"/>
                      <a:pt x="212139" y="44093"/>
                    </a:cubicBezTo>
                    <a:cubicBezTo>
                      <a:pt x="207760" y="44949"/>
                      <a:pt x="206332" y="36582"/>
                      <a:pt x="201857" y="37438"/>
                    </a:cubicBezTo>
                    <a:cubicBezTo>
                      <a:pt x="197382" y="38294"/>
                      <a:pt x="196144" y="31638"/>
                      <a:pt x="196144" y="27930"/>
                    </a:cubicBezTo>
                    <a:cubicBezTo>
                      <a:pt x="196144" y="24222"/>
                      <a:pt x="191193" y="30592"/>
                      <a:pt x="187195" y="32399"/>
                    </a:cubicBezTo>
                    <a:cubicBezTo>
                      <a:pt x="183196" y="34205"/>
                      <a:pt x="181863" y="28405"/>
                      <a:pt x="181387" y="25743"/>
                    </a:cubicBezTo>
                    <a:cubicBezTo>
                      <a:pt x="180911" y="23081"/>
                      <a:pt x="173009" y="20418"/>
                      <a:pt x="169010" y="18137"/>
                    </a:cubicBezTo>
                    <a:cubicBezTo>
                      <a:pt x="165011" y="15855"/>
                      <a:pt x="160536" y="8629"/>
                      <a:pt x="158727" y="11956"/>
                    </a:cubicBezTo>
                    <a:cubicBezTo>
                      <a:pt x="156918" y="15284"/>
                      <a:pt x="152063" y="7488"/>
                      <a:pt x="151682" y="4350"/>
                    </a:cubicBezTo>
                    <a:cubicBezTo>
                      <a:pt x="151301" y="1212"/>
                      <a:pt x="149968" y="3019"/>
                      <a:pt x="149111" y="1783"/>
                    </a:cubicBezTo>
                    <a:cubicBezTo>
                      <a:pt x="147593" y="1966"/>
                      <a:pt x="146059" y="1966"/>
                      <a:pt x="144541" y="1783"/>
                    </a:cubicBezTo>
                    <a:cubicBezTo>
                      <a:pt x="137401" y="1783"/>
                      <a:pt x="131212" y="7107"/>
                      <a:pt x="132450" y="18992"/>
                    </a:cubicBezTo>
                    <a:cubicBezTo>
                      <a:pt x="133688" y="30877"/>
                      <a:pt x="123786" y="32018"/>
                      <a:pt x="111695" y="32874"/>
                    </a:cubicBezTo>
                    <a:cubicBezTo>
                      <a:pt x="99603" y="33730"/>
                      <a:pt x="103697" y="43238"/>
                      <a:pt x="98651" y="47041"/>
                    </a:cubicBezTo>
                    <a:cubicBezTo>
                      <a:pt x="93605" y="50844"/>
                      <a:pt x="75801" y="45044"/>
                      <a:pt x="73421" y="38484"/>
                    </a:cubicBezTo>
                    <a:cubicBezTo>
                      <a:pt x="71041" y="31923"/>
                      <a:pt x="55046" y="38484"/>
                      <a:pt x="61901" y="46185"/>
                    </a:cubicBezTo>
                    <a:cubicBezTo>
                      <a:pt x="68756" y="53887"/>
                      <a:pt x="68375" y="64536"/>
                      <a:pt x="64566" y="67483"/>
                    </a:cubicBezTo>
                    <a:cubicBezTo>
                      <a:pt x="60758" y="70431"/>
                      <a:pt x="52380" y="62729"/>
                      <a:pt x="47048" y="66627"/>
                    </a:cubicBezTo>
                    <a:cubicBezTo>
                      <a:pt x="41717" y="70526"/>
                      <a:pt x="41431" y="63014"/>
                      <a:pt x="34957" y="60733"/>
                    </a:cubicBezTo>
                    <a:cubicBezTo>
                      <a:pt x="28483" y="58451"/>
                      <a:pt x="25436" y="63680"/>
                      <a:pt x="15344" y="62729"/>
                    </a:cubicBezTo>
                    <a:cubicBezTo>
                      <a:pt x="5252" y="61778"/>
                      <a:pt x="-937" y="67768"/>
                      <a:pt x="2967" y="72237"/>
                    </a:cubicBezTo>
                    <a:cubicBezTo>
                      <a:pt x="6870" y="76706"/>
                      <a:pt x="2300" y="80794"/>
                      <a:pt x="5252" y="84693"/>
                    </a:cubicBezTo>
                    <a:cubicBezTo>
                      <a:pt x="8203" y="88591"/>
                      <a:pt x="21913" y="87925"/>
                      <a:pt x="31910" y="93250"/>
                    </a:cubicBezTo>
                    <a:cubicBezTo>
                      <a:pt x="41907" y="98574"/>
                      <a:pt x="44382" y="94106"/>
                      <a:pt x="49428" y="98004"/>
                    </a:cubicBezTo>
                    <a:cubicBezTo>
                      <a:pt x="54474" y="101902"/>
                      <a:pt x="55712" y="99430"/>
                      <a:pt x="55998" y="106846"/>
                    </a:cubicBezTo>
                    <a:cubicBezTo>
                      <a:pt x="56880" y="115406"/>
                      <a:pt x="63254" y="122388"/>
                      <a:pt x="71707" y="124056"/>
                    </a:cubicBezTo>
                    <a:cubicBezTo>
                      <a:pt x="81228" y="126718"/>
                      <a:pt x="73992" y="133564"/>
                      <a:pt x="77039" y="139744"/>
                    </a:cubicBezTo>
                    <a:cubicBezTo>
                      <a:pt x="80085" y="145924"/>
                      <a:pt x="72564" y="155623"/>
                      <a:pt x="73992" y="163704"/>
                    </a:cubicBezTo>
                    <a:cubicBezTo>
                      <a:pt x="75420" y="171786"/>
                      <a:pt x="69327" y="197363"/>
                      <a:pt x="64471" y="199740"/>
                    </a:cubicBezTo>
                    <a:cubicBezTo>
                      <a:pt x="64061" y="199804"/>
                      <a:pt x="63644" y="199804"/>
                      <a:pt x="63234" y="199740"/>
                    </a:cubicBezTo>
                    <a:cubicBezTo>
                      <a:pt x="67708" y="201927"/>
                      <a:pt x="72754" y="203828"/>
                      <a:pt x="74659" y="205349"/>
                    </a:cubicBezTo>
                    <a:cubicBezTo>
                      <a:pt x="79038" y="208202"/>
                      <a:pt x="88368" y="211149"/>
                      <a:pt x="94176" y="214857"/>
                    </a:cubicBezTo>
                    <a:cubicBezTo>
                      <a:pt x="99984" y="218566"/>
                      <a:pt x="109981" y="217805"/>
                      <a:pt x="109981" y="213431"/>
                    </a:cubicBezTo>
                    <a:cubicBezTo>
                      <a:pt x="109981" y="209058"/>
                      <a:pt x="115788" y="212005"/>
                      <a:pt x="119502" y="215618"/>
                    </a:cubicBezTo>
                    <a:cubicBezTo>
                      <a:pt x="123215" y="219231"/>
                      <a:pt x="136734" y="219992"/>
                      <a:pt x="143304" y="221418"/>
                    </a:cubicBezTo>
                    <a:cubicBezTo>
                      <a:pt x="150136" y="222109"/>
                      <a:pt x="157009" y="222299"/>
                      <a:pt x="163869" y="221988"/>
                    </a:cubicBezTo>
                    <a:cubicBezTo>
                      <a:pt x="163570" y="220252"/>
                      <a:pt x="163157" y="218536"/>
                      <a:pt x="162631" y="216854"/>
                    </a:cubicBezTo>
                    <a:cubicBezTo>
                      <a:pt x="159108" y="205254"/>
                      <a:pt x="169486" y="198504"/>
                      <a:pt x="179197" y="196982"/>
                    </a:cubicBezTo>
                    <a:cubicBezTo>
                      <a:pt x="191897" y="196805"/>
                      <a:pt x="204469" y="199538"/>
                      <a:pt x="215947" y="204969"/>
                    </a:cubicBezTo>
                    <a:cubicBezTo>
                      <a:pt x="221565" y="208582"/>
                      <a:pt x="229277" y="207631"/>
                      <a:pt x="239083" y="197268"/>
                    </a:cubicBezTo>
                    <a:cubicBezTo>
                      <a:pt x="242406" y="193401"/>
                      <a:pt x="246767" y="190564"/>
                      <a:pt x="251651" y="189091"/>
                    </a:cubicBezTo>
                    <a:cubicBezTo>
                      <a:pt x="252096" y="186758"/>
                      <a:pt x="252832" y="184491"/>
                      <a:pt x="253841" y="182340"/>
                    </a:cubicBezTo>
                    <a:cubicBezTo>
                      <a:pt x="255173" y="178822"/>
                      <a:pt x="248985" y="179678"/>
                      <a:pt x="244319" y="179202"/>
                    </a:cubicBezTo>
                    <a:cubicBezTo>
                      <a:pt x="241017" y="178947"/>
                      <a:pt x="238546" y="176067"/>
                      <a:pt x="238801" y="172769"/>
                    </a:cubicBezTo>
                    <a:cubicBezTo>
                      <a:pt x="238887" y="171658"/>
                      <a:pt x="239282" y="170593"/>
                      <a:pt x="239940" y="169694"/>
                    </a:cubicBezTo>
                    <a:cubicBezTo>
                      <a:pt x="242987" y="164750"/>
                      <a:pt x="237274" y="164370"/>
                      <a:pt x="234132" y="159426"/>
                    </a:cubicBezTo>
                    <a:cubicBezTo>
                      <a:pt x="230990" y="154482"/>
                      <a:pt x="235465" y="155908"/>
                      <a:pt x="238131" y="154577"/>
                    </a:cubicBezTo>
                    <a:cubicBezTo>
                      <a:pt x="240797" y="153246"/>
                      <a:pt x="244319" y="147921"/>
                      <a:pt x="242130" y="146590"/>
                    </a:cubicBezTo>
                    <a:cubicBezTo>
                      <a:pt x="239940" y="145259"/>
                      <a:pt x="238131" y="142121"/>
                      <a:pt x="239940" y="137082"/>
                    </a:cubicBezTo>
                    <a:cubicBezTo>
                      <a:pt x="241749" y="132043"/>
                      <a:pt x="236322" y="131377"/>
                      <a:pt x="236322" y="127574"/>
                    </a:cubicBezTo>
                    <a:cubicBezTo>
                      <a:pt x="236322" y="123771"/>
                      <a:pt x="231466" y="121774"/>
                      <a:pt x="227468" y="126623"/>
                    </a:cubicBezTo>
                    <a:cubicBezTo>
                      <a:pt x="223469" y="131472"/>
                      <a:pt x="222136" y="127954"/>
                      <a:pt x="224802" y="119967"/>
                    </a:cubicBezTo>
                    <a:cubicBezTo>
                      <a:pt x="227468" y="111981"/>
                      <a:pt x="236798" y="108463"/>
                      <a:pt x="237655" y="103994"/>
                    </a:cubicBezTo>
                    <a:cubicBezTo>
                      <a:pt x="239055" y="99357"/>
                      <a:pt x="243113" y="96018"/>
                      <a:pt x="247937" y="95532"/>
                    </a:cubicBezTo>
                    <a:cubicBezTo>
                      <a:pt x="251936" y="95532"/>
                      <a:pt x="250984" y="86024"/>
                      <a:pt x="252317" y="80509"/>
                    </a:cubicBezTo>
                    <a:cubicBezTo>
                      <a:pt x="252938" y="74251"/>
                      <a:pt x="255774" y="68418"/>
                      <a:pt x="260314" y="64060"/>
                    </a:cubicBezTo>
                    <a:cubicBezTo>
                      <a:pt x="266313" y="59211"/>
                      <a:pt x="258982" y="56929"/>
                      <a:pt x="256506" y="57405"/>
                    </a:cubicBezTo>
                    <a:close/>
                    <a:moveTo>
                      <a:pt x="288211" y="208012"/>
                    </a:moveTo>
                    <a:cubicBezTo>
                      <a:pt x="284974" y="208012"/>
                      <a:pt x="284117" y="213621"/>
                      <a:pt x="275833" y="218661"/>
                    </a:cubicBezTo>
                    <a:cubicBezTo>
                      <a:pt x="267550" y="223700"/>
                      <a:pt x="275833" y="246424"/>
                      <a:pt x="284117" y="245283"/>
                    </a:cubicBezTo>
                    <a:cubicBezTo>
                      <a:pt x="292400" y="244142"/>
                      <a:pt x="291543" y="208297"/>
                      <a:pt x="288211" y="20801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70" name="Freeform 2814">
                <a:extLst>
                  <a:ext uri="{FF2B5EF4-FFF2-40B4-BE49-F238E27FC236}">
                    <a16:creationId xmlns:a16="http://schemas.microsoft.com/office/drawing/2014/main" id="{4A43E753-B048-82A9-C575-FE1C84447C3C}"/>
                  </a:ext>
                </a:extLst>
              </p:cNvPr>
              <p:cNvSpPr/>
              <p:nvPr/>
            </p:nvSpPr>
            <p:spPr>
              <a:xfrm>
                <a:off x="11531494" y="5361357"/>
                <a:ext cx="606140" cy="425967"/>
              </a:xfrm>
              <a:custGeom>
                <a:avLst/>
                <a:gdLst>
                  <a:gd name="connsiteX0" fmla="*/ 254023 w 257062"/>
                  <a:gd name="connsiteY0" fmla="*/ 34681 h 180652"/>
                  <a:gd name="connsiteX1" fmla="*/ 233458 w 257062"/>
                  <a:gd name="connsiteY1" fmla="*/ 34110 h 180652"/>
                  <a:gd name="connsiteX2" fmla="*/ 209656 w 257062"/>
                  <a:gd name="connsiteY2" fmla="*/ 28310 h 180652"/>
                  <a:gd name="connsiteX3" fmla="*/ 200135 w 257062"/>
                  <a:gd name="connsiteY3" fmla="*/ 26123 h 180652"/>
                  <a:gd name="connsiteX4" fmla="*/ 184331 w 257062"/>
                  <a:gd name="connsiteY4" fmla="*/ 27550 h 180652"/>
                  <a:gd name="connsiteX5" fmla="*/ 164813 w 257062"/>
                  <a:gd name="connsiteY5" fmla="*/ 18042 h 180652"/>
                  <a:gd name="connsiteX6" fmla="*/ 153388 w 257062"/>
                  <a:gd name="connsiteY6" fmla="*/ 12432 h 180652"/>
                  <a:gd name="connsiteX7" fmla="*/ 118732 w 257062"/>
                  <a:gd name="connsiteY7" fmla="*/ 8629 h 180652"/>
                  <a:gd name="connsiteX8" fmla="*/ 52658 w 257062"/>
                  <a:gd name="connsiteY8" fmla="*/ 8058 h 180652"/>
                  <a:gd name="connsiteX9" fmla="*/ 28379 w 257062"/>
                  <a:gd name="connsiteY9" fmla="*/ 1783 h 180652"/>
                  <a:gd name="connsiteX10" fmla="*/ 11813 w 257062"/>
                  <a:gd name="connsiteY10" fmla="*/ 12146 h 180652"/>
                  <a:gd name="connsiteX11" fmla="*/ 7339 w 257062"/>
                  <a:gd name="connsiteY11" fmla="*/ 26694 h 180652"/>
                  <a:gd name="connsiteX12" fmla="*/ 10957 w 257062"/>
                  <a:gd name="connsiteY12" fmla="*/ 46185 h 180652"/>
                  <a:gd name="connsiteX13" fmla="*/ 16288 w 257062"/>
                  <a:gd name="connsiteY13" fmla="*/ 43998 h 180652"/>
                  <a:gd name="connsiteX14" fmla="*/ 23524 w 257062"/>
                  <a:gd name="connsiteY14" fmla="*/ 44664 h 180652"/>
                  <a:gd name="connsiteX15" fmla="*/ 35806 w 257062"/>
                  <a:gd name="connsiteY15" fmla="*/ 47611 h 180652"/>
                  <a:gd name="connsiteX16" fmla="*/ 43708 w 257062"/>
                  <a:gd name="connsiteY16" fmla="*/ 47611 h 180652"/>
                  <a:gd name="connsiteX17" fmla="*/ 55990 w 257062"/>
                  <a:gd name="connsiteY17" fmla="*/ 49703 h 180652"/>
                  <a:gd name="connsiteX18" fmla="*/ 61036 w 257062"/>
                  <a:gd name="connsiteY18" fmla="*/ 57690 h 180652"/>
                  <a:gd name="connsiteX19" fmla="*/ 47992 w 257062"/>
                  <a:gd name="connsiteY19" fmla="*/ 69195 h 180652"/>
                  <a:gd name="connsiteX20" fmla="*/ 49421 w 257062"/>
                  <a:gd name="connsiteY20" fmla="*/ 88211 h 180652"/>
                  <a:gd name="connsiteX21" fmla="*/ 45898 w 257062"/>
                  <a:gd name="connsiteY21" fmla="*/ 101807 h 180652"/>
                  <a:gd name="connsiteX22" fmla="*/ 40852 w 257062"/>
                  <a:gd name="connsiteY22" fmla="*/ 109794 h 180652"/>
                  <a:gd name="connsiteX23" fmla="*/ 46564 w 257062"/>
                  <a:gd name="connsiteY23" fmla="*/ 120538 h 180652"/>
                  <a:gd name="connsiteX24" fmla="*/ 41518 w 257062"/>
                  <a:gd name="connsiteY24" fmla="*/ 131377 h 180652"/>
                  <a:gd name="connsiteX25" fmla="*/ 45898 w 257062"/>
                  <a:gd name="connsiteY25" fmla="*/ 141456 h 180652"/>
                  <a:gd name="connsiteX26" fmla="*/ 37900 w 257062"/>
                  <a:gd name="connsiteY26" fmla="*/ 153721 h 180652"/>
                  <a:gd name="connsiteX27" fmla="*/ 40852 w 257062"/>
                  <a:gd name="connsiteY27" fmla="*/ 160186 h 180652"/>
                  <a:gd name="connsiteX28" fmla="*/ 51515 w 257062"/>
                  <a:gd name="connsiteY28" fmla="*/ 161042 h 180652"/>
                  <a:gd name="connsiteX29" fmla="*/ 75793 w 257062"/>
                  <a:gd name="connsiteY29" fmla="*/ 184052 h 180652"/>
                  <a:gd name="connsiteX30" fmla="*/ 80554 w 257062"/>
                  <a:gd name="connsiteY30" fmla="*/ 177586 h 180652"/>
                  <a:gd name="connsiteX31" fmla="*/ 92074 w 257062"/>
                  <a:gd name="connsiteY31" fmla="*/ 177016 h 180652"/>
                  <a:gd name="connsiteX32" fmla="*/ 110449 w 257062"/>
                  <a:gd name="connsiteY32" fmla="*/ 169885 h 180652"/>
                  <a:gd name="connsiteX33" fmla="*/ 135965 w 257062"/>
                  <a:gd name="connsiteY33" fmla="*/ 168934 h 180652"/>
                  <a:gd name="connsiteX34" fmla="*/ 150436 w 257062"/>
                  <a:gd name="connsiteY34" fmla="*/ 161898 h 180652"/>
                  <a:gd name="connsiteX35" fmla="*/ 166146 w 257062"/>
                  <a:gd name="connsiteY35" fmla="*/ 151249 h 180652"/>
                  <a:gd name="connsiteX36" fmla="*/ 173572 w 257062"/>
                  <a:gd name="connsiteY36" fmla="*/ 136987 h 180652"/>
                  <a:gd name="connsiteX37" fmla="*/ 188424 w 257062"/>
                  <a:gd name="connsiteY37" fmla="*/ 121584 h 180652"/>
                  <a:gd name="connsiteX38" fmla="*/ 188424 w 257062"/>
                  <a:gd name="connsiteY38" fmla="*/ 92299 h 180652"/>
                  <a:gd name="connsiteX39" fmla="*/ 204991 w 257062"/>
                  <a:gd name="connsiteY39" fmla="*/ 73283 h 180652"/>
                  <a:gd name="connsiteX40" fmla="*/ 223366 w 257062"/>
                  <a:gd name="connsiteY40" fmla="*/ 63775 h 180652"/>
                  <a:gd name="connsiteX41" fmla="*/ 245264 w 257062"/>
                  <a:gd name="connsiteY41" fmla="*/ 52270 h 180652"/>
                  <a:gd name="connsiteX42" fmla="*/ 254401 w 257062"/>
                  <a:gd name="connsiteY42" fmla="*/ 35805 h 180652"/>
                  <a:gd name="connsiteX43" fmla="*/ 254023 w 257062"/>
                  <a:gd name="connsiteY43" fmla="*/ 34681 h 180652"/>
                  <a:gd name="connsiteX44" fmla="*/ 255737 w 257062"/>
                  <a:gd name="connsiteY44" fmla="*/ 99335 h 180652"/>
                  <a:gd name="connsiteX45" fmla="*/ 238218 w 257062"/>
                  <a:gd name="connsiteY45" fmla="*/ 105230 h 180652"/>
                  <a:gd name="connsiteX46" fmla="*/ 255832 w 257062"/>
                  <a:gd name="connsiteY46" fmla="*/ 99335 h 180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57062" h="180652">
                    <a:moveTo>
                      <a:pt x="254023" y="34681"/>
                    </a:moveTo>
                    <a:cubicBezTo>
                      <a:pt x="247163" y="34991"/>
                      <a:pt x="240290" y="34801"/>
                      <a:pt x="233458" y="34110"/>
                    </a:cubicBezTo>
                    <a:cubicBezTo>
                      <a:pt x="226889" y="32684"/>
                      <a:pt x="213179" y="31923"/>
                      <a:pt x="209656" y="28310"/>
                    </a:cubicBezTo>
                    <a:cubicBezTo>
                      <a:pt x="206133" y="24697"/>
                      <a:pt x="200135" y="21845"/>
                      <a:pt x="200135" y="26123"/>
                    </a:cubicBezTo>
                    <a:cubicBezTo>
                      <a:pt x="200135" y="30402"/>
                      <a:pt x="190043" y="31163"/>
                      <a:pt x="184331" y="27550"/>
                    </a:cubicBezTo>
                    <a:cubicBezTo>
                      <a:pt x="178618" y="23936"/>
                      <a:pt x="169192" y="21084"/>
                      <a:pt x="164813" y="18042"/>
                    </a:cubicBezTo>
                    <a:cubicBezTo>
                      <a:pt x="162528" y="16520"/>
                      <a:pt x="157863" y="14619"/>
                      <a:pt x="153388" y="12432"/>
                    </a:cubicBezTo>
                    <a:cubicBezTo>
                      <a:pt x="147390" y="13573"/>
                      <a:pt x="130157" y="7202"/>
                      <a:pt x="118732" y="8629"/>
                    </a:cubicBezTo>
                    <a:cubicBezTo>
                      <a:pt x="107307" y="10055"/>
                      <a:pt x="67796" y="6822"/>
                      <a:pt x="52658" y="8058"/>
                    </a:cubicBezTo>
                    <a:cubicBezTo>
                      <a:pt x="37520" y="9294"/>
                      <a:pt x="36663" y="1783"/>
                      <a:pt x="28379" y="1783"/>
                    </a:cubicBezTo>
                    <a:cubicBezTo>
                      <a:pt x="20096" y="1783"/>
                      <a:pt x="23619" y="11861"/>
                      <a:pt x="11813" y="12146"/>
                    </a:cubicBezTo>
                    <a:cubicBezTo>
                      <a:pt x="8" y="12432"/>
                      <a:pt x="-1230" y="19848"/>
                      <a:pt x="7339" y="26694"/>
                    </a:cubicBezTo>
                    <a:cubicBezTo>
                      <a:pt x="12289" y="30592"/>
                      <a:pt x="11623" y="38769"/>
                      <a:pt x="10957" y="46185"/>
                    </a:cubicBezTo>
                    <a:cubicBezTo>
                      <a:pt x="12946" y="46153"/>
                      <a:pt x="14850" y="45372"/>
                      <a:pt x="16288" y="43998"/>
                    </a:cubicBezTo>
                    <a:cubicBezTo>
                      <a:pt x="19906" y="39625"/>
                      <a:pt x="23524" y="40385"/>
                      <a:pt x="23524" y="44664"/>
                    </a:cubicBezTo>
                    <a:cubicBezTo>
                      <a:pt x="23524" y="48943"/>
                      <a:pt x="31426" y="47611"/>
                      <a:pt x="35806" y="47611"/>
                    </a:cubicBezTo>
                    <a:cubicBezTo>
                      <a:pt x="40186" y="47611"/>
                      <a:pt x="38662" y="51224"/>
                      <a:pt x="43708" y="47611"/>
                    </a:cubicBezTo>
                    <a:cubicBezTo>
                      <a:pt x="48754" y="43998"/>
                      <a:pt x="55990" y="45425"/>
                      <a:pt x="55990" y="49703"/>
                    </a:cubicBezTo>
                    <a:cubicBezTo>
                      <a:pt x="55990" y="53982"/>
                      <a:pt x="66748" y="51890"/>
                      <a:pt x="61036" y="57690"/>
                    </a:cubicBezTo>
                    <a:cubicBezTo>
                      <a:pt x="55324" y="63490"/>
                      <a:pt x="47992" y="64821"/>
                      <a:pt x="47992" y="69195"/>
                    </a:cubicBezTo>
                    <a:cubicBezTo>
                      <a:pt x="47992" y="73568"/>
                      <a:pt x="54467" y="82791"/>
                      <a:pt x="49421" y="88211"/>
                    </a:cubicBezTo>
                    <a:cubicBezTo>
                      <a:pt x="44375" y="93630"/>
                      <a:pt x="50944" y="101807"/>
                      <a:pt x="45898" y="101807"/>
                    </a:cubicBezTo>
                    <a:cubicBezTo>
                      <a:pt x="40852" y="101807"/>
                      <a:pt x="35044" y="103994"/>
                      <a:pt x="40852" y="109794"/>
                    </a:cubicBezTo>
                    <a:cubicBezTo>
                      <a:pt x="46660" y="115594"/>
                      <a:pt x="50944" y="120538"/>
                      <a:pt x="46564" y="120538"/>
                    </a:cubicBezTo>
                    <a:cubicBezTo>
                      <a:pt x="42185" y="120538"/>
                      <a:pt x="39329" y="129190"/>
                      <a:pt x="41518" y="131377"/>
                    </a:cubicBezTo>
                    <a:cubicBezTo>
                      <a:pt x="43708" y="133564"/>
                      <a:pt x="53800" y="140029"/>
                      <a:pt x="45898" y="141456"/>
                    </a:cubicBezTo>
                    <a:cubicBezTo>
                      <a:pt x="37996" y="142882"/>
                      <a:pt x="37900" y="149347"/>
                      <a:pt x="37900" y="153721"/>
                    </a:cubicBezTo>
                    <a:cubicBezTo>
                      <a:pt x="38349" y="156082"/>
                      <a:pt x="39361" y="158300"/>
                      <a:pt x="40852" y="160186"/>
                    </a:cubicBezTo>
                    <a:cubicBezTo>
                      <a:pt x="44405" y="159314"/>
                      <a:pt x="48146" y="159615"/>
                      <a:pt x="51515" y="161042"/>
                    </a:cubicBezTo>
                    <a:cubicBezTo>
                      <a:pt x="59798" y="164845"/>
                      <a:pt x="64559" y="185478"/>
                      <a:pt x="75793" y="184052"/>
                    </a:cubicBezTo>
                    <a:cubicBezTo>
                      <a:pt x="80554" y="183481"/>
                      <a:pt x="78173" y="179963"/>
                      <a:pt x="80554" y="177586"/>
                    </a:cubicBezTo>
                    <a:cubicBezTo>
                      <a:pt x="82934" y="175209"/>
                      <a:pt x="87313" y="177016"/>
                      <a:pt x="92074" y="177016"/>
                    </a:cubicBezTo>
                    <a:cubicBezTo>
                      <a:pt x="96834" y="177016"/>
                      <a:pt x="99214" y="170170"/>
                      <a:pt x="110449" y="169885"/>
                    </a:cubicBezTo>
                    <a:cubicBezTo>
                      <a:pt x="121684" y="169599"/>
                      <a:pt x="128824" y="168649"/>
                      <a:pt x="135965" y="168934"/>
                    </a:cubicBezTo>
                    <a:cubicBezTo>
                      <a:pt x="143106" y="169219"/>
                      <a:pt x="148723" y="166937"/>
                      <a:pt x="150436" y="161898"/>
                    </a:cubicBezTo>
                    <a:cubicBezTo>
                      <a:pt x="153401" y="155808"/>
                      <a:pt x="159384" y="151752"/>
                      <a:pt x="166146" y="151249"/>
                    </a:cubicBezTo>
                    <a:cubicBezTo>
                      <a:pt x="174143" y="150013"/>
                      <a:pt x="173001" y="141741"/>
                      <a:pt x="173572" y="136987"/>
                    </a:cubicBezTo>
                    <a:cubicBezTo>
                      <a:pt x="174143" y="132233"/>
                      <a:pt x="187473" y="125197"/>
                      <a:pt x="188424" y="121584"/>
                    </a:cubicBezTo>
                    <a:cubicBezTo>
                      <a:pt x="189377" y="117971"/>
                      <a:pt x="180713" y="104469"/>
                      <a:pt x="188424" y="92299"/>
                    </a:cubicBezTo>
                    <a:cubicBezTo>
                      <a:pt x="196137" y="80129"/>
                      <a:pt x="204991" y="79653"/>
                      <a:pt x="204991" y="73283"/>
                    </a:cubicBezTo>
                    <a:cubicBezTo>
                      <a:pt x="204991" y="66913"/>
                      <a:pt x="213274" y="64726"/>
                      <a:pt x="223366" y="63775"/>
                    </a:cubicBezTo>
                    <a:cubicBezTo>
                      <a:pt x="233458" y="62824"/>
                      <a:pt x="236695" y="55788"/>
                      <a:pt x="245264" y="52270"/>
                    </a:cubicBezTo>
                    <a:cubicBezTo>
                      <a:pt x="252340" y="50243"/>
                      <a:pt x="256430" y="42871"/>
                      <a:pt x="254401" y="35805"/>
                    </a:cubicBezTo>
                    <a:cubicBezTo>
                      <a:pt x="254291" y="35425"/>
                      <a:pt x="254165" y="35050"/>
                      <a:pt x="254023" y="34681"/>
                    </a:cubicBezTo>
                    <a:close/>
                    <a:moveTo>
                      <a:pt x="255737" y="99335"/>
                    </a:moveTo>
                    <a:cubicBezTo>
                      <a:pt x="254213" y="89257"/>
                      <a:pt x="233934" y="102378"/>
                      <a:pt x="238218" y="105230"/>
                    </a:cubicBezTo>
                    <a:cubicBezTo>
                      <a:pt x="247263" y="111220"/>
                      <a:pt x="257355" y="109414"/>
                      <a:pt x="255832" y="9933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71" name="Freeform 2815">
                <a:extLst>
                  <a:ext uri="{FF2B5EF4-FFF2-40B4-BE49-F238E27FC236}">
                    <a16:creationId xmlns:a16="http://schemas.microsoft.com/office/drawing/2014/main" id="{F92CFFF1-A874-E0D8-D6C4-9A232D910320}"/>
                  </a:ext>
                </a:extLst>
              </p:cNvPr>
              <p:cNvSpPr/>
              <p:nvPr/>
            </p:nvSpPr>
            <p:spPr>
              <a:xfrm>
                <a:off x="12582175" y="5176622"/>
                <a:ext cx="157147" cy="89677"/>
              </a:xfrm>
              <a:custGeom>
                <a:avLst/>
                <a:gdLst>
                  <a:gd name="connsiteX0" fmla="*/ 1895 w 66645"/>
                  <a:gd name="connsiteY0" fmla="*/ 34015 h 38032"/>
                  <a:gd name="connsiteX1" fmla="*/ 14653 w 66645"/>
                  <a:gd name="connsiteY1" fmla="*/ 32398 h 38032"/>
                  <a:gd name="connsiteX2" fmla="*/ 18175 w 66645"/>
                  <a:gd name="connsiteY2" fmla="*/ 38389 h 38032"/>
                  <a:gd name="connsiteX3" fmla="*/ 32266 w 66645"/>
                  <a:gd name="connsiteY3" fmla="*/ 35631 h 38032"/>
                  <a:gd name="connsiteX4" fmla="*/ 44739 w 66645"/>
                  <a:gd name="connsiteY4" fmla="*/ 36107 h 38032"/>
                  <a:gd name="connsiteX5" fmla="*/ 51879 w 66645"/>
                  <a:gd name="connsiteY5" fmla="*/ 27264 h 38032"/>
                  <a:gd name="connsiteX6" fmla="*/ 56735 w 66645"/>
                  <a:gd name="connsiteY6" fmla="*/ 17756 h 38032"/>
                  <a:gd name="connsiteX7" fmla="*/ 69207 w 66645"/>
                  <a:gd name="connsiteY7" fmla="*/ 9294 h 38032"/>
                  <a:gd name="connsiteX8" fmla="*/ 64351 w 66645"/>
                  <a:gd name="connsiteY8" fmla="*/ 1783 h 38032"/>
                  <a:gd name="connsiteX9" fmla="*/ 50546 w 66645"/>
                  <a:gd name="connsiteY9" fmla="*/ 6156 h 38032"/>
                  <a:gd name="connsiteX10" fmla="*/ 33218 w 66645"/>
                  <a:gd name="connsiteY10" fmla="*/ 12432 h 38032"/>
                  <a:gd name="connsiteX11" fmla="*/ 10939 w 66645"/>
                  <a:gd name="connsiteY11" fmla="*/ 8438 h 38032"/>
                  <a:gd name="connsiteX12" fmla="*/ 2942 w 66645"/>
                  <a:gd name="connsiteY12" fmla="*/ 7773 h 38032"/>
                  <a:gd name="connsiteX13" fmla="*/ 1895 w 66645"/>
                  <a:gd name="connsiteY13" fmla="*/ 34015 h 3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6645" h="38032">
                    <a:moveTo>
                      <a:pt x="1895" y="34015"/>
                    </a:moveTo>
                    <a:cubicBezTo>
                      <a:pt x="5871" y="32147"/>
                      <a:pt x="10336" y="31581"/>
                      <a:pt x="14653" y="32398"/>
                    </a:cubicBezTo>
                    <a:cubicBezTo>
                      <a:pt x="16830" y="33608"/>
                      <a:pt x="18178" y="35901"/>
                      <a:pt x="18175" y="38389"/>
                    </a:cubicBezTo>
                    <a:cubicBezTo>
                      <a:pt x="22933" y="37808"/>
                      <a:pt x="27642" y="36887"/>
                      <a:pt x="32266" y="35631"/>
                    </a:cubicBezTo>
                    <a:cubicBezTo>
                      <a:pt x="35884" y="34300"/>
                      <a:pt x="43882" y="38769"/>
                      <a:pt x="44739" y="36107"/>
                    </a:cubicBezTo>
                    <a:cubicBezTo>
                      <a:pt x="45595" y="33444"/>
                      <a:pt x="48261" y="27264"/>
                      <a:pt x="51879" y="27264"/>
                    </a:cubicBezTo>
                    <a:cubicBezTo>
                      <a:pt x="55497" y="27264"/>
                      <a:pt x="53212" y="17756"/>
                      <a:pt x="56735" y="17756"/>
                    </a:cubicBezTo>
                    <a:cubicBezTo>
                      <a:pt x="61322" y="15625"/>
                      <a:pt x="65533" y="12768"/>
                      <a:pt x="69207" y="9294"/>
                    </a:cubicBezTo>
                    <a:cubicBezTo>
                      <a:pt x="67926" y="6588"/>
                      <a:pt x="66293" y="4062"/>
                      <a:pt x="64351" y="1783"/>
                    </a:cubicBezTo>
                    <a:cubicBezTo>
                      <a:pt x="62923" y="1783"/>
                      <a:pt x="58544" y="6156"/>
                      <a:pt x="50546" y="6156"/>
                    </a:cubicBezTo>
                    <a:cubicBezTo>
                      <a:pt x="42549" y="6156"/>
                      <a:pt x="36741" y="12432"/>
                      <a:pt x="33218" y="12432"/>
                    </a:cubicBezTo>
                    <a:cubicBezTo>
                      <a:pt x="29695" y="12432"/>
                      <a:pt x="18556" y="8914"/>
                      <a:pt x="10939" y="8438"/>
                    </a:cubicBezTo>
                    <a:lnTo>
                      <a:pt x="2942" y="7773"/>
                    </a:lnTo>
                    <a:cubicBezTo>
                      <a:pt x="1934" y="16481"/>
                      <a:pt x="1584" y="25254"/>
                      <a:pt x="1895" y="3401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72" name="Freeform 2816">
                <a:extLst>
                  <a:ext uri="{FF2B5EF4-FFF2-40B4-BE49-F238E27FC236}">
                    <a16:creationId xmlns:a16="http://schemas.microsoft.com/office/drawing/2014/main" id="{B93B2A26-A17A-5D0C-AC43-CF7DEA7D34FA}"/>
                  </a:ext>
                </a:extLst>
              </p:cNvPr>
              <p:cNvSpPr/>
              <p:nvPr/>
            </p:nvSpPr>
            <p:spPr>
              <a:xfrm>
                <a:off x="12907726" y="5474576"/>
                <a:ext cx="291845" cy="381129"/>
              </a:xfrm>
              <a:custGeom>
                <a:avLst/>
                <a:gdLst>
                  <a:gd name="connsiteX0" fmla="*/ 127365 w 123770"/>
                  <a:gd name="connsiteY0" fmla="*/ 1783 h 161636"/>
                  <a:gd name="connsiteX1" fmla="*/ 117844 w 123770"/>
                  <a:gd name="connsiteY1" fmla="*/ 6347 h 161636"/>
                  <a:gd name="connsiteX2" fmla="*/ 110132 w 123770"/>
                  <a:gd name="connsiteY2" fmla="*/ 11101 h 161636"/>
                  <a:gd name="connsiteX3" fmla="*/ 88710 w 123770"/>
                  <a:gd name="connsiteY3" fmla="*/ 7583 h 161636"/>
                  <a:gd name="connsiteX4" fmla="*/ 61861 w 123770"/>
                  <a:gd name="connsiteY4" fmla="*/ 7583 h 161636"/>
                  <a:gd name="connsiteX5" fmla="*/ 61861 w 123770"/>
                  <a:gd name="connsiteY5" fmla="*/ 8534 h 161636"/>
                  <a:gd name="connsiteX6" fmla="*/ 42820 w 123770"/>
                  <a:gd name="connsiteY6" fmla="*/ 17091 h 161636"/>
                  <a:gd name="connsiteX7" fmla="*/ 33299 w 123770"/>
                  <a:gd name="connsiteY7" fmla="*/ 22891 h 161636"/>
                  <a:gd name="connsiteX8" fmla="*/ 19494 w 123770"/>
                  <a:gd name="connsiteY8" fmla="*/ 24602 h 161636"/>
                  <a:gd name="connsiteX9" fmla="*/ 12449 w 123770"/>
                  <a:gd name="connsiteY9" fmla="*/ 36202 h 161636"/>
                  <a:gd name="connsiteX10" fmla="*/ 7498 w 123770"/>
                  <a:gd name="connsiteY10" fmla="*/ 43713 h 161636"/>
                  <a:gd name="connsiteX11" fmla="*/ 1785 w 123770"/>
                  <a:gd name="connsiteY11" fmla="*/ 54552 h 161636"/>
                  <a:gd name="connsiteX12" fmla="*/ 2642 w 123770"/>
                  <a:gd name="connsiteY12" fmla="*/ 54552 h 161636"/>
                  <a:gd name="connsiteX13" fmla="*/ 13305 w 123770"/>
                  <a:gd name="connsiteY13" fmla="*/ 71762 h 161636"/>
                  <a:gd name="connsiteX14" fmla="*/ 27491 w 123770"/>
                  <a:gd name="connsiteY14" fmla="*/ 76516 h 161636"/>
                  <a:gd name="connsiteX15" fmla="*/ 45581 w 123770"/>
                  <a:gd name="connsiteY15" fmla="*/ 82981 h 161636"/>
                  <a:gd name="connsiteX16" fmla="*/ 24254 w 123770"/>
                  <a:gd name="connsiteY16" fmla="*/ 84788 h 161636"/>
                  <a:gd name="connsiteX17" fmla="*/ 28443 w 123770"/>
                  <a:gd name="connsiteY17" fmla="*/ 101617 h 161636"/>
                  <a:gd name="connsiteX18" fmla="*/ 37090 w 123770"/>
                  <a:gd name="connsiteY18" fmla="*/ 115248 h 161636"/>
                  <a:gd name="connsiteX19" fmla="*/ 38821 w 123770"/>
                  <a:gd name="connsiteY19" fmla="*/ 115499 h 161636"/>
                  <a:gd name="connsiteX20" fmla="*/ 57863 w 123770"/>
                  <a:gd name="connsiteY20" fmla="*/ 124436 h 161636"/>
                  <a:gd name="connsiteX21" fmla="*/ 54245 w 123770"/>
                  <a:gd name="connsiteY21" fmla="*/ 104279 h 161636"/>
                  <a:gd name="connsiteX22" fmla="*/ 68241 w 123770"/>
                  <a:gd name="connsiteY22" fmla="*/ 103709 h 161636"/>
                  <a:gd name="connsiteX23" fmla="*/ 58720 w 123770"/>
                  <a:gd name="connsiteY23" fmla="*/ 95722 h 161636"/>
                  <a:gd name="connsiteX24" fmla="*/ 65860 w 123770"/>
                  <a:gd name="connsiteY24" fmla="*/ 91824 h 161636"/>
                  <a:gd name="connsiteX25" fmla="*/ 80332 w 123770"/>
                  <a:gd name="connsiteY25" fmla="*/ 90112 h 161636"/>
                  <a:gd name="connsiteX26" fmla="*/ 73858 w 123770"/>
                  <a:gd name="connsiteY26" fmla="*/ 73854 h 161636"/>
                  <a:gd name="connsiteX27" fmla="*/ 57292 w 123770"/>
                  <a:gd name="connsiteY27" fmla="*/ 74424 h 161636"/>
                  <a:gd name="connsiteX28" fmla="*/ 63766 w 123770"/>
                  <a:gd name="connsiteY28" fmla="*/ 63775 h 161636"/>
                  <a:gd name="connsiteX29" fmla="*/ 47485 w 123770"/>
                  <a:gd name="connsiteY29" fmla="*/ 41241 h 161636"/>
                  <a:gd name="connsiteX30" fmla="*/ 57863 w 123770"/>
                  <a:gd name="connsiteY30" fmla="*/ 35631 h 161636"/>
                  <a:gd name="connsiteX31" fmla="*/ 73858 w 123770"/>
                  <a:gd name="connsiteY31" fmla="*/ 38008 h 161636"/>
                  <a:gd name="connsiteX32" fmla="*/ 77666 w 123770"/>
                  <a:gd name="connsiteY32" fmla="*/ 22891 h 161636"/>
                  <a:gd name="connsiteX33" fmla="*/ 89853 w 123770"/>
                  <a:gd name="connsiteY33" fmla="*/ 26789 h 161636"/>
                  <a:gd name="connsiteX34" fmla="*/ 104991 w 123770"/>
                  <a:gd name="connsiteY34" fmla="*/ 19373 h 161636"/>
                  <a:gd name="connsiteX35" fmla="*/ 118510 w 123770"/>
                  <a:gd name="connsiteY35" fmla="*/ 25838 h 161636"/>
                  <a:gd name="connsiteX36" fmla="*/ 123176 w 123770"/>
                  <a:gd name="connsiteY36" fmla="*/ 18897 h 161636"/>
                  <a:gd name="connsiteX37" fmla="*/ 128983 w 123770"/>
                  <a:gd name="connsiteY37" fmla="*/ 9389 h 161636"/>
                  <a:gd name="connsiteX38" fmla="*/ 127365 w 123770"/>
                  <a:gd name="connsiteY38" fmla="*/ 1783 h 161636"/>
                  <a:gd name="connsiteX39" fmla="*/ 110989 w 123770"/>
                  <a:gd name="connsiteY39" fmla="*/ 150773 h 161636"/>
                  <a:gd name="connsiteX40" fmla="*/ 79285 w 123770"/>
                  <a:gd name="connsiteY40" fmla="*/ 147256 h 161636"/>
                  <a:gd name="connsiteX41" fmla="*/ 67098 w 123770"/>
                  <a:gd name="connsiteY41" fmla="*/ 152200 h 161636"/>
                  <a:gd name="connsiteX42" fmla="*/ 96422 w 123770"/>
                  <a:gd name="connsiteY42" fmla="*/ 159901 h 161636"/>
                  <a:gd name="connsiteX43" fmla="*/ 123461 w 123770"/>
                  <a:gd name="connsiteY43" fmla="*/ 151629 h 161636"/>
                  <a:gd name="connsiteX44" fmla="*/ 110989 w 123770"/>
                  <a:gd name="connsiteY44" fmla="*/ 150773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23770" h="161636">
                    <a:moveTo>
                      <a:pt x="127365" y="1783"/>
                    </a:moveTo>
                    <a:cubicBezTo>
                      <a:pt x="122890" y="1783"/>
                      <a:pt x="116701" y="3875"/>
                      <a:pt x="117844" y="6347"/>
                    </a:cubicBezTo>
                    <a:cubicBezTo>
                      <a:pt x="118986" y="8819"/>
                      <a:pt x="114797" y="11101"/>
                      <a:pt x="110132" y="11101"/>
                    </a:cubicBezTo>
                    <a:cubicBezTo>
                      <a:pt x="102882" y="10733"/>
                      <a:pt x="95696" y="9553"/>
                      <a:pt x="88710" y="7583"/>
                    </a:cubicBezTo>
                    <a:cubicBezTo>
                      <a:pt x="79803" y="6352"/>
                      <a:pt x="70769" y="6352"/>
                      <a:pt x="61861" y="7583"/>
                    </a:cubicBezTo>
                    <a:cubicBezTo>
                      <a:pt x="61963" y="7891"/>
                      <a:pt x="61963" y="8225"/>
                      <a:pt x="61861" y="8534"/>
                    </a:cubicBezTo>
                    <a:cubicBezTo>
                      <a:pt x="56513" y="13222"/>
                      <a:pt x="49881" y="16203"/>
                      <a:pt x="42820" y="17091"/>
                    </a:cubicBezTo>
                    <a:cubicBezTo>
                      <a:pt x="40154" y="15760"/>
                      <a:pt x="38821" y="21559"/>
                      <a:pt x="33299" y="22891"/>
                    </a:cubicBezTo>
                    <a:cubicBezTo>
                      <a:pt x="27777" y="24222"/>
                      <a:pt x="19970" y="22891"/>
                      <a:pt x="19494" y="24602"/>
                    </a:cubicBezTo>
                    <a:cubicBezTo>
                      <a:pt x="17966" y="28910"/>
                      <a:pt x="15568" y="32858"/>
                      <a:pt x="12449" y="36202"/>
                    </a:cubicBezTo>
                    <a:cubicBezTo>
                      <a:pt x="9307" y="39244"/>
                      <a:pt x="11972" y="42857"/>
                      <a:pt x="7498" y="43713"/>
                    </a:cubicBezTo>
                    <a:cubicBezTo>
                      <a:pt x="4641" y="44284"/>
                      <a:pt x="3404" y="49703"/>
                      <a:pt x="1785" y="54552"/>
                    </a:cubicBezTo>
                    <a:lnTo>
                      <a:pt x="2642" y="54552"/>
                    </a:lnTo>
                    <a:cubicBezTo>
                      <a:pt x="9639" y="57275"/>
                      <a:pt x="13987" y="64293"/>
                      <a:pt x="13305" y="71762"/>
                    </a:cubicBezTo>
                    <a:cubicBezTo>
                      <a:pt x="12448" y="79178"/>
                      <a:pt x="22826" y="81840"/>
                      <a:pt x="27491" y="76516"/>
                    </a:cubicBezTo>
                    <a:cubicBezTo>
                      <a:pt x="32157" y="71191"/>
                      <a:pt x="45581" y="79463"/>
                      <a:pt x="45581" y="82981"/>
                    </a:cubicBezTo>
                    <a:cubicBezTo>
                      <a:pt x="45581" y="86499"/>
                      <a:pt x="31966" y="79178"/>
                      <a:pt x="24254" y="84788"/>
                    </a:cubicBezTo>
                    <a:cubicBezTo>
                      <a:pt x="16542" y="90397"/>
                      <a:pt x="30157" y="95722"/>
                      <a:pt x="28443" y="101617"/>
                    </a:cubicBezTo>
                    <a:cubicBezTo>
                      <a:pt x="27062" y="107766"/>
                      <a:pt x="30933" y="113868"/>
                      <a:pt x="37090" y="115248"/>
                    </a:cubicBezTo>
                    <a:cubicBezTo>
                      <a:pt x="37659" y="115375"/>
                      <a:pt x="38238" y="115459"/>
                      <a:pt x="38821" y="115499"/>
                    </a:cubicBezTo>
                    <a:cubicBezTo>
                      <a:pt x="45581" y="115499"/>
                      <a:pt x="53293" y="126528"/>
                      <a:pt x="57863" y="124436"/>
                    </a:cubicBezTo>
                    <a:cubicBezTo>
                      <a:pt x="62433" y="122344"/>
                      <a:pt x="52817" y="106656"/>
                      <a:pt x="54245" y="104279"/>
                    </a:cubicBezTo>
                    <a:cubicBezTo>
                      <a:pt x="55673" y="101902"/>
                      <a:pt x="63766" y="108463"/>
                      <a:pt x="68241" y="103709"/>
                    </a:cubicBezTo>
                    <a:cubicBezTo>
                      <a:pt x="72715" y="98955"/>
                      <a:pt x="65289" y="95437"/>
                      <a:pt x="58720" y="95722"/>
                    </a:cubicBezTo>
                    <a:cubicBezTo>
                      <a:pt x="52150" y="96007"/>
                      <a:pt x="58720" y="87450"/>
                      <a:pt x="65860" y="91824"/>
                    </a:cubicBezTo>
                    <a:cubicBezTo>
                      <a:pt x="73001" y="96197"/>
                      <a:pt x="76809" y="90683"/>
                      <a:pt x="80332" y="90112"/>
                    </a:cubicBezTo>
                    <a:cubicBezTo>
                      <a:pt x="83855" y="89542"/>
                      <a:pt x="84807" y="76801"/>
                      <a:pt x="73858" y="73854"/>
                    </a:cubicBezTo>
                    <a:cubicBezTo>
                      <a:pt x="62909" y="70906"/>
                      <a:pt x="64337" y="81840"/>
                      <a:pt x="57292" y="74424"/>
                    </a:cubicBezTo>
                    <a:cubicBezTo>
                      <a:pt x="50246" y="67008"/>
                      <a:pt x="63766" y="69955"/>
                      <a:pt x="63766" y="63775"/>
                    </a:cubicBezTo>
                    <a:cubicBezTo>
                      <a:pt x="63766" y="57595"/>
                      <a:pt x="52817" y="48657"/>
                      <a:pt x="47485" y="41241"/>
                    </a:cubicBezTo>
                    <a:cubicBezTo>
                      <a:pt x="42153" y="33825"/>
                      <a:pt x="54911" y="30307"/>
                      <a:pt x="57863" y="35631"/>
                    </a:cubicBezTo>
                    <a:cubicBezTo>
                      <a:pt x="60814" y="40956"/>
                      <a:pt x="68812" y="40100"/>
                      <a:pt x="73858" y="38008"/>
                    </a:cubicBezTo>
                    <a:cubicBezTo>
                      <a:pt x="78904" y="35917"/>
                      <a:pt x="68526" y="26504"/>
                      <a:pt x="77666" y="22891"/>
                    </a:cubicBezTo>
                    <a:cubicBezTo>
                      <a:pt x="86806" y="19277"/>
                      <a:pt x="87187" y="25553"/>
                      <a:pt x="89853" y="26789"/>
                    </a:cubicBezTo>
                    <a:cubicBezTo>
                      <a:pt x="92519" y="28025"/>
                      <a:pt x="95470" y="19373"/>
                      <a:pt x="104991" y="19373"/>
                    </a:cubicBezTo>
                    <a:cubicBezTo>
                      <a:pt x="110069" y="20043"/>
                      <a:pt x="114803" y="22307"/>
                      <a:pt x="118510" y="25838"/>
                    </a:cubicBezTo>
                    <a:cubicBezTo>
                      <a:pt x="121081" y="22986"/>
                      <a:pt x="123176" y="21369"/>
                      <a:pt x="123176" y="18897"/>
                    </a:cubicBezTo>
                    <a:cubicBezTo>
                      <a:pt x="123176" y="16425"/>
                      <a:pt x="128983" y="14523"/>
                      <a:pt x="128983" y="9389"/>
                    </a:cubicBezTo>
                    <a:cubicBezTo>
                      <a:pt x="128723" y="6802"/>
                      <a:pt x="128180" y="4252"/>
                      <a:pt x="127365" y="1783"/>
                    </a:cubicBezTo>
                    <a:close/>
                    <a:moveTo>
                      <a:pt x="110989" y="150773"/>
                    </a:moveTo>
                    <a:cubicBezTo>
                      <a:pt x="106229" y="148111"/>
                      <a:pt x="84902" y="152580"/>
                      <a:pt x="79285" y="147256"/>
                    </a:cubicBezTo>
                    <a:cubicBezTo>
                      <a:pt x="73667" y="141931"/>
                      <a:pt x="62147" y="151439"/>
                      <a:pt x="67098" y="152200"/>
                    </a:cubicBezTo>
                    <a:cubicBezTo>
                      <a:pt x="76586" y="155752"/>
                      <a:pt x="86411" y="158333"/>
                      <a:pt x="96422" y="159901"/>
                    </a:cubicBezTo>
                    <a:cubicBezTo>
                      <a:pt x="108038" y="159901"/>
                      <a:pt x="123747" y="154577"/>
                      <a:pt x="123461" y="151629"/>
                    </a:cubicBezTo>
                    <a:cubicBezTo>
                      <a:pt x="123176" y="148682"/>
                      <a:pt x="115749" y="153721"/>
                      <a:pt x="110989" y="15077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97" name="Freeform 2819">
                <a:extLst>
                  <a:ext uri="{FF2B5EF4-FFF2-40B4-BE49-F238E27FC236}">
                    <a16:creationId xmlns:a16="http://schemas.microsoft.com/office/drawing/2014/main" id="{4570E731-14BF-8980-DF30-B8C0AC006A2E}"/>
                  </a:ext>
                </a:extLst>
              </p:cNvPr>
              <p:cNvSpPr/>
              <p:nvPr/>
            </p:nvSpPr>
            <p:spPr>
              <a:xfrm>
                <a:off x="11480107" y="4657450"/>
                <a:ext cx="202045" cy="224193"/>
              </a:xfrm>
              <a:custGeom>
                <a:avLst/>
                <a:gdLst>
                  <a:gd name="connsiteX0" fmla="*/ 80544 w 85687"/>
                  <a:gd name="connsiteY0" fmla="*/ 31992 h 95080"/>
                  <a:gd name="connsiteX1" fmla="*/ 73879 w 85687"/>
                  <a:gd name="connsiteY1" fmla="*/ 26002 h 95080"/>
                  <a:gd name="connsiteX2" fmla="*/ 62264 w 85687"/>
                  <a:gd name="connsiteY2" fmla="*/ 29615 h 95080"/>
                  <a:gd name="connsiteX3" fmla="*/ 49697 w 85687"/>
                  <a:gd name="connsiteY3" fmla="*/ 26953 h 95080"/>
                  <a:gd name="connsiteX4" fmla="*/ 54267 w 85687"/>
                  <a:gd name="connsiteY4" fmla="*/ 15258 h 95080"/>
                  <a:gd name="connsiteX5" fmla="*/ 59694 w 85687"/>
                  <a:gd name="connsiteY5" fmla="*/ 3849 h 95080"/>
                  <a:gd name="connsiteX6" fmla="*/ 57218 w 85687"/>
                  <a:gd name="connsiteY6" fmla="*/ 3849 h 95080"/>
                  <a:gd name="connsiteX7" fmla="*/ 37034 w 85687"/>
                  <a:gd name="connsiteY7" fmla="*/ 7937 h 95080"/>
                  <a:gd name="connsiteX8" fmla="*/ 46555 w 85687"/>
                  <a:gd name="connsiteY8" fmla="*/ 17445 h 95080"/>
                  <a:gd name="connsiteX9" fmla="*/ 30179 w 85687"/>
                  <a:gd name="connsiteY9" fmla="*/ 25717 h 95080"/>
                  <a:gd name="connsiteX10" fmla="*/ 8852 w 85687"/>
                  <a:gd name="connsiteY10" fmla="*/ 25717 h 95080"/>
                  <a:gd name="connsiteX11" fmla="*/ 11232 w 85687"/>
                  <a:gd name="connsiteY11" fmla="*/ 40835 h 95080"/>
                  <a:gd name="connsiteX12" fmla="*/ 20753 w 85687"/>
                  <a:gd name="connsiteY12" fmla="*/ 55002 h 95080"/>
                  <a:gd name="connsiteX13" fmla="*/ 15422 w 85687"/>
                  <a:gd name="connsiteY13" fmla="*/ 71926 h 95080"/>
                  <a:gd name="connsiteX14" fmla="*/ 2093 w 85687"/>
                  <a:gd name="connsiteY14" fmla="*/ 84952 h 95080"/>
                  <a:gd name="connsiteX15" fmla="*/ 21896 w 85687"/>
                  <a:gd name="connsiteY15" fmla="*/ 100926 h 95080"/>
                  <a:gd name="connsiteX16" fmla="*/ 56552 w 85687"/>
                  <a:gd name="connsiteY16" fmla="*/ 86663 h 95080"/>
                  <a:gd name="connsiteX17" fmla="*/ 81211 w 85687"/>
                  <a:gd name="connsiteY17" fmla="*/ 81719 h 95080"/>
                  <a:gd name="connsiteX18" fmla="*/ 81211 w 85687"/>
                  <a:gd name="connsiteY18" fmla="*/ 35225 h 95080"/>
                  <a:gd name="connsiteX19" fmla="*/ 80544 w 85687"/>
                  <a:gd name="connsiteY19" fmla="*/ 31992 h 9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5687" h="95080">
                    <a:moveTo>
                      <a:pt x="80544" y="31992"/>
                    </a:moveTo>
                    <a:cubicBezTo>
                      <a:pt x="78087" y="30274"/>
                      <a:pt x="75848" y="28262"/>
                      <a:pt x="73879" y="26002"/>
                    </a:cubicBezTo>
                    <a:cubicBezTo>
                      <a:pt x="66263" y="17065"/>
                      <a:pt x="63121" y="24196"/>
                      <a:pt x="62264" y="29615"/>
                    </a:cubicBezTo>
                    <a:cubicBezTo>
                      <a:pt x="61407" y="35035"/>
                      <a:pt x="54267" y="27809"/>
                      <a:pt x="49697" y="26953"/>
                    </a:cubicBezTo>
                    <a:cubicBezTo>
                      <a:pt x="45127" y="26097"/>
                      <a:pt x="51125" y="17445"/>
                      <a:pt x="54267" y="15258"/>
                    </a:cubicBezTo>
                    <a:cubicBezTo>
                      <a:pt x="57242" y="12126"/>
                      <a:pt x="59143" y="8131"/>
                      <a:pt x="59694" y="3849"/>
                    </a:cubicBezTo>
                    <a:cubicBezTo>
                      <a:pt x="58875" y="3993"/>
                      <a:pt x="58037" y="3993"/>
                      <a:pt x="57218" y="3849"/>
                    </a:cubicBezTo>
                    <a:cubicBezTo>
                      <a:pt x="48935" y="616"/>
                      <a:pt x="37320" y="616"/>
                      <a:pt x="37034" y="7937"/>
                    </a:cubicBezTo>
                    <a:cubicBezTo>
                      <a:pt x="36749" y="15258"/>
                      <a:pt x="46555" y="12691"/>
                      <a:pt x="46555" y="17445"/>
                    </a:cubicBezTo>
                    <a:cubicBezTo>
                      <a:pt x="46555" y="22199"/>
                      <a:pt x="37034" y="20963"/>
                      <a:pt x="30179" y="25717"/>
                    </a:cubicBezTo>
                    <a:cubicBezTo>
                      <a:pt x="23324" y="30471"/>
                      <a:pt x="15993" y="22484"/>
                      <a:pt x="8852" y="25717"/>
                    </a:cubicBezTo>
                    <a:cubicBezTo>
                      <a:pt x="1712" y="28950"/>
                      <a:pt x="16564" y="33419"/>
                      <a:pt x="11232" y="40835"/>
                    </a:cubicBezTo>
                    <a:cubicBezTo>
                      <a:pt x="5901" y="48251"/>
                      <a:pt x="11232" y="47966"/>
                      <a:pt x="20753" y="55002"/>
                    </a:cubicBezTo>
                    <a:cubicBezTo>
                      <a:pt x="30274" y="62038"/>
                      <a:pt x="15422" y="63939"/>
                      <a:pt x="15422" y="71926"/>
                    </a:cubicBezTo>
                    <a:cubicBezTo>
                      <a:pt x="15422" y="79913"/>
                      <a:pt x="4473" y="79628"/>
                      <a:pt x="2093" y="84952"/>
                    </a:cubicBezTo>
                    <a:cubicBezTo>
                      <a:pt x="-288" y="90277"/>
                      <a:pt x="11613" y="100926"/>
                      <a:pt x="21896" y="100926"/>
                    </a:cubicBezTo>
                    <a:cubicBezTo>
                      <a:pt x="34667" y="99952"/>
                      <a:pt x="46801" y="94958"/>
                      <a:pt x="56552" y="86663"/>
                    </a:cubicBezTo>
                    <a:cubicBezTo>
                      <a:pt x="66644" y="77155"/>
                      <a:pt x="71975" y="86663"/>
                      <a:pt x="81211" y="81719"/>
                    </a:cubicBezTo>
                    <a:cubicBezTo>
                      <a:pt x="90446" y="76775"/>
                      <a:pt x="84733" y="42356"/>
                      <a:pt x="81211" y="35225"/>
                    </a:cubicBezTo>
                    <a:cubicBezTo>
                      <a:pt x="80507" y="34305"/>
                      <a:pt x="80262" y="33115"/>
                      <a:pt x="80544" y="319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98" name="Freeform 2820">
                <a:extLst>
                  <a:ext uri="{FF2B5EF4-FFF2-40B4-BE49-F238E27FC236}">
                    <a16:creationId xmlns:a16="http://schemas.microsoft.com/office/drawing/2014/main" id="{7A50066A-E29B-40CE-1B6C-4E3CBEA9CB96}"/>
                  </a:ext>
                </a:extLst>
              </p:cNvPr>
              <p:cNvSpPr/>
              <p:nvPr/>
            </p:nvSpPr>
            <p:spPr>
              <a:xfrm>
                <a:off x="11589365" y="4270985"/>
                <a:ext cx="471442" cy="717423"/>
              </a:xfrm>
              <a:custGeom>
                <a:avLst/>
                <a:gdLst>
                  <a:gd name="connsiteX0" fmla="*/ 38398 w 199937"/>
                  <a:gd name="connsiteY0" fmla="*/ 163849 h 304256"/>
                  <a:gd name="connsiteX1" fmla="*/ 13358 w 199937"/>
                  <a:gd name="connsiteY1" fmla="*/ 167748 h 304256"/>
                  <a:gd name="connsiteX2" fmla="*/ 7931 w 199937"/>
                  <a:gd name="connsiteY2" fmla="*/ 179157 h 304256"/>
                  <a:gd name="connsiteX3" fmla="*/ 3361 w 199937"/>
                  <a:gd name="connsiteY3" fmla="*/ 190852 h 304256"/>
                  <a:gd name="connsiteX4" fmla="*/ 15929 w 199937"/>
                  <a:gd name="connsiteY4" fmla="*/ 193514 h 304256"/>
                  <a:gd name="connsiteX5" fmla="*/ 27544 w 199937"/>
                  <a:gd name="connsiteY5" fmla="*/ 189901 h 304256"/>
                  <a:gd name="connsiteX6" fmla="*/ 34209 w 199937"/>
                  <a:gd name="connsiteY6" fmla="*/ 195891 h 304256"/>
                  <a:gd name="connsiteX7" fmla="*/ 49632 w 199937"/>
                  <a:gd name="connsiteY7" fmla="*/ 186383 h 304256"/>
                  <a:gd name="connsiteX8" fmla="*/ 38398 w 199937"/>
                  <a:gd name="connsiteY8" fmla="*/ 163849 h 304256"/>
                  <a:gd name="connsiteX9" fmla="*/ 200252 w 199937"/>
                  <a:gd name="connsiteY9" fmla="*/ 237156 h 304256"/>
                  <a:gd name="connsiteX10" fmla="*/ 179211 w 199937"/>
                  <a:gd name="connsiteY10" fmla="*/ 226792 h 304256"/>
                  <a:gd name="connsiteX11" fmla="*/ 169690 w 199937"/>
                  <a:gd name="connsiteY11" fmla="*/ 225651 h 304256"/>
                  <a:gd name="connsiteX12" fmla="*/ 169690 w 199937"/>
                  <a:gd name="connsiteY12" fmla="*/ 214717 h 304256"/>
                  <a:gd name="connsiteX13" fmla="*/ 163121 w 199937"/>
                  <a:gd name="connsiteY13" fmla="*/ 203783 h 304256"/>
                  <a:gd name="connsiteX14" fmla="*/ 147983 w 199937"/>
                  <a:gd name="connsiteY14" fmla="*/ 179442 h 304256"/>
                  <a:gd name="connsiteX15" fmla="*/ 134749 w 199937"/>
                  <a:gd name="connsiteY15" fmla="*/ 155197 h 304256"/>
                  <a:gd name="connsiteX16" fmla="*/ 121324 w 199937"/>
                  <a:gd name="connsiteY16" fmla="*/ 145118 h 304256"/>
                  <a:gd name="connsiteX17" fmla="*/ 103330 w 199937"/>
                  <a:gd name="connsiteY17" fmla="*/ 142171 h 304256"/>
                  <a:gd name="connsiteX18" fmla="*/ 110375 w 199937"/>
                  <a:gd name="connsiteY18" fmla="*/ 129145 h 304256"/>
                  <a:gd name="connsiteX19" fmla="*/ 125799 w 199937"/>
                  <a:gd name="connsiteY19" fmla="*/ 94251 h 304256"/>
                  <a:gd name="connsiteX20" fmla="*/ 88763 w 199937"/>
                  <a:gd name="connsiteY20" fmla="*/ 92539 h 304256"/>
                  <a:gd name="connsiteX21" fmla="*/ 81908 w 199937"/>
                  <a:gd name="connsiteY21" fmla="*/ 85979 h 304256"/>
                  <a:gd name="connsiteX22" fmla="*/ 97046 w 199937"/>
                  <a:gd name="connsiteY22" fmla="*/ 69435 h 304256"/>
                  <a:gd name="connsiteX23" fmla="*/ 99998 w 199937"/>
                  <a:gd name="connsiteY23" fmla="*/ 57550 h 304256"/>
                  <a:gd name="connsiteX24" fmla="*/ 91143 w 199937"/>
                  <a:gd name="connsiteY24" fmla="*/ 65536 h 304256"/>
                  <a:gd name="connsiteX25" fmla="*/ 69531 w 199937"/>
                  <a:gd name="connsiteY25" fmla="*/ 65536 h 304256"/>
                  <a:gd name="connsiteX26" fmla="*/ 57059 w 199937"/>
                  <a:gd name="connsiteY26" fmla="*/ 82461 h 304256"/>
                  <a:gd name="connsiteX27" fmla="*/ 48204 w 199937"/>
                  <a:gd name="connsiteY27" fmla="*/ 96057 h 304256"/>
                  <a:gd name="connsiteX28" fmla="*/ 43158 w 199937"/>
                  <a:gd name="connsiteY28" fmla="*/ 101667 h 304256"/>
                  <a:gd name="connsiteX29" fmla="*/ 30972 w 199937"/>
                  <a:gd name="connsiteY29" fmla="*/ 97198 h 304256"/>
                  <a:gd name="connsiteX30" fmla="*/ 45539 w 199937"/>
                  <a:gd name="connsiteY30" fmla="*/ 109083 h 304256"/>
                  <a:gd name="connsiteX31" fmla="*/ 38112 w 199937"/>
                  <a:gd name="connsiteY31" fmla="*/ 123821 h 304256"/>
                  <a:gd name="connsiteX32" fmla="*/ 48776 w 199937"/>
                  <a:gd name="connsiteY32" fmla="*/ 134469 h 304256"/>
                  <a:gd name="connsiteX33" fmla="*/ 32209 w 199937"/>
                  <a:gd name="connsiteY33" fmla="*/ 146925 h 304256"/>
                  <a:gd name="connsiteX34" fmla="*/ 46395 w 199937"/>
                  <a:gd name="connsiteY34" fmla="*/ 141886 h 304256"/>
                  <a:gd name="connsiteX35" fmla="*/ 54679 w 199937"/>
                  <a:gd name="connsiteY35" fmla="*/ 154056 h 304256"/>
                  <a:gd name="connsiteX36" fmla="*/ 66294 w 199937"/>
                  <a:gd name="connsiteY36" fmla="*/ 138368 h 304256"/>
                  <a:gd name="connsiteX37" fmla="*/ 67722 w 199937"/>
                  <a:gd name="connsiteY37" fmla="*/ 152250 h 304256"/>
                  <a:gd name="connsiteX38" fmla="*/ 60582 w 199937"/>
                  <a:gd name="connsiteY38" fmla="*/ 172406 h 304256"/>
                  <a:gd name="connsiteX39" fmla="*/ 89144 w 199937"/>
                  <a:gd name="connsiteY39" fmla="*/ 169744 h 304256"/>
                  <a:gd name="connsiteX40" fmla="*/ 94476 w 199937"/>
                  <a:gd name="connsiteY40" fmla="*/ 175639 h 304256"/>
                  <a:gd name="connsiteX41" fmla="*/ 93362 w 199937"/>
                  <a:gd name="connsiteY41" fmla="*/ 185527 h 304256"/>
                  <a:gd name="connsiteX42" fmla="*/ 97808 w 199937"/>
                  <a:gd name="connsiteY42" fmla="*/ 188095 h 304256"/>
                  <a:gd name="connsiteX43" fmla="*/ 103140 w 199937"/>
                  <a:gd name="connsiteY43" fmla="*/ 195416 h 304256"/>
                  <a:gd name="connsiteX44" fmla="*/ 101331 w 199937"/>
                  <a:gd name="connsiteY44" fmla="*/ 213481 h 304256"/>
                  <a:gd name="connsiteX45" fmla="*/ 80861 w 199937"/>
                  <a:gd name="connsiteY45" fmla="*/ 214432 h 304256"/>
                  <a:gd name="connsiteX46" fmla="*/ 74672 w 199937"/>
                  <a:gd name="connsiteY46" fmla="*/ 217665 h 304256"/>
                  <a:gd name="connsiteX47" fmla="*/ 68769 w 199937"/>
                  <a:gd name="connsiteY47" fmla="*/ 230120 h 304256"/>
                  <a:gd name="connsiteX48" fmla="*/ 80575 w 199937"/>
                  <a:gd name="connsiteY48" fmla="*/ 237822 h 304256"/>
                  <a:gd name="connsiteX49" fmla="*/ 61533 w 199937"/>
                  <a:gd name="connsiteY49" fmla="*/ 251418 h 304256"/>
                  <a:gd name="connsiteX50" fmla="*/ 69246 w 199937"/>
                  <a:gd name="connsiteY50" fmla="*/ 259690 h 304256"/>
                  <a:gd name="connsiteX51" fmla="*/ 81051 w 199937"/>
                  <a:gd name="connsiteY51" fmla="*/ 262352 h 304256"/>
                  <a:gd name="connsiteX52" fmla="*/ 102092 w 199937"/>
                  <a:gd name="connsiteY52" fmla="*/ 265300 h 304256"/>
                  <a:gd name="connsiteX53" fmla="*/ 103901 w 199937"/>
                  <a:gd name="connsiteY53" fmla="*/ 270339 h 304256"/>
                  <a:gd name="connsiteX54" fmla="*/ 81623 w 199937"/>
                  <a:gd name="connsiteY54" fmla="*/ 273287 h 304256"/>
                  <a:gd name="connsiteX55" fmla="*/ 56202 w 199937"/>
                  <a:gd name="connsiteY55" fmla="*/ 304663 h 304256"/>
                  <a:gd name="connsiteX56" fmla="*/ 70959 w 199937"/>
                  <a:gd name="connsiteY56" fmla="*/ 296391 h 304256"/>
                  <a:gd name="connsiteX57" fmla="*/ 85812 w 199937"/>
                  <a:gd name="connsiteY57" fmla="*/ 299339 h 304256"/>
                  <a:gd name="connsiteX58" fmla="*/ 94666 w 199937"/>
                  <a:gd name="connsiteY58" fmla="*/ 290401 h 304256"/>
                  <a:gd name="connsiteX59" fmla="*/ 109233 w 199937"/>
                  <a:gd name="connsiteY59" fmla="*/ 288404 h 304256"/>
                  <a:gd name="connsiteX60" fmla="*/ 124942 w 199937"/>
                  <a:gd name="connsiteY60" fmla="*/ 283936 h 304256"/>
                  <a:gd name="connsiteX61" fmla="*/ 140937 w 199937"/>
                  <a:gd name="connsiteY61" fmla="*/ 287834 h 304256"/>
                  <a:gd name="connsiteX62" fmla="*/ 163406 w 199937"/>
                  <a:gd name="connsiteY62" fmla="*/ 283650 h 304256"/>
                  <a:gd name="connsiteX63" fmla="*/ 191302 w 199937"/>
                  <a:gd name="connsiteY63" fmla="*/ 272146 h 304256"/>
                  <a:gd name="connsiteX64" fmla="*/ 182734 w 199937"/>
                  <a:gd name="connsiteY64" fmla="*/ 267962 h 304256"/>
                  <a:gd name="connsiteX65" fmla="*/ 184162 w 199937"/>
                  <a:gd name="connsiteY65" fmla="*/ 256172 h 304256"/>
                  <a:gd name="connsiteX66" fmla="*/ 200918 w 199937"/>
                  <a:gd name="connsiteY66" fmla="*/ 237156 h 304256"/>
                  <a:gd name="connsiteX67" fmla="*/ 22213 w 199937"/>
                  <a:gd name="connsiteY67" fmla="*/ 88641 h 304256"/>
                  <a:gd name="connsiteX68" fmla="*/ 35542 w 199937"/>
                  <a:gd name="connsiteY68" fmla="*/ 70861 h 304256"/>
                  <a:gd name="connsiteX69" fmla="*/ 22403 w 199937"/>
                  <a:gd name="connsiteY69" fmla="*/ 88641 h 304256"/>
                  <a:gd name="connsiteX70" fmla="*/ 137129 w 199937"/>
                  <a:gd name="connsiteY70" fmla="*/ 24176 h 304256"/>
                  <a:gd name="connsiteX71" fmla="*/ 140366 w 199937"/>
                  <a:gd name="connsiteY71" fmla="*/ 1928 h 304256"/>
                  <a:gd name="connsiteX72" fmla="*/ 137129 w 199937"/>
                  <a:gd name="connsiteY72" fmla="*/ 24176 h 30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199937" h="304256">
                    <a:moveTo>
                      <a:pt x="38398" y="163849"/>
                    </a:moveTo>
                    <a:cubicBezTo>
                      <a:pt x="30877" y="156623"/>
                      <a:pt x="21261" y="167938"/>
                      <a:pt x="13358" y="167748"/>
                    </a:cubicBezTo>
                    <a:cubicBezTo>
                      <a:pt x="12807" y="172029"/>
                      <a:pt x="10906" y="176025"/>
                      <a:pt x="7931" y="179157"/>
                    </a:cubicBezTo>
                    <a:cubicBezTo>
                      <a:pt x="4789" y="181439"/>
                      <a:pt x="-1018" y="189901"/>
                      <a:pt x="3361" y="190852"/>
                    </a:cubicBezTo>
                    <a:cubicBezTo>
                      <a:pt x="7741" y="191803"/>
                      <a:pt x="15072" y="198839"/>
                      <a:pt x="15929" y="193514"/>
                    </a:cubicBezTo>
                    <a:cubicBezTo>
                      <a:pt x="16786" y="188190"/>
                      <a:pt x="19928" y="180964"/>
                      <a:pt x="27544" y="189901"/>
                    </a:cubicBezTo>
                    <a:cubicBezTo>
                      <a:pt x="29513" y="192161"/>
                      <a:pt x="31752" y="194173"/>
                      <a:pt x="34209" y="195891"/>
                    </a:cubicBezTo>
                    <a:cubicBezTo>
                      <a:pt x="35446" y="191898"/>
                      <a:pt x="44777" y="191137"/>
                      <a:pt x="49632" y="186383"/>
                    </a:cubicBezTo>
                    <a:cubicBezTo>
                      <a:pt x="54488" y="181629"/>
                      <a:pt x="46681" y="171836"/>
                      <a:pt x="38398" y="163849"/>
                    </a:cubicBezTo>
                    <a:close/>
                    <a:moveTo>
                      <a:pt x="200252" y="237156"/>
                    </a:moveTo>
                    <a:cubicBezTo>
                      <a:pt x="200918" y="228314"/>
                      <a:pt x="181210" y="222133"/>
                      <a:pt x="179211" y="226792"/>
                    </a:cubicBezTo>
                    <a:cubicBezTo>
                      <a:pt x="177212" y="231451"/>
                      <a:pt x="172737" y="230976"/>
                      <a:pt x="169690" y="225651"/>
                    </a:cubicBezTo>
                    <a:cubicBezTo>
                      <a:pt x="166643" y="220327"/>
                      <a:pt x="172642" y="215288"/>
                      <a:pt x="169690" y="214717"/>
                    </a:cubicBezTo>
                    <a:cubicBezTo>
                      <a:pt x="165610" y="212601"/>
                      <a:pt x="163070" y="208373"/>
                      <a:pt x="163121" y="203783"/>
                    </a:cubicBezTo>
                    <a:cubicBezTo>
                      <a:pt x="164073" y="200836"/>
                      <a:pt x="158075" y="181819"/>
                      <a:pt x="147983" y="179442"/>
                    </a:cubicBezTo>
                    <a:cubicBezTo>
                      <a:pt x="137891" y="177065"/>
                      <a:pt x="136463" y="162898"/>
                      <a:pt x="134749" y="155197"/>
                    </a:cubicBezTo>
                    <a:cubicBezTo>
                      <a:pt x="133035" y="147496"/>
                      <a:pt x="126370" y="151679"/>
                      <a:pt x="121324" y="145118"/>
                    </a:cubicBezTo>
                    <a:cubicBezTo>
                      <a:pt x="116278" y="138558"/>
                      <a:pt x="107709" y="141886"/>
                      <a:pt x="103330" y="142171"/>
                    </a:cubicBezTo>
                    <a:cubicBezTo>
                      <a:pt x="98950" y="142456"/>
                      <a:pt x="103330" y="133899"/>
                      <a:pt x="110375" y="129145"/>
                    </a:cubicBezTo>
                    <a:cubicBezTo>
                      <a:pt x="117421" y="124391"/>
                      <a:pt x="125799" y="99290"/>
                      <a:pt x="125799" y="94251"/>
                    </a:cubicBezTo>
                    <a:cubicBezTo>
                      <a:pt x="125799" y="89211"/>
                      <a:pt x="94666" y="89497"/>
                      <a:pt x="88763" y="92539"/>
                    </a:cubicBezTo>
                    <a:cubicBezTo>
                      <a:pt x="82860" y="95582"/>
                      <a:pt x="76957" y="88070"/>
                      <a:pt x="81908" y="85979"/>
                    </a:cubicBezTo>
                    <a:cubicBezTo>
                      <a:pt x="86859" y="83887"/>
                      <a:pt x="97617" y="73523"/>
                      <a:pt x="97046" y="69435"/>
                    </a:cubicBezTo>
                    <a:cubicBezTo>
                      <a:pt x="96475" y="65346"/>
                      <a:pt x="104472" y="61448"/>
                      <a:pt x="99998" y="57550"/>
                    </a:cubicBezTo>
                    <a:cubicBezTo>
                      <a:pt x="95523" y="53651"/>
                      <a:pt x="94952" y="62589"/>
                      <a:pt x="91143" y="65536"/>
                    </a:cubicBezTo>
                    <a:cubicBezTo>
                      <a:pt x="84156" y="68032"/>
                      <a:pt x="76518" y="68032"/>
                      <a:pt x="69531" y="65536"/>
                    </a:cubicBezTo>
                    <a:cubicBezTo>
                      <a:pt x="60010" y="63825"/>
                      <a:pt x="56773" y="76851"/>
                      <a:pt x="57059" y="82461"/>
                    </a:cubicBezTo>
                    <a:cubicBezTo>
                      <a:pt x="57345" y="88070"/>
                      <a:pt x="46395" y="91303"/>
                      <a:pt x="48204" y="96057"/>
                    </a:cubicBezTo>
                    <a:cubicBezTo>
                      <a:pt x="50013" y="100811"/>
                      <a:pt x="46110" y="104329"/>
                      <a:pt x="43158" y="101667"/>
                    </a:cubicBezTo>
                    <a:cubicBezTo>
                      <a:pt x="40207" y="99005"/>
                      <a:pt x="36970" y="92159"/>
                      <a:pt x="30972" y="97198"/>
                    </a:cubicBezTo>
                    <a:cubicBezTo>
                      <a:pt x="24974" y="102237"/>
                      <a:pt x="37827" y="108227"/>
                      <a:pt x="45539" y="109083"/>
                    </a:cubicBezTo>
                    <a:cubicBezTo>
                      <a:pt x="53250" y="109939"/>
                      <a:pt x="39636" y="115549"/>
                      <a:pt x="38112" y="123821"/>
                    </a:cubicBezTo>
                    <a:cubicBezTo>
                      <a:pt x="36589" y="132092"/>
                      <a:pt x="48204" y="128575"/>
                      <a:pt x="48776" y="134469"/>
                    </a:cubicBezTo>
                    <a:cubicBezTo>
                      <a:pt x="49347" y="140364"/>
                      <a:pt x="32209" y="141315"/>
                      <a:pt x="32209" y="146925"/>
                    </a:cubicBezTo>
                    <a:cubicBezTo>
                      <a:pt x="32209" y="152535"/>
                      <a:pt x="41730" y="144263"/>
                      <a:pt x="46395" y="141886"/>
                    </a:cubicBezTo>
                    <a:cubicBezTo>
                      <a:pt x="51061" y="139509"/>
                      <a:pt x="44015" y="155767"/>
                      <a:pt x="54679" y="154056"/>
                    </a:cubicBezTo>
                    <a:cubicBezTo>
                      <a:pt x="65342" y="152345"/>
                      <a:pt x="62391" y="137797"/>
                      <a:pt x="66294" y="138368"/>
                    </a:cubicBezTo>
                    <a:cubicBezTo>
                      <a:pt x="70197" y="138938"/>
                      <a:pt x="64485" y="146069"/>
                      <a:pt x="67722" y="152250"/>
                    </a:cubicBezTo>
                    <a:cubicBezTo>
                      <a:pt x="70959" y="158430"/>
                      <a:pt x="60010" y="167938"/>
                      <a:pt x="60582" y="172406"/>
                    </a:cubicBezTo>
                    <a:cubicBezTo>
                      <a:pt x="61153" y="176875"/>
                      <a:pt x="82575" y="176875"/>
                      <a:pt x="89144" y="169744"/>
                    </a:cubicBezTo>
                    <a:cubicBezTo>
                      <a:pt x="95713" y="162613"/>
                      <a:pt x="99236" y="170315"/>
                      <a:pt x="94476" y="175639"/>
                    </a:cubicBezTo>
                    <a:cubicBezTo>
                      <a:pt x="91434" y="178063"/>
                      <a:pt x="90936" y="182490"/>
                      <a:pt x="93362" y="185527"/>
                    </a:cubicBezTo>
                    <a:cubicBezTo>
                      <a:pt x="94468" y="186911"/>
                      <a:pt x="96055" y="187828"/>
                      <a:pt x="97808" y="188095"/>
                    </a:cubicBezTo>
                    <a:cubicBezTo>
                      <a:pt x="103711" y="190187"/>
                      <a:pt x="105805" y="190757"/>
                      <a:pt x="103140" y="195416"/>
                    </a:cubicBezTo>
                    <a:cubicBezTo>
                      <a:pt x="100474" y="200075"/>
                      <a:pt x="103140" y="209107"/>
                      <a:pt x="101331" y="213481"/>
                    </a:cubicBezTo>
                    <a:cubicBezTo>
                      <a:pt x="99522" y="217855"/>
                      <a:pt x="81432" y="217379"/>
                      <a:pt x="80861" y="214432"/>
                    </a:cubicBezTo>
                    <a:cubicBezTo>
                      <a:pt x="80289" y="211484"/>
                      <a:pt x="72578" y="213481"/>
                      <a:pt x="74672" y="217665"/>
                    </a:cubicBezTo>
                    <a:cubicBezTo>
                      <a:pt x="76767" y="221848"/>
                      <a:pt x="68103" y="226222"/>
                      <a:pt x="68769" y="230120"/>
                    </a:cubicBezTo>
                    <a:cubicBezTo>
                      <a:pt x="69436" y="234018"/>
                      <a:pt x="80289" y="233068"/>
                      <a:pt x="80575" y="237822"/>
                    </a:cubicBezTo>
                    <a:cubicBezTo>
                      <a:pt x="80861" y="242576"/>
                      <a:pt x="72578" y="248090"/>
                      <a:pt x="61533" y="251418"/>
                    </a:cubicBezTo>
                    <a:cubicBezTo>
                      <a:pt x="50490" y="254746"/>
                      <a:pt x="63914" y="263493"/>
                      <a:pt x="69246" y="259690"/>
                    </a:cubicBezTo>
                    <a:cubicBezTo>
                      <a:pt x="74577" y="255887"/>
                      <a:pt x="73339" y="262352"/>
                      <a:pt x="81051" y="262352"/>
                    </a:cubicBezTo>
                    <a:cubicBezTo>
                      <a:pt x="88763" y="262352"/>
                      <a:pt x="93524" y="268533"/>
                      <a:pt x="102092" y="265300"/>
                    </a:cubicBezTo>
                    <a:cubicBezTo>
                      <a:pt x="110661" y="262067"/>
                      <a:pt x="110375" y="265300"/>
                      <a:pt x="103901" y="270339"/>
                    </a:cubicBezTo>
                    <a:cubicBezTo>
                      <a:pt x="97427" y="275378"/>
                      <a:pt x="87621" y="270339"/>
                      <a:pt x="81623" y="273287"/>
                    </a:cubicBezTo>
                    <a:cubicBezTo>
                      <a:pt x="75624" y="276234"/>
                      <a:pt x="51632" y="299148"/>
                      <a:pt x="56202" y="304663"/>
                    </a:cubicBezTo>
                    <a:cubicBezTo>
                      <a:pt x="58868" y="307896"/>
                      <a:pt x="62391" y="299909"/>
                      <a:pt x="70959" y="296391"/>
                    </a:cubicBezTo>
                    <a:cubicBezTo>
                      <a:pt x="79528" y="292873"/>
                      <a:pt x="81051" y="298768"/>
                      <a:pt x="85812" y="299339"/>
                    </a:cubicBezTo>
                    <a:cubicBezTo>
                      <a:pt x="90572" y="299909"/>
                      <a:pt x="90858" y="289831"/>
                      <a:pt x="94666" y="290401"/>
                    </a:cubicBezTo>
                    <a:cubicBezTo>
                      <a:pt x="98474" y="290972"/>
                      <a:pt x="102092" y="287168"/>
                      <a:pt x="109233" y="288404"/>
                    </a:cubicBezTo>
                    <a:cubicBezTo>
                      <a:pt x="114876" y="289347"/>
                      <a:pt x="120644" y="287706"/>
                      <a:pt x="124942" y="283936"/>
                    </a:cubicBezTo>
                    <a:cubicBezTo>
                      <a:pt x="128465" y="280988"/>
                      <a:pt x="137986" y="289831"/>
                      <a:pt x="140937" y="287834"/>
                    </a:cubicBezTo>
                    <a:cubicBezTo>
                      <a:pt x="148078" y="284974"/>
                      <a:pt x="155714" y="283552"/>
                      <a:pt x="163406" y="283650"/>
                    </a:cubicBezTo>
                    <a:cubicBezTo>
                      <a:pt x="173496" y="282110"/>
                      <a:pt x="183064" y="278164"/>
                      <a:pt x="191302" y="272146"/>
                    </a:cubicBezTo>
                    <a:cubicBezTo>
                      <a:pt x="195682" y="267962"/>
                      <a:pt x="188636" y="267106"/>
                      <a:pt x="182734" y="267962"/>
                    </a:cubicBezTo>
                    <a:cubicBezTo>
                      <a:pt x="176831" y="268818"/>
                      <a:pt x="177973" y="262067"/>
                      <a:pt x="184162" y="256172"/>
                    </a:cubicBezTo>
                    <a:cubicBezTo>
                      <a:pt x="190350" y="250277"/>
                      <a:pt x="199871" y="246094"/>
                      <a:pt x="200918" y="237156"/>
                    </a:cubicBezTo>
                    <a:close/>
                    <a:moveTo>
                      <a:pt x="22213" y="88641"/>
                    </a:moveTo>
                    <a:cubicBezTo>
                      <a:pt x="30210" y="88641"/>
                      <a:pt x="39445" y="74759"/>
                      <a:pt x="35542" y="70861"/>
                    </a:cubicBezTo>
                    <a:cubicBezTo>
                      <a:pt x="31638" y="66963"/>
                      <a:pt x="16500" y="88831"/>
                      <a:pt x="22403" y="88641"/>
                    </a:cubicBezTo>
                    <a:close/>
                    <a:moveTo>
                      <a:pt x="137129" y="24176"/>
                    </a:moveTo>
                    <a:cubicBezTo>
                      <a:pt x="142080" y="19137"/>
                      <a:pt x="148078" y="-69"/>
                      <a:pt x="140366" y="1928"/>
                    </a:cubicBezTo>
                    <a:cubicBezTo>
                      <a:pt x="132654" y="3924"/>
                      <a:pt x="134844" y="26649"/>
                      <a:pt x="137129" y="241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99" name="Freeform 2821">
                <a:extLst>
                  <a:ext uri="{FF2B5EF4-FFF2-40B4-BE49-F238E27FC236}">
                    <a16:creationId xmlns:a16="http://schemas.microsoft.com/office/drawing/2014/main" id="{41BE2236-EB0C-A452-3DDB-F56A1FC91998}"/>
                  </a:ext>
                </a:extLst>
              </p:cNvPr>
              <p:cNvSpPr/>
              <p:nvPr/>
            </p:nvSpPr>
            <p:spPr>
              <a:xfrm>
                <a:off x="11589365" y="4270985"/>
                <a:ext cx="471442" cy="717423"/>
              </a:xfrm>
              <a:custGeom>
                <a:avLst/>
                <a:gdLst>
                  <a:gd name="connsiteX0" fmla="*/ 38398 w 199937"/>
                  <a:gd name="connsiteY0" fmla="*/ 163849 h 304256"/>
                  <a:gd name="connsiteX1" fmla="*/ 13358 w 199937"/>
                  <a:gd name="connsiteY1" fmla="*/ 167748 h 304256"/>
                  <a:gd name="connsiteX2" fmla="*/ 7931 w 199937"/>
                  <a:gd name="connsiteY2" fmla="*/ 179157 h 304256"/>
                  <a:gd name="connsiteX3" fmla="*/ 3361 w 199937"/>
                  <a:gd name="connsiteY3" fmla="*/ 190852 h 304256"/>
                  <a:gd name="connsiteX4" fmla="*/ 15929 w 199937"/>
                  <a:gd name="connsiteY4" fmla="*/ 193514 h 304256"/>
                  <a:gd name="connsiteX5" fmla="*/ 27544 w 199937"/>
                  <a:gd name="connsiteY5" fmla="*/ 189901 h 304256"/>
                  <a:gd name="connsiteX6" fmla="*/ 34209 w 199937"/>
                  <a:gd name="connsiteY6" fmla="*/ 195891 h 304256"/>
                  <a:gd name="connsiteX7" fmla="*/ 49632 w 199937"/>
                  <a:gd name="connsiteY7" fmla="*/ 186383 h 304256"/>
                  <a:gd name="connsiteX8" fmla="*/ 38398 w 199937"/>
                  <a:gd name="connsiteY8" fmla="*/ 163849 h 304256"/>
                  <a:gd name="connsiteX9" fmla="*/ 200252 w 199937"/>
                  <a:gd name="connsiteY9" fmla="*/ 237156 h 304256"/>
                  <a:gd name="connsiteX10" fmla="*/ 179211 w 199937"/>
                  <a:gd name="connsiteY10" fmla="*/ 226792 h 304256"/>
                  <a:gd name="connsiteX11" fmla="*/ 169690 w 199937"/>
                  <a:gd name="connsiteY11" fmla="*/ 225651 h 304256"/>
                  <a:gd name="connsiteX12" fmla="*/ 169690 w 199937"/>
                  <a:gd name="connsiteY12" fmla="*/ 214717 h 304256"/>
                  <a:gd name="connsiteX13" fmla="*/ 163121 w 199937"/>
                  <a:gd name="connsiteY13" fmla="*/ 203783 h 304256"/>
                  <a:gd name="connsiteX14" fmla="*/ 147983 w 199937"/>
                  <a:gd name="connsiteY14" fmla="*/ 179442 h 304256"/>
                  <a:gd name="connsiteX15" fmla="*/ 134749 w 199937"/>
                  <a:gd name="connsiteY15" fmla="*/ 155197 h 304256"/>
                  <a:gd name="connsiteX16" fmla="*/ 121324 w 199937"/>
                  <a:gd name="connsiteY16" fmla="*/ 145118 h 304256"/>
                  <a:gd name="connsiteX17" fmla="*/ 103330 w 199937"/>
                  <a:gd name="connsiteY17" fmla="*/ 142171 h 304256"/>
                  <a:gd name="connsiteX18" fmla="*/ 110375 w 199937"/>
                  <a:gd name="connsiteY18" fmla="*/ 129145 h 304256"/>
                  <a:gd name="connsiteX19" fmla="*/ 125799 w 199937"/>
                  <a:gd name="connsiteY19" fmla="*/ 94251 h 304256"/>
                  <a:gd name="connsiteX20" fmla="*/ 88763 w 199937"/>
                  <a:gd name="connsiteY20" fmla="*/ 92539 h 304256"/>
                  <a:gd name="connsiteX21" fmla="*/ 81908 w 199937"/>
                  <a:gd name="connsiteY21" fmla="*/ 85979 h 304256"/>
                  <a:gd name="connsiteX22" fmla="*/ 97046 w 199937"/>
                  <a:gd name="connsiteY22" fmla="*/ 69435 h 304256"/>
                  <a:gd name="connsiteX23" fmla="*/ 99998 w 199937"/>
                  <a:gd name="connsiteY23" fmla="*/ 57550 h 304256"/>
                  <a:gd name="connsiteX24" fmla="*/ 91143 w 199937"/>
                  <a:gd name="connsiteY24" fmla="*/ 65536 h 304256"/>
                  <a:gd name="connsiteX25" fmla="*/ 69531 w 199937"/>
                  <a:gd name="connsiteY25" fmla="*/ 65536 h 304256"/>
                  <a:gd name="connsiteX26" fmla="*/ 57059 w 199937"/>
                  <a:gd name="connsiteY26" fmla="*/ 82461 h 304256"/>
                  <a:gd name="connsiteX27" fmla="*/ 48204 w 199937"/>
                  <a:gd name="connsiteY27" fmla="*/ 96057 h 304256"/>
                  <a:gd name="connsiteX28" fmla="*/ 43158 w 199937"/>
                  <a:gd name="connsiteY28" fmla="*/ 101667 h 304256"/>
                  <a:gd name="connsiteX29" fmla="*/ 30972 w 199937"/>
                  <a:gd name="connsiteY29" fmla="*/ 97198 h 304256"/>
                  <a:gd name="connsiteX30" fmla="*/ 45539 w 199937"/>
                  <a:gd name="connsiteY30" fmla="*/ 109083 h 304256"/>
                  <a:gd name="connsiteX31" fmla="*/ 38112 w 199937"/>
                  <a:gd name="connsiteY31" fmla="*/ 123821 h 304256"/>
                  <a:gd name="connsiteX32" fmla="*/ 48776 w 199937"/>
                  <a:gd name="connsiteY32" fmla="*/ 134469 h 304256"/>
                  <a:gd name="connsiteX33" fmla="*/ 32209 w 199937"/>
                  <a:gd name="connsiteY33" fmla="*/ 146925 h 304256"/>
                  <a:gd name="connsiteX34" fmla="*/ 46395 w 199937"/>
                  <a:gd name="connsiteY34" fmla="*/ 141886 h 304256"/>
                  <a:gd name="connsiteX35" fmla="*/ 54679 w 199937"/>
                  <a:gd name="connsiteY35" fmla="*/ 154056 h 304256"/>
                  <a:gd name="connsiteX36" fmla="*/ 66294 w 199937"/>
                  <a:gd name="connsiteY36" fmla="*/ 138368 h 304256"/>
                  <a:gd name="connsiteX37" fmla="*/ 67722 w 199937"/>
                  <a:gd name="connsiteY37" fmla="*/ 152250 h 304256"/>
                  <a:gd name="connsiteX38" fmla="*/ 60582 w 199937"/>
                  <a:gd name="connsiteY38" fmla="*/ 172406 h 304256"/>
                  <a:gd name="connsiteX39" fmla="*/ 89144 w 199937"/>
                  <a:gd name="connsiteY39" fmla="*/ 169744 h 304256"/>
                  <a:gd name="connsiteX40" fmla="*/ 94476 w 199937"/>
                  <a:gd name="connsiteY40" fmla="*/ 175639 h 304256"/>
                  <a:gd name="connsiteX41" fmla="*/ 93362 w 199937"/>
                  <a:gd name="connsiteY41" fmla="*/ 185527 h 304256"/>
                  <a:gd name="connsiteX42" fmla="*/ 97808 w 199937"/>
                  <a:gd name="connsiteY42" fmla="*/ 188095 h 304256"/>
                  <a:gd name="connsiteX43" fmla="*/ 103140 w 199937"/>
                  <a:gd name="connsiteY43" fmla="*/ 195416 h 304256"/>
                  <a:gd name="connsiteX44" fmla="*/ 101331 w 199937"/>
                  <a:gd name="connsiteY44" fmla="*/ 213481 h 304256"/>
                  <a:gd name="connsiteX45" fmla="*/ 80861 w 199937"/>
                  <a:gd name="connsiteY45" fmla="*/ 214432 h 304256"/>
                  <a:gd name="connsiteX46" fmla="*/ 74672 w 199937"/>
                  <a:gd name="connsiteY46" fmla="*/ 217665 h 304256"/>
                  <a:gd name="connsiteX47" fmla="*/ 68769 w 199937"/>
                  <a:gd name="connsiteY47" fmla="*/ 230120 h 304256"/>
                  <a:gd name="connsiteX48" fmla="*/ 80575 w 199937"/>
                  <a:gd name="connsiteY48" fmla="*/ 237822 h 304256"/>
                  <a:gd name="connsiteX49" fmla="*/ 61533 w 199937"/>
                  <a:gd name="connsiteY49" fmla="*/ 251418 h 304256"/>
                  <a:gd name="connsiteX50" fmla="*/ 69246 w 199937"/>
                  <a:gd name="connsiteY50" fmla="*/ 259690 h 304256"/>
                  <a:gd name="connsiteX51" fmla="*/ 81051 w 199937"/>
                  <a:gd name="connsiteY51" fmla="*/ 262352 h 304256"/>
                  <a:gd name="connsiteX52" fmla="*/ 102092 w 199937"/>
                  <a:gd name="connsiteY52" fmla="*/ 265300 h 304256"/>
                  <a:gd name="connsiteX53" fmla="*/ 103901 w 199937"/>
                  <a:gd name="connsiteY53" fmla="*/ 270339 h 304256"/>
                  <a:gd name="connsiteX54" fmla="*/ 81623 w 199937"/>
                  <a:gd name="connsiteY54" fmla="*/ 273287 h 304256"/>
                  <a:gd name="connsiteX55" fmla="*/ 56202 w 199937"/>
                  <a:gd name="connsiteY55" fmla="*/ 304663 h 304256"/>
                  <a:gd name="connsiteX56" fmla="*/ 70959 w 199937"/>
                  <a:gd name="connsiteY56" fmla="*/ 296391 h 304256"/>
                  <a:gd name="connsiteX57" fmla="*/ 85812 w 199937"/>
                  <a:gd name="connsiteY57" fmla="*/ 299339 h 304256"/>
                  <a:gd name="connsiteX58" fmla="*/ 94666 w 199937"/>
                  <a:gd name="connsiteY58" fmla="*/ 290401 h 304256"/>
                  <a:gd name="connsiteX59" fmla="*/ 109233 w 199937"/>
                  <a:gd name="connsiteY59" fmla="*/ 288404 h 304256"/>
                  <a:gd name="connsiteX60" fmla="*/ 124942 w 199937"/>
                  <a:gd name="connsiteY60" fmla="*/ 283936 h 304256"/>
                  <a:gd name="connsiteX61" fmla="*/ 140937 w 199937"/>
                  <a:gd name="connsiteY61" fmla="*/ 287834 h 304256"/>
                  <a:gd name="connsiteX62" fmla="*/ 163406 w 199937"/>
                  <a:gd name="connsiteY62" fmla="*/ 283650 h 304256"/>
                  <a:gd name="connsiteX63" fmla="*/ 191302 w 199937"/>
                  <a:gd name="connsiteY63" fmla="*/ 272146 h 304256"/>
                  <a:gd name="connsiteX64" fmla="*/ 182734 w 199937"/>
                  <a:gd name="connsiteY64" fmla="*/ 267962 h 304256"/>
                  <a:gd name="connsiteX65" fmla="*/ 184162 w 199937"/>
                  <a:gd name="connsiteY65" fmla="*/ 256172 h 304256"/>
                  <a:gd name="connsiteX66" fmla="*/ 200918 w 199937"/>
                  <a:gd name="connsiteY66" fmla="*/ 237156 h 304256"/>
                  <a:gd name="connsiteX67" fmla="*/ 22213 w 199937"/>
                  <a:gd name="connsiteY67" fmla="*/ 88641 h 304256"/>
                  <a:gd name="connsiteX68" fmla="*/ 35542 w 199937"/>
                  <a:gd name="connsiteY68" fmla="*/ 70861 h 304256"/>
                  <a:gd name="connsiteX69" fmla="*/ 22403 w 199937"/>
                  <a:gd name="connsiteY69" fmla="*/ 88641 h 304256"/>
                  <a:gd name="connsiteX70" fmla="*/ 137129 w 199937"/>
                  <a:gd name="connsiteY70" fmla="*/ 24176 h 304256"/>
                  <a:gd name="connsiteX71" fmla="*/ 140366 w 199937"/>
                  <a:gd name="connsiteY71" fmla="*/ 1928 h 304256"/>
                  <a:gd name="connsiteX72" fmla="*/ 137129 w 199937"/>
                  <a:gd name="connsiteY72" fmla="*/ 24176 h 30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199937" h="304256">
                    <a:moveTo>
                      <a:pt x="38398" y="163849"/>
                    </a:moveTo>
                    <a:cubicBezTo>
                      <a:pt x="30877" y="156623"/>
                      <a:pt x="21261" y="167938"/>
                      <a:pt x="13358" y="167748"/>
                    </a:cubicBezTo>
                    <a:cubicBezTo>
                      <a:pt x="12807" y="172029"/>
                      <a:pt x="10906" y="176025"/>
                      <a:pt x="7931" y="179157"/>
                    </a:cubicBezTo>
                    <a:cubicBezTo>
                      <a:pt x="4789" y="181439"/>
                      <a:pt x="-1018" y="189901"/>
                      <a:pt x="3361" y="190852"/>
                    </a:cubicBezTo>
                    <a:cubicBezTo>
                      <a:pt x="7741" y="191803"/>
                      <a:pt x="15072" y="198839"/>
                      <a:pt x="15929" y="193514"/>
                    </a:cubicBezTo>
                    <a:cubicBezTo>
                      <a:pt x="16786" y="188190"/>
                      <a:pt x="19928" y="180964"/>
                      <a:pt x="27544" y="189901"/>
                    </a:cubicBezTo>
                    <a:cubicBezTo>
                      <a:pt x="29513" y="192161"/>
                      <a:pt x="31752" y="194173"/>
                      <a:pt x="34209" y="195891"/>
                    </a:cubicBezTo>
                    <a:cubicBezTo>
                      <a:pt x="35446" y="191898"/>
                      <a:pt x="44777" y="191137"/>
                      <a:pt x="49632" y="186383"/>
                    </a:cubicBezTo>
                    <a:cubicBezTo>
                      <a:pt x="54488" y="181629"/>
                      <a:pt x="46681" y="171836"/>
                      <a:pt x="38398" y="163849"/>
                    </a:cubicBezTo>
                    <a:close/>
                    <a:moveTo>
                      <a:pt x="200252" y="237156"/>
                    </a:moveTo>
                    <a:cubicBezTo>
                      <a:pt x="200918" y="228314"/>
                      <a:pt x="181210" y="222133"/>
                      <a:pt x="179211" y="226792"/>
                    </a:cubicBezTo>
                    <a:cubicBezTo>
                      <a:pt x="177212" y="231451"/>
                      <a:pt x="172737" y="230976"/>
                      <a:pt x="169690" y="225651"/>
                    </a:cubicBezTo>
                    <a:cubicBezTo>
                      <a:pt x="166643" y="220327"/>
                      <a:pt x="172642" y="215288"/>
                      <a:pt x="169690" y="214717"/>
                    </a:cubicBezTo>
                    <a:cubicBezTo>
                      <a:pt x="165610" y="212601"/>
                      <a:pt x="163070" y="208373"/>
                      <a:pt x="163121" y="203783"/>
                    </a:cubicBezTo>
                    <a:cubicBezTo>
                      <a:pt x="164073" y="200836"/>
                      <a:pt x="158075" y="181819"/>
                      <a:pt x="147983" y="179442"/>
                    </a:cubicBezTo>
                    <a:cubicBezTo>
                      <a:pt x="137891" y="177065"/>
                      <a:pt x="136463" y="162898"/>
                      <a:pt x="134749" y="155197"/>
                    </a:cubicBezTo>
                    <a:cubicBezTo>
                      <a:pt x="133035" y="147496"/>
                      <a:pt x="126370" y="151679"/>
                      <a:pt x="121324" y="145118"/>
                    </a:cubicBezTo>
                    <a:cubicBezTo>
                      <a:pt x="116278" y="138558"/>
                      <a:pt x="107709" y="141886"/>
                      <a:pt x="103330" y="142171"/>
                    </a:cubicBezTo>
                    <a:cubicBezTo>
                      <a:pt x="98950" y="142456"/>
                      <a:pt x="103330" y="133899"/>
                      <a:pt x="110375" y="129145"/>
                    </a:cubicBezTo>
                    <a:cubicBezTo>
                      <a:pt x="117421" y="124391"/>
                      <a:pt x="125799" y="99290"/>
                      <a:pt x="125799" y="94251"/>
                    </a:cubicBezTo>
                    <a:cubicBezTo>
                      <a:pt x="125799" y="89211"/>
                      <a:pt x="94666" y="89497"/>
                      <a:pt x="88763" y="92539"/>
                    </a:cubicBezTo>
                    <a:cubicBezTo>
                      <a:pt x="82860" y="95582"/>
                      <a:pt x="76957" y="88070"/>
                      <a:pt x="81908" y="85979"/>
                    </a:cubicBezTo>
                    <a:cubicBezTo>
                      <a:pt x="86859" y="83887"/>
                      <a:pt x="97617" y="73523"/>
                      <a:pt x="97046" y="69435"/>
                    </a:cubicBezTo>
                    <a:cubicBezTo>
                      <a:pt x="96475" y="65346"/>
                      <a:pt x="104472" y="61448"/>
                      <a:pt x="99998" y="57550"/>
                    </a:cubicBezTo>
                    <a:cubicBezTo>
                      <a:pt x="95523" y="53651"/>
                      <a:pt x="94952" y="62589"/>
                      <a:pt x="91143" y="65536"/>
                    </a:cubicBezTo>
                    <a:cubicBezTo>
                      <a:pt x="84156" y="68032"/>
                      <a:pt x="76518" y="68032"/>
                      <a:pt x="69531" y="65536"/>
                    </a:cubicBezTo>
                    <a:cubicBezTo>
                      <a:pt x="60010" y="63825"/>
                      <a:pt x="56773" y="76851"/>
                      <a:pt x="57059" y="82461"/>
                    </a:cubicBezTo>
                    <a:cubicBezTo>
                      <a:pt x="57345" y="88070"/>
                      <a:pt x="46395" y="91303"/>
                      <a:pt x="48204" y="96057"/>
                    </a:cubicBezTo>
                    <a:cubicBezTo>
                      <a:pt x="50013" y="100811"/>
                      <a:pt x="46110" y="104329"/>
                      <a:pt x="43158" y="101667"/>
                    </a:cubicBezTo>
                    <a:cubicBezTo>
                      <a:pt x="40207" y="99005"/>
                      <a:pt x="36970" y="92159"/>
                      <a:pt x="30972" y="97198"/>
                    </a:cubicBezTo>
                    <a:cubicBezTo>
                      <a:pt x="24974" y="102237"/>
                      <a:pt x="37827" y="108227"/>
                      <a:pt x="45539" y="109083"/>
                    </a:cubicBezTo>
                    <a:cubicBezTo>
                      <a:pt x="53250" y="109939"/>
                      <a:pt x="39636" y="115549"/>
                      <a:pt x="38112" y="123821"/>
                    </a:cubicBezTo>
                    <a:cubicBezTo>
                      <a:pt x="36589" y="132092"/>
                      <a:pt x="48204" y="128575"/>
                      <a:pt x="48776" y="134469"/>
                    </a:cubicBezTo>
                    <a:cubicBezTo>
                      <a:pt x="49347" y="140364"/>
                      <a:pt x="32209" y="141315"/>
                      <a:pt x="32209" y="146925"/>
                    </a:cubicBezTo>
                    <a:cubicBezTo>
                      <a:pt x="32209" y="152535"/>
                      <a:pt x="41730" y="144263"/>
                      <a:pt x="46395" y="141886"/>
                    </a:cubicBezTo>
                    <a:cubicBezTo>
                      <a:pt x="51061" y="139509"/>
                      <a:pt x="44015" y="155767"/>
                      <a:pt x="54679" y="154056"/>
                    </a:cubicBezTo>
                    <a:cubicBezTo>
                      <a:pt x="65342" y="152345"/>
                      <a:pt x="62391" y="137797"/>
                      <a:pt x="66294" y="138368"/>
                    </a:cubicBezTo>
                    <a:cubicBezTo>
                      <a:pt x="70197" y="138938"/>
                      <a:pt x="64485" y="146069"/>
                      <a:pt x="67722" y="152250"/>
                    </a:cubicBezTo>
                    <a:cubicBezTo>
                      <a:pt x="70959" y="158430"/>
                      <a:pt x="60010" y="167938"/>
                      <a:pt x="60582" y="172406"/>
                    </a:cubicBezTo>
                    <a:cubicBezTo>
                      <a:pt x="61153" y="176875"/>
                      <a:pt x="82575" y="176875"/>
                      <a:pt x="89144" y="169744"/>
                    </a:cubicBezTo>
                    <a:cubicBezTo>
                      <a:pt x="95713" y="162613"/>
                      <a:pt x="99236" y="170315"/>
                      <a:pt x="94476" y="175639"/>
                    </a:cubicBezTo>
                    <a:cubicBezTo>
                      <a:pt x="91434" y="178063"/>
                      <a:pt x="90936" y="182490"/>
                      <a:pt x="93362" y="185527"/>
                    </a:cubicBezTo>
                    <a:cubicBezTo>
                      <a:pt x="94468" y="186911"/>
                      <a:pt x="96055" y="187828"/>
                      <a:pt x="97808" y="188095"/>
                    </a:cubicBezTo>
                    <a:cubicBezTo>
                      <a:pt x="103711" y="190187"/>
                      <a:pt x="105805" y="190757"/>
                      <a:pt x="103140" y="195416"/>
                    </a:cubicBezTo>
                    <a:cubicBezTo>
                      <a:pt x="100474" y="200075"/>
                      <a:pt x="103140" y="209107"/>
                      <a:pt x="101331" y="213481"/>
                    </a:cubicBezTo>
                    <a:cubicBezTo>
                      <a:pt x="99522" y="217855"/>
                      <a:pt x="81432" y="217379"/>
                      <a:pt x="80861" y="214432"/>
                    </a:cubicBezTo>
                    <a:cubicBezTo>
                      <a:pt x="80289" y="211484"/>
                      <a:pt x="72578" y="213481"/>
                      <a:pt x="74672" y="217665"/>
                    </a:cubicBezTo>
                    <a:cubicBezTo>
                      <a:pt x="76767" y="221848"/>
                      <a:pt x="68103" y="226222"/>
                      <a:pt x="68769" y="230120"/>
                    </a:cubicBezTo>
                    <a:cubicBezTo>
                      <a:pt x="69436" y="234018"/>
                      <a:pt x="80289" y="233068"/>
                      <a:pt x="80575" y="237822"/>
                    </a:cubicBezTo>
                    <a:cubicBezTo>
                      <a:pt x="80861" y="242576"/>
                      <a:pt x="72578" y="248090"/>
                      <a:pt x="61533" y="251418"/>
                    </a:cubicBezTo>
                    <a:cubicBezTo>
                      <a:pt x="50490" y="254746"/>
                      <a:pt x="63914" y="263493"/>
                      <a:pt x="69246" y="259690"/>
                    </a:cubicBezTo>
                    <a:cubicBezTo>
                      <a:pt x="74577" y="255887"/>
                      <a:pt x="73339" y="262352"/>
                      <a:pt x="81051" y="262352"/>
                    </a:cubicBezTo>
                    <a:cubicBezTo>
                      <a:pt x="88763" y="262352"/>
                      <a:pt x="93524" y="268533"/>
                      <a:pt x="102092" y="265300"/>
                    </a:cubicBezTo>
                    <a:cubicBezTo>
                      <a:pt x="110661" y="262067"/>
                      <a:pt x="110375" y="265300"/>
                      <a:pt x="103901" y="270339"/>
                    </a:cubicBezTo>
                    <a:cubicBezTo>
                      <a:pt x="97427" y="275378"/>
                      <a:pt x="87621" y="270339"/>
                      <a:pt x="81623" y="273287"/>
                    </a:cubicBezTo>
                    <a:cubicBezTo>
                      <a:pt x="75624" y="276234"/>
                      <a:pt x="51632" y="299148"/>
                      <a:pt x="56202" y="304663"/>
                    </a:cubicBezTo>
                    <a:cubicBezTo>
                      <a:pt x="58868" y="307896"/>
                      <a:pt x="62391" y="299909"/>
                      <a:pt x="70959" y="296391"/>
                    </a:cubicBezTo>
                    <a:cubicBezTo>
                      <a:pt x="79528" y="292873"/>
                      <a:pt x="81051" y="298768"/>
                      <a:pt x="85812" y="299339"/>
                    </a:cubicBezTo>
                    <a:cubicBezTo>
                      <a:pt x="90572" y="299909"/>
                      <a:pt x="90858" y="289831"/>
                      <a:pt x="94666" y="290401"/>
                    </a:cubicBezTo>
                    <a:cubicBezTo>
                      <a:pt x="98474" y="290972"/>
                      <a:pt x="102092" y="287168"/>
                      <a:pt x="109233" y="288404"/>
                    </a:cubicBezTo>
                    <a:cubicBezTo>
                      <a:pt x="114876" y="289347"/>
                      <a:pt x="120644" y="287706"/>
                      <a:pt x="124942" y="283936"/>
                    </a:cubicBezTo>
                    <a:cubicBezTo>
                      <a:pt x="128465" y="280988"/>
                      <a:pt x="137986" y="289831"/>
                      <a:pt x="140937" y="287834"/>
                    </a:cubicBezTo>
                    <a:cubicBezTo>
                      <a:pt x="148078" y="284974"/>
                      <a:pt x="155714" y="283552"/>
                      <a:pt x="163406" y="283650"/>
                    </a:cubicBezTo>
                    <a:cubicBezTo>
                      <a:pt x="173496" y="282110"/>
                      <a:pt x="183064" y="278164"/>
                      <a:pt x="191302" y="272146"/>
                    </a:cubicBezTo>
                    <a:cubicBezTo>
                      <a:pt x="195682" y="267962"/>
                      <a:pt x="188636" y="267106"/>
                      <a:pt x="182734" y="267962"/>
                    </a:cubicBezTo>
                    <a:cubicBezTo>
                      <a:pt x="176831" y="268818"/>
                      <a:pt x="177973" y="262067"/>
                      <a:pt x="184162" y="256172"/>
                    </a:cubicBezTo>
                    <a:cubicBezTo>
                      <a:pt x="190350" y="250277"/>
                      <a:pt x="199871" y="246094"/>
                      <a:pt x="200918" y="237156"/>
                    </a:cubicBezTo>
                    <a:close/>
                    <a:moveTo>
                      <a:pt x="22213" y="88641"/>
                    </a:moveTo>
                    <a:cubicBezTo>
                      <a:pt x="30210" y="88641"/>
                      <a:pt x="39445" y="74759"/>
                      <a:pt x="35542" y="70861"/>
                    </a:cubicBezTo>
                    <a:cubicBezTo>
                      <a:pt x="31638" y="66963"/>
                      <a:pt x="16500" y="88831"/>
                      <a:pt x="22403" y="88641"/>
                    </a:cubicBezTo>
                    <a:close/>
                    <a:moveTo>
                      <a:pt x="137129" y="24176"/>
                    </a:moveTo>
                    <a:cubicBezTo>
                      <a:pt x="142080" y="19137"/>
                      <a:pt x="148078" y="-69"/>
                      <a:pt x="140366" y="1928"/>
                    </a:cubicBezTo>
                    <a:cubicBezTo>
                      <a:pt x="132654" y="3924"/>
                      <a:pt x="134844" y="26649"/>
                      <a:pt x="137129" y="241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00" name="Freeform 2822">
                <a:extLst>
                  <a:ext uri="{FF2B5EF4-FFF2-40B4-BE49-F238E27FC236}">
                    <a16:creationId xmlns:a16="http://schemas.microsoft.com/office/drawing/2014/main" id="{54FD64E9-0335-9BFA-6B1C-5496C9F0D421}"/>
                  </a:ext>
                </a:extLst>
              </p:cNvPr>
              <p:cNvSpPr/>
              <p:nvPr/>
            </p:nvSpPr>
            <p:spPr>
              <a:xfrm>
                <a:off x="12354923" y="4481448"/>
                <a:ext cx="224495" cy="201774"/>
              </a:xfrm>
              <a:custGeom>
                <a:avLst/>
                <a:gdLst>
                  <a:gd name="connsiteX0" fmla="*/ 49145 w 95208"/>
                  <a:gd name="connsiteY0" fmla="*/ 33993 h 85572"/>
                  <a:gd name="connsiteX1" fmla="*/ 48574 w 95208"/>
                  <a:gd name="connsiteY1" fmla="*/ 20111 h 85572"/>
                  <a:gd name="connsiteX2" fmla="*/ 50573 w 95208"/>
                  <a:gd name="connsiteY2" fmla="*/ 2902 h 85572"/>
                  <a:gd name="connsiteX3" fmla="*/ 36101 w 95208"/>
                  <a:gd name="connsiteY3" fmla="*/ 10889 h 85572"/>
                  <a:gd name="connsiteX4" fmla="*/ 24295 w 95208"/>
                  <a:gd name="connsiteY4" fmla="*/ 17164 h 85572"/>
                  <a:gd name="connsiteX5" fmla="*/ 25152 w 95208"/>
                  <a:gd name="connsiteY5" fmla="*/ 26006 h 85572"/>
                  <a:gd name="connsiteX6" fmla="*/ 13537 w 95208"/>
                  <a:gd name="connsiteY6" fmla="*/ 20111 h 85572"/>
                  <a:gd name="connsiteX7" fmla="*/ 3540 w 95208"/>
                  <a:gd name="connsiteY7" fmla="*/ 34564 h 85572"/>
                  <a:gd name="connsiteX8" fmla="*/ 3540 w 95208"/>
                  <a:gd name="connsiteY8" fmla="*/ 57383 h 85572"/>
                  <a:gd name="connsiteX9" fmla="*/ 11252 w 95208"/>
                  <a:gd name="connsiteY9" fmla="*/ 74878 h 85572"/>
                  <a:gd name="connsiteX10" fmla="*/ 14299 w 95208"/>
                  <a:gd name="connsiteY10" fmla="*/ 83720 h 85572"/>
                  <a:gd name="connsiteX11" fmla="*/ 32579 w 95208"/>
                  <a:gd name="connsiteY11" fmla="*/ 85527 h 85572"/>
                  <a:gd name="connsiteX12" fmla="*/ 40005 w 95208"/>
                  <a:gd name="connsiteY12" fmla="*/ 85527 h 85572"/>
                  <a:gd name="connsiteX13" fmla="*/ 31912 w 95208"/>
                  <a:gd name="connsiteY13" fmla="*/ 74782 h 85572"/>
                  <a:gd name="connsiteX14" fmla="*/ 42290 w 95208"/>
                  <a:gd name="connsiteY14" fmla="*/ 76779 h 85572"/>
                  <a:gd name="connsiteX15" fmla="*/ 56571 w 95208"/>
                  <a:gd name="connsiteY15" fmla="*/ 76779 h 85572"/>
                  <a:gd name="connsiteX16" fmla="*/ 49430 w 95208"/>
                  <a:gd name="connsiteY16" fmla="*/ 64419 h 85572"/>
                  <a:gd name="connsiteX17" fmla="*/ 39910 w 95208"/>
                  <a:gd name="connsiteY17" fmla="*/ 63183 h 85572"/>
                  <a:gd name="connsiteX18" fmla="*/ 45527 w 95208"/>
                  <a:gd name="connsiteY18" fmla="*/ 50727 h 85572"/>
                  <a:gd name="connsiteX19" fmla="*/ 58285 w 95208"/>
                  <a:gd name="connsiteY19" fmla="*/ 43976 h 85572"/>
                  <a:gd name="connsiteX20" fmla="*/ 49145 w 95208"/>
                  <a:gd name="connsiteY20" fmla="*/ 33993 h 85572"/>
                  <a:gd name="connsiteX21" fmla="*/ 93893 w 95208"/>
                  <a:gd name="connsiteY21" fmla="*/ 52058 h 85572"/>
                  <a:gd name="connsiteX22" fmla="*/ 87038 w 95208"/>
                  <a:gd name="connsiteY22" fmla="*/ 56812 h 85572"/>
                  <a:gd name="connsiteX23" fmla="*/ 80278 w 95208"/>
                  <a:gd name="connsiteY23" fmla="*/ 52058 h 85572"/>
                  <a:gd name="connsiteX24" fmla="*/ 67234 w 95208"/>
                  <a:gd name="connsiteY24" fmla="*/ 57668 h 85572"/>
                  <a:gd name="connsiteX25" fmla="*/ 74946 w 95208"/>
                  <a:gd name="connsiteY25" fmla="*/ 76018 h 85572"/>
                  <a:gd name="connsiteX26" fmla="*/ 69329 w 95208"/>
                  <a:gd name="connsiteY26" fmla="*/ 81343 h 85572"/>
                  <a:gd name="connsiteX27" fmla="*/ 74661 w 95208"/>
                  <a:gd name="connsiteY27" fmla="*/ 90185 h 85572"/>
                  <a:gd name="connsiteX28" fmla="*/ 89132 w 95208"/>
                  <a:gd name="connsiteY28" fmla="*/ 73641 h 85572"/>
                  <a:gd name="connsiteX29" fmla="*/ 93893 w 95208"/>
                  <a:gd name="connsiteY29" fmla="*/ 52058 h 8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95208" h="85572">
                    <a:moveTo>
                      <a:pt x="49145" y="33993"/>
                    </a:moveTo>
                    <a:cubicBezTo>
                      <a:pt x="45657" y="30097"/>
                      <a:pt x="45418" y="24280"/>
                      <a:pt x="48574" y="20111"/>
                    </a:cubicBezTo>
                    <a:cubicBezTo>
                      <a:pt x="52435" y="15210"/>
                      <a:pt x="53208" y="8556"/>
                      <a:pt x="50573" y="2902"/>
                    </a:cubicBezTo>
                    <a:cubicBezTo>
                      <a:pt x="47717" y="-46"/>
                      <a:pt x="36958" y="2902"/>
                      <a:pt x="36101" y="10889"/>
                    </a:cubicBezTo>
                    <a:cubicBezTo>
                      <a:pt x="35245" y="18875"/>
                      <a:pt x="26581" y="15357"/>
                      <a:pt x="24295" y="17164"/>
                    </a:cubicBezTo>
                    <a:cubicBezTo>
                      <a:pt x="22010" y="18970"/>
                      <a:pt x="28961" y="22488"/>
                      <a:pt x="25152" y="26006"/>
                    </a:cubicBezTo>
                    <a:cubicBezTo>
                      <a:pt x="21344" y="29524"/>
                      <a:pt x="19821" y="20682"/>
                      <a:pt x="13537" y="20111"/>
                    </a:cubicBezTo>
                    <a:cubicBezTo>
                      <a:pt x="7253" y="19541"/>
                      <a:pt x="6777" y="29619"/>
                      <a:pt x="3540" y="34564"/>
                    </a:cubicBezTo>
                    <a:cubicBezTo>
                      <a:pt x="303" y="39508"/>
                      <a:pt x="2302" y="50252"/>
                      <a:pt x="3540" y="57383"/>
                    </a:cubicBezTo>
                    <a:cubicBezTo>
                      <a:pt x="4778" y="64514"/>
                      <a:pt x="13061" y="68887"/>
                      <a:pt x="11252" y="74878"/>
                    </a:cubicBezTo>
                    <a:cubicBezTo>
                      <a:pt x="10300" y="77635"/>
                      <a:pt x="12204" y="80677"/>
                      <a:pt x="14299" y="83720"/>
                    </a:cubicBezTo>
                    <a:cubicBezTo>
                      <a:pt x="20442" y="83602"/>
                      <a:pt x="26578" y="84208"/>
                      <a:pt x="32579" y="85527"/>
                    </a:cubicBezTo>
                    <a:cubicBezTo>
                      <a:pt x="35036" y="85947"/>
                      <a:pt x="37547" y="85947"/>
                      <a:pt x="40005" y="85527"/>
                    </a:cubicBezTo>
                    <a:cubicBezTo>
                      <a:pt x="37339" y="81248"/>
                      <a:pt x="31531" y="77825"/>
                      <a:pt x="31912" y="74782"/>
                    </a:cubicBezTo>
                    <a:cubicBezTo>
                      <a:pt x="32293" y="71740"/>
                      <a:pt x="38196" y="73261"/>
                      <a:pt x="42290" y="76779"/>
                    </a:cubicBezTo>
                    <a:cubicBezTo>
                      <a:pt x="46384" y="80297"/>
                      <a:pt x="55714" y="80963"/>
                      <a:pt x="56571" y="76779"/>
                    </a:cubicBezTo>
                    <a:cubicBezTo>
                      <a:pt x="57047" y="74022"/>
                      <a:pt x="55048" y="61376"/>
                      <a:pt x="49430" y="64419"/>
                    </a:cubicBezTo>
                    <a:cubicBezTo>
                      <a:pt x="43813" y="67461"/>
                      <a:pt x="42290" y="66130"/>
                      <a:pt x="39910" y="63183"/>
                    </a:cubicBezTo>
                    <a:cubicBezTo>
                      <a:pt x="37529" y="60235"/>
                      <a:pt x="44004" y="55481"/>
                      <a:pt x="45527" y="50727"/>
                    </a:cubicBezTo>
                    <a:cubicBezTo>
                      <a:pt x="47050" y="45973"/>
                      <a:pt x="56761" y="47780"/>
                      <a:pt x="58285" y="43976"/>
                    </a:cubicBezTo>
                    <a:cubicBezTo>
                      <a:pt x="59808" y="40173"/>
                      <a:pt x="52096" y="35514"/>
                      <a:pt x="49145" y="33993"/>
                    </a:cubicBezTo>
                    <a:close/>
                    <a:moveTo>
                      <a:pt x="93893" y="52058"/>
                    </a:moveTo>
                    <a:cubicBezTo>
                      <a:pt x="91512" y="50537"/>
                      <a:pt x="89704" y="56242"/>
                      <a:pt x="87038" y="56812"/>
                    </a:cubicBezTo>
                    <a:cubicBezTo>
                      <a:pt x="84372" y="57383"/>
                      <a:pt x="81420" y="45498"/>
                      <a:pt x="80278" y="52058"/>
                    </a:cubicBezTo>
                    <a:cubicBezTo>
                      <a:pt x="79135" y="58619"/>
                      <a:pt x="73137" y="49396"/>
                      <a:pt x="67234" y="57668"/>
                    </a:cubicBezTo>
                    <a:cubicBezTo>
                      <a:pt x="61331" y="65940"/>
                      <a:pt x="70757" y="73356"/>
                      <a:pt x="74946" y="76018"/>
                    </a:cubicBezTo>
                    <a:cubicBezTo>
                      <a:pt x="79135" y="78681"/>
                      <a:pt x="74946" y="82579"/>
                      <a:pt x="69329" y="81343"/>
                    </a:cubicBezTo>
                    <a:cubicBezTo>
                      <a:pt x="63712" y="80107"/>
                      <a:pt x="67234" y="89044"/>
                      <a:pt x="74661" y="90185"/>
                    </a:cubicBezTo>
                    <a:cubicBezTo>
                      <a:pt x="82087" y="91326"/>
                      <a:pt x="89989" y="77255"/>
                      <a:pt x="89132" y="73641"/>
                    </a:cubicBezTo>
                    <a:cubicBezTo>
                      <a:pt x="88275" y="70028"/>
                      <a:pt x="96654" y="53770"/>
                      <a:pt x="93893" y="5205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01" name="Freeform 2823">
                <a:extLst>
                  <a:ext uri="{FF2B5EF4-FFF2-40B4-BE49-F238E27FC236}">
                    <a16:creationId xmlns:a16="http://schemas.microsoft.com/office/drawing/2014/main" id="{12102841-25CB-29EB-8832-026CD6D0C257}"/>
                  </a:ext>
                </a:extLst>
              </p:cNvPr>
              <p:cNvSpPr/>
              <p:nvPr/>
            </p:nvSpPr>
            <p:spPr>
              <a:xfrm>
                <a:off x="12506232" y="3622254"/>
                <a:ext cx="583688" cy="1008874"/>
              </a:xfrm>
              <a:custGeom>
                <a:avLst/>
                <a:gdLst>
                  <a:gd name="connsiteX0" fmla="*/ 248987 w 247541"/>
                  <a:gd name="connsiteY0" fmla="*/ 101725 h 427860"/>
                  <a:gd name="connsiteX1" fmla="*/ 245179 w 247541"/>
                  <a:gd name="connsiteY1" fmla="*/ 91266 h 427860"/>
                  <a:gd name="connsiteX2" fmla="*/ 246131 w 247541"/>
                  <a:gd name="connsiteY2" fmla="*/ 74151 h 427860"/>
                  <a:gd name="connsiteX3" fmla="*/ 241371 w 247541"/>
                  <a:gd name="connsiteY3" fmla="*/ 56086 h 427860"/>
                  <a:gd name="connsiteX4" fmla="*/ 240419 w 247541"/>
                  <a:gd name="connsiteY4" fmla="*/ 37070 h 427860"/>
                  <a:gd name="connsiteX5" fmla="*/ 211856 w 247541"/>
                  <a:gd name="connsiteY5" fmla="*/ 19956 h 427860"/>
                  <a:gd name="connsiteX6" fmla="*/ 188054 w 247541"/>
                  <a:gd name="connsiteY6" fmla="*/ 2841 h 427860"/>
                  <a:gd name="connsiteX7" fmla="*/ 176629 w 247541"/>
                  <a:gd name="connsiteY7" fmla="*/ 18054 h 427860"/>
                  <a:gd name="connsiteX8" fmla="*/ 163300 w 247541"/>
                  <a:gd name="connsiteY8" fmla="*/ 21857 h 427860"/>
                  <a:gd name="connsiteX9" fmla="*/ 142354 w 247541"/>
                  <a:gd name="connsiteY9" fmla="*/ 18054 h 427860"/>
                  <a:gd name="connsiteX10" fmla="*/ 137594 w 247541"/>
                  <a:gd name="connsiteY10" fmla="*/ 32316 h 427860"/>
                  <a:gd name="connsiteX11" fmla="*/ 122360 w 247541"/>
                  <a:gd name="connsiteY11" fmla="*/ 38021 h 427860"/>
                  <a:gd name="connsiteX12" fmla="*/ 107127 w 247541"/>
                  <a:gd name="connsiteY12" fmla="*/ 49431 h 427860"/>
                  <a:gd name="connsiteX13" fmla="*/ 101415 w 247541"/>
                  <a:gd name="connsiteY13" fmla="*/ 63693 h 427860"/>
                  <a:gd name="connsiteX14" fmla="*/ 96654 w 247541"/>
                  <a:gd name="connsiteY14" fmla="*/ 74151 h 427860"/>
                  <a:gd name="connsiteX15" fmla="*/ 86181 w 247541"/>
                  <a:gd name="connsiteY15" fmla="*/ 89364 h 427860"/>
                  <a:gd name="connsiteX16" fmla="*/ 82373 w 247541"/>
                  <a:gd name="connsiteY16" fmla="*/ 100774 h 427860"/>
                  <a:gd name="connsiteX17" fmla="*/ 67140 w 247541"/>
                  <a:gd name="connsiteY17" fmla="*/ 104577 h 427860"/>
                  <a:gd name="connsiteX18" fmla="*/ 66188 w 247541"/>
                  <a:gd name="connsiteY18" fmla="*/ 122642 h 427860"/>
                  <a:gd name="connsiteX19" fmla="*/ 52859 w 247541"/>
                  <a:gd name="connsiteY19" fmla="*/ 148314 h 427860"/>
                  <a:gd name="connsiteX20" fmla="*/ 57619 w 247541"/>
                  <a:gd name="connsiteY20" fmla="*/ 158773 h 427860"/>
                  <a:gd name="connsiteX21" fmla="*/ 57619 w 247541"/>
                  <a:gd name="connsiteY21" fmla="*/ 170182 h 427860"/>
                  <a:gd name="connsiteX22" fmla="*/ 44290 w 247541"/>
                  <a:gd name="connsiteY22" fmla="*/ 171133 h 427860"/>
                  <a:gd name="connsiteX23" fmla="*/ 24296 w 247541"/>
                  <a:gd name="connsiteY23" fmla="*/ 184445 h 427860"/>
                  <a:gd name="connsiteX24" fmla="*/ 22392 w 247541"/>
                  <a:gd name="connsiteY24" fmla="*/ 204411 h 427860"/>
                  <a:gd name="connsiteX25" fmla="*/ 22392 w 247541"/>
                  <a:gd name="connsiteY25" fmla="*/ 224378 h 427860"/>
                  <a:gd name="connsiteX26" fmla="*/ 21440 w 247541"/>
                  <a:gd name="connsiteY26" fmla="*/ 243394 h 427860"/>
                  <a:gd name="connsiteX27" fmla="*/ 34769 w 247541"/>
                  <a:gd name="connsiteY27" fmla="*/ 257656 h 427860"/>
                  <a:gd name="connsiteX28" fmla="*/ 27152 w 247541"/>
                  <a:gd name="connsiteY28" fmla="*/ 268115 h 427860"/>
                  <a:gd name="connsiteX29" fmla="*/ 28104 w 247541"/>
                  <a:gd name="connsiteY29" fmla="*/ 277623 h 427860"/>
                  <a:gd name="connsiteX30" fmla="*/ 29057 w 247541"/>
                  <a:gd name="connsiteY30" fmla="*/ 296639 h 427860"/>
                  <a:gd name="connsiteX31" fmla="*/ 15727 w 247541"/>
                  <a:gd name="connsiteY31" fmla="*/ 301393 h 427860"/>
                  <a:gd name="connsiteX32" fmla="*/ 12871 w 247541"/>
                  <a:gd name="connsiteY32" fmla="*/ 317557 h 427860"/>
                  <a:gd name="connsiteX33" fmla="*/ 8111 w 247541"/>
                  <a:gd name="connsiteY33" fmla="*/ 330868 h 427860"/>
                  <a:gd name="connsiteX34" fmla="*/ 1827 w 247541"/>
                  <a:gd name="connsiteY34" fmla="*/ 329917 h 427860"/>
                  <a:gd name="connsiteX35" fmla="*/ 1827 w 247541"/>
                  <a:gd name="connsiteY35" fmla="*/ 331819 h 427860"/>
                  <a:gd name="connsiteX36" fmla="*/ 10776 w 247541"/>
                  <a:gd name="connsiteY36" fmla="*/ 351881 h 427860"/>
                  <a:gd name="connsiteX37" fmla="*/ 17822 w 247541"/>
                  <a:gd name="connsiteY37" fmla="*/ 372608 h 427860"/>
                  <a:gd name="connsiteX38" fmla="*/ 27914 w 247541"/>
                  <a:gd name="connsiteY38" fmla="*/ 390674 h 427860"/>
                  <a:gd name="connsiteX39" fmla="*/ 32103 w 247541"/>
                  <a:gd name="connsiteY39" fmla="*/ 405791 h 427860"/>
                  <a:gd name="connsiteX40" fmla="*/ 37721 w 247541"/>
                  <a:gd name="connsiteY40" fmla="*/ 415299 h 427860"/>
                  <a:gd name="connsiteX41" fmla="*/ 37721 w 247541"/>
                  <a:gd name="connsiteY41" fmla="*/ 432224 h 427860"/>
                  <a:gd name="connsiteX42" fmla="*/ 53430 w 247541"/>
                  <a:gd name="connsiteY42" fmla="*/ 432224 h 427860"/>
                  <a:gd name="connsiteX43" fmla="*/ 60856 w 247541"/>
                  <a:gd name="connsiteY43" fmla="*/ 420339 h 427860"/>
                  <a:gd name="connsiteX44" fmla="*/ 67045 w 247541"/>
                  <a:gd name="connsiteY44" fmla="*/ 413873 h 427860"/>
                  <a:gd name="connsiteX45" fmla="*/ 83611 w 247541"/>
                  <a:gd name="connsiteY45" fmla="*/ 412352 h 427860"/>
                  <a:gd name="connsiteX46" fmla="*/ 95226 w 247541"/>
                  <a:gd name="connsiteY46" fmla="*/ 402844 h 427860"/>
                  <a:gd name="connsiteX47" fmla="*/ 102272 w 247541"/>
                  <a:gd name="connsiteY47" fmla="*/ 405791 h 427860"/>
                  <a:gd name="connsiteX48" fmla="*/ 113506 w 247541"/>
                  <a:gd name="connsiteY48" fmla="*/ 386775 h 427860"/>
                  <a:gd name="connsiteX49" fmla="*/ 106461 w 247541"/>
                  <a:gd name="connsiteY49" fmla="*/ 387916 h 427860"/>
                  <a:gd name="connsiteX50" fmla="*/ 106461 w 247541"/>
                  <a:gd name="connsiteY50" fmla="*/ 374034 h 427860"/>
                  <a:gd name="connsiteX51" fmla="*/ 109698 w 247541"/>
                  <a:gd name="connsiteY51" fmla="*/ 345510 h 427860"/>
                  <a:gd name="connsiteX52" fmla="*/ 120932 w 247541"/>
                  <a:gd name="connsiteY52" fmla="*/ 333435 h 427860"/>
                  <a:gd name="connsiteX53" fmla="*/ 139022 w 247541"/>
                  <a:gd name="connsiteY53" fmla="*/ 316511 h 427860"/>
                  <a:gd name="connsiteX54" fmla="*/ 150923 w 247541"/>
                  <a:gd name="connsiteY54" fmla="*/ 300252 h 427860"/>
                  <a:gd name="connsiteX55" fmla="*/ 131881 w 247541"/>
                  <a:gd name="connsiteY55" fmla="*/ 279240 h 427860"/>
                  <a:gd name="connsiteX56" fmla="*/ 117600 w 247541"/>
                  <a:gd name="connsiteY56" fmla="*/ 275436 h 427860"/>
                  <a:gd name="connsiteX57" fmla="*/ 115220 w 247541"/>
                  <a:gd name="connsiteY57" fmla="*/ 252902 h 427860"/>
                  <a:gd name="connsiteX58" fmla="*/ 122646 w 247541"/>
                  <a:gd name="connsiteY58" fmla="*/ 233886 h 427860"/>
                  <a:gd name="connsiteX59" fmla="*/ 127978 w 247541"/>
                  <a:gd name="connsiteY59" fmla="*/ 218483 h 427860"/>
                  <a:gd name="connsiteX60" fmla="*/ 137499 w 247541"/>
                  <a:gd name="connsiteY60" fmla="*/ 208975 h 427860"/>
                  <a:gd name="connsiteX61" fmla="*/ 151399 w 247541"/>
                  <a:gd name="connsiteY61" fmla="*/ 193382 h 427860"/>
                  <a:gd name="connsiteX62" fmla="*/ 170441 w 247541"/>
                  <a:gd name="connsiteY62" fmla="*/ 182353 h 427860"/>
                  <a:gd name="connsiteX63" fmla="*/ 201288 w 247541"/>
                  <a:gd name="connsiteY63" fmla="*/ 159343 h 427860"/>
                  <a:gd name="connsiteX64" fmla="*/ 199194 w 247541"/>
                  <a:gd name="connsiteY64" fmla="*/ 140327 h 427860"/>
                  <a:gd name="connsiteX65" fmla="*/ 206905 w 247541"/>
                  <a:gd name="connsiteY65" fmla="*/ 124069 h 427860"/>
                  <a:gd name="connsiteX66" fmla="*/ 219949 w 247541"/>
                  <a:gd name="connsiteY66" fmla="*/ 113705 h 427860"/>
                  <a:gd name="connsiteX67" fmla="*/ 240990 w 247541"/>
                  <a:gd name="connsiteY67" fmla="*/ 111613 h 427860"/>
                  <a:gd name="connsiteX68" fmla="*/ 251748 w 247541"/>
                  <a:gd name="connsiteY68" fmla="*/ 112184 h 427860"/>
                  <a:gd name="connsiteX69" fmla="*/ 248987 w 247541"/>
                  <a:gd name="connsiteY69" fmla="*/ 101725 h 427860"/>
                  <a:gd name="connsiteX70" fmla="*/ 148828 w 247541"/>
                  <a:gd name="connsiteY70" fmla="*/ 361959 h 427860"/>
                  <a:gd name="connsiteX71" fmla="*/ 135214 w 247541"/>
                  <a:gd name="connsiteY71" fmla="*/ 388011 h 427860"/>
                  <a:gd name="connsiteX72" fmla="*/ 148828 w 247541"/>
                  <a:gd name="connsiteY72" fmla="*/ 361959 h 42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47541" h="427860">
                    <a:moveTo>
                      <a:pt x="248987" y="101725"/>
                    </a:moveTo>
                    <a:cubicBezTo>
                      <a:pt x="246131" y="98872"/>
                      <a:pt x="240419" y="91266"/>
                      <a:pt x="245179" y="91266"/>
                    </a:cubicBezTo>
                    <a:cubicBezTo>
                      <a:pt x="249939" y="91266"/>
                      <a:pt x="251844" y="77004"/>
                      <a:pt x="246131" y="74151"/>
                    </a:cubicBezTo>
                    <a:cubicBezTo>
                      <a:pt x="240419" y="71299"/>
                      <a:pt x="246131" y="58939"/>
                      <a:pt x="241371" y="56086"/>
                    </a:cubicBezTo>
                    <a:cubicBezTo>
                      <a:pt x="236610" y="53234"/>
                      <a:pt x="239467" y="43726"/>
                      <a:pt x="240419" y="37070"/>
                    </a:cubicBezTo>
                    <a:cubicBezTo>
                      <a:pt x="241371" y="30415"/>
                      <a:pt x="222329" y="24710"/>
                      <a:pt x="211856" y="19956"/>
                    </a:cubicBezTo>
                    <a:cubicBezTo>
                      <a:pt x="201383" y="15202"/>
                      <a:pt x="196623" y="7595"/>
                      <a:pt x="188054" y="2841"/>
                    </a:cubicBezTo>
                    <a:cubicBezTo>
                      <a:pt x="179485" y="-1913"/>
                      <a:pt x="176629" y="10448"/>
                      <a:pt x="176629" y="18054"/>
                    </a:cubicBezTo>
                    <a:cubicBezTo>
                      <a:pt x="176629" y="25661"/>
                      <a:pt x="169012" y="26611"/>
                      <a:pt x="163300" y="21857"/>
                    </a:cubicBezTo>
                    <a:cubicBezTo>
                      <a:pt x="157588" y="17103"/>
                      <a:pt x="150923" y="21857"/>
                      <a:pt x="142354" y="18054"/>
                    </a:cubicBezTo>
                    <a:cubicBezTo>
                      <a:pt x="133786" y="14251"/>
                      <a:pt x="137594" y="26611"/>
                      <a:pt x="137594" y="32316"/>
                    </a:cubicBezTo>
                    <a:cubicBezTo>
                      <a:pt x="137594" y="38021"/>
                      <a:pt x="128073" y="38021"/>
                      <a:pt x="122360" y="38021"/>
                    </a:cubicBezTo>
                    <a:cubicBezTo>
                      <a:pt x="116648" y="38021"/>
                      <a:pt x="107127" y="42775"/>
                      <a:pt x="107127" y="49431"/>
                    </a:cubicBezTo>
                    <a:cubicBezTo>
                      <a:pt x="107127" y="56086"/>
                      <a:pt x="98558" y="59889"/>
                      <a:pt x="101415" y="63693"/>
                    </a:cubicBezTo>
                    <a:cubicBezTo>
                      <a:pt x="104271" y="67496"/>
                      <a:pt x="100463" y="71299"/>
                      <a:pt x="96654" y="74151"/>
                    </a:cubicBezTo>
                    <a:cubicBezTo>
                      <a:pt x="92846" y="77004"/>
                      <a:pt x="89038" y="86512"/>
                      <a:pt x="86181" y="89364"/>
                    </a:cubicBezTo>
                    <a:cubicBezTo>
                      <a:pt x="83325" y="92217"/>
                      <a:pt x="88085" y="96971"/>
                      <a:pt x="82373" y="100774"/>
                    </a:cubicBezTo>
                    <a:cubicBezTo>
                      <a:pt x="76661" y="104577"/>
                      <a:pt x="69996" y="101725"/>
                      <a:pt x="67140" y="104577"/>
                    </a:cubicBezTo>
                    <a:cubicBezTo>
                      <a:pt x="64283" y="107430"/>
                      <a:pt x="67140" y="114085"/>
                      <a:pt x="66188" y="122642"/>
                    </a:cubicBezTo>
                    <a:cubicBezTo>
                      <a:pt x="63882" y="132147"/>
                      <a:pt x="59309" y="140955"/>
                      <a:pt x="52859" y="148314"/>
                    </a:cubicBezTo>
                    <a:cubicBezTo>
                      <a:pt x="47146" y="155920"/>
                      <a:pt x="54763" y="157822"/>
                      <a:pt x="57619" y="158773"/>
                    </a:cubicBezTo>
                    <a:cubicBezTo>
                      <a:pt x="60475" y="159724"/>
                      <a:pt x="60475" y="164478"/>
                      <a:pt x="57619" y="170182"/>
                    </a:cubicBezTo>
                    <a:cubicBezTo>
                      <a:pt x="54763" y="175887"/>
                      <a:pt x="48098" y="172084"/>
                      <a:pt x="44290" y="171133"/>
                    </a:cubicBezTo>
                    <a:cubicBezTo>
                      <a:pt x="35814" y="171946"/>
                      <a:pt x="28308" y="176943"/>
                      <a:pt x="24296" y="184445"/>
                    </a:cubicBezTo>
                    <a:cubicBezTo>
                      <a:pt x="19913" y="190198"/>
                      <a:pt x="19175" y="197935"/>
                      <a:pt x="22392" y="204411"/>
                    </a:cubicBezTo>
                    <a:cubicBezTo>
                      <a:pt x="24296" y="209165"/>
                      <a:pt x="17631" y="214870"/>
                      <a:pt x="22392" y="224378"/>
                    </a:cubicBezTo>
                    <a:cubicBezTo>
                      <a:pt x="27152" y="233886"/>
                      <a:pt x="20488" y="235788"/>
                      <a:pt x="21440" y="243394"/>
                    </a:cubicBezTo>
                    <a:cubicBezTo>
                      <a:pt x="22392" y="251001"/>
                      <a:pt x="33817" y="250050"/>
                      <a:pt x="34769" y="257656"/>
                    </a:cubicBezTo>
                    <a:cubicBezTo>
                      <a:pt x="35721" y="265263"/>
                      <a:pt x="30961" y="268115"/>
                      <a:pt x="27152" y="268115"/>
                    </a:cubicBezTo>
                    <a:cubicBezTo>
                      <a:pt x="23344" y="268115"/>
                      <a:pt x="24296" y="275722"/>
                      <a:pt x="28104" y="277623"/>
                    </a:cubicBezTo>
                    <a:cubicBezTo>
                      <a:pt x="31913" y="279525"/>
                      <a:pt x="30961" y="292836"/>
                      <a:pt x="29057" y="296639"/>
                    </a:cubicBezTo>
                    <a:cubicBezTo>
                      <a:pt x="27152" y="300442"/>
                      <a:pt x="14775" y="296639"/>
                      <a:pt x="15727" y="301393"/>
                    </a:cubicBezTo>
                    <a:cubicBezTo>
                      <a:pt x="16679" y="306147"/>
                      <a:pt x="12871" y="313754"/>
                      <a:pt x="12871" y="317557"/>
                    </a:cubicBezTo>
                    <a:cubicBezTo>
                      <a:pt x="12871" y="321360"/>
                      <a:pt x="11919" y="333721"/>
                      <a:pt x="8111" y="330868"/>
                    </a:cubicBezTo>
                    <a:cubicBezTo>
                      <a:pt x="6203" y="329794"/>
                      <a:pt x="3967" y="329456"/>
                      <a:pt x="1827" y="329917"/>
                    </a:cubicBezTo>
                    <a:cubicBezTo>
                      <a:pt x="1875" y="330550"/>
                      <a:pt x="1875" y="331186"/>
                      <a:pt x="1827" y="331819"/>
                    </a:cubicBezTo>
                    <a:cubicBezTo>
                      <a:pt x="1369" y="339561"/>
                      <a:pt x="4706" y="347043"/>
                      <a:pt x="10776" y="351881"/>
                    </a:cubicBezTo>
                    <a:cubicBezTo>
                      <a:pt x="17251" y="357300"/>
                      <a:pt x="12205" y="365287"/>
                      <a:pt x="17822" y="372608"/>
                    </a:cubicBezTo>
                    <a:cubicBezTo>
                      <a:pt x="23439" y="379929"/>
                      <a:pt x="21725" y="385349"/>
                      <a:pt x="27914" y="390674"/>
                    </a:cubicBezTo>
                    <a:cubicBezTo>
                      <a:pt x="34103" y="395998"/>
                      <a:pt x="34769" y="398946"/>
                      <a:pt x="32103" y="405791"/>
                    </a:cubicBezTo>
                    <a:cubicBezTo>
                      <a:pt x="29437" y="412637"/>
                      <a:pt x="37435" y="410831"/>
                      <a:pt x="37721" y="415299"/>
                    </a:cubicBezTo>
                    <a:cubicBezTo>
                      <a:pt x="38006" y="419768"/>
                      <a:pt x="35912" y="428040"/>
                      <a:pt x="37721" y="432224"/>
                    </a:cubicBezTo>
                    <a:cubicBezTo>
                      <a:pt x="39530" y="436407"/>
                      <a:pt x="43909" y="432224"/>
                      <a:pt x="53430" y="432224"/>
                    </a:cubicBezTo>
                    <a:cubicBezTo>
                      <a:pt x="62951" y="432224"/>
                      <a:pt x="60570" y="425948"/>
                      <a:pt x="60856" y="420339"/>
                    </a:cubicBezTo>
                    <a:cubicBezTo>
                      <a:pt x="61142" y="414729"/>
                      <a:pt x="65902" y="417391"/>
                      <a:pt x="67045" y="413873"/>
                    </a:cubicBezTo>
                    <a:cubicBezTo>
                      <a:pt x="68187" y="410355"/>
                      <a:pt x="76565" y="409404"/>
                      <a:pt x="83611" y="412352"/>
                    </a:cubicBezTo>
                    <a:cubicBezTo>
                      <a:pt x="90656" y="415299"/>
                      <a:pt x="93988" y="410260"/>
                      <a:pt x="95226" y="402844"/>
                    </a:cubicBezTo>
                    <a:cubicBezTo>
                      <a:pt x="96464" y="395428"/>
                      <a:pt x="100177" y="404270"/>
                      <a:pt x="102272" y="405791"/>
                    </a:cubicBezTo>
                    <a:cubicBezTo>
                      <a:pt x="104366" y="407313"/>
                      <a:pt x="110650" y="394857"/>
                      <a:pt x="113506" y="386775"/>
                    </a:cubicBezTo>
                    <a:cubicBezTo>
                      <a:pt x="116362" y="378693"/>
                      <a:pt x="113506" y="380215"/>
                      <a:pt x="106461" y="387916"/>
                    </a:cubicBezTo>
                    <a:cubicBezTo>
                      <a:pt x="99415" y="395618"/>
                      <a:pt x="103509" y="380215"/>
                      <a:pt x="106461" y="374034"/>
                    </a:cubicBezTo>
                    <a:cubicBezTo>
                      <a:pt x="108321" y="364631"/>
                      <a:pt x="109404" y="355091"/>
                      <a:pt x="109698" y="345510"/>
                    </a:cubicBezTo>
                    <a:cubicBezTo>
                      <a:pt x="110294" y="339419"/>
                      <a:pt x="114893" y="334476"/>
                      <a:pt x="120932" y="333435"/>
                    </a:cubicBezTo>
                    <a:cubicBezTo>
                      <a:pt x="129596" y="331629"/>
                      <a:pt x="140831" y="320980"/>
                      <a:pt x="139022" y="316511"/>
                    </a:cubicBezTo>
                    <a:cubicBezTo>
                      <a:pt x="137213" y="312042"/>
                      <a:pt x="150923" y="304721"/>
                      <a:pt x="150923" y="300252"/>
                    </a:cubicBezTo>
                    <a:cubicBezTo>
                      <a:pt x="150923" y="295783"/>
                      <a:pt x="136642" y="282187"/>
                      <a:pt x="131881" y="279240"/>
                    </a:cubicBezTo>
                    <a:cubicBezTo>
                      <a:pt x="127121" y="276292"/>
                      <a:pt x="116743" y="278669"/>
                      <a:pt x="117600" y="275436"/>
                    </a:cubicBezTo>
                    <a:cubicBezTo>
                      <a:pt x="117640" y="267860"/>
                      <a:pt x="116842" y="260303"/>
                      <a:pt x="115220" y="252902"/>
                    </a:cubicBezTo>
                    <a:cubicBezTo>
                      <a:pt x="114077" y="246437"/>
                      <a:pt x="122646" y="239591"/>
                      <a:pt x="122646" y="233886"/>
                    </a:cubicBezTo>
                    <a:cubicBezTo>
                      <a:pt x="122646" y="228181"/>
                      <a:pt x="122646" y="220575"/>
                      <a:pt x="127978" y="218483"/>
                    </a:cubicBezTo>
                    <a:cubicBezTo>
                      <a:pt x="133309" y="216391"/>
                      <a:pt x="130072" y="211067"/>
                      <a:pt x="137499" y="208975"/>
                    </a:cubicBezTo>
                    <a:cubicBezTo>
                      <a:pt x="144925" y="206883"/>
                      <a:pt x="143401" y="196615"/>
                      <a:pt x="151399" y="193382"/>
                    </a:cubicBezTo>
                    <a:cubicBezTo>
                      <a:pt x="159397" y="190149"/>
                      <a:pt x="159968" y="187392"/>
                      <a:pt x="170441" y="182353"/>
                    </a:cubicBezTo>
                    <a:cubicBezTo>
                      <a:pt x="182215" y="176911"/>
                      <a:pt x="192721" y="169074"/>
                      <a:pt x="201288" y="159343"/>
                    </a:cubicBezTo>
                    <a:cubicBezTo>
                      <a:pt x="204240" y="153068"/>
                      <a:pt x="190625" y="146603"/>
                      <a:pt x="199194" y="140327"/>
                    </a:cubicBezTo>
                    <a:cubicBezTo>
                      <a:pt x="207762" y="134052"/>
                      <a:pt x="200622" y="126446"/>
                      <a:pt x="206905" y="124069"/>
                    </a:cubicBezTo>
                    <a:cubicBezTo>
                      <a:pt x="212089" y="121818"/>
                      <a:pt x="216588" y="118244"/>
                      <a:pt x="219949" y="113705"/>
                    </a:cubicBezTo>
                    <a:cubicBezTo>
                      <a:pt x="224328" y="108951"/>
                      <a:pt x="230326" y="113705"/>
                      <a:pt x="240990" y="111613"/>
                    </a:cubicBezTo>
                    <a:cubicBezTo>
                      <a:pt x="244578" y="111075"/>
                      <a:pt x="248238" y="111269"/>
                      <a:pt x="251748" y="112184"/>
                    </a:cubicBezTo>
                    <a:cubicBezTo>
                      <a:pt x="251834" y="108507"/>
                      <a:pt x="250877" y="104881"/>
                      <a:pt x="248987" y="101725"/>
                    </a:cubicBezTo>
                    <a:close/>
                    <a:moveTo>
                      <a:pt x="148828" y="361959"/>
                    </a:moveTo>
                    <a:cubicBezTo>
                      <a:pt x="137594" y="361959"/>
                      <a:pt x="132262" y="384398"/>
                      <a:pt x="135214" y="388011"/>
                    </a:cubicBezTo>
                    <a:cubicBezTo>
                      <a:pt x="138165" y="391624"/>
                      <a:pt x="160063" y="361674"/>
                      <a:pt x="148828" y="3619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02" name="Freeform 2824">
                <a:extLst>
                  <a:ext uri="{FF2B5EF4-FFF2-40B4-BE49-F238E27FC236}">
                    <a16:creationId xmlns:a16="http://schemas.microsoft.com/office/drawing/2014/main" id="{81ED06AC-72FE-DF44-9092-57C85C9F3F6B}"/>
                  </a:ext>
                </a:extLst>
              </p:cNvPr>
              <p:cNvSpPr/>
              <p:nvPr/>
            </p:nvSpPr>
            <p:spPr>
              <a:xfrm>
                <a:off x="12996321" y="4346588"/>
                <a:ext cx="291845" cy="134516"/>
              </a:xfrm>
              <a:custGeom>
                <a:avLst/>
                <a:gdLst>
                  <a:gd name="connsiteX0" fmla="*/ 116642 w 123770"/>
                  <a:gd name="connsiteY0" fmla="*/ 17024 h 57048"/>
                  <a:gd name="connsiteX1" fmla="*/ 120736 w 123770"/>
                  <a:gd name="connsiteY1" fmla="*/ 3903 h 57048"/>
                  <a:gd name="connsiteX2" fmla="*/ 116356 w 123770"/>
                  <a:gd name="connsiteY2" fmla="*/ 5995 h 57048"/>
                  <a:gd name="connsiteX3" fmla="*/ 78273 w 123770"/>
                  <a:gd name="connsiteY3" fmla="*/ 2097 h 57048"/>
                  <a:gd name="connsiteX4" fmla="*/ 40951 w 123770"/>
                  <a:gd name="connsiteY4" fmla="*/ 9513 h 57048"/>
                  <a:gd name="connsiteX5" fmla="*/ 28764 w 123770"/>
                  <a:gd name="connsiteY5" fmla="*/ 21113 h 57048"/>
                  <a:gd name="connsiteX6" fmla="*/ 32954 w 123770"/>
                  <a:gd name="connsiteY6" fmla="*/ 33758 h 57048"/>
                  <a:gd name="connsiteX7" fmla="*/ 44759 w 123770"/>
                  <a:gd name="connsiteY7" fmla="*/ 40604 h 57048"/>
                  <a:gd name="connsiteX8" fmla="*/ 48854 w 123770"/>
                  <a:gd name="connsiteY8" fmla="*/ 48591 h 57048"/>
                  <a:gd name="connsiteX9" fmla="*/ 48854 w 123770"/>
                  <a:gd name="connsiteY9" fmla="*/ 48591 h 57048"/>
                  <a:gd name="connsiteX10" fmla="*/ 70466 w 123770"/>
                  <a:gd name="connsiteY10" fmla="*/ 48591 h 57048"/>
                  <a:gd name="connsiteX11" fmla="*/ 90554 w 123770"/>
                  <a:gd name="connsiteY11" fmla="*/ 60476 h 57048"/>
                  <a:gd name="connsiteX12" fmla="*/ 109596 w 123770"/>
                  <a:gd name="connsiteY12" fmla="*/ 61712 h 57048"/>
                  <a:gd name="connsiteX13" fmla="*/ 110358 w 123770"/>
                  <a:gd name="connsiteY13" fmla="*/ 56102 h 57048"/>
                  <a:gd name="connsiteX14" fmla="*/ 115690 w 123770"/>
                  <a:gd name="connsiteY14" fmla="*/ 49447 h 57048"/>
                  <a:gd name="connsiteX15" fmla="*/ 111215 w 123770"/>
                  <a:gd name="connsiteY15" fmla="*/ 38798 h 57048"/>
                  <a:gd name="connsiteX16" fmla="*/ 109882 w 123770"/>
                  <a:gd name="connsiteY16" fmla="*/ 27293 h 57048"/>
                  <a:gd name="connsiteX17" fmla="*/ 116642 w 123770"/>
                  <a:gd name="connsiteY17" fmla="*/ 17024 h 57048"/>
                  <a:gd name="connsiteX18" fmla="*/ 11913 w 123770"/>
                  <a:gd name="connsiteY18" fmla="*/ 31477 h 57048"/>
                  <a:gd name="connsiteX19" fmla="*/ 4010 w 123770"/>
                  <a:gd name="connsiteY19" fmla="*/ 48876 h 57048"/>
                  <a:gd name="connsiteX20" fmla="*/ 24671 w 123770"/>
                  <a:gd name="connsiteY20" fmla="*/ 35280 h 57048"/>
                  <a:gd name="connsiteX21" fmla="*/ 11722 w 123770"/>
                  <a:gd name="connsiteY21" fmla="*/ 31477 h 57048"/>
                  <a:gd name="connsiteX22" fmla="*/ 20862 w 123770"/>
                  <a:gd name="connsiteY22" fmla="*/ 22824 h 57048"/>
                  <a:gd name="connsiteX23" fmla="*/ 8104 w 123770"/>
                  <a:gd name="connsiteY23" fmla="*/ 24346 h 57048"/>
                  <a:gd name="connsiteX24" fmla="*/ 20432 w 123770"/>
                  <a:gd name="connsiteY24" fmla="*/ 23130 h 57048"/>
                  <a:gd name="connsiteX25" fmla="*/ 20672 w 123770"/>
                  <a:gd name="connsiteY25" fmla="*/ 22824 h 57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23770" h="57048">
                    <a:moveTo>
                      <a:pt x="116642" y="17024"/>
                    </a:moveTo>
                    <a:cubicBezTo>
                      <a:pt x="119117" y="11795"/>
                      <a:pt x="125496" y="10844"/>
                      <a:pt x="120736" y="3903"/>
                    </a:cubicBezTo>
                    <a:cubicBezTo>
                      <a:pt x="119462" y="4937"/>
                      <a:pt x="117961" y="5653"/>
                      <a:pt x="116356" y="5995"/>
                    </a:cubicBezTo>
                    <a:cubicBezTo>
                      <a:pt x="107787" y="8372"/>
                      <a:pt x="89126" y="100"/>
                      <a:pt x="78273" y="2097"/>
                    </a:cubicBezTo>
                    <a:cubicBezTo>
                      <a:pt x="67419" y="4093"/>
                      <a:pt x="45997" y="4188"/>
                      <a:pt x="40951" y="9513"/>
                    </a:cubicBezTo>
                    <a:cubicBezTo>
                      <a:pt x="35905" y="14837"/>
                      <a:pt x="23147" y="16359"/>
                      <a:pt x="28764" y="21113"/>
                    </a:cubicBezTo>
                    <a:cubicBezTo>
                      <a:pt x="34382" y="25867"/>
                      <a:pt x="28764" y="28149"/>
                      <a:pt x="32954" y="33758"/>
                    </a:cubicBezTo>
                    <a:cubicBezTo>
                      <a:pt x="37143" y="39368"/>
                      <a:pt x="39142" y="41840"/>
                      <a:pt x="44759" y="40604"/>
                    </a:cubicBezTo>
                    <a:cubicBezTo>
                      <a:pt x="50377" y="39368"/>
                      <a:pt x="54851" y="42316"/>
                      <a:pt x="48854" y="48591"/>
                    </a:cubicBezTo>
                    <a:cubicBezTo>
                      <a:pt x="48854" y="48591"/>
                      <a:pt x="48854" y="48591"/>
                      <a:pt x="48854" y="48591"/>
                    </a:cubicBezTo>
                    <a:cubicBezTo>
                      <a:pt x="56021" y="47565"/>
                      <a:pt x="63298" y="47565"/>
                      <a:pt x="70466" y="48591"/>
                    </a:cubicBezTo>
                    <a:cubicBezTo>
                      <a:pt x="72846" y="50397"/>
                      <a:pt x="87032" y="61617"/>
                      <a:pt x="90554" y="60476"/>
                    </a:cubicBezTo>
                    <a:cubicBezTo>
                      <a:pt x="96928" y="60179"/>
                      <a:pt x="103315" y="60593"/>
                      <a:pt x="109596" y="61712"/>
                    </a:cubicBezTo>
                    <a:cubicBezTo>
                      <a:pt x="108586" y="59879"/>
                      <a:pt x="108895" y="57601"/>
                      <a:pt x="110358" y="56102"/>
                    </a:cubicBezTo>
                    <a:cubicBezTo>
                      <a:pt x="113024" y="53915"/>
                      <a:pt x="118736" y="53915"/>
                      <a:pt x="115690" y="49447"/>
                    </a:cubicBezTo>
                    <a:cubicBezTo>
                      <a:pt x="112943" y="46563"/>
                      <a:pt x="111351" y="42775"/>
                      <a:pt x="111215" y="38798"/>
                    </a:cubicBezTo>
                    <a:cubicBezTo>
                      <a:pt x="110399" y="35015"/>
                      <a:pt x="109953" y="31162"/>
                      <a:pt x="109882" y="27293"/>
                    </a:cubicBezTo>
                    <a:cubicBezTo>
                      <a:pt x="110453" y="23775"/>
                      <a:pt x="113976" y="22824"/>
                      <a:pt x="116642" y="17024"/>
                    </a:cubicBezTo>
                    <a:close/>
                    <a:moveTo>
                      <a:pt x="11913" y="31477"/>
                    </a:moveTo>
                    <a:cubicBezTo>
                      <a:pt x="1249" y="34424"/>
                      <a:pt x="-274" y="49161"/>
                      <a:pt x="4010" y="48876"/>
                    </a:cubicBezTo>
                    <a:cubicBezTo>
                      <a:pt x="11798" y="45884"/>
                      <a:pt x="18846" y="41246"/>
                      <a:pt x="24671" y="35280"/>
                    </a:cubicBezTo>
                    <a:cubicBezTo>
                      <a:pt x="27812" y="32047"/>
                      <a:pt x="22481" y="28434"/>
                      <a:pt x="11722" y="31477"/>
                    </a:cubicBezTo>
                    <a:close/>
                    <a:moveTo>
                      <a:pt x="20862" y="22824"/>
                    </a:moveTo>
                    <a:cubicBezTo>
                      <a:pt x="23243" y="18451"/>
                      <a:pt x="3725" y="20352"/>
                      <a:pt x="8104" y="24346"/>
                    </a:cubicBezTo>
                    <a:cubicBezTo>
                      <a:pt x="11845" y="27409"/>
                      <a:pt x="17364" y="26865"/>
                      <a:pt x="20432" y="23130"/>
                    </a:cubicBezTo>
                    <a:cubicBezTo>
                      <a:pt x="20514" y="23030"/>
                      <a:pt x="20594" y="22928"/>
                      <a:pt x="20672" y="2282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03" name="Freeform 2828">
                <a:extLst>
                  <a:ext uri="{FF2B5EF4-FFF2-40B4-BE49-F238E27FC236}">
                    <a16:creationId xmlns:a16="http://schemas.microsoft.com/office/drawing/2014/main" id="{F8ADD5EF-5F3D-C579-BE0E-13B846CE6E84}"/>
                  </a:ext>
                </a:extLst>
              </p:cNvPr>
              <p:cNvSpPr/>
              <p:nvPr/>
            </p:nvSpPr>
            <p:spPr>
              <a:xfrm>
                <a:off x="12209195" y="2528592"/>
                <a:ext cx="1212277" cy="1928071"/>
              </a:xfrm>
              <a:custGeom>
                <a:avLst/>
                <a:gdLst>
                  <a:gd name="connsiteX0" fmla="*/ 502633 w 514124"/>
                  <a:gd name="connsiteY0" fmla="*/ 439087 h 817689"/>
                  <a:gd name="connsiteX1" fmla="*/ 493779 w 514124"/>
                  <a:gd name="connsiteY1" fmla="*/ 438231 h 817689"/>
                  <a:gd name="connsiteX2" fmla="*/ 480735 w 514124"/>
                  <a:gd name="connsiteY2" fmla="*/ 428152 h 817689"/>
                  <a:gd name="connsiteX3" fmla="*/ 490732 w 514124"/>
                  <a:gd name="connsiteY3" fmla="*/ 429008 h 817689"/>
                  <a:gd name="connsiteX4" fmla="*/ 504061 w 514124"/>
                  <a:gd name="connsiteY4" fmla="*/ 424920 h 817689"/>
                  <a:gd name="connsiteX5" fmla="*/ 517771 w 514124"/>
                  <a:gd name="connsiteY5" fmla="*/ 419595 h 817689"/>
                  <a:gd name="connsiteX6" fmla="*/ 507393 w 514124"/>
                  <a:gd name="connsiteY6" fmla="*/ 409517 h 817689"/>
                  <a:gd name="connsiteX7" fmla="*/ 492255 w 514124"/>
                  <a:gd name="connsiteY7" fmla="*/ 404477 h 817689"/>
                  <a:gd name="connsiteX8" fmla="*/ 481592 w 514124"/>
                  <a:gd name="connsiteY8" fmla="*/ 399438 h 817689"/>
                  <a:gd name="connsiteX9" fmla="*/ 465883 w 514124"/>
                  <a:gd name="connsiteY9" fmla="*/ 410087 h 817689"/>
                  <a:gd name="connsiteX10" fmla="*/ 461122 w 514124"/>
                  <a:gd name="connsiteY10" fmla="*/ 411894 h 817689"/>
                  <a:gd name="connsiteX11" fmla="*/ 463503 w 514124"/>
                  <a:gd name="connsiteY11" fmla="*/ 400579 h 817689"/>
                  <a:gd name="connsiteX12" fmla="*/ 455220 w 514124"/>
                  <a:gd name="connsiteY12" fmla="*/ 389360 h 817689"/>
                  <a:gd name="connsiteX13" fmla="*/ 442747 w 514124"/>
                  <a:gd name="connsiteY13" fmla="*/ 400579 h 817689"/>
                  <a:gd name="connsiteX14" fmla="*/ 430941 w 514124"/>
                  <a:gd name="connsiteY14" fmla="*/ 416267 h 817689"/>
                  <a:gd name="connsiteX15" fmla="*/ 430941 w 514124"/>
                  <a:gd name="connsiteY15" fmla="*/ 399438 h 817689"/>
                  <a:gd name="connsiteX16" fmla="*/ 418183 w 514124"/>
                  <a:gd name="connsiteY16" fmla="*/ 406284 h 817689"/>
                  <a:gd name="connsiteX17" fmla="*/ 399142 w 514124"/>
                  <a:gd name="connsiteY17" fmla="*/ 425300 h 817689"/>
                  <a:gd name="connsiteX18" fmla="*/ 402664 w 514124"/>
                  <a:gd name="connsiteY18" fmla="*/ 412559 h 817689"/>
                  <a:gd name="connsiteX19" fmla="*/ 415708 w 514124"/>
                  <a:gd name="connsiteY19" fmla="*/ 397156 h 817689"/>
                  <a:gd name="connsiteX20" fmla="*/ 413328 w 514124"/>
                  <a:gd name="connsiteY20" fmla="*/ 389455 h 817689"/>
                  <a:gd name="connsiteX21" fmla="*/ 402379 w 514124"/>
                  <a:gd name="connsiteY21" fmla="*/ 398392 h 817689"/>
                  <a:gd name="connsiteX22" fmla="*/ 388193 w 514124"/>
                  <a:gd name="connsiteY22" fmla="*/ 396586 h 817689"/>
                  <a:gd name="connsiteX23" fmla="*/ 384575 w 514124"/>
                  <a:gd name="connsiteY23" fmla="*/ 404287 h 817689"/>
                  <a:gd name="connsiteX24" fmla="*/ 380195 w 514124"/>
                  <a:gd name="connsiteY24" fmla="*/ 407235 h 817689"/>
                  <a:gd name="connsiteX25" fmla="*/ 366200 w 514124"/>
                  <a:gd name="connsiteY25" fmla="*/ 411989 h 817689"/>
                  <a:gd name="connsiteX26" fmla="*/ 361535 w 514124"/>
                  <a:gd name="connsiteY26" fmla="*/ 419690 h 817689"/>
                  <a:gd name="connsiteX27" fmla="*/ 362101 w 514124"/>
                  <a:gd name="connsiteY27" fmla="*/ 429355 h 817689"/>
                  <a:gd name="connsiteX28" fmla="*/ 359440 w 514124"/>
                  <a:gd name="connsiteY28" fmla="*/ 431195 h 817689"/>
                  <a:gd name="connsiteX29" fmla="*/ 352014 w 514124"/>
                  <a:gd name="connsiteY29" fmla="*/ 418169 h 817689"/>
                  <a:gd name="connsiteX30" fmla="*/ 356203 w 514124"/>
                  <a:gd name="connsiteY30" fmla="*/ 410467 h 817689"/>
                  <a:gd name="connsiteX31" fmla="*/ 366866 w 514124"/>
                  <a:gd name="connsiteY31" fmla="*/ 400104 h 817689"/>
                  <a:gd name="connsiteX32" fmla="*/ 359726 w 514124"/>
                  <a:gd name="connsiteY32" fmla="*/ 401910 h 817689"/>
                  <a:gd name="connsiteX33" fmla="*/ 343445 w 514124"/>
                  <a:gd name="connsiteY33" fmla="*/ 405143 h 817689"/>
                  <a:gd name="connsiteX34" fmla="*/ 344588 w 514124"/>
                  <a:gd name="connsiteY34" fmla="*/ 418454 h 817689"/>
                  <a:gd name="connsiteX35" fmla="*/ 338970 w 514124"/>
                  <a:gd name="connsiteY35" fmla="*/ 422638 h 817689"/>
                  <a:gd name="connsiteX36" fmla="*/ 323832 w 514124"/>
                  <a:gd name="connsiteY36" fmla="*/ 422638 h 817689"/>
                  <a:gd name="connsiteX37" fmla="*/ 335162 w 514124"/>
                  <a:gd name="connsiteY37" fmla="*/ 432716 h 817689"/>
                  <a:gd name="connsiteX38" fmla="*/ 325641 w 514124"/>
                  <a:gd name="connsiteY38" fmla="*/ 431480 h 817689"/>
                  <a:gd name="connsiteX39" fmla="*/ 314978 w 514124"/>
                  <a:gd name="connsiteY39" fmla="*/ 425015 h 817689"/>
                  <a:gd name="connsiteX40" fmla="*/ 308504 w 514124"/>
                  <a:gd name="connsiteY40" fmla="*/ 428818 h 817689"/>
                  <a:gd name="connsiteX41" fmla="*/ 313169 w 514124"/>
                  <a:gd name="connsiteY41" fmla="*/ 441844 h 817689"/>
                  <a:gd name="connsiteX42" fmla="*/ 306409 w 514124"/>
                  <a:gd name="connsiteY42" fmla="*/ 437755 h 817689"/>
                  <a:gd name="connsiteX43" fmla="*/ 295175 w 514124"/>
                  <a:gd name="connsiteY43" fmla="*/ 436805 h 817689"/>
                  <a:gd name="connsiteX44" fmla="*/ 293651 w 514124"/>
                  <a:gd name="connsiteY44" fmla="*/ 425300 h 817689"/>
                  <a:gd name="connsiteX45" fmla="*/ 279751 w 514124"/>
                  <a:gd name="connsiteY45" fmla="*/ 426441 h 817689"/>
                  <a:gd name="connsiteX46" fmla="*/ 274133 w 514124"/>
                  <a:gd name="connsiteY46" fmla="*/ 432146 h 817689"/>
                  <a:gd name="connsiteX47" fmla="*/ 272324 w 514124"/>
                  <a:gd name="connsiteY47" fmla="*/ 441654 h 817689"/>
                  <a:gd name="connsiteX48" fmla="*/ 265755 w 514124"/>
                  <a:gd name="connsiteY48" fmla="*/ 446408 h 817689"/>
                  <a:gd name="connsiteX49" fmla="*/ 258710 w 514124"/>
                  <a:gd name="connsiteY49" fmla="*/ 447264 h 817689"/>
                  <a:gd name="connsiteX50" fmla="*/ 245095 w 514124"/>
                  <a:gd name="connsiteY50" fmla="*/ 449070 h 817689"/>
                  <a:gd name="connsiteX51" fmla="*/ 234717 w 514124"/>
                  <a:gd name="connsiteY51" fmla="*/ 462667 h 817689"/>
                  <a:gd name="connsiteX52" fmla="*/ 247475 w 514124"/>
                  <a:gd name="connsiteY52" fmla="*/ 461716 h 817689"/>
                  <a:gd name="connsiteX53" fmla="*/ 250141 w 514124"/>
                  <a:gd name="connsiteY53" fmla="*/ 468847 h 817689"/>
                  <a:gd name="connsiteX54" fmla="*/ 248332 w 514124"/>
                  <a:gd name="connsiteY54" fmla="*/ 474171 h 817689"/>
                  <a:gd name="connsiteX55" fmla="*/ 237954 w 514124"/>
                  <a:gd name="connsiteY55" fmla="*/ 475407 h 817689"/>
                  <a:gd name="connsiteX56" fmla="*/ 229005 w 514124"/>
                  <a:gd name="connsiteY56" fmla="*/ 470083 h 817689"/>
                  <a:gd name="connsiteX57" fmla="*/ 218056 w 514124"/>
                  <a:gd name="connsiteY57" fmla="*/ 475407 h 817689"/>
                  <a:gd name="connsiteX58" fmla="*/ 222816 w 514124"/>
                  <a:gd name="connsiteY58" fmla="*/ 458768 h 817689"/>
                  <a:gd name="connsiteX59" fmla="*/ 211011 w 514124"/>
                  <a:gd name="connsiteY59" fmla="*/ 468276 h 817689"/>
                  <a:gd name="connsiteX60" fmla="*/ 198252 w 514124"/>
                  <a:gd name="connsiteY60" fmla="*/ 477784 h 817689"/>
                  <a:gd name="connsiteX61" fmla="*/ 189684 w 514124"/>
                  <a:gd name="connsiteY61" fmla="*/ 488433 h 817689"/>
                  <a:gd name="connsiteX62" fmla="*/ 165025 w 514124"/>
                  <a:gd name="connsiteY62" fmla="*/ 502030 h 817689"/>
                  <a:gd name="connsiteX63" fmla="*/ 171880 w 514124"/>
                  <a:gd name="connsiteY63" fmla="*/ 502600 h 817689"/>
                  <a:gd name="connsiteX64" fmla="*/ 186732 w 514124"/>
                  <a:gd name="connsiteY64" fmla="*/ 495184 h 817689"/>
                  <a:gd name="connsiteX65" fmla="*/ 206250 w 514124"/>
                  <a:gd name="connsiteY65" fmla="*/ 488148 h 817689"/>
                  <a:gd name="connsiteX66" fmla="*/ 217389 w 514124"/>
                  <a:gd name="connsiteY66" fmla="*/ 487248 h 817689"/>
                  <a:gd name="connsiteX67" fmla="*/ 218056 w 514124"/>
                  <a:gd name="connsiteY67" fmla="*/ 486341 h 817689"/>
                  <a:gd name="connsiteX68" fmla="*/ 228504 w 514124"/>
                  <a:gd name="connsiteY68" fmla="*/ 483724 h 817689"/>
                  <a:gd name="connsiteX69" fmla="*/ 230528 w 514124"/>
                  <a:gd name="connsiteY69" fmla="*/ 485486 h 817689"/>
                  <a:gd name="connsiteX70" fmla="*/ 228719 w 514124"/>
                  <a:gd name="connsiteY70" fmla="*/ 496135 h 817689"/>
                  <a:gd name="connsiteX71" fmla="*/ 223102 w 514124"/>
                  <a:gd name="connsiteY71" fmla="*/ 499368 h 817689"/>
                  <a:gd name="connsiteX72" fmla="*/ 215105 w 514124"/>
                  <a:gd name="connsiteY72" fmla="*/ 495469 h 817689"/>
                  <a:gd name="connsiteX73" fmla="*/ 205584 w 514124"/>
                  <a:gd name="connsiteY73" fmla="*/ 503836 h 817689"/>
                  <a:gd name="connsiteX74" fmla="*/ 197586 w 514124"/>
                  <a:gd name="connsiteY74" fmla="*/ 518288 h 817689"/>
                  <a:gd name="connsiteX75" fmla="*/ 190160 w 514124"/>
                  <a:gd name="connsiteY75" fmla="*/ 524469 h 817689"/>
                  <a:gd name="connsiteX76" fmla="*/ 171785 w 514124"/>
                  <a:gd name="connsiteY76" fmla="*/ 549665 h 817689"/>
                  <a:gd name="connsiteX77" fmla="*/ 168548 w 514124"/>
                  <a:gd name="connsiteY77" fmla="*/ 564497 h 817689"/>
                  <a:gd name="connsiteX78" fmla="*/ 152838 w 514124"/>
                  <a:gd name="connsiteY78" fmla="*/ 567160 h 817689"/>
                  <a:gd name="connsiteX79" fmla="*/ 150172 w 514124"/>
                  <a:gd name="connsiteY79" fmla="*/ 585510 h 817689"/>
                  <a:gd name="connsiteX80" fmla="*/ 150172 w 514124"/>
                  <a:gd name="connsiteY80" fmla="*/ 599107 h 817689"/>
                  <a:gd name="connsiteX81" fmla="*/ 137700 w 514124"/>
                  <a:gd name="connsiteY81" fmla="*/ 600818 h 817689"/>
                  <a:gd name="connsiteX82" fmla="*/ 123800 w 514124"/>
                  <a:gd name="connsiteY82" fmla="*/ 605287 h 817689"/>
                  <a:gd name="connsiteX83" fmla="*/ 135034 w 514124"/>
                  <a:gd name="connsiteY83" fmla="*/ 617742 h 817689"/>
                  <a:gd name="connsiteX84" fmla="*/ 128846 w 514124"/>
                  <a:gd name="connsiteY84" fmla="*/ 620405 h 817689"/>
                  <a:gd name="connsiteX85" fmla="*/ 111042 w 514124"/>
                  <a:gd name="connsiteY85" fmla="*/ 627441 h 817689"/>
                  <a:gd name="connsiteX86" fmla="*/ 98570 w 514124"/>
                  <a:gd name="connsiteY86" fmla="*/ 640181 h 817689"/>
                  <a:gd name="connsiteX87" fmla="*/ 89049 w 514124"/>
                  <a:gd name="connsiteY87" fmla="*/ 655299 h 817689"/>
                  <a:gd name="connsiteX88" fmla="*/ 78005 w 514124"/>
                  <a:gd name="connsiteY88" fmla="*/ 646742 h 817689"/>
                  <a:gd name="connsiteX89" fmla="*/ 75720 w 514124"/>
                  <a:gd name="connsiteY89" fmla="*/ 657961 h 817689"/>
                  <a:gd name="connsiteX90" fmla="*/ 64675 w 514124"/>
                  <a:gd name="connsiteY90" fmla="*/ 664807 h 817689"/>
                  <a:gd name="connsiteX91" fmla="*/ 45634 w 514124"/>
                  <a:gd name="connsiteY91" fmla="*/ 671843 h 817689"/>
                  <a:gd name="connsiteX92" fmla="*/ 56297 w 514124"/>
                  <a:gd name="connsiteY92" fmla="*/ 679830 h 817689"/>
                  <a:gd name="connsiteX93" fmla="*/ 39160 w 514124"/>
                  <a:gd name="connsiteY93" fmla="*/ 679830 h 817689"/>
                  <a:gd name="connsiteX94" fmla="*/ 28496 w 514124"/>
                  <a:gd name="connsiteY94" fmla="*/ 686961 h 817689"/>
                  <a:gd name="connsiteX95" fmla="*/ 18976 w 514124"/>
                  <a:gd name="connsiteY95" fmla="*/ 696469 h 817689"/>
                  <a:gd name="connsiteX96" fmla="*/ 11549 w 514124"/>
                  <a:gd name="connsiteY96" fmla="*/ 698465 h 817689"/>
                  <a:gd name="connsiteX97" fmla="*/ 2029 w 514124"/>
                  <a:gd name="connsiteY97" fmla="*/ 707403 h 817689"/>
                  <a:gd name="connsiteX98" fmla="*/ 9740 w 514124"/>
                  <a:gd name="connsiteY98" fmla="*/ 716911 h 817689"/>
                  <a:gd name="connsiteX99" fmla="*/ 7360 w 514124"/>
                  <a:gd name="connsiteY99" fmla="*/ 724327 h 817689"/>
                  <a:gd name="connsiteX100" fmla="*/ 5266 w 514124"/>
                  <a:gd name="connsiteY100" fmla="*/ 731744 h 817689"/>
                  <a:gd name="connsiteX101" fmla="*/ 5266 w 514124"/>
                  <a:gd name="connsiteY101" fmla="*/ 741252 h 817689"/>
                  <a:gd name="connsiteX102" fmla="*/ 3838 w 514124"/>
                  <a:gd name="connsiteY102" fmla="*/ 753327 h 817689"/>
                  <a:gd name="connsiteX103" fmla="*/ 14120 w 514124"/>
                  <a:gd name="connsiteY103" fmla="*/ 756559 h 817689"/>
                  <a:gd name="connsiteX104" fmla="*/ 28401 w 514124"/>
                  <a:gd name="connsiteY104" fmla="*/ 751235 h 817689"/>
                  <a:gd name="connsiteX105" fmla="*/ 31924 w 514124"/>
                  <a:gd name="connsiteY105" fmla="*/ 757510 h 817689"/>
                  <a:gd name="connsiteX106" fmla="*/ 21546 w 514124"/>
                  <a:gd name="connsiteY106" fmla="*/ 765782 h 817689"/>
                  <a:gd name="connsiteX107" fmla="*/ 13549 w 514124"/>
                  <a:gd name="connsiteY107" fmla="*/ 763690 h 817689"/>
                  <a:gd name="connsiteX108" fmla="*/ 6789 w 514124"/>
                  <a:gd name="connsiteY108" fmla="*/ 769585 h 817689"/>
                  <a:gd name="connsiteX109" fmla="*/ 5266 w 514124"/>
                  <a:gd name="connsiteY109" fmla="*/ 781470 h 817689"/>
                  <a:gd name="connsiteX110" fmla="*/ 16500 w 514124"/>
                  <a:gd name="connsiteY110" fmla="*/ 779949 h 817689"/>
                  <a:gd name="connsiteX111" fmla="*/ 24168 w 514124"/>
                  <a:gd name="connsiteY111" fmla="*/ 777407 h 817689"/>
                  <a:gd name="connsiteX112" fmla="*/ 27164 w 514124"/>
                  <a:gd name="connsiteY112" fmla="*/ 781185 h 817689"/>
                  <a:gd name="connsiteX113" fmla="*/ 22213 w 514124"/>
                  <a:gd name="connsiteY113" fmla="*/ 789172 h 817689"/>
                  <a:gd name="connsiteX114" fmla="*/ 13834 w 514124"/>
                  <a:gd name="connsiteY114" fmla="*/ 795352 h 817689"/>
                  <a:gd name="connsiteX115" fmla="*/ 34876 w 514124"/>
                  <a:gd name="connsiteY115" fmla="*/ 811896 h 817689"/>
                  <a:gd name="connsiteX116" fmla="*/ 58297 w 514124"/>
                  <a:gd name="connsiteY116" fmla="*/ 818171 h 817689"/>
                  <a:gd name="connsiteX117" fmla="*/ 95618 w 514124"/>
                  <a:gd name="connsiteY117" fmla="*/ 790598 h 817689"/>
                  <a:gd name="connsiteX118" fmla="*/ 109614 w 514124"/>
                  <a:gd name="connsiteY118" fmla="*/ 787651 h 817689"/>
                  <a:gd name="connsiteX119" fmla="*/ 114660 w 514124"/>
                  <a:gd name="connsiteY119" fmla="*/ 773198 h 817689"/>
                  <a:gd name="connsiteX120" fmla="*/ 122657 w 514124"/>
                  <a:gd name="connsiteY120" fmla="*/ 784133 h 817689"/>
                  <a:gd name="connsiteX121" fmla="*/ 127323 w 514124"/>
                  <a:gd name="connsiteY121" fmla="*/ 793641 h 817689"/>
                  <a:gd name="connsiteX122" fmla="*/ 133606 w 514124"/>
                  <a:gd name="connsiteY122" fmla="*/ 794592 h 817689"/>
                  <a:gd name="connsiteX123" fmla="*/ 138367 w 514124"/>
                  <a:gd name="connsiteY123" fmla="*/ 781280 h 817689"/>
                  <a:gd name="connsiteX124" fmla="*/ 141223 w 514124"/>
                  <a:gd name="connsiteY124" fmla="*/ 765117 h 817689"/>
                  <a:gd name="connsiteX125" fmla="*/ 154552 w 514124"/>
                  <a:gd name="connsiteY125" fmla="*/ 760363 h 817689"/>
                  <a:gd name="connsiteX126" fmla="*/ 153600 w 514124"/>
                  <a:gd name="connsiteY126" fmla="*/ 741347 h 817689"/>
                  <a:gd name="connsiteX127" fmla="*/ 152648 w 514124"/>
                  <a:gd name="connsiteY127" fmla="*/ 731839 h 817689"/>
                  <a:gd name="connsiteX128" fmla="*/ 160265 w 514124"/>
                  <a:gd name="connsiteY128" fmla="*/ 721380 h 817689"/>
                  <a:gd name="connsiteX129" fmla="*/ 146935 w 514124"/>
                  <a:gd name="connsiteY129" fmla="*/ 707118 h 817689"/>
                  <a:gd name="connsiteX130" fmla="*/ 147888 w 514124"/>
                  <a:gd name="connsiteY130" fmla="*/ 688102 h 817689"/>
                  <a:gd name="connsiteX131" fmla="*/ 147888 w 514124"/>
                  <a:gd name="connsiteY131" fmla="*/ 668135 h 817689"/>
                  <a:gd name="connsiteX132" fmla="*/ 149792 w 514124"/>
                  <a:gd name="connsiteY132" fmla="*/ 648168 h 817689"/>
                  <a:gd name="connsiteX133" fmla="*/ 169786 w 514124"/>
                  <a:gd name="connsiteY133" fmla="*/ 634857 h 817689"/>
                  <a:gd name="connsiteX134" fmla="*/ 183114 w 514124"/>
                  <a:gd name="connsiteY134" fmla="*/ 633906 h 817689"/>
                  <a:gd name="connsiteX135" fmla="*/ 183114 w 514124"/>
                  <a:gd name="connsiteY135" fmla="*/ 622496 h 817689"/>
                  <a:gd name="connsiteX136" fmla="*/ 178354 w 514124"/>
                  <a:gd name="connsiteY136" fmla="*/ 612038 h 817689"/>
                  <a:gd name="connsiteX137" fmla="*/ 191683 w 514124"/>
                  <a:gd name="connsiteY137" fmla="*/ 586366 h 817689"/>
                  <a:gd name="connsiteX138" fmla="*/ 192635 w 514124"/>
                  <a:gd name="connsiteY138" fmla="*/ 568301 h 817689"/>
                  <a:gd name="connsiteX139" fmla="*/ 207869 w 514124"/>
                  <a:gd name="connsiteY139" fmla="*/ 564497 h 817689"/>
                  <a:gd name="connsiteX140" fmla="*/ 211677 w 514124"/>
                  <a:gd name="connsiteY140" fmla="*/ 553088 h 817689"/>
                  <a:gd name="connsiteX141" fmla="*/ 222150 w 514124"/>
                  <a:gd name="connsiteY141" fmla="*/ 537875 h 817689"/>
                  <a:gd name="connsiteX142" fmla="*/ 226910 w 514124"/>
                  <a:gd name="connsiteY142" fmla="*/ 527416 h 817689"/>
                  <a:gd name="connsiteX143" fmla="*/ 232623 w 514124"/>
                  <a:gd name="connsiteY143" fmla="*/ 513154 h 817689"/>
                  <a:gd name="connsiteX144" fmla="*/ 247856 w 514124"/>
                  <a:gd name="connsiteY144" fmla="*/ 501745 h 817689"/>
                  <a:gd name="connsiteX145" fmla="*/ 263090 w 514124"/>
                  <a:gd name="connsiteY145" fmla="*/ 496040 h 817689"/>
                  <a:gd name="connsiteX146" fmla="*/ 267850 w 514124"/>
                  <a:gd name="connsiteY146" fmla="*/ 481778 h 817689"/>
                  <a:gd name="connsiteX147" fmla="*/ 288796 w 514124"/>
                  <a:gd name="connsiteY147" fmla="*/ 485581 h 817689"/>
                  <a:gd name="connsiteX148" fmla="*/ 302125 w 514124"/>
                  <a:gd name="connsiteY148" fmla="*/ 481778 h 817689"/>
                  <a:gd name="connsiteX149" fmla="*/ 313550 w 514124"/>
                  <a:gd name="connsiteY149" fmla="*/ 466565 h 817689"/>
                  <a:gd name="connsiteX150" fmla="*/ 315454 w 514124"/>
                  <a:gd name="connsiteY150" fmla="*/ 467801 h 817689"/>
                  <a:gd name="connsiteX151" fmla="*/ 328783 w 514124"/>
                  <a:gd name="connsiteY151" fmla="*/ 458293 h 817689"/>
                  <a:gd name="connsiteX152" fmla="*/ 350681 w 514124"/>
                  <a:gd name="connsiteY152" fmla="*/ 474456 h 817689"/>
                  <a:gd name="connsiteX153" fmla="*/ 372579 w 514124"/>
                  <a:gd name="connsiteY153" fmla="*/ 475407 h 817689"/>
                  <a:gd name="connsiteX154" fmla="*/ 387812 w 514124"/>
                  <a:gd name="connsiteY154" fmla="*/ 476358 h 817689"/>
                  <a:gd name="connsiteX155" fmla="*/ 399237 w 514124"/>
                  <a:gd name="connsiteY155" fmla="*/ 479210 h 817689"/>
                  <a:gd name="connsiteX156" fmla="*/ 407806 w 514124"/>
                  <a:gd name="connsiteY156" fmla="*/ 467801 h 817689"/>
                  <a:gd name="connsiteX157" fmla="*/ 411614 w 514124"/>
                  <a:gd name="connsiteY157" fmla="*/ 450686 h 817689"/>
                  <a:gd name="connsiteX158" fmla="*/ 423991 w 514124"/>
                  <a:gd name="connsiteY158" fmla="*/ 437375 h 817689"/>
                  <a:gd name="connsiteX159" fmla="*/ 443985 w 514124"/>
                  <a:gd name="connsiteY159" fmla="*/ 432621 h 817689"/>
                  <a:gd name="connsiteX160" fmla="*/ 460170 w 514124"/>
                  <a:gd name="connsiteY160" fmla="*/ 432621 h 817689"/>
                  <a:gd name="connsiteX161" fmla="*/ 481116 w 514124"/>
                  <a:gd name="connsiteY161" fmla="*/ 446883 h 817689"/>
                  <a:gd name="connsiteX162" fmla="*/ 481116 w 514124"/>
                  <a:gd name="connsiteY162" fmla="*/ 458008 h 817689"/>
                  <a:gd name="connsiteX163" fmla="*/ 490637 w 514124"/>
                  <a:gd name="connsiteY163" fmla="*/ 453444 h 817689"/>
                  <a:gd name="connsiteX164" fmla="*/ 507298 w 514124"/>
                  <a:gd name="connsiteY164" fmla="*/ 445837 h 817689"/>
                  <a:gd name="connsiteX165" fmla="*/ 517485 w 514124"/>
                  <a:gd name="connsiteY165" fmla="*/ 438611 h 817689"/>
                  <a:gd name="connsiteX166" fmla="*/ 502633 w 514124"/>
                  <a:gd name="connsiteY166" fmla="*/ 439087 h 817689"/>
                  <a:gd name="connsiteX167" fmla="*/ 144270 w 514124"/>
                  <a:gd name="connsiteY167" fmla="*/ 59526 h 817689"/>
                  <a:gd name="connsiteX168" fmla="*/ 132750 w 514124"/>
                  <a:gd name="connsiteY168" fmla="*/ 78542 h 817689"/>
                  <a:gd name="connsiteX169" fmla="*/ 152743 w 514124"/>
                  <a:gd name="connsiteY169" fmla="*/ 100696 h 817689"/>
                  <a:gd name="connsiteX170" fmla="*/ 181305 w 514124"/>
                  <a:gd name="connsiteY170" fmla="*/ 102503 h 817689"/>
                  <a:gd name="connsiteX171" fmla="*/ 192921 w 514124"/>
                  <a:gd name="connsiteY171" fmla="*/ 87005 h 817689"/>
                  <a:gd name="connsiteX172" fmla="*/ 202442 w 514124"/>
                  <a:gd name="connsiteY172" fmla="*/ 78067 h 817689"/>
                  <a:gd name="connsiteX173" fmla="*/ 204251 w 514124"/>
                  <a:gd name="connsiteY173" fmla="*/ 90047 h 817689"/>
                  <a:gd name="connsiteX174" fmla="*/ 221579 w 514124"/>
                  <a:gd name="connsiteY174" fmla="*/ 88336 h 817689"/>
                  <a:gd name="connsiteX175" fmla="*/ 229576 w 514124"/>
                  <a:gd name="connsiteY175" fmla="*/ 94991 h 817689"/>
                  <a:gd name="connsiteX176" fmla="*/ 205584 w 514124"/>
                  <a:gd name="connsiteY176" fmla="*/ 106021 h 817689"/>
                  <a:gd name="connsiteX177" fmla="*/ 174070 w 514124"/>
                  <a:gd name="connsiteY177" fmla="*/ 116670 h 817689"/>
                  <a:gd name="connsiteX178" fmla="*/ 192255 w 514124"/>
                  <a:gd name="connsiteY178" fmla="*/ 123801 h 817689"/>
                  <a:gd name="connsiteX179" fmla="*/ 232242 w 514124"/>
                  <a:gd name="connsiteY179" fmla="*/ 121994 h 817689"/>
                  <a:gd name="connsiteX180" fmla="*/ 214057 w 514124"/>
                  <a:gd name="connsiteY180" fmla="*/ 126463 h 817689"/>
                  <a:gd name="connsiteX181" fmla="*/ 196729 w 514124"/>
                  <a:gd name="connsiteY181" fmla="*/ 133974 h 817689"/>
                  <a:gd name="connsiteX182" fmla="*/ 177116 w 514124"/>
                  <a:gd name="connsiteY182" fmla="*/ 137968 h 817689"/>
                  <a:gd name="connsiteX183" fmla="*/ 197205 w 514124"/>
                  <a:gd name="connsiteY183" fmla="*/ 154607 h 817689"/>
                  <a:gd name="connsiteX184" fmla="*/ 216247 w 514124"/>
                  <a:gd name="connsiteY184" fmla="*/ 156889 h 817689"/>
                  <a:gd name="connsiteX185" fmla="*/ 206726 w 514124"/>
                  <a:gd name="connsiteY185" fmla="*/ 164400 h 817689"/>
                  <a:gd name="connsiteX186" fmla="*/ 223197 w 514124"/>
                  <a:gd name="connsiteY186" fmla="*/ 173908 h 817689"/>
                  <a:gd name="connsiteX187" fmla="*/ 236526 w 514124"/>
                  <a:gd name="connsiteY187" fmla="*/ 169915 h 817689"/>
                  <a:gd name="connsiteX188" fmla="*/ 259662 w 514124"/>
                  <a:gd name="connsiteY188" fmla="*/ 133974 h 817689"/>
                  <a:gd name="connsiteX189" fmla="*/ 267183 w 514124"/>
                  <a:gd name="connsiteY189" fmla="*/ 117050 h 817689"/>
                  <a:gd name="connsiteX190" fmla="*/ 276704 w 514124"/>
                  <a:gd name="connsiteY190" fmla="*/ 109539 h 817689"/>
                  <a:gd name="connsiteX191" fmla="*/ 283845 w 514124"/>
                  <a:gd name="connsiteY191" fmla="*/ 92709 h 817689"/>
                  <a:gd name="connsiteX192" fmla="*/ 307837 w 514124"/>
                  <a:gd name="connsiteY192" fmla="*/ 85578 h 817689"/>
                  <a:gd name="connsiteX193" fmla="*/ 311836 w 514124"/>
                  <a:gd name="connsiteY193" fmla="*/ 90047 h 817689"/>
                  <a:gd name="connsiteX194" fmla="*/ 314978 w 514124"/>
                  <a:gd name="connsiteY194" fmla="*/ 105070 h 817689"/>
                  <a:gd name="connsiteX195" fmla="*/ 322023 w 514124"/>
                  <a:gd name="connsiteY195" fmla="*/ 112201 h 817689"/>
                  <a:gd name="connsiteX196" fmla="*/ 318500 w 514124"/>
                  <a:gd name="connsiteY196" fmla="*/ 131217 h 817689"/>
                  <a:gd name="connsiteX197" fmla="*/ 337542 w 514124"/>
                  <a:gd name="connsiteY197" fmla="*/ 135210 h 817689"/>
                  <a:gd name="connsiteX198" fmla="*/ 348586 w 514124"/>
                  <a:gd name="connsiteY198" fmla="*/ 145384 h 817689"/>
                  <a:gd name="connsiteX199" fmla="*/ 373912 w 514124"/>
                  <a:gd name="connsiteY199" fmla="*/ 133404 h 817689"/>
                  <a:gd name="connsiteX200" fmla="*/ 391240 w 514124"/>
                  <a:gd name="connsiteY200" fmla="*/ 121899 h 817689"/>
                  <a:gd name="connsiteX201" fmla="*/ 377053 w 514124"/>
                  <a:gd name="connsiteY201" fmla="*/ 118286 h 817689"/>
                  <a:gd name="connsiteX202" fmla="*/ 360583 w 514124"/>
                  <a:gd name="connsiteY202" fmla="*/ 114293 h 817689"/>
                  <a:gd name="connsiteX203" fmla="*/ 357060 w 514124"/>
                  <a:gd name="connsiteY203" fmla="*/ 106306 h 817689"/>
                  <a:gd name="connsiteX204" fmla="*/ 341541 w 514124"/>
                  <a:gd name="connsiteY204" fmla="*/ 100601 h 817689"/>
                  <a:gd name="connsiteX205" fmla="*/ 330401 w 514124"/>
                  <a:gd name="connsiteY205" fmla="*/ 89477 h 817689"/>
                  <a:gd name="connsiteX206" fmla="*/ 326403 w 514124"/>
                  <a:gd name="connsiteY206" fmla="*/ 77972 h 817689"/>
                  <a:gd name="connsiteX207" fmla="*/ 312122 w 514124"/>
                  <a:gd name="connsiteY207" fmla="*/ 69034 h 817689"/>
                  <a:gd name="connsiteX208" fmla="*/ 301934 w 514124"/>
                  <a:gd name="connsiteY208" fmla="*/ 66848 h 817689"/>
                  <a:gd name="connsiteX209" fmla="*/ 296117 w 514124"/>
                  <a:gd name="connsiteY209" fmla="*/ 68540 h 817689"/>
                  <a:gd name="connsiteX210" fmla="*/ 293937 w 514124"/>
                  <a:gd name="connsiteY210" fmla="*/ 64185 h 817689"/>
                  <a:gd name="connsiteX211" fmla="*/ 274895 w 514124"/>
                  <a:gd name="connsiteY211" fmla="*/ 60572 h 817689"/>
                  <a:gd name="connsiteX212" fmla="*/ 266898 w 514124"/>
                  <a:gd name="connsiteY212" fmla="*/ 45074 h 817689"/>
                  <a:gd name="connsiteX213" fmla="*/ 250427 w 514124"/>
                  <a:gd name="connsiteY213" fmla="*/ 52205 h 817689"/>
                  <a:gd name="connsiteX214" fmla="*/ 255758 w 514124"/>
                  <a:gd name="connsiteY214" fmla="*/ 37943 h 817689"/>
                  <a:gd name="connsiteX215" fmla="*/ 234908 w 514124"/>
                  <a:gd name="connsiteY215" fmla="*/ 30907 h 817689"/>
                  <a:gd name="connsiteX216" fmla="*/ 224244 w 514124"/>
                  <a:gd name="connsiteY216" fmla="*/ 21399 h 817689"/>
                  <a:gd name="connsiteX217" fmla="*/ 219389 w 514124"/>
                  <a:gd name="connsiteY217" fmla="*/ 30907 h 817689"/>
                  <a:gd name="connsiteX218" fmla="*/ 216628 w 514124"/>
                  <a:gd name="connsiteY218" fmla="*/ 40415 h 817689"/>
                  <a:gd name="connsiteX219" fmla="*/ 229100 w 514124"/>
                  <a:gd name="connsiteY219" fmla="*/ 70651 h 817689"/>
                  <a:gd name="connsiteX220" fmla="*/ 206916 w 514124"/>
                  <a:gd name="connsiteY220" fmla="*/ 45359 h 817689"/>
                  <a:gd name="connsiteX221" fmla="*/ 193111 w 514124"/>
                  <a:gd name="connsiteY221" fmla="*/ 35091 h 817689"/>
                  <a:gd name="connsiteX222" fmla="*/ 185114 w 514124"/>
                  <a:gd name="connsiteY222" fmla="*/ 51064 h 817689"/>
                  <a:gd name="connsiteX223" fmla="*/ 179782 w 514124"/>
                  <a:gd name="connsiteY223" fmla="*/ 54677 h 817689"/>
                  <a:gd name="connsiteX224" fmla="*/ 164644 w 514124"/>
                  <a:gd name="connsiteY224" fmla="*/ 42697 h 817689"/>
                  <a:gd name="connsiteX225" fmla="*/ 181591 w 514124"/>
                  <a:gd name="connsiteY225" fmla="*/ 36422 h 817689"/>
                  <a:gd name="connsiteX226" fmla="*/ 169976 w 514124"/>
                  <a:gd name="connsiteY226" fmla="*/ 32429 h 817689"/>
                  <a:gd name="connsiteX227" fmla="*/ 153124 w 514124"/>
                  <a:gd name="connsiteY227" fmla="*/ 35091 h 817689"/>
                  <a:gd name="connsiteX228" fmla="*/ 138938 w 514124"/>
                  <a:gd name="connsiteY228" fmla="*/ 33760 h 817689"/>
                  <a:gd name="connsiteX229" fmla="*/ 122943 w 514124"/>
                  <a:gd name="connsiteY229" fmla="*/ 40891 h 817689"/>
                  <a:gd name="connsiteX230" fmla="*/ 122943 w 514124"/>
                  <a:gd name="connsiteY230" fmla="*/ 60858 h 817689"/>
                  <a:gd name="connsiteX231" fmla="*/ 144270 w 514124"/>
                  <a:gd name="connsiteY231" fmla="*/ 59526 h 817689"/>
                  <a:gd name="connsiteX232" fmla="*/ 126085 w 514124"/>
                  <a:gd name="connsiteY232" fmla="*/ 95467 h 817689"/>
                  <a:gd name="connsiteX233" fmla="*/ 140271 w 514124"/>
                  <a:gd name="connsiteY233" fmla="*/ 104975 h 817689"/>
                  <a:gd name="connsiteX234" fmla="*/ 126942 w 514124"/>
                  <a:gd name="connsiteY234" fmla="*/ 87670 h 817689"/>
                  <a:gd name="connsiteX235" fmla="*/ 113613 w 514124"/>
                  <a:gd name="connsiteY235" fmla="*/ 77497 h 817689"/>
                  <a:gd name="connsiteX236" fmla="*/ 126085 w 514124"/>
                  <a:gd name="connsiteY236" fmla="*/ 95752 h 817689"/>
                  <a:gd name="connsiteX237" fmla="*/ 267374 w 514124"/>
                  <a:gd name="connsiteY237" fmla="*/ 23491 h 817689"/>
                  <a:gd name="connsiteX238" fmla="*/ 265184 w 514124"/>
                  <a:gd name="connsiteY238" fmla="*/ 31097 h 817689"/>
                  <a:gd name="connsiteX239" fmla="*/ 338018 w 514124"/>
                  <a:gd name="connsiteY239" fmla="*/ 33284 h 817689"/>
                  <a:gd name="connsiteX240" fmla="*/ 296222 w 514124"/>
                  <a:gd name="connsiteY240" fmla="*/ 47451 h 817689"/>
                  <a:gd name="connsiteX241" fmla="*/ 343350 w 514124"/>
                  <a:gd name="connsiteY241" fmla="*/ 53727 h 817689"/>
                  <a:gd name="connsiteX242" fmla="*/ 367342 w 514124"/>
                  <a:gd name="connsiteY242" fmla="*/ 61713 h 817689"/>
                  <a:gd name="connsiteX243" fmla="*/ 390002 w 514124"/>
                  <a:gd name="connsiteY243" fmla="*/ 55913 h 817689"/>
                  <a:gd name="connsiteX244" fmla="*/ 415803 w 514124"/>
                  <a:gd name="connsiteY244" fmla="*/ 44789 h 817689"/>
                  <a:gd name="connsiteX245" fmla="*/ 443319 w 514124"/>
                  <a:gd name="connsiteY245" fmla="*/ 22160 h 817689"/>
                  <a:gd name="connsiteX246" fmla="*/ 403807 w 514124"/>
                  <a:gd name="connsiteY246" fmla="*/ 15124 h 817689"/>
                  <a:gd name="connsiteX247" fmla="*/ 374007 w 514124"/>
                  <a:gd name="connsiteY247" fmla="*/ 11986 h 817689"/>
                  <a:gd name="connsiteX248" fmla="*/ 362963 w 514124"/>
                  <a:gd name="connsiteY248" fmla="*/ 17311 h 817689"/>
                  <a:gd name="connsiteX249" fmla="*/ 351347 w 514124"/>
                  <a:gd name="connsiteY249" fmla="*/ 4475 h 817689"/>
                  <a:gd name="connsiteX250" fmla="*/ 347825 w 514124"/>
                  <a:gd name="connsiteY250" fmla="*/ 23966 h 817689"/>
                  <a:gd name="connsiteX251" fmla="*/ 331830 w 514124"/>
                  <a:gd name="connsiteY251" fmla="*/ 15124 h 817689"/>
                  <a:gd name="connsiteX252" fmla="*/ 315359 w 514124"/>
                  <a:gd name="connsiteY252" fmla="*/ 14173 h 817689"/>
                  <a:gd name="connsiteX253" fmla="*/ 293556 w 514124"/>
                  <a:gd name="connsiteY253" fmla="*/ 1813 h 817689"/>
                  <a:gd name="connsiteX254" fmla="*/ 294889 w 514124"/>
                  <a:gd name="connsiteY254" fmla="*/ 10655 h 817689"/>
                  <a:gd name="connsiteX255" fmla="*/ 280227 w 514124"/>
                  <a:gd name="connsiteY255" fmla="*/ 6662 h 817689"/>
                  <a:gd name="connsiteX256" fmla="*/ 280703 w 514124"/>
                  <a:gd name="connsiteY256" fmla="*/ 17786 h 817689"/>
                  <a:gd name="connsiteX257" fmla="*/ 265565 w 514124"/>
                  <a:gd name="connsiteY257" fmla="*/ 7137 h 817689"/>
                  <a:gd name="connsiteX258" fmla="*/ 257186 w 514124"/>
                  <a:gd name="connsiteY258" fmla="*/ 14649 h 817689"/>
                  <a:gd name="connsiteX259" fmla="*/ 267374 w 514124"/>
                  <a:gd name="connsiteY259" fmla="*/ 23776 h 817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</a:cxnLst>
                <a:rect l="l" t="t" r="r" b="b"/>
                <a:pathLst>
                  <a:path w="514124" h="817689">
                    <a:moveTo>
                      <a:pt x="502633" y="439087"/>
                    </a:moveTo>
                    <a:cubicBezTo>
                      <a:pt x="501396" y="443555"/>
                      <a:pt x="493112" y="442605"/>
                      <a:pt x="493779" y="438231"/>
                    </a:cubicBezTo>
                    <a:cubicBezTo>
                      <a:pt x="494445" y="433857"/>
                      <a:pt x="481306" y="430339"/>
                      <a:pt x="480735" y="428152"/>
                    </a:cubicBezTo>
                    <a:cubicBezTo>
                      <a:pt x="480164" y="425966"/>
                      <a:pt x="486067" y="426346"/>
                      <a:pt x="490732" y="429008"/>
                    </a:cubicBezTo>
                    <a:cubicBezTo>
                      <a:pt x="495397" y="431670"/>
                      <a:pt x="498730" y="429959"/>
                      <a:pt x="504061" y="424920"/>
                    </a:cubicBezTo>
                    <a:cubicBezTo>
                      <a:pt x="509393" y="419880"/>
                      <a:pt x="516819" y="423969"/>
                      <a:pt x="517771" y="419595"/>
                    </a:cubicBezTo>
                    <a:cubicBezTo>
                      <a:pt x="518723" y="415221"/>
                      <a:pt x="509107" y="412179"/>
                      <a:pt x="507393" y="409517"/>
                    </a:cubicBezTo>
                    <a:cubicBezTo>
                      <a:pt x="503495" y="405436"/>
                      <a:pt x="497826" y="403549"/>
                      <a:pt x="492255" y="404477"/>
                    </a:cubicBezTo>
                    <a:cubicBezTo>
                      <a:pt x="485781" y="405618"/>
                      <a:pt x="485400" y="402956"/>
                      <a:pt x="481592" y="399438"/>
                    </a:cubicBezTo>
                    <a:cubicBezTo>
                      <a:pt x="477784" y="395920"/>
                      <a:pt x="465883" y="401815"/>
                      <a:pt x="465883" y="410087"/>
                    </a:cubicBezTo>
                    <a:cubicBezTo>
                      <a:pt x="465883" y="418359"/>
                      <a:pt x="458457" y="416267"/>
                      <a:pt x="461122" y="411894"/>
                    </a:cubicBezTo>
                    <a:cubicBezTo>
                      <a:pt x="463788" y="407520"/>
                      <a:pt x="457600" y="402386"/>
                      <a:pt x="463503" y="400579"/>
                    </a:cubicBezTo>
                    <a:cubicBezTo>
                      <a:pt x="469405" y="398773"/>
                      <a:pt x="466168" y="390310"/>
                      <a:pt x="455220" y="389360"/>
                    </a:cubicBezTo>
                    <a:cubicBezTo>
                      <a:pt x="444271" y="388409"/>
                      <a:pt x="440081" y="397632"/>
                      <a:pt x="442747" y="400579"/>
                    </a:cubicBezTo>
                    <a:cubicBezTo>
                      <a:pt x="445413" y="403527"/>
                      <a:pt x="435321" y="416267"/>
                      <a:pt x="430941" y="416267"/>
                    </a:cubicBezTo>
                    <a:cubicBezTo>
                      <a:pt x="426562" y="416267"/>
                      <a:pt x="431513" y="405333"/>
                      <a:pt x="430941" y="399438"/>
                    </a:cubicBezTo>
                    <a:cubicBezTo>
                      <a:pt x="430370" y="393543"/>
                      <a:pt x="426466" y="396776"/>
                      <a:pt x="418183" y="406284"/>
                    </a:cubicBezTo>
                    <a:cubicBezTo>
                      <a:pt x="409900" y="415792"/>
                      <a:pt x="403712" y="424254"/>
                      <a:pt x="399142" y="425300"/>
                    </a:cubicBezTo>
                    <a:cubicBezTo>
                      <a:pt x="394572" y="426346"/>
                      <a:pt x="394953" y="416743"/>
                      <a:pt x="402664" y="412559"/>
                    </a:cubicBezTo>
                    <a:cubicBezTo>
                      <a:pt x="410376" y="408376"/>
                      <a:pt x="410662" y="397156"/>
                      <a:pt x="415708" y="397156"/>
                    </a:cubicBezTo>
                    <a:cubicBezTo>
                      <a:pt x="420754" y="397156"/>
                      <a:pt x="420754" y="391261"/>
                      <a:pt x="413328" y="389455"/>
                    </a:cubicBezTo>
                    <a:cubicBezTo>
                      <a:pt x="405902" y="387648"/>
                      <a:pt x="404759" y="396015"/>
                      <a:pt x="402379" y="398392"/>
                    </a:cubicBezTo>
                    <a:cubicBezTo>
                      <a:pt x="399999" y="400769"/>
                      <a:pt x="387907" y="394209"/>
                      <a:pt x="388193" y="396586"/>
                    </a:cubicBezTo>
                    <a:cubicBezTo>
                      <a:pt x="388479" y="398963"/>
                      <a:pt x="381624" y="399819"/>
                      <a:pt x="384575" y="404287"/>
                    </a:cubicBezTo>
                    <a:cubicBezTo>
                      <a:pt x="387526" y="408756"/>
                      <a:pt x="383147" y="412559"/>
                      <a:pt x="380195" y="407235"/>
                    </a:cubicBezTo>
                    <a:cubicBezTo>
                      <a:pt x="377244" y="401910"/>
                      <a:pt x="369818" y="405999"/>
                      <a:pt x="366200" y="411989"/>
                    </a:cubicBezTo>
                    <a:cubicBezTo>
                      <a:pt x="362582" y="417979"/>
                      <a:pt x="357917" y="417598"/>
                      <a:pt x="361535" y="419690"/>
                    </a:cubicBezTo>
                    <a:cubicBezTo>
                      <a:pt x="364364" y="422203"/>
                      <a:pt x="364617" y="426530"/>
                      <a:pt x="362101" y="429355"/>
                    </a:cubicBezTo>
                    <a:cubicBezTo>
                      <a:pt x="361374" y="430172"/>
                      <a:pt x="360461" y="430803"/>
                      <a:pt x="359440" y="431195"/>
                    </a:cubicBezTo>
                    <a:cubicBezTo>
                      <a:pt x="354109" y="432716"/>
                      <a:pt x="356203" y="416743"/>
                      <a:pt x="352014" y="418169"/>
                    </a:cubicBezTo>
                    <a:cubicBezTo>
                      <a:pt x="347825" y="419595"/>
                      <a:pt x="350491" y="410467"/>
                      <a:pt x="356203" y="410467"/>
                    </a:cubicBezTo>
                    <a:cubicBezTo>
                      <a:pt x="361513" y="409453"/>
                      <a:pt x="365706" y="405377"/>
                      <a:pt x="366866" y="400104"/>
                    </a:cubicBezTo>
                    <a:cubicBezTo>
                      <a:pt x="365819" y="396681"/>
                      <a:pt x="359726" y="397442"/>
                      <a:pt x="359726" y="401910"/>
                    </a:cubicBezTo>
                    <a:cubicBezTo>
                      <a:pt x="359726" y="406379"/>
                      <a:pt x="350871" y="405428"/>
                      <a:pt x="343445" y="405143"/>
                    </a:cubicBezTo>
                    <a:cubicBezTo>
                      <a:pt x="336019" y="404858"/>
                      <a:pt x="336304" y="413700"/>
                      <a:pt x="344588" y="418454"/>
                    </a:cubicBezTo>
                    <a:cubicBezTo>
                      <a:pt x="352871" y="423208"/>
                      <a:pt x="343159" y="426156"/>
                      <a:pt x="338970" y="422638"/>
                    </a:cubicBezTo>
                    <a:cubicBezTo>
                      <a:pt x="334327" y="419792"/>
                      <a:pt x="328476" y="419792"/>
                      <a:pt x="323832" y="422638"/>
                    </a:cubicBezTo>
                    <a:cubicBezTo>
                      <a:pt x="319453" y="424730"/>
                      <a:pt x="334496" y="430054"/>
                      <a:pt x="335162" y="432716"/>
                    </a:cubicBezTo>
                    <a:cubicBezTo>
                      <a:pt x="335828" y="435378"/>
                      <a:pt x="327450" y="429484"/>
                      <a:pt x="325641" y="431480"/>
                    </a:cubicBezTo>
                    <a:cubicBezTo>
                      <a:pt x="323832" y="433477"/>
                      <a:pt x="315549" y="430054"/>
                      <a:pt x="314978" y="425015"/>
                    </a:cubicBezTo>
                    <a:cubicBezTo>
                      <a:pt x="314407" y="419976"/>
                      <a:pt x="301078" y="427107"/>
                      <a:pt x="308504" y="428818"/>
                    </a:cubicBezTo>
                    <a:cubicBezTo>
                      <a:pt x="315930" y="430529"/>
                      <a:pt x="313169" y="435378"/>
                      <a:pt x="313169" y="441844"/>
                    </a:cubicBezTo>
                    <a:cubicBezTo>
                      <a:pt x="313169" y="448309"/>
                      <a:pt x="304600" y="443365"/>
                      <a:pt x="306409" y="437755"/>
                    </a:cubicBezTo>
                    <a:cubicBezTo>
                      <a:pt x="308218" y="432146"/>
                      <a:pt x="301078" y="433287"/>
                      <a:pt x="295175" y="436805"/>
                    </a:cubicBezTo>
                    <a:cubicBezTo>
                      <a:pt x="289272" y="440323"/>
                      <a:pt x="296031" y="430339"/>
                      <a:pt x="293651" y="425300"/>
                    </a:cubicBezTo>
                    <a:cubicBezTo>
                      <a:pt x="291271" y="420261"/>
                      <a:pt x="285939" y="425300"/>
                      <a:pt x="279751" y="426441"/>
                    </a:cubicBezTo>
                    <a:cubicBezTo>
                      <a:pt x="273562" y="427582"/>
                      <a:pt x="270230" y="427962"/>
                      <a:pt x="274133" y="432146"/>
                    </a:cubicBezTo>
                    <a:cubicBezTo>
                      <a:pt x="278037" y="436329"/>
                      <a:pt x="277371" y="441654"/>
                      <a:pt x="272324" y="441654"/>
                    </a:cubicBezTo>
                    <a:cubicBezTo>
                      <a:pt x="267278" y="441654"/>
                      <a:pt x="265184" y="441654"/>
                      <a:pt x="265755" y="446408"/>
                    </a:cubicBezTo>
                    <a:cubicBezTo>
                      <a:pt x="266327" y="451162"/>
                      <a:pt x="259281" y="451447"/>
                      <a:pt x="258710" y="447264"/>
                    </a:cubicBezTo>
                    <a:cubicBezTo>
                      <a:pt x="258139" y="443080"/>
                      <a:pt x="248046" y="444316"/>
                      <a:pt x="245095" y="449070"/>
                    </a:cubicBezTo>
                    <a:cubicBezTo>
                      <a:pt x="242144" y="453824"/>
                      <a:pt x="233765" y="457342"/>
                      <a:pt x="234717" y="462667"/>
                    </a:cubicBezTo>
                    <a:cubicBezTo>
                      <a:pt x="235670" y="467991"/>
                      <a:pt x="242048" y="460004"/>
                      <a:pt x="247475" y="461716"/>
                    </a:cubicBezTo>
                    <a:cubicBezTo>
                      <a:pt x="252902" y="463427"/>
                      <a:pt x="247475" y="466184"/>
                      <a:pt x="250141" y="468847"/>
                    </a:cubicBezTo>
                    <a:cubicBezTo>
                      <a:pt x="252807" y="471509"/>
                      <a:pt x="252426" y="478355"/>
                      <a:pt x="248332" y="474171"/>
                    </a:cubicBezTo>
                    <a:cubicBezTo>
                      <a:pt x="244238" y="469988"/>
                      <a:pt x="238811" y="469132"/>
                      <a:pt x="237954" y="475407"/>
                    </a:cubicBezTo>
                    <a:cubicBezTo>
                      <a:pt x="237098" y="481683"/>
                      <a:pt x="232623" y="474456"/>
                      <a:pt x="229005" y="470083"/>
                    </a:cubicBezTo>
                    <a:cubicBezTo>
                      <a:pt x="225387" y="465709"/>
                      <a:pt x="221960" y="478355"/>
                      <a:pt x="218056" y="475407"/>
                    </a:cubicBezTo>
                    <a:cubicBezTo>
                      <a:pt x="214152" y="472460"/>
                      <a:pt x="225768" y="463237"/>
                      <a:pt x="222816" y="458768"/>
                    </a:cubicBezTo>
                    <a:cubicBezTo>
                      <a:pt x="219865" y="454299"/>
                      <a:pt x="217770" y="461526"/>
                      <a:pt x="211011" y="468276"/>
                    </a:cubicBezTo>
                    <a:cubicBezTo>
                      <a:pt x="204251" y="475027"/>
                      <a:pt x="195015" y="474837"/>
                      <a:pt x="198252" y="477784"/>
                    </a:cubicBezTo>
                    <a:cubicBezTo>
                      <a:pt x="201490" y="480732"/>
                      <a:pt x="191397" y="482823"/>
                      <a:pt x="189684" y="488433"/>
                    </a:cubicBezTo>
                    <a:cubicBezTo>
                      <a:pt x="187970" y="494043"/>
                      <a:pt x="173975" y="496135"/>
                      <a:pt x="165025" y="502030"/>
                    </a:cubicBezTo>
                    <a:cubicBezTo>
                      <a:pt x="156075" y="507925"/>
                      <a:pt x="166834" y="508210"/>
                      <a:pt x="171880" y="502600"/>
                    </a:cubicBezTo>
                    <a:cubicBezTo>
                      <a:pt x="176926" y="496990"/>
                      <a:pt x="178735" y="500223"/>
                      <a:pt x="186732" y="495184"/>
                    </a:cubicBezTo>
                    <a:cubicBezTo>
                      <a:pt x="194730" y="490145"/>
                      <a:pt x="203299" y="485676"/>
                      <a:pt x="206250" y="488148"/>
                    </a:cubicBezTo>
                    <a:cubicBezTo>
                      <a:pt x="209575" y="490971"/>
                      <a:pt x="214562" y="490569"/>
                      <a:pt x="217389" y="487248"/>
                    </a:cubicBezTo>
                    <a:cubicBezTo>
                      <a:pt x="217633" y="486962"/>
                      <a:pt x="217856" y="486659"/>
                      <a:pt x="218056" y="486341"/>
                    </a:cubicBezTo>
                    <a:cubicBezTo>
                      <a:pt x="220218" y="482737"/>
                      <a:pt x="224895" y="481566"/>
                      <a:pt x="228504" y="483724"/>
                    </a:cubicBezTo>
                    <a:cubicBezTo>
                      <a:pt x="229278" y="484187"/>
                      <a:pt x="229963" y="484783"/>
                      <a:pt x="230528" y="485486"/>
                    </a:cubicBezTo>
                    <a:cubicBezTo>
                      <a:pt x="234432" y="488718"/>
                      <a:pt x="224054" y="491381"/>
                      <a:pt x="228719" y="496135"/>
                    </a:cubicBezTo>
                    <a:cubicBezTo>
                      <a:pt x="233384" y="500889"/>
                      <a:pt x="223102" y="503456"/>
                      <a:pt x="223102" y="499368"/>
                    </a:cubicBezTo>
                    <a:cubicBezTo>
                      <a:pt x="223102" y="495279"/>
                      <a:pt x="217199" y="491666"/>
                      <a:pt x="215105" y="495469"/>
                    </a:cubicBezTo>
                    <a:cubicBezTo>
                      <a:pt x="213010" y="499272"/>
                      <a:pt x="209487" y="503456"/>
                      <a:pt x="205584" y="503836"/>
                    </a:cubicBezTo>
                    <a:cubicBezTo>
                      <a:pt x="201680" y="504217"/>
                      <a:pt x="197586" y="511157"/>
                      <a:pt x="197586" y="518288"/>
                    </a:cubicBezTo>
                    <a:cubicBezTo>
                      <a:pt x="197586" y="525419"/>
                      <a:pt x="190731" y="518288"/>
                      <a:pt x="190160" y="524469"/>
                    </a:cubicBezTo>
                    <a:cubicBezTo>
                      <a:pt x="189589" y="530649"/>
                      <a:pt x="180068" y="541678"/>
                      <a:pt x="171785" y="549665"/>
                    </a:cubicBezTo>
                    <a:cubicBezTo>
                      <a:pt x="163502" y="557652"/>
                      <a:pt x="171213" y="559173"/>
                      <a:pt x="168548" y="564497"/>
                    </a:cubicBezTo>
                    <a:cubicBezTo>
                      <a:pt x="165882" y="569822"/>
                      <a:pt x="156075" y="565068"/>
                      <a:pt x="152838" y="567160"/>
                    </a:cubicBezTo>
                    <a:cubicBezTo>
                      <a:pt x="149601" y="569251"/>
                      <a:pt x="154552" y="581612"/>
                      <a:pt x="150172" y="585510"/>
                    </a:cubicBezTo>
                    <a:cubicBezTo>
                      <a:pt x="145793" y="589408"/>
                      <a:pt x="150172" y="595018"/>
                      <a:pt x="150172" y="599107"/>
                    </a:cubicBezTo>
                    <a:cubicBezTo>
                      <a:pt x="150172" y="603195"/>
                      <a:pt x="138652" y="596444"/>
                      <a:pt x="137700" y="600818"/>
                    </a:cubicBezTo>
                    <a:cubicBezTo>
                      <a:pt x="136748" y="605192"/>
                      <a:pt x="126751" y="604146"/>
                      <a:pt x="123800" y="605287"/>
                    </a:cubicBezTo>
                    <a:cubicBezTo>
                      <a:pt x="120848" y="606428"/>
                      <a:pt x="129703" y="613559"/>
                      <a:pt x="135034" y="617742"/>
                    </a:cubicBezTo>
                    <a:cubicBezTo>
                      <a:pt x="140366" y="621926"/>
                      <a:pt x="129988" y="625064"/>
                      <a:pt x="128846" y="620405"/>
                    </a:cubicBezTo>
                    <a:cubicBezTo>
                      <a:pt x="127703" y="615746"/>
                      <a:pt x="120277" y="623352"/>
                      <a:pt x="111042" y="627441"/>
                    </a:cubicBezTo>
                    <a:cubicBezTo>
                      <a:pt x="101807" y="631529"/>
                      <a:pt x="105710" y="639896"/>
                      <a:pt x="98570" y="640181"/>
                    </a:cubicBezTo>
                    <a:cubicBezTo>
                      <a:pt x="91429" y="640467"/>
                      <a:pt x="93524" y="651686"/>
                      <a:pt x="89049" y="655299"/>
                    </a:cubicBezTo>
                    <a:cubicBezTo>
                      <a:pt x="84574" y="658912"/>
                      <a:pt x="85431" y="647027"/>
                      <a:pt x="78005" y="646742"/>
                    </a:cubicBezTo>
                    <a:cubicBezTo>
                      <a:pt x="70579" y="646457"/>
                      <a:pt x="71245" y="651686"/>
                      <a:pt x="75720" y="657961"/>
                    </a:cubicBezTo>
                    <a:cubicBezTo>
                      <a:pt x="80194" y="664237"/>
                      <a:pt x="68865" y="659483"/>
                      <a:pt x="64675" y="664807"/>
                    </a:cubicBezTo>
                    <a:cubicBezTo>
                      <a:pt x="60486" y="670132"/>
                      <a:pt x="48681" y="667469"/>
                      <a:pt x="45634" y="671843"/>
                    </a:cubicBezTo>
                    <a:cubicBezTo>
                      <a:pt x="42587" y="676217"/>
                      <a:pt x="54488" y="676312"/>
                      <a:pt x="56297" y="679830"/>
                    </a:cubicBezTo>
                    <a:cubicBezTo>
                      <a:pt x="58106" y="683348"/>
                      <a:pt x="45634" y="681636"/>
                      <a:pt x="39160" y="679830"/>
                    </a:cubicBezTo>
                    <a:cubicBezTo>
                      <a:pt x="32686" y="678023"/>
                      <a:pt x="34399" y="688102"/>
                      <a:pt x="28496" y="686961"/>
                    </a:cubicBezTo>
                    <a:cubicBezTo>
                      <a:pt x="22594" y="685820"/>
                      <a:pt x="15167" y="692000"/>
                      <a:pt x="18976" y="696469"/>
                    </a:cubicBezTo>
                    <a:cubicBezTo>
                      <a:pt x="22784" y="700938"/>
                      <a:pt x="15739" y="701128"/>
                      <a:pt x="11549" y="698465"/>
                    </a:cubicBezTo>
                    <a:cubicBezTo>
                      <a:pt x="7360" y="695803"/>
                      <a:pt x="3933" y="702364"/>
                      <a:pt x="2029" y="707403"/>
                    </a:cubicBezTo>
                    <a:cubicBezTo>
                      <a:pt x="124" y="712442"/>
                      <a:pt x="10026" y="715104"/>
                      <a:pt x="9740" y="716911"/>
                    </a:cubicBezTo>
                    <a:cubicBezTo>
                      <a:pt x="9455" y="718718"/>
                      <a:pt x="2029" y="723186"/>
                      <a:pt x="7360" y="724327"/>
                    </a:cubicBezTo>
                    <a:cubicBezTo>
                      <a:pt x="12692" y="725468"/>
                      <a:pt x="8884" y="730222"/>
                      <a:pt x="5266" y="731744"/>
                    </a:cubicBezTo>
                    <a:cubicBezTo>
                      <a:pt x="1648" y="733265"/>
                      <a:pt x="1743" y="736783"/>
                      <a:pt x="5266" y="741252"/>
                    </a:cubicBezTo>
                    <a:cubicBezTo>
                      <a:pt x="8788" y="745720"/>
                      <a:pt x="-923" y="746576"/>
                      <a:pt x="3838" y="753327"/>
                    </a:cubicBezTo>
                    <a:cubicBezTo>
                      <a:pt x="8598" y="760077"/>
                      <a:pt x="12121" y="751520"/>
                      <a:pt x="14120" y="756559"/>
                    </a:cubicBezTo>
                    <a:cubicBezTo>
                      <a:pt x="16120" y="761599"/>
                      <a:pt x="21832" y="757225"/>
                      <a:pt x="28401" y="751235"/>
                    </a:cubicBezTo>
                    <a:cubicBezTo>
                      <a:pt x="34971" y="745245"/>
                      <a:pt x="37256" y="757796"/>
                      <a:pt x="31924" y="757510"/>
                    </a:cubicBezTo>
                    <a:cubicBezTo>
                      <a:pt x="26592" y="757225"/>
                      <a:pt x="20404" y="760458"/>
                      <a:pt x="21546" y="765782"/>
                    </a:cubicBezTo>
                    <a:cubicBezTo>
                      <a:pt x="22689" y="771107"/>
                      <a:pt x="13263" y="770251"/>
                      <a:pt x="13549" y="763690"/>
                    </a:cubicBezTo>
                    <a:cubicBezTo>
                      <a:pt x="13834" y="757130"/>
                      <a:pt x="2600" y="764831"/>
                      <a:pt x="6789" y="769585"/>
                    </a:cubicBezTo>
                    <a:cubicBezTo>
                      <a:pt x="10978" y="774339"/>
                      <a:pt x="5266" y="777002"/>
                      <a:pt x="5266" y="781470"/>
                    </a:cubicBezTo>
                    <a:cubicBezTo>
                      <a:pt x="5266" y="785939"/>
                      <a:pt x="13263" y="784988"/>
                      <a:pt x="16500" y="779949"/>
                    </a:cubicBezTo>
                    <a:cubicBezTo>
                      <a:pt x="17915" y="777133"/>
                      <a:pt x="21347" y="775995"/>
                      <a:pt x="24168" y="777407"/>
                    </a:cubicBezTo>
                    <a:cubicBezTo>
                      <a:pt x="25676" y="778163"/>
                      <a:pt x="26773" y="779546"/>
                      <a:pt x="27164" y="781185"/>
                    </a:cubicBezTo>
                    <a:cubicBezTo>
                      <a:pt x="29258" y="786225"/>
                      <a:pt x="22213" y="782326"/>
                      <a:pt x="22213" y="789172"/>
                    </a:cubicBezTo>
                    <a:cubicBezTo>
                      <a:pt x="22213" y="796018"/>
                      <a:pt x="17738" y="790028"/>
                      <a:pt x="13834" y="795352"/>
                    </a:cubicBezTo>
                    <a:cubicBezTo>
                      <a:pt x="9931" y="800677"/>
                      <a:pt x="28972" y="810470"/>
                      <a:pt x="34876" y="811896"/>
                    </a:cubicBezTo>
                    <a:cubicBezTo>
                      <a:pt x="40778" y="813322"/>
                      <a:pt x="46491" y="819883"/>
                      <a:pt x="58297" y="818171"/>
                    </a:cubicBezTo>
                    <a:cubicBezTo>
                      <a:pt x="70102" y="816460"/>
                      <a:pt x="92667" y="794497"/>
                      <a:pt x="95618" y="790598"/>
                    </a:cubicBezTo>
                    <a:cubicBezTo>
                      <a:pt x="98570" y="786700"/>
                      <a:pt x="105139" y="791264"/>
                      <a:pt x="109614" y="787651"/>
                    </a:cubicBezTo>
                    <a:cubicBezTo>
                      <a:pt x="114089" y="784038"/>
                      <a:pt x="111328" y="774910"/>
                      <a:pt x="114660" y="773198"/>
                    </a:cubicBezTo>
                    <a:cubicBezTo>
                      <a:pt x="117992" y="771487"/>
                      <a:pt x="119611" y="782707"/>
                      <a:pt x="122657" y="784133"/>
                    </a:cubicBezTo>
                    <a:cubicBezTo>
                      <a:pt x="125704" y="785559"/>
                      <a:pt x="127227" y="787270"/>
                      <a:pt x="127323" y="793641"/>
                    </a:cubicBezTo>
                    <a:cubicBezTo>
                      <a:pt x="129463" y="793179"/>
                      <a:pt x="131699" y="793518"/>
                      <a:pt x="133606" y="794592"/>
                    </a:cubicBezTo>
                    <a:cubicBezTo>
                      <a:pt x="137415" y="797444"/>
                      <a:pt x="138367" y="785084"/>
                      <a:pt x="138367" y="781280"/>
                    </a:cubicBezTo>
                    <a:cubicBezTo>
                      <a:pt x="138367" y="777477"/>
                      <a:pt x="142175" y="769871"/>
                      <a:pt x="141223" y="765117"/>
                    </a:cubicBezTo>
                    <a:cubicBezTo>
                      <a:pt x="140271" y="760363"/>
                      <a:pt x="152648" y="764166"/>
                      <a:pt x="154552" y="760363"/>
                    </a:cubicBezTo>
                    <a:cubicBezTo>
                      <a:pt x="156456" y="756559"/>
                      <a:pt x="157408" y="743248"/>
                      <a:pt x="153600" y="741347"/>
                    </a:cubicBezTo>
                    <a:cubicBezTo>
                      <a:pt x="149792" y="739445"/>
                      <a:pt x="148840" y="731839"/>
                      <a:pt x="152648" y="731839"/>
                    </a:cubicBezTo>
                    <a:cubicBezTo>
                      <a:pt x="156456" y="731839"/>
                      <a:pt x="161217" y="728986"/>
                      <a:pt x="160265" y="721380"/>
                    </a:cubicBezTo>
                    <a:cubicBezTo>
                      <a:pt x="159312" y="713773"/>
                      <a:pt x="147888" y="714724"/>
                      <a:pt x="146935" y="707118"/>
                    </a:cubicBezTo>
                    <a:cubicBezTo>
                      <a:pt x="145983" y="699511"/>
                      <a:pt x="152648" y="697610"/>
                      <a:pt x="147888" y="688102"/>
                    </a:cubicBezTo>
                    <a:cubicBezTo>
                      <a:pt x="143127" y="678594"/>
                      <a:pt x="149792" y="672889"/>
                      <a:pt x="147888" y="668135"/>
                    </a:cubicBezTo>
                    <a:cubicBezTo>
                      <a:pt x="144670" y="661659"/>
                      <a:pt x="145408" y="653921"/>
                      <a:pt x="149792" y="648168"/>
                    </a:cubicBezTo>
                    <a:cubicBezTo>
                      <a:pt x="153803" y="640667"/>
                      <a:pt x="161309" y="635670"/>
                      <a:pt x="169786" y="634857"/>
                    </a:cubicBezTo>
                    <a:cubicBezTo>
                      <a:pt x="173594" y="635808"/>
                      <a:pt x="180258" y="639611"/>
                      <a:pt x="183114" y="633906"/>
                    </a:cubicBezTo>
                    <a:cubicBezTo>
                      <a:pt x="185971" y="628201"/>
                      <a:pt x="185971" y="623447"/>
                      <a:pt x="183114" y="622496"/>
                    </a:cubicBezTo>
                    <a:cubicBezTo>
                      <a:pt x="180258" y="621546"/>
                      <a:pt x="172642" y="619644"/>
                      <a:pt x="178354" y="612038"/>
                    </a:cubicBezTo>
                    <a:cubicBezTo>
                      <a:pt x="184804" y="604678"/>
                      <a:pt x="189377" y="595871"/>
                      <a:pt x="191683" y="586366"/>
                    </a:cubicBezTo>
                    <a:cubicBezTo>
                      <a:pt x="192635" y="577809"/>
                      <a:pt x="189779" y="571153"/>
                      <a:pt x="192635" y="568301"/>
                    </a:cubicBezTo>
                    <a:cubicBezTo>
                      <a:pt x="195492" y="565448"/>
                      <a:pt x="202156" y="568301"/>
                      <a:pt x="207869" y="564497"/>
                    </a:cubicBezTo>
                    <a:cubicBezTo>
                      <a:pt x="213581" y="560694"/>
                      <a:pt x="208821" y="555940"/>
                      <a:pt x="211677" y="553088"/>
                    </a:cubicBezTo>
                    <a:cubicBezTo>
                      <a:pt x="214533" y="550235"/>
                      <a:pt x="218342" y="540727"/>
                      <a:pt x="222150" y="537875"/>
                    </a:cubicBezTo>
                    <a:cubicBezTo>
                      <a:pt x="225958" y="535023"/>
                      <a:pt x="229767" y="531219"/>
                      <a:pt x="226910" y="527416"/>
                    </a:cubicBezTo>
                    <a:cubicBezTo>
                      <a:pt x="224054" y="523613"/>
                      <a:pt x="232623" y="519810"/>
                      <a:pt x="232623" y="513154"/>
                    </a:cubicBezTo>
                    <a:cubicBezTo>
                      <a:pt x="232623" y="506499"/>
                      <a:pt x="242144" y="501745"/>
                      <a:pt x="247856" y="501745"/>
                    </a:cubicBezTo>
                    <a:cubicBezTo>
                      <a:pt x="253569" y="501745"/>
                      <a:pt x="263090" y="501745"/>
                      <a:pt x="263090" y="496040"/>
                    </a:cubicBezTo>
                    <a:cubicBezTo>
                      <a:pt x="263090" y="490335"/>
                      <a:pt x="259281" y="477974"/>
                      <a:pt x="267850" y="481778"/>
                    </a:cubicBezTo>
                    <a:cubicBezTo>
                      <a:pt x="276419" y="485581"/>
                      <a:pt x="283083" y="480827"/>
                      <a:pt x="288796" y="485581"/>
                    </a:cubicBezTo>
                    <a:cubicBezTo>
                      <a:pt x="294508" y="490335"/>
                      <a:pt x="302125" y="489384"/>
                      <a:pt x="302125" y="481778"/>
                    </a:cubicBezTo>
                    <a:cubicBezTo>
                      <a:pt x="302125" y="474171"/>
                      <a:pt x="304981" y="461811"/>
                      <a:pt x="313550" y="466565"/>
                    </a:cubicBezTo>
                    <a:lnTo>
                      <a:pt x="315454" y="467801"/>
                    </a:lnTo>
                    <a:cubicBezTo>
                      <a:pt x="317455" y="462149"/>
                      <a:pt x="322781" y="458350"/>
                      <a:pt x="328783" y="458293"/>
                    </a:cubicBezTo>
                    <a:cubicBezTo>
                      <a:pt x="336400" y="459244"/>
                      <a:pt x="341160" y="472555"/>
                      <a:pt x="350681" y="474456"/>
                    </a:cubicBezTo>
                    <a:cubicBezTo>
                      <a:pt x="360202" y="476358"/>
                      <a:pt x="369723" y="480161"/>
                      <a:pt x="372579" y="475407"/>
                    </a:cubicBezTo>
                    <a:cubicBezTo>
                      <a:pt x="375435" y="470653"/>
                      <a:pt x="382100" y="478260"/>
                      <a:pt x="387812" y="476358"/>
                    </a:cubicBezTo>
                    <a:cubicBezTo>
                      <a:pt x="393525" y="474456"/>
                      <a:pt x="393525" y="486817"/>
                      <a:pt x="399237" y="479210"/>
                    </a:cubicBezTo>
                    <a:cubicBezTo>
                      <a:pt x="404950" y="471604"/>
                      <a:pt x="398285" y="466850"/>
                      <a:pt x="407806" y="467801"/>
                    </a:cubicBezTo>
                    <a:cubicBezTo>
                      <a:pt x="417327" y="468752"/>
                      <a:pt x="411614" y="457342"/>
                      <a:pt x="411614" y="450686"/>
                    </a:cubicBezTo>
                    <a:cubicBezTo>
                      <a:pt x="411614" y="444031"/>
                      <a:pt x="423991" y="443080"/>
                      <a:pt x="423991" y="437375"/>
                    </a:cubicBezTo>
                    <a:cubicBezTo>
                      <a:pt x="423991" y="431670"/>
                      <a:pt x="441129" y="436424"/>
                      <a:pt x="443985" y="432621"/>
                    </a:cubicBezTo>
                    <a:cubicBezTo>
                      <a:pt x="446841" y="428818"/>
                      <a:pt x="456362" y="425966"/>
                      <a:pt x="460170" y="432621"/>
                    </a:cubicBezTo>
                    <a:cubicBezTo>
                      <a:pt x="463979" y="439277"/>
                      <a:pt x="480164" y="441178"/>
                      <a:pt x="481116" y="446883"/>
                    </a:cubicBezTo>
                    <a:cubicBezTo>
                      <a:pt x="481356" y="450587"/>
                      <a:pt x="481356" y="454303"/>
                      <a:pt x="481116" y="458008"/>
                    </a:cubicBezTo>
                    <a:cubicBezTo>
                      <a:pt x="483577" y="455311"/>
                      <a:pt x="486991" y="453675"/>
                      <a:pt x="490637" y="453444"/>
                    </a:cubicBezTo>
                    <a:cubicBezTo>
                      <a:pt x="496635" y="453444"/>
                      <a:pt x="501967" y="444601"/>
                      <a:pt x="507298" y="445837"/>
                    </a:cubicBezTo>
                    <a:cubicBezTo>
                      <a:pt x="512630" y="447073"/>
                      <a:pt x="516057" y="445837"/>
                      <a:pt x="517485" y="438611"/>
                    </a:cubicBezTo>
                    <a:cubicBezTo>
                      <a:pt x="512820" y="435474"/>
                      <a:pt x="503680" y="435093"/>
                      <a:pt x="502633" y="439087"/>
                    </a:cubicBezTo>
                    <a:close/>
                    <a:moveTo>
                      <a:pt x="144270" y="59526"/>
                    </a:moveTo>
                    <a:cubicBezTo>
                      <a:pt x="152743" y="61238"/>
                      <a:pt x="135415" y="70556"/>
                      <a:pt x="132750" y="78542"/>
                    </a:cubicBezTo>
                    <a:cubicBezTo>
                      <a:pt x="130084" y="86529"/>
                      <a:pt x="146079" y="94516"/>
                      <a:pt x="152743" y="100696"/>
                    </a:cubicBezTo>
                    <a:cubicBezTo>
                      <a:pt x="161315" y="106176"/>
                      <a:pt x="172109" y="106859"/>
                      <a:pt x="181305" y="102503"/>
                    </a:cubicBezTo>
                    <a:cubicBezTo>
                      <a:pt x="187113" y="98985"/>
                      <a:pt x="185400" y="86529"/>
                      <a:pt x="192921" y="87005"/>
                    </a:cubicBezTo>
                    <a:cubicBezTo>
                      <a:pt x="200442" y="87480"/>
                      <a:pt x="196444" y="80254"/>
                      <a:pt x="202442" y="78067"/>
                    </a:cubicBezTo>
                    <a:cubicBezTo>
                      <a:pt x="208440" y="75880"/>
                      <a:pt x="209582" y="83867"/>
                      <a:pt x="204251" y="90047"/>
                    </a:cubicBezTo>
                    <a:cubicBezTo>
                      <a:pt x="198919" y="96227"/>
                      <a:pt x="213771" y="95847"/>
                      <a:pt x="221579" y="88336"/>
                    </a:cubicBezTo>
                    <a:cubicBezTo>
                      <a:pt x="229386" y="80824"/>
                      <a:pt x="231099" y="87860"/>
                      <a:pt x="229576" y="94991"/>
                    </a:cubicBezTo>
                    <a:cubicBezTo>
                      <a:pt x="228053" y="102122"/>
                      <a:pt x="211391" y="98034"/>
                      <a:pt x="205584" y="106021"/>
                    </a:cubicBezTo>
                    <a:cubicBezTo>
                      <a:pt x="199776" y="114007"/>
                      <a:pt x="182067" y="107827"/>
                      <a:pt x="174070" y="116670"/>
                    </a:cubicBezTo>
                    <a:cubicBezTo>
                      <a:pt x="166072" y="125512"/>
                      <a:pt x="181115" y="126178"/>
                      <a:pt x="192255" y="123801"/>
                    </a:cubicBezTo>
                    <a:cubicBezTo>
                      <a:pt x="205433" y="121327"/>
                      <a:pt x="218894" y="120719"/>
                      <a:pt x="232242" y="121994"/>
                    </a:cubicBezTo>
                    <a:cubicBezTo>
                      <a:pt x="240239" y="123801"/>
                      <a:pt x="227386" y="126463"/>
                      <a:pt x="214057" y="126463"/>
                    </a:cubicBezTo>
                    <a:cubicBezTo>
                      <a:pt x="200728" y="126463"/>
                      <a:pt x="196253" y="130456"/>
                      <a:pt x="196729" y="133974"/>
                    </a:cubicBezTo>
                    <a:cubicBezTo>
                      <a:pt x="197205" y="137492"/>
                      <a:pt x="177688" y="129981"/>
                      <a:pt x="177116" y="137968"/>
                    </a:cubicBezTo>
                    <a:cubicBezTo>
                      <a:pt x="176545" y="145954"/>
                      <a:pt x="195111" y="149853"/>
                      <a:pt x="197205" y="154607"/>
                    </a:cubicBezTo>
                    <a:cubicBezTo>
                      <a:pt x="199300" y="159361"/>
                      <a:pt x="211772" y="155082"/>
                      <a:pt x="216247" y="156889"/>
                    </a:cubicBezTo>
                    <a:cubicBezTo>
                      <a:pt x="220722" y="158695"/>
                      <a:pt x="208250" y="162213"/>
                      <a:pt x="206726" y="164400"/>
                    </a:cubicBezTo>
                    <a:cubicBezTo>
                      <a:pt x="205203" y="166587"/>
                      <a:pt x="220531" y="169724"/>
                      <a:pt x="223197" y="173908"/>
                    </a:cubicBezTo>
                    <a:cubicBezTo>
                      <a:pt x="225863" y="178091"/>
                      <a:pt x="236907" y="176095"/>
                      <a:pt x="236526" y="169915"/>
                    </a:cubicBezTo>
                    <a:cubicBezTo>
                      <a:pt x="235955" y="162213"/>
                      <a:pt x="246047" y="138823"/>
                      <a:pt x="259662" y="133974"/>
                    </a:cubicBezTo>
                    <a:cubicBezTo>
                      <a:pt x="273277" y="129125"/>
                      <a:pt x="265374" y="124466"/>
                      <a:pt x="267183" y="117050"/>
                    </a:cubicBezTo>
                    <a:cubicBezTo>
                      <a:pt x="268992" y="109634"/>
                      <a:pt x="279656" y="115719"/>
                      <a:pt x="276704" y="109539"/>
                    </a:cubicBezTo>
                    <a:cubicBezTo>
                      <a:pt x="273753" y="103358"/>
                      <a:pt x="275371" y="100696"/>
                      <a:pt x="283845" y="92709"/>
                    </a:cubicBezTo>
                    <a:cubicBezTo>
                      <a:pt x="292318" y="84723"/>
                      <a:pt x="297555" y="90427"/>
                      <a:pt x="307837" y="85578"/>
                    </a:cubicBezTo>
                    <a:cubicBezTo>
                      <a:pt x="318120" y="80729"/>
                      <a:pt x="322880" y="89096"/>
                      <a:pt x="311836" y="90047"/>
                    </a:cubicBezTo>
                    <a:cubicBezTo>
                      <a:pt x="300792" y="90998"/>
                      <a:pt x="306885" y="102027"/>
                      <a:pt x="314978" y="105070"/>
                    </a:cubicBezTo>
                    <a:cubicBezTo>
                      <a:pt x="323071" y="108112"/>
                      <a:pt x="315835" y="110870"/>
                      <a:pt x="322023" y="112201"/>
                    </a:cubicBezTo>
                    <a:cubicBezTo>
                      <a:pt x="328212" y="113532"/>
                      <a:pt x="326498" y="122850"/>
                      <a:pt x="318500" y="131217"/>
                    </a:cubicBezTo>
                    <a:cubicBezTo>
                      <a:pt x="310503" y="139584"/>
                      <a:pt x="320690" y="141390"/>
                      <a:pt x="337542" y="135210"/>
                    </a:cubicBezTo>
                    <a:cubicBezTo>
                      <a:pt x="354394" y="129030"/>
                      <a:pt x="343731" y="140535"/>
                      <a:pt x="348586" y="145384"/>
                    </a:cubicBezTo>
                    <a:cubicBezTo>
                      <a:pt x="353442" y="150233"/>
                      <a:pt x="366866" y="141866"/>
                      <a:pt x="373912" y="133404"/>
                    </a:cubicBezTo>
                    <a:cubicBezTo>
                      <a:pt x="380957" y="124942"/>
                      <a:pt x="391716" y="126368"/>
                      <a:pt x="391240" y="121899"/>
                    </a:cubicBezTo>
                    <a:cubicBezTo>
                      <a:pt x="390763" y="117430"/>
                      <a:pt x="383242" y="115624"/>
                      <a:pt x="377053" y="118286"/>
                    </a:cubicBezTo>
                    <a:cubicBezTo>
                      <a:pt x="370865" y="120948"/>
                      <a:pt x="355251" y="119237"/>
                      <a:pt x="360583" y="114293"/>
                    </a:cubicBezTo>
                    <a:cubicBezTo>
                      <a:pt x="365914" y="109348"/>
                      <a:pt x="365057" y="105450"/>
                      <a:pt x="357060" y="106306"/>
                    </a:cubicBezTo>
                    <a:cubicBezTo>
                      <a:pt x="349063" y="107162"/>
                      <a:pt x="334781" y="103263"/>
                      <a:pt x="341541" y="100601"/>
                    </a:cubicBezTo>
                    <a:cubicBezTo>
                      <a:pt x="348301" y="97939"/>
                      <a:pt x="336590" y="89001"/>
                      <a:pt x="330401" y="89477"/>
                    </a:cubicBezTo>
                    <a:cubicBezTo>
                      <a:pt x="324213" y="89952"/>
                      <a:pt x="325927" y="82821"/>
                      <a:pt x="326403" y="77972"/>
                    </a:cubicBezTo>
                    <a:cubicBezTo>
                      <a:pt x="326879" y="73123"/>
                      <a:pt x="308599" y="70841"/>
                      <a:pt x="312122" y="69034"/>
                    </a:cubicBezTo>
                    <a:cubicBezTo>
                      <a:pt x="315644" y="67228"/>
                      <a:pt x="304600" y="63235"/>
                      <a:pt x="301934" y="66848"/>
                    </a:cubicBezTo>
                    <a:cubicBezTo>
                      <a:pt x="300796" y="68919"/>
                      <a:pt x="298192" y="69677"/>
                      <a:pt x="296117" y="68540"/>
                    </a:cubicBezTo>
                    <a:cubicBezTo>
                      <a:pt x="294553" y="67683"/>
                      <a:pt x="293685" y="65949"/>
                      <a:pt x="293937" y="64185"/>
                    </a:cubicBezTo>
                    <a:cubicBezTo>
                      <a:pt x="293937" y="58861"/>
                      <a:pt x="280608" y="60192"/>
                      <a:pt x="274895" y="60572"/>
                    </a:cubicBezTo>
                    <a:cubicBezTo>
                      <a:pt x="269183" y="60953"/>
                      <a:pt x="272229" y="49068"/>
                      <a:pt x="266898" y="45074"/>
                    </a:cubicBezTo>
                    <a:cubicBezTo>
                      <a:pt x="261566" y="41081"/>
                      <a:pt x="254426" y="53061"/>
                      <a:pt x="250427" y="52205"/>
                    </a:cubicBezTo>
                    <a:cubicBezTo>
                      <a:pt x="246428" y="51349"/>
                      <a:pt x="253569" y="43268"/>
                      <a:pt x="255758" y="37943"/>
                    </a:cubicBezTo>
                    <a:cubicBezTo>
                      <a:pt x="257948" y="32619"/>
                      <a:pt x="236717" y="25583"/>
                      <a:pt x="234908" y="30907"/>
                    </a:cubicBezTo>
                    <a:cubicBezTo>
                      <a:pt x="233099" y="36232"/>
                      <a:pt x="228624" y="22921"/>
                      <a:pt x="224244" y="21399"/>
                    </a:cubicBezTo>
                    <a:cubicBezTo>
                      <a:pt x="219865" y="19878"/>
                      <a:pt x="223292" y="30242"/>
                      <a:pt x="219389" y="30907"/>
                    </a:cubicBezTo>
                    <a:cubicBezTo>
                      <a:pt x="215485" y="31573"/>
                      <a:pt x="209868" y="35851"/>
                      <a:pt x="216628" y="40415"/>
                    </a:cubicBezTo>
                    <a:cubicBezTo>
                      <a:pt x="223761" y="48996"/>
                      <a:pt x="228111" y="59542"/>
                      <a:pt x="229100" y="70651"/>
                    </a:cubicBezTo>
                    <a:cubicBezTo>
                      <a:pt x="228243" y="74169"/>
                      <a:pt x="207773" y="54677"/>
                      <a:pt x="206916" y="45359"/>
                    </a:cubicBezTo>
                    <a:cubicBezTo>
                      <a:pt x="206060" y="36042"/>
                      <a:pt x="195777" y="28435"/>
                      <a:pt x="193111" y="35091"/>
                    </a:cubicBezTo>
                    <a:cubicBezTo>
                      <a:pt x="190446" y="41746"/>
                      <a:pt x="182924" y="44599"/>
                      <a:pt x="185114" y="51064"/>
                    </a:cubicBezTo>
                    <a:cubicBezTo>
                      <a:pt x="187304" y="57530"/>
                      <a:pt x="179782" y="60002"/>
                      <a:pt x="179782" y="54677"/>
                    </a:cubicBezTo>
                    <a:cubicBezTo>
                      <a:pt x="179782" y="49353"/>
                      <a:pt x="168643" y="43078"/>
                      <a:pt x="164644" y="42697"/>
                    </a:cubicBezTo>
                    <a:cubicBezTo>
                      <a:pt x="160645" y="42317"/>
                      <a:pt x="174927" y="39560"/>
                      <a:pt x="181591" y="36422"/>
                    </a:cubicBezTo>
                    <a:cubicBezTo>
                      <a:pt x="188256" y="33284"/>
                      <a:pt x="175784" y="28911"/>
                      <a:pt x="169976" y="32429"/>
                    </a:cubicBezTo>
                    <a:cubicBezTo>
                      <a:pt x="164168" y="35947"/>
                      <a:pt x="156647" y="30242"/>
                      <a:pt x="153124" y="35091"/>
                    </a:cubicBezTo>
                    <a:cubicBezTo>
                      <a:pt x="149601" y="39940"/>
                      <a:pt x="145126" y="35091"/>
                      <a:pt x="138938" y="33760"/>
                    </a:cubicBezTo>
                    <a:cubicBezTo>
                      <a:pt x="132750" y="32429"/>
                      <a:pt x="127323" y="42697"/>
                      <a:pt x="122943" y="40891"/>
                    </a:cubicBezTo>
                    <a:cubicBezTo>
                      <a:pt x="118563" y="39084"/>
                      <a:pt x="115802" y="49733"/>
                      <a:pt x="122943" y="60858"/>
                    </a:cubicBezTo>
                    <a:cubicBezTo>
                      <a:pt x="130084" y="71982"/>
                      <a:pt x="135796" y="58005"/>
                      <a:pt x="144270" y="59526"/>
                    </a:cubicBezTo>
                    <a:close/>
                    <a:moveTo>
                      <a:pt x="126085" y="95467"/>
                    </a:moveTo>
                    <a:cubicBezTo>
                      <a:pt x="131416" y="96798"/>
                      <a:pt x="135606" y="105640"/>
                      <a:pt x="140271" y="104975"/>
                    </a:cubicBezTo>
                    <a:cubicBezTo>
                      <a:pt x="142461" y="104975"/>
                      <a:pt x="132750" y="93945"/>
                      <a:pt x="126942" y="87670"/>
                    </a:cubicBezTo>
                    <a:cubicBezTo>
                      <a:pt x="121134" y="81395"/>
                      <a:pt x="121610" y="75310"/>
                      <a:pt x="113613" y="77497"/>
                    </a:cubicBezTo>
                    <a:cubicBezTo>
                      <a:pt x="105615" y="79683"/>
                      <a:pt x="120753" y="94421"/>
                      <a:pt x="126085" y="95752"/>
                    </a:cubicBezTo>
                    <a:close/>
                    <a:moveTo>
                      <a:pt x="267374" y="23491"/>
                    </a:moveTo>
                    <a:cubicBezTo>
                      <a:pt x="271373" y="26629"/>
                      <a:pt x="260804" y="26724"/>
                      <a:pt x="265184" y="31097"/>
                    </a:cubicBezTo>
                    <a:cubicBezTo>
                      <a:pt x="278513" y="44409"/>
                      <a:pt x="330878" y="29291"/>
                      <a:pt x="338018" y="33284"/>
                    </a:cubicBezTo>
                    <a:cubicBezTo>
                      <a:pt x="345159" y="37278"/>
                      <a:pt x="294032" y="42127"/>
                      <a:pt x="296222" y="47451"/>
                    </a:cubicBezTo>
                    <a:cubicBezTo>
                      <a:pt x="298412" y="52776"/>
                      <a:pt x="340303" y="56959"/>
                      <a:pt x="343350" y="53727"/>
                    </a:cubicBezTo>
                    <a:cubicBezTo>
                      <a:pt x="346397" y="50494"/>
                      <a:pt x="353632" y="60762"/>
                      <a:pt x="367342" y="61713"/>
                    </a:cubicBezTo>
                    <a:cubicBezTo>
                      <a:pt x="381052" y="62664"/>
                      <a:pt x="379815" y="56389"/>
                      <a:pt x="390002" y="55913"/>
                    </a:cubicBezTo>
                    <a:cubicBezTo>
                      <a:pt x="400189" y="55438"/>
                      <a:pt x="415327" y="50589"/>
                      <a:pt x="415803" y="44789"/>
                    </a:cubicBezTo>
                    <a:cubicBezTo>
                      <a:pt x="416279" y="38989"/>
                      <a:pt x="445984" y="31953"/>
                      <a:pt x="443319" y="22160"/>
                    </a:cubicBezTo>
                    <a:cubicBezTo>
                      <a:pt x="440653" y="12367"/>
                      <a:pt x="411805" y="19117"/>
                      <a:pt x="403807" y="15124"/>
                    </a:cubicBezTo>
                    <a:cubicBezTo>
                      <a:pt x="395809" y="11131"/>
                      <a:pt x="377149" y="5616"/>
                      <a:pt x="374007" y="11986"/>
                    </a:cubicBezTo>
                    <a:cubicBezTo>
                      <a:pt x="370865" y="18357"/>
                      <a:pt x="365629" y="19973"/>
                      <a:pt x="362963" y="17311"/>
                    </a:cubicBezTo>
                    <a:cubicBezTo>
                      <a:pt x="360297" y="14649"/>
                      <a:pt x="364201" y="482"/>
                      <a:pt x="351347" y="4475"/>
                    </a:cubicBezTo>
                    <a:cubicBezTo>
                      <a:pt x="338494" y="8468"/>
                      <a:pt x="350491" y="22160"/>
                      <a:pt x="347825" y="23966"/>
                    </a:cubicBezTo>
                    <a:cubicBezTo>
                      <a:pt x="345159" y="25773"/>
                      <a:pt x="332687" y="21304"/>
                      <a:pt x="331830" y="15124"/>
                    </a:cubicBezTo>
                    <a:cubicBezTo>
                      <a:pt x="330973" y="8944"/>
                      <a:pt x="317168" y="21780"/>
                      <a:pt x="315359" y="14173"/>
                    </a:cubicBezTo>
                    <a:cubicBezTo>
                      <a:pt x="313550" y="6567"/>
                      <a:pt x="297174" y="1337"/>
                      <a:pt x="293556" y="1813"/>
                    </a:cubicBezTo>
                    <a:cubicBezTo>
                      <a:pt x="289938" y="2288"/>
                      <a:pt x="297174" y="7137"/>
                      <a:pt x="294889" y="10655"/>
                    </a:cubicBezTo>
                    <a:cubicBezTo>
                      <a:pt x="292604" y="14173"/>
                      <a:pt x="283845" y="7137"/>
                      <a:pt x="280227" y="6662"/>
                    </a:cubicBezTo>
                    <a:cubicBezTo>
                      <a:pt x="276609" y="6186"/>
                      <a:pt x="282512" y="14173"/>
                      <a:pt x="280703" y="17786"/>
                    </a:cubicBezTo>
                    <a:cubicBezTo>
                      <a:pt x="278894" y="21399"/>
                      <a:pt x="271849" y="7137"/>
                      <a:pt x="265565" y="7137"/>
                    </a:cubicBezTo>
                    <a:cubicBezTo>
                      <a:pt x="259281" y="7137"/>
                      <a:pt x="261566" y="14173"/>
                      <a:pt x="257186" y="14649"/>
                    </a:cubicBezTo>
                    <a:cubicBezTo>
                      <a:pt x="252807" y="15124"/>
                      <a:pt x="263375" y="20734"/>
                      <a:pt x="267374" y="2377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04" name="Freeform 2861">
                <a:extLst>
                  <a:ext uri="{FF2B5EF4-FFF2-40B4-BE49-F238E27FC236}">
                    <a16:creationId xmlns:a16="http://schemas.microsoft.com/office/drawing/2014/main" id="{4849C38B-8299-49BA-66CF-B3DC952E082B}"/>
                  </a:ext>
                </a:extLst>
              </p:cNvPr>
              <p:cNvSpPr/>
              <p:nvPr/>
            </p:nvSpPr>
            <p:spPr>
              <a:xfrm>
                <a:off x="12289405" y="5165646"/>
                <a:ext cx="538790" cy="582905"/>
              </a:xfrm>
              <a:custGeom>
                <a:avLst/>
                <a:gdLst>
                  <a:gd name="connsiteX0" fmla="*/ 160431 w 228499"/>
                  <a:gd name="connsiteY0" fmla="*/ 219326 h 247208"/>
                  <a:gd name="connsiteX1" fmla="*/ 136153 w 228499"/>
                  <a:gd name="connsiteY1" fmla="*/ 219326 h 247208"/>
                  <a:gd name="connsiteX2" fmla="*/ 119301 w 228499"/>
                  <a:gd name="connsiteY2" fmla="*/ 227313 h 247208"/>
                  <a:gd name="connsiteX3" fmla="*/ 140057 w 228499"/>
                  <a:gd name="connsiteY3" fmla="*/ 238532 h 247208"/>
                  <a:gd name="connsiteX4" fmla="*/ 162811 w 228499"/>
                  <a:gd name="connsiteY4" fmla="*/ 252794 h 247208"/>
                  <a:gd name="connsiteX5" fmla="*/ 168143 w 228499"/>
                  <a:gd name="connsiteY5" fmla="*/ 239198 h 247208"/>
                  <a:gd name="connsiteX6" fmla="*/ 176426 w 228499"/>
                  <a:gd name="connsiteY6" fmla="*/ 220182 h 247208"/>
                  <a:gd name="connsiteX7" fmla="*/ 160431 w 228499"/>
                  <a:gd name="connsiteY7" fmla="*/ 219326 h 247208"/>
                  <a:gd name="connsiteX8" fmla="*/ 46181 w 228499"/>
                  <a:gd name="connsiteY8" fmla="*/ 152200 h 247208"/>
                  <a:gd name="connsiteX9" fmla="*/ 31710 w 228499"/>
                  <a:gd name="connsiteY9" fmla="*/ 155718 h 247208"/>
                  <a:gd name="connsiteX10" fmla="*/ 39041 w 228499"/>
                  <a:gd name="connsiteY10" fmla="*/ 181484 h 247208"/>
                  <a:gd name="connsiteX11" fmla="*/ 47419 w 228499"/>
                  <a:gd name="connsiteY11" fmla="*/ 200500 h 247208"/>
                  <a:gd name="connsiteX12" fmla="*/ 61319 w 228499"/>
                  <a:gd name="connsiteY12" fmla="*/ 191943 h 247208"/>
                  <a:gd name="connsiteX13" fmla="*/ 64556 w 228499"/>
                  <a:gd name="connsiteY13" fmla="*/ 159426 h 247208"/>
                  <a:gd name="connsiteX14" fmla="*/ 45801 w 228499"/>
                  <a:gd name="connsiteY14" fmla="*/ 152200 h 247208"/>
                  <a:gd name="connsiteX15" fmla="*/ 191374 w 228499"/>
                  <a:gd name="connsiteY15" fmla="*/ 142692 h 247208"/>
                  <a:gd name="connsiteX16" fmla="*/ 176521 w 228499"/>
                  <a:gd name="connsiteY16" fmla="*/ 130807 h 247208"/>
                  <a:gd name="connsiteX17" fmla="*/ 145483 w 228499"/>
                  <a:gd name="connsiteY17" fmla="*/ 98860 h 247208"/>
                  <a:gd name="connsiteX18" fmla="*/ 116921 w 228499"/>
                  <a:gd name="connsiteY18" fmla="*/ 70336 h 247208"/>
                  <a:gd name="connsiteX19" fmla="*/ 116921 w 228499"/>
                  <a:gd name="connsiteY19" fmla="*/ 50179 h 247208"/>
                  <a:gd name="connsiteX20" fmla="*/ 125775 w 228499"/>
                  <a:gd name="connsiteY20" fmla="*/ 38769 h 247208"/>
                  <a:gd name="connsiteX21" fmla="*/ 126823 w 228499"/>
                  <a:gd name="connsiteY21" fmla="*/ 12242 h 247208"/>
                  <a:gd name="connsiteX22" fmla="*/ 116635 w 228499"/>
                  <a:gd name="connsiteY22" fmla="*/ 10245 h 247208"/>
                  <a:gd name="connsiteX23" fmla="*/ 112637 w 228499"/>
                  <a:gd name="connsiteY23" fmla="*/ 1783 h 247208"/>
                  <a:gd name="connsiteX24" fmla="*/ 96642 w 228499"/>
                  <a:gd name="connsiteY24" fmla="*/ 4065 h 247208"/>
                  <a:gd name="connsiteX25" fmla="*/ 84170 w 228499"/>
                  <a:gd name="connsiteY25" fmla="*/ 8058 h 247208"/>
                  <a:gd name="connsiteX26" fmla="*/ 81694 w 228499"/>
                  <a:gd name="connsiteY26" fmla="*/ 6632 h 247208"/>
                  <a:gd name="connsiteX27" fmla="*/ 77790 w 228499"/>
                  <a:gd name="connsiteY27" fmla="*/ 10245 h 247208"/>
                  <a:gd name="connsiteX28" fmla="*/ 74839 w 228499"/>
                  <a:gd name="connsiteY28" fmla="*/ 14999 h 247208"/>
                  <a:gd name="connsiteX29" fmla="*/ 68936 w 228499"/>
                  <a:gd name="connsiteY29" fmla="*/ 17376 h 247208"/>
                  <a:gd name="connsiteX30" fmla="*/ 59415 w 228499"/>
                  <a:gd name="connsiteY30" fmla="*/ 19753 h 247208"/>
                  <a:gd name="connsiteX31" fmla="*/ 52370 w 228499"/>
                  <a:gd name="connsiteY31" fmla="*/ 23841 h 247208"/>
                  <a:gd name="connsiteX32" fmla="*/ 47038 w 228499"/>
                  <a:gd name="connsiteY32" fmla="*/ 30972 h 247208"/>
                  <a:gd name="connsiteX33" fmla="*/ 35708 w 228499"/>
                  <a:gd name="connsiteY33" fmla="*/ 17376 h 247208"/>
                  <a:gd name="connsiteX34" fmla="*/ 25712 w 228499"/>
                  <a:gd name="connsiteY34" fmla="*/ 31543 h 247208"/>
                  <a:gd name="connsiteX35" fmla="*/ 8574 w 228499"/>
                  <a:gd name="connsiteY35" fmla="*/ 32779 h 247208"/>
                  <a:gd name="connsiteX36" fmla="*/ 10859 w 228499"/>
                  <a:gd name="connsiteY36" fmla="*/ 42287 h 247208"/>
                  <a:gd name="connsiteX37" fmla="*/ 6860 w 228499"/>
                  <a:gd name="connsiteY37" fmla="*/ 50274 h 247208"/>
                  <a:gd name="connsiteX38" fmla="*/ 2862 w 228499"/>
                  <a:gd name="connsiteY38" fmla="*/ 55123 h 247208"/>
                  <a:gd name="connsiteX39" fmla="*/ 8669 w 228499"/>
                  <a:gd name="connsiteY39" fmla="*/ 65391 h 247208"/>
                  <a:gd name="connsiteX40" fmla="*/ 9970 w 228499"/>
                  <a:gd name="connsiteY40" fmla="*/ 73762 h 247208"/>
                  <a:gd name="connsiteX41" fmla="*/ 13049 w 228499"/>
                  <a:gd name="connsiteY41" fmla="*/ 74899 h 247208"/>
                  <a:gd name="connsiteX42" fmla="*/ 22570 w 228499"/>
                  <a:gd name="connsiteY42" fmla="*/ 78037 h 247208"/>
                  <a:gd name="connsiteX43" fmla="*/ 20380 w 228499"/>
                  <a:gd name="connsiteY43" fmla="*/ 84788 h 247208"/>
                  <a:gd name="connsiteX44" fmla="*/ 29901 w 228499"/>
                  <a:gd name="connsiteY44" fmla="*/ 82031 h 247208"/>
                  <a:gd name="connsiteX45" fmla="*/ 43801 w 228499"/>
                  <a:gd name="connsiteY45" fmla="*/ 70240 h 247208"/>
                  <a:gd name="connsiteX46" fmla="*/ 72363 w 228499"/>
                  <a:gd name="connsiteY46" fmla="*/ 82030 h 247208"/>
                  <a:gd name="connsiteX47" fmla="*/ 78552 w 228499"/>
                  <a:gd name="connsiteY47" fmla="*/ 93916 h 247208"/>
                  <a:gd name="connsiteX48" fmla="*/ 97594 w 228499"/>
                  <a:gd name="connsiteY48" fmla="*/ 118161 h 247208"/>
                  <a:gd name="connsiteX49" fmla="*/ 124823 w 228499"/>
                  <a:gd name="connsiteY49" fmla="*/ 141551 h 247208"/>
                  <a:gd name="connsiteX50" fmla="*/ 143865 w 228499"/>
                  <a:gd name="connsiteY50" fmla="*/ 149823 h 247208"/>
                  <a:gd name="connsiteX51" fmla="*/ 161383 w 228499"/>
                  <a:gd name="connsiteY51" fmla="*/ 161327 h 247208"/>
                  <a:gd name="connsiteX52" fmla="*/ 175569 w 228499"/>
                  <a:gd name="connsiteY52" fmla="*/ 173212 h 247208"/>
                  <a:gd name="connsiteX53" fmla="*/ 182139 w 228499"/>
                  <a:gd name="connsiteY53" fmla="*/ 185002 h 247208"/>
                  <a:gd name="connsiteX54" fmla="*/ 182995 w 228499"/>
                  <a:gd name="connsiteY54" fmla="*/ 206586 h 247208"/>
                  <a:gd name="connsiteX55" fmla="*/ 183852 w 228499"/>
                  <a:gd name="connsiteY55" fmla="*/ 222559 h 247208"/>
                  <a:gd name="connsiteX56" fmla="*/ 193945 w 228499"/>
                  <a:gd name="connsiteY56" fmla="*/ 206015 h 247208"/>
                  <a:gd name="connsiteX57" fmla="*/ 205465 w 228499"/>
                  <a:gd name="connsiteY57" fmla="*/ 194225 h 247208"/>
                  <a:gd name="connsiteX58" fmla="*/ 195944 w 228499"/>
                  <a:gd name="connsiteY58" fmla="*/ 178537 h 247208"/>
                  <a:gd name="connsiteX59" fmla="*/ 214985 w 228499"/>
                  <a:gd name="connsiteY59" fmla="*/ 169885 h 247208"/>
                  <a:gd name="connsiteX60" fmla="*/ 230124 w 228499"/>
                  <a:gd name="connsiteY60" fmla="*/ 170835 h 247208"/>
                  <a:gd name="connsiteX61" fmla="*/ 190993 w 228499"/>
                  <a:gd name="connsiteY61" fmla="*/ 142692 h 247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228499" h="247208">
                    <a:moveTo>
                      <a:pt x="160431" y="219326"/>
                    </a:moveTo>
                    <a:cubicBezTo>
                      <a:pt x="148340" y="221989"/>
                      <a:pt x="143294" y="222844"/>
                      <a:pt x="136153" y="219326"/>
                    </a:cubicBezTo>
                    <a:cubicBezTo>
                      <a:pt x="129012" y="215808"/>
                      <a:pt x="117587" y="222559"/>
                      <a:pt x="119301" y="227313"/>
                    </a:cubicBezTo>
                    <a:cubicBezTo>
                      <a:pt x="120444" y="230546"/>
                      <a:pt x="125204" y="234729"/>
                      <a:pt x="140057" y="238532"/>
                    </a:cubicBezTo>
                    <a:cubicBezTo>
                      <a:pt x="154909" y="242336"/>
                      <a:pt x="156623" y="252509"/>
                      <a:pt x="162811" y="252794"/>
                    </a:cubicBezTo>
                    <a:cubicBezTo>
                      <a:pt x="169000" y="253080"/>
                      <a:pt x="169666" y="247185"/>
                      <a:pt x="168143" y="239198"/>
                    </a:cubicBezTo>
                    <a:cubicBezTo>
                      <a:pt x="166620" y="231211"/>
                      <a:pt x="175569" y="221989"/>
                      <a:pt x="176426" y="220182"/>
                    </a:cubicBezTo>
                    <a:cubicBezTo>
                      <a:pt x="177283" y="218375"/>
                      <a:pt x="172618" y="216664"/>
                      <a:pt x="160431" y="219326"/>
                    </a:cubicBezTo>
                    <a:close/>
                    <a:moveTo>
                      <a:pt x="46181" y="152200"/>
                    </a:moveTo>
                    <a:cubicBezTo>
                      <a:pt x="39707" y="157809"/>
                      <a:pt x="34280" y="151154"/>
                      <a:pt x="31710" y="155718"/>
                    </a:cubicBezTo>
                    <a:cubicBezTo>
                      <a:pt x="29139" y="160281"/>
                      <a:pt x="41706" y="169885"/>
                      <a:pt x="39041" y="181484"/>
                    </a:cubicBezTo>
                    <a:cubicBezTo>
                      <a:pt x="36375" y="193084"/>
                      <a:pt x="40564" y="207536"/>
                      <a:pt x="47419" y="200500"/>
                    </a:cubicBezTo>
                    <a:cubicBezTo>
                      <a:pt x="54274" y="193465"/>
                      <a:pt x="57416" y="196982"/>
                      <a:pt x="61319" y="191943"/>
                    </a:cubicBezTo>
                    <a:cubicBezTo>
                      <a:pt x="65223" y="186904"/>
                      <a:pt x="61891" y="168268"/>
                      <a:pt x="64556" y="159426"/>
                    </a:cubicBezTo>
                    <a:cubicBezTo>
                      <a:pt x="67222" y="150583"/>
                      <a:pt x="52370" y="146590"/>
                      <a:pt x="45801" y="152200"/>
                    </a:cubicBezTo>
                    <a:close/>
                    <a:moveTo>
                      <a:pt x="191374" y="142692"/>
                    </a:moveTo>
                    <a:cubicBezTo>
                      <a:pt x="183662" y="137938"/>
                      <a:pt x="188708" y="130236"/>
                      <a:pt x="176521" y="130807"/>
                    </a:cubicBezTo>
                    <a:cubicBezTo>
                      <a:pt x="164335" y="131377"/>
                      <a:pt x="149863" y="116354"/>
                      <a:pt x="145483" y="98860"/>
                    </a:cubicBezTo>
                    <a:cubicBezTo>
                      <a:pt x="141104" y="81365"/>
                      <a:pt x="122062" y="80604"/>
                      <a:pt x="116921" y="70336"/>
                    </a:cubicBezTo>
                    <a:cubicBezTo>
                      <a:pt x="111780" y="60067"/>
                      <a:pt x="121396" y="58736"/>
                      <a:pt x="116921" y="50179"/>
                    </a:cubicBezTo>
                    <a:cubicBezTo>
                      <a:pt x="114636" y="45425"/>
                      <a:pt x="119777" y="41146"/>
                      <a:pt x="125775" y="38769"/>
                    </a:cubicBezTo>
                    <a:cubicBezTo>
                      <a:pt x="125450" y="29913"/>
                      <a:pt x="125800" y="21045"/>
                      <a:pt x="126823" y="12242"/>
                    </a:cubicBezTo>
                    <a:cubicBezTo>
                      <a:pt x="123345" y="12094"/>
                      <a:pt x="119911" y="11420"/>
                      <a:pt x="116635" y="10245"/>
                    </a:cubicBezTo>
                    <a:cubicBezTo>
                      <a:pt x="114446" y="8914"/>
                      <a:pt x="113969" y="1783"/>
                      <a:pt x="112637" y="1783"/>
                    </a:cubicBezTo>
                    <a:cubicBezTo>
                      <a:pt x="111304" y="1783"/>
                      <a:pt x="98831" y="1783"/>
                      <a:pt x="96642" y="4065"/>
                    </a:cubicBezTo>
                    <a:cubicBezTo>
                      <a:pt x="94452" y="6347"/>
                      <a:pt x="87787" y="10245"/>
                      <a:pt x="84170" y="8058"/>
                    </a:cubicBezTo>
                    <a:lnTo>
                      <a:pt x="81694" y="6632"/>
                    </a:lnTo>
                    <a:lnTo>
                      <a:pt x="77790" y="10245"/>
                    </a:lnTo>
                    <a:cubicBezTo>
                      <a:pt x="77790" y="10245"/>
                      <a:pt x="77219" y="14999"/>
                      <a:pt x="74839" y="14999"/>
                    </a:cubicBezTo>
                    <a:cubicBezTo>
                      <a:pt x="72459" y="14999"/>
                      <a:pt x="68936" y="13192"/>
                      <a:pt x="68936" y="17376"/>
                    </a:cubicBezTo>
                    <a:cubicBezTo>
                      <a:pt x="68936" y="21559"/>
                      <a:pt x="62462" y="20323"/>
                      <a:pt x="59415" y="19753"/>
                    </a:cubicBezTo>
                    <a:cubicBezTo>
                      <a:pt x="56369" y="19182"/>
                      <a:pt x="52370" y="20323"/>
                      <a:pt x="52370" y="23841"/>
                    </a:cubicBezTo>
                    <a:cubicBezTo>
                      <a:pt x="52370" y="27359"/>
                      <a:pt x="51798" y="35061"/>
                      <a:pt x="47038" y="30972"/>
                    </a:cubicBezTo>
                    <a:cubicBezTo>
                      <a:pt x="42278" y="26884"/>
                      <a:pt x="37517" y="16140"/>
                      <a:pt x="35708" y="17376"/>
                    </a:cubicBezTo>
                    <a:cubicBezTo>
                      <a:pt x="33900" y="18612"/>
                      <a:pt x="29805" y="31543"/>
                      <a:pt x="25712" y="31543"/>
                    </a:cubicBezTo>
                    <a:cubicBezTo>
                      <a:pt x="23141" y="31543"/>
                      <a:pt x="14667" y="32208"/>
                      <a:pt x="8574" y="32779"/>
                    </a:cubicBezTo>
                    <a:cubicBezTo>
                      <a:pt x="6883" y="36077"/>
                      <a:pt x="7853" y="40114"/>
                      <a:pt x="10859" y="42287"/>
                    </a:cubicBezTo>
                    <a:cubicBezTo>
                      <a:pt x="13049" y="43618"/>
                      <a:pt x="9526" y="48942"/>
                      <a:pt x="6860" y="50274"/>
                    </a:cubicBezTo>
                    <a:cubicBezTo>
                      <a:pt x="4194" y="51605"/>
                      <a:pt x="-280" y="50274"/>
                      <a:pt x="2862" y="55123"/>
                    </a:cubicBezTo>
                    <a:cubicBezTo>
                      <a:pt x="6003" y="59972"/>
                      <a:pt x="11716" y="60447"/>
                      <a:pt x="8669" y="65391"/>
                    </a:cubicBezTo>
                    <a:cubicBezTo>
                      <a:pt x="6714" y="68062"/>
                      <a:pt x="7296" y="71810"/>
                      <a:pt x="9970" y="73762"/>
                    </a:cubicBezTo>
                    <a:cubicBezTo>
                      <a:pt x="10871" y="74420"/>
                      <a:pt x="11937" y="74814"/>
                      <a:pt x="13049" y="74899"/>
                    </a:cubicBezTo>
                    <a:cubicBezTo>
                      <a:pt x="17524" y="74899"/>
                      <a:pt x="23712" y="74899"/>
                      <a:pt x="22570" y="78037"/>
                    </a:cubicBezTo>
                    <a:cubicBezTo>
                      <a:pt x="21561" y="80188"/>
                      <a:pt x="20826" y="82455"/>
                      <a:pt x="20380" y="84788"/>
                    </a:cubicBezTo>
                    <a:cubicBezTo>
                      <a:pt x="23646" y="84223"/>
                      <a:pt x="26839" y="83298"/>
                      <a:pt x="29901" y="82031"/>
                    </a:cubicBezTo>
                    <a:cubicBezTo>
                      <a:pt x="36185" y="78798"/>
                      <a:pt x="33519" y="73188"/>
                      <a:pt x="43801" y="70240"/>
                    </a:cubicBezTo>
                    <a:cubicBezTo>
                      <a:pt x="54754" y="68740"/>
                      <a:pt x="65668" y="73245"/>
                      <a:pt x="72363" y="82030"/>
                    </a:cubicBezTo>
                    <a:cubicBezTo>
                      <a:pt x="76553" y="88211"/>
                      <a:pt x="77695" y="88876"/>
                      <a:pt x="78552" y="93916"/>
                    </a:cubicBezTo>
                    <a:cubicBezTo>
                      <a:pt x="81285" y="104271"/>
                      <a:pt x="88174" y="113042"/>
                      <a:pt x="97594" y="118161"/>
                    </a:cubicBezTo>
                    <a:cubicBezTo>
                      <a:pt x="111780" y="127669"/>
                      <a:pt x="117397" y="137652"/>
                      <a:pt x="124823" y="141551"/>
                    </a:cubicBezTo>
                    <a:cubicBezTo>
                      <a:pt x="132250" y="145449"/>
                      <a:pt x="139676" y="144498"/>
                      <a:pt x="143865" y="149823"/>
                    </a:cubicBezTo>
                    <a:cubicBezTo>
                      <a:pt x="148742" y="154951"/>
                      <a:pt x="154736" y="158888"/>
                      <a:pt x="161383" y="161327"/>
                    </a:cubicBezTo>
                    <a:cubicBezTo>
                      <a:pt x="168429" y="164655"/>
                      <a:pt x="168809" y="172262"/>
                      <a:pt x="175569" y="173212"/>
                    </a:cubicBezTo>
                    <a:cubicBezTo>
                      <a:pt x="182329" y="174163"/>
                      <a:pt x="177949" y="179963"/>
                      <a:pt x="182139" y="185002"/>
                    </a:cubicBezTo>
                    <a:cubicBezTo>
                      <a:pt x="186705" y="191384"/>
                      <a:pt x="187042" y="199863"/>
                      <a:pt x="182995" y="206586"/>
                    </a:cubicBezTo>
                    <a:cubicBezTo>
                      <a:pt x="178521" y="212576"/>
                      <a:pt x="180901" y="222559"/>
                      <a:pt x="183852" y="222559"/>
                    </a:cubicBezTo>
                    <a:cubicBezTo>
                      <a:pt x="186804" y="222559"/>
                      <a:pt x="193373" y="211910"/>
                      <a:pt x="193945" y="206015"/>
                    </a:cubicBezTo>
                    <a:cubicBezTo>
                      <a:pt x="194516" y="200120"/>
                      <a:pt x="200800" y="200405"/>
                      <a:pt x="205465" y="194225"/>
                    </a:cubicBezTo>
                    <a:cubicBezTo>
                      <a:pt x="210130" y="188045"/>
                      <a:pt x="198419" y="186524"/>
                      <a:pt x="195944" y="178537"/>
                    </a:cubicBezTo>
                    <a:cubicBezTo>
                      <a:pt x="193468" y="170550"/>
                      <a:pt x="204893" y="163419"/>
                      <a:pt x="214985" y="169885"/>
                    </a:cubicBezTo>
                    <a:cubicBezTo>
                      <a:pt x="225077" y="176350"/>
                      <a:pt x="229552" y="180914"/>
                      <a:pt x="230124" y="170835"/>
                    </a:cubicBezTo>
                    <a:cubicBezTo>
                      <a:pt x="230695" y="160757"/>
                      <a:pt x="199181" y="147446"/>
                      <a:pt x="190993" y="142692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05" name="Freeform 2862">
                <a:extLst>
                  <a:ext uri="{FF2B5EF4-FFF2-40B4-BE49-F238E27FC236}">
                    <a16:creationId xmlns:a16="http://schemas.microsoft.com/office/drawing/2014/main" id="{61B5144E-CF89-155F-F9E0-1D0AAB5860CD}"/>
                  </a:ext>
                </a:extLst>
              </p:cNvPr>
              <p:cNvSpPr/>
              <p:nvPr/>
            </p:nvSpPr>
            <p:spPr>
              <a:xfrm>
                <a:off x="12830041" y="5383097"/>
                <a:ext cx="44900" cy="67258"/>
              </a:xfrm>
              <a:custGeom>
                <a:avLst/>
                <a:gdLst>
                  <a:gd name="connsiteX0" fmla="*/ 10259 w 19041"/>
                  <a:gd name="connsiteY0" fmla="*/ 1783 h 28524"/>
                  <a:gd name="connsiteX1" fmla="*/ 2547 w 19041"/>
                  <a:gd name="connsiteY1" fmla="*/ 16615 h 28524"/>
                  <a:gd name="connsiteX2" fmla="*/ 1785 w 19041"/>
                  <a:gd name="connsiteY2" fmla="*/ 22795 h 28524"/>
                  <a:gd name="connsiteX3" fmla="*/ 15876 w 19041"/>
                  <a:gd name="connsiteY3" fmla="*/ 33349 h 28524"/>
                  <a:gd name="connsiteX4" fmla="*/ 17019 w 19041"/>
                  <a:gd name="connsiteY4" fmla="*/ 33825 h 28524"/>
                  <a:gd name="connsiteX5" fmla="*/ 25968 w 19041"/>
                  <a:gd name="connsiteY5" fmla="*/ 19753 h 28524"/>
                  <a:gd name="connsiteX6" fmla="*/ 10259 w 19041"/>
                  <a:gd name="connsiteY6" fmla="*/ 1783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41" h="28524">
                    <a:moveTo>
                      <a:pt x="10259" y="1783"/>
                    </a:moveTo>
                    <a:cubicBezTo>
                      <a:pt x="6565" y="6059"/>
                      <a:pt x="3924" y="11138"/>
                      <a:pt x="2547" y="16615"/>
                    </a:cubicBezTo>
                    <a:cubicBezTo>
                      <a:pt x="2673" y="18705"/>
                      <a:pt x="2415" y="20799"/>
                      <a:pt x="1785" y="22795"/>
                    </a:cubicBezTo>
                    <a:cubicBezTo>
                      <a:pt x="6197" y="26677"/>
                      <a:pt x="10909" y="30206"/>
                      <a:pt x="15876" y="33349"/>
                    </a:cubicBezTo>
                    <a:lnTo>
                      <a:pt x="17019" y="33825"/>
                    </a:lnTo>
                    <a:cubicBezTo>
                      <a:pt x="18161" y="27264"/>
                      <a:pt x="22731" y="20514"/>
                      <a:pt x="25968" y="19753"/>
                    </a:cubicBezTo>
                    <a:cubicBezTo>
                      <a:pt x="21398" y="14048"/>
                      <a:pt x="14638" y="6157"/>
                      <a:pt x="10259" y="178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106" name="Freeform 2863">
                <a:extLst>
                  <a:ext uri="{FF2B5EF4-FFF2-40B4-BE49-F238E27FC236}">
                    <a16:creationId xmlns:a16="http://schemas.microsoft.com/office/drawing/2014/main" id="{59FED43C-AC56-25DC-C652-57A5105CC328}"/>
                  </a:ext>
                </a:extLst>
              </p:cNvPr>
              <p:cNvSpPr/>
              <p:nvPr/>
            </p:nvSpPr>
            <p:spPr>
              <a:xfrm>
                <a:off x="12843010" y="5214462"/>
                <a:ext cx="179597" cy="224193"/>
              </a:xfrm>
              <a:custGeom>
                <a:avLst/>
                <a:gdLst>
                  <a:gd name="connsiteX0" fmla="*/ 75000 w 76166"/>
                  <a:gd name="connsiteY0" fmla="*/ 68434 h 95080"/>
                  <a:gd name="connsiteX1" fmla="*/ 74655 w 76166"/>
                  <a:gd name="connsiteY1" fmla="*/ 54992 h 95080"/>
                  <a:gd name="connsiteX2" fmla="*/ 75000 w 76166"/>
                  <a:gd name="connsiteY2" fmla="*/ 54647 h 95080"/>
                  <a:gd name="connsiteX3" fmla="*/ 75000 w 76166"/>
                  <a:gd name="connsiteY3" fmla="*/ 43998 h 95080"/>
                  <a:gd name="connsiteX4" fmla="*/ 52817 w 76166"/>
                  <a:gd name="connsiteY4" fmla="*/ 37343 h 95080"/>
                  <a:gd name="connsiteX5" fmla="*/ 50151 w 76166"/>
                  <a:gd name="connsiteY5" fmla="*/ 24887 h 95080"/>
                  <a:gd name="connsiteX6" fmla="*/ 43459 w 76166"/>
                  <a:gd name="connsiteY6" fmla="*/ 18846 h 95080"/>
                  <a:gd name="connsiteX7" fmla="*/ 43486 w 76166"/>
                  <a:gd name="connsiteY7" fmla="*/ 17851 h 95080"/>
                  <a:gd name="connsiteX8" fmla="*/ 36346 w 76166"/>
                  <a:gd name="connsiteY8" fmla="*/ 6252 h 95080"/>
                  <a:gd name="connsiteX9" fmla="*/ 36917 w 76166"/>
                  <a:gd name="connsiteY9" fmla="*/ 5396 h 95080"/>
                  <a:gd name="connsiteX10" fmla="*/ 31300 w 76166"/>
                  <a:gd name="connsiteY10" fmla="*/ 4445 h 95080"/>
                  <a:gd name="connsiteX11" fmla="*/ 22731 w 76166"/>
                  <a:gd name="connsiteY11" fmla="*/ 1783 h 95080"/>
                  <a:gd name="connsiteX12" fmla="*/ 1785 w 76166"/>
                  <a:gd name="connsiteY12" fmla="*/ 8438 h 95080"/>
                  <a:gd name="connsiteX13" fmla="*/ 7022 w 76166"/>
                  <a:gd name="connsiteY13" fmla="*/ 20514 h 95080"/>
                  <a:gd name="connsiteX14" fmla="*/ 13401 w 76166"/>
                  <a:gd name="connsiteY14" fmla="*/ 34776 h 95080"/>
                  <a:gd name="connsiteX15" fmla="*/ 11782 w 76166"/>
                  <a:gd name="connsiteY15" fmla="*/ 65867 h 95080"/>
                  <a:gd name="connsiteX16" fmla="*/ 4356 w 76166"/>
                  <a:gd name="connsiteY16" fmla="*/ 73283 h 95080"/>
                  <a:gd name="connsiteX17" fmla="*/ 20065 w 76166"/>
                  <a:gd name="connsiteY17" fmla="*/ 91253 h 95080"/>
                  <a:gd name="connsiteX18" fmla="*/ 20732 w 76166"/>
                  <a:gd name="connsiteY18" fmla="*/ 91253 h 95080"/>
                  <a:gd name="connsiteX19" fmla="*/ 39202 w 76166"/>
                  <a:gd name="connsiteY19" fmla="*/ 101807 h 95080"/>
                  <a:gd name="connsiteX20" fmla="*/ 73763 w 76166"/>
                  <a:gd name="connsiteY20" fmla="*/ 95532 h 95080"/>
                  <a:gd name="connsiteX21" fmla="*/ 73763 w 76166"/>
                  <a:gd name="connsiteY21" fmla="*/ 89447 h 95080"/>
                  <a:gd name="connsiteX22" fmla="*/ 80427 w 76166"/>
                  <a:gd name="connsiteY22" fmla="*/ 81460 h 95080"/>
                  <a:gd name="connsiteX23" fmla="*/ 75000 w 76166"/>
                  <a:gd name="connsiteY23" fmla="*/ 68434 h 9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6166" h="95080">
                    <a:moveTo>
                      <a:pt x="75000" y="68434"/>
                    </a:moveTo>
                    <a:cubicBezTo>
                      <a:pt x="71188" y="64817"/>
                      <a:pt x="71034" y="58799"/>
                      <a:pt x="74655" y="54992"/>
                    </a:cubicBezTo>
                    <a:cubicBezTo>
                      <a:pt x="74767" y="54874"/>
                      <a:pt x="74882" y="54759"/>
                      <a:pt x="75000" y="54647"/>
                    </a:cubicBezTo>
                    <a:cubicBezTo>
                      <a:pt x="78999" y="51985"/>
                      <a:pt x="75000" y="48467"/>
                      <a:pt x="75000" y="43998"/>
                    </a:cubicBezTo>
                    <a:cubicBezTo>
                      <a:pt x="75000" y="39530"/>
                      <a:pt x="55959" y="38198"/>
                      <a:pt x="52817" y="37343"/>
                    </a:cubicBezTo>
                    <a:cubicBezTo>
                      <a:pt x="49675" y="36487"/>
                      <a:pt x="55006" y="24887"/>
                      <a:pt x="50151" y="24887"/>
                    </a:cubicBezTo>
                    <a:cubicBezTo>
                      <a:pt x="46632" y="25065"/>
                      <a:pt x="43636" y="22360"/>
                      <a:pt x="43459" y="18846"/>
                    </a:cubicBezTo>
                    <a:cubicBezTo>
                      <a:pt x="43442" y="18514"/>
                      <a:pt x="43451" y="18182"/>
                      <a:pt x="43486" y="17851"/>
                    </a:cubicBezTo>
                    <a:cubicBezTo>
                      <a:pt x="43486" y="14238"/>
                      <a:pt x="35965" y="8343"/>
                      <a:pt x="36346" y="6252"/>
                    </a:cubicBezTo>
                    <a:cubicBezTo>
                      <a:pt x="36468" y="5927"/>
                      <a:pt x="36664" y="5634"/>
                      <a:pt x="36917" y="5396"/>
                    </a:cubicBezTo>
                    <a:lnTo>
                      <a:pt x="31300" y="4445"/>
                    </a:lnTo>
                    <a:cubicBezTo>
                      <a:pt x="28389" y="3742"/>
                      <a:pt x="25527" y="2852"/>
                      <a:pt x="22731" y="1783"/>
                    </a:cubicBezTo>
                    <a:lnTo>
                      <a:pt x="1785" y="8438"/>
                    </a:lnTo>
                    <a:cubicBezTo>
                      <a:pt x="2356" y="13573"/>
                      <a:pt x="3785" y="19278"/>
                      <a:pt x="7022" y="20514"/>
                    </a:cubicBezTo>
                    <a:cubicBezTo>
                      <a:pt x="13401" y="22891"/>
                      <a:pt x="11020" y="29261"/>
                      <a:pt x="13401" y="34776"/>
                    </a:cubicBezTo>
                    <a:cubicBezTo>
                      <a:pt x="15781" y="40290"/>
                      <a:pt x="15019" y="65867"/>
                      <a:pt x="11782" y="65867"/>
                    </a:cubicBezTo>
                    <a:cubicBezTo>
                      <a:pt x="10449" y="65867"/>
                      <a:pt x="7402" y="69100"/>
                      <a:pt x="4356" y="73283"/>
                    </a:cubicBezTo>
                    <a:cubicBezTo>
                      <a:pt x="8735" y="77657"/>
                      <a:pt x="15495" y="85548"/>
                      <a:pt x="20065" y="91253"/>
                    </a:cubicBezTo>
                    <a:lnTo>
                      <a:pt x="20732" y="91253"/>
                    </a:lnTo>
                    <a:cubicBezTo>
                      <a:pt x="27347" y="93902"/>
                      <a:pt x="33563" y="97454"/>
                      <a:pt x="39202" y="101807"/>
                    </a:cubicBezTo>
                    <a:cubicBezTo>
                      <a:pt x="39202" y="101807"/>
                      <a:pt x="59862" y="97529"/>
                      <a:pt x="73763" y="95532"/>
                    </a:cubicBezTo>
                    <a:cubicBezTo>
                      <a:pt x="73980" y="93509"/>
                      <a:pt x="73980" y="91469"/>
                      <a:pt x="73763" y="89447"/>
                    </a:cubicBezTo>
                    <a:cubicBezTo>
                      <a:pt x="73707" y="85507"/>
                      <a:pt x="76537" y="82116"/>
                      <a:pt x="80427" y="81460"/>
                    </a:cubicBezTo>
                    <a:cubicBezTo>
                      <a:pt x="85188" y="81270"/>
                      <a:pt x="79380" y="72427"/>
                      <a:pt x="75000" y="684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</p:grpSp>
        <p:grpSp>
          <p:nvGrpSpPr>
            <p:cNvPr id="42" name="Group 695">
              <a:extLst>
                <a:ext uri="{FF2B5EF4-FFF2-40B4-BE49-F238E27FC236}">
                  <a16:creationId xmlns:a16="http://schemas.microsoft.com/office/drawing/2014/main" id="{CE9A308B-8EDC-5355-12A4-F3D49B44FD65}"/>
                </a:ext>
              </a:extLst>
            </p:cNvPr>
            <p:cNvGrpSpPr/>
            <p:nvPr/>
          </p:nvGrpSpPr>
          <p:grpSpPr>
            <a:xfrm>
              <a:off x="4280877" y="2033453"/>
              <a:ext cx="1321616" cy="982207"/>
              <a:chOff x="8507576" y="2174327"/>
              <a:chExt cx="2895996" cy="2152265"/>
            </a:xfrm>
            <a:grpFill/>
          </p:grpSpPr>
          <p:sp>
            <p:nvSpPr>
              <p:cNvPr id="43" name="Freeform 2713">
                <a:extLst>
                  <a:ext uri="{FF2B5EF4-FFF2-40B4-BE49-F238E27FC236}">
                    <a16:creationId xmlns:a16="http://schemas.microsoft.com/office/drawing/2014/main" id="{C37E1A37-7B94-3DE3-4A8B-7C199EAFE834}"/>
                  </a:ext>
                </a:extLst>
              </p:cNvPr>
              <p:cNvSpPr/>
              <p:nvPr/>
            </p:nvSpPr>
            <p:spPr>
              <a:xfrm>
                <a:off x="8507576" y="2174327"/>
                <a:ext cx="2895996" cy="2152265"/>
              </a:xfrm>
              <a:custGeom>
                <a:avLst/>
                <a:gdLst>
                  <a:gd name="connsiteX0" fmla="*/ 1159340 w 1228185"/>
                  <a:gd name="connsiteY0" fmla="*/ 85119 h 912770"/>
                  <a:gd name="connsiteX1" fmla="*/ 1118496 w 1228185"/>
                  <a:gd name="connsiteY1" fmla="*/ 104135 h 912770"/>
                  <a:gd name="connsiteX2" fmla="*/ 1077556 w 1228185"/>
                  <a:gd name="connsiteY2" fmla="*/ 106512 h 912770"/>
                  <a:gd name="connsiteX3" fmla="*/ 1059752 w 1228185"/>
                  <a:gd name="connsiteY3" fmla="*/ 100047 h 912770"/>
                  <a:gd name="connsiteX4" fmla="*/ 1020717 w 1228185"/>
                  <a:gd name="connsiteY4" fmla="*/ 126098 h 912770"/>
                  <a:gd name="connsiteX5" fmla="*/ 986918 w 1228185"/>
                  <a:gd name="connsiteY5" fmla="*/ 147967 h 912770"/>
                  <a:gd name="connsiteX6" fmla="*/ 1020050 w 1228185"/>
                  <a:gd name="connsiteY6" fmla="*/ 106512 h 912770"/>
                  <a:gd name="connsiteX7" fmla="*/ 1007578 w 1228185"/>
                  <a:gd name="connsiteY7" fmla="*/ 77513 h 912770"/>
                  <a:gd name="connsiteX8" fmla="*/ 982157 w 1228185"/>
                  <a:gd name="connsiteY8" fmla="*/ 93486 h 912770"/>
                  <a:gd name="connsiteX9" fmla="*/ 918178 w 1228185"/>
                  <a:gd name="connsiteY9" fmla="*/ 113643 h 912770"/>
                  <a:gd name="connsiteX10" fmla="*/ 959593 w 1228185"/>
                  <a:gd name="connsiteY10" fmla="*/ 87591 h 912770"/>
                  <a:gd name="connsiteX11" fmla="*/ 878476 w 1228185"/>
                  <a:gd name="connsiteY11" fmla="*/ 85214 h 912770"/>
                  <a:gd name="connsiteX12" fmla="*/ 809069 w 1228185"/>
                  <a:gd name="connsiteY12" fmla="*/ 95863 h 912770"/>
                  <a:gd name="connsiteX13" fmla="*/ 886188 w 1228185"/>
                  <a:gd name="connsiteY13" fmla="*/ 75801 h 912770"/>
                  <a:gd name="connsiteX14" fmla="*/ 980349 w 1228185"/>
                  <a:gd name="connsiteY14" fmla="*/ 69241 h 912770"/>
                  <a:gd name="connsiteX15" fmla="*/ 1036045 w 1228185"/>
                  <a:gd name="connsiteY15" fmla="*/ 53838 h 912770"/>
                  <a:gd name="connsiteX16" fmla="*/ 998724 w 1228185"/>
                  <a:gd name="connsiteY16" fmla="*/ 38625 h 912770"/>
                  <a:gd name="connsiteX17" fmla="*/ 971494 w 1228185"/>
                  <a:gd name="connsiteY17" fmla="*/ 30353 h 912770"/>
                  <a:gd name="connsiteX18" fmla="*/ 947216 w 1228185"/>
                  <a:gd name="connsiteY18" fmla="*/ 16091 h 912770"/>
                  <a:gd name="connsiteX19" fmla="*/ 890853 w 1228185"/>
                  <a:gd name="connsiteY19" fmla="*/ 9055 h 912770"/>
                  <a:gd name="connsiteX20" fmla="*/ 829824 w 1228185"/>
                  <a:gd name="connsiteY20" fmla="*/ 2304 h 912770"/>
                  <a:gd name="connsiteX21" fmla="*/ 746232 w 1228185"/>
                  <a:gd name="connsiteY21" fmla="*/ 4681 h 912770"/>
                  <a:gd name="connsiteX22" fmla="*/ 717669 w 1228185"/>
                  <a:gd name="connsiteY22" fmla="*/ 9435 h 912770"/>
                  <a:gd name="connsiteX23" fmla="*/ 698628 w 1228185"/>
                  <a:gd name="connsiteY23" fmla="*/ 18943 h 912770"/>
                  <a:gd name="connsiteX24" fmla="*/ 684346 w 1228185"/>
                  <a:gd name="connsiteY24" fmla="*/ 26645 h 912770"/>
                  <a:gd name="connsiteX25" fmla="*/ 653594 w 1228185"/>
                  <a:gd name="connsiteY25" fmla="*/ 20179 h 912770"/>
                  <a:gd name="connsiteX26" fmla="*/ 599040 w 1228185"/>
                  <a:gd name="connsiteY26" fmla="*/ 20179 h 912770"/>
                  <a:gd name="connsiteX27" fmla="*/ 532394 w 1228185"/>
                  <a:gd name="connsiteY27" fmla="*/ 27881 h 912770"/>
                  <a:gd name="connsiteX28" fmla="*/ 552578 w 1228185"/>
                  <a:gd name="connsiteY28" fmla="*/ 46231 h 912770"/>
                  <a:gd name="connsiteX29" fmla="*/ 516970 w 1228185"/>
                  <a:gd name="connsiteY29" fmla="*/ 56880 h 912770"/>
                  <a:gd name="connsiteX30" fmla="*/ 567907 w 1228185"/>
                  <a:gd name="connsiteY30" fmla="*/ 88827 h 912770"/>
                  <a:gd name="connsiteX31" fmla="*/ 541820 w 1228185"/>
                  <a:gd name="connsiteY31" fmla="*/ 84073 h 912770"/>
                  <a:gd name="connsiteX32" fmla="*/ 497453 w 1228185"/>
                  <a:gd name="connsiteY32" fmla="*/ 67529 h 912770"/>
                  <a:gd name="connsiteX33" fmla="*/ 443470 w 1228185"/>
                  <a:gd name="connsiteY33" fmla="*/ 55644 h 912770"/>
                  <a:gd name="connsiteX34" fmla="*/ 467748 w 1228185"/>
                  <a:gd name="connsiteY34" fmla="*/ 83503 h 912770"/>
                  <a:gd name="connsiteX35" fmla="*/ 439947 w 1228185"/>
                  <a:gd name="connsiteY35" fmla="*/ 84644 h 912770"/>
                  <a:gd name="connsiteX36" fmla="*/ 403482 w 1228185"/>
                  <a:gd name="connsiteY36" fmla="*/ 64391 h 912770"/>
                  <a:gd name="connsiteX37" fmla="*/ 401673 w 1228185"/>
                  <a:gd name="connsiteY37" fmla="*/ 89873 h 912770"/>
                  <a:gd name="connsiteX38" fmla="*/ 385107 w 1228185"/>
                  <a:gd name="connsiteY38" fmla="*/ 103469 h 912770"/>
                  <a:gd name="connsiteX39" fmla="*/ 374444 w 1228185"/>
                  <a:gd name="connsiteY39" fmla="*/ 62680 h 912770"/>
                  <a:gd name="connsiteX40" fmla="*/ 313415 w 1228185"/>
                  <a:gd name="connsiteY40" fmla="*/ 72188 h 912770"/>
                  <a:gd name="connsiteX41" fmla="*/ 289137 w 1228185"/>
                  <a:gd name="connsiteY41" fmla="*/ 85214 h 912770"/>
                  <a:gd name="connsiteX42" fmla="*/ 276094 w 1228185"/>
                  <a:gd name="connsiteY42" fmla="*/ 89398 h 912770"/>
                  <a:gd name="connsiteX43" fmla="*/ 231060 w 1228185"/>
                  <a:gd name="connsiteY43" fmla="*/ 95293 h 912770"/>
                  <a:gd name="connsiteX44" fmla="*/ 236963 w 1228185"/>
                  <a:gd name="connsiteY44" fmla="*/ 125528 h 912770"/>
                  <a:gd name="connsiteX45" fmla="*/ 198880 w 1228185"/>
                  <a:gd name="connsiteY45" fmla="*/ 119538 h 912770"/>
                  <a:gd name="connsiteX46" fmla="*/ 108146 w 1228185"/>
                  <a:gd name="connsiteY46" fmla="*/ 168694 h 912770"/>
                  <a:gd name="connsiteX47" fmla="*/ 157369 w 1228185"/>
                  <a:gd name="connsiteY47" fmla="*/ 176396 h 912770"/>
                  <a:gd name="connsiteX48" fmla="*/ 140803 w 1228185"/>
                  <a:gd name="connsiteY48" fmla="*/ 213097 h 912770"/>
                  <a:gd name="connsiteX49" fmla="*/ 77965 w 1228185"/>
                  <a:gd name="connsiteY49" fmla="*/ 224316 h 912770"/>
                  <a:gd name="connsiteX50" fmla="*/ 1799 w 1228185"/>
                  <a:gd name="connsiteY50" fmla="*/ 253886 h 912770"/>
                  <a:gd name="connsiteX51" fmla="*/ 13129 w 1228185"/>
                  <a:gd name="connsiteY51" fmla="*/ 268624 h 912770"/>
                  <a:gd name="connsiteX52" fmla="*/ 46356 w 1228185"/>
                  <a:gd name="connsiteY52" fmla="*/ 278132 h 912770"/>
                  <a:gd name="connsiteX53" fmla="*/ 100911 w 1228185"/>
                  <a:gd name="connsiteY53" fmla="*/ 282315 h 912770"/>
                  <a:gd name="connsiteX54" fmla="*/ 132234 w 1228185"/>
                  <a:gd name="connsiteY54" fmla="*/ 294105 h 912770"/>
                  <a:gd name="connsiteX55" fmla="*/ 78346 w 1228185"/>
                  <a:gd name="connsiteY55" fmla="*/ 297718 h 912770"/>
                  <a:gd name="connsiteX56" fmla="*/ 29219 w 1228185"/>
                  <a:gd name="connsiteY56" fmla="*/ 307226 h 912770"/>
                  <a:gd name="connsiteX57" fmla="*/ 65303 w 1228185"/>
                  <a:gd name="connsiteY57" fmla="*/ 316734 h 912770"/>
                  <a:gd name="connsiteX58" fmla="*/ 65874 w 1228185"/>
                  <a:gd name="connsiteY58" fmla="*/ 332708 h 912770"/>
                  <a:gd name="connsiteX59" fmla="*/ 89581 w 1228185"/>
                  <a:gd name="connsiteY59" fmla="*/ 345734 h 912770"/>
                  <a:gd name="connsiteX60" fmla="*/ 122237 w 1228185"/>
                  <a:gd name="connsiteY60" fmla="*/ 349252 h 912770"/>
                  <a:gd name="connsiteX61" fmla="*/ 142326 w 1228185"/>
                  <a:gd name="connsiteY61" fmla="*/ 346875 h 912770"/>
                  <a:gd name="connsiteX62" fmla="*/ 168984 w 1228185"/>
                  <a:gd name="connsiteY62" fmla="*/ 342121 h 912770"/>
                  <a:gd name="connsiteX63" fmla="*/ 193358 w 1228185"/>
                  <a:gd name="connsiteY63" fmla="*/ 337462 h 912770"/>
                  <a:gd name="connsiteX64" fmla="*/ 257909 w 1228185"/>
                  <a:gd name="connsiteY64" fmla="*/ 354576 h 912770"/>
                  <a:gd name="connsiteX65" fmla="*/ 289899 w 1228185"/>
                  <a:gd name="connsiteY65" fmla="*/ 375304 h 912770"/>
                  <a:gd name="connsiteX66" fmla="*/ 317795 w 1228185"/>
                  <a:gd name="connsiteY66" fmla="*/ 401926 h 912770"/>
                  <a:gd name="connsiteX67" fmla="*/ 336170 w 1228185"/>
                  <a:gd name="connsiteY67" fmla="*/ 434444 h 912770"/>
                  <a:gd name="connsiteX68" fmla="*/ 350356 w 1228185"/>
                  <a:gd name="connsiteY68" fmla="*/ 456407 h 912770"/>
                  <a:gd name="connsiteX69" fmla="*/ 360448 w 1228185"/>
                  <a:gd name="connsiteY69" fmla="*/ 477135 h 912770"/>
                  <a:gd name="connsiteX70" fmla="*/ 350356 w 1228185"/>
                  <a:gd name="connsiteY70" fmla="*/ 501951 h 912770"/>
                  <a:gd name="connsiteX71" fmla="*/ 359877 w 1228185"/>
                  <a:gd name="connsiteY71" fmla="*/ 529144 h 912770"/>
                  <a:gd name="connsiteX72" fmla="*/ 390058 w 1228185"/>
                  <a:gd name="connsiteY72" fmla="*/ 516118 h 912770"/>
                  <a:gd name="connsiteX73" fmla="*/ 397198 w 1228185"/>
                  <a:gd name="connsiteY73" fmla="*/ 536275 h 912770"/>
                  <a:gd name="connsiteX74" fmla="*/ 435282 w 1228185"/>
                  <a:gd name="connsiteY74" fmla="*/ 554625 h 912770"/>
                  <a:gd name="connsiteX75" fmla="*/ 426999 w 1228185"/>
                  <a:gd name="connsiteY75" fmla="*/ 562897 h 912770"/>
                  <a:gd name="connsiteX76" fmla="*/ 373682 w 1228185"/>
                  <a:gd name="connsiteY76" fmla="*/ 558714 h 912770"/>
                  <a:gd name="connsiteX77" fmla="*/ 427570 w 1228185"/>
                  <a:gd name="connsiteY77" fmla="*/ 583625 h 912770"/>
                  <a:gd name="connsiteX78" fmla="*/ 445374 w 1228185"/>
                  <a:gd name="connsiteY78" fmla="*/ 604352 h 912770"/>
                  <a:gd name="connsiteX79" fmla="*/ 441185 w 1228185"/>
                  <a:gd name="connsiteY79" fmla="*/ 632115 h 912770"/>
                  <a:gd name="connsiteX80" fmla="*/ 415764 w 1228185"/>
                  <a:gd name="connsiteY80" fmla="*/ 633351 h 912770"/>
                  <a:gd name="connsiteX81" fmla="*/ 399674 w 1228185"/>
                  <a:gd name="connsiteY81" fmla="*/ 647138 h 912770"/>
                  <a:gd name="connsiteX82" fmla="*/ 383108 w 1228185"/>
                  <a:gd name="connsiteY82" fmla="*/ 676708 h 912770"/>
                  <a:gd name="connsiteX83" fmla="*/ 402149 w 1228185"/>
                  <a:gd name="connsiteY83" fmla="*/ 693918 h 912770"/>
                  <a:gd name="connsiteX84" fmla="*/ 386726 w 1228185"/>
                  <a:gd name="connsiteY84" fmla="*/ 711698 h 912770"/>
                  <a:gd name="connsiteX85" fmla="*/ 414622 w 1228185"/>
                  <a:gd name="connsiteY85" fmla="*/ 740222 h 912770"/>
                  <a:gd name="connsiteX86" fmla="*/ 418144 w 1228185"/>
                  <a:gd name="connsiteY86" fmla="*/ 774546 h 912770"/>
                  <a:gd name="connsiteX87" fmla="*/ 429950 w 1228185"/>
                  <a:gd name="connsiteY87" fmla="*/ 785195 h 912770"/>
                  <a:gd name="connsiteX88" fmla="*/ 440042 w 1228185"/>
                  <a:gd name="connsiteY88" fmla="*/ 805352 h 912770"/>
                  <a:gd name="connsiteX89" fmla="*/ 455466 w 1228185"/>
                  <a:gd name="connsiteY89" fmla="*/ 822466 h 912770"/>
                  <a:gd name="connsiteX90" fmla="*/ 464987 w 1228185"/>
                  <a:gd name="connsiteY90" fmla="*/ 846807 h 912770"/>
                  <a:gd name="connsiteX91" fmla="*/ 487456 w 1228185"/>
                  <a:gd name="connsiteY91" fmla="*/ 870482 h 912770"/>
                  <a:gd name="connsiteX92" fmla="*/ 510020 w 1228185"/>
                  <a:gd name="connsiteY92" fmla="*/ 885219 h 912770"/>
                  <a:gd name="connsiteX93" fmla="*/ 529538 w 1228185"/>
                  <a:gd name="connsiteY93" fmla="*/ 891114 h 912770"/>
                  <a:gd name="connsiteX94" fmla="*/ 553245 w 1228185"/>
                  <a:gd name="connsiteY94" fmla="*/ 901192 h 912770"/>
                  <a:gd name="connsiteX95" fmla="*/ 588186 w 1228185"/>
                  <a:gd name="connsiteY95" fmla="*/ 914789 h 912770"/>
                  <a:gd name="connsiteX96" fmla="*/ 603419 w 1228185"/>
                  <a:gd name="connsiteY96" fmla="*/ 900051 h 912770"/>
                  <a:gd name="connsiteX97" fmla="*/ 613511 w 1228185"/>
                  <a:gd name="connsiteY97" fmla="*/ 868675 h 912770"/>
                  <a:gd name="connsiteX98" fmla="*/ 611702 w 1228185"/>
                  <a:gd name="connsiteY98" fmla="*/ 837299 h 912770"/>
                  <a:gd name="connsiteX99" fmla="*/ 621795 w 1228185"/>
                  <a:gd name="connsiteY99" fmla="*/ 827220 h 912770"/>
                  <a:gd name="connsiteX100" fmla="*/ 637123 w 1228185"/>
                  <a:gd name="connsiteY100" fmla="*/ 813624 h 912770"/>
                  <a:gd name="connsiteX101" fmla="*/ 645502 w 1228185"/>
                  <a:gd name="connsiteY101" fmla="*/ 798221 h 912770"/>
                  <a:gd name="connsiteX102" fmla="*/ 646073 w 1228185"/>
                  <a:gd name="connsiteY102" fmla="*/ 784054 h 912770"/>
                  <a:gd name="connsiteX103" fmla="*/ 653785 w 1228185"/>
                  <a:gd name="connsiteY103" fmla="*/ 774546 h 912770"/>
                  <a:gd name="connsiteX104" fmla="*/ 649595 w 1228185"/>
                  <a:gd name="connsiteY104" fmla="*/ 759808 h 912770"/>
                  <a:gd name="connsiteX105" fmla="*/ 652547 w 1228185"/>
                  <a:gd name="connsiteY105" fmla="*/ 752107 h 912770"/>
                  <a:gd name="connsiteX106" fmla="*/ 663877 w 1228185"/>
                  <a:gd name="connsiteY106" fmla="*/ 746782 h 912770"/>
                  <a:gd name="connsiteX107" fmla="*/ 682918 w 1228185"/>
                  <a:gd name="connsiteY107" fmla="*/ 734897 h 912770"/>
                  <a:gd name="connsiteX108" fmla="*/ 699484 w 1228185"/>
                  <a:gd name="connsiteY108" fmla="*/ 717783 h 912770"/>
                  <a:gd name="connsiteX109" fmla="*/ 709576 w 1228185"/>
                  <a:gd name="connsiteY109" fmla="*/ 717212 h 912770"/>
                  <a:gd name="connsiteX110" fmla="*/ 713670 w 1228185"/>
                  <a:gd name="connsiteY110" fmla="*/ 727861 h 912770"/>
                  <a:gd name="connsiteX111" fmla="*/ 751087 w 1228185"/>
                  <a:gd name="connsiteY111" fmla="*/ 720160 h 912770"/>
                  <a:gd name="connsiteX112" fmla="*/ 795454 w 1228185"/>
                  <a:gd name="connsiteY112" fmla="*/ 681652 h 912770"/>
                  <a:gd name="connsiteX113" fmla="*/ 820399 w 1228185"/>
                  <a:gd name="connsiteY113" fmla="*/ 656836 h 912770"/>
                  <a:gd name="connsiteX114" fmla="*/ 839441 w 1228185"/>
                  <a:gd name="connsiteY114" fmla="*/ 649135 h 912770"/>
                  <a:gd name="connsiteX115" fmla="*/ 858958 w 1228185"/>
                  <a:gd name="connsiteY115" fmla="*/ 644381 h 912770"/>
                  <a:gd name="connsiteX116" fmla="*/ 888663 w 1228185"/>
                  <a:gd name="connsiteY116" fmla="*/ 637915 h 912770"/>
                  <a:gd name="connsiteX117" fmla="*/ 960355 w 1228185"/>
                  <a:gd name="connsiteY117" fmla="*/ 618329 h 912770"/>
                  <a:gd name="connsiteX118" fmla="*/ 1017480 w 1228185"/>
                  <a:gd name="connsiteY118" fmla="*/ 588759 h 912770"/>
                  <a:gd name="connsiteX119" fmla="*/ 1025191 w 1228185"/>
                  <a:gd name="connsiteY119" fmla="*/ 578680 h 912770"/>
                  <a:gd name="connsiteX120" fmla="*/ 989679 w 1228185"/>
                  <a:gd name="connsiteY120" fmla="*/ 580487 h 912770"/>
                  <a:gd name="connsiteX121" fmla="*/ 945217 w 1228185"/>
                  <a:gd name="connsiteY121" fmla="*/ 575162 h 912770"/>
                  <a:gd name="connsiteX122" fmla="*/ 951120 w 1228185"/>
                  <a:gd name="connsiteY122" fmla="*/ 562136 h 912770"/>
                  <a:gd name="connsiteX123" fmla="*/ 954642 w 1228185"/>
                  <a:gd name="connsiteY123" fmla="*/ 543120 h 912770"/>
                  <a:gd name="connsiteX124" fmla="*/ 983205 w 1228185"/>
                  <a:gd name="connsiteY124" fmla="*/ 552628 h 912770"/>
                  <a:gd name="connsiteX125" fmla="*/ 1027096 w 1228185"/>
                  <a:gd name="connsiteY125" fmla="*/ 567461 h 912770"/>
                  <a:gd name="connsiteX126" fmla="*/ 1034141 w 1228185"/>
                  <a:gd name="connsiteY126" fmla="*/ 540838 h 912770"/>
                  <a:gd name="connsiteX127" fmla="*/ 981586 w 1228185"/>
                  <a:gd name="connsiteY127" fmla="*/ 495010 h 912770"/>
                  <a:gd name="connsiteX128" fmla="*/ 1011196 w 1228185"/>
                  <a:gd name="connsiteY128" fmla="*/ 498623 h 912770"/>
                  <a:gd name="connsiteX129" fmla="*/ 1030237 w 1228185"/>
                  <a:gd name="connsiteY129" fmla="*/ 477895 h 912770"/>
                  <a:gd name="connsiteX130" fmla="*/ 982633 w 1228185"/>
                  <a:gd name="connsiteY130" fmla="*/ 477325 h 912770"/>
                  <a:gd name="connsiteX131" fmla="*/ 973779 w 1228185"/>
                  <a:gd name="connsiteY131" fmla="*/ 464299 h 912770"/>
                  <a:gd name="connsiteX132" fmla="*/ 981491 w 1228185"/>
                  <a:gd name="connsiteY132" fmla="*/ 447660 h 912770"/>
                  <a:gd name="connsiteX133" fmla="*/ 1025858 w 1228185"/>
                  <a:gd name="connsiteY133" fmla="*/ 460686 h 912770"/>
                  <a:gd name="connsiteX134" fmla="*/ 1059657 w 1228185"/>
                  <a:gd name="connsiteY134" fmla="*/ 452414 h 912770"/>
                  <a:gd name="connsiteX135" fmla="*/ 1032999 w 1228185"/>
                  <a:gd name="connsiteY135" fmla="*/ 427598 h 912770"/>
                  <a:gd name="connsiteX136" fmla="*/ 1077461 w 1228185"/>
                  <a:gd name="connsiteY136" fmla="*/ 423414 h 912770"/>
                  <a:gd name="connsiteX137" fmla="*/ 1082793 w 1228185"/>
                  <a:gd name="connsiteY137" fmla="*/ 409818 h 912770"/>
                  <a:gd name="connsiteX138" fmla="*/ 1046613 w 1228185"/>
                  <a:gd name="connsiteY138" fmla="*/ 387379 h 912770"/>
                  <a:gd name="connsiteX139" fmla="*/ 1081555 w 1228185"/>
                  <a:gd name="connsiteY139" fmla="*/ 381389 h 912770"/>
                  <a:gd name="connsiteX140" fmla="*/ 1072034 w 1228185"/>
                  <a:gd name="connsiteY140" fmla="*/ 344688 h 912770"/>
                  <a:gd name="connsiteX141" fmla="*/ 1036426 w 1228185"/>
                  <a:gd name="connsiteY141" fmla="*/ 335845 h 912770"/>
                  <a:gd name="connsiteX142" fmla="*/ 1021669 w 1228185"/>
                  <a:gd name="connsiteY142" fmla="*/ 320442 h 912770"/>
                  <a:gd name="connsiteX143" fmla="*/ 1048899 w 1228185"/>
                  <a:gd name="connsiteY143" fmla="*/ 316925 h 912770"/>
                  <a:gd name="connsiteX144" fmla="*/ 1103453 w 1228185"/>
                  <a:gd name="connsiteY144" fmla="*/ 316925 h 912770"/>
                  <a:gd name="connsiteX145" fmla="*/ 1090980 w 1228185"/>
                  <a:gd name="connsiteY145" fmla="*/ 295627 h 912770"/>
                  <a:gd name="connsiteX146" fmla="*/ 1057753 w 1228185"/>
                  <a:gd name="connsiteY146" fmla="*/ 288496 h 912770"/>
                  <a:gd name="connsiteX147" fmla="*/ 1085078 w 1228185"/>
                  <a:gd name="connsiteY147" fmla="*/ 282601 h 912770"/>
                  <a:gd name="connsiteX148" fmla="*/ 1044709 w 1228185"/>
                  <a:gd name="connsiteY148" fmla="*/ 273758 h 912770"/>
                  <a:gd name="connsiteX149" fmla="*/ 1028714 w 1228185"/>
                  <a:gd name="connsiteY149" fmla="*/ 274899 h 912770"/>
                  <a:gd name="connsiteX150" fmla="*/ 1041187 w 1228185"/>
                  <a:gd name="connsiteY150" fmla="*/ 237628 h 912770"/>
                  <a:gd name="connsiteX151" fmla="*/ 1076794 w 1228185"/>
                  <a:gd name="connsiteY151" fmla="*/ 210435 h 912770"/>
                  <a:gd name="connsiteX152" fmla="*/ 1109927 w 1228185"/>
                  <a:gd name="connsiteY152" fmla="*/ 190278 h 912770"/>
                  <a:gd name="connsiteX153" fmla="*/ 1096312 w 1228185"/>
                  <a:gd name="connsiteY153" fmla="*/ 174304 h 912770"/>
                  <a:gd name="connsiteX154" fmla="*/ 1063084 w 1228185"/>
                  <a:gd name="connsiteY154" fmla="*/ 184953 h 912770"/>
                  <a:gd name="connsiteX155" fmla="*/ 1090409 w 1228185"/>
                  <a:gd name="connsiteY155" fmla="*/ 168409 h 912770"/>
                  <a:gd name="connsiteX156" fmla="*/ 1140774 w 1228185"/>
                  <a:gd name="connsiteY156" fmla="*/ 161278 h 912770"/>
                  <a:gd name="connsiteX157" fmla="*/ 1104024 w 1228185"/>
                  <a:gd name="connsiteY157" fmla="*/ 152436 h 912770"/>
                  <a:gd name="connsiteX158" fmla="*/ 1113545 w 1228185"/>
                  <a:gd name="connsiteY158" fmla="*/ 145875 h 912770"/>
                  <a:gd name="connsiteX159" fmla="*/ 1157436 w 1228185"/>
                  <a:gd name="connsiteY159" fmla="*/ 137033 h 912770"/>
                  <a:gd name="connsiteX160" fmla="*/ 1183523 w 1228185"/>
                  <a:gd name="connsiteY160" fmla="*/ 125813 h 912770"/>
                  <a:gd name="connsiteX161" fmla="*/ 1228556 w 1228185"/>
                  <a:gd name="connsiteY161" fmla="*/ 105086 h 912770"/>
                  <a:gd name="connsiteX162" fmla="*/ 1159340 w 1228185"/>
                  <a:gd name="connsiteY162" fmla="*/ 85119 h 912770"/>
                  <a:gd name="connsiteX163" fmla="*/ 421001 w 1228185"/>
                  <a:gd name="connsiteY163" fmla="*/ 600549 h 912770"/>
                  <a:gd name="connsiteX164" fmla="*/ 405006 w 1228185"/>
                  <a:gd name="connsiteY164" fmla="*/ 585811 h 912770"/>
                  <a:gd name="connsiteX165" fmla="*/ 365875 w 1228185"/>
                  <a:gd name="connsiteY165" fmla="*/ 578680 h 912770"/>
                  <a:gd name="connsiteX166" fmla="*/ 362924 w 1228185"/>
                  <a:gd name="connsiteY166" fmla="*/ 595890 h 912770"/>
                  <a:gd name="connsiteX167" fmla="*/ 384821 w 1228185"/>
                  <a:gd name="connsiteY167" fmla="*/ 608821 h 912770"/>
                  <a:gd name="connsiteX168" fmla="*/ 421001 w 1228185"/>
                  <a:gd name="connsiteY168" fmla="*/ 600549 h 91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</a:cxnLst>
                <a:rect l="l" t="t" r="r" b="b"/>
                <a:pathLst>
                  <a:path w="1228185" h="912770">
                    <a:moveTo>
                      <a:pt x="1159340" y="85119"/>
                    </a:moveTo>
                    <a:cubicBezTo>
                      <a:pt x="1137442" y="85119"/>
                      <a:pt x="1119638" y="88732"/>
                      <a:pt x="1118496" y="104135"/>
                    </a:cubicBezTo>
                    <a:cubicBezTo>
                      <a:pt x="1117353" y="119538"/>
                      <a:pt x="1089457" y="101187"/>
                      <a:pt x="1077556" y="106512"/>
                    </a:cubicBezTo>
                    <a:cubicBezTo>
                      <a:pt x="1065655" y="111836"/>
                      <a:pt x="1071653" y="94152"/>
                      <a:pt x="1059752" y="100047"/>
                    </a:cubicBezTo>
                    <a:cubicBezTo>
                      <a:pt x="1047851" y="105941"/>
                      <a:pt x="1034903" y="120204"/>
                      <a:pt x="1020717" y="126098"/>
                    </a:cubicBezTo>
                    <a:cubicBezTo>
                      <a:pt x="1006531" y="131993"/>
                      <a:pt x="995772" y="146826"/>
                      <a:pt x="986918" y="147967"/>
                    </a:cubicBezTo>
                    <a:cubicBezTo>
                      <a:pt x="978064" y="149108"/>
                      <a:pt x="1005960" y="120774"/>
                      <a:pt x="1020050" y="106512"/>
                    </a:cubicBezTo>
                    <a:cubicBezTo>
                      <a:pt x="1034141" y="92250"/>
                      <a:pt x="1026620" y="75801"/>
                      <a:pt x="1007578" y="77513"/>
                    </a:cubicBezTo>
                    <a:cubicBezTo>
                      <a:pt x="988537" y="79224"/>
                      <a:pt x="992821" y="91109"/>
                      <a:pt x="982157" y="93486"/>
                    </a:cubicBezTo>
                    <a:cubicBezTo>
                      <a:pt x="971494" y="95863"/>
                      <a:pt x="920558" y="121344"/>
                      <a:pt x="918178" y="113643"/>
                    </a:cubicBezTo>
                    <a:cubicBezTo>
                      <a:pt x="915797" y="105941"/>
                      <a:pt x="960260" y="92916"/>
                      <a:pt x="959593" y="87591"/>
                    </a:cubicBezTo>
                    <a:cubicBezTo>
                      <a:pt x="958927" y="82267"/>
                      <a:pt x="903325" y="81696"/>
                      <a:pt x="878476" y="85214"/>
                    </a:cubicBezTo>
                    <a:cubicBezTo>
                      <a:pt x="853626" y="88732"/>
                      <a:pt x="809736" y="102994"/>
                      <a:pt x="809069" y="95863"/>
                    </a:cubicBezTo>
                    <a:cubicBezTo>
                      <a:pt x="808403" y="88732"/>
                      <a:pt x="860101" y="78749"/>
                      <a:pt x="886188" y="75801"/>
                    </a:cubicBezTo>
                    <a:cubicBezTo>
                      <a:pt x="912275" y="72854"/>
                      <a:pt x="960260" y="77513"/>
                      <a:pt x="980349" y="69241"/>
                    </a:cubicBezTo>
                    <a:cubicBezTo>
                      <a:pt x="1000438" y="60969"/>
                      <a:pt x="1030714" y="60398"/>
                      <a:pt x="1036045" y="53838"/>
                    </a:cubicBezTo>
                    <a:cubicBezTo>
                      <a:pt x="1041377" y="47277"/>
                      <a:pt x="1012815" y="38625"/>
                      <a:pt x="998724" y="38625"/>
                    </a:cubicBezTo>
                    <a:cubicBezTo>
                      <a:pt x="984633" y="38625"/>
                      <a:pt x="970161" y="37389"/>
                      <a:pt x="971494" y="30353"/>
                    </a:cubicBezTo>
                    <a:cubicBezTo>
                      <a:pt x="972827" y="23317"/>
                      <a:pt x="949596" y="21415"/>
                      <a:pt x="947216" y="16091"/>
                    </a:cubicBezTo>
                    <a:cubicBezTo>
                      <a:pt x="944836" y="10766"/>
                      <a:pt x="900374" y="14950"/>
                      <a:pt x="890853" y="9055"/>
                    </a:cubicBezTo>
                    <a:cubicBezTo>
                      <a:pt x="881332" y="3160"/>
                      <a:pt x="853531" y="593"/>
                      <a:pt x="829824" y="2304"/>
                    </a:cubicBezTo>
                    <a:cubicBezTo>
                      <a:pt x="806118" y="4016"/>
                      <a:pt x="757561" y="3445"/>
                      <a:pt x="746232" y="4681"/>
                    </a:cubicBezTo>
                    <a:cubicBezTo>
                      <a:pt x="736850" y="7009"/>
                      <a:pt x="727300" y="8599"/>
                      <a:pt x="717669" y="9435"/>
                    </a:cubicBezTo>
                    <a:cubicBezTo>
                      <a:pt x="707577" y="8770"/>
                      <a:pt x="692153" y="12383"/>
                      <a:pt x="698628" y="18943"/>
                    </a:cubicBezTo>
                    <a:cubicBezTo>
                      <a:pt x="709291" y="30733"/>
                      <a:pt x="682633" y="35582"/>
                      <a:pt x="684346" y="26645"/>
                    </a:cubicBezTo>
                    <a:cubicBezTo>
                      <a:pt x="686060" y="17707"/>
                      <a:pt x="661306" y="13619"/>
                      <a:pt x="653594" y="20179"/>
                    </a:cubicBezTo>
                    <a:cubicBezTo>
                      <a:pt x="645882" y="26740"/>
                      <a:pt x="604943" y="12478"/>
                      <a:pt x="599040" y="20179"/>
                    </a:cubicBezTo>
                    <a:cubicBezTo>
                      <a:pt x="593137" y="27881"/>
                      <a:pt x="546295" y="25504"/>
                      <a:pt x="532394" y="27881"/>
                    </a:cubicBezTo>
                    <a:cubicBezTo>
                      <a:pt x="518494" y="30258"/>
                      <a:pt x="553721" y="40241"/>
                      <a:pt x="552578" y="46231"/>
                    </a:cubicBezTo>
                    <a:cubicBezTo>
                      <a:pt x="551436" y="52221"/>
                      <a:pt x="508116" y="46231"/>
                      <a:pt x="516970" y="56880"/>
                    </a:cubicBezTo>
                    <a:cubicBezTo>
                      <a:pt x="525825" y="67529"/>
                      <a:pt x="554292" y="75136"/>
                      <a:pt x="567907" y="88827"/>
                    </a:cubicBezTo>
                    <a:cubicBezTo>
                      <a:pt x="581522" y="102519"/>
                      <a:pt x="557243" y="94152"/>
                      <a:pt x="541820" y="84073"/>
                    </a:cubicBezTo>
                    <a:cubicBezTo>
                      <a:pt x="526396" y="73995"/>
                      <a:pt x="506878" y="77513"/>
                      <a:pt x="497453" y="67529"/>
                    </a:cubicBezTo>
                    <a:cubicBezTo>
                      <a:pt x="488027" y="57546"/>
                      <a:pt x="452419" y="49749"/>
                      <a:pt x="443470" y="55644"/>
                    </a:cubicBezTo>
                    <a:cubicBezTo>
                      <a:pt x="432902" y="62680"/>
                      <a:pt x="467748" y="75801"/>
                      <a:pt x="467748" y="83503"/>
                    </a:cubicBezTo>
                    <a:cubicBezTo>
                      <a:pt x="467748" y="91204"/>
                      <a:pt x="444136" y="81696"/>
                      <a:pt x="439947" y="84644"/>
                    </a:cubicBezTo>
                    <a:cubicBezTo>
                      <a:pt x="435758" y="87591"/>
                      <a:pt x="415098" y="64391"/>
                      <a:pt x="403482" y="64391"/>
                    </a:cubicBezTo>
                    <a:cubicBezTo>
                      <a:pt x="391867" y="64391"/>
                      <a:pt x="401673" y="75040"/>
                      <a:pt x="401673" y="89873"/>
                    </a:cubicBezTo>
                    <a:cubicBezTo>
                      <a:pt x="401673" y="104705"/>
                      <a:pt x="378633" y="113548"/>
                      <a:pt x="385107" y="103469"/>
                    </a:cubicBezTo>
                    <a:cubicBezTo>
                      <a:pt x="391581" y="93391"/>
                      <a:pt x="386916" y="67434"/>
                      <a:pt x="374444" y="62680"/>
                    </a:cubicBezTo>
                    <a:cubicBezTo>
                      <a:pt x="361971" y="57926"/>
                      <a:pt x="329982" y="72759"/>
                      <a:pt x="313415" y="72188"/>
                    </a:cubicBezTo>
                    <a:cubicBezTo>
                      <a:pt x="296849" y="71618"/>
                      <a:pt x="275332" y="76942"/>
                      <a:pt x="289137" y="85214"/>
                    </a:cubicBezTo>
                    <a:cubicBezTo>
                      <a:pt x="302942" y="93486"/>
                      <a:pt x="288566" y="98240"/>
                      <a:pt x="276094" y="89398"/>
                    </a:cubicBezTo>
                    <a:cubicBezTo>
                      <a:pt x="263621" y="80555"/>
                      <a:pt x="222777" y="89398"/>
                      <a:pt x="231060" y="95293"/>
                    </a:cubicBezTo>
                    <a:cubicBezTo>
                      <a:pt x="239479" y="102974"/>
                      <a:pt x="241876" y="115251"/>
                      <a:pt x="236963" y="125528"/>
                    </a:cubicBezTo>
                    <a:cubicBezTo>
                      <a:pt x="231631" y="132564"/>
                      <a:pt x="214494" y="118397"/>
                      <a:pt x="198880" y="119538"/>
                    </a:cubicBezTo>
                    <a:cubicBezTo>
                      <a:pt x="183266" y="120679"/>
                      <a:pt x="103672" y="158616"/>
                      <a:pt x="108146" y="168694"/>
                    </a:cubicBezTo>
                    <a:cubicBezTo>
                      <a:pt x="112621" y="178773"/>
                      <a:pt x="146706" y="170501"/>
                      <a:pt x="157369" y="176396"/>
                    </a:cubicBezTo>
                    <a:cubicBezTo>
                      <a:pt x="168032" y="182291"/>
                      <a:pt x="153846" y="204159"/>
                      <a:pt x="140803" y="213097"/>
                    </a:cubicBezTo>
                    <a:cubicBezTo>
                      <a:pt x="127759" y="222034"/>
                      <a:pt x="79108" y="213667"/>
                      <a:pt x="77965" y="224316"/>
                    </a:cubicBezTo>
                    <a:cubicBezTo>
                      <a:pt x="76823" y="234965"/>
                      <a:pt x="1799" y="236772"/>
                      <a:pt x="1799" y="253886"/>
                    </a:cubicBezTo>
                    <a:cubicBezTo>
                      <a:pt x="1494" y="260893"/>
                      <a:pt x="6272" y="267108"/>
                      <a:pt x="13129" y="268624"/>
                    </a:cubicBezTo>
                    <a:cubicBezTo>
                      <a:pt x="23792" y="270906"/>
                      <a:pt x="36836" y="267388"/>
                      <a:pt x="46356" y="278132"/>
                    </a:cubicBezTo>
                    <a:cubicBezTo>
                      <a:pt x="55877" y="288876"/>
                      <a:pt x="82535" y="289446"/>
                      <a:pt x="100911" y="282315"/>
                    </a:cubicBezTo>
                    <a:cubicBezTo>
                      <a:pt x="119286" y="275184"/>
                      <a:pt x="132901" y="283456"/>
                      <a:pt x="132234" y="294105"/>
                    </a:cubicBezTo>
                    <a:cubicBezTo>
                      <a:pt x="131568" y="304754"/>
                      <a:pt x="90819" y="290017"/>
                      <a:pt x="78346" y="297718"/>
                    </a:cubicBezTo>
                    <a:cubicBezTo>
                      <a:pt x="65874" y="305420"/>
                      <a:pt x="27410" y="298859"/>
                      <a:pt x="29219" y="307226"/>
                    </a:cubicBezTo>
                    <a:cubicBezTo>
                      <a:pt x="31028" y="315593"/>
                      <a:pt x="49879" y="313787"/>
                      <a:pt x="65303" y="316734"/>
                    </a:cubicBezTo>
                    <a:cubicBezTo>
                      <a:pt x="80727" y="319682"/>
                      <a:pt x="66541" y="326242"/>
                      <a:pt x="65874" y="332708"/>
                    </a:cubicBezTo>
                    <a:cubicBezTo>
                      <a:pt x="65208" y="339173"/>
                      <a:pt x="74252" y="338032"/>
                      <a:pt x="89581" y="345734"/>
                    </a:cubicBezTo>
                    <a:cubicBezTo>
                      <a:pt x="104909" y="353435"/>
                      <a:pt x="130520" y="358094"/>
                      <a:pt x="122237" y="349252"/>
                    </a:cubicBezTo>
                    <a:cubicBezTo>
                      <a:pt x="113954" y="340409"/>
                      <a:pt x="138232" y="341550"/>
                      <a:pt x="142326" y="346875"/>
                    </a:cubicBezTo>
                    <a:cubicBezTo>
                      <a:pt x="146420" y="352199"/>
                      <a:pt x="157750" y="339173"/>
                      <a:pt x="168984" y="342121"/>
                    </a:cubicBezTo>
                    <a:cubicBezTo>
                      <a:pt x="180219" y="345068"/>
                      <a:pt x="184408" y="331472"/>
                      <a:pt x="193358" y="337462"/>
                    </a:cubicBezTo>
                    <a:cubicBezTo>
                      <a:pt x="202307" y="343452"/>
                      <a:pt x="243723" y="346970"/>
                      <a:pt x="257909" y="354576"/>
                    </a:cubicBezTo>
                    <a:cubicBezTo>
                      <a:pt x="272095" y="362183"/>
                      <a:pt x="291708" y="364084"/>
                      <a:pt x="289899" y="375304"/>
                    </a:cubicBezTo>
                    <a:cubicBezTo>
                      <a:pt x="288090" y="386523"/>
                      <a:pt x="301705" y="394320"/>
                      <a:pt x="317795" y="401926"/>
                    </a:cubicBezTo>
                    <a:cubicBezTo>
                      <a:pt x="330264" y="407713"/>
                      <a:pt x="337655" y="420792"/>
                      <a:pt x="336170" y="434444"/>
                    </a:cubicBezTo>
                    <a:cubicBezTo>
                      <a:pt x="335504" y="444522"/>
                      <a:pt x="353307" y="451653"/>
                      <a:pt x="350356" y="456407"/>
                    </a:cubicBezTo>
                    <a:cubicBezTo>
                      <a:pt x="347405" y="461161"/>
                      <a:pt x="349785" y="467627"/>
                      <a:pt x="360448" y="477135"/>
                    </a:cubicBezTo>
                    <a:cubicBezTo>
                      <a:pt x="371112" y="486643"/>
                      <a:pt x="343787" y="493679"/>
                      <a:pt x="350356" y="501951"/>
                    </a:cubicBezTo>
                    <a:cubicBezTo>
                      <a:pt x="356925" y="510223"/>
                      <a:pt x="340835" y="526196"/>
                      <a:pt x="359877" y="529144"/>
                    </a:cubicBezTo>
                    <a:cubicBezTo>
                      <a:pt x="378919" y="532091"/>
                      <a:pt x="375872" y="516118"/>
                      <a:pt x="390058" y="516118"/>
                    </a:cubicBezTo>
                    <a:cubicBezTo>
                      <a:pt x="404244" y="516118"/>
                      <a:pt x="389487" y="528573"/>
                      <a:pt x="397198" y="536275"/>
                    </a:cubicBezTo>
                    <a:cubicBezTo>
                      <a:pt x="404910" y="543976"/>
                      <a:pt x="420905" y="542170"/>
                      <a:pt x="435282" y="554625"/>
                    </a:cubicBezTo>
                    <a:cubicBezTo>
                      <a:pt x="449658" y="567081"/>
                      <a:pt x="440613" y="572976"/>
                      <a:pt x="426999" y="562897"/>
                    </a:cubicBezTo>
                    <a:cubicBezTo>
                      <a:pt x="413384" y="552819"/>
                      <a:pt x="373682" y="555196"/>
                      <a:pt x="373682" y="558714"/>
                    </a:cubicBezTo>
                    <a:cubicBezTo>
                      <a:pt x="373682" y="562231"/>
                      <a:pt x="417573" y="587238"/>
                      <a:pt x="427570" y="583625"/>
                    </a:cubicBezTo>
                    <a:cubicBezTo>
                      <a:pt x="437567" y="580011"/>
                      <a:pt x="451277" y="598457"/>
                      <a:pt x="445374" y="604352"/>
                    </a:cubicBezTo>
                    <a:cubicBezTo>
                      <a:pt x="439471" y="610247"/>
                      <a:pt x="442422" y="625079"/>
                      <a:pt x="441185" y="632115"/>
                    </a:cubicBezTo>
                    <a:cubicBezTo>
                      <a:pt x="439947" y="639151"/>
                      <a:pt x="425190" y="632115"/>
                      <a:pt x="415764" y="633351"/>
                    </a:cubicBezTo>
                    <a:cubicBezTo>
                      <a:pt x="406339" y="634588"/>
                      <a:pt x="399674" y="637630"/>
                      <a:pt x="399674" y="647138"/>
                    </a:cubicBezTo>
                    <a:cubicBezTo>
                      <a:pt x="399674" y="656646"/>
                      <a:pt x="384821" y="664348"/>
                      <a:pt x="383108" y="676708"/>
                    </a:cubicBezTo>
                    <a:cubicBezTo>
                      <a:pt x="381394" y="689069"/>
                      <a:pt x="394914" y="688593"/>
                      <a:pt x="402149" y="693918"/>
                    </a:cubicBezTo>
                    <a:cubicBezTo>
                      <a:pt x="409385" y="699242"/>
                      <a:pt x="387963" y="702760"/>
                      <a:pt x="386726" y="711698"/>
                    </a:cubicBezTo>
                    <a:cubicBezTo>
                      <a:pt x="385488" y="720635"/>
                      <a:pt x="406910" y="736514"/>
                      <a:pt x="414622" y="740222"/>
                    </a:cubicBezTo>
                    <a:cubicBezTo>
                      <a:pt x="422333" y="743930"/>
                      <a:pt x="415193" y="764562"/>
                      <a:pt x="418144" y="774546"/>
                    </a:cubicBezTo>
                    <a:cubicBezTo>
                      <a:pt x="421096" y="784529"/>
                      <a:pt x="431188" y="772169"/>
                      <a:pt x="429950" y="785195"/>
                    </a:cubicBezTo>
                    <a:cubicBezTo>
                      <a:pt x="428712" y="798221"/>
                      <a:pt x="439471" y="797650"/>
                      <a:pt x="440042" y="805352"/>
                    </a:cubicBezTo>
                    <a:cubicBezTo>
                      <a:pt x="440613" y="813053"/>
                      <a:pt x="459084" y="811817"/>
                      <a:pt x="455466" y="822466"/>
                    </a:cubicBezTo>
                    <a:cubicBezTo>
                      <a:pt x="451848" y="833115"/>
                      <a:pt x="460798" y="840912"/>
                      <a:pt x="464987" y="846807"/>
                    </a:cubicBezTo>
                    <a:cubicBezTo>
                      <a:pt x="469176" y="852702"/>
                      <a:pt x="484504" y="862780"/>
                      <a:pt x="487456" y="870482"/>
                    </a:cubicBezTo>
                    <a:cubicBezTo>
                      <a:pt x="490407" y="878183"/>
                      <a:pt x="499357" y="888166"/>
                      <a:pt x="510020" y="885219"/>
                    </a:cubicBezTo>
                    <a:cubicBezTo>
                      <a:pt x="520683" y="882272"/>
                      <a:pt x="521255" y="892350"/>
                      <a:pt x="529538" y="891114"/>
                    </a:cubicBezTo>
                    <a:cubicBezTo>
                      <a:pt x="537821" y="889878"/>
                      <a:pt x="550865" y="894727"/>
                      <a:pt x="553245" y="901192"/>
                    </a:cubicBezTo>
                    <a:cubicBezTo>
                      <a:pt x="555625" y="907658"/>
                      <a:pt x="581045" y="913648"/>
                      <a:pt x="588186" y="914789"/>
                    </a:cubicBezTo>
                    <a:cubicBezTo>
                      <a:pt x="595327" y="915930"/>
                      <a:pt x="596945" y="903855"/>
                      <a:pt x="603419" y="900051"/>
                    </a:cubicBezTo>
                    <a:cubicBezTo>
                      <a:pt x="609893" y="896248"/>
                      <a:pt x="607513" y="870386"/>
                      <a:pt x="613511" y="868675"/>
                    </a:cubicBezTo>
                    <a:cubicBezTo>
                      <a:pt x="619510" y="866964"/>
                      <a:pt x="617605" y="840151"/>
                      <a:pt x="611702" y="837299"/>
                    </a:cubicBezTo>
                    <a:cubicBezTo>
                      <a:pt x="605800" y="834446"/>
                      <a:pt x="608180" y="825414"/>
                      <a:pt x="621795" y="827220"/>
                    </a:cubicBezTo>
                    <a:cubicBezTo>
                      <a:pt x="635409" y="829027"/>
                      <a:pt x="630649" y="815430"/>
                      <a:pt x="637123" y="813624"/>
                    </a:cubicBezTo>
                    <a:cubicBezTo>
                      <a:pt x="643597" y="811817"/>
                      <a:pt x="640741" y="799457"/>
                      <a:pt x="645502" y="798221"/>
                    </a:cubicBezTo>
                    <a:cubicBezTo>
                      <a:pt x="650262" y="796985"/>
                      <a:pt x="649595" y="788713"/>
                      <a:pt x="646073" y="784054"/>
                    </a:cubicBezTo>
                    <a:cubicBezTo>
                      <a:pt x="642550" y="779395"/>
                      <a:pt x="646644" y="775782"/>
                      <a:pt x="653785" y="774546"/>
                    </a:cubicBezTo>
                    <a:cubicBezTo>
                      <a:pt x="660925" y="773310"/>
                      <a:pt x="659116" y="763326"/>
                      <a:pt x="649595" y="759808"/>
                    </a:cubicBezTo>
                    <a:cubicBezTo>
                      <a:pt x="640075" y="756290"/>
                      <a:pt x="643121" y="745546"/>
                      <a:pt x="652547" y="752107"/>
                    </a:cubicBezTo>
                    <a:cubicBezTo>
                      <a:pt x="661972" y="758667"/>
                      <a:pt x="669208" y="753818"/>
                      <a:pt x="663877" y="746782"/>
                    </a:cubicBezTo>
                    <a:cubicBezTo>
                      <a:pt x="658545" y="739746"/>
                      <a:pt x="670351" y="736133"/>
                      <a:pt x="682918" y="734897"/>
                    </a:cubicBezTo>
                    <a:cubicBezTo>
                      <a:pt x="695486" y="733661"/>
                      <a:pt x="701960" y="727196"/>
                      <a:pt x="699484" y="717783"/>
                    </a:cubicBezTo>
                    <a:cubicBezTo>
                      <a:pt x="697009" y="708370"/>
                      <a:pt x="713670" y="708845"/>
                      <a:pt x="709576" y="717212"/>
                    </a:cubicBezTo>
                    <a:cubicBezTo>
                      <a:pt x="705483" y="725579"/>
                      <a:pt x="707767" y="733756"/>
                      <a:pt x="713670" y="727861"/>
                    </a:cubicBezTo>
                    <a:cubicBezTo>
                      <a:pt x="719573" y="721966"/>
                      <a:pt x="730903" y="726055"/>
                      <a:pt x="751087" y="720160"/>
                    </a:cubicBezTo>
                    <a:cubicBezTo>
                      <a:pt x="771271" y="714265"/>
                      <a:pt x="790789" y="697626"/>
                      <a:pt x="795454" y="681652"/>
                    </a:cubicBezTo>
                    <a:cubicBezTo>
                      <a:pt x="800120" y="665679"/>
                      <a:pt x="823350" y="667485"/>
                      <a:pt x="820399" y="656836"/>
                    </a:cubicBezTo>
                    <a:cubicBezTo>
                      <a:pt x="817447" y="646187"/>
                      <a:pt x="824493" y="642004"/>
                      <a:pt x="839441" y="649135"/>
                    </a:cubicBezTo>
                    <a:cubicBezTo>
                      <a:pt x="854388" y="656266"/>
                      <a:pt x="842392" y="644381"/>
                      <a:pt x="858958" y="644381"/>
                    </a:cubicBezTo>
                    <a:cubicBezTo>
                      <a:pt x="875524" y="644381"/>
                      <a:pt x="872573" y="638486"/>
                      <a:pt x="888663" y="637915"/>
                    </a:cubicBezTo>
                    <a:cubicBezTo>
                      <a:pt x="904753" y="637345"/>
                      <a:pt x="945788" y="630214"/>
                      <a:pt x="960355" y="618329"/>
                    </a:cubicBezTo>
                    <a:cubicBezTo>
                      <a:pt x="974922" y="606444"/>
                      <a:pt x="1004722" y="596460"/>
                      <a:pt x="1017480" y="588759"/>
                    </a:cubicBezTo>
                    <a:cubicBezTo>
                      <a:pt x="1030237" y="581057"/>
                      <a:pt x="1032903" y="574497"/>
                      <a:pt x="1025191" y="578680"/>
                    </a:cubicBezTo>
                    <a:cubicBezTo>
                      <a:pt x="1013829" y="582951"/>
                      <a:pt x="1001417" y="583582"/>
                      <a:pt x="989679" y="580487"/>
                    </a:cubicBezTo>
                    <a:cubicBezTo>
                      <a:pt x="977778" y="577539"/>
                      <a:pt x="958831" y="567461"/>
                      <a:pt x="945217" y="575162"/>
                    </a:cubicBezTo>
                    <a:cubicBezTo>
                      <a:pt x="931602" y="582864"/>
                      <a:pt x="939885" y="563848"/>
                      <a:pt x="951120" y="562136"/>
                    </a:cubicBezTo>
                    <a:cubicBezTo>
                      <a:pt x="962354" y="560425"/>
                      <a:pt x="957594" y="555005"/>
                      <a:pt x="954642" y="543120"/>
                    </a:cubicBezTo>
                    <a:cubicBezTo>
                      <a:pt x="951691" y="531235"/>
                      <a:pt x="973684" y="538937"/>
                      <a:pt x="983205" y="552628"/>
                    </a:cubicBezTo>
                    <a:cubicBezTo>
                      <a:pt x="993255" y="566300"/>
                      <a:pt x="1010798" y="572229"/>
                      <a:pt x="1027096" y="567461"/>
                    </a:cubicBezTo>
                    <a:cubicBezTo>
                      <a:pt x="1043091" y="562707"/>
                      <a:pt x="1027667" y="549681"/>
                      <a:pt x="1034141" y="540838"/>
                    </a:cubicBezTo>
                    <a:cubicBezTo>
                      <a:pt x="1040615" y="531996"/>
                      <a:pt x="984252" y="504518"/>
                      <a:pt x="981586" y="495010"/>
                    </a:cubicBezTo>
                    <a:cubicBezTo>
                      <a:pt x="978920" y="485502"/>
                      <a:pt x="995772" y="492062"/>
                      <a:pt x="1011196" y="498623"/>
                    </a:cubicBezTo>
                    <a:cubicBezTo>
                      <a:pt x="1026620" y="505183"/>
                      <a:pt x="1030237" y="486167"/>
                      <a:pt x="1030237" y="477895"/>
                    </a:cubicBezTo>
                    <a:cubicBezTo>
                      <a:pt x="1030237" y="469623"/>
                      <a:pt x="997105" y="468958"/>
                      <a:pt x="982633" y="477325"/>
                    </a:cubicBezTo>
                    <a:cubicBezTo>
                      <a:pt x="968162" y="485692"/>
                      <a:pt x="954071" y="466581"/>
                      <a:pt x="973779" y="464299"/>
                    </a:cubicBezTo>
                    <a:cubicBezTo>
                      <a:pt x="993487" y="462017"/>
                      <a:pt x="975493" y="453650"/>
                      <a:pt x="981491" y="447660"/>
                    </a:cubicBezTo>
                    <a:cubicBezTo>
                      <a:pt x="987489" y="441670"/>
                      <a:pt x="1012815" y="464869"/>
                      <a:pt x="1025858" y="460686"/>
                    </a:cubicBezTo>
                    <a:cubicBezTo>
                      <a:pt x="1038901" y="456502"/>
                      <a:pt x="1048422" y="461256"/>
                      <a:pt x="1059657" y="452414"/>
                    </a:cubicBezTo>
                    <a:cubicBezTo>
                      <a:pt x="1070892" y="443571"/>
                      <a:pt x="1039473" y="435299"/>
                      <a:pt x="1032999" y="427598"/>
                    </a:cubicBezTo>
                    <a:cubicBezTo>
                      <a:pt x="1026525" y="419896"/>
                      <a:pt x="1065560" y="422844"/>
                      <a:pt x="1077461" y="423414"/>
                    </a:cubicBezTo>
                    <a:cubicBezTo>
                      <a:pt x="1089362" y="423985"/>
                      <a:pt x="1092218" y="406300"/>
                      <a:pt x="1082793" y="409818"/>
                    </a:cubicBezTo>
                    <a:cubicBezTo>
                      <a:pt x="1073367" y="413336"/>
                      <a:pt x="1039473" y="398028"/>
                      <a:pt x="1046613" y="387379"/>
                    </a:cubicBezTo>
                    <a:cubicBezTo>
                      <a:pt x="1053754" y="376730"/>
                      <a:pt x="1066798" y="389090"/>
                      <a:pt x="1081555" y="381389"/>
                    </a:cubicBezTo>
                    <a:cubicBezTo>
                      <a:pt x="1096312" y="373687"/>
                      <a:pt x="1082793" y="344688"/>
                      <a:pt x="1072034" y="344688"/>
                    </a:cubicBezTo>
                    <a:cubicBezTo>
                      <a:pt x="1061275" y="344688"/>
                      <a:pt x="1036426" y="341170"/>
                      <a:pt x="1036426" y="335845"/>
                    </a:cubicBezTo>
                    <a:cubicBezTo>
                      <a:pt x="1036426" y="330521"/>
                      <a:pt x="1015671" y="325767"/>
                      <a:pt x="1021669" y="320442"/>
                    </a:cubicBezTo>
                    <a:cubicBezTo>
                      <a:pt x="1027667" y="315118"/>
                      <a:pt x="1035284" y="327003"/>
                      <a:pt x="1048899" y="316925"/>
                    </a:cubicBezTo>
                    <a:cubicBezTo>
                      <a:pt x="1062513" y="306846"/>
                      <a:pt x="1090980" y="319302"/>
                      <a:pt x="1103453" y="316925"/>
                    </a:cubicBezTo>
                    <a:cubicBezTo>
                      <a:pt x="1115925" y="314548"/>
                      <a:pt x="1098121" y="291443"/>
                      <a:pt x="1090980" y="295627"/>
                    </a:cubicBezTo>
                    <a:cubicBezTo>
                      <a:pt x="1083840" y="299810"/>
                      <a:pt x="1059562" y="300951"/>
                      <a:pt x="1057753" y="288496"/>
                    </a:cubicBezTo>
                    <a:cubicBezTo>
                      <a:pt x="1055944" y="276040"/>
                      <a:pt x="1080888" y="288496"/>
                      <a:pt x="1085078" y="282601"/>
                    </a:cubicBezTo>
                    <a:cubicBezTo>
                      <a:pt x="1089267" y="276706"/>
                      <a:pt x="1050708" y="261303"/>
                      <a:pt x="1044709" y="273758"/>
                    </a:cubicBezTo>
                    <a:cubicBezTo>
                      <a:pt x="1038711" y="286214"/>
                      <a:pt x="1017480" y="282030"/>
                      <a:pt x="1028714" y="274899"/>
                    </a:cubicBezTo>
                    <a:cubicBezTo>
                      <a:pt x="1039949" y="267768"/>
                      <a:pt x="1042424" y="247706"/>
                      <a:pt x="1041187" y="237628"/>
                    </a:cubicBezTo>
                    <a:cubicBezTo>
                      <a:pt x="1039949" y="227549"/>
                      <a:pt x="1081460" y="226979"/>
                      <a:pt x="1076794" y="210435"/>
                    </a:cubicBezTo>
                    <a:cubicBezTo>
                      <a:pt x="1072129" y="193891"/>
                      <a:pt x="1096312" y="190278"/>
                      <a:pt x="1109927" y="190278"/>
                    </a:cubicBezTo>
                    <a:cubicBezTo>
                      <a:pt x="1123542" y="190278"/>
                      <a:pt x="1109356" y="172498"/>
                      <a:pt x="1096312" y="174304"/>
                    </a:cubicBezTo>
                    <a:cubicBezTo>
                      <a:pt x="1083269" y="176111"/>
                      <a:pt x="1069654" y="190848"/>
                      <a:pt x="1063084" y="184953"/>
                    </a:cubicBezTo>
                    <a:cubicBezTo>
                      <a:pt x="1056515" y="179058"/>
                      <a:pt x="1078508" y="168409"/>
                      <a:pt x="1090409" y="168409"/>
                    </a:cubicBezTo>
                    <a:cubicBezTo>
                      <a:pt x="1102310" y="168409"/>
                      <a:pt x="1130682" y="167173"/>
                      <a:pt x="1140774" y="161278"/>
                    </a:cubicBezTo>
                    <a:cubicBezTo>
                      <a:pt x="1150866" y="155383"/>
                      <a:pt x="1122970" y="150059"/>
                      <a:pt x="1104024" y="152436"/>
                    </a:cubicBezTo>
                    <a:cubicBezTo>
                      <a:pt x="1085078" y="154813"/>
                      <a:pt x="1084982" y="146446"/>
                      <a:pt x="1113545" y="145875"/>
                    </a:cubicBezTo>
                    <a:cubicBezTo>
                      <a:pt x="1142107" y="145305"/>
                      <a:pt x="1137252" y="139410"/>
                      <a:pt x="1157436" y="137033"/>
                    </a:cubicBezTo>
                    <a:cubicBezTo>
                      <a:pt x="1177620" y="134656"/>
                      <a:pt x="1171050" y="126384"/>
                      <a:pt x="1183523" y="125813"/>
                    </a:cubicBezTo>
                    <a:cubicBezTo>
                      <a:pt x="1195995" y="125243"/>
                      <a:pt x="1228556" y="111551"/>
                      <a:pt x="1228556" y="105086"/>
                    </a:cubicBezTo>
                    <a:cubicBezTo>
                      <a:pt x="1228556" y="98620"/>
                      <a:pt x="1181238" y="85119"/>
                      <a:pt x="1159340" y="85119"/>
                    </a:cubicBezTo>
                    <a:close/>
                    <a:moveTo>
                      <a:pt x="421001" y="600549"/>
                    </a:moveTo>
                    <a:cubicBezTo>
                      <a:pt x="421572" y="591041"/>
                      <a:pt x="410908" y="597031"/>
                      <a:pt x="405006" y="585811"/>
                    </a:cubicBezTo>
                    <a:cubicBezTo>
                      <a:pt x="399103" y="574592"/>
                      <a:pt x="368826" y="569933"/>
                      <a:pt x="365875" y="578680"/>
                    </a:cubicBezTo>
                    <a:cubicBezTo>
                      <a:pt x="364732" y="582198"/>
                      <a:pt x="355212" y="587523"/>
                      <a:pt x="362924" y="595890"/>
                    </a:cubicBezTo>
                    <a:cubicBezTo>
                      <a:pt x="370635" y="604257"/>
                      <a:pt x="375967" y="600549"/>
                      <a:pt x="384821" y="608821"/>
                    </a:cubicBezTo>
                    <a:cubicBezTo>
                      <a:pt x="393676" y="617093"/>
                      <a:pt x="420429" y="610057"/>
                      <a:pt x="421001" y="60054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44" name="Freeform 2818">
                <a:extLst>
                  <a:ext uri="{FF2B5EF4-FFF2-40B4-BE49-F238E27FC236}">
                    <a16:creationId xmlns:a16="http://schemas.microsoft.com/office/drawing/2014/main" id="{47A1FA48-BB90-0FA8-6054-853143EB9080}"/>
                  </a:ext>
                </a:extLst>
              </p:cNvPr>
              <p:cNvSpPr/>
              <p:nvPr/>
            </p:nvSpPr>
            <p:spPr>
              <a:xfrm>
                <a:off x="10825493" y="3833594"/>
                <a:ext cx="493890" cy="246613"/>
              </a:xfrm>
              <a:custGeom>
                <a:avLst/>
                <a:gdLst>
                  <a:gd name="connsiteX0" fmla="*/ 182125 w 209457"/>
                  <a:gd name="connsiteY0" fmla="*/ 76561 h 104588"/>
                  <a:gd name="connsiteX1" fmla="*/ 198120 w 209457"/>
                  <a:gd name="connsiteY1" fmla="*/ 63821 h 104588"/>
                  <a:gd name="connsiteX2" fmla="*/ 213544 w 209457"/>
                  <a:gd name="connsiteY2" fmla="*/ 49083 h 104588"/>
                  <a:gd name="connsiteX3" fmla="*/ 204733 w 209457"/>
                  <a:gd name="connsiteY3" fmla="*/ 32899 h 104588"/>
                  <a:gd name="connsiteX4" fmla="*/ 203166 w 209457"/>
                  <a:gd name="connsiteY4" fmla="*/ 32539 h 104588"/>
                  <a:gd name="connsiteX5" fmla="*/ 192217 w 209457"/>
                  <a:gd name="connsiteY5" fmla="*/ 23031 h 104588"/>
                  <a:gd name="connsiteX6" fmla="*/ 188599 w 209457"/>
                  <a:gd name="connsiteY6" fmla="*/ 10576 h 104588"/>
                  <a:gd name="connsiteX7" fmla="*/ 174984 w 209457"/>
                  <a:gd name="connsiteY7" fmla="*/ 11526 h 104588"/>
                  <a:gd name="connsiteX8" fmla="*/ 155943 w 209457"/>
                  <a:gd name="connsiteY8" fmla="*/ 2018 h 104588"/>
                  <a:gd name="connsiteX9" fmla="*/ 153563 w 209457"/>
                  <a:gd name="connsiteY9" fmla="*/ 14189 h 104588"/>
                  <a:gd name="connsiteX10" fmla="*/ 141757 w 209457"/>
                  <a:gd name="connsiteY10" fmla="*/ 15044 h 104588"/>
                  <a:gd name="connsiteX11" fmla="*/ 133759 w 209457"/>
                  <a:gd name="connsiteY11" fmla="*/ 15044 h 104588"/>
                  <a:gd name="connsiteX12" fmla="*/ 122144 w 209457"/>
                  <a:gd name="connsiteY12" fmla="*/ 16851 h 104588"/>
                  <a:gd name="connsiteX13" fmla="*/ 111766 w 209457"/>
                  <a:gd name="connsiteY13" fmla="*/ 13238 h 104588"/>
                  <a:gd name="connsiteX14" fmla="*/ 98437 w 209457"/>
                  <a:gd name="connsiteY14" fmla="*/ 22746 h 104588"/>
                  <a:gd name="connsiteX15" fmla="*/ 90440 w 209457"/>
                  <a:gd name="connsiteY15" fmla="*/ 18562 h 104588"/>
                  <a:gd name="connsiteX16" fmla="*/ 80919 w 209457"/>
                  <a:gd name="connsiteY16" fmla="*/ 24838 h 104588"/>
                  <a:gd name="connsiteX17" fmla="*/ 78253 w 209457"/>
                  <a:gd name="connsiteY17" fmla="*/ 34346 h 104588"/>
                  <a:gd name="connsiteX18" fmla="*/ 65209 w 209457"/>
                  <a:gd name="connsiteY18" fmla="*/ 40241 h 104588"/>
                  <a:gd name="connsiteX19" fmla="*/ 59878 w 209457"/>
                  <a:gd name="connsiteY19" fmla="*/ 24267 h 104588"/>
                  <a:gd name="connsiteX20" fmla="*/ 29316 w 209457"/>
                  <a:gd name="connsiteY20" fmla="*/ 4205 h 104588"/>
                  <a:gd name="connsiteX21" fmla="*/ 32268 w 209457"/>
                  <a:gd name="connsiteY21" fmla="*/ 15425 h 104588"/>
                  <a:gd name="connsiteX22" fmla="*/ 24841 w 209457"/>
                  <a:gd name="connsiteY22" fmla="*/ 14854 h 104588"/>
                  <a:gd name="connsiteX23" fmla="*/ 11798 w 209457"/>
                  <a:gd name="connsiteY23" fmla="*/ 19798 h 104588"/>
                  <a:gd name="connsiteX24" fmla="*/ 1801 w 209457"/>
                  <a:gd name="connsiteY24" fmla="*/ 33205 h 104588"/>
                  <a:gd name="connsiteX25" fmla="*/ 20842 w 209457"/>
                  <a:gd name="connsiteY25" fmla="*/ 37864 h 104588"/>
                  <a:gd name="connsiteX26" fmla="*/ 45120 w 209457"/>
                  <a:gd name="connsiteY26" fmla="*/ 37864 h 104588"/>
                  <a:gd name="connsiteX27" fmla="*/ 41312 w 209457"/>
                  <a:gd name="connsiteY27" fmla="*/ 47372 h 104588"/>
                  <a:gd name="connsiteX28" fmla="*/ 30934 w 209457"/>
                  <a:gd name="connsiteY28" fmla="*/ 52981 h 104588"/>
                  <a:gd name="connsiteX29" fmla="*/ 8085 w 209457"/>
                  <a:gd name="connsiteY29" fmla="*/ 59257 h 104588"/>
                  <a:gd name="connsiteX30" fmla="*/ 37123 w 209457"/>
                  <a:gd name="connsiteY30" fmla="*/ 59827 h 104588"/>
                  <a:gd name="connsiteX31" fmla="*/ 44264 w 209457"/>
                  <a:gd name="connsiteY31" fmla="*/ 67243 h 104588"/>
                  <a:gd name="connsiteX32" fmla="*/ 50167 w 209457"/>
                  <a:gd name="connsiteY32" fmla="*/ 73994 h 104588"/>
                  <a:gd name="connsiteX33" fmla="*/ 43407 w 209457"/>
                  <a:gd name="connsiteY33" fmla="*/ 83502 h 104588"/>
                  <a:gd name="connsiteX34" fmla="*/ 33315 w 209457"/>
                  <a:gd name="connsiteY34" fmla="*/ 89968 h 104588"/>
                  <a:gd name="connsiteX35" fmla="*/ 58735 w 209457"/>
                  <a:gd name="connsiteY35" fmla="*/ 89112 h 104588"/>
                  <a:gd name="connsiteX36" fmla="*/ 95200 w 209457"/>
                  <a:gd name="connsiteY36" fmla="*/ 103564 h 104588"/>
                  <a:gd name="connsiteX37" fmla="*/ 129856 w 209457"/>
                  <a:gd name="connsiteY37" fmla="*/ 95577 h 104588"/>
                  <a:gd name="connsiteX38" fmla="*/ 154800 w 209457"/>
                  <a:gd name="connsiteY38" fmla="*/ 87305 h 104588"/>
                  <a:gd name="connsiteX39" fmla="*/ 182125 w 209457"/>
                  <a:gd name="connsiteY39" fmla="*/ 76561 h 10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09457" h="104588">
                    <a:moveTo>
                      <a:pt x="182125" y="76561"/>
                    </a:moveTo>
                    <a:cubicBezTo>
                      <a:pt x="193645" y="75991"/>
                      <a:pt x="193360" y="63250"/>
                      <a:pt x="198120" y="63821"/>
                    </a:cubicBezTo>
                    <a:cubicBezTo>
                      <a:pt x="202880" y="64391"/>
                      <a:pt x="210592" y="54978"/>
                      <a:pt x="213544" y="49083"/>
                    </a:cubicBezTo>
                    <a:cubicBezTo>
                      <a:pt x="215586" y="42184"/>
                      <a:pt x="211641" y="34938"/>
                      <a:pt x="204733" y="32899"/>
                    </a:cubicBezTo>
                    <a:cubicBezTo>
                      <a:pt x="204219" y="32747"/>
                      <a:pt x="203695" y="32627"/>
                      <a:pt x="203166" y="32539"/>
                    </a:cubicBezTo>
                    <a:cubicBezTo>
                      <a:pt x="196025" y="32539"/>
                      <a:pt x="190694" y="26834"/>
                      <a:pt x="192217" y="23031"/>
                    </a:cubicBezTo>
                    <a:cubicBezTo>
                      <a:pt x="193741" y="19228"/>
                      <a:pt x="188314" y="13523"/>
                      <a:pt x="188599" y="10576"/>
                    </a:cubicBezTo>
                    <a:cubicBezTo>
                      <a:pt x="188885" y="7628"/>
                      <a:pt x="179745" y="10576"/>
                      <a:pt x="174984" y="11526"/>
                    </a:cubicBezTo>
                    <a:cubicBezTo>
                      <a:pt x="170224" y="12477"/>
                      <a:pt x="160227" y="-73"/>
                      <a:pt x="155943" y="2018"/>
                    </a:cubicBezTo>
                    <a:cubicBezTo>
                      <a:pt x="151658" y="4110"/>
                      <a:pt x="154705" y="10576"/>
                      <a:pt x="153563" y="14189"/>
                    </a:cubicBezTo>
                    <a:cubicBezTo>
                      <a:pt x="152420" y="17802"/>
                      <a:pt x="141757" y="10861"/>
                      <a:pt x="141757" y="15044"/>
                    </a:cubicBezTo>
                    <a:cubicBezTo>
                      <a:pt x="141757" y="19228"/>
                      <a:pt x="137282" y="19798"/>
                      <a:pt x="133759" y="15044"/>
                    </a:cubicBezTo>
                    <a:cubicBezTo>
                      <a:pt x="130237" y="10290"/>
                      <a:pt x="121858" y="13238"/>
                      <a:pt x="122144" y="16851"/>
                    </a:cubicBezTo>
                    <a:cubicBezTo>
                      <a:pt x="122430" y="20464"/>
                      <a:pt x="118621" y="17421"/>
                      <a:pt x="111766" y="13238"/>
                    </a:cubicBezTo>
                    <a:cubicBezTo>
                      <a:pt x="104911" y="9054"/>
                      <a:pt x="97866" y="17992"/>
                      <a:pt x="98437" y="22746"/>
                    </a:cubicBezTo>
                    <a:cubicBezTo>
                      <a:pt x="99008" y="27500"/>
                      <a:pt x="96057" y="28356"/>
                      <a:pt x="90440" y="18562"/>
                    </a:cubicBezTo>
                    <a:cubicBezTo>
                      <a:pt x="84822" y="8769"/>
                      <a:pt x="78253" y="19418"/>
                      <a:pt x="80919" y="24838"/>
                    </a:cubicBezTo>
                    <a:cubicBezTo>
                      <a:pt x="83585" y="30257"/>
                      <a:pt x="82632" y="36628"/>
                      <a:pt x="78253" y="34346"/>
                    </a:cubicBezTo>
                    <a:cubicBezTo>
                      <a:pt x="73873" y="32064"/>
                      <a:pt x="67875" y="36152"/>
                      <a:pt x="65209" y="40241"/>
                    </a:cubicBezTo>
                    <a:cubicBezTo>
                      <a:pt x="62544" y="44329"/>
                      <a:pt x="53023" y="28165"/>
                      <a:pt x="59878" y="24267"/>
                    </a:cubicBezTo>
                    <a:cubicBezTo>
                      <a:pt x="66733" y="20369"/>
                      <a:pt x="38266" y="4205"/>
                      <a:pt x="29316" y="4205"/>
                    </a:cubicBezTo>
                    <a:cubicBezTo>
                      <a:pt x="20367" y="4205"/>
                      <a:pt x="26365" y="10671"/>
                      <a:pt x="32268" y="15425"/>
                    </a:cubicBezTo>
                    <a:cubicBezTo>
                      <a:pt x="38170" y="20179"/>
                      <a:pt x="28173" y="18943"/>
                      <a:pt x="24841" y="14854"/>
                    </a:cubicBezTo>
                    <a:cubicBezTo>
                      <a:pt x="21509" y="10766"/>
                      <a:pt x="15320" y="13903"/>
                      <a:pt x="11798" y="19798"/>
                    </a:cubicBezTo>
                    <a:cubicBezTo>
                      <a:pt x="8275" y="25693"/>
                      <a:pt x="2277" y="29306"/>
                      <a:pt x="1801" y="33205"/>
                    </a:cubicBezTo>
                    <a:cubicBezTo>
                      <a:pt x="1325" y="37103"/>
                      <a:pt x="11798" y="41762"/>
                      <a:pt x="20842" y="37864"/>
                    </a:cubicBezTo>
                    <a:cubicBezTo>
                      <a:pt x="28399" y="33702"/>
                      <a:pt x="37564" y="33702"/>
                      <a:pt x="45120" y="37864"/>
                    </a:cubicBezTo>
                    <a:cubicBezTo>
                      <a:pt x="49881" y="42332"/>
                      <a:pt x="36552" y="44139"/>
                      <a:pt x="41312" y="47372"/>
                    </a:cubicBezTo>
                    <a:cubicBezTo>
                      <a:pt x="46073" y="50604"/>
                      <a:pt x="42169" y="53932"/>
                      <a:pt x="30934" y="52981"/>
                    </a:cubicBezTo>
                    <a:cubicBezTo>
                      <a:pt x="19700" y="52031"/>
                      <a:pt x="5990" y="55358"/>
                      <a:pt x="8085" y="59257"/>
                    </a:cubicBezTo>
                    <a:cubicBezTo>
                      <a:pt x="10179" y="63155"/>
                      <a:pt x="36647" y="55929"/>
                      <a:pt x="37123" y="59827"/>
                    </a:cubicBezTo>
                    <a:cubicBezTo>
                      <a:pt x="37599" y="63725"/>
                      <a:pt x="37123" y="70191"/>
                      <a:pt x="44264" y="67243"/>
                    </a:cubicBezTo>
                    <a:cubicBezTo>
                      <a:pt x="51404" y="64296"/>
                      <a:pt x="46644" y="72568"/>
                      <a:pt x="50167" y="73994"/>
                    </a:cubicBezTo>
                    <a:cubicBezTo>
                      <a:pt x="53689" y="75420"/>
                      <a:pt x="52833" y="82551"/>
                      <a:pt x="43407" y="83502"/>
                    </a:cubicBezTo>
                    <a:cubicBezTo>
                      <a:pt x="33981" y="84453"/>
                      <a:pt x="29221" y="85974"/>
                      <a:pt x="33315" y="89968"/>
                    </a:cubicBezTo>
                    <a:cubicBezTo>
                      <a:pt x="37409" y="93961"/>
                      <a:pt x="48738" y="91489"/>
                      <a:pt x="58735" y="89112"/>
                    </a:cubicBezTo>
                    <a:cubicBezTo>
                      <a:pt x="68732" y="86735"/>
                      <a:pt x="83394" y="98620"/>
                      <a:pt x="95200" y="103564"/>
                    </a:cubicBezTo>
                    <a:cubicBezTo>
                      <a:pt x="107006" y="108508"/>
                      <a:pt x="127476" y="101853"/>
                      <a:pt x="129856" y="95577"/>
                    </a:cubicBezTo>
                    <a:cubicBezTo>
                      <a:pt x="132236" y="89302"/>
                      <a:pt x="148231" y="91774"/>
                      <a:pt x="154800" y="87305"/>
                    </a:cubicBezTo>
                    <a:cubicBezTo>
                      <a:pt x="162663" y="81137"/>
                      <a:pt x="172162" y="77402"/>
                      <a:pt x="182125" y="765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6983529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sia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제목 1">
            <a:extLst>
              <a:ext uri="{FF2B5EF4-FFF2-40B4-BE49-F238E27FC236}">
                <a16:creationId xmlns:a16="http://schemas.microsoft.com/office/drawing/2014/main" id="{CDB90050-671D-57B0-573C-588D1DEE68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3" name="矩形 22">
            <a:extLst>
              <a:ext uri="{FF2B5EF4-FFF2-40B4-BE49-F238E27FC236}">
                <a16:creationId xmlns:a16="http://schemas.microsoft.com/office/drawing/2014/main" id="{3E58CF20-8B24-F4AD-045E-0765795B1B6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2511B6C-52AD-AED4-D9DB-6C411FFFB1CF}"/>
              </a:ext>
            </a:extLst>
          </p:cNvPr>
          <p:cNvSpPr txBox="1"/>
          <p:nvPr userDrawn="1"/>
        </p:nvSpPr>
        <p:spPr>
          <a:xfrm>
            <a:off x="117166" y="781165"/>
            <a:ext cx="793465" cy="328593"/>
          </a:xfrm>
          <a:prstGeom prst="rect">
            <a:avLst/>
          </a:prstGeom>
        </p:spPr>
        <p:txBody>
          <a:bodyPr vert="horz" wrap="square" lIns="91440" tIns="45719" rIns="91440" bIns="45719" rtlCol="0" anchor="t">
            <a:noAutofit/>
          </a:bodyPr>
          <a:lstStyle/>
          <a:p>
            <a:pPr algn="ctr"/>
            <a:r>
              <a:rPr kumimoji="1" lang="en-US" altLang="ko-KR" sz="1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Asia</a:t>
            </a:r>
            <a:endParaRPr kumimoji="1" lang="ko-KR" altLang="en-US" sz="1800" dirty="0" err="1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" name="Graphic 1">
            <a:extLst>
              <a:ext uri="{FF2B5EF4-FFF2-40B4-BE49-F238E27FC236}">
                <a16:creationId xmlns:a16="http://schemas.microsoft.com/office/drawing/2014/main" id="{D0D8B7FD-6110-41D8-55BC-89884BFA7CA7}"/>
              </a:ext>
            </a:extLst>
          </p:cNvPr>
          <p:cNvGrpSpPr/>
          <p:nvPr userDrawn="1"/>
        </p:nvGrpSpPr>
        <p:grpSpPr>
          <a:xfrm>
            <a:off x="513897" y="1628802"/>
            <a:ext cx="5779448" cy="4162779"/>
            <a:chOff x="3263646" y="1387125"/>
            <a:chExt cx="5656897" cy="4074509"/>
          </a:xfrm>
          <a:solidFill>
            <a:schemeClr val="tx1">
              <a:alpha val="20000"/>
            </a:schemeClr>
          </a:solidFill>
        </p:grpSpPr>
        <p:sp>
          <p:nvSpPr>
            <p:cNvPr id="3" name="Freeform: Shape 3">
              <a:extLst>
                <a:ext uri="{FF2B5EF4-FFF2-40B4-BE49-F238E27FC236}">
                  <a16:creationId xmlns:a16="http://schemas.microsoft.com/office/drawing/2014/main" id="{A8966046-52F9-2E98-FB09-6767BD37F82B}"/>
                </a:ext>
              </a:extLst>
            </p:cNvPr>
            <p:cNvSpPr/>
            <p:nvPr/>
          </p:nvSpPr>
          <p:spPr>
            <a:xfrm>
              <a:off x="6195155" y="3636168"/>
              <a:ext cx="381000" cy="800100"/>
            </a:xfrm>
            <a:custGeom>
              <a:avLst/>
              <a:gdLst>
                <a:gd name="connsiteX0" fmla="*/ 249841 w 381000"/>
                <a:gd name="connsiteY0" fmla="*/ 701707 h 800100"/>
                <a:gd name="connsiteX1" fmla="*/ 249364 w 381000"/>
                <a:gd name="connsiteY1" fmla="*/ 702088 h 800100"/>
                <a:gd name="connsiteX2" fmla="*/ 249269 w 381000"/>
                <a:gd name="connsiteY2" fmla="*/ 702564 h 800100"/>
                <a:gd name="connsiteX3" fmla="*/ 249364 w 381000"/>
                <a:gd name="connsiteY3" fmla="*/ 702659 h 800100"/>
                <a:gd name="connsiteX4" fmla="*/ 249936 w 381000"/>
                <a:gd name="connsiteY4" fmla="*/ 703516 h 800100"/>
                <a:gd name="connsiteX5" fmla="*/ 250031 w 381000"/>
                <a:gd name="connsiteY5" fmla="*/ 703707 h 800100"/>
                <a:gd name="connsiteX6" fmla="*/ 250507 w 381000"/>
                <a:gd name="connsiteY6" fmla="*/ 704088 h 800100"/>
                <a:gd name="connsiteX7" fmla="*/ 251270 w 381000"/>
                <a:gd name="connsiteY7" fmla="*/ 704564 h 800100"/>
                <a:gd name="connsiteX8" fmla="*/ 251936 w 381000"/>
                <a:gd name="connsiteY8" fmla="*/ 704755 h 800100"/>
                <a:gd name="connsiteX9" fmla="*/ 252222 w 381000"/>
                <a:gd name="connsiteY9" fmla="*/ 704183 h 800100"/>
                <a:gd name="connsiteX10" fmla="*/ 252127 w 381000"/>
                <a:gd name="connsiteY10" fmla="*/ 703516 h 800100"/>
                <a:gd name="connsiteX11" fmla="*/ 251650 w 381000"/>
                <a:gd name="connsiteY11" fmla="*/ 702564 h 800100"/>
                <a:gd name="connsiteX12" fmla="*/ 251555 w 381000"/>
                <a:gd name="connsiteY12" fmla="*/ 701897 h 800100"/>
                <a:gd name="connsiteX13" fmla="*/ 251936 w 381000"/>
                <a:gd name="connsiteY13" fmla="*/ 701897 h 800100"/>
                <a:gd name="connsiteX14" fmla="*/ 252413 w 381000"/>
                <a:gd name="connsiteY14" fmla="*/ 702945 h 800100"/>
                <a:gd name="connsiteX15" fmla="*/ 252698 w 381000"/>
                <a:gd name="connsiteY15" fmla="*/ 703421 h 800100"/>
                <a:gd name="connsiteX16" fmla="*/ 252984 w 381000"/>
                <a:gd name="connsiteY16" fmla="*/ 703612 h 800100"/>
                <a:gd name="connsiteX17" fmla="*/ 253365 w 381000"/>
                <a:gd name="connsiteY17" fmla="*/ 703326 h 800100"/>
                <a:gd name="connsiteX18" fmla="*/ 253365 w 381000"/>
                <a:gd name="connsiteY18" fmla="*/ 702850 h 800100"/>
                <a:gd name="connsiteX19" fmla="*/ 253174 w 381000"/>
                <a:gd name="connsiteY19" fmla="*/ 702278 h 800100"/>
                <a:gd name="connsiteX20" fmla="*/ 253079 w 381000"/>
                <a:gd name="connsiteY20" fmla="*/ 701707 h 800100"/>
                <a:gd name="connsiteX21" fmla="*/ 253174 w 381000"/>
                <a:gd name="connsiteY21" fmla="*/ 701516 h 800100"/>
                <a:gd name="connsiteX22" fmla="*/ 253365 w 381000"/>
                <a:gd name="connsiteY22" fmla="*/ 701421 h 800100"/>
                <a:gd name="connsiteX23" fmla="*/ 253555 w 381000"/>
                <a:gd name="connsiteY23" fmla="*/ 701230 h 800100"/>
                <a:gd name="connsiteX24" fmla="*/ 253555 w 381000"/>
                <a:gd name="connsiteY24" fmla="*/ 700849 h 800100"/>
                <a:gd name="connsiteX25" fmla="*/ 253460 w 381000"/>
                <a:gd name="connsiteY25" fmla="*/ 700754 h 800100"/>
                <a:gd name="connsiteX26" fmla="*/ 253174 w 381000"/>
                <a:gd name="connsiteY26" fmla="*/ 700659 h 800100"/>
                <a:gd name="connsiteX27" fmla="*/ 252984 w 381000"/>
                <a:gd name="connsiteY27" fmla="*/ 700564 h 800100"/>
                <a:gd name="connsiteX28" fmla="*/ 252698 w 381000"/>
                <a:gd name="connsiteY28" fmla="*/ 700088 h 800100"/>
                <a:gd name="connsiteX29" fmla="*/ 251460 w 381000"/>
                <a:gd name="connsiteY29" fmla="*/ 699326 h 800100"/>
                <a:gd name="connsiteX30" fmla="*/ 251365 w 381000"/>
                <a:gd name="connsiteY30" fmla="*/ 698945 h 800100"/>
                <a:gd name="connsiteX31" fmla="*/ 250793 w 381000"/>
                <a:gd name="connsiteY31" fmla="*/ 698849 h 800100"/>
                <a:gd name="connsiteX32" fmla="*/ 250127 w 381000"/>
                <a:gd name="connsiteY32" fmla="*/ 698945 h 800100"/>
                <a:gd name="connsiteX33" fmla="*/ 249555 w 381000"/>
                <a:gd name="connsiteY33" fmla="*/ 699135 h 800100"/>
                <a:gd name="connsiteX34" fmla="*/ 249555 w 381000"/>
                <a:gd name="connsiteY34" fmla="*/ 699516 h 800100"/>
                <a:gd name="connsiteX35" fmla="*/ 250317 w 381000"/>
                <a:gd name="connsiteY35" fmla="*/ 699897 h 800100"/>
                <a:gd name="connsiteX36" fmla="*/ 250507 w 381000"/>
                <a:gd name="connsiteY36" fmla="*/ 700373 h 800100"/>
                <a:gd name="connsiteX37" fmla="*/ 250317 w 381000"/>
                <a:gd name="connsiteY37" fmla="*/ 701516 h 800100"/>
                <a:gd name="connsiteX38" fmla="*/ 249841 w 381000"/>
                <a:gd name="connsiteY38" fmla="*/ 701707 h 800100"/>
                <a:gd name="connsiteX39" fmla="*/ 248126 w 381000"/>
                <a:gd name="connsiteY39" fmla="*/ 707707 h 800100"/>
                <a:gd name="connsiteX40" fmla="*/ 247840 w 381000"/>
                <a:gd name="connsiteY40" fmla="*/ 707803 h 800100"/>
                <a:gd name="connsiteX41" fmla="*/ 247745 w 381000"/>
                <a:gd name="connsiteY41" fmla="*/ 707898 h 800100"/>
                <a:gd name="connsiteX42" fmla="*/ 247650 w 381000"/>
                <a:gd name="connsiteY42" fmla="*/ 707898 h 800100"/>
                <a:gd name="connsiteX43" fmla="*/ 247364 w 381000"/>
                <a:gd name="connsiteY43" fmla="*/ 707707 h 800100"/>
                <a:gd name="connsiteX44" fmla="*/ 248031 w 381000"/>
                <a:gd name="connsiteY44" fmla="*/ 707422 h 800100"/>
                <a:gd name="connsiteX45" fmla="*/ 248698 w 381000"/>
                <a:gd name="connsiteY45" fmla="*/ 707517 h 800100"/>
                <a:gd name="connsiteX46" fmla="*/ 249460 w 381000"/>
                <a:gd name="connsiteY46" fmla="*/ 707803 h 800100"/>
                <a:gd name="connsiteX47" fmla="*/ 250317 w 381000"/>
                <a:gd name="connsiteY47" fmla="*/ 707993 h 800100"/>
                <a:gd name="connsiteX48" fmla="*/ 250317 w 381000"/>
                <a:gd name="connsiteY48" fmla="*/ 707612 h 800100"/>
                <a:gd name="connsiteX49" fmla="*/ 249746 w 381000"/>
                <a:gd name="connsiteY49" fmla="*/ 706564 h 800100"/>
                <a:gd name="connsiteX50" fmla="*/ 249364 w 381000"/>
                <a:gd name="connsiteY50" fmla="*/ 706184 h 800100"/>
                <a:gd name="connsiteX51" fmla="*/ 248507 w 381000"/>
                <a:gd name="connsiteY51" fmla="*/ 706184 h 800100"/>
                <a:gd name="connsiteX52" fmla="*/ 248507 w 381000"/>
                <a:gd name="connsiteY52" fmla="*/ 705803 h 800100"/>
                <a:gd name="connsiteX53" fmla="*/ 249746 w 381000"/>
                <a:gd name="connsiteY53" fmla="*/ 705707 h 800100"/>
                <a:gd name="connsiteX54" fmla="*/ 250127 w 381000"/>
                <a:gd name="connsiteY54" fmla="*/ 705040 h 800100"/>
                <a:gd name="connsiteX55" fmla="*/ 249936 w 381000"/>
                <a:gd name="connsiteY55" fmla="*/ 704279 h 800100"/>
                <a:gd name="connsiteX56" fmla="*/ 249364 w 381000"/>
                <a:gd name="connsiteY56" fmla="*/ 703897 h 800100"/>
                <a:gd name="connsiteX57" fmla="*/ 249174 w 381000"/>
                <a:gd name="connsiteY57" fmla="*/ 703707 h 800100"/>
                <a:gd name="connsiteX58" fmla="*/ 248603 w 381000"/>
                <a:gd name="connsiteY58" fmla="*/ 702850 h 800100"/>
                <a:gd name="connsiteX59" fmla="*/ 248507 w 381000"/>
                <a:gd name="connsiteY59" fmla="*/ 702659 h 800100"/>
                <a:gd name="connsiteX60" fmla="*/ 248603 w 381000"/>
                <a:gd name="connsiteY60" fmla="*/ 702088 h 800100"/>
                <a:gd name="connsiteX61" fmla="*/ 248888 w 381000"/>
                <a:gd name="connsiteY61" fmla="*/ 701707 h 800100"/>
                <a:gd name="connsiteX62" fmla="*/ 249269 w 381000"/>
                <a:gd name="connsiteY62" fmla="*/ 701326 h 800100"/>
                <a:gd name="connsiteX63" fmla="*/ 249269 w 381000"/>
                <a:gd name="connsiteY63" fmla="*/ 700564 h 800100"/>
                <a:gd name="connsiteX64" fmla="*/ 248983 w 381000"/>
                <a:gd name="connsiteY64" fmla="*/ 699706 h 800100"/>
                <a:gd name="connsiteX65" fmla="*/ 248317 w 381000"/>
                <a:gd name="connsiteY65" fmla="*/ 699040 h 800100"/>
                <a:gd name="connsiteX66" fmla="*/ 246888 w 381000"/>
                <a:gd name="connsiteY66" fmla="*/ 698659 h 800100"/>
                <a:gd name="connsiteX67" fmla="*/ 246602 w 381000"/>
                <a:gd name="connsiteY67" fmla="*/ 698373 h 800100"/>
                <a:gd name="connsiteX68" fmla="*/ 246126 w 381000"/>
                <a:gd name="connsiteY68" fmla="*/ 697611 h 800100"/>
                <a:gd name="connsiteX69" fmla="*/ 245650 w 381000"/>
                <a:gd name="connsiteY69" fmla="*/ 697135 h 800100"/>
                <a:gd name="connsiteX70" fmla="*/ 245173 w 381000"/>
                <a:gd name="connsiteY70" fmla="*/ 696944 h 800100"/>
                <a:gd name="connsiteX71" fmla="*/ 243935 w 381000"/>
                <a:gd name="connsiteY71" fmla="*/ 696944 h 800100"/>
                <a:gd name="connsiteX72" fmla="*/ 245364 w 381000"/>
                <a:gd name="connsiteY72" fmla="*/ 699135 h 800100"/>
                <a:gd name="connsiteX73" fmla="*/ 245745 w 381000"/>
                <a:gd name="connsiteY73" fmla="*/ 700373 h 800100"/>
                <a:gd name="connsiteX74" fmla="*/ 245364 w 381000"/>
                <a:gd name="connsiteY74" fmla="*/ 701707 h 800100"/>
                <a:gd name="connsiteX75" fmla="*/ 244983 w 381000"/>
                <a:gd name="connsiteY75" fmla="*/ 701897 h 800100"/>
                <a:gd name="connsiteX76" fmla="*/ 244126 w 381000"/>
                <a:gd name="connsiteY76" fmla="*/ 701993 h 800100"/>
                <a:gd name="connsiteX77" fmla="*/ 243935 w 381000"/>
                <a:gd name="connsiteY77" fmla="*/ 702183 h 800100"/>
                <a:gd name="connsiteX78" fmla="*/ 244126 w 381000"/>
                <a:gd name="connsiteY78" fmla="*/ 703040 h 800100"/>
                <a:gd name="connsiteX79" fmla="*/ 244221 w 381000"/>
                <a:gd name="connsiteY79" fmla="*/ 703421 h 800100"/>
                <a:gd name="connsiteX80" fmla="*/ 244316 w 381000"/>
                <a:gd name="connsiteY80" fmla="*/ 703421 h 800100"/>
                <a:gd name="connsiteX81" fmla="*/ 244126 w 381000"/>
                <a:gd name="connsiteY81" fmla="*/ 704850 h 800100"/>
                <a:gd name="connsiteX82" fmla="*/ 244126 w 381000"/>
                <a:gd name="connsiteY82" fmla="*/ 705517 h 800100"/>
                <a:gd name="connsiteX83" fmla="*/ 244316 w 381000"/>
                <a:gd name="connsiteY83" fmla="*/ 706374 h 800100"/>
                <a:gd name="connsiteX84" fmla="*/ 244983 w 381000"/>
                <a:gd name="connsiteY84" fmla="*/ 707612 h 800100"/>
                <a:gd name="connsiteX85" fmla="*/ 246126 w 381000"/>
                <a:gd name="connsiteY85" fmla="*/ 709041 h 800100"/>
                <a:gd name="connsiteX86" fmla="*/ 247460 w 381000"/>
                <a:gd name="connsiteY86" fmla="*/ 710279 h 800100"/>
                <a:gd name="connsiteX87" fmla="*/ 248698 w 381000"/>
                <a:gd name="connsiteY87" fmla="*/ 710755 h 800100"/>
                <a:gd name="connsiteX88" fmla="*/ 249650 w 381000"/>
                <a:gd name="connsiteY88" fmla="*/ 710374 h 800100"/>
                <a:gd name="connsiteX89" fmla="*/ 249650 w 381000"/>
                <a:gd name="connsiteY89" fmla="*/ 709422 h 800100"/>
                <a:gd name="connsiteX90" fmla="*/ 249079 w 381000"/>
                <a:gd name="connsiteY90" fmla="*/ 708279 h 800100"/>
                <a:gd name="connsiteX91" fmla="*/ 248126 w 381000"/>
                <a:gd name="connsiteY91" fmla="*/ 707707 h 800100"/>
                <a:gd name="connsiteX92" fmla="*/ 239363 w 381000"/>
                <a:gd name="connsiteY92" fmla="*/ 798195 h 800100"/>
                <a:gd name="connsiteX93" fmla="*/ 239173 w 381000"/>
                <a:gd name="connsiteY93" fmla="*/ 798100 h 800100"/>
                <a:gd name="connsiteX94" fmla="*/ 238982 w 381000"/>
                <a:gd name="connsiteY94" fmla="*/ 798005 h 800100"/>
                <a:gd name="connsiteX95" fmla="*/ 237554 w 381000"/>
                <a:gd name="connsiteY95" fmla="*/ 798671 h 800100"/>
                <a:gd name="connsiteX96" fmla="*/ 235839 w 381000"/>
                <a:gd name="connsiteY96" fmla="*/ 799814 h 800100"/>
                <a:gd name="connsiteX97" fmla="*/ 234410 w 381000"/>
                <a:gd name="connsiteY97" fmla="*/ 801243 h 800100"/>
                <a:gd name="connsiteX98" fmla="*/ 233839 w 381000"/>
                <a:gd name="connsiteY98" fmla="*/ 802481 h 800100"/>
                <a:gd name="connsiteX99" fmla="*/ 234029 w 381000"/>
                <a:gd name="connsiteY99" fmla="*/ 802767 h 800100"/>
                <a:gd name="connsiteX100" fmla="*/ 234887 w 381000"/>
                <a:gd name="connsiteY100" fmla="*/ 803815 h 800100"/>
                <a:gd name="connsiteX101" fmla="*/ 235172 w 381000"/>
                <a:gd name="connsiteY101" fmla="*/ 804005 h 800100"/>
                <a:gd name="connsiteX102" fmla="*/ 236029 w 381000"/>
                <a:gd name="connsiteY102" fmla="*/ 803910 h 800100"/>
                <a:gd name="connsiteX103" fmla="*/ 236220 w 381000"/>
                <a:gd name="connsiteY103" fmla="*/ 803720 h 800100"/>
                <a:gd name="connsiteX104" fmla="*/ 236125 w 381000"/>
                <a:gd name="connsiteY104" fmla="*/ 803529 h 800100"/>
                <a:gd name="connsiteX105" fmla="*/ 236125 w 381000"/>
                <a:gd name="connsiteY105" fmla="*/ 803243 h 800100"/>
                <a:gd name="connsiteX106" fmla="*/ 236125 w 381000"/>
                <a:gd name="connsiteY106" fmla="*/ 802767 h 800100"/>
                <a:gd name="connsiteX107" fmla="*/ 236125 w 381000"/>
                <a:gd name="connsiteY107" fmla="*/ 802196 h 800100"/>
                <a:gd name="connsiteX108" fmla="*/ 236220 w 381000"/>
                <a:gd name="connsiteY108" fmla="*/ 801719 h 800100"/>
                <a:gd name="connsiteX109" fmla="*/ 236696 w 381000"/>
                <a:gd name="connsiteY109" fmla="*/ 801529 h 800100"/>
                <a:gd name="connsiteX110" fmla="*/ 237268 w 381000"/>
                <a:gd name="connsiteY110" fmla="*/ 801434 h 800100"/>
                <a:gd name="connsiteX111" fmla="*/ 237839 w 381000"/>
                <a:gd name="connsiteY111" fmla="*/ 801243 h 800100"/>
                <a:gd name="connsiteX112" fmla="*/ 238411 w 381000"/>
                <a:gd name="connsiteY112" fmla="*/ 801243 h 800100"/>
                <a:gd name="connsiteX113" fmla="*/ 239078 w 381000"/>
                <a:gd name="connsiteY113" fmla="*/ 801529 h 800100"/>
                <a:gd name="connsiteX114" fmla="*/ 238792 w 381000"/>
                <a:gd name="connsiteY114" fmla="*/ 800862 h 800100"/>
                <a:gd name="connsiteX115" fmla="*/ 238220 w 381000"/>
                <a:gd name="connsiteY115" fmla="*/ 800100 h 800100"/>
                <a:gd name="connsiteX116" fmla="*/ 238220 w 381000"/>
                <a:gd name="connsiteY116" fmla="*/ 799529 h 800100"/>
                <a:gd name="connsiteX117" fmla="*/ 239458 w 381000"/>
                <a:gd name="connsiteY117" fmla="*/ 799433 h 800100"/>
                <a:gd name="connsiteX118" fmla="*/ 239458 w 381000"/>
                <a:gd name="connsiteY118" fmla="*/ 799147 h 800100"/>
                <a:gd name="connsiteX119" fmla="*/ 239363 w 381000"/>
                <a:gd name="connsiteY119" fmla="*/ 798957 h 800100"/>
                <a:gd name="connsiteX120" fmla="*/ 239078 w 381000"/>
                <a:gd name="connsiteY120" fmla="*/ 798671 h 800100"/>
                <a:gd name="connsiteX121" fmla="*/ 239649 w 381000"/>
                <a:gd name="connsiteY121" fmla="*/ 798671 h 800100"/>
                <a:gd name="connsiteX122" fmla="*/ 239839 w 381000"/>
                <a:gd name="connsiteY122" fmla="*/ 798671 h 800100"/>
                <a:gd name="connsiteX123" fmla="*/ 239839 w 381000"/>
                <a:gd name="connsiteY123" fmla="*/ 798386 h 800100"/>
                <a:gd name="connsiteX124" fmla="*/ 239363 w 381000"/>
                <a:gd name="connsiteY124" fmla="*/ 798195 h 800100"/>
                <a:gd name="connsiteX125" fmla="*/ 254698 w 381000"/>
                <a:gd name="connsiteY125" fmla="*/ 709898 h 800100"/>
                <a:gd name="connsiteX126" fmla="*/ 253555 w 381000"/>
                <a:gd name="connsiteY126" fmla="*/ 709136 h 800100"/>
                <a:gd name="connsiteX127" fmla="*/ 253174 w 381000"/>
                <a:gd name="connsiteY127" fmla="*/ 709898 h 800100"/>
                <a:gd name="connsiteX128" fmla="*/ 252794 w 381000"/>
                <a:gd name="connsiteY128" fmla="*/ 709898 h 800100"/>
                <a:gd name="connsiteX129" fmla="*/ 253937 w 381000"/>
                <a:gd name="connsiteY129" fmla="*/ 707136 h 800100"/>
                <a:gd name="connsiteX130" fmla="*/ 254222 w 381000"/>
                <a:gd name="connsiteY130" fmla="*/ 705517 h 800100"/>
                <a:gd name="connsiteX131" fmla="*/ 253174 w 381000"/>
                <a:gd name="connsiteY131" fmla="*/ 704755 h 800100"/>
                <a:gd name="connsiteX132" fmla="*/ 252031 w 381000"/>
                <a:gd name="connsiteY132" fmla="*/ 705136 h 800100"/>
                <a:gd name="connsiteX133" fmla="*/ 251079 w 381000"/>
                <a:gd name="connsiteY133" fmla="*/ 705612 h 800100"/>
                <a:gd name="connsiteX134" fmla="*/ 250603 w 381000"/>
                <a:gd name="connsiteY134" fmla="*/ 706374 h 800100"/>
                <a:gd name="connsiteX135" fmla="*/ 251079 w 381000"/>
                <a:gd name="connsiteY135" fmla="*/ 707612 h 800100"/>
                <a:gd name="connsiteX136" fmla="*/ 251079 w 381000"/>
                <a:gd name="connsiteY136" fmla="*/ 706850 h 800100"/>
                <a:gd name="connsiteX137" fmla="*/ 251460 w 381000"/>
                <a:gd name="connsiteY137" fmla="*/ 706850 h 800100"/>
                <a:gd name="connsiteX138" fmla="*/ 251270 w 381000"/>
                <a:gd name="connsiteY138" fmla="*/ 707707 h 800100"/>
                <a:gd name="connsiteX139" fmla="*/ 250507 w 381000"/>
                <a:gd name="connsiteY139" fmla="*/ 708851 h 800100"/>
                <a:gd name="connsiteX140" fmla="*/ 250412 w 381000"/>
                <a:gd name="connsiteY140" fmla="*/ 709803 h 800100"/>
                <a:gd name="connsiteX141" fmla="*/ 250603 w 381000"/>
                <a:gd name="connsiteY141" fmla="*/ 710374 h 800100"/>
                <a:gd name="connsiteX142" fmla="*/ 250888 w 381000"/>
                <a:gd name="connsiteY142" fmla="*/ 710946 h 800100"/>
                <a:gd name="connsiteX143" fmla="*/ 251174 w 381000"/>
                <a:gd name="connsiteY143" fmla="*/ 711708 h 800100"/>
                <a:gd name="connsiteX144" fmla="*/ 251174 w 381000"/>
                <a:gd name="connsiteY144" fmla="*/ 712661 h 800100"/>
                <a:gd name="connsiteX145" fmla="*/ 251555 w 381000"/>
                <a:gd name="connsiteY145" fmla="*/ 712661 h 800100"/>
                <a:gd name="connsiteX146" fmla="*/ 252222 w 381000"/>
                <a:gd name="connsiteY146" fmla="*/ 711898 h 800100"/>
                <a:gd name="connsiteX147" fmla="*/ 253270 w 381000"/>
                <a:gd name="connsiteY147" fmla="*/ 711422 h 800100"/>
                <a:gd name="connsiteX148" fmla="*/ 255841 w 381000"/>
                <a:gd name="connsiteY148" fmla="*/ 710755 h 800100"/>
                <a:gd name="connsiteX149" fmla="*/ 255365 w 381000"/>
                <a:gd name="connsiteY149" fmla="*/ 710184 h 800100"/>
                <a:gd name="connsiteX150" fmla="*/ 254698 w 381000"/>
                <a:gd name="connsiteY150" fmla="*/ 709898 h 800100"/>
                <a:gd name="connsiteX151" fmla="*/ 380333 w 381000"/>
                <a:gd name="connsiteY151" fmla="*/ 614458 h 800100"/>
                <a:gd name="connsiteX152" fmla="*/ 380047 w 381000"/>
                <a:gd name="connsiteY152" fmla="*/ 614172 h 800100"/>
                <a:gd name="connsiteX153" fmla="*/ 379666 w 381000"/>
                <a:gd name="connsiteY153" fmla="*/ 613981 h 800100"/>
                <a:gd name="connsiteX154" fmla="*/ 377762 w 381000"/>
                <a:gd name="connsiteY154" fmla="*/ 613601 h 800100"/>
                <a:gd name="connsiteX155" fmla="*/ 376809 w 381000"/>
                <a:gd name="connsiteY155" fmla="*/ 613220 h 800100"/>
                <a:gd name="connsiteX156" fmla="*/ 376809 w 381000"/>
                <a:gd name="connsiteY156" fmla="*/ 613791 h 800100"/>
                <a:gd name="connsiteX157" fmla="*/ 376809 w 381000"/>
                <a:gd name="connsiteY157" fmla="*/ 613981 h 800100"/>
                <a:gd name="connsiteX158" fmla="*/ 376428 w 381000"/>
                <a:gd name="connsiteY158" fmla="*/ 613886 h 800100"/>
                <a:gd name="connsiteX159" fmla="*/ 375666 w 381000"/>
                <a:gd name="connsiteY159" fmla="*/ 613791 h 800100"/>
                <a:gd name="connsiteX160" fmla="*/ 375285 w 381000"/>
                <a:gd name="connsiteY160" fmla="*/ 613696 h 800100"/>
                <a:gd name="connsiteX161" fmla="*/ 375285 w 381000"/>
                <a:gd name="connsiteY161" fmla="*/ 614077 h 800100"/>
                <a:gd name="connsiteX162" fmla="*/ 375761 w 381000"/>
                <a:gd name="connsiteY162" fmla="*/ 614648 h 800100"/>
                <a:gd name="connsiteX163" fmla="*/ 376523 w 381000"/>
                <a:gd name="connsiteY163" fmla="*/ 615315 h 800100"/>
                <a:gd name="connsiteX164" fmla="*/ 377476 w 381000"/>
                <a:gd name="connsiteY164" fmla="*/ 615791 h 800100"/>
                <a:gd name="connsiteX165" fmla="*/ 378523 w 381000"/>
                <a:gd name="connsiteY165" fmla="*/ 615887 h 800100"/>
                <a:gd name="connsiteX166" fmla="*/ 378428 w 381000"/>
                <a:gd name="connsiteY166" fmla="*/ 615696 h 800100"/>
                <a:gd name="connsiteX167" fmla="*/ 378333 w 381000"/>
                <a:gd name="connsiteY167" fmla="*/ 615696 h 800100"/>
                <a:gd name="connsiteX168" fmla="*/ 378238 w 381000"/>
                <a:gd name="connsiteY168" fmla="*/ 615696 h 800100"/>
                <a:gd name="connsiteX169" fmla="*/ 378047 w 381000"/>
                <a:gd name="connsiteY169" fmla="*/ 615601 h 800100"/>
                <a:gd name="connsiteX170" fmla="*/ 378523 w 381000"/>
                <a:gd name="connsiteY170" fmla="*/ 615410 h 800100"/>
                <a:gd name="connsiteX171" fmla="*/ 378905 w 381000"/>
                <a:gd name="connsiteY171" fmla="*/ 615410 h 800100"/>
                <a:gd name="connsiteX172" fmla="*/ 379286 w 381000"/>
                <a:gd name="connsiteY172" fmla="*/ 615601 h 800100"/>
                <a:gd name="connsiteX173" fmla="*/ 379571 w 381000"/>
                <a:gd name="connsiteY173" fmla="*/ 615982 h 800100"/>
                <a:gd name="connsiteX174" fmla="*/ 379857 w 381000"/>
                <a:gd name="connsiteY174" fmla="*/ 615887 h 800100"/>
                <a:gd name="connsiteX175" fmla="*/ 380429 w 381000"/>
                <a:gd name="connsiteY175" fmla="*/ 615505 h 800100"/>
                <a:gd name="connsiteX176" fmla="*/ 380619 w 381000"/>
                <a:gd name="connsiteY176" fmla="*/ 615315 h 800100"/>
                <a:gd name="connsiteX177" fmla="*/ 380524 w 381000"/>
                <a:gd name="connsiteY177" fmla="*/ 614934 h 800100"/>
                <a:gd name="connsiteX178" fmla="*/ 380333 w 381000"/>
                <a:gd name="connsiteY178" fmla="*/ 614458 h 800100"/>
                <a:gd name="connsiteX179" fmla="*/ 267367 w 381000"/>
                <a:gd name="connsiteY179" fmla="*/ 709517 h 800100"/>
                <a:gd name="connsiteX180" fmla="*/ 267557 w 381000"/>
                <a:gd name="connsiteY180" fmla="*/ 709708 h 800100"/>
                <a:gd name="connsiteX181" fmla="*/ 267653 w 381000"/>
                <a:gd name="connsiteY181" fmla="*/ 709708 h 800100"/>
                <a:gd name="connsiteX182" fmla="*/ 267843 w 381000"/>
                <a:gd name="connsiteY182" fmla="*/ 709708 h 800100"/>
                <a:gd name="connsiteX183" fmla="*/ 268129 w 381000"/>
                <a:gd name="connsiteY183" fmla="*/ 709803 h 800100"/>
                <a:gd name="connsiteX184" fmla="*/ 267653 w 381000"/>
                <a:gd name="connsiteY184" fmla="*/ 709136 h 800100"/>
                <a:gd name="connsiteX185" fmla="*/ 266033 w 381000"/>
                <a:gd name="connsiteY185" fmla="*/ 707707 h 800100"/>
                <a:gd name="connsiteX186" fmla="*/ 265652 w 381000"/>
                <a:gd name="connsiteY186" fmla="*/ 708088 h 800100"/>
                <a:gd name="connsiteX187" fmla="*/ 265366 w 381000"/>
                <a:gd name="connsiteY187" fmla="*/ 708755 h 800100"/>
                <a:gd name="connsiteX188" fmla="*/ 265271 w 381000"/>
                <a:gd name="connsiteY188" fmla="*/ 709422 h 800100"/>
                <a:gd name="connsiteX189" fmla="*/ 265271 w 381000"/>
                <a:gd name="connsiteY189" fmla="*/ 709994 h 800100"/>
                <a:gd name="connsiteX190" fmla="*/ 264890 w 381000"/>
                <a:gd name="connsiteY190" fmla="*/ 710279 h 800100"/>
                <a:gd name="connsiteX191" fmla="*/ 263271 w 381000"/>
                <a:gd name="connsiteY191" fmla="*/ 711041 h 800100"/>
                <a:gd name="connsiteX192" fmla="*/ 261175 w 381000"/>
                <a:gd name="connsiteY192" fmla="*/ 711613 h 800100"/>
                <a:gd name="connsiteX193" fmla="*/ 260890 w 381000"/>
                <a:gd name="connsiteY193" fmla="*/ 712565 h 800100"/>
                <a:gd name="connsiteX194" fmla="*/ 261556 w 381000"/>
                <a:gd name="connsiteY194" fmla="*/ 715232 h 800100"/>
                <a:gd name="connsiteX195" fmla="*/ 262223 w 381000"/>
                <a:gd name="connsiteY195" fmla="*/ 714565 h 800100"/>
                <a:gd name="connsiteX196" fmla="*/ 263366 w 381000"/>
                <a:gd name="connsiteY196" fmla="*/ 712946 h 800100"/>
                <a:gd name="connsiteX197" fmla="*/ 264128 w 381000"/>
                <a:gd name="connsiteY197" fmla="*/ 712280 h 800100"/>
                <a:gd name="connsiteX198" fmla="*/ 265271 w 381000"/>
                <a:gd name="connsiteY198" fmla="*/ 711898 h 800100"/>
                <a:gd name="connsiteX199" fmla="*/ 265747 w 381000"/>
                <a:gd name="connsiteY199" fmla="*/ 711613 h 800100"/>
                <a:gd name="connsiteX200" fmla="*/ 266129 w 381000"/>
                <a:gd name="connsiteY200" fmla="*/ 710565 h 800100"/>
                <a:gd name="connsiteX201" fmla="*/ 266510 w 381000"/>
                <a:gd name="connsiteY201" fmla="*/ 710374 h 800100"/>
                <a:gd name="connsiteX202" fmla="*/ 266890 w 381000"/>
                <a:gd name="connsiteY202" fmla="*/ 710089 h 800100"/>
                <a:gd name="connsiteX203" fmla="*/ 266986 w 381000"/>
                <a:gd name="connsiteY203" fmla="*/ 709422 h 800100"/>
                <a:gd name="connsiteX204" fmla="*/ 267367 w 381000"/>
                <a:gd name="connsiteY204" fmla="*/ 709422 h 800100"/>
                <a:gd name="connsiteX205" fmla="*/ 359283 w 381000"/>
                <a:gd name="connsiteY205" fmla="*/ 703231 h 800100"/>
                <a:gd name="connsiteX206" fmla="*/ 358616 w 381000"/>
                <a:gd name="connsiteY206" fmla="*/ 703612 h 800100"/>
                <a:gd name="connsiteX207" fmla="*/ 358426 w 381000"/>
                <a:gd name="connsiteY207" fmla="*/ 704374 h 800100"/>
                <a:gd name="connsiteX208" fmla="*/ 358616 w 381000"/>
                <a:gd name="connsiteY208" fmla="*/ 705231 h 800100"/>
                <a:gd name="connsiteX209" fmla="*/ 359188 w 381000"/>
                <a:gd name="connsiteY209" fmla="*/ 705803 h 800100"/>
                <a:gd name="connsiteX210" fmla="*/ 360236 w 381000"/>
                <a:gd name="connsiteY210" fmla="*/ 705898 h 800100"/>
                <a:gd name="connsiteX211" fmla="*/ 360521 w 381000"/>
                <a:gd name="connsiteY211" fmla="*/ 705136 h 800100"/>
                <a:gd name="connsiteX212" fmla="*/ 360140 w 381000"/>
                <a:gd name="connsiteY212" fmla="*/ 704088 h 800100"/>
                <a:gd name="connsiteX213" fmla="*/ 359283 w 381000"/>
                <a:gd name="connsiteY213" fmla="*/ 703231 h 800100"/>
                <a:gd name="connsiteX214" fmla="*/ 300038 w 381000"/>
                <a:gd name="connsiteY214" fmla="*/ 114205 h 800100"/>
                <a:gd name="connsiteX215" fmla="*/ 300133 w 381000"/>
                <a:gd name="connsiteY215" fmla="*/ 114109 h 800100"/>
                <a:gd name="connsiteX216" fmla="*/ 300038 w 381000"/>
                <a:gd name="connsiteY216" fmla="*/ 113919 h 800100"/>
                <a:gd name="connsiteX217" fmla="*/ 299942 w 381000"/>
                <a:gd name="connsiteY217" fmla="*/ 113729 h 800100"/>
                <a:gd name="connsiteX218" fmla="*/ 299847 w 381000"/>
                <a:gd name="connsiteY218" fmla="*/ 113633 h 800100"/>
                <a:gd name="connsiteX219" fmla="*/ 299180 w 381000"/>
                <a:gd name="connsiteY219" fmla="*/ 113538 h 800100"/>
                <a:gd name="connsiteX220" fmla="*/ 298323 w 381000"/>
                <a:gd name="connsiteY220" fmla="*/ 113919 h 800100"/>
                <a:gd name="connsiteX221" fmla="*/ 295275 w 381000"/>
                <a:gd name="connsiteY221" fmla="*/ 115729 h 800100"/>
                <a:gd name="connsiteX222" fmla="*/ 294704 w 381000"/>
                <a:gd name="connsiteY222" fmla="*/ 116491 h 800100"/>
                <a:gd name="connsiteX223" fmla="*/ 294513 w 381000"/>
                <a:gd name="connsiteY223" fmla="*/ 116681 h 800100"/>
                <a:gd name="connsiteX224" fmla="*/ 299656 w 381000"/>
                <a:gd name="connsiteY224" fmla="*/ 114491 h 800100"/>
                <a:gd name="connsiteX225" fmla="*/ 300038 w 381000"/>
                <a:gd name="connsiteY225" fmla="*/ 114205 h 800100"/>
                <a:gd name="connsiteX226" fmla="*/ 298132 w 381000"/>
                <a:gd name="connsiteY226" fmla="*/ 134398 h 800100"/>
                <a:gd name="connsiteX227" fmla="*/ 298704 w 381000"/>
                <a:gd name="connsiteY227" fmla="*/ 134588 h 800100"/>
                <a:gd name="connsiteX228" fmla="*/ 298704 w 381000"/>
                <a:gd name="connsiteY228" fmla="*/ 134207 h 800100"/>
                <a:gd name="connsiteX229" fmla="*/ 296894 w 381000"/>
                <a:gd name="connsiteY229" fmla="*/ 132874 h 800100"/>
                <a:gd name="connsiteX230" fmla="*/ 296228 w 381000"/>
                <a:gd name="connsiteY230" fmla="*/ 132683 h 800100"/>
                <a:gd name="connsiteX231" fmla="*/ 295846 w 381000"/>
                <a:gd name="connsiteY231" fmla="*/ 133636 h 800100"/>
                <a:gd name="connsiteX232" fmla="*/ 296132 w 381000"/>
                <a:gd name="connsiteY232" fmla="*/ 134112 h 800100"/>
                <a:gd name="connsiteX233" fmla="*/ 296704 w 381000"/>
                <a:gd name="connsiteY233" fmla="*/ 134398 h 800100"/>
                <a:gd name="connsiteX234" fmla="*/ 296989 w 381000"/>
                <a:gd name="connsiteY234" fmla="*/ 134779 h 800100"/>
                <a:gd name="connsiteX235" fmla="*/ 296894 w 381000"/>
                <a:gd name="connsiteY235" fmla="*/ 135446 h 800100"/>
                <a:gd name="connsiteX236" fmla="*/ 295942 w 381000"/>
                <a:gd name="connsiteY236" fmla="*/ 137350 h 800100"/>
                <a:gd name="connsiteX237" fmla="*/ 296894 w 381000"/>
                <a:gd name="connsiteY237" fmla="*/ 136874 h 800100"/>
                <a:gd name="connsiteX238" fmla="*/ 297656 w 381000"/>
                <a:gd name="connsiteY238" fmla="*/ 136208 h 800100"/>
                <a:gd name="connsiteX239" fmla="*/ 298037 w 381000"/>
                <a:gd name="connsiteY239" fmla="*/ 135350 h 800100"/>
                <a:gd name="connsiteX240" fmla="*/ 297752 w 381000"/>
                <a:gd name="connsiteY240" fmla="*/ 134207 h 800100"/>
                <a:gd name="connsiteX241" fmla="*/ 298037 w 381000"/>
                <a:gd name="connsiteY241" fmla="*/ 134207 h 800100"/>
                <a:gd name="connsiteX242" fmla="*/ 298132 w 381000"/>
                <a:gd name="connsiteY242" fmla="*/ 134398 h 800100"/>
                <a:gd name="connsiteX243" fmla="*/ 305943 w 381000"/>
                <a:gd name="connsiteY243" fmla="*/ 112681 h 800100"/>
                <a:gd name="connsiteX244" fmla="*/ 306324 w 381000"/>
                <a:gd name="connsiteY244" fmla="*/ 112681 h 800100"/>
                <a:gd name="connsiteX245" fmla="*/ 306705 w 381000"/>
                <a:gd name="connsiteY245" fmla="*/ 113157 h 800100"/>
                <a:gd name="connsiteX246" fmla="*/ 307467 w 381000"/>
                <a:gd name="connsiteY246" fmla="*/ 112871 h 800100"/>
                <a:gd name="connsiteX247" fmla="*/ 309467 w 381000"/>
                <a:gd name="connsiteY247" fmla="*/ 111538 h 800100"/>
                <a:gd name="connsiteX248" fmla="*/ 309467 w 381000"/>
                <a:gd name="connsiteY248" fmla="*/ 111157 h 800100"/>
                <a:gd name="connsiteX249" fmla="*/ 302609 w 381000"/>
                <a:gd name="connsiteY249" fmla="*/ 111919 h 800100"/>
                <a:gd name="connsiteX250" fmla="*/ 302133 w 381000"/>
                <a:gd name="connsiteY250" fmla="*/ 112109 h 800100"/>
                <a:gd name="connsiteX251" fmla="*/ 300419 w 381000"/>
                <a:gd name="connsiteY251" fmla="*/ 112681 h 800100"/>
                <a:gd name="connsiteX252" fmla="*/ 300419 w 381000"/>
                <a:gd name="connsiteY252" fmla="*/ 113062 h 800100"/>
                <a:gd name="connsiteX253" fmla="*/ 301752 w 381000"/>
                <a:gd name="connsiteY253" fmla="*/ 112776 h 800100"/>
                <a:gd name="connsiteX254" fmla="*/ 302800 w 381000"/>
                <a:gd name="connsiteY254" fmla="*/ 112871 h 800100"/>
                <a:gd name="connsiteX255" fmla="*/ 302419 w 381000"/>
                <a:gd name="connsiteY255" fmla="*/ 113062 h 800100"/>
                <a:gd name="connsiteX256" fmla="*/ 302133 w 381000"/>
                <a:gd name="connsiteY256" fmla="*/ 113443 h 800100"/>
                <a:gd name="connsiteX257" fmla="*/ 301942 w 381000"/>
                <a:gd name="connsiteY257" fmla="*/ 113919 h 800100"/>
                <a:gd name="connsiteX258" fmla="*/ 301847 w 381000"/>
                <a:gd name="connsiteY258" fmla="*/ 113633 h 800100"/>
                <a:gd name="connsiteX259" fmla="*/ 301562 w 381000"/>
                <a:gd name="connsiteY259" fmla="*/ 113062 h 800100"/>
                <a:gd name="connsiteX260" fmla="*/ 301276 w 381000"/>
                <a:gd name="connsiteY260" fmla="*/ 113729 h 800100"/>
                <a:gd name="connsiteX261" fmla="*/ 301180 w 381000"/>
                <a:gd name="connsiteY261" fmla="*/ 114300 h 800100"/>
                <a:gd name="connsiteX262" fmla="*/ 301847 w 381000"/>
                <a:gd name="connsiteY262" fmla="*/ 114205 h 800100"/>
                <a:gd name="connsiteX263" fmla="*/ 305467 w 381000"/>
                <a:gd name="connsiteY263" fmla="*/ 112967 h 800100"/>
                <a:gd name="connsiteX264" fmla="*/ 305943 w 381000"/>
                <a:gd name="connsiteY264" fmla="*/ 112681 h 800100"/>
                <a:gd name="connsiteX265" fmla="*/ 300514 w 381000"/>
                <a:gd name="connsiteY265" fmla="*/ 134398 h 800100"/>
                <a:gd name="connsiteX266" fmla="*/ 301371 w 381000"/>
                <a:gd name="connsiteY266" fmla="*/ 133159 h 800100"/>
                <a:gd name="connsiteX267" fmla="*/ 301847 w 381000"/>
                <a:gd name="connsiteY267" fmla="*/ 132683 h 800100"/>
                <a:gd name="connsiteX268" fmla="*/ 302038 w 381000"/>
                <a:gd name="connsiteY268" fmla="*/ 131921 h 800100"/>
                <a:gd name="connsiteX269" fmla="*/ 301276 w 381000"/>
                <a:gd name="connsiteY269" fmla="*/ 131826 h 800100"/>
                <a:gd name="connsiteX270" fmla="*/ 300419 w 381000"/>
                <a:gd name="connsiteY270" fmla="*/ 132397 h 800100"/>
                <a:gd name="connsiteX271" fmla="*/ 299942 w 381000"/>
                <a:gd name="connsiteY271" fmla="*/ 133445 h 800100"/>
                <a:gd name="connsiteX272" fmla="*/ 300038 w 381000"/>
                <a:gd name="connsiteY272" fmla="*/ 134398 h 800100"/>
                <a:gd name="connsiteX273" fmla="*/ 300514 w 381000"/>
                <a:gd name="connsiteY273" fmla="*/ 134398 h 800100"/>
                <a:gd name="connsiteX274" fmla="*/ 99441 w 381000"/>
                <a:gd name="connsiteY274" fmla="*/ 708851 h 800100"/>
                <a:gd name="connsiteX275" fmla="*/ 99822 w 381000"/>
                <a:gd name="connsiteY275" fmla="*/ 709231 h 800100"/>
                <a:gd name="connsiteX276" fmla="*/ 99155 w 381000"/>
                <a:gd name="connsiteY276" fmla="*/ 708565 h 800100"/>
                <a:gd name="connsiteX277" fmla="*/ 98584 w 381000"/>
                <a:gd name="connsiteY277" fmla="*/ 708565 h 800100"/>
                <a:gd name="connsiteX278" fmla="*/ 98107 w 381000"/>
                <a:gd name="connsiteY278" fmla="*/ 708946 h 800100"/>
                <a:gd name="connsiteX279" fmla="*/ 97727 w 381000"/>
                <a:gd name="connsiteY279" fmla="*/ 709422 h 800100"/>
                <a:gd name="connsiteX280" fmla="*/ 97536 w 381000"/>
                <a:gd name="connsiteY280" fmla="*/ 709898 h 800100"/>
                <a:gd name="connsiteX281" fmla="*/ 97441 w 381000"/>
                <a:gd name="connsiteY281" fmla="*/ 710470 h 800100"/>
                <a:gd name="connsiteX282" fmla="*/ 97250 w 381000"/>
                <a:gd name="connsiteY282" fmla="*/ 710946 h 800100"/>
                <a:gd name="connsiteX283" fmla="*/ 96774 w 381000"/>
                <a:gd name="connsiteY283" fmla="*/ 711137 h 800100"/>
                <a:gd name="connsiteX284" fmla="*/ 96583 w 381000"/>
                <a:gd name="connsiteY284" fmla="*/ 711327 h 800100"/>
                <a:gd name="connsiteX285" fmla="*/ 96012 w 381000"/>
                <a:gd name="connsiteY285" fmla="*/ 712184 h 800100"/>
                <a:gd name="connsiteX286" fmla="*/ 95917 w 381000"/>
                <a:gd name="connsiteY286" fmla="*/ 712470 h 800100"/>
                <a:gd name="connsiteX287" fmla="*/ 95440 w 381000"/>
                <a:gd name="connsiteY287" fmla="*/ 712946 h 800100"/>
                <a:gd name="connsiteX288" fmla="*/ 94393 w 381000"/>
                <a:gd name="connsiteY288" fmla="*/ 713041 h 800100"/>
                <a:gd name="connsiteX289" fmla="*/ 91059 w 381000"/>
                <a:gd name="connsiteY289" fmla="*/ 712565 h 800100"/>
                <a:gd name="connsiteX290" fmla="*/ 90773 w 381000"/>
                <a:gd name="connsiteY290" fmla="*/ 712756 h 800100"/>
                <a:gd name="connsiteX291" fmla="*/ 90964 w 381000"/>
                <a:gd name="connsiteY291" fmla="*/ 713327 h 800100"/>
                <a:gd name="connsiteX292" fmla="*/ 91345 w 381000"/>
                <a:gd name="connsiteY292" fmla="*/ 715423 h 800100"/>
                <a:gd name="connsiteX293" fmla="*/ 92012 w 381000"/>
                <a:gd name="connsiteY293" fmla="*/ 716089 h 800100"/>
                <a:gd name="connsiteX294" fmla="*/ 94012 w 381000"/>
                <a:gd name="connsiteY294" fmla="*/ 717137 h 800100"/>
                <a:gd name="connsiteX295" fmla="*/ 95536 w 381000"/>
                <a:gd name="connsiteY295" fmla="*/ 718376 h 800100"/>
                <a:gd name="connsiteX296" fmla="*/ 96583 w 381000"/>
                <a:gd name="connsiteY296" fmla="*/ 720090 h 800100"/>
                <a:gd name="connsiteX297" fmla="*/ 98012 w 381000"/>
                <a:gd name="connsiteY297" fmla="*/ 724090 h 800100"/>
                <a:gd name="connsiteX298" fmla="*/ 98774 w 381000"/>
                <a:gd name="connsiteY298" fmla="*/ 728567 h 800100"/>
                <a:gd name="connsiteX299" fmla="*/ 99441 w 381000"/>
                <a:gd name="connsiteY299" fmla="*/ 730948 h 800100"/>
                <a:gd name="connsiteX300" fmla="*/ 100489 w 381000"/>
                <a:gd name="connsiteY300" fmla="*/ 731425 h 800100"/>
                <a:gd name="connsiteX301" fmla="*/ 100679 w 381000"/>
                <a:gd name="connsiteY301" fmla="*/ 731711 h 800100"/>
                <a:gd name="connsiteX302" fmla="*/ 101537 w 381000"/>
                <a:gd name="connsiteY302" fmla="*/ 732187 h 800100"/>
                <a:gd name="connsiteX303" fmla="*/ 101346 w 381000"/>
                <a:gd name="connsiteY303" fmla="*/ 731234 h 800100"/>
                <a:gd name="connsiteX304" fmla="*/ 101155 w 381000"/>
                <a:gd name="connsiteY304" fmla="*/ 730663 h 800100"/>
                <a:gd name="connsiteX305" fmla="*/ 101155 w 381000"/>
                <a:gd name="connsiteY305" fmla="*/ 729996 h 800100"/>
                <a:gd name="connsiteX306" fmla="*/ 101537 w 381000"/>
                <a:gd name="connsiteY306" fmla="*/ 728853 h 800100"/>
                <a:gd name="connsiteX307" fmla="*/ 100584 w 381000"/>
                <a:gd name="connsiteY307" fmla="*/ 727424 h 800100"/>
                <a:gd name="connsiteX308" fmla="*/ 101251 w 381000"/>
                <a:gd name="connsiteY308" fmla="*/ 724472 h 800100"/>
                <a:gd name="connsiteX309" fmla="*/ 103251 w 381000"/>
                <a:gd name="connsiteY309" fmla="*/ 719328 h 800100"/>
                <a:gd name="connsiteX310" fmla="*/ 103251 w 381000"/>
                <a:gd name="connsiteY310" fmla="*/ 713708 h 800100"/>
                <a:gd name="connsiteX311" fmla="*/ 103061 w 381000"/>
                <a:gd name="connsiteY311" fmla="*/ 712851 h 800100"/>
                <a:gd name="connsiteX312" fmla="*/ 99441 w 381000"/>
                <a:gd name="connsiteY312" fmla="*/ 708851 h 800100"/>
                <a:gd name="connsiteX313" fmla="*/ 216027 w 381000"/>
                <a:gd name="connsiteY313" fmla="*/ 753332 h 800100"/>
                <a:gd name="connsiteX314" fmla="*/ 215360 w 381000"/>
                <a:gd name="connsiteY314" fmla="*/ 752665 h 800100"/>
                <a:gd name="connsiteX315" fmla="*/ 214979 w 381000"/>
                <a:gd name="connsiteY315" fmla="*/ 752094 h 800100"/>
                <a:gd name="connsiteX316" fmla="*/ 212503 w 381000"/>
                <a:gd name="connsiteY316" fmla="*/ 749618 h 800100"/>
                <a:gd name="connsiteX317" fmla="*/ 209931 w 381000"/>
                <a:gd name="connsiteY317" fmla="*/ 745998 h 800100"/>
                <a:gd name="connsiteX318" fmla="*/ 209550 w 381000"/>
                <a:gd name="connsiteY318" fmla="*/ 745712 h 800100"/>
                <a:gd name="connsiteX319" fmla="*/ 209360 w 381000"/>
                <a:gd name="connsiteY319" fmla="*/ 745522 h 800100"/>
                <a:gd name="connsiteX320" fmla="*/ 209264 w 381000"/>
                <a:gd name="connsiteY320" fmla="*/ 745236 h 800100"/>
                <a:gd name="connsiteX321" fmla="*/ 208979 w 381000"/>
                <a:gd name="connsiteY321" fmla="*/ 745522 h 800100"/>
                <a:gd name="connsiteX322" fmla="*/ 210121 w 381000"/>
                <a:gd name="connsiteY322" fmla="*/ 747046 h 800100"/>
                <a:gd name="connsiteX323" fmla="*/ 210598 w 381000"/>
                <a:gd name="connsiteY323" fmla="*/ 747903 h 800100"/>
                <a:gd name="connsiteX324" fmla="*/ 210788 w 381000"/>
                <a:gd name="connsiteY324" fmla="*/ 749046 h 800100"/>
                <a:gd name="connsiteX325" fmla="*/ 211074 w 381000"/>
                <a:gd name="connsiteY325" fmla="*/ 749903 h 800100"/>
                <a:gd name="connsiteX326" fmla="*/ 211646 w 381000"/>
                <a:gd name="connsiteY326" fmla="*/ 750856 h 800100"/>
                <a:gd name="connsiteX327" fmla="*/ 212979 w 381000"/>
                <a:gd name="connsiteY327" fmla="*/ 752475 h 800100"/>
                <a:gd name="connsiteX328" fmla="*/ 214789 w 381000"/>
                <a:gd name="connsiteY328" fmla="*/ 755237 h 800100"/>
                <a:gd name="connsiteX329" fmla="*/ 215360 w 381000"/>
                <a:gd name="connsiteY329" fmla="*/ 755713 h 800100"/>
                <a:gd name="connsiteX330" fmla="*/ 216408 w 381000"/>
                <a:gd name="connsiteY330" fmla="*/ 755618 h 800100"/>
                <a:gd name="connsiteX331" fmla="*/ 216122 w 381000"/>
                <a:gd name="connsiteY331" fmla="*/ 755237 h 800100"/>
                <a:gd name="connsiteX332" fmla="*/ 215265 w 381000"/>
                <a:gd name="connsiteY332" fmla="*/ 754571 h 800100"/>
                <a:gd name="connsiteX333" fmla="*/ 214503 w 381000"/>
                <a:gd name="connsiteY333" fmla="*/ 753618 h 800100"/>
                <a:gd name="connsiteX334" fmla="*/ 214884 w 381000"/>
                <a:gd name="connsiteY334" fmla="*/ 753332 h 800100"/>
                <a:gd name="connsiteX335" fmla="*/ 215646 w 381000"/>
                <a:gd name="connsiteY335" fmla="*/ 753904 h 800100"/>
                <a:gd name="connsiteX336" fmla="*/ 216789 w 381000"/>
                <a:gd name="connsiteY336" fmla="*/ 754856 h 800100"/>
                <a:gd name="connsiteX337" fmla="*/ 217551 w 381000"/>
                <a:gd name="connsiteY337" fmla="*/ 755999 h 800100"/>
                <a:gd name="connsiteX338" fmla="*/ 217265 w 381000"/>
                <a:gd name="connsiteY338" fmla="*/ 757047 h 800100"/>
                <a:gd name="connsiteX339" fmla="*/ 217265 w 381000"/>
                <a:gd name="connsiteY339" fmla="*/ 757333 h 800100"/>
                <a:gd name="connsiteX340" fmla="*/ 218599 w 381000"/>
                <a:gd name="connsiteY340" fmla="*/ 757333 h 800100"/>
                <a:gd name="connsiteX341" fmla="*/ 219361 w 381000"/>
                <a:gd name="connsiteY341" fmla="*/ 756856 h 800100"/>
                <a:gd name="connsiteX342" fmla="*/ 219742 w 381000"/>
                <a:gd name="connsiteY342" fmla="*/ 755904 h 800100"/>
                <a:gd name="connsiteX343" fmla="*/ 219837 w 381000"/>
                <a:gd name="connsiteY343" fmla="*/ 754571 h 800100"/>
                <a:gd name="connsiteX344" fmla="*/ 219170 w 381000"/>
                <a:gd name="connsiteY344" fmla="*/ 754094 h 800100"/>
                <a:gd name="connsiteX345" fmla="*/ 216027 w 381000"/>
                <a:gd name="connsiteY345" fmla="*/ 753332 h 800100"/>
                <a:gd name="connsiteX346" fmla="*/ 288607 w 381000"/>
                <a:gd name="connsiteY346" fmla="*/ 122301 h 800100"/>
                <a:gd name="connsiteX347" fmla="*/ 288893 w 381000"/>
                <a:gd name="connsiteY347" fmla="*/ 121634 h 800100"/>
                <a:gd name="connsiteX348" fmla="*/ 288703 w 381000"/>
                <a:gd name="connsiteY348" fmla="*/ 121539 h 800100"/>
                <a:gd name="connsiteX349" fmla="*/ 287464 w 381000"/>
                <a:gd name="connsiteY349" fmla="*/ 121920 h 800100"/>
                <a:gd name="connsiteX350" fmla="*/ 285655 w 381000"/>
                <a:gd name="connsiteY350" fmla="*/ 122396 h 800100"/>
                <a:gd name="connsiteX351" fmla="*/ 285274 w 381000"/>
                <a:gd name="connsiteY351" fmla="*/ 122587 h 800100"/>
                <a:gd name="connsiteX352" fmla="*/ 284893 w 381000"/>
                <a:gd name="connsiteY352" fmla="*/ 122587 h 800100"/>
                <a:gd name="connsiteX353" fmla="*/ 284702 w 381000"/>
                <a:gd name="connsiteY353" fmla="*/ 122301 h 800100"/>
                <a:gd name="connsiteX354" fmla="*/ 284607 w 381000"/>
                <a:gd name="connsiteY354" fmla="*/ 122015 h 800100"/>
                <a:gd name="connsiteX355" fmla="*/ 284512 w 381000"/>
                <a:gd name="connsiteY355" fmla="*/ 121634 h 800100"/>
                <a:gd name="connsiteX356" fmla="*/ 284512 w 381000"/>
                <a:gd name="connsiteY356" fmla="*/ 121158 h 800100"/>
                <a:gd name="connsiteX357" fmla="*/ 284416 w 381000"/>
                <a:gd name="connsiteY357" fmla="*/ 120682 h 800100"/>
                <a:gd name="connsiteX358" fmla="*/ 284131 w 381000"/>
                <a:gd name="connsiteY358" fmla="*/ 120491 h 800100"/>
                <a:gd name="connsiteX359" fmla="*/ 283750 w 381000"/>
                <a:gd name="connsiteY359" fmla="*/ 120396 h 800100"/>
                <a:gd name="connsiteX360" fmla="*/ 283369 w 381000"/>
                <a:gd name="connsiteY360" fmla="*/ 120110 h 800100"/>
                <a:gd name="connsiteX361" fmla="*/ 282130 w 381000"/>
                <a:gd name="connsiteY361" fmla="*/ 118586 h 800100"/>
                <a:gd name="connsiteX362" fmla="*/ 281559 w 381000"/>
                <a:gd name="connsiteY362" fmla="*/ 118205 h 800100"/>
                <a:gd name="connsiteX363" fmla="*/ 281369 w 381000"/>
                <a:gd name="connsiteY363" fmla="*/ 118110 h 800100"/>
                <a:gd name="connsiteX364" fmla="*/ 281178 w 381000"/>
                <a:gd name="connsiteY364" fmla="*/ 118110 h 800100"/>
                <a:gd name="connsiteX365" fmla="*/ 280988 w 381000"/>
                <a:gd name="connsiteY365" fmla="*/ 118110 h 800100"/>
                <a:gd name="connsiteX366" fmla="*/ 280797 w 381000"/>
                <a:gd name="connsiteY366" fmla="*/ 118205 h 800100"/>
                <a:gd name="connsiteX367" fmla="*/ 280606 w 381000"/>
                <a:gd name="connsiteY367" fmla="*/ 118491 h 800100"/>
                <a:gd name="connsiteX368" fmla="*/ 280511 w 381000"/>
                <a:gd name="connsiteY368" fmla="*/ 118872 h 800100"/>
                <a:gd name="connsiteX369" fmla="*/ 280416 w 381000"/>
                <a:gd name="connsiteY369" fmla="*/ 119539 h 800100"/>
                <a:gd name="connsiteX370" fmla="*/ 280321 w 381000"/>
                <a:gd name="connsiteY370" fmla="*/ 120967 h 800100"/>
                <a:gd name="connsiteX371" fmla="*/ 280321 w 381000"/>
                <a:gd name="connsiteY371" fmla="*/ 121825 h 800100"/>
                <a:gd name="connsiteX372" fmla="*/ 280511 w 381000"/>
                <a:gd name="connsiteY372" fmla="*/ 122206 h 800100"/>
                <a:gd name="connsiteX373" fmla="*/ 280035 w 381000"/>
                <a:gd name="connsiteY373" fmla="*/ 122301 h 800100"/>
                <a:gd name="connsiteX374" fmla="*/ 279749 w 381000"/>
                <a:gd name="connsiteY374" fmla="*/ 122587 h 800100"/>
                <a:gd name="connsiteX375" fmla="*/ 279654 w 381000"/>
                <a:gd name="connsiteY375" fmla="*/ 123063 h 800100"/>
                <a:gd name="connsiteX376" fmla="*/ 279463 w 381000"/>
                <a:gd name="connsiteY376" fmla="*/ 123063 h 800100"/>
                <a:gd name="connsiteX377" fmla="*/ 279082 w 381000"/>
                <a:gd name="connsiteY377" fmla="*/ 122587 h 800100"/>
                <a:gd name="connsiteX378" fmla="*/ 278702 w 381000"/>
                <a:gd name="connsiteY378" fmla="*/ 122587 h 800100"/>
                <a:gd name="connsiteX379" fmla="*/ 278416 w 381000"/>
                <a:gd name="connsiteY379" fmla="*/ 124301 h 800100"/>
                <a:gd name="connsiteX380" fmla="*/ 277939 w 381000"/>
                <a:gd name="connsiteY380" fmla="*/ 125921 h 800100"/>
                <a:gd name="connsiteX381" fmla="*/ 277844 w 381000"/>
                <a:gd name="connsiteY381" fmla="*/ 126587 h 800100"/>
                <a:gd name="connsiteX382" fmla="*/ 277463 w 381000"/>
                <a:gd name="connsiteY382" fmla="*/ 127730 h 800100"/>
                <a:gd name="connsiteX383" fmla="*/ 276701 w 381000"/>
                <a:gd name="connsiteY383" fmla="*/ 129159 h 800100"/>
                <a:gd name="connsiteX384" fmla="*/ 276320 w 381000"/>
                <a:gd name="connsiteY384" fmla="*/ 130397 h 800100"/>
                <a:gd name="connsiteX385" fmla="*/ 277178 w 381000"/>
                <a:gd name="connsiteY385" fmla="*/ 131064 h 800100"/>
                <a:gd name="connsiteX386" fmla="*/ 278987 w 381000"/>
                <a:gd name="connsiteY386" fmla="*/ 129540 h 800100"/>
                <a:gd name="connsiteX387" fmla="*/ 279654 w 381000"/>
                <a:gd name="connsiteY387" fmla="*/ 129159 h 800100"/>
                <a:gd name="connsiteX388" fmla="*/ 280892 w 381000"/>
                <a:gd name="connsiteY388" fmla="*/ 128683 h 800100"/>
                <a:gd name="connsiteX389" fmla="*/ 281464 w 381000"/>
                <a:gd name="connsiteY389" fmla="*/ 128397 h 800100"/>
                <a:gd name="connsiteX390" fmla="*/ 283273 w 381000"/>
                <a:gd name="connsiteY390" fmla="*/ 125921 h 800100"/>
                <a:gd name="connsiteX391" fmla="*/ 284321 w 381000"/>
                <a:gd name="connsiteY391" fmla="*/ 124778 h 800100"/>
                <a:gd name="connsiteX392" fmla="*/ 285083 w 381000"/>
                <a:gd name="connsiteY392" fmla="*/ 124968 h 800100"/>
                <a:gd name="connsiteX393" fmla="*/ 285464 w 381000"/>
                <a:gd name="connsiteY393" fmla="*/ 124968 h 800100"/>
                <a:gd name="connsiteX394" fmla="*/ 286036 w 381000"/>
                <a:gd name="connsiteY394" fmla="*/ 124111 h 800100"/>
                <a:gd name="connsiteX395" fmla="*/ 287750 w 381000"/>
                <a:gd name="connsiteY395" fmla="*/ 122872 h 800100"/>
                <a:gd name="connsiteX396" fmla="*/ 288607 w 381000"/>
                <a:gd name="connsiteY396" fmla="*/ 122301 h 800100"/>
                <a:gd name="connsiteX397" fmla="*/ 281369 w 381000"/>
                <a:gd name="connsiteY397" fmla="*/ 144209 h 800100"/>
                <a:gd name="connsiteX398" fmla="*/ 282035 w 381000"/>
                <a:gd name="connsiteY398" fmla="*/ 144209 h 800100"/>
                <a:gd name="connsiteX399" fmla="*/ 282416 w 381000"/>
                <a:gd name="connsiteY399" fmla="*/ 143828 h 800100"/>
                <a:gd name="connsiteX400" fmla="*/ 282797 w 381000"/>
                <a:gd name="connsiteY400" fmla="*/ 142684 h 800100"/>
                <a:gd name="connsiteX401" fmla="*/ 283083 w 381000"/>
                <a:gd name="connsiteY401" fmla="*/ 142018 h 800100"/>
                <a:gd name="connsiteX402" fmla="*/ 285560 w 381000"/>
                <a:gd name="connsiteY402" fmla="*/ 138303 h 800100"/>
                <a:gd name="connsiteX403" fmla="*/ 286036 w 381000"/>
                <a:gd name="connsiteY403" fmla="*/ 137350 h 800100"/>
                <a:gd name="connsiteX404" fmla="*/ 286321 w 381000"/>
                <a:gd name="connsiteY404" fmla="*/ 136112 h 800100"/>
                <a:gd name="connsiteX405" fmla="*/ 286226 w 381000"/>
                <a:gd name="connsiteY405" fmla="*/ 135731 h 800100"/>
                <a:gd name="connsiteX406" fmla="*/ 286131 w 381000"/>
                <a:gd name="connsiteY406" fmla="*/ 135541 h 800100"/>
                <a:gd name="connsiteX407" fmla="*/ 285940 w 381000"/>
                <a:gd name="connsiteY407" fmla="*/ 135350 h 800100"/>
                <a:gd name="connsiteX408" fmla="*/ 285750 w 381000"/>
                <a:gd name="connsiteY408" fmla="*/ 136303 h 800100"/>
                <a:gd name="connsiteX409" fmla="*/ 284512 w 381000"/>
                <a:gd name="connsiteY409" fmla="*/ 138875 h 800100"/>
                <a:gd name="connsiteX410" fmla="*/ 284036 w 381000"/>
                <a:gd name="connsiteY410" fmla="*/ 139732 h 800100"/>
                <a:gd name="connsiteX411" fmla="*/ 283464 w 381000"/>
                <a:gd name="connsiteY411" fmla="*/ 140208 h 800100"/>
                <a:gd name="connsiteX412" fmla="*/ 282702 w 381000"/>
                <a:gd name="connsiteY412" fmla="*/ 140399 h 800100"/>
                <a:gd name="connsiteX413" fmla="*/ 281559 w 381000"/>
                <a:gd name="connsiteY413" fmla="*/ 140399 h 800100"/>
                <a:gd name="connsiteX414" fmla="*/ 281559 w 381000"/>
                <a:gd name="connsiteY414" fmla="*/ 140779 h 800100"/>
                <a:gd name="connsiteX415" fmla="*/ 282130 w 381000"/>
                <a:gd name="connsiteY415" fmla="*/ 141446 h 800100"/>
                <a:gd name="connsiteX416" fmla="*/ 282035 w 381000"/>
                <a:gd name="connsiteY416" fmla="*/ 142304 h 800100"/>
                <a:gd name="connsiteX417" fmla="*/ 281369 w 381000"/>
                <a:gd name="connsiteY417" fmla="*/ 144209 h 800100"/>
                <a:gd name="connsiteX418" fmla="*/ 286417 w 381000"/>
                <a:gd name="connsiteY418" fmla="*/ 134588 h 800100"/>
                <a:gd name="connsiteX419" fmla="*/ 287464 w 381000"/>
                <a:gd name="connsiteY419" fmla="*/ 134779 h 800100"/>
                <a:gd name="connsiteX420" fmla="*/ 288036 w 381000"/>
                <a:gd name="connsiteY420" fmla="*/ 133350 h 800100"/>
                <a:gd name="connsiteX421" fmla="*/ 288417 w 381000"/>
                <a:gd name="connsiteY421" fmla="*/ 131636 h 800100"/>
                <a:gd name="connsiteX422" fmla="*/ 290322 w 381000"/>
                <a:gd name="connsiteY422" fmla="*/ 127540 h 800100"/>
                <a:gd name="connsiteX423" fmla="*/ 290322 w 381000"/>
                <a:gd name="connsiteY423" fmla="*/ 127159 h 800100"/>
                <a:gd name="connsiteX424" fmla="*/ 290131 w 381000"/>
                <a:gd name="connsiteY424" fmla="*/ 127063 h 800100"/>
                <a:gd name="connsiteX425" fmla="*/ 289750 w 381000"/>
                <a:gd name="connsiteY425" fmla="*/ 127254 h 800100"/>
                <a:gd name="connsiteX426" fmla="*/ 288512 w 381000"/>
                <a:gd name="connsiteY426" fmla="*/ 128492 h 800100"/>
                <a:gd name="connsiteX427" fmla="*/ 288322 w 381000"/>
                <a:gd name="connsiteY427" fmla="*/ 128778 h 800100"/>
                <a:gd name="connsiteX428" fmla="*/ 288131 w 381000"/>
                <a:gd name="connsiteY428" fmla="*/ 129159 h 800100"/>
                <a:gd name="connsiteX429" fmla="*/ 288036 w 381000"/>
                <a:gd name="connsiteY429" fmla="*/ 129635 h 800100"/>
                <a:gd name="connsiteX430" fmla="*/ 287941 w 381000"/>
                <a:gd name="connsiteY430" fmla="*/ 130874 h 800100"/>
                <a:gd name="connsiteX431" fmla="*/ 287750 w 381000"/>
                <a:gd name="connsiteY431" fmla="*/ 131540 h 800100"/>
                <a:gd name="connsiteX432" fmla="*/ 286988 w 381000"/>
                <a:gd name="connsiteY432" fmla="*/ 132302 h 800100"/>
                <a:gd name="connsiteX433" fmla="*/ 286798 w 381000"/>
                <a:gd name="connsiteY433" fmla="*/ 132874 h 800100"/>
                <a:gd name="connsiteX434" fmla="*/ 286893 w 381000"/>
                <a:gd name="connsiteY434" fmla="*/ 133541 h 800100"/>
                <a:gd name="connsiteX435" fmla="*/ 286988 w 381000"/>
                <a:gd name="connsiteY435" fmla="*/ 134017 h 800100"/>
                <a:gd name="connsiteX436" fmla="*/ 286893 w 381000"/>
                <a:gd name="connsiteY436" fmla="*/ 134398 h 800100"/>
                <a:gd name="connsiteX437" fmla="*/ 286417 w 381000"/>
                <a:gd name="connsiteY437" fmla="*/ 134588 h 800100"/>
                <a:gd name="connsiteX438" fmla="*/ 261556 w 381000"/>
                <a:gd name="connsiteY438" fmla="*/ 144780 h 800100"/>
                <a:gd name="connsiteX439" fmla="*/ 262699 w 381000"/>
                <a:gd name="connsiteY439" fmla="*/ 145066 h 800100"/>
                <a:gd name="connsiteX440" fmla="*/ 262319 w 381000"/>
                <a:gd name="connsiteY440" fmla="*/ 144875 h 800100"/>
                <a:gd name="connsiteX441" fmla="*/ 262033 w 381000"/>
                <a:gd name="connsiteY441" fmla="*/ 144589 h 800100"/>
                <a:gd name="connsiteX442" fmla="*/ 261842 w 381000"/>
                <a:gd name="connsiteY442" fmla="*/ 144304 h 800100"/>
                <a:gd name="connsiteX443" fmla="*/ 261652 w 381000"/>
                <a:gd name="connsiteY443" fmla="*/ 143923 h 800100"/>
                <a:gd name="connsiteX444" fmla="*/ 261271 w 381000"/>
                <a:gd name="connsiteY444" fmla="*/ 143923 h 800100"/>
                <a:gd name="connsiteX445" fmla="*/ 260795 w 381000"/>
                <a:gd name="connsiteY445" fmla="*/ 144018 h 800100"/>
                <a:gd name="connsiteX446" fmla="*/ 259937 w 381000"/>
                <a:gd name="connsiteY446" fmla="*/ 143828 h 800100"/>
                <a:gd name="connsiteX447" fmla="*/ 259271 w 381000"/>
                <a:gd name="connsiteY447" fmla="*/ 143446 h 800100"/>
                <a:gd name="connsiteX448" fmla="*/ 259461 w 381000"/>
                <a:gd name="connsiteY448" fmla="*/ 142875 h 800100"/>
                <a:gd name="connsiteX449" fmla="*/ 259461 w 381000"/>
                <a:gd name="connsiteY449" fmla="*/ 142494 h 800100"/>
                <a:gd name="connsiteX450" fmla="*/ 258889 w 381000"/>
                <a:gd name="connsiteY450" fmla="*/ 142018 h 800100"/>
                <a:gd name="connsiteX451" fmla="*/ 258223 w 381000"/>
                <a:gd name="connsiteY451" fmla="*/ 141732 h 800100"/>
                <a:gd name="connsiteX452" fmla="*/ 257651 w 381000"/>
                <a:gd name="connsiteY452" fmla="*/ 141922 h 800100"/>
                <a:gd name="connsiteX453" fmla="*/ 257556 w 381000"/>
                <a:gd name="connsiteY453" fmla="*/ 142875 h 800100"/>
                <a:gd name="connsiteX454" fmla="*/ 257175 w 381000"/>
                <a:gd name="connsiteY454" fmla="*/ 142875 h 800100"/>
                <a:gd name="connsiteX455" fmla="*/ 256604 w 381000"/>
                <a:gd name="connsiteY455" fmla="*/ 142304 h 800100"/>
                <a:gd name="connsiteX456" fmla="*/ 254984 w 381000"/>
                <a:gd name="connsiteY456" fmla="*/ 142018 h 800100"/>
                <a:gd name="connsiteX457" fmla="*/ 254222 w 381000"/>
                <a:gd name="connsiteY457" fmla="*/ 141256 h 800100"/>
                <a:gd name="connsiteX458" fmla="*/ 254603 w 381000"/>
                <a:gd name="connsiteY458" fmla="*/ 140875 h 800100"/>
                <a:gd name="connsiteX459" fmla="*/ 254127 w 381000"/>
                <a:gd name="connsiteY459" fmla="*/ 141256 h 800100"/>
                <a:gd name="connsiteX460" fmla="*/ 254032 w 381000"/>
                <a:gd name="connsiteY460" fmla="*/ 141637 h 800100"/>
                <a:gd name="connsiteX461" fmla="*/ 254032 w 381000"/>
                <a:gd name="connsiteY461" fmla="*/ 142018 h 800100"/>
                <a:gd name="connsiteX462" fmla="*/ 253841 w 381000"/>
                <a:gd name="connsiteY462" fmla="*/ 142399 h 800100"/>
                <a:gd name="connsiteX463" fmla="*/ 253460 w 381000"/>
                <a:gd name="connsiteY463" fmla="*/ 142589 h 800100"/>
                <a:gd name="connsiteX464" fmla="*/ 252222 w 381000"/>
                <a:gd name="connsiteY464" fmla="*/ 143066 h 800100"/>
                <a:gd name="connsiteX465" fmla="*/ 252031 w 381000"/>
                <a:gd name="connsiteY465" fmla="*/ 144113 h 800100"/>
                <a:gd name="connsiteX466" fmla="*/ 252603 w 381000"/>
                <a:gd name="connsiteY466" fmla="*/ 144875 h 800100"/>
                <a:gd name="connsiteX467" fmla="*/ 254127 w 381000"/>
                <a:gd name="connsiteY467" fmla="*/ 145828 h 800100"/>
                <a:gd name="connsiteX468" fmla="*/ 254794 w 381000"/>
                <a:gd name="connsiteY468" fmla="*/ 146495 h 800100"/>
                <a:gd name="connsiteX469" fmla="*/ 256032 w 381000"/>
                <a:gd name="connsiteY469" fmla="*/ 148114 h 800100"/>
                <a:gd name="connsiteX470" fmla="*/ 257080 w 381000"/>
                <a:gd name="connsiteY470" fmla="*/ 148876 h 800100"/>
                <a:gd name="connsiteX471" fmla="*/ 257080 w 381000"/>
                <a:gd name="connsiteY471" fmla="*/ 148495 h 800100"/>
                <a:gd name="connsiteX472" fmla="*/ 256889 w 381000"/>
                <a:gd name="connsiteY472" fmla="*/ 148304 h 800100"/>
                <a:gd name="connsiteX473" fmla="*/ 256699 w 381000"/>
                <a:gd name="connsiteY473" fmla="*/ 147733 h 800100"/>
                <a:gd name="connsiteX474" fmla="*/ 257080 w 381000"/>
                <a:gd name="connsiteY474" fmla="*/ 147733 h 800100"/>
                <a:gd name="connsiteX475" fmla="*/ 257270 w 381000"/>
                <a:gd name="connsiteY475" fmla="*/ 148018 h 800100"/>
                <a:gd name="connsiteX476" fmla="*/ 257556 w 381000"/>
                <a:gd name="connsiteY476" fmla="*/ 148304 h 800100"/>
                <a:gd name="connsiteX477" fmla="*/ 257746 w 381000"/>
                <a:gd name="connsiteY477" fmla="*/ 148590 h 800100"/>
                <a:gd name="connsiteX478" fmla="*/ 258128 w 381000"/>
                <a:gd name="connsiteY478" fmla="*/ 148590 h 800100"/>
                <a:gd name="connsiteX479" fmla="*/ 258128 w 381000"/>
                <a:gd name="connsiteY479" fmla="*/ 148209 h 800100"/>
                <a:gd name="connsiteX480" fmla="*/ 258508 w 381000"/>
                <a:gd name="connsiteY480" fmla="*/ 148209 h 800100"/>
                <a:gd name="connsiteX481" fmla="*/ 258604 w 381000"/>
                <a:gd name="connsiteY481" fmla="*/ 148400 h 800100"/>
                <a:gd name="connsiteX482" fmla="*/ 258604 w 381000"/>
                <a:gd name="connsiteY482" fmla="*/ 148495 h 800100"/>
                <a:gd name="connsiteX483" fmla="*/ 258604 w 381000"/>
                <a:gd name="connsiteY483" fmla="*/ 148495 h 800100"/>
                <a:gd name="connsiteX484" fmla="*/ 258794 w 381000"/>
                <a:gd name="connsiteY484" fmla="*/ 148590 h 800100"/>
                <a:gd name="connsiteX485" fmla="*/ 258794 w 381000"/>
                <a:gd name="connsiteY485" fmla="*/ 148971 h 800100"/>
                <a:gd name="connsiteX486" fmla="*/ 257651 w 381000"/>
                <a:gd name="connsiteY486" fmla="*/ 148971 h 800100"/>
                <a:gd name="connsiteX487" fmla="*/ 257651 w 381000"/>
                <a:gd name="connsiteY487" fmla="*/ 149352 h 800100"/>
                <a:gd name="connsiteX488" fmla="*/ 257842 w 381000"/>
                <a:gd name="connsiteY488" fmla="*/ 149447 h 800100"/>
                <a:gd name="connsiteX489" fmla="*/ 258032 w 381000"/>
                <a:gd name="connsiteY489" fmla="*/ 149733 h 800100"/>
                <a:gd name="connsiteX490" fmla="*/ 258413 w 381000"/>
                <a:gd name="connsiteY490" fmla="*/ 149352 h 800100"/>
                <a:gd name="connsiteX491" fmla="*/ 258413 w 381000"/>
                <a:gd name="connsiteY491" fmla="*/ 149733 h 800100"/>
                <a:gd name="connsiteX492" fmla="*/ 258604 w 381000"/>
                <a:gd name="connsiteY492" fmla="*/ 149542 h 800100"/>
                <a:gd name="connsiteX493" fmla="*/ 258794 w 381000"/>
                <a:gd name="connsiteY493" fmla="*/ 149447 h 800100"/>
                <a:gd name="connsiteX494" fmla="*/ 259175 w 381000"/>
                <a:gd name="connsiteY494" fmla="*/ 149352 h 800100"/>
                <a:gd name="connsiteX495" fmla="*/ 259175 w 381000"/>
                <a:gd name="connsiteY495" fmla="*/ 150590 h 800100"/>
                <a:gd name="connsiteX496" fmla="*/ 259652 w 381000"/>
                <a:gd name="connsiteY496" fmla="*/ 149638 h 800100"/>
                <a:gd name="connsiteX497" fmla="*/ 259937 w 381000"/>
                <a:gd name="connsiteY497" fmla="*/ 148685 h 800100"/>
                <a:gd name="connsiteX498" fmla="*/ 260318 w 381000"/>
                <a:gd name="connsiteY498" fmla="*/ 148685 h 800100"/>
                <a:gd name="connsiteX499" fmla="*/ 260318 w 381000"/>
                <a:gd name="connsiteY499" fmla="*/ 149066 h 800100"/>
                <a:gd name="connsiteX500" fmla="*/ 260699 w 381000"/>
                <a:gd name="connsiteY500" fmla="*/ 149066 h 800100"/>
                <a:gd name="connsiteX501" fmla="*/ 260413 w 381000"/>
                <a:gd name="connsiteY501" fmla="*/ 148114 h 800100"/>
                <a:gd name="connsiteX502" fmla="*/ 258794 w 381000"/>
                <a:gd name="connsiteY502" fmla="*/ 147161 h 800100"/>
                <a:gd name="connsiteX503" fmla="*/ 258508 w 381000"/>
                <a:gd name="connsiteY503" fmla="*/ 145923 h 800100"/>
                <a:gd name="connsiteX504" fmla="*/ 258985 w 381000"/>
                <a:gd name="connsiteY504" fmla="*/ 146304 h 800100"/>
                <a:gd name="connsiteX505" fmla="*/ 259461 w 381000"/>
                <a:gd name="connsiteY505" fmla="*/ 146495 h 800100"/>
                <a:gd name="connsiteX506" fmla="*/ 259937 w 381000"/>
                <a:gd name="connsiteY506" fmla="*/ 146495 h 800100"/>
                <a:gd name="connsiteX507" fmla="*/ 260604 w 381000"/>
                <a:gd name="connsiteY507" fmla="*/ 146209 h 800100"/>
                <a:gd name="connsiteX508" fmla="*/ 260604 w 381000"/>
                <a:gd name="connsiteY508" fmla="*/ 145828 h 800100"/>
                <a:gd name="connsiteX509" fmla="*/ 260223 w 381000"/>
                <a:gd name="connsiteY509" fmla="*/ 145542 h 800100"/>
                <a:gd name="connsiteX510" fmla="*/ 260032 w 381000"/>
                <a:gd name="connsiteY510" fmla="*/ 145161 h 800100"/>
                <a:gd name="connsiteX511" fmla="*/ 260032 w 381000"/>
                <a:gd name="connsiteY511" fmla="*/ 144780 h 800100"/>
                <a:gd name="connsiteX512" fmla="*/ 260223 w 381000"/>
                <a:gd name="connsiteY512" fmla="*/ 144304 h 800100"/>
                <a:gd name="connsiteX513" fmla="*/ 260699 w 381000"/>
                <a:gd name="connsiteY513" fmla="*/ 145351 h 800100"/>
                <a:gd name="connsiteX514" fmla="*/ 261080 w 381000"/>
                <a:gd name="connsiteY514" fmla="*/ 145733 h 800100"/>
                <a:gd name="connsiteX515" fmla="*/ 261747 w 381000"/>
                <a:gd name="connsiteY515" fmla="*/ 145828 h 800100"/>
                <a:gd name="connsiteX516" fmla="*/ 261461 w 381000"/>
                <a:gd name="connsiteY516" fmla="*/ 145447 h 800100"/>
                <a:gd name="connsiteX517" fmla="*/ 261271 w 381000"/>
                <a:gd name="connsiteY517" fmla="*/ 145256 h 800100"/>
                <a:gd name="connsiteX518" fmla="*/ 260985 w 381000"/>
                <a:gd name="connsiteY518" fmla="*/ 145066 h 800100"/>
                <a:gd name="connsiteX519" fmla="*/ 260985 w 381000"/>
                <a:gd name="connsiteY519" fmla="*/ 144685 h 800100"/>
                <a:gd name="connsiteX520" fmla="*/ 261556 w 381000"/>
                <a:gd name="connsiteY520" fmla="*/ 144780 h 800100"/>
                <a:gd name="connsiteX521" fmla="*/ 280988 w 381000"/>
                <a:gd name="connsiteY521" fmla="*/ 138875 h 800100"/>
                <a:gd name="connsiteX522" fmla="*/ 282226 w 381000"/>
                <a:gd name="connsiteY522" fmla="*/ 138779 h 800100"/>
                <a:gd name="connsiteX523" fmla="*/ 283083 w 381000"/>
                <a:gd name="connsiteY523" fmla="*/ 138589 h 800100"/>
                <a:gd name="connsiteX524" fmla="*/ 283845 w 381000"/>
                <a:gd name="connsiteY524" fmla="*/ 138208 h 800100"/>
                <a:gd name="connsiteX525" fmla="*/ 284416 w 381000"/>
                <a:gd name="connsiteY525" fmla="*/ 137541 h 800100"/>
                <a:gd name="connsiteX526" fmla="*/ 284797 w 381000"/>
                <a:gd name="connsiteY526" fmla="*/ 136779 h 800100"/>
                <a:gd name="connsiteX527" fmla="*/ 285369 w 381000"/>
                <a:gd name="connsiteY527" fmla="*/ 134779 h 800100"/>
                <a:gd name="connsiteX528" fmla="*/ 286131 w 381000"/>
                <a:gd name="connsiteY528" fmla="*/ 132779 h 800100"/>
                <a:gd name="connsiteX529" fmla="*/ 286321 w 381000"/>
                <a:gd name="connsiteY529" fmla="*/ 132017 h 800100"/>
                <a:gd name="connsiteX530" fmla="*/ 286036 w 381000"/>
                <a:gd name="connsiteY530" fmla="*/ 131826 h 800100"/>
                <a:gd name="connsiteX531" fmla="*/ 285750 w 381000"/>
                <a:gd name="connsiteY531" fmla="*/ 132017 h 800100"/>
                <a:gd name="connsiteX532" fmla="*/ 284988 w 381000"/>
                <a:gd name="connsiteY532" fmla="*/ 132874 h 800100"/>
                <a:gd name="connsiteX533" fmla="*/ 284988 w 381000"/>
                <a:gd name="connsiteY533" fmla="*/ 131731 h 800100"/>
                <a:gd name="connsiteX534" fmla="*/ 284416 w 381000"/>
                <a:gd name="connsiteY534" fmla="*/ 132779 h 800100"/>
                <a:gd name="connsiteX535" fmla="*/ 284226 w 381000"/>
                <a:gd name="connsiteY535" fmla="*/ 133255 h 800100"/>
                <a:gd name="connsiteX536" fmla="*/ 283655 w 381000"/>
                <a:gd name="connsiteY536" fmla="*/ 133064 h 800100"/>
                <a:gd name="connsiteX537" fmla="*/ 283464 w 381000"/>
                <a:gd name="connsiteY537" fmla="*/ 132874 h 800100"/>
                <a:gd name="connsiteX538" fmla="*/ 282797 w 381000"/>
                <a:gd name="connsiteY538" fmla="*/ 134493 h 800100"/>
                <a:gd name="connsiteX539" fmla="*/ 282607 w 381000"/>
                <a:gd name="connsiteY539" fmla="*/ 135350 h 800100"/>
                <a:gd name="connsiteX540" fmla="*/ 282702 w 381000"/>
                <a:gd name="connsiteY540" fmla="*/ 136017 h 800100"/>
                <a:gd name="connsiteX541" fmla="*/ 281749 w 381000"/>
                <a:gd name="connsiteY541" fmla="*/ 137065 h 800100"/>
                <a:gd name="connsiteX542" fmla="*/ 280511 w 381000"/>
                <a:gd name="connsiteY542" fmla="*/ 138017 h 800100"/>
                <a:gd name="connsiteX543" fmla="*/ 279082 w 381000"/>
                <a:gd name="connsiteY543" fmla="*/ 138875 h 800100"/>
                <a:gd name="connsiteX544" fmla="*/ 277558 w 381000"/>
                <a:gd name="connsiteY544" fmla="*/ 139541 h 800100"/>
                <a:gd name="connsiteX545" fmla="*/ 277558 w 381000"/>
                <a:gd name="connsiteY545" fmla="*/ 139922 h 800100"/>
                <a:gd name="connsiteX546" fmla="*/ 278416 w 381000"/>
                <a:gd name="connsiteY546" fmla="*/ 139827 h 800100"/>
                <a:gd name="connsiteX547" fmla="*/ 280988 w 381000"/>
                <a:gd name="connsiteY547" fmla="*/ 138875 h 800100"/>
                <a:gd name="connsiteX548" fmla="*/ 383096 w 381000"/>
                <a:gd name="connsiteY548" fmla="*/ 593693 h 800100"/>
                <a:gd name="connsiteX549" fmla="*/ 382905 w 381000"/>
                <a:gd name="connsiteY549" fmla="*/ 593027 h 800100"/>
                <a:gd name="connsiteX550" fmla="*/ 382524 w 381000"/>
                <a:gd name="connsiteY550" fmla="*/ 592455 h 800100"/>
                <a:gd name="connsiteX551" fmla="*/ 381762 w 381000"/>
                <a:gd name="connsiteY551" fmla="*/ 592264 h 800100"/>
                <a:gd name="connsiteX552" fmla="*/ 380524 w 381000"/>
                <a:gd name="connsiteY552" fmla="*/ 592074 h 800100"/>
                <a:gd name="connsiteX553" fmla="*/ 379190 w 381000"/>
                <a:gd name="connsiteY553" fmla="*/ 592264 h 800100"/>
                <a:gd name="connsiteX554" fmla="*/ 378714 w 381000"/>
                <a:gd name="connsiteY554" fmla="*/ 593027 h 800100"/>
                <a:gd name="connsiteX555" fmla="*/ 379286 w 381000"/>
                <a:gd name="connsiteY555" fmla="*/ 593407 h 800100"/>
                <a:gd name="connsiteX556" fmla="*/ 379952 w 381000"/>
                <a:gd name="connsiteY556" fmla="*/ 593598 h 800100"/>
                <a:gd name="connsiteX557" fmla="*/ 380238 w 381000"/>
                <a:gd name="connsiteY557" fmla="*/ 593979 h 800100"/>
                <a:gd name="connsiteX558" fmla="*/ 380524 w 381000"/>
                <a:gd name="connsiteY558" fmla="*/ 594455 h 800100"/>
                <a:gd name="connsiteX559" fmla="*/ 382429 w 381000"/>
                <a:gd name="connsiteY559" fmla="*/ 595789 h 800100"/>
                <a:gd name="connsiteX560" fmla="*/ 383286 w 381000"/>
                <a:gd name="connsiteY560" fmla="*/ 596074 h 800100"/>
                <a:gd name="connsiteX561" fmla="*/ 383572 w 381000"/>
                <a:gd name="connsiteY561" fmla="*/ 595408 h 800100"/>
                <a:gd name="connsiteX562" fmla="*/ 383381 w 381000"/>
                <a:gd name="connsiteY562" fmla="*/ 594741 h 800100"/>
                <a:gd name="connsiteX563" fmla="*/ 383096 w 381000"/>
                <a:gd name="connsiteY563" fmla="*/ 593693 h 800100"/>
                <a:gd name="connsiteX564" fmla="*/ 247460 w 381000"/>
                <a:gd name="connsiteY564" fmla="*/ 140684 h 800100"/>
                <a:gd name="connsiteX565" fmla="*/ 247650 w 381000"/>
                <a:gd name="connsiteY565" fmla="*/ 142018 h 800100"/>
                <a:gd name="connsiteX566" fmla="*/ 248698 w 381000"/>
                <a:gd name="connsiteY566" fmla="*/ 144209 h 800100"/>
                <a:gd name="connsiteX567" fmla="*/ 248983 w 381000"/>
                <a:gd name="connsiteY567" fmla="*/ 145161 h 800100"/>
                <a:gd name="connsiteX568" fmla="*/ 249460 w 381000"/>
                <a:gd name="connsiteY568" fmla="*/ 145447 h 800100"/>
                <a:gd name="connsiteX569" fmla="*/ 250412 w 381000"/>
                <a:gd name="connsiteY569" fmla="*/ 145637 h 800100"/>
                <a:gd name="connsiteX570" fmla="*/ 251079 w 381000"/>
                <a:gd name="connsiteY570" fmla="*/ 145256 h 800100"/>
                <a:gd name="connsiteX571" fmla="*/ 250793 w 381000"/>
                <a:gd name="connsiteY571" fmla="*/ 143828 h 800100"/>
                <a:gd name="connsiteX572" fmla="*/ 248888 w 381000"/>
                <a:gd name="connsiteY572" fmla="*/ 141351 h 800100"/>
                <a:gd name="connsiteX573" fmla="*/ 248603 w 381000"/>
                <a:gd name="connsiteY573" fmla="*/ 140589 h 800100"/>
                <a:gd name="connsiteX574" fmla="*/ 248412 w 381000"/>
                <a:gd name="connsiteY574" fmla="*/ 139351 h 800100"/>
                <a:gd name="connsiteX575" fmla="*/ 247840 w 381000"/>
                <a:gd name="connsiteY575" fmla="*/ 138589 h 800100"/>
                <a:gd name="connsiteX576" fmla="*/ 245745 w 381000"/>
                <a:gd name="connsiteY576" fmla="*/ 137732 h 800100"/>
                <a:gd name="connsiteX577" fmla="*/ 245078 w 381000"/>
                <a:gd name="connsiteY577" fmla="*/ 139160 h 800100"/>
                <a:gd name="connsiteX578" fmla="*/ 244697 w 381000"/>
                <a:gd name="connsiteY578" fmla="*/ 140779 h 800100"/>
                <a:gd name="connsiteX579" fmla="*/ 244983 w 381000"/>
                <a:gd name="connsiteY579" fmla="*/ 141827 h 800100"/>
                <a:gd name="connsiteX580" fmla="*/ 245650 w 381000"/>
                <a:gd name="connsiteY580" fmla="*/ 142208 h 800100"/>
                <a:gd name="connsiteX581" fmla="*/ 246507 w 381000"/>
                <a:gd name="connsiteY581" fmla="*/ 142399 h 800100"/>
                <a:gd name="connsiteX582" fmla="*/ 247174 w 381000"/>
                <a:gd name="connsiteY582" fmla="*/ 142780 h 800100"/>
                <a:gd name="connsiteX583" fmla="*/ 247555 w 381000"/>
                <a:gd name="connsiteY583" fmla="*/ 142780 h 800100"/>
                <a:gd name="connsiteX584" fmla="*/ 247269 w 381000"/>
                <a:gd name="connsiteY584" fmla="*/ 142304 h 800100"/>
                <a:gd name="connsiteX585" fmla="*/ 247174 w 381000"/>
                <a:gd name="connsiteY585" fmla="*/ 141827 h 800100"/>
                <a:gd name="connsiteX586" fmla="*/ 247269 w 381000"/>
                <a:gd name="connsiteY586" fmla="*/ 141351 h 800100"/>
                <a:gd name="connsiteX587" fmla="*/ 247460 w 381000"/>
                <a:gd name="connsiteY587" fmla="*/ 140684 h 800100"/>
                <a:gd name="connsiteX588" fmla="*/ 387096 w 381000"/>
                <a:gd name="connsiteY588" fmla="*/ 590550 h 800100"/>
                <a:gd name="connsiteX589" fmla="*/ 386144 w 381000"/>
                <a:gd name="connsiteY589" fmla="*/ 589788 h 800100"/>
                <a:gd name="connsiteX590" fmla="*/ 385381 w 381000"/>
                <a:gd name="connsiteY590" fmla="*/ 589788 h 800100"/>
                <a:gd name="connsiteX591" fmla="*/ 384524 w 381000"/>
                <a:gd name="connsiteY591" fmla="*/ 588836 h 800100"/>
                <a:gd name="connsiteX592" fmla="*/ 382143 w 381000"/>
                <a:gd name="connsiteY592" fmla="*/ 584263 h 800100"/>
                <a:gd name="connsiteX593" fmla="*/ 382143 w 381000"/>
                <a:gd name="connsiteY593" fmla="*/ 583502 h 800100"/>
                <a:gd name="connsiteX594" fmla="*/ 382143 w 381000"/>
                <a:gd name="connsiteY594" fmla="*/ 582739 h 800100"/>
                <a:gd name="connsiteX595" fmla="*/ 382048 w 381000"/>
                <a:gd name="connsiteY595" fmla="*/ 582073 h 800100"/>
                <a:gd name="connsiteX596" fmla="*/ 381667 w 381000"/>
                <a:gd name="connsiteY596" fmla="*/ 581597 h 800100"/>
                <a:gd name="connsiteX597" fmla="*/ 382143 w 381000"/>
                <a:gd name="connsiteY597" fmla="*/ 581215 h 800100"/>
                <a:gd name="connsiteX598" fmla="*/ 382524 w 381000"/>
                <a:gd name="connsiteY598" fmla="*/ 581120 h 800100"/>
                <a:gd name="connsiteX599" fmla="*/ 382619 w 381000"/>
                <a:gd name="connsiteY599" fmla="*/ 581120 h 800100"/>
                <a:gd name="connsiteX600" fmla="*/ 383096 w 381000"/>
                <a:gd name="connsiteY600" fmla="*/ 581120 h 800100"/>
                <a:gd name="connsiteX601" fmla="*/ 383572 w 381000"/>
                <a:gd name="connsiteY601" fmla="*/ 580930 h 800100"/>
                <a:gd name="connsiteX602" fmla="*/ 383762 w 381000"/>
                <a:gd name="connsiteY602" fmla="*/ 580644 h 800100"/>
                <a:gd name="connsiteX603" fmla="*/ 384143 w 381000"/>
                <a:gd name="connsiteY603" fmla="*/ 579787 h 800100"/>
                <a:gd name="connsiteX604" fmla="*/ 384334 w 381000"/>
                <a:gd name="connsiteY604" fmla="*/ 579501 h 800100"/>
                <a:gd name="connsiteX605" fmla="*/ 385477 w 381000"/>
                <a:gd name="connsiteY605" fmla="*/ 578739 h 800100"/>
                <a:gd name="connsiteX606" fmla="*/ 386048 w 381000"/>
                <a:gd name="connsiteY606" fmla="*/ 578834 h 800100"/>
                <a:gd name="connsiteX607" fmla="*/ 386144 w 381000"/>
                <a:gd name="connsiteY607" fmla="*/ 579025 h 800100"/>
                <a:gd name="connsiteX608" fmla="*/ 385953 w 381000"/>
                <a:gd name="connsiteY608" fmla="*/ 579215 h 800100"/>
                <a:gd name="connsiteX609" fmla="*/ 385858 w 381000"/>
                <a:gd name="connsiteY609" fmla="*/ 579406 h 800100"/>
                <a:gd name="connsiteX610" fmla="*/ 385667 w 381000"/>
                <a:gd name="connsiteY610" fmla="*/ 579596 h 800100"/>
                <a:gd name="connsiteX611" fmla="*/ 385286 w 381000"/>
                <a:gd name="connsiteY611" fmla="*/ 579787 h 800100"/>
                <a:gd name="connsiteX612" fmla="*/ 385000 w 381000"/>
                <a:gd name="connsiteY612" fmla="*/ 580072 h 800100"/>
                <a:gd name="connsiteX613" fmla="*/ 385096 w 381000"/>
                <a:gd name="connsiteY613" fmla="*/ 580454 h 800100"/>
                <a:gd name="connsiteX614" fmla="*/ 385381 w 381000"/>
                <a:gd name="connsiteY614" fmla="*/ 580454 h 800100"/>
                <a:gd name="connsiteX615" fmla="*/ 386334 w 381000"/>
                <a:gd name="connsiteY615" fmla="*/ 580168 h 800100"/>
                <a:gd name="connsiteX616" fmla="*/ 386524 w 381000"/>
                <a:gd name="connsiteY616" fmla="*/ 580072 h 800100"/>
                <a:gd name="connsiteX617" fmla="*/ 386810 w 381000"/>
                <a:gd name="connsiteY617" fmla="*/ 579501 h 800100"/>
                <a:gd name="connsiteX618" fmla="*/ 387001 w 381000"/>
                <a:gd name="connsiteY618" fmla="*/ 578644 h 800100"/>
                <a:gd name="connsiteX619" fmla="*/ 387096 w 381000"/>
                <a:gd name="connsiteY619" fmla="*/ 577596 h 800100"/>
                <a:gd name="connsiteX620" fmla="*/ 387001 w 381000"/>
                <a:gd name="connsiteY620" fmla="*/ 576739 h 800100"/>
                <a:gd name="connsiteX621" fmla="*/ 386620 w 381000"/>
                <a:gd name="connsiteY621" fmla="*/ 576167 h 800100"/>
                <a:gd name="connsiteX622" fmla="*/ 384429 w 381000"/>
                <a:gd name="connsiteY622" fmla="*/ 573596 h 800100"/>
                <a:gd name="connsiteX623" fmla="*/ 383381 w 381000"/>
                <a:gd name="connsiteY623" fmla="*/ 571976 h 800100"/>
                <a:gd name="connsiteX624" fmla="*/ 381953 w 381000"/>
                <a:gd name="connsiteY624" fmla="*/ 570452 h 800100"/>
                <a:gd name="connsiteX625" fmla="*/ 380905 w 381000"/>
                <a:gd name="connsiteY625" fmla="*/ 568452 h 800100"/>
                <a:gd name="connsiteX626" fmla="*/ 380429 w 381000"/>
                <a:gd name="connsiteY626" fmla="*/ 567976 h 800100"/>
                <a:gd name="connsiteX627" fmla="*/ 379762 w 381000"/>
                <a:gd name="connsiteY627" fmla="*/ 567499 h 800100"/>
                <a:gd name="connsiteX628" fmla="*/ 379952 w 381000"/>
                <a:gd name="connsiteY628" fmla="*/ 567023 h 800100"/>
                <a:gd name="connsiteX629" fmla="*/ 379666 w 381000"/>
                <a:gd name="connsiteY629" fmla="*/ 566356 h 800100"/>
                <a:gd name="connsiteX630" fmla="*/ 379190 w 381000"/>
                <a:gd name="connsiteY630" fmla="*/ 565690 h 800100"/>
                <a:gd name="connsiteX631" fmla="*/ 378714 w 381000"/>
                <a:gd name="connsiteY631" fmla="*/ 564928 h 800100"/>
                <a:gd name="connsiteX632" fmla="*/ 378523 w 381000"/>
                <a:gd name="connsiteY632" fmla="*/ 563975 h 800100"/>
                <a:gd name="connsiteX633" fmla="*/ 378714 w 381000"/>
                <a:gd name="connsiteY633" fmla="*/ 563118 h 800100"/>
                <a:gd name="connsiteX634" fmla="*/ 379000 w 381000"/>
                <a:gd name="connsiteY634" fmla="*/ 562261 h 800100"/>
                <a:gd name="connsiteX635" fmla="*/ 379095 w 381000"/>
                <a:gd name="connsiteY635" fmla="*/ 561404 h 800100"/>
                <a:gd name="connsiteX636" fmla="*/ 378714 w 381000"/>
                <a:gd name="connsiteY636" fmla="*/ 560261 h 800100"/>
                <a:gd name="connsiteX637" fmla="*/ 378714 w 381000"/>
                <a:gd name="connsiteY637" fmla="*/ 559689 h 800100"/>
                <a:gd name="connsiteX638" fmla="*/ 379286 w 381000"/>
                <a:gd name="connsiteY638" fmla="*/ 558451 h 800100"/>
                <a:gd name="connsiteX639" fmla="*/ 379381 w 381000"/>
                <a:gd name="connsiteY639" fmla="*/ 558070 h 800100"/>
                <a:gd name="connsiteX640" fmla="*/ 379286 w 381000"/>
                <a:gd name="connsiteY640" fmla="*/ 556927 h 800100"/>
                <a:gd name="connsiteX641" fmla="*/ 379190 w 381000"/>
                <a:gd name="connsiteY641" fmla="*/ 556451 h 800100"/>
                <a:gd name="connsiteX642" fmla="*/ 379000 w 381000"/>
                <a:gd name="connsiteY642" fmla="*/ 555974 h 800100"/>
                <a:gd name="connsiteX643" fmla="*/ 378619 w 381000"/>
                <a:gd name="connsiteY643" fmla="*/ 555593 h 800100"/>
                <a:gd name="connsiteX644" fmla="*/ 378428 w 381000"/>
                <a:gd name="connsiteY644" fmla="*/ 555593 h 800100"/>
                <a:gd name="connsiteX645" fmla="*/ 378428 w 381000"/>
                <a:gd name="connsiteY645" fmla="*/ 555879 h 800100"/>
                <a:gd name="connsiteX646" fmla="*/ 378619 w 381000"/>
                <a:gd name="connsiteY646" fmla="*/ 556260 h 800100"/>
                <a:gd name="connsiteX647" fmla="*/ 378619 w 381000"/>
                <a:gd name="connsiteY647" fmla="*/ 556641 h 800100"/>
                <a:gd name="connsiteX648" fmla="*/ 378047 w 381000"/>
                <a:gd name="connsiteY648" fmla="*/ 556927 h 800100"/>
                <a:gd name="connsiteX649" fmla="*/ 377857 w 381000"/>
                <a:gd name="connsiteY649" fmla="*/ 557594 h 800100"/>
                <a:gd name="connsiteX650" fmla="*/ 377952 w 381000"/>
                <a:gd name="connsiteY650" fmla="*/ 559308 h 800100"/>
                <a:gd name="connsiteX651" fmla="*/ 377285 w 381000"/>
                <a:gd name="connsiteY651" fmla="*/ 558546 h 800100"/>
                <a:gd name="connsiteX652" fmla="*/ 376809 w 381000"/>
                <a:gd name="connsiteY652" fmla="*/ 557784 h 800100"/>
                <a:gd name="connsiteX653" fmla="*/ 376047 w 381000"/>
                <a:gd name="connsiteY653" fmla="*/ 555974 h 800100"/>
                <a:gd name="connsiteX654" fmla="*/ 376428 w 381000"/>
                <a:gd name="connsiteY654" fmla="*/ 555784 h 800100"/>
                <a:gd name="connsiteX655" fmla="*/ 376523 w 381000"/>
                <a:gd name="connsiteY655" fmla="*/ 555784 h 800100"/>
                <a:gd name="connsiteX656" fmla="*/ 376809 w 381000"/>
                <a:gd name="connsiteY656" fmla="*/ 555307 h 800100"/>
                <a:gd name="connsiteX657" fmla="*/ 377095 w 381000"/>
                <a:gd name="connsiteY657" fmla="*/ 555498 h 800100"/>
                <a:gd name="connsiteX658" fmla="*/ 377666 w 381000"/>
                <a:gd name="connsiteY658" fmla="*/ 555784 h 800100"/>
                <a:gd name="connsiteX659" fmla="*/ 377952 w 381000"/>
                <a:gd name="connsiteY659" fmla="*/ 555974 h 800100"/>
                <a:gd name="connsiteX660" fmla="*/ 377952 w 381000"/>
                <a:gd name="connsiteY660" fmla="*/ 555498 h 800100"/>
                <a:gd name="connsiteX661" fmla="*/ 377952 w 381000"/>
                <a:gd name="connsiteY661" fmla="*/ 555117 h 800100"/>
                <a:gd name="connsiteX662" fmla="*/ 377857 w 381000"/>
                <a:gd name="connsiteY662" fmla="*/ 554831 h 800100"/>
                <a:gd name="connsiteX663" fmla="*/ 377571 w 381000"/>
                <a:gd name="connsiteY663" fmla="*/ 554546 h 800100"/>
                <a:gd name="connsiteX664" fmla="*/ 377571 w 381000"/>
                <a:gd name="connsiteY664" fmla="*/ 554260 h 800100"/>
                <a:gd name="connsiteX665" fmla="*/ 378142 w 381000"/>
                <a:gd name="connsiteY665" fmla="*/ 554260 h 800100"/>
                <a:gd name="connsiteX666" fmla="*/ 378523 w 381000"/>
                <a:gd name="connsiteY666" fmla="*/ 554069 h 800100"/>
                <a:gd name="connsiteX667" fmla="*/ 378714 w 381000"/>
                <a:gd name="connsiteY667" fmla="*/ 553688 h 800100"/>
                <a:gd name="connsiteX668" fmla="*/ 378619 w 381000"/>
                <a:gd name="connsiteY668" fmla="*/ 553117 h 800100"/>
                <a:gd name="connsiteX669" fmla="*/ 378238 w 381000"/>
                <a:gd name="connsiteY669" fmla="*/ 552450 h 800100"/>
                <a:gd name="connsiteX670" fmla="*/ 377762 w 381000"/>
                <a:gd name="connsiteY670" fmla="*/ 552545 h 800100"/>
                <a:gd name="connsiteX671" fmla="*/ 377190 w 381000"/>
                <a:gd name="connsiteY671" fmla="*/ 553117 h 800100"/>
                <a:gd name="connsiteX672" fmla="*/ 376428 w 381000"/>
                <a:gd name="connsiteY672" fmla="*/ 552640 h 800100"/>
                <a:gd name="connsiteX673" fmla="*/ 375571 w 381000"/>
                <a:gd name="connsiteY673" fmla="*/ 551402 h 800100"/>
                <a:gd name="connsiteX674" fmla="*/ 374618 w 381000"/>
                <a:gd name="connsiteY674" fmla="*/ 550926 h 800100"/>
                <a:gd name="connsiteX675" fmla="*/ 374713 w 381000"/>
                <a:gd name="connsiteY675" fmla="*/ 550069 h 800100"/>
                <a:gd name="connsiteX676" fmla="*/ 374904 w 381000"/>
                <a:gd name="connsiteY676" fmla="*/ 549497 h 800100"/>
                <a:gd name="connsiteX677" fmla="*/ 375285 w 381000"/>
                <a:gd name="connsiteY677" fmla="*/ 549116 h 800100"/>
                <a:gd name="connsiteX678" fmla="*/ 374713 w 381000"/>
                <a:gd name="connsiteY678" fmla="*/ 548545 h 800100"/>
                <a:gd name="connsiteX679" fmla="*/ 374713 w 381000"/>
                <a:gd name="connsiteY679" fmla="*/ 548069 h 800100"/>
                <a:gd name="connsiteX680" fmla="*/ 374809 w 381000"/>
                <a:gd name="connsiteY680" fmla="*/ 547688 h 800100"/>
                <a:gd name="connsiteX681" fmla="*/ 374523 w 381000"/>
                <a:gd name="connsiteY681" fmla="*/ 547211 h 800100"/>
                <a:gd name="connsiteX682" fmla="*/ 374904 w 381000"/>
                <a:gd name="connsiteY682" fmla="*/ 546354 h 800100"/>
                <a:gd name="connsiteX683" fmla="*/ 375285 w 381000"/>
                <a:gd name="connsiteY683" fmla="*/ 545878 h 800100"/>
                <a:gd name="connsiteX684" fmla="*/ 375666 w 381000"/>
                <a:gd name="connsiteY684" fmla="*/ 545687 h 800100"/>
                <a:gd name="connsiteX685" fmla="*/ 376142 w 381000"/>
                <a:gd name="connsiteY685" fmla="*/ 545687 h 800100"/>
                <a:gd name="connsiteX686" fmla="*/ 377857 w 381000"/>
                <a:gd name="connsiteY686" fmla="*/ 546830 h 800100"/>
                <a:gd name="connsiteX687" fmla="*/ 378142 w 381000"/>
                <a:gd name="connsiteY687" fmla="*/ 547211 h 800100"/>
                <a:gd name="connsiteX688" fmla="*/ 378047 w 381000"/>
                <a:gd name="connsiteY688" fmla="*/ 547878 h 800100"/>
                <a:gd name="connsiteX689" fmla="*/ 377571 w 381000"/>
                <a:gd name="connsiteY689" fmla="*/ 548164 h 800100"/>
                <a:gd name="connsiteX690" fmla="*/ 376999 w 381000"/>
                <a:gd name="connsiteY690" fmla="*/ 548354 h 800100"/>
                <a:gd name="connsiteX691" fmla="*/ 376714 w 381000"/>
                <a:gd name="connsiteY691" fmla="*/ 548735 h 800100"/>
                <a:gd name="connsiteX692" fmla="*/ 376904 w 381000"/>
                <a:gd name="connsiteY692" fmla="*/ 549212 h 800100"/>
                <a:gd name="connsiteX693" fmla="*/ 378047 w 381000"/>
                <a:gd name="connsiteY693" fmla="*/ 549402 h 800100"/>
                <a:gd name="connsiteX694" fmla="*/ 378428 w 381000"/>
                <a:gd name="connsiteY694" fmla="*/ 549973 h 800100"/>
                <a:gd name="connsiteX695" fmla="*/ 379000 w 381000"/>
                <a:gd name="connsiteY695" fmla="*/ 549593 h 800100"/>
                <a:gd name="connsiteX696" fmla="*/ 379381 w 381000"/>
                <a:gd name="connsiteY696" fmla="*/ 549116 h 800100"/>
                <a:gd name="connsiteX697" fmla="*/ 379857 w 381000"/>
                <a:gd name="connsiteY697" fmla="*/ 548069 h 800100"/>
                <a:gd name="connsiteX698" fmla="*/ 379666 w 381000"/>
                <a:gd name="connsiteY698" fmla="*/ 547497 h 800100"/>
                <a:gd name="connsiteX699" fmla="*/ 380143 w 381000"/>
                <a:gd name="connsiteY699" fmla="*/ 546735 h 800100"/>
                <a:gd name="connsiteX700" fmla="*/ 379857 w 381000"/>
                <a:gd name="connsiteY700" fmla="*/ 546163 h 800100"/>
                <a:gd name="connsiteX701" fmla="*/ 379286 w 381000"/>
                <a:gd name="connsiteY701" fmla="*/ 546449 h 800100"/>
                <a:gd name="connsiteX702" fmla="*/ 378714 w 381000"/>
                <a:gd name="connsiteY702" fmla="*/ 546354 h 800100"/>
                <a:gd name="connsiteX703" fmla="*/ 378238 w 381000"/>
                <a:gd name="connsiteY703" fmla="*/ 545878 h 800100"/>
                <a:gd name="connsiteX704" fmla="*/ 378047 w 381000"/>
                <a:gd name="connsiteY704" fmla="*/ 545211 h 800100"/>
                <a:gd name="connsiteX705" fmla="*/ 378142 w 381000"/>
                <a:gd name="connsiteY705" fmla="*/ 544735 h 800100"/>
                <a:gd name="connsiteX706" fmla="*/ 378619 w 381000"/>
                <a:gd name="connsiteY706" fmla="*/ 544068 h 800100"/>
                <a:gd name="connsiteX707" fmla="*/ 378809 w 381000"/>
                <a:gd name="connsiteY707" fmla="*/ 543592 h 800100"/>
                <a:gd name="connsiteX708" fmla="*/ 378142 w 381000"/>
                <a:gd name="connsiteY708" fmla="*/ 543878 h 800100"/>
                <a:gd name="connsiteX709" fmla="*/ 377952 w 381000"/>
                <a:gd name="connsiteY709" fmla="*/ 544068 h 800100"/>
                <a:gd name="connsiteX710" fmla="*/ 377762 w 381000"/>
                <a:gd name="connsiteY710" fmla="*/ 544354 h 800100"/>
                <a:gd name="connsiteX711" fmla="*/ 377380 w 381000"/>
                <a:gd name="connsiteY711" fmla="*/ 544354 h 800100"/>
                <a:gd name="connsiteX712" fmla="*/ 376238 w 381000"/>
                <a:gd name="connsiteY712" fmla="*/ 543020 h 800100"/>
                <a:gd name="connsiteX713" fmla="*/ 375856 w 381000"/>
                <a:gd name="connsiteY713" fmla="*/ 542449 h 800100"/>
                <a:gd name="connsiteX714" fmla="*/ 376047 w 381000"/>
                <a:gd name="connsiteY714" fmla="*/ 542449 h 800100"/>
                <a:gd name="connsiteX715" fmla="*/ 376238 w 381000"/>
                <a:gd name="connsiteY715" fmla="*/ 542163 h 800100"/>
                <a:gd name="connsiteX716" fmla="*/ 376333 w 381000"/>
                <a:gd name="connsiteY716" fmla="*/ 541877 h 800100"/>
                <a:gd name="connsiteX717" fmla="*/ 375856 w 381000"/>
                <a:gd name="connsiteY717" fmla="*/ 541591 h 800100"/>
                <a:gd name="connsiteX718" fmla="*/ 375190 w 381000"/>
                <a:gd name="connsiteY718" fmla="*/ 541020 h 800100"/>
                <a:gd name="connsiteX719" fmla="*/ 374999 w 381000"/>
                <a:gd name="connsiteY719" fmla="*/ 540448 h 800100"/>
                <a:gd name="connsiteX720" fmla="*/ 374809 w 381000"/>
                <a:gd name="connsiteY720" fmla="*/ 539401 h 800100"/>
                <a:gd name="connsiteX721" fmla="*/ 374523 w 381000"/>
                <a:gd name="connsiteY721" fmla="*/ 538829 h 800100"/>
                <a:gd name="connsiteX722" fmla="*/ 374142 w 381000"/>
                <a:gd name="connsiteY722" fmla="*/ 538448 h 800100"/>
                <a:gd name="connsiteX723" fmla="*/ 373666 w 381000"/>
                <a:gd name="connsiteY723" fmla="*/ 538258 h 800100"/>
                <a:gd name="connsiteX724" fmla="*/ 373380 w 381000"/>
                <a:gd name="connsiteY724" fmla="*/ 537877 h 800100"/>
                <a:gd name="connsiteX725" fmla="*/ 373475 w 381000"/>
                <a:gd name="connsiteY725" fmla="*/ 537020 h 800100"/>
                <a:gd name="connsiteX726" fmla="*/ 373856 w 381000"/>
                <a:gd name="connsiteY726" fmla="*/ 537020 h 800100"/>
                <a:gd name="connsiteX727" fmla="*/ 374237 w 381000"/>
                <a:gd name="connsiteY727" fmla="*/ 537781 h 800100"/>
                <a:gd name="connsiteX728" fmla="*/ 375666 w 381000"/>
                <a:gd name="connsiteY728" fmla="*/ 539401 h 800100"/>
                <a:gd name="connsiteX729" fmla="*/ 376238 w 381000"/>
                <a:gd name="connsiteY729" fmla="*/ 540734 h 800100"/>
                <a:gd name="connsiteX730" fmla="*/ 377380 w 381000"/>
                <a:gd name="connsiteY730" fmla="*/ 542735 h 800100"/>
                <a:gd name="connsiteX731" fmla="*/ 377857 w 381000"/>
                <a:gd name="connsiteY731" fmla="*/ 543211 h 800100"/>
                <a:gd name="connsiteX732" fmla="*/ 377762 w 381000"/>
                <a:gd name="connsiteY732" fmla="*/ 542544 h 800100"/>
                <a:gd name="connsiteX733" fmla="*/ 377666 w 381000"/>
                <a:gd name="connsiteY733" fmla="*/ 542354 h 800100"/>
                <a:gd name="connsiteX734" fmla="*/ 377476 w 381000"/>
                <a:gd name="connsiteY734" fmla="*/ 542163 h 800100"/>
                <a:gd name="connsiteX735" fmla="*/ 377476 w 381000"/>
                <a:gd name="connsiteY735" fmla="*/ 541782 h 800100"/>
                <a:gd name="connsiteX736" fmla="*/ 378047 w 381000"/>
                <a:gd name="connsiteY736" fmla="*/ 541687 h 800100"/>
                <a:gd name="connsiteX737" fmla="*/ 378333 w 381000"/>
                <a:gd name="connsiteY737" fmla="*/ 541496 h 800100"/>
                <a:gd name="connsiteX738" fmla="*/ 378333 w 381000"/>
                <a:gd name="connsiteY738" fmla="*/ 541115 h 800100"/>
                <a:gd name="connsiteX739" fmla="*/ 378142 w 381000"/>
                <a:gd name="connsiteY739" fmla="*/ 540639 h 800100"/>
                <a:gd name="connsiteX740" fmla="*/ 377857 w 381000"/>
                <a:gd name="connsiteY740" fmla="*/ 540639 h 800100"/>
                <a:gd name="connsiteX741" fmla="*/ 377190 w 381000"/>
                <a:gd name="connsiteY741" fmla="*/ 540258 h 800100"/>
                <a:gd name="connsiteX742" fmla="*/ 376523 w 381000"/>
                <a:gd name="connsiteY742" fmla="*/ 539782 h 800100"/>
                <a:gd name="connsiteX743" fmla="*/ 376523 w 381000"/>
                <a:gd name="connsiteY743" fmla="*/ 539496 h 800100"/>
                <a:gd name="connsiteX744" fmla="*/ 375856 w 381000"/>
                <a:gd name="connsiteY744" fmla="*/ 539115 h 800100"/>
                <a:gd name="connsiteX745" fmla="*/ 375380 w 381000"/>
                <a:gd name="connsiteY745" fmla="*/ 538163 h 800100"/>
                <a:gd name="connsiteX746" fmla="*/ 375095 w 381000"/>
                <a:gd name="connsiteY746" fmla="*/ 537020 h 800100"/>
                <a:gd name="connsiteX747" fmla="*/ 374999 w 381000"/>
                <a:gd name="connsiteY747" fmla="*/ 535972 h 800100"/>
                <a:gd name="connsiteX748" fmla="*/ 374999 w 381000"/>
                <a:gd name="connsiteY748" fmla="*/ 534448 h 800100"/>
                <a:gd name="connsiteX749" fmla="*/ 374904 w 381000"/>
                <a:gd name="connsiteY749" fmla="*/ 534067 h 800100"/>
                <a:gd name="connsiteX750" fmla="*/ 374904 w 381000"/>
                <a:gd name="connsiteY750" fmla="*/ 533972 h 800100"/>
                <a:gd name="connsiteX751" fmla="*/ 374237 w 381000"/>
                <a:gd name="connsiteY751" fmla="*/ 532733 h 800100"/>
                <a:gd name="connsiteX752" fmla="*/ 374332 w 381000"/>
                <a:gd name="connsiteY752" fmla="*/ 531590 h 800100"/>
                <a:gd name="connsiteX753" fmla="*/ 374809 w 381000"/>
                <a:gd name="connsiteY753" fmla="*/ 530923 h 800100"/>
                <a:gd name="connsiteX754" fmla="*/ 375475 w 381000"/>
                <a:gd name="connsiteY754" fmla="*/ 530447 h 800100"/>
                <a:gd name="connsiteX755" fmla="*/ 376047 w 381000"/>
                <a:gd name="connsiteY755" fmla="*/ 529780 h 800100"/>
                <a:gd name="connsiteX756" fmla="*/ 375380 w 381000"/>
                <a:gd name="connsiteY756" fmla="*/ 529685 h 800100"/>
                <a:gd name="connsiteX757" fmla="*/ 374999 w 381000"/>
                <a:gd name="connsiteY757" fmla="*/ 529209 h 800100"/>
                <a:gd name="connsiteX758" fmla="*/ 374618 w 381000"/>
                <a:gd name="connsiteY758" fmla="*/ 527971 h 800100"/>
                <a:gd name="connsiteX759" fmla="*/ 374047 w 381000"/>
                <a:gd name="connsiteY759" fmla="*/ 528256 h 800100"/>
                <a:gd name="connsiteX760" fmla="*/ 374142 w 381000"/>
                <a:gd name="connsiteY760" fmla="*/ 527876 h 800100"/>
                <a:gd name="connsiteX761" fmla="*/ 374713 w 381000"/>
                <a:gd name="connsiteY761" fmla="*/ 526828 h 800100"/>
                <a:gd name="connsiteX762" fmla="*/ 374904 w 381000"/>
                <a:gd name="connsiteY762" fmla="*/ 524828 h 800100"/>
                <a:gd name="connsiteX763" fmla="*/ 375095 w 381000"/>
                <a:gd name="connsiteY763" fmla="*/ 524256 h 800100"/>
                <a:gd name="connsiteX764" fmla="*/ 375761 w 381000"/>
                <a:gd name="connsiteY764" fmla="*/ 523685 h 800100"/>
                <a:gd name="connsiteX765" fmla="*/ 376142 w 381000"/>
                <a:gd name="connsiteY765" fmla="*/ 524637 h 800100"/>
                <a:gd name="connsiteX766" fmla="*/ 376904 w 381000"/>
                <a:gd name="connsiteY766" fmla="*/ 527304 h 800100"/>
                <a:gd name="connsiteX767" fmla="*/ 376619 w 381000"/>
                <a:gd name="connsiteY767" fmla="*/ 530447 h 800100"/>
                <a:gd name="connsiteX768" fmla="*/ 376714 w 381000"/>
                <a:gd name="connsiteY768" fmla="*/ 531019 h 800100"/>
                <a:gd name="connsiteX769" fmla="*/ 378047 w 381000"/>
                <a:gd name="connsiteY769" fmla="*/ 531019 h 800100"/>
                <a:gd name="connsiteX770" fmla="*/ 378523 w 381000"/>
                <a:gd name="connsiteY770" fmla="*/ 530828 h 800100"/>
                <a:gd name="connsiteX771" fmla="*/ 378333 w 381000"/>
                <a:gd name="connsiteY771" fmla="*/ 528733 h 800100"/>
                <a:gd name="connsiteX772" fmla="*/ 378714 w 381000"/>
                <a:gd name="connsiteY772" fmla="*/ 524542 h 800100"/>
                <a:gd name="connsiteX773" fmla="*/ 378428 w 381000"/>
                <a:gd name="connsiteY773" fmla="*/ 524065 h 800100"/>
                <a:gd name="connsiteX774" fmla="*/ 376999 w 381000"/>
                <a:gd name="connsiteY774" fmla="*/ 522922 h 800100"/>
                <a:gd name="connsiteX775" fmla="*/ 376523 w 381000"/>
                <a:gd name="connsiteY775" fmla="*/ 522161 h 800100"/>
                <a:gd name="connsiteX776" fmla="*/ 375761 w 381000"/>
                <a:gd name="connsiteY776" fmla="*/ 516160 h 800100"/>
                <a:gd name="connsiteX777" fmla="*/ 374332 w 381000"/>
                <a:gd name="connsiteY777" fmla="*/ 512350 h 800100"/>
                <a:gd name="connsiteX778" fmla="*/ 373761 w 381000"/>
                <a:gd name="connsiteY778" fmla="*/ 511493 h 800100"/>
                <a:gd name="connsiteX779" fmla="*/ 372142 w 381000"/>
                <a:gd name="connsiteY779" fmla="*/ 510635 h 800100"/>
                <a:gd name="connsiteX780" fmla="*/ 371570 w 381000"/>
                <a:gd name="connsiteY780" fmla="*/ 509492 h 800100"/>
                <a:gd name="connsiteX781" fmla="*/ 371665 w 381000"/>
                <a:gd name="connsiteY781" fmla="*/ 508635 h 800100"/>
                <a:gd name="connsiteX782" fmla="*/ 372904 w 381000"/>
                <a:gd name="connsiteY782" fmla="*/ 508826 h 800100"/>
                <a:gd name="connsiteX783" fmla="*/ 373475 w 381000"/>
                <a:gd name="connsiteY783" fmla="*/ 509397 h 800100"/>
                <a:gd name="connsiteX784" fmla="*/ 373761 w 381000"/>
                <a:gd name="connsiteY784" fmla="*/ 510064 h 800100"/>
                <a:gd name="connsiteX785" fmla="*/ 374142 w 381000"/>
                <a:gd name="connsiteY785" fmla="*/ 510540 h 800100"/>
                <a:gd name="connsiteX786" fmla="*/ 375095 w 381000"/>
                <a:gd name="connsiteY786" fmla="*/ 510635 h 800100"/>
                <a:gd name="connsiteX787" fmla="*/ 373285 w 381000"/>
                <a:gd name="connsiteY787" fmla="*/ 507778 h 800100"/>
                <a:gd name="connsiteX788" fmla="*/ 372523 w 381000"/>
                <a:gd name="connsiteY788" fmla="*/ 505873 h 800100"/>
                <a:gd name="connsiteX789" fmla="*/ 373094 w 381000"/>
                <a:gd name="connsiteY789" fmla="*/ 505015 h 800100"/>
                <a:gd name="connsiteX790" fmla="*/ 372713 w 381000"/>
                <a:gd name="connsiteY790" fmla="*/ 502730 h 800100"/>
                <a:gd name="connsiteX791" fmla="*/ 372523 w 381000"/>
                <a:gd name="connsiteY791" fmla="*/ 501968 h 800100"/>
                <a:gd name="connsiteX792" fmla="*/ 372046 w 381000"/>
                <a:gd name="connsiteY792" fmla="*/ 501205 h 800100"/>
                <a:gd name="connsiteX793" fmla="*/ 370332 w 381000"/>
                <a:gd name="connsiteY793" fmla="*/ 499396 h 800100"/>
                <a:gd name="connsiteX794" fmla="*/ 369665 w 381000"/>
                <a:gd name="connsiteY794" fmla="*/ 497872 h 800100"/>
                <a:gd name="connsiteX795" fmla="*/ 369380 w 381000"/>
                <a:gd name="connsiteY795" fmla="*/ 497014 h 800100"/>
                <a:gd name="connsiteX796" fmla="*/ 369284 w 381000"/>
                <a:gd name="connsiteY796" fmla="*/ 496253 h 800100"/>
                <a:gd name="connsiteX797" fmla="*/ 369380 w 381000"/>
                <a:gd name="connsiteY797" fmla="*/ 493300 h 800100"/>
                <a:gd name="connsiteX798" fmla="*/ 369094 w 381000"/>
                <a:gd name="connsiteY798" fmla="*/ 492538 h 800100"/>
                <a:gd name="connsiteX799" fmla="*/ 368141 w 381000"/>
                <a:gd name="connsiteY799" fmla="*/ 491299 h 800100"/>
                <a:gd name="connsiteX800" fmla="*/ 366331 w 381000"/>
                <a:gd name="connsiteY800" fmla="*/ 486442 h 800100"/>
                <a:gd name="connsiteX801" fmla="*/ 366331 w 381000"/>
                <a:gd name="connsiteY801" fmla="*/ 486918 h 800100"/>
                <a:gd name="connsiteX802" fmla="*/ 365950 w 381000"/>
                <a:gd name="connsiteY802" fmla="*/ 487966 h 800100"/>
                <a:gd name="connsiteX803" fmla="*/ 365665 w 381000"/>
                <a:gd name="connsiteY803" fmla="*/ 487299 h 800100"/>
                <a:gd name="connsiteX804" fmla="*/ 365855 w 381000"/>
                <a:gd name="connsiteY804" fmla="*/ 486918 h 800100"/>
                <a:gd name="connsiteX805" fmla="*/ 366236 w 381000"/>
                <a:gd name="connsiteY805" fmla="*/ 486632 h 800100"/>
                <a:gd name="connsiteX806" fmla="*/ 366522 w 381000"/>
                <a:gd name="connsiteY806" fmla="*/ 486061 h 800100"/>
                <a:gd name="connsiteX807" fmla="*/ 366998 w 381000"/>
                <a:gd name="connsiteY807" fmla="*/ 486061 h 800100"/>
                <a:gd name="connsiteX808" fmla="*/ 367094 w 381000"/>
                <a:gd name="connsiteY808" fmla="*/ 485870 h 800100"/>
                <a:gd name="connsiteX809" fmla="*/ 366998 w 381000"/>
                <a:gd name="connsiteY809" fmla="*/ 485489 h 800100"/>
                <a:gd name="connsiteX810" fmla="*/ 366713 w 381000"/>
                <a:gd name="connsiteY810" fmla="*/ 484918 h 800100"/>
                <a:gd name="connsiteX811" fmla="*/ 366427 w 381000"/>
                <a:gd name="connsiteY811" fmla="*/ 481298 h 800100"/>
                <a:gd name="connsiteX812" fmla="*/ 366427 w 381000"/>
                <a:gd name="connsiteY812" fmla="*/ 480631 h 800100"/>
                <a:gd name="connsiteX813" fmla="*/ 366617 w 381000"/>
                <a:gd name="connsiteY813" fmla="*/ 481108 h 800100"/>
                <a:gd name="connsiteX814" fmla="*/ 366903 w 381000"/>
                <a:gd name="connsiteY814" fmla="*/ 481489 h 800100"/>
                <a:gd name="connsiteX815" fmla="*/ 367379 w 381000"/>
                <a:gd name="connsiteY815" fmla="*/ 481679 h 800100"/>
                <a:gd name="connsiteX816" fmla="*/ 366903 w 381000"/>
                <a:gd name="connsiteY816" fmla="*/ 479107 h 800100"/>
                <a:gd name="connsiteX817" fmla="*/ 366617 w 381000"/>
                <a:gd name="connsiteY817" fmla="*/ 478346 h 800100"/>
                <a:gd name="connsiteX818" fmla="*/ 364617 w 381000"/>
                <a:gd name="connsiteY818" fmla="*/ 475774 h 800100"/>
                <a:gd name="connsiteX819" fmla="*/ 364236 w 381000"/>
                <a:gd name="connsiteY819" fmla="*/ 475393 h 800100"/>
                <a:gd name="connsiteX820" fmla="*/ 363188 w 381000"/>
                <a:gd name="connsiteY820" fmla="*/ 473773 h 800100"/>
                <a:gd name="connsiteX821" fmla="*/ 362998 w 381000"/>
                <a:gd name="connsiteY821" fmla="*/ 473297 h 800100"/>
                <a:gd name="connsiteX822" fmla="*/ 361855 w 381000"/>
                <a:gd name="connsiteY822" fmla="*/ 472821 h 800100"/>
                <a:gd name="connsiteX823" fmla="*/ 361569 w 381000"/>
                <a:gd name="connsiteY823" fmla="*/ 472535 h 800100"/>
                <a:gd name="connsiteX824" fmla="*/ 362617 w 381000"/>
                <a:gd name="connsiteY824" fmla="*/ 472440 h 800100"/>
                <a:gd name="connsiteX825" fmla="*/ 359283 w 381000"/>
                <a:gd name="connsiteY825" fmla="*/ 464820 h 800100"/>
                <a:gd name="connsiteX826" fmla="*/ 358045 w 381000"/>
                <a:gd name="connsiteY826" fmla="*/ 460534 h 800100"/>
                <a:gd name="connsiteX827" fmla="*/ 357569 w 381000"/>
                <a:gd name="connsiteY827" fmla="*/ 455676 h 800100"/>
                <a:gd name="connsiteX828" fmla="*/ 357283 w 381000"/>
                <a:gd name="connsiteY828" fmla="*/ 456343 h 800100"/>
                <a:gd name="connsiteX829" fmla="*/ 357188 w 381000"/>
                <a:gd name="connsiteY829" fmla="*/ 456724 h 800100"/>
                <a:gd name="connsiteX830" fmla="*/ 357188 w 381000"/>
                <a:gd name="connsiteY830" fmla="*/ 457200 h 800100"/>
                <a:gd name="connsiteX831" fmla="*/ 356902 w 381000"/>
                <a:gd name="connsiteY831" fmla="*/ 457200 h 800100"/>
                <a:gd name="connsiteX832" fmla="*/ 356902 w 381000"/>
                <a:gd name="connsiteY832" fmla="*/ 456438 h 800100"/>
                <a:gd name="connsiteX833" fmla="*/ 356616 w 381000"/>
                <a:gd name="connsiteY833" fmla="*/ 455962 h 800100"/>
                <a:gd name="connsiteX834" fmla="*/ 356235 w 381000"/>
                <a:gd name="connsiteY834" fmla="*/ 455866 h 800100"/>
                <a:gd name="connsiteX835" fmla="*/ 355854 w 381000"/>
                <a:gd name="connsiteY835" fmla="*/ 456057 h 800100"/>
                <a:gd name="connsiteX836" fmla="*/ 355568 w 381000"/>
                <a:gd name="connsiteY836" fmla="*/ 456057 h 800100"/>
                <a:gd name="connsiteX837" fmla="*/ 355187 w 381000"/>
                <a:gd name="connsiteY837" fmla="*/ 455390 h 800100"/>
                <a:gd name="connsiteX838" fmla="*/ 355473 w 381000"/>
                <a:gd name="connsiteY838" fmla="*/ 455009 h 800100"/>
                <a:gd name="connsiteX839" fmla="*/ 356140 w 381000"/>
                <a:gd name="connsiteY839" fmla="*/ 455009 h 800100"/>
                <a:gd name="connsiteX840" fmla="*/ 356997 w 381000"/>
                <a:gd name="connsiteY840" fmla="*/ 455390 h 800100"/>
                <a:gd name="connsiteX841" fmla="*/ 357283 w 381000"/>
                <a:gd name="connsiteY841" fmla="*/ 454628 h 800100"/>
                <a:gd name="connsiteX842" fmla="*/ 357473 w 381000"/>
                <a:gd name="connsiteY842" fmla="*/ 453009 h 800100"/>
                <a:gd name="connsiteX843" fmla="*/ 357664 w 381000"/>
                <a:gd name="connsiteY843" fmla="*/ 452438 h 800100"/>
                <a:gd name="connsiteX844" fmla="*/ 358426 w 381000"/>
                <a:gd name="connsiteY844" fmla="*/ 452819 h 800100"/>
                <a:gd name="connsiteX845" fmla="*/ 358330 w 381000"/>
                <a:gd name="connsiteY845" fmla="*/ 452342 h 800100"/>
                <a:gd name="connsiteX846" fmla="*/ 358140 w 381000"/>
                <a:gd name="connsiteY846" fmla="*/ 452056 h 800100"/>
                <a:gd name="connsiteX847" fmla="*/ 357759 w 381000"/>
                <a:gd name="connsiteY847" fmla="*/ 451961 h 800100"/>
                <a:gd name="connsiteX848" fmla="*/ 357283 w 381000"/>
                <a:gd name="connsiteY848" fmla="*/ 451961 h 800100"/>
                <a:gd name="connsiteX849" fmla="*/ 357283 w 381000"/>
                <a:gd name="connsiteY849" fmla="*/ 451580 h 800100"/>
                <a:gd name="connsiteX850" fmla="*/ 358140 w 381000"/>
                <a:gd name="connsiteY850" fmla="*/ 451580 h 800100"/>
                <a:gd name="connsiteX851" fmla="*/ 358807 w 381000"/>
                <a:gd name="connsiteY851" fmla="*/ 451295 h 800100"/>
                <a:gd name="connsiteX852" fmla="*/ 359378 w 381000"/>
                <a:gd name="connsiteY852" fmla="*/ 450723 h 800100"/>
                <a:gd name="connsiteX853" fmla="*/ 359759 w 381000"/>
                <a:gd name="connsiteY853" fmla="*/ 449961 h 800100"/>
                <a:gd name="connsiteX854" fmla="*/ 359473 w 381000"/>
                <a:gd name="connsiteY854" fmla="*/ 449771 h 800100"/>
                <a:gd name="connsiteX855" fmla="*/ 358807 w 381000"/>
                <a:gd name="connsiteY855" fmla="*/ 449675 h 800100"/>
                <a:gd name="connsiteX856" fmla="*/ 358426 w 381000"/>
                <a:gd name="connsiteY856" fmla="*/ 449580 h 800100"/>
                <a:gd name="connsiteX857" fmla="*/ 357759 w 381000"/>
                <a:gd name="connsiteY857" fmla="*/ 449199 h 800100"/>
                <a:gd name="connsiteX858" fmla="*/ 356425 w 381000"/>
                <a:gd name="connsiteY858" fmla="*/ 447961 h 800100"/>
                <a:gd name="connsiteX859" fmla="*/ 356140 w 381000"/>
                <a:gd name="connsiteY859" fmla="*/ 447294 h 800100"/>
                <a:gd name="connsiteX860" fmla="*/ 356235 w 381000"/>
                <a:gd name="connsiteY860" fmla="*/ 445294 h 800100"/>
                <a:gd name="connsiteX861" fmla="*/ 355949 w 381000"/>
                <a:gd name="connsiteY861" fmla="*/ 444913 h 800100"/>
                <a:gd name="connsiteX862" fmla="*/ 354711 w 381000"/>
                <a:gd name="connsiteY862" fmla="*/ 443865 h 800100"/>
                <a:gd name="connsiteX863" fmla="*/ 354330 w 381000"/>
                <a:gd name="connsiteY863" fmla="*/ 443674 h 800100"/>
                <a:gd name="connsiteX864" fmla="*/ 353949 w 381000"/>
                <a:gd name="connsiteY864" fmla="*/ 443198 h 800100"/>
                <a:gd name="connsiteX865" fmla="*/ 353568 w 381000"/>
                <a:gd name="connsiteY865" fmla="*/ 441007 h 800100"/>
                <a:gd name="connsiteX866" fmla="*/ 353282 w 381000"/>
                <a:gd name="connsiteY866" fmla="*/ 440150 h 800100"/>
                <a:gd name="connsiteX867" fmla="*/ 352901 w 381000"/>
                <a:gd name="connsiteY867" fmla="*/ 440341 h 800100"/>
                <a:gd name="connsiteX868" fmla="*/ 352615 w 381000"/>
                <a:gd name="connsiteY868" fmla="*/ 440436 h 800100"/>
                <a:gd name="connsiteX869" fmla="*/ 352235 w 381000"/>
                <a:gd name="connsiteY869" fmla="*/ 440341 h 800100"/>
                <a:gd name="connsiteX870" fmla="*/ 351854 w 381000"/>
                <a:gd name="connsiteY870" fmla="*/ 440150 h 800100"/>
                <a:gd name="connsiteX871" fmla="*/ 352139 w 381000"/>
                <a:gd name="connsiteY871" fmla="*/ 440627 h 800100"/>
                <a:gd name="connsiteX872" fmla="*/ 352235 w 381000"/>
                <a:gd name="connsiteY872" fmla="*/ 440817 h 800100"/>
                <a:gd name="connsiteX873" fmla="*/ 352520 w 381000"/>
                <a:gd name="connsiteY873" fmla="*/ 441007 h 800100"/>
                <a:gd name="connsiteX874" fmla="*/ 352520 w 381000"/>
                <a:gd name="connsiteY874" fmla="*/ 441388 h 800100"/>
                <a:gd name="connsiteX875" fmla="*/ 351568 w 381000"/>
                <a:gd name="connsiteY875" fmla="*/ 442055 h 800100"/>
                <a:gd name="connsiteX876" fmla="*/ 351187 w 381000"/>
                <a:gd name="connsiteY876" fmla="*/ 443198 h 800100"/>
                <a:gd name="connsiteX877" fmla="*/ 351568 w 381000"/>
                <a:gd name="connsiteY877" fmla="*/ 444151 h 800100"/>
                <a:gd name="connsiteX878" fmla="*/ 352901 w 381000"/>
                <a:gd name="connsiteY878" fmla="*/ 444341 h 800100"/>
                <a:gd name="connsiteX879" fmla="*/ 352901 w 381000"/>
                <a:gd name="connsiteY879" fmla="*/ 444722 h 800100"/>
                <a:gd name="connsiteX880" fmla="*/ 351854 w 381000"/>
                <a:gd name="connsiteY880" fmla="*/ 444818 h 800100"/>
                <a:gd name="connsiteX881" fmla="*/ 351472 w 381000"/>
                <a:gd name="connsiteY881" fmla="*/ 444818 h 800100"/>
                <a:gd name="connsiteX882" fmla="*/ 351091 w 381000"/>
                <a:gd name="connsiteY882" fmla="*/ 444722 h 800100"/>
                <a:gd name="connsiteX883" fmla="*/ 350806 w 381000"/>
                <a:gd name="connsiteY883" fmla="*/ 445484 h 800100"/>
                <a:gd name="connsiteX884" fmla="*/ 350711 w 381000"/>
                <a:gd name="connsiteY884" fmla="*/ 445770 h 800100"/>
                <a:gd name="connsiteX885" fmla="*/ 350330 w 381000"/>
                <a:gd name="connsiteY885" fmla="*/ 445770 h 800100"/>
                <a:gd name="connsiteX886" fmla="*/ 350425 w 381000"/>
                <a:gd name="connsiteY886" fmla="*/ 445484 h 800100"/>
                <a:gd name="connsiteX887" fmla="*/ 350520 w 381000"/>
                <a:gd name="connsiteY887" fmla="*/ 445294 h 800100"/>
                <a:gd name="connsiteX888" fmla="*/ 350711 w 381000"/>
                <a:gd name="connsiteY888" fmla="*/ 445008 h 800100"/>
                <a:gd name="connsiteX889" fmla="*/ 350425 w 381000"/>
                <a:gd name="connsiteY889" fmla="*/ 445294 h 800100"/>
                <a:gd name="connsiteX890" fmla="*/ 350425 w 381000"/>
                <a:gd name="connsiteY890" fmla="*/ 444627 h 800100"/>
                <a:gd name="connsiteX891" fmla="*/ 350520 w 381000"/>
                <a:gd name="connsiteY891" fmla="*/ 443960 h 800100"/>
                <a:gd name="connsiteX892" fmla="*/ 350425 w 381000"/>
                <a:gd name="connsiteY892" fmla="*/ 443294 h 800100"/>
                <a:gd name="connsiteX893" fmla="*/ 350044 w 381000"/>
                <a:gd name="connsiteY893" fmla="*/ 442913 h 800100"/>
                <a:gd name="connsiteX894" fmla="*/ 349853 w 381000"/>
                <a:gd name="connsiteY894" fmla="*/ 442722 h 800100"/>
                <a:gd name="connsiteX895" fmla="*/ 348901 w 381000"/>
                <a:gd name="connsiteY895" fmla="*/ 442151 h 800100"/>
                <a:gd name="connsiteX896" fmla="*/ 348615 w 381000"/>
                <a:gd name="connsiteY896" fmla="*/ 441960 h 800100"/>
                <a:gd name="connsiteX897" fmla="*/ 348329 w 381000"/>
                <a:gd name="connsiteY897" fmla="*/ 441579 h 800100"/>
                <a:gd name="connsiteX898" fmla="*/ 347091 w 381000"/>
                <a:gd name="connsiteY898" fmla="*/ 440531 h 800100"/>
                <a:gd name="connsiteX899" fmla="*/ 346805 w 381000"/>
                <a:gd name="connsiteY899" fmla="*/ 440150 h 800100"/>
                <a:gd name="connsiteX900" fmla="*/ 346710 w 381000"/>
                <a:gd name="connsiteY900" fmla="*/ 438817 h 800100"/>
                <a:gd name="connsiteX901" fmla="*/ 346424 w 381000"/>
                <a:gd name="connsiteY901" fmla="*/ 437674 h 800100"/>
                <a:gd name="connsiteX902" fmla="*/ 346138 w 381000"/>
                <a:gd name="connsiteY902" fmla="*/ 437674 h 800100"/>
                <a:gd name="connsiteX903" fmla="*/ 344900 w 381000"/>
                <a:gd name="connsiteY903" fmla="*/ 439960 h 800100"/>
                <a:gd name="connsiteX904" fmla="*/ 344043 w 381000"/>
                <a:gd name="connsiteY904" fmla="*/ 440436 h 800100"/>
                <a:gd name="connsiteX905" fmla="*/ 342805 w 381000"/>
                <a:gd name="connsiteY905" fmla="*/ 439484 h 800100"/>
                <a:gd name="connsiteX906" fmla="*/ 342424 w 381000"/>
                <a:gd name="connsiteY906" fmla="*/ 438436 h 800100"/>
                <a:gd name="connsiteX907" fmla="*/ 342900 w 381000"/>
                <a:gd name="connsiteY907" fmla="*/ 437769 h 800100"/>
                <a:gd name="connsiteX908" fmla="*/ 343662 w 381000"/>
                <a:gd name="connsiteY908" fmla="*/ 437388 h 800100"/>
                <a:gd name="connsiteX909" fmla="*/ 344233 w 381000"/>
                <a:gd name="connsiteY909" fmla="*/ 437197 h 800100"/>
                <a:gd name="connsiteX910" fmla="*/ 344805 w 381000"/>
                <a:gd name="connsiteY910" fmla="*/ 437960 h 800100"/>
                <a:gd name="connsiteX911" fmla="*/ 345186 w 381000"/>
                <a:gd name="connsiteY911" fmla="*/ 437579 h 800100"/>
                <a:gd name="connsiteX912" fmla="*/ 345662 w 381000"/>
                <a:gd name="connsiteY912" fmla="*/ 436055 h 800100"/>
                <a:gd name="connsiteX913" fmla="*/ 343662 w 381000"/>
                <a:gd name="connsiteY913" fmla="*/ 436245 h 800100"/>
                <a:gd name="connsiteX914" fmla="*/ 342233 w 381000"/>
                <a:gd name="connsiteY914" fmla="*/ 435388 h 800100"/>
                <a:gd name="connsiteX915" fmla="*/ 333661 w 381000"/>
                <a:gd name="connsiteY915" fmla="*/ 423577 h 800100"/>
                <a:gd name="connsiteX916" fmla="*/ 332041 w 381000"/>
                <a:gd name="connsiteY916" fmla="*/ 420434 h 800100"/>
                <a:gd name="connsiteX917" fmla="*/ 331565 w 381000"/>
                <a:gd name="connsiteY917" fmla="*/ 417100 h 800100"/>
                <a:gd name="connsiteX918" fmla="*/ 331280 w 381000"/>
                <a:gd name="connsiteY918" fmla="*/ 416338 h 800100"/>
                <a:gd name="connsiteX919" fmla="*/ 330898 w 381000"/>
                <a:gd name="connsiteY919" fmla="*/ 416243 h 800100"/>
                <a:gd name="connsiteX920" fmla="*/ 330517 w 381000"/>
                <a:gd name="connsiteY920" fmla="*/ 416528 h 800100"/>
                <a:gd name="connsiteX921" fmla="*/ 330137 w 381000"/>
                <a:gd name="connsiteY921" fmla="*/ 416909 h 800100"/>
                <a:gd name="connsiteX922" fmla="*/ 329851 w 381000"/>
                <a:gd name="connsiteY922" fmla="*/ 417100 h 800100"/>
                <a:gd name="connsiteX923" fmla="*/ 329470 w 381000"/>
                <a:gd name="connsiteY923" fmla="*/ 417005 h 800100"/>
                <a:gd name="connsiteX924" fmla="*/ 329565 w 381000"/>
                <a:gd name="connsiteY924" fmla="*/ 416719 h 800100"/>
                <a:gd name="connsiteX925" fmla="*/ 329946 w 381000"/>
                <a:gd name="connsiteY925" fmla="*/ 416433 h 800100"/>
                <a:gd name="connsiteX926" fmla="*/ 330517 w 381000"/>
                <a:gd name="connsiteY926" fmla="*/ 416338 h 800100"/>
                <a:gd name="connsiteX927" fmla="*/ 330137 w 381000"/>
                <a:gd name="connsiteY927" fmla="*/ 415385 h 800100"/>
                <a:gd name="connsiteX928" fmla="*/ 329374 w 381000"/>
                <a:gd name="connsiteY928" fmla="*/ 414814 h 800100"/>
                <a:gd name="connsiteX929" fmla="*/ 328517 w 381000"/>
                <a:gd name="connsiteY929" fmla="*/ 414433 h 800100"/>
                <a:gd name="connsiteX930" fmla="*/ 325755 w 381000"/>
                <a:gd name="connsiteY930" fmla="*/ 412242 h 800100"/>
                <a:gd name="connsiteX931" fmla="*/ 325088 w 381000"/>
                <a:gd name="connsiteY931" fmla="*/ 411480 h 800100"/>
                <a:gd name="connsiteX932" fmla="*/ 324517 w 381000"/>
                <a:gd name="connsiteY932" fmla="*/ 410337 h 800100"/>
                <a:gd name="connsiteX933" fmla="*/ 324326 w 381000"/>
                <a:gd name="connsiteY933" fmla="*/ 410051 h 800100"/>
                <a:gd name="connsiteX934" fmla="*/ 323564 w 381000"/>
                <a:gd name="connsiteY934" fmla="*/ 408051 h 800100"/>
                <a:gd name="connsiteX935" fmla="*/ 323183 w 381000"/>
                <a:gd name="connsiteY935" fmla="*/ 405860 h 800100"/>
                <a:gd name="connsiteX936" fmla="*/ 323564 w 381000"/>
                <a:gd name="connsiteY936" fmla="*/ 403860 h 800100"/>
                <a:gd name="connsiteX937" fmla="*/ 324326 w 381000"/>
                <a:gd name="connsiteY937" fmla="*/ 404146 h 800100"/>
                <a:gd name="connsiteX938" fmla="*/ 325660 w 381000"/>
                <a:gd name="connsiteY938" fmla="*/ 403860 h 800100"/>
                <a:gd name="connsiteX939" fmla="*/ 326136 w 381000"/>
                <a:gd name="connsiteY939" fmla="*/ 404241 h 800100"/>
                <a:gd name="connsiteX940" fmla="*/ 326327 w 381000"/>
                <a:gd name="connsiteY940" fmla="*/ 403574 h 800100"/>
                <a:gd name="connsiteX941" fmla="*/ 326803 w 381000"/>
                <a:gd name="connsiteY941" fmla="*/ 403193 h 800100"/>
                <a:gd name="connsiteX942" fmla="*/ 327374 w 381000"/>
                <a:gd name="connsiteY942" fmla="*/ 402812 h 800100"/>
                <a:gd name="connsiteX943" fmla="*/ 327946 w 381000"/>
                <a:gd name="connsiteY943" fmla="*/ 402336 h 800100"/>
                <a:gd name="connsiteX944" fmla="*/ 327279 w 381000"/>
                <a:gd name="connsiteY944" fmla="*/ 401574 h 800100"/>
                <a:gd name="connsiteX945" fmla="*/ 327184 w 381000"/>
                <a:gd name="connsiteY945" fmla="*/ 401384 h 800100"/>
                <a:gd name="connsiteX946" fmla="*/ 326993 w 381000"/>
                <a:gd name="connsiteY946" fmla="*/ 401193 h 800100"/>
                <a:gd name="connsiteX947" fmla="*/ 326612 w 381000"/>
                <a:gd name="connsiteY947" fmla="*/ 401574 h 800100"/>
                <a:gd name="connsiteX948" fmla="*/ 326327 w 381000"/>
                <a:gd name="connsiteY948" fmla="*/ 402050 h 800100"/>
                <a:gd name="connsiteX949" fmla="*/ 326327 w 381000"/>
                <a:gd name="connsiteY949" fmla="*/ 402336 h 800100"/>
                <a:gd name="connsiteX950" fmla="*/ 325469 w 381000"/>
                <a:gd name="connsiteY950" fmla="*/ 402146 h 800100"/>
                <a:gd name="connsiteX951" fmla="*/ 324707 w 381000"/>
                <a:gd name="connsiteY951" fmla="*/ 401764 h 800100"/>
                <a:gd name="connsiteX952" fmla="*/ 324040 w 381000"/>
                <a:gd name="connsiteY952" fmla="*/ 401288 h 800100"/>
                <a:gd name="connsiteX953" fmla="*/ 323564 w 381000"/>
                <a:gd name="connsiteY953" fmla="*/ 400812 h 800100"/>
                <a:gd name="connsiteX954" fmla="*/ 323183 w 381000"/>
                <a:gd name="connsiteY954" fmla="*/ 400812 h 800100"/>
                <a:gd name="connsiteX955" fmla="*/ 322993 w 381000"/>
                <a:gd name="connsiteY955" fmla="*/ 401098 h 800100"/>
                <a:gd name="connsiteX956" fmla="*/ 322993 w 381000"/>
                <a:gd name="connsiteY956" fmla="*/ 401098 h 800100"/>
                <a:gd name="connsiteX957" fmla="*/ 322897 w 381000"/>
                <a:gd name="connsiteY957" fmla="*/ 401003 h 800100"/>
                <a:gd name="connsiteX958" fmla="*/ 322516 w 381000"/>
                <a:gd name="connsiteY958" fmla="*/ 400812 h 800100"/>
                <a:gd name="connsiteX959" fmla="*/ 322421 w 381000"/>
                <a:gd name="connsiteY959" fmla="*/ 401288 h 800100"/>
                <a:gd name="connsiteX960" fmla="*/ 322231 w 381000"/>
                <a:gd name="connsiteY960" fmla="*/ 401669 h 800100"/>
                <a:gd name="connsiteX961" fmla="*/ 321945 w 381000"/>
                <a:gd name="connsiteY961" fmla="*/ 402050 h 800100"/>
                <a:gd name="connsiteX962" fmla="*/ 321564 w 381000"/>
                <a:gd name="connsiteY962" fmla="*/ 402336 h 800100"/>
                <a:gd name="connsiteX963" fmla="*/ 321564 w 381000"/>
                <a:gd name="connsiteY963" fmla="*/ 402717 h 800100"/>
                <a:gd name="connsiteX964" fmla="*/ 322707 w 381000"/>
                <a:gd name="connsiteY964" fmla="*/ 402907 h 800100"/>
                <a:gd name="connsiteX965" fmla="*/ 322707 w 381000"/>
                <a:gd name="connsiteY965" fmla="*/ 403670 h 800100"/>
                <a:gd name="connsiteX966" fmla="*/ 322326 w 381000"/>
                <a:gd name="connsiteY966" fmla="*/ 404622 h 800100"/>
                <a:gd name="connsiteX967" fmla="*/ 322421 w 381000"/>
                <a:gd name="connsiteY967" fmla="*/ 405384 h 800100"/>
                <a:gd name="connsiteX968" fmla="*/ 322802 w 381000"/>
                <a:gd name="connsiteY968" fmla="*/ 406146 h 800100"/>
                <a:gd name="connsiteX969" fmla="*/ 323279 w 381000"/>
                <a:gd name="connsiteY969" fmla="*/ 408908 h 800100"/>
                <a:gd name="connsiteX970" fmla="*/ 322802 w 381000"/>
                <a:gd name="connsiteY970" fmla="*/ 408241 h 800100"/>
                <a:gd name="connsiteX971" fmla="*/ 322040 w 381000"/>
                <a:gd name="connsiteY971" fmla="*/ 408432 h 800100"/>
                <a:gd name="connsiteX972" fmla="*/ 321088 w 381000"/>
                <a:gd name="connsiteY972" fmla="*/ 409004 h 800100"/>
                <a:gd name="connsiteX973" fmla="*/ 320135 w 381000"/>
                <a:gd name="connsiteY973" fmla="*/ 409289 h 800100"/>
                <a:gd name="connsiteX974" fmla="*/ 320802 w 381000"/>
                <a:gd name="connsiteY974" fmla="*/ 408908 h 800100"/>
                <a:gd name="connsiteX975" fmla="*/ 321469 w 381000"/>
                <a:gd name="connsiteY975" fmla="*/ 408241 h 800100"/>
                <a:gd name="connsiteX976" fmla="*/ 322040 w 381000"/>
                <a:gd name="connsiteY976" fmla="*/ 407480 h 800100"/>
                <a:gd name="connsiteX977" fmla="*/ 322326 w 381000"/>
                <a:gd name="connsiteY977" fmla="*/ 406622 h 800100"/>
                <a:gd name="connsiteX978" fmla="*/ 322231 w 381000"/>
                <a:gd name="connsiteY978" fmla="*/ 406432 h 800100"/>
                <a:gd name="connsiteX979" fmla="*/ 321755 w 381000"/>
                <a:gd name="connsiteY979" fmla="*/ 404527 h 800100"/>
                <a:gd name="connsiteX980" fmla="*/ 321373 w 381000"/>
                <a:gd name="connsiteY980" fmla="*/ 404431 h 800100"/>
                <a:gd name="connsiteX981" fmla="*/ 320992 w 381000"/>
                <a:gd name="connsiteY981" fmla="*/ 404717 h 800100"/>
                <a:gd name="connsiteX982" fmla="*/ 320135 w 381000"/>
                <a:gd name="connsiteY982" fmla="*/ 405574 h 800100"/>
                <a:gd name="connsiteX983" fmla="*/ 319278 w 381000"/>
                <a:gd name="connsiteY983" fmla="*/ 404527 h 800100"/>
                <a:gd name="connsiteX984" fmla="*/ 318135 w 381000"/>
                <a:gd name="connsiteY984" fmla="*/ 403860 h 800100"/>
                <a:gd name="connsiteX985" fmla="*/ 317278 w 381000"/>
                <a:gd name="connsiteY985" fmla="*/ 403003 h 800100"/>
                <a:gd name="connsiteX986" fmla="*/ 317278 w 381000"/>
                <a:gd name="connsiteY986" fmla="*/ 401384 h 800100"/>
                <a:gd name="connsiteX987" fmla="*/ 317945 w 381000"/>
                <a:gd name="connsiteY987" fmla="*/ 400145 h 800100"/>
                <a:gd name="connsiteX988" fmla="*/ 319754 w 381000"/>
                <a:gd name="connsiteY988" fmla="*/ 398621 h 800100"/>
                <a:gd name="connsiteX989" fmla="*/ 320326 w 381000"/>
                <a:gd name="connsiteY989" fmla="*/ 397859 h 800100"/>
                <a:gd name="connsiteX990" fmla="*/ 320516 w 381000"/>
                <a:gd name="connsiteY990" fmla="*/ 397573 h 800100"/>
                <a:gd name="connsiteX991" fmla="*/ 319183 w 381000"/>
                <a:gd name="connsiteY991" fmla="*/ 397669 h 800100"/>
                <a:gd name="connsiteX992" fmla="*/ 317754 w 381000"/>
                <a:gd name="connsiteY992" fmla="*/ 397573 h 800100"/>
                <a:gd name="connsiteX993" fmla="*/ 316421 w 381000"/>
                <a:gd name="connsiteY993" fmla="*/ 397288 h 800100"/>
                <a:gd name="connsiteX994" fmla="*/ 315468 w 381000"/>
                <a:gd name="connsiteY994" fmla="*/ 396907 h 800100"/>
                <a:gd name="connsiteX995" fmla="*/ 315087 w 381000"/>
                <a:gd name="connsiteY995" fmla="*/ 396907 h 800100"/>
                <a:gd name="connsiteX996" fmla="*/ 314515 w 381000"/>
                <a:gd name="connsiteY996" fmla="*/ 397097 h 800100"/>
                <a:gd name="connsiteX997" fmla="*/ 313563 w 381000"/>
                <a:gd name="connsiteY997" fmla="*/ 397002 h 800100"/>
                <a:gd name="connsiteX998" fmla="*/ 312611 w 381000"/>
                <a:gd name="connsiteY998" fmla="*/ 396621 h 800100"/>
                <a:gd name="connsiteX999" fmla="*/ 312230 w 381000"/>
                <a:gd name="connsiteY999" fmla="*/ 395954 h 800100"/>
                <a:gd name="connsiteX1000" fmla="*/ 312515 w 381000"/>
                <a:gd name="connsiteY1000" fmla="*/ 395192 h 800100"/>
                <a:gd name="connsiteX1001" fmla="*/ 313277 w 381000"/>
                <a:gd name="connsiteY1001" fmla="*/ 395478 h 800100"/>
                <a:gd name="connsiteX1002" fmla="*/ 314801 w 381000"/>
                <a:gd name="connsiteY1002" fmla="*/ 396621 h 800100"/>
                <a:gd name="connsiteX1003" fmla="*/ 313087 w 381000"/>
                <a:gd name="connsiteY1003" fmla="*/ 393763 h 800100"/>
                <a:gd name="connsiteX1004" fmla="*/ 312611 w 381000"/>
                <a:gd name="connsiteY1004" fmla="*/ 392811 h 800100"/>
                <a:gd name="connsiteX1005" fmla="*/ 312134 w 381000"/>
                <a:gd name="connsiteY1005" fmla="*/ 390906 h 800100"/>
                <a:gd name="connsiteX1006" fmla="*/ 312134 w 381000"/>
                <a:gd name="connsiteY1006" fmla="*/ 390525 h 800100"/>
                <a:gd name="connsiteX1007" fmla="*/ 311467 w 381000"/>
                <a:gd name="connsiteY1007" fmla="*/ 390715 h 800100"/>
                <a:gd name="connsiteX1008" fmla="*/ 311182 w 381000"/>
                <a:gd name="connsiteY1008" fmla="*/ 391192 h 800100"/>
                <a:gd name="connsiteX1009" fmla="*/ 310896 w 381000"/>
                <a:gd name="connsiteY1009" fmla="*/ 391668 h 800100"/>
                <a:gd name="connsiteX1010" fmla="*/ 310420 w 381000"/>
                <a:gd name="connsiteY1010" fmla="*/ 392049 h 800100"/>
                <a:gd name="connsiteX1011" fmla="*/ 309277 w 381000"/>
                <a:gd name="connsiteY1011" fmla="*/ 391763 h 800100"/>
                <a:gd name="connsiteX1012" fmla="*/ 306896 w 381000"/>
                <a:gd name="connsiteY1012" fmla="*/ 390049 h 800100"/>
                <a:gd name="connsiteX1013" fmla="*/ 306133 w 381000"/>
                <a:gd name="connsiteY1013" fmla="*/ 390239 h 800100"/>
                <a:gd name="connsiteX1014" fmla="*/ 306229 w 381000"/>
                <a:gd name="connsiteY1014" fmla="*/ 390811 h 800100"/>
                <a:gd name="connsiteX1015" fmla="*/ 306610 w 381000"/>
                <a:gd name="connsiteY1015" fmla="*/ 392525 h 800100"/>
                <a:gd name="connsiteX1016" fmla="*/ 306419 w 381000"/>
                <a:gd name="connsiteY1016" fmla="*/ 392906 h 800100"/>
                <a:gd name="connsiteX1017" fmla="*/ 304514 w 381000"/>
                <a:gd name="connsiteY1017" fmla="*/ 394430 h 800100"/>
                <a:gd name="connsiteX1018" fmla="*/ 304229 w 381000"/>
                <a:gd name="connsiteY1018" fmla="*/ 394145 h 800100"/>
                <a:gd name="connsiteX1019" fmla="*/ 303752 w 381000"/>
                <a:gd name="connsiteY1019" fmla="*/ 394430 h 800100"/>
                <a:gd name="connsiteX1020" fmla="*/ 303562 w 381000"/>
                <a:gd name="connsiteY1020" fmla="*/ 393859 h 800100"/>
                <a:gd name="connsiteX1021" fmla="*/ 303181 w 381000"/>
                <a:gd name="connsiteY1021" fmla="*/ 393478 h 800100"/>
                <a:gd name="connsiteX1022" fmla="*/ 302705 w 381000"/>
                <a:gd name="connsiteY1022" fmla="*/ 393382 h 800100"/>
                <a:gd name="connsiteX1023" fmla="*/ 302228 w 381000"/>
                <a:gd name="connsiteY1023" fmla="*/ 393668 h 800100"/>
                <a:gd name="connsiteX1024" fmla="*/ 301847 w 381000"/>
                <a:gd name="connsiteY1024" fmla="*/ 393668 h 800100"/>
                <a:gd name="connsiteX1025" fmla="*/ 300609 w 381000"/>
                <a:gd name="connsiteY1025" fmla="*/ 392906 h 800100"/>
                <a:gd name="connsiteX1026" fmla="*/ 299942 w 381000"/>
                <a:gd name="connsiteY1026" fmla="*/ 392430 h 800100"/>
                <a:gd name="connsiteX1027" fmla="*/ 299656 w 381000"/>
                <a:gd name="connsiteY1027" fmla="*/ 391954 h 800100"/>
                <a:gd name="connsiteX1028" fmla="*/ 298990 w 381000"/>
                <a:gd name="connsiteY1028" fmla="*/ 388906 h 800100"/>
                <a:gd name="connsiteX1029" fmla="*/ 299085 w 381000"/>
                <a:gd name="connsiteY1029" fmla="*/ 388430 h 800100"/>
                <a:gd name="connsiteX1030" fmla="*/ 299656 w 381000"/>
                <a:gd name="connsiteY1030" fmla="*/ 388525 h 800100"/>
                <a:gd name="connsiteX1031" fmla="*/ 300038 w 381000"/>
                <a:gd name="connsiteY1031" fmla="*/ 388715 h 800100"/>
                <a:gd name="connsiteX1032" fmla="*/ 300323 w 381000"/>
                <a:gd name="connsiteY1032" fmla="*/ 389001 h 800100"/>
                <a:gd name="connsiteX1033" fmla="*/ 300704 w 381000"/>
                <a:gd name="connsiteY1033" fmla="*/ 389191 h 800100"/>
                <a:gd name="connsiteX1034" fmla="*/ 301085 w 381000"/>
                <a:gd name="connsiteY1034" fmla="*/ 389191 h 800100"/>
                <a:gd name="connsiteX1035" fmla="*/ 301371 w 381000"/>
                <a:gd name="connsiteY1035" fmla="*/ 389096 h 800100"/>
                <a:gd name="connsiteX1036" fmla="*/ 301466 w 381000"/>
                <a:gd name="connsiteY1036" fmla="*/ 388906 h 800100"/>
                <a:gd name="connsiteX1037" fmla="*/ 300419 w 381000"/>
                <a:gd name="connsiteY1037" fmla="*/ 388525 h 800100"/>
                <a:gd name="connsiteX1038" fmla="*/ 299275 w 381000"/>
                <a:gd name="connsiteY1038" fmla="*/ 387001 h 800100"/>
                <a:gd name="connsiteX1039" fmla="*/ 298323 w 381000"/>
                <a:gd name="connsiteY1039" fmla="*/ 386334 h 800100"/>
                <a:gd name="connsiteX1040" fmla="*/ 297085 w 381000"/>
                <a:gd name="connsiteY1040" fmla="*/ 384429 h 800100"/>
                <a:gd name="connsiteX1041" fmla="*/ 296608 w 381000"/>
                <a:gd name="connsiteY1041" fmla="*/ 383953 h 800100"/>
                <a:gd name="connsiteX1042" fmla="*/ 294608 w 381000"/>
                <a:gd name="connsiteY1042" fmla="*/ 382619 h 800100"/>
                <a:gd name="connsiteX1043" fmla="*/ 294418 w 381000"/>
                <a:gd name="connsiteY1043" fmla="*/ 382238 h 800100"/>
                <a:gd name="connsiteX1044" fmla="*/ 294227 w 381000"/>
                <a:gd name="connsiteY1044" fmla="*/ 381667 h 800100"/>
                <a:gd name="connsiteX1045" fmla="*/ 293941 w 381000"/>
                <a:gd name="connsiteY1045" fmla="*/ 381381 h 800100"/>
                <a:gd name="connsiteX1046" fmla="*/ 293370 w 381000"/>
                <a:gd name="connsiteY1046" fmla="*/ 381667 h 800100"/>
                <a:gd name="connsiteX1047" fmla="*/ 293084 w 381000"/>
                <a:gd name="connsiteY1047" fmla="*/ 382048 h 800100"/>
                <a:gd name="connsiteX1048" fmla="*/ 292894 w 381000"/>
                <a:gd name="connsiteY1048" fmla="*/ 382429 h 800100"/>
                <a:gd name="connsiteX1049" fmla="*/ 292608 w 381000"/>
                <a:gd name="connsiteY1049" fmla="*/ 382619 h 800100"/>
                <a:gd name="connsiteX1050" fmla="*/ 292132 w 381000"/>
                <a:gd name="connsiteY1050" fmla="*/ 382619 h 800100"/>
                <a:gd name="connsiteX1051" fmla="*/ 292227 w 381000"/>
                <a:gd name="connsiteY1051" fmla="*/ 382334 h 800100"/>
                <a:gd name="connsiteX1052" fmla="*/ 291941 w 381000"/>
                <a:gd name="connsiteY1052" fmla="*/ 381762 h 800100"/>
                <a:gd name="connsiteX1053" fmla="*/ 291560 w 381000"/>
                <a:gd name="connsiteY1053" fmla="*/ 381286 h 800100"/>
                <a:gd name="connsiteX1054" fmla="*/ 291370 w 381000"/>
                <a:gd name="connsiteY1054" fmla="*/ 381381 h 800100"/>
                <a:gd name="connsiteX1055" fmla="*/ 291370 w 381000"/>
                <a:gd name="connsiteY1055" fmla="*/ 380905 h 800100"/>
                <a:gd name="connsiteX1056" fmla="*/ 291560 w 381000"/>
                <a:gd name="connsiteY1056" fmla="*/ 380524 h 800100"/>
                <a:gd name="connsiteX1057" fmla="*/ 291751 w 381000"/>
                <a:gd name="connsiteY1057" fmla="*/ 380143 h 800100"/>
                <a:gd name="connsiteX1058" fmla="*/ 292037 w 381000"/>
                <a:gd name="connsiteY1058" fmla="*/ 379762 h 800100"/>
                <a:gd name="connsiteX1059" fmla="*/ 290608 w 381000"/>
                <a:gd name="connsiteY1059" fmla="*/ 380047 h 800100"/>
                <a:gd name="connsiteX1060" fmla="*/ 289846 w 381000"/>
                <a:gd name="connsiteY1060" fmla="*/ 380143 h 800100"/>
                <a:gd name="connsiteX1061" fmla="*/ 289084 w 381000"/>
                <a:gd name="connsiteY1061" fmla="*/ 380143 h 800100"/>
                <a:gd name="connsiteX1062" fmla="*/ 289179 w 381000"/>
                <a:gd name="connsiteY1062" fmla="*/ 379762 h 800100"/>
                <a:gd name="connsiteX1063" fmla="*/ 289274 w 381000"/>
                <a:gd name="connsiteY1063" fmla="*/ 379571 h 800100"/>
                <a:gd name="connsiteX1064" fmla="*/ 289370 w 381000"/>
                <a:gd name="connsiteY1064" fmla="*/ 379381 h 800100"/>
                <a:gd name="connsiteX1065" fmla="*/ 289750 w 381000"/>
                <a:gd name="connsiteY1065" fmla="*/ 379381 h 800100"/>
                <a:gd name="connsiteX1066" fmla="*/ 289941 w 381000"/>
                <a:gd name="connsiteY1066" fmla="*/ 379476 h 800100"/>
                <a:gd name="connsiteX1067" fmla="*/ 290513 w 381000"/>
                <a:gd name="connsiteY1067" fmla="*/ 379762 h 800100"/>
                <a:gd name="connsiteX1068" fmla="*/ 290513 w 381000"/>
                <a:gd name="connsiteY1068" fmla="*/ 379381 h 800100"/>
                <a:gd name="connsiteX1069" fmla="*/ 289274 w 381000"/>
                <a:gd name="connsiteY1069" fmla="*/ 378809 h 800100"/>
                <a:gd name="connsiteX1070" fmla="*/ 288798 w 381000"/>
                <a:gd name="connsiteY1070" fmla="*/ 378428 h 800100"/>
                <a:gd name="connsiteX1071" fmla="*/ 288417 w 381000"/>
                <a:gd name="connsiteY1071" fmla="*/ 377857 h 800100"/>
                <a:gd name="connsiteX1072" fmla="*/ 288036 w 381000"/>
                <a:gd name="connsiteY1072" fmla="*/ 378143 h 800100"/>
                <a:gd name="connsiteX1073" fmla="*/ 287464 w 381000"/>
                <a:gd name="connsiteY1073" fmla="*/ 378238 h 800100"/>
                <a:gd name="connsiteX1074" fmla="*/ 286893 w 381000"/>
                <a:gd name="connsiteY1074" fmla="*/ 378047 h 800100"/>
                <a:gd name="connsiteX1075" fmla="*/ 286417 w 381000"/>
                <a:gd name="connsiteY1075" fmla="*/ 377285 h 800100"/>
                <a:gd name="connsiteX1076" fmla="*/ 285845 w 381000"/>
                <a:gd name="connsiteY1076" fmla="*/ 377095 h 800100"/>
                <a:gd name="connsiteX1077" fmla="*/ 284607 w 381000"/>
                <a:gd name="connsiteY1077" fmla="*/ 376809 h 800100"/>
                <a:gd name="connsiteX1078" fmla="*/ 280606 w 381000"/>
                <a:gd name="connsiteY1078" fmla="*/ 374523 h 800100"/>
                <a:gd name="connsiteX1079" fmla="*/ 282226 w 381000"/>
                <a:gd name="connsiteY1079" fmla="*/ 374237 h 800100"/>
                <a:gd name="connsiteX1080" fmla="*/ 288703 w 381000"/>
                <a:gd name="connsiteY1080" fmla="*/ 377666 h 800100"/>
                <a:gd name="connsiteX1081" fmla="*/ 290798 w 381000"/>
                <a:gd name="connsiteY1081" fmla="*/ 378238 h 800100"/>
                <a:gd name="connsiteX1082" fmla="*/ 290798 w 381000"/>
                <a:gd name="connsiteY1082" fmla="*/ 377857 h 800100"/>
                <a:gd name="connsiteX1083" fmla="*/ 289179 w 381000"/>
                <a:gd name="connsiteY1083" fmla="*/ 377380 h 800100"/>
                <a:gd name="connsiteX1084" fmla="*/ 283559 w 381000"/>
                <a:gd name="connsiteY1084" fmla="*/ 372237 h 800100"/>
                <a:gd name="connsiteX1085" fmla="*/ 278987 w 381000"/>
                <a:gd name="connsiteY1085" fmla="*/ 368903 h 800100"/>
                <a:gd name="connsiteX1086" fmla="*/ 277273 w 381000"/>
                <a:gd name="connsiteY1086" fmla="*/ 367665 h 800100"/>
                <a:gd name="connsiteX1087" fmla="*/ 270415 w 381000"/>
                <a:gd name="connsiteY1087" fmla="*/ 361855 h 800100"/>
                <a:gd name="connsiteX1088" fmla="*/ 269653 w 381000"/>
                <a:gd name="connsiteY1088" fmla="*/ 361474 h 800100"/>
                <a:gd name="connsiteX1089" fmla="*/ 269367 w 381000"/>
                <a:gd name="connsiteY1089" fmla="*/ 361188 h 800100"/>
                <a:gd name="connsiteX1090" fmla="*/ 269081 w 381000"/>
                <a:gd name="connsiteY1090" fmla="*/ 360712 h 800100"/>
                <a:gd name="connsiteX1091" fmla="*/ 268700 w 381000"/>
                <a:gd name="connsiteY1091" fmla="*/ 360331 h 800100"/>
                <a:gd name="connsiteX1092" fmla="*/ 268224 w 381000"/>
                <a:gd name="connsiteY1092" fmla="*/ 360521 h 800100"/>
                <a:gd name="connsiteX1093" fmla="*/ 267271 w 381000"/>
                <a:gd name="connsiteY1093" fmla="*/ 361188 h 800100"/>
                <a:gd name="connsiteX1094" fmla="*/ 267271 w 381000"/>
                <a:gd name="connsiteY1094" fmla="*/ 361569 h 800100"/>
                <a:gd name="connsiteX1095" fmla="*/ 267367 w 381000"/>
                <a:gd name="connsiteY1095" fmla="*/ 361950 h 800100"/>
                <a:gd name="connsiteX1096" fmla="*/ 267271 w 381000"/>
                <a:gd name="connsiteY1096" fmla="*/ 362236 h 800100"/>
                <a:gd name="connsiteX1097" fmla="*/ 266700 w 381000"/>
                <a:gd name="connsiteY1097" fmla="*/ 362521 h 800100"/>
                <a:gd name="connsiteX1098" fmla="*/ 266033 w 381000"/>
                <a:gd name="connsiteY1098" fmla="*/ 362617 h 800100"/>
                <a:gd name="connsiteX1099" fmla="*/ 264700 w 381000"/>
                <a:gd name="connsiteY1099" fmla="*/ 362617 h 800100"/>
                <a:gd name="connsiteX1100" fmla="*/ 264700 w 381000"/>
                <a:gd name="connsiteY1100" fmla="*/ 362236 h 800100"/>
                <a:gd name="connsiteX1101" fmla="*/ 266605 w 381000"/>
                <a:gd name="connsiteY1101" fmla="*/ 361188 h 800100"/>
                <a:gd name="connsiteX1102" fmla="*/ 266890 w 381000"/>
                <a:gd name="connsiteY1102" fmla="*/ 360997 h 800100"/>
                <a:gd name="connsiteX1103" fmla="*/ 267081 w 381000"/>
                <a:gd name="connsiteY1103" fmla="*/ 360521 h 800100"/>
                <a:gd name="connsiteX1104" fmla="*/ 267462 w 381000"/>
                <a:gd name="connsiteY1104" fmla="*/ 360236 h 800100"/>
                <a:gd name="connsiteX1105" fmla="*/ 267843 w 381000"/>
                <a:gd name="connsiteY1105" fmla="*/ 360045 h 800100"/>
                <a:gd name="connsiteX1106" fmla="*/ 268033 w 381000"/>
                <a:gd name="connsiteY1106" fmla="*/ 359759 h 800100"/>
                <a:gd name="connsiteX1107" fmla="*/ 267843 w 381000"/>
                <a:gd name="connsiteY1107" fmla="*/ 359378 h 800100"/>
                <a:gd name="connsiteX1108" fmla="*/ 267081 w 381000"/>
                <a:gd name="connsiteY1108" fmla="*/ 358902 h 800100"/>
                <a:gd name="connsiteX1109" fmla="*/ 264223 w 381000"/>
                <a:gd name="connsiteY1109" fmla="*/ 354806 h 800100"/>
                <a:gd name="connsiteX1110" fmla="*/ 263652 w 381000"/>
                <a:gd name="connsiteY1110" fmla="*/ 354330 h 800100"/>
                <a:gd name="connsiteX1111" fmla="*/ 263938 w 381000"/>
                <a:gd name="connsiteY1111" fmla="*/ 352044 h 800100"/>
                <a:gd name="connsiteX1112" fmla="*/ 263176 w 381000"/>
                <a:gd name="connsiteY1112" fmla="*/ 350520 h 800100"/>
                <a:gd name="connsiteX1113" fmla="*/ 257651 w 381000"/>
                <a:gd name="connsiteY1113" fmla="*/ 346424 h 800100"/>
                <a:gd name="connsiteX1114" fmla="*/ 254413 w 381000"/>
                <a:gd name="connsiteY1114" fmla="*/ 344043 h 800100"/>
                <a:gd name="connsiteX1115" fmla="*/ 244792 w 381000"/>
                <a:gd name="connsiteY1115" fmla="*/ 336899 h 800100"/>
                <a:gd name="connsiteX1116" fmla="*/ 240221 w 381000"/>
                <a:gd name="connsiteY1116" fmla="*/ 331756 h 800100"/>
                <a:gd name="connsiteX1117" fmla="*/ 239554 w 381000"/>
                <a:gd name="connsiteY1117" fmla="*/ 330803 h 800100"/>
                <a:gd name="connsiteX1118" fmla="*/ 239363 w 381000"/>
                <a:gd name="connsiteY1118" fmla="*/ 330613 h 800100"/>
                <a:gd name="connsiteX1119" fmla="*/ 239268 w 381000"/>
                <a:gd name="connsiteY1119" fmla="*/ 330422 h 800100"/>
                <a:gd name="connsiteX1120" fmla="*/ 238220 w 381000"/>
                <a:gd name="connsiteY1120" fmla="*/ 329565 h 800100"/>
                <a:gd name="connsiteX1121" fmla="*/ 238030 w 381000"/>
                <a:gd name="connsiteY1121" fmla="*/ 329470 h 800100"/>
                <a:gd name="connsiteX1122" fmla="*/ 237554 w 381000"/>
                <a:gd name="connsiteY1122" fmla="*/ 328613 h 800100"/>
                <a:gd name="connsiteX1123" fmla="*/ 236982 w 381000"/>
                <a:gd name="connsiteY1123" fmla="*/ 326898 h 800100"/>
                <a:gd name="connsiteX1124" fmla="*/ 234410 w 381000"/>
                <a:gd name="connsiteY1124" fmla="*/ 322516 h 800100"/>
                <a:gd name="connsiteX1125" fmla="*/ 232981 w 381000"/>
                <a:gd name="connsiteY1125" fmla="*/ 320897 h 800100"/>
                <a:gd name="connsiteX1126" fmla="*/ 231743 w 381000"/>
                <a:gd name="connsiteY1126" fmla="*/ 318516 h 800100"/>
                <a:gd name="connsiteX1127" fmla="*/ 231172 w 381000"/>
                <a:gd name="connsiteY1127" fmla="*/ 317849 h 800100"/>
                <a:gd name="connsiteX1128" fmla="*/ 230029 w 381000"/>
                <a:gd name="connsiteY1128" fmla="*/ 317087 h 800100"/>
                <a:gd name="connsiteX1129" fmla="*/ 228314 w 381000"/>
                <a:gd name="connsiteY1129" fmla="*/ 316421 h 800100"/>
                <a:gd name="connsiteX1130" fmla="*/ 226600 w 381000"/>
                <a:gd name="connsiteY1130" fmla="*/ 316230 h 800100"/>
                <a:gd name="connsiteX1131" fmla="*/ 225457 w 381000"/>
                <a:gd name="connsiteY1131" fmla="*/ 316802 h 800100"/>
                <a:gd name="connsiteX1132" fmla="*/ 225742 w 381000"/>
                <a:gd name="connsiteY1132" fmla="*/ 316992 h 800100"/>
                <a:gd name="connsiteX1133" fmla="*/ 225933 w 381000"/>
                <a:gd name="connsiteY1133" fmla="*/ 317278 h 800100"/>
                <a:gd name="connsiteX1134" fmla="*/ 226219 w 381000"/>
                <a:gd name="connsiteY1134" fmla="*/ 317945 h 800100"/>
                <a:gd name="connsiteX1135" fmla="*/ 224695 w 381000"/>
                <a:gd name="connsiteY1135" fmla="*/ 317087 h 800100"/>
                <a:gd name="connsiteX1136" fmla="*/ 224885 w 381000"/>
                <a:gd name="connsiteY1136" fmla="*/ 315944 h 800100"/>
                <a:gd name="connsiteX1137" fmla="*/ 225933 w 381000"/>
                <a:gd name="connsiteY1137" fmla="*/ 315278 h 800100"/>
                <a:gd name="connsiteX1138" fmla="*/ 226981 w 381000"/>
                <a:gd name="connsiteY1138" fmla="*/ 315659 h 800100"/>
                <a:gd name="connsiteX1139" fmla="*/ 227362 w 381000"/>
                <a:gd name="connsiteY1139" fmla="*/ 315659 h 800100"/>
                <a:gd name="connsiteX1140" fmla="*/ 227362 w 381000"/>
                <a:gd name="connsiteY1140" fmla="*/ 315278 h 800100"/>
                <a:gd name="connsiteX1141" fmla="*/ 224790 w 381000"/>
                <a:gd name="connsiteY1141" fmla="*/ 314611 h 800100"/>
                <a:gd name="connsiteX1142" fmla="*/ 222980 w 381000"/>
                <a:gd name="connsiteY1142" fmla="*/ 314420 h 800100"/>
                <a:gd name="connsiteX1143" fmla="*/ 221742 w 381000"/>
                <a:gd name="connsiteY1143" fmla="*/ 314039 h 800100"/>
                <a:gd name="connsiteX1144" fmla="*/ 220504 w 381000"/>
                <a:gd name="connsiteY1144" fmla="*/ 313563 h 800100"/>
                <a:gd name="connsiteX1145" fmla="*/ 219742 w 381000"/>
                <a:gd name="connsiteY1145" fmla="*/ 312991 h 800100"/>
                <a:gd name="connsiteX1146" fmla="*/ 220123 w 381000"/>
                <a:gd name="connsiteY1146" fmla="*/ 312611 h 800100"/>
                <a:gd name="connsiteX1147" fmla="*/ 220885 w 381000"/>
                <a:gd name="connsiteY1147" fmla="*/ 312991 h 800100"/>
                <a:gd name="connsiteX1148" fmla="*/ 224504 w 381000"/>
                <a:gd name="connsiteY1148" fmla="*/ 313372 h 800100"/>
                <a:gd name="connsiteX1149" fmla="*/ 226409 w 381000"/>
                <a:gd name="connsiteY1149" fmla="*/ 314420 h 800100"/>
                <a:gd name="connsiteX1150" fmla="*/ 227171 w 381000"/>
                <a:gd name="connsiteY1150" fmla="*/ 314515 h 800100"/>
                <a:gd name="connsiteX1151" fmla="*/ 227647 w 381000"/>
                <a:gd name="connsiteY1151" fmla="*/ 314801 h 800100"/>
                <a:gd name="connsiteX1152" fmla="*/ 228314 w 381000"/>
                <a:gd name="connsiteY1152" fmla="*/ 316135 h 800100"/>
                <a:gd name="connsiteX1153" fmla="*/ 229838 w 381000"/>
                <a:gd name="connsiteY1153" fmla="*/ 316802 h 800100"/>
                <a:gd name="connsiteX1154" fmla="*/ 230410 w 381000"/>
                <a:gd name="connsiteY1154" fmla="*/ 316802 h 800100"/>
                <a:gd name="connsiteX1155" fmla="*/ 230886 w 381000"/>
                <a:gd name="connsiteY1155" fmla="*/ 316325 h 800100"/>
                <a:gd name="connsiteX1156" fmla="*/ 230791 w 381000"/>
                <a:gd name="connsiteY1156" fmla="*/ 315944 h 800100"/>
                <a:gd name="connsiteX1157" fmla="*/ 229743 w 381000"/>
                <a:gd name="connsiteY1157" fmla="*/ 314896 h 800100"/>
                <a:gd name="connsiteX1158" fmla="*/ 229457 w 381000"/>
                <a:gd name="connsiteY1158" fmla="*/ 314325 h 800100"/>
                <a:gd name="connsiteX1159" fmla="*/ 228981 w 381000"/>
                <a:gd name="connsiteY1159" fmla="*/ 311468 h 800100"/>
                <a:gd name="connsiteX1160" fmla="*/ 228505 w 381000"/>
                <a:gd name="connsiteY1160" fmla="*/ 309848 h 800100"/>
                <a:gd name="connsiteX1161" fmla="*/ 228029 w 381000"/>
                <a:gd name="connsiteY1161" fmla="*/ 308801 h 800100"/>
                <a:gd name="connsiteX1162" fmla="*/ 228410 w 381000"/>
                <a:gd name="connsiteY1162" fmla="*/ 308229 h 800100"/>
                <a:gd name="connsiteX1163" fmla="*/ 228505 w 381000"/>
                <a:gd name="connsiteY1163" fmla="*/ 307753 h 800100"/>
                <a:gd name="connsiteX1164" fmla="*/ 228314 w 381000"/>
                <a:gd name="connsiteY1164" fmla="*/ 307372 h 800100"/>
                <a:gd name="connsiteX1165" fmla="*/ 227743 w 381000"/>
                <a:gd name="connsiteY1165" fmla="*/ 307277 h 800100"/>
                <a:gd name="connsiteX1166" fmla="*/ 227743 w 381000"/>
                <a:gd name="connsiteY1166" fmla="*/ 306896 h 800100"/>
                <a:gd name="connsiteX1167" fmla="*/ 228790 w 381000"/>
                <a:gd name="connsiteY1167" fmla="*/ 306896 h 800100"/>
                <a:gd name="connsiteX1168" fmla="*/ 229362 w 381000"/>
                <a:gd name="connsiteY1168" fmla="*/ 306419 h 800100"/>
                <a:gd name="connsiteX1169" fmla="*/ 229838 w 381000"/>
                <a:gd name="connsiteY1169" fmla="*/ 305753 h 800100"/>
                <a:gd name="connsiteX1170" fmla="*/ 230410 w 381000"/>
                <a:gd name="connsiteY1170" fmla="*/ 305086 h 800100"/>
                <a:gd name="connsiteX1171" fmla="*/ 231457 w 381000"/>
                <a:gd name="connsiteY1171" fmla="*/ 304229 h 800100"/>
                <a:gd name="connsiteX1172" fmla="*/ 232505 w 381000"/>
                <a:gd name="connsiteY1172" fmla="*/ 303562 h 800100"/>
                <a:gd name="connsiteX1173" fmla="*/ 232505 w 381000"/>
                <a:gd name="connsiteY1173" fmla="*/ 303181 h 800100"/>
                <a:gd name="connsiteX1174" fmla="*/ 232220 w 381000"/>
                <a:gd name="connsiteY1174" fmla="*/ 302800 h 800100"/>
                <a:gd name="connsiteX1175" fmla="*/ 228029 w 381000"/>
                <a:gd name="connsiteY1175" fmla="*/ 297561 h 800100"/>
                <a:gd name="connsiteX1176" fmla="*/ 227457 w 381000"/>
                <a:gd name="connsiteY1176" fmla="*/ 296418 h 800100"/>
                <a:gd name="connsiteX1177" fmla="*/ 227171 w 381000"/>
                <a:gd name="connsiteY1177" fmla="*/ 295275 h 800100"/>
                <a:gd name="connsiteX1178" fmla="*/ 227743 w 381000"/>
                <a:gd name="connsiteY1178" fmla="*/ 294227 h 800100"/>
                <a:gd name="connsiteX1179" fmla="*/ 227838 w 381000"/>
                <a:gd name="connsiteY1179" fmla="*/ 293656 h 800100"/>
                <a:gd name="connsiteX1180" fmla="*/ 227171 w 381000"/>
                <a:gd name="connsiteY1180" fmla="*/ 293370 h 800100"/>
                <a:gd name="connsiteX1181" fmla="*/ 226219 w 381000"/>
                <a:gd name="connsiteY1181" fmla="*/ 294608 h 800100"/>
                <a:gd name="connsiteX1182" fmla="*/ 225742 w 381000"/>
                <a:gd name="connsiteY1182" fmla="*/ 294894 h 800100"/>
                <a:gd name="connsiteX1183" fmla="*/ 225171 w 381000"/>
                <a:gd name="connsiteY1183" fmla="*/ 294894 h 800100"/>
                <a:gd name="connsiteX1184" fmla="*/ 224790 w 381000"/>
                <a:gd name="connsiteY1184" fmla="*/ 294704 h 800100"/>
                <a:gd name="connsiteX1185" fmla="*/ 224409 w 381000"/>
                <a:gd name="connsiteY1185" fmla="*/ 294608 h 800100"/>
                <a:gd name="connsiteX1186" fmla="*/ 223838 w 381000"/>
                <a:gd name="connsiteY1186" fmla="*/ 294894 h 800100"/>
                <a:gd name="connsiteX1187" fmla="*/ 223552 w 381000"/>
                <a:gd name="connsiteY1187" fmla="*/ 295275 h 800100"/>
                <a:gd name="connsiteX1188" fmla="*/ 223266 w 381000"/>
                <a:gd name="connsiteY1188" fmla="*/ 295846 h 800100"/>
                <a:gd name="connsiteX1189" fmla="*/ 223075 w 381000"/>
                <a:gd name="connsiteY1189" fmla="*/ 296513 h 800100"/>
                <a:gd name="connsiteX1190" fmla="*/ 223075 w 381000"/>
                <a:gd name="connsiteY1190" fmla="*/ 297180 h 800100"/>
                <a:gd name="connsiteX1191" fmla="*/ 222504 w 381000"/>
                <a:gd name="connsiteY1191" fmla="*/ 296132 h 800100"/>
                <a:gd name="connsiteX1192" fmla="*/ 222409 w 381000"/>
                <a:gd name="connsiteY1192" fmla="*/ 295561 h 800100"/>
                <a:gd name="connsiteX1193" fmla="*/ 222695 w 381000"/>
                <a:gd name="connsiteY1193" fmla="*/ 294894 h 800100"/>
                <a:gd name="connsiteX1194" fmla="*/ 222028 w 381000"/>
                <a:gd name="connsiteY1194" fmla="*/ 294989 h 800100"/>
                <a:gd name="connsiteX1195" fmla="*/ 221837 w 381000"/>
                <a:gd name="connsiteY1195" fmla="*/ 295085 h 800100"/>
                <a:gd name="connsiteX1196" fmla="*/ 221647 w 381000"/>
                <a:gd name="connsiteY1196" fmla="*/ 295275 h 800100"/>
                <a:gd name="connsiteX1197" fmla="*/ 220980 w 381000"/>
                <a:gd name="connsiteY1197" fmla="*/ 294894 h 800100"/>
                <a:gd name="connsiteX1198" fmla="*/ 221266 w 381000"/>
                <a:gd name="connsiteY1198" fmla="*/ 294322 h 800100"/>
                <a:gd name="connsiteX1199" fmla="*/ 221837 w 381000"/>
                <a:gd name="connsiteY1199" fmla="*/ 293846 h 800100"/>
                <a:gd name="connsiteX1200" fmla="*/ 222504 w 381000"/>
                <a:gd name="connsiteY1200" fmla="*/ 293656 h 800100"/>
                <a:gd name="connsiteX1201" fmla="*/ 222980 w 381000"/>
                <a:gd name="connsiteY1201" fmla="*/ 294037 h 800100"/>
                <a:gd name="connsiteX1202" fmla="*/ 223361 w 381000"/>
                <a:gd name="connsiteY1202" fmla="*/ 294037 h 800100"/>
                <a:gd name="connsiteX1203" fmla="*/ 222980 w 381000"/>
                <a:gd name="connsiteY1203" fmla="*/ 293084 h 800100"/>
                <a:gd name="connsiteX1204" fmla="*/ 222218 w 381000"/>
                <a:gd name="connsiteY1204" fmla="*/ 292418 h 800100"/>
                <a:gd name="connsiteX1205" fmla="*/ 220504 w 381000"/>
                <a:gd name="connsiteY1205" fmla="*/ 291084 h 800100"/>
                <a:gd name="connsiteX1206" fmla="*/ 218980 w 381000"/>
                <a:gd name="connsiteY1206" fmla="*/ 289179 h 800100"/>
                <a:gd name="connsiteX1207" fmla="*/ 218504 w 381000"/>
                <a:gd name="connsiteY1207" fmla="*/ 288893 h 800100"/>
                <a:gd name="connsiteX1208" fmla="*/ 217361 w 381000"/>
                <a:gd name="connsiteY1208" fmla="*/ 288512 h 800100"/>
                <a:gd name="connsiteX1209" fmla="*/ 216979 w 381000"/>
                <a:gd name="connsiteY1209" fmla="*/ 288322 h 800100"/>
                <a:gd name="connsiteX1210" fmla="*/ 214217 w 381000"/>
                <a:gd name="connsiteY1210" fmla="*/ 286226 h 800100"/>
                <a:gd name="connsiteX1211" fmla="*/ 213455 w 381000"/>
                <a:gd name="connsiteY1211" fmla="*/ 285940 h 800100"/>
                <a:gd name="connsiteX1212" fmla="*/ 212217 w 381000"/>
                <a:gd name="connsiteY1212" fmla="*/ 286131 h 800100"/>
                <a:gd name="connsiteX1213" fmla="*/ 211074 w 381000"/>
                <a:gd name="connsiteY1213" fmla="*/ 286512 h 800100"/>
                <a:gd name="connsiteX1214" fmla="*/ 210217 w 381000"/>
                <a:gd name="connsiteY1214" fmla="*/ 286703 h 800100"/>
                <a:gd name="connsiteX1215" fmla="*/ 209740 w 381000"/>
                <a:gd name="connsiteY1215" fmla="*/ 286321 h 800100"/>
                <a:gd name="connsiteX1216" fmla="*/ 210693 w 381000"/>
                <a:gd name="connsiteY1216" fmla="*/ 286131 h 800100"/>
                <a:gd name="connsiteX1217" fmla="*/ 210598 w 381000"/>
                <a:gd name="connsiteY1217" fmla="*/ 285464 h 800100"/>
                <a:gd name="connsiteX1218" fmla="*/ 209931 w 381000"/>
                <a:gd name="connsiteY1218" fmla="*/ 284702 h 800100"/>
                <a:gd name="connsiteX1219" fmla="*/ 207169 w 381000"/>
                <a:gd name="connsiteY1219" fmla="*/ 282321 h 800100"/>
                <a:gd name="connsiteX1220" fmla="*/ 205169 w 381000"/>
                <a:gd name="connsiteY1220" fmla="*/ 279749 h 800100"/>
                <a:gd name="connsiteX1221" fmla="*/ 204788 w 381000"/>
                <a:gd name="connsiteY1221" fmla="*/ 279368 h 800100"/>
                <a:gd name="connsiteX1222" fmla="*/ 203549 w 381000"/>
                <a:gd name="connsiteY1222" fmla="*/ 278416 h 800100"/>
                <a:gd name="connsiteX1223" fmla="*/ 203073 w 381000"/>
                <a:gd name="connsiteY1223" fmla="*/ 277749 h 800100"/>
                <a:gd name="connsiteX1224" fmla="*/ 202597 w 381000"/>
                <a:gd name="connsiteY1224" fmla="*/ 276796 h 800100"/>
                <a:gd name="connsiteX1225" fmla="*/ 202216 w 381000"/>
                <a:gd name="connsiteY1225" fmla="*/ 275749 h 800100"/>
                <a:gd name="connsiteX1226" fmla="*/ 202121 w 381000"/>
                <a:gd name="connsiteY1226" fmla="*/ 274701 h 800100"/>
                <a:gd name="connsiteX1227" fmla="*/ 200311 w 381000"/>
                <a:gd name="connsiteY1227" fmla="*/ 274606 h 800100"/>
                <a:gd name="connsiteX1228" fmla="*/ 198406 w 381000"/>
                <a:gd name="connsiteY1228" fmla="*/ 272510 h 800100"/>
                <a:gd name="connsiteX1229" fmla="*/ 195644 w 381000"/>
                <a:gd name="connsiteY1229" fmla="*/ 267938 h 800100"/>
                <a:gd name="connsiteX1230" fmla="*/ 194405 w 381000"/>
                <a:gd name="connsiteY1230" fmla="*/ 264033 h 800100"/>
                <a:gd name="connsiteX1231" fmla="*/ 194024 w 381000"/>
                <a:gd name="connsiteY1231" fmla="*/ 263462 h 800100"/>
                <a:gd name="connsiteX1232" fmla="*/ 193834 w 381000"/>
                <a:gd name="connsiteY1232" fmla="*/ 262699 h 800100"/>
                <a:gd name="connsiteX1233" fmla="*/ 193738 w 381000"/>
                <a:gd name="connsiteY1233" fmla="*/ 261080 h 800100"/>
                <a:gd name="connsiteX1234" fmla="*/ 193453 w 381000"/>
                <a:gd name="connsiteY1234" fmla="*/ 259461 h 800100"/>
                <a:gd name="connsiteX1235" fmla="*/ 192405 w 381000"/>
                <a:gd name="connsiteY1235" fmla="*/ 258794 h 800100"/>
                <a:gd name="connsiteX1236" fmla="*/ 192500 w 381000"/>
                <a:gd name="connsiteY1236" fmla="*/ 258985 h 800100"/>
                <a:gd name="connsiteX1237" fmla="*/ 192691 w 381000"/>
                <a:gd name="connsiteY1237" fmla="*/ 262319 h 800100"/>
                <a:gd name="connsiteX1238" fmla="*/ 192691 w 381000"/>
                <a:gd name="connsiteY1238" fmla="*/ 263652 h 800100"/>
                <a:gd name="connsiteX1239" fmla="*/ 191643 w 381000"/>
                <a:gd name="connsiteY1239" fmla="*/ 264128 h 800100"/>
                <a:gd name="connsiteX1240" fmla="*/ 191833 w 381000"/>
                <a:gd name="connsiteY1240" fmla="*/ 263366 h 800100"/>
                <a:gd name="connsiteX1241" fmla="*/ 192024 w 381000"/>
                <a:gd name="connsiteY1241" fmla="*/ 262223 h 800100"/>
                <a:gd name="connsiteX1242" fmla="*/ 191929 w 381000"/>
                <a:gd name="connsiteY1242" fmla="*/ 261176 h 800100"/>
                <a:gd name="connsiteX1243" fmla="*/ 191453 w 381000"/>
                <a:gd name="connsiteY1243" fmla="*/ 260699 h 800100"/>
                <a:gd name="connsiteX1244" fmla="*/ 191262 w 381000"/>
                <a:gd name="connsiteY1244" fmla="*/ 260318 h 800100"/>
                <a:gd name="connsiteX1245" fmla="*/ 192024 w 381000"/>
                <a:gd name="connsiteY1245" fmla="*/ 258032 h 800100"/>
                <a:gd name="connsiteX1246" fmla="*/ 191738 w 381000"/>
                <a:gd name="connsiteY1246" fmla="*/ 257270 h 800100"/>
                <a:gd name="connsiteX1247" fmla="*/ 191167 w 381000"/>
                <a:gd name="connsiteY1247" fmla="*/ 256413 h 800100"/>
                <a:gd name="connsiteX1248" fmla="*/ 190024 w 381000"/>
                <a:gd name="connsiteY1248" fmla="*/ 255175 h 800100"/>
                <a:gd name="connsiteX1249" fmla="*/ 189643 w 381000"/>
                <a:gd name="connsiteY1249" fmla="*/ 254984 h 800100"/>
                <a:gd name="connsiteX1250" fmla="*/ 188690 w 381000"/>
                <a:gd name="connsiteY1250" fmla="*/ 255079 h 800100"/>
                <a:gd name="connsiteX1251" fmla="*/ 188309 w 381000"/>
                <a:gd name="connsiteY1251" fmla="*/ 254984 h 800100"/>
                <a:gd name="connsiteX1252" fmla="*/ 188119 w 381000"/>
                <a:gd name="connsiteY1252" fmla="*/ 254698 h 800100"/>
                <a:gd name="connsiteX1253" fmla="*/ 187547 w 381000"/>
                <a:gd name="connsiteY1253" fmla="*/ 253460 h 800100"/>
                <a:gd name="connsiteX1254" fmla="*/ 188023 w 381000"/>
                <a:gd name="connsiteY1254" fmla="*/ 253555 h 800100"/>
                <a:gd name="connsiteX1255" fmla="*/ 188404 w 381000"/>
                <a:gd name="connsiteY1255" fmla="*/ 253746 h 800100"/>
                <a:gd name="connsiteX1256" fmla="*/ 188690 w 381000"/>
                <a:gd name="connsiteY1256" fmla="*/ 254127 h 800100"/>
                <a:gd name="connsiteX1257" fmla="*/ 188881 w 381000"/>
                <a:gd name="connsiteY1257" fmla="*/ 254603 h 800100"/>
                <a:gd name="connsiteX1258" fmla="*/ 189643 w 381000"/>
                <a:gd name="connsiteY1258" fmla="*/ 253841 h 800100"/>
                <a:gd name="connsiteX1259" fmla="*/ 189643 w 381000"/>
                <a:gd name="connsiteY1259" fmla="*/ 253460 h 800100"/>
                <a:gd name="connsiteX1260" fmla="*/ 188500 w 381000"/>
                <a:gd name="connsiteY1260" fmla="*/ 253079 h 800100"/>
                <a:gd name="connsiteX1261" fmla="*/ 187166 w 381000"/>
                <a:gd name="connsiteY1261" fmla="*/ 252317 h 800100"/>
                <a:gd name="connsiteX1262" fmla="*/ 186023 w 381000"/>
                <a:gd name="connsiteY1262" fmla="*/ 251365 h 800100"/>
                <a:gd name="connsiteX1263" fmla="*/ 185356 w 381000"/>
                <a:gd name="connsiteY1263" fmla="*/ 250412 h 800100"/>
                <a:gd name="connsiteX1264" fmla="*/ 185071 w 381000"/>
                <a:gd name="connsiteY1264" fmla="*/ 249746 h 800100"/>
                <a:gd name="connsiteX1265" fmla="*/ 184690 w 381000"/>
                <a:gd name="connsiteY1265" fmla="*/ 247936 h 800100"/>
                <a:gd name="connsiteX1266" fmla="*/ 184595 w 381000"/>
                <a:gd name="connsiteY1266" fmla="*/ 247174 h 800100"/>
                <a:gd name="connsiteX1267" fmla="*/ 184499 w 381000"/>
                <a:gd name="connsiteY1267" fmla="*/ 246697 h 800100"/>
                <a:gd name="connsiteX1268" fmla="*/ 184213 w 381000"/>
                <a:gd name="connsiteY1268" fmla="*/ 246221 h 800100"/>
                <a:gd name="connsiteX1269" fmla="*/ 184213 w 381000"/>
                <a:gd name="connsiteY1269" fmla="*/ 245459 h 800100"/>
                <a:gd name="connsiteX1270" fmla="*/ 184785 w 381000"/>
                <a:gd name="connsiteY1270" fmla="*/ 243840 h 800100"/>
                <a:gd name="connsiteX1271" fmla="*/ 185833 w 381000"/>
                <a:gd name="connsiteY1271" fmla="*/ 241840 h 800100"/>
                <a:gd name="connsiteX1272" fmla="*/ 187071 w 381000"/>
                <a:gd name="connsiteY1272" fmla="*/ 240506 h 800100"/>
                <a:gd name="connsiteX1273" fmla="*/ 188500 w 381000"/>
                <a:gd name="connsiteY1273" fmla="*/ 240982 h 800100"/>
                <a:gd name="connsiteX1274" fmla="*/ 188881 w 381000"/>
                <a:gd name="connsiteY1274" fmla="*/ 240506 h 800100"/>
                <a:gd name="connsiteX1275" fmla="*/ 189357 w 381000"/>
                <a:gd name="connsiteY1275" fmla="*/ 240125 h 800100"/>
                <a:gd name="connsiteX1276" fmla="*/ 190690 w 381000"/>
                <a:gd name="connsiteY1276" fmla="*/ 239459 h 800100"/>
                <a:gd name="connsiteX1277" fmla="*/ 190310 w 381000"/>
                <a:gd name="connsiteY1277" fmla="*/ 238030 h 800100"/>
                <a:gd name="connsiteX1278" fmla="*/ 190405 w 381000"/>
                <a:gd name="connsiteY1278" fmla="*/ 236029 h 800100"/>
                <a:gd name="connsiteX1279" fmla="*/ 191071 w 381000"/>
                <a:gd name="connsiteY1279" fmla="*/ 232601 h 800100"/>
                <a:gd name="connsiteX1280" fmla="*/ 191167 w 381000"/>
                <a:gd name="connsiteY1280" fmla="*/ 232315 h 800100"/>
                <a:gd name="connsiteX1281" fmla="*/ 191929 w 381000"/>
                <a:gd name="connsiteY1281" fmla="*/ 232410 h 800100"/>
                <a:gd name="connsiteX1282" fmla="*/ 192596 w 381000"/>
                <a:gd name="connsiteY1282" fmla="*/ 232410 h 800100"/>
                <a:gd name="connsiteX1283" fmla="*/ 193072 w 381000"/>
                <a:gd name="connsiteY1283" fmla="*/ 230791 h 800100"/>
                <a:gd name="connsiteX1284" fmla="*/ 193453 w 381000"/>
                <a:gd name="connsiteY1284" fmla="*/ 230696 h 800100"/>
                <a:gd name="connsiteX1285" fmla="*/ 193929 w 381000"/>
                <a:gd name="connsiteY1285" fmla="*/ 230696 h 800100"/>
                <a:gd name="connsiteX1286" fmla="*/ 194310 w 381000"/>
                <a:gd name="connsiteY1286" fmla="*/ 230410 h 800100"/>
                <a:gd name="connsiteX1287" fmla="*/ 194310 w 381000"/>
                <a:gd name="connsiteY1287" fmla="*/ 230314 h 800100"/>
                <a:gd name="connsiteX1288" fmla="*/ 194405 w 381000"/>
                <a:gd name="connsiteY1288" fmla="*/ 230029 h 800100"/>
                <a:gd name="connsiteX1289" fmla="*/ 194500 w 381000"/>
                <a:gd name="connsiteY1289" fmla="*/ 228981 h 800100"/>
                <a:gd name="connsiteX1290" fmla="*/ 194215 w 381000"/>
                <a:gd name="connsiteY1290" fmla="*/ 228790 h 800100"/>
                <a:gd name="connsiteX1291" fmla="*/ 193834 w 381000"/>
                <a:gd name="connsiteY1291" fmla="*/ 228981 h 800100"/>
                <a:gd name="connsiteX1292" fmla="*/ 193643 w 381000"/>
                <a:gd name="connsiteY1292" fmla="*/ 228314 h 800100"/>
                <a:gd name="connsiteX1293" fmla="*/ 193548 w 381000"/>
                <a:gd name="connsiteY1293" fmla="*/ 227743 h 800100"/>
                <a:gd name="connsiteX1294" fmla="*/ 194691 w 381000"/>
                <a:gd name="connsiteY1294" fmla="*/ 228505 h 800100"/>
                <a:gd name="connsiteX1295" fmla="*/ 194500 w 381000"/>
                <a:gd name="connsiteY1295" fmla="*/ 227743 h 800100"/>
                <a:gd name="connsiteX1296" fmla="*/ 193548 w 381000"/>
                <a:gd name="connsiteY1296" fmla="*/ 225933 h 800100"/>
                <a:gd name="connsiteX1297" fmla="*/ 193262 w 381000"/>
                <a:gd name="connsiteY1297" fmla="*/ 224409 h 800100"/>
                <a:gd name="connsiteX1298" fmla="*/ 193072 w 381000"/>
                <a:gd name="connsiteY1298" fmla="*/ 223742 h 800100"/>
                <a:gd name="connsiteX1299" fmla="*/ 192500 w 381000"/>
                <a:gd name="connsiteY1299" fmla="*/ 223266 h 800100"/>
                <a:gd name="connsiteX1300" fmla="*/ 192500 w 381000"/>
                <a:gd name="connsiteY1300" fmla="*/ 222885 h 800100"/>
                <a:gd name="connsiteX1301" fmla="*/ 193262 w 381000"/>
                <a:gd name="connsiteY1301" fmla="*/ 223266 h 800100"/>
                <a:gd name="connsiteX1302" fmla="*/ 194024 w 381000"/>
                <a:gd name="connsiteY1302" fmla="*/ 221742 h 800100"/>
                <a:gd name="connsiteX1303" fmla="*/ 194786 w 381000"/>
                <a:gd name="connsiteY1303" fmla="*/ 222123 h 800100"/>
                <a:gd name="connsiteX1304" fmla="*/ 194500 w 381000"/>
                <a:gd name="connsiteY1304" fmla="*/ 220028 h 800100"/>
                <a:gd name="connsiteX1305" fmla="*/ 195072 w 381000"/>
                <a:gd name="connsiteY1305" fmla="*/ 215837 h 800100"/>
                <a:gd name="connsiteX1306" fmla="*/ 195072 w 381000"/>
                <a:gd name="connsiteY1306" fmla="*/ 213741 h 800100"/>
                <a:gd name="connsiteX1307" fmla="*/ 194881 w 381000"/>
                <a:gd name="connsiteY1307" fmla="*/ 213741 h 800100"/>
                <a:gd name="connsiteX1308" fmla="*/ 194786 w 381000"/>
                <a:gd name="connsiteY1308" fmla="*/ 213455 h 800100"/>
                <a:gd name="connsiteX1309" fmla="*/ 194786 w 381000"/>
                <a:gd name="connsiteY1309" fmla="*/ 212884 h 800100"/>
                <a:gd name="connsiteX1310" fmla="*/ 194691 w 381000"/>
                <a:gd name="connsiteY1310" fmla="*/ 212312 h 800100"/>
                <a:gd name="connsiteX1311" fmla="*/ 194405 w 381000"/>
                <a:gd name="connsiteY1311" fmla="*/ 211836 h 800100"/>
                <a:gd name="connsiteX1312" fmla="*/ 194310 w 381000"/>
                <a:gd name="connsiteY1312" fmla="*/ 212122 h 800100"/>
                <a:gd name="connsiteX1313" fmla="*/ 193929 w 381000"/>
                <a:gd name="connsiteY1313" fmla="*/ 212598 h 800100"/>
                <a:gd name="connsiteX1314" fmla="*/ 193738 w 381000"/>
                <a:gd name="connsiteY1314" fmla="*/ 212979 h 800100"/>
                <a:gd name="connsiteX1315" fmla="*/ 193738 w 381000"/>
                <a:gd name="connsiteY1315" fmla="*/ 212122 h 800100"/>
                <a:gd name="connsiteX1316" fmla="*/ 194405 w 381000"/>
                <a:gd name="connsiteY1316" fmla="*/ 211550 h 800100"/>
                <a:gd name="connsiteX1317" fmla="*/ 195167 w 381000"/>
                <a:gd name="connsiteY1317" fmla="*/ 211741 h 800100"/>
                <a:gd name="connsiteX1318" fmla="*/ 195263 w 381000"/>
                <a:gd name="connsiteY1318" fmla="*/ 212979 h 800100"/>
                <a:gd name="connsiteX1319" fmla="*/ 195548 w 381000"/>
                <a:gd name="connsiteY1319" fmla="*/ 212312 h 800100"/>
                <a:gd name="connsiteX1320" fmla="*/ 195548 w 381000"/>
                <a:gd name="connsiteY1320" fmla="*/ 210788 h 800100"/>
                <a:gd name="connsiteX1321" fmla="*/ 195644 w 381000"/>
                <a:gd name="connsiteY1321" fmla="*/ 209931 h 800100"/>
                <a:gd name="connsiteX1322" fmla="*/ 196024 w 381000"/>
                <a:gd name="connsiteY1322" fmla="*/ 209074 h 800100"/>
                <a:gd name="connsiteX1323" fmla="*/ 197167 w 381000"/>
                <a:gd name="connsiteY1323" fmla="*/ 207169 h 800100"/>
                <a:gd name="connsiteX1324" fmla="*/ 197453 w 381000"/>
                <a:gd name="connsiteY1324" fmla="*/ 206216 h 800100"/>
                <a:gd name="connsiteX1325" fmla="*/ 197834 w 381000"/>
                <a:gd name="connsiteY1325" fmla="*/ 205454 h 800100"/>
                <a:gd name="connsiteX1326" fmla="*/ 198596 w 381000"/>
                <a:gd name="connsiteY1326" fmla="*/ 205359 h 800100"/>
                <a:gd name="connsiteX1327" fmla="*/ 199358 w 381000"/>
                <a:gd name="connsiteY1327" fmla="*/ 205359 h 800100"/>
                <a:gd name="connsiteX1328" fmla="*/ 199739 w 381000"/>
                <a:gd name="connsiteY1328" fmla="*/ 204978 h 800100"/>
                <a:gd name="connsiteX1329" fmla="*/ 199930 w 381000"/>
                <a:gd name="connsiteY1329" fmla="*/ 204121 h 800100"/>
                <a:gd name="connsiteX1330" fmla="*/ 200882 w 381000"/>
                <a:gd name="connsiteY1330" fmla="*/ 202882 h 800100"/>
                <a:gd name="connsiteX1331" fmla="*/ 201168 w 381000"/>
                <a:gd name="connsiteY1331" fmla="*/ 202121 h 800100"/>
                <a:gd name="connsiteX1332" fmla="*/ 200501 w 381000"/>
                <a:gd name="connsiteY1332" fmla="*/ 202406 h 800100"/>
                <a:gd name="connsiteX1333" fmla="*/ 198977 w 381000"/>
                <a:gd name="connsiteY1333" fmla="*/ 202597 h 800100"/>
                <a:gd name="connsiteX1334" fmla="*/ 198311 w 381000"/>
                <a:gd name="connsiteY1334" fmla="*/ 202882 h 800100"/>
                <a:gd name="connsiteX1335" fmla="*/ 197929 w 381000"/>
                <a:gd name="connsiteY1335" fmla="*/ 202502 h 800100"/>
                <a:gd name="connsiteX1336" fmla="*/ 199358 w 381000"/>
                <a:gd name="connsiteY1336" fmla="*/ 201739 h 800100"/>
                <a:gd name="connsiteX1337" fmla="*/ 200120 w 381000"/>
                <a:gd name="connsiteY1337" fmla="*/ 201168 h 800100"/>
                <a:gd name="connsiteX1338" fmla="*/ 200406 w 381000"/>
                <a:gd name="connsiteY1338" fmla="*/ 200596 h 800100"/>
                <a:gd name="connsiteX1339" fmla="*/ 200978 w 381000"/>
                <a:gd name="connsiteY1339" fmla="*/ 201168 h 800100"/>
                <a:gd name="connsiteX1340" fmla="*/ 201168 w 381000"/>
                <a:gd name="connsiteY1340" fmla="*/ 201359 h 800100"/>
                <a:gd name="connsiteX1341" fmla="*/ 201358 w 381000"/>
                <a:gd name="connsiteY1341" fmla="*/ 200692 h 800100"/>
                <a:gd name="connsiteX1342" fmla="*/ 201358 w 381000"/>
                <a:gd name="connsiteY1342" fmla="*/ 199168 h 800100"/>
                <a:gd name="connsiteX1343" fmla="*/ 201549 w 381000"/>
                <a:gd name="connsiteY1343" fmla="*/ 198311 h 800100"/>
                <a:gd name="connsiteX1344" fmla="*/ 202692 w 381000"/>
                <a:gd name="connsiteY1344" fmla="*/ 196787 h 800100"/>
                <a:gd name="connsiteX1345" fmla="*/ 202692 w 381000"/>
                <a:gd name="connsiteY1345" fmla="*/ 196215 h 800100"/>
                <a:gd name="connsiteX1346" fmla="*/ 202311 w 381000"/>
                <a:gd name="connsiteY1346" fmla="*/ 195358 h 800100"/>
                <a:gd name="connsiteX1347" fmla="*/ 202311 w 381000"/>
                <a:gd name="connsiteY1347" fmla="*/ 194786 h 800100"/>
                <a:gd name="connsiteX1348" fmla="*/ 202597 w 381000"/>
                <a:gd name="connsiteY1348" fmla="*/ 193929 h 800100"/>
                <a:gd name="connsiteX1349" fmla="*/ 203073 w 381000"/>
                <a:gd name="connsiteY1349" fmla="*/ 193357 h 800100"/>
                <a:gd name="connsiteX1350" fmla="*/ 205359 w 381000"/>
                <a:gd name="connsiteY1350" fmla="*/ 191262 h 800100"/>
                <a:gd name="connsiteX1351" fmla="*/ 205930 w 381000"/>
                <a:gd name="connsiteY1351" fmla="*/ 190595 h 800100"/>
                <a:gd name="connsiteX1352" fmla="*/ 206216 w 381000"/>
                <a:gd name="connsiteY1352" fmla="*/ 189833 h 800100"/>
                <a:gd name="connsiteX1353" fmla="*/ 206597 w 381000"/>
                <a:gd name="connsiteY1353" fmla="*/ 189833 h 800100"/>
                <a:gd name="connsiteX1354" fmla="*/ 206978 w 381000"/>
                <a:gd name="connsiteY1354" fmla="*/ 190405 h 800100"/>
                <a:gd name="connsiteX1355" fmla="*/ 207740 w 381000"/>
                <a:gd name="connsiteY1355" fmla="*/ 190976 h 800100"/>
                <a:gd name="connsiteX1356" fmla="*/ 208597 w 381000"/>
                <a:gd name="connsiteY1356" fmla="*/ 191453 h 800100"/>
                <a:gd name="connsiteX1357" fmla="*/ 209360 w 381000"/>
                <a:gd name="connsiteY1357" fmla="*/ 191643 h 800100"/>
                <a:gd name="connsiteX1358" fmla="*/ 209645 w 381000"/>
                <a:gd name="connsiteY1358" fmla="*/ 191167 h 800100"/>
                <a:gd name="connsiteX1359" fmla="*/ 210407 w 381000"/>
                <a:gd name="connsiteY1359" fmla="*/ 188786 h 800100"/>
                <a:gd name="connsiteX1360" fmla="*/ 210598 w 381000"/>
                <a:gd name="connsiteY1360" fmla="*/ 187928 h 800100"/>
                <a:gd name="connsiteX1361" fmla="*/ 210979 w 381000"/>
                <a:gd name="connsiteY1361" fmla="*/ 187928 h 800100"/>
                <a:gd name="connsiteX1362" fmla="*/ 210788 w 381000"/>
                <a:gd name="connsiteY1362" fmla="*/ 189071 h 800100"/>
                <a:gd name="connsiteX1363" fmla="*/ 210407 w 381000"/>
                <a:gd name="connsiteY1363" fmla="*/ 190024 h 800100"/>
                <a:gd name="connsiteX1364" fmla="*/ 210217 w 381000"/>
                <a:gd name="connsiteY1364" fmla="*/ 190881 h 800100"/>
                <a:gd name="connsiteX1365" fmla="*/ 210503 w 381000"/>
                <a:gd name="connsiteY1365" fmla="*/ 191738 h 800100"/>
                <a:gd name="connsiteX1366" fmla="*/ 211360 w 381000"/>
                <a:gd name="connsiteY1366" fmla="*/ 191167 h 800100"/>
                <a:gd name="connsiteX1367" fmla="*/ 213265 w 381000"/>
                <a:gd name="connsiteY1367" fmla="*/ 190690 h 800100"/>
                <a:gd name="connsiteX1368" fmla="*/ 214027 w 381000"/>
                <a:gd name="connsiteY1368" fmla="*/ 190214 h 800100"/>
                <a:gd name="connsiteX1369" fmla="*/ 214408 w 381000"/>
                <a:gd name="connsiteY1369" fmla="*/ 189547 h 800100"/>
                <a:gd name="connsiteX1370" fmla="*/ 215074 w 381000"/>
                <a:gd name="connsiteY1370" fmla="*/ 187928 h 800100"/>
                <a:gd name="connsiteX1371" fmla="*/ 215455 w 381000"/>
                <a:gd name="connsiteY1371" fmla="*/ 187166 h 800100"/>
                <a:gd name="connsiteX1372" fmla="*/ 215837 w 381000"/>
                <a:gd name="connsiteY1372" fmla="*/ 187547 h 800100"/>
                <a:gd name="connsiteX1373" fmla="*/ 215646 w 381000"/>
                <a:gd name="connsiteY1373" fmla="*/ 187833 h 800100"/>
                <a:gd name="connsiteX1374" fmla="*/ 215170 w 381000"/>
                <a:gd name="connsiteY1374" fmla="*/ 189071 h 800100"/>
                <a:gd name="connsiteX1375" fmla="*/ 215932 w 381000"/>
                <a:gd name="connsiteY1375" fmla="*/ 188595 h 800100"/>
                <a:gd name="connsiteX1376" fmla="*/ 217170 w 381000"/>
                <a:gd name="connsiteY1376" fmla="*/ 187071 h 800100"/>
                <a:gd name="connsiteX1377" fmla="*/ 218408 w 381000"/>
                <a:gd name="connsiteY1377" fmla="*/ 186309 h 800100"/>
                <a:gd name="connsiteX1378" fmla="*/ 219646 w 381000"/>
                <a:gd name="connsiteY1378" fmla="*/ 184404 h 800100"/>
                <a:gd name="connsiteX1379" fmla="*/ 220789 w 381000"/>
                <a:gd name="connsiteY1379" fmla="*/ 183642 h 800100"/>
                <a:gd name="connsiteX1380" fmla="*/ 222599 w 381000"/>
                <a:gd name="connsiteY1380" fmla="*/ 181356 h 800100"/>
                <a:gd name="connsiteX1381" fmla="*/ 223266 w 381000"/>
                <a:gd name="connsiteY1381" fmla="*/ 179832 h 800100"/>
                <a:gd name="connsiteX1382" fmla="*/ 223647 w 381000"/>
                <a:gd name="connsiteY1382" fmla="*/ 179451 h 800100"/>
                <a:gd name="connsiteX1383" fmla="*/ 224790 w 381000"/>
                <a:gd name="connsiteY1383" fmla="*/ 178975 h 800100"/>
                <a:gd name="connsiteX1384" fmla="*/ 225171 w 381000"/>
                <a:gd name="connsiteY1384" fmla="*/ 178689 h 800100"/>
                <a:gd name="connsiteX1385" fmla="*/ 224790 w 381000"/>
                <a:gd name="connsiteY1385" fmla="*/ 178308 h 800100"/>
                <a:gd name="connsiteX1386" fmla="*/ 224790 w 381000"/>
                <a:gd name="connsiteY1386" fmla="*/ 177927 h 800100"/>
                <a:gd name="connsiteX1387" fmla="*/ 225266 w 381000"/>
                <a:gd name="connsiteY1387" fmla="*/ 177641 h 800100"/>
                <a:gd name="connsiteX1388" fmla="*/ 225552 w 381000"/>
                <a:gd name="connsiteY1388" fmla="*/ 177546 h 800100"/>
                <a:gd name="connsiteX1389" fmla="*/ 225933 w 381000"/>
                <a:gd name="connsiteY1389" fmla="*/ 177546 h 800100"/>
                <a:gd name="connsiteX1390" fmla="*/ 225933 w 381000"/>
                <a:gd name="connsiteY1390" fmla="*/ 177927 h 800100"/>
                <a:gd name="connsiteX1391" fmla="*/ 225552 w 381000"/>
                <a:gd name="connsiteY1391" fmla="*/ 177927 h 800100"/>
                <a:gd name="connsiteX1392" fmla="*/ 225552 w 381000"/>
                <a:gd name="connsiteY1392" fmla="*/ 178308 h 800100"/>
                <a:gd name="connsiteX1393" fmla="*/ 228981 w 381000"/>
                <a:gd name="connsiteY1393" fmla="*/ 177927 h 800100"/>
                <a:gd name="connsiteX1394" fmla="*/ 229648 w 381000"/>
                <a:gd name="connsiteY1394" fmla="*/ 177737 h 800100"/>
                <a:gd name="connsiteX1395" fmla="*/ 231362 w 381000"/>
                <a:gd name="connsiteY1395" fmla="*/ 177641 h 800100"/>
                <a:gd name="connsiteX1396" fmla="*/ 232600 w 381000"/>
                <a:gd name="connsiteY1396" fmla="*/ 177355 h 800100"/>
                <a:gd name="connsiteX1397" fmla="*/ 233267 w 381000"/>
                <a:gd name="connsiteY1397" fmla="*/ 177165 h 800100"/>
                <a:gd name="connsiteX1398" fmla="*/ 233934 w 381000"/>
                <a:gd name="connsiteY1398" fmla="*/ 177260 h 800100"/>
                <a:gd name="connsiteX1399" fmla="*/ 234696 w 381000"/>
                <a:gd name="connsiteY1399" fmla="*/ 176879 h 800100"/>
                <a:gd name="connsiteX1400" fmla="*/ 234791 w 381000"/>
                <a:gd name="connsiteY1400" fmla="*/ 176022 h 800100"/>
                <a:gd name="connsiteX1401" fmla="*/ 234505 w 381000"/>
                <a:gd name="connsiteY1401" fmla="*/ 175260 h 800100"/>
                <a:gd name="connsiteX1402" fmla="*/ 233934 w 381000"/>
                <a:gd name="connsiteY1402" fmla="*/ 174308 h 800100"/>
                <a:gd name="connsiteX1403" fmla="*/ 233744 w 381000"/>
                <a:gd name="connsiteY1403" fmla="*/ 173831 h 800100"/>
                <a:gd name="connsiteX1404" fmla="*/ 233553 w 381000"/>
                <a:gd name="connsiteY1404" fmla="*/ 173546 h 800100"/>
                <a:gd name="connsiteX1405" fmla="*/ 232315 w 381000"/>
                <a:gd name="connsiteY1405" fmla="*/ 172593 h 800100"/>
                <a:gd name="connsiteX1406" fmla="*/ 232124 w 381000"/>
                <a:gd name="connsiteY1406" fmla="*/ 173164 h 800100"/>
                <a:gd name="connsiteX1407" fmla="*/ 231743 w 381000"/>
                <a:gd name="connsiteY1407" fmla="*/ 173355 h 800100"/>
                <a:gd name="connsiteX1408" fmla="*/ 231362 w 381000"/>
                <a:gd name="connsiteY1408" fmla="*/ 173164 h 800100"/>
                <a:gd name="connsiteX1409" fmla="*/ 231267 w 381000"/>
                <a:gd name="connsiteY1409" fmla="*/ 172974 h 800100"/>
                <a:gd name="connsiteX1410" fmla="*/ 230981 w 381000"/>
                <a:gd name="connsiteY1410" fmla="*/ 172498 h 800100"/>
                <a:gd name="connsiteX1411" fmla="*/ 231362 w 381000"/>
                <a:gd name="connsiteY1411" fmla="*/ 172498 h 800100"/>
                <a:gd name="connsiteX1412" fmla="*/ 232315 w 381000"/>
                <a:gd name="connsiteY1412" fmla="*/ 172212 h 800100"/>
                <a:gd name="connsiteX1413" fmla="*/ 233077 w 381000"/>
                <a:gd name="connsiteY1413" fmla="*/ 172498 h 800100"/>
                <a:gd name="connsiteX1414" fmla="*/ 233744 w 381000"/>
                <a:gd name="connsiteY1414" fmla="*/ 173069 h 800100"/>
                <a:gd name="connsiteX1415" fmla="*/ 234220 w 381000"/>
                <a:gd name="connsiteY1415" fmla="*/ 173736 h 800100"/>
                <a:gd name="connsiteX1416" fmla="*/ 235363 w 381000"/>
                <a:gd name="connsiteY1416" fmla="*/ 174974 h 800100"/>
                <a:gd name="connsiteX1417" fmla="*/ 235934 w 381000"/>
                <a:gd name="connsiteY1417" fmla="*/ 174308 h 800100"/>
                <a:gd name="connsiteX1418" fmla="*/ 235744 w 381000"/>
                <a:gd name="connsiteY1418" fmla="*/ 172784 h 800100"/>
                <a:gd name="connsiteX1419" fmla="*/ 235553 w 381000"/>
                <a:gd name="connsiteY1419" fmla="*/ 171736 h 800100"/>
                <a:gd name="connsiteX1420" fmla="*/ 235458 w 381000"/>
                <a:gd name="connsiteY1420" fmla="*/ 170879 h 800100"/>
                <a:gd name="connsiteX1421" fmla="*/ 235267 w 381000"/>
                <a:gd name="connsiteY1421" fmla="*/ 170212 h 800100"/>
                <a:gd name="connsiteX1422" fmla="*/ 235172 w 381000"/>
                <a:gd name="connsiteY1422" fmla="*/ 169736 h 800100"/>
                <a:gd name="connsiteX1423" fmla="*/ 234220 w 381000"/>
                <a:gd name="connsiteY1423" fmla="*/ 168783 h 800100"/>
                <a:gd name="connsiteX1424" fmla="*/ 234410 w 381000"/>
                <a:gd name="connsiteY1424" fmla="*/ 168783 h 800100"/>
                <a:gd name="connsiteX1425" fmla="*/ 234505 w 381000"/>
                <a:gd name="connsiteY1425" fmla="*/ 168688 h 800100"/>
                <a:gd name="connsiteX1426" fmla="*/ 234601 w 381000"/>
                <a:gd name="connsiteY1426" fmla="*/ 168592 h 800100"/>
                <a:gd name="connsiteX1427" fmla="*/ 234601 w 381000"/>
                <a:gd name="connsiteY1427" fmla="*/ 168402 h 800100"/>
                <a:gd name="connsiteX1428" fmla="*/ 234696 w 381000"/>
                <a:gd name="connsiteY1428" fmla="*/ 168688 h 800100"/>
                <a:gd name="connsiteX1429" fmla="*/ 234982 w 381000"/>
                <a:gd name="connsiteY1429" fmla="*/ 169259 h 800100"/>
                <a:gd name="connsiteX1430" fmla="*/ 235553 w 381000"/>
                <a:gd name="connsiteY1430" fmla="*/ 168497 h 800100"/>
                <a:gd name="connsiteX1431" fmla="*/ 235934 w 381000"/>
                <a:gd name="connsiteY1431" fmla="*/ 167259 h 800100"/>
                <a:gd name="connsiteX1432" fmla="*/ 236125 w 381000"/>
                <a:gd name="connsiteY1432" fmla="*/ 164878 h 800100"/>
                <a:gd name="connsiteX1433" fmla="*/ 235553 w 381000"/>
                <a:gd name="connsiteY1433" fmla="*/ 164306 h 800100"/>
                <a:gd name="connsiteX1434" fmla="*/ 234410 w 381000"/>
                <a:gd name="connsiteY1434" fmla="*/ 164497 h 800100"/>
                <a:gd name="connsiteX1435" fmla="*/ 233172 w 381000"/>
                <a:gd name="connsiteY1435" fmla="*/ 164973 h 800100"/>
                <a:gd name="connsiteX1436" fmla="*/ 232505 w 381000"/>
                <a:gd name="connsiteY1436" fmla="*/ 165449 h 800100"/>
                <a:gd name="connsiteX1437" fmla="*/ 232220 w 381000"/>
                <a:gd name="connsiteY1437" fmla="*/ 165449 h 800100"/>
                <a:gd name="connsiteX1438" fmla="*/ 232505 w 381000"/>
                <a:gd name="connsiteY1438" fmla="*/ 164973 h 800100"/>
                <a:gd name="connsiteX1439" fmla="*/ 232886 w 381000"/>
                <a:gd name="connsiteY1439" fmla="*/ 164497 h 800100"/>
                <a:gd name="connsiteX1440" fmla="*/ 233267 w 381000"/>
                <a:gd name="connsiteY1440" fmla="*/ 164116 h 800100"/>
                <a:gd name="connsiteX1441" fmla="*/ 233553 w 381000"/>
                <a:gd name="connsiteY1441" fmla="*/ 163925 h 800100"/>
                <a:gd name="connsiteX1442" fmla="*/ 233744 w 381000"/>
                <a:gd name="connsiteY1442" fmla="*/ 163830 h 800100"/>
                <a:gd name="connsiteX1443" fmla="*/ 235267 w 381000"/>
                <a:gd name="connsiteY1443" fmla="*/ 163259 h 800100"/>
                <a:gd name="connsiteX1444" fmla="*/ 235553 w 381000"/>
                <a:gd name="connsiteY1444" fmla="*/ 163163 h 800100"/>
                <a:gd name="connsiteX1445" fmla="*/ 235839 w 381000"/>
                <a:gd name="connsiteY1445" fmla="*/ 162211 h 800100"/>
                <a:gd name="connsiteX1446" fmla="*/ 235363 w 381000"/>
                <a:gd name="connsiteY1446" fmla="*/ 161354 h 800100"/>
                <a:gd name="connsiteX1447" fmla="*/ 234982 w 381000"/>
                <a:gd name="connsiteY1447" fmla="*/ 160592 h 800100"/>
                <a:gd name="connsiteX1448" fmla="*/ 235648 w 381000"/>
                <a:gd name="connsiteY1448" fmla="*/ 159734 h 800100"/>
                <a:gd name="connsiteX1449" fmla="*/ 235648 w 381000"/>
                <a:gd name="connsiteY1449" fmla="*/ 159353 h 800100"/>
                <a:gd name="connsiteX1450" fmla="*/ 234124 w 381000"/>
                <a:gd name="connsiteY1450" fmla="*/ 160211 h 800100"/>
                <a:gd name="connsiteX1451" fmla="*/ 233363 w 381000"/>
                <a:gd name="connsiteY1451" fmla="*/ 160211 h 800100"/>
                <a:gd name="connsiteX1452" fmla="*/ 232410 w 381000"/>
                <a:gd name="connsiteY1452" fmla="*/ 159734 h 800100"/>
                <a:gd name="connsiteX1453" fmla="*/ 235744 w 381000"/>
                <a:gd name="connsiteY1453" fmla="*/ 158401 h 800100"/>
                <a:gd name="connsiteX1454" fmla="*/ 236887 w 381000"/>
                <a:gd name="connsiteY1454" fmla="*/ 157353 h 800100"/>
                <a:gd name="connsiteX1455" fmla="*/ 237744 w 381000"/>
                <a:gd name="connsiteY1455" fmla="*/ 156972 h 800100"/>
                <a:gd name="connsiteX1456" fmla="*/ 237935 w 381000"/>
                <a:gd name="connsiteY1456" fmla="*/ 156686 h 800100"/>
                <a:gd name="connsiteX1457" fmla="*/ 238030 w 381000"/>
                <a:gd name="connsiteY1457" fmla="*/ 156400 h 800100"/>
                <a:gd name="connsiteX1458" fmla="*/ 238125 w 381000"/>
                <a:gd name="connsiteY1458" fmla="*/ 156115 h 800100"/>
                <a:gd name="connsiteX1459" fmla="*/ 238030 w 381000"/>
                <a:gd name="connsiteY1459" fmla="*/ 155543 h 800100"/>
                <a:gd name="connsiteX1460" fmla="*/ 237839 w 381000"/>
                <a:gd name="connsiteY1460" fmla="*/ 155448 h 800100"/>
                <a:gd name="connsiteX1461" fmla="*/ 237554 w 381000"/>
                <a:gd name="connsiteY1461" fmla="*/ 155448 h 800100"/>
                <a:gd name="connsiteX1462" fmla="*/ 237268 w 381000"/>
                <a:gd name="connsiteY1462" fmla="*/ 155258 h 800100"/>
                <a:gd name="connsiteX1463" fmla="*/ 236506 w 381000"/>
                <a:gd name="connsiteY1463" fmla="*/ 154400 h 800100"/>
                <a:gd name="connsiteX1464" fmla="*/ 236220 w 381000"/>
                <a:gd name="connsiteY1464" fmla="*/ 153924 h 800100"/>
                <a:gd name="connsiteX1465" fmla="*/ 236220 w 381000"/>
                <a:gd name="connsiteY1465" fmla="*/ 153829 h 800100"/>
                <a:gd name="connsiteX1466" fmla="*/ 235934 w 381000"/>
                <a:gd name="connsiteY1466" fmla="*/ 152971 h 800100"/>
                <a:gd name="connsiteX1467" fmla="*/ 236506 w 381000"/>
                <a:gd name="connsiteY1467" fmla="*/ 153448 h 800100"/>
                <a:gd name="connsiteX1468" fmla="*/ 237268 w 381000"/>
                <a:gd name="connsiteY1468" fmla="*/ 154591 h 800100"/>
                <a:gd name="connsiteX1469" fmla="*/ 237744 w 381000"/>
                <a:gd name="connsiteY1469" fmla="*/ 154876 h 800100"/>
                <a:gd name="connsiteX1470" fmla="*/ 238601 w 381000"/>
                <a:gd name="connsiteY1470" fmla="*/ 154972 h 800100"/>
                <a:gd name="connsiteX1471" fmla="*/ 239458 w 381000"/>
                <a:gd name="connsiteY1471" fmla="*/ 154781 h 800100"/>
                <a:gd name="connsiteX1472" fmla="*/ 240316 w 381000"/>
                <a:gd name="connsiteY1472" fmla="*/ 154496 h 800100"/>
                <a:gd name="connsiteX1473" fmla="*/ 240982 w 381000"/>
                <a:gd name="connsiteY1473" fmla="*/ 154114 h 800100"/>
                <a:gd name="connsiteX1474" fmla="*/ 242030 w 381000"/>
                <a:gd name="connsiteY1474" fmla="*/ 153162 h 800100"/>
                <a:gd name="connsiteX1475" fmla="*/ 242030 w 381000"/>
                <a:gd name="connsiteY1475" fmla="*/ 152495 h 800100"/>
                <a:gd name="connsiteX1476" fmla="*/ 241268 w 381000"/>
                <a:gd name="connsiteY1476" fmla="*/ 151924 h 800100"/>
                <a:gd name="connsiteX1477" fmla="*/ 239935 w 381000"/>
                <a:gd name="connsiteY1477" fmla="*/ 151352 h 800100"/>
                <a:gd name="connsiteX1478" fmla="*/ 239935 w 381000"/>
                <a:gd name="connsiteY1478" fmla="*/ 150971 h 800100"/>
                <a:gd name="connsiteX1479" fmla="*/ 240602 w 381000"/>
                <a:gd name="connsiteY1479" fmla="*/ 150971 h 800100"/>
                <a:gd name="connsiteX1480" fmla="*/ 242125 w 381000"/>
                <a:gd name="connsiteY1480" fmla="*/ 151352 h 800100"/>
                <a:gd name="connsiteX1481" fmla="*/ 242792 w 381000"/>
                <a:gd name="connsiteY1481" fmla="*/ 151352 h 800100"/>
                <a:gd name="connsiteX1482" fmla="*/ 243269 w 381000"/>
                <a:gd name="connsiteY1482" fmla="*/ 151257 h 800100"/>
                <a:gd name="connsiteX1483" fmla="*/ 243649 w 381000"/>
                <a:gd name="connsiteY1483" fmla="*/ 151067 h 800100"/>
                <a:gd name="connsiteX1484" fmla="*/ 244126 w 381000"/>
                <a:gd name="connsiteY1484" fmla="*/ 150971 h 800100"/>
                <a:gd name="connsiteX1485" fmla="*/ 244316 w 381000"/>
                <a:gd name="connsiteY1485" fmla="*/ 150781 h 800100"/>
                <a:gd name="connsiteX1486" fmla="*/ 244888 w 381000"/>
                <a:gd name="connsiteY1486" fmla="*/ 150400 h 800100"/>
                <a:gd name="connsiteX1487" fmla="*/ 245459 w 381000"/>
                <a:gd name="connsiteY1487" fmla="*/ 150209 h 800100"/>
                <a:gd name="connsiteX1488" fmla="*/ 245745 w 381000"/>
                <a:gd name="connsiteY1488" fmla="*/ 150495 h 800100"/>
                <a:gd name="connsiteX1489" fmla="*/ 245936 w 381000"/>
                <a:gd name="connsiteY1489" fmla="*/ 150876 h 800100"/>
                <a:gd name="connsiteX1490" fmla="*/ 246412 w 381000"/>
                <a:gd name="connsiteY1490" fmla="*/ 151352 h 800100"/>
                <a:gd name="connsiteX1491" fmla="*/ 247555 w 381000"/>
                <a:gd name="connsiteY1491" fmla="*/ 152209 h 800100"/>
                <a:gd name="connsiteX1492" fmla="*/ 246697 w 381000"/>
                <a:gd name="connsiteY1492" fmla="*/ 149257 h 800100"/>
                <a:gd name="connsiteX1493" fmla="*/ 246126 w 381000"/>
                <a:gd name="connsiteY1493" fmla="*/ 148400 h 800100"/>
                <a:gd name="connsiteX1494" fmla="*/ 245840 w 381000"/>
                <a:gd name="connsiteY1494" fmla="*/ 148780 h 800100"/>
                <a:gd name="connsiteX1495" fmla="*/ 244983 w 381000"/>
                <a:gd name="connsiteY1495" fmla="*/ 148114 h 800100"/>
                <a:gd name="connsiteX1496" fmla="*/ 244126 w 381000"/>
                <a:gd name="connsiteY1496" fmla="*/ 147066 h 800100"/>
                <a:gd name="connsiteX1497" fmla="*/ 243364 w 381000"/>
                <a:gd name="connsiteY1497" fmla="*/ 145923 h 800100"/>
                <a:gd name="connsiteX1498" fmla="*/ 242983 w 381000"/>
                <a:gd name="connsiteY1498" fmla="*/ 144971 h 800100"/>
                <a:gd name="connsiteX1499" fmla="*/ 243935 w 381000"/>
                <a:gd name="connsiteY1499" fmla="*/ 145733 h 800100"/>
                <a:gd name="connsiteX1500" fmla="*/ 244602 w 381000"/>
                <a:gd name="connsiteY1500" fmla="*/ 145256 h 800100"/>
                <a:gd name="connsiteX1501" fmla="*/ 244792 w 381000"/>
                <a:gd name="connsiteY1501" fmla="*/ 144018 h 800100"/>
                <a:gd name="connsiteX1502" fmla="*/ 244316 w 381000"/>
                <a:gd name="connsiteY1502" fmla="*/ 142684 h 800100"/>
                <a:gd name="connsiteX1503" fmla="*/ 243364 w 381000"/>
                <a:gd name="connsiteY1503" fmla="*/ 142018 h 800100"/>
                <a:gd name="connsiteX1504" fmla="*/ 242316 w 381000"/>
                <a:gd name="connsiteY1504" fmla="*/ 141542 h 800100"/>
                <a:gd name="connsiteX1505" fmla="*/ 241935 w 381000"/>
                <a:gd name="connsiteY1505" fmla="*/ 140875 h 800100"/>
                <a:gd name="connsiteX1506" fmla="*/ 242888 w 381000"/>
                <a:gd name="connsiteY1506" fmla="*/ 139732 h 800100"/>
                <a:gd name="connsiteX1507" fmla="*/ 243935 w 381000"/>
                <a:gd name="connsiteY1507" fmla="*/ 140875 h 800100"/>
                <a:gd name="connsiteX1508" fmla="*/ 244221 w 381000"/>
                <a:gd name="connsiteY1508" fmla="*/ 140875 h 800100"/>
                <a:gd name="connsiteX1509" fmla="*/ 244412 w 381000"/>
                <a:gd name="connsiteY1509" fmla="*/ 140208 h 800100"/>
                <a:gd name="connsiteX1510" fmla="*/ 244888 w 381000"/>
                <a:gd name="connsiteY1510" fmla="*/ 139446 h 800100"/>
                <a:gd name="connsiteX1511" fmla="*/ 244983 w 381000"/>
                <a:gd name="connsiteY1511" fmla="*/ 138684 h 800100"/>
                <a:gd name="connsiteX1512" fmla="*/ 244792 w 381000"/>
                <a:gd name="connsiteY1512" fmla="*/ 137732 h 800100"/>
                <a:gd name="connsiteX1513" fmla="*/ 244316 w 381000"/>
                <a:gd name="connsiteY1513" fmla="*/ 137541 h 800100"/>
                <a:gd name="connsiteX1514" fmla="*/ 243649 w 381000"/>
                <a:gd name="connsiteY1514" fmla="*/ 137541 h 800100"/>
                <a:gd name="connsiteX1515" fmla="*/ 242506 w 381000"/>
                <a:gd name="connsiteY1515" fmla="*/ 137065 h 800100"/>
                <a:gd name="connsiteX1516" fmla="*/ 241173 w 381000"/>
                <a:gd name="connsiteY1516" fmla="*/ 136970 h 800100"/>
                <a:gd name="connsiteX1517" fmla="*/ 240602 w 381000"/>
                <a:gd name="connsiteY1517" fmla="*/ 136588 h 800100"/>
                <a:gd name="connsiteX1518" fmla="*/ 240316 w 381000"/>
                <a:gd name="connsiteY1518" fmla="*/ 136017 h 800100"/>
                <a:gd name="connsiteX1519" fmla="*/ 240221 w 381000"/>
                <a:gd name="connsiteY1519" fmla="*/ 135446 h 800100"/>
                <a:gd name="connsiteX1520" fmla="*/ 240030 w 381000"/>
                <a:gd name="connsiteY1520" fmla="*/ 134874 h 800100"/>
                <a:gd name="connsiteX1521" fmla="*/ 239554 w 381000"/>
                <a:gd name="connsiteY1521" fmla="*/ 134398 h 800100"/>
                <a:gd name="connsiteX1522" fmla="*/ 239554 w 381000"/>
                <a:gd name="connsiteY1522" fmla="*/ 134017 h 800100"/>
                <a:gd name="connsiteX1523" fmla="*/ 240602 w 381000"/>
                <a:gd name="connsiteY1523" fmla="*/ 134207 h 800100"/>
                <a:gd name="connsiteX1524" fmla="*/ 240982 w 381000"/>
                <a:gd name="connsiteY1524" fmla="*/ 134303 h 800100"/>
                <a:gd name="connsiteX1525" fmla="*/ 240982 w 381000"/>
                <a:gd name="connsiteY1525" fmla="*/ 133921 h 800100"/>
                <a:gd name="connsiteX1526" fmla="*/ 239363 w 381000"/>
                <a:gd name="connsiteY1526" fmla="*/ 133255 h 800100"/>
                <a:gd name="connsiteX1527" fmla="*/ 239268 w 381000"/>
                <a:gd name="connsiteY1527" fmla="*/ 133255 h 800100"/>
                <a:gd name="connsiteX1528" fmla="*/ 238792 w 381000"/>
                <a:gd name="connsiteY1528" fmla="*/ 133159 h 800100"/>
                <a:gd name="connsiteX1529" fmla="*/ 239649 w 381000"/>
                <a:gd name="connsiteY1529" fmla="*/ 132874 h 800100"/>
                <a:gd name="connsiteX1530" fmla="*/ 240792 w 381000"/>
                <a:gd name="connsiteY1530" fmla="*/ 133159 h 800100"/>
                <a:gd name="connsiteX1531" fmla="*/ 242792 w 381000"/>
                <a:gd name="connsiteY1531" fmla="*/ 134017 h 800100"/>
                <a:gd name="connsiteX1532" fmla="*/ 242792 w 381000"/>
                <a:gd name="connsiteY1532" fmla="*/ 133636 h 800100"/>
                <a:gd name="connsiteX1533" fmla="*/ 242411 w 381000"/>
                <a:gd name="connsiteY1533" fmla="*/ 133636 h 800100"/>
                <a:gd name="connsiteX1534" fmla="*/ 242411 w 381000"/>
                <a:gd name="connsiteY1534" fmla="*/ 133255 h 800100"/>
                <a:gd name="connsiteX1535" fmla="*/ 243459 w 381000"/>
                <a:gd name="connsiteY1535" fmla="*/ 132683 h 800100"/>
                <a:gd name="connsiteX1536" fmla="*/ 244221 w 381000"/>
                <a:gd name="connsiteY1536" fmla="*/ 132969 h 800100"/>
                <a:gd name="connsiteX1537" fmla="*/ 245078 w 381000"/>
                <a:gd name="connsiteY1537" fmla="*/ 133445 h 800100"/>
                <a:gd name="connsiteX1538" fmla="*/ 246316 w 381000"/>
                <a:gd name="connsiteY1538" fmla="*/ 133541 h 800100"/>
                <a:gd name="connsiteX1539" fmla="*/ 246221 w 381000"/>
                <a:gd name="connsiteY1539" fmla="*/ 133350 h 800100"/>
                <a:gd name="connsiteX1540" fmla="*/ 246126 w 381000"/>
                <a:gd name="connsiteY1540" fmla="*/ 132969 h 800100"/>
                <a:gd name="connsiteX1541" fmla="*/ 246031 w 381000"/>
                <a:gd name="connsiteY1541" fmla="*/ 132779 h 800100"/>
                <a:gd name="connsiteX1542" fmla="*/ 246602 w 381000"/>
                <a:gd name="connsiteY1542" fmla="*/ 132779 h 800100"/>
                <a:gd name="connsiteX1543" fmla="*/ 247079 w 381000"/>
                <a:gd name="connsiteY1543" fmla="*/ 132969 h 800100"/>
                <a:gd name="connsiteX1544" fmla="*/ 247460 w 381000"/>
                <a:gd name="connsiteY1544" fmla="*/ 133255 h 800100"/>
                <a:gd name="connsiteX1545" fmla="*/ 247840 w 381000"/>
                <a:gd name="connsiteY1545" fmla="*/ 133636 h 800100"/>
                <a:gd name="connsiteX1546" fmla="*/ 247174 w 381000"/>
                <a:gd name="connsiteY1546" fmla="*/ 134303 h 800100"/>
                <a:gd name="connsiteX1547" fmla="*/ 247364 w 381000"/>
                <a:gd name="connsiteY1547" fmla="*/ 134684 h 800100"/>
                <a:gd name="connsiteX1548" fmla="*/ 247936 w 381000"/>
                <a:gd name="connsiteY1548" fmla="*/ 134969 h 800100"/>
                <a:gd name="connsiteX1549" fmla="*/ 248317 w 381000"/>
                <a:gd name="connsiteY1549" fmla="*/ 135255 h 800100"/>
                <a:gd name="connsiteX1550" fmla="*/ 248412 w 381000"/>
                <a:gd name="connsiteY1550" fmla="*/ 135826 h 800100"/>
                <a:gd name="connsiteX1551" fmla="*/ 248221 w 381000"/>
                <a:gd name="connsiteY1551" fmla="*/ 136208 h 800100"/>
                <a:gd name="connsiteX1552" fmla="*/ 247650 w 381000"/>
                <a:gd name="connsiteY1552" fmla="*/ 136398 h 800100"/>
                <a:gd name="connsiteX1553" fmla="*/ 246697 w 381000"/>
                <a:gd name="connsiteY1553" fmla="*/ 136493 h 800100"/>
                <a:gd name="connsiteX1554" fmla="*/ 245840 w 381000"/>
                <a:gd name="connsiteY1554" fmla="*/ 136874 h 800100"/>
                <a:gd name="connsiteX1555" fmla="*/ 246412 w 381000"/>
                <a:gd name="connsiteY1555" fmla="*/ 137732 h 800100"/>
                <a:gd name="connsiteX1556" fmla="*/ 247650 w 381000"/>
                <a:gd name="connsiteY1556" fmla="*/ 138303 h 800100"/>
                <a:gd name="connsiteX1557" fmla="*/ 248698 w 381000"/>
                <a:gd name="connsiteY1557" fmla="*/ 138017 h 800100"/>
                <a:gd name="connsiteX1558" fmla="*/ 249079 w 381000"/>
                <a:gd name="connsiteY1558" fmla="*/ 138017 h 800100"/>
                <a:gd name="connsiteX1559" fmla="*/ 249174 w 381000"/>
                <a:gd name="connsiteY1559" fmla="*/ 138398 h 800100"/>
                <a:gd name="connsiteX1560" fmla="*/ 249269 w 381000"/>
                <a:gd name="connsiteY1560" fmla="*/ 138493 h 800100"/>
                <a:gd name="connsiteX1561" fmla="*/ 249079 w 381000"/>
                <a:gd name="connsiteY1561" fmla="*/ 138779 h 800100"/>
                <a:gd name="connsiteX1562" fmla="*/ 250031 w 381000"/>
                <a:gd name="connsiteY1562" fmla="*/ 139541 h 800100"/>
                <a:gd name="connsiteX1563" fmla="*/ 250412 w 381000"/>
                <a:gd name="connsiteY1563" fmla="*/ 140684 h 800100"/>
                <a:gd name="connsiteX1564" fmla="*/ 250888 w 381000"/>
                <a:gd name="connsiteY1564" fmla="*/ 141065 h 800100"/>
                <a:gd name="connsiteX1565" fmla="*/ 251936 w 381000"/>
                <a:gd name="connsiteY1565" fmla="*/ 139541 h 800100"/>
                <a:gd name="connsiteX1566" fmla="*/ 251650 w 381000"/>
                <a:gd name="connsiteY1566" fmla="*/ 139255 h 800100"/>
                <a:gd name="connsiteX1567" fmla="*/ 251460 w 381000"/>
                <a:gd name="connsiteY1567" fmla="*/ 138875 h 800100"/>
                <a:gd name="connsiteX1568" fmla="*/ 251270 w 381000"/>
                <a:gd name="connsiteY1568" fmla="*/ 138493 h 800100"/>
                <a:gd name="connsiteX1569" fmla="*/ 251174 w 381000"/>
                <a:gd name="connsiteY1569" fmla="*/ 138017 h 800100"/>
                <a:gd name="connsiteX1570" fmla="*/ 251555 w 381000"/>
                <a:gd name="connsiteY1570" fmla="*/ 138017 h 800100"/>
                <a:gd name="connsiteX1571" fmla="*/ 252031 w 381000"/>
                <a:gd name="connsiteY1571" fmla="*/ 139160 h 800100"/>
                <a:gd name="connsiteX1572" fmla="*/ 252603 w 381000"/>
                <a:gd name="connsiteY1572" fmla="*/ 139732 h 800100"/>
                <a:gd name="connsiteX1573" fmla="*/ 253460 w 381000"/>
                <a:gd name="connsiteY1573" fmla="*/ 139922 h 800100"/>
                <a:gd name="connsiteX1574" fmla="*/ 254794 w 381000"/>
                <a:gd name="connsiteY1574" fmla="*/ 139922 h 800100"/>
                <a:gd name="connsiteX1575" fmla="*/ 254794 w 381000"/>
                <a:gd name="connsiteY1575" fmla="*/ 139541 h 800100"/>
                <a:gd name="connsiteX1576" fmla="*/ 254222 w 381000"/>
                <a:gd name="connsiteY1576" fmla="*/ 139255 h 800100"/>
                <a:gd name="connsiteX1577" fmla="*/ 254032 w 381000"/>
                <a:gd name="connsiteY1577" fmla="*/ 138875 h 800100"/>
                <a:gd name="connsiteX1578" fmla="*/ 253937 w 381000"/>
                <a:gd name="connsiteY1578" fmla="*/ 138398 h 800100"/>
                <a:gd name="connsiteX1579" fmla="*/ 253746 w 381000"/>
                <a:gd name="connsiteY1579" fmla="*/ 138017 h 800100"/>
                <a:gd name="connsiteX1580" fmla="*/ 253460 w 381000"/>
                <a:gd name="connsiteY1580" fmla="*/ 137827 h 800100"/>
                <a:gd name="connsiteX1581" fmla="*/ 252317 w 381000"/>
                <a:gd name="connsiteY1581" fmla="*/ 137255 h 800100"/>
                <a:gd name="connsiteX1582" fmla="*/ 251650 w 381000"/>
                <a:gd name="connsiteY1582" fmla="*/ 136779 h 800100"/>
                <a:gd name="connsiteX1583" fmla="*/ 250127 w 381000"/>
                <a:gd name="connsiteY1583" fmla="*/ 134969 h 800100"/>
                <a:gd name="connsiteX1584" fmla="*/ 250507 w 381000"/>
                <a:gd name="connsiteY1584" fmla="*/ 134969 h 800100"/>
                <a:gd name="connsiteX1585" fmla="*/ 250698 w 381000"/>
                <a:gd name="connsiteY1585" fmla="*/ 135064 h 800100"/>
                <a:gd name="connsiteX1586" fmla="*/ 250888 w 381000"/>
                <a:gd name="connsiteY1586" fmla="*/ 135350 h 800100"/>
                <a:gd name="connsiteX1587" fmla="*/ 251174 w 381000"/>
                <a:gd name="connsiteY1587" fmla="*/ 134684 h 800100"/>
                <a:gd name="connsiteX1588" fmla="*/ 251746 w 381000"/>
                <a:gd name="connsiteY1588" fmla="*/ 134874 h 800100"/>
                <a:gd name="connsiteX1589" fmla="*/ 252984 w 381000"/>
                <a:gd name="connsiteY1589" fmla="*/ 136017 h 800100"/>
                <a:gd name="connsiteX1590" fmla="*/ 253555 w 381000"/>
                <a:gd name="connsiteY1590" fmla="*/ 136398 h 800100"/>
                <a:gd name="connsiteX1591" fmla="*/ 254222 w 381000"/>
                <a:gd name="connsiteY1591" fmla="*/ 136779 h 800100"/>
                <a:gd name="connsiteX1592" fmla="*/ 254984 w 381000"/>
                <a:gd name="connsiteY1592" fmla="*/ 137065 h 800100"/>
                <a:gd name="connsiteX1593" fmla="*/ 255841 w 381000"/>
                <a:gd name="connsiteY1593" fmla="*/ 137255 h 800100"/>
                <a:gd name="connsiteX1594" fmla="*/ 256794 w 381000"/>
                <a:gd name="connsiteY1594" fmla="*/ 137350 h 800100"/>
                <a:gd name="connsiteX1595" fmla="*/ 257746 w 381000"/>
                <a:gd name="connsiteY1595" fmla="*/ 137255 h 800100"/>
                <a:gd name="connsiteX1596" fmla="*/ 258604 w 381000"/>
                <a:gd name="connsiteY1596" fmla="*/ 136874 h 800100"/>
                <a:gd name="connsiteX1597" fmla="*/ 259080 w 381000"/>
                <a:gd name="connsiteY1597" fmla="*/ 136017 h 800100"/>
                <a:gd name="connsiteX1598" fmla="*/ 258794 w 381000"/>
                <a:gd name="connsiteY1598" fmla="*/ 135255 h 800100"/>
                <a:gd name="connsiteX1599" fmla="*/ 257461 w 381000"/>
                <a:gd name="connsiteY1599" fmla="*/ 134112 h 800100"/>
                <a:gd name="connsiteX1600" fmla="*/ 257556 w 381000"/>
                <a:gd name="connsiteY1600" fmla="*/ 133350 h 800100"/>
                <a:gd name="connsiteX1601" fmla="*/ 258508 w 381000"/>
                <a:gd name="connsiteY1601" fmla="*/ 134207 h 800100"/>
                <a:gd name="connsiteX1602" fmla="*/ 258985 w 381000"/>
                <a:gd name="connsiteY1602" fmla="*/ 134493 h 800100"/>
                <a:gd name="connsiteX1603" fmla="*/ 259747 w 381000"/>
                <a:gd name="connsiteY1603" fmla="*/ 134493 h 800100"/>
                <a:gd name="connsiteX1604" fmla="*/ 258985 w 381000"/>
                <a:gd name="connsiteY1604" fmla="*/ 133731 h 800100"/>
                <a:gd name="connsiteX1605" fmla="*/ 259556 w 381000"/>
                <a:gd name="connsiteY1605" fmla="*/ 133731 h 800100"/>
                <a:gd name="connsiteX1606" fmla="*/ 259747 w 381000"/>
                <a:gd name="connsiteY1606" fmla="*/ 133731 h 800100"/>
                <a:gd name="connsiteX1607" fmla="*/ 259461 w 381000"/>
                <a:gd name="connsiteY1607" fmla="*/ 133445 h 800100"/>
                <a:gd name="connsiteX1608" fmla="*/ 259175 w 381000"/>
                <a:gd name="connsiteY1608" fmla="*/ 133064 h 800100"/>
                <a:gd name="connsiteX1609" fmla="*/ 258985 w 381000"/>
                <a:gd name="connsiteY1609" fmla="*/ 132874 h 800100"/>
                <a:gd name="connsiteX1610" fmla="*/ 258985 w 381000"/>
                <a:gd name="connsiteY1610" fmla="*/ 132493 h 800100"/>
                <a:gd name="connsiteX1611" fmla="*/ 259652 w 381000"/>
                <a:gd name="connsiteY1611" fmla="*/ 132588 h 800100"/>
                <a:gd name="connsiteX1612" fmla="*/ 260032 w 381000"/>
                <a:gd name="connsiteY1612" fmla="*/ 132969 h 800100"/>
                <a:gd name="connsiteX1613" fmla="*/ 260128 w 381000"/>
                <a:gd name="connsiteY1613" fmla="*/ 133636 h 800100"/>
                <a:gd name="connsiteX1614" fmla="*/ 260128 w 381000"/>
                <a:gd name="connsiteY1614" fmla="*/ 134398 h 800100"/>
                <a:gd name="connsiteX1615" fmla="*/ 260318 w 381000"/>
                <a:gd name="connsiteY1615" fmla="*/ 134017 h 800100"/>
                <a:gd name="connsiteX1616" fmla="*/ 260413 w 381000"/>
                <a:gd name="connsiteY1616" fmla="*/ 133541 h 800100"/>
                <a:gd name="connsiteX1617" fmla="*/ 260413 w 381000"/>
                <a:gd name="connsiteY1617" fmla="*/ 133064 h 800100"/>
                <a:gd name="connsiteX1618" fmla="*/ 260413 w 381000"/>
                <a:gd name="connsiteY1618" fmla="*/ 132493 h 800100"/>
                <a:gd name="connsiteX1619" fmla="*/ 260795 w 381000"/>
                <a:gd name="connsiteY1619" fmla="*/ 132493 h 800100"/>
                <a:gd name="connsiteX1620" fmla="*/ 260699 w 381000"/>
                <a:gd name="connsiteY1620" fmla="*/ 133636 h 800100"/>
                <a:gd name="connsiteX1621" fmla="*/ 260985 w 381000"/>
                <a:gd name="connsiteY1621" fmla="*/ 133921 h 800100"/>
                <a:gd name="connsiteX1622" fmla="*/ 261461 w 381000"/>
                <a:gd name="connsiteY1622" fmla="*/ 133541 h 800100"/>
                <a:gd name="connsiteX1623" fmla="*/ 261842 w 381000"/>
                <a:gd name="connsiteY1623" fmla="*/ 132588 h 800100"/>
                <a:gd name="connsiteX1624" fmla="*/ 261938 w 381000"/>
                <a:gd name="connsiteY1624" fmla="*/ 132779 h 800100"/>
                <a:gd name="connsiteX1625" fmla="*/ 261938 w 381000"/>
                <a:gd name="connsiteY1625" fmla="*/ 132779 h 800100"/>
                <a:gd name="connsiteX1626" fmla="*/ 262128 w 381000"/>
                <a:gd name="connsiteY1626" fmla="*/ 132874 h 800100"/>
                <a:gd name="connsiteX1627" fmla="*/ 262033 w 381000"/>
                <a:gd name="connsiteY1627" fmla="*/ 133064 h 800100"/>
                <a:gd name="connsiteX1628" fmla="*/ 261842 w 381000"/>
                <a:gd name="connsiteY1628" fmla="*/ 133445 h 800100"/>
                <a:gd name="connsiteX1629" fmla="*/ 261747 w 381000"/>
                <a:gd name="connsiteY1629" fmla="*/ 133826 h 800100"/>
                <a:gd name="connsiteX1630" fmla="*/ 261938 w 381000"/>
                <a:gd name="connsiteY1630" fmla="*/ 134017 h 800100"/>
                <a:gd name="connsiteX1631" fmla="*/ 262414 w 381000"/>
                <a:gd name="connsiteY1631" fmla="*/ 133921 h 800100"/>
                <a:gd name="connsiteX1632" fmla="*/ 262604 w 381000"/>
                <a:gd name="connsiteY1632" fmla="*/ 133636 h 800100"/>
                <a:gd name="connsiteX1633" fmla="*/ 262699 w 381000"/>
                <a:gd name="connsiteY1633" fmla="*/ 133255 h 800100"/>
                <a:gd name="connsiteX1634" fmla="*/ 262890 w 381000"/>
                <a:gd name="connsiteY1634" fmla="*/ 132874 h 800100"/>
                <a:gd name="connsiteX1635" fmla="*/ 263366 w 381000"/>
                <a:gd name="connsiteY1635" fmla="*/ 132588 h 800100"/>
                <a:gd name="connsiteX1636" fmla="*/ 264033 w 381000"/>
                <a:gd name="connsiteY1636" fmla="*/ 132397 h 800100"/>
                <a:gd name="connsiteX1637" fmla="*/ 264700 w 381000"/>
                <a:gd name="connsiteY1637" fmla="*/ 132302 h 800100"/>
                <a:gd name="connsiteX1638" fmla="*/ 265366 w 381000"/>
                <a:gd name="connsiteY1638" fmla="*/ 132302 h 800100"/>
                <a:gd name="connsiteX1639" fmla="*/ 265366 w 381000"/>
                <a:gd name="connsiteY1639" fmla="*/ 132683 h 800100"/>
                <a:gd name="connsiteX1640" fmla="*/ 262509 w 381000"/>
                <a:gd name="connsiteY1640" fmla="*/ 134588 h 800100"/>
                <a:gd name="connsiteX1641" fmla="*/ 260985 w 381000"/>
                <a:gd name="connsiteY1641" fmla="*/ 136588 h 800100"/>
                <a:gd name="connsiteX1642" fmla="*/ 260985 w 381000"/>
                <a:gd name="connsiteY1642" fmla="*/ 136970 h 800100"/>
                <a:gd name="connsiteX1643" fmla="*/ 261938 w 381000"/>
                <a:gd name="connsiteY1643" fmla="*/ 137350 h 800100"/>
                <a:gd name="connsiteX1644" fmla="*/ 264509 w 381000"/>
                <a:gd name="connsiteY1644" fmla="*/ 137732 h 800100"/>
                <a:gd name="connsiteX1645" fmla="*/ 265271 w 381000"/>
                <a:gd name="connsiteY1645" fmla="*/ 138493 h 800100"/>
                <a:gd name="connsiteX1646" fmla="*/ 265271 w 381000"/>
                <a:gd name="connsiteY1646" fmla="*/ 138113 h 800100"/>
                <a:gd name="connsiteX1647" fmla="*/ 265938 w 381000"/>
                <a:gd name="connsiteY1647" fmla="*/ 138398 h 800100"/>
                <a:gd name="connsiteX1648" fmla="*/ 266414 w 381000"/>
                <a:gd name="connsiteY1648" fmla="*/ 138303 h 800100"/>
                <a:gd name="connsiteX1649" fmla="*/ 266986 w 381000"/>
                <a:gd name="connsiteY1649" fmla="*/ 138113 h 800100"/>
                <a:gd name="connsiteX1650" fmla="*/ 267748 w 381000"/>
                <a:gd name="connsiteY1650" fmla="*/ 138113 h 800100"/>
                <a:gd name="connsiteX1651" fmla="*/ 267557 w 381000"/>
                <a:gd name="connsiteY1651" fmla="*/ 137255 h 800100"/>
                <a:gd name="connsiteX1652" fmla="*/ 268700 w 381000"/>
                <a:gd name="connsiteY1652" fmla="*/ 136017 h 800100"/>
                <a:gd name="connsiteX1653" fmla="*/ 269557 w 381000"/>
                <a:gd name="connsiteY1653" fmla="*/ 135826 h 800100"/>
                <a:gd name="connsiteX1654" fmla="*/ 269557 w 381000"/>
                <a:gd name="connsiteY1654" fmla="*/ 135446 h 800100"/>
                <a:gd name="connsiteX1655" fmla="*/ 269177 w 381000"/>
                <a:gd name="connsiteY1655" fmla="*/ 135446 h 800100"/>
                <a:gd name="connsiteX1656" fmla="*/ 268986 w 381000"/>
                <a:gd name="connsiteY1656" fmla="*/ 135350 h 800100"/>
                <a:gd name="connsiteX1657" fmla="*/ 268796 w 381000"/>
                <a:gd name="connsiteY1657" fmla="*/ 135255 h 800100"/>
                <a:gd name="connsiteX1658" fmla="*/ 268510 w 381000"/>
                <a:gd name="connsiteY1658" fmla="*/ 135160 h 800100"/>
                <a:gd name="connsiteX1659" fmla="*/ 269177 w 381000"/>
                <a:gd name="connsiteY1659" fmla="*/ 134779 h 800100"/>
                <a:gd name="connsiteX1660" fmla="*/ 270320 w 381000"/>
                <a:gd name="connsiteY1660" fmla="*/ 134493 h 800100"/>
                <a:gd name="connsiteX1661" fmla="*/ 271463 w 381000"/>
                <a:gd name="connsiteY1661" fmla="*/ 134398 h 800100"/>
                <a:gd name="connsiteX1662" fmla="*/ 272129 w 381000"/>
                <a:gd name="connsiteY1662" fmla="*/ 134684 h 800100"/>
                <a:gd name="connsiteX1663" fmla="*/ 272796 w 381000"/>
                <a:gd name="connsiteY1663" fmla="*/ 134398 h 800100"/>
                <a:gd name="connsiteX1664" fmla="*/ 273748 w 381000"/>
                <a:gd name="connsiteY1664" fmla="*/ 134398 h 800100"/>
                <a:gd name="connsiteX1665" fmla="*/ 274987 w 381000"/>
                <a:gd name="connsiteY1665" fmla="*/ 134398 h 800100"/>
                <a:gd name="connsiteX1666" fmla="*/ 275749 w 381000"/>
                <a:gd name="connsiteY1666" fmla="*/ 134207 h 800100"/>
                <a:gd name="connsiteX1667" fmla="*/ 276225 w 381000"/>
                <a:gd name="connsiteY1667" fmla="*/ 133921 h 800100"/>
                <a:gd name="connsiteX1668" fmla="*/ 277082 w 381000"/>
                <a:gd name="connsiteY1668" fmla="*/ 133255 h 800100"/>
                <a:gd name="connsiteX1669" fmla="*/ 277082 w 381000"/>
                <a:gd name="connsiteY1669" fmla="*/ 132874 h 800100"/>
                <a:gd name="connsiteX1670" fmla="*/ 276606 w 381000"/>
                <a:gd name="connsiteY1670" fmla="*/ 132493 h 800100"/>
                <a:gd name="connsiteX1671" fmla="*/ 276415 w 381000"/>
                <a:gd name="connsiteY1671" fmla="*/ 131826 h 800100"/>
                <a:gd name="connsiteX1672" fmla="*/ 276320 w 381000"/>
                <a:gd name="connsiteY1672" fmla="*/ 130969 h 800100"/>
                <a:gd name="connsiteX1673" fmla="*/ 276130 w 381000"/>
                <a:gd name="connsiteY1673" fmla="*/ 130112 h 800100"/>
                <a:gd name="connsiteX1674" fmla="*/ 276606 w 381000"/>
                <a:gd name="connsiteY1674" fmla="*/ 130016 h 800100"/>
                <a:gd name="connsiteX1675" fmla="*/ 276796 w 381000"/>
                <a:gd name="connsiteY1675" fmla="*/ 129826 h 800100"/>
                <a:gd name="connsiteX1676" fmla="*/ 276701 w 381000"/>
                <a:gd name="connsiteY1676" fmla="*/ 129540 h 800100"/>
                <a:gd name="connsiteX1677" fmla="*/ 276415 w 381000"/>
                <a:gd name="connsiteY1677" fmla="*/ 129064 h 800100"/>
                <a:gd name="connsiteX1678" fmla="*/ 277178 w 381000"/>
                <a:gd name="connsiteY1678" fmla="*/ 128302 h 800100"/>
                <a:gd name="connsiteX1679" fmla="*/ 277558 w 381000"/>
                <a:gd name="connsiteY1679" fmla="*/ 126968 h 800100"/>
                <a:gd name="connsiteX1680" fmla="*/ 277844 w 381000"/>
                <a:gd name="connsiteY1680" fmla="*/ 124492 h 800100"/>
                <a:gd name="connsiteX1681" fmla="*/ 277368 w 381000"/>
                <a:gd name="connsiteY1681" fmla="*/ 124682 h 800100"/>
                <a:gd name="connsiteX1682" fmla="*/ 276892 w 381000"/>
                <a:gd name="connsiteY1682" fmla="*/ 124682 h 800100"/>
                <a:gd name="connsiteX1683" fmla="*/ 276415 w 381000"/>
                <a:gd name="connsiteY1683" fmla="*/ 124492 h 800100"/>
                <a:gd name="connsiteX1684" fmla="*/ 276035 w 381000"/>
                <a:gd name="connsiteY1684" fmla="*/ 124111 h 800100"/>
                <a:gd name="connsiteX1685" fmla="*/ 276320 w 381000"/>
                <a:gd name="connsiteY1685" fmla="*/ 123444 h 800100"/>
                <a:gd name="connsiteX1686" fmla="*/ 276415 w 381000"/>
                <a:gd name="connsiteY1686" fmla="*/ 121444 h 800100"/>
                <a:gd name="connsiteX1687" fmla="*/ 276606 w 381000"/>
                <a:gd name="connsiteY1687" fmla="*/ 120967 h 800100"/>
                <a:gd name="connsiteX1688" fmla="*/ 276892 w 381000"/>
                <a:gd name="connsiteY1688" fmla="*/ 120682 h 800100"/>
                <a:gd name="connsiteX1689" fmla="*/ 276987 w 381000"/>
                <a:gd name="connsiteY1689" fmla="*/ 120396 h 800100"/>
                <a:gd name="connsiteX1690" fmla="*/ 276701 w 381000"/>
                <a:gd name="connsiteY1690" fmla="*/ 120015 h 800100"/>
                <a:gd name="connsiteX1691" fmla="*/ 276701 w 381000"/>
                <a:gd name="connsiteY1691" fmla="*/ 119634 h 800100"/>
                <a:gd name="connsiteX1692" fmla="*/ 277939 w 381000"/>
                <a:gd name="connsiteY1692" fmla="*/ 119253 h 800100"/>
                <a:gd name="connsiteX1693" fmla="*/ 279654 w 381000"/>
                <a:gd name="connsiteY1693" fmla="*/ 119253 h 800100"/>
                <a:gd name="connsiteX1694" fmla="*/ 280702 w 381000"/>
                <a:gd name="connsiteY1694" fmla="*/ 118777 h 800100"/>
                <a:gd name="connsiteX1695" fmla="*/ 280702 w 381000"/>
                <a:gd name="connsiteY1695" fmla="*/ 118396 h 800100"/>
                <a:gd name="connsiteX1696" fmla="*/ 279273 w 381000"/>
                <a:gd name="connsiteY1696" fmla="*/ 117538 h 800100"/>
                <a:gd name="connsiteX1697" fmla="*/ 278892 w 381000"/>
                <a:gd name="connsiteY1697" fmla="*/ 117158 h 800100"/>
                <a:gd name="connsiteX1698" fmla="*/ 279178 w 381000"/>
                <a:gd name="connsiteY1698" fmla="*/ 116396 h 800100"/>
                <a:gd name="connsiteX1699" fmla="*/ 281083 w 381000"/>
                <a:gd name="connsiteY1699" fmla="*/ 116872 h 800100"/>
                <a:gd name="connsiteX1700" fmla="*/ 281369 w 381000"/>
                <a:gd name="connsiteY1700" fmla="*/ 116967 h 800100"/>
                <a:gd name="connsiteX1701" fmla="*/ 281654 w 381000"/>
                <a:gd name="connsiteY1701" fmla="*/ 117443 h 800100"/>
                <a:gd name="connsiteX1702" fmla="*/ 282226 w 381000"/>
                <a:gd name="connsiteY1702" fmla="*/ 117729 h 800100"/>
                <a:gd name="connsiteX1703" fmla="*/ 282702 w 381000"/>
                <a:gd name="connsiteY1703" fmla="*/ 117824 h 800100"/>
                <a:gd name="connsiteX1704" fmla="*/ 282797 w 381000"/>
                <a:gd name="connsiteY1704" fmla="*/ 117824 h 800100"/>
                <a:gd name="connsiteX1705" fmla="*/ 283845 w 381000"/>
                <a:gd name="connsiteY1705" fmla="*/ 118015 h 800100"/>
                <a:gd name="connsiteX1706" fmla="*/ 284988 w 381000"/>
                <a:gd name="connsiteY1706" fmla="*/ 118015 h 800100"/>
                <a:gd name="connsiteX1707" fmla="*/ 285560 w 381000"/>
                <a:gd name="connsiteY1707" fmla="*/ 117824 h 800100"/>
                <a:gd name="connsiteX1708" fmla="*/ 284893 w 381000"/>
                <a:gd name="connsiteY1708" fmla="*/ 117538 h 800100"/>
                <a:gd name="connsiteX1709" fmla="*/ 284893 w 381000"/>
                <a:gd name="connsiteY1709" fmla="*/ 117158 h 800100"/>
                <a:gd name="connsiteX1710" fmla="*/ 285083 w 381000"/>
                <a:gd name="connsiteY1710" fmla="*/ 116681 h 800100"/>
                <a:gd name="connsiteX1711" fmla="*/ 284893 w 381000"/>
                <a:gd name="connsiteY1711" fmla="*/ 116014 h 800100"/>
                <a:gd name="connsiteX1712" fmla="*/ 284702 w 381000"/>
                <a:gd name="connsiteY1712" fmla="*/ 115443 h 800100"/>
                <a:gd name="connsiteX1713" fmla="*/ 284702 w 381000"/>
                <a:gd name="connsiteY1713" fmla="*/ 115157 h 800100"/>
                <a:gd name="connsiteX1714" fmla="*/ 285369 w 381000"/>
                <a:gd name="connsiteY1714" fmla="*/ 115348 h 800100"/>
                <a:gd name="connsiteX1715" fmla="*/ 285655 w 381000"/>
                <a:gd name="connsiteY1715" fmla="*/ 115824 h 800100"/>
                <a:gd name="connsiteX1716" fmla="*/ 285750 w 381000"/>
                <a:gd name="connsiteY1716" fmla="*/ 116396 h 800100"/>
                <a:gd name="connsiteX1717" fmla="*/ 285940 w 381000"/>
                <a:gd name="connsiteY1717" fmla="*/ 117062 h 800100"/>
                <a:gd name="connsiteX1718" fmla="*/ 286321 w 381000"/>
                <a:gd name="connsiteY1718" fmla="*/ 117634 h 800100"/>
                <a:gd name="connsiteX1719" fmla="*/ 286798 w 381000"/>
                <a:gd name="connsiteY1719" fmla="*/ 118015 h 800100"/>
                <a:gd name="connsiteX1720" fmla="*/ 287369 w 381000"/>
                <a:gd name="connsiteY1720" fmla="*/ 118205 h 800100"/>
                <a:gd name="connsiteX1721" fmla="*/ 288227 w 381000"/>
                <a:gd name="connsiteY1721" fmla="*/ 118205 h 800100"/>
                <a:gd name="connsiteX1722" fmla="*/ 288703 w 381000"/>
                <a:gd name="connsiteY1722" fmla="*/ 117920 h 800100"/>
                <a:gd name="connsiteX1723" fmla="*/ 288893 w 381000"/>
                <a:gd name="connsiteY1723" fmla="*/ 117253 h 800100"/>
                <a:gd name="connsiteX1724" fmla="*/ 289179 w 381000"/>
                <a:gd name="connsiteY1724" fmla="*/ 115824 h 800100"/>
                <a:gd name="connsiteX1725" fmla="*/ 290036 w 381000"/>
                <a:gd name="connsiteY1725" fmla="*/ 116110 h 800100"/>
                <a:gd name="connsiteX1726" fmla="*/ 290322 w 381000"/>
                <a:gd name="connsiteY1726" fmla="*/ 116205 h 800100"/>
                <a:gd name="connsiteX1727" fmla="*/ 290227 w 381000"/>
                <a:gd name="connsiteY1727" fmla="*/ 115919 h 800100"/>
                <a:gd name="connsiteX1728" fmla="*/ 290227 w 381000"/>
                <a:gd name="connsiteY1728" fmla="*/ 115919 h 800100"/>
                <a:gd name="connsiteX1729" fmla="*/ 290131 w 381000"/>
                <a:gd name="connsiteY1729" fmla="*/ 115919 h 800100"/>
                <a:gd name="connsiteX1730" fmla="*/ 289941 w 381000"/>
                <a:gd name="connsiteY1730" fmla="*/ 115824 h 800100"/>
                <a:gd name="connsiteX1731" fmla="*/ 290703 w 381000"/>
                <a:gd name="connsiteY1731" fmla="*/ 115443 h 800100"/>
                <a:gd name="connsiteX1732" fmla="*/ 291084 w 381000"/>
                <a:gd name="connsiteY1732" fmla="*/ 115443 h 800100"/>
                <a:gd name="connsiteX1733" fmla="*/ 290608 w 381000"/>
                <a:gd name="connsiteY1733" fmla="*/ 115062 h 800100"/>
                <a:gd name="connsiteX1734" fmla="*/ 290513 w 381000"/>
                <a:gd name="connsiteY1734" fmla="*/ 114776 h 800100"/>
                <a:gd name="connsiteX1735" fmla="*/ 290703 w 381000"/>
                <a:gd name="connsiteY1735" fmla="*/ 114586 h 800100"/>
                <a:gd name="connsiteX1736" fmla="*/ 291179 w 381000"/>
                <a:gd name="connsiteY1736" fmla="*/ 114395 h 800100"/>
                <a:gd name="connsiteX1737" fmla="*/ 291179 w 381000"/>
                <a:gd name="connsiteY1737" fmla="*/ 114014 h 800100"/>
                <a:gd name="connsiteX1738" fmla="*/ 290894 w 381000"/>
                <a:gd name="connsiteY1738" fmla="*/ 113824 h 800100"/>
                <a:gd name="connsiteX1739" fmla="*/ 290894 w 381000"/>
                <a:gd name="connsiteY1739" fmla="*/ 113729 h 800100"/>
                <a:gd name="connsiteX1740" fmla="*/ 290894 w 381000"/>
                <a:gd name="connsiteY1740" fmla="*/ 113633 h 800100"/>
                <a:gd name="connsiteX1741" fmla="*/ 290798 w 381000"/>
                <a:gd name="connsiteY1741" fmla="*/ 113347 h 800100"/>
                <a:gd name="connsiteX1742" fmla="*/ 291560 w 381000"/>
                <a:gd name="connsiteY1742" fmla="*/ 113729 h 800100"/>
                <a:gd name="connsiteX1743" fmla="*/ 292227 w 381000"/>
                <a:gd name="connsiteY1743" fmla="*/ 113633 h 800100"/>
                <a:gd name="connsiteX1744" fmla="*/ 292513 w 381000"/>
                <a:gd name="connsiteY1744" fmla="*/ 113252 h 800100"/>
                <a:gd name="connsiteX1745" fmla="*/ 292132 w 381000"/>
                <a:gd name="connsiteY1745" fmla="*/ 112586 h 800100"/>
                <a:gd name="connsiteX1746" fmla="*/ 292132 w 381000"/>
                <a:gd name="connsiteY1746" fmla="*/ 112204 h 800100"/>
                <a:gd name="connsiteX1747" fmla="*/ 292322 w 381000"/>
                <a:gd name="connsiteY1747" fmla="*/ 112014 h 800100"/>
                <a:gd name="connsiteX1748" fmla="*/ 292513 w 381000"/>
                <a:gd name="connsiteY1748" fmla="*/ 111728 h 800100"/>
                <a:gd name="connsiteX1749" fmla="*/ 292894 w 381000"/>
                <a:gd name="connsiteY1749" fmla="*/ 111728 h 800100"/>
                <a:gd name="connsiteX1750" fmla="*/ 293275 w 381000"/>
                <a:gd name="connsiteY1750" fmla="*/ 112204 h 800100"/>
                <a:gd name="connsiteX1751" fmla="*/ 294037 w 381000"/>
                <a:gd name="connsiteY1751" fmla="*/ 112490 h 800100"/>
                <a:gd name="connsiteX1752" fmla="*/ 294704 w 381000"/>
                <a:gd name="connsiteY1752" fmla="*/ 112490 h 800100"/>
                <a:gd name="connsiteX1753" fmla="*/ 294989 w 381000"/>
                <a:gd name="connsiteY1753" fmla="*/ 112014 h 800100"/>
                <a:gd name="connsiteX1754" fmla="*/ 295180 w 381000"/>
                <a:gd name="connsiteY1754" fmla="*/ 111824 h 800100"/>
                <a:gd name="connsiteX1755" fmla="*/ 295656 w 381000"/>
                <a:gd name="connsiteY1755" fmla="*/ 111728 h 800100"/>
                <a:gd name="connsiteX1756" fmla="*/ 296608 w 381000"/>
                <a:gd name="connsiteY1756" fmla="*/ 111728 h 800100"/>
                <a:gd name="connsiteX1757" fmla="*/ 297466 w 381000"/>
                <a:gd name="connsiteY1757" fmla="*/ 110204 h 800100"/>
                <a:gd name="connsiteX1758" fmla="*/ 297085 w 381000"/>
                <a:gd name="connsiteY1758" fmla="*/ 109823 h 800100"/>
                <a:gd name="connsiteX1759" fmla="*/ 297275 w 381000"/>
                <a:gd name="connsiteY1759" fmla="*/ 109442 h 800100"/>
                <a:gd name="connsiteX1760" fmla="*/ 297561 w 381000"/>
                <a:gd name="connsiteY1760" fmla="*/ 109157 h 800100"/>
                <a:gd name="connsiteX1761" fmla="*/ 297942 w 381000"/>
                <a:gd name="connsiteY1761" fmla="*/ 108966 h 800100"/>
                <a:gd name="connsiteX1762" fmla="*/ 298513 w 381000"/>
                <a:gd name="connsiteY1762" fmla="*/ 108966 h 800100"/>
                <a:gd name="connsiteX1763" fmla="*/ 298418 w 381000"/>
                <a:gd name="connsiteY1763" fmla="*/ 108585 h 800100"/>
                <a:gd name="connsiteX1764" fmla="*/ 298228 w 381000"/>
                <a:gd name="connsiteY1764" fmla="*/ 107823 h 800100"/>
                <a:gd name="connsiteX1765" fmla="*/ 298132 w 381000"/>
                <a:gd name="connsiteY1765" fmla="*/ 107442 h 800100"/>
                <a:gd name="connsiteX1766" fmla="*/ 298895 w 381000"/>
                <a:gd name="connsiteY1766" fmla="*/ 107728 h 800100"/>
                <a:gd name="connsiteX1767" fmla="*/ 298704 w 381000"/>
                <a:gd name="connsiteY1767" fmla="*/ 106871 h 800100"/>
                <a:gd name="connsiteX1768" fmla="*/ 298228 w 381000"/>
                <a:gd name="connsiteY1768" fmla="*/ 106394 h 800100"/>
                <a:gd name="connsiteX1769" fmla="*/ 297561 w 381000"/>
                <a:gd name="connsiteY1769" fmla="*/ 106204 h 800100"/>
                <a:gd name="connsiteX1770" fmla="*/ 296704 w 381000"/>
                <a:gd name="connsiteY1770" fmla="*/ 106204 h 800100"/>
                <a:gd name="connsiteX1771" fmla="*/ 296704 w 381000"/>
                <a:gd name="connsiteY1771" fmla="*/ 105823 h 800100"/>
                <a:gd name="connsiteX1772" fmla="*/ 297466 w 381000"/>
                <a:gd name="connsiteY1772" fmla="*/ 105442 h 800100"/>
                <a:gd name="connsiteX1773" fmla="*/ 298323 w 381000"/>
                <a:gd name="connsiteY1773" fmla="*/ 105251 h 800100"/>
                <a:gd name="connsiteX1774" fmla="*/ 298990 w 381000"/>
                <a:gd name="connsiteY1774" fmla="*/ 105537 h 800100"/>
                <a:gd name="connsiteX1775" fmla="*/ 299180 w 381000"/>
                <a:gd name="connsiteY1775" fmla="*/ 106680 h 800100"/>
                <a:gd name="connsiteX1776" fmla="*/ 299561 w 381000"/>
                <a:gd name="connsiteY1776" fmla="*/ 106299 h 800100"/>
                <a:gd name="connsiteX1777" fmla="*/ 299847 w 381000"/>
                <a:gd name="connsiteY1777" fmla="*/ 107061 h 800100"/>
                <a:gd name="connsiteX1778" fmla="*/ 300228 w 381000"/>
                <a:gd name="connsiteY1778" fmla="*/ 107061 h 800100"/>
                <a:gd name="connsiteX1779" fmla="*/ 300133 w 381000"/>
                <a:gd name="connsiteY1779" fmla="*/ 106299 h 800100"/>
                <a:gd name="connsiteX1780" fmla="*/ 300038 w 381000"/>
                <a:gd name="connsiteY1780" fmla="*/ 106108 h 800100"/>
                <a:gd name="connsiteX1781" fmla="*/ 299847 w 381000"/>
                <a:gd name="connsiteY1781" fmla="*/ 105823 h 800100"/>
                <a:gd name="connsiteX1782" fmla="*/ 299847 w 381000"/>
                <a:gd name="connsiteY1782" fmla="*/ 105442 h 800100"/>
                <a:gd name="connsiteX1783" fmla="*/ 300228 w 381000"/>
                <a:gd name="connsiteY1783" fmla="*/ 105061 h 800100"/>
                <a:gd name="connsiteX1784" fmla="*/ 300514 w 381000"/>
                <a:gd name="connsiteY1784" fmla="*/ 105061 h 800100"/>
                <a:gd name="connsiteX1785" fmla="*/ 300514 w 381000"/>
                <a:gd name="connsiteY1785" fmla="*/ 106108 h 800100"/>
                <a:gd name="connsiteX1786" fmla="*/ 300704 w 381000"/>
                <a:gd name="connsiteY1786" fmla="*/ 106871 h 800100"/>
                <a:gd name="connsiteX1787" fmla="*/ 301085 w 381000"/>
                <a:gd name="connsiteY1787" fmla="*/ 107251 h 800100"/>
                <a:gd name="connsiteX1788" fmla="*/ 301752 w 381000"/>
                <a:gd name="connsiteY1788" fmla="*/ 106966 h 800100"/>
                <a:gd name="connsiteX1789" fmla="*/ 302133 w 381000"/>
                <a:gd name="connsiteY1789" fmla="*/ 105442 h 800100"/>
                <a:gd name="connsiteX1790" fmla="*/ 302514 w 381000"/>
                <a:gd name="connsiteY1790" fmla="*/ 104966 h 800100"/>
                <a:gd name="connsiteX1791" fmla="*/ 302800 w 381000"/>
                <a:gd name="connsiteY1791" fmla="*/ 105918 h 800100"/>
                <a:gd name="connsiteX1792" fmla="*/ 303181 w 381000"/>
                <a:gd name="connsiteY1792" fmla="*/ 105918 h 800100"/>
                <a:gd name="connsiteX1793" fmla="*/ 303562 w 381000"/>
                <a:gd name="connsiteY1793" fmla="*/ 105442 h 800100"/>
                <a:gd name="connsiteX1794" fmla="*/ 303657 w 381000"/>
                <a:gd name="connsiteY1794" fmla="*/ 105251 h 800100"/>
                <a:gd name="connsiteX1795" fmla="*/ 303562 w 381000"/>
                <a:gd name="connsiteY1795" fmla="*/ 104870 h 800100"/>
                <a:gd name="connsiteX1796" fmla="*/ 304324 w 381000"/>
                <a:gd name="connsiteY1796" fmla="*/ 105061 h 800100"/>
                <a:gd name="connsiteX1797" fmla="*/ 304990 w 381000"/>
                <a:gd name="connsiteY1797" fmla="*/ 105346 h 800100"/>
                <a:gd name="connsiteX1798" fmla="*/ 305467 w 381000"/>
                <a:gd name="connsiteY1798" fmla="*/ 105823 h 800100"/>
                <a:gd name="connsiteX1799" fmla="*/ 305657 w 381000"/>
                <a:gd name="connsiteY1799" fmla="*/ 106585 h 800100"/>
                <a:gd name="connsiteX1800" fmla="*/ 305753 w 381000"/>
                <a:gd name="connsiteY1800" fmla="*/ 106775 h 800100"/>
                <a:gd name="connsiteX1801" fmla="*/ 305848 w 381000"/>
                <a:gd name="connsiteY1801" fmla="*/ 106966 h 800100"/>
                <a:gd name="connsiteX1802" fmla="*/ 305943 w 381000"/>
                <a:gd name="connsiteY1802" fmla="*/ 107251 h 800100"/>
                <a:gd name="connsiteX1803" fmla="*/ 306038 w 381000"/>
                <a:gd name="connsiteY1803" fmla="*/ 107728 h 800100"/>
                <a:gd name="connsiteX1804" fmla="*/ 305943 w 381000"/>
                <a:gd name="connsiteY1804" fmla="*/ 107918 h 800100"/>
                <a:gd name="connsiteX1805" fmla="*/ 305657 w 381000"/>
                <a:gd name="connsiteY1805" fmla="*/ 108204 h 800100"/>
                <a:gd name="connsiteX1806" fmla="*/ 305371 w 381000"/>
                <a:gd name="connsiteY1806" fmla="*/ 108585 h 800100"/>
                <a:gd name="connsiteX1807" fmla="*/ 305371 w 381000"/>
                <a:gd name="connsiteY1807" fmla="*/ 109157 h 800100"/>
                <a:gd name="connsiteX1808" fmla="*/ 306133 w 381000"/>
                <a:gd name="connsiteY1808" fmla="*/ 110014 h 800100"/>
                <a:gd name="connsiteX1809" fmla="*/ 307086 w 381000"/>
                <a:gd name="connsiteY1809" fmla="*/ 109347 h 800100"/>
                <a:gd name="connsiteX1810" fmla="*/ 308229 w 381000"/>
                <a:gd name="connsiteY1810" fmla="*/ 108204 h 800100"/>
                <a:gd name="connsiteX1811" fmla="*/ 309372 w 381000"/>
                <a:gd name="connsiteY1811" fmla="*/ 107633 h 800100"/>
                <a:gd name="connsiteX1812" fmla="*/ 306896 w 381000"/>
                <a:gd name="connsiteY1812" fmla="*/ 105061 h 800100"/>
                <a:gd name="connsiteX1813" fmla="*/ 306229 w 381000"/>
                <a:gd name="connsiteY1813" fmla="*/ 104870 h 800100"/>
                <a:gd name="connsiteX1814" fmla="*/ 304419 w 381000"/>
                <a:gd name="connsiteY1814" fmla="*/ 102870 h 800100"/>
                <a:gd name="connsiteX1815" fmla="*/ 302895 w 381000"/>
                <a:gd name="connsiteY1815" fmla="*/ 101727 h 800100"/>
                <a:gd name="connsiteX1816" fmla="*/ 302228 w 381000"/>
                <a:gd name="connsiteY1816" fmla="*/ 101060 h 800100"/>
                <a:gd name="connsiteX1817" fmla="*/ 301657 w 381000"/>
                <a:gd name="connsiteY1817" fmla="*/ 100108 h 800100"/>
                <a:gd name="connsiteX1818" fmla="*/ 301371 w 381000"/>
                <a:gd name="connsiteY1818" fmla="*/ 99441 h 800100"/>
                <a:gd name="connsiteX1819" fmla="*/ 300990 w 381000"/>
                <a:gd name="connsiteY1819" fmla="*/ 98870 h 800100"/>
                <a:gd name="connsiteX1820" fmla="*/ 299847 w 381000"/>
                <a:gd name="connsiteY1820" fmla="*/ 98393 h 800100"/>
                <a:gd name="connsiteX1821" fmla="*/ 298037 w 381000"/>
                <a:gd name="connsiteY1821" fmla="*/ 97917 h 800100"/>
                <a:gd name="connsiteX1822" fmla="*/ 297085 w 381000"/>
                <a:gd name="connsiteY1822" fmla="*/ 97822 h 800100"/>
                <a:gd name="connsiteX1823" fmla="*/ 296323 w 381000"/>
                <a:gd name="connsiteY1823" fmla="*/ 97822 h 800100"/>
                <a:gd name="connsiteX1824" fmla="*/ 295561 w 381000"/>
                <a:gd name="connsiteY1824" fmla="*/ 98108 h 800100"/>
                <a:gd name="connsiteX1825" fmla="*/ 293465 w 381000"/>
                <a:gd name="connsiteY1825" fmla="*/ 99632 h 800100"/>
                <a:gd name="connsiteX1826" fmla="*/ 292513 w 381000"/>
                <a:gd name="connsiteY1826" fmla="*/ 100013 h 800100"/>
                <a:gd name="connsiteX1827" fmla="*/ 289370 w 381000"/>
                <a:gd name="connsiteY1827" fmla="*/ 100679 h 800100"/>
                <a:gd name="connsiteX1828" fmla="*/ 288322 w 381000"/>
                <a:gd name="connsiteY1828" fmla="*/ 100679 h 800100"/>
                <a:gd name="connsiteX1829" fmla="*/ 286131 w 381000"/>
                <a:gd name="connsiteY1829" fmla="*/ 100393 h 800100"/>
                <a:gd name="connsiteX1830" fmla="*/ 285179 w 381000"/>
                <a:gd name="connsiteY1830" fmla="*/ 100489 h 800100"/>
                <a:gd name="connsiteX1831" fmla="*/ 284797 w 381000"/>
                <a:gd name="connsiteY1831" fmla="*/ 100775 h 800100"/>
                <a:gd name="connsiteX1832" fmla="*/ 284321 w 381000"/>
                <a:gd name="connsiteY1832" fmla="*/ 101632 h 800100"/>
                <a:gd name="connsiteX1833" fmla="*/ 283845 w 381000"/>
                <a:gd name="connsiteY1833" fmla="*/ 101917 h 800100"/>
                <a:gd name="connsiteX1834" fmla="*/ 283369 w 381000"/>
                <a:gd name="connsiteY1834" fmla="*/ 101917 h 800100"/>
                <a:gd name="connsiteX1835" fmla="*/ 282797 w 381000"/>
                <a:gd name="connsiteY1835" fmla="*/ 101822 h 800100"/>
                <a:gd name="connsiteX1836" fmla="*/ 281845 w 381000"/>
                <a:gd name="connsiteY1836" fmla="*/ 101441 h 800100"/>
                <a:gd name="connsiteX1837" fmla="*/ 281178 w 381000"/>
                <a:gd name="connsiteY1837" fmla="*/ 101060 h 800100"/>
                <a:gd name="connsiteX1838" fmla="*/ 280988 w 381000"/>
                <a:gd name="connsiteY1838" fmla="*/ 99060 h 800100"/>
                <a:gd name="connsiteX1839" fmla="*/ 280416 w 381000"/>
                <a:gd name="connsiteY1839" fmla="*/ 98203 h 800100"/>
                <a:gd name="connsiteX1840" fmla="*/ 279368 w 381000"/>
                <a:gd name="connsiteY1840" fmla="*/ 97917 h 800100"/>
                <a:gd name="connsiteX1841" fmla="*/ 278511 w 381000"/>
                <a:gd name="connsiteY1841" fmla="*/ 98298 h 800100"/>
                <a:gd name="connsiteX1842" fmla="*/ 277082 w 381000"/>
                <a:gd name="connsiteY1842" fmla="*/ 99822 h 800100"/>
                <a:gd name="connsiteX1843" fmla="*/ 275272 w 381000"/>
                <a:gd name="connsiteY1843" fmla="*/ 100965 h 800100"/>
                <a:gd name="connsiteX1844" fmla="*/ 274511 w 381000"/>
                <a:gd name="connsiteY1844" fmla="*/ 100203 h 800100"/>
                <a:gd name="connsiteX1845" fmla="*/ 274320 w 381000"/>
                <a:gd name="connsiteY1845" fmla="*/ 100013 h 800100"/>
                <a:gd name="connsiteX1846" fmla="*/ 272891 w 381000"/>
                <a:gd name="connsiteY1846" fmla="*/ 95917 h 800100"/>
                <a:gd name="connsiteX1847" fmla="*/ 271272 w 381000"/>
                <a:gd name="connsiteY1847" fmla="*/ 94202 h 800100"/>
                <a:gd name="connsiteX1848" fmla="*/ 269748 w 381000"/>
                <a:gd name="connsiteY1848" fmla="*/ 94393 h 800100"/>
                <a:gd name="connsiteX1849" fmla="*/ 268033 w 381000"/>
                <a:gd name="connsiteY1849" fmla="*/ 94964 h 800100"/>
                <a:gd name="connsiteX1850" fmla="*/ 265938 w 381000"/>
                <a:gd name="connsiteY1850" fmla="*/ 94393 h 800100"/>
                <a:gd name="connsiteX1851" fmla="*/ 261842 w 381000"/>
                <a:gd name="connsiteY1851" fmla="*/ 90773 h 800100"/>
                <a:gd name="connsiteX1852" fmla="*/ 260318 w 381000"/>
                <a:gd name="connsiteY1852" fmla="*/ 89821 h 800100"/>
                <a:gd name="connsiteX1853" fmla="*/ 258128 w 381000"/>
                <a:gd name="connsiteY1853" fmla="*/ 89345 h 800100"/>
                <a:gd name="connsiteX1854" fmla="*/ 256985 w 381000"/>
                <a:gd name="connsiteY1854" fmla="*/ 88963 h 800100"/>
                <a:gd name="connsiteX1855" fmla="*/ 256222 w 381000"/>
                <a:gd name="connsiteY1855" fmla="*/ 88201 h 800100"/>
                <a:gd name="connsiteX1856" fmla="*/ 256127 w 381000"/>
                <a:gd name="connsiteY1856" fmla="*/ 87058 h 800100"/>
                <a:gd name="connsiteX1857" fmla="*/ 256699 w 381000"/>
                <a:gd name="connsiteY1857" fmla="*/ 86201 h 800100"/>
                <a:gd name="connsiteX1858" fmla="*/ 257461 w 381000"/>
                <a:gd name="connsiteY1858" fmla="*/ 85344 h 800100"/>
                <a:gd name="connsiteX1859" fmla="*/ 257937 w 381000"/>
                <a:gd name="connsiteY1859" fmla="*/ 84392 h 800100"/>
                <a:gd name="connsiteX1860" fmla="*/ 257937 w 381000"/>
                <a:gd name="connsiteY1860" fmla="*/ 83249 h 800100"/>
                <a:gd name="connsiteX1861" fmla="*/ 257365 w 381000"/>
                <a:gd name="connsiteY1861" fmla="*/ 82391 h 800100"/>
                <a:gd name="connsiteX1862" fmla="*/ 256413 w 381000"/>
                <a:gd name="connsiteY1862" fmla="*/ 81915 h 800100"/>
                <a:gd name="connsiteX1863" fmla="*/ 255365 w 381000"/>
                <a:gd name="connsiteY1863" fmla="*/ 81915 h 800100"/>
                <a:gd name="connsiteX1864" fmla="*/ 254413 w 381000"/>
                <a:gd name="connsiteY1864" fmla="*/ 82296 h 800100"/>
                <a:gd name="connsiteX1865" fmla="*/ 253555 w 381000"/>
                <a:gd name="connsiteY1865" fmla="*/ 82772 h 800100"/>
                <a:gd name="connsiteX1866" fmla="*/ 252603 w 381000"/>
                <a:gd name="connsiteY1866" fmla="*/ 82963 h 800100"/>
                <a:gd name="connsiteX1867" fmla="*/ 251460 w 381000"/>
                <a:gd name="connsiteY1867" fmla="*/ 82391 h 800100"/>
                <a:gd name="connsiteX1868" fmla="*/ 250793 w 381000"/>
                <a:gd name="connsiteY1868" fmla="*/ 81534 h 800100"/>
                <a:gd name="connsiteX1869" fmla="*/ 250317 w 381000"/>
                <a:gd name="connsiteY1869" fmla="*/ 80772 h 800100"/>
                <a:gd name="connsiteX1870" fmla="*/ 249650 w 381000"/>
                <a:gd name="connsiteY1870" fmla="*/ 80200 h 800100"/>
                <a:gd name="connsiteX1871" fmla="*/ 248412 w 381000"/>
                <a:gd name="connsiteY1871" fmla="*/ 79915 h 800100"/>
                <a:gd name="connsiteX1872" fmla="*/ 246221 w 381000"/>
                <a:gd name="connsiteY1872" fmla="*/ 80010 h 800100"/>
                <a:gd name="connsiteX1873" fmla="*/ 245269 w 381000"/>
                <a:gd name="connsiteY1873" fmla="*/ 79915 h 800100"/>
                <a:gd name="connsiteX1874" fmla="*/ 244221 w 381000"/>
                <a:gd name="connsiteY1874" fmla="*/ 79343 h 800100"/>
                <a:gd name="connsiteX1875" fmla="*/ 243935 w 381000"/>
                <a:gd name="connsiteY1875" fmla="*/ 79058 h 800100"/>
                <a:gd name="connsiteX1876" fmla="*/ 243554 w 381000"/>
                <a:gd name="connsiteY1876" fmla="*/ 78486 h 800100"/>
                <a:gd name="connsiteX1877" fmla="*/ 243269 w 381000"/>
                <a:gd name="connsiteY1877" fmla="*/ 78296 h 800100"/>
                <a:gd name="connsiteX1878" fmla="*/ 242506 w 381000"/>
                <a:gd name="connsiteY1878" fmla="*/ 78010 h 800100"/>
                <a:gd name="connsiteX1879" fmla="*/ 242125 w 381000"/>
                <a:gd name="connsiteY1879" fmla="*/ 78105 h 800100"/>
                <a:gd name="connsiteX1880" fmla="*/ 240411 w 381000"/>
                <a:gd name="connsiteY1880" fmla="*/ 80010 h 800100"/>
                <a:gd name="connsiteX1881" fmla="*/ 239649 w 381000"/>
                <a:gd name="connsiteY1881" fmla="*/ 80582 h 800100"/>
                <a:gd name="connsiteX1882" fmla="*/ 238792 w 381000"/>
                <a:gd name="connsiteY1882" fmla="*/ 80582 h 800100"/>
                <a:gd name="connsiteX1883" fmla="*/ 238506 w 381000"/>
                <a:gd name="connsiteY1883" fmla="*/ 80200 h 800100"/>
                <a:gd name="connsiteX1884" fmla="*/ 238315 w 381000"/>
                <a:gd name="connsiteY1884" fmla="*/ 79724 h 800100"/>
                <a:gd name="connsiteX1885" fmla="*/ 238220 w 381000"/>
                <a:gd name="connsiteY1885" fmla="*/ 79153 h 800100"/>
                <a:gd name="connsiteX1886" fmla="*/ 238220 w 381000"/>
                <a:gd name="connsiteY1886" fmla="*/ 78676 h 800100"/>
                <a:gd name="connsiteX1887" fmla="*/ 239268 w 381000"/>
                <a:gd name="connsiteY1887" fmla="*/ 76009 h 800100"/>
                <a:gd name="connsiteX1888" fmla="*/ 239554 w 381000"/>
                <a:gd name="connsiteY1888" fmla="*/ 74676 h 800100"/>
                <a:gd name="connsiteX1889" fmla="*/ 239554 w 381000"/>
                <a:gd name="connsiteY1889" fmla="*/ 73152 h 800100"/>
                <a:gd name="connsiteX1890" fmla="*/ 239458 w 381000"/>
                <a:gd name="connsiteY1890" fmla="*/ 72962 h 800100"/>
                <a:gd name="connsiteX1891" fmla="*/ 238982 w 381000"/>
                <a:gd name="connsiteY1891" fmla="*/ 72390 h 800100"/>
                <a:gd name="connsiteX1892" fmla="*/ 238887 w 381000"/>
                <a:gd name="connsiteY1892" fmla="*/ 72104 h 800100"/>
                <a:gd name="connsiteX1893" fmla="*/ 238887 w 381000"/>
                <a:gd name="connsiteY1893" fmla="*/ 71628 h 800100"/>
                <a:gd name="connsiteX1894" fmla="*/ 239078 w 381000"/>
                <a:gd name="connsiteY1894" fmla="*/ 70675 h 800100"/>
                <a:gd name="connsiteX1895" fmla="*/ 239078 w 381000"/>
                <a:gd name="connsiteY1895" fmla="*/ 70295 h 800100"/>
                <a:gd name="connsiteX1896" fmla="*/ 238792 w 381000"/>
                <a:gd name="connsiteY1896" fmla="*/ 69628 h 800100"/>
                <a:gd name="connsiteX1897" fmla="*/ 238411 w 381000"/>
                <a:gd name="connsiteY1897" fmla="*/ 69056 h 800100"/>
                <a:gd name="connsiteX1898" fmla="*/ 238125 w 381000"/>
                <a:gd name="connsiteY1898" fmla="*/ 68389 h 800100"/>
                <a:gd name="connsiteX1899" fmla="*/ 237935 w 381000"/>
                <a:gd name="connsiteY1899" fmla="*/ 67532 h 800100"/>
                <a:gd name="connsiteX1900" fmla="*/ 238601 w 381000"/>
                <a:gd name="connsiteY1900" fmla="*/ 66675 h 800100"/>
                <a:gd name="connsiteX1901" fmla="*/ 239078 w 381000"/>
                <a:gd name="connsiteY1901" fmla="*/ 66199 h 800100"/>
                <a:gd name="connsiteX1902" fmla="*/ 239173 w 381000"/>
                <a:gd name="connsiteY1902" fmla="*/ 65627 h 800100"/>
                <a:gd name="connsiteX1903" fmla="*/ 237935 w 381000"/>
                <a:gd name="connsiteY1903" fmla="*/ 61436 h 800100"/>
                <a:gd name="connsiteX1904" fmla="*/ 237649 w 381000"/>
                <a:gd name="connsiteY1904" fmla="*/ 60674 h 800100"/>
                <a:gd name="connsiteX1905" fmla="*/ 236791 w 381000"/>
                <a:gd name="connsiteY1905" fmla="*/ 59912 h 800100"/>
                <a:gd name="connsiteX1906" fmla="*/ 234696 w 381000"/>
                <a:gd name="connsiteY1906" fmla="*/ 59817 h 800100"/>
                <a:gd name="connsiteX1907" fmla="*/ 233553 w 381000"/>
                <a:gd name="connsiteY1907" fmla="*/ 59436 h 800100"/>
                <a:gd name="connsiteX1908" fmla="*/ 232791 w 381000"/>
                <a:gd name="connsiteY1908" fmla="*/ 58674 h 800100"/>
                <a:gd name="connsiteX1909" fmla="*/ 232505 w 381000"/>
                <a:gd name="connsiteY1909" fmla="*/ 57817 h 800100"/>
                <a:gd name="connsiteX1910" fmla="*/ 232410 w 381000"/>
                <a:gd name="connsiteY1910" fmla="*/ 55721 h 800100"/>
                <a:gd name="connsiteX1911" fmla="*/ 232315 w 381000"/>
                <a:gd name="connsiteY1911" fmla="*/ 55340 h 800100"/>
                <a:gd name="connsiteX1912" fmla="*/ 232029 w 381000"/>
                <a:gd name="connsiteY1912" fmla="*/ 54007 h 800100"/>
                <a:gd name="connsiteX1913" fmla="*/ 232029 w 381000"/>
                <a:gd name="connsiteY1913" fmla="*/ 53435 h 800100"/>
                <a:gd name="connsiteX1914" fmla="*/ 232220 w 381000"/>
                <a:gd name="connsiteY1914" fmla="*/ 52768 h 800100"/>
                <a:gd name="connsiteX1915" fmla="*/ 232791 w 381000"/>
                <a:gd name="connsiteY1915" fmla="*/ 51911 h 800100"/>
                <a:gd name="connsiteX1916" fmla="*/ 232981 w 381000"/>
                <a:gd name="connsiteY1916" fmla="*/ 51435 h 800100"/>
                <a:gd name="connsiteX1917" fmla="*/ 234220 w 381000"/>
                <a:gd name="connsiteY1917" fmla="*/ 45625 h 800100"/>
                <a:gd name="connsiteX1918" fmla="*/ 234696 w 381000"/>
                <a:gd name="connsiteY1918" fmla="*/ 44482 h 800100"/>
                <a:gd name="connsiteX1919" fmla="*/ 235267 w 381000"/>
                <a:gd name="connsiteY1919" fmla="*/ 43815 h 800100"/>
                <a:gd name="connsiteX1920" fmla="*/ 236315 w 381000"/>
                <a:gd name="connsiteY1920" fmla="*/ 43720 h 800100"/>
                <a:gd name="connsiteX1921" fmla="*/ 236982 w 381000"/>
                <a:gd name="connsiteY1921" fmla="*/ 44482 h 800100"/>
                <a:gd name="connsiteX1922" fmla="*/ 237554 w 381000"/>
                <a:gd name="connsiteY1922" fmla="*/ 45434 h 800100"/>
                <a:gd name="connsiteX1923" fmla="*/ 238411 w 381000"/>
                <a:gd name="connsiteY1923" fmla="*/ 46101 h 800100"/>
                <a:gd name="connsiteX1924" fmla="*/ 239554 w 381000"/>
                <a:gd name="connsiteY1924" fmla="*/ 46101 h 800100"/>
                <a:gd name="connsiteX1925" fmla="*/ 240221 w 381000"/>
                <a:gd name="connsiteY1925" fmla="*/ 45529 h 800100"/>
                <a:gd name="connsiteX1926" fmla="*/ 241173 w 381000"/>
                <a:gd name="connsiteY1926" fmla="*/ 42577 h 800100"/>
                <a:gd name="connsiteX1927" fmla="*/ 241554 w 381000"/>
                <a:gd name="connsiteY1927" fmla="*/ 41720 h 800100"/>
                <a:gd name="connsiteX1928" fmla="*/ 242697 w 381000"/>
                <a:gd name="connsiteY1928" fmla="*/ 39910 h 800100"/>
                <a:gd name="connsiteX1929" fmla="*/ 243173 w 381000"/>
                <a:gd name="connsiteY1929" fmla="*/ 38862 h 800100"/>
                <a:gd name="connsiteX1930" fmla="*/ 243364 w 381000"/>
                <a:gd name="connsiteY1930" fmla="*/ 37052 h 800100"/>
                <a:gd name="connsiteX1931" fmla="*/ 243745 w 381000"/>
                <a:gd name="connsiteY1931" fmla="*/ 36004 h 800100"/>
                <a:gd name="connsiteX1932" fmla="*/ 244412 w 381000"/>
                <a:gd name="connsiteY1932" fmla="*/ 35433 h 800100"/>
                <a:gd name="connsiteX1933" fmla="*/ 246126 w 381000"/>
                <a:gd name="connsiteY1933" fmla="*/ 34385 h 800100"/>
                <a:gd name="connsiteX1934" fmla="*/ 246507 w 381000"/>
                <a:gd name="connsiteY1934" fmla="*/ 33718 h 800100"/>
                <a:gd name="connsiteX1935" fmla="*/ 246031 w 381000"/>
                <a:gd name="connsiteY1935" fmla="*/ 32957 h 800100"/>
                <a:gd name="connsiteX1936" fmla="*/ 244888 w 381000"/>
                <a:gd name="connsiteY1936" fmla="*/ 32861 h 800100"/>
                <a:gd name="connsiteX1937" fmla="*/ 243649 w 381000"/>
                <a:gd name="connsiteY1937" fmla="*/ 32957 h 800100"/>
                <a:gd name="connsiteX1938" fmla="*/ 242888 w 381000"/>
                <a:gd name="connsiteY1938" fmla="*/ 32957 h 800100"/>
                <a:gd name="connsiteX1939" fmla="*/ 242888 w 381000"/>
                <a:gd name="connsiteY1939" fmla="*/ 32861 h 800100"/>
                <a:gd name="connsiteX1940" fmla="*/ 242030 w 381000"/>
                <a:gd name="connsiteY1940" fmla="*/ 31337 h 800100"/>
                <a:gd name="connsiteX1941" fmla="*/ 240411 w 381000"/>
                <a:gd name="connsiteY1941" fmla="*/ 30099 h 800100"/>
                <a:gd name="connsiteX1942" fmla="*/ 239839 w 381000"/>
                <a:gd name="connsiteY1942" fmla="*/ 29337 h 800100"/>
                <a:gd name="connsiteX1943" fmla="*/ 239458 w 381000"/>
                <a:gd name="connsiteY1943" fmla="*/ 28956 h 800100"/>
                <a:gd name="connsiteX1944" fmla="*/ 238887 w 381000"/>
                <a:gd name="connsiteY1944" fmla="*/ 28861 h 800100"/>
                <a:gd name="connsiteX1945" fmla="*/ 238411 w 381000"/>
                <a:gd name="connsiteY1945" fmla="*/ 29051 h 800100"/>
                <a:gd name="connsiteX1946" fmla="*/ 238030 w 381000"/>
                <a:gd name="connsiteY1946" fmla="*/ 29813 h 800100"/>
                <a:gd name="connsiteX1947" fmla="*/ 237649 w 381000"/>
                <a:gd name="connsiteY1947" fmla="*/ 30004 h 800100"/>
                <a:gd name="connsiteX1948" fmla="*/ 236506 w 381000"/>
                <a:gd name="connsiteY1948" fmla="*/ 29813 h 800100"/>
                <a:gd name="connsiteX1949" fmla="*/ 235934 w 381000"/>
                <a:gd name="connsiteY1949" fmla="*/ 29146 h 800100"/>
                <a:gd name="connsiteX1950" fmla="*/ 235553 w 381000"/>
                <a:gd name="connsiteY1950" fmla="*/ 28289 h 800100"/>
                <a:gd name="connsiteX1951" fmla="*/ 234982 w 381000"/>
                <a:gd name="connsiteY1951" fmla="*/ 27432 h 800100"/>
                <a:gd name="connsiteX1952" fmla="*/ 234220 w 381000"/>
                <a:gd name="connsiteY1952" fmla="*/ 26956 h 800100"/>
                <a:gd name="connsiteX1953" fmla="*/ 231553 w 381000"/>
                <a:gd name="connsiteY1953" fmla="*/ 26289 h 800100"/>
                <a:gd name="connsiteX1954" fmla="*/ 230696 w 381000"/>
                <a:gd name="connsiteY1954" fmla="*/ 25908 h 800100"/>
                <a:gd name="connsiteX1955" fmla="*/ 230029 w 381000"/>
                <a:gd name="connsiteY1955" fmla="*/ 25717 h 800100"/>
                <a:gd name="connsiteX1956" fmla="*/ 229553 w 381000"/>
                <a:gd name="connsiteY1956" fmla="*/ 26003 h 800100"/>
                <a:gd name="connsiteX1957" fmla="*/ 229362 w 381000"/>
                <a:gd name="connsiteY1957" fmla="*/ 27242 h 800100"/>
                <a:gd name="connsiteX1958" fmla="*/ 228505 w 381000"/>
                <a:gd name="connsiteY1958" fmla="*/ 27718 h 800100"/>
                <a:gd name="connsiteX1959" fmla="*/ 220980 w 381000"/>
                <a:gd name="connsiteY1959" fmla="*/ 29718 h 800100"/>
                <a:gd name="connsiteX1960" fmla="*/ 219932 w 381000"/>
                <a:gd name="connsiteY1960" fmla="*/ 29908 h 800100"/>
                <a:gd name="connsiteX1961" fmla="*/ 218885 w 381000"/>
                <a:gd name="connsiteY1961" fmla="*/ 29908 h 800100"/>
                <a:gd name="connsiteX1962" fmla="*/ 217741 w 381000"/>
                <a:gd name="connsiteY1962" fmla="*/ 29718 h 800100"/>
                <a:gd name="connsiteX1963" fmla="*/ 216598 w 381000"/>
                <a:gd name="connsiteY1963" fmla="*/ 29242 h 800100"/>
                <a:gd name="connsiteX1964" fmla="*/ 216217 w 381000"/>
                <a:gd name="connsiteY1964" fmla="*/ 28575 h 800100"/>
                <a:gd name="connsiteX1965" fmla="*/ 216027 w 381000"/>
                <a:gd name="connsiteY1965" fmla="*/ 26479 h 800100"/>
                <a:gd name="connsiteX1966" fmla="*/ 214979 w 381000"/>
                <a:gd name="connsiteY1966" fmla="*/ 24479 h 800100"/>
                <a:gd name="connsiteX1967" fmla="*/ 213265 w 381000"/>
                <a:gd name="connsiteY1967" fmla="*/ 23432 h 800100"/>
                <a:gd name="connsiteX1968" fmla="*/ 211264 w 381000"/>
                <a:gd name="connsiteY1968" fmla="*/ 22955 h 800100"/>
                <a:gd name="connsiteX1969" fmla="*/ 208407 w 381000"/>
                <a:gd name="connsiteY1969" fmla="*/ 22574 h 800100"/>
                <a:gd name="connsiteX1970" fmla="*/ 204311 w 381000"/>
                <a:gd name="connsiteY1970" fmla="*/ 22860 h 800100"/>
                <a:gd name="connsiteX1971" fmla="*/ 203835 w 381000"/>
                <a:gd name="connsiteY1971" fmla="*/ 23146 h 800100"/>
                <a:gd name="connsiteX1972" fmla="*/ 202978 w 381000"/>
                <a:gd name="connsiteY1972" fmla="*/ 24860 h 800100"/>
                <a:gd name="connsiteX1973" fmla="*/ 202311 w 381000"/>
                <a:gd name="connsiteY1973" fmla="*/ 25241 h 800100"/>
                <a:gd name="connsiteX1974" fmla="*/ 201454 w 381000"/>
                <a:gd name="connsiteY1974" fmla="*/ 25527 h 800100"/>
                <a:gd name="connsiteX1975" fmla="*/ 199835 w 381000"/>
                <a:gd name="connsiteY1975" fmla="*/ 25717 h 800100"/>
                <a:gd name="connsiteX1976" fmla="*/ 199358 w 381000"/>
                <a:gd name="connsiteY1976" fmla="*/ 25622 h 800100"/>
                <a:gd name="connsiteX1977" fmla="*/ 198501 w 381000"/>
                <a:gd name="connsiteY1977" fmla="*/ 25337 h 800100"/>
                <a:gd name="connsiteX1978" fmla="*/ 197929 w 381000"/>
                <a:gd name="connsiteY1978" fmla="*/ 25432 h 800100"/>
                <a:gd name="connsiteX1979" fmla="*/ 197644 w 381000"/>
                <a:gd name="connsiteY1979" fmla="*/ 25717 h 800100"/>
                <a:gd name="connsiteX1980" fmla="*/ 197453 w 381000"/>
                <a:gd name="connsiteY1980" fmla="*/ 26194 h 800100"/>
                <a:gd name="connsiteX1981" fmla="*/ 197263 w 381000"/>
                <a:gd name="connsiteY1981" fmla="*/ 26575 h 800100"/>
                <a:gd name="connsiteX1982" fmla="*/ 196787 w 381000"/>
                <a:gd name="connsiteY1982" fmla="*/ 26765 h 800100"/>
                <a:gd name="connsiteX1983" fmla="*/ 195834 w 381000"/>
                <a:gd name="connsiteY1983" fmla="*/ 26003 h 800100"/>
                <a:gd name="connsiteX1984" fmla="*/ 192881 w 381000"/>
                <a:gd name="connsiteY1984" fmla="*/ 22670 h 800100"/>
                <a:gd name="connsiteX1985" fmla="*/ 192214 w 381000"/>
                <a:gd name="connsiteY1985" fmla="*/ 21622 h 800100"/>
                <a:gd name="connsiteX1986" fmla="*/ 192214 w 381000"/>
                <a:gd name="connsiteY1986" fmla="*/ 21622 h 800100"/>
                <a:gd name="connsiteX1987" fmla="*/ 192214 w 381000"/>
                <a:gd name="connsiteY1987" fmla="*/ 21622 h 800100"/>
                <a:gd name="connsiteX1988" fmla="*/ 192214 w 381000"/>
                <a:gd name="connsiteY1988" fmla="*/ 21622 h 800100"/>
                <a:gd name="connsiteX1989" fmla="*/ 191357 w 381000"/>
                <a:gd name="connsiteY1989" fmla="*/ 20479 h 800100"/>
                <a:gd name="connsiteX1990" fmla="*/ 190786 w 381000"/>
                <a:gd name="connsiteY1990" fmla="*/ 20193 h 800100"/>
                <a:gd name="connsiteX1991" fmla="*/ 190214 w 381000"/>
                <a:gd name="connsiteY1991" fmla="*/ 20003 h 800100"/>
                <a:gd name="connsiteX1992" fmla="*/ 189547 w 381000"/>
                <a:gd name="connsiteY1992" fmla="*/ 19717 h 800100"/>
                <a:gd name="connsiteX1993" fmla="*/ 188595 w 381000"/>
                <a:gd name="connsiteY1993" fmla="*/ 18669 h 800100"/>
                <a:gd name="connsiteX1994" fmla="*/ 188023 w 381000"/>
                <a:gd name="connsiteY1994" fmla="*/ 18288 h 800100"/>
                <a:gd name="connsiteX1995" fmla="*/ 186690 w 381000"/>
                <a:gd name="connsiteY1995" fmla="*/ 18288 h 800100"/>
                <a:gd name="connsiteX1996" fmla="*/ 185166 w 381000"/>
                <a:gd name="connsiteY1996" fmla="*/ 17812 h 800100"/>
                <a:gd name="connsiteX1997" fmla="*/ 181451 w 381000"/>
                <a:gd name="connsiteY1997" fmla="*/ 17621 h 800100"/>
                <a:gd name="connsiteX1998" fmla="*/ 180689 w 381000"/>
                <a:gd name="connsiteY1998" fmla="*/ 17336 h 800100"/>
                <a:gd name="connsiteX1999" fmla="*/ 180022 w 381000"/>
                <a:gd name="connsiteY1999" fmla="*/ 16478 h 800100"/>
                <a:gd name="connsiteX2000" fmla="*/ 179832 w 381000"/>
                <a:gd name="connsiteY2000" fmla="*/ 15430 h 800100"/>
                <a:gd name="connsiteX2001" fmla="*/ 179832 w 381000"/>
                <a:gd name="connsiteY2001" fmla="*/ 15145 h 800100"/>
                <a:gd name="connsiteX2002" fmla="*/ 179832 w 381000"/>
                <a:gd name="connsiteY2002" fmla="*/ 13049 h 800100"/>
                <a:gd name="connsiteX2003" fmla="*/ 179451 w 381000"/>
                <a:gd name="connsiteY2003" fmla="*/ 11906 h 800100"/>
                <a:gd name="connsiteX2004" fmla="*/ 179070 w 381000"/>
                <a:gd name="connsiteY2004" fmla="*/ 11430 h 800100"/>
                <a:gd name="connsiteX2005" fmla="*/ 178879 w 381000"/>
                <a:gd name="connsiteY2005" fmla="*/ 11144 h 800100"/>
                <a:gd name="connsiteX2006" fmla="*/ 176594 w 381000"/>
                <a:gd name="connsiteY2006" fmla="*/ 9620 h 800100"/>
                <a:gd name="connsiteX2007" fmla="*/ 176117 w 381000"/>
                <a:gd name="connsiteY2007" fmla="*/ 8954 h 800100"/>
                <a:gd name="connsiteX2008" fmla="*/ 175070 w 381000"/>
                <a:gd name="connsiteY2008" fmla="*/ 6763 h 800100"/>
                <a:gd name="connsiteX2009" fmla="*/ 175070 w 381000"/>
                <a:gd name="connsiteY2009" fmla="*/ 6763 h 800100"/>
                <a:gd name="connsiteX2010" fmla="*/ 174403 w 381000"/>
                <a:gd name="connsiteY2010" fmla="*/ 5525 h 800100"/>
                <a:gd name="connsiteX2011" fmla="*/ 174117 w 381000"/>
                <a:gd name="connsiteY2011" fmla="*/ 5239 h 800100"/>
                <a:gd name="connsiteX2012" fmla="*/ 173546 w 381000"/>
                <a:gd name="connsiteY2012" fmla="*/ 4953 h 800100"/>
                <a:gd name="connsiteX2013" fmla="*/ 173164 w 381000"/>
                <a:gd name="connsiteY2013" fmla="*/ 5048 h 800100"/>
                <a:gd name="connsiteX2014" fmla="*/ 172783 w 381000"/>
                <a:gd name="connsiteY2014" fmla="*/ 5239 h 800100"/>
                <a:gd name="connsiteX2015" fmla="*/ 172307 w 381000"/>
                <a:gd name="connsiteY2015" fmla="*/ 5239 h 800100"/>
                <a:gd name="connsiteX2016" fmla="*/ 171545 w 381000"/>
                <a:gd name="connsiteY2016" fmla="*/ 4858 h 800100"/>
                <a:gd name="connsiteX2017" fmla="*/ 170688 w 381000"/>
                <a:gd name="connsiteY2017" fmla="*/ 4286 h 800100"/>
                <a:gd name="connsiteX2018" fmla="*/ 169831 w 381000"/>
                <a:gd name="connsiteY2018" fmla="*/ 3524 h 800100"/>
                <a:gd name="connsiteX2019" fmla="*/ 169164 w 381000"/>
                <a:gd name="connsiteY2019" fmla="*/ 2762 h 800100"/>
                <a:gd name="connsiteX2020" fmla="*/ 168783 w 381000"/>
                <a:gd name="connsiteY2020" fmla="*/ 1714 h 800100"/>
                <a:gd name="connsiteX2021" fmla="*/ 168592 w 381000"/>
                <a:gd name="connsiteY2021" fmla="*/ 667 h 800100"/>
                <a:gd name="connsiteX2022" fmla="*/ 168212 w 381000"/>
                <a:gd name="connsiteY2022" fmla="*/ 0 h 800100"/>
                <a:gd name="connsiteX2023" fmla="*/ 167259 w 381000"/>
                <a:gd name="connsiteY2023" fmla="*/ 0 h 800100"/>
                <a:gd name="connsiteX2024" fmla="*/ 166592 w 381000"/>
                <a:gd name="connsiteY2024" fmla="*/ 381 h 800100"/>
                <a:gd name="connsiteX2025" fmla="*/ 164782 w 381000"/>
                <a:gd name="connsiteY2025" fmla="*/ 2000 h 800100"/>
                <a:gd name="connsiteX2026" fmla="*/ 164306 w 381000"/>
                <a:gd name="connsiteY2026" fmla="*/ 2572 h 800100"/>
                <a:gd name="connsiteX2027" fmla="*/ 163925 w 381000"/>
                <a:gd name="connsiteY2027" fmla="*/ 3620 h 800100"/>
                <a:gd name="connsiteX2028" fmla="*/ 163735 w 381000"/>
                <a:gd name="connsiteY2028" fmla="*/ 4667 h 800100"/>
                <a:gd name="connsiteX2029" fmla="*/ 163354 w 381000"/>
                <a:gd name="connsiteY2029" fmla="*/ 5620 h 800100"/>
                <a:gd name="connsiteX2030" fmla="*/ 162496 w 381000"/>
                <a:gd name="connsiteY2030" fmla="*/ 6287 h 800100"/>
                <a:gd name="connsiteX2031" fmla="*/ 161925 w 381000"/>
                <a:gd name="connsiteY2031" fmla="*/ 6382 h 800100"/>
                <a:gd name="connsiteX2032" fmla="*/ 161544 w 381000"/>
                <a:gd name="connsiteY2032" fmla="*/ 6287 h 800100"/>
                <a:gd name="connsiteX2033" fmla="*/ 161258 w 381000"/>
                <a:gd name="connsiteY2033" fmla="*/ 6096 h 800100"/>
                <a:gd name="connsiteX2034" fmla="*/ 160877 w 381000"/>
                <a:gd name="connsiteY2034" fmla="*/ 6001 h 800100"/>
                <a:gd name="connsiteX2035" fmla="*/ 160687 w 381000"/>
                <a:gd name="connsiteY2035" fmla="*/ 5905 h 800100"/>
                <a:gd name="connsiteX2036" fmla="*/ 160306 w 381000"/>
                <a:gd name="connsiteY2036" fmla="*/ 5620 h 800100"/>
                <a:gd name="connsiteX2037" fmla="*/ 160211 w 381000"/>
                <a:gd name="connsiteY2037" fmla="*/ 5525 h 800100"/>
                <a:gd name="connsiteX2038" fmla="*/ 159925 w 381000"/>
                <a:gd name="connsiteY2038" fmla="*/ 5620 h 800100"/>
                <a:gd name="connsiteX2039" fmla="*/ 159829 w 381000"/>
                <a:gd name="connsiteY2039" fmla="*/ 5810 h 800100"/>
                <a:gd name="connsiteX2040" fmla="*/ 159734 w 381000"/>
                <a:gd name="connsiteY2040" fmla="*/ 6096 h 800100"/>
                <a:gd name="connsiteX2041" fmla="*/ 159544 w 381000"/>
                <a:gd name="connsiteY2041" fmla="*/ 6287 h 800100"/>
                <a:gd name="connsiteX2042" fmla="*/ 155257 w 381000"/>
                <a:gd name="connsiteY2042" fmla="*/ 7525 h 800100"/>
                <a:gd name="connsiteX2043" fmla="*/ 154496 w 381000"/>
                <a:gd name="connsiteY2043" fmla="*/ 7811 h 800100"/>
                <a:gd name="connsiteX2044" fmla="*/ 152876 w 381000"/>
                <a:gd name="connsiteY2044" fmla="*/ 8954 h 800100"/>
                <a:gd name="connsiteX2045" fmla="*/ 151066 w 381000"/>
                <a:gd name="connsiteY2045" fmla="*/ 9906 h 800100"/>
                <a:gd name="connsiteX2046" fmla="*/ 149162 w 381000"/>
                <a:gd name="connsiteY2046" fmla="*/ 11621 h 800100"/>
                <a:gd name="connsiteX2047" fmla="*/ 148590 w 381000"/>
                <a:gd name="connsiteY2047" fmla="*/ 11906 h 800100"/>
                <a:gd name="connsiteX2048" fmla="*/ 147828 w 381000"/>
                <a:gd name="connsiteY2048" fmla="*/ 11811 h 800100"/>
                <a:gd name="connsiteX2049" fmla="*/ 146399 w 381000"/>
                <a:gd name="connsiteY2049" fmla="*/ 10954 h 800100"/>
                <a:gd name="connsiteX2050" fmla="*/ 145637 w 381000"/>
                <a:gd name="connsiteY2050" fmla="*/ 10858 h 800100"/>
                <a:gd name="connsiteX2051" fmla="*/ 145066 w 381000"/>
                <a:gd name="connsiteY2051" fmla="*/ 11335 h 800100"/>
                <a:gd name="connsiteX2052" fmla="*/ 144875 w 381000"/>
                <a:gd name="connsiteY2052" fmla="*/ 12192 h 800100"/>
                <a:gd name="connsiteX2053" fmla="*/ 144780 w 381000"/>
                <a:gd name="connsiteY2053" fmla="*/ 13145 h 800100"/>
                <a:gd name="connsiteX2054" fmla="*/ 144589 w 381000"/>
                <a:gd name="connsiteY2054" fmla="*/ 13907 h 800100"/>
                <a:gd name="connsiteX2055" fmla="*/ 143256 w 381000"/>
                <a:gd name="connsiteY2055" fmla="*/ 15050 h 800100"/>
                <a:gd name="connsiteX2056" fmla="*/ 141922 w 381000"/>
                <a:gd name="connsiteY2056" fmla="*/ 15240 h 800100"/>
                <a:gd name="connsiteX2057" fmla="*/ 141256 w 381000"/>
                <a:gd name="connsiteY2057" fmla="*/ 15812 h 800100"/>
                <a:gd name="connsiteX2058" fmla="*/ 142780 w 381000"/>
                <a:gd name="connsiteY2058" fmla="*/ 23241 h 800100"/>
                <a:gd name="connsiteX2059" fmla="*/ 142875 w 381000"/>
                <a:gd name="connsiteY2059" fmla="*/ 24384 h 800100"/>
                <a:gd name="connsiteX2060" fmla="*/ 142685 w 381000"/>
                <a:gd name="connsiteY2060" fmla="*/ 24955 h 800100"/>
                <a:gd name="connsiteX2061" fmla="*/ 140113 w 381000"/>
                <a:gd name="connsiteY2061" fmla="*/ 26575 h 800100"/>
                <a:gd name="connsiteX2062" fmla="*/ 139541 w 381000"/>
                <a:gd name="connsiteY2062" fmla="*/ 27242 h 800100"/>
                <a:gd name="connsiteX2063" fmla="*/ 137731 w 381000"/>
                <a:gd name="connsiteY2063" fmla="*/ 29813 h 800100"/>
                <a:gd name="connsiteX2064" fmla="*/ 137065 w 381000"/>
                <a:gd name="connsiteY2064" fmla="*/ 30480 h 800100"/>
                <a:gd name="connsiteX2065" fmla="*/ 136303 w 381000"/>
                <a:gd name="connsiteY2065" fmla="*/ 30956 h 800100"/>
                <a:gd name="connsiteX2066" fmla="*/ 135350 w 381000"/>
                <a:gd name="connsiteY2066" fmla="*/ 31337 h 800100"/>
                <a:gd name="connsiteX2067" fmla="*/ 134303 w 381000"/>
                <a:gd name="connsiteY2067" fmla="*/ 31433 h 800100"/>
                <a:gd name="connsiteX2068" fmla="*/ 132493 w 381000"/>
                <a:gd name="connsiteY2068" fmla="*/ 30861 h 800100"/>
                <a:gd name="connsiteX2069" fmla="*/ 131445 w 381000"/>
                <a:gd name="connsiteY2069" fmla="*/ 30766 h 800100"/>
                <a:gd name="connsiteX2070" fmla="*/ 131159 w 381000"/>
                <a:gd name="connsiteY2070" fmla="*/ 30956 h 800100"/>
                <a:gd name="connsiteX2071" fmla="*/ 130588 w 381000"/>
                <a:gd name="connsiteY2071" fmla="*/ 31623 h 800100"/>
                <a:gd name="connsiteX2072" fmla="*/ 130302 w 381000"/>
                <a:gd name="connsiteY2072" fmla="*/ 31718 h 800100"/>
                <a:gd name="connsiteX2073" fmla="*/ 129826 w 381000"/>
                <a:gd name="connsiteY2073" fmla="*/ 31623 h 800100"/>
                <a:gd name="connsiteX2074" fmla="*/ 129540 w 381000"/>
                <a:gd name="connsiteY2074" fmla="*/ 31433 h 800100"/>
                <a:gd name="connsiteX2075" fmla="*/ 129349 w 381000"/>
                <a:gd name="connsiteY2075" fmla="*/ 31242 h 800100"/>
                <a:gd name="connsiteX2076" fmla="*/ 129064 w 381000"/>
                <a:gd name="connsiteY2076" fmla="*/ 31051 h 800100"/>
                <a:gd name="connsiteX2077" fmla="*/ 128873 w 381000"/>
                <a:gd name="connsiteY2077" fmla="*/ 30766 h 800100"/>
                <a:gd name="connsiteX2078" fmla="*/ 128969 w 381000"/>
                <a:gd name="connsiteY2078" fmla="*/ 30480 h 800100"/>
                <a:gd name="connsiteX2079" fmla="*/ 128969 w 381000"/>
                <a:gd name="connsiteY2079" fmla="*/ 30194 h 800100"/>
                <a:gd name="connsiteX2080" fmla="*/ 128492 w 381000"/>
                <a:gd name="connsiteY2080" fmla="*/ 30099 h 800100"/>
                <a:gd name="connsiteX2081" fmla="*/ 128397 w 381000"/>
                <a:gd name="connsiteY2081" fmla="*/ 30289 h 800100"/>
                <a:gd name="connsiteX2082" fmla="*/ 127445 w 381000"/>
                <a:gd name="connsiteY2082" fmla="*/ 31337 h 800100"/>
                <a:gd name="connsiteX2083" fmla="*/ 124015 w 381000"/>
                <a:gd name="connsiteY2083" fmla="*/ 34195 h 800100"/>
                <a:gd name="connsiteX2084" fmla="*/ 122968 w 381000"/>
                <a:gd name="connsiteY2084" fmla="*/ 35338 h 800100"/>
                <a:gd name="connsiteX2085" fmla="*/ 118396 w 381000"/>
                <a:gd name="connsiteY2085" fmla="*/ 38291 h 800100"/>
                <a:gd name="connsiteX2086" fmla="*/ 118015 w 381000"/>
                <a:gd name="connsiteY2086" fmla="*/ 38481 h 800100"/>
                <a:gd name="connsiteX2087" fmla="*/ 117253 w 381000"/>
                <a:gd name="connsiteY2087" fmla="*/ 38576 h 800100"/>
                <a:gd name="connsiteX2088" fmla="*/ 116491 w 381000"/>
                <a:gd name="connsiteY2088" fmla="*/ 38195 h 800100"/>
                <a:gd name="connsiteX2089" fmla="*/ 115348 w 381000"/>
                <a:gd name="connsiteY2089" fmla="*/ 37529 h 800100"/>
                <a:gd name="connsiteX2090" fmla="*/ 112490 w 381000"/>
                <a:gd name="connsiteY2090" fmla="*/ 36195 h 800100"/>
                <a:gd name="connsiteX2091" fmla="*/ 111823 w 381000"/>
                <a:gd name="connsiteY2091" fmla="*/ 35433 h 800100"/>
                <a:gd name="connsiteX2092" fmla="*/ 111442 w 381000"/>
                <a:gd name="connsiteY2092" fmla="*/ 34290 h 800100"/>
                <a:gd name="connsiteX2093" fmla="*/ 111442 w 381000"/>
                <a:gd name="connsiteY2093" fmla="*/ 33052 h 800100"/>
                <a:gd name="connsiteX2094" fmla="*/ 111633 w 381000"/>
                <a:gd name="connsiteY2094" fmla="*/ 31813 h 800100"/>
                <a:gd name="connsiteX2095" fmla="*/ 112109 w 381000"/>
                <a:gd name="connsiteY2095" fmla="*/ 30671 h 800100"/>
                <a:gd name="connsiteX2096" fmla="*/ 110680 w 381000"/>
                <a:gd name="connsiteY2096" fmla="*/ 30671 h 800100"/>
                <a:gd name="connsiteX2097" fmla="*/ 106204 w 381000"/>
                <a:gd name="connsiteY2097" fmla="*/ 32290 h 800100"/>
                <a:gd name="connsiteX2098" fmla="*/ 104680 w 381000"/>
                <a:gd name="connsiteY2098" fmla="*/ 32385 h 800100"/>
                <a:gd name="connsiteX2099" fmla="*/ 104013 w 381000"/>
                <a:gd name="connsiteY2099" fmla="*/ 32575 h 800100"/>
                <a:gd name="connsiteX2100" fmla="*/ 103251 w 381000"/>
                <a:gd name="connsiteY2100" fmla="*/ 33052 h 800100"/>
                <a:gd name="connsiteX2101" fmla="*/ 102870 w 381000"/>
                <a:gd name="connsiteY2101" fmla="*/ 33528 h 800100"/>
                <a:gd name="connsiteX2102" fmla="*/ 102203 w 381000"/>
                <a:gd name="connsiteY2102" fmla="*/ 34671 h 800100"/>
                <a:gd name="connsiteX2103" fmla="*/ 101727 w 381000"/>
                <a:gd name="connsiteY2103" fmla="*/ 35147 h 800100"/>
                <a:gd name="connsiteX2104" fmla="*/ 100584 w 381000"/>
                <a:gd name="connsiteY2104" fmla="*/ 36671 h 800100"/>
                <a:gd name="connsiteX2105" fmla="*/ 100108 w 381000"/>
                <a:gd name="connsiteY2105" fmla="*/ 38291 h 800100"/>
                <a:gd name="connsiteX2106" fmla="*/ 99727 w 381000"/>
                <a:gd name="connsiteY2106" fmla="*/ 41720 h 800100"/>
                <a:gd name="connsiteX2107" fmla="*/ 99536 w 381000"/>
                <a:gd name="connsiteY2107" fmla="*/ 42577 h 800100"/>
                <a:gd name="connsiteX2108" fmla="*/ 98870 w 381000"/>
                <a:gd name="connsiteY2108" fmla="*/ 44291 h 800100"/>
                <a:gd name="connsiteX2109" fmla="*/ 98584 w 381000"/>
                <a:gd name="connsiteY2109" fmla="*/ 45149 h 800100"/>
                <a:gd name="connsiteX2110" fmla="*/ 98584 w 381000"/>
                <a:gd name="connsiteY2110" fmla="*/ 46006 h 800100"/>
                <a:gd name="connsiteX2111" fmla="*/ 98679 w 381000"/>
                <a:gd name="connsiteY2111" fmla="*/ 46768 h 800100"/>
                <a:gd name="connsiteX2112" fmla="*/ 98584 w 381000"/>
                <a:gd name="connsiteY2112" fmla="*/ 47530 h 800100"/>
                <a:gd name="connsiteX2113" fmla="*/ 98012 w 381000"/>
                <a:gd name="connsiteY2113" fmla="*/ 48196 h 800100"/>
                <a:gd name="connsiteX2114" fmla="*/ 97250 w 381000"/>
                <a:gd name="connsiteY2114" fmla="*/ 48673 h 800100"/>
                <a:gd name="connsiteX2115" fmla="*/ 96774 w 381000"/>
                <a:gd name="connsiteY2115" fmla="*/ 48101 h 800100"/>
                <a:gd name="connsiteX2116" fmla="*/ 96203 w 381000"/>
                <a:gd name="connsiteY2116" fmla="*/ 47625 h 800100"/>
                <a:gd name="connsiteX2117" fmla="*/ 95440 w 381000"/>
                <a:gd name="connsiteY2117" fmla="*/ 47434 h 800100"/>
                <a:gd name="connsiteX2118" fmla="*/ 94964 w 381000"/>
                <a:gd name="connsiteY2118" fmla="*/ 47149 h 800100"/>
                <a:gd name="connsiteX2119" fmla="*/ 94202 w 381000"/>
                <a:gd name="connsiteY2119" fmla="*/ 45720 h 800100"/>
                <a:gd name="connsiteX2120" fmla="*/ 93726 w 381000"/>
                <a:gd name="connsiteY2120" fmla="*/ 45149 h 800100"/>
                <a:gd name="connsiteX2121" fmla="*/ 93440 w 381000"/>
                <a:gd name="connsiteY2121" fmla="*/ 45053 h 800100"/>
                <a:gd name="connsiteX2122" fmla="*/ 92583 w 381000"/>
                <a:gd name="connsiteY2122" fmla="*/ 44958 h 800100"/>
                <a:gd name="connsiteX2123" fmla="*/ 92297 w 381000"/>
                <a:gd name="connsiteY2123" fmla="*/ 44863 h 800100"/>
                <a:gd name="connsiteX2124" fmla="*/ 91059 w 381000"/>
                <a:gd name="connsiteY2124" fmla="*/ 43529 h 800100"/>
                <a:gd name="connsiteX2125" fmla="*/ 90678 w 381000"/>
                <a:gd name="connsiteY2125" fmla="*/ 43339 h 800100"/>
                <a:gd name="connsiteX2126" fmla="*/ 90297 w 381000"/>
                <a:gd name="connsiteY2126" fmla="*/ 42958 h 800100"/>
                <a:gd name="connsiteX2127" fmla="*/ 89249 w 381000"/>
                <a:gd name="connsiteY2127" fmla="*/ 41243 h 800100"/>
                <a:gd name="connsiteX2128" fmla="*/ 89059 w 381000"/>
                <a:gd name="connsiteY2128" fmla="*/ 40767 h 800100"/>
                <a:gd name="connsiteX2129" fmla="*/ 88487 w 381000"/>
                <a:gd name="connsiteY2129" fmla="*/ 40100 h 800100"/>
                <a:gd name="connsiteX2130" fmla="*/ 84868 w 381000"/>
                <a:gd name="connsiteY2130" fmla="*/ 36862 h 800100"/>
                <a:gd name="connsiteX2131" fmla="*/ 81248 w 381000"/>
                <a:gd name="connsiteY2131" fmla="*/ 32480 h 800100"/>
                <a:gd name="connsiteX2132" fmla="*/ 80677 w 381000"/>
                <a:gd name="connsiteY2132" fmla="*/ 32099 h 800100"/>
                <a:gd name="connsiteX2133" fmla="*/ 78391 w 381000"/>
                <a:gd name="connsiteY2133" fmla="*/ 33433 h 800100"/>
                <a:gd name="connsiteX2134" fmla="*/ 77629 w 381000"/>
                <a:gd name="connsiteY2134" fmla="*/ 33909 h 800100"/>
                <a:gd name="connsiteX2135" fmla="*/ 77248 w 381000"/>
                <a:gd name="connsiteY2135" fmla="*/ 34576 h 800100"/>
                <a:gd name="connsiteX2136" fmla="*/ 76962 w 381000"/>
                <a:gd name="connsiteY2136" fmla="*/ 35433 h 800100"/>
                <a:gd name="connsiteX2137" fmla="*/ 76486 w 381000"/>
                <a:gd name="connsiteY2137" fmla="*/ 36290 h 800100"/>
                <a:gd name="connsiteX2138" fmla="*/ 75343 w 381000"/>
                <a:gd name="connsiteY2138" fmla="*/ 37624 h 800100"/>
                <a:gd name="connsiteX2139" fmla="*/ 75247 w 381000"/>
                <a:gd name="connsiteY2139" fmla="*/ 38195 h 800100"/>
                <a:gd name="connsiteX2140" fmla="*/ 75533 w 381000"/>
                <a:gd name="connsiteY2140" fmla="*/ 40576 h 800100"/>
                <a:gd name="connsiteX2141" fmla="*/ 75629 w 381000"/>
                <a:gd name="connsiteY2141" fmla="*/ 41053 h 800100"/>
                <a:gd name="connsiteX2142" fmla="*/ 75343 w 381000"/>
                <a:gd name="connsiteY2142" fmla="*/ 41624 h 800100"/>
                <a:gd name="connsiteX2143" fmla="*/ 73628 w 381000"/>
                <a:gd name="connsiteY2143" fmla="*/ 44101 h 800100"/>
                <a:gd name="connsiteX2144" fmla="*/ 73057 w 381000"/>
                <a:gd name="connsiteY2144" fmla="*/ 44482 h 800100"/>
                <a:gd name="connsiteX2145" fmla="*/ 72104 w 381000"/>
                <a:gd name="connsiteY2145" fmla="*/ 44291 h 800100"/>
                <a:gd name="connsiteX2146" fmla="*/ 71438 w 381000"/>
                <a:gd name="connsiteY2146" fmla="*/ 43910 h 800100"/>
                <a:gd name="connsiteX2147" fmla="*/ 70104 w 381000"/>
                <a:gd name="connsiteY2147" fmla="*/ 42386 h 800100"/>
                <a:gd name="connsiteX2148" fmla="*/ 68199 w 381000"/>
                <a:gd name="connsiteY2148" fmla="*/ 39148 h 800100"/>
                <a:gd name="connsiteX2149" fmla="*/ 67818 w 381000"/>
                <a:gd name="connsiteY2149" fmla="*/ 38386 h 800100"/>
                <a:gd name="connsiteX2150" fmla="*/ 67723 w 381000"/>
                <a:gd name="connsiteY2150" fmla="*/ 37338 h 800100"/>
                <a:gd name="connsiteX2151" fmla="*/ 67818 w 381000"/>
                <a:gd name="connsiteY2151" fmla="*/ 36386 h 800100"/>
                <a:gd name="connsiteX2152" fmla="*/ 67723 w 381000"/>
                <a:gd name="connsiteY2152" fmla="*/ 35624 h 800100"/>
                <a:gd name="connsiteX2153" fmla="*/ 66961 w 381000"/>
                <a:gd name="connsiteY2153" fmla="*/ 35242 h 800100"/>
                <a:gd name="connsiteX2154" fmla="*/ 66485 w 381000"/>
                <a:gd name="connsiteY2154" fmla="*/ 34576 h 800100"/>
                <a:gd name="connsiteX2155" fmla="*/ 65913 w 381000"/>
                <a:gd name="connsiteY2155" fmla="*/ 34004 h 800100"/>
                <a:gd name="connsiteX2156" fmla="*/ 65341 w 381000"/>
                <a:gd name="connsiteY2156" fmla="*/ 33528 h 800100"/>
                <a:gd name="connsiteX2157" fmla="*/ 64675 w 381000"/>
                <a:gd name="connsiteY2157" fmla="*/ 33147 h 800100"/>
                <a:gd name="connsiteX2158" fmla="*/ 63437 w 381000"/>
                <a:gd name="connsiteY2158" fmla="*/ 32766 h 800100"/>
                <a:gd name="connsiteX2159" fmla="*/ 62770 w 381000"/>
                <a:gd name="connsiteY2159" fmla="*/ 32861 h 800100"/>
                <a:gd name="connsiteX2160" fmla="*/ 60674 w 381000"/>
                <a:gd name="connsiteY2160" fmla="*/ 36576 h 800100"/>
                <a:gd name="connsiteX2161" fmla="*/ 59722 w 381000"/>
                <a:gd name="connsiteY2161" fmla="*/ 39148 h 800100"/>
                <a:gd name="connsiteX2162" fmla="*/ 59341 w 381000"/>
                <a:gd name="connsiteY2162" fmla="*/ 39719 h 800100"/>
                <a:gd name="connsiteX2163" fmla="*/ 58483 w 381000"/>
                <a:gd name="connsiteY2163" fmla="*/ 40481 h 800100"/>
                <a:gd name="connsiteX2164" fmla="*/ 55340 w 381000"/>
                <a:gd name="connsiteY2164" fmla="*/ 42100 h 800100"/>
                <a:gd name="connsiteX2165" fmla="*/ 53912 w 381000"/>
                <a:gd name="connsiteY2165" fmla="*/ 43243 h 800100"/>
                <a:gd name="connsiteX2166" fmla="*/ 53340 w 381000"/>
                <a:gd name="connsiteY2166" fmla="*/ 44863 h 800100"/>
                <a:gd name="connsiteX2167" fmla="*/ 53435 w 381000"/>
                <a:gd name="connsiteY2167" fmla="*/ 45339 h 800100"/>
                <a:gd name="connsiteX2168" fmla="*/ 54102 w 381000"/>
                <a:gd name="connsiteY2168" fmla="*/ 46101 h 800100"/>
                <a:gd name="connsiteX2169" fmla="*/ 54197 w 381000"/>
                <a:gd name="connsiteY2169" fmla="*/ 46672 h 800100"/>
                <a:gd name="connsiteX2170" fmla="*/ 54007 w 381000"/>
                <a:gd name="connsiteY2170" fmla="*/ 47149 h 800100"/>
                <a:gd name="connsiteX2171" fmla="*/ 51340 w 381000"/>
                <a:gd name="connsiteY2171" fmla="*/ 48958 h 800100"/>
                <a:gd name="connsiteX2172" fmla="*/ 50482 w 381000"/>
                <a:gd name="connsiteY2172" fmla="*/ 49339 h 800100"/>
                <a:gd name="connsiteX2173" fmla="*/ 49625 w 381000"/>
                <a:gd name="connsiteY2173" fmla="*/ 49530 h 800100"/>
                <a:gd name="connsiteX2174" fmla="*/ 48863 w 381000"/>
                <a:gd name="connsiteY2174" fmla="*/ 50006 h 800100"/>
                <a:gd name="connsiteX2175" fmla="*/ 48863 w 381000"/>
                <a:gd name="connsiteY2175" fmla="*/ 50768 h 800100"/>
                <a:gd name="connsiteX2176" fmla="*/ 49054 w 381000"/>
                <a:gd name="connsiteY2176" fmla="*/ 51721 h 800100"/>
                <a:gd name="connsiteX2177" fmla="*/ 48863 w 381000"/>
                <a:gd name="connsiteY2177" fmla="*/ 52673 h 800100"/>
                <a:gd name="connsiteX2178" fmla="*/ 48006 w 381000"/>
                <a:gd name="connsiteY2178" fmla="*/ 53245 h 800100"/>
                <a:gd name="connsiteX2179" fmla="*/ 46958 w 381000"/>
                <a:gd name="connsiteY2179" fmla="*/ 53245 h 800100"/>
                <a:gd name="connsiteX2180" fmla="*/ 45911 w 381000"/>
                <a:gd name="connsiteY2180" fmla="*/ 52864 h 800100"/>
                <a:gd name="connsiteX2181" fmla="*/ 44196 w 381000"/>
                <a:gd name="connsiteY2181" fmla="*/ 51625 h 800100"/>
                <a:gd name="connsiteX2182" fmla="*/ 42291 w 381000"/>
                <a:gd name="connsiteY2182" fmla="*/ 51054 h 800100"/>
                <a:gd name="connsiteX2183" fmla="*/ 41434 w 381000"/>
                <a:gd name="connsiteY2183" fmla="*/ 50578 h 800100"/>
                <a:gd name="connsiteX2184" fmla="*/ 40957 w 381000"/>
                <a:gd name="connsiteY2184" fmla="*/ 50006 h 800100"/>
                <a:gd name="connsiteX2185" fmla="*/ 39148 w 381000"/>
                <a:gd name="connsiteY2185" fmla="*/ 46387 h 800100"/>
                <a:gd name="connsiteX2186" fmla="*/ 38862 w 381000"/>
                <a:gd name="connsiteY2186" fmla="*/ 45339 h 800100"/>
                <a:gd name="connsiteX2187" fmla="*/ 38481 w 381000"/>
                <a:gd name="connsiteY2187" fmla="*/ 44387 h 800100"/>
                <a:gd name="connsiteX2188" fmla="*/ 37814 w 381000"/>
                <a:gd name="connsiteY2188" fmla="*/ 43529 h 800100"/>
                <a:gd name="connsiteX2189" fmla="*/ 36862 w 381000"/>
                <a:gd name="connsiteY2189" fmla="*/ 43053 h 800100"/>
                <a:gd name="connsiteX2190" fmla="*/ 34671 w 381000"/>
                <a:gd name="connsiteY2190" fmla="*/ 42577 h 800100"/>
                <a:gd name="connsiteX2191" fmla="*/ 33623 w 381000"/>
                <a:gd name="connsiteY2191" fmla="*/ 42196 h 800100"/>
                <a:gd name="connsiteX2192" fmla="*/ 30480 w 381000"/>
                <a:gd name="connsiteY2192" fmla="*/ 39624 h 800100"/>
                <a:gd name="connsiteX2193" fmla="*/ 29432 w 381000"/>
                <a:gd name="connsiteY2193" fmla="*/ 39148 h 800100"/>
                <a:gd name="connsiteX2194" fmla="*/ 27337 w 381000"/>
                <a:gd name="connsiteY2194" fmla="*/ 38767 h 800100"/>
                <a:gd name="connsiteX2195" fmla="*/ 26289 w 381000"/>
                <a:gd name="connsiteY2195" fmla="*/ 38386 h 800100"/>
                <a:gd name="connsiteX2196" fmla="*/ 25908 w 381000"/>
                <a:gd name="connsiteY2196" fmla="*/ 38100 h 800100"/>
                <a:gd name="connsiteX2197" fmla="*/ 25146 w 381000"/>
                <a:gd name="connsiteY2197" fmla="*/ 37243 h 800100"/>
                <a:gd name="connsiteX2198" fmla="*/ 24860 w 381000"/>
                <a:gd name="connsiteY2198" fmla="*/ 37052 h 800100"/>
                <a:gd name="connsiteX2199" fmla="*/ 24289 w 381000"/>
                <a:gd name="connsiteY2199" fmla="*/ 37147 h 800100"/>
                <a:gd name="connsiteX2200" fmla="*/ 24003 w 381000"/>
                <a:gd name="connsiteY2200" fmla="*/ 37529 h 800100"/>
                <a:gd name="connsiteX2201" fmla="*/ 23717 w 381000"/>
                <a:gd name="connsiteY2201" fmla="*/ 37909 h 800100"/>
                <a:gd name="connsiteX2202" fmla="*/ 23336 w 381000"/>
                <a:gd name="connsiteY2202" fmla="*/ 38195 h 800100"/>
                <a:gd name="connsiteX2203" fmla="*/ 22098 w 381000"/>
                <a:gd name="connsiteY2203" fmla="*/ 38195 h 800100"/>
                <a:gd name="connsiteX2204" fmla="*/ 21717 w 381000"/>
                <a:gd name="connsiteY2204" fmla="*/ 37529 h 800100"/>
                <a:gd name="connsiteX2205" fmla="*/ 21622 w 381000"/>
                <a:gd name="connsiteY2205" fmla="*/ 36481 h 800100"/>
                <a:gd name="connsiteX2206" fmla="*/ 21050 w 381000"/>
                <a:gd name="connsiteY2206" fmla="*/ 35338 h 800100"/>
                <a:gd name="connsiteX2207" fmla="*/ 19907 w 381000"/>
                <a:gd name="connsiteY2207" fmla="*/ 34480 h 800100"/>
                <a:gd name="connsiteX2208" fmla="*/ 18479 w 381000"/>
                <a:gd name="connsiteY2208" fmla="*/ 34004 h 800100"/>
                <a:gd name="connsiteX2209" fmla="*/ 17145 w 381000"/>
                <a:gd name="connsiteY2209" fmla="*/ 34195 h 800100"/>
                <a:gd name="connsiteX2210" fmla="*/ 16288 w 381000"/>
                <a:gd name="connsiteY2210" fmla="*/ 35338 h 800100"/>
                <a:gd name="connsiteX2211" fmla="*/ 16288 w 381000"/>
                <a:gd name="connsiteY2211" fmla="*/ 35338 h 800100"/>
                <a:gd name="connsiteX2212" fmla="*/ 15716 w 381000"/>
                <a:gd name="connsiteY2212" fmla="*/ 37338 h 800100"/>
                <a:gd name="connsiteX2213" fmla="*/ 15335 w 381000"/>
                <a:gd name="connsiteY2213" fmla="*/ 38291 h 800100"/>
                <a:gd name="connsiteX2214" fmla="*/ 14669 w 381000"/>
                <a:gd name="connsiteY2214" fmla="*/ 39053 h 800100"/>
                <a:gd name="connsiteX2215" fmla="*/ 14097 w 381000"/>
                <a:gd name="connsiteY2215" fmla="*/ 39243 h 800100"/>
                <a:gd name="connsiteX2216" fmla="*/ 13525 w 381000"/>
                <a:gd name="connsiteY2216" fmla="*/ 39243 h 800100"/>
                <a:gd name="connsiteX2217" fmla="*/ 12954 w 381000"/>
                <a:gd name="connsiteY2217" fmla="*/ 39338 h 800100"/>
                <a:gd name="connsiteX2218" fmla="*/ 12573 w 381000"/>
                <a:gd name="connsiteY2218" fmla="*/ 39719 h 800100"/>
                <a:gd name="connsiteX2219" fmla="*/ 12573 w 381000"/>
                <a:gd name="connsiteY2219" fmla="*/ 40386 h 800100"/>
                <a:gd name="connsiteX2220" fmla="*/ 12954 w 381000"/>
                <a:gd name="connsiteY2220" fmla="*/ 40767 h 800100"/>
                <a:gd name="connsiteX2221" fmla="*/ 13430 w 381000"/>
                <a:gd name="connsiteY2221" fmla="*/ 41053 h 800100"/>
                <a:gd name="connsiteX2222" fmla="*/ 13716 w 381000"/>
                <a:gd name="connsiteY2222" fmla="*/ 41434 h 800100"/>
                <a:gd name="connsiteX2223" fmla="*/ 13906 w 381000"/>
                <a:gd name="connsiteY2223" fmla="*/ 41910 h 800100"/>
                <a:gd name="connsiteX2224" fmla="*/ 14002 w 381000"/>
                <a:gd name="connsiteY2224" fmla="*/ 42005 h 800100"/>
                <a:gd name="connsiteX2225" fmla="*/ 13621 w 381000"/>
                <a:gd name="connsiteY2225" fmla="*/ 42767 h 800100"/>
                <a:gd name="connsiteX2226" fmla="*/ 7048 w 381000"/>
                <a:gd name="connsiteY2226" fmla="*/ 49625 h 800100"/>
                <a:gd name="connsiteX2227" fmla="*/ 6477 w 381000"/>
                <a:gd name="connsiteY2227" fmla="*/ 50673 h 800100"/>
                <a:gd name="connsiteX2228" fmla="*/ 6191 w 381000"/>
                <a:gd name="connsiteY2228" fmla="*/ 52578 h 800100"/>
                <a:gd name="connsiteX2229" fmla="*/ 5905 w 381000"/>
                <a:gd name="connsiteY2229" fmla="*/ 53530 h 800100"/>
                <a:gd name="connsiteX2230" fmla="*/ 5239 w 381000"/>
                <a:gd name="connsiteY2230" fmla="*/ 54388 h 800100"/>
                <a:gd name="connsiteX2231" fmla="*/ 4477 w 381000"/>
                <a:gd name="connsiteY2231" fmla="*/ 54292 h 800100"/>
                <a:gd name="connsiteX2232" fmla="*/ 3620 w 381000"/>
                <a:gd name="connsiteY2232" fmla="*/ 53816 h 800100"/>
                <a:gd name="connsiteX2233" fmla="*/ 2477 w 381000"/>
                <a:gd name="connsiteY2233" fmla="*/ 53530 h 800100"/>
                <a:gd name="connsiteX2234" fmla="*/ 1524 w 381000"/>
                <a:gd name="connsiteY2234" fmla="*/ 53816 h 800100"/>
                <a:gd name="connsiteX2235" fmla="*/ 571 w 381000"/>
                <a:gd name="connsiteY2235" fmla="*/ 54388 h 800100"/>
                <a:gd name="connsiteX2236" fmla="*/ 0 w 381000"/>
                <a:gd name="connsiteY2236" fmla="*/ 55150 h 800100"/>
                <a:gd name="connsiteX2237" fmla="*/ 381 w 381000"/>
                <a:gd name="connsiteY2237" fmla="*/ 55912 h 800100"/>
                <a:gd name="connsiteX2238" fmla="*/ 667 w 381000"/>
                <a:gd name="connsiteY2238" fmla="*/ 56483 h 800100"/>
                <a:gd name="connsiteX2239" fmla="*/ 1238 w 381000"/>
                <a:gd name="connsiteY2239" fmla="*/ 58293 h 800100"/>
                <a:gd name="connsiteX2240" fmla="*/ 1429 w 381000"/>
                <a:gd name="connsiteY2240" fmla="*/ 58483 h 800100"/>
                <a:gd name="connsiteX2241" fmla="*/ 1905 w 381000"/>
                <a:gd name="connsiteY2241" fmla="*/ 58864 h 800100"/>
                <a:gd name="connsiteX2242" fmla="*/ 2096 w 381000"/>
                <a:gd name="connsiteY2242" fmla="*/ 59150 h 800100"/>
                <a:gd name="connsiteX2243" fmla="*/ 2096 w 381000"/>
                <a:gd name="connsiteY2243" fmla="*/ 59436 h 800100"/>
                <a:gd name="connsiteX2244" fmla="*/ 1905 w 381000"/>
                <a:gd name="connsiteY2244" fmla="*/ 60103 h 800100"/>
                <a:gd name="connsiteX2245" fmla="*/ 2000 w 381000"/>
                <a:gd name="connsiteY2245" fmla="*/ 60484 h 800100"/>
                <a:gd name="connsiteX2246" fmla="*/ 2762 w 381000"/>
                <a:gd name="connsiteY2246" fmla="*/ 61341 h 800100"/>
                <a:gd name="connsiteX2247" fmla="*/ 3715 w 381000"/>
                <a:gd name="connsiteY2247" fmla="*/ 62008 h 800100"/>
                <a:gd name="connsiteX2248" fmla="*/ 4477 w 381000"/>
                <a:gd name="connsiteY2248" fmla="*/ 62770 h 800100"/>
                <a:gd name="connsiteX2249" fmla="*/ 4858 w 381000"/>
                <a:gd name="connsiteY2249" fmla="*/ 63913 h 800100"/>
                <a:gd name="connsiteX2250" fmla="*/ 5905 w 381000"/>
                <a:gd name="connsiteY2250" fmla="*/ 64865 h 800100"/>
                <a:gd name="connsiteX2251" fmla="*/ 9049 w 381000"/>
                <a:gd name="connsiteY2251" fmla="*/ 66484 h 800100"/>
                <a:gd name="connsiteX2252" fmla="*/ 12859 w 381000"/>
                <a:gd name="connsiteY2252" fmla="*/ 70199 h 800100"/>
                <a:gd name="connsiteX2253" fmla="*/ 14478 w 381000"/>
                <a:gd name="connsiteY2253" fmla="*/ 71152 h 800100"/>
                <a:gd name="connsiteX2254" fmla="*/ 14954 w 381000"/>
                <a:gd name="connsiteY2254" fmla="*/ 71628 h 800100"/>
                <a:gd name="connsiteX2255" fmla="*/ 15335 w 381000"/>
                <a:gd name="connsiteY2255" fmla="*/ 72200 h 800100"/>
                <a:gd name="connsiteX2256" fmla="*/ 15812 w 381000"/>
                <a:gd name="connsiteY2256" fmla="*/ 73628 h 800100"/>
                <a:gd name="connsiteX2257" fmla="*/ 16192 w 381000"/>
                <a:gd name="connsiteY2257" fmla="*/ 74295 h 800100"/>
                <a:gd name="connsiteX2258" fmla="*/ 17240 w 381000"/>
                <a:gd name="connsiteY2258" fmla="*/ 75152 h 800100"/>
                <a:gd name="connsiteX2259" fmla="*/ 18574 w 381000"/>
                <a:gd name="connsiteY2259" fmla="*/ 75914 h 800100"/>
                <a:gd name="connsiteX2260" fmla="*/ 19336 w 381000"/>
                <a:gd name="connsiteY2260" fmla="*/ 76581 h 800100"/>
                <a:gd name="connsiteX2261" fmla="*/ 18860 w 381000"/>
                <a:gd name="connsiteY2261" fmla="*/ 77248 h 800100"/>
                <a:gd name="connsiteX2262" fmla="*/ 18669 w 381000"/>
                <a:gd name="connsiteY2262" fmla="*/ 77438 h 800100"/>
                <a:gd name="connsiteX2263" fmla="*/ 18574 w 381000"/>
                <a:gd name="connsiteY2263" fmla="*/ 77629 h 800100"/>
                <a:gd name="connsiteX2264" fmla="*/ 18479 w 381000"/>
                <a:gd name="connsiteY2264" fmla="*/ 77819 h 800100"/>
                <a:gd name="connsiteX2265" fmla="*/ 18479 w 381000"/>
                <a:gd name="connsiteY2265" fmla="*/ 78010 h 800100"/>
                <a:gd name="connsiteX2266" fmla="*/ 19050 w 381000"/>
                <a:gd name="connsiteY2266" fmla="*/ 80105 h 800100"/>
                <a:gd name="connsiteX2267" fmla="*/ 21050 w 381000"/>
                <a:gd name="connsiteY2267" fmla="*/ 81153 h 800100"/>
                <a:gd name="connsiteX2268" fmla="*/ 23431 w 381000"/>
                <a:gd name="connsiteY2268" fmla="*/ 81915 h 800100"/>
                <a:gd name="connsiteX2269" fmla="*/ 25051 w 381000"/>
                <a:gd name="connsiteY2269" fmla="*/ 83249 h 800100"/>
                <a:gd name="connsiteX2270" fmla="*/ 26861 w 381000"/>
                <a:gd name="connsiteY2270" fmla="*/ 87344 h 800100"/>
                <a:gd name="connsiteX2271" fmla="*/ 27337 w 381000"/>
                <a:gd name="connsiteY2271" fmla="*/ 89630 h 800100"/>
                <a:gd name="connsiteX2272" fmla="*/ 27051 w 381000"/>
                <a:gd name="connsiteY2272" fmla="*/ 92964 h 800100"/>
                <a:gd name="connsiteX2273" fmla="*/ 27146 w 381000"/>
                <a:gd name="connsiteY2273" fmla="*/ 94297 h 800100"/>
                <a:gd name="connsiteX2274" fmla="*/ 27432 w 381000"/>
                <a:gd name="connsiteY2274" fmla="*/ 95536 h 800100"/>
                <a:gd name="connsiteX2275" fmla="*/ 27813 w 381000"/>
                <a:gd name="connsiteY2275" fmla="*/ 96393 h 800100"/>
                <a:gd name="connsiteX2276" fmla="*/ 28194 w 381000"/>
                <a:gd name="connsiteY2276" fmla="*/ 96964 h 800100"/>
                <a:gd name="connsiteX2277" fmla="*/ 28289 w 381000"/>
                <a:gd name="connsiteY2277" fmla="*/ 97060 h 800100"/>
                <a:gd name="connsiteX2278" fmla="*/ 28480 w 381000"/>
                <a:gd name="connsiteY2278" fmla="*/ 96964 h 800100"/>
                <a:gd name="connsiteX2279" fmla="*/ 31242 w 381000"/>
                <a:gd name="connsiteY2279" fmla="*/ 96869 h 800100"/>
                <a:gd name="connsiteX2280" fmla="*/ 31813 w 381000"/>
                <a:gd name="connsiteY2280" fmla="*/ 96774 h 800100"/>
                <a:gd name="connsiteX2281" fmla="*/ 33433 w 381000"/>
                <a:gd name="connsiteY2281" fmla="*/ 95726 h 800100"/>
                <a:gd name="connsiteX2282" fmla="*/ 34671 w 381000"/>
                <a:gd name="connsiteY2282" fmla="*/ 94202 h 800100"/>
                <a:gd name="connsiteX2283" fmla="*/ 35338 w 381000"/>
                <a:gd name="connsiteY2283" fmla="*/ 92392 h 800100"/>
                <a:gd name="connsiteX2284" fmla="*/ 35433 w 381000"/>
                <a:gd name="connsiteY2284" fmla="*/ 87821 h 800100"/>
                <a:gd name="connsiteX2285" fmla="*/ 36386 w 381000"/>
                <a:gd name="connsiteY2285" fmla="*/ 86963 h 800100"/>
                <a:gd name="connsiteX2286" fmla="*/ 37433 w 381000"/>
                <a:gd name="connsiteY2286" fmla="*/ 87821 h 800100"/>
                <a:gd name="connsiteX2287" fmla="*/ 37910 w 381000"/>
                <a:gd name="connsiteY2287" fmla="*/ 90392 h 800100"/>
                <a:gd name="connsiteX2288" fmla="*/ 37719 w 381000"/>
                <a:gd name="connsiteY2288" fmla="*/ 92678 h 800100"/>
                <a:gd name="connsiteX2289" fmla="*/ 37910 w 381000"/>
                <a:gd name="connsiteY2289" fmla="*/ 93726 h 800100"/>
                <a:gd name="connsiteX2290" fmla="*/ 38576 w 381000"/>
                <a:gd name="connsiteY2290" fmla="*/ 94393 h 800100"/>
                <a:gd name="connsiteX2291" fmla="*/ 39529 w 381000"/>
                <a:gd name="connsiteY2291" fmla="*/ 94297 h 800100"/>
                <a:gd name="connsiteX2292" fmla="*/ 43339 w 381000"/>
                <a:gd name="connsiteY2292" fmla="*/ 92678 h 800100"/>
                <a:gd name="connsiteX2293" fmla="*/ 43624 w 381000"/>
                <a:gd name="connsiteY2293" fmla="*/ 92488 h 800100"/>
                <a:gd name="connsiteX2294" fmla="*/ 43910 w 381000"/>
                <a:gd name="connsiteY2294" fmla="*/ 92583 h 800100"/>
                <a:gd name="connsiteX2295" fmla="*/ 44387 w 381000"/>
                <a:gd name="connsiteY2295" fmla="*/ 93345 h 800100"/>
                <a:gd name="connsiteX2296" fmla="*/ 44577 w 381000"/>
                <a:gd name="connsiteY2296" fmla="*/ 93917 h 800100"/>
                <a:gd name="connsiteX2297" fmla="*/ 44672 w 381000"/>
                <a:gd name="connsiteY2297" fmla="*/ 94583 h 800100"/>
                <a:gd name="connsiteX2298" fmla="*/ 44577 w 381000"/>
                <a:gd name="connsiteY2298" fmla="*/ 98488 h 800100"/>
                <a:gd name="connsiteX2299" fmla="*/ 44767 w 381000"/>
                <a:gd name="connsiteY2299" fmla="*/ 99822 h 800100"/>
                <a:gd name="connsiteX2300" fmla="*/ 45339 w 381000"/>
                <a:gd name="connsiteY2300" fmla="*/ 101060 h 800100"/>
                <a:gd name="connsiteX2301" fmla="*/ 45339 w 381000"/>
                <a:gd name="connsiteY2301" fmla="*/ 101251 h 800100"/>
                <a:gd name="connsiteX2302" fmla="*/ 45339 w 381000"/>
                <a:gd name="connsiteY2302" fmla="*/ 101441 h 800100"/>
                <a:gd name="connsiteX2303" fmla="*/ 45339 w 381000"/>
                <a:gd name="connsiteY2303" fmla="*/ 101632 h 800100"/>
                <a:gd name="connsiteX2304" fmla="*/ 45339 w 381000"/>
                <a:gd name="connsiteY2304" fmla="*/ 101822 h 800100"/>
                <a:gd name="connsiteX2305" fmla="*/ 44291 w 381000"/>
                <a:gd name="connsiteY2305" fmla="*/ 102870 h 800100"/>
                <a:gd name="connsiteX2306" fmla="*/ 42291 w 381000"/>
                <a:gd name="connsiteY2306" fmla="*/ 105346 h 800100"/>
                <a:gd name="connsiteX2307" fmla="*/ 41148 w 381000"/>
                <a:gd name="connsiteY2307" fmla="*/ 106394 h 800100"/>
                <a:gd name="connsiteX2308" fmla="*/ 38767 w 381000"/>
                <a:gd name="connsiteY2308" fmla="*/ 110300 h 800100"/>
                <a:gd name="connsiteX2309" fmla="*/ 39529 w 381000"/>
                <a:gd name="connsiteY2309" fmla="*/ 109918 h 800100"/>
                <a:gd name="connsiteX2310" fmla="*/ 40577 w 381000"/>
                <a:gd name="connsiteY2310" fmla="*/ 109252 h 800100"/>
                <a:gd name="connsiteX2311" fmla="*/ 41624 w 381000"/>
                <a:gd name="connsiteY2311" fmla="*/ 108775 h 800100"/>
                <a:gd name="connsiteX2312" fmla="*/ 42386 w 381000"/>
                <a:gd name="connsiteY2312" fmla="*/ 108966 h 800100"/>
                <a:gd name="connsiteX2313" fmla="*/ 42291 w 381000"/>
                <a:gd name="connsiteY2313" fmla="*/ 109633 h 800100"/>
                <a:gd name="connsiteX2314" fmla="*/ 40577 w 381000"/>
                <a:gd name="connsiteY2314" fmla="*/ 112490 h 800100"/>
                <a:gd name="connsiteX2315" fmla="*/ 40386 w 381000"/>
                <a:gd name="connsiteY2315" fmla="*/ 113633 h 800100"/>
                <a:gd name="connsiteX2316" fmla="*/ 40386 w 381000"/>
                <a:gd name="connsiteY2316" fmla="*/ 116205 h 800100"/>
                <a:gd name="connsiteX2317" fmla="*/ 40196 w 381000"/>
                <a:gd name="connsiteY2317" fmla="*/ 117158 h 800100"/>
                <a:gd name="connsiteX2318" fmla="*/ 39529 w 381000"/>
                <a:gd name="connsiteY2318" fmla="*/ 117824 h 800100"/>
                <a:gd name="connsiteX2319" fmla="*/ 37719 w 381000"/>
                <a:gd name="connsiteY2319" fmla="*/ 118300 h 800100"/>
                <a:gd name="connsiteX2320" fmla="*/ 36862 w 381000"/>
                <a:gd name="connsiteY2320" fmla="*/ 118967 h 800100"/>
                <a:gd name="connsiteX2321" fmla="*/ 36290 w 381000"/>
                <a:gd name="connsiteY2321" fmla="*/ 120015 h 800100"/>
                <a:gd name="connsiteX2322" fmla="*/ 36671 w 381000"/>
                <a:gd name="connsiteY2322" fmla="*/ 120301 h 800100"/>
                <a:gd name="connsiteX2323" fmla="*/ 37719 w 381000"/>
                <a:gd name="connsiteY2323" fmla="*/ 120205 h 800100"/>
                <a:gd name="connsiteX2324" fmla="*/ 38862 w 381000"/>
                <a:gd name="connsiteY2324" fmla="*/ 120205 h 800100"/>
                <a:gd name="connsiteX2325" fmla="*/ 39624 w 381000"/>
                <a:gd name="connsiteY2325" fmla="*/ 120491 h 800100"/>
                <a:gd name="connsiteX2326" fmla="*/ 40291 w 381000"/>
                <a:gd name="connsiteY2326" fmla="*/ 120967 h 800100"/>
                <a:gd name="connsiteX2327" fmla="*/ 40767 w 381000"/>
                <a:gd name="connsiteY2327" fmla="*/ 121539 h 800100"/>
                <a:gd name="connsiteX2328" fmla="*/ 41053 w 381000"/>
                <a:gd name="connsiteY2328" fmla="*/ 122206 h 800100"/>
                <a:gd name="connsiteX2329" fmla="*/ 40957 w 381000"/>
                <a:gd name="connsiteY2329" fmla="*/ 122682 h 800100"/>
                <a:gd name="connsiteX2330" fmla="*/ 40481 w 381000"/>
                <a:gd name="connsiteY2330" fmla="*/ 123825 h 800100"/>
                <a:gd name="connsiteX2331" fmla="*/ 40481 w 381000"/>
                <a:gd name="connsiteY2331" fmla="*/ 124396 h 800100"/>
                <a:gd name="connsiteX2332" fmla="*/ 40767 w 381000"/>
                <a:gd name="connsiteY2332" fmla="*/ 124968 h 800100"/>
                <a:gd name="connsiteX2333" fmla="*/ 41148 w 381000"/>
                <a:gd name="connsiteY2333" fmla="*/ 125063 h 800100"/>
                <a:gd name="connsiteX2334" fmla="*/ 41529 w 381000"/>
                <a:gd name="connsiteY2334" fmla="*/ 125063 h 800100"/>
                <a:gd name="connsiteX2335" fmla="*/ 42100 w 381000"/>
                <a:gd name="connsiteY2335" fmla="*/ 125349 h 800100"/>
                <a:gd name="connsiteX2336" fmla="*/ 42672 w 381000"/>
                <a:gd name="connsiteY2336" fmla="*/ 126301 h 800100"/>
                <a:gd name="connsiteX2337" fmla="*/ 42672 w 381000"/>
                <a:gd name="connsiteY2337" fmla="*/ 126397 h 800100"/>
                <a:gd name="connsiteX2338" fmla="*/ 43148 w 381000"/>
                <a:gd name="connsiteY2338" fmla="*/ 128588 h 800100"/>
                <a:gd name="connsiteX2339" fmla="*/ 43529 w 381000"/>
                <a:gd name="connsiteY2339" fmla="*/ 129540 h 800100"/>
                <a:gd name="connsiteX2340" fmla="*/ 43815 w 381000"/>
                <a:gd name="connsiteY2340" fmla="*/ 130016 h 800100"/>
                <a:gd name="connsiteX2341" fmla="*/ 44101 w 381000"/>
                <a:gd name="connsiteY2341" fmla="*/ 130397 h 800100"/>
                <a:gd name="connsiteX2342" fmla="*/ 44482 w 381000"/>
                <a:gd name="connsiteY2342" fmla="*/ 130588 h 800100"/>
                <a:gd name="connsiteX2343" fmla="*/ 45244 w 381000"/>
                <a:gd name="connsiteY2343" fmla="*/ 130492 h 800100"/>
                <a:gd name="connsiteX2344" fmla="*/ 46577 w 381000"/>
                <a:gd name="connsiteY2344" fmla="*/ 131064 h 800100"/>
                <a:gd name="connsiteX2345" fmla="*/ 47339 w 381000"/>
                <a:gd name="connsiteY2345" fmla="*/ 132017 h 800100"/>
                <a:gd name="connsiteX2346" fmla="*/ 48578 w 381000"/>
                <a:gd name="connsiteY2346" fmla="*/ 134588 h 800100"/>
                <a:gd name="connsiteX2347" fmla="*/ 50197 w 381000"/>
                <a:gd name="connsiteY2347" fmla="*/ 138208 h 800100"/>
                <a:gd name="connsiteX2348" fmla="*/ 51149 w 381000"/>
                <a:gd name="connsiteY2348" fmla="*/ 139827 h 800100"/>
                <a:gd name="connsiteX2349" fmla="*/ 52673 w 381000"/>
                <a:gd name="connsiteY2349" fmla="*/ 141732 h 800100"/>
                <a:gd name="connsiteX2350" fmla="*/ 53435 w 381000"/>
                <a:gd name="connsiteY2350" fmla="*/ 142494 h 800100"/>
                <a:gd name="connsiteX2351" fmla="*/ 53816 w 381000"/>
                <a:gd name="connsiteY2351" fmla="*/ 142780 h 800100"/>
                <a:gd name="connsiteX2352" fmla="*/ 54388 w 381000"/>
                <a:gd name="connsiteY2352" fmla="*/ 143066 h 800100"/>
                <a:gd name="connsiteX2353" fmla="*/ 55340 w 381000"/>
                <a:gd name="connsiteY2353" fmla="*/ 143161 h 800100"/>
                <a:gd name="connsiteX2354" fmla="*/ 55912 w 381000"/>
                <a:gd name="connsiteY2354" fmla="*/ 143256 h 800100"/>
                <a:gd name="connsiteX2355" fmla="*/ 56388 w 381000"/>
                <a:gd name="connsiteY2355" fmla="*/ 143446 h 800100"/>
                <a:gd name="connsiteX2356" fmla="*/ 57150 w 381000"/>
                <a:gd name="connsiteY2356" fmla="*/ 143923 h 800100"/>
                <a:gd name="connsiteX2357" fmla="*/ 57626 w 381000"/>
                <a:gd name="connsiteY2357" fmla="*/ 144113 h 800100"/>
                <a:gd name="connsiteX2358" fmla="*/ 58198 w 381000"/>
                <a:gd name="connsiteY2358" fmla="*/ 144113 h 800100"/>
                <a:gd name="connsiteX2359" fmla="*/ 58579 w 381000"/>
                <a:gd name="connsiteY2359" fmla="*/ 144018 h 800100"/>
                <a:gd name="connsiteX2360" fmla="*/ 59246 w 381000"/>
                <a:gd name="connsiteY2360" fmla="*/ 143828 h 800100"/>
                <a:gd name="connsiteX2361" fmla="*/ 59722 w 381000"/>
                <a:gd name="connsiteY2361" fmla="*/ 143828 h 800100"/>
                <a:gd name="connsiteX2362" fmla="*/ 60579 w 381000"/>
                <a:gd name="connsiteY2362" fmla="*/ 144113 h 800100"/>
                <a:gd name="connsiteX2363" fmla="*/ 63532 w 381000"/>
                <a:gd name="connsiteY2363" fmla="*/ 145733 h 800100"/>
                <a:gd name="connsiteX2364" fmla="*/ 64961 w 381000"/>
                <a:gd name="connsiteY2364" fmla="*/ 146209 h 800100"/>
                <a:gd name="connsiteX2365" fmla="*/ 65532 w 381000"/>
                <a:gd name="connsiteY2365" fmla="*/ 146304 h 800100"/>
                <a:gd name="connsiteX2366" fmla="*/ 65818 w 381000"/>
                <a:gd name="connsiteY2366" fmla="*/ 146304 h 800100"/>
                <a:gd name="connsiteX2367" fmla="*/ 67151 w 381000"/>
                <a:gd name="connsiteY2367" fmla="*/ 145923 h 800100"/>
                <a:gd name="connsiteX2368" fmla="*/ 67246 w 381000"/>
                <a:gd name="connsiteY2368" fmla="*/ 145923 h 800100"/>
                <a:gd name="connsiteX2369" fmla="*/ 68294 w 381000"/>
                <a:gd name="connsiteY2369" fmla="*/ 145351 h 800100"/>
                <a:gd name="connsiteX2370" fmla="*/ 68675 w 381000"/>
                <a:gd name="connsiteY2370" fmla="*/ 144971 h 800100"/>
                <a:gd name="connsiteX2371" fmla="*/ 68866 w 381000"/>
                <a:gd name="connsiteY2371" fmla="*/ 144589 h 800100"/>
                <a:gd name="connsiteX2372" fmla="*/ 69152 w 381000"/>
                <a:gd name="connsiteY2372" fmla="*/ 144494 h 800100"/>
                <a:gd name="connsiteX2373" fmla="*/ 69913 w 381000"/>
                <a:gd name="connsiteY2373" fmla="*/ 144780 h 800100"/>
                <a:gd name="connsiteX2374" fmla="*/ 70580 w 381000"/>
                <a:gd name="connsiteY2374" fmla="*/ 145447 h 800100"/>
                <a:gd name="connsiteX2375" fmla="*/ 71533 w 381000"/>
                <a:gd name="connsiteY2375" fmla="*/ 147352 h 800100"/>
                <a:gd name="connsiteX2376" fmla="*/ 72104 w 381000"/>
                <a:gd name="connsiteY2376" fmla="*/ 148114 h 800100"/>
                <a:gd name="connsiteX2377" fmla="*/ 72485 w 381000"/>
                <a:gd name="connsiteY2377" fmla="*/ 148400 h 800100"/>
                <a:gd name="connsiteX2378" fmla="*/ 72866 w 381000"/>
                <a:gd name="connsiteY2378" fmla="*/ 148590 h 800100"/>
                <a:gd name="connsiteX2379" fmla="*/ 73342 w 381000"/>
                <a:gd name="connsiteY2379" fmla="*/ 148685 h 800100"/>
                <a:gd name="connsiteX2380" fmla="*/ 73914 w 381000"/>
                <a:gd name="connsiteY2380" fmla="*/ 148685 h 800100"/>
                <a:gd name="connsiteX2381" fmla="*/ 73914 w 381000"/>
                <a:gd name="connsiteY2381" fmla="*/ 148685 h 800100"/>
                <a:gd name="connsiteX2382" fmla="*/ 73914 w 381000"/>
                <a:gd name="connsiteY2382" fmla="*/ 148685 h 800100"/>
                <a:gd name="connsiteX2383" fmla="*/ 73914 w 381000"/>
                <a:gd name="connsiteY2383" fmla="*/ 148685 h 800100"/>
                <a:gd name="connsiteX2384" fmla="*/ 77153 w 381000"/>
                <a:gd name="connsiteY2384" fmla="*/ 149352 h 800100"/>
                <a:gd name="connsiteX2385" fmla="*/ 78200 w 381000"/>
                <a:gd name="connsiteY2385" fmla="*/ 149924 h 800100"/>
                <a:gd name="connsiteX2386" fmla="*/ 80200 w 381000"/>
                <a:gd name="connsiteY2386" fmla="*/ 152114 h 800100"/>
                <a:gd name="connsiteX2387" fmla="*/ 81344 w 381000"/>
                <a:gd name="connsiteY2387" fmla="*/ 153162 h 800100"/>
                <a:gd name="connsiteX2388" fmla="*/ 81534 w 381000"/>
                <a:gd name="connsiteY2388" fmla="*/ 153353 h 800100"/>
                <a:gd name="connsiteX2389" fmla="*/ 81724 w 381000"/>
                <a:gd name="connsiteY2389" fmla="*/ 153448 h 800100"/>
                <a:gd name="connsiteX2390" fmla="*/ 82296 w 381000"/>
                <a:gd name="connsiteY2390" fmla="*/ 153543 h 800100"/>
                <a:gd name="connsiteX2391" fmla="*/ 82772 w 381000"/>
                <a:gd name="connsiteY2391" fmla="*/ 153448 h 800100"/>
                <a:gd name="connsiteX2392" fmla="*/ 83439 w 381000"/>
                <a:gd name="connsiteY2392" fmla="*/ 153257 h 800100"/>
                <a:gd name="connsiteX2393" fmla="*/ 84011 w 381000"/>
                <a:gd name="connsiteY2393" fmla="*/ 152971 h 800100"/>
                <a:gd name="connsiteX2394" fmla="*/ 84296 w 381000"/>
                <a:gd name="connsiteY2394" fmla="*/ 152686 h 800100"/>
                <a:gd name="connsiteX2395" fmla="*/ 84296 w 381000"/>
                <a:gd name="connsiteY2395" fmla="*/ 152209 h 800100"/>
                <a:gd name="connsiteX2396" fmla="*/ 83725 w 381000"/>
                <a:gd name="connsiteY2396" fmla="*/ 151162 h 800100"/>
                <a:gd name="connsiteX2397" fmla="*/ 83629 w 381000"/>
                <a:gd name="connsiteY2397" fmla="*/ 150590 h 800100"/>
                <a:gd name="connsiteX2398" fmla="*/ 83915 w 381000"/>
                <a:gd name="connsiteY2398" fmla="*/ 149828 h 800100"/>
                <a:gd name="connsiteX2399" fmla="*/ 84201 w 381000"/>
                <a:gd name="connsiteY2399" fmla="*/ 149638 h 800100"/>
                <a:gd name="connsiteX2400" fmla="*/ 84677 w 381000"/>
                <a:gd name="connsiteY2400" fmla="*/ 149542 h 800100"/>
                <a:gd name="connsiteX2401" fmla="*/ 85344 w 381000"/>
                <a:gd name="connsiteY2401" fmla="*/ 149352 h 800100"/>
                <a:gd name="connsiteX2402" fmla="*/ 86392 w 381000"/>
                <a:gd name="connsiteY2402" fmla="*/ 148685 h 800100"/>
                <a:gd name="connsiteX2403" fmla="*/ 86582 w 381000"/>
                <a:gd name="connsiteY2403" fmla="*/ 148304 h 800100"/>
                <a:gd name="connsiteX2404" fmla="*/ 86392 w 381000"/>
                <a:gd name="connsiteY2404" fmla="*/ 147733 h 800100"/>
                <a:gd name="connsiteX2405" fmla="*/ 86296 w 381000"/>
                <a:gd name="connsiteY2405" fmla="*/ 146590 h 800100"/>
                <a:gd name="connsiteX2406" fmla="*/ 86487 w 381000"/>
                <a:gd name="connsiteY2406" fmla="*/ 145733 h 800100"/>
                <a:gd name="connsiteX2407" fmla="*/ 86963 w 381000"/>
                <a:gd name="connsiteY2407" fmla="*/ 144589 h 800100"/>
                <a:gd name="connsiteX2408" fmla="*/ 87535 w 381000"/>
                <a:gd name="connsiteY2408" fmla="*/ 143542 h 800100"/>
                <a:gd name="connsiteX2409" fmla="*/ 88011 w 381000"/>
                <a:gd name="connsiteY2409" fmla="*/ 142875 h 800100"/>
                <a:gd name="connsiteX2410" fmla="*/ 88582 w 381000"/>
                <a:gd name="connsiteY2410" fmla="*/ 142684 h 800100"/>
                <a:gd name="connsiteX2411" fmla="*/ 89630 w 381000"/>
                <a:gd name="connsiteY2411" fmla="*/ 142875 h 800100"/>
                <a:gd name="connsiteX2412" fmla="*/ 90202 w 381000"/>
                <a:gd name="connsiteY2412" fmla="*/ 142875 h 800100"/>
                <a:gd name="connsiteX2413" fmla="*/ 90678 w 381000"/>
                <a:gd name="connsiteY2413" fmla="*/ 142589 h 800100"/>
                <a:gd name="connsiteX2414" fmla="*/ 91440 w 381000"/>
                <a:gd name="connsiteY2414" fmla="*/ 141922 h 800100"/>
                <a:gd name="connsiteX2415" fmla="*/ 91821 w 381000"/>
                <a:gd name="connsiteY2415" fmla="*/ 141637 h 800100"/>
                <a:gd name="connsiteX2416" fmla="*/ 95726 w 381000"/>
                <a:gd name="connsiteY2416" fmla="*/ 140399 h 800100"/>
                <a:gd name="connsiteX2417" fmla="*/ 96774 w 381000"/>
                <a:gd name="connsiteY2417" fmla="*/ 139922 h 800100"/>
                <a:gd name="connsiteX2418" fmla="*/ 97346 w 381000"/>
                <a:gd name="connsiteY2418" fmla="*/ 139827 h 800100"/>
                <a:gd name="connsiteX2419" fmla="*/ 97917 w 381000"/>
                <a:gd name="connsiteY2419" fmla="*/ 139827 h 800100"/>
                <a:gd name="connsiteX2420" fmla="*/ 99822 w 381000"/>
                <a:gd name="connsiteY2420" fmla="*/ 139541 h 800100"/>
                <a:gd name="connsiteX2421" fmla="*/ 102203 w 381000"/>
                <a:gd name="connsiteY2421" fmla="*/ 136684 h 800100"/>
                <a:gd name="connsiteX2422" fmla="*/ 104108 w 381000"/>
                <a:gd name="connsiteY2422" fmla="*/ 136588 h 800100"/>
                <a:gd name="connsiteX2423" fmla="*/ 104489 w 381000"/>
                <a:gd name="connsiteY2423" fmla="*/ 136779 h 800100"/>
                <a:gd name="connsiteX2424" fmla="*/ 105251 w 381000"/>
                <a:gd name="connsiteY2424" fmla="*/ 137350 h 800100"/>
                <a:gd name="connsiteX2425" fmla="*/ 105728 w 381000"/>
                <a:gd name="connsiteY2425" fmla="*/ 137541 h 800100"/>
                <a:gd name="connsiteX2426" fmla="*/ 106204 w 381000"/>
                <a:gd name="connsiteY2426" fmla="*/ 137636 h 800100"/>
                <a:gd name="connsiteX2427" fmla="*/ 107442 w 381000"/>
                <a:gd name="connsiteY2427" fmla="*/ 137636 h 800100"/>
                <a:gd name="connsiteX2428" fmla="*/ 108013 w 381000"/>
                <a:gd name="connsiteY2428" fmla="*/ 137732 h 800100"/>
                <a:gd name="connsiteX2429" fmla="*/ 109538 w 381000"/>
                <a:gd name="connsiteY2429" fmla="*/ 138303 h 800100"/>
                <a:gd name="connsiteX2430" fmla="*/ 109919 w 381000"/>
                <a:gd name="connsiteY2430" fmla="*/ 138589 h 800100"/>
                <a:gd name="connsiteX2431" fmla="*/ 110204 w 381000"/>
                <a:gd name="connsiteY2431" fmla="*/ 139065 h 800100"/>
                <a:gd name="connsiteX2432" fmla="*/ 110776 w 381000"/>
                <a:gd name="connsiteY2432" fmla="*/ 140208 h 800100"/>
                <a:gd name="connsiteX2433" fmla="*/ 110966 w 381000"/>
                <a:gd name="connsiteY2433" fmla="*/ 140494 h 800100"/>
                <a:gd name="connsiteX2434" fmla="*/ 111347 w 381000"/>
                <a:gd name="connsiteY2434" fmla="*/ 140494 h 800100"/>
                <a:gd name="connsiteX2435" fmla="*/ 112490 w 381000"/>
                <a:gd name="connsiteY2435" fmla="*/ 140113 h 800100"/>
                <a:gd name="connsiteX2436" fmla="*/ 112966 w 381000"/>
                <a:gd name="connsiteY2436" fmla="*/ 140113 h 800100"/>
                <a:gd name="connsiteX2437" fmla="*/ 113443 w 381000"/>
                <a:gd name="connsiteY2437" fmla="*/ 140303 h 800100"/>
                <a:gd name="connsiteX2438" fmla="*/ 113919 w 381000"/>
                <a:gd name="connsiteY2438" fmla="*/ 140589 h 800100"/>
                <a:gd name="connsiteX2439" fmla="*/ 114395 w 381000"/>
                <a:gd name="connsiteY2439" fmla="*/ 140875 h 800100"/>
                <a:gd name="connsiteX2440" fmla="*/ 114776 w 381000"/>
                <a:gd name="connsiteY2440" fmla="*/ 141161 h 800100"/>
                <a:gd name="connsiteX2441" fmla="*/ 115443 w 381000"/>
                <a:gd name="connsiteY2441" fmla="*/ 142018 h 800100"/>
                <a:gd name="connsiteX2442" fmla="*/ 116300 w 381000"/>
                <a:gd name="connsiteY2442" fmla="*/ 143732 h 800100"/>
                <a:gd name="connsiteX2443" fmla="*/ 116967 w 381000"/>
                <a:gd name="connsiteY2443" fmla="*/ 144589 h 800100"/>
                <a:gd name="connsiteX2444" fmla="*/ 117443 w 381000"/>
                <a:gd name="connsiteY2444" fmla="*/ 144875 h 800100"/>
                <a:gd name="connsiteX2445" fmla="*/ 118300 w 381000"/>
                <a:gd name="connsiteY2445" fmla="*/ 145161 h 800100"/>
                <a:gd name="connsiteX2446" fmla="*/ 118681 w 381000"/>
                <a:gd name="connsiteY2446" fmla="*/ 145447 h 800100"/>
                <a:gd name="connsiteX2447" fmla="*/ 118967 w 381000"/>
                <a:gd name="connsiteY2447" fmla="*/ 145828 h 800100"/>
                <a:gd name="connsiteX2448" fmla="*/ 119444 w 381000"/>
                <a:gd name="connsiteY2448" fmla="*/ 146780 h 800100"/>
                <a:gd name="connsiteX2449" fmla="*/ 119824 w 381000"/>
                <a:gd name="connsiteY2449" fmla="*/ 147161 h 800100"/>
                <a:gd name="connsiteX2450" fmla="*/ 120872 w 381000"/>
                <a:gd name="connsiteY2450" fmla="*/ 147447 h 800100"/>
                <a:gd name="connsiteX2451" fmla="*/ 122111 w 381000"/>
                <a:gd name="connsiteY2451" fmla="*/ 147447 h 800100"/>
                <a:gd name="connsiteX2452" fmla="*/ 123158 w 381000"/>
                <a:gd name="connsiteY2452" fmla="*/ 147542 h 800100"/>
                <a:gd name="connsiteX2453" fmla="*/ 123825 w 381000"/>
                <a:gd name="connsiteY2453" fmla="*/ 148304 h 800100"/>
                <a:gd name="connsiteX2454" fmla="*/ 124301 w 381000"/>
                <a:gd name="connsiteY2454" fmla="*/ 150019 h 800100"/>
                <a:gd name="connsiteX2455" fmla="*/ 125158 w 381000"/>
                <a:gd name="connsiteY2455" fmla="*/ 150876 h 800100"/>
                <a:gd name="connsiteX2456" fmla="*/ 127921 w 381000"/>
                <a:gd name="connsiteY2456" fmla="*/ 152209 h 800100"/>
                <a:gd name="connsiteX2457" fmla="*/ 130873 w 381000"/>
                <a:gd name="connsiteY2457" fmla="*/ 153257 h 800100"/>
                <a:gd name="connsiteX2458" fmla="*/ 131636 w 381000"/>
                <a:gd name="connsiteY2458" fmla="*/ 154019 h 800100"/>
                <a:gd name="connsiteX2459" fmla="*/ 131540 w 381000"/>
                <a:gd name="connsiteY2459" fmla="*/ 154210 h 800100"/>
                <a:gd name="connsiteX2460" fmla="*/ 131159 w 381000"/>
                <a:gd name="connsiteY2460" fmla="*/ 155543 h 800100"/>
                <a:gd name="connsiteX2461" fmla="*/ 127730 w 381000"/>
                <a:gd name="connsiteY2461" fmla="*/ 160211 h 800100"/>
                <a:gd name="connsiteX2462" fmla="*/ 126587 w 381000"/>
                <a:gd name="connsiteY2462" fmla="*/ 161163 h 800100"/>
                <a:gd name="connsiteX2463" fmla="*/ 125254 w 381000"/>
                <a:gd name="connsiteY2463" fmla="*/ 161544 h 800100"/>
                <a:gd name="connsiteX2464" fmla="*/ 123825 w 381000"/>
                <a:gd name="connsiteY2464" fmla="*/ 161258 h 800100"/>
                <a:gd name="connsiteX2465" fmla="*/ 122491 w 381000"/>
                <a:gd name="connsiteY2465" fmla="*/ 160211 h 800100"/>
                <a:gd name="connsiteX2466" fmla="*/ 121348 w 381000"/>
                <a:gd name="connsiteY2466" fmla="*/ 162401 h 800100"/>
                <a:gd name="connsiteX2467" fmla="*/ 121348 w 381000"/>
                <a:gd name="connsiteY2467" fmla="*/ 162401 h 800100"/>
                <a:gd name="connsiteX2468" fmla="*/ 118300 w 381000"/>
                <a:gd name="connsiteY2468" fmla="*/ 164497 h 800100"/>
                <a:gd name="connsiteX2469" fmla="*/ 117920 w 381000"/>
                <a:gd name="connsiteY2469" fmla="*/ 165545 h 800100"/>
                <a:gd name="connsiteX2470" fmla="*/ 119634 w 381000"/>
                <a:gd name="connsiteY2470" fmla="*/ 166592 h 800100"/>
                <a:gd name="connsiteX2471" fmla="*/ 121825 w 381000"/>
                <a:gd name="connsiteY2471" fmla="*/ 167164 h 800100"/>
                <a:gd name="connsiteX2472" fmla="*/ 129349 w 381000"/>
                <a:gd name="connsiteY2472" fmla="*/ 166973 h 800100"/>
                <a:gd name="connsiteX2473" fmla="*/ 130112 w 381000"/>
                <a:gd name="connsiteY2473" fmla="*/ 167354 h 800100"/>
                <a:gd name="connsiteX2474" fmla="*/ 131350 w 381000"/>
                <a:gd name="connsiteY2474" fmla="*/ 169069 h 800100"/>
                <a:gd name="connsiteX2475" fmla="*/ 132207 w 381000"/>
                <a:gd name="connsiteY2475" fmla="*/ 169640 h 800100"/>
                <a:gd name="connsiteX2476" fmla="*/ 134207 w 381000"/>
                <a:gd name="connsiteY2476" fmla="*/ 170402 h 800100"/>
                <a:gd name="connsiteX2477" fmla="*/ 134969 w 381000"/>
                <a:gd name="connsiteY2477" fmla="*/ 170974 h 800100"/>
                <a:gd name="connsiteX2478" fmla="*/ 135160 w 381000"/>
                <a:gd name="connsiteY2478" fmla="*/ 171450 h 800100"/>
                <a:gd name="connsiteX2479" fmla="*/ 135350 w 381000"/>
                <a:gd name="connsiteY2479" fmla="*/ 172117 h 800100"/>
                <a:gd name="connsiteX2480" fmla="*/ 135446 w 381000"/>
                <a:gd name="connsiteY2480" fmla="*/ 172784 h 800100"/>
                <a:gd name="connsiteX2481" fmla="*/ 135446 w 381000"/>
                <a:gd name="connsiteY2481" fmla="*/ 173260 h 800100"/>
                <a:gd name="connsiteX2482" fmla="*/ 135064 w 381000"/>
                <a:gd name="connsiteY2482" fmla="*/ 174022 h 800100"/>
                <a:gd name="connsiteX2483" fmla="*/ 134683 w 381000"/>
                <a:gd name="connsiteY2483" fmla="*/ 174117 h 800100"/>
                <a:gd name="connsiteX2484" fmla="*/ 134303 w 381000"/>
                <a:gd name="connsiteY2484" fmla="*/ 174117 h 800100"/>
                <a:gd name="connsiteX2485" fmla="*/ 133826 w 381000"/>
                <a:gd name="connsiteY2485" fmla="*/ 174498 h 800100"/>
                <a:gd name="connsiteX2486" fmla="*/ 133636 w 381000"/>
                <a:gd name="connsiteY2486" fmla="*/ 175260 h 800100"/>
                <a:gd name="connsiteX2487" fmla="*/ 133540 w 381000"/>
                <a:gd name="connsiteY2487" fmla="*/ 176403 h 800100"/>
                <a:gd name="connsiteX2488" fmla="*/ 133636 w 381000"/>
                <a:gd name="connsiteY2488" fmla="*/ 177546 h 800100"/>
                <a:gd name="connsiteX2489" fmla="*/ 133826 w 381000"/>
                <a:gd name="connsiteY2489" fmla="*/ 178308 h 800100"/>
                <a:gd name="connsiteX2490" fmla="*/ 135636 w 381000"/>
                <a:gd name="connsiteY2490" fmla="*/ 179165 h 800100"/>
                <a:gd name="connsiteX2491" fmla="*/ 137922 w 381000"/>
                <a:gd name="connsiteY2491" fmla="*/ 178689 h 800100"/>
                <a:gd name="connsiteX2492" fmla="*/ 140303 w 381000"/>
                <a:gd name="connsiteY2492" fmla="*/ 177927 h 800100"/>
                <a:gd name="connsiteX2493" fmla="*/ 142399 w 381000"/>
                <a:gd name="connsiteY2493" fmla="*/ 177832 h 800100"/>
                <a:gd name="connsiteX2494" fmla="*/ 147066 w 381000"/>
                <a:gd name="connsiteY2494" fmla="*/ 180404 h 800100"/>
                <a:gd name="connsiteX2495" fmla="*/ 147161 w 381000"/>
                <a:gd name="connsiteY2495" fmla="*/ 180784 h 800100"/>
                <a:gd name="connsiteX2496" fmla="*/ 146875 w 381000"/>
                <a:gd name="connsiteY2496" fmla="*/ 181356 h 800100"/>
                <a:gd name="connsiteX2497" fmla="*/ 146971 w 381000"/>
                <a:gd name="connsiteY2497" fmla="*/ 182594 h 800100"/>
                <a:gd name="connsiteX2498" fmla="*/ 147638 w 381000"/>
                <a:gd name="connsiteY2498" fmla="*/ 183642 h 800100"/>
                <a:gd name="connsiteX2499" fmla="*/ 149638 w 381000"/>
                <a:gd name="connsiteY2499" fmla="*/ 184975 h 800100"/>
                <a:gd name="connsiteX2500" fmla="*/ 150019 w 381000"/>
                <a:gd name="connsiteY2500" fmla="*/ 185833 h 800100"/>
                <a:gd name="connsiteX2501" fmla="*/ 149828 w 381000"/>
                <a:gd name="connsiteY2501" fmla="*/ 186023 h 800100"/>
                <a:gd name="connsiteX2502" fmla="*/ 149066 w 381000"/>
                <a:gd name="connsiteY2502" fmla="*/ 186214 h 800100"/>
                <a:gd name="connsiteX2503" fmla="*/ 148876 w 381000"/>
                <a:gd name="connsiteY2503" fmla="*/ 186309 h 800100"/>
                <a:gd name="connsiteX2504" fmla="*/ 148876 w 381000"/>
                <a:gd name="connsiteY2504" fmla="*/ 186690 h 800100"/>
                <a:gd name="connsiteX2505" fmla="*/ 149066 w 381000"/>
                <a:gd name="connsiteY2505" fmla="*/ 187166 h 800100"/>
                <a:gd name="connsiteX2506" fmla="*/ 149162 w 381000"/>
                <a:gd name="connsiteY2506" fmla="*/ 188214 h 800100"/>
                <a:gd name="connsiteX2507" fmla="*/ 149352 w 381000"/>
                <a:gd name="connsiteY2507" fmla="*/ 188881 h 800100"/>
                <a:gd name="connsiteX2508" fmla="*/ 149447 w 381000"/>
                <a:gd name="connsiteY2508" fmla="*/ 189547 h 800100"/>
                <a:gd name="connsiteX2509" fmla="*/ 149257 w 381000"/>
                <a:gd name="connsiteY2509" fmla="*/ 190310 h 800100"/>
                <a:gd name="connsiteX2510" fmla="*/ 149066 w 381000"/>
                <a:gd name="connsiteY2510" fmla="*/ 190500 h 800100"/>
                <a:gd name="connsiteX2511" fmla="*/ 148495 w 381000"/>
                <a:gd name="connsiteY2511" fmla="*/ 190976 h 800100"/>
                <a:gd name="connsiteX2512" fmla="*/ 147828 w 381000"/>
                <a:gd name="connsiteY2512" fmla="*/ 191071 h 800100"/>
                <a:gd name="connsiteX2513" fmla="*/ 146304 w 381000"/>
                <a:gd name="connsiteY2513" fmla="*/ 190881 h 800100"/>
                <a:gd name="connsiteX2514" fmla="*/ 145256 w 381000"/>
                <a:gd name="connsiteY2514" fmla="*/ 191071 h 800100"/>
                <a:gd name="connsiteX2515" fmla="*/ 144971 w 381000"/>
                <a:gd name="connsiteY2515" fmla="*/ 191357 h 800100"/>
                <a:gd name="connsiteX2516" fmla="*/ 144875 w 381000"/>
                <a:gd name="connsiteY2516" fmla="*/ 191834 h 800100"/>
                <a:gd name="connsiteX2517" fmla="*/ 144399 w 381000"/>
                <a:gd name="connsiteY2517" fmla="*/ 192596 h 800100"/>
                <a:gd name="connsiteX2518" fmla="*/ 143256 w 381000"/>
                <a:gd name="connsiteY2518" fmla="*/ 193453 h 800100"/>
                <a:gd name="connsiteX2519" fmla="*/ 140398 w 381000"/>
                <a:gd name="connsiteY2519" fmla="*/ 195167 h 800100"/>
                <a:gd name="connsiteX2520" fmla="*/ 139446 w 381000"/>
                <a:gd name="connsiteY2520" fmla="*/ 196405 h 800100"/>
                <a:gd name="connsiteX2521" fmla="*/ 139160 w 381000"/>
                <a:gd name="connsiteY2521" fmla="*/ 197453 h 800100"/>
                <a:gd name="connsiteX2522" fmla="*/ 139446 w 381000"/>
                <a:gd name="connsiteY2522" fmla="*/ 197739 h 800100"/>
                <a:gd name="connsiteX2523" fmla="*/ 140970 w 381000"/>
                <a:gd name="connsiteY2523" fmla="*/ 197834 h 800100"/>
                <a:gd name="connsiteX2524" fmla="*/ 142018 w 381000"/>
                <a:gd name="connsiteY2524" fmla="*/ 198215 h 800100"/>
                <a:gd name="connsiteX2525" fmla="*/ 142399 w 381000"/>
                <a:gd name="connsiteY2525" fmla="*/ 198501 h 800100"/>
                <a:gd name="connsiteX2526" fmla="*/ 142399 w 381000"/>
                <a:gd name="connsiteY2526" fmla="*/ 198977 h 800100"/>
                <a:gd name="connsiteX2527" fmla="*/ 142304 w 381000"/>
                <a:gd name="connsiteY2527" fmla="*/ 199930 h 800100"/>
                <a:gd name="connsiteX2528" fmla="*/ 141732 w 381000"/>
                <a:gd name="connsiteY2528" fmla="*/ 201644 h 800100"/>
                <a:gd name="connsiteX2529" fmla="*/ 140684 w 381000"/>
                <a:gd name="connsiteY2529" fmla="*/ 202406 h 800100"/>
                <a:gd name="connsiteX2530" fmla="*/ 139351 w 381000"/>
                <a:gd name="connsiteY2530" fmla="*/ 202978 h 800100"/>
                <a:gd name="connsiteX2531" fmla="*/ 138113 w 381000"/>
                <a:gd name="connsiteY2531" fmla="*/ 204121 h 800100"/>
                <a:gd name="connsiteX2532" fmla="*/ 137160 w 381000"/>
                <a:gd name="connsiteY2532" fmla="*/ 204406 h 800100"/>
                <a:gd name="connsiteX2533" fmla="*/ 136398 w 381000"/>
                <a:gd name="connsiteY2533" fmla="*/ 204502 h 800100"/>
                <a:gd name="connsiteX2534" fmla="*/ 135731 w 381000"/>
                <a:gd name="connsiteY2534" fmla="*/ 204692 h 800100"/>
                <a:gd name="connsiteX2535" fmla="*/ 134874 w 381000"/>
                <a:gd name="connsiteY2535" fmla="*/ 205264 h 800100"/>
                <a:gd name="connsiteX2536" fmla="*/ 134207 w 381000"/>
                <a:gd name="connsiteY2536" fmla="*/ 206026 h 800100"/>
                <a:gd name="connsiteX2537" fmla="*/ 133731 w 381000"/>
                <a:gd name="connsiteY2537" fmla="*/ 206788 h 800100"/>
                <a:gd name="connsiteX2538" fmla="*/ 132016 w 381000"/>
                <a:gd name="connsiteY2538" fmla="*/ 211264 h 800100"/>
                <a:gd name="connsiteX2539" fmla="*/ 131540 w 381000"/>
                <a:gd name="connsiteY2539" fmla="*/ 211836 h 800100"/>
                <a:gd name="connsiteX2540" fmla="*/ 131064 w 381000"/>
                <a:gd name="connsiteY2540" fmla="*/ 211931 h 800100"/>
                <a:gd name="connsiteX2541" fmla="*/ 130207 w 381000"/>
                <a:gd name="connsiteY2541" fmla="*/ 211455 h 800100"/>
                <a:gd name="connsiteX2542" fmla="*/ 129730 w 381000"/>
                <a:gd name="connsiteY2542" fmla="*/ 211360 h 800100"/>
                <a:gd name="connsiteX2543" fmla="*/ 129254 w 381000"/>
                <a:gd name="connsiteY2543" fmla="*/ 211550 h 800100"/>
                <a:gd name="connsiteX2544" fmla="*/ 128492 w 381000"/>
                <a:gd name="connsiteY2544" fmla="*/ 212122 h 800100"/>
                <a:gd name="connsiteX2545" fmla="*/ 128016 w 381000"/>
                <a:gd name="connsiteY2545" fmla="*/ 212312 h 800100"/>
                <a:gd name="connsiteX2546" fmla="*/ 126778 w 381000"/>
                <a:gd name="connsiteY2546" fmla="*/ 212503 h 800100"/>
                <a:gd name="connsiteX2547" fmla="*/ 125921 w 381000"/>
                <a:gd name="connsiteY2547" fmla="*/ 212312 h 800100"/>
                <a:gd name="connsiteX2548" fmla="*/ 122968 w 381000"/>
                <a:gd name="connsiteY2548" fmla="*/ 210503 h 800100"/>
                <a:gd name="connsiteX2549" fmla="*/ 121634 w 381000"/>
                <a:gd name="connsiteY2549" fmla="*/ 209931 h 800100"/>
                <a:gd name="connsiteX2550" fmla="*/ 121158 w 381000"/>
                <a:gd name="connsiteY2550" fmla="*/ 209645 h 800100"/>
                <a:gd name="connsiteX2551" fmla="*/ 120396 w 381000"/>
                <a:gd name="connsiteY2551" fmla="*/ 208883 h 800100"/>
                <a:gd name="connsiteX2552" fmla="*/ 119920 w 381000"/>
                <a:gd name="connsiteY2552" fmla="*/ 208216 h 800100"/>
                <a:gd name="connsiteX2553" fmla="*/ 119348 w 381000"/>
                <a:gd name="connsiteY2553" fmla="*/ 207740 h 800100"/>
                <a:gd name="connsiteX2554" fmla="*/ 118300 w 381000"/>
                <a:gd name="connsiteY2554" fmla="*/ 207645 h 800100"/>
                <a:gd name="connsiteX2555" fmla="*/ 117348 w 381000"/>
                <a:gd name="connsiteY2555" fmla="*/ 207931 h 800100"/>
                <a:gd name="connsiteX2556" fmla="*/ 114871 w 381000"/>
                <a:gd name="connsiteY2556" fmla="*/ 209455 h 800100"/>
                <a:gd name="connsiteX2557" fmla="*/ 113919 w 381000"/>
                <a:gd name="connsiteY2557" fmla="*/ 207836 h 800100"/>
                <a:gd name="connsiteX2558" fmla="*/ 112109 w 381000"/>
                <a:gd name="connsiteY2558" fmla="*/ 207169 h 800100"/>
                <a:gd name="connsiteX2559" fmla="*/ 111442 w 381000"/>
                <a:gd name="connsiteY2559" fmla="*/ 206597 h 800100"/>
                <a:gd name="connsiteX2560" fmla="*/ 109919 w 381000"/>
                <a:gd name="connsiteY2560" fmla="*/ 206978 h 800100"/>
                <a:gd name="connsiteX2561" fmla="*/ 107728 w 381000"/>
                <a:gd name="connsiteY2561" fmla="*/ 207550 h 800100"/>
                <a:gd name="connsiteX2562" fmla="*/ 106585 w 381000"/>
                <a:gd name="connsiteY2562" fmla="*/ 207550 h 800100"/>
                <a:gd name="connsiteX2563" fmla="*/ 106299 w 381000"/>
                <a:gd name="connsiteY2563" fmla="*/ 207836 h 800100"/>
                <a:gd name="connsiteX2564" fmla="*/ 105918 w 381000"/>
                <a:gd name="connsiteY2564" fmla="*/ 208216 h 800100"/>
                <a:gd name="connsiteX2565" fmla="*/ 105537 w 381000"/>
                <a:gd name="connsiteY2565" fmla="*/ 209074 h 800100"/>
                <a:gd name="connsiteX2566" fmla="*/ 105156 w 381000"/>
                <a:gd name="connsiteY2566" fmla="*/ 209455 h 800100"/>
                <a:gd name="connsiteX2567" fmla="*/ 104108 w 381000"/>
                <a:gd name="connsiteY2567" fmla="*/ 209645 h 800100"/>
                <a:gd name="connsiteX2568" fmla="*/ 103061 w 381000"/>
                <a:gd name="connsiteY2568" fmla="*/ 209264 h 800100"/>
                <a:gd name="connsiteX2569" fmla="*/ 100489 w 381000"/>
                <a:gd name="connsiteY2569" fmla="*/ 207931 h 800100"/>
                <a:gd name="connsiteX2570" fmla="*/ 99917 w 381000"/>
                <a:gd name="connsiteY2570" fmla="*/ 207740 h 800100"/>
                <a:gd name="connsiteX2571" fmla="*/ 99441 w 381000"/>
                <a:gd name="connsiteY2571" fmla="*/ 207931 h 800100"/>
                <a:gd name="connsiteX2572" fmla="*/ 99155 w 381000"/>
                <a:gd name="connsiteY2572" fmla="*/ 208788 h 800100"/>
                <a:gd name="connsiteX2573" fmla="*/ 99250 w 381000"/>
                <a:gd name="connsiteY2573" fmla="*/ 209455 h 800100"/>
                <a:gd name="connsiteX2574" fmla="*/ 100298 w 381000"/>
                <a:gd name="connsiteY2574" fmla="*/ 212312 h 800100"/>
                <a:gd name="connsiteX2575" fmla="*/ 100870 w 381000"/>
                <a:gd name="connsiteY2575" fmla="*/ 213074 h 800100"/>
                <a:gd name="connsiteX2576" fmla="*/ 102489 w 381000"/>
                <a:gd name="connsiteY2576" fmla="*/ 214027 h 800100"/>
                <a:gd name="connsiteX2577" fmla="*/ 103061 w 381000"/>
                <a:gd name="connsiteY2577" fmla="*/ 214503 h 800100"/>
                <a:gd name="connsiteX2578" fmla="*/ 103441 w 381000"/>
                <a:gd name="connsiteY2578" fmla="*/ 215360 h 800100"/>
                <a:gd name="connsiteX2579" fmla="*/ 103537 w 381000"/>
                <a:gd name="connsiteY2579" fmla="*/ 216313 h 800100"/>
                <a:gd name="connsiteX2580" fmla="*/ 103727 w 381000"/>
                <a:gd name="connsiteY2580" fmla="*/ 217265 h 800100"/>
                <a:gd name="connsiteX2581" fmla="*/ 104299 w 381000"/>
                <a:gd name="connsiteY2581" fmla="*/ 218027 h 800100"/>
                <a:gd name="connsiteX2582" fmla="*/ 104299 w 381000"/>
                <a:gd name="connsiteY2582" fmla="*/ 218027 h 800100"/>
                <a:gd name="connsiteX2583" fmla="*/ 104299 w 381000"/>
                <a:gd name="connsiteY2583" fmla="*/ 218027 h 800100"/>
                <a:gd name="connsiteX2584" fmla="*/ 104299 w 381000"/>
                <a:gd name="connsiteY2584" fmla="*/ 218027 h 800100"/>
                <a:gd name="connsiteX2585" fmla="*/ 104108 w 381000"/>
                <a:gd name="connsiteY2585" fmla="*/ 218694 h 800100"/>
                <a:gd name="connsiteX2586" fmla="*/ 103632 w 381000"/>
                <a:gd name="connsiteY2586" fmla="*/ 218980 h 800100"/>
                <a:gd name="connsiteX2587" fmla="*/ 103061 w 381000"/>
                <a:gd name="connsiteY2587" fmla="*/ 219075 h 800100"/>
                <a:gd name="connsiteX2588" fmla="*/ 102489 w 381000"/>
                <a:gd name="connsiteY2588" fmla="*/ 219361 h 800100"/>
                <a:gd name="connsiteX2589" fmla="*/ 102108 w 381000"/>
                <a:gd name="connsiteY2589" fmla="*/ 219932 h 800100"/>
                <a:gd name="connsiteX2590" fmla="*/ 101917 w 381000"/>
                <a:gd name="connsiteY2590" fmla="*/ 221171 h 800100"/>
                <a:gd name="connsiteX2591" fmla="*/ 101727 w 381000"/>
                <a:gd name="connsiteY2591" fmla="*/ 221742 h 800100"/>
                <a:gd name="connsiteX2592" fmla="*/ 101346 w 381000"/>
                <a:gd name="connsiteY2592" fmla="*/ 222504 h 800100"/>
                <a:gd name="connsiteX2593" fmla="*/ 101346 w 381000"/>
                <a:gd name="connsiteY2593" fmla="*/ 222504 h 800100"/>
                <a:gd name="connsiteX2594" fmla="*/ 101155 w 381000"/>
                <a:gd name="connsiteY2594" fmla="*/ 222313 h 800100"/>
                <a:gd name="connsiteX2595" fmla="*/ 100394 w 381000"/>
                <a:gd name="connsiteY2595" fmla="*/ 222409 h 800100"/>
                <a:gd name="connsiteX2596" fmla="*/ 99155 w 381000"/>
                <a:gd name="connsiteY2596" fmla="*/ 222885 h 800100"/>
                <a:gd name="connsiteX2597" fmla="*/ 97917 w 381000"/>
                <a:gd name="connsiteY2597" fmla="*/ 223552 h 800100"/>
                <a:gd name="connsiteX2598" fmla="*/ 96774 w 381000"/>
                <a:gd name="connsiteY2598" fmla="*/ 223838 h 800100"/>
                <a:gd name="connsiteX2599" fmla="*/ 96107 w 381000"/>
                <a:gd name="connsiteY2599" fmla="*/ 224409 h 800100"/>
                <a:gd name="connsiteX2600" fmla="*/ 95060 w 381000"/>
                <a:gd name="connsiteY2600" fmla="*/ 226028 h 800100"/>
                <a:gd name="connsiteX2601" fmla="*/ 94297 w 381000"/>
                <a:gd name="connsiteY2601" fmla="*/ 226600 h 800100"/>
                <a:gd name="connsiteX2602" fmla="*/ 92392 w 381000"/>
                <a:gd name="connsiteY2602" fmla="*/ 227457 h 800100"/>
                <a:gd name="connsiteX2603" fmla="*/ 91726 w 381000"/>
                <a:gd name="connsiteY2603" fmla="*/ 228029 h 800100"/>
                <a:gd name="connsiteX2604" fmla="*/ 91249 w 381000"/>
                <a:gd name="connsiteY2604" fmla="*/ 228981 h 800100"/>
                <a:gd name="connsiteX2605" fmla="*/ 91821 w 381000"/>
                <a:gd name="connsiteY2605" fmla="*/ 229267 h 800100"/>
                <a:gd name="connsiteX2606" fmla="*/ 92773 w 381000"/>
                <a:gd name="connsiteY2606" fmla="*/ 229267 h 800100"/>
                <a:gd name="connsiteX2607" fmla="*/ 93631 w 381000"/>
                <a:gd name="connsiteY2607" fmla="*/ 229362 h 800100"/>
                <a:gd name="connsiteX2608" fmla="*/ 94297 w 381000"/>
                <a:gd name="connsiteY2608" fmla="*/ 230696 h 800100"/>
                <a:gd name="connsiteX2609" fmla="*/ 94583 w 381000"/>
                <a:gd name="connsiteY2609" fmla="*/ 231077 h 800100"/>
                <a:gd name="connsiteX2610" fmla="*/ 94964 w 381000"/>
                <a:gd name="connsiteY2610" fmla="*/ 231362 h 800100"/>
                <a:gd name="connsiteX2611" fmla="*/ 96298 w 381000"/>
                <a:gd name="connsiteY2611" fmla="*/ 232029 h 800100"/>
                <a:gd name="connsiteX2612" fmla="*/ 97822 w 381000"/>
                <a:gd name="connsiteY2612" fmla="*/ 233172 h 800100"/>
                <a:gd name="connsiteX2613" fmla="*/ 97917 w 381000"/>
                <a:gd name="connsiteY2613" fmla="*/ 233172 h 800100"/>
                <a:gd name="connsiteX2614" fmla="*/ 99060 w 381000"/>
                <a:gd name="connsiteY2614" fmla="*/ 232696 h 800100"/>
                <a:gd name="connsiteX2615" fmla="*/ 100203 w 381000"/>
                <a:gd name="connsiteY2615" fmla="*/ 232601 h 800100"/>
                <a:gd name="connsiteX2616" fmla="*/ 101251 w 381000"/>
                <a:gd name="connsiteY2616" fmla="*/ 232886 h 800100"/>
                <a:gd name="connsiteX2617" fmla="*/ 107061 w 381000"/>
                <a:gd name="connsiteY2617" fmla="*/ 235553 h 800100"/>
                <a:gd name="connsiteX2618" fmla="*/ 109156 w 381000"/>
                <a:gd name="connsiteY2618" fmla="*/ 236982 h 800100"/>
                <a:gd name="connsiteX2619" fmla="*/ 109728 w 381000"/>
                <a:gd name="connsiteY2619" fmla="*/ 237554 h 800100"/>
                <a:gd name="connsiteX2620" fmla="*/ 109919 w 381000"/>
                <a:gd name="connsiteY2620" fmla="*/ 238696 h 800100"/>
                <a:gd name="connsiteX2621" fmla="*/ 109919 w 381000"/>
                <a:gd name="connsiteY2621" fmla="*/ 239649 h 800100"/>
                <a:gd name="connsiteX2622" fmla="*/ 110395 w 381000"/>
                <a:gd name="connsiteY2622" fmla="*/ 240125 h 800100"/>
                <a:gd name="connsiteX2623" fmla="*/ 111919 w 381000"/>
                <a:gd name="connsiteY2623" fmla="*/ 239649 h 800100"/>
                <a:gd name="connsiteX2624" fmla="*/ 112966 w 381000"/>
                <a:gd name="connsiteY2624" fmla="*/ 239935 h 800100"/>
                <a:gd name="connsiteX2625" fmla="*/ 112966 w 381000"/>
                <a:gd name="connsiteY2625" fmla="*/ 239935 h 800100"/>
                <a:gd name="connsiteX2626" fmla="*/ 113729 w 381000"/>
                <a:gd name="connsiteY2626" fmla="*/ 240506 h 800100"/>
                <a:gd name="connsiteX2627" fmla="*/ 114395 w 381000"/>
                <a:gd name="connsiteY2627" fmla="*/ 241268 h 800100"/>
                <a:gd name="connsiteX2628" fmla="*/ 115253 w 381000"/>
                <a:gd name="connsiteY2628" fmla="*/ 241935 h 800100"/>
                <a:gd name="connsiteX2629" fmla="*/ 116300 w 381000"/>
                <a:gd name="connsiteY2629" fmla="*/ 242411 h 800100"/>
                <a:gd name="connsiteX2630" fmla="*/ 117157 w 381000"/>
                <a:gd name="connsiteY2630" fmla="*/ 242697 h 800100"/>
                <a:gd name="connsiteX2631" fmla="*/ 118015 w 381000"/>
                <a:gd name="connsiteY2631" fmla="*/ 243078 h 800100"/>
                <a:gd name="connsiteX2632" fmla="*/ 118872 w 381000"/>
                <a:gd name="connsiteY2632" fmla="*/ 243840 h 800100"/>
                <a:gd name="connsiteX2633" fmla="*/ 120396 w 381000"/>
                <a:gd name="connsiteY2633" fmla="*/ 246126 h 800100"/>
                <a:gd name="connsiteX2634" fmla="*/ 121063 w 381000"/>
                <a:gd name="connsiteY2634" fmla="*/ 246602 h 800100"/>
                <a:gd name="connsiteX2635" fmla="*/ 122015 w 381000"/>
                <a:gd name="connsiteY2635" fmla="*/ 246793 h 800100"/>
                <a:gd name="connsiteX2636" fmla="*/ 123635 w 381000"/>
                <a:gd name="connsiteY2636" fmla="*/ 246602 h 800100"/>
                <a:gd name="connsiteX2637" fmla="*/ 124587 w 381000"/>
                <a:gd name="connsiteY2637" fmla="*/ 246888 h 800100"/>
                <a:gd name="connsiteX2638" fmla="*/ 125444 w 381000"/>
                <a:gd name="connsiteY2638" fmla="*/ 247460 h 800100"/>
                <a:gd name="connsiteX2639" fmla="*/ 126111 w 381000"/>
                <a:gd name="connsiteY2639" fmla="*/ 248126 h 800100"/>
                <a:gd name="connsiteX2640" fmla="*/ 127921 w 381000"/>
                <a:gd name="connsiteY2640" fmla="*/ 250888 h 800100"/>
                <a:gd name="connsiteX2641" fmla="*/ 128588 w 381000"/>
                <a:gd name="connsiteY2641" fmla="*/ 251460 h 800100"/>
                <a:gd name="connsiteX2642" fmla="*/ 130397 w 381000"/>
                <a:gd name="connsiteY2642" fmla="*/ 252413 h 800100"/>
                <a:gd name="connsiteX2643" fmla="*/ 131159 w 381000"/>
                <a:gd name="connsiteY2643" fmla="*/ 252984 h 800100"/>
                <a:gd name="connsiteX2644" fmla="*/ 132588 w 381000"/>
                <a:gd name="connsiteY2644" fmla="*/ 254413 h 800100"/>
                <a:gd name="connsiteX2645" fmla="*/ 133350 w 381000"/>
                <a:gd name="connsiteY2645" fmla="*/ 254984 h 800100"/>
                <a:gd name="connsiteX2646" fmla="*/ 133921 w 381000"/>
                <a:gd name="connsiteY2646" fmla="*/ 255175 h 800100"/>
                <a:gd name="connsiteX2647" fmla="*/ 134969 w 381000"/>
                <a:gd name="connsiteY2647" fmla="*/ 255270 h 800100"/>
                <a:gd name="connsiteX2648" fmla="*/ 135446 w 381000"/>
                <a:gd name="connsiteY2648" fmla="*/ 255461 h 800100"/>
                <a:gd name="connsiteX2649" fmla="*/ 135731 w 381000"/>
                <a:gd name="connsiteY2649" fmla="*/ 255746 h 800100"/>
                <a:gd name="connsiteX2650" fmla="*/ 136303 w 381000"/>
                <a:gd name="connsiteY2650" fmla="*/ 256699 h 800100"/>
                <a:gd name="connsiteX2651" fmla="*/ 136684 w 381000"/>
                <a:gd name="connsiteY2651" fmla="*/ 257080 h 800100"/>
                <a:gd name="connsiteX2652" fmla="*/ 137255 w 381000"/>
                <a:gd name="connsiteY2652" fmla="*/ 257270 h 800100"/>
                <a:gd name="connsiteX2653" fmla="*/ 139446 w 381000"/>
                <a:gd name="connsiteY2653" fmla="*/ 257556 h 800100"/>
                <a:gd name="connsiteX2654" fmla="*/ 141446 w 381000"/>
                <a:gd name="connsiteY2654" fmla="*/ 258223 h 800100"/>
                <a:gd name="connsiteX2655" fmla="*/ 142208 w 381000"/>
                <a:gd name="connsiteY2655" fmla="*/ 258318 h 800100"/>
                <a:gd name="connsiteX2656" fmla="*/ 145256 w 381000"/>
                <a:gd name="connsiteY2656" fmla="*/ 258032 h 800100"/>
                <a:gd name="connsiteX2657" fmla="*/ 146685 w 381000"/>
                <a:gd name="connsiteY2657" fmla="*/ 258413 h 800100"/>
                <a:gd name="connsiteX2658" fmla="*/ 147161 w 381000"/>
                <a:gd name="connsiteY2658" fmla="*/ 259747 h 800100"/>
                <a:gd name="connsiteX2659" fmla="*/ 147733 w 381000"/>
                <a:gd name="connsiteY2659" fmla="*/ 260318 h 800100"/>
                <a:gd name="connsiteX2660" fmla="*/ 148685 w 381000"/>
                <a:gd name="connsiteY2660" fmla="*/ 260604 h 800100"/>
                <a:gd name="connsiteX2661" fmla="*/ 149733 w 381000"/>
                <a:gd name="connsiteY2661" fmla="*/ 260604 h 800100"/>
                <a:gd name="connsiteX2662" fmla="*/ 150590 w 381000"/>
                <a:gd name="connsiteY2662" fmla="*/ 260318 h 800100"/>
                <a:gd name="connsiteX2663" fmla="*/ 151447 w 381000"/>
                <a:gd name="connsiteY2663" fmla="*/ 260509 h 800100"/>
                <a:gd name="connsiteX2664" fmla="*/ 154114 w 381000"/>
                <a:gd name="connsiteY2664" fmla="*/ 262033 h 800100"/>
                <a:gd name="connsiteX2665" fmla="*/ 155353 w 381000"/>
                <a:gd name="connsiteY2665" fmla="*/ 262509 h 800100"/>
                <a:gd name="connsiteX2666" fmla="*/ 156020 w 381000"/>
                <a:gd name="connsiteY2666" fmla="*/ 262509 h 800100"/>
                <a:gd name="connsiteX2667" fmla="*/ 156591 w 381000"/>
                <a:gd name="connsiteY2667" fmla="*/ 262319 h 800100"/>
                <a:gd name="connsiteX2668" fmla="*/ 157163 w 381000"/>
                <a:gd name="connsiteY2668" fmla="*/ 262223 h 800100"/>
                <a:gd name="connsiteX2669" fmla="*/ 157829 w 381000"/>
                <a:gd name="connsiteY2669" fmla="*/ 262414 h 800100"/>
                <a:gd name="connsiteX2670" fmla="*/ 159353 w 381000"/>
                <a:gd name="connsiteY2670" fmla="*/ 264890 h 800100"/>
                <a:gd name="connsiteX2671" fmla="*/ 160496 w 381000"/>
                <a:gd name="connsiteY2671" fmla="*/ 265652 h 800100"/>
                <a:gd name="connsiteX2672" fmla="*/ 160877 w 381000"/>
                <a:gd name="connsiteY2672" fmla="*/ 266129 h 800100"/>
                <a:gd name="connsiteX2673" fmla="*/ 160877 w 381000"/>
                <a:gd name="connsiteY2673" fmla="*/ 266986 h 800100"/>
                <a:gd name="connsiteX2674" fmla="*/ 160496 w 381000"/>
                <a:gd name="connsiteY2674" fmla="*/ 267938 h 800100"/>
                <a:gd name="connsiteX2675" fmla="*/ 159925 w 381000"/>
                <a:gd name="connsiteY2675" fmla="*/ 268034 h 800100"/>
                <a:gd name="connsiteX2676" fmla="*/ 159353 w 381000"/>
                <a:gd name="connsiteY2676" fmla="*/ 267843 h 800100"/>
                <a:gd name="connsiteX2677" fmla="*/ 158687 w 381000"/>
                <a:gd name="connsiteY2677" fmla="*/ 267938 h 800100"/>
                <a:gd name="connsiteX2678" fmla="*/ 157924 w 381000"/>
                <a:gd name="connsiteY2678" fmla="*/ 268891 h 800100"/>
                <a:gd name="connsiteX2679" fmla="*/ 157258 w 381000"/>
                <a:gd name="connsiteY2679" fmla="*/ 270510 h 800100"/>
                <a:gd name="connsiteX2680" fmla="*/ 156496 w 381000"/>
                <a:gd name="connsiteY2680" fmla="*/ 273558 h 800100"/>
                <a:gd name="connsiteX2681" fmla="*/ 156210 w 381000"/>
                <a:gd name="connsiteY2681" fmla="*/ 275844 h 800100"/>
                <a:gd name="connsiteX2682" fmla="*/ 156781 w 381000"/>
                <a:gd name="connsiteY2682" fmla="*/ 277368 h 800100"/>
                <a:gd name="connsiteX2683" fmla="*/ 158020 w 381000"/>
                <a:gd name="connsiteY2683" fmla="*/ 278511 h 800100"/>
                <a:gd name="connsiteX2684" fmla="*/ 159639 w 381000"/>
                <a:gd name="connsiteY2684" fmla="*/ 279749 h 800100"/>
                <a:gd name="connsiteX2685" fmla="*/ 160591 w 381000"/>
                <a:gd name="connsiteY2685" fmla="*/ 280702 h 800100"/>
                <a:gd name="connsiteX2686" fmla="*/ 160591 w 381000"/>
                <a:gd name="connsiteY2686" fmla="*/ 281369 h 800100"/>
                <a:gd name="connsiteX2687" fmla="*/ 160306 w 381000"/>
                <a:gd name="connsiteY2687" fmla="*/ 282130 h 800100"/>
                <a:gd name="connsiteX2688" fmla="*/ 160306 w 381000"/>
                <a:gd name="connsiteY2688" fmla="*/ 283273 h 800100"/>
                <a:gd name="connsiteX2689" fmla="*/ 160782 w 381000"/>
                <a:gd name="connsiteY2689" fmla="*/ 284036 h 800100"/>
                <a:gd name="connsiteX2690" fmla="*/ 163354 w 381000"/>
                <a:gd name="connsiteY2690" fmla="*/ 285655 h 800100"/>
                <a:gd name="connsiteX2691" fmla="*/ 163639 w 381000"/>
                <a:gd name="connsiteY2691" fmla="*/ 286036 h 800100"/>
                <a:gd name="connsiteX2692" fmla="*/ 164116 w 381000"/>
                <a:gd name="connsiteY2692" fmla="*/ 286893 h 800100"/>
                <a:gd name="connsiteX2693" fmla="*/ 164497 w 381000"/>
                <a:gd name="connsiteY2693" fmla="*/ 287179 h 800100"/>
                <a:gd name="connsiteX2694" fmla="*/ 165068 w 381000"/>
                <a:gd name="connsiteY2694" fmla="*/ 287369 h 800100"/>
                <a:gd name="connsiteX2695" fmla="*/ 165640 w 381000"/>
                <a:gd name="connsiteY2695" fmla="*/ 287274 h 800100"/>
                <a:gd name="connsiteX2696" fmla="*/ 167069 w 381000"/>
                <a:gd name="connsiteY2696" fmla="*/ 287084 h 800100"/>
                <a:gd name="connsiteX2697" fmla="*/ 167354 w 381000"/>
                <a:gd name="connsiteY2697" fmla="*/ 286893 h 800100"/>
                <a:gd name="connsiteX2698" fmla="*/ 167545 w 381000"/>
                <a:gd name="connsiteY2698" fmla="*/ 286893 h 800100"/>
                <a:gd name="connsiteX2699" fmla="*/ 167926 w 381000"/>
                <a:gd name="connsiteY2699" fmla="*/ 287464 h 800100"/>
                <a:gd name="connsiteX2700" fmla="*/ 168021 w 381000"/>
                <a:gd name="connsiteY2700" fmla="*/ 288036 h 800100"/>
                <a:gd name="connsiteX2701" fmla="*/ 167640 w 381000"/>
                <a:gd name="connsiteY2701" fmla="*/ 289370 h 800100"/>
                <a:gd name="connsiteX2702" fmla="*/ 167640 w 381000"/>
                <a:gd name="connsiteY2702" fmla="*/ 290036 h 800100"/>
                <a:gd name="connsiteX2703" fmla="*/ 168212 w 381000"/>
                <a:gd name="connsiteY2703" fmla="*/ 290798 h 800100"/>
                <a:gd name="connsiteX2704" fmla="*/ 169069 w 381000"/>
                <a:gd name="connsiteY2704" fmla="*/ 291370 h 800100"/>
                <a:gd name="connsiteX2705" fmla="*/ 170021 w 381000"/>
                <a:gd name="connsiteY2705" fmla="*/ 291751 h 800100"/>
                <a:gd name="connsiteX2706" fmla="*/ 170879 w 381000"/>
                <a:gd name="connsiteY2706" fmla="*/ 291941 h 800100"/>
                <a:gd name="connsiteX2707" fmla="*/ 171260 w 381000"/>
                <a:gd name="connsiteY2707" fmla="*/ 292132 h 800100"/>
                <a:gd name="connsiteX2708" fmla="*/ 171355 w 381000"/>
                <a:gd name="connsiteY2708" fmla="*/ 292322 h 800100"/>
                <a:gd name="connsiteX2709" fmla="*/ 171450 w 381000"/>
                <a:gd name="connsiteY2709" fmla="*/ 292418 h 800100"/>
                <a:gd name="connsiteX2710" fmla="*/ 171926 w 381000"/>
                <a:gd name="connsiteY2710" fmla="*/ 292132 h 800100"/>
                <a:gd name="connsiteX2711" fmla="*/ 172117 w 381000"/>
                <a:gd name="connsiteY2711" fmla="*/ 291751 h 800100"/>
                <a:gd name="connsiteX2712" fmla="*/ 172403 w 381000"/>
                <a:gd name="connsiteY2712" fmla="*/ 290513 h 800100"/>
                <a:gd name="connsiteX2713" fmla="*/ 172688 w 381000"/>
                <a:gd name="connsiteY2713" fmla="*/ 290036 h 800100"/>
                <a:gd name="connsiteX2714" fmla="*/ 173641 w 381000"/>
                <a:gd name="connsiteY2714" fmla="*/ 289655 h 800100"/>
                <a:gd name="connsiteX2715" fmla="*/ 174784 w 381000"/>
                <a:gd name="connsiteY2715" fmla="*/ 289751 h 800100"/>
                <a:gd name="connsiteX2716" fmla="*/ 175831 w 381000"/>
                <a:gd name="connsiteY2716" fmla="*/ 290227 h 800100"/>
                <a:gd name="connsiteX2717" fmla="*/ 176594 w 381000"/>
                <a:gd name="connsiteY2717" fmla="*/ 290894 h 800100"/>
                <a:gd name="connsiteX2718" fmla="*/ 176879 w 381000"/>
                <a:gd name="connsiteY2718" fmla="*/ 291370 h 800100"/>
                <a:gd name="connsiteX2719" fmla="*/ 177260 w 381000"/>
                <a:gd name="connsiteY2719" fmla="*/ 292894 h 800100"/>
                <a:gd name="connsiteX2720" fmla="*/ 177260 w 381000"/>
                <a:gd name="connsiteY2720" fmla="*/ 293275 h 800100"/>
                <a:gd name="connsiteX2721" fmla="*/ 177165 w 381000"/>
                <a:gd name="connsiteY2721" fmla="*/ 293561 h 800100"/>
                <a:gd name="connsiteX2722" fmla="*/ 177070 w 381000"/>
                <a:gd name="connsiteY2722" fmla="*/ 293751 h 800100"/>
                <a:gd name="connsiteX2723" fmla="*/ 177070 w 381000"/>
                <a:gd name="connsiteY2723" fmla="*/ 293846 h 800100"/>
                <a:gd name="connsiteX2724" fmla="*/ 177355 w 381000"/>
                <a:gd name="connsiteY2724" fmla="*/ 294037 h 800100"/>
                <a:gd name="connsiteX2725" fmla="*/ 177927 w 381000"/>
                <a:gd name="connsiteY2725" fmla="*/ 294132 h 800100"/>
                <a:gd name="connsiteX2726" fmla="*/ 178117 w 381000"/>
                <a:gd name="connsiteY2726" fmla="*/ 294322 h 800100"/>
                <a:gd name="connsiteX2727" fmla="*/ 178975 w 381000"/>
                <a:gd name="connsiteY2727" fmla="*/ 296323 h 800100"/>
                <a:gd name="connsiteX2728" fmla="*/ 179356 w 381000"/>
                <a:gd name="connsiteY2728" fmla="*/ 296704 h 800100"/>
                <a:gd name="connsiteX2729" fmla="*/ 180308 w 381000"/>
                <a:gd name="connsiteY2729" fmla="*/ 297180 h 800100"/>
                <a:gd name="connsiteX2730" fmla="*/ 180785 w 381000"/>
                <a:gd name="connsiteY2730" fmla="*/ 297561 h 800100"/>
                <a:gd name="connsiteX2731" fmla="*/ 181070 w 381000"/>
                <a:gd name="connsiteY2731" fmla="*/ 298132 h 800100"/>
                <a:gd name="connsiteX2732" fmla="*/ 181261 w 381000"/>
                <a:gd name="connsiteY2732" fmla="*/ 299371 h 800100"/>
                <a:gd name="connsiteX2733" fmla="*/ 181451 w 381000"/>
                <a:gd name="connsiteY2733" fmla="*/ 299942 h 800100"/>
                <a:gd name="connsiteX2734" fmla="*/ 181832 w 381000"/>
                <a:gd name="connsiteY2734" fmla="*/ 300323 h 800100"/>
                <a:gd name="connsiteX2735" fmla="*/ 183071 w 381000"/>
                <a:gd name="connsiteY2735" fmla="*/ 300990 h 800100"/>
                <a:gd name="connsiteX2736" fmla="*/ 183071 w 381000"/>
                <a:gd name="connsiteY2736" fmla="*/ 300990 h 800100"/>
                <a:gd name="connsiteX2737" fmla="*/ 183832 w 381000"/>
                <a:gd name="connsiteY2737" fmla="*/ 302419 h 800100"/>
                <a:gd name="connsiteX2738" fmla="*/ 183928 w 381000"/>
                <a:gd name="connsiteY2738" fmla="*/ 302705 h 800100"/>
                <a:gd name="connsiteX2739" fmla="*/ 183261 w 381000"/>
                <a:gd name="connsiteY2739" fmla="*/ 306896 h 800100"/>
                <a:gd name="connsiteX2740" fmla="*/ 183832 w 381000"/>
                <a:gd name="connsiteY2740" fmla="*/ 308801 h 800100"/>
                <a:gd name="connsiteX2741" fmla="*/ 185833 w 381000"/>
                <a:gd name="connsiteY2741" fmla="*/ 310705 h 800100"/>
                <a:gd name="connsiteX2742" fmla="*/ 187166 w 381000"/>
                <a:gd name="connsiteY2742" fmla="*/ 313277 h 800100"/>
                <a:gd name="connsiteX2743" fmla="*/ 188309 w 381000"/>
                <a:gd name="connsiteY2743" fmla="*/ 314896 h 800100"/>
                <a:gd name="connsiteX2744" fmla="*/ 188786 w 381000"/>
                <a:gd name="connsiteY2744" fmla="*/ 315754 h 800100"/>
                <a:gd name="connsiteX2745" fmla="*/ 189452 w 381000"/>
                <a:gd name="connsiteY2745" fmla="*/ 317849 h 800100"/>
                <a:gd name="connsiteX2746" fmla="*/ 189929 w 381000"/>
                <a:gd name="connsiteY2746" fmla="*/ 318706 h 800100"/>
                <a:gd name="connsiteX2747" fmla="*/ 190595 w 381000"/>
                <a:gd name="connsiteY2747" fmla="*/ 319183 h 800100"/>
                <a:gd name="connsiteX2748" fmla="*/ 193357 w 381000"/>
                <a:gd name="connsiteY2748" fmla="*/ 320421 h 800100"/>
                <a:gd name="connsiteX2749" fmla="*/ 195072 w 381000"/>
                <a:gd name="connsiteY2749" fmla="*/ 321564 h 800100"/>
                <a:gd name="connsiteX2750" fmla="*/ 196405 w 381000"/>
                <a:gd name="connsiteY2750" fmla="*/ 322897 h 800100"/>
                <a:gd name="connsiteX2751" fmla="*/ 199835 w 381000"/>
                <a:gd name="connsiteY2751" fmla="*/ 327374 h 800100"/>
                <a:gd name="connsiteX2752" fmla="*/ 200978 w 381000"/>
                <a:gd name="connsiteY2752" fmla="*/ 328517 h 800100"/>
                <a:gd name="connsiteX2753" fmla="*/ 200978 w 381000"/>
                <a:gd name="connsiteY2753" fmla="*/ 328517 h 800100"/>
                <a:gd name="connsiteX2754" fmla="*/ 205549 w 381000"/>
                <a:gd name="connsiteY2754" fmla="*/ 334042 h 800100"/>
                <a:gd name="connsiteX2755" fmla="*/ 214313 w 381000"/>
                <a:gd name="connsiteY2755" fmla="*/ 341566 h 800100"/>
                <a:gd name="connsiteX2756" fmla="*/ 215455 w 381000"/>
                <a:gd name="connsiteY2756" fmla="*/ 342138 h 800100"/>
                <a:gd name="connsiteX2757" fmla="*/ 216217 w 381000"/>
                <a:gd name="connsiteY2757" fmla="*/ 342233 h 800100"/>
                <a:gd name="connsiteX2758" fmla="*/ 216789 w 381000"/>
                <a:gd name="connsiteY2758" fmla="*/ 341852 h 800100"/>
                <a:gd name="connsiteX2759" fmla="*/ 217551 w 381000"/>
                <a:gd name="connsiteY2759" fmla="*/ 341090 h 800100"/>
                <a:gd name="connsiteX2760" fmla="*/ 217837 w 381000"/>
                <a:gd name="connsiteY2760" fmla="*/ 340614 h 800100"/>
                <a:gd name="connsiteX2761" fmla="*/ 217932 w 381000"/>
                <a:gd name="connsiteY2761" fmla="*/ 340138 h 800100"/>
                <a:gd name="connsiteX2762" fmla="*/ 218218 w 381000"/>
                <a:gd name="connsiteY2762" fmla="*/ 339757 h 800100"/>
                <a:gd name="connsiteX2763" fmla="*/ 218885 w 381000"/>
                <a:gd name="connsiteY2763" fmla="*/ 339757 h 800100"/>
                <a:gd name="connsiteX2764" fmla="*/ 219551 w 381000"/>
                <a:gd name="connsiteY2764" fmla="*/ 340043 h 800100"/>
                <a:gd name="connsiteX2765" fmla="*/ 219646 w 381000"/>
                <a:gd name="connsiteY2765" fmla="*/ 340519 h 800100"/>
                <a:gd name="connsiteX2766" fmla="*/ 219551 w 381000"/>
                <a:gd name="connsiteY2766" fmla="*/ 341090 h 800100"/>
                <a:gd name="connsiteX2767" fmla="*/ 219646 w 381000"/>
                <a:gd name="connsiteY2767" fmla="*/ 341757 h 800100"/>
                <a:gd name="connsiteX2768" fmla="*/ 219932 w 381000"/>
                <a:gd name="connsiteY2768" fmla="*/ 342138 h 800100"/>
                <a:gd name="connsiteX2769" fmla="*/ 220694 w 381000"/>
                <a:gd name="connsiteY2769" fmla="*/ 342900 h 800100"/>
                <a:gd name="connsiteX2770" fmla="*/ 220885 w 381000"/>
                <a:gd name="connsiteY2770" fmla="*/ 343186 h 800100"/>
                <a:gd name="connsiteX2771" fmla="*/ 220885 w 381000"/>
                <a:gd name="connsiteY2771" fmla="*/ 343662 h 800100"/>
                <a:gd name="connsiteX2772" fmla="*/ 220504 w 381000"/>
                <a:gd name="connsiteY2772" fmla="*/ 344519 h 800100"/>
                <a:gd name="connsiteX2773" fmla="*/ 220504 w 381000"/>
                <a:gd name="connsiteY2773" fmla="*/ 345091 h 800100"/>
                <a:gd name="connsiteX2774" fmla="*/ 220789 w 381000"/>
                <a:gd name="connsiteY2774" fmla="*/ 345948 h 800100"/>
                <a:gd name="connsiteX2775" fmla="*/ 222409 w 381000"/>
                <a:gd name="connsiteY2775" fmla="*/ 348615 h 800100"/>
                <a:gd name="connsiteX2776" fmla="*/ 224980 w 381000"/>
                <a:gd name="connsiteY2776" fmla="*/ 350996 h 800100"/>
                <a:gd name="connsiteX2777" fmla="*/ 225552 w 381000"/>
                <a:gd name="connsiteY2777" fmla="*/ 351949 h 800100"/>
                <a:gd name="connsiteX2778" fmla="*/ 225552 w 381000"/>
                <a:gd name="connsiteY2778" fmla="*/ 352235 h 800100"/>
                <a:gd name="connsiteX2779" fmla="*/ 225171 w 381000"/>
                <a:gd name="connsiteY2779" fmla="*/ 352806 h 800100"/>
                <a:gd name="connsiteX2780" fmla="*/ 225171 w 381000"/>
                <a:gd name="connsiteY2780" fmla="*/ 353092 h 800100"/>
                <a:gd name="connsiteX2781" fmla="*/ 226028 w 381000"/>
                <a:gd name="connsiteY2781" fmla="*/ 354902 h 800100"/>
                <a:gd name="connsiteX2782" fmla="*/ 226314 w 381000"/>
                <a:gd name="connsiteY2782" fmla="*/ 355378 h 800100"/>
                <a:gd name="connsiteX2783" fmla="*/ 226409 w 381000"/>
                <a:gd name="connsiteY2783" fmla="*/ 355854 h 800100"/>
                <a:gd name="connsiteX2784" fmla="*/ 226409 w 381000"/>
                <a:gd name="connsiteY2784" fmla="*/ 355854 h 800100"/>
                <a:gd name="connsiteX2785" fmla="*/ 226886 w 381000"/>
                <a:gd name="connsiteY2785" fmla="*/ 356235 h 800100"/>
                <a:gd name="connsiteX2786" fmla="*/ 227743 w 381000"/>
                <a:gd name="connsiteY2786" fmla="*/ 356711 h 800100"/>
                <a:gd name="connsiteX2787" fmla="*/ 228790 w 381000"/>
                <a:gd name="connsiteY2787" fmla="*/ 357092 h 800100"/>
                <a:gd name="connsiteX2788" fmla="*/ 229648 w 381000"/>
                <a:gd name="connsiteY2788" fmla="*/ 357283 h 800100"/>
                <a:gd name="connsiteX2789" fmla="*/ 230886 w 381000"/>
                <a:gd name="connsiteY2789" fmla="*/ 357664 h 800100"/>
                <a:gd name="connsiteX2790" fmla="*/ 232315 w 381000"/>
                <a:gd name="connsiteY2790" fmla="*/ 356235 h 800100"/>
                <a:gd name="connsiteX2791" fmla="*/ 232791 w 381000"/>
                <a:gd name="connsiteY2791" fmla="*/ 357188 h 800100"/>
                <a:gd name="connsiteX2792" fmla="*/ 232791 w 381000"/>
                <a:gd name="connsiteY2792" fmla="*/ 358426 h 800100"/>
                <a:gd name="connsiteX2793" fmla="*/ 232886 w 381000"/>
                <a:gd name="connsiteY2793" fmla="*/ 372999 h 800100"/>
                <a:gd name="connsiteX2794" fmla="*/ 233172 w 381000"/>
                <a:gd name="connsiteY2794" fmla="*/ 374332 h 800100"/>
                <a:gd name="connsiteX2795" fmla="*/ 233648 w 381000"/>
                <a:gd name="connsiteY2795" fmla="*/ 375476 h 800100"/>
                <a:gd name="connsiteX2796" fmla="*/ 234887 w 381000"/>
                <a:gd name="connsiteY2796" fmla="*/ 376809 h 800100"/>
                <a:gd name="connsiteX2797" fmla="*/ 235934 w 381000"/>
                <a:gd name="connsiteY2797" fmla="*/ 377380 h 800100"/>
                <a:gd name="connsiteX2798" fmla="*/ 236982 w 381000"/>
                <a:gd name="connsiteY2798" fmla="*/ 377857 h 800100"/>
                <a:gd name="connsiteX2799" fmla="*/ 237649 w 381000"/>
                <a:gd name="connsiteY2799" fmla="*/ 377952 h 800100"/>
                <a:gd name="connsiteX2800" fmla="*/ 238411 w 381000"/>
                <a:gd name="connsiteY2800" fmla="*/ 378333 h 800100"/>
                <a:gd name="connsiteX2801" fmla="*/ 238601 w 381000"/>
                <a:gd name="connsiteY2801" fmla="*/ 379000 h 800100"/>
                <a:gd name="connsiteX2802" fmla="*/ 238315 w 381000"/>
                <a:gd name="connsiteY2802" fmla="*/ 381953 h 800100"/>
                <a:gd name="connsiteX2803" fmla="*/ 238411 w 381000"/>
                <a:gd name="connsiteY2803" fmla="*/ 382619 h 800100"/>
                <a:gd name="connsiteX2804" fmla="*/ 239173 w 381000"/>
                <a:gd name="connsiteY2804" fmla="*/ 384810 h 800100"/>
                <a:gd name="connsiteX2805" fmla="*/ 240030 w 381000"/>
                <a:gd name="connsiteY2805" fmla="*/ 386239 h 800100"/>
                <a:gd name="connsiteX2806" fmla="*/ 241173 w 381000"/>
                <a:gd name="connsiteY2806" fmla="*/ 387096 h 800100"/>
                <a:gd name="connsiteX2807" fmla="*/ 242697 w 381000"/>
                <a:gd name="connsiteY2807" fmla="*/ 386810 h 800100"/>
                <a:gd name="connsiteX2808" fmla="*/ 242697 w 381000"/>
                <a:gd name="connsiteY2808" fmla="*/ 387382 h 800100"/>
                <a:gd name="connsiteX2809" fmla="*/ 242888 w 381000"/>
                <a:gd name="connsiteY2809" fmla="*/ 387668 h 800100"/>
                <a:gd name="connsiteX2810" fmla="*/ 243269 w 381000"/>
                <a:gd name="connsiteY2810" fmla="*/ 387668 h 800100"/>
                <a:gd name="connsiteX2811" fmla="*/ 243745 w 381000"/>
                <a:gd name="connsiteY2811" fmla="*/ 387477 h 800100"/>
                <a:gd name="connsiteX2812" fmla="*/ 244221 w 381000"/>
                <a:gd name="connsiteY2812" fmla="*/ 387096 h 800100"/>
                <a:gd name="connsiteX2813" fmla="*/ 244221 w 381000"/>
                <a:gd name="connsiteY2813" fmla="*/ 387096 h 800100"/>
                <a:gd name="connsiteX2814" fmla="*/ 244316 w 381000"/>
                <a:gd name="connsiteY2814" fmla="*/ 386715 h 800100"/>
                <a:gd name="connsiteX2815" fmla="*/ 244316 w 381000"/>
                <a:gd name="connsiteY2815" fmla="*/ 386334 h 800100"/>
                <a:gd name="connsiteX2816" fmla="*/ 244602 w 381000"/>
                <a:gd name="connsiteY2816" fmla="*/ 385858 h 800100"/>
                <a:gd name="connsiteX2817" fmla="*/ 246031 w 381000"/>
                <a:gd name="connsiteY2817" fmla="*/ 384905 h 800100"/>
                <a:gd name="connsiteX2818" fmla="*/ 246602 w 381000"/>
                <a:gd name="connsiteY2818" fmla="*/ 384334 h 800100"/>
                <a:gd name="connsiteX2819" fmla="*/ 246793 w 381000"/>
                <a:gd name="connsiteY2819" fmla="*/ 383381 h 800100"/>
                <a:gd name="connsiteX2820" fmla="*/ 247936 w 381000"/>
                <a:gd name="connsiteY2820" fmla="*/ 381476 h 800100"/>
                <a:gd name="connsiteX2821" fmla="*/ 249174 w 381000"/>
                <a:gd name="connsiteY2821" fmla="*/ 381571 h 800100"/>
                <a:gd name="connsiteX2822" fmla="*/ 250127 w 381000"/>
                <a:gd name="connsiteY2822" fmla="*/ 383000 h 800100"/>
                <a:gd name="connsiteX2823" fmla="*/ 250317 w 381000"/>
                <a:gd name="connsiteY2823" fmla="*/ 385191 h 800100"/>
                <a:gd name="connsiteX2824" fmla="*/ 250127 w 381000"/>
                <a:gd name="connsiteY2824" fmla="*/ 387001 h 800100"/>
                <a:gd name="connsiteX2825" fmla="*/ 250031 w 381000"/>
                <a:gd name="connsiteY2825" fmla="*/ 387096 h 800100"/>
                <a:gd name="connsiteX2826" fmla="*/ 249841 w 381000"/>
                <a:gd name="connsiteY2826" fmla="*/ 387287 h 800100"/>
                <a:gd name="connsiteX2827" fmla="*/ 249746 w 381000"/>
                <a:gd name="connsiteY2827" fmla="*/ 387477 h 800100"/>
                <a:gd name="connsiteX2828" fmla="*/ 249746 w 381000"/>
                <a:gd name="connsiteY2828" fmla="*/ 387763 h 800100"/>
                <a:gd name="connsiteX2829" fmla="*/ 249936 w 381000"/>
                <a:gd name="connsiteY2829" fmla="*/ 387953 h 800100"/>
                <a:gd name="connsiteX2830" fmla="*/ 250317 w 381000"/>
                <a:gd name="connsiteY2830" fmla="*/ 387858 h 800100"/>
                <a:gd name="connsiteX2831" fmla="*/ 250698 w 381000"/>
                <a:gd name="connsiteY2831" fmla="*/ 387668 h 800100"/>
                <a:gd name="connsiteX2832" fmla="*/ 250888 w 381000"/>
                <a:gd name="connsiteY2832" fmla="*/ 387668 h 800100"/>
                <a:gd name="connsiteX2833" fmla="*/ 251555 w 381000"/>
                <a:gd name="connsiteY2833" fmla="*/ 389191 h 800100"/>
                <a:gd name="connsiteX2834" fmla="*/ 252031 w 381000"/>
                <a:gd name="connsiteY2834" fmla="*/ 389858 h 800100"/>
                <a:gd name="connsiteX2835" fmla="*/ 252984 w 381000"/>
                <a:gd name="connsiteY2835" fmla="*/ 390620 h 800100"/>
                <a:gd name="connsiteX2836" fmla="*/ 254317 w 381000"/>
                <a:gd name="connsiteY2836" fmla="*/ 391287 h 800100"/>
                <a:gd name="connsiteX2837" fmla="*/ 254698 w 381000"/>
                <a:gd name="connsiteY2837" fmla="*/ 391573 h 800100"/>
                <a:gd name="connsiteX2838" fmla="*/ 254984 w 381000"/>
                <a:gd name="connsiteY2838" fmla="*/ 392144 h 800100"/>
                <a:gd name="connsiteX2839" fmla="*/ 255175 w 381000"/>
                <a:gd name="connsiteY2839" fmla="*/ 393382 h 800100"/>
                <a:gd name="connsiteX2840" fmla="*/ 255270 w 381000"/>
                <a:gd name="connsiteY2840" fmla="*/ 393763 h 800100"/>
                <a:gd name="connsiteX2841" fmla="*/ 255841 w 381000"/>
                <a:gd name="connsiteY2841" fmla="*/ 394145 h 800100"/>
                <a:gd name="connsiteX2842" fmla="*/ 256508 w 381000"/>
                <a:gd name="connsiteY2842" fmla="*/ 394240 h 800100"/>
                <a:gd name="connsiteX2843" fmla="*/ 258318 w 381000"/>
                <a:gd name="connsiteY2843" fmla="*/ 394145 h 800100"/>
                <a:gd name="connsiteX2844" fmla="*/ 260413 w 381000"/>
                <a:gd name="connsiteY2844" fmla="*/ 394335 h 800100"/>
                <a:gd name="connsiteX2845" fmla="*/ 261175 w 381000"/>
                <a:gd name="connsiteY2845" fmla="*/ 394621 h 800100"/>
                <a:gd name="connsiteX2846" fmla="*/ 261271 w 381000"/>
                <a:gd name="connsiteY2846" fmla="*/ 394621 h 800100"/>
                <a:gd name="connsiteX2847" fmla="*/ 262223 w 381000"/>
                <a:gd name="connsiteY2847" fmla="*/ 395097 h 800100"/>
                <a:gd name="connsiteX2848" fmla="*/ 263271 w 381000"/>
                <a:gd name="connsiteY2848" fmla="*/ 395859 h 800100"/>
                <a:gd name="connsiteX2849" fmla="*/ 263747 w 381000"/>
                <a:gd name="connsiteY2849" fmla="*/ 396526 h 800100"/>
                <a:gd name="connsiteX2850" fmla="*/ 264319 w 381000"/>
                <a:gd name="connsiteY2850" fmla="*/ 399479 h 800100"/>
                <a:gd name="connsiteX2851" fmla="*/ 264605 w 381000"/>
                <a:gd name="connsiteY2851" fmla="*/ 400145 h 800100"/>
                <a:gd name="connsiteX2852" fmla="*/ 264700 w 381000"/>
                <a:gd name="connsiteY2852" fmla="*/ 400336 h 800100"/>
                <a:gd name="connsiteX2853" fmla="*/ 264986 w 381000"/>
                <a:gd name="connsiteY2853" fmla="*/ 400717 h 800100"/>
                <a:gd name="connsiteX2854" fmla="*/ 265652 w 381000"/>
                <a:gd name="connsiteY2854" fmla="*/ 401288 h 800100"/>
                <a:gd name="connsiteX2855" fmla="*/ 266414 w 381000"/>
                <a:gd name="connsiteY2855" fmla="*/ 401764 h 800100"/>
                <a:gd name="connsiteX2856" fmla="*/ 267176 w 381000"/>
                <a:gd name="connsiteY2856" fmla="*/ 401955 h 800100"/>
                <a:gd name="connsiteX2857" fmla="*/ 267938 w 381000"/>
                <a:gd name="connsiteY2857" fmla="*/ 402050 h 800100"/>
                <a:gd name="connsiteX2858" fmla="*/ 268796 w 381000"/>
                <a:gd name="connsiteY2858" fmla="*/ 402336 h 800100"/>
                <a:gd name="connsiteX2859" fmla="*/ 270129 w 381000"/>
                <a:gd name="connsiteY2859" fmla="*/ 403288 h 800100"/>
                <a:gd name="connsiteX2860" fmla="*/ 272129 w 381000"/>
                <a:gd name="connsiteY2860" fmla="*/ 405765 h 800100"/>
                <a:gd name="connsiteX2861" fmla="*/ 273367 w 381000"/>
                <a:gd name="connsiteY2861" fmla="*/ 406813 h 800100"/>
                <a:gd name="connsiteX2862" fmla="*/ 274891 w 381000"/>
                <a:gd name="connsiteY2862" fmla="*/ 407289 h 800100"/>
                <a:gd name="connsiteX2863" fmla="*/ 276415 w 381000"/>
                <a:gd name="connsiteY2863" fmla="*/ 407098 h 800100"/>
                <a:gd name="connsiteX2864" fmla="*/ 279368 w 381000"/>
                <a:gd name="connsiteY2864" fmla="*/ 406337 h 800100"/>
                <a:gd name="connsiteX2865" fmla="*/ 280416 w 381000"/>
                <a:gd name="connsiteY2865" fmla="*/ 406337 h 800100"/>
                <a:gd name="connsiteX2866" fmla="*/ 280702 w 381000"/>
                <a:gd name="connsiteY2866" fmla="*/ 406622 h 800100"/>
                <a:gd name="connsiteX2867" fmla="*/ 280606 w 381000"/>
                <a:gd name="connsiteY2867" fmla="*/ 407289 h 800100"/>
                <a:gd name="connsiteX2868" fmla="*/ 280606 w 381000"/>
                <a:gd name="connsiteY2868" fmla="*/ 407384 h 800100"/>
                <a:gd name="connsiteX2869" fmla="*/ 280511 w 381000"/>
                <a:gd name="connsiteY2869" fmla="*/ 408337 h 800100"/>
                <a:gd name="connsiteX2870" fmla="*/ 280797 w 381000"/>
                <a:gd name="connsiteY2870" fmla="*/ 408908 h 800100"/>
                <a:gd name="connsiteX2871" fmla="*/ 281178 w 381000"/>
                <a:gd name="connsiteY2871" fmla="*/ 409385 h 800100"/>
                <a:gd name="connsiteX2872" fmla="*/ 281273 w 381000"/>
                <a:gd name="connsiteY2872" fmla="*/ 409861 h 800100"/>
                <a:gd name="connsiteX2873" fmla="*/ 280606 w 381000"/>
                <a:gd name="connsiteY2873" fmla="*/ 410623 h 800100"/>
                <a:gd name="connsiteX2874" fmla="*/ 279845 w 381000"/>
                <a:gd name="connsiteY2874" fmla="*/ 411289 h 800100"/>
                <a:gd name="connsiteX2875" fmla="*/ 278416 w 381000"/>
                <a:gd name="connsiteY2875" fmla="*/ 413861 h 800100"/>
                <a:gd name="connsiteX2876" fmla="*/ 277654 w 381000"/>
                <a:gd name="connsiteY2876" fmla="*/ 414814 h 800100"/>
                <a:gd name="connsiteX2877" fmla="*/ 276892 w 381000"/>
                <a:gd name="connsiteY2877" fmla="*/ 415195 h 800100"/>
                <a:gd name="connsiteX2878" fmla="*/ 274891 w 381000"/>
                <a:gd name="connsiteY2878" fmla="*/ 415576 h 800100"/>
                <a:gd name="connsiteX2879" fmla="*/ 273939 w 381000"/>
                <a:gd name="connsiteY2879" fmla="*/ 415957 h 800100"/>
                <a:gd name="connsiteX2880" fmla="*/ 270320 w 381000"/>
                <a:gd name="connsiteY2880" fmla="*/ 418338 h 800100"/>
                <a:gd name="connsiteX2881" fmla="*/ 269843 w 381000"/>
                <a:gd name="connsiteY2881" fmla="*/ 418433 h 800100"/>
                <a:gd name="connsiteX2882" fmla="*/ 269367 w 381000"/>
                <a:gd name="connsiteY2882" fmla="*/ 418338 h 800100"/>
                <a:gd name="connsiteX2883" fmla="*/ 268891 w 381000"/>
                <a:gd name="connsiteY2883" fmla="*/ 418052 h 800100"/>
                <a:gd name="connsiteX2884" fmla="*/ 268319 w 381000"/>
                <a:gd name="connsiteY2884" fmla="*/ 417862 h 800100"/>
                <a:gd name="connsiteX2885" fmla="*/ 267653 w 381000"/>
                <a:gd name="connsiteY2885" fmla="*/ 418052 h 800100"/>
                <a:gd name="connsiteX2886" fmla="*/ 267081 w 381000"/>
                <a:gd name="connsiteY2886" fmla="*/ 418624 h 800100"/>
                <a:gd name="connsiteX2887" fmla="*/ 265747 w 381000"/>
                <a:gd name="connsiteY2887" fmla="*/ 421577 h 800100"/>
                <a:gd name="connsiteX2888" fmla="*/ 265652 w 381000"/>
                <a:gd name="connsiteY2888" fmla="*/ 422720 h 800100"/>
                <a:gd name="connsiteX2889" fmla="*/ 266224 w 381000"/>
                <a:gd name="connsiteY2889" fmla="*/ 423481 h 800100"/>
                <a:gd name="connsiteX2890" fmla="*/ 269081 w 381000"/>
                <a:gd name="connsiteY2890" fmla="*/ 425196 h 800100"/>
                <a:gd name="connsiteX2891" fmla="*/ 269653 w 381000"/>
                <a:gd name="connsiteY2891" fmla="*/ 425768 h 800100"/>
                <a:gd name="connsiteX2892" fmla="*/ 269843 w 381000"/>
                <a:gd name="connsiteY2892" fmla="*/ 426530 h 800100"/>
                <a:gd name="connsiteX2893" fmla="*/ 270129 w 381000"/>
                <a:gd name="connsiteY2893" fmla="*/ 428815 h 800100"/>
                <a:gd name="connsiteX2894" fmla="*/ 270415 w 381000"/>
                <a:gd name="connsiteY2894" fmla="*/ 429673 h 800100"/>
                <a:gd name="connsiteX2895" fmla="*/ 270891 w 381000"/>
                <a:gd name="connsiteY2895" fmla="*/ 430435 h 800100"/>
                <a:gd name="connsiteX2896" fmla="*/ 271748 w 381000"/>
                <a:gd name="connsiteY2896" fmla="*/ 431102 h 800100"/>
                <a:gd name="connsiteX2897" fmla="*/ 273748 w 381000"/>
                <a:gd name="connsiteY2897" fmla="*/ 432149 h 800100"/>
                <a:gd name="connsiteX2898" fmla="*/ 274415 w 381000"/>
                <a:gd name="connsiteY2898" fmla="*/ 432721 h 800100"/>
                <a:gd name="connsiteX2899" fmla="*/ 277178 w 381000"/>
                <a:gd name="connsiteY2899" fmla="*/ 437769 h 800100"/>
                <a:gd name="connsiteX2900" fmla="*/ 277844 w 381000"/>
                <a:gd name="connsiteY2900" fmla="*/ 438150 h 800100"/>
                <a:gd name="connsiteX2901" fmla="*/ 278225 w 381000"/>
                <a:gd name="connsiteY2901" fmla="*/ 437960 h 800100"/>
                <a:gd name="connsiteX2902" fmla="*/ 278511 w 381000"/>
                <a:gd name="connsiteY2902" fmla="*/ 437483 h 800100"/>
                <a:gd name="connsiteX2903" fmla="*/ 279082 w 381000"/>
                <a:gd name="connsiteY2903" fmla="*/ 437102 h 800100"/>
                <a:gd name="connsiteX2904" fmla="*/ 279463 w 381000"/>
                <a:gd name="connsiteY2904" fmla="*/ 437102 h 800100"/>
                <a:gd name="connsiteX2905" fmla="*/ 280511 w 381000"/>
                <a:gd name="connsiteY2905" fmla="*/ 437388 h 800100"/>
                <a:gd name="connsiteX2906" fmla="*/ 280797 w 381000"/>
                <a:gd name="connsiteY2906" fmla="*/ 437293 h 800100"/>
                <a:gd name="connsiteX2907" fmla="*/ 281083 w 381000"/>
                <a:gd name="connsiteY2907" fmla="*/ 437102 h 800100"/>
                <a:gd name="connsiteX2908" fmla="*/ 281369 w 381000"/>
                <a:gd name="connsiteY2908" fmla="*/ 437197 h 800100"/>
                <a:gd name="connsiteX2909" fmla="*/ 281654 w 381000"/>
                <a:gd name="connsiteY2909" fmla="*/ 437864 h 800100"/>
                <a:gd name="connsiteX2910" fmla="*/ 281654 w 381000"/>
                <a:gd name="connsiteY2910" fmla="*/ 437864 h 800100"/>
                <a:gd name="connsiteX2911" fmla="*/ 281845 w 381000"/>
                <a:gd name="connsiteY2911" fmla="*/ 438245 h 800100"/>
                <a:gd name="connsiteX2912" fmla="*/ 282035 w 381000"/>
                <a:gd name="connsiteY2912" fmla="*/ 438436 h 800100"/>
                <a:gd name="connsiteX2913" fmla="*/ 282321 w 381000"/>
                <a:gd name="connsiteY2913" fmla="*/ 438436 h 800100"/>
                <a:gd name="connsiteX2914" fmla="*/ 282702 w 381000"/>
                <a:gd name="connsiteY2914" fmla="*/ 438245 h 800100"/>
                <a:gd name="connsiteX2915" fmla="*/ 283464 w 381000"/>
                <a:gd name="connsiteY2915" fmla="*/ 438626 h 800100"/>
                <a:gd name="connsiteX2916" fmla="*/ 283655 w 381000"/>
                <a:gd name="connsiteY2916" fmla="*/ 439674 h 800100"/>
                <a:gd name="connsiteX2917" fmla="*/ 283655 w 381000"/>
                <a:gd name="connsiteY2917" fmla="*/ 440912 h 800100"/>
                <a:gd name="connsiteX2918" fmla="*/ 283845 w 381000"/>
                <a:gd name="connsiteY2918" fmla="*/ 441865 h 800100"/>
                <a:gd name="connsiteX2919" fmla="*/ 284797 w 381000"/>
                <a:gd name="connsiteY2919" fmla="*/ 442436 h 800100"/>
                <a:gd name="connsiteX2920" fmla="*/ 287083 w 381000"/>
                <a:gd name="connsiteY2920" fmla="*/ 442055 h 800100"/>
                <a:gd name="connsiteX2921" fmla="*/ 288036 w 381000"/>
                <a:gd name="connsiteY2921" fmla="*/ 442341 h 800100"/>
                <a:gd name="connsiteX2922" fmla="*/ 288227 w 381000"/>
                <a:gd name="connsiteY2922" fmla="*/ 442817 h 800100"/>
                <a:gd name="connsiteX2923" fmla="*/ 288322 w 381000"/>
                <a:gd name="connsiteY2923" fmla="*/ 443008 h 800100"/>
                <a:gd name="connsiteX2924" fmla="*/ 288417 w 381000"/>
                <a:gd name="connsiteY2924" fmla="*/ 445103 h 800100"/>
                <a:gd name="connsiteX2925" fmla="*/ 288798 w 381000"/>
                <a:gd name="connsiteY2925" fmla="*/ 446056 h 800100"/>
                <a:gd name="connsiteX2926" fmla="*/ 289465 w 381000"/>
                <a:gd name="connsiteY2926" fmla="*/ 446722 h 800100"/>
                <a:gd name="connsiteX2927" fmla="*/ 291846 w 381000"/>
                <a:gd name="connsiteY2927" fmla="*/ 448532 h 800100"/>
                <a:gd name="connsiteX2928" fmla="*/ 292608 w 381000"/>
                <a:gd name="connsiteY2928" fmla="*/ 449389 h 800100"/>
                <a:gd name="connsiteX2929" fmla="*/ 292989 w 381000"/>
                <a:gd name="connsiteY2929" fmla="*/ 450152 h 800100"/>
                <a:gd name="connsiteX2930" fmla="*/ 292989 w 381000"/>
                <a:gd name="connsiteY2930" fmla="*/ 451009 h 800100"/>
                <a:gd name="connsiteX2931" fmla="*/ 292608 w 381000"/>
                <a:gd name="connsiteY2931" fmla="*/ 453580 h 800100"/>
                <a:gd name="connsiteX2932" fmla="*/ 292417 w 381000"/>
                <a:gd name="connsiteY2932" fmla="*/ 453962 h 800100"/>
                <a:gd name="connsiteX2933" fmla="*/ 292037 w 381000"/>
                <a:gd name="connsiteY2933" fmla="*/ 454057 h 800100"/>
                <a:gd name="connsiteX2934" fmla="*/ 291751 w 381000"/>
                <a:gd name="connsiteY2934" fmla="*/ 453771 h 800100"/>
                <a:gd name="connsiteX2935" fmla="*/ 291465 w 381000"/>
                <a:gd name="connsiteY2935" fmla="*/ 453676 h 800100"/>
                <a:gd name="connsiteX2936" fmla="*/ 290989 w 381000"/>
                <a:gd name="connsiteY2936" fmla="*/ 454152 h 800100"/>
                <a:gd name="connsiteX2937" fmla="*/ 290798 w 381000"/>
                <a:gd name="connsiteY2937" fmla="*/ 454628 h 800100"/>
                <a:gd name="connsiteX2938" fmla="*/ 290703 w 381000"/>
                <a:gd name="connsiteY2938" fmla="*/ 456438 h 800100"/>
                <a:gd name="connsiteX2939" fmla="*/ 290417 w 381000"/>
                <a:gd name="connsiteY2939" fmla="*/ 457486 h 800100"/>
                <a:gd name="connsiteX2940" fmla="*/ 289846 w 381000"/>
                <a:gd name="connsiteY2940" fmla="*/ 458248 h 800100"/>
                <a:gd name="connsiteX2941" fmla="*/ 289560 w 381000"/>
                <a:gd name="connsiteY2941" fmla="*/ 458534 h 800100"/>
                <a:gd name="connsiteX2942" fmla="*/ 288798 w 381000"/>
                <a:gd name="connsiteY2942" fmla="*/ 459105 h 800100"/>
                <a:gd name="connsiteX2943" fmla="*/ 288512 w 381000"/>
                <a:gd name="connsiteY2943" fmla="*/ 459486 h 800100"/>
                <a:gd name="connsiteX2944" fmla="*/ 288512 w 381000"/>
                <a:gd name="connsiteY2944" fmla="*/ 460057 h 800100"/>
                <a:gd name="connsiteX2945" fmla="*/ 288988 w 381000"/>
                <a:gd name="connsiteY2945" fmla="*/ 461010 h 800100"/>
                <a:gd name="connsiteX2946" fmla="*/ 288988 w 381000"/>
                <a:gd name="connsiteY2946" fmla="*/ 461581 h 800100"/>
                <a:gd name="connsiteX2947" fmla="*/ 288417 w 381000"/>
                <a:gd name="connsiteY2947" fmla="*/ 462153 h 800100"/>
                <a:gd name="connsiteX2948" fmla="*/ 287560 w 381000"/>
                <a:gd name="connsiteY2948" fmla="*/ 462248 h 800100"/>
                <a:gd name="connsiteX2949" fmla="*/ 286131 w 381000"/>
                <a:gd name="connsiteY2949" fmla="*/ 461963 h 800100"/>
                <a:gd name="connsiteX2950" fmla="*/ 285274 w 381000"/>
                <a:gd name="connsiteY2950" fmla="*/ 462058 h 800100"/>
                <a:gd name="connsiteX2951" fmla="*/ 284416 w 381000"/>
                <a:gd name="connsiteY2951" fmla="*/ 462344 h 800100"/>
                <a:gd name="connsiteX2952" fmla="*/ 282892 w 381000"/>
                <a:gd name="connsiteY2952" fmla="*/ 462820 h 800100"/>
                <a:gd name="connsiteX2953" fmla="*/ 281940 w 381000"/>
                <a:gd name="connsiteY2953" fmla="*/ 462915 h 800100"/>
                <a:gd name="connsiteX2954" fmla="*/ 281464 w 381000"/>
                <a:gd name="connsiteY2954" fmla="*/ 463391 h 800100"/>
                <a:gd name="connsiteX2955" fmla="*/ 281464 w 381000"/>
                <a:gd name="connsiteY2955" fmla="*/ 464153 h 800100"/>
                <a:gd name="connsiteX2956" fmla="*/ 281845 w 381000"/>
                <a:gd name="connsiteY2956" fmla="*/ 465011 h 800100"/>
                <a:gd name="connsiteX2957" fmla="*/ 281749 w 381000"/>
                <a:gd name="connsiteY2957" fmla="*/ 465772 h 800100"/>
                <a:gd name="connsiteX2958" fmla="*/ 281940 w 381000"/>
                <a:gd name="connsiteY2958" fmla="*/ 466535 h 800100"/>
                <a:gd name="connsiteX2959" fmla="*/ 282321 w 381000"/>
                <a:gd name="connsiteY2959" fmla="*/ 467106 h 800100"/>
                <a:gd name="connsiteX2960" fmla="*/ 282988 w 381000"/>
                <a:gd name="connsiteY2960" fmla="*/ 467582 h 800100"/>
                <a:gd name="connsiteX2961" fmla="*/ 283845 w 381000"/>
                <a:gd name="connsiteY2961" fmla="*/ 467963 h 800100"/>
                <a:gd name="connsiteX2962" fmla="*/ 286988 w 381000"/>
                <a:gd name="connsiteY2962" fmla="*/ 470440 h 800100"/>
                <a:gd name="connsiteX2963" fmla="*/ 287464 w 381000"/>
                <a:gd name="connsiteY2963" fmla="*/ 470916 h 800100"/>
                <a:gd name="connsiteX2964" fmla="*/ 287274 w 381000"/>
                <a:gd name="connsiteY2964" fmla="*/ 471488 h 800100"/>
                <a:gd name="connsiteX2965" fmla="*/ 286512 w 381000"/>
                <a:gd name="connsiteY2965" fmla="*/ 472535 h 800100"/>
                <a:gd name="connsiteX2966" fmla="*/ 284321 w 381000"/>
                <a:gd name="connsiteY2966" fmla="*/ 474631 h 800100"/>
                <a:gd name="connsiteX2967" fmla="*/ 283940 w 381000"/>
                <a:gd name="connsiteY2967" fmla="*/ 475393 h 800100"/>
                <a:gd name="connsiteX2968" fmla="*/ 284131 w 381000"/>
                <a:gd name="connsiteY2968" fmla="*/ 476250 h 800100"/>
                <a:gd name="connsiteX2969" fmla="*/ 284702 w 381000"/>
                <a:gd name="connsiteY2969" fmla="*/ 477107 h 800100"/>
                <a:gd name="connsiteX2970" fmla="*/ 284988 w 381000"/>
                <a:gd name="connsiteY2970" fmla="*/ 477869 h 800100"/>
                <a:gd name="connsiteX2971" fmla="*/ 284416 w 381000"/>
                <a:gd name="connsiteY2971" fmla="*/ 478536 h 800100"/>
                <a:gd name="connsiteX2972" fmla="*/ 284797 w 381000"/>
                <a:gd name="connsiteY2972" fmla="*/ 479012 h 800100"/>
                <a:gd name="connsiteX2973" fmla="*/ 285369 w 381000"/>
                <a:gd name="connsiteY2973" fmla="*/ 479488 h 800100"/>
                <a:gd name="connsiteX2974" fmla="*/ 285750 w 381000"/>
                <a:gd name="connsiteY2974" fmla="*/ 479965 h 800100"/>
                <a:gd name="connsiteX2975" fmla="*/ 285655 w 381000"/>
                <a:gd name="connsiteY2975" fmla="*/ 480727 h 800100"/>
                <a:gd name="connsiteX2976" fmla="*/ 286321 w 381000"/>
                <a:gd name="connsiteY2976" fmla="*/ 482155 h 800100"/>
                <a:gd name="connsiteX2977" fmla="*/ 286036 w 381000"/>
                <a:gd name="connsiteY2977" fmla="*/ 483489 h 800100"/>
                <a:gd name="connsiteX2978" fmla="*/ 284797 w 381000"/>
                <a:gd name="connsiteY2978" fmla="*/ 486251 h 800100"/>
                <a:gd name="connsiteX2979" fmla="*/ 284702 w 381000"/>
                <a:gd name="connsiteY2979" fmla="*/ 487109 h 800100"/>
                <a:gd name="connsiteX2980" fmla="*/ 284893 w 381000"/>
                <a:gd name="connsiteY2980" fmla="*/ 488728 h 800100"/>
                <a:gd name="connsiteX2981" fmla="*/ 284797 w 381000"/>
                <a:gd name="connsiteY2981" fmla="*/ 489585 h 800100"/>
                <a:gd name="connsiteX2982" fmla="*/ 284512 w 381000"/>
                <a:gd name="connsiteY2982" fmla="*/ 490156 h 800100"/>
                <a:gd name="connsiteX2983" fmla="*/ 283750 w 381000"/>
                <a:gd name="connsiteY2983" fmla="*/ 491299 h 800100"/>
                <a:gd name="connsiteX2984" fmla="*/ 283559 w 381000"/>
                <a:gd name="connsiteY2984" fmla="*/ 492062 h 800100"/>
                <a:gd name="connsiteX2985" fmla="*/ 283464 w 381000"/>
                <a:gd name="connsiteY2985" fmla="*/ 492443 h 800100"/>
                <a:gd name="connsiteX2986" fmla="*/ 283273 w 381000"/>
                <a:gd name="connsiteY2986" fmla="*/ 493205 h 800100"/>
                <a:gd name="connsiteX2987" fmla="*/ 282607 w 381000"/>
                <a:gd name="connsiteY2987" fmla="*/ 494633 h 800100"/>
                <a:gd name="connsiteX2988" fmla="*/ 282130 w 381000"/>
                <a:gd name="connsiteY2988" fmla="*/ 495490 h 800100"/>
                <a:gd name="connsiteX2989" fmla="*/ 281464 w 381000"/>
                <a:gd name="connsiteY2989" fmla="*/ 496062 h 800100"/>
                <a:gd name="connsiteX2990" fmla="*/ 280416 w 381000"/>
                <a:gd name="connsiteY2990" fmla="*/ 496348 h 800100"/>
                <a:gd name="connsiteX2991" fmla="*/ 280035 w 381000"/>
                <a:gd name="connsiteY2991" fmla="*/ 496157 h 800100"/>
                <a:gd name="connsiteX2992" fmla="*/ 279845 w 381000"/>
                <a:gd name="connsiteY2992" fmla="*/ 495776 h 800100"/>
                <a:gd name="connsiteX2993" fmla="*/ 279559 w 381000"/>
                <a:gd name="connsiteY2993" fmla="*/ 495586 h 800100"/>
                <a:gd name="connsiteX2994" fmla="*/ 278892 w 381000"/>
                <a:gd name="connsiteY2994" fmla="*/ 495776 h 800100"/>
                <a:gd name="connsiteX2995" fmla="*/ 278511 w 381000"/>
                <a:gd name="connsiteY2995" fmla="*/ 496157 h 800100"/>
                <a:gd name="connsiteX2996" fmla="*/ 278321 w 381000"/>
                <a:gd name="connsiteY2996" fmla="*/ 496634 h 800100"/>
                <a:gd name="connsiteX2997" fmla="*/ 278225 w 381000"/>
                <a:gd name="connsiteY2997" fmla="*/ 497110 h 800100"/>
                <a:gd name="connsiteX2998" fmla="*/ 278035 w 381000"/>
                <a:gd name="connsiteY2998" fmla="*/ 497586 h 800100"/>
                <a:gd name="connsiteX2999" fmla="*/ 276987 w 381000"/>
                <a:gd name="connsiteY2999" fmla="*/ 499491 h 800100"/>
                <a:gd name="connsiteX3000" fmla="*/ 276606 w 381000"/>
                <a:gd name="connsiteY3000" fmla="*/ 500444 h 800100"/>
                <a:gd name="connsiteX3001" fmla="*/ 276511 w 381000"/>
                <a:gd name="connsiteY3001" fmla="*/ 501587 h 800100"/>
                <a:gd name="connsiteX3002" fmla="*/ 276606 w 381000"/>
                <a:gd name="connsiteY3002" fmla="*/ 502063 h 800100"/>
                <a:gd name="connsiteX3003" fmla="*/ 277082 w 381000"/>
                <a:gd name="connsiteY3003" fmla="*/ 503111 h 800100"/>
                <a:gd name="connsiteX3004" fmla="*/ 277273 w 381000"/>
                <a:gd name="connsiteY3004" fmla="*/ 503682 h 800100"/>
                <a:gd name="connsiteX3005" fmla="*/ 277273 w 381000"/>
                <a:gd name="connsiteY3005" fmla="*/ 504158 h 800100"/>
                <a:gd name="connsiteX3006" fmla="*/ 276987 w 381000"/>
                <a:gd name="connsiteY3006" fmla="*/ 506063 h 800100"/>
                <a:gd name="connsiteX3007" fmla="*/ 275177 w 381000"/>
                <a:gd name="connsiteY3007" fmla="*/ 511207 h 800100"/>
                <a:gd name="connsiteX3008" fmla="*/ 274891 w 381000"/>
                <a:gd name="connsiteY3008" fmla="*/ 512540 h 800100"/>
                <a:gd name="connsiteX3009" fmla="*/ 275082 w 381000"/>
                <a:gd name="connsiteY3009" fmla="*/ 513207 h 800100"/>
                <a:gd name="connsiteX3010" fmla="*/ 275558 w 381000"/>
                <a:gd name="connsiteY3010" fmla="*/ 513683 h 800100"/>
                <a:gd name="connsiteX3011" fmla="*/ 276130 w 381000"/>
                <a:gd name="connsiteY3011" fmla="*/ 514636 h 800100"/>
                <a:gd name="connsiteX3012" fmla="*/ 276225 w 381000"/>
                <a:gd name="connsiteY3012" fmla="*/ 515684 h 800100"/>
                <a:gd name="connsiteX3013" fmla="*/ 276035 w 381000"/>
                <a:gd name="connsiteY3013" fmla="*/ 516827 h 800100"/>
                <a:gd name="connsiteX3014" fmla="*/ 276035 w 381000"/>
                <a:gd name="connsiteY3014" fmla="*/ 517970 h 800100"/>
                <a:gd name="connsiteX3015" fmla="*/ 276606 w 381000"/>
                <a:gd name="connsiteY3015" fmla="*/ 518922 h 800100"/>
                <a:gd name="connsiteX3016" fmla="*/ 277463 w 381000"/>
                <a:gd name="connsiteY3016" fmla="*/ 519208 h 800100"/>
                <a:gd name="connsiteX3017" fmla="*/ 279463 w 381000"/>
                <a:gd name="connsiteY3017" fmla="*/ 519017 h 800100"/>
                <a:gd name="connsiteX3018" fmla="*/ 280225 w 381000"/>
                <a:gd name="connsiteY3018" fmla="*/ 519303 h 800100"/>
                <a:gd name="connsiteX3019" fmla="*/ 280606 w 381000"/>
                <a:gd name="connsiteY3019" fmla="*/ 519779 h 800100"/>
                <a:gd name="connsiteX3020" fmla="*/ 280606 w 381000"/>
                <a:gd name="connsiteY3020" fmla="*/ 520351 h 800100"/>
                <a:gd name="connsiteX3021" fmla="*/ 280511 w 381000"/>
                <a:gd name="connsiteY3021" fmla="*/ 520827 h 800100"/>
                <a:gd name="connsiteX3022" fmla="*/ 280606 w 381000"/>
                <a:gd name="connsiteY3022" fmla="*/ 521303 h 800100"/>
                <a:gd name="connsiteX3023" fmla="*/ 281369 w 381000"/>
                <a:gd name="connsiteY3023" fmla="*/ 522922 h 800100"/>
                <a:gd name="connsiteX3024" fmla="*/ 281369 w 381000"/>
                <a:gd name="connsiteY3024" fmla="*/ 523208 h 800100"/>
                <a:gd name="connsiteX3025" fmla="*/ 281464 w 381000"/>
                <a:gd name="connsiteY3025" fmla="*/ 523875 h 800100"/>
                <a:gd name="connsiteX3026" fmla="*/ 281273 w 381000"/>
                <a:gd name="connsiteY3026" fmla="*/ 524447 h 800100"/>
                <a:gd name="connsiteX3027" fmla="*/ 280988 w 381000"/>
                <a:gd name="connsiteY3027" fmla="*/ 525018 h 800100"/>
                <a:gd name="connsiteX3028" fmla="*/ 280797 w 381000"/>
                <a:gd name="connsiteY3028" fmla="*/ 525875 h 800100"/>
                <a:gd name="connsiteX3029" fmla="*/ 281369 w 381000"/>
                <a:gd name="connsiteY3029" fmla="*/ 527495 h 800100"/>
                <a:gd name="connsiteX3030" fmla="*/ 281273 w 381000"/>
                <a:gd name="connsiteY3030" fmla="*/ 527971 h 800100"/>
                <a:gd name="connsiteX3031" fmla="*/ 280892 w 381000"/>
                <a:gd name="connsiteY3031" fmla="*/ 529114 h 800100"/>
                <a:gd name="connsiteX3032" fmla="*/ 280892 w 381000"/>
                <a:gd name="connsiteY3032" fmla="*/ 529685 h 800100"/>
                <a:gd name="connsiteX3033" fmla="*/ 281178 w 381000"/>
                <a:gd name="connsiteY3033" fmla="*/ 530447 h 800100"/>
                <a:gd name="connsiteX3034" fmla="*/ 282130 w 381000"/>
                <a:gd name="connsiteY3034" fmla="*/ 531686 h 800100"/>
                <a:gd name="connsiteX3035" fmla="*/ 282607 w 381000"/>
                <a:gd name="connsiteY3035" fmla="*/ 532543 h 800100"/>
                <a:gd name="connsiteX3036" fmla="*/ 282702 w 381000"/>
                <a:gd name="connsiteY3036" fmla="*/ 532829 h 800100"/>
                <a:gd name="connsiteX3037" fmla="*/ 283940 w 381000"/>
                <a:gd name="connsiteY3037" fmla="*/ 534162 h 800100"/>
                <a:gd name="connsiteX3038" fmla="*/ 284893 w 381000"/>
                <a:gd name="connsiteY3038" fmla="*/ 535496 h 800100"/>
                <a:gd name="connsiteX3039" fmla="*/ 289274 w 381000"/>
                <a:gd name="connsiteY3039" fmla="*/ 543973 h 800100"/>
                <a:gd name="connsiteX3040" fmla="*/ 289655 w 381000"/>
                <a:gd name="connsiteY3040" fmla="*/ 545973 h 800100"/>
                <a:gd name="connsiteX3041" fmla="*/ 289941 w 381000"/>
                <a:gd name="connsiteY3041" fmla="*/ 551212 h 800100"/>
                <a:gd name="connsiteX3042" fmla="*/ 289750 w 381000"/>
                <a:gd name="connsiteY3042" fmla="*/ 552831 h 800100"/>
                <a:gd name="connsiteX3043" fmla="*/ 288036 w 381000"/>
                <a:gd name="connsiteY3043" fmla="*/ 556927 h 800100"/>
                <a:gd name="connsiteX3044" fmla="*/ 287369 w 381000"/>
                <a:gd name="connsiteY3044" fmla="*/ 558641 h 800100"/>
                <a:gd name="connsiteX3045" fmla="*/ 282035 w 381000"/>
                <a:gd name="connsiteY3045" fmla="*/ 571595 h 800100"/>
                <a:gd name="connsiteX3046" fmla="*/ 282130 w 381000"/>
                <a:gd name="connsiteY3046" fmla="*/ 572357 h 800100"/>
                <a:gd name="connsiteX3047" fmla="*/ 282988 w 381000"/>
                <a:gd name="connsiteY3047" fmla="*/ 572929 h 800100"/>
                <a:gd name="connsiteX3048" fmla="*/ 283083 w 381000"/>
                <a:gd name="connsiteY3048" fmla="*/ 573310 h 800100"/>
                <a:gd name="connsiteX3049" fmla="*/ 283083 w 381000"/>
                <a:gd name="connsiteY3049" fmla="*/ 573691 h 800100"/>
                <a:gd name="connsiteX3050" fmla="*/ 282988 w 381000"/>
                <a:gd name="connsiteY3050" fmla="*/ 573977 h 800100"/>
                <a:gd name="connsiteX3051" fmla="*/ 282702 w 381000"/>
                <a:gd name="connsiteY3051" fmla="*/ 574167 h 800100"/>
                <a:gd name="connsiteX3052" fmla="*/ 282416 w 381000"/>
                <a:gd name="connsiteY3052" fmla="*/ 574738 h 800100"/>
                <a:gd name="connsiteX3053" fmla="*/ 282321 w 381000"/>
                <a:gd name="connsiteY3053" fmla="*/ 575310 h 800100"/>
                <a:gd name="connsiteX3054" fmla="*/ 282416 w 381000"/>
                <a:gd name="connsiteY3054" fmla="*/ 575881 h 800100"/>
                <a:gd name="connsiteX3055" fmla="*/ 282988 w 381000"/>
                <a:gd name="connsiteY3055" fmla="*/ 577215 h 800100"/>
                <a:gd name="connsiteX3056" fmla="*/ 283178 w 381000"/>
                <a:gd name="connsiteY3056" fmla="*/ 578834 h 800100"/>
                <a:gd name="connsiteX3057" fmla="*/ 283369 w 381000"/>
                <a:gd name="connsiteY3057" fmla="*/ 579596 h 800100"/>
                <a:gd name="connsiteX3058" fmla="*/ 283750 w 381000"/>
                <a:gd name="connsiteY3058" fmla="*/ 580263 h 800100"/>
                <a:gd name="connsiteX3059" fmla="*/ 285274 w 381000"/>
                <a:gd name="connsiteY3059" fmla="*/ 581978 h 800100"/>
                <a:gd name="connsiteX3060" fmla="*/ 286036 w 381000"/>
                <a:gd name="connsiteY3060" fmla="*/ 583502 h 800100"/>
                <a:gd name="connsiteX3061" fmla="*/ 286131 w 381000"/>
                <a:gd name="connsiteY3061" fmla="*/ 584930 h 800100"/>
                <a:gd name="connsiteX3062" fmla="*/ 286131 w 381000"/>
                <a:gd name="connsiteY3062" fmla="*/ 586359 h 800100"/>
                <a:gd name="connsiteX3063" fmla="*/ 286226 w 381000"/>
                <a:gd name="connsiteY3063" fmla="*/ 587978 h 800100"/>
                <a:gd name="connsiteX3064" fmla="*/ 287560 w 381000"/>
                <a:gd name="connsiteY3064" fmla="*/ 593884 h 800100"/>
                <a:gd name="connsiteX3065" fmla="*/ 287655 w 381000"/>
                <a:gd name="connsiteY3065" fmla="*/ 595598 h 800100"/>
                <a:gd name="connsiteX3066" fmla="*/ 286607 w 381000"/>
                <a:gd name="connsiteY3066" fmla="*/ 596741 h 800100"/>
                <a:gd name="connsiteX3067" fmla="*/ 286321 w 381000"/>
                <a:gd name="connsiteY3067" fmla="*/ 597408 h 800100"/>
                <a:gd name="connsiteX3068" fmla="*/ 285940 w 381000"/>
                <a:gd name="connsiteY3068" fmla="*/ 597980 h 800100"/>
                <a:gd name="connsiteX3069" fmla="*/ 285845 w 381000"/>
                <a:gd name="connsiteY3069" fmla="*/ 598551 h 800100"/>
                <a:gd name="connsiteX3070" fmla="*/ 286226 w 381000"/>
                <a:gd name="connsiteY3070" fmla="*/ 599218 h 800100"/>
                <a:gd name="connsiteX3071" fmla="*/ 286226 w 381000"/>
                <a:gd name="connsiteY3071" fmla="*/ 599218 h 800100"/>
                <a:gd name="connsiteX3072" fmla="*/ 286226 w 381000"/>
                <a:gd name="connsiteY3072" fmla="*/ 599218 h 800100"/>
                <a:gd name="connsiteX3073" fmla="*/ 286226 w 381000"/>
                <a:gd name="connsiteY3073" fmla="*/ 600456 h 800100"/>
                <a:gd name="connsiteX3074" fmla="*/ 284702 w 381000"/>
                <a:gd name="connsiteY3074" fmla="*/ 604838 h 800100"/>
                <a:gd name="connsiteX3075" fmla="*/ 284416 w 381000"/>
                <a:gd name="connsiteY3075" fmla="*/ 606171 h 800100"/>
                <a:gd name="connsiteX3076" fmla="*/ 284036 w 381000"/>
                <a:gd name="connsiteY3076" fmla="*/ 607409 h 800100"/>
                <a:gd name="connsiteX3077" fmla="*/ 283273 w 381000"/>
                <a:gd name="connsiteY3077" fmla="*/ 608362 h 800100"/>
                <a:gd name="connsiteX3078" fmla="*/ 281940 w 381000"/>
                <a:gd name="connsiteY3078" fmla="*/ 608933 h 800100"/>
                <a:gd name="connsiteX3079" fmla="*/ 280702 w 381000"/>
                <a:gd name="connsiteY3079" fmla="*/ 609790 h 800100"/>
                <a:gd name="connsiteX3080" fmla="*/ 278892 w 381000"/>
                <a:gd name="connsiteY3080" fmla="*/ 612172 h 800100"/>
                <a:gd name="connsiteX3081" fmla="*/ 277654 w 381000"/>
                <a:gd name="connsiteY3081" fmla="*/ 612267 h 800100"/>
                <a:gd name="connsiteX3082" fmla="*/ 276606 w 381000"/>
                <a:gd name="connsiteY3082" fmla="*/ 611410 h 800100"/>
                <a:gd name="connsiteX3083" fmla="*/ 274987 w 381000"/>
                <a:gd name="connsiteY3083" fmla="*/ 608933 h 800100"/>
                <a:gd name="connsiteX3084" fmla="*/ 273748 w 381000"/>
                <a:gd name="connsiteY3084" fmla="*/ 608171 h 800100"/>
                <a:gd name="connsiteX3085" fmla="*/ 271463 w 381000"/>
                <a:gd name="connsiteY3085" fmla="*/ 608362 h 800100"/>
                <a:gd name="connsiteX3086" fmla="*/ 268891 w 381000"/>
                <a:gd name="connsiteY3086" fmla="*/ 609124 h 800100"/>
                <a:gd name="connsiteX3087" fmla="*/ 268033 w 381000"/>
                <a:gd name="connsiteY3087" fmla="*/ 609410 h 800100"/>
                <a:gd name="connsiteX3088" fmla="*/ 264890 w 381000"/>
                <a:gd name="connsiteY3088" fmla="*/ 610934 h 800100"/>
                <a:gd name="connsiteX3089" fmla="*/ 263366 w 381000"/>
                <a:gd name="connsiteY3089" fmla="*/ 612553 h 800100"/>
                <a:gd name="connsiteX3090" fmla="*/ 262985 w 381000"/>
                <a:gd name="connsiteY3090" fmla="*/ 613315 h 800100"/>
                <a:gd name="connsiteX3091" fmla="*/ 262319 w 381000"/>
                <a:gd name="connsiteY3091" fmla="*/ 613886 h 800100"/>
                <a:gd name="connsiteX3092" fmla="*/ 260890 w 381000"/>
                <a:gd name="connsiteY3092" fmla="*/ 614839 h 800100"/>
                <a:gd name="connsiteX3093" fmla="*/ 259271 w 381000"/>
                <a:gd name="connsiteY3093" fmla="*/ 616934 h 800100"/>
                <a:gd name="connsiteX3094" fmla="*/ 255651 w 381000"/>
                <a:gd name="connsiteY3094" fmla="*/ 620554 h 800100"/>
                <a:gd name="connsiteX3095" fmla="*/ 254413 w 381000"/>
                <a:gd name="connsiteY3095" fmla="*/ 621411 h 800100"/>
                <a:gd name="connsiteX3096" fmla="*/ 252413 w 381000"/>
                <a:gd name="connsiteY3096" fmla="*/ 622173 h 800100"/>
                <a:gd name="connsiteX3097" fmla="*/ 250507 w 381000"/>
                <a:gd name="connsiteY3097" fmla="*/ 622363 h 800100"/>
                <a:gd name="connsiteX3098" fmla="*/ 246507 w 381000"/>
                <a:gd name="connsiteY3098" fmla="*/ 622078 h 800100"/>
                <a:gd name="connsiteX3099" fmla="*/ 245840 w 381000"/>
                <a:gd name="connsiteY3099" fmla="*/ 622173 h 800100"/>
                <a:gd name="connsiteX3100" fmla="*/ 244888 w 381000"/>
                <a:gd name="connsiteY3100" fmla="*/ 622268 h 800100"/>
                <a:gd name="connsiteX3101" fmla="*/ 243649 w 381000"/>
                <a:gd name="connsiteY3101" fmla="*/ 623030 h 800100"/>
                <a:gd name="connsiteX3102" fmla="*/ 242792 w 381000"/>
                <a:gd name="connsiteY3102" fmla="*/ 624269 h 800100"/>
                <a:gd name="connsiteX3103" fmla="*/ 242221 w 381000"/>
                <a:gd name="connsiteY3103" fmla="*/ 625983 h 800100"/>
                <a:gd name="connsiteX3104" fmla="*/ 241173 w 381000"/>
                <a:gd name="connsiteY3104" fmla="*/ 627316 h 800100"/>
                <a:gd name="connsiteX3105" fmla="*/ 240030 w 381000"/>
                <a:gd name="connsiteY3105" fmla="*/ 627602 h 800100"/>
                <a:gd name="connsiteX3106" fmla="*/ 237363 w 381000"/>
                <a:gd name="connsiteY3106" fmla="*/ 627031 h 800100"/>
                <a:gd name="connsiteX3107" fmla="*/ 237744 w 381000"/>
                <a:gd name="connsiteY3107" fmla="*/ 627793 h 800100"/>
                <a:gd name="connsiteX3108" fmla="*/ 233172 w 381000"/>
                <a:gd name="connsiteY3108" fmla="*/ 627126 h 800100"/>
                <a:gd name="connsiteX3109" fmla="*/ 230696 w 381000"/>
                <a:gd name="connsiteY3109" fmla="*/ 627126 h 800100"/>
                <a:gd name="connsiteX3110" fmla="*/ 229076 w 381000"/>
                <a:gd name="connsiteY3110" fmla="*/ 628269 h 800100"/>
                <a:gd name="connsiteX3111" fmla="*/ 228410 w 381000"/>
                <a:gd name="connsiteY3111" fmla="*/ 628269 h 800100"/>
                <a:gd name="connsiteX3112" fmla="*/ 228124 w 381000"/>
                <a:gd name="connsiteY3112" fmla="*/ 627888 h 800100"/>
                <a:gd name="connsiteX3113" fmla="*/ 227933 w 381000"/>
                <a:gd name="connsiteY3113" fmla="*/ 627412 h 800100"/>
                <a:gd name="connsiteX3114" fmla="*/ 227457 w 381000"/>
                <a:gd name="connsiteY3114" fmla="*/ 627031 h 800100"/>
                <a:gd name="connsiteX3115" fmla="*/ 226790 w 381000"/>
                <a:gd name="connsiteY3115" fmla="*/ 626936 h 800100"/>
                <a:gd name="connsiteX3116" fmla="*/ 226219 w 381000"/>
                <a:gd name="connsiteY3116" fmla="*/ 626936 h 800100"/>
                <a:gd name="connsiteX3117" fmla="*/ 224980 w 381000"/>
                <a:gd name="connsiteY3117" fmla="*/ 627221 h 800100"/>
                <a:gd name="connsiteX3118" fmla="*/ 225076 w 381000"/>
                <a:gd name="connsiteY3118" fmla="*/ 627412 h 800100"/>
                <a:gd name="connsiteX3119" fmla="*/ 225457 w 381000"/>
                <a:gd name="connsiteY3119" fmla="*/ 628650 h 800100"/>
                <a:gd name="connsiteX3120" fmla="*/ 226981 w 381000"/>
                <a:gd name="connsiteY3120" fmla="*/ 631603 h 800100"/>
                <a:gd name="connsiteX3121" fmla="*/ 227266 w 381000"/>
                <a:gd name="connsiteY3121" fmla="*/ 632936 h 800100"/>
                <a:gd name="connsiteX3122" fmla="*/ 227171 w 381000"/>
                <a:gd name="connsiteY3122" fmla="*/ 633031 h 800100"/>
                <a:gd name="connsiteX3123" fmla="*/ 226409 w 381000"/>
                <a:gd name="connsiteY3123" fmla="*/ 634270 h 800100"/>
                <a:gd name="connsiteX3124" fmla="*/ 226314 w 381000"/>
                <a:gd name="connsiteY3124" fmla="*/ 634651 h 800100"/>
                <a:gd name="connsiteX3125" fmla="*/ 226314 w 381000"/>
                <a:gd name="connsiteY3125" fmla="*/ 635698 h 800100"/>
                <a:gd name="connsiteX3126" fmla="*/ 226219 w 381000"/>
                <a:gd name="connsiteY3126" fmla="*/ 636175 h 800100"/>
                <a:gd name="connsiteX3127" fmla="*/ 225838 w 381000"/>
                <a:gd name="connsiteY3127" fmla="*/ 636937 h 800100"/>
                <a:gd name="connsiteX3128" fmla="*/ 225457 w 381000"/>
                <a:gd name="connsiteY3128" fmla="*/ 637699 h 800100"/>
                <a:gd name="connsiteX3129" fmla="*/ 225171 w 381000"/>
                <a:gd name="connsiteY3129" fmla="*/ 638461 h 800100"/>
                <a:gd name="connsiteX3130" fmla="*/ 225266 w 381000"/>
                <a:gd name="connsiteY3130" fmla="*/ 639318 h 800100"/>
                <a:gd name="connsiteX3131" fmla="*/ 226695 w 381000"/>
                <a:gd name="connsiteY3131" fmla="*/ 641795 h 800100"/>
                <a:gd name="connsiteX3132" fmla="*/ 227171 w 381000"/>
                <a:gd name="connsiteY3132" fmla="*/ 642938 h 800100"/>
                <a:gd name="connsiteX3133" fmla="*/ 227171 w 381000"/>
                <a:gd name="connsiteY3133" fmla="*/ 643033 h 800100"/>
                <a:gd name="connsiteX3134" fmla="*/ 226695 w 381000"/>
                <a:gd name="connsiteY3134" fmla="*/ 643890 h 800100"/>
                <a:gd name="connsiteX3135" fmla="*/ 226028 w 381000"/>
                <a:gd name="connsiteY3135" fmla="*/ 643890 h 800100"/>
                <a:gd name="connsiteX3136" fmla="*/ 225362 w 381000"/>
                <a:gd name="connsiteY3136" fmla="*/ 643509 h 800100"/>
                <a:gd name="connsiteX3137" fmla="*/ 224219 w 381000"/>
                <a:gd name="connsiteY3137" fmla="*/ 642747 h 800100"/>
                <a:gd name="connsiteX3138" fmla="*/ 223456 w 381000"/>
                <a:gd name="connsiteY3138" fmla="*/ 642461 h 800100"/>
                <a:gd name="connsiteX3139" fmla="*/ 222980 w 381000"/>
                <a:gd name="connsiteY3139" fmla="*/ 642366 h 800100"/>
                <a:gd name="connsiteX3140" fmla="*/ 222409 w 381000"/>
                <a:gd name="connsiteY3140" fmla="*/ 642461 h 800100"/>
                <a:gd name="connsiteX3141" fmla="*/ 219456 w 381000"/>
                <a:gd name="connsiteY3141" fmla="*/ 643223 h 800100"/>
                <a:gd name="connsiteX3142" fmla="*/ 218789 w 381000"/>
                <a:gd name="connsiteY3142" fmla="*/ 643128 h 800100"/>
                <a:gd name="connsiteX3143" fmla="*/ 218313 w 381000"/>
                <a:gd name="connsiteY3143" fmla="*/ 642747 h 800100"/>
                <a:gd name="connsiteX3144" fmla="*/ 217551 w 381000"/>
                <a:gd name="connsiteY3144" fmla="*/ 641604 h 800100"/>
                <a:gd name="connsiteX3145" fmla="*/ 217170 w 381000"/>
                <a:gd name="connsiteY3145" fmla="*/ 641128 h 800100"/>
                <a:gd name="connsiteX3146" fmla="*/ 216122 w 381000"/>
                <a:gd name="connsiteY3146" fmla="*/ 640556 h 800100"/>
                <a:gd name="connsiteX3147" fmla="*/ 212503 w 381000"/>
                <a:gd name="connsiteY3147" fmla="*/ 639413 h 800100"/>
                <a:gd name="connsiteX3148" fmla="*/ 210312 w 381000"/>
                <a:gd name="connsiteY3148" fmla="*/ 639413 h 800100"/>
                <a:gd name="connsiteX3149" fmla="*/ 207550 w 381000"/>
                <a:gd name="connsiteY3149" fmla="*/ 638556 h 800100"/>
                <a:gd name="connsiteX3150" fmla="*/ 205169 w 381000"/>
                <a:gd name="connsiteY3150" fmla="*/ 638175 h 800100"/>
                <a:gd name="connsiteX3151" fmla="*/ 203930 w 381000"/>
                <a:gd name="connsiteY3151" fmla="*/ 639509 h 800100"/>
                <a:gd name="connsiteX3152" fmla="*/ 203930 w 381000"/>
                <a:gd name="connsiteY3152" fmla="*/ 640271 h 800100"/>
                <a:gd name="connsiteX3153" fmla="*/ 203835 w 381000"/>
                <a:gd name="connsiteY3153" fmla="*/ 641032 h 800100"/>
                <a:gd name="connsiteX3154" fmla="*/ 203549 w 381000"/>
                <a:gd name="connsiteY3154" fmla="*/ 641699 h 800100"/>
                <a:gd name="connsiteX3155" fmla="*/ 202121 w 381000"/>
                <a:gd name="connsiteY3155" fmla="*/ 643223 h 800100"/>
                <a:gd name="connsiteX3156" fmla="*/ 201644 w 381000"/>
                <a:gd name="connsiteY3156" fmla="*/ 644366 h 800100"/>
                <a:gd name="connsiteX3157" fmla="*/ 200978 w 381000"/>
                <a:gd name="connsiteY3157" fmla="*/ 645128 h 800100"/>
                <a:gd name="connsiteX3158" fmla="*/ 199454 w 381000"/>
                <a:gd name="connsiteY3158" fmla="*/ 645033 h 800100"/>
                <a:gd name="connsiteX3159" fmla="*/ 196977 w 381000"/>
                <a:gd name="connsiteY3159" fmla="*/ 644080 h 800100"/>
                <a:gd name="connsiteX3160" fmla="*/ 196120 w 381000"/>
                <a:gd name="connsiteY3160" fmla="*/ 644271 h 800100"/>
                <a:gd name="connsiteX3161" fmla="*/ 195072 w 381000"/>
                <a:gd name="connsiteY3161" fmla="*/ 645128 h 800100"/>
                <a:gd name="connsiteX3162" fmla="*/ 194881 w 381000"/>
                <a:gd name="connsiteY3162" fmla="*/ 645223 h 800100"/>
                <a:gd name="connsiteX3163" fmla="*/ 194215 w 381000"/>
                <a:gd name="connsiteY3163" fmla="*/ 645986 h 800100"/>
                <a:gd name="connsiteX3164" fmla="*/ 193643 w 381000"/>
                <a:gd name="connsiteY3164" fmla="*/ 646938 h 800100"/>
                <a:gd name="connsiteX3165" fmla="*/ 193453 w 381000"/>
                <a:gd name="connsiteY3165" fmla="*/ 647986 h 800100"/>
                <a:gd name="connsiteX3166" fmla="*/ 193643 w 381000"/>
                <a:gd name="connsiteY3166" fmla="*/ 648272 h 800100"/>
                <a:gd name="connsiteX3167" fmla="*/ 194215 w 381000"/>
                <a:gd name="connsiteY3167" fmla="*/ 649129 h 800100"/>
                <a:gd name="connsiteX3168" fmla="*/ 194881 w 381000"/>
                <a:gd name="connsiteY3168" fmla="*/ 649510 h 800100"/>
                <a:gd name="connsiteX3169" fmla="*/ 196310 w 381000"/>
                <a:gd name="connsiteY3169" fmla="*/ 649796 h 800100"/>
                <a:gd name="connsiteX3170" fmla="*/ 196882 w 381000"/>
                <a:gd name="connsiteY3170" fmla="*/ 650177 h 800100"/>
                <a:gd name="connsiteX3171" fmla="*/ 197167 w 381000"/>
                <a:gd name="connsiteY3171" fmla="*/ 650748 h 800100"/>
                <a:gd name="connsiteX3172" fmla="*/ 197263 w 381000"/>
                <a:gd name="connsiteY3172" fmla="*/ 651415 h 800100"/>
                <a:gd name="connsiteX3173" fmla="*/ 197167 w 381000"/>
                <a:gd name="connsiteY3173" fmla="*/ 652844 h 800100"/>
                <a:gd name="connsiteX3174" fmla="*/ 198025 w 381000"/>
                <a:gd name="connsiteY3174" fmla="*/ 655701 h 800100"/>
                <a:gd name="connsiteX3175" fmla="*/ 198120 w 381000"/>
                <a:gd name="connsiteY3175" fmla="*/ 656558 h 800100"/>
                <a:gd name="connsiteX3176" fmla="*/ 197929 w 381000"/>
                <a:gd name="connsiteY3176" fmla="*/ 657320 h 800100"/>
                <a:gd name="connsiteX3177" fmla="*/ 197358 w 381000"/>
                <a:gd name="connsiteY3177" fmla="*/ 659130 h 800100"/>
                <a:gd name="connsiteX3178" fmla="*/ 196501 w 381000"/>
                <a:gd name="connsiteY3178" fmla="*/ 663130 h 800100"/>
                <a:gd name="connsiteX3179" fmla="*/ 196596 w 381000"/>
                <a:gd name="connsiteY3179" fmla="*/ 663893 h 800100"/>
                <a:gd name="connsiteX3180" fmla="*/ 197263 w 381000"/>
                <a:gd name="connsiteY3180" fmla="*/ 664464 h 800100"/>
                <a:gd name="connsiteX3181" fmla="*/ 198120 w 381000"/>
                <a:gd name="connsiteY3181" fmla="*/ 664655 h 800100"/>
                <a:gd name="connsiteX3182" fmla="*/ 198787 w 381000"/>
                <a:gd name="connsiteY3182" fmla="*/ 665036 h 800100"/>
                <a:gd name="connsiteX3183" fmla="*/ 198882 w 381000"/>
                <a:gd name="connsiteY3183" fmla="*/ 666179 h 800100"/>
                <a:gd name="connsiteX3184" fmla="*/ 198882 w 381000"/>
                <a:gd name="connsiteY3184" fmla="*/ 666179 h 800100"/>
                <a:gd name="connsiteX3185" fmla="*/ 199454 w 381000"/>
                <a:gd name="connsiteY3185" fmla="*/ 667703 h 800100"/>
                <a:gd name="connsiteX3186" fmla="*/ 200501 w 381000"/>
                <a:gd name="connsiteY3186" fmla="*/ 668560 h 800100"/>
                <a:gd name="connsiteX3187" fmla="*/ 203359 w 381000"/>
                <a:gd name="connsiteY3187" fmla="*/ 669227 h 800100"/>
                <a:gd name="connsiteX3188" fmla="*/ 204121 w 381000"/>
                <a:gd name="connsiteY3188" fmla="*/ 669988 h 800100"/>
                <a:gd name="connsiteX3189" fmla="*/ 205359 w 381000"/>
                <a:gd name="connsiteY3189" fmla="*/ 671989 h 800100"/>
                <a:gd name="connsiteX3190" fmla="*/ 206121 w 381000"/>
                <a:gd name="connsiteY3190" fmla="*/ 672846 h 800100"/>
                <a:gd name="connsiteX3191" fmla="*/ 207931 w 381000"/>
                <a:gd name="connsiteY3191" fmla="*/ 674370 h 800100"/>
                <a:gd name="connsiteX3192" fmla="*/ 208597 w 381000"/>
                <a:gd name="connsiteY3192" fmla="*/ 675227 h 800100"/>
                <a:gd name="connsiteX3193" fmla="*/ 209169 w 381000"/>
                <a:gd name="connsiteY3193" fmla="*/ 676370 h 800100"/>
                <a:gd name="connsiteX3194" fmla="*/ 209740 w 381000"/>
                <a:gd name="connsiteY3194" fmla="*/ 675227 h 800100"/>
                <a:gd name="connsiteX3195" fmla="*/ 210503 w 381000"/>
                <a:gd name="connsiteY3195" fmla="*/ 674751 h 800100"/>
                <a:gd name="connsiteX3196" fmla="*/ 211455 w 381000"/>
                <a:gd name="connsiteY3196" fmla="*/ 674941 h 800100"/>
                <a:gd name="connsiteX3197" fmla="*/ 212407 w 381000"/>
                <a:gd name="connsiteY3197" fmla="*/ 675704 h 800100"/>
                <a:gd name="connsiteX3198" fmla="*/ 212979 w 381000"/>
                <a:gd name="connsiteY3198" fmla="*/ 676656 h 800100"/>
                <a:gd name="connsiteX3199" fmla="*/ 213836 w 381000"/>
                <a:gd name="connsiteY3199" fmla="*/ 679704 h 800100"/>
                <a:gd name="connsiteX3200" fmla="*/ 214408 w 381000"/>
                <a:gd name="connsiteY3200" fmla="*/ 680752 h 800100"/>
                <a:gd name="connsiteX3201" fmla="*/ 214027 w 381000"/>
                <a:gd name="connsiteY3201" fmla="*/ 681038 h 800100"/>
                <a:gd name="connsiteX3202" fmla="*/ 213455 w 381000"/>
                <a:gd name="connsiteY3202" fmla="*/ 681038 h 800100"/>
                <a:gd name="connsiteX3203" fmla="*/ 212312 w 381000"/>
                <a:gd name="connsiteY3203" fmla="*/ 681038 h 800100"/>
                <a:gd name="connsiteX3204" fmla="*/ 211360 w 381000"/>
                <a:gd name="connsiteY3204" fmla="*/ 681133 h 800100"/>
                <a:gd name="connsiteX3205" fmla="*/ 211169 w 381000"/>
                <a:gd name="connsiteY3205" fmla="*/ 681323 h 800100"/>
                <a:gd name="connsiteX3206" fmla="*/ 210883 w 381000"/>
                <a:gd name="connsiteY3206" fmla="*/ 681895 h 800100"/>
                <a:gd name="connsiteX3207" fmla="*/ 210979 w 381000"/>
                <a:gd name="connsiteY3207" fmla="*/ 681990 h 800100"/>
                <a:gd name="connsiteX3208" fmla="*/ 210883 w 381000"/>
                <a:gd name="connsiteY3208" fmla="*/ 683323 h 800100"/>
                <a:gd name="connsiteX3209" fmla="*/ 210788 w 381000"/>
                <a:gd name="connsiteY3209" fmla="*/ 683419 h 800100"/>
                <a:gd name="connsiteX3210" fmla="*/ 211074 w 381000"/>
                <a:gd name="connsiteY3210" fmla="*/ 684276 h 800100"/>
                <a:gd name="connsiteX3211" fmla="*/ 212407 w 381000"/>
                <a:gd name="connsiteY3211" fmla="*/ 686753 h 800100"/>
                <a:gd name="connsiteX3212" fmla="*/ 213741 w 381000"/>
                <a:gd name="connsiteY3212" fmla="*/ 691896 h 800100"/>
                <a:gd name="connsiteX3213" fmla="*/ 212598 w 381000"/>
                <a:gd name="connsiteY3213" fmla="*/ 690944 h 800100"/>
                <a:gd name="connsiteX3214" fmla="*/ 211264 w 381000"/>
                <a:gd name="connsiteY3214" fmla="*/ 690563 h 800100"/>
                <a:gd name="connsiteX3215" fmla="*/ 208312 w 381000"/>
                <a:gd name="connsiteY3215" fmla="*/ 690277 h 800100"/>
                <a:gd name="connsiteX3216" fmla="*/ 206883 w 381000"/>
                <a:gd name="connsiteY3216" fmla="*/ 689801 h 800100"/>
                <a:gd name="connsiteX3217" fmla="*/ 205454 w 381000"/>
                <a:gd name="connsiteY3217" fmla="*/ 689038 h 800100"/>
                <a:gd name="connsiteX3218" fmla="*/ 204121 w 381000"/>
                <a:gd name="connsiteY3218" fmla="*/ 688086 h 800100"/>
                <a:gd name="connsiteX3219" fmla="*/ 203168 w 381000"/>
                <a:gd name="connsiteY3219" fmla="*/ 686943 h 800100"/>
                <a:gd name="connsiteX3220" fmla="*/ 202692 w 381000"/>
                <a:gd name="connsiteY3220" fmla="*/ 686372 h 800100"/>
                <a:gd name="connsiteX3221" fmla="*/ 200978 w 381000"/>
                <a:gd name="connsiteY3221" fmla="*/ 684943 h 800100"/>
                <a:gd name="connsiteX3222" fmla="*/ 200882 w 381000"/>
                <a:gd name="connsiteY3222" fmla="*/ 685800 h 800100"/>
                <a:gd name="connsiteX3223" fmla="*/ 200406 w 381000"/>
                <a:gd name="connsiteY3223" fmla="*/ 686943 h 800100"/>
                <a:gd name="connsiteX3224" fmla="*/ 199739 w 381000"/>
                <a:gd name="connsiteY3224" fmla="*/ 687991 h 800100"/>
                <a:gd name="connsiteX3225" fmla="*/ 199263 w 381000"/>
                <a:gd name="connsiteY3225" fmla="*/ 688562 h 800100"/>
                <a:gd name="connsiteX3226" fmla="*/ 198215 w 381000"/>
                <a:gd name="connsiteY3226" fmla="*/ 688562 h 800100"/>
                <a:gd name="connsiteX3227" fmla="*/ 197263 w 381000"/>
                <a:gd name="connsiteY3227" fmla="*/ 687991 h 800100"/>
                <a:gd name="connsiteX3228" fmla="*/ 196596 w 381000"/>
                <a:gd name="connsiteY3228" fmla="*/ 687134 h 800100"/>
                <a:gd name="connsiteX3229" fmla="*/ 196215 w 381000"/>
                <a:gd name="connsiteY3229" fmla="*/ 686372 h 800100"/>
                <a:gd name="connsiteX3230" fmla="*/ 195644 w 381000"/>
                <a:gd name="connsiteY3230" fmla="*/ 684562 h 800100"/>
                <a:gd name="connsiteX3231" fmla="*/ 195263 w 381000"/>
                <a:gd name="connsiteY3231" fmla="*/ 683800 h 800100"/>
                <a:gd name="connsiteX3232" fmla="*/ 193453 w 381000"/>
                <a:gd name="connsiteY3232" fmla="*/ 681323 h 800100"/>
                <a:gd name="connsiteX3233" fmla="*/ 192500 w 381000"/>
                <a:gd name="connsiteY3233" fmla="*/ 679704 h 800100"/>
                <a:gd name="connsiteX3234" fmla="*/ 191643 w 381000"/>
                <a:gd name="connsiteY3234" fmla="*/ 678656 h 800100"/>
                <a:gd name="connsiteX3235" fmla="*/ 190214 w 381000"/>
                <a:gd name="connsiteY3235" fmla="*/ 678466 h 800100"/>
                <a:gd name="connsiteX3236" fmla="*/ 188690 w 381000"/>
                <a:gd name="connsiteY3236" fmla="*/ 678942 h 800100"/>
                <a:gd name="connsiteX3237" fmla="*/ 187452 w 381000"/>
                <a:gd name="connsiteY3237" fmla="*/ 679704 h 800100"/>
                <a:gd name="connsiteX3238" fmla="*/ 187452 w 381000"/>
                <a:gd name="connsiteY3238" fmla="*/ 679704 h 800100"/>
                <a:gd name="connsiteX3239" fmla="*/ 186499 w 381000"/>
                <a:gd name="connsiteY3239" fmla="*/ 680371 h 800100"/>
                <a:gd name="connsiteX3240" fmla="*/ 185261 w 381000"/>
                <a:gd name="connsiteY3240" fmla="*/ 680942 h 800100"/>
                <a:gd name="connsiteX3241" fmla="*/ 184499 w 381000"/>
                <a:gd name="connsiteY3241" fmla="*/ 681133 h 800100"/>
                <a:gd name="connsiteX3242" fmla="*/ 179546 w 381000"/>
                <a:gd name="connsiteY3242" fmla="*/ 682180 h 800100"/>
                <a:gd name="connsiteX3243" fmla="*/ 176879 w 381000"/>
                <a:gd name="connsiteY3243" fmla="*/ 682752 h 800100"/>
                <a:gd name="connsiteX3244" fmla="*/ 176498 w 381000"/>
                <a:gd name="connsiteY3244" fmla="*/ 682752 h 800100"/>
                <a:gd name="connsiteX3245" fmla="*/ 175355 w 381000"/>
                <a:gd name="connsiteY3245" fmla="*/ 682180 h 800100"/>
                <a:gd name="connsiteX3246" fmla="*/ 173831 w 381000"/>
                <a:gd name="connsiteY3246" fmla="*/ 681799 h 800100"/>
                <a:gd name="connsiteX3247" fmla="*/ 173546 w 381000"/>
                <a:gd name="connsiteY3247" fmla="*/ 681704 h 800100"/>
                <a:gd name="connsiteX3248" fmla="*/ 172879 w 381000"/>
                <a:gd name="connsiteY3248" fmla="*/ 682180 h 800100"/>
                <a:gd name="connsiteX3249" fmla="*/ 170783 w 381000"/>
                <a:gd name="connsiteY3249" fmla="*/ 684657 h 800100"/>
                <a:gd name="connsiteX3250" fmla="*/ 169164 w 381000"/>
                <a:gd name="connsiteY3250" fmla="*/ 687800 h 800100"/>
                <a:gd name="connsiteX3251" fmla="*/ 168688 w 381000"/>
                <a:gd name="connsiteY3251" fmla="*/ 688277 h 800100"/>
                <a:gd name="connsiteX3252" fmla="*/ 167926 w 381000"/>
                <a:gd name="connsiteY3252" fmla="*/ 687991 h 800100"/>
                <a:gd name="connsiteX3253" fmla="*/ 166116 w 381000"/>
                <a:gd name="connsiteY3253" fmla="*/ 686372 h 800100"/>
                <a:gd name="connsiteX3254" fmla="*/ 165354 w 381000"/>
                <a:gd name="connsiteY3254" fmla="*/ 685800 h 800100"/>
                <a:gd name="connsiteX3255" fmla="*/ 163068 w 381000"/>
                <a:gd name="connsiteY3255" fmla="*/ 685419 h 800100"/>
                <a:gd name="connsiteX3256" fmla="*/ 157924 w 381000"/>
                <a:gd name="connsiteY3256" fmla="*/ 684466 h 800100"/>
                <a:gd name="connsiteX3257" fmla="*/ 157163 w 381000"/>
                <a:gd name="connsiteY3257" fmla="*/ 684181 h 800100"/>
                <a:gd name="connsiteX3258" fmla="*/ 156591 w 381000"/>
                <a:gd name="connsiteY3258" fmla="*/ 683419 h 800100"/>
                <a:gd name="connsiteX3259" fmla="*/ 156496 w 381000"/>
                <a:gd name="connsiteY3259" fmla="*/ 682752 h 800100"/>
                <a:gd name="connsiteX3260" fmla="*/ 156210 w 381000"/>
                <a:gd name="connsiteY3260" fmla="*/ 682562 h 800100"/>
                <a:gd name="connsiteX3261" fmla="*/ 155067 w 381000"/>
                <a:gd name="connsiteY3261" fmla="*/ 683133 h 800100"/>
                <a:gd name="connsiteX3262" fmla="*/ 154400 w 381000"/>
                <a:gd name="connsiteY3262" fmla="*/ 683609 h 800100"/>
                <a:gd name="connsiteX3263" fmla="*/ 154210 w 381000"/>
                <a:gd name="connsiteY3263" fmla="*/ 683800 h 800100"/>
                <a:gd name="connsiteX3264" fmla="*/ 153733 w 381000"/>
                <a:gd name="connsiteY3264" fmla="*/ 684276 h 800100"/>
                <a:gd name="connsiteX3265" fmla="*/ 153162 w 381000"/>
                <a:gd name="connsiteY3265" fmla="*/ 685038 h 800100"/>
                <a:gd name="connsiteX3266" fmla="*/ 152781 w 381000"/>
                <a:gd name="connsiteY3266" fmla="*/ 685895 h 800100"/>
                <a:gd name="connsiteX3267" fmla="*/ 152971 w 381000"/>
                <a:gd name="connsiteY3267" fmla="*/ 687705 h 800100"/>
                <a:gd name="connsiteX3268" fmla="*/ 153829 w 381000"/>
                <a:gd name="connsiteY3268" fmla="*/ 689705 h 800100"/>
                <a:gd name="connsiteX3269" fmla="*/ 155734 w 381000"/>
                <a:gd name="connsiteY3269" fmla="*/ 693230 h 800100"/>
                <a:gd name="connsiteX3270" fmla="*/ 155734 w 381000"/>
                <a:gd name="connsiteY3270" fmla="*/ 694944 h 800100"/>
                <a:gd name="connsiteX3271" fmla="*/ 154496 w 381000"/>
                <a:gd name="connsiteY3271" fmla="*/ 696182 h 800100"/>
                <a:gd name="connsiteX3272" fmla="*/ 149352 w 381000"/>
                <a:gd name="connsiteY3272" fmla="*/ 698849 h 800100"/>
                <a:gd name="connsiteX3273" fmla="*/ 148685 w 381000"/>
                <a:gd name="connsiteY3273" fmla="*/ 699421 h 800100"/>
                <a:gd name="connsiteX3274" fmla="*/ 148114 w 381000"/>
                <a:gd name="connsiteY3274" fmla="*/ 700088 h 800100"/>
                <a:gd name="connsiteX3275" fmla="*/ 145923 w 381000"/>
                <a:gd name="connsiteY3275" fmla="*/ 703421 h 800100"/>
                <a:gd name="connsiteX3276" fmla="*/ 144685 w 381000"/>
                <a:gd name="connsiteY3276" fmla="*/ 704755 h 800100"/>
                <a:gd name="connsiteX3277" fmla="*/ 142780 w 381000"/>
                <a:gd name="connsiteY3277" fmla="*/ 705517 h 800100"/>
                <a:gd name="connsiteX3278" fmla="*/ 140398 w 381000"/>
                <a:gd name="connsiteY3278" fmla="*/ 705612 h 800100"/>
                <a:gd name="connsiteX3279" fmla="*/ 137827 w 381000"/>
                <a:gd name="connsiteY3279" fmla="*/ 705326 h 800100"/>
                <a:gd name="connsiteX3280" fmla="*/ 136588 w 381000"/>
                <a:gd name="connsiteY3280" fmla="*/ 705136 h 800100"/>
                <a:gd name="connsiteX3281" fmla="*/ 132588 w 381000"/>
                <a:gd name="connsiteY3281" fmla="*/ 704660 h 800100"/>
                <a:gd name="connsiteX3282" fmla="*/ 130302 w 381000"/>
                <a:gd name="connsiteY3282" fmla="*/ 704755 h 800100"/>
                <a:gd name="connsiteX3283" fmla="*/ 129445 w 381000"/>
                <a:gd name="connsiteY3283" fmla="*/ 704945 h 800100"/>
                <a:gd name="connsiteX3284" fmla="*/ 128778 w 381000"/>
                <a:gd name="connsiteY3284" fmla="*/ 705422 h 800100"/>
                <a:gd name="connsiteX3285" fmla="*/ 128302 w 381000"/>
                <a:gd name="connsiteY3285" fmla="*/ 706184 h 800100"/>
                <a:gd name="connsiteX3286" fmla="*/ 127825 w 381000"/>
                <a:gd name="connsiteY3286" fmla="*/ 707041 h 800100"/>
                <a:gd name="connsiteX3287" fmla="*/ 125635 w 381000"/>
                <a:gd name="connsiteY3287" fmla="*/ 710279 h 800100"/>
                <a:gd name="connsiteX3288" fmla="*/ 125063 w 381000"/>
                <a:gd name="connsiteY3288" fmla="*/ 710755 h 800100"/>
                <a:gd name="connsiteX3289" fmla="*/ 124301 w 381000"/>
                <a:gd name="connsiteY3289" fmla="*/ 710851 h 800100"/>
                <a:gd name="connsiteX3290" fmla="*/ 123349 w 381000"/>
                <a:gd name="connsiteY3290" fmla="*/ 710660 h 800100"/>
                <a:gd name="connsiteX3291" fmla="*/ 123539 w 381000"/>
                <a:gd name="connsiteY3291" fmla="*/ 711327 h 800100"/>
                <a:gd name="connsiteX3292" fmla="*/ 123444 w 381000"/>
                <a:gd name="connsiteY3292" fmla="*/ 712184 h 800100"/>
                <a:gd name="connsiteX3293" fmla="*/ 123444 w 381000"/>
                <a:gd name="connsiteY3293" fmla="*/ 712756 h 800100"/>
                <a:gd name="connsiteX3294" fmla="*/ 124301 w 381000"/>
                <a:gd name="connsiteY3294" fmla="*/ 712851 h 800100"/>
                <a:gd name="connsiteX3295" fmla="*/ 125158 w 381000"/>
                <a:gd name="connsiteY3295" fmla="*/ 712565 h 800100"/>
                <a:gd name="connsiteX3296" fmla="*/ 125825 w 381000"/>
                <a:gd name="connsiteY3296" fmla="*/ 712089 h 800100"/>
                <a:gd name="connsiteX3297" fmla="*/ 126397 w 381000"/>
                <a:gd name="connsiteY3297" fmla="*/ 711422 h 800100"/>
                <a:gd name="connsiteX3298" fmla="*/ 126778 w 381000"/>
                <a:gd name="connsiteY3298" fmla="*/ 710565 h 800100"/>
                <a:gd name="connsiteX3299" fmla="*/ 127159 w 381000"/>
                <a:gd name="connsiteY3299" fmla="*/ 710565 h 800100"/>
                <a:gd name="connsiteX3300" fmla="*/ 127445 w 381000"/>
                <a:gd name="connsiteY3300" fmla="*/ 711137 h 800100"/>
                <a:gd name="connsiteX3301" fmla="*/ 127445 w 381000"/>
                <a:gd name="connsiteY3301" fmla="*/ 711613 h 800100"/>
                <a:gd name="connsiteX3302" fmla="*/ 127159 w 381000"/>
                <a:gd name="connsiteY3302" fmla="*/ 712089 h 800100"/>
                <a:gd name="connsiteX3303" fmla="*/ 126778 w 381000"/>
                <a:gd name="connsiteY3303" fmla="*/ 712661 h 800100"/>
                <a:gd name="connsiteX3304" fmla="*/ 126302 w 381000"/>
                <a:gd name="connsiteY3304" fmla="*/ 712946 h 800100"/>
                <a:gd name="connsiteX3305" fmla="*/ 125921 w 381000"/>
                <a:gd name="connsiteY3305" fmla="*/ 712946 h 800100"/>
                <a:gd name="connsiteX3306" fmla="*/ 125730 w 381000"/>
                <a:gd name="connsiteY3306" fmla="*/ 713041 h 800100"/>
                <a:gd name="connsiteX3307" fmla="*/ 126016 w 381000"/>
                <a:gd name="connsiteY3307" fmla="*/ 713708 h 800100"/>
                <a:gd name="connsiteX3308" fmla="*/ 127159 w 381000"/>
                <a:gd name="connsiteY3308" fmla="*/ 715232 h 800100"/>
                <a:gd name="connsiteX3309" fmla="*/ 127730 w 381000"/>
                <a:gd name="connsiteY3309" fmla="*/ 716280 h 800100"/>
                <a:gd name="connsiteX3310" fmla="*/ 127825 w 381000"/>
                <a:gd name="connsiteY3310" fmla="*/ 717709 h 800100"/>
                <a:gd name="connsiteX3311" fmla="*/ 128302 w 381000"/>
                <a:gd name="connsiteY3311" fmla="*/ 717709 h 800100"/>
                <a:gd name="connsiteX3312" fmla="*/ 128302 w 381000"/>
                <a:gd name="connsiteY3312" fmla="*/ 717423 h 800100"/>
                <a:gd name="connsiteX3313" fmla="*/ 128397 w 381000"/>
                <a:gd name="connsiteY3313" fmla="*/ 717232 h 800100"/>
                <a:gd name="connsiteX3314" fmla="*/ 128588 w 381000"/>
                <a:gd name="connsiteY3314" fmla="*/ 716852 h 800100"/>
                <a:gd name="connsiteX3315" fmla="*/ 130016 w 381000"/>
                <a:gd name="connsiteY3315" fmla="*/ 717995 h 800100"/>
                <a:gd name="connsiteX3316" fmla="*/ 130492 w 381000"/>
                <a:gd name="connsiteY3316" fmla="*/ 718756 h 800100"/>
                <a:gd name="connsiteX3317" fmla="*/ 130683 w 381000"/>
                <a:gd name="connsiteY3317" fmla="*/ 719995 h 800100"/>
                <a:gd name="connsiteX3318" fmla="*/ 130683 w 381000"/>
                <a:gd name="connsiteY3318" fmla="*/ 721423 h 800100"/>
                <a:gd name="connsiteX3319" fmla="*/ 130873 w 381000"/>
                <a:gd name="connsiteY3319" fmla="*/ 721900 h 800100"/>
                <a:gd name="connsiteX3320" fmla="*/ 131540 w 381000"/>
                <a:gd name="connsiteY3320" fmla="*/ 722662 h 800100"/>
                <a:gd name="connsiteX3321" fmla="*/ 131731 w 381000"/>
                <a:gd name="connsiteY3321" fmla="*/ 723043 h 800100"/>
                <a:gd name="connsiteX3322" fmla="*/ 131731 w 381000"/>
                <a:gd name="connsiteY3322" fmla="*/ 723710 h 800100"/>
                <a:gd name="connsiteX3323" fmla="*/ 131540 w 381000"/>
                <a:gd name="connsiteY3323" fmla="*/ 724090 h 800100"/>
                <a:gd name="connsiteX3324" fmla="*/ 131445 w 381000"/>
                <a:gd name="connsiteY3324" fmla="*/ 724472 h 800100"/>
                <a:gd name="connsiteX3325" fmla="*/ 131731 w 381000"/>
                <a:gd name="connsiteY3325" fmla="*/ 724948 h 800100"/>
                <a:gd name="connsiteX3326" fmla="*/ 131921 w 381000"/>
                <a:gd name="connsiteY3326" fmla="*/ 724853 h 800100"/>
                <a:gd name="connsiteX3327" fmla="*/ 133731 w 381000"/>
                <a:gd name="connsiteY3327" fmla="*/ 724948 h 800100"/>
                <a:gd name="connsiteX3328" fmla="*/ 133921 w 381000"/>
                <a:gd name="connsiteY3328" fmla="*/ 724757 h 800100"/>
                <a:gd name="connsiteX3329" fmla="*/ 134112 w 381000"/>
                <a:gd name="connsiteY3329" fmla="*/ 723710 h 800100"/>
                <a:gd name="connsiteX3330" fmla="*/ 134398 w 381000"/>
                <a:gd name="connsiteY3330" fmla="*/ 723519 h 800100"/>
                <a:gd name="connsiteX3331" fmla="*/ 134969 w 381000"/>
                <a:gd name="connsiteY3331" fmla="*/ 723424 h 800100"/>
                <a:gd name="connsiteX3332" fmla="*/ 135064 w 381000"/>
                <a:gd name="connsiteY3332" fmla="*/ 723043 h 800100"/>
                <a:gd name="connsiteX3333" fmla="*/ 135064 w 381000"/>
                <a:gd name="connsiteY3333" fmla="*/ 722566 h 800100"/>
                <a:gd name="connsiteX3334" fmla="*/ 135255 w 381000"/>
                <a:gd name="connsiteY3334" fmla="*/ 722090 h 800100"/>
                <a:gd name="connsiteX3335" fmla="*/ 136588 w 381000"/>
                <a:gd name="connsiteY3335" fmla="*/ 720852 h 800100"/>
                <a:gd name="connsiteX3336" fmla="*/ 138208 w 381000"/>
                <a:gd name="connsiteY3336" fmla="*/ 720376 h 800100"/>
                <a:gd name="connsiteX3337" fmla="*/ 140017 w 381000"/>
                <a:gd name="connsiteY3337" fmla="*/ 720662 h 800100"/>
                <a:gd name="connsiteX3338" fmla="*/ 141732 w 381000"/>
                <a:gd name="connsiteY3338" fmla="*/ 721709 h 800100"/>
                <a:gd name="connsiteX3339" fmla="*/ 142780 w 381000"/>
                <a:gd name="connsiteY3339" fmla="*/ 723138 h 800100"/>
                <a:gd name="connsiteX3340" fmla="*/ 143828 w 381000"/>
                <a:gd name="connsiteY3340" fmla="*/ 724948 h 800100"/>
                <a:gd name="connsiteX3341" fmla="*/ 145066 w 381000"/>
                <a:gd name="connsiteY3341" fmla="*/ 726567 h 800100"/>
                <a:gd name="connsiteX3342" fmla="*/ 146780 w 381000"/>
                <a:gd name="connsiteY3342" fmla="*/ 727615 h 800100"/>
                <a:gd name="connsiteX3343" fmla="*/ 148019 w 381000"/>
                <a:gd name="connsiteY3343" fmla="*/ 727710 h 800100"/>
                <a:gd name="connsiteX3344" fmla="*/ 150114 w 381000"/>
                <a:gd name="connsiteY3344" fmla="*/ 727234 h 800100"/>
                <a:gd name="connsiteX3345" fmla="*/ 151162 w 381000"/>
                <a:gd name="connsiteY3345" fmla="*/ 727329 h 800100"/>
                <a:gd name="connsiteX3346" fmla="*/ 152210 w 381000"/>
                <a:gd name="connsiteY3346" fmla="*/ 727901 h 800100"/>
                <a:gd name="connsiteX3347" fmla="*/ 154305 w 381000"/>
                <a:gd name="connsiteY3347" fmla="*/ 729901 h 800100"/>
                <a:gd name="connsiteX3348" fmla="*/ 156686 w 381000"/>
                <a:gd name="connsiteY3348" fmla="*/ 733044 h 800100"/>
                <a:gd name="connsiteX3349" fmla="*/ 157353 w 381000"/>
                <a:gd name="connsiteY3349" fmla="*/ 734282 h 800100"/>
                <a:gd name="connsiteX3350" fmla="*/ 157734 w 381000"/>
                <a:gd name="connsiteY3350" fmla="*/ 735425 h 800100"/>
                <a:gd name="connsiteX3351" fmla="*/ 157734 w 381000"/>
                <a:gd name="connsiteY3351" fmla="*/ 737806 h 800100"/>
                <a:gd name="connsiteX3352" fmla="*/ 158020 w 381000"/>
                <a:gd name="connsiteY3352" fmla="*/ 739807 h 800100"/>
                <a:gd name="connsiteX3353" fmla="*/ 158020 w 381000"/>
                <a:gd name="connsiteY3353" fmla="*/ 740569 h 800100"/>
                <a:gd name="connsiteX3354" fmla="*/ 156781 w 381000"/>
                <a:gd name="connsiteY3354" fmla="*/ 737235 h 800100"/>
                <a:gd name="connsiteX3355" fmla="*/ 156686 w 381000"/>
                <a:gd name="connsiteY3355" fmla="*/ 736378 h 800100"/>
                <a:gd name="connsiteX3356" fmla="*/ 156210 w 381000"/>
                <a:gd name="connsiteY3356" fmla="*/ 735997 h 800100"/>
                <a:gd name="connsiteX3357" fmla="*/ 155067 w 381000"/>
                <a:gd name="connsiteY3357" fmla="*/ 736568 h 800100"/>
                <a:gd name="connsiteX3358" fmla="*/ 151829 w 381000"/>
                <a:gd name="connsiteY3358" fmla="*/ 738949 h 800100"/>
                <a:gd name="connsiteX3359" fmla="*/ 150971 w 381000"/>
                <a:gd name="connsiteY3359" fmla="*/ 739807 h 800100"/>
                <a:gd name="connsiteX3360" fmla="*/ 150590 w 381000"/>
                <a:gd name="connsiteY3360" fmla="*/ 740759 h 800100"/>
                <a:gd name="connsiteX3361" fmla="*/ 148971 w 381000"/>
                <a:gd name="connsiteY3361" fmla="*/ 740950 h 800100"/>
                <a:gd name="connsiteX3362" fmla="*/ 146495 w 381000"/>
                <a:gd name="connsiteY3362" fmla="*/ 740855 h 800100"/>
                <a:gd name="connsiteX3363" fmla="*/ 145447 w 381000"/>
                <a:gd name="connsiteY3363" fmla="*/ 743903 h 800100"/>
                <a:gd name="connsiteX3364" fmla="*/ 144589 w 381000"/>
                <a:gd name="connsiteY3364" fmla="*/ 746855 h 800100"/>
                <a:gd name="connsiteX3365" fmla="*/ 143446 w 381000"/>
                <a:gd name="connsiteY3365" fmla="*/ 756476 h 800100"/>
                <a:gd name="connsiteX3366" fmla="*/ 143256 w 381000"/>
                <a:gd name="connsiteY3366" fmla="*/ 758666 h 800100"/>
                <a:gd name="connsiteX3367" fmla="*/ 142875 w 381000"/>
                <a:gd name="connsiteY3367" fmla="*/ 764667 h 800100"/>
                <a:gd name="connsiteX3368" fmla="*/ 142875 w 381000"/>
                <a:gd name="connsiteY3368" fmla="*/ 767905 h 800100"/>
                <a:gd name="connsiteX3369" fmla="*/ 142494 w 381000"/>
                <a:gd name="connsiteY3369" fmla="*/ 775716 h 800100"/>
                <a:gd name="connsiteX3370" fmla="*/ 142113 w 381000"/>
                <a:gd name="connsiteY3370" fmla="*/ 778859 h 800100"/>
                <a:gd name="connsiteX3371" fmla="*/ 141922 w 381000"/>
                <a:gd name="connsiteY3371" fmla="*/ 783527 h 800100"/>
                <a:gd name="connsiteX3372" fmla="*/ 142018 w 381000"/>
                <a:gd name="connsiteY3372" fmla="*/ 787241 h 800100"/>
                <a:gd name="connsiteX3373" fmla="*/ 142208 w 381000"/>
                <a:gd name="connsiteY3373" fmla="*/ 789241 h 800100"/>
                <a:gd name="connsiteX3374" fmla="*/ 141351 w 381000"/>
                <a:gd name="connsiteY3374" fmla="*/ 791623 h 800100"/>
                <a:gd name="connsiteX3375" fmla="*/ 140779 w 381000"/>
                <a:gd name="connsiteY3375" fmla="*/ 793528 h 800100"/>
                <a:gd name="connsiteX3376" fmla="*/ 140208 w 381000"/>
                <a:gd name="connsiteY3376" fmla="*/ 795528 h 800100"/>
                <a:gd name="connsiteX3377" fmla="*/ 141065 w 381000"/>
                <a:gd name="connsiteY3377" fmla="*/ 797338 h 800100"/>
                <a:gd name="connsiteX3378" fmla="*/ 142399 w 381000"/>
                <a:gd name="connsiteY3378" fmla="*/ 798005 h 800100"/>
                <a:gd name="connsiteX3379" fmla="*/ 144589 w 381000"/>
                <a:gd name="connsiteY3379" fmla="*/ 797433 h 800100"/>
                <a:gd name="connsiteX3380" fmla="*/ 147923 w 381000"/>
                <a:gd name="connsiteY3380" fmla="*/ 795909 h 800100"/>
                <a:gd name="connsiteX3381" fmla="*/ 147638 w 381000"/>
                <a:gd name="connsiteY3381" fmla="*/ 796957 h 800100"/>
                <a:gd name="connsiteX3382" fmla="*/ 147828 w 381000"/>
                <a:gd name="connsiteY3382" fmla="*/ 798005 h 800100"/>
                <a:gd name="connsiteX3383" fmla="*/ 148304 w 381000"/>
                <a:gd name="connsiteY3383" fmla="*/ 798862 h 800100"/>
                <a:gd name="connsiteX3384" fmla="*/ 148304 w 381000"/>
                <a:gd name="connsiteY3384" fmla="*/ 799147 h 800100"/>
                <a:gd name="connsiteX3385" fmla="*/ 147447 w 381000"/>
                <a:gd name="connsiteY3385" fmla="*/ 799814 h 800100"/>
                <a:gd name="connsiteX3386" fmla="*/ 147066 w 381000"/>
                <a:gd name="connsiteY3386" fmla="*/ 799910 h 800100"/>
                <a:gd name="connsiteX3387" fmla="*/ 145828 w 381000"/>
                <a:gd name="connsiteY3387" fmla="*/ 799910 h 800100"/>
                <a:gd name="connsiteX3388" fmla="*/ 144971 w 381000"/>
                <a:gd name="connsiteY3388" fmla="*/ 800005 h 800100"/>
                <a:gd name="connsiteX3389" fmla="*/ 144399 w 381000"/>
                <a:gd name="connsiteY3389" fmla="*/ 800100 h 800100"/>
                <a:gd name="connsiteX3390" fmla="*/ 144208 w 381000"/>
                <a:gd name="connsiteY3390" fmla="*/ 800386 h 800100"/>
                <a:gd name="connsiteX3391" fmla="*/ 144494 w 381000"/>
                <a:gd name="connsiteY3391" fmla="*/ 800957 h 800100"/>
                <a:gd name="connsiteX3392" fmla="*/ 145732 w 381000"/>
                <a:gd name="connsiteY3392" fmla="*/ 801624 h 800100"/>
                <a:gd name="connsiteX3393" fmla="*/ 147352 w 381000"/>
                <a:gd name="connsiteY3393" fmla="*/ 801624 h 800100"/>
                <a:gd name="connsiteX3394" fmla="*/ 149066 w 381000"/>
                <a:gd name="connsiteY3394" fmla="*/ 801148 h 800100"/>
                <a:gd name="connsiteX3395" fmla="*/ 150304 w 381000"/>
                <a:gd name="connsiteY3395" fmla="*/ 800576 h 800100"/>
                <a:gd name="connsiteX3396" fmla="*/ 149923 w 381000"/>
                <a:gd name="connsiteY3396" fmla="*/ 801243 h 800100"/>
                <a:gd name="connsiteX3397" fmla="*/ 149162 w 381000"/>
                <a:gd name="connsiteY3397" fmla="*/ 801814 h 800100"/>
                <a:gd name="connsiteX3398" fmla="*/ 148304 w 381000"/>
                <a:gd name="connsiteY3398" fmla="*/ 802196 h 800100"/>
                <a:gd name="connsiteX3399" fmla="*/ 147542 w 381000"/>
                <a:gd name="connsiteY3399" fmla="*/ 802386 h 800100"/>
                <a:gd name="connsiteX3400" fmla="*/ 144018 w 381000"/>
                <a:gd name="connsiteY3400" fmla="*/ 801719 h 800100"/>
                <a:gd name="connsiteX3401" fmla="*/ 143351 w 381000"/>
                <a:gd name="connsiteY3401" fmla="*/ 801719 h 800100"/>
                <a:gd name="connsiteX3402" fmla="*/ 142685 w 381000"/>
                <a:gd name="connsiteY3402" fmla="*/ 802100 h 800100"/>
                <a:gd name="connsiteX3403" fmla="*/ 142875 w 381000"/>
                <a:gd name="connsiteY3403" fmla="*/ 802386 h 800100"/>
                <a:gd name="connsiteX3404" fmla="*/ 143446 w 381000"/>
                <a:gd name="connsiteY3404" fmla="*/ 802672 h 800100"/>
                <a:gd name="connsiteX3405" fmla="*/ 143732 w 381000"/>
                <a:gd name="connsiteY3405" fmla="*/ 803243 h 800100"/>
                <a:gd name="connsiteX3406" fmla="*/ 143542 w 381000"/>
                <a:gd name="connsiteY3406" fmla="*/ 803815 h 800100"/>
                <a:gd name="connsiteX3407" fmla="*/ 143161 w 381000"/>
                <a:gd name="connsiteY3407" fmla="*/ 804005 h 800100"/>
                <a:gd name="connsiteX3408" fmla="*/ 142685 w 381000"/>
                <a:gd name="connsiteY3408" fmla="*/ 804101 h 800100"/>
                <a:gd name="connsiteX3409" fmla="*/ 142113 w 381000"/>
                <a:gd name="connsiteY3409" fmla="*/ 804481 h 800100"/>
                <a:gd name="connsiteX3410" fmla="*/ 139541 w 381000"/>
                <a:gd name="connsiteY3410" fmla="*/ 806196 h 800100"/>
                <a:gd name="connsiteX3411" fmla="*/ 138494 w 381000"/>
                <a:gd name="connsiteY3411" fmla="*/ 806387 h 800100"/>
                <a:gd name="connsiteX3412" fmla="*/ 137827 w 381000"/>
                <a:gd name="connsiteY3412" fmla="*/ 806196 h 800100"/>
                <a:gd name="connsiteX3413" fmla="*/ 137446 w 381000"/>
                <a:gd name="connsiteY3413" fmla="*/ 806291 h 800100"/>
                <a:gd name="connsiteX3414" fmla="*/ 137541 w 381000"/>
                <a:gd name="connsiteY3414" fmla="*/ 806863 h 800100"/>
                <a:gd name="connsiteX3415" fmla="*/ 137827 w 381000"/>
                <a:gd name="connsiteY3415" fmla="*/ 807053 h 800100"/>
                <a:gd name="connsiteX3416" fmla="*/ 139065 w 381000"/>
                <a:gd name="connsiteY3416" fmla="*/ 807530 h 800100"/>
                <a:gd name="connsiteX3417" fmla="*/ 142399 w 381000"/>
                <a:gd name="connsiteY3417" fmla="*/ 808006 h 800100"/>
                <a:gd name="connsiteX3418" fmla="*/ 142780 w 381000"/>
                <a:gd name="connsiteY3418" fmla="*/ 808196 h 800100"/>
                <a:gd name="connsiteX3419" fmla="*/ 143065 w 381000"/>
                <a:gd name="connsiteY3419" fmla="*/ 808482 h 800100"/>
                <a:gd name="connsiteX3420" fmla="*/ 143351 w 381000"/>
                <a:gd name="connsiteY3420" fmla="*/ 808672 h 800100"/>
                <a:gd name="connsiteX3421" fmla="*/ 144589 w 381000"/>
                <a:gd name="connsiteY3421" fmla="*/ 808863 h 800100"/>
                <a:gd name="connsiteX3422" fmla="*/ 154019 w 381000"/>
                <a:gd name="connsiteY3422" fmla="*/ 806196 h 800100"/>
                <a:gd name="connsiteX3423" fmla="*/ 157544 w 381000"/>
                <a:gd name="connsiteY3423" fmla="*/ 805244 h 800100"/>
                <a:gd name="connsiteX3424" fmla="*/ 158877 w 381000"/>
                <a:gd name="connsiteY3424" fmla="*/ 803910 h 800100"/>
                <a:gd name="connsiteX3425" fmla="*/ 160401 w 381000"/>
                <a:gd name="connsiteY3425" fmla="*/ 801529 h 800100"/>
                <a:gd name="connsiteX3426" fmla="*/ 161925 w 381000"/>
                <a:gd name="connsiteY3426" fmla="*/ 799719 h 800100"/>
                <a:gd name="connsiteX3427" fmla="*/ 163639 w 381000"/>
                <a:gd name="connsiteY3427" fmla="*/ 798957 h 800100"/>
                <a:gd name="connsiteX3428" fmla="*/ 165830 w 381000"/>
                <a:gd name="connsiteY3428" fmla="*/ 798671 h 800100"/>
                <a:gd name="connsiteX3429" fmla="*/ 167640 w 381000"/>
                <a:gd name="connsiteY3429" fmla="*/ 797243 h 800100"/>
                <a:gd name="connsiteX3430" fmla="*/ 168783 w 381000"/>
                <a:gd name="connsiteY3430" fmla="*/ 795909 h 800100"/>
                <a:gd name="connsiteX3431" fmla="*/ 169736 w 381000"/>
                <a:gd name="connsiteY3431" fmla="*/ 794480 h 800100"/>
                <a:gd name="connsiteX3432" fmla="*/ 173641 w 381000"/>
                <a:gd name="connsiteY3432" fmla="*/ 787051 h 800100"/>
                <a:gd name="connsiteX3433" fmla="*/ 173641 w 381000"/>
                <a:gd name="connsiteY3433" fmla="*/ 786765 h 800100"/>
                <a:gd name="connsiteX3434" fmla="*/ 173546 w 381000"/>
                <a:gd name="connsiteY3434" fmla="*/ 786194 h 800100"/>
                <a:gd name="connsiteX3435" fmla="*/ 173546 w 381000"/>
                <a:gd name="connsiteY3435" fmla="*/ 785908 h 800100"/>
                <a:gd name="connsiteX3436" fmla="*/ 173831 w 381000"/>
                <a:gd name="connsiteY3436" fmla="*/ 785717 h 800100"/>
                <a:gd name="connsiteX3437" fmla="*/ 174498 w 381000"/>
                <a:gd name="connsiteY3437" fmla="*/ 785527 h 800100"/>
                <a:gd name="connsiteX3438" fmla="*/ 174593 w 381000"/>
                <a:gd name="connsiteY3438" fmla="*/ 785336 h 800100"/>
                <a:gd name="connsiteX3439" fmla="*/ 174784 w 381000"/>
                <a:gd name="connsiteY3439" fmla="*/ 784384 h 800100"/>
                <a:gd name="connsiteX3440" fmla="*/ 175355 w 381000"/>
                <a:gd name="connsiteY3440" fmla="*/ 783717 h 800100"/>
                <a:gd name="connsiteX3441" fmla="*/ 176784 w 381000"/>
                <a:gd name="connsiteY3441" fmla="*/ 782669 h 800100"/>
                <a:gd name="connsiteX3442" fmla="*/ 179070 w 381000"/>
                <a:gd name="connsiteY3442" fmla="*/ 780193 h 800100"/>
                <a:gd name="connsiteX3443" fmla="*/ 180404 w 381000"/>
                <a:gd name="connsiteY3443" fmla="*/ 779050 h 800100"/>
                <a:gd name="connsiteX3444" fmla="*/ 192024 w 381000"/>
                <a:gd name="connsiteY3444" fmla="*/ 774763 h 800100"/>
                <a:gd name="connsiteX3445" fmla="*/ 197739 w 381000"/>
                <a:gd name="connsiteY3445" fmla="*/ 772478 h 800100"/>
                <a:gd name="connsiteX3446" fmla="*/ 205645 w 381000"/>
                <a:gd name="connsiteY3446" fmla="*/ 769239 h 800100"/>
                <a:gd name="connsiteX3447" fmla="*/ 212884 w 381000"/>
                <a:gd name="connsiteY3447" fmla="*/ 767048 h 800100"/>
                <a:gd name="connsiteX3448" fmla="*/ 214408 w 381000"/>
                <a:gd name="connsiteY3448" fmla="*/ 766763 h 800100"/>
                <a:gd name="connsiteX3449" fmla="*/ 214884 w 381000"/>
                <a:gd name="connsiteY3449" fmla="*/ 766381 h 800100"/>
                <a:gd name="connsiteX3450" fmla="*/ 215074 w 381000"/>
                <a:gd name="connsiteY3450" fmla="*/ 765524 h 800100"/>
                <a:gd name="connsiteX3451" fmla="*/ 214979 w 381000"/>
                <a:gd name="connsiteY3451" fmla="*/ 764762 h 800100"/>
                <a:gd name="connsiteX3452" fmla="*/ 214598 w 381000"/>
                <a:gd name="connsiteY3452" fmla="*/ 764477 h 800100"/>
                <a:gd name="connsiteX3453" fmla="*/ 214122 w 381000"/>
                <a:gd name="connsiteY3453" fmla="*/ 764286 h 800100"/>
                <a:gd name="connsiteX3454" fmla="*/ 213646 w 381000"/>
                <a:gd name="connsiteY3454" fmla="*/ 763810 h 800100"/>
                <a:gd name="connsiteX3455" fmla="*/ 215551 w 381000"/>
                <a:gd name="connsiteY3455" fmla="*/ 761714 h 800100"/>
                <a:gd name="connsiteX3456" fmla="*/ 215837 w 381000"/>
                <a:gd name="connsiteY3456" fmla="*/ 761047 h 800100"/>
                <a:gd name="connsiteX3457" fmla="*/ 215646 w 381000"/>
                <a:gd name="connsiteY3457" fmla="*/ 758857 h 800100"/>
                <a:gd name="connsiteX3458" fmla="*/ 215455 w 381000"/>
                <a:gd name="connsiteY3458" fmla="*/ 757999 h 800100"/>
                <a:gd name="connsiteX3459" fmla="*/ 215074 w 381000"/>
                <a:gd name="connsiteY3459" fmla="*/ 757238 h 800100"/>
                <a:gd name="connsiteX3460" fmla="*/ 209550 w 381000"/>
                <a:gd name="connsiteY3460" fmla="*/ 749141 h 800100"/>
                <a:gd name="connsiteX3461" fmla="*/ 209074 w 381000"/>
                <a:gd name="connsiteY3461" fmla="*/ 748094 h 800100"/>
                <a:gd name="connsiteX3462" fmla="*/ 208883 w 381000"/>
                <a:gd name="connsiteY3462" fmla="*/ 747141 h 800100"/>
                <a:gd name="connsiteX3463" fmla="*/ 208597 w 381000"/>
                <a:gd name="connsiteY3463" fmla="*/ 746188 h 800100"/>
                <a:gd name="connsiteX3464" fmla="*/ 199549 w 381000"/>
                <a:gd name="connsiteY3464" fmla="*/ 737235 h 800100"/>
                <a:gd name="connsiteX3465" fmla="*/ 196215 w 381000"/>
                <a:gd name="connsiteY3465" fmla="*/ 733901 h 800100"/>
                <a:gd name="connsiteX3466" fmla="*/ 195167 w 381000"/>
                <a:gd name="connsiteY3466" fmla="*/ 732377 h 800100"/>
                <a:gd name="connsiteX3467" fmla="*/ 196215 w 381000"/>
                <a:gd name="connsiteY3467" fmla="*/ 732568 h 800100"/>
                <a:gd name="connsiteX3468" fmla="*/ 197834 w 381000"/>
                <a:gd name="connsiteY3468" fmla="*/ 733615 h 800100"/>
                <a:gd name="connsiteX3469" fmla="*/ 199644 w 381000"/>
                <a:gd name="connsiteY3469" fmla="*/ 734092 h 800100"/>
                <a:gd name="connsiteX3470" fmla="*/ 201168 w 381000"/>
                <a:gd name="connsiteY3470" fmla="*/ 735235 h 800100"/>
                <a:gd name="connsiteX3471" fmla="*/ 203168 w 381000"/>
                <a:gd name="connsiteY3471" fmla="*/ 737045 h 800100"/>
                <a:gd name="connsiteX3472" fmla="*/ 208121 w 381000"/>
                <a:gd name="connsiteY3472" fmla="*/ 743236 h 800100"/>
                <a:gd name="connsiteX3473" fmla="*/ 217932 w 381000"/>
                <a:gd name="connsiteY3473" fmla="*/ 752380 h 800100"/>
                <a:gd name="connsiteX3474" fmla="*/ 222504 w 381000"/>
                <a:gd name="connsiteY3474" fmla="*/ 754856 h 800100"/>
                <a:gd name="connsiteX3475" fmla="*/ 224980 w 381000"/>
                <a:gd name="connsiteY3475" fmla="*/ 756761 h 800100"/>
                <a:gd name="connsiteX3476" fmla="*/ 225647 w 381000"/>
                <a:gd name="connsiteY3476" fmla="*/ 757142 h 800100"/>
                <a:gd name="connsiteX3477" fmla="*/ 227838 w 381000"/>
                <a:gd name="connsiteY3477" fmla="*/ 757142 h 800100"/>
                <a:gd name="connsiteX3478" fmla="*/ 228600 w 381000"/>
                <a:gd name="connsiteY3478" fmla="*/ 756666 h 800100"/>
                <a:gd name="connsiteX3479" fmla="*/ 229171 w 381000"/>
                <a:gd name="connsiteY3479" fmla="*/ 756476 h 800100"/>
                <a:gd name="connsiteX3480" fmla="*/ 229648 w 381000"/>
                <a:gd name="connsiteY3480" fmla="*/ 756666 h 800100"/>
                <a:gd name="connsiteX3481" fmla="*/ 230219 w 381000"/>
                <a:gd name="connsiteY3481" fmla="*/ 756952 h 800100"/>
                <a:gd name="connsiteX3482" fmla="*/ 230886 w 381000"/>
                <a:gd name="connsiteY3482" fmla="*/ 756761 h 800100"/>
                <a:gd name="connsiteX3483" fmla="*/ 232029 w 381000"/>
                <a:gd name="connsiteY3483" fmla="*/ 756095 h 800100"/>
                <a:gd name="connsiteX3484" fmla="*/ 233363 w 381000"/>
                <a:gd name="connsiteY3484" fmla="*/ 754952 h 800100"/>
                <a:gd name="connsiteX3485" fmla="*/ 234410 w 381000"/>
                <a:gd name="connsiteY3485" fmla="*/ 753428 h 800100"/>
                <a:gd name="connsiteX3486" fmla="*/ 235077 w 381000"/>
                <a:gd name="connsiteY3486" fmla="*/ 751618 h 800100"/>
                <a:gd name="connsiteX3487" fmla="*/ 235363 w 381000"/>
                <a:gd name="connsiteY3487" fmla="*/ 748951 h 800100"/>
                <a:gd name="connsiteX3488" fmla="*/ 235363 w 381000"/>
                <a:gd name="connsiteY3488" fmla="*/ 747808 h 800100"/>
                <a:gd name="connsiteX3489" fmla="*/ 235077 w 381000"/>
                <a:gd name="connsiteY3489" fmla="*/ 746855 h 800100"/>
                <a:gd name="connsiteX3490" fmla="*/ 234410 w 381000"/>
                <a:gd name="connsiteY3490" fmla="*/ 746474 h 800100"/>
                <a:gd name="connsiteX3491" fmla="*/ 233077 w 381000"/>
                <a:gd name="connsiteY3491" fmla="*/ 746284 h 800100"/>
                <a:gd name="connsiteX3492" fmla="*/ 232505 w 381000"/>
                <a:gd name="connsiteY3492" fmla="*/ 745712 h 800100"/>
                <a:gd name="connsiteX3493" fmla="*/ 232029 w 381000"/>
                <a:gd name="connsiteY3493" fmla="*/ 743617 h 800100"/>
                <a:gd name="connsiteX3494" fmla="*/ 231077 w 381000"/>
                <a:gd name="connsiteY3494" fmla="*/ 741902 h 800100"/>
                <a:gd name="connsiteX3495" fmla="*/ 229743 w 381000"/>
                <a:gd name="connsiteY3495" fmla="*/ 740378 h 800100"/>
                <a:gd name="connsiteX3496" fmla="*/ 225171 w 381000"/>
                <a:gd name="connsiteY3496" fmla="*/ 736568 h 800100"/>
                <a:gd name="connsiteX3497" fmla="*/ 224123 w 381000"/>
                <a:gd name="connsiteY3497" fmla="*/ 735330 h 800100"/>
                <a:gd name="connsiteX3498" fmla="*/ 223838 w 381000"/>
                <a:gd name="connsiteY3498" fmla="*/ 735139 h 800100"/>
                <a:gd name="connsiteX3499" fmla="*/ 221171 w 381000"/>
                <a:gd name="connsiteY3499" fmla="*/ 732568 h 800100"/>
                <a:gd name="connsiteX3500" fmla="*/ 220885 w 381000"/>
                <a:gd name="connsiteY3500" fmla="*/ 732091 h 800100"/>
                <a:gd name="connsiteX3501" fmla="*/ 220408 w 381000"/>
                <a:gd name="connsiteY3501" fmla="*/ 731234 h 800100"/>
                <a:gd name="connsiteX3502" fmla="*/ 220123 w 381000"/>
                <a:gd name="connsiteY3502" fmla="*/ 730758 h 800100"/>
                <a:gd name="connsiteX3503" fmla="*/ 219646 w 381000"/>
                <a:gd name="connsiteY3503" fmla="*/ 730282 h 800100"/>
                <a:gd name="connsiteX3504" fmla="*/ 217741 w 381000"/>
                <a:gd name="connsiteY3504" fmla="*/ 728853 h 800100"/>
                <a:gd name="connsiteX3505" fmla="*/ 216122 w 381000"/>
                <a:gd name="connsiteY3505" fmla="*/ 727615 h 800100"/>
                <a:gd name="connsiteX3506" fmla="*/ 214979 w 381000"/>
                <a:gd name="connsiteY3506" fmla="*/ 726567 h 800100"/>
                <a:gd name="connsiteX3507" fmla="*/ 214408 w 381000"/>
                <a:gd name="connsiteY3507" fmla="*/ 725900 h 800100"/>
                <a:gd name="connsiteX3508" fmla="*/ 213931 w 381000"/>
                <a:gd name="connsiteY3508" fmla="*/ 725138 h 800100"/>
                <a:gd name="connsiteX3509" fmla="*/ 213550 w 381000"/>
                <a:gd name="connsiteY3509" fmla="*/ 723329 h 800100"/>
                <a:gd name="connsiteX3510" fmla="*/ 213074 w 381000"/>
                <a:gd name="connsiteY3510" fmla="*/ 722566 h 800100"/>
                <a:gd name="connsiteX3511" fmla="*/ 211836 w 381000"/>
                <a:gd name="connsiteY3511" fmla="*/ 721233 h 800100"/>
                <a:gd name="connsiteX3512" fmla="*/ 211455 w 381000"/>
                <a:gd name="connsiteY3512" fmla="*/ 720947 h 800100"/>
                <a:gd name="connsiteX3513" fmla="*/ 210979 w 381000"/>
                <a:gd name="connsiteY3513" fmla="*/ 720757 h 800100"/>
                <a:gd name="connsiteX3514" fmla="*/ 210693 w 381000"/>
                <a:gd name="connsiteY3514" fmla="*/ 720471 h 800100"/>
                <a:gd name="connsiteX3515" fmla="*/ 210979 w 381000"/>
                <a:gd name="connsiteY3515" fmla="*/ 720280 h 800100"/>
                <a:gd name="connsiteX3516" fmla="*/ 211169 w 381000"/>
                <a:gd name="connsiteY3516" fmla="*/ 720185 h 800100"/>
                <a:gd name="connsiteX3517" fmla="*/ 211455 w 381000"/>
                <a:gd name="connsiteY3517" fmla="*/ 720280 h 800100"/>
                <a:gd name="connsiteX3518" fmla="*/ 211931 w 381000"/>
                <a:gd name="connsiteY3518" fmla="*/ 720566 h 800100"/>
                <a:gd name="connsiteX3519" fmla="*/ 212407 w 381000"/>
                <a:gd name="connsiteY3519" fmla="*/ 720852 h 800100"/>
                <a:gd name="connsiteX3520" fmla="*/ 225552 w 381000"/>
                <a:gd name="connsiteY3520" fmla="*/ 734378 h 800100"/>
                <a:gd name="connsiteX3521" fmla="*/ 230029 w 381000"/>
                <a:gd name="connsiteY3521" fmla="*/ 737045 h 800100"/>
                <a:gd name="connsiteX3522" fmla="*/ 231362 w 381000"/>
                <a:gd name="connsiteY3522" fmla="*/ 737997 h 800100"/>
                <a:gd name="connsiteX3523" fmla="*/ 234505 w 381000"/>
                <a:gd name="connsiteY3523" fmla="*/ 741426 h 800100"/>
                <a:gd name="connsiteX3524" fmla="*/ 235744 w 381000"/>
                <a:gd name="connsiteY3524" fmla="*/ 742379 h 800100"/>
                <a:gd name="connsiteX3525" fmla="*/ 237077 w 381000"/>
                <a:gd name="connsiteY3525" fmla="*/ 742664 h 800100"/>
                <a:gd name="connsiteX3526" fmla="*/ 238506 w 381000"/>
                <a:gd name="connsiteY3526" fmla="*/ 742188 h 800100"/>
                <a:gd name="connsiteX3527" fmla="*/ 239554 w 381000"/>
                <a:gd name="connsiteY3527" fmla="*/ 740950 h 800100"/>
                <a:gd name="connsiteX3528" fmla="*/ 239839 w 381000"/>
                <a:gd name="connsiteY3528" fmla="*/ 739045 h 800100"/>
                <a:gd name="connsiteX3529" fmla="*/ 240125 w 381000"/>
                <a:gd name="connsiteY3529" fmla="*/ 739045 h 800100"/>
                <a:gd name="connsiteX3530" fmla="*/ 240411 w 381000"/>
                <a:gd name="connsiteY3530" fmla="*/ 739426 h 800100"/>
                <a:gd name="connsiteX3531" fmla="*/ 240506 w 381000"/>
                <a:gd name="connsiteY3531" fmla="*/ 739902 h 800100"/>
                <a:gd name="connsiteX3532" fmla="*/ 240411 w 381000"/>
                <a:gd name="connsiteY3532" fmla="*/ 740378 h 800100"/>
                <a:gd name="connsiteX3533" fmla="*/ 240030 w 381000"/>
                <a:gd name="connsiteY3533" fmla="*/ 740759 h 800100"/>
                <a:gd name="connsiteX3534" fmla="*/ 240030 w 381000"/>
                <a:gd name="connsiteY3534" fmla="*/ 741140 h 800100"/>
                <a:gd name="connsiteX3535" fmla="*/ 240792 w 381000"/>
                <a:gd name="connsiteY3535" fmla="*/ 740473 h 800100"/>
                <a:gd name="connsiteX3536" fmla="*/ 241363 w 381000"/>
                <a:gd name="connsiteY3536" fmla="*/ 739330 h 800100"/>
                <a:gd name="connsiteX3537" fmla="*/ 241554 w 381000"/>
                <a:gd name="connsiteY3537" fmla="*/ 738283 h 800100"/>
                <a:gd name="connsiteX3538" fmla="*/ 241078 w 381000"/>
                <a:gd name="connsiteY3538" fmla="*/ 737806 h 800100"/>
                <a:gd name="connsiteX3539" fmla="*/ 240221 w 381000"/>
                <a:gd name="connsiteY3539" fmla="*/ 737616 h 800100"/>
                <a:gd name="connsiteX3540" fmla="*/ 237268 w 381000"/>
                <a:gd name="connsiteY3540" fmla="*/ 735997 h 800100"/>
                <a:gd name="connsiteX3541" fmla="*/ 234505 w 381000"/>
                <a:gd name="connsiteY3541" fmla="*/ 733901 h 800100"/>
                <a:gd name="connsiteX3542" fmla="*/ 230410 w 381000"/>
                <a:gd name="connsiteY3542" fmla="*/ 731996 h 800100"/>
                <a:gd name="connsiteX3543" fmla="*/ 229171 w 381000"/>
                <a:gd name="connsiteY3543" fmla="*/ 730948 h 800100"/>
                <a:gd name="connsiteX3544" fmla="*/ 224219 w 381000"/>
                <a:gd name="connsiteY3544" fmla="*/ 724567 h 800100"/>
                <a:gd name="connsiteX3545" fmla="*/ 223647 w 381000"/>
                <a:gd name="connsiteY3545" fmla="*/ 723424 h 800100"/>
                <a:gd name="connsiteX3546" fmla="*/ 223171 w 381000"/>
                <a:gd name="connsiteY3546" fmla="*/ 721423 h 800100"/>
                <a:gd name="connsiteX3547" fmla="*/ 222599 w 381000"/>
                <a:gd name="connsiteY3547" fmla="*/ 720757 h 800100"/>
                <a:gd name="connsiteX3548" fmla="*/ 220980 w 381000"/>
                <a:gd name="connsiteY3548" fmla="*/ 719519 h 800100"/>
                <a:gd name="connsiteX3549" fmla="*/ 220694 w 381000"/>
                <a:gd name="connsiteY3549" fmla="*/ 719423 h 800100"/>
                <a:gd name="connsiteX3550" fmla="*/ 220408 w 381000"/>
                <a:gd name="connsiteY3550" fmla="*/ 719328 h 800100"/>
                <a:gd name="connsiteX3551" fmla="*/ 220123 w 381000"/>
                <a:gd name="connsiteY3551" fmla="*/ 719042 h 800100"/>
                <a:gd name="connsiteX3552" fmla="*/ 222218 w 381000"/>
                <a:gd name="connsiteY3552" fmla="*/ 719709 h 800100"/>
                <a:gd name="connsiteX3553" fmla="*/ 223742 w 381000"/>
                <a:gd name="connsiteY3553" fmla="*/ 721233 h 800100"/>
                <a:gd name="connsiteX3554" fmla="*/ 228124 w 381000"/>
                <a:gd name="connsiteY3554" fmla="*/ 728186 h 800100"/>
                <a:gd name="connsiteX3555" fmla="*/ 229457 w 381000"/>
                <a:gd name="connsiteY3555" fmla="*/ 729805 h 800100"/>
                <a:gd name="connsiteX3556" fmla="*/ 230981 w 381000"/>
                <a:gd name="connsiteY3556" fmla="*/ 731044 h 800100"/>
                <a:gd name="connsiteX3557" fmla="*/ 233648 w 381000"/>
                <a:gd name="connsiteY3557" fmla="*/ 732091 h 800100"/>
                <a:gd name="connsiteX3558" fmla="*/ 234410 w 381000"/>
                <a:gd name="connsiteY3558" fmla="*/ 732663 h 800100"/>
                <a:gd name="connsiteX3559" fmla="*/ 235172 w 381000"/>
                <a:gd name="connsiteY3559" fmla="*/ 733425 h 800100"/>
                <a:gd name="connsiteX3560" fmla="*/ 235934 w 381000"/>
                <a:gd name="connsiteY3560" fmla="*/ 733997 h 800100"/>
                <a:gd name="connsiteX3561" fmla="*/ 236791 w 381000"/>
                <a:gd name="connsiteY3561" fmla="*/ 734282 h 800100"/>
                <a:gd name="connsiteX3562" fmla="*/ 238792 w 381000"/>
                <a:gd name="connsiteY3562" fmla="*/ 734378 h 800100"/>
                <a:gd name="connsiteX3563" fmla="*/ 238982 w 381000"/>
                <a:gd name="connsiteY3563" fmla="*/ 734282 h 800100"/>
                <a:gd name="connsiteX3564" fmla="*/ 239078 w 381000"/>
                <a:gd name="connsiteY3564" fmla="*/ 734092 h 800100"/>
                <a:gd name="connsiteX3565" fmla="*/ 239173 w 381000"/>
                <a:gd name="connsiteY3565" fmla="*/ 733711 h 800100"/>
                <a:gd name="connsiteX3566" fmla="*/ 239554 w 381000"/>
                <a:gd name="connsiteY3566" fmla="*/ 733235 h 800100"/>
                <a:gd name="connsiteX3567" fmla="*/ 239554 w 381000"/>
                <a:gd name="connsiteY3567" fmla="*/ 732854 h 800100"/>
                <a:gd name="connsiteX3568" fmla="*/ 239744 w 381000"/>
                <a:gd name="connsiteY3568" fmla="*/ 732568 h 800100"/>
                <a:gd name="connsiteX3569" fmla="*/ 240602 w 381000"/>
                <a:gd name="connsiteY3569" fmla="*/ 732472 h 800100"/>
                <a:gd name="connsiteX3570" fmla="*/ 240887 w 381000"/>
                <a:gd name="connsiteY3570" fmla="*/ 732282 h 800100"/>
                <a:gd name="connsiteX3571" fmla="*/ 240602 w 381000"/>
                <a:gd name="connsiteY3571" fmla="*/ 731806 h 800100"/>
                <a:gd name="connsiteX3572" fmla="*/ 240221 w 381000"/>
                <a:gd name="connsiteY3572" fmla="*/ 731330 h 800100"/>
                <a:gd name="connsiteX3573" fmla="*/ 240030 w 381000"/>
                <a:gd name="connsiteY3573" fmla="*/ 731139 h 800100"/>
                <a:gd name="connsiteX3574" fmla="*/ 240125 w 381000"/>
                <a:gd name="connsiteY3574" fmla="*/ 730663 h 800100"/>
                <a:gd name="connsiteX3575" fmla="*/ 240411 w 381000"/>
                <a:gd name="connsiteY3575" fmla="*/ 730187 h 800100"/>
                <a:gd name="connsiteX3576" fmla="*/ 241078 w 381000"/>
                <a:gd name="connsiteY3576" fmla="*/ 729424 h 800100"/>
                <a:gd name="connsiteX3577" fmla="*/ 241173 w 381000"/>
                <a:gd name="connsiteY3577" fmla="*/ 729234 h 800100"/>
                <a:gd name="connsiteX3578" fmla="*/ 241363 w 381000"/>
                <a:gd name="connsiteY3578" fmla="*/ 728377 h 800100"/>
                <a:gd name="connsiteX3579" fmla="*/ 241745 w 381000"/>
                <a:gd name="connsiteY3579" fmla="*/ 728377 h 800100"/>
                <a:gd name="connsiteX3580" fmla="*/ 241935 w 381000"/>
                <a:gd name="connsiteY3580" fmla="*/ 728853 h 800100"/>
                <a:gd name="connsiteX3581" fmla="*/ 242030 w 381000"/>
                <a:gd name="connsiteY3581" fmla="*/ 729329 h 800100"/>
                <a:gd name="connsiteX3582" fmla="*/ 241935 w 381000"/>
                <a:gd name="connsiteY3582" fmla="*/ 729805 h 800100"/>
                <a:gd name="connsiteX3583" fmla="*/ 241649 w 381000"/>
                <a:gd name="connsiteY3583" fmla="*/ 730187 h 800100"/>
                <a:gd name="connsiteX3584" fmla="*/ 242506 w 381000"/>
                <a:gd name="connsiteY3584" fmla="*/ 730377 h 800100"/>
                <a:gd name="connsiteX3585" fmla="*/ 243364 w 381000"/>
                <a:gd name="connsiteY3585" fmla="*/ 729901 h 800100"/>
                <a:gd name="connsiteX3586" fmla="*/ 246221 w 381000"/>
                <a:gd name="connsiteY3586" fmla="*/ 726948 h 800100"/>
                <a:gd name="connsiteX3587" fmla="*/ 246507 w 381000"/>
                <a:gd name="connsiteY3587" fmla="*/ 726091 h 800100"/>
                <a:gd name="connsiteX3588" fmla="*/ 246602 w 381000"/>
                <a:gd name="connsiteY3588" fmla="*/ 724853 h 800100"/>
                <a:gd name="connsiteX3589" fmla="*/ 246507 w 381000"/>
                <a:gd name="connsiteY3589" fmla="*/ 724376 h 800100"/>
                <a:gd name="connsiteX3590" fmla="*/ 246316 w 381000"/>
                <a:gd name="connsiteY3590" fmla="*/ 724090 h 800100"/>
                <a:gd name="connsiteX3591" fmla="*/ 245936 w 381000"/>
                <a:gd name="connsiteY3591" fmla="*/ 723995 h 800100"/>
                <a:gd name="connsiteX3592" fmla="*/ 245364 w 381000"/>
                <a:gd name="connsiteY3592" fmla="*/ 723995 h 800100"/>
                <a:gd name="connsiteX3593" fmla="*/ 244792 w 381000"/>
                <a:gd name="connsiteY3593" fmla="*/ 723900 h 800100"/>
                <a:gd name="connsiteX3594" fmla="*/ 244412 w 381000"/>
                <a:gd name="connsiteY3594" fmla="*/ 723614 h 800100"/>
                <a:gd name="connsiteX3595" fmla="*/ 244126 w 381000"/>
                <a:gd name="connsiteY3595" fmla="*/ 723329 h 800100"/>
                <a:gd name="connsiteX3596" fmla="*/ 243840 w 381000"/>
                <a:gd name="connsiteY3596" fmla="*/ 723233 h 800100"/>
                <a:gd name="connsiteX3597" fmla="*/ 243554 w 381000"/>
                <a:gd name="connsiteY3597" fmla="*/ 723043 h 800100"/>
                <a:gd name="connsiteX3598" fmla="*/ 242697 w 381000"/>
                <a:gd name="connsiteY3598" fmla="*/ 722281 h 800100"/>
                <a:gd name="connsiteX3599" fmla="*/ 242411 w 381000"/>
                <a:gd name="connsiteY3599" fmla="*/ 722090 h 800100"/>
                <a:gd name="connsiteX3600" fmla="*/ 229743 w 381000"/>
                <a:gd name="connsiteY3600" fmla="*/ 717804 h 800100"/>
                <a:gd name="connsiteX3601" fmla="*/ 226695 w 381000"/>
                <a:gd name="connsiteY3601" fmla="*/ 715899 h 800100"/>
                <a:gd name="connsiteX3602" fmla="*/ 227457 w 381000"/>
                <a:gd name="connsiteY3602" fmla="*/ 715613 h 800100"/>
                <a:gd name="connsiteX3603" fmla="*/ 228219 w 381000"/>
                <a:gd name="connsiteY3603" fmla="*/ 715899 h 800100"/>
                <a:gd name="connsiteX3604" fmla="*/ 229076 w 381000"/>
                <a:gd name="connsiteY3604" fmla="*/ 716375 h 800100"/>
                <a:gd name="connsiteX3605" fmla="*/ 230124 w 381000"/>
                <a:gd name="connsiteY3605" fmla="*/ 716661 h 800100"/>
                <a:gd name="connsiteX3606" fmla="*/ 232124 w 381000"/>
                <a:gd name="connsiteY3606" fmla="*/ 716661 h 800100"/>
                <a:gd name="connsiteX3607" fmla="*/ 235934 w 381000"/>
                <a:gd name="connsiteY3607" fmla="*/ 717423 h 800100"/>
                <a:gd name="connsiteX3608" fmla="*/ 241459 w 381000"/>
                <a:gd name="connsiteY3608" fmla="*/ 717423 h 800100"/>
                <a:gd name="connsiteX3609" fmla="*/ 244221 w 381000"/>
                <a:gd name="connsiteY3609" fmla="*/ 718090 h 800100"/>
                <a:gd name="connsiteX3610" fmla="*/ 245269 w 381000"/>
                <a:gd name="connsiteY3610" fmla="*/ 718185 h 800100"/>
                <a:gd name="connsiteX3611" fmla="*/ 246031 w 381000"/>
                <a:gd name="connsiteY3611" fmla="*/ 717709 h 800100"/>
                <a:gd name="connsiteX3612" fmla="*/ 246316 w 381000"/>
                <a:gd name="connsiteY3612" fmla="*/ 716566 h 800100"/>
                <a:gd name="connsiteX3613" fmla="*/ 245936 w 381000"/>
                <a:gd name="connsiteY3613" fmla="*/ 711994 h 800100"/>
                <a:gd name="connsiteX3614" fmla="*/ 245650 w 381000"/>
                <a:gd name="connsiteY3614" fmla="*/ 711232 h 800100"/>
                <a:gd name="connsiteX3615" fmla="*/ 244983 w 381000"/>
                <a:gd name="connsiteY3615" fmla="*/ 710470 h 800100"/>
                <a:gd name="connsiteX3616" fmla="*/ 244507 w 381000"/>
                <a:gd name="connsiteY3616" fmla="*/ 709708 h 800100"/>
                <a:gd name="connsiteX3617" fmla="*/ 244126 w 381000"/>
                <a:gd name="connsiteY3617" fmla="*/ 708755 h 800100"/>
                <a:gd name="connsiteX3618" fmla="*/ 243554 w 381000"/>
                <a:gd name="connsiteY3618" fmla="*/ 707993 h 800100"/>
                <a:gd name="connsiteX3619" fmla="*/ 242697 w 381000"/>
                <a:gd name="connsiteY3619" fmla="*/ 707707 h 800100"/>
                <a:gd name="connsiteX3620" fmla="*/ 242125 w 381000"/>
                <a:gd name="connsiteY3620" fmla="*/ 707993 h 800100"/>
                <a:gd name="connsiteX3621" fmla="*/ 241268 w 381000"/>
                <a:gd name="connsiteY3621" fmla="*/ 709422 h 800100"/>
                <a:gd name="connsiteX3622" fmla="*/ 240792 w 381000"/>
                <a:gd name="connsiteY3622" fmla="*/ 709803 h 800100"/>
                <a:gd name="connsiteX3623" fmla="*/ 239744 w 381000"/>
                <a:gd name="connsiteY3623" fmla="*/ 709803 h 800100"/>
                <a:gd name="connsiteX3624" fmla="*/ 239363 w 381000"/>
                <a:gd name="connsiteY3624" fmla="*/ 709231 h 800100"/>
                <a:gd name="connsiteX3625" fmla="*/ 239268 w 381000"/>
                <a:gd name="connsiteY3625" fmla="*/ 708374 h 800100"/>
                <a:gd name="connsiteX3626" fmla="*/ 238982 w 381000"/>
                <a:gd name="connsiteY3626" fmla="*/ 707612 h 800100"/>
                <a:gd name="connsiteX3627" fmla="*/ 238601 w 381000"/>
                <a:gd name="connsiteY3627" fmla="*/ 707612 h 800100"/>
                <a:gd name="connsiteX3628" fmla="*/ 238220 w 381000"/>
                <a:gd name="connsiteY3628" fmla="*/ 708374 h 800100"/>
                <a:gd name="connsiteX3629" fmla="*/ 237649 w 381000"/>
                <a:gd name="connsiteY3629" fmla="*/ 709041 h 800100"/>
                <a:gd name="connsiteX3630" fmla="*/ 236887 w 381000"/>
                <a:gd name="connsiteY3630" fmla="*/ 709517 h 800100"/>
                <a:gd name="connsiteX3631" fmla="*/ 235934 w 381000"/>
                <a:gd name="connsiteY3631" fmla="*/ 709708 h 800100"/>
                <a:gd name="connsiteX3632" fmla="*/ 235363 w 381000"/>
                <a:gd name="connsiteY3632" fmla="*/ 709422 h 800100"/>
                <a:gd name="connsiteX3633" fmla="*/ 235077 w 381000"/>
                <a:gd name="connsiteY3633" fmla="*/ 708660 h 800100"/>
                <a:gd name="connsiteX3634" fmla="*/ 234982 w 381000"/>
                <a:gd name="connsiteY3634" fmla="*/ 706755 h 800100"/>
                <a:gd name="connsiteX3635" fmla="*/ 235363 w 381000"/>
                <a:gd name="connsiteY3635" fmla="*/ 707231 h 800100"/>
                <a:gd name="connsiteX3636" fmla="*/ 235648 w 381000"/>
                <a:gd name="connsiteY3636" fmla="*/ 707803 h 800100"/>
                <a:gd name="connsiteX3637" fmla="*/ 235839 w 381000"/>
                <a:gd name="connsiteY3637" fmla="*/ 708470 h 800100"/>
                <a:gd name="connsiteX3638" fmla="*/ 235839 w 381000"/>
                <a:gd name="connsiteY3638" fmla="*/ 709327 h 800100"/>
                <a:gd name="connsiteX3639" fmla="*/ 236506 w 381000"/>
                <a:gd name="connsiteY3639" fmla="*/ 708851 h 800100"/>
                <a:gd name="connsiteX3640" fmla="*/ 237172 w 381000"/>
                <a:gd name="connsiteY3640" fmla="*/ 708565 h 800100"/>
                <a:gd name="connsiteX3641" fmla="*/ 237744 w 381000"/>
                <a:gd name="connsiteY3641" fmla="*/ 708279 h 800100"/>
                <a:gd name="connsiteX3642" fmla="*/ 238125 w 381000"/>
                <a:gd name="connsiteY3642" fmla="*/ 707231 h 800100"/>
                <a:gd name="connsiteX3643" fmla="*/ 238601 w 381000"/>
                <a:gd name="connsiteY3643" fmla="*/ 706850 h 800100"/>
                <a:gd name="connsiteX3644" fmla="*/ 239173 w 381000"/>
                <a:gd name="connsiteY3644" fmla="*/ 706564 h 800100"/>
                <a:gd name="connsiteX3645" fmla="*/ 239744 w 381000"/>
                <a:gd name="connsiteY3645" fmla="*/ 706469 h 800100"/>
                <a:gd name="connsiteX3646" fmla="*/ 239363 w 381000"/>
                <a:gd name="connsiteY3646" fmla="*/ 706088 h 800100"/>
                <a:gd name="connsiteX3647" fmla="*/ 239173 w 381000"/>
                <a:gd name="connsiteY3647" fmla="*/ 705803 h 800100"/>
                <a:gd name="connsiteX3648" fmla="*/ 238982 w 381000"/>
                <a:gd name="connsiteY3648" fmla="*/ 705040 h 800100"/>
                <a:gd name="connsiteX3649" fmla="*/ 239363 w 381000"/>
                <a:gd name="connsiteY3649" fmla="*/ 705040 h 800100"/>
                <a:gd name="connsiteX3650" fmla="*/ 239839 w 381000"/>
                <a:gd name="connsiteY3650" fmla="*/ 705993 h 800100"/>
                <a:gd name="connsiteX3651" fmla="*/ 240697 w 381000"/>
                <a:gd name="connsiteY3651" fmla="*/ 705993 h 800100"/>
                <a:gd name="connsiteX3652" fmla="*/ 242411 w 381000"/>
                <a:gd name="connsiteY3652" fmla="*/ 705422 h 800100"/>
                <a:gd name="connsiteX3653" fmla="*/ 243078 w 381000"/>
                <a:gd name="connsiteY3653" fmla="*/ 705040 h 800100"/>
                <a:gd name="connsiteX3654" fmla="*/ 243459 w 381000"/>
                <a:gd name="connsiteY3654" fmla="*/ 704088 h 800100"/>
                <a:gd name="connsiteX3655" fmla="*/ 243649 w 381000"/>
                <a:gd name="connsiteY3655" fmla="*/ 703421 h 800100"/>
                <a:gd name="connsiteX3656" fmla="*/ 243745 w 381000"/>
                <a:gd name="connsiteY3656" fmla="*/ 702945 h 800100"/>
                <a:gd name="connsiteX3657" fmla="*/ 244030 w 381000"/>
                <a:gd name="connsiteY3657" fmla="*/ 702088 h 800100"/>
                <a:gd name="connsiteX3658" fmla="*/ 244316 w 381000"/>
                <a:gd name="connsiteY3658" fmla="*/ 701707 h 800100"/>
                <a:gd name="connsiteX3659" fmla="*/ 244602 w 381000"/>
                <a:gd name="connsiteY3659" fmla="*/ 701516 h 800100"/>
                <a:gd name="connsiteX3660" fmla="*/ 244888 w 381000"/>
                <a:gd name="connsiteY3660" fmla="*/ 701230 h 800100"/>
                <a:gd name="connsiteX3661" fmla="*/ 245078 w 381000"/>
                <a:gd name="connsiteY3661" fmla="*/ 700659 h 800100"/>
                <a:gd name="connsiteX3662" fmla="*/ 244507 w 381000"/>
                <a:gd name="connsiteY3662" fmla="*/ 699135 h 800100"/>
                <a:gd name="connsiteX3663" fmla="*/ 244412 w 381000"/>
                <a:gd name="connsiteY3663" fmla="*/ 698659 h 800100"/>
                <a:gd name="connsiteX3664" fmla="*/ 244126 w 381000"/>
                <a:gd name="connsiteY3664" fmla="*/ 698373 h 800100"/>
                <a:gd name="connsiteX3665" fmla="*/ 243554 w 381000"/>
                <a:gd name="connsiteY3665" fmla="*/ 698087 h 800100"/>
                <a:gd name="connsiteX3666" fmla="*/ 243173 w 381000"/>
                <a:gd name="connsiteY3666" fmla="*/ 697706 h 800100"/>
                <a:gd name="connsiteX3667" fmla="*/ 243459 w 381000"/>
                <a:gd name="connsiteY3667" fmla="*/ 697135 h 800100"/>
                <a:gd name="connsiteX3668" fmla="*/ 243745 w 381000"/>
                <a:gd name="connsiteY3668" fmla="*/ 696849 h 800100"/>
                <a:gd name="connsiteX3669" fmla="*/ 244792 w 381000"/>
                <a:gd name="connsiteY3669" fmla="*/ 696278 h 800100"/>
                <a:gd name="connsiteX3670" fmla="*/ 244792 w 381000"/>
                <a:gd name="connsiteY3670" fmla="*/ 696278 h 800100"/>
                <a:gd name="connsiteX3671" fmla="*/ 244983 w 381000"/>
                <a:gd name="connsiteY3671" fmla="*/ 696182 h 800100"/>
                <a:gd name="connsiteX3672" fmla="*/ 245650 w 381000"/>
                <a:gd name="connsiteY3672" fmla="*/ 696468 h 800100"/>
                <a:gd name="connsiteX3673" fmla="*/ 246031 w 381000"/>
                <a:gd name="connsiteY3673" fmla="*/ 696849 h 800100"/>
                <a:gd name="connsiteX3674" fmla="*/ 246412 w 381000"/>
                <a:gd name="connsiteY3674" fmla="*/ 697230 h 800100"/>
                <a:gd name="connsiteX3675" fmla="*/ 247079 w 381000"/>
                <a:gd name="connsiteY3675" fmla="*/ 697992 h 800100"/>
                <a:gd name="connsiteX3676" fmla="*/ 247364 w 381000"/>
                <a:gd name="connsiteY3676" fmla="*/ 698563 h 800100"/>
                <a:gd name="connsiteX3677" fmla="*/ 247840 w 381000"/>
                <a:gd name="connsiteY3677" fmla="*/ 699135 h 800100"/>
                <a:gd name="connsiteX3678" fmla="*/ 248888 w 381000"/>
                <a:gd name="connsiteY3678" fmla="*/ 698849 h 800100"/>
                <a:gd name="connsiteX3679" fmla="*/ 249936 w 381000"/>
                <a:gd name="connsiteY3679" fmla="*/ 698373 h 800100"/>
                <a:gd name="connsiteX3680" fmla="*/ 250698 w 381000"/>
                <a:gd name="connsiteY3680" fmla="*/ 697992 h 800100"/>
                <a:gd name="connsiteX3681" fmla="*/ 251174 w 381000"/>
                <a:gd name="connsiteY3681" fmla="*/ 698373 h 800100"/>
                <a:gd name="connsiteX3682" fmla="*/ 253937 w 381000"/>
                <a:gd name="connsiteY3682" fmla="*/ 700754 h 800100"/>
                <a:gd name="connsiteX3683" fmla="*/ 253651 w 381000"/>
                <a:gd name="connsiteY3683" fmla="*/ 702564 h 800100"/>
                <a:gd name="connsiteX3684" fmla="*/ 253651 w 381000"/>
                <a:gd name="connsiteY3684" fmla="*/ 703516 h 800100"/>
                <a:gd name="connsiteX3685" fmla="*/ 253937 w 381000"/>
                <a:gd name="connsiteY3685" fmla="*/ 704564 h 800100"/>
                <a:gd name="connsiteX3686" fmla="*/ 254222 w 381000"/>
                <a:gd name="connsiteY3686" fmla="*/ 705040 h 800100"/>
                <a:gd name="connsiteX3687" fmla="*/ 254508 w 381000"/>
                <a:gd name="connsiteY3687" fmla="*/ 705231 h 800100"/>
                <a:gd name="connsiteX3688" fmla="*/ 254794 w 381000"/>
                <a:gd name="connsiteY3688" fmla="*/ 705517 h 800100"/>
                <a:gd name="connsiteX3689" fmla="*/ 254984 w 381000"/>
                <a:gd name="connsiteY3689" fmla="*/ 706088 h 800100"/>
                <a:gd name="connsiteX3690" fmla="*/ 254984 w 381000"/>
                <a:gd name="connsiteY3690" fmla="*/ 706660 h 800100"/>
                <a:gd name="connsiteX3691" fmla="*/ 254794 w 381000"/>
                <a:gd name="connsiteY3691" fmla="*/ 707231 h 800100"/>
                <a:gd name="connsiteX3692" fmla="*/ 254698 w 381000"/>
                <a:gd name="connsiteY3692" fmla="*/ 707707 h 800100"/>
                <a:gd name="connsiteX3693" fmla="*/ 255079 w 381000"/>
                <a:gd name="connsiteY3693" fmla="*/ 707993 h 800100"/>
                <a:gd name="connsiteX3694" fmla="*/ 255556 w 381000"/>
                <a:gd name="connsiteY3694" fmla="*/ 707612 h 800100"/>
                <a:gd name="connsiteX3695" fmla="*/ 256699 w 381000"/>
                <a:gd name="connsiteY3695" fmla="*/ 705517 h 800100"/>
                <a:gd name="connsiteX3696" fmla="*/ 257175 w 381000"/>
                <a:gd name="connsiteY3696" fmla="*/ 705231 h 800100"/>
                <a:gd name="connsiteX3697" fmla="*/ 257556 w 381000"/>
                <a:gd name="connsiteY3697" fmla="*/ 705040 h 800100"/>
                <a:gd name="connsiteX3698" fmla="*/ 256508 w 381000"/>
                <a:gd name="connsiteY3698" fmla="*/ 704088 h 800100"/>
                <a:gd name="connsiteX3699" fmla="*/ 256127 w 381000"/>
                <a:gd name="connsiteY3699" fmla="*/ 702659 h 800100"/>
                <a:gd name="connsiteX3700" fmla="*/ 256127 w 381000"/>
                <a:gd name="connsiteY3700" fmla="*/ 701040 h 800100"/>
                <a:gd name="connsiteX3701" fmla="*/ 256508 w 381000"/>
                <a:gd name="connsiteY3701" fmla="*/ 699516 h 800100"/>
                <a:gd name="connsiteX3702" fmla="*/ 256889 w 381000"/>
                <a:gd name="connsiteY3702" fmla="*/ 699516 h 800100"/>
                <a:gd name="connsiteX3703" fmla="*/ 256889 w 381000"/>
                <a:gd name="connsiteY3703" fmla="*/ 700945 h 800100"/>
                <a:gd name="connsiteX3704" fmla="*/ 256794 w 381000"/>
                <a:gd name="connsiteY3704" fmla="*/ 701612 h 800100"/>
                <a:gd name="connsiteX3705" fmla="*/ 256508 w 381000"/>
                <a:gd name="connsiteY3705" fmla="*/ 702088 h 800100"/>
                <a:gd name="connsiteX3706" fmla="*/ 256508 w 381000"/>
                <a:gd name="connsiteY3706" fmla="*/ 702373 h 800100"/>
                <a:gd name="connsiteX3707" fmla="*/ 257270 w 381000"/>
                <a:gd name="connsiteY3707" fmla="*/ 703136 h 800100"/>
                <a:gd name="connsiteX3708" fmla="*/ 256889 w 381000"/>
                <a:gd name="connsiteY3708" fmla="*/ 703516 h 800100"/>
                <a:gd name="connsiteX3709" fmla="*/ 257556 w 381000"/>
                <a:gd name="connsiteY3709" fmla="*/ 704088 h 800100"/>
                <a:gd name="connsiteX3710" fmla="*/ 258032 w 381000"/>
                <a:gd name="connsiteY3710" fmla="*/ 704374 h 800100"/>
                <a:gd name="connsiteX3711" fmla="*/ 258413 w 381000"/>
                <a:gd name="connsiteY3711" fmla="*/ 704279 h 800100"/>
                <a:gd name="connsiteX3712" fmla="*/ 258508 w 381000"/>
                <a:gd name="connsiteY3712" fmla="*/ 703802 h 800100"/>
                <a:gd name="connsiteX3713" fmla="*/ 258223 w 381000"/>
                <a:gd name="connsiteY3713" fmla="*/ 703516 h 800100"/>
                <a:gd name="connsiteX3714" fmla="*/ 257842 w 381000"/>
                <a:gd name="connsiteY3714" fmla="*/ 703231 h 800100"/>
                <a:gd name="connsiteX3715" fmla="*/ 257651 w 381000"/>
                <a:gd name="connsiteY3715" fmla="*/ 702850 h 800100"/>
                <a:gd name="connsiteX3716" fmla="*/ 258223 w 381000"/>
                <a:gd name="connsiteY3716" fmla="*/ 701516 h 800100"/>
                <a:gd name="connsiteX3717" fmla="*/ 258318 w 381000"/>
                <a:gd name="connsiteY3717" fmla="*/ 700659 h 800100"/>
                <a:gd name="connsiteX3718" fmla="*/ 257746 w 381000"/>
                <a:gd name="connsiteY3718" fmla="*/ 700278 h 800100"/>
                <a:gd name="connsiteX3719" fmla="*/ 257080 w 381000"/>
                <a:gd name="connsiteY3719" fmla="*/ 699992 h 800100"/>
                <a:gd name="connsiteX3720" fmla="*/ 257080 w 381000"/>
                <a:gd name="connsiteY3720" fmla="*/ 699326 h 800100"/>
                <a:gd name="connsiteX3721" fmla="*/ 257556 w 381000"/>
                <a:gd name="connsiteY3721" fmla="*/ 697992 h 800100"/>
                <a:gd name="connsiteX3722" fmla="*/ 257175 w 381000"/>
                <a:gd name="connsiteY3722" fmla="*/ 697516 h 800100"/>
                <a:gd name="connsiteX3723" fmla="*/ 256413 w 381000"/>
                <a:gd name="connsiteY3723" fmla="*/ 697039 h 800100"/>
                <a:gd name="connsiteX3724" fmla="*/ 255841 w 381000"/>
                <a:gd name="connsiteY3724" fmla="*/ 696468 h 800100"/>
                <a:gd name="connsiteX3725" fmla="*/ 256032 w 381000"/>
                <a:gd name="connsiteY3725" fmla="*/ 695706 h 800100"/>
                <a:gd name="connsiteX3726" fmla="*/ 257556 w 381000"/>
                <a:gd name="connsiteY3726" fmla="*/ 697135 h 800100"/>
                <a:gd name="connsiteX3727" fmla="*/ 258128 w 381000"/>
                <a:gd name="connsiteY3727" fmla="*/ 697992 h 800100"/>
                <a:gd name="connsiteX3728" fmla="*/ 258223 w 381000"/>
                <a:gd name="connsiteY3728" fmla="*/ 699135 h 800100"/>
                <a:gd name="connsiteX3729" fmla="*/ 258223 w 381000"/>
                <a:gd name="connsiteY3729" fmla="*/ 699326 h 800100"/>
                <a:gd name="connsiteX3730" fmla="*/ 257651 w 381000"/>
                <a:gd name="connsiteY3730" fmla="*/ 699135 h 800100"/>
                <a:gd name="connsiteX3731" fmla="*/ 257461 w 381000"/>
                <a:gd name="connsiteY3731" fmla="*/ 699040 h 800100"/>
                <a:gd name="connsiteX3732" fmla="*/ 257651 w 381000"/>
                <a:gd name="connsiteY3732" fmla="*/ 699611 h 800100"/>
                <a:gd name="connsiteX3733" fmla="*/ 258318 w 381000"/>
                <a:gd name="connsiteY3733" fmla="*/ 700373 h 800100"/>
                <a:gd name="connsiteX3734" fmla="*/ 258508 w 381000"/>
                <a:gd name="connsiteY3734" fmla="*/ 700754 h 800100"/>
                <a:gd name="connsiteX3735" fmla="*/ 258604 w 381000"/>
                <a:gd name="connsiteY3735" fmla="*/ 704564 h 800100"/>
                <a:gd name="connsiteX3736" fmla="*/ 258508 w 381000"/>
                <a:gd name="connsiteY3736" fmla="*/ 705136 h 800100"/>
                <a:gd name="connsiteX3737" fmla="*/ 258128 w 381000"/>
                <a:gd name="connsiteY3737" fmla="*/ 705707 h 800100"/>
                <a:gd name="connsiteX3738" fmla="*/ 257651 w 381000"/>
                <a:gd name="connsiteY3738" fmla="*/ 705993 h 800100"/>
                <a:gd name="connsiteX3739" fmla="*/ 257556 w 381000"/>
                <a:gd name="connsiteY3739" fmla="*/ 705993 h 800100"/>
                <a:gd name="connsiteX3740" fmla="*/ 257080 w 381000"/>
                <a:gd name="connsiteY3740" fmla="*/ 706184 h 800100"/>
                <a:gd name="connsiteX3741" fmla="*/ 256604 w 381000"/>
                <a:gd name="connsiteY3741" fmla="*/ 706564 h 800100"/>
                <a:gd name="connsiteX3742" fmla="*/ 256413 w 381000"/>
                <a:gd name="connsiteY3742" fmla="*/ 707422 h 800100"/>
                <a:gd name="connsiteX3743" fmla="*/ 256794 w 381000"/>
                <a:gd name="connsiteY3743" fmla="*/ 707422 h 800100"/>
                <a:gd name="connsiteX3744" fmla="*/ 257080 w 381000"/>
                <a:gd name="connsiteY3744" fmla="*/ 707041 h 800100"/>
                <a:gd name="connsiteX3745" fmla="*/ 257461 w 381000"/>
                <a:gd name="connsiteY3745" fmla="*/ 706755 h 800100"/>
                <a:gd name="connsiteX3746" fmla="*/ 258223 w 381000"/>
                <a:gd name="connsiteY3746" fmla="*/ 706374 h 800100"/>
                <a:gd name="connsiteX3747" fmla="*/ 258223 w 381000"/>
                <a:gd name="connsiteY3747" fmla="*/ 706850 h 800100"/>
                <a:gd name="connsiteX3748" fmla="*/ 258508 w 381000"/>
                <a:gd name="connsiteY3748" fmla="*/ 707898 h 800100"/>
                <a:gd name="connsiteX3749" fmla="*/ 259080 w 381000"/>
                <a:gd name="connsiteY3749" fmla="*/ 707612 h 800100"/>
                <a:gd name="connsiteX3750" fmla="*/ 259461 w 381000"/>
                <a:gd name="connsiteY3750" fmla="*/ 707136 h 800100"/>
                <a:gd name="connsiteX3751" fmla="*/ 259937 w 381000"/>
                <a:gd name="connsiteY3751" fmla="*/ 706088 h 800100"/>
                <a:gd name="connsiteX3752" fmla="*/ 260128 w 381000"/>
                <a:gd name="connsiteY3752" fmla="*/ 706755 h 800100"/>
                <a:gd name="connsiteX3753" fmla="*/ 260128 w 381000"/>
                <a:gd name="connsiteY3753" fmla="*/ 707041 h 800100"/>
                <a:gd name="connsiteX3754" fmla="*/ 259937 w 381000"/>
                <a:gd name="connsiteY3754" fmla="*/ 707517 h 800100"/>
                <a:gd name="connsiteX3755" fmla="*/ 260318 w 381000"/>
                <a:gd name="connsiteY3755" fmla="*/ 707517 h 800100"/>
                <a:gd name="connsiteX3756" fmla="*/ 261175 w 381000"/>
                <a:gd name="connsiteY3756" fmla="*/ 706946 h 800100"/>
                <a:gd name="connsiteX3757" fmla="*/ 262319 w 381000"/>
                <a:gd name="connsiteY3757" fmla="*/ 707041 h 800100"/>
                <a:gd name="connsiteX3758" fmla="*/ 263366 w 381000"/>
                <a:gd name="connsiteY3758" fmla="*/ 707517 h 800100"/>
                <a:gd name="connsiteX3759" fmla="*/ 264033 w 381000"/>
                <a:gd name="connsiteY3759" fmla="*/ 708279 h 800100"/>
                <a:gd name="connsiteX3760" fmla="*/ 264319 w 381000"/>
                <a:gd name="connsiteY3760" fmla="*/ 708279 h 800100"/>
                <a:gd name="connsiteX3761" fmla="*/ 264319 w 381000"/>
                <a:gd name="connsiteY3761" fmla="*/ 707517 h 800100"/>
                <a:gd name="connsiteX3762" fmla="*/ 264700 w 381000"/>
                <a:gd name="connsiteY3762" fmla="*/ 707707 h 800100"/>
                <a:gd name="connsiteX3763" fmla="*/ 265271 w 381000"/>
                <a:gd name="connsiteY3763" fmla="*/ 707803 h 800100"/>
                <a:gd name="connsiteX3764" fmla="*/ 265843 w 381000"/>
                <a:gd name="connsiteY3764" fmla="*/ 707803 h 800100"/>
                <a:gd name="connsiteX3765" fmla="*/ 266129 w 381000"/>
                <a:gd name="connsiteY3765" fmla="*/ 707803 h 800100"/>
                <a:gd name="connsiteX3766" fmla="*/ 267176 w 381000"/>
                <a:gd name="connsiteY3766" fmla="*/ 708851 h 800100"/>
                <a:gd name="connsiteX3767" fmla="*/ 267462 w 381000"/>
                <a:gd name="connsiteY3767" fmla="*/ 709041 h 800100"/>
                <a:gd name="connsiteX3768" fmla="*/ 267748 w 381000"/>
                <a:gd name="connsiteY3768" fmla="*/ 709231 h 800100"/>
                <a:gd name="connsiteX3769" fmla="*/ 268129 w 381000"/>
                <a:gd name="connsiteY3769" fmla="*/ 709613 h 800100"/>
                <a:gd name="connsiteX3770" fmla="*/ 268414 w 381000"/>
                <a:gd name="connsiteY3770" fmla="*/ 710089 h 800100"/>
                <a:gd name="connsiteX3771" fmla="*/ 268414 w 381000"/>
                <a:gd name="connsiteY3771" fmla="*/ 710565 h 800100"/>
                <a:gd name="connsiteX3772" fmla="*/ 268129 w 381000"/>
                <a:gd name="connsiteY3772" fmla="*/ 710946 h 800100"/>
                <a:gd name="connsiteX3773" fmla="*/ 267653 w 381000"/>
                <a:gd name="connsiteY3773" fmla="*/ 711041 h 800100"/>
                <a:gd name="connsiteX3774" fmla="*/ 267271 w 381000"/>
                <a:gd name="connsiteY3774" fmla="*/ 711232 h 800100"/>
                <a:gd name="connsiteX3775" fmla="*/ 266986 w 381000"/>
                <a:gd name="connsiteY3775" fmla="*/ 711708 h 800100"/>
                <a:gd name="connsiteX3776" fmla="*/ 268319 w 381000"/>
                <a:gd name="connsiteY3776" fmla="*/ 711898 h 800100"/>
                <a:gd name="connsiteX3777" fmla="*/ 270320 w 381000"/>
                <a:gd name="connsiteY3777" fmla="*/ 713137 h 800100"/>
                <a:gd name="connsiteX3778" fmla="*/ 271272 w 381000"/>
                <a:gd name="connsiteY3778" fmla="*/ 713137 h 800100"/>
                <a:gd name="connsiteX3779" fmla="*/ 272605 w 381000"/>
                <a:gd name="connsiteY3779" fmla="*/ 711137 h 800100"/>
                <a:gd name="connsiteX3780" fmla="*/ 274130 w 381000"/>
                <a:gd name="connsiteY3780" fmla="*/ 709708 h 800100"/>
                <a:gd name="connsiteX3781" fmla="*/ 274606 w 381000"/>
                <a:gd name="connsiteY3781" fmla="*/ 709136 h 800100"/>
                <a:gd name="connsiteX3782" fmla="*/ 275177 w 381000"/>
                <a:gd name="connsiteY3782" fmla="*/ 709327 h 800100"/>
                <a:gd name="connsiteX3783" fmla="*/ 277273 w 381000"/>
                <a:gd name="connsiteY3783" fmla="*/ 708660 h 800100"/>
                <a:gd name="connsiteX3784" fmla="*/ 279654 w 381000"/>
                <a:gd name="connsiteY3784" fmla="*/ 708374 h 800100"/>
                <a:gd name="connsiteX3785" fmla="*/ 280606 w 381000"/>
                <a:gd name="connsiteY3785" fmla="*/ 708088 h 800100"/>
                <a:gd name="connsiteX3786" fmla="*/ 283940 w 381000"/>
                <a:gd name="connsiteY3786" fmla="*/ 706564 h 800100"/>
                <a:gd name="connsiteX3787" fmla="*/ 284988 w 381000"/>
                <a:gd name="connsiteY3787" fmla="*/ 705993 h 800100"/>
                <a:gd name="connsiteX3788" fmla="*/ 285464 w 381000"/>
                <a:gd name="connsiteY3788" fmla="*/ 705326 h 800100"/>
                <a:gd name="connsiteX3789" fmla="*/ 285750 w 381000"/>
                <a:gd name="connsiteY3789" fmla="*/ 704755 h 800100"/>
                <a:gd name="connsiteX3790" fmla="*/ 287179 w 381000"/>
                <a:gd name="connsiteY3790" fmla="*/ 703326 h 800100"/>
                <a:gd name="connsiteX3791" fmla="*/ 287750 w 381000"/>
                <a:gd name="connsiteY3791" fmla="*/ 702945 h 800100"/>
                <a:gd name="connsiteX3792" fmla="*/ 288036 w 381000"/>
                <a:gd name="connsiteY3792" fmla="*/ 702755 h 800100"/>
                <a:gd name="connsiteX3793" fmla="*/ 289846 w 381000"/>
                <a:gd name="connsiteY3793" fmla="*/ 701707 h 800100"/>
                <a:gd name="connsiteX3794" fmla="*/ 291084 w 381000"/>
                <a:gd name="connsiteY3794" fmla="*/ 701230 h 800100"/>
                <a:gd name="connsiteX3795" fmla="*/ 292227 w 381000"/>
                <a:gd name="connsiteY3795" fmla="*/ 701040 h 800100"/>
                <a:gd name="connsiteX3796" fmla="*/ 295656 w 381000"/>
                <a:gd name="connsiteY3796" fmla="*/ 699230 h 800100"/>
                <a:gd name="connsiteX3797" fmla="*/ 297656 w 381000"/>
                <a:gd name="connsiteY3797" fmla="*/ 698563 h 800100"/>
                <a:gd name="connsiteX3798" fmla="*/ 298418 w 381000"/>
                <a:gd name="connsiteY3798" fmla="*/ 698182 h 800100"/>
                <a:gd name="connsiteX3799" fmla="*/ 300609 w 381000"/>
                <a:gd name="connsiteY3799" fmla="*/ 696373 h 800100"/>
                <a:gd name="connsiteX3800" fmla="*/ 303657 w 381000"/>
                <a:gd name="connsiteY3800" fmla="*/ 695039 h 800100"/>
                <a:gd name="connsiteX3801" fmla="*/ 304514 w 381000"/>
                <a:gd name="connsiteY3801" fmla="*/ 694849 h 800100"/>
                <a:gd name="connsiteX3802" fmla="*/ 305657 w 381000"/>
                <a:gd name="connsiteY3802" fmla="*/ 694754 h 800100"/>
                <a:gd name="connsiteX3803" fmla="*/ 306514 w 381000"/>
                <a:gd name="connsiteY3803" fmla="*/ 694849 h 800100"/>
                <a:gd name="connsiteX3804" fmla="*/ 308896 w 381000"/>
                <a:gd name="connsiteY3804" fmla="*/ 695515 h 800100"/>
                <a:gd name="connsiteX3805" fmla="*/ 309467 w 381000"/>
                <a:gd name="connsiteY3805" fmla="*/ 695897 h 800100"/>
                <a:gd name="connsiteX3806" fmla="*/ 309848 w 381000"/>
                <a:gd name="connsiteY3806" fmla="*/ 695897 h 800100"/>
                <a:gd name="connsiteX3807" fmla="*/ 311848 w 381000"/>
                <a:gd name="connsiteY3807" fmla="*/ 691991 h 800100"/>
                <a:gd name="connsiteX3808" fmla="*/ 312230 w 381000"/>
                <a:gd name="connsiteY3808" fmla="*/ 689801 h 800100"/>
                <a:gd name="connsiteX3809" fmla="*/ 312991 w 381000"/>
                <a:gd name="connsiteY3809" fmla="*/ 688277 h 800100"/>
                <a:gd name="connsiteX3810" fmla="*/ 313182 w 381000"/>
                <a:gd name="connsiteY3810" fmla="*/ 687610 h 800100"/>
                <a:gd name="connsiteX3811" fmla="*/ 313468 w 381000"/>
                <a:gd name="connsiteY3811" fmla="*/ 686848 h 800100"/>
                <a:gd name="connsiteX3812" fmla="*/ 314706 w 381000"/>
                <a:gd name="connsiteY3812" fmla="*/ 685610 h 800100"/>
                <a:gd name="connsiteX3813" fmla="*/ 314992 w 381000"/>
                <a:gd name="connsiteY3813" fmla="*/ 685038 h 800100"/>
                <a:gd name="connsiteX3814" fmla="*/ 315658 w 381000"/>
                <a:gd name="connsiteY3814" fmla="*/ 684181 h 800100"/>
                <a:gd name="connsiteX3815" fmla="*/ 317182 w 381000"/>
                <a:gd name="connsiteY3815" fmla="*/ 683705 h 800100"/>
                <a:gd name="connsiteX3816" fmla="*/ 323660 w 381000"/>
                <a:gd name="connsiteY3816" fmla="*/ 682466 h 800100"/>
                <a:gd name="connsiteX3817" fmla="*/ 325088 w 381000"/>
                <a:gd name="connsiteY3817" fmla="*/ 682943 h 800100"/>
                <a:gd name="connsiteX3818" fmla="*/ 325564 w 381000"/>
                <a:gd name="connsiteY3818" fmla="*/ 684562 h 800100"/>
                <a:gd name="connsiteX3819" fmla="*/ 325946 w 381000"/>
                <a:gd name="connsiteY3819" fmla="*/ 684562 h 800100"/>
                <a:gd name="connsiteX3820" fmla="*/ 326803 w 381000"/>
                <a:gd name="connsiteY3820" fmla="*/ 682847 h 800100"/>
                <a:gd name="connsiteX3821" fmla="*/ 327279 w 381000"/>
                <a:gd name="connsiteY3821" fmla="*/ 682466 h 800100"/>
                <a:gd name="connsiteX3822" fmla="*/ 328327 w 381000"/>
                <a:gd name="connsiteY3822" fmla="*/ 682371 h 800100"/>
                <a:gd name="connsiteX3823" fmla="*/ 328613 w 381000"/>
                <a:gd name="connsiteY3823" fmla="*/ 681799 h 800100"/>
                <a:gd name="connsiteX3824" fmla="*/ 329279 w 381000"/>
                <a:gd name="connsiteY3824" fmla="*/ 679323 h 800100"/>
                <a:gd name="connsiteX3825" fmla="*/ 329565 w 381000"/>
                <a:gd name="connsiteY3825" fmla="*/ 678656 h 800100"/>
                <a:gd name="connsiteX3826" fmla="*/ 329946 w 381000"/>
                <a:gd name="connsiteY3826" fmla="*/ 678466 h 800100"/>
                <a:gd name="connsiteX3827" fmla="*/ 330803 w 381000"/>
                <a:gd name="connsiteY3827" fmla="*/ 678466 h 800100"/>
                <a:gd name="connsiteX3828" fmla="*/ 331375 w 381000"/>
                <a:gd name="connsiteY3828" fmla="*/ 678371 h 800100"/>
                <a:gd name="connsiteX3829" fmla="*/ 333280 w 381000"/>
                <a:gd name="connsiteY3829" fmla="*/ 677418 h 800100"/>
                <a:gd name="connsiteX3830" fmla="*/ 333661 w 381000"/>
                <a:gd name="connsiteY3830" fmla="*/ 677228 h 800100"/>
                <a:gd name="connsiteX3831" fmla="*/ 334994 w 381000"/>
                <a:gd name="connsiteY3831" fmla="*/ 677037 h 800100"/>
                <a:gd name="connsiteX3832" fmla="*/ 335471 w 381000"/>
                <a:gd name="connsiteY3832" fmla="*/ 676465 h 800100"/>
                <a:gd name="connsiteX3833" fmla="*/ 335947 w 381000"/>
                <a:gd name="connsiteY3833" fmla="*/ 674275 h 800100"/>
                <a:gd name="connsiteX3834" fmla="*/ 336423 w 381000"/>
                <a:gd name="connsiteY3834" fmla="*/ 673418 h 800100"/>
                <a:gd name="connsiteX3835" fmla="*/ 337185 w 381000"/>
                <a:gd name="connsiteY3835" fmla="*/ 672465 h 800100"/>
                <a:gd name="connsiteX3836" fmla="*/ 338042 w 381000"/>
                <a:gd name="connsiteY3836" fmla="*/ 671703 h 800100"/>
                <a:gd name="connsiteX3837" fmla="*/ 339566 w 381000"/>
                <a:gd name="connsiteY3837" fmla="*/ 671227 h 800100"/>
                <a:gd name="connsiteX3838" fmla="*/ 340233 w 381000"/>
                <a:gd name="connsiteY3838" fmla="*/ 670465 h 800100"/>
                <a:gd name="connsiteX3839" fmla="*/ 340519 w 381000"/>
                <a:gd name="connsiteY3839" fmla="*/ 670274 h 800100"/>
                <a:gd name="connsiteX3840" fmla="*/ 342519 w 381000"/>
                <a:gd name="connsiteY3840" fmla="*/ 670274 h 800100"/>
                <a:gd name="connsiteX3841" fmla="*/ 343090 w 381000"/>
                <a:gd name="connsiteY3841" fmla="*/ 670179 h 800100"/>
                <a:gd name="connsiteX3842" fmla="*/ 344138 w 381000"/>
                <a:gd name="connsiteY3842" fmla="*/ 669703 h 800100"/>
                <a:gd name="connsiteX3843" fmla="*/ 344614 w 381000"/>
                <a:gd name="connsiteY3843" fmla="*/ 669607 h 800100"/>
                <a:gd name="connsiteX3844" fmla="*/ 345281 w 381000"/>
                <a:gd name="connsiteY3844" fmla="*/ 669703 h 800100"/>
                <a:gd name="connsiteX3845" fmla="*/ 346424 w 381000"/>
                <a:gd name="connsiteY3845" fmla="*/ 670179 h 800100"/>
                <a:gd name="connsiteX3846" fmla="*/ 346996 w 381000"/>
                <a:gd name="connsiteY3846" fmla="*/ 670274 h 800100"/>
                <a:gd name="connsiteX3847" fmla="*/ 347853 w 381000"/>
                <a:gd name="connsiteY3847" fmla="*/ 670274 h 800100"/>
                <a:gd name="connsiteX3848" fmla="*/ 348520 w 381000"/>
                <a:gd name="connsiteY3848" fmla="*/ 670179 h 800100"/>
                <a:gd name="connsiteX3849" fmla="*/ 348996 w 381000"/>
                <a:gd name="connsiteY3849" fmla="*/ 669798 h 800100"/>
                <a:gd name="connsiteX3850" fmla="*/ 349377 w 381000"/>
                <a:gd name="connsiteY3850" fmla="*/ 668846 h 800100"/>
                <a:gd name="connsiteX3851" fmla="*/ 350044 w 381000"/>
                <a:gd name="connsiteY3851" fmla="*/ 666179 h 800100"/>
                <a:gd name="connsiteX3852" fmla="*/ 350520 w 381000"/>
                <a:gd name="connsiteY3852" fmla="*/ 665226 h 800100"/>
                <a:gd name="connsiteX3853" fmla="*/ 350996 w 381000"/>
                <a:gd name="connsiteY3853" fmla="*/ 664559 h 800100"/>
                <a:gd name="connsiteX3854" fmla="*/ 351663 w 381000"/>
                <a:gd name="connsiteY3854" fmla="*/ 663893 h 800100"/>
                <a:gd name="connsiteX3855" fmla="*/ 353378 w 381000"/>
                <a:gd name="connsiteY3855" fmla="*/ 662654 h 800100"/>
                <a:gd name="connsiteX3856" fmla="*/ 354235 w 381000"/>
                <a:gd name="connsiteY3856" fmla="*/ 662273 h 800100"/>
                <a:gd name="connsiteX3857" fmla="*/ 355187 w 381000"/>
                <a:gd name="connsiteY3857" fmla="*/ 662083 h 800100"/>
                <a:gd name="connsiteX3858" fmla="*/ 356140 w 381000"/>
                <a:gd name="connsiteY3858" fmla="*/ 662083 h 800100"/>
                <a:gd name="connsiteX3859" fmla="*/ 356997 w 381000"/>
                <a:gd name="connsiteY3859" fmla="*/ 662273 h 800100"/>
                <a:gd name="connsiteX3860" fmla="*/ 359283 w 381000"/>
                <a:gd name="connsiteY3860" fmla="*/ 663321 h 800100"/>
                <a:gd name="connsiteX3861" fmla="*/ 360236 w 381000"/>
                <a:gd name="connsiteY3861" fmla="*/ 663416 h 800100"/>
                <a:gd name="connsiteX3862" fmla="*/ 360997 w 381000"/>
                <a:gd name="connsiteY3862" fmla="*/ 663130 h 800100"/>
                <a:gd name="connsiteX3863" fmla="*/ 361760 w 381000"/>
                <a:gd name="connsiteY3863" fmla="*/ 662654 h 800100"/>
                <a:gd name="connsiteX3864" fmla="*/ 363093 w 381000"/>
                <a:gd name="connsiteY3864" fmla="*/ 661606 h 800100"/>
                <a:gd name="connsiteX3865" fmla="*/ 363760 w 381000"/>
                <a:gd name="connsiteY3865" fmla="*/ 660940 h 800100"/>
                <a:gd name="connsiteX3866" fmla="*/ 363950 w 381000"/>
                <a:gd name="connsiteY3866" fmla="*/ 660273 h 800100"/>
                <a:gd name="connsiteX3867" fmla="*/ 363760 w 381000"/>
                <a:gd name="connsiteY3867" fmla="*/ 658178 h 800100"/>
                <a:gd name="connsiteX3868" fmla="*/ 364236 w 381000"/>
                <a:gd name="connsiteY3868" fmla="*/ 654558 h 800100"/>
                <a:gd name="connsiteX3869" fmla="*/ 364236 w 381000"/>
                <a:gd name="connsiteY3869" fmla="*/ 652272 h 800100"/>
                <a:gd name="connsiteX3870" fmla="*/ 363474 w 381000"/>
                <a:gd name="connsiteY3870" fmla="*/ 650938 h 800100"/>
                <a:gd name="connsiteX3871" fmla="*/ 363855 w 381000"/>
                <a:gd name="connsiteY3871" fmla="*/ 650938 h 800100"/>
                <a:gd name="connsiteX3872" fmla="*/ 364998 w 381000"/>
                <a:gd name="connsiteY3872" fmla="*/ 650938 h 800100"/>
                <a:gd name="connsiteX3873" fmla="*/ 364617 w 381000"/>
                <a:gd name="connsiteY3873" fmla="*/ 650081 h 800100"/>
                <a:gd name="connsiteX3874" fmla="*/ 364617 w 381000"/>
                <a:gd name="connsiteY3874" fmla="*/ 649319 h 800100"/>
                <a:gd name="connsiteX3875" fmla="*/ 364807 w 381000"/>
                <a:gd name="connsiteY3875" fmla="*/ 648557 h 800100"/>
                <a:gd name="connsiteX3876" fmla="*/ 364903 w 381000"/>
                <a:gd name="connsiteY3876" fmla="*/ 647795 h 800100"/>
                <a:gd name="connsiteX3877" fmla="*/ 364522 w 381000"/>
                <a:gd name="connsiteY3877" fmla="*/ 647414 h 800100"/>
                <a:gd name="connsiteX3878" fmla="*/ 363950 w 381000"/>
                <a:gd name="connsiteY3878" fmla="*/ 646747 h 800100"/>
                <a:gd name="connsiteX3879" fmla="*/ 363855 w 381000"/>
                <a:gd name="connsiteY3879" fmla="*/ 646081 h 800100"/>
                <a:gd name="connsiteX3880" fmla="*/ 365093 w 381000"/>
                <a:gd name="connsiteY3880" fmla="*/ 645795 h 800100"/>
                <a:gd name="connsiteX3881" fmla="*/ 365379 w 381000"/>
                <a:gd name="connsiteY3881" fmla="*/ 646176 h 800100"/>
                <a:gd name="connsiteX3882" fmla="*/ 365760 w 381000"/>
                <a:gd name="connsiteY3882" fmla="*/ 648081 h 800100"/>
                <a:gd name="connsiteX3883" fmla="*/ 366331 w 381000"/>
                <a:gd name="connsiteY3883" fmla="*/ 648748 h 800100"/>
                <a:gd name="connsiteX3884" fmla="*/ 367284 w 381000"/>
                <a:gd name="connsiteY3884" fmla="*/ 648938 h 800100"/>
                <a:gd name="connsiteX3885" fmla="*/ 368141 w 381000"/>
                <a:gd name="connsiteY3885" fmla="*/ 648843 h 800100"/>
                <a:gd name="connsiteX3886" fmla="*/ 368903 w 381000"/>
                <a:gd name="connsiteY3886" fmla="*/ 648843 h 800100"/>
                <a:gd name="connsiteX3887" fmla="*/ 369570 w 381000"/>
                <a:gd name="connsiteY3887" fmla="*/ 649414 h 800100"/>
                <a:gd name="connsiteX3888" fmla="*/ 369951 w 381000"/>
                <a:gd name="connsiteY3888" fmla="*/ 649414 h 800100"/>
                <a:gd name="connsiteX3889" fmla="*/ 370618 w 381000"/>
                <a:gd name="connsiteY3889" fmla="*/ 648557 h 800100"/>
                <a:gd name="connsiteX3890" fmla="*/ 370904 w 381000"/>
                <a:gd name="connsiteY3890" fmla="*/ 647986 h 800100"/>
                <a:gd name="connsiteX3891" fmla="*/ 370999 w 381000"/>
                <a:gd name="connsiteY3891" fmla="*/ 647414 h 800100"/>
                <a:gd name="connsiteX3892" fmla="*/ 371189 w 381000"/>
                <a:gd name="connsiteY3892" fmla="*/ 647033 h 800100"/>
                <a:gd name="connsiteX3893" fmla="*/ 372142 w 381000"/>
                <a:gd name="connsiteY3893" fmla="*/ 646176 h 800100"/>
                <a:gd name="connsiteX3894" fmla="*/ 372428 w 381000"/>
                <a:gd name="connsiteY3894" fmla="*/ 645795 h 800100"/>
                <a:gd name="connsiteX3895" fmla="*/ 372618 w 381000"/>
                <a:gd name="connsiteY3895" fmla="*/ 645033 h 800100"/>
                <a:gd name="connsiteX3896" fmla="*/ 372618 w 381000"/>
                <a:gd name="connsiteY3896" fmla="*/ 644462 h 800100"/>
                <a:gd name="connsiteX3897" fmla="*/ 372713 w 381000"/>
                <a:gd name="connsiteY3897" fmla="*/ 643985 h 800100"/>
                <a:gd name="connsiteX3898" fmla="*/ 373666 w 381000"/>
                <a:gd name="connsiteY3898" fmla="*/ 642842 h 800100"/>
                <a:gd name="connsiteX3899" fmla="*/ 374142 w 381000"/>
                <a:gd name="connsiteY3899" fmla="*/ 641795 h 800100"/>
                <a:gd name="connsiteX3900" fmla="*/ 374523 w 381000"/>
                <a:gd name="connsiteY3900" fmla="*/ 641413 h 800100"/>
                <a:gd name="connsiteX3901" fmla="*/ 374904 w 381000"/>
                <a:gd name="connsiteY3901" fmla="*/ 641795 h 800100"/>
                <a:gd name="connsiteX3902" fmla="*/ 375475 w 381000"/>
                <a:gd name="connsiteY3902" fmla="*/ 640652 h 800100"/>
                <a:gd name="connsiteX3903" fmla="*/ 373380 w 381000"/>
                <a:gd name="connsiteY3903" fmla="*/ 638080 h 800100"/>
                <a:gd name="connsiteX3904" fmla="*/ 373380 w 381000"/>
                <a:gd name="connsiteY3904" fmla="*/ 637889 h 800100"/>
                <a:gd name="connsiteX3905" fmla="*/ 373475 w 381000"/>
                <a:gd name="connsiteY3905" fmla="*/ 636746 h 800100"/>
                <a:gd name="connsiteX3906" fmla="*/ 372808 w 381000"/>
                <a:gd name="connsiteY3906" fmla="*/ 635794 h 800100"/>
                <a:gd name="connsiteX3907" fmla="*/ 372904 w 381000"/>
                <a:gd name="connsiteY3907" fmla="*/ 635032 h 800100"/>
                <a:gd name="connsiteX3908" fmla="*/ 373285 w 381000"/>
                <a:gd name="connsiteY3908" fmla="*/ 634365 h 800100"/>
                <a:gd name="connsiteX3909" fmla="*/ 373475 w 381000"/>
                <a:gd name="connsiteY3909" fmla="*/ 633603 h 800100"/>
                <a:gd name="connsiteX3910" fmla="*/ 373094 w 381000"/>
                <a:gd name="connsiteY3910" fmla="*/ 633508 h 800100"/>
                <a:gd name="connsiteX3911" fmla="*/ 372332 w 381000"/>
                <a:gd name="connsiteY3911" fmla="*/ 634365 h 800100"/>
                <a:gd name="connsiteX3912" fmla="*/ 371570 w 381000"/>
                <a:gd name="connsiteY3912" fmla="*/ 635413 h 800100"/>
                <a:gd name="connsiteX3913" fmla="*/ 371285 w 381000"/>
                <a:gd name="connsiteY3913" fmla="*/ 635889 h 800100"/>
                <a:gd name="connsiteX3914" fmla="*/ 369665 w 381000"/>
                <a:gd name="connsiteY3914" fmla="*/ 635603 h 800100"/>
                <a:gd name="connsiteX3915" fmla="*/ 369380 w 381000"/>
                <a:gd name="connsiteY3915" fmla="*/ 633794 h 800100"/>
                <a:gd name="connsiteX3916" fmla="*/ 369951 w 381000"/>
                <a:gd name="connsiteY3916" fmla="*/ 632079 h 800100"/>
                <a:gd name="connsiteX3917" fmla="*/ 370999 w 381000"/>
                <a:gd name="connsiteY3917" fmla="*/ 631888 h 800100"/>
                <a:gd name="connsiteX3918" fmla="*/ 372332 w 381000"/>
                <a:gd name="connsiteY3918" fmla="*/ 630650 h 800100"/>
                <a:gd name="connsiteX3919" fmla="*/ 373189 w 381000"/>
                <a:gd name="connsiteY3919" fmla="*/ 629222 h 800100"/>
                <a:gd name="connsiteX3920" fmla="*/ 373666 w 381000"/>
                <a:gd name="connsiteY3920" fmla="*/ 627697 h 800100"/>
                <a:gd name="connsiteX3921" fmla="*/ 373856 w 381000"/>
                <a:gd name="connsiteY3921" fmla="*/ 626173 h 800100"/>
                <a:gd name="connsiteX3922" fmla="*/ 373571 w 381000"/>
                <a:gd name="connsiteY3922" fmla="*/ 625316 h 800100"/>
                <a:gd name="connsiteX3923" fmla="*/ 372332 w 381000"/>
                <a:gd name="connsiteY3923" fmla="*/ 624173 h 800100"/>
                <a:gd name="connsiteX3924" fmla="*/ 372046 w 381000"/>
                <a:gd name="connsiteY3924" fmla="*/ 623602 h 800100"/>
                <a:gd name="connsiteX3925" fmla="*/ 372332 w 381000"/>
                <a:gd name="connsiteY3925" fmla="*/ 622078 h 800100"/>
                <a:gd name="connsiteX3926" fmla="*/ 372237 w 381000"/>
                <a:gd name="connsiteY3926" fmla="*/ 621887 h 800100"/>
                <a:gd name="connsiteX3927" fmla="*/ 371951 w 381000"/>
                <a:gd name="connsiteY3927" fmla="*/ 621697 h 800100"/>
                <a:gd name="connsiteX3928" fmla="*/ 371285 w 381000"/>
                <a:gd name="connsiteY3928" fmla="*/ 620459 h 800100"/>
                <a:gd name="connsiteX3929" fmla="*/ 372046 w 381000"/>
                <a:gd name="connsiteY3929" fmla="*/ 619506 h 800100"/>
                <a:gd name="connsiteX3930" fmla="*/ 372523 w 381000"/>
                <a:gd name="connsiteY3930" fmla="*/ 620173 h 800100"/>
                <a:gd name="connsiteX3931" fmla="*/ 372999 w 381000"/>
                <a:gd name="connsiteY3931" fmla="*/ 622459 h 800100"/>
                <a:gd name="connsiteX3932" fmla="*/ 374237 w 381000"/>
                <a:gd name="connsiteY3932" fmla="*/ 625602 h 800100"/>
                <a:gd name="connsiteX3933" fmla="*/ 373856 w 381000"/>
                <a:gd name="connsiteY3933" fmla="*/ 625602 h 800100"/>
                <a:gd name="connsiteX3934" fmla="*/ 374428 w 381000"/>
                <a:gd name="connsiteY3934" fmla="*/ 627412 h 800100"/>
                <a:gd name="connsiteX3935" fmla="*/ 374142 w 381000"/>
                <a:gd name="connsiteY3935" fmla="*/ 631317 h 800100"/>
                <a:gd name="connsiteX3936" fmla="*/ 374523 w 381000"/>
                <a:gd name="connsiteY3936" fmla="*/ 632936 h 800100"/>
                <a:gd name="connsiteX3937" fmla="*/ 374713 w 381000"/>
                <a:gd name="connsiteY3937" fmla="*/ 632841 h 800100"/>
                <a:gd name="connsiteX3938" fmla="*/ 375095 w 381000"/>
                <a:gd name="connsiteY3938" fmla="*/ 632746 h 800100"/>
                <a:gd name="connsiteX3939" fmla="*/ 375285 w 381000"/>
                <a:gd name="connsiteY3939" fmla="*/ 632651 h 800100"/>
                <a:gd name="connsiteX3940" fmla="*/ 375761 w 381000"/>
                <a:gd name="connsiteY3940" fmla="*/ 633317 h 800100"/>
                <a:gd name="connsiteX3941" fmla="*/ 376523 w 381000"/>
                <a:gd name="connsiteY3941" fmla="*/ 633698 h 800100"/>
                <a:gd name="connsiteX3942" fmla="*/ 377380 w 381000"/>
                <a:gd name="connsiteY3942" fmla="*/ 633698 h 800100"/>
                <a:gd name="connsiteX3943" fmla="*/ 378238 w 381000"/>
                <a:gd name="connsiteY3943" fmla="*/ 633317 h 800100"/>
                <a:gd name="connsiteX3944" fmla="*/ 378238 w 381000"/>
                <a:gd name="connsiteY3944" fmla="*/ 632936 h 800100"/>
                <a:gd name="connsiteX3945" fmla="*/ 377571 w 381000"/>
                <a:gd name="connsiteY3945" fmla="*/ 632651 h 800100"/>
                <a:gd name="connsiteX3946" fmla="*/ 376999 w 381000"/>
                <a:gd name="connsiteY3946" fmla="*/ 632079 h 800100"/>
                <a:gd name="connsiteX3947" fmla="*/ 376714 w 381000"/>
                <a:gd name="connsiteY3947" fmla="*/ 631317 h 800100"/>
                <a:gd name="connsiteX3948" fmla="*/ 376714 w 381000"/>
                <a:gd name="connsiteY3948" fmla="*/ 630460 h 800100"/>
                <a:gd name="connsiteX3949" fmla="*/ 377571 w 381000"/>
                <a:gd name="connsiteY3949" fmla="*/ 629698 h 800100"/>
                <a:gd name="connsiteX3950" fmla="*/ 377571 w 381000"/>
                <a:gd name="connsiteY3950" fmla="*/ 629507 h 800100"/>
                <a:gd name="connsiteX3951" fmla="*/ 377762 w 381000"/>
                <a:gd name="connsiteY3951" fmla="*/ 628555 h 800100"/>
                <a:gd name="connsiteX3952" fmla="*/ 377762 w 381000"/>
                <a:gd name="connsiteY3952" fmla="*/ 628174 h 800100"/>
                <a:gd name="connsiteX3953" fmla="*/ 376238 w 381000"/>
                <a:gd name="connsiteY3953" fmla="*/ 627126 h 800100"/>
                <a:gd name="connsiteX3954" fmla="*/ 375761 w 381000"/>
                <a:gd name="connsiteY3954" fmla="*/ 626555 h 800100"/>
                <a:gd name="connsiteX3955" fmla="*/ 374237 w 381000"/>
                <a:gd name="connsiteY3955" fmla="*/ 623697 h 800100"/>
                <a:gd name="connsiteX3956" fmla="*/ 373856 w 381000"/>
                <a:gd name="connsiteY3956" fmla="*/ 622745 h 800100"/>
                <a:gd name="connsiteX3957" fmla="*/ 373666 w 381000"/>
                <a:gd name="connsiteY3957" fmla="*/ 620554 h 800100"/>
                <a:gd name="connsiteX3958" fmla="*/ 373761 w 381000"/>
                <a:gd name="connsiteY3958" fmla="*/ 620078 h 800100"/>
                <a:gd name="connsiteX3959" fmla="*/ 374332 w 381000"/>
                <a:gd name="connsiteY3959" fmla="*/ 619506 h 800100"/>
                <a:gd name="connsiteX3960" fmla="*/ 374523 w 381000"/>
                <a:gd name="connsiteY3960" fmla="*/ 619030 h 800100"/>
                <a:gd name="connsiteX3961" fmla="*/ 374237 w 381000"/>
                <a:gd name="connsiteY3961" fmla="*/ 618363 h 800100"/>
                <a:gd name="connsiteX3962" fmla="*/ 373856 w 381000"/>
                <a:gd name="connsiteY3962" fmla="*/ 617887 h 800100"/>
                <a:gd name="connsiteX3963" fmla="*/ 373761 w 381000"/>
                <a:gd name="connsiteY3963" fmla="*/ 617696 h 800100"/>
                <a:gd name="connsiteX3964" fmla="*/ 373761 w 381000"/>
                <a:gd name="connsiteY3964" fmla="*/ 617506 h 800100"/>
                <a:gd name="connsiteX3965" fmla="*/ 373666 w 381000"/>
                <a:gd name="connsiteY3965" fmla="*/ 617125 h 800100"/>
                <a:gd name="connsiteX3966" fmla="*/ 373571 w 381000"/>
                <a:gd name="connsiteY3966" fmla="*/ 616458 h 800100"/>
                <a:gd name="connsiteX3967" fmla="*/ 373285 w 381000"/>
                <a:gd name="connsiteY3967" fmla="*/ 616077 h 800100"/>
                <a:gd name="connsiteX3968" fmla="*/ 372523 w 381000"/>
                <a:gd name="connsiteY3968" fmla="*/ 615696 h 800100"/>
                <a:gd name="connsiteX3969" fmla="*/ 372523 w 381000"/>
                <a:gd name="connsiteY3969" fmla="*/ 615696 h 800100"/>
                <a:gd name="connsiteX3970" fmla="*/ 372142 w 381000"/>
                <a:gd name="connsiteY3970" fmla="*/ 616077 h 800100"/>
                <a:gd name="connsiteX3971" fmla="*/ 372332 w 381000"/>
                <a:gd name="connsiteY3971" fmla="*/ 615410 h 800100"/>
                <a:gd name="connsiteX3972" fmla="*/ 372904 w 381000"/>
                <a:gd name="connsiteY3972" fmla="*/ 615315 h 800100"/>
                <a:gd name="connsiteX3973" fmla="*/ 374332 w 381000"/>
                <a:gd name="connsiteY3973" fmla="*/ 615696 h 800100"/>
                <a:gd name="connsiteX3974" fmla="*/ 373952 w 381000"/>
                <a:gd name="connsiteY3974" fmla="*/ 615124 h 800100"/>
                <a:gd name="connsiteX3975" fmla="*/ 373475 w 381000"/>
                <a:gd name="connsiteY3975" fmla="*/ 614553 h 800100"/>
                <a:gd name="connsiteX3976" fmla="*/ 373285 w 381000"/>
                <a:gd name="connsiteY3976" fmla="*/ 613886 h 800100"/>
                <a:gd name="connsiteX3977" fmla="*/ 373666 w 381000"/>
                <a:gd name="connsiteY3977" fmla="*/ 613029 h 800100"/>
                <a:gd name="connsiteX3978" fmla="*/ 372618 w 381000"/>
                <a:gd name="connsiteY3978" fmla="*/ 612362 h 800100"/>
                <a:gd name="connsiteX3979" fmla="*/ 372142 w 381000"/>
                <a:gd name="connsiteY3979" fmla="*/ 611981 h 800100"/>
                <a:gd name="connsiteX3980" fmla="*/ 371856 w 381000"/>
                <a:gd name="connsiteY3980" fmla="*/ 611505 h 800100"/>
                <a:gd name="connsiteX3981" fmla="*/ 372142 w 381000"/>
                <a:gd name="connsiteY3981" fmla="*/ 611696 h 800100"/>
                <a:gd name="connsiteX3982" fmla="*/ 373380 w 381000"/>
                <a:gd name="connsiteY3982" fmla="*/ 612172 h 800100"/>
                <a:gd name="connsiteX3983" fmla="*/ 373856 w 381000"/>
                <a:gd name="connsiteY3983" fmla="*/ 610743 h 800100"/>
                <a:gd name="connsiteX3984" fmla="*/ 374047 w 381000"/>
                <a:gd name="connsiteY3984" fmla="*/ 610362 h 800100"/>
                <a:gd name="connsiteX3985" fmla="*/ 374332 w 381000"/>
                <a:gd name="connsiteY3985" fmla="*/ 610362 h 800100"/>
                <a:gd name="connsiteX3986" fmla="*/ 374904 w 381000"/>
                <a:gd name="connsiteY3986" fmla="*/ 610648 h 800100"/>
                <a:gd name="connsiteX3987" fmla="*/ 375190 w 381000"/>
                <a:gd name="connsiteY3987" fmla="*/ 610362 h 800100"/>
                <a:gd name="connsiteX3988" fmla="*/ 375190 w 381000"/>
                <a:gd name="connsiteY3988" fmla="*/ 609886 h 800100"/>
                <a:gd name="connsiteX3989" fmla="*/ 374523 w 381000"/>
                <a:gd name="connsiteY3989" fmla="*/ 609410 h 800100"/>
                <a:gd name="connsiteX3990" fmla="*/ 374142 w 381000"/>
                <a:gd name="connsiteY3990" fmla="*/ 608933 h 800100"/>
                <a:gd name="connsiteX3991" fmla="*/ 373761 w 381000"/>
                <a:gd name="connsiteY3991" fmla="*/ 608362 h 800100"/>
                <a:gd name="connsiteX3992" fmla="*/ 373571 w 381000"/>
                <a:gd name="connsiteY3992" fmla="*/ 607886 h 800100"/>
                <a:gd name="connsiteX3993" fmla="*/ 373571 w 381000"/>
                <a:gd name="connsiteY3993" fmla="*/ 606743 h 800100"/>
                <a:gd name="connsiteX3994" fmla="*/ 373380 w 381000"/>
                <a:gd name="connsiteY3994" fmla="*/ 605409 h 800100"/>
                <a:gd name="connsiteX3995" fmla="*/ 372808 w 381000"/>
                <a:gd name="connsiteY3995" fmla="*/ 604552 h 800100"/>
                <a:gd name="connsiteX3996" fmla="*/ 371761 w 381000"/>
                <a:gd name="connsiteY3996" fmla="*/ 604742 h 800100"/>
                <a:gd name="connsiteX3997" fmla="*/ 371380 w 381000"/>
                <a:gd name="connsiteY3997" fmla="*/ 604171 h 800100"/>
                <a:gd name="connsiteX3998" fmla="*/ 370522 w 381000"/>
                <a:gd name="connsiteY3998" fmla="*/ 603313 h 800100"/>
                <a:gd name="connsiteX3999" fmla="*/ 370237 w 381000"/>
                <a:gd name="connsiteY3999" fmla="*/ 602552 h 800100"/>
                <a:gd name="connsiteX4000" fmla="*/ 370618 w 381000"/>
                <a:gd name="connsiteY4000" fmla="*/ 602552 h 800100"/>
                <a:gd name="connsiteX4001" fmla="*/ 370808 w 381000"/>
                <a:gd name="connsiteY4001" fmla="*/ 602647 h 800100"/>
                <a:gd name="connsiteX4002" fmla="*/ 371380 w 381000"/>
                <a:gd name="connsiteY4002" fmla="*/ 602837 h 800100"/>
                <a:gd name="connsiteX4003" fmla="*/ 371189 w 381000"/>
                <a:gd name="connsiteY4003" fmla="*/ 602647 h 800100"/>
                <a:gd name="connsiteX4004" fmla="*/ 370904 w 381000"/>
                <a:gd name="connsiteY4004" fmla="*/ 602075 h 800100"/>
                <a:gd name="connsiteX4005" fmla="*/ 370618 w 381000"/>
                <a:gd name="connsiteY4005" fmla="*/ 601789 h 800100"/>
                <a:gd name="connsiteX4006" fmla="*/ 372142 w 381000"/>
                <a:gd name="connsiteY4006" fmla="*/ 601599 h 800100"/>
                <a:gd name="connsiteX4007" fmla="*/ 373761 w 381000"/>
                <a:gd name="connsiteY4007" fmla="*/ 602647 h 800100"/>
                <a:gd name="connsiteX4008" fmla="*/ 376047 w 381000"/>
                <a:gd name="connsiteY4008" fmla="*/ 605219 h 800100"/>
                <a:gd name="connsiteX4009" fmla="*/ 376714 w 381000"/>
                <a:gd name="connsiteY4009" fmla="*/ 606552 h 800100"/>
                <a:gd name="connsiteX4010" fmla="*/ 377285 w 381000"/>
                <a:gd name="connsiteY4010" fmla="*/ 607219 h 800100"/>
                <a:gd name="connsiteX4011" fmla="*/ 378047 w 381000"/>
                <a:gd name="connsiteY4011" fmla="*/ 607505 h 800100"/>
                <a:gd name="connsiteX4012" fmla="*/ 378619 w 381000"/>
                <a:gd name="connsiteY4012" fmla="*/ 607028 h 800100"/>
                <a:gd name="connsiteX4013" fmla="*/ 379000 w 381000"/>
                <a:gd name="connsiteY4013" fmla="*/ 606171 h 800100"/>
                <a:gd name="connsiteX4014" fmla="*/ 379381 w 381000"/>
                <a:gd name="connsiteY4014" fmla="*/ 605695 h 800100"/>
                <a:gd name="connsiteX4015" fmla="*/ 380047 w 381000"/>
                <a:gd name="connsiteY4015" fmla="*/ 606457 h 800100"/>
                <a:gd name="connsiteX4016" fmla="*/ 380429 w 381000"/>
                <a:gd name="connsiteY4016" fmla="*/ 606076 h 800100"/>
                <a:gd name="connsiteX4017" fmla="*/ 380047 w 381000"/>
                <a:gd name="connsiteY4017" fmla="*/ 605695 h 800100"/>
                <a:gd name="connsiteX4018" fmla="*/ 380619 w 381000"/>
                <a:gd name="connsiteY4018" fmla="*/ 605123 h 800100"/>
                <a:gd name="connsiteX4019" fmla="*/ 380143 w 381000"/>
                <a:gd name="connsiteY4019" fmla="*/ 604361 h 800100"/>
                <a:gd name="connsiteX4020" fmla="*/ 379190 w 381000"/>
                <a:gd name="connsiteY4020" fmla="*/ 603695 h 800100"/>
                <a:gd name="connsiteX4021" fmla="*/ 378428 w 381000"/>
                <a:gd name="connsiteY4021" fmla="*/ 603409 h 800100"/>
                <a:gd name="connsiteX4022" fmla="*/ 378142 w 381000"/>
                <a:gd name="connsiteY4022" fmla="*/ 603218 h 800100"/>
                <a:gd name="connsiteX4023" fmla="*/ 377952 w 381000"/>
                <a:gd name="connsiteY4023" fmla="*/ 602742 h 800100"/>
                <a:gd name="connsiteX4024" fmla="*/ 377952 w 381000"/>
                <a:gd name="connsiteY4024" fmla="*/ 602171 h 800100"/>
                <a:gd name="connsiteX4025" fmla="*/ 378523 w 381000"/>
                <a:gd name="connsiteY4025" fmla="*/ 601028 h 800100"/>
                <a:gd name="connsiteX4026" fmla="*/ 378238 w 381000"/>
                <a:gd name="connsiteY4026" fmla="*/ 600551 h 800100"/>
                <a:gd name="connsiteX4027" fmla="*/ 375666 w 381000"/>
                <a:gd name="connsiteY4027" fmla="*/ 598837 h 800100"/>
                <a:gd name="connsiteX4028" fmla="*/ 374999 w 381000"/>
                <a:gd name="connsiteY4028" fmla="*/ 598170 h 800100"/>
                <a:gd name="connsiteX4029" fmla="*/ 374713 w 381000"/>
                <a:gd name="connsiteY4029" fmla="*/ 597218 h 800100"/>
                <a:gd name="connsiteX4030" fmla="*/ 374999 w 381000"/>
                <a:gd name="connsiteY4030" fmla="*/ 596455 h 800100"/>
                <a:gd name="connsiteX4031" fmla="*/ 375475 w 381000"/>
                <a:gd name="connsiteY4031" fmla="*/ 595598 h 800100"/>
                <a:gd name="connsiteX4032" fmla="*/ 375571 w 381000"/>
                <a:gd name="connsiteY4032" fmla="*/ 594836 h 800100"/>
                <a:gd name="connsiteX4033" fmla="*/ 374713 w 381000"/>
                <a:gd name="connsiteY4033" fmla="*/ 594551 h 800100"/>
                <a:gd name="connsiteX4034" fmla="*/ 374713 w 381000"/>
                <a:gd name="connsiteY4034" fmla="*/ 594931 h 800100"/>
                <a:gd name="connsiteX4035" fmla="*/ 375095 w 381000"/>
                <a:gd name="connsiteY4035" fmla="*/ 594931 h 800100"/>
                <a:gd name="connsiteX4036" fmla="*/ 375095 w 381000"/>
                <a:gd name="connsiteY4036" fmla="*/ 595313 h 800100"/>
                <a:gd name="connsiteX4037" fmla="*/ 374523 w 381000"/>
                <a:gd name="connsiteY4037" fmla="*/ 595503 h 800100"/>
                <a:gd name="connsiteX4038" fmla="*/ 374332 w 381000"/>
                <a:gd name="connsiteY4038" fmla="*/ 595979 h 800100"/>
                <a:gd name="connsiteX4039" fmla="*/ 374237 w 381000"/>
                <a:gd name="connsiteY4039" fmla="*/ 596646 h 800100"/>
                <a:gd name="connsiteX4040" fmla="*/ 374047 w 381000"/>
                <a:gd name="connsiteY4040" fmla="*/ 597218 h 800100"/>
                <a:gd name="connsiteX4041" fmla="*/ 373666 w 381000"/>
                <a:gd name="connsiteY4041" fmla="*/ 597218 h 800100"/>
                <a:gd name="connsiteX4042" fmla="*/ 373666 w 381000"/>
                <a:gd name="connsiteY4042" fmla="*/ 596932 h 800100"/>
                <a:gd name="connsiteX4043" fmla="*/ 373571 w 381000"/>
                <a:gd name="connsiteY4043" fmla="*/ 596837 h 800100"/>
                <a:gd name="connsiteX4044" fmla="*/ 373475 w 381000"/>
                <a:gd name="connsiteY4044" fmla="*/ 596837 h 800100"/>
                <a:gd name="connsiteX4045" fmla="*/ 373285 w 381000"/>
                <a:gd name="connsiteY4045" fmla="*/ 596837 h 800100"/>
                <a:gd name="connsiteX4046" fmla="*/ 373285 w 381000"/>
                <a:gd name="connsiteY4046" fmla="*/ 596360 h 800100"/>
                <a:gd name="connsiteX4047" fmla="*/ 373094 w 381000"/>
                <a:gd name="connsiteY4047" fmla="*/ 595503 h 800100"/>
                <a:gd name="connsiteX4048" fmla="*/ 373094 w 381000"/>
                <a:gd name="connsiteY4048" fmla="*/ 594646 h 800100"/>
                <a:gd name="connsiteX4049" fmla="*/ 373475 w 381000"/>
                <a:gd name="connsiteY4049" fmla="*/ 594265 h 800100"/>
                <a:gd name="connsiteX4050" fmla="*/ 373285 w 381000"/>
                <a:gd name="connsiteY4050" fmla="*/ 592169 h 800100"/>
                <a:gd name="connsiteX4051" fmla="*/ 373285 w 381000"/>
                <a:gd name="connsiteY4051" fmla="*/ 591693 h 800100"/>
                <a:gd name="connsiteX4052" fmla="*/ 374809 w 381000"/>
                <a:gd name="connsiteY4052" fmla="*/ 589502 h 800100"/>
                <a:gd name="connsiteX4053" fmla="*/ 375285 w 381000"/>
                <a:gd name="connsiteY4053" fmla="*/ 589121 h 800100"/>
                <a:gd name="connsiteX4054" fmla="*/ 375952 w 381000"/>
                <a:gd name="connsiteY4054" fmla="*/ 588836 h 800100"/>
                <a:gd name="connsiteX4055" fmla="*/ 376714 w 381000"/>
                <a:gd name="connsiteY4055" fmla="*/ 588169 h 800100"/>
                <a:gd name="connsiteX4056" fmla="*/ 378047 w 381000"/>
                <a:gd name="connsiteY4056" fmla="*/ 586549 h 800100"/>
                <a:gd name="connsiteX4057" fmla="*/ 378523 w 381000"/>
                <a:gd name="connsiteY4057" fmla="*/ 586073 h 800100"/>
                <a:gd name="connsiteX4058" fmla="*/ 380333 w 381000"/>
                <a:gd name="connsiteY4058" fmla="*/ 584835 h 800100"/>
                <a:gd name="connsiteX4059" fmla="*/ 380619 w 381000"/>
                <a:gd name="connsiteY4059" fmla="*/ 584454 h 800100"/>
                <a:gd name="connsiteX4060" fmla="*/ 380714 w 381000"/>
                <a:gd name="connsiteY4060" fmla="*/ 584073 h 800100"/>
                <a:gd name="connsiteX4061" fmla="*/ 380905 w 381000"/>
                <a:gd name="connsiteY4061" fmla="*/ 583787 h 800100"/>
                <a:gd name="connsiteX4062" fmla="*/ 381476 w 381000"/>
                <a:gd name="connsiteY4062" fmla="*/ 583692 h 800100"/>
                <a:gd name="connsiteX4063" fmla="*/ 381667 w 381000"/>
                <a:gd name="connsiteY4063" fmla="*/ 583978 h 800100"/>
                <a:gd name="connsiteX4064" fmla="*/ 381667 w 381000"/>
                <a:gd name="connsiteY4064" fmla="*/ 585597 h 800100"/>
                <a:gd name="connsiteX4065" fmla="*/ 382048 w 381000"/>
                <a:gd name="connsiteY4065" fmla="*/ 586264 h 800100"/>
                <a:gd name="connsiteX4066" fmla="*/ 383000 w 381000"/>
                <a:gd name="connsiteY4066" fmla="*/ 587502 h 800100"/>
                <a:gd name="connsiteX4067" fmla="*/ 383191 w 381000"/>
                <a:gd name="connsiteY4067" fmla="*/ 588359 h 800100"/>
                <a:gd name="connsiteX4068" fmla="*/ 383000 w 381000"/>
                <a:gd name="connsiteY4068" fmla="*/ 588836 h 800100"/>
                <a:gd name="connsiteX4069" fmla="*/ 382524 w 381000"/>
                <a:gd name="connsiteY4069" fmla="*/ 589121 h 800100"/>
                <a:gd name="connsiteX4070" fmla="*/ 382048 w 381000"/>
                <a:gd name="connsiteY4070" fmla="*/ 589312 h 800100"/>
                <a:gd name="connsiteX4071" fmla="*/ 381857 w 381000"/>
                <a:gd name="connsiteY4071" fmla="*/ 589502 h 800100"/>
                <a:gd name="connsiteX4072" fmla="*/ 381762 w 381000"/>
                <a:gd name="connsiteY4072" fmla="*/ 589788 h 800100"/>
                <a:gd name="connsiteX4073" fmla="*/ 380810 w 381000"/>
                <a:gd name="connsiteY4073" fmla="*/ 591122 h 800100"/>
                <a:gd name="connsiteX4074" fmla="*/ 381476 w 381000"/>
                <a:gd name="connsiteY4074" fmla="*/ 591122 h 800100"/>
                <a:gd name="connsiteX4075" fmla="*/ 381953 w 381000"/>
                <a:gd name="connsiteY4075" fmla="*/ 591312 h 800100"/>
                <a:gd name="connsiteX4076" fmla="*/ 382333 w 381000"/>
                <a:gd name="connsiteY4076" fmla="*/ 591693 h 800100"/>
                <a:gd name="connsiteX4077" fmla="*/ 382619 w 381000"/>
                <a:gd name="connsiteY4077" fmla="*/ 592264 h 800100"/>
                <a:gd name="connsiteX4078" fmla="*/ 382810 w 381000"/>
                <a:gd name="connsiteY4078" fmla="*/ 591788 h 800100"/>
                <a:gd name="connsiteX4079" fmla="*/ 382905 w 381000"/>
                <a:gd name="connsiteY4079" fmla="*/ 591312 h 800100"/>
                <a:gd name="connsiteX4080" fmla="*/ 382810 w 381000"/>
                <a:gd name="connsiteY4080" fmla="*/ 590836 h 800100"/>
                <a:gd name="connsiteX4081" fmla="*/ 382619 w 381000"/>
                <a:gd name="connsiteY4081" fmla="*/ 590360 h 800100"/>
                <a:gd name="connsiteX4082" fmla="*/ 383191 w 381000"/>
                <a:gd name="connsiteY4082" fmla="*/ 590455 h 800100"/>
                <a:gd name="connsiteX4083" fmla="*/ 383667 w 381000"/>
                <a:gd name="connsiteY4083" fmla="*/ 590360 h 800100"/>
                <a:gd name="connsiteX4084" fmla="*/ 383953 w 381000"/>
                <a:gd name="connsiteY4084" fmla="*/ 590074 h 800100"/>
                <a:gd name="connsiteX4085" fmla="*/ 384048 w 381000"/>
                <a:gd name="connsiteY4085" fmla="*/ 589597 h 800100"/>
                <a:gd name="connsiteX4086" fmla="*/ 385096 w 381000"/>
                <a:gd name="connsiteY4086" fmla="*/ 591503 h 800100"/>
                <a:gd name="connsiteX4087" fmla="*/ 385096 w 381000"/>
                <a:gd name="connsiteY4087" fmla="*/ 591884 h 800100"/>
                <a:gd name="connsiteX4088" fmla="*/ 384143 w 381000"/>
                <a:gd name="connsiteY4088" fmla="*/ 592741 h 800100"/>
                <a:gd name="connsiteX4089" fmla="*/ 383953 w 381000"/>
                <a:gd name="connsiteY4089" fmla="*/ 592836 h 800100"/>
                <a:gd name="connsiteX4090" fmla="*/ 384048 w 381000"/>
                <a:gd name="connsiteY4090" fmla="*/ 593407 h 800100"/>
                <a:gd name="connsiteX4091" fmla="*/ 384238 w 381000"/>
                <a:gd name="connsiteY4091" fmla="*/ 593693 h 800100"/>
                <a:gd name="connsiteX4092" fmla="*/ 384429 w 381000"/>
                <a:gd name="connsiteY4092" fmla="*/ 593884 h 800100"/>
                <a:gd name="connsiteX4093" fmla="*/ 384620 w 381000"/>
                <a:gd name="connsiteY4093" fmla="*/ 594170 h 800100"/>
                <a:gd name="connsiteX4094" fmla="*/ 385286 w 381000"/>
                <a:gd name="connsiteY4094" fmla="*/ 595789 h 800100"/>
                <a:gd name="connsiteX4095" fmla="*/ 385858 w 381000"/>
                <a:gd name="connsiteY4095" fmla="*/ 596360 h 800100"/>
                <a:gd name="connsiteX4096" fmla="*/ 386429 w 381000"/>
                <a:gd name="connsiteY4096" fmla="*/ 595979 h 800100"/>
                <a:gd name="connsiteX4097" fmla="*/ 386524 w 381000"/>
                <a:gd name="connsiteY4097" fmla="*/ 595313 h 800100"/>
                <a:gd name="connsiteX4098" fmla="*/ 386334 w 381000"/>
                <a:gd name="connsiteY4098" fmla="*/ 593122 h 800100"/>
                <a:gd name="connsiteX4099" fmla="*/ 386429 w 381000"/>
                <a:gd name="connsiteY4099" fmla="*/ 592360 h 800100"/>
                <a:gd name="connsiteX4100" fmla="*/ 386715 w 381000"/>
                <a:gd name="connsiteY4100" fmla="*/ 592074 h 800100"/>
                <a:gd name="connsiteX4101" fmla="*/ 387096 w 381000"/>
                <a:gd name="connsiteY4101" fmla="*/ 591979 h 800100"/>
                <a:gd name="connsiteX4102" fmla="*/ 387382 w 381000"/>
                <a:gd name="connsiteY4102" fmla="*/ 591788 h 800100"/>
                <a:gd name="connsiteX4103" fmla="*/ 387477 w 381000"/>
                <a:gd name="connsiteY4103" fmla="*/ 591407 h 800100"/>
                <a:gd name="connsiteX4104" fmla="*/ 387096 w 381000"/>
                <a:gd name="connsiteY4104" fmla="*/ 590550 h 800100"/>
                <a:gd name="connsiteX4105" fmla="*/ 243649 w 381000"/>
                <a:gd name="connsiteY4105" fmla="*/ 718566 h 800100"/>
                <a:gd name="connsiteX4106" fmla="*/ 242411 w 381000"/>
                <a:gd name="connsiteY4106" fmla="*/ 718280 h 800100"/>
                <a:gd name="connsiteX4107" fmla="*/ 241268 w 381000"/>
                <a:gd name="connsiteY4107" fmla="*/ 717899 h 800100"/>
                <a:gd name="connsiteX4108" fmla="*/ 235172 w 381000"/>
                <a:gd name="connsiteY4108" fmla="*/ 717804 h 800100"/>
                <a:gd name="connsiteX4109" fmla="*/ 233744 w 381000"/>
                <a:gd name="connsiteY4109" fmla="*/ 717518 h 800100"/>
                <a:gd name="connsiteX4110" fmla="*/ 231934 w 381000"/>
                <a:gd name="connsiteY4110" fmla="*/ 716756 h 800100"/>
                <a:gd name="connsiteX4111" fmla="*/ 231172 w 381000"/>
                <a:gd name="connsiteY4111" fmla="*/ 716852 h 800100"/>
                <a:gd name="connsiteX4112" fmla="*/ 233648 w 381000"/>
                <a:gd name="connsiteY4112" fmla="*/ 717995 h 800100"/>
                <a:gd name="connsiteX4113" fmla="*/ 240506 w 381000"/>
                <a:gd name="connsiteY4113" fmla="*/ 719233 h 800100"/>
                <a:gd name="connsiteX4114" fmla="*/ 241554 w 381000"/>
                <a:gd name="connsiteY4114" fmla="*/ 719614 h 800100"/>
                <a:gd name="connsiteX4115" fmla="*/ 242030 w 381000"/>
                <a:gd name="connsiteY4115" fmla="*/ 720280 h 800100"/>
                <a:gd name="connsiteX4116" fmla="*/ 242411 w 381000"/>
                <a:gd name="connsiteY4116" fmla="*/ 720566 h 800100"/>
                <a:gd name="connsiteX4117" fmla="*/ 243173 w 381000"/>
                <a:gd name="connsiteY4117" fmla="*/ 720471 h 800100"/>
                <a:gd name="connsiteX4118" fmla="*/ 243935 w 381000"/>
                <a:gd name="connsiteY4118" fmla="*/ 720090 h 800100"/>
                <a:gd name="connsiteX4119" fmla="*/ 244316 w 381000"/>
                <a:gd name="connsiteY4119" fmla="*/ 719614 h 800100"/>
                <a:gd name="connsiteX4120" fmla="*/ 244126 w 381000"/>
                <a:gd name="connsiteY4120" fmla="*/ 718947 h 800100"/>
                <a:gd name="connsiteX4121" fmla="*/ 243649 w 381000"/>
                <a:gd name="connsiteY4121" fmla="*/ 718566 h 800100"/>
                <a:gd name="connsiteX4122" fmla="*/ 275749 w 381000"/>
                <a:gd name="connsiteY4122" fmla="*/ 143351 h 800100"/>
                <a:gd name="connsiteX4123" fmla="*/ 275082 w 381000"/>
                <a:gd name="connsiteY4123" fmla="*/ 142589 h 800100"/>
                <a:gd name="connsiteX4124" fmla="*/ 274891 w 381000"/>
                <a:gd name="connsiteY4124" fmla="*/ 142589 h 800100"/>
                <a:gd name="connsiteX4125" fmla="*/ 274987 w 381000"/>
                <a:gd name="connsiteY4125" fmla="*/ 143351 h 800100"/>
                <a:gd name="connsiteX4126" fmla="*/ 275368 w 381000"/>
                <a:gd name="connsiteY4126" fmla="*/ 144304 h 800100"/>
                <a:gd name="connsiteX4127" fmla="*/ 275939 w 381000"/>
                <a:gd name="connsiteY4127" fmla="*/ 144589 h 800100"/>
                <a:gd name="connsiteX4128" fmla="*/ 276320 w 381000"/>
                <a:gd name="connsiteY4128" fmla="*/ 144494 h 800100"/>
                <a:gd name="connsiteX4129" fmla="*/ 276701 w 381000"/>
                <a:gd name="connsiteY4129" fmla="*/ 144685 h 800100"/>
                <a:gd name="connsiteX4130" fmla="*/ 276987 w 381000"/>
                <a:gd name="connsiteY4130" fmla="*/ 145066 h 800100"/>
                <a:gd name="connsiteX4131" fmla="*/ 277178 w 381000"/>
                <a:gd name="connsiteY4131" fmla="*/ 144971 h 800100"/>
                <a:gd name="connsiteX4132" fmla="*/ 277178 w 381000"/>
                <a:gd name="connsiteY4132" fmla="*/ 144209 h 800100"/>
                <a:gd name="connsiteX4133" fmla="*/ 276987 w 381000"/>
                <a:gd name="connsiteY4133" fmla="*/ 143828 h 800100"/>
                <a:gd name="connsiteX4134" fmla="*/ 276415 w 381000"/>
                <a:gd name="connsiteY4134" fmla="*/ 143446 h 800100"/>
                <a:gd name="connsiteX4135" fmla="*/ 275749 w 381000"/>
                <a:gd name="connsiteY4135" fmla="*/ 143351 h 800100"/>
                <a:gd name="connsiteX4136" fmla="*/ 229838 w 381000"/>
                <a:gd name="connsiteY4136" fmla="*/ 737711 h 800100"/>
                <a:gd name="connsiteX4137" fmla="*/ 227552 w 381000"/>
                <a:gd name="connsiteY4137" fmla="*/ 736092 h 800100"/>
                <a:gd name="connsiteX4138" fmla="*/ 226695 w 381000"/>
                <a:gd name="connsiteY4138" fmla="*/ 735902 h 800100"/>
                <a:gd name="connsiteX4139" fmla="*/ 226409 w 381000"/>
                <a:gd name="connsiteY4139" fmla="*/ 735711 h 800100"/>
                <a:gd name="connsiteX4140" fmla="*/ 226409 w 381000"/>
                <a:gd name="connsiteY4140" fmla="*/ 736092 h 800100"/>
                <a:gd name="connsiteX4141" fmla="*/ 228886 w 381000"/>
                <a:gd name="connsiteY4141" fmla="*/ 738378 h 800100"/>
                <a:gd name="connsiteX4142" fmla="*/ 230410 w 381000"/>
                <a:gd name="connsiteY4142" fmla="*/ 739140 h 800100"/>
                <a:gd name="connsiteX4143" fmla="*/ 231648 w 381000"/>
                <a:gd name="connsiteY4143" fmla="*/ 741140 h 800100"/>
                <a:gd name="connsiteX4144" fmla="*/ 232410 w 381000"/>
                <a:gd name="connsiteY4144" fmla="*/ 741616 h 800100"/>
                <a:gd name="connsiteX4145" fmla="*/ 232886 w 381000"/>
                <a:gd name="connsiteY4145" fmla="*/ 741140 h 800100"/>
                <a:gd name="connsiteX4146" fmla="*/ 232220 w 381000"/>
                <a:gd name="connsiteY4146" fmla="*/ 740093 h 800100"/>
                <a:gd name="connsiteX4147" fmla="*/ 230505 w 381000"/>
                <a:gd name="connsiteY4147" fmla="*/ 738378 h 800100"/>
                <a:gd name="connsiteX4148" fmla="*/ 229838 w 381000"/>
                <a:gd name="connsiteY4148" fmla="*/ 737711 h 800100"/>
                <a:gd name="connsiteX4149" fmla="*/ 277654 w 381000"/>
                <a:gd name="connsiteY4149" fmla="*/ 140875 h 800100"/>
                <a:gd name="connsiteX4150" fmla="*/ 277749 w 381000"/>
                <a:gd name="connsiteY4150" fmla="*/ 140684 h 800100"/>
                <a:gd name="connsiteX4151" fmla="*/ 277558 w 381000"/>
                <a:gd name="connsiteY4151" fmla="*/ 140303 h 800100"/>
                <a:gd name="connsiteX4152" fmla="*/ 276987 w 381000"/>
                <a:gd name="connsiteY4152" fmla="*/ 140113 h 800100"/>
                <a:gd name="connsiteX4153" fmla="*/ 276130 w 381000"/>
                <a:gd name="connsiteY4153" fmla="*/ 140113 h 800100"/>
                <a:gd name="connsiteX4154" fmla="*/ 275558 w 381000"/>
                <a:gd name="connsiteY4154" fmla="*/ 140208 h 800100"/>
                <a:gd name="connsiteX4155" fmla="*/ 275368 w 381000"/>
                <a:gd name="connsiteY4155" fmla="*/ 140303 h 800100"/>
                <a:gd name="connsiteX4156" fmla="*/ 275082 w 381000"/>
                <a:gd name="connsiteY4156" fmla="*/ 140208 h 800100"/>
                <a:gd name="connsiteX4157" fmla="*/ 274701 w 381000"/>
                <a:gd name="connsiteY4157" fmla="*/ 140113 h 800100"/>
                <a:gd name="connsiteX4158" fmla="*/ 274415 w 381000"/>
                <a:gd name="connsiteY4158" fmla="*/ 140208 h 800100"/>
                <a:gd name="connsiteX4159" fmla="*/ 274320 w 381000"/>
                <a:gd name="connsiteY4159" fmla="*/ 140494 h 800100"/>
                <a:gd name="connsiteX4160" fmla="*/ 274511 w 381000"/>
                <a:gd name="connsiteY4160" fmla="*/ 140875 h 800100"/>
                <a:gd name="connsiteX4161" fmla="*/ 274796 w 381000"/>
                <a:gd name="connsiteY4161" fmla="*/ 140970 h 800100"/>
                <a:gd name="connsiteX4162" fmla="*/ 274987 w 381000"/>
                <a:gd name="connsiteY4162" fmla="*/ 140875 h 800100"/>
                <a:gd name="connsiteX4163" fmla="*/ 275558 w 381000"/>
                <a:gd name="connsiteY4163" fmla="*/ 141542 h 800100"/>
                <a:gd name="connsiteX4164" fmla="*/ 275939 w 381000"/>
                <a:gd name="connsiteY4164" fmla="*/ 141827 h 800100"/>
                <a:gd name="connsiteX4165" fmla="*/ 276320 w 381000"/>
                <a:gd name="connsiteY4165" fmla="*/ 141922 h 800100"/>
                <a:gd name="connsiteX4166" fmla="*/ 276701 w 381000"/>
                <a:gd name="connsiteY4166" fmla="*/ 141827 h 800100"/>
                <a:gd name="connsiteX4167" fmla="*/ 277368 w 381000"/>
                <a:gd name="connsiteY4167" fmla="*/ 141542 h 800100"/>
                <a:gd name="connsiteX4168" fmla="*/ 277463 w 381000"/>
                <a:gd name="connsiteY4168" fmla="*/ 141446 h 800100"/>
                <a:gd name="connsiteX4169" fmla="*/ 277463 w 381000"/>
                <a:gd name="connsiteY4169" fmla="*/ 141351 h 800100"/>
                <a:gd name="connsiteX4170" fmla="*/ 277463 w 381000"/>
                <a:gd name="connsiteY4170" fmla="*/ 141256 h 800100"/>
                <a:gd name="connsiteX4171" fmla="*/ 277654 w 381000"/>
                <a:gd name="connsiteY4171" fmla="*/ 140875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</a:cxnLst>
              <a:rect l="l" t="t" r="r" b="b"/>
              <a:pathLst>
                <a:path w="381000" h="800100">
                  <a:moveTo>
                    <a:pt x="249841" y="701707"/>
                  </a:moveTo>
                  <a:lnTo>
                    <a:pt x="249364" y="702088"/>
                  </a:lnTo>
                  <a:lnTo>
                    <a:pt x="249269" y="702564"/>
                  </a:lnTo>
                  <a:lnTo>
                    <a:pt x="249364" y="702659"/>
                  </a:lnTo>
                  <a:lnTo>
                    <a:pt x="249936" y="703516"/>
                  </a:lnTo>
                  <a:lnTo>
                    <a:pt x="250031" y="703707"/>
                  </a:lnTo>
                  <a:lnTo>
                    <a:pt x="250507" y="704088"/>
                  </a:lnTo>
                  <a:lnTo>
                    <a:pt x="251270" y="704564"/>
                  </a:lnTo>
                  <a:lnTo>
                    <a:pt x="251936" y="704755"/>
                  </a:lnTo>
                  <a:lnTo>
                    <a:pt x="252222" y="704183"/>
                  </a:lnTo>
                  <a:lnTo>
                    <a:pt x="252127" y="703516"/>
                  </a:lnTo>
                  <a:lnTo>
                    <a:pt x="251650" y="702564"/>
                  </a:lnTo>
                  <a:lnTo>
                    <a:pt x="251555" y="701897"/>
                  </a:lnTo>
                  <a:lnTo>
                    <a:pt x="251936" y="701897"/>
                  </a:lnTo>
                  <a:lnTo>
                    <a:pt x="252413" y="702945"/>
                  </a:lnTo>
                  <a:lnTo>
                    <a:pt x="252698" y="703421"/>
                  </a:lnTo>
                  <a:lnTo>
                    <a:pt x="252984" y="703612"/>
                  </a:lnTo>
                  <a:lnTo>
                    <a:pt x="253365" y="703326"/>
                  </a:lnTo>
                  <a:lnTo>
                    <a:pt x="253365" y="702850"/>
                  </a:lnTo>
                  <a:lnTo>
                    <a:pt x="253174" y="702278"/>
                  </a:lnTo>
                  <a:lnTo>
                    <a:pt x="253079" y="701707"/>
                  </a:lnTo>
                  <a:lnTo>
                    <a:pt x="253174" y="701516"/>
                  </a:lnTo>
                  <a:lnTo>
                    <a:pt x="253365" y="701421"/>
                  </a:lnTo>
                  <a:lnTo>
                    <a:pt x="253555" y="701230"/>
                  </a:lnTo>
                  <a:lnTo>
                    <a:pt x="253555" y="700849"/>
                  </a:lnTo>
                  <a:lnTo>
                    <a:pt x="253460" y="700754"/>
                  </a:lnTo>
                  <a:lnTo>
                    <a:pt x="253174" y="700659"/>
                  </a:lnTo>
                  <a:lnTo>
                    <a:pt x="252984" y="700564"/>
                  </a:lnTo>
                  <a:lnTo>
                    <a:pt x="252698" y="700088"/>
                  </a:lnTo>
                  <a:lnTo>
                    <a:pt x="251460" y="699326"/>
                  </a:lnTo>
                  <a:lnTo>
                    <a:pt x="251365" y="698945"/>
                  </a:lnTo>
                  <a:lnTo>
                    <a:pt x="250793" y="698849"/>
                  </a:lnTo>
                  <a:lnTo>
                    <a:pt x="250127" y="698945"/>
                  </a:lnTo>
                  <a:lnTo>
                    <a:pt x="249555" y="699135"/>
                  </a:lnTo>
                  <a:lnTo>
                    <a:pt x="249555" y="699516"/>
                  </a:lnTo>
                  <a:lnTo>
                    <a:pt x="250317" y="699897"/>
                  </a:lnTo>
                  <a:lnTo>
                    <a:pt x="250507" y="700373"/>
                  </a:lnTo>
                  <a:lnTo>
                    <a:pt x="250317" y="701516"/>
                  </a:lnTo>
                  <a:lnTo>
                    <a:pt x="249841" y="701707"/>
                  </a:lnTo>
                  <a:close/>
                  <a:moveTo>
                    <a:pt x="248126" y="707707"/>
                  </a:moveTo>
                  <a:lnTo>
                    <a:pt x="247840" y="707803"/>
                  </a:lnTo>
                  <a:lnTo>
                    <a:pt x="247745" y="707898"/>
                  </a:lnTo>
                  <a:lnTo>
                    <a:pt x="247650" y="707898"/>
                  </a:lnTo>
                  <a:lnTo>
                    <a:pt x="247364" y="707707"/>
                  </a:lnTo>
                  <a:lnTo>
                    <a:pt x="248031" y="707422"/>
                  </a:lnTo>
                  <a:lnTo>
                    <a:pt x="248698" y="707517"/>
                  </a:lnTo>
                  <a:lnTo>
                    <a:pt x="249460" y="707803"/>
                  </a:lnTo>
                  <a:lnTo>
                    <a:pt x="250317" y="707993"/>
                  </a:lnTo>
                  <a:lnTo>
                    <a:pt x="250317" y="707612"/>
                  </a:lnTo>
                  <a:lnTo>
                    <a:pt x="249746" y="706564"/>
                  </a:lnTo>
                  <a:lnTo>
                    <a:pt x="249364" y="706184"/>
                  </a:lnTo>
                  <a:lnTo>
                    <a:pt x="248507" y="706184"/>
                  </a:lnTo>
                  <a:lnTo>
                    <a:pt x="248507" y="705803"/>
                  </a:lnTo>
                  <a:lnTo>
                    <a:pt x="249746" y="705707"/>
                  </a:lnTo>
                  <a:lnTo>
                    <a:pt x="250127" y="705040"/>
                  </a:lnTo>
                  <a:lnTo>
                    <a:pt x="249936" y="704279"/>
                  </a:lnTo>
                  <a:lnTo>
                    <a:pt x="249364" y="703897"/>
                  </a:lnTo>
                  <a:lnTo>
                    <a:pt x="249174" y="703707"/>
                  </a:lnTo>
                  <a:lnTo>
                    <a:pt x="248603" y="702850"/>
                  </a:lnTo>
                  <a:lnTo>
                    <a:pt x="248507" y="702659"/>
                  </a:lnTo>
                  <a:lnTo>
                    <a:pt x="248603" y="702088"/>
                  </a:lnTo>
                  <a:lnTo>
                    <a:pt x="248888" y="701707"/>
                  </a:lnTo>
                  <a:lnTo>
                    <a:pt x="249269" y="701326"/>
                  </a:lnTo>
                  <a:lnTo>
                    <a:pt x="249269" y="700564"/>
                  </a:lnTo>
                  <a:lnTo>
                    <a:pt x="248983" y="699706"/>
                  </a:lnTo>
                  <a:lnTo>
                    <a:pt x="248317" y="699040"/>
                  </a:lnTo>
                  <a:lnTo>
                    <a:pt x="246888" y="698659"/>
                  </a:lnTo>
                  <a:lnTo>
                    <a:pt x="246602" y="698373"/>
                  </a:lnTo>
                  <a:lnTo>
                    <a:pt x="246126" y="697611"/>
                  </a:lnTo>
                  <a:lnTo>
                    <a:pt x="245650" y="697135"/>
                  </a:lnTo>
                  <a:lnTo>
                    <a:pt x="245173" y="696944"/>
                  </a:lnTo>
                  <a:lnTo>
                    <a:pt x="243935" y="696944"/>
                  </a:lnTo>
                  <a:lnTo>
                    <a:pt x="245364" y="699135"/>
                  </a:lnTo>
                  <a:lnTo>
                    <a:pt x="245745" y="700373"/>
                  </a:lnTo>
                  <a:lnTo>
                    <a:pt x="245364" y="701707"/>
                  </a:lnTo>
                  <a:lnTo>
                    <a:pt x="244983" y="701897"/>
                  </a:lnTo>
                  <a:lnTo>
                    <a:pt x="244126" y="701993"/>
                  </a:lnTo>
                  <a:lnTo>
                    <a:pt x="243935" y="702183"/>
                  </a:lnTo>
                  <a:lnTo>
                    <a:pt x="244126" y="703040"/>
                  </a:lnTo>
                  <a:lnTo>
                    <a:pt x="244221" y="703421"/>
                  </a:lnTo>
                  <a:lnTo>
                    <a:pt x="244316" y="703421"/>
                  </a:lnTo>
                  <a:lnTo>
                    <a:pt x="244126" y="704850"/>
                  </a:lnTo>
                  <a:lnTo>
                    <a:pt x="244126" y="705517"/>
                  </a:lnTo>
                  <a:lnTo>
                    <a:pt x="244316" y="706374"/>
                  </a:lnTo>
                  <a:lnTo>
                    <a:pt x="244983" y="707612"/>
                  </a:lnTo>
                  <a:lnTo>
                    <a:pt x="246126" y="709041"/>
                  </a:lnTo>
                  <a:lnTo>
                    <a:pt x="247460" y="710279"/>
                  </a:lnTo>
                  <a:lnTo>
                    <a:pt x="248698" y="710755"/>
                  </a:lnTo>
                  <a:lnTo>
                    <a:pt x="249650" y="710374"/>
                  </a:lnTo>
                  <a:lnTo>
                    <a:pt x="249650" y="709422"/>
                  </a:lnTo>
                  <a:lnTo>
                    <a:pt x="249079" y="708279"/>
                  </a:lnTo>
                  <a:lnTo>
                    <a:pt x="248126" y="707707"/>
                  </a:lnTo>
                  <a:close/>
                  <a:moveTo>
                    <a:pt x="239363" y="798195"/>
                  </a:moveTo>
                  <a:lnTo>
                    <a:pt x="239173" y="798100"/>
                  </a:lnTo>
                  <a:lnTo>
                    <a:pt x="238982" y="798005"/>
                  </a:lnTo>
                  <a:lnTo>
                    <a:pt x="237554" y="798671"/>
                  </a:lnTo>
                  <a:lnTo>
                    <a:pt x="235839" y="799814"/>
                  </a:lnTo>
                  <a:lnTo>
                    <a:pt x="234410" y="801243"/>
                  </a:lnTo>
                  <a:lnTo>
                    <a:pt x="233839" y="802481"/>
                  </a:lnTo>
                  <a:lnTo>
                    <a:pt x="234029" y="802767"/>
                  </a:lnTo>
                  <a:lnTo>
                    <a:pt x="234887" y="803815"/>
                  </a:lnTo>
                  <a:lnTo>
                    <a:pt x="235172" y="804005"/>
                  </a:lnTo>
                  <a:lnTo>
                    <a:pt x="236029" y="803910"/>
                  </a:lnTo>
                  <a:lnTo>
                    <a:pt x="236220" y="803720"/>
                  </a:lnTo>
                  <a:lnTo>
                    <a:pt x="236125" y="803529"/>
                  </a:lnTo>
                  <a:lnTo>
                    <a:pt x="236125" y="803243"/>
                  </a:lnTo>
                  <a:lnTo>
                    <a:pt x="236125" y="802767"/>
                  </a:lnTo>
                  <a:lnTo>
                    <a:pt x="236125" y="802196"/>
                  </a:lnTo>
                  <a:lnTo>
                    <a:pt x="236220" y="801719"/>
                  </a:lnTo>
                  <a:lnTo>
                    <a:pt x="236696" y="801529"/>
                  </a:lnTo>
                  <a:lnTo>
                    <a:pt x="237268" y="801434"/>
                  </a:lnTo>
                  <a:lnTo>
                    <a:pt x="237839" y="801243"/>
                  </a:lnTo>
                  <a:lnTo>
                    <a:pt x="238411" y="801243"/>
                  </a:lnTo>
                  <a:lnTo>
                    <a:pt x="239078" y="801529"/>
                  </a:lnTo>
                  <a:lnTo>
                    <a:pt x="238792" y="800862"/>
                  </a:lnTo>
                  <a:lnTo>
                    <a:pt x="238220" y="800100"/>
                  </a:lnTo>
                  <a:lnTo>
                    <a:pt x="238220" y="799529"/>
                  </a:lnTo>
                  <a:lnTo>
                    <a:pt x="239458" y="799433"/>
                  </a:lnTo>
                  <a:lnTo>
                    <a:pt x="239458" y="799147"/>
                  </a:lnTo>
                  <a:lnTo>
                    <a:pt x="239363" y="798957"/>
                  </a:lnTo>
                  <a:lnTo>
                    <a:pt x="239078" y="798671"/>
                  </a:lnTo>
                  <a:lnTo>
                    <a:pt x="239649" y="798671"/>
                  </a:lnTo>
                  <a:lnTo>
                    <a:pt x="239839" y="798671"/>
                  </a:lnTo>
                  <a:lnTo>
                    <a:pt x="239839" y="798386"/>
                  </a:lnTo>
                  <a:lnTo>
                    <a:pt x="239363" y="798195"/>
                  </a:lnTo>
                  <a:close/>
                  <a:moveTo>
                    <a:pt x="254698" y="709898"/>
                  </a:moveTo>
                  <a:lnTo>
                    <a:pt x="253555" y="709136"/>
                  </a:lnTo>
                  <a:lnTo>
                    <a:pt x="253174" y="709898"/>
                  </a:lnTo>
                  <a:lnTo>
                    <a:pt x="252794" y="709898"/>
                  </a:lnTo>
                  <a:lnTo>
                    <a:pt x="253937" y="707136"/>
                  </a:lnTo>
                  <a:lnTo>
                    <a:pt x="254222" y="705517"/>
                  </a:lnTo>
                  <a:lnTo>
                    <a:pt x="253174" y="704755"/>
                  </a:lnTo>
                  <a:lnTo>
                    <a:pt x="252031" y="705136"/>
                  </a:lnTo>
                  <a:lnTo>
                    <a:pt x="251079" y="705612"/>
                  </a:lnTo>
                  <a:lnTo>
                    <a:pt x="250603" y="706374"/>
                  </a:lnTo>
                  <a:lnTo>
                    <a:pt x="251079" y="707612"/>
                  </a:lnTo>
                  <a:lnTo>
                    <a:pt x="251079" y="706850"/>
                  </a:lnTo>
                  <a:lnTo>
                    <a:pt x="251460" y="706850"/>
                  </a:lnTo>
                  <a:lnTo>
                    <a:pt x="251270" y="707707"/>
                  </a:lnTo>
                  <a:lnTo>
                    <a:pt x="250507" y="708851"/>
                  </a:lnTo>
                  <a:lnTo>
                    <a:pt x="250412" y="709803"/>
                  </a:lnTo>
                  <a:lnTo>
                    <a:pt x="250603" y="710374"/>
                  </a:lnTo>
                  <a:lnTo>
                    <a:pt x="250888" y="710946"/>
                  </a:lnTo>
                  <a:lnTo>
                    <a:pt x="251174" y="711708"/>
                  </a:lnTo>
                  <a:lnTo>
                    <a:pt x="251174" y="712661"/>
                  </a:lnTo>
                  <a:lnTo>
                    <a:pt x="251555" y="712661"/>
                  </a:lnTo>
                  <a:lnTo>
                    <a:pt x="252222" y="711898"/>
                  </a:lnTo>
                  <a:lnTo>
                    <a:pt x="253270" y="711422"/>
                  </a:lnTo>
                  <a:lnTo>
                    <a:pt x="255841" y="710755"/>
                  </a:lnTo>
                  <a:lnTo>
                    <a:pt x="255365" y="710184"/>
                  </a:lnTo>
                  <a:lnTo>
                    <a:pt x="254698" y="709898"/>
                  </a:lnTo>
                  <a:close/>
                  <a:moveTo>
                    <a:pt x="380333" y="614458"/>
                  </a:moveTo>
                  <a:lnTo>
                    <a:pt x="380047" y="614172"/>
                  </a:lnTo>
                  <a:lnTo>
                    <a:pt x="379666" y="613981"/>
                  </a:lnTo>
                  <a:lnTo>
                    <a:pt x="377762" y="613601"/>
                  </a:lnTo>
                  <a:lnTo>
                    <a:pt x="376809" y="613220"/>
                  </a:lnTo>
                  <a:lnTo>
                    <a:pt x="376809" y="613791"/>
                  </a:lnTo>
                  <a:lnTo>
                    <a:pt x="376809" y="613981"/>
                  </a:lnTo>
                  <a:lnTo>
                    <a:pt x="376428" y="613886"/>
                  </a:lnTo>
                  <a:lnTo>
                    <a:pt x="375666" y="613791"/>
                  </a:lnTo>
                  <a:lnTo>
                    <a:pt x="375285" y="613696"/>
                  </a:lnTo>
                  <a:lnTo>
                    <a:pt x="375285" y="614077"/>
                  </a:lnTo>
                  <a:lnTo>
                    <a:pt x="375761" y="614648"/>
                  </a:lnTo>
                  <a:lnTo>
                    <a:pt x="376523" y="615315"/>
                  </a:lnTo>
                  <a:lnTo>
                    <a:pt x="377476" y="615791"/>
                  </a:lnTo>
                  <a:lnTo>
                    <a:pt x="378523" y="615887"/>
                  </a:lnTo>
                  <a:lnTo>
                    <a:pt x="378428" y="615696"/>
                  </a:lnTo>
                  <a:lnTo>
                    <a:pt x="378333" y="615696"/>
                  </a:lnTo>
                  <a:lnTo>
                    <a:pt x="378238" y="615696"/>
                  </a:lnTo>
                  <a:lnTo>
                    <a:pt x="378047" y="615601"/>
                  </a:lnTo>
                  <a:lnTo>
                    <a:pt x="378523" y="615410"/>
                  </a:lnTo>
                  <a:lnTo>
                    <a:pt x="378905" y="615410"/>
                  </a:lnTo>
                  <a:lnTo>
                    <a:pt x="379286" y="615601"/>
                  </a:lnTo>
                  <a:lnTo>
                    <a:pt x="379571" y="615982"/>
                  </a:lnTo>
                  <a:lnTo>
                    <a:pt x="379857" y="615887"/>
                  </a:lnTo>
                  <a:lnTo>
                    <a:pt x="380429" y="615505"/>
                  </a:lnTo>
                  <a:lnTo>
                    <a:pt x="380619" y="615315"/>
                  </a:lnTo>
                  <a:lnTo>
                    <a:pt x="380524" y="614934"/>
                  </a:lnTo>
                  <a:lnTo>
                    <a:pt x="380333" y="614458"/>
                  </a:lnTo>
                  <a:close/>
                  <a:moveTo>
                    <a:pt x="267367" y="709517"/>
                  </a:moveTo>
                  <a:lnTo>
                    <a:pt x="267557" y="709708"/>
                  </a:lnTo>
                  <a:lnTo>
                    <a:pt x="267653" y="709708"/>
                  </a:lnTo>
                  <a:lnTo>
                    <a:pt x="267843" y="709708"/>
                  </a:lnTo>
                  <a:lnTo>
                    <a:pt x="268129" y="709803"/>
                  </a:lnTo>
                  <a:lnTo>
                    <a:pt x="267653" y="709136"/>
                  </a:lnTo>
                  <a:lnTo>
                    <a:pt x="266033" y="707707"/>
                  </a:lnTo>
                  <a:lnTo>
                    <a:pt x="265652" y="708088"/>
                  </a:lnTo>
                  <a:lnTo>
                    <a:pt x="265366" y="708755"/>
                  </a:lnTo>
                  <a:lnTo>
                    <a:pt x="265271" y="709422"/>
                  </a:lnTo>
                  <a:lnTo>
                    <a:pt x="265271" y="709994"/>
                  </a:lnTo>
                  <a:lnTo>
                    <a:pt x="264890" y="710279"/>
                  </a:lnTo>
                  <a:lnTo>
                    <a:pt x="263271" y="711041"/>
                  </a:lnTo>
                  <a:lnTo>
                    <a:pt x="261175" y="711613"/>
                  </a:lnTo>
                  <a:lnTo>
                    <a:pt x="260890" y="712565"/>
                  </a:lnTo>
                  <a:lnTo>
                    <a:pt x="261556" y="715232"/>
                  </a:lnTo>
                  <a:lnTo>
                    <a:pt x="262223" y="714565"/>
                  </a:lnTo>
                  <a:lnTo>
                    <a:pt x="263366" y="712946"/>
                  </a:lnTo>
                  <a:lnTo>
                    <a:pt x="264128" y="712280"/>
                  </a:lnTo>
                  <a:lnTo>
                    <a:pt x="265271" y="711898"/>
                  </a:lnTo>
                  <a:lnTo>
                    <a:pt x="265747" y="711613"/>
                  </a:lnTo>
                  <a:lnTo>
                    <a:pt x="266129" y="710565"/>
                  </a:lnTo>
                  <a:lnTo>
                    <a:pt x="266510" y="710374"/>
                  </a:lnTo>
                  <a:lnTo>
                    <a:pt x="266890" y="710089"/>
                  </a:lnTo>
                  <a:lnTo>
                    <a:pt x="266986" y="709422"/>
                  </a:lnTo>
                  <a:lnTo>
                    <a:pt x="267367" y="709422"/>
                  </a:lnTo>
                  <a:close/>
                  <a:moveTo>
                    <a:pt x="359283" y="703231"/>
                  </a:moveTo>
                  <a:lnTo>
                    <a:pt x="358616" y="703612"/>
                  </a:lnTo>
                  <a:lnTo>
                    <a:pt x="358426" y="704374"/>
                  </a:lnTo>
                  <a:lnTo>
                    <a:pt x="358616" y="705231"/>
                  </a:lnTo>
                  <a:lnTo>
                    <a:pt x="359188" y="705803"/>
                  </a:lnTo>
                  <a:lnTo>
                    <a:pt x="360236" y="705898"/>
                  </a:lnTo>
                  <a:lnTo>
                    <a:pt x="360521" y="705136"/>
                  </a:lnTo>
                  <a:lnTo>
                    <a:pt x="360140" y="704088"/>
                  </a:lnTo>
                  <a:lnTo>
                    <a:pt x="359283" y="703231"/>
                  </a:lnTo>
                  <a:close/>
                  <a:moveTo>
                    <a:pt x="300038" y="114205"/>
                  </a:moveTo>
                  <a:lnTo>
                    <a:pt x="300133" y="114109"/>
                  </a:lnTo>
                  <a:lnTo>
                    <a:pt x="300038" y="113919"/>
                  </a:lnTo>
                  <a:lnTo>
                    <a:pt x="299942" y="113729"/>
                  </a:lnTo>
                  <a:lnTo>
                    <a:pt x="299847" y="113633"/>
                  </a:lnTo>
                  <a:lnTo>
                    <a:pt x="299180" y="113538"/>
                  </a:lnTo>
                  <a:lnTo>
                    <a:pt x="298323" y="113919"/>
                  </a:lnTo>
                  <a:lnTo>
                    <a:pt x="295275" y="115729"/>
                  </a:lnTo>
                  <a:lnTo>
                    <a:pt x="294704" y="116491"/>
                  </a:lnTo>
                  <a:lnTo>
                    <a:pt x="294513" y="116681"/>
                  </a:lnTo>
                  <a:lnTo>
                    <a:pt x="299656" y="114491"/>
                  </a:lnTo>
                  <a:lnTo>
                    <a:pt x="300038" y="114205"/>
                  </a:lnTo>
                  <a:close/>
                  <a:moveTo>
                    <a:pt x="298132" y="134398"/>
                  </a:moveTo>
                  <a:lnTo>
                    <a:pt x="298704" y="134588"/>
                  </a:lnTo>
                  <a:lnTo>
                    <a:pt x="298704" y="134207"/>
                  </a:lnTo>
                  <a:lnTo>
                    <a:pt x="296894" y="132874"/>
                  </a:lnTo>
                  <a:lnTo>
                    <a:pt x="296228" y="132683"/>
                  </a:lnTo>
                  <a:lnTo>
                    <a:pt x="295846" y="133636"/>
                  </a:lnTo>
                  <a:lnTo>
                    <a:pt x="296132" y="134112"/>
                  </a:lnTo>
                  <a:lnTo>
                    <a:pt x="296704" y="134398"/>
                  </a:lnTo>
                  <a:lnTo>
                    <a:pt x="296989" y="134779"/>
                  </a:lnTo>
                  <a:lnTo>
                    <a:pt x="296894" y="135446"/>
                  </a:lnTo>
                  <a:lnTo>
                    <a:pt x="295942" y="137350"/>
                  </a:lnTo>
                  <a:lnTo>
                    <a:pt x="296894" y="136874"/>
                  </a:lnTo>
                  <a:lnTo>
                    <a:pt x="297656" y="136208"/>
                  </a:lnTo>
                  <a:lnTo>
                    <a:pt x="298037" y="135350"/>
                  </a:lnTo>
                  <a:lnTo>
                    <a:pt x="297752" y="134207"/>
                  </a:lnTo>
                  <a:lnTo>
                    <a:pt x="298037" y="134207"/>
                  </a:lnTo>
                  <a:lnTo>
                    <a:pt x="298132" y="134398"/>
                  </a:lnTo>
                  <a:close/>
                  <a:moveTo>
                    <a:pt x="305943" y="112681"/>
                  </a:moveTo>
                  <a:lnTo>
                    <a:pt x="306324" y="112681"/>
                  </a:lnTo>
                  <a:lnTo>
                    <a:pt x="306705" y="113157"/>
                  </a:lnTo>
                  <a:lnTo>
                    <a:pt x="307467" y="112871"/>
                  </a:lnTo>
                  <a:lnTo>
                    <a:pt x="309467" y="111538"/>
                  </a:lnTo>
                  <a:lnTo>
                    <a:pt x="309467" y="111157"/>
                  </a:lnTo>
                  <a:lnTo>
                    <a:pt x="302609" y="111919"/>
                  </a:lnTo>
                  <a:lnTo>
                    <a:pt x="302133" y="112109"/>
                  </a:lnTo>
                  <a:lnTo>
                    <a:pt x="300419" y="112681"/>
                  </a:lnTo>
                  <a:lnTo>
                    <a:pt x="300419" y="113062"/>
                  </a:lnTo>
                  <a:lnTo>
                    <a:pt x="301752" y="112776"/>
                  </a:lnTo>
                  <a:lnTo>
                    <a:pt x="302800" y="112871"/>
                  </a:lnTo>
                  <a:lnTo>
                    <a:pt x="302419" y="113062"/>
                  </a:lnTo>
                  <a:lnTo>
                    <a:pt x="302133" y="113443"/>
                  </a:lnTo>
                  <a:lnTo>
                    <a:pt x="301942" y="113919"/>
                  </a:lnTo>
                  <a:lnTo>
                    <a:pt x="301847" y="113633"/>
                  </a:lnTo>
                  <a:lnTo>
                    <a:pt x="301562" y="113062"/>
                  </a:lnTo>
                  <a:lnTo>
                    <a:pt x="301276" y="113729"/>
                  </a:lnTo>
                  <a:lnTo>
                    <a:pt x="301180" y="114300"/>
                  </a:lnTo>
                  <a:lnTo>
                    <a:pt x="301847" y="114205"/>
                  </a:lnTo>
                  <a:lnTo>
                    <a:pt x="305467" y="112967"/>
                  </a:lnTo>
                  <a:lnTo>
                    <a:pt x="305943" y="112681"/>
                  </a:lnTo>
                  <a:close/>
                  <a:moveTo>
                    <a:pt x="300514" y="134398"/>
                  </a:moveTo>
                  <a:lnTo>
                    <a:pt x="301371" y="133159"/>
                  </a:lnTo>
                  <a:lnTo>
                    <a:pt x="301847" y="132683"/>
                  </a:lnTo>
                  <a:lnTo>
                    <a:pt x="302038" y="131921"/>
                  </a:lnTo>
                  <a:lnTo>
                    <a:pt x="301276" y="131826"/>
                  </a:lnTo>
                  <a:lnTo>
                    <a:pt x="300419" y="132397"/>
                  </a:lnTo>
                  <a:lnTo>
                    <a:pt x="299942" y="133445"/>
                  </a:lnTo>
                  <a:lnTo>
                    <a:pt x="300038" y="134398"/>
                  </a:lnTo>
                  <a:lnTo>
                    <a:pt x="300514" y="134398"/>
                  </a:lnTo>
                  <a:close/>
                  <a:moveTo>
                    <a:pt x="99441" y="708851"/>
                  </a:moveTo>
                  <a:lnTo>
                    <a:pt x="99822" y="709231"/>
                  </a:lnTo>
                  <a:lnTo>
                    <a:pt x="99155" y="708565"/>
                  </a:lnTo>
                  <a:lnTo>
                    <a:pt x="98584" y="708565"/>
                  </a:lnTo>
                  <a:lnTo>
                    <a:pt x="98107" y="708946"/>
                  </a:lnTo>
                  <a:lnTo>
                    <a:pt x="97727" y="709422"/>
                  </a:lnTo>
                  <a:lnTo>
                    <a:pt x="97536" y="709898"/>
                  </a:lnTo>
                  <a:lnTo>
                    <a:pt x="97441" y="710470"/>
                  </a:lnTo>
                  <a:lnTo>
                    <a:pt x="97250" y="710946"/>
                  </a:lnTo>
                  <a:lnTo>
                    <a:pt x="96774" y="711137"/>
                  </a:lnTo>
                  <a:lnTo>
                    <a:pt x="96583" y="711327"/>
                  </a:lnTo>
                  <a:lnTo>
                    <a:pt x="96012" y="712184"/>
                  </a:lnTo>
                  <a:lnTo>
                    <a:pt x="95917" y="712470"/>
                  </a:lnTo>
                  <a:lnTo>
                    <a:pt x="95440" y="712946"/>
                  </a:lnTo>
                  <a:lnTo>
                    <a:pt x="94393" y="713041"/>
                  </a:lnTo>
                  <a:lnTo>
                    <a:pt x="91059" y="712565"/>
                  </a:lnTo>
                  <a:lnTo>
                    <a:pt x="90773" y="712756"/>
                  </a:lnTo>
                  <a:lnTo>
                    <a:pt x="90964" y="713327"/>
                  </a:lnTo>
                  <a:lnTo>
                    <a:pt x="91345" y="715423"/>
                  </a:lnTo>
                  <a:lnTo>
                    <a:pt x="92012" y="716089"/>
                  </a:lnTo>
                  <a:lnTo>
                    <a:pt x="94012" y="717137"/>
                  </a:lnTo>
                  <a:lnTo>
                    <a:pt x="95536" y="718376"/>
                  </a:lnTo>
                  <a:lnTo>
                    <a:pt x="96583" y="720090"/>
                  </a:lnTo>
                  <a:lnTo>
                    <a:pt x="98012" y="724090"/>
                  </a:lnTo>
                  <a:lnTo>
                    <a:pt x="98774" y="728567"/>
                  </a:lnTo>
                  <a:lnTo>
                    <a:pt x="99441" y="730948"/>
                  </a:lnTo>
                  <a:lnTo>
                    <a:pt x="100489" y="731425"/>
                  </a:lnTo>
                  <a:lnTo>
                    <a:pt x="100679" y="731711"/>
                  </a:lnTo>
                  <a:lnTo>
                    <a:pt x="101537" y="732187"/>
                  </a:lnTo>
                  <a:lnTo>
                    <a:pt x="101346" y="731234"/>
                  </a:lnTo>
                  <a:lnTo>
                    <a:pt x="101155" y="730663"/>
                  </a:lnTo>
                  <a:lnTo>
                    <a:pt x="101155" y="729996"/>
                  </a:lnTo>
                  <a:lnTo>
                    <a:pt x="101537" y="728853"/>
                  </a:lnTo>
                  <a:lnTo>
                    <a:pt x="100584" y="727424"/>
                  </a:lnTo>
                  <a:lnTo>
                    <a:pt x="101251" y="724472"/>
                  </a:lnTo>
                  <a:lnTo>
                    <a:pt x="103251" y="719328"/>
                  </a:lnTo>
                  <a:lnTo>
                    <a:pt x="103251" y="713708"/>
                  </a:lnTo>
                  <a:lnTo>
                    <a:pt x="103061" y="712851"/>
                  </a:lnTo>
                  <a:lnTo>
                    <a:pt x="99441" y="708851"/>
                  </a:lnTo>
                  <a:close/>
                  <a:moveTo>
                    <a:pt x="216027" y="753332"/>
                  </a:moveTo>
                  <a:lnTo>
                    <a:pt x="215360" y="752665"/>
                  </a:lnTo>
                  <a:lnTo>
                    <a:pt x="214979" y="752094"/>
                  </a:lnTo>
                  <a:lnTo>
                    <a:pt x="212503" y="749618"/>
                  </a:lnTo>
                  <a:lnTo>
                    <a:pt x="209931" y="745998"/>
                  </a:lnTo>
                  <a:lnTo>
                    <a:pt x="209550" y="745712"/>
                  </a:lnTo>
                  <a:lnTo>
                    <a:pt x="209360" y="745522"/>
                  </a:lnTo>
                  <a:lnTo>
                    <a:pt x="209264" y="745236"/>
                  </a:lnTo>
                  <a:lnTo>
                    <a:pt x="208979" y="745522"/>
                  </a:lnTo>
                  <a:lnTo>
                    <a:pt x="210121" y="747046"/>
                  </a:lnTo>
                  <a:lnTo>
                    <a:pt x="210598" y="747903"/>
                  </a:lnTo>
                  <a:lnTo>
                    <a:pt x="210788" y="749046"/>
                  </a:lnTo>
                  <a:lnTo>
                    <a:pt x="211074" y="749903"/>
                  </a:lnTo>
                  <a:lnTo>
                    <a:pt x="211646" y="750856"/>
                  </a:lnTo>
                  <a:lnTo>
                    <a:pt x="212979" y="752475"/>
                  </a:lnTo>
                  <a:lnTo>
                    <a:pt x="214789" y="755237"/>
                  </a:lnTo>
                  <a:lnTo>
                    <a:pt x="215360" y="755713"/>
                  </a:lnTo>
                  <a:lnTo>
                    <a:pt x="216408" y="755618"/>
                  </a:lnTo>
                  <a:lnTo>
                    <a:pt x="216122" y="755237"/>
                  </a:lnTo>
                  <a:lnTo>
                    <a:pt x="215265" y="754571"/>
                  </a:lnTo>
                  <a:lnTo>
                    <a:pt x="214503" y="753618"/>
                  </a:lnTo>
                  <a:lnTo>
                    <a:pt x="214884" y="753332"/>
                  </a:lnTo>
                  <a:lnTo>
                    <a:pt x="215646" y="753904"/>
                  </a:lnTo>
                  <a:lnTo>
                    <a:pt x="216789" y="754856"/>
                  </a:lnTo>
                  <a:lnTo>
                    <a:pt x="217551" y="755999"/>
                  </a:lnTo>
                  <a:lnTo>
                    <a:pt x="217265" y="757047"/>
                  </a:lnTo>
                  <a:lnTo>
                    <a:pt x="217265" y="757333"/>
                  </a:lnTo>
                  <a:lnTo>
                    <a:pt x="218599" y="757333"/>
                  </a:lnTo>
                  <a:lnTo>
                    <a:pt x="219361" y="756856"/>
                  </a:lnTo>
                  <a:lnTo>
                    <a:pt x="219742" y="755904"/>
                  </a:lnTo>
                  <a:lnTo>
                    <a:pt x="219837" y="754571"/>
                  </a:lnTo>
                  <a:lnTo>
                    <a:pt x="219170" y="754094"/>
                  </a:lnTo>
                  <a:lnTo>
                    <a:pt x="216027" y="753332"/>
                  </a:lnTo>
                  <a:close/>
                  <a:moveTo>
                    <a:pt x="288607" y="122301"/>
                  </a:moveTo>
                  <a:lnTo>
                    <a:pt x="288893" y="121634"/>
                  </a:lnTo>
                  <a:lnTo>
                    <a:pt x="288703" y="121539"/>
                  </a:lnTo>
                  <a:lnTo>
                    <a:pt x="287464" y="121920"/>
                  </a:lnTo>
                  <a:lnTo>
                    <a:pt x="285655" y="122396"/>
                  </a:lnTo>
                  <a:lnTo>
                    <a:pt x="285274" y="122587"/>
                  </a:lnTo>
                  <a:lnTo>
                    <a:pt x="284893" y="122587"/>
                  </a:lnTo>
                  <a:lnTo>
                    <a:pt x="284702" y="122301"/>
                  </a:lnTo>
                  <a:lnTo>
                    <a:pt x="284607" y="122015"/>
                  </a:lnTo>
                  <a:lnTo>
                    <a:pt x="284512" y="121634"/>
                  </a:lnTo>
                  <a:lnTo>
                    <a:pt x="284512" y="121158"/>
                  </a:lnTo>
                  <a:lnTo>
                    <a:pt x="284416" y="120682"/>
                  </a:lnTo>
                  <a:lnTo>
                    <a:pt x="284131" y="120491"/>
                  </a:lnTo>
                  <a:lnTo>
                    <a:pt x="283750" y="120396"/>
                  </a:lnTo>
                  <a:lnTo>
                    <a:pt x="283369" y="120110"/>
                  </a:lnTo>
                  <a:lnTo>
                    <a:pt x="282130" y="118586"/>
                  </a:lnTo>
                  <a:lnTo>
                    <a:pt x="281559" y="118205"/>
                  </a:lnTo>
                  <a:lnTo>
                    <a:pt x="281369" y="118110"/>
                  </a:lnTo>
                  <a:lnTo>
                    <a:pt x="281178" y="118110"/>
                  </a:lnTo>
                  <a:lnTo>
                    <a:pt x="280988" y="118110"/>
                  </a:lnTo>
                  <a:lnTo>
                    <a:pt x="280797" y="118205"/>
                  </a:lnTo>
                  <a:lnTo>
                    <a:pt x="280606" y="118491"/>
                  </a:lnTo>
                  <a:lnTo>
                    <a:pt x="280511" y="118872"/>
                  </a:lnTo>
                  <a:lnTo>
                    <a:pt x="280416" y="119539"/>
                  </a:lnTo>
                  <a:lnTo>
                    <a:pt x="280321" y="120967"/>
                  </a:lnTo>
                  <a:lnTo>
                    <a:pt x="280321" y="121825"/>
                  </a:lnTo>
                  <a:lnTo>
                    <a:pt x="280511" y="122206"/>
                  </a:lnTo>
                  <a:lnTo>
                    <a:pt x="280035" y="122301"/>
                  </a:lnTo>
                  <a:lnTo>
                    <a:pt x="279749" y="122587"/>
                  </a:lnTo>
                  <a:lnTo>
                    <a:pt x="279654" y="123063"/>
                  </a:lnTo>
                  <a:lnTo>
                    <a:pt x="279463" y="123063"/>
                  </a:lnTo>
                  <a:lnTo>
                    <a:pt x="279082" y="122587"/>
                  </a:lnTo>
                  <a:lnTo>
                    <a:pt x="278702" y="122587"/>
                  </a:lnTo>
                  <a:lnTo>
                    <a:pt x="278416" y="124301"/>
                  </a:lnTo>
                  <a:lnTo>
                    <a:pt x="277939" y="125921"/>
                  </a:lnTo>
                  <a:lnTo>
                    <a:pt x="277844" y="126587"/>
                  </a:lnTo>
                  <a:lnTo>
                    <a:pt x="277463" y="127730"/>
                  </a:lnTo>
                  <a:lnTo>
                    <a:pt x="276701" y="129159"/>
                  </a:lnTo>
                  <a:lnTo>
                    <a:pt x="276320" y="130397"/>
                  </a:lnTo>
                  <a:lnTo>
                    <a:pt x="277178" y="131064"/>
                  </a:lnTo>
                  <a:lnTo>
                    <a:pt x="278987" y="129540"/>
                  </a:lnTo>
                  <a:lnTo>
                    <a:pt x="279654" y="129159"/>
                  </a:lnTo>
                  <a:lnTo>
                    <a:pt x="280892" y="128683"/>
                  </a:lnTo>
                  <a:lnTo>
                    <a:pt x="281464" y="128397"/>
                  </a:lnTo>
                  <a:lnTo>
                    <a:pt x="283273" y="125921"/>
                  </a:lnTo>
                  <a:lnTo>
                    <a:pt x="284321" y="124778"/>
                  </a:lnTo>
                  <a:lnTo>
                    <a:pt x="285083" y="124968"/>
                  </a:lnTo>
                  <a:lnTo>
                    <a:pt x="285464" y="124968"/>
                  </a:lnTo>
                  <a:lnTo>
                    <a:pt x="286036" y="124111"/>
                  </a:lnTo>
                  <a:lnTo>
                    <a:pt x="287750" y="122872"/>
                  </a:lnTo>
                  <a:lnTo>
                    <a:pt x="288607" y="122301"/>
                  </a:lnTo>
                  <a:close/>
                  <a:moveTo>
                    <a:pt x="281369" y="144209"/>
                  </a:moveTo>
                  <a:lnTo>
                    <a:pt x="282035" y="144209"/>
                  </a:lnTo>
                  <a:lnTo>
                    <a:pt x="282416" y="143828"/>
                  </a:lnTo>
                  <a:lnTo>
                    <a:pt x="282797" y="142684"/>
                  </a:lnTo>
                  <a:lnTo>
                    <a:pt x="283083" y="142018"/>
                  </a:lnTo>
                  <a:lnTo>
                    <a:pt x="285560" y="138303"/>
                  </a:lnTo>
                  <a:lnTo>
                    <a:pt x="286036" y="137350"/>
                  </a:lnTo>
                  <a:lnTo>
                    <a:pt x="286321" y="136112"/>
                  </a:lnTo>
                  <a:lnTo>
                    <a:pt x="286226" y="135731"/>
                  </a:lnTo>
                  <a:lnTo>
                    <a:pt x="286131" y="135541"/>
                  </a:lnTo>
                  <a:lnTo>
                    <a:pt x="285940" y="135350"/>
                  </a:lnTo>
                  <a:lnTo>
                    <a:pt x="285750" y="136303"/>
                  </a:lnTo>
                  <a:lnTo>
                    <a:pt x="284512" y="138875"/>
                  </a:lnTo>
                  <a:lnTo>
                    <a:pt x="284036" y="139732"/>
                  </a:lnTo>
                  <a:lnTo>
                    <a:pt x="283464" y="140208"/>
                  </a:lnTo>
                  <a:lnTo>
                    <a:pt x="282702" y="140399"/>
                  </a:lnTo>
                  <a:lnTo>
                    <a:pt x="281559" y="140399"/>
                  </a:lnTo>
                  <a:lnTo>
                    <a:pt x="281559" y="140779"/>
                  </a:lnTo>
                  <a:lnTo>
                    <a:pt x="282130" y="141446"/>
                  </a:lnTo>
                  <a:lnTo>
                    <a:pt x="282035" y="142304"/>
                  </a:lnTo>
                  <a:lnTo>
                    <a:pt x="281369" y="144209"/>
                  </a:lnTo>
                  <a:close/>
                  <a:moveTo>
                    <a:pt x="286417" y="134588"/>
                  </a:moveTo>
                  <a:lnTo>
                    <a:pt x="287464" y="134779"/>
                  </a:lnTo>
                  <a:lnTo>
                    <a:pt x="288036" y="133350"/>
                  </a:lnTo>
                  <a:lnTo>
                    <a:pt x="288417" y="131636"/>
                  </a:lnTo>
                  <a:lnTo>
                    <a:pt x="290322" y="127540"/>
                  </a:lnTo>
                  <a:lnTo>
                    <a:pt x="290322" y="127159"/>
                  </a:lnTo>
                  <a:lnTo>
                    <a:pt x="290131" y="127063"/>
                  </a:lnTo>
                  <a:lnTo>
                    <a:pt x="289750" y="127254"/>
                  </a:lnTo>
                  <a:lnTo>
                    <a:pt x="288512" y="128492"/>
                  </a:lnTo>
                  <a:lnTo>
                    <a:pt x="288322" y="128778"/>
                  </a:lnTo>
                  <a:lnTo>
                    <a:pt x="288131" y="129159"/>
                  </a:lnTo>
                  <a:lnTo>
                    <a:pt x="288036" y="129635"/>
                  </a:lnTo>
                  <a:lnTo>
                    <a:pt x="287941" y="130874"/>
                  </a:lnTo>
                  <a:lnTo>
                    <a:pt x="287750" y="131540"/>
                  </a:lnTo>
                  <a:lnTo>
                    <a:pt x="286988" y="132302"/>
                  </a:lnTo>
                  <a:lnTo>
                    <a:pt x="286798" y="132874"/>
                  </a:lnTo>
                  <a:lnTo>
                    <a:pt x="286893" y="133541"/>
                  </a:lnTo>
                  <a:lnTo>
                    <a:pt x="286988" y="134017"/>
                  </a:lnTo>
                  <a:lnTo>
                    <a:pt x="286893" y="134398"/>
                  </a:lnTo>
                  <a:lnTo>
                    <a:pt x="286417" y="134588"/>
                  </a:lnTo>
                  <a:close/>
                  <a:moveTo>
                    <a:pt x="261556" y="144780"/>
                  </a:moveTo>
                  <a:lnTo>
                    <a:pt x="262699" y="145066"/>
                  </a:lnTo>
                  <a:lnTo>
                    <a:pt x="262319" y="144875"/>
                  </a:lnTo>
                  <a:lnTo>
                    <a:pt x="262033" y="144589"/>
                  </a:lnTo>
                  <a:lnTo>
                    <a:pt x="261842" y="144304"/>
                  </a:lnTo>
                  <a:lnTo>
                    <a:pt x="261652" y="143923"/>
                  </a:lnTo>
                  <a:lnTo>
                    <a:pt x="261271" y="143923"/>
                  </a:lnTo>
                  <a:lnTo>
                    <a:pt x="260795" y="144018"/>
                  </a:lnTo>
                  <a:lnTo>
                    <a:pt x="259937" y="143828"/>
                  </a:lnTo>
                  <a:lnTo>
                    <a:pt x="259271" y="143446"/>
                  </a:lnTo>
                  <a:lnTo>
                    <a:pt x="259461" y="142875"/>
                  </a:lnTo>
                  <a:lnTo>
                    <a:pt x="259461" y="142494"/>
                  </a:lnTo>
                  <a:lnTo>
                    <a:pt x="258889" y="142018"/>
                  </a:lnTo>
                  <a:lnTo>
                    <a:pt x="258223" y="141732"/>
                  </a:lnTo>
                  <a:lnTo>
                    <a:pt x="257651" y="141922"/>
                  </a:lnTo>
                  <a:lnTo>
                    <a:pt x="257556" y="142875"/>
                  </a:lnTo>
                  <a:lnTo>
                    <a:pt x="257175" y="142875"/>
                  </a:lnTo>
                  <a:lnTo>
                    <a:pt x="256604" y="142304"/>
                  </a:lnTo>
                  <a:lnTo>
                    <a:pt x="254984" y="142018"/>
                  </a:lnTo>
                  <a:lnTo>
                    <a:pt x="254222" y="141256"/>
                  </a:lnTo>
                  <a:lnTo>
                    <a:pt x="254603" y="140875"/>
                  </a:lnTo>
                  <a:lnTo>
                    <a:pt x="254127" y="141256"/>
                  </a:lnTo>
                  <a:lnTo>
                    <a:pt x="254032" y="141637"/>
                  </a:lnTo>
                  <a:lnTo>
                    <a:pt x="254032" y="142018"/>
                  </a:lnTo>
                  <a:lnTo>
                    <a:pt x="253841" y="142399"/>
                  </a:lnTo>
                  <a:lnTo>
                    <a:pt x="253460" y="142589"/>
                  </a:lnTo>
                  <a:lnTo>
                    <a:pt x="252222" y="143066"/>
                  </a:lnTo>
                  <a:lnTo>
                    <a:pt x="252031" y="144113"/>
                  </a:lnTo>
                  <a:lnTo>
                    <a:pt x="252603" y="144875"/>
                  </a:lnTo>
                  <a:lnTo>
                    <a:pt x="254127" y="145828"/>
                  </a:lnTo>
                  <a:lnTo>
                    <a:pt x="254794" y="146495"/>
                  </a:lnTo>
                  <a:lnTo>
                    <a:pt x="256032" y="148114"/>
                  </a:lnTo>
                  <a:lnTo>
                    <a:pt x="257080" y="148876"/>
                  </a:lnTo>
                  <a:lnTo>
                    <a:pt x="257080" y="148495"/>
                  </a:lnTo>
                  <a:lnTo>
                    <a:pt x="256889" y="148304"/>
                  </a:lnTo>
                  <a:lnTo>
                    <a:pt x="256699" y="147733"/>
                  </a:lnTo>
                  <a:lnTo>
                    <a:pt x="257080" y="147733"/>
                  </a:lnTo>
                  <a:lnTo>
                    <a:pt x="257270" y="148018"/>
                  </a:lnTo>
                  <a:lnTo>
                    <a:pt x="257556" y="148304"/>
                  </a:lnTo>
                  <a:lnTo>
                    <a:pt x="257746" y="148590"/>
                  </a:lnTo>
                  <a:lnTo>
                    <a:pt x="258128" y="148590"/>
                  </a:lnTo>
                  <a:lnTo>
                    <a:pt x="258128" y="148209"/>
                  </a:lnTo>
                  <a:lnTo>
                    <a:pt x="258508" y="148209"/>
                  </a:lnTo>
                  <a:lnTo>
                    <a:pt x="258604" y="148400"/>
                  </a:lnTo>
                  <a:lnTo>
                    <a:pt x="258604" y="148495"/>
                  </a:lnTo>
                  <a:lnTo>
                    <a:pt x="258604" y="148495"/>
                  </a:lnTo>
                  <a:lnTo>
                    <a:pt x="258794" y="148590"/>
                  </a:lnTo>
                  <a:lnTo>
                    <a:pt x="258794" y="148971"/>
                  </a:lnTo>
                  <a:lnTo>
                    <a:pt x="257651" y="148971"/>
                  </a:lnTo>
                  <a:lnTo>
                    <a:pt x="257651" y="149352"/>
                  </a:lnTo>
                  <a:lnTo>
                    <a:pt x="257842" y="149447"/>
                  </a:lnTo>
                  <a:lnTo>
                    <a:pt x="258032" y="149733"/>
                  </a:lnTo>
                  <a:lnTo>
                    <a:pt x="258413" y="149352"/>
                  </a:lnTo>
                  <a:lnTo>
                    <a:pt x="258413" y="149733"/>
                  </a:lnTo>
                  <a:lnTo>
                    <a:pt x="258604" y="149542"/>
                  </a:lnTo>
                  <a:lnTo>
                    <a:pt x="258794" y="149447"/>
                  </a:lnTo>
                  <a:lnTo>
                    <a:pt x="259175" y="149352"/>
                  </a:lnTo>
                  <a:lnTo>
                    <a:pt x="259175" y="150590"/>
                  </a:lnTo>
                  <a:lnTo>
                    <a:pt x="259652" y="149638"/>
                  </a:lnTo>
                  <a:lnTo>
                    <a:pt x="259937" y="148685"/>
                  </a:lnTo>
                  <a:lnTo>
                    <a:pt x="260318" y="148685"/>
                  </a:lnTo>
                  <a:lnTo>
                    <a:pt x="260318" y="149066"/>
                  </a:lnTo>
                  <a:lnTo>
                    <a:pt x="260699" y="149066"/>
                  </a:lnTo>
                  <a:lnTo>
                    <a:pt x="260413" y="148114"/>
                  </a:lnTo>
                  <a:lnTo>
                    <a:pt x="258794" y="147161"/>
                  </a:lnTo>
                  <a:lnTo>
                    <a:pt x="258508" y="145923"/>
                  </a:lnTo>
                  <a:lnTo>
                    <a:pt x="258985" y="146304"/>
                  </a:lnTo>
                  <a:lnTo>
                    <a:pt x="259461" y="146495"/>
                  </a:lnTo>
                  <a:lnTo>
                    <a:pt x="259937" y="146495"/>
                  </a:lnTo>
                  <a:lnTo>
                    <a:pt x="260604" y="146209"/>
                  </a:lnTo>
                  <a:lnTo>
                    <a:pt x="260604" y="145828"/>
                  </a:lnTo>
                  <a:lnTo>
                    <a:pt x="260223" y="145542"/>
                  </a:lnTo>
                  <a:lnTo>
                    <a:pt x="260032" y="145161"/>
                  </a:lnTo>
                  <a:lnTo>
                    <a:pt x="260032" y="144780"/>
                  </a:lnTo>
                  <a:lnTo>
                    <a:pt x="260223" y="144304"/>
                  </a:lnTo>
                  <a:lnTo>
                    <a:pt x="260699" y="145351"/>
                  </a:lnTo>
                  <a:lnTo>
                    <a:pt x="261080" y="145733"/>
                  </a:lnTo>
                  <a:lnTo>
                    <a:pt x="261747" y="145828"/>
                  </a:lnTo>
                  <a:lnTo>
                    <a:pt x="261461" y="145447"/>
                  </a:lnTo>
                  <a:lnTo>
                    <a:pt x="261271" y="145256"/>
                  </a:lnTo>
                  <a:lnTo>
                    <a:pt x="260985" y="145066"/>
                  </a:lnTo>
                  <a:lnTo>
                    <a:pt x="260985" y="144685"/>
                  </a:lnTo>
                  <a:lnTo>
                    <a:pt x="261556" y="144780"/>
                  </a:lnTo>
                  <a:close/>
                  <a:moveTo>
                    <a:pt x="280988" y="138875"/>
                  </a:moveTo>
                  <a:lnTo>
                    <a:pt x="282226" y="138779"/>
                  </a:lnTo>
                  <a:lnTo>
                    <a:pt x="283083" y="138589"/>
                  </a:lnTo>
                  <a:lnTo>
                    <a:pt x="283845" y="138208"/>
                  </a:lnTo>
                  <a:lnTo>
                    <a:pt x="284416" y="137541"/>
                  </a:lnTo>
                  <a:lnTo>
                    <a:pt x="284797" y="136779"/>
                  </a:lnTo>
                  <a:lnTo>
                    <a:pt x="285369" y="134779"/>
                  </a:lnTo>
                  <a:lnTo>
                    <a:pt x="286131" y="132779"/>
                  </a:lnTo>
                  <a:lnTo>
                    <a:pt x="286321" y="132017"/>
                  </a:lnTo>
                  <a:lnTo>
                    <a:pt x="286036" y="131826"/>
                  </a:lnTo>
                  <a:lnTo>
                    <a:pt x="285750" y="132017"/>
                  </a:lnTo>
                  <a:lnTo>
                    <a:pt x="284988" y="132874"/>
                  </a:lnTo>
                  <a:lnTo>
                    <a:pt x="284988" y="131731"/>
                  </a:lnTo>
                  <a:lnTo>
                    <a:pt x="284416" y="132779"/>
                  </a:lnTo>
                  <a:lnTo>
                    <a:pt x="284226" y="133255"/>
                  </a:lnTo>
                  <a:lnTo>
                    <a:pt x="283655" y="133064"/>
                  </a:lnTo>
                  <a:lnTo>
                    <a:pt x="283464" y="132874"/>
                  </a:lnTo>
                  <a:lnTo>
                    <a:pt x="282797" y="134493"/>
                  </a:lnTo>
                  <a:lnTo>
                    <a:pt x="282607" y="135350"/>
                  </a:lnTo>
                  <a:lnTo>
                    <a:pt x="282702" y="136017"/>
                  </a:lnTo>
                  <a:lnTo>
                    <a:pt x="281749" y="137065"/>
                  </a:lnTo>
                  <a:lnTo>
                    <a:pt x="280511" y="138017"/>
                  </a:lnTo>
                  <a:lnTo>
                    <a:pt x="279082" y="138875"/>
                  </a:lnTo>
                  <a:lnTo>
                    <a:pt x="277558" y="139541"/>
                  </a:lnTo>
                  <a:lnTo>
                    <a:pt x="277558" y="139922"/>
                  </a:lnTo>
                  <a:lnTo>
                    <a:pt x="278416" y="139827"/>
                  </a:lnTo>
                  <a:lnTo>
                    <a:pt x="280988" y="138875"/>
                  </a:lnTo>
                  <a:close/>
                  <a:moveTo>
                    <a:pt x="383096" y="593693"/>
                  </a:moveTo>
                  <a:lnTo>
                    <a:pt x="382905" y="593027"/>
                  </a:lnTo>
                  <a:lnTo>
                    <a:pt x="382524" y="592455"/>
                  </a:lnTo>
                  <a:lnTo>
                    <a:pt x="381762" y="592264"/>
                  </a:lnTo>
                  <a:lnTo>
                    <a:pt x="380524" y="592074"/>
                  </a:lnTo>
                  <a:lnTo>
                    <a:pt x="379190" y="592264"/>
                  </a:lnTo>
                  <a:lnTo>
                    <a:pt x="378714" y="593027"/>
                  </a:lnTo>
                  <a:lnTo>
                    <a:pt x="379286" y="593407"/>
                  </a:lnTo>
                  <a:lnTo>
                    <a:pt x="379952" y="593598"/>
                  </a:lnTo>
                  <a:lnTo>
                    <a:pt x="380238" y="593979"/>
                  </a:lnTo>
                  <a:lnTo>
                    <a:pt x="380524" y="594455"/>
                  </a:lnTo>
                  <a:lnTo>
                    <a:pt x="382429" y="595789"/>
                  </a:lnTo>
                  <a:lnTo>
                    <a:pt x="383286" y="596074"/>
                  </a:lnTo>
                  <a:lnTo>
                    <a:pt x="383572" y="595408"/>
                  </a:lnTo>
                  <a:lnTo>
                    <a:pt x="383381" y="594741"/>
                  </a:lnTo>
                  <a:lnTo>
                    <a:pt x="383096" y="593693"/>
                  </a:lnTo>
                  <a:close/>
                  <a:moveTo>
                    <a:pt x="247460" y="140684"/>
                  </a:moveTo>
                  <a:lnTo>
                    <a:pt x="247650" y="142018"/>
                  </a:lnTo>
                  <a:lnTo>
                    <a:pt x="248698" y="144209"/>
                  </a:lnTo>
                  <a:lnTo>
                    <a:pt x="248983" y="145161"/>
                  </a:lnTo>
                  <a:lnTo>
                    <a:pt x="249460" y="145447"/>
                  </a:lnTo>
                  <a:lnTo>
                    <a:pt x="250412" y="145637"/>
                  </a:lnTo>
                  <a:lnTo>
                    <a:pt x="251079" y="145256"/>
                  </a:lnTo>
                  <a:lnTo>
                    <a:pt x="250793" y="143828"/>
                  </a:lnTo>
                  <a:lnTo>
                    <a:pt x="248888" y="141351"/>
                  </a:lnTo>
                  <a:lnTo>
                    <a:pt x="248603" y="140589"/>
                  </a:lnTo>
                  <a:lnTo>
                    <a:pt x="248412" y="139351"/>
                  </a:lnTo>
                  <a:lnTo>
                    <a:pt x="247840" y="138589"/>
                  </a:lnTo>
                  <a:lnTo>
                    <a:pt x="245745" y="137732"/>
                  </a:lnTo>
                  <a:lnTo>
                    <a:pt x="245078" y="139160"/>
                  </a:lnTo>
                  <a:lnTo>
                    <a:pt x="244697" y="140779"/>
                  </a:lnTo>
                  <a:lnTo>
                    <a:pt x="244983" y="141827"/>
                  </a:lnTo>
                  <a:lnTo>
                    <a:pt x="245650" y="142208"/>
                  </a:lnTo>
                  <a:lnTo>
                    <a:pt x="246507" y="142399"/>
                  </a:lnTo>
                  <a:lnTo>
                    <a:pt x="247174" y="142780"/>
                  </a:lnTo>
                  <a:lnTo>
                    <a:pt x="247555" y="142780"/>
                  </a:lnTo>
                  <a:lnTo>
                    <a:pt x="247269" y="142304"/>
                  </a:lnTo>
                  <a:lnTo>
                    <a:pt x="247174" y="141827"/>
                  </a:lnTo>
                  <a:lnTo>
                    <a:pt x="247269" y="141351"/>
                  </a:lnTo>
                  <a:lnTo>
                    <a:pt x="247460" y="140684"/>
                  </a:lnTo>
                  <a:close/>
                  <a:moveTo>
                    <a:pt x="387096" y="590550"/>
                  </a:moveTo>
                  <a:lnTo>
                    <a:pt x="386144" y="589788"/>
                  </a:lnTo>
                  <a:lnTo>
                    <a:pt x="385381" y="589788"/>
                  </a:lnTo>
                  <a:lnTo>
                    <a:pt x="384524" y="588836"/>
                  </a:lnTo>
                  <a:lnTo>
                    <a:pt x="382143" y="584263"/>
                  </a:lnTo>
                  <a:lnTo>
                    <a:pt x="382143" y="583502"/>
                  </a:lnTo>
                  <a:lnTo>
                    <a:pt x="382143" y="582739"/>
                  </a:lnTo>
                  <a:lnTo>
                    <a:pt x="382048" y="582073"/>
                  </a:lnTo>
                  <a:lnTo>
                    <a:pt x="381667" y="581597"/>
                  </a:lnTo>
                  <a:lnTo>
                    <a:pt x="382143" y="581215"/>
                  </a:lnTo>
                  <a:lnTo>
                    <a:pt x="382524" y="581120"/>
                  </a:lnTo>
                  <a:lnTo>
                    <a:pt x="382619" y="581120"/>
                  </a:lnTo>
                  <a:lnTo>
                    <a:pt x="383096" y="581120"/>
                  </a:lnTo>
                  <a:lnTo>
                    <a:pt x="383572" y="580930"/>
                  </a:lnTo>
                  <a:lnTo>
                    <a:pt x="383762" y="580644"/>
                  </a:lnTo>
                  <a:lnTo>
                    <a:pt x="384143" y="579787"/>
                  </a:lnTo>
                  <a:lnTo>
                    <a:pt x="384334" y="579501"/>
                  </a:lnTo>
                  <a:lnTo>
                    <a:pt x="385477" y="578739"/>
                  </a:lnTo>
                  <a:lnTo>
                    <a:pt x="386048" y="578834"/>
                  </a:lnTo>
                  <a:lnTo>
                    <a:pt x="386144" y="579025"/>
                  </a:lnTo>
                  <a:lnTo>
                    <a:pt x="385953" y="579215"/>
                  </a:lnTo>
                  <a:lnTo>
                    <a:pt x="385858" y="579406"/>
                  </a:lnTo>
                  <a:lnTo>
                    <a:pt x="385667" y="579596"/>
                  </a:lnTo>
                  <a:lnTo>
                    <a:pt x="385286" y="579787"/>
                  </a:lnTo>
                  <a:lnTo>
                    <a:pt x="385000" y="580072"/>
                  </a:lnTo>
                  <a:lnTo>
                    <a:pt x="385096" y="580454"/>
                  </a:lnTo>
                  <a:lnTo>
                    <a:pt x="385381" y="580454"/>
                  </a:lnTo>
                  <a:lnTo>
                    <a:pt x="386334" y="580168"/>
                  </a:lnTo>
                  <a:lnTo>
                    <a:pt x="386524" y="580072"/>
                  </a:lnTo>
                  <a:lnTo>
                    <a:pt x="386810" y="579501"/>
                  </a:lnTo>
                  <a:lnTo>
                    <a:pt x="387001" y="578644"/>
                  </a:lnTo>
                  <a:lnTo>
                    <a:pt x="387096" y="577596"/>
                  </a:lnTo>
                  <a:lnTo>
                    <a:pt x="387001" y="576739"/>
                  </a:lnTo>
                  <a:lnTo>
                    <a:pt x="386620" y="576167"/>
                  </a:lnTo>
                  <a:lnTo>
                    <a:pt x="384429" y="573596"/>
                  </a:lnTo>
                  <a:lnTo>
                    <a:pt x="383381" y="571976"/>
                  </a:lnTo>
                  <a:lnTo>
                    <a:pt x="381953" y="570452"/>
                  </a:lnTo>
                  <a:lnTo>
                    <a:pt x="380905" y="568452"/>
                  </a:lnTo>
                  <a:lnTo>
                    <a:pt x="380429" y="567976"/>
                  </a:lnTo>
                  <a:lnTo>
                    <a:pt x="379762" y="567499"/>
                  </a:lnTo>
                  <a:lnTo>
                    <a:pt x="379952" y="567023"/>
                  </a:lnTo>
                  <a:lnTo>
                    <a:pt x="379666" y="566356"/>
                  </a:lnTo>
                  <a:lnTo>
                    <a:pt x="379190" y="565690"/>
                  </a:lnTo>
                  <a:lnTo>
                    <a:pt x="378714" y="564928"/>
                  </a:lnTo>
                  <a:lnTo>
                    <a:pt x="378523" y="563975"/>
                  </a:lnTo>
                  <a:lnTo>
                    <a:pt x="378714" y="563118"/>
                  </a:lnTo>
                  <a:lnTo>
                    <a:pt x="379000" y="562261"/>
                  </a:lnTo>
                  <a:lnTo>
                    <a:pt x="379095" y="561404"/>
                  </a:lnTo>
                  <a:lnTo>
                    <a:pt x="378714" y="560261"/>
                  </a:lnTo>
                  <a:lnTo>
                    <a:pt x="378714" y="559689"/>
                  </a:lnTo>
                  <a:lnTo>
                    <a:pt x="379286" y="558451"/>
                  </a:lnTo>
                  <a:lnTo>
                    <a:pt x="379381" y="558070"/>
                  </a:lnTo>
                  <a:lnTo>
                    <a:pt x="379286" y="556927"/>
                  </a:lnTo>
                  <a:lnTo>
                    <a:pt x="379190" y="556451"/>
                  </a:lnTo>
                  <a:lnTo>
                    <a:pt x="379000" y="555974"/>
                  </a:lnTo>
                  <a:lnTo>
                    <a:pt x="378619" y="555593"/>
                  </a:lnTo>
                  <a:lnTo>
                    <a:pt x="378428" y="555593"/>
                  </a:lnTo>
                  <a:lnTo>
                    <a:pt x="378428" y="555879"/>
                  </a:lnTo>
                  <a:lnTo>
                    <a:pt x="378619" y="556260"/>
                  </a:lnTo>
                  <a:lnTo>
                    <a:pt x="378619" y="556641"/>
                  </a:lnTo>
                  <a:lnTo>
                    <a:pt x="378047" y="556927"/>
                  </a:lnTo>
                  <a:lnTo>
                    <a:pt x="377857" y="557594"/>
                  </a:lnTo>
                  <a:lnTo>
                    <a:pt x="377952" y="559308"/>
                  </a:lnTo>
                  <a:lnTo>
                    <a:pt x="377285" y="558546"/>
                  </a:lnTo>
                  <a:lnTo>
                    <a:pt x="376809" y="557784"/>
                  </a:lnTo>
                  <a:lnTo>
                    <a:pt x="376047" y="555974"/>
                  </a:lnTo>
                  <a:lnTo>
                    <a:pt x="376428" y="555784"/>
                  </a:lnTo>
                  <a:lnTo>
                    <a:pt x="376523" y="555784"/>
                  </a:lnTo>
                  <a:lnTo>
                    <a:pt x="376809" y="555307"/>
                  </a:lnTo>
                  <a:lnTo>
                    <a:pt x="377095" y="555498"/>
                  </a:lnTo>
                  <a:lnTo>
                    <a:pt x="377666" y="555784"/>
                  </a:lnTo>
                  <a:lnTo>
                    <a:pt x="377952" y="555974"/>
                  </a:lnTo>
                  <a:lnTo>
                    <a:pt x="377952" y="555498"/>
                  </a:lnTo>
                  <a:lnTo>
                    <a:pt x="377952" y="555117"/>
                  </a:lnTo>
                  <a:lnTo>
                    <a:pt x="377857" y="554831"/>
                  </a:lnTo>
                  <a:lnTo>
                    <a:pt x="377571" y="554546"/>
                  </a:lnTo>
                  <a:lnTo>
                    <a:pt x="377571" y="554260"/>
                  </a:lnTo>
                  <a:lnTo>
                    <a:pt x="378142" y="554260"/>
                  </a:lnTo>
                  <a:lnTo>
                    <a:pt x="378523" y="554069"/>
                  </a:lnTo>
                  <a:lnTo>
                    <a:pt x="378714" y="553688"/>
                  </a:lnTo>
                  <a:lnTo>
                    <a:pt x="378619" y="553117"/>
                  </a:lnTo>
                  <a:lnTo>
                    <a:pt x="378238" y="552450"/>
                  </a:lnTo>
                  <a:lnTo>
                    <a:pt x="377762" y="552545"/>
                  </a:lnTo>
                  <a:lnTo>
                    <a:pt x="377190" y="553117"/>
                  </a:lnTo>
                  <a:lnTo>
                    <a:pt x="376428" y="552640"/>
                  </a:lnTo>
                  <a:lnTo>
                    <a:pt x="375571" y="551402"/>
                  </a:lnTo>
                  <a:lnTo>
                    <a:pt x="374618" y="550926"/>
                  </a:lnTo>
                  <a:lnTo>
                    <a:pt x="374713" y="550069"/>
                  </a:lnTo>
                  <a:lnTo>
                    <a:pt x="374904" y="549497"/>
                  </a:lnTo>
                  <a:lnTo>
                    <a:pt x="375285" y="549116"/>
                  </a:lnTo>
                  <a:lnTo>
                    <a:pt x="374713" y="548545"/>
                  </a:lnTo>
                  <a:lnTo>
                    <a:pt x="374713" y="548069"/>
                  </a:lnTo>
                  <a:lnTo>
                    <a:pt x="374809" y="547688"/>
                  </a:lnTo>
                  <a:lnTo>
                    <a:pt x="374523" y="547211"/>
                  </a:lnTo>
                  <a:lnTo>
                    <a:pt x="374904" y="546354"/>
                  </a:lnTo>
                  <a:lnTo>
                    <a:pt x="375285" y="545878"/>
                  </a:lnTo>
                  <a:lnTo>
                    <a:pt x="375666" y="545687"/>
                  </a:lnTo>
                  <a:lnTo>
                    <a:pt x="376142" y="545687"/>
                  </a:lnTo>
                  <a:lnTo>
                    <a:pt x="377857" y="546830"/>
                  </a:lnTo>
                  <a:lnTo>
                    <a:pt x="378142" y="547211"/>
                  </a:lnTo>
                  <a:lnTo>
                    <a:pt x="378047" y="547878"/>
                  </a:lnTo>
                  <a:lnTo>
                    <a:pt x="377571" y="548164"/>
                  </a:lnTo>
                  <a:lnTo>
                    <a:pt x="376999" y="548354"/>
                  </a:lnTo>
                  <a:lnTo>
                    <a:pt x="376714" y="548735"/>
                  </a:lnTo>
                  <a:lnTo>
                    <a:pt x="376904" y="549212"/>
                  </a:lnTo>
                  <a:lnTo>
                    <a:pt x="378047" y="549402"/>
                  </a:lnTo>
                  <a:lnTo>
                    <a:pt x="378428" y="549973"/>
                  </a:lnTo>
                  <a:lnTo>
                    <a:pt x="379000" y="549593"/>
                  </a:lnTo>
                  <a:lnTo>
                    <a:pt x="379381" y="549116"/>
                  </a:lnTo>
                  <a:lnTo>
                    <a:pt x="379857" y="548069"/>
                  </a:lnTo>
                  <a:lnTo>
                    <a:pt x="379666" y="547497"/>
                  </a:lnTo>
                  <a:lnTo>
                    <a:pt x="380143" y="546735"/>
                  </a:lnTo>
                  <a:lnTo>
                    <a:pt x="379857" y="546163"/>
                  </a:lnTo>
                  <a:lnTo>
                    <a:pt x="379286" y="546449"/>
                  </a:lnTo>
                  <a:lnTo>
                    <a:pt x="378714" y="546354"/>
                  </a:lnTo>
                  <a:lnTo>
                    <a:pt x="378238" y="545878"/>
                  </a:lnTo>
                  <a:lnTo>
                    <a:pt x="378047" y="545211"/>
                  </a:lnTo>
                  <a:lnTo>
                    <a:pt x="378142" y="544735"/>
                  </a:lnTo>
                  <a:lnTo>
                    <a:pt x="378619" y="544068"/>
                  </a:lnTo>
                  <a:lnTo>
                    <a:pt x="378809" y="543592"/>
                  </a:lnTo>
                  <a:lnTo>
                    <a:pt x="378142" y="543878"/>
                  </a:lnTo>
                  <a:lnTo>
                    <a:pt x="377952" y="544068"/>
                  </a:lnTo>
                  <a:lnTo>
                    <a:pt x="377762" y="544354"/>
                  </a:lnTo>
                  <a:lnTo>
                    <a:pt x="377380" y="544354"/>
                  </a:lnTo>
                  <a:lnTo>
                    <a:pt x="376238" y="543020"/>
                  </a:lnTo>
                  <a:lnTo>
                    <a:pt x="375856" y="542449"/>
                  </a:lnTo>
                  <a:lnTo>
                    <a:pt x="376047" y="542449"/>
                  </a:lnTo>
                  <a:lnTo>
                    <a:pt x="376238" y="542163"/>
                  </a:lnTo>
                  <a:lnTo>
                    <a:pt x="376333" y="541877"/>
                  </a:lnTo>
                  <a:lnTo>
                    <a:pt x="375856" y="541591"/>
                  </a:lnTo>
                  <a:lnTo>
                    <a:pt x="375190" y="541020"/>
                  </a:lnTo>
                  <a:lnTo>
                    <a:pt x="374999" y="540448"/>
                  </a:lnTo>
                  <a:lnTo>
                    <a:pt x="374809" y="539401"/>
                  </a:lnTo>
                  <a:lnTo>
                    <a:pt x="374523" y="538829"/>
                  </a:lnTo>
                  <a:lnTo>
                    <a:pt x="374142" y="538448"/>
                  </a:lnTo>
                  <a:lnTo>
                    <a:pt x="373666" y="538258"/>
                  </a:lnTo>
                  <a:lnTo>
                    <a:pt x="373380" y="537877"/>
                  </a:lnTo>
                  <a:lnTo>
                    <a:pt x="373475" y="537020"/>
                  </a:lnTo>
                  <a:lnTo>
                    <a:pt x="373856" y="537020"/>
                  </a:lnTo>
                  <a:lnTo>
                    <a:pt x="374237" y="537781"/>
                  </a:lnTo>
                  <a:lnTo>
                    <a:pt x="375666" y="539401"/>
                  </a:lnTo>
                  <a:lnTo>
                    <a:pt x="376238" y="540734"/>
                  </a:lnTo>
                  <a:lnTo>
                    <a:pt x="377380" y="542735"/>
                  </a:lnTo>
                  <a:lnTo>
                    <a:pt x="377857" y="543211"/>
                  </a:lnTo>
                  <a:lnTo>
                    <a:pt x="377762" y="542544"/>
                  </a:lnTo>
                  <a:lnTo>
                    <a:pt x="377666" y="542354"/>
                  </a:lnTo>
                  <a:lnTo>
                    <a:pt x="377476" y="542163"/>
                  </a:lnTo>
                  <a:lnTo>
                    <a:pt x="377476" y="541782"/>
                  </a:lnTo>
                  <a:lnTo>
                    <a:pt x="378047" y="541687"/>
                  </a:lnTo>
                  <a:lnTo>
                    <a:pt x="378333" y="541496"/>
                  </a:lnTo>
                  <a:lnTo>
                    <a:pt x="378333" y="541115"/>
                  </a:lnTo>
                  <a:lnTo>
                    <a:pt x="378142" y="540639"/>
                  </a:lnTo>
                  <a:lnTo>
                    <a:pt x="377857" y="540639"/>
                  </a:lnTo>
                  <a:lnTo>
                    <a:pt x="377190" y="540258"/>
                  </a:lnTo>
                  <a:lnTo>
                    <a:pt x="376523" y="539782"/>
                  </a:lnTo>
                  <a:lnTo>
                    <a:pt x="376523" y="539496"/>
                  </a:lnTo>
                  <a:lnTo>
                    <a:pt x="375856" y="539115"/>
                  </a:lnTo>
                  <a:lnTo>
                    <a:pt x="375380" y="538163"/>
                  </a:lnTo>
                  <a:lnTo>
                    <a:pt x="375095" y="537020"/>
                  </a:lnTo>
                  <a:lnTo>
                    <a:pt x="374999" y="535972"/>
                  </a:lnTo>
                  <a:lnTo>
                    <a:pt x="374999" y="534448"/>
                  </a:lnTo>
                  <a:lnTo>
                    <a:pt x="374904" y="534067"/>
                  </a:lnTo>
                  <a:lnTo>
                    <a:pt x="374904" y="533972"/>
                  </a:lnTo>
                  <a:lnTo>
                    <a:pt x="374237" y="532733"/>
                  </a:lnTo>
                  <a:lnTo>
                    <a:pt x="374332" y="531590"/>
                  </a:lnTo>
                  <a:lnTo>
                    <a:pt x="374809" y="530923"/>
                  </a:lnTo>
                  <a:lnTo>
                    <a:pt x="375475" y="530447"/>
                  </a:lnTo>
                  <a:lnTo>
                    <a:pt x="376047" y="529780"/>
                  </a:lnTo>
                  <a:lnTo>
                    <a:pt x="375380" y="529685"/>
                  </a:lnTo>
                  <a:lnTo>
                    <a:pt x="374999" y="529209"/>
                  </a:lnTo>
                  <a:lnTo>
                    <a:pt x="374618" y="527971"/>
                  </a:lnTo>
                  <a:lnTo>
                    <a:pt x="374047" y="528256"/>
                  </a:lnTo>
                  <a:lnTo>
                    <a:pt x="374142" y="527876"/>
                  </a:lnTo>
                  <a:lnTo>
                    <a:pt x="374713" y="526828"/>
                  </a:lnTo>
                  <a:lnTo>
                    <a:pt x="374904" y="524828"/>
                  </a:lnTo>
                  <a:lnTo>
                    <a:pt x="375095" y="524256"/>
                  </a:lnTo>
                  <a:lnTo>
                    <a:pt x="375761" y="523685"/>
                  </a:lnTo>
                  <a:lnTo>
                    <a:pt x="376142" y="524637"/>
                  </a:lnTo>
                  <a:lnTo>
                    <a:pt x="376904" y="527304"/>
                  </a:lnTo>
                  <a:lnTo>
                    <a:pt x="376619" y="530447"/>
                  </a:lnTo>
                  <a:lnTo>
                    <a:pt x="376714" y="531019"/>
                  </a:lnTo>
                  <a:lnTo>
                    <a:pt x="378047" y="531019"/>
                  </a:lnTo>
                  <a:lnTo>
                    <a:pt x="378523" y="530828"/>
                  </a:lnTo>
                  <a:lnTo>
                    <a:pt x="378333" y="528733"/>
                  </a:lnTo>
                  <a:lnTo>
                    <a:pt x="378714" y="524542"/>
                  </a:lnTo>
                  <a:lnTo>
                    <a:pt x="378428" y="524065"/>
                  </a:lnTo>
                  <a:lnTo>
                    <a:pt x="376999" y="522922"/>
                  </a:lnTo>
                  <a:lnTo>
                    <a:pt x="376523" y="522161"/>
                  </a:lnTo>
                  <a:lnTo>
                    <a:pt x="375761" y="516160"/>
                  </a:lnTo>
                  <a:lnTo>
                    <a:pt x="374332" y="512350"/>
                  </a:lnTo>
                  <a:lnTo>
                    <a:pt x="373761" y="511493"/>
                  </a:lnTo>
                  <a:lnTo>
                    <a:pt x="372142" y="510635"/>
                  </a:lnTo>
                  <a:lnTo>
                    <a:pt x="371570" y="509492"/>
                  </a:lnTo>
                  <a:lnTo>
                    <a:pt x="371665" y="508635"/>
                  </a:lnTo>
                  <a:lnTo>
                    <a:pt x="372904" y="508826"/>
                  </a:lnTo>
                  <a:lnTo>
                    <a:pt x="373475" y="509397"/>
                  </a:lnTo>
                  <a:lnTo>
                    <a:pt x="373761" y="510064"/>
                  </a:lnTo>
                  <a:lnTo>
                    <a:pt x="374142" y="510540"/>
                  </a:lnTo>
                  <a:lnTo>
                    <a:pt x="375095" y="510635"/>
                  </a:lnTo>
                  <a:lnTo>
                    <a:pt x="373285" y="507778"/>
                  </a:lnTo>
                  <a:lnTo>
                    <a:pt x="372523" y="505873"/>
                  </a:lnTo>
                  <a:lnTo>
                    <a:pt x="373094" y="505015"/>
                  </a:lnTo>
                  <a:lnTo>
                    <a:pt x="372713" y="502730"/>
                  </a:lnTo>
                  <a:lnTo>
                    <a:pt x="372523" y="501968"/>
                  </a:lnTo>
                  <a:lnTo>
                    <a:pt x="372046" y="501205"/>
                  </a:lnTo>
                  <a:lnTo>
                    <a:pt x="370332" y="499396"/>
                  </a:lnTo>
                  <a:lnTo>
                    <a:pt x="369665" y="497872"/>
                  </a:lnTo>
                  <a:lnTo>
                    <a:pt x="369380" y="497014"/>
                  </a:lnTo>
                  <a:lnTo>
                    <a:pt x="369284" y="496253"/>
                  </a:lnTo>
                  <a:lnTo>
                    <a:pt x="369380" y="493300"/>
                  </a:lnTo>
                  <a:lnTo>
                    <a:pt x="369094" y="492538"/>
                  </a:lnTo>
                  <a:lnTo>
                    <a:pt x="368141" y="491299"/>
                  </a:lnTo>
                  <a:lnTo>
                    <a:pt x="366331" y="486442"/>
                  </a:lnTo>
                  <a:lnTo>
                    <a:pt x="366331" y="486918"/>
                  </a:lnTo>
                  <a:lnTo>
                    <a:pt x="365950" y="487966"/>
                  </a:lnTo>
                  <a:lnTo>
                    <a:pt x="365665" y="487299"/>
                  </a:lnTo>
                  <a:lnTo>
                    <a:pt x="365855" y="486918"/>
                  </a:lnTo>
                  <a:lnTo>
                    <a:pt x="366236" y="486632"/>
                  </a:lnTo>
                  <a:lnTo>
                    <a:pt x="366522" y="486061"/>
                  </a:lnTo>
                  <a:lnTo>
                    <a:pt x="366998" y="486061"/>
                  </a:lnTo>
                  <a:lnTo>
                    <a:pt x="367094" y="485870"/>
                  </a:lnTo>
                  <a:lnTo>
                    <a:pt x="366998" y="485489"/>
                  </a:lnTo>
                  <a:lnTo>
                    <a:pt x="366713" y="484918"/>
                  </a:lnTo>
                  <a:lnTo>
                    <a:pt x="366427" y="481298"/>
                  </a:lnTo>
                  <a:lnTo>
                    <a:pt x="366427" y="480631"/>
                  </a:lnTo>
                  <a:lnTo>
                    <a:pt x="366617" y="481108"/>
                  </a:lnTo>
                  <a:lnTo>
                    <a:pt x="366903" y="481489"/>
                  </a:lnTo>
                  <a:lnTo>
                    <a:pt x="367379" y="481679"/>
                  </a:lnTo>
                  <a:lnTo>
                    <a:pt x="366903" y="479107"/>
                  </a:lnTo>
                  <a:lnTo>
                    <a:pt x="366617" y="478346"/>
                  </a:lnTo>
                  <a:lnTo>
                    <a:pt x="364617" y="475774"/>
                  </a:lnTo>
                  <a:lnTo>
                    <a:pt x="364236" y="475393"/>
                  </a:lnTo>
                  <a:lnTo>
                    <a:pt x="363188" y="473773"/>
                  </a:lnTo>
                  <a:lnTo>
                    <a:pt x="362998" y="473297"/>
                  </a:lnTo>
                  <a:lnTo>
                    <a:pt x="361855" y="472821"/>
                  </a:lnTo>
                  <a:lnTo>
                    <a:pt x="361569" y="472535"/>
                  </a:lnTo>
                  <a:lnTo>
                    <a:pt x="362617" y="472440"/>
                  </a:lnTo>
                  <a:lnTo>
                    <a:pt x="359283" y="464820"/>
                  </a:lnTo>
                  <a:lnTo>
                    <a:pt x="358045" y="460534"/>
                  </a:lnTo>
                  <a:lnTo>
                    <a:pt x="357569" y="455676"/>
                  </a:lnTo>
                  <a:lnTo>
                    <a:pt x="357283" y="456343"/>
                  </a:lnTo>
                  <a:lnTo>
                    <a:pt x="357188" y="456724"/>
                  </a:lnTo>
                  <a:lnTo>
                    <a:pt x="357188" y="457200"/>
                  </a:lnTo>
                  <a:lnTo>
                    <a:pt x="356902" y="457200"/>
                  </a:lnTo>
                  <a:lnTo>
                    <a:pt x="356902" y="456438"/>
                  </a:lnTo>
                  <a:lnTo>
                    <a:pt x="356616" y="455962"/>
                  </a:lnTo>
                  <a:lnTo>
                    <a:pt x="356235" y="455866"/>
                  </a:lnTo>
                  <a:lnTo>
                    <a:pt x="355854" y="456057"/>
                  </a:lnTo>
                  <a:lnTo>
                    <a:pt x="355568" y="456057"/>
                  </a:lnTo>
                  <a:lnTo>
                    <a:pt x="355187" y="455390"/>
                  </a:lnTo>
                  <a:lnTo>
                    <a:pt x="355473" y="455009"/>
                  </a:lnTo>
                  <a:lnTo>
                    <a:pt x="356140" y="455009"/>
                  </a:lnTo>
                  <a:lnTo>
                    <a:pt x="356997" y="455390"/>
                  </a:lnTo>
                  <a:lnTo>
                    <a:pt x="357283" y="454628"/>
                  </a:lnTo>
                  <a:lnTo>
                    <a:pt x="357473" y="453009"/>
                  </a:lnTo>
                  <a:lnTo>
                    <a:pt x="357664" y="452438"/>
                  </a:lnTo>
                  <a:lnTo>
                    <a:pt x="358426" y="452819"/>
                  </a:lnTo>
                  <a:lnTo>
                    <a:pt x="358330" y="452342"/>
                  </a:lnTo>
                  <a:lnTo>
                    <a:pt x="358140" y="452056"/>
                  </a:lnTo>
                  <a:lnTo>
                    <a:pt x="357759" y="451961"/>
                  </a:lnTo>
                  <a:lnTo>
                    <a:pt x="357283" y="451961"/>
                  </a:lnTo>
                  <a:lnTo>
                    <a:pt x="357283" y="451580"/>
                  </a:lnTo>
                  <a:lnTo>
                    <a:pt x="358140" y="451580"/>
                  </a:lnTo>
                  <a:lnTo>
                    <a:pt x="358807" y="451295"/>
                  </a:lnTo>
                  <a:lnTo>
                    <a:pt x="359378" y="450723"/>
                  </a:lnTo>
                  <a:lnTo>
                    <a:pt x="359759" y="449961"/>
                  </a:lnTo>
                  <a:lnTo>
                    <a:pt x="359473" y="449771"/>
                  </a:lnTo>
                  <a:lnTo>
                    <a:pt x="358807" y="449675"/>
                  </a:lnTo>
                  <a:lnTo>
                    <a:pt x="358426" y="449580"/>
                  </a:lnTo>
                  <a:lnTo>
                    <a:pt x="357759" y="449199"/>
                  </a:lnTo>
                  <a:lnTo>
                    <a:pt x="356425" y="447961"/>
                  </a:lnTo>
                  <a:lnTo>
                    <a:pt x="356140" y="447294"/>
                  </a:lnTo>
                  <a:lnTo>
                    <a:pt x="356235" y="445294"/>
                  </a:lnTo>
                  <a:lnTo>
                    <a:pt x="355949" y="444913"/>
                  </a:lnTo>
                  <a:lnTo>
                    <a:pt x="354711" y="443865"/>
                  </a:lnTo>
                  <a:lnTo>
                    <a:pt x="354330" y="443674"/>
                  </a:lnTo>
                  <a:lnTo>
                    <a:pt x="353949" y="443198"/>
                  </a:lnTo>
                  <a:lnTo>
                    <a:pt x="353568" y="441007"/>
                  </a:lnTo>
                  <a:lnTo>
                    <a:pt x="353282" y="440150"/>
                  </a:lnTo>
                  <a:lnTo>
                    <a:pt x="352901" y="440341"/>
                  </a:lnTo>
                  <a:lnTo>
                    <a:pt x="352615" y="440436"/>
                  </a:lnTo>
                  <a:lnTo>
                    <a:pt x="352235" y="440341"/>
                  </a:lnTo>
                  <a:lnTo>
                    <a:pt x="351854" y="440150"/>
                  </a:lnTo>
                  <a:lnTo>
                    <a:pt x="352139" y="440627"/>
                  </a:lnTo>
                  <a:lnTo>
                    <a:pt x="352235" y="440817"/>
                  </a:lnTo>
                  <a:lnTo>
                    <a:pt x="352520" y="441007"/>
                  </a:lnTo>
                  <a:lnTo>
                    <a:pt x="352520" y="441388"/>
                  </a:lnTo>
                  <a:lnTo>
                    <a:pt x="351568" y="442055"/>
                  </a:lnTo>
                  <a:lnTo>
                    <a:pt x="351187" y="443198"/>
                  </a:lnTo>
                  <a:lnTo>
                    <a:pt x="351568" y="444151"/>
                  </a:lnTo>
                  <a:lnTo>
                    <a:pt x="352901" y="444341"/>
                  </a:lnTo>
                  <a:lnTo>
                    <a:pt x="352901" y="444722"/>
                  </a:lnTo>
                  <a:lnTo>
                    <a:pt x="351854" y="444818"/>
                  </a:lnTo>
                  <a:lnTo>
                    <a:pt x="351472" y="444818"/>
                  </a:lnTo>
                  <a:lnTo>
                    <a:pt x="351091" y="444722"/>
                  </a:lnTo>
                  <a:lnTo>
                    <a:pt x="350806" y="445484"/>
                  </a:lnTo>
                  <a:lnTo>
                    <a:pt x="350711" y="445770"/>
                  </a:lnTo>
                  <a:lnTo>
                    <a:pt x="350330" y="445770"/>
                  </a:lnTo>
                  <a:lnTo>
                    <a:pt x="350425" y="445484"/>
                  </a:lnTo>
                  <a:lnTo>
                    <a:pt x="350520" y="445294"/>
                  </a:lnTo>
                  <a:lnTo>
                    <a:pt x="350711" y="445008"/>
                  </a:lnTo>
                  <a:lnTo>
                    <a:pt x="350425" y="445294"/>
                  </a:lnTo>
                  <a:lnTo>
                    <a:pt x="350425" y="444627"/>
                  </a:lnTo>
                  <a:lnTo>
                    <a:pt x="350520" y="443960"/>
                  </a:lnTo>
                  <a:lnTo>
                    <a:pt x="350425" y="443294"/>
                  </a:lnTo>
                  <a:lnTo>
                    <a:pt x="350044" y="442913"/>
                  </a:lnTo>
                  <a:lnTo>
                    <a:pt x="349853" y="442722"/>
                  </a:lnTo>
                  <a:lnTo>
                    <a:pt x="348901" y="442151"/>
                  </a:lnTo>
                  <a:lnTo>
                    <a:pt x="348615" y="441960"/>
                  </a:lnTo>
                  <a:lnTo>
                    <a:pt x="348329" y="441579"/>
                  </a:lnTo>
                  <a:lnTo>
                    <a:pt x="347091" y="440531"/>
                  </a:lnTo>
                  <a:lnTo>
                    <a:pt x="346805" y="440150"/>
                  </a:lnTo>
                  <a:lnTo>
                    <a:pt x="346710" y="438817"/>
                  </a:lnTo>
                  <a:lnTo>
                    <a:pt x="346424" y="437674"/>
                  </a:lnTo>
                  <a:lnTo>
                    <a:pt x="346138" y="437674"/>
                  </a:lnTo>
                  <a:lnTo>
                    <a:pt x="344900" y="439960"/>
                  </a:lnTo>
                  <a:lnTo>
                    <a:pt x="344043" y="440436"/>
                  </a:lnTo>
                  <a:lnTo>
                    <a:pt x="342805" y="439484"/>
                  </a:lnTo>
                  <a:lnTo>
                    <a:pt x="342424" y="438436"/>
                  </a:lnTo>
                  <a:lnTo>
                    <a:pt x="342900" y="437769"/>
                  </a:lnTo>
                  <a:lnTo>
                    <a:pt x="343662" y="437388"/>
                  </a:lnTo>
                  <a:lnTo>
                    <a:pt x="344233" y="437197"/>
                  </a:lnTo>
                  <a:lnTo>
                    <a:pt x="344805" y="437960"/>
                  </a:lnTo>
                  <a:lnTo>
                    <a:pt x="345186" y="437579"/>
                  </a:lnTo>
                  <a:lnTo>
                    <a:pt x="345662" y="436055"/>
                  </a:lnTo>
                  <a:lnTo>
                    <a:pt x="343662" y="436245"/>
                  </a:lnTo>
                  <a:lnTo>
                    <a:pt x="342233" y="435388"/>
                  </a:lnTo>
                  <a:lnTo>
                    <a:pt x="333661" y="423577"/>
                  </a:lnTo>
                  <a:lnTo>
                    <a:pt x="332041" y="420434"/>
                  </a:lnTo>
                  <a:lnTo>
                    <a:pt x="331565" y="417100"/>
                  </a:lnTo>
                  <a:lnTo>
                    <a:pt x="331280" y="416338"/>
                  </a:lnTo>
                  <a:lnTo>
                    <a:pt x="330898" y="416243"/>
                  </a:lnTo>
                  <a:lnTo>
                    <a:pt x="330517" y="416528"/>
                  </a:lnTo>
                  <a:lnTo>
                    <a:pt x="330137" y="416909"/>
                  </a:lnTo>
                  <a:lnTo>
                    <a:pt x="329851" y="417100"/>
                  </a:lnTo>
                  <a:lnTo>
                    <a:pt x="329470" y="417005"/>
                  </a:lnTo>
                  <a:lnTo>
                    <a:pt x="329565" y="416719"/>
                  </a:lnTo>
                  <a:lnTo>
                    <a:pt x="329946" y="416433"/>
                  </a:lnTo>
                  <a:lnTo>
                    <a:pt x="330517" y="416338"/>
                  </a:lnTo>
                  <a:lnTo>
                    <a:pt x="330137" y="415385"/>
                  </a:lnTo>
                  <a:lnTo>
                    <a:pt x="329374" y="414814"/>
                  </a:lnTo>
                  <a:lnTo>
                    <a:pt x="328517" y="414433"/>
                  </a:lnTo>
                  <a:lnTo>
                    <a:pt x="325755" y="412242"/>
                  </a:lnTo>
                  <a:lnTo>
                    <a:pt x="325088" y="411480"/>
                  </a:lnTo>
                  <a:lnTo>
                    <a:pt x="324517" y="410337"/>
                  </a:lnTo>
                  <a:lnTo>
                    <a:pt x="324326" y="410051"/>
                  </a:lnTo>
                  <a:lnTo>
                    <a:pt x="323564" y="408051"/>
                  </a:lnTo>
                  <a:lnTo>
                    <a:pt x="323183" y="405860"/>
                  </a:lnTo>
                  <a:lnTo>
                    <a:pt x="323564" y="403860"/>
                  </a:lnTo>
                  <a:lnTo>
                    <a:pt x="324326" y="404146"/>
                  </a:lnTo>
                  <a:lnTo>
                    <a:pt x="325660" y="403860"/>
                  </a:lnTo>
                  <a:lnTo>
                    <a:pt x="326136" y="404241"/>
                  </a:lnTo>
                  <a:lnTo>
                    <a:pt x="326327" y="403574"/>
                  </a:lnTo>
                  <a:lnTo>
                    <a:pt x="326803" y="403193"/>
                  </a:lnTo>
                  <a:lnTo>
                    <a:pt x="327374" y="402812"/>
                  </a:lnTo>
                  <a:lnTo>
                    <a:pt x="327946" y="402336"/>
                  </a:lnTo>
                  <a:lnTo>
                    <a:pt x="327279" y="401574"/>
                  </a:lnTo>
                  <a:lnTo>
                    <a:pt x="327184" y="401384"/>
                  </a:lnTo>
                  <a:lnTo>
                    <a:pt x="326993" y="401193"/>
                  </a:lnTo>
                  <a:lnTo>
                    <a:pt x="326612" y="401574"/>
                  </a:lnTo>
                  <a:lnTo>
                    <a:pt x="326327" y="402050"/>
                  </a:lnTo>
                  <a:lnTo>
                    <a:pt x="326327" y="402336"/>
                  </a:lnTo>
                  <a:lnTo>
                    <a:pt x="325469" y="402146"/>
                  </a:lnTo>
                  <a:lnTo>
                    <a:pt x="324707" y="401764"/>
                  </a:lnTo>
                  <a:lnTo>
                    <a:pt x="324040" y="401288"/>
                  </a:lnTo>
                  <a:lnTo>
                    <a:pt x="323564" y="400812"/>
                  </a:lnTo>
                  <a:lnTo>
                    <a:pt x="323183" y="400812"/>
                  </a:lnTo>
                  <a:lnTo>
                    <a:pt x="322993" y="401098"/>
                  </a:lnTo>
                  <a:lnTo>
                    <a:pt x="322993" y="401098"/>
                  </a:lnTo>
                  <a:lnTo>
                    <a:pt x="322897" y="401003"/>
                  </a:lnTo>
                  <a:lnTo>
                    <a:pt x="322516" y="400812"/>
                  </a:lnTo>
                  <a:lnTo>
                    <a:pt x="322421" y="401288"/>
                  </a:lnTo>
                  <a:lnTo>
                    <a:pt x="322231" y="401669"/>
                  </a:lnTo>
                  <a:lnTo>
                    <a:pt x="321945" y="402050"/>
                  </a:lnTo>
                  <a:lnTo>
                    <a:pt x="321564" y="402336"/>
                  </a:lnTo>
                  <a:lnTo>
                    <a:pt x="321564" y="402717"/>
                  </a:lnTo>
                  <a:lnTo>
                    <a:pt x="322707" y="402907"/>
                  </a:lnTo>
                  <a:lnTo>
                    <a:pt x="322707" y="403670"/>
                  </a:lnTo>
                  <a:lnTo>
                    <a:pt x="322326" y="404622"/>
                  </a:lnTo>
                  <a:lnTo>
                    <a:pt x="322421" y="405384"/>
                  </a:lnTo>
                  <a:lnTo>
                    <a:pt x="322802" y="406146"/>
                  </a:lnTo>
                  <a:lnTo>
                    <a:pt x="323279" y="408908"/>
                  </a:lnTo>
                  <a:lnTo>
                    <a:pt x="322802" y="408241"/>
                  </a:lnTo>
                  <a:lnTo>
                    <a:pt x="322040" y="408432"/>
                  </a:lnTo>
                  <a:lnTo>
                    <a:pt x="321088" y="409004"/>
                  </a:lnTo>
                  <a:lnTo>
                    <a:pt x="320135" y="409289"/>
                  </a:lnTo>
                  <a:lnTo>
                    <a:pt x="320802" y="408908"/>
                  </a:lnTo>
                  <a:lnTo>
                    <a:pt x="321469" y="408241"/>
                  </a:lnTo>
                  <a:lnTo>
                    <a:pt x="322040" y="407480"/>
                  </a:lnTo>
                  <a:lnTo>
                    <a:pt x="322326" y="406622"/>
                  </a:lnTo>
                  <a:lnTo>
                    <a:pt x="322231" y="406432"/>
                  </a:lnTo>
                  <a:lnTo>
                    <a:pt x="321755" y="404527"/>
                  </a:lnTo>
                  <a:lnTo>
                    <a:pt x="321373" y="404431"/>
                  </a:lnTo>
                  <a:lnTo>
                    <a:pt x="320992" y="404717"/>
                  </a:lnTo>
                  <a:lnTo>
                    <a:pt x="320135" y="405574"/>
                  </a:lnTo>
                  <a:lnTo>
                    <a:pt x="319278" y="404527"/>
                  </a:lnTo>
                  <a:lnTo>
                    <a:pt x="318135" y="403860"/>
                  </a:lnTo>
                  <a:lnTo>
                    <a:pt x="317278" y="403003"/>
                  </a:lnTo>
                  <a:lnTo>
                    <a:pt x="317278" y="401384"/>
                  </a:lnTo>
                  <a:lnTo>
                    <a:pt x="317945" y="400145"/>
                  </a:lnTo>
                  <a:lnTo>
                    <a:pt x="319754" y="398621"/>
                  </a:lnTo>
                  <a:lnTo>
                    <a:pt x="320326" y="397859"/>
                  </a:lnTo>
                  <a:lnTo>
                    <a:pt x="320516" y="397573"/>
                  </a:lnTo>
                  <a:lnTo>
                    <a:pt x="319183" y="397669"/>
                  </a:lnTo>
                  <a:lnTo>
                    <a:pt x="317754" y="397573"/>
                  </a:lnTo>
                  <a:lnTo>
                    <a:pt x="316421" y="397288"/>
                  </a:lnTo>
                  <a:lnTo>
                    <a:pt x="315468" y="396907"/>
                  </a:lnTo>
                  <a:lnTo>
                    <a:pt x="315087" y="396907"/>
                  </a:lnTo>
                  <a:lnTo>
                    <a:pt x="314515" y="397097"/>
                  </a:lnTo>
                  <a:lnTo>
                    <a:pt x="313563" y="397002"/>
                  </a:lnTo>
                  <a:lnTo>
                    <a:pt x="312611" y="396621"/>
                  </a:lnTo>
                  <a:lnTo>
                    <a:pt x="312230" y="395954"/>
                  </a:lnTo>
                  <a:lnTo>
                    <a:pt x="312515" y="395192"/>
                  </a:lnTo>
                  <a:lnTo>
                    <a:pt x="313277" y="395478"/>
                  </a:lnTo>
                  <a:lnTo>
                    <a:pt x="314801" y="396621"/>
                  </a:lnTo>
                  <a:lnTo>
                    <a:pt x="313087" y="393763"/>
                  </a:lnTo>
                  <a:lnTo>
                    <a:pt x="312611" y="392811"/>
                  </a:lnTo>
                  <a:lnTo>
                    <a:pt x="312134" y="390906"/>
                  </a:lnTo>
                  <a:lnTo>
                    <a:pt x="312134" y="390525"/>
                  </a:lnTo>
                  <a:lnTo>
                    <a:pt x="311467" y="390715"/>
                  </a:lnTo>
                  <a:lnTo>
                    <a:pt x="311182" y="391192"/>
                  </a:lnTo>
                  <a:lnTo>
                    <a:pt x="310896" y="391668"/>
                  </a:lnTo>
                  <a:lnTo>
                    <a:pt x="310420" y="392049"/>
                  </a:lnTo>
                  <a:lnTo>
                    <a:pt x="309277" y="391763"/>
                  </a:lnTo>
                  <a:lnTo>
                    <a:pt x="306896" y="390049"/>
                  </a:lnTo>
                  <a:lnTo>
                    <a:pt x="306133" y="390239"/>
                  </a:lnTo>
                  <a:lnTo>
                    <a:pt x="306229" y="390811"/>
                  </a:lnTo>
                  <a:lnTo>
                    <a:pt x="306610" y="392525"/>
                  </a:lnTo>
                  <a:lnTo>
                    <a:pt x="306419" y="392906"/>
                  </a:lnTo>
                  <a:lnTo>
                    <a:pt x="304514" y="394430"/>
                  </a:lnTo>
                  <a:lnTo>
                    <a:pt x="304229" y="394145"/>
                  </a:lnTo>
                  <a:lnTo>
                    <a:pt x="303752" y="394430"/>
                  </a:lnTo>
                  <a:lnTo>
                    <a:pt x="303562" y="393859"/>
                  </a:lnTo>
                  <a:lnTo>
                    <a:pt x="303181" y="393478"/>
                  </a:lnTo>
                  <a:lnTo>
                    <a:pt x="302705" y="393382"/>
                  </a:lnTo>
                  <a:lnTo>
                    <a:pt x="302228" y="393668"/>
                  </a:lnTo>
                  <a:lnTo>
                    <a:pt x="301847" y="393668"/>
                  </a:lnTo>
                  <a:lnTo>
                    <a:pt x="300609" y="392906"/>
                  </a:lnTo>
                  <a:lnTo>
                    <a:pt x="299942" y="392430"/>
                  </a:lnTo>
                  <a:lnTo>
                    <a:pt x="299656" y="391954"/>
                  </a:lnTo>
                  <a:lnTo>
                    <a:pt x="298990" y="388906"/>
                  </a:lnTo>
                  <a:lnTo>
                    <a:pt x="299085" y="388430"/>
                  </a:lnTo>
                  <a:lnTo>
                    <a:pt x="299656" y="388525"/>
                  </a:lnTo>
                  <a:lnTo>
                    <a:pt x="300038" y="388715"/>
                  </a:lnTo>
                  <a:lnTo>
                    <a:pt x="300323" y="389001"/>
                  </a:lnTo>
                  <a:lnTo>
                    <a:pt x="300704" y="389191"/>
                  </a:lnTo>
                  <a:lnTo>
                    <a:pt x="301085" y="389191"/>
                  </a:lnTo>
                  <a:lnTo>
                    <a:pt x="301371" y="389096"/>
                  </a:lnTo>
                  <a:lnTo>
                    <a:pt x="301466" y="388906"/>
                  </a:lnTo>
                  <a:lnTo>
                    <a:pt x="300419" y="388525"/>
                  </a:lnTo>
                  <a:lnTo>
                    <a:pt x="299275" y="387001"/>
                  </a:lnTo>
                  <a:lnTo>
                    <a:pt x="298323" y="386334"/>
                  </a:lnTo>
                  <a:lnTo>
                    <a:pt x="297085" y="384429"/>
                  </a:lnTo>
                  <a:lnTo>
                    <a:pt x="296608" y="383953"/>
                  </a:lnTo>
                  <a:lnTo>
                    <a:pt x="294608" y="382619"/>
                  </a:lnTo>
                  <a:lnTo>
                    <a:pt x="294418" y="382238"/>
                  </a:lnTo>
                  <a:lnTo>
                    <a:pt x="294227" y="381667"/>
                  </a:lnTo>
                  <a:lnTo>
                    <a:pt x="293941" y="381381"/>
                  </a:lnTo>
                  <a:lnTo>
                    <a:pt x="293370" y="381667"/>
                  </a:lnTo>
                  <a:lnTo>
                    <a:pt x="293084" y="382048"/>
                  </a:lnTo>
                  <a:lnTo>
                    <a:pt x="292894" y="382429"/>
                  </a:lnTo>
                  <a:lnTo>
                    <a:pt x="292608" y="382619"/>
                  </a:lnTo>
                  <a:lnTo>
                    <a:pt x="292132" y="382619"/>
                  </a:lnTo>
                  <a:lnTo>
                    <a:pt x="292227" y="382334"/>
                  </a:lnTo>
                  <a:lnTo>
                    <a:pt x="291941" y="381762"/>
                  </a:lnTo>
                  <a:lnTo>
                    <a:pt x="291560" y="381286"/>
                  </a:lnTo>
                  <a:lnTo>
                    <a:pt x="291370" y="381381"/>
                  </a:lnTo>
                  <a:lnTo>
                    <a:pt x="291370" y="380905"/>
                  </a:lnTo>
                  <a:lnTo>
                    <a:pt x="291560" y="380524"/>
                  </a:lnTo>
                  <a:lnTo>
                    <a:pt x="291751" y="380143"/>
                  </a:lnTo>
                  <a:lnTo>
                    <a:pt x="292037" y="379762"/>
                  </a:lnTo>
                  <a:lnTo>
                    <a:pt x="290608" y="380047"/>
                  </a:lnTo>
                  <a:lnTo>
                    <a:pt x="289846" y="380143"/>
                  </a:lnTo>
                  <a:lnTo>
                    <a:pt x="289084" y="380143"/>
                  </a:lnTo>
                  <a:lnTo>
                    <a:pt x="289179" y="379762"/>
                  </a:lnTo>
                  <a:lnTo>
                    <a:pt x="289274" y="379571"/>
                  </a:lnTo>
                  <a:lnTo>
                    <a:pt x="289370" y="379381"/>
                  </a:lnTo>
                  <a:lnTo>
                    <a:pt x="289750" y="379381"/>
                  </a:lnTo>
                  <a:lnTo>
                    <a:pt x="289941" y="379476"/>
                  </a:lnTo>
                  <a:lnTo>
                    <a:pt x="290513" y="379762"/>
                  </a:lnTo>
                  <a:lnTo>
                    <a:pt x="290513" y="379381"/>
                  </a:lnTo>
                  <a:lnTo>
                    <a:pt x="289274" y="378809"/>
                  </a:lnTo>
                  <a:lnTo>
                    <a:pt x="288798" y="378428"/>
                  </a:lnTo>
                  <a:lnTo>
                    <a:pt x="288417" y="377857"/>
                  </a:lnTo>
                  <a:lnTo>
                    <a:pt x="288036" y="378143"/>
                  </a:lnTo>
                  <a:lnTo>
                    <a:pt x="287464" y="378238"/>
                  </a:lnTo>
                  <a:lnTo>
                    <a:pt x="286893" y="378047"/>
                  </a:lnTo>
                  <a:lnTo>
                    <a:pt x="286417" y="377285"/>
                  </a:lnTo>
                  <a:lnTo>
                    <a:pt x="285845" y="377095"/>
                  </a:lnTo>
                  <a:lnTo>
                    <a:pt x="284607" y="376809"/>
                  </a:lnTo>
                  <a:lnTo>
                    <a:pt x="280606" y="374523"/>
                  </a:lnTo>
                  <a:lnTo>
                    <a:pt x="282226" y="374237"/>
                  </a:lnTo>
                  <a:lnTo>
                    <a:pt x="288703" y="377666"/>
                  </a:lnTo>
                  <a:lnTo>
                    <a:pt x="290798" y="378238"/>
                  </a:lnTo>
                  <a:lnTo>
                    <a:pt x="290798" y="377857"/>
                  </a:lnTo>
                  <a:lnTo>
                    <a:pt x="289179" y="377380"/>
                  </a:lnTo>
                  <a:lnTo>
                    <a:pt x="283559" y="372237"/>
                  </a:lnTo>
                  <a:lnTo>
                    <a:pt x="278987" y="368903"/>
                  </a:lnTo>
                  <a:lnTo>
                    <a:pt x="277273" y="367665"/>
                  </a:lnTo>
                  <a:lnTo>
                    <a:pt x="270415" y="361855"/>
                  </a:lnTo>
                  <a:lnTo>
                    <a:pt x="269653" y="361474"/>
                  </a:lnTo>
                  <a:lnTo>
                    <a:pt x="269367" y="361188"/>
                  </a:lnTo>
                  <a:lnTo>
                    <a:pt x="269081" y="360712"/>
                  </a:lnTo>
                  <a:lnTo>
                    <a:pt x="268700" y="360331"/>
                  </a:lnTo>
                  <a:lnTo>
                    <a:pt x="268224" y="360521"/>
                  </a:lnTo>
                  <a:lnTo>
                    <a:pt x="267271" y="361188"/>
                  </a:lnTo>
                  <a:lnTo>
                    <a:pt x="267271" y="361569"/>
                  </a:lnTo>
                  <a:lnTo>
                    <a:pt x="267367" y="361950"/>
                  </a:lnTo>
                  <a:lnTo>
                    <a:pt x="267271" y="362236"/>
                  </a:lnTo>
                  <a:lnTo>
                    <a:pt x="266700" y="362521"/>
                  </a:lnTo>
                  <a:lnTo>
                    <a:pt x="266033" y="362617"/>
                  </a:lnTo>
                  <a:lnTo>
                    <a:pt x="264700" y="362617"/>
                  </a:lnTo>
                  <a:lnTo>
                    <a:pt x="264700" y="362236"/>
                  </a:lnTo>
                  <a:lnTo>
                    <a:pt x="266605" y="361188"/>
                  </a:lnTo>
                  <a:lnTo>
                    <a:pt x="266890" y="360997"/>
                  </a:lnTo>
                  <a:lnTo>
                    <a:pt x="267081" y="360521"/>
                  </a:lnTo>
                  <a:lnTo>
                    <a:pt x="267462" y="360236"/>
                  </a:lnTo>
                  <a:lnTo>
                    <a:pt x="267843" y="360045"/>
                  </a:lnTo>
                  <a:lnTo>
                    <a:pt x="268033" y="359759"/>
                  </a:lnTo>
                  <a:lnTo>
                    <a:pt x="267843" y="359378"/>
                  </a:lnTo>
                  <a:lnTo>
                    <a:pt x="267081" y="358902"/>
                  </a:lnTo>
                  <a:lnTo>
                    <a:pt x="264223" y="354806"/>
                  </a:lnTo>
                  <a:lnTo>
                    <a:pt x="263652" y="354330"/>
                  </a:lnTo>
                  <a:lnTo>
                    <a:pt x="263938" y="352044"/>
                  </a:lnTo>
                  <a:lnTo>
                    <a:pt x="263176" y="350520"/>
                  </a:lnTo>
                  <a:lnTo>
                    <a:pt x="257651" y="346424"/>
                  </a:lnTo>
                  <a:lnTo>
                    <a:pt x="254413" y="344043"/>
                  </a:lnTo>
                  <a:lnTo>
                    <a:pt x="244792" y="336899"/>
                  </a:lnTo>
                  <a:lnTo>
                    <a:pt x="240221" y="331756"/>
                  </a:lnTo>
                  <a:lnTo>
                    <a:pt x="239554" y="330803"/>
                  </a:lnTo>
                  <a:lnTo>
                    <a:pt x="239363" y="330613"/>
                  </a:lnTo>
                  <a:lnTo>
                    <a:pt x="239268" y="330422"/>
                  </a:lnTo>
                  <a:lnTo>
                    <a:pt x="238220" y="329565"/>
                  </a:lnTo>
                  <a:lnTo>
                    <a:pt x="238030" y="329470"/>
                  </a:lnTo>
                  <a:lnTo>
                    <a:pt x="237554" y="328613"/>
                  </a:lnTo>
                  <a:lnTo>
                    <a:pt x="236982" y="326898"/>
                  </a:lnTo>
                  <a:lnTo>
                    <a:pt x="234410" y="322516"/>
                  </a:lnTo>
                  <a:lnTo>
                    <a:pt x="232981" y="320897"/>
                  </a:lnTo>
                  <a:lnTo>
                    <a:pt x="231743" y="318516"/>
                  </a:lnTo>
                  <a:lnTo>
                    <a:pt x="231172" y="317849"/>
                  </a:lnTo>
                  <a:lnTo>
                    <a:pt x="230029" y="317087"/>
                  </a:lnTo>
                  <a:lnTo>
                    <a:pt x="228314" y="316421"/>
                  </a:lnTo>
                  <a:lnTo>
                    <a:pt x="226600" y="316230"/>
                  </a:lnTo>
                  <a:lnTo>
                    <a:pt x="225457" y="316802"/>
                  </a:lnTo>
                  <a:lnTo>
                    <a:pt x="225742" y="316992"/>
                  </a:lnTo>
                  <a:lnTo>
                    <a:pt x="225933" y="317278"/>
                  </a:lnTo>
                  <a:lnTo>
                    <a:pt x="226219" y="317945"/>
                  </a:lnTo>
                  <a:lnTo>
                    <a:pt x="224695" y="317087"/>
                  </a:lnTo>
                  <a:lnTo>
                    <a:pt x="224885" y="315944"/>
                  </a:lnTo>
                  <a:lnTo>
                    <a:pt x="225933" y="315278"/>
                  </a:lnTo>
                  <a:lnTo>
                    <a:pt x="226981" y="315659"/>
                  </a:lnTo>
                  <a:lnTo>
                    <a:pt x="227362" y="315659"/>
                  </a:lnTo>
                  <a:lnTo>
                    <a:pt x="227362" y="315278"/>
                  </a:lnTo>
                  <a:lnTo>
                    <a:pt x="224790" y="314611"/>
                  </a:lnTo>
                  <a:lnTo>
                    <a:pt x="222980" y="314420"/>
                  </a:lnTo>
                  <a:lnTo>
                    <a:pt x="221742" y="314039"/>
                  </a:lnTo>
                  <a:lnTo>
                    <a:pt x="220504" y="313563"/>
                  </a:lnTo>
                  <a:lnTo>
                    <a:pt x="219742" y="312991"/>
                  </a:lnTo>
                  <a:lnTo>
                    <a:pt x="220123" y="312611"/>
                  </a:lnTo>
                  <a:lnTo>
                    <a:pt x="220885" y="312991"/>
                  </a:lnTo>
                  <a:lnTo>
                    <a:pt x="224504" y="313372"/>
                  </a:lnTo>
                  <a:lnTo>
                    <a:pt x="226409" y="314420"/>
                  </a:lnTo>
                  <a:lnTo>
                    <a:pt x="227171" y="314515"/>
                  </a:lnTo>
                  <a:lnTo>
                    <a:pt x="227647" y="314801"/>
                  </a:lnTo>
                  <a:lnTo>
                    <a:pt x="228314" y="316135"/>
                  </a:lnTo>
                  <a:lnTo>
                    <a:pt x="229838" y="316802"/>
                  </a:lnTo>
                  <a:lnTo>
                    <a:pt x="230410" y="316802"/>
                  </a:lnTo>
                  <a:lnTo>
                    <a:pt x="230886" y="316325"/>
                  </a:lnTo>
                  <a:lnTo>
                    <a:pt x="230791" y="315944"/>
                  </a:lnTo>
                  <a:lnTo>
                    <a:pt x="229743" y="314896"/>
                  </a:lnTo>
                  <a:lnTo>
                    <a:pt x="229457" y="314325"/>
                  </a:lnTo>
                  <a:lnTo>
                    <a:pt x="228981" y="311468"/>
                  </a:lnTo>
                  <a:lnTo>
                    <a:pt x="228505" y="309848"/>
                  </a:lnTo>
                  <a:lnTo>
                    <a:pt x="228029" y="308801"/>
                  </a:lnTo>
                  <a:lnTo>
                    <a:pt x="228410" y="308229"/>
                  </a:lnTo>
                  <a:lnTo>
                    <a:pt x="228505" y="307753"/>
                  </a:lnTo>
                  <a:lnTo>
                    <a:pt x="228314" y="307372"/>
                  </a:lnTo>
                  <a:lnTo>
                    <a:pt x="227743" y="307277"/>
                  </a:lnTo>
                  <a:lnTo>
                    <a:pt x="227743" y="306896"/>
                  </a:lnTo>
                  <a:lnTo>
                    <a:pt x="228790" y="306896"/>
                  </a:lnTo>
                  <a:lnTo>
                    <a:pt x="229362" y="306419"/>
                  </a:lnTo>
                  <a:lnTo>
                    <a:pt x="229838" y="305753"/>
                  </a:lnTo>
                  <a:lnTo>
                    <a:pt x="230410" y="305086"/>
                  </a:lnTo>
                  <a:lnTo>
                    <a:pt x="231457" y="304229"/>
                  </a:lnTo>
                  <a:lnTo>
                    <a:pt x="232505" y="303562"/>
                  </a:lnTo>
                  <a:lnTo>
                    <a:pt x="232505" y="303181"/>
                  </a:lnTo>
                  <a:lnTo>
                    <a:pt x="232220" y="302800"/>
                  </a:lnTo>
                  <a:lnTo>
                    <a:pt x="228029" y="297561"/>
                  </a:lnTo>
                  <a:lnTo>
                    <a:pt x="227457" y="296418"/>
                  </a:lnTo>
                  <a:lnTo>
                    <a:pt x="227171" y="295275"/>
                  </a:lnTo>
                  <a:lnTo>
                    <a:pt x="227743" y="294227"/>
                  </a:lnTo>
                  <a:lnTo>
                    <a:pt x="227838" y="293656"/>
                  </a:lnTo>
                  <a:lnTo>
                    <a:pt x="227171" y="293370"/>
                  </a:lnTo>
                  <a:lnTo>
                    <a:pt x="226219" y="294608"/>
                  </a:lnTo>
                  <a:lnTo>
                    <a:pt x="225742" y="294894"/>
                  </a:lnTo>
                  <a:lnTo>
                    <a:pt x="225171" y="294894"/>
                  </a:lnTo>
                  <a:lnTo>
                    <a:pt x="224790" y="294704"/>
                  </a:lnTo>
                  <a:lnTo>
                    <a:pt x="224409" y="294608"/>
                  </a:lnTo>
                  <a:lnTo>
                    <a:pt x="223838" y="294894"/>
                  </a:lnTo>
                  <a:lnTo>
                    <a:pt x="223552" y="295275"/>
                  </a:lnTo>
                  <a:lnTo>
                    <a:pt x="223266" y="295846"/>
                  </a:lnTo>
                  <a:lnTo>
                    <a:pt x="223075" y="296513"/>
                  </a:lnTo>
                  <a:lnTo>
                    <a:pt x="223075" y="297180"/>
                  </a:lnTo>
                  <a:lnTo>
                    <a:pt x="222504" y="296132"/>
                  </a:lnTo>
                  <a:lnTo>
                    <a:pt x="222409" y="295561"/>
                  </a:lnTo>
                  <a:lnTo>
                    <a:pt x="222695" y="294894"/>
                  </a:lnTo>
                  <a:lnTo>
                    <a:pt x="222028" y="294989"/>
                  </a:lnTo>
                  <a:lnTo>
                    <a:pt x="221837" y="295085"/>
                  </a:lnTo>
                  <a:lnTo>
                    <a:pt x="221647" y="295275"/>
                  </a:lnTo>
                  <a:lnTo>
                    <a:pt x="220980" y="294894"/>
                  </a:lnTo>
                  <a:lnTo>
                    <a:pt x="221266" y="294322"/>
                  </a:lnTo>
                  <a:lnTo>
                    <a:pt x="221837" y="293846"/>
                  </a:lnTo>
                  <a:lnTo>
                    <a:pt x="222504" y="293656"/>
                  </a:lnTo>
                  <a:lnTo>
                    <a:pt x="222980" y="294037"/>
                  </a:lnTo>
                  <a:lnTo>
                    <a:pt x="223361" y="294037"/>
                  </a:lnTo>
                  <a:lnTo>
                    <a:pt x="222980" y="293084"/>
                  </a:lnTo>
                  <a:lnTo>
                    <a:pt x="222218" y="292418"/>
                  </a:lnTo>
                  <a:lnTo>
                    <a:pt x="220504" y="291084"/>
                  </a:lnTo>
                  <a:lnTo>
                    <a:pt x="218980" y="289179"/>
                  </a:lnTo>
                  <a:lnTo>
                    <a:pt x="218504" y="288893"/>
                  </a:lnTo>
                  <a:lnTo>
                    <a:pt x="217361" y="288512"/>
                  </a:lnTo>
                  <a:lnTo>
                    <a:pt x="216979" y="288322"/>
                  </a:lnTo>
                  <a:lnTo>
                    <a:pt x="214217" y="286226"/>
                  </a:lnTo>
                  <a:lnTo>
                    <a:pt x="213455" y="285940"/>
                  </a:lnTo>
                  <a:lnTo>
                    <a:pt x="212217" y="286131"/>
                  </a:lnTo>
                  <a:lnTo>
                    <a:pt x="211074" y="286512"/>
                  </a:lnTo>
                  <a:lnTo>
                    <a:pt x="210217" y="286703"/>
                  </a:lnTo>
                  <a:lnTo>
                    <a:pt x="209740" y="286321"/>
                  </a:lnTo>
                  <a:lnTo>
                    <a:pt x="210693" y="286131"/>
                  </a:lnTo>
                  <a:lnTo>
                    <a:pt x="210598" y="285464"/>
                  </a:lnTo>
                  <a:lnTo>
                    <a:pt x="209931" y="284702"/>
                  </a:lnTo>
                  <a:lnTo>
                    <a:pt x="207169" y="282321"/>
                  </a:lnTo>
                  <a:lnTo>
                    <a:pt x="205169" y="279749"/>
                  </a:lnTo>
                  <a:lnTo>
                    <a:pt x="204788" y="279368"/>
                  </a:lnTo>
                  <a:lnTo>
                    <a:pt x="203549" y="278416"/>
                  </a:lnTo>
                  <a:lnTo>
                    <a:pt x="203073" y="277749"/>
                  </a:lnTo>
                  <a:lnTo>
                    <a:pt x="202597" y="276796"/>
                  </a:lnTo>
                  <a:lnTo>
                    <a:pt x="202216" y="275749"/>
                  </a:lnTo>
                  <a:lnTo>
                    <a:pt x="202121" y="274701"/>
                  </a:lnTo>
                  <a:lnTo>
                    <a:pt x="200311" y="274606"/>
                  </a:lnTo>
                  <a:lnTo>
                    <a:pt x="198406" y="272510"/>
                  </a:lnTo>
                  <a:lnTo>
                    <a:pt x="195644" y="267938"/>
                  </a:lnTo>
                  <a:lnTo>
                    <a:pt x="194405" y="264033"/>
                  </a:lnTo>
                  <a:lnTo>
                    <a:pt x="194024" y="263462"/>
                  </a:lnTo>
                  <a:lnTo>
                    <a:pt x="193834" y="262699"/>
                  </a:lnTo>
                  <a:lnTo>
                    <a:pt x="193738" y="261080"/>
                  </a:lnTo>
                  <a:lnTo>
                    <a:pt x="193453" y="259461"/>
                  </a:lnTo>
                  <a:lnTo>
                    <a:pt x="192405" y="258794"/>
                  </a:lnTo>
                  <a:lnTo>
                    <a:pt x="192500" y="258985"/>
                  </a:lnTo>
                  <a:lnTo>
                    <a:pt x="192691" y="262319"/>
                  </a:lnTo>
                  <a:lnTo>
                    <a:pt x="192691" y="263652"/>
                  </a:lnTo>
                  <a:lnTo>
                    <a:pt x="191643" y="264128"/>
                  </a:lnTo>
                  <a:lnTo>
                    <a:pt x="191833" y="263366"/>
                  </a:lnTo>
                  <a:lnTo>
                    <a:pt x="192024" y="262223"/>
                  </a:lnTo>
                  <a:lnTo>
                    <a:pt x="191929" y="261176"/>
                  </a:lnTo>
                  <a:lnTo>
                    <a:pt x="191453" y="260699"/>
                  </a:lnTo>
                  <a:lnTo>
                    <a:pt x="191262" y="260318"/>
                  </a:lnTo>
                  <a:lnTo>
                    <a:pt x="192024" y="258032"/>
                  </a:lnTo>
                  <a:lnTo>
                    <a:pt x="191738" y="257270"/>
                  </a:lnTo>
                  <a:lnTo>
                    <a:pt x="191167" y="256413"/>
                  </a:lnTo>
                  <a:lnTo>
                    <a:pt x="190024" y="255175"/>
                  </a:lnTo>
                  <a:lnTo>
                    <a:pt x="189643" y="254984"/>
                  </a:lnTo>
                  <a:lnTo>
                    <a:pt x="188690" y="255079"/>
                  </a:lnTo>
                  <a:lnTo>
                    <a:pt x="188309" y="254984"/>
                  </a:lnTo>
                  <a:lnTo>
                    <a:pt x="188119" y="254698"/>
                  </a:lnTo>
                  <a:lnTo>
                    <a:pt x="187547" y="253460"/>
                  </a:lnTo>
                  <a:lnTo>
                    <a:pt x="188023" y="253555"/>
                  </a:lnTo>
                  <a:lnTo>
                    <a:pt x="188404" y="253746"/>
                  </a:lnTo>
                  <a:lnTo>
                    <a:pt x="188690" y="254127"/>
                  </a:lnTo>
                  <a:lnTo>
                    <a:pt x="188881" y="254603"/>
                  </a:lnTo>
                  <a:lnTo>
                    <a:pt x="189643" y="253841"/>
                  </a:lnTo>
                  <a:lnTo>
                    <a:pt x="189643" y="253460"/>
                  </a:lnTo>
                  <a:lnTo>
                    <a:pt x="188500" y="253079"/>
                  </a:lnTo>
                  <a:lnTo>
                    <a:pt x="187166" y="252317"/>
                  </a:lnTo>
                  <a:lnTo>
                    <a:pt x="186023" y="251365"/>
                  </a:lnTo>
                  <a:lnTo>
                    <a:pt x="185356" y="250412"/>
                  </a:lnTo>
                  <a:lnTo>
                    <a:pt x="185071" y="249746"/>
                  </a:lnTo>
                  <a:lnTo>
                    <a:pt x="184690" y="247936"/>
                  </a:lnTo>
                  <a:lnTo>
                    <a:pt x="184595" y="247174"/>
                  </a:lnTo>
                  <a:lnTo>
                    <a:pt x="184499" y="246697"/>
                  </a:lnTo>
                  <a:lnTo>
                    <a:pt x="184213" y="246221"/>
                  </a:lnTo>
                  <a:lnTo>
                    <a:pt x="184213" y="245459"/>
                  </a:lnTo>
                  <a:lnTo>
                    <a:pt x="184785" y="243840"/>
                  </a:lnTo>
                  <a:lnTo>
                    <a:pt x="185833" y="241840"/>
                  </a:lnTo>
                  <a:lnTo>
                    <a:pt x="187071" y="240506"/>
                  </a:lnTo>
                  <a:lnTo>
                    <a:pt x="188500" y="240982"/>
                  </a:lnTo>
                  <a:lnTo>
                    <a:pt x="188881" y="240506"/>
                  </a:lnTo>
                  <a:lnTo>
                    <a:pt x="189357" y="240125"/>
                  </a:lnTo>
                  <a:lnTo>
                    <a:pt x="190690" y="239459"/>
                  </a:lnTo>
                  <a:lnTo>
                    <a:pt x="190310" y="238030"/>
                  </a:lnTo>
                  <a:lnTo>
                    <a:pt x="190405" y="236029"/>
                  </a:lnTo>
                  <a:lnTo>
                    <a:pt x="191071" y="232601"/>
                  </a:lnTo>
                  <a:lnTo>
                    <a:pt x="191167" y="232315"/>
                  </a:lnTo>
                  <a:lnTo>
                    <a:pt x="191929" y="232410"/>
                  </a:lnTo>
                  <a:lnTo>
                    <a:pt x="192596" y="232410"/>
                  </a:lnTo>
                  <a:lnTo>
                    <a:pt x="193072" y="230791"/>
                  </a:lnTo>
                  <a:lnTo>
                    <a:pt x="193453" y="230696"/>
                  </a:lnTo>
                  <a:lnTo>
                    <a:pt x="193929" y="230696"/>
                  </a:lnTo>
                  <a:lnTo>
                    <a:pt x="194310" y="230410"/>
                  </a:lnTo>
                  <a:lnTo>
                    <a:pt x="194310" y="230314"/>
                  </a:lnTo>
                  <a:lnTo>
                    <a:pt x="194405" y="230029"/>
                  </a:lnTo>
                  <a:lnTo>
                    <a:pt x="194500" y="228981"/>
                  </a:lnTo>
                  <a:lnTo>
                    <a:pt x="194215" y="228790"/>
                  </a:lnTo>
                  <a:lnTo>
                    <a:pt x="193834" y="228981"/>
                  </a:lnTo>
                  <a:lnTo>
                    <a:pt x="193643" y="228314"/>
                  </a:lnTo>
                  <a:lnTo>
                    <a:pt x="193548" y="227743"/>
                  </a:lnTo>
                  <a:lnTo>
                    <a:pt x="194691" y="228505"/>
                  </a:lnTo>
                  <a:lnTo>
                    <a:pt x="194500" y="227743"/>
                  </a:lnTo>
                  <a:lnTo>
                    <a:pt x="193548" y="225933"/>
                  </a:lnTo>
                  <a:lnTo>
                    <a:pt x="193262" y="224409"/>
                  </a:lnTo>
                  <a:lnTo>
                    <a:pt x="193072" y="223742"/>
                  </a:lnTo>
                  <a:lnTo>
                    <a:pt x="192500" y="223266"/>
                  </a:lnTo>
                  <a:lnTo>
                    <a:pt x="192500" y="222885"/>
                  </a:lnTo>
                  <a:lnTo>
                    <a:pt x="193262" y="223266"/>
                  </a:lnTo>
                  <a:lnTo>
                    <a:pt x="194024" y="221742"/>
                  </a:lnTo>
                  <a:lnTo>
                    <a:pt x="194786" y="222123"/>
                  </a:lnTo>
                  <a:lnTo>
                    <a:pt x="194500" y="220028"/>
                  </a:lnTo>
                  <a:lnTo>
                    <a:pt x="195072" y="215837"/>
                  </a:lnTo>
                  <a:lnTo>
                    <a:pt x="195072" y="213741"/>
                  </a:lnTo>
                  <a:lnTo>
                    <a:pt x="194881" y="213741"/>
                  </a:lnTo>
                  <a:lnTo>
                    <a:pt x="194786" y="213455"/>
                  </a:lnTo>
                  <a:lnTo>
                    <a:pt x="194786" y="212884"/>
                  </a:lnTo>
                  <a:lnTo>
                    <a:pt x="194691" y="212312"/>
                  </a:lnTo>
                  <a:lnTo>
                    <a:pt x="194405" y="211836"/>
                  </a:lnTo>
                  <a:lnTo>
                    <a:pt x="194310" y="212122"/>
                  </a:lnTo>
                  <a:lnTo>
                    <a:pt x="193929" y="212598"/>
                  </a:lnTo>
                  <a:lnTo>
                    <a:pt x="193738" y="212979"/>
                  </a:lnTo>
                  <a:lnTo>
                    <a:pt x="193738" y="212122"/>
                  </a:lnTo>
                  <a:lnTo>
                    <a:pt x="194405" y="211550"/>
                  </a:lnTo>
                  <a:lnTo>
                    <a:pt x="195167" y="211741"/>
                  </a:lnTo>
                  <a:lnTo>
                    <a:pt x="195263" y="212979"/>
                  </a:lnTo>
                  <a:lnTo>
                    <a:pt x="195548" y="212312"/>
                  </a:lnTo>
                  <a:lnTo>
                    <a:pt x="195548" y="210788"/>
                  </a:lnTo>
                  <a:lnTo>
                    <a:pt x="195644" y="209931"/>
                  </a:lnTo>
                  <a:lnTo>
                    <a:pt x="196024" y="209074"/>
                  </a:lnTo>
                  <a:lnTo>
                    <a:pt x="197167" y="207169"/>
                  </a:lnTo>
                  <a:lnTo>
                    <a:pt x="197453" y="206216"/>
                  </a:lnTo>
                  <a:lnTo>
                    <a:pt x="197834" y="205454"/>
                  </a:lnTo>
                  <a:lnTo>
                    <a:pt x="198596" y="205359"/>
                  </a:lnTo>
                  <a:lnTo>
                    <a:pt x="199358" y="205359"/>
                  </a:lnTo>
                  <a:lnTo>
                    <a:pt x="199739" y="204978"/>
                  </a:lnTo>
                  <a:lnTo>
                    <a:pt x="199930" y="204121"/>
                  </a:lnTo>
                  <a:lnTo>
                    <a:pt x="200882" y="202882"/>
                  </a:lnTo>
                  <a:lnTo>
                    <a:pt x="201168" y="202121"/>
                  </a:lnTo>
                  <a:lnTo>
                    <a:pt x="200501" y="202406"/>
                  </a:lnTo>
                  <a:lnTo>
                    <a:pt x="198977" y="202597"/>
                  </a:lnTo>
                  <a:lnTo>
                    <a:pt x="198311" y="202882"/>
                  </a:lnTo>
                  <a:lnTo>
                    <a:pt x="197929" y="202502"/>
                  </a:lnTo>
                  <a:lnTo>
                    <a:pt x="199358" y="201739"/>
                  </a:lnTo>
                  <a:lnTo>
                    <a:pt x="200120" y="201168"/>
                  </a:lnTo>
                  <a:lnTo>
                    <a:pt x="200406" y="200596"/>
                  </a:lnTo>
                  <a:lnTo>
                    <a:pt x="200978" y="201168"/>
                  </a:lnTo>
                  <a:lnTo>
                    <a:pt x="201168" y="201359"/>
                  </a:lnTo>
                  <a:lnTo>
                    <a:pt x="201358" y="200692"/>
                  </a:lnTo>
                  <a:lnTo>
                    <a:pt x="201358" y="199168"/>
                  </a:lnTo>
                  <a:lnTo>
                    <a:pt x="201549" y="198311"/>
                  </a:lnTo>
                  <a:lnTo>
                    <a:pt x="202692" y="196787"/>
                  </a:lnTo>
                  <a:lnTo>
                    <a:pt x="202692" y="196215"/>
                  </a:lnTo>
                  <a:lnTo>
                    <a:pt x="202311" y="195358"/>
                  </a:lnTo>
                  <a:lnTo>
                    <a:pt x="202311" y="194786"/>
                  </a:lnTo>
                  <a:lnTo>
                    <a:pt x="202597" y="193929"/>
                  </a:lnTo>
                  <a:lnTo>
                    <a:pt x="203073" y="193357"/>
                  </a:lnTo>
                  <a:lnTo>
                    <a:pt x="205359" y="191262"/>
                  </a:lnTo>
                  <a:lnTo>
                    <a:pt x="205930" y="190595"/>
                  </a:lnTo>
                  <a:lnTo>
                    <a:pt x="206216" y="189833"/>
                  </a:lnTo>
                  <a:lnTo>
                    <a:pt x="206597" y="189833"/>
                  </a:lnTo>
                  <a:lnTo>
                    <a:pt x="206978" y="190405"/>
                  </a:lnTo>
                  <a:lnTo>
                    <a:pt x="207740" y="190976"/>
                  </a:lnTo>
                  <a:lnTo>
                    <a:pt x="208597" y="191453"/>
                  </a:lnTo>
                  <a:lnTo>
                    <a:pt x="209360" y="191643"/>
                  </a:lnTo>
                  <a:lnTo>
                    <a:pt x="209645" y="191167"/>
                  </a:lnTo>
                  <a:lnTo>
                    <a:pt x="210407" y="188786"/>
                  </a:lnTo>
                  <a:lnTo>
                    <a:pt x="210598" y="187928"/>
                  </a:lnTo>
                  <a:lnTo>
                    <a:pt x="210979" y="187928"/>
                  </a:lnTo>
                  <a:lnTo>
                    <a:pt x="210788" y="189071"/>
                  </a:lnTo>
                  <a:lnTo>
                    <a:pt x="210407" y="190024"/>
                  </a:lnTo>
                  <a:lnTo>
                    <a:pt x="210217" y="190881"/>
                  </a:lnTo>
                  <a:lnTo>
                    <a:pt x="210503" y="191738"/>
                  </a:lnTo>
                  <a:lnTo>
                    <a:pt x="211360" y="191167"/>
                  </a:lnTo>
                  <a:lnTo>
                    <a:pt x="213265" y="190690"/>
                  </a:lnTo>
                  <a:lnTo>
                    <a:pt x="214027" y="190214"/>
                  </a:lnTo>
                  <a:lnTo>
                    <a:pt x="214408" y="189547"/>
                  </a:lnTo>
                  <a:lnTo>
                    <a:pt x="215074" y="187928"/>
                  </a:lnTo>
                  <a:lnTo>
                    <a:pt x="215455" y="187166"/>
                  </a:lnTo>
                  <a:lnTo>
                    <a:pt x="215837" y="187547"/>
                  </a:lnTo>
                  <a:lnTo>
                    <a:pt x="215646" y="187833"/>
                  </a:lnTo>
                  <a:lnTo>
                    <a:pt x="215170" y="189071"/>
                  </a:lnTo>
                  <a:lnTo>
                    <a:pt x="215932" y="188595"/>
                  </a:lnTo>
                  <a:lnTo>
                    <a:pt x="217170" y="187071"/>
                  </a:lnTo>
                  <a:lnTo>
                    <a:pt x="218408" y="186309"/>
                  </a:lnTo>
                  <a:lnTo>
                    <a:pt x="219646" y="184404"/>
                  </a:lnTo>
                  <a:lnTo>
                    <a:pt x="220789" y="183642"/>
                  </a:lnTo>
                  <a:lnTo>
                    <a:pt x="222599" y="181356"/>
                  </a:lnTo>
                  <a:lnTo>
                    <a:pt x="223266" y="179832"/>
                  </a:lnTo>
                  <a:lnTo>
                    <a:pt x="223647" y="179451"/>
                  </a:lnTo>
                  <a:lnTo>
                    <a:pt x="224790" y="178975"/>
                  </a:lnTo>
                  <a:lnTo>
                    <a:pt x="225171" y="178689"/>
                  </a:lnTo>
                  <a:lnTo>
                    <a:pt x="224790" y="178308"/>
                  </a:lnTo>
                  <a:lnTo>
                    <a:pt x="224790" y="177927"/>
                  </a:lnTo>
                  <a:lnTo>
                    <a:pt x="225266" y="177641"/>
                  </a:lnTo>
                  <a:lnTo>
                    <a:pt x="225552" y="177546"/>
                  </a:lnTo>
                  <a:lnTo>
                    <a:pt x="225933" y="177546"/>
                  </a:lnTo>
                  <a:lnTo>
                    <a:pt x="225933" y="177927"/>
                  </a:lnTo>
                  <a:lnTo>
                    <a:pt x="225552" y="177927"/>
                  </a:lnTo>
                  <a:lnTo>
                    <a:pt x="225552" y="178308"/>
                  </a:lnTo>
                  <a:lnTo>
                    <a:pt x="228981" y="177927"/>
                  </a:lnTo>
                  <a:lnTo>
                    <a:pt x="229648" y="177737"/>
                  </a:lnTo>
                  <a:lnTo>
                    <a:pt x="231362" y="177641"/>
                  </a:lnTo>
                  <a:lnTo>
                    <a:pt x="232600" y="177355"/>
                  </a:lnTo>
                  <a:lnTo>
                    <a:pt x="233267" y="177165"/>
                  </a:lnTo>
                  <a:lnTo>
                    <a:pt x="233934" y="177260"/>
                  </a:lnTo>
                  <a:lnTo>
                    <a:pt x="234696" y="176879"/>
                  </a:lnTo>
                  <a:lnTo>
                    <a:pt x="234791" y="176022"/>
                  </a:lnTo>
                  <a:lnTo>
                    <a:pt x="234505" y="175260"/>
                  </a:lnTo>
                  <a:lnTo>
                    <a:pt x="233934" y="174308"/>
                  </a:lnTo>
                  <a:lnTo>
                    <a:pt x="233744" y="173831"/>
                  </a:lnTo>
                  <a:lnTo>
                    <a:pt x="233553" y="173546"/>
                  </a:lnTo>
                  <a:lnTo>
                    <a:pt x="232315" y="172593"/>
                  </a:lnTo>
                  <a:lnTo>
                    <a:pt x="232124" y="173164"/>
                  </a:lnTo>
                  <a:lnTo>
                    <a:pt x="231743" y="173355"/>
                  </a:lnTo>
                  <a:lnTo>
                    <a:pt x="231362" y="173164"/>
                  </a:lnTo>
                  <a:lnTo>
                    <a:pt x="231267" y="172974"/>
                  </a:lnTo>
                  <a:lnTo>
                    <a:pt x="230981" y="172498"/>
                  </a:lnTo>
                  <a:lnTo>
                    <a:pt x="231362" y="172498"/>
                  </a:lnTo>
                  <a:lnTo>
                    <a:pt x="232315" y="172212"/>
                  </a:lnTo>
                  <a:lnTo>
                    <a:pt x="233077" y="172498"/>
                  </a:lnTo>
                  <a:lnTo>
                    <a:pt x="233744" y="173069"/>
                  </a:lnTo>
                  <a:lnTo>
                    <a:pt x="234220" y="173736"/>
                  </a:lnTo>
                  <a:lnTo>
                    <a:pt x="235363" y="174974"/>
                  </a:lnTo>
                  <a:lnTo>
                    <a:pt x="235934" y="174308"/>
                  </a:lnTo>
                  <a:lnTo>
                    <a:pt x="235744" y="172784"/>
                  </a:lnTo>
                  <a:lnTo>
                    <a:pt x="235553" y="171736"/>
                  </a:lnTo>
                  <a:lnTo>
                    <a:pt x="235458" y="170879"/>
                  </a:lnTo>
                  <a:lnTo>
                    <a:pt x="235267" y="170212"/>
                  </a:lnTo>
                  <a:lnTo>
                    <a:pt x="235172" y="169736"/>
                  </a:lnTo>
                  <a:lnTo>
                    <a:pt x="234220" y="168783"/>
                  </a:lnTo>
                  <a:lnTo>
                    <a:pt x="234410" y="168783"/>
                  </a:lnTo>
                  <a:lnTo>
                    <a:pt x="234505" y="168688"/>
                  </a:lnTo>
                  <a:lnTo>
                    <a:pt x="234601" y="168592"/>
                  </a:lnTo>
                  <a:lnTo>
                    <a:pt x="234601" y="168402"/>
                  </a:lnTo>
                  <a:lnTo>
                    <a:pt x="234696" y="168688"/>
                  </a:lnTo>
                  <a:lnTo>
                    <a:pt x="234982" y="169259"/>
                  </a:lnTo>
                  <a:lnTo>
                    <a:pt x="235553" y="168497"/>
                  </a:lnTo>
                  <a:lnTo>
                    <a:pt x="235934" y="167259"/>
                  </a:lnTo>
                  <a:lnTo>
                    <a:pt x="236125" y="164878"/>
                  </a:lnTo>
                  <a:lnTo>
                    <a:pt x="235553" y="164306"/>
                  </a:lnTo>
                  <a:lnTo>
                    <a:pt x="234410" y="164497"/>
                  </a:lnTo>
                  <a:lnTo>
                    <a:pt x="233172" y="164973"/>
                  </a:lnTo>
                  <a:lnTo>
                    <a:pt x="232505" y="165449"/>
                  </a:lnTo>
                  <a:lnTo>
                    <a:pt x="232220" y="165449"/>
                  </a:lnTo>
                  <a:lnTo>
                    <a:pt x="232505" y="164973"/>
                  </a:lnTo>
                  <a:lnTo>
                    <a:pt x="232886" y="164497"/>
                  </a:lnTo>
                  <a:lnTo>
                    <a:pt x="233267" y="164116"/>
                  </a:lnTo>
                  <a:lnTo>
                    <a:pt x="233553" y="163925"/>
                  </a:lnTo>
                  <a:lnTo>
                    <a:pt x="233744" y="163830"/>
                  </a:lnTo>
                  <a:lnTo>
                    <a:pt x="235267" y="163259"/>
                  </a:lnTo>
                  <a:lnTo>
                    <a:pt x="235553" y="163163"/>
                  </a:lnTo>
                  <a:lnTo>
                    <a:pt x="235839" y="162211"/>
                  </a:lnTo>
                  <a:lnTo>
                    <a:pt x="235363" y="161354"/>
                  </a:lnTo>
                  <a:lnTo>
                    <a:pt x="234982" y="160592"/>
                  </a:lnTo>
                  <a:lnTo>
                    <a:pt x="235648" y="159734"/>
                  </a:lnTo>
                  <a:lnTo>
                    <a:pt x="235648" y="159353"/>
                  </a:lnTo>
                  <a:lnTo>
                    <a:pt x="234124" y="160211"/>
                  </a:lnTo>
                  <a:lnTo>
                    <a:pt x="233363" y="160211"/>
                  </a:lnTo>
                  <a:lnTo>
                    <a:pt x="232410" y="159734"/>
                  </a:lnTo>
                  <a:lnTo>
                    <a:pt x="235744" y="158401"/>
                  </a:lnTo>
                  <a:lnTo>
                    <a:pt x="236887" y="157353"/>
                  </a:lnTo>
                  <a:lnTo>
                    <a:pt x="237744" y="156972"/>
                  </a:lnTo>
                  <a:lnTo>
                    <a:pt x="237935" y="156686"/>
                  </a:lnTo>
                  <a:lnTo>
                    <a:pt x="238030" y="156400"/>
                  </a:lnTo>
                  <a:lnTo>
                    <a:pt x="238125" y="156115"/>
                  </a:lnTo>
                  <a:lnTo>
                    <a:pt x="238030" y="155543"/>
                  </a:lnTo>
                  <a:lnTo>
                    <a:pt x="237839" y="155448"/>
                  </a:lnTo>
                  <a:lnTo>
                    <a:pt x="237554" y="155448"/>
                  </a:lnTo>
                  <a:lnTo>
                    <a:pt x="237268" y="155258"/>
                  </a:lnTo>
                  <a:lnTo>
                    <a:pt x="236506" y="154400"/>
                  </a:lnTo>
                  <a:lnTo>
                    <a:pt x="236220" y="153924"/>
                  </a:lnTo>
                  <a:lnTo>
                    <a:pt x="236220" y="153829"/>
                  </a:lnTo>
                  <a:lnTo>
                    <a:pt x="235934" y="152971"/>
                  </a:lnTo>
                  <a:lnTo>
                    <a:pt x="236506" y="153448"/>
                  </a:lnTo>
                  <a:lnTo>
                    <a:pt x="237268" y="154591"/>
                  </a:lnTo>
                  <a:lnTo>
                    <a:pt x="237744" y="154876"/>
                  </a:lnTo>
                  <a:lnTo>
                    <a:pt x="238601" y="154972"/>
                  </a:lnTo>
                  <a:lnTo>
                    <a:pt x="239458" y="154781"/>
                  </a:lnTo>
                  <a:lnTo>
                    <a:pt x="240316" y="154496"/>
                  </a:lnTo>
                  <a:lnTo>
                    <a:pt x="240982" y="154114"/>
                  </a:lnTo>
                  <a:lnTo>
                    <a:pt x="242030" y="153162"/>
                  </a:lnTo>
                  <a:lnTo>
                    <a:pt x="242030" y="152495"/>
                  </a:lnTo>
                  <a:lnTo>
                    <a:pt x="241268" y="151924"/>
                  </a:lnTo>
                  <a:lnTo>
                    <a:pt x="239935" y="151352"/>
                  </a:lnTo>
                  <a:lnTo>
                    <a:pt x="239935" y="150971"/>
                  </a:lnTo>
                  <a:lnTo>
                    <a:pt x="240602" y="150971"/>
                  </a:lnTo>
                  <a:lnTo>
                    <a:pt x="242125" y="151352"/>
                  </a:lnTo>
                  <a:lnTo>
                    <a:pt x="242792" y="151352"/>
                  </a:lnTo>
                  <a:lnTo>
                    <a:pt x="243269" y="151257"/>
                  </a:lnTo>
                  <a:lnTo>
                    <a:pt x="243649" y="151067"/>
                  </a:lnTo>
                  <a:lnTo>
                    <a:pt x="244126" y="150971"/>
                  </a:lnTo>
                  <a:lnTo>
                    <a:pt x="244316" y="150781"/>
                  </a:lnTo>
                  <a:lnTo>
                    <a:pt x="244888" y="150400"/>
                  </a:lnTo>
                  <a:lnTo>
                    <a:pt x="245459" y="150209"/>
                  </a:lnTo>
                  <a:lnTo>
                    <a:pt x="245745" y="150495"/>
                  </a:lnTo>
                  <a:lnTo>
                    <a:pt x="245936" y="150876"/>
                  </a:lnTo>
                  <a:lnTo>
                    <a:pt x="246412" y="151352"/>
                  </a:lnTo>
                  <a:lnTo>
                    <a:pt x="247555" y="152209"/>
                  </a:lnTo>
                  <a:lnTo>
                    <a:pt x="246697" y="149257"/>
                  </a:lnTo>
                  <a:lnTo>
                    <a:pt x="246126" y="148400"/>
                  </a:lnTo>
                  <a:lnTo>
                    <a:pt x="245840" y="148780"/>
                  </a:lnTo>
                  <a:lnTo>
                    <a:pt x="244983" y="148114"/>
                  </a:lnTo>
                  <a:lnTo>
                    <a:pt x="244126" y="147066"/>
                  </a:lnTo>
                  <a:lnTo>
                    <a:pt x="243364" y="145923"/>
                  </a:lnTo>
                  <a:lnTo>
                    <a:pt x="242983" y="144971"/>
                  </a:lnTo>
                  <a:lnTo>
                    <a:pt x="243935" y="145733"/>
                  </a:lnTo>
                  <a:lnTo>
                    <a:pt x="244602" y="145256"/>
                  </a:lnTo>
                  <a:lnTo>
                    <a:pt x="244792" y="144018"/>
                  </a:lnTo>
                  <a:lnTo>
                    <a:pt x="244316" y="142684"/>
                  </a:lnTo>
                  <a:lnTo>
                    <a:pt x="243364" y="142018"/>
                  </a:lnTo>
                  <a:lnTo>
                    <a:pt x="242316" y="141542"/>
                  </a:lnTo>
                  <a:lnTo>
                    <a:pt x="241935" y="140875"/>
                  </a:lnTo>
                  <a:lnTo>
                    <a:pt x="242888" y="139732"/>
                  </a:lnTo>
                  <a:lnTo>
                    <a:pt x="243935" y="140875"/>
                  </a:lnTo>
                  <a:lnTo>
                    <a:pt x="244221" y="140875"/>
                  </a:lnTo>
                  <a:lnTo>
                    <a:pt x="244412" y="140208"/>
                  </a:lnTo>
                  <a:lnTo>
                    <a:pt x="244888" y="139446"/>
                  </a:lnTo>
                  <a:lnTo>
                    <a:pt x="244983" y="138684"/>
                  </a:lnTo>
                  <a:lnTo>
                    <a:pt x="244792" y="137732"/>
                  </a:lnTo>
                  <a:lnTo>
                    <a:pt x="244316" y="137541"/>
                  </a:lnTo>
                  <a:lnTo>
                    <a:pt x="243649" y="137541"/>
                  </a:lnTo>
                  <a:lnTo>
                    <a:pt x="242506" y="137065"/>
                  </a:lnTo>
                  <a:lnTo>
                    <a:pt x="241173" y="136970"/>
                  </a:lnTo>
                  <a:lnTo>
                    <a:pt x="240602" y="136588"/>
                  </a:lnTo>
                  <a:lnTo>
                    <a:pt x="240316" y="136017"/>
                  </a:lnTo>
                  <a:lnTo>
                    <a:pt x="240221" y="135446"/>
                  </a:lnTo>
                  <a:lnTo>
                    <a:pt x="240030" y="134874"/>
                  </a:lnTo>
                  <a:lnTo>
                    <a:pt x="239554" y="134398"/>
                  </a:lnTo>
                  <a:lnTo>
                    <a:pt x="239554" y="134017"/>
                  </a:lnTo>
                  <a:lnTo>
                    <a:pt x="240602" y="134207"/>
                  </a:lnTo>
                  <a:lnTo>
                    <a:pt x="240982" y="134303"/>
                  </a:lnTo>
                  <a:lnTo>
                    <a:pt x="240982" y="133921"/>
                  </a:lnTo>
                  <a:lnTo>
                    <a:pt x="239363" y="133255"/>
                  </a:lnTo>
                  <a:lnTo>
                    <a:pt x="239268" y="133255"/>
                  </a:lnTo>
                  <a:lnTo>
                    <a:pt x="238792" y="133159"/>
                  </a:lnTo>
                  <a:lnTo>
                    <a:pt x="239649" y="132874"/>
                  </a:lnTo>
                  <a:lnTo>
                    <a:pt x="240792" y="133159"/>
                  </a:lnTo>
                  <a:lnTo>
                    <a:pt x="242792" y="134017"/>
                  </a:lnTo>
                  <a:lnTo>
                    <a:pt x="242792" y="133636"/>
                  </a:lnTo>
                  <a:lnTo>
                    <a:pt x="242411" y="133636"/>
                  </a:lnTo>
                  <a:lnTo>
                    <a:pt x="242411" y="133255"/>
                  </a:lnTo>
                  <a:lnTo>
                    <a:pt x="243459" y="132683"/>
                  </a:lnTo>
                  <a:lnTo>
                    <a:pt x="244221" y="132969"/>
                  </a:lnTo>
                  <a:lnTo>
                    <a:pt x="245078" y="133445"/>
                  </a:lnTo>
                  <a:lnTo>
                    <a:pt x="246316" y="133541"/>
                  </a:lnTo>
                  <a:lnTo>
                    <a:pt x="246221" y="133350"/>
                  </a:lnTo>
                  <a:lnTo>
                    <a:pt x="246126" y="132969"/>
                  </a:lnTo>
                  <a:lnTo>
                    <a:pt x="246031" y="132779"/>
                  </a:lnTo>
                  <a:lnTo>
                    <a:pt x="246602" y="132779"/>
                  </a:lnTo>
                  <a:lnTo>
                    <a:pt x="247079" y="132969"/>
                  </a:lnTo>
                  <a:lnTo>
                    <a:pt x="247460" y="133255"/>
                  </a:lnTo>
                  <a:lnTo>
                    <a:pt x="247840" y="133636"/>
                  </a:lnTo>
                  <a:lnTo>
                    <a:pt x="247174" y="134303"/>
                  </a:lnTo>
                  <a:lnTo>
                    <a:pt x="247364" y="134684"/>
                  </a:lnTo>
                  <a:lnTo>
                    <a:pt x="247936" y="134969"/>
                  </a:lnTo>
                  <a:lnTo>
                    <a:pt x="248317" y="135255"/>
                  </a:lnTo>
                  <a:lnTo>
                    <a:pt x="248412" y="135826"/>
                  </a:lnTo>
                  <a:lnTo>
                    <a:pt x="248221" y="136208"/>
                  </a:lnTo>
                  <a:lnTo>
                    <a:pt x="247650" y="136398"/>
                  </a:lnTo>
                  <a:lnTo>
                    <a:pt x="246697" y="136493"/>
                  </a:lnTo>
                  <a:lnTo>
                    <a:pt x="245840" y="136874"/>
                  </a:lnTo>
                  <a:lnTo>
                    <a:pt x="246412" y="137732"/>
                  </a:lnTo>
                  <a:lnTo>
                    <a:pt x="247650" y="138303"/>
                  </a:lnTo>
                  <a:lnTo>
                    <a:pt x="248698" y="138017"/>
                  </a:lnTo>
                  <a:lnTo>
                    <a:pt x="249079" y="138017"/>
                  </a:lnTo>
                  <a:lnTo>
                    <a:pt x="249174" y="138398"/>
                  </a:lnTo>
                  <a:lnTo>
                    <a:pt x="249269" y="138493"/>
                  </a:lnTo>
                  <a:lnTo>
                    <a:pt x="249079" y="138779"/>
                  </a:lnTo>
                  <a:lnTo>
                    <a:pt x="250031" y="139541"/>
                  </a:lnTo>
                  <a:lnTo>
                    <a:pt x="250412" y="140684"/>
                  </a:lnTo>
                  <a:lnTo>
                    <a:pt x="250888" y="141065"/>
                  </a:lnTo>
                  <a:lnTo>
                    <a:pt x="251936" y="139541"/>
                  </a:lnTo>
                  <a:lnTo>
                    <a:pt x="251650" y="139255"/>
                  </a:lnTo>
                  <a:lnTo>
                    <a:pt x="251460" y="138875"/>
                  </a:lnTo>
                  <a:lnTo>
                    <a:pt x="251270" y="138493"/>
                  </a:lnTo>
                  <a:lnTo>
                    <a:pt x="251174" y="138017"/>
                  </a:lnTo>
                  <a:lnTo>
                    <a:pt x="251555" y="138017"/>
                  </a:lnTo>
                  <a:lnTo>
                    <a:pt x="252031" y="139160"/>
                  </a:lnTo>
                  <a:lnTo>
                    <a:pt x="252603" y="139732"/>
                  </a:lnTo>
                  <a:lnTo>
                    <a:pt x="253460" y="139922"/>
                  </a:lnTo>
                  <a:lnTo>
                    <a:pt x="254794" y="139922"/>
                  </a:lnTo>
                  <a:lnTo>
                    <a:pt x="254794" y="139541"/>
                  </a:lnTo>
                  <a:lnTo>
                    <a:pt x="254222" y="139255"/>
                  </a:lnTo>
                  <a:lnTo>
                    <a:pt x="254032" y="138875"/>
                  </a:lnTo>
                  <a:lnTo>
                    <a:pt x="253937" y="138398"/>
                  </a:lnTo>
                  <a:lnTo>
                    <a:pt x="253746" y="138017"/>
                  </a:lnTo>
                  <a:lnTo>
                    <a:pt x="253460" y="137827"/>
                  </a:lnTo>
                  <a:lnTo>
                    <a:pt x="252317" y="137255"/>
                  </a:lnTo>
                  <a:lnTo>
                    <a:pt x="251650" y="136779"/>
                  </a:lnTo>
                  <a:lnTo>
                    <a:pt x="250127" y="134969"/>
                  </a:lnTo>
                  <a:lnTo>
                    <a:pt x="250507" y="134969"/>
                  </a:lnTo>
                  <a:lnTo>
                    <a:pt x="250698" y="135064"/>
                  </a:lnTo>
                  <a:lnTo>
                    <a:pt x="250888" y="135350"/>
                  </a:lnTo>
                  <a:lnTo>
                    <a:pt x="251174" y="134684"/>
                  </a:lnTo>
                  <a:lnTo>
                    <a:pt x="251746" y="134874"/>
                  </a:lnTo>
                  <a:lnTo>
                    <a:pt x="252984" y="136017"/>
                  </a:lnTo>
                  <a:lnTo>
                    <a:pt x="253555" y="136398"/>
                  </a:lnTo>
                  <a:lnTo>
                    <a:pt x="254222" y="136779"/>
                  </a:lnTo>
                  <a:lnTo>
                    <a:pt x="254984" y="137065"/>
                  </a:lnTo>
                  <a:lnTo>
                    <a:pt x="255841" y="137255"/>
                  </a:lnTo>
                  <a:lnTo>
                    <a:pt x="256794" y="137350"/>
                  </a:lnTo>
                  <a:lnTo>
                    <a:pt x="257746" y="137255"/>
                  </a:lnTo>
                  <a:lnTo>
                    <a:pt x="258604" y="136874"/>
                  </a:lnTo>
                  <a:lnTo>
                    <a:pt x="259080" y="136017"/>
                  </a:lnTo>
                  <a:lnTo>
                    <a:pt x="258794" y="135255"/>
                  </a:lnTo>
                  <a:lnTo>
                    <a:pt x="257461" y="134112"/>
                  </a:lnTo>
                  <a:lnTo>
                    <a:pt x="257556" y="133350"/>
                  </a:lnTo>
                  <a:lnTo>
                    <a:pt x="258508" y="134207"/>
                  </a:lnTo>
                  <a:lnTo>
                    <a:pt x="258985" y="134493"/>
                  </a:lnTo>
                  <a:lnTo>
                    <a:pt x="259747" y="134493"/>
                  </a:lnTo>
                  <a:lnTo>
                    <a:pt x="258985" y="133731"/>
                  </a:lnTo>
                  <a:lnTo>
                    <a:pt x="259556" y="133731"/>
                  </a:lnTo>
                  <a:lnTo>
                    <a:pt x="259747" y="133731"/>
                  </a:lnTo>
                  <a:lnTo>
                    <a:pt x="259461" y="133445"/>
                  </a:lnTo>
                  <a:lnTo>
                    <a:pt x="259175" y="133064"/>
                  </a:lnTo>
                  <a:lnTo>
                    <a:pt x="258985" y="132874"/>
                  </a:lnTo>
                  <a:lnTo>
                    <a:pt x="258985" y="132493"/>
                  </a:lnTo>
                  <a:lnTo>
                    <a:pt x="259652" y="132588"/>
                  </a:lnTo>
                  <a:lnTo>
                    <a:pt x="260032" y="132969"/>
                  </a:lnTo>
                  <a:lnTo>
                    <a:pt x="260128" y="133636"/>
                  </a:lnTo>
                  <a:lnTo>
                    <a:pt x="260128" y="134398"/>
                  </a:lnTo>
                  <a:lnTo>
                    <a:pt x="260318" y="134017"/>
                  </a:lnTo>
                  <a:lnTo>
                    <a:pt x="260413" y="133541"/>
                  </a:lnTo>
                  <a:lnTo>
                    <a:pt x="260413" y="133064"/>
                  </a:lnTo>
                  <a:lnTo>
                    <a:pt x="260413" y="132493"/>
                  </a:lnTo>
                  <a:lnTo>
                    <a:pt x="260795" y="132493"/>
                  </a:lnTo>
                  <a:lnTo>
                    <a:pt x="260699" y="133636"/>
                  </a:lnTo>
                  <a:lnTo>
                    <a:pt x="260985" y="133921"/>
                  </a:lnTo>
                  <a:lnTo>
                    <a:pt x="261461" y="133541"/>
                  </a:lnTo>
                  <a:lnTo>
                    <a:pt x="261842" y="132588"/>
                  </a:lnTo>
                  <a:lnTo>
                    <a:pt x="261938" y="132779"/>
                  </a:lnTo>
                  <a:lnTo>
                    <a:pt x="261938" y="132779"/>
                  </a:lnTo>
                  <a:lnTo>
                    <a:pt x="262128" y="132874"/>
                  </a:lnTo>
                  <a:lnTo>
                    <a:pt x="262033" y="133064"/>
                  </a:lnTo>
                  <a:lnTo>
                    <a:pt x="261842" y="133445"/>
                  </a:lnTo>
                  <a:lnTo>
                    <a:pt x="261747" y="133826"/>
                  </a:lnTo>
                  <a:lnTo>
                    <a:pt x="261938" y="134017"/>
                  </a:lnTo>
                  <a:lnTo>
                    <a:pt x="262414" y="133921"/>
                  </a:lnTo>
                  <a:lnTo>
                    <a:pt x="262604" y="133636"/>
                  </a:lnTo>
                  <a:lnTo>
                    <a:pt x="262699" y="133255"/>
                  </a:lnTo>
                  <a:lnTo>
                    <a:pt x="262890" y="132874"/>
                  </a:lnTo>
                  <a:lnTo>
                    <a:pt x="263366" y="132588"/>
                  </a:lnTo>
                  <a:lnTo>
                    <a:pt x="264033" y="132397"/>
                  </a:lnTo>
                  <a:lnTo>
                    <a:pt x="264700" y="132302"/>
                  </a:lnTo>
                  <a:lnTo>
                    <a:pt x="265366" y="132302"/>
                  </a:lnTo>
                  <a:lnTo>
                    <a:pt x="265366" y="132683"/>
                  </a:lnTo>
                  <a:lnTo>
                    <a:pt x="262509" y="134588"/>
                  </a:lnTo>
                  <a:lnTo>
                    <a:pt x="260985" y="136588"/>
                  </a:lnTo>
                  <a:lnTo>
                    <a:pt x="260985" y="136970"/>
                  </a:lnTo>
                  <a:lnTo>
                    <a:pt x="261938" y="137350"/>
                  </a:lnTo>
                  <a:lnTo>
                    <a:pt x="264509" y="137732"/>
                  </a:lnTo>
                  <a:lnTo>
                    <a:pt x="265271" y="138493"/>
                  </a:lnTo>
                  <a:lnTo>
                    <a:pt x="265271" y="138113"/>
                  </a:lnTo>
                  <a:lnTo>
                    <a:pt x="265938" y="138398"/>
                  </a:lnTo>
                  <a:lnTo>
                    <a:pt x="266414" y="138303"/>
                  </a:lnTo>
                  <a:lnTo>
                    <a:pt x="266986" y="138113"/>
                  </a:lnTo>
                  <a:lnTo>
                    <a:pt x="267748" y="138113"/>
                  </a:lnTo>
                  <a:lnTo>
                    <a:pt x="267557" y="137255"/>
                  </a:lnTo>
                  <a:lnTo>
                    <a:pt x="268700" y="136017"/>
                  </a:lnTo>
                  <a:lnTo>
                    <a:pt x="269557" y="135826"/>
                  </a:lnTo>
                  <a:lnTo>
                    <a:pt x="269557" y="135446"/>
                  </a:lnTo>
                  <a:lnTo>
                    <a:pt x="269177" y="135446"/>
                  </a:lnTo>
                  <a:lnTo>
                    <a:pt x="268986" y="135350"/>
                  </a:lnTo>
                  <a:lnTo>
                    <a:pt x="268796" y="135255"/>
                  </a:lnTo>
                  <a:lnTo>
                    <a:pt x="268510" y="135160"/>
                  </a:lnTo>
                  <a:lnTo>
                    <a:pt x="269177" y="134779"/>
                  </a:lnTo>
                  <a:lnTo>
                    <a:pt x="270320" y="134493"/>
                  </a:lnTo>
                  <a:lnTo>
                    <a:pt x="271463" y="134398"/>
                  </a:lnTo>
                  <a:lnTo>
                    <a:pt x="272129" y="134684"/>
                  </a:lnTo>
                  <a:lnTo>
                    <a:pt x="272796" y="134398"/>
                  </a:lnTo>
                  <a:lnTo>
                    <a:pt x="273748" y="134398"/>
                  </a:lnTo>
                  <a:lnTo>
                    <a:pt x="274987" y="134398"/>
                  </a:lnTo>
                  <a:lnTo>
                    <a:pt x="275749" y="134207"/>
                  </a:lnTo>
                  <a:lnTo>
                    <a:pt x="276225" y="133921"/>
                  </a:lnTo>
                  <a:lnTo>
                    <a:pt x="277082" y="133255"/>
                  </a:lnTo>
                  <a:lnTo>
                    <a:pt x="277082" y="132874"/>
                  </a:lnTo>
                  <a:lnTo>
                    <a:pt x="276606" y="132493"/>
                  </a:lnTo>
                  <a:lnTo>
                    <a:pt x="276415" y="131826"/>
                  </a:lnTo>
                  <a:lnTo>
                    <a:pt x="276320" y="130969"/>
                  </a:lnTo>
                  <a:lnTo>
                    <a:pt x="276130" y="130112"/>
                  </a:lnTo>
                  <a:lnTo>
                    <a:pt x="276606" y="130016"/>
                  </a:lnTo>
                  <a:lnTo>
                    <a:pt x="276796" y="129826"/>
                  </a:lnTo>
                  <a:lnTo>
                    <a:pt x="276701" y="129540"/>
                  </a:lnTo>
                  <a:lnTo>
                    <a:pt x="276415" y="129064"/>
                  </a:lnTo>
                  <a:lnTo>
                    <a:pt x="277178" y="128302"/>
                  </a:lnTo>
                  <a:lnTo>
                    <a:pt x="277558" y="126968"/>
                  </a:lnTo>
                  <a:lnTo>
                    <a:pt x="277844" y="124492"/>
                  </a:lnTo>
                  <a:lnTo>
                    <a:pt x="277368" y="124682"/>
                  </a:lnTo>
                  <a:lnTo>
                    <a:pt x="276892" y="124682"/>
                  </a:lnTo>
                  <a:lnTo>
                    <a:pt x="276415" y="124492"/>
                  </a:lnTo>
                  <a:lnTo>
                    <a:pt x="276035" y="124111"/>
                  </a:lnTo>
                  <a:lnTo>
                    <a:pt x="276320" y="123444"/>
                  </a:lnTo>
                  <a:lnTo>
                    <a:pt x="276415" y="121444"/>
                  </a:lnTo>
                  <a:lnTo>
                    <a:pt x="276606" y="120967"/>
                  </a:lnTo>
                  <a:lnTo>
                    <a:pt x="276892" y="120682"/>
                  </a:lnTo>
                  <a:lnTo>
                    <a:pt x="276987" y="120396"/>
                  </a:lnTo>
                  <a:lnTo>
                    <a:pt x="276701" y="120015"/>
                  </a:lnTo>
                  <a:lnTo>
                    <a:pt x="276701" y="119634"/>
                  </a:lnTo>
                  <a:lnTo>
                    <a:pt x="277939" y="119253"/>
                  </a:lnTo>
                  <a:lnTo>
                    <a:pt x="279654" y="119253"/>
                  </a:lnTo>
                  <a:lnTo>
                    <a:pt x="280702" y="118777"/>
                  </a:lnTo>
                  <a:lnTo>
                    <a:pt x="280702" y="118396"/>
                  </a:lnTo>
                  <a:lnTo>
                    <a:pt x="279273" y="117538"/>
                  </a:lnTo>
                  <a:lnTo>
                    <a:pt x="278892" y="117158"/>
                  </a:lnTo>
                  <a:lnTo>
                    <a:pt x="279178" y="116396"/>
                  </a:lnTo>
                  <a:lnTo>
                    <a:pt x="281083" y="116872"/>
                  </a:lnTo>
                  <a:lnTo>
                    <a:pt x="281369" y="116967"/>
                  </a:lnTo>
                  <a:lnTo>
                    <a:pt x="281654" y="117443"/>
                  </a:lnTo>
                  <a:lnTo>
                    <a:pt x="282226" y="117729"/>
                  </a:lnTo>
                  <a:lnTo>
                    <a:pt x="282702" y="117824"/>
                  </a:lnTo>
                  <a:lnTo>
                    <a:pt x="282797" y="117824"/>
                  </a:lnTo>
                  <a:lnTo>
                    <a:pt x="283845" y="118015"/>
                  </a:lnTo>
                  <a:lnTo>
                    <a:pt x="284988" y="118015"/>
                  </a:lnTo>
                  <a:lnTo>
                    <a:pt x="285560" y="117824"/>
                  </a:lnTo>
                  <a:lnTo>
                    <a:pt x="284893" y="117538"/>
                  </a:lnTo>
                  <a:lnTo>
                    <a:pt x="284893" y="117158"/>
                  </a:lnTo>
                  <a:lnTo>
                    <a:pt x="285083" y="116681"/>
                  </a:lnTo>
                  <a:lnTo>
                    <a:pt x="284893" y="116014"/>
                  </a:lnTo>
                  <a:lnTo>
                    <a:pt x="284702" y="115443"/>
                  </a:lnTo>
                  <a:lnTo>
                    <a:pt x="284702" y="115157"/>
                  </a:lnTo>
                  <a:lnTo>
                    <a:pt x="285369" y="115348"/>
                  </a:lnTo>
                  <a:lnTo>
                    <a:pt x="285655" y="115824"/>
                  </a:lnTo>
                  <a:lnTo>
                    <a:pt x="285750" y="116396"/>
                  </a:lnTo>
                  <a:lnTo>
                    <a:pt x="285940" y="117062"/>
                  </a:lnTo>
                  <a:lnTo>
                    <a:pt x="286321" y="117634"/>
                  </a:lnTo>
                  <a:lnTo>
                    <a:pt x="286798" y="118015"/>
                  </a:lnTo>
                  <a:lnTo>
                    <a:pt x="287369" y="118205"/>
                  </a:lnTo>
                  <a:lnTo>
                    <a:pt x="288227" y="118205"/>
                  </a:lnTo>
                  <a:lnTo>
                    <a:pt x="288703" y="117920"/>
                  </a:lnTo>
                  <a:lnTo>
                    <a:pt x="288893" y="117253"/>
                  </a:lnTo>
                  <a:lnTo>
                    <a:pt x="289179" y="115824"/>
                  </a:lnTo>
                  <a:lnTo>
                    <a:pt x="290036" y="116110"/>
                  </a:lnTo>
                  <a:lnTo>
                    <a:pt x="290322" y="116205"/>
                  </a:lnTo>
                  <a:lnTo>
                    <a:pt x="290227" y="115919"/>
                  </a:lnTo>
                  <a:lnTo>
                    <a:pt x="290227" y="115919"/>
                  </a:lnTo>
                  <a:lnTo>
                    <a:pt x="290131" y="115919"/>
                  </a:lnTo>
                  <a:lnTo>
                    <a:pt x="289941" y="115824"/>
                  </a:lnTo>
                  <a:lnTo>
                    <a:pt x="290703" y="115443"/>
                  </a:lnTo>
                  <a:lnTo>
                    <a:pt x="291084" y="115443"/>
                  </a:lnTo>
                  <a:lnTo>
                    <a:pt x="290608" y="115062"/>
                  </a:lnTo>
                  <a:lnTo>
                    <a:pt x="290513" y="114776"/>
                  </a:lnTo>
                  <a:lnTo>
                    <a:pt x="290703" y="114586"/>
                  </a:lnTo>
                  <a:lnTo>
                    <a:pt x="291179" y="114395"/>
                  </a:lnTo>
                  <a:lnTo>
                    <a:pt x="291179" y="114014"/>
                  </a:lnTo>
                  <a:lnTo>
                    <a:pt x="290894" y="113824"/>
                  </a:lnTo>
                  <a:lnTo>
                    <a:pt x="290894" y="113729"/>
                  </a:lnTo>
                  <a:lnTo>
                    <a:pt x="290894" y="113633"/>
                  </a:lnTo>
                  <a:lnTo>
                    <a:pt x="290798" y="113347"/>
                  </a:lnTo>
                  <a:lnTo>
                    <a:pt x="291560" y="113729"/>
                  </a:lnTo>
                  <a:lnTo>
                    <a:pt x="292227" y="113633"/>
                  </a:lnTo>
                  <a:lnTo>
                    <a:pt x="292513" y="113252"/>
                  </a:lnTo>
                  <a:lnTo>
                    <a:pt x="292132" y="112586"/>
                  </a:lnTo>
                  <a:lnTo>
                    <a:pt x="292132" y="112204"/>
                  </a:lnTo>
                  <a:lnTo>
                    <a:pt x="292322" y="112014"/>
                  </a:lnTo>
                  <a:lnTo>
                    <a:pt x="292513" y="111728"/>
                  </a:lnTo>
                  <a:lnTo>
                    <a:pt x="292894" y="111728"/>
                  </a:lnTo>
                  <a:lnTo>
                    <a:pt x="293275" y="112204"/>
                  </a:lnTo>
                  <a:lnTo>
                    <a:pt x="294037" y="112490"/>
                  </a:lnTo>
                  <a:lnTo>
                    <a:pt x="294704" y="112490"/>
                  </a:lnTo>
                  <a:lnTo>
                    <a:pt x="294989" y="112014"/>
                  </a:lnTo>
                  <a:lnTo>
                    <a:pt x="295180" y="111824"/>
                  </a:lnTo>
                  <a:lnTo>
                    <a:pt x="295656" y="111728"/>
                  </a:lnTo>
                  <a:lnTo>
                    <a:pt x="296608" y="111728"/>
                  </a:lnTo>
                  <a:lnTo>
                    <a:pt x="297466" y="110204"/>
                  </a:lnTo>
                  <a:lnTo>
                    <a:pt x="297085" y="109823"/>
                  </a:lnTo>
                  <a:lnTo>
                    <a:pt x="297275" y="109442"/>
                  </a:lnTo>
                  <a:lnTo>
                    <a:pt x="297561" y="109157"/>
                  </a:lnTo>
                  <a:lnTo>
                    <a:pt x="297942" y="108966"/>
                  </a:lnTo>
                  <a:lnTo>
                    <a:pt x="298513" y="108966"/>
                  </a:lnTo>
                  <a:lnTo>
                    <a:pt x="298418" y="108585"/>
                  </a:lnTo>
                  <a:lnTo>
                    <a:pt x="298228" y="107823"/>
                  </a:lnTo>
                  <a:lnTo>
                    <a:pt x="298132" y="107442"/>
                  </a:lnTo>
                  <a:lnTo>
                    <a:pt x="298895" y="107728"/>
                  </a:lnTo>
                  <a:lnTo>
                    <a:pt x="298704" y="106871"/>
                  </a:lnTo>
                  <a:lnTo>
                    <a:pt x="298228" y="106394"/>
                  </a:lnTo>
                  <a:lnTo>
                    <a:pt x="297561" y="106204"/>
                  </a:lnTo>
                  <a:lnTo>
                    <a:pt x="296704" y="106204"/>
                  </a:lnTo>
                  <a:lnTo>
                    <a:pt x="296704" y="105823"/>
                  </a:lnTo>
                  <a:lnTo>
                    <a:pt x="297466" y="105442"/>
                  </a:lnTo>
                  <a:lnTo>
                    <a:pt x="298323" y="105251"/>
                  </a:lnTo>
                  <a:lnTo>
                    <a:pt x="298990" y="105537"/>
                  </a:lnTo>
                  <a:lnTo>
                    <a:pt x="299180" y="106680"/>
                  </a:lnTo>
                  <a:lnTo>
                    <a:pt x="299561" y="106299"/>
                  </a:lnTo>
                  <a:lnTo>
                    <a:pt x="299847" y="107061"/>
                  </a:lnTo>
                  <a:lnTo>
                    <a:pt x="300228" y="107061"/>
                  </a:lnTo>
                  <a:lnTo>
                    <a:pt x="300133" y="106299"/>
                  </a:lnTo>
                  <a:lnTo>
                    <a:pt x="300038" y="106108"/>
                  </a:lnTo>
                  <a:lnTo>
                    <a:pt x="299847" y="105823"/>
                  </a:lnTo>
                  <a:lnTo>
                    <a:pt x="299847" y="105442"/>
                  </a:lnTo>
                  <a:lnTo>
                    <a:pt x="300228" y="105061"/>
                  </a:lnTo>
                  <a:lnTo>
                    <a:pt x="300514" y="105061"/>
                  </a:lnTo>
                  <a:lnTo>
                    <a:pt x="300514" y="106108"/>
                  </a:lnTo>
                  <a:lnTo>
                    <a:pt x="300704" y="106871"/>
                  </a:lnTo>
                  <a:lnTo>
                    <a:pt x="301085" y="107251"/>
                  </a:lnTo>
                  <a:lnTo>
                    <a:pt x="301752" y="106966"/>
                  </a:lnTo>
                  <a:lnTo>
                    <a:pt x="302133" y="105442"/>
                  </a:lnTo>
                  <a:lnTo>
                    <a:pt x="302514" y="104966"/>
                  </a:lnTo>
                  <a:lnTo>
                    <a:pt x="302800" y="105918"/>
                  </a:lnTo>
                  <a:lnTo>
                    <a:pt x="303181" y="105918"/>
                  </a:lnTo>
                  <a:lnTo>
                    <a:pt x="303562" y="105442"/>
                  </a:lnTo>
                  <a:lnTo>
                    <a:pt x="303657" y="105251"/>
                  </a:lnTo>
                  <a:lnTo>
                    <a:pt x="303562" y="104870"/>
                  </a:lnTo>
                  <a:lnTo>
                    <a:pt x="304324" y="105061"/>
                  </a:lnTo>
                  <a:lnTo>
                    <a:pt x="304990" y="105346"/>
                  </a:lnTo>
                  <a:lnTo>
                    <a:pt x="305467" y="105823"/>
                  </a:lnTo>
                  <a:lnTo>
                    <a:pt x="305657" y="106585"/>
                  </a:lnTo>
                  <a:lnTo>
                    <a:pt x="305753" y="106775"/>
                  </a:lnTo>
                  <a:lnTo>
                    <a:pt x="305848" y="106966"/>
                  </a:lnTo>
                  <a:lnTo>
                    <a:pt x="305943" y="107251"/>
                  </a:lnTo>
                  <a:lnTo>
                    <a:pt x="306038" y="107728"/>
                  </a:lnTo>
                  <a:lnTo>
                    <a:pt x="305943" y="107918"/>
                  </a:lnTo>
                  <a:lnTo>
                    <a:pt x="305657" y="108204"/>
                  </a:lnTo>
                  <a:lnTo>
                    <a:pt x="305371" y="108585"/>
                  </a:lnTo>
                  <a:lnTo>
                    <a:pt x="305371" y="109157"/>
                  </a:lnTo>
                  <a:lnTo>
                    <a:pt x="306133" y="110014"/>
                  </a:lnTo>
                  <a:lnTo>
                    <a:pt x="307086" y="109347"/>
                  </a:lnTo>
                  <a:lnTo>
                    <a:pt x="308229" y="108204"/>
                  </a:lnTo>
                  <a:lnTo>
                    <a:pt x="309372" y="107633"/>
                  </a:lnTo>
                  <a:lnTo>
                    <a:pt x="306896" y="105061"/>
                  </a:lnTo>
                  <a:lnTo>
                    <a:pt x="306229" y="104870"/>
                  </a:lnTo>
                  <a:lnTo>
                    <a:pt x="304419" y="102870"/>
                  </a:lnTo>
                  <a:lnTo>
                    <a:pt x="302895" y="101727"/>
                  </a:lnTo>
                  <a:lnTo>
                    <a:pt x="302228" y="101060"/>
                  </a:lnTo>
                  <a:lnTo>
                    <a:pt x="301657" y="100108"/>
                  </a:lnTo>
                  <a:lnTo>
                    <a:pt x="301371" y="99441"/>
                  </a:lnTo>
                  <a:lnTo>
                    <a:pt x="300990" y="98870"/>
                  </a:lnTo>
                  <a:lnTo>
                    <a:pt x="299847" y="98393"/>
                  </a:lnTo>
                  <a:lnTo>
                    <a:pt x="298037" y="97917"/>
                  </a:lnTo>
                  <a:lnTo>
                    <a:pt x="297085" y="97822"/>
                  </a:lnTo>
                  <a:lnTo>
                    <a:pt x="296323" y="97822"/>
                  </a:lnTo>
                  <a:lnTo>
                    <a:pt x="295561" y="98108"/>
                  </a:lnTo>
                  <a:lnTo>
                    <a:pt x="293465" y="99632"/>
                  </a:lnTo>
                  <a:lnTo>
                    <a:pt x="292513" y="100013"/>
                  </a:lnTo>
                  <a:lnTo>
                    <a:pt x="289370" y="100679"/>
                  </a:lnTo>
                  <a:lnTo>
                    <a:pt x="288322" y="100679"/>
                  </a:lnTo>
                  <a:lnTo>
                    <a:pt x="286131" y="100393"/>
                  </a:lnTo>
                  <a:lnTo>
                    <a:pt x="285179" y="100489"/>
                  </a:lnTo>
                  <a:lnTo>
                    <a:pt x="284797" y="100775"/>
                  </a:lnTo>
                  <a:lnTo>
                    <a:pt x="284321" y="101632"/>
                  </a:lnTo>
                  <a:lnTo>
                    <a:pt x="283845" y="101917"/>
                  </a:lnTo>
                  <a:lnTo>
                    <a:pt x="283369" y="101917"/>
                  </a:lnTo>
                  <a:lnTo>
                    <a:pt x="282797" y="101822"/>
                  </a:lnTo>
                  <a:lnTo>
                    <a:pt x="281845" y="101441"/>
                  </a:lnTo>
                  <a:lnTo>
                    <a:pt x="281178" y="101060"/>
                  </a:lnTo>
                  <a:lnTo>
                    <a:pt x="280988" y="99060"/>
                  </a:lnTo>
                  <a:lnTo>
                    <a:pt x="280416" y="98203"/>
                  </a:lnTo>
                  <a:lnTo>
                    <a:pt x="279368" y="97917"/>
                  </a:lnTo>
                  <a:lnTo>
                    <a:pt x="278511" y="98298"/>
                  </a:lnTo>
                  <a:lnTo>
                    <a:pt x="277082" y="99822"/>
                  </a:lnTo>
                  <a:lnTo>
                    <a:pt x="275272" y="100965"/>
                  </a:lnTo>
                  <a:lnTo>
                    <a:pt x="274511" y="100203"/>
                  </a:lnTo>
                  <a:lnTo>
                    <a:pt x="274320" y="100013"/>
                  </a:lnTo>
                  <a:lnTo>
                    <a:pt x="272891" y="95917"/>
                  </a:lnTo>
                  <a:lnTo>
                    <a:pt x="271272" y="94202"/>
                  </a:lnTo>
                  <a:lnTo>
                    <a:pt x="269748" y="94393"/>
                  </a:lnTo>
                  <a:lnTo>
                    <a:pt x="268033" y="94964"/>
                  </a:lnTo>
                  <a:lnTo>
                    <a:pt x="265938" y="94393"/>
                  </a:lnTo>
                  <a:lnTo>
                    <a:pt x="261842" y="90773"/>
                  </a:lnTo>
                  <a:lnTo>
                    <a:pt x="260318" y="89821"/>
                  </a:lnTo>
                  <a:lnTo>
                    <a:pt x="258128" y="89345"/>
                  </a:lnTo>
                  <a:lnTo>
                    <a:pt x="256985" y="88963"/>
                  </a:lnTo>
                  <a:lnTo>
                    <a:pt x="256222" y="88201"/>
                  </a:lnTo>
                  <a:lnTo>
                    <a:pt x="256127" y="87058"/>
                  </a:lnTo>
                  <a:lnTo>
                    <a:pt x="256699" y="86201"/>
                  </a:lnTo>
                  <a:lnTo>
                    <a:pt x="257461" y="85344"/>
                  </a:lnTo>
                  <a:lnTo>
                    <a:pt x="257937" y="84392"/>
                  </a:lnTo>
                  <a:lnTo>
                    <a:pt x="257937" y="83249"/>
                  </a:lnTo>
                  <a:lnTo>
                    <a:pt x="257365" y="82391"/>
                  </a:lnTo>
                  <a:lnTo>
                    <a:pt x="256413" y="81915"/>
                  </a:lnTo>
                  <a:lnTo>
                    <a:pt x="255365" y="81915"/>
                  </a:lnTo>
                  <a:lnTo>
                    <a:pt x="254413" y="82296"/>
                  </a:lnTo>
                  <a:lnTo>
                    <a:pt x="253555" y="82772"/>
                  </a:lnTo>
                  <a:lnTo>
                    <a:pt x="252603" y="82963"/>
                  </a:lnTo>
                  <a:lnTo>
                    <a:pt x="251460" y="82391"/>
                  </a:lnTo>
                  <a:lnTo>
                    <a:pt x="250793" y="81534"/>
                  </a:lnTo>
                  <a:lnTo>
                    <a:pt x="250317" y="80772"/>
                  </a:lnTo>
                  <a:lnTo>
                    <a:pt x="249650" y="80200"/>
                  </a:lnTo>
                  <a:lnTo>
                    <a:pt x="248412" y="79915"/>
                  </a:lnTo>
                  <a:lnTo>
                    <a:pt x="246221" y="80010"/>
                  </a:lnTo>
                  <a:lnTo>
                    <a:pt x="245269" y="79915"/>
                  </a:lnTo>
                  <a:lnTo>
                    <a:pt x="244221" y="79343"/>
                  </a:lnTo>
                  <a:lnTo>
                    <a:pt x="243935" y="79058"/>
                  </a:lnTo>
                  <a:lnTo>
                    <a:pt x="243554" y="78486"/>
                  </a:lnTo>
                  <a:lnTo>
                    <a:pt x="243269" y="78296"/>
                  </a:lnTo>
                  <a:lnTo>
                    <a:pt x="242506" y="78010"/>
                  </a:lnTo>
                  <a:lnTo>
                    <a:pt x="242125" y="78105"/>
                  </a:lnTo>
                  <a:lnTo>
                    <a:pt x="240411" y="80010"/>
                  </a:lnTo>
                  <a:lnTo>
                    <a:pt x="239649" y="80582"/>
                  </a:lnTo>
                  <a:lnTo>
                    <a:pt x="238792" y="80582"/>
                  </a:lnTo>
                  <a:lnTo>
                    <a:pt x="238506" y="80200"/>
                  </a:lnTo>
                  <a:lnTo>
                    <a:pt x="238315" y="79724"/>
                  </a:lnTo>
                  <a:lnTo>
                    <a:pt x="238220" y="79153"/>
                  </a:lnTo>
                  <a:lnTo>
                    <a:pt x="238220" y="78676"/>
                  </a:lnTo>
                  <a:lnTo>
                    <a:pt x="239268" y="76009"/>
                  </a:lnTo>
                  <a:lnTo>
                    <a:pt x="239554" y="74676"/>
                  </a:lnTo>
                  <a:lnTo>
                    <a:pt x="239554" y="73152"/>
                  </a:lnTo>
                  <a:lnTo>
                    <a:pt x="239458" y="72962"/>
                  </a:lnTo>
                  <a:lnTo>
                    <a:pt x="238982" y="72390"/>
                  </a:lnTo>
                  <a:lnTo>
                    <a:pt x="238887" y="72104"/>
                  </a:lnTo>
                  <a:lnTo>
                    <a:pt x="238887" y="71628"/>
                  </a:lnTo>
                  <a:lnTo>
                    <a:pt x="239078" y="70675"/>
                  </a:lnTo>
                  <a:lnTo>
                    <a:pt x="239078" y="70295"/>
                  </a:lnTo>
                  <a:lnTo>
                    <a:pt x="238792" y="69628"/>
                  </a:lnTo>
                  <a:lnTo>
                    <a:pt x="238411" y="69056"/>
                  </a:lnTo>
                  <a:lnTo>
                    <a:pt x="238125" y="68389"/>
                  </a:lnTo>
                  <a:lnTo>
                    <a:pt x="237935" y="67532"/>
                  </a:lnTo>
                  <a:lnTo>
                    <a:pt x="238601" y="66675"/>
                  </a:lnTo>
                  <a:lnTo>
                    <a:pt x="239078" y="66199"/>
                  </a:lnTo>
                  <a:lnTo>
                    <a:pt x="239173" y="65627"/>
                  </a:lnTo>
                  <a:lnTo>
                    <a:pt x="237935" y="61436"/>
                  </a:lnTo>
                  <a:lnTo>
                    <a:pt x="237649" y="60674"/>
                  </a:lnTo>
                  <a:lnTo>
                    <a:pt x="236791" y="59912"/>
                  </a:lnTo>
                  <a:lnTo>
                    <a:pt x="234696" y="59817"/>
                  </a:lnTo>
                  <a:lnTo>
                    <a:pt x="233553" y="59436"/>
                  </a:lnTo>
                  <a:lnTo>
                    <a:pt x="232791" y="58674"/>
                  </a:lnTo>
                  <a:lnTo>
                    <a:pt x="232505" y="57817"/>
                  </a:lnTo>
                  <a:lnTo>
                    <a:pt x="232410" y="55721"/>
                  </a:lnTo>
                  <a:lnTo>
                    <a:pt x="232315" y="55340"/>
                  </a:lnTo>
                  <a:lnTo>
                    <a:pt x="232029" y="54007"/>
                  </a:lnTo>
                  <a:lnTo>
                    <a:pt x="232029" y="53435"/>
                  </a:lnTo>
                  <a:lnTo>
                    <a:pt x="232220" y="52768"/>
                  </a:lnTo>
                  <a:lnTo>
                    <a:pt x="232791" y="51911"/>
                  </a:lnTo>
                  <a:lnTo>
                    <a:pt x="232981" y="51435"/>
                  </a:lnTo>
                  <a:lnTo>
                    <a:pt x="234220" y="45625"/>
                  </a:lnTo>
                  <a:lnTo>
                    <a:pt x="234696" y="44482"/>
                  </a:lnTo>
                  <a:lnTo>
                    <a:pt x="235267" y="43815"/>
                  </a:lnTo>
                  <a:lnTo>
                    <a:pt x="236315" y="43720"/>
                  </a:lnTo>
                  <a:lnTo>
                    <a:pt x="236982" y="44482"/>
                  </a:lnTo>
                  <a:lnTo>
                    <a:pt x="237554" y="45434"/>
                  </a:lnTo>
                  <a:lnTo>
                    <a:pt x="238411" y="46101"/>
                  </a:lnTo>
                  <a:lnTo>
                    <a:pt x="239554" y="46101"/>
                  </a:lnTo>
                  <a:lnTo>
                    <a:pt x="240221" y="45529"/>
                  </a:lnTo>
                  <a:lnTo>
                    <a:pt x="241173" y="42577"/>
                  </a:lnTo>
                  <a:lnTo>
                    <a:pt x="241554" y="41720"/>
                  </a:lnTo>
                  <a:lnTo>
                    <a:pt x="242697" y="39910"/>
                  </a:lnTo>
                  <a:lnTo>
                    <a:pt x="243173" y="38862"/>
                  </a:lnTo>
                  <a:lnTo>
                    <a:pt x="243364" y="37052"/>
                  </a:lnTo>
                  <a:lnTo>
                    <a:pt x="243745" y="36004"/>
                  </a:lnTo>
                  <a:lnTo>
                    <a:pt x="244412" y="35433"/>
                  </a:lnTo>
                  <a:lnTo>
                    <a:pt x="246126" y="34385"/>
                  </a:lnTo>
                  <a:lnTo>
                    <a:pt x="246507" y="33718"/>
                  </a:lnTo>
                  <a:lnTo>
                    <a:pt x="246031" y="32957"/>
                  </a:lnTo>
                  <a:lnTo>
                    <a:pt x="244888" y="32861"/>
                  </a:lnTo>
                  <a:lnTo>
                    <a:pt x="243649" y="32957"/>
                  </a:lnTo>
                  <a:lnTo>
                    <a:pt x="242888" y="32957"/>
                  </a:lnTo>
                  <a:lnTo>
                    <a:pt x="242888" y="32861"/>
                  </a:lnTo>
                  <a:lnTo>
                    <a:pt x="242030" y="31337"/>
                  </a:lnTo>
                  <a:lnTo>
                    <a:pt x="240411" y="30099"/>
                  </a:lnTo>
                  <a:lnTo>
                    <a:pt x="239839" y="29337"/>
                  </a:lnTo>
                  <a:lnTo>
                    <a:pt x="239458" y="28956"/>
                  </a:lnTo>
                  <a:lnTo>
                    <a:pt x="238887" y="28861"/>
                  </a:lnTo>
                  <a:lnTo>
                    <a:pt x="238411" y="29051"/>
                  </a:lnTo>
                  <a:lnTo>
                    <a:pt x="238030" y="29813"/>
                  </a:lnTo>
                  <a:lnTo>
                    <a:pt x="237649" y="30004"/>
                  </a:lnTo>
                  <a:lnTo>
                    <a:pt x="236506" y="29813"/>
                  </a:lnTo>
                  <a:lnTo>
                    <a:pt x="235934" y="29146"/>
                  </a:lnTo>
                  <a:lnTo>
                    <a:pt x="235553" y="28289"/>
                  </a:lnTo>
                  <a:lnTo>
                    <a:pt x="234982" y="27432"/>
                  </a:lnTo>
                  <a:lnTo>
                    <a:pt x="234220" y="26956"/>
                  </a:lnTo>
                  <a:lnTo>
                    <a:pt x="231553" y="26289"/>
                  </a:lnTo>
                  <a:lnTo>
                    <a:pt x="230696" y="25908"/>
                  </a:lnTo>
                  <a:lnTo>
                    <a:pt x="230029" y="25717"/>
                  </a:lnTo>
                  <a:lnTo>
                    <a:pt x="229553" y="26003"/>
                  </a:lnTo>
                  <a:lnTo>
                    <a:pt x="229362" y="27242"/>
                  </a:lnTo>
                  <a:lnTo>
                    <a:pt x="228505" y="27718"/>
                  </a:lnTo>
                  <a:lnTo>
                    <a:pt x="220980" y="29718"/>
                  </a:lnTo>
                  <a:lnTo>
                    <a:pt x="219932" y="29908"/>
                  </a:lnTo>
                  <a:lnTo>
                    <a:pt x="218885" y="29908"/>
                  </a:lnTo>
                  <a:lnTo>
                    <a:pt x="217741" y="29718"/>
                  </a:lnTo>
                  <a:lnTo>
                    <a:pt x="216598" y="29242"/>
                  </a:lnTo>
                  <a:lnTo>
                    <a:pt x="216217" y="28575"/>
                  </a:lnTo>
                  <a:lnTo>
                    <a:pt x="216027" y="26479"/>
                  </a:lnTo>
                  <a:lnTo>
                    <a:pt x="214979" y="24479"/>
                  </a:lnTo>
                  <a:lnTo>
                    <a:pt x="213265" y="23432"/>
                  </a:lnTo>
                  <a:lnTo>
                    <a:pt x="211264" y="22955"/>
                  </a:lnTo>
                  <a:lnTo>
                    <a:pt x="208407" y="22574"/>
                  </a:lnTo>
                  <a:lnTo>
                    <a:pt x="204311" y="22860"/>
                  </a:lnTo>
                  <a:lnTo>
                    <a:pt x="203835" y="23146"/>
                  </a:lnTo>
                  <a:lnTo>
                    <a:pt x="202978" y="24860"/>
                  </a:lnTo>
                  <a:lnTo>
                    <a:pt x="202311" y="25241"/>
                  </a:lnTo>
                  <a:lnTo>
                    <a:pt x="201454" y="25527"/>
                  </a:lnTo>
                  <a:lnTo>
                    <a:pt x="199835" y="25717"/>
                  </a:lnTo>
                  <a:lnTo>
                    <a:pt x="199358" y="25622"/>
                  </a:lnTo>
                  <a:lnTo>
                    <a:pt x="198501" y="25337"/>
                  </a:lnTo>
                  <a:lnTo>
                    <a:pt x="197929" y="25432"/>
                  </a:lnTo>
                  <a:lnTo>
                    <a:pt x="197644" y="25717"/>
                  </a:lnTo>
                  <a:lnTo>
                    <a:pt x="197453" y="26194"/>
                  </a:lnTo>
                  <a:lnTo>
                    <a:pt x="197263" y="26575"/>
                  </a:lnTo>
                  <a:lnTo>
                    <a:pt x="196787" y="26765"/>
                  </a:lnTo>
                  <a:lnTo>
                    <a:pt x="195834" y="26003"/>
                  </a:lnTo>
                  <a:lnTo>
                    <a:pt x="192881" y="22670"/>
                  </a:lnTo>
                  <a:lnTo>
                    <a:pt x="192214" y="21622"/>
                  </a:lnTo>
                  <a:lnTo>
                    <a:pt x="192214" y="21622"/>
                  </a:lnTo>
                  <a:lnTo>
                    <a:pt x="192214" y="21622"/>
                  </a:lnTo>
                  <a:lnTo>
                    <a:pt x="192214" y="21622"/>
                  </a:lnTo>
                  <a:lnTo>
                    <a:pt x="191357" y="20479"/>
                  </a:lnTo>
                  <a:lnTo>
                    <a:pt x="190786" y="20193"/>
                  </a:lnTo>
                  <a:lnTo>
                    <a:pt x="190214" y="20003"/>
                  </a:lnTo>
                  <a:lnTo>
                    <a:pt x="189547" y="19717"/>
                  </a:lnTo>
                  <a:lnTo>
                    <a:pt x="188595" y="18669"/>
                  </a:lnTo>
                  <a:lnTo>
                    <a:pt x="188023" y="18288"/>
                  </a:lnTo>
                  <a:lnTo>
                    <a:pt x="186690" y="18288"/>
                  </a:lnTo>
                  <a:lnTo>
                    <a:pt x="185166" y="17812"/>
                  </a:lnTo>
                  <a:lnTo>
                    <a:pt x="181451" y="17621"/>
                  </a:lnTo>
                  <a:lnTo>
                    <a:pt x="180689" y="17336"/>
                  </a:lnTo>
                  <a:lnTo>
                    <a:pt x="180022" y="16478"/>
                  </a:lnTo>
                  <a:lnTo>
                    <a:pt x="179832" y="15430"/>
                  </a:lnTo>
                  <a:lnTo>
                    <a:pt x="179832" y="15145"/>
                  </a:lnTo>
                  <a:lnTo>
                    <a:pt x="179832" y="13049"/>
                  </a:lnTo>
                  <a:lnTo>
                    <a:pt x="179451" y="11906"/>
                  </a:lnTo>
                  <a:lnTo>
                    <a:pt x="179070" y="11430"/>
                  </a:lnTo>
                  <a:lnTo>
                    <a:pt x="178879" y="11144"/>
                  </a:lnTo>
                  <a:lnTo>
                    <a:pt x="176594" y="9620"/>
                  </a:lnTo>
                  <a:lnTo>
                    <a:pt x="176117" y="8954"/>
                  </a:lnTo>
                  <a:lnTo>
                    <a:pt x="175070" y="6763"/>
                  </a:lnTo>
                  <a:lnTo>
                    <a:pt x="175070" y="6763"/>
                  </a:lnTo>
                  <a:lnTo>
                    <a:pt x="174403" y="5525"/>
                  </a:lnTo>
                  <a:lnTo>
                    <a:pt x="174117" y="5239"/>
                  </a:lnTo>
                  <a:lnTo>
                    <a:pt x="173546" y="4953"/>
                  </a:lnTo>
                  <a:lnTo>
                    <a:pt x="173164" y="5048"/>
                  </a:lnTo>
                  <a:lnTo>
                    <a:pt x="172783" y="5239"/>
                  </a:lnTo>
                  <a:lnTo>
                    <a:pt x="172307" y="5239"/>
                  </a:lnTo>
                  <a:lnTo>
                    <a:pt x="171545" y="4858"/>
                  </a:lnTo>
                  <a:lnTo>
                    <a:pt x="170688" y="4286"/>
                  </a:lnTo>
                  <a:lnTo>
                    <a:pt x="169831" y="3524"/>
                  </a:lnTo>
                  <a:lnTo>
                    <a:pt x="169164" y="2762"/>
                  </a:lnTo>
                  <a:lnTo>
                    <a:pt x="168783" y="1714"/>
                  </a:lnTo>
                  <a:lnTo>
                    <a:pt x="168592" y="667"/>
                  </a:lnTo>
                  <a:lnTo>
                    <a:pt x="168212" y="0"/>
                  </a:lnTo>
                  <a:lnTo>
                    <a:pt x="167259" y="0"/>
                  </a:lnTo>
                  <a:lnTo>
                    <a:pt x="166592" y="381"/>
                  </a:lnTo>
                  <a:lnTo>
                    <a:pt x="164782" y="2000"/>
                  </a:lnTo>
                  <a:lnTo>
                    <a:pt x="164306" y="2572"/>
                  </a:lnTo>
                  <a:lnTo>
                    <a:pt x="163925" y="3620"/>
                  </a:lnTo>
                  <a:lnTo>
                    <a:pt x="163735" y="4667"/>
                  </a:lnTo>
                  <a:lnTo>
                    <a:pt x="163354" y="5620"/>
                  </a:lnTo>
                  <a:lnTo>
                    <a:pt x="162496" y="6287"/>
                  </a:lnTo>
                  <a:lnTo>
                    <a:pt x="161925" y="6382"/>
                  </a:lnTo>
                  <a:lnTo>
                    <a:pt x="161544" y="6287"/>
                  </a:lnTo>
                  <a:lnTo>
                    <a:pt x="161258" y="6096"/>
                  </a:lnTo>
                  <a:lnTo>
                    <a:pt x="160877" y="6001"/>
                  </a:lnTo>
                  <a:lnTo>
                    <a:pt x="160687" y="5905"/>
                  </a:lnTo>
                  <a:lnTo>
                    <a:pt x="160306" y="5620"/>
                  </a:lnTo>
                  <a:lnTo>
                    <a:pt x="160211" y="5525"/>
                  </a:lnTo>
                  <a:lnTo>
                    <a:pt x="159925" y="5620"/>
                  </a:lnTo>
                  <a:lnTo>
                    <a:pt x="159829" y="5810"/>
                  </a:lnTo>
                  <a:lnTo>
                    <a:pt x="159734" y="6096"/>
                  </a:lnTo>
                  <a:lnTo>
                    <a:pt x="159544" y="6287"/>
                  </a:lnTo>
                  <a:lnTo>
                    <a:pt x="155257" y="7525"/>
                  </a:lnTo>
                  <a:lnTo>
                    <a:pt x="154496" y="7811"/>
                  </a:lnTo>
                  <a:lnTo>
                    <a:pt x="152876" y="8954"/>
                  </a:lnTo>
                  <a:lnTo>
                    <a:pt x="151066" y="9906"/>
                  </a:lnTo>
                  <a:lnTo>
                    <a:pt x="149162" y="11621"/>
                  </a:lnTo>
                  <a:lnTo>
                    <a:pt x="148590" y="11906"/>
                  </a:lnTo>
                  <a:lnTo>
                    <a:pt x="147828" y="11811"/>
                  </a:lnTo>
                  <a:lnTo>
                    <a:pt x="146399" y="10954"/>
                  </a:lnTo>
                  <a:lnTo>
                    <a:pt x="145637" y="10858"/>
                  </a:lnTo>
                  <a:lnTo>
                    <a:pt x="145066" y="11335"/>
                  </a:lnTo>
                  <a:lnTo>
                    <a:pt x="144875" y="12192"/>
                  </a:lnTo>
                  <a:lnTo>
                    <a:pt x="144780" y="13145"/>
                  </a:lnTo>
                  <a:lnTo>
                    <a:pt x="144589" y="13907"/>
                  </a:lnTo>
                  <a:lnTo>
                    <a:pt x="143256" y="15050"/>
                  </a:lnTo>
                  <a:lnTo>
                    <a:pt x="141922" y="15240"/>
                  </a:lnTo>
                  <a:lnTo>
                    <a:pt x="141256" y="15812"/>
                  </a:lnTo>
                  <a:lnTo>
                    <a:pt x="142780" y="23241"/>
                  </a:lnTo>
                  <a:lnTo>
                    <a:pt x="142875" y="24384"/>
                  </a:lnTo>
                  <a:lnTo>
                    <a:pt x="142685" y="24955"/>
                  </a:lnTo>
                  <a:lnTo>
                    <a:pt x="140113" y="26575"/>
                  </a:lnTo>
                  <a:lnTo>
                    <a:pt x="139541" y="27242"/>
                  </a:lnTo>
                  <a:lnTo>
                    <a:pt x="137731" y="29813"/>
                  </a:lnTo>
                  <a:lnTo>
                    <a:pt x="137065" y="30480"/>
                  </a:lnTo>
                  <a:lnTo>
                    <a:pt x="136303" y="30956"/>
                  </a:lnTo>
                  <a:lnTo>
                    <a:pt x="135350" y="31337"/>
                  </a:lnTo>
                  <a:lnTo>
                    <a:pt x="134303" y="31433"/>
                  </a:lnTo>
                  <a:lnTo>
                    <a:pt x="132493" y="30861"/>
                  </a:lnTo>
                  <a:lnTo>
                    <a:pt x="131445" y="30766"/>
                  </a:lnTo>
                  <a:lnTo>
                    <a:pt x="131159" y="30956"/>
                  </a:lnTo>
                  <a:lnTo>
                    <a:pt x="130588" y="31623"/>
                  </a:lnTo>
                  <a:lnTo>
                    <a:pt x="130302" y="31718"/>
                  </a:lnTo>
                  <a:lnTo>
                    <a:pt x="129826" y="31623"/>
                  </a:lnTo>
                  <a:lnTo>
                    <a:pt x="129540" y="31433"/>
                  </a:lnTo>
                  <a:lnTo>
                    <a:pt x="129349" y="31242"/>
                  </a:lnTo>
                  <a:lnTo>
                    <a:pt x="129064" y="31051"/>
                  </a:lnTo>
                  <a:lnTo>
                    <a:pt x="128873" y="30766"/>
                  </a:lnTo>
                  <a:lnTo>
                    <a:pt x="128969" y="30480"/>
                  </a:lnTo>
                  <a:lnTo>
                    <a:pt x="128969" y="30194"/>
                  </a:lnTo>
                  <a:lnTo>
                    <a:pt x="128492" y="30099"/>
                  </a:lnTo>
                  <a:lnTo>
                    <a:pt x="128397" y="30289"/>
                  </a:lnTo>
                  <a:lnTo>
                    <a:pt x="127445" y="31337"/>
                  </a:lnTo>
                  <a:lnTo>
                    <a:pt x="124015" y="34195"/>
                  </a:lnTo>
                  <a:lnTo>
                    <a:pt x="122968" y="35338"/>
                  </a:lnTo>
                  <a:lnTo>
                    <a:pt x="118396" y="38291"/>
                  </a:lnTo>
                  <a:lnTo>
                    <a:pt x="118015" y="38481"/>
                  </a:lnTo>
                  <a:lnTo>
                    <a:pt x="117253" y="38576"/>
                  </a:lnTo>
                  <a:lnTo>
                    <a:pt x="116491" y="38195"/>
                  </a:lnTo>
                  <a:lnTo>
                    <a:pt x="115348" y="37529"/>
                  </a:lnTo>
                  <a:lnTo>
                    <a:pt x="112490" y="36195"/>
                  </a:lnTo>
                  <a:lnTo>
                    <a:pt x="111823" y="35433"/>
                  </a:lnTo>
                  <a:lnTo>
                    <a:pt x="111442" y="34290"/>
                  </a:lnTo>
                  <a:lnTo>
                    <a:pt x="111442" y="33052"/>
                  </a:lnTo>
                  <a:lnTo>
                    <a:pt x="111633" y="31813"/>
                  </a:lnTo>
                  <a:lnTo>
                    <a:pt x="112109" y="30671"/>
                  </a:lnTo>
                  <a:lnTo>
                    <a:pt x="110680" y="30671"/>
                  </a:lnTo>
                  <a:lnTo>
                    <a:pt x="106204" y="32290"/>
                  </a:lnTo>
                  <a:lnTo>
                    <a:pt x="104680" y="32385"/>
                  </a:lnTo>
                  <a:lnTo>
                    <a:pt x="104013" y="32575"/>
                  </a:lnTo>
                  <a:lnTo>
                    <a:pt x="103251" y="33052"/>
                  </a:lnTo>
                  <a:lnTo>
                    <a:pt x="102870" y="33528"/>
                  </a:lnTo>
                  <a:lnTo>
                    <a:pt x="102203" y="34671"/>
                  </a:lnTo>
                  <a:lnTo>
                    <a:pt x="101727" y="35147"/>
                  </a:lnTo>
                  <a:lnTo>
                    <a:pt x="100584" y="36671"/>
                  </a:lnTo>
                  <a:lnTo>
                    <a:pt x="100108" y="38291"/>
                  </a:lnTo>
                  <a:lnTo>
                    <a:pt x="99727" y="41720"/>
                  </a:lnTo>
                  <a:lnTo>
                    <a:pt x="99536" y="42577"/>
                  </a:lnTo>
                  <a:lnTo>
                    <a:pt x="98870" y="44291"/>
                  </a:lnTo>
                  <a:lnTo>
                    <a:pt x="98584" y="45149"/>
                  </a:lnTo>
                  <a:lnTo>
                    <a:pt x="98584" y="46006"/>
                  </a:lnTo>
                  <a:lnTo>
                    <a:pt x="98679" y="46768"/>
                  </a:lnTo>
                  <a:lnTo>
                    <a:pt x="98584" y="47530"/>
                  </a:lnTo>
                  <a:lnTo>
                    <a:pt x="98012" y="48196"/>
                  </a:lnTo>
                  <a:lnTo>
                    <a:pt x="97250" y="48673"/>
                  </a:lnTo>
                  <a:lnTo>
                    <a:pt x="96774" y="48101"/>
                  </a:lnTo>
                  <a:lnTo>
                    <a:pt x="96203" y="47625"/>
                  </a:lnTo>
                  <a:lnTo>
                    <a:pt x="95440" y="47434"/>
                  </a:lnTo>
                  <a:lnTo>
                    <a:pt x="94964" y="47149"/>
                  </a:lnTo>
                  <a:lnTo>
                    <a:pt x="94202" y="45720"/>
                  </a:lnTo>
                  <a:lnTo>
                    <a:pt x="93726" y="45149"/>
                  </a:lnTo>
                  <a:lnTo>
                    <a:pt x="93440" y="45053"/>
                  </a:lnTo>
                  <a:lnTo>
                    <a:pt x="92583" y="44958"/>
                  </a:lnTo>
                  <a:lnTo>
                    <a:pt x="92297" y="44863"/>
                  </a:lnTo>
                  <a:lnTo>
                    <a:pt x="91059" y="43529"/>
                  </a:lnTo>
                  <a:lnTo>
                    <a:pt x="90678" y="43339"/>
                  </a:lnTo>
                  <a:lnTo>
                    <a:pt x="90297" y="42958"/>
                  </a:lnTo>
                  <a:lnTo>
                    <a:pt x="89249" y="41243"/>
                  </a:lnTo>
                  <a:lnTo>
                    <a:pt x="89059" y="40767"/>
                  </a:lnTo>
                  <a:lnTo>
                    <a:pt x="88487" y="40100"/>
                  </a:lnTo>
                  <a:lnTo>
                    <a:pt x="84868" y="36862"/>
                  </a:lnTo>
                  <a:lnTo>
                    <a:pt x="81248" y="32480"/>
                  </a:lnTo>
                  <a:lnTo>
                    <a:pt x="80677" y="32099"/>
                  </a:lnTo>
                  <a:lnTo>
                    <a:pt x="78391" y="33433"/>
                  </a:lnTo>
                  <a:lnTo>
                    <a:pt x="77629" y="33909"/>
                  </a:lnTo>
                  <a:lnTo>
                    <a:pt x="77248" y="34576"/>
                  </a:lnTo>
                  <a:lnTo>
                    <a:pt x="76962" y="35433"/>
                  </a:lnTo>
                  <a:lnTo>
                    <a:pt x="76486" y="36290"/>
                  </a:lnTo>
                  <a:lnTo>
                    <a:pt x="75343" y="37624"/>
                  </a:lnTo>
                  <a:lnTo>
                    <a:pt x="75247" y="38195"/>
                  </a:lnTo>
                  <a:lnTo>
                    <a:pt x="75533" y="40576"/>
                  </a:lnTo>
                  <a:lnTo>
                    <a:pt x="75629" y="41053"/>
                  </a:lnTo>
                  <a:lnTo>
                    <a:pt x="75343" y="41624"/>
                  </a:lnTo>
                  <a:lnTo>
                    <a:pt x="73628" y="44101"/>
                  </a:lnTo>
                  <a:lnTo>
                    <a:pt x="73057" y="44482"/>
                  </a:lnTo>
                  <a:lnTo>
                    <a:pt x="72104" y="44291"/>
                  </a:lnTo>
                  <a:lnTo>
                    <a:pt x="71438" y="43910"/>
                  </a:lnTo>
                  <a:lnTo>
                    <a:pt x="70104" y="42386"/>
                  </a:lnTo>
                  <a:lnTo>
                    <a:pt x="68199" y="39148"/>
                  </a:lnTo>
                  <a:lnTo>
                    <a:pt x="67818" y="38386"/>
                  </a:lnTo>
                  <a:lnTo>
                    <a:pt x="67723" y="37338"/>
                  </a:lnTo>
                  <a:lnTo>
                    <a:pt x="67818" y="36386"/>
                  </a:lnTo>
                  <a:lnTo>
                    <a:pt x="67723" y="35624"/>
                  </a:lnTo>
                  <a:lnTo>
                    <a:pt x="66961" y="35242"/>
                  </a:lnTo>
                  <a:lnTo>
                    <a:pt x="66485" y="34576"/>
                  </a:lnTo>
                  <a:lnTo>
                    <a:pt x="65913" y="34004"/>
                  </a:lnTo>
                  <a:lnTo>
                    <a:pt x="65341" y="33528"/>
                  </a:lnTo>
                  <a:lnTo>
                    <a:pt x="64675" y="33147"/>
                  </a:lnTo>
                  <a:lnTo>
                    <a:pt x="63437" y="32766"/>
                  </a:lnTo>
                  <a:lnTo>
                    <a:pt x="62770" y="32861"/>
                  </a:lnTo>
                  <a:lnTo>
                    <a:pt x="60674" y="36576"/>
                  </a:lnTo>
                  <a:lnTo>
                    <a:pt x="59722" y="39148"/>
                  </a:lnTo>
                  <a:lnTo>
                    <a:pt x="59341" y="39719"/>
                  </a:lnTo>
                  <a:lnTo>
                    <a:pt x="58483" y="40481"/>
                  </a:lnTo>
                  <a:lnTo>
                    <a:pt x="55340" y="42100"/>
                  </a:lnTo>
                  <a:lnTo>
                    <a:pt x="53912" y="43243"/>
                  </a:lnTo>
                  <a:lnTo>
                    <a:pt x="53340" y="44863"/>
                  </a:lnTo>
                  <a:lnTo>
                    <a:pt x="53435" y="45339"/>
                  </a:lnTo>
                  <a:lnTo>
                    <a:pt x="54102" y="46101"/>
                  </a:lnTo>
                  <a:lnTo>
                    <a:pt x="54197" y="46672"/>
                  </a:lnTo>
                  <a:lnTo>
                    <a:pt x="54007" y="47149"/>
                  </a:lnTo>
                  <a:lnTo>
                    <a:pt x="51340" y="48958"/>
                  </a:lnTo>
                  <a:lnTo>
                    <a:pt x="50482" y="49339"/>
                  </a:lnTo>
                  <a:lnTo>
                    <a:pt x="49625" y="49530"/>
                  </a:lnTo>
                  <a:lnTo>
                    <a:pt x="48863" y="50006"/>
                  </a:lnTo>
                  <a:lnTo>
                    <a:pt x="48863" y="50768"/>
                  </a:lnTo>
                  <a:lnTo>
                    <a:pt x="49054" y="51721"/>
                  </a:lnTo>
                  <a:lnTo>
                    <a:pt x="48863" y="52673"/>
                  </a:lnTo>
                  <a:lnTo>
                    <a:pt x="48006" y="53245"/>
                  </a:lnTo>
                  <a:lnTo>
                    <a:pt x="46958" y="53245"/>
                  </a:lnTo>
                  <a:lnTo>
                    <a:pt x="45911" y="52864"/>
                  </a:lnTo>
                  <a:lnTo>
                    <a:pt x="44196" y="51625"/>
                  </a:lnTo>
                  <a:lnTo>
                    <a:pt x="42291" y="51054"/>
                  </a:lnTo>
                  <a:lnTo>
                    <a:pt x="41434" y="50578"/>
                  </a:lnTo>
                  <a:lnTo>
                    <a:pt x="40957" y="50006"/>
                  </a:lnTo>
                  <a:lnTo>
                    <a:pt x="39148" y="46387"/>
                  </a:lnTo>
                  <a:lnTo>
                    <a:pt x="38862" y="45339"/>
                  </a:lnTo>
                  <a:lnTo>
                    <a:pt x="38481" y="44387"/>
                  </a:lnTo>
                  <a:lnTo>
                    <a:pt x="37814" y="43529"/>
                  </a:lnTo>
                  <a:lnTo>
                    <a:pt x="36862" y="43053"/>
                  </a:lnTo>
                  <a:lnTo>
                    <a:pt x="34671" y="42577"/>
                  </a:lnTo>
                  <a:lnTo>
                    <a:pt x="33623" y="42196"/>
                  </a:lnTo>
                  <a:lnTo>
                    <a:pt x="30480" y="39624"/>
                  </a:lnTo>
                  <a:lnTo>
                    <a:pt x="29432" y="39148"/>
                  </a:lnTo>
                  <a:lnTo>
                    <a:pt x="27337" y="38767"/>
                  </a:lnTo>
                  <a:lnTo>
                    <a:pt x="26289" y="38386"/>
                  </a:lnTo>
                  <a:lnTo>
                    <a:pt x="25908" y="38100"/>
                  </a:lnTo>
                  <a:lnTo>
                    <a:pt x="25146" y="37243"/>
                  </a:lnTo>
                  <a:lnTo>
                    <a:pt x="24860" y="37052"/>
                  </a:lnTo>
                  <a:lnTo>
                    <a:pt x="24289" y="37147"/>
                  </a:lnTo>
                  <a:lnTo>
                    <a:pt x="24003" y="37529"/>
                  </a:lnTo>
                  <a:lnTo>
                    <a:pt x="23717" y="37909"/>
                  </a:lnTo>
                  <a:lnTo>
                    <a:pt x="23336" y="38195"/>
                  </a:lnTo>
                  <a:lnTo>
                    <a:pt x="22098" y="38195"/>
                  </a:lnTo>
                  <a:lnTo>
                    <a:pt x="21717" y="37529"/>
                  </a:lnTo>
                  <a:lnTo>
                    <a:pt x="21622" y="36481"/>
                  </a:lnTo>
                  <a:lnTo>
                    <a:pt x="21050" y="35338"/>
                  </a:lnTo>
                  <a:lnTo>
                    <a:pt x="19907" y="34480"/>
                  </a:lnTo>
                  <a:lnTo>
                    <a:pt x="18479" y="34004"/>
                  </a:lnTo>
                  <a:lnTo>
                    <a:pt x="17145" y="34195"/>
                  </a:lnTo>
                  <a:lnTo>
                    <a:pt x="16288" y="35338"/>
                  </a:lnTo>
                  <a:lnTo>
                    <a:pt x="16288" y="35338"/>
                  </a:lnTo>
                  <a:lnTo>
                    <a:pt x="15716" y="37338"/>
                  </a:lnTo>
                  <a:lnTo>
                    <a:pt x="15335" y="38291"/>
                  </a:lnTo>
                  <a:lnTo>
                    <a:pt x="14669" y="39053"/>
                  </a:lnTo>
                  <a:lnTo>
                    <a:pt x="14097" y="39243"/>
                  </a:lnTo>
                  <a:lnTo>
                    <a:pt x="13525" y="39243"/>
                  </a:lnTo>
                  <a:lnTo>
                    <a:pt x="12954" y="39338"/>
                  </a:lnTo>
                  <a:lnTo>
                    <a:pt x="12573" y="39719"/>
                  </a:lnTo>
                  <a:lnTo>
                    <a:pt x="12573" y="40386"/>
                  </a:lnTo>
                  <a:lnTo>
                    <a:pt x="12954" y="40767"/>
                  </a:lnTo>
                  <a:lnTo>
                    <a:pt x="13430" y="41053"/>
                  </a:lnTo>
                  <a:lnTo>
                    <a:pt x="13716" y="41434"/>
                  </a:lnTo>
                  <a:lnTo>
                    <a:pt x="13906" y="41910"/>
                  </a:lnTo>
                  <a:lnTo>
                    <a:pt x="14002" y="42005"/>
                  </a:lnTo>
                  <a:lnTo>
                    <a:pt x="13621" y="42767"/>
                  </a:lnTo>
                  <a:lnTo>
                    <a:pt x="7048" y="49625"/>
                  </a:lnTo>
                  <a:lnTo>
                    <a:pt x="6477" y="50673"/>
                  </a:lnTo>
                  <a:lnTo>
                    <a:pt x="6191" y="52578"/>
                  </a:lnTo>
                  <a:lnTo>
                    <a:pt x="5905" y="53530"/>
                  </a:lnTo>
                  <a:lnTo>
                    <a:pt x="5239" y="54388"/>
                  </a:lnTo>
                  <a:lnTo>
                    <a:pt x="4477" y="54292"/>
                  </a:lnTo>
                  <a:lnTo>
                    <a:pt x="3620" y="53816"/>
                  </a:lnTo>
                  <a:lnTo>
                    <a:pt x="2477" y="53530"/>
                  </a:lnTo>
                  <a:lnTo>
                    <a:pt x="1524" y="53816"/>
                  </a:lnTo>
                  <a:lnTo>
                    <a:pt x="571" y="54388"/>
                  </a:lnTo>
                  <a:lnTo>
                    <a:pt x="0" y="55150"/>
                  </a:lnTo>
                  <a:lnTo>
                    <a:pt x="381" y="55912"/>
                  </a:lnTo>
                  <a:lnTo>
                    <a:pt x="667" y="56483"/>
                  </a:lnTo>
                  <a:lnTo>
                    <a:pt x="1238" y="58293"/>
                  </a:lnTo>
                  <a:lnTo>
                    <a:pt x="1429" y="58483"/>
                  </a:lnTo>
                  <a:lnTo>
                    <a:pt x="1905" y="58864"/>
                  </a:lnTo>
                  <a:lnTo>
                    <a:pt x="2096" y="59150"/>
                  </a:lnTo>
                  <a:lnTo>
                    <a:pt x="2096" y="59436"/>
                  </a:lnTo>
                  <a:lnTo>
                    <a:pt x="1905" y="60103"/>
                  </a:lnTo>
                  <a:lnTo>
                    <a:pt x="2000" y="60484"/>
                  </a:lnTo>
                  <a:lnTo>
                    <a:pt x="2762" y="61341"/>
                  </a:lnTo>
                  <a:lnTo>
                    <a:pt x="3715" y="62008"/>
                  </a:lnTo>
                  <a:lnTo>
                    <a:pt x="4477" y="62770"/>
                  </a:lnTo>
                  <a:lnTo>
                    <a:pt x="4858" y="63913"/>
                  </a:lnTo>
                  <a:lnTo>
                    <a:pt x="5905" y="64865"/>
                  </a:lnTo>
                  <a:lnTo>
                    <a:pt x="9049" y="66484"/>
                  </a:lnTo>
                  <a:lnTo>
                    <a:pt x="12859" y="70199"/>
                  </a:lnTo>
                  <a:lnTo>
                    <a:pt x="14478" y="71152"/>
                  </a:lnTo>
                  <a:lnTo>
                    <a:pt x="14954" y="71628"/>
                  </a:lnTo>
                  <a:lnTo>
                    <a:pt x="15335" y="72200"/>
                  </a:lnTo>
                  <a:lnTo>
                    <a:pt x="15812" y="73628"/>
                  </a:lnTo>
                  <a:lnTo>
                    <a:pt x="16192" y="74295"/>
                  </a:lnTo>
                  <a:lnTo>
                    <a:pt x="17240" y="75152"/>
                  </a:lnTo>
                  <a:lnTo>
                    <a:pt x="18574" y="75914"/>
                  </a:lnTo>
                  <a:lnTo>
                    <a:pt x="19336" y="76581"/>
                  </a:lnTo>
                  <a:lnTo>
                    <a:pt x="18860" y="77248"/>
                  </a:lnTo>
                  <a:lnTo>
                    <a:pt x="18669" y="77438"/>
                  </a:lnTo>
                  <a:lnTo>
                    <a:pt x="18574" y="77629"/>
                  </a:lnTo>
                  <a:lnTo>
                    <a:pt x="18479" y="77819"/>
                  </a:lnTo>
                  <a:lnTo>
                    <a:pt x="18479" y="78010"/>
                  </a:lnTo>
                  <a:lnTo>
                    <a:pt x="19050" y="80105"/>
                  </a:lnTo>
                  <a:lnTo>
                    <a:pt x="21050" y="81153"/>
                  </a:lnTo>
                  <a:lnTo>
                    <a:pt x="23431" y="81915"/>
                  </a:lnTo>
                  <a:lnTo>
                    <a:pt x="25051" y="83249"/>
                  </a:lnTo>
                  <a:lnTo>
                    <a:pt x="26861" y="87344"/>
                  </a:lnTo>
                  <a:lnTo>
                    <a:pt x="27337" y="89630"/>
                  </a:lnTo>
                  <a:lnTo>
                    <a:pt x="27051" y="92964"/>
                  </a:lnTo>
                  <a:lnTo>
                    <a:pt x="27146" y="94297"/>
                  </a:lnTo>
                  <a:lnTo>
                    <a:pt x="27432" y="95536"/>
                  </a:lnTo>
                  <a:lnTo>
                    <a:pt x="27813" y="96393"/>
                  </a:lnTo>
                  <a:lnTo>
                    <a:pt x="28194" y="96964"/>
                  </a:lnTo>
                  <a:lnTo>
                    <a:pt x="28289" y="97060"/>
                  </a:lnTo>
                  <a:lnTo>
                    <a:pt x="28480" y="96964"/>
                  </a:lnTo>
                  <a:lnTo>
                    <a:pt x="31242" y="96869"/>
                  </a:lnTo>
                  <a:lnTo>
                    <a:pt x="31813" y="96774"/>
                  </a:lnTo>
                  <a:lnTo>
                    <a:pt x="33433" y="95726"/>
                  </a:lnTo>
                  <a:lnTo>
                    <a:pt x="34671" y="94202"/>
                  </a:lnTo>
                  <a:lnTo>
                    <a:pt x="35338" y="92392"/>
                  </a:lnTo>
                  <a:lnTo>
                    <a:pt x="35433" y="87821"/>
                  </a:lnTo>
                  <a:lnTo>
                    <a:pt x="36386" y="86963"/>
                  </a:lnTo>
                  <a:lnTo>
                    <a:pt x="37433" y="87821"/>
                  </a:lnTo>
                  <a:lnTo>
                    <a:pt x="37910" y="90392"/>
                  </a:lnTo>
                  <a:lnTo>
                    <a:pt x="37719" y="92678"/>
                  </a:lnTo>
                  <a:lnTo>
                    <a:pt x="37910" y="93726"/>
                  </a:lnTo>
                  <a:lnTo>
                    <a:pt x="38576" y="94393"/>
                  </a:lnTo>
                  <a:lnTo>
                    <a:pt x="39529" y="94297"/>
                  </a:lnTo>
                  <a:lnTo>
                    <a:pt x="43339" y="92678"/>
                  </a:lnTo>
                  <a:lnTo>
                    <a:pt x="43624" y="92488"/>
                  </a:lnTo>
                  <a:lnTo>
                    <a:pt x="43910" y="92583"/>
                  </a:lnTo>
                  <a:lnTo>
                    <a:pt x="44387" y="93345"/>
                  </a:lnTo>
                  <a:lnTo>
                    <a:pt x="44577" y="93917"/>
                  </a:lnTo>
                  <a:lnTo>
                    <a:pt x="44672" y="94583"/>
                  </a:lnTo>
                  <a:lnTo>
                    <a:pt x="44577" y="98488"/>
                  </a:lnTo>
                  <a:lnTo>
                    <a:pt x="44767" y="99822"/>
                  </a:lnTo>
                  <a:lnTo>
                    <a:pt x="45339" y="101060"/>
                  </a:lnTo>
                  <a:lnTo>
                    <a:pt x="45339" y="101251"/>
                  </a:lnTo>
                  <a:lnTo>
                    <a:pt x="45339" y="101441"/>
                  </a:lnTo>
                  <a:lnTo>
                    <a:pt x="45339" y="101632"/>
                  </a:lnTo>
                  <a:lnTo>
                    <a:pt x="45339" y="101822"/>
                  </a:lnTo>
                  <a:lnTo>
                    <a:pt x="44291" y="102870"/>
                  </a:lnTo>
                  <a:lnTo>
                    <a:pt x="42291" y="105346"/>
                  </a:lnTo>
                  <a:lnTo>
                    <a:pt x="41148" y="106394"/>
                  </a:lnTo>
                  <a:lnTo>
                    <a:pt x="38767" y="110300"/>
                  </a:lnTo>
                  <a:lnTo>
                    <a:pt x="39529" y="109918"/>
                  </a:lnTo>
                  <a:lnTo>
                    <a:pt x="40577" y="109252"/>
                  </a:lnTo>
                  <a:lnTo>
                    <a:pt x="41624" y="108775"/>
                  </a:lnTo>
                  <a:lnTo>
                    <a:pt x="42386" y="108966"/>
                  </a:lnTo>
                  <a:lnTo>
                    <a:pt x="42291" y="109633"/>
                  </a:lnTo>
                  <a:lnTo>
                    <a:pt x="40577" y="112490"/>
                  </a:lnTo>
                  <a:lnTo>
                    <a:pt x="40386" y="113633"/>
                  </a:lnTo>
                  <a:lnTo>
                    <a:pt x="40386" y="116205"/>
                  </a:lnTo>
                  <a:lnTo>
                    <a:pt x="40196" y="117158"/>
                  </a:lnTo>
                  <a:lnTo>
                    <a:pt x="39529" y="117824"/>
                  </a:lnTo>
                  <a:lnTo>
                    <a:pt x="37719" y="118300"/>
                  </a:lnTo>
                  <a:lnTo>
                    <a:pt x="36862" y="118967"/>
                  </a:lnTo>
                  <a:lnTo>
                    <a:pt x="36290" y="120015"/>
                  </a:lnTo>
                  <a:lnTo>
                    <a:pt x="36671" y="120301"/>
                  </a:lnTo>
                  <a:lnTo>
                    <a:pt x="37719" y="120205"/>
                  </a:lnTo>
                  <a:lnTo>
                    <a:pt x="38862" y="120205"/>
                  </a:lnTo>
                  <a:lnTo>
                    <a:pt x="39624" y="120491"/>
                  </a:lnTo>
                  <a:lnTo>
                    <a:pt x="40291" y="120967"/>
                  </a:lnTo>
                  <a:lnTo>
                    <a:pt x="40767" y="121539"/>
                  </a:lnTo>
                  <a:lnTo>
                    <a:pt x="41053" y="122206"/>
                  </a:lnTo>
                  <a:lnTo>
                    <a:pt x="40957" y="122682"/>
                  </a:lnTo>
                  <a:lnTo>
                    <a:pt x="40481" y="123825"/>
                  </a:lnTo>
                  <a:lnTo>
                    <a:pt x="40481" y="124396"/>
                  </a:lnTo>
                  <a:lnTo>
                    <a:pt x="40767" y="124968"/>
                  </a:lnTo>
                  <a:lnTo>
                    <a:pt x="41148" y="125063"/>
                  </a:lnTo>
                  <a:lnTo>
                    <a:pt x="41529" y="125063"/>
                  </a:lnTo>
                  <a:lnTo>
                    <a:pt x="42100" y="125349"/>
                  </a:lnTo>
                  <a:lnTo>
                    <a:pt x="42672" y="126301"/>
                  </a:lnTo>
                  <a:lnTo>
                    <a:pt x="42672" y="126397"/>
                  </a:lnTo>
                  <a:lnTo>
                    <a:pt x="43148" y="128588"/>
                  </a:lnTo>
                  <a:lnTo>
                    <a:pt x="43529" y="129540"/>
                  </a:lnTo>
                  <a:lnTo>
                    <a:pt x="43815" y="130016"/>
                  </a:lnTo>
                  <a:lnTo>
                    <a:pt x="44101" y="130397"/>
                  </a:lnTo>
                  <a:lnTo>
                    <a:pt x="44482" y="130588"/>
                  </a:lnTo>
                  <a:lnTo>
                    <a:pt x="45244" y="130492"/>
                  </a:lnTo>
                  <a:lnTo>
                    <a:pt x="46577" y="131064"/>
                  </a:lnTo>
                  <a:lnTo>
                    <a:pt x="47339" y="132017"/>
                  </a:lnTo>
                  <a:lnTo>
                    <a:pt x="48578" y="134588"/>
                  </a:lnTo>
                  <a:lnTo>
                    <a:pt x="50197" y="138208"/>
                  </a:lnTo>
                  <a:lnTo>
                    <a:pt x="51149" y="139827"/>
                  </a:lnTo>
                  <a:lnTo>
                    <a:pt x="52673" y="141732"/>
                  </a:lnTo>
                  <a:lnTo>
                    <a:pt x="53435" y="142494"/>
                  </a:lnTo>
                  <a:lnTo>
                    <a:pt x="53816" y="142780"/>
                  </a:lnTo>
                  <a:lnTo>
                    <a:pt x="54388" y="143066"/>
                  </a:lnTo>
                  <a:lnTo>
                    <a:pt x="55340" y="143161"/>
                  </a:lnTo>
                  <a:lnTo>
                    <a:pt x="55912" y="143256"/>
                  </a:lnTo>
                  <a:lnTo>
                    <a:pt x="56388" y="143446"/>
                  </a:lnTo>
                  <a:lnTo>
                    <a:pt x="57150" y="143923"/>
                  </a:lnTo>
                  <a:lnTo>
                    <a:pt x="57626" y="144113"/>
                  </a:lnTo>
                  <a:lnTo>
                    <a:pt x="58198" y="144113"/>
                  </a:lnTo>
                  <a:lnTo>
                    <a:pt x="58579" y="144018"/>
                  </a:lnTo>
                  <a:lnTo>
                    <a:pt x="59246" y="143828"/>
                  </a:lnTo>
                  <a:lnTo>
                    <a:pt x="59722" y="143828"/>
                  </a:lnTo>
                  <a:lnTo>
                    <a:pt x="60579" y="144113"/>
                  </a:lnTo>
                  <a:lnTo>
                    <a:pt x="63532" y="145733"/>
                  </a:lnTo>
                  <a:lnTo>
                    <a:pt x="64961" y="146209"/>
                  </a:lnTo>
                  <a:lnTo>
                    <a:pt x="65532" y="146304"/>
                  </a:lnTo>
                  <a:lnTo>
                    <a:pt x="65818" y="146304"/>
                  </a:lnTo>
                  <a:lnTo>
                    <a:pt x="67151" y="145923"/>
                  </a:lnTo>
                  <a:lnTo>
                    <a:pt x="67246" y="145923"/>
                  </a:lnTo>
                  <a:lnTo>
                    <a:pt x="68294" y="145351"/>
                  </a:lnTo>
                  <a:lnTo>
                    <a:pt x="68675" y="144971"/>
                  </a:lnTo>
                  <a:lnTo>
                    <a:pt x="68866" y="144589"/>
                  </a:lnTo>
                  <a:lnTo>
                    <a:pt x="69152" y="144494"/>
                  </a:lnTo>
                  <a:lnTo>
                    <a:pt x="69913" y="144780"/>
                  </a:lnTo>
                  <a:lnTo>
                    <a:pt x="70580" y="145447"/>
                  </a:lnTo>
                  <a:lnTo>
                    <a:pt x="71533" y="147352"/>
                  </a:lnTo>
                  <a:lnTo>
                    <a:pt x="72104" y="148114"/>
                  </a:lnTo>
                  <a:lnTo>
                    <a:pt x="72485" y="148400"/>
                  </a:lnTo>
                  <a:lnTo>
                    <a:pt x="72866" y="148590"/>
                  </a:lnTo>
                  <a:lnTo>
                    <a:pt x="73342" y="148685"/>
                  </a:lnTo>
                  <a:lnTo>
                    <a:pt x="73914" y="148685"/>
                  </a:lnTo>
                  <a:lnTo>
                    <a:pt x="73914" y="148685"/>
                  </a:lnTo>
                  <a:lnTo>
                    <a:pt x="73914" y="148685"/>
                  </a:lnTo>
                  <a:lnTo>
                    <a:pt x="73914" y="148685"/>
                  </a:lnTo>
                  <a:lnTo>
                    <a:pt x="77153" y="149352"/>
                  </a:lnTo>
                  <a:lnTo>
                    <a:pt x="78200" y="149924"/>
                  </a:lnTo>
                  <a:lnTo>
                    <a:pt x="80200" y="152114"/>
                  </a:lnTo>
                  <a:lnTo>
                    <a:pt x="81344" y="153162"/>
                  </a:lnTo>
                  <a:lnTo>
                    <a:pt x="81534" y="153353"/>
                  </a:lnTo>
                  <a:lnTo>
                    <a:pt x="81724" y="153448"/>
                  </a:lnTo>
                  <a:lnTo>
                    <a:pt x="82296" y="153543"/>
                  </a:lnTo>
                  <a:lnTo>
                    <a:pt x="82772" y="153448"/>
                  </a:lnTo>
                  <a:lnTo>
                    <a:pt x="83439" y="153257"/>
                  </a:lnTo>
                  <a:lnTo>
                    <a:pt x="84011" y="152971"/>
                  </a:lnTo>
                  <a:lnTo>
                    <a:pt x="84296" y="152686"/>
                  </a:lnTo>
                  <a:lnTo>
                    <a:pt x="84296" y="152209"/>
                  </a:lnTo>
                  <a:lnTo>
                    <a:pt x="83725" y="151162"/>
                  </a:lnTo>
                  <a:lnTo>
                    <a:pt x="83629" y="150590"/>
                  </a:lnTo>
                  <a:lnTo>
                    <a:pt x="83915" y="149828"/>
                  </a:lnTo>
                  <a:lnTo>
                    <a:pt x="84201" y="149638"/>
                  </a:lnTo>
                  <a:lnTo>
                    <a:pt x="84677" y="149542"/>
                  </a:lnTo>
                  <a:lnTo>
                    <a:pt x="85344" y="149352"/>
                  </a:lnTo>
                  <a:lnTo>
                    <a:pt x="86392" y="148685"/>
                  </a:lnTo>
                  <a:lnTo>
                    <a:pt x="86582" y="148304"/>
                  </a:lnTo>
                  <a:lnTo>
                    <a:pt x="86392" y="147733"/>
                  </a:lnTo>
                  <a:lnTo>
                    <a:pt x="86296" y="146590"/>
                  </a:lnTo>
                  <a:lnTo>
                    <a:pt x="86487" y="145733"/>
                  </a:lnTo>
                  <a:lnTo>
                    <a:pt x="86963" y="144589"/>
                  </a:lnTo>
                  <a:lnTo>
                    <a:pt x="87535" y="143542"/>
                  </a:lnTo>
                  <a:lnTo>
                    <a:pt x="88011" y="142875"/>
                  </a:lnTo>
                  <a:lnTo>
                    <a:pt x="88582" y="142684"/>
                  </a:lnTo>
                  <a:lnTo>
                    <a:pt x="89630" y="142875"/>
                  </a:lnTo>
                  <a:lnTo>
                    <a:pt x="90202" y="142875"/>
                  </a:lnTo>
                  <a:lnTo>
                    <a:pt x="90678" y="142589"/>
                  </a:lnTo>
                  <a:lnTo>
                    <a:pt x="91440" y="141922"/>
                  </a:lnTo>
                  <a:lnTo>
                    <a:pt x="91821" y="141637"/>
                  </a:lnTo>
                  <a:lnTo>
                    <a:pt x="95726" y="140399"/>
                  </a:lnTo>
                  <a:lnTo>
                    <a:pt x="96774" y="139922"/>
                  </a:lnTo>
                  <a:lnTo>
                    <a:pt x="97346" y="139827"/>
                  </a:lnTo>
                  <a:lnTo>
                    <a:pt x="97917" y="139827"/>
                  </a:lnTo>
                  <a:lnTo>
                    <a:pt x="99822" y="139541"/>
                  </a:lnTo>
                  <a:lnTo>
                    <a:pt x="102203" y="136684"/>
                  </a:lnTo>
                  <a:lnTo>
                    <a:pt x="104108" y="136588"/>
                  </a:lnTo>
                  <a:lnTo>
                    <a:pt x="104489" y="136779"/>
                  </a:lnTo>
                  <a:lnTo>
                    <a:pt x="105251" y="137350"/>
                  </a:lnTo>
                  <a:lnTo>
                    <a:pt x="105728" y="137541"/>
                  </a:lnTo>
                  <a:lnTo>
                    <a:pt x="106204" y="137636"/>
                  </a:lnTo>
                  <a:lnTo>
                    <a:pt x="107442" y="137636"/>
                  </a:lnTo>
                  <a:lnTo>
                    <a:pt x="108013" y="137732"/>
                  </a:lnTo>
                  <a:lnTo>
                    <a:pt x="109538" y="138303"/>
                  </a:lnTo>
                  <a:lnTo>
                    <a:pt x="109919" y="138589"/>
                  </a:lnTo>
                  <a:lnTo>
                    <a:pt x="110204" y="139065"/>
                  </a:lnTo>
                  <a:lnTo>
                    <a:pt x="110776" y="140208"/>
                  </a:lnTo>
                  <a:lnTo>
                    <a:pt x="110966" y="140494"/>
                  </a:lnTo>
                  <a:lnTo>
                    <a:pt x="111347" y="140494"/>
                  </a:lnTo>
                  <a:lnTo>
                    <a:pt x="112490" y="140113"/>
                  </a:lnTo>
                  <a:lnTo>
                    <a:pt x="112966" y="140113"/>
                  </a:lnTo>
                  <a:lnTo>
                    <a:pt x="113443" y="140303"/>
                  </a:lnTo>
                  <a:lnTo>
                    <a:pt x="113919" y="140589"/>
                  </a:lnTo>
                  <a:lnTo>
                    <a:pt x="114395" y="140875"/>
                  </a:lnTo>
                  <a:lnTo>
                    <a:pt x="114776" y="141161"/>
                  </a:lnTo>
                  <a:lnTo>
                    <a:pt x="115443" y="142018"/>
                  </a:lnTo>
                  <a:lnTo>
                    <a:pt x="116300" y="143732"/>
                  </a:lnTo>
                  <a:lnTo>
                    <a:pt x="116967" y="144589"/>
                  </a:lnTo>
                  <a:lnTo>
                    <a:pt x="117443" y="144875"/>
                  </a:lnTo>
                  <a:lnTo>
                    <a:pt x="118300" y="145161"/>
                  </a:lnTo>
                  <a:lnTo>
                    <a:pt x="118681" y="145447"/>
                  </a:lnTo>
                  <a:lnTo>
                    <a:pt x="118967" y="145828"/>
                  </a:lnTo>
                  <a:lnTo>
                    <a:pt x="119444" y="146780"/>
                  </a:lnTo>
                  <a:lnTo>
                    <a:pt x="119824" y="147161"/>
                  </a:lnTo>
                  <a:lnTo>
                    <a:pt x="120872" y="147447"/>
                  </a:lnTo>
                  <a:lnTo>
                    <a:pt x="122111" y="147447"/>
                  </a:lnTo>
                  <a:lnTo>
                    <a:pt x="123158" y="147542"/>
                  </a:lnTo>
                  <a:lnTo>
                    <a:pt x="123825" y="148304"/>
                  </a:lnTo>
                  <a:lnTo>
                    <a:pt x="124301" y="150019"/>
                  </a:lnTo>
                  <a:lnTo>
                    <a:pt x="125158" y="150876"/>
                  </a:lnTo>
                  <a:lnTo>
                    <a:pt x="127921" y="152209"/>
                  </a:lnTo>
                  <a:lnTo>
                    <a:pt x="130873" y="153257"/>
                  </a:lnTo>
                  <a:lnTo>
                    <a:pt x="131636" y="154019"/>
                  </a:lnTo>
                  <a:lnTo>
                    <a:pt x="131540" y="154210"/>
                  </a:lnTo>
                  <a:lnTo>
                    <a:pt x="131159" y="155543"/>
                  </a:lnTo>
                  <a:lnTo>
                    <a:pt x="127730" y="160211"/>
                  </a:lnTo>
                  <a:lnTo>
                    <a:pt x="126587" y="161163"/>
                  </a:lnTo>
                  <a:lnTo>
                    <a:pt x="125254" y="161544"/>
                  </a:lnTo>
                  <a:lnTo>
                    <a:pt x="123825" y="161258"/>
                  </a:lnTo>
                  <a:lnTo>
                    <a:pt x="122491" y="160211"/>
                  </a:lnTo>
                  <a:lnTo>
                    <a:pt x="121348" y="162401"/>
                  </a:lnTo>
                  <a:lnTo>
                    <a:pt x="121348" y="162401"/>
                  </a:lnTo>
                  <a:lnTo>
                    <a:pt x="118300" y="164497"/>
                  </a:lnTo>
                  <a:lnTo>
                    <a:pt x="117920" y="165545"/>
                  </a:lnTo>
                  <a:lnTo>
                    <a:pt x="119634" y="166592"/>
                  </a:lnTo>
                  <a:lnTo>
                    <a:pt x="121825" y="167164"/>
                  </a:lnTo>
                  <a:lnTo>
                    <a:pt x="129349" y="166973"/>
                  </a:lnTo>
                  <a:lnTo>
                    <a:pt x="130112" y="167354"/>
                  </a:lnTo>
                  <a:lnTo>
                    <a:pt x="131350" y="169069"/>
                  </a:lnTo>
                  <a:lnTo>
                    <a:pt x="132207" y="169640"/>
                  </a:lnTo>
                  <a:lnTo>
                    <a:pt x="134207" y="170402"/>
                  </a:lnTo>
                  <a:lnTo>
                    <a:pt x="134969" y="170974"/>
                  </a:lnTo>
                  <a:lnTo>
                    <a:pt x="135160" y="171450"/>
                  </a:lnTo>
                  <a:lnTo>
                    <a:pt x="135350" y="172117"/>
                  </a:lnTo>
                  <a:lnTo>
                    <a:pt x="135446" y="172784"/>
                  </a:lnTo>
                  <a:lnTo>
                    <a:pt x="135446" y="173260"/>
                  </a:lnTo>
                  <a:lnTo>
                    <a:pt x="135064" y="174022"/>
                  </a:lnTo>
                  <a:lnTo>
                    <a:pt x="134683" y="174117"/>
                  </a:lnTo>
                  <a:lnTo>
                    <a:pt x="134303" y="174117"/>
                  </a:lnTo>
                  <a:lnTo>
                    <a:pt x="133826" y="174498"/>
                  </a:lnTo>
                  <a:lnTo>
                    <a:pt x="133636" y="175260"/>
                  </a:lnTo>
                  <a:lnTo>
                    <a:pt x="133540" y="176403"/>
                  </a:lnTo>
                  <a:lnTo>
                    <a:pt x="133636" y="177546"/>
                  </a:lnTo>
                  <a:lnTo>
                    <a:pt x="133826" y="178308"/>
                  </a:lnTo>
                  <a:lnTo>
                    <a:pt x="135636" y="179165"/>
                  </a:lnTo>
                  <a:lnTo>
                    <a:pt x="137922" y="178689"/>
                  </a:lnTo>
                  <a:lnTo>
                    <a:pt x="140303" y="177927"/>
                  </a:lnTo>
                  <a:lnTo>
                    <a:pt x="142399" y="177832"/>
                  </a:lnTo>
                  <a:lnTo>
                    <a:pt x="147066" y="180404"/>
                  </a:lnTo>
                  <a:lnTo>
                    <a:pt x="147161" y="180784"/>
                  </a:lnTo>
                  <a:lnTo>
                    <a:pt x="146875" y="181356"/>
                  </a:lnTo>
                  <a:lnTo>
                    <a:pt x="146971" y="182594"/>
                  </a:lnTo>
                  <a:lnTo>
                    <a:pt x="147638" y="183642"/>
                  </a:lnTo>
                  <a:lnTo>
                    <a:pt x="149638" y="184975"/>
                  </a:lnTo>
                  <a:lnTo>
                    <a:pt x="150019" y="185833"/>
                  </a:lnTo>
                  <a:lnTo>
                    <a:pt x="149828" y="186023"/>
                  </a:lnTo>
                  <a:lnTo>
                    <a:pt x="149066" y="186214"/>
                  </a:lnTo>
                  <a:lnTo>
                    <a:pt x="148876" y="186309"/>
                  </a:lnTo>
                  <a:lnTo>
                    <a:pt x="148876" y="186690"/>
                  </a:lnTo>
                  <a:lnTo>
                    <a:pt x="149066" y="187166"/>
                  </a:lnTo>
                  <a:lnTo>
                    <a:pt x="149162" y="188214"/>
                  </a:lnTo>
                  <a:lnTo>
                    <a:pt x="149352" y="188881"/>
                  </a:lnTo>
                  <a:lnTo>
                    <a:pt x="149447" y="189547"/>
                  </a:lnTo>
                  <a:lnTo>
                    <a:pt x="149257" y="190310"/>
                  </a:lnTo>
                  <a:lnTo>
                    <a:pt x="149066" y="190500"/>
                  </a:lnTo>
                  <a:lnTo>
                    <a:pt x="148495" y="190976"/>
                  </a:lnTo>
                  <a:lnTo>
                    <a:pt x="147828" y="191071"/>
                  </a:lnTo>
                  <a:lnTo>
                    <a:pt x="146304" y="190881"/>
                  </a:lnTo>
                  <a:lnTo>
                    <a:pt x="145256" y="191071"/>
                  </a:lnTo>
                  <a:lnTo>
                    <a:pt x="144971" y="191357"/>
                  </a:lnTo>
                  <a:lnTo>
                    <a:pt x="144875" y="191834"/>
                  </a:lnTo>
                  <a:lnTo>
                    <a:pt x="144399" y="192596"/>
                  </a:lnTo>
                  <a:lnTo>
                    <a:pt x="143256" y="193453"/>
                  </a:lnTo>
                  <a:lnTo>
                    <a:pt x="140398" y="195167"/>
                  </a:lnTo>
                  <a:lnTo>
                    <a:pt x="139446" y="196405"/>
                  </a:lnTo>
                  <a:lnTo>
                    <a:pt x="139160" y="197453"/>
                  </a:lnTo>
                  <a:lnTo>
                    <a:pt x="139446" y="197739"/>
                  </a:lnTo>
                  <a:lnTo>
                    <a:pt x="140970" y="197834"/>
                  </a:lnTo>
                  <a:lnTo>
                    <a:pt x="142018" y="198215"/>
                  </a:lnTo>
                  <a:lnTo>
                    <a:pt x="142399" y="198501"/>
                  </a:lnTo>
                  <a:lnTo>
                    <a:pt x="142399" y="198977"/>
                  </a:lnTo>
                  <a:lnTo>
                    <a:pt x="142304" y="199930"/>
                  </a:lnTo>
                  <a:lnTo>
                    <a:pt x="141732" y="201644"/>
                  </a:lnTo>
                  <a:lnTo>
                    <a:pt x="140684" y="202406"/>
                  </a:lnTo>
                  <a:lnTo>
                    <a:pt x="139351" y="202978"/>
                  </a:lnTo>
                  <a:lnTo>
                    <a:pt x="138113" y="204121"/>
                  </a:lnTo>
                  <a:lnTo>
                    <a:pt x="137160" y="204406"/>
                  </a:lnTo>
                  <a:lnTo>
                    <a:pt x="136398" y="204502"/>
                  </a:lnTo>
                  <a:lnTo>
                    <a:pt x="135731" y="204692"/>
                  </a:lnTo>
                  <a:lnTo>
                    <a:pt x="134874" y="205264"/>
                  </a:lnTo>
                  <a:lnTo>
                    <a:pt x="134207" y="206026"/>
                  </a:lnTo>
                  <a:lnTo>
                    <a:pt x="133731" y="206788"/>
                  </a:lnTo>
                  <a:lnTo>
                    <a:pt x="132016" y="211264"/>
                  </a:lnTo>
                  <a:lnTo>
                    <a:pt x="131540" y="211836"/>
                  </a:lnTo>
                  <a:lnTo>
                    <a:pt x="131064" y="211931"/>
                  </a:lnTo>
                  <a:lnTo>
                    <a:pt x="130207" y="211455"/>
                  </a:lnTo>
                  <a:lnTo>
                    <a:pt x="129730" y="211360"/>
                  </a:lnTo>
                  <a:lnTo>
                    <a:pt x="129254" y="211550"/>
                  </a:lnTo>
                  <a:lnTo>
                    <a:pt x="128492" y="212122"/>
                  </a:lnTo>
                  <a:lnTo>
                    <a:pt x="128016" y="212312"/>
                  </a:lnTo>
                  <a:lnTo>
                    <a:pt x="126778" y="212503"/>
                  </a:lnTo>
                  <a:lnTo>
                    <a:pt x="125921" y="212312"/>
                  </a:lnTo>
                  <a:lnTo>
                    <a:pt x="122968" y="210503"/>
                  </a:lnTo>
                  <a:lnTo>
                    <a:pt x="121634" y="209931"/>
                  </a:lnTo>
                  <a:lnTo>
                    <a:pt x="121158" y="209645"/>
                  </a:lnTo>
                  <a:lnTo>
                    <a:pt x="120396" y="208883"/>
                  </a:lnTo>
                  <a:lnTo>
                    <a:pt x="119920" y="208216"/>
                  </a:lnTo>
                  <a:lnTo>
                    <a:pt x="119348" y="207740"/>
                  </a:lnTo>
                  <a:lnTo>
                    <a:pt x="118300" y="207645"/>
                  </a:lnTo>
                  <a:lnTo>
                    <a:pt x="117348" y="207931"/>
                  </a:lnTo>
                  <a:lnTo>
                    <a:pt x="114871" y="209455"/>
                  </a:lnTo>
                  <a:lnTo>
                    <a:pt x="113919" y="207836"/>
                  </a:lnTo>
                  <a:lnTo>
                    <a:pt x="112109" y="207169"/>
                  </a:lnTo>
                  <a:lnTo>
                    <a:pt x="111442" y="206597"/>
                  </a:lnTo>
                  <a:lnTo>
                    <a:pt x="109919" y="206978"/>
                  </a:lnTo>
                  <a:lnTo>
                    <a:pt x="107728" y="207550"/>
                  </a:lnTo>
                  <a:lnTo>
                    <a:pt x="106585" y="207550"/>
                  </a:lnTo>
                  <a:lnTo>
                    <a:pt x="106299" y="207836"/>
                  </a:lnTo>
                  <a:lnTo>
                    <a:pt x="105918" y="208216"/>
                  </a:lnTo>
                  <a:lnTo>
                    <a:pt x="105537" y="209074"/>
                  </a:lnTo>
                  <a:lnTo>
                    <a:pt x="105156" y="209455"/>
                  </a:lnTo>
                  <a:lnTo>
                    <a:pt x="104108" y="209645"/>
                  </a:lnTo>
                  <a:lnTo>
                    <a:pt x="103061" y="209264"/>
                  </a:lnTo>
                  <a:lnTo>
                    <a:pt x="100489" y="207931"/>
                  </a:lnTo>
                  <a:lnTo>
                    <a:pt x="99917" y="207740"/>
                  </a:lnTo>
                  <a:lnTo>
                    <a:pt x="99441" y="207931"/>
                  </a:lnTo>
                  <a:lnTo>
                    <a:pt x="99155" y="208788"/>
                  </a:lnTo>
                  <a:lnTo>
                    <a:pt x="99250" y="209455"/>
                  </a:lnTo>
                  <a:lnTo>
                    <a:pt x="100298" y="212312"/>
                  </a:lnTo>
                  <a:lnTo>
                    <a:pt x="100870" y="213074"/>
                  </a:lnTo>
                  <a:lnTo>
                    <a:pt x="102489" y="214027"/>
                  </a:lnTo>
                  <a:lnTo>
                    <a:pt x="103061" y="214503"/>
                  </a:lnTo>
                  <a:lnTo>
                    <a:pt x="103441" y="215360"/>
                  </a:lnTo>
                  <a:lnTo>
                    <a:pt x="103537" y="216313"/>
                  </a:lnTo>
                  <a:lnTo>
                    <a:pt x="103727" y="217265"/>
                  </a:lnTo>
                  <a:lnTo>
                    <a:pt x="104299" y="218027"/>
                  </a:lnTo>
                  <a:lnTo>
                    <a:pt x="104299" y="218027"/>
                  </a:lnTo>
                  <a:lnTo>
                    <a:pt x="104299" y="218027"/>
                  </a:lnTo>
                  <a:lnTo>
                    <a:pt x="104299" y="218027"/>
                  </a:lnTo>
                  <a:lnTo>
                    <a:pt x="104108" y="218694"/>
                  </a:lnTo>
                  <a:lnTo>
                    <a:pt x="103632" y="218980"/>
                  </a:lnTo>
                  <a:lnTo>
                    <a:pt x="103061" y="219075"/>
                  </a:lnTo>
                  <a:lnTo>
                    <a:pt x="102489" y="219361"/>
                  </a:lnTo>
                  <a:lnTo>
                    <a:pt x="102108" y="219932"/>
                  </a:lnTo>
                  <a:lnTo>
                    <a:pt x="101917" y="221171"/>
                  </a:lnTo>
                  <a:lnTo>
                    <a:pt x="101727" y="221742"/>
                  </a:lnTo>
                  <a:lnTo>
                    <a:pt x="101346" y="222504"/>
                  </a:lnTo>
                  <a:lnTo>
                    <a:pt x="101346" y="222504"/>
                  </a:lnTo>
                  <a:lnTo>
                    <a:pt x="101155" y="222313"/>
                  </a:lnTo>
                  <a:lnTo>
                    <a:pt x="100394" y="222409"/>
                  </a:lnTo>
                  <a:lnTo>
                    <a:pt x="99155" y="222885"/>
                  </a:lnTo>
                  <a:lnTo>
                    <a:pt x="97917" y="223552"/>
                  </a:lnTo>
                  <a:lnTo>
                    <a:pt x="96774" y="223838"/>
                  </a:lnTo>
                  <a:lnTo>
                    <a:pt x="96107" y="224409"/>
                  </a:lnTo>
                  <a:lnTo>
                    <a:pt x="95060" y="226028"/>
                  </a:lnTo>
                  <a:lnTo>
                    <a:pt x="94297" y="226600"/>
                  </a:lnTo>
                  <a:lnTo>
                    <a:pt x="92392" y="227457"/>
                  </a:lnTo>
                  <a:lnTo>
                    <a:pt x="91726" y="228029"/>
                  </a:lnTo>
                  <a:lnTo>
                    <a:pt x="91249" y="228981"/>
                  </a:lnTo>
                  <a:lnTo>
                    <a:pt x="91821" y="229267"/>
                  </a:lnTo>
                  <a:lnTo>
                    <a:pt x="92773" y="229267"/>
                  </a:lnTo>
                  <a:lnTo>
                    <a:pt x="93631" y="229362"/>
                  </a:lnTo>
                  <a:lnTo>
                    <a:pt x="94297" y="230696"/>
                  </a:lnTo>
                  <a:lnTo>
                    <a:pt x="94583" y="231077"/>
                  </a:lnTo>
                  <a:lnTo>
                    <a:pt x="94964" y="231362"/>
                  </a:lnTo>
                  <a:lnTo>
                    <a:pt x="96298" y="232029"/>
                  </a:lnTo>
                  <a:lnTo>
                    <a:pt x="97822" y="233172"/>
                  </a:lnTo>
                  <a:lnTo>
                    <a:pt x="97917" y="233172"/>
                  </a:lnTo>
                  <a:lnTo>
                    <a:pt x="99060" y="232696"/>
                  </a:lnTo>
                  <a:lnTo>
                    <a:pt x="100203" y="232601"/>
                  </a:lnTo>
                  <a:lnTo>
                    <a:pt x="101251" y="232886"/>
                  </a:lnTo>
                  <a:lnTo>
                    <a:pt x="107061" y="235553"/>
                  </a:lnTo>
                  <a:lnTo>
                    <a:pt x="109156" y="236982"/>
                  </a:lnTo>
                  <a:lnTo>
                    <a:pt x="109728" y="237554"/>
                  </a:lnTo>
                  <a:lnTo>
                    <a:pt x="109919" y="238696"/>
                  </a:lnTo>
                  <a:lnTo>
                    <a:pt x="109919" y="239649"/>
                  </a:lnTo>
                  <a:lnTo>
                    <a:pt x="110395" y="240125"/>
                  </a:lnTo>
                  <a:lnTo>
                    <a:pt x="111919" y="239649"/>
                  </a:lnTo>
                  <a:lnTo>
                    <a:pt x="112966" y="239935"/>
                  </a:lnTo>
                  <a:lnTo>
                    <a:pt x="112966" y="239935"/>
                  </a:lnTo>
                  <a:lnTo>
                    <a:pt x="113729" y="240506"/>
                  </a:lnTo>
                  <a:lnTo>
                    <a:pt x="114395" y="241268"/>
                  </a:lnTo>
                  <a:lnTo>
                    <a:pt x="115253" y="241935"/>
                  </a:lnTo>
                  <a:lnTo>
                    <a:pt x="116300" y="242411"/>
                  </a:lnTo>
                  <a:lnTo>
                    <a:pt x="117157" y="242697"/>
                  </a:lnTo>
                  <a:lnTo>
                    <a:pt x="118015" y="243078"/>
                  </a:lnTo>
                  <a:lnTo>
                    <a:pt x="118872" y="243840"/>
                  </a:lnTo>
                  <a:lnTo>
                    <a:pt x="120396" y="246126"/>
                  </a:lnTo>
                  <a:lnTo>
                    <a:pt x="121063" y="246602"/>
                  </a:lnTo>
                  <a:lnTo>
                    <a:pt x="122015" y="246793"/>
                  </a:lnTo>
                  <a:lnTo>
                    <a:pt x="123635" y="246602"/>
                  </a:lnTo>
                  <a:lnTo>
                    <a:pt x="124587" y="246888"/>
                  </a:lnTo>
                  <a:lnTo>
                    <a:pt x="125444" y="247460"/>
                  </a:lnTo>
                  <a:lnTo>
                    <a:pt x="126111" y="248126"/>
                  </a:lnTo>
                  <a:lnTo>
                    <a:pt x="127921" y="250888"/>
                  </a:lnTo>
                  <a:lnTo>
                    <a:pt x="128588" y="251460"/>
                  </a:lnTo>
                  <a:lnTo>
                    <a:pt x="130397" y="252413"/>
                  </a:lnTo>
                  <a:lnTo>
                    <a:pt x="131159" y="252984"/>
                  </a:lnTo>
                  <a:lnTo>
                    <a:pt x="132588" y="254413"/>
                  </a:lnTo>
                  <a:lnTo>
                    <a:pt x="133350" y="254984"/>
                  </a:lnTo>
                  <a:lnTo>
                    <a:pt x="133921" y="255175"/>
                  </a:lnTo>
                  <a:lnTo>
                    <a:pt x="134969" y="255270"/>
                  </a:lnTo>
                  <a:lnTo>
                    <a:pt x="135446" y="255461"/>
                  </a:lnTo>
                  <a:lnTo>
                    <a:pt x="135731" y="255746"/>
                  </a:lnTo>
                  <a:lnTo>
                    <a:pt x="136303" y="256699"/>
                  </a:lnTo>
                  <a:lnTo>
                    <a:pt x="136684" y="257080"/>
                  </a:lnTo>
                  <a:lnTo>
                    <a:pt x="137255" y="257270"/>
                  </a:lnTo>
                  <a:lnTo>
                    <a:pt x="139446" y="257556"/>
                  </a:lnTo>
                  <a:lnTo>
                    <a:pt x="141446" y="258223"/>
                  </a:lnTo>
                  <a:lnTo>
                    <a:pt x="142208" y="258318"/>
                  </a:lnTo>
                  <a:lnTo>
                    <a:pt x="145256" y="258032"/>
                  </a:lnTo>
                  <a:lnTo>
                    <a:pt x="146685" y="258413"/>
                  </a:lnTo>
                  <a:lnTo>
                    <a:pt x="147161" y="259747"/>
                  </a:lnTo>
                  <a:lnTo>
                    <a:pt x="147733" y="260318"/>
                  </a:lnTo>
                  <a:lnTo>
                    <a:pt x="148685" y="260604"/>
                  </a:lnTo>
                  <a:lnTo>
                    <a:pt x="149733" y="260604"/>
                  </a:lnTo>
                  <a:lnTo>
                    <a:pt x="150590" y="260318"/>
                  </a:lnTo>
                  <a:lnTo>
                    <a:pt x="151447" y="260509"/>
                  </a:lnTo>
                  <a:lnTo>
                    <a:pt x="154114" y="262033"/>
                  </a:lnTo>
                  <a:lnTo>
                    <a:pt x="155353" y="262509"/>
                  </a:lnTo>
                  <a:lnTo>
                    <a:pt x="156020" y="262509"/>
                  </a:lnTo>
                  <a:lnTo>
                    <a:pt x="156591" y="262319"/>
                  </a:lnTo>
                  <a:lnTo>
                    <a:pt x="157163" y="262223"/>
                  </a:lnTo>
                  <a:lnTo>
                    <a:pt x="157829" y="262414"/>
                  </a:lnTo>
                  <a:lnTo>
                    <a:pt x="159353" y="264890"/>
                  </a:lnTo>
                  <a:lnTo>
                    <a:pt x="160496" y="265652"/>
                  </a:lnTo>
                  <a:lnTo>
                    <a:pt x="160877" y="266129"/>
                  </a:lnTo>
                  <a:lnTo>
                    <a:pt x="160877" y="266986"/>
                  </a:lnTo>
                  <a:lnTo>
                    <a:pt x="160496" y="267938"/>
                  </a:lnTo>
                  <a:lnTo>
                    <a:pt x="159925" y="268034"/>
                  </a:lnTo>
                  <a:lnTo>
                    <a:pt x="159353" y="267843"/>
                  </a:lnTo>
                  <a:lnTo>
                    <a:pt x="158687" y="267938"/>
                  </a:lnTo>
                  <a:lnTo>
                    <a:pt x="157924" y="268891"/>
                  </a:lnTo>
                  <a:lnTo>
                    <a:pt x="157258" y="270510"/>
                  </a:lnTo>
                  <a:lnTo>
                    <a:pt x="156496" y="273558"/>
                  </a:lnTo>
                  <a:lnTo>
                    <a:pt x="156210" y="275844"/>
                  </a:lnTo>
                  <a:lnTo>
                    <a:pt x="156781" y="277368"/>
                  </a:lnTo>
                  <a:lnTo>
                    <a:pt x="158020" y="278511"/>
                  </a:lnTo>
                  <a:lnTo>
                    <a:pt x="159639" y="279749"/>
                  </a:lnTo>
                  <a:lnTo>
                    <a:pt x="160591" y="280702"/>
                  </a:lnTo>
                  <a:lnTo>
                    <a:pt x="160591" y="281369"/>
                  </a:lnTo>
                  <a:lnTo>
                    <a:pt x="160306" y="282130"/>
                  </a:lnTo>
                  <a:lnTo>
                    <a:pt x="160306" y="283273"/>
                  </a:lnTo>
                  <a:lnTo>
                    <a:pt x="160782" y="284036"/>
                  </a:lnTo>
                  <a:lnTo>
                    <a:pt x="163354" y="285655"/>
                  </a:lnTo>
                  <a:lnTo>
                    <a:pt x="163639" y="286036"/>
                  </a:lnTo>
                  <a:lnTo>
                    <a:pt x="164116" y="286893"/>
                  </a:lnTo>
                  <a:lnTo>
                    <a:pt x="164497" y="287179"/>
                  </a:lnTo>
                  <a:lnTo>
                    <a:pt x="165068" y="287369"/>
                  </a:lnTo>
                  <a:lnTo>
                    <a:pt x="165640" y="287274"/>
                  </a:lnTo>
                  <a:lnTo>
                    <a:pt x="167069" y="287084"/>
                  </a:lnTo>
                  <a:lnTo>
                    <a:pt x="167354" y="286893"/>
                  </a:lnTo>
                  <a:lnTo>
                    <a:pt x="167545" y="286893"/>
                  </a:lnTo>
                  <a:lnTo>
                    <a:pt x="167926" y="287464"/>
                  </a:lnTo>
                  <a:lnTo>
                    <a:pt x="168021" y="288036"/>
                  </a:lnTo>
                  <a:lnTo>
                    <a:pt x="167640" y="289370"/>
                  </a:lnTo>
                  <a:lnTo>
                    <a:pt x="167640" y="290036"/>
                  </a:lnTo>
                  <a:lnTo>
                    <a:pt x="168212" y="290798"/>
                  </a:lnTo>
                  <a:lnTo>
                    <a:pt x="169069" y="291370"/>
                  </a:lnTo>
                  <a:lnTo>
                    <a:pt x="170021" y="291751"/>
                  </a:lnTo>
                  <a:lnTo>
                    <a:pt x="170879" y="291941"/>
                  </a:lnTo>
                  <a:lnTo>
                    <a:pt x="171260" y="292132"/>
                  </a:lnTo>
                  <a:lnTo>
                    <a:pt x="171355" y="292322"/>
                  </a:lnTo>
                  <a:lnTo>
                    <a:pt x="171450" y="292418"/>
                  </a:lnTo>
                  <a:lnTo>
                    <a:pt x="171926" y="292132"/>
                  </a:lnTo>
                  <a:lnTo>
                    <a:pt x="172117" y="291751"/>
                  </a:lnTo>
                  <a:lnTo>
                    <a:pt x="172403" y="290513"/>
                  </a:lnTo>
                  <a:lnTo>
                    <a:pt x="172688" y="290036"/>
                  </a:lnTo>
                  <a:lnTo>
                    <a:pt x="173641" y="289655"/>
                  </a:lnTo>
                  <a:lnTo>
                    <a:pt x="174784" y="289751"/>
                  </a:lnTo>
                  <a:lnTo>
                    <a:pt x="175831" y="290227"/>
                  </a:lnTo>
                  <a:lnTo>
                    <a:pt x="176594" y="290894"/>
                  </a:lnTo>
                  <a:lnTo>
                    <a:pt x="176879" y="291370"/>
                  </a:lnTo>
                  <a:lnTo>
                    <a:pt x="177260" y="292894"/>
                  </a:lnTo>
                  <a:lnTo>
                    <a:pt x="177260" y="293275"/>
                  </a:lnTo>
                  <a:lnTo>
                    <a:pt x="177165" y="293561"/>
                  </a:lnTo>
                  <a:lnTo>
                    <a:pt x="177070" y="293751"/>
                  </a:lnTo>
                  <a:lnTo>
                    <a:pt x="177070" y="293846"/>
                  </a:lnTo>
                  <a:lnTo>
                    <a:pt x="177355" y="294037"/>
                  </a:lnTo>
                  <a:lnTo>
                    <a:pt x="177927" y="294132"/>
                  </a:lnTo>
                  <a:lnTo>
                    <a:pt x="178117" y="294322"/>
                  </a:lnTo>
                  <a:lnTo>
                    <a:pt x="178975" y="296323"/>
                  </a:lnTo>
                  <a:lnTo>
                    <a:pt x="179356" y="296704"/>
                  </a:lnTo>
                  <a:lnTo>
                    <a:pt x="180308" y="297180"/>
                  </a:lnTo>
                  <a:lnTo>
                    <a:pt x="180785" y="297561"/>
                  </a:lnTo>
                  <a:lnTo>
                    <a:pt x="181070" y="298132"/>
                  </a:lnTo>
                  <a:lnTo>
                    <a:pt x="181261" y="299371"/>
                  </a:lnTo>
                  <a:lnTo>
                    <a:pt x="181451" y="299942"/>
                  </a:lnTo>
                  <a:lnTo>
                    <a:pt x="181832" y="300323"/>
                  </a:lnTo>
                  <a:lnTo>
                    <a:pt x="183071" y="300990"/>
                  </a:lnTo>
                  <a:lnTo>
                    <a:pt x="183071" y="300990"/>
                  </a:lnTo>
                  <a:lnTo>
                    <a:pt x="183832" y="302419"/>
                  </a:lnTo>
                  <a:lnTo>
                    <a:pt x="183928" y="302705"/>
                  </a:lnTo>
                  <a:lnTo>
                    <a:pt x="183261" y="306896"/>
                  </a:lnTo>
                  <a:lnTo>
                    <a:pt x="183832" y="308801"/>
                  </a:lnTo>
                  <a:lnTo>
                    <a:pt x="185833" y="310705"/>
                  </a:lnTo>
                  <a:lnTo>
                    <a:pt x="187166" y="313277"/>
                  </a:lnTo>
                  <a:lnTo>
                    <a:pt x="188309" y="314896"/>
                  </a:lnTo>
                  <a:lnTo>
                    <a:pt x="188786" y="315754"/>
                  </a:lnTo>
                  <a:lnTo>
                    <a:pt x="189452" y="317849"/>
                  </a:lnTo>
                  <a:lnTo>
                    <a:pt x="189929" y="318706"/>
                  </a:lnTo>
                  <a:lnTo>
                    <a:pt x="190595" y="319183"/>
                  </a:lnTo>
                  <a:lnTo>
                    <a:pt x="193357" y="320421"/>
                  </a:lnTo>
                  <a:lnTo>
                    <a:pt x="195072" y="321564"/>
                  </a:lnTo>
                  <a:lnTo>
                    <a:pt x="196405" y="322897"/>
                  </a:lnTo>
                  <a:lnTo>
                    <a:pt x="199835" y="327374"/>
                  </a:lnTo>
                  <a:lnTo>
                    <a:pt x="200978" y="328517"/>
                  </a:lnTo>
                  <a:lnTo>
                    <a:pt x="200978" y="328517"/>
                  </a:lnTo>
                  <a:lnTo>
                    <a:pt x="205549" y="334042"/>
                  </a:lnTo>
                  <a:lnTo>
                    <a:pt x="214313" y="341566"/>
                  </a:lnTo>
                  <a:lnTo>
                    <a:pt x="215455" y="342138"/>
                  </a:lnTo>
                  <a:lnTo>
                    <a:pt x="216217" y="342233"/>
                  </a:lnTo>
                  <a:lnTo>
                    <a:pt x="216789" y="341852"/>
                  </a:lnTo>
                  <a:lnTo>
                    <a:pt x="217551" y="341090"/>
                  </a:lnTo>
                  <a:lnTo>
                    <a:pt x="217837" y="340614"/>
                  </a:lnTo>
                  <a:lnTo>
                    <a:pt x="217932" y="340138"/>
                  </a:lnTo>
                  <a:lnTo>
                    <a:pt x="218218" y="339757"/>
                  </a:lnTo>
                  <a:lnTo>
                    <a:pt x="218885" y="339757"/>
                  </a:lnTo>
                  <a:lnTo>
                    <a:pt x="219551" y="340043"/>
                  </a:lnTo>
                  <a:lnTo>
                    <a:pt x="219646" y="340519"/>
                  </a:lnTo>
                  <a:lnTo>
                    <a:pt x="219551" y="341090"/>
                  </a:lnTo>
                  <a:lnTo>
                    <a:pt x="219646" y="341757"/>
                  </a:lnTo>
                  <a:lnTo>
                    <a:pt x="219932" y="342138"/>
                  </a:lnTo>
                  <a:lnTo>
                    <a:pt x="220694" y="342900"/>
                  </a:lnTo>
                  <a:lnTo>
                    <a:pt x="220885" y="343186"/>
                  </a:lnTo>
                  <a:lnTo>
                    <a:pt x="220885" y="343662"/>
                  </a:lnTo>
                  <a:lnTo>
                    <a:pt x="220504" y="344519"/>
                  </a:lnTo>
                  <a:lnTo>
                    <a:pt x="220504" y="345091"/>
                  </a:lnTo>
                  <a:lnTo>
                    <a:pt x="220789" y="345948"/>
                  </a:lnTo>
                  <a:lnTo>
                    <a:pt x="222409" y="348615"/>
                  </a:lnTo>
                  <a:lnTo>
                    <a:pt x="224980" y="350996"/>
                  </a:lnTo>
                  <a:lnTo>
                    <a:pt x="225552" y="351949"/>
                  </a:lnTo>
                  <a:lnTo>
                    <a:pt x="225552" y="352235"/>
                  </a:lnTo>
                  <a:lnTo>
                    <a:pt x="225171" y="352806"/>
                  </a:lnTo>
                  <a:lnTo>
                    <a:pt x="225171" y="353092"/>
                  </a:lnTo>
                  <a:lnTo>
                    <a:pt x="226028" y="354902"/>
                  </a:lnTo>
                  <a:lnTo>
                    <a:pt x="226314" y="355378"/>
                  </a:lnTo>
                  <a:lnTo>
                    <a:pt x="226409" y="355854"/>
                  </a:lnTo>
                  <a:lnTo>
                    <a:pt x="226409" y="355854"/>
                  </a:lnTo>
                  <a:lnTo>
                    <a:pt x="226886" y="356235"/>
                  </a:lnTo>
                  <a:lnTo>
                    <a:pt x="227743" y="356711"/>
                  </a:lnTo>
                  <a:lnTo>
                    <a:pt x="228790" y="357092"/>
                  </a:lnTo>
                  <a:lnTo>
                    <a:pt x="229648" y="357283"/>
                  </a:lnTo>
                  <a:lnTo>
                    <a:pt x="230886" y="357664"/>
                  </a:lnTo>
                  <a:lnTo>
                    <a:pt x="232315" y="356235"/>
                  </a:lnTo>
                  <a:lnTo>
                    <a:pt x="232791" y="357188"/>
                  </a:lnTo>
                  <a:lnTo>
                    <a:pt x="232791" y="358426"/>
                  </a:lnTo>
                  <a:lnTo>
                    <a:pt x="232886" y="372999"/>
                  </a:lnTo>
                  <a:lnTo>
                    <a:pt x="233172" y="374332"/>
                  </a:lnTo>
                  <a:lnTo>
                    <a:pt x="233648" y="375476"/>
                  </a:lnTo>
                  <a:lnTo>
                    <a:pt x="234887" y="376809"/>
                  </a:lnTo>
                  <a:lnTo>
                    <a:pt x="235934" y="377380"/>
                  </a:lnTo>
                  <a:lnTo>
                    <a:pt x="236982" y="377857"/>
                  </a:lnTo>
                  <a:lnTo>
                    <a:pt x="237649" y="377952"/>
                  </a:lnTo>
                  <a:lnTo>
                    <a:pt x="238411" y="378333"/>
                  </a:lnTo>
                  <a:lnTo>
                    <a:pt x="238601" y="379000"/>
                  </a:lnTo>
                  <a:lnTo>
                    <a:pt x="238315" y="381953"/>
                  </a:lnTo>
                  <a:lnTo>
                    <a:pt x="238411" y="382619"/>
                  </a:lnTo>
                  <a:lnTo>
                    <a:pt x="239173" y="384810"/>
                  </a:lnTo>
                  <a:lnTo>
                    <a:pt x="240030" y="386239"/>
                  </a:lnTo>
                  <a:lnTo>
                    <a:pt x="241173" y="387096"/>
                  </a:lnTo>
                  <a:lnTo>
                    <a:pt x="242697" y="386810"/>
                  </a:lnTo>
                  <a:lnTo>
                    <a:pt x="242697" y="387382"/>
                  </a:lnTo>
                  <a:lnTo>
                    <a:pt x="242888" y="387668"/>
                  </a:lnTo>
                  <a:lnTo>
                    <a:pt x="243269" y="387668"/>
                  </a:lnTo>
                  <a:lnTo>
                    <a:pt x="243745" y="387477"/>
                  </a:lnTo>
                  <a:lnTo>
                    <a:pt x="244221" y="387096"/>
                  </a:lnTo>
                  <a:lnTo>
                    <a:pt x="244221" y="387096"/>
                  </a:lnTo>
                  <a:lnTo>
                    <a:pt x="244316" y="386715"/>
                  </a:lnTo>
                  <a:lnTo>
                    <a:pt x="244316" y="386334"/>
                  </a:lnTo>
                  <a:lnTo>
                    <a:pt x="244602" y="385858"/>
                  </a:lnTo>
                  <a:lnTo>
                    <a:pt x="246031" y="384905"/>
                  </a:lnTo>
                  <a:lnTo>
                    <a:pt x="246602" y="384334"/>
                  </a:lnTo>
                  <a:lnTo>
                    <a:pt x="246793" y="383381"/>
                  </a:lnTo>
                  <a:lnTo>
                    <a:pt x="247936" y="381476"/>
                  </a:lnTo>
                  <a:lnTo>
                    <a:pt x="249174" y="381571"/>
                  </a:lnTo>
                  <a:lnTo>
                    <a:pt x="250127" y="383000"/>
                  </a:lnTo>
                  <a:lnTo>
                    <a:pt x="250317" y="385191"/>
                  </a:lnTo>
                  <a:lnTo>
                    <a:pt x="250127" y="387001"/>
                  </a:lnTo>
                  <a:lnTo>
                    <a:pt x="250031" y="387096"/>
                  </a:lnTo>
                  <a:lnTo>
                    <a:pt x="249841" y="387287"/>
                  </a:lnTo>
                  <a:lnTo>
                    <a:pt x="249746" y="387477"/>
                  </a:lnTo>
                  <a:lnTo>
                    <a:pt x="249746" y="387763"/>
                  </a:lnTo>
                  <a:lnTo>
                    <a:pt x="249936" y="387953"/>
                  </a:lnTo>
                  <a:lnTo>
                    <a:pt x="250317" y="387858"/>
                  </a:lnTo>
                  <a:lnTo>
                    <a:pt x="250698" y="387668"/>
                  </a:lnTo>
                  <a:lnTo>
                    <a:pt x="250888" y="387668"/>
                  </a:lnTo>
                  <a:lnTo>
                    <a:pt x="251555" y="389191"/>
                  </a:lnTo>
                  <a:lnTo>
                    <a:pt x="252031" y="389858"/>
                  </a:lnTo>
                  <a:lnTo>
                    <a:pt x="252984" y="390620"/>
                  </a:lnTo>
                  <a:lnTo>
                    <a:pt x="254317" y="391287"/>
                  </a:lnTo>
                  <a:lnTo>
                    <a:pt x="254698" y="391573"/>
                  </a:lnTo>
                  <a:lnTo>
                    <a:pt x="254984" y="392144"/>
                  </a:lnTo>
                  <a:lnTo>
                    <a:pt x="255175" y="393382"/>
                  </a:lnTo>
                  <a:lnTo>
                    <a:pt x="255270" y="393763"/>
                  </a:lnTo>
                  <a:lnTo>
                    <a:pt x="255841" y="394145"/>
                  </a:lnTo>
                  <a:lnTo>
                    <a:pt x="256508" y="394240"/>
                  </a:lnTo>
                  <a:lnTo>
                    <a:pt x="258318" y="394145"/>
                  </a:lnTo>
                  <a:lnTo>
                    <a:pt x="260413" y="394335"/>
                  </a:lnTo>
                  <a:lnTo>
                    <a:pt x="261175" y="394621"/>
                  </a:lnTo>
                  <a:lnTo>
                    <a:pt x="261271" y="394621"/>
                  </a:lnTo>
                  <a:lnTo>
                    <a:pt x="262223" y="395097"/>
                  </a:lnTo>
                  <a:lnTo>
                    <a:pt x="263271" y="395859"/>
                  </a:lnTo>
                  <a:lnTo>
                    <a:pt x="263747" y="396526"/>
                  </a:lnTo>
                  <a:lnTo>
                    <a:pt x="264319" y="399479"/>
                  </a:lnTo>
                  <a:lnTo>
                    <a:pt x="264605" y="400145"/>
                  </a:lnTo>
                  <a:lnTo>
                    <a:pt x="264700" y="400336"/>
                  </a:lnTo>
                  <a:lnTo>
                    <a:pt x="264986" y="400717"/>
                  </a:lnTo>
                  <a:lnTo>
                    <a:pt x="265652" y="401288"/>
                  </a:lnTo>
                  <a:lnTo>
                    <a:pt x="266414" y="401764"/>
                  </a:lnTo>
                  <a:lnTo>
                    <a:pt x="267176" y="401955"/>
                  </a:lnTo>
                  <a:lnTo>
                    <a:pt x="267938" y="402050"/>
                  </a:lnTo>
                  <a:lnTo>
                    <a:pt x="268796" y="402336"/>
                  </a:lnTo>
                  <a:lnTo>
                    <a:pt x="270129" y="403288"/>
                  </a:lnTo>
                  <a:lnTo>
                    <a:pt x="272129" y="405765"/>
                  </a:lnTo>
                  <a:lnTo>
                    <a:pt x="273367" y="406813"/>
                  </a:lnTo>
                  <a:lnTo>
                    <a:pt x="274891" y="407289"/>
                  </a:lnTo>
                  <a:lnTo>
                    <a:pt x="276415" y="407098"/>
                  </a:lnTo>
                  <a:lnTo>
                    <a:pt x="279368" y="406337"/>
                  </a:lnTo>
                  <a:lnTo>
                    <a:pt x="280416" y="406337"/>
                  </a:lnTo>
                  <a:lnTo>
                    <a:pt x="280702" y="406622"/>
                  </a:lnTo>
                  <a:lnTo>
                    <a:pt x="280606" y="407289"/>
                  </a:lnTo>
                  <a:lnTo>
                    <a:pt x="280606" y="407384"/>
                  </a:lnTo>
                  <a:lnTo>
                    <a:pt x="280511" y="408337"/>
                  </a:lnTo>
                  <a:lnTo>
                    <a:pt x="280797" y="408908"/>
                  </a:lnTo>
                  <a:lnTo>
                    <a:pt x="281178" y="409385"/>
                  </a:lnTo>
                  <a:lnTo>
                    <a:pt x="281273" y="409861"/>
                  </a:lnTo>
                  <a:lnTo>
                    <a:pt x="280606" y="410623"/>
                  </a:lnTo>
                  <a:lnTo>
                    <a:pt x="279845" y="411289"/>
                  </a:lnTo>
                  <a:lnTo>
                    <a:pt x="278416" y="413861"/>
                  </a:lnTo>
                  <a:lnTo>
                    <a:pt x="277654" y="414814"/>
                  </a:lnTo>
                  <a:lnTo>
                    <a:pt x="276892" y="415195"/>
                  </a:lnTo>
                  <a:lnTo>
                    <a:pt x="274891" y="415576"/>
                  </a:lnTo>
                  <a:lnTo>
                    <a:pt x="273939" y="415957"/>
                  </a:lnTo>
                  <a:lnTo>
                    <a:pt x="270320" y="418338"/>
                  </a:lnTo>
                  <a:lnTo>
                    <a:pt x="269843" y="418433"/>
                  </a:lnTo>
                  <a:lnTo>
                    <a:pt x="269367" y="418338"/>
                  </a:lnTo>
                  <a:lnTo>
                    <a:pt x="268891" y="418052"/>
                  </a:lnTo>
                  <a:lnTo>
                    <a:pt x="268319" y="417862"/>
                  </a:lnTo>
                  <a:lnTo>
                    <a:pt x="267653" y="418052"/>
                  </a:lnTo>
                  <a:lnTo>
                    <a:pt x="267081" y="418624"/>
                  </a:lnTo>
                  <a:lnTo>
                    <a:pt x="265747" y="421577"/>
                  </a:lnTo>
                  <a:lnTo>
                    <a:pt x="265652" y="422720"/>
                  </a:lnTo>
                  <a:lnTo>
                    <a:pt x="266224" y="423481"/>
                  </a:lnTo>
                  <a:lnTo>
                    <a:pt x="269081" y="425196"/>
                  </a:lnTo>
                  <a:lnTo>
                    <a:pt x="269653" y="425768"/>
                  </a:lnTo>
                  <a:lnTo>
                    <a:pt x="269843" y="426530"/>
                  </a:lnTo>
                  <a:lnTo>
                    <a:pt x="270129" y="428815"/>
                  </a:lnTo>
                  <a:lnTo>
                    <a:pt x="270415" y="429673"/>
                  </a:lnTo>
                  <a:lnTo>
                    <a:pt x="270891" y="430435"/>
                  </a:lnTo>
                  <a:lnTo>
                    <a:pt x="271748" y="431102"/>
                  </a:lnTo>
                  <a:lnTo>
                    <a:pt x="273748" y="432149"/>
                  </a:lnTo>
                  <a:lnTo>
                    <a:pt x="274415" y="432721"/>
                  </a:lnTo>
                  <a:lnTo>
                    <a:pt x="277178" y="437769"/>
                  </a:lnTo>
                  <a:lnTo>
                    <a:pt x="277844" y="438150"/>
                  </a:lnTo>
                  <a:lnTo>
                    <a:pt x="278225" y="437960"/>
                  </a:lnTo>
                  <a:lnTo>
                    <a:pt x="278511" y="437483"/>
                  </a:lnTo>
                  <a:lnTo>
                    <a:pt x="279082" y="437102"/>
                  </a:lnTo>
                  <a:lnTo>
                    <a:pt x="279463" y="437102"/>
                  </a:lnTo>
                  <a:lnTo>
                    <a:pt x="280511" y="437388"/>
                  </a:lnTo>
                  <a:lnTo>
                    <a:pt x="280797" y="437293"/>
                  </a:lnTo>
                  <a:lnTo>
                    <a:pt x="281083" y="437102"/>
                  </a:lnTo>
                  <a:lnTo>
                    <a:pt x="281369" y="437197"/>
                  </a:lnTo>
                  <a:lnTo>
                    <a:pt x="281654" y="437864"/>
                  </a:lnTo>
                  <a:lnTo>
                    <a:pt x="281654" y="437864"/>
                  </a:lnTo>
                  <a:lnTo>
                    <a:pt x="281845" y="438245"/>
                  </a:lnTo>
                  <a:lnTo>
                    <a:pt x="282035" y="438436"/>
                  </a:lnTo>
                  <a:lnTo>
                    <a:pt x="282321" y="438436"/>
                  </a:lnTo>
                  <a:lnTo>
                    <a:pt x="282702" y="438245"/>
                  </a:lnTo>
                  <a:lnTo>
                    <a:pt x="283464" y="438626"/>
                  </a:lnTo>
                  <a:lnTo>
                    <a:pt x="283655" y="439674"/>
                  </a:lnTo>
                  <a:lnTo>
                    <a:pt x="283655" y="440912"/>
                  </a:lnTo>
                  <a:lnTo>
                    <a:pt x="283845" y="441865"/>
                  </a:lnTo>
                  <a:lnTo>
                    <a:pt x="284797" y="442436"/>
                  </a:lnTo>
                  <a:lnTo>
                    <a:pt x="287083" y="442055"/>
                  </a:lnTo>
                  <a:lnTo>
                    <a:pt x="288036" y="442341"/>
                  </a:lnTo>
                  <a:lnTo>
                    <a:pt x="288227" y="442817"/>
                  </a:lnTo>
                  <a:lnTo>
                    <a:pt x="288322" y="443008"/>
                  </a:lnTo>
                  <a:lnTo>
                    <a:pt x="288417" y="445103"/>
                  </a:lnTo>
                  <a:lnTo>
                    <a:pt x="288798" y="446056"/>
                  </a:lnTo>
                  <a:lnTo>
                    <a:pt x="289465" y="446722"/>
                  </a:lnTo>
                  <a:lnTo>
                    <a:pt x="291846" y="448532"/>
                  </a:lnTo>
                  <a:lnTo>
                    <a:pt x="292608" y="449389"/>
                  </a:lnTo>
                  <a:lnTo>
                    <a:pt x="292989" y="450152"/>
                  </a:lnTo>
                  <a:lnTo>
                    <a:pt x="292989" y="451009"/>
                  </a:lnTo>
                  <a:lnTo>
                    <a:pt x="292608" y="453580"/>
                  </a:lnTo>
                  <a:lnTo>
                    <a:pt x="292417" y="453962"/>
                  </a:lnTo>
                  <a:lnTo>
                    <a:pt x="292037" y="454057"/>
                  </a:lnTo>
                  <a:lnTo>
                    <a:pt x="291751" y="453771"/>
                  </a:lnTo>
                  <a:lnTo>
                    <a:pt x="291465" y="453676"/>
                  </a:lnTo>
                  <a:lnTo>
                    <a:pt x="290989" y="454152"/>
                  </a:lnTo>
                  <a:lnTo>
                    <a:pt x="290798" y="454628"/>
                  </a:lnTo>
                  <a:lnTo>
                    <a:pt x="290703" y="456438"/>
                  </a:lnTo>
                  <a:lnTo>
                    <a:pt x="290417" y="457486"/>
                  </a:lnTo>
                  <a:lnTo>
                    <a:pt x="289846" y="458248"/>
                  </a:lnTo>
                  <a:lnTo>
                    <a:pt x="289560" y="458534"/>
                  </a:lnTo>
                  <a:lnTo>
                    <a:pt x="288798" y="459105"/>
                  </a:lnTo>
                  <a:lnTo>
                    <a:pt x="288512" y="459486"/>
                  </a:lnTo>
                  <a:lnTo>
                    <a:pt x="288512" y="460057"/>
                  </a:lnTo>
                  <a:lnTo>
                    <a:pt x="288988" y="461010"/>
                  </a:lnTo>
                  <a:lnTo>
                    <a:pt x="288988" y="461581"/>
                  </a:lnTo>
                  <a:lnTo>
                    <a:pt x="288417" y="462153"/>
                  </a:lnTo>
                  <a:lnTo>
                    <a:pt x="287560" y="462248"/>
                  </a:lnTo>
                  <a:lnTo>
                    <a:pt x="286131" y="461963"/>
                  </a:lnTo>
                  <a:lnTo>
                    <a:pt x="285274" y="462058"/>
                  </a:lnTo>
                  <a:lnTo>
                    <a:pt x="284416" y="462344"/>
                  </a:lnTo>
                  <a:lnTo>
                    <a:pt x="282892" y="462820"/>
                  </a:lnTo>
                  <a:lnTo>
                    <a:pt x="281940" y="462915"/>
                  </a:lnTo>
                  <a:lnTo>
                    <a:pt x="281464" y="463391"/>
                  </a:lnTo>
                  <a:lnTo>
                    <a:pt x="281464" y="464153"/>
                  </a:lnTo>
                  <a:lnTo>
                    <a:pt x="281845" y="465011"/>
                  </a:lnTo>
                  <a:lnTo>
                    <a:pt x="281749" y="465772"/>
                  </a:lnTo>
                  <a:lnTo>
                    <a:pt x="281940" y="466535"/>
                  </a:lnTo>
                  <a:lnTo>
                    <a:pt x="282321" y="467106"/>
                  </a:lnTo>
                  <a:lnTo>
                    <a:pt x="282988" y="467582"/>
                  </a:lnTo>
                  <a:lnTo>
                    <a:pt x="283845" y="467963"/>
                  </a:lnTo>
                  <a:lnTo>
                    <a:pt x="286988" y="470440"/>
                  </a:lnTo>
                  <a:lnTo>
                    <a:pt x="287464" y="470916"/>
                  </a:lnTo>
                  <a:lnTo>
                    <a:pt x="287274" y="471488"/>
                  </a:lnTo>
                  <a:lnTo>
                    <a:pt x="286512" y="472535"/>
                  </a:lnTo>
                  <a:lnTo>
                    <a:pt x="284321" y="474631"/>
                  </a:lnTo>
                  <a:lnTo>
                    <a:pt x="283940" y="475393"/>
                  </a:lnTo>
                  <a:lnTo>
                    <a:pt x="284131" y="476250"/>
                  </a:lnTo>
                  <a:lnTo>
                    <a:pt x="284702" y="477107"/>
                  </a:lnTo>
                  <a:lnTo>
                    <a:pt x="284988" y="477869"/>
                  </a:lnTo>
                  <a:lnTo>
                    <a:pt x="284416" y="478536"/>
                  </a:lnTo>
                  <a:lnTo>
                    <a:pt x="284797" y="479012"/>
                  </a:lnTo>
                  <a:lnTo>
                    <a:pt x="285369" y="479488"/>
                  </a:lnTo>
                  <a:lnTo>
                    <a:pt x="285750" y="479965"/>
                  </a:lnTo>
                  <a:lnTo>
                    <a:pt x="285655" y="480727"/>
                  </a:lnTo>
                  <a:lnTo>
                    <a:pt x="286321" y="482155"/>
                  </a:lnTo>
                  <a:lnTo>
                    <a:pt x="286036" y="483489"/>
                  </a:lnTo>
                  <a:lnTo>
                    <a:pt x="284797" y="486251"/>
                  </a:lnTo>
                  <a:lnTo>
                    <a:pt x="284702" y="487109"/>
                  </a:lnTo>
                  <a:lnTo>
                    <a:pt x="284893" y="488728"/>
                  </a:lnTo>
                  <a:lnTo>
                    <a:pt x="284797" y="489585"/>
                  </a:lnTo>
                  <a:lnTo>
                    <a:pt x="284512" y="490156"/>
                  </a:lnTo>
                  <a:lnTo>
                    <a:pt x="283750" y="491299"/>
                  </a:lnTo>
                  <a:lnTo>
                    <a:pt x="283559" y="492062"/>
                  </a:lnTo>
                  <a:lnTo>
                    <a:pt x="283464" y="492443"/>
                  </a:lnTo>
                  <a:lnTo>
                    <a:pt x="283273" y="493205"/>
                  </a:lnTo>
                  <a:lnTo>
                    <a:pt x="282607" y="494633"/>
                  </a:lnTo>
                  <a:lnTo>
                    <a:pt x="282130" y="495490"/>
                  </a:lnTo>
                  <a:lnTo>
                    <a:pt x="281464" y="496062"/>
                  </a:lnTo>
                  <a:lnTo>
                    <a:pt x="280416" y="496348"/>
                  </a:lnTo>
                  <a:lnTo>
                    <a:pt x="280035" y="496157"/>
                  </a:lnTo>
                  <a:lnTo>
                    <a:pt x="279845" y="495776"/>
                  </a:lnTo>
                  <a:lnTo>
                    <a:pt x="279559" y="495586"/>
                  </a:lnTo>
                  <a:lnTo>
                    <a:pt x="278892" y="495776"/>
                  </a:lnTo>
                  <a:lnTo>
                    <a:pt x="278511" y="496157"/>
                  </a:lnTo>
                  <a:lnTo>
                    <a:pt x="278321" y="496634"/>
                  </a:lnTo>
                  <a:lnTo>
                    <a:pt x="278225" y="497110"/>
                  </a:lnTo>
                  <a:lnTo>
                    <a:pt x="278035" y="497586"/>
                  </a:lnTo>
                  <a:lnTo>
                    <a:pt x="276987" y="499491"/>
                  </a:lnTo>
                  <a:lnTo>
                    <a:pt x="276606" y="500444"/>
                  </a:lnTo>
                  <a:lnTo>
                    <a:pt x="276511" y="501587"/>
                  </a:lnTo>
                  <a:lnTo>
                    <a:pt x="276606" y="502063"/>
                  </a:lnTo>
                  <a:lnTo>
                    <a:pt x="277082" y="503111"/>
                  </a:lnTo>
                  <a:lnTo>
                    <a:pt x="277273" y="503682"/>
                  </a:lnTo>
                  <a:lnTo>
                    <a:pt x="277273" y="504158"/>
                  </a:lnTo>
                  <a:lnTo>
                    <a:pt x="276987" y="506063"/>
                  </a:lnTo>
                  <a:lnTo>
                    <a:pt x="275177" y="511207"/>
                  </a:lnTo>
                  <a:lnTo>
                    <a:pt x="274891" y="512540"/>
                  </a:lnTo>
                  <a:lnTo>
                    <a:pt x="275082" y="513207"/>
                  </a:lnTo>
                  <a:lnTo>
                    <a:pt x="275558" y="513683"/>
                  </a:lnTo>
                  <a:lnTo>
                    <a:pt x="276130" y="514636"/>
                  </a:lnTo>
                  <a:lnTo>
                    <a:pt x="276225" y="515684"/>
                  </a:lnTo>
                  <a:lnTo>
                    <a:pt x="276035" y="516827"/>
                  </a:lnTo>
                  <a:lnTo>
                    <a:pt x="276035" y="517970"/>
                  </a:lnTo>
                  <a:lnTo>
                    <a:pt x="276606" y="518922"/>
                  </a:lnTo>
                  <a:lnTo>
                    <a:pt x="277463" y="519208"/>
                  </a:lnTo>
                  <a:lnTo>
                    <a:pt x="279463" y="519017"/>
                  </a:lnTo>
                  <a:lnTo>
                    <a:pt x="280225" y="519303"/>
                  </a:lnTo>
                  <a:lnTo>
                    <a:pt x="280606" y="519779"/>
                  </a:lnTo>
                  <a:lnTo>
                    <a:pt x="280606" y="520351"/>
                  </a:lnTo>
                  <a:lnTo>
                    <a:pt x="280511" y="520827"/>
                  </a:lnTo>
                  <a:lnTo>
                    <a:pt x="280606" y="521303"/>
                  </a:lnTo>
                  <a:lnTo>
                    <a:pt x="281369" y="522922"/>
                  </a:lnTo>
                  <a:lnTo>
                    <a:pt x="281369" y="523208"/>
                  </a:lnTo>
                  <a:lnTo>
                    <a:pt x="281464" y="523875"/>
                  </a:lnTo>
                  <a:lnTo>
                    <a:pt x="281273" y="524447"/>
                  </a:lnTo>
                  <a:lnTo>
                    <a:pt x="280988" y="525018"/>
                  </a:lnTo>
                  <a:lnTo>
                    <a:pt x="280797" y="525875"/>
                  </a:lnTo>
                  <a:lnTo>
                    <a:pt x="281369" y="527495"/>
                  </a:lnTo>
                  <a:lnTo>
                    <a:pt x="281273" y="527971"/>
                  </a:lnTo>
                  <a:lnTo>
                    <a:pt x="280892" y="529114"/>
                  </a:lnTo>
                  <a:lnTo>
                    <a:pt x="280892" y="529685"/>
                  </a:lnTo>
                  <a:lnTo>
                    <a:pt x="281178" y="530447"/>
                  </a:lnTo>
                  <a:lnTo>
                    <a:pt x="282130" y="531686"/>
                  </a:lnTo>
                  <a:lnTo>
                    <a:pt x="282607" y="532543"/>
                  </a:lnTo>
                  <a:lnTo>
                    <a:pt x="282702" y="532829"/>
                  </a:lnTo>
                  <a:lnTo>
                    <a:pt x="283940" y="534162"/>
                  </a:lnTo>
                  <a:lnTo>
                    <a:pt x="284893" y="535496"/>
                  </a:lnTo>
                  <a:lnTo>
                    <a:pt x="289274" y="543973"/>
                  </a:lnTo>
                  <a:lnTo>
                    <a:pt x="289655" y="545973"/>
                  </a:lnTo>
                  <a:lnTo>
                    <a:pt x="289941" y="551212"/>
                  </a:lnTo>
                  <a:lnTo>
                    <a:pt x="289750" y="552831"/>
                  </a:lnTo>
                  <a:lnTo>
                    <a:pt x="288036" y="556927"/>
                  </a:lnTo>
                  <a:lnTo>
                    <a:pt x="287369" y="558641"/>
                  </a:lnTo>
                  <a:lnTo>
                    <a:pt x="282035" y="571595"/>
                  </a:lnTo>
                  <a:lnTo>
                    <a:pt x="282130" y="572357"/>
                  </a:lnTo>
                  <a:lnTo>
                    <a:pt x="282988" y="572929"/>
                  </a:lnTo>
                  <a:lnTo>
                    <a:pt x="283083" y="573310"/>
                  </a:lnTo>
                  <a:lnTo>
                    <a:pt x="283083" y="573691"/>
                  </a:lnTo>
                  <a:lnTo>
                    <a:pt x="282988" y="573977"/>
                  </a:lnTo>
                  <a:lnTo>
                    <a:pt x="282702" y="574167"/>
                  </a:lnTo>
                  <a:lnTo>
                    <a:pt x="282416" y="574738"/>
                  </a:lnTo>
                  <a:lnTo>
                    <a:pt x="282321" y="575310"/>
                  </a:lnTo>
                  <a:lnTo>
                    <a:pt x="282416" y="575881"/>
                  </a:lnTo>
                  <a:lnTo>
                    <a:pt x="282988" y="577215"/>
                  </a:lnTo>
                  <a:lnTo>
                    <a:pt x="283178" y="578834"/>
                  </a:lnTo>
                  <a:lnTo>
                    <a:pt x="283369" y="579596"/>
                  </a:lnTo>
                  <a:lnTo>
                    <a:pt x="283750" y="580263"/>
                  </a:lnTo>
                  <a:lnTo>
                    <a:pt x="285274" y="581978"/>
                  </a:lnTo>
                  <a:lnTo>
                    <a:pt x="286036" y="583502"/>
                  </a:lnTo>
                  <a:lnTo>
                    <a:pt x="286131" y="584930"/>
                  </a:lnTo>
                  <a:lnTo>
                    <a:pt x="286131" y="586359"/>
                  </a:lnTo>
                  <a:lnTo>
                    <a:pt x="286226" y="587978"/>
                  </a:lnTo>
                  <a:lnTo>
                    <a:pt x="287560" y="593884"/>
                  </a:lnTo>
                  <a:lnTo>
                    <a:pt x="287655" y="595598"/>
                  </a:lnTo>
                  <a:lnTo>
                    <a:pt x="286607" y="596741"/>
                  </a:lnTo>
                  <a:lnTo>
                    <a:pt x="286321" y="597408"/>
                  </a:lnTo>
                  <a:lnTo>
                    <a:pt x="285940" y="597980"/>
                  </a:lnTo>
                  <a:lnTo>
                    <a:pt x="285845" y="598551"/>
                  </a:lnTo>
                  <a:lnTo>
                    <a:pt x="286226" y="599218"/>
                  </a:lnTo>
                  <a:lnTo>
                    <a:pt x="286226" y="599218"/>
                  </a:lnTo>
                  <a:lnTo>
                    <a:pt x="286226" y="599218"/>
                  </a:lnTo>
                  <a:lnTo>
                    <a:pt x="286226" y="600456"/>
                  </a:lnTo>
                  <a:lnTo>
                    <a:pt x="284702" y="604838"/>
                  </a:lnTo>
                  <a:lnTo>
                    <a:pt x="284416" y="606171"/>
                  </a:lnTo>
                  <a:lnTo>
                    <a:pt x="284036" y="607409"/>
                  </a:lnTo>
                  <a:lnTo>
                    <a:pt x="283273" y="608362"/>
                  </a:lnTo>
                  <a:lnTo>
                    <a:pt x="281940" y="608933"/>
                  </a:lnTo>
                  <a:lnTo>
                    <a:pt x="280702" y="609790"/>
                  </a:lnTo>
                  <a:lnTo>
                    <a:pt x="278892" y="612172"/>
                  </a:lnTo>
                  <a:lnTo>
                    <a:pt x="277654" y="612267"/>
                  </a:lnTo>
                  <a:lnTo>
                    <a:pt x="276606" y="611410"/>
                  </a:lnTo>
                  <a:lnTo>
                    <a:pt x="274987" y="608933"/>
                  </a:lnTo>
                  <a:lnTo>
                    <a:pt x="273748" y="608171"/>
                  </a:lnTo>
                  <a:lnTo>
                    <a:pt x="271463" y="608362"/>
                  </a:lnTo>
                  <a:lnTo>
                    <a:pt x="268891" y="609124"/>
                  </a:lnTo>
                  <a:lnTo>
                    <a:pt x="268033" y="609410"/>
                  </a:lnTo>
                  <a:lnTo>
                    <a:pt x="264890" y="610934"/>
                  </a:lnTo>
                  <a:lnTo>
                    <a:pt x="263366" y="612553"/>
                  </a:lnTo>
                  <a:lnTo>
                    <a:pt x="262985" y="613315"/>
                  </a:lnTo>
                  <a:lnTo>
                    <a:pt x="262319" y="613886"/>
                  </a:lnTo>
                  <a:lnTo>
                    <a:pt x="260890" y="614839"/>
                  </a:lnTo>
                  <a:lnTo>
                    <a:pt x="259271" y="616934"/>
                  </a:lnTo>
                  <a:lnTo>
                    <a:pt x="255651" y="620554"/>
                  </a:lnTo>
                  <a:lnTo>
                    <a:pt x="254413" y="621411"/>
                  </a:lnTo>
                  <a:lnTo>
                    <a:pt x="252413" y="622173"/>
                  </a:lnTo>
                  <a:lnTo>
                    <a:pt x="250507" y="622363"/>
                  </a:lnTo>
                  <a:lnTo>
                    <a:pt x="246507" y="622078"/>
                  </a:lnTo>
                  <a:lnTo>
                    <a:pt x="245840" y="622173"/>
                  </a:lnTo>
                  <a:lnTo>
                    <a:pt x="244888" y="622268"/>
                  </a:lnTo>
                  <a:lnTo>
                    <a:pt x="243649" y="623030"/>
                  </a:lnTo>
                  <a:lnTo>
                    <a:pt x="242792" y="624269"/>
                  </a:lnTo>
                  <a:lnTo>
                    <a:pt x="242221" y="625983"/>
                  </a:lnTo>
                  <a:lnTo>
                    <a:pt x="241173" y="627316"/>
                  </a:lnTo>
                  <a:lnTo>
                    <a:pt x="240030" y="627602"/>
                  </a:lnTo>
                  <a:lnTo>
                    <a:pt x="237363" y="627031"/>
                  </a:lnTo>
                  <a:lnTo>
                    <a:pt x="237744" y="627793"/>
                  </a:lnTo>
                  <a:lnTo>
                    <a:pt x="233172" y="627126"/>
                  </a:lnTo>
                  <a:lnTo>
                    <a:pt x="230696" y="627126"/>
                  </a:lnTo>
                  <a:lnTo>
                    <a:pt x="229076" y="628269"/>
                  </a:lnTo>
                  <a:lnTo>
                    <a:pt x="228410" y="628269"/>
                  </a:lnTo>
                  <a:lnTo>
                    <a:pt x="228124" y="627888"/>
                  </a:lnTo>
                  <a:lnTo>
                    <a:pt x="227933" y="627412"/>
                  </a:lnTo>
                  <a:lnTo>
                    <a:pt x="227457" y="627031"/>
                  </a:lnTo>
                  <a:lnTo>
                    <a:pt x="226790" y="626936"/>
                  </a:lnTo>
                  <a:lnTo>
                    <a:pt x="226219" y="626936"/>
                  </a:lnTo>
                  <a:lnTo>
                    <a:pt x="224980" y="627221"/>
                  </a:lnTo>
                  <a:lnTo>
                    <a:pt x="225076" y="627412"/>
                  </a:lnTo>
                  <a:lnTo>
                    <a:pt x="225457" y="628650"/>
                  </a:lnTo>
                  <a:lnTo>
                    <a:pt x="226981" y="631603"/>
                  </a:lnTo>
                  <a:lnTo>
                    <a:pt x="227266" y="632936"/>
                  </a:lnTo>
                  <a:lnTo>
                    <a:pt x="227171" y="633031"/>
                  </a:lnTo>
                  <a:lnTo>
                    <a:pt x="226409" y="634270"/>
                  </a:lnTo>
                  <a:lnTo>
                    <a:pt x="226314" y="634651"/>
                  </a:lnTo>
                  <a:lnTo>
                    <a:pt x="226314" y="635698"/>
                  </a:lnTo>
                  <a:lnTo>
                    <a:pt x="226219" y="636175"/>
                  </a:lnTo>
                  <a:lnTo>
                    <a:pt x="225838" y="636937"/>
                  </a:lnTo>
                  <a:lnTo>
                    <a:pt x="225457" y="637699"/>
                  </a:lnTo>
                  <a:lnTo>
                    <a:pt x="225171" y="638461"/>
                  </a:lnTo>
                  <a:lnTo>
                    <a:pt x="225266" y="639318"/>
                  </a:lnTo>
                  <a:lnTo>
                    <a:pt x="226695" y="641795"/>
                  </a:lnTo>
                  <a:lnTo>
                    <a:pt x="227171" y="642938"/>
                  </a:lnTo>
                  <a:lnTo>
                    <a:pt x="227171" y="643033"/>
                  </a:lnTo>
                  <a:lnTo>
                    <a:pt x="226695" y="643890"/>
                  </a:lnTo>
                  <a:lnTo>
                    <a:pt x="226028" y="643890"/>
                  </a:lnTo>
                  <a:lnTo>
                    <a:pt x="225362" y="643509"/>
                  </a:lnTo>
                  <a:lnTo>
                    <a:pt x="224219" y="642747"/>
                  </a:lnTo>
                  <a:lnTo>
                    <a:pt x="223456" y="642461"/>
                  </a:lnTo>
                  <a:lnTo>
                    <a:pt x="222980" y="642366"/>
                  </a:lnTo>
                  <a:lnTo>
                    <a:pt x="222409" y="642461"/>
                  </a:lnTo>
                  <a:lnTo>
                    <a:pt x="219456" y="643223"/>
                  </a:lnTo>
                  <a:lnTo>
                    <a:pt x="218789" y="643128"/>
                  </a:lnTo>
                  <a:lnTo>
                    <a:pt x="218313" y="642747"/>
                  </a:lnTo>
                  <a:lnTo>
                    <a:pt x="217551" y="641604"/>
                  </a:lnTo>
                  <a:lnTo>
                    <a:pt x="217170" y="641128"/>
                  </a:lnTo>
                  <a:lnTo>
                    <a:pt x="216122" y="640556"/>
                  </a:lnTo>
                  <a:lnTo>
                    <a:pt x="212503" y="639413"/>
                  </a:lnTo>
                  <a:lnTo>
                    <a:pt x="210312" y="639413"/>
                  </a:lnTo>
                  <a:lnTo>
                    <a:pt x="207550" y="638556"/>
                  </a:lnTo>
                  <a:lnTo>
                    <a:pt x="205169" y="638175"/>
                  </a:lnTo>
                  <a:lnTo>
                    <a:pt x="203930" y="639509"/>
                  </a:lnTo>
                  <a:lnTo>
                    <a:pt x="203930" y="640271"/>
                  </a:lnTo>
                  <a:lnTo>
                    <a:pt x="203835" y="641032"/>
                  </a:lnTo>
                  <a:lnTo>
                    <a:pt x="203549" y="641699"/>
                  </a:lnTo>
                  <a:lnTo>
                    <a:pt x="202121" y="643223"/>
                  </a:lnTo>
                  <a:lnTo>
                    <a:pt x="201644" y="644366"/>
                  </a:lnTo>
                  <a:lnTo>
                    <a:pt x="200978" y="645128"/>
                  </a:lnTo>
                  <a:lnTo>
                    <a:pt x="199454" y="645033"/>
                  </a:lnTo>
                  <a:lnTo>
                    <a:pt x="196977" y="644080"/>
                  </a:lnTo>
                  <a:lnTo>
                    <a:pt x="196120" y="644271"/>
                  </a:lnTo>
                  <a:lnTo>
                    <a:pt x="195072" y="645128"/>
                  </a:lnTo>
                  <a:lnTo>
                    <a:pt x="194881" y="645223"/>
                  </a:lnTo>
                  <a:lnTo>
                    <a:pt x="194215" y="645986"/>
                  </a:lnTo>
                  <a:lnTo>
                    <a:pt x="193643" y="646938"/>
                  </a:lnTo>
                  <a:lnTo>
                    <a:pt x="193453" y="647986"/>
                  </a:lnTo>
                  <a:lnTo>
                    <a:pt x="193643" y="648272"/>
                  </a:lnTo>
                  <a:lnTo>
                    <a:pt x="194215" y="649129"/>
                  </a:lnTo>
                  <a:lnTo>
                    <a:pt x="194881" y="649510"/>
                  </a:lnTo>
                  <a:lnTo>
                    <a:pt x="196310" y="649796"/>
                  </a:lnTo>
                  <a:lnTo>
                    <a:pt x="196882" y="650177"/>
                  </a:lnTo>
                  <a:lnTo>
                    <a:pt x="197167" y="650748"/>
                  </a:lnTo>
                  <a:lnTo>
                    <a:pt x="197263" y="651415"/>
                  </a:lnTo>
                  <a:lnTo>
                    <a:pt x="197167" y="652844"/>
                  </a:lnTo>
                  <a:lnTo>
                    <a:pt x="198025" y="655701"/>
                  </a:lnTo>
                  <a:lnTo>
                    <a:pt x="198120" y="656558"/>
                  </a:lnTo>
                  <a:lnTo>
                    <a:pt x="197929" y="657320"/>
                  </a:lnTo>
                  <a:lnTo>
                    <a:pt x="197358" y="659130"/>
                  </a:lnTo>
                  <a:lnTo>
                    <a:pt x="196501" y="663130"/>
                  </a:lnTo>
                  <a:lnTo>
                    <a:pt x="196596" y="663893"/>
                  </a:lnTo>
                  <a:lnTo>
                    <a:pt x="197263" y="664464"/>
                  </a:lnTo>
                  <a:lnTo>
                    <a:pt x="198120" y="664655"/>
                  </a:lnTo>
                  <a:lnTo>
                    <a:pt x="198787" y="665036"/>
                  </a:lnTo>
                  <a:lnTo>
                    <a:pt x="198882" y="666179"/>
                  </a:lnTo>
                  <a:lnTo>
                    <a:pt x="198882" y="666179"/>
                  </a:lnTo>
                  <a:lnTo>
                    <a:pt x="199454" y="667703"/>
                  </a:lnTo>
                  <a:lnTo>
                    <a:pt x="200501" y="668560"/>
                  </a:lnTo>
                  <a:lnTo>
                    <a:pt x="203359" y="669227"/>
                  </a:lnTo>
                  <a:lnTo>
                    <a:pt x="204121" y="669988"/>
                  </a:lnTo>
                  <a:lnTo>
                    <a:pt x="205359" y="671989"/>
                  </a:lnTo>
                  <a:lnTo>
                    <a:pt x="206121" y="672846"/>
                  </a:lnTo>
                  <a:lnTo>
                    <a:pt x="207931" y="674370"/>
                  </a:lnTo>
                  <a:lnTo>
                    <a:pt x="208597" y="675227"/>
                  </a:lnTo>
                  <a:lnTo>
                    <a:pt x="209169" y="676370"/>
                  </a:lnTo>
                  <a:lnTo>
                    <a:pt x="209740" y="675227"/>
                  </a:lnTo>
                  <a:lnTo>
                    <a:pt x="210503" y="674751"/>
                  </a:lnTo>
                  <a:lnTo>
                    <a:pt x="211455" y="674941"/>
                  </a:lnTo>
                  <a:lnTo>
                    <a:pt x="212407" y="675704"/>
                  </a:lnTo>
                  <a:lnTo>
                    <a:pt x="212979" y="676656"/>
                  </a:lnTo>
                  <a:lnTo>
                    <a:pt x="213836" y="679704"/>
                  </a:lnTo>
                  <a:lnTo>
                    <a:pt x="214408" y="680752"/>
                  </a:lnTo>
                  <a:lnTo>
                    <a:pt x="214027" y="681038"/>
                  </a:lnTo>
                  <a:lnTo>
                    <a:pt x="213455" y="681038"/>
                  </a:lnTo>
                  <a:lnTo>
                    <a:pt x="212312" y="681038"/>
                  </a:lnTo>
                  <a:lnTo>
                    <a:pt x="211360" y="681133"/>
                  </a:lnTo>
                  <a:lnTo>
                    <a:pt x="211169" y="681323"/>
                  </a:lnTo>
                  <a:lnTo>
                    <a:pt x="210883" y="681895"/>
                  </a:lnTo>
                  <a:lnTo>
                    <a:pt x="210979" y="681990"/>
                  </a:lnTo>
                  <a:lnTo>
                    <a:pt x="210883" y="683323"/>
                  </a:lnTo>
                  <a:lnTo>
                    <a:pt x="210788" y="683419"/>
                  </a:lnTo>
                  <a:lnTo>
                    <a:pt x="211074" y="684276"/>
                  </a:lnTo>
                  <a:lnTo>
                    <a:pt x="212407" y="686753"/>
                  </a:lnTo>
                  <a:lnTo>
                    <a:pt x="213741" y="691896"/>
                  </a:lnTo>
                  <a:lnTo>
                    <a:pt x="212598" y="690944"/>
                  </a:lnTo>
                  <a:lnTo>
                    <a:pt x="211264" y="690563"/>
                  </a:lnTo>
                  <a:lnTo>
                    <a:pt x="208312" y="690277"/>
                  </a:lnTo>
                  <a:lnTo>
                    <a:pt x="206883" y="689801"/>
                  </a:lnTo>
                  <a:lnTo>
                    <a:pt x="205454" y="689038"/>
                  </a:lnTo>
                  <a:lnTo>
                    <a:pt x="204121" y="688086"/>
                  </a:lnTo>
                  <a:lnTo>
                    <a:pt x="203168" y="686943"/>
                  </a:lnTo>
                  <a:lnTo>
                    <a:pt x="202692" y="686372"/>
                  </a:lnTo>
                  <a:lnTo>
                    <a:pt x="200978" y="684943"/>
                  </a:lnTo>
                  <a:lnTo>
                    <a:pt x="200882" y="685800"/>
                  </a:lnTo>
                  <a:lnTo>
                    <a:pt x="200406" y="686943"/>
                  </a:lnTo>
                  <a:lnTo>
                    <a:pt x="199739" y="687991"/>
                  </a:lnTo>
                  <a:lnTo>
                    <a:pt x="199263" y="688562"/>
                  </a:lnTo>
                  <a:lnTo>
                    <a:pt x="198215" y="688562"/>
                  </a:lnTo>
                  <a:lnTo>
                    <a:pt x="197263" y="687991"/>
                  </a:lnTo>
                  <a:lnTo>
                    <a:pt x="196596" y="687134"/>
                  </a:lnTo>
                  <a:lnTo>
                    <a:pt x="196215" y="686372"/>
                  </a:lnTo>
                  <a:lnTo>
                    <a:pt x="195644" y="684562"/>
                  </a:lnTo>
                  <a:lnTo>
                    <a:pt x="195263" y="683800"/>
                  </a:lnTo>
                  <a:lnTo>
                    <a:pt x="193453" y="681323"/>
                  </a:lnTo>
                  <a:lnTo>
                    <a:pt x="192500" y="679704"/>
                  </a:lnTo>
                  <a:lnTo>
                    <a:pt x="191643" y="678656"/>
                  </a:lnTo>
                  <a:lnTo>
                    <a:pt x="190214" y="678466"/>
                  </a:lnTo>
                  <a:lnTo>
                    <a:pt x="188690" y="678942"/>
                  </a:lnTo>
                  <a:lnTo>
                    <a:pt x="187452" y="679704"/>
                  </a:lnTo>
                  <a:lnTo>
                    <a:pt x="187452" y="679704"/>
                  </a:lnTo>
                  <a:lnTo>
                    <a:pt x="186499" y="680371"/>
                  </a:lnTo>
                  <a:lnTo>
                    <a:pt x="185261" y="680942"/>
                  </a:lnTo>
                  <a:lnTo>
                    <a:pt x="184499" y="681133"/>
                  </a:lnTo>
                  <a:lnTo>
                    <a:pt x="179546" y="682180"/>
                  </a:lnTo>
                  <a:lnTo>
                    <a:pt x="176879" y="682752"/>
                  </a:lnTo>
                  <a:lnTo>
                    <a:pt x="176498" y="682752"/>
                  </a:lnTo>
                  <a:lnTo>
                    <a:pt x="175355" y="682180"/>
                  </a:lnTo>
                  <a:lnTo>
                    <a:pt x="173831" y="681799"/>
                  </a:lnTo>
                  <a:lnTo>
                    <a:pt x="173546" y="681704"/>
                  </a:lnTo>
                  <a:lnTo>
                    <a:pt x="172879" y="682180"/>
                  </a:lnTo>
                  <a:lnTo>
                    <a:pt x="170783" y="684657"/>
                  </a:lnTo>
                  <a:lnTo>
                    <a:pt x="169164" y="687800"/>
                  </a:lnTo>
                  <a:lnTo>
                    <a:pt x="168688" y="688277"/>
                  </a:lnTo>
                  <a:lnTo>
                    <a:pt x="167926" y="687991"/>
                  </a:lnTo>
                  <a:lnTo>
                    <a:pt x="166116" y="686372"/>
                  </a:lnTo>
                  <a:lnTo>
                    <a:pt x="165354" y="685800"/>
                  </a:lnTo>
                  <a:lnTo>
                    <a:pt x="163068" y="685419"/>
                  </a:lnTo>
                  <a:lnTo>
                    <a:pt x="157924" y="684466"/>
                  </a:lnTo>
                  <a:lnTo>
                    <a:pt x="157163" y="684181"/>
                  </a:lnTo>
                  <a:lnTo>
                    <a:pt x="156591" y="683419"/>
                  </a:lnTo>
                  <a:lnTo>
                    <a:pt x="156496" y="682752"/>
                  </a:lnTo>
                  <a:lnTo>
                    <a:pt x="156210" y="682562"/>
                  </a:lnTo>
                  <a:lnTo>
                    <a:pt x="155067" y="683133"/>
                  </a:lnTo>
                  <a:lnTo>
                    <a:pt x="154400" y="683609"/>
                  </a:lnTo>
                  <a:lnTo>
                    <a:pt x="154210" y="683800"/>
                  </a:lnTo>
                  <a:lnTo>
                    <a:pt x="153733" y="684276"/>
                  </a:lnTo>
                  <a:lnTo>
                    <a:pt x="153162" y="685038"/>
                  </a:lnTo>
                  <a:lnTo>
                    <a:pt x="152781" y="685895"/>
                  </a:lnTo>
                  <a:lnTo>
                    <a:pt x="152971" y="687705"/>
                  </a:lnTo>
                  <a:lnTo>
                    <a:pt x="153829" y="689705"/>
                  </a:lnTo>
                  <a:lnTo>
                    <a:pt x="155734" y="693230"/>
                  </a:lnTo>
                  <a:lnTo>
                    <a:pt x="155734" y="694944"/>
                  </a:lnTo>
                  <a:lnTo>
                    <a:pt x="154496" y="696182"/>
                  </a:lnTo>
                  <a:lnTo>
                    <a:pt x="149352" y="698849"/>
                  </a:lnTo>
                  <a:lnTo>
                    <a:pt x="148685" y="699421"/>
                  </a:lnTo>
                  <a:lnTo>
                    <a:pt x="148114" y="700088"/>
                  </a:lnTo>
                  <a:lnTo>
                    <a:pt x="145923" y="703421"/>
                  </a:lnTo>
                  <a:lnTo>
                    <a:pt x="144685" y="704755"/>
                  </a:lnTo>
                  <a:lnTo>
                    <a:pt x="142780" y="705517"/>
                  </a:lnTo>
                  <a:lnTo>
                    <a:pt x="140398" y="705612"/>
                  </a:lnTo>
                  <a:lnTo>
                    <a:pt x="137827" y="705326"/>
                  </a:lnTo>
                  <a:lnTo>
                    <a:pt x="136588" y="705136"/>
                  </a:lnTo>
                  <a:lnTo>
                    <a:pt x="132588" y="704660"/>
                  </a:lnTo>
                  <a:lnTo>
                    <a:pt x="130302" y="704755"/>
                  </a:lnTo>
                  <a:lnTo>
                    <a:pt x="129445" y="704945"/>
                  </a:lnTo>
                  <a:lnTo>
                    <a:pt x="128778" y="705422"/>
                  </a:lnTo>
                  <a:lnTo>
                    <a:pt x="128302" y="706184"/>
                  </a:lnTo>
                  <a:lnTo>
                    <a:pt x="127825" y="707041"/>
                  </a:lnTo>
                  <a:lnTo>
                    <a:pt x="125635" y="710279"/>
                  </a:lnTo>
                  <a:lnTo>
                    <a:pt x="125063" y="710755"/>
                  </a:lnTo>
                  <a:lnTo>
                    <a:pt x="124301" y="710851"/>
                  </a:lnTo>
                  <a:lnTo>
                    <a:pt x="123349" y="710660"/>
                  </a:lnTo>
                  <a:lnTo>
                    <a:pt x="123539" y="711327"/>
                  </a:lnTo>
                  <a:lnTo>
                    <a:pt x="123444" y="712184"/>
                  </a:lnTo>
                  <a:lnTo>
                    <a:pt x="123444" y="712756"/>
                  </a:lnTo>
                  <a:lnTo>
                    <a:pt x="124301" y="712851"/>
                  </a:lnTo>
                  <a:lnTo>
                    <a:pt x="125158" y="712565"/>
                  </a:lnTo>
                  <a:lnTo>
                    <a:pt x="125825" y="712089"/>
                  </a:lnTo>
                  <a:lnTo>
                    <a:pt x="126397" y="711422"/>
                  </a:lnTo>
                  <a:lnTo>
                    <a:pt x="126778" y="710565"/>
                  </a:lnTo>
                  <a:lnTo>
                    <a:pt x="127159" y="710565"/>
                  </a:lnTo>
                  <a:lnTo>
                    <a:pt x="127445" y="711137"/>
                  </a:lnTo>
                  <a:lnTo>
                    <a:pt x="127445" y="711613"/>
                  </a:lnTo>
                  <a:lnTo>
                    <a:pt x="127159" y="712089"/>
                  </a:lnTo>
                  <a:lnTo>
                    <a:pt x="126778" y="712661"/>
                  </a:lnTo>
                  <a:lnTo>
                    <a:pt x="126302" y="712946"/>
                  </a:lnTo>
                  <a:lnTo>
                    <a:pt x="125921" y="712946"/>
                  </a:lnTo>
                  <a:lnTo>
                    <a:pt x="125730" y="713041"/>
                  </a:lnTo>
                  <a:lnTo>
                    <a:pt x="126016" y="713708"/>
                  </a:lnTo>
                  <a:lnTo>
                    <a:pt x="127159" y="715232"/>
                  </a:lnTo>
                  <a:lnTo>
                    <a:pt x="127730" y="716280"/>
                  </a:lnTo>
                  <a:lnTo>
                    <a:pt x="127825" y="717709"/>
                  </a:lnTo>
                  <a:lnTo>
                    <a:pt x="128302" y="717709"/>
                  </a:lnTo>
                  <a:lnTo>
                    <a:pt x="128302" y="717423"/>
                  </a:lnTo>
                  <a:lnTo>
                    <a:pt x="128397" y="717232"/>
                  </a:lnTo>
                  <a:lnTo>
                    <a:pt x="128588" y="716852"/>
                  </a:lnTo>
                  <a:lnTo>
                    <a:pt x="130016" y="717995"/>
                  </a:lnTo>
                  <a:lnTo>
                    <a:pt x="130492" y="718756"/>
                  </a:lnTo>
                  <a:lnTo>
                    <a:pt x="130683" y="719995"/>
                  </a:lnTo>
                  <a:lnTo>
                    <a:pt x="130683" y="721423"/>
                  </a:lnTo>
                  <a:lnTo>
                    <a:pt x="130873" y="721900"/>
                  </a:lnTo>
                  <a:lnTo>
                    <a:pt x="131540" y="722662"/>
                  </a:lnTo>
                  <a:lnTo>
                    <a:pt x="131731" y="723043"/>
                  </a:lnTo>
                  <a:lnTo>
                    <a:pt x="131731" y="723710"/>
                  </a:lnTo>
                  <a:lnTo>
                    <a:pt x="131540" y="724090"/>
                  </a:lnTo>
                  <a:lnTo>
                    <a:pt x="131445" y="724472"/>
                  </a:lnTo>
                  <a:lnTo>
                    <a:pt x="131731" y="724948"/>
                  </a:lnTo>
                  <a:lnTo>
                    <a:pt x="131921" y="724853"/>
                  </a:lnTo>
                  <a:lnTo>
                    <a:pt x="133731" y="724948"/>
                  </a:lnTo>
                  <a:lnTo>
                    <a:pt x="133921" y="724757"/>
                  </a:lnTo>
                  <a:lnTo>
                    <a:pt x="134112" y="723710"/>
                  </a:lnTo>
                  <a:lnTo>
                    <a:pt x="134398" y="723519"/>
                  </a:lnTo>
                  <a:lnTo>
                    <a:pt x="134969" y="723424"/>
                  </a:lnTo>
                  <a:lnTo>
                    <a:pt x="135064" y="723043"/>
                  </a:lnTo>
                  <a:lnTo>
                    <a:pt x="135064" y="722566"/>
                  </a:lnTo>
                  <a:lnTo>
                    <a:pt x="135255" y="722090"/>
                  </a:lnTo>
                  <a:lnTo>
                    <a:pt x="136588" y="720852"/>
                  </a:lnTo>
                  <a:lnTo>
                    <a:pt x="138208" y="720376"/>
                  </a:lnTo>
                  <a:lnTo>
                    <a:pt x="140017" y="720662"/>
                  </a:lnTo>
                  <a:lnTo>
                    <a:pt x="141732" y="721709"/>
                  </a:lnTo>
                  <a:lnTo>
                    <a:pt x="142780" y="723138"/>
                  </a:lnTo>
                  <a:lnTo>
                    <a:pt x="143828" y="724948"/>
                  </a:lnTo>
                  <a:lnTo>
                    <a:pt x="145066" y="726567"/>
                  </a:lnTo>
                  <a:lnTo>
                    <a:pt x="146780" y="727615"/>
                  </a:lnTo>
                  <a:lnTo>
                    <a:pt x="148019" y="727710"/>
                  </a:lnTo>
                  <a:lnTo>
                    <a:pt x="150114" y="727234"/>
                  </a:lnTo>
                  <a:lnTo>
                    <a:pt x="151162" y="727329"/>
                  </a:lnTo>
                  <a:lnTo>
                    <a:pt x="152210" y="727901"/>
                  </a:lnTo>
                  <a:lnTo>
                    <a:pt x="154305" y="729901"/>
                  </a:lnTo>
                  <a:lnTo>
                    <a:pt x="156686" y="733044"/>
                  </a:lnTo>
                  <a:lnTo>
                    <a:pt x="157353" y="734282"/>
                  </a:lnTo>
                  <a:lnTo>
                    <a:pt x="157734" y="735425"/>
                  </a:lnTo>
                  <a:lnTo>
                    <a:pt x="157734" y="737806"/>
                  </a:lnTo>
                  <a:lnTo>
                    <a:pt x="158020" y="739807"/>
                  </a:lnTo>
                  <a:lnTo>
                    <a:pt x="158020" y="740569"/>
                  </a:lnTo>
                  <a:lnTo>
                    <a:pt x="156781" y="737235"/>
                  </a:lnTo>
                  <a:lnTo>
                    <a:pt x="156686" y="736378"/>
                  </a:lnTo>
                  <a:lnTo>
                    <a:pt x="156210" y="735997"/>
                  </a:lnTo>
                  <a:lnTo>
                    <a:pt x="155067" y="736568"/>
                  </a:lnTo>
                  <a:lnTo>
                    <a:pt x="151829" y="738949"/>
                  </a:lnTo>
                  <a:lnTo>
                    <a:pt x="150971" y="739807"/>
                  </a:lnTo>
                  <a:lnTo>
                    <a:pt x="150590" y="740759"/>
                  </a:lnTo>
                  <a:lnTo>
                    <a:pt x="148971" y="740950"/>
                  </a:lnTo>
                  <a:lnTo>
                    <a:pt x="146495" y="740855"/>
                  </a:lnTo>
                  <a:lnTo>
                    <a:pt x="145447" y="743903"/>
                  </a:lnTo>
                  <a:lnTo>
                    <a:pt x="144589" y="746855"/>
                  </a:lnTo>
                  <a:lnTo>
                    <a:pt x="143446" y="756476"/>
                  </a:lnTo>
                  <a:lnTo>
                    <a:pt x="143256" y="758666"/>
                  </a:lnTo>
                  <a:lnTo>
                    <a:pt x="142875" y="764667"/>
                  </a:lnTo>
                  <a:lnTo>
                    <a:pt x="142875" y="767905"/>
                  </a:lnTo>
                  <a:lnTo>
                    <a:pt x="142494" y="775716"/>
                  </a:lnTo>
                  <a:lnTo>
                    <a:pt x="142113" y="778859"/>
                  </a:lnTo>
                  <a:lnTo>
                    <a:pt x="141922" y="783527"/>
                  </a:lnTo>
                  <a:lnTo>
                    <a:pt x="142018" y="787241"/>
                  </a:lnTo>
                  <a:lnTo>
                    <a:pt x="142208" y="789241"/>
                  </a:lnTo>
                  <a:lnTo>
                    <a:pt x="141351" y="791623"/>
                  </a:lnTo>
                  <a:lnTo>
                    <a:pt x="140779" y="793528"/>
                  </a:lnTo>
                  <a:lnTo>
                    <a:pt x="140208" y="795528"/>
                  </a:lnTo>
                  <a:lnTo>
                    <a:pt x="141065" y="797338"/>
                  </a:lnTo>
                  <a:lnTo>
                    <a:pt x="142399" y="798005"/>
                  </a:lnTo>
                  <a:lnTo>
                    <a:pt x="144589" y="797433"/>
                  </a:lnTo>
                  <a:lnTo>
                    <a:pt x="147923" y="795909"/>
                  </a:lnTo>
                  <a:lnTo>
                    <a:pt x="147638" y="796957"/>
                  </a:lnTo>
                  <a:lnTo>
                    <a:pt x="147828" y="798005"/>
                  </a:lnTo>
                  <a:lnTo>
                    <a:pt x="148304" y="798862"/>
                  </a:lnTo>
                  <a:lnTo>
                    <a:pt x="148304" y="799147"/>
                  </a:lnTo>
                  <a:lnTo>
                    <a:pt x="147447" y="799814"/>
                  </a:lnTo>
                  <a:lnTo>
                    <a:pt x="147066" y="799910"/>
                  </a:lnTo>
                  <a:lnTo>
                    <a:pt x="145828" y="799910"/>
                  </a:lnTo>
                  <a:lnTo>
                    <a:pt x="144971" y="800005"/>
                  </a:lnTo>
                  <a:lnTo>
                    <a:pt x="144399" y="800100"/>
                  </a:lnTo>
                  <a:lnTo>
                    <a:pt x="144208" y="800386"/>
                  </a:lnTo>
                  <a:lnTo>
                    <a:pt x="144494" y="800957"/>
                  </a:lnTo>
                  <a:lnTo>
                    <a:pt x="145732" y="801624"/>
                  </a:lnTo>
                  <a:lnTo>
                    <a:pt x="147352" y="801624"/>
                  </a:lnTo>
                  <a:lnTo>
                    <a:pt x="149066" y="801148"/>
                  </a:lnTo>
                  <a:lnTo>
                    <a:pt x="150304" y="800576"/>
                  </a:lnTo>
                  <a:lnTo>
                    <a:pt x="149923" y="801243"/>
                  </a:lnTo>
                  <a:lnTo>
                    <a:pt x="149162" y="801814"/>
                  </a:lnTo>
                  <a:lnTo>
                    <a:pt x="148304" y="802196"/>
                  </a:lnTo>
                  <a:lnTo>
                    <a:pt x="147542" y="802386"/>
                  </a:lnTo>
                  <a:lnTo>
                    <a:pt x="144018" y="801719"/>
                  </a:lnTo>
                  <a:lnTo>
                    <a:pt x="143351" y="801719"/>
                  </a:lnTo>
                  <a:lnTo>
                    <a:pt x="142685" y="802100"/>
                  </a:lnTo>
                  <a:lnTo>
                    <a:pt x="142875" y="802386"/>
                  </a:lnTo>
                  <a:lnTo>
                    <a:pt x="143446" y="802672"/>
                  </a:lnTo>
                  <a:lnTo>
                    <a:pt x="143732" y="803243"/>
                  </a:lnTo>
                  <a:lnTo>
                    <a:pt x="143542" y="803815"/>
                  </a:lnTo>
                  <a:lnTo>
                    <a:pt x="143161" y="804005"/>
                  </a:lnTo>
                  <a:lnTo>
                    <a:pt x="142685" y="804101"/>
                  </a:lnTo>
                  <a:lnTo>
                    <a:pt x="142113" y="804481"/>
                  </a:lnTo>
                  <a:lnTo>
                    <a:pt x="139541" y="806196"/>
                  </a:lnTo>
                  <a:lnTo>
                    <a:pt x="138494" y="806387"/>
                  </a:lnTo>
                  <a:lnTo>
                    <a:pt x="137827" y="806196"/>
                  </a:lnTo>
                  <a:lnTo>
                    <a:pt x="137446" y="806291"/>
                  </a:lnTo>
                  <a:lnTo>
                    <a:pt x="137541" y="806863"/>
                  </a:lnTo>
                  <a:lnTo>
                    <a:pt x="137827" y="807053"/>
                  </a:lnTo>
                  <a:lnTo>
                    <a:pt x="139065" y="807530"/>
                  </a:lnTo>
                  <a:lnTo>
                    <a:pt x="142399" y="808006"/>
                  </a:lnTo>
                  <a:lnTo>
                    <a:pt x="142780" y="808196"/>
                  </a:lnTo>
                  <a:lnTo>
                    <a:pt x="143065" y="808482"/>
                  </a:lnTo>
                  <a:lnTo>
                    <a:pt x="143351" y="808672"/>
                  </a:lnTo>
                  <a:lnTo>
                    <a:pt x="144589" y="808863"/>
                  </a:lnTo>
                  <a:lnTo>
                    <a:pt x="154019" y="806196"/>
                  </a:lnTo>
                  <a:lnTo>
                    <a:pt x="157544" y="805244"/>
                  </a:lnTo>
                  <a:lnTo>
                    <a:pt x="158877" y="803910"/>
                  </a:lnTo>
                  <a:lnTo>
                    <a:pt x="160401" y="801529"/>
                  </a:lnTo>
                  <a:lnTo>
                    <a:pt x="161925" y="799719"/>
                  </a:lnTo>
                  <a:lnTo>
                    <a:pt x="163639" y="798957"/>
                  </a:lnTo>
                  <a:lnTo>
                    <a:pt x="165830" y="798671"/>
                  </a:lnTo>
                  <a:lnTo>
                    <a:pt x="167640" y="797243"/>
                  </a:lnTo>
                  <a:lnTo>
                    <a:pt x="168783" y="795909"/>
                  </a:lnTo>
                  <a:lnTo>
                    <a:pt x="169736" y="794480"/>
                  </a:lnTo>
                  <a:lnTo>
                    <a:pt x="173641" y="787051"/>
                  </a:lnTo>
                  <a:lnTo>
                    <a:pt x="173641" y="786765"/>
                  </a:lnTo>
                  <a:lnTo>
                    <a:pt x="173546" y="786194"/>
                  </a:lnTo>
                  <a:lnTo>
                    <a:pt x="173546" y="785908"/>
                  </a:lnTo>
                  <a:lnTo>
                    <a:pt x="173831" y="785717"/>
                  </a:lnTo>
                  <a:lnTo>
                    <a:pt x="174498" y="785527"/>
                  </a:lnTo>
                  <a:lnTo>
                    <a:pt x="174593" y="785336"/>
                  </a:lnTo>
                  <a:lnTo>
                    <a:pt x="174784" y="784384"/>
                  </a:lnTo>
                  <a:lnTo>
                    <a:pt x="175355" y="783717"/>
                  </a:lnTo>
                  <a:lnTo>
                    <a:pt x="176784" y="782669"/>
                  </a:lnTo>
                  <a:lnTo>
                    <a:pt x="179070" y="780193"/>
                  </a:lnTo>
                  <a:lnTo>
                    <a:pt x="180404" y="779050"/>
                  </a:lnTo>
                  <a:lnTo>
                    <a:pt x="192024" y="774763"/>
                  </a:lnTo>
                  <a:lnTo>
                    <a:pt x="197739" y="772478"/>
                  </a:lnTo>
                  <a:lnTo>
                    <a:pt x="205645" y="769239"/>
                  </a:lnTo>
                  <a:lnTo>
                    <a:pt x="212884" y="767048"/>
                  </a:lnTo>
                  <a:lnTo>
                    <a:pt x="214408" y="766763"/>
                  </a:lnTo>
                  <a:lnTo>
                    <a:pt x="214884" y="766381"/>
                  </a:lnTo>
                  <a:lnTo>
                    <a:pt x="215074" y="765524"/>
                  </a:lnTo>
                  <a:lnTo>
                    <a:pt x="214979" y="764762"/>
                  </a:lnTo>
                  <a:lnTo>
                    <a:pt x="214598" y="764477"/>
                  </a:lnTo>
                  <a:lnTo>
                    <a:pt x="214122" y="764286"/>
                  </a:lnTo>
                  <a:lnTo>
                    <a:pt x="213646" y="763810"/>
                  </a:lnTo>
                  <a:lnTo>
                    <a:pt x="215551" y="761714"/>
                  </a:lnTo>
                  <a:lnTo>
                    <a:pt x="215837" y="761047"/>
                  </a:lnTo>
                  <a:lnTo>
                    <a:pt x="215646" y="758857"/>
                  </a:lnTo>
                  <a:lnTo>
                    <a:pt x="215455" y="757999"/>
                  </a:lnTo>
                  <a:lnTo>
                    <a:pt x="215074" y="757238"/>
                  </a:lnTo>
                  <a:lnTo>
                    <a:pt x="209550" y="749141"/>
                  </a:lnTo>
                  <a:lnTo>
                    <a:pt x="209074" y="748094"/>
                  </a:lnTo>
                  <a:lnTo>
                    <a:pt x="208883" y="747141"/>
                  </a:lnTo>
                  <a:lnTo>
                    <a:pt x="208597" y="746188"/>
                  </a:lnTo>
                  <a:lnTo>
                    <a:pt x="199549" y="737235"/>
                  </a:lnTo>
                  <a:lnTo>
                    <a:pt x="196215" y="733901"/>
                  </a:lnTo>
                  <a:lnTo>
                    <a:pt x="195167" y="732377"/>
                  </a:lnTo>
                  <a:lnTo>
                    <a:pt x="196215" y="732568"/>
                  </a:lnTo>
                  <a:lnTo>
                    <a:pt x="197834" y="733615"/>
                  </a:lnTo>
                  <a:lnTo>
                    <a:pt x="199644" y="734092"/>
                  </a:lnTo>
                  <a:lnTo>
                    <a:pt x="201168" y="735235"/>
                  </a:lnTo>
                  <a:lnTo>
                    <a:pt x="203168" y="737045"/>
                  </a:lnTo>
                  <a:lnTo>
                    <a:pt x="208121" y="743236"/>
                  </a:lnTo>
                  <a:lnTo>
                    <a:pt x="217932" y="752380"/>
                  </a:lnTo>
                  <a:lnTo>
                    <a:pt x="222504" y="754856"/>
                  </a:lnTo>
                  <a:lnTo>
                    <a:pt x="224980" y="756761"/>
                  </a:lnTo>
                  <a:lnTo>
                    <a:pt x="225647" y="757142"/>
                  </a:lnTo>
                  <a:lnTo>
                    <a:pt x="227838" y="757142"/>
                  </a:lnTo>
                  <a:lnTo>
                    <a:pt x="228600" y="756666"/>
                  </a:lnTo>
                  <a:lnTo>
                    <a:pt x="229171" y="756476"/>
                  </a:lnTo>
                  <a:lnTo>
                    <a:pt x="229648" y="756666"/>
                  </a:lnTo>
                  <a:lnTo>
                    <a:pt x="230219" y="756952"/>
                  </a:lnTo>
                  <a:lnTo>
                    <a:pt x="230886" y="756761"/>
                  </a:lnTo>
                  <a:lnTo>
                    <a:pt x="232029" y="756095"/>
                  </a:lnTo>
                  <a:lnTo>
                    <a:pt x="233363" y="754952"/>
                  </a:lnTo>
                  <a:lnTo>
                    <a:pt x="234410" y="753428"/>
                  </a:lnTo>
                  <a:lnTo>
                    <a:pt x="235077" y="751618"/>
                  </a:lnTo>
                  <a:lnTo>
                    <a:pt x="235363" y="748951"/>
                  </a:lnTo>
                  <a:lnTo>
                    <a:pt x="235363" y="747808"/>
                  </a:lnTo>
                  <a:lnTo>
                    <a:pt x="235077" y="746855"/>
                  </a:lnTo>
                  <a:lnTo>
                    <a:pt x="234410" y="746474"/>
                  </a:lnTo>
                  <a:lnTo>
                    <a:pt x="233077" y="746284"/>
                  </a:lnTo>
                  <a:lnTo>
                    <a:pt x="232505" y="745712"/>
                  </a:lnTo>
                  <a:lnTo>
                    <a:pt x="232029" y="743617"/>
                  </a:lnTo>
                  <a:lnTo>
                    <a:pt x="231077" y="741902"/>
                  </a:lnTo>
                  <a:lnTo>
                    <a:pt x="229743" y="740378"/>
                  </a:lnTo>
                  <a:lnTo>
                    <a:pt x="225171" y="736568"/>
                  </a:lnTo>
                  <a:lnTo>
                    <a:pt x="224123" y="735330"/>
                  </a:lnTo>
                  <a:lnTo>
                    <a:pt x="223838" y="735139"/>
                  </a:lnTo>
                  <a:lnTo>
                    <a:pt x="221171" y="732568"/>
                  </a:lnTo>
                  <a:lnTo>
                    <a:pt x="220885" y="732091"/>
                  </a:lnTo>
                  <a:lnTo>
                    <a:pt x="220408" y="731234"/>
                  </a:lnTo>
                  <a:lnTo>
                    <a:pt x="220123" y="730758"/>
                  </a:lnTo>
                  <a:lnTo>
                    <a:pt x="219646" y="730282"/>
                  </a:lnTo>
                  <a:lnTo>
                    <a:pt x="217741" y="728853"/>
                  </a:lnTo>
                  <a:lnTo>
                    <a:pt x="216122" y="727615"/>
                  </a:lnTo>
                  <a:lnTo>
                    <a:pt x="214979" y="726567"/>
                  </a:lnTo>
                  <a:lnTo>
                    <a:pt x="214408" y="725900"/>
                  </a:lnTo>
                  <a:lnTo>
                    <a:pt x="213931" y="725138"/>
                  </a:lnTo>
                  <a:lnTo>
                    <a:pt x="213550" y="723329"/>
                  </a:lnTo>
                  <a:lnTo>
                    <a:pt x="213074" y="722566"/>
                  </a:lnTo>
                  <a:lnTo>
                    <a:pt x="211836" y="721233"/>
                  </a:lnTo>
                  <a:lnTo>
                    <a:pt x="211455" y="720947"/>
                  </a:lnTo>
                  <a:lnTo>
                    <a:pt x="210979" y="720757"/>
                  </a:lnTo>
                  <a:lnTo>
                    <a:pt x="210693" y="720471"/>
                  </a:lnTo>
                  <a:lnTo>
                    <a:pt x="210979" y="720280"/>
                  </a:lnTo>
                  <a:lnTo>
                    <a:pt x="211169" y="720185"/>
                  </a:lnTo>
                  <a:lnTo>
                    <a:pt x="211455" y="720280"/>
                  </a:lnTo>
                  <a:lnTo>
                    <a:pt x="211931" y="720566"/>
                  </a:lnTo>
                  <a:lnTo>
                    <a:pt x="212407" y="720852"/>
                  </a:lnTo>
                  <a:lnTo>
                    <a:pt x="225552" y="734378"/>
                  </a:lnTo>
                  <a:lnTo>
                    <a:pt x="230029" y="737045"/>
                  </a:lnTo>
                  <a:lnTo>
                    <a:pt x="231362" y="737997"/>
                  </a:lnTo>
                  <a:lnTo>
                    <a:pt x="234505" y="741426"/>
                  </a:lnTo>
                  <a:lnTo>
                    <a:pt x="235744" y="742379"/>
                  </a:lnTo>
                  <a:lnTo>
                    <a:pt x="237077" y="742664"/>
                  </a:lnTo>
                  <a:lnTo>
                    <a:pt x="238506" y="742188"/>
                  </a:lnTo>
                  <a:lnTo>
                    <a:pt x="239554" y="740950"/>
                  </a:lnTo>
                  <a:lnTo>
                    <a:pt x="239839" y="739045"/>
                  </a:lnTo>
                  <a:lnTo>
                    <a:pt x="240125" y="739045"/>
                  </a:lnTo>
                  <a:lnTo>
                    <a:pt x="240411" y="739426"/>
                  </a:lnTo>
                  <a:lnTo>
                    <a:pt x="240506" y="739902"/>
                  </a:lnTo>
                  <a:lnTo>
                    <a:pt x="240411" y="740378"/>
                  </a:lnTo>
                  <a:lnTo>
                    <a:pt x="240030" y="740759"/>
                  </a:lnTo>
                  <a:lnTo>
                    <a:pt x="240030" y="741140"/>
                  </a:lnTo>
                  <a:lnTo>
                    <a:pt x="240792" y="740473"/>
                  </a:lnTo>
                  <a:lnTo>
                    <a:pt x="241363" y="739330"/>
                  </a:lnTo>
                  <a:lnTo>
                    <a:pt x="241554" y="738283"/>
                  </a:lnTo>
                  <a:lnTo>
                    <a:pt x="241078" y="737806"/>
                  </a:lnTo>
                  <a:lnTo>
                    <a:pt x="240221" y="737616"/>
                  </a:lnTo>
                  <a:lnTo>
                    <a:pt x="237268" y="735997"/>
                  </a:lnTo>
                  <a:lnTo>
                    <a:pt x="234505" y="733901"/>
                  </a:lnTo>
                  <a:lnTo>
                    <a:pt x="230410" y="731996"/>
                  </a:lnTo>
                  <a:lnTo>
                    <a:pt x="229171" y="730948"/>
                  </a:lnTo>
                  <a:lnTo>
                    <a:pt x="224219" y="724567"/>
                  </a:lnTo>
                  <a:lnTo>
                    <a:pt x="223647" y="723424"/>
                  </a:lnTo>
                  <a:lnTo>
                    <a:pt x="223171" y="721423"/>
                  </a:lnTo>
                  <a:lnTo>
                    <a:pt x="222599" y="720757"/>
                  </a:lnTo>
                  <a:lnTo>
                    <a:pt x="220980" y="719519"/>
                  </a:lnTo>
                  <a:lnTo>
                    <a:pt x="220694" y="719423"/>
                  </a:lnTo>
                  <a:lnTo>
                    <a:pt x="220408" y="719328"/>
                  </a:lnTo>
                  <a:lnTo>
                    <a:pt x="220123" y="719042"/>
                  </a:lnTo>
                  <a:lnTo>
                    <a:pt x="222218" y="719709"/>
                  </a:lnTo>
                  <a:lnTo>
                    <a:pt x="223742" y="721233"/>
                  </a:lnTo>
                  <a:lnTo>
                    <a:pt x="228124" y="728186"/>
                  </a:lnTo>
                  <a:lnTo>
                    <a:pt x="229457" y="729805"/>
                  </a:lnTo>
                  <a:lnTo>
                    <a:pt x="230981" y="731044"/>
                  </a:lnTo>
                  <a:lnTo>
                    <a:pt x="233648" y="732091"/>
                  </a:lnTo>
                  <a:lnTo>
                    <a:pt x="234410" y="732663"/>
                  </a:lnTo>
                  <a:lnTo>
                    <a:pt x="235172" y="733425"/>
                  </a:lnTo>
                  <a:lnTo>
                    <a:pt x="235934" y="733997"/>
                  </a:lnTo>
                  <a:lnTo>
                    <a:pt x="236791" y="734282"/>
                  </a:lnTo>
                  <a:lnTo>
                    <a:pt x="238792" y="734378"/>
                  </a:lnTo>
                  <a:lnTo>
                    <a:pt x="238982" y="734282"/>
                  </a:lnTo>
                  <a:lnTo>
                    <a:pt x="239078" y="734092"/>
                  </a:lnTo>
                  <a:lnTo>
                    <a:pt x="239173" y="733711"/>
                  </a:lnTo>
                  <a:lnTo>
                    <a:pt x="239554" y="733235"/>
                  </a:lnTo>
                  <a:lnTo>
                    <a:pt x="239554" y="732854"/>
                  </a:lnTo>
                  <a:lnTo>
                    <a:pt x="239744" y="732568"/>
                  </a:lnTo>
                  <a:lnTo>
                    <a:pt x="240602" y="732472"/>
                  </a:lnTo>
                  <a:lnTo>
                    <a:pt x="240887" y="732282"/>
                  </a:lnTo>
                  <a:lnTo>
                    <a:pt x="240602" y="731806"/>
                  </a:lnTo>
                  <a:lnTo>
                    <a:pt x="240221" y="731330"/>
                  </a:lnTo>
                  <a:lnTo>
                    <a:pt x="240030" y="731139"/>
                  </a:lnTo>
                  <a:lnTo>
                    <a:pt x="240125" y="730663"/>
                  </a:lnTo>
                  <a:lnTo>
                    <a:pt x="240411" y="730187"/>
                  </a:lnTo>
                  <a:lnTo>
                    <a:pt x="241078" y="729424"/>
                  </a:lnTo>
                  <a:lnTo>
                    <a:pt x="241173" y="729234"/>
                  </a:lnTo>
                  <a:lnTo>
                    <a:pt x="241363" y="728377"/>
                  </a:lnTo>
                  <a:lnTo>
                    <a:pt x="241745" y="728377"/>
                  </a:lnTo>
                  <a:lnTo>
                    <a:pt x="241935" y="728853"/>
                  </a:lnTo>
                  <a:lnTo>
                    <a:pt x="242030" y="729329"/>
                  </a:lnTo>
                  <a:lnTo>
                    <a:pt x="241935" y="729805"/>
                  </a:lnTo>
                  <a:lnTo>
                    <a:pt x="241649" y="730187"/>
                  </a:lnTo>
                  <a:lnTo>
                    <a:pt x="242506" y="730377"/>
                  </a:lnTo>
                  <a:lnTo>
                    <a:pt x="243364" y="729901"/>
                  </a:lnTo>
                  <a:lnTo>
                    <a:pt x="246221" y="726948"/>
                  </a:lnTo>
                  <a:lnTo>
                    <a:pt x="246507" y="726091"/>
                  </a:lnTo>
                  <a:lnTo>
                    <a:pt x="246602" y="724853"/>
                  </a:lnTo>
                  <a:lnTo>
                    <a:pt x="246507" y="724376"/>
                  </a:lnTo>
                  <a:lnTo>
                    <a:pt x="246316" y="724090"/>
                  </a:lnTo>
                  <a:lnTo>
                    <a:pt x="245936" y="723995"/>
                  </a:lnTo>
                  <a:lnTo>
                    <a:pt x="245364" y="723995"/>
                  </a:lnTo>
                  <a:lnTo>
                    <a:pt x="244792" y="723900"/>
                  </a:lnTo>
                  <a:lnTo>
                    <a:pt x="244412" y="723614"/>
                  </a:lnTo>
                  <a:lnTo>
                    <a:pt x="244126" y="723329"/>
                  </a:lnTo>
                  <a:lnTo>
                    <a:pt x="243840" y="723233"/>
                  </a:lnTo>
                  <a:lnTo>
                    <a:pt x="243554" y="723043"/>
                  </a:lnTo>
                  <a:lnTo>
                    <a:pt x="242697" y="722281"/>
                  </a:lnTo>
                  <a:lnTo>
                    <a:pt x="242411" y="722090"/>
                  </a:lnTo>
                  <a:lnTo>
                    <a:pt x="229743" y="717804"/>
                  </a:lnTo>
                  <a:lnTo>
                    <a:pt x="226695" y="715899"/>
                  </a:lnTo>
                  <a:lnTo>
                    <a:pt x="227457" y="715613"/>
                  </a:lnTo>
                  <a:lnTo>
                    <a:pt x="228219" y="715899"/>
                  </a:lnTo>
                  <a:lnTo>
                    <a:pt x="229076" y="716375"/>
                  </a:lnTo>
                  <a:lnTo>
                    <a:pt x="230124" y="716661"/>
                  </a:lnTo>
                  <a:lnTo>
                    <a:pt x="232124" y="716661"/>
                  </a:lnTo>
                  <a:lnTo>
                    <a:pt x="235934" y="717423"/>
                  </a:lnTo>
                  <a:lnTo>
                    <a:pt x="241459" y="717423"/>
                  </a:lnTo>
                  <a:lnTo>
                    <a:pt x="244221" y="718090"/>
                  </a:lnTo>
                  <a:lnTo>
                    <a:pt x="245269" y="718185"/>
                  </a:lnTo>
                  <a:lnTo>
                    <a:pt x="246031" y="717709"/>
                  </a:lnTo>
                  <a:lnTo>
                    <a:pt x="246316" y="716566"/>
                  </a:lnTo>
                  <a:lnTo>
                    <a:pt x="245936" y="711994"/>
                  </a:lnTo>
                  <a:lnTo>
                    <a:pt x="245650" y="711232"/>
                  </a:lnTo>
                  <a:lnTo>
                    <a:pt x="244983" y="710470"/>
                  </a:lnTo>
                  <a:lnTo>
                    <a:pt x="244507" y="709708"/>
                  </a:lnTo>
                  <a:lnTo>
                    <a:pt x="244126" y="708755"/>
                  </a:lnTo>
                  <a:lnTo>
                    <a:pt x="243554" y="707993"/>
                  </a:lnTo>
                  <a:lnTo>
                    <a:pt x="242697" y="707707"/>
                  </a:lnTo>
                  <a:lnTo>
                    <a:pt x="242125" y="707993"/>
                  </a:lnTo>
                  <a:lnTo>
                    <a:pt x="241268" y="709422"/>
                  </a:lnTo>
                  <a:lnTo>
                    <a:pt x="240792" y="709803"/>
                  </a:lnTo>
                  <a:lnTo>
                    <a:pt x="239744" y="709803"/>
                  </a:lnTo>
                  <a:lnTo>
                    <a:pt x="239363" y="709231"/>
                  </a:lnTo>
                  <a:lnTo>
                    <a:pt x="239268" y="708374"/>
                  </a:lnTo>
                  <a:lnTo>
                    <a:pt x="238982" y="707612"/>
                  </a:lnTo>
                  <a:lnTo>
                    <a:pt x="238601" y="707612"/>
                  </a:lnTo>
                  <a:lnTo>
                    <a:pt x="238220" y="708374"/>
                  </a:lnTo>
                  <a:lnTo>
                    <a:pt x="237649" y="709041"/>
                  </a:lnTo>
                  <a:lnTo>
                    <a:pt x="236887" y="709517"/>
                  </a:lnTo>
                  <a:lnTo>
                    <a:pt x="235934" y="709708"/>
                  </a:lnTo>
                  <a:lnTo>
                    <a:pt x="235363" y="709422"/>
                  </a:lnTo>
                  <a:lnTo>
                    <a:pt x="235077" y="708660"/>
                  </a:lnTo>
                  <a:lnTo>
                    <a:pt x="234982" y="706755"/>
                  </a:lnTo>
                  <a:lnTo>
                    <a:pt x="235363" y="707231"/>
                  </a:lnTo>
                  <a:lnTo>
                    <a:pt x="235648" y="707803"/>
                  </a:lnTo>
                  <a:lnTo>
                    <a:pt x="235839" y="708470"/>
                  </a:lnTo>
                  <a:lnTo>
                    <a:pt x="235839" y="709327"/>
                  </a:lnTo>
                  <a:lnTo>
                    <a:pt x="236506" y="708851"/>
                  </a:lnTo>
                  <a:lnTo>
                    <a:pt x="237172" y="708565"/>
                  </a:lnTo>
                  <a:lnTo>
                    <a:pt x="237744" y="708279"/>
                  </a:lnTo>
                  <a:lnTo>
                    <a:pt x="238125" y="707231"/>
                  </a:lnTo>
                  <a:lnTo>
                    <a:pt x="238601" y="706850"/>
                  </a:lnTo>
                  <a:lnTo>
                    <a:pt x="239173" y="706564"/>
                  </a:lnTo>
                  <a:lnTo>
                    <a:pt x="239744" y="706469"/>
                  </a:lnTo>
                  <a:lnTo>
                    <a:pt x="239363" y="706088"/>
                  </a:lnTo>
                  <a:lnTo>
                    <a:pt x="239173" y="705803"/>
                  </a:lnTo>
                  <a:lnTo>
                    <a:pt x="238982" y="705040"/>
                  </a:lnTo>
                  <a:lnTo>
                    <a:pt x="239363" y="705040"/>
                  </a:lnTo>
                  <a:lnTo>
                    <a:pt x="239839" y="705993"/>
                  </a:lnTo>
                  <a:lnTo>
                    <a:pt x="240697" y="705993"/>
                  </a:lnTo>
                  <a:lnTo>
                    <a:pt x="242411" y="705422"/>
                  </a:lnTo>
                  <a:lnTo>
                    <a:pt x="243078" y="705040"/>
                  </a:lnTo>
                  <a:lnTo>
                    <a:pt x="243459" y="704088"/>
                  </a:lnTo>
                  <a:lnTo>
                    <a:pt x="243649" y="703421"/>
                  </a:lnTo>
                  <a:lnTo>
                    <a:pt x="243745" y="702945"/>
                  </a:lnTo>
                  <a:lnTo>
                    <a:pt x="244030" y="702088"/>
                  </a:lnTo>
                  <a:lnTo>
                    <a:pt x="244316" y="701707"/>
                  </a:lnTo>
                  <a:lnTo>
                    <a:pt x="244602" y="701516"/>
                  </a:lnTo>
                  <a:lnTo>
                    <a:pt x="244888" y="701230"/>
                  </a:lnTo>
                  <a:lnTo>
                    <a:pt x="245078" y="700659"/>
                  </a:lnTo>
                  <a:lnTo>
                    <a:pt x="244507" y="699135"/>
                  </a:lnTo>
                  <a:lnTo>
                    <a:pt x="244412" y="698659"/>
                  </a:lnTo>
                  <a:lnTo>
                    <a:pt x="244126" y="698373"/>
                  </a:lnTo>
                  <a:lnTo>
                    <a:pt x="243554" y="698087"/>
                  </a:lnTo>
                  <a:lnTo>
                    <a:pt x="243173" y="697706"/>
                  </a:lnTo>
                  <a:lnTo>
                    <a:pt x="243459" y="697135"/>
                  </a:lnTo>
                  <a:lnTo>
                    <a:pt x="243745" y="696849"/>
                  </a:lnTo>
                  <a:lnTo>
                    <a:pt x="244792" y="696278"/>
                  </a:lnTo>
                  <a:lnTo>
                    <a:pt x="244792" y="696278"/>
                  </a:lnTo>
                  <a:lnTo>
                    <a:pt x="244983" y="696182"/>
                  </a:lnTo>
                  <a:lnTo>
                    <a:pt x="245650" y="696468"/>
                  </a:lnTo>
                  <a:lnTo>
                    <a:pt x="246031" y="696849"/>
                  </a:lnTo>
                  <a:lnTo>
                    <a:pt x="246412" y="697230"/>
                  </a:lnTo>
                  <a:lnTo>
                    <a:pt x="247079" y="697992"/>
                  </a:lnTo>
                  <a:lnTo>
                    <a:pt x="247364" y="698563"/>
                  </a:lnTo>
                  <a:lnTo>
                    <a:pt x="247840" y="699135"/>
                  </a:lnTo>
                  <a:lnTo>
                    <a:pt x="248888" y="698849"/>
                  </a:lnTo>
                  <a:lnTo>
                    <a:pt x="249936" y="698373"/>
                  </a:lnTo>
                  <a:lnTo>
                    <a:pt x="250698" y="697992"/>
                  </a:lnTo>
                  <a:lnTo>
                    <a:pt x="251174" y="698373"/>
                  </a:lnTo>
                  <a:lnTo>
                    <a:pt x="253937" y="700754"/>
                  </a:lnTo>
                  <a:lnTo>
                    <a:pt x="253651" y="702564"/>
                  </a:lnTo>
                  <a:lnTo>
                    <a:pt x="253651" y="703516"/>
                  </a:lnTo>
                  <a:lnTo>
                    <a:pt x="253937" y="704564"/>
                  </a:lnTo>
                  <a:lnTo>
                    <a:pt x="254222" y="705040"/>
                  </a:lnTo>
                  <a:lnTo>
                    <a:pt x="254508" y="705231"/>
                  </a:lnTo>
                  <a:lnTo>
                    <a:pt x="254794" y="705517"/>
                  </a:lnTo>
                  <a:lnTo>
                    <a:pt x="254984" y="706088"/>
                  </a:lnTo>
                  <a:lnTo>
                    <a:pt x="254984" y="706660"/>
                  </a:lnTo>
                  <a:lnTo>
                    <a:pt x="254794" y="707231"/>
                  </a:lnTo>
                  <a:lnTo>
                    <a:pt x="254698" y="707707"/>
                  </a:lnTo>
                  <a:lnTo>
                    <a:pt x="255079" y="707993"/>
                  </a:lnTo>
                  <a:lnTo>
                    <a:pt x="255556" y="707612"/>
                  </a:lnTo>
                  <a:lnTo>
                    <a:pt x="256699" y="705517"/>
                  </a:lnTo>
                  <a:lnTo>
                    <a:pt x="257175" y="705231"/>
                  </a:lnTo>
                  <a:lnTo>
                    <a:pt x="257556" y="705040"/>
                  </a:lnTo>
                  <a:lnTo>
                    <a:pt x="256508" y="704088"/>
                  </a:lnTo>
                  <a:lnTo>
                    <a:pt x="256127" y="702659"/>
                  </a:lnTo>
                  <a:lnTo>
                    <a:pt x="256127" y="701040"/>
                  </a:lnTo>
                  <a:lnTo>
                    <a:pt x="256508" y="699516"/>
                  </a:lnTo>
                  <a:lnTo>
                    <a:pt x="256889" y="699516"/>
                  </a:lnTo>
                  <a:lnTo>
                    <a:pt x="256889" y="700945"/>
                  </a:lnTo>
                  <a:lnTo>
                    <a:pt x="256794" y="701612"/>
                  </a:lnTo>
                  <a:lnTo>
                    <a:pt x="256508" y="702088"/>
                  </a:lnTo>
                  <a:lnTo>
                    <a:pt x="256508" y="702373"/>
                  </a:lnTo>
                  <a:lnTo>
                    <a:pt x="257270" y="703136"/>
                  </a:lnTo>
                  <a:lnTo>
                    <a:pt x="256889" y="703516"/>
                  </a:lnTo>
                  <a:lnTo>
                    <a:pt x="257556" y="704088"/>
                  </a:lnTo>
                  <a:lnTo>
                    <a:pt x="258032" y="704374"/>
                  </a:lnTo>
                  <a:lnTo>
                    <a:pt x="258413" y="704279"/>
                  </a:lnTo>
                  <a:lnTo>
                    <a:pt x="258508" y="703802"/>
                  </a:lnTo>
                  <a:lnTo>
                    <a:pt x="258223" y="703516"/>
                  </a:lnTo>
                  <a:lnTo>
                    <a:pt x="257842" y="703231"/>
                  </a:lnTo>
                  <a:lnTo>
                    <a:pt x="257651" y="702850"/>
                  </a:lnTo>
                  <a:lnTo>
                    <a:pt x="258223" y="701516"/>
                  </a:lnTo>
                  <a:lnTo>
                    <a:pt x="258318" y="700659"/>
                  </a:lnTo>
                  <a:lnTo>
                    <a:pt x="257746" y="700278"/>
                  </a:lnTo>
                  <a:lnTo>
                    <a:pt x="257080" y="699992"/>
                  </a:lnTo>
                  <a:lnTo>
                    <a:pt x="257080" y="699326"/>
                  </a:lnTo>
                  <a:lnTo>
                    <a:pt x="257556" y="697992"/>
                  </a:lnTo>
                  <a:lnTo>
                    <a:pt x="257175" y="697516"/>
                  </a:lnTo>
                  <a:lnTo>
                    <a:pt x="256413" y="697039"/>
                  </a:lnTo>
                  <a:lnTo>
                    <a:pt x="255841" y="696468"/>
                  </a:lnTo>
                  <a:lnTo>
                    <a:pt x="256032" y="695706"/>
                  </a:lnTo>
                  <a:lnTo>
                    <a:pt x="257556" y="697135"/>
                  </a:lnTo>
                  <a:lnTo>
                    <a:pt x="258128" y="697992"/>
                  </a:lnTo>
                  <a:lnTo>
                    <a:pt x="258223" y="699135"/>
                  </a:lnTo>
                  <a:lnTo>
                    <a:pt x="258223" y="699326"/>
                  </a:lnTo>
                  <a:lnTo>
                    <a:pt x="257651" y="699135"/>
                  </a:lnTo>
                  <a:lnTo>
                    <a:pt x="257461" y="699040"/>
                  </a:lnTo>
                  <a:lnTo>
                    <a:pt x="257651" y="699611"/>
                  </a:lnTo>
                  <a:lnTo>
                    <a:pt x="258318" y="700373"/>
                  </a:lnTo>
                  <a:lnTo>
                    <a:pt x="258508" y="700754"/>
                  </a:lnTo>
                  <a:lnTo>
                    <a:pt x="258604" y="704564"/>
                  </a:lnTo>
                  <a:lnTo>
                    <a:pt x="258508" y="705136"/>
                  </a:lnTo>
                  <a:lnTo>
                    <a:pt x="258128" y="705707"/>
                  </a:lnTo>
                  <a:lnTo>
                    <a:pt x="257651" y="705993"/>
                  </a:lnTo>
                  <a:lnTo>
                    <a:pt x="257556" y="705993"/>
                  </a:lnTo>
                  <a:lnTo>
                    <a:pt x="257080" y="706184"/>
                  </a:lnTo>
                  <a:lnTo>
                    <a:pt x="256604" y="706564"/>
                  </a:lnTo>
                  <a:lnTo>
                    <a:pt x="256413" y="707422"/>
                  </a:lnTo>
                  <a:lnTo>
                    <a:pt x="256794" y="707422"/>
                  </a:lnTo>
                  <a:lnTo>
                    <a:pt x="257080" y="707041"/>
                  </a:lnTo>
                  <a:lnTo>
                    <a:pt x="257461" y="706755"/>
                  </a:lnTo>
                  <a:lnTo>
                    <a:pt x="258223" y="706374"/>
                  </a:lnTo>
                  <a:lnTo>
                    <a:pt x="258223" y="706850"/>
                  </a:lnTo>
                  <a:lnTo>
                    <a:pt x="258508" y="707898"/>
                  </a:lnTo>
                  <a:lnTo>
                    <a:pt x="259080" y="707612"/>
                  </a:lnTo>
                  <a:lnTo>
                    <a:pt x="259461" y="707136"/>
                  </a:lnTo>
                  <a:lnTo>
                    <a:pt x="259937" y="706088"/>
                  </a:lnTo>
                  <a:lnTo>
                    <a:pt x="260128" y="706755"/>
                  </a:lnTo>
                  <a:lnTo>
                    <a:pt x="260128" y="707041"/>
                  </a:lnTo>
                  <a:lnTo>
                    <a:pt x="259937" y="707517"/>
                  </a:lnTo>
                  <a:lnTo>
                    <a:pt x="260318" y="707517"/>
                  </a:lnTo>
                  <a:lnTo>
                    <a:pt x="261175" y="706946"/>
                  </a:lnTo>
                  <a:lnTo>
                    <a:pt x="262319" y="707041"/>
                  </a:lnTo>
                  <a:lnTo>
                    <a:pt x="263366" y="707517"/>
                  </a:lnTo>
                  <a:lnTo>
                    <a:pt x="264033" y="708279"/>
                  </a:lnTo>
                  <a:lnTo>
                    <a:pt x="264319" y="708279"/>
                  </a:lnTo>
                  <a:lnTo>
                    <a:pt x="264319" y="707517"/>
                  </a:lnTo>
                  <a:lnTo>
                    <a:pt x="264700" y="707707"/>
                  </a:lnTo>
                  <a:lnTo>
                    <a:pt x="265271" y="707803"/>
                  </a:lnTo>
                  <a:lnTo>
                    <a:pt x="265843" y="707803"/>
                  </a:lnTo>
                  <a:lnTo>
                    <a:pt x="266129" y="707803"/>
                  </a:lnTo>
                  <a:lnTo>
                    <a:pt x="267176" y="708851"/>
                  </a:lnTo>
                  <a:lnTo>
                    <a:pt x="267462" y="709041"/>
                  </a:lnTo>
                  <a:lnTo>
                    <a:pt x="267748" y="709231"/>
                  </a:lnTo>
                  <a:lnTo>
                    <a:pt x="268129" y="709613"/>
                  </a:lnTo>
                  <a:lnTo>
                    <a:pt x="268414" y="710089"/>
                  </a:lnTo>
                  <a:lnTo>
                    <a:pt x="268414" y="710565"/>
                  </a:lnTo>
                  <a:lnTo>
                    <a:pt x="268129" y="710946"/>
                  </a:lnTo>
                  <a:lnTo>
                    <a:pt x="267653" y="711041"/>
                  </a:lnTo>
                  <a:lnTo>
                    <a:pt x="267271" y="711232"/>
                  </a:lnTo>
                  <a:lnTo>
                    <a:pt x="266986" y="711708"/>
                  </a:lnTo>
                  <a:lnTo>
                    <a:pt x="268319" y="711898"/>
                  </a:lnTo>
                  <a:lnTo>
                    <a:pt x="270320" y="713137"/>
                  </a:lnTo>
                  <a:lnTo>
                    <a:pt x="271272" y="713137"/>
                  </a:lnTo>
                  <a:lnTo>
                    <a:pt x="272605" y="711137"/>
                  </a:lnTo>
                  <a:lnTo>
                    <a:pt x="274130" y="709708"/>
                  </a:lnTo>
                  <a:lnTo>
                    <a:pt x="274606" y="709136"/>
                  </a:lnTo>
                  <a:lnTo>
                    <a:pt x="275177" y="709327"/>
                  </a:lnTo>
                  <a:lnTo>
                    <a:pt x="277273" y="708660"/>
                  </a:lnTo>
                  <a:lnTo>
                    <a:pt x="279654" y="708374"/>
                  </a:lnTo>
                  <a:lnTo>
                    <a:pt x="280606" y="708088"/>
                  </a:lnTo>
                  <a:lnTo>
                    <a:pt x="283940" y="706564"/>
                  </a:lnTo>
                  <a:lnTo>
                    <a:pt x="284988" y="705993"/>
                  </a:lnTo>
                  <a:lnTo>
                    <a:pt x="285464" y="705326"/>
                  </a:lnTo>
                  <a:lnTo>
                    <a:pt x="285750" y="704755"/>
                  </a:lnTo>
                  <a:lnTo>
                    <a:pt x="287179" y="703326"/>
                  </a:lnTo>
                  <a:lnTo>
                    <a:pt x="287750" y="702945"/>
                  </a:lnTo>
                  <a:lnTo>
                    <a:pt x="288036" y="702755"/>
                  </a:lnTo>
                  <a:lnTo>
                    <a:pt x="289846" y="701707"/>
                  </a:lnTo>
                  <a:lnTo>
                    <a:pt x="291084" y="701230"/>
                  </a:lnTo>
                  <a:lnTo>
                    <a:pt x="292227" y="701040"/>
                  </a:lnTo>
                  <a:lnTo>
                    <a:pt x="295656" y="699230"/>
                  </a:lnTo>
                  <a:lnTo>
                    <a:pt x="297656" y="698563"/>
                  </a:lnTo>
                  <a:lnTo>
                    <a:pt x="298418" y="698182"/>
                  </a:lnTo>
                  <a:lnTo>
                    <a:pt x="300609" y="696373"/>
                  </a:lnTo>
                  <a:lnTo>
                    <a:pt x="303657" y="695039"/>
                  </a:lnTo>
                  <a:lnTo>
                    <a:pt x="304514" y="694849"/>
                  </a:lnTo>
                  <a:lnTo>
                    <a:pt x="305657" y="694754"/>
                  </a:lnTo>
                  <a:lnTo>
                    <a:pt x="306514" y="694849"/>
                  </a:lnTo>
                  <a:lnTo>
                    <a:pt x="308896" y="695515"/>
                  </a:lnTo>
                  <a:lnTo>
                    <a:pt x="309467" y="695897"/>
                  </a:lnTo>
                  <a:lnTo>
                    <a:pt x="309848" y="695897"/>
                  </a:lnTo>
                  <a:lnTo>
                    <a:pt x="311848" y="691991"/>
                  </a:lnTo>
                  <a:lnTo>
                    <a:pt x="312230" y="689801"/>
                  </a:lnTo>
                  <a:lnTo>
                    <a:pt x="312991" y="688277"/>
                  </a:lnTo>
                  <a:lnTo>
                    <a:pt x="313182" y="687610"/>
                  </a:lnTo>
                  <a:lnTo>
                    <a:pt x="313468" y="686848"/>
                  </a:lnTo>
                  <a:lnTo>
                    <a:pt x="314706" y="685610"/>
                  </a:lnTo>
                  <a:lnTo>
                    <a:pt x="314992" y="685038"/>
                  </a:lnTo>
                  <a:lnTo>
                    <a:pt x="315658" y="684181"/>
                  </a:lnTo>
                  <a:lnTo>
                    <a:pt x="317182" y="683705"/>
                  </a:lnTo>
                  <a:lnTo>
                    <a:pt x="323660" y="682466"/>
                  </a:lnTo>
                  <a:lnTo>
                    <a:pt x="325088" y="682943"/>
                  </a:lnTo>
                  <a:lnTo>
                    <a:pt x="325564" y="684562"/>
                  </a:lnTo>
                  <a:lnTo>
                    <a:pt x="325946" y="684562"/>
                  </a:lnTo>
                  <a:lnTo>
                    <a:pt x="326803" y="682847"/>
                  </a:lnTo>
                  <a:lnTo>
                    <a:pt x="327279" y="682466"/>
                  </a:lnTo>
                  <a:lnTo>
                    <a:pt x="328327" y="682371"/>
                  </a:lnTo>
                  <a:lnTo>
                    <a:pt x="328613" y="681799"/>
                  </a:lnTo>
                  <a:lnTo>
                    <a:pt x="329279" y="679323"/>
                  </a:lnTo>
                  <a:lnTo>
                    <a:pt x="329565" y="678656"/>
                  </a:lnTo>
                  <a:lnTo>
                    <a:pt x="329946" y="678466"/>
                  </a:lnTo>
                  <a:lnTo>
                    <a:pt x="330803" y="678466"/>
                  </a:lnTo>
                  <a:lnTo>
                    <a:pt x="331375" y="678371"/>
                  </a:lnTo>
                  <a:lnTo>
                    <a:pt x="333280" y="677418"/>
                  </a:lnTo>
                  <a:lnTo>
                    <a:pt x="333661" y="677228"/>
                  </a:lnTo>
                  <a:lnTo>
                    <a:pt x="334994" y="677037"/>
                  </a:lnTo>
                  <a:lnTo>
                    <a:pt x="335471" y="676465"/>
                  </a:lnTo>
                  <a:lnTo>
                    <a:pt x="335947" y="674275"/>
                  </a:lnTo>
                  <a:lnTo>
                    <a:pt x="336423" y="673418"/>
                  </a:lnTo>
                  <a:lnTo>
                    <a:pt x="337185" y="672465"/>
                  </a:lnTo>
                  <a:lnTo>
                    <a:pt x="338042" y="671703"/>
                  </a:lnTo>
                  <a:lnTo>
                    <a:pt x="339566" y="671227"/>
                  </a:lnTo>
                  <a:lnTo>
                    <a:pt x="340233" y="670465"/>
                  </a:lnTo>
                  <a:lnTo>
                    <a:pt x="340519" y="670274"/>
                  </a:lnTo>
                  <a:lnTo>
                    <a:pt x="342519" y="670274"/>
                  </a:lnTo>
                  <a:lnTo>
                    <a:pt x="343090" y="670179"/>
                  </a:lnTo>
                  <a:lnTo>
                    <a:pt x="344138" y="669703"/>
                  </a:lnTo>
                  <a:lnTo>
                    <a:pt x="344614" y="669607"/>
                  </a:lnTo>
                  <a:lnTo>
                    <a:pt x="345281" y="669703"/>
                  </a:lnTo>
                  <a:lnTo>
                    <a:pt x="346424" y="670179"/>
                  </a:lnTo>
                  <a:lnTo>
                    <a:pt x="346996" y="670274"/>
                  </a:lnTo>
                  <a:lnTo>
                    <a:pt x="347853" y="670274"/>
                  </a:lnTo>
                  <a:lnTo>
                    <a:pt x="348520" y="670179"/>
                  </a:lnTo>
                  <a:lnTo>
                    <a:pt x="348996" y="669798"/>
                  </a:lnTo>
                  <a:lnTo>
                    <a:pt x="349377" y="668846"/>
                  </a:lnTo>
                  <a:lnTo>
                    <a:pt x="350044" y="666179"/>
                  </a:lnTo>
                  <a:lnTo>
                    <a:pt x="350520" y="665226"/>
                  </a:lnTo>
                  <a:lnTo>
                    <a:pt x="350996" y="664559"/>
                  </a:lnTo>
                  <a:lnTo>
                    <a:pt x="351663" y="663893"/>
                  </a:lnTo>
                  <a:lnTo>
                    <a:pt x="353378" y="662654"/>
                  </a:lnTo>
                  <a:lnTo>
                    <a:pt x="354235" y="662273"/>
                  </a:lnTo>
                  <a:lnTo>
                    <a:pt x="355187" y="662083"/>
                  </a:lnTo>
                  <a:lnTo>
                    <a:pt x="356140" y="662083"/>
                  </a:lnTo>
                  <a:lnTo>
                    <a:pt x="356997" y="662273"/>
                  </a:lnTo>
                  <a:lnTo>
                    <a:pt x="359283" y="663321"/>
                  </a:lnTo>
                  <a:lnTo>
                    <a:pt x="360236" y="663416"/>
                  </a:lnTo>
                  <a:lnTo>
                    <a:pt x="360997" y="663130"/>
                  </a:lnTo>
                  <a:lnTo>
                    <a:pt x="361760" y="662654"/>
                  </a:lnTo>
                  <a:lnTo>
                    <a:pt x="363093" y="661606"/>
                  </a:lnTo>
                  <a:lnTo>
                    <a:pt x="363760" y="660940"/>
                  </a:lnTo>
                  <a:lnTo>
                    <a:pt x="363950" y="660273"/>
                  </a:lnTo>
                  <a:lnTo>
                    <a:pt x="363760" y="658178"/>
                  </a:lnTo>
                  <a:lnTo>
                    <a:pt x="364236" y="654558"/>
                  </a:lnTo>
                  <a:lnTo>
                    <a:pt x="364236" y="652272"/>
                  </a:lnTo>
                  <a:lnTo>
                    <a:pt x="363474" y="650938"/>
                  </a:lnTo>
                  <a:lnTo>
                    <a:pt x="363855" y="650938"/>
                  </a:lnTo>
                  <a:lnTo>
                    <a:pt x="364998" y="650938"/>
                  </a:lnTo>
                  <a:lnTo>
                    <a:pt x="364617" y="650081"/>
                  </a:lnTo>
                  <a:lnTo>
                    <a:pt x="364617" y="649319"/>
                  </a:lnTo>
                  <a:lnTo>
                    <a:pt x="364807" y="648557"/>
                  </a:lnTo>
                  <a:lnTo>
                    <a:pt x="364903" y="647795"/>
                  </a:lnTo>
                  <a:lnTo>
                    <a:pt x="364522" y="647414"/>
                  </a:lnTo>
                  <a:lnTo>
                    <a:pt x="363950" y="646747"/>
                  </a:lnTo>
                  <a:lnTo>
                    <a:pt x="363855" y="646081"/>
                  </a:lnTo>
                  <a:lnTo>
                    <a:pt x="365093" y="645795"/>
                  </a:lnTo>
                  <a:lnTo>
                    <a:pt x="365379" y="646176"/>
                  </a:lnTo>
                  <a:lnTo>
                    <a:pt x="365760" y="648081"/>
                  </a:lnTo>
                  <a:lnTo>
                    <a:pt x="366331" y="648748"/>
                  </a:lnTo>
                  <a:lnTo>
                    <a:pt x="367284" y="648938"/>
                  </a:lnTo>
                  <a:lnTo>
                    <a:pt x="368141" y="648843"/>
                  </a:lnTo>
                  <a:lnTo>
                    <a:pt x="368903" y="648843"/>
                  </a:lnTo>
                  <a:lnTo>
                    <a:pt x="369570" y="649414"/>
                  </a:lnTo>
                  <a:lnTo>
                    <a:pt x="369951" y="649414"/>
                  </a:lnTo>
                  <a:lnTo>
                    <a:pt x="370618" y="648557"/>
                  </a:lnTo>
                  <a:lnTo>
                    <a:pt x="370904" y="647986"/>
                  </a:lnTo>
                  <a:lnTo>
                    <a:pt x="370999" y="647414"/>
                  </a:lnTo>
                  <a:lnTo>
                    <a:pt x="371189" y="647033"/>
                  </a:lnTo>
                  <a:lnTo>
                    <a:pt x="372142" y="646176"/>
                  </a:lnTo>
                  <a:lnTo>
                    <a:pt x="372428" y="645795"/>
                  </a:lnTo>
                  <a:lnTo>
                    <a:pt x="372618" y="645033"/>
                  </a:lnTo>
                  <a:lnTo>
                    <a:pt x="372618" y="644462"/>
                  </a:lnTo>
                  <a:lnTo>
                    <a:pt x="372713" y="643985"/>
                  </a:lnTo>
                  <a:lnTo>
                    <a:pt x="373666" y="642842"/>
                  </a:lnTo>
                  <a:lnTo>
                    <a:pt x="374142" y="641795"/>
                  </a:lnTo>
                  <a:lnTo>
                    <a:pt x="374523" y="641413"/>
                  </a:lnTo>
                  <a:lnTo>
                    <a:pt x="374904" y="641795"/>
                  </a:lnTo>
                  <a:lnTo>
                    <a:pt x="375475" y="640652"/>
                  </a:lnTo>
                  <a:lnTo>
                    <a:pt x="373380" y="638080"/>
                  </a:lnTo>
                  <a:lnTo>
                    <a:pt x="373380" y="637889"/>
                  </a:lnTo>
                  <a:lnTo>
                    <a:pt x="373475" y="636746"/>
                  </a:lnTo>
                  <a:lnTo>
                    <a:pt x="372808" y="635794"/>
                  </a:lnTo>
                  <a:lnTo>
                    <a:pt x="372904" y="635032"/>
                  </a:lnTo>
                  <a:lnTo>
                    <a:pt x="373285" y="634365"/>
                  </a:lnTo>
                  <a:lnTo>
                    <a:pt x="373475" y="633603"/>
                  </a:lnTo>
                  <a:lnTo>
                    <a:pt x="373094" y="633508"/>
                  </a:lnTo>
                  <a:lnTo>
                    <a:pt x="372332" y="634365"/>
                  </a:lnTo>
                  <a:lnTo>
                    <a:pt x="371570" y="635413"/>
                  </a:lnTo>
                  <a:lnTo>
                    <a:pt x="371285" y="635889"/>
                  </a:lnTo>
                  <a:lnTo>
                    <a:pt x="369665" y="635603"/>
                  </a:lnTo>
                  <a:lnTo>
                    <a:pt x="369380" y="633794"/>
                  </a:lnTo>
                  <a:lnTo>
                    <a:pt x="369951" y="632079"/>
                  </a:lnTo>
                  <a:lnTo>
                    <a:pt x="370999" y="631888"/>
                  </a:lnTo>
                  <a:lnTo>
                    <a:pt x="372332" y="630650"/>
                  </a:lnTo>
                  <a:lnTo>
                    <a:pt x="373189" y="629222"/>
                  </a:lnTo>
                  <a:lnTo>
                    <a:pt x="373666" y="627697"/>
                  </a:lnTo>
                  <a:lnTo>
                    <a:pt x="373856" y="626173"/>
                  </a:lnTo>
                  <a:lnTo>
                    <a:pt x="373571" y="625316"/>
                  </a:lnTo>
                  <a:lnTo>
                    <a:pt x="372332" y="624173"/>
                  </a:lnTo>
                  <a:lnTo>
                    <a:pt x="372046" y="623602"/>
                  </a:lnTo>
                  <a:lnTo>
                    <a:pt x="372332" y="622078"/>
                  </a:lnTo>
                  <a:lnTo>
                    <a:pt x="372237" y="621887"/>
                  </a:lnTo>
                  <a:lnTo>
                    <a:pt x="371951" y="621697"/>
                  </a:lnTo>
                  <a:lnTo>
                    <a:pt x="371285" y="620459"/>
                  </a:lnTo>
                  <a:lnTo>
                    <a:pt x="372046" y="619506"/>
                  </a:lnTo>
                  <a:lnTo>
                    <a:pt x="372523" y="620173"/>
                  </a:lnTo>
                  <a:lnTo>
                    <a:pt x="372999" y="622459"/>
                  </a:lnTo>
                  <a:lnTo>
                    <a:pt x="374237" y="625602"/>
                  </a:lnTo>
                  <a:lnTo>
                    <a:pt x="373856" y="625602"/>
                  </a:lnTo>
                  <a:lnTo>
                    <a:pt x="374428" y="627412"/>
                  </a:lnTo>
                  <a:lnTo>
                    <a:pt x="374142" y="631317"/>
                  </a:lnTo>
                  <a:lnTo>
                    <a:pt x="374523" y="632936"/>
                  </a:lnTo>
                  <a:lnTo>
                    <a:pt x="374713" y="632841"/>
                  </a:lnTo>
                  <a:lnTo>
                    <a:pt x="375095" y="632746"/>
                  </a:lnTo>
                  <a:lnTo>
                    <a:pt x="375285" y="632651"/>
                  </a:lnTo>
                  <a:lnTo>
                    <a:pt x="375761" y="633317"/>
                  </a:lnTo>
                  <a:lnTo>
                    <a:pt x="376523" y="633698"/>
                  </a:lnTo>
                  <a:lnTo>
                    <a:pt x="377380" y="633698"/>
                  </a:lnTo>
                  <a:lnTo>
                    <a:pt x="378238" y="633317"/>
                  </a:lnTo>
                  <a:lnTo>
                    <a:pt x="378238" y="632936"/>
                  </a:lnTo>
                  <a:lnTo>
                    <a:pt x="377571" y="632651"/>
                  </a:lnTo>
                  <a:lnTo>
                    <a:pt x="376999" y="632079"/>
                  </a:lnTo>
                  <a:lnTo>
                    <a:pt x="376714" y="631317"/>
                  </a:lnTo>
                  <a:lnTo>
                    <a:pt x="376714" y="630460"/>
                  </a:lnTo>
                  <a:lnTo>
                    <a:pt x="377571" y="629698"/>
                  </a:lnTo>
                  <a:lnTo>
                    <a:pt x="377571" y="629507"/>
                  </a:lnTo>
                  <a:lnTo>
                    <a:pt x="377762" y="628555"/>
                  </a:lnTo>
                  <a:lnTo>
                    <a:pt x="377762" y="628174"/>
                  </a:lnTo>
                  <a:lnTo>
                    <a:pt x="376238" y="627126"/>
                  </a:lnTo>
                  <a:lnTo>
                    <a:pt x="375761" y="626555"/>
                  </a:lnTo>
                  <a:lnTo>
                    <a:pt x="374237" y="623697"/>
                  </a:lnTo>
                  <a:lnTo>
                    <a:pt x="373856" y="622745"/>
                  </a:lnTo>
                  <a:lnTo>
                    <a:pt x="373666" y="620554"/>
                  </a:lnTo>
                  <a:lnTo>
                    <a:pt x="373761" y="620078"/>
                  </a:lnTo>
                  <a:lnTo>
                    <a:pt x="374332" y="619506"/>
                  </a:lnTo>
                  <a:lnTo>
                    <a:pt x="374523" y="619030"/>
                  </a:lnTo>
                  <a:lnTo>
                    <a:pt x="374237" y="618363"/>
                  </a:lnTo>
                  <a:lnTo>
                    <a:pt x="373856" y="617887"/>
                  </a:lnTo>
                  <a:lnTo>
                    <a:pt x="373761" y="617696"/>
                  </a:lnTo>
                  <a:lnTo>
                    <a:pt x="373761" y="617506"/>
                  </a:lnTo>
                  <a:lnTo>
                    <a:pt x="373666" y="617125"/>
                  </a:lnTo>
                  <a:lnTo>
                    <a:pt x="373571" y="616458"/>
                  </a:lnTo>
                  <a:lnTo>
                    <a:pt x="373285" y="616077"/>
                  </a:lnTo>
                  <a:lnTo>
                    <a:pt x="372523" y="615696"/>
                  </a:lnTo>
                  <a:lnTo>
                    <a:pt x="372523" y="615696"/>
                  </a:lnTo>
                  <a:lnTo>
                    <a:pt x="372142" y="616077"/>
                  </a:lnTo>
                  <a:lnTo>
                    <a:pt x="372332" y="615410"/>
                  </a:lnTo>
                  <a:lnTo>
                    <a:pt x="372904" y="615315"/>
                  </a:lnTo>
                  <a:lnTo>
                    <a:pt x="374332" y="615696"/>
                  </a:lnTo>
                  <a:lnTo>
                    <a:pt x="373952" y="615124"/>
                  </a:lnTo>
                  <a:lnTo>
                    <a:pt x="373475" y="614553"/>
                  </a:lnTo>
                  <a:lnTo>
                    <a:pt x="373285" y="613886"/>
                  </a:lnTo>
                  <a:lnTo>
                    <a:pt x="373666" y="613029"/>
                  </a:lnTo>
                  <a:lnTo>
                    <a:pt x="372618" y="612362"/>
                  </a:lnTo>
                  <a:lnTo>
                    <a:pt x="372142" y="611981"/>
                  </a:lnTo>
                  <a:lnTo>
                    <a:pt x="371856" y="611505"/>
                  </a:lnTo>
                  <a:lnTo>
                    <a:pt x="372142" y="611696"/>
                  </a:lnTo>
                  <a:lnTo>
                    <a:pt x="373380" y="612172"/>
                  </a:lnTo>
                  <a:lnTo>
                    <a:pt x="373856" y="610743"/>
                  </a:lnTo>
                  <a:lnTo>
                    <a:pt x="374047" y="610362"/>
                  </a:lnTo>
                  <a:lnTo>
                    <a:pt x="374332" y="610362"/>
                  </a:lnTo>
                  <a:lnTo>
                    <a:pt x="374904" y="610648"/>
                  </a:lnTo>
                  <a:lnTo>
                    <a:pt x="375190" y="610362"/>
                  </a:lnTo>
                  <a:lnTo>
                    <a:pt x="375190" y="609886"/>
                  </a:lnTo>
                  <a:lnTo>
                    <a:pt x="374523" y="609410"/>
                  </a:lnTo>
                  <a:lnTo>
                    <a:pt x="374142" y="608933"/>
                  </a:lnTo>
                  <a:lnTo>
                    <a:pt x="373761" y="608362"/>
                  </a:lnTo>
                  <a:lnTo>
                    <a:pt x="373571" y="607886"/>
                  </a:lnTo>
                  <a:lnTo>
                    <a:pt x="373571" y="606743"/>
                  </a:lnTo>
                  <a:lnTo>
                    <a:pt x="373380" y="605409"/>
                  </a:lnTo>
                  <a:lnTo>
                    <a:pt x="372808" y="604552"/>
                  </a:lnTo>
                  <a:lnTo>
                    <a:pt x="371761" y="604742"/>
                  </a:lnTo>
                  <a:lnTo>
                    <a:pt x="371380" y="604171"/>
                  </a:lnTo>
                  <a:lnTo>
                    <a:pt x="370522" y="603313"/>
                  </a:lnTo>
                  <a:lnTo>
                    <a:pt x="370237" y="602552"/>
                  </a:lnTo>
                  <a:lnTo>
                    <a:pt x="370618" y="602552"/>
                  </a:lnTo>
                  <a:lnTo>
                    <a:pt x="370808" y="602647"/>
                  </a:lnTo>
                  <a:lnTo>
                    <a:pt x="371380" y="602837"/>
                  </a:lnTo>
                  <a:lnTo>
                    <a:pt x="371189" y="602647"/>
                  </a:lnTo>
                  <a:lnTo>
                    <a:pt x="370904" y="602075"/>
                  </a:lnTo>
                  <a:lnTo>
                    <a:pt x="370618" y="601789"/>
                  </a:lnTo>
                  <a:lnTo>
                    <a:pt x="372142" y="601599"/>
                  </a:lnTo>
                  <a:lnTo>
                    <a:pt x="373761" y="602647"/>
                  </a:lnTo>
                  <a:lnTo>
                    <a:pt x="376047" y="605219"/>
                  </a:lnTo>
                  <a:lnTo>
                    <a:pt x="376714" y="606552"/>
                  </a:lnTo>
                  <a:lnTo>
                    <a:pt x="377285" y="607219"/>
                  </a:lnTo>
                  <a:lnTo>
                    <a:pt x="378047" y="607505"/>
                  </a:lnTo>
                  <a:lnTo>
                    <a:pt x="378619" y="607028"/>
                  </a:lnTo>
                  <a:lnTo>
                    <a:pt x="379000" y="606171"/>
                  </a:lnTo>
                  <a:lnTo>
                    <a:pt x="379381" y="605695"/>
                  </a:lnTo>
                  <a:lnTo>
                    <a:pt x="380047" y="606457"/>
                  </a:lnTo>
                  <a:lnTo>
                    <a:pt x="380429" y="606076"/>
                  </a:lnTo>
                  <a:lnTo>
                    <a:pt x="380047" y="605695"/>
                  </a:lnTo>
                  <a:lnTo>
                    <a:pt x="380619" y="605123"/>
                  </a:lnTo>
                  <a:lnTo>
                    <a:pt x="380143" y="604361"/>
                  </a:lnTo>
                  <a:lnTo>
                    <a:pt x="379190" y="603695"/>
                  </a:lnTo>
                  <a:lnTo>
                    <a:pt x="378428" y="603409"/>
                  </a:lnTo>
                  <a:lnTo>
                    <a:pt x="378142" y="603218"/>
                  </a:lnTo>
                  <a:lnTo>
                    <a:pt x="377952" y="602742"/>
                  </a:lnTo>
                  <a:lnTo>
                    <a:pt x="377952" y="602171"/>
                  </a:lnTo>
                  <a:lnTo>
                    <a:pt x="378523" y="601028"/>
                  </a:lnTo>
                  <a:lnTo>
                    <a:pt x="378238" y="600551"/>
                  </a:lnTo>
                  <a:lnTo>
                    <a:pt x="375666" y="598837"/>
                  </a:lnTo>
                  <a:lnTo>
                    <a:pt x="374999" y="598170"/>
                  </a:lnTo>
                  <a:lnTo>
                    <a:pt x="374713" y="597218"/>
                  </a:lnTo>
                  <a:lnTo>
                    <a:pt x="374999" y="596455"/>
                  </a:lnTo>
                  <a:lnTo>
                    <a:pt x="375475" y="595598"/>
                  </a:lnTo>
                  <a:lnTo>
                    <a:pt x="375571" y="594836"/>
                  </a:lnTo>
                  <a:lnTo>
                    <a:pt x="374713" y="594551"/>
                  </a:lnTo>
                  <a:lnTo>
                    <a:pt x="374713" y="594931"/>
                  </a:lnTo>
                  <a:lnTo>
                    <a:pt x="375095" y="594931"/>
                  </a:lnTo>
                  <a:lnTo>
                    <a:pt x="375095" y="595313"/>
                  </a:lnTo>
                  <a:lnTo>
                    <a:pt x="374523" y="595503"/>
                  </a:lnTo>
                  <a:lnTo>
                    <a:pt x="374332" y="595979"/>
                  </a:lnTo>
                  <a:lnTo>
                    <a:pt x="374237" y="596646"/>
                  </a:lnTo>
                  <a:lnTo>
                    <a:pt x="374047" y="597218"/>
                  </a:lnTo>
                  <a:lnTo>
                    <a:pt x="373666" y="597218"/>
                  </a:lnTo>
                  <a:lnTo>
                    <a:pt x="373666" y="596932"/>
                  </a:lnTo>
                  <a:lnTo>
                    <a:pt x="373571" y="596837"/>
                  </a:lnTo>
                  <a:lnTo>
                    <a:pt x="373475" y="596837"/>
                  </a:lnTo>
                  <a:lnTo>
                    <a:pt x="373285" y="596837"/>
                  </a:lnTo>
                  <a:lnTo>
                    <a:pt x="373285" y="596360"/>
                  </a:lnTo>
                  <a:lnTo>
                    <a:pt x="373094" y="595503"/>
                  </a:lnTo>
                  <a:lnTo>
                    <a:pt x="373094" y="594646"/>
                  </a:lnTo>
                  <a:lnTo>
                    <a:pt x="373475" y="594265"/>
                  </a:lnTo>
                  <a:lnTo>
                    <a:pt x="373285" y="592169"/>
                  </a:lnTo>
                  <a:lnTo>
                    <a:pt x="373285" y="591693"/>
                  </a:lnTo>
                  <a:lnTo>
                    <a:pt x="374809" y="589502"/>
                  </a:lnTo>
                  <a:lnTo>
                    <a:pt x="375285" y="589121"/>
                  </a:lnTo>
                  <a:lnTo>
                    <a:pt x="375952" y="588836"/>
                  </a:lnTo>
                  <a:lnTo>
                    <a:pt x="376714" y="588169"/>
                  </a:lnTo>
                  <a:lnTo>
                    <a:pt x="378047" y="586549"/>
                  </a:lnTo>
                  <a:lnTo>
                    <a:pt x="378523" y="586073"/>
                  </a:lnTo>
                  <a:lnTo>
                    <a:pt x="380333" y="584835"/>
                  </a:lnTo>
                  <a:lnTo>
                    <a:pt x="380619" y="584454"/>
                  </a:lnTo>
                  <a:lnTo>
                    <a:pt x="380714" y="584073"/>
                  </a:lnTo>
                  <a:lnTo>
                    <a:pt x="380905" y="583787"/>
                  </a:lnTo>
                  <a:lnTo>
                    <a:pt x="381476" y="583692"/>
                  </a:lnTo>
                  <a:lnTo>
                    <a:pt x="381667" y="583978"/>
                  </a:lnTo>
                  <a:lnTo>
                    <a:pt x="381667" y="585597"/>
                  </a:lnTo>
                  <a:lnTo>
                    <a:pt x="382048" y="586264"/>
                  </a:lnTo>
                  <a:lnTo>
                    <a:pt x="383000" y="587502"/>
                  </a:lnTo>
                  <a:lnTo>
                    <a:pt x="383191" y="588359"/>
                  </a:lnTo>
                  <a:lnTo>
                    <a:pt x="383000" y="588836"/>
                  </a:lnTo>
                  <a:lnTo>
                    <a:pt x="382524" y="589121"/>
                  </a:lnTo>
                  <a:lnTo>
                    <a:pt x="382048" y="589312"/>
                  </a:lnTo>
                  <a:lnTo>
                    <a:pt x="381857" y="589502"/>
                  </a:lnTo>
                  <a:lnTo>
                    <a:pt x="381762" y="589788"/>
                  </a:lnTo>
                  <a:lnTo>
                    <a:pt x="380810" y="591122"/>
                  </a:lnTo>
                  <a:lnTo>
                    <a:pt x="381476" y="591122"/>
                  </a:lnTo>
                  <a:lnTo>
                    <a:pt x="381953" y="591312"/>
                  </a:lnTo>
                  <a:lnTo>
                    <a:pt x="382333" y="591693"/>
                  </a:lnTo>
                  <a:lnTo>
                    <a:pt x="382619" y="592264"/>
                  </a:lnTo>
                  <a:lnTo>
                    <a:pt x="382810" y="591788"/>
                  </a:lnTo>
                  <a:lnTo>
                    <a:pt x="382905" y="591312"/>
                  </a:lnTo>
                  <a:lnTo>
                    <a:pt x="382810" y="590836"/>
                  </a:lnTo>
                  <a:lnTo>
                    <a:pt x="382619" y="590360"/>
                  </a:lnTo>
                  <a:lnTo>
                    <a:pt x="383191" y="590455"/>
                  </a:lnTo>
                  <a:lnTo>
                    <a:pt x="383667" y="590360"/>
                  </a:lnTo>
                  <a:lnTo>
                    <a:pt x="383953" y="590074"/>
                  </a:lnTo>
                  <a:lnTo>
                    <a:pt x="384048" y="589597"/>
                  </a:lnTo>
                  <a:lnTo>
                    <a:pt x="385096" y="591503"/>
                  </a:lnTo>
                  <a:lnTo>
                    <a:pt x="385096" y="591884"/>
                  </a:lnTo>
                  <a:lnTo>
                    <a:pt x="384143" y="592741"/>
                  </a:lnTo>
                  <a:lnTo>
                    <a:pt x="383953" y="592836"/>
                  </a:lnTo>
                  <a:lnTo>
                    <a:pt x="384048" y="593407"/>
                  </a:lnTo>
                  <a:lnTo>
                    <a:pt x="384238" y="593693"/>
                  </a:lnTo>
                  <a:lnTo>
                    <a:pt x="384429" y="593884"/>
                  </a:lnTo>
                  <a:lnTo>
                    <a:pt x="384620" y="594170"/>
                  </a:lnTo>
                  <a:lnTo>
                    <a:pt x="385286" y="595789"/>
                  </a:lnTo>
                  <a:lnTo>
                    <a:pt x="385858" y="596360"/>
                  </a:lnTo>
                  <a:lnTo>
                    <a:pt x="386429" y="595979"/>
                  </a:lnTo>
                  <a:lnTo>
                    <a:pt x="386524" y="595313"/>
                  </a:lnTo>
                  <a:lnTo>
                    <a:pt x="386334" y="593122"/>
                  </a:lnTo>
                  <a:lnTo>
                    <a:pt x="386429" y="592360"/>
                  </a:lnTo>
                  <a:lnTo>
                    <a:pt x="386715" y="592074"/>
                  </a:lnTo>
                  <a:lnTo>
                    <a:pt x="387096" y="591979"/>
                  </a:lnTo>
                  <a:lnTo>
                    <a:pt x="387382" y="591788"/>
                  </a:lnTo>
                  <a:lnTo>
                    <a:pt x="387477" y="591407"/>
                  </a:lnTo>
                  <a:lnTo>
                    <a:pt x="387096" y="590550"/>
                  </a:lnTo>
                  <a:close/>
                  <a:moveTo>
                    <a:pt x="243649" y="718566"/>
                  </a:moveTo>
                  <a:lnTo>
                    <a:pt x="242411" y="718280"/>
                  </a:lnTo>
                  <a:lnTo>
                    <a:pt x="241268" y="717899"/>
                  </a:lnTo>
                  <a:lnTo>
                    <a:pt x="235172" y="717804"/>
                  </a:lnTo>
                  <a:lnTo>
                    <a:pt x="233744" y="717518"/>
                  </a:lnTo>
                  <a:lnTo>
                    <a:pt x="231934" y="716756"/>
                  </a:lnTo>
                  <a:lnTo>
                    <a:pt x="231172" y="716852"/>
                  </a:lnTo>
                  <a:lnTo>
                    <a:pt x="233648" y="717995"/>
                  </a:lnTo>
                  <a:lnTo>
                    <a:pt x="240506" y="719233"/>
                  </a:lnTo>
                  <a:lnTo>
                    <a:pt x="241554" y="719614"/>
                  </a:lnTo>
                  <a:lnTo>
                    <a:pt x="242030" y="720280"/>
                  </a:lnTo>
                  <a:lnTo>
                    <a:pt x="242411" y="720566"/>
                  </a:lnTo>
                  <a:lnTo>
                    <a:pt x="243173" y="720471"/>
                  </a:lnTo>
                  <a:lnTo>
                    <a:pt x="243935" y="720090"/>
                  </a:lnTo>
                  <a:lnTo>
                    <a:pt x="244316" y="719614"/>
                  </a:lnTo>
                  <a:lnTo>
                    <a:pt x="244126" y="718947"/>
                  </a:lnTo>
                  <a:lnTo>
                    <a:pt x="243649" y="718566"/>
                  </a:lnTo>
                  <a:close/>
                  <a:moveTo>
                    <a:pt x="275749" y="143351"/>
                  </a:moveTo>
                  <a:lnTo>
                    <a:pt x="275082" y="142589"/>
                  </a:lnTo>
                  <a:lnTo>
                    <a:pt x="274891" y="142589"/>
                  </a:lnTo>
                  <a:lnTo>
                    <a:pt x="274987" y="143351"/>
                  </a:lnTo>
                  <a:lnTo>
                    <a:pt x="275368" y="144304"/>
                  </a:lnTo>
                  <a:lnTo>
                    <a:pt x="275939" y="144589"/>
                  </a:lnTo>
                  <a:lnTo>
                    <a:pt x="276320" y="144494"/>
                  </a:lnTo>
                  <a:lnTo>
                    <a:pt x="276701" y="144685"/>
                  </a:lnTo>
                  <a:lnTo>
                    <a:pt x="276987" y="145066"/>
                  </a:lnTo>
                  <a:lnTo>
                    <a:pt x="277178" y="144971"/>
                  </a:lnTo>
                  <a:lnTo>
                    <a:pt x="277178" y="144209"/>
                  </a:lnTo>
                  <a:lnTo>
                    <a:pt x="276987" y="143828"/>
                  </a:lnTo>
                  <a:lnTo>
                    <a:pt x="276415" y="143446"/>
                  </a:lnTo>
                  <a:lnTo>
                    <a:pt x="275749" y="143351"/>
                  </a:lnTo>
                  <a:close/>
                  <a:moveTo>
                    <a:pt x="229838" y="737711"/>
                  </a:moveTo>
                  <a:lnTo>
                    <a:pt x="227552" y="736092"/>
                  </a:lnTo>
                  <a:lnTo>
                    <a:pt x="226695" y="735902"/>
                  </a:lnTo>
                  <a:lnTo>
                    <a:pt x="226409" y="735711"/>
                  </a:lnTo>
                  <a:lnTo>
                    <a:pt x="226409" y="736092"/>
                  </a:lnTo>
                  <a:lnTo>
                    <a:pt x="228886" y="738378"/>
                  </a:lnTo>
                  <a:lnTo>
                    <a:pt x="230410" y="739140"/>
                  </a:lnTo>
                  <a:lnTo>
                    <a:pt x="231648" y="741140"/>
                  </a:lnTo>
                  <a:lnTo>
                    <a:pt x="232410" y="741616"/>
                  </a:lnTo>
                  <a:lnTo>
                    <a:pt x="232886" y="741140"/>
                  </a:lnTo>
                  <a:lnTo>
                    <a:pt x="232220" y="740093"/>
                  </a:lnTo>
                  <a:lnTo>
                    <a:pt x="230505" y="738378"/>
                  </a:lnTo>
                  <a:lnTo>
                    <a:pt x="229838" y="737711"/>
                  </a:lnTo>
                  <a:close/>
                  <a:moveTo>
                    <a:pt x="277654" y="140875"/>
                  </a:moveTo>
                  <a:lnTo>
                    <a:pt x="277749" y="140684"/>
                  </a:lnTo>
                  <a:lnTo>
                    <a:pt x="277558" y="140303"/>
                  </a:lnTo>
                  <a:lnTo>
                    <a:pt x="276987" y="140113"/>
                  </a:lnTo>
                  <a:lnTo>
                    <a:pt x="276130" y="140113"/>
                  </a:lnTo>
                  <a:lnTo>
                    <a:pt x="275558" y="140208"/>
                  </a:lnTo>
                  <a:lnTo>
                    <a:pt x="275368" y="140303"/>
                  </a:lnTo>
                  <a:lnTo>
                    <a:pt x="275082" y="140208"/>
                  </a:lnTo>
                  <a:lnTo>
                    <a:pt x="274701" y="140113"/>
                  </a:lnTo>
                  <a:lnTo>
                    <a:pt x="274415" y="140208"/>
                  </a:lnTo>
                  <a:lnTo>
                    <a:pt x="274320" y="140494"/>
                  </a:lnTo>
                  <a:lnTo>
                    <a:pt x="274511" y="140875"/>
                  </a:lnTo>
                  <a:lnTo>
                    <a:pt x="274796" y="140970"/>
                  </a:lnTo>
                  <a:lnTo>
                    <a:pt x="274987" y="140875"/>
                  </a:lnTo>
                  <a:lnTo>
                    <a:pt x="275558" y="141542"/>
                  </a:lnTo>
                  <a:lnTo>
                    <a:pt x="275939" y="141827"/>
                  </a:lnTo>
                  <a:lnTo>
                    <a:pt x="276320" y="141922"/>
                  </a:lnTo>
                  <a:lnTo>
                    <a:pt x="276701" y="141827"/>
                  </a:lnTo>
                  <a:lnTo>
                    <a:pt x="277368" y="141542"/>
                  </a:lnTo>
                  <a:lnTo>
                    <a:pt x="277463" y="141446"/>
                  </a:lnTo>
                  <a:lnTo>
                    <a:pt x="277463" y="141351"/>
                  </a:lnTo>
                  <a:lnTo>
                    <a:pt x="277463" y="141256"/>
                  </a:lnTo>
                  <a:lnTo>
                    <a:pt x="277654" y="140875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4" name="Freeform: Shape 4">
              <a:extLst>
                <a:ext uri="{FF2B5EF4-FFF2-40B4-BE49-F238E27FC236}">
                  <a16:creationId xmlns:a16="http://schemas.microsoft.com/office/drawing/2014/main" id="{A5927C83-71BA-C031-E7DE-7DAB786A2F25}"/>
                </a:ext>
              </a:extLst>
            </p:cNvPr>
            <p:cNvSpPr/>
            <p:nvPr/>
          </p:nvSpPr>
          <p:spPr>
            <a:xfrm>
              <a:off x="3764089" y="2206847"/>
              <a:ext cx="904875" cy="581025"/>
            </a:xfrm>
            <a:custGeom>
              <a:avLst/>
              <a:gdLst>
                <a:gd name="connsiteX0" fmla="*/ 803148 w 904875"/>
                <a:gd name="connsiteY0" fmla="*/ 394049 h 581025"/>
                <a:gd name="connsiteX1" fmla="*/ 801815 w 904875"/>
                <a:gd name="connsiteY1" fmla="*/ 394430 h 581025"/>
                <a:gd name="connsiteX2" fmla="*/ 801529 w 904875"/>
                <a:gd name="connsiteY2" fmla="*/ 394621 h 581025"/>
                <a:gd name="connsiteX3" fmla="*/ 800957 w 904875"/>
                <a:gd name="connsiteY3" fmla="*/ 395097 h 581025"/>
                <a:gd name="connsiteX4" fmla="*/ 800672 w 904875"/>
                <a:gd name="connsiteY4" fmla="*/ 395192 h 581025"/>
                <a:gd name="connsiteX5" fmla="*/ 800290 w 904875"/>
                <a:gd name="connsiteY5" fmla="*/ 395097 h 581025"/>
                <a:gd name="connsiteX6" fmla="*/ 800100 w 904875"/>
                <a:gd name="connsiteY6" fmla="*/ 395002 h 581025"/>
                <a:gd name="connsiteX7" fmla="*/ 799910 w 904875"/>
                <a:gd name="connsiteY7" fmla="*/ 394811 h 581025"/>
                <a:gd name="connsiteX8" fmla="*/ 796957 w 904875"/>
                <a:gd name="connsiteY8" fmla="*/ 393573 h 581025"/>
                <a:gd name="connsiteX9" fmla="*/ 795528 w 904875"/>
                <a:gd name="connsiteY9" fmla="*/ 392621 h 581025"/>
                <a:gd name="connsiteX10" fmla="*/ 794671 w 904875"/>
                <a:gd name="connsiteY10" fmla="*/ 391478 h 581025"/>
                <a:gd name="connsiteX11" fmla="*/ 793909 w 904875"/>
                <a:gd name="connsiteY11" fmla="*/ 389572 h 581025"/>
                <a:gd name="connsiteX12" fmla="*/ 793052 w 904875"/>
                <a:gd name="connsiteY12" fmla="*/ 387858 h 581025"/>
                <a:gd name="connsiteX13" fmla="*/ 791813 w 904875"/>
                <a:gd name="connsiteY13" fmla="*/ 387096 h 581025"/>
                <a:gd name="connsiteX14" fmla="*/ 790194 w 904875"/>
                <a:gd name="connsiteY14" fmla="*/ 387953 h 581025"/>
                <a:gd name="connsiteX15" fmla="*/ 789241 w 904875"/>
                <a:gd name="connsiteY15" fmla="*/ 390049 h 581025"/>
                <a:gd name="connsiteX16" fmla="*/ 788956 w 904875"/>
                <a:gd name="connsiteY16" fmla="*/ 391287 h 581025"/>
                <a:gd name="connsiteX17" fmla="*/ 788861 w 904875"/>
                <a:gd name="connsiteY17" fmla="*/ 392430 h 581025"/>
                <a:gd name="connsiteX18" fmla="*/ 789146 w 904875"/>
                <a:gd name="connsiteY18" fmla="*/ 393573 h 581025"/>
                <a:gd name="connsiteX19" fmla="*/ 790480 w 904875"/>
                <a:gd name="connsiteY19" fmla="*/ 396430 h 581025"/>
                <a:gd name="connsiteX20" fmla="*/ 791051 w 904875"/>
                <a:gd name="connsiteY20" fmla="*/ 397288 h 581025"/>
                <a:gd name="connsiteX21" fmla="*/ 791718 w 904875"/>
                <a:gd name="connsiteY21" fmla="*/ 397669 h 581025"/>
                <a:gd name="connsiteX22" fmla="*/ 793147 w 904875"/>
                <a:gd name="connsiteY22" fmla="*/ 397955 h 581025"/>
                <a:gd name="connsiteX23" fmla="*/ 793718 w 904875"/>
                <a:gd name="connsiteY23" fmla="*/ 398431 h 581025"/>
                <a:gd name="connsiteX24" fmla="*/ 793909 w 904875"/>
                <a:gd name="connsiteY24" fmla="*/ 400431 h 581025"/>
                <a:gd name="connsiteX25" fmla="*/ 791623 w 904875"/>
                <a:gd name="connsiteY25" fmla="*/ 403955 h 581025"/>
                <a:gd name="connsiteX26" fmla="*/ 791718 w 904875"/>
                <a:gd name="connsiteY26" fmla="*/ 405670 h 581025"/>
                <a:gd name="connsiteX27" fmla="*/ 792385 w 904875"/>
                <a:gd name="connsiteY27" fmla="*/ 406051 h 581025"/>
                <a:gd name="connsiteX28" fmla="*/ 793147 w 904875"/>
                <a:gd name="connsiteY28" fmla="*/ 405575 h 581025"/>
                <a:gd name="connsiteX29" fmla="*/ 793909 w 904875"/>
                <a:gd name="connsiteY29" fmla="*/ 404908 h 581025"/>
                <a:gd name="connsiteX30" fmla="*/ 794480 w 904875"/>
                <a:gd name="connsiteY30" fmla="*/ 404527 h 581025"/>
                <a:gd name="connsiteX31" fmla="*/ 795528 w 904875"/>
                <a:gd name="connsiteY31" fmla="*/ 404622 h 581025"/>
                <a:gd name="connsiteX32" fmla="*/ 795814 w 904875"/>
                <a:gd name="connsiteY32" fmla="*/ 405193 h 581025"/>
                <a:gd name="connsiteX33" fmla="*/ 795909 w 904875"/>
                <a:gd name="connsiteY33" fmla="*/ 405955 h 581025"/>
                <a:gd name="connsiteX34" fmla="*/ 796481 w 904875"/>
                <a:gd name="connsiteY34" fmla="*/ 406527 h 581025"/>
                <a:gd name="connsiteX35" fmla="*/ 797243 w 904875"/>
                <a:gd name="connsiteY35" fmla="*/ 406622 h 581025"/>
                <a:gd name="connsiteX36" fmla="*/ 799719 w 904875"/>
                <a:gd name="connsiteY36" fmla="*/ 405955 h 581025"/>
                <a:gd name="connsiteX37" fmla="*/ 801529 w 904875"/>
                <a:gd name="connsiteY37" fmla="*/ 405955 h 581025"/>
                <a:gd name="connsiteX38" fmla="*/ 802291 w 904875"/>
                <a:gd name="connsiteY38" fmla="*/ 405670 h 581025"/>
                <a:gd name="connsiteX39" fmla="*/ 802862 w 904875"/>
                <a:gd name="connsiteY39" fmla="*/ 404813 h 581025"/>
                <a:gd name="connsiteX40" fmla="*/ 802957 w 904875"/>
                <a:gd name="connsiteY40" fmla="*/ 402717 h 581025"/>
                <a:gd name="connsiteX41" fmla="*/ 800672 w 904875"/>
                <a:gd name="connsiteY41" fmla="*/ 400241 h 581025"/>
                <a:gd name="connsiteX42" fmla="*/ 800576 w 904875"/>
                <a:gd name="connsiteY42" fmla="*/ 398431 h 581025"/>
                <a:gd name="connsiteX43" fmla="*/ 801434 w 904875"/>
                <a:gd name="connsiteY43" fmla="*/ 397573 h 581025"/>
                <a:gd name="connsiteX44" fmla="*/ 803910 w 904875"/>
                <a:gd name="connsiteY44" fmla="*/ 395859 h 581025"/>
                <a:gd name="connsiteX45" fmla="*/ 804291 w 904875"/>
                <a:gd name="connsiteY45" fmla="*/ 394811 h 581025"/>
                <a:gd name="connsiteX46" fmla="*/ 803910 w 904875"/>
                <a:gd name="connsiteY46" fmla="*/ 394144 h 581025"/>
                <a:gd name="connsiteX47" fmla="*/ 803148 w 904875"/>
                <a:gd name="connsiteY47" fmla="*/ 394049 h 581025"/>
                <a:gd name="connsiteX48" fmla="*/ 831437 w 904875"/>
                <a:gd name="connsiteY48" fmla="*/ 399097 h 581025"/>
                <a:gd name="connsiteX49" fmla="*/ 829532 w 904875"/>
                <a:gd name="connsiteY49" fmla="*/ 400526 h 581025"/>
                <a:gd name="connsiteX50" fmla="*/ 828580 w 904875"/>
                <a:gd name="connsiteY50" fmla="*/ 401002 h 581025"/>
                <a:gd name="connsiteX51" fmla="*/ 827246 w 904875"/>
                <a:gd name="connsiteY51" fmla="*/ 401098 h 581025"/>
                <a:gd name="connsiteX52" fmla="*/ 826389 w 904875"/>
                <a:gd name="connsiteY52" fmla="*/ 402146 h 581025"/>
                <a:gd name="connsiteX53" fmla="*/ 826865 w 904875"/>
                <a:gd name="connsiteY53" fmla="*/ 403098 h 581025"/>
                <a:gd name="connsiteX54" fmla="*/ 828008 w 904875"/>
                <a:gd name="connsiteY54" fmla="*/ 403955 h 581025"/>
                <a:gd name="connsiteX55" fmla="*/ 829056 w 904875"/>
                <a:gd name="connsiteY55" fmla="*/ 404431 h 581025"/>
                <a:gd name="connsiteX56" fmla="*/ 830390 w 904875"/>
                <a:gd name="connsiteY56" fmla="*/ 404813 h 581025"/>
                <a:gd name="connsiteX57" fmla="*/ 831247 w 904875"/>
                <a:gd name="connsiteY57" fmla="*/ 404622 h 581025"/>
                <a:gd name="connsiteX58" fmla="*/ 831723 w 904875"/>
                <a:gd name="connsiteY58" fmla="*/ 403765 h 581025"/>
                <a:gd name="connsiteX59" fmla="*/ 832961 w 904875"/>
                <a:gd name="connsiteY59" fmla="*/ 399383 h 581025"/>
                <a:gd name="connsiteX60" fmla="*/ 832771 w 904875"/>
                <a:gd name="connsiteY60" fmla="*/ 398717 h 581025"/>
                <a:gd name="connsiteX61" fmla="*/ 831437 w 904875"/>
                <a:gd name="connsiteY61" fmla="*/ 399097 h 581025"/>
                <a:gd name="connsiteX62" fmla="*/ 904303 w 904875"/>
                <a:gd name="connsiteY62" fmla="*/ 340519 h 581025"/>
                <a:gd name="connsiteX63" fmla="*/ 904303 w 904875"/>
                <a:gd name="connsiteY63" fmla="*/ 340519 h 581025"/>
                <a:gd name="connsiteX64" fmla="*/ 903827 w 904875"/>
                <a:gd name="connsiteY64" fmla="*/ 340423 h 581025"/>
                <a:gd name="connsiteX65" fmla="*/ 902684 w 904875"/>
                <a:gd name="connsiteY65" fmla="*/ 340138 h 581025"/>
                <a:gd name="connsiteX66" fmla="*/ 899541 w 904875"/>
                <a:gd name="connsiteY66" fmla="*/ 340328 h 581025"/>
                <a:gd name="connsiteX67" fmla="*/ 898493 w 904875"/>
                <a:gd name="connsiteY67" fmla="*/ 339566 h 581025"/>
                <a:gd name="connsiteX68" fmla="*/ 897731 w 904875"/>
                <a:gd name="connsiteY68" fmla="*/ 338519 h 581025"/>
                <a:gd name="connsiteX69" fmla="*/ 896874 w 904875"/>
                <a:gd name="connsiteY69" fmla="*/ 337947 h 581025"/>
                <a:gd name="connsiteX70" fmla="*/ 892969 w 904875"/>
                <a:gd name="connsiteY70" fmla="*/ 339757 h 581025"/>
                <a:gd name="connsiteX71" fmla="*/ 890492 w 904875"/>
                <a:gd name="connsiteY71" fmla="*/ 341471 h 581025"/>
                <a:gd name="connsiteX72" fmla="*/ 889826 w 904875"/>
                <a:gd name="connsiteY72" fmla="*/ 341567 h 581025"/>
                <a:gd name="connsiteX73" fmla="*/ 890016 w 904875"/>
                <a:gd name="connsiteY73" fmla="*/ 340423 h 581025"/>
                <a:gd name="connsiteX74" fmla="*/ 889826 w 904875"/>
                <a:gd name="connsiteY74" fmla="*/ 338423 h 581025"/>
                <a:gd name="connsiteX75" fmla="*/ 887825 w 904875"/>
                <a:gd name="connsiteY75" fmla="*/ 337852 h 581025"/>
                <a:gd name="connsiteX76" fmla="*/ 881062 w 904875"/>
                <a:gd name="connsiteY76" fmla="*/ 338423 h 581025"/>
                <a:gd name="connsiteX77" fmla="*/ 878777 w 904875"/>
                <a:gd name="connsiteY77" fmla="*/ 338138 h 581025"/>
                <a:gd name="connsiteX78" fmla="*/ 876776 w 904875"/>
                <a:gd name="connsiteY78" fmla="*/ 337280 h 581025"/>
                <a:gd name="connsiteX79" fmla="*/ 875157 w 904875"/>
                <a:gd name="connsiteY79" fmla="*/ 335471 h 581025"/>
                <a:gd name="connsiteX80" fmla="*/ 872871 w 904875"/>
                <a:gd name="connsiteY80" fmla="*/ 331946 h 581025"/>
                <a:gd name="connsiteX81" fmla="*/ 871728 w 904875"/>
                <a:gd name="connsiteY81" fmla="*/ 331565 h 581025"/>
                <a:gd name="connsiteX82" fmla="*/ 870395 w 904875"/>
                <a:gd name="connsiteY82" fmla="*/ 331470 h 581025"/>
                <a:gd name="connsiteX83" fmla="*/ 869442 w 904875"/>
                <a:gd name="connsiteY83" fmla="*/ 330994 h 581025"/>
                <a:gd name="connsiteX84" fmla="*/ 869442 w 904875"/>
                <a:gd name="connsiteY84" fmla="*/ 329374 h 581025"/>
                <a:gd name="connsiteX85" fmla="*/ 869537 w 904875"/>
                <a:gd name="connsiteY85" fmla="*/ 328994 h 581025"/>
                <a:gd name="connsiteX86" fmla="*/ 869537 w 904875"/>
                <a:gd name="connsiteY86" fmla="*/ 328613 h 581025"/>
                <a:gd name="connsiteX87" fmla="*/ 869347 w 904875"/>
                <a:gd name="connsiteY87" fmla="*/ 328327 h 581025"/>
                <a:gd name="connsiteX88" fmla="*/ 869061 w 904875"/>
                <a:gd name="connsiteY88" fmla="*/ 328136 h 581025"/>
                <a:gd name="connsiteX89" fmla="*/ 866299 w 904875"/>
                <a:gd name="connsiteY89" fmla="*/ 327850 h 581025"/>
                <a:gd name="connsiteX90" fmla="*/ 864775 w 904875"/>
                <a:gd name="connsiteY90" fmla="*/ 327374 h 581025"/>
                <a:gd name="connsiteX91" fmla="*/ 863632 w 904875"/>
                <a:gd name="connsiteY91" fmla="*/ 326707 h 581025"/>
                <a:gd name="connsiteX92" fmla="*/ 862108 w 904875"/>
                <a:gd name="connsiteY92" fmla="*/ 324326 h 581025"/>
                <a:gd name="connsiteX93" fmla="*/ 861441 w 904875"/>
                <a:gd name="connsiteY93" fmla="*/ 323850 h 581025"/>
                <a:gd name="connsiteX94" fmla="*/ 860489 w 904875"/>
                <a:gd name="connsiteY94" fmla="*/ 324612 h 581025"/>
                <a:gd name="connsiteX95" fmla="*/ 860203 w 904875"/>
                <a:gd name="connsiteY95" fmla="*/ 325088 h 581025"/>
                <a:gd name="connsiteX96" fmla="*/ 859631 w 904875"/>
                <a:gd name="connsiteY96" fmla="*/ 326898 h 581025"/>
                <a:gd name="connsiteX97" fmla="*/ 859250 w 904875"/>
                <a:gd name="connsiteY97" fmla="*/ 327184 h 581025"/>
                <a:gd name="connsiteX98" fmla="*/ 857345 w 904875"/>
                <a:gd name="connsiteY98" fmla="*/ 327469 h 581025"/>
                <a:gd name="connsiteX99" fmla="*/ 854297 w 904875"/>
                <a:gd name="connsiteY99" fmla="*/ 328422 h 581025"/>
                <a:gd name="connsiteX100" fmla="*/ 852678 w 904875"/>
                <a:gd name="connsiteY100" fmla="*/ 328898 h 581025"/>
                <a:gd name="connsiteX101" fmla="*/ 853440 w 904875"/>
                <a:gd name="connsiteY101" fmla="*/ 327279 h 581025"/>
                <a:gd name="connsiteX102" fmla="*/ 853821 w 904875"/>
                <a:gd name="connsiteY102" fmla="*/ 326041 h 581025"/>
                <a:gd name="connsiteX103" fmla="*/ 853821 w 904875"/>
                <a:gd name="connsiteY103" fmla="*/ 324707 h 581025"/>
                <a:gd name="connsiteX104" fmla="*/ 853345 w 904875"/>
                <a:gd name="connsiteY104" fmla="*/ 321088 h 581025"/>
                <a:gd name="connsiteX105" fmla="*/ 853249 w 904875"/>
                <a:gd name="connsiteY105" fmla="*/ 319088 h 581025"/>
                <a:gd name="connsiteX106" fmla="*/ 852964 w 904875"/>
                <a:gd name="connsiteY106" fmla="*/ 317182 h 581025"/>
                <a:gd name="connsiteX107" fmla="*/ 852392 w 904875"/>
                <a:gd name="connsiteY107" fmla="*/ 315849 h 581025"/>
                <a:gd name="connsiteX108" fmla="*/ 851059 w 904875"/>
                <a:gd name="connsiteY108" fmla="*/ 315087 h 581025"/>
                <a:gd name="connsiteX109" fmla="*/ 849820 w 904875"/>
                <a:gd name="connsiteY109" fmla="*/ 315278 h 581025"/>
                <a:gd name="connsiteX110" fmla="*/ 848582 w 904875"/>
                <a:gd name="connsiteY110" fmla="*/ 316040 h 581025"/>
                <a:gd name="connsiteX111" fmla="*/ 847439 w 904875"/>
                <a:gd name="connsiteY111" fmla="*/ 317087 h 581025"/>
                <a:gd name="connsiteX112" fmla="*/ 845915 w 904875"/>
                <a:gd name="connsiteY112" fmla="*/ 318040 h 581025"/>
                <a:gd name="connsiteX113" fmla="*/ 844963 w 904875"/>
                <a:gd name="connsiteY113" fmla="*/ 317563 h 581025"/>
                <a:gd name="connsiteX114" fmla="*/ 844201 w 904875"/>
                <a:gd name="connsiteY114" fmla="*/ 316421 h 581025"/>
                <a:gd name="connsiteX115" fmla="*/ 842962 w 904875"/>
                <a:gd name="connsiteY115" fmla="*/ 315373 h 581025"/>
                <a:gd name="connsiteX116" fmla="*/ 838772 w 904875"/>
                <a:gd name="connsiteY116" fmla="*/ 316135 h 581025"/>
                <a:gd name="connsiteX117" fmla="*/ 837438 w 904875"/>
                <a:gd name="connsiteY117" fmla="*/ 315468 h 581025"/>
                <a:gd name="connsiteX118" fmla="*/ 837152 w 904875"/>
                <a:gd name="connsiteY118" fmla="*/ 312515 h 581025"/>
                <a:gd name="connsiteX119" fmla="*/ 837248 w 904875"/>
                <a:gd name="connsiteY119" fmla="*/ 309563 h 581025"/>
                <a:gd name="connsiteX120" fmla="*/ 836962 w 904875"/>
                <a:gd name="connsiteY120" fmla="*/ 307276 h 581025"/>
                <a:gd name="connsiteX121" fmla="*/ 836105 w 904875"/>
                <a:gd name="connsiteY121" fmla="*/ 305181 h 581025"/>
                <a:gd name="connsiteX122" fmla="*/ 831152 w 904875"/>
                <a:gd name="connsiteY122" fmla="*/ 297847 h 581025"/>
                <a:gd name="connsiteX123" fmla="*/ 830770 w 904875"/>
                <a:gd name="connsiteY123" fmla="*/ 297466 h 581025"/>
                <a:gd name="connsiteX124" fmla="*/ 830294 w 904875"/>
                <a:gd name="connsiteY124" fmla="*/ 297275 h 581025"/>
                <a:gd name="connsiteX125" fmla="*/ 829913 w 904875"/>
                <a:gd name="connsiteY125" fmla="*/ 297561 h 581025"/>
                <a:gd name="connsiteX126" fmla="*/ 829913 w 904875"/>
                <a:gd name="connsiteY126" fmla="*/ 298990 h 581025"/>
                <a:gd name="connsiteX127" fmla="*/ 829532 w 904875"/>
                <a:gd name="connsiteY127" fmla="*/ 299371 h 581025"/>
                <a:gd name="connsiteX128" fmla="*/ 829056 w 904875"/>
                <a:gd name="connsiteY128" fmla="*/ 299180 h 581025"/>
                <a:gd name="connsiteX129" fmla="*/ 828770 w 904875"/>
                <a:gd name="connsiteY129" fmla="*/ 298037 h 581025"/>
                <a:gd name="connsiteX130" fmla="*/ 828199 w 904875"/>
                <a:gd name="connsiteY130" fmla="*/ 297847 h 581025"/>
                <a:gd name="connsiteX131" fmla="*/ 827913 w 904875"/>
                <a:gd name="connsiteY131" fmla="*/ 298228 h 581025"/>
                <a:gd name="connsiteX132" fmla="*/ 827723 w 904875"/>
                <a:gd name="connsiteY132" fmla="*/ 298990 h 581025"/>
                <a:gd name="connsiteX133" fmla="*/ 827437 w 904875"/>
                <a:gd name="connsiteY133" fmla="*/ 299561 h 581025"/>
                <a:gd name="connsiteX134" fmla="*/ 826961 w 904875"/>
                <a:gd name="connsiteY134" fmla="*/ 299371 h 581025"/>
                <a:gd name="connsiteX135" fmla="*/ 826961 w 904875"/>
                <a:gd name="connsiteY135" fmla="*/ 298513 h 581025"/>
                <a:gd name="connsiteX136" fmla="*/ 827913 w 904875"/>
                <a:gd name="connsiteY136" fmla="*/ 294608 h 581025"/>
                <a:gd name="connsiteX137" fmla="*/ 827913 w 904875"/>
                <a:gd name="connsiteY137" fmla="*/ 293180 h 581025"/>
                <a:gd name="connsiteX138" fmla="*/ 827627 w 904875"/>
                <a:gd name="connsiteY138" fmla="*/ 291846 h 581025"/>
                <a:gd name="connsiteX139" fmla="*/ 826961 w 904875"/>
                <a:gd name="connsiteY139" fmla="*/ 290894 h 581025"/>
                <a:gd name="connsiteX140" fmla="*/ 825818 w 904875"/>
                <a:gd name="connsiteY140" fmla="*/ 290703 h 581025"/>
                <a:gd name="connsiteX141" fmla="*/ 824674 w 904875"/>
                <a:gd name="connsiteY141" fmla="*/ 291179 h 581025"/>
                <a:gd name="connsiteX142" fmla="*/ 824008 w 904875"/>
                <a:gd name="connsiteY142" fmla="*/ 291941 h 581025"/>
                <a:gd name="connsiteX143" fmla="*/ 822960 w 904875"/>
                <a:gd name="connsiteY143" fmla="*/ 294608 h 581025"/>
                <a:gd name="connsiteX144" fmla="*/ 822960 w 904875"/>
                <a:gd name="connsiteY144" fmla="*/ 294608 h 581025"/>
                <a:gd name="connsiteX145" fmla="*/ 822960 w 904875"/>
                <a:gd name="connsiteY145" fmla="*/ 294608 h 581025"/>
                <a:gd name="connsiteX146" fmla="*/ 822960 w 904875"/>
                <a:gd name="connsiteY146" fmla="*/ 294608 h 581025"/>
                <a:gd name="connsiteX147" fmla="*/ 823532 w 904875"/>
                <a:gd name="connsiteY147" fmla="*/ 295751 h 581025"/>
                <a:gd name="connsiteX148" fmla="*/ 825056 w 904875"/>
                <a:gd name="connsiteY148" fmla="*/ 297656 h 581025"/>
                <a:gd name="connsiteX149" fmla="*/ 825246 w 904875"/>
                <a:gd name="connsiteY149" fmla="*/ 298894 h 581025"/>
                <a:gd name="connsiteX150" fmla="*/ 825056 w 904875"/>
                <a:gd name="connsiteY150" fmla="*/ 300323 h 581025"/>
                <a:gd name="connsiteX151" fmla="*/ 824294 w 904875"/>
                <a:gd name="connsiteY151" fmla="*/ 302705 h 581025"/>
                <a:gd name="connsiteX152" fmla="*/ 822579 w 904875"/>
                <a:gd name="connsiteY152" fmla="*/ 306515 h 581025"/>
                <a:gd name="connsiteX153" fmla="*/ 821150 w 904875"/>
                <a:gd name="connsiteY153" fmla="*/ 308038 h 581025"/>
                <a:gd name="connsiteX154" fmla="*/ 819340 w 904875"/>
                <a:gd name="connsiteY154" fmla="*/ 308419 h 581025"/>
                <a:gd name="connsiteX155" fmla="*/ 817055 w 904875"/>
                <a:gd name="connsiteY155" fmla="*/ 307467 h 581025"/>
                <a:gd name="connsiteX156" fmla="*/ 814483 w 904875"/>
                <a:gd name="connsiteY156" fmla="*/ 305086 h 581025"/>
                <a:gd name="connsiteX157" fmla="*/ 813721 w 904875"/>
                <a:gd name="connsiteY157" fmla="*/ 304895 h 581025"/>
                <a:gd name="connsiteX158" fmla="*/ 813435 w 904875"/>
                <a:gd name="connsiteY158" fmla="*/ 305753 h 581025"/>
                <a:gd name="connsiteX159" fmla="*/ 813911 w 904875"/>
                <a:gd name="connsiteY159" fmla="*/ 317849 h 581025"/>
                <a:gd name="connsiteX160" fmla="*/ 813626 w 904875"/>
                <a:gd name="connsiteY160" fmla="*/ 320230 h 581025"/>
                <a:gd name="connsiteX161" fmla="*/ 812482 w 904875"/>
                <a:gd name="connsiteY161" fmla="*/ 321278 h 581025"/>
                <a:gd name="connsiteX162" fmla="*/ 808863 w 904875"/>
                <a:gd name="connsiteY162" fmla="*/ 318135 h 581025"/>
                <a:gd name="connsiteX163" fmla="*/ 807530 w 904875"/>
                <a:gd name="connsiteY163" fmla="*/ 319849 h 581025"/>
                <a:gd name="connsiteX164" fmla="*/ 806958 w 904875"/>
                <a:gd name="connsiteY164" fmla="*/ 321183 h 581025"/>
                <a:gd name="connsiteX165" fmla="*/ 806291 w 904875"/>
                <a:gd name="connsiteY165" fmla="*/ 321278 h 581025"/>
                <a:gd name="connsiteX166" fmla="*/ 805624 w 904875"/>
                <a:gd name="connsiteY166" fmla="*/ 320516 h 581025"/>
                <a:gd name="connsiteX167" fmla="*/ 805148 w 904875"/>
                <a:gd name="connsiteY167" fmla="*/ 319564 h 581025"/>
                <a:gd name="connsiteX168" fmla="*/ 804482 w 904875"/>
                <a:gd name="connsiteY168" fmla="*/ 316897 h 581025"/>
                <a:gd name="connsiteX169" fmla="*/ 803910 w 904875"/>
                <a:gd name="connsiteY169" fmla="*/ 316040 h 581025"/>
                <a:gd name="connsiteX170" fmla="*/ 802672 w 904875"/>
                <a:gd name="connsiteY170" fmla="*/ 315944 h 581025"/>
                <a:gd name="connsiteX171" fmla="*/ 801624 w 904875"/>
                <a:gd name="connsiteY171" fmla="*/ 316516 h 581025"/>
                <a:gd name="connsiteX172" fmla="*/ 801529 w 904875"/>
                <a:gd name="connsiteY172" fmla="*/ 317468 h 581025"/>
                <a:gd name="connsiteX173" fmla="*/ 801815 w 904875"/>
                <a:gd name="connsiteY173" fmla="*/ 318707 h 581025"/>
                <a:gd name="connsiteX174" fmla="*/ 801910 w 904875"/>
                <a:gd name="connsiteY174" fmla="*/ 320135 h 581025"/>
                <a:gd name="connsiteX175" fmla="*/ 801434 w 904875"/>
                <a:gd name="connsiteY175" fmla="*/ 321469 h 581025"/>
                <a:gd name="connsiteX176" fmla="*/ 800576 w 904875"/>
                <a:gd name="connsiteY176" fmla="*/ 320897 h 581025"/>
                <a:gd name="connsiteX177" fmla="*/ 799243 w 904875"/>
                <a:gd name="connsiteY177" fmla="*/ 318611 h 581025"/>
                <a:gd name="connsiteX178" fmla="*/ 798386 w 904875"/>
                <a:gd name="connsiteY178" fmla="*/ 317944 h 581025"/>
                <a:gd name="connsiteX179" fmla="*/ 796385 w 904875"/>
                <a:gd name="connsiteY179" fmla="*/ 317659 h 581025"/>
                <a:gd name="connsiteX180" fmla="*/ 795433 w 904875"/>
                <a:gd name="connsiteY180" fmla="*/ 317087 h 581025"/>
                <a:gd name="connsiteX181" fmla="*/ 794385 w 904875"/>
                <a:gd name="connsiteY181" fmla="*/ 316230 h 581025"/>
                <a:gd name="connsiteX182" fmla="*/ 793242 w 904875"/>
                <a:gd name="connsiteY182" fmla="*/ 315659 h 581025"/>
                <a:gd name="connsiteX183" fmla="*/ 790765 w 904875"/>
                <a:gd name="connsiteY183" fmla="*/ 315182 h 581025"/>
                <a:gd name="connsiteX184" fmla="*/ 788480 w 904875"/>
                <a:gd name="connsiteY184" fmla="*/ 315563 h 581025"/>
                <a:gd name="connsiteX185" fmla="*/ 787432 w 904875"/>
                <a:gd name="connsiteY185" fmla="*/ 315468 h 581025"/>
                <a:gd name="connsiteX186" fmla="*/ 786479 w 904875"/>
                <a:gd name="connsiteY186" fmla="*/ 314515 h 581025"/>
                <a:gd name="connsiteX187" fmla="*/ 785717 w 904875"/>
                <a:gd name="connsiteY187" fmla="*/ 313468 h 581025"/>
                <a:gd name="connsiteX188" fmla="*/ 784860 w 904875"/>
                <a:gd name="connsiteY188" fmla="*/ 312611 h 581025"/>
                <a:gd name="connsiteX189" fmla="*/ 783907 w 904875"/>
                <a:gd name="connsiteY189" fmla="*/ 311944 h 581025"/>
                <a:gd name="connsiteX190" fmla="*/ 782860 w 904875"/>
                <a:gd name="connsiteY190" fmla="*/ 311563 h 581025"/>
                <a:gd name="connsiteX191" fmla="*/ 781717 w 904875"/>
                <a:gd name="connsiteY191" fmla="*/ 311658 h 581025"/>
                <a:gd name="connsiteX192" fmla="*/ 780669 w 904875"/>
                <a:gd name="connsiteY192" fmla="*/ 312134 h 581025"/>
                <a:gd name="connsiteX193" fmla="*/ 779812 w 904875"/>
                <a:gd name="connsiteY193" fmla="*/ 312230 h 581025"/>
                <a:gd name="connsiteX194" fmla="*/ 779145 w 904875"/>
                <a:gd name="connsiteY194" fmla="*/ 311277 h 581025"/>
                <a:gd name="connsiteX195" fmla="*/ 779050 w 904875"/>
                <a:gd name="connsiteY195" fmla="*/ 310039 h 581025"/>
                <a:gd name="connsiteX196" fmla="*/ 779812 w 904875"/>
                <a:gd name="connsiteY196" fmla="*/ 305753 h 581025"/>
                <a:gd name="connsiteX197" fmla="*/ 779716 w 904875"/>
                <a:gd name="connsiteY197" fmla="*/ 304324 h 581025"/>
                <a:gd name="connsiteX198" fmla="*/ 779240 w 904875"/>
                <a:gd name="connsiteY198" fmla="*/ 302895 h 581025"/>
                <a:gd name="connsiteX199" fmla="*/ 776287 w 904875"/>
                <a:gd name="connsiteY199" fmla="*/ 297751 h 581025"/>
                <a:gd name="connsiteX200" fmla="*/ 775430 w 904875"/>
                <a:gd name="connsiteY200" fmla="*/ 296513 h 581025"/>
                <a:gd name="connsiteX201" fmla="*/ 774478 w 904875"/>
                <a:gd name="connsiteY201" fmla="*/ 295846 h 581025"/>
                <a:gd name="connsiteX202" fmla="*/ 772668 w 904875"/>
                <a:gd name="connsiteY202" fmla="*/ 296132 h 581025"/>
                <a:gd name="connsiteX203" fmla="*/ 766191 w 904875"/>
                <a:gd name="connsiteY203" fmla="*/ 299847 h 581025"/>
                <a:gd name="connsiteX204" fmla="*/ 764381 w 904875"/>
                <a:gd name="connsiteY204" fmla="*/ 300514 h 581025"/>
                <a:gd name="connsiteX205" fmla="*/ 764000 w 904875"/>
                <a:gd name="connsiteY205" fmla="*/ 300514 h 581025"/>
                <a:gd name="connsiteX206" fmla="*/ 763048 w 904875"/>
                <a:gd name="connsiteY206" fmla="*/ 300514 h 581025"/>
                <a:gd name="connsiteX207" fmla="*/ 762286 w 904875"/>
                <a:gd name="connsiteY207" fmla="*/ 299752 h 581025"/>
                <a:gd name="connsiteX208" fmla="*/ 760952 w 904875"/>
                <a:gd name="connsiteY208" fmla="*/ 297371 h 581025"/>
                <a:gd name="connsiteX209" fmla="*/ 760190 w 904875"/>
                <a:gd name="connsiteY209" fmla="*/ 296323 h 581025"/>
                <a:gd name="connsiteX210" fmla="*/ 759333 w 904875"/>
                <a:gd name="connsiteY210" fmla="*/ 295561 h 581025"/>
                <a:gd name="connsiteX211" fmla="*/ 757333 w 904875"/>
                <a:gd name="connsiteY211" fmla="*/ 294322 h 581025"/>
                <a:gd name="connsiteX212" fmla="*/ 757333 w 904875"/>
                <a:gd name="connsiteY212" fmla="*/ 294322 h 581025"/>
                <a:gd name="connsiteX213" fmla="*/ 757333 w 904875"/>
                <a:gd name="connsiteY213" fmla="*/ 294322 h 581025"/>
                <a:gd name="connsiteX214" fmla="*/ 757333 w 904875"/>
                <a:gd name="connsiteY214" fmla="*/ 294322 h 581025"/>
                <a:gd name="connsiteX215" fmla="*/ 749903 w 904875"/>
                <a:gd name="connsiteY215" fmla="*/ 293465 h 581025"/>
                <a:gd name="connsiteX216" fmla="*/ 747998 w 904875"/>
                <a:gd name="connsiteY216" fmla="*/ 292417 h 581025"/>
                <a:gd name="connsiteX217" fmla="*/ 747046 w 904875"/>
                <a:gd name="connsiteY217" fmla="*/ 290132 h 581025"/>
                <a:gd name="connsiteX218" fmla="*/ 748189 w 904875"/>
                <a:gd name="connsiteY218" fmla="*/ 288322 h 581025"/>
                <a:gd name="connsiteX219" fmla="*/ 756761 w 904875"/>
                <a:gd name="connsiteY219" fmla="*/ 283273 h 581025"/>
                <a:gd name="connsiteX220" fmla="*/ 759905 w 904875"/>
                <a:gd name="connsiteY220" fmla="*/ 280797 h 581025"/>
                <a:gd name="connsiteX221" fmla="*/ 761619 w 904875"/>
                <a:gd name="connsiteY221" fmla="*/ 279940 h 581025"/>
                <a:gd name="connsiteX222" fmla="*/ 763238 w 904875"/>
                <a:gd name="connsiteY222" fmla="*/ 278892 h 581025"/>
                <a:gd name="connsiteX223" fmla="*/ 764477 w 904875"/>
                <a:gd name="connsiteY223" fmla="*/ 277082 h 581025"/>
                <a:gd name="connsiteX224" fmla="*/ 766001 w 904875"/>
                <a:gd name="connsiteY224" fmla="*/ 273748 h 581025"/>
                <a:gd name="connsiteX225" fmla="*/ 768286 w 904875"/>
                <a:gd name="connsiteY225" fmla="*/ 271082 h 581025"/>
                <a:gd name="connsiteX226" fmla="*/ 773525 w 904875"/>
                <a:gd name="connsiteY226" fmla="*/ 266605 h 581025"/>
                <a:gd name="connsiteX227" fmla="*/ 775145 w 904875"/>
                <a:gd name="connsiteY227" fmla="*/ 265652 h 581025"/>
                <a:gd name="connsiteX228" fmla="*/ 780383 w 904875"/>
                <a:gd name="connsiteY228" fmla="*/ 265081 h 581025"/>
                <a:gd name="connsiteX229" fmla="*/ 782193 w 904875"/>
                <a:gd name="connsiteY229" fmla="*/ 264414 h 581025"/>
                <a:gd name="connsiteX230" fmla="*/ 782765 w 904875"/>
                <a:gd name="connsiteY230" fmla="*/ 263271 h 581025"/>
                <a:gd name="connsiteX231" fmla="*/ 782955 w 904875"/>
                <a:gd name="connsiteY231" fmla="*/ 259175 h 581025"/>
                <a:gd name="connsiteX232" fmla="*/ 783907 w 904875"/>
                <a:gd name="connsiteY232" fmla="*/ 256603 h 581025"/>
                <a:gd name="connsiteX233" fmla="*/ 786098 w 904875"/>
                <a:gd name="connsiteY233" fmla="*/ 256032 h 581025"/>
                <a:gd name="connsiteX234" fmla="*/ 788670 w 904875"/>
                <a:gd name="connsiteY234" fmla="*/ 256127 h 581025"/>
                <a:gd name="connsiteX235" fmla="*/ 790861 w 904875"/>
                <a:gd name="connsiteY235" fmla="*/ 255651 h 581025"/>
                <a:gd name="connsiteX236" fmla="*/ 798290 w 904875"/>
                <a:gd name="connsiteY236" fmla="*/ 250126 h 581025"/>
                <a:gd name="connsiteX237" fmla="*/ 802672 w 904875"/>
                <a:gd name="connsiteY237" fmla="*/ 248888 h 581025"/>
                <a:gd name="connsiteX238" fmla="*/ 804672 w 904875"/>
                <a:gd name="connsiteY238" fmla="*/ 247555 h 581025"/>
                <a:gd name="connsiteX239" fmla="*/ 805434 w 904875"/>
                <a:gd name="connsiteY239" fmla="*/ 244888 h 581025"/>
                <a:gd name="connsiteX240" fmla="*/ 805244 w 904875"/>
                <a:gd name="connsiteY240" fmla="*/ 244792 h 581025"/>
                <a:gd name="connsiteX241" fmla="*/ 803529 w 904875"/>
                <a:gd name="connsiteY241" fmla="*/ 244221 h 581025"/>
                <a:gd name="connsiteX242" fmla="*/ 796099 w 904875"/>
                <a:gd name="connsiteY242" fmla="*/ 238887 h 581025"/>
                <a:gd name="connsiteX243" fmla="*/ 794385 w 904875"/>
                <a:gd name="connsiteY243" fmla="*/ 238220 h 581025"/>
                <a:gd name="connsiteX244" fmla="*/ 792670 w 904875"/>
                <a:gd name="connsiteY244" fmla="*/ 238411 h 581025"/>
                <a:gd name="connsiteX245" fmla="*/ 790289 w 904875"/>
                <a:gd name="connsiteY245" fmla="*/ 240125 h 581025"/>
                <a:gd name="connsiteX246" fmla="*/ 789146 w 904875"/>
                <a:gd name="connsiteY246" fmla="*/ 241173 h 581025"/>
                <a:gd name="connsiteX247" fmla="*/ 787336 w 904875"/>
                <a:gd name="connsiteY247" fmla="*/ 242602 h 581025"/>
                <a:gd name="connsiteX248" fmla="*/ 785527 w 904875"/>
                <a:gd name="connsiteY248" fmla="*/ 244030 h 581025"/>
                <a:gd name="connsiteX249" fmla="*/ 784574 w 904875"/>
                <a:gd name="connsiteY249" fmla="*/ 244507 h 581025"/>
                <a:gd name="connsiteX250" fmla="*/ 783622 w 904875"/>
                <a:gd name="connsiteY250" fmla="*/ 244983 h 581025"/>
                <a:gd name="connsiteX251" fmla="*/ 782669 w 904875"/>
                <a:gd name="connsiteY251" fmla="*/ 245173 h 581025"/>
                <a:gd name="connsiteX252" fmla="*/ 781622 w 904875"/>
                <a:gd name="connsiteY252" fmla="*/ 245364 h 581025"/>
                <a:gd name="connsiteX253" fmla="*/ 780383 w 904875"/>
                <a:gd name="connsiteY253" fmla="*/ 244983 h 581025"/>
                <a:gd name="connsiteX254" fmla="*/ 779145 w 904875"/>
                <a:gd name="connsiteY254" fmla="*/ 244602 h 581025"/>
                <a:gd name="connsiteX255" fmla="*/ 778478 w 904875"/>
                <a:gd name="connsiteY255" fmla="*/ 244602 h 581025"/>
                <a:gd name="connsiteX256" fmla="*/ 777811 w 904875"/>
                <a:gd name="connsiteY256" fmla="*/ 244602 h 581025"/>
                <a:gd name="connsiteX257" fmla="*/ 777431 w 904875"/>
                <a:gd name="connsiteY257" fmla="*/ 245078 h 581025"/>
                <a:gd name="connsiteX258" fmla="*/ 777049 w 904875"/>
                <a:gd name="connsiteY258" fmla="*/ 245554 h 581025"/>
                <a:gd name="connsiteX259" fmla="*/ 776859 w 904875"/>
                <a:gd name="connsiteY259" fmla="*/ 246221 h 581025"/>
                <a:gd name="connsiteX260" fmla="*/ 776669 w 904875"/>
                <a:gd name="connsiteY260" fmla="*/ 246888 h 581025"/>
                <a:gd name="connsiteX261" fmla="*/ 776383 w 904875"/>
                <a:gd name="connsiteY261" fmla="*/ 247364 h 581025"/>
                <a:gd name="connsiteX262" fmla="*/ 776097 w 904875"/>
                <a:gd name="connsiteY262" fmla="*/ 247840 h 581025"/>
                <a:gd name="connsiteX263" fmla="*/ 775335 w 904875"/>
                <a:gd name="connsiteY263" fmla="*/ 248698 h 581025"/>
                <a:gd name="connsiteX264" fmla="*/ 774573 w 904875"/>
                <a:gd name="connsiteY264" fmla="*/ 249555 h 581025"/>
                <a:gd name="connsiteX265" fmla="*/ 774002 w 904875"/>
                <a:gd name="connsiteY265" fmla="*/ 250698 h 581025"/>
                <a:gd name="connsiteX266" fmla="*/ 773430 w 904875"/>
                <a:gd name="connsiteY266" fmla="*/ 251841 h 581025"/>
                <a:gd name="connsiteX267" fmla="*/ 772954 w 904875"/>
                <a:gd name="connsiteY267" fmla="*/ 253174 h 581025"/>
                <a:gd name="connsiteX268" fmla="*/ 772478 w 904875"/>
                <a:gd name="connsiteY268" fmla="*/ 254508 h 581025"/>
                <a:gd name="connsiteX269" fmla="*/ 771906 w 904875"/>
                <a:gd name="connsiteY269" fmla="*/ 255556 h 581025"/>
                <a:gd name="connsiteX270" fmla="*/ 771335 w 904875"/>
                <a:gd name="connsiteY270" fmla="*/ 256603 h 581025"/>
                <a:gd name="connsiteX271" fmla="*/ 770477 w 904875"/>
                <a:gd name="connsiteY271" fmla="*/ 256984 h 581025"/>
                <a:gd name="connsiteX272" fmla="*/ 769620 w 904875"/>
                <a:gd name="connsiteY272" fmla="*/ 257365 h 581025"/>
                <a:gd name="connsiteX273" fmla="*/ 768953 w 904875"/>
                <a:gd name="connsiteY273" fmla="*/ 257270 h 581025"/>
                <a:gd name="connsiteX274" fmla="*/ 768286 w 904875"/>
                <a:gd name="connsiteY274" fmla="*/ 257175 h 581025"/>
                <a:gd name="connsiteX275" fmla="*/ 767715 w 904875"/>
                <a:gd name="connsiteY275" fmla="*/ 256984 h 581025"/>
                <a:gd name="connsiteX276" fmla="*/ 767144 w 904875"/>
                <a:gd name="connsiteY276" fmla="*/ 256794 h 581025"/>
                <a:gd name="connsiteX277" fmla="*/ 766762 w 904875"/>
                <a:gd name="connsiteY277" fmla="*/ 256413 h 581025"/>
                <a:gd name="connsiteX278" fmla="*/ 766382 w 904875"/>
                <a:gd name="connsiteY278" fmla="*/ 256032 h 581025"/>
                <a:gd name="connsiteX279" fmla="*/ 766191 w 904875"/>
                <a:gd name="connsiteY279" fmla="*/ 255365 h 581025"/>
                <a:gd name="connsiteX280" fmla="*/ 766001 w 904875"/>
                <a:gd name="connsiteY280" fmla="*/ 254698 h 581025"/>
                <a:gd name="connsiteX281" fmla="*/ 765810 w 904875"/>
                <a:gd name="connsiteY281" fmla="*/ 254222 h 581025"/>
                <a:gd name="connsiteX282" fmla="*/ 765620 w 904875"/>
                <a:gd name="connsiteY282" fmla="*/ 253746 h 581025"/>
                <a:gd name="connsiteX283" fmla="*/ 765239 w 904875"/>
                <a:gd name="connsiteY283" fmla="*/ 253270 h 581025"/>
                <a:gd name="connsiteX284" fmla="*/ 764857 w 904875"/>
                <a:gd name="connsiteY284" fmla="*/ 252794 h 581025"/>
                <a:gd name="connsiteX285" fmla="*/ 764381 w 904875"/>
                <a:gd name="connsiteY285" fmla="*/ 252413 h 581025"/>
                <a:gd name="connsiteX286" fmla="*/ 763905 w 904875"/>
                <a:gd name="connsiteY286" fmla="*/ 252031 h 581025"/>
                <a:gd name="connsiteX287" fmla="*/ 763524 w 904875"/>
                <a:gd name="connsiteY287" fmla="*/ 251936 h 581025"/>
                <a:gd name="connsiteX288" fmla="*/ 763143 w 904875"/>
                <a:gd name="connsiteY288" fmla="*/ 251841 h 581025"/>
                <a:gd name="connsiteX289" fmla="*/ 760571 w 904875"/>
                <a:gd name="connsiteY289" fmla="*/ 252984 h 581025"/>
                <a:gd name="connsiteX290" fmla="*/ 757999 w 904875"/>
                <a:gd name="connsiteY290" fmla="*/ 254127 h 581025"/>
                <a:gd name="connsiteX291" fmla="*/ 756857 w 904875"/>
                <a:gd name="connsiteY291" fmla="*/ 255079 h 581025"/>
                <a:gd name="connsiteX292" fmla="*/ 755714 w 904875"/>
                <a:gd name="connsiteY292" fmla="*/ 256032 h 581025"/>
                <a:gd name="connsiteX293" fmla="*/ 755047 w 904875"/>
                <a:gd name="connsiteY293" fmla="*/ 257461 h 581025"/>
                <a:gd name="connsiteX294" fmla="*/ 754380 w 904875"/>
                <a:gd name="connsiteY294" fmla="*/ 258890 h 581025"/>
                <a:gd name="connsiteX295" fmla="*/ 754190 w 904875"/>
                <a:gd name="connsiteY295" fmla="*/ 259556 h 581025"/>
                <a:gd name="connsiteX296" fmla="*/ 753999 w 904875"/>
                <a:gd name="connsiteY296" fmla="*/ 260128 h 581025"/>
                <a:gd name="connsiteX297" fmla="*/ 753713 w 904875"/>
                <a:gd name="connsiteY297" fmla="*/ 260509 h 581025"/>
                <a:gd name="connsiteX298" fmla="*/ 753332 w 904875"/>
                <a:gd name="connsiteY298" fmla="*/ 260890 h 581025"/>
                <a:gd name="connsiteX299" fmla="*/ 752856 w 904875"/>
                <a:gd name="connsiteY299" fmla="*/ 261080 h 581025"/>
                <a:gd name="connsiteX300" fmla="*/ 752380 w 904875"/>
                <a:gd name="connsiteY300" fmla="*/ 261271 h 581025"/>
                <a:gd name="connsiteX301" fmla="*/ 751903 w 904875"/>
                <a:gd name="connsiteY301" fmla="*/ 261461 h 581025"/>
                <a:gd name="connsiteX302" fmla="*/ 751427 w 904875"/>
                <a:gd name="connsiteY302" fmla="*/ 261652 h 581025"/>
                <a:gd name="connsiteX303" fmla="*/ 750951 w 904875"/>
                <a:gd name="connsiteY303" fmla="*/ 261938 h 581025"/>
                <a:gd name="connsiteX304" fmla="*/ 750475 w 904875"/>
                <a:gd name="connsiteY304" fmla="*/ 262223 h 581025"/>
                <a:gd name="connsiteX305" fmla="*/ 750094 w 904875"/>
                <a:gd name="connsiteY305" fmla="*/ 262604 h 581025"/>
                <a:gd name="connsiteX306" fmla="*/ 749713 w 904875"/>
                <a:gd name="connsiteY306" fmla="*/ 262985 h 581025"/>
                <a:gd name="connsiteX307" fmla="*/ 747903 w 904875"/>
                <a:gd name="connsiteY307" fmla="*/ 266033 h 581025"/>
                <a:gd name="connsiteX308" fmla="*/ 746093 w 904875"/>
                <a:gd name="connsiteY308" fmla="*/ 269081 h 581025"/>
                <a:gd name="connsiteX309" fmla="*/ 745427 w 904875"/>
                <a:gd name="connsiteY309" fmla="*/ 269843 h 581025"/>
                <a:gd name="connsiteX310" fmla="*/ 744760 w 904875"/>
                <a:gd name="connsiteY310" fmla="*/ 270605 h 581025"/>
                <a:gd name="connsiteX311" fmla="*/ 742569 w 904875"/>
                <a:gd name="connsiteY311" fmla="*/ 272224 h 581025"/>
                <a:gd name="connsiteX312" fmla="*/ 740378 w 904875"/>
                <a:gd name="connsiteY312" fmla="*/ 273844 h 581025"/>
                <a:gd name="connsiteX313" fmla="*/ 738949 w 904875"/>
                <a:gd name="connsiteY313" fmla="*/ 274415 h 581025"/>
                <a:gd name="connsiteX314" fmla="*/ 737521 w 904875"/>
                <a:gd name="connsiteY314" fmla="*/ 274987 h 581025"/>
                <a:gd name="connsiteX315" fmla="*/ 737140 w 904875"/>
                <a:gd name="connsiteY315" fmla="*/ 275272 h 581025"/>
                <a:gd name="connsiteX316" fmla="*/ 736759 w 904875"/>
                <a:gd name="connsiteY316" fmla="*/ 275653 h 581025"/>
                <a:gd name="connsiteX317" fmla="*/ 735997 w 904875"/>
                <a:gd name="connsiteY317" fmla="*/ 276701 h 581025"/>
                <a:gd name="connsiteX318" fmla="*/ 735235 w 904875"/>
                <a:gd name="connsiteY318" fmla="*/ 277654 h 581025"/>
                <a:gd name="connsiteX319" fmla="*/ 734473 w 904875"/>
                <a:gd name="connsiteY319" fmla="*/ 278606 h 581025"/>
                <a:gd name="connsiteX320" fmla="*/ 733425 w 904875"/>
                <a:gd name="connsiteY320" fmla="*/ 279082 h 581025"/>
                <a:gd name="connsiteX321" fmla="*/ 732282 w 904875"/>
                <a:gd name="connsiteY321" fmla="*/ 279559 h 581025"/>
                <a:gd name="connsiteX322" fmla="*/ 729329 w 904875"/>
                <a:gd name="connsiteY322" fmla="*/ 279654 h 581025"/>
                <a:gd name="connsiteX323" fmla="*/ 726377 w 904875"/>
                <a:gd name="connsiteY323" fmla="*/ 279749 h 581025"/>
                <a:gd name="connsiteX324" fmla="*/ 722852 w 904875"/>
                <a:gd name="connsiteY324" fmla="*/ 280702 h 581025"/>
                <a:gd name="connsiteX325" fmla="*/ 719328 w 904875"/>
                <a:gd name="connsiteY325" fmla="*/ 281654 h 581025"/>
                <a:gd name="connsiteX326" fmla="*/ 718852 w 904875"/>
                <a:gd name="connsiteY326" fmla="*/ 282035 h 581025"/>
                <a:gd name="connsiteX327" fmla="*/ 718376 w 904875"/>
                <a:gd name="connsiteY327" fmla="*/ 282416 h 581025"/>
                <a:gd name="connsiteX328" fmla="*/ 717614 w 904875"/>
                <a:gd name="connsiteY328" fmla="*/ 283273 h 581025"/>
                <a:gd name="connsiteX329" fmla="*/ 716852 w 904875"/>
                <a:gd name="connsiteY329" fmla="*/ 284131 h 581025"/>
                <a:gd name="connsiteX330" fmla="*/ 714185 w 904875"/>
                <a:gd name="connsiteY330" fmla="*/ 286226 h 581025"/>
                <a:gd name="connsiteX331" fmla="*/ 711518 w 904875"/>
                <a:gd name="connsiteY331" fmla="*/ 288322 h 581025"/>
                <a:gd name="connsiteX332" fmla="*/ 709994 w 904875"/>
                <a:gd name="connsiteY332" fmla="*/ 288798 h 581025"/>
                <a:gd name="connsiteX333" fmla="*/ 708470 w 904875"/>
                <a:gd name="connsiteY333" fmla="*/ 289274 h 581025"/>
                <a:gd name="connsiteX334" fmla="*/ 707803 w 904875"/>
                <a:gd name="connsiteY334" fmla="*/ 289750 h 581025"/>
                <a:gd name="connsiteX335" fmla="*/ 707136 w 904875"/>
                <a:gd name="connsiteY335" fmla="*/ 290227 h 581025"/>
                <a:gd name="connsiteX336" fmla="*/ 706755 w 904875"/>
                <a:gd name="connsiteY336" fmla="*/ 291179 h 581025"/>
                <a:gd name="connsiteX337" fmla="*/ 706374 w 904875"/>
                <a:gd name="connsiteY337" fmla="*/ 292132 h 581025"/>
                <a:gd name="connsiteX338" fmla="*/ 706469 w 904875"/>
                <a:gd name="connsiteY338" fmla="*/ 292513 h 581025"/>
                <a:gd name="connsiteX339" fmla="*/ 706565 w 904875"/>
                <a:gd name="connsiteY339" fmla="*/ 292894 h 581025"/>
                <a:gd name="connsiteX340" fmla="*/ 707041 w 904875"/>
                <a:gd name="connsiteY340" fmla="*/ 293656 h 581025"/>
                <a:gd name="connsiteX341" fmla="*/ 707517 w 904875"/>
                <a:gd name="connsiteY341" fmla="*/ 294513 h 581025"/>
                <a:gd name="connsiteX342" fmla="*/ 707517 w 904875"/>
                <a:gd name="connsiteY342" fmla="*/ 294894 h 581025"/>
                <a:gd name="connsiteX343" fmla="*/ 707517 w 904875"/>
                <a:gd name="connsiteY343" fmla="*/ 295275 h 581025"/>
                <a:gd name="connsiteX344" fmla="*/ 707231 w 904875"/>
                <a:gd name="connsiteY344" fmla="*/ 295465 h 581025"/>
                <a:gd name="connsiteX345" fmla="*/ 706946 w 904875"/>
                <a:gd name="connsiteY345" fmla="*/ 295656 h 581025"/>
                <a:gd name="connsiteX346" fmla="*/ 705326 w 904875"/>
                <a:gd name="connsiteY346" fmla="*/ 295370 h 581025"/>
                <a:gd name="connsiteX347" fmla="*/ 703802 w 904875"/>
                <a:gd name="connsiteY347" fmla="*/ 295084 h 581025"/>
                <a:gd name="connsiteX348" fmla="*/ 703421 w 904875"/>
                <a:gd name="connsiteY348" fmla="*/ 295180 h 581025"/>
                <a:gd name="connsiteX349" fmla="*/ 703040 w 904875"/>
                <a:gd name="connsiteY349" fmla="*/ 295275 h 581025"/>
                <a:gd name="connsiteX350" fmla="*/ 701993 w 904875"/>
                <a:gd name="connsiteY350" fmla="*/ 295942 h 581025"/>
                <a:gd name="connsiteX351" fmla="*/ 700945 w 904875"/>
                <a:gd name="connsiteY351" fmla="*/ 296609 h 581025"/>
                <a:gd name="connsiteX352" fmla="*/ 700564 w 904875"/>
                <a:gd name="connsiteY352" fmla="*/ 296704 h 581025"/>
                <a:gd name="connsiteX353" fmla="*/ 700183 w 904875"/>
                <a:gd name="connsiteY353" fmla="*/ 296799 h 581025"/>
                <a:gd name="connsiteX354" fmla="*/ 699421 w 904875"/>
                <a:gd name="connsiteY354" fmla="*/ 296513 h 581025"/>
                <a:gd name="connsiteX355" fmla="*/ 698659 w 904875"/>
                <a:gd name="connsiteY355" fmla="*/ 296228 h 581025"/>
                <a:gd name="connsiteX356" fmla="*/ 698278 w 904875"/>
                <a:gd name="connsiteY356" fmla="*/ 296323 h 581025"/>
                <a:gd name="connsiteX357" fmla="*/ 697802 w 904875"/>
                <a:gd name="connsiteY357" fmla="*/ 296418 h 581025"/>
                <a:gd name="connsiteX358" fmla="*/ 696373 w 904875"/>
                <a:gd name="connsiteY358" fmla="*/ 297371 h 581025"/>
                <a:gd name="connsiteX359" fmla="*/ 694944 w 904875"/>
                <a:gd name="connsiteY359" fmla="*/ 298323 h 581025"/>
                <a:gd name="connsiteX360" fmla="*/ 694277 w 904875"/>
                <a:gd name="connsiteY360" fmla="*/ 298990 h 581025"/>
                <a:gd name="connsiteX361" fmla="*/ 693611 w 904875"/>
                <a:gd name="connsiteY361" fmla="*/ 299657 h 581025"/>
                <a:gd name="connsiteX362" fmla="*/ 693039 w 904875"/>
                <a:gd name="connsiteY362" fmla="*/ 301085 h 581025"/>
                <a:gd name="connsiteX363" fmla="*/ 692563 w 904875"/>
                <a:gd name="connsiteY363" fmla="*/ 300895 h 581025"/>
                <a:gd name="connsiteX364" fmla="*/ 692086 w 904875"/>
                <a:gd name="connsiteY364" fmla="*/ 300704 h 581025"/>
                <a:gd name="connsiteX365" fmla="*/ 691610 w 904875"/>
                <a:gd name="connsiteY365" fmla="*/ 300895 h 581025"/>
                <a:gd name="connsiteX366" fmla="*/ 691134 w 904875"/>
                <a:gd name="connsiteY366" fmla="*/ 301085 h 581025"/>
                <a:gd name="connsiteX367" fmla="*/ 689896 w 904875"/>
                <a:gd name="connsiteY367" fmla="*/ 301657 h 581025"/>
                <a:gd name="connsiteX368" fmla="*/ 688658 w 904875"/>
                <a:gd name="connsiteY368" fmla="*/ 302228 h 581025"/>
                <a:gd name="connsiteX369" fmla="*/ 688467 w 904875"/>
                <a:gd name="connsiteY369" fmla="*/ 302419 h 581025"/>
                <a:gd name="connsiteX370" fmla="*/ 688277 w 904875"/>
                <a:gd name="connsiteY370" fmla="*/ 302609 h 581025"/>
                <a:gd name="connsiteX371" fmla="*/ 688181 w 904875"/>
                <a:gd name="connsiteY371" fmla="*/ 302895 h 581025"/>
                <a:gd name="connsiteX372" fmla="*/ 688086 w 904875"/>
                <a:gd name="connsiteY372" fmla="*/ 303181 h 581025"/>
                <a:gd name="connsiteX373" fmla="*/ 688181 w 904875"/>
                <a:gd name="connsiteY373" fmla="*/ 303467 h 581025"/>
                <a:gd name="connsiteX374" fmla="*/ 688277 w 904875"/>
                <a:gd name="connsiteY374" fmla="*/ 303752 h 581025"/>
                <a:gd name="connsiteX375" fmla="*/ 688562 w 904875"/>
                <a:gd name="connsiteY375" fmla="*/ 304038 h 581025"/>
                <a:gd name="connsiteX376" fmla="*/ 688848 w 904875"/>
                <a:gd name="connsiteY376" fmla="*/ 304324 h 581025"/>
                <a:gd name="connsiteX377" fmla="*/ 688943 w 904875"/>
                <a:gd name="connsiteY377" fmla="*/ 304419 h 581025"/>
                <a:gd name="connsiteX378" fmla="*/ 689038 w 904875"/>
                <a:gd name="connsiteY378" fmla="*/ 304514 h 581025"/>
                <a:gd name="connsiteX379" fmla="*/ 689134 w 904875"/>
                <a:gd name="connsiteY379" fmla="*/ 304609 h 581025"/>
                <a:gd name="connsiteX380" fmla="*/ 689229 w 904875"/>
                <a:gd name="connsiteY380" fmla="*/ 304705 h 581025"/>
                <a:gd name="connsiteX381" fmla="*/ 689324 w 904875"/>
                <a:gd name="connsiteY381" fmla="*/ 305086 h 581025"/>
                <a:gd name="connsiteX382" fmla="*/ 689420 w 904875"/>
                <a:gd name="connsiteY382" fmla="*/ 305467 h 581025"/>
                <a:gd name="connsiteX383" fmla="*/ 689420 w 904875"/>
                <a:gd name="connsiteY383" fmla="*/ 306038 h 581025"/>
                <a:gd name="connsiteX384" fmla="*/ 689420 w 904875"/>
                <a:gd name="connsiteY384" fmla="*/ 306610 h 581025"/>
                <a:gd name="connsiteX385" fmla="*/ 689038 w 904875"/>
                <a:gd name="connsiteY385" fmla="*/ 309944 h 581025"/>
                <a:gd name="connsiteX386" fmla="*/ 688658 w 904875"/>
                <a:gd name="connsiteY386" fmla="*/ 313277 h 581025"/>
                <a:gd name="connsiteX387" fmla="*/ 688467 w 904875"/>
                <a:gd name="connsiteY387" fmla="*/ 313658 h 581025"/>
                <a:gd name="connsiteX388" fmla="*/ 688277 w 904875"/>
                <a:gd name="connsiteY388" fmla="*/ 314039 h 581025"/>
                <a:gd name="connsiteX389" fmla="*/ 687800 w 904875"/>
                <a:gd name="connsiteY389" fmla="*/ 314515 h 581025"/>
                <a:gd name="connsiteX390" fmla="*/ 687324 w 904875"/>
                <a:gd name="connsiteY390" fmla="*/ 314992 h 581025"/>
                <a:gd name="connsiteX391" fmla="*/ 686467 w 904875"/>
                <a:gd name="connsiteY391" fmla="*/ 315659 h 581025"/>
                <a:gd name="connsiteX392" fmla="*/ 685514 w 904875"/>
                <a:gd name="connsiteY392" fmla="*/ 316230 h 581025"/>
                <a:gd name="connsiteX393" fmla="*/ 684562 w 904875"/>
                <a:gd name="connsiteY393" fmla="*/ 316706 h 581025"/>
                <a:gd name="connsiteX394" fmla="*/ 683609 w 904875"/>
                <a:gd name="connsiteY394" fmla="*/ 317182 h 581025"/>
                <a:gd name="connsiteX395" fmla="*/ 682466 w 904875"/>
                <a:gd name="connsiteY395" fmla="*/ 317373 h 581025"/>
                <a:gd name="connsiteX396" fmla="*/ 681323 w 904875"/>
                <a:gd name="connsiteY396" fmla="*/ 317563 h 581025"/>
                <a:gd name="connsiteX397" fmla="*/ 680752 w 904875"/>
                <a:gd name="connsiteY397" fmla="*/ 317754 h 581025"/>
                <a:gd name="connsiteX398" fmla="*/ 680180 w 904875"/>
                <a:gd name="connsiteY398" fmla="*/ 317944 h 581025"/>
                <a:gd name="connsiteX399" fmla="*/ 679799 w 904875"/>
                <a:gd name="connsiteY399" fmla="*/ 318421 h 581025"/>
                <a:gd name="connsiteX400" fmla="*/ 679513 w 904875"/>
                <a:gd name="connsiteY400" fmla="*/ 318897 h 581025"/>
                <a:gd name="connsiteX401" fmla="*/ 678847 w 904875"/>
                <a:gd name="connsiteY401" fmla="*/ 320040 h 581025"/>
                <a:gd name="connsiteX402" fmla="*/ 678180 w 904875"/>
                <a:gd name="connsiteY402" fmla="*/ 321183 h 581025"/>
                <a:gd name="connsiteX403" fmla="*/ 676370 w 904875"/>
                <a:gd name="connsiteY403" fmla="*/ 321945 h 581025"/>
                <a:gd name="connsiteX404" fmla="*/ 674561 w 904875"/>
                <a:gd name="connsiteY404" fmla="*/ 322707 h 581025"/>
                <a:gd name="connsiteX405" fmla="*/ 673799 w 904875"/>
                <a:gd name="connsiteY405" fmla="*/ 323564 h 581025"/>
                <a:gd name="connsiteX406" fmla="*/ 673036 w 904875"/>
                <a:gd name="connsiteY406" fmla="*/ 324421 h 581025"/>
                <a:gd name="connsiteX407" fmla="*/ 672084 w 904875"/>
                <a:gd name="connsiteY407" fmla="*/ 327184 h 581025"/>
                <a:gd name="connsiteX408" fmla="*/ 671132 w 904875"/>
                <a:gd name="connsiteY408" fmla="*/ 329946 h 581025"/>
                <a:gd name="connsiteX409" fmla="*/ 670560 w 904875"/>
                <a:gd name="connsiteY409" fmla="*/ 330613 h 581025"/>
                <a:gd name="connsiteX410" fmla="*/ 669988 w 904875"/>
                <a:gd name="connsiteY410" fmla="*/ 331280 h 581025"/>
                <a:gd name="connsiteX411" fmla="*/ 668369 w 904875"/>
                <a:gd name="connsiteY411" fmla="*/ 331946 h 581025"/>
                <a:gd name="connsiteX412" fmla="*/ 667893 w 904875"/>
                <a:gd name="connsiteY412" fmla="*/ 332137 h 581025"/>
                <a:gd name="connsiteX413" fmla="*/ 666750 w 904875"/>
                <a:gd name="connsiteY413" fmla="*/ 332613 h 581025"/>
                <a:gd name="connsiteX414" fmla="*/ 665988 w 904875"/>
                <a:gd name="connsiteY414" fmla="*/ 333089 h 581025"/>
                <a:gd name="connsiteX415" fmla="*/ 665226 w 904875"/>
                <a:gd name="connsiteY415" fmla="*/ 333565 h 581025"/>
                <a:gd name="connsiteX416" fmla="*/ 664940 w 904875"/>
                <a:gd name="connsiteY416" fmla="*/ 334328 h 581025"/>
                <a:gd name="connsiteX417" fmla="*/ 664655 w 904875"/>
                <a:gd name="connsiteY417" fmla="*/ 335185 h 581025"/>
                <a:gd name="connsiteX418" fmla="*/ 664559 w 904875"/>
                <a:gd name="connsiteY418" fmla="*/ 335090 h 581025"/>
                <a:gd name="connsiteX419" fmla="*/ 664464 w 904875"/>
                <a:gd name="connsiteY419" fmla="*/ 334994 h 581025"/>
                <a:gd name="connsiteX420" fmla="*/ 664178 w 904875"/>
                <a:gd name="connsiteY420" fmla="*/ 334899 h 581025"/>
                <a:gd name="connsiteX421" fmla="*/ 663893 w 904875"/>
                <a:gd name="connsiteY421" fmla="*/ 334804 h 581025"/>
                <a:gd name="connsiteX422" fmla="*/ 663797 w 904875"/>
                <a:gd name="connsiteY422" fmla="*/ 334709 h 581025"/>
                <a:gd name="connsiteX423" fmla="*/ 663702 w 904875"/>
                <a:gd name="connsiteY423" fmla="*/ 334613 h 581025"/>
                <a:gd name="connsiteX424" fmla="*/ 663702 w 904875"/>
                <a:gd name="connsiteY424" fmla="*/ 334994 h 581025"/>
                <a:gd name="connsiteX425" fmla="*/ 663702 w 904875"/>
                <a:gd name="connsiteY425" fmla="*/ 335375 h 581025"/>
                <a:gd name="connsiteX426" fmla="*/ 663797 w 904875"/>
                <a:gd name="connsiteY426" fmla="*/ 336137 h 581025"/>
                <a:gd name="connsiteX427" fmla="*/ 663893 w 904875"/>
                <a:gd name="connsiteY427" fmla="*/ 336899 h 581025"/>
                <a:gd name="connsiteX428" fmla="*/ 663893 w 904875"/>
                <a:gd name="connsiteY428" fmla="*/ 337280 h 581025"/>
                <a:gd name="connsiteX429" fmla="*/ 663893 w 904875"/>
                <a:gd name="connsiteY429" fmla="*/ 337661 h 581025"/>
                <a:gd name="connsiteX430" fmla="*/ 663702 w 904875"/>
                <a:gd name="connsiteY430" fmla="*/ 338042 h 581025"/>
                <a:gd name="connsiteX431" fmla="*/ 663511 w 904875"/>
                <a:gd name="connsiteY431" fmla="*/ 338423 h 581025"/>
                <a:gd name="connsiteX432" fmla="*/ 663321 w 904875"/>
                <a:gd name="connsiteY432" fmla="*/ 338519 h 581025"/>
                <a:gd name="connsiteX433" fmla="*/ 663131 w 904875"/>
                <a:gd name="connsiteY433" fmla="*/ 338614 h 581025"/>
                <a:gd name="connsiteX434" fmla="*/ 662940 w 904875"/>
                <a:gd name="connsiteY434" fmla="*/ 338804 h 581025"/>
                <a:gd name="connsiteX435" fmla="*/ 662750 w 904875"/>
                <a:gd name="connsiteY435" fmla="*/ 338995 h 581025"/>
                <a:gd name="connsiteX436" fmla="*/ 662654 w 904875"/>
                <a:gd name="connsiteY436" fmla="*/ 339566 h 581025"/>
                <a:gd name="connsiteX437" fmla="*/ 662559 w 904875"/>
                <a:gd name="connsiteY437" fmla="*/ 340138 h 581025"/>
                <a:gd name="connsiteX438" fmla="*/ 662845 w 904875"/>
                <a:gd name="connsiteY438" fmla="*/ 342995 h 581025"/>
                <a:gd name="connsiteX439" fmla="*/ 663131 w 904875"/>
                <a:gd name="connsiteY439" fmla="*/ 345853 h 581025"/>
                <a:gd name="connsiteX440" fmla="*/ 663321 w 904875"/>
                <a:gd name="connsiteY440" fmla="*/ 346519 h 581025"/>
                <a:gd name="connsiteX441" fmla="*/ 663511 w 904875"/>
                <a:gd name="connsiteY441" fmla="*/ 347186 h 581025"/>
                <a:gd name="connsiteX442" fmla="*/ 663702 w 904875"/>
                <a:gd name="connsiteY442" fmla="*/ 347472 h 581025"/>
                <a:gd name="connsiteX443" fmla="*/ 663893 w 904875"/>
                <a:gd name="connsiteY443" fmla="*/ 347758 h 581025"/>
                <a:gd name="connsiteX444" fmla="*/ 664178 w 904875"/>
                <a:gd name="connsiteY444" fmla="*/ 347948 h 581025"/>
                <a:gd name="connsiteX445" fmla="*/ 664464 w 904875"/>
                <a:gd name="connsiteY445" fmla="*/ 348139 h 581025"/>
                <a:gd name="connsiteX446" fmla="*/ 665131 w 904875"/>
                <a:gd name="connsiteY446" fmla="*/ 348329 h 581025"/>
                <a:gd name="connsiteX447" fmla="*/ 665798 w 904875"/>
                <a:gd name="connsiteY447" fmla="*/ 348520 h 581025"/>
                <a:gd name="connsiteX448" fmla="*/ 665798 w 904875"/>
                <a:gd name="connsiteY448" fmla="*/ 348901 h 581025"/>
                <a:gd name="connsiteX449" fmla="*/ 665798 w 904875"/>
                <a:gd name="connsiteY449" fmla="*/ 349377 h 581025"/>
                <a:gd name="connsiteX450" fmla="*/ 665893 w 904875"/>
                <a:gd name="connsiteY450" fmla="*/ 349853 h 581025"/>
                <a:gd name="connsiteX451" fmla="*/ 665988 w 904875"/>
                <a:gd name="connsiteY451" fmla="*/ 350330 h 581025"/>
                <a:gd name="connsiteX452" fmla="*/ 666179 w 904875"/>
                <a:gd name="connsiteY452" fmla="*/ 350711 h 581025"/>
                <a:gd name="connsiteX453" fmla="*/ 666369 w 904875"/>
                <a:gd name="connsiteY453" fmla="*/ 351187 h 581025"/>
                <a:gd name="connsiteX454" fmla="*/ 666560 w 904875"/>
                <a:gd name="connsiteY454" fmla="*/ 351568 h 581025"/>
                <a:gd name="connsiteX455" fmla="*/ 666750 w 904875"/>
                <a:gd name="connsiteY455" fmla="*/ 351949 h 581025"/>
                <a:gd name="connsiteX456" fmla="*/ 666655 w 904875"/>
                <a:gd name="connsiteY456" fmla="*/ 352139 h 581025"/>
                <a:gd name="connsiteX457" fmla="*/ 666655 w 904875"/>
                <a:gd name="connsiteY457" fmla="*/ 352330 h 581025"/>
                <a:gd name="connsiteX458" fmla="*/ 665988 w 904875"/>
                <a:gd name="connsiteY458" fmla="*/ 353378 h 581025"/>
                <a:gd name="connsiteX459" fmla="*/ 665321 w 904875"/>
                <a:gd name="connsiteY459" fmla="*/ 354425 h 581025"/>
                <a:gd name="connsiteX460" fmla="*/ 665798 w 904875"/>
                <a:gd name="connsiteY460" fmla="*/ 354711 h 581025"/>
                <a:gd name="connsiteX461" fmla="*/ 666274 w 904875"/>
                <a:gd name="connsiteY461" fmla="*/ 354997 h 581025"/>
                <a:gd name="connsiteX462" fmla="*/ 666083 w 904875"/>
                <a:gd name="connsiteY462" fmla="*/ 355473 h 581025"/>
                <a:gd name="connsiteX463" fmla="*/ 665893 w 904875"/>
                <a:gd name="connsiteY463" fmla="*/ 355949 h 581025"/>
                <a:gd name="connsiteX464" fmla="*/ 665321 w 904875"/>
                <a:gd name="connsiteY464" fmla="*/ 356235 h 581025"/>
                <a:gd name="connsiteX465" fmla="*/ 664750 w 904875"/>
                <a:gd name="connsiteY465" fmla="*/ 356616 h 581025"/>
                <a:gd name="connsiteX466" fmla="*/ 664083 w 904875"/>
                <a:gd name="connsiteY466" fmla="*/ 356521 h 581025"/>
                <a:gd name="connsiteX467" fmla="*/ 663416 w 904875"/>
                <a:gd name="connsiteY467" fmla="*/ 356425 h 581025"/>
                <a:gd name="connsiteX468" fmla="*/ 662369 w 904875"/>
                <a:gd name="connsiteY468" fmla="*/ 355949 h 581025"/>
                <a:gd name="connsiteX469" fmla="*/ 661321 w 904875"/>
                <a:gd name="connsiteY469" fmla="*/ 355473 h 581025"/>
                <a:gd name="connsiteX470" fmla="*/ 661035 w 904875"/>
                <a:gd name="connsiteY470" fmla="*/ 355378 h 581025"/>
                <a:gd name="connsiteX471" fmla="*/ 660749 w 904875"/>
                <a:gd name="connsiteY471" fmla="*/ 355282 h 581025"/>
                <a:gd name="connsiteX472" fmla="*/ 660463 w 904875"/>
                <a:gd name="connsiteY472" fmla="*/ 355473 h 581025"/>
                <a:gd name="connsiteX473" fmla="*/ 660178 w 904875"/>
                <a:gd name="connsiteY473" fmla="*/ 355663 h 581025"/>
                <a:gd name="connsiteX474" fmla="*/ 659987 w 904875"/>
                <a:gd name="connsiteY474" fmla="*/ 355949 h 581025"/>
                <a:gd name="connsiteX475" fmla="*/ 659797 w 904875"/>
                <a:gd name="connsiteY475" fmla="*/ 356235 h 581025"/>
                <a:gd name="connsiteX476" fmla="*/ 659606 w 904875"/>
                <a:gd name="connsiteY476" fmla="*/ 356521 h 581025"/>
                <a:gd name="connsiteX477" fmla="*/ 659416 w 904875"/>
                <a:gd name="connsiteY477" fmla="*/ 356807 h 581025"/>
                <a:gd name="connsiteX478" fmla="*/ 659035 w 904875"/>
                <a:gd name="connsiteY478" fmla="*/ 356807 h 581025"/>
                <a:gd name="connsiteX479" fmla="*/ 658654 w 904875"/>
                <a:gd name="connsiteY479" fmla="*/ 356807 h 581025"/>
                <a:gd name="connsiteX480" fmla="*/ 658368 w 904875"/>
                <a:gd name="connsiteY480" fmla="*/ 357092 h 581025"/>
                <a:gd name="connsiteX481" fmla="*/ 658082 w 904875"/>
                <a:gd name="connsiteY481" fmla="*/ 357378 h 581025"/>
                <a:gd name="connsiteX482" fmla="*/ 657987 w 904875"/>
                <a:gd name="connsiteY482" fmla="*/ 357569 h 581025"/>
                <a:gd name="connsiteX483" fmla="*/ 657892 w 904875"/>
                <a:gd name="connsiteY483" fmla="*/ 357759 h 581025"/>
                <a:gd name="connsiteX484" fmla="*/ 651701 w 904875"/>
                <a:gd name="connsiteY484" fmla="*/ 354521 h 581025"/>
                <a:gd name="connsiteX485" fmla="*/ 647605 w 904875"/>
                <a:gd name="connsiteY485" fmla="*/ 352425 h 581025"/>
                <a:gd name="connsiteX486" fmla="*/ 645509 w 904875"/>
                <a:gd name="connsiteY486" fmla="*/ 351282 h 581025"/>
                <a:gd name="connsiteX487" fmla="*/ 643700 w 904875"/>
                <a:gd name="connsiteY487" fmla="*/ 349853 h 581025"/>
                <a:gd name="connsiteX488" fmla="*/ 641985 w 904875"/>
                <a:gd name="connsiteY488" fmla="*/ 348424 h 581025"/>
                <a:gd name="connsiteX489" fmla="*/ 639604 w 904875"/>
                <a:gd name="connsiteY489" fmla="*/ 346043 h 581025"/>
                <a:gd name="connsiteX490" fmla="*/ 637223 w 904875"/>
                <a:gd name="connsiteY490" fmla="*/ 343662 h 581025"/>
                <a:gd name="connsiteX491" fmla="*/ 636461 w 904875"/>
                <a:gd name="connsiteY491" fmla="*/ 343186 h 581025"/>
                <a:gd name="connsiteX492" fmla="*/ 635699 w 904875"/>
                <a:gd name="connsiteY492" fmla="*/ 342709 h 581025"/>
                <a:gd name="connsiteX493" fmla="*/ 634651 w 904875"/>
                <a:gd name="connsiteY493" fmla="*/ 342519 h 581025"/>
                <a:gd name="connsiteX494" fmla="*/ 633603 w 904875"/>
                <a:gd name="connsiteY494" fmla="*/ 342328 h 581025"/>
                <a:gd name="connsiteX495" fmla="*/ 633413 w 904875"/>
                <a:gd name="connsiteY495" fmla="*/ 342233 h 581025"/>
                <a:gd name="connsiteX496" fmla="*/ 633222 w 904875"/>
                <a:gd name="connsiteY496" fmla="*/ 342138 h 581025"/>
                <a:gd name="connsiteX497" fmla="*/ 633317 w 904875"/>
                <a:gd name="connsiteY497" fmla="*/ 341852 h 581025"/>
                <a:gd name="connsiteX498" fmla="*/ 633413 w 904875"/>
                <a:gd name="connsiteY498" fmla="*/ 341567 h 581025"/>
                <a:gd name="connsiteX499" fmla="*/ 633698 w 904875"/>
                <a:gd name="connsiteY499" fmla="*/ 341376 h 581025"/>
                <a:gd name="connsiteX500" fmla="*/ 633889 w 904875"/>
                <a:gd name="connsiteY500" fmla="*/ 341186 h 581025"/>
                <a:gd name="connsiteX501" fmla="*/ 634841 w 904875"/>
                <a:gd name="connsiteY501" fmla="*/ 340805 h 581025"/>
                <a:gd name="connsiteX502" fmla="*/ 635794 w 904875"/>
                <a:gd name="connsiteY502" fmla="*/ 340423 h 581025"/>
                <a:gd name="connsiteX503" fmla="*/ 636270 w 904875"/>
                <a:gd name="connsiteY503" fmla="*/ 340042 h 581025"/>
                <a:gd name="connsiteX504" fmla="*/ 636746 w 904875"/>
                <a:gd name="connsiteY504" fmla="*/ 339661 h 581025"/>
                <a:gd name="connsiteX505" fmla="*/ 637127 w 904875"/>
                <a:gd name="connsiteY505" fmla="*/ 339185 h 581025"/>
                <a:gd name="connsiteX506" fmla="*/ 637508 w 904875"/>
                <a:gd name="connsiteY506" fmla="*/ 338709 h 581025"/>
                <a:gd name="connsiteX507" fmla="*/ 637794 w 904875"/>
                <a:gd name="connsiteY507" fmla="*/ 338233 h 581025"/>
                <a:gd name="connsiteX508" fmla="*/ 638080 w 904875"/>
                <a:gd name="connsiteY508" fmla="*/ 337757 h 581025"/>
                <a:gd name="connsiteX509" fmla="*/ 638461 w 904875"/>
                <a:gd name="connsiteY509" fmla="*/ 336899 h 581025"/>
                <a:gd name="connsiteX510" fmla="*/ 638842 w 904875"/>
                <a:gd name="connsiteY510" fmla="*/ 336042 h 581025"/>
                <a:gd name="connsiteX511" fmla="*/ 639223 w 904875"/>
                <a:gd name="connsiteY511" fmla="*/ 334899 h 581025"/>
                <a:gd name="connsiteX512" fmla="*/ 639604 w 904875"/>
                <a:gd name="connsiteY512" fmla="*/ 333756 h 581025"/>
                <a:gd name="connsiteX513" fmla="*/ 639890 w 904875"/>
                <a:gd name="connsiteY513" fmla="*/ 332613 h 581025"/>
                <a:gd name="connsiteX514" fmla="*/ 640175 w 904875"/>
                <a:gd name="connsiteY514" fmla="*/ 331470 h 581025"/>
                <a:gd name="connsiteX515" fmla="*/ 640175 w 904875"/>
                <a:gd name="connsiteY515" fmla="*/ 330517 h 581025"/>
                <a:gd name="connsiteX516" fmla="*/ 640175 w 904875"/>
                <a:gd name="connsiteY516" fmla="*/ 329565 h 581025"/>
                <a:gd name="connsiteX517" fmla="*/ 639985 w 904875"/>
                <a:gd name="connsiteY517" fmla="*/ 329184 h 581025"/>
                <a:gd name="connsiteX518" fmla="*/ 639794 w 904875"/>
                <a:gd name="connsiteY518" fmla="*/ 328803 h 581025"/>
                <a:gd name="connsiteX519" fmla="*/ 639699 w 904875"/>
                <a:gd name="connsiteY519" fmla="*/ 328613 h 581025"/>
                <a:gd name="connsiteX520" fmla="*/ 639604 w 904875"/>
                <a:gd name="connsiteY520" fmla="*/ 328422 h 581025"/>
                <a:gd name="connsiteX521" fmla="*/ 639413 w 904875"/>
                <a:gd name="connsiteY521" fmla="*/ 328327 h 581025"/>
                <a:gd name="connsiteX522" fmla="*/ 639223 w 904875"/>
                <a:gd name="connsiteY522" fmla="*/ 328232 h 581025"/>
                <a:gd name="connsiteX523" fmla="*/ 639413 w 904875"/>
                <a:gd name="connsiteY523" fmla="*/ 328136 h 581025"/>
                <a:gd name="connsiteX524" fmla="*/ 639604 w 904875"/>
                <a:gd name="connsiteY524" fmla="*/ 328041 h 581025"/>
                <a:gd name="connsiteX525" fmla="*/ 640175 w 904875"/>
                <a:gd name="connsiteY525" fmla="*/ 327565 h 581025"/>
                <a:gd name="connsiteX526" fmla="*/ 640747 w 904875"/>
                <a:gd name="connsiteY526" fmla="*/ 327088 h 581025"/>
                <a:gd name="connsiteX527" fmla="*/ 640652 w 904875"/>
                <a:gd name="connsiteY527" fmla="*/ 326993 h 581025"/>
                <a:gd name="connsiteX528" fmla="*/ 640556 w 904875"/>
                <a:gd name="connsiteY528" fmla="*/ 326898 h 581025"/>
                <a:gd name="connsiteX529" fmla="*/ 640271 w 904875"/>
                <a:gd name="connsiteY529" fmla="*/ 326803 h 581025"/>
                <a:gd name="connsiteX530" fmla="*/ 639985 w 904875"/>
                <a:gd name="connsiteY530" fmla="*/ 326707 h 581025"/>
                <a:gd name="connsiteX531" fmla="*/ 640080 w 904875"/>
                <a:gd name="connsiteY531" fmla="*/ 326422 h 581025"/>
                <a:gd name="connsiteX532" fmla="*/ 640175 w 904875"/>
                <a:gd name="connsiteY532" fmla="*/ 326136 h 581025"/>
                <a:gd name="connsiteX533" fmla="*/ 640175 w 904875"/>
                <a:gd name="connsiteY533" fmla="*/ 326041 h 581025"/>
                <a:gd name="connsiteX534" fmla="*/ 640175 w 904875"/>
                <a:gd name="connsiteY534" fmla="*/ 325946 h 581025"/>
                <a:gd name="connsiteX535" fmla="*/ 640080 w 904875"/>
                <a:gd name="connsiteY535" fmla="*/ 325184 h 581025"/>
                <a:gd name="connsiteX536" fmla="*/ 639985 w 904875"/>
                <a:gd name="connsiteY536" fmla="*/ 324421 h 581025"/>
                <a:gd name="connsiteX537" fmla="*/ 639413 w 904875"/>
                <a:gd name="connsiteY537" fmla="*/ 324517 h 581025"/>
                <a:gd name="connsiteX538" fmla="*/ 638842 w 904875"/>
                <a:gd name="connsiteY538" fmla="*/ 324612 h 581025"/>
                <a:gd name="connsiteX539" fmla="*/ 638461 w 904875"/>
                <a:gd name="connsiteY539" fmla="*/ 325374 h 581025"/>
                <a:gd name="connsiteX540" fmla="*/ 638080 w 904875"/>
                <a:gd name="connsiteY540" fmla="*/ 326136 h 581025"/>
                <a:gd name="connsiteX541" fmla="*/ 637794 w 904875"/>
                <a:gd name="connsiteY541" fmla="*/ 325755 h 581025"/>
                <a:gd name="connsiteX542" fmla="*/ 637508 w 904875"/>
                <a:gd name="connsiteY542" fmla="*/ 325374 h 581025"/>
                <a:gd name="connsiteX543" fmla="*/ 637223 w 904875"/>
                <a:gd name="connsiteY543" fmla="*/ 325279 h 581025"/>
                <a:gd name="connsiteX544" fmla="*/ 636937 w 904875"/>
                <a:gd name="connsiteY544" fmla="*/ 325279 h 581025"/>
                <a:gd name="connsiteX545" fmla="*/ 636556 w 904875"/>
                <a:gd name="connsiteY545" fmla="*/ 325469 h 581025"/>
                <a:gd name="connsiteX546" fmla="*/ 636175 w 904875"/>
                <a:gd name="connsiteY546" fmla="*/ 325660 h 581025"/>
                <a:gd name="connsiteX547" fmla="*/ 635889 w 904875"/>
                <a:gd name="connsiteY547" fmla="*/ 325946 h 581025"/>
                <a:gd name="connsiteX548" fmla="*/ 635603 w 904875"/>
                <a:gd name="connsiteY548" fmla="*/ 326231 h 581025"/>
                <a:gd name="connsiteX549" fmla="*/ 635222 w 904875"/>
                <a:gd name="connsiteY549" fmla="*/ 325660 h 581025"/>
                <a:gd name="connsiteX550" fmla="*/ 634841 w 904875"/>
                <a:gd name="connsiteY550" fmla="*/ 325088 h 581025"/>
                <a:gd name="connsiteX551" fmla="*/ 634651 w 904875"/>
                <a:gd name="connsiteY551" fmla="*/ 323755 h 581025"/>
                <a:gd name="connsiteX552" fmla="*/ 634460 w 904875"/>
                <a:gd name="connsiteY552" fmla="*/ 322421 h 581025"/>
                <a:gd name="connsiteX553" fmla="*/ 634175 w 904875"/>
                <a:gd name="connsiteY553" fmla="*/ 321850 h 581025"/>
                <a:gd name="connsiteX554" fmla="*/ 633889 w 904875"/>
                <a:gd name="connsiteY554" fmla="*/ 321183 h 581025"/>
                <a:gd name="connsiteX555" fmla="*/ 632746 w 904875"/>
                <a:gd name="connsiteY555" fmla="*/ 319659 h 581025"/>
                <a:gd name="connsiteX556" fmla="*/ 631603 w 904875"/>
                <a:gd name="connsiteY556" fmla="*/ 318135 h 581025"/>
                <a:gd name="connsiteX557" fmla="*/ 631412 w 904875"/>
                <a:gd name="connsiteY557" fmla="*/ 317754 h 581025"/>
                <a:gd name="connsiteX558" fmla="*/ 631222 w 904875"/>
                <a:gd name="connsiteY558" fmla="*/ 317373 h 581025"/>
                <a:gd name="connsiteX559" fmla="*/ 631127 w 904875"/>
                <a:gd name="connsiteY559" fmla="*/ 317373 h 581025"/>
                <a:gd name="connsiteX560" fmla="*/ 631031 w 904875"/>
                <a:gd name="connsiteY560" fmla="*/ 317373 h 581025"/>
                <a:gd name="connsiteX561" fmla="*/ 630746 w 904875"/>
                <a:gd name="connsiteY561" fmla="*/ 316421 h 581025"/>
                <a:gd name="connsiteX562" fmla="*/ 630460 w 904875"/>
                <a:gd name="connsiteY562" fmla="*/ 315468 h 581025"/>
                <a:gd name="connsiteX563" fmla="*/ 629793 w 904875"/>
                <a:gd name="connsiteY563" fmla="*/ 315944 h 581025"/>
                <a:gd name="connsiteX564" fmla="*/ 629126 w 904875"/>
                <a:gd name="connsiteY564" fmla="*/ 316325 h 581025"/>
                <a:gd name="connsiteX565" fmla="*/ 627602 w 904875"/>
                <a:gd name="connsiteY565" fmla="*/ 317373 h 581025"/>
                <a:gd name="connsiteX566" fmla="*/ 626078 w 904875"/>
                <a:gd name="connsiteY566" fmla="*/ 318421 h 581025"/>
                <a:gd name="connsiteX567" fmla="*/ 625602 w 904875"/>
                <a:gd name="connsiteY567" fmla="*/ 318516 h 581025"/>
                <a:gd name="connsiteX568" fmla="*/ 625126 w 904875"/>
                <a:gd name="connsiteY568" fmla="*/ 318611 h 581025"/>
                <a:gd name="connsiteX569" fmla="*/ 624554 w 904875"/>
                <a:gd name="connsiteY569" fmla="*/ 318421 h 581025"/>
                <a:gd name="connsiteX570" fmla="*/ 623983 w 904875"/>
                <a:gd name="connsiteY570" fmla="*/ 318230 h 581025"/>
                <a:gd name="connsiteX571" fmla="*/ 622840 w 904875"/>
                <a:gd name="connsiteY571" fmla="*/ 317659 h 581025"/>
                <a:gd name="connsiteX572" fmla="*/ 621697 w 904875"/>
                <a:gd name="connsiteY572" fmla="*/ 317087 h 581025"/>
                <a:gd name="connsiteX573" fmla="*/ 621125 w 904875"/>
                <a:gd name="connsiteY573" fmla="*/ 316897 h 581025"/>
                <a:gd name="connsiteX574" fmla="*/ 620554 w 904875"/>
                <a:gd name="connsiteY574" fmla="*/ 316706 h 581025"/>
                <a:gd name="connsiteX575" fmla="*/ 613791 w 904875"/>
                <a:gd name="connsiteY575" fmla="*/ 317087 h 581025"/>
                <a:gd name="connsiteX576" fmla="*/ 606933 w 904875"/>
                <a:gd name="connsiteY576" fmla="*/ 317468 h 581025"/>
                <a:gd name="connsiteX577" fmla="*/ 602647 w 904875"/>
                <a:gd name="connsiteY577" fmla="*/ 317754 h 581025"/>
                <a:gd name="connsiteX578" fmla="*/ 595884 w 904875"/>
                <a:gd name="connsiteY578" fmla="*/ 318135 h 581025"/>
                <a:gd name="connsiteX579" fmla="*/ 590264 w 904875"/>
                <a:gd name="connsiteY579" fmla="*/ 318516 h 581025"/>
                <a:gd name="connsiteX580" fmla="*/ 582549 w 904875"/>
                <a:gd name="connsiteY580" fmla="*/ 318992 h 581025"/>
                <a:gd name="connsiteX581" fmla="*/ 577406 w 904875"/>
                <a:gd name="connsiteY581" fmla="*/ 319278 h 581025"/>
                <a:gd name="connsiteX582" fmla="*/ 571310 w 904875"/>
                <a:gd name="connsiteY582" fmla="*/ 319659 h 581025"/>
                <a:gd name="connsiteX583" fmla="*/ 569119 w 904875"/>
                <a:gd name="connsiteY583" fmla="*/ 319088 h 581025"/>
                <a:gd name="connsiteX584" fmla="*/ 568261 w 904875"/>
                <a:gd name="connsiteY584" fmla="*/ 318897 h 581025"/>
                <a:gd name="connsiteX585" fmla="*/ 566928 w 904875"/>
                <a:gd name="connsiteY585" fmla="*/ 318516 h 581025"/>
                <a:gd name="connsiteX586" fmla="*/ 565785 w 904875"/>
                <a:gd name="connsiteY586" fmla="*/ 317087 h 581025"/>
                <a:gd name="connsiteX587" fmla="*/ 564642 w 904875"/>
                <a:gd name="connsiteY587" fmla="*/ 315659 h 581025"/>
                <a:gd name="connsiteX588" fmla="*/ 562356 w 904875"/>
                <a:gd name="connsiteY588" fmla="*/ 305371 h 581025"/>
                <a:gd name="connsiteX589" fmla="*/ 560070 w 904875"/>
                <a:gd name="connsiteY589" fmla="*/ 295084 h 581025"/>
                <a:gd name="connsiteX590" fmla="*/ 558356 w 904875"/>
                <a:gd name="connsiteY590" fmla="*/ 286417 h 581025"/>
                <a:gd name="connsiteX591" fmla="*/ 556641 w 904875"/>
                <a:gd name="connsiteY591" fmla="*/ 277749 h 581025"/>
                <a:gd name="connsiteX592" fmla="*/ 555688 w 904875"/>
                <a:gd name="connsiteY592" fmla="*/ 268891 h 581025"/>
                <a:gd name="connsiteX593" fmla="*/ 554736 w 904875"/>
                <a:gd name="connsiteY593" fmla="*/ 259937 h 581025"/>
                <a:gd name="connsiteX594" fmla="*/ 554641 w 904875"/>
                <a:gd name="connsiteY594" fmla="*/ 259842 h 581025"/>
                <a:gd name="connsiteX595" fmla="*/ 554546 w 904875"/>
                <a:gd name="connsiteY595" fmla="*/ 259747 h 581025"/>
                <a:gd name="connsiteX596" fmla="*/ 554355 w 904875"/>
                <a:gd name="connsiteY596" fmla="*/ 259747 h 581025"/>
                <a:gd name="connsiteX597" fmla="*/ 554165 w 904875"/>
                <a:gd name="connsiteY597" fmla="*/ 259747 h 581025"/>
                <a:gd name="connsiteX598" fmla="*/ 553974 w 904875"/>
                <a:gd name="connsiteY598" fmla="*/ 259747 h 581025"/>
                <a:gd name="connsiteX599" fmla="*/ 553784 w 904875"/>
                <a:gd name="connsiteY599" fmla="*/ 259747 h 581025"/>
                <a:gd name="connsiteX600" fmla="*/ 553593 w 904875"/>
                <a:gd name="connsiteY600" fmla="*/ 259747 h 581025"/>
                <a:gd name="connsiteX601" fmla="*/ 553403 w 904875"/>
                <a:gd name="connsiteY601" fmla="*/ 259747 h 581025"/>
                <a:gd name="connsiteX602" fmla="*/ 547021 w 904875"/>
                <a:gd name="connsiteY602" fmla="*/ 259747 h 581025"/>
                <a:gd name="connsiteX603" fmla="*/ 541306 w 904875"/>
                <a:gd name="connsiteY603" fmla="*/ 259747 h 581025"/>
                <a:gd name="connsiteX604" fmla="*/ 535496 w 904875"/>
                <a:gd name="connsiteY604" fmla="*/ 259747 h 581025"/>
                <a:gd name="connsiteX605" fmla="*/ 529114 w 904875"/>
                <a:gd name="connsiteY605" fmla="*/ 259747 h 581025"/>
                <a:gd name="connsiteX606" fmla="*/ 528923 w 904875"/>
                <a:gd name="connsiteY606" fmla="*/ 259556 h 581025"/>
                <a:gd name="connsiteX607" fmla="*/ 528733 w 904875"/>
                <a:gd name="connsiteY607" fmla="*/ 259366 h 581025"/>
                <a:gd name="connsiteX608" fmla="*/ 528638 w 904875"/>
                <a:gd name="connsiteY608" fmla="*/ 258985 h 581025"/>
                <a:gd name="connsiteX609" fmla="*/ 528542 w 904875"/>
                <a:gd name="connsiteY609" fmla="*/ 258604 h 581025"/>
                <a:gd name="connsiteX610" fmla="*/ 528733 w 904875"/>
                <a:gd name="connsiteY610" fmla="*/ 244792 h 581025"/>
                <a:gd name="connsiteX611" fmla="*/ 528923 w 904875"/>
                <a:gd name="connsiteY611" fmla="*/ 233077 h 581025"/>
                <a:gd name="connsiteX612" fmla="*/ 528923 w 904875"/>
                <a:gd name="connsiteY612" fmla="*/ 230886 h 581025"/>
                <a:gd name="connsiteX613" fmla="*/ 529114 w 904875"/>
                <a:gd name="connsiteY613" fmla="*/ 230410 h 581025"/>
                <a:gd name="connsiteX614" fmla="*/ 529304 w 904875"/>
                <a:gd name="connsiteY614" fmla="*/ 229934 h 581025"/>
                <a:gd name="connsiteX615" fmla="*/ 529876 w 904875"/>
                <a:gd name="connsiteY615" fmla="*/ 229648 h 581025"/>
                <a:gd name="connsiteX616" fmla="*/ 530543 w 904875"/>
                <a:gd name="connsiteY616" fmla="*/ 229362 h 581025"/>
                <a:gd name="connsiteX617" fmla="*/ 530828 w 904875"/>
                <a:gd name="connsiteY617" fmla="*/ 228790 h 581025"/>
                <a:gd name="connsiteX618" fmla="*/ 531114 w 904875"/>
                <a:gd name="connsiteY618" fmla="*/ 228219 h 581025"/>
                <a:gd name="connsiteX619" fmla="*/ 531209 w 904875"/>
                <a:gd name="connsiteY619" fmla="*/ 226314 h 581025"/>
                <a:gd name="connsiteX620" fmla="*/ 531305 w 904875"/>
                <a:gd name="connsiteY620" fmla="*/ 224409 h 581025"/>
                <a:gd name="connsiteX621" fmla="*/ 532448 w 904875"/>
                <a:gd name="connsiteY621" fmla="*/ 206692 h 581025"/>
                <a:gd name="connsiteX622" fmla="*/ 533590 w 904875"/>
                <a:gd name="connsiteY622" fmla="*/ 188881 h 581025"/>
                <a:gd name="connsiteX623" fmla="*/ 525971 w 904875"/>
                <a:gd name="connsiteY623" fmla="*/ 192976 h 581025"/>
                <a:gd name="connsiteX624" fmla="*/ 518350 w 904875"/>
                <a:gd name="connsiteY624" fmla="*/ 197072 h 581025"/>
                <a:gd name="connsiteX625" fmla="*/ 517874 w 904875"/>
                <a:gd name="connsiteY625" fmla="*/ 196977 h 581025"/>
                <a:gd name="connsiteX626" fmla="*/ 517398 w 904875"/>
                <a:gd name="connsiteY626" fmla="*/ 196882 h 581025"/>
                <a:gd name="connsiteX627" fmla="*/ 514064 w 904875"/>
                <a:gd name="connsiteY627" fmla="*/ 189928 h 581025"/>
                <a:gd name="connsiteX628" fmla="*/ 510159 w 904875"/>
                <a:gd name="connsiteY628" fmla="*/ 181832 h 581025"/>
                <a:gd name="connsiteX629" fmla="*/ 507302 w 904875"/>
                <a:gd name="connsiteY629" fmla="*/ 175927 h 581025"/>
                <a:gd name="connsiteX630" fmla="*/ 502825 w 904875"/>
                <a:gd name="connsiteY630" fmla="*/ 166688 h 581025"/>
                <a:gd name="connsiteX631" fmla="*/ 501777 w 904875"/>
                <a:gd name="connsiteY631" fmla="*/ 165735 h 581025"/>
                <a:gd name="connsiteX632" fmla="*/ 500729 w 904875"/>
                <a:gd name="connsiteY632" fmla="*/ 164782 h 581025"/>
                <a:gd name="connsiteX633" fmla="*/ 495300 w 904875"/>
                <a:gd name="connsiteY633" fmla="*/ 161353 h 581025"/>
                <a:gd name="connsiteX634" fmla="*/ 489871 w 904875"/>
                <a:gd name="connsiteY634" fmla="*/ 157924 h 581025"/>
                <a:gd name="connsiteX635" fmla="*/ 487299 w 904875"/>
                <a:gd name="connsiteY635" fmla="*/ 155162 h 581025"/>
                <a:gd name="connsiteX636" fmla="*/ 484632 w 904875"/>
                <a:gd name="connsiteY636" fmla="*/ 152400 h 581025"/>
                <a:gd name="connsiteX637" fmla="*/ 478917 w 904875"/>
                <a:gd name="connsiteY637" fmla="*/ 145066 h 581025"/>
                <a:gd name="connsiteX638" fmla="*/ 473202 w 904875"/>
                <a:gd name="connsiteY638" fmla="*/ 137636 h 581025"/>
                <a:gd name="connsiteX639" fmla="*/ 472345 w 904875"/>
                <a:gd name="connsiteY639" fmla="*/ 136874 h 581025"/>
                <a:gd name="connsiteX640" fmla="*/ 471488 w 904875"/>
                <a:gd name="connsiteY640" fmla="*/ 136112 h 581025"/>
                <a:gd name="connsiteX641" fmla="*/ 470630 w 904875"/>
                <a:gd name="connsiteY641" fmla="*/ 136017 h 581025"/>
                <a:gd name="connsiteX642" fmla="*/ 469773 w 904875"/>
                <a:gd name="connsiteY642" fmla="*/ 135922 h 581025"/>
                <a:gd name="connsiteX643" fmla="*/ 468821 w 904875"/>
                <a:gd name="connsiteY643" fmla="*/ 136303 h 581025"/>
                <a:gd name="connsiteX644" fmla="*/ 467868 w 904875"/>
                <a:gd name="connsiteY644" fmla="*/ 136684 h 581025"/>
                <a:gd name="connsiteX645" fmla="*/ 462725 w 904875"/>
                <a:gd name="connsiteY645" fmla="*/ 139541 h 581025"/>
                <a:gd name="connsiteX646" fmla="*/ 457486 w 904875"/>
                <a:gd name="connsiteY646" fmla="*/ 142494 h 581025"/>
                <a:gd name="connsiteX647" fmla="*/ 452438 w 904875"/>
                <a:gd name="connsiteY647" fmla="*/ 145256 h 581025"/>
                <a:gd name="connsiteX648" fmla="*/ 447104 w 904875"/>
                <a:gd name="connsiteY648" fmla="*/ 148209 h 581025"/>
                <a:gd name="connsiteX649" fmla="*/ 446151 w 904875"/>
                <a:gd name="connsiteY649" fmla="*/ 148495 h 581025"/>
                <a:gd name="connsiteX650" fmla="*/ 445198 w 904875"/>
                <a:gd name="connsiteY650" fmla="*/ 148780 h 581025"/>
                <a:gd name="connsiteX651" fmla="*/ 442341 w 904875"/>
                <a:gd name="connsiteY651" fmla="*/ 148495 h 581025"/>
                <a:gd name="connsiteX652" fmla="*/ 435007 w 904875"/>
                <a:gd name="connsiteY652" fmla="*/ 147828 h 581025"/>
                <a:gd name="connsiteX653" fmla="*/ 427673 w 904875"/>
                <a:gd name="connsiteY653" fmla="*/ 147161 h 581025"/>
                <a:gd name="connsiteX654" fmla="*/ 420338 w 904875"/>
                <a:gd name="connsiteY654" fmla="*/ 146494 h 581025"/>
                <a:gd name="connsiteX655" fmla="*/ 413004 w 904875"/>
                <a:gd name="connsiteY655" fmla="*/ 145828 h 581025"/>
                <a:gd name="connsiteX656" fmla="*/ 405003 w 904875"/>
                <a:gd name="connsiteY656" fmla="*/ 145066 h 581025"/>
                <a:gd name="connsiteX657" fmla="*/ 397002 w 904875"/>
                <a:gd name="connsiteY657" fmla="*/ 144304 h 581025"/>
                <a:gd name="connsiteX658" fmla="*/ 389001 w 904875"/>
                <a:gd name="connsiteY658" fmla="*/ 143542 h 581025"/>
                <a:gd name="connsiteX659" fmla="*/ 381000 w 904875"/>
                <a:gd name="connsiteY659" fmla="*/ 142780 h 581025"/>
                <a:gd name="connsiteX660" fmla="*/ 376142 w 904875"/>
                <a:gd name="connsiteY660" fmla="*/ 143542 h 581025"/>
                <a:gd name="connsiteX661" fmla="*/ 371380 w 904875"/>
                <a:gd name="connsiteY661" fmla="*/ 144304 h 581025"/>
                <a:gd name="connsiteX662" fmla="*/ 366617 w 904875"/>
                <a:gd name="connsiteY662" fmla="*/ 145066 h 581025"/>
                <a:gd name="connsiteX663" fmla="*/ 361855 w 904875"/>
                <a:gd name="connsiteY663" fmla="*/ 145828 h 581025"/>
                <a:gd name="connsiteX664" fmla="*/ 356997 w 904875"/>
                <a:gd name="connsiteY664" fmla="*/ 146590 h 581025"/>
                <a:gd name="connsiteX665" fmla="*/ 352235 w 904875"/>
                <a:gd name="connsiteY665" fmla="*/ 147352 h 581025"/>
                <a:gd name="connsiteX666" fmla="*/ 347472 w 904875"/>
                <a:gd name="connsiteY666" fmla="*/ 148114 h 581025"/>
                <a:gd name="connsiteX667" fmla="*/ 342710 w 904875"/>
                <a:gd name="connsiteY667" fmla="*/ 148876 h 581025"/>
                <a:gd name="connsiteX668" fmla="*/ 339757 w 904875"/>
                <a:gd name="connsiteY668" fmla="*/ 149447 h 581025"/>
                <a:gd name="connsiteX669" fmla="*/ 336423 w 904875"/>
                <a:gd name="connsiteY669" fmla="*/ 149733 h 581025"/>
                <a:gd name="connsiteX670" fmla="*/ 333470 w 904875"/>
                <a:gd name="connsiteY670" fmla="*/ 150304 h 581025"/>
                <a:gd name="connsiteX671" fmla="*/ 330517 w 904875"/>
                <a:gd name="connsiteY671" fmla="*/ 150876 h 581025"/>
                <a:gd name="connsiteX672" fmla="*/ 328708 w 904875"/>
                <a:gd name="connsiteY672" fmla="*/ 151257 h 581025"/>
                <a:gd name="connsiteX673" fmla="*/ 326803 w 904875"/>
                <a:gd name="connsiteY673" fmla="*/ 151638 h 581025"/>
                <a:gd name="connsiteX674" fmla="*/ 324898 w 904875"/>
                <a:gd name="connsiteY674" fmla="*/ 152019 h 581025"/>
                <a:gd name="connsiteX675" fmla="*/ 323088 w 904875"/>
                <a:gd name="connsiteY675" fmla="*/ 152400 h 581025"/>
                <a:gd name="connsiteX676" fmla="*/ 318707 w 904875"/>
                <a:gd name="connsiteY676" fmla="*/ 153162 h 581025"/>
                <a:gd name="connsiteX677" fmla="*/ 318611 w 904875"/>
                <a:gd name="connsiteY677" fmla="*/ 153162 h 581025"/>
                <a:gd name="connsiteX678" fmla="*/ 317563 w 904875"/>
                <a:gd name="connsiteY678" fmla="*/ 152686 h 581025"/>
                <a:gd name="connsiteX679" fmla="*/ 316516 w 904875"/>
                <a:gd name="connsiteY679" fmla="*/ 152209 h 581025"/>
                <a:gd name="connsiteX680" fmla="*/ 312611 w 904875"/>
                <a:gd name="connsiteY680" fmla="*/ 147638 h 581025"/>
                <a:gd name="connsiteX681" fmla="*/ 309658 w 904875"/>
                <a:gd name="connsiteY681" fmla="*/ 144209 h 581025"/>
                <a:gd name="connsiteX682" fmla="*/ 306705 w 904875"/>
                <a:gd name="connsiteY682" fmla="*/ 140779 h 581025"/>
                <a:gd name="connsiteX683" fmla="*/ 303752 w 904875"/>
                <a:gd name="connsiteY683" fmla="*/ 137350 h 581025"/>
                <a:gd name="connsiteX684" fmla="*/ 300800 w 904875"/>
                <a:gd name="connsiteY684" fmla="*/ 133921 h 581025"/>
                <a:gd name="connsiteX685" fmla="*/ 297752 w 904875"/>
                <a:gd name="connsiteY685" fmla="*/ 130397 h 581025"/>
                <a:gd name="connsiteX686" fmla="*/ 294704 w 904875"/>
                <a:gd name="connsiteY686" fmla="*/ 126873 h 581025"/>
                <a:gd name="connsiteX687" fmla="*/ 291656 w 904875"/>
                <a:gd name="connsiteY687" fmla="*/ 123349 h 581025"/>
                <a:gd name="connsiteX688" fmla="*/ 288608 w 904875"/>
                <a:gd name="connsiteY688" fmla="*/ 119824 h 581025"/>
                <a:gd name="connsiteX689" fmla="*/ 284893 w 904875"/>
                <a:gd name="connsiteY689" fmla="*/ 115538 h 581025"/>
                <a:gd name="connsiteX690" fmla="*/ 282035 w 904875"/>
                <a:gd name="connsiteY690" fmla="*/ 112395 h 581025"/>
                <a:gd name="connsiteX691" fmla="*/ 279178 w 904875"/>
                <a:gd name="connsiteY691" fmla="*/ 109252 h 581025"/>
                <a:gd name="connsiteX692" fmla="*/ 272986 w 904875"/>
                <a:gd name="connsiteY692" fmla="*/ 102965 h 581025"/>
                <a:gd name="connsiteX693" fmla="*/ 269843 w 904875"/>
                <a:gd name="connsiteY693" fmla="*/ 98012 h 581025"/>
                <a:gd name="connsiteX694" fmla="*/ 269367 w 904875"/>
                <a:gd name="connsiteY694" fmla="*/ 96298 h 581025"/>
                <a:gd name="connsiteX695" fmla="*/ 268986 w 904875"/>
                <a:gd name="connsiteY695" fmla="*/ 92488 h 581025"/>
                <a:gd name="connsiteX696" fmla="*/ 268605 w 904875"/>
                <a:gd name="connsiteY696" fmla="*/ 90678 h 581025"/>
                <a:gd name="connsiteX697" fmla="*/ 267653 w 904875"/>
                <a:gd name="connsiteY697" fmla="*/ 88773 h 581025"/>
                <a:gd name="connsiteX698" fmla="*/ 266319 w 904875"/>
                <a:gd name="connsiteY698" fmla="*/ 87249 h 581025"/>
                <a:gd name="connsiteX699" fmla="*/ 262985 w 904875"/>
                <a:gd name="connsiteY699" fmla="*/ 85058 h 581025"/>
                <a:gd name="connsiteX700" fmla="*/ 258318 w 904875"/>
                <a:gd name="connsiteY700" fmla="*/ 82010 h 581025"/>
                <a:gd name="connsiteX701" fmla="*/ 252031 w 904875"/>
                <a:gd name="connsiteY701" fmla="*/ 77819 h 581025"/>
                <a:gd name="connsiteX702" fmla="*/ 244316 w 904875"/>
                <a:gd name="connsiteY702" fmla="*/ 72676 h 581025"/>
                <a:gd name="connsiteX703" fmla="*/ 235553 w 904875"/>
                <a:gd name="connsiteY703" fmla="*/ 66865 h 581025"/>
                <a:gd name="connsiteX704" fmla="*/ 225933 w 904875"/>
                <a:gd name="connsiteY704" fmla="*/ 60484 h 581025"/>
                <a:gd name="connsiteX705" fmla="*/ 215741 w 904875"/>
                <a:gd name="connsiteY705" fmla="*/ 53626 h 581025"/>
                <a:gd name="connsiteX706" fmla="*/ 205169 w 904875"/>
                <a:gd name="connsiteY706" fmla="*/ 46577 h 581025"/>
                <a:gd name="connsiteX707" fmla="*/ 194596 w 904875"/>
                <a:gd name="connsiteY707" fmla="*/ 39529 h 581025"/>
                <a:gd name="connsiteX708" fmla="*/ 184213 w 904875"/>
                <a:gd name="connsiteY708" fmla="*/ 32575 h 581025"/>
                <a:gd name="connsiteX709" fmla="*/ 174498 w 904875"/>
                <a:gd name="connsiteY709" fmla="*/ 26003 h 581025"/>
                <a:gd name="connsiteX710" fmla="*/ 165449 w 904875"/>
                <a:gd name="connsiteY710" fmla="*/ 19907 h 581025"/>
                <a:gd name="connsiteX711" fmla="*/ 162020 w 904875"/>
                <a:gd name="connsiteY711" fmla="*/ 17621 h 581025"/>
                <a:gd name="connsiteX712" fmla="*/ 157448 w 904875"/>
                <a:gd name="connsiteY712" fmla="*/ 14478 h 581025"/>
                <a:gd name="connsiteX713" fmla="*/ 150686 w 904875"/>
                <a:gd name="connsiteY713" fmla="*/ 9906 h 581025"/>
                <a:gd name="connsiteX714" fmla="*/ 145542 w 904875"/>
                <a:gd name="connsiteY714" fmla="*/ 6477 h 581025"/>
                <a:gd name="connsiteX715" fmla="*/ 142304 w 904875"/>
                <a:gd name="connsiteY715" fmla="*/ 4286 h 581025"/>
                <a:gd name="connsiteX716" fmla="*/ 141161 w 904875"/>
                <a:gd name="connsiteY716" fmla="*/ 3524 h 581025"/>
                <a:gd name="connsiteX717" fmla="*/ 137160 w 904875"/>
                <a:gd name="connsiteY717" fmla="*/ 762 h 581025"/>
                <a:gd name="connsiteX718" fmla="*/ 135731 w 904875"/>
                <a:gd name="connsiteY718" fmla="*/ 95 h 581025"/>
                <a:gd name="connsiteX719" fmla="*/ 134493 w 904875"/>
                <a:gd name="connsiteY719" fmla="*/ 0 h 581025"/>
                <a:gd name="connsiteX720" fmla="*/ 130207 w 904875"/>
                <a:gd name="connsiteY720" fmla="*/ 1238 h 581025"/>
                <a:gd name="connsiteX721" fmla="*/ 127063 w 904875"/>
                <a:gd name="connsiteY721" fmla="*/ 2191 h 581025"/>
                <a:gd name="connsiteX722" fmla="*/ 123920 w 904875"/>
                <a:gd name="connsiteY722" fmla="*/ 3143 h 581025"/>
                <a:gd name="connsiteX723" fmla="*/ 120777 w 904875"/>
                <a:gd name="connsiteY723" fmla="*/ 4096 h 581025"/>
                <a:gd name="connsiteX724" fmla="*/ 117634 w 904875"/>
                <a:gd name="connsiteY724" fmla="*/ 5048 h 581025"/>
                <a:gd name="connsiteX725" fmla="*/ 114586 w 904875"/>
                <a:gd name="connsiteY725" fmla="*/ 6001 h 581025"/>
                <a:gd name="connsiteX726" fmla="*/ 111538 w 904875"/>
                <a:gd name="connsiteY726" fmla="*/ 6953 h 581025"/>
                <a:gd name="connsiteX727" fmla="*/ 108490 w 904875"/>
                <a:gd name="connsiteY727" fmla="*/ 7810 h 581025"/>
                <a:gd name="connsiteX728" fmla="*/ 105442 w 904875"/>
                <a:gd name="connsiteY728" fmla="*/ 8763 h 581025"/>
                <a:gd name="connsiteX729" fmla="*/ 98870 w 904875"/>
                <a:gd name="connsiteY729" fmla="*/ 10763 h 581025"/>
                <a:gd name="connsiteX730" fmla="*/ 92297 w 904875"/>
                <a:gd name="connsiteY730" fmla="*/ 12763 h 581025"/>
                <a:gd name="connsiteX731" fmla="*/ 85725 w 904875"/>
                <a:gd name="connsiteY731" fmla="*/ 14764 h 581025"/>
                <a:gd name="connsiteX732" fmla="*/ 79153 w 904875"/>
                <a:gd name="connsiteY732" fmla="*/ 16764 h 581025"/>
                <a:gd name="connsiteX733" fmla="*/ 74200 w 904875"/>
                <a:gd name="connsiteY733" fmla="*/ 18383 h 581025"/>
                <a:gd name="connsiteX734" fmla="*/ 69247 w 904875"/>
                <a:gd name="connsiteY734" fmla="*/ 20002 h 581025"/>
                <a:gd name="connsiteX735" fmla="*/ 64294 w 904875"/>
                <a:gd name="connsiteY735" fmla="*/ 21622 h 581025"/>
                <a:gd name="connsiteX736" fmla="*/ 59341 w 904875"/>
                <a:gd name="connsiteY736" fmla="*/ 23241 h 581025"/>
                <a:gd name="connsiteX737" fmla="*/ 54388 w 904875"/>
                <a:gd name="connsiteY737" fmla="*/ 24860 h 581025"/>
                <a:gd name="connsiteX738" fmla="*/ 49435 w 904875"/>
                <a:gd name="connsiteY738" fmla="*/ 26479 h 581025"/>
                <a:gd name="connsiteX739" fmla="*/ 44482 w 904875"/>
                <a:gd name="connsiteY739" fmla="*/ 28099 h 581025"/>
                <a:gd name="connsiteX740" fmla="*/ 39529 w 904875"/>
                <a:gd name="connsiteY740" fmla="*/ 29718 h 581025"/>
                <a:gd name="connsiteX741" fmla="*/ 38481 w 904875"/>
                <a:gd name="connsiteY741" fmla="*/ 30099 h 581025"/>
                <a:gd name="connsiteX742" fmla="*/ 34671 w 904875"/>
                <a:gd name="connsiteY742" fmla="*/ 31337 h 581025"/>
                <a:gd name="connsiteX743" fmla="*/ 29718 w 904875"/>
                <a:gd name="connsiteY743" fmla="*/ 32956 h 581025"/>
                <a:gd name="connsiteX744" fmla="*/ 24765 w 904875"/>
                <a:gd name="connsiteY744" fmla="*/ 34576 h 581025"/>
                <a:gd name="connsiteX745" fmla="*/ 19812 w 904875"/>
                <a:gd name="connsiteY745" fmla="*/ 36195 h 581025"/>
                <a:gd name="connsiteX746" fmla="*/ 14859 w 904875"/>
                <a:gd name="connsiteY746" fmla="*/ 37814 h 581025"/>
                <a:gd name="connsiteX747" fmla="*/ 9906 w 904875"/>
                <a:gd name="connsiteY747" fmla="*/ 39433 h 581025"/>
                <a:gd name="connsiteX748" fmla="*/ 4953 w 904875"/>
                <a:gd name="connsiteY748" fmla="*/ 41053 h 581025"/>
                <a:gd name="connsiteX749" fmla="*/ 0 w 904875"/>
                <a:gd name="connsiteY749" fmla="*/ 42672 h 581025"/>
                <a:gd name="connsiteX750" fmla="*/ 0 w 904875"/>
                <a:gd name="connsiteY750" fmla="*/ 42672 h 581025"/>
                <a:gd name="connsiteX751" fmla="*/ 0 w 904875"/>
                <a:gd name="connsiteY751" fmla="*/ 42672 h 581025"/>
                <a:gd name="connsiteX752" fmla="*/ 0 w 904875"/>
                <a:gd name="connsiteY752" fmla="*/ 42672 h 581025"/>
                <a:gd name="connsiteX753" fmla="*/ 0 w 904875"/>
                <a:gd name="connsiteY753" fmla="*/ 42672 h 581025"/>
                <a:gd name="connsiteX754" fmla="*/ 0 w 904875"/>
                <a:gd name="connsiteY754" fmla="*/ 42672 h 581025"/>
                <a:gd name="connsiteX755" fmla="*/ 0 w 904875"/>
                <a:gd name="connsiteY755" fmla="*/ 42672 h 581025"/>
                <a:gd name="connsiteX756" fmla="*/ 0 w 904875"/>
                <a:gd name="connsiteY756" fmla="*/ 42672 h 581025"/>
                <a:gd name="connsiteX757" fmla="*/ 0 w 904875"/>
                <a:gd name="connsiteY757" fmla="*/ 42672 h 581025"/>
                <a:gd name="connsiteX758" fmla="*/ 0 w 904875"/>
                <a:gd name="connsiteY758" fmla="*/ 42672 h 581025"/>
                <a:gd name="connsiteX759" fmla="*/ 0 w 904875"/>
                <a:gd name="connsiteY759" fmla="*/ 42672 h 581025"/>
                <a:gd name="connsiteX760" fmla="*/ 0 w 904875"/>
                <a:gd name="connsiteY760" fmla="*/ 42672 h 581025"/>
                <a:gd name="connsiteX761" fmla="*/ 0 w 904875"/>
                <a:gd name="connsiteY761" fmla="*/ 42672 h 581025"/>
                <a:gd name="connsiteX762" fmla="*/ 0 w 904875"/>
                <a:gd name="connsiteY762" fmla="*/ 42672 h 581025"/>
                <a:gd name="connsiteX763" fmla="*/ 0 w 904875"/>
                <a:gd name="connsiteY763" fmla="*/ 42672 h 581025"/>
                <a:gd name="connsiteX764" fmla="*/ 0 w 904875"/>
                <a:gd name="connsiteY764" fmla="*/ 42672 h 581025"/>
                <a:gd name="connsiteX765" fmla="*/ 0 w 904875"/>
                <a:gd name="connsiteY765" fmla="*/ 42672 h 581025"/>
                <a:gd name="connsiteX766" fmla="*/ 0 w 904875"/>
                <a:gd name="connsiteY766" fmla="*/ 42672 h 581025"/>
                <a:gd name="connsiteX767" fmla="*/ 0 w 904875"/>
                <a:gd name="connsiteY767" fmla="*/ 42672 h 581025"/>
                <a:gd name="connsiteX768" fmla="*/ 0 w 904875"/>
                <a:gd name="connsiteY768" fmla="*/ 42672 h 581025"/>
                <a:gd name="connsiteX769" fmla="*/ 0 w 904875"/>
                <a:gd name="connsiteY769" fmla="*/ 42672 h 581025"/>
                <a:gd name="connsiteX770" fmla="*/ 0 w 904875"/>
                <a:gd name="connsiteY770" fmla="*/ 42672 h 581025"/>
                <a:gd name="connsiteX771" fmla="*/ 0 w 904875"/>
                <a:gd name="connsiteY771" fmla="*/ 42672 h 581025"/>
                <a:gd name="connsiteX772" fmla="*/ 0 w 904875"/>
                <a:gd name="connsiteY772" fmla="*/ 42672 h 581025"/>
                <a:gd name="connsiteX773" fmla="*/ 0 w 904875"/>
                <a:gd name="connsiteY773" fmla="*/ 42672 h 581025"/>
                <a:gd name="connsiteX774" fmla="*/ 0 w 904875"/>
                <a:gd name="connsiteY774" fmla="*/ 42672 h 581025"/>
                <a:gd name="connsiteX775" fmla="*/ 0 w 904875"/>
                <a:gd name="connsiteY775" fmla="*/ 42672 h 581025"/>
                <a:gd name="connsiteX776" fmla="*/ 0 w 904875"/>
                <a:gd name="connsiteY776" fmla="*/ 42672 h 581025"/>
                <a:gd name="connsiteX777" fmla="*/ 0 w 904875"/>
                <a:gd name="connsiteY777" fmla="*/ 42672 h 581025"/>
                <a:gd name="connsiteX778" fmla="*/ 0 w 904875"/>
                <a:gd name="connsiteY778" fmla="*/ 42672 h 581025"/>
                <a:gd name="connsiteX779" fmla="*/ 0 w 904875"/>
                <a:gd name="connsiteY779" fmla="*/ 42672 h 581025"/>
                <a:gd name="connsiteX780" fmla="*/ 0 w 904875"/>
                <a:gd name="connsiteY780" fmla="*/ 42672 h 581025"/>
                <a:gd name="connsiteX781" fmla="*/ 0 w 904875"/>
                <a:gd name="connsiteY781" fmla="*/ 42767 h 581025"/>
                <a:gd name="connsiteX782" fmla="*/ 0 w 904875"/>
                <a:gd name="connsiteY782" fmla="*/ 59817 h 581025"/>
                <a:gd name="connsiteX783" fmla="*/ 0 w 904875"/>
                <a:gd name="connsiteY783" fmla="*/ 76771 h 581025"/>
                <a:gd name="connsiteX784" fmla="*/ 0 w 904875"/>
                <a:gd name="connsiteY784" fmla="*/ 93631 h 581025"/>
                <a:gd name="connsiteX785" fmla="*/ 0 w 904875"/>
                <a:gd name="connsiteY785" fmla="*/ 110395 h 581025"/>
                <a:gd name="connsiteX786" fmla="*/ 0 w 904875"/>
                <a:gd name="connsiteY786" fmla="*/ 127159 h 581025"/>
                <a:gd name="connsiteX787" fmla="*/ 0 w 904875"/>
                <a:gd name="connsiteY787" fmla="*/ 143827 h 581025"/>
                <a:gd name="connsiteX788" fmla="*/ 0 w 904875"/>
                <a:gd name="connsiteY788" fmla="*/ 160401 h 581025"/>
                <a:gd name="connsiteX789" fmla="*/ 0 w 904875"/>
                <a:gd name="connsiteY789" fmla="*/ 176974 h 581025"/>
                <a:gd name="connsiteX790" fmla="*/ 0 w 904875"/>
                <a:gd name="connsiteY790" fmla="*/ 193453 h 581025"/>
                <a:gd name="connsiteX791" fmla="*/ 0 w 904875"/>
                <a:gd name="connsiteY791" fmla="*/ 209836 h 581025"/>
                <a:gd name="connsiteX792" fmla="*/ 0 w 904875"/>
                <a:gd name="connsiteY792" fmla="*/ 226219 h 581025"/>
                <a:gd name="connsiteX793" fmla="*/ 0 w 904875"/>
                <a:gd name="connsiteY793" fmla="*/ 242506 h 581025"/>
                <a:gd name="connsiteX794" fmla="*/ 0 w 904875"/>
                <a:gd name="connsiteY794" fmla="*/ 258699 h 581025"/>
                <a:gd name="connsiteX795" fmla="*/ 0 w 904875"/>
                <a:gd name="connsiteY795" fmla="*/ 274892 h 581025"/>
                <a:gd name="connsiteX796" fmla="*/ 0 w 904875"/>
                <a:gd name="connsiteY796" fmla="*/ 290989 h 581025"/>
                <a:gd name="connsiteX797" fmla="*/ 0 w 904875"/>
                <a:gd name="connsiteY797" fmla="*/ 307086 h 581025"/>
                <a:gd name="connsiteX798" fmla="*/ 8573 w 904875"/>
                <a:gd name="connsiteY798" fmla="*/ 307562 h 581025"/>
                <a:gd name="connsiteX799" fmla="*/ 18383 w 904875"/>
                <a:gd name="connsiteY799" fmla="*/ 308134 h 581025"/>
                <a:gd name="connsiteX800" fmla="*/ 29242 w 904875"/>
                <a:gd name="connsiteY800" fmla="*/ 308705 h 581025"/>
                <a:gd name="connsiteX801" fmla="*/ 31147 w 904875"/>
                <a:gd name="connsiteY801" fmla="*/ 308800 h 581025"/>
                <a:gd name="connsiteX802" fmla="*/ 42958 w 904875"/>
                <a:gd name="connsiteY802" fmla="*/ 309467 h 581025"/>
                <a:gd name="connsiteX803" fmla="*/ 47911 w 904875"/>
                <a:gd name="connsiteY803" fmla="*/ 310515 h 581025"/>
                <a:gd name="connsiteX804" fmla="*/ 54388 w 904875"/>
                <a:gd name="connsiteY804" fmla="*/ 311848 h 581025"/>
                <a:gd name="connsiteX805" fmla="*/ 55435 w 904875"/>
                <a:gd name="connsiteY805" fmla="*/ 311277 h 581025"/>
                <a:gd name="connsiteX806" fmla="*/ 57055 w 904875"/>
                <a:gd name="connsiteY806" fmla="*/ 308324 h 581025"/>
                <a:gd name="connsiteX807" fmla="*/ 58102 w 904875"/>
                <a:gd name="connsiteY807" fmla="*/ 307086 h 581025"/>
                <a:gd name="connsiteX808" fmla="*/ 60579 w 904875"/>
                <a:gd name="connsiteY808" fmla="*/ 305848 h 581025"/>
                <a:gd name="connsiteX809" fmla="*/ 61722 w 904875"/>
                <a:gd name="connsiteY809" fmla="*/ 305086 h 581025"/>
                <a:gd name="connsiteX810" fmla="*/ 62294 w 904875"/>
                <a:gd name="connsiteY810" fmla="*/ 304419 h 581025"/>
                <a:gd name="connsiteX811" fmla="*/ 62389 w 904875"/>
                <a:gd name="connsiteY811" fmla="*/ 303943 h 581025"/>
                <a:gd name="connsiteX812" fmla="*/ 61817 w 904875"/>
                <a:gd name="connsiteY812" fmla="*/ 302990 h 581025"/>
                <a:gd name="connsiteX813" fmla="*/ 59150 w 904875"/>
                <a:gd name="connsiteY813" fmla="*/ 302323 h 581025"/>
                <a:gd name="connsiteX814" fmla="*/ 58388 w 904875"/>
                <a:gd name="connsiteY814" fmla="*/ 301942 h 581025"/>
                <a:gd name="connsiteX815" fmla="*/ 57626 w 904875"/>
                <a:gd name="connsiteY815" fmla="*/ 301371 h 581025"/>
                <a:gd name="connsiteX816" fmla="*/ 56483 w 904875"/>
                <a:gd name="connsiteY816" fmla="*/ 300038 h 581025"/>
                <a:gd name="connsiteX817" fmla="*/ 55435 w 904875"/>
                <a:gd name="connsiteY817" fmla="*/ 298323 h 581025"/>
                <a:gd name="connsiteX818" fmla="*/ 54769 w 904875"/>
                <a:gd name="connsiteY818" fmla="*/ 296418 h 581025"/>
                <a:gd name="connsiteX819" fmla="*/ 54578 w 904875"/>
                <a:gd name="connsiteY819" fmla="*/ 294513 h 581025"/>
                <a:gd name="connsiteX820" fmla="*/ 54578 w 904875"/>
                <a:gd name="connsiteY820" fmla="*/ 292036 h 581025"/>
                <a:gd name="connsiteX821" fmla="*/ 54388 w 904875"/>
                <a:gd name="connsiteY821" fmla="*/ 290036 h 581025"/>
                <a:gd name="connsiteX822" fmla="*/ 53816 w 904875"/>
                <a:gd name="connsiteY822" fmla="*/ 288226 h 581025"/>
                <a:gd name="connsiteX823" fmla="*/ 52673 w 904875"/>
                <a:gd name="connsiteY823" fmla="*/ 286321 h 581025"/>
                <a:gd name="connsiteX824" fmla="*/ 51721 w 904875"/>
                <a:gd name="connsiteY824" fmla="*/ 283845 h 581025"/>
                <a:gd name="connsiteX825" fmla="*/ 51816 w 904875"/>
                <a:gd name="connsiteY825" fmla="*/ 281654 h 581025"/>
                <a:gd name="connsiteX826" fmla="*/ 52197 w 904875"/>
                <a:gd name="connsiteY826" fmla="*/ 279368 h 581025"/>
                <a:gd name="connsiteX827" fmla="*/ 52292 w 904875"/>
                <a:gd name="connsiteY827" fmla="*/ 276701 h 581025"/>
                <a:gd name="connsiteX828" fmla="*/ 51149 w 904875"/>
                <a:gd name="connsiteY828" fmla="*/ 271177 h 581025"/>
                <a:gd name="connsiteX829" fmla="*/ 51149 w 904875"/>
                <a:gd name="connsiteY829" fmla="*/ 268415 h 581025"/>
                <a:gd name="connsiteX830" fmla="*/ 52673 w 904875"/>
                <a:gd name="connsiteY830" fmla="*/ 266319 h 581025"/>
                <a:gd name="connsiteX831" fmla="*/ 57722 w 904875"/>
                <a:gd name="connsiteY831" fmla="*/ 263938 h 581025"/>
                <a:gd name="connsiteX832" fmla="*/ 59912 w 904875"/>
                <a:gd name="connsiteY832" fmla="*/ 262319 h 581025"/>
                <a:gd name="connsiteX833" fmla="*/ 61913 w 904875"/>
                <a:gd name="connsiteY833" fmla="*/ 259366 h 581025"/>
                <a:gd name="connsiteX834" fmla="*/ 61913 w 904875"/>
                <a:gd name="connsiteY834" fmla="*/ 259366 h 581025"/>
                <a:gd name="connsiteX835" fmla="*/ 64770 w 904875"/>
                <a:gd name="connsiteY835" fmla="*/ 253936 h 581025"/>
                <a:gd name="connsiteX836" fmla="*/ 68961 w 904875"/>
                <a:gd name="connsiteY836" fmla="*/ 249746 h 581025"/>
                <a:gd name="connsiteX837" fmla="*/ 73914 w 904875"/>
                <a:gd name="connsiteY837" fmla="*/ 247364 h 581025"/>
                <a:gd name="connsiteX838" fmla="*/ 78962 w 904875"/>
                <a:gd name="connsiteY838" fmla="*/ 247174 h 581025"/>
                <a:gd name="connsiteX839" fmla="*/ 86392 w 904875"/>
                <a:gd name="connsiteY839" fmla="*/ 248507 h 581025"/>
                <a:gd name="connsiteX840" fmla="*/ 88868 w 904875"/>
                <a:gd name="connsiteY840" fmla="*/ 248031 h 581025"/>
                <a:gd name="connsiteX841" fmla="*/ 91821 w 904875"/>
                <a:gd name="connsiteY841" fmla="*/ 246602 h 581025"/>
                <a:gd name="connsiteX842" fmla="*/ 92869 w 904875"/>
                <a:gd name="connsiteY842" fmla="*/ 246317 h 581025"/>
                <a:gd name="connsiteX843" fmla="*/ 96488 w 904875"/>
                <a:gd name="connsiteY843" fmla="*/ 246507 h 581025"/>
                <a:gd name="connsiteX844" fmla="*/ 97536 w 904875"/>
                <a:gd name="connsiteY844" fmla="*/ 246317 h 581025"/>
                <a:gd name="connsiteX845" fmla="*/ 98679 w 904875"/>
                <a:gd name="connsiteY845" fmla="*/ 245459 h 581025"/>
                <a:gd name="connsiteX846" fmla="*/ 98489 w 904875"/>
                <a:gd name="connsiteY846" fmla="*/ 244792 h 581025"/>
                <a:gd name="connsiteX847" fmla="*/ 97822 w 904875"/>
                <a:gd name="connsiteY847" fmla="*/ 244030 h 581025"/>
                <a:gd name="connsiteX848" fmla="*/ 97441 w 904875"/>
                <a:gd name="connsiteY848" fmla="*/ 242888 h 581025"/>
                <a:gd name="connsiteX849" fmla="*/ 97822 w 904875"/>
                <a:gd name="connsiteY849" fmla="*/ 241935 h 581025"/>
                <a:gd name="connsiteX850" fmla="*/ 99822 w 904875"/>
                <a:gd name="connsiteY850" fmla="*/ 241268 h 581025"/>
                <a:gd name="connsiteX851" fmla="*/ 100584 w 904875"/>
                <a:gd name="connsiteY851" fmla="*/ 240411 h 581025"/>
                <a:gd name="connsiteX852" fmla="*/ 102775 w 904875"/>
                <a:gd name="connsiteY852" fmla="*/ 235458 h 581025"/>
                <a:gd name="connsiteX853" fmla="*/ 103251 w 904875"/>
                <a:gd name="connsiteY853" fmla="*/ 233839 h 581025"/>
                <a:gd name="connsiteX854" fmla="*/ 103156 w 904875"/>
                <a:gd name="connsiteY854" fmla="*/ 232696 h 581025"/>
                <a:gd name="connsiteX855" fmla="*/ 102013 w 904875"/>
                <a:gd name="connsiteY855" fmla="*/ 230315 h 581025"/>
                <a:gd name="connsiteX856" fmla="*/ 101727 w 904875"/>
                <a:gd name="connsiteY856" fmla="*/ 228409 h 581025"/>
                <a:gd name="connsiteX857" fmla="*/ 102584 w 904875"/>
                <a:gd name="connsiteY857" fmla="*/ 227647 h 581025"/>
                <a:gd name="connsiteX858" fmla="*/ 104013 w 904875"/>
                <a:gd name="connsiteY858" fmla="*/ 226981 h 581025"/>
                <a:gd name="connsiteX859" fmla="*/ 105347 w 904875"/>
                <a:gd name="connsiteY859" fmla="*/ 225457 h 581025"/>
                <a:gd name="connsiteX860" fmla="*/ 105823 w 904875"/>
                <a:gd name="connsiteY860" fmla="*/ 224599 h 581025"/>
                <a:gd name="connsiteX861" fmla="*/ 106394 w 904875"/>
                <a:gd name="connsiteY861" fmla="*/ 223933 h 581025"/>
                <a:gd name="connsiteX862" fmla="*/ 107347 w 904875"/>
                <a:gd name="connsiteY862" fmla="*/ 223456 h 581025"/>
                <a:gd name="connsiteX863" fmla="*/ 108490 w 904875"/>
                <a:gd name="connsiteY863" fmla="*/ 223266 h 581025"/>
                <a:gd name="connsiteX864" fmla="*/ 109728 w 904875"/>
                <a:gd name="connsiteY864" fmla="*/ 223266 h 581025"/>
                <a:gd name="connsiteX865" fmla="*/ 110776 w 904875"/>
                <a:gd name="connsiteY865" fmla="*/ 223647 h 581025"/>
                <a:gd name="connsiteX866" fmla="*/ 111538 w 904875"/>
                <a:gd name="connsiteY866" fmla="*/ 224409 h 581025"/>
                <a:gd name="connsiteX867" fmla="*/ 112776 w 904875"/>
                <a:gd name="connsiteY867" fmla="*/ 226219 h 581025"/>
                <a:gd name="connsiteX868" fmla="*/ 113633 w 904875"/>
                <a:gd name="connsiteY868" fmla="*/ 226695 h 581025"/>
                <a:gd name="connsiteX869" fmla="*/ 114490 w 904875"/>
                <a:gd name="connsiteY869" fmla="*/ 226600 h 581025"/>
                <a:gd name="connsiteX870" fmla="*/ 116396 w 904875"/>
                <a:gd name="connsiteY870" fmla="*/ 225742 h 581025"/>
                <a:gd name="connsiteX871" fmla="*/ 117348 w 904875"/>
                <a:gd name="connsiteY871" fmla="*/ 225552 h 581025"/>
                <a:gd name="connsiteX872" fmla="*/ 118491 w 904875"/>
                <a:gd name="connsiteY872" fmla="*/ 225742 h 581025"/>
                <a:gd name="connsiteX873" fmla="*/ 123730 w 904875"/>
                <a:gd name="connsiteY873" fmla="*/ 228219 h 581025"/>
                <a:gd name="connsiteX874" fmla="*/ 125540 w 904875"/>
                <a:gd name="connsiteY874" fmla="*/ 229552 h 581025"/>
                <a:gd name="connsiteX875" fmla="*/ 126873 w 904875"/>
                <a:gd name="connsiteY875" fmla="*/ 231362 h 581025"/>
                <a:gd name="connsiteX876" fmla="*/ 127444 w 904875"/>
                <a:gd name="connsiteY876" fmla="*/ 233934 h 581025"/>
                <a:gd name="connsiteX877" fmla="*/ 127254 w 904875"/>
                <a:gd name="connsiteY877" fmla="*/ 235267 h 581025"/>
                <a:gd name="connsiteX878" fmla="*/ 126968 w 904875"/>
                <a:gd name="connsiteY878" fmla="*/ 236506 h 581025"/>
                <a:gd name="connsiteX879" fmla="*/ 126968 w 904875"/>
                <a:gd name="connsiteY879" fmla="*/ 237649 h 581025"/>
                <a:gd name="connsiteX880" fmla="*/ 127540 w 904875"/>
                <a:gd name="connsiteY880" fmla="*/ 238601 h 581025"/>
                <a:gd name="connsiteX881" fmla="*/ 128397 w 904875"/>
                <a:gd name="connsiteY881" fmla="*/ 238792 h 581025"/>
                <a:gd name="connsiteX882" fmla="*/ 131826 w 904875"/>
                <a:gd name="connsiteY882" fmla="*/ 238315 h 581025"/>
                <a:gd name="connsiteX883" fmla="*/ 132493 w 904875"/>
                <a:gd name="connsiteY883" fmla="*/ 237934 h 581025"/>
                <a:gd name="connsiteX884" fmla="*/ 132683 w 904875"/>
                <a:gd name="connsiteY884" fmla="*/ 237363 h 581025"/>
                <a:gd name="connsiteX885" fmla="*/ 132398 w 904875"/>
                <a:gd name="connsiteY885" fmla="*/ 236696 h 581025"/>
                <a:gd name="connsiteX886" fmla="*/ 131826 w 904875"/>
                <a:gd name="connsiteY886" fmla="*/ 236125 h 581025"/>
                <a:gd name="connsiteX887" fmla="*/ 129731 w 904875"/>
                <a:gd name="connsiteY887" fmla="*/ 233648 h 581025"/>
                <a:gd name="connsiteX888" fmla="*/ 125825 w 904875"/>
                <a:gd name="connsiteY888" fmla="*/ 227267 h 581025"/>
                <a:gd name="connsiteX889" fmla="*/ 124396 w 904875"/>
                <a:gd name="connsiteY889" fmla="*/ 223933 h 581025"/>
                <a:gd name="connsiteX890" fmla="*/ 122777 w 904875"/>
                <a:gd name="connsiteY890" fmla="*/ 221456 h 581025"/>
                <a:gd name="connsiteX891" fmla="*/ 120967 w 904875"/>
                <a:gd name="connsiteY891" fmla="*/ 220027 h 581025"/>
                <a:gd name="connsiteX892" fmla="*/ 114395 w 904875"/>
                <a:gd name="connsiteY892" fmla="*/ 216884 h 581025"/>
                <a:gd name="connsiteX893" fmla="*/ 113443 w 904875"/>
                <a:gd name="connsiteY893" fmla="*/ 216027 h 581025"/>
                <a:gd name="connsiteX894" fmla="*/ 113157 w 904875"/>
                <a:gd name="connsiteY894" fmla="*/ 214694 h 581025"/>
                <a:gd name="connsiteX895" fmla="*/ 113633 w 904875"/>
                <a:gd name="connsiteY895" fmla="*/ 213646 h 581025"/>
                <a:gd name="connsiteX896" fmla="*/ 114586 w 904875"/>
                <a:gd name="connsiteY896" fmla="*/ 212884 h 581025"/>
                <a:gd name="connsiteX897" fmla="*/ 116586 w 904875"/>
                <a:gd name="connsiteY897" fmla="*/ 212026 h 581025"/>
                <a:gd name="connsiteX898" fmla="*/ 119348 w 904875"/>
                <a:gd name="connsiteY898" fmla="*/ 210312 h 581025"/>
                <a:gd name="connsiteX899" fmla="*/ 120301 w 904875"/>
                <a:gd name="connsiteY899" fmla="*/ 210026 h 581025"/>
                <a:gd name="connsiteX900" fmla="*/ 121539 w 904875"/>
                <a:gd name="connsiteY900" fmla="*/ 210026 h 581025"/>
                <a:gd name="connsiteX901" fmla="*/ 127254 w 904875"/>
                <a:gd name="connsiteY901" fmla="*/ 212312 h 581025"/>
                <a:gd name="connsiteX902" fmla="*/ 129921 w 904875"/>
                <a:gd name="connsiteY902" fmla="*/ 212979 h 581025"/>
                <a:gd name="connsiteX903" fmla="*/ 132588 w 904875"/>
                <a:gd name="connsiteY903" fmla="*/ 213169 h 581025"/>
                <a:gd name="connsiteX904" fmla="*/ 134779 w 904875"/>
                <a:gd name="connsiteY904" fmla="*/ 212503 h 581025"/>
                <a:gd name="connsiteX905" fmla="*/ 135922 w 904875"/>
                <a:gd name="connsiteY905" fmla="*/ 210407 h 581025"/>
                <a:gd name="connsiteX906" fmla="*/ 136684 w 904875"/>
                <a:gd name="connsiteY906" fmla="*/ 204311 h 581025"/>
                <a:gd name="connsiteX907" fmla="*/ 137636 w 904875"/>
                <a:gd name="connsiteY907" fmla="*/ 202692 h 581025"/>
                <a:gd name="connsiteX908" fmla="*/ 138875 w 904875"/>
                <a:gd name="connsiteY908" fmla="*/ 203454 h 581025"/>
                <a:gd name="connsiteX909" fmla="*/ 150209 w 904875"/>
                <a:gd name="connsiteY909" fmla="*/ 216789 h 581025"/>
                <a:gd name="connsiteX910" fmla="*/ 153734 w 904875"/>
                <a:gd name="connsiteY910" fmla="*/ 220027 h 581025"/>
                <a:gd name="connsiteX911" fmla="*/ 157448 w 904875"/>
                <a:gd name="connsiteY911" fmla="*/ 221742 h 581025"/>
                <a:gd name="connsiteX912" fmla="*/ 159829 w 904875"/>
                <a:gd name="connsiteY912" fmla="*/ 222123 h 581025"/>
                <a:gd name="connsiteX913" fmla="*/ 161354 w 904875"/>
                <a:gd name="connsiteY913" fmla="*/ 222028 h 581025"/>
                <a:gd name="connsiteX914" fmla="*/ 162877 w 904875"/>
                <a:gd name="connsiteY914" fmla="*/ 221647 h 581025"/>
                <a:gd name="connsiteX915" fmla="*/ 164402 w 904875"/>
                <a:gd name="connsiteY915" fmla="*/ 220885 h 581025"/>
                <a:gd name="connsiteX916" fmla="*/ 165735 w 904875"/>
                <a:gd name="connsiteY916" fmla="*/ 220694 h 581025"/>
                <a:gd name="connsiteX917" fmla="*/ 166973 w 904875"/>
                <a:gd name="connsiteY917" fmla="*/ 221456 h 581025"/>
                <a:gd name="connsiteX918" fmla="*/ 170307 w 904875"/>
                <a:gd name="connsiteY918" fmla="*/ 224980 h 581025"/>
                <a:gd name="connsiteX919" fmla="*/ 171069 w 904875"/>
                <a:gd name="connsiteY919" fmla="*/ 226219 h 581025"/>
                <a:gd name="connsiteX920" fmla="*/ 171545 w 904875"/>
                <a:gd name="connsiteY920" fmla="*/ 227552 h 581025"/>
                <a:gd name="connsiteX921" fmla="*/ 172212 w 904875"/>
                <a:gd name="connsiteY921" fmla="*/ 232981 h 581025"/>
                <a:gd name="connsiteX922" fmla="*/ 172879 w 904875"/>
                <a:gd name="connsiteY922" fmla="*/ 234220 h 581025"/>
                <a:gd name="connsiteX923" fmla="*/ 174403 w 904875"/>
                <a:gd name="connsiteY923" fmla="*/ 235077 h 581025"/>
                <a:gd name="connsiteX924" fmla="*/ 177070 w 904875"/>
                <a:gd name="connsiteY924" fmla="*/ 235363 h 581025"/>
                <a:gd name="connsiteX925" fmla="*/ 178308 w 904875"/>
                <a:gd name="connsiteY925" fmla="*/ 235744 h 581025"/>
                <a:gd name="connsiteX926" fmla="*/ 180404 w 904875"/>
                <a:gd name="connsiteY926" fmla="*/ 238030 h 581025"/>
                <a:gd name="connsiteX927" fmla="*/ 181737 w 904875"/>
                <a:gd name="connsiteY927" fmla="*/ 238506 h 581025"/>
                <a:gd name="connsiteX928" fmla="*/ 184499 w 904875"/>
                <a:gd name="connsiteY928" fmla="*/ 238601 h 581025"/>
                <a:gd name="connsiteX929" fmla="*/ 195644 w 904875"/>
                <a:gd name="connsiteY929" fmla="*/ 236887 h 581025"/>
                <a:gd name="connsiteX930" fmla="*/ 200215 w 904875"/>
                <a:gd name="connsiteY930" fmla="*/ 237268 h 581025"/>
                <a:gd name="connsiteX931" fmla="*/ 202597 w 904875"/>
                <a:gd name="connsiteY931" fmla="*/ 236982 h 581025"/>
                <a:gd name="connsiteX932" fmla="*/ 204978 w 904875"/>
                <a:gd name="connsiteY932" fmla="*/ 237268 h 581025"/>
                <a:gd name="connsiteX933" fmla="*/ 206597 w 904875"/>
                <a:gd name="connsiteY933" fmla="*/ 239077 h 581025"/>
                <a:gd name="connsiteX934" fmla="*/ 208026 w 904875"/>
                <a:gd name="connsiteY934" fmla="*/ 241363 h 581025"/>
                <a:gd name="connsiteX935" fmla="*/ 209836 w 904875"/>
                <a:gd name="connsiteY935" fmla="*/ 243078 h 581025"/>
                <a:gd name="connsiteX936" fmla="*/ 212217 w 904875"/>
                <a:gd name="connsiteY936" fmla="*/ 244030 h 581025"/>
                <a:gd name="connsiteX937" fmla="*/ 213455 w 904875"/>
                <a:gd name="connsiteY937" fmla="*/ 244792 h 581025"/>
                <a:gd name="connsiteX938" fmla="*/ 214122 w 904875"/>
                <a:gd name="connsiteY938" fmla="*/ 245745 h 581025"/>
                <a:gd name="connsiteX939" fmla="*/ 213931 w 904875"/>
                <a:gd name="connsiteY939" fmla="*/ 246888 h 581025"/>
                <a:gd name="connsiteX940" fmla="*/ 213074 w 904875"/>
                <a:gd name="connsiteY940" fmla="*/ 247555 h 581025"/>
                <a:gd name="connsiteX941" fmla="*/ 212027 w 904875"/>
                <a:gd name="connsiteY941" fmla="*/ 248031 h 581025"/>
                <a:gd name="connsiteX942" fmla="*/ 211169 w 904875"/>
                <a:gd name="connsiteY942" fmla="*/ 248698 h 581025"/>
                <a:gd name="connsiteX943" fmla="*/ 210693 w 904875"/>
                <a:gd name="connsiteY943" fmla="*/ 251936 h 581025"/>
                <a:gd name="connsiteX944" fmla="*/ 211741 w 904875"/>
                <a:gd name="connsiteY944" fmla="*/ 255461 h 581025"/>
                <a:gd name="connsiteX945" fmla="*/ 211931 w 904875"/>
                <a:gd name="connsiteY945" fmla="*/ 258223 h 581025"/>
                <a:gd name="connsiteX946" fmla="*/ 208788 w 904875"/>
                <a:gd name="connsiteY946" fmla="*/ 259461 h 581025"/>
                <a:gd name="connsiteX947" fmla="*/ 208788 w 904875"/>
                <a:gd name="connsiteY947" fmla="*/ 259461 h 581025"/>
                <a:gd name="connsiteX948" fmla="*/ 208788 w 904875"/>
                <a:gd name="connsiteY948" fmla="*/ 259461 h 581025"/>
                <a:gd name="connsiteX949" fmla="*/ 207836 w 904875"/>
                <a:gd name="connsiteY949" fmla="*/ 259747 h 581025"/>
                <a:gd name="connsiteX950" fmla="*/ 207264 w 904875"/>
                <a:gd name="connsiteY950" fmla="*/ 260413 h 581025"/>
                <a:gd name="connsiteX951" fmla="*/ 207169 w 904875"/>
                <a:gd name="connsiteY951" fmla="*/ 261366 h 581025"/>
                <a:gd name="connsiteX952" fmla="*/ 207740 w 904875"/>
                <a:gd name="connsiteY952" fmla="*/ 262414 h 581025"/>
                <a:gd name="connsiteX953" fmla="*/ 208502 w 904875"/>
                <a:gd name="connsiteY953" fmla="*/ 262795 h 581025"/>
                <a:gd name="connsiteX954" fmla="*/ 211265 w 904875"/>
                <a:gd name="connsiteY954" fmla="*/ 262699 h 581025"/>
                <a:gd name="connsiteX955" fmla="*/ 216789 w 904875"/>
                <a:gd name="connsiteY955" fmla="*/ 264795 h 581025"/>
                <a:gd name="connsiteX956" fmla="*/ 218313 w 904875"/>
                <a:gd name="connsiteY956" fmla="*/ 266128 h 581025"/>
                <a:gd name="connsiteX957" fmla="*/ 219551 w 904875"/>
                <a:gd name="connsiteY957" fmla="*/ 267938 h 581025"/>
                <a:gd name="connsiteX958" fmla="*/ 220123 w 904875"/>
                <a:gd name="connsiteY958" fmla="*/ 268891 h 581025"/>
                <a:gd name="connsiteX959" fmla="*/ 220885 w 904875"/>
                <a:gd name="connsiteY959" fmla="*/ 269748 h 581025"/>
                <a:gd name="connsiteX960" fmla="*/ 223361 w 904875"/>
                <a:gd name="connsiteY960" fmla="*/ 271272 h 581025"/>
                <a:gd name="connsiteX961" fmla="*/ 224123 w 904875"/>
                <a:gd name="connsiteY961" fmla="*/ 271939 h 581025"/>
                <a:gd name="connsiteX962" fmla="*/ 224790 w 904875"/>
                <a:gd name="connsiteY962" fmla="*/ 272796 h 581025"/>
                <a:gd name="connsiteX963" fmla="*/ 225266 w 904875"/>
                <a:gd name="connsiteY963" fmla="*/ 273748 h 581025"/>
                <a:gd name="connsiteX964" fmla="*/ 225361 w 904875"/>
                <a:gd name="connsiteY964" fmla="*/ 274701 h 581025"/>
                <a:gd name="connsiteX965" fmla="*/ 224790 w 904875"/>
                <a:gd name="connsiteY965" fmla="*/ 275653 h 581025"/>
                <a:gd name="connsiteX966" fmla="*/ 223933 w 904875"/>
                <a:gd name="connsiteY966" fmla="*/ 275749 h 581025"/>
                <a:gd name="connsiteX967" fmla="*/ 222885 w 904875"/>
                <a:gd name="connsiteY967" fmla="*/ 275272 h 581025"/>
                <a:gd name="connsiteX968" fmla="*/ 221075 w 904875"/>
                <a:gd name="connsiteY968" fmla="*/ 274130 h 581025"/>
                <a:gd name="connsiteX969" fmla="*/ 219075 w 904875"/>
                <a:gd name="connsiteY969" fmla="*/ 273463 h 581025"/>
                <a:gd name="connsiteX970" fmla="*/ 217456 w 904875"/>
                <a:gd name="connsiteY970" fmla="*/ 273653 h 581025"/>
                <a:gd name="connsiteX971" fmla="*/ 216027 w 904875"/>
                <a:gd name="connsiteY971" fmla="*/ 274606 h 581025"/>
                <a:gd name="connsiteX972" fmla="*/ 214694 w 904875"/>
                <a:gd name="connsiteY972" fmla="*/ 276511 h 581025"/>
                <a:gd name="connsiteX973" fmla="*/ 215170 w 904875"/>
                <a:gd name="connsiteY973" fmla="*/ 278987 h 581025"/>
                <a:gd name="connsiteX974" fmla="*/ 216789 w 904875"/>
                <a:gd name="connsiteY974" fmla="*/ 282130 h 581025"/>
                <a:gd name="connsiteX975" fmla="*/ 220313 w 904875"/>
                <a:gd name="connsiteY975" fmla="*/ 287084 h 581025"/>
                <a:gd name="connsiteX976" fmla="*/ 220790 w 904875"/>
                <a:gd name="connsiteY976" fmla="*/ 288417 h 581025"/>
                <a:gd name="connsiteX977" fmla="*/ 220027 w 904875"/>
                <a:gd name="connsiteY977" fmla="*/ 289274 h 581025"/>
                <a:gd name="connsiteX978" fmla="*/ 217837 w 904875"/>
                <a:gd name="connsiteY978" fmla="*/ 290322 h 581025"/>
                <a:gd name="connsiteX979" fmla="*/ 216979 w 904875"/>
                <a:gd name="connsiteY979" fmla="*/ 291084 h 581025"/>
                <a:gd name="connsiteX980" fmla="*/ 216313 w 904875"/>
                <a:gd name="connsiteY980" fmla="*/ 292036 h 581025"/>
                <a:gd name="connsiteX981" fmla="*/ 215932 w 904875"/>
                <a:gd name="connsiteY981" fmla="*/ 293275 h 581025"/>
                <a:gd name="connsiteX982" fmla="*/ 215265 w 904875"/>
                <a:gd name="connsiteY982" fmla="*/ 298894 h 581025"/>
                <a:gd name="connsiteX983" fmla="*/ 215646 w 904875"/>
                <a:gd name="connsiteY983" fmla="*/ 300514 h 581025"/>
                <a:gd name="connsiteX984" fmla="*/ 217170 w 904875"/>
                <a:gd name="connsiteY984" fmla="*/ 301942 h 581025"/>
                <a:gd name="connsiteX985" fmla="*/ 222980 w 904875"/>
                <a:gd name="connsiteY985" fmla="*/ 304895 h 581025"/>
                <a:gd name="connsiteX986" fmla="*/ 228029 w 904875"/>
                <a:gd name="connsiteY986" fmla="*/ 307467 h 581025"/>
                <a:gd name="connsiteX987" fmla="*/ 231172 w 904875"/>
                <a:gd name="connsiteY987" fmla="*/ 309848 h 581025"/>
                <a:gd name="connsiteX988" fmla="*/ 234029 w 904875"/>
                <a:gd name="connsiteY988" fmla="*/ 312706 h 581025"/>
                <a:gd name="connsiteX989" fmla="*/ 235553 w 904875"/>
                <a:gd name="connsiteY989" fmla="*/ 313753 h 581025"/>
                <a:gd name="connsiteX990" fmla="*/ 237363 w 904875"/>
                <a:gd name="connsiteY990" fmla="*/ 314325 h 581025"/>
                <a:gd name="connsiteX991" fmla="*/ 240506 w 904875"/>
                <a:gd name="connsiteY991" fmla="*/ 314230 h 581025"/>
                <a:gd name="connsiteX992" fmla="*/ 246888 w 904875"/>
                <a:gd name="connsiteY992" fmla="*/ 312134 h 581025"/>
                <a:gd name="connsiteX993" fmla="*/ 257461 w 904875"/>
                <a:gd name="connsiteY993" fmla="*/ 311467 h 581025"/>
                <a:gd name="connsiteX994" fmla="*/ 261175 w 904875"/>
                <a:gd name="connsiteY994" fmla="*/ 312325 h 581025"/>
                <a:gd name="connsiteX995" fmla="*/ 263652 w 904875"/>
                <a:gd name="connsiteY995" fmla="*/ 314896 h 581025"/>
                <a:gd name="connsiteX996" fmla="*/ 264033 w 904875"/>
                <a:gd name="connsiteY996" fmla="*/ 314611 h 581025"/>
                <a:gd name="connsiteX997" fmla="*/ 264414 w 904875"/>
                <a:gd name="connsiteY997" fmla="*/ 314230 h 581025"/>
                <a:gd name="connsiteX998" fmla="*/ 265081 w 904875"/>
                <a:gd name="connsiteY998" fmla="*/ 312992 h 581025"/>
                <a:gd name="connsiteX999" fmla="*/ 265367 w 904875"/>
                <a:gd name="connsiteY999" fmla="*/ 312420 h 581025"/>
                <a:gd name="connsiteX1000" fmla="*/ 265557 w 904875"/>
                <a:gd name="connsiteY1000" fmla="*/ 312611 h 581025"/>
                <a:gd name="connsiteX1001" fmla="*/ 265748 w 904875"/>
                <a:gd name="connsiteY1001" fmla="*/ 313277 h 581025"/>
                <a:gd name="connsiteX1002" fmla="*/ 266033 w 904875"/>
                <a:gd name="connsiteY1002" fmla="*/ 313944 h 581025"/>
                <a:gd name="connsiteX1003" fmla="*/ 269177 w 904875"/>
                <a:gd name="connsiteY1003" fmla="*/ 313372 h 581025"/>
                <a:gd name="connsiteX1004" fmla="*/ 270129 w 904875"/>
                <a:gd name="connsiteY1004" fmla="*/ 313372 h 581025"/>
                <a:gd name="connsiteX1005" fmla="*/ 275558 w 904875"/>
                <a:gd name="connsiteY1005" fmla="*/ 317182 h 581025"/>
                <a:gd name="connsiteX1006" fmla="*/ 277654 w 904875"/>
                <a:gd name="connsiteY1006" fmla="*/ 318040 h 581025"/>
                <a:gd name="connsiteX1007" fmla="*/ 279654 w 904875"/>
                <a:gd name="connsiteY1007" fmla="*/ 317944 h 581025"/>
                <a:gd name="connsiteX1008" fmla="*/ 281464 w 904875"/>
                <a:gd name="connsiteY1008" fmla="*/ 316992 h 581025"/>
                <a:gd name="connsiteX1009" fmla="*/ 282988 w 904875"/>
                <a:gd name="connsiteY1009" fmla="*/ 315373 h 581025"/>
                <a:gd name="connsiteX1010" fmla="*/ 283940 w 904875"/>
                <a:gd name="connsiteY1010" fmla="*/ 313182 h 581025"/>
                <a:gd name="connsiteX1011" fmla="*/ 285274 w 904875"/>
                <a:gd name="connsiteY1011" fmla="*/ 312420 h 581025"/>
                <a:gd name="connsiteX1012" fmla="*/ 285750 w 904875"/>
                <a:gd name="connsiteY1012" fmla="*/ 309944 h 581025"/>
                <a:gd name="connsiteX1013" fmla="*/ 286417 w 904875"/>
                <a:gd name="connsiteY1013" fmla="*/ 308515 h 581025"/>
                <a:gd name="connsiteX1014" fmla="*/ 287560 w 904875"/>
                <a:gd name="connsiteY1014" fmla="*/ 307943 h 581025"/>
                <a:gd name="connsiteX1015" fmla="*/ 289465 w 904875"/>
                <a:gd name="connsiteY1015" fmla="*/ 308134 h 581025"/>
                <a:gd name="connsiteX1016" fmla="*/ 294608 w 904875"/>
                <a:gd name="connsiteY1016" fmla="*/ 309467 h 581025"/>
                <a:gd name="connsiteX1017" fmla="*/ 299180 w 904875"/>
                <a:gd name="connsiteY1017" fmla="*/ 311467 h 581025"/>
                <a:gd name="connsiteX1018" fmla="*/ 310991 w 904875"/>
                <a:gd name="connsiteY1018" fmla="*/ 320135 h 581025"/>
                <a:gd name="connsiteX1019" fmla="*/ 312039 w 904875"/>
                <a:gd name="connsiteY1019" fmla="*/ 321278 h 581025"/>
                <a:gd name="connsiteX1020" fmla="*/ 315944 w 904875"/>
                <a:gd name="connsiteY1020" fmla="*/ 327755 h 581025"/>
                <a:gd name="connsiteX1021" fmla="*/ 316421 w 904875"/>
                <a:gd name="connsiteY1021" fmla="*/ 328898 h 581025"/>
                <a:gd name="connsiteX1022" fmla="*/ 316611 w 904875"/>
                <a:gd name="connsiteY1022" fmla="*/ 330327 h 581025"/>
                <a:gd name="connsiteX1023" fmla="*/ 316802 w 904875"/>
                <a:gd name="connsiteY1023" fmla="*/ 335185 h 581025"/>
                <a:gd name="connsiteX1024" fmla="*/ 317087 w 904875"/>
                <a:gd name="connsiteY1024" fmla="*/ 336232 h 581025"/>
                <a:gd name="connsiteX1025" fmla="*/ 316706 w 904875"/>
                <a:gd name="connsiteY1025" fmla="*/ 336709 h 581025"/>
                <a:gd name="connsiteX1026" fmla="*/ 317278 w 904875"/>
                <a:gd name="connsiteY1026" fmla="*/ 338042 h 581025"/>
                <a:gd name="connsiteX1027" fmla="*/ 318897 w 904875"/>
                <a:gd name="connsiteY1027" fmla="*/ 343853 h 581025"/>
                <a:gd name="connsiteX1028" fmla="*/ 319469 w 904875"/>
                <a:gd name="connsiteY1028" fmla="*/ 346996 h 581025"/>
                <a:gd name="connsiteX1029" fmla="*/ 319850 w 904875"/>
                <a:gd name="connsiteY1029" fmla="*/ 348520 h 581025"/>
                <a:gd name="connsiteX1030" fmla="*/ 320421 w 904875"/>
                <a:gd name="connsiteY1030" fmla="*/ 349472 h 581025"/>
                <a:gd name="connsiteX1031" fmla="*/ 322136 w 904875"/>
                <a:gd name="connsiteY1031" fmla="*/ 351377 h 581025"/>
                <a:gd name="connsiteX1032" fmla="*/ 322707 w 904875"/>
                <a:gd name="connsiteY1032" fmla="*/ 352330 h 581025"/>
                <a:gd name="connsiteX1033" fmla="*/ 323755 w 904875"/>
                <a:gd name="connsiteY1033" fmla="*/ 356616 h 581025"/>
                <a:gd name="connsiteX1034" fmla="*/ 324421 w 904875"/>
                <a:gd name="connsiteY1034" fmla="*/ 358045 h 581025"/>
                <a:gd name="connsiteX1035" fmla="*/ 326422 w 904875"/>
                <a:gd name="connsiteY1035" fmla="*/ 360617 h 581025"/>
                <a:gd name="connsiteX1036" fmla="*/ 326708 w 904875"/>
                <a:gd name="connsiteY1036" fmla="*/ 361283 h 581025"/>
                <a:gd name="connsiteX1037" fmla="*/ 327088 w 904875"/>
                <a:gd name="connsiteY1037" fmla="*/ 362903 h 581025"/>
                <a:gd name="connsiteX1038" fmla="*/ 327184 w 904875"/>
                <a:gd name="connsiteY1038" fmla="*/ 363093 h 581025"/>
                <a:gd name="connsiteX1039" fmla="*/ 327469 w 904875"/>
                <a:gd name="connsiteY1039" fmla="*/ 363569 h 581025"/>
                <a:gd name="connsiteX1040" fmla="*/ 328613 w 904875"/>
                <a:gd name="connsiteY1040" fmla="*/ 364426 h 581025"/>
                <a:gd name="connsiteX1041" fmla="*/ 331089 w 904875"/>
                <a:gd name="connsiteY1041" fmla="*/ 365188 h 581025"/>
                <a:gd name="connsiteX1042" fmla="*/ 335471 w 904875"/>
                <a:gd name="connsiteY1042" fmla="*/ 367665 h 581025"/>
                <a:gd name="connsiteX1043" fmla="*/ 335947 w 904875"/>
                <a:gd name="connsiteY1043" fmla="*/ 368332 h 581025"/>
                <a:gd name="connsiteX1044" fmla="*/ 336137 w 904875"/>
                <a:gd name="connsiteY1044" fmla="*/ 371284 h 581025"/>
                <a:gd name="connsiteX1045" fmla="*/ 336423 w 904875"/>
                <a:gd name="connsiteY1045" fmla="*/ 372523 h 581025"/>
                <a:gd name="connsiteX1046" fmla="*/ 337757 w 904875"/>
                <a:gd name="connsiteY1046" fmla="*/ 375285 h 581025"/>
                <a:gd name="connsiteX1047" fmla="*/ 338233 w 904875"/>
                <a:gd name="connsiteY1047" fmla="*/ 376523 h 581025"/>
                <a:gd name="connsiteX1048" fmla="*/ 338423 w 904875"/>
                <a:gd name="connsiteY1048" fmla="*/ 377857 h 581025"/>
                <a:gd name="connsiteX1049" fmla="*/ 338423 w 904875"/>
                <a:gd name="connsiteY1049" fmla="*/ 379667 h 581025"/>
                <a:gd name="connsiteX1050" fmla="*/ 338614 w 904875"/>
                <a:gd name="connsiteY1050" fmla="*/ 381095 h 581025"/>
                <a:gd name="connsiteX1051" fmla="*/ 340233 w 904875"/>
                <a:gd name="connsiteY1051" fmla="*/ 384619 h 581025"/>
                <a:gd name="connsiteX1052" fmla="*/ 340423 w 904875"/>
                <a:gd name="connsiteY1052" fmla="*/ 386048 h 581025"/>
                <a:gd name="connsiteX1053" fmla="*/ 340138 w 904875"/>
                <a:gd name="connsiteY1053" fmla="*/ 387286 h 581025"/>
                <a:gd name="connsiteX1054" fmla="*/ 339661 w 904875"/>
                <a:gd name="connsiteY1054" fmla="*/ 388525 h 581025"/>
                <a:gd name="connsiteX1055" fmla="*/ 339471 w 904875"/>
                <a:gd name="connsiteY1055" fmla="*/ 390049 h 581025"/>
                <a:gd name="connsiteX1056" fmla="*/ 339661 w 904875"/>
                <a:gd name="connsiteY1056" fmla="*/ 391668 h 581025"/>
                <a:gd name="connsiteX1057" fmla="*/ 340614 w 904875"/>
                <a:gd name="connsiteY1057" fmla="*/ 395478 h 581025"/>
                <a:gd name="connsiteX1058" fmla="*/ 341186 w 904875"/>
                <a:gd name="connsiteY1058" fmla="*/ 397288 h 581025"/>
                <a:gd name="connsiteX1059" fmla="*/ 344996 w 904875"/>
                <a:gd name="connsiteY1059" fmla="*/ 402050 h 581025"/>
                <a:gd name="connsiteX1060" fmla="*/ 345567 w 904875"/>
                <a:gd name="connsiteY1060" fmla="*/ 402336 h 581025"/>
                <a:gd name="connsiteX1061" fmla="*/ 348615 w 904875"/>
                <a:gd name="connsiteY1061" fmla="*/ 405384 h 581025"/>
                <a:gd name="connsiteX1062" fmla="*/ 354806 w 904875"/>
                <a:gd name="connsiteY1062" fmla="*/ 409766 h 581025"/>
                <a:gd name="connsiteX1063" fmla="*/ 361950 w 904875"/>
                <a:gd name="connsiteY1063" fmla="*/ 414909 h 581025"/>
                <a:gd name="connsiteX1064" fmla="*/ 370523 w 904875"/>
                <a:gd name="connsiteY1064" fmla="*/ 421005 h 581025"/>
                <a:gd name="connsiteX1065" fmla="*/ 387858 w 904875"/>
                <a:gd name="connsiteY1065" fmla="*/ 433388 h 581025"/>
                <a:gd name="connsiteX1066" fmla="*/ 395192 w 904875"/>
                <a:gd name="connsiteY1066" fmla="*/ 438626 h 581025"/>
                <a:gd name="connsiteX1067" fmla="*/ 398526 w 904875"/>
                <a:gd name="connsiteY1067" fmla="*/ 441770 h 581025"/>
                <a:gd name="connsiteX1068" fmla="*/ 404146 w 904875"/>
                <a:gd name="connsiteY1068" fmla="*/ 449675 h 581025"/>
                <a:gd name="connsiteX1069" fmla="*/ 407384 w 904875"/>
                <a:gd name="connsiteY1069" fmla="*/ 453009 h 581025"/>
                <a:gd name="connsiteX1070" fmla="*/ 413194 w 904875"/>
                <a:gd name="connsiteY1070" fmla="*/ 457200 h 581025"/>
                <a:gd name="connsiteX1071" fmla="*/ 420529 w 904875"/>
                <a:gd name="connsiteY1071" fmla="*/ 462439 h 581025"/>
                <a:gd name="connsiteX1072" fmla="*/ 429006 w 904875"/>
                <a:gd name="connsiteY1072" fmla="*/ 468535 h 581025"/>
                <a:gd name="connsiteX1073" fmla="*/ 430625 w 904875"/>
                <a:gd name="connsiteY1073" fmla="*/ 469392 h 581025"/>
                <a:gd name="connsiteX1074" fmla="*/ 432149 w 904875"/>
                <a:gd name="connsiteY1074" fmla="*/ 469678 h 581025"/>
                <a:gd name="connsiteX1075" fmla="*/ 433483 w 904875"/>
                <a:gd name="connsiteY1075" fmla="*/ 469392 h 581025"/>
                <a:gd name="connsiteX1076" fmla="*/ 437579 w 904875"/>
                <a:gd name="connsiteY1076" fmla="*/ 467392 h 581025"/>
                <a:gd name="connsiteX1077" fmla="*/ 439198 w 904875"/>
                <a:gd name="connsiteY1077" fmla="*/ 467201 h 581025"/>
                <a:gd name="connsiteX1078" fmla="*/ 440436 w 904875"/>
                <a:gd name="connsiteY1078" fmla="*/ 467963 h 581025"/>
                <a:gd name="connsiteX1079" fmla="*/ 442055 w 904875"/>
                <a:gd name="connsiteY1079" fmla="*/ 470059 h 581025"/>
                <a:gd name="connsiteX1080" fmla="*/ 445008 w 904875"/>
                <a:gd name="connsiteY1080" fmla="*/ 473964 h 581025"/>
                <a:gd name="connsiteX1081" fmla="*/ 456152 w 904875"/>
                <a:gd name="connsiteY1081" fmla="*/ 483298 h 581025"/>
                <a:gd name="connsiteX1082" fmla="*/ 462915 w 904875"/>
                <a:gd name="connsiteY1082" fmla="*/ 487204 h 581025"/>
                <a:gd name="connsiteX1083" fmla="*/ 470630 w 904875"/>
                <a:gd name="connsiteY1083" fmla="*/ 489966 h 581025"/>
                <a:gd name="connsiteX1084" fmla="*/ 474155 w 904875"/>
                <a:gd name="connsiteY1084" fmla="*/ 492157 h 581025"/>
                <a:gd name="connsiteX1085" fmla="*/ 481203 w 904875"/>
                <a:gd name="connsiteY1085" fmla="*/ 498538 h 581025"/>
                <a:gd name="connsiteX1086" fmla="*/ 486156 w 904875"/>
                <a:gd name="connsiteY1086" fmla="*/ 503110 h 581025"/>
                <a:gd name="connsiteX1087" fmla="*/ 493300 w 904875"/>
                <a:gd name="connsiteY1087" fmla="*/ 507873 h 581025"/>
                <a:gd name="connsiteX1088" fmla="*/ 498538 w 904875"/>
                <a:gd name="connsiteY1088" fmla="*/ 511397 h 581025"/>
                <a:gd name="connsiteX1089" fmla="*/ 507206 w 904875"/>
                <a:gd name="connsiteY1089" fmla="*/ 517208 h 581025"/>
                <a:gd name="connsiteX1090" fmla="*/ 510731 w 904875"/>
                <a:gd name="connsiteY1090" fmla="*/ 518350 h 581025"/>
                <a:gd name="connsiteX1091" fmla="*/ 514350 w 904875"/>
                <a:gd name="connsiteY1091" fmla="*/ 518065 h 581025"/>
                <a:gd name="connsiteX1092" fmla="*/ 515684 w 904875"/>
                <a:gd name="connsiteY1092" fmla="*/ 517303 h 581025"/>
                <a:gd name="connsiteX1093" fmla="*/ 518255 w 904875"/>
                <a:gd name="connsiteY1093" fmla="*/ 515302 h 581025"/>
                <a:gd name="connsiteX1094" fmla="*/ 519779 w 904875"/>
                <a:gd name="connsiteY1094" fmla="*/ 514731 h 581025"/>
                <a:gd name="connsiteX1095" fmla="*/ 521589 w 904875"/>
                <a:gd name="connsiteY1095" fmla="*/ 514921 h 581025"/>
                <a:gd name="connsiteX1096" fmla="*/ 526923 w 904875"/>
                <a:gd name="connsiteY1096" fmla="*/ 517493 h 581025"/>
                <a:gd name="connsiteX1097" fmla="*/ 530447 w 904875"/>
                <a:gd name="connsiteY1097" fmla="*/ 518065 h 581025"/>
                <a:gd name="connsiteX1098" fmla="*/ 531971 w 904875"/>
                <a:gd name="connsiteY1098" fmla="*/ 518827 h 581025"/>
                <a:gd name="connsiteX1099" fmla="*/ 535210 w 904875"/>
                <a:gd name="connsiteY1099" fmla="*/ 521398 h 581025"/>
                <a:gd name="connsiteX1100" fmla="*/ 538639 w 904875"/>
                <a:gd name="connsiteY1100" fmla="*/ 522351 h 581025"/>
                <a:gd name="connsiteX1101" fmla="*/ 540353 w 904875"/>
                <a:gd name="connsiteY1101" fmla="*/ 523113 h 581025"/>
                <a:gd name="connsiteX1102" fmla="*/ 541877 w 904875"/>
                <a:gd name="connsiteY1102" fmla="*/ 524542 h 581025"/>
                <a:gd name="connsiteX1103" fmla="*/ 544354 w 904875"/>
                <a:gd name="connsiteY1103" fmla="*/ 527590 h 581025"/>
                <a:gd name="connsiteX1104" fmla="*/ 549688 w 904875"/>
                <a:gd name="connsiteY1104" fmla="*/ 530066 h 581025"/>
                <a:gd name="connsiteX1105" fmla="*/ 551307 w 904875"/>
                <a:gd name="connsiteY1105" fmla="*/ 530543 h 581025"/>
                <a:gd name="connsiteX1106" fmla="*/ 555308 w 904875"/>
                <a:gd name="connsiteY1106" fmla="*/ 530543 h 581025"/>
                <a:gd name="connsiteX1107" fmla="*/ 557308 w 904875"/>
                <a:gd name="connsiteY1107" fmla="*/ 531114 h 581025"/>
                <a:gd name="connsiteX1108" fmla="*/ 559213 w 904875"/>
                <a:gd name="connsiteY1108" fmla="*/ 532067 h 581025"/>
                <a:gd name="connsiteX1109" fmla="*/ 561023 w 904875"/>
                <a:gd name="connsiteY1109" fmla="*/ 533305 h 581025"/>
                <a:gd name="connsiteX1110" fmla="*/ 561023 w 904875"/>
                <a:gd name="connsiteY1110" fmla="*/ 533305 h 581025"/>
                <a:gd name="connsiteX1111" fmla="*/ 561023 w 904875"/>
                <a:gd name="connsiteY1111" fmla="*/ 533305 h 581025"/>
                <a:gd name="connsiteX1112" fmla="*/ 561689 w 904875"/>
                <a:gd name="connsiteY1112" fmla="*/ 535114 h 581025"/>
                <a:gd name="connsiteX1113" fmla="*/ 562165 w 904875"/>
                <a:gd name="connsiteY1113" fmla="*/ 536448 h 581025"/>
                <a:gd name="connsiteX1114" fmla="*/ 560261 w 904875"/>
                <a:gd name="connsiteY1114" fmla="*/ 540258 h 581025"/>
                <a:gd name="connsiteX1115" fmla="*/ 557308 w 904875"/>
                <a:gd name="connsiteY1115" fmla="*/ 544068 h 581025"/>
                <a:gd name="connsiteX1116" fmla="*/ 555498 w 904875"/>
                <a:gd name="connsiteY1116" fmla="*/ 547306 h 581025"/>
                <a:gd name="connsiteX1117" fmla="*/ 555308 w 904875"/>
                <a:gd name="connsiteY1117" fmla="*/ 549878 h 581025"/>
                <a:gd name="connsiteX1118" fmla="*/ 555688 w 904875"/>
                <a:gd name="connsiteY1118" fmla="*/ 555117 h 581025"/>
                <a:gd name="connsiteX1119" fmla="*/ 555498 w 904875"/>
                <a:gd name="connsiteY1119" fmla="*/ 557784 h 581025"/>
                <a:gd name="connsiteX1120" fmla="*/ 554355 w 904875"/>
                <a:gd name="connsiteY1120" fmla="*/ 562261 h 581025"/>
                <a:gd name="connsiteX1121" fmla="*/ 554165 w 904875"/>
                <a:gd name="connsiteY1121" fmla="*/ 564642 h 581025"/>
                <a:gd name="connsiteX1122" fmla="*/ 554927 w 904875"/>
                <a:gd name="connsiteY1122" fmla="*/ 566547 h 581025"/>
                <a:gd name="connsiteX1123" fmla="*/ 555974 w 904875"/>
                <a:gd name="connsiteY1123" fmla="*/ 567404 h 581025"/>
                <a:gd name="connsiteX1124" fmla="*/ 556832 w 904875"/>
                <a:gd name="connsiteY1124" fmla="*/ 568262 h 581025"/>
                <a:gd name="connsiteX1125" fmla="*/ 557022 w 904875"/>
                <a:gd name="connsiteY1125" fmla="*/ 569309 h 581025"/>
                <a:gd name="connsiteX1126" fmla="*/ 556165 w 904875"/>
                <a:gd name="connsiteY1126" fmla="*/ 570643 h 581025"/>
                <a:gd name="connsiteX1127" fmla="*/ 555212 w 904875"/>
                <a:gd name="connsiteY1127" fmla="*/ 571691 h 581025"/>
                <a:gd name="connsiteX1128" fmla="*/ 554450 w 904875"/>
                <a:gd name="connsiteY1128" fmla="*/ 572834 h 581025"/>
                <a:gd name="connsiteX1129" fmla="*/ 554355 w 904875"/>
                <a:gd name="connsiteY1129" fmla="*/ 574072 h 581025"/>
                <a:gd name="connsiteX1130" fmla="*/ 555688 w 904875"/>
                <a:gd name="connsiteY1130" fmla="*/ 575120 h 581025"/>
                <a:gd name="connsiteX1131" fmla="*/ 556736 w 904875"/>
                <a:gd name="connsiteY1131" fmla="*/ 574834 h 581025"/>
                <a:gd name="connsiteX1132" fmla="*/ 558070 w 904875"/>
                <a:gd name="connsiteY1132" fmla="*/ 574738 h 581025"/>
                <a:gd name="connsiteX1133" fmla="*/ 559308 w 904875"/>
                <a:gd name="connsiteY1133" fmla="*/ 574929 h 581025"/>
                <a:gd name="connsiteX1134" fmla="*/ 562832 w 904875"/>
                <a:gd name="connsiteY1134" fmla="*/ 576358 h 581025"/>
                <a:gd name="connsiteX1135" fmla="*/ 563499 w 904875"/>
                <a:gd name="connsiteY1135" fmla="*/ 576453 h 581025"/>
                <a:gd name="connsiteX1136" fmla="*/ 564928 w 904875"/>
                <a:gd name="connsiteY1136" fmla="*/ 576548 h 581025"/>
                <a:gd name="connsiteX1137" fmla="*/ 565499 w 904875"/>
                <a:gd name="connsiteY1137" fmla="*/ 576358 h 581025"/>
                <a:gd name="connsiteX1138" fmla="*/ 566547 w 904875"/>
                <a:gd name="connsiteY1138" fmla="*/ 575501 h 581025"/>
                <a:gd name="connsiteX1139" fmla="*/ 567119 w 904875"/>
                <a:gd name="connsiteY1139" fmla="*/ 575310 h 581025"/>
                <a:gd name="connsiteX1140" fmla="*/ 573977 w 904875"/>
                <a:gd name="connsiteY1140" fmla="*/ 575024 h 581025"/>
                <a:gd name="connsiteX1141" fmla="*/ 578834 w 904875"/>
                <a:gd name="connsiteY1141" fmla="*/ 573881 h 581025"/>
                <a:gd name="connsiteX1142" fmla="*/ 581406 w 904875"/>
                <a:gd name="connsiteY1142" fmla="*/ 573976 h 581025"/>
                <a:gd name="connsiteX1143" fmla="*/ 582359 w 904875"/>
                <a:gd name="connsiteY1143" fmla="*/ 574453 h 581025"/>
                <a:gd name="connsiteX1144" fmla="*/ 584454 w 904875"/>
                <a:gd name="connsiteY1144" fmla="*/ 575977 h 581025"/>
                <a:gd name="connsiteX1145" fmla="*/ 585597 w 904875"/>
                <a:gd name="connsiteY1145" fmla="*/ 576263 h 581025"/>
                <a:gd name="connsiteX1146" fmla="*/ 586264 w 904875"/>
                <a:gd name="connsiteY1146" fmla="*/ 576834 h 581025"/>
                <a:gd name="connsiteX1147" fmla="*/ 587121 w 904875"/>
                <a:gd name="connsiteY1147" fmla="*/ 579692 h 581025"/>
                <a:gd name="connsiteX1148" fmla="*/ 587597 w 904875"/>
                <a:gd name="connsiteY1148" fmla="*/ 580644 h 581025"/>
                <a:gd name="connsiteX1149" fmla="*/ 588645 w 904875"/>
                <a:gd name="connsiteY1149" fmla="*/ 581311 h 581025"/>
                <a:gd name="connsiteX1150" fmla="*/ 591026 w 904875"/>
                <a:gd name="connsiteY1150" fmla="*/ 582168 h 581025"/>
                <a:gd name="connsiteX1151" fmla="*/ 592074 w 904875"/>
                <a:gd name="connsiteY1151" fmla="*/ 583121 h 581025"/>
                <a:gd name="connsiteX1152" fmla="*/ 592646 w 904875"/>
                <a:gd name="connsiteY1152" fmla="*/ 584263 h 581025"/>
                <a:gd name="connsiteX1153" fmla="*/ 593027 w 904875"/>
                <a:gd name="connsiteY1153" fmla="*/ 585502 h 581025"/>
                <a:gd name="connsiteX1154" fmla="*/ 593598 w 904875"/>
                <a:gd name="connsiteY1154" fmla="*/ 586550 h 581025"/>
                <a:gd name="connsiteX1155" fmla="*/ 594741 w 904875"/>
                <a:gd name="connsiteY1155" fmla="*/ 587026 h 581025"/>
                <a:gd name="connsiteX1156" fmla="*/ 595884 w 904875"/>
                <a:gd name="connsiteY1156" fmla="*/ 586835 h 581025"/>
                <a:gd name="connsiteX1157" fmla="*/ 597884 w 904875"/>
                <a:gd name="connsiteY1157" fmla="*/ 585502 h 581025"/>
                <a:gd name="connsiteX1158" fmla="*/ 599218 w 904875"/>
                <a:gd name="connsiteY1158" fmla="*/ 585216 h 581025"/>
                <a:gd name="connsiteX1159" fmla="*/ 600456 w 904875"/>
                <a:gd name="connsiteY1159" fmla="*/ 585121 h 581025"/>
                <a:gd name="connsiteX1160" fmla="*/ 601599 w 904875"/>
                <a:gd name="connsiteY1160" fmla="*/ 584835 h 581025"/>
                <a:gd name="connsiteX1161" fmla="*/ 602647 w 904875"/>
                <a:gd name="connsiteY1161" fmla="*/ 584263 h 581025"/>
                <a:gd name="connsiteX1162" fmla="*/ 603695 w 904875"/>
                <a:gd name="connsiteY1162" fmla="*/ 583501 h 581025"/>
                <a:gd name="connsiteX1163" fmla="*/ 605409 w 904875"/>
                <a:gd name="connsiteY1163" fmla="*/ 581787 h 581025"/>
                <a:gd name="connsiteX1164" fmla="*/ 606361 w 904875"/>
                <a:gd name="connsiteY1164" fmla="*/ 581025 h 581025"/>
                <a:gd name="connsiteX1165" fmla="*/ 607409 w 904875"/>
                <a:gd name="connsiteY1165" fmla="*/ 580739 h 581025"/>
                <a:gd name="connsiteX1166" fmla="*/ 608648 w 904875"/>
                <a:gd name="connsiteY1166" fmla="*/ 581311 h 581025"/>
                <a:gd name="connsiteX1167" fmla="*/ 609600 w 904875"/>
                <a:gd name="connsiteY1167" fmla="*/ 584073 h 581025"/>
                <a:gd name="connsiteX1168" fmla="*/ 610457 w 904875"/>
                <a:gd name="connsiteY1168" fmla="*/ 584835 h 581025"/>
                <a:gd name="connsiteX1169" fmla="*/ 611029 w 904875"/>
                <a:gd name="connsiteY1169" fmla="*/ 584645 h 581025"/>
                <a:gd name="connsiteX1170" fmla="*/ 611410 w 904875"/>
                <a:gd name="connsiteY1170" fmla="*/ 583978 h 581025"/>
                <a:gd name="connsiteX1171" fmla="*/ 611696 w 904875"/>
                <a:gd name="connsiteY1171" fmla="*/ 583311 h 581025"/>
                <a:gd name="connsiteX1172" fmla="*/ 611981 w 904875"/>
                <a:gd name="connsiteY1172" fmla="*/ 583025 h 581025"/>
                <a:gd name="connsiteX1173" fmla="*/ 612553 w 904875"/>
                <a:gd name="connsiteY1173" fmla="*/ 582930 h 581025"/>
                <a:gd name="connsiteX1174" fmla="*/ 613601 w 904875"/>
                <a:gd name="connsiteY1174" fmla="*/ 582644 h 581025"/>
                <a:gd name="connsiteX1175" fmla="*/ 614172 w 904875"/>
                <a:gd name="connsiteY1175" fmla="*/ 582549 h 581025"/>
                <a:gd name="connsiteX1176" fmla="*/ 614744 w 904875"/>
                <a:gd name="connsiteY1176" fmla="*/ 582739 h 581025"/>
                <a:gd name="connsiteX1177" fmla="*/ 615886 w 904875"/>
                <a:gd name="connsiteY1177" fmla="*/ 583597 h 581025"/>
                <a:gd name="connsiteX1178" fmla="*/ 616458 w 904875"/>
                <a:gd name="connsiteY1178" fmla="*/ 583883 h 581025"/>
                <a:gd name="connsiteX1179" fmla="*/ 617125 w 904875"/>
                <a:gd name="connsiteY1179" fmla="*/ 583978 h 581025"/>
                <a:gd name="connsiteX1180" fmla="*/ 619030 w 904875"/>
                <a:gd name="connsiteY1180" fmla="*/ 583883 h 581025"/>
                <a:gd name="connsiteX1181" fmla="*/ 620078 w 904875"/>
                <a:gd name="connsiteY1181" fmla="*/ 584168 h 581025"/>
                <a:gd name="connsiteX1182" fmla="*/ 621030 w 904875"/>
                <a:gd name="connsiteY1182" fmla="*/ 584740 h 581025"/>
                <a:gd name="connsiteX1183" fmla="*/ 621602 w 904875"/>
                <a:gd name="connsiteY1183" fmla="*/ 585597 h 581025"/>
                <a:gd name="connsiteX1184" fmla="*/ 621887 w 904875"/>
                <a:gd name="connsiteY1184" fmla="*/ 586835 h 581025"/>
                <a:gd name="connsiteX1185" fmla="*/ 622078 w 904875"/>
                <a:gd name="connsiteY1185" fmla="*/ 585883 h 581025"/>
                <a:gd name="connsiteX1186" fmla="*/ 623030 w 904875"/>
                <a:gd name="connsiteY1186" fmla="*/ 583883 h 581025"/>
                <a:gd name="connsiteX1187" fmla="*/ 623602 w 904875"/>
                <a:gd name="connsiteY1187" fmla="*/ 581692 h 581025"/>
                <a:gd name="connsiteX1188" fmla="*/ 623888 w 904875"/>
                <a:gd name="connsiteY1188" fmla="*/ 579310 h 581025"/>
                <a:gd name="connsiteX1189" fmla="*/ 623697 w 904875"/>
                <a:gd name="connsiteY1189" fmla="*/ 576548 h 581025"/>
                <a:gd name="connsiteX1190" fmla="*/ 622649 w 904875"/>
                <a:gd name="connsiteY1190" fmla="*/ 571309 h 581025"/>
                <a:gd name="connsiteX1191" fmla="*/ 622840 w 904875"/>
                <a:gd name="connsiteY1191" fmla="*/ 568547 h 581025"/>
                <a:gd name="connsiteX1192" fmla="*/ 624269 w 904875"/>
                <a:gd name="connsiteY1192" fmla="*/ 564451 h 581025"/>
                <a:gd name="connsiteX1193" fmla="*/ 626555 w 904875"/>
                <a:gd name="connsiteY1193" fmla="*/ 560546 h 581025"/>
                <a:gd name="connsiteX1194" fmla="*/ 629222 w 904875"/>
                <a:gd name="connsiteY1194" fmla="*/ 557117 h 581025"/>
                <a:gd name="connsiteX1195" fmla="*/ 632079 w 904875"/>
                <a:gd name="connsiteY1195" fmla="*/ 554355 h 581025"/>
                <a:gd name="connsiteX1196" fmla="*/ 635889 w 904875"/>
                <a:gd name="connsiteY1196" fmla="*/ 549021 h 581025"/>
                <a:gd name="connsiteX1197" fmla="*/ 637413 w 904875"/>
                <a:gd name="connsiteY1197" fmla="*/ 545973 h 581025"/>
                <a:gd name="connsiteX1198" fmla="*/ 639699 w 904875"/>
                <a:gd name="connsiteY1198" fmla="*/ 539210 h 581025"/>
                <a:gd name="connsiteX1199" fmla="*/ 640652 w 904875"/>
                <a:gd name="connsiteY1199" fmla="*/ 538258 h 581025"/>
                <a:gd name="connsiteX1200" fmla="*/ 642271 w 904875"/>
                <a:gd name="connsiteY1200" fmla="*/ 537686 h 581025"/>
                <a:gd name="connsiteX1201" fmla="*/ 644747 w 904875"/>
                <a:gd name="connsiteY1201" fmla="*/ 537305 h 581025"/>
                <a:gd name="connsiteX1202" fmla="*/ 645509 w 904875"/>
                <a:gd name="connsiteY1202" fmla="*/ 537020 h 581025"/>
                <a:gd name="connsiteX1203" fmla="*/ 645795 w 904875"/>
                <a:gd name="connsiteY1203" fmla="*/ 536829 h 581025"/>
                <a:gd name="connsiteX1204" fmla="*/ 646367 w 904875"/>
                <a:gd name="connsiteY1204" fmla="*/ 536448 h 581025"/>
                <a:gd name="connsiteX1205" fmla="*/ 646748 w 904875"/>
                <a:gd name="connsiteY1205" fmla="*/ 535591 h 581025"/>
                <a:gd name="connsiteX1206" fmla="*/ 646938 w 904875"/>
                <a:gd name="connsiteY1206" fmla="*/ 534543 h 581025"/>
                <a:gd name="connsiteX1207" fmla="*/ 647319 w 904875"/>
                <a:gd name="connsiteY1207" fmla="*/ 533400 h 581025"/>
                <a:gd name="connsiteX1208" fmla="*/ 647319 w 904875"/>
                <a:gd name="connsiteY1208" fmla="*/ 533400 h 581025"/>
                <a:gd name="connsiteX1209" fmla="*/ 647319 w 904875"/>
                <a:gd name="connsiteY1209" fmla="*/ 533400 h 581025"/>
                <a:gd name="connsiteX1210" fmla="*/ 647319 w 904875"/>
                <a:gd name="connsiteY1210" fmla="*/ 533400 h 581025"/>
                <a:gd name="connsiteX1211" fmla="*/ 647319 w 904875"/>
                <a:gd name="connsiteY1211" fmla="*/ 533400 h 581025"/>
                <a:gd name="connsiteX1212" fmla="*/ 647986 w 904875"/>
                <a:gd name="connsiteY1212" fmla="*/ 532162 h 581025"/>
                <a:gd name="connsiteX1213" fmla="*/ 650081 w 904875"/>
                <a:gd name="connsiteY1213" fmla="*/ 529018 h 581025"/>
                <a:gd name="connsiteX1214" fmla="*/ 651415 w 904875"/>
                <a:gd name="connsiteY1214" fmla="*/ 525304 h 581025"/>
                <a:gd name="connsiteX1215" fmla="*/ 652272 w 904875"/>
                <a:gd name="connsiteY1215" fmla="*/ 521398 h 581025"/>
                <a:gd name="connsiteX1216" fmla="*/ 652082 w 904875"/>
                <a:gd name="connsiteY1216" fmla="*/ 518827 h 581025"/>
                <a:gd name="connsiteX1217" fmla="*/ 650843 w 904875"/>
                <a:gd name="connsiteY1217" fmla="*/ 516826 h 581025"/>
                <a:gd name="connsiteX1218" fmla="*/ 646652 w 904875"/>
                <a:gd name="connsiteY1218" fmla="*/ 513112 h 581025"/>
                <a:gd name="connsiteX1219" fmla="*/ 643890 w 904875"/>
                <a:gd name="connsiteY1219" fmla="*/ 511588 h 581025"/>
                <a:gd name="connsiteX1220" fmla="*/ 643033 w 904875"/>
                <a:gd name="connsiteY1220" fmla="*/ 510635 h 581025"/>
                <a:gd name="connsiteX1221" fmla="*/ 641128 w 904875"/>
                <a:gd name="connsiteY1221" fmla="*/ 507111 h 581025"/>
                <a:gd name="connsiteX1222" fmla="*/ 639032 w 904875"/>
                <a:gd name="connsiteY1222" fmla="*/ 505111 h 581025"/>
                <a:gd name="connsiteX1223" fmla="*/ 638556 w 904875"/>
                <a:gd name="connsiteY1223" fmla="*/ 504158 h 581025"/>
                <a:gd name="connsiteX1224" fmla="*/ 638365 w 904875"/>
                <a:gd name="connsiteY1224" fmla="*/ 503206 h 581025"/>
                <a:gd name="connsiteX1225" fmla="*/ 638270 w 904875"/>
                <a:gd name="connsiteY1225" fmla="*/ 501110 h 581025"/>
                <a:gd name="connsiteX1226" fmla="*/ 637985 w 904875"/>
                <a:gd name="connsiteY1226" fmla="*/ 500063 h 581025"/>
                <a:gd name="connsiteX1227" fmla="*/ 636746 w 904875"/>
                <a:gd name="connsiteY1227" fmla="*/ 498158 h 581025"/>
                <a:gd name="connsiteX1228" fmla="*/ 636365 w 904875"/>
                <a:gd name="connsiteY1228" fmla="*/ 497300 h 581025"/>
                <a:gd name="connsiteX1229" fmla="*/ 636270 w 904875"/>
                <a:gd name="connsiteY1229" fmla="*/ 495871 h 581025"/>
                <a:gd name="connsiteX1230" fmla="*/ 636461 w 904875"/>
                <a:gd name="connsiteY1230" fmla="*/ 491966 h 581025"/>
                <a:gd name="connsiteX1231" fmla="*/ 636365 w 904875"/>
                <a:gd name="connsiteY1231" fmla="*/ 490633 h 581025"/>
                <a:gd name="connsiteX1232" fmla="*/ 635699 w 904875"/>
                <a:gd name="connsiteY1232" fmla="*/ 488156 h 581025"/>
                <a:gd name="connsiteX1233" fmla="*/ 635603 w 904875"/>
                <a:gd name="connsiteY1233" fmla="*/ 486918 h 581025"/>
                <a:gd name="connsiteX1234" fmla="*/ 635984 w 904875"/>
                <a:gd name="connsiteY1234" fmla="*/ 485870 h 581025"/>
                <a:gd name="connsiteX1235" fmla="*/ 637318 w 904875"/>
                <a:gd name="connsiteY1235" fmla="*/ 484918 h 581025"/>
                <a:gd name="connsiteX1236" fmla="*/ 637604 w 904875"/>
                <a:gd name="connsiteY1236" fmla="*/ 484537 h 581025"/>
                <a:gd name="connsiteX1237" fmla="*/ 637604 w 904875"/>
                <a:gd name="connsiteY1237" fmla="*/ 483775 h 581025"/>
                <a:gd name="connsiteX1238" fmla="*/ 637413 w 904875"/>
                <a:gd name="connsiteY1238" fmla="*/ 483108 h 581025"/>
                <a:gd name="connsiteX1239" fmla="*/ 637127 w 904875"/>
                <a:gd name="connsiteY1239" fmla="*/ 482537 h 581025"/>
                <a:gd name="connsiteX1240" fmla="*/ 636937 w 904875"/>
                <a:gd name="connsiteY1240" fmla="*/ 481870 h 581025"/>
                <a:gd name="connsiteX1241" fmla="*/ 637127 w 904875"/>
                <a:gd name="connsiteY1241" fmla="*/ 480441 h 581025"/>
                <a:gd name="connsiteX1242" fmla="*/ 637699 w 904875"/>
                <a:gd name="connsiteY1242" fmla="*/ 480060 h 581025"/>
                <a:gd name="connsiteX1243" fmla="*/ 638651 w 904875"/>
                <a:gd name="connsiteY1243" fmla="*/ 480060 h 581025"/>
                <a:gd name="connsiteX1244" fmla="*/ 639890 w 904875"/>
                <a:gd name="connsiteY1244" fmla="*/ 479774 h 581025"/>
                <a:gd name="connsiteX1245" fmla="*/ 640747 w 904875"/>
                <a:gd name="connsiteY1245" fmla="*/ 479203 h 581025"/>
                <a:gd name="connsiteX1246" fmla="*/ 641509 w 904875"/>
                <a:gd name="connsiteY1246" fmla="*/ 478441 h 581025"/>
                <a:gd name="connsiteX1247" fmla="*/ 642176 w 904875"/>
                <a:gd name="connsiteY1247" fmla="*/ 477488 h 581025"/>
                <a:gd name="connsiteX1248" fmla="*/ 642652 w 904875"/>
                <a:gd name="connsiteY1248" fmla="*/ 476345 h 581025"/>
                <a:gd name="connsiteX1249" fmla="*/ 642747 w 904875"/>
                <a:gd name="connsiteY1249" fmla="*/ 474821 h 581025"/>
                <a:gd name="connsiteX1250" fmla="*/ 642176 w 904875"/>
                <a:gd name="connsiteY1250" fmla="*/ 473488 h 581025"/>
                <a:gd name="connsiteX1251" fmla="*/ 641604 w 904875"/>
                <a:gd name="connsiteY1251" fmla="*/ 472726 h 581025"/>
                <a:gd name="connsiteX1252" fmla="*/ 640652 w 904875"/>
                <a:gd name="connsiteY1252" fmla="*/ 471297 h 581025"/>
                <a:gd name="connsiteX1253" fmla="*/ 638842 w 904875"/>
                <a:gd name="connsiteY1253" fmla="*/ 467392 h 581025"/>
                <a:gd name="connsiteX1254" fmla="*/ 638080 w 904875"/>
                <a:gd name="connsiteY1254" fmla="*/ 466439 h 581025"/>
                <a:gd name="connsiteX1255" fmla="*/ 638080 w 904875"/>
                <a:gd name="connsiteY1255" fmla="*/ 466439 h 581025"/>
                <a:gd name="connsiteX1256" fmla="*/ 638080 w 904875"/>
                <a:gd name="connsiteY1256" fmla="*/ 466439 h 581025"/>
                <a:gd name="connsiteX1257" fmla="*/ 638080 w 904875"/>
                <a:gd name="connsiteY1257" fmla="*/ 466439 h 581025"/>
                <a:gd name="connsiteX1258" fmla="*/ 637699 w 904875"/>
                <a:gd name="connsiteY1258" fmla="*/ 466344 h 581025"/>
                <a:gd name="connsiteX1259" fmla="*/ 637223 w 904875"/>
                <a:gd name="connsiteY1259" fmla="*/ 466344 h 581025"/>
                <a:gd name="connsiteX1260" fmla="*/ 636842 w 904875"/>
                <a:gd name="connsiteY1260" fmla="*/ 466344 h 581025"/>
                <a:gd name="connsiteX1261" fmla="*/ 636461 w 904875"/>
                <a:gd name="connsiteY1261" fmla="*/ 466439 h 581025"/>
                <a:gd name="connsiteX1262" fmla="*/ 635603 w 904875"/>
                <a:gd name="connsiteY1262" fmla="*/ 467106 h 581025"/>
                <a:gd name="connsiteX1263" fmla="*/ 634746 w 904875"/>
                <a:gd name="connsiteY1263" fmla="*/ 467392 h 581025"/>
                <a:gd name="connsiteX1264" fmla="*/ 633889 w 904875"/>
                <a:gd name="connsiteY1264" fmla="*/ 467201 h 581025"/>
                <a:gd name="connsiteX1265" fmla="*/ 633032 w 904875"/>
                <a:gd name="connsiteY1265" fmla="*/ 466439 h 581025"/>
                <a:gd name="connsiteX1266" fmla="*/ 632651 w 904875"/>
                <a:gd name="connsiteY1266" fmla="*/ 466154 h 581025"/>
                <a:gd name="connsiteX1267" fmla="*/ 631793 w 904875"/>
                <a:gd name="connsiteY1267" fmla="*/ 465868 h 581025"/>
                <a:gd name="connsiteX1268" fmla="*/ 631031 w 904875"/>
                <a:gd name="connsiteY1268" fmla="*/ 465868 h 581025"/>
                <a:gd name="connsiteX1269" fmla="*/ 630269 w 904875"/>
                <a:gd name="connsiteY1269" fmla="*/ 466058 h 581025"/>
                <a:gd name="connsiteX1270" fmla="*/ 629603 w 904875"/>
                <a:gd name="connsiteY1270" fmla="*/ 466439 h 581025"/>
                <a:gd name="connsiteX1271" fmla="*/ 629603 w 904875"/>
                <a:gd name="connsiteY1271" fmla="*/ 466439 h 581025"/>
                <a:gd name="connsiteX1272" fmla="*/ 629603 w 904875"/>
                <a:gd name="connsiteY1272" fmla="*/ 466439 h 581025"/>
                <a:gd name="connsiteX1273" fmla="*/ 629603 w 904875"/>
                <a:gd name="connsiteY1273" fmla="*/ 466439 h 581025"/>
                <a:gd name="connsiteX1274" fmla="*/ 629603 w 904875"/>
                <a:gd name="connsiteY1274" fmla="*/ 466439 h 581025"/>
                <a:gd name="connsiteX1275" fmla="*/ 625602 w 904875"/>
                <a:gd name="connsiteY1275" fmla="*/ 467773 h 581025"/>
                <a:gd name="connsiteX1276" fmla="*/ 624173 w 904875"/>
                <a:gd name="connsiteY1276" fmla="*/ 467773 h 581025"/>
                <a:gd name="connsiteX1277" fmla="*/ 617411 w 904875"/>
                <a:gd name="connsiteY1277" fmla="*/ 466725 h 581025"/>
                <a:gd name="connsiteX1278" fmla="*/ 616458 w 904875"/>
                <a:gd name="connsiteY1278" fmla="*/ 465868 h 581025"/>
                <a:gd name="connsiteX1279" fmla="*/ 616363 w 904875"/>
                <a:gd name="connsiteY1279" fmla="*/ 465772 h 581025"/>
                <a:gd name="connsiteX1280" fmla="*/ 616363 w 904875"/>
                <a:gd name="connsiteY1280" fmla="*/ 465772 h 581025"/>
                <a:gd name="connsiteX1281" fmla="*/ 616077 w 904875"/>
                <a:gd name="connsiteY1281" fmla="*/ 464153 h 581025"/>
                <a:gd name="connsiteX1282" fmla="*/ 616649 w 904875"/>
                <a:gd name="connsiteY1282" fmla="*/ 458914 h 581025"/>
                <a:gd name="connsiteX1283" fmla="*/ 616553 w 904875"/>
                <a:gd name="connsiteY1283" fmla="*/ 457962 h 581025"/>
                <a:gd name="connsiteX1284" fmla="*/ 616553 w 904875"/>
                <a:gd name="connsiteY1284" fmla="*/ 457962 h 581025"/>
                <a:gd name="connsiteX1285" fmla="*/ 616077 w 904875"/>
                <a:gd name="connsiteY1285" fmla="*/ 457105 h 581025"/>
                <a:gd name="connsiteX1286" fmla="*/ 615696 w 904875"/>
                <a:gd name="connsiteY1286" fmla="*/ 457009 h 581025"/>
                <a:gd name="connsiteX1287" fmla="*/ 614839 w 904875"/>
                <a:gd name="connsiteY1287" fmla="*/ 457200 h 581025"/>
                <a:gd name="connsiteX1288" fmla="*/ 614458 w 904875"/>
                <a:gd name="connsiteY1288" fmla="*/ 457105 h 581025"/>
                <a:gd name="connsiteX1289" fmla="*/ 614172 w 904875"/>
                <a:gd name="connsiteY1289" fmla="*/ 456819 h 581025"/>
                <a:gd name="connsiteX1290" fmla="*/ 613791 w 904875"/>
                <a:gd name="connsiteY1290" fmla="*/ 456057 h 581025"/>
                <a:gd name="connsiteX1291" fmla="*/ 613601 w 904875"/>
                <a:gd name="connsiteY1291" fmla="*/ 455771 h 581025"/>
                <a:gd name="connsiteX1292" fmla="*/ 611505 w 904875"/>
                <a:gd name="connsiteY1292" fmla="*/ 454914 h 581025"/>
                <a:gd name="connsiteX1293" fmla="*/ 607219 w 904875"/>
                <a:gd name="connsiteY1293" fmla="*/ 454723 h 581025"/>
                <a:gd name="connsiteX1294" fmla="*/ 600837 w 904875"/>
                <a:gd name="connsiteY1294" fmla="*/ 452438 h 581025"/>
                <a:gd name="connsiteX1295" fmla="*/ 599313 w 904875"/>
                <a:gd name="connsiteY1295" fmla="*/ 451104 h 581025"/>
                <a:gd name="connsiteX1296" fmla="*/ 599313 w 904875"/>
                <a:gd name="connsiteY1296" fmla="*/ 451104 h 581025"/>
                <a:gd name="connsiteX1297" fmla="*/ 598932 w 904875"/>
                <a:gd name="connsiteY1297" fmla="*/ 448437 h 581025"/>
                <a:gd name="connsiteX1298" fmla="*/ 599027 w 904875"/>
                <a:gd name="connsiteY1298" fmla="*/ 447484 h 581025"/>
                <a:gd name="connsiteX1299" fmla="*/ 599123 w 904875"/>
                <a:gd name="connsiteY1299" fmla="*/ 447008 h 581025"/>
                <a:gd name="connsiteX1300" fmla="*/ 599408 w 904875"/>
                <a:gd name="connsiteY1300" fmla="*/ 446722 h 581025"/>
                <a:gd name="connsiteX1301" fmla="*/ 599885 w 904875"/>
                <a:gd name="connsiteY1301" fmla="*/ 446246 h 581025"/>
                <a:gd name="connsiteX1302" fmla="*/ 600456 w 904875"/>
                <a:gd name="connsiteY1302" fmla="*/ 446056 h 581025"/>
                <a:gd name="connsiteX1303" fmla="*/ 600932 w 904875"/>
                <a:gd name="connsiteY1303" fmla="*/ 446246 h 581025"/>
                <a:gd name="connsiteX1304" fmla="*/ 601313 w 904875"/>
                <a:gd name="connsiteY1304" fmla="*/ 446151 h 581025"/>
                <a:gd name="connsiteX1305" fmla="*/ 601694 w 904875"/>
                <a:gd name="connsiteY1305" fmla="*/ 443865 h 581025"/>
                <a:gd name="connsiteX1306" fmla="*/ 602361 w 904875"/>
                <a:gd name="connsiteY1306" fmla="*/ 441579 h 581025"/>
                <a:gd name="connsiteX1307" fmla="*/ 602456 w 904875"/>
                <a:gd name="connsiteY1307" fmla="*/ 439102 h 581025"/>
                <a:gd name="connsiteX1308" fmla="*/ 602837 w 904875"/>
                <a:gd name="connsiteY1308" fmla="*/ 436340 h 581025"/>
                <a:gd name="connsiteX1309" fmla="*/ 603504 w 904875"/>
                <a:gd name="connsiteY1309" fmla="*/ 433768 h 581025"/>
                <a:gd name="connsiteX1310" fmla="*/ 603980 w 904875"/>
                <a:gd name="connsiteY1310" fmla="*/ 433197 h 581025"/>
                <a:gd name="connsiteX1311" fmla="*/ 604742 w 904875"/>
                <a:gd name="connsiteY1311" fmla="*/ 433102 h 581025"/>
                <a:gd name="connsiteX1312" fmla="*/ 606076 w 904875"/>
                <a:gd name="connsiteY1312" fmla="*/ 433292 h 581025"/>
                <a:gd name="connsiteX1313" fmla="*/ 606361 w 904875"/>
                <a:gd name="connsiteY1313" fmla="*/ 433197 h 581025"/>
                <a:gd name="connsiteX1314" fmla="*/ 606647 w 904875"/>
                <a:gd name="connsiteY1314" fmla="*/ 433102 h 581025"/>
                <a:gd name="connsiteX1315" fmla="*/ 606838 w 904875"/>
                <a:gd name="connsiteY1315" fmla="*/ 432911 h 581025"/>
                <a:gd name="connsiteX1316" fmla="*/ 607028 w 904875"/>
                <a:gd name="connsiteY1316" fmla="*/ 432625 h 581025"/>
                <a:gd name="connsiteX1317" fmla="*/ 607028 w 904875"/>
                <a:gd name="connsiteY1317" fmla="*/ 432625 h 581025"/>
                <a:gd name="connsiteX1318" fmla="*/ 606647 w 904875"/>
                <a:gd name="connsiteY1318" fmla="*/ 429577 h 581025"/>
                <a:gd name="connsiteX1319" fmla="*/ 607695 w 904875"/>
                <a:gd name="connsiteY1319" fmla="*/ 428530 h 581025"/>
                <a:gd name="connsiteX1320" fmla="*/ 611886 w 904875"/>
                <a:gd name="connsiteY1320" fmla="*/ 427863 h 581025"/>
                <a:gd name="connsiteX1321" fmla="*/ 616839 w 904875"/>
                <a:gd name="connsiteY1321" fmla="*/ 424339 h 581025"/>
                <a:gd name="connsiteX1322" fmla="*/ 618839 w 904875"/>
                <a:gd name="connsiteY1322" fmla="*/ 423672 h 581025"/>
                <a:gd name="connsiteX1323" fmla="*/ 621316 w 904875"/>
                <a:gd name="connsiteY1323" fmla="*/ 423767 h 581025"/>
                <a:gd name="connsiteX1324" fmla="*/ 639318 w 904875"/>
                <a:gd name="connsiteY1324" fmla="*/ 428434 h 581025"/>
                <a:gd name="connsiteX1325" fmla="*/ 647224 w 904875"/>
                <a:gd name="connsiteY1325" fmla="*/ 428720 h 581025"/>
                <a:gd name="connsiteX1326" fmla="*/ 651510 w 904875"/>
                <a:gd name="connsiteY1326" fmla="*/ 430244 h 581025"/>
                <a:gd name="connsiteX1327" fmla="*/ 654082 w 904875"/>
                <a:gd name="connsiteY1327" fmla="*/ 430435 h 581025"/>
                <a:gd name="connsiteX1328" fmla="*/ 656654 w 904875"/>
                <a:gd name="connsiteY1328" fmla="*/ 430149 h 581025"/>
                <a:gd name="connsiteX1329" fmla="*/ 659892 w 904875"/>
                <a:gd name="connsiteY1329" fmla="*/ 429292 h 581025"/>
                <a:gd name="connsiteX1330" fmla="*/ 660940 w 904875"/>
                <a:gd name="connsiteY1330" fmla="*/ 428816 h 581025"/>
                <a:gd name="connsiteX1331" fmla="*/ 660940 w 904875"/>
                <a:gd name="connsiteY1331" fmla="*/ 428816 h 581025"/>
                <a:gd name="connsiteX1332" fmla="*/ 660559 w 904875"/>
                <a:gd name="connsiteY1332" fmla="*/ 427958 h 581025"/>
                <a:gd name="connsiteX1333" fmla="*/ 660368 w 904875"/>
                <a:gd name="connsiteY1333" fmla="*/ 427577 h 581025"/>
                <a:gd name="connsiteX1334" fmla="*/ 661130 w 904875"/>
                <a:gd name="connsiteY1334" fmla="*/ 426530 h 581025"/>
                <a:gd name="connsiteX1335" fmla="*/ 663416 w 904875"/>
                <a:gd name="connsiteY1335" fmla="*/ 425101 h 581025"/>
                <a:gd name="connsiteX1336" fmla="*/ 664655 w 904875"/>
                <a:gd name="connsiteY1336" fmla="*/ 423767 h 581025"/>
                <a:gd name="connsiteX1337" fmla="*/ 665321 w 904875"/>
                <a:gd name="connsiteY1337" fmla="*/ 422434 h 581025"/>
                <a:gd name="connsiteX1338" fmla="*/ 665607 w 904875"/>
                <a:gd name="connsiteY1338" fmla="*/ 420814 h 581025"/>
                <a:gd name="connsiteX1339" fmla="*/ 666179 w 904875"/>
                <a:gd name="connsiteY1339" fmla="*/ 409766 h 581025"/>
                <a:gd name="connsiteX1340" fmla="*/ 666750 w 904875"/>
                <a:gd name="connsiteY1340" fmla="*/ 408337 h 581025"/>
                <a:gd name="connsiteX1341" fmla="*/ 667322 w 904875"/>
                <a:gd name="connsiteY1341" fmla="*/ 408337 h 581025"/>
                <a:gd name="connsiteX1342" fmla="*/ 667988 w 904875"/>
                <a:gd name="connsiteY1342" fmla="*/ 408622 h 581025"/>
                <a:gd name="connsiteX1343" fmla="*/ 669798 w 904875"/>
                <a:gd name="connsiteY1343" fmla="*/ 407003 h 581025"/>
                <a:gd name="connsiteX1344" fmla="*/ 670655 w 904875"/>
                <a:gd name="connsiteY1344" fmla="*/ 407670 h 581025"/>
                <a:gd name="connsiteX1345" fmla="*/ 672084 w 904875"/>
                <a:gd name="connsiteY1345" fmla="*/ 409956 h 581025"/>
                <a:gd name="connsiteX1346" fmla="*/ 672751 w 904875"/>
                <a:gd name="connsiteY1346" fmla="*/ 410337 h 581025"/>
                <a:gd name="connsiteX1347" fmla="*/ 673132 w 904875"/>
                <a:gd name="connsiteY1347" fmla="*/ 409861 h 581025"/>
                <a:gd name="connsiteX1348" fmla="*/ 673227 w 904875"/>
                <a:gd name="connsiteY1348" fmla="*/ 409194 h 581025"/>
                <a:gd name="connsiteX1349" fmla="*/ 673227 w 904875"/>
                <a:gd name="connsiteY1349" fmla="*/ 408813 h 581025"/>
                <a:gd name="connsiteX1350" fmla="*/ 673227 w 904875"/>
                <a:gd name="connsiteY1350" fmla="*/ 408718 h 581025"/>
                <a:gd name="connsiteX1351" fmla="*/ 673608 w 904875"/>
                <a:gd name="connsiteY1351" fmla="*/ 407670 h 581025"/>
                <a:gd name="connsiteX1352" fmla="*/ 673799 w 904875"/>
                <a:gd name="connsiteY1352" fmla="*/ 407575 h 581025"/>
                <a:gd name="connsiteX1353" fmla="*/ 674370 w 904875"/>
                <a:gd name="connsiteY1353" fmla="*/ 407480 h 581025"/>
                <a:gd name="connsiteX1354" fmla="*/ 674561 w 904875"/>
                <a:gd name="connsiteY1354" fmla="*/ 407384 h 581025"/>
                <a:gd name="connsiteX1355" fmla="*/ 675227 w 904875"/>
                <a:gd name="connsiteY1355" fmla="*/ 406051 h 581025"/>
                <a:gd name="connsiteX1356" fmla="*/ 675227 w 904875"/>
                <a:gd name="connsiteY1356" fmla="*/ 405098 h 581025"/>
                <a:gd name="connsiteX1357" fmla="*/ 674084 w 904875"/>
                <a:gd name="connsiteY1357" fmla="*/ 402622 h 581025"/>
                <a:gd name="connsiteX1358" fmla="*/ 673608 w 904875"/>
                <a:gd name="connsiteY1358" fmla="*/ 401098 h 581025"/>
                <a:gd name="connsiteX1359" fmla="*/ 673418 w 904875"/>
                <a:gd name="connsiteY1359" fmla="*/ 399859 h 581025"/>
                <a:gd name="connsiteX1360" fmla="*/ 673799 w 904875"/>
                <a:gd name="connsiteY1360" fmla="*/ 399288 h 581025"/>
                <a:gd name="connsiteX1361" fmla="*/ 674942 w 904875"/>
                <a:gd name="connsiteY1361" fmla="*/ 400050 h 581025"/>
                <a:gd name="connsiteX1362" fmla="*/ 675989 w 904875"/>
                <a:gd name="connsiteY1362" fmla="*/ 402431 h 581025"/>
                <a:gd name="connsiteX1363" fmla="*/ 676751 w 904875"/>
                <a:gd name="connsiteY1363" fmla="*/ 405384 h 581025"/>
                <a:gd name="connsiteX1364" fmla="*/ 677990 w 904875"/>
                <a:gd name="connsiteY1364" fmla="*/ 407289 h 581025"/>
                <a:gd name="connsiteX1365" fmla="*/ 680276 w 904875"/>
                <a:gd name="connsiteY1365" fmla="*/ 406337 h 581025"/>
                <a:gd name="connsiteX1366" fmla="*/ 680085 w 904875"/>
                <a:gd name="connsiteY1366" fmla="*/ 404813 h 581025"/>
                <a:gd name="connsiteX1367" fmla="*/ 675418 w 904875"/>
                <a:gd name="connsiteY1367" fmla="*/ 398431 h 581025"/>
                <a:gd name="connsiteX1368" fmla="*/ 675132 w 904875"/>
                <a:gd name="connsiteY1368" fmla="*/ 397764 h 581025"/>
                <a:gd name="connsiteX1369" fmla="*/ 675037 w 904875"/>
                <a:gd name="connsiteY1369" fmla="*/ 397097 h 581025"/>
                <a:gd name="connsiteX1370" fmla="*/ 675132 w 904875"/>
                <a:gd name="connsiteY1370" fmla="*/ 395669 h 581025"/>
                <a:gd name="connsiteX1371" fmla="*/ 674942 w 904875"/>
                <a:gd name="connsiteY1371" fmla="*/ 395192 h 581025"/>
                <a:gd name="connsiteX1372" fmla="*/ 673989 w 904875"/>
                <a:gd name="connsiteY1372" fmla="*/ 394430 h 581025"/>
                <a:gd name="connsiteX1373" fmla="*/ 673894 w 904875"/>
                <a:gd name="connsiteY1373" fmla="*/ 393859 h 581025"/>
                <a:gd name="connsiteX1374" fmla="*/ 674561 w 904875"/>
                <a:gd name="connsiteY1374" fmla="*/ 392621 h 581025"/>
                <a:gd name="connsiteX1375" fmla="*/ 675418 w 904875"/>
                <a:gd name="connsiteY1375" fmla="*/ 393287 h 581025"/>
                <a:gd name="connsiteX1376" fmla="*/ 676656 w 904875"/>
                <a:gd name="connsiteY1376" fmla="*/ 395478 h 581025"/>
                <a:gd name="connsiteX1377" fmla="*/ 677323 w 904875"/>
                <a:gd name="connsiteY1377" fmla="*/ 395288 h 581025"/>
                <a:gd name="connsiteX1378" fmla="*/ 679228 w 904875"/>
                <a:gd name="connsiteY1378" fmla="*/ 393668 h 581025"/>
                <a:gd name="connsiteX1379" fmla="*/ 680276 w 904875"/>
                <a:gd name="connsiteY1379" fmla="*/ 393287 h 581025"/>
                <a:gd name="connsiteX1380" fmla="*/ 684086 w 904875"/>
                <a:gd name="connsiteY1380" fmla="*/ 393859 h 581025"/>
                <a:gd name="connsiteX1381" fmla="*/ 685324 w 904875"/>
                <a:gd name="connsiteY1381" fmla="*/ 393668 h 581025"/>
                <a:gd name="connsiteX1382" fmla="*/ 685705 w 904875"/>
                <a:gd name="connsiteY1382" fmla="*/ 392811 h 581025"/>
                <a:gd name="connsiteX1383" fmla="*/ 685800 w 904875"/>
                <a:gd name="connsiteY1383" fmla="*/ 391859 h 581025"/>
                <a:gd name="connsiteX1384" fmla="*/ 685610 w 904875"/>
                <a:gd name="connsiteY1384" fmla="*/ 390811 h 581025"/>
                <a:gd name="connsiteX1385" fmla="*/ 685229 w 904875"/>
                <a:gd name="connsiteY1385" fmla="*/ 389858 h 581025"/>
                <a:gd name="connsiteX1386" fmla="*/ 682752 w 904875"/>
                <a:gd name="connsiteY1386" fmla="*/ 388048 h 581025"/>
                <a:gd name="connsiteX1387" fmla="*/ 670465 w 904875"/>
                <a:gd name="connsiteY1387" fmla="*/ 390430 h 581025"/>
                <a:gd name="connsiteX1388" fmla="*/ 669988 w 904875"/>
                <a:gd name="connsiteY1388" fmla="*/ 390525 h 581025"/>
                <a:gd name="connsiteX1389" fmla="*/ 668084 w 904875"/>
                <a:gd name="connsiteY1389" fmla="*/ 389763 h 581025"/>
                <a:gd name="connsiteX1390" fmla="*/ 665702 w 904875"/>
                <a:gd name="connsiteY1390" fmla="*/ 388239 h 581025"/>
                <a:gd name="connsiteX1391" fmla="*/ 664369 w 904875"/>
                <a:gd name="connsiteY1391" fmla="*/ 386715 h 581025"/>
                <a:gd name="connsiteX1392" fmla="*/ 665512 w 904875"/>
                <a:gd name="connsiteY1392" fmla="*/ 385953 h 581025"/>
                <a:gd name="connsiteX1393" fmla="*/ 667703 w 904875"/>
                <a:gd name="connsiteY1393" fmla="*/ 385382 h 581025"/>
                <a:gd name="connsiteX1394" fmla="*/ 670655 w 904875"/>
                <a:gd name="connsiteY1394" fmla="*/ 384619 h 581025"/>
                <a:gd name="connsiteX1395" fmla="*/ 671798 w 904875"/>
                <a:gd name="connsiteY1395" fmla="*/ 384524 h 581025"/>
                <a:gd name="connsiteX1396" fmla="*/ 674846 w 904875"/>
                <a:gd name="connsiteY1396" fmla="*/ 385096 h 581025"/>
                <a:gd name="connsiteX1397" fmla="*/ 676085 w 904875"/>
                <a:gd name="connsiteY1397" fmla="*/ 384905 h 581025"/>
                <a:gd name="connsiteX1398" fmla="*/ 677894 w 904875"/>
                <a:gd name="connsiteY1398" fmla="*/ 383857 h 581025"/>
                <a:gd name="connsiteX1399" fmla="*/ 678942 w 904875"/>
                <a:gd name="connsiteY1399" fmla="*/ 383381 h 581025"/>
                <a:gd name="connsiteX1400" fmla="*/ 687515 w 904875"/>
                <a:gd name="connsiteY1400" fmla="*/ 382048 h 581025"/>
                <a:gd name="connsiteX1401" fmla="*/ 688753 w 904875"/>
                <a:gd name="connsiteY1401" fmla="*/ 382238 h 581025"/>
                <a:gd name="connsiteX1402" fmla="*/ 690467 w 904875"/>
                <a:gd name="connsiteY1402" fmla="*/ 383096 h 581025"/>
                <a:gd name="connsiteX1403" fmla="*/ 692277 w 904875"/>
                <a:gd name="connsiteY1403" fmla="*/ 384048 h 581025"/>
                <a:gd name="connsiteX1404" fmla="*/ 697040 w 904875"/>
                <a:gd name="connsiteY1404" fmla="*/ 385477 h 581025"/>
                <a:gd name="connsiteX1405" fmla="*/ 699611 w 904875"/>
                <a:gd name="connsiteY1405" fmla="*/ 385572 h 581025"/>
                <a:gd name="connsiteX1406" fmla="*/ 701611 w 904875"/>
                <a:gd name="connsiteY1406" fmla="*/ 384619 h 581025"/>
                <a:gd name="connsiteX1407" fmla="*/ 701611 w 904875"/>
                <a:gd name="connsiteY1407" fmla="*/ 383000 h 581025"/>
                <a:gd name="connsiteX1408" fmla="*/ 697802 w 904875"/>
                <a:gd name="connsiteY1408" fmla="*/ 379571 h 581025"/>
                <a:gd name="connsiteX1409" fmla="*/ 697611 w 904875"/>
                <a:gd name="connsiteY1409" fmla="*/ 377571 h 581025"/>
                <a:gd name="connsiteX1410" fmla="*/ 699040 w 904875"/>
                <a:gd name="connsiteY1410" fmla="*/ 377380 h 581025"/>
                <a:gd name="connsiteX1411" fmla="*/ 701040 w 904875"/>
                <a:gd name="connsiteY1411" fmla="*/ 378142 h 581025"/>
                <a:gd name="connsiteX1412" fmla="*/ 702755 w 904875"/>
                <a:gd name="connsiteY1412" fmla="*/ 377857 h 581025"/>
                <a:gd name="connsiteX1413" fmla="*/ 703136 w 904875"/>
                <a:gd name="connsiteY1413" fmla="*/ 374523 h 581025"/>
                <a:gd name="connsiteX1414" fmla="*/ 702755 w 904875"/>
                <a:gd name="connsiteY1414" fmla="*/ 372999 h 581025"/>
                <a:gd name="connsiteX1415" fmla="*/ 702183 w 904875"/>
                <a:gd name="connsiteY1415" fmla="*/ 371665 h 581025"/>
                <a:gd name="connsiteX1416" fmla="*/ 700850 w 904875"/>
                <a:gd name="connsiteY1416" fmla="*/ 369189 h 581025"/>
                <a:gd name="connsiteX1417" fmla="*/ 700373 w 904875"/>
                <a:gd name="connsiteY1417" fmla="*/ 367951 h 581025"/>
                <a:gd name="connsiteX1418" fmla="*/ 699230 w 904875"/>
                <a:gd name="connsiteY1418" fmla="*/ 364046 h 581025"/>
                <a:gd name="connsiteX1419" fmla="*/ 699230 w 904875"/>
                <a:gd name="connsiteY1419" fmla="*/ 364046 h 581025"/>
                <a:gd name="connsiteX1420" fmla="*/ 697135 w 904875"/>
                <a:gd name="connsiteY1420" fmla="*/ 360426 h 581025"/>
                <a:gd name="connsiteX1421" fmla="*/ 697135 w 904875"/>
                <a:gd name="connsiteY1421" fmla="*/ 358997 h 581025"/>
                <a:gd name="connsiteX1422" fmla="*/ 699040 w 904875"/>
                <a:gd name="connsiteY1422" fmla="*/ 357664 h 581025"/>
                <a:gd name="connsiteX1423" fmla="*/ 702278 w 904875"/>
                <a:gd name="connsiteY1423" fmla="*/ 357378 h 581025"/>
                <a:gd name="connsiteX1424" fmla="*/ 703040 w 904875"/>
                <a:gd name="connsiteY1424" fmla="*/ 356902 h 581025"/>
                <a:gd name="connsiteX1425" fmla="*/ 703231 w 904875"/>
                <a:gd name="connsiteY1425" fmla="*/ 355949 h 581025"/>
                <a:gd name="connsiteX1426" fmla="*/ 702850 w 904875"/>
                <a:gd name="connsiteY1426" fmla="*/ 352234 h 581025"/>
                <a:gd name="connsiteX1427" fmla="*/ 702850 w 904875"/>
                <a:gd name="connsiteY1427" fmla="*/ 349663 h 581025"/>
                <a:gd name="connsiteX1428" fmla="*/ 703231 w 904875"/>
                <a:gd name="connsiteY1428" fmla="*/ 347567 h 581025"/>
                <a:gd name="connsiteX1429" fmla="*/ 704088 w 904875"/>
                <a:gd name="connsiteY1429" fmla="*/ 345757 h 581025"/>
                <a:gd name="connsiteX1430" fmla="*/ 705422 w 904875"/>
                <a:gd name="connsiteY1430" fmla="*/ 344043 h 581025"/>
                <a:gd name="connsiteX1431" fmla="*/ 706184 w 904875"/>
                <a:gd name="connsiteY1431" fmla="*/ 343376 h 581025"/>
                <a:gd name="connsiteX1432" fmla="*/ 707041 w 904875"/>
                <a:gd name="connsiteY1432" fmla="*/ 342900 h 581025"/>
                <a:gd name="connsiteX1433" fmla="*/ 708755 w 904875"/>
                <a:gd name="connsiteY1433" fmla="*/ 342328 h 581025"/>
                <a:gd name="connsiteX1434" fmla="*/ 709708 w 904875"/>
                <a:gd name="connsiteY1434" fmla="*/ 342424 h 581025"/>
                <a:gd name="connsiteX1435" fmla="*/ 710375 w 904875"/>
                <a:gd name="connsiteY1435" fmla="*/ 342995 h 581025"/>
                <a:gd name="connsiteX1436" fmla="*/ 711041 w 904875"/>
                <a:gd name="connsiteY1436" fmla="*/ 343662 h 581025"/>
                <a:gd name="connsiteX1437" fmla="*/ 711899 w 904875"/>
                <a:gd name="connsiteY1437" fmla="*/ 344138 h 581025"/>
                <a:gd name="connsiteX1438" fmla="*/ 713613 w 904875"/>
                <a:gd name="connsiteY1438" fmla="*/ 344329 h 581025"/>
                <a:gd name="connsiteX1439" fmla="*/ 714851 w 904875"/>
                <a:gd name="connsiteY1439" fmla="*/ 345472 h 581025"/>
                <a:gd name="connsiteX1440" fmla="*/ 716947 w 904875"/>
                <a:gd name="connsiteY1440" fmla="*/ 348710 h 581025"/>
                <a:gd name="connsiteX1441" fmla="*/ 717518 w 904875"/>
                <a:gd name="connsiteY1441" fmla="*/ 349282 h 581025"/>
                <a:gd name="connsiteX1442" fmla="*/ 718852 w 904875"/>
                <a:gd name="connsiteY1442" fmla="*/ 350139 h 581025"/>
                <a:gd name="connsiteX1443" fmla="*/ 719423 w 904875"/>
                <a:gd name="connsiteY1443" fmla="*/ 350806 h 581025"/>
                <a:gd name="connsiteX1444" fmla="*/ 720376 w 904875"/>
                <a:gd name="connsiteY1444" fmla="*/ 352425 h 581025"/>
                <a:gd name="connsiteX1445" fmla="*/ 720947 w 904875"/>
                <a:gd name="connsiteY1445" fmla="*/ 353187 h 581025"/>
                <a:gd name="connsiteX1446" fmla="*/ 721614 w 904875"/>
                <a:gd name="connsiteY1446" fmla="*/ 353759 h 581025"/>
                <a:gd name="connsiteX1447" fmla="*/ 723233 w 904875"/>
                <a:gd name="connsiteY1447" fmla="*/ 354330 h 581025"/>
                <a:gd name="connsiteX1448" fmla="*/ 724662 w 904875"/>
                <a:gd name="connsiteY1448" fmla="*/ 353854 h 581025"/>
                <a:gd name="connsiteX1449" fmla="*/ 725900 w 904875"/>
                <a:gd name="connsiteY1449" fmla="*/ 352711 h 581025"/>
                <a:gd name="connsiteX1450" fmla="*/ 728091 w 904875"/>
                <a:gd name="connsiteY1450" fmla="*/ 349948 h 581025"/>
                <a:gd name="connsiteX1451" fmla="*/ 729139 w 904875"/>
                <a:gd name="connsiteY1451" fmla="*/ 349091 h 581025"/>
                <a:gd name="connsiteX1452" fmla="*/ 730282 w 904875"/>
                <a:gd name="connsiteY1452" fmla="*/ 348520 h 581025"/>
                <a:gd name="connsiteX1453" fmla="*/ 739997 w 904875"/>
                <a:gd name="connsiteY1453" fmla="*/ 345472 h 581025"/>
                <a:gd name="connsiteX1454" fmla="*/ 744950 w 904875"/>
                <a:gd name="connsiteY1454" fmla="*/ 341662 h 581025"/>
                <a:gd name="connsiteX1455" fmla="*/ 750380 w 904875"/>
                <a:gd name="connsiteY1455" fmla="*/ 339471 h 581025"/>
                <a:gd name="connsiteX1456" fmla="*/ 754190 w 904875"/>
                <a:gd name="connsiteY1456" fmla="*/ 337185 h 581025"/>
                <a:gd name="connsiteX1457" fmla="*/ 757142 w 904875"/>
                <a:gd name="connsiteY1457" fmla="*/ 333756 h 581025"/>
                <a:gd name="connsiteX1458" fmla="*/ 758571 w 904875"/>
                <a:gd name="connsiteY1458" fmla="*/ 326422 h 581025"/>
                <a:gd name="connsiteX1459" fmla="*/ 760571 w 904875"/>
                <a:gd name="connsiteY1459" fmla="*/ 325946 h 581025"/>
                <a:gd name="connsiteX1460" fmla="*/ 762953 w 904875"/>
                <a:gd name="connsiteY1460" fmla="*/ 326898 h 581025"/>
                <a:gd name="connsiteX1461" fmla="*/ 763619 w 904875"/>
                <a:gd name="connsiteY1461" fmla="*/ 327565 h 581025"/>
                <a:gd name="connsiteX1462" fmla="*/ 764667 w 904875"/>
                <a:gd name="connsiteY1462" fmla="*/ 328708 h 581025"/>
                <a:gd name="connsiteX1463" fmla="*/ 764762 w 904875"/>
                <a:gd name="connsiteY1463" fmla="*/ 328898 h 581025"/>
                <a:gd name="connsiteX1464" fmla="*/ 764953 w 904875"/>
                <a:gd name="connsiteY1464" fmla="*/ 329089 h 581025"/>
                <a:gd name="connsiteX1465" fmla="*/ 766572 w 904875"/>
                <a:gd name="connsiteY1465" fmla="*/ 330517 h 581025"/>
                <a:gd name="connsiteX1466" fmla="*/ 776192 w 904875"/>
                <a:gd name="connsiteY1466" fmla="*/ 341376 h 581025"/>
                <a:gd name="connsiteX1467" fmla="*/ 776669 w 904875"/>
                <a:gd name="connsiteY1467" fmla="*/ 341947 h 581025"/>
                <a:gd name="connsiteX1468" fmla="*/ 776573 w 904875"/>
                <a:gd name="connsiteY1468" fmla="*/ 343186 h 581025"/>
                <a:gd name="connsiteX1469" fmla="*/ 775526 w 904875"/>
                <a:gd name="connsiteY1469" fmla="*/ 342805 h 581025"/>
                <a:gd name="connsiteX1470" fmla="*/ 773716 w 904875"/>
                <a:gd name="connsiteY1470" fmla="*/ 341186 h 581025"/>
                <a:gd name="connsiteX1471" fmla="*/ 772668 w 904875"/>
                <a:gd name="connsiteY1471" fmla="*/ 341281 h 581025"/>
                <a:gd name="connsiteX1472" fmla="*/ 772192 w 904875"/>
                <a:gd name="connsiteY1472" fmla="*/ 342138 h 581025"/>
                <a:gd name="connsiteX1473" fmla="*/ 772287 w 904875"/>
                <a:gd name="connsiteY1473" fmla="*/ 343376 h 581025"/>
                <a:gd name="connsiteX1474" fmla="*/ 773144 w 904875"/>
                <a:gd name="connsiteY1474" fmla="*/ 344424 h 581025"/>
                <a:gd name="connsiteX1475" fmla="*/ 778002 w 904875"/>
                <a:gd name="connsiteY1475" fmla="*/ 345567 h 581025"/>
                <a:gd name="connsiteX1476" fmla="*/ 780002 w 904875"/>
                <a:gd name="connsiteY1476" fmla="*/ 346710 h 581025"/>
                <a:gd name="connsiteX1477" fmla="*/ 779526 w 904875"/>
                <a:gd name="connsiteY1477" fmla="*/ 348996 h 581025"/>
                <a:gd name="connsiteX1478" fmla="*/ 779431 w 904875"/>
                <a:gd name="connsiteY1478" fmla="*/ 349567 h 581025"/>
                <a:gd name="connsiteX1479" fmla="*/ 779431 w 904875"/>
                <a:gd name="connsiteY1479" fmla="*/ 349567 h 581025"/>
                <a:gd name="connsiteX1480" fmla="*/ 778574 w 904875"/>
                <a:gd name="connsiteY1480" fmla="*/ 350044 h 581025"/>
                <a:gd name="connsiteX1481" fmla="*/ 778383 w 904875"/>
                <a:gd name="connsiteY1481" fmla="*/ 350330 h 581025"/>
                <a:gd name="connsiteX1482" fmla="*/ 778288 w 904875"/>
                <a:gd name="connsiteY1482" fmla="*/ 350615 h 581025"/>
                <a:gd name="connsiteX1483" fmla="*/ 778097 w 904875"/>
                <a:gd name="connsiteY1483" fmla="*/ 350901 h 581025"/>
                <a:gd name="connsiteX1484" fmla="*/ 777240 w 904875"/>
                <a:gd name="connsiteY1484" fmla="*/ 351092 h 581025"/>
                <a:gd name="connsiteX1485" fmla="*/ 776764 w 904875"/>
                <a:gd name="connsiteY1485" fmla="*/ 351282 h 581025"/>
                <a:gd name="connsiteX1486" fmla="*/ 776002 w 904875"/>
                <a:gd name="connsiteY1486" fmla="*/ 351853 h 581025"/>
                <a:gd name="connsiteX1487" fmla="*/ 775240 w 904875"/>
                <a:gd name="connsiteY1487" fmla="*/ 352615 h 581025"/>
                <a:gd name="connsiteX1488" fmla="*/ 772001 w 904875"/>
                <a:gd name="connsiteY1488" fmla="*/ 355282 h 581025"/>
                <a:gd name="connsiteX1489" fmla="*/ 770191 w 904875"/>
                <a:gd name="connsiteY1489" fmla="*/ 357569 h 581025"/>
                <a:gd name="connsiteX1490" fmla="*/ 769525 w 904875"/>
                <a:gd name="connsiteY1490" fmla="*/ 358140 h 581025"/>
                <a:gd name="connsiteX1491" fmla="*/ 768763 w 904875"/>
                <a:gd name="connsiteY1491" fmla="*/ 358521 h 581025"/>
                <a:gd name="connsiteX1492" fmla="*/ 768001 w 904875"/>
                <a:gd name="connsiteY1492" fmla="*/ 358711 h 581025"/>
                <a:gd name="connsiteX1493" fmla="*/ 767239 w 904875"/>
                <a:gd name="connsiteY1493" fmla="*/ 358997 h 581025"/>
                <a:gd name="connsiteX1494" fmla="*/ 766572 w 904875"/>
                <a:gd name="connsiteY1494" fmla="*/ 359759 h 581025"/>
                <a:gd name="connsiteX1495" fmla="*/ 765334 w 904875"/>
                <a:gd name="connsiteY1495" fmla="*/ 361950 h 581025"/>
                <a:gd name="connsiteX1496" fmla="*/ 764762 w 904875"/>
                <a:gd name="connsiteY1496" fmla="*/ 362617 h 581025"/>
                <a:gd name="connsiteX1497" fmla="*/ 764286 w 904875"/>
                <a:gd name="connsiteY1497" fmla="*/ 362807 h 581025"/>
                <a:gd name="connsiteX1498" fmla="*/ 760666 w 904875"/>
                <a:gd name="connsiteY1498" fmla="*/ 363665 h 581025"/>
                <a:gd name="connsiteX1499" fmla="*/ 759143 w 904875"/>
                <a:gd name="connsiteY1499" fmla="*/ 364712 h 581025"/>
                <a:gd name="connsiteX1500" fmla="*/ 758285 w 904875"/>
                <a:gd name="connsiteY1500" fmla="*/ 366046 h 581025"/>
                <a:gd name="connsiteX1501" fmla="*/ 758381 w 904875"/>
                <a:gd name="connsiteY1501" fmla="*/ 367474 h 581025"/>
                <a:gd name="connsiteX1502" fmla="*/ 758476 w 904875"/>
                <a:gd name="connsiteY1502" fmla="*/ 367760 h 581025"/>
                <a:gd name="connsiteX1503" fmla="*/ 758571 w 904875"/>
                <a:gd name="connsiteY1503" fmla="*/ 367951 h 581025"/>
                <a:gd name="connsiteX1504" fmla="*/ 759238 w 904875"/>
                <a:gd name="connsiteY1504" fmla="*/ 368998 h 581025"/>
                <a:gd name="connsiteX1505" fmla="*/ 759238 w 904875"/>
                <a:gd name="connsiteY1505" fmla="*/ 368998 h 581025"/>
                <a:gd name="connsiteX1506" fmla="*/ 759333 w 904875"/>
                <a:gd name="connsiteY1506" fmla="*/ 369094 h 581025"/>
                <a:gd name="connsiteX1507" fmla="*/ 759809 w 904875"/>
                <a:gd name="connsiteY1507" fmla="*/ 369665 h 581025"/>
                <a:gd name="connsiteX1508" fmla="*/ 760000 w 904875"/>
                <a:gd name="connsiteY1508" fmla="*/ 369951 h 581025"/>
                <a:gd name="connsiteX1509" fmla="*/ 759333 w 904875"/>
                <a:gd name="connsiteY1509" fmla="*/ 372332 h 581025"/>
                <a:gd name="connsiteX1510" fmla="*/ 762000 w 904875"/>
                <a:gd name="connsiteY1510" fmla="*/ 373475 h 581025"/>
                <a:gd name="connsiteX1511" fmla="*/ 763143 w 904875"/>
                <a:gd name="connsiteY1511" fmla="*/ 373761 h 581025"/>
                <a:gd name="connsiteX1512" fmla="*/ 764286 w 904875"/>
                <a:gd name="connsiteY1512" fmla="*/ 373666 h 581025"/>
                <a:gd name="connsiteX1513" fmla="*/ 765239 w 904875"/>
                <a:gd name="connsiteY1513" fmla="*/ 373380 h 581025"/>
                <a:gd name="connsiteX1514" fmla="*/ 766191 w 904875"/>
                <a:gd name="connsiteY1514" fmla="*/ 373285 h 581025"/>
                <a:gd name="connsiteX1515" fmla="*/ 767334 w 904875"/>
                <a:gd name="connsiteY1515" fmla="*/ 373761 h 581025"/>
                <a:gd name="connsiteX1516" fmla="*/ 768763 w 904875"/>
                <a:gd name="connsiteY1516" fmla="*/ 376047 h 581025"/>
                <a:gd name="connsiteX1517" fmla="*/ 769430 w 904875"/>
                <a:gd name="connsiteY1517" fmla="*/ 379190 h 581025"/>
                <a:gd name="connsiteX1518" fmla="*/ 770382 w 904875"/>
                <a:gd name="connsiteY1518" fmla="*/ 382143 h 581025"/>
                <a:gd name="connsiteX1519" fmla="*/ 772478 w 904875"/>
                <a:gd name="connsiteY1519" fmla="*/ 383667 h 581025"/>
                <a:gd name="connsiteX1520" fmla="*/ 774668 w 904875"/>
                <a:gd name="connsiteY1520" fmla="*/ 383762 h 581025"/>
                <a:gd name="connsiteX1521" fmla="*/ 776954 w 904875"/>
                <a:gd name="connsiteY1521" fmla="*/ 383572 h 581025"/>
                <a:gd name="connsiteX1522" fmla="*/ 784479 w 904875"/>
                <a:gd name="connsiteY1522" fmla="*/ 381286 h 581025"/>
                <a:gd name="connsiteX1523" fmla="*/ 789146 w 904875"/>
                <a:gd name="connsiteY1523" fmla="*/ 380905 h 581025"/>
                <a:gd name="connsiteX1524" fmla="*/ 790194 w 904875"/>
                <a:gd name="connsiteY1524" fmla="*/ 381000 h 581025"/>
                <a:gd name="connsiteX1525" fmla="*/ 792099 w 904875"/>
                <a:gd name="connsiteY1525" fmla="*/ 379095 h 581025"/>
                <a:gd name="connsiteX1526" fmla="*/ 795147 w 904875"/>
                <a:gd name="connsiteY1526" fmla="*/ 378523 h 581025"/>
                <a:gd name="connsiteX1527" fmla="*/ 801243 w 904875"/>
                <a:gd name="connsiteY1527" fmla="*/ 379381 h 581025"/>
                <a:gd name="connsiteX1528" fmla="*/ 802862 w 904875"/>
                <a:gd name="connsiteY1528" fmla="*/ 379190 h 581025"/>
                <a:gd name="connsiteX1529" fmla="*/ 803624 w 904875"/>
                <a:gd name="connsiteY1529" fmla="*/ 378047 h 581025"/>
                <a:gd name="connsiteX1530" fmla="*/ 804101 w 904875"/>
                <a:gd name="connsiteY1530" fmla="*/ 376523 h 581025"/>
                <a:gd name="connsiteX1531" fmla="*/ 804958 w 904875"/>
                <a:gd name="connsiteY1531" fmla="*/ 375285 h 581025"/>
                <a:gd name="connsiteX1532" fmla="*/ 805720 w 904875"/>
                <a:gd name="connsiteY1532" fmla="*/ 375094 h 581025"/>
                <a:gd name="connsiteX1533" fmla="*/ 806291 w 904875"/>
                <a:gd name="connsiteY1533" fmla="*/ 375475 h 581025"/>
                <a:gd name="connsiteX1534" fmla="*/ 806768 w 904875"/>
                <a:gd name="connsiteY1534" fmla="*/ 376238 h 581025"/>
                <a:gd name="connsiteX1535" fmla="*/ 807339 w 904875"/>
                <a:gd name="connsiteY1535" fmla="*/ 376904 h 581025"/>
                <a:gd name="connsiteX1536" fmla="*/ 808101 w 904875"/>
                <a:gd name="connsiteY1536" fmla="*/ 377190 h 581025"/>
                <a:gd name="connsiteX1537" fmla="*/ 808958 w 904875"/>
                <a:gd name="connsiteY1537" fmla="*/ 377285 h 581025"/>
                <a:gd name="connsiteX1538" fmla="*/ 810578 w 904875"/>
                <a:gd name="connsiteY1538" fmla="*/ 377095 h 581025"/>
                <a:gd name="connsiteX1539" fmla="*/ 811625 w 904875"/>
                <a:gd name="connsiteY1539" fmla="*/ 377190 h 581025"/>
                <a:gd name="connsiteX1540" fmla="*/ 813245 w 904875"/>
                <a:gd name="connsiteY1540" fmla="*/ 378714 h 581025"/>
                <a:gd name="connsiteX1541" fmla="*/ 815626 w 904875"/>
                <a:gd name="connsiteY1541" fmla="*/ 379476 h 581025"/>
                <a:gd name="connsiteX1542" fmla="*/ 816102 w 904875"/>
                <a:gd name="connsiteY1542" fmla="*/ 380333 h 581025"/>
                <a:gd name="connsiteX1543" fmla="*/ 816483 w 904875"/>
                <a:gd name="connsiteY1543" fmla="*/ 381381 h 581025"/>
                <a:gd name="connsiteX1544" fmla="*/ 817436 w 904875"/>
                <a:gd name="connsiteY1544" fmla="*/ 382334 h 581025"/>
                <a:gd name="connsiteX1545" fmla="*/ 818578 w 904875"/>
                <a:gd name="connsiteY1545" fmla="*/ 383000 h 581025"/>
                <a:gd name="connsiteX1546" fmla="*/ 819817 w 904875"/>
                <a:gd name="connsiteY1546" fmla="*/ 383476 h 581025"/>
                <a:gd name="connsiteX1547" fmla="*/ 822293 w 904875"/>
                <a:gd name="connsiteY1547" fmla="*/ 383953 h 581025"/>
                <a:gd name="connsiteX1548" fmla="*/ 823627 w 904875"/>
                <a:gd name="connsiteY1548" fmla="*/ 383857 h 581025"/>
                <a:gd name="connsiteX1549" fmla="*/ 824103 w 904875"/>
                <a:gd name="connsiteY1549" fmla="*/ 383096 h 581025"/>
                <a:gd name="connsiteX1550" fmla="*/ 824198 w 904875"/>
                <a:gd name="connsiteY1550" fmla="*/ 381857 h 581025"/>
                <a:gd name="connsiteX1551" fmla="*/ 824484 w 904875"/>
                <a:gd name="connsiteY1551" fmla="*/ 380524 h 581025"/>
                <a:gd name="connsiteX1552" fmla="*/ 825436 w 904875"/>
                <a:gd name="connsiteY1552" fmla="*/ 379667 h 581025"/>
                <a:gd name="connsiteX1553" fmla="*/ 826389 w 904875"/>
                <a:gd name="connsiteY1553" fmla="*/ 380428 h 581025"/>
                <a:gd name="connsiteX1554" fmla="*/ 827151 w 904875"/>
                <a:gd name="connsiteY1554" fmla="*/ 381953 h 581025"/>
                <a:gd name="connsiteX1555" fmla="*/ 827532 w 904875"/>
                <a:gd name="connsiteY1555" fmla="*/ 383381 h 581025"/>
                <a:gd name="connsiteX1556" fmla="*/ 827532 w 904875"/>
                <a:gd name="connsiteY1556" fmla="*/ 386239 h 581025"/>
                <a:gd name="connsiteX1557" fmla="*/ 827818 w 904875"/>
                <a:gd name="connsiteY1557" fmla="*/ 387286 h 581025"/>
                <a:gd name="connsiteX1558" fmla="*/ 828865 w 904875"/>
                <a:gd name="connsiteY1558" fmla="*/ 387763 h 581025"/>
                <a:gd name="connsiteX1559" fmla="*/ 829628 w 904875"/>
                <a:gd name="connsiteY1559" fmla="*/ 387572 h 581025"/>
                <a:gd name="connsiteX1560" fmla="*/ 832390 w 904875"/>
                <a:gd name="connsiteY1560" fmla="*/ 385953 h 581025"/>
                <a:gd name="connsiteX1561" fmla="*/ 833247 w 904875"/>
                <a:gd name="connsiteY1561" fmla="*/ 385096 h 581025"/>
                <a:gd name="connsiteX1562" fmla="*/ 833819 w 904875"/>
                <a:gd name="connsiteY1562" fmla="*/ 384143 h 581025"/>
                <a:gd name="connsiteX1563" fmla="*/ 834771 w 904875"/>
                <a:gd name="connsiteY1563" fmla="*/ 381953 h 581025"/>
                <a:gd name="connsiteX1564" fmla="*/ 836390 w 904875"/>
                <a:gd name="connsiteY1564" fmla="*/ 380333 h 581025"/>
                <a:gd name="connsiteX1565" fmla="*/ 838295 w 904875"/>
                <a:gd name="connsiteY1565" fmla="*/ 380238 h 581025"/>
                <a:gd name="connsiteX1566" fmla="*/ 840391 w 904875"/>
                <a:gd name="connsiteY1566" fmla="*/ 380714 h 581025"/>
                <a:gd name="connsiteX1567" fmla="*/ 842486 w 904875"/>
                <a:gd name="connsiteY1567" fmla="*/ 380905 h 581025"/>
                <a:gd name="connsiteX1568" fmla="*/ 843058 w 904875"/>
                <a:gd name="connsiteY1568" fmla="*/ 380714 h 581025"/>
                <a:gd name="connsiteX1569" fmla="*/ 843344 w 904875"/>
                <a:gd name="connsiteY1569" fmla="*/ 380619 h 581025"/>
                <a:gd name="connsiteX1570" fmla="*/ 843724 w 904875"/>
                <a:gd name="connsiteY1570" fmla="*/ 380714 h 581025"/>
                <a:gd name="connsiteX1571" fmla="*/ 844391 w 904875"/>
                <a:gd name="connsiteY1571" fmla="*/ 381000 h 581025"/>
                <a:gd name="connsiteX1572" fmla="*/ 845249 w 904875"/>
                <a:gd name="connsiteY1572" fmla="*/ 381095 h 581025"/>
                <a:gd name="connsiteX1573" fmla="*/ 846011 w 904875"/>
                <a:gd name="connsiteY1573" fmla="*/ 380905 h 581025"/>
                <a:gd name="connsiteX1574" fmla="*/ 846391 w 904875"/>
                <a:gd name="connsiteY1574" fmla="*/ 380143 h 581025"/>
                <a:gd name="connsiteX1575" fmla="*/ 846106 w 904875"/>
                <a:gd name="connsiteY1575" fmla="*/ 379571 h 581025"/>
                <a:gd name="connsiteX1576" fmla="*/ 845725 w 904875"/>
                <a:gd name="connsiteY1576" fmla="*/ 379381 h 581025"/>
                <a:gd name="connsiteX1577" fmla="*/ 845344 w 904875"/>
                <a:gd name="connsiteY1577" fmla="*/ 379095 h 581025"/>
                <a:gd name="connsiteX1578" fmla="*/ 843820 w 904875"/>
                <a:gd name="connsiteY1578" fmla="*/ 378428 h 581025"/>
                <a:gd name="connsiteX1579" fmla="*/ 842867 w 904875"/>
                <a:gd name="connsiteY1579" fmla="*/ 377666 h 581025"/>
                <a:gd name="connsiteX1580" fmla="*/ 842486 w 904875"/>
                <a:gd name="connsiteY1580" fmla="*/ 376619 h 581025"/>
                <a:gd name="connsiteX1581" fmla="*/ 842486 w 904875"/>
                <a:gd name="connsiteY1581" fmla="*/ 376619 h 581025"/>
                <a:gd name="connsiteX1582" fmla="*/ 842772 w 904875"/>
                <a:gd name="connsiteY1582" fmla="*/ 375666 h 581025"/>
                <a:gd name="connsiteX1583" fmla="*/ 847344 w 904875"/>
                <a:gd name="connsiteY1583" fmla="*/ 373380 h 581025"/>
                <a:gd name="connsiteX1584" fmla="*/ 848773 w 904875"/>
                <a:gd name="connsiteY1584" fmla="*/ 371951 h 581025"/>
                <a:gd name="connsiteX1585" fmla="*/ 849535 w 904875"/>
                <a:gd name="connsiteY1585" fmla="*/ 370046 h 581025"/>
                <a:gd name="connsiteX1586" fmla="*/ 849820 w 904875"/>
                <a:gd name="connsiteY1586" fmla="*/ 368713 h 581025"/>
                <a:gd name="connsiteX1587" fmla="*/ 850297 w 904875"/>
                <a:gd name="connsiteY1587" fmla="*/ 368046 h 581025"/>
                <a:gd name="connsiteX1588" fmla="*/ 853821 w 904875"/>
                <a:gd name="connsiteY1588" fmla="*/ 366141 h 581025"/>
                <a:gd name="connsiteX1589" fmla="*/ 854678 w 904875"/>
                <a:gd name="connsiteY1589" fmla="*/ 365950 h 581025"/>
                <a:gd name="connsiteX1590" fmla="*/ 857060 w 904875"/>
                <a:gd name="connsiteY1590" fmla="*/ 365855 h 581025"/>
                <a:gd name="connsiteX1591" fmla="*/ 857440 w 904875"/>
                <a:gd name="connsiteY1591" fmla="*/ 365855 h 581025"/>
                <a:gd name="connsiteX1592" fmla="*/ 858393 w 904875"/>
                <a:gd name="connsiteY1592" fmla="*/ 365950 h 581025"/>
                <a:gd name="connsiteX1593" fmla="*/ 858869 w 904875"/>
                <a:gd name="connsiteY1593" fmla="*/ 366332 h 581025"/>
                <a:gd name="connsiteX1594" fmla="*/ 858869 w 904875"/>
                <a:gd name="connsiteY1594" fmla="*/ 366332 h 581025"/>
                <a:gd name="connsiteX1595" fmla="*/ 858679 w 904875"/>
                <a:gd name="connsiteY1595" fmla="*/ 366998 h 581025"/>
                <a:gd name="connsiteX1596" fmla="*/ 857917 w 904875"/>
                <a:gd name="connsiteY1596" fmla="*/ 367284 h 581025"/>
                <a:gd name="connsiteX1597" fmla="*/ 857060 w 904875"/>
                <a:gd name="connsiteY1597" fmla="*/ 367379 h 581025"/>
                <a:gd name="connsiteX1598" fmla="*/ 856488 w 904875"/>
                <a:gd name="connsiteY1598" fmla="*/ 367570 h 581025"/>
                <a:gd name="connsiteX1599" fmla="*/ 856202 w 904875"/>
                <a:gd name="connsiteY1599" fmla="*/ 368236 h 581025"/>
                <a:gd name="connsiteX1600" fmla="*/ 856202 w 904875"/>
                <a:gd name="connsiteY1600" fmla="*/ 368236 h 581025"/>
                <a:gd name="connsiteX1601" fmla="*/ 856869 w 904875"/>
                <a:gd name="connsiteY1601" fmla="*/ 368427 h 581025"/>
                <a:gd name="connsiteX1602" fmla="*/ 859250 w 904875"/>
                <a:gd name="connsiteY1602" fmla="*/ 368332 h 581025"/>
                <a:gd name="connsiteX1603" fmla="*/ 860012 w 904875"/>
                <a:gd name="connsiteY1603" fmla="*/ 368617 h 581025"/>
                <a:gd name="connsiteX1604" fmla="*/ 863156 w 904875"/>
                <a:gd name="connsiteY1604" fmla="*/ 370427 h 581025"/>
                <a:gd name="connsiteX1605" fmla="*/ 864584 w 904875"/>
                <a:gd name="connsiteY1605" fmla="*/ 370999 h 581025"/>
                <a:gd name="connsiteX1606" fmla="*/ 865823 w 904875"/>
                <a:gd name="connsiteY1606" fmla="*/ 370713 h 581025"/>
                <a:gd name="connsiteX1607" fmla="*/ 866870 w 904875"/>
                <a:gd name="connsiteY1607" fmla="*/ 369284 h 581025"/>
                <a:gd name="connsiteX1608" fmla="*/ 867442 w 904875"/>
                <a:gd name="connsiteY1608" fmla="*/ 367570 h 581025"/>
                <a:gd name="connsiteX1609" fmla="*/ 867537 w 904875"/>
                <a:gd name="connsiteY1609" fmla="*/ 365950 h 581025"/>
                <a:gd name="connsiteX1610" fmla="*/ 867537 w 904875"/>
                <a:gd name="connsiteY1610" fmla="*/ 365950 h 581025"/>
                <a:gd name="connsiteX1611" fmla="*/ 867251 w 904875"/>
                <a:gd name="connsiteY1611" fmla="*/ 365188 h 581025"/>
                <a:gd name="connsiteX1612" fmla="*/ 867061 w 904875"/>
                <a:gd name="connsiteY1612" fmla="*/ 364617 h 581025"/>
                <a:gd name="connsiteX1613" fmla="*/ 867061 w 904875"/>
                <a:gd name="connsiteY1613" fmla="*/ 364617 h 581025"/>
                <a:gd name="connsiteX1614" fmla="*/ 864775 w 904875"/>
                <a:gd name="connsiteY1614" fmla="*/ 362998 h 581025"/>
                <a:gd name="connsiteX1615" fmla="*/ 864299 w 904875"/>
                <a:gd name="connsiteY1615" fmla="*/ 362331 h 581025"/>
                <a:gd name="connsiteX1616" fmla="*/ 864299 w 904875"/>
                <a:gd name="connsiteY1616" fmla="*/ 362331 h 581025"/>
                <a:gd name="connsiteX1617" fmla="*/ 864299 w 904875"/>
                <a:gd name="connsiteY1617" fmla="*/ 361569 h 581025"/>
                <a:gd name="connsiteX1618" fmla="*/ 864680 w 904875"/>
                <a:gd name="connsiteY1618" fmla="*/ 360426 h 581025"/>
                <a:gd name="connsiteX1619" fmla="*/ 864680 w 904875"/>
                <a:gd name="connsiteY1619" fmla="*/ 359188 h 581025"/>
                <a:gd name="connsiteX1620" fmla="*/ 864680 w 904875"/>
                <a:gd name="connsiteY1620" fmla="*/ 359188 h 581025"/>
                <a:gd name="connsiteX1621" fmla="*/ 863536 w 904875"/>
                <a:gd name="connsiteY1621" fmla="*/ 357283 h 581025"/>
                <a:gd name="connsiteX1622" fmla="*/ 863536 w 904875"/>
                <a:gd name="connsiteY1622" fmla="*/ 357283 h 581025"/>
                <a:gd name="connsiteX1623" fmla="*/ 863727 w 904875"/>
                <a:gd name="connsiteY1623" fmla="*/ 356140 h 581025"/>
                <a:gd name="connsiteX1624" fmla="*/ 865251 w 904875"/>
                <a:gd name="connsiteY1624" fmla="*/ 355473 h 581025"/>
                <a:gd name="connsiteX1625" fmla="*/ 866965 w 904875"/>
                <a:gd name="connsiteY1625" fmla="*/ 356997 h 581025"/>
                <a:gd name="connsiteX1626" fmla="*/ 868680 w 904875"/>
                <a:gd name="connsiteY1626" fmla="*/ 358997 h 581025"/>
                <a:gd name="connsiteX1627" fmla="*/ 870204 w 904875"/>
                <a:gd name="connsiteY1627" fmla="*/ 359759 h 581025"/>
                <a:gd name="connsiteX1628" fmla="*/ 872204 w 904875"/>
                <a:gd name="connsiteY1628" fmla="*/ 360045 h 581025"/>
                <a:gd name="connsiteX1629" fmla="*/ 875919 w 904875"/>
                <a:gd name="connsiteY1629" fmla="*/ 362617 h 581025"/>
                <a:gd name="connsiteX1630" fmla="*/ 878015 w 904875"/>
                <a:gd name="connsiteY1630" fmla="*/ 362521 h 581025"/>
                <a:gd name="connsiteX1631" fmla="*/ 878777 w 904875"/>
                <a:gd name="connsiteY1631" fmla="*/ 361855 h 581025"/>
                <a:gd name="connsiteX1632" fmla="*/ 879253 w 904875"/>
                <a:gd name="connsiteY1632" fmla="*/ 360997 h 581025"/>
                <a:gd name="connsiteX1633" fmla="*/ 879539 w 904875"/>
                <a:gd name="connsiteY1633" fmla="*/ 360045 h 581025"/>
                <a:gd name="connsiteX1634" fmla="*/ 879634 w 904875"/>
                <a:gd name="connsiteY1634" fmla="*/ 358997 h 581025"/>
                <a:gd name="connsiteX1635" fmla="*/ 880015 w 904875"/>
                <a:gd name="connsiteY1635" fmla="*/ 357854 h 581025"/>
                <a:gd name="connsiteX1636" fmla="*/ 880967 w 904875"/>
                <a:gd name="connsiteY1636" fmla="*/ 357854 h 581025"/>
                <a:gd name="connsiteX1637" fmla="*/ 882872 w 904875"/>
                <a:gd name="connsiteY1637" fmla="*/ 358711 h 581025"/>
                <a:gd name="connsiteX1638" fmla="*/ 884396 w 904875"/>
                <a:gd name="connsiteY1638" fmla="*/ 358045 h 581025"/>
                <a:gd name="connsiteX1639" fmla="*/ 884968 w 904875"/>
                <a:gd name="connsiteY1639" fmla="*/ 353473 h 581025"/>
                <a:gd name="connsiteX1640" fmla="*/ 886206 w 904875"/>
                <a:gd name="connsiteY1640" fmla="*/ 351568 h 581025"/>
                <a:gd name="connsiteX1641" fmla="*/ 888016 w 904875"/>
                <a:gd name="connsiteY1641" fmla="*/ 350806 h 581025"/>
                <a:gd name="connsiteX1642" fmla="*/ 891826 w 904875"/>
                <a:gd name="connsiteY1642" fmla="*/ 349853 h 581025"/>
                <a:gd name="connsiteX1643" fmla="*/ 896303 w 904875"/>
                <a:gd name="connsiteY1643" fmla="*/ 346996 h 581025"/>
                <a:gd name="connsiteX1644" fmla="*/ 901256 w 904875"/>
                <a:gd name="connsiteY1644" fmla="*/ 345186 h 581025"/>
                <a:gd name="connsiteX1645" fmla="*/ 903732 w 904875"/>
                <a:gd name="connsiteY1645" fmla="*/ 343757 h 581025"/>
                <a:gd name="connsiteX1646" fmla="*/ 905351 w 904875"/>
                <a:gd name="connsiteY1646" fmla="*/ 341662 h 581025"/>
                <a:gd name="connsiteX1647" fmla="*/ 904303 w 904875"/>
                <a:gd name="connsiteY1647" fmla="*/ 340519 h 581025"/>
                <a:gd name="connsiteX1648" fmla="*/ 771620 w 904875"/>
                <a:gd name="connsiteY1648" fmla="*/ 333184 h 581025"/>
                <a:gd name="connsiteX1649" fmla="*/ 770763 w 904875"/>
                <a:gd name="connsiteY1649" fmla="*/ 332327 h 581025"/>
                <a:gd name="connsiteX1650" fmla="*/ 769239 w 904875"/>
                <a:gd name="connsiteY1650" fmla="*/ 330232 h 581025"/>
                <a:gd name="connsiteX1651" fmla="*/ 768382 w 904875"/>
                <a:gd name="connsiteY1651" fmla="*/ 329374 h 581025"/>
                <a:gd name="connsiteX1652" fmla="*/ 768286 w 904875"/>
                <a:gd name="connsiteY1652" fmla="*/ 329279 h 581025"/>
                <a:gd name="connsiteX1653" fmla="*/ 767620 w 904875"/>
                <a:gd name="connsiteY1653" fmla="*/ 327850 h 581025"/>
                <a:gd name="connsiteX1654" fmla="*/ 768477 w 904875"/>
                <a:gd name="connsiteY1654" fmla="*/ 327660 h 581025"/>
                <a:gd name="connsiteX1655" fmla="*/ 769906 w 904875"/>
                <a:gd name="connsiteY1655" fmla="*/ 328327 h 581025"/>
                <a:gd name="connsiteX1656" fmla="*/ 771144 w 904875"/>
                <a:gd name="connsiteY1656" fmla="*/ 329470 h 581025"/>
                <a:gd name="connsiteX1657" fmla="*/ 771906 w 904875"/>
                <a:gd name="connsiteY1657" fmla="*/ 330708 h 581025"/>
                <a:gd name="connsiteX1658" fmla="*/ 772573 w 904875"/>
                <a:gd name="connsiteY1658" fmla="*/ 332422 h 581025"/>
                <a:gd name="connsiteX1659" fmla="*/ 772668 w 904875"/>
                <a:gd name="connsiteY1659" fmla="*/ 333565 h 581025"/>
                <a:gd name="connsiteX1660" fmla="*/ 771620 w 904875"/>
                <a:gd name="connsiteY1660" fmla="*/ 33318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</a:cxnLst>
              <a:rect l="l" t="t" r="r" b="b"/>
              <a:pathLst>
                <a:path w="904875" h="581025">
                  <a:moveTo>
                    <a:pt x="803148" y="394049"/>
                  </a:moveTo>
                  <a:lnTo>
                    <a:pt x="801815" y="394430"/>
                  </a:lnTo>
                  <a:lnTo>
                    <a:pt x="801529" y="394621"/>
                  </a:lnTo>
                  <a:lnTo>
                    <a:pt x="800957" y="395097"/>
                  </a:lnTo>
                  <a:lnTo>
                    <a:pt x="800672" y="395192"/>
                  </a:lnTo>
                  <a:lnTo>
                    <a:pt x="800290" y="395097"/>
                  </a:lnTo>
                  <a:lnTo>
                    <a:pt x="800100" y="395002"/>
                  </a:lnTo>
                  <a:lnTo>
                    <a:pt x="799910" y="394811"/>
                  </a:lnTo>
                  <a:lnTo>
                    <a:pt x="796957" y="393573"/>
                  </a:lnTo>
                  <a:lnTo>
                    <a:pt x="795528" y="392621"/>
                  </a:lnTo>
                  <a:lnTo>
                    <a:pt x="794671" y="391478"/>
                  </a:lnTo>
                  <a:lnTo>
                    <a:pt x="793909" y="389572"/>
                  </a:lnTo>
                  <a:lnTo>
                    <a:pt x="793052" y="387858"/>
                  </a:lnTo>
                  <a:lnTo>
                    <a:pt x="791813" y="387096"/>
                  </a:lnTo>
                  <a:lnTo>
                    <a:pt x="790194" y="387953"/>
                  </a:lnTo>
                  <a:lnTo>
                    <a:pt x="789241" y="390049"/>
                  </a:lnTo>
                  <a:lnTo>
                    <a:pt x="788956" y="391287"/>
                  </a:lnTo>
                  <a:lnTo>
                    <a:pt x="788861" y="392430"/>
                  </a:lnTo>
                  <a:lnTo>
                    <a:pt x="789146" y="393573"/>
                  </a:lnTo>
                  <a:lnTo>
                    <a:pt x="790480" y="396430"/>
                  </a:lnTo>
                  <a:lnTo>
                    <a:pt x="791051" y="397288"/>
                  </a:lnTo>
                  <a:lnTo>
                    <a:pt x="791718" y="397669"/>
                  </a:lnTo>
                  <a:lnTo>
                    <a:pt x="793147" y="397955"/>
                  </a:lnTo>
                  <a:lnTo>
                    <a:pt x="793718" y="398431"/>
                  </a:lnTo>
                  <a:lnTo>
                    <a:pt x="793909" y="400431"/>
                  </a:lnTo>
                  <a:lnTo>
                    <a:pt x="791623" y="403955"/>
                  </a:lnTo>
                  <a:lnTo>
                    <a:pt x="791718" y="405670"/>
                  </a:lnTo>
                  <a:lnTo>
                    <a:pt x="792385" y="406051"/>
                  </a:lnTo>
                  <a:lnTo>
                    <a:pt x="793147" y="405575"/>
                  </a:lnTo>
                  <a:lnTo>
                    <a:pt x="793909" y="404908"/>
                  </a:lnTo>
                  <a:lnTo>
                    <a:pt x="794480" y="404527"/>
                  </a:lnTo>
                  <a:lnTo>
                    <a:pt x="795528" y="404622"/>
                  </a:lnTo>
                  <a:lnTo>
                    <a:pt x="795814" y="405193"/>
                  </a:lnTo>
                  <a:lnTo>
                    <a:pt x="795909" y="405955"/>
                  </a:lnTo>
                  <a:lnTo>
                    <a:pt x="796481" y="406527"/>
                  </a:lnTo>
                  <a:lnTo>
                    <a:pt x="797243" y="406622"/>
                  </a:lnTo>
                  <a:lnTo>
                    <a:pt x="799719" y="405955"/>
                  </a:lnTo>
                  <a:lnTo>
                    <a:pt x="801529" y="405955"/>
                  </a:lnTo>
                  <a:lnTo>
                    <a:pt x="802291" y="405670"/>
                  </a:lnTo>
                  <a:lnTo>
                    <a:pt x="802862" y="404813"/>
                  </a:lnTo>
                  <a:lnTo>
                    <a:pt x="802957" y="402717"/>
                  </a:lnTo>
                  <a:lnTo>
                    <a:pt x="800672" y="400241"/>
                  </a:lnTo>
                  <a:lnTo>
                    <a:pt x="800576" y="398431"/>
                  </a:lnTo>
                  <a:lnTo>
                    <a:pt x="801434" y="397573"/>
                  </a:lnTo>
                  <a:lnTo>
                    <a:pt x="803910" y="395859"/>
                  </a:lnTo>
                  <a:lnTo>
                    <a:pt x="804291" y="394811"/>
                  </a:lnTo>
                  <a:lnTo>
                    <a:pt x="803910" y="394144"/>
                  </a:lnTo>
                  <a:lnTo>
                    <a:pt x="803148" y="394049"/>
                  </a:lnTo>
                  <a:close/>
                  <a:moveTo>
                    <a:pt x="831437" y="399097"/>
                  </a:moveTo>
                  <a:lnTo>
                    <a:pt x="829532" y="400526"/>
                  </a:lnTo>
                  <a:lnTo>
                    <a:pt x="828580" y="401002"/>
                  </a:lnTo>
                  <a:lnTo>
                    <a:pt x="827246" y="401098"/>
                  </a:lnTo>
                  <a:lnTo>
                    <a:pt x="826389" y="402146"/>
                  </a:lnTo>
                  <a:lnTo>
                    <a:pt x="826865" y="403098"/>
                  </a:lnTo>
                  <a:lnTo>
                    <a:pt x="828008" y="403955"/>
                  </a:lnTo>
                  <a:lnTo>
                    <a:pt x="829056" y="404431"/>
                  </a:lnTo>
                  <a:lnTo>
                    <a:pt x="830390" y="404813"/>
                  </a:lnTo>
                  <a:lnTo>
                    <a:pt x="831247" y="404622"/>
                  </a:lnTo>
                  <a:lnTo>
                    <a:pt x="831723" y="403765"/>
                  </a:lnTo>
                  <a:lnTo>
                    <a:pt x="832961" y="399383"/>
                  </a:lnTo>
                  <a:lnTo>
                    <a:pt x="832771" y="398717"/>
                  </a:lnTo>
                  <a:lnTo>
                    <a:pt x="831437" y="399097"/>
                  </a:lnTo>
                  <a:close/>
                  <a:moveTo>
                    <a:pt x="904303" y="340519"/>
                  </a:moveTo>
                  <a:lnTo>
                    <a:pt x="904303" y="340519"/>
                  </a:lnTo>
                  <a:lnTo>
                    <a:pt x="903827" y="340423"/>
                  </a:lnTo>
                  <a:lnTo>
                    <a:pt x="902684" y="340138"/>
                  </a:lnTo>
                  <a:lnTo>
                    <a:pt x="899541" y="340328"/>
                  </a:lnTo>
                  <a:lnTo>
                    <a:pt x="898493" y="339566"/>
                  </a:lnTo>
                  <a:lnTo>
                    <a:pt x="897731" y="338519"/>
                  </a:lnTo>
                  <a:lnTo>
                    <a:pt x="896874" y="337947"/>
                  </a:lnTo>
                  <a:lnTo>
                    <a:pt x="892969" y="339757"/>
                  </a:lnTo>
                  <a:lnTo>
                    <a:pt x="890492" y="341471"/>
                  </a:lnTo>
                  <a:lnTo>
                    <a:pt x="889826" y="341567"/>
                  </a:lnTo>
                  <a:lnTo>
                    <a:pt x="890016" y="340423"/>
                  </a:lnTo>
                  <a:lnTo>
                    <a:pt x="889826" y="338423"/>
                  </a:lnTo>
                  <a:lnTo>
                    <a:pt x="887825" y="337852"/>
                  </a:lnTo>
                  <a:lnTo>
                    <a:pt x="881062" y="338423"/>
                  </a:lnTo>
                  <a:lnTo>
                    <a:pt x="878777" y="338138"/>
                  </a:lnTo>
                  <a:lnTo>
                    <a:pt x="876776" y="337280"/>
                  </a:lnTo>
                  <a:lnTo>
                    <a:pt x="875157" y="335471"/>
                  </a:lnTo>
                  <a:lnTo>
                    <a:pt x="872871" y="331946"/>
                  </a:lnTo>
                  <a:lnTo>
                    <a:pt x="871728" y="331565"/>
                  </a:lnTo>
                  <a:lnTo>
                    <a:pt x="870395" y="331470"/>
                  </a:lnTo>
                  <a:lnTo>
                    <a:pt x="869442" y="330994"/>
                  </a:lnTo>
                  <a:lnTo>
                    <a:pt x="869442" y="329374"/>
                  </a:lnTo>
                  <a:lnTo>
                    <a:pt x="869537" y="328994"/>
                  </a:lnTo>
                  <a:lnTo>
                    <a:pt x="869537" y="328613"/>
                  </a:lnTo>
                  <a:lnTo>
                    <a:pt x="869347" y="328327"/>
                  </a:lnTo>
                  <a:lnTo>
                    <a:pt x="869061" y="328136"/>
                  </a:lnTo>
                  <a:lnTo>
                    <a:pt x="866299" y="327850"/>
                  </a:lnTo>
                  <a:lnTo>
                    <a:pt x="864775" y="327374"/>
                  </a:lnTo>
                  <a:lnTo>
                    <a:pt x="863632" y="326707"/>
                  </a:lnTo>
                  <a:lnTo>
                    <a:pt x="862108" y="324326"/>
                  </a:lnTo>
                  <a:lnTo>
                    <a:pt x="861441" y="323850"/>
                  </a:lnTo>
                  <a:lnTo>
                    <a:pt x="860489" y="324612"/>
                  </a:lnTo>
                  <a:lnTo>
                    <a:pt x="860203" y="325088"/>
                  </a:lnTo>
                  <a:lnTo>
                    <a:pt x="859631" y="326898"/>
                  </a:lnTo>
                  <a:lnTo>
                    <a:pt x="859250" y="327184"/>
                  </a:lnTo>
                  <a:lnTo>
                    <a:pt x="857345" y="327469"/>
                  </a:lnTo>
                  <a:lnTo>
                    <a:pt x="854297" y="328422"/>
                  </a:lnTo>
                  <a:lnTo>
                    <a:pt x="852678" y="328898"/>
                  </a:lnTo>
                  <a:lnTo>
                    <a:pt x="853440" y="327279"/>
                  </a:lnTo>
                  <a:lnTo>
                    <a:pt x="853821" y="326041"/>
                  </a:lnTo>
                  <a:lnTo>
                    <a:pt x="853821" y="324707"/>
                  </a:lnTo>
                  <a:lnTo>
                    <a:pt x="853345" y="321088"/>
                  </a:lnTo>
                  <a:lnTo>
                    <a:pt x="853249" y="319088"/>
                  </a:lnTo>
                  <a:lnTo>
                    <a:pt x="852964" y="317182"/>
                  </a:lnTo>
                  <a:lnTo>
                    <a:pt x="852392" y="315849"/>
                  </a:lnTo>
                  <a:lnTo>
                    <a:pt x="851059" y="315087"/>
                  </a:lnTo>
                  <a:lnTo>
                    <a:pt x="849820" y="315278"/>
                  </a:lnTo>
                  <a:lnTo>
                    <a:pt x="848582" y="316040"/>
                  </a:lnTo>
                  <a:lnTo>
                    <a:pt x="847439" y="317087"/>
                  </a:lnTo>
                  <a:lnTo>
                    <a:pt x="845915" y="318040"/>
                  </a:lnTo>
                  <a:lnTo>
                    <a:pt x="844963" y="317563"/>
                  </a:lnTo>
                  <a:lnTo>
                    <a:pt x="844201" y="316421"/>
                  </a:lnTo>
                  <a:lnTo>
                    <a:pt x="842962" y="315373"/>
                  </a:lnTo>
                  <a:lnTo>
                    <a:pt x="838772" y="316135"/>
                  </a:lnTo>
                  <a:lnTo>
                    <a:pt x="837438" y="315468"/>
                  </a:lnTo>
                  <a:lnTo>
                    <a:pt x="837152" y="312515"/>
                  </a:lnTo>
                  <a:lnTo>
                    <a:pt x="837248" y="309563"/>
                  </a:lnTo>
                  <a:lnTo>
                    <a:pt x="836962" y="307276"/>
                  </a:lnTo>
                  <a:lnTo>
                    <a:pt x="836105" y="305181"/>
                  </a:lnTo>
                  <a:lnTo>
                    <a:pt x="831152" y="297847"/>
                  </a:lnTo>
                  <a:lnTo>
                    <a:pt x="830770" y="297466"/>
                  </a:lnTo>
                  <a:lnTo>
                    <a:pt x="830294" y="297275"/>
                  </a:lnTo>
                  <a:lnTo>
                    <a:pt x="829913" y="297561"/>
                  </a:lnTo>
                  <a:lnTo>
                    <a:pt x="829913" y="298990"/>
                  </a:lnTo>
                  <a:lnTo>
                    <a:pt x="829532" y="299371"/>
                  </a:lnTo>
                  <a:lnTo>
                    <a:pt x="829056" y="299180"/>
                  </a:lnTo>
                  <a:lnTo>
                    <a:pt x="828770" y="298037"/>
                  </a:lnTo>
                  <a:lnTo>
                    <a:pt x="828199" y="297847"/>
                  </a:lnTo>
                  <a:lnTo>
                    <a:pt x="827913" y="298228"/>
                  </a:lnTo>
                  <a:lnTo>
                    <a:pt x="827723" y="298990"/>
                  </a:lnTo>
                  <a:lnTo>
                    <a:pt x="827437" y="299561"/>
                  </a:lnTo>
                  <a:lnTo>
                    <a:pt x="826961" y="299371"/>
                  </a:lnTo>
                  <a:lnTo>
                    <a:pt x="826961" y="298513"/>
                  </a:lnTo>
                  <a:lnTo>
                    <a:pt x="827913" y="294608"/>
                  </a:lnTo>
                  <a:lnTo>
                    <a:pt x="827913" y="293180"/>
                  </a:lnTo>
                  <a:lnTo>
                    <a:pt x="827627" y="291846"/>
                  </a:lnTo>
                  <a:lnTo>
                    <a:pt x="826961" y="290894"/>
                  </a:lnTo>
                  <a:lnTo>
                    <a:pt x="825818" y="290703"/>
                  </a:lnTo>
                  <a:lnTo>
                    <a:pt x="824674" y="291179"/>
                  </a:lnTo>
                  <a:lnTo>
                    <a:pt x="824008" y="291941"/>
                  </a:lnTo>
                  <a:lnTo>
                    <a:pt x="822960" y="294608"/>
                  </a:lnTo>
                  <a:lnTo>
                    <a:pt x="822960" y="294608"/>
                  </a:lnTo>
                  <a:lnTo>
                    <a:pt x="822960" y="294608"/>
                  </a:lnTo>
                  <a:lnTo>
                    <a:pt x="822960" y="294608"/>
                  </a:lnTo>
                  <a:lnTo>
                    <a:pt x="823532" y="295751"/>
                  </a:lnTo>
                  <a:lnTo>
                    <a:pt x="825056" y="297656"/>
                  </a:lnTo>
                  <a:lnTo>
                    <a:pt x="825246" y="298894"/>
                  </a:lnTo>
                  <a:lnTo>
                    <a:pt x="825056" y="300323"/>
                  </a:lnTo>
                  <a:lnTo>
                    <a:pt x="824294" y="302705"/>
                  </a:lnTo>
                  <a:lnTo>
                    <a:pt x="822579" y="306515"/>
                  </a:lnTo>
                  <a:lnTo>
                    <a:pt x="821150" y="308038"/>
                  </a:lnTo>
                  <a:lnTo>
                    <a:pt x="819340" y="308419"/>
                  </a:lnTo>
                  <a:lnTo>
                    <a:pt x="817055" y="307467"/>
                  </a:lnTo>
                  <a:lnTo>
                    <a:pt x="814483" y="305086"/>
                  </a:lnTo>
                  <a:lnTo>
                    <a:pt x="813721" y="304895"/>
                  </a:lnTo>
                  <a:lnTo>
                    <a:pt x="813435" y="305753"/>
                  </a:lnTo>
                  <a:lnTo>
                    <a:pt x="813911" y="317849"/>
                  </a:lnTo>
                  <a:lnTo>
                    <a:pt x="813626" y="320230"/>
                  </a:lnTo>
                  <a:lnTo>
                    <a:pt x="812482" y="321278"/>
                  </a:lnTo>
                  <a:lnTo>
                    <a:pt x="808863" y="318135"/>
                  </a:lnTo>
                  <a:lnTo>
                    <a:pt x="807530" y="319849"/>
                  </a:lnTo>
                  <a:lnTo>
                    <a:pt x="806958" y="321183"/>
                  </a:lnTo>
                  <a:lnTo>
                    <a:pt x="806291" y="321278"/>
                  </a:lnTo>
                  <a:lnTo>
                    <a:pt x="805624" y="320516"/>
                  </a:lnTo>
                  <a:lnTo>
                    <a:pt x="805148" y="319564"/>
                  </a:lnTo>
                  <a:lnTo>
                    <a:pt x="804482" y="316897"/>
                  </a:lnTo>
                  <a:lnTo>
                    <a:pt x="803910" y="316040"/>
                  </a:lnTo>
                  <a:lnTo>
                    <a:pt x="802672" y="315944"/>
                  </a:lnTo>
                  <a:lnTo>
                    <a:pt x="801624" y="316516"/>
                  </a:lnTo>
                  <a:lnTo>
                    <a:pt x="801529" y="317468"/>
                  </a:lnTo>
                  <a:lnTo>
                    <a:pt x="801815" y="318707"/>
                  </a:lnTo>
                  <a:lnTo>
                    <a:pt x="801910" y="320135"/>
                  </a:lnTo>
                  <a:lnTo>
                    <a:pt x="801434" y="321469"/>
                  </a:lnTo>
                  <a:lnTo>
                    <a:pt x="800576" y="320897"/>
                  </a:lnTo>
                  <a:lnTo>
                    <a:pt x="799243" y="318611"/>
                  </a:lnTo>
                  <a:lnTo>
                    <a:pt x="798386" y="317944"/>
                  </a:lnTo>
                  <a:lnTo>
                    <a:pt x="796385" y="317659"/>
                  </a:lnTo>
                  <a:lnTo>
                    <a:pt x="795433" y="317087"/>
                  </a:lnTo>
                  <a:lnTo>
                    <a:pt x="794385" y="316230"/>
                  </a:lnTo>
                  <a:lnTo>
                    <a:pt x="793242" y="315659"/>
                  </a:lnTo>
                  <a:lnTo>
                    <a:pt x="790765" y="315182"/>
                  </a:lnTo>
                  <a:lnTo>
                    <a:pt x="788480" y="315563"/>
                  </a:lnTo>
                  <a:lnTo>
                    <a:pt x="787432" y="315468"/>
                  </a:lnTo>
                  <a:lnTo>
                    <a:pt x="786479" y="314515"/>
                  </a:lnTo>
                  <a:lnTo>
                    <a:pt x="785717" y="313468"/>
                  </a:lnTo>
                  <a:lnTo>
                    <a:pt x="784860" y="312611"/>
                  </a:lnTo>
                  <a:lnTo>
                    <a:pt x="783907" y="311944"/>
                  </a:lnTo>
                  <a:lnTo>
                    <a:pt x="782860" y="311563"/>
                  </a:lnTo>
                  <a:lnTo>
                    <a:pt x="781717" y="311658"/>
                  </a:lnTo>
                  <a:lnTo>
                    <a:pt x="780669" y="312134"/>
                  </a:lnTo>
                  <a:lnTo>
                    <a:pt x="779812" y="312230"/>
                  </a:lnTo>
                  <a:lnTo>
                    <a:pt x="779145" y="311277"/>
                  </a:lnTo>
                  <a:lnTo>
                    <a:pt x="779050" y="310039"/>
                  </a:lnTo>
                  <a:lnTo>
                    <a:pt x="779812" y="305753"/>
                  </a:lnTo>
                  <a:lnTo>
                    <a:pt x="779716" y="304324"/>
                  </a:lnTo>
                  <a:lnTo>
                    <a:pt x="779240" y="302895"/>
                  </a:lnTo>
                  <a:lnTo>
                    <a:pt x="776287" y="297751"/>
                  </a:lnTo>
                  <a:lnTo>
                    <a:pt x="775430" y="296513"/>
                  </a:lnTo>
                  <a:lnTo>
                    <a:pt x="774478" y="295846"/>
                  </a:lnTo>
                  <a:lnTo>
                    <a:pt x="772668" y="296132"/>
                  </a:lnTo>
                  <a:lnTo>
                    <a:pt x="766191" y="299847"/>
                  </a:lnTo>
                  <a:lnTo>
                    <a:pt x="764381" y="300514"/>
                  </a:lnTo>
                  <a:lnTo>
                    <a:pt x="764000" y="300514"/>
                  </a:lnTo>
                  <a:lnTo>
                    <a:pt x="763048" y="300514"/>
                  </a:lnTo>
                  <a:lnTo>
                    <a:pt x="762286" y="299752"/>
                  </a:lnTo>
                  <a:lnTo>
                    <a:pt x="760952" y="297371"/>
                  </a:lnTo>
                  <a:lnTo>
                    <a:pt x="760190" y="296323"/>
                  </a:lnTo>
                  <a:lnTo>
                    <a:pt x="759333" y="295561"/>
                  </a:lnTo>
                  <a:lnTo>
                    <a:pt x="757333" y="294322"/>
                  </a:lnTo>
                  <a:lnTo>
                    <a:pt x="757333" y="294322"/>
                  </a:lnTo>
                  <a:lnTo>
                    <a:pt x="757333" y="294322"/>
                  </a:lnTo>
                  <a:lnTo>
                    <a:pt x="757333" y="294322"/>
                  </a:lnTo>
                  <a:lnTo>
                    <a:pt x="749903" y="293465"/>
                  </a:lnTo>
                  <a:lnTo>
                    <a:pt x="747998" y="292417"/>
                  </a:lnTo>
                  <a:lnTo>
                    <a:pt x="747046" y="290132"/>
                  </a:lnTo>
                  <a:lnTo>
                    <a:pt x="748189" y="288322"/>
                  </a:lnTo>
                  <a:lnTo>
                    <a:pt x="756761" y="283273"/>
                  </a:lnTo>
                  <a:lnTo>
                    <a:pt x="759905" y="280797"/>
                  </a:lnTo>
                  <a:lnTo>
                    <a:pt x="761619" y="279940"/>
                  </a:lnTo>
                  <a:lnTo>
                    <a:pt x="763238" y="278892"/>
                  </a:lnTo>
                  <a:lnTo>
                    <a:pt x="764477" y="277082"/>
                  </a:lnTo>
                  <a:lnTo>
                    <a:pt x="766001" y="273748"/>
                  </a:lnTo>
                  <a:lnTo>
                    <a:pt x="768286" y="271082"/>
                  </a:lnTo>
                  <a:lnTo>
                    <a:pt x="773525" y="266605"/>
                  </a:lnTo>
                  <a:lnTo>
                    <a:pt x="775145" y="265652"/>
                  </a:lnTo>
                  <a:lnTo>
                    <a:pt x="780383" y="265081"/>
                  </a:lnTo>
                  <a:lnTo>
                    <a:pt x="782193" y="264414"/>
                  </a:lnTo>
                  <a:lnTo>
                    <a:pt x="782765" y="263271"/>
                  </a:lnTo>
                  <a:lnTo>
                    <a:pt x="782955" y="259175"/>
                  </a:lnTo>
                  <a:lnTo>
                    <a:pt x="783907" y="256603"/>
                  </a:lnTo>
                  <a:lnTo>
                    <a:pt x="786098" y="256032"/>
                  </a:lnTo>
                  <a:lnTo>
                    <a:pt x="788670" y="256127"/>
                  </a:lnTo>
                  <a:lnTo>
                    <a:pt x="790861" y="255651"/>
                  </a:lnTo>
                  <a:lnTo>
                    <a:pt x="798290" y="250126"/>
                  </a:lnTo>
                  <a:lnTo>
                    <a:pt x="802672" y="248888"/>
                  </a:lnTo>
                  <a:lnTo>
                    <a:pt x="804672" y="247555"/>
                  </a:lnTo>
                  <a:lnTo>
                    <a:pt x="805434" y="244888"/>
                  </a:lnTo>
                  <a:lnTo>
                    <a:pt x="805244" y="244792"/>
                  </a:lnTo>
                  <a:lnTo>
                    <a:pt x="803529" y="244221"/>
                  </a:lnTo>
                  <a:lnTo>
                    <a:pt x="796099" y="238887"/>
                  </a:lnTo>
                  <a:lnTo>
                    <a:pt x="794385" y="238220"/>
                  </a:lnTo>
                  <a:lnTo>
                    <a:pt x="792670" y="238411"/>
                  </a:lnTo>
                  <a:lnTo>
                    <a:pt x="790289" y="240125"/>
                  </a:lnTo>
                  <a:lnTo>
                    <a:pt x="789146" y="241173"/>
                  </a:lnTo>
                  <a:lnTo>
                    <a:pt x="787336" y="242602"/>
                  </a:lnTo>
                  <a:lnTo>
                    <a:pt x="785527" y="244030"/>
                  </a:lnTo>
                  <a:lnTo>
                    <a:pt x="784574" y="244507"/>
                  </a:lnTo>
                  <a:lnTo>
                    <a:pt x="783622" y="244983"/>
                  </a:lnTo>
                  <a:lnTo>
                    <a:pt x="782669" y="245173"/>
                  </a:lnTo>
                  <a:lnTo>
                    <a:pt x="781622" y="245364"/>
                  </a:lnTo>
                  <a:lnTo>
                    <a:pt x="780383" y="244983"/>
                  </a:lnTo>
                  <a:lnTo>
                    <a:pt x="779145" y="244602"/>
                  </a:lnTo>
                  <a:lnTo>
                    <a:pt x="778478" y="244602"/>
                  </a:lnTo>
                  <a:lnTo>
                    <a:pt x="777811" y="244602"/>
                  </a:lnTo>
                  <a:lnTo>
                    <a:pt x="777431" y="245078"/>
                  </a:lnTo>
                  <a:lnTo>
                    <a:pt x="777049" y="245554"/>
                  </a:lnTo>
                  <a:lnTo>
                    <a:pt x="776859" y="246221"/>
                  </a:lnTo>
                  <a:lnTo>
                    <a:pt x="776669" y="246888"/>
                  </a:lnTo>
                  <a:lnTo>
                    <a:pt x="776383" y="247364"/>
                  </a:lnTo>
                  <a:lnTo>
                    <a:pt x="776097" y="247840"/>
                  </a:lnTo>
                  <a:lnTo>
                    <a:pt x="775335" y="248698"/>
                  </a:lnTo>
                  <a:lnTo>
                    <a:pt x="774573" y="249555"/>
                  </a:lnTo>
                  <a:lnTo>
                    <a:pt x="774002" y="250698"/>
                  </a:lnTo>
                  <a:lnTo>
                    <a:pt x="773430" y="251841"/>
                  </a:lnTo>
                  <a:lnTo>
                    <a:pt x="772954" y="253174"/>
                  </a:lnTo>
                  <a:lnTo>
                    <a:pt x="772478" y="254508"/>
                  </a:lnTo>
                  <a:lnTo>
                    <a:pt x="771906" y="255556"/>
                  </a:lnTo>
                  <a:lnTo>
                    <a:pt x="771335" y="256603"/>
                  </a:lnTo>
                  <a:lnTo>
                    <a:pt x="770477" y="256984"/>
                  </a:lnTo>
                  <a:lnTo>
                    <a:pt x="769620" y="257365"/>
                  </a:lnTo>
                  <a:lnTo>
                    <a:pt x="768953" y="257270"/>
                  </a:lnTo>
                  <a:lnTo>
                    <a:pt x="768286" y="257175"/>
                  </a:lnTo>
                  <a:lnTo>
                    <a:pt x="767715" y="256984"/>
                  </a:lnTo>
                  <a:lnTo>
                    <a:pt x="767144" y="256794"/>
                  </a:lnTo>
                  <a:lnTo>
                    <a:pt x="766762" y="256413"/>
                  </a:lnTo>
                  <a:lnTo>
                    <a:pt x="766382" y="256032"/>
                  </a:lnTo>
                  <a:lnTo>
                    <a:pt x="766191" y="255365"/>
                  </a:lnTo>
                  <a:lnTo>
                    <a:pt x="766001" y="254698"/>
                  </a:lnTo>
                  <a:lnTo>
                    <a:pt x="765810" y="254222"/>
                  </a:lnTo>
                  <a:lnTo>
                    <a:pt x="765620" y="253746"/>
                  </a:lnTo>
                  <a:lnTo>
                    <a:pt x="765239" y="253270"/>
                  </a:lnTo>
                  <a:lnTo>
                    <a:pt x="764857" y="252794"/>
                  </a:lnTo>
                  <a:lnTo>
                    <a:pt x="764381" y="252413"/>
                  </a:lnTo>
                  <a:lnTo>
                    <a:pt x="763905" y="252031"/>
                  </a:lnTo>
                  <a:lnTo>
                    <a:pt x="763524" y="251936"/>
                  </a:lnTo>
                  <a:lnTo>
                    <a:pt x="763143" y="251841"/>
                  </a:lnTo>
                  <a:lnTo>
                    <a:pt x="760571" y="252984"/>
                  </a:lnTo>
                  <a:lnTo>
                    <a:pt x="757999" y="254127"/>
                  </a:lnTo>
                  <a:lnTo>
                    <a:pt x="756857" y="255079"/>
                  </a:lnTo>
                  <a:lnTo>
                    <a:pt x="755714" y="256032"/>
                  </a:lnTo>
                  <a:lnTo>
                    <a:pt x="755047" y="257461"/>
                  </a:lnTo>
                  <a:lnTo>
                    <a:pt x="754380" y="258890"/>
                  </a:lnTo>
                  <a:lnTo>
                    <a:pt x="754190" y="259556"/>
                  </a:lnTo>
                  <a:lnTo>
                    <a:pt x="753999" y="260128"/>
                  </a:lnTo>
                  <a:lnTo>
                    <a:pt x="753713" y="260509"/>
                  </a:lnTo>
                  <a:lnTo>
                    <a:pt x="753332" y="260890"/>
                  </a:lnTo>
                  <a:lnTo>
                    <a:pt x="752856" y="261080"/>
                  </a:lnTo>
                  <a:lnTo>
                    <a:pt x="752380" y="261271"/>
                  </a:lnTo>
                  <a:lnTo>
                    <a:pt x="751903" y="261461"/>
                  </a:lnTo>
                  <a:lnTo>
                    <a:pt x="751427" y="261652"/>
                  </a:lnTo>
                  <a:lnTo>
                    <a:pt x="750951" y="261938"/>
                  </a:lnTo>
                  <a:lnTo>
                    <a:pt x="750475" y="262223"/>
                  </a:lnTo>
                  <a:lnTo>
                    <a:pt x="750094" y="262604"/>
                  </a:lnTo>
                  <a:lnTo>
                    <a:pt x="749713" y="262985"/>
                  </a:lnTo>
                  <a:lnTo>
                    <a:pt x="747903" y="266033"/>
                  </a:lnTo>
                  <a:lnTo>
                    <a:pt x="746093" y="269081"/>
                  </a:lnTo>
                  <a:lnTo>
                    <a:pt x="745427" y="269843"/>
                  </a:lnTo>
                  <a:lnTo>
                    <a:pt x="744760" y="270605"/>
                  </a:lnTo>
                  <a:lnTo>
                    <a:pt x="742569" y="272224"/>
                  </a:lnTo>
                  <a:lnTo>
                    <a:pt x="740378" y="273844"/>
                  </a:lnTo>
                  <a:lnTo>
                    <a:pt x="738949" y="274415"/>
                  </a:lnTo>
                  <a:lnTo>
                    <a:pt x="737521" y="274987"/>
                  </a:lnTo>
                  <a:lnTo>
                    <a:pt x="737140" y="275272"/>
                  </a:lnTo>
                  <a:lnTo>
                    <a:pt x="736759" y="275653"/>
                  </a:lnTo>
                  <a:lnTo>
                    <a:pt x="735997" y="276701"/>
                  </a:lnTo>
                  <a:lnTo>
                    <a:pt x="735235" y="277654"/>
                  </a:lnTo>
                  <a:lnTo>
                    <a:pt x="734473" y="278606"/>
                  </a:lnTo>
                  <a:lnTo>
                    <a:pt x="733425" y="279082"/>
                  </a:lnTo>
                  <a:lnTo>
                    <a:pt x="732282" y="279559"/>
                  </a:lnTo>
                  <a:lnTo>
                    <a:pt x="729329" y="279654"/>
                  </a:lnTo>
                  <a:lnTo>
                    <a:pt x="726377" y="279749"/>
                  </a:lnTo>
                  <a:lnTo>
                    <a:pt x="722852" y="280702"/>
                  </a:lnTo>
                  <a:lnTo>
                    <a:pt x="719328" y="281654"/>
                  </a:lnTo>
                  <a:lnTo>
                    <a:pt x="718852" y="282035"/>
                  </a:lnTo>
                  <a:lnTo>
                    <a:pt x="718376" y="282416"/>
                  </a:lnTo>
                  <a:lnTo>
                    <a:pt x="717614" y="283273"/>
                  </a:lnTo>
                  <a:lnTo>
                    <a:pt x="716852" y="284131"/>
                  </a:lnTo>
                  <a:lnTo>
                    <a:pt x="714185" y="286226"/>
                  </a:lnTo>
                  <a:lnTo>
                    <a:pt x="711518" y="288322"/>
                  </a:lnTo>
                  <a:lnTo>
                    <a:pt x="709994" y="288798"/>
                  </a:lnTo>
                  <a:lnTo>
                    <a:pt x="708470" y="289274"/>
                  </a:lnTo>
                  <a:lnTo>
                    <a:pt x="707803" y="289750"/>
                  </a:lnTo>
                  <a:lnTo>
                    <a:pt x="707136" y="290227"/>
                  </a:lnTo>
                  <a:lnTo>
                    <a:pt x="706755" y="291179"/>
                  </a:lnTo>
                  <a:lnTo>
                    <a:pt x="706374" y="292132"/>
                  </a:lnTo>
                  <a:lnTo>
                    <a:pt x="706469" y="292513"/>
                  </a:lnTo>
                  <a:lnTo>
                    <a:pt x="706565" y="292894"/>
                  </a:lnTo>
                  <a:lnTo>
                    <a:pt x="707041" y="293656"/>
                  </a:lnTo>
                  <a:lnTo>
                    <a:pt x="707517" y="294513"/>
                  </a:lnTo>
                  <a:lnTo>
                    <a:pt x="707517" y="294894"/>
                  </a:lnTo>
                  <a:lnTo>
                    <a:pt x="707517" y="295275"/>
                  </a:lnTo>
                  <a:lnTo>
                    <a:pt x="707231" y="295465"/>
                  </a:lnTo>
                  <a:lnTo>
                    <a:pt x="706946" y="295656"/>
                  </a:lnTo>
                  <a:lnTo>
                    <a:pt x="705326" y="295370"/>
                  </a:lnTo>
                  <a:lnTo>
                    <a:pt x="703802" y="295084"/>
                  </a:lnTo>
                  <a:lnTo>
                    <a:pt x="703421" y="295180"/>
                  </a:lnTo>
                  <a:lnTo>
                    <a:pt x="703040" y="295275"/>
                  </a:lnTo>
                  <a:lnTo>
                    <a:pt x="701993" y="295942"/>
                  </a:lnTo>
                  <a:lnTo>
                    <a:pt x="700945" y="296609"/>
                  </a:lnTo>
                  <a:lnTo>
                    <a:pt x="700564" y="296704"/>
                  </a:lnTo>
                  <a:lnTo>
                    <a:pt x="700183" y="296799"/>
                  </a:lnTo>
                  <a:lnTo>
                    <a:pt x="699421" y="296513"/>
                  </a:lnTo>
                  <a:lnTo>
                    <a:pt x="698659" y="296228"/>
                  </a:lnTo>
                  <a:lnTo>
                    <a:pt x="698278" y="296323"/>
                  </a:lnTo>
                  <a:lnTo>
                    <a:pt x="697802" y="296418"/>
                  </a:lnTo>
                  <a:lnTo>
                    <a:pt x="696373" y="297371"/>
                  </a:lnTo>
                  <a:lnTo>
                    <a:pt x="694944" y="298323"/>
                  </a:lnTo>
                  <a:lnTo>
                    <a:pt x="694277" y="298990"/>
                  </a:lnTo>
                  <a:lnTo>
                    <a:pt x="693611" y="299657"/>
                  </a:lnTo>
                  <a:lnTo>
                    <a:pt x="693039" y="301085"/>
                  </a:lnTo>
                  <a:lnTo>
                    <a:pt x="692563" y="300895"/>
                  </a:lnTo>
                  <a:lnTo>
                    <a:pt x="692086" y="300704"/>
                  </a:lnTo>
                  <a:lnTo>
                    <a:pt x="691610" y="300895"/>
                  </a:lnTo>
                  <a:lnTo>
                    <a:pt x="691134" y="301085"/>
                  </a:lnTo>
                  <a:lnTo>
                    <a:pt x="689896" y="301657"/>
                  </a:lnTo>
                  <a:lnTo>
                    <a:pt x="688658" y="302228"/>
                  </a:lnTo>
                  <a:lnTo>
                    <a:pt x="688467" y="302419"/>
                  </a:lnTo>
                  <a:lnTo>
                    <a:pt x="688277" y="302609"/>
                  </a:lnTo>
                  <a:lnTo>
                    <a:pt x="688181" y="302895"/>
                  </a:lnTo>
                  <a:lnTo>
                    <a:pt x="688086" y="303181"/>
                  </a:lnTo>
                  <a:lnTo>
                    <a:pt x="688181" y="303467"/>
                  </a:lnTo>
                  <a:lnTo>
                    <a:pt x="688277" y="303752"/>
                  </a:lnTo>
                  <a:lnTo>
                    <a:pt x="688562" y="304038"/>
                  </a:lnTo>
                  <a:lnTo>
                    <a:pt x="688848" y="304324"/>
                  </a:lnTo>
                  <a:lnTo>
                    <a:pt x="688943" y="304419"/>
                  </a:lnTo>
                  <a:lnTo>
                    <a:pt x="689038" y="304514"/>
                  </a:lnTo>
                  <a:lnTo>
                    <a:pt x="689134" y="304609"/>
                  </a:lnTo>
                  <a:lnTo>
                    <a:pt x="689229" y="304705"/>
                  </a:lnTo>
                  <a:lnTo>
                    <a:pt x="689324" y="305086"/>
                  </a:lnTo>
                  <a:lnTo>
                    <a:pt x="689420" y="305467"/>
                  </a:lnTo>
                  <a:lnTo>
                    <a:pt x="689420" y="306038"/>
                  </a:lnTo>
                  <a:lnTo>
                    <a:pt x="689420" y="306610"/>
                  </a:lnTo>
                  <a:lnTo>
                    <a:pt x="689038" y="309944"/>
                  </a:lnTo>
                  <a:lnTo>
                    <a:pt x="688658" y="313277"/>
                  </a:lnTo>
                  <a:lnTo>
                    <a:pt x="688467" y="313658"/>
                  </a:lnTo>
                  <a:lnTo>
                    <a:pt x="688277" y="314039"/>
                  </a:lnTo>
                  <a:lnTo>
                    <a:pt x="687800" y="314515"/>
                  </a:lnTo>
                  <a:lnTo>
                    <a:pt x="687324" y="314992"/>
                  </a:lnTo>
                  <a:lnTo>
                    <a:pt x="686467" y="315659"/>
                  </a:lnTo>
                  <a:lnTo>
                    <a:pt x="685514" y="316230"/>
                  </a:lnTo>
                  <a:lnTo>
                    <a:pt x="684562" y="316706"/>
                  </a:lnTo>
                  <a:lnTo>
                    <a:pt x="683609" y="317182"/>
                  </a:lnTo>
                  <a:lnTo>
                    <a:pt x="682466" y="317373"/>
                  </a:lnTo>
                  <a:lnTo>
                    <a:pt x="681323" y="317563"/>
                  </a:lnTo>
                  <a:lnTo>
                    <a:pt x="680752" y="317754"/>
                  </a:lnTo>
                  <a:lnTo>
                    <a:pt x="680180" y="317944"/>
                  </a:lnTo>
                  <a:lnTo>
                    <a:pt x="679799" y="318421"/>
                  </a:lnTo>
                  <a:lnTo>
                    <a:pt x="679513" y="318897"/>
                  </a:lnTo>
                  <a:lnTo>
                    <a:pt x="678847" y="320040"/>
                  </a:lnTo>
                  <a:lnTo>
                    <a:pt x="678180" y="321183"/>
                  </a:lnTo>
                  <a:lnTo>
                    <a:pt x="676370" y="321945"/>
                  </a:lnTo>
                  <a:lnTo>
                    <a:pt x="674561" y="322707"/>
                  </a:lnTo>
                  <a:lnTo>
                    <a:pt x="673799" y="323564"/>
                  </a:lnTo>
                  <a:lnTo>
                    <a:pt x="673036" y="324421"/>
                  </a:lnTo>
                  <a:lnTo>
                    <a:pt x="672084" y="327184"/>
                  </a:lnTo>
                  <a:lnTo>
                    <a:pt x="671132" y="329946"/>
                  </a:lnTo>
                  <a:lnTo>
                    <a:pt x="670560" y="330613"/>
                  </a:lnTo>
                  <a:lnTo>
                    <a:pt x="669988" y="331280"/>
                  </a:lnTo>
                  <a:lnTo>
                    <a:pt x="668369" y="331946"/>
                  </a:lnTo>
                  <a:lnTo>
                    <a:pt x="667893" y="332137"/>
                  </a:lnTo>
                  <a:lnTo>
                    <a:pt x="666750" y="332613"/>
                  </a:lnTo>
                  <a:lnTo>
                    <a:pt x="665988" y="333089"/>
                  </a:lnTo>
                  <a:lnTo>
                    <a:pt x="665226" y="333565"/>
                  </a:lnTo>
                  <a:lnTo>
                    <a:pt x="664940" y="334328"/>
                  </a:lnTo>
                  <a:lnTo>
                    <a:pt x="664655" y="335185"/>
                  </a:lnTo>
                  <a:lnTo>
                    <a:pt x="664559" y="335090"/>
                  </a:lnTo>
                  <a:lnTo>
                    <a:pt x="664464" y="334994"/>
                  </a:lnTo>
                  <a:lnTo>
                    <a:pt x="664178" y="334899"/>
                  </a:lnTo>
                  <a:lnTo>
                    <a:pt x="663893" y="334804"/>
                  </a:lnTo>
                  <a:lnTo>
                    <a:pt x="663797" y="334709"/>
                  </a:lnTo>
                  <a:lnTo>
                    <a:pt x="663702" y="334613"/>
                  </a:lnTo>
                  <a:lnTo>
                    <a:pt x="663702" y="334994"/>
                  </a:lnTo>
                  <a:lnTo>
                    <a:pt x="663702" y="335375"/>
                  </a:lnTo>
                  <a:lnTo>
                    <a:pt x="663797" y="336137"/>
                  </a:lnTo>
                  <a:lnTo>
                    <a:pt x="663893" y="336899"/>
                  </a:lnTo>
                  <a:lnTo>
                    <a:pt x="663893" y="337280"/>
                  </a:lnTo>
                  <a:lnTo>
                    <a:pt x="663893" y="337661"/>
                  </a:lnTo>
                  <a:lnTo>
                    <a:pt x="663702" y="338042"/>
                  </a:lnTo>
                  <a:lnTo>
                    <a:pt x="663511" y="338423"/>
                  </a:lnTo>
                  <a:lnTo>
                    <a:pt x="663321" y="338519"/>
                  </a:lnTo>
                  <a:lnTo>
                    <a:pt x="663131" y="338614"/>
                  </a:lnTo>
                  <a:lnTo>
                    <a:pt x="662940" y="338804"/>
                  </a:lnTo>
                  <a:lnTo>
                    <a:pt x="662750" y="338995"/>
                  </a:lnTo>
                  <a:lnTo>
                    <a:pt x="662654" y="339566"/>
                  </a:lnTo>
                  <a:lnTo>
                    <a:pt x="662559" y="340138"/>
                  </a:lnTo>
                  <a:lnTo>
                    <a:pt x="662845" y="342995"/>
                  </a:lnTo>
                  <a:lnTo>
                    <a:pt x="663131" y="345853"/>
                  </a:lnTo>
                  <a:lnTo>
                    <a:pt x="663321" y="346519"/>
                  </a:lnTo>
                  <a:lnTo>
                    <a:pt x="663511" y="347186"/>
                  </a:lnTo>
                  <a:lnTo>
                    <a:pt x="663702" y="347472"/>
                  </a:lnTo>
                  <a:lnTo>
                    <a:pt x="663893" y="347758"/>
                  </a:lnTo>
                  <a:lnTo>
                    <a:pt x="664178" y="347948"/>
                  </a:lnTo>
                  <a:lnTo>
                    <a:pt x="664464" y="348139"/>
                  </a:lnTo>
                  <a:lnTo>
                    <a:pt x="665131" y="348329"/>
                  </a:lnTo>
                  <a:lnTo>
                    <a:pt x="665798" y="348520"/>
                  </a:lnTo>
                  <a:lnTo>
                    <a:pt x="665798" y="348901"/>
                  </a:lnTo>
                  <a:lnTo>
                    <a:pt x="665798" y="349377"/>
                  </a:lnTo>
                  <a:lnTo>
                    <a:pt x="665893" y="349853"/>
                  </a:lnTo>
                  <a:lnTo>
                    <a:pt x="665988" y="350330"/>
                  </a:lnTo>
                  <a:lnTo>
                    <a:pt x="666179" y="350711"/>
                  </a:lnTo>
                  <a:lnTo>
                    <a:pt x="666369" y="351187"/>
                  </a:lnTo>
                  <a:lnTo>
                    <a:pt x="666560" y="351568"/>
                  </a:lnTo>
                  <a:lnTo>
                    <a:pt x="666750" y="351949"/>
                  </a:lnTo>
                  <a:lnTo>
                    <a:pt x="666655" y="352139"/>
                  </a:lnTo>
                  <a:lnTo>
                    <a:pt x="666655" y="352330"/>
                  </a:lnTo>
                  <a:lnTo>
                    <a:pt x="665988" y="353378"/>
                  </a:lnTo>
                  <a:lnTo>
                    <a:pt x="665321" y="354425"/>
                  </a:lnTo>
                  <a:lnTo>
                    <a:pt x="665798" y="354711"/>
                  </a:lnTo>
                  <a:lnTo>
                    <a:pt x="666274" y="354997"/>
                  </a:lnTo>
                  <a:lnTo>
                    <a:pt x="666083" y="355473"/>
                  </a:lnTo>
                  <a:lnTo>
                    <a:pt x="665893" y="355949"/>
                  </a:lnTo>
                  <a:lnTo>
                    <a:pt x="665321" y="356235"/>
                  </a:lnTo>
                  <a:lnTo>
                    <a:pt x="664750" y="356616"/>
                  </a:lnTo>
                  <a:lnTo>
                    <a:pt x="664083" y="356521"/>
                  </a:lnTo>
                  <a:lnTo>
                    <a:pt x="663416" y="356425"/>
                  </a:lnTo>
                  <a:lnTo>
                    <a:pt x="662369" y="355949"/>
                  </a:lnTo>
                  <a:lnTo>
                    <a:pt x="661321" y="355473"/>
                  </a:lnTo>
                  <a:lnTo>
                    <a:pt x="661035" y="355378"/>
                  </a:lnTo>
                  <a:lnTo>
                    <a:pt x="660749" y="355282"/>
                  </a:lnTo>
                  <a:lnTo>
                    <a:pt x="660463" y="355473"/>
                  </a:lnTo>
                  <a:lnTo>
                    <a:pt x="660178" y="355663"/>
                  </a:lnTo>
                  <a:lnTo>
                    <a:pt x="659987" y="355949"/>
                  </a:lnTo>
                  <a:lnTo>
                    <a:pt x="659797" y="356235"/>
                  </a:lnTo>
                  <a:lnTo>
                    <a:pt x="659606" y="356521"/>
                  </a:lnTo>
                  <a:lnTo>
                    <a:pt x="659416" y="356807"/>
                  </a:lnTo>
                  <a:lnTo>
                    <a:pt x="659035" y="356807"/>
                  </a:lnTo>
                  <a:lnTo>
                    <a:pt x="658654" y="356807"/>
                  </a:lnTo>
                  <a:lnTo>
                    <a:pt x="658368" y="357092"/>
                  </a:lnTo>
                  <a:lnTo>
                    <a:pt x="658082" y="357378"/>
                  </a:lnTo>
                  <a:lnTo>
                    <a:pt x="657987" y="357569"/>
                  </a:lnTo>
                  <a:lnTo>
                    <a:pt x="657892" y="357759"/>
                  </a:lnTo>
                  <a:lnTo>
                    <a:pt x="651701" y="354521"/>
                  </a:lnTo>
                  <a:lnTo>
                    <a:pt x="647605" y="352425"/>
                  </a:lnTo>
                  <a:lnTo>
                    <a:pt x="645509" y="351282"/>
                  </a:lnTo>
                  <a:lnTo>
                    <a:pt x="643700" y="349853"/>
                  </a:lnTo>
                  <a:lnTo>
                    <a:pt x="641985" y="348424"/>
                  </a:lnTo>
                  <a:lnTo>
                    <a:pt x="639604" y="346043"/>
                  </a:lnTo>
                  <a:lnTo>
                    <a:pt x="637223" y="343662"/>
                  </a:lnTo>
                  <a:lnTo>
                    <a:pt x="636461" y="343186"/>
                  </a:lnTo>
                  <a:lnTo>
                    <a:pt x="635699" y="342709"/>
                  </a:lnTo>
                  <a:lnTo>
                    <a:pt x="634651" y="342519"/>
                  </a:lnTo>
                  <a:lnTo>
                    <a:pt x="633603" y="342328"/>
                  </a:lnTo>
                  <a:lnTo>
                    <a:pt x="633413" y="342233"/>
                  </a:lnTo>
                  <a:lnTo>
                    <a:pt x="633222" y="342138"/>
                  </a:lnTo>
                  <a:lnTo>
                    <a:pt x="633317" y="341852"/>
                  </a:lnTo>
                  <a:lnTo>
                    <a:pt x="633413" y="341567"/>
                  </a:lnTo>
                  <a:lnTo>
                    <a:pt x="633698" y="341376"/>
                  </a:lnTo>
                  <a:lnTo>
                    <a:pt x="633889" y="341186"/>
                  </a:lnTo>
                  <a:lnTo>
                    <a:pt x="634841" y="340805"/>
                  </a:lnTo>
                  <a:lnTo>
                    <a:pt x="635794" y="340423"/>
                  </a:lnTo>
                  <a:lnTo>
                    <a:pt x="636270" y="340042"/>
                  </a:lnTo>
                  <a:lnTo>
                    <a:pt x="636746" y="339661"/>
                  </a:lnTo>
                  <a:lnTo>
                    <a:pt x="637127" y="339185"/>
                  </a:lnTo>
                  <a:lnTo>
                    <a:pt x="637508" y="338709"/>
                  </a:lnTo>
                  <a:lnTo>
                    <a:pt x="637794" y="338233"/>
                  </a:lnTo>
                  <a:lnTo>
                    <a:pt x="638080" y="337757"/>
                  </a:lnTo>
                  <a:lnTo>
                    <a:pt x="638461" y="336899"/>
                  </a:lnTo>
                  <a:lnTo>
                    <a:pt x="638842" y="336042"/>
                  </a:lnTo>
                  <a:lnTo>
                    <a:pt x="639223" y="334899"/>
                  </a:lnTo>
                  <a:lnTo>
                    <a:pt x="639604" y="333756"/>
                  </a:lnTo>
                  <a:lnTo>
                    <a:pt x="639890" y="332613"/>
                  </a:lnTo>
                  <a:lnTo>
                    <a:pt x="640175" y="331470"/>
                  </a:lnTo>
                  <a:lnTo>
                    <a:pt x="640175" y="330517"/>
                  </a:lnTo>
                  <a:lnTo>
                    <a:pt x="640175" y="329565"/>
                  </a:lnTo>
                  <a:lnTo>
                    <a:pt x="639985" y="329184"/>
                  </a:lnTo>
                  <a:lnTo>
                    <a:pt x="639794" y="328803"/>
                  </a:lnTo>
                  <a:lnTo>
                    <a:pt x="639699" y="328613"/>
                  </a:lnTo>
                  <a:lnTo>
                    <a:pt x="639604" y="328422"/>
                  </a:lnTo>
                  <a:lnTo>
                    <a:pt x="639413" y="328327"/>
                  </a:lnTo>
                  <a:lnTo>
                    <a:pt x="639223" y="328232"/>
                  </a:lnTo>
                  <a:lnTo>
                    <a:pt x="639413" y="328136"/>
                  </a:lnTo>
                  <a:lnTo>
                    <a:pt x="639604" y="328041"/>
                  </a:lnTo>
                  <a:lnTo>
                    <a:pt x="640175" y="327565"/>
                  </a:lnTo>
                  <a:lnTo>
                    <a:pt x="640747" y="327088"/>
                  </a:lnTo>
                  <a:lnTo>
                    <a:pt x="640652" y="326993"/>
                  </a:lnTo>
                  <a:lnTo>
                    <a:pt x="640556" y="326898"/>
                  </a:lnTo>
                  <a:lnTo>
                    <a:pt x="640271" y="326803"/>
                  </a:lnTo>
                  <a:lnTo>
                    <a:pt x="639985" y="326707"/>
                  </a:lnTo>
                  <a:lnTo>
                    <a:pt x="640080" y="326422"/>
                  </a:lnTo>
                  <a:lnTo>
                    <a:pt x="640175" y="326136"/>
                  </a:lnTo>
                  <a:lnTo>
                    <a:pt x="640175" y="326041"/>
                  </a:lnTo>
                  <a:lnTo>
                    <a:pt x="640175" y="325946"/>
                  </a:lnTo>
                  <a:lnTo>
                    <a:pt x="640080" y="325184"/>
                  </a:lnTo>
                  <a:lnTo>
                    <a:pt x="639985" y="324421"/>
                  </a:lnTo>
                  <a:lnTo>
                    <a:pt x="639413" y="324517"/>
                  </a:lnTo>
                  <a:lnTo>
                    <a:pt x="638842" y="324612"/>
                  </a:lnTo>
                  <a:lnTo>
                    <a:pt x="638461" y="325374"/>
                  </a:lnTo>
                  <a:lnTo>
                    <a:pt x="638080" y="326136"/>
                  </a:lnTo>
                  <a:lnTo>
                    <a:pt x="637794" y="325755"/>
                  </a:lnTo>
                  <a:lnTo>
                    <a:pt x="637508" y="325374"/>
                  </a:lnTo>
                  <a:lnTo>
                    <a:pt x="637223" y="325279"/>
                  </a:lnTo>
                  <a:lnTo>
                    <a:pt x="636937" y="325279"/>
                  </a:lnTo>
                  <a:lnTo>
                    <a:pt x="636556" y="325469"/>
                  </a:lnTo>
                  <a:lnTo>
                    <a:pt x="636175" y="325660"/>
                  </a:lnTo>
                  <a:lnTo>
                    <a:pt x="635889" y="325946"/>
                  </a:lnTo>
                  <a:lnTo>
                    <a:pt x="635603" y="326231"/>
                  </a:lnTo>
                  <a:lnTo>
                    <a:pt x="635222" y="325660"/>
                  </a:lnTo>
                  <a:lnTo>
                    <a:pt x="634841" y="325088"/>
                  </a:lnTo>
                  <a:lnTo>
                    <a:pt x="634651" y="323755"/>
                  </a:lnTo>
                  <a:lnTo>
                    <a:pt x="634460" y="322421"/>
                  </a:lnTo>
                  <a:lnTo>
                    <a:pt x="634175" y="321850"/>
                  </a:lnTo>
                  <a:lnTo>
                    <a:pt x="633889" y="321183"/>
                  </a:lnTo>
                  <a:lnTo>
                    <a:pt x="632746" y="319659"/>
                  </a:lnTo>
                  <a:lnTo>
                    <a:pt x="631603" y="318135"/>
                  </a:lnTo>
                  <a:lnTo>
                    <a:pt x="631412" y="317754"/>
                  </a:lnTo>
                  <a:lnTo>
                    <a:pt x="631222" y="317373"/>
                  </a:lnTo>
                  <a:lnTo>
                    <a:pt x="631127" y="317373"/>
                  </a:lnTo>
                  <a:lnTo>
                    <a:pt x="631031" y="317373"/>
                  </a:lnTo>
                  <a:lnTo>
                    <a:pt x="630746" y="316421"/>
                  </a:lnTo>
                  <a:lnTo>
                    <a:pt x="630460" y="315468"/>
                  </a:lnTo>
                  <a:lnTo>
                    <a:pt x="629793" y="315944"/>
                  </a:lnTo>
                  <a:lnTo>
                    <a:pt x="629126" y="316325"/>
                  </a:lnTo>
                  <a:lnTo>
                    <a:pt x="627602" y="317373"/>
                  </a:lnTo>
                  <a:lnTo>
                    <a:pt x="626078" y="318421"/>
                  </a:lnTo>
                  <a:lnTo>
                    <a:pt x="625602" y="318516"/>
                  </a:lnTo>
                  <a:lnTo>
                    <a:pt x="625126" y="318611"/>
                  </a:lnTo>
                  <a:lnTo>
                    <a:pt x="624554" y="318421"/>
                  </a:lnTo>
                  <a:lnTo>
                    <a:pt x="623983" y="318230"/>
                  </a:lnTo>
                  <a:lnTo>
                    <a:pt x="622840" y="317659"/>
                  </a:lnTo>
                  <a:lnTo>
                    <a:pt x="621697" y="317087"/>
                  </a:lnTo>
                  <a:lnTo>
                    <a:pt x="621125" y="316897"/>
                  </a:lnTo>
                  <a:lnTo>
                    <a:pt x="620554" y="316706"/>
                  </a:lnTo>
                  <a:lnTo>
                    <a:pt x="613791" y="317087"/>
                  </a:lnTo>
                  <a:lnTo>
                    <a:pt x="606933" y="317468"/>
                  </a:lnTo>
                  <a:lnTo>
                    <a:pt x="602647" y="317754"/>
                  </a:lnTo>
                  <a:lnTo>
                    <a:pt x="595884" y="318135"/>
                  </a:lnTo>
                  <a:lnTo>
                    <a:pt x="590264" y="318516"/>
                  </a:lnTo>
                  <a:lnTo>
                    <a:pt x="582549" y="318992"/>
                  </a:lnTo>
                  <a:lnTo>
                    <a:pt x="577406" y="319278"/>
                  </a:lnTo>
                  <a:lnTo>
                    <a:pt x="571310" y="319659"/>
                  </a:lnTo>
                  <a:lnTo>
                    <a:pt x="569119" y="319088"/>
                  </a:lnTo>
                  <a:lnTo>
                    <a:pt x="568261" y="318897"/>
                  </a:lnTo>
                  <a:lnTo>
                    <a:pt x="566928" y="318516"/>
                  </a:lnTo>
                  <a:lnTo>
                    <a:pt x="565785" y="317087"/>
                  </a:lnTo>
                  <a:lnTo>
                    <a:pt x="564642" y="315659"/>
                  </a:lnTo>
                  <a:lnTo>
                    <a:pt x="562356" y="305371"/>
                  </a:lnTo>
                  <a:lnTo>
                    <a:pt x="560070" y="295084"/>
                  </a:lnTo>
                  <a:lnTo>
                    <a:pt x="558356" y="286417"/>
                  </a:lnTo>
                  <a:lnTo>
                    <a:pt x="556641" y="277749"/>
                  </a:lnTo>
                  <a:lnTo>
                    <a:pt x="555688" y="268891"/>
                  </a:lnTo>
                  <a:lnTo>
                    <a:pt x="554736" y="259937"/>
                  </a:lnTo>
                  <a:lnTo>
                    <a:pt x="554641" y="259842"/>
                  </a:lnTo>
                  <a:lnTo>
                    <a:pt x="554546" y="259747"/>
                  </a:lnTo>
                  <a:lnTo>
                    <a:pt x="554355" y="259747"/>
                  </a:lnTo>
                  <a:lnTo>
                    <a:pt x="554165" y="259747"/>
                  </a:lnTo>
                  <a:lnTo>
                    <a:pt x="553974" y="259747"/>
                  </a:lnTo>
                  <a:lnTo>
                    <a:pt x="553784" y="259747"/>
                  </a:lnTo>
                  <a:lnTo>
                    <a:pt x="553593" y="259747"/>
                  </a:lnTo>
                  <a:lnTo>
                    <a:pt x="553403" y="259747"/>
                  </a:lnTo>
                  <a:lnTo>
                    <a:pt x="547021" y="259747"/>
                  </a:lnTo>
                  <a:lnTo>
                    <a:pt x="541306" y="259747"/>
                  </a:lnTo>
                  <a:lnTo>
                    <a:pt x="535496" y="259747"/>
                  </a:lnTo>
                  <a:lnTo>
                    <a:pt x="529114" y="259747"/>
                  </a:lnTo>
                  <a:lnTo>
                    <a:pt x="528923" y="259556"/>
                  </a:lnTo>
                  <a:lnTo>
                    <a:pt x="528733" y="259366"/>
                  </a:lnTo>
                  <a:lnTo>
                    <a:pt x="528638" y="258985"/>
                  </a:lnTo>
                  <a:lnTo>
                    <a:pt x="528542" y="258604"/>
                  </a:lnTo>
                  <a:lnTo>
                    <a:pt x="528733" y="244792"/>
                  </a:lnTo>
                  <a:lnTo>
                    <a:pt x="528923" y="233077"/>
                  </a:lnTo>
                  <a:lnTo>
                    <a:pt x="528923" y="230886"/>
                  </a:lnTo>
                  <a:lnTo>
                    <a:pt x="529114" y="230410"/>
                  </a:lnTo>
                  <a:lnTo>
                    <a:pt x="529304" y="229934"/>
                  </a:lnTo>
                  <a:lnTo>
                    <a:pt x="529876" y="229648"/>
                  </a:lnTo>
                  <a:lnTo>
                    <a:pt x="530543" y="229362"/>
                  </a:lnTo>
                  <a:lnTo>
                    <a:pt x="530828" y="228790"/>
                  </a:lnTo>
                  <a:lnTo>
                    <a:pt x="531114" y="228219"/>
                  </a:lnTo>
                  <a:lnTo>
                    <a:pt x="531209" y="226314"/>
                  </a:lnTo>
                  <a:lnTo>
                    <a:pt x="531305" y="224409"/>
                  </a:lnTo>
                  <a:lnTo>
                    <a:pt x="532448" y="206692"/>
                  </a:lnTo>
                  <a:lnTo>
                    <a:pt x="533590" y="188881"/>
                  </a:lnTo>
                  <a:lnTo>
                    <a:pt x="525971" y="192976"/>
                  </a:lnTo>
                  <a:lnTo>
                    <a:pt x="518350" y="197072"/>
                  </a:lnTo>
                  <a:lnTo>
                    <a:pt x="517874" y="196977"/>
                  </a:lnTo>
                  <a:lnTo>
                    <a:pt x="517398" y="196882"/>
                  </a:lnTo>
                  <a:lnTo>
                    <a:pt x="514064" y="189928"/>
                  </a:lnTo>
                  <a:lnTo>
                    <a:pt x="510159" y="181832"/>
                  </a:lnTo>
                  <a:lnTo>
                    <a:pt x="507302" y="175927"/>
                  </a:lnTo>
                  <a:lnTo>
                    <a:pt x="502825" y="166688"/>
                  </a:lnTo>
                  <a:lnTo>
                    <a:pt x="501777" y="165735"/>
                  </a:lnTo>
                  <a:lnTo>
                    <a:pt x="500729" y="164782"/>
                  </a:lnTo>
                  <a:lnTo>
                    <a:pt x="495300" y="161353"/>
                  </a:lnTo>
                  <a:lnTo>
                    <a:pt x="489871" y="157924"/>
                  </a:lnTo>
                  <a:lnTo>
                    <a:pt x="487299" y="155162"/>
                  </a:lnTo>
                  <a:lnTo>
                    <a:pt x="484632" y="152400"/>
                  </a:lnTo>
                  <a:lnTo>
                    <a:pt x="478917" y="145066"/>
                  </a:lnTo>
                  <a:lnTo>
                    <a:pt x="473202" y="137636"/>
                  </a:lnTo>
                  <a:lnTo>
                    <a:pt x="472345" y="136874"/>
                  </a:lnTo>
                  <a:lnTo>
                    <a:pt x="471488" y="136112"/>
                  </a:lnTo>
                  <a:lnTo>
                    <a:pt x="470630" y="136017"/>
                  </a:lnTo>
                  <a:lnTo>
                    <a:pt x="469773" y="135922"/>
                  </a:lnTo>
                  <a:lnTo>
                    <a:pt x="468821" y="136303"/>
                  </a:lnTo>
                  <a:lnTo>
                    <a:pt x="467868" y="136684"/>
                  </a:lnTo>
                  <a:lnTo>
                    <a:pt x="462725" y="139541"/>
                  </a:lnTo>
                  <a:lnTo>
                    <a:pt x="457486" y="142494"/>
                  </a:lnTo>
                  <a:lnTo>
                    <a:pt x="452438" y="145256"/>
                  </a:lnTo>
                  <a:lnTo>
                    <a:pt x="447104" y="148209"/>
                  </a:lnTo>
                  <a:lnTo>
                    <a:pt x="446151" y="148495"/>
                  </a:lnTo>
                  <a:lnTo>
                    <a:pt x="445198" y="148780"/>
                  </a:lnTo>
                  <a:lnTo>
                    <a:pt x="442341" y="148495"/>
                  </a:lnTo>
                  <a:lnTo>
                    <a:pt x="435007" y="147828"/>
                  </a:lnTo>
                  <a:lnTo>
                    <a:pt x="427673" y="147161"/>
                  </a:lnTo>
                  <a:lnTo>
                    <a:pt x="420338" y="146494"/>
                  </a:lnTo>
                  <a:lnTo>
                    <a:pt x="413004" y="145828"/>
                  </a:lnTo>
                  <a:lnTo>
                    <a:pt x="405003" y="145066"/>
                  </a:lnTo>
                  <a:lnTo>
                    <a:pt x="397002" y="144304"/>
                  </a:lnTo>
                  <a:lnTo>
                    <a:pt x="389001" y="143542"/>
                  </a:lnTo>
                  <a:lnTo>
                    <a:pt x="381000" y="142780"/>
                  </a:lnTo>
                  <a:lnTo>
                    <a:pt x="376142" y="143542"/>
                  </a:lnTo>
                  <a:lnTo>
                    <a:pt x="371380" y="144304"/>
                  </a:lnTo>
                  <a:lnTo>
                    <a:pt x="366617" y="145066"/>
                  </a:lnTo>
                  <a:lnTo>
                    <a:pt x="361855" y="145828"/>
                  </a:lnTo>
                  <a:lnTo>
                    <a:pt x="356997" y="146590"/>
                  </a:lnTo>
                  <a:lnTo>
                    <a:pt x="352235" y="147352"/>
                  </a:lnTo>
                  <a:lnTo>
                    <a:pt x="347472" y="148114"/>
                  </a:lnTo>
                  <a:lnTo>
                    <a:pt x="342710" y="148876"/>
                  </a:lnTo>
                  <a:lnTo>
                    <a:pt x="339757" y="149447"/>
                  </a:lnTo>
                  <a:lnTo>
                    <a:pt x="336423" y="149733"/>
                  </a:lnTo>
                  <a:lnTo>
                    <a:pt x="333470" y="150304"/>
                  </a:lnTo>
                  <a:lnTo>
                    <a:pt x="330517" y="150876"/>
                  </a:lnTo>
                  <a:lnTo>
                    <a:pt x="328708" y="151257"/>
                  </a:lnTo>
                  <a:lnTo>
                    <a:pt x="326803" y="151638"/>
                  </a:lnTo>
                  <a:lnTo>
                    <a:pt x="324898" y="152019"/>
                  </a:lnTo>
                  <a:lnTo>
                    <a:pt x="323088" y="152400"/>
                  </a:lnTo>
                  <a:lnTo>
                    <a:pt x="318707" y="153162"/>
                  </a:lnTo>
                  <a:lnTo>
                    <a:pt x="318611" y="153162"/>
                  </a:lnTo>
                  <a:lnTo>
                    <a:pt x="317563" y="152686"/>
                  </a:lnTo>
                  <a:lnTo>
                    <a:pt x="316516" y="152209"/>
                  </a:lnTo>
                  <a:lnTo>
                    <a:pt x="312611" y="147638"/>
                  </a:lnTo>
                  <a:lnTo>
                    <a:pt x="309658" y="144209"/>
                  </a:lnTo>
                  <a:lnTo>
                    <a:pt x="306705" y="140779"/>
                  </a:lnTo>
                  <a:lnTo>
                    <a:pt x="303752" y="137350"/>
                  </a:lnTo>
                  <a:lnTo>
                    <a:pt x="300800" y="133921"/>
                  </a:lnTo>
                  <a:lnTo>
                    <a:pt x="297752" y="130397"/>
                  </a:lnTo>
                  <a:lnTo>
                    <a:pt x="294704" y="126873"/>
                  </a:lnTo>
                  <a:lnTo>
                    <a:pt x="291656" y="123349"/>
                  </a:lnTo>
                  <a:lnTo>
                    <a:pt x="288608" y="119824"/>
                  </a:lnTo>
                  <a:lnTo>
                    <a:pt x="284893" y="115538"/>
                  </a:lnTo>
                  <a:lnTo>
                    <a:pt x="282035" y="112395"/>
                  </a:lnTo>
                  <a:lnTo>
                    <a:pt x="279178" y="109252"/>
                  </a:lnTo>
                  <a:lnTo>
                    <a:pt x="272986" y="102965"/>
                  </a:lnTo>
                  <a:lnTo>
                    <a:pt x="269843" y="98012"/>
                  </a:lnTo>
                  <a:lnTo>
                    <a:pt x="269367" y="96298"/>
                  </a:lnTo>
                  <a:lnTo>
                    <a:pt x="268986" y="92488"/>
                  </a:lnTo>
                  <a:lnTo>
                    <a:pt x="268605" y="90678"/>
                  </a:lnTo>
                  <a:lnTo>
                    <a:pt x="267653" y="88773"/>
                  </a:lnTo>
                  <a:lnTo>
                    <a:pt x="266319" y="87249"/>
                  </a:lnTo>
                  <a:lnTo>
                    <a:pt x="262985" y="85058"/>
                  </a:lnTo>
                  <a:lnTo>
                    <a:pt x="258318" y="82010"/>
                  </a:lnTo>
                  <a:lnTo>
                    <a:pt x="252031" y="77819"/>
                  </a:lnTo>
                  <a:lnTo>
                    <a:pt x="244316" y="72676"/>
                  </a:lnTo>
                  <a:lnTo>
                    <a:pt x="235553" y="66865"/>
                  </a:lnTo>
                  <a:lnTo>
                    <a:pt x="225933" y="60484"/>
                  </a:lnTo>
                  <a:lnTo>
                    <a:pt x="215741" y="53626"/>
                  </a:lnTo>
                  <a:lnTo>
                    <a:pt x="205169" y="46577"/>
                  </a:lnTo>
                  <a:lnTo>
                    <a:pt x="194596" y="39529"/>
                  </a:lnTo>
                  <a:lnTo>
                    <a:pt x="184213" y="32575"/>
                  </a:lnTo>
                  <a:lnTo>
                    <a:pt x="174498" y="26003"/>
                  </a:lnTo>
                  <a:lnTo>
                    <a:pt x="165449" y="19907"/>
                  </a:lnTo>
                  <a:lnTo>
                    <a:pt x="162020" y="17621"/>
                  </a:lnTo>
                  <a:lnTo>
                    <a:pt x="157448" y="14478"/>
                  </a:lnTo>
                  <a:lnTo>
                    <a:pt x="150686" y="9906"/>
                  </a:lnTo>
                  <a:lnTo>
                    <a:pt x="145542" y="6477"/>
                  </a:lnTo>
                  <a:lnTo>
                    <a:pt x="142304" y="4286"/>
                  </a:lnTo>
                  <a:lnTo>
                    <a:pt x="141161" y="3524"/>
                  </a:lnTo>
                  <a:lnTo>
                    <a:pt x="137160" y="762"/>
                  </a:lnTo>
                  <a:lnTo>
                    <a:pt x="135731" y="95"/>
                  </a:lnTo>
                  <a:lnTo>
                    <a:pt x="134493" y="0"/>
                  </a:lnTo>
                  <a:lnTo>
                    <a:pt x="130207" y="1238"/>
                  </a:lnTo>
                  <a:lnTo>
                    <a:pt x="127063" y="2191"/>
                  </a:lnTo>
                  <a:lnTo>
                    <a:pt x="123920" y="3143"/>
                  </a:lnTo>
                  <a:lnTo>
                    <a:pt x="120777" y="4096"/>
                  </a:lnTo>
                  <a:lnTo>
                    <a:pt x="117634" y="5048"/>
                  </a:lnTo>
                  <a:lnTo>
                    <a:pt x="114586" y="6001"/>
                  </a:lnTo>
                  <a:lnTo>
                    <a:pt x="111538" y="6953"/>
                  </a:lnTo>
                  <a:lnTo>
                    <a:pt x="108490" y="7810"/>
                  </a:lnTo>
                  <a:lnTo>
                    <a:pt x="105442" y="8763"/>
                  </a:lnTo>
                  <a:lnTo>
                    <a:pt x="98870" y="10763"/>
                  </a:lnTo>
                  <a:lnTo>
                    <a:pt x="92297" y="12763"/>
                  </a:lnTo>
                  <a:lnTo>
                    <a:pt x="85725" y="14764"/>
                  </a:lnTo>
                  <a:lnTo>
                    <a:pt x="79153" y="16764"/>
                  </a:lnTo>
                  <a:lnTo>
                    <a:pt x="74200" y="18383"/>
                  </a:lnTo>
                  <a:lnTo>
                    <a:pt x="69247" y="20002"/>
                  </a:lnTo>
                  <a:lnTo>
                    <a:pt x="64294" y="21622"/>
                  </a:lnTo>
                  <a:lnTo>
                    <a:pt x="59341" y="23241"/>
                  </a:lnTo>
                  <a:lnTo>
                    <a:pt x="54388" y="24860"/>
                  </a:lnTo>
                  <a:lnTo>
                    <a:pt x="49435" y="26479"/>
                  </a:lnTo>
                  <a:lnTo>
                    <a:pt x="44482" y="28099"/>
                  </a:lnTo>
                  <a:lnTo>
                    <a:pt x="39529" y="29718"/>
                  </a:lnTo>
                  <a:lnTo>
                    <a:pt x="38481" y="30099"/>
                  </a:lnTo>
                  <a:lnTo>
                    <a:pt x="34671" y="31337"/>
                  </a:lnTo>
                  <a:lnTo>
                    <a:pt x="29718" y="32956"/>
                  </a:lnTo>
                  <a:lnTo>
                    <a:pt x="24765" y="34576"/>
                  </a:lnTo>
                  <a:lnTo>
                    <a:pt x="19812" y="36195"/>
                  </a:lnTo>
                  <a:lnTo>
                    <a:pt x="14859" y="37814"/>
                  </a:lnTo>
                  <a:lnTo>
                    <a:pt x="9906" y="39433"/>
                  </a:lnTo>
                  <a:lnTo>
                    <a:pt x="4953" y="41053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672"/>
                  </a:lnTo>
                  <a:lnTo>
                    <a:pt x="0" y="42767"/>
                  </a:lnTo>
                  <a:lnTo>
                    <a:pt x="0" y="59817"/>
                  </a:lnTo>
                  <a:lnTo>
                    <a:pt x="0" y="76771"/>
                  </a:lnTo>
                  <a:lnTo>
                    <a:pt x="0" y="93631"/>
                  </a:lnTo>
                  <a:lnTo>
                    <a:pt x="0" y="110395"/>
                  </a:lnTo>
                  <a:lnTo>
                    <a:pt x="0" y="127159"/>
                  </a:lnTo>
                  <a:lnTo>
                    <a:pt x="0" y="143827"/>
                  </a:lnTo>
                  <a:lnTo>
                    <a:pt x="0" y="160401"/>
                  </a:lnTo>
                  <a:lnTo>
                    <a:pt x="0" y="176974"/>
                  </a:lnTo>
                  <a:lnTo>
                    <a:pt x="0" y="193453"/>
                  </a:lnTo>
                  <a:lnTo>
                    <a:pt x="0" y="209836"/>
                  </a:lnTo>
                  <a:lnTo>
                    <a:pt x="0" y="226219"/>
                  </a:lnTo>
                  <a:lnTo>
                    <a:pt x="0" y="242506"/>
                  </a:lnTo>
                  <a:lnTo>
                    <a:pt x="0" y="258699"/>
                  </a:lnTo>
                  <a:lnTo>
                    <a:pt x="0" y="274892"/>
                  </a:lnTo>
                  <a:lnTo>
                    <a:pt x="0" y="290989"/>
                  </a:lnTo>
                  <a:lnTo>
                    <a:pt x="0" y="307086"/>
                  </a:lnTo>
                  <a:lnTo>
                    <a:pt x="8573" y="307562"/>
                  </a:lnTo>
                  <a:lnTo>
                    <a:pt x="18383" y="308134"/>
                  </a:lnTo>
                  <a:lnTo>
                    <a:pt x="29242" y="308705"/>
                  </a:lnTo>
                  <a:lnTo>
                    <a:pt x="31147" y="308800"/>
                  </a:lnTo>
                  <a:lnTo>
                    <a:pt x="42958" y="309467"/>
                  </a:lnTo>
                  <a:lnTo>
                    <a:pt x="47911" y="310515"/>
                  </a:lnTo>
                  <a:lnTo>
                    <a:pt x="54388" y="311848"/>
                  </a:lnTo>
                  <a:lnTo>
                    <a:pt x="55435" y="311277"/>
                  </a:lnTo>
                  <a:lnTo>
                    <a:pt x="57055" y="308324"/>
                  </a:lnTo>
                  <a:lnTo>
                    <a:pt x="58102" y="307086"/>
                  </a:lnTo>
                  <a:lnTo>
                    <a:pt x="60579" y="305848"/>
                  </a:lnTo>
                  <a:lnTo>
                    <a:pt x="61722" y="305086"/>
                  </a:lnTo>
                  <a:lnTo>
                    <a:pt x="62294" y="304419"/>
                  </a:lnTo>
                  <a:lnTo>
                    <a:pt x="62389" y="303943"/>
                  </a:lnTo>
                  <a:lnTo>
                    <a:pt x="61817" y="302990"/>
                  </a:lnTo>
                  <a:lnTo>
                    <a:pt x="59150" y="302323"/>
                  </a:lnTo>
                  <a:lnTo>
                    <a:pt x="58388" y="301942"/>
                  </a:lnTo>
                  <a:lnTo>
                    <a:pt x="57626" y="301371"/>
                  </a:lnTo>
                  <a:lnTo>
                    <a:pt x="56483" y="300038"/>
                  </a:lnTo>
                  <a:lnTo>
                    <a:pt x="55435" y="298323"/>
                  </a:lnTo>
                  <a:lnTo>
                    <a:pt x="54769" y="296418"/>
                  </a:lnTo>
                  <a:lnTo>
                    <a:pt x="54578" y="294513"/>
                  </a:lnTo>
                  <a:lnTo>
                    <a:pt x="54578" y="292036"/>
                  </a:lnTo>
                  <a:lnTo>
                    <a:pt x="54388" y="290036"/>
                  </a:lnTo>
                  <a:lnTo>
                    <a:pt x="53816" y="288226"/>
                  </a:lnTo>
                  <a:lnTo>
                    <a:pt x="52673" y="286321"/>
                  </a:lnTo>
                  <a:lnTo>
                    <a:pt x="51721" y="283845"/>
                  </a:lnTo>
                  <a:lnTo>
                    <a:pt x="51816" y="281654"/>
                  </a:lnTo>
                  <a:lnTo>
                    <a:pt x="52197" y="279368"/>
                  </a:lnTo>
                  <a:lnTo>
                    <a:pt x="52292" y="276701"/>
                  </a:lnTo>
                  <a:lnTo>
                    <a:pt x="51149" y="271177"/>
                  </a:lnTo>
                  <a:lnTo>
                    <a:pt x="51149" y="268415"/>
                  </a:lnTo>
                  <a:lnTo>
                    <a:pt x="52673" y="266319"/>
                  </a:lnTo>
                  <a:lnTo>
                    <a:pt x="57722" y="263938"/>
                  </a:lnTo>
                  <a:lnTo>
                    <a:pt x="59912" y="262319"/>
                  </a:lnTo>
                  <a:lnTo>
                    <a:pt x="61913" y="259366"/>
                  </a:lnTo>
                  <a:lnTo>
                    <a:pt x="61913" y="259366"/>
                  </a:lnTo>
                  <a:lnTo>
                    <a:pt x="64770" y="253936"/>
                  </a:lnTo>
                  <a:lnTo>
                    <a:pt x="68961" y="249746"/>
                  </a:lnTo>
                  <a:lnTo>
                    <a:pt x="73914" y="247364"/>
                  </a:lnTo>
                  <a:lnTo>
                    <a:pt x="78962" y="247174"/>
                  </a:lnTo>
                  <a:lnTo>
                    <a:pt x="86392" y="248507"/>
                  </a:lnTo>
                  <a:lnTo>
                    <a:pt x="88868" y="248031"/>
                  </a:lnTo>
                  <a:lnTo>
                    <a:pt x="91821" y="246602"/>
                  </a:lnTo>
                  <a:lnTo>
                    <a:pt x="92869" y="246317"/>
                  </a:lnTo>
                  <a:lnTo>
                    <a:pt x="96488" y="246507"/>
                  </a:lnTo>
                  <a:lnTo>
                    <a:pt x="97536" y="246317"/>
                  </a:lnTo>
                  <a:lnTo>
                    <a:pt x="98679" y="245459"/>
                  </a:lnTo>
                  <a:lnTo>
                    <a:pt x="98489" y="244792"/>
                  </a:lnTo>
                  <a:lnTo>
                    <a:pt x="97822" y="244030"/>
                  </a:lnTo>
                  <a:lnTo>
                    <a:pt x="97441" y="242888"/>
                  </a:lnTo>
                  <a:lnTo>
                    <a:pt x="97822" y="241935"/>
                  </a:lnTo>
                  <a:lnTo>
                    <a:pt x="99822" y="241268"/>
                  </a:lnTo>
                  <a:lnTo>
                    <a:pt x="100584" y="240411"/>
                  </a:lnTo>
                  <a:lnTo>
                    <a:pt x="102775" y="235458"/>
                  </a:lnTo>
                  <a:lnTo>
                    <a:pt x="103251" y="233839"/>
                  </a:lnTo>
                  <a:lnTo>
                    <a:pt x="103156" y="232696"/>
                  </a:lnTo>
                  <a:lnTo>
                    <a:pt x="102013" y="230315"/>
                  </a:lnTo>
                  <a:lnTo>
                    <a:pt x="101727" y="228409"/>
                  </a:lnTo>
                  <a:lnTo>
                    <a:pt x="102584" y="227647"/>
                  </a:lnTo>
                  <a:lnTo>
                    <a:pt x="104013" y="226981"/>
                  </a:lnTo>
                  <a:lnTo>
                    <a:pt x="105347" y="225457"/>
                  </a:lnTo>
                  <a:lnTo>
                    <a:pt x="105823" y="224599"/>
                  </a:lnTo>
                  <a:lnTo>
                    <a:pt x="106394" y="223933"/>
                  </a:lnTo>
                  <a:lnTo>
                    <a:pt x="107347" y="223456"/>
                  </a:lnTo>
                  <a:lnTo>
                    <a:pt x="108490" y="223266"/>
                  </a:lnTo>
                  <a:lnTo>
                    <a:pt x="109728" y="223266"/>
                  </a:lnTo>
                  <a:lnTo>
                    <a:pt x="110776" y="223647"/>
                  </a:lnTo>
                  <a:lnTo>
                    <a:pt x="111538" y="224409"/>
                  </a:lnTo>
                  <a:lnTo>
                    <a:pt x="112776" y="226219"/>
                  </a:lnTo>
                  <a:lnTo>
                    <a:pt x="113633" y="226695"/>
                  </a:lnTo>
                  <a:lnTo>
                    <a:pt x="114490" y="226600"/>
                  </a:lnTo>
                  <a:lnTo>
                    <a:pt x="116396" y="225742"/>
                  </a:lnTo>
                  <a:lnTo>
                    <a:pt x="117348" y="225552"/>
                  </a:lnTo>
                  <a:lnTo>
                    <a:pt x="118491" y="225742"/>
                  </a:lnTo>
                  <a:lnTo>
                    <a:pt x="123730" y="228219"/>
                  </a:lnTo>
                  <a:lnTo>
                    <a:pt x="125540" y="229552"/>
                  </a:lnTo>
                  <a:lnTo>
                    <a:pt x="126873" y="231362"/>
                  </a:lnTo>
                  <a:lnTo>
                    <a:pt x="127444" y="233934"/>
                  </a:lnTo>
                  <a:lnTo>
                    <a:pt x="127254" y="235267"/>
                  </a:lnTo>
                  <a:lnTo>
                    <a:pt x="126968" y="236506"/>
                  </a:lnTo>
                  <a:lnTo>
                    <a:pt x="126968" y="237649"/>
                  </a:lnTo>
                  <a:lnTo>
                    <a:pt x="127540" y="238601"/>
                  </a:lnTo>
                  <a:lnTo>
                    <a:pt x="128397" y="238792"/>
                  </a:lnTo>
                  <a:lnTo>
                    <a:pt x="131826" y="238315"/>
                  </a:lnTo>
                  <a:lnTo>
                    <a:pt x="132493" y="237934"/>
                  </a:lnTo>
                  <a:lnTo>
                    <a:pt x="132683" y="237363"/>
                  </a:lnTo>
                  <a:lnTo>
                    <a:pt x="132398" y="236696"/>
                  </a:lnTo>
                  <a:lnTo>
                    <a:pt x="131826" y="236125"/>
                  </a:lnTo>
                  <a:lnTo>
                    <a:pt x="129731" y="233648"/>
                  </a:lnTo>
                  <a:lnTo>
                    <a:pt x="125825" y="227267"/>
                  </a:lnTo>
                  <a:lnTo>
                    <a:pt x="124396" y="223933"/>
                  </a:lnTo>
                  <a:lnTo>
                    <a:pt x="122777" y="221456"/>
                  </a:lnTo>
                  <a:lnTo>
                    <a:pt x="120967" y="220027"/>
                  </a:lnTo>
                  <a:lnTo>
                    <a:pt x="114395" y="216884"/>
                  </a:lnTo>
                  <a:lnTo>
                    <a:pt x="113443" y="216027"/>
                  </a:lnTo>
                  <a:lnTo>
                    <a:pt x="113157" y="214694"/>
                  </a:lnTo>
                  <a:lnTo>
                    <a:pt x="113633" y="213646"/>
                  </a:lnTo>
                  <a:lnTo>
                    <a:pt x="114586" y="212884"/>
                  </a:lnTo>
                  <a:lnTo>
                    <a:pt x="116586" y="212026"/>
                  </a:lnTo>
                  <a:lnTo>
                    <a:pt x="119348" y="210312"/>
                  </a:lnTo>
                  <a:lnTo>
                    <a:pt x="120301" y="210026"/>
                  </a:lnTo>
                  <a:lnTo>
                    <a:pt x="121539" y="210026"/>
                  </a:lnTo>
                  <a:lnTo>
                    <a:pt x="127254" y="212312"/>
                  </a:lnTo>
                  <a:lnTo>
                    <a:pt x="129921" y="212979"/>
                  </a:lnTo>
                  <a:lnTo>
                    <a:pt x="132588" y="213169"/>
                  </a:lnTo>
                  <a:lnTo>
                    <a:pt x="134779" y="212503"/>
                  </a:lnTo>
                  <a:lnTo>
                    <a:pt x="135922" y="210407"/>
                  </a:lnTo>
                  <a:lnTo>
                    <a:pt x="136684" y="204311"/>
                  </a:lnTo>
                  <a:lnTo>
                    <a:pt x="137636" y="202692"/>
                  </a:lnTo>
                  <a:lnTo>
                    <a:pt x="138875" y="203454"/>
                  </a:lnTo>
                  <a:lnTo>
                    <a:pt x="150209" y="216789"/>
                  </a:lnTo>
                  <a:lnTo>
                    <a:pt x="153734" y="220027"/>
                  </a:lnTo>
                  <a:lnTo>
                    <a:pt x="157448" y="221742"/>
                  </a:lnTo>
                  <a:lnTo>
                    <a:pt x="159829" y="222123"/>
                  </a:lnTo>
                  <a:lnTo>
                    <a:pt x="161354" y="222028"/>
                  </a:lnTo>
                  <a:lnTo>
                    <a:pt x="162877" y="221647"/>
                  </a:lnTo>
                  <a:lnTo>
                    <a:pt x="164402" y="220885"/>
                  </a:lnTo>
                  <a:lnTo>
                    <a:pt x="165735" y="220694"/>
                  </a:lnTo>
                  <a:lnTo>
                    <a:pt x="166973" y="221456"/>
                  </a:lnTo>
                  <a:lnTo>
                    <a:pt x="170307" y="224980"/>
                  </a:lnTo>
                  <a:lnTo>
                    <a:pt x="171069" y="226219"/>
                  </a:lnTo>
                  <a:lnTo>
                    <a:pt x="171545" y="227552"/>
                  </a:lnTo>
                  <a:lnTo>
                    <a:pt x="172212" y="232981"/>
                  </a:lnTo>
                  <a:lnTo>
                    <a:pt x="172879" y="234220"/>
                  </a:lnTo>
                  <a:lnTo>
                    <a:pt x="174403" y="235077"/>
                  </a:lnTo>
                  <a:lnTo>
                    <a:pt x="177070" y="235363"/>
                  </a:lnTo>
                  <a:lnTo>
                    <a:pt x="178308" y="235744"/>
                  </a:lnTo>
                  <a:lnTo>
                    <a:pt x="180404" y="238030"/>
                  </a:lnTo>
                  <a:lnTo>
                    <a:pt x="181737" y="238506"/>
                  </a:lnTo>
                  <a:lnTo>
                    <a:pt x="184499" y="238601"/>
                  </a:lnTo>
                  <a:lnTo>
                    <a:pt x="195644" y="236887"/>
                  </a:lnTo>
                  <a:lnTo>
                    <a:pt x="200215" y="237268"/>
                  </a:lnTo>
                  <a:lnTo>
                    <a:pt x="202597" y="236982"/>
                  </a:lnTo>
                  <a:lnTo>
                    <a:pt x="204978" y="237268"/>
                  </a:lnTo>
                  <a:lnTo>
                    <a:pt x="206597" y="239077"/>
                  </a:lnTo>
                  <a:lnTo>
                    <a:pt x="208026" y="241363"/>
                  </a:lnTo>
                  <a:lnTo>
                    <a:pt x="209836" y="243078"/>
                  </a:lnTo>
                  <a:lnTo>
                    <a:pt x="212217" y="244030"/>
                  </a:lnTo>
                  <a:lnTo>
                    <a:pt x="213455" y="244792"/>
                  </a:lnTo>
                  <a:lnTo>
                    <a:pt x="214122" y="245745"/>
                  </a:lnTo>
                  <a:lnTo>
                    <a:pt x="213931" y="246888"/>
                  </a:lnTo>
                  <a:lnTo>
                    <a:pt x="213074" y="247555"/>
                  </a:lnTo>
                  <a:lnTo>
                    <a:pt x="212027" y="248031"/>
                  </a:lnTo>
                  <a:lnTo>
                    <a:pt x="211169" y="248698"/>
                  </a:lnTo>
                  <a:lnTo>
                    <a:pt x="210693" y="251936"/>
                  </a:lnTo>
                  <a:lnTo>
                    <a:pt x="211741" y="255461"/>
                  </a:lnTo>
                  <a:lnTo>
                    <a:pt x="211931" y="258223"/>
                  </a:lnTo>
                  <a:lnTo>
                    <a:pt x="208788" y="259461"/>
                  </a:lnTo>
                  <a:lnTo>
                    <a:pt x="208788" y="259461"/>
                  </a:lnTo>
                  <a:lnTo>
                    <a:pt x="208788" y="259461"/>
                  </a:lnTo>
                  <a:lnTo>
                    <a:pt x="207836" y="259747"/>
                  </a:lnTo>
                  <a:lnTo>
                    <a:pt x="207264" y="260413"/>
                  </a:lnTo>
                  <a:lnTo>
                    <a:pt x="207169" y="261366"/>
                  </a:lnTo>
                  <a:lnTo>
                    <a:pt x="207740" y="262414"/>
                  </a:lnTo>
                  <a:lnTo>
                    <a:pt x="208502" y="262795"/>
                  </a:lnTo>
                  <a:lnTo>
                    <a:pt x="211265" y="262699"/>
                  </a:lnTo>
                  <a:lnTo>
                    <a:pt x="216789" y="264795"/>
                  </a:lnTo>
                  <a:lnTo>
                    <a:pt x="218313" y="266128"/>
                  </a:lnTo>
                  <a:lnTo>
                    <a:pt x="219551" y="267938"/>
                  </a:lnTo>
                  <a:lnTo>
                    <a:pt x="220123" y="268891"/>
                  </a:lnTo>
                  <a:lnTo>
                    <a:pt x="220885" y="269748"/>
                  </a:lnTo>
                  <a:lnTo>
                    <a:pt x="223361" y="271272"/>
                  </a:lnTo>
                  <a:lnTo>
                    <a:pt x="224123" y="271939"/>
                  </a:lnTo>
                  <a:lnTo>
                    <a:pt x="224790" y="272796"/>
                  </a:lnTo>
                  <a:lnTo>
                    <a:pt x="225266" y="273748"/>
                  </a:lnTo>
                  <a:lnTo>
                    <a:pt x="225361" y="274701"/>
                  </a:lnTo>
                  <a:lnTo>
                    <a:pt x="224790" y="275653"/>
                  </a:lnTo>
                  <a:lnTo>
                    <a:pt x="223933" y="275749"/>
                  </a:lnTo>
                  <a:lnTo>
                    <a:pt x="222885" y="275272"/>
                  </a:lnTo>
                  <a:lnTo>
                    <a:pt x="221075" y="274130"/>
                  </a:lnTo>
                  <a:lnTo>
                    <a:pt x="219075" y="273463"/>
                  </a:lnTo>
                  <a:lnTo>
                    <a:pt x="217456" y="273653"/>
                  </a:lnTo>
                  <a:lnTo>
                    <a:pt x="216027" y="274606"/>
                  </a:lnTo>
                  <a:lnTo>
                    <a:pt x="214694" y="276511"/>
                  </a:lnTo>
                  <a:lnTo>
                    <a:pt x="215170" y="278987"/>
                  </a:lnTo>
                  <a:lnTo>
                    <a:pt x="216789" y="282130"/>
                  </a:lnTo>
                  <a:lnTo>
                    <a:pt x="220313" y="287084"/>
                  </a:lnTo>
                  <a:lnTo>
                    <a:pt x="220790" y="288417"/>
                  </a:lnTo>
                  <a:lnTo>
                    <a:pt x="220027" y="289274"/>
                  </a:lnTo>
                  <a:lnTo>
                    <a:pt x="217837" y="290322"/>
                  </a:lnTo>
                  <a:lnTo>
                    <a:pt x="216979" y="291084"/>
                  </a:lnTo>
                  <a:lnTo>
                    <a:pt x="216313" y="292036"/>
                  </a:lnTo>
                  <a:lnTo>
                    <a:pt x="215932" y="293275"/>
                  </a:lnTo>
                  <a:lnTo>
                    <a:pt x="215265" y="298894"/>
                  </a:lnTo>
                  <a:lnTo>
                    <a:pt x="215646" y="300514"/>
                  </a:lnTo>
                  <a:lnTo>
                    <a:pt x="217170" y="301942"/>
                  </a:lnTo>
                  <a:lnTo>
                    <a:pt x="222980" y="304895"/>
                  </a:lnTo>
                  <a:lnTo>
                    <a:pt x="228029" y="307467"/>
                  </a:lnTo>
                  <a:lnTo>
                    <a:pt x="231172" y="309848"/>
                  </a:lnTo>
                  <a:lnTo>
                    <a:pt x="234029" y="312706"/>
                  </a:lnTo>
                  <a:lnTo>
                    <a:pt x="235553" y="313753"/>
                  </a:lnTo>
                  <a:lnTo>
                    <a:pt x="237363" y="314325"/>
                  </a:lnTo>
                  <a:lnTo>
                    <a:pt x="240506" y="314230"/>
                  </a:lnTo>
                  <a:lnTo>
                    <a:pt x="246888" y="312134"/>
                  </a:lnTo>
                  <a:lnTo>
                    <a:pt x="257461" y="311467"/>
                  </a:lnTo>
                  <a:lnTo>
                    <a:pt x="261175" y="312325"/>
                  </a:lnTo>
                  <a:lnTo>
                    <a:pt x="263652" y="314896"/>
                  </a:lnTo>
                  <a:lnTo>
                    <a:pt x="264033" y="314611"/>
                  </a:lnTo>
                  <a:lnTo>
                    <a:pt x="264414" y="314230"/>
                  </a:lnTo>
                  <a:lnTo>
                    <a:pt x="265081" y="312992"/>
                  </a:lnTo>
                  <a:lnTo>
                    <a:pt x="265367" y="312420"/>
                  </a:lnTo>
                  <a:lnTo>
                    <a:pt x="265557" y="312611"/>
                  </a:lnTo>
                  <a:lnTo>
                    <a:pt x="265748" y="313277"/>
                  </a:lnTo>
                  <a:lnTo>
                    <a:pt x="266033" y="313944"/>
                  </a:lnTo>
                  <a:lnTo>
                    <a:pt x="269177" y="313372"/>
                  </a:lnTo>
                  <a:lnTo>
                    <a:pt x="270129" y="313372"/>
                  </a:lnTo>
                  <a:lnTo>
                    <a:pt x="275558" y="317182"/>
                  </a:lnTo>
                  <a:lnTo>
                    <a:pt x="277654" y="318040"/>
                  </a:lnTo>
                  <a:lnTo>
                    <a:pt x="279654" y="317944"/>
                  </a:lnTo>
                  <a:lnTo>
                    <a:pt x="281464" y="316992"/>
                  </a:lnTo>
                  <a:lnTo>
                    <a:pt x="282988" y="315373"/>
                  </a:lnTo>
                  <a:lnTo>
                    <a:pt x="283940" y="313182"/>
                  </a:lnTo>
                  <a:lnTo>
                    <a:pt x="285274" y="312420"/>
                  </a:lnTo>
                  <a:lnTo>
                    <a:pt x="285750" y="309944"/>
                  </a:lnTo>
                  <a:lnTo>
                    <a:pt x="286417" y="308515"/>
                  </a:lnTo>
                  <a:lnTo>
                    <a:pt x="287560" y="307943"/>
                  </a:lnTo>
                  <a:lnTo>
                    <a:pt x="289465" y="308134"/>
                  </a:lnTo>
                  <a:lnTo>
                    <a:pt x="294608" y="309467"/>
                  </a:lnTo>
                  <a:lnTo>
                    <a:pt x="299180" y="311467"/>
                  </a:lnTo>
                  <a:lnTo>
                    <a:pt x="310991" y="320135"/>
                  </a:lnTo>
                  <a:lnTo>
                    <a:pt x="312039" y="321278"/>
                  </a:lnTo>
                  <a:lnTo>
                    <a:pt x="315944" y="327755"/>
                  </a:lnTo>
                  <a:lnTo>
                    <a:pt x="316421" y="328898"/>
                  </a:lnTo>
                  <a:lnTo>
                    <a:pt x="316611" y="330327"/>
                  </a:lnTo>
                  <a:lnTo>
                    <a:pt x="316802" y="335185"/>
                  </a:lnTo>
                  <a:lnTo>
                    <a:pt x="317087" y="336232"/>
                  </a:lnTo>
                  <a:lnTo>
                    <a:pt x="316706" y="336709"/>
                  </a:lnTo>
                  <a:lnTo>
                    <a:pt x="317278" y="338042"/>
                  </a:lnTo>
                  <a:lnTo>
                    <a:pt x="318897" y="343853"/>
                  </a:lnTo>
                  <a:lnTo>
                    <a:pt x="319469" y="346996"/>
                  </a:lnTo>
                  <a:lnTo>
                    <a:pt x="319850" y="348520"/>
                  </a:lnTo>
                  <a:lnTo>
                    <a:pt x="320421" y="349472"/>
                  </a:lnTo>
                  <a:lnTo>
                    <a:pt x="322136" y="351377"/>
                  </a:lnTo>
                  <a:lnTo>
                    <a:pt x="322707" y="352330"/>
                  </a:lnTo>
                  <a:lnTo>
                    <a:pt x="323755" y="356616"/>
                  </a:lnTo>
                  <a:lnTo>
                    <a:pt x="324421" y="358045"/>
                  </a:lnTo>
                  <a:lnTo>
                    <a:pt x="326422" y="360617"/>
                  </a:lnTo>
                  <a:lnTo>
                    <a:pt x="326708" y="361283"/>
                  </a:lnTo>
                  <a:lnTo>
                    <a:pt x="327088" y="362903"/>
                  </a:lnTo>
                  <a:lnTo>
                    <a:pt x="327184" y="363093"/>
                  </a:lnTo>
                  <a:lnTo>
                    <a:pt x="327469" y="363569"/>
                  </a:lnTo>
                  <a:lnTo>
                    <a:pt x="328613" y="364426"/>
                  </a:lnTo>
                  <a:lnTo>
                    <a:pt x="331089" y="365188"/>
                  </a:lnTo>
                  <a:lnTo>
                    <a:pt x="335471" y="367665"/>
                  </a:lnTo>
                  <a:lnTo>
                    <a:pt x="335947" y="368332"/>
                  </a:lnTo>
                  <a:lnTo>
                    <a:pt x="336137" y="371284"/>
                  </a:lnTo>
                  <a:lnTo>
                    <a:pt x="336423" y="372523"/>
                  </a:lnTo>
                  <a:lnTo>
                    <a:pt x="337757" y="375285"/>
                  </a:lnTo>
                  <a:lnTo>
                    <a:pt x="338233" y="376523"/>
                  </a:lnTo>
                  <a:lnTo>
                    <a:pt x="338423" y="377857"/>
                  </a:lnTo>
                  <a:lnTo>
                    <a:pt x="338423" y="379667"/>
                  </a:lnTo>
                  <a:lnTo>
                    <a:pt x="338614" y="381095"/>
                  </a:lnTo>
                  <a:lnTo>
                    <a:pt x="340233" y="384619"/>
                  </a:lnTo>
                  <a:lnTo>
                    <a:pt x="340423" y="386048"/>
                  </a:lnTo>
                  <a:lnTo>
                    <a:pt x="340138" y="387286"/>
                  </a:lnTo>
                  <a:lnTo>
                    <a:pt x="339661" y="388525"/>
                  </a:lnTo>
                  <a:lnTo>
                    <a:pt x="339471" y="390049"/>
                  </a:lnTo>
                  <a:lnTo>
                    <a:pt x="339661" y="391668"/>
                  </a:lnTo>
                  <a:lnTo>
                    <a:pt x="340614" y="395478"/>
                  </a:lnTo>
                  <a:lnTo>
                    <a:pt x="341186" y="397288"/>
                  </a:lnTo>
                  <a:lnTo>
                    <a:pt x="344996" y="402050"/>
                  </a:lnTo>
                  <a:lnTo>
                    <a:pt x="345567" y="402336"/>
                  </a:lnTo>
                  <a:lnTo>
                    <a:pt x="348615" y="405384"/>
                  </a:lnTo>
                  <a:lnTo>
                    <a:pt x="354806" y="409766"/>
                  </a:lnTo>
                  <a:lnTo>
                    <a:pt x="361950" y="414909"/>
                  </a:lnTo>
                  <a:lnTo>
                    <a:pt x="370523" y="421005"/>
                  </a:lnTo>
                  <a:lnTo>
                    <a:pt x="387858" y="433388"/>
                  </a:lnTo>
                  <a:lnTo>
                    <a:pt x="395192" y="438626"/>
                  </a:lnTo>
                  <a:lnTo>
                    <a:pt x="398526" y="441770"/>
                  </a:lnTo>
                  <a:lnTo>
                    <a:pt x="404146" y="449675"/>
                  </a:lnTo>
                  <a:lnTo>
                    <a:pt x="407384" y="453009"/>
                  </a:lnTo>
                  <a:lnTo>
                    <a:pt x="413194" y="457200"/>
                  </a:lnTo>
                  <a:lnTo>
                    <a:pt x="420529" y="462439"/>
                  </a:lnTo>
                  <a:lnTo>
                    <a:pt x="429006" y="468535"/>
                  </a:lnTo>
                  <a:lnTo>
                    <a:pt x="430625" y="469392"/>
                  </a:lnTo>
                  <a:lnTo>
                    <a:pt x="432149" y="469678"/>
                  </a:lnTo>
                  <a:lnTo>
                    <a:pt x="433483" y="469392"/>
                  </a:lnTo>
                  <a:lnTo>
                    <a:pt x="437579" y="467392"/>
                  </a:lnTo>
                  <a:lnTo>
                    <a:pt x="439198" y="467201"/>
                  </a:lnTo>
                  <a:lnTo>
                    <a:pt x="440436" y="467963"/>
                  </a:lnTo>
                  <a:lnTo>
                    <a:pt x="442055" y="470059"/>
                  </a:lnTo>
                  <a:lnTo>
                    <a:pt x="445008" y="473964"/>
                  </a:lnTo>
                  <a:lnTo>
                    <a:pt x="456152" y="483298"/>
                  </a:lnTo>
                  <a:lnTo>
                    <a:pt x="462915" y="487204"/>
                  </a:lnTo>
                  <a:lnTo>
                    <a:pt x="470630" y="489966"/>
                  </a:lnTo>
                  <a:lnTo>
                    <a:pt x="474155" y="492157"/>
                  </a:lnTo>
                  <a:lnTo>
                    <a:pt x="481203" y="498538"/>
                  </a:lnTo>
                  <a:lnTo>
                    <a:pt x="486156" y="503110"/>
                  </a:lnTo>
                  <a:lnTo>
                    <a:pt x="493300" y="507873"/>
                  </a:lnTo>
                  <a:lnTo>
                    <a:pt x="498538" y="511397"/>
                  </a:lnTo>
                  <a:lnTo>
                    <a:pt x="507206" y="517208"/>
                  </a:lnTo>
                  <a:lnTo>
                    <a:pt x="510731" y="518350"/>
                  </a:lnTo>
                  <a:lnTo>
                    <a:pt x="514350" y="518065"/>
                  </a:lnTo>
                  <a:lnTo>
                    <a:pt x="515684" y="517303"/>
                  </a:lnTo>
                  <a:lnTo>
                    <a:pt x="518255" y="515302"/>
                  </a:lnTo>
                  <a:lnTo>
                    <a:pt x="519779" y="514731"/>
                  </a:lnTo>
                  <a:lnTo>
                    <a:pt x="521589" y="514921"/>
                  </a:lnTo>
                  <a:lnTo>
                    <a:pt x="526923" y="517493"/>
                  </a:lnTo>
                  <a:lnTo>
                    <a:pt x="530447" y="518065"/>
                  </a:lnTo>
                  <a:lnTo>
                    <a:pt x="531971" y="518827"/>
                  </a:lnTo>
                  <a:lnTo>
                    <a:pt x="535210" y="521398"/>
                  </a:lnTo>
                  <a:lnTo>
                    <a:pt x="538639" y="522351"/>
                  </a:lnTo>
                  <a:lnTo>
                    <a:pt x="540353" y="523113"/>
                  </a:lnTo>
                  <a:lnTo>
                    <a:pt x="541877" y="524542"/>
                  </a:lnTo>
                  <a:lnTo>
                    <a:pt x="544354" y="527590"/>
                  </a:lnTo>
                  <a:lnTo>
                    <a:pt x="549688" y="530066"/>
                  </a:lnTo>
                  <a:lnTo>
                    <a:pt x="551307" y="530543"/>
                  </a:lnTo>
                  <a:lnTo>
                    <a:pt x="555308" y="530543"/>
                  </a:lnTo>
                  <a:lnTo>
                    <a:pt x="557308" y="531114"/>
                  </a:lnTo>
                  <a:lnTo>
                    <a:pt x="559213" y="532067"/>
                  </a:lnTo>
                  <a:lnTo>
                    <a:pt x="561023" y="533305"/>
                  </a:lnTo>
                  <a:lnTo>
                    <a:pt x="561023" y="533305"/>
                  </a:lnTo>
                  <a:lnTo>
                    <a:pt x="561023" y="533305"/>
                  </a:lnTo>
                  <a:lnTo>
                    <a:pt x="561689" y="535114"/>
                  </a:lnTo>
                  <a:lnTo>
                    <a:pt x="562165" y="536448"/>
                  </a:lnTo>
                  <a:lnTo>
                    <a:pt x="560261" y="540258"/>
                  </a:lnTo>
                  <a:lnTo>
                    <a:pt x="557308" y="544068"/>
                  </a:lnTo>
                  <a:lnTo>
                    <a:pt x="555498" y="547306"/>
                  </a:lnTo>
                  <a:lnTo>
                    <a:pt x="555308" y="549878"/>
                  </a:lnTo>
                  <a:lnTo>
                    <a:pt x="555688" y="555117"/>
                  </a:lnTo>
                  <a:lnTo>
                    <a:pt x="555498" y="557784"/>
                  </a:lnTo>
                  <a:lnTo>
                    <a:pt x="554355" y="562261"/>
                  </a:lnTo>
                  <a:lnTo>
                    <a:pt x="554165" y="564642"/>
                  </a:lnTo>
                  <a:lnTo>
                    <a:pt x="554927" y="566547"/>
                  </a:lnTo>
                  <a:lnTo>
                    <a:pt x="555974" y="567404"/>
                  </a:lnTo>
                  <a:lnTo>
                    <a:pt x="556832" y="568262"/>
                  </a:lnTo>
                  <a:lnTo>
                    <a:pt x="557022" y="569309"/>
                  </a:lnTo>
                  <a:lnTo>
                    <a:pt x="556165" y="570643"/>
                  </a:lnTo>
                  <a:lnTo>
                    <a:pt x="555212" y="571691"/>
                  </a:lnTo>
                  <a:lnTo>
                    <a:pt x="554450" y="572834"/>
                  </a:lnTo>
                  <a:lnTo>
                    <a:pt x="554355" y="574072"/>
                  </a:lnTo>
                  <a:lnTo>
                    <a:pt x="555688" y="575120"/>
                  </a:lnTo>
                  <a:lnTo>
                    <a:pt x="556736" y="574834"/>
                  </a:lnTo>
                  <a:lnTo>
                    <a:pt x="558070" y="574738"/>
                  </a:lnTo>
                  <a:lnTo>
                    <a:pt x="559308" y="574929"/>
                  </a:lnTo>
                  <a:lnTo>
                    <a:pt x="562832" y="576358"/>
                  </a:lnTo>
                  <a:lnTo>
                    <a:pt x="563499" y="576453"/>
                  </a:lnTo>
                  <a:lnTo>
                    <a:pt x="564928" y="576548"/>
                  </a:lnTo>
                  <a:lnTo>
                    <a:pt x="565499" y="576358"/>
                  </a:lnTo>
                  <a:lnTo>
                    <a:pt x="566547" y="575501"/>
                  </a:lnTo>
                  <a:lnTo>
                    <a:pt x="567119" y="575310"/>
                  </a:lnTo>
                  <a:lnTo>
                    <a:pt x="573977" y="575024"/>
                  </a:lnTo>
                  <a:lnTo>
                    <a:pt x="578834" y="573881"/>
                  </a:lnTo>
                  <a:lnTo>
                    <a:pt x="581406" y="573976"/>
                  </a:lnTo>
                  <a:lnTo>
                    <a:pt x="582359" y="574453"/>
                  </a:lnTo>
                  <a:lnTo>
                    <a:pt x="584454" y="575977"/>
                  </a:lnTo>
                  <a:lnTo>
                    <a:pt x="585597" y="576263"/>
                  </a:lnTo>
                  <a:lnTo>
                    <a:pt x="586264" y="576834"/>
                  </a:lnTo>
                  <a:lnTo>
                    <a:pt x="587121" y="579692"/>
                  </a:lnTo>
                  <a:lnTo>
                    <a:pt x="587597" y="580644"/>
                  </a:lnTo>
                  <a:lnTo>
                    <a:pt x="588645" y="581311"/>
                  </a:lnTo>
                  <a:lnTo>
                    <a:pt x="591026" y="582168"/>
                  </a:lnTo>
                  <a:lnTo>
                    <a:pt x="592074" y="583121"/>
                  </a:lnTo>
                  <a:lnTo>
                    <a:pt x="592646" y="584263"/>
                  </a:lnTo>
                  <a:lnTo>
                    <a:pt x="593027" y="585502"/>
                  </a:lnTo>
                  <a:lnTo>
                    <a:pt x="593598" y="586550"/>
                  </a:lnTo>
                  <a:lnTo>
                    <a:pt x="594741" y="587026"/>
                  </a:lnTo>
                  <a:lnTo>
                    <a:pt x="595884" y="586835"/>
                  </a:lnTo>
                  <a:lnTo>
                    <a:pt x="597884" y="585502"/>
                  </a:lnTo>
                  <a:lnTo>
                    <a:pt x="599218" y="585216"/>
                  </a:lnTo>
                  <a:lnTo>
                    <a:pt x="600456" y="585121"/>
                  </a:lnTo>
                  <a:lnTo>
                    <a:pt x="601599" y="584835"/>
                  </a:lnTo>
                  <a:lnTo>
                    <a:pt x="602647" y="584263"/>
                  </a:lnTo>
                  <a:lnTo>
                    <a:pt x="603695" y="583501"/>
                  </a:lnTo>
                  <a:lnTo>
                    <a:pt x="605409" y="581787"/>
                  </a:lnTo>
                  <a:lnTo>
                    <a:pt x="606361" y="581025"/>
                  </a:lnTo>
                  <a:lnTo>
                    <a:pt x="607409" y="580739"/>
                  </a:lnTo>
                  <a:lnTo>
                    <a:pt x="608648" y="581311"/>
                  </a:lnTo>
                  <a:lnTo>
                    <a:pt x="609600" y="584073"/>
                  </a:lnTo>
                  <a:lnTo>
                    <a:pt x="610457" y="584835"/>
                  </a:lnTo>
                  <a:lnTo>
                    <a:pt x="611029" y="584645"/>
                  </a:lnTo>
                  <a:lnTo>
                    <a:pt x="611410" y="583978"/>
                  </a:lnTo>
                  <a:lnTo>
                    <a:pt x="611696" y="583311"/>
                  </a:lnTo>
                  <a:lnTo>
                    <a:pt x="611981" y="583025"/>
                  </a:lnTo>
                  <a:lnTo>
                    <a:pt x="612553" y="582930"/>
                  </a:lnTo>
                  <a:lnTo>
                    <a:pt x="613601" y="582644"/>
                  </a:lnTo>
                  <a:lnTo>
                    <a:pt x="614172" y="582549"/>
                  </a:lnTo>
                  <a:lnTo>
                    <a:pt x="614744" y="582739"/>
                  </a:lnTo>
                  <a:lnTo>
                    <a:pt x="615886" y="583597"/>
                  </a:lnTo>
                  <a:lnTo>
                    <a:pt x="616458" y="583883"/>
                  </a:lnTo>
                  <a:lnTo>
                    <a:pt x="617125" y="583978"/>
                  </a:lnTo>
                  <a:lnTo>
                    <a:pt x="619030" y="583883"/>
                  </a:lnTo>
                  <a:lnTo>
                    <a:pt x="620078" y="584168"/>
                  </a:lnTo>
                  <a:lnTo>
                    <a:pt x="621030" y="584740"/>
                  </a:lnTo>
                  <a:lnTo>
                    <a:pt x="621602" y="585597"/>
                  </a:lnTo>
                  <a:lnTo>
                    <a:pt x="621887" y="586835"/>
                  </a:lnTo>
                  <a:lnTo>
                    <a:pt x="622078" y="585883"/>
                  </a:lnTo>
                  <a:lnTo>
                    <a:pt x="623030" y="583883"/>
                  </a:lnTo>
                  <a:lnTo>
                    <a:pt x="623602" y="581692"/>
                  </a:lnTo>
                  <a:lnTo>
                    <a:pt x="623888" y="579310"/>
                  </a:lnTo>
                  <a:lnTo>
                    <a:pt x="623697" y="576548"/>
                  </a:lnTo>
                  <a:lnTo>
                    <a:pt x="622649" y="571309"/>
                  </a:lnTo>
                  <a:lnTo>
                    <a:pt x="622840" y="568547"/>
                  </a:lnTo>
                  <a:lnTo>
                    <a:pt x="624269" y="564451"/>
                  </a:lnTo>
                  <a:lnTo>
                    <a:pt x="626555" y="560546"/>
                  </a:lnTo>
                  <a:lnTo>
                    <a:pt x="629222" y="557117"/>
                  </a:lnTo>
                  <a:lnTo>
                    <a:pt x="632079" y="554355"/>
                  </a:lnTo>
                  <a:lnTo>
                    <a:pt x="635889" y="549021"/>
                  </a:lnTo>
                  <a:lnTo>
                    <a:pt x="637413" y="545973"/>
                  </a:lnTo>
                  <a:lnTo>
                    <a:pt x="639699" y="539210"/>
                  </a:lnTo>
                  <a:lnTo>
                    <a:pt x="640652" y="538258"/>
                  </a:lnTo>
                  <a:lnTo>
                    <a:pt x="642271" y="537686"/>
                  </a:lnTo>
                  <a:lnTo>
                    <a:pt x="644747" y="537305"/>
                  </a:lnTo>
                  <a:lnTo>
                    <a:pt x="645509" y="537020"/>
                  </a:lnTo>
                  <a:lnTo>
                    <a:pt x="645795" y="536829"/>
                  </a:lnTo>
                  <a:lnTo>
                    <a:pt x="646367" y="536448"/>
                  </a:lnTo>
                  <a:lnTo>
                    <a:pt x="646748" y="535591"/>
                  </a:lnTo>
                  <a:lnTo>
                    <a:pt x="646938" y="534543"/>
                  </a:lnTo>
                  <a:lnTo>
                    <a:pt x="647319" y="533400"/>
                  </a:lnTo>
                  <a:lnTo>
                    <a:pt x="647319" y="533400"/>
                  </a:lnTo>
                  <a:lnTo>
                    <a:pt x="647319" y="533400"/>
                  </a:lnTo>
                  <a:lnTo>
                    <a:pt x="647319" y="533400"/>
                  </a:lnTo>
                  <a:lnTo>
                    <a:pt x="647319" y="533400"/>
                  </a:lnTo>
                  <a:lnTo>
                    <a:pt x="647986" y="532162"/>
                  </a:lnTo>
                  <a:lnTo>
                    <a:pt x="650081" y="529018"/>
                  </a:lnTo>
                  <a:lnTo>
                    <a:pt x="651415" y="525304"/>
                  </a:lnTo>
                  <a:lnTo>
                    <a:pt x="652272" y="521398"/>
                  </a:lnTo>
                  <a:lnTo>
                    <a:pt x="652082" y="518827"/>
                  </a:lnTo>
                  <a:lnTo>
                    <a:pt x="650843" y="516826"/>
                  </a:lnTo>
                  <a:lnTo>
                    <a:pt x="646652" y="513112"/>
                  </a:lnTo>
                  <a:lnTo>
                    <a:pt x="643890" y="511588"/>
                  </a:lnTo>
                  <a:lnTo>
                    <a:pt x="643033" y="510635"/>
                  </a:lnTo>
                  <a:lnTo>
                    <a:pt x="641128" y="507111"/>
                  </a:lnTo>
                  <a:lnTo>
                    <a:pt x="639032" y="505111"/>
                  </a:lnTo>
                  <a:lnTo>
                    <a:pt x="638556" y="504158"/>
                  </a:lnTo>
                  <a:lnTo>
                    <a:pt x="638365" y="503206"/>
                  </a:lnTo>
                  <a:lnTo>
                    <a:pt x="638270" y="501110"/>
                  </a:lnTo>
                  <a:lnTo>
                    <a:pt x="637985" y="500063"/>
                  </a:lnTo>
                  <a:lnTo>
                    <a:pt x="636746" y="498158"/>
                  </a:lnTo>
                  <a:lnTo>
                    <a:pt x="636365" y="497300"/>
                  </a:lnTo>
                  <a:lnTo>
                    <a:pt x="636270" y="495871"/>
                  </a:lnTo>
                  <a:lnTo>
                    <a:pt x="636461" y="491966"/>
                  </a:lnTo>
                  <a:lnTo>
                    <a:pt x="636365" y="490633"/>
                  </a:lnTo>
                  <a:lnTo>
                    <a:pt x="635699" y="488156"/>
                  </a:lnTo>
                  <a:lnTo>
                    <a:pt x="635603" y="486918"/>
                  </a:lnTo>
                  <a:lnTo>
                    <a:pt x="635984" y="485870"/>
                  </a:lnTo>
                  <a:lnTo>
                    <a:pt x="637318" y="484918"/>
                  </a:lnTo>
                  <a:lnTo>
                    <a:pt x="637604" y="484537"/>
                  </a:lnTo>
                  <a:lnTo>
                    <a:pt x="637604" y="483775"/>
                  </a:lnTo>
                  <a:lnTo>
                    <a:pt x="637413" y="483108"/>
                  </a:lnTo>
                  <a:lnTo>
                    <a:pt x="637127" y="482537"/>
                  </a:lnTo>
                  <a:lnTo>
                    <a:pt x="636937" y="481870"/>
                  </a:lnTo>
                  <a:lnTo>
                    <a:pt x="637127" y="480441"/>
                  </a:lnTo>
                  <a:lnTo>
                    <a:pt x="637699" y="480060"/>
                  </a:lnTo>
                  <a:lnTo>
                    <a:pt x="638651" y="480060"/>
                  </a:lnTo>
                  <a:lnTo>
                    <a:pt x="639890" y="479774"/>
                  </a:lnTo>
                  <a:lnTo>
                    <a:pt x="640747" y="479203"/>
                  </a:lnTo>
                  <a:lnTo>
                    <a:pt x="641509" y="478441"/>
                  </a:lnTo>
                  <a:lnTo>
                    <a:pt x="642176" y="477488"/>
                  </a:lnTo>
                  <a:lnTo>
                    <a:pt x="642652" y="476345"/>
                  </a:lnTo>
                  <a:lnTo>
                    <a:pt x="642747" y="474821"/>
                  </a:lnTo>
                  <a:lnTo>
                    <a:pt x="642176" y="473488"/>
                  </a:lnTo>
                  <a:lnTo>
                    <a:pt x="641604" y="472726"/>
                  </a:lnTo>
                  <a:lnTo>
                    <a:pt x="640652" y="471297"/>
                  </a:lnTo>
                  <a:lnTo>
                    <a:pt x="638842" y="467392"/>
                  </a:lnTo>
                  <a:lnTo>
                    <a:pt x="638080" y="466439"/>
                  </a:lnTo>
                  <a:lnTo>
                    <a:pt x="638080" y="466439"/>
                  </a:lnTo>
                  <a:lnTo>
                    <a:pt x="638080" y="466439"/>
                  </a:lnTo>
                  <a:lnTo>
                    <a:pt x="638080" y="466439"/>
                  </a:lnTo>
                  <a:lnTo>
                    <a:pt x="637699" y="466344"/>
                  </a:lnTo>
                  <a:lnTo>
                    <a:pt x="637223" y="466344"/>
                  </a:lnTo>
                  <a:lnTo>
                    <a:pt x="636842" y="466344"/>
                  </a:lnTo>
                  <a:lnTo>
                    <a:pt x="636461" y="466439"/>
                  </a:lnTo>
                  <a:lnTo>
                    <a:pt x="635603" y="467106"/>
                  </a:lnTo>
                  <a:lnTo>
                    <a:pt x="634746" y="467392"/>
                  </a:lnTo>
                  <a:lnTo>
                    <a:pt x="633889" y="467201"/>
                  </a:lnTo>
                  <a:lnTo>
                    <a:pt x="633032" y="466439"/>
                  </a:lnTo>
                  <a:lnTo>
                    <a:pt x="632651" y="466154"/>
                  </a:lnTo>
                  <a:lnTo>
                    <a:pt x="631793" y="465868"/>
                  </a:lnTo>
                  <a:lnTo>
                    <a:pt x="631031" y="465868"/>
                  </a:lnTo>
                  <a:lnTo>
                    <a:pt x="630269" y="466058"/>
                  </a:lnTo>
                  <a:lnTo>
                    <a:pt x="629603" y="466439"/>
                  </a:lnTo>
                  <a:lnTo>
                    <a:pt x="629603" y="466439"/>
                  </a:lnTo>
                  <a:lnTo>
                    <a:pt x="629603" y="466439"/>
                  </a:lnTo>
                  <a:lnTo>
                    <a:pt x="629603" y="466439"/>
                  </a:lnTo>
                  <a:lnTo>
                    <a:pt x="629603" y="466439"/>
                  </a:lnTo>
                  <a:lnTo>
                    <a:pt x="625602" y="467773"/>
                  </a:lnTo>
                  <a:lnTo>
                    <a:pt x="624173" y="467773"/>
                  </a:lnTo>
                  <a:lnTo>
                    <a:pt x="617411" y="466725"/>
                  </a:lnTo>
                  <a:lnTo>
                    <a:pt x="616458" y="465868"/>
                  </a:lnTo>
                  <a:lnTo>
                    <a:pt x="616363" y="465772"/>
                  </a:lnTo>
                  <a:lnTo>
                    <a:pt x="616363" y="465772"/>
                  </a:lnTo>
                  <a:lnTo>
                    <a:pt x="616077" y="464153"/>
                  </a:lnTo>
                  <a:lnTo>
                    <a:pt x="616649" y="458914"/>
                  </a:lnTo>
                  <a:lnTo>
                    <a:pt x="616553" y="457962"/>
                  </a:lnTo>
                  <a:lnTo>
                    <a:pt x="616553" y="457962"/>
                  </a:lnTo>
                  <a:lnTo>
                    <a:pt x="616077" y="457105"/>
                  </a:lnTo>
                  <a:lnTo>
                    <a:pt x="615696" y="457009"/>
                  </a:lnTo>
                  <a:lnTo>
                    <a:pt x="614839" y="457200"/>
                  </a:lnTo>
                  <a:lnTo>
                    <a:pt x="614458" y="457105"/>
                  </a:lnTo>
                  <a:lnTo>
                    <a:pt x="614172" y="456819"/>
                  </a:lnTo>
                  <a:lnTo>
                    <a:pt x="613791" y="456057"/>
                  </a:lnTo>
                  <a:lnTo>
                    <a:pt x="613601" y="455771"/>
                  </a:lnTo>
                  <a:lnTo>
                    <a:pt x="611505" y="454914"/>
                  </a:lnTo>
                  <a:lnTo>
                    <a:pt x="607219" y="454723"/>
                  </a:lnTo>
                  <a:lnTo>
                    <a:pt x="600837" y="452438"/>
                  </a:lnTo>
                  <a:lnTo>
                    <a:pt x="599313" y="451104"/>
                  </a:lnTo>
                  <a:lnTo>
                    <a:pt x="599313" y="451104"/>
                  </a:lnTo>
                  <a:lnTo>
                    <a:pt x="598932" y="448437"/>
                  </a:lnTo>
                  <a:lnTo>
                    <a:pt x="599027" y="447484"/>
                  </a:lnTo>
                  <a:lnTo>
                    <a:pt x="599123" y="447008"/>
                  </a:lnTo>
                  <a:lnTo>
                    <a:pt x="599408" y="446722"/>
                  </a:lnTo>
                  <a:lnTo>
                    <a:pt x="599885" y="446246"/>
                  </a:lnTo>
                  <a:lnTo>
                    <a:pt x="600456" y="446056"/>
                  </a:lnTo>
                  <a:lnTo>
                    <a:pt x="600932" y="446246"/>
                  </a:lnTo>
                  <a:lnTo>
                    <a:pt x="601313" y="446151"/>
                  </a:lnTo>
                  <a:lnTo>
                    <a:pt x="601694" y="443865"/>
                  </a:lnTo>
                  <a:lnTo>
                    <a:pt x="602361" y="441579"/>
                  </a:lnTo>
                  <a:lnTo>
                    <a:pt x="602456" y="439102"/>
                  </a:lnTo>
                  <a:lnTo>
                    <a:pt x="602837" y="436340"/>
                  </a:lnTo>
                  <a:lnTo>
                    <a:pt x="603504" y="433768"/>
                  </a:lnTo>
                  <a:lnTo>
                    <a:pt x="603980" y="433197"/>
                  </a:lnTo>
                  <a:lnTo>
                    <a:pt x="604742" y="433102"/>
                  </a:lnTo>
                  <a:lnTo>
                    <a:pt x="606076" y="433292"/>
                  </a:lnTo>
                  <a:lnTo>
                    <a:pt x="606361" y="433197"/>
                  </a:lnTo>
                  <a:lnTo>
                    <a:pt x="606647" y="433102"/>
                  </a:lnTo>
                  <a:lnTo>
                    <a:pt x="606838" y="432911"/>
                  </a:lnTo>
                  <a:lnTo>
                    <a:pt x="607028" y="432625"/>
                  </a:lnTo>
                  <a:lnTo>
                    <a:pt x="607028" y="432625"/>
                  </a:lnTo>
                  <a:lnTo>
                    <a:pt x="606647" y="429577"/>
                  </a:lnTo>
                  <a:lnTo>
                    <a:pt x="607695" y="428530"/>
                  </a:lnTo>
                  <a:lnTo>
                    <a:pt x="611886" y="427863"/>
                  </a:lnTo>
                  <a:lnTo>
                    <a:pt x="616839" y="424339"/>
                  </a:lnTo>
                  <a:lnTo>
                    <a:pt x="618839" y="423672"/>
                  </a:lnTo>
                  <a:lnTo>
                    <a:pt x="621316" y="423767"/>
                  </a:lnTo>
                  <a:lnTo>
                    <a:pt x="639318" y="428434"/>
                  </a:lnTo>
                  <a:lnTo>
                    <a:pt x="647224" y="428720"/>
                  </a:lnTo>
                  <a:lnTo>
                    <a:pt x="651510" y="430244"/>
                  </a:lnTo>
                  <a:lnTo>
                    <a:pt x="654082" y="430435"/>
                  </a:lnTo>
                  <a:lnTo>
                    <a:pt x="656654" y="430149"/>
                  </a:lnTo>
                  <a:lnTo>
                    <a:pt x="659892" y="429292"/>
                  </a:lnTo>
                  <a:lnTo>
                    <a:pt x="660940" y="428816"/>
                  </a:lnTo>
                  <a:lnTo>
                    <a:pt x="660940" y="428816"/>
                  </a:lnTo>
                  <a:lnTo>
                    <a:pt x="660559" y="427958"/>
                  </a:lnTo>
                  <a:lnTo>
                    <a:pt x="660368" y="427577"/>
                  </a:lnTo>
                  <a:lnTo>
                    <a:pt x="661130" y="426530"/>
                  </a:lnTo>
                  <a:lnTo>
                    <a:pt x="663416" y="425101"/>
                  </a:lnTo>
                  <a:lnTo>
                    <a:pt x="664655" y="423767"/>
                  </a:lnTo>
                  <a:lnTo>
                    <a:pt x="665321" y="422434"/>
                  </a:lnTo>
                  <a:lnTo>
                    <a:pt x="665607" y="420814"/>
                  </a:lnTo>
                  <a:lnTo>
                    <a:pt x="666179" y="409766"/>
                  </a:lnTo>
                  <a:lnTo>
                    <a:pt x="666750" y="408337"/>
                  </a:lnTo>
                  <a:lnTo>
                    <a:pt x="667322" y="408337"/>
                  </a:lnTo>
                  <a:lnTo>
                    <a:pt x="667988" y="408622"/>
                  </a:lnTo>
                  <a:lnTo>
                    <a:pt x="669798" y="407003"/>
                  </a:lnTo>
                  <a:lnTo>
                    <a:pt x="670655" y="407670"/>
                  </a:lnTo>
                  <a:lnTo>
                    <a:pt x="672084" y="409956"/>
                  </a:lnTo>
                  <a:lnTo>
                    <a:pt x="672751" y="410337"/>
                  </a:lnTo>
                  <a:lnTo>
                    <a:pt x="673132" y="409861"/>
                  </a:lnTo>
                  <a:lnTo>
                    <a:pt x="673227" y="409194"/>
                  </a:lnTo>
                  <a:lnTo>
                    <a:pt x="673227" y="408813"/>
                  </a:lnTo>
                  <a:lnTo>
                    <a:pt x="673227" y="408718"/>
                  </a:lnTo>
                  <a:lnTo>
                    <a:pt x="673608" y="407670"/>
                  </a:lnTo>
                  <a:lnTo>
                    <a:pt x="673799" y="407575"/>
                  </a:lnTo>
                  <a:lnTo>
                    <a:pt x="674370" y="407480"/>
                  </a:lnTo>
                  <a:lnTo>
                    <a:pt x="674561" y="407384"/>
                  </a:lnTo>
                  <a:lnTo>
                    <a:pt x="675227" y="406051"/>
                  </a:lnTo>
                  <a:lnTo>
                    <a:pt x="675227" y="405098"/>
                  </a:lnTo>
                  <a:lnTo>
                    <a:pt x="674084" y="402622"/>
                  </a:lnTo>
                  <a:lnTo>
                    <a:pt x="673608" y="401098"/>
                  </a:lnTo>
                  <a:lnTo>
                    <a:pt x="673418" y="399859"/>
                  </a:lnTo>
                  <a:lnTo>
                    <a:pt x="673799" y="399288"/>
                  </a:lnTo>
                  <a:lnTo>
                    <a:pt x="674942" y="400050"/>
                  </a:lnTo>
                  <a:lnTo>
                    <a:pt x="675989" y="402431"/>
                  </a:lnTo>
                  <a:lnTo>
                    <a:pt x="676751" y="405384"/>
                  </a:lnTo>
                  <a:lnTo>
                    <a:pt x="677990" y="407289"/>
                  </a:lnTo>
                  <a:lnTo>
                    <a:pt x="680276" y="406337"/>
                  </a:lnTo>
                  <a:lnTo>
                    <a:pt x="680085" y="404813"/>
                  </a:lnTo>
                  <a:lnTo>
                    <a:pt x="675418" y="398431"/>
                  </a:lnTo>
                  <a:lnTo>
                    <a:pt x="675132" y="397764"/>
                  </a:lnTo>
                  <a:lnTo>
                    <a:pt x="675037" y="397097"/>
                  </a:lnTo>
                  <a:lnTo>
                    <a:pt x="675132" y="395669"/>
                  </a:lnTo>
                  <a:lnTo>
                    <a:pt x="674942" y="395192"/>
                  </a:lnTo>
                  <a:lnTo>
                    <a:pt x="673989" y="394430"/>
                  </a:lnTo>
                  <a:lnTo>
                    <a:pt x="673894" y="393859"/>
                  </a:lnTo>
                  <a:lnTo>
                    <a:pt x="674561" y="392621"/>
                  </a:lnTo>
                  <a:lnTo>
                    <a:pt x="675418" y="393287"/>
                  </a:lnTo>
                  <a:lnTo>
                    <a:pt x="676656" y="395478"/>
                  </a:lnTo>
                  <a:lnTo>
                    <a:pt x="677323" y="395288"/>
                  </a:lnTo>
                  <a:lnTo>
                    <a:pt x="679228" y="393668"/>
                  </a:lnTo>
                  <a:lnTo>
                    <a:pt x="680276" y="393287"/>
                  </a:lnTo>
                  <a:lnTo>
                    <a:pt x="684086" y="393859"/>
                  </a:lnTo>
                  <a:lnTo>
                    <a:pt x="685324" y="393668"/>
                  </a:lnTo>
                  <a:lnTo>
                    <a:pt x="685705" y="392811"/>
                  </a:lnTo>
                  <a:lnTo>
                    <a:pt x="685800" y="391859"/>
                  </a:lnTo>
                  <a:lnTo>
                    <a:pt x="685610" y="390811"/>
                  </a:lnTo>
                  <a:lnTo>
                    <a:pt x="685229" y="389858"/>
                  </a:lnTo>
                  <a:lnTo>
                    <a:pt x="682752" y="388048"/>
                  </a:lnTo>
                  <a:lnTo>
                    <a:pt x="670465" y="390430"/>
                  </a:lnTo>
                  <a:lnTo>
                    <a:pt x="669988" y="390525"/>
                  </a:lnTo>
                  <a:lnTo>
                    <a:pt x="668084" y="389763"/>
                  </a:lnTo>
                  <a:lnTo>
                    <a:pt x="665702" y="388239"/>
                  </a:lnTo>
                  <a:lnTo>
                    <a:pt x="664369" y="386715"/>
                  </a:lnTo>
                  <a:lnTo>
                    <a:pt x="665512" y="385953"/>
                  </a:lnTo>
                  <a:lnTo>
                    <a:pt x="667703" y="385382"/>
                  </a:lnTo>
                  <a:lnTo>
                    <a:pt x="670655" y="384619"/>
                  </a:lnTo>
                  <a:lnTo>
                    <a:pt x="671798" y="384524"/>
                  </a:lnTo>
                  <a:lnTo>
                    <a:pt x="674846" y="385096"/>
                  </a:lnTo>
                  <a:lnTo>
                    <a:pt x="676085" y="384905"/>
                  </a:lnTo>
                  <a:lnTo>
                    <a:pt x="677894" y="383857"/>
                  </a:lnTo>
                  <a:lnTo>
                    <a:pt x="678942" y="383381"/>
                  </a:lnTo>
                  <a:lnTo>
                    <a:pt x="687515" y="382048"/>
                  </a:lnTo>
                  <a:lnTo>
                    <a:pt x="688753" y="382238"/>
                  </a:lnTo>
                  <a:lnTo>
                    <a:pt x="690467" y="383096"/>
                  </a:lnTo>
                  <a:lnTo>
                    <a:pt x="692277" y="384048"/>
                  </a:lnTo>
                  <a:lnTo>
                    <a:pt x="697040" y="385477"/>
                  </a:lnTo>
                  <a:lnTo>
                    <a:pt x="699611" y="385572"/>
                  </a:lnTo>
                  <a:lnTo>
                    <a:pt x="701611" y="384619"/>
                  </a:lnTo>
                  <a:lnTo>
                    <a:pt x="701611" y="383000"/>
                  </a:lnTo>
                  <a:lnTo>
                    <a:pt x="697802" y="379571"/>
                  </a:lnTo>
                  <a:lnTo>
                    <a:pt x="697611" y="377571"/>
                  </a:lnTo>
                  <a:lnTo>
                    <a:pt x="699040" y="377380"/>
                  </a:lnTo>
                  <a:lnTo>
                    <a:pt x="701040" y="378142"/>
                  </a:lnTo>
                  <a:lnTo>
                    <a:pt x="702755" y="377857"/>
                  </a:lnTo>
                  <a:lnTo>
                    <a:pt x="703136" y="374523"/>
                  </a:lnTo>
                  <a:lnTo>
                    <a:pt x="702755" y="372999"/>
                  </a:lnTo>
                  <a:lnTo>
                    <a:pt x="702183" y="371665"/>
                  </a:lnTo>
                  <a:lnTo>
                    <a:pt x="700850" y="369189"/>
                  </a:lnTo>
                  <a:lnTo>
                    <a:pt x="700373" y="367951"/>
                  </a:lnTo>
                  <a:lnTo>
                    <a:pt x="699230" y="364046"/>
                  </a:lnTo>
                  <a:lnTo>
                    <a:pt x="699230" y="364046"/>
                  </a:lnTo>
                  <a:lnTo>
                    <a:pt x="697135" y="360426"/>
                  </a:lnTo>
                  <a:lnTo>
                    <a:pt x="697135" y="358997"/>
                  </a:lnTo>
                  <a:lnTo>
                    <a:pt x="699040" y="357664"/>
                  </a:lnTo>
                  <a:lnTo>
                    <a:pt x="702278" y="357378"/>
                  </a:lnTo>
                  <a:lnTo>
                    <a:pt x="703040" y="356902"/>
                  </a:lnTo>
                  <a:lnTo>
                    <a:pt x="703231" y="355949"/>
                  </a:lnTo>
                  <a:lnTo>
                    <a:pt x="702850" y="352234"/>
                  </a:lnTo>
                  <a:lnTo>
                    <a:pt x="702850" y="349663"/>
                  </a:lnTo>
                  <a:lnTo>
                    <a:pt x="703231" y="347567"/>
                  </a:lnTo>
                  <a:lnTo>
                    <a:pt x="704088" y="345757"/>
                  </a:lnTo>
                  <a:lnTo>
                    <a:pt x="705422" y="344043"/>
                  </a:lnTo>
                  <a:lnTo>
                    <a:pt x="706184" y="343376"/>
                  </a:lnTo>
                  <a:lnTo>
                    <a:pt x="707041" y="342900"/>
                  </a:lnTo>
                  <a:lnTo>
                    <a:pt x="708755" y="342328"/>
                  </a:lnTo>
                  <a:lnTo>
                    <a:pt x="709708" y="342424"/>
                  </a:lnTo>
                  <a:lnTo>
                    <a:pt x="710375" y="342995"/>
                  </a:lnTo>
                  <a:lnTo>
                    <a:pt x="711041" y="343662"/>
                  </a:lnTo>
                  <a:lnTo>
                    <a:pt x="711899" y="344138"/>
                  </a:lnTo>
                  <a:lnTo>
                    <a:pt x="713613" y="344329"/>
                  </a:lnTo>
                  <a:lnTo>
                    <a:pt x="714851" y="345472"/>
                  </a:lnTo>
                  <a:lnTo>
                    <a:pt x="716947" y="348710"/>
                  </a:lnTo>
                  <a:lnTo>
                    <a:pt x="717518" y="349282"/>
                  </a:lnTo>
                  <a:lnTo>
                    <a:pt x="718852" y="350139"/>
                  </a:lnTo>
                  <a:lnTo>
                    <a:pt x="719423" y="350806"/>
                  </a:lnTo>
                  <a:lnTo>
                    <a:pt x="720376" y="352425"/>
                  </a:lnTo>
                  <a:lnTo>
                    <a:pt x="720947" y="353187"/>
                  </a:lnTo>
                  <a:lnTo>
                    <a:pt x="721614" y="353759"/>
                  </a:lnTo>
                  <a:lnTo>
                    <a:pt x="723233" y="354330"/>
                  </a:lnTo>
                  <a:lnTo>
                    <a:pt x="724662" y="353854"/>
                  </a:lnTo>
                  <a:lnTo>
                    <a:pt x="725900" y="352711"/>
                  </a:lnTo>
                  <a:lnTo>
                    <a:pt x="728091" y="349948"/>
                  </a:lnTo>
                  <a:lnTo>
                    <a:pt x="729139" y="349091"/>
                  </a:lnTo>
                  <a:lnTo>
                    <a:pt x="730282" y="348520"/>
                  </a:lnTo>
                  <a:lnTo>
                    <a:pt x="739997" y="345472"/>
                  </a:lnTo>
                  <a:lnTo>
                    <a:pt x="744950" y="341662"/>
                  </a:lnTo>
                  <a:lnTo>
                    <a:pt x="750380" y="339471"/>
                  </a:lnTo>
                  <a:lnTo>
                    <a:pt x="754190" y="337185"/>
                  </a:lnTo>
                  <a:lnTo>
                    <a:pt x="757142" y="333756"/>
                  </a:lnTo>
                  <a:lnTo>
                    <a:pt x="758571" y="326422"/>
                  </a:lnTo>
                  <a:lnTo>
                    <a:pt x="760571" y="325946"/>
                  </a:lnTo>
                  <a:lnTo>
                    <a:pt x="762953" y="326898"/>
                  </a:lnTo>
                  <a:lnTo>
                    <a:pt x="763619" y="327565"/>
                  </a:lnTo>
                  <a:lnTo>
                    <a:pt x="764667" y="328708"/>
                  </a:lnTo>
                  <a:lnTo>
                    <a:pt x="764762" y="328898"/>
                  </a:lnTo>
                  <a:lnTo>
                    <a:pt x="764953" y="329089"/>
                  </a:lnTo>
                  <a:lnTo>
                    <a:pt x="766572" y="330517"/>
                  </a:lnTo>
                  <a:lnTo>
                    <a:pt x="776192" y="341376"/>
                  </a:lnTo>
                  <a:lnTo>
                    <a:pt x="776669" y="341947"/>
                  </a:lnTo>
                  <a:lnTo>
                    <a:pt x="776573" y="343186"/>
                  </a:lnTo>
                  <a:lnTo>
                    <a:pt x="775526" y="342805"/>
                  </a:lnTo>
                  <a:lnTo>
                    <a:pt x="773716" y="341186"/>
                  </a:lnTo>
                  <a:lnTo>
                    <a:pt x="772668" y="341281"/>
                  </a:lnTo>
                  <a:lnTo>
                    <a:pt x="772192" y="342138"/>
                  </a:lnTo>
                  <a:lnTo>
                    <a:pt x="772287" y="343376"/>
                  </a:lnTo>
                  <a:lnTo>
                    <a:pt x="773144" y="344424"/>
                  </a:lnTo>
                  <a:lnTo>
                    <a:pt x="778002" y="345567"/>
                  </a:lnTo>
                  <a:lnTo>
                    <a:pt x="780002" y="346710"/>
                  </a:lnTo>
                  <a:lnTo>
                    <a:pt x="779526" y="348996"/>
                  </a:lnTo>
                  <a:lnTo>
                    <a:pt x="779431" y="349567"/>
                  </a:lnTo>
                  <a:lnTo>
                    <a:pt x="779431" y="349567"/>
                  </a:lnTo>
                  <a:lnTo>
                    <a:pt x="778574" y="350044"/>
                  </a:lnTo>
                  <a:lnTo>
                    <a:pt x="778383" y="350330"/>
                  </a:lnTo>
                  <a:lnTo>
                    <a:pt x="778288" y="350615"/>
                  </a:lnTo>
                  <a:lnTo>
                    <a:pt x="778097" y="350901"/>
                  </a:lnTo>
                  <a:lnTo>
                    <a:pt x="777240" y="351092"/>
                  </a:lnTo>
                  <a:lnTo>
                    <a:pt x="776764" y="351282"/>
                  </a:lnTo>
                  <a:lnTo>
                    <a:pt x="776002" y="351853"/>
                  </a:lnTo>
                  <a:lnTo>
                    <a:pt x="775240" y="352615"/>
                  </a:lnTo>
                  <a:lnTo>
                    <a:pt x="772001" y="355282"/>
                  </a:lnTo>
                  <a:lnTo>
                    <a:pt x="770191" y="357569"/>
                  </a:lnTo>
                  <a:lnTo>
                    <a:pt x="769525" y="358140"/>
                  </a:lnTo>
                  <a:lnTo>
                    <a:pt x="768763" y="358521"/>
                  </a:lnTo>
                  <a:lnTo>
                    <a:pt x="768001" y="358711"/>
                  </a:lnTo>
                  <a:lnTo>
                    <a:pt x="767239" y="358997"/>
                  </a:lnTo>
                  <a:lnTo>
                    <a:pt x="766572" y="359759"/>
                  </a:lnTo>
                  <a:lnTo>
                    <a:pt x="765334" y="361950"/>
                  </a:lnTo>
                  <a:lnTo>
                    <a:pt x="764762" y="362617"/>
                  </a:lnTo>
                  <a:lnTo>
                    <a:pt x="764286" y="362807"/>
                  </a:lnTo>
                  <a:lnTo>
                    <a:pt x="760666" y="363665"/>
                  </a:lnTo>
                  <a:lnTo>
                    <a:pt x="759143" y="364712"/>
                  </a:lnTo>
                  <a:lnTo>
                    <a:pt x="758285" y="366046"/>
                  </a:lnTo>
                  <a:lnTo>
                    <a:pt x="758381" y="367474"/>
                  </a:lnTo>
                  <a:lnTo>
                    <a:pt x="758476" y="367760"/>
                  </a:lnTo>
                  <a:lnTo>
                    <a:pt x="758571" y="367951"/>
                  </a:lnTo>
                  <a:lnTo>
                    <a:pt x="759238" y="368998"/>
                  </a:lnTo>
                  <a:lnTo>
                    <a:pt x="759238" y="368998"/>
                  </a:lnTo>
                  <a:lnTo>
                    <a:pt x="759333" y="369094"/>
                  </a:lnTo>
                  <a:lnTo>
                    <a:pt x="759809" y="369665"/>
                  </a:lnTo>
                  <a:lnTo>
                    <a:pt x="760000" y="369951"/>
                  </a:lnTo>
                  <a:lnTo>
                    <a:pt x="759333" y="372332"/>
                  </a:lnTo>
                  <a:lnTo>
                    <a:pt x="762000" y="373475"/>
                  </a:lnTo>
                  <a:lnTo>
                    <a:pt x="763143" y="373761"/>
                  </a:lnTo>
                  <a:lnTo>
                    <a:pt x="764286" y="373666"/>
                  </a:lnTo>
                  <a:lnTo>
                    <a:pt x="765239" y="373380"/>
                  </a:lnTo>
                  <a:lnTo>
                    <a:pt x="766191" y="373285"/>
                  </a:lnTo>
                  <a:lnTo>
                    <a:pt x="767334" y="373761"/>
                  </a:lnTo>
                  <a:lnTo>
                    <a:pt x="768763" y="376047"/>
                  </a:lnTo>
                  <a:lnTo>
                    <a:pt x="769430" y="379190"/>
                  </a:lnTo>
                  <a:lnTo>
                    <a:pt x="770382" y="382143"/>
                  </a:lnTo>
                  <a:lnTo>
                    <a:pt x="772478" y="383667"/>
                  </a:lnTo>
                  <a:lnTo>
                    <a:pt x="774668" y="383762"/>
                  </a:lnTo>
                  <a:lnTo>
                    <a:pt x="776954" y="383572"/>
                  </a:lnTo>
                  <a:lnTo>
                    <a:pt x="784479" y="381286"/>
                  </a:lnTo>
                  <a:lnTo>
                    <a:pt x="789146" y="380905"/>
                  </a:lnTo>
                  <a:lnTo>
                    <a:pt x="790194" y="381000"/>
                  </a:lnTo>
                  <a:lnTo>
                    <a:pt x="792099" y="379095"/>
                  </a:lnTo>
                  <a:lnTo>
                    <a:pt x="795147" y="378523"/>
                  </a:lnTo>
                  <a:lnTo>
                    <a:pt x="801243" y="379381"/>
                  </a:lnTo>
                  <a:lnTo>
                    <a:pt x="802862" y="379190"/>
                  </a:lnTo>
                  <a:lnTo>
                    <a:pt x="803624" y="378047"/>
                  </a:lnTo>
                  <a:lnTo>
                    <a:pt x="804101" y="376523"/>
                  </a:lnTo>
                  <a:lnTo>
                    <a:pt x="804958" y="375285"/>
                  </a:lnTo>
                  <a:lnTo>
                    <a:pt x="805720" y="375094"/>
                  </a:lnTo>
                  <a:lnTo>
                    <a:pt x="806291" y="375475"/>
                  </a:lnTo>
                  <a:lnTo>
                    <a:pt x="806768" y="376238"/>
                  </a:lnTo>
                  <a:lnTo>
                    <a:pt x="807339" y="376904"/>
                  </a:lnTo>
                  <a:lnTo>
                    <a:pt x="808101" y="377190"/>
                  </a:lnTo>
                  <a:lnTo>
                    <a:pt x="808958" y="377285"/>
                  </a:lnTo>
                  <a:lnTo>
                    <a:pt x="810578" y="377095"/>
                  </a:lnTo>
                  <a:lnTo>
                    <a:pt x="811625" y="377190"/>
                  </a:lnTo>
                  <a:lnTo>
                    <a:pt x="813245" y="378714"/>
                  </a:lnTo>
                  <a:lnTo>
                    <a:pt x="815626" y="379476"/>
                  </a:lnTo>
                  <a:lnTo>
                    <a:pt x="816102" y="380333"/>
                  </a:lnTo>
                  <a:lnTo>
                    <a:pt x="816483" y="381381"/>
                  </a:lnTo>
                  <a:lnTo>
                    <a:pt x="817436" y="382334"/>
                  </a:lnTo>
                  <a:lnTo>
                    <a:pt x="818578" y="383000"/>
                  </a:lnTo>
                  <a:lnTo>
                    <a:pt x="819817" y="383476"/>
                  </a:lnTo>
                  <a:lnTo>
                    <a:pt x="822293" y="383953"/>
                  </a:lnTo>
                  <a:lnTo>
                    <a:pt x="823627" y="383857"/>
                  </a:lnTo>
                  <a:lnTo>
                    <a:pt x="824103" y="383096"/>
                  </a:lnTo>
                  <a:lnTo>
                    <a:pt x="824198" y="381857"/>
                  </a:lnTo>
                  <a:lnTo>
                    <a:pt x="824484" y="380524"/>
                  </a:lnTo>
                  <a:lnTo>
                    <a:pt x="825436" y="379667"/>
                  </a:lnTo>
                  <a:lnTo>
                    <a:pt x="826389" y="380428"/>
                  </a:lnTo>
                  <a:lnTo>
                    <a:pt x="827151" y="381953"/>
                  </a:lnTo>
                  <a:lnTo>
                    <a:pt x="827532" y="383381"/>
                  </a:lnTo>
                  <a:lnTo>
                    <a:pt x="827532" y="386239"/>
                  </a:lnTo>
                  <a:lnTo>
                    <a:pt x="827818" y="387286"/>
                  </a:lnTo>
                  <a:lnTo>
                    <a:pt x="828865" y="387763"/>
                  </a:lnTo>
                  <a:lnTo>
                    <a:pt x="829628" y="387572"/>
                  </a:lnTo>
                  <a:lnTo>
                    <a:pt x="832390" y="385953"/>
                  </a:lnTo>
                  <a:lnTo>
                    <a:pt x="833247" y="385096"/>
                  </a:lnTo>
                  <a:lnTo>
                    <a:pt x="833819" y="384143"/>
                  </a:lnTo>
                  <a:lnTo>
                    <a:pt x="834771" y="381953"/>
                  </a:lnTo>
                  <a:lnTo>
                    <a:pt x="836390" y="380333"/>
                  </a:lnTo>
                  <a:lnTo>
                    <a:pt x="838295" y="380238"/>
                  </a:lnTo>
                  <a:lnTo>
                    <a:pt x="840391" y="380714"/>
                  </a:lnTo>
                  <a:lnTo>
                    <a:pt x="842486" y="380905"/>
                  </a:lnTo>
                  <a:lnTo>
                    <a:pt x="843058" y="380714"/>
                  </a:lnTo>
                  <a:lnTo>
                    <a:pt x="843344" y="380619"/>
                  </a:lnTo>
                  <a:lnTo>
                    <a:pt x="843724" y="380714"/>
                  </a:lnTo>
                  <a:lnTo>
                    <a:pt x="844391" y="381000"/>
                  </a:lnTo>
                  <a:lnTo>
                    <a:pt x="845249" y="381095"/>
                  </a:lnTo>
                  <a:lnTo>
                    <a:pt x="846011" y="380905"/>
                  </a:lnTo>
                  <a:lnTo>
                    <a:pt x="846391" y="380143"/>
                  </a:lnTo>
                  <a:lnTo>
                    <a:pt x="846106" y="379571"/>
                  </a:lnTo>
                  <a:lnTo>
                    <a:pt x="845725" y="379381"/>
                  </a:lnTo>
                  <a:lnTo>
                    <a:pt x="845344" y="379095"/>
                  </a:lnTo>
                  <a:lnTo>
                    <a:pt x="843820" y="378428"/>
                  </a:lnTo>
                  <a:lnTo>
                    <a:pt x="842867" y="377666"/>
                  </a:lnTo>
                  <a:lnTo>
                    <a:pt x="842486" y="376619"/>
                  </a:lnTo>
                  <a:lnTo>
                    <a:pt x="842486" y="376619"/>
                  </a:lnTo>
                  <a:lnTo>
                    <a:pt x="842772" y="375666"/>
                  </a:lnTo>
                  <a:lnTo>
                    <a:pt x="847344" y="373380"/>
                  </a:lnTo>
                  <a:lnTo>
                    <a:pt x="848773" y="371951"/>
                  </a:lnTo>
                  <a:lnTo>
                    <a:pt x="849535" y="370046"/>
                  </a:lnTo>
                  <a:lnTo>
                    <a:pt x="849820" y="368713"/>
                  </a:lnTo>
                  <a:lnTo>
                    <a:pt x="850297" y="368046"/>
                  </a:lnTo>
                  <a:lnTo>
                    <a:pt x="853821" y="366141"/>
                  </a:lnTo>
                  <a:lnTo>
                    <a:pt x="854678" y="365950"/>
                  </a:lnTo>
                  <a:lnTo>
                    <a:pt x="857060" y="365855"/>
                  </a:lnTo>
                  <a:lnTo>
                    <a:pt x="857440" y="365855"/>
                  </a:lnTo>
                  <a:lnTo>
                    <a:pt x="858393" y="365950"/>
                  </a:lnTo>
                  <a:lnTo>
                    <a:pt x="858869" y="366332"/>
                  </a:lnTo>
                  <a:lnTo>
                    <a:pt x="858869" y="366332"/>
                  </a:lnTo>
                  <a:lnTo>
                    <a:pt x="858679" y="366998"/>
                  </a:lnTo>
                  <a:lnTo>
                    <a:pt x="857917" y="367284"/>
                  </a:lnTo>
                  <a:lnTo>
                    <a:pt x="857060" y="367379"/>
                  </a:lnTo>
                  <a:lnTo>
                    <a:pt x="856488" y="367570"/>
                  </a:lnTo>
                  <a:lnTo>
                    <a:pt x="856202" y="368236"/>
                  </a:lnTo>
                  <a:lnTo>
                    <a:pt x="856202" y="368236"/>
                  </a:lnTo>
                  <a:lnTo>
                    <a:pt x="856869" y="368427"/>
                  </a:lnTo>
                  <a:lnTo>
                    <a:pt x="859250" y="368332"/>
                  </a:lnTo>
                  <a:lnTo>
                    <a:pt x="860012" y="368617"/>
                  </a:lnTo>
                  <a:lnTo>
                    <a:pt x="863156" y="370427"/>
                  </a:lnTo>
                  <a:lnTo>
                    <a:pt x="864584" y="370999"/>
                  </a:lnTo>
                  <a:lnTo>
                    <a:pt x="865823" y="370713"/>
                  </a:lnTo>
                  <a:lnTo>
                    <a:pt x="866870" y="369284"/>
                  </a:lnTo>
                  <a:lnTo>
                    <a:pt x="867442" y="367570"/>
                  </a:lnTo>
                  <a:lnTo>
                    <a:pt x="867537" y="365950"/>
                  </a:lnTo>
                  <a:lnTo>
                    <a:pt x="867537" y="365950"/>
                  </a:lnTo>
                  <a:lnTo>
                    <a:pt x="867251" y="365188"/>
                  </a:lnTo>
                  <a:lnTo>
                    <a:pt x="867061" y="364617"/>
                  </a:lnTo>
                  <a:lnTo>
                    <a:pt x="867061" y="364617"/>
                  </a:lnTo>
                  <a:lnTo>
                    <a:pt x="864775" y="362998"/>
                  </a:lnTo>
                  <a:lnTo>
                    <a:pt x="864299" y="362331"/>
                  </a:lnTo>
                  <a:lnTo>
                    <a:pt x="864299" y="362331"/>
                  </a:lnTo>
                  <a:lnTo>
                    <a:pt x="864299" y="361569"/>
                  </a:lnTo>
                  <a:lnTo>
                    <a:pt x="864680" y="360426"/>
                  </a:lnTo>
                  <a:lnTo>
                    <a:pt x="864680" y="359188"/>
                  </a:lnTo>
                  <a:lnTo>
                    <a:pt x="864680" y="359188"/>
                  </a:lnTo>
                  <a:lnTo>
                    <a:pt x="863536" y="357283"/>
                  </a:lnTo>
                  <a:lnTo>
                    <a:pt x="863536" y="357283"/>
                  </a:lnTo>
                  <a:lnTo>
                    <a:pt x="863727" y="356140"/>
                  </a:lnTo>
                  <a:lnTo>
                    <a:pt x="865251" y="355473"/>
                  </a:lnTo>
                  <a:lnTo>
                    <a:pt x="866965" y="356997"/>
                  </a:lnTo>
                  <a:lnTo>
                    <a:pt x="868680" y="358997"/>
                  </a:lnTo>
                  <a:lnTo>
                    <a:pt x="870204" y="359759"/>
                  </a:lnTo>
                  <a:lnTo>
                    <a:pt x="872204" y="360045"/>
                  </a:lnTo>
                  <a:lnTo>
                    <a:pt x="875919" y="362617"/>
                  </a:lnTo>
                  <a:lnTo>
                    <a:pt x="878015" y="362521"/>
                  </a:lnTo>
                  <a:lnTo>
                    <a:pt x="878777" y="361855"/>
                  </a:lnTo>
                  <a:lnTo>
                    <a:pt x="879253" y="360997"/>
                  </a:lnTo>
                  <a:lnTo>
                    <a:pt x="879539" y="360045"/>
                  </a:lnTo>
                  <a:lnTo>
                    <a:pt x="879634" y="358997"/>
                  </a:lnTo>
                  <a:lnTo>
                    <a:pt x="880015" y="357854"/>
                  </a:lnTo>
                  <a:lnTo>
                    <a:pt x="880967" y="357854"/>
                  </a:lnTo>
                  <a:lnTo>
                    <a:pt x="882872" y="358711"/>
                  </a:lnTo>
                  <a:lnTo>
                    <a:pt x="884396" y="358045"/>
                  </a:lnTo>
                  <a:lnTo>
                    <a:pt x="884968" y="353473"/>
                  </a:lnTo>
                  <a:lnTo>
                    <a:pt x="886206" y="351568"/>
                  </a:lnTo>
                  <a:lnTo>
                    <a:pt x="888016" y="350806"/>
                  </a:lnTo>
                  <a:lnTo>
                    <a:pt x="891826" y="349853"/>
                  </a:lnTo>
                  <a:lnTo>
                    <a:pt x="896303" y="346996"/>
                  </a:lnTo>
                  <a:lnTo>
                    <a:pt x="901256" y="345186"/>
                  </a:lnTo>
                  <a:lnTo>
                    <a:pt x="903732" y="343757"/>
                  </a:lnTo>
                  <a:lnTo>
                    <a:pt x="905351" y="341662"/>
                  </a:lnTo>
                  <a:lnTo>
                    <a:pt x="904303" y="340519"/>
                  </a:lnTo>
                  <a:close/>
                  <a:moveTo>
                    <a:pt x="771620" y="333184"/>
                  </a:moveTo>
                  <a:lnTo>
                    <a:pt x="770763" y="332327"/>
                  </a:lnTo>
                  <a:lnTo>
                    <a:pt x="769239" y="330232"/>
                  </a:lnTo>
                  <a:lnTo>
                    <a:pt x="768382" y="329374"/>
                  </a:lnTo>
                  <a:lnTo>
                    <a:pt x="768286" y="329279"/>
                  </a:lnTo>
                  <a:lnTo>
                    <a:pt x="767620" y="327850"/>
                  </a:lnTo>
                  <a:lnTo>
                    <a:pt x="768477" y="327660"/>
                  </a:lnTo>
                  <a:lnTo>
                    <a:pt x="769906" y="328327"/>
                  </a:lnTo>
                  <a:lnTo>
                    <a:pt x="771144" y="329470"/>
                  </a:lnTo>
                  <a:lnTo>
                    <a:pt x="771906" y="330708"/>
                  </a:lnTo>
                  <a:lnTo>
                    <a:pt x="772573" y="332422"/>
                  </a:lnTo>
                  <a:lnTo>
                    <a:pt x="772668" y="333565"/>
                  </a:lnTo>
                  <a:lnTo>
                    <a:pt x="771620" y="333184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5" name="Freeform: Shape 5">
              <a:extLst>
                <a:ext uri="{FF2B5EF4-FFF2-40B4-BE49-F238E27FC236}">
                  <a16:creationId xmlns:a16="http://schemas.microsoft.com/office/drawing/2014/main" id="{B80B1062-5081-60B3-6896-915C9250F71E}"/>
                </a:ext>
              </a:extLst>
            </p:cNvPr>
            <p:cNvSpPr/>
            <p:nvPr/>
          </p:nvSpPr>
          <p:spPr>
            <a:xfrm>
              <a:off x="5011388" y="4378166"/>
              <a:ext cx="114300" cy="200025"/>
            </a:xfrm>
            <a:custGeom>
              <a:avLst/>
              <a:gdLst>
                <a:gd name="connsiteX0" fmla="*/ 109252 w 114300"/>
                <a:gd name="connsiteY0" fmla="*/ 111443 h 200025"/>
                <a:gd name="connsiteX1" fmla="*/ 109061 w 114300"/>
                <a:gd name="connsiteY1" fmla="*/ 111919 h 200025"/>
                <a:gd name="connsiteX2" fmla="*/ 109061 w 114300"/>
                <a:gd name="connsiteY2" fmla="*/ 112490 h 200025"/>
                <a:gd name="connsiteX3" fmla="*/ 109252 w 114300"/>
                <a:gd name="connsiteY3" fmla="*/ 112967 h 200025"/>
                <a:gd name="connsiteX4" fmla="*/ 109538 w 114300"/>
                <a:gd name="connsiteY4" fmla="*/ 113443 h 200025"/>
                <a:gd name="connsiteX5" fmla="*/ 109728 w 114300"/>
                <a:gd name="connsiteY5" fmla="*/ 113919 h 200025"/>
                <a:gd name="connsiteX6" fmla="*/ 109823 w 114300"/>
                <a:gd name="connsiteY6" fmla="*/ 114491 h 200025"/>
                <a:gd name="connsiteX7" fmla="*/ 111538 w 114300"/>
                <a:gd name="connsiteY7" fmla="*/ 117062 h 200025"/>
                <a:gd name="connsiteX8" fmla="*/ 111728 w 114300"/>
                <a:gd name="connsiteY8" fmla="*/ 117538 h 200025"/>
                <a:gd name="connsiteX9" fmla="*/ 112300 w 114300"/>
                <a:gd name="connsiteY9" fmla="*/ 118015 h 200025"/>
                <a:gd name="connsiteX10" fmla="*/ 112490 w 114300"/>
                <a:gd name="connsiteY10" fmla="*/ 119158 h 200025"/>
                <a:gd name="connsiteX11" fmla="*/ 112300 w 114300"/>
                <a:gd name="connsiteY11" fmla="*/ 122492 h 200025"/>
                <a:gd name="connsiteX12" fmla="*/ 112300 w 114300"/>
                <a:gd name="connsiteY12" fmla="*/ 122587 h 200025"/>
                <a:gd name="connsiteX13" fmla="*/ 112300 w 114300"/>
                <a:gd name="connsiteY13" fmla="*/ 122587 h 200025"/>
                <a:gd name="connsiteX14" fmla="*/ 112300 w 114300"/>
                <a:gd name="connsiteY14" fmla="*/ 122872 h 200025"/>
                <a:gd name="connsiteX15" fmla="*/ 112300 w 114300"/>
                <a:gd name="connsiteY15" fmla="*/ 123158 h 200025"/>
                <a:gd name="connsiteX16" fmla="*/ 112395 w 114300"/>
                <a:gd name="connsiteY16" fmla="*/ 123254 h 200025"/>
                <a:gd name="connsiteX17" fmla="*/ 112585 w 114300"/>
                <a:gd name="connsiteY17" fmla="*/ 123539 h 200025"/>
                <a:gd name="connsiteX18" fmla="*/ 113347 w 114300"/>
                <a:gd name="connsiteY18" fmla="*/ 124111 h 200025"/>
                <a:gd name="connsiteX19" fmla="*/ 114109 w 114300"/>
                <a:gd name="connsiteY19" fmla="*/ 123444 h 200025"/>
                <a:gd name="connsiteX20" fmla="*/ 114109 w 114300"/>
                <a:gd name="connsiteY20" fmla="*/ 122396 h 200025"/>
                <a:gd name="connsiteX21" fmla="*/ 114109 w 114300"/>
                <a:gd name="connsiteY21" fmla="*/ 122396 h 200025"/>
                <a:gd name="connsiteX22" fmla="*/ 113252 w 114300"/>
                <a:gd name="connsiteY22" fmla="*/ 117824 h 200025"/>
                <a:gd name="connsiteX23" fmla="*/ 112681 w 114300"/>
                <a:gd name="connsiteY23" fmla="*/ 116872 h 200025"/>
                <a:gd name="connsiteX24" fmla="*/ 111442 w 114300"/>
                <a:gd name="connsiteY24" fmla="*/ 114871 h 200025"/>
                <a:gd name="connsiteX25" fmla="*/ 110966 w 114300"/>
                <a:gd name="connsiteY25" fmla="*/ 113538 h 200025"/>
                <a:gd name="connsiteX26" fmla="*/ 110871 w 114300"/>
                <a:gd name="connsiteY26" fmla="*/ 113252 h 200025"/>
                <a:gd name="connsiteX27" fmla="*/ 110395 w 114300"/>
                <a:gd name="connsiteY27" fmla="*/ 112586 h 200025"/>
                <a:gd name="connsiteX28" fmla="*/ 109728 w 114300"/>
                <a:gd name="connsiteY28" fmla="*/ 111062 h 200025"/>
                <a:gd name="connsiteX29" fmla="*/ 109061 w 114300"/>
                <a:gd name="connsiteY29" fmla="*/ 110395 h 200025"/>
                <a:gd name="connsiteX30" fmla="*/ 109061 w 114300"/>
                <a:gd name="connsiteY30" fmla="*/ 110395 h 200025"/>
                <a:gd name="connsiteX31" fmla="*/ 109347 w 114300"/>
                <a:gd name="connsiteY31" fmla="*/ 110966 h 200025"/>
                <a:gd name="connsiteX32" fmla="*/ 109347 w 114300"/>
                <a:gd name="connsiteY32" fmla="*/ 110966 h 200025"/>
                <a:gd name="connsiteX33" fmla="*/ 109252 w 114300"/>
                <a:gd name="connsiteY33" fmla="*/ 111443 h 200025"/>
                <a:gd name="connsiteX34" fmla="*/ 11906 w 114300"/>
                <a:gd name="connsiteY34" fmla="*/ 10287 h 200025"/>
                <a:gd name="connsiteX35" fmla="*/ 12763 w 114300"/>
                <a:gd name="connsiteY35" fmla="*/ 10859 h 200025"/>
                <a:gd name="connsiteX36" fmla="*/ 12763 w 114300"/>
                <a:gd name="connsiteY36" fmla="*/ 10859 h 200025"/>
                <a:gd name="connsiteX37" fmla="*/ 13430 w 114300"/>
                <a:gd name="connsiteY37" fmla="*/ 10763 h 200025"/>
                <a:gd name="connsiteX38" fmla="*/ 14383 w 114300"/>
                <a:gd name="connsiteY38" fmla="*/ 10192 h 200025"/>
                <a:gd name="connsiteX39" fmla="*/ 14764 w 114300"/>
                <a:gd name="connsiteY39" fmla="*/ 10287 h 200025"/>
                <a:gd name="connsiteX40" fmla="*/ 15335 w 114300"/>
                <a:gd name="connsiteY40" fmla="*/ 10573 h 200025"/>
                <a:gd name="connsiteX41" fmla="*/ 16097 w 114300"/>
                <a:gd name="connsiteY41" fmla="*/ 10763 h 200025"/>
                <a:gd name="connsiteX42" fmla="*/ 16764 w 114300"/>
                <a:gd name="connsiteY42" fmla="*/ 10763 h 200025"/>
                <a:gd name="connsiteX43" fmla="*/ 17145 w 114300"/>
                <a:gd name="connsiteY43" fmla="*/ 10382 h 200025"/>
                <a:gd name="connsiteX44" fmla="*/ 16954 w 114300"/>
                <a:gd name="connsiteY44" fmla="*/ 10001 h 200025"/>
                <a:gd name="connsiteX45" fmla="*/ 16859 w 114300"/>
                <a:gd name="connsiteY45" fmla="*/ 9906 h 200025"/>
                <a:gd name="connsiteX46" fmla="*/ 16192 w 114300"/>
                <a:gd name="connsiteY46" fmla="*/ 9525 h 200025"/>
                <a:gd name="connsiteX47" fmla="*/ 15335 w 114300"/>
                <a:gd name="connsiteY47" fmla="*/ 9144 h 200025"/>
                <a:gd name="connsiteX48" fmla="*/ 14764 w 114300"/>
                <a:gd name="connsiteY48" fmla="*/ 8763 h 200025"/>
                <a:gd name="connsiteX49" fmla="*/ 14668 w 114300"/>
                <a:gd name="connsiteY49" fmla="*/ 8382 h 200025"/>
                <a:gd name="connsiteX50" fmla="*/ 14573 w 114300"/>
                <a:gd name="connsiteY50" fmla="*/ 7620 h 200025"/>
                <a:gd name="connsiteX51" fmla="*/ 14383 w 114300"/>
                <a:gd name="connsiteY51" fmla="*/ 7429 h 200025"/>
                <a:gd name="connsiteX52" fmla="*/ 13335 w 114300"/>
                <a:gd name="connsiteY52" fmla="*/ 7429 h 200025"/>
                <a:gd name="connsiteX53" fmla="*/ 13144 w 114300"/>
                <a:gd name="connsiteY53" fmla="*/ 7429 h 200025"/>
                <a:gd name="connsiteX54" fmla="*/ 12954 w 114300"/>
                <a:gd name="connsiteY54" fmla="*/ 7239 h 200025"/>
                <a:gd name="connsiteX55" fmla="*/ 12668 w 114300"/>
                <a:gd name="connsiteY55" fmla="*/ 6953 h 200025"/>
                <a:gd name="connsiteX56" fmla="*/ 12478 w 114300"/>
                <a:gd name="connsiteY56" fmla="*/ 6572 h 200025"/>
                <a:gd name="connsiteX57" fmla="*/ 12478 w 114300"/>
                <a:gd name="connsiteY57" fmla="*/ 6477 h 200025"/>
                <a:gd name="connsiteX58" fmla="*/ 12478 w 114300"/>
                <a:gd name="connsiteY58" fmla="*/ 6477 h 200025"/>
                <a:gd name="connsiteX59" fmla="*/ 12382 w 114300"/>
                <a:gd name="connsiteY59" fmla="*/ 5905 h 200025"/>
                <a:gd name="connsiteX60" fmla="*/ 12382 w 114300"/>
                <a:gd name="connsiteY60" fmla="*/ 5144 h 200025"/>
                <a:gd name="connsiteX61" fmla="*/ 12478 w 114300"/>
                <a:gd name="connsiteY61" fmla="*/ 4381 h 200025"/>
                <a:gd name="connsiteX62" fmla="*/ 12668 w 114300"/>
                <a:gd name="connsiteY62" fmla="*/ 3715 h 200025"/>
                <a:gd name="connsiteX63" fmla="*/ 12573 w 114300"/>
                <a:gd name="connsiteY63" fmla="*/ 3238 h 200025"/>
                <a:gd name="connsiteX64" fmla="*/ 12573 w 114300"/>
                <a:gd name="connsiteY64" fmla="*/ 3238 h 200025"/>
                <a:gd name="connsiteX65" fmla="*/ 12001 w 114300"/>
                <a:gd name="connsiteY65" fmla="*/ 3048 h 200025"/>
                <a:gd name="connsiteX66" fmla="*/ 10858 w 114300"/>
                <a:gd name="connsiteY66" fmla="*/ 3334 h 200025"/>
                <a:gd name="connsiteX67" fmla="*/ 10573 w 114300"/>
                <a:gd name="connsiteY67" fmla="*/ 4286 h 200025"/>
                <a:gd name="connsiteX68" fmla="*/ 10477 w 114300"/>
                <a:gd name="connsiteY68" fmla="*/ 5429 h 200025"/>
                <a:gd name="connsiteX69" fmla="*/ 9906 w 114300"/>
                <a:gd name="connsiteY69" fmla="*/ 6382 h 200025"/>
                <a:gd name="connsiteX70" fmla="*/ 11144 w 114300"/>
                <a:gd name="connsiteY70" fmla="*/ 8954 h 200025"/>
                <a:gd name="connsiteX71" fmla="*/ 11906 w 114300"/>
                <a:gd name="connsiteY71" fmla="*/ 10287 h 200025"/>
                <a:gd name="connsiteX72" fmla="*/ 2476 w 114300"/>
                <a:gd name="connsiteY72" fmla="*/ 38386 h 200025"/>
                <a:gd name="connsiteX73" fmla="*/ 2286 w 114300"/>
                <a:gd name="connsiteY73" fmla="*/ 38862 h 200025"/>
                <a:gd name="connsiteX74" fmla="*/ 2572 w 114300"/>
                <a:gd name="connsiteY74" fmla="*/ 39338 h 200025"/>
                <a:gd name="connsiteX75" fmla="*/ 3143 w 114300"/>
                <a:gd name="connsiteY75" fmla="*/ 39529 h 200025"/>
                <a:gd name="connsiteX76" fmla="*/ 4286 w 114300"/>
                <a:gd name="connsiteY76" fmla="*/ 39624 h 200025"/>
                <a:gd name="connsiteX77" fmla="*/ 4667 w 114300"/>
                <a:gd name="connsiteY77" fmla="*/ 39719 h 200025"/>
                <a:gd name="connsiteX78" fmla="*/ 5429 w 114300"/>
                <a:gd name="connsiteY78" fmla="*/ 39910 h 200025"/>
                <a:gd name="connsiteX79" fmla="*/ 6477 w 114300"/>
                <a:gd name="connsiteY79" fmla="*/ 40386 h 200025"/>
                <a:gd name="connsiteX80" fmla="*/ 7525 w 114300"/>
                <a:gd name="connsiteY80" fmla="*/ 40862 h 200025"/>
                <a:gd name="connsiteX81" fmla="*/ 9715 w 114300"/>
                <a:gd name="connsiteY81" fmla="*/ 42767 h 200025"/>
                <a:gd name="connsiteX82" fmla="*/ 10287 w 114300"/>
                <a:gd name="connsiteY82" fmla="*/ 43053 h 200025"/>
                <a:gd name="connsiteX83" fmla="*/ 10668 w 114300"/>
                <a:gd name="connsiteY83" fmla="*/ 43339 h 200025"/>
                <a:gd name="connsiteX84" fmla="*/ 11239 w 114300"/>
                <a:gd name="connsiteY84" fmla="*/ 44005 h 200025"/>
                <a:gd name="connsiteX85" fmla="*/ 12097 w 114300"/>
                <a:gd name="connsiteY85" fmla="*/ 44672 h 200025"/>
                <a:gd name="connsiteX86" fmla="*/ 13335 w 114300"/>
                <a:gd name="connsiteY86" fmla="*/ 44863 h 200025"/>
                <a:gd name="connsiteX87" fmla="*/ 12859 w 114300"/>
                <a:gd name="connsiteY87" fmla="*/ 44005 h 200025"/>
                <a:gd name="connsiteX88" fmla="*/ 11811 w 114300"/>
                <a:gd name="connsiteY88" fmla="*/ 42767 h 200025"/>
                <a:gd name="connsiteX89" fmla="*/ 10477 w 114300"/>
                <a:gd name="connsiteY89" fmla="*/ 41243 h 200025"/>
                <a:gd name="connsiteX90" fmla="*/ 11335 w 114300"/>
                <a:gd name="connsiteY90" fmla="*/ 41434 h 200025"/>
                <a:gd name="connsiteX91" fmla="*/ 12859 w 114300"/>
                <a:gd name="connsiteY91" fmla="*/ 42196 h 200025"/>
                <a:gd name="connsiteX92" fmla="*/ 13716 w 114300"/>
                <a:gd name="connsiteY92" fmla="*/ 42386 h 200025"/>
                <a:gd name="connsiteX93" fmla="*/ 13716 w 114300"/>
                <a:gd name="connsiteY93" fmla="*/ 42386 h 200025"/>
                <a:gd name="connsiteX94" fmla="*/ 11906 w 114300"/>
                <a:gd name="connsiteY94" fmla="*/ 40672 h 200025"/>
                <a:gd name="connsiteX95" fmla="*/ 9715 w 114300"/>
                <a:gd name="connsiteY95" fmla="*/ 39434 h 200025"/>
                <a:gd name="connsiteX96" fmla="*/ 7429 w 114300"/>
                <a:gd name="connsiteY96" fmla="*/ 38576 h 200025"/>
                <a:gd name="connsiteX97" fmla="*/ 6382 w 114300"/>
                <a:gd name="connsiteY97" fmla="*/ 38291 h 200025"/>
                <a:gd name="connsiteX98" fmla="*/ 5334 w 114300"/>
                <a:gd name="connsiteY98" fmla="*/ 38005 h 200025"/>
                <a:gd name="connsiteX99" fmla="*/ 2953 w 114300"/>
                <a:gd name="connsiteY99" fmla="*/ 38005 h 200025"/>
                <a:gd name="connsiteX100" fmla="*/ 2476 w 114300"/>
                <a:gd name="connsiteY100" fmla="*/ 38386 h 200025"/>
                <a:gd name="connsiteX101" fmla="*/ 3619 w 114300"/>
                <a:gd name="connsiteY101" fmla="*/ 17526 h 200025"/>
                <a:gd name="connsiteX102" fmla="*/ 4000 w 114300"/>
                <a:gd name="connsiteY102" fmla="*/ 17145 h 200025"/>
                <a:gd name="connsiteX103" fmla="*/ 4000 w 114300"/>
                <a:gd name="connsiteY103" fmla="*/ 17145 h 200025"/>
                <a:gd name="connsiteX104" fmla="*/ 3429 w 114300"/>
                <a:gd name="connsiteY104" fmla="*/ 15907 h 200025"/>
                <a:gd name="connsiteX105" fmla="*/ 3143 w 114300"/>
                <a:gd name="connsiteY105" fmla="*/ 15716 h 200025"/>
                <a:gd name="connsiteX106" fmla="*/ 2096 w 114300"/>
                <a:gd name="connsiteY106" fmla="*/ 15621 h 200025"/>
                <a:gd name="connsiteX107" fmla="*/ 1143 w 114300"/>
                <a:gd name="connsiteY107" fmla="*/ 15335 h 200025"/>
                <a:gd name="connsiteX108" fmla="*/ 952 w 114300"/>
                <a:gd name="connsiteY108" fmla="*/ 14764 h 200025"/>
                <a:gd name="connsiteX109" fmla="*/ 571 w 114300"/>
                <a:gd name="connsiteY109" fmla="*/ 14288 h 200025"/>
                <a:gd name="connsiteX110" fmla="*/ 190 w 114300"/>
                <a:gd name="connsiteY110" fmla="*/ 14192 h 200025"/>
                <a:gd name="connsiteX111" fmla="*/ 0 w 114300"/>
                <a:gd name="connsiteY111" fmla="*/ 14764 h 200025"/>
                <a:gd name="connsiteX112" fmla="*/ 0 w 114300"/>
                <a:gd name="connsiteY112" fmla="*/ 16954 h 200025"/>
                <a:gd name="connsiteX113" fmla="*/ 571 w 114300"/>
                <a:gd name="connsiteY113" fmla="*/ 17621 h 200025"/>
                <a:gd name="connsiteX114" fmla="*/ 1810 w 114300"/>
                <a:gd name="connsiteY114" fmla="*/ 18002 h 200025"/>
                <a:gd name="connsiteX115" fmla="*/ 3143 w 114300"/>
                <a:gd name="connsiteY115" fmla="*/ 17907 h 200025"/>
                <a:gd name="connsiteX116" fmla="*/ 3619 w 114300"/>
                <a:gd name="connsiteY116" fmla="*/ 17526 h 200025"/>
                <a:gd name="connsiteX117" fmla="*/ 117729 w 114300"/>
                <a:gd name="connsiteY117" fmla="*/ 147161 h 200025"/>
                <a:gd name="connsiteX118" fmla="*/ 117157 w 114300"/>
                <a:gd name="connsiteY118" fmla="*/ 145256 h 200025"/>
                <a:gd name="connsiteX119" fmla="*/ 117062 w 114300"/>
                <a:gd name="connsiteY119" fmla="*/ 144399 h 200025"/>
                <a:gd name="connsiteX120" fmla="*/ 117348 w 114300"/>
                <a:gd name="connsiteY120" fmla="*/ 132017 h 200025"/>
                <a:gd name="connsiteX121" fmla="*/ 116014 w 114300"/>
                <a:gd name="connsiteY121" fmla="*/ 127540 h 200025"/>
                <a:gd name="connsiteX122" fmla="*/ 115157 w 114300"/>
                <a:gd name="connsiteY122" fmla="*/ 126302 h 200025"/>
                <a:gd name="connsiteX123" fmla="*/ 115062 w 114300"/>
                <a:gd name="connsiteY123" fmla="*/ 125159 h 200025"/>
                <a:gd name="connsiteX124" fmla="*/ 114871 w 114300"/>
                <a:gd name="connsiteY124" fmla="*/ 124778 h 200025"/>
                <a:gd name="connsiteX125" fmla="*/ 114395 w 114300"/>
                <a:gd name="connsiteY125" fmla="*/ 124301 h 200025"/>
                <a:gd name="connsiteX126" fmla="*/ 114109 w 114300"/>
                <a:gd name="connsiteY126" fmla="*/ 124206 h 200025"/>
                <a:gd name="connsiteX127" fmla="*/ 114014 w 114300"/>
                <a:gd name="connsiteY127" fmla="*/ 124396 h 200025"/>
                <a:gd name="connsiteX128" fmla="*/ 114109 w 114300"/>
                <a:gd name="connsiteY128" fmla="*/ 124778 h 200025"/>
                <a:gd name="connsiteX129" fmla="*/ 114109 w 114300"/>
                <a:gd name="connsiteY129" fmla="*/ 124873 h 200025"/>
                <a:gd name="connsiteX130" fmla="*/ 114109 w 114300"/>
                <a:gd name="connsiteY130" fmla="*/ 125254 h 200025"/>
                <a:gd name="connsiteX131" fmla="*/ 113824 w 114300"/>
                <a:gd name="connsiteY131" fmla="*/ 125730 h 200025"/>
                <a:gd name="connsiteX132" fmla="*/ 113633 w 114300"/>
                <a:gd name="connsiteY132" fmla="*/ 126397 h 200025"/>
                <a:gd name="connsiteX133" fmla="*/ 113538 w 114300"/>
                <a:gd name="connsiteY133" fmla="*/ 127159 h 200025"/>
                <a:gd name="connsiteX134" fmla="*/ 113538 w 114300"/>
                <a:gd name="connsiteY134" fmla="*/ 127921 h 200025"/>
                <a:gd name="connsiteX135" fmla="*/ 113538 w 114300"/>
                <a:gd name="connsiteY135" fmla="*/ 127921 h 200025"/>
                <a:gd name="connsiteX136" fmla="*/ 113157 w 114300"/>
                <a:gd name="connsiteY136" fmla="*/ 127921 h 200025"/>
                <a:gd name="connsiteX137" fmla="*/ 113157 w 114300"/>
                <a:gd name="connsiteY137" fmla="*/ 127159 h 200025"/>
                <a:gd name="connsiteX138" fmla="*/ 112776 w 114300"/>
                <a:gd name="connsiteY138" fmla="*/ 125063 h 200025"/>
                <a:gd name="connsiteX139" fmla="*/ 112776 w 114300"/>
                <a:gd name="connsiteY139" fmla="*/ 125063 h 200025"/>
                <a:gd name="connsiteX140" fmla="*/ 112490 w 114300"/>
                <a:gd name="connsiteY140" fmla="*/ 125063 h 200025"/>
                <a:gd name="connsiteX141" fmla="*/ 112109 w 114300"/>
                <a:gd name="connsiteY141" fmla="*/ 125635 h 200025"/>
                <a:gd name="connsiteX142" fmla="*/ 111728 w 114300"/>
                <a:gd name="connsiteY142" fmla="*/ 125539 h 200025"/>
                <a:gd name="connsiteX143" fmla="*/ 111633 w 114300"/>
                <a:gd name="connsiteY143" fmla="*/ 125349 h 200025"/>
                <a:gd name="connsiteX144" fmla="*/ 111538 w 114300"/>
                <a:gd name="connsiteY144" fmla="*/ 125159 h 200025"/>
                <a:gd name="connsiteX145" fmla="*/ 111538 w 114300"/>
                <a:gd name="connsiteY145" fmla="*/ 125159 h 200025"/>
                <a:gd name="connsiteX146" fmla="*/ 112109 w 114300"/>
                <a:gd name="connsiteY146" fmla="*/ 124778 h 200025"/>
                <a:gd name="connsiteX147" fmla="*/ 111728 w 114300"/>
                <a:gd name="connsiteY147" fmla="*/ 124396 h 200025"/>
                <a:gd name="connsiteX148" fmla="*/ 111538 w 114300"/>
                <a:gd name="connsiteY148" fmla="*/ 124111 h 200025"/>
                <a:gd name="connsiteX149" fmla="*/ 111538 w 114300"/>
                <a:gd name="connsiteY149" fmla="*/ 124111 h 200025"/>
                <a:gd name="connsiteX150" fmla="*/ 111442 w 114300"/>
                <a:gd name="connsiteY150" fmla="*/ 123825 h 200025"/>
                <a:gd name="connsiteX151" fmla="*/ 111157 w 114300"/>
                <a:gd name="connsiteY151" fmla="*/ 123444 h 200025"/>
                <a:gd name="connsiteX152" fmla="*/ 110871 w 114300"/>
                <a:gd name="connsiteY152" fmla="*/ 122968 h 200025"/>
                <a:gd name="connsiteX153" fmla="*/ 111061 w 114300"/>
                <a:gd name="connsiteY153" fmla="*/ 122682 h 200025"/>
                <a:gd name="connsiteX154" fmla="*/ 111442 w 114300"/>
                <a:gd name="connsiteY154" fmla="*/ 122396 h 200025"/>
                <a:gd name="connsiteX155" fmla="*/ 111633 w 114300"/>
                <a:gd name="connsiteY155" fmla="*/ 122015 h 200025"/>
                <a:gd name="connsiteX156" fmla="*/ 111538 w 114300"/>
                <a:gd name="connsiteY156" fmla="*/ 121825 h 200025"/>
                <a:gd name="connsiteX157" fmla="*/ 111252 w 114300"/>
                <a:gd name="connsiteY157" fmla="*/ 121349 h 200025"/>
                <a:gd name="connsiteX158" fmla="*/ 111252 w 114300"/>
                <a:gd name="connsiteY158" fmla="*/ 121349 h 200025"/>
                <a:gd name="connsiteX159" fmla="*/ 111252 w 114300"/>
                <a:gd name="connsiteY159" fmla="*/ 121158 h 200025"/>
                <a:gd name="connsiteX160" fmla="*/ 111538 w 114300"/>
                <a:gd name="connsiteY160" fmla="*/ 119825 h 200025"/>
                <a:gd name="connsiteX161" fmla="*/ 111633 w 114300"/>
                <a:gd name="connsiteY161" fmla="*/ 119729 h 200025"/>
                <a:gd name="connsiteX162" fmla="*/ 111633 w 114300"/>
                <a:gd name="connsiteY162" fmla="*/ 119729 h 200025"/>
                <a:gd name="connsiteX163" fmla="*/ 110680 w 114300"/>
                <a:gd name="connsiteY163" fmla="*/ 117253 h 200025"/>
                <a:gd name="connsiteX164" fmla="*/ 110395 w 114300"/>
                <a:gd name="connsiteY164" fmla="*/ 116872 h 200025"/>
                <a:gd name="connsiteX165" fmla="*/ 109156 w 114300"/>
                <a:gd name="connsiteY165" fmla="*/ 116014 h 200025"/>
                <a:gd name="connsiteX166" fmla="*/ 108490 w 114300"/>
                <a:gd name="connsiteY166" fmla="*/ 115824 h 200025"/>
                <a:gd name="connsiteX167" fmla="*/ 108490 w 114300"/>
                <a:gd name="connsiteY167" fmla="*/ 115824 h 200025"/>
                <a:gd name="connsiteX168" fmla="*/ 108680 w 114300"/>
                <a:gd name="connsiteY168" fmla="*/ 116586 h 200025"/>
                <a:gd name="connsiteX169" fmla="*/ 108394 w 114300"/>
                <a:gd name="connsiteY169" fmla="*/ 116967 h 200025"/>
                <a:gd name="connsiteX170" fmla="*/ 108109 w 114300"/>
                <a:gd name="connsiteY170" fmla="*/ 116491 h 200025"/>
                <a:gd name="connsiteX171" fmla="*/ 108013 w 114300"/>
                <a:gd name="connsiteY171" fmla="*/ 116110 h 200025"/>
                <a:gd name="connsiteX172" fmla="*/ 108109 w 114300"/>
                <a:gd name="connsiteY172" fmla="*/ 115824 h 200025"/>
                <a:gd name="connsiteX173" fmla="*/ 108394 w 114300"/>
                <a:gd name="connsiteY173" fmla="*/ 115538 h 200025"/>
                <a:gd name="connsiteX174" fmla="*/ 108394 w 114300"/>
                <a:gd name="connsiteY174" fmla="*/ 115538 h 200025"/>
                <a:gd name="connsiteX175" fmla="*/ 107823 w 114300"/>
                <a:gd name="connsiteY175" fmla="*/ 114586 h 200025"/>
                <a:gd name="connsiteX176" fmla="*/ 107251 w 114300"/>
                <a:gd name="connsiteY176" fmla="*/ 113919 h 200025"/>
                <a:gd name="connsiteX177" fmla="*/ 106585 w 114300"/>
                <a:gd name="connsiteY177" fmla="*/ 113252 h 200025"/>
                <a:gd name="connsiteX178" fmla="*/ 105918 w 114300"/>
                <a:gd name="connsiteY178" fmla="*/ 112586 h 200025"/>
                <a:gd name="connsiteX179" fmla="*/ 106013 w 114300"/>
                <a:gd name="connsiteY179" fmla="*/ 112014 h 200025"/>
                <a:gd name="connsiteX180" fmla="*/ 106013 w 114300"/>
                <a:gd name="connsiteY180" fmla="*/ 112014 h 200025"/>
                <a:gd name="connsiteX181" fmla="*/ 105918 w 114300"/>
                <a:gd name="connsiteY181" fmla="*/ 111824 h 200025"/>
                <a:gd name="connsiteX182" fmla="*/ 105727 w 114300"/>
                <a:gd name="connsiteY182" fmla="*/ 111633 h 200025"/>
                <a:gd name="connsiteX183" fmla="*/ 105156 w 114300"/>
                <a:gd name="connsiteY183" fmla="*/ 111347 h 200025"/>
                <a:gd name="connsiteX184" fmla="*/ 104489 w 114300"/>
                <a:gd name="connsiteY184" fmla="*/ 111157 h 200025"/>
                <a:gd name="connsiteX185" fmla="*/ 104108 w 114300"/>
                <a:gd name="connsiteY185" fmla="*/ 111728 h 200025"/>
                <a:gd name="connsiteX186" fmla="*/ 103632 w 114300"/>
                <a:gd name="connsiteY186" fmla="*/ 111919 h 200025"/>
                <a:gd name="connsiteX187" fmla="*/ 103060 w 114300"/>
                <a:gd name="connsiteY187" fmla="*/ 111824 h 200025"/>
                <a:gd name="connsiteX188" fmla="*/ 102394 w 114300"/>
                <a:gd name="connsiteY188" fmla="*/ 111538 h 200025"/>
                <a:gd name="connsiteX189" fmla="*/ 102775 w 114300"/>
                <a:gd name="connsiteY189" fmla="*/ 110395 h 200025"/>
                <a:gd name="connsiteX190" fmla="*/ 103346 w 114300"/>
                <a:gd name="connsiteY190" fmla="*/ 109823 h 200025"/>
                <a:gd name="connsiteX191" fmla="*/ 104013 w 114300"/>
                <a:gd name="connsiteY191" fmla="*/ 109728 h 200025"/>
                <a:gd name="connsiteX192" fmla="*/ 104108 w 114300"/>
                <a:gd name="connsiteY192" fmla="*/ 109728 h 200025"/>
                <a:gd name="connsiteX193" fmla="*/ 104108 w 114300"/>
                <a:gd name="connsiteY193" fmla="*/ 109728 h 200025"/>
                <a:gd name="connsiteX194" fmla="*/ 104965 w 114300"/>
                <a:gd name="connsiteY194" fmla="*/ 110014 h 200025"/>
                <a:gd name="connsiteX195" fmla="*/ 105632 w 114300"/>
                <a:gd name="connsiteY195" fmla="*/ 110585 h 200025"/>
                <a:gd name="connsiteX196" fmla="*/ 106966 w 114300"/>
                <a:gd name="connsiteY196" fmla="*/ 112204 h 200025"/>
                <a:gd name="connsiteX197" fmla="*/ 107537 w 114300"/>
                <a:gd name="connsiteY197" fmla="*/ 112586 h 200025"/>
                <a:gd name="connsiteX198" fmla="*/ 107537 w 114300"/>
                <a:gd name="connsiteY198" fmla="*/ 112586 h 200025"/>
                <a:gd name="connsiteX199" fmla="*/ 108680 w 114300"/>
                <a:gd name="connsiteY199" fmla="*/ 112204 h 200025"/>
                <a:gd name="connsiteX200" fmla="*/ 108585 w 114300"/>
                <a:gd name="connsiteY200" fmla="*/ 111157 h 200025"/>
                <a:gd name="connsiteX201" fmla="*/ 107823 w 114300"/>
                <a:gd name="connsiteY201" fmla="*/ 110014 h 200025"/>
                <a:gd name="connsiteX202" fmla="*/ 105537 w 114300"/>
                <a:gd name="connsiteY202" fmla="*/ 107633 h 200025"/>
                <a:gd name="connsiteX203" fmla="*/ 105442 w 114300"/>
                <a:gd name="connsiteY203" fmla="*/ 107442 h 200025"/>
                <a:gd name="connsiteX204" fmla="*/ 105061 w 114300"/>
                <a:gd name="connsiteY204" fmla="*/ 106775 h 200025"/>
                <a:gd name="connsiteX205" fmla="*/ 104680 w 114300"/>
                <a:gd name="connsiteY205" fmla="*/ 105632 h 200025"/>
                <a:gd name="connsiteX206" fmla="*/ 104299 w 114300"/>
                <a:gd name="connsiteY206" fmla="*/ 105632 h 200025"/>
                <a:gd name="connsiteX207" fmla="*/ 103156 w 114300"/>
                <a:gd name="connsiteY207" fmla="*/ 105823 h 200025"/>
                <a:gd name="connsiteX208" fmla="*/ 103156 w 114300"/>
                <a:gd name="connsiteY208" fmla="*/ 105823 h 200025"/>
                <a:gd name="connsiteX209" fmla="*/ 102394 w 114300"/>
                <a:gd name="connsiteY209" fmla="*/ 104966 h 200025"/>
                <a:gd name="connsiteX210" fmla="*/ 102013 w 114300"/>
                <a:gd name="connsiteY210" fmla="*/ 104585 h 200025"/>
                <a:gd name="connsiteX211" fmla="*/ 101441 w 114300"/>
                <a:gd name="connsiteY211" fmla="*/ 102775 h 200025"/>
                <a:gd name="connsiteX212" fmla="*/ 101632 w 114300"/>
                <a:gd name="connsiteY212" fmla="*/ 102203 h 200025"/>
                <a:gd name="connsiteX213" fmla="*/ 101822 w 114300"/>
                <a:gd name="connsiteY213" fmla="*/ 101632 h 200025"/>
                <a:gd name="connsiteX214" fmla="*/ 101917 w 114300"/>
                <a:gd name="connsiteY214" fmla="*/ 101537 h 200025"/>
                <a:gd name="connsiteX215" fmla="*/ 102013 w 114300"/>
                <a:gd name="connsiteY215" fmla="*/ 101441 h 200025"/>
                <a:gd name="connsiteX216" fmla="*/ 102203 w 114300"/>
                <a:gd name="connsiteY216" fmla="*/ 101346 h 200025"/>
                <a:gd name="connsiteX217" fmla="*/ 102298 w 114300"/>
                <a:gd name="connsiteY217" fmla="*/ 101251 h 200025"/>
                <a:gd name="connsiteX218" fmla="*/ 102584 w 114300"/>
                <a:gd name="connsiteY218" fmla="*/ 101251 h 200025"/>
                <a:gd name="connsiteX219" fmla="*/ 102203 w 114300"/>
                <a:gd name="connsiteY219" fmla="*/ 100584 h 200025"/>
                <a:gd name="connsiteX220" fmla="*/ 101822 w 114300"/>
                <a:gd name="connsiteY220" fmla="*/ 100298 h 200025"/>
                <a:gd name="connsiteX221" fmla="*/ 101155 w 114300"/>
                <a:gd name="connsiteY221" fmla="*/ 99822 h 200025"/>
                <a:gd name="connsiteX222" fmla="*/ 100775 w 114300"/>
                <a:gd name="connsiteY222" fmla="*/ 99155 h 200025"/>
                <a:gd name="connsiteX223" fmla="*/ 100775 w 114300"/>
                <a:gd name="connsiteY223" fmla="*/ 98870 h 200025"/>
                <a:gd name="connsiteX224" fmla="*/ 100775 w 114300"/>
                <a:gd name="connsiteY224" fmla="*/ 98584 h 200025"/>
                <a:gd name="connsiteX225" fmla="*/ 100965 w 114300"/>
                <a:gd name="connsiteY225" fmla="*/ 98203 h 200025"/>
                <a:gd name="connsiteX226" fmla="*/ 101060 w 114300"/>
                <a:gd name="connsiteY226" fmla="*/ 97822 h 200025"/>
                <a:gd name="connsiteX227" fmla="*/ 100870 w 114300"/>
                <a:gd name="connsiteY227" fmla="*/ 97441 h 200025"/>
                <a:gd name="connsiteX228" fmla="*/ 100775 w 114300"/>
                <a:gd name="connsiteY228" fmla="*/ 97155 h 200025"/>
                <a:gd name="connsiteX229" fmla="*/ 100775 w 114300"/>
                <a:gd name="connsiteY229" fmla="*/ 97155 h 200025"/>
                <a:gd name="connsiteX230" fmla="*/ 100489 w 114300"/>
                <a:gd name="connsiteY230" fmla="*/ 97346 h 200025"/>
                <a:gd name="connsiteX231" fmla="*/ 99917 w 114300"/>
                <a:gd name="connsiteY231" fmla="*/ 97631 h 200025"/>
                <a:gd name="connsiteX232" fmla="*/ 99631 w 114300"/>
                <a:gd name="connsiteY232" fmla="*/ 97822 h 200025"/>
                <a:gd name="connsiteX233" fmla="*/ 99631 w 114300"/>
                <a:gd name="connsiteY233" fmla="*/ 97822 h 200025"/>
                <a:gd name="connsiteX234" fmla="*/ 99631 w 114300"/>
                <a:gd name="connsiteY234" fmla="*/ 97536 h 200025"/>
                <a:gd name="connsiteX235" fmla="*/ 99536 w 114300"/>
                <a:gd name="connsiteY235" fmla="*/ 97441 h 200025"/>
                <a:gd name="connsiteX236" fmla="*/ 99536 w 114300"/>
                <a:gd name="connsiteY236" fmla="*/ 97441 h 200025"/>
                <a:gd name="connsiteX237" fmla="*/ 99441 w 114300"/>
                <a:gd name="connsiteY237" fmla="*/ 97346 h 200025"/>
                <a:gd name="connsiteX238" fmla="*/ 99346 w 114300"/>
                <a:gd name="connsiteY238" fmla="*/ 97155 h 200025"/>
                <a:gd name="connsiteX239" fmla="*/ 99536 w 114300"/>
                <a:gd name="connsiteY239" fmla="*/ 96869 h 200025"/>
                <a:gd name="connsiteX240" fmla="*/ 99346 w 114300"/>
                <a:gd name="connsiteY240" fmla="*/ 96393 h 200025"/>
                <a:gd name="connsiteX241" fmla="*/ 99155 w 114300"/>
                <a:gd name="connsiteY241" fmla="*/ 96679 h 200025"/>
                <a:gd name="connsiteX242" fmla="*/ 98774 w 114300"/>
                <a:gd name="connsiteY242" fmla="*/ 96964 h 200025"/>
                <a:gd name="connsiteX243" fmla="*/ 98488 w 114300"/>
                <a:gd name="connsiteY243" fmla="*/ 97250 h 200025"/>
                <a:gd name="connsiteX244" fmla="*/ 97822 w 114300"/>
                <a:gd name="connsiteY244" fmla="*/ 95726 h 200025"/>
                <a:gd name="connsiteX245" fmla="*/ 97441 w 114300"/>
                <a:gd name="connsiteY245" fmla="*/ 95060 h 200025"/>
                <a:gd name="connsiteX246" fmla="*/ 96869 w 114300"/>
                <a:gd name="connsiteY246" fmla="*/ 94393 h 200025"/>
                <a:gd name="connsiteX247" fmla="*/ 96393 w 114300"/>
                <a:gd name="connsiteY247" fmla="*/ 93631 h 200025"/>
                <a:gd name="connsiteX248" fmla="*/ 95917 w 114300"/>
                <a:gd name="connsiteY248" fmla="*/ 91726 h 200025"/>
                <a:gd name="connsiteX249" fmla="*/ 95821 w 114300"/>
                <a:gd name="connsiteY249" fmla="*/ 91535 h 200025"/>
                <a:gd name="connsiteX250" fmla="*/ 95440 w 114300"/>
                <a:gd name="connsiteY250" fmla="*/ 90964 h 200025"/>
                <a:gd name="connsiteX251" fmla="*/ 95155 w 114300"/>
                <a:gd name="connsiteY251" fmla="*/ 90964 h 200025"/>
                <a:gd name="connsiteX252" fmla="*/ 94869 w 114300"/>
                <a:gd name="connsiteY252" fmla="*/ 92107 h 200025"/>
                <a:gd name="connsiteX253" fmla="*/ 94012 w 114300"/>
                <a:gd name="connsiteY253" fmla="*/ 92202 h 200025"/>
                <a:gd name="connsiteX254" fmla="*/ 94012 w 114300"/>
                <a:gd name="connsiteY254" fmla="*/ 92202 h 200025"/>
                <a:gd name="connsiteX255" fmla="*/ 93059 w 114300"/>
                <a:gd name="connsiteY255" fmla="*/ 91535 h 200025"/>
                <a:gd name="connsiteX256" fmla="*/ 92583 w 114300"/>
                <a:gd name="connsiteY256" fmla="*/ 90392 h 200025"/>
                <a:gd name="connsiteX257" fmla="*/ 92488 w 114300"/>
                <a:gd name="connsiteY257" fmla="*/ 90202 h 200025"/>
                <a:gd name="connsiteX258" fmla="*/ 92488 w 114300"/>
                <a:gd name="connsiteY258" fmla="*/ 90202 h 200025"/>
                <a:gd name="connsiteX259" fmla="*/ 92011 w 114300"/>
                <a:gd name="connsiteY259" fmla="*/ 90106 h 200025"/>
                <a:gd name="connsiteX260" fmla="*/ 91821 w 114300"/>
                <a:gd name="connsiteY260" fmla="*/ 89916 h 200025"/>
                <a:gd name="connsiteX261" fmla="*/ 91726 w 114300"/>
                <a:gd name="connsiteY261" fmla="*/ 89630 h 200025"/>
                <a:gd name="connsiteX262" fmla="*/ 91726 w 114300"/>
                <a:gd name="connsiteY262" fmla="*/ 89345 h 200025"/>
                <a:gd name="connsiteX263" fmla="*/ 91726 w 114300"/>
                <a:gd name="connsiteY263" fmla="*/ 89154 h 200025"/>
                <a:gd name="connsiteX264" fmla="*/ 91726 w 114300"/>
                <a:gd name="connsiteY264" fmla="*/ 89154 h 200025"/>
                <a:gd name="connsiteX265" fmla="*/ 91630 w 114300"/>
                <a:gd name="connsiteY265" fmla="*/ 88583 h 200025"/>
                <a:gd name="connsiteX266" fmla="*/ 91726 w 114300"/>
                <a:gd name="connsiteY266" fmla="*/ 86868 h 200025"/>
                <a:gd name="connsiteX267" fmla="*/ 92107 w 114300"/>
                <a:gd name="connsiteY267" fmla="*/ 86868 h 200025"/>
                <a:gd name="connsiteX268" fmla="*/ 92869 w 114300"/>
                <a:gd name="connsiteY268" fmla="*/ 89059 h 200025"/>
                <a:gd name="connsiteX269" fmla="*/ 92964 w 114300"/>
                <a:gd name="connsiteY269" fmla="*/ 89345 h 200025"/>
                <a:gd name="connsiteX270" fmla="*/ 93535 w 114300"/>
                <a:gd name="connsiteY270" fmla="*/ 91535 h 200025"/>
                <a:gd name="connsiteX271" fmla="*/ 93535 w 114300"/>
                <a:gd name="connsiteY271" fmla="*/ 91535 h 200025"/>
                <a:gd name="connsiteX272" fmla="*/ 94488 w 114300"/>
                <a:gd name="connsiteY272" fmla="*/ 90202 h 200025"/>
                <a:gd name="connsiteX273" fmla="*/ 94107 w 114300"/>
                <a:gd name="connsiteY273" fmla="*/ 87821 h 200025"/>
                <a:gd name="connsiteX274" fmla="*/ 92964 w 114300"/>
                <a:gd name="connsiteY274" fmla="*/ 84106 h 200025"/>
                <a:gd name="connsiteX275" fmla="*/ 92773 w 114300"/>
                <a:gd name="connsiteY275" fmla="*/ 83534 h 200025"/>
                <a:gd name="connsiteX276" fmla="*/ 92773 w 114300"/>
                <a:gd name="connsiteY276" fmla="*/ 83534 h 200025"/>
                <a:gd name="connsiteX277" fmla="*/ 92678 w 114300"/>
                <a:gd name="connsiteY277" fmla="*/ 82677 h 200025"/>
                <a:gd name="connsiteX278" fmla="*/ 92583 w 114300"/>
                <a:gd name="connsiteY278" fmla="*/ 82487 h 200025"/>
                <a:gd name="connsiteX279" fmla="*/ 92202 w 114300"/>
                <a:gd name="connsiteY279" fmla="*/ 81058 h 200025"/>
                <a:gd name="connsiteX280" fmla="*/ 91821 w 114300"/>
                <a:gd name="connsiteY280" fmla="*/ 79058 h 200025"/>
                <a:gd name="connsiteX281" fmla="*/ 91250 w 114300"/>
                <a:gd name="connsiteY281" fmla="*/ 78772 h 200025"/>
                <a:gd name="connsiteX282" fmla="*/ 90488 w 114300"/>
                <a:gd name="connsiteY282" fmla="*/ 78772 h 200025"/>
                <a:gd name="connsiteX283" fmla="*/ 90202 w 114300"/>
                <a:gd name="connsiteY283" fmla="*/ 78581 h 200025"/>
                <a:gd name="connsiteX284" fmla="*/ 89821 w 114300"/>
                <a:gd name="connsiteY284" fmla="*/ 78391 h 200025"/>
                <a:gd name="connsiteX285" fmla="*/ 89535 w 114300"/>
                <a:gd name="connsiteY285" fmla="*/ 77724 h 200025"/>
                <a:gd name="connsiteX286" fmla="*/ 89535 w 114300"/>
                <a:gd name="connsiteY286" fmla="*/ 77629 h 200025"/>
                <a:gd name="connsiteX287" fmla="*/ 89249 w 114300"/>
                <a:gd name="connsiteY287" fmla="*/ 75914 h 200025"/>
                <a:gd name="connsiteX288" fmla="*/ 89249 w 114300"/>
                <a:gd name="connsiteY288" fmla="*/ 75533 h 200025"/>
                <a:gd name="connsiteX289" fmla="*/ 89821 w 114300"/>
                <a:gd name="connsiteY289" fmla="*/ 75819 h 200025"/>
                <a:gd name="connsiteX290" fmla="*/ 90488 w 114300"/>
                <a:gd name="connsiteY290" fmla="*/ 77248 h 200025"/>
                <a:gd name="connsiteX291" fmla="*/ 91154 w 114300"/>
                <a:gd name="connsiteY291" fmla="*/ 77724 h 200025"/>
                <a:gd name="connsiteX292" fmla="*/ 91154 w 114300"/>
                <a:gd name="connsiteY292" fmla="*/ 77057 h 200025"/>
                <a:gd name="connsiteX293" fmla="*/ 91154 w 114300"/>
                <a:gd name="connsiteY293" fmla="*/ 76295 h 200025"/>
                <a:gd name="connsiteX294" fmla="*/ 90297 w 114300"/>
                <a:gd name="connsiteY294" fmla="*/ 73533 h 200025"/>
                <a:gd name="connsiteX295" fmla="*/ 89916 w 114300"/>
                <a:gd name="connsiteY295" fmla="*/ 71438 h 200025"/>
                <a:gd name="connsiteX296" fmla="*/ 89440 w 114300"/>
                <a:gd name="connsiteY296" fmla="*/ 70676 h 200025"/>
                <a:gd name="connsiteX297" fmla="*/ 88868 w 114300"/>
                <a:gd name="connsiteY297" fmla="*/ 70009 h 200025"/>
                <a:gd name="connsiteX298" fmla="*/ 88201 w 114300"/>
                <a:gd name="connsiteY298" fmla="*/ 69628 h 200025"/>
                <a:gd name="connsiteX299" fmla="*/ 88201 w 114300"/>
                <a:gd name="connsiteY299" fmla="*/ 69628 h 200025"/>
                <a:gd name="connsiteX300" fmla="*/ 87630 w 114300"/>
                <a:gd name="connsiteY300" fmla="*/ 69628 h 200025"/>
                <a:gd name="connsiteX301" fmla="*/ 87058 w 114300"/>
                <a:gd name="connsiteY301" fmla="*/ 69818 h 200025"/>
                <a:gd name="connsiteX302" fmla="*/ 85630 w 114300"/>
                <a:gd name="connsiteY302" fmla="*/ 70485 h 200025"/>
                <a:gd name="connsiteX303" fmla="*/ 86201 w 114300"/>
                <a:gd name="connsiteY303" fmla="*/ 71723 h 200025"/>
                <a:gd name="connsiteX304" fmla="*/ 85344 w 114300"/>
                <a:gd name="connsiteY304" fmla="*/ 72200 h 200025"/>
                <a:gd name="connsiteX305" fmla="*/ 82963 w 114300"/>
                <a:gd name="connsiteY305" fmla="*/ 72295 h 200025"/>
                <a:gd name="connsiteX306" fmla="*/ 81820 w 114300"/>
                <a:gd name="connsiteY306" fmla="*/ 71914 h 200025"/>
                <a:gd name="connsiteX307" fmla="*/ 80963 w 114300"/>
                <a:gd name="connsiteY307" fmla="*/ 71152 h 200025"/>
                <a:gd name="connsiteX308" fmla="*/ 80296 w 114300"/>
                <a:gd name="connsiteY308" fmla="*/ 70199 h 200025"/>
                <a:gd name="connsiteX309" fmla="*/ 79534 w 114300"/>
                <a:gd name="connsiteY309" fmla="*/ 69437 h 200025"/>
                <a:gd name="connsiteX310" fmla="*/ 78486 w 114300"/>
                <a:gd name="connsiteY310" fmla="*/ 70295 h 200025"/>
                <a:gd name="connsiteX311" fmla="*/ 77629 w 114300"/>
                <a:gd name="connsiteY311" fmla="*/ 70390 h 200025"/>
                <a:gd name="connsiteX312" fmla="*/ 77438 w 114300"/>
                <a:gd name="connsiteY312" fmla="*/ 69913 h 200025"/>
                <a:gd name="connsiteX313" fmla="*/ 78105 w 114300"/>
                <a:gd name="connsiteY313" fmla="*/ 68961 h 200025"/>
                <a:gd name="connsiteX314" fmla="*/ 78962 w 114300"/>
                <a:gd name="connsiteY314" fmla="*/ 68580 h 200025"/>
                <a:gd name="connsiteX315" fmla="*/ 79915 w 114300"/>
                <a:gd name="connsiteY315" fmla="*/ 68771 h 200025"/>
                <a:gd name="connsiteX316" fmla="*/ 80867 w 114300"/>
                <a:gd name="connsiteY316" fmla="*/ 69342 h 200025"/>
                <a:gd name="connsiteX317" fmla="*/ 81439 w 114300"/>
                <a:gd name="connsiteY317" fmla="*/ 69818 h 200025"/>
                <a:gd name="connsiteX318" fmla="*/ 81725 w 114300"/>
                <a:gd name="connsiteY318" fmla="*/ 70104 h 200025"/>
                <a:gd name="connsiteX319" fmla="*/ 81725 w 114300"/>
                <a:gd name="connsiteY319" fmla="*/ 70104 h 200025"/>
                <a:gd name="connsiteX320" fmla="*/ 82105 w 114300"/>
                <a:gd name="connsiteY320" fmla="*/ 69247 h 200025"/>
                <a:gd name="connsiteX321" fmla="*/ 81915 w 114300"/>
                <a:gd name="connsiteY321" fmla="*/ 68675 h 200025"/>
                <a:gd name="connsiteX322" fmla="*/ 81534 w 114300"/>
                <a:gd name="connsiteY322" fmla="*/ 68199 h 200025"/>
                <a:gd name="connsiteX323" fmla="*/ 81439 w 114300"/>
                <a:gd name="connsiteY323" fmla="*/ 67532 h 200025"/>
                <a:gd name="connsiteX324" fmla="*/ 81820 w 114300"/>
                <a:gd name="connsiteY324" fmla="*/ 66580 h 200025"/>
                <a:gd name="connsiteX325" fmla="*/ 82391 w 114300"/>
                <a:gd name="connsiteY325" fmla="*/ 66675 h 200025"/>
                <a:gd name="connsiteX326" fmla="*/ 82391 w 114300"/>
                <a:gd name="connsiteY326" fmla="*/ 66675 h 200025"/>
                <a:gd name="connsiteX327" fmla="*/ 82772 w 114300"/>
                <a:gd name="connsiteY327" fmla="*/ 67342 h 200025"/>
                <a:gd name="connsiteX328" fmla="*/ 82486 w 114300"/>
                <a:gd name="connsiteY328" fmla="*/ 68199 h 200025"/>
                <a:gd name="connsiteX329" fmla="*/ 82486 w 114300"/>
                <a:gd name="connsiteY329" fmla="*/ 68199 h 200025"/>
                <a:gd name="connsiteX330" fmla="*/ 83820 w 114300"/>
                <a:gd name="connsiteY330" fmla="*/ 68009 h 200025"/>
                <a:gd name="connsiteX331" fmla="*/ 83629 w 114300"/>
                <a:gd name="connsiteY331" fmla="*/ 66770 h 200025"/>
                <a:gd name="connsiteX332" fmla="*/ 82486 w 114300"/>
                <a:gd name="connsiteY332" fmla="*/ 64294 h 200025"/>
                <a:gd name="connsiteX333" fmla="*/ 82486 w 114300"/>
                <a:gd name="connsiteY333" fmla="*/ 64294 h 200025"/>
                <a:gd name="connsiteX334" fmla="*/ 82296 w 114300"/>
                <a:gd name="connsiteY334" fmla="*/ 64389 h 200025"/>
                <a:gd name="connsiteX335" fmla="*/ 82201 w 114300"/>
                <a:gd name="connsiteY335" fmla="*/ 64484 h 200025"/>
                <a:gd name="connsiteX336" fmla="*/ 81820 w 114300"/>
                <a:gd name="connsiteY336" fmla="*/ 64579 h 200025"/>
                <a:gd name="connsiteX337" fmla="*/ 81439 w 114300"/>
                <a:gd name="connsiteY337" fmla="*/ 64675 h 200025"/>
                <a:gd name="connsiteX338" fmla="*/ 81439 w 114300"/>
                <a:gd name="connsiteY338" fmla="*/ 64675 h 200025"/>
                <a:gd name="connsiteX339" fmla="*/ 81915 w 114300"/>
                <a:gd name="connsiteY339" fmla="*/ 64103 h 200025"/>
                <a:gd name="connsiteX340" fmla="*/ 82486 w 114300"/>
                <a:gd name="connsiteY340" fmla="*/ 63818 h 200025"/>
                <a:gd name="connsiteX341" fmla="*/ 82867 w 114300"/>
                <a:gd name="connsiteY341" fmla="*/ 63437 h 200025"/>
                <a:gd name="connsiteX342" fmla="*/ 82867 w 114300"/>
                <a:gd name="connsiteY342" fmla="*/ 62484 h 200025"/>
                <a:gd name="connsiteX343" fmla="*/ 82391 w 114300"/>
                <a:gd name="connsiteY343" fmla="*/ 61722 h 200025"/>
                <a:gd name="connsiteX344" fmla="*/ 80963 w 114300"/>
                <a:gd name="connsiteY344" fmla="*/ 60103 h 200025"/>
                <a:gd name="connsiteX345" fmla="*/ 81153 w 114300"/>
                <a:gd name="connsiteY345" fmla="*/ 59627 h 200025"/>
                <a:gd name="connsiteX346" fmla="*/ 80677 w 114300"/>
                <a:gd name="connsiteY346" fmla="*/ 59341 h 200025"/>
                <a:gd name="connsiteX347" fmla="*/ 80677 w 114300"/>
                <a:gd name="connsiteY347" fmla="*/ 59341 h 200025"/>
                <a:gd name="connsiteX348" fmla="*/ 80391 w 114300"/>
                <a:gd name="connsiteY348" fmla="*/ 59246 h 200025"/>
                <a:gd name="connsiteX349" fmla="*/ 80200 w 114300"/>
                <a:gd name="connsiteY349" fmla="*/ 59436 h 200025"/>
                <a:gd name="connsiteX350" fmla="*/ 80105 w 114300"/>
                <a:gd name="connsiteY350" fmla="*/ 59912 h 200025"/>
                <a:gd name="connsiteX351" fmla="*/ 79343 w 114300"/>
                <a:gd name="connsiteY351" fmla="*/ 57150 h 200025"/>
                <a:gd name="connsiteX352" fmla="*/ 78676 w 114300"/>
                <a:gd name="connsiteY352" fmla="*/ 55721 h 200025"/>
                <a:gd name="connsiteX353" fmla="*/ 77343 w 114300"/>
                <a:gd name="connsiteY353" fmla="*/ 55150 h 200025"/>
                <a:gd name="connsiteX354" fmla="*/ 77343 w 114300"/>
                <a:gd name="connsiteY354" fmla="*/ 55150 h 200025"/>
                <a:gd name="connsiteX355" fmla="*/ 77057 w 114300"/>
                <a:gd name="connsiteY355" fmla="*/ 54864 h 200025"/>
                <a:gd name="connsiteX356" fmla="*/ 76771 w 114300"/>
                <a:gd name="connsiteY356" fmla="*/ 54578 h 200025"/>
                <a:gd name="connsiteX357" fmla="*/ 75629 w 114300"/>
                <a:gd name="connsiteY357" fmla="*/ 51816 h 200025"/>
                <a:gd name="connsiteX358" fmla="*/ 74867 w 114300"/>
                <a:gd name="connsiteY358" fmla="*/ 51245 h 200025"/>
                <a:gd name="connsiteX359" fmla="*/ 73914 w 114300"/>
                <a:gd name="connsiteY359" fmla="*/ 50959 h 200025"/>
                <a:gd name="connsiteX360" fmla="*/ 73247 w 114300"/>
                <a:gd name="connsiteY360" fmla="*/ 50197 h 200025"/>
                <a:gd name="connsiteX361" fmla="*/ 71533 w 114300"/>
                <a:gd name="connsiteY361" fmla="*/ 47339 h 200025"/>
                <a:gd name="connsiteX362" fmla="*/ 69628 w 114300"/>
                <a:gd name="connsiteY362" fmla="*/ 45053 h 200025"/>
                <a:gd name="connsiteX363" fmla="*/ 69628 w 114300"/>
                <a:gd name="connsiteY363" fmla="*/ 45053 h 200025"/>
                <a:gd name="connsiteX364" fmla="*/ 69247 w 114300"/>
                <a:gd name="connsiteY364" fmla="*/ 45911 h 200025"/>
                <a:gd name="connsiteX365" fmla="*/ 68675 w 114300"/>
                <a:gd name="connsiteY365" fmla="*/ 46863 h 200025"/>
                <a:gd name="connsiteX366" fmla="*/ 67913 w 114300"/>
                <a:gd name="connsiteY366" fmla="*/ 47530 h 200025"/>
                <a:gd name="connsiteX367" fmla="*/ 67056 w 114300"/>
                <a:gd name="connsiteY367" fmla="*/ 47625 h 200025"/>
                <a:gd name="connsiteX368" fmla="*/ 66199 w 114300"/>
                <a:gd name="connsiteY368" fmla="*/ 46958 h 200025"/>
                <a:gd name="connsiteX369" fmla="*/ 66199 w 114300"/>
                <a:gd name="connsiteY369" fmla="*/ 46958 h 200025"/>
                <a:gd name="connsiteX370" fmla="*/ 66675 w 114300"/>
                <a:gd name="connsiteY370" fmla="*/ 46387 h 200025"/>
                <a:gd name="connsiteX371" fmla="*/ 67246 w 114300"/>
                <a:gd name="connsiteY371" fmla="*/ 45911 h 200025"/>
                <a:gd name="connsiteX372" fmla="*/ 67246 w 114300"/>
                <a:gd name="connsiteY372" fmla="*/ 45911 h 200025"/>
                <a:gd name="connsiteX373" fmla="*/ 66580 w 114300"/>
                <a:gd name="connsiteY373" fmla="*/ 45434 h 200025"/>
                <a:gd name="connsiteX374" fmla="*/ 66580 w 114300"/>
                <a:gd name="connsiteY374" fmla="*/ 44387 h 200025"/>
                <a:gd name="connsiteX375" fmla="*/ 64675 w 114300"/>
                <a:gd name="connsiteY375" fmla="*/ 42577 h 200025"/>
                <a:gd name="connsiteX376" fmla="*/ 64484 w 114300"/>
                <a:gd name="connsiteY376" fmla="*/ 42291 h 200025"/>
                <a:gd name="connsiteX377" fmla="*/ 64103 w 114300"/>
                <a:gd name="connsiteY377" fmla="*/ 41720 h 200025"/>
                <a:gd name="connsiteX378" fmla="*/ 64960 w 114300"/>
                <a:gd name="connsiteY378" fmla="*/ 42101 h 200025"/>
                <a:gd name="connsiteX379" fmla="*/ 66389 w 114300"/>
                <a:gd name="connsiteY379" fmla="*/ 42481 h 200025"/>
                <a:gd name="connsiteX380" fmla="*/ 67056 w 114300"/>
                <a:gd name="connsiteY380" fmla="*/ 42863 h 200025"/>
                <a:gd name="connsiteX381" fmla="*/ 67627 w 114300"/>
                <a:gd name="connsiteY381" fmla="*/ 43815 h 200025"/>
                <a:gd name="connsiteX382" fmla="*/ 67723 w 114300"/>
                <a:gd name="connsiteY382" fmla="*/ 44005 h 200025"/>
                <a:gd name="connsiteX383" fmla="*/ 68199 w 114300"/>
                <a:gd name="connsiteY383" fmla="*/ 43815 h 200025"/>
                <a:gd name="connsiteX384" fmla="*/ 68485 w 114300"/>
                <a:gd name="connsiteY384" fmla="*/ 43434 h 200025"/>
                <a:gd name="connsiteX385" fmla="*/ 68485 w 114300"/>
                <a:gd name="connsiteY385" fmla="*/ 43053 h 200025"/>
                <a:gd name="connsiteX386" fmla="*/ 68389 w 114300"/>
                <a:gd name="connsiteY386" fmla="*/ 42958 h 200025"/>
                <a:gd name="connsiteX387" fmla="*/ 68294 w 114300"/>
                <a:gd name="connsiteY387" fmla="*/ 42863 h 200025"/>
                <a:gd name="connsiteX388" fmla="*/ 67246 w 114300"/>
                <a:gd name="connsiteY388" fmla="*/ 42196 h 200025"/>
                <a:gd name="connsiteX389" fmla="*/ 66294 w 114300"/>
                <a:gd name="connsiteY389" fmla="*/ 40672 h 200025"/>
                <a:gd name="connsiteX390" fmla="*/ 65532 w 114300"/>
                <a:gd name="connsiteY390" fmla="*/ 38957 h 200025"/>
                <a:gd name="connsiteX391" fmla="*/ 65532 w 114300"/>
                <a:gd name="connsiteY391" fmla="*/ 38862 h 200025"/>
                <a:gd name="connsiteX392" fmla="*/ 65246 w 114300"/>
                <a:gd name="connsiteY392" fmla="*/ 37814 h 200025"/>
                <a:gd name="connsiteX393" fmla="*/ 65246 w 114300"/>
                <a:gd name="connsiteY393" fmla="*/ 37814 h 200025"/>
                <a:gd name="connsiteX394" fmla="*/ 65056 w 114300"/>
                <a:gd name="connsiteY394" fmla="*/ 38005 h 200025"/>
                <a:gd name="connsiteX395" fmla="*/ 64865 w 114300"/>
                <a:gd name="connsiteY395" fmla="*/ 38100 h 200025"/>
                <a:gd name="connsiteX396" fmla="*/ 64675 w 114300"/>
                <a:gd name="connsiteY396" fmla="*/ 38195 h 200025"/>
                <a:gd name="connsiteX397" fmla="*/ 64484 w 114300"/>
                <a:gd name="connsiteY397" fmla="*/ 38481 h 200025"/>
                <a:gd name="connsiteX398" fmla="*/ 64103 w 114300"/>
                <a:gd name="connsiteY398" fmla="*/ 38481 h 200025"/>
                <a:gd name="connsiteX399" fmla="*/ 64008 w 114300"/>
                <a:gd name="connsiteY399" fmla="*/ 37338 h 200025"/>
                <a:gd name="connsiteX400" fmla="*/ 64008 w 114300"/>
                <a:gd name="connsiteY400" fmla="*/ 37243 h 200025"/>
                <a:gd name="connsiteX401" fmla="*/ 63246 w 114300"/>
                <a:gd name="connsiteY401" fmla="*/ 36767 h 200025"/>
                <a:gd name="connsiteX402" fmla="*/ 62389 w 114300"/>
                <a:gd name="connsiteY402" fmla="*/ 36671 h 200025"/>
                <a:gd name="connsiteX403" fmla="*/ 62008 w 114300"/>
                <a:gd name="connsiteY403" fmla="*/ 36481 h 200025"/>
                <a:gd name="connsiteX404" fmla="*/ 62293 w 114300"/>
                <a:gd name="connsiteY404" fmla="*/ 35719 h 200025"/>
                <a:gd name="connsiteX405" fmla="*/ 62960 w 114300"/>
                <a:gd name="connsiteY405" fmla="*/ 35719 h 200025"/>
                <a:gd name="connsiteX406" fmla="*/ 64103 w 114300"/>
                <a:gd name="connsiteY406" fmla="*/ 36100 h 200025"/>
                <a:gd name="connsiteX407" fmla="*/ 64484 w 114300"/>
                <a:gd name="connsiteY407" fmla="*/ 36290 h 200025"/>
                <a:gd name="connsiteX408" fmla="*/ 64484 w 114300"/>
                <a:gd name="connsiteY408" fmla="*/ 36290 h 200025"/>
                <a:gd name="connsiteX409" fmla="*/ 62484 w 114300"/>
                <a:gd name="connsiteY409" fmla="*/ 32290 h 200025"/>
                <a:gd name="connsiteX410" fmla="*/ 62008 w 114300"/>
                <a:gd name="connsiteY410" fmla="*/ 31242 h 200025"/>
                <a:gd name="connsiteX411" fmla="*/ 61436 w 114300"/>
                <a:gd name="connsiteY411" fmla="*/ 29623 h 200025"/>
                <a:gd name="connsiteX412" fmla="*/ 61055 w 114300"/>
                <a:gd name="connsiteY412" fmla="*/ 29432 h 200025"/>
                <a:gd name="connsiteX413" fmla="*/ 60293 w 114300"/>
                <a:gd name="connsiteY413" fmla="*/ 29623 h 200025"/>
                <a:gd name="connsiteX414" fmla="*/ 60198 w 114300"/>
                <a:gd name="connsiteY414" fmla="*/ 30099 h 200025"/>
                <a:gd name="connsiteX415" fmla="*/ 60198 w 114300"/>
                <a:gd name="connsiteY415" fmla="*/ 30099 h 200025"/>
                <a:gd name="connsiteX416" fmla="*/ 60484 w 114300"/>
                <a:gd name="connsiteY416" fmla="*/ 30671 h 200025"/>
                <a:gd name="connsiteX417" fmla="*/ 60865 w 114300"/>
                <a:gd name="connsiteY417" fmla="*/ 31337 h 200025"/>
                <a:gd name="connsiteX418" fmla="*/ 60865 w 114300"/>
                <a:gd name="connsiteY418" fmla="*/ 31337 h 200025"/>
                <a:gd name="connsiteX419" fmla="*/ 59817 w 114300"/>
                <a:gd name="connsiteY419" fmla="*/ 30766 h 200025"/>
                <a:gd name="connsiteX420" fmla="*/ 57055 w 114300"/>
                <a:gd name="connsiteY420" fmla="*/ 28194 h 200025"/>
                <a:gd name="connsiteX421" fmla="*/ 56959 w 114300"/>
                <a:gd name="connsiteY421" fmla="*/ 28099 h 200025"/>
                <a:gd name="connsiteX422" fmla="*/ 56769 w 114300"/>
                <a:gd name="connsiteY422" fmla="*/ 27718 h 200025"/>
                <a:gd name="connsiteX423" fmla="*/ 57150 w 114300"/>
                <a:gd name="connsiteY423" fmla="*/ 27622 h 200025"/>
                <a:gd name="connsiteX424" fmla="*/ 58102 w 114300"/>
                <a:gd name="connsiteY424" fmla="*/ 27813 h 200025"/>
                <a:gd name="connsiteX425" fmla="*/ 58102 w 114300"/>
                <a:gd name="connsiteY425" fmla="*/ 27813 h 200025"/>
                <a:gd name="connsiteX426" fmla="*/ 58388 w 114300"/>
                <a:gd name="connsiteY426" fmla="*/ 28004 h 200025"/>
                <a:gd name="connsiteX427" fmla="*/ 58960 w 114300"/>
                <a:gd name="connsiteY427" fmla="*/ 28670 h 200025"/>
                <a:gd name="connsiteX428" fmla="*/ 58960 w 114300"/>
                <a:gd name="connsiteY428" fmla="*/ 28670 h 200025"/>
                <a:gd name="connsiteX429" fmla="*/ 58960 w 114300"/>
                <a:gd name="connsiteY429" fmla="*/ 28670 h 200025"/>
                <a:gd name="connsiteX430" fmla="*/ 59341 w 114300"/>
                <a:gd name="connsiteY430" fmla="*/ 28861 h 200025"/>
                <a:gd name="connsiteX431" fmla="*/ 59341 w 114300"/>
                <a:gd name="connsiteY431" fmla="*/ 28861 h 200025"/>
                <a:gd name="connsiteX432" fmla="*/ 60007 w 114300"/>
                <a:gd name="connsiteY432" fmla="*/ 28480 h 200025"/>
                <a:gd name="connsiteX433" fmla="*/ 59246 w 114300"/>
                <a:gd name="connsiteY433" fmla="*/ 27527 h 200025"/>
                <a:gd name="connsiteX434" fmla="*/ 58102 w 114300"/>
                <a:gd name="connsiteY434" fmla="*/ 26479 h 200025"/>
                <a:gd name="connsiteX435" fmla="*/ 57531 w 114300"/>
                <a:gd name="connsiteY435" fmla="*/ 25718 h 200025"/>
                <a:gd name="connsiteX436" fmla="*/ 57150 w 114300"/>
                <a:gd name="connsiteY436" fmla="*/ 25051 h 200025"/>
                <a:gd name="connsiteX437" fmla="*/ 57055 w 114300"/>
                <a:gd name="connsiteY437" fmla="*/ 24955 h 200025"/>
                <a:gd name="connsiteX438" fmla="*/ 42481 w 114300"/>
                <a:gd name="connsiteY438" fmla="*/ 13145 h 200025"/>
                <a:gd name="connsiteX439" fmla="*/ 40386 w 114300"/>
                <a:gd name="connsiteY439" fmla="*/ 12002 h 200025"/>
                <a:gd name="connsiteX440" fmla="*/ 39338 w 114300"/>
                <a:gd name="connsiteY440" fmla="*/ 11239 h 200025"/>
                <a:gd name="connsiteX441" fmla="*/ 32480 w 114300"/>
                <a:gd name="connsiteY441" fmla="*/ 3143 h 200025"/>
                <a:gd name="connsiteX442" fmla="*/ 32004 w 114300"/>
                <a:gd name="connsiteY442" fmla="*/ 2381 h 200025"/>
                <a:gd name="connsiteX443" fmla="*/ 31528 w 114300"/>
                <a:gd name="connsiteY443" fmla="*/ 667 h 200025"/>
                <a:gd name="connsiteX444" fmla="*/ 30766 w 114300"/>
                <a:gd name="connsiteY444" fmla="*/ 191 h 200025"/>
                <a:gd name="connsiteX445" fmla="*/ 29718 w 114300"/>
                <a:gd name="connsiteY445" fmla="*/ 0 h 200025"/>
                <a:gd name="connsiteX446" fmla="*/ 27527 w 114300"/>
                <a:gd name="connsiteY446" fmla="*/ 95 h 200025"/>
                <a:gd name="connsiteX447" fmla="*/ 26384 w 114300"/>
                <a:gd name="connsiteY447" fmla="*/ 286 h 200025"/>
                <a:gd name="connsiteX448" fmla="*/ 26003 w 114300"/>
                <a:gd name="connsiteY448" fmla="*/ 381 h 200025"/>
                <a:gd name="connsiteX449" fmla="*/ 24860 w 114300"/>
                <a:gd name="connsiteY449" fmla="*/ 857 h 200025"/>
                <a:gd name="connsiteX450" fmla="*/ 24955 w 114300"/>
                <a:gd name="connsiteY450" fmla="*/ 1619 h 200025"/>
                <a:gd name="connsiteX451" fmla="*/ 25717 w 114300"/>
                <a:gd name="connsiteY451" fmla="*/ 2191 h 200025"/>
                <a:gd name="connsiteX452" fmla="*/ 28765 w 114300"/>
                <a:gd name="connsiteY452" fmla="*/ 2953 h 200025"/>
                <a:gd name="connsiteX453" fmla="*/ 28765 w 114300"/>
                <a:gd name="connsiteY453" fmla="*/ 2953 h 200025"/>
                <a:gd name="connsiteX454" fmla="*/ 30671 w 114300"/>
                <a:gd name="connsiteY454" fmla="*/ 4001 h 200025"/>
                <a:gd name="connsiteX455" fmla="*/ 34480 w 114300"/>
                <a:gd name="connsiteY455" fmla="*/ 8382 h 200025"/>
                <a:gd name="connsiteX456" fmla="*/ 39148 w 114300"/>
                <a:gd name="connsiteY456" fmla="*/ 12192 h 200025"/>
                <a:gd name="connsiteX457" fmla="*/ 41053 w 114300"/>
                <a:gd name="connsiteY457" fmla="*/ 13145 h 200025"/>
                <a:gd name="connsiteX458" fmla="*/ 41053 w 114300"/>
                <a:gd name="connsiteY458" fmla="*/ 13526 h 200025"/>
                <a:gd name="connsiteX459" fmla="*/ 40957 w 114300"/>
                <a:gd name="connsiteY459" fmla="*/ 13430 h 200025"/>
                <a:gd name="connsiteX460" fmla="*/ 37147 w 114300"/>
                <a:gd name="connsiteY460" fmla="*/ 11716 h 200025"/>
                <a:gd name="connsiteX461" fmla="*/ 35528 w 114300"/>
                <a:gd name="connsiteY461" fmla="*/ 10668 h 200025"/>
                <a:gd name="connsiteX462" fmla="*/ 30861 w 114300"/>
                <a:gd name="connsiteY462" fmla="*/ 5620 h 200025"/>
                <a:gd name="connsiteX463" fmla="*/ 29337 w 114300"/>
                <a:gd name="connsiteY463" fmla="*/ 4001 h 200025"/>
                <a:gd name="connsiteX464" fmla="*/ 29146 w 114300"/>
                <a:gd name="connsiteY464" fmla="*/ 3905 h 200025"/>
                <a:gd name="connsiteX465" fmla="*/ 28765 w 114300"/>
                <a:gd name="connsiteY465" fmla="*/ 3715 h 200025"/>
                <a:gd name="connsiteX466" fmla="*/ 28765 w 114300"/>
                <a:gd name="connsiteY466" fmla="*/ 3715 h 200025"/>
                <a:gd name="connsiteX467" fmla="*/ 28575 w 114300"/>
                <a:gd name="connsiteY467" fmla="*/ 3715 h 200025"/>
                <a:gd name="connsiteX468" fmla="*/ 28289 w 114300"/>
                <a:gd name="connsiteY468" fmla="*/ 3715 h 200025"/>
                <a:gd name="connsiteX469" fmla="*/ 28099 w 114300"/>
                <a:gd name="connsiteY469" fmla="*/ 3810 h 200025"/>
                <a:gd name="connsiteX470" fmla="*/ 27622 w 114300"/>
                <a:gd name="connsiteY470" fmla="*/ 3905 h 200025"/>
                <a:gd name="connsiteX471" fmla="*/ 27051 w 114300"/>
                <a:gd name="connsiteY471" fmla="*/ 3905 h 200025"/>
                <a:gd name="connsiteX472" fmla="*/ 26860 w 114300"/>
                <a:gd name="connsiteY472" fmla="*/ 3429 h 200025"/>
                <a:gd name="connsiteX473" fmla="*/ 26575 w 114300"/>
                <a:gd name="connsiteY473" fmla="*/ 3334 h 200025"/>
                <a:gd name="connsiteX474" fmla="*/ 25336 w 114300"/>
                <a:gd name="connsiteY474" fmla="*/ 3048 h 200025"/>
                <a:gd name="connsiteX475" fmla="*/ 24860 w 114300"/>
                <a:gd name="connsiteY475" fmla="*/ 2953 h 200025"/>
                <a:gd name="connsiteX476" fmla="*/ 24384 w 114300"/>
                <a:gd name="connsiteY476" fmla="*/ 2762 h 200025"/>
                <a:gd name="connsiteX477" fmla="*/ 24193 w 114300"/>
                <a:gd name="connsiteY477" fmla="*/ 2381 h 200025"/>
                <a:gd name="connsiteX478" fmla="*/ 24289 w 114300"/>
                <a:gd name="connsiteY478" fmla="*/ 1238 h 200025"/>
                <a:gd name="connsiteX479" fmla="*/ 24003 w 114300"/>
                <a:gd name="connsiteY479" fmla="*/ 571 h 200025"/>
                <a:gd name="connsiteX480" fmla="*/ 23241 w 114300"/>
                <a:gd name="connsiteY480" fmla="*/ 476 h 200025"/>
                <a:gd name="connsiteX481" fmla="*/ 21050 w 114300"/>
                <a:gd name="connsiteY481" fmla="*/ 762 h 200025"/>
                <a:gd name="connsiteX482" fmla="*/ 16954 w 114300"/>
                <a:gd name="connsiteY482" fmla="*/ 381 h 200025"/>
                <a:gd name="connsiteX483" fmla="*/ 16954 w 114300"/>
                <a:gd name="connsiteY483" fmla="*/ 381 h 200025"/>
                <a:gd name="connsiteX484" fmla="*/ 16002 w 114300"/>
                <a:gd name="connsiteY484" fmla="*/ 762 h 200025"/>
                <a:gd name="connsiteX485" fmla="*/ 13906 w 114300"/>
                <a:gd name="connsiteY485" fmla="*/ 2667 h 200025"/>
                <a:gd name="connsiteX486" fmla="*/ 12763 w 114300"/>
                <a:gd name="connsiteY486" fmla="*/ 3238 h 200025"/>
                <a:gd name="connsiteX487" fmla="*/ 13144 w 114300"/>
                <a:gd name="connsiteY487" fmla="*/ 3810 h 200025"/>
                <a:gd name="connsiteX488" fmla="*/ 13716 w 114300"/>
                <a:gd name="connsiteY488" fmla="*/ 4477 h 200025"/>
                <a:gd name="connsiteX489" fmla="*/ 13906 w 114300"/>
                <a:gd name="connsiteY489" fmla="*/ 4763 h 200025"/>
                <a:gd name="connsiteX490" fmla="*/ 14288 w 114300"/>
                <a:gd name="connsiteY490" fmla="*/ 5334 h 200025"/>
                <a:gd name="connsiteX491" fmla="*/ 14478 w 114300"/>
                <a:gd name="connsiteY491" fmla="*/ 6001 h 200025"/>
                <a:gd name="connsiteX492" fmla="*/ 14573 w 114300"/>
                <a:gd name="connsiteY492" fmla="*/ 6572 h 200025"/>
                <a:gd name="connsiteX493" fmla="*/ 14764 w 114300"/>
                <a:gd name="connsiteY493" fmla="*/ 7049 h 200025"/>
                <a:gd name="connsiteX494" fmla="*/ 15335 w 114300"/>
                <a:gd name="connsiteY494" fmla="*/ 7429 h 200025"/>
                <a:gd name="connsiteX495" fmla="*/ 15430 w 114300"/>
                <a:gd name="connsiteY495" fmla="*/ 7049 h 200025"/>
                <a:gd name="connsiteX496" fmla="*/ 15811 w 114300"/>
                <a:gd name="connsiteY496" fmla="*/ 7239 h 200025"/>
                <a:gd name="connsiteX497" fmla="*/ 16288 w 114300"/>
                <a:gd name="connsiteY497" fmla="*/ 7525 h 200025"/>
                <a:gd name="connsiteX498" fmla="*/ 16383 w 114300"/>
                <a:gd name="connsiteY498" fmla="*/ 7620 h 200025"/>
                <a:gd name="connsiteX499" fmla="*/ 17621 w 114300"/>
                <a:gd name="connsiteY499" fmla="*/ 8001 h 200025"/>
                <a:gd name="connsiteX500" fmla="*/ 19621 w 114300"/>
                <a:gd name="connsiteY500" fmla="*/ 9620 h 200025"/>
                <a:gd name="connsiteX501" fmla="*/ 22193 w 114300"/>
                <a:gd name="connsiteY501" fmla="*/ 11049 h 200025"/>
                <a:gd name="connsiteX502" fmla="*/ 23431 w 114300"/>
                <a:gd name="connsiteY502" fmla="*/ 11621 h 200025"/>
                <a:gd name="connsiteX503" fmla="*/ 24670 w 114300"/>
                <a:gd name="connsiteY503" fmla="*/ 11906 h 200025"/>
                <a:gd name="connsiteX504" fmla="*/ 24098 w 114300"/>
                <a:gd name="connsiteY504" fmla="*/ 11239 h 200025"/>
                <a:gd name="connsiteX505" fmla="*/ 23050 w 114300"/>
                <a:gd name="connsiteY505" fmla="*/ 10382 h 200025"/>
                <a:gd name="connsiteX506" fmla="*/ 22479 w 114300"/>
                <a:gd name="connsiteY506" fmla="*/ 9716 h 200025"/>
                <a:gd name="connsiteX507" fmla="*/ 22479 w 114300"/>
                <a:gd name="connsiteY507" fmla="*/ 9716 h 200025"/>
                <a:gd name="connsiteX508" fmla="*/ 23622 w 114300"/>
                <a:gd name="connsiteY508" fmla="*/ 10192 h 200025"/>
                <a:gd name="connsiteX509" fmla="*/ 25622 w 114300"/>
                <a:gd name="connsiteY509" fmla="*/ 11906 h 200025"/>
                <a:gd name="connsiteX510" fmla="*/ 26670 w 114300"/>
                <a:gd name="connsiteY510" fmla="*/ 12478 h 200025"/>
                <a:gd name="connsiteX511" fmla="*/ 27051 w 114300"/>
                <a:gd name="connsiteY511" fmla="*/ 12763 h 200025"/>
                <a:gd name="connsiteX512" fmla="*/ 27432 w 114300"/>
                <a:gd name="connsiteY512" fmla="*/ 12954 h 200025"/>
                <a:gd name="connsiteX513" fmla="*/ 27813 w 114300"/>
                <a:gd name="connsiteY513" fmla="*/ 12859 h 200025"/>
                <a:gd name="connsiteX514" fmla="*/ 28194 w 114300"/>
                <a:gd name="connsiteY514" fmla="*/ 12192 h 200025"/>
                <a:gd name="connsiteX515" fmla="*/ 27813 w 114300"/>
                <a:gd name="connsiteY515" fmla="*/ 11621 h 200025"/>
                <a:gd name="connsiteX516" fmla="*/ 27242 w 114300"/>
                <a:gd name="connsiteY516" fmla="*/ 11239 h 200025"/>
                <a:gd name="connsiteX517" fmla="*/ 26860 w 114300"/>
                <a:gd name="connsiteY517" fmla="*/ 10859 h 200025"/>
                <a:gd name="connsiteX518" fmla="*/ 26765 w 114300"/>
                <a:gd name="connsiteY518" fmla="*/ 9525 h 200025"/>
                <a:gd name="connsiteX519" fmla="*/ 27432 w 114300"/>
                <a:gd name="connsiteY519" fmla="*/ 9525 h 200025"/>
                <a:gd name="connsiteX520" fmla="*/ 28384 w 114300"/>
                <a:gd name="connsiteY520" fmla="*/ 10096 h 200025"/>
                <a:gd name="connsiteX521" fmla="*/ 31051 w 114300"/>
                <a:gd name="connsiteY521" fmla="*/ 11239 h 200025"/>
                <a:gd name="connsiteX522" fmla="*/ 31623 w 114300"/>
                <a:gd name="connsiteY522" fmla="*/ 11525 h 200025"/>
                <a:gd name="connsiteX523" fmla="*/ 31623 w 114300"/>
                <a:gd name="connsiteY523" fmla="*/ 11525 h 200025"/>
                <a:gd name="connsiteX524" fmla="*/ 33242 w 114300"/>
                <a:gd name="connsiteY524" fmla="*/ 12573 h 200025"/>
                <a:gd name="connsiteX525" fmla="*/ 36957 w 114300"/>
                <a:gd name="connsiteY525" fmla="*/ 15812 h 200025"/>
                <a:gd name="connsiteX526" fmla="*/ 37433 w 114300"/>
                <a:gd name="connsiteY526" fmla="*/ 16002 h 200025"/>
                <a:gd name="connsiteX527" fmla="*/ 39148 w 114300"/>
                <a:gd name="connsiteY527" fmla="*/ 16002 h 200025"/>
                <a:gd name="connsiteX528" fmla="*/ 39433 w 114300"/>
                <a:gd name="connsiteY528" fmla="*/ 16002 h 200025"/>
                <a:gd name="connsiteX529" fmla="*/ 40100 w 114300"/>
                <a:gd name="connsiteY529" fmla="*/ 16478 h 200025"/>
                <a:gd name="connsiteX530" fmla="*/ 40291 w 114300"/>
                <a:gd name="connsiteY530" fmla="*/ 16383 h 200025"/>
                <a:gd name="connsiteX531" fmla="*/ 40386 w 114300"/>
                <a:gd name="connsiteY531" fmla="*/ 16193 h 200025"/>
                <a:gd name="connsiteX532" fmla="*/ 40481 w 114300"/>
                <a:gd name="connsiteY532" fmla="*/ 16097 h 200025"/>
                <a:gd name="connsiteX533" fmla="*/ 40862 w 114300"/>
                <a:gd name="connsiteY533" fmla="*/ 15907 h 200025"/>
                <a:gd name="connsiteX534" fmla="*/ 41529 w 114300"/>
                <a:gd name="connsiteY534" fmla="*/ 15907 h 200025"/>
                <a:gd name="connsiteX535" fmla="*/ 42005 w 114300"/>
                <a:gd name="connsiteY535" fmla="*/ 15907 h 200025"/>
                <a:gd name="connsiteX536" fmla="*/ 42386 w 114300"/>
                <a:gd name="connsiteY536" fmla="*/ 16002 h 200025"/>
                <a:gd name="connsiteX537" fmla="*/ 42767 w 114300"/>
                <a:gd name="connsiteY537" fmla="*/ 16193 h 200025"/>
                <a:gd name="connsiteX538" fmla="*/ 43720 w 114300"/>
                <a:gd name="connsiteY538" fmla="*/ 16954 h 200025"/>
                <a:gd name="connsiteX539" fmla="*/ 43910 w 114300"/>
                <a:gd name="connsiteY539" fmla="*/ 17050 h 200025"/>
                <a:gd name="connsiteX540" fmla="*/ 44101 w 114300"/>
                <a:gd name="connsiteY540" fmla="*/ 17145 h 200025"/>
                <a:gd name="connsiteX541" fmla="*/ 45244 w 114300"/>
                <a:gd name="connsiteY541" fmla="*/ 17431 h 200025"/>
                <a:gd name="connsiteX542" fmla="*/ 46482 w 114300"/>
                <a:gd name="connsiteY542" fmla="*/ 18002 h 200025"/>
                <a:gd name="connsiteX543" fmla="*/ 50101 w 114300"/>
                <a:gd name="connsiteY543" fmla="*/ 20479 h 200025"/>
                <a:gd name="connsiteX544" fmla="*/ 50101 w 114300"/>
                <a:gd name="connsiteY544" fmla="*/ 20479 h 200025"/>
                <a:gd name="connsiteX545" fmla="*/ 47625 w 114300"/>
                <a:gd name="connsiteY545" fmla="*/ 20003 h 200025"/>
                <a:gd name="connsiteX546" fmla="*/ 44291 w 114300"/>
                <a:gd name="connsiteY546" fmla="*/ 18479 h 200025"/>
                <a:gd name="connsiteX547" fmla="*/ 41529 w 114300"/>
                <a:gd name="connsiteY547" fmla="*/ 17717 h 200025"/>
                <a:gd name="connsiteX548" fmla="*/ 40291 w 114300"/>
                <a:gd name="connsiteY548" fmla="*/ 17621 h 200025"/>
                <a:gd name="connsiteX549" fmla="*/ 35528 w 114300"/>
                <a:gd name="connsiteY549" fmla="*/ 19526 h 200025"/>
                <a:gd name="connsiteX550" fmla="*/ 32956 w 114300"/>
                <a:gd name="connsiteY550" fmla="*/ 20193 h 200025"/>
                <a:gd name="connsiteX551" fmla="*/ 31813 w 114300"/>
                <a:gd name="connsiteY551" fmla="*/ 19431 h 200025"/>
                <a:gd name="connsiteX552" fmla="*/ 31813 w 114300"/>
                <a:gd name="connsiteY552" fmla="*/ 19431 h 200025"/>
                <a:gd name="connsiteX553" fmla="*/ 32099 w 114300"/>
                <a:gd name="connsiteY553" fmla="*/ 19050 h 200025"/>
                <a:gd name="connsiteX554" fmla="*/ 31909 w 114300"/>
                <a:gd name="connsiteY554" fmla="*/ 18669 h 200025"/>
                <a:gd name="connsiteX555" fmla="*/ 31813 w 114300"/>
                <a:gd name="connsiteY555" fmla="*/ 18288 h 200025"/>
                <a:gd name="connsiteX556" fmla="*/ 32480 w 114300"/>
                <a:gd name="connsiteY556" fmla="*/ 18002 h 200025"/>
                <a:gd name="connsiteX557" fmla="*/ 32480 w 114300"/>
                <a:gd name="connsiteY557" fmla="*/ 18002 h 200025"/>
                <a:gd name="connsiteX558" fmla="*/ 32194 w 114300"/>
                <a:gd name="connsiteY558" fmla="*/ 17431 h 200025"/>
                <a:gd name="connsiteX559" fmla="*/ 30956 w 114300"/>
                <a:gd name="connsiteY559" fmla="*/ 16383 h 200025"/>
                <a:gd name="connsiteX560" fmla="*/ 30194 w 114300"/>
                <a:gd name="connsiteY560" fmla="*/ 15907 h 200025"/>
                <a:gd name="connsiteX561" fmla="*/ 27146 w 114300"/>
                <a:gd name="connsiteY561" fmla="*/ 15145 h 200025"/>
                <a:gd name="connsiteX562" fmla="*/ 24003 w 114300"/>
                <a:gd name="connsiteY562" fmla="*/ 13335 h 200025"/>
                <a:gd name="connsiteX563" fmla="*/ 22384 w 114300"/>
                <a:gd name="connsiteY563" fmla="*/ 12668 h 200025"/>
                <a:gd name="connsiteX564" fmla="*/ 20669 w 114300"/>
                <a:gd name="connsiteY564" fmla="*/ 12573 h 200025"/>
                <a:gd name="connsiteX565" fmla="*/ 21431 w 114300"/>
                <a:gd name="connsiteY565" fmla="*/ 13526 h 200025"/>
                <a:gd name="connsiteX566" fmla="*/ 25336 w 114300"/>
                <a:gd name="connsiteY566" fmla="*/ 15812 h 200025"/>
                <a:gd name="connsiteX567" fmla="*/ 26384 w 114300"/>
                <a:gd name="connsiteY567" fmla="*/ 16574 h 200025"/>
                <a:gd name="connsiteX568" fmla="*/ 27146 w 114300"/>
                <a:gd name="connsiteY568" fmla="*/ 17336 h 200025"/>
                <a:gd name="connsiteX569" fmla="*/ 27432 w 114300"/>
                <a:gd name="connsiteY569" fmla="*/ 17717 h 200025"/>
                <a:gd name="connsiteX570" fmla="*/ 27718 w 114300"/>
                <a:gd name="connsiteY570" fmla="*/ 18097 h 200025"/>
                <a:gd name="connsiteX571" fmla="*/ 28194 w 114300"/>
                <a:gd name="connsiteY571" fmla="*/ 19050 h 200025"/>
                <a:gd name="connsiteX572" fmla="*/ 27622 w 114300"/>
                <a:gd name="connsiteY572" fmla="*/ 19145 h 200025"/>
                <a:gd name="connsiteX573" fmla="*/ 27146 w 114300"/>
                <a:gd name="connsiteY573" fmla="*/ 19336 h 200025"/>
                <a:gd name="connsiteX574" fmla="*/ 26765 w 114300"/>
                <a:gd name="connsiteY574" fmla="*/ 19526 h 200025"/>
                <a:gd name="connsiteX575" fmla="*/ 26575 w 114300"/>
                <a:gd name="connsiteY575" fmla="*/ 19717 h 200025"/>
                <a:gd name="connsiteX576" fmla="*/ 26479 w 114300"/>
                <a:gd name="connsiteY576" fmla="*/ 19812 h 200025"/>
                <a:gd name="connsiteX577" fmla="*/ 25336 w 114300"/>
                <a:gd name="connsiteY577" fmla="*/ 21336 h 200025"/>
                <a:gd name="connsiteX578" fmla="*/ 24860 w 114300"/>
                <a:gd name="connsiteY578" fmla="*/ 21622 h 200025"/>
                <a:gd name="connsiteX579" fmla="*/ 23813 w 114300"/>
                <a:gd name="connsiteY579" fmla="*/ 21812 h 200025"/>
                <a:gd name="connsiteX580" fmla="*/ 22479 w 114300"/>
                <a:gd name="connsiteY580" fmla="*/ 22193 h 200025"/>
                <a:gd name="connsiteX581" fmla="*/ 21336 w 114300"/>
                <a:gd name="connsiteY581" fmla="*/ 22765 h 200025"/>
                <a:gd name="connsiteX582" fmla="*/ 20669 w 114300"/>
                <a:gd name="connsiteY582" fmla="*/ 23431 h 200025"/>
                <a:gd name="connsiteX583" fmla="*/ 20669 w 114300"/>
                <a:gd name="connsiteY583" fmla="*/ 24098 h 200025"/>
                <a:gd name="connsiteX584" fmla="*/ 20955 w 114300"/>
                <a:gd name="connsiteY584" fmla="*/ 25337 h 200025"/>
                <a:gd name="connsiteX585" fmla="*/ 21050 w 114300"/>
                <a:gd name="connsiteY585" fmla="*/ 25527 h 200025"/>
                <a:gd name="connsiteX586" fmla="*/ 21431 w 114300"/>
                <a:gd name="connsiteY586" fmla="*/ 26575 h 200025"/>
                <a:gd name="connsiteX587" fmla="*/ 22003 w 114300"/>
                <a:gd name="connsiteY587" fmla="*/ 27051 h 200025"/>
                <a:gd name="connsiteX588" fmla="*/ 23431 w 114300"/>
                <a:gd name="connsiteY588" fmla="*/ 27813 h 200025"/>
                <a:gd name="connsiteX589" fmla="*/ 24003 w 114300"/>
                <a:gd name="connsiteY589" fmla="*/ 27908 h 200025"/>
                <a:gd name="connsiteX590" fmla="*/ 24003 w 114300"/>
                <a:gd name="connsiteY590" fmla="*/ 27908 h 200025"/>
                <a:gd name="connsiteX591" fmla="*/ 24098 w 114300"/>
                <a:gd name="connsiteY591" fmla="*/ 28194 h 200025"/>
                <a:gd name="connsiteX592" fmla="*/ 24003 w 114300"/>
                <a:gd name="connsiteY592" fmla="*/ 28670 h 200025"/>
                <a:gd name="connsiteX593" fmla="*/ 24003 w 114300"/>
                <a:gd name="connsiteY593" fmla="*/ 31718 h 200025"/>
                <a:gd name="connsiteX594" fmla="*/ 23717 w 114300"/>
                <a:gd name="connsiteY594" fmla="*/ 33052 h 200025"/>
                <a:gd name="connsiteX595" fmla="*/ 23527 w 114300"/>
                <a:gd name="connsiteY595" fmla="*/ 33719 h 200025"/>
                <a:gd name="connsiteX596" fmla="*/ 23431 w 114300"/>
                <a:gd name="connsiteY596" fmla="*/ 34004 h 200025"/>
                <a:gd name="connsiteX597" fmla="*/ 21717 w 114300"/>
                <a:gd name="connsiteY597" fmla="*/ 38386 h 200025"/>
                <a:gd name="connsiteX598" fmla="*/ 21336 w 114300"/>
                <a:gd name="connsiteY598" fmla="*/ 40196 h 200025"/>
                <a:gd name="connsiteX599" fmla="*/ 20669 w 114300"/>
                <a:gd name="connsiteY599" fmla="*/ 41529 h 200025"/>
                <a:gd name="connsiteX600" fmla="*/ 20288 w 114300"/>
                <a:gd name="connsiteY600" fmla="*/ 42863 h 200025"/>
                <a:gd name="connsiteX601" fmla="*/ 19621 w 114300"/>
                <a:gd name="connsiteY601" fmla="*/ 43434 h 200025"/>
                <a:gd name="connsiteX602" fmla="*/ 18002 w 114300"/>
                <a:gd name="connsiteY602" fmla="*/ 44196 h 200025"/>
                <a:gd name="connsiteX603" fmla="*/ 14954 w 114300"/>
                <a:gd name="connsiteY603" fmla="*/ 46958 h 200025"/>
                <a:gd name="connsiteX604" fmla="*/ 14478 w 114300"/>
                <a:gd name="connsiteY604" fmla="*/ 47054 h 200025"/>
                <a:gd name="connsiteX605" fmla="*/ 13811 w 114300"/>
                <a:gd name="connsiteY605" fmla="*/ 47149 h 200025"/>
                <a:gd name="connsiteX606" fmla="*/ 13335 w 114300"/>
                <a:gd name="connsiteY606" fmla="*/ 47435 h 200025"/>
                <a:gd name="connsiteX607" fmla="*/ 13525 w 114300"/>
                <a:gd name="connsiteY607" fmla="*/ 48006 h 200025"/>
                <a:gd name="connsiteX608" fmla="*/ 13811 w 114300"/>
                <a:gd name="connsiteY608" fmla="*/ 48482 h 200025"/>
                <a:gd name="connsiteX609" fmla="*/ 14002 w 114300"/>
                <a:gd name="connsiteY609" fmla="*/ 49149 h 200025"/>
                <a:gd name="connsiteX610" fmla="*/ 14097 w 114300"/>
                <a:gd name="connsiteY610" fmla="*/ 50387 h 200025"/>
                <a:gd name="connsiteX611" fmla="*/ 14097 w 114300"/>
                <a:gd name="connsiteY611" fmla="*/ 50483 h 200025"/>
                <a:gd name="connsiteX612" fmla="*/ 14002 w 114300"/>
                <a:gd name="connsiteY612" fmla="*/ 54197 h 200025"/>
                <a:gd name="connsiteX613" fmla="*/ 13906 w 114300"/>
                <a:gd name="connsiteY613" fmla="*/ 54769 h 200025"/>
                <a:gd name="connsiteX614" fmla="*/ 15145 w 114300"/>
                <a:gd name="connsiteY614" fmla="*/ 58007 h 200025"/>
                <a:gd name="connsiteX615" fmla="*/ 14668 w 114300"/>
                <a:gd name="connsiteY615" fmla="*/ 63151 h 200025"/>
                <a:gd name="connsiteX616" fmla="*/ 14192 w 114300"/>
                <a:gd name="connsiteY616" fmla="*/ 64199 h 200025"/>
                <a:gd name="connsiteX617" fmla="*/ 14097 w 114300"/>
                <a:gd name="connsiteY617" fmla="*/ 64675 h 200025"/>
                <a:gd name="connsiteX618" fmla="*/ 14097 w 114300"/>
                <a:gd name="connsiteY618" fmla="*/ 64675 h 200025"/>
                <a:gd name="connsiteX619" fmla="*/ 14002 w 114300"/>
                <a:gd name="connsiteY619" fmla="*/ 64770 h 200025"/>
                <a:gd name="connsiteX620" fmla="*/ 13430 w 114300"/>
                <a:gd name="connsiteY620" fmla="*/ 66389 h 200025"/>
                <a:gd name="connsiteX621" fmla="*/ 13335 w 114300"/>
                <a:gd name="connsiteY621" fmla="*/ 66675 h 200025"/>
                <a:gd name="connsiteX622" fmla="*/ 12668 w 114300"/>
                <a:gd name="connsiteY622" fmla="*/ 67437 h 200025"/>
                <a:gd name="connsiteX623" fmla="*/ 11811 w 114300"/>
                <a:gd name="connsiteY623" fmla="*/ 68009 h 200025"/>
                <a:gd name="connsiteX624" fmla="*/ 11049 w 114300"/>
                <a:gd name="connsiteY624" fmla="*/ 68675 h 200025"/>
                <a:gd name="connsiteX625" fmla="*/ 10763 w 114300"/>
                <a:gd name="connsiteY625" fmla="*/ 69723 h 200025"/>
                <a:gd name="connsiteX626" fmla="*/ 10763 w 114300"/>
                <a:gd name="connsiteY626" fmla="*/ 71914 h 200025"/>
                <a:gd name="connsiteX627" fmla="*/ 10668 w 114300"/>
                <a:gd name="connsiteY627" fmla="*/ 72676 h 200025"/>
                <a:gd name="connsiteX628" fmla="*/ 10382 w 114300"/>
                <a:gd name="connsiteY628" fmla="*/ 73057 h 200025"/>
                <a:gd name="connsiteX629" fmla="*/ 10001 w 114300"/>
                <a:gd name="connsiteY629" fmla="*/ 73343 h 200025"/>
                <a:gd name="connsiteX630" fmla="*/ 9715 w 114300"/>
                <a:gd name="connsiteY630" fmla="*/ 73914 h 200025"/>
                <a:gd name="connsiteX631" fmla="*/ 9239 w 114300"/>
                <a:gd name="connsiteY631" fmla="*/ 79058 h 200025"/>
                <a:gd name="connsiteX632" fmla="*/ 8763 w 114300"/>
                <a:gd name="connsiteY632" fmla="*/ 81248 h 200025"/>
                <a:gd name="connsiteX633" fmla="*/ 8668 w 114300"/>
                <a:gd name="connsiteY633" fmla="*/ 82391 h 200025"/>
                <a:gd name="connsiteX634" fmla="*/ 8477 w 114300"/>
                <a:gd name="connsiteY634" fmla="*/ 82963 h 200025"/>
                <a:gd name="connsiteX635" fmla="*/ 7810 w 114300"/>
                <a:gd name="connsiteY635" fmla="*/ 83820 h 200025"/>
                <a:gd name="connsiteX636" fmla="*/ 7525 w 114300"/>
                <a:gd name="connsiteY636" fmla="*/ 84296 h 200025"/>
                <a:gd name="connsiteX637" fmla="*/ 7429 w 114300"/>
                <a:gd name="connsiteY637" fmla="*/ 84868 h 200025"/>
                <a:gd name="connsiteX638" fmla="*/ 7525 w 114300"/>
                <a:gd name="connsiteY638" fmla="*/ 85058 h 200025"/>
                <a:gd name="connsiteX639" fmla="*/ 7620 w 114300"/>
                <a:gd name="connsiteY639" fmla="*/ 85154 h 200025"/>
                <a:gd name="connsiteX640" fmla="*/ 7715 w 114300"/>
                <a:gd name="connsiteY640" fmla="*/ 85249 h 200025"/>
                <a:gd name="connsiteX641" fmla="*/ 7906 w 114300"/>
                <a:gd name="connsiteY641" fmla="*/ 85630 h 200025"/>
                <a:gd name="connsiteX642" fmla="*/ 7906 w 114300"/>
                <a:gd name="connsiteY642" fmla="*/ 85725 h 200025"/>
                <a:gd name="connsiteX643" fmla="*/ 7906 w 114300"/>
                <a:gd name="connsiteY643" fmla="*/ 85725 h 200025"/>
                <a:gd name="connsiteX644" fmla="*/ 7906 w 114300"/>
                <a:gd name="connsiteY644" fmla="*/ 86201 h 200025"/>
                <a:gd name="connsiteX645" fmla="*/ 7810 w 114300"/>
                <a:gd name="connsiteY645" fmla="*/ 87344 h 200025"/>
                <a:gd name="connsiteX646" fmla="*/ 7810 w 114300"/>
                <a:gd name="connsiteY646" fmla="*/ 88011 h 200025"/>
                <a:gd name="connsiteX647" fmla="*/ 8001 w 114300"/>
                <a:gd name="connsiteY647" fmla="*/ 88392 h 200025"/>
                <a:gd name="connsiteX648" fmla="*/ 8287 w 114300"/>
                <a:gd name="connsiteY648" fmla="*/ 88773 h 200025"/>
                <a:gd name="connsiteX649" fmla="*/ 8477 w 114300"/>
                <a:gd name="connsiteY649" fmla="*/ 89249 h 200025"/>
                <a:gd name="connsiteX650" fmla="*/ 8572 w 114300"/>
                <a:gd name="connsiteY650" fmla="*/ 89821 h 200025"/>
                <a:gd name="connsiteX651" fmla="*/ 6763 w 114300"/>
                <a:gd name="connsiteY651" fmla="*/ 93154 h 200025"/>
                <a:gd name="connsiteX652" fmla="*/ 6953 w 114300"/>
                <a:gd name="connsiteY652" fmla="*/ 93726 h 200025"/>
                <a:gd name="connsiteX653" fmla="*/ 7525 w 114300"/>
                <a:gd name="connsiteY653" fmla="*/ 94107 h 200025"/>
                <a:gd name="connsiteX654" fmla="*/ 8001 w 114300"/>
                <a:gd name="connsiteY654" fmla="*/ 94679 h 200025"/>
                <a:gd name="connsiteX655" fmla="*/ 8192 w 114300"/>
                <a:gd name="connsiteY655" fmla="*/ 94869 h 200025"/>
                <a:gd name="connsiteX656" fmla="*/ 8382 w 114300"/>
                <a:gd name="connsiteY656" fmla="*/ 95155 h 200025"/>
                <a:gd name="connsiteX657" fmla="*/ 8763 w 114300"/>
                <a:gd name="connsiteY657" fmla="*/ 95917 h 200025"/>
                <a:gd name="connsiteX658" fmla="*/ 8954 w 114300"/>
                <a:gd name="connsiteY658" fmla="*/ 96869 h 200025"/>
                <a:gd name="connsiteX659" fmla="*/ 7715 w 114300"/>
                <a:gd name="connsiteY659" fmla="*/ 97727 h 200025"/>
                <a:gd name="connsiteX660" fmla="*/ 5239 w 114300"/>
                <a:gd name="connsiteY660" fmla="*/ 97536 h 200025"/>
                <a:gd name="connsiteX661" fmla="*/ 3524 w 114300"/>
                <a:gd name="connsiteY661" fmla="*/ 96298 h 200025"/>
                <a:gd name="connsiteX662" fmla="*/ 4572 w 114300"/>
                <a:gd name="connsiteY662" fmla="*/ 94107 h 200025"/>
                <a:gd name="connsiteX663" fmla="*/ 4286 w 114300"/>
                <a:gd name="connsiteY663" fmla="*/ 93821 h 200025"/>
                <a:gd name="connsiteX664" fmla="*/ 3334 w 114300"/>
                <a:gd name="connsiteY664" fmla="*/ 92774 h 200025"/>
                <a:gd name="connsiteX665" fmla="*/ 3238 w 114300"/>
                <a:gd name="connsiteY665" fmla="*/ 91726 h 200025"/>
                <a:gd name="connsiteX666" fmla="*/ 3238 w 114300"/>
                <a:gd name="connsiteY666" fmla="*/ 91250 h 200025"/>
                <a:gd name="connsiteX667" fmla="*/ 4096 w 114300"/>
                <a:gd name="connsiteY667" fmla="*/ 88392 h 200025"/>
                <a:gd name="connsiteX668" fmla="*/ 4096 w 114300"/>
                <a:gd name="connsiteY668" fmla="*/ 88011 h 200025"/>
                <a:gd name="connsiteX669" fmla="*/ 4096 w 114300"/>
                <a:gd name="connsiteY669" fmla="*/ 86773 h 200025"/>
                <a:gd name="connsiteX670" fmla="*/ 4191 w 114300"/>
                <a:gd name="connsiteY670" fmla="*/ 86201 h 200025"/>
                <a:gd name="connsiteX671" fmla="*/ 4381 w 114300"/>
                <a:gd name="connsiteY671" fmla="*/ 86011 h 200025"/>
                <a:gd name="connsiteX672" fmla="*/ 4667 w 114300"/>
                <a:gd name="connsiteY672" fmla="*/ 86011 h 200025"/>
                <a:gd name="connsiteX673" fmla="*/ 4858 w 114300"/>
                <a:gd name="connsiteY673" fmla="*/ 85820 h 200025"/>
                <a:gd name="connsiteX674" fmla="*/ 5429 w 114300"/>
                <a:gd name="connsiteY674" fmla="*/ 84772 h 200025"/>
                <a:gd name="connsiteX675" fmla="*/ 5905 w 114300"/>
                <a:gd name="connsiteY675" fmla="*/ 83344 h 200025"/>
                <a:gd name="connsiteX676" fmla="*/ 5239 w 114300"/>
                <a:gd name="connsiteY676" fmla="*/ 83344 h 200025"/>
                <a:gd name="connsiteX677" fmla="*/ 4763 w 114300"/>
                <a:gd name="connsiteY677" fmla="*/ 83153 h 200025"/>
                <a:gd name="connsiteX678" fmla="*/ 4381 w 114300"/>
                <a:gd name="connsiteY678" fmla="*/ 82772 h 200025"/>
                <a:gd name="connsiteX679" fmla="*/ 4286 w 114300"/>
                <a:gd name="connsiteY679" fmla="*/ 82677 h 200025"/>
                <a:gd name="connsiteX680" fmla="*/ 4096 w 114300"/>
                <a:gd name="connsiteY680" fmla="*/ 82296 h 200025"/>
                <a:gd name="connsiteX681" fmla="*/ 5048 w 114300"/>
                <a:gd name="connsiteY681" fmla="*/ 80581 h 200025"/>
                <a:gd name="connsiteX682" fmla="*/ 5810 w 114300"/>
                <a:gd name="connsiteY682" fmla="*/ 78772 h 200025"/>
                <a:gd name="connsiteX683" fmla="*/ 5810 w 114300"/>
                <a:gd name="connsiteY683" fmla="*/ 78772 h 200025"/>
                <a:gd name="connsiteX684" fmla="*/ 4286 w 114300"/>
                <a:gd name="connsiteY684" fmla="*/ 81248 h 200025"/>
                <a:gd name="connsiteX685" fmla="*/ 4000 w 114300"/>
                <a:gd name="connsiteY685" fmla="*/ 81915 h 200025"/>
                <a:gd name="connsiteX686" fmla="*/ 3810 w 114300"/>
                <a:gd name="connsiteY686" fmla="*/ 82963 h 200025"/>
                <a:gd name="connsiteX687" fmla="*/ 3238 w 114300"/>
                <a:gd name="connsiteY687" fmla="*/ 84201 h 200025"/>
                <a:gd name="connsiteX688" fmla="*/ 2381 w 114300"/>
                <a:gd name="connsiteY688" fmla="*/ 85249 h 200025"/>
                <a:gd name="connsiteX689" fmla="*/ 1524 w 114300"/>
                <a:gd name="connsiteY689" fmla="*/ 85820 h 200025"/>
                <a:gd name="connsiteX690" fmla="*/ 1810 w 114300"/>
                <a:gd name="connsiteY690" fmla="*/ 86773 h 200025"/>
                <a:gd name="connsiteX691" fmla="*/ 2096 w 114300"/>
                <a:gd name="connsiteY691" fmla="*/ 89916 h 200025"/>
                <a:gd name="connsiteX692" fmla="*/ 1905 w 114300"/>
                <a:gd name="connsiteY692" fmla="*/ 90869 h 200025"/>
                <a:gd name="connsiteX693" fmla="*/ 1810 w 114300"/>
                <a:gd name="connsiteY693" fmla="*/ 90678 h 200025"/>
                <a:gd name="connsiteX694" fmla="*/ 1810 w 114300"/>
                <a:gd name="connsiteY694" fmla="*/ 90583 h 200025"/>
                <a:gd name="connsiteX695" fmla="*/ 1810 w 114300"/>
                <a:gd name="connsiteY695" fmla="*/ 90583 h 200025"/>
                <a:gd name="connsiteX696" fmla="*/ 1810 w 114300"/>
                <a:gd name="connsiteY696" fmla="*/ 90583 h 200025"/>
                <a:gd name="connsiteX697" fmla="*/ 1619 w 114300"/>
                <a:gd name="connsiteY697" fmla="*/ 90488 h 200025"/>
                <a:gd name="connsiteX698" fmla="*/ 1619 w 114300"/>
                <a:gd name="connsiteY698" fmla="*/ 92202 h 200025"/>
                <a:gd name="connsiteX699" fmla="*/ 2953 w 114300"/>
                <a:gd name="connsiteY699" fmla="*/ 98203 h 200025"/>
                <a:gd name="connsiteX700" fmla="*/ 3810 w 114300"/>
                <a:gd name="connsiteY700" fmla="*/ 100394 h 200025"/>
                <a:gd name="connsiteX701" fmla="*/ 4381 w 114300"/>
                <a:gd name="connsiteY701" fmla="*/ 103156 h 200025"/>
                <a:gd name="connsiteX702" fmla="*/ 5048 w 114300"/>
                <a:gd name="connsiteY702" fmla="*/ 104489 h 200025"/>
                <a:gd name="connsiteX703" fmla="*/ 5143 w 114300"/>
                <a:gd name="connsiteY703" fmla="*/ 105156 h 200025"/>
                <a:gd name="connsiteX704" fmla="*/ 6382 w 114300"/>
                <a:gd name="connsiteY704" fmla="*/ 111062 h 200025"/>
                <a:gd name="connsiteX705" fmla="*/ 6382 w 114300"/>
                <a:gd name="connsiteY705" fmla="*/ 112967 h 200025"/>
                <a:gd name="connsiteX706" fmla="*/ 6477 w 114300"/>
                <a:gd name="connsiteY706" fmla="*/ 113443 h 200025"/>
                <a:gd name="connsiteX707" fmla="*/ 6572 w 114300"/>
                <a:gd name="connsiteY707" fmla="*/ 113919 h 200025"/>
                <a:gd name="connsiteX708" fmla="*/ 6953 w 114300"/>
                <a:gd name="connsiteY708" fmla="*/ 114681 h 200025"/>
                <a:gd name="connsiteX709" fmla="*/ 7239 w 114300"/>
                <a:gd name="connsiteY709" fmla="*/ 115443 h 200025"/>
                <a:gd name="connsiteX710" fmla="*/ 7144 w 114300"/>
                <a:gd name="connsiteY710" fmla="*/ 115919 h 200025"/>
                <a:gd name="connsiteX711" fmla="*/ 7048 w 114300"/>
                <a:gd name="connsiteY711" fmla="*/ 116396 h 200025"/>
                <a:gd name="connsiteX712" fmla="*/ 6763 w 114300"/>
                <a:gd name="connsiteY712" fmla="*/ 117443 h 200025"/>
                <a:gd name="connsiteX713" fmla="*/ 6667 w 114300"/>
                <a:gd name="connsiteY713" fmla="*/ 118396 h 200025"/>
                <a:gd name="connsiteX714" fmla="*/ 6286 w 114300"/>
                <a:gd name="connsiteY714" fmla="*/ 118110 h 200025"/>
                <a:gd name="connsiteX715" fmla="*/ 6096 w 114300"/>
                <a:gd name="connsiteY715" fmla="*/ 118110 h 200025"/>
                <a:gd name="connsiteX716" fmla="*/ 5905 w 114300"/>
                <a:gd name="connsiteY716" fmla="*/ 118301 h 200025"/>
                <a:gd name="connsiteX717" fmla="*/ 6191 w 114300"/>
                <a:gd name="connsiteY717" fmla="*/ 118967 h 200025"/>
                <a:gd name="connsiteX718" fmla="*/ 8763 w 114300"/>
                <a:gd name="connsiteY718" fmla="*/ 137827 h 200025"/>
                <a:gd name="connsiteX719" fmla="*/ 8668 w 114300"/>
                <a:gd name="connsiteY719" fmla="*/ 138208 h 200025"/>
                <a:gd name="connsiteX720" fmla="*/ 8477 w 114300"/>
                <a:gd name="connsiteY720" fmla="*/ 138589 h 200025"/>
                <a:gd name="connsiteX721" fmla="*/ 8382 w 114300"/>
                <a:gd name="connsiteY721" fmla="*/ 138970 h 200025"/>
                <a:gd name="connsiteX722" fmla="*/ 8572 w 114300"/>
                <a:gd name="connsiteY722" fmla="*/ 139351 h 200025"/>
                <a:gd name="connsiteX723" fmla="*/ 8572 w 114300"/>
                <a:gd name="connsiteY723" fmla="*/ 139446 h 200025"/>
                <a:gd name="connsiteX724" fmla="*/ 8858 w 114300"/>
                <a:gd name="connsiteY724" fmla="*/ 139637 h 200025"/>
                <a:gd name="connsiteX725" fmla="*/ 9525 w 114300"/>
                <a:gd name="connsiteY725" fmla="*/ 139827 h 200025"/>
                <a:gd name="connsiteX726" fmla="*/ 9811 w 114300"/>
                <a:gd name="connsiteY726" fmla="*/ 140018 h 200025"/>
                <a:gd name="connsiteX727" fmla="*/ 10096 w 114300"/>
                <a:gd name="connsiteY727" fmla="*/ 140589 h 200025"/>
                <a:gd name="connsiteX728" fmla="*/ 10192 w 114300"/>
                <a:gd name="connsiteY728" fmla="*/ 141256 h 200025"/>
                <a:gd name="connsiteX729" fmla="*/ 10192 w 114300"/>
                <a:gd name="connsiteY729" fmla="*/ 141256 h 200025"/>
                <a:gd name="connsiteX730" fmla="*/ 10192 w 114300"/>
                <a:gd name="connsiteY730" fmla="*/ 142875 h 200025"/>
                <a:gd name="connsiteX731" fmla="*/ 10192 w 114300"/>
                <a:gd name="connsiteY731" fmla="*/ 142875 h 200025"/>
                <a:gd name="connsiteX732" fmla="*/ 10192 w 114300"/>
                <a:gd name="connsiteY732" fmla="*/ 142875 h 200025"/>
                <a:gd name="connsiteX733" fmla="*/ 10192 w 114300"/>
                <a:gd name="connsiteY733" fmla="*/ 142875 h 200025"/>
                <a:gd name="connsiteX734" fmla="*/ 10096 w 114300"/>
                <a:gd name="connsiteY734" fmla="*/ 142875 h 200025"/>
                <a:gd name="connsiteX735" fmla="*/ 9906 w 114300"/>
                <a:gd name="connsiteY735" fmla="*/ 143066 h 200025"/>
                <a:gd name="connsiteX736" fmla="*/ 9811 w 114300"/>
                <a:gd name="connsiteY736" fmla="*/ 143542 h 200025"/>
                <a:gd name="connsiteX737" fmla="*/ 9525 w 114300"/>
                <a:gd name="connsiteY737" fmla="*/ 143542 h 200025"/>
                <a:gd name="connsiteX738" fmla="*/ 9239 w 114300"/>
                <a:gd name="connsiteY738" fmla="*/ 143161 h 200025"/>
                <a:gd name="connsiteX739" fmla="*/ 8763 w 114300"/>
                <a:gd name="connsiteY739" fmla="*/ 141351 h 200025"/>
                <a:gd name="connsiteX740" fmla="*/ 8477 w 114300"/>
                <a:gd name="connsiteY740" fmla="*/ 140875 h 200025"/>
                <a:gd name="connsiteX741" fmla="*/ 8192 w 114300"/>
                <a:gd name="connsiteY741" fmla="*/ 140494 h 200025"/>
                <a:gd name="connsiteX742" fmla="*/ 8001 w 114300"/>
                <a:gd name="connsiteY742" fmla="*/ 140018 h 200025"/>
                <a:gd name="connsiteX743" fmla="*/ 8001 w 114300"/>
                <a:gd name="connsiteY743" fmla="*/ 139255 h 200025"/>
                <a:gd name="connsiteX744" fmla="*/ 7620 w 114300"/>
                <a:gd name="connsiteY744" fmla="*/ 140589 h 200025"/>
                <a:gd name="connsiteX745" fmla="*/ 10096 w 114300"/>
                <a:gd name="connsiteY745" fmla="*/ 149543 h 200025"/>
                <a:gd name="connsiteX746" fmla="*/ 10096 w 114300"/>
                <a:gd name="connsiteY746" fmla="*/ 149543 h 200025"/>
                <a:gd name="connsiteX747" fmla="*/ 10096 w 114300"/>
                <a:gd name="connsiteY747" fmla="*/ 150114 h 200025"/>
                <a:gd name="connsiteX748" fmla="*/ 10001 w 114300"/>
                <a:gd name="connsiteY748" fmla="*/ 150686 h 200025"/>
                <a:gd name="connsiteX749" fmla="*/ 9525 w 114300"/>
                <a:gd name="connsiteY749" fmla="*/ 151924 h 200025"/>
                <a:gd name="connsiteX750" fmla="*/ 9430 w 114300"/>
                <a:gd name="connsiteY750" fmla="*/ 152114 h 200025"/>
                <a:gd name="connsiteX751" fmla="*/ 9430 w 114300"/>
                <a:gd name="connsiteY751" fmla="*/ 155924 h 200025"/>
                <a:gd name="connsiteX752" fmla="*/ 9525 w 114300"/>
                <a:gd name="connsiteY752" fmla="*/ 156305 h 200025"/>
                <a:gd name="connsiteX753" fmla="*/ 10287 w 114300"/>
                <a:gd name="connsiteY753" fmla="*/ 160306 h 200025"/>
                <a:gd name="connsiteX754" fmla="*/ 14764 w 114300"/>
                <a:gd name="connsiteY754" fmla="*/ 171831 h 200025"/>
                <a:gd name="connsiteX755" fmla="*/ 15907 w 114300"/>
                <a:gd name="connsiteY755" fmla="*/ 174593 h 200025"/>
                <a:gd name="connsiteX756" fmla="*/ 15907 w 114300"/>
                <a:gd name="connsiteY756" fmla="*/ 174784 h 200025"/>
                <a:gd name="connsiteX757" fmla="*/ 16288 w 114300"/>
                <a:gd name="connsiteY757" fmla="*/ 177546 h 200025"/>
                <a:gd name="connsiteX758" fmla="*/ 16192 w 114300"/>
                <a:gd name="connsiteY758" fmla="*/ 177546 h 200025"/>
                <a:gd name="connsiteX759" fmla="*/ 16192 w 114300"/>
                <a:gd name="connsiteY759" fmla="*/ 177546 h 200025"/>
                <a:gd name="connsiteX760" fmla="*/ 15907 w 114300"/>
                <a:gd name="connsiteY760" fmla="*/ 177546 h 200025"/>
                <a:gd name="connsiteX761" fmla="*/ 15621 w 114300"/>
                <a:gd name="connsiteY761" fmla="*/ 177641 h 200025"/>
                <a:gd name="connsiteX762" fmla="*/ 15526 w 114300"/>
                <a:gd name="connsiteY762" fmla="*/ 177927 h 200025"/>
                <a:gd name="connsiteX763" fmla="*/ 15716 w 114300"/>
                <a:gd name="connsiteY763" fmla="*/ 178213 h 200025"/>
                <a:gd name="connsiteX764" fmla="*/ 15907 w 114300"/>
                <a:gd name="connsiteY764" fmla="*/ 178403 h 200025"/>
                <a:gd name="connsiteX765" fmla="*/ 16097 w 114300"/>
                <a:gd name="connsiteY765" fmla="*/ 178499 h 200025"/>
                <a:gd name="connsiteX766" fmla="*/ 16192 w 114300"/>
                <a:gd name="connsiteY766" fmla="*/ 178594 h 200025"/>
                <a:gd name="connsiteX767" fmla="*/ 16383 w 114300"/>
                <a:gd name="connsiteY767" fmla="*/ 179451 h 200025"/>
                <a:gd name="connsiteX768" fmla="*/ 16954 w 114300"/>
                <a:gd name="connsiteY768" fmla="*/ 181928 h 200025"/>
                <a:gd name="connsiteX769" fmla="*/ 17907 w 114300"/>
                <a:gd name="connsiteY769" fmla="*/ 183642 h 200025"/>
                <a:gd name="connsiteX770" fmla="*/ 18383 w 114300"/>
                <a:gd name="connsiteY770" fmla="*/ 186119 h 200025"/>
                <a:gd name="connsiteX771" fmla="*/ 18859 w 114300"/>
                <a:gd name="connsiteY771" fmla="*/ 186976 h 200025"/>
                <a:gd name="connsiteX772" fmla="*/ 18955 w 114300"/>
                <a:gd name="connsiteY772" fmla="*/ 187262 h 200025"/>
                <a:gd name="connsiteX773" fmla="*/ 18955 w 114300"/>
                <a:gd name="connsiteY773" fmla="*/ 187262 h 200025"/>
                <a:gd name="connsiteX774" fmla="*/ 18955 w 114300"/>
                <a:gd name="connsiteY774" fmla="*/ 187738 h 200025"/>
                <a:gd name="connsiteX775" fmla="*/ 18955 w 114300"/>
                <a:gd name="connsiteY775" fmla="*/ 188214 h 200025"/>
                <a:gd name="connsiteX776" fmla="*/ 18955 w 114300"/>
                <a:gd name="connsiteY776" fmla="*/ 188214 h 200025"/>
                <a:gd name="connsiteX777" fmla="*/ 19050 w 114300"/>
                <a:gd name="connsiteY777" fmla="*/ 188690 h 200025"/>
                <a:gd name="connsiteX778" fmla="*/ 21526 w 114300"/>
                <a:gd name="connsiteY778" fmla="*/ 193834 h 200025"/>
                <a:gd name="connsiteX779" fmla="*/ 22003 w 114300"/>
                <a:gd name="connsiteY779" fmla="*/ 194501 h 200025"/>
                <a:gd name="connsiteX780" fmla="*/ 22193 w 114300"/>
                <a:gd name="connsiteY780" fmla="*/ 194691 h 200025"/>
                <a:gd name="connsiteX781" fmla="*/ 22288 w 114300"/>
                <a:gd name="connsiteY781" fmla="*/ 194881 h 200025"/>
                <a:gd name="connsiteX782" fmla="*/ 22288 w 114300"/>
                <a:gd name="connsiteY782" fmla="*/ 195358 h 200025"/>
                <a:gd name="connsiteX783" fmla="*/ 22288 w 114300"/>
                <a:gd name="connsiteY783" fmla="*/ 195358 h 200025"/>
                <a:gd name="connsiteX784" fmla="*/ 22384 w 114300"/>
                <a:gd name="connsiteY784" fmla="*/ 195548 h 200025"/>
                <a:gd name="connsiteX785" fmla="*/ 22479 w 114300"/>
                <a:gd name="connsiteY785" fmla="*/ 195739 h 200025"/>
                <a:gd name="connsiteX786" fmla="*/ 22479 w 114300"/>
                <a:gd name="connsiteY786" fmla="*/ 195739 h 200025"/>
                <a:gd name="connsiteX787" fmla="*/ 22479 w 114300"/>
                <a:gd name="connsiteY787" fmla="*/ 195739 h 200025"/>
                <a:gd name="connsiteX788" fmla="*/ 22860 w 114300"/>
                <a:gd name="connsiteY788" fmla="*/ 196025 h 200025"/>
                <a:gd name="connsiteX789" fmla="*/ 27146 w 114300"/>
                <a:gd name="connsiteY789" fmla="*/ 200501 h 200025"/>
                <a:gd name="connsiteX790" fmla="*/ 28099 w 114300"/>
                <a:gd name="connsiteY790" fmla="*/ 201263 h 200025"/>
                <a:gd name="connsiteX791" fmla="*/ 28480 w 114300"/>
                <a:gd name="connsiteY791" fmla="*/ 200882 h 200025"/>
                <a:gd name="connsiteX792" fmla="*/ 28480 w 114300"/>
                <a:gd name="connsiteY792" fmla="*/ 200882 h 200025"/>
                <a:gd name="connsiteX793" fmla="*/ 28956 w 114300"/>
                <a:gd name="connsiteY793" fmla="*/ 201168 h 200025"/>
                <a:gd name="connsiteX794" fmla="*/ 29242 w 114300"/>
                <a:gd name="connsiteY794" fmla="*/ 201263 h 200025"/>
                <a:gd name="connsiteX795" fmla="*/ 30385 w 114300"/>
                <a:gd name="connsiteY795" fmla="*/ 202216 h 200025"/>
                <a:gd name="connsiteX796" fmla="*/ 31051 w 114300"/>
                <a:gd name="connsiteY796" fmla="*/ 202311 h 200025"/>
                <a:gd name="connsiteX797" fmla="*/ 32004 w 114300"/>
                <a:gd name="connsiteY797" fmla="*/ 202502 h 200025"/>
                <a:gd name="connsiteX798" fmla="*/ 34290 w 114300"/>
                <a:gd name="connsiteY798" fmla="*/ 203263 h 200025"/>
                <a:gd name="connsiteX799" fmla="*/ 34671 w 114300"/>
                <a:gd name="connsiteY799" fmla="*/ 203359 h 200025"/>
                <a:gd name="connsiteX800" fmla="*/ 34671 w 114300"/>
                <a:gd name="connsiteY800" fmla="*/ 203359 h 200025"/>
                <a:gd name="connsiteX801" fmla="*/ 34671 w 114300"/>
                <a:gd name="connsiteY801" fmla="*/ 203359 h 200025"/>
                <a:gd name="connsiteX802" fmla="*/ 34861 w 114300"/>
                <a:gd name="connsiteY802" fmla="*/ 203454 h 200025"/>
                <a:gd name="connsiteX803" fmla="*/ 35242 w 114300"/>
                <a:gd name="connsiteY803" fmla="*/ 203930 h 200025"/>
                <a:gd name="connsiteX804" fmla="*/ 35338 w 114300"/>
                <a:gd name="connsiteY804" fmla="*/ 204026 h 200025"/>
                <a:gd name="connsiteX805" fmla="*/ 35433 w 114300"/>
                <a:gd name="connsiteY805" fmla="*/ 204121 h 200025"/>
                <a:gd name="connsiteX806" fmla="*/ 35719 w 114300"/>
                <a:gd name="connsiteY806" fmla="*/ 204121 h 200025"/>
                <a:gd name="connsiteX807" fmla="*/ 35909 w 114300"/>
                <a:gd name="connsiteY807" fmla="*/ 203930 h 200025"/>
                <a:gd name="connsiteX808" fmla="*/ 36100 w 114300"/>
                <a:gd name="connsiteY808" fmla="*/ 203740 h 200025"/>
                <a:gd name="connsiteX809" fmla="*/ 36385 w 114300"/>
                <a:gd name="connsiteY809" fmla="*/ 203645 h 200025"/>
                <a:gd name="connsiteX810" fmla="*/ 36767 w 114300"/>
                <a:gd name="connsiteY810" fmla="*/ 203740 h 200025"/>
                <a:gd name="connsiteX811" fmla="*/ 36957 w 114300"/>
                <a:gd name="connsiteY811" fmla="*/ 204026 h 200025"/>
                <a:gd name="connsiteX812" fmla="*/ 37147 w 114300"/>
                <a:gd name="connsiteY812" fmla="*/ 204311 h 200025"/>
                <a:gd name="connsiteX813" fmla="*/ 37433 w 114300"/>
                <a:gd name="connsiteY813" fmla="*/ 204406 h 200025"/>
                <a:gd name="connsiteX814" fmla="*/ 37814 w 114300"/>
                <a:gd name="connsiteY814" fmla="*/ 204406 h 200025"/>
                <a:gd name="connsiteX815" fmla="*/ 39243 w 114300"/>
                <a:gd name="connsiteY815" fmla="*/ 204597 h 200025"/>
                <a:gd name="connsiteX816" fmla="*/ 40005 w 114300"/>
                <a:gd name="connsiteY816" fmla="*/ 204502 h 200025"/>
                <a:gd name="connsiteX817" fmla="*/ 40862 w 114300"/>
                <a:gd name="connsiteY817" fmla="*/ 204026 h 200025"/>
                <a:gd name="connsiteX818" fmla="*/ 40862 w 114300"/>
                <a:gd name="connsiteY818" fmla="*/ 204026 h 200025"/>
                <a:gd name="connsiteX819" fmla="*/ 41053 w 114300"/>
                <a:gd name="connsiteY819" fmla="*/ 204311 h 200025"/>
                <a:gd name="connsiteX820" fmla="*/ 41243 w 114300"/>
                <a:gd name="connsiteY820" fmla="*/ 204692 h 200025"/>
                <a:gd name="connsiteX821" fmla="*/ 41529 w 114300"/>
                <a:gd name="connsiteY821" fmla="*/ 205264 h 200025"/>
                <a:gd name="connsiteX822" fmla="*/ 42005 w 114300"/>
                <a:gd name="connsiteY822" fmla="*/ 205740 h 200025"/>
                <a:gd name="connsiteX823" fmla="*/ 42863 w 114300"/>
                <a:gd name="connsiteY823" fmla="*/ 205930 h 200025"/>
                <a:gd name="connsiteX824" fmla="*/ 45910 w 114300"/>
                <a:gd name="connsiteY824" fmla="*/ 205550 h 200025"/>
                <a:gd name="connsiteX825" fmla="*/ 46292 w 114300"/>
                <a:gd name="connsiteY825" fmla="*/ 205645 h 200025"/>
                <a:gd name="connsiteX826" fmla="*/ 46863 w 114300"/>
                <a:gd name="connsiteY826" fmla="*/ 205835 h 200025"/>
                <a:gd name="connsiteX827" fmla="*/ 47815 w 114300"/>
                <a:gd name="connsiteY827" fmla="*/ 206312 h 200025"/>
                <a:gd name="connsiteX828" fmla="*/ 48673 w 114300"/>
                <a:gd name="connsiteY828" fmla="*/ 206693 h 200025"/>
                <a:gd name="connsiteX829" fmla="*/ 49054 w 114300"/>
                <a:gd name="connsiteY829" fmla="*/ 206597 h 200025"/>
                <a:gd name="connsiteX830" fmla="*/ 49435 w 114300"/>
                <a:gd name="connsiteY830" fmla="*/ 206502 h 200025"/>
                <a:gd name="connsiteX831" fmla="*/ 50673 w 114300"/>
                <a:gd name="connsiteY831" fmla="*/ 205550 h 200025"/>
                <a:gd name="connsiteX832" fmla="*/ 51435 w 114300"/>
                <a:gd name="connsiteY832" fmla="*/ 205169 h 200025"/>
                <a:gd name="connsiteX833" fmla="*/ 52102 w 114300"/>
                <a:gd name="connsiteY833" fmla="*/ 204883 h 200025"/>
                <a:gd name="connsiteX834" fmla="*/ 52959 w 114300"/>
                <a:gd name="connsiteY834" fmla="*/ 204788 h 200025"/>
                <a:gd name="connsiteX835" fmla="*/ 52959 w 114300"/>
                <a:gd name="connsiteY835" fmla="*/ 204788 h 200025"/>
                <a:gd name="connsiteX836" fmla="*/ 55150 w 114300"/>
                <a:gd name="connsiteY836" fmla="*/ 204883 h 200025"/>
                <a:gd name="connsiteX837" fmla="*/ 56102 w 114300"/>
                <a:gd name="connsiteY837" fmla="*/ 203835 h 200025"/>
                <a:gd name="connsiteX838" fmla="*/ 58102 w 114300"/>
                <a:gd name="connsiteY838" fmla="*/ 202311 h 200025"/>
                <a:gd name="connsiteX839" fmla="*/ 60103 w 114300"/>
                <a:gd name="connsiteY839" fmla="*/ 200787 h 200025"/>
                <a:gd name="connsiteX840" fmla="*/ 60579 w 114300"/>
                <a:gd name="connsiteY840" fmla="*/ 200596 h 200025"/>
                <a:gd name="connsiteX841" fmla="*/ 61436 w 114300"/>
                <a:gd name="connsiteY841" fmla="*/ 200216 h 200025"/>
                <a:gd name="connsiteX842" fmla="*/ 62865 w 114300"/>
                <a:gd name="connsiteY842" fmla="*/ 200501 h 200025"/>
                <a:gd name="connsiteX843" fmla="*/ 63627 w 114300"/>
                <a:gd name="connsiteY843" fmla="*/ 199358 h 200025"/>
                <a:gd name="connsiteX844" fmla="*/ 64960 w 114300"/>
                <a:gd name="connsiteY844" fmla="*/ 198882 h 200025"/>
                <a:gd name="connsiteX845" fmla="*/ 67913 w 114300"/>
                <a:gd name="connsiteY845" fmla="*/ 198311 h 200025"/>
                <a:gd name="connsiteX846" fmla="*/ 70580 w 114300"/>
                <a:gd name="connsiteY846" fmla="*/ 197358 h 200025"/>
                <a:gd name="connsiteX847" fmla="*/ 76105 w 114300"/>
                <a:gd name="connsiteY847" fmla="*/ 196215 h 200025"/>
                <a:gd name="connsiteX848" fmla="*/ 77248 w 114300"/>
                <a:gd name="connsiteY848" fmla="*/ 195739 h 200025"/>
                <a:gd name="connsiteX849" fmla="*/ 78391 w 114300"/>
                <a:gd name="connsiteY849" fmla="*/ 195072 h 200025"/>
                <a:gd name="connsiteX850" fmla="*/ 78962 w 114300"/>
                <a:gd name="connsiteY850" fmla="*/ 194786 h 200025"/>
                <a:gd name="connsiteX851" fmla="*/ 79438 w 114300"/>
                <a:gd name="connsiteY851" fmla="*/ 194691 h 200025"/>
                <a:gd name="connsiteX852" fmla="*/ 79724 w 114300"/>
                <a:gd name="connsiteY852" fmla="*/ 194310 h 200025"/>
                <a:gd name="connsiteX853" fmla="*/ 79819 w 114300"/>
                <a:gd name="connsiteY853" fmla="*/ 193453 h 200025"/>
                <a:gd name="connsiteX854" fmla="*/ 80010 w 114300"/>
                <a:gd name="connsiteY854" fmla="*/ 193072 h 200025"/>
                <a:gd name="connsiteX855" fmla="*/ 80296 w 114300"/>
                <a:gd name="connsiteY855" fmla="*/ 192977 h 200025"/>
                <a:gd name="connsiteX856" fmla="*/ 80391 w 114300"/>
                <a:gd name="connsiteY856" fmla="*/ 192977 h 200025"/>
                <a:gd name="connsiteX857" fmla="*/ 80391 w 114300"/>
                <a:gd name="connsiteY857" fmla="*/ 192977 h 200025"/>
                <a:gd name="connsiteX858" fmla="*/ 80772 w 114300"/>
                <a:gd name="connsiteY858" fmla="*/ 193262 h 200025"/>
                <a:gd name="connsiteX859" fmla="*/ 80772 w 114300"/>
                <a:gd name="connsiteY859" fmla="*/ 193262 h 200025"/>
                <a:gd name="connsiteX860" fmla="*/ 80867 w 114300"/>
                <a:gd name="connsiteY860" fmla="*/ 194024 h 200025"/>
                <a:gd name="connsiteX861" fmla="*/ 80867 w 114300"/>
                <a:gd name="connsiteY861" fmla="*/ 194024 h 200025"/>
                <a:gd name="connsiteX862" fmla="*/ 87249 w 114300"/>
                <a:gd name="connsiteY862" fmla="*/ 191738 h 200025"/>
                <a:gd name="connsiteX863" fmla="*/ 89249 w 114300"/>
                <a:gd name="connsiteY863" fmla="*/ 190691 h 200025"/>
                <a:gd name="connsiteX864" fmla="*/ 99060 w 114300"/>
                <a:gd name="connsiteY864" fmla="*/ 183071 h 200025"/>
                <a:gd name="connsiteX865" fmla="*/ 100393 w 114300"/>
                <a:gd name="connsiteY865" fmla="*/ 182404 h 200025"/>
                <a:gd name="connsiteX866" fmla="*/ 101346 w 114300"/>
                <a:gd name="connsiteY866" fmla="*/ 182118 h 200025"/>
                <a:gd name="connsiteX867" fmla="*/ 104394 w 114300"/>
                <a:gd name="connsiteY867" fmla="*/ 179927 h 200025"/>
                <a:gd name="connsiteX868" fmla="*/ 106013 w 114300"/>
                <a:gd name="connsiteY868" fmla="*/ 178308 h 200025"/>
                <a:gd name="connsiteX869" fmla="*/ 110966 w 114300"/>
                <a:gd name="connsiteY869" fmla="*/ 170497 h 200025"/>
                <a:gd name="connsiteX870" fmla="*/ 111538 w 114300"/>
                <a:gd name="connsiteY870" fmla="*/ 168974 h 200025"/>
                <a:gd name="connsiteX871" fmla="*/ 111538 w 114300"/>
                <a:gd name="connsiteY871" fmla="*/ 168974 h 200025"/>
                <a:gd name="connsiteX872" fmla="*/ 111157 w 114300"/>
                <a:gd name="connsiteY872" fmla="*/ 167735 h 200025"/>
                <a:gd name="connsiteX873" fmla="*/ 111157 w 114300"/>
                <a:gd name="connsiteY873" fmla="*/ 167735 h 200025"/>
                <a:gd name="connsiteX874" fmla="*/ 111633 w 114300"/>
                <a:gd name="connsiteY874" fmla="*/ 166973 h 200025"/>
                <a:gd name="connsiteX875" fmla="*/ 112681 w 114300"/>
                <a:gd name="connsiteY875" fmla="*/ 165354 h 200025"/>
                <a:gd name="connsiteX876" fmla="*/ 112967 w 114300"/>
                <a:gd name="connsiteY876" fmla="*/ 164497 h 200025"/>
                <a:gd name="connsiteX877" fmla="*/ 113157 w 114300"/>
                <a:gd name="connsiteY877" fmla="*/ 163830 h 200025"/>
                <a:gd name="connsiteX878" fmla="*/ 113919 w 114300"/>
                <a:gd name="connsiteY878" fmla="*/ 162401 h 200025"/>
                <a:gd name="connsiteX879" fmla="*/ 114109 w 114300"/>
                <a:gd name="connsiteY879" fmla="*/ 161449 h 200025"/>
                <a:gd name="connsiteX880" fmla="*/ 114205 w 114300"/>
                <a:gd name="connsiteY880" fmla="*/ 160306 h 200025"/>
                <a:gd name="connsiteX881" fmla="*/ 114300 w 114300"/>
                <a:gd name="connsiteY881" fmla="*/ 159449 h 200025"/>
                <a:gd name="connsiteX882" fmla="*/ 116681 w 114300"/>
                <a:gd name="connsiteY882" fmla="*/ 151067 h 200025"/>
                <a:gd name="connsiteX883" fmla="*/ 116967 w 114300"/>
                <a:gd name="connsiteY883" fmla="*/ 148971 h 200025"/>
                <a:gd name="connsiteX884" fmla="*/ 117729 w 114300"/>
                <a:gd name="connsiteY884" fmla="*/ 147161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</a:cxnLst>
              <a:rect l="l" t="t" r="r" b="b"/>
              <a:pathLst>
                <a:path w="114300" h="200025">
                  <a:moveTo>
                    <a:pt x="109252" y="111443"/>
                  </a:moveTo>
                  <a:lnTo>
                    <a:pt x="109061" y="111919"/>
                  </a:lnTo>
                  <a:lnTo>
                    <a:pt x="109061" y="112490"/>
                  </a:lnTo>
                  <a:lnTo>
                    <a:pt x="109252" y="112967"/>
                  </a:lnTo>
                  <a:lnTo>
                    <a:pt x="109538" y="113443"/>
                  </a:lnTo>
                  <a:lnTo>
                    <a:pt x="109728" y="113919"/>
                  </a:lnTo>
                  <a:lnTo>
                    <a:pt x="109823" y="114491"/>
                  </a:lnTo>
                  <a:lnTo>
                    <a:pt x="111538" y="117062"/>
                  </a:lnTo>
                  <a:lnTo>
                    <a:pt x="111728" y="117538"/>
                  </a:lnTo>
                  <a:lnTo>
                    <a:pt x="112300" y="118015"/>
                  </a:lnTo>
                  <a:lnTo>
                    <a:pt x="112490" y="119158"/>
                  </a:lnTo>
                  <a:lnTo>
                    <a:pt x="112300" y="122492"/>
                  </a:lnTo>
                  <a:lnTo>
                    <a:pt x="112300" y="122587"/>
                  </a:lnTo>
                  <a:lnTo>
                    <a:pt x="112300" y="122587"/>
                  </a:lnTo>
                  <a:lnTo>
                    <a:pt x="112300" y="122872"/>
                  </a:lnTo>
                  <a:lnTo>
                    <a:pt x="112300" y="123158"/>
                  </a:lnTo>
                  <a:lnTo>
                    <a:pt x="112395" y="123254"/>
                  </a:lnTo>
                  <a:lnTo>
                    <a:pt x="112585" y="123539"/>
                  </a:lnTo>
                  <a:lnTo>
                    <a:pt x="113347" y="124111"/>
                  </a:lnTo>
                  <a:lnTo>
                    <a:pt x="114109" y="123444"/>
                  </a:lnTo>
                  <a:lnTo>
                    <a:pt x="114109" y="122396"/>
                  </a:lnTo>
                  <a:lnTo>
                    <a:pt x="114109" y="122396"/>
                  </a:lnTo>
                  <a:lnTo>
                    <a:pt x="113252" y="117824"/>
                  </a:lnTo>
                  <a:lnTo>
                    <a:pt x="112681" y="116872"/>
                  </a:lnTo>
                  <a:lnTo>
                    <a:pt x="111442" y="114871"/>
                  </a:lnTo>
                  <a:lnTo>
                    <a:pt x="110966" y="113538"/>
                  </a:lnTo>
                  <a:lnTo>
                    <a:pt x="110871" y="113252"/>
                  </a:lnTo>
                  <a:lnTo>
                    <a:pt x="110395" y="112586"/>
                  </a:lnTo>
                  <a:lnTo>
                    <a:pt x="109728" y="111062"/>
                  </a:lnTo>
                  <a:lnTo>
                    <a:pt x="109061" y="110395"/>
                  </a:lnTo>
                  <a:lnTo>
                    <a:pt x="109061" y="110395"/>
                  </a:lnTo>
                  <a:lnTo>
                    <a:pt x="109347" y="110966"/>
                  </a:lnTo>
                  <a:lnTo>
                    <a:pt x="109347" y="110966"/>
                  </a:lnTo>
                  <a:lnTo>
                    <a:pt x="109252" y="111443"/>
                  </a:lnTo>
                  <a:close/>
                  <a:moveTo>
                    <a:pt x="11906" y="10287"/>
                  </a:moveTo>
                  <a:lnTo>
                    <a:pt x="12763" y="10859"/>
                  </a:lnTo>
                  <a:lnTo>
                    <a:pt x="12763" y="10859"/>
                  </a:lnTo>
                  <a:lnTo>
                    <a:pt x="13430" y="10763"/>
                  </a:lnTo>
                  <a:lnTo>
                    <a:pt x="14383" y="10192"/>
                  </a:lnTo>
                  <a:lnTo>
                    <a:pt x="14764" y="10287"/>
                  </a:lnTo>
                  <a:lnTo>
                    <a:pt x="15335" y="10573"/>
                  </a:lnTo>
                  <a:lnTo>
                    <a:pt x="16097" y="10763"/>
                  </a:lnTo>
                  <a:lnTo>
                    <a:pt x="16764" y="10763"/>
                  </a:lnTo>
                  <a:lnTo>
                    <a:pt x="17145" y="10382"/>
                  </a:lnTo>
                  <a:lnTo>
                    <a:pt x="16954" y="10001"/>
                  </a:lnTo>
                  <a:lnTo>
                    <a:pt x="16859" y="9906"/>
                  </a:lnTo>
                  <a:lnTo>
                    <a:pt x="16192" y="9525"/>
                  </a:lnTo>
                  <a:lnTo>
                    <a:pt x="15335" y="9144"/>
                  </a:lnTo>
                  <a:lnTo>
                    <a:pt x="14764" y="8763"/>
                  </a:lnTo>
                  <a:lnTo>
                    <a:pt x="14668" y="8382"/>
                  </a:lnTo>
                  <a:lnTo>
                    <a:pt x="14573" y="7620"/>
                  </a:lnTo>
                  <a:lnTo>
                    <a:pt x="14383" y="7429"/>
                  </a:lnTo>
                  <a:lnTo>
                    <a:pt x="13335" y="7429"/>
                  </a:lnTo>
                  <a:lnTo>
                    <a:pt x="13144" y="7429"/>
                  </a:lnTo>
                  <a:lnTo>
                    <a:pt x="12954" y="7239"/>
                  </a:lnTo>
                  <a:lnTo>
                    <a:pt x="12668" y="6953"/>
                  </a:lnTo>
                  <a:lnTo>
                    <a:pt x="12478" y="6572"/>
                  </a:lnTo>
                  <a:lnTo>
                    <a:pt x="12478" y="6477"/>
                  </a:lnTo>
                  <a:lnTo>
                    <a:pt x="12478" y="6477"/>
                  </a:lnTo>
                  <a:lnTo>
                    <a:pt x="12382" y="5905"/>
                  </a:lnTo>
                  <a:lnTo>
                    <a:pt x="12382" y="5144"/>
                  </a:lnTo>
                  <a:lnTo>
                    <a:pt x="12478" y="4381"/>
                  </a:lnTo>
                  <a:lnTo>
                    <a:pt x="12668" y="3715"/>
                  </a:lnTo>
                  <a:lnTo>
                    <a:pt x="12573" y="3238"/>
                  </a:lnTo>
                  <a:lnTo>
                    <a:pt x="12573" y="3238"/>
                  </a:lnTo>
                  <a:lnTo>
                    <a:pt x="12001" y="3048"/>
                  </a:lnTo>
                  <a:lnTo>
                    <a:pt x="10858" y="3334"/>
                  </a:lnTo>
                  <a:lnTo>
                    <a:pt x="10573" y="4286"/>
                  </a:lnTo>
                  <a:lnTo>
                    <a:pt x="10477" y="5429"/>
                  </a:lnTo>
                  <a:lnTo>
                    <a:pt x="9906" y="6382"/>
                  </a:lnTo>
                  <a:lnTo>
                    <a:pt x="11144" y="8954"/>
                  </a:lnTo>
                  <a:lnTo>
                    <a:pt x="11906" y="10287"/>
                  </a:lnTo>
                  <a:close/>
                  <a:moveTo>
                    <a:pt x="2476" y="38386"/>
                  </a:moveTo>
                  <a:lnTo>
                    <a:pt x="2286" y="38862"/>
                  </a:lnTo>
                  <a:lnTo>
                    <a:pt x="2572" y="39338"/>
                  </a:lnTo>
                  <a:lnTo>
                    <a:pt x="3143" y="39529"/>
                  </a:lnTo>
                  <a:lnTo>
                    <a:pt x="4286" y="39624"/>
                  </a:lnTo>
                  <a:lnTo>
                    <a:pt x="4667" y="39719"/>
                  </a:lnTo>
                  <a:lnTo>
                    <a:pt x="5429" y="39910"/>
                  </a:lnTo>
                  <a:lnTo>
                    <a:pt x="6477" y="40386"/>
                  </a:lnTo>
                  <a:lnTo>
                    <a:pt x="7525" y="40862"/>
                  </a:lnTo>
                  <a:lnTo>
                    <a:pt x="9715" y="42767"/>
                  </a:lnTo>
                  <a:lnTo>
                    <a:pt x="10287" y="43053"/>
                  </a:lnTo>
                  <a:lnTo>
                    <a:pt x="10668" y="43339"/>
                  </a:lnTo>
                  <a:lnTo>
                    <a:pt x="11239" y="44005"/>
                  </a:lnTo>
                  <a:lnTo>
                    <a:pt x="12097" y="44672"/>
                  </a:lnTo>
                  <a:lnTo>
                    <a:pt x="13335" y="44863"/>
                  </a:lnTo>
                  <a:lnTo>
                    <a:pt x="12859" y="44005"/>
                  </a:lnTo>
                  <a:lnTo>
                    <a:pt x="11811" y="42767"/>
                  </a:lnTo>
                  <a:lnTo>
                    <a:pt x="10477" y="41243"/>
                  </a:lnTo>
                  <a:lnTo>
                    <a:pt x="11335" y="41434"/>
                  </a:lnTo>
                  <a:lnTo>
                    <a:pt x="12859" y="42196"/>
                  </a:lnTo>
                  <a:lnTo>
                    <a:pt x="13716" y="42386"/>
                  </a:lnTo>
                  <a:lnTo>
                    <a:pt x="13716" y="42386"/>
                  </a:lnTo>
                  <a:lnTo>
                    <a:pt x="11906" y="40672"/>
                  </a:lnTo>
                  <a:lnTo>
                    <a:pt x="9715" y="39434"/>
                  </a:lnTo>
                  <a:lnTo>
                    <a:pt x="7429" y="38576"/>
                  </a:lnTo>
                  <a:lnTo>
                    <a:pt x="6382" y="38291"/>
                  </a:lnTo>
                  <a:lnTo>
                    <a:pt x="5334" y="38005"/>
                  </a:lnTo>
                  <a:lnTo>
                    <a:pt x="2953" y="38005"/>
                  </a:lnTo>
                  <a:lnTo>
                    <a:pt x="2476" y="38386"/>
                  </a:lnTo>
                  <a:close/>
                  <a:moveTo>
                    <a:pt x="3619" y="17526"/>
                  </a:moveTo>
                  <a:lnTo>
                    <a:pt x="4000" y="17145"/>
                  </a:lnTo>
                  <a:lnTo>
                    <a:pt x="4000" y="17145"/>
                  </a:lnTo>
                  <a:lnTo>
                    <a:pt x="3429" y="15907"/>
                  </a:lnTo>
                  <a:lnTo>
                    <a:pt x="3143" y="15716"/>
                  </a:lnTo>
                  <a:lnTo>
                    <a:pt x="2096" y="15621"/>
                  </a:lnTo>
                  <a:lnTo>
                    <a:pt x="1143" y="15335"/>
                  </a:lnTo>
                  <a:lnTo>
                    <a:pt x="952" y="14764"/>
                  </a:lnTo>
                  <a:lnTo>
                    <a:pt x="571" y="14288"/>
                  </a:lnTo>
                  <a:lnTo>
                    <a:pt x="190" y="14192"/>
                  </a:lnTo>
                  <a:lnTo>
                    <a:pt x="0" y="14764"/>
                  </a:lnTo>
                  <a:lnTo>
                    <a:pt x="0" y="16954"/>
                  </a:lnTo>
                  <a:lnTo>
                    <a:pt x="571" y="17621"/>
                  </a:lnTo>
                  <a:lnTo>
                    <a:pt x="1810" y="18002"/>
                  </a:lnTo>
                  <a:lnTo>
                    <a:pt x="3143" y="17907"/>
                  </a:lnTo>
                  <a:lnTo>
                    <a:pt x="3619" y="17526"/>
                  </a:lnTo>
                  <a:close/>
                  <a:moveTo>
                    <a:pt x="117729" y="147161"/>
                  </a:moveTo>
                  <a:lnTo>
                    <a:pt x="117157" y="145256"/>
                  </a:lnTo>
                  <a:lnTo>
                    <a:pt x="117062" y="144399"/>
                  </a:lnTo>
                  <a:lnTo>
                    <a:pt x="117348" y="132017"/>
                  </a:lnTo>
                  <a:lnTo>
                    <a:pt x="116014" y="127540"/>
                  </a:lnTo>
                  <a:lnTo>
                    <a:pt x="115157" y="126302"/>
                  </a:lnTo>
                  <a:lnTo>
                    <a:pt x="115062" y="125159"/>
                  </a:lnTo>
                  <a:lnTo>
                    <a:pt x="114871" y="124778"/>
                  </a:lnTo>
                  <a:lnTo>
                    <a:pt x="114395" y="124301"/>
                  </a:lnTo>
                  <a:lnTo>
                    <a:pt x="114109" y="124206"/>
                  </a:lnTo>
                  <a:lnTo>
                    <a:pt x="114014" y="124396"/>
                  </a:lnTo>
                  <a:lnTo>
                    <a:pt x="114109" y="124778"/>
                  </a:lnTo>
                  <a:lnTo>
                    <a:pt x="114109" y="124873"/>
                  </a:lnTo>
                  <a:lnTo>
                    <a:pt x="114109" y="125254"/>
                  </a:lnTo>
                  <a:lnTo>
                    <a:pt x="113824" y="125730"/>
                  </a:lnTo>
                  <a:lnTo>
                    <a:pt x="113633" y="126397"/>
                  </a:lnTo>
                  <a:lnTo>
                    <a:pt x="113538" y="127159"/>
                  </a:lnTo>
                  <a:lnTo>
                    <a:pt x="113538" y="127921"/>
                  </a:lnTo>
                  <a:lnTo>
                    <a:pt x="113538" y="127921"/>
                  </a:lnTo>
                  <a:lnTo>
                    <a:pt x="113157" y="127921"/>
                  </a:lnTo>
                  <a:lnTo>
                    <a:pt x="113157" y="127159"/>
                  </a:lnTo>
                  <a:lnTo>
                    <a:pt x="112776" y="125063"/>
                  </a:lnTo>
                  <a:lnTo>
                    <a:pt x="112776" y="125063"/>
                  </a:lnTo>
                  <a:lnTo>
                    <a:pt x="112490" y="125063"/>
                  </a:lnTo>
                  <a:lnTo>
                    <a:pt x="112109" y="125635"/>
                  </a:lnTo>
                  <a:lnTo>
                    <a:pt x="111728" y="125539"/>
                  </a:lnTo>
                  <a:lnTo>
                    <a:pt x="111633" y="125349"/>
                  </a:lnTo>
                  <a:lnTo>
                    <a:pt x="111538" y="125159"/>
                  </a:lnTo>
                  <a:lnTo>
                    <a:pt x="111538" y="125159"/>
                  </a:lnTo>
                  <a:lnTo>
                    <a:pt x="112109" y="124778"/>
                  </a:lnTo>
                  <a:lnTo>
                    <a:pt x="111728" y="124396"/>
                  </a:lnTo>
                  <a:lnTo>
                    <a:pt x="111538" y="124111"/>
                  </a:lnTo>
                  <a:lnTo>
                    <a:pt x="111538" y="124111"/>
                  </a:lnTo>
                  <a:lnTo>
                    <a:pt x="111442" y="123825"/>
                  </a:lnTo>
                  <a:lnTo>
                    <a:pt x="111157" y="123444"/>
                  </a:lnTo>
                  <a:lnTo>
                    <a:pt x="110871" y="122968"/>
                  </a:lnTo>
                  <a:lnTo>
                    <a:pt x="111061" y="122682"/>
                  </a:lnTo>
                  <a:lnTo>
                    <a:pt x="111442" y="122396"/>
                  </a:lnTo>
                  <a:lnTo>
                    <a:pt x="111633" y="122015"/>
                  </a:lnTo>
                  <a:lnTo>
                    <a:pt x="111538" y="121825"/>
                  </a:lnTo>
                  <a:lnTo>
                    <a:pt x="111252" y="121349"/>
                  </a:lnTo>
                  <a:lnTo>
                    <a:pt x="111252" y="121349"/>
                  </a:lnTo>
                  <a:lnTo>
                    <a:pt x="111252" y="121158"/>
                  </a:lnTo>
                  <a:lnTo>
                    <a:pt x="111538" y="119825"/>
                  </a:lnTo>
                  <a:lnTo>
                    <a:pt x="111633" y="119729"/>
                  </a:lnTo>
                  <a:lnTo>
                    <a:pt x="111633" y="119729"/>
                  </a:lnTo>
                  <a:lnTo>
                    <a:pt x="110680" y="117253"/>
                  </a:lnTo>
                  <a:lnTo>
                    <a:pt x="110395" y="116872"/>
                  </a:lnTo>
                  <a:lnTo>
                    <a:pt x="109156" y="116014"/>
                  </a:lnTo>
                  <a:lnTo>
                    <a:pt x="108490" y="115824"/>
                  </a:lnTo>
                  <a:lnTo>
                    <a:pt x="108490" y="115824"/>
                  </a:lnTo>
                  <a:lnTo>
                    <a:pt x="108680" y="116586"/>
                  </a:lnTo>
                  <a:lnTo>
                    <a:pt x="108394" y="116967"/>
                  </a:lnTo>
                  <a:lnTo>
                    <a:pt x="108109" y="116491"/>
                  </a:lnTo>
                  <a:lnTo>
                    <a:pt x="108013" y="116110"/>
                  </a:lnTo>
                  <a:lnTo>
                    <a:pt x="108109" y="115824"/>
                  </a:lnTo>
                  <a:lnTo>
                    <a:pt x="108394" y="115538"/>
                  </a:lnTo>
                  <a:lnTo>
                    <a:pt x="108394" y="115538"/>
                  </a:lnTo>
                  <a:lnTo>
                    <a:pt x="107823" y="114586"/>
                  </a:lnTo>
                  <a:lnTo>
                    <a:pt x="107251" y="113919"/>
                  </a:lnTo>
                  <a:lnTo>
                    <a:pt x="106585" y="113252"/>
                  </a:lnTo>
                  <a:lnTo>
                    <a:pt x="105918" y="112586"/>
                  </a:lnTo>
                  <a:lnTo>
                    <a:pt x="106013" y="112014"/>
                  </a:lnTo>
                  <a:lnTo>
                    <a:pt x="106013" y="112014"/>
                  </a:lnTo>
                  <a:lnTo>
                    <a:pt x="105918" y="111824"/>
                  </a:lnTo>
                  <a:lnTo>
                    <a:pt x="105727" y="111633"/>
                  </a:lnTo>
                  <a:lnTo>
                    <a:pt x="105156" y="111347"/>
                  </a:lnTo>
                  <a:lnTo>
                    <a:pt x="104489" y="111157"/>
                  </a:lnTo>
                  <a:lnTo>
                    <a:pt x="104108" y="111728"/>
                  </a:lnTo>
                  <a:lnTo>
                    <a:pt x="103632" y="111919"/>
                  </a:lnTo>
                  <a:lnTo>
                    <a:pt x="103060" y="111824"/>
                  </a:lnTo>
                  <a:lnTo>
                    <a:pt x="102394" y="111538"/>
                  </a:lnTo>
                  <a:lnTo>
                    <a:pt x="102775" y="110395"/>
                  </a:lnTo>
                  <a:lnTo>
                    <a:pt x="103346" y="109823"/>
                  </a:lnTo>
                  <a:lnTo>
                    <a:pt x="104013" y="109728"/>
                  </a:lnTo>
                  <a:lnTo>
                    <a:pt x="104108" y="109728"/>
                  </a:lnTo>
                  <a:lnTo>
                    <a:pt x="104108" y="109728"/>
                  </a:lnTo>
                  <a:lnTo>
                    <a:pt x="104965" y="110014"/>
                  </a:lnTo>
                  <a:lnTo>
                    <a:pt x="105632" y="110585"/>
                  </a:lnTo>
                  <a:lnTo>
                    <a:pt x="106966" y="112204"/>
                  </a:lnTo>
                  <a:lnTo>
                    <a:pt x="107537" y="112586"/>
                  </a:lnTo>
                  <a:lnTo>
                    <a:pt x="107537" y="112586"/>
                  </a:lnTo>
                  <a:lnTo>
                    <a:pt x="108680" y="112204"/>
                  </a:lnTo>
                  <a:lnTo>
                    <a:pt x="108585" y="111157"/>
                  </a:lnTo>
                  <a:lnTo>
                    <a:pt x="107823" y="110014"/>
                  </a:lnTo>
                  <a:lnTo>
                    <a:pt x="105537" y="107633"/>
                  </a:lnTo>
                  <a:lnTo>
                    <a:pt x="105442" y="107442"/>
                  </a:lnTo>
                  <a:lnTo>
                    <a:pt x="105061" y="106775"/>
                  </a:lnTo>
                  <a:lnTo>
                    <a:pt x="104680" y="105632"/>
                  </a:lnTo>
                  <a:lnTo>
                    <a:pt x="104299" y="105632"/>
                  </a:lnTo>
                  <a:lnTo>
                    <a:pt x="103156" y="105823"/>
                  </a:lnTo>
                  <a:lnTo>
                    <a:pt x="103156" y="105823"/>
                  </a:lnTo>
                  <a:lnTo>
                    <a:pt x="102394" y="104966"/>
                  </a:lnTo>
                  <a:lnTo>
                    <a:pt x="102013" y="104585"/>
                  </a:lnTo>
                  <a:lnTo>
                    <a:pt x="101441" y="102775"/>
                  </a:lnTo>
                  <a:lnTo>
                    <a:pt x="101632" y="102203"/>
                  </a:lnTo>
                  <a:lnTo>
                    <a:pt x="101822" y="101632"/>
                  </a:lnTo>
                  <a:lnTo>
                    <a:pt x="101917" y="101537"/>
                  </a:lnTo>
                  <a:lnTo>
                    <a:pt x="102013" y="101441"/>
                  </a:lnTo>
                  <a:lnTo>
                    <a:pt x="102203" y="101346"/>
                  </a:lnTo>
                  <a:lnTo>
                    <a:pt x="102298" y="101251"/>
                  </a:lnTo>
                  <a:lnTo>
                    <a:pt x="102584" y="101251"/>
                  </a:lnTo>
                  <a:lnTo>
                    <a:pt x="102203" y="100584"/>
                  </a:lnTo>
                  <a:lnTo>
                    <a:pt x="101822" y="100298"/>
                  </a:lnTo>
                  <a:lnTo>
                    <a:pt x="101155" y="99822"/>
                  </a:lnTo>
                  <a:lnTo>
                    <a:pt x="100775" y="99155"/>
                  </a:lnTo>
                  <a:lnTo>
                    <a:pt x="100775" y="98870"/>
                  </a:lnTo>
                  <a:lnTo>
                    <a:pt x="100775" y="98584"/>
                  </a:lnTo>
                  <a:lnTo>
                    <a:pt x="100965" y="98203"/>
                  </a:lnTo>
                  <a:lnTo>
                    <a:pt x="101060" y="97822"/>
                  </a:lnTo>
                  <a:lnTo>
                    <a:pt x="100870" y="97441"/>
                  </a:lnTo>
                  <a:lnTo>
                    <a:pt x="100775" y="97155"/>
                  </a:lnTo>
                  <a:lnTo>
                    <a:pt x="100775" y="97155"/>
                  </a:lnTo>
                  <a:lnTo>
                    <a:pt x="100489" y="97346"/>
                  </a:lnTo>
                  <a:lnTo>
                    <a:pt x="99917" y="97631"/>
                  </a:lnTo>
                  <a:lnTo>
                    <a:pt x="99631" y="97822"/>
                  </a:lnTo>
                  <a:lnTo>
                    <a:pt x="99631" y="97822"/>
                  </a:lnTo>
                  <a:lnTo>
                    <a:pt x="99631" y="97536"/>
                  </a:lnTo>
                  <a:lnTo>
                    <a:pt x="99536" y="97441"/>
                  </a:lnTo>
                  <a:lnTo>
                    <a:pt x="99536" y="97441"/>
                  </a:lnTo>
                  <a:lnTo>
                    <a:pt x="99441" y="97346"/>
                  </a:lnTo>
                  <a:lnTo>
                    <a:pt x="99346" y="97155"/>
                  </a:lnTo>
                  <a:lnTo>
                    <a:pt x="99536" y="96869"/>
                  </a:lnTo>
                  <a:lnTo>
                    <a:pt x="99346" y="96393"/>
                  </a:lnTo>
                  <a:lnTo>
                    <a:pt x="99155" y="96679"/>
                  </a:lnTo>
                  <a:lnTo>
                    <a:pt x="98774" y="96964"/>
                  </a:lnTo>
                  <a:lnTo>
                    <a:pt x="98488" y="97250"/>
                  </a:lnTo>
                  <a:lnTo>
                    <a:pt x="97822" y="95726"/>
                  </a:lnTo>
                  <a:lnTo>
                    <a:pt x="97441" y="95060"/>
                  </a:lnTo>
                  <a:lnTo>
                    <a:pt x="96869" y="94393"/>
                  </a:lnTo>
                  <a:lnTo>
                    <a:pt x="96393" y="93631"/>
                  </a:lnTo>
                  <a:lnTo>
                    <a:pt x="95917" y="91726"/>
                  </a:lnTo>
                  <a:lnTo>
                    <a:pt x="95821" y="91535"/>
                  </a:lnTo>
                  <a:lnTo>
                    <a:pt x="95440" y="90964"/>
                  </a:lnTo>
                  <a:lnTo>
                    <a:pt x="95155" y="90964"/>
                  </a:lnTo>
                  <a:lnTo>
                    <a:pt x="94869" y="92107"/>
                  </a:lnTo>
                  <a:lnTo>
                    <a:pt x="94012" y="92202"/>
                  </a:lnTo>
                  <a:lnTo>
                    <a:pt x="94012" y="92202"/>
                  </a:lnTo>
                  <a:lnTo>
                    <a:pt x="93059" y="91535"/>
                  </a:lnTo>
                  <a:lnTo>
                    <a:pt x="92583" y="90392"/>
                  </a:lnTo>
                  <a:lnTo>
                    <a:pt x="92488" y="90202"/>
                  </a:lnTo>
                  <a:lnTo>
                    <a:pt x="92488" y="90202"/>
                  </a:lnTo>
                  <a:lnTo>
                    <a:pt x="92011" y="90106"/>
                  </a:lnTo>
                  <a:lnTo>
                    <a:pt x="91821" y="89916"/>
                  </a:lnTo>
                  <a:lnTo>
                    <a:pt x="91726" y="89630"/>
                  </a:lnTo>
                  <a:lnTo>
                    <a:pt x="91726" y="89345"/>
                  </a:lnTo>
                  <a:lnTo>
                    <a:pt x="91726" y="89154"/>
                  </a:lnTo>
                  <a:lnTo>
                    <a:pt x="91726" y="89154"/>
                  </a:lnTo>
                  <a:lnTo>
                    <a:pt x="91630" y="88583"/>
                  </a:lnTo>
                  <a:lnTo>
                    <a:pt x="91726" y="86868"/>
                  </a:lnTo>
                  <a:lnTo>
                    <a:pt x="92107" y="86868"/>
                  </a:lnTo>
                  <a:lnTo>
                    <a:pt x="92869" y="89059"/>
                  </a:lnTo>
                  <a:lnTo>
                    <a:pt x="92964" y="89345"/>
                  </a:lnTo>
                  <a:lnTo>
                    <a:pt x="93535" y="91535"/>
                  </a:lnTo>
                  <a:lnTo>
                    <a:pt x="93535" y="91535"/>
                  </a:lnTo>
                  <a:lnTo>
                    <a:pt x="94488" y="90202"/>
                  </a:lnTo>
                  <a:lnTo>
                    <a:pt x="94107" y="87821"/>
                  </a:lnTo>
                  <a:lnTo>
                    <a:pt x="92964" y="84106"/>
                  </a:lnTo>
                  <a:lnTo>
                    <a:pt x="92773" y="83534"/>
                  </a:lnTo>
                  <a:lnTo>
                    <a:pt x="92773" y="83534"/>
                  </a:lnTo>
                  <a:lnTo>
                    <a:pt x="92678" y="82677"/>
                  </a:lnTo>
                  <a:lnTo>
                    <a:pt x="92583" y="82487"/>
                  </a:lnTo>
                  <a:lnTo>
                    <a:pt x="92202" y="81058"/>
                  </a:lnTo>
                  <a:lnTo>
                    <a:pt x="91821" y="79058"/>
                  </a:lnTo>
                  <a:lnTo>
                    <a:pt x="91250" y="78772"/>
                  </a:lnTo>
                  <a:lnTo>
                    <a:pt x="90488" y="78772"/>
                  </a:lnTo>
                  <a:lnTo>
                    <a:pt x="90202" y="78581"/>
                  </a:lnTo>
                  <a:lnTo>
                    <a:pt x="89821" y="78391"/>
                  </a:lnTo>
                  <a:lnTo>
                    <a:pt x="89535" y="77724"/>
                  </a:lnTo>
                  <a:lnTo>
                    <a:pt x="89535" y="77629"/>
                  </a:lnTo>
                  <a:lnTo>
                    <a:pt x="89249" y="75914"/>
                  </a:lnTo>
                  <a:lnTo>
                    <a:pt x="89249" y="75533"/>
                  </a:lnTo>
                  <a:lnTo>
                    <a:pt x="89821" y="75819"/>
                  </a:lnTo>
                  <a:lnTo>
                    <a:pt x="90488" y="77248"/>
                  </a:lnTo>
                  <a:lnTo>
                    <a:pt x="91154" y="77724"/>
                  </a:lnTo>
                  <a:lnTo>
                    <a:pt x="91154" y="77057"/>
                  </a:lnTo>
                  <a:lnTo>
                    <a:pt x="91154" y="76295"/>
                  </a:lnTo>
                  <a:lnTo>
                    <a:pt x="90297" y="73533"/>
                  </a:lnTo>
                  <a:lnTo>
                    <a:pt x="89916" y="71438"/>
                  </a:lnTo>
                  <a:lnTo>
                    <a:pt x="89440" y="70676"/>
                  </a:lnTo>
                  <a:lnTo>
                    <a:pt x="88868" y="70009"/>
                  </a:lnTo>
                  <a:lnTo>
                    <a:pt x="88201" y="69628"/>
                  </a:lnTo>
                  <a:lnTo>
                    <a:pt x="88201" y="69628"/>
                  </a:lnTo>
                  <a:lnTo>
                    <a:pt x="87630" y="69628"/>
                  </a:lnTo>
                  <a:lnTo>
                    <a:pt x="87058" y="69818"/>
                  </a:lnTo>
                  <a:lnTo>
                    <a:pt x="85630" y="70485"/>
                  </a:lnTo>
                  <a:lnTo>
                    <a:pt x="86201" y="71723"/>
                  </a:lnTo>
                  <a:lnTo>
                    <a:pt x="85344" y="72200"/>
                  </a:lnTo>
                  <a:lnTo>
                    <a:pt x="82963" y="72295"/>
                  </a:lnTo>
                  <a:lnTo>
                    <a:pt x="81820" y="71914"/>
                  </a:lnTo>
                  <a:lnTo>
                    <a:pt x="80963" y="71152"/>
                  </a:lnTo>
                  <a:lnTo>
                    <a:pt x="80296" y="70199"/>
                  </a:lnTo>
                  <a:lnTo>
                    <a:pt x="79534" y="69437"/>
                  </a:lnTo>
                  <a:lnTo>
                    <a:pt x="78486" y="70295"/>
                  </a:lnTo>
                  <a:lnTo>
                    <a:pt x="77629" y="70390"/>
                  </a:lnTo>
                  <a:lnTo>
                    <a:pt x="77438" y="69913"/>
                  </a:lnTo>
                  <a:lnTo>
                    <a:pt x="78105" y="68961"/>
                  </a:lnTo>
                  <a:lnTo>
                    <a:pt x="78962" y="68580"/>
                  </a:lnTo>
                  <a:lnTo>
                    <a:pt x="79915" y="68771"/>
                  </a:lnTo>
                  <a:lnTo>
                    <a:pt x="80867" y="69342"/>
                  </a:lnTo>
                  <a:lnTo>
                    <a:pt x="81439" y="69818"/>
                  </a:lnTo>
                  <a:lnTo>
                    <a:pt x="81725" y="70104"/>
                  </a:lnTo>
                  <a:lnTo>
                    <a:pt x="81725" y="70104"/>
                  </a:lnTo>
                  <a:lnTo>
                    <a:pt x="82105" y="69247"/>
                  </a:lnTo>
                  <a:lnTo>
                    <a:pt x="81915" y="68675"/>
                  </a:lnTo>
                  <a:lnTo>
                    <a:pt x="81534" y="68199"/>
                  </a:lnTo>
                  <a:lnTo>
                    <a:pt x="81439" y="67532"/>
                  </a:lnTo>
                  <a:lnTo>
                    <a:pt x="81820" y="66580"/>
                  </a:lnTo>
                  <a:lnTo>
                    <a:pt x="82391" y="66675"/>
                  </a:lnTo>
                  <a:lnTo>
                    <a:pt x="82391" y="66675"/>
                  </a:lnTo>
                  <a:lnTo>
                    <a:pt x="82772" y="67342"/>
                  </a:lnTo>
                  <a:lnTo>
                    <a:pt x="82486" y="68199"/>
                  </a:lnTo>
                  <a:lnTo>
                    <a:pt x="82486" y="68199"/>
                  </a:lnTo>
                  <a:lnTo>
                    <a:pt x="83820" y="68009"/>
                  </a:lnTo>
                  <a:lnTo>
                    <a:pt x="83629" y="66770"/>
                  </a:lnTo>
                  <a:lnTo>
                    <a:pt x="82486" y="64294"/>
                  </a:lnTo>
                  <a:lnTo>
                    <a:pt x="82486" y="64294"/>
                  </a:lnTo>
                  <a:lnTo>
                    <a:pt x="82296" y="64389"/>
                  </a:lnTo>
                  <a:lnTo>
                    <a:pt x="82201" y="64484"/>
                  </a:lnTo>
                  <a:lnTo>
                    <a:pt x="81820" y="64579"/>
                  </a:lnTo>
                  <a:lnTo>
                    <a:pt x="81439" y="64675"/>
                  </a:lnTo>
                  <a:lnTo>
                    <a:pt x="81439" y="64675"/>
                  </a:lnTo>
                  <a:lnTo>
                    <a:pt x="81915" y="64103"/>
                  </a:lnTo>
                  <a:lnTo>
                    <a:pt x="82486" y="63818"/>
                  </a:lnTo>
                  <a:lnTo>
                    <a:pt x="82867" y="63437"/>
                  </a:lnTo>
                  <a:lnTo>
                    <a:pt x="82867" y="62484"/>
                  </a:lnTo>
                  <a:lnTo>
                    <a:pt x="82391" y="61722"/>
                  </a:lnTo>
                  <a:lnTo>
                    <a:pt x="80963" y="60103"/>
                  </a:lnTo>
                  <a:lnTo>
                    <a:pt x="81153" y="59627"/>
                  </a:lnTo>
                  <a:lnTo>
                    <a:pt x="80677" y="59341"/>
                  </a:lnTo>
                  <a:lnTo>
                    <a:pt x="80677" y="59341"/>
                  </a:lnTo>
                  <a:lnTo>
                    <a:pt x="80391" y="59246"/>
                  </a:lnTo>
                  <a:lnTo>
                    <a:pt x="80200" y="59436"/>
                  </a:lnTo>
                  <a:lnTo>
                    <a:pt x="80105" y="59912"/>
                  </a:lnTo>
                  <a:lnTo>
                    <a:pt x="79343" y="57150"/>
                  </a:lnTo>
                  <a:lnTo>
                    <a:pt x="78676" y="55721"/>
                  </a:lnTo>
                  <a:lnTo>
                    <a:pt x="77343" y="55150"/>
                  </a:lnTo>
                  <a:lnTo>
                    <a:pt x="77343" y="55150"/>
                  </a:lnTo>
                  <a:lnTo>
                    <a:pt x="77057" y="54864"/>
                  </a:lnTo>
                  <a:lnTo>
                    <a:pt x="76771" y="54578"/>
                  </a:lnTo>
                  <a:lnTo>
                    <a:pt x="75629" y="51816"/>
                  </a:lnTo>
                  <a:lnTo>
                    <a:pt x="74867" y="51245"/>
                  </a:lnTo>
                  <a:lnTo>
                    <a:pt x="73914" y="50959"/>
                  </a:lnTo>
                  <a:lnTo>
                    <a:pt x="73247" y="50197"/>
                  </a:lnTo>
                  <a:lnTo>
                    <a:pt x="71533" y="47339"/>
                  </a:lnTo>
                  <a:lnTo>
                    <a:pt x="69628" y="45053"/>
                  </a:lnTo>
                  <a:lnTo>
                    <a:pt x="69628" y="45053"/>
                  </a:lnTo>
                  <a:lnTo>
                    <a:pt x="69247" y="45911"/>
                  </a:lnTo>
                  <a:lnTo>
                    <a:pt x="68675" y="46863"/>
                  </a:lnTo>
                  <a:lnTo>
                    <a:pt x="67913" y="47530"/>
                  </a:lnTo>
                  <a:lnTo>
                    <a:pt x="67056" y="47625"/>
                  </a:lnTo>
                  <a:lnTo>
                    <a:pt x="66199" y="46958"/>
                  </a:lnTo>
                  <a:lnTo>
                    <a:pt x="66199" y="46958"/>
                  </a:lnTo>
                  <a:lnTo>
                    <a:pt x="66675" y="46387"/>
                  </a:lnTo>
                  <a:lnTo>
                    <a:pt x="67246" y="45911"/>
                  </a:lnTo>
                  <a:lnTo>
                    <a:pt x="67246" y="45911"/>
                  </a:lnTo>
                  <a:lnTo>
                    <a:pt x="66580" y="45434"/>
                  </a:lnTo>
                  <a:lnTo>
                    <a:pt x="66580" y="44387"/>
                  </a:lnTo>
                  <a:lnTo>
                    <a:pt x="64675" y="42577"/>
                  </a:lnTo>
                  <a:lnTo>
                    <a:pt x="64484" y="42291"/>
                  </a:lnTo>
                  <a:lnTo>
                    <a:pt x="64103" y="41720"/>
                  </a:lnTo>
                  <a:lnTo>
                    <a:pt x="64960" y="42101"/>
                  </a:lnTo>
                  <a:lnTo>
                    <a:pt x="66389" y="42481"/>
                  </a:lnTo>
                  <a:lnTo>
                    <a:pt x="67056" y="42863"/>
                  </a:lnTo>
                  <a:lnTo>
                    <a:pt x="67627" y="43815"/>
                  </a:lnTo>
                  <a:lnTo>
                    <a:pt x="67723" y="44005"/>
                  </a:lnTo>
                  <a:lnTo>
                    <a:pt x="68199" y="43815"/>
                  </a:lnTo>
                  <a:lnTo>
                    <a:pt x="68485" y="43434"/>
                  </a:lnTo>
                  <a:lnTo>
                    <a:pt x="68485" y="43053"/>
                  </a:lnTo>
                  <a:lnTo>
                    <a:pt x="68389" y="42958"/>
                  </a:lnTo>
                  <a:lnTo>
                    <a:pt x="68294" y="42863"/>
                  </a:lnTo>
                  <a:lnTo>
                    <a:pt x="67246" y="42196"/>
                  </a:lnTo>
                  <a:lnTo>
                    <a:pt x="66294" y="40672"/>
                  </a:lnTo>
                  <a:lnTo>
                    <a:pt x="65532" y="38957"/>
                  </a:lnTo>
                  <a:lnTo>
                    <a:pt x="65532" y="38862"/>
                  </a:lnTo>
                  <a:lnTo>
                    <a:pt x="65246" y="37814"/>
                  </a:lnTo>
                  <a:lnTo>
                    <a:pt x="65246" y="37814"/>
                  </a:lnTo>
                  <a:lnTo>
                    <a:pt x="65056" y="38005"/>
                  </a:lnTo>
                  <a:lnTo>
                    <a:pt x="64865" y="38100"/>
                  </a:lnTo>
                  <a:lnTo>
                    <a:pt x="64675" y="38195"/>
                  </a:lnTo>
                  <a:lnTo>
                    <a:pt x="64484" y="38481"/>
                  </a:lnTo>
                  <a:lnTo>
                    <a:pt x="64103" y="38481"/>
                  </a:lnTo>
                  <a:lnTo>
                    <a:pt x="64008" y="37338"/>
                  </a:lnTo>
                  <a:lnTo>
                    <a:pt x="64008" y="37243"/>
                  </a:lnTo>
                  <a:lnTo>
                    <a:pt x="63246" y="36767"/>
                  </a:lnTo>
                  <a:lnTo>
                    <a:pt x="62389" y="36671"/>
                  </a:lnTo>
                  <a:lnTo>
                    <a:pt x="62008" y="36481"/>
                  </a:lnTo>
                  <a:lnTo>
                    <a:pt x="62293" y="35719"/>
                  </a:lnTo>
                  <a:lnTo>
                    <a:pt x="62960" y="35719"/>
                  </a:lnTo>
                  <a:lnTo>
                    <a:pt x="64103" y="36100"/>
                  </a:lnTo>
                  <a:lnTo>
                    <a:pt x="64484" y="36290"/>
                  </a:lnTo>
                  <a:lnTo>
                    <a:pt x="64484" y="36290"/>
                  </a:lnTo>
                  <a:lnTo>
                    <a:pt x="62484" y="32290"/>
                  </a:lnTo>
                  <a:lnTo>
                    <a:pt x="62008" y="31242"/>
                  </a:lnTo>
                  <a:lnTo>
                    <a:pt x="61436" y="29623"/>
                  </a:lnTo>
                  <a:lnTo>
                    <a:pt x="61055" y="29432"/>
                  </a:lnTo>
                  <a:lnTo>
                    <a:pt x="60293" y="29623"/>
                  </a:lnTo>
                  <a:lnTo>
                    <a:pt x="60198" y="30099"/>
                  </a:lnTo>
                  <a:lnTo>
                    <a:pt x="60198" y="30099"/>
                  </a:lnTo>
                  <a:lnTo>
                    <a:pt x="60484" y="30671"/>
                  </a:lnTo>
                  <a:lnTo>
                    <a:pt x="60865" y="31337"/>
                  </a:lnTo>
                  <a:lnTo>
                    <a:pt x="60865" y="31337"/>
                  </a:lnTo>
                  <a:lnTo>
                    <a:pt x="59817" y="30766"/>
                  </a:lnTo>
                  <a:lnTo>
                    <a:pt x="57055" y="28194"/>
                  </a:lnTo>
                  <a:lnTo>
                    <a:pt x="56959" y="28099"/>
                  </a:lnTo>
                  <a:lnTo>
                    <a:pt x="56769" y="27718"/>
                  </a:lnTo>
                  <a:lnTo>
                    <a:pt x="57150" y="27622"/>
                  </a:lnTo>
                  <a:lnTo>
                    <a:pt x="58102" y="27813"/>
                  </a:lnTo>
                  <a:lnTo>
                    <a:pt x="58102" y="27813"/>
                  </a:lnTo>
                  <a:lnTo>
                    <a:pt x="58388" y="28004"/>
                  </a:lnTo>
                  <a:lnTo>
                    <a:pt x="58960" y="28670"/>
                  </a:lnTo>
                  <a:lnTo>
                    <a:pt x="58960" y="28670"/>
                  </a:lnTo>
                  <a:lnTo>
                    <a:pt x="58960" y="28670"/>
                  </a:lnTo>
                  <a:lnTo>
                    <a:pt x="59341" y="28861"/>
                  </a:lnTo>
                  <a:lnTo>
                    <a:pt x="59341" y="28861"/>
                  </a:lnTo>
                  <a:lnTo>
                    <a:pt x="60007" y="28480"/>
                  </a:lnTo>
                  <a:lnTo>
                    <a:pt x="59246" y="27527"/>
                  </a:lnTo>
                  <a:lnTo>
                    <a:pt x="58102" y="26479"/>
                  </a:lnTo>
                  <a:lnTo>
                    <a:pt x="57531" y="25718"/>
                  </a:lnTo>
                  <a:lnTo>
                    <a:pt x="57150" y="25051"/>
                  </a:lnTo>
                  <a:lnTo>
                    <a:pt x="57055" y="24955"/>
                  </a:lnTo>
                  <a:lnTo>
                    <a:pt x="42481" y="13145"/>
                  </a:lnTo>
                  <a:lnTo>
                    <a:pt x="40386" y="12002"/>
                  </a:lnTo>
                  <a:lnTo>
                    <a:pt x="39338" y="11239"/>
                  </a:lnTo>
                  <a:lnTo>
                    <a:pt x="32480" y="3143"/>
                  </a:lnTo>
                  <a:lnTo>
                    <a:pt x="32004" y="2381"/>
                  </a:lnTo>
                  <a:lnTo>
                    <a:pt x="31528" y="667"/>
                  </a:lnTo>
                  <a:lnTo>
                    <a:pt x="30766" y="191"/>
                  </a:lnTo>
                  <a:lnTo>
                    <a:pt x="29718" y="0"/>
                  </a:lnTo>
                  <a:lnTo>
                    <a:pt x="27527" y="95"/>
                  </a:lnTo>
                  <a:lnTo>
                    <a:pt x="26384" y="286"/>
                  </a:lnTo>
                  <a:lnTo>
                    <a:pt x="26003" y="381"/>
                  </a:lnTo>
                  <a:lnTo>
                    <a:pt x="24860" y="857"/>
                  </a:lnTo>
                  <a:lnTo>
                    <a:pt x="24955" y="1619"/>
                  </a:lnTo>
                  <a:lnTo>
                    <a:pt x="25717" y="2191"/>
                  </a:lnTo>
                  <a:lnTo>
                    <a:pt x="28765" y="2953"/>
                  </a:lnTo>
                  <a:lnTo>
                    <a:pt x="28765" y="2953"/>
                  </a:lnTo>
                  <a:lnTo>
                    <a:pt x="30671" y="4001"/>
                  </a:lnTo>
                  <a:lnTo>
                    <a:pt x="34480" y="8382"/>
                  </a:lnTo>
                  <a:lnTo>
                    <a:pt x="39148" y="12192"/>
                  </a:lnTo>
                  <a:lnTo>
                    <a:pt x="41053" y="13145"/>
                  </a:lnTo>
                  <a:lnTo>
                    <a:pt x="41053" y="13526"/>
                  </a:lnTo>
                  <a:lnTo>
                    <a:pt x="40957" y="13430"/>
                  </a:lnTo>
                  <a:lnTo>
                    <a:pt x="37147" y="11716"/>
                  </a:lnTo>
                  <a:lnTo>
                    <a:pt x="35528" y="10668"/>
                  </a:lnTo>
                  <a:lnTo>
                    <a:pt x="30861" y="5620"/>
                  </a:lnTo>
                  <a:lnTo>
                    <a:pt x="29337" y="4001"/>
                  </a:lnTo>
                  <a:lnTo>
                    <a:pt x="29146" y="3905"/>
                  </a:lnTo>
                  <a:lnTo>
                    <a:pt x="28765" y="3715"/>
                  </a:lnTo>
                  <a:lnTo>
                    <a:pt x="28765" y="3715"/>
                  </a:lnTo>
                  <a:lnTo>
                    <a:pt x="28575" y="3715"/>
                  </a:lnTo>
                  <a:lnTo>
                    <a:pt x="28289" y="3715"/>
                  </a:lnTo>
                  <a:lnTo>
                    <a:pt x="28099" y="3810"/>
                  </a:lnTo>
                  <a:lnTo>
                    <a:pt x="27622" y="3905"/>
                  </a:lnTo>
                  <a:lnTo>
                    <a:pt x="27051" y="3905"/>
                  </a:lnTo>
                  <a:lnTo>
                    <a:pt x="26860" y="3429"/>
                  </a:lnTo>
                  <a:lnTo>
                    <a:pt x="26575" y="3334"/>
                  </a:lnTo>
                  <a:lnTo>
                    <a:pt x="25336" y="3048"/>
                  </a:lnTo>
                  <a:lnTo>
                    <a:pt x="24860" y="2953"/>
                  </a:lnTo>
                  <a:lnTo>
                    <a:pt x="24384" y="2762"/>
                  </a:lnTo>
                  <a:lnTo>
                    <a:pt x="24193" y="2381"/>
                  </a:lnTo>
                  <a:lnTo>
                    <a:pt x="24289" y="1238"/>
                  </a:lnTo>
                  <a:lnTo>
                    <a:pt x="24003" y="571"/>
                  </a:lnTo>
                  <a:lnTo>
                    <a:pt x="23241" y="476"/>
                  </a:lnTo>
                  <a:lnTo>
                    <a:pt x="21050" y="762"/>
                  </a:lnTo>
                  <a:lnTo>
                    <a:pt x="16954" y="381"/>
                  </a:lnTo>
                  <a:lnTo>
                    <a:pt x="16954" y="381"/>
                  </a:lnTo>
                  <a:lnTo>
                    <a:pt x="16002" y="762"/>
                  </a:lnTo>
                  <a:lnTo>
                    <a:pt x="13906" y="2667"/>
                  </a:lnTo>
                  <a:lnTo>
                    <a:pt x="12763" y="3238"/>
                  </a:lnTo>
                  <a:lnTo>
                    <a:pt x="13144" y="3810"/>
                  </a:lnTo>
                  <a:lnTo>
                    <a:pt x="13716" y="4477"/>
                  </a:lnTo>
                  <a:lnTo>
                    <a:pt x="13906" y="4763"/>
                  </a:lnTo>
                  <a:lnTo>
                    <a:pt x="14288" y="5334"/>
                  </a:lnTo>
                  <a:lnTo>
                    <a:pt x="14478" y="6001"/>
                  </a:lnTo>
                  <a:lnTo>
                    <a:pt x="14573" y="6572"/>
                  </a:lnTo>
                  <a:lnTo>
                    <a:pt x="14764" y="7049"/>
                  </a:lnTo>
                  <a:lnTo>
                    <a:pt x="15335" y="7429"/>
                  </a:lnTo>
                  <a:lnTo>
                    <a:pt x="15430" y="7049"/>
                  </a:lnTo>
                  <a:lnTo>
                    <a:pt x="15811" y="7239"/>
                  </a:lnTo>
                  <a:lnTo>
                    <a:pt x="16288" y="7525"/>
                  </a:lnTo>
                  <a:lnTo>
                    <a:pt x="16383" y="7620"/>
                  </a:lnTo>
                  <a:lnTo>
                    <a:pt x="17621" y="8001"/>
                  </a:lnTo>
                  <a:lnTo>
                    <a:pt x="19621" y="9620"/>
                  </a:lnTo>
                  <a:lnTo>
                    <a:pt x="22193" y="11049"/>
                  </a:lnTo>
                  <a:lnTo>
                    <a:pt x="23431" y="11621"/>
                  </a:lnTo>
                  <a:lnTo>
                    <a:pt x="24670" y="11906"/>
                  </a:lnTo>
                  <a:lnTo>
                    <a:pt x="24098" y="11239"/>
                  </a:lnTo>
                  <a:lnTo>
                    <a:pt x="23050" y="10382"/>
                  </a:lnTo>
                  <a:lnTo>
                    <a:pt x="22479" y="9716"/>
                  </a:lnTo>
                  <a:lnTo>
                    <a:pt x="22479" y="9716"/>
                  </a:lnTo>
                  <a:lnTo>
                    <a:pt x="23622" y="10192"/>
                  </a:lnTo>
                  <a:lnTo>
                    <a:pt x="25622" y="11906"/>
                  </a:lnTo>
                  <a:lnTo>
                    <a:pt x="26670" y="12478"/>
                  </a:lnTo>
                  <a:lnTo>
                    <a:pt x="27051" y="12763"/>
                  </a:lnTo>
                  <a:lnTo>
                    <a:pt x="27432" y="12954"/>
                  </a:lnTo>
                  <a:lnTo>
                    <a:pt x="27813" y="12859"/>
                  </a:lnTo>
                  <a:lnTo>
                    <a:pt x="28194" y="12192"/>
                  </a:lnTo>
                  <a:lnTo>
                    <a:pt x="27813" y="11621"/>
                  </a:lnTo>
                  <a:lnTo>
                    <a:pt x="27242" y="11239"/>
                  </a:lnTo>
                  <a:lnTo>
                    <a:pt x="26860" y="10859"/>
                  </a:lnTo>
                  <a:lnTo>
                    <a:pt x="26765" y="9525"/>
                  </a:lnTo>
                  <a:lnTo>
                    <a:pt x="27432" y="9525"/>
                  </a:lnTo>
                  <a:lnTo>
                    <a:pt x="28384" y="10096"/>
                  </a:lnTo>
                  <a:lnTo>
                    <a:pt x="31051" y="11239"/>
                  </a:lnTo>
                  <a:lnTo>
                    <a:pt x="31623" y="11525"/>
                  </a:lnTo>
                  <a:lnTo>
                    <a:pt x="31623" y="11525"/>
                  </a:lnTo>
                  <a:lnTo>
                    <a:pt x="33242" y="12573"/>
                  </a:lnTo>
                  <a:lnTo>
                    <a:pt x="36957" y="15812"/>
                  </a:lnTo>
                  <a:lnTo>
                    <a:pt x="37433" y="16002"/>
                  </a:lnTo>
                  <a:lnTo>
                    <a:pt x="39148" y="16002"/>
                  </a:lnTo>
                  <a:lnTo>
                    <a:pt x="39433" y="16002"/>
                  </a:lnTo>
                  <a:lnTo>
                    <a:pt x="40100" y="16478"/>
                  </a:lnTo>
                  <a:lnTo>
                    <a:pt x="40291" y="16383"/>
                  </a:lnTo>
                  <a:lnTo>
                    <a:pt x="40386" y="16193"/>
                  </a:lnTo>
                  <a:lnTo>
                    <a:pt x="40481" y="16097"/>
                  </a:lnTo>
                  <a:lnTo>
                    <a:pt x="40862" y="15907"/>
                  </a:lnTo>
                  <a:lnTo>
                    <a:pt x="41529" y="15907"/>
                  </a:lnTo>
                  <a:lnTo>
                    <a:pt x="42005" y="15907"/>
                  </a:lnTo>
                  <a:lnTo>
                    <a:pt x="42386" y="16002"/>
                  </a:lnTo>
                  <a:lnTo>
                    <a:pt x="42767" y="16193"/>
                  </a:lnTo>
                  <a:lnTo>
                    <a:pt x="43720" y="16954"/>
                  </a:lnTo>
                  <a:lnTo>
                    <a:pt x="43910" y="17050"/>
                  </a:lnTo>
                  <a:lnTo>
                    <a:pt x="44101" y="17145"/>
                  </a:lnTo>
                  <a:lnTo>
                    <a:pt x="45244" y="17431"/>
                  </a:lnTo>
                  <a:lnTo>
                    <a:pt x="46482" y="18002"/>
                  </a:lnTo>
                  <a:lnTo>
                    <a:pt x="50101" y="20479"/>
                  </a:lnTo>
                  <a:lnTo>
                    <a:pt x="50101" y="20479"/>
                  </a:lnTo>
                  <a:lnTo>
                    <a:pt x="47625" y="20003"/>
                  </a:lnTo>
                  <a:lnTo>
                    <a:pt x="44291" y="18479"/>
                  </a:lnTo>
                  <a:lnTo>
                    <a:pt x="41529" y="17717"/>
                  </a:lnTo>
                  <a:lnTo>
                    <a:pt x="40291" y="17621"/>
                  </a:lnTo>
                  <a:lnTo>
                    <a:pt x="35528" y="19526"/>
                  </a:lnTo>
                  <a:lnTo>
                    <a:pt x="32956" y="20193"/>
                  </a:lnTo>
                  <a:lnTo>
                    <a:pt x="31813" y="19431"/>
                  </a:lnTo>
                  <a:lnTo>
                    <a:pt x="31813" y="19431"/>
                  </a:lnTo>
                  <a:lnTo>
                    <a:pt x="32099" y="19050"/>
                  </a:lnTo>
                  <a:lnTo>
                    <a:pt x="31909" y="18669"/>
                  </a:lnTo>
                  <a:lnTo>
                    <a:pt x="31813" y="18288"/>
                  </a:lnTo>
                  <a:lnTo>
                    <a:pt x="32480" y="18002"/>
                  </a:lnTo>
                  <a:lnTo>
                    <a:pt x="32480" y="18002"/>
                  </a:lnTo>
                  <a:lnTo>
                    <a:pt x="32194" y="17431"/>
                  </a:lnTo>
                  <a:lnTo>
                    <a:pt x="30956" y="16383"/>
                  </a:lnTo>
                  <a:lnTo>
                    <a:pt x="30194" y="15907"/>
                  </a:lnTo>
                  <a:lnTo>
                    <a:pt x="27146" y="15145"/>
                  </a:lnTo>
                  <a:lnTo>
                    <a:pt x="24003" y="13335"/>
                  </a:lnTo>
                  <a:lnTo>
                    <a:pt x="22384" y="12668"/>
                  </a:lnTo>
                  <a:lnTo>
                    <a:pt x="20669" y="12573"/>
                  </a:lnTo>
                  <a:lnTo>
                    <a:pt x="21431" y="13526"/>
                  </a:lnTo>
                  <a:lnTo>
                    <a:pt x="25336" y="15812"/>
                  </a:lnTo>
                  <a:lnTo>
                    <a:pt x="26384" y="16574"/>
                  </a:lnTo>
                  <a:lnTo>
                    <a:pt x="27146" y="17336"/>
                  </a:lnTo>
                  <a:lnTo>
                    <a:pt x="27432" y="17717"/>
                  </a:lnTo>
                  <a:lnTo>
                    <a:pt x="27718" y="18097"/>
                  </a:lnTo>
                  <a:lnTo>
                    <a:pt x="28194" y="19050"/>
                  </a:lnTo>
                  <a:lnTo>
                    <a:pt x="27622" y="19145"/>
                  </a:lnTo>
                  <a:lnTo>
                    <a:pt x="27146" y="19336"/>
                  </a:lnTo>
                  <a:lnTo>
                    <a:pt x="26765" y="19526"/>
                  </a:lnTo>
                  <a:lnTo>
                    <a:pt x="26575" y="19717"/>
                  </a:lnTo>
                  <a:lnTo>
                    <a:pt x="26479" y="19812"/>
                  </a:lnTo>
                  <a:lnTo>
                    <a:pt x="25336" y="21336"/>
                  </a:lnTo>
                  <a:lnTo>
                    <a:pt x="24860" y="21622"/>
                  </a:lnTo>
                  <a:lnTo>
                    <a:pt x="23813" y="21812"/>
                  </a:lnTo>
                  <a:lnTo>
                    <a:pt x="22479" y="22193"/>
                  </a:lnTo>
                  <a:lnTo>
                    <a:pt x="21336" y="22765"/>
                  </a:lnTo>
                  <a:lnTo>
                    <a:pt x="20669" y="23431"/>
                  </a:lnTo>
                  <a:lnTo>
                    <a:pt x="20669" y="24098"/>
                  </a:lnTo>
                  <a:lnTo>
                    <a:pt x="20955" y="25337"/>
                  </a:lnTo>
                  <a:lnTo>
                    <a:pt x="21050" y="25527"/>
                  </a:lnTo>
                  <a:lnTo>
                    <a:pt x="21431" y="26575"/>
                  </a:lnTo>
                  <a:lnTo>
                    <a:pt x="22003" y="27051"/>
                  </a:lnTo>
                  <a:lnTo>
                    <a:pt x="23431" y="27813"/>
                  </a:lnTo>
                  <a:lnTo>
                    <a:pt x="24003" y="27908"/>
                  </a:lnTo>
                  <a:lnTo>
                    <a:pt x="24003" y="27908"/>
                  </a:lnTo>
                  <a:lnTo>
                    <a:pt x="24098" y="28194"/>
                  </a:lnTo>
                  <a:lnTo>
                    <a:pt x="24003" y="28670"/>
                  </a:lnTo>
                  <a:lnTo>
                    <a:pt x="24003" y="31718"/>
                  </a:lnTo>
                  <a:lnTo>
                    <a:pt x="23717" y="33052"/>
                  </a:lnTo>
                  <a:lnTo>
                    <a:pt x="23527" y="33719"/>
                  </a:lnTo>
                  <a:lnTo>
                    <a:pt x="23431" y="34004"/>
                  </a:lnTo>
                  <a:lnTo>
                    <a:pt x="21717" y="38386"/>
                  </a:lnTo>
                  <a:lnTo>
                    <a:pt x="21336" y="40196"/>
                  </a:lnTo>
                  <a:lnTo>
                    <a:pt x="20669" y="41529"/>
                  </a:lnTo>
                  <a:lnTo>
                    <a:pt x="20288" y="42863"/>
                  </a:lnTo>
                  <a:lnTo>
                    <a:pt x="19621" y="43434"/>
                  </a:lnTo>
                  <a:lnTo>
                    <a:pt x="18002" y="44196"/>
                  </a:lnTo>
                  <a:lnTo>
                    <a:pt x="14954" y="46958"/>
                  </a:lnTo>
                  <a:lnTo>
                    <a:pt x="14478" y="47054"/>
                  </a:lnTo>
                  <a:lnTo>
                    <a:pt x="13811" y="47149"/>
                  </a:lnTo>
                  <a:lnTo>
                    <a:pt x="13335" y="47435"/>
                  </a:lnTo>
                  <a:lnTo>
                    <a:pt x="13525" y="48006"/>
                  </a:lnTo>
                  <a:lnTo>
                    <a:pt x="13811" y="48482"/>
                  </a:lnTo>
                  <a:lnTo>
                    <a:pt x="14002" y="49149"/>
                  </a:lnTo>
                  <a:lnTo>
                    <a:pt x="14097" y="50387"/>
                  </a:lnTo>
                  <a:lnTo>
                    <a:pt x="14097" y="50483"/>
                  </a:lnTo>
                  <a:lnTo>
                    <a:pt x="14002" y="54197"/>
                  </a:lnTo>
                  <a:lnTo>
                    <a:pt x="13906" y="54769"/>
                  </a:lnTo>
                  <a:lnTo>
                    <a:pt x="15145" y="58007"/>
                  </a:lnTo>
                  <a:lnTo>
                    <a:pt x="14668" y="63151"/>
                  </a:lnTo>
                  <a:lnTo>
                    <a:pt x="14192" y="64199"/>
                  </a:lnTo>
                  <a:lnTo>
                    <a:pt x="14097" y="64675"/>
                  </a:lnTo>
                  <a:lnTo>
                    <a:pt x="14097" y="64675"/>
                  </a:lnTo>
                  <a:lnTo>
                    <a:pt x="14002" y="64770"/>
                  </a:lnTo>
                  <a:lnTo>
                    <a:pt x="13430" y="66389"/>
                  </a:lnTo>
                  <a:lnTo>
                    <a:pt x="13335" y="66675"/>
                  </a:lnTo>
                  <a:lnTo>
                    <a:pt x="12668" y="67437"/>
                  </a:lnTo>
                  <a:lnTo>
                    <a:pt x="11811" y="68009"/>
                  </a:lnTo>
                  <a:lnTo>
                    <a:pt x="11049" y="68675"/>
                  </a:lnTo>
                  <a:lnTo>
                    <a:pt x="10763" y="69723"/>
                  </a:lnTo>
                  <a:lnTo>
                    <a:pt x="10763" y="71914"/>
                  </a:lnTo>
                  <a:lnTo>
                    <a:pt x="10668" y="72676"/>
                  </a:lnTo>
                  <a:lnTo>
                    <a:pt x="10382" y="73057"/>
                  </a:lnTo>
                  <a:lnTo>
                    <a:pt x="10001" y="73343"/>
                  </a:lnTo>
                  <a:lnTo>
                    <a:pt x="9715" y="73914"/>
                  </a:lnTo>
                  <a:lnTo>
                    <a:pt x="9239" y="79058"/>
                  </a:lnTo>
                  <a:lnTo>
                    <a:pt x="8763" y="81248"/>
                  </a:lnTo>
                  <a:lnTo>
                    <a:pt x="8668" y="82391"/>
                  </a:lnTo>
                  <a:lnTo>
                    <a:pt x="8477" y="82963"/>
                  </a:lnTo>
                  <a:lnTo>
                    <a:pt x="7810" y="83820"/>
                  </a:lnTo>
                  <a:lnTo>
                    <a:pt x="7525" y="84296"/>
                  </a:lnTo>
                  <a:lnTo>
                    <a:pt x="7429" y="84868"/>
                  </a:lnTo>
                  <a:lnTo>
                    <a:pt x="7525" y="85058"/>
                  </a:lnTo>
                  <a:lnTo>
                    <a:pt x="7620" y="85154"/>
                  </a:lnTo>
                  <a:lnTo>
                    <a:pt x="7715" y="85249"/>
                  </a:lnTo>
                  <a:lnTo>
                    <a:pt x="7906" y="85630"/>
                  </a:lnTo>
                  <a:lnTo>
                    <a:pt x="7906" y="85725"/>
                  </a:lnTo>
                  <a:lnTo>
                    <a:pt x="7906" y="85725"/>
                  </a:lnTo>
                  <a:lnTo>
                    <a:pt x="7906" y="86201"/>
                  </a:lnTo>
                  <a:lnTo>
                    <a:pt x="7810" y="87344"/>
                  </a:lnTo>
                  <a:lnTo>
                    <a:pt x="7810" y="88011"/>
                  </a:lnTo>
                  <a:lnTo>
                    <a:pt x="8001" y="88392"/>
                  </a:lnTo>
                  <a:lnTo>
                    <a:pt x="8287" y="88773"/>
                  </a:lnTo>
                  <a:lnTo>
                    <a:pt x="8477" y="89249"/>
                  </a:lnTo>
                  <a:lnTo>
                    <a:pt x="8572" y="89821"/>
                  </a:lnTo>
                  <a:lnTo>
                    <a:pt x="6763" y="93154"/>
                  </a:lnTo>
                  <a:lnTo>
                    <a:pt x="6953" y="93726"/>
                  </a:lnTo>
                  <a:lnTo>
                    <a:pt x="7525" y="94107"/>
                  </a:lnTo>
                  <a:lnTo>
                    <a:pt x="8001" y="94679"/>
                  </a:lnTo>
                  <a:lnTo>
                    <a:pt x="8192" y="94869"/>
                  </a:lnTo>
                  <a:lnTo>
                    <a:pt x="8382" y="95155"/>
                  </a:lnTo>
                  <a:lnTo>
                    <a:pt x="8763" y="95917"/>
                  </a:lnTo>
                  <a:lnTo>
                    <a:pt x="8954" y="96869"/>
                  </a:lnTo>
                  <a:lnTo>
                    <a:pt x="7715" y="97727"/>
                  </a:lnTo>
                  <a:lnTo>
                    <a:pt x="5239" y="97536"/>
                  </a:lnTo>
                  <a:lnTo>
                    <a:pt x="3524" y="96298"/>
                  </a:lnTo>
                  <a:lnTo>
                    <a:pt x="4572" y="94107"/>
                  </a:lnTo>
                  <a:lnTo>
                    <a:pt x="4286" y="93821"/>
                  </a:lnTo>
                  <a:lnTo>
                    <a:pt x="3334" y="92774"/>
                  </a:lnTo>
                  <a:lnTo>
                    <a:pt x="3238" y="91726"/>
                  </a:lnTo>
                  <a:lnTo>
                    <a:pt x="3238" y="91250"/>
                  </a:lnTo>
                  <a:lnTo>
                    <a:pt x="4096" y="88392"/>
                  </a:lnTo>
                  <a:lnTo>
                    <a:pt x="4096" y="88011"/>
                  </a:lnTo>
                  <a:lnTo>
                    <a:pt x="4096" y="86773"/>
                  </a:lnTo>
                  <a:lnTo>
                    <a:pt x="4191" y="86201"/>
                  </a:lnTo>
                  <a:lnTo>
                    <a:pt x="4381" y="86011"/>
                  </a:lnTo>
                  <a:lnTo>
                    <a:pt x="4667" y="86011"/>
                  </a:lnTo>
                  <a:lnTo>
                    <a:pt x="4858" y="85820"/>
                  </a:lnTo>
                  <a:lnTo>
                    <a:pt x="5429" y="84772"/>
                  </a:lnTo>
                  <a:lnTo>
                    <a:pt x="5905" y="83344"/>
                  </a:lnTo>
                  <a:lnTo>
                    <a:pt x="5239" y="83344"/>
                  </a:lnTo>
                  <a:lnTo>
                    <a:pt x="4763" y="83153"/>
                  </a:lnTo>
                  <a:lnTo>
                    <a:pt x="4381" y="82772"/>
                  </a:lnTo>
                  <a:lnTo>
                    <a:pt x="4286" y="82677"/>
                  </a:lnTo>
                  <a:lnTo>
                    <a:pt x="4096" y="82296"/>
                  </a:lnTo>
                  <a:lnTo>
                    <a:pt x="5048" y="80581"/>
                  </a:lnTo>
                  <a:lnTo>
                    <a:pt x="5810" y="78772"/>
                  </a:lnTo>
                  <a:lnTo>
                    <a:pt x="5810" y="78772"/>
                  </a:lnTo>
                  <a:lnTo>
                    <a:pt x="4286" y="81248"/>
                  </a:lnTo>
                  <a:lnTo>
                    <a:pt x="4000" y="81915"/>
                  </a:lnTo>
                  <a:lnTo>
                    <a:pt x="3810" y="82963"/>
                  </a:lnTo>
                  <a:lnTo>
                    <a:pt x="3238" y="84201"/>
                  </a:lnTo>
                  <a:lnTo>
                    <a:pt x="2381" y="85249"/>
                  </a:lnTo>
                  <a:lnTo>
                    <a:pt x="1524" y="85820"/>
                  </a:lnTo>
                  <a:lnTo>
                    <a:pt x="1810" y="86773"/>
                  </a:lnTo>
                  <a:lnTo>
                    <a:pt x="2096" y="89916"/>
                  </a:lnTo>
                  <a:lnTo>
                    <a:pt x="1905" y="90869"/>
                  </a:lnTo>
                  <a:lnTo>
                    <a:pt x="1810" y="90678"/>
                  </a:lnTo>
                  <a:lnTo>
                    <a:pt x="1810" y="90583"/>
                  </a:lnTo>
                  <a:lnTo>
                    <a:pt x="1810" y="90583"/>
                  </a:lnTo>
                  <a:lnTo>
                    <a:pt x="1810" y="90583"/>
                  </a:lnTo>
                  <a:lnTo>
                    <a:pt x="1619" y="90488"/>
                  </a:lnTo>
                  <a:lnTo>
                    <a:pt x="1619" y="92202"/>
                  </a:lnTo>
                  <a:lnTo>
                    <a:pt x="2953" y="98203"/>
                  </a:lnTo>
                  <a:lnTo>
                    <a:pt x="3810" y="100394"/>
                  </a:lnTo>
                  <a:lnTo>
                    <a:pt x="4381" y="103156"/>
                  </a:lnTo>
                  <a:lnTo>
                    <a:pt x="5048" y="104489"/>
                  </a:lnTo>
                  <a:lnTo>
                    <a:pt x="5143" y="105156"/>
                  </a:lnTo>
                  <a:lnTo>
                    <a:pt x="6382" y="111062"/>
                  </a:lnTo>
                  <a:lnTo>
                    <a:pt x="6382" y="112967"/>
                  </a:lnTo>
                  <a:lnTo>
                    <a:pt x="6477" y="113443"/>
                  </a:lnTo>
                  <a:lnTo>
                    <a:pt x="6572" y="113919"/>
                  </a:lnTo>
                  <a:lnTo>
                    <a:pt x="6953" y="114681"/>
                  </a:lnTo>
                  <a:lnTo>
                    <a:pt x="7239" y="115443"/>
                  </a:lnTo>
                  <a:lnTo>
                    <a:pt x="7144" y="115919"/>
                  </a:lnTo>
                  <a:lnTo>
                    <a:pt x="7048" y="116396"/>
                  </a:lnTo>
                  <a:lnTo>
                    <a:pt x="6763" y="117443"/>
                  </a:lnTo>
                  <a:lnTo>
                    <a:pt x="6667" y="118396"/>
                  </a:lnTo>
                  <a:lnTo>
                    <a:pt x="6286" y="118110"/>
                  </a:lnTo>
                  <a:lnTo>
                    <a:pt x="6096" y="118110"/>
                  </a:lnTo>
                  <a:lnTo>
                    <a:pt x="5905" y="118301"/>
                  </a:lnTo>
                  <a:lnTo>
                    <a:pt x="6191" y="118967"/>
                  </a:lnTo>
                  <a:lnTo>
                    <a:pt x="8763" y="137827"/>
                  </a:lnTo>
                  <a:lnTo>
                    <a:pt x="8668" y="138208"/>
                  </a:lnTo>
                  <a:lnTo>
                    <a:pt x="8477" y="138589"/>
                  </a:lnTo>
                  <a:lnTo>
                    <a:pt x="8382" y="138970"/>
                  </a:lnTo>
                  <a:lnTo>
                    <a:pt x="8572" y="139351"/>
                  </a:lnTo>
                  <a:lnTo>
                    <a:pt x="8572" y="139446"/>
                  </a:lnTo>
                  <a:lnTo>
                    <a:pt x="8858" y="139637"/>
                  </a:lnTo>
                  <a:lnTo>
                    <a:pt x="9525" y="139827"/>
                  </a:lnTo>
                  <a:lnTo>
                    <a:pt x="9811" y="140018"/>
                  </a:lnTo>
                  <a:lnTo>
                    <a:pt x="10096" y="140589"/>
                  </a:lnTo>
                  <a:lnTo>
                    <a:pt x="10192" y="141256"/>
                  </a:lnTo>
                  <a:lnTo>
                    <a:pt x="10192" y="141256"/>
                  </a:lnTo>
                  <a:lnTo>
                    <a:pt x="10192" y="142875"/>
                  </a:lnTo>
                  <a:lnTo>
                    <a:pt x="10192" y="142875"/>
                  </a:lnTo>
                  <a:lnTo>
                    <a:pt x="10192" y="142875"/>
                  </a:lnTo>
                  <a:lnTo>
                    <a:pt x="10192" y="142875"/>
                  </a:lnTo>
                  <a:lnTo>
                    <a:pt x="10096" y="142875"/>
                  </a:lnTo>
                  <a:lnTo>
                    <a:pt x="9906" y="143066"/>
                  </a:lnTo>
                  <a:lnTo>
                    <a:pt x="9811" y="143542"/>
                  </a:lnTo>
                  <a:lnTo>
                    <a:pt x="9525" y="143542"/>
                  </a:lnTo>
                  <a:lnTo>
                    <a:pt x="9239" y="143161"/>
                  </a:lnTo>
                  <a:lnTo>
                    <a:pt x="8763" y="141351"/>
                  </a:lnTo>
                  <a:lnTo>
                    <a:pt x="8477" y="140875"/>
                  </a:lnTo>
                  <a:lnTo>
                    <a:pt x="8192" y="140494"/>
                  </a:lnTo>
                  <a:lnTo>
                    <a:pt x="8001" y="140018"/>
                  </a:lnTo>
                  <a:lnTo>
                    <a:pt x="8001" y="139255"/>
                  </a:lnTo>
                  <a:lnTo>
                    <a:pt x="7620" y="140589"/>
                  </a:lnTo>
                  <a:lnTo>
                    <a:pt x="10096" y="149543"/>
                  </a:lnTo>
                  <a:lnTo>
                    <a:pt x="10096" y="149543"/>
                  </a:lnTo>
                  <a:lnTo>
                    <a:pt x="10096" y="150114"/>
                  </a:lnTo>
                  <a:lnTo>
                    <a:pt x="10001" y="150686"/>
                  </a:lnTo>
                  <a:lnTo>
                    <a:pt x="9525" y="151924"/>
                  </a:lnTo>
                  <a:lnTo>
                    <a:pt x="9430" y="152114"/>
                  </a:lnTo>
                  <a:lnTo>
                    <a:pt x="9430" y="155924"/>
                  </a:lnTo>
                  <a:lnTo>
                    <a:pt x="9525" y="156305"/>
                  </a:lnTo>
                  <a:lnTo>
                    <a:pt x="10287" y="160306"/>
                  </a:lnTo>
                  <a:lnTo>
                    <a:pt x="14764" y="171831"/>
                  </a:lnTo>
                  <a:lnTo>
                    <a:pt x="15907" y="174593"/>
                  </a:lnTo>
                  <a:lnTo>
                    <a:pt x="15907" y="174784"/>
                  </a:lnTo>
                  <a:lnTo>
                    <a:pt x="16288" y="177546"/>
                  </a:lnTo>
                  <a:lnTo>
                    <a:pt x="16192" y="177546"/>
                  </a:lnTo>
                  <a:lnTo>
                    <a:pt x="16192" y="177546"/>
                  </a:lnTo>
                  <a:lnTo>
                    <a:pt x="15907" y="177546"/>
                  </a:lnTo>
                  <a:lnTo>
                    <a:pt x="15621" y="177641"/>
                  </a:lnTo>
                  <a:lnTo>
                    <a:pt x="15526" y="177927"/>
                  </a:lnTo>
                  <a:lnTo>
                    <a:pt x="15716" y="178213"/>
                  </a:lnTo>
                  <a:lnTo>
                    <a:pt x="15907" y="178403"/>
                  </a:lnTo>
                  <a:lnTo>
                    <a:pt x="16097" y="178499"/>
                  </a:lnTo>
                  <a:lnTo>
                    <a:pt x="16192" y="178594"/>
                  </a:lnTo>
                  <a:lnTo>
                    <a:pt x="16383" y="179451"/>
                  </a:lnTo>
                  <a:lnTo>
                    <a:pt x="16954" y="181928"/>
                  </a:lnTo>
                  <a:lnTo>
                    <a:pt x="17907" y="183642"/>
                  </a:lnTo>
                  <a:lnTo>
                    <a:pt x="18383" y="186119"/>
                  </a:lnTo>
                  <a:lnTo>
                    <a:pt x="18859" y="186976"/>
                  </a:lnTo>
                  <a:lnTo>
                    <a:pt x="18955" y="187262"/>
                  </a:lnTo>
                  <a:lnTo>
                    <a:pt x="18955" y="187262"/>
                  </a:lnTo>
                  <a:lnTo>
                    <a:pt x="18955" y="187738"/>
                  </a:lnTo>
                  <a:lnTo>
                    <a:pt x="18955" y="188214"/>
                  </a:lnTo>
                  <a:lnTo>
                    <a:pt x="18955" y="188214"/>
                  </a:lnTo>
                  <a:lnTo>
                    <a:pt x="19050" y="188690"/>
                  </a:lnTo>
                  <a:lnTo>
                    <a:pt x="21526" y="193834"/>
                  </a:lnTo>
                  <a:lnTo>
                    <a:pt x="22003" y="194501"/>
                  </a:lnTo>
                  <a:lnTo>
                    <a:pt x="22193" y="194691"/>
                  </a:lnTo>
                  <a:lnTo>
                    <a:pt x="22288" y="194881"/>
                  </a:lnTo>
                  <a:lnTo>
                    <a:pt x="22288" y="195358"/>
                  </a:lnTo>
                  <a:lnTo>
                    <a:pt x="22288" y="195358"/>
                  </a:lnTo>
                  <a:lnTo>
                    <a:pt x="22384" y="195548"/>
                  </a:lnTo>
                  <a:lnTo>
                    <a:pt x="22479" y="195739"/>
                  </a:lnTo>
                  <a:lnTo>
                    <a:pt x="22479" y="195739"/>
                  </a:lnTo>
                  <a:lnTo>
                    <a:pt x="22479" y="195739"/>
                  </a:lnTo>
                  <a:lnTo>
                    <a:pt x="22860" y="196025"/>
                  </a:lnTo>
                  <a:lnTo>
                    <a:pt x="27146" y="200501"/>
                  </a:lnTo>
                  <a:lnTo>
                    <a:pt x="28099" y="201263"/>
                  </a:lnTo>
                  <a:lnTo>
                    <a:pt x="28480" y="200882"/>
                  </a:lnTo>
                  <a:lnTo>
                    <a:pt x="28480" y="200882"/>
                  </a:lnTo>
                  <a:lnTo>
                    <a:pt x="28956" y="201168"/>
                  </a:lnTo>
                  <a:lnTo>
                    <a:pt x="29242" y="201263"/>
                  </a:lnTo>
                  <a:lnTo>
                    <a:pt x="30385" y="202216"/>
                  </a:lnTo>
                  <a:lnTo>
                    <a:pt x="31051" y="202311"/>
                  </a:lnTo>
                  <a:lnTo>
                    <a:pt x="32004" y="202502"/>
                  </a:lnTo>
                  <a:lnTo>
                    <a:pt x="34290" y="203263"/>
                  </a:lnTo>
                  <a:lnTo>
                    <a:pt x="34671" y="203359"/>
                  </a:lnTo>
                  <a:lnTo>
                    <a:pt x="34671" y="203359"/>
                  </a:lnTo>
                  <a:lnTo>
                    <a:pt x="34671" y="203359"/>
                  </a:lnTo>
                  <a:lnTo>
                    <a:pt x="34861" y="203454"/>
                  </a:lnTo>
                  <a:lnTo>
                    <a:pt x="35242" y="203930"/>
                  </a:lnTo>
                  <a:lnTo>
                    <a:pt x="35338" y="204026"/>
                  </a:lnTo>
                  <a:lnTo>
                    <a:pt x="35433" y="204121"/>
                  </a:lnTo>
                  <a:lnTo>
                    <a:pt x="35719" y="204121"/>
                  </a:lnTo>
                  <a:lnTo>
                    <a:pt x="35909" y="203930"/>
                  </a:lnTo>
                  <a:lnTo>
                    <a:pt x="36100" y="203740"/>
                  </a:lnTo>
                  <a:lnTo>
                    <a:pt x="36385" y="203645"/>
                  </a:lnTo>
                  <a:lnTo>
                    <a:pt x="36767" y="203740"/>
                  </a:lnTo>
                  <a:lnTo>
                    <a:pt x="36957" y="204026"/>
                  </a:lnTo>
                  <a:lnTo>
                    <a:pt x="37147" y="204311"/>
                  </a:lnTo>
                  <a:lnTo>
                    <a:pt x="37433" y="204406"/>
                  </a:lnTo>
                  <a:lnTo>
                    <a:pt x="37814" y="204406"/>
                  </a:lnTo>
                  <a:lnTo>
                    <a:pt x="39243" y="204597"/>
                  </a:lnTo>
                  <a:lnTo>
                    <a:pt x="40005" y="204502"/>
                  </a:lnTo>
                  <a:lnTo>
                    <a:pt x="40862" y="204026"/>
                  </a:lnTo>
                  <a:lnTo>
                    <a:pt x="40862" y="204026"/>
                  </a:lnTo>
                  <a:lnTo>
                    <a:pt x="41053" y="204311"/>
                  </a:lnTo>
                  <a:lnTo>
                    <a:pt x="41243" y="204692"/>
                  </a:lnTo>
                  <a:lnTo>
                    <a:pt x="41529" y="205264"/>
                  </a:lnTo>
                  <a:lnTo>
                    <a:pt x="42005" y="205740"/>
                  </a:lnTo>
                  <a:lnTo>
                    <a:pt x="42863" y="205930"/>
                  </a:lnTo>
                  <a:lnTo>
                    <a:pt x="45910" y="205550"/>
                  </a:lnTo>
                  <a:lnTo>
                    <a:pt x="46292" y="205645"/>
                  </a:lnTo>
                  <a:lnTo>
                    <a:pt x="46863" y="205835"/>
                  </a:lnTo>
                  <a:lnTo>
                    <a:pt x="47815" y="206312"/>
                  </a:lnTo>
                  <a:lnTo>
                    <a:pt x="48673" y="206693"/>
                  </a:lnTo>
                  <a:lnTo>
                    <a:pt x="49054" y="206597"/>
                  </a:lnTo>
                  <a:lnTo>
                    <a:pt x="49435" y="206502"/>
                  </a:lnTo>
                  <a:lnTo>
                    <a:pt x="50673" y="205550"/>
                  </a:lnTo>
                  <a:lnTo>
                    <a:pt x="51435" y="205169"/>
                  </a:lnTo>
                  <a:lnTo>
                    <a:pt x="52102" y="204883"/>
                  </a:lnTo>
                  <a:lnTo>
                    <a:pt x="52959" y="204788"/>
                  </a:lnTo>
                  <a:lnTo>
                    <a:pt x="52959" y="204788"/>
                  </a:lnTo>
                  <a:lnTo>
                    <a:pt x="55150" y="204883"/>
                  </a:lnTo>
                  <a:lnTo>
                    <a:pt x="56102" y="203835"/>
                  </a:lnTo>
                  <a:lnTo>
                    <a:pt x="58102" y="202311"/>
                  </a:lnTo>
                  <a:lnTo>
                    <a:pt x="60103" y="200787"/>
                  </a:lnTo>
                  <a:lnTo>
                    <a:pt x="60579" y="200596"/>
                  </a:lnTo>
                  <a:lnTo>
                    <a:pt x="61436" y="200216"/>
                  </a:lnTo>
                  <a:lnTo>
                    <a:pt x="62865" y="200501"/>
                  </a:lnTo>
                  <a:lnTo>
                    <a:pt x="63627" y="199358"/>
                  </a:lnTo>
                  <a:lnTo>
                    <a:pt x="64960" y="198882"/>
                  </a:lnTo>
                  <a:lnTo>
                    <a:pt x="67913" y="198311"/>
                  </a:lnTo>
                  <a:lnTo>
                    <a:pt x="70580" y="197358"/>
                  </a:lnTo>
                  <a:lnTo>
                    <a:pt x="76105" y="196215"/>
                  </a:lnTo>
                  <a:lnTo>
                    <a:pt x="77248" y="195739"/>
                  </a:lnTo>
                  <a:lnTo>
                    <a:pt x="78391" y="195072"/>
                  </a:lnTo>
                  <a:lnTo>
                    <a:pt x="78962" y="194786"/>
                  </a:lnTo>
                  <a:lnTo>
                    <a:pt x="79438" y="194691"/>
                  </a:lnTo>
                  <a:lnTo>
                    <a:pt x="79724" y="194310"/>
                  </a:lnTo>
                  <a:lnTo>
                    <a:pt x="79819" y="193453"/>
                  </a:lnTo>
                  <a:lnTo>
                    <a:pt x="80010" y="193072"/>
                  </a:lnTo>
                  <a:lnTo>
                    <a:pt x="80296" y="192977"/>
                  </a:lnTo>
                  <a:lnTo>
                    <a:pt x="80391" y="192977"/>
                  </a:lnTo>
                  <a:lnTo>
                    <a:pt x="80391" y="192977"/>
                  </a:lnTo>
                  <a:lnTo>
                    <a:pt x="80772" y="193262"/>
                  </a:lnTo>
                  <a:lnTo>
                    <a:pt x="80772" y="193262"/>
                  </a:lnTo>
                  <a:lnTo>
                    <a:pt x="80867" y="194024"/>
                  </a:lnTo>
                  <a:lnTo>
                    <a:pt x="80867" y="194024"/>
                  </a:lnTo>
                  <a:lnTo>
                    <a:pt x="87249" y="191738"/>
                  </a:lnTo>
                  <a:lnTo>
                    <a:pt x="89249" y="190691"/>
                  </a:lnTo>
                  <a:lnTo>
                    <a:pt x="99060" y="183071"/>
                  </a:lnTo>
                  <a:lnTo>
                    <a:pt x="100393" y="182404"/>
                  </a:lnTo>
                  <a:lnTo>
                    <a:pt x="101346" y="182118"/>
                  </a:lnTo>
                  <a:lnTo>
                    <a:pt x="104394" y="179927"/>
                  </a:lnTo>
                  <a:lnTo>
                    <a:pt x="106013" y="178308"/>
                  </a:lnTo>
                  <a:lnTo>
                    <a:pt x="110966" y="170497"/>
                  </a:lnTo>
                  <a:lnTo>
                    <a:pt x="111538" y="168974"/>
                  </a:lnTo>
                  <a:lnTo>
                    <a:pt x="111538" y="168974"/>
                  </a:lnTo>
                  <a:lnTo>
                    <a:pt x="111157" y="167735"/>
                  </a:lnTo>
                  <a:lnTo>
                    <a:pt x="111157" y="167735"/>
                  </a:lnTo>
                  <a:lnTo>
                    <a:pt x="111633" y="166973"/>
                  </a:lnTo>
                  <a:lnTo>
                    <a:pt x="112681" y="165354"/>
                  </a:lnTo>
                  <a:lnTo>
                    <a:pt x="112967" y="164497"/>
                  </a:lnTo>
                  <a:lnTo>
                    <a:pt x="113157" y="163830"/>
                  </a:lnTo>
                  <a:lnTo>
                    <a:pt x="113919" y="162401"/>
                  </a:lnTo>
                  <a:lnTo>
                    <a:pt x="114109" y="161449"/>
                  </a:lnTo>
                  <a:lnTo>
                    <a:pt x="114205" y="160306"/>
                  </a:lnTo>
                  <a:lnTo>
                    <a:pt x="114300" y="159449"/>
                  </a:lnTo>
                  <a:lnTo>
                    <a:pt x="116681" y="151067"/>
                  </a:lnTo>
                  <a:lnTo>
                    <a:pt x="116967" y="148971"/>
                  </a:lnTo>
                  <a:lnTo>
                    <a:pt x="117729" y="147161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6" name="Freeform: Shape 6">
              <a:extLst>
                <a:ext uri="{FF2B5EF4-FFF2-40B4-BE49-F238E27FC236}">
                  <a16:creationId xmlns:a16="http://schemas.microsoft.com/office/drawing/2014/main" id="{A5A35B78-8968-AB76-6A8E-9AF7B14520C3}"/>
                </a:ext>
              </a:extLst>
            </p:cNvPr>
            <p:cNvSpPr/>
            <p:nvPr/>
          </p:nvSpPr>
          <p:spPr>
            <a:xfrm>
              <a:off x="7380065" y="2698051"/>
              <a:ext cx="381000" cy="342900"/>
            </a:xfrm>
            <a:custGeom>
              <a:avLst/>
              <a:gdLst>
                <a:gd name="connsiteX0" fmla="*/ 5429 w 381000"/>
                <a:gd name="connsiteY0" fmla="*/ 52007 h 342900"/>
                <a:gd name="connsiteX1" fmla="*/ 5048 w 381000"/>
                <a:gd name="connsiteY1" fmla="*/ 52007 h 342900"/>
                <a:gd name="connsiteX2" fmla="*/ 4763 w 381000"/>
                <a:gd name="connsiteY2" fmla="*/ 52197 h 342900"/>
                <a:gd name="connsiteX3" fmla="*/ 4191 w 381000"/>
                <a:gd name="connsiteY3" fmla="*/ 52769 h 342900"/>
                <a:gd name="connsiteX4" fmla="*/ 3334 w 381000"/>
                <a:gd name="connsiteY4" fmla="*/ 53435 h 342900"/>
                <a:gd name="connsiteX5" fmla="*/ 3143 w 381000"/>
                <a:gd name="connsiteY5" fmla="*/ 53912 h 342900"/>
                <a:gd name="connsiteX6" fmla="*/ 3524 w 381000"/>
                <a:gd name="connsiteY6" fmla="*/ 54483 h 342900"/>
                <a:gd name="connsiteX7" fmla="*/ 3715 w 381000"/>
                <a:gd name="connsiteY7" fmla="*/ 54769 h 342900"/>
                <a:gd name="connsiteX8" fmla="*/ 3715 w 381000"/>
                <a:gd name="connsiteY8" fmla="*/ 54864 h 342900"/>
                <a:gd name="connsiteX9" fmla="*/ 3715 w 381000"/>
                <a:gd name="connsiteY9" fmla="*/ 55054 h 342900"/>
                <a:gd name="connsiteX10" fmla="*/ 3810 w 381000"/>
                <a:gd name="connsiteY10" fmla="*/ 54959 h 342900"/>
                <a:gd name="connsiteX11" fmla="*/ 4096 w 381000"/>
                <a:gd name="connsiteY11" fmla="*/ 54674 h 342900"/>
                <a:gd name="connsiteX12" fmla="*/ 4477 w 381000"/>
                <a:gd name="connsiteY12" fmla="*/ 54578 h 342900"/>
                <a:gd name="connsiteX13" fmla="*/ 4858 w 381000"/>
                <a:gd name="connsiteY13" fmla="*/ 54578 h 342900"/>
                <a:gd name="connsiteX14" fmla="*/ 5239 w 381000"/>
                <a:gd name="connsiteY14" fmla="*/ 54388 h 342900"/>
                <a:gd name="connsiteX15" fmla="*/ 5429 w 381000"/>
                <a:gd name="connsiteY15" fmla="*/ 53816 h 342900"/>
                <a:gd name="connsiteX16" fmla="*/ 5620 w 381000"/>
                <a:gd name="connsiteY16" fmla="*/ 53150 h 342900"/>
                <a:gd name="connsiteX17" fmla="*/ 5905 w 381000"/>
                <a:gd name="connsiteY17" fmla="*/ 52578 h 342900"/>
                <a:gd name="connsiteX18" fmla="*/ 5810 w 381000"/>
                <a:gd name="connsiteY18" fmla="*/ 52197 h 342900"/>
                <a:gd name="connsiteX19" fmla="*/ 5429 w 381000"/>
                <a:gd name="connsiteY19" fmla="*/ 52007 h 342900"/>
                <a:gd name="connsiteX20" fmla="*/ 74676 w 381000"/>
                <a:gd name="connsiteY20" fmla="*/ 246031 h 342900"/>
                <a:gd name="connsiteX21" fmla="*/ 75152 w 381000"/>
                <a:gd name="connsiteY21" fmla="*/ 246221 h 342900"/>
                <a:gd name="connsiteX22" fmla="*/ 75533 w 381000"/>
                <a:gd name="connsiteY22" fmla="*/ 246507 h 342900"/>
                <a:gd name="connsiteX23" fmla="*/ 76010 w 381000"/>
                <a:gd name="connsiteY23" fmla="*/ 246698 h 342900"/>
                <a:gd name="connsiteX24" fmla="*/ 76771 w 381000"/>
                <a:gd name="connsiteY24" fmla="*/ 246507 h 342900"/>
                <a:gd name="connsiteX25" fmla="*/ 77343 w 381000"/>
                <a:gd name="connsiteY25" fmla="*/ 245936 h 342900"/>
                <a:gd name="connsiteX26" fmla="*/ 77724 w 381000"/>
                <a:gd name="connsiteY26" fmla="*/ 245174 h 342900"/>
                <a:gd name="connsiteX27" fmla="*/ 77914 w 381000"/>
                <a:gd name="connsiteY27" fmla="*/ 244316 h 342900"/>
                <a:gd name="connsiteX28" fmla="*/ 77819 w 381000"/>
                <a:gd name="connsiteY28" fmla="*/ 243364 h 342900"/>
                <a:gd name="connsiteX29" fmla="*/ 77438 w 381000"/>
                <a:gd name="connsiteY29" fmla="*/ 242602 h 342900"/>
                <a:gd name="connsiteX30" fmla="*/ 76867 w 381000"/>
                <a:gd name="connsiteY30" fmla="*/ 242221 h 342900"/>
                <a:gd name="connsiteX31" fmla="*/ 76390 w 381000"/>
                <a:gd name="connsiteY31" fmla="*/ 242316 h 342900"/>
                <a:gd name="connsiteX32" fmla="*/ 76200 w 381000"/>
                <a:gd name="connsiteY32" fmla="*/ 243173 h 342900"/>
                <a:gd name="connsiteX33" fmla="*/ 76010 w 381000"/>
                <a:gd name="connsiteY33" fmla="*/ 243554 h 342900"/>
                <a:gd name="connsiteX34" fmla="*/ 75533 w 381000"/>
                <a:gd name="connsiteY34" fmla="*/ 243554 h 342900"/>
                <a:gd name="connsiteX35" fmla="*/ 75057 w 381000"/>
                <a:gd name="connsiteY35" fmla="*/ 243459 h 342900"/>
                <a:gd name="connsiteX36" fmla="*/ 74676 w 381000"/>
                <a:gd name="connsiteY36" fmla="*/ 243459 h 342900"/>
                <a:gd name="connsiteX37" fmla="*/ 73914 w 381000"/>
                <a:gd name="connsiteY37" fmla="*/ 244126 h 342900"/>
                <a:gd name="connsiteX38" fmla="*/ 72962 w 381000"/>
                <a:gd name="connsiteY38" fmla="*/ 245650 h 342900"/>
                <a:gd name="connsiteX39" fmla="*/ 72485 w 381000"/>
                <a:gd name="connsiteY39" fmla="*/ 246126 h 342900"/>
                <a:gd name="connsiteX40" fmla="*/ 72485 w 381000"/>
                <a:gd name="connsiteY40" fmla="*/ 246507 h 342900"/>
                <a:gd name="connsiteX41" fmla="*/ 73152 w 381000"/>
                <a:gd name="connsiteY41" fmla="*/ 246507 h 342900"/>
                <a:gd name="connsiteX42" fmla="*/ 74676 w 381000"/>
                <a:gd name="connsiteY42" fmla="*/ 246031 h 342900"/>
                <a:gd name="connsiteX43" fmla="*/ 78010 w 381000"/>
                <a:gd name="connsiteY43" fmla="*/ 253937 h 342900"/>
                <a:gd name="connsiteX44" fmla="*/ 78486 w 381000"/>
                <a:gd name="connsiteY44" fmla="*/ 254794 h 342900"/>
                <a:gd name="connsiteX45" fmla="*/ 78581 w 381000"/>
                <a:gd name="connsiteY45" fmla="*/ 255365 h 342900"/>
                <a:gd name="connsiteX46" fmla="*/ 78962 w 381000"/>
                <a:gd name="connsiteY46" fmla="*/ 255651 h 342900"/>
                <a:gd name="connsiteX47" fmla="*/ 79343 w 381000"/>
                <a:gd name="connsiteY47" fmla="*/ 255651 h 342900"/>
                <a:gd name="connsiteX48" fmla="*/ 79534 w 381000"/>
                <a:gd name="connsiteY48" fmla="*/ 255556 h 342900"/>
                <a:gd name="connsiteX49" fmla="*/ 79820 w 381000"/>
                <a:gd name="connsiteY49" fmla="*/ 255270 h 342900"/>
                <a:gd name="connsiteX50" fmla="*/ 80391 w 381000"/>
                <a:gd name="connsiteY50" fmla="*/ 255270 h 342900"/>
                <a:gd name="connsiteX51" fmla="*/ 80867 w 381000"/>
                <a:gd name="connsiteY51" fmla="*/ 255937 h 342900"/>
                <a:gd name="connsiteX52" fmla="*/ 81534 w 381000"/>
                <a:gd name="connsiteY52" fmla="*/ 256508 h 342900"/>
                <a:gd name="connsiteX53" fmla="*/ 82201 w 381000"/>
                <a:gd name="connsiteY53" fmla="*/ 256413 h 342900"/>
                <a:gd name="connsiteX54" fmla="*/ 82487 w 381000"/>
                <a:gd name="connsiteY54" fmla="*/ 255842 h 342900"/>
                <a:gd name="connsiteX55" fmla="*/ 82487 w 381000"/>
                <a:gd name="connsiteY55" fmla="*/ 255175 h 342900"/>
                <a:gd name="connsiteX56" fmla="*/ 82296 w 381000"/>
                <a:gd name="connsiteY56" fmla="*/ 254603 h 342900"/>
                <a:gd name="connsiteX57" fmla="*/ 82296 w 381000"/>
                <a:gd name="connsiteY57" fmla="*/ 254222 h 342900"/>
                <a:gd name="connsiteX58" fmla="*/ 82296 w 381000"/>
                <a:gd name="connsiteY58" fmla="*/ 253937 h 342900"/>
                <a:gd name="connsiteX59" fmla="*/ 82105 w 381000"/>
                <a:gd name="connsiteY59" fmla="*/ 253556 h 342900"/>
                <a:gd name="connsiteX60" fmla="*/ 81725 w 381000"/>
                <a:gd name="connsiteY60" fmla="*/ 253270 h 342900"/>
                <a:gd name="connsiteX61" fmla="*/ 81248 w 381000"/>
                <a:gd name="connsiteY61" fmla="*/ 253175 h 342900"/>
                <a:gd name="connsiteX62" fmla="*/ 80581 w 381000"/>
                <a:gd name="connsiteY62" fmla="*/ 253175 h 342900"/>
                <a:gd name="connsiteX63" fmla="*/ 80105 w 381000"/>
                <a:gd name="connsiteY63" fmla="*/ 252984 h 342900"/>
                <a:gd name="connsiteX64" fmla="*/ 79820 w 381000"/>
                <a:gd name="connsiteY64" fmla="*/ 252603 h 342900"/>
                <a:gd name="connsiteX65" fmla="*/ 79343 w 381000"/>
                <a:gd name="connsiteY65" fmla="*/ 252413 h 342900"/>
                <a:gd name="connsiteX66" fmla="*/ 78677 w 381000"/>
                <a:gd name="connsiteY66" fmla="*/ 252317 h 342900"/>
                <a:gd name="connsiteX67" fmla="*/ 78105 w 381000"/>
                <a:gd name="connsiteY67" fmla="*/ 252413 h 342900"/>
                <a:gd name="connsiteX68" fmla="*/ 77724 w 381000"/>
                <a:gd name="connsiteY68" fmla="*/ 252603 h 342900"/>
                <a:gd name="connsiteX69" fmla="*/ 77343 w 381000"/>
                <a:gd name="connsiteY69" fmla="*/ 252603 h 342900"/>
                <a:gd name="connsiteX70" fmla="*/ 76867 w 381000"/>
                <a:gd name="connsiteY70" fmla="*/ 252508 h 342900"/>
                <a:gd name="connsiteX71" fmla="*/ 77057 w 381000"/>
                <a:gd name="connsiteY71" fmla="*/ 253079 h 342900"/>
                <a:gd name="connsiteX72" fmla="*/ 78010 w 381000"/>
                <a:gd name="connsiteY72" fmla="*/ 253937 h 342900"/>
                <a:gd name="connsiteX73" fmla="*/ 82677 w 381000"/>
                <a:gd name="connsiteY73" fmla="*/ 235172 h 342900"/>
                <a:gd name="connsiteX74" fmla="*/ 82582 w 381000"/>
                <a:gd name="connsiteY74" fmla="*/ 234887 h 342900"/>
                <a:gd name="connsiteX75" fmla="*/ 82487 w 381000"/>
                <a:gd name="connsiteY75" fmla="*/ 234601 h 342900"/>
                <a:gd name="connsiteX76" fmla="*/ 82296 w 381000"/>
                <a:gd name="connsiteY76" fmla="*/ 234315 h 342900"/>
                <a:gd name="connsiteX77" fmla="*/ 81820 w 381000"/>
                <a:gd name="connsiteY77" fmla="*/ 234220 h 342900"/>
                <a:gd name="connsiteX78" fmla="*/ 81153 w 381000"/>
                <a:gd name="connsiteY78" fmla="*/ 234315 h 342900"/>
                <a:gd name="connsiteX79" fmla="*/ 80677 w 381000"/>
                <a:gd name="connsiteY79" fmla="*/ 234125 h 342900"/>
                <a:gd name="connsiteX80" fmla="*/ 80296 w 381000"/>
                <a:gd name="connsiteY80" fmla="*/ 234220 h 342900"/>
                <a:gd name="connsiteX81" fmla="*/ 79915 w 381000"/>
                <a:gd name="connsiteY81" fmla="*/ 234506 h 342900"/>
                <a:gd name="connsiteX82" fmla="*/ 79820 w 381000"/>
                <a:gd name="connsiteY82" fmla="*/ 234791 h 342900"/>
                <a:gd name="connsiteX83" fmla="*/ 80010 w 381000"/>
                <a:gd name="connsiteY83" fmla="*/ 234887 h 342900"/>
                <a:gd name="connsiteX84" fmla="*/ 80201 w 381000"/>
                <a:gd name="connsiteY84" fmla="*/ 234887 h 342900"/>
                <a:gd name="connsiteX85" fmla="*/ 80391 w 381000"/>
                <a:gd name="connsiteY85" fmla="*/ 234982 h 342900"/>
                <a:gd name="connsiteX86" fmla="*/ 80010 w 381000"/>
                <a:gd name="connsiteY86" fmla="*/ 235268 h 342900"/>
                <a:gd name="connsiteX87" fmla="*/ 80105 w 381000"/>
                <a:gd name="connsiteY87" fmla="*/ 235363 h 342900"/>
                <a:gd name="connsiteX88" fmla="*/ 80391 w 381000"/>
                <a:gd name="connsiteY88" fmla="*/ 235363 h 342900"/>
                <a:gd name="connsiteX89" fmla="*/ 80581 w 381000"/>
                <a:gd name="connsiteY89" fmla="*/ 235458 h 342900"/>
                <a:gd name="connsiteX90" fmla="*/ 80677 w 381000"/>
                <a:gd name="connsiteY90" fmla="*/ 235744 h 342900"/>
                <a:gd name="connsiteX91" fmla="*/ 80963 w 381000"/>
                <a:gd name="connsiteY91" fmla="*/ 235744 h 342900"/>
                <a:gd name="connsiteX92" fmla="*/ 81248 w 381000"/>
                <a:gd name="connsiteY92" fmla="*/ 235649 h 342900"/>
                <a:gd name="connsiteX93" fmla="*/ 81439 w 381000"/>
                <a:gd name="connsiteY93" fmla="*/ 235839 h 342900"/>
                <a:gd name="connsiteX94" fmla="*/ 81915 w 381000"/>
                <a:gd name="connsiteY94" fmla="*/ 236315 h 342900"/>
                <a:gd name="connsiteX95" fmla="*/ 82201 w 381000"/>
                <a:gd name="connsiteY95" fmla="*/ 236411 h 342900"/>
                <a:gd name="connsiteX96" fmla="*/ 82487 w 381000"/>
                <a:gd name="connsiteY96" fmla="*/ 236220 h 342900"/>
                <a:gd name="connsiteX97" fmla="*/ 82677 w 381000"/>
                <a:gd name="connsiteY97" fmla="*/ 236029 h 342900"/>
                <a:gd name="connsiteX98" fmla="*/ 82677 w 381000"/>
                <a:gd name="connsiteY98" fmla="*/ 235172 h 342900"/>
                <a:gd name="connsiteX99" fmla="*/ 78486 w 381000"/>
                <a:gd name="connsiteY99" fmla="*/ 246983 h 342900"/>
                <a:gd name="connsiteX100" fmla="*/ 78010 w 381000"/>
                <a:gd name="connsiteY100" fmla="*/ 246698 h 342900"/>
                <a:gd name="connsiteX101" fmla="*/ 77343 w 381000"/>
                <a:gd name="connsiteY101" fmla="*/ 246793 h 342900"/>
                <a:gd name="connsiteX102" fmla="*/ 76581 w 381000"/>
                <a:gd name="connsiteY102" fmla="*/ 247174 h 342900"/>
                <a:gd name="connsiteX103" fmla="*/ 76390 w 381000"/>
                <a:gd name="connsiteY103" fmla="*/ 247650 h 342900"/>
                <a:gd name="connsiteX104" fmla="*/ 76771 w 381000"/>
                <a:gd name="connsiteY104" fmla="*/ 248317 h 342900"/>
                <a:gd name="connsiteX105" fmla="*/ 77248 w 381000"/>
                <a:gd name="connsiteY105" fmla="*/ 248888 h 342900"/>
                <a:gd name="connsiteX106" fmla="*/ 78010 w 381000"/>
                <a:gd name="connsiteY106" fmla="*/ 249746 h 342900"/>
                <a:gd name="connsiteX107" fmla="*/ 78010 w 381000"/>
                <a:gd name="connsiteY107" fmla="*/ 250031 h 342900"/>
                <a:gd name="connsiteX108" fmla="*/ 78105 w 381000"/>
                <a:gd name="connsiteY108" fmla="*/ 250412 h 342900"/>
                <a:gd name="connsiteX109" fmla="*/ 78581 w 381000"/>
                <a:gd name="connsiteY109" fmla="*/ 250412 h 342900"/>
                <a:gd name="connsiteX110" fmla="*/ 79153 w 381000"/>
                <a:gd name="connsiteY110" fmla="*/ 250127 h 342900"/>
                <a:gd name="connsiteX111" fmla="*/ 79343 w 381000"/>
                <a:gd name="connsiteY111" fmla="*/ 249555 h 342900"/>
                <a:gd name="connsiteX112" fmla="*/ 79343 w 381000"/>
                <a:gd name="connsiteY112" fmla="*/ 248888 h 342900"/>
                <a:gd name="connsiteX113" fmla="*/ 79629 w 381000"/>
                <a:gd name="connsiteY113" fmla="*/ 248507 h 342900"/>
                <a:gd name="connsiteX114" fmla="*/ 80105 w 381000"/>
                <a:gd name="connsiteY114" fmla="*/ 248507 h 342900"/>
                <a:gd name="connsiteX115" fmla="*/ 80486 w 381000"/>
                <a:gd name="connsiteY115" fmla="*/ 248317 h 342900"/>
                <a:gd name="connsiteX116" fmla="*/ 80581 w 381000"/>
                <a:gd name="connsiteY116" fmla="*/ 247745 h 342900"/>
                <a:gd name="connsiteX117" fmla="*/ 80296 w 381000"/>
                <a:gd name="connsiteY117" fmla="*/ 246793 h 342900"/>
                <a:gd name="connsiteX118" fmla="*/ 80963 w 381000"/>
                <a:gd name="connsiteY118" fmla="*/ 246317 h 342900"/>
                <a:gd name="connsiteX119" fmla="*/ 80867 w 381000"/>
                <a:gd name="connsiteY119" fmla="*/ 245936 h 342900"/>
                <a:gd name="connsiteX120" fmla="*/ 80581 w 381000"/>
                <a:gd name="connsiteY120" fmla="*/ 245554 h 342900"/>
                <a:gd name="connsiteX121" fmla="*/ 80296 w 381000"/>
                <a:gd name="connsiteY121" fmla="*/ 245364 h 342900"/>
                <a:gd name="connsiteX122" fmla="*/ 79915 w 381000"/>
                <a:gd name="connsiteY122" fmla="*/ 245364 h 342900"/>
                <a:gd name="connsiteX123" fmla="*/ 79248 w 381000"/>
                <a:gd name="connsiteY123" fmla="*/ 245364 h 342900"/>
                <a:gd name="connsiteX124" fmla="*/ 78772 w 381000"/>
                <a:gd name="connsiteY124" fmla="*/ 245840 h 342900"/>
                <a:gd name="connsiteX125" fmla="*/ 78867 w 381000"/>
                <a:gd name="connsiteY125" fmla="*/ 246602 h 342900"/>
                <a:gd name="connsiteX126" fmla="*/ 78772 w 381000"/>
                <a:gd name="connsiteY126" fmla="*/ 246983 h 342900"/>
                <a:gd name="connsiteX127" fmla="*/ 78486 w 381000"/>
                <a:gd name="connsiteY127" fmla="*/ 246983 h 342900"/>
                <a:gd name="connsiteX128" fmla="*/ 4858 w 381000"/>
                <a:gd name="connsiteY128" fmla="*/ 42577 h 342900"/>
                <a:gd name="connsiteX129" fmla="*/ 1905 w 381000"/>
                <a:gd name="connsiteY129" fmla="*/ 43625 h 342900"/>
                <a:gd name="connsiteX130" fmla="*/ 571 w 381000"/>
                <a:gd name="connsiteY130" fmla="*/ 43148 h 342900"/>
                <a:gd name="connsiteX131" fmla="*/ 0 w 381000"/>
                <a:gd name="connsiteY131" fmla="*/ 45529 h 342900"/>
                <a:gd name="connsiteX132" fmla="*/ 1619 w 381000"/>
                <a:gd name="connsiteY132" fmla="*/ 46863 h 342900"/>
                <a:gd name="connsiteX133" fmla="*/ 3810 w 381000"/>
                <a:gd name="connsiteY133" fmla="*/ 47149 h 342900"/>
                <a:gd name="connsiteX134" fmla="*/ 4858 w 381000"/>
                <a:gd name="connsiteY134" fmla="*/ 46292 h 342900"/>
                <a:gd name="connsiteX135" fmla="*/ 4572 w 381000"/>
                <a:gd name="connsiteY135" fmla="*/ 46006 h 342900"/>
                <a:gd name="connsiteX136" fmla="*/ 3905 w 381000"/>
                <a:gd name="connsiteY136" fmla="*/ 45911 h 342900"/>
                <a:gd name="connsiteX137" fmla="*/ 3429 w 381000"/>
                <a:gd name="connsiteY137" fmla="*/ 45625 h 342900"/>
                <a:gd name="connsiteX138" fmla="*/ 3429 w 381000"/>
                <a:gd name="connsiteY138" fmla="*/ 44958 h 342900"/>
                <a:gd name="connsiteX139" fmla="*/ 3715 w 381000"/>
                <a:gd name="connsiteY139" fmla="*/ 44863 h 342900"/>
                <a:gd name="connsiteX140" fmla="*/ 5048 w 381000"/>
                <a:gd name="connsiteY140" fmla="*/ 44768 h 342900"/>
                <a:gd name="connsiteX141" fmla="*/ 6096 w 381000"/>
                <a:gd name="connsiteY141" fmla="*/ 45434 h 342900"/>
                <a:gd name="connsiteX142" fmla="*/ 6858 w 381000"/>
                <a:gd name="connsiteY142" fmla="*/ 44863 h 342900"/>
                <a:gd name="connsiteX143" fmla="*/ 6953 w 381000"/>
                <a:gd name="connsiteY143" fmla="*/ 43910 h 342900"/>
                <a:gd name="connsiteX144" fmla="*/ 6382 w 381000"/>
                <a:gd name="connsiteY144" fmla="*/ 43148 h 342900"/>
                <a:gd name="connsiteX145" fmla="*/ 4858 w 381000"/>
                <a:gd name="connsiteY145" fmla="*/ 42577 h 342900"/>
                <a:gd name="connsiteX146" fmla="*/ 81915 w 381000"/>
                <a:gd name="connsiteY146" fmla="*/ 250889 h 342900"/>
                <a:gd name="connsiteX147" fmla="*/ 81820 w 381000"/>
                <a:gd name="connsiteY147" fmla="*/ 250603 h 342900"/>
                <a:gd name="connsiteX148" fmla="*/ 81439 w 381000"/>
                <a:gd name="connsiteY148" fmla="*/ 250127 h 342900"/>
                <a:gd name="connsiteX149" fmla="*/ 80963 w 381000"/>
                <a:gd name="connsiteY149" fmla="*/ 249936 h 342900"/>
                <a:gd name="connsiteX150" fmla="*/ 80581 w 381000"/>
                <a:gd name="connsiteY150" fmla="*/ 250222 h 342900"/>
                <a:gd name="connsiteX151" fmla="*/ 79820 w 381000"/>
                <a:gd name="connsiteY151" fmla="*/ 250508 h 342900"/>
                <a:gd name="connsiteX152" fmla="*/ 78486 w 381000"/>
                <a:gd name="connsiteY152" fmla="*/ 250698 h 342900"/>
                <a:gd name="connsiteX153" fmla="*/ 78010 w 381000"/>
                <a:gd name="connsiteY153" fmla="*/ 251174 h 342900"/>
                <a:gd name="connsiteX154" fmla="*/ 78677 w 381000"/>
                <a:gd name="connsiteY154" fmla="*/ 251555 h 342900"/>
                <a:gd name="connsiteX155" fmla="*/ 79534 w 381000"/>
                <a:gd name="connsiteY155" fmla="*/ 251841 h 342900"/>
                <a:gd name="connsiteX156" fmla="*/ 80201 w 381000"/>
                <a:gd name="connsiteY156" fmla="*/ 252413 h 342900"/>
                <a:gd name="connsiteX157" fmla="*/ 80772 w 381000"/>
                <a:gd name="connsiteY157" fmla="*/ 252794 h 342900"/>
                <a:gd name="connsiteX158" fmla="*/ 81439 w 381000"/>
                <a:gd name="connsiteY158" fmla="*/ 252603 h 342900"/>
                <a:gd name="connsiteX159" fmla="*/ 81725 w 381000"/>
                <a:gd name="connsiteY159" fmla="*/ 252222 h 342900"/>
                <a:gd name="connsiteX160" fmla="*/ 81629 w 381000"/>
                <a:gd name="connsiteY160" fmla="*/ 251365 h 342900"/>
                <a:gd name="connsiteX161" fmla="*/ 81820 w 381000"/>
                <a:gd name="connsiteY161" fmla="*/ 250984 h 342900"/>
                <a:gd name="connsiteX162" fmla="*/ 81915 w 381000"/>
                <a:gd name="connsiteY162" fmla="*/ 250889 h 342900"/>
                <a:gd name="connsiteX163" fmla="*/ 73247 w 381000"/>
                <a:gd name="connsiteY163" fmla="*/ 251270 h 342900"/>
                <a:gd name="connsiteX164" fmla="*/ 73057 w 381000"/>
                <a:gd name="connsiteY164" fmla="*/ 251079 h 342900"/>
                <a:gd name="connsiteX165" fmla="*/ 72771 w 381000"/>
                <a:gd name="connsiteY165" fmla="*/ 251079 h 342900"/>
                <a:gd name="connsiteX166" fmla="*/ 72390 w 381000"/>
                <a:gd name="connsiteY166" fmla="*/ 251174 h 342900"/>
                <a:gd name="connsiteX167" fmla="*/ 70676 w 381000"/>
                <a:gd name="connsiteY167" fmla="*/ 251841 h 342900"/>
                <a:gd name="connsiteX168" fmla="*/ 69723 w 381000"/>
                <a:gd name="connsiteY168" fmla="*/ 252032 h 342900"/>
                <a:gd name="connsiteX169" fmla="*/ 68961 w 381000"/>
                <a:gd name="connsiteY169" fmla="*/ 251746 h 342900"/>
                <a:gd name="connsiteX170" fmla="*/ 68294 w 381000"/>
                <a:gd name="connsiteY170" fmla="*/ 252032 h 342900"/>
                <a:gd name="connsiteX171" fmla="*/ 67723 w 381000"/>
                <a:gd name="connsiteY171" fmla="*/ 252413 h 342900"/>
                <a:gd name="connsiteX172" fmla="*/ 67342 w 381000"/>
                <a:gd name="connsiteY172" fmla="*/ 252984 h 342900"/>
                <a:gd name="connsiteX173" fmla="*/ 67151 w 381000"/>
                <a:gd name="connsiteY173" fmla="*/ 253746 h 342900"/>
                <a:gd name="connsiteX174" fmla="*/ 67246 w 381000"/>
                <a:gd name="connsiteY174" fmla="*/ 254603 h 342900"/>
                <a:gd name="connsiteX175" fmla="*/ 67532 w 381000"/>
                <a:gd name="connsiteY175" fmla="*/ 255270 h 342900"/>
                <a:gd name="connsiteX176" fmla="*/ 68009 w 381000"/>
                <a:gd name="connsiteY176" fmla="*/ 255651 h 342900"/>
                <a:gd name="connsiteX177" fmla="*/ 68675 w 381000"/>
                <a:gd name="connsiteY177" fmla="*/ 255746 h 342900"/>
                <a:gd name="connsiteX178" fmla="*/ 69342 w 381000"/>
                <a:gd name="connsiteY178" fmla="*/ 255461 h 342900"/>
                <a:gd name="connsiteX179" fmla="*/ 69818 w 381000"/>
                <a:gd name="connsiteY179" fmla="*/ 254889 h 342900"/>
                <a:gd name="connsiteX180" fmla="*/ 70104 w 381000"/>
                <a:gd name="connsiteY180" fmla="*/ 254127 h 342900"/>
                <a:gd name="connsiteX181" fmla="*/ 70199 w 381000"/>
                <a:gd name="connsiteY181" fmla="*/ 253270 h 342900"/>
                <a:gd name="connsiteX182" fmla="*/ 70485 w 381000"/>
                <a:gd name="connsiteY182" fmla="*/ 253079 h 342900"/>
                <a:gd name="connsiteX183" fmla="*/ 71152 w 381000"/>
                <a:gd name="connsiteY183" fmla="*/ 253175 h 342900"/>
                <a:gd name="connsiteX184" fmla="*/ 71914 w 381000"/>
                <a:gd name="connsiteY184" fmla="*/ 253175 h 342900"/>
                <a:gd name="connsiteX185" fmla="*/ 72390 w 381000"/>
                <a:gd name="connsiteY185" fmla="*/ 252603 h 342900"/>
                <a:gd name="connsiteX186" fmla="*/ 72676 w 381000"/>
                <a:gd name="connsiteY186" fmla="*/ 252794 h 342900"/>
                <a:gd name="connsiteX187" fmla="*/ 73247 w 381000"/>
                <a:gd name="connsiteY187" fmla="*/ 252984 h 342900"/>
                <a:gd name="connsiteX188" fmla="*/ 73533 w 381000"/>
                <a:gd name="connsiteY188" fmla="*/ 253079 h 342900"/>
                <a:gd name="connsiteX189" fmla="*/ 73533 w 381000"/>
                <a:gd name="connsiteY189" fmla="*/ 251746 h 342900"/>
                <a:gd name="connsiteX190" fmla="*/ 73247 w 381000"/>
                <a:gd name="connsiteY190" fmla="*/ 251270 h 342900"/>
                <a:gd name="connsiteX191" fmla="*/ 75057 w 381000"/>
                <a:gd name="connsiteY191" fmla="*/ 265176 h 342900"/>
                <a:gd name="connsiteX192" fmla="*/ 75629 w 381000"/>
                <a:gd name="connsiteY192" fmla="*/ 265176 h 342900"/>
                <a:gd name="connsiteX193" fmla="*/ 76105 w 381000"/>
                <a:gd name="connsiteY193" fmla="*/ 264986 h 342900"/>
                <a:gd name="connsiteX194" fmla="*/ 76200 w 381000"/>
                <a:gd name="connsiteY194" fmla="*/ 264224 h 342900"/>
                <a:gd name="connsiteX195" fmla="*/ 75724 w 381000"/>
                <a:gd name="connsiteY195" fmla="*/ 263366 h 342900"/>
                <a:gd name="connsiteX196" fmla="*/ 75152 w 381000"/>
                <a:gd name="connsiteY196" fmla="*/ 262509 h 342900"/>
                <a:gd name="connsiteX197" fmla="*/ 74486 w 381000"/>
                <a:gd name="connsiteY197" fmla="*/ 261080 h 342900"/>
                <a:gd name="connsiteX198" fmla="*/ 74009 w 381000"/>
                <a:gd name="connsiteY198" fmla="*/ 261652 h 342900"/>
                <a:gd name="connsiteX199" fmla="*/ 73819 w 381000"/>
                <a:gd name="connsiteY199" fmla="*/ 262890 h 342900"/>
                <a:gd name="connsiteX200" fmla="*/ 74009 w 381000"/>
                <a:gd name="connsiteY200" fmla="*/ 265081 h 342900"/>
                <a:gd name="connsiteX201" fmla="*/ 74390 w 381000"/>
                <a:gd name="connsiteY201" fmla="*/ 265462 h 342900"/>
                <a:gd name="connsiteX202" fmla="*/ 75057 w 381000"/>
                <a:gd name="connsiteY202" fmla="*/ 265176 h 342900"/>
                <a:gd name="connsiteX203" fmla="*/ 73152 w 381000"/>
                <a:gd name="connsiteY203" fmla="*/ 256508 h 342900"/>
                <a:gd name="connsiteX204" fmla="*/ 72485 w 381000"/>
                <a:gd name="connsiteY204" fmla="*/ 255937 h 342900"/>
                <a:gd name="connsiteX205" fmla="*/ 72009 w 381000"/>
                <a:gd name="connsiteY205" fmla="*/ 255079 h 342900"/>
                <a:gd name="connsiteX206" fmla="*/ 71819 w 381000"/>
                <a:gd name="connsiteY206" fmla="*/ 254984 h 342900"/>
                <a:gd name="connsiteX207" fmla="*/ 71533 w 381000"/>
                <a:gd name="connsiteY207" fmla="*/ 255175 h 342900"/>
                <a:gd name="connsiteX208" fmla="*/ 70580 w 381000"/>
                <a:gd name="connsiteY208" fmla="*/ 256508 h 342900"/>
                <a:gd name="connsiteX209" fmla="*/ 69056 w 381000"/>
                <a:gd name="connsiteY209" fmla="*/ 257175 h 342900"/>
                <a:gd name="connsiteX210" fmla="*/ 68675 w 381000"/>
                <a:gd name="connsiteY210" fmla="*/ 257651 h 342900"/>
                <a:gd name="connsiteX211" fmla="*/ 69152 w 381000"/>
                <a:gd name="connsiteY211" fmla="*/ 258699 h 342900"/>
                <a:gd name="connsiteX212" fmla="*/ 69342 w 381000"/>
                <a:gd name="connsiteY212" fmla="*/ 258604 h 342900"/>
                <a:gd name="connsiteX213" fmla="*/ 70199 w 381000"/>
                <a:gd name="connsiteY213" fmla="*/ 258985 h 342900"/>
                <a:gd name="connsiteX214" fmla="*/ 70961 w 381000"/>
                <a:gd name="connsiteY214" fmla="*/ 259461 h 342900"/>
                <a:gd name="connsiteX215" fmla="*/ 70961 w 381000"/>
                <a:gd name="connsiteY215" fmla="*/ 259652 h 342900"/>
                <a:gd name="connsiteX216" fmla="*/ 71533 w 381000"/>
                <a:gd name="connsiteY216" fmla="*/ 259747 h 342900"/>
                <a:gd name="connsiteX217" fmla="*/ 71914 w 381000"/>
                <a:gd name="connsiteY217" fmla="*/ 259747 h 342900"/>
                <a:gd name="connsiteX218" fmla="*/ 72295 w 381000"/>
                <a:gd name="connsiteY218" fmla="*/ 259461 h 342900"/>
                <a:gd name="connsiteX219" fmla="*/ 73057 w 381000"/>
                <a:gd name="connsiteY219" fmla="*/ 258413 h 342900"/>
                <a:gd name="connsiteX220" fmla="*/ 73247 w 381000"/>
                <a:gd name="connsiteY220" fmla="*/ 257937 h 342900"/>
                <a:gd name="connsiteX221" fmla="*/ 73343 w 381000"/>
                <a:gd name="connsiteY221" fmla="*/ 257461 h 342900"/>
                <a:gd name="connsiteX222" fmla="*/ 73247 w 381000"/>
                <a:gd name="connsiteY222" fmla="*/ 256985 h 342900"/>
                <a:gd name="connsiteX223" fmla="*/ 73152 w 381000"/>
                <a:gd name="connsiteY223" fmla="*/ 256508 h 342900"/>
                <a:gd name="connsiteX224" fmla="*/ 26765 w 381000"/>
                <a:gd name="connsiteY224" fmla="*/ 295942 h 342900"/>
                <a:gd name="connsiteX225" fmla="*/ 26289 w 381000"/>
                <a:gd name="connsiteY225" fmla="*/ 295370 h 342900"/>
                <a:gd name="connsiteX226" fmla="*/ 25718 w 381000"/>
                <a:gd name="connsiteY226" fmla="*/ 295180 h 342900"/>
                <a:gd name="connsiteX227" fmla="*/ 25337 w 381000"/>
                <a:gd name="connsiteY227" fmla="*/ 295561 h 342900"/>
                <a:gd name="connsiteX228" fmla="*/ 25051 w 381000"/>
                <a:gd name="connsiteY228" fmla="*/ 296228 h 342900"/>
                <a:gd name="connsiteX229" fmla="*/ 25146 w 381000"/>
                <a:gd name="connsiteY229" fmla="*/ 296704 h 342900"/>
                <a:gd name="connsiteX230" fmla="*/ 25718 w 381000"/>
                <a:gd name="connsiteY230" fmla="*/ 297085 h 342900"/>
                <a:gd name="connsiteX231" fmla="*/ 26765 w 381000"/>
                <a:gd name="connsiteY231" fmla="*/ 298037 h 342900"/>
                <a:gd name="connsiteX232" fmla="*/ 27051 w 381000"/>
                <a:gd name="connsiteY232" fmla="*/ 298228 h 342900"/>
                <a:gd name="connsiteX233" fmla="*/ 27146 w 381000"/>
                <a:gd name="connsiteY233" fmla="*/ 298323 h 342900"/>
                <a:gd name="connsiteX234" fmla="*/ 27337 w 381000"/>
                <a:gd name="connsiteY234" fmla="*/ 298323 h 342900"/>
                <a:gd name="connsiteX235" fmla="*/ 27527 w 381000"/>
                <a:gd name="connsiteY235" fmla="*/ 298037 h 342900"/>
                <a:gd name="connsiteX236" fmla="*/ 27527 w 381000"/>
                <a:gd name="connsiteY236" fmla="*/ 297561 h 342900"/>
                <a:gd name="connsiteX237" fmla="*/ 26765 w 381000"/>
                <a:gd name="connsiteY237" fmla="*/ 295942 h 342900"/>
                <a:gd name="connsiteX238" fmla="*/ 43910 w 381000"/>
                <a:gd name="connsiteY238" fmla="*/ 257556 h 342900"/>
                <a:gd name="connsiteX239" fmla="*/ 43434 w 381000"/>
                <a:gd name="connsiteY239" fmla="*/ 257556 h 342900"/>
                <a:gd name="connsiteX240" fmla="*/ 43244 w 381000"/>
                <a:gd name="connsiteY240" fmla="*/ 257080 h 342900"/>
                <a:gd name="connsiteX241" fmla="*/ 43053 w 381000"/>
                <a:gd name="connsiteY241" fmla="*/ 256889 h 342900"/>
                <a:gd name="connsiteX242" fmla="*/ 42577 w 381000"/>
                <a:gd name="connsiteY242" fmla="*/ 256985 h 342900"/>
                <a:gd name="connsiteX243" fmla="*/ 42101 w 381000"/>
                <a:gd name="connsiteY243" fmla="*/ 257270 h 342900"/>
                <a:gd name="connsiteX244" fmla="*/ 41720 w 381000"/>
                <a:gd name="connsiteY244" fmla="*/ 257842 h 342900"/>
                <a:gd name="connsiteX245" fmla="*/ 41338 w 381000"/>
                <a:gd name="connsiteY245" fmla="*/ 258509 h 342900"/>
                <a:gd name="connsiteX246" fmla="*/ 41053 w 381000"/>
                <a:gd name="connsiteY246" fmla="*/ 259271 h 342900"/>
                <a:gd name="connsiteX247" fmla="*/ 40957 w 381000"/>
                <a:gd name="connsiteY247" fmla="*/ 260128 h 342900"/>
                <a:gd name="connsiteX248" fmla="*/ 41338 w 381000"/>
                <a:gd name="connsiteY248" fmla="*/ 261080 h 342900"/>
                <a:gd name="connsiteX249" fmla="*/ 41815 w 381000"/>
                <a:gd name="connsiteY249" fmla="*/ 261271 h 342900"/>
                <a:gd name="connsiteX250" fmla="*/ 42005 w 381000"/>
                <a:gd name="connsiteY250" fmla="*/ 261080 h 342900"/>
                <a:gd name="connsiteX251" fmla="*/ 42291 w 381000"/>
                <a:gd name="connsiteY251" fmla="*/ 260699 h 342900"/>
                <a:gd name="connsiteX252" fmla="*/ 42672 w 381000"/>
                <a:gd name="connsiteY252" fmla="*/ 260128 h 342900"/>
                <a:gd name="connsiteX253" fmla="*/ 42863 w 381000"/>
                <a:gd name="connsiteY253" fmla="*/ 259652 h 342900"/>
                <a:gd name="connsiteX254" fmla="*/ 43720 w 381000"/>
                <a:gd name="connsiteY254" fmla="*/ 258699 h 342900"/>
                <a:gd name="connsiteX255" fmla="*/ 43815 w 381000"/>
                <a:gd name="connsiteY255" fmla="*/ 258318 h 342900"/>
                <a:gd name="connsiteX256" fmla="*/ 44101 w 381000"/>
                <a:gd name="connsiteY256" fmla="*/ 258032 h 342900"/>
                <a:gd name="connsiteX257" fmla="*/ 44577 w 381000"/>
                <a:gd name="connsiteY257" fmla="*/ 257556 h 342900"/>
                <a:gd name="connsiteX258" fmla="*/ 44482 w 381000"/>
                <a:gd name="connsiteY258" fmla="*/ 257270 h 342900"/>
                <a:gd name="connsiteX259" fmla="*/ 43910 w 381000"/>
                <a:gd name="connsiteY259" fmla="*/ 257556 h 342900"/>
                <a:gd name="connsiteX260" fmla="*/ 56674 w 381000"/>
                <a:gd name="connsiteY260" fmla="*/ 63151 h 342900"/>
                <a:gd name="connsiteX261" fmla="*/ 56293 w 381000"/>
                <a:gd name="connsiteY261" fmla="*/ 63246 h 342900"/>
                <a:gd name="connsiteX262" fmla="*/ 56197 w 381000"/>
                <a:gd name="connsiteY262" fmla="*/ 63818 h 342900"/>
                <a:gd name="connsiteX263" fmla="*/ 56483 w 381000"/>
                <a:gd name="connsiteY263" fmla="*/ 64675 h 342900"/>
                <a:gd name="connsiteX264" fmla="*/ 56674 w 381000"/>
                <a:gd name="connsiteY264" fmla="*/ 65056 h 342900"/>
                <a:gd name="connsiteX265" fmla="*/ 56960 w 381000"/>
                <a:gd name="connsiteY265" fmla="*/ 64865 h 342900"/>
                <a:gd name="connsiteX266" fmla="*/ 57436 w 381000"/>
                <a:gd name="connsiteY266" fmla="*/ 64389 h 342900"/>
                <a:gd name="connsiteX267" fmla="*/ 57626 w 381000"/>
                <a:gd name="connsiteY267" fmla="*/ 63627 h 342900"/>
                <a:gd name="connsiteX268" fmla="*/ 57245 w 381000"/>
                <a:gd name="connsiteY268" fmla="*/ 63246 h 342900"/>
                <a:gd name="connsiteX269" fmla="*/ 56674 w 381000"/>
                <a:gd name="connsiteY269" fmla="*/ 63151 h 342900"/>
                <a:gd name="connsiteX270" fmla="*/ 85439 w 381000"/>
                <a:gd name="connsiteY270" fmla="*/ 57722 h 342900"/>
                <a:gd name="connsiteX271" fmla="*/ 86011 w 381000"/>
                <a:gd name="connsiteY271" fmla="*/ 57436 h 342900"/>
                <a:gd name="connsiteX272" fmla="*/ 86487 w 381000"/>
                <a:gd name="connsiteY272" fmla="*/ 57245 h 342900"/>
                <a:gd name="connsiteX273" fmla="*/ 88678 w 381000"/>
                <a:gd name="connsiteY273" fmla="*/ 57722 h 342900"/>
                <a:gd name="connsiteX274" fmla="*/ 89821 w 381000"/>
                <a:gd name="connsiteY274" fmla="*/ 57626 h 342900"/>
                <a:gd name="connsiteX275" fmla="*/ 90773 w 381000"/>
                <a:gd name="connsiteY275" fmla="*/ 56864 h 342900"/>
                <a:gd name="connsiteX276" fmla="*/ 91154 w 381000"/>
                <a:gd name="connsiteY276" fmla="*/ 55721 h 342900"/>
                <a:gd name="connsiteX277" fmla="*/ 90678 w 381000"/>
                <a:gd name="connsiteY277" fmla="*/ 55150 h 342900"/>
                <a:gd name="connsiteX278" fmla="*/ 89726 w 381000"/>
                <a:gd name="connsiteY278" fmla="*/ 54959 h 342900"/>
                <a:gd name="connsiteX279" fmla="*/ 88678 w 381000"/>
                <a:gd name="connsiteY279" fmla="*/ 54959 h 342900"/>
                <a:gd name="connsiteX280" fmla="*/ 87725 w 381000"/>
                <a:gd name="connsiteY280" fmla="*/ 54388 h 342900"/>
                <a:gd name="connsiteX281" fmla="*/ 86868 w 381000"/>
                <a:gd name="connsiteY281" fmla="*/ 54197 h 342900"/>
                <a:gd name="connsiteX282" fmla="*/ 86106 w 381000"/>
                <a:gd name="connsiteY282" fmla="*/ 54388 h 342900"/>
                <a:gd name="connsiteX283" fmla="*/ 85439 w 381000"/>
                <a:gd name="connsiteY283" fmla="*/ 55054 h 342900"/>
                <a:gd name="connsiteX284" fmla="*/ 84868 w 381000"/>
                <a:gd name="connsiteY284" fmla="*/ 56864 h 342900"/>
                <a:gd name="connsiteX285" fmla="*/ 84772 w 381000"/>
                <a:gd name="connsiteY285" fmla="*/ 57055 h 342900"/>
                <a:gd name="connsiteX286" fmla="*/ 84963 w 381000"/>
                <a:gd name="connsiteY286" fmla="*/ 57817 h 342900"/>
                <a:gd name="connsiteX287" fmla="*/ 85439 w 381000"/>
                <a:gd name="connsiteY287" fmla="*/ 57722 h 342900"/>
                <a:gd name="connsiteX288" fmla="*/ 86011 w 381000"/>
                <a:gd name="connsiteY288" fmla="*/ 242983 h 342900"/>
                <a:gd name="connsiteX289" fmla="*/ 86201 w 381000"/>
                <a:gd name="connsiteY289" fmla="*/ 242792 h 342900"/>
                <a:gd name="connsiteX290" fmla="*/ 86392 w 381000"/>
                <a:gd name="connsiteY290" fmla="*/ 242125 h 342900"/>
                <a:gd name="connsiteX291" fmla="*/ 86392 w 381000"/>
                <a:gd name="connsiteY291" fmla="*/ 241840 h 342900"/>
                <a:gd name="connsiteX292" fmla="*/ 86106 w 381000"/>
                <a:gd name="connsiteY292" fmla="*/ 241745 h 342900"/>
                <a:gd name="connsiteX293" fmla="*/ 85249 w 381000"/>
                <a:gd name="connsiteY293" fmla="*/ 241745 h 342900"/>
                <a:gd name="connsiteX294" fmla="*/ 84868 w 381000"/>
                <a:gd name="connsiteY294" fmla="*/ 241935 h 342900"/>
                <a:gd name="connsiteX295" fmla="*/ 84772 w 381000"/>
                <a:gd name="connsiteY295" fmla="*/ 242507 h 342900"/>
                <a:gd name="connsiteX296" fmla="*/ 85058 w 381000"/>
                <a:gd name="connsiteY296" fmla="*/ 243078 h 342900"/>
                <a:gd name="connsiteX297" fmla="*/ 85725 w 381000"/>
                <a:gd name="connsiteY297" fmla="*/ 243078 h 342900"/>
                <a:gd name="connsiteX298" fmla="*/ 86011 w 381000"/>
                <a:gd name="connsiteY298" fmla="*/ 242983 h 342900"/>
                <a:gd name="connsiteX299" fmla="*/ 97346 w 381000"/>
                <a:gd name="connsiteY299" fmla="*/ 89440 h 342900"/>
                <a:gd name="connsiteX300" fmla="*/ 96393 w 381000"/>
                <a:gd name="connsiteY300" fmla="*/ 89916 h 342900"/>
                <a:gd name="connsiteX301" fmla="*/ 95917 w 381000"/>
                <a:gd name="connsiteY301" fmla="*/ 90488 h 342900"/>
                <a:gd name="connsiteX302" fmla="*/ 95821 w 381000"/>
                <a:gd name="connsiteY302" fmla="*/ 91345 h 342900"/>
                <a:gd name="connsiteX303" fmla="*/ 95917 w 381000"/>
                <a:gd name="connsiteY303" fmla="*/ 92202 h 342900"/>
                <a:gd name="connsiteX304" fmla="*/ 96298 w 381000"/>
                <a:gd name="connsiteY304" fmla="*/ 92393 h 342900"/>
                <a:gd name="connsiteX305" fmla="*/ 96774 w 381000"/>
                <a:gd name="connsiteY305" fmla="*/ 92393 h 342900"/>
                <a:gd name="connsiteX306" fmla="*/ 97155 w 381000"/>
                <a:gd name="connsiteY306" fmla="*/ 92678 h 342900"/>
                <a:gd name="connsiteX307" fmla="*/ 97727 w 381000"/>
                <a:gd name="connsiteY307" fmla="*/ 92488 h 342900"/>
                <a:gd name="connsiteX308" fmla="*/ 98203 w 381000"/>
                <a:gd name="connsiteY308" fmla="*/ 91916 h 342900"/>
                <a:gd name="connsiteX309" fmla="*/ 98203 w 381000"/>
                <a:gd name="connsiteY309" fmla="*/ 91535 h 342900"/>
                <a:gd name="connsiteX310" fmla="*/ 98393 w 381000"/>
                <a:gd name="connsiteY310" fmla="*/ 91059 h 342900"/>
                <a:gd name="connsiteX311" fmla="*/ 98965 w 381000"/>
                <a:gd name="connsiteY311" fmla="*/ 90869 h 342900"/>
                <a:gd name="connsiteX312" fmla="*/ 99155 w 381000"/>
                <a:gd name="connsiteY312" fmla="*/ 90583 h 342900"/>
                <a:gd name="connsiteX313" fmla="*/ 98965 w 381000"/>
                <a:gd name="connsiteY313" fmla="*/ 89821 h 342900"/>
                <a:gd name="connsiteX314" fmla="*/ 98393 w 381000"/>
                <a:gd name="connsiteY314" fmla="*/ 89440 h 342900"/>
                <a:gd name="connsiteX315" fmla="*/ 97346 w 381000"/>
                <a:gd name="connsiteY315" fmla="*/ 89440 h 342900"/>
                <a:gd name="connsiteX316" fmla="*/ 90583 w 381000"/>
                <a:gd name="connsiteY316" fmla="*/ 60674 h 342900"/>
                <a:gd name="connsiteX317" fmla="*/ 90488 w 381000"/>
                <a:gd name="connsiteY317" fmla="*/ 60484 h 342900"/>
                <a:gd name="connsiteX318" fmla="*/ 90297 w 381000"/>
                <a:gd name="connsiteY318" fmla="*/ 59246 h 342900"/>
                <a:gd name="connsiteX319" fmla="*/ 90202 w 381000"/>
                <a:gd name="connsiteY319" fmla="*/ 58960 h 342900"/>
                <a:gd name="connsiteX320" fmla="*/ 90106 w 381000"/>
                <a:gd name="connsiteY320" fmla="*/ 58769 h 342900"/>
                <a:gd name="connsiteX321" fmla="*/ 89916 w 381000"/>
                <a:gd name="connsiteY321" fmla="*/ 58674 h 342900"/>
                <a:gd name="connsiteX322" fmla="*/ 89630 w 381000"/>
                <a:gd name="connsiteY322" fmla="*/ 58769 h 342900"/>
                <a:gd name="connsiteX323" fmla="*/ 89345 w 381000"/>
                <a:gd name="connsiteY323" fmla="*/ 59055 h 342900"/>
                <a:gd name="connsiteX324" fmla="*/ 89059 w 381000"/>
                <a:gd name="connsiteY324" fmla="*/ 59436 h 342900"/>
                <a:gd name="connsiteX325" fmla="*/ 88868 w 381000"/>
                <a:gd name="connsiteY325" fmla="*/ 59722 h 342900"/>
                <a:gd name="connsiteX326" fmla="*/ 88582 w 381000"/>
                <a:gd name="connsiteY326" fmla="*/ 60960 h 342900"/>
                <a:gd name="connsiteX327" fmla="*/ 88392 w 381000"/>
                <a:gd name="connsiteY327" fmla="*/ 61532 h 342900"/>
                <a:gd name="connsiteX328" fmla="*/ 87916 w 381000"/>
                <a:gd name="connsiteY328" fmla="*/ 61913 h 342900"/>
                <a:gd name="connsiteX329" fmla="*/ 91535 w 381000"/>
                <a:gd name="connsiteY329" fmla="*/ 64675 h 342900"/>
                <a:gd name="connsiteX330" fmla="*/ 92583 w 381000"/>
                <a:gd name="connsiteY330" fmla="*/ 64579 h 342900"/>
                <a:gd name="connsiteX331" fmla="*/ 93154 w 381000"/>
                <a:gd name="connsiteY331" fmla="*/ 63818 h 342900"/>
                <a:gd name="connsiteX332" fmla="*/ 93059 w 381000"/>
                <a:gd name="connsiteY332" fmla="*/ 63151 h 342900"/>
                <a:gd name="connsiteX333" fmla="*/ 92583 w 381000"/>
                <a:gd name="connsiteY333" fmla="*/ 62579 h 342900"/>
                <a:gd name="connsiteX334" fmla="*/ 91916 w 381000"/>
                <a:gd name="connsiteY334" fmla="*/ 62103 h 342900"/>
                <a:gd name="connsiteX335" fmla="*/ 91154 w 381000"/>
                <a:gd name="connsiteY335" fmla="*/ 61532 h 342900"/>
                <a:gd name="connsiteX336" fmla="*/ 90869 w 381000"/>
                <a:gd name="connsiteY336" fmla="*/ 61150 h 342900"/>
                <a:gd name="connsiteX337" fmla="*/ 90583 w 381000"/>
                <a:gd name="connsiteY337" fmla="*/ 60674 h 342900"/>
                <a:gd name="connsiteX338" fmla="*/ 103442 w 381000"/>
                <a:gd name="connsiteY338" fmla="*/ 74867 h 342900"/>
                <a:gd name="connsiteX339" fmla="*/ 103156 w 381000"/>
                <a:gd name="connsiteY339" fmla="*/ 74581 h 342900"/>
                <a:gd name="connsiteX340" fmla="*/ 102965 w 381000"/>
                <a:gd name="connsiteY340" fmla="*/ 74295 h 342900"/>
                <a:gd name="connsiteX341" fmla="*/ 102775 w 381000"/>
                <a:gd name="connsiteY341" fmla="*/ 74104 h 342900"/>
                <a:gd name="connsiteX342" fmla="*/ 102394 w 381000"/>
                <a:gd name="connsiteY342" fmla="*/ 73914 h 342900"/>
                <a:gd name="connsiteX343" fmla="*/ 102108 w 381000"/>
                <a:gd name="connsiteY343" fmla="*/ 73819 h 342900"/>
                <a:gd name="connsiteX344" fmla="*/ 101822 w 381000"/>
                <a:gd name="connsiteY344" fmla="*/ 73819 h 342900"/>
                <a:gd name="connsiteX345" fmla="*/ 101537 w 381000"/>
                <a:gd name="connsiteY345" fmla="*/ 73724 h 342900"/>
                <a:gd name="connsiteX346" fmla="*/ 101251 w 381000"/>
                <a:gd name="connsiteY346" fmla="*/ 73533 h 342900"/>
                <a:gd name="connsiteX347" fmla="*/ 100965 w 381000"/>
                <a:gd name="connsiteY347" fmla="*/ 73438 h 342900"/>
                <a:gd name="connsiteX348" fmla="*/ 100394 w 381000"/>
                <a:gd name="connsiteY348" fmla="*/ 72866 h 342900"/>
                <a:gd name="connsiteX349" fmla="*/ 99631 w 381000"/>
                <a:gd name="connsiteY349" fmla="*/ 73152 h 342900"/>
                <a:gd name="connsiteX350" fmla="*/ 99251 w 381000"/>
                <a:gd name="connsiteY350" fmla="*/ 74676 h 342900"/>
                <a:gd name="connsiteX351" fmla="*/ 98203 w 381000"/>
                <a:gd name="connsiteY351" fmla="*/ 75248 h 342900"/>
                <a:gd name="connsiteX352" fmla="*/ 97060 w 381000"/>
                <a:gd name="connsiteY352" fmla="*/ 75248 h 342900"/>
                <a:gd name="connsiteX353" fmla="*/ 95345 w 381000"/>
                <a:gd name="connsiteY353" fmla="*/ 75438 h 342900"/>
                <a:gd name="connsiteX354" fmla="*/ 92964 w 381000"/>
                <a:gd name="connsiteY354" fmla="*/ 77153 h 342900"/>
                <a:gd name="connsiteX355" fmla="*/ 92583 w 381000"/>
                <a:gd name="connsiteY355" fmla="*/ 76962 h 342900"/>
                <a:gd name="connsiteX356" fmla="*/ 92297 w 381000"/>
                <a:gd name="connsiteY356" fmla="*/ 77057 h 342900"/>
                <a:gd name="connsiteX357" fmla="*/ 92107 w 381000"/>
                <a:gd name="connsiteY357" fmla="*/ 77533 h 342900"/>
                <a:gd name="connsiteX358" fmla="*/ 92202 w 381000"/>
                <a:gd name="connsiteY358" fmla="*/ 77915 h 342900"/>
                <a:gd name="connsiteX359" fmla="*/ 92773 w 381000"/>
                <a:gd name="connsiteY359" fmla="*/ 78486 h 342900"/>
                <a:gd name="connsiteX360" fmla="*/ 92869 w 381000"/>
                <a:gd name="connsiteY360" fmla="*/ 78867 h 342900"/>
                <a:gd name="connsiteX361" fmla="*/ 92488 w 381000"/>
                <a:gd name="connsiteY361" fmla="*/ 79153 h 342900"/>
                <a:gd name="connsiteX362" fmla="*/ 93059 w 381000"/>
                <a:gd name="connsiteY362" fmla="*/ 79343 h 342900"/>
                <a:gd name="connsiteX363" fmla="*/ 93440 w 381000"/>
                <a:gd name="connsiteY363" fmla="*/ 79534 h 342900"/>
                <a:gd name="connsiteX364" fmla="*/ 93726 w 381000"/>
                <a:gd name="connsiteY364" fmla="*/ 79248 h 342900"/>
                <a:gd name="connsiteX365" fmla="*/ 93917 w 381000"/>
                <a:gd name="connsiteY365" fmla="*/ 78962 h 342900"/>
                <a:gd name="connsiteX366" fmla="*/ 94202 w 381000"/>
                <a:gd name="connsiteY366" fmla="*/ 78962 h 342900"/>
                <a:gd name="connsiteX367" fmla="*/ 94297 w 381000"/>
                <a:gd name="connsiteY367" fmla="*/ 79248 h 342900"/>
                <a:gd name="connsiteX368" fmla="*/ 94202 w 381000"/>
                <a:gd name="connsiteY368" fmla="*/ 79439 h 342900"/>
                <a:gd name="connsiteX369" fmla="*/ 94297 w 381000"/>
                <a:gd name="connsiteY369" fmla="*/ 79534 h 342900"/>
                <a:gd name="connsiteX370" fmla="*/ 94488 w 381000"/>
                <a:gd name="connsiteY370" fmla="*/ 79439 h 342900"/>
                <a:gd name="connsiteX371" fmla="*/ 94679 w 381000"/>
                <a:gd name="connsiteY371" fmla="*/ 79248 h 342900"/>
                <a:gd name="connsiteX372" fmla="*/ 95060 w 381000"/>
                <a:gd name="connsiteY372" fmla="*/ 79534 h 342900"/>
                <a:gd name="connsiteX373" fmla="*/ 95250 w 381000"/>
                <a:gd name="connsiteY373" fmla="*/ 80296 h 342900"/>
                <a:gd name="connsiteX374" fmla="*/ 95440 w 381000"/>
                <a:gd name="connsiteY374" fmla="*/ 80391 h 342900"/>
                <a:gd name="connsiteX375" fmla="*/ 95917 w 381000"/>
                <a:gd name="connsiteY375" fmla="*/ 80296 h 342900"/>
                <a:gd name="connsiteX376" fmla="*/ 96393 w 381000"/>
                <a:gd name="connsiteY376" fmla="*/ 80391 h 342900"/>
                <a:gd name="connsiteX377" fmla="*/ 98679 w 381000"/>
                <a:gd name="connsiteY377" fmla="*/ 78677 h 342900"/>
                <a:gd name="connsiteX378" fmla="*/ 99060 w 381000"/>
                <a:gd name="connsiteY378" fmla="*/ 78010 h 342900"/>
                <a:gd name="connsiteX379" fmla="*/ 99727 w 381000"/>
                <a:gd name="connsiteY379" fmla="*/ 77438 h 342900"/>
                <a:gd name="connsiteX380" fmla="*/ 100965 w 381000"/>
                <a:gd name="connsiteY380" fmla="*/ 76867 h 342900"/>
                <a:gd name="connsiteX381" fmla="*/ 101537 w 381000"/>
                <a:gd name="connsiteY381" fmla="*/ 76581 h 342900"/>
                <a:gd name="connsiteX382" fmla="*/ 101918 w 381000"/>
                <a:gd name="connsiteY382" fmla="*/ 76676 h 342900"/>
                <a:gd name="connsiteX383" fmla="*/ 102870 w 381000"/>
                <a:gd name="connsiteY383" fmla="*/ 76486 h 342900"/>
                <a:gd name="connsiteX384" fmla="*/ 103061 w 381000"/>
                <a:gd name="connsiteY384" fmla="*/ 76200 h 342900"/>
                <a:gd name="connsiteX385" fmla="*/ 103537 w 381000"/>
                <a:gd name="connsiteY385" fmla="*/ 75914 h 342900"/>
                <a:gd name="connsiteX386" fmla="*/ 103822 w 381000"/>
                <a:gd name="connsiteY386" fmla="*/ 75819 h 342900"/>
                <a:gd name="connsiteX387" fmla="*/ 103727 w 381000"/>
                <a:gd name="connsiteY387" fmla="*/ 75438 h 342900"/>
                <a:gd name="connsiteX388" fmla="*/ 103442 w 381000"/>
                <a:gd name="connsiteY388" fmla="*/ 74867 h 342900"/>
                <a:gd name="connsiteX389" fmla="*/ 92488 w 381000"/>
                <a:gd name="connsiteY389" fmla="*/ 60484 h 342900"/>
                <a:gd name="connsiteX390" fmla="*/ 94393 w 381000"/>
                <a:gd name="connsiteY390" fmla="*/ 64103 h 342900"/>
                <a:gd name="connsiteX391" fmla="*/ 94679 w 381000"/>
                <a:gd name="connsiteY391" fmla="*/ 64484 h 342900"/>
                <a:gd name="connsiteX392" fmla="*/ 94964 w 381000"/>
                <a:gd name="connsiteY392" fmla="*/ 64675 h 342900"/>
                <a:gd name="connsiteX393" fmla="*/ 95060 w 381000"/>
                <a:gd name="connsiteY393" fmla="*/ 64961 h 342900"/>
                <a:gd name="connsiteX394" fmla="*/ 94583 w 381000"/>
                <a:gd name="connsiteY394" fmla="*/ 65627 h 342900"/>
                <a:gd name="connsiteX395" fmla="*/ 94202 w 381000"/>
                <a:gd name="connsiteY395" fmla="*/ 65913 h 342900"/>
                <a:gd name="connsiteX396" fmla="*/ 92583 w 381000"/>
                <a:gd name="connsiteY396" fmla="*/ 66294 h 342900"/>
                <a:gd name="connsiteX397" fmla="*/ 93631 w 381000"/>
                <a:gd name="connsiteY397" fmla="*/ 67723 h 342900"/>
                <a:gd name="connsiteX398" fmla="*/ 94679 w 381000"/>
                <a:gd name="connsiteY398" fmla="*/ 68199 h 342900"/>
                <a:gd name="connsiteX399" fmla="*/ 97441 w 381000"/>
                <a:gd name="connsiteY399" fmla="*/ 68008 h 342900"/>
                <a:gd name="connsiteX400" fmla="*/ 97631 w 381000"/>
                <a:gd name="connsiteY400" fmla="*/ 67913 h 342900"/>
                <a:gd name="connsiteX401" fmla="*/ 97822 w 381000"/>
                <a:gd name="connsiteY401" fmla="*/ 67723 h 342900"/>
                <a:gd name="connsiteX402" fmla="*/ 98107 w 381000"/>
                <a:gd name="connsiteY402" fmla="*/ 67628 h 342900"/>
                <a:gd name="connsiteX403" fmla="*/ 98488 w 381000"/>
                <a:gd name="connsiteY403" fmla="*/ 67913 h 342900"/>
                <a:gd name="connsiteX404" fmla="*/ 99060 w 381000"/>
                <a:gd name="connsiteY404" fmla="*/ 68485 h 342900"/>
                <a:gd name="connsiteX405" fmla="*/ 99346 w 381000"/>
                <a:gd name="connsiteY405" fmla="*/ 68675 h 342900"/>
                <a:gd name="connsiteX406" fmla="*/ 99727 w 381000"/>
                <a:gd name="connsiteY406" fmla="*/ 68675 h 342900"/>
                <a:gd name="connsiteX407" fmla="*/ 100298 w 381000"/>
                <a:gd name="connsiteY407" fmla="*/ 68199 h 342900"/>
                <a:gd name="connsiteX408" fmla="*/ 100870 w 381000"/>
                <a:gd name="connsiteY408" fmla="*/ 66770 h 342900"/>
                <a:gd name="connsiteX409" fmla="*/ 101537 w 381000"/>
                <a:gd name="connsiteY409" fmla="*/ 66389 h 342900"/>
                <a:gd name="connsiteX410" fmla="*/ 101346 w 381000"/>
                <a:gd name="connsiteY410" fmla="*/ 66104 h 342900"/>
                <a:gd name="connsiteX411" fmla="*/ 101060 w 381000"/>
                <a:gd name="connsiteY411" fmla="*/ 65437 h 342900"/>
                <a:gd name="connsiteX412" fmla="*/ 100775 w 381000"/>
                <a:gd name="connsiteY412" fmla="*/ 65056 h 342900"/>
                <a:gd name="connsiteX413" fmla="*/ 100965 w 381000"/>
                <a:gd name="connsiteY413" fmla="*/ 64484 h 342900"/>
                <a:gd name="connsiteX414" fmla="*/ 100775 w 381000"/>
                <a:gd name="connsiteY414" fmla="*/ 62103 h 342900"/>
                <a:gd name="connsiteX415" fmla="*/ 100679 w 381000"/>
                <a:gd name="connsiteY415" fmla="*/ 61627 h 342900"/>
                <a:gd name="connsiteX416" fmla="*/ 100203 w 381000"/>
                <a:gd name="connsiteY416" fmla="*/ 60770 h 342900"/>
                <a:gd name="connsiteX417" fmla="*/ 100108 w 381000"/>
                <a:gd name="connsiteY417" fmla="*/ 60293 h 342900"/>
                <a:gd name="connsiteX418" fmla="*/ 100203 w 381000"/>
                <a:gd name="connsiteY418" fmla="*/ 59912 h 342900"/>
                <a:gd name="connsiteX419" fmla="*/ 100489 w 381000"/>
                <a:gd name="connsiteY419" fmla="*/ 59055 h 342900"/>
                <a:gd name="connsiteX420" fmla="*/ 100584 w 381000"/>
                <a:gd name="connsiteY420" fmla="*/ 58483 h 342900"/>
                <a:gd name="connsiteX421" fmla="*/ 100298 w 381000"/>
                <a:gd name="connsiteY421" fmla="*/ 57436 h 342900"/>
                <a:gd name="connsiteX422" fmla="*/ 99631 w 381000"/>
                <a:gd name="connsiteY422" fmla="*/ 56769 h 342900"/>
                <a:gd name="connsiteX423" fmla="*/ 97917 w 381000"/>
                <a:gd name="connsiteY423" fmla="*/ 55912 h 342900"/>
                <a:gd name="connsiteX424" fmla="*/ 97155 w 381000"/>
                <a:gd name="connsiteY424" fmla="*/ 55150 h 342900"/>
                <a:gd name="connsiteX425" fmla="*/ 96393 w 381000"/>
                <a:gd name="connsiteY425" fmla="*/ 54197 h 342900"/>
                <a:gd name="connsiteX426" fmla="*/ 95536 w 381000"/>
                <a:gd name="connsiteY426" fmla="*/ 53626 h 342900"/>
                <a:gd name="connsiteX427" fmla="*/ 94583 w 381000"/>
                <a:gd name="connsiteY427" fmla="*/ 53912 h 342900"/>
                <a:gd name="connsiteX428" fmla="*/ 93345 w 381000"/>
                <a:gd name="connsiteY428" fmla="*/ 55340 h 342900"/>
                <a:gd name="connsiteX429" fmla="*/ 92869 w 381000"/>
                <a:gd name="connsiteY429" fmla="*/ 55531 h 342900"/>
                <a:gd name="connsiteX430" fmla="*/ 92678 w 381000"/>
                <a:gd name="connsiteY430" fmla="*/ 56293 h 342900"/>
                <a:gd name="connsiteX431" fmla="*/ 92773 w 381000"/>
                <a:gd name="connsiteY431" fmla="*/ 59436 h 342900"/>
                <a:gd name="connsiteX432" fmla="*/ 92583 w 381000"/>
                <a:gd name="connsiteY432" fmla="*/ 60103 h 342900"/>
                <a:gd name="connsiteX433" fmla="*/ 92488 w 381000"/>
                <a:gd name="connsiteY433" fmla="*/ 60484 h 342900"/>
                <a:gd name="connsiteX434" fmla="*/ 101537 w 381000"/>
                <a:gd name="connsiteY434" fmla="*/ 94583 h 342900"/>
                <a:gd name="connsiteX435" fmla="*/ 101537 w 381000"/>
                <a:gd name="connsiteY435" fmla="*/ 94869 h 342900"/>
                <a:gd name="connsiteX436" fmla="*/ 102775 w 381000"/>
                <a:gd name="connsiteY436" fmla="*/ 94679 h 342900"/>
                <a:gd name="connsiteX437" fmla="*/ 105442 w 381000"/>
                <a:gd name="connsiteY437" fmla="*/ 92583 h 342900"/>
                <a:gd name="connsiteX438" fmla="*/ 105728 w 381000"/>
                <a:gd name="connsiteY438" fmla="*/ 92012 h 342900"/>
                <a:gd name="connsiteX439" fmla="*/ 105632 w 381000"/>
                <a:gd name="connsiteY439" fmla="*/ 91440 h 342900"/>
                <a:gd name="connsiteX440" fmla="*/ 105537 w 381000"/>
                <a:gd name="connsiteY440" fmla="*/ 91154 h 342900"/>
                <a:gd name="connsiteX441" fmla="*/ 105251 w 381000"/>
                <a:gd name="connsiteY441" fmla="*/ 90869 h 342900"/>
                <a:gd name="connsiteX442" fmla="*/ 104204 w 381000"/>
                <a:gd name="connsiteY442" fmla="*/ 90488 h 342900"/>
                <a:gd name="connsiteX443" fmla="*/ 103632 w 381000"/>
                <a:gd name="connsiteY443" fmla="*/ 90107 h 342900"/>
                <a:gd name="connsiteX444" fmla="*/ 103442 w 381000"/>
                <a:gd name="connsiteY444" fmla="*/ 89630 h 342900"/>
                <a:gd name="connsiteX445" fmla="*/ 103632 w 381000"/>
                <a:gd name="connsiteY445" fmla="*/ 89059 h 342900"/>
                <a:gd name="connsiteX446" fmla="*/ 103442 w 381000"/>
                <a:gd name="connsiteY446" fmla="*/ 88964 h 342900"/>
                <a:gd name="connsiteX447" fmla="*/ 102679 w 381000"/>
                <a:gd name="connsiteY447" fmla="*/ 89630 h 342900"/>
                <a:gd name="connsiteX448" fmla="*/ 101822 w 381000"/>
                <a:gd name="connsiteY448" fmla="*/ 89249 h 342900"/>
                <a:gd name="connsiteX449" fmla="*/ 101727 w 381000"/>
                <a:gd name="connsiteY449" fmla="*/ 89345 h 342900"/>
                <a:gd name="connsiteX450" fmla="*/ 102108 w 381000"/>
                <a:gd name="connsiteY450" fmla="*/ 89821 h 342900"/>
                <a:gd name="connsiteX451" fmla="*/ 102489 w 381000"/>
                <a:gd name="connsiteY451" fmla="*/ 90488 h 342900"/>
                <a:gd name="connsiteX452" fmla="*/ 102775 w 381000"/>
                <a:gd name="connsiteY452" fmla="*/ 91440 h 342900"/>
                <a:gd name="connsiteX453" fmla="*/ 102775 w 381000"/>
                <a:gd name="connsiteY453" fmla="*/ 92202 h 342900"/>
                <a:gd name="connsiteX454" fmla="*/ 102108 w 381000"/>
                <a:gd name="connsiteY454" fmla="*/ 92964 h 342900"/>
                <a:gd name="connsiteX455" fmla="*/ 102394 w 381000"/>
                <a:gd name="connsiteY455" fmla="*/ 93345 h 342900"/>
                <a:gd name="connsiteX456" fmla="*/ 102298 w 381000"/>
                <a:gd name="connsiteY456" fmla="*/ 93821 h 342900"/>
                <a:gd name="connsiteX457" fmla="*/ 101537 w 381000"/>
                <a:gd name="connsiteY457" fmla="*/ 94583 h 342900"/>
                <a:gd name="connsiteX458" fmla="*/ 77724 w 381000"/>
                <a:gd name="connsiteY458" fmla="*/ 281750 h 342900"/>
                <a:gd name="connsiteX459" fmla="*/ 77343 w 381000"/>
                <a:gd name="connsiteY459" fmla="*/ 281559 h 342900"/>
                <a:gd name="connsiteX460" fmla="*/ 76581 w 381000"/>
                <a:gd name="connsiteY460" fmla="*/ 281654 h 342900"/>
                <a:gd name="connsiteX461" fmla="*/ 74771 w 381000"/>
                <a:gd name="connsiteY461" fmla="*/ 281273 h 342900"/>
                <a:gd name="connsiteX462" fmla="*/ 74390 w 381000"/>
                <a:gd name="connsiteY462" fmla="*/ 281559 h 342900"/>
                <a:gd name="connsiteX463" fmla="*/ 74390 w 381000"/>
                <a:gd name="connsiteY463" fmla="*/ 281845 h 342900"/>
                <a:gd name="connsiteX464" fmla="*/ 74200 w 381000"/>
                <a:gd name="connsiteY464" fmla="*/ 282131 h 342900"/>
                <a:gd name="connsiteX465" fmla="*/ 74200 w 381000"/>
                <a:gd name="connsiteY465" fmla="*/ 282512 h 342900"/>
                <a:gd name="connsiteX466" fmla="*/ 74581 w 381000"/>
                <a:gd name="connsiteY466" fmla="*/ 283083 h 342900"/>
                <a:gd name="connsiteX467" fmla="*/ 75629 w 381000"/>
                <a:gd name="connsiteY467" fmla="*/ 283559 h 342900"/>
                <a:gd name="connsiteX468" fmla="*/ 76010 w 381000"/>
                <a:gd name="connsiteY468" fmla="*/ 283559 h 342900"/>
                <a:gd name="connsiteX469" fmla="*/ 76105 w 381000"/>
                <a:gd name="connsiteY469" fmla="*/ 283274 h 342900"/>
                <a:gd name="connsiteX470" fmla="*/ 76295 w 381000"/>
                <a:gd name="connsiteY470" fmla="*/ 283274 h 342900"/>
                <a:gd name="connsiteX471" fmla="*/ 76486 w 381000"/>
                <a:gd name="connsiteY471" fmla="*/ 283655 h 342900"/>
                <a:gd name="connsiteX472" fmla="*/ 76676 w 381000"/>
                <a:gd name="connsiteY472" fmla="*/ 283750 h 342900"/>
                <a:gd name="connsiteX473" fmla="*/ 76962 w 381000"/>
                <a:gd name="connsiteY473" fmla="*/ 283464 h 342900"/>
                <a:gd name="connsiteX474" fmla="*/ 77438 w 381000"/>
                <a:gd name="connsiteY474" fmla="*/ 283369 h 342900"/>
                <a:gd name="connsiteX475" fmla="*/ 77724 w 381000"/>
                <a:gd name="connsiteY475" fmla="*/ 282988 h 342900"/>
                <a:gd name="connsiteX476" fmla="*/ 77629 w 381000"/>
                <a:gd name="connsiteY476" fmla="*/ 282512 h 342900"/>
                <a:gd name="connsiteX477" fmla="*/ 77724 w 381000"/>
                <a:gd name="connsiteY477" fmla="*/ 281750 h 342900"/>
                <a:gd name="connsiteX478" fmla="*/ 86296 w 381000"/>
                <a:gd name="connsiteY478" fmla="*/ 200311 h 342900"/>
                <a:gd name="connsiteX479" fmla="*/ 86487 w 381000"/>
                <a:gd name="connsiteY479" fmla="*/ 200692 h 342900"/>
                <a:gd name="connsiteX480" fmla="*/ 86678 w 381000"/>
                <a:gd name="connsiteY480" fmla="*/ 200978 h 342900"/>
                <a:gd name="connsiteX481" fmla="*/ 86963 w 381000"/>
                <a:gd name="connsiteY481" fmla="*/ 200882 h 342900"/>
                <a:gd name="connsiteX482" fmla="*/ 87154 w 381000"/>
                <a:gd name="connsiteY482" fmla="*/ 200692 h 342900"/>
                <a:gd name="connsiteX483" fmla="*/ 87535 w 381000"/>
                <a:gd name="connsiteY483" fmla="*/ 200406 h 342900"/>
                <a:gd name="connsiteX484" fmla="*/ 88202 w 381000"/>
                <a:gd name="connsiteY484" fmla="*/ 199644 h 342900"/>
                <a:gd name="connsiteX485" fmla="*/ 89154 w 381000"/>
                <a:gd name="connsiteY485" fmla="*/ 198787 h 342900"/>
                <a:gd name="connsiteX486" fmla="*/ 89345 w 381000"/>
                <a:gd name="connsiteY486" fmla="*/ 198311 h 342900"/>
                <a:gd name="connsiteX487" fmla="*/ 89249 w 381000"/>
                <a:gd name="connsiteY487" fmla="*/ 197929 h 342900"/>
                <a:gd name="connsiteX488" fmla="*/ 89059 w 381000"/>
                <a:gd name="connsiteY488" fmla="*/ 197739 h 342900"/>
                <a:gd name="connsiteX489" fmla="*/ 88868 w 381000"/>
                <a:gd name="connsiteY489" fmla="*/ 197929 h 342900"/>
                <a:gd name="connsiteX490" fmla="*/ 88487 w 381000"/>
                <a:gd name="connsiteY490" fmla="*/ 198215 h 342900"/>
                <a:gd name="connsiteX491" fmla="*/ 87916 w 381000"/>
                <a:gd name="connsiteY491" fmla="*/ 198120 h 342900"/>
                <a:gd name="connsiteX492" fmla="*/ 87725 w 381000"/>
                <a:gd name="connsiteY492" fmla="*/ 198120 h 342900"/>
                <a:gd name="connsiteX493" fmla="*/ 87821 w 381000"/>
                <a:gd name="connsiteY493" fmla="*/ 198501 h 342900"/>
                <a:gd name="connsiteX494" fmla="*/ 87630 w 381000"/>
                <a:gd name="connsiteY494" fmla="*/ 198596 h 342900"/>
                <a:gd name="connsiteX495" fmla="*/ 87344 w 381000"/>
                <a:gd name="connsiteY495" fmla="*/ 198692 h 342900"/>
                <a:gd name="connsiteX496" fmla="*/ 87154 w 381000"/>
                <a:gd name="connsiteY496" fmla="*/ 198977 h 342900"/>
                <a:gd name="connsiteX497" fmla="*/ 86868 w 381000"/>
                <a:gd name="connsiteY497" fmla="*/ 199168 h 342900"/>
                <a:gd name="connsiteX498" fmla="*/ 86773 w 381000"/>
                <a:gd name="connsiteY498" fmla="*/ 199358 h 342900"/>
                <a:gd name="connsiteX499" fmla="*/ 87059 w 381000"/>
                <a:gd name="connsiteY499" fmla="*/ 199549 h 342900"/>
                <a:gd name="connsiteX500" fmla="*/ 87154 w 381000"/>
                <a:gd name="connsiteY500" fmla="*/ 199644 h 342900"/>
                <a:gd name="connsiteX501" fmla="*/ 86582 w 381000"/>
                <a:gd name="connsiteY501" fmla="*/ 199930 h 342900"/>
                <a:gd name="connsiteX502" fmla="*/ 86296 w 381000"/>
                <a:gd name="connsiteY502" fmla="*/ 200311 h 342900"/>
                <a:gd name="connsiteX503" fmla="*/ 88487 w 381000"/>
                <a:gd name="connsiteY503" fmla="*/ 245269 h 342900"/>
                <a:gd name="connsiteX504" fmla="*/ 87821 w 381000"/>
                <a:gd name="connsiteY504" fmla="*/ 245459 h 342900"/>
                <a:gd name="connsiteX505" fmla="*/ 87821 w 381000"/>
                <a:gd name="connsiteY505" fmla="*/ 245745 h 342900"/>
                <a:gd name="connsiteX506" fmla="*/ 87630 w 381000"/>
                <a:gd name="connsiteY506" fmla="*/ 245936 h 342900"/>
                <a:gd name="connsiteX507" fmla="*/ 87439 w 381000"/>
                <a:gd name="connsiteY507" fmla="*/ 246126 h 342900"/>
                <a:gd name="connsiteX508" fmla="*/ 86392 w 381000"/>
                <a:gd name="connsiteY508" fmla="*/ 246507 h 342900"/>
                <a:gd name="connsiteX509" fmla="*/ 85535 w 381000"/>
                <a:gd name="connsiteY509" fmla="*/ 246602 h 342900"/>
                <a:gd name="connsiteX510" fmla="*/ 85249 w 381000"/>
                <a:gd name="connsiteY510" fmla="*/ 246983 h 342900"/>
                <a:gd name="connsiteX511" fmla="*/ 85535 w 381000"/>
                <a:gd name="connsiteY511" fmla="*/ 247364 h 342900"/>
                <a:gd name="connsiteX512" fmla="*/ 86201 w 381000"/>
                <a:gd name="connsiteY512" fmla="*/ 247555 h 342900"/>
                <a:gd name="connsiteX513" fmla="*/ 86963 w 381000"/>
                <a:gd name="connsiteY513" fmla="*/ 247460 h 342900"/>
                <a:gd name="connsiteX514" fmla="*/ 87630 w 381000"/>
                <a:gd name="connsiteY514" fmla="*/ 247079 h 342900"/>
                <a:gd name="connsiteX515" fmla="*/ 89154 w 381000"/>
                <a:gd name="connsiteY515" fmla="*/ 246793 h 342900"/>
                <a:gd name="connsiteX516" fmla="*/ 89345 w 381000"/>
                <a:gd name="connsiteY516" fmla="*/ 246888 h 342900"/>
                <a:gd name="connsiteX517" fmla="*/ 90773 w 381000"/>
                <a:gd name="connsiteY517" fmla="*/ 247650 h 342900"/>
                <a:gd name="connsiteX518" fmla="*/ 90869 w 381000"/>
                <a:gd name="connsiteY518" fmla="*/ 247936 h 342900"/>
                <a:gd name="connsiteX519" fmla="*/ 90678 w 381000"/>
                <a:gd name="connsiteY519" fmla="*/ 248317 h 342900"/>
                <a:gd name="connsiteX520" fmla="*/ 90297 w 381000"/>
                <a:gd name="connsiteY520" fmla="*/ 248698 h 342900"/>
                <a:gd name="connsiteX521" fmla="*/ 90869 w 381000"/>
                <a:gd name="connsiteY521" fmla="*/ 248888 h 342900"/>
                <a:gd name="connsiteX522" fmla="*/ 91916 w 381000"/>
                <a:gd name="connsiteY522" fmla="*/ 247936 h 342900"/>
                <a:gd name="connsiteX523" fmla="*/ 91821 w 381000"/>
                <a:gd name="connsiteY523" fmla="*/ 246602 h 342900"/>
                <a:gd name="connsiteX524" fmla="*/ 90869 w 381000"/>
                <a:gd name="connsiteY524" fmla="*/ 246221 h 342900"/>
                <a:gd name="connsiteX525" fmla="*/ 90106 w 381000"/>
                <a:gd name="connsiteY525" fmla="*/ 246221 h 342900"/>
                <a:gd name="connsiteX526" fmla="*/ 89726 w 381000"/>
                <a:gd name="connsiteY526" fmla="*/ 246126 h 342900"/>
                <a:gd name="connsiteX527" fmla="*/ 89630 w 381000"/>
                <a:gd name="connsiteY527" fmla="*/ 245840 h 342900"/>
                <a:gd name="connsiteX528" fmla="*/ 89630 w 381000"/>
                <a:gd name="connsiteY528" fmla="*/ 245459 h 342900"/>
                <a:gd name="connsiteX529" fmla="*/ 89726 w 381000"/>
                <a:gd name="connsiteY529" fmla="*/ 245174 h 342900"/>
                <a:gd name="connsiteX530" fmla="*/ 90488 w 381000"/>
                <a:gd name="connsiteY530" fmla="*/ 244602 h 342900"/>
                <a:gd name="connsiteX531" fmla="*/ 90964 w 381000"/>
                <a:gd name="connsiteY531" fmla="*/ 244507 h 342900"/>
                <a:gd name="connsiteX532" fmla="*/ 91059 w 381000"/>
                <a:gd name="connsiteY532" fmla="*/ 244126 h 342900"/>
                <a:gd name="connsiteX533" fmla="*/ 90392 w 381000"/>
                <a:gd name="connsiteY533" fmla="*/ 243459 h 342900"/>
                <a:gd name="connsiteX534" fmla="*/ 89440 w 381000"/>
                <a:gd name="connsiteY534" fmla="*/ 242983 h 342900"/>
                <a:gd name="connsiteX535" fmla="*/ 88487 w 381000"/>
                <a:gd name="connsiteY535" fmla="*/ 242792 h 342900"/>
                <a:gd name="connsiteX536" fmla="*/ 87916 w 381000"/>
                <a:gd name="connsiteY536" fmla="*/ 243078 h 342900"/>
                <a:gd name="connsiteX537" fmla="*/ 88106 w 381000"/>
                <a:gd name="connsiteY537" fmla="*/ 243745 h 342900"/>
                <a:gd name="connsiteX538" fmla="*/ 88487 w 381000"/>
                <a:gd name="connsiteY538" fmla="*/ 244316 h 342900"/>
                <a:gd name="connsiteX539" fmla="*/ 88487 w 381000"/>
                <a:gd name="connsiteY539" fmla="*/ 244793 h 342900"/>
                <a:gd name="connsiteX540" fmla="*/ 88487 w 381000"/>
                <a:gd name="connsiteY540" fmla="*/ 245269 h 342900"/>
                <a:gd name="connsiteX541" fmla="*/ 78296 w 381000"/>
                <a:gd name="connsiteY541" fmla="*/ 92964 h 342900"/>
                <a:gd name="connsiteX542" fmla="*/ 78391 w 381000"/>
                <a:gd name="connsiteY542" fmla="*/ 92964 h 342900"/>
                <a:gd name="connsiteX543" fmla="*/ 78486 w 381000"/>
                <a:gd name="connsiteY543" fmla="*/ 93345 h 342900"/>
                <a:gd name="connsiteX544" fmla="*/ 78867 w 381000"/>
                <a:gd name="connsiteY544" fmla="*/ 93917 h 342900"/>
                <a:gd name="connsiteX545" fmla="*/ 79343 w 381000"/>
                <a:gd name="connsiteY545" fmla="*/ 94107 h 342900"/>
                <a:gd name="connsiteX546" fmla="*/ 80010 w 381000"/>
                <a:gd name="connsiteY546" fmla="*/ 94012 h 342900"/>
                <a:gd name="connsiteX547" fmla="*/ 80486 w 381000"/>
                <a:gd name="connsiteY547" fmla="*/ 93821 h 342900"/>
                <a:gd name="connsiteX548" fmla="*/ 81153 w 381000"/>
                <a:gd name="connsiteY548" fmla="*/ 93154 h 342900"/>
                <a:gd name="connsiteX549" fmla="*/ 81344 w 381000"/>
                <a:gd name="connsiteY549" fmla="*/ 92774 h 342900"/>
                <a:gd name="connsiteX550" fmla="*/ 80963 w 381000"/>
                <a:gd name="connsiteY550" fmla="*/ 92297 h 342900"/>
                <a:gd name="connsiteX551" fmla="*/ 79629 w 381000"/>
                <a:gd name="connsiteY551" fmla="*/ 91631 h 342900"/>
                <a:gd name="connsiteX552" fmla="*/ 79248 w 381000"/>
                <a:gd name="connsiteY552" fmla="*/ 91345 h 342900"/>
                <a:gd name="connsiteX553" fmla="*/ 78867 w 381000"/>
                <a:gd name="connsiteY553" fmla="*/ 90678 h 342900"/>
                <a:gd name="connsiteX554" fmla="*/ 78486 w 381000"/>
                <a:gd name="connsiteY554" fmla="*/ 90392 h 342900"/>
                <a:gd name="connsiteX555" fmla="*/ 78105 w 381000"/>
                <a:gd name="connsiteY555" fmla="*/ 90964 h 342900"/>
                <a:gd name="connsiteX556" fmla="*/ 77819 w 381000"/>
                <a:gd name="connsiteY556" fmla="*/ 91821 h 342900"/>
                <a:gd name="connsiteX557" fmla="*/ 77629 w 381000"/>
                <a:gd name="connsiteY557" fmla="*/ 92869 h 342900"/>
                <a:gd name="connsiteX558" fmla="*/ 77629 w 381000"/>
                <a:gd name="connsiteY558" fmla="*/ 93059 h 342900"/>
                <a:gd name="connsiteX559" fmla="*/ 77819 w 381000"/>
                <a:gd name="connsiteY559" fmla="*/ 93154 h 342900"/>
                <a:gd name="connsiteX560" fmla="*/ 78296 w 381000"/>
                <a:gd name="connsiteY560" fmla="*/ 92964 h 342900"/>
                <a:gd name="connsiteX561" fmla="*/ 84772 w 381000"/>
                <a:gd name="connsiteY561" fmla="*/ 232124 h 342900"/>
                <a:gd name="connsiteX562" fmla="*/ 85249 w 381000"/>
                <a:gd name="connsiteY562" fmla="*/ 232124 h 342900"/>
                <a:gd name="connsiteX563" fmla="*/ 85630 w 381000"/>
                <a:gd name="connsiteY563" fmla="*/ 231743 h 342900"/>
                <a:gd name="connsiteX564" fmla="*/ 85535 w 381000"/>
                <a:gd name="connsiteY564" fmla="*/ 231362 h 342900"/>
                <a:gd name="connsiteX565" fmla="*/ 85249 w 381000"/>
                <a:gd name="connsiteY565" fmla="*/ 231458 h 342900"/>
                <a:gd name="connsiteX566" fmla="*/ 84963 w 381000"/>
                <a:gd name="connsiteY566" fmla="*/ 231458 h 342900"/>
                <a:gd name="connsiteX567" fmla="*/ 84868 w 381000"/>
                <a:gd name="connsiteY567" fmla="*/ 231172 h 342900"/>
                <a:gd name="connsiteX568" fmla="*/ 84582 w 381000"/>
                <a:gd name="connsiteY568" fmla="*/ 230981 h 342900"/>
                <a:gd name="connsiteX569" fmla="*/ 84106 w 381000"/>
                <a:gd name="connsiteY569" fmla="*/ 231267 h 342900"/>
                <a:gd name="connsiteX570" fmla="*/ 83629 w 381000"/>
                <a:gd name="connsiteY570" fmla="*/ 231458 h 342900"/>
                <a:gd name="connsiteX571" fmla="*/ 83153 w 381000"/>
                <a:gd name="connsiteY571" fmla="*/ 231172 h 342900"/>
                <a:gd name="connsiteX572" fmla="*/ 82582 w 381000"/>
                <a:gd name="connsiteY572" fmla="*/ 230981 h 342900"/>
                <a:gd name="connsiteX573" fmla="*/ 81915 w 381000"/>
                <a:gd name="connsiteY573" fmla="*/ 231172 h 342900"/>
                <a:gd name="connsiteX574" fmla="*/ 81629 w 381000"/>
                <a:gd name="connsiteY574" fmla="*/ 231648 h 342900"/>
                <a:gd name="connsiteX575" fmla="*/ 82201 w 381000"/>
                <a:gd name="connsiteY575" fmla="*/ 232982 h 342900"/>
                <a:gd name="connsiteX576" fmla="*/ 82487 w 381000"/>
                <a:gd name="connsiteY576" fmla="*/ 233363 h 342900"/>
                <a:gd name="connsiteX577" fmla="*/ 82772 w 381000"/>
                <a:gd name="connsiteY577" fmla="*/ 233553 h 342900"/>
                <a:gd name="connsiteX578" fmla="*/ 82963 w 381000"/>
                <a:gd name="connsiteY578" fmla="*/ 233744 h 342900"/>
                <a:gd name="connsiteX579" fmla="*/ 83153 w 381000"/>
                <a:gd name="connsiteY579" fmla="*/ 233744 h 342900"/>
                <a:gd name="connsiteX580" fmla="*/ 83629 w 381000"/>
                <a:gd name="connsiteY580" fmla="*/ 233744 h 342900"/>
                <a:gd name="connsiteX581" fmla="*/ 83915 w 381000"/>
                <a:gd name="connsiteY581" fmla="*/ 234029 h 342900"/>
                <a:gd name="connsiteX582" fmla="*/ 85249 w 381000"/>
                <a:gd name="connsiteY582" fmla="*/ 234220 h 342900"/>
                <a:gd name="connsiteX583" fmla="*/ 85630 w 381000"/>
                <a:gd name="connsiteY583" fmla="*/ 234315 h 342900"/>
                <a:gd name="connsiteX584" fmla="*/ 85535 w 381000"/>
                <a:gd name="connsiteY584" fmla="*/ 234601 h 342900"/>
                <a:gd name="connsiteX585" fmla="*/ 85535 w 381000"/>
                <a:gd name="connsiteY585" fmla="*/ 235172 h 342900"/>
                <a:gd name="connsiteX586" fmla="*/ 85725 w 381000"/>
                <a:gd name="connsiteY586" fmla="*/ 235553 h 342900"/>
                <a:gd name="connsiteX587" fmla="*/ 86011 w 381000"/>
                <a:gd name="connsiteY587" fmla="*/ 235839 h 342900"/>
                <a:gd name="connsiteX588" fmla="*/ 86582 w 381000"/>
                <a:gd name="connsiteY588" fmla="*/ 235934 h 342900"/>
                <a:gd name="connsiteX589" fmla="*/ 86678 w 381000"/>
                <a:gd name="connsiteY589" fmla="*/ 236125 h 342900"/>
                <a:gd name="connsiteX590" fmla="*/ 86868 w 381000"/>
                <a:gd name="connsiteY590" fmla="*/ 235934 h 342900"/>
                <a:gd name="connsiteX591" fmla="*/ 87059 w 381000"/>
                <a:gd name="connsiteY591" fmla="*/ 235363 h 342900"/>
                <a:gd name="connsiteX592" fmla="*/ 86963 w 381000"/>
                <a:gd name="connsiteY592" fmla="*/ 234887 h 342900"/>
                <a:gd name="connsiteX593" fmla="*/ 86678 w 381000"/>
                <a:gd name="connsiteY593" fmla="*/ 234506 h 342900"/>
                <a:gd name="connsiteX594" fmla="*/ 86487 w 381000"/>
                <a:gd name="connsiteY594" fmla="*/ 233934 h 342900"/>
                <a:gd name="connsiteX595" fmla="*/ 86201 w 381000"/>
                <a:gd name="connsiteY595" fmla="*/ 233458 h 342900"/>
                <a:gd name="connsiteX596" fmla="*/ 85630 w 381000"/>
                <a:gd name="connsiteY596" fmla="*/ 233458 h 342900"/>
                <a:gd name="connsiteX597" fmla="*/ 85154 w 381000"/>
                <a:gd name="connsiteY597" fmla="*/ 233267 h 342900"/>
                <a:gd name="connsiteX598" fmla="*/ 84582 w 381000"/>
                <a:gd name="connsiteY598" fmla="*/ 232696 h 342900"/>
                <a:gd name="connsiteX599" fmla="*/ 84582 w 381000"/>
                <a:gd name="connsiteY599" fmla="*/ 232315 h 342900"/>
                <a:gd name="connsiteX600" fmla="*/ 84772 w 381000"/>
                <a:gd name="connsiteY600" fmla="*/ 232124 h 342900"/>
                <a:gd name="connsiteX601" fmla="*/ 76390 w 381000"/>
                <a:gd name="connsiteY601" fmla="*/ 233839 h 342900"/>
                <a:gd name="connsiteX602" fmla="*/ 76486 w 381000"/>
                <a:gd name="connsiteY602" fmla="*/ 233934 h 342900"/>
                <a:gd name="connsiteX603" fmla="*/ 76676 w 381000"/>
                <a:gd name="connsiteY603" fmla="*/ 234125 h 342900"/>
                <a:gd name="connsiteX604" fmla="*/ 77153 w 381000"/>
                <a:gd name="connsiteY604" fmla="*/ 234029 h 342900"/>
                <a:gd name="connsiteX605" fmla="*/ 78581 w 381000"/>
                <a:gd name="connsiteY605" fmla="*/ 234410 h 342900"/>
                <a:gd name="connsiteX606" fmla="*/ 78867 w 381000"/>
                <a:gd name="connsiteY606" fmla="*/ 234315 h 342900"/>
                <a:gd name="connsiteX607" fmla="*/ 79057 w 381000"/>
                <a:gd name="connsiteY607" fmla="*/ 233839 h 342900"/>
                <a:gd name="connsiteX608" fmla="*/ 79534 w 381000"/>
                <a:gd name="connsiteY608" fmla="*/ 233172 h 342900"/>
                <a:gd name="connsiteX609" fmla="*/ 80105 w 381000"/>
                <a:gd name="connsiteY609" fmla="*/ 232600 h 342900"/>
                <a:gd name="connsiteX610" fmla="*/ 80677 w 381000"/>
                <a:gd name="connsiteY610" fmla="*/ 232410 h 342900"/>
                <a:gd name="connsiteX611" fmla="*/ 79915 w 381000"/>
                <a:gd name="connsiteY611" fmla="*/ 231267 h 342900"/>
                <a:gd name="connsiteX612" fmla="*/ 79724 w 381000"/>
                <a:gd name="connsiteY612" fmla="*/ 230600 h 342900"/>
                <a:gd name="connsiteX613" fmla="*/ 79724 w 381000"/>
                <a:gd name="connsiteY613" fmla="*/ 229934 h 342900"/>
                <a:gd name="connsiteX614" fmla="*/ 80105 w 381000"/>
                <a:gd name="connsiteY614" fmla="*/ 229362 h 342900"/>
                <a:gd name="connsiteX615" fmla="*/ 81725 w 381000"/>
                <a:gd name="connsiteY615" fmla="*/ 228410 h 342900"/>
                <a:gd name="connsiteX616" fmla="*/ 80963 w 381000"/>
                <a:gd name="connsiteY616" fmla="*/ 228219 h 342900"/>
                <a:gd name="connsiteX617" fmla="*/ 79915 w 381000"/>
                <a:gd name="connsiteY617" fmla="*/ 228505 h 342900"/>
                <a:gd name="connsiteX618" fmla="*/ 78962 w 381000"/>
                <a:gd name="connsiteY618" fmla="*/ 229076 h 342900"/>
                <a:gd name="connsiteX619" fmla="*/ 78581 w 381000"/>
                <a:gd name="connsiteY619" fmla="*/ 229934 h 342900"/>
                <a:gd name="connsiteX620" fmla="*/ 78296 w 381000"/>
                <a:gd name="connsiteY620" fmla="*/ 230315 h 342900"/>
                <a:gd name="connsiteX621" fmla="*/ 77724 w 381000"/>
                <a:gd name="connsiteY621" fmla="*/ 230600 h 342900"/>
                <a:gd name="connsiteX622" fmla="*/ 77057 w 381000"/>
                <a:gd name="connsiteY622" fmla="*/ 230886 h 342900"/>
                <a:gd name="connsiteX623" fmla="*/ 76676 w 381000"/>
                <a:gd name="connsiteY623" fmla="*/ 231077 h 342900"/>
                <a:gd name="connsiteX624" fmla="*/ 76390 w 381000"/>
                <a:gd name="connsiteY624" fmla="*/ 231648 h 342900"/>
                <a:gd name="connsiteX625" fmla="*/ 76010 w 381000"/>
                <a:gd name="connsiteY625" fmla="*/ 233648 h 342900"/>
                <a:gd name="connsiteX626" fmla="*/ 76200 w 381000"/>
                <a:gd name="connsiteY626" fmla="*/ 233648 h 342900"/>
                <a:gd name="connsiteX627" fmla="*/ 76390 w 381000"/>
                <a:gd name="connsiteY627" fmla="*/ 233839 h 342900"/>
                <a:gd name="connsiteX628" fmla="*/ 217646 w 381000"/>
                <a:gd name="connsiteY628" fmla="*/ 244793 h 342900"/>
                <a:gd name="connsiteX629" fmla="*/ 217170 w 381000"/>
                <a:gd name="connsiteY629" fmla="*/ 245174 h 342900"/>
                <a:gd name="connsiteX630" fmla="*/ 216122 w 381000"/>
                <a:gd name="connsiteY630" fmla="*/ 245554 h 342900"/>
                <a:gd name="connsiteX631" fmla="*/ 216979 w 381000"/>
                <a:gd name="connsiteY631" fmla="*/ 243364 h 342900"/>
                <a:gd name="connsiteX632" fmla="*/ 217170 w 381000"/>
                <a:gd name="connsiteY632" fmla="*/ 242602 h 342900"/>
                <a:gd name="connsiteX633" fmla="*/ 217170 w 381000"/>
                <a:gd name="connsiteY633" fmla="*/ 241745 h 342900"/>
                <a:gd name="connsiteX634" fmla="*/ 216979 w 381000"/>
                <a:gd name="connsiteY634" fmla="*/ 241078 h 342900"/>
                <a:gd name="connsiteX635" fmla="*/ 216694 w 381000"/>
                <a:gd name="connsiteY635" fmla="*/ 240506 h 342900"/>
                <a:gd name="connsiteX636" fmla="*/ 216408 w 381000"/>
                <a:gd name="connsiteY636" fmla="*/ 239744 h 342900"/>
                <a:gd name="connsiteX637" fmla="*/ 216408 w 381000"/>
                <a:gd name="connsiteY637" fmla="*/ 239363 h 342900"/>
                <a:gd name="connsiteX638" fmla="*/ 216789 w 381000"/>
                <a:gd name="connsiteY638" fmla="*/ 236982 h 342900"/>
                <a:gd name="connsiteX639" fmla="*/ 216789 w 381000"/>
                <a:gd name="connsiteY639" fmla="*/ 236315 h 342900"/>
                <a:gd name="connsiteX640" fmla="*/ 216598 w 381000"/>
                <a:gd name="connsiteY640" fmla="*/ 235744 h 342900"/>
                <a:gd name="connsiteX641" fmla="*/ 215646 w 381000"/>
                <a:gd name="connsiteY641" fmla="*/ 235363 h 342900"/>
                <a:gd name="connsiteX642" fmla="*/ 214884 w 381000"/>
                <a:gd name="connsiteY642" fmla="*/ 236029 h 342900"/>
                <a:gd name="connsiteX643" fmla="*/ 214598 w 381000"/>
                <a:gd name="connsiteY643" fmla="*/ 237173 h 342900"/>
                <a:gd name="connsiteX644" fmla="*/ 215265 w 381000"/>
                <a:gd name="connsiteY644" fmla="*/ 238316 h 342900"/>
                <a:gd name="connsiteX645" fmla="*/ 211550 w 381000"/>
                <a:gd name="connsiteY645" fmla="*/ 240411 h 342900"/>
                <a:gd name="connsiteX646" fmla="*/ 210884 w 381000"/>
                <a:gd name="connsiteY646" fmla="*/ 240316 h 342900"/>
                <a:gd name="connsiteX647" fmla="*/ 210979 w 381000"/>
                <a:gd name="connsiteY647" fmla="*/ 241364 h 342900"/>
                <a:gd name="connsiteX648" fmla="*/ 211264 w 381000"/>
                <a:gd name="connsiteY648" fmla="*/ 242411 h 342900"/>
                <a:gd name="connsiteX649" fmla="*/ 211836 w 381000"/>
                <a:gd name="connsiteY649" fmla="*/ 243364 h 342900"/>
                <a:gd name="connsiteX650" fmla="*/ 212788 w 381000"/>
                <a:gd name="connsiteY650" fmla="*/ 244031 h 342900"/>
                <a:gd name="connsiteX651" fmla="*/ 212788 w 381000"/>
                <a:gd name="connsiteY651" fmla="*/ 244412 h 342900"/>
                <a:gd name="connsiteX652" fmla="*/ 211836 w 381000"/>
                <a:gd name="connsiteY652" fmla="*/ 244316 h 342900"/>
                <a:gd name="connsiteX653" fmla="*/ 211169 w 381000"/>
                <a:gd name="connsiteY653" fmla="*/ 243935 h 342900"/>
                <a:gd name="connsiteX654" fmla="*/ 210503 w 381000"/>
                <a:gd name="connsiteY654" fmla="*/ 243459 h 342900"/>
                <a:gd name="connsiteX655" fmla="*/ 209645 w 381000"/>
                <a:gd name="connsiteY655" fmla="*/ 243078 h 342900"/>
                <a:gd name="connsiteX656" fmla="*/ 209074 w 381000"/>
                <a:gd name="connsiteY656" fmla="*/ 243078 h 342900"/>
                <a:gd name="connsiteX657" fmla="*/ 207073 w 381000"/>
                <a:gd name="connsiteY657" fmla="*/ 243459 h 342900"/>
                <a:gd name="connsiteX658" fmla="*/ 206407 w 381000"/>
                <a:gd name="connsiteY658" fmla="*/ 243745 h 342900"/>
                <a:gd name="connsiteX659" fmla="*/ 205645 w 381000"/>
                <a:gd name="connsiteY659" fmla="*/ 244221 h 342900"/>
                <a:gd name="connsiteX660" fmla="*/ 204978 w 381000"/>
                <a:gd name="connsiteY660" fmla="*/ 244888 h 342900"/>
                <a:gd name="connsiteX661" fmla="*/ 204597 w 381000"/>
                <a:gd name="connsiteY661" fmla="*/ 245650 h 342900"/>
                <a:gd name="connsiteX662" fmla="*/ 204788 w 381000"/>
                <a:gd name="connsiteY662" fmla="*/ 246888 h 342900"/>
                <a:gd name="connsiteX663" fmla="*/ 205359 w 381000"/>
                <a:gd name="connsiteY663" fmla="*/ 247841 h 342900"/>
                <a:gd name="connsiteX664" fmla="*/ 206121 w 381000"/>
                <a:gd name="connsiteY664" fmla="*/ 248698 h 342900"/>
                <a:gd name="connsiteX665" fmla="*/ 206693 w 381000"/>
                <a:gd name="connsiteY665" fmla="*/ 249650 h 342900"/>
                <a:gd name="connsiteX666" fmla="*/ 207550 w 381000"/>
                <a:gd name="connsiteY666" fmla="*/ 248984 h 342900"/>
                <a:gd name="connsiteX667" fmla="*/ 209455 w 381000"/>
                <a:gd name="connsiteY667" fmla="*/ 248126 h 342900"/>
                <a:gd name="connsiteX668" fmla="*/ 210026 w 381000"/>
                <a:gd name="connsiteY668" fmla="*/ 247460 h 342900"/>
                <a:gd name="connsiteX669" fmla="*/ 210788 w 381000"/>
                <a:gd name="connsiteY669" fmla="*/ 247936 h 342900"/>
                <a:gd name="connsiteX670" fmla="*/ 210503 w 381000"/>
                <a:gd name="connsiteY670" fmla="*/ 249079 h 342900"/>
                <a:gd name="connsiteX671" fmla="*/ 210503 w 381000"/>
                <a:gd name="connsiteY671" fmla="*/ 250031 h 342900"/>
                <a:gd name="connsiteX672" fmla="*/ 210121 w 381000"/>
                <a:gd name="connsiteY672" fmla="*/ 250698 h 342900"/>
                <a:gd name="connsiteX673" fmla="*/ 208788 w 381000"/>
                <a:gd name="connsiteY673" fmla="*/ 250984 h 342900"/>
                <a:gd name="connsiteX674" fmla="*/ 208502 w 381000"/>
                <a:gd name="connsiteY674" fmla="*/ 251365 h 342900"/>
                <a:gd name="connsiteX675" fmla="*/ 208502 w 381000"/>
                <a:gd name="connsiteY675" fmla="*/ 252127 h 342900"/>
                <a:gd name="connsiteX676" fmla="*/ 208788 w 381000"/>
                <a:gd name="connsiteY676" fmla="*/ 252889 h 342900"/>
                <a:gd name="connsiteX677" fmla="*/ 209264 w 381000"/>
                <a:gd name="connsiteY677" fmla="*/ 253270 h 342900"/>
                <a:gd name="connsiteX678" fmla="*/ 210884 w 381000"/>
                <a:gd name="connsiteY678" fmla="*/ 252413 h 342900"/>
                <a:gd name="connsiteX679" fmla="*/ 210598 w 381000"/>
                <a:gd name="connsiteY679" fmla="*/ 253365 h 342900"/>
                <a:gd name="connsiteX680" fmla="*/ 210598 w 381000"/>
                <a:gd name="connsiteY680" fmla="*/ 254127 h 342900"/>
                <a:gd name="connsiteX681" fmla="*/ 210884 w 381000"/>
                <a:gd name="connsiteY681" fmla="*/ 254699 h 342900"/>
                <a:gd name="connsiteX682" fmla="*/ 211646 w 381000"/>
                <a:gd name="connsiteY682" fmla="*/ 255079 h 342900"/>
                <a:gd name="connsiteX683" fmla="*/ 209836 w 381000"/>
                <a:gd name="connsiteY683" fmla="*/ 256413 h 342900"/>
                <a:gd name="connsiteX684" fmla="*/ 210979 w 381000"/>
                <a:gd name="connsiteY684" fmla="*/ 256318 h 342900"/>
                <a:gd name="connsiteX685" fmla="*/ 214789 w 381000"/>
                <a:gd name="connsiteY685" fmla="*/ 255175 h 342900"/>
                <a:gd name="connsiteX686" fmla="*/ 215646 w 381000"/>
                <a:gd name="connsiteY686" fmla="*/ 254413 h 342900"/>
                <a:gd name="connsiteX687" fmla="*/ 215265 w 381000"/>
                <a:gd name="connsiteY687" fmla="*/ 253937 h 342900"/>
                <a:gd name="connsiteX688" fmla="*/ 214408 w 381000"/>
                <a:gd name="connsiteY688" fmla="*/ 253556 h 342900"/>
                <a:gd name="connsiteX689" fmla="*/ 213741 w 381000"/>
                <a:gd name="connsiteY689" fmla="*/ 253079 h 342900"/>
                <a:gd name="connsiteX690" fmla="*/ 214027 w 381000"/>
                <a:gd name="connsiteY690" fmla="*/ 252222 h 342900"/>
                <a:gd name="connsiteX691" fmla="*/ 214979 w 381000"/>
                <a:gd name="connsiteY691" fmla="*/ 251174 h 342900"/>
                <a:gd name="connsiteX692" fmla="*/ 215170 w 381000"/>
                <a:gd name="connsiteY692" fmla="*/ 250698 h 342900"/>
                <a:gd name="connsiteX693" fmla="*/ 215360 w 381000"/>
                <a:gd name="connsiteY693" fmla="*/ 249841 h 342900"/>
                <a:gd name="connsiteX694" fmla="*/ 215932 w 381000"/>
                <a:gd name="connsiteY694" fmla="*/ 250317 h 342900"/>
                <a:gd name="connsiteX695" fmla="*/ 216884 w 381000"/>
                <a:gd name="connsiteY695" fmla="*/ 250793 h 342900"/>
                <a:gd name="connsiteX696" fmla="*/ 217837 w 381000"/>
                <a:gd name="connsiteY696" fmla="*/ 251079 h 342900"/>
                <a:gd name="connsiteX697" fmla="*/ 218218 w 381000"/>
                <a:gd name="connsiteY697" fmla="*/ 250889 h 342900"/>
                <a:gd name="connsiteX698" fmla="*/ 218027 w 381000"/>
                <a:gd name="connsiteY698" fmla="*/ 249936 h 342900"/>
                <a:gd name="connsiteX699" fmla="*/ 217361 w 381000"/>
                <a:gd name="connsiteY699" fmla="*/ 248507 h 342900"/>
                <a:gd name="connsiteX700" fmla="*/ 217075 w 381000"/>
                <a:gd name="connsiteY700" fmla="*/ 247650 h 342900"/>
                <a:gd name="connsiteX701" fmla="*/ 217837 w 381000"/>
                <a:gd name="connsiteY701" fmla="*/ 247936 h 342900"/>
                <a:gd name="connsiteX702" fmla="*/ 218313 w 381000"/>
                <a:gd name="connsiteY702" fmla="*/ 247460 h 342900"/>
                <a:gd name="connsiteX703" fmla="*/ 218599 w 381000"/>
                <a:gd name="connsiteY703" fmla="*/ 246698 h 342900"/>
                <a:gd name="connsiteX704" fmla="*/ 218694 w 381000"/>
                <a:gd name="connsiteY704" fmla="*/ 245936 h 342900"/>
                <a:gd name="connsiteX705" fmla="*/ 218694 w 381000"/>
                <a:gd name="connsiteY705" fmla="*/ 244888 h 342900"/>
                <a:gd name="connsiteX706" fmla="*/ 217646 w 381000"/>
                <a:gd name="connsiteY706" fmla="*/ 244793 h 342900"/>
                <a:gd name="connsiteX707" fmla="*/ 192977 w 381000"/>
                <a:gd name="connsiteY707" fmla="*/ 261175 h 342900"/>
                <a:gd name="connsiteX708" fmla="*/ 192691 w 381000"/>
                <a:gd name="connsiteY708" fmla="*/ 261175 h 342900"/>
                <a:gd name="connsiteX709" fmla="*/ 192691 w 381000"/>
                <a:gd name="connsiteY709" fmla="*/ 260795 h 342900"/>
                <a:gd name="connsiteX710" fmla="*/ 191071 w 381000"/>
                <a:gd name="connsiteY710" fmla="*/ 259937 h 342900"/>
                <a:gd name="connsiteX711" fmla="*/ 190690 w 381000"/>
                <a:gd name="connsiteY711" fmla="*/ 260033 h 342900"/>
                <a:gd name="connsiteX712" fmla="*/ 190500 w 381000"/>
                <a:gd name="connsiteY712" fmla="*/ 260223 h 342900"/>
                <a:gd name="connsiteX713" fmla="*/ 190500 w 381000"/>
                <a:gd name="connsiteY713" fmla="*/ 260604 h 342900"/>
                <a:gd name="connsiteX714" fmla="*/ 190405 w 381000"/>
                <a:gd name="connsiteY714" fmla="*/ 260890 h 342900"/>
                <a:gd name="connsiteX715" fmla="*/ 190405 w 381000"/>
                <a:gd name="connsiteY715" fmla="*/ 261175 h 342900"/>
                <a:gd name="connsiteX716" fmla="*/ 190595 w 381000"/>
                <a:gd name="connsiteY716" fmla="*/ 261366 h 342900"/>
                <a:gd name="connsiteX717" fmla="*/ 190786 w 381000"/>
                <a:gd name="connsiteY717" fmla="*/ 261366 h 342900"/>
                <a:gd name="connsiteX718" fmla="*/ 190976 w 381000"/>
                <a:gd name="connsiteY718" fmla="*/ 261557 h 342900"/>
                <a:gd name="connsiteX719" fmla="*/ 191071 w 381000"/>
                <a:gd name="connsiteY719" fmla="*/ 261842 h 342900"/>
                <a:gd name="connsiteX720" fmla="*/ 190881 w 381000"/>
                <a:gd name="connsiteY720" fmla="*/ 262223 h 342900"/>
                <a:gd name="connsiteX721" fmla="*/ 190976 w 381000"/>
                <a:gd name="connsiteY721" fmla="*/ 262414 h 342900"/>
                <a:gd name="connsiteX722" fmla="*/ 191262 w 381000"/>
                <a:gd name="connsiteY722" fmla="*/ 262319 h 342900"/>
                <a:gd name="connsiteX723" fmla="*/ 191548 w 381000"/>
                <a:gd name="connsiteY723" fmla="*/ 262033 h 342900"/>
                <a:gd name="connsiteX724" fmla="*/ 192119 w 381000"/>
                <a:gd name="connsiteY724" fmla="*/ 261747 h 342900"/>
                <a:gd name="connsiteX725" fmla="*/ 192500 w 381000"/>
                <a:gd name="connsiteY725" fmla="*/ 261652 h 342900"/>
                <a:gd name="connsiteX726" fmla="*/ 192977 w 381000"/>
                <a:gd name="connsiteY726" fmla="*/ 261747 h 342900"/>
                <a:gd name="connsiteX727" fmla="*/ 193357 w 381000"/>
                <a:gd name="connsiteY727" fmla="*/ 261747 h 342900"/>
                <a:gd name="connsiteX728" fmla="*/ 193548 w 381000"/>
                <a:gd name="connsiteY728" fmla="*/ 261557 h 342900"/>
                <a:gd name="connsiteX729" fmla="*/ 194024 w 381000"/>
                <a:gd name="connsiteY729" fmla="*/ 260890 h 342900"/>
                <a:gd name="connsiteX730" fmla="*/ 194120 w 381000"/>
                <a:gd name="connsiteY730" fmla="*/ 260509 h 342900"/>
                <a:gd name="connsiteX731" fmla="*/ 194024 w 381000"/>
                <a:gd name="connsiteY731" fmla="*/ 260414 h 342900"/>
                <a:gd name="connsiteX732" fmla="*/ 192977 w 381000"/>
                <a:gd name="connsiteY732" fmla="*/ 261175 h 342900"/>
                <a:gd name="connsiteX733" fmla="*/ 190976 w 381000"/>
                <a:gd name="connsiteY733" fmla="*/ 250603 h 342900"/>
                <a:gd name="connsiteX734" fmla="*/ 191167 w 381000"/>
                <a:gd name="connsiteY734" fmla="*/ 250412 h 342900"/>
                <a:gd name="connsiteX735" fmla="*/ 191167 w 381000"/>
                <a:gd name="connsiteY735" fmla="*/ 249936 h 342900"/>
                <a:gd name="connsiteX736" fmla="*/ 191453 w 381000"/>
                <a:gd name="connsiteY736" fmla="*/ 249841 h 342900"/>
                <a:gd name="connsiteX737" fmla="*/ 192024 w 381000"/>
                <a:gd name="connsiteY737" fmla="*/ 249841 h 342900"/>
                <a:gd name="connsiteX738" fmla="*/ 192214 w 381000"/>
                <a:gd name="connsiteY738" fmla="*/ 249460 h 342900"/>
                <a:gd name="connsiteX739" fmla="*/ 191929 w 381000"/>
                <a:gd name="connsiteY739" fmla="*/ 248984 h 342900"/>
                <a:gd name="connsiteX740" fmla="*/ 191167 w 381000"/>
                <a:gd name="connsiteY740" fmla="*/ 248126 h 342900"/>
                <a:gd name="connsiteX741" fmla="*/ 190500 w 381000"/>
                <a:gd name="connsiteY741" fmla="*/ 247936 h 342900"/>
                <a:gd name="connsiteX742" fmla="*/ 189833 w 381000"/>
                <a:gd name="connsiteY742" fmla="*/ 248507 h 342900"/>
                <a:gd name="connsiteX743" fmla="*/ 189452 w 381000"/>
                <a:gd name="connsiteY743" fmla="*/ 249079 h 342900"/>
                <a:gd name="connsiteX744" fmla="*/ 189357 w 381000"/>
                <a:gd name="connsiteY744" fmla="*/ 249460 h 342900"/>
                <a:gd name="connsiteX745" fmla="*/ 189738 w 381000"/>
                <a:gd name="connsiteY745" fmla="*/ 249936 h 342900"/>
                <a:gd name="connsiteX746" fmla="*/ 190310 w 381000"/>
                <a:gd name="connsiteY746" fmla="*/ 250317 h 342900"/>
                <a:gd name="connsiteX747" fmla="*/ 190595 w 381000"/>
                <a:gd name="connsiteY747" fmla="*/ 250508 h 342900"/>
                <a:gd name="connsiteX748" fmla="*/ 190976 w 381000"/>
                <a:gd name="connsiteY748" fmla="*/ 250603 h 342900"/>
                <a:gd name="connsiteX749" fmla="*/ 181737 w 381000"/>
                <a:gd name="connsiteY749" fmla="*/ 249365 h 342900"/>
                <a:gd name="connsiteX750" fmla="*/ 179927 w 381000"/>
                <a:gd name="connsiteY750" fmla="*/ 249079 h 342900"/>
                <a:gd name="connsiteX751" fmla="*/ 178689 w 381000"/>
                <a:gd name="connsiteY751" fmla="*/ 249365 h 342900"/>
                <a:gd name="connsiteX752" fmla="*/ 177355 w 381000"/>
                <a:gd name="connsiteY752" fmla="*/ 249841 h 342900"/>
                <a:gd name="connsiteX753" fmla="*/ 176308 w 381000"/>
                <a:gd name="connsiteY753" fmla="*/ 250031 h 342900"/>
                <a:gd name="connsiteX754" fmla="*/ 175641 w 381000"/>
                <a:gd name="connsiteY754" fmla="*/ 248888 h 342900"/>
                <a:gd name="connsiteX755" fmla="*/ 174498 w 381000"/>
                <a:gd name="connsiteY755" fmla="*/ 248507 h 342900"/>
                <a:gd name="connsiteX756" fmla="*/ 174022 w 381000"/>
                <a:gd name="connsiteY756" fmla="*/ 248222 h 342900"/>
                <a:gd name="connsiteX757" fmla="*/ 173736 w 381000"/>
                <a:gd name="connsiteY757" fmla="*/ 247650 h 342900"/>
                <a:gd name="connsiteX758" fmla="*/ 173450 w 381000"/>
                <a:gd name="connsiteY758" fmla="*/ 246507 h 342900"/>
                <a:gd name="connsiteX759" fmla="*/ 173260 w 381000"/>
                <a:gd name="connsiteY759" fmla="*/ 246031 h 342900"/>
                <a:gd name="connsiteX760" fmla="*/ 174403 w 381000"/>
                <a:gd name="connsiteY760" fmla="*/ 244793 h 342900"/>
                <a:gd name="connsiteX761" fmla="*/ 174879 w 381000"/>
                <a:gd name="connsiteY761" fmla="*/ 244031 h 342900"/>
                <a:gd name="connsiteX762" fmla="*/ 174974 w 381000"/>
                <a:gd name="connsiteY762" fmla="*/ 243173 h 342900"/>
                <a:gd name="connsiteX763" fmla="*/ 174593 w 381000"/>
                <a:gd name="connsiteY763" fmla="*/ 242411 h 342900"/>
                <a:gd name="connsiteX764" fmla="*/ 173927 w 381000"/>
                <a:gd name="connsiteY764" fmla="*/ 241745 h 342900"/>
                <a:gd name="connsiteX765" fmla="*/ 173164 w 381000"/>
                <a:gd name="connsiteY765" fmla="*/ 241459 h 342900"/>
                <a:gd name="connsiteX766" fmla="*/ 172498 w 381000"/>
                <a:gd name="connsiteY766" fmla="*/ 241840 h 342900"/>
                <a:gd name="connsiteX767" fmla="*/ 171640 w 381000"/>
                <a:gd name="connsiteY767" fmla="*/ 242507 h 342900"/>
                <a:gd name="connsiteX768" fmla="*/ 171355 w 381000"/>
                <a:gd name="connsiteY768" fmla="*/ 242888 h 342900"/>
                <a:gd name="connsiteX769" fmla="*/ 171069 w 381000"/>
                <a:gd name="connsiteY769" fmla="*/ 244316 h 342900"/>
                <a:gd name="connsiteX770" fmla="*/ 170783 w 381000"/>
                <a:gd name="connsiteY770" fmla="*/ 244507 h 342900"/>
                <a:gd name="connsiteX771" fmla="*/ 170402 w 381000"/>
                <a:gd name="connsiteY771" fmla="*/ 244602 h 342900"/>
                <a:gd name="connsiteX772" fmla="*/ 170021 w 381000"/>
                <a:gd name="connsiteY772" fmla="*/ 244888 h 342900"/>
                <a:gd name="connsiteX773" fmla="*/ 169450 w 381000"/>
                <a:gd name="connsiteY773" fmla="*/ 246031 h 342900"/>
                <a:gd name="connsiteX774" fmla="*/ 169354 w 381000"/>
                <a:gd name="connsiteY774" fmla="*/ 247174 h 342900"/>
                <a:gd name="connsiteX775" fmla="*/ 169545 w 381000"/>
                <a:gd name="connsiteY775" fmla="*/ 248317 h 342900"/>
                <a:gd name="connsiteX776" fmla="*/ 170974 w 381000"/>
                <a:gd name="connsiteY776" fmla="*/ 253079 h 342900"/>
                <a:gd name="connsiteX777" fmla="*/ 171069 w 381000"/>
                <a:gd name="connsiteY777" fmla="*/ 253841 h 342900"/>
                <a:gd name="connsiteX778" fmla="*/ 171069 w 381000"/>
                <a:gd name="connsiteY778" fmla="*/ 254413 h 342900"/>
                <a:gd name="connsiteX779" fmla="*/ 171164 w 381000"/>
                <a:gd name="connsiteY779" fmla="*/ 254889 h 342900"/>
                <a:gd name="connsiteX780" fmla="*/ 171450 w 381000"/>
                <a:gd name="connsiteY780" fmla="*/ 255461 h 342900"/>
                <a:gd name="connsiteX781" fmla="*/ 171926 w 381000"/>
                <a:gd name="connsiteY781" fmla="*/ 255746 h 342900"/>
                <a:gd name="connsiteX782" fmla="*/ 172688 w 381000"/>
                <a:gd name="connsiteY782" fmla="*/ 256032 h 342900"/>
                <a:gd name="connsiteX783" fmla="*/ 173450 w 381000"/>
                <a:gd name="connsiteY783" fmla="*/ 256032 h 342900"/>
                <a:gd name="connsiteX784" fmla="*/ 173736 w 381000"/>
                <a:gd name="connsiteY784" fmla="*/ 255461 h 342900"/>
                <a:gd name="connsiteX785" fmla="*/ 173927 w 381000"/>
                <a:gd name="connsiteY785" fmla="*/ 254127 h 342900"/>
                <a:gd name="connsiteX786" fmla="*/ 174403 w 381000"/>
                <a:gd name="connsiteY786" fmla="*/ 253079 h 342900"/>
                <a:gd name="connsiteX787" fmla="*/ 175070 w 381000"/>
                <a:gd name="connsiteY787" fmla="*/ 252603 h 342900"/>
                <a:gd name="connsiteX788" fmla="*/ 175927 w 381000"/>
                <a:gd name="connsiteY788" fmla="*/ 253079 h 342900"/>
                <a:gd name="connsiteX789" fmla="*/ 176498 w 381000"/>
                <a:gd name="connsiteY789" fmla="*/ 255651 h 342900"/>
                <a:gd name="connsiteX790" fmla="*/ 176975 w 381000"/>
                <a:gd name="connsiteY790" fmla="*/ 256889 h 342900"/>
                <a:gd name="connsiteX791" fmla="*/ 177832 w 381000"/>
                <a:gd name="connsiteY791" fmla="*/ 256794 h 342900"/>
                <a:gd name="connsiteX792" fmla="*/ 178784 w 381000"/>
                <a:gd name="connsiteY792" fmla="*/ 256318 h 342900"/>
                <a:gd name="connsiteX793" fmla="*/ 179642 w 381000"/>
                <a:gd name="connsiteY793" fmla="*/ 256699 h 342900"/>
                <a:gd name="connsiteX794" fmla="*/ 180404 w 381000"/>
                <a:gd name="connsiteY794" fmla="*/ 257175 h 342900"/>
                <a:gd name="connsiteX795" fmla="*/ 181165 w 381000"/>
                <a:gd name="connsiteY795" fmla="*/ 256985 h 342900"/>
                <a:gd name="connsiteX796" fmla="*/ 181356 w 381000"/>
                <a:gd name="connsiteY796" fmla="*/ 256318 h 342900"/>
                <a:gd name="connsiteX797" fmla="*/ 180880 w 381000"/>
                <a:gd name="connsiteY797" fmla="*/ 254984 h 342900"/>
                <a:gd name="connsiteX798" fmla="*/ 181261 w 381000"/>
                <a:gd name="connsiteY798" fmla="*/ 254794 h 342900"/>
                <a:gd name="connsiteX799" fmla="*/ 181546 w 381000"/>
                <a:gd name="connsiteY799" fmla="*/ 254508 h 342900"/>
                <a:gd name="connsiteX800" fmla="*/ 181546 w 381000"/>
                <a:gd name="connsiteY800" fmla="*/ 253746 h 342900"/>
                <a:gd name="connsiteX801" fmla="*/ 181356 w 381000"/>
                <a:gd name="connsiteY801" fmla="*/ 252413 h 342900"/>
                <a:gd name="connsiteX802" fmla="*/ 181546 w 381000"/>
                <a:gd name="connsiteY802" fmla="*/ 251555 h 342900"/>
                <a:gd name="connsiteX803" fmla="*/ 181832 w 381000"/>
                <a:gd name="connsiteY803" fmla="*/ 250889 h 342900"/>
                <a:gd name="connsiteX804" fmla="*/ 182023 w 381000"/>
                <a:gd name="connsiteY804" fmla="*/ 250222 h 342900"/>
                <a:gd name="connsiteX805" fmla="*/ 181737 w 381000"/>
                <a:gd name="connsiteY805" fmla="*/ 249460 h 342900"/>
                <a:gd name="connsiteX806" fmla="*/ 181737 w 381000"/>
                <a:gd name="connsiteY806" fmla="*/ 249365 h 342900"/>
                <a:gd name="connsiteX807" fmla="*/ 182309 w 381000"/>
                <a:gd name="connsiteY807" fmla="*/ 247555 h 342900"/>
                <a:gd name="connsiteX808" fmla="*/ 182023 w 381000"/>
                <a:gd name="connsiteY808" fmla="*/ 247174 h 342900"/>
                <a:gd name="connsiteX809" fmla="*/ 181737 w 381000"/>
                <a:gd name="connsiteY809" fmla="*/ 246126 h 342900"/>
                <a:gd name="connsiteX810" fmla="*/ 181642 w 381000"/>
                <a:gd name="connsiteY810" fmla="*/ 245364 h 342900"/>
                <a:gd name="connsiteX811" fmla="*/ 181356 w 381000"/>
                <a:gd name="connsiteY811" fmla="*/ 245174 h 342900"/>
                <a:gd name="connsiteX812" fmla="*/ 181070 w 381000"/>
                <a:gd name="connsiteY812" fmla="*/ 244888 h 342900"/>
                <a:gd name="connsiteX813" fmla="*/ 180880 w 381000"/>
                <a:gd name="connsiteY813" fmla="*/ 244412 h 342900"/>
                <a:gd name="connsiteX814" fmla="*/ 180404 w 381000"/>
                <a:gd name="connsiteY814" fmla="*/ 244507 h 342900"/>
                <a:gd name="connsiteX815" fmla="*/ 179832 w 381000"/>
                <a:gd name="connsiteY815" fmla="*/ 245459 h 342900"/>
                <a:gd name="connsiteX816" fmla="*/ 179546 w 381000"/>
                <a:gd name="connsiteY816" fmla="*/ 246126 h 342900"/>
                <a:gd name="connsiteX817" fmla="*/ 179261 w 381000"/>
                <a:gd name="connsiteY817" fmla="*/ 245936 h 342900"/>
                <a:gd name="connsiteX818" fmla="*/ 179165 w 381000"/>
                <a:gd name="connsiteY818" fmla="*/ 245364 h 342900"/>
                <a:gd name="connsiteX819" fmla="*/ 179356 w 381000"/>
                <a:gd name="connsiteY819" fmla="*/ 244697 h 342900"/>
                <a:gd name="connsiteX820" fmla="*/ 179737 w 381000"/>
                <a:gd name="connsiteY820" fmla="*/ 243650 h 342900"/>
                <a:gd name="connsiteX821" fmla="*/ 179451 w 381000"/>
                <a:gd name="connsiteY821" fmla="*/ 242983 h 342900"/>
                <a:gd name="connsiteX822" fmla="*/ 178594 w 381000"/>
                <a:gd name="connsiteY822" fmla="*/ 243173 h 342900"/>
                <a:gd name="connsiteX823" fmla="*/ 178118 w 381000"/>
                <a:gd name="connsiteY823" fmla="*/ 243840 h 342900"/>
                <a:gd name="connsiteX824" fmla="*/ 177641 w 381000"/>
                <a:gd name="connsiteY824" fmla="*/ 244697 h 342900"/>
                <a:gd name="connsiteX825" fmla="*/ 176879 w 381000"/>
                <a:gd name="connsiteY825" fmla="*/ 245650 h 342900"/>
                <a:gd name="connsiteX826" fmla="*/ 176498 w 381000"/>
                <a:gd name="connsiteY826" fmla="*/ 246602 h 342900"/>
                <a:gd name="connsiteX827" fmla="*/ 176975 w 381000"/>
                <a:gd name="connsiteY827" fmla="*/ 247555 h 342900"/>
                <a:gd name="connsiteX828" fmla="*/ 177737 w 381000"/>
                <a:gd name="connsiteY828" fmla="*/ 248031 h 342900"/>
                <a:gd name="connsiteX829" fmla="*/ 178498 w 381000"/>
                <a:gd name="connsiteY829" fmla="*/ 248126 h 342900"/>
                <a:gd name="connsiteX830" fmla="*/ 179832 w 381000"/>
                <a:gd name="connsiteY830" fmla="*/ 247745 h 342900"/>
                <a:gd name="connsiteX831" fmla="*/ 182213 w 381000"/>
                <a:gd name="connsiteY831" fmla="*/ 248412 h 342900"/>
                <a:gd name="connsiteX832" fmla="*/ 182785 w 381000"/>
                <a:gd name="connsiteY832" fmla="*/ 248222 h 342900"/>
                <a:gd name="connsiteX833" fmla="*/ 182499 w 381000"/>
                <a:gd name="connsiteY833" fmla="*/ 247745 h 342900"/>
                <a:gd name="connsiteX834" fmla="*/ 182309 w 381000"/>
                <a:gd name="connsiteY834" fmla="*/ 247555 h 342900"/>
                <a:gd name="connsiteX835" fmla="*/ 166973 w 381000"/>
                <a:gd name="connsiteY835" fmla="*/ 269081 h 342900"/>
                <a:gd name="connsiteX836" fmla="*/ 166592 w 381000"/>
                <a:gd name="connsiteY836" fmla="*/ 268986 h 342900"/>
                <a:gd name="connsiteX837" fmla="*/ 166592 w 381000"/>
                <a:gd name="connsiteY837" fmla="*/ 268796 h 342900"/>
                <a:gd name="connsiteX838" fmla="*/ 166688 w 381000"/>
                <a:gd name="connsiteY838" fmla="*/ 268319 h 342900"/>
                <a:gd name="connsiteX839" fmla="*/ 165926 w 381000"/>
                <a:gd name="connsiteY839" fmla="*/ 266795 h 342900"/>
                <a:gd name="connsiteX840" fmla="*/ 165259 w 381000"/>
                <a:gd name="connsiteY840" fmla="*/ 266319 h 342900"/>
                <a:gd name="connsiteX841" fmla="*/ 164306 w 381000"/>
                <a:gd name="connsiteY841" fmla="*/ 266414 h 342900"/>
                <a:gd name="connsiteX842" fmla="*/ 163449 w 381000"/>
                <a:gd name="connsiteY842" fmla="*/ 266795 h 342900"/>
                <a:gd name="connsiteX843" fmla="*/ 163163 w 381000"/>
                <a:gd name="connsiteY843" fmla="*/ 267367 h 342900"/>
                <a:gd name="connsiteX844" fmla="*/ 163544 w 381000"/>
                <a:gd name="connsiteY844" fmla="*/ 267843 h 342900"/>
                <a:gd name="connsiteX845" fmla="*/ 164021 w 381000"/>
                <a:gd name="connsiteY845" fmla="*/ 268034 h 342900"/>
                <a:gd name="connsiteX846" fmla="*/ 164306 w 381000"/>
                <a:gd name="connsiteY846" fmla="*/ 268415 h 342900"/>
                <a:gd name="connsiteX847" fmla="*/ 164592 w 381000"/>
                <a:gd name="connsiteY847" fmla="*/ 268986 h 342900"/>
                <a:gd name="connsiteX848" fmla="*/ 165068 w 381000"/>
                <a:gd name="connsiteY848" fmla="*/ 269367 h 342900"/>
                <a:gd name="connsiteX849" fmla="*/ 165830 w 381000"/>
                <a:gd name="connsiteY849" fmla="*/ 269653 h 342900"/>
                <a:gd name="connsiteX850" fmla="*/ 166306 w 381000"/>
                <a:gd name="connsiteY850" fmla="*/ 269939 h 342900"/>
                <a:gd name="connsiteX851" fmla="*/ 166497 w 381000"/>
                <a:gd name="connsiteY851" fmla="*/ 270224 h 342900"/>
                <a:gd name="connsiteX852" fmla="*/ 166592 w 381000"/>
                <a:gd name="connsiteY852" fmla="*/ 270320 h 342900"/>
                <a:gd name="connsiteX853" fmla="*/ 166973 w 381000"/>
                <a:gd name="connsiteY853" fmla="*/ 270320 h 342900"/>
                <a:gd name="connsiteX854" fmla="*/ 167640 w 381000"/>
                <a:gd name="connsiteY854" fmla="*/ 270129 h 342900"/>
                <a:gd name="connsiteX855" fmla="*/ 167735 w 381000"/>
                <a:gd name="connsiteY855" fmla="*/ 269748 h 342900"/>
                <a:gd name="connsiteX856" fmla="*/ 167545 w 381000"/>
                <a:gd name="connsiteY856" fmla="*/ 269367 h 342900"/>
                <a:gd name="connsiteX857" fmla="*/ 166973 w 381000"/>
                <a:gd name="connsiteY857" fmla="*/ 269081 h 342900"/>
                <a:gd name="connsiteX858" fmla="*/ 168307 w 381000"/>
                <a:gd name="connsiteY858" fmla="*/ 259652 h 342900"/>
                <a:gd name="connsiteX859" fmla="*/ 167926 w 381000"/>
                <a:gd name="connsiteY859" fmla="*/ 258699 h 342900"/>
                <a:gd name="connsiteX860" fmla="*/ 167450 w 381000"/>
                <a:gd name="connsiteY860" fmla="*/ 257937 h 342900"/>
                <a:gd name="connsiteX861" fmla="*/ 166878 w 381000"/>
                <a:gd name="connsiteY861" fmla="*/ 257842 h 342900"/>
                <a:gd name="connsiteX862" fmla="*/ 167545 w 381000"/>
                <a:gd name="connsiteY862" fmla="*/ 257270 h 342900"/>
                <a:gd name="connsiteX863" fmla="*/ 167830 w 381000"/>
                <a:gd name="connsiteY863" fmla="*/ 256604 h 342900"/>
                <a:gd name="connsiteX864" fmla="*/ 167735 w 381000"/>
                <a:gd name="connsiteY864" fmla="*/ 256032 h 342900"/>
                <a:gd name="connsiteX865" fmla="*/ 167164 w 381000"/>
                <a:gd name="connsiteY865" fmla="*/ 255746 h 342900"/>
                <a:gd name="connsiteX866" fmla="*/ 166497 w 381000"/>
                <a:gd name="connsiteY866" fmla="*/ 255842 h 342900"/>
                <a:gd name="connsiteX867" fmla="*/ 165926 w 381000"/>
                <a:gd name="connsiteY867" fmla="*/ 256127 h 342900"/>
                <a:gd name="connsiteX868" fmla="*/ 165830 w 381000"/>
                <a:gd name="connsiteY868" fmla="*/ 256604 h 342900"/>
                <a:gd name="connsiteX869" fmla="*/ 166592 w 381000"/>
                <a:gd name="connsiteY869" fmla="*/ 257461 h 342900"/>
                <a:gd name="connsiteX870" fmla="*/ 166211 w 381000"/>
                <a:gd name="connsiteY870" fmla="*/ 259080 h 342900"/>
                <a:gd name="connsiteX871" fmla="*/ 166021 w 381000"/>
                <a:gd name="connsiteY871" fmla="*/ 259461 h 342900"/>
                <a:gd name="connsiteX872" fmla="*/ 165068 w 381000"/>
                <a:gd name="connsiteY872" fmla="*/ 260223 h 342900"/>
                <a:gd name="connsiteX873" fmla="*/ 164878 w 381000"/>
                <a:gd name="connsiteY873" fmla="*/ 260509 h 342900"/>
                <a:gd name="connsiteX874" fmla="*/ 164592 w 381000"/>
                <a:gd name="connsiteY874" fmla="*/ 261652 h 342900"/>
                <a:gd name="connsiteX875" fmla="*/ 164782 w 381000"/>
                <a:gd name="connsiteY875" fmla="*/ 262414 h 342900"/>
                <a:gd name="connsiteX876" fmla="*/ 166688 w 381000"/>
                <a:gd name="connsiteY876" fmla="*/ 264319 h 342900"/>
                <a:gd name="connsiteX877" fmla="*/ 167259 w 381000"/>
                <a:gd name="connsiteY877" fmla="*/ 264605 h 342900"/>
                <a:gd name="connsiteX878" fmla="*/ 167830 w 381000"/>
                <a:gd name="connsiteY878" fmla="*/ 264605 h 342900"/>
                <a:gd name="connsiteX879" fmla="*/ 168307 w 381000"/>
                <a:gd name="connsiteY879" fmla="*/ 264033 h 342900"/>
                <a:gd name="connsiteX880" fmla="*/ 168688 w 381000"/>
                <a:gd name="connsiteY880" fmla="*/ 263176 h 342900"/>
                <a:gd name="connsiteX881" fmla="*/ 168878 w 381000"/>
                <a:gd name="connsiteY881" fmla="*/ 262223 h 342900"/>
                <a:gd name="connsiteX882" fmla="*/ 168878 w 381000"/>
                <a:gd name="connsiteY882" fmla="*/ 261271 h 342900"/>
                <a:gd name="connsiteX883" fmla="*/ 168307 w 381000"/>
                <a:gd name="connsiteY883" fmla="*/ 259652 h 342900"/>
                <a:gd name="connsiteX884" fmla="*/ 381857 w 381000"/>
                <a:gd name="connsiteY884" fmla="*/ 91916 h 342900"/>
                <a:gd name="connsiteX885" fmla="*/ 381762 w 381000"/>
                <a:gd name="connsiteY885" fmla="*/ 92012 h 342900"/>
                <a:gd name="connsiteX886" fmla="*/ 381857 w 381000"/>
                <a:gd name="connsiteY886" fmla="*/ 92107 h 342900"/>
                <a:gd name="connsiteX887" fmla="*/ 381857 w 381000"/>
                <a:gd name="connsiteY887" fmla="*/ 91916 h 342900"/>
                <a:gd name="connsiteX888" fmla="*/ 381857 w 381000"/>
                <a:gd name="connsiteY888" fmla="*/ 91916 h 342900"/>
                <a:gd name="connsiteX889" fmla="*/ 330803 w 381000"/>
                <a:gd name="connsiteY889" fmla="*/ 72104 h 342900"/>
                <a:gd name="connsiteX890" fmla="*/ 329565 w 381000"/>
                <a:gd name="connsiteY890" fmla="*/ 72581 h 342900"/>
                <a:gd name="connsiteX891" fmla="*/ 327660 w 381000"/>
                <a:gd name="connsiteY891" fmla="*/ 72866 h 342900"/>
                <a:gd name="connsiteX892" fmla="*/ 326707 w 381000"/>
                <a:gd name="connsiteY892" fmla="*/ 73533 h 342900"/>
                <a:gd name="connsiteX893" fmla="*/ 326231 w 381000"/>
                <a:gd name="connsiteY893" fmla="*/ 74581 h 342900"/>
                <a:gd name="connsiteX894" fmla="*/ 326517 w 381000"/>
                <a:gd name="connsiteY894" fmla="*/ 75914 h 342900"/>
                <a:gd name="connsiteX895" fmla="*/ 327374 w 381000"/>
                <a:gd name="connsiteY895" fmla="*/ 76962 h 342900"/>
                <a:gd name="connsiteX896" fmla="*/ 328708 w 381000"/>
                <a:gd name="connsiteY896" fmla="*/ 77724 h 342900"/>
                <a:gd name="connsiteX897" fmla="*/ 330041 w 381000"/>
                <a:gd name="connsiteY897" fmla="*/ 78010 h 342900"/>
                <a:gd name="connsiteX898" fmla="*/ 331089 w 381000"/>
                <a:gd name="connsiteY898" fmla="*/ 77533 h 342900"/>
                <a:gd name="connsiteX899" fmla="*/ 331661 w 381000"/>
                <a:gd name="connsiteY899" fmla="*/ 76295 h 342900"/>
                <a:gd name="connsiteX900" fmla="*/ 332232 w 381000"/>
                <a:gd name="connsiteY900" fmla="*/ 74390 h 342900"/>
                <a:gd name="connsiteX901" fmla="*/ 332327 w 381000"/>
                <a:gd name="connsiteY901" fmla="*/ 72676 h 342900"/>
                <a:gd name="connsiteX902" fmla="*/ 331470 w 381000"/>
                <a:gd name="connsiteY902" fmla="*/ 72009 h 342900"/>
                <a:gd name="connsiteX903" fmla="*/ 330803 w 381000"/>
                <a:gd name="connsiteY903" fmla="*/ 72104 h 342900"/>
                <a:gd name="connsiteX904" fmla="*/ 201549 w 381000"/>
                <a:gd name="connsiteY904" fmla="*/ 249174 h 342900"/>
                <a:gd name="connsiteX905" fmla="*/ 201073 w 381000"/>
                <a:gd name="connsiteY905" fmla="*/ 248698 h 342900"/>
                <a:gd name="connsiteX906" fmla="*/ 200120 w 381000"/>
                <a:gd name="connsiteY906" fmla="*/ 248793 h 342900"/>
                <a:gd name="connsiteX907" fmla="*/ 199358 w 381000"/>
                <a:gd name="connsiteY907" fmla="*/ 248984 h 342900"/>
                <a:gd name="connsiteX908" fmla="*/ 198882 w 381000"/>
                <a:gd name="connsiteY908" fmla="*/ 249174 h 342900"/>
                <a:gd name="connsiteX909" fmla="*/ 198501 w 381000"/>
                <a:gd name="connsiteY909" fmla="*/ 248984 h 342900"/>
                <a:gd name="connsiteX910" fmla="*/ 197929 w 381000"/>
                <a:gd name="connsiteY910" fmla="*/ 248507 h 342900"/>
                <a:gd name="connsiteX911" fmla="*/ 197072 w 381000"/>
                <a:gd name="connsiteY911" fmla="*/ 248222 h 342900"/>
                <a:gd name="connsiteX912" fmla="*/ 196501 w 381000"/>
                <a:gd name="connsiteY912" fmla="*/ 248412 h 342900"/>
                <a:gd name="connsiteX913" fmla="*/ 196120 w 381000"/>
                <a:gd name="connsiteY913" fmla="*/ 248888 h 342900"/>
                <a:gd name="connsiteX914" fmla="*/ 196215 w 381000"/>
                <a:gd name="connsiteY914" fmla="*/ 249269 h 342900"/>
                <a:gd name="connsiteX915" fmla="*/ 196596 w 381000"/>
                <a:gd name="connsiteY915" fmla="*/ 249269 h 342900"/>
                <a:gd name="connsiteX916" fmla="*/ 197168 w 381000"/>
                <a:gd name="connsiteY916" fmla="*/ 249079 h 342900"/>
                <a:gd name="connsiteX917" fmla="*/ 198120 w 381000"/>
                <a:gd name="connsiteY917" fmla="*/ 249365 h 342900"/>
                <a:gd name="connsiteX918" fmla="*/ 198596 w 381000"/>
                <a:gd name="connsiteY918" fmla="*/ 249746 h 342900"/>
                <a:gd name="connsiteX919" fmla="*/ 198501 w 381000"/>
                <a:gd name="connsiteY919" fmla="*/ 250222 h 342900"/>
                <a:gd name="connsiteX920" fmla="*/ 198025 w 381000"/>
                <a:gd name="connsiteY920" fmla="*/ 250603 h 342900"/>
                <a:gd name="connsiteX921" fmla="*/ 198311 w 381000"/>
                <a:gd name="connsiteY921" fmla="*/ 250793 h 342900"/>
                <a:gd name="connsiteX922" fmla="*/ 198977 w 381000"/>
                <a:gd name="connsiteY922" fmla="*/ 250889 h 342900"/>
                <a:gd name="connsiteX923" fmla="*/ 199168 w 381000"/>
                <a:gd name="connsiteY923" fmla="*/ 251270 h 342900"/>
                <a:gd name="connsiteX924" fmla="*/ 199072 w 381000"/>
                <a:gd name="connsiteY924" fmla="*/ 251650 h 342900"/>
                <a:gd name="connsiteX925" fmla="*/ 199549 w 381000"/>
                <a:gd name="connsiteY925" fmla="*/ 251650 h 342900"/>
                <a:gd name="connsiteX926" fmla="*/ 199739 w 381000"/>
                <a:gd name="connsiteY926" fmla="*/ 252127 h 342900"/>
                <a:gd name="connsiteX927" fmla="*/ 200120 w 381000"/>
                <a:gd name="connsiteY927" fmla="*/ 252603 h 342900"/>
                <a:gd name="connsiteX928" fmla="*/ 200978 w 381000"/>
                <a:gd name="connsiteY928" fmla="*/ 252603 h 342900"/>
                <a:gd name="connsiteX929" fmla="*/ 201549 w 381000"/>
                <a:gd name="connsiteY929" fmla="*/ 251936 h 342900"/>
                <a:gd name="connsiteX930" fmla="*/ 201739 w 381000"/>
                <a:gd name="connsiteY930" fmla="*/ 251555 h 342900"/>
                <a:gd name="connsiteX931" fmla="*/ 201263 w 381000"/>
                <a:gd name="connsiteY931" fmla="*/ 251174 h 342900"/>
                <a:gd name="connsiteX932" fmla="*/ 200787 w 381000"/>
                <a:gd name="connsiteY932" fmla="*/ 251079 h 342900"/>
                <a:gd name="connsiteX933" fmla="*/ 200787 w 381000"/>
                <a:gd name="connsiteY933" fmla="*/ 250889 h 342900"/>
                <a:gd name="connsiteX934" fmla="*/ 200978 w 381000"/>
                <a:gd name="connsiteY934" fmla="*/ 250793 h 342900"/>
                <a:gd name="connsiteX935" fmla="*/ 201549 w 381000"/>
                <a:gd name="connsiteY935" fmla="*/ 250984 h 342900"/>
                <a:gd name="connsiteX936" fmla="*/ 201739 w 381000"/>
                <a:gd name="connsiteY936" fmla="*/ 250603 h 342900"/>
                <a:gd name="connsiteX937" fmla="*/ 201549 w 381000"/>
                <a:gd name="connsiteY937" fmla="*/ 250317 h 342900"/>
                <a:gd name="connsiteX938" fmla="*/ 201835 w 381000"/>
                <a:gd name="connsiteY938" fmla="*/ 249841 h 342900"/>
                <a:gd name="connsiteX939" fmla="*/ 201549 w 381000"/>
                <a:gd name="connsiteY939" fmla="*/ 249174 h 342900"/>
                <a:gd name="connsiteX940" fmla="*/ 92869 w 381000"/>
                <a:gd name="connsiteY940" fmla="*/ 135065 h 342900"/>
                <a:gd name="connsiteX941" fmla="*/ 92773 w 381000"/>
                <a:gd name="connsiteY941" fmla="*/ 134684 h 342900"/>
                <a:gd name="connsiteX942" fmla="*/ 92107 w 381000"/>
                <a:gd name="connsiteY942" fmla="*/ 133541 h 342900"/>
                <a:gd name="connsiteX943" fmla="*/ 91059 w 381000"/>
                <a:gd name="connsiteY943" fmla="*/ 133922 h 342900"/>
                <a:gd name="connsiteX944" fmla="*/ 90106 w 381000"/>
                <a:gd name="connsiteY944" fmla="*/ 134779 h 342900"/>
                <a:gd name="connsiteX945" fmla="*/ 89630 w 381000"/>
                <a:gd name="connsiteY945" fmla="*/ 135350 h 342900"/>
                <a:gd name="connsiteX946" fmla="*/ 90202 w 381000"/>
                <a:gd name="connsiteY946" fmla="*/ 137160 h 342900"/>
                <a:gd name="connsiteX947" fmla="*/ 90488 w 381000"/>
                <a:gd name="connsiteY947" fmla="*/ 138589 h 342900"/>
                <a:gd name="connsiteX948" fmla="*/ 90678 w 381000"/>
                <a:gd name="connsiteY948" fmla="*/ 140970 h 342900"/>
                <a:gd name="connsiteX949" fmla="*/ 90392 w 381000"/>
                <a:gd name="connsiteY949" fmla="*/ 142494 h 342900"/>
                <a:gd name="connsiteX950" fmla="*/ 90964 w 381000"/>
                <a:gd name="connsiteY950" fmla="*/ 142208 h 342900"/>
                <a:gd name="connsiteX951" fmla="*/ 91250 w 381000"/>
                <a:gd name="connsiteY951" fmla="*/ 142780 h 342900"/>
                <a:gd name="connsiteX952" fmla="*/ 92012 w 381000"/>
                <a:gd name="connsiteY952" fmla="*/ 141923 h 342900"/>
                <a:gd name="connsiteX953" fmla="*/ 92393 w 381000"/>
                <a:gd name="connsiteY953" fmla="*/ 142304 h 342900"/>
                <a:gd name="connsiteX954" fmla="*/ 91440 w 381000"/>
                <a:gd name="connsiteY954" fmla="*/ 143637 h 342900"/>
                <a:gd name="connsiteX955" fmla="*/ 91250 w 381000"/>
                <a:gd name="connsiteY955" fmla="*/ 144590 h 342900"/>
                <a:gd name="connsiteX956" fmla="*/ 91821 w 381000"/>
                <a:gd name="connsiteY956" fmla="*/ 144875 h 342900"/>
                <a:gd name="connsiteX957" fmla="*/ 93059 w 381000"/>
                <a:gd name="connsiteY957" fmla="*/ 144113 h 342900"/>
                <a:gd name="connsiteX958" fmla="*/ 92869 w 381000"/>
                <a:gd name="connsiteY958" fmla="*/ 144685 h 342900"/>
                <a:gd name="connsiteX959" fmla="*/ 92297 w 381000"/>
                <a:gd name="connsiteY959" fmla="*/ 145161 h 342900"/>
                <a:gd name="connsiteX960" fmla="*/ 92012 w 381000"/>
                <a:gd name="connsiteY960" fmla="*/ 145542 h 342900"/>
                <a:gd name="connsiteX961" fmla="*/ 92107 w 381000"/>
                <a:gd name="connsiteY961" fmla="*/ 146495 h 342900"/>
                <a:gd name="connsiteX962" fmla="*/ 92869 w 381000"/>
                <a:gd name="connsiteY962" fmla="*/ 146590 h 342900"/>
                <a:gd name="connsiteX963" fmla="*/ 95250 w 381000"/>
                <a:gd name="connsiteY963" fmla="*/ 146495 h 342900"/>
                <a:gd name="connsiteX964" fmla="*/ 95726 w 381000"/>
                <a:gd name="connsiteY964" fmla="*/ 146685 h 342900"/>
                <a:gd name="connsiteX965" fmla="*/ 95440 w 381000"/>
                <a:gd name="connsiteY965" fmla="*/ 145637 h 342900"/>
                <a:gd name="connsiteX966" fmla="*/ 94679 w 381000"/>
                <a:gd name="connsiteY966" fmla="*/ 144590 h 342900"/>
                <a:gd name="connsiteX967" fmla="*/ 94297 w 381000"/>
                <a:gd name="connsiteY967" fmla="*/ 143351 h 342900"/>
                <a:gd name="connsiteX968" fmla="*/ 94107 w 381000"/>
                <a:gd name="connsiteY968" fmla="*/ 142685 h 342900"/>
                <a:gd name="connsiteX969" fmla="*/ 94202 w 381000"/>
                <a:gd name="connsiteY969" fmla="*/ 142399 h 342900"/>
                <a:gd name="connsiteX970" fmla="*/ 94297 w 381000"/>
                <a:gd name="connsiteY970" fmla="*/ 142018 h 342900"/>
                <a:gd name="connsiteX971" fmla="*/ 93536 w 381000"/>
                <a:gd name="connsiteY971" fmla="*/ 141637 h 342900"/>
                <a:gd name="connsiteX972" fmla="*/ 93154 w 381000"/>
                <a:gd name="connsiteY972" fmla="*/ 141542 h 342900"/>
                <a:gd name="connsiteX973" fmla="*/ 93154 w 381000"/>
                <a:gd name="connsiteY973" fmla="*/ 141161 h 342900"/>
                <a:gd name="connsiteX974" fmla="*/ 94297 w 381000"/>
                <a:gd name="connsiteY974" fmla="*/ 141161 h 342900"/>
                <a:gd name="connsiteX975" fmla="*/ 93821 w 381000"/>
                <a:gd name="connsiteY975" fmla="*/ 140399 h 342900"/>
                <a:gd name="connsiteX976" fmla="*/ 93250 w 381000"/>
                <a:gd name="connsiteY976" fmla="*/ 140018 h 342900"/>
                <a:gd name="connsiteX977" fmla="*/ 92964 w 381000"/>
                <a:gd name="connsiteY977" fmla="*/ 139541 h 342900"/>
                <a:gd name="connsiteX978" fmla="*/ 93154 w 381000"/>
                <a:gd name="connsiteY978" fmla="*/ 138970 h 342900"/>
                <a:gd name="connsiteX979" fmla="*/ 93059 w 381000"/>
                <a:gd name="connsiteY979" fmla="*/ 138303 h 342900"/>
                <a:gd name="connsiteX980" fmla="*/ 92202 w 381000"/>
                <a:gd name="connsiteY980" fmla="*/ 136303 h 342900"/>
                <a:gd name="connsiteX981" fmla="*/ 92202 w 381000"/>
                <a:gd name="connsiteY981" fmla="*/ 135827 h 342900"/>
                <a:gd name="connsiteX982" fmla="*/ 92583 w 381000"/>
                <a:gd name="connsiteY982" fmla="*/ 135541 h 342900"/>
                <a:gd name="connsiteX983" fmla="*/ 92869 w 381000"/>
                <a:gd name="connsiteY983" fmla="*/ 135065 h 342900"/>
                <a:gd name="connsiteX984" fmla="*/ 152590 w 381000"/>
                <a:gd name="connsiteY984" fmla="*/ 271463 h 342900"/>
                <a:gd name="connsiteX985" fmla="*/ 152114 w 381000"/>
                <a:gd name="connsiteY985" fmla="*/ 271463 h 342900"/>
                <a:gd name="connsiteX986" fmla="*/ 151638 w 381000"/>
                <a:gd name="connsiteY986" fmla="*/ 271939 h 342900"/>
                <a:gd name="connsiteX987" fmla="*/ 151352 w 381000"/>
                <a:gd name="connsiteY987" fmla="*/ 272034 h 342900"/>
                <a:gd name="connsiteX988" fmla="*/ 151352 w 381000"/>
                <a:gd name="connsiteY988" fmla="*/ 271844 h 342900"/>
                <a:gd name="connsiteX989" fmla="*/ 150590 w 381000"/>
                <a:gd name="connsiteY989" fmla="*/ 271653 h 342900"/>
                <a:gd name="connsiteX990" fmla="*/ 150209 w 381000"/>
                <a:gd name="connsiteY990" fmla="*/ 271463 h 342900"/>
                <a:gd name="connsiteX991" fmla="*/ 149828 w 381000"/>
                <a:gd name="connsiteY991" fmla="*/ 271272 h 342900"/>
                <a:gd name="connsiteX992" fmla="*/ 149543 w 381000"/>
                <a:gd name="connsiteY992" fmla="*/ 271463 h 342900"/>
                <a:gd name="connsiteX993" fmla="*/ 149638 w 381000"/>
                <a:gd name="connsiteY993" fmla="*/ 271748 h 342900"/>
                <a:gd name="connsiteX994" fmla="*/ 149638 w 381000"/>
                <a:gd name="connsiteY994" fmla="*/ 272129 h 342900"/>
                <a:gd name="connsiteX995" fmla="*/ 149447 w 381000"/>
                <a:gd name="connsiteY995" fmla="*/ 272606 h 342900"/>
                <a:gd name="connsiteX996" fmla="*/ 149828 w 381000"/>
                <a:gd name="connsiteY996" fmla="*/ 272891 h 342900"/>
                <a:gd name="connsiteX997" fmla="*/ 150400 w 381000"/>
                <a:gd name="connsiteY997" fmla="*/ 273272 h 342900"/>
                <a:gd name="connsiteX998" fmla="*/ 150304 w 381000"/>
                <a:gd name="connsiteY998" fmla="*/ 273558 h 342900"/>
                <a:gd name="connsiteX999" fmla="*/ 150590 w 381000"/>
                <a:gd name="connsiteY999" fmla="*/ 273844 h 342900"/>
                <a:gd name="connsiteX1000" fmla="*/ 151162 w 381000"/>
                <a:gd name="connsiteY1000" fmla="*/ 274034 h 342900"/>
                <a:gd name="connsiteX1001" fmla="*/ 151543 w 381000"/>
                <a:gd name="connsiteY1001" fmla="*/ 274415 h 342900"/>
                <a:gd name="connsiteX1002" fmla="*/ 151543 w 381000"/>
                <a:gd name="connsiteY1002" fmla="*/ 274987 h 342900"/>
                <a:gd name="connsiteX1003" fmla="*/ 151829 w 381000"/>
                <a:gd name="connsiteY1003" fmla="*/ 275177 h 342900"/>
                <a:gd name="connsiteX1004" fmla="*/ 152686 w 381000"/>
                <a:gd name="connsiteY1004" fmla="*/ 274892 h 342900"/>
                <a:gd name="connsiteX1005" fmla="*/ 153638 w 381000"/>
                <a:gd name="connsiteY1005" fmla="*/ 274225 h 342900"/>
                <a:gd name="connsiteX1006" fmla="*/ 154019 w 381000"/>
                <a:gd name="connsiteY1006" fmla="*/ 273844 h 342900"/>
                <a:gd name="connsiteX1007" fmla="*/ 154019 w 381000"/>
                <a:gd name="connsiteY1007" fmla="*/ 273463 h 342900"/>
                <a:gd name="connsiteX1008" fmla="*/ 153734 w 381000"/>
                <a:gd name="connsiteY1008" fmla="*/ 272796 h 342900"/>
                <a:gd name="connsiteX1009" fmla="*/ 152590 w 381000"/>
                <a:gd name="connsiteY1009" fmla="*/ 271463 h 342900"/>
                <a:gd name="connsiteX1010" fmla="*/ 261366 w 381000"/>
                <a:gd name="connsiteY1010" fmla="*/ 169640 h 342900"/>
                <a:gd name="connsiteX1011" fmla="*/ 261176 w 381000"/>
                <a:gd name="connsiteY1011" fmla="*/ 168497 h 342900"/>
                <a:gd name="connsiteX1012" fmla="*/ 260318 w 381000"/>
                <a:gd name="connsiteY1012" fmla="*/ 167831 h 342900"/>
                <a:gd name="connsiteX1013" fmla="*/ 259652 w 381000"/>
                <a:gd name="connsiteY1013" fmla="*/ 168878 h 342900"/>
                <a:gd name="connsiteX1014" fmla="*/ 256318 w 381000"/>
                <a:gd name="connsiteY1014" fmla="*/ 172498 h 342900"/>
                <a:gd name="connsiteX1015" fmla="*/ 254984 w 381000"/>
                <a:gd name="connsiteY1015" fmla="*/ 173546 h 342900"/>
                <a:gd name="connsiteX1016" fmla="*/ 253937 w 381000"/>
                <a:gd name="connsiteY1016" fmla="*/ 173355 h 342900"/>
                <a:gd name="connsiteX1017" fmla="*/ 253079 w 381000"/>
                <a:gd name="connsiteY1017" fmla="*/ 172307 h 342900"/>
                <a:gd name="connsiteX1018" fmla="*/ 252317 w 381000"/>
                <a:gd name="connsiteY1018" fmla="*/ 171450 h 342900"/>
                <a:gd name="connsiteX1019" fmla="*/ 251174 w 381000"/>
                <a:gd name="connsiteY1019" fmla="*/ 170402 h 342900"/>
                <a:gd name="connsiteX1020" fmla="*/ 251174 w 381000"/>
                <a:gd name="connsiteY1020" fmla="*/ 169545 h 342900"/>
                <a:gd name="connsiteX1021" fmla="*/ 252031 w 381000"/>
                <a:gd name="connsiteY1021" fmla="*/ 168783 h 342900"/>
                <a:gd name="connsiteX1022" fmla="*/ 252508 w 381000"/>
                <a:gd name="connsiteY1022" fmla="*/ 168593 h 342900"/>
                <a:gd name="connsiteX1023" fmla="*/ 253079 w 381000"/>
                <a:gd name="connsiteY1023" fmla="*/ 168307 h 342900"/>
                <a:gd name="connsiteX1024" fmla="*/ 253555 w 381000"/>
                <a:gd name="connsiteY1024" fmla="*/ 167735 h 342900"/>
                <a:gd name="connsiteX1025" fmla="*/ 253746 w 381000"/>
                <a:gd name="connsiteY1025" fmla="*/ 166688 h 342900"/>
                <a:gd name="connsiteX1026" fmla="*/ 253460 w 381000"/>
                <a:gd name="connsiteY1026" fmla="*/ 166307 h 342900"/>
                <a:gd name="connsiteX1027" fmla="*/ 253079 w 381000"/>
                <a:gd name="connsiteY1027" fmla="*/ 166021 h 342900"/>
                <a:gd name="connsiteX1028" fmla="*/ 252698 w 381000"/>
                <a:gd name="connsiteY1028" fmla="*/ 164306 h 342900"/>
                <a:gd name="connsiteX1029" fmla="*/ 252413 w 381000"/>
                <a:gd name="connsiteY1029" fmla="*/ 162116 h 342900"/>
                <a:gd name="connsiteX1030" fmla="*/ 252127 w 381000"/>
                <a:gd name="connsiteY1030" fmla="*/ 161830 h 342900"/>
                <a:gd name="connsiteX1031" fmla="*/ 251746 w 381000"/>
                <a:gd name="connsiteY1031" fmla="*/ 161544 h 342900"/>
                <a:gd name="connsiteX1032" fmla="*/ 251460 w 381000"/>
                <a:gd name="connsiteY1032" fmla="*/ 160973 h 342900"/>
                <a:gd name="connsiteX1033" fmla="*/ 251270 w 381000"/>
                <a:gd name="connsiteY1033" fmla="*/ 159925 h 342900"/>
                <a:gd name="connsiteX1034" fmla="*/ 251460 w 381000"/>
                <a:gd name="connsiteY1034" fmla="*/ 152019 h 342900"/>
                <a:gd name="connsiteX1035" fmla="*/ 251746 w 381000"/>
                <a:gd name="connsiteY1035" fmla="*/ 150686 h 342900"/>
                <a:gd name="connsiteX1036" fmla="*/ 252413 w 381000"/>
                <a:gd name="connsiteY1036" fmla="*/ 149543 h 342900"/>
                <a:gd name="connsiteX1037" fmla="*/ 254032 w 381000"/>
                <a:gd name="connsiteY1037" fmla="*/ 147542 h 342900"/>
                <a:gd name="connsiteX1038" fmla="*/ 254318 w 381000"/>
                <a:gd name="connsiteY1038" fmla="*/ 146304 h 342900"/>
                <a:gd name="connsiteX1039" fmla="*/ 254603 w 381000"/>
                <a:gd name="connsiteY1039" fmla="*/ 140779 h 342900"/>
                <a:gd name="connsiteX1040" fmla="*/ 254318 w 381000"/>
                <a:gd name="connsiteY1040" fmla="*/ 138113 h 342900"/>
                <a:gd name="connsiteX1041" fmla="*/ 253555 w 381000"/>
                <a:gd name="connsiteY1041" fmla="*/ 135446 h 342900"/>
                <a:gd name="connsiteX1042" fmla="*/ 253270 w 381000"/>
                <a:gd name="connsiteY1042" fmla="*/ 132874 h 342900"/>
                <a:gd name="connsiteX1043" fmla="*/ 253270 w 381000"/>
                <a:gd name="connsiteY1043" fmla="*/ 132779 h 342900"/>
                <a:gd name="connsiteX1044" fmla="*/ 254222 w 381000"/>
                <a:gd name="connsiteY1044" fmla="*/ 130112 h 342900"/>
                <a:gd name="connsiteX1045" fmla="*/ 255461 w 381000"/>
                <a:gd name="connsiteY1045" fmla="*/ 127825 h 342900"/>
                <a:gd name="connsiteX1046" fmla="*/ 256032 w 381000"/>
                <a:gd name="connsiteY1046" fmla="*/ 125349 h 342900"/>
                <a:gd name="connsiteX1047" fmla="*/ 255842 w 381000"/>
                <a:gd name="connsiteY1047" fmla="*/ 122682 h 342900"/>
                <a:gd name="connsiteX1048" fmla="*/ 254127 w 381000"/>
                <a:gd name="connsiteY1048" fmla="*/ 117158 h 342900"/>
                <a:gd name="connsiteX1049" fmla="*/ 253651 w 381000"/>
                <a:gd name="connsiteY1049" fmla="*/ 114491 h 342900"/>
                <a:gd name="connsiteX1050" fmla="*/ 253175 w 381000"/>
                <a:gd name="connsiteY1050" fmla="*/ 108585 h 342900"/>
                <a:gd name="connsiteX1051" fmla="*/ 252794 w 381000"/>
                <a:gd name="connsiteY1051" fmla="*/ 106490 h 342900"/>
                <a:gd name="connsiteX1052" fmla="*/ 252794 w 381000"/>
                <a:gd name="connsiteY1052" fmla="*/ 105823 h 342900"/>
                <a:gd name="connsiteX1053" fmla="*/ 253079 w 381000"/>
                <a:gd name="connsiteY1053" fmla="*/ 105156 h 342900"/>
                <a:gd name="connsiteX1054" fmla="*/ 253555 w 381000"/>
                <a:gd name="connsiteY1054" fmla="*/ 104394 h 342900"/>
                <a:gd name="connsiteX1055" fmla="*/ 253841 w 381000"/>
                <a:gd name="connsiteY1055" fmla="*/ 103632 h 342900"/>
                <a:gd name="connsiteX1056" fmla="*/ 253651 w 381000"/>
                <a:gd name="connsiteY1056" fmla="*/ 102870 h 342900"/>
                <a:gd name="connsiteX1057" fmla="*/ 250984 w 381000"/>
                <a:gd name="connsiteY1057" fmla="*/ 99155 h 342900"/>
                <a:gd name="connsiteX1058" fmla="*/ 250031 w 381000"/>
                <a:gd name="connsiteY1058" fmla="*/ 96393 h 342900"/>
                <a:gd name="connsiteX1059" fmla="*/ 249269 w 381000"/>
                <a:gd name="connsiteY1059" fmla="*/ 91440 h 342900"/>
                <a:gd name="connsiteX1060" fmla="*/ 248507 w 381000"/>
                <a:gd name="connsiteY1060" fmla="*/ 89154 h 342900"/>
                <a:gd name="connsiteX1061" fmla="*/ 245936 w 381000"/>
                <a:gd name="connsiteY1061" fmla="*/ 86392 h 342900"/>
                <a:gd name="connsiteX1062" fmla="*/ 245554 w 381000"/>
                <a:gd name="connsiteY1062" fmla="*/ 85344 h 342900"/>
                <a:gd name="connsiteX1063" fmla="*/ 245364 w 381000"/>
                <a:gd name="connsiteY1063" fmla="*/ 84296 h 342900"/>
                <a:gd name="connsiteX1064" fmla="*/ 244888 w 381000"/>
                <a:gd name="connsiteY1064" fmla="*/ 83344 h 342900"/>
                <a:gd name="connsiteX1065" fmla="*/ 243459 w 381000"/>
                <a:gd name="connsiteY1065" fmla="*/ 81534 h 342900"/>
                <a:gd name="connsiteX1066" fmla="*/ 241078 w 381000"/>
                <a:gd name="connsiteY1066" fmla="*/ 76867 h 342900"/>
                <a:gd name="connsiteX1067" fmla="*/ 240411 w 381000"/>
                <a:gd name="connsiteY1067" fmla="*/ 76200 h 342900"/>
                <a:gd name="connsiteX1068" fmla="*/ 239554 w 381000"/>
                <a:gd name="connsiteY1068" fmla="*/ 75724 h 342900"/>
                <a:gd name="connsiteX1069" fmla="*/ 238887 w 381000"/>
                <a:gd name="connsiteY1069" fmla="*/ 74581 h 342900"/>
                <a:gd name="connsiteX1070" fmla="*/ 237363 w 381000"/>
                <a:gd name="connsiteY1070" fmla="*/ 69628 h 342900"/>
                <a:gd name="connsiteX1071" fmla="*/ 236792 w 381000"/>
                <a:gd name="connsiteY1071" fmla="*/ 68485 h 342900"/>
                <a:gd name="connsiteX1072" fmla="*/ 234887 w 381000"/>
                <a:gd name="connsiteY1072" fmla="*/ 67437 h 342900"/>
                <a:gd name="connsiteX1073" fmla="*/ 234601 w 381000"/>
                <a:gd name="connsiteY1073" fmla="*/ 66008 h 342900"/>
                <a:gd name="connsiteX1074" fmla="*/ 234601 w 381000"/>
                <a:gd name="connsiteY1074" fmla="*/ 64389 h 342900"/>
                <a:gd name="connsiteX1075" fmla="*/ 234505 w 381000"/>
                <a:gd name="connsiteY1075" fmla="*/ 63056 h 342900"/>
                <a:gd name="connsiteX1076" fmla="*/ 231743 w 381000"/>
                <a:gd name="connsiteY1076" fmla="*/ 59817 h 342900"/>
                <a:gd name="connsiteX1077" fmla="*/ 231172 w 381000"/>
                <a:gd name="connsiteY1077" fmla="*/ 59341 h 342900"/>
                <a:gd name="connsiteX1078" fmla="*/ 227076 w 381000"/>
                <a:gd name="connsiteY1078" fmla="*/ 54864 h 342900"/>
                <a:gd name="connsiteX1079" fmla="*/ 223647 w 381000"/>
                <a:gd name="connsiteY1079" fmla="*/ 49911 h 342900"/>
                <a:gd name="connsiteX1080" fmla="*/ 214884 w 381000"/>
                <a:gd name="connsiteY1080" fmla="*/ 37433 h 342900"/>
                <a:gd name="connsiteX1081" fmla="*/ 214122 w 381000"/>
                <a:gd name="connsiteY1081" fmla="*/ 35433 h 342900"/>
                <a:gd name="connsiteX1082" fmla="*/ 212217 w 381000"/>
                <a:gd name="connsiteY1082" fmla="*/ 33147 h 342900"/>
                <a:gd name="connsiteX1083" fmla="*/ 211646 w 381000"/>
                <a:gd name="connsiteY1083" fmla="*/ 32099 h 342900"/>
                <a:gd name="connsiteX1084" fmla="*/ 208026 w 381000"/>
                <a:gd name="connsiteY1084" fmla="*/ 22479 h 342900"/>
                <a:gd name="connsiteX1085" fmla="*/ 203359 w 381000"/>
                <a:gd name="connsiteY1085" fmla="*/ 13335 h 342900"/>
                <a:gd name="connsiteX1086" fmla="*/ 202121 w 381000"/>
                <a:gd name="connsiteY1086" fmla="*/ 10097 h 342900"/>
                <a:gd name="connsiteX1087" fmla="*/ 201644 w 381000"/>
                <a:gd name="connsiteY1087" fmla="*/ 8001 h 342900"/>
                <a:gd name="connsiteX1088" fmla="*/ 199168 w 381000"/>
                <a:gd name="connsiteY1088" fmla="*/ 3143 h 342900"/>
                <a:gd name="connsiteX1089" fmla="*/ 197548 w 381000"/>
                <a:gd name="connsiteY1089" fmla="*/ 0 h 342900"/>
                <a:gd name="connsiteX1090" fmla="*/ 194596 w 381000"/>
                <a:gd name="connsiteY1090" fmla="*/ 1524 h 342900"/>
                <a:gd name="connsiteX1091" fmla="*/ 193167 w 381000"/>
                <a:gd name="connsiteY1091" fmla="*/ 2667 h 342900"/>
                <a:gd name="connsiteX1092" fmla="*/ 192786 w 381000"/>
                <a:gd name="connsiteY1092" fmla="*/ 3524 h 342900"/>
                <a:gd name="connsiteX1093" fmla="*/ 192881 w 381000"/>
                <a:gd name="connsiteY1093" fmla="*/ 4667 h 342900"/>
                <a:gd name="connsiteX1094" fmla="*/ 193357 w 381000"/>
                <a:gd name="connsiteY1094" fmla="*/ 6953 h 342900"/>
                <a:gd name="connsiteX1095" fmla="*/ 193167 w 381000"/>
                <a:gd name="connsiteY1095" fmla="*/ 9335 h 342900"/>
                <a:gd name="connsiteX1096" fmla="*/ 192500 w 381000"/>
                <a:gd name="connsiteY1096" fmla="*/ 11430 h 342900"/>
                <a:gd name="connsiteX1097" fmla="*/ 191453 w 381000"/>
                <a:gd name="connsiteY1097" fmla="*/ 13240 h 342900"/>
                <a:gd name="connsiteX1098" fmla="*/ 190214 w 381000"/>
                <a:gd name="connsiteY1098" fmla="*/ 14954 h 342900"/>
                <a:gd name="connsiteX1099" fmla="*/ 187452 w 381000"/>
                <a:gd name="connsiteY1099" fmla="*/ 17907 h 342900"/>
                <a:gd name="connsiteX1100" fmla="*/ 184118 w 381000"/>
                <a:gd name="connsiteY1100" fmla="*/ 20098 h 342900"/>
                <a:gd name="connsiteX1101" fmla="*/ 180499 w 381000"/>
                <a:gd name="connsiteY1101" fmla="*/ 21336 h 342900"/>
                <a:gd name="connsiteX1102" fmla="*/ 176879 w 381000"/>
                <a:gd name="connsiteY1102" fmla="*/ 21622 h 342900"/>
                <a:gd name="connsiteX1103" fmla="*/ 171355 w 381000"/>
                <a:gd name="connsiteY1103" fmla="*/ 21336 h 342900"/>
                <a:gd name="connsiteX1104" fmla="*/ 167830 w 381000"/>
                <a:gd name="connsiteY1104" fmla="*/ 22098 h 342900"/>
                <a:gd name="connsiteX1105" fmla="*/ 167069 w 381000"/>
                <a:gd name="connsiteY1105" fmla="*/ 21908 h 342900"/>
                <a:gd name="connsiteX1106" fmla="*/ 166592 w 381000"/>
                <a:gd name="connsiteY1106" fmla="*/ 21336 h 342900"/>
                <a:gd name="connsiteX1107" fmla="*/ 165926 w 381000"/>
                <a:gd name="connsiteY1107" fmla="*/ 20383 h 342900"/>
                <a:gd name="connsiteX1108" fmla="*/ 165545 w 381000"/>
                <a:gd name="connsiteY1108" fmla="*/ 20098 h 342900"/>
                <a:gd name="connsiteX1109" fmla="*/ 155353 w 381000"/>
                <a:gd name="connsiteY1109" fmla="*/ 20955 h 342900"/>
                <a:gd name="connsiteX1110" fmla="*/ 152210 w 381000"/>
                <a:gd name="connsiteY1110" fmla="*/ 21908 h 342900"/>
                <a:gd name="connsiteX1111" fmla="*/ 150590 w 381000"/>
                <a:gd name="connsiteY1111" fmla="*/ 22098 h 342900"/>
                <a:gd name="connsiteX1112" fmla="*/ 145542 w 381000"/>
                <a:gd name="connsiteY1112" fmla="*/ 20574 h 342900"/>
                <a:gd name="connsiteX1113" fmla="*/ 139065 w 381000"/>
                <a:gd name="connsiteY1113" fmla="*/ 21146 h 342900"/>
                <a:gd name="connsiteX1114" fmla="*/ 137351 w 381000"/>
                <a:gd name="connsiteY1114" fmla="*/ 20955 h 342900"/>
                <a:gd name="connsiteX1115" fmla="*/ 133921 w 381000"/>
                <a:gd name="connsiteY1115" fmla="*/ 21336 h 342900"/>
                <a:gd name="connsiteX1116" fmla="*/ 130397 w 381000"/>
                <a:gd name="connsiteY1116" fmla="*/ 22765 h 342900"/>
                <a:gd name="connsiteX1117" fmla="*/ 127063 w 381000"/>
                <a:gd name="connsiteY1117" fmla="*/ 24860 h 342900"/>
                <a:gd name="connsiteX1118" fmla="*/ 124206 w 381000"/>
                <a:gd name="connsiteY1118" fmla="*/ 27242 h 342900"/>
                <a:gd name="connsiteX1119" fmla="*/ 123920 w 381000"/>
                <a:gd name="connsiteY1119" fmla="*/ 27623 h 342900"/>
                <a:gd name="connsiteX1120" fmla="*/ 123254 w 381000"/>
                <a:gd name="connsiteY1120" fmla="*/ 28480 h 342900"/>
                <a:gd name="connsiteX1121" fmla="*/ 122492 w 381000"/>
                <a:gd name="connsiteY1121" fmla="*/ 30290 h 342900"/>
                <a:gd name="connsiteX1122" fmla="*/ 121444 w 381000"/>
                <a:gd name="connsiteY1122" fmla="*/ 32957 h 342900"/>
                <a:gd name="connsiteX1123" fmla="*/ 120587 w 381000"/>
                <a:gd name="connsiteY1123" fmla="*/ 33909 h 342900"/>
                <a:gd name="connsiteX1124" fmla="*/ 118586 w 381000"/>
                <a:gd name="connsiteY1124" fmla="*/ 35528 h 342900"/>
                <a:gd name="connsiteX1125" fmla="*/ 117634 w 381000"/>
                <a:gd name="connsiteY1125" fmla="*/ 36481 h 342900"/>
                <a:gd name="connsiteX1126" fmla="*/ 113157 w 381000"/>
                <a:gd name="connsiteY1126" fmla="*/ 43339 h 342900"/>
                <a:gd name="connsiteX1127" fmla="*/ 111062 w 381000"/>
                <a:gd name="connsiteY1127" fmla="*/ 45053 h 342900"/>
                <a:gd name="connsiteX1128" fmla="*/ 109728 w 381000"/>
                <a:gd name="connsiteY1128" fmla="*/ 45529 h 342900"/>
                <a:gd name="connsiteX1129" fmla="*/ 108776 w 381000"/>
                <a:gd name="connsiteY1129" fmla="*/ 45625 h 342900"/>
                <a:gd name="connsiteX1130" fmla="*/ 108109 w 381000"/>
                <a:gd name="connsiteY1130" fmla="*/ 46101 h 342900"/>
                <a:gd name="connsiteX1131" fmla="*/ 107823 w 381000"/>
                <a:gd name="connsiteY1131" fmla="*/ 47720 h 342900"/>
                <a:gd name="connsiteX1132" fmla="*/ 108204 w 381000"/>
                <a:gd name="connsiteY1132" fmla="*/ 53435 h 342900"/>
                <a:gd name="connsiteX1133" fmla="*/ 108204 w 381000"/>
                <a:gd name="connsiteY1133" fmla="*/ 53435 h 342900"/>
                <a:gd name="connsiteX1134" fmla="*/ 108966 w 381000"/>
                <a:gd name="connsiteY1134" fmla="*/ 52864 h 342900"/>
                <a:gd name="connsiteX1135" fmla="*/ 109442 w 381000"/>
                <a:gd name="connsiteY1135" fmla="*/ 52769 h 342900"/>
                <a:gd name="connsiteX1136" fmla="*/ 109823 w 381000"/>
                <a:gd name="connsiteY1136" fmla="*/ 53245 h 342900"/>
                <a:gd name="connsiteX1137" fmla="*/ 109252 w 381000"/>
                <a:gd name="connsiteY1137" fmla="*/ 54293 h 342900"/>
                <a:gd name="connsiteX1138" fmla="*/ 108966 w 381000"/>
                <a:gd name="connsiteY1138" fmla="*/ 55626 h 342900"/>
                <a:gd name="connsiteX1139" fmla="*/ 109061 w 381000"/>
                <a:gd name="connsiteY1139" fmla="*/ 56388 h 342900"/>
                <a:gd name="connsiteX1140" fmla="*/ 109061 w 381000"/>
                <a:gd name="connsiteY1140" fmla="*/ 56388 h 342900"/>
                <a:gd name="connsiteX1141" fmla="*/ 109061 w 381000"/>
                <a:gd name="connsiteY1141" fmla="*/ 56960 h 342900"/>
                <a:gd name="connsiteX1142" fmla="*/ 109538 w 381000"/>
                <a:gd name="connsiteY1142" fmla="*/ 58007 h 342900"/>
                <a:gd name="connsiteX1143" fmla="*/ 109728 w 381000"/>
                <a:gd name="connsiteY1143" fmla="*/ 58960 h 342900"/>
                <a:gd name="connsiteX1144" fmla="*/ 109442 w 381000"/>
                <a:gd name="connsiteY1144" fmla="*/ 60389 h 342900"/>
                <a:gd name="connsiteX1145" fmla="*/ 108585 w 381000"/>
                <a:gd name="connsiteY1145" fmla="*/ 62770 h 342900"/>
                <a:gd name="connsiteX1146" fmla="*/ 111633 w 381000"/>
                <a:gd name="connsiteY1146" fmla="*/ 64961 h 342900"/>
                <a:gd name="connsiteX1147" fmla="*/ 112586 w 381000"/>
                <a:gd name="connsiteY1147" fmla="*/ 66008 h 342900"/>
                <a:gd name="connsiteX1148" fmla="*/ 111347 w 381000"/>
                <a:gd name="connsiteY1148" fmla="*/ 65913 h 342900"/>
                <a:gd name="connsiteX1149" fmla="*/ 109347 w 381000"/>
                <a:gd name="connsiteY1149" fmla="*/ 65056 h 342900"/>
                <a:gd name="connsiteX1150" fmla="*/ 107728 w 381000"/>
                <a:gd name="connsiteY1150" fmla="*/ 63722 h 342900"/>
                <a:gd name="connsiteX1151" fmla="*/ 107728 w 381000"/>
                <a:gd name="connsiteY1151" fmla="*/ 62198 h 342900"/>
                <a:gd name="connsiteX1152" fmla="*/ 108013 w 381000"/>
                <a:gd name="connsiteY1152" fmla="*/ 61341 h 342900"/>
                <a:gd name="connsiteX1153" fmla="*/ 108109 w 381000"/>
                <a:gd name="connsiteY1153" fmla="*/ 60103 h 342900"/>
                <a:gd name="connsiteX1154" fmla="*/ 108013 w 381000"/>
                <a:gd name="connsiteY1154" fmla="*/ 58865 h 342900"/>
                <a:gd name="connsiteX1155" fmla="*/ 107728 w 381000"/>
                <a:gd name="connsiteY1155" fmla="*/ 58103 h 342900"/>
                <a:gd name="connsiteX1156" fmla="*/ 107061 w 381000"/>
                <a:gd name="connsiteY1156" fmla="*/ 57626 h 342900"/>
                <a:gd name="connsiteX1157" fmla="*/ 106394 w 381000"/>
                <a:gd name="connsiteY1157" fmla="*/ 57722 h 342900"/>
                <a:gd name="connsiteX1158" fmla="*/ 105632 w 381000"/>
                <a:gd name="connsiteY1158" fmla="*/ 58103 h 342900"/>
                <a:gd name="connsiteX1159" fmla="*/ 104680 w 381000"/>
                <a:gd name="connsiteY1159" fmla="*/ 58293 h 342900"/>
                <a:gd name="connsiteX1160" fmla="*/ 101727 w 381000"/>
                <a:gd name="connsiteY1160" fmla="*/ 57245 h 342900"/>
                <a:gd name="connsiteX1161" fmla="*/ 101060 w 381000"/>
                <a:gd name="connsiteY1161" fmla="*/ 57341 h 342900"/>
                <a:gd name="connsiteX1162" fmla="*/ 100870 w 381000"/>
                <a:gd name="connsiteY1162" fmla="*/ 58198 h 342900"/>
                <a:gd name="connsiteX1163" fmla="*/ 101632 w 381000"/>
                <a:gd name="connsiteY1163" fmla="*/ 63627 h 342900"/>
                <a:gd name="connsiteX1164" fmla="*/ 102203 w 381000"/>
                <a:gd name="connsiteY1164" fmla="*/ 65723 h 342900"/>
                <a:gd name="connsiteX1165" fmla="*/ 102394 w 381000"/>
                <a:gd name="connsiteY1165" fmla="*/ 67056 h 342900"/>
                <a:gd name="connsiteX1166" fmla="*/ 102394 w 381000"/>
                <a:gd name="connsiteY1166" fmla="*/ 67913 h 342900"/>
                <a:gd name="connsiteX1167" fmla="*/ 102965 w 381000"/>
                <a:gd name="connsiteY1167" fmla="*/ 68485 h 342900"/>
                <a:gd name="connsiteX1168" fmla="*/ 103537 w 381000"/>
                <a:gd name="connsiteY1168" fmla="*/ 69437 h 342900"/>
                <a:gd name="connsiteX1169" fmla="*/ 104013 w 381000"/>
                <a:gd name="connsiteY1169" fmla="*/ 70199 h 342900"/>
                <a:gd name="connsiteX1170" fmla="*/ 104394 w 381000"/>
                <a:gd name="connsiteY1170" fmla="*/ 71152 h 342900"/>
                <a:gd name="connsiteX1171" fmla="*/ 104680 w 381000"/>
                <a:gd name="connsiteY1171" fmla="*/ 71723 h 342900"/>
                <a:gd name="connsiteX1172" fmla="*/ 104394 w 381000"/>
                <a:gd name="connsiteY1172" fmla="*/ 73343 h 342900"/>
                <a:gd name="connsiteX1173" fmla="*/ 104489 w 381000"/>
                <a:gd name="connsiteY1173" fmla="*/ 74581 h 342900"/>
                <a:gd name="connsiteX1174" fmla="*/ 104775 w 381000"/>
                <a:gd name="connsiteY1174" fmla="*/ 75248 h 342900"/>
                <a:gd name="connsiteX1175" fmla="*/ 105823 w 381000"/>
                <a:gd name="connsiteY1175" fmla="*/ 75152 h 342900"/>
                <a:gd name="connsiteX1176" fmla="*/ 106013 w 381000"/>
                <a:gd name="connsiteY1176" fmla="*/ 74581 h 342900"/>
                <a:gd name="connsiteX1177" fmla="*/ 106680 w 381000"/>
                <a:gd name="connsiteY1177" fmla="*/ 74771 h 342900"/>
                <a:gd name="connsiteX1178" fmla="*/ 106585 w 381000"/>
                <a:gd name="connsiteY1178" fmla="*/ 75343 h 342900"/>
                <a:gd name="connsiteX1179" fmla="*/ 106109 w 381000"/>
                <a:gd name="connsiteY1179" fmla="*/ 75533 h 342900"/>
                <a:gd name="connsiteX1180" fmla="*/ 104585 w 381000"/>
                <a:gd name="connsiteY1180" fmla="*/ 76010 h 342900"/>
                <a:gd name="connsiteX1181" fmla="*/ 104108 w 381000"/>
                <a:gd name="connsiteY1181" fmla="*/ 76867 h 342900"/>
                <a:gd name="connsiteX1182" fmla="*/ 104299 w 381000"/>
                <a:gd name="connsiteY1182" fmla="*/ 77819 h 342900"/>
                <a:gd name="connsiteX1183" fmla="*/ 104204 w 381000"/>
                <a:gd name="connsiteY1183" fmla="*/ 79058 h 342900"/>
                <a:gd name="connsiteX1184" fmla="*/ 105061 w 381000"/>
                <a:gd name="connsiteY1184" fmla="*/ 79534 h 342900"/>
                <a:gd name="connsiteX1185" fmla="*/ 106013 w 381000"/>
                <a:gd name="connsiteY1185" fmla="*/ 80010 h 342900"/>
                <a:gd name="connsiteX1186" fmla="*/ 106489 w 381000"/>
                <a:gd name="connsiteY1186" fmla="*/ 80772 h 342900"/>
                <a:gd name="connsiteX1187" fmla="*/ 105823 w 381000"/>
                <a:gd name="connsiteY1187" fmla="*/ 81820 h 342900"/>
                <a:gd name="connsiteX1188" fmla="*/ 105251 w 381000"/>
                <a:gd name="connsiteY1188" fmla="*/ 83058 h 342900"/>
                <a:gd name="connsiteX1189" fmla="*/ 106585 w 381000"/>
                <a:gd name="connsiteY1189" fmla="*/ 84106 h 342900"/>
                <a:gd name="connsiteX1190" fmla="*/ 107918 w 381000"/>
                <a:gd name="connsiteY1190" fmla="*/ 82487 h 342900"/>
                <a:gd name="connsiteX1191" fmla="*/ 110680 w 381000"/>
                <a:gd name="connsiteY1191" fmla="*/ 82868 h 342900"/>
                <a:gd name="connsiteX1192" fmla="*/ 110871 w 381000"/>
                <a:gd name="connsiteY1192" fmla="*/ 83344 h 342900"/>
                <a:gd name="connsiteX1193" fmla="*/ 110204 w 381000"/>
                <a:gd name="connsiteY1193" fmla="*/ 84011 h 342900"/>
                <a:gd name="connsiteX1194" fmla="*/ 109156 w 381000"/>
                <a:gd name="connsiteY1194" fmla="*/ 85535 h 342900"/>
                <a:gd name="connsiteX1195" fmla="*/ 109252 w 381000"/>
                <a:gd name="connsiteY1195" fmla="*/ 86297 h 342900"/>
                <a:gd name="connsiteX1196" fmla="*/ 111538 w 381000"/>
                <a:gd name="connsiteY1196" fmla="*/ 88011 h 342900"/>
                <a:gd name="connsiteX1197" fmla="*/ 113157 w 381000"/>
                <a:gd name="connsiteY1197" fmla="*/ 88487 h 342900"/>
                <a:gd name="connsiteX1198" fmla="*/ 114205 w 381000"/>
                <a:gd name="connsiteY1198" fmla="*/ 88678 h 342900"/>
                <a:gd name="connsiteX1199" fmla="*/ 114871 w 381000"/>
                <a:gd name="connsiteY1199" fmla="*/ 88678 h 342900"/>
                <a:gd name="connsiteX1200" fmla="*/ 115538 w 381000"/>
                <a:gd name="connsiteY1200" fmla="*/ 88487 h 342900"/>
                <a:gd name="connsiteX1201" fmla="*/ 116300 w 381000"/>
                <a:gd name="connsiteY1201" fmla="*/ 88678 h 342900"/>
                <a:gd name="connsiteX1202" fmla="*/ 116681 w 381000"/>
                <a:gd name="connsiteY1202" fmla="*/ 89154 h 342900"/>
                <a:gd name="connsiteX1203" fmla="*/ 117443 w 381000"/>
                <a:gd name="connsiteY1203" fmla="*/ 89154 h 342900"/>
                <a:gd name="connsiteX1204" fmla="*/ 117920 w 381000"/>
                <a:gd name="connsiteY1204" fmla="*/ 89345 h 342900"/>
                <a:gd name="connsiteX1205" fmla="*/ 118301 w 381000"/>
                <a:gd name="connsiteY1205" fmla="*/ 89630 h 342900"/>
                <a:gd name="connsiteX1206" fmla="*/ 118586 w 381000"/>
                <a:gd name="connsiteY1206" fmla="*/ 90011 h 342900"/>
                <a:gd name="connsiteX1207" fmla="*/ 118872 w 381000"/>
                <a:gd name="connsiteY1207" fmla="*/ 90583 h 342900"/>
                <a:gd name="connsiteX1208" fmla="*/ 117729 w 381000"/>
                <a:gd name="connsiteY1208" fmla="*/ 90773 h 342900"/>
                <a:gd name="connsiteX1209" fmla="*/ 116872 w 381000"/>
                <a:gd name="connsiteY1209" fmla="*/ 90297 h 342900"/>
                <a:gd name="connsiteX1210" fmla="*/ 116110 w 381000"/>
                <a:gd name="connsiteY1210" fmla="*/ 90202 h 342900"/>
                <a:gd name="connsiteX1211" fmla="*/ 115253 w 381000"/>
                <a:gd name="connsiteY1211" fmla="*/ 91535 h 342900"/>
                <a:gd name="connsiteX1212" fmla="*/ 114967 w 381000"/>
                <a:gd name="connsiteY1212" fmla="*/ 92964 h 342900"/>
                <a:gd name="connsiteX1213" fmla="*/ 114681 w 381000"/>
                <a:gd name="connsiteY1213" fmla="*/ 93536 h 342900"/>
                <a:gd name="connsiteX1214" fmla="*/ 114110 w 381000"/>
                <a:gd name="connsiteY1214" fmla="*/ 93726 h 342900"/>
                <a:gd name="connsiteX1215" fmla="*/ 113633 w 381000"/>
                <a:gd name="connsiteY1215" fmla="*/ 93440 h 342900"/>
                <a:gd name="connsiteX1216" fmla="*/ 113347 w 381000"/>
                <a:gd name="connsiteY1216" fmla="*/ 92869 h 342900"/>
                <a:gd name="connsiteX1217" fmla="*/ 113252 w 381000"/>
                <a:gd name="connsiteY1217" fmla="*/ 92107 h 342900"/>
                <a:gd name="connsiteX1218" fmla="*/ 113347 w 381000"/>
                <a:gd name="connsiteY1218" fmla="*/ 91345 h 342900"/>
                <a:gd name="connsiteX1219" fmla="*/ 112586 w 381000"/>
                <a:gd name="connsiteY1219" fmla="*/ 91726 h 342900"/>
                <a:gd name="connsiteX1220" fmla="*/ 111919 w 381000"/>
                <a:gd name="connsiteY1220" fmla="*/ 91535 h 342900"/>
                <a:gd name="connsiteX1221" fmla="*/ 111252 w 381000"/>
                <a:gd name="connsiteY1221" fmla="*/ 91059 h 342900"/>
                <a:gd name="connsiteX1222" fmla="*/ 110395 w 381000"/>
                <a:gd name="connsiteY1222" fmla="*/ 90869 h 342900"/>
                <a:gd name="connsiteX1223" fmla="*/ 109347 w 381000"/>
                <a:gd name="connsiteY1223" fmla="*/ 91154 h 342900"/>
                <a:gd name="connsiteX1224" fmla="*/ 108776 w 381000"/>
                <a:gd name="connsiteY1224" fmla="*/ 91154 h 342900"/>
                <a:gd name="connsiteX1225" fmla="*/ 108395 w 381000"/>
                <a:gd name="connsiteY1225" fmla="*/ 90869 h 342900"/>
                <a:gd name="connsiteX1226" fmla="*/ 108109 w 381000"/>
                <a:gd name="connsiteY1226" fmla="*/ 91154 h 342900"/>
                <a:gd name="connsiteX1227" fmla="*/ 107918 w 381000"/>
                <a:gd name="connsiteY1227" fmla="*/ 91250 h 342900"/>
                <a:gd name="connsiteX1228" fmla="*/ 107728 w 381000"/>
                <a:gd name="connsiteY1228" fmla="*/ 91345 h 342900"/>
                <a:gd name="connsiteX1229" fmla="*/ 108109 w 381000"/>
                <a:gd name="connsiteY1229" fmla="*/ 92202 h 342900"/>
                <a:gd name="connsiteX1230" fmla="*/ 108490 w 381000"/>
                <a:gd name="connsiteY1230" fmla="*/ 93059 h 342900"/>
                <a:gd name="connsiteX1231" fmla="*/ 108871 w 381000"/>
                <a:gd name="connsiteY1231" fmla="*/ 93726 h 342900"/>
                <a:gd name="connsiteX1232" fmla="*/ 109347 w 381000"/>
                <a:gd name="connsiteY1232" fmla="*/ 94012 h 342900"/>
                <a:gd name="connsiteX1233" fmla="*/ 110776 w 381000"/>
                <a:gd name="connsiteY1233" fmla="*/ 93821 h 342900"/>
                <a:gd name="connsiteX1234" fmla="*/ 110966 w 381000"/>
                <a:gd name="connsiteY1234" fmla="*/ 94012 h 342900"/>
                <a:gd name="connsiteX1235" fmla="*/ 110300 w 381000"/>
                <a:gd name="connsiteY1235" fmla="*/ 94869 h 342900"/>
                <a:gd name="connsiteX1236" fmla="*/ 109728 w 381000"/>
                <a:gd name="connsiteY1236" fmla="*/ 95155 h 342900"/>
                <a:gd name="connsiteX1237" fmla="*/ 108966 w 381000"/>
                <a:gd name="connsiteY1237" fmla="*/ 95441 h 342900"/>
                <a:gd name="connsiteX1238" fmla="*/ 108299 w 381000"/>
                <a:gd name="connsiteY1238" fmla="*/ 95822 h 342900"/>
                <a:gd name="connsiteX1239" fmla="*/ 108013 w 381000"/>
                <a:gd name="connsiteY1239" fmla="*/ 96488 h 342900"/>
                <a:gd name="connsiteX1240" fmla="*/ 108204 w 381000"/>
                <a:gd name="connsiteY1240" fmla="*/ 97346 h 342900"/>
                <a:gd name="connsiteX1241" fmla="*/ 108680 w 381000"/>
                <a:gd name="connsiteY1241" fmla="*/ 97536 h 342900"/>
                <a:gd name="connsiteX1242" fmla="*/ 110204 w 381000"/>
                <a:gd name="connsiteY1242" fmla="*/ 97155 h 342900"/>
                <a:gd name="connsiteX1243" fmla="*/ 109442 w 381000"/>
                <a:gd name="connsiteY1243" fmla="*/ 98203 h 342900"/>
                <a:gd name="connsiteX1244" fmla="*/ 109156 w 381000"/>
                <a:gd name="connsiteY1244" fmla="*/ 98774 h 342900"/>
                <a:gd name="connsiteX1245" fmla="*/ 109156 w 381000"/>
                <a:gd name="connsiteY1245" fmla="*/ 99346 h 342900"/>
                <a:gd name="connsiteX1246" fmla="*/ 109538 w 381000"/>
                <a:gd name="connsiteY1246" fmla="*/ 99727 h 342900"/>
                <a:gd name="connsiteX1247" fmla="*/ 110109 w 381000"/>
                <a:gd name="connsiteY1247" fmla="*/ 99727 h 342900"/>
                <a:gd name="connsiteX1248" fmla="*/ 110680 w 381000"/>
                <a:gd name="connsiteY1248" fmla="*/ 99536 h 342900"/>
                <a:gd name="connsiteX1249" fmla="*/ 111157 w 381000"/>
                <a:gd name="connsiteY1249" fmla="*/ 99155 h 342900"/>
                <a:gd name="connsiteX1250" fmla="*/ 113062 w 381000"/>
                <a:gd name="connsiteY1250" fmla="*/ 97155 h 342900"/>
                <a:gd name="connsiteX1251" fmla="*/ 114110 w 381000"/>
                <a:gd name="connsiteY1251" fmla="*/ 96393 h 342900"/>
                <a:gd name="connsiteX1252" fmla="*/ 115348 w 381000"/>
                <a:gd name="connsiteY1252" fmla="*/ 95726 h 342900"/>
                <a:gd name="connsiteX1253" fmla="*/ 115348 w 381000"/>
                <a:gd name="connsiteY1253" fmla="*/ 96488 h 342900"/>
                <a:gd name="connsiteX1254" fmla="*/ 115634 w 381000"/>
                <a:gd name="connsiteY1254" fmla="*/ 96965 h 342900"/>
                <a:gd name="connsiteX1255" fmla="*/ 116110 w 381000"/>
                <a:gd name="connsiteY1255" fmla="*/ 97250 h 342900"/>
                <a:gd name="connsiteX1256" fmla="*/ 116777 w 381000"/>
                <a:gd name="connsiteY1256" fmla="*/ 97346 h 342900"/>
                <a:gd name="connsiteX1257" fmla="*/ 117824 w 381000"/>
                <a:gd name="connsiteY1257" fmla="*/ 96393 h 342900"/>
                <a:gd name="connsiteX1258" fmla="*/ 118586 w 381000"/>
                <a:gd name="connsiteY1258" fmla="*/ 96012 h 342900"/>
                <a:gd name="connsiteX1259" fmla="*/ 118872 w 381000"/>
                <a:gd name="connsiteY1259" fmla="*/ 96203 h 342900"/>
                <a:gd name="connsiteX1260" fmla="*/ 118777 w 381000"/>
                <a:gd name="connsiteY1260" fmla="*/ 97441 h 342900"/>
                <a:gd name="connsiteX1261" fmla="*/ 118491 w 381000"/>
                <a:gd name="connsiteY1261" fmla="*/ 97917 h 342900"/>
                <a:gd name="connsiteX1262" fmla="*/ 117062 w 381000"/>
                <a:gd name="connsiteY1262" fmla="*/ 98298 h 342900"/>
                <a:gd name="connsiteX1263" fmla="*/ 115729 w 381000"/>
                <a:gd name="connsiteY1263" fmla="*/ 98298 h 342900"/>
                <a:gd name="connsiteX1264" fmla="*/ 114871 w 381000"/>
                <a:gd name="connsiteY1264" fmla="*/ 98679 h 342900"/>
                <a:gd name="connsiteX1265" fmla="*/ 114014 w 381000"/>
                <a:gd name="connsiteY1265" fmla="*/ 99060 h 342900"/>
                <a:gd name="connsiteX1266" fmla="*/ 113252 w 381000"/>
                <a:gd name="connsiteY1266" fmla="*/ 100013 h 342900"/>
                <a:gd name="connsiteX1267" fmla="*/ 112681 w 381000"/>
                <a:gd name="connsiteY1267" fmla="*/ 101156 h 342900"/>
                <a:gd name="connsiteX1268" fmla="*/ 112776 w 381000"/>
                <a:gd name="connsiteY1268" fmla="*/ 102299 h 342900"/>
                <a:gd name="connsiteX1269" fmla="*/ 112586 w 381000"/>
                <a:gd name="connsiteY1269" fmla="*/ 103156 h 342900"/>
                <a:gd name="connsiteX1270" fmla="*/ 112776 w 381000"/>
                <a:gd name="connsiteY1270" fmla="*/ 103823 h 342900"/>
                <a:gd name="connsiteX1271" fmla="*/ 112776 w 381000"/>
                <a:gd name="connsiteY1271" fmla="*/ 104585 h 342900"/>
                <a:gd name="connsiteX1272" fmla="*/ 115157 w 381000"/>
                <a:gd name="connsiteY1272" fmla="*/ 105347 h 342900"/>
                <a:gd name="connsiteX1273" fmla="*/ 116205 w 381000"/>
                <a:gd name="connsiteY1273" fmla="*/ 105061 h 342900"/>
                <a:gd name="connsiteX1274" fmla="*/ 117253 w 381000"/>
                <a:gd name="connsiteY1274" fmla="*/ 104870 h 342900"/>
                <a:gd name="connsiteX1275" fmla="*/ 117729 w 381000"/>
                <a:gd name="connsiteY1275" fmla="*/ 105347 h 342900"/>
                <a:gd name="connsiteX1276" fmla="*/ 118205 w 381000"/>
                <a:gd name="connsiteY1276" fmla="*/ 105061 h 342900"/>
                <a:gd name="connsiteX1277" fmla="*/ 118491 w 381000"/>
                <a:gd name="connsiteY1277" fmla="*/ 103918 h 342900"/>
                <a:gd name="connsiteX1278" fmla="*/ 118586 w 381000"/>
                <a:gd name="connsiteY1278" fmla="*/ 102870 h 342900"/>
                <a:gd name="connsiteX1279" fmla="*/ 118872 w 381000"/>
                <a:gd name="connsiteY1279" fmla="*/ 101822 h 342900"/>
                <a:gd name="connsiteX1280" fmla="*/ 119348 w 381000"/>
                <a:gd name="connsiteY1280" fmla="*/ 101251 h 342900"/>
                <a:gd name="connsiteX1281" fmla="*/ 119920 w 381000"/>
                <a:gd name="connsiteY1281" fmla="*/ 101537 h 342900"/>
                <a:gd name="connsiteX1282" fmla="*/ 119539 w 381000"/>
                <a:gd name="connsiteY1282" fmla="*/ 103251 h 342900"/>
                <a:gd name="connsiteX1283" fmla="*/ 120015 w 381000"/>
                <a:gd name="connsiteY1283" fmla="*/ 104489 h 342900"/>
                <a:gd name="connsiteX1284" fmla="*/ 120777 w 381000"/>
                <a:gd name="connsiteY1284" fmla="*/ 105632 h 342900"/>
                <a:gd name="connsiteX1285" fmla="*/ 120968 w 381000"/>
                <a:gd name="connsiteY1285" fmla="*/ 106871 h 342900"/>
                <a:gd name="connsiteX1286" fmla="*/ 120491 w 381000"/>
                <a:gd name="connsiteY1286" fmla="*/ 106490 h 342900"/>
                <a:gd name="connsiteX1287" fmla="*/ 120015 w 381000"/>
                <a:gd name="connsiteY1287" fmla="*/ 106299 h 342900"/>
                <a:gd name="connsiteX1288" fmla="*/ 119444 w 381000"/>
                <a:gd name="connsiteY1288" fmla="*/ 106299 h 342900"/>
                <a:gd name="connsiteX1289" fmla="*/ 118872 w 381000"/>
                <a:gd name="connsiteY1289" fmla="*/ 106394 h 342900"/>
                <a:gd name="connsiteX1290" fmla="*/ 119348 w 381000"/>
                <a:gd name="connsiteY1290" fmla="*/ 106775 h 342900"/>
                <a:gd name="connsiteX1291" fmla="*/ 119539 w 381000"/>
                <a:gd name="connsiteY1291" fmla="*/ 106871 h 342900"/>
                <a:gd name="connsiteX1292" fmla="*/ 119539 w 381000"/>
                <a:gd name="connsiteY1292" fmla="*/ 107252 h 342900"/>
                <a:gd name="connsiteX1293" fmla="*/ 116396 w 381000"/>
                <a:gd name="connsiteY1293" fmla="*/ 107633 h 342900"/>
                <a:gd name="connsiteX1294" fmla="*/ 117062 w 381000"/>
                <a:gd name="connsiteY1294" fmla="*/ 109347 h 342900"/>
                <a:gd name="connsiteX1295" fmla="*/ 118967 w 381000"/>
                <a:gd name="connsiteY1295" fmla="*/ 111157 h 342900"/>
                <a:gd name="connsiteX1296" fmla="*/ 121063 w 381000"/>
                <a:gd name="connsiteY1296" fmla="*/ 112395 h 342900"/>
                <a:gd name="connsiteX1297" fmla="*/ 122777 w 381000"/>
                <a:gd name="connsiteY1297" fmla="*/ 112681 h 342900"/>
                <a:gd name="connsiteX1298" fmla="*/ 124015 w 381000"/>
                <a:gd name="connsiteY1298" fmla="*/ 112300 h 342900"/>
                <a:gd name="connsiteX1299" fmla="*/ 124396 w 381000"/>
                <a:gd name="connsiteY1299" fmla="*/ 111824 h 342900"/>
                <a:gd name="connsiteX1300" fmla="*/ 124206 w 381000"/>
                <a:gd name="connsiteY1300" fmla="*/ 109823 h 342900"/>
                <a:gd name="connsiteX1301" fmla="*/ 124682 w 381000"/>
                <a:gd name="connsiteY1301" fmla="*/ 109157 h 342900"/>
                <a:gd name="connsiteX1302" fmla="*/ 127826 w 381000"/>
                <a:gd name="connsiteY1302" fmla="*/ 108299 h 342900"/>
                <a:gd name="connsiteX1303" fmla="*/ 127730 w 381000"/>
                <a:gd name="connsiteY1303" fmla="*/ 109061 h 342900"/>
                <a:gd name="connsiteX1304" fmla="*/ 127349 w 381000"/>
                <a:gd name="connsiteY1304" fmla="*/ 109252 h 342900"/>
                <a:gd name="connsiteX1305" fmla="*/ 126873 w 381000"/>
                <a:gd name="connsiteY1305" fmla="*/ 109347 h 342900"/>
                <a:gd name="connsiteX1306" fmla="*/ 126111 w 381000"/>
                <a:gd name="connsiteY1306" fmla="*/ 109728 h 342900"/>
                <a:gd name="connsiteX1307" fmla="*/ 125825 w 381000"/>
                <a:gd name="connsiteY1307" fmla="*/ 109728 h 342900"/>
                <a:gd name="connsiteX1308" fmla="*/ 125539 w 381000"/>
                <a:gd name="connsiteY1308" fmla="*/ 109728 h 342900"/>
                <a:gd name="connsiteX1309" fmla="*/ 125254 w 381000"/>
                <a:gd name="connsiteY1309" fmla="*/ 110014 h 342900"/>
                <a:gd name="connsiteX1310" fmla="*/ 125349 w 381000"/>
                <a:gd name="connsiteY1310" fmla="*/ 110109 h 342900"/>
                <a:gd name="connsiteX1311" fmla="*/ 125825 w 381000"/>
                <a:gd name="connsiteY1311" fmla="*/ 110585 h 342900"/>
                <a:gd name="connsiteX1312" fmla="*/ 125921 w 381000"/>
                <a:gd name="connsiteY1312" fmla="*/ 110871 h 342900"/>
                <a:gd name="connsiteX1313" fmla="*/ 125539 w 381000"/>
                <a:gd name="connsiteY1313" fmla="*/ 112490 h 342900"/>
                <a:gd name="connsiteX1314" fmla="*/ 124968 w 381000"/>
                <a:gd name="connsiteY1314" fmla="*/ 113157 h 342900"/>
                <a:gd name="connsiteX1315" fmla="*/ 124206 w 381000"/>
                <a:gd name="connsiteY1315" fmla="*/ 113538 h 342900"/>
                <a:gd name="connsiteX1316" fmla="*/ 122492 w 381000"/>
                <a:gd name="connsiteY1316" fmla="*/ 114776 h 342900"/>
                <a:gd name="connsiteX1317" fmla="*/ 120205 w 381000"/>
                <a:gd name="connsiteY1317" fmla="*/ 115729 h 342900"/>
                <a:gd name="connsiteX1318" fmla="*/ 119253 w 381000"/>
                <a:gd name="connsiteY1318" fmla="*/ 115919 h 342900"/>
                <a:gd name="connsiteX1319" fmla="*/ 118205 w 381000"/>
                <a:gd name="connsiteY1319" fmla="*/ 116396 h 342900"/>
                <a:gd name="connsiteX1320" fmla="*/ 118777 w 381000"/>
                <a:gd name="connsiteY1320" fmla="*/ 117539 h 342900"/>
                <a:gd name="connsiteX1321" fmla="*/ 120587 w 381000"/>
                <a:gd name="connsiteY1321" fmla="*/ 119539 h 342900"/>
                <a:gd name="connsiteX1322" fmla="*/ 119444 w 381000"/>
                <a:gd name="connsiteY1322" fmla="*/ 119444 h 342900"/>
                <a:gd name="connsiteX1323" fmla="*/ 118396 w 381000"/>
                <a:gd name="connsiteY1323" fmla="*/ 119158 h 342900"/>
                <a:gd name="connsiteX1324" fmla="*/ 118872 w 381000"/>
                <a:gd name="connsiteY1324" fmla="*/ 120777 h 342900"/>
                <a:gd name="connsiteX1325" fmla="*/ 118586 w 381000"/>
                <a:gd name="connsiteY1325" fmla="*/ 121729 h 342900"/>
                <a:gd name="connsiteX1326" fmla="*/ 118110 w 381000"/>
                <a:gd name="connsiteY1326" fmla="*/ 122587 h 342900"/>
                <a:gd name="connsiteX1327" fmla="*/ 117824 w 381000"/>
                <a:gd name="connsiteY1327" fmla="*/ 124016 h 342900"/>
                <a:gd name="connsiteX1328" fmla="*/ 117348 w 381000"/>
                <a:gd name="connsiteY1328" fmla="*/ 123825 h 342900"/>
                <a:gd name="connsiteX1329" fmla="*/ 117062 w 381000"/>
                <a:gd name="connsiteY1329" fmla="*/ 123539 h 342900"/>
                <a:gd name="connsiteX1330" fmla="*/ 116872 w 381000"/>
                <a:gd name="connsiteY1330" fmla="*/ 123158 h 342900"/>
                <a:gd name="connsiteX1331" fmla="*/ 116681 w 381000"/>
                <a:gd name="connsiteY1331" fmla="*/ 122587 h 342900"/>
                <a:gd name="connsiteX1332" fmla="*/ 117538 w 381000"/>
                <a:gd name="connsiteY1332" fmla="*/ 122301 h 342900"/>
                <a:gd name="connsiteX1333" fmla="*/ 117729 w 381000"/>
                <a:gd name="connsiteY1333" fmla="*/ 121729 h 342900"/>
                <a:gd name="connsiteX1334" fmla="*/ 117253 w 381000"/>
                <a:gd name="connsiteY1334" fmla="*/ 119729 h 342900"/>
                <a:gd name="connsiteX1335" fmla="*/ 116777 w 381000"/>
                <a:gd name="connsiteY1335" fmla="*/ 118967 h 342900"/>
                <a:gd name="connsiteX1336" fmla="*/ 116681 w 381000"/>
                <a:gd name="connsiteY1336" fmla="*/ 118396 h 342900"/>
                <a:gd name="connsiteX1337" fmla="*/ 116681 w 381000"/>
                <a:gd name="connsiteY1337" fmla="*/ 117920 h 342900"/>
                <a:gd name="connsiteX1338" fmla="*/ 116967 w 381000"/>
                <a:gd name="connsiteY1338" fmla="*/ 117062 h 342900"/>
                <a:gd name="connsiteX1339" fmla="*/ 117062 w 381000"/>
                <a:gd name="connsiteY1339" fmla="*/ 116681 h 342900"/>
                <a:gd name="connsiteX1340" fmla="*/ 116967 w 381000"/>
                <a:gd name="connsiteY1340" fmla="*/ 114776 h 342900"/>
                <a:gd name="connsiteX1341" fmla="*/ 116777 w 381000"/>
                <a:gd name="connsiteY1341" fmla="*/ 113824 h 342900"/>
                <a:gd name="connsiteX1342" fmla="*/ 116396 w 381000"/>
                <a:gd name="connsiteY1342" fmla="*/ 113252 h 342900"/>
                <a:gd name="connsiteX1343" fmla="*/ 115824 w 381000"/>
                <a:gd name="connsiteY1343" fmla="*/ 113348 h 342900"/>
                <a:gd name="connsiteX1344" fmla="*/ 114871 w 381000"/>
                <a:gd name="connsiteY1344" fmla="*/ 114586 h 342900"/>
                <a:gd name="connsiteX1345" fmla="*/ 114205 w 381000"/>
                <a:gd name="connsiteY1345" fmla="*/ 114967 h 342900"/>
                <a:gd name="connsiteX1346" fmla="*/ 115062 w 381000"/>
                <a:gd name="connsiteY1346" fmla="*/ 112109 h 342900"/>
                <a:gd name="connsiteX1347" fmla="*/ 114967 w 381000"/>
                <a:gd name="connsiteY1347" fmla="*/ 110681 h 342900"/>
                <a:gd name="connsiteX1348" fmla="*/ 113824 w 381000"/>
                <a:gd name="connsiteY1348" fmla="*/ 109538 h 342900"/>
                <a:gd name="connsiteX1349" fmla="*/ 112871 w 381000"/>
                <a:gd name="connsiteY1349" fmla="*/ 108966 h 342900"/>
                <a:gd name="connsiteX1350" fmla="*/ 111633 w 381000"/>
                <a:gd name="connsiteY1350" fmla="*/ 108585 h 342900"/>
                <a:gd name="connsiteX1351" fmla="*/ 110585 w 381000"/>
                <a:gd name="connsiteY1351" fmla="*/ 108204 h 342900"/>
                <a:gd name="connsiteX1352" fmla="*/ 109633 w 381000"/>
                <a:gd name="connsiteY1352" fmla="*/ 108109 h 342900"/>
                <a:gd name="connsiteX1353" fmla="*/ 108871 w 381000"/>
                <a:gd name="connsiteY1353" fmla="*/ 108109 h 342900"/>
                <a:gd name="connsiteX1354" fmla="*/ 108013 w 381000"/>
                <a:gd name="connsiteY1354" fmla="*/ 108490 h 342900"/>
                <a:gd name="connsiteX1355" fmla="*/ 107537 w 381000"/>
                <a:gd name="connsiteY1355" fmla="*/ 109442 h 342900"/>
                <a:gd name="connsiteX1356" fmla="*/ 107156 w 381000"/>
                <a:gd name="connsiteY1356" fmla="*/ 110014 h 342900"/>
                <a:gd name="connsiteX1357" fmla="*/ 106966 w 381000"/>
                <a:gd name="connsiteY1357" fmla="*/ 110585 h 342900"/>
                <a:gd name="connsiteX1358" fmla="*/ 107156 w 381000"/>
                <a:gd name="connsiteY1358" fmla="*/ 112204 h 342900"/>
                <a:gd name="connsiteX1359" fmla="*/ 106966 w 381000"/>
                <a:gd name="connsiteY1359" fmla="*/ 112776 h 342900"/>
                <a:gd name="connsiteX1360" fmla="*/ 106775 w 381000"/>
                <a:gd name="connsiteY1360" fmla="*/ 113252 h 342900"/>
                <a:gd name="connsiteX1361" fmla="*/ 106204 w 381000"/>
                <a:gd name="connsiteY1361" fmla="*/ 113633 h 342900"/>
                <a:gd name="connsiteX1362" fmla="*/ 106394 w 381000"/>
                <a:gd name="connsiteY1362" fmla="*/ 112586 h 342900"/>
                <a:gd name="connsiteX1363" fmla="*/ 106299 w 381000"/>
                <a:gd name="connsiteY1363" fmla="*/ 112014 h 342900"/>
                <a:gd name="connsiteX1364" fmla="*/ 105823 w 381000"/>
                <a:gd name="connsiteY1364" fmla="*/ 110966 h 342900"/>
                <a:gd name="connsiteX1365" fmla="*/ 105728 w 381000"/>
                <a:gd name="connsiteY1365" fmla="*/ 110490 h 342900"/>
                <a:gd name="connsiteX1366" fmla="*/ 106204 w 381000"/>
                <a:gd name="connsiteY1366" fmla="*/ 109919 h 342900"/>
                <a:gd name="connsiteX1367" fmla="*/ 106489 w 381000"/>
                <a:gd name="connsiteY1367" fmla="*/ 109061 h 342900"/>
                <a:gd name="connsiteX1368" fmla="*/ 106013 w 381000"/>
                <a:gd name="connsiteY1368" fmla="*/ 108204 h 342900"/>
                <a:gd name="connsiteX1369" fmla="*/ 105251 w 381000"/>
                <a:gd name="connsiteY1369" fmla="*/ 107823 h 342900"/>
                <a:gd name="connsiteX1370" fmla="*/ 104489 w 381000"/>
                <a:gd name="connsiteY1370" fmla="*/ 107252 h 342900"/>
                <a:gd name="connsiteX1371" fmla="*/ 104108 w 381000"/>
                <a:gd name="connsiteY1371" fmla="*/ 106871 h 342900"/>
                <a:gd name="connsiteX1372" fmla="*/ 103061 w 381000"/>
                <a:gd name="connsiteY1372" fmla="*/ 106204 h 342900"/>
                <a:gd name="connsiteX1373" fmla="*/ 102013 w 381000"/>
                <a:gd name="connsiteY1373" fmla="*/ 105442 h 342900"/>
                <a:gd name="connsiteX1374" fmla="*/ 101251 w 381000"/>
                <a:gd name="connsiteY1374" fmla="*/ 104775 h 342900"/>
                <a:gd name="connsiteX1375" fmla="*/ 100394 w 381000"/>
                <a:gd name="connsiteY1375" fmla="*/ 104394 h 342900"/>
                <a:gd name="connsiteX1376" fmla="*/ 99441 w 381000"/>
                <a:gd name="connsiteY1376" fmla="*/ 104394 h 342900"/>
                <a:gd name="connsiteX1377" fmla="*/ 99536 w 381000"/>
                <a:gd name="connsiteY1377" fmla="*/ 105442 h 342900"/>
                <a:gd name="connsiteX1378" fmla="*/ 100013 w 381000"/>
                <a:gd name="connsiteY1378" fmla="*/ 106966 h 342900"/>
                <a:gd name="connsiteX1379" fmla="*/ 101060 w 381000"/>
                <a:gd name="connsiteY1379" fmla="*/ 108014 h 342900"/>
                <a:gd name="connsiteX1380" fmla="*/ 102108 w 381000"/>
                <a:gd name="connsiteY1380" fmla="*/ 108490 h 342900"/>
                <a:gd name="connsiteX1381" fmla="*/ 102870 w 381000"/>
                <a:gd name="connsiteY1381" fmla="*/ 108680 h 342900"/>
                <a:gd name="connsiteX1382" fmla="*/ 103251 w 381000"/>
                <a:gd name="connsiteY1382" fmla="*/ 109061 h 342900"/>
                <a:gd name="connsiteX1383" fmla="*/ 103251 w 381000"/>
                <a:gd name="connsiteY1383" fmla="*/ 109538 h 342900"/>
                <a:gd name="connsiteX1384" fmla="*/ 102775 w 381000"/>
                <a:gd name="connsiteY1384" fmla="*/ 109823 h 342900"/>
                <a:gd name="connsiteX1385" fmla="*/ 102108 w 381000"/>
                <a:gd name="connsiteY1385" fmla="*/ 109823 h 342900"/>
                <a:gd name="connsiteX1386" fmla="*/ 101537 w 381000"/>
                <a:gd name="connsiteY1386" fmla="*/ 109538 h 342900"/>
                <a:gd name="connsiteX1387" fmla="*/ 101060 w 381000"/>
                <a:gd name="connsiteY1387" fmla="*/ 109157 h 342900"/>
                <a:gd name="connsiteX1388" fmla="*/ 100203 w 381000"/>
                <a:gd name="connsiteY1388" fmla="*/ 108109 h 342900"/>
                <a:gd name="connsiteX1389" fmla="*/ 99631 w 381000"/>
                <a:gd name="connsiteY1389" fmla="*/ 107633 h 342900"/>
                <a:gd name="connsiteX1390" fmla="*/ 99155 w 381000"/>
                <a:gd name="connsiteY1390" fmla="*/ 107537 h 342900"/>
                <a:gd name="connsiteX1391" fmla="*/ 98965 w 381000"/>
                <a:gd name="connsiteY1391" fmla="*/ 108204 h 342900"/>
                <a:gd name="connsiteX1392" fmla="*/ 99155 w 381000"/>
                <a:gd name="connsiteY1392" fmla="*/ 108395 h 342900"/>
                <a:gd name="connsiteX1393" fmla="*/ 102394 w 381000"/>
                <a:gd name="connsiteY1393" fmla="*/ 111824 h 342900"/>
                <a:gd name="connsiteX1394" fmla="*/ 102775 w 381000"/>
                <a:gd name="connsiteY1394" fmla="*/ 112490 h 342900"/>
                <a:gd name="connsiteX1395" fmla="*/ 103251 w 381000"/>
                <a:gd name="connsiteY1395" fmla="*/ 113824 h 342900"/>
                <a:gd name="connsiteX1396" fmla="*/ 103632 w 381000"/>
                <a:gd name="connsiteY1396" fmla="*/ 114300 h 342900"/>
                <a:gd name="connsiteX1397" fmla="*/ 103632 w 381000"/>
                <a:gd name="connsiteY1397" fmla="*/ 114681 h 342900"/>
                <a:gd name="connsiteX1398" fmla="*/ 102870 w 381000"/>
                <a:gd name="connsiteY1398" fmla="*/ 114681 h 342900"/>
                <a:gd name="connsiteX1399" fmla="*/ 102489 w 381000"/>
                <a:gd name="connsiteY1399" fmla="*/ 114205 h 342900"/>
                <a:gd name="connsiteX1400" fmla="*/ 102203 w 381000"/>
                <a:gd name="connsiteY1400" fmla="*/ 113538 h 342900"/>
                <a:gd name="connsiteX1401" fmla="*/ 101822 w 381000"/>
                <a:gd name="connsiteY1401" fmla="*/ 112871 h 342900"/>
                <a:gd name="connsiteX1402" fmla="*/ 100870 w 381000"/>
                <a:gd name="connsiteY1402" fmla="*/ 111824 h 342900"/>
                <a:gd name="connsiteX1403" fmla="*/ 100203 w 381000"/>
                <a:gd name="connsiteY1403" fmla="*/ 111347 h 342900"/>
                <a:gd name="connsiteX1404" fmla="*/ 99917 w 381000"/>
                <a:gd name="connsiteY1404" fmla="*/ 111728 h 342900"/>
                <a:gd name="connsiteX1405" fmla="*/ 99727 w 381000"/>
                <a:gd name="connsiteY1405" fmla="*/ 113252 h 342900"/>
                <a:gd name="connsiteX1406" fmla="*/ 98774 w 381000"/>
                <a:gd name="connsiteY1406" fmla="*/ 116396 h 342900"/>
                <a:gd name="connsiteX1407" fmla="*/ 98584 w 381000"/>
                <a:gd name="connsiteY1407" fmla="*/ 118015 h 342900"/>
                <a:gd name="connsiteX1408" fmla="*/ 98393 w 381000"/>
                <a:gd name="connsiteY1408" fmla="*/ 118300 h 342900"/>
                <a:gd name="connsiteX1409" fmla="*/ 98012 w 381000"/>
                <a:gd name="connsiteY1409" fmla="*/ 118110 h 342900"/>
                <a:gd name="connsiteX1410" fmla="*/ 97631 w 381000"/>
                <a:gd name="connsiteY1410" fmla="*/ 117539 h 342900"/>
                <a:gd name="connsiteX1411" fmla="*/ 97441 w 381000"/>
                <a:gd name="connsiteY1411" fmla="*/ 116681 h 342900"/>
                <a:gd name="connsiteX1412" fmla="*/ 97441 w 381000"/>
                <a:gd name="connsiteY1412" fmla="*/ 113729 h 342900"/>
                <a:gd name="connsiteX1413" fmla="*/ 97631 w 381000"/>
                <a:gd name="connsiteY1413" fmla="*/ 113348 h 342900"/>
                <a:gd name="connsiteX1414" fmla="*/ 98107 w 381000"/>
                <a:gd name="connsiteY1414" fmla="*/ 112776 h 342900"/>
                <a:gd name="connsiteX1415" fmla="*/ 98203 w 381000"/>
                <a:gd name="connsiteY1415" fmla="*/ 112586 h 342900"/>
                <a:gd name="connsiteX1416" fmla="*/ 98107 w 381000"/>
                <a:gd name="connsiteY1416" fmla="*/ 112109 h 342900"/>
                <a:gd name="connsiteX1417" fmla="*/ 97822 w 381000"/>
                <a:gd name="connsiteY1417" fmla="*/ 111728 h 342900"/>
                <a:gd name="connsiteX1418" fmla="*/ 97727 w 381000"/>
                <a:gd name="connsiteY1418" fmla="*/ 111252 h 342900"/>
                <a:gd name="connsiteX1419" fmla="*/ 97536 w 381000"/>
                <a:gd name="connsiteY1419" fmla="*/ 110681 h 342900"/>
                <a:gd name="connsiteX1420" fmla="*/ 97060 w 381000"/>
                <a:gd name="connsiteY1420" fmla="*/ 110681 h 342900"/>
                <a:gd name="connsiteX1421" fmla="*/ 96488 w 381000"/>
                <a:gd name="connsiteY1421" fmla="*/ 110966 h 342900"/>
                <a:gd name="connsiteX1422" fmla="*/ 96012 w 381000"/>
                <a:gd name="connsiteY1422" fmla="*/ 111443 h 342900"/>
                <a:gd name="connsiteX1423" fmla="*/ 95726 w 381000"/>
                <a:gd name="connsiteY1423" fmla="*/ 110395 h 342900"/>
                <a:gd name="connsiteX1424" fmla="*/ 96012 w 381000"/>
                <a:gd name="connsiteY1424" fmla="*/ 109633 h 342900"/>
                <a:gd name="connsiteX1425" fmla="*/ 96488 w 381000"/>
                <a:gd name="connsiteY1425" fmla="*/ 109061 h 342900"/>
                <a:gd name="connsiteX1426" fmla="*/ 96774 w 381000"/>
                <a:gd name="connsiteY1426" fmla="*/ 108490 h 342900"/>
                <a:gd name="connsiteX1427" fmla="*/ 96393 w 381000"/>
                <a:gd name="connsiteY1427" fmla="*/ 107633 h 342900"/>
                <a:gd name="connsiteX1428" fmla="*/ 95440 w 381000"/>
                <a:gd name="connsiteY1428" fmla="*/ 107347 h 342900"/>
                <a:gd name="connsiteX1429" fmla="*/ 93536 w 381000"/>
                <a:gd name="connsiteY1429" fmla="*/ 107347 h 342900"/>
                <a:gd name="connsiteX1430" fmla="*/ 93536 w 381000"/>
                <a:gd name="connsiteY1430" fmla="*/ 107823 h 342900"/>
                <a:gd name="connsiteX1431" fmla="*/ 93726 w 381000"/>
                <a:gd name="connsiteY1431" fmla="*/ 108299 h 342900"/>
                <a:gd name="connsiteX1432" fmla="*/ 93536 w 381000"/>
                <a:gd name="connsiteY1432" fmla="*/ 108490 h 342900"/>
                <a:gd name="connsiteX1433" fmla="*/ 93059 w 381000"/>
                <a:gd name="connsiteY1433" fmla="*/ 108395 h 342900"/>
                <a:gd name="connsiteX1434" fmla="*/ 92583 w 381000"/>
                <a:gd name="connsiteY1434" fmla="*/ 108014 h 342900"/>
                <a:gd name="connsiteX1435" fmla="*/ 92107 w 381000"/>
                <a:gd name="connsiteY1435" fmla="*/ 107728 h 342900"/>
                <a:gd name="connsiteX1436" fmla="*/ 91535 w 381000"/>
                <a:gd name="connsiteY1436" fmla="*/ 107823 h 342900"/>
                <a:gd name="connsiteX1437" fmla="*/ 91059 w 381000"/>
                <a:gd name="connsiteY1437" fmla="*/ 108204 h 342900"/>
                <a:gd name="connsiteX1438" fmla="*/ 90678 w 381000"/>
                <a:gd name="connsiteY1438" fmla="*/ 108680 h 342900"/>
                <a:gd name="connsiteX1439" fmla="*/ 91630 w 381000"/>
                <a:gd name="connsiteY1439" fmla="*/ 108585 h 342900"/>
                <a:gd name="connsiteX1440" fmla="*/ 92393 w 381000"/>
                <a:gd name="connsiteY1440" fmla="*/ 108871 h 342900"/>
                <a:gd name="connsiteX1441" fmla="*/ 92773 w 381000"/>
                <a:gd name="connsiteY1441" fmla="*/ 109442 h 342900"/>
                <a:gd name="connsiteX1442" fmla="*/ 92393 w 381000"/>
                <a:gd name="connsiteY1442" fmla="*/ 110490 h 342900"/>
                <a:gd name="connsiteX1443" fmla="*/ 91630 w 381000"/>
                <a:gd name="connsiteY1443" fmla="*/ 109919 h 342900"/>
                <a:gd name="connsiteX1444" fmla="*/ 91345 w 381000"/>
                <a:gd name="connsiteY1444" fmla="*/ 110109 h 342900"/>
                <a:gd name="connsiteX1445" fmla="*/ 91535 w 381000"/>
                <a:gd name="connsiteY1445" fmla="*/ 110681 h 342900"/>
                <a:gd name="connsiteX1446" fmla="*/ 92012 w 381000"/>
                <a:gd name="connsiteY1446" fmla="*/ 111347 h 342900"/>
                <a:gd name="connsiteX1447" fmla="*/ 92678 w 381000"/>
                <a:gd name="connsiteY1447" fmla="*/ 111633 h 342900"/>
                <a:gd name="connsiteX1448" fmla="*/ 94012 w 381000"/>
                <a:gd name="connsiteY1448" fmla="*/ 111633 h 342900"/>
                <a:gd name="connsiteX1449" fmla="*/ 94488 w 381000"/>
                <a:gd name="connsiteY1449" fmla="*/ 111824 h 342900"/>
                <a:gd name="connsiteX1450" fmla="*/ 94869 w 381000"/>
                <a:gd name="connsiteY1450" fmla="*/ 112871 h 342900"/>
                <a:gd name="connsiteX1451" fmla="*/ 94679 w 381000"/>
                <a:gd name="connsiteY1451" fmla="*/ 114300 h 342900"/>
                <a:gd name="connsiteX1452" fmla="*/ 93917 w 381000"/>
                <a:gd name="connsiteY1452" fmla="*/ 115538 h 342900"/>
                <a:gd name="connsiteX1453" fmla="*/ 92678 w 381000"/>
                <a:gd name="connsiteY1453" fmla="*/ 115824 h 342900"/>
                <a:gd name="connsiteX1454" fmla="*/ 92678 w 381000"/>
                <a:gd name="connsiteY1454" fmla="*/ 116205 h 342900"/>
                <a:gd name="connsiteX1455" fmla="*/ 93726 w 381000"/>
                <a:gd name="connsiteY1455" fmla="*/ 116586 h 342900"/>
                <a:gd name="connsiteX1456" fmla="*/ 94107 w 381000"/>
                <a:gd name="connsiteY1456" fmla="*/ 116681 h 342900"/>
                <a:gd name="connsiteX1457" fmla="*/ 94107 w 381000"/>
                <a:gd name="connsiteY1457" fmla="*/ 117062 h 342900"/>
                <a:gd name="connsiteX1458" fmla="*/ 93059 w 381000"/>
                <a:gd name="connsiteY1458" fmla="*/ 117348 h 342900"/>
                <a:gd name="connsiteX1459" fmla="*/ 92488 w 381000"/>
                <a:gd name="connsiteY1459" fmla="*/ 117539 h 342900"/>
                <a:gd name="connsiteX1460" fmla="*/ 92297 w 381000"/>
                <a:gd name="connsiteY1460" fmla="*/ 117729 h 342900"/>
                <a:gd name="connsiteX1461" fmla="*/ 92012 w 381000"/>
                <a:gd name="connsiteY1461" fmla="*/ 118396 h 342900"/>
                <a:gd name="connsiteX1462" fmla="*/ 91535 w 381000"/>
                <a:gd name="connsiteY1462" fmla="*/ 118015 h 342900"/>
                <a:gd name="connsiteX1463" fmla="*/ 90678 w 381000"/>
                <a:gd name="connsiteY1463" fmla="*/ 116967 h 342900"/>
                <a:gd name="connsiteX1464" fmla="*/ 90106 w 381000"/>
                <a:gd name="connsiteY1464" fmla="*/ 117634 h 342900"/>
                <a:gd name="connsiteX1465" fmla="*/ 90488 w 381000"/>
                <a:gd name="connsiteY1465" fmla="*/ 119063 h 342900"/>
                <a:gd name="connsiteX1466" fmla="*/ 91535 w 381000"/>
                <a:gd name="connsiteY1466" fmla="*/ 121444 h 342900"/>
                <a:gd name="connsiteX1467" fmla="*/ 90011 w 381000"/>
                <a:gd name="connsiteY1467" fmla="*/ 120396 h 342900"/>
                <a:gd name="connsiteX1468" fmla="*/ 89345 w 381000"/>
                <a:gd name="connsiteY1468" fmla="*/ 120396 h 342900"/>
                <a:gd name="connsiteX1469" fmla="*/ 88487 w 381000"/>
                <a:gd name="connsiteY1469" fmla="*/ 121253 h 342900"/>
                <a:gd name="connsiteX1470" fmla="*/ 88106 w 381000"/>
                <a:gd name="connsiteY1470" fmla="*/ 121444 h 342900"/>
                <a:gd name="connsiteX1471" fmla="*/ 87821 w 381000"/>
                <a:gd name="connsiteY1471" fmla="*/ 121063 h 342900"/>
                <a:gd name="connsiteX1472" fmla="*/ 87630 w 381000"/>
                <a:gd name="connsiteY1472" fmla="*/ 120491 h 342900"/>
                <a:gd name="connsiteX1473" fmla="*/ 87535 w 381000"/>
                <a:gd name="connsiteY1473" fmla="*/ 119920 h 342900"/>
                <a:gd name="connsiteX1474" fmla="*/ 87725 w 381000"/>
                <a:gd name="connsiteY1474" fmla="*/ 119729 h 342900"/>
                <a:gd name="connsiteX1475" fmla="*/ 88678 w 381000"/>
                <a:gd name="connsiteY1475" fmla="*/ 119158 h 342900"/>
                <a:gd name="connsiteX1476" fmla="*/ 88963 w 381000"/>
                <a:gd name="connsiteY1476" fmla="*/ 118872 h 342900"/>
                <a:gd name="connsiteX1477" fmla="*/ 88963 w 381000"/>
                <a:gd name="connsiteY1477" fmla="*/ 118586 h 342900"/>
                <a:gd name="connsiteX1478" fmla="*/ 88582 w 381000"/>
                <a:gd name="connsiteY1478" fmla="*/ 117634 h 342900"/>
                <a:gd name="connsiteX1479" fmla="*/ 88582 w 381000"/>
                <a:gd name="connsiteY1479" fmla="*/ 117062 h 342900"/>
                <a:gd name="connsiteX1480" fmla="*/ 88868 w 381000"/>
                <a:gd name="connsiteY1480" fmla="*/ 116491 h 342900"/>
                <a:gd name="connsiteX1481" fmla="*/ 89345 w 381000"/>
                <a:gd name="connsiteY1481" fmla="*/ 115919 h 342900"/>
                <a:gd name="connsiteX1482" fmla="*/ 89630 w 381000"/>
                <a:gd name="connsiteY1482" fmla="*/ 115348 h 342900"/>
                <a:gd name="connsiteX1483" fmla="*/ 88963 w 381000"/>
                <a:gd name="connsiteY1483" fmla="*/ 113633 h 342900"/>
                <a:gd name="connsiteX1484" fmla="*/ 88773 w 381000"/>
                <a:gd name="connsiteY1484" fmla="*/ 112204 h 342900"/>
                <a:gd name="connsiteX1485" fmla="*/ 88773 w 381000"/>
                <a:gd name="connsiteY1485" fmla="*/ 110776 h 342900"/>
                <a:gd name="connsiteX1486" fmla="*/ 88963 w 381000"/>
                <a:gd name="connsiteY1486" fmla="*/ 109823 h 342900"/>
                <a:gd name="connsiteX1487" fmla="*/ 87725 w 381000"/>
                <a:gd name="connsiteY1487" fmla="*/ 110204 h 342900"/>
                <a:gd name="connsiteX1488" fmla="*/ 87439 w 381000"/>
                <a:gd name="connsiteY1488" fmla="*/ 111824 h 342900"/>
                <a:gd name="connsiteX1489" fmla="*/ 87535 w 381000"/>
                <a:gd name="connsiteY1489" fmla="*/ 113824 h 342900"/>
                <a:gd name="connsiteX1490" fmla="*/ 87439 w 381000"/>
                <a:gd name="connsiteY1490" fmla="*/ 115253 h 342900"/>
                <a:gd name="connsiteX1491" fmla="*/ 87059 w 381000"/>
                <a:gd name="connsiteY1491" fmla="*/ 115824 h 342900"/>
                <a:gd name="connsiteX1492" fmla="*/ 86678 w 381000"/>
                <a:gd name="connsiteY1492" fmla="*/ 116110 h 342900"/>
                <a:gd name="connsiteX1493" fmla="*/ 85344 w 381000"/>
                <a:gd name="connsiteY1493" fmla="*/ 116110 h 342900"/>
                <a:gd name="connsiteX1494" fmla="*/ 84582 w 381000"/>
                <a:gd name="connsiteY1494" fmla="*/ 115919 h 342900"/>
                <a:gd name="connsiteX1495" fmla="*/ 84487 w 381000"/>
                <a:gd name="connsiteY1495" fmla="*/ 115443 h 342900"/>
                <a:gd name="connsiteX1496" fmla="*/ 84868 w 381000"/>
                <a:gd name="connsiteY1496" fmla="*/ 113824 h 342900"/>
                <a:gd name="connsiteX1497" fmla="*/ 83629 w 381000"/>
                <a:gd name="connsiteY1497" fmla="*/ 114300 h 342900"/>
                <a:gd name="connsiteX1498" fmla="*/ 82677 w 381000"/>
                <a:gd name="connsiteY1498" fmla="*/ 115062 h 342900"/>
                <a:gd name="connsiteX1499" fmla="*/ 82582 w 381000"/>
                <a:gd name="connsiteY1499" fmla="*/ 116015 h 342900"/>
                <a:gd name="connsiteX1500" fmla="*/ 83820 w 381000"/>
                <a:gd name="connsiteY1500" fmla="*/ 116967 h 342900"/>
                <a:gd name="connsiteX1501" fmla="*/ 82963 w 381000"/>
                <a:gd name="connsiteY1501" fmla="*/ 118396 h 342900"/>
                <a:gd name="connsiteX1502" fmla="*/ 83058 w 381000"/>
                <a:gd name="connsiteY1502" fmla="*/ 119253 h 342900"/>
                <a:gd name="connsiteX1503" fmla="*/ 83915 w 381000"/>
                <a:gd name="connsiteY1503" fmla="*/ 119634 h 342900"/>
                <a:gd name="connsiteX1504" fmla="*/ 85249 w 381000"/>
                <a:gd name="connsiteY1504" fmla="*/ 119729 h 342900"/>
                <a:gd name="connsiteX1505" fmla="*/ 84868 w 381000"/>
                <a:gd name="connsiteY1505" fmla="*/ 120491 h 342900"/>
                <a:gd name="connsiteX1506" fmla="*/ 84296 w 381000"/>
                <a:gd name="connsiteY1506" fmla="*/ 120682 h 342900"/>
                <a:gd name="connsiteX1507" fmla="*/ 82772 w 381000"/>
                <a:gd name="connsiteY1507" fmla="*/ 120206 h 342900"/>
                <a:gd name="connsiteX1508" fmla="*/ 83344 w 381000"/>
                <a:gd name="connsiteY1508" fmla="*/ 121253 h 342900"/>
                <a:gd name="connsiteX1509" fmla="*/ 83915 w 381000"/>
                <a:gd name="connsiteY1509" fmla="*/ 122015 h 342900"/>
                <a:gd name="connsiteX1510" fmla="*/ 83439 w 381000"/>
                <a:gd name="connsiteY1510" fmla="*/ 121920 h 342900"/>
                <a:gd name="connsiteX1511" fmla="*/ 83058 w 381000"/>
                <a:gd name="connsiteY1511" fmla="*/ 121825 h 342900"/>
                <a:gd name="connsiteX1512" fmla="*/ 82677 w 381000"/>
                <a:gd name="connsiteY1512" fmla="*/ 121825 h 342900"/>
                <a:gd name="connsiteX1513" fmla="*/ 82391 w 381000"/>
                <a:gd name="connsiteY1513" fmla="*/ 122111 h 342900"/>
                <a:gd name="connsiteX1514" fmla="*/ 82010 w 381000"/>
                <a:gd name="connsiteY1514" fmla="*/ 121539 h 342900"/>
                <a:gd name="connsiteX1515" fmla="*/ 81725 w 381000"/>
                <a:gd name="connsiteY1515" fmla="*/ 120968 h 342900"/>
                <a:gd name="connsiteX1516" fmla="*/ 81534 w 381000"/>
                <a:gd name="connsiteY1516" fmla="*/ 120396 h 342900"/>
                <a:gd name="connsiteX1517" fmla="*/ 81344 w 381000"/>
                <a:gd name="connsiteY1517" fmla="*/ 119729 h 342900"/>
                <a:gd name="connsiteX1518" fmla="*/ 81153 w 381000"/>
                <a:gd name="connsiteY1518" fmla="*/ 120587 h 342900"/>
                <a:gd name="connsiteX1519" fmla="*/ 80867 w 381000"/>
                <a:gd name="connsiteY1519" fmla="*/ 121158 h 342900"/>
                <a:gd name="connsiteX1520" fmla="*/ 79534 w 381000"/>
                <a:gd name="connsiteY1520" fmla="*/ 122873 h 342900"/>
                <a:gd name="connsiteX1521" fmla="*/ 79343 w 381000"/>
                <a:gd name="connsiteY1521" fmla="*/ 123349 h 342900"/>
                <a:gd name="connsiteX1522" fmla="*/ 79438 w 381000"/>
                <a:gd name="connsiteY1522" fmla="*/ 124968 h 342900"/>
                <a:gd name="connsiteX1523" fmla="*/ 79343 w 381000"/>
                <a:gd name="connsiteY1523" fmla="*/ 126587 h 342900"/>
                <a:gd name="connsiteX1524" fmla="*/ 79534 w 381000"/>
                <a:gd name="connsiteY1524" fmla="*/ 127159 h 342900"/>
                <a:gd name="connsiteX1525" fmla="*/ 80105 w 381000"/>
                <a:gd name="connsiteY1525" fmla="*/ 126587 h 342900"/>
                <a:gd name="connsiteX1526" fmla="*/ 80391 w 381000"/>
                <a:gd name="connsiteY1526" fmla="*/ 125825 h 342900"/>
                <a:gd name="connsiteX1527" fmla="*/ 80581 w 381000"/>
                <a:gd name="connsiteY1527" fmla="*/ 124206 h 342900"/>
                <a:gd name="connsiteX1528" fmla="*/ 80867 w 381000"/>
                <a:gd name="connsiteY1528" fmla="*/ 123444 h 342900"/>
                <a:gd name="connsiteX1529" fmla="*/ 81534 w 381000"/>
                <a:gd name="connsiteY1529" fmla="*/ 124016 h 342900"/>
                <a:gd name="connsiteX1530" fmla="*/ 82391 w 381000"/>
                <a:gd name="connsiteY1530" fmla="*/ 124301 h 342900"/>
                <a:gd name="connsiteX1531" fmla="*/ 83153 w 381000"/>
                <a:gd name="connsiteY1531" fmla="*/ 124682 h 342900"/>
                <a:gd name="connsiteX1532" fmla="*/ 83725 w 381000"/>
                <a:gd name="connsiteY1532" fmla="*/ 125730 h 342900"/>
                <a:gd name="connsiteX1533" fmla="*/ 83725 w 381000"/>
                <a:gd name="connsiteY1533" fmla="*/ 126683 h 342900"/>
                <a:gd name="connsiteX1534" fmla="*/ 83153 w 381000"/>
                <a:gd name="connsiteY1534" fmla="*/ 127064 h 342900"/>
                <a:gd name="connsiteX1535" fmla="*/ 80963 w 381000"/>
                <a:gd name="connsiteY1535" fmla="*/ 127064 h 342900"/>
                <a:gd name="connsiteX1536" fmla="*/ 80677 w 381000"/>
                <a:gd name="connsiteY1536" fmla="*/ 127349 h 342900"/>
                <a:gd name="connsiteX1537" fmla="*/ 80772 w 381000"/>
                <a:gd name="connsiteY1537" fmla="*/ 127921 h 342900"/>
                <a:gd name="connsiteX1538" fmla="*/ 80963 w 381000"/>
                <a:gd name="connsiteY1538" fmla="*/ 128492 h 342900"/>
                <a:gd name="connsiteX1539" fmla="*/ 81153 w 381000"/>
                <a:gd name="connsiteY1539" fmla="*/ 128778 h 342900"/>
                <a:gd name="connsiteX1540" fmla="*/ 81820 w 381000"/>
                <a:gd name="connsiteY1540" fmla="*/ 129159 h 342900"/>
                <a:gd name="connsiteX1541" fmla="*/ 82391 w 381000"/>
                <a:gd name="connsiteY1541" fmla="*/ 129159 h 342900"/>
                <a:gd name="connsiteX1542" fmla="*/ 82963 w 381000"/>
                <a:gd name="connsiteY1542" fmla="*/ 128969 h 342900"/>
                <a:gd name="connsiteX1543" fmla="*/ 83534 w 381000"/>
                <a:gd name="connsiteY1543" fmla="*/ 128873 h 342900"/>
                <a:gd name="connsiteX1544" fmla="*/ 84582 w 381000"/>
                <a:gd name="connsiteY1544" fmla="*/ 128492 h 342900"/>
                <a:gd name="connsiteX1545" fmla="*/ 86011 w 381000"/>
                <a:gd name="connsiteY1545" fmla="*/ 126778 h 342900"/>
                <a:gd name="connsiteX1546" fmla="*/ 86963 w 381000"/>
                <a:gd name="connsiteY1546" fmla="*/ 126206 h 342900"/>
                <a:gd name="connsiteX1547" fmla="*/ 87344 w 381000"/>
                <a:gd name="connsiteY1547" fmla="*/ 128016 h 342900"/>
                <a:gd name="connsiteX1548" fmla="*/ 86868 w 381000"/>
                <a:gd name="connsiteY1548" fmla="*/ 129254 h 342900"/>
                <a:gd name="connsiteX1549" fmla="*/ 88392 w 381000"/>
                <a:gd name="connsiteY1549" fmla="*/ 131826 h 342900"/>
                <a:gd name="connsiteX1550" fmla="*/ 87630 w 381000"/>
                <a:gd name="connsiteY1550" fmla="*/ 133445 h 342900"/>
                <a:gd name="connsiteX1551" fmla="*/ 87821 w 381000"/>
                <a:gd name="connsiteY1551" fmla="*/ 133826 h 342900"/>
                <a:gd name="connsiteX1552" fmla="*/ 87916 w 381000"/>
                <a:gd name="connsiteY1552" fmla="*/ 134303 h 342900"/>
                <a:gd name="connsiteX1553" fmla="*/ 88011 w 381000"/>
                <a:gd name="connsiteY1553" fmla="*/ 134779 h 342900"/>
                <a:gd name="connsiteX1554" fmla="*/ 88011 w 381000"/>
                <a:gd name="connsiteY1554" fmla="*/ 135255 h 342900"/>
                <a:gd name="connsiteX1555" fmla="*/ 88487 w 381000"/>
                <a:gd name="connsiteY1555" fmla="*/ 134588 h 342900"/>
                <a:gd name="connsiteX1556" fmla="*/ 89059 w 381000"/>
                <a:gd name="connsiteY1556" fmla="*/ 134017 h 342900"/>
                <a:gd name="connsiteX1557" fmla="*/ 89726 w 381000"/>
                <a:gd name="connsiteY1557" fmla="*/ 133636 h 342900"/>
                <a:gd name="connsiteX1558" fmla="*/ 90488 w 381000"/>
                <a:gd name="connsiteY1558" fmla="*/ 133445 h 342900"/>
                <a:gd name="connsiteX1559" fmla="*/ 89630 w 381000"/>
                <a:gd name="connsiteY1559" fmla="*/ 132207 h 342900"/>
                <a:gd name="connsiteX1560" fmla="*/ 89535 w 381000"/>
                <a:gd name="connsiteY1560" fmla="*/ 131636 h 342900"/>
                <a:gd name="connsiteX1561" fmla="*/ 90106 w 381000"/>
                <a:gd name="connsiteY1561" fmla="*/ 131159 h 342900"/>
                <a:gd name="connsiteX1562" fmla="*/ 89726 w 381000"/>
                <a:gd name="connsiteY1562" fmla="*/ 130112 h 342900"/>
                <a:gd name="connsiteX1563" fmla="*/ 88773 w 381000"/>
                <a:gd name="connsiteY1563" fmla="*/ 128588 h 342900"/>
                <a:gd name="connsiteX1564" fmla="*/ 88297 w 381000"/>
                <a:gd name="connsiteY1564" fmla="*/ 127540 h 342900"/>
                <a:gd name="connsiteX1565" fmla="*/ 89535 w 381000"/>
                <a:gd name="connsiteY1565" fmla="*/ 127540 h 342900"/>
                <a:gd name="connsiteX1566" fmla="*/ 89916 w 381000"/>
                <a:gd name="connsiteY1566" fmla="*/ 126778 h 342900"/>
                <a:gd name="connsiteX1567" fmla="*/ 90011 w 381000"/>
                <a:gd name="connsiteY1567" fmla="*/ 125730 h 342900"/>
                <a:gd name="connsiteX1568" fmla="*/ 90488 w 381000"/>
                <a:gd name="connsiteY1568" fmla="*/ 124873 h 342900"/>
                <a:gd name="connsiteX1569" fmla="*/ 91345 w 381000"/>
                <a:gd name="connsiteY1569" fmla="*/ 124682 h 342900"/>
                <a:gd name="connsiteX1570" fmla="*/ 91916 w 381000"/>
                <a:gd name="connsiteY1570" fmla="*/ 125349 h 342900"/>
                <a:gd name="connsiteX1571" fmla="*/ 91726 w 381000"/>
                <a:gd name="connsiteY1571" fmla="*/ 126968 h 342900"/>
                <a:gd name="connsiteX1572" fmla="*/ 92297 w 381000"/>
                <a:gd name="connsiteY1572" fmla="*/ 127254 h 342900"/>
                <a:gd name="connsiteX1573" fmla="*/ 92012 w 381000"/>
                <a:gd name="connsiteY1573" fmla="*/ 128492 h 342900"/>
                <a:gd name="connsiteX1574" fmla="*/ 91726 w 381000"/>
                <a:gd name="connsiteY1574" fmla="*/ 132017 h 342900"/>
                <a:gd name="connsiteX1575" fmla="*/ 92773 w 381000"/>
                <a:gd name="connsiteY1575" fmla="*/ 132683 h 342900"/>
                <a:gd name="connsiteX1576" fmla="*/ 93821 w 381000"/>
                <a:gd name="connsiteY1576" fmla="*/ 132683 h 342900"/>
                <a:gd name="connsiteX1577" fmla="*/ 94774 w 381000"/>
                <a:gd name="connsiteY1577" fmla="*/ 133445 h 342900"/>
                <a:gd name="connsiteX1578" fmla="*/ 95250 w 381000"/>
                <a:gd name="connsiteY1578" fmla="*/ 132874 h 342900"/>
                <a:gd name="connsiteX1579" fmla="*/ 95821 w 381000"/>
                <a:gd name="connsiteY1579" fmla="*/ 131445 h 342900"/>
                <a:gd name="connsiteX1580" fmla="*/ 95631 w 381000"/>
                <a:gd name="connsiteY1580" fmla="*/ 129731 h 342900"/>
                <a:gd name="connsiteX1581" fmla="*/ 96012 w 381000"/>
                <a:gd name="connsiteY1581" fmla="*/ 128492 h 342900"/>
                <a:gd name="connsiteX1582" fmla="*/ 95917 w 381000"/>
                <a:gd name="connsiteY1582" fmla="*/ 127349 h 342900"/>
                <a:gd name="connsiteX1583" fmla="*/ 95536 w 381000"/>
                <a:gd name="connsiteY1583" fmla="*/ 126778 h 342900"/>
                <a:gd name="connsiteX1584" fmla="*/ 95536 w 381000"/>
                <a:gd name="connsiteY1584" fmla="*/ 126302 h 342900"/>
                <a:gd name="connsiteX1585" fmla="*/ 95726 w 381000"/>
                <a:gd name="connsiteY1585" fmla="*/ 125825 h 342900"/>
                <a:gd name="connsiteX1586" fmla="*/ 96584 w 381000"/>
                <a:gd name="connsiteY1586" fmla="*/ 125444 h 342900"/>
                <a:gd name="connsiteX1587" fmla="*/ 97346 w 381000"/>
                <a:gd name="connsiteY1587" fmla="*/ 124587 h 342900"/>
                <a:gd name="connsiteX1588" fmla="*/ 97822 w 381000"/>
                <a:gd name="connsiteY1588" fmla="*/ 124206 h 342900"/>
                <a:gd name="connsiteX1589" fmla="*/ 98012 w 381000"/>
                <a:gd name="connsiteY1589" fmla="*/ 124778 h 342900"/>
                <a:gd name="connsiteX1590" fmla="*/ 98298 w 381000"/>
                <a:gd name="connsiteY1590" fmla="*/ 125158 h 342900"/>
                <a:gd name="connsiteX1591" fmla="*/ 98965 w 381000"/>
                <a:gd name="connsiteY1591" fmla="*/ 125921 h 342900"/>
                <a:gd name="connsiteX1592" fmla="*/ 97727 w 381000"/>
                <a:gd name="connsiteY1592" fmla="*/ 126111 h 342900"/>
                <a:gd name="connsiteX1593" fmla="*/ 97346 w 381000"/>
                <a:gd name="connsiteY1593" fmla="*/ 126873 h 342900"/>
                <a:gd name="connsiteX1594" fmla="*/ 97631 w 381000"/>
                <a:gd name="connsiteY1594" fmla="*/ 127921 h 342900"/>
                <a:gd name="connsiteX1595" fmla="*/ 98870 w 381000"/>
                <a:gd name="connsiteY1595" fmla="*/ 128111 h 342900"/>
                <a:gd name="connsiteX1596" fmla="*/ 99346 w 381000"/>
                <a:gd name="connsiteY1596" fmla="*/ 129064 h 342900"/>
                <a:gd name="connsiteX1597" fmla="*/ 98584 w 381000"/>
                <a:gd name="connsiteY1597" fmla="*/ 129635 h 342900"/>
                <a:gd name="connsiteX1598" fmla="*/ 98012 w 381000"/>
                <a:gd name="connsiteY1598" fmla="*/ 130397 h 342900"/>
                <a:gd name="connsiteX1599" fmla="*/ 98870 w 381000"/>
                <a:gd name="connsiteY1599" fmla="*/ 131254 h 342900"/>
                <a:gd name="connsiteX1600" fmla="*/ 99536 w 381000"/>
                <a:gd name="connsiteY1600" fmla="*/ 131350 h 342900"/>
                <a:gd name="connsiteX1601" fmla="*/ 99917 w 381000"/>
                <a:gd name="connsiteY1601" fmla="*/ 131921 h 342900"/>
                <a:gd name="connsiteX1602" fmla="*/ 99631 w 381000"/>
                <a:gd name="connsiteY1602" fmla="*/ 132588 h 342900"/>
                <a:gd name="connsiteX1603" fmla="*/ 99536 w 381000"/>
                <a:gd name="connsiteY1603" fmla="*/ 133350 h 342900"/>
                <a:gd name="connsiteX1604" fmla="*/ 98393 w 381000"/>
                <a:gd name="connsiteY1604" fmla="*/ 133350 h 342900"/>
                <a:gd name="connsiteX1605" fmla="*/ 97346 w 381000"/>
                <a:gd name="connsiteY1605" fmla="*/ 133826 h 342900"/>
                <a:gd name="connsiteX1606" fmla="*/ 96584 w 381000"/>
                <a:gd name="connsiteY1606" fmla="*/ 133826 h 342900"/>
                <a:gd name="connsiteX1607" fmla="*/ 96584 w 381000"/>
                <a:gd name="connsiteY1607" fmla="*/ 134112 h 342900"/>
                <a:gd name="connsiteX1608" fmla="*/ 96869 w 381000"/>
                <a:gd name="connsiteY1608" fmla="*/ 134588 h 342900"/>
                <a:gd name="connsiteX1609" fmla="*/ 97155 w 381000"/>
                <a:gd name="connsiteY1609" fmla="*/ 135731 h 342900"/>
                <a:gd name="connsiteX1610" fmla="*/ 97155 w 381000"/>
                <a:gd name="connsiteY1610" fmla="*/ 136303 h 342900"/>
                <a:gd name="connsiteX1611" fmla="*/ 96964 w 381000"/>
                <a:gd name="connsiteY1611" fmla="*/ 136874 h 342900"/>
                <a:gd name="connsiteX1612" fmla="*/ 97250 w 381000"/>
                <a:gd name="connsiteY1612" fmla="*/ 137446 h 342900"/>
                <a:gd name="connsiteX1613" fmla="*/ 97536 w 381000"/>
                <a:gd name="connsiteY1613" fmla="*/ 137541 h 342900"/>
                <a:gd name="connsiteX1614" fmla="*/ 97917 w 381000"/>
                <a:gd name="connsiteY1614" fmla="*/ 137827 h 342900"/>
                <a:gd name="connsiteX1615" fmla="*/ 98393 w 381000"/>
                <a:gd name="connsiteY1615" fmla="*/ 138208 h 342900"/>
                <a:gd name="connsiteX1616" fmla="*/ 99441 w 381000"/>
                <a:gd name="connsiteY1616" fmla="*/ 137827 h 342900"/>
                <a:gd name="connsiteX1617" fmla="*/ 99631 w 381000"/>
                <a:gd name="connsiteY1617" fmla="*/ 138208 h 342900"/>
                <a:gd name="connsiteX1618" fmla="*/ 99155 w 381000"/>
                <a:gd name="connsiteY1618" fmla="*/ 138970 h 342900"/>
                <a:gd name="connsiteX1619" fmla="*/ 98012 w 381000"/>
                <a:gd name="connsiteY1619" fmla="*/ 140208 h 342900"/>
                <a:gd name="connsiteX1620" fmla="*/ 98012 w 381000"/>
                <a:gd name="connsiteY1620" fmla="*/ 140970 h 342900"/>
                <a:gd name="connsiteX1621" fmla="*/ 98298 w 381000"/>
                <a:gd name="connsiteY1621" fmla="*/ 142208 h 342900"/>
                <a:gd name="connsiteX1622" fmla="*/ 98774 w 381000"/>
                <a:gd name="connsiteY1622" fmla="*/ 143447 h 342900"/>
                <a:gd name="connsiteX1623" fmla="*/ 99251 w 381000"/>
                <a:gd name="connsiteY1623" fmla="*/ 144113 h 342900"/>
                <a:gd name="connsiteX1624" fmla="*/ 100108 w 381000"/>
                <a:gd name="connsiteY1624" fmla="*/ 143923 h 342900"/>
                <a:gd name="connsiteX1625" fmla="*/ 101251 w 381000"/>
                <a:gd name="connsiteY1625" fmla="*/ 142208 h 342900"/>
                <a:gd name="connsiteX1626" fmla="*/ 102013 w 381000"/>
                <a:gd name="connsiteY1626" fmla="*/ 141827 h 342900"/>
                <a:gd name="connsiteX1627" fmla="*/ 105061 w 381000"/>
                <a:gd name="connsiteY1627" fmla="*/ 141827 h 342900"/>
                <a:gd name="connsiteX1628" fmla="*/ 104013 w 381000"/>
                <a:gd name="connsiteY1628" fmla="*/ 142399 h 342900"/>
                <a:gd name="connsiteX1629" fmla="*/ 101822 w 381000"/>
                <a:gd name="connsiteY1629" fmla="*/ 142970 h 342900"/>
                <a:gd name="connsiteX1630" fmla="*/ 100775 w 381000"/>
                <a:gd name="connsiteY1630" fmla="*/ 144399 h 342900"/>
                <a:gd name="connsiteX1631" fmla="*/ 99727 w 381000"/>
                <a:gd name="connsiteY1631" fmla="*/ 144685 h 342900"/>
                <a:gd name="connsiteX1632" fmla="*/ 98774 w 381000"/>
                <a:gd name="connsiteY1632" fmla="*/ 145256 h 342900"/>
                <a:gd name="connsiteX1633" fmla="*/ 99536 w 381000"/>
                <a:gd name="connsiteY1633" fmla="*/ 146685 h 342900"/>
                <a:gd name="connsiteX1634" fmla="*/ 98870 w 381000"/>
                <a:gd name="connsiteY1634" fmla="*/ 146685 h 342900"/>
                <a:gd name="connsiteX1635" fmla="*/ 98870 w 381000"/>
                <a:gd name="connsiteY1635" fmla="*/ 147161 h 342900"/>
                <a:gd name="connsiteX1636" fmla="*/ 99251 w 381000"/>
                <a:gd name="connsiteY1636" fmla="*/ 147542 h 342900"/>
                <a:gd name="connsiteX1637" fmla="*/ 99917 w 381000"/>
                <a:gd name="connsiteY1637" fmla="*/ 148304 h 342900"/>
                <a:gd name="connsiteX1638" fmla="*/ 100298 w 381000"/>
                <a:gd name="connsiteY1638" fmla="*/ 148590 h 342900"/>
                <a:gd name="connsiteX1639" fmla="*/ 102013 w 381000"/>
                <a:gd name="connsiteY1639" fmla="*/ 148590 h 342900"/>
                <a:gd name="connsiteX1640" fmla="*/ 102870 w 381000"/>
                <a:gd name="connsiteY1640" fmla="*/ 148781 h 342900"/>
                <a:gd name="connsiteX1641" fmla="*/ 103251 w 381000"/>
                <a:gd name="connsiteY1641" fmla="*/ 149638 h 342900"/>
                <a:gd name="connsiteX1642" fmla="*/ 102775 w 381000"/>
                <a:gd name="connsiteY1642" fmla="*/ 150304 h 342900"/>
                <a:gd name="connsiteX1643" fmla="*/ 100394 w 381000"/>
                <a:gd name="connsiteY1643" fmla="*/ 150876 h 342900"/>
                <a:gd name="connsiteX1644" fmla="*/ 99631 w 381000"/>
                <a:gd name="connsiteY1644" fmla="*/ 151638 h 342900"/>
                <a:gd name="connsiteX1645" fmla="*/ 100394 w 381000"/>
                <a:gd name="connsiteY1645" fmla="*/ 152019 h 342900"/>
                <a:gd name="connsiteX1646" fmla="*/ 102679 w 381000"/>
                <a:gd name="connsiteY1646" fmla="*/ 152686 h 342900"/>
                <a:gd name="connsiteX1647" fmla="*/ 103251 w 381000"/>
                <a:gd name="connsiteY1647" fmla="*/ 153353 h 342900"/>
                <a:gd name="connsiteX1648" fmla="*/ 102489 w 381000"/>
                <a:gd name="connsiteY1648" fmla="*/ 153829 h 342900"/>
                <a:gd name="connsiteX1649" fmla="*/ 101822 w 381000"/>
                <a:gd name="connsiteY1649" fmla="*/ 155162 h 342900"/>
                <a:gd name="connsiteX1650" fmla="*/ 100679 w 381000"/>
                <a:gd name="connsiteY1650" fmla="*/ 158210 h 342900"/>
                <a:gd name="connsiteX1651" fmla="*/ 100965 w 381000"/>
                <a:gd name="connsiteY1651" fmla="*/ 158687 h 342900"/>
                <a:gd name="connsiteX1652" fmla="*/ 101346 w 381000"/>
                <a:gd name="connsiteY1652" fmla="*/ 159068 h 342900"/>
                <a:gd name="connsiteX1653" fmla="*/ 101632 w 381000"/>
                <a:gd name="connsiteY1653" fmla="*/ 159258 h 342900"/>
                <a:gd name="connsiteX1654" fmla="*/ 102013 w 381000"/>
                <a:gd name="connsiteY1654" fmla="*/ 158972 h 342900"/>
                <a:gd name="connsiteX1655" fmla="*/ 102394 w 381000"/>
                <a:gd name="connsiteY1655" fmla="*/ 159068 h 342900"/>
                <a:gd name="connsiteX1656" fmla="*/ 102965 w 381000"/>
                <a:gd name="connsiteY1656" fmla="*/ 159544 h 342900"/>
                <a:gd name="connsiteX1657" fmla="*/ 103442 w 381000"/>
                <a:gd name="connsiteY1657" fmla="*/ 160020 h 342900"/>
                <a:gd name="connsiteX1658" fmla="*/ 104204 w 381000"/>
                <a:gd name="connsiteY1658" fmla="*/ 161354 h 342900"/>
                <a:gd name="connsiteX1659" fmla="*/ 102013 w 381000"/>
                <a:gd name="connsiteY1659" fmla="*/ 160687 h 342900"/>
                <a:gd name="connsiteX1660" fmla="*/ 100394 w 381000"/>
                <a:gd name="connsiteY1660" fmla="*/ 161163 h 342900"/>
                <a:gd name="connsiteX1661" fmla="*/ 98584 w 381000"/>
                <a:gd name="connsiteY1661" fmla="*/ 162020 h 342900"/>
                <a:gd name="connsiteX1662" fmla="*/ 98393 w 381000"/>
                <a:gd name="connsiteY1662" fmla="*/ 163925 h 342900"/>
                <a:gd name="connsiteX1663" fmla="*/ 98774 w 381000"/>
                <a:gd name="connsiteY1663" fmla="*/ 164306 h 342900"/>
                <a:gd name="connsiteX1664" fmla="*/ 98965 w 381000"/>
                <a:gd name="connsiteY1664" fmla="*/ 163925 h 342900"/>
                <a:gd name="connsiteX1665" fmla="*/ 99251 w 381000"/>
                <a:gd name="connsiteY1665" fmla="*/ 162687 h 342900"/>
                <a:gd name="connsiteX1666" fmla="*/ 100298 w 381000"/>
                <a:gd name="connsiteY1666" fmla="*/ 162497 h 342900"/>
                <a:gd name="connsiteX1667" fmla="*/ 101537 w 381000"/>
                <a:gd name="connsiteY1667" fmla="*/ 163259 h 342900"/>
                <a:gd name="connsiteX1668" fmla="*/ 101537 w 381000"/>
                <a:gd name="connsiteY1668" fmla="*/ 163925 h 342900"/>
                <a:gd name="connsiteX1669" fmla="*/ 101822 w 381000"/>
                <a:gd name="connsiteY1669" fmla="*/ 163925 h 342900"/>
                <a:gd name="connsiteX1670" fmla="*/ 102489 w 381000"/>
                <a:gd name="connsiteY1670" fmla="*/ 163544 h 342900"/>
                <a:gd name="connsiteX1671" fmla="*/ 103442 w 381000"/>
                <a:gd name="connsiteY1671" fmla="*/ 163925 h 342900"/>
                <a:gd name="connsiteX1672" fmla="*/ 104680 w 381000"/>
                <a:gd name="connsiteY1672" fmla="*/ 166021 h 342900"/>
                <a:gd name="connsiteX1673" fmla="*/ 105346 w 381000"/>
                <a:gd name="connsiteY1673" fmla="*/ 166211 h 342900"/>
                <a:gd name="connsiteX1674" fmla="*/ 106109 w 381000"/>
                <a:gd name="connsiteY1674" fmla="*/ 166497 h 342900"/>
                <a:gd name="connsiteX1675" fmla="*/ 106489 w 381000"/>
                <a:gd name="connsiteY1675" fmla="*/ 166878 h 342900"/>
                <a:gd name="connsiteX1676" fmla="*/ 105728 w 381000"/>
                <a:gd name="connsiteY1676" fmla="*/ 167450 h 342900"/>
                <a:gd name="connsiteX1677" fmla="*/ 106204 w 381000"/>
                <a:gd name="connsiteY1677" fmla="*/ 168212 h 342900"/>
                <a:gd name="connsiteX1678" fmla="*/ 107061 w 381000"/>
                <a:gd name="connsiteY1678" fmla="*/ 169354 h 342900"/>
                <a:gd name="connsiteX1679" fmla="*/ 107537 w 381000"/>
                <a:gd name="connsiteY1679" fmla="*/ 170021 h 342900"/>
                <a:gd name="connsiteX1680" fmla="*/ 107823 w 381000"/>
                <a:gd name="connsiteY1680" fmla="*/ 170879 h 342900"/>
                <a:gd name="connsiteX1681" fmla="*/ 107918 w 381000"/>
                <a:gd name="connsiteY1681" fmla="*/ 171450 h 342900"/>
                <a:gd name="connsiteX1682" fmla="*/ 108204 w 381000"/>
                <a:gd name="connsiteY1682" fmla="*/ 171926 h 342900"/>
                <a:gd name="connsiteX1683" fmla="*/ 108966 w 381000"/>
                <a:gd name="connsiteY1683" fmla="*/ 172307 h 342900"/>
                <a:gd name="connsiteX1684" fmla="*/ 110109 w 381000"/>
                <a:gd name="connsiteY1684" fmla="*/ 171831 h 342900"/>
                <a:gd name="connsiteX1685" fmla="*/ 111252 w 381000"/>
                <a:gd name="connsiteY1685" fmla="*/ 171641 h 342900"/>
                <a:gd name="connsiteX1686" fmla="*/ 112204 w 381000"/>
                <a:gd name="connsiteY1686" fmla="*/ 171164 h 342900"/>
                <a:gd name="connsiteX1687" fmla="*/ 113062 w 381000"/>
                <a:gd name="connsiteY1687" fmla="*/ 170307 h 342900"/>
                <a:gd name="connsiteX1688" fmla="*/ 114110 w 381000"/>
                <a:gd name="connsiteY1688" fmla="*/ 169545 h 342900"/>
                <a:gd name="connsiteX1689" fmla="*/ 115157 w 381000"/>
                <a:gd name="connsiteY1689" fmla="*/ 169259 h 342900"/>
                <a:gd name="connsiteX1690" fmla="*/ 118205 w 381000"/>
                <a:gd name="connsiteY1690" fmla="*/ 168307 h 342900"/>
                <a:gd name="connsiteX1691" fmla="*/ 118110 w 381000"/>
                <a:gd name="connsiteY1691" fmla="*/ 169259 h 342900"/>
                <a:gd name="connsiteX1692" fmla="*/ 117062 w 381000"/>
                <a:gd name="connsiteY1692" fmla="*/ 170021 h 342900"/>
                <a:gd name="connsiteX1693" fmla="*/ 114586 w 381000"/>
                <a:gd name="connsiteY1693" fmla="*/ 170974 h 342900"/>
                <a:gd name="connsiteX1694" fmla="*/ 112681 w 381000"/>
                <a:gd name="connsiteY1694" fmla="*/ 172403 h 342900"/>
                <a:gd name="connsiteX1695" fmla="*/ 111538 w 381000"/>
                <a:gd name="connsiteY1695" fmla="*/ 172974 h 342900"/>
                <a:gd name="connsiteX1696" fmla="*/ 110680 w 381000"/>
                <a:gd name="connsiteY1696" fmla="*/ 172688 h 342900"/>
                <a:gd name="connsiteX1697" fmla="*/ 109823 w 381000"/>
                <a:gd name="connsiteY1697" fmla="*/ 173165 h 342900"/>
                <a:gd name="connsiteX1698" fmla="*/ 107156 w 381000"/>
                <a:gd name="connsiteY1698" fmla="*/ 173355 h 342900"/>
                <a:gd name="connsiteX1699" fmla="*/ 104585 w 381000"/>
                <a:gd name="connsiteY1699" fmla="*/ 173641 h 342900"/>
                <a:gd name="connsiteX1700" fmla="*/ 99822 w 381000"/>
                <a:gd name="connsiteY1700" fmla="*/ 174117 h 342900"/>
                <a:gd name="connsiteX1701" fmla="*/ 100013 w 381000"/>
                <a:gd name="connsiteY1701" fmla="*/ 176117 h 342900"/>
                <a:gd name="connsiteX1702" fmla="*/ 102298 w 381000"/>
                <a:gd name="connsiteY1702" fmla="*/ 175736 h 342900"/>
                <a:gd name="connsiteX1703" fmla="*/ 103822 w 381000"/>
                <a:gd name="connsiteY1703" fmla="*/ 176308 h 342900"/>
                <a:gd name="connsiteX1704" fmla="*/ 104299 w 381000"/>
                <a:gd name="connsiteY1704" fmla="*/ 176689 h 342900"/>
                <a:gd name="connsiteX1705" fmla="*/ 104489 w 381000"/>
                <a:gd name="connsiteY1705" fmla="*/ 178213 h 342900"/>
                <a:gd name="connsiteX1706" fmla="*/ 104489 w 381000"/>
                <a:gd name="connsiteY1706" fmla="*/ 179356 h 342900"/>
                <a:gd name="connsiteX1707" fmla="*/ 106966 w 381000"/>
                <a:gd name="connsiteY1707" fmla="*/ 179546 h 342900"/>
                <a:gd name="connsiteX1708" fmla="*/ 109538 w 381000"/>
                <a:gd name="connsiteY1708" fmla="*/ 179737 h 342900"/>
                <a:gd name="connsiteX1709" fmla="*/ 110871 w 381000"/>
                <a:gd name="connsiteY1709" fmla="*/ 179642 h 342900"/>
                <a:gd name="connsiteX1710" fmla="*/ 114776 w 381000"/>
                <a:gd name="connsiteY1710" fmla="*/ 178118 h 342900"/>
                <a:gd name="connsiteX1711" fmla="*/ 114967 w 381000"/>
                <a:gd name="connsiteY1711" fmla="*/ 178022 h 342900"/>
                <a:gd name="connsiteX1712" fmla="*/ 115634 w 381000"/>
                <a:gd name="connsiteY1712" fmla="*/ 178213 h 342900"/>
                <a:gd name="connsiteX1713" fmla="*/ 116205 w 381000"/>
                <a:gd name="connsiteY1713" fmla="*/ 178689 h 342900"/>
                <a:gd name="connsiteX1714" fmla="*/ 116491 w 381000"/>
                <a:gd name="connsiteY1714" fmla="*/ 179165 h 342900"/>
                <a:gd name="connsiteX1715" fmla="*/ 116300 w 381000"/>
                <a:gd name="connsiteY1715" fmla="*/ 179356 h 342900"/>
                <a:gd name="connsiteX1716" fmla="*/ 115538 w 381000"/>
                <a:gd name="connsiteY1716" fmla="*/ 179451 h 342900"/>
                <a:gd name="connsiteX1717" fmla="*/ 115253 w 381000"/>
                <a:gd name="connsiteY1717" fmla="*/ 179737 h 342900"/>
                <a:gd name="connsiteX1718" fmla="*/ 115157 w 381000"/>
                <a:gd name="connsiteY1718" fmla="*/ 180213 h 342900"/>
                <a:gd name="connsiteX1719" fmla="*/ 114871 w 381000"/>
                <a:gd name="connsiteY1719" fmla="*/ 180785 h 342900"/>
                <a:gd name="connsiteX1720" fmla="*/ 114395 w 381000"/>
                <a:gd name="connsiteY1720" fmla="*/ 181070 h 342900"/>
                <a:gd name="connsiteX1721" fmla="*/ 113729 w 381000"/>
                <a:gd name="connsiteY1721" fmla="*/ 181166 h 342900"/>
                <a:gd name="connsiteX1722" fmla="*/ 110776 w 381000"/>
                <a:gd name="connsiteY1722" fmla="*/ 180975 h 342900"/>
                <a:gd name="connsiteX1723" fmla="*/ 110300 w 381000"/>
                <a:gd name="connsiteY1723" fmla="*/ 181070 h 342900"/>
                <a:gd name="connsiteX1724" fmla="*/ 109919 w 381000"/>
                <a:gd name="connsiteY1724" fmla="*/ 181451 h 342900"/>
                <a:gd name="connsiteX1725" fmla="*/ 109442 w 381000"/>
                <a:gd name="connsiteY1725" fmla="*/ 182023 h 342900"/>
                <a:gd name="connsiteX1726" fmla="*/ 109347 w 381000"/>
                <a:gd name="connsiteY1726" fmla="*/ 182594 h 342900"/>
                <a:gd name="connsiteX1727" fmla="*/ 109823 w 381000"/>
                <a:gd name="connsiteY1727" fmla="*/ 182880 h 342900"/>
                <a:gd name="connsiteX1728" fmla="*/ 110776 w 381000"/>
                <a:gd name="connsiteY1728" fmla="*/ 183547 h 342900"/>
                <a:gd name="connsiteX1729" fmla="*/ 111919 w 381000"/>
                <a:gd name="connsiteY1729" fmla="*/ 184309 h 342900"/>
                <a:gd name="connsiteX1730" fmla="*/ 112967 w 381000"/>
                <a:gd name="connsiteY1730" fmla="*/ 184785 h 342900"/>
                <a:gd name="connsiteX1731" fmla="*/ 113443 w 381000"/>
                <a:gd name="connsiteY1731" fmla="*/ 185166 h 342900"/>
                <a:gd name="connsiteX1732" fmla="*/ 114110 w 381000"/>
                <a:gd name="connsiteY1732" fmla="*/ 185738 h 342900"/>
                <a:gd name="connsiteX1733" fmla="*/ 114014 w 381000"/>
                <a:gd name="connsiteY1733" fmla="*/ 186500 h 342900"/>
                <a:gd name="connsiteX1734" fmla="*/ 113824 w 381000"/>
                <a:gd name="connsiteY1734" fmla="*/ 187262 h 342900"/>
                <a:gd name="connsiteX1735" fmla="*/ 113633 w 381000"/>
                <a:gd name="connsiteY1735" fmla="*/ 187833 h 342900"/>
                <a:gd name="connsiteX1736" fmla="*/ 113062 w 381000"/>
                <a:gd name="connsiteY1736" fmla="*/ 186881 h 342900"/>
                <a:gd name="connsiteX1737" fmla="*/ 112204 w 381000"/>
                <a:gd name="connsiteY1737" fmla="*/ 186690 h 342900"/>
                <a:gd name="connsiteX1738" fmla="*/ 111062 w 381000"/>
                <a:gd name="connsiteY1738" fmla="*/ 185833 h 342900"/>
                <a:gd name="connsiteX1739" fmla="*/ 109252 w 381000"/>
                <a:gd name="connsiteY1739" fmla="*/ 185642 h 342900"/>
                <a:gd name="connsiteX1740" fmla="*/ 107347 w 381000"/>
                <a:gd name="connsiteY1740" fmla="*/ 185833 h 342900"/>
                <a:gd name="connsiteX1741" fmla="*/ 107061 w 381000"/>
                <a:gd name="connsiteY1741" fmla="*/ 186119 h 342900"/>
                <a:gd name="connsiteX1742" fmla="*/ 106489 w 381000"/>
                <a:gd name="connsiteY1742" fmla="*/ 186500 h 342900"/>
                <a:gd name="connsiteX1743" fmla="*/ 105728 w 381000"/>
                <a:gd name="connsiteY1743" fmla="*/ 186976 h 342900"/>
                <a:gd name="connsiteX1744" fmla="*/ 105537 w 381000"/>
                <a:gd name="connsiteY1744" fmla="*/ 188881 h 342900"/>
                <a:gd name="connsiteX1745" fmla="*/ 104108 w 381000"/>
                <a:gd name="connsiteY1745" fmla="*/ 190976 h 342900"/>
                <a:gd name="connsiteX1746" fmla="*/ 102203 w 381000"/>
                <a:gd name="connsiteY1746" fmla="*/ 192024 h 342900"/>
                <a:gd name="connsiteX1747" fmla="*/ 100584 w 381000"/>
                <a:gd name="connsiteY1747" fmla="*/ 192977 h 342900"/>
                <a:gd name="connsiteX1748" fmla="*/ 99631 w 381000"/>
                <a:gd name="connsiteY1748" fmla="*/ 194120 h 342900"/>
                <a:gd name="connsiteX1749" fmla="*/ 98584 w 381000"/>
                <a:gd name="connsiteY1749" fmla="*/ 195167 h 342900"/>
                <a:gd name="connsiteX1750" fmla="*/ 97346 w 381000"/>
                <a:gd name="connsiteY1750" fmla="*/ 195739 h 342900"/>
                <a:gd name="connsiteX1751" fmla="*/ 97346 w 381000"/>
                <a:gd name="connsiteY1751" fmla="*/ 196406 h 342900"/>
                <a:gd name="connsiteX1752" fmla="*/ 97155 w 381000"/>
                <a:gd name="connsiteY1752" fmla="*/ 198120 h 342900"/>
                <a:gd name="connsiteX1753" fmla="*/ 99727 w 381000"/>
                <a:gd name="connsiteY1753" fmla="*/ 199739 h 342900"/>
                <a:gd name="connsiteX1754" fmla="*/ 107252 w 381000"/>
                <a:gd name="connsiteY1754" fmla="*/ 198501 h 342900"/>
                <a:gd name="connsiteX1755" fmla="*/ 108013 w 381000"/>
                <a:gd name="connsiteY1755" fmla="*/ 198977 h 342900"/>
                <a:gd name="connsiteX1756" fmla="*/ 108490 w 381000"/>
                <a:gd name="connsiteY1756" fmla="*/ 200120 h 342900"/>
                <a:gd name="connsiteX1757" fmla="*/ 109156 w 381000"/>
                <a:gd name="connsiteY1757" fmla="*/ 202502 h 342900"/>
                <a:gd name="connsiteX1758" fmla="*/ 108490 w 381000"/>
                <a:gd name="connsiteY1758" fmla="*/ 202311 h 342900"/>
                <a:gd name="connsiteX1759" fmla="*/ 107537 w 381000"/>
                <a:gd name="connsiteY1759" fmla="*/ 201073 h 342900"/>
                <a:gd name="connsiteX1760" fmla="*/ 106585 w 381000"/>
                <a:gd name="connsiteY1760" fmla="*/ 200025 h 342900"/>
                <a:gd name="connsiteX1761" fmla="*/ 105537 w 381000"/>
                <a:gd name="connsiteY1761" fmla="*/ 200311 h 342900"/>
                <a:gd name="connsiteX1762" fmla="*/ 104775 w 381000"/>
                <a:gd name="connsiteY1762" fmla="*/ 201359 h 342900"/>
                <a:gd name="connsiteX1763" fmla="*/ 104013 w 381000"/>
                <a:gd name="connsiteY1763" fmla="*/ 201930 h 342900"/>
                <a:gd name="connsiteX1764" fmla="*/ 102298 w 381000"/>
                <a:gd name="connsiteY1764" fmla="*/ 202025 h 342900"/>
                <a:gd name="connsiteX1765" fmla="*/ 100298 w 381000"/>
                <a:gd name="connsiteY1765" fmla="*/ 202406 h 342900"/>
                <a:gd name="connsiteX1766" fmla="*/ 98584 w 381000"/>
                <a:gd name="connsiteY1766" fmla="*/ 202978 h 342900"/>
                <a:gd name="connsiteX1767" fmla="*/ 97346 w 381000"/>
                <a:gd name="connsiteY1767" fmla="*/ 204692 h 342900"/>
                <a:gd name="connsiteX1768" fmla="*/ 95917 w 381000"/>
                <a:gd name="connsiteY1768" fmla="*/ 208026 h 342900"/>
                <a:gd name="connsiteX1769" fmla="*/ 95060 w 381000"/>
                <a:gd name="connsiteY1769" fmla="*/ 209931 h 342900"/>
                <a:gd name="connsiteX1770" fmla="*/ 94679 w 381000"/>
                <a:gd name="connsiteY1770" fmla="*/ 211455 h 342900"/>
                <a:gd name="connsiteX1771" fmla="*/ 94964 w 381000"/>
                <a:gd name="connsiteY1771" fmla="*/ 212122 h 342900"/>
                <a:gd name="connsiteX1772" fmla="*/ 96679 w 381000"/>
                <a:gd name="connsiteY1772" fmla="*/ 214122 h 342900"/>
                <a:gd name="connsiteX1773" fmla="*/ 96774 w 381000"/>
                <a:gd name="connsiteY1773" fmla="*/ 214598 h 342900"/>
                <a:gd name="connsiteX1774" fmla="*/ 96298 w 381000"/>
                <a:gd name="connsiteY1774" fmla="*/ 214598 h 342900"/>
                <a:gd name="connsiteX1775" fmla="*/ 95345 w 381000"/>
                <a:gd name="connsiteY1775" fmla="*/ 214313 h 342900"/>
                <a:gd name="connsiteX1776" fmla="*/ 94583 w 381000"/>
                <a:gd name="connsiteY1776" fmla="*/ 213360 h 342900"/>
                <a:gd name="connsiteX1777" fmla="*/ 94297 w 381000"/>
                <a:gd name="connsiteY1777" fmla="*/ 213074 h 342900"/>
                <a:gd name="connsiteX1778" fmla="*/ 93154 w 381000"/>
                <a:gd name="connsiteY1778" fmla="*/ 214789 h 342900"/>
                <a:gd name="connsiteX1779" fmla="*/ 92678 w 381000"/>
                <a:gd name="connsiteY1779" fmla="*/ 215741 h 342900"/>
                <a:gd name="connsiteX1780" fmla="*/ 92488 w 381000"/>
                <a:gd name="connsiteY1780" fmla="*/ 216789 h 342900"/>
                <a:gd name="connsiteX1781" fmla="*/ 92583 w 381000"/>
                <a:gd name="connsiteY1781" fmla="*/ 217265 h 342900"/>
                <a:gd name="connsiteX1782" fmla="*/ 92773 w 381000"/>
                <a:gd name="connsiteY1782" fmla="*/ 217646 h 342900"/>
                <a:gd name="connsiteX1783" fmla="*/ 92869 w 381000"/>
                <a:gd name="connsiteY1783" fmla="*/ 218027 h 342900"/>
                <a:gd name="connsiteX1784" fmla="*/ 92678 w 381000"/>
                <a:gd name="connsiteY1784" fmla="*/ 218504 h 342900"/>
                <a:gd name="connsiteX1785" fmla="*/ 92297 w 381000"/>
                <a:gd name="connsiteY1785" fmla="*/ 218885 h 342900"/>
                <a:gd name="connsiteX1786" fmla="*/ 91916 w 381000"/>
                <a:gd name="connsiteY1786" fmla="*/ 219170 h 342900"/>
                <a:gd name="connsiteX1787" fmla="*/ 91630 w 381000"/>
                <a:gd name="connsiteY1787" fmla="*/ 219551 h 342900"/>
                <a:gd name="connsiteX1788" fmla="*/ 91345 w 381000"/>
                <a:gd name="connsiteY1788" fmla="*/ 220123 h 342900"/>
                <a:gd name="connsiteX1789" fmla="*/ 91726 w 381000"/>
                <a:gd name="connsiteY1789" fmla="*/ 220218 h 342900"/>
                <a:gd name="connsiteX1790" fmla="*/ 91916 w 381000"/>
                <a:gd name="connsiteY1790" fmla="*/ 220313 h 342900"/>
                <a:gd name="connsiteX1791" fmla="*/ 92107 w 381000"/>
                <a:gd name="connsiteY1791" fmla="*/ 220504 h 342900"/>
                <a:gd name="connsiteX1792" fmla="*/ 92393 w 381000"/>
                <a:gd name="connsiteY1792" fmla="*/ 220599 h 342900"/>
                <a:gd name="connsiteX1793" fmla="*/ 91440 w 381000"/>
                <a:gd name="connsiteY1793" fmla="*/ 220790 h 342900"/>
                <a:gd name="connsiteX1794" fmla="*/ 90297 w 381000"/>
                <a:gd name="connsiteY1794" fmla="*/ 220885 h 342900"/>
                <a:gd name="connsiteX1795" fmla="*/ 89345 w 381000"/>
                <a:gd name="connsiteY1795" fmla="*/ 221075 h 342900"/>
                <a:gd name="connsiteX1796" fmla="*/ 88773 w 381000"/>
                <a:gd name="connsiteY1796" fmla="*/ 221837 h 342900"/>
                <a:gd name="connsiteX1797" fmla="*/ 90297 w 381000"/>
                <a:gd name="connsiteY1797" fmla="*/ 221837 h 342900"/>
                <a:gd name="connsiteX1798" fmla="*/ 90964 w 381000"/>
                <a:gd name="connsiteY1798" fmla="*/ 221742 h 342900"/>
                <a:gd name="connsiteX1799" fmla="*/ 91630 w 381000"/>
                <a:gd name="connsiteY1799" fmla="*/ 221456 h 342900"/>
                <a:gd name="connsiteX1800" fmla="*/ 91535 w 381000"/>
                <a:gd name="connsiteY1800" fmla="*/ 222314 h 342900"/>
                <a:gd name="connsiteX1801" fmla="*/ 91821 w 381000"/>
                <a:gd name="connsiteY1801" fmla="*/ 222790 h 342900"/>
                <a:gd name="connsiteX1802" fmla="*/ 92393 w 381000"/>
                <a:gd name="connsiteY1802" fmla="*/ 223171 h 342900"/>
                <a:gd name="connsiteX1803" fmla="*/ 92297 w 381000"/>
                <a:gd name="connsiteY1803" fmla="*/ 223742 h 342900"/>
                <a:gd name="connsiteX1804" fmla="*/ 92012 w 381000"/>
                <a:gd name="connsiteY1804" fmla="*/ 224123 h 342900"/>
                <a:gd name="connsiteX1805" fmla="*/ 91726 w 381000"/>
                <a:gd name="connsiteY1805" fmla="*/ 224409 h 342900"/>
                <a:gd name="connsiteX1806" fmla="*/ 91630 w 381000"/>
                <a:gd name="connsiteY1806" fmla="*/ 224695 h 342900"/>
                <a:gd name="connsiteX1807" fmla="*/ 92012 w 381000"/>
                <a:gd name="connsiteY1807" fmla="*/ 225647 h 342900"/>
                <a:gd name="connsiteX1808" fmla="*/ 93726 w 381000"/>
                <a:gd name="connsiteY1808" fmla="*/ 227648 h 342900"/>
                <a:gd name="connsiteX1809" fmla="*/ 94297 w 381000"/>
                <a:gd name="connsiteY1809" fmla="*/ 229076 h 342900"/>
                <a:gd name="connsiteX1810" fmla="*/ 94679 w 381000"/>
                <a:gd name="connsiteY1810" fmla="*/ 229457 h 342900"/>
                <a:gd name="connsiteX1811" fmla="*/ 95060 w 381000"/>
                <a:gd name="connsiteY1811" fmla="*/ 229648 h 342900"/>
                <a:gd name="connsiteX1812" fmla="*/ 96012 w 381000"/>
                <a:gd name="connsiteY1812" fmla="*/ 229934 h 342900"/>
                <a:gd name="connsiteX1813" fmla="*/ 96298 w 381000"/>
                <a:gd name="connsiteY1813" fmla="*/ 230315 h 342900"/>
                <a:gd name="connsiteX1814" fmla="*/ 96298 w 381000"/>
                <a:gd name="connsiteY1814" fmla="*/ 231458 h 342900"/>
                <a:gd name="connsiteX1815" fmla="*/ 96203 w 381000"/>
                <a:gd name="connsiteY1815" fmla="*/ 232505 h 342900"/>
                <a:gd name="connsiteX1816" fmla="*/ 94869 w 381000"/>
                <a:gd name="connsiteY1816" fmla="*/ 235553 h 342900"/>
                <a:gd name="connsiteX1817" fmla="*/ 94297 w 381000"/>
                <a:gd name="connsiteY1817" fmla="*/ 234982 h 342900"/>
                <a:gd name="connsiteX1818" fmla="*/ 93917 w 381000"/>
                <a:gd name="connsiteY1818" fmla="*/ 234315 h 342900"/>
                <a:gd name="connsiteX1819" fmla="*/ 93821 w 381000"/>
                <a:gd name="connsiteY1819" fmla="*/ 233648 h 342900"/>
                <a:gd name="connsiteX1820" fmla="*/ 94107 w 381000"/>
                <a:gd name="connsiteY1820" fmla="*/ 232886 h 342900"/>
                <a:gd name="connsiteX1821" fmla="*/ 93726 w 381000"/>
                <a:gd name="connsiteY1821" fmla="*/ 232696 h 342900"/>
                <a:gd name="connsiteX1822" fmla="*/ 92869 w 381000"/>
                <a:gd name="connsiteY1822" fmla="*/ 232696 h 342900"/>
                <a:gd name="connsiteX1823" fmla="*/ 92393 w 381000"/>
                <a:gd name="connsiteY1823" fmla="*/ 232505 h 342900"/>
                <a:gd name="connsiteX1824" fmla="*/ 91726 w 381000"/>
                <a:gd name="connsiteY1824" fmla="*/ 232124 h 342900"/>
                <a:gd name="connsiteX1825" fmla="*/ 91535 w 381000"/>
                <a:gd name="connsiteY1825" fmla="*/ 231934 h 342900"/>
                <a:gd name="connsiteX1826" fmla="*/ 91440 w 381000"/>
                <a:gd name="connsiteY1826" fmla="*/ 231553 h 342900"/>
                <a:gd name="connsiteX1827" fmla="*/ 91250 w 381000"/>
                <a:gd name="connsiteY1827" fmla="*/ 230696 h 342900"/>
                <a:gd name="connsiteX1828" fmla="*/ 91059 w 381000"/>
                <a:gd name="connsiteY1828" fmla="*/ 230600 h 342900"/>
                <a:gd name="connsiteX1829" fmla="*/ 90773 w 381000"/>
                <a:gd name="connsiteY1829" fmla="*/ 230696 h 342900"/>
                <a:gd name="connsiteX1830" fmla="*/ 90583 w 381000"/>
                <a:gd name="connsiteY1830" fmla="*/ 230696 h 342900"/>
                <a:gd name="connsiteX1831" fmla="*/ 90488 w 381000"/>
                <a:gd name="connsiteY1831" fmla="*/ 230315 h 342900"/>
                <a:gd name="connsiteX1832" fmla="*/ 90583 w 381000"/>
                <a:gd name="connsiteY1832" fmla="*/ 229934 h 342900"/>
                <a:gd name="connsiteX1833" fmla="*/ 90869 w 381000"/>
                <a:gd name="connsiteY1833" fmla="*/ 229362 h 342900"/>
                <a:gd name="connsiteX1834" fmla="*/ 90964 w 381000"/>
                <a:gd name="connsiteY1834" fmla="*/ 228219 h 342900"/>
                <a:gd name="connsiteX1835" fmla="*/ 90869 w 381000"/>
                <a:gd name="connsiteY1835" fmla="*/ 227648 h 342900"/>
                <a:gd name="connsiteX1836" fmla="*/ 90488 w 381000"/>
                <a:gd name="connsiteY1836" fmla="*/ 226886 h 342900"/>
                <a:gd name="connsiteX1837" fmla="*/ 90106 w 381000"/>
                <a:gd name="connsiteY1837" fmla="*/ 228314 h 342900"/>
                <a:gd name="connsiteX1838" fmla="*/ 89726 w 381000"/>
                <a:gd name="connsiteY1838" fmla="*/ 229076 h 342900"/>
                <a:gd name="connsiteX1839" fmla="*/ 89059 w 381000"/>
                <a:gd name="connsiteY1839" fmla="*/ 229457 h 342900"/>
                <a:gd name="connsiteX1840" fmla="*/ 88678 w 381000"/>
                <a:gd name="connsiteY1840" fmla="*/ 228410 h 342900"/>
                <a:gd name="connsiteX1841" fmla="*/ 87725 w 381000"/>
                <a:gd name="connsiteY1841" fmla="*/ 227933 h 342900"/>
                <a:gd name="connsiteX1842" fmla="*/ 86678 w 381000"/>
                <a:gd name="connsiteY1842" fmla="*/ 228124 h 342900"/>
                <a:gd name="connsiteX1843" fmla="*/ 85915 w 381000"/>
                <a:gd name="connsiteY1843" fmla="*/ 228981 h 342900"/>
                <a:gd name="connsiteX1844" fmla="*/ 86106 w 381000"/>
                <a:gd name="connsiteY1844" fmla="*/ 230029 h 342900"/>
                <a:gd name="connsiteX1845" fmla="*/ 87439 w 381000"/>
                <a:gd name="connsiteY1845" fmla="*/ 231839 h 342900"/>
                <a:gd name="connsiteX1846" fmla="*/ 86963 w 381000"/>
                <a:gd name="connsiteY1846" fmla="*/ 232505 h 342900"/>
                <a:gd name="connsiteX1847" fmla="*/ 87725 w 381000"/>
                <a:gd name="connsiteY1847" fmla="*/ 233458 h 342900"/>
                <a:gd name="connsiteX1848" fmla="*/ 88487 w 381000"/>
                <a:gd name="connsiteY1848" fmla="*/ 233458 h 342900"/>
                <a:gd name="connsiteX1849" fmla="*/ 88868 w 381000"/>
                <a:gd name="connsiteY1849" fmla="*/ 232600 h 342900"/>
                <a:gd name="connsiteX1850" fmla="*/ 88487 w 381000"/>
                <a:gd name="connsiteY1850" fmla="*/ 231172 h 342900"/>
                <a:gd name="connsiteX1851" fmla="*/ 89535 w 381000"/>
                <a:gd name="connsiteY1851" fmla="*/ 231553 h 342900"/>
                <a:gd name="connsiteX1852" fmla="*/ 90488 w 381000"/>
                <a:gd name="connsiteY1852" fmla="*/ 232410 h 342900"/>
                <a:gd name="connsiteX1853" fmla="*/ 92012 w 381000"/>
                <a:gd name="connsiteY1853" fmla="*/ 234506 h 342900"/>
                <a:gd name="connsiteX1854" fmla="*/ 92393 w 381000"/>
                <a:gd name="connsiteY1854" fmla="*/ 235839 h 342900"/>
                <a:gd name="connsiteX1855" fmla="*/ 90964 w 381000"/>
                <a:gd name="connsiteY1855" fmla="*/ 237268 h 342900"/>
                <a:gd name="connsiteX1856" fmla="*/ 91154 w 381000"/>
                <a:gd name="connsiteY1856" fmla="*/ 238601 h 342900"/>
                <a:gd name="connsiteX1857" fmla="*/ 89821 w 381000"/>
                <a:gd name="connsiteY1857" fmla="*/ 238316 h 342900"/>
                <a:gd name="connsiteX1858" fmla="*/ 89249 w 381000"/>
                <a:gd name="connsiteY1858" fmla="*/ 238316 h 342900"/>
                <a:gd name="connsiteX1859" fmla="*/ 88678 w 381000"/>
                <a:gd name="connsiteY1859" fmla="*/ 238601 h 342900"/>
                <a:gd name="connsiteX1860" fmla="*/ 88963 w 381000"/>
                <a:gd name="connsiteY1860" fmla="*/ 239173 h 342900"/>
                <a:gd name="connsiteX1861" fmla="*/ 89249 w 381000"/>
                <a:gd name="connsiteY1861" fmla="*/ 239649 h 342900"/>
                <a:gd name="connsiteX1862" fmla="*/ 89630 w 381000"/>
                <a:gd name="connsiteY1862" fmla="*/ 240030 h 342900"/>
                <a:gd name="connsiteX1863" fmla="*/ 90106 w 381000"/>
                <a:gd name="connsiteY1863" fmla="*/ 240316 h 342900"/>
                <a:gd name="connsiteX1864" fmla="*/ 89916 w 381000"/>
                <a:gd name="connsiteY1864" fmla="*/ 240411 h 342900"/>
                <a:gd name="connsiteX1865" fmla="*/ 89440 w 381000"/>
                <a:gd name="connsiteY1865" fmla="*/ 240792 h 342900"/>
                <a:gd name="connsiteX1866" fmla="*/ 90106 w 381000"/>
                <a:gd name="connsiteY1866" fmla="*/ 241268 h 342900"/>
                <a:gd name="connsiteX1867" fmla="*/ 91059 w 381000"/>
                <a:gd name="connsiteY1867" fmla="*/ 241554 h 342900"/>
                <a:gd name="connsiteX1868" fmla="*/ 92012 w 381000"/>
                <a:gd name="connsiteY1868" fmla="*/ 241459 h 342900"/>
                <a:gd name="connsiteX1869" fmla="*/ 92773 w 381000"/>
                <a:gd name="connsiteY1869" fmla="*/ 240792 h 342900"/>
                <a:gd name="connsiteX1870" fmla="*/ 92773 w 381000"/>
                <a:gd name="connsiteY1870" fmla="*/ 240221 h 342900"/>
                <a:gd name="connsiteX1871" fmla="*/ 92488 w 381000"/>
                <a:gd name="connsiteY1871" fmla="*/ 239459 h 342900"/>
                <a:gd name="connsiteX1872" fmla="*/ 92393 w 381000"/>
                <a:gd name="connsiteY1872" fmla="*/ 238792 h 342900"/>
                <a:gd name="connsiteX1873" fmla="*/ 92869 w 381000"/>
                <a:gd name="connsiteY1873" fmla="*/ 238506 h 342900"/>
                <a:gd name="connsiteX1874" fmla="*/ 93250 w 381000"/>
                <a:gd name="connsiteY1874" fmla="*/ 238316 h 342900"/>
                <a:gd name="connsiteX1875" fmla="*/ 93536 w 381000"/>
                <a:gd name="connsiteY1875" fmla="*/ 238030 h 342900"/>
                <a:gd name="connsiteX1876" fmla="*/ 93917 w 381000"/>
                <a:gd name="connsiteY1876" fmla="*/ 237744 h 342900"/>
                <a:gd name="connsiteX1877" fmla="*/ 94488 w 381000"/>
                <a:gd name="connsiteY1877" fmla="*/ 237649 h 342900"/>
                <a:gd name="connsiteX1878" fmla="*/ 95821 w 381000"/>
                <a:gd name="connsiteY1878" fmla="*/ 237935 h 342900"/>
                <a:gd name="connsiteX1879" fmla="*/ 95536 w 381000"/>
                <a:gd name="connsiteY1879" fmla="*/ 238506 h 342900"/>
                <a:gd name="connsiteX1880" fmla="*/ 94583 w 381000"/>
                <a:gd name="connsiteY1880" fmla="*/ 239173 h 342900"/>
                <a:gd name="connsiteX1881" fmla="*/ 93821 w 381000"/>
                <a:gd name="connsiteY1881" fmla="*/ 239840 h 342900"/>
                <a:gd name="connsiteX1882" fmla="*/ 93726 w 381000"/>
                <a:gd name="connsiteY1882" fmla="*/ 240887 h 342900"/>
                <a:gd name="connsiteX1883" fmla="*/ 94012 w 381000"/>
                <a:gd name="connsiteY1883" fmla="*/ 242125 h 342900"/>
                <a:gd name="connsiteX1884" fmla="*/ 94583 w 381000"/>
                <a:gd name="connsiteY1884" fmla="*/ 243173 h 342900"/>
                <a:gd name="connsiteX1885" fmla="*/ 95250 w 381000"/>
                <a:gd name="connsiteY1885" fmla="*/ 243650 h 342900"/>
                <a:gd name="connsiteX1886" fmla="*/ 94583 w 381000"/>
                <a:gd name="connsiteY1886" fmla="*/ 244221 h 342900"/>
                <a:gd name="connsiteX1887" fmla="*/ 94393 w 381000"/>
                <a:gd name="connsiteY1887" fmla="*/ 244697 h 342900"/>
                <a:gd name="connsiteX1888" fmla="*/ 94488 w 381000"/>
                <a:gd name="connsiteY1888" fmla="*/ 245650 h 342900"/>
                <a:gd name="connsiteX1889" fmla="*/ 94488 w 381000"/>
                <a:gd name="connsiteY1889" fmla="*/ 246126 h 342900"/>
                <a:gd name="connsiteX1890" fmla="*/ 94393 w 381000"/>
                <a:gd name="connsiteY1890" fmla="*/ 246602 h 342900"/>
                <a:gd name="connsiteX1891" fmla="*/ 94202 w 381000"/>
                <a:gd name="connsiteY1891" fmla="*/ 247079 h 342900"/>
                <a:gd name="connsiteX1892" fmla="*/ 93821 w 381000"/>
                <a:gd name="connsiteY1892" fmla="*/ 247650 h 342900"/>
                <a:gd name="connsiteX1893" fmla="*/ 92773 w 381000"/>
                <a:gd name="connsiteY1893" fmla="*/ 248698 h 342900"/>
                <a:gd name="connsiteX1894" fmla="*/ 92393 w 381000"/>
                <a:gd name="connsiteY1894" fmla="*/ 249365 h 342900"/>
                <a:gd name="connsiteX1895" fmla="*/ 92583 w 381000"/>
                <a:gd name="connsiteY1895" fmla="*/ 250031 h 342900"/>
                <a:gd name="connsiteX1896" fmla="*/ 93154 w 381000"/>
                <a:gd name="connsiteY1896" fmla="*/ 250317 h 342900"/>
                <a:gd name="connsiteX1897" fmla="*/ 94297 w 381000"/>
                <a:gd name="connsiteY1897" fmla="*/ 249936 h 342900"/>
                <a:gd name="connsiteX1898" fmla="*/ 95060 w 381000"/>
                <a:gd name="connsiteY1898" fmla="*/ 249936 h 342900"/>
                <a:gd name="connsiteX1899" fmla="*/ 95155 w 381000"/>
                <a:gd name="connsiteY1899" fmla="*/ 249269 h 342900"/>
                <a:gd name="connsiteX1900" fmla="*/ 95631 w 381000"/>
                <a:gd name="connsiteY1900" fmla="*/ 249079 h 342900"/>
                <a:gd name="connsiteX1901" fmla="*/ 97060 w 381000"/>
                <a:gd name="connsiteY1901" fmla="*/ 249365 h 342900"/>
                <a:gd name="connsiteX1902" fmla="*/ 97727 w 381000"/>
                <a:gd name="connsiteY1902" fmla="*/ 249174 h 342900"/>
                <a:gd name="connsiteX1903" fmla="*/ 98203 w 381000"/>
                <a:gd name="connsiteY1903" fmla="*/ 248793 h 342900"/>
                <a:gd name="connsiteX1904" fmla="*/ 98679 w 381000"/>
                <a:gd name="connsiteY1904" fmla="*/ 248603 h 342900"/>
                <a:gd name="connsiteX1905" fmla="*/ 99441 w 381000"/>
                <a:gd name="connsiteY1905" fmla="*/ 248984 h 342900"/>
                <a:gd name="connsiteX1906" fmla="*/ 99251 w 381000"/>
                <a:gd name="connsiteY1906" fmla="*/ 249365 h 342900"/>
                <a:gd name="connsiteX1907" fmla="*/ 98965 w 381000"/>
                <a:gd name="connsiteY1907" fmla="*/ 250031 h 342900"/>
                <a:gd name="connsiteX1908" fmla="*/ 98774 w 381000"/>
                <a:gd name="connsiteY1908" fmla="*/ 250412 h 342900"/>
                <a:gd name="connsiteX1909" fmla="*/ 99060 w 381000"/>
                <a:gd name="connsiteY1909" fmla="*/ 250698 h 342900"/>
                <a:gd name="connsiteX1910" fmla="*/ 99060 w 381000"/>
                <a:gd name="connsiteY1910" fmla="*/ 250889 h 342900"/>
                <a:gd name="connsiteX1911" fmla="*/ 100108 w 381000"/>
                <a:gd name="connsiteY1911" fmla="*/ 250793 h 342900"/>
                <a:gd name="connsiteX1912" fmla="*/ 100679 w 381000"/>
                <a:gd name="connsiteY1912" fmla="*/ 250031 h 342900"/>
                <a:gd name="connsiteX1913" fmla="*/ 101251 w 381000"/>
                <a:gd name="connsiteY1913" fmla="*/ 247841 h 342900"/>
                <a:gd name="connsiteX1914" fmla="*/ 101918 w 381000"/>
                <a:gd name="connsiteY1914" fmla="*/ 246602 h 342900"/>
                <a:gd name="connsiteX1915" fmla="*/ 102013 w 381000"/>
                <a:gd name="connsiteY1915" fmla="*/ 246507 h 342900"/>
                <a:gd name="connsiteX1916" fmla="*/ 101918 w 381000"/>
                <a:gd name="connsiteY1916" fmla="*/ 245936 h 342900"/>
                <a:gd name="connsiteX1917" fmla="*/ 101537 w 381000"/>
                <a:gd name="connsiteY1917" fmla="*/ 244888 h 342900"/>
                <a:gd name="connsiteX1918" fmla="*/ 101632 w 381000"/>
                <a:gd name="connsiteY1918" fmla="*/ 244316 h 342900"/>
                <a:gd name="connsiteX1919" fmla="*/ 102203 w 381000"/>
                <a:gd name="connsiteY1919" fmla="*/ 243554 h 342900"/>
                <a:gd name="connsiteX1920" fmla="*/ 102965 w 381000"/>
                <a:gd name="connsiteY1920" fmla="*/ 243173 h 342900"/>
                <a:gd name="connsiteX1921" fmla="*/ 103727 w 381000"/>
                <a:gd name="connsiteY1921" fmla="*/ 243364 h 342900"/>
                <a:gd name="connsiteX1922" fmla="*/ 104108 w 381000"/>
                <a:gd name="connsiteY1922" fmla="*/ 244316 h 342900"/>
                <a:gd name="connsiteX1923" fmla="*/ 104108 w 381000"/>
                <a:gd name="connsiteY1923" fmla="*/ 244983 h 342900"/>
                <a:gd name="connsiteX1924" fmla="*/ 103918 w 381000"/>
                <a:gd name="connsiteY1924" fmla="*/ 245364 h 342900"/>
                <a:gd name="connsiteX1925" fmla="*/ 103632 w 381000"/>
                <a:gd name="connsiteY1925" fmla="*/ 245650 h 342900"/>
                <a:gd name="connsiteX1926" fmla="*/ 103442 w 381000"/>
                <a:gd name="connsiteY1926" fmla="*/ 246031 h 342900"/>
                <a:gd name="connsiteX1927" fmla="*/ 103442 w 381000"/>
                <a:gd name="connsiteY1927" fmla="*/ 246698 h 342900"/>
                <a:gd name="connsiteX1928" fmla="*/ 103537 w 381000"/>
                <a:gd name="connsiteY1928" fmla="*/ 247174 h 342900"/>
                <a:gd name="connsiteX1929" fmla="*/ 103632 w 381000"/>
                <a:gd name="connsiteY1929" fmla="*/ 247555 h 342900"/>
                <a:gd name="connsiteX1930" fmla="*/ 103442 w 381000"/>
                <a:gd name="connsiteY1930" fmla="*/ 248126 h 342900"/>
                <a:gd name="connsiteX1931" fmla="*/ 106204 w 381000"/>
                <a:gd name="connsiteY1931" fmla="*/ 247841 h 342900"/>
                <a:gd name="connsiteX1932" fmla="*/ 107442 w 381000"/>
                <a:gd name="connsiteY1932" fmla="*/ 248031 h 342900"/>
                <a:gd name="connsiteX1933" fmla="*/ 108204 w 381000"/>
                <a:gd name="connsiteY1933" fmla="*/ 248888 h 342900"/>
                <a:gd name="connsiteX1934" fmla="*/ 107632 w 381000"/>
                <a:gd name="connsiteY1934" fmla="*/ 248888 h 342900"/>
                <a:gd name="connsiteX1935" fmla="*/ 107156 w 381000"/>
                <a:gd name="connsiteY1935" fmla="*/ 248984 h 342900"/>
                <a:gd name="connsiteX1936" fmla="*/ 106299 w 381000"/>
                <a:gd name="connsiteY1936" fmla="*/ 249365 h 342900"/>
                <a:gd name="connsiteX1937" fmla="*/ 106680 w 381000"/>
                <a:gd name="connsiteY1937" fmla="*/ 250222 h 342900"/>
                <a:gd name="connsiteX1938" fmla="*/ 105442 w 381000"/>
                <a:gd name="connsiteY1938" fmla="*/ 250127 h 342900"/>
                <a:gd name="connsiteX1939" fmla="*/ 103061 w 381000"/>
                <a:gd name="connsiteY1939" fmla="*/ 249365 h 342900"/>
                <a:gd name="connsiteX1940" fmla="*/ 101727 w 381000"/>
                <a:gd name="connsiteY1940" fmla="*/ 249650 h 342900"/>
                <a:gd name="connsiteX1941" fmla="*/ 101060 w 381000"/>
                <a:gd name="connsiteY1941" fmla="*/ 250508 h 342900"/>
                <a:gd name="connsiteX1942" fmla="*/ 100965 w 381000"/>
                <a:gd name="connsiteY1942" fmla="*/ 251650 h 342900"/>
                <a:gd name="connsiteX1943" fmla="*/ 101155 w 381000"/>
                <a:gd name="connsiteY1943" fmla="*/ 252889 h 342900"/>
                <a:gd name="connsiteX1944" fmla="*/ 100870 w 381000"/>
                <a:gd name="connsiteY1944" fmla="*/ 252794 h 342900"/>
                <a:gd name="connsiteX1945" fmla="*/ 100775 w 381000"/>
                <a:gd name="connsiteY1945" fmla="*/ 252698 h 342900"/>
                <a:gd name="connsiteX1946" fmla="*/ 100679 w 381000"/>
                <a:gd name="connsiteY1946" fmla="*/ 252603 h 342900"/>
                <a:gd name="connsiteX1947" fmla="*/ 100489 w 381000"/>
                <a:gd name="connsiteY1947" fmla="*/ 252508 h 342900"/>
                <a:gd name="connsiteX1948" fmla="*/ 99727 w 381000"/>
                <a:gd name="connsiteY1948" fmla="*/ 252698 h 342900"/>
                <a:gd name="connsiteX1949" fmla="*/ 97346 w 381000"/>
                <a:gd name="connsiteY1949" fmla="*/ 250889 h 342900"/>
                <a:gd name="connsiteX1950" fmla="*/ 95345 w 381000"/>
                <a:gd name="connsiteY1950" fmla="*/ 251746 h 342900"/>
                <a:gd name="connsiteX1951" fmla="*/ 93821 w 381000"/>
                <a:gd name="connsiteY1951" fmla="*/ 251460 h 342900"/>
                <a:gd name="connsiteX1952" fmla="*/ 93059 w 381000"/>
                <a:gd name="connsiteY1952" fmla="*/ 251746 h 342900"/>
                <a:gd name="connsiteX1953" fmla="*/ 92297 w 381000"/>
                <a:gd name="connsiteY1953" fmla="*/ 252698 h 342900"/>
                <a:gd name="connsiteX1954" fmla="*/ 92488 w 381000"/>
                <a:gd name="connsiteY1954" fmla="*/ 253270 h 342900"/>
                <a:gd name="connsiteX1955" fmla="*/ 93726 w 381000"/>
                <a:gd name="connsiteY1955" fmla="*/ 253651 h 342900"/>
                <a:gd name="connsiteX1956" fmla="*/ 95060 w 381000"/>
                <a:gd name="connsiteY1956" fmla="*/ 253270 h 342900"/>
                <a:gd name="connsiteX1957" fmla="*/ 96107 w 381000"/>
                <a:gd name="connsiteY1957" fmla="*/ 253937 h 342900"/>
                <a:gd name="connsiteX1958" fmla="*/ 97631 w 381000"/>
                <a:gd name="connsiteY1958" fmla="*/ 253841 h 342900"/>
                <a:gd name="connsiteX1959" fmla="*/ 98965 w 381000"/>
                <a:gd name="connsiteY1959" fmla="*/ 254127 h 342900"/>
                <a:gd name="connsiteX1960" fmla="*/ 99917 w 381000"/>
                <a:gd name="connsiteY1960" fmla="*/ 254603 h 342900"/>
                <a:gd name="connsiteX1961" fmla="*/ 101632 w 381000"/>
                <a:gd name="connsiteY1961" fmla="*/ 256794 h 342900"/>
                <a:gd name="connsiteX1962" fmla="*/ 102775 w 381000"/>
                <a:gd name="connsiteY1962" fmla="*/ 257651 h 342900"/>
                <a:gd name="connsiteX1963" fmla="*/ 102394 w 381000"/>
                <a:gd name="connsiteY1963" fmla="*/ 258128 h 342900"/>
                <a:gd name="connsiteX1964" fmla="*/ 104013 w 381000"/>
                <a:gd name="connsiteY1964" fmla="*/ 259556 h 342900"/>
                <a:gd name="connsiteX1965" fmla="*/ 104870 w 381000"/>
                <a:gd name="connsiteY1965" fmla="*/ 260128 h 342900"/>
                <a:gd name="connsiteX1966" fmla="*/ 106013 w 381000"/>
                <a:gd name="connsiteY1966" fmla="*/ 260318 h 342900"/>
                <a:gd name="connsiteX1967" fmla="*/ 104870 w 381000"/>
                <a:gd name="connsiteY1967" fmla="*/ 260604 h 342900"/>
                <a:gd name="connsiteX1968" fmla="*/ 103346 w 381000"/>
                <a:gd name="connsiteY1968" fmla="*/ 260128 h 342900"/>
                <a:gd name="connsiteX1969" fmla="*/ 102108 w 381000"/>
                <a:gd name="connsiteY1969" fmla="*/ 259461 h 342900"/>
                <a:gd name="connsiteX1970" fmla="*/ 101155 w 381000"/>
                <a:gd name="connsiteY1970" fmla="*/ 258890 h 342900"/>
                <a:gd name="connsiteX1971" fmla="*/ 100489 w 381000"/>
                <a:gd name="connsiteY1971" fmla="*/ 258985 h 342900"/>
                <a:gd name="connsiteX1972" fmla="*/ 101632 w 381000"/>
                <a:gd name="connsiteY1972" fmla="*/ 260414 h 342900"/>
                <a:gd name="connsiteX1973" fmla="*/ 101441 w 381000"/>
                <a:gd name="connsiteY1973" fmla="*/ 260699 h 342900"/>
                <a:gd name="connsiteX1974" fmla="*/ 100870 w 381000"/>
                <a:gd name="connsiteY1974" fmla="*/ 260318 h 342900"/>
                <a:gd name="connsiteX1975" fmla="*/ 100108 w 381000"/>
                <a:gd name="connsiteY1975" fmla="*/ 259747 h 342900"/>
                <a:gd name="connsiteX1976" fmla="*/ 99536 w 381000"/>
                <a:gd name="connsiteY1976" fmla="*/ 259175 h 342900"/>
                <a:gd name="connsiteX1977" fmla="*/ 98584 w 381000"/>
                <a:gd name="connsiteY1977" fmla="*/ 258794 h 342900"/>
                <a:gd name="connsiteX1978" fmla="*/ 97917 w 381000"/>
                <a:gd name="connsiteY1978" fmla="*/ 258318 h 342900"/>
                <a:gd name="connsiteX1979" fmla="*/ 97631 w 381000"/>
                <a:gd name="connsiteY1979" fmla="*/ 257842 h 342900"/>
                <a:gd name="connsiteX1980" fmla="*/ 97060 w 381000"/>
                <a:gd name="connsiteY1980" fmla="*/ 257461 h 342900"/>
                <a:gd name="connsiteX1981" fmla="*/ 96964 w 381000"/>
                <a:gd name="connsiteY1981" fmla="*/ 257080 h 342900"/>
                <a:gd name="connsiteX1982" fmla="*/ 96964 w 381000"/>
                <a:gd name="connsiteY1982" fmla="*/ 256794 h 342900"/>
                <a:gd name="connsiteX1983" fmla="*/ 96964 w 381000"/>
                <a:gd name="connsiteY1983" fmla="*/ 256508 h 342900"/>
                <a:gd name="connsiteX1984" fmla="*/ 97060 w 381000"/>
                <a:gd name="connsiteY1984" fmla="*/ 255651 h 342900"/>
                <a:gd name="connsiteX1985" fmla="*/ 96774 w 381000"/>
                <a:gd name="connsiteY1985" fmla="*/ 255175 h 342900"/>
                <a:gd name="connsiteX1986" fmla="*/ 94583 w 381000"/>
                <a:gd name="connsiteY1986" fmla="*/ 254699 h 342900"/>
                <a:gd name="connsiteX1987" fmla="*/ 93154 w 381000"/>
                <a:gd name="connsiteY1987" fmla="*/ 254794 h 342900"/>
                <a:gd name="connsiteX1988" fmla="*/ 93440 w 381000"/>
                <a:gd name="connsiteY1988" fmla="*/ 255937 h 342900"/>
                <a:gd name="connsiteX1989" fmla="*/ 93059 w 381000"/>
                <a:gd name="connsiteY1989" fmla="*/ 256889 h 342900"/>
                <a:gd name="connsiteX1990" fmla="*/ 93250 w 381000"/>
                <a:gd name="connsiteY1990" fmla="*/ 258509 h 342900"/>
                <a:gd name="connsiteX1991" fmla="*/ 93631 w 381000"/>
                <a:gd name="connsiteY1991" fmla="*/ 259747 h 342900"/>
                <a:gd name="connsiteX1992" fmla="*/ 94202 w 381000"/>
                <a:gd name="connsiteY1992" fmla="*/ 259652 h 342900"/>
                <a:gd name="connsiteX1993" fmla="*/ 94583 w 381000"/>
                <a:gd name="connsiteY1993" fmla="*/ 258794 h 342900"/>
                <a:gd name="connsiteX1994" fmla="*/ 95250 w 381000"/>
                <a:gd name="connsiteY1994" fmla="*/ 258699 h 342900"/>
                <a:gd name="connsiteX1995" fmla="*/ 95060 w 381000"/>
                <a:gd name="connsiteY1995" fmla="*/ 260128 h 342900"/>
                <a:gd name="connsiteX1996" fmla="*/ 95726 w 381000"/>
                <a:gd name="connsiteY1996" fmla="*/ 260795 h 342900"/>
                <a:gd name="connsiteX1997" fmla="*/ 96203 w 381000"/>
                <a:gd name="connsiteY1997" fmla="*/ 261557 h 342900"/>
                <a:gd name="connsiteX1998" fmla="*/ 97250 w 381000"/>
                <a:gd name="connsiteY1998" fmla="*/ 261747 h 342900"/>
                <a:gd name="connsiteX1999" fmla="*/ 97536 w 381000"/>
                <a:gd name="connsiteY1999" fmla="*/ 261938 h 342900"/>
                <a:gd name="connsiteX2000" fmla="*/ 98107 w 381000"/>
                <a:gd name="connsiteY2000" fmla="*/ 261842 h 342900"/>
                <a:gd name="connsiteX2001" fmla="*/ 97727 w 381000"/>
                <a:gd name="connsiteY2001" fmla="*/ 262985 h 342900"/>
                <a:gd name="connsiteX2002" fmla="*/ 97155 w 381000"/>
                <a:gd name="connsiteY2002" fmla="*/ 263081 h 342900"/>
                <a:gd name="connsiteX2003" fmla="*/ 96012 w 381000"/>
                <a:gd name="connsiteY2003" fmla="*/ 262319 h 342900"/>
                <a:gd name="connsiteX2004" fmla="*/ 93440 w 381000"/>
                <a:gd name="connsiteY2004" fmla="*/ 261842 h 342900"/>
                <a:gd name="connsiteX2005" fmla="*/ 92773 w 381000"/>
                <a:gd name="connsiteY2005" fmla="*/ 261461 h 342900"/>
                <a:gd name="connsiteX2006" fmla="*/ 91630 w 381000"/>
                <a:gd name="connsiteY2006" fmla="*/ 258413 h 342900"/>
                <a:gd name="connsiteX2007" fmla="*/ 91440 w 381000"/>
                <a:gd name="connsiteY2007" fmla="*/ 257747 h 342900"/>
                <a:gd name="connsiteX2008" fmla="*/ 91345 w 381000"/>
                <a:gd name="connsiteY2008" fmla="*/ 257080 h 342900"/>
                <a:gd name="connsiteX2009" fmla="*/ 91535 w 381000"/>
                <a:gd name="connsiteY2009" fmla="*/ 256413 h 342900"/>
                <a:gd name="connsiteX2010" fmla="*/ 92012 w 381000"/>
                <a:gd name="connsiteY2010" fmla="*/ 255746 h 342900"/>
                <a:gd name="connsiteX2011" fmla="*/ 90392 w 381000"/>
                <a:gd name="connsiteY2011" fmla="*/ 253365 h 342900"/>
                <a:gd name="connsiteX2012" fmla="*/ 90011 w 381000"/>
                <a:gd name="connsiteY2012" fmla="*/ 252603 h 342900"/>
                <a:gd name="connsiteX2013" fmla="*/ 89726 w 381000"/>
                <a:gd name="connsiteY2013" fmla="*/ 252413 h 342900"/>
                <a:gd name="connsiteX2014" fmla="*/ 89345 w 381000"/>
                <a:gd name="connsiteY2014" fmla="*/ 252317 h 342900"/>
                <a:gd name="connsiteX2015" fmla="*/ 88963 w 381000"/>
                <a:gd name="connsiteY2015" fmla="*/ 252317 h 342900"/>
                <a:gd name="connsiteX2016" fmla="*/ 88582 w 381000"/>
                <a:gd name="connsiteY2016" fmla="*/ 252508 h 342900"/>
                <a:gd name="connsiteX2017" fmla="*/ 88487 w 381000"/>
                <a:gd name="connsiteY2017" fmla="*/ 252984 h 342900"/>
                <a:gd name="connsiteX2018" fmla="*/ 88487 w 381000"/>
                <a:gd name="connsiteY2018" fmla="*/ 253556 h 342900"/>
                <a:gd name="connsiteX2019" fmla="*/ 88392 w 381000"/>
                <a:gd name="connsiteY2019" fmla="*/ 254032 h 342900"/>
                <a:gd name="connsiteX2020" fmla="*/ 87821 w 381000"/>
                <a:gd name="connsiteY2020" fmla="*/ 255461 h 342900"/>
                <a:gd name="connsiteX2021" fmla="*/ 87344 w 381000"/>
                <a:gd name="connsiteY2021" fmla="*/ 257461 h 342900"/>
                <a:gd name="connsiteX2022" fmla="*/ 87439 w 381000"/>
                <a:gd name="connsiteY2022" fmla="*/ 259271 h 342900"/>
                <a:gd name="connsiteX2023" fmla="*/ 88487 w 381000"/>
                <a:gd name="connsiteY2023" fmla="*/ 260033 h 342900"/>
                <a:gd name="connsiteX2024" fmla="*/ 89916 w 381000"/>
                <a:gd name="connsiteY2024" fmla="*/ 260699 h 342900"/>
                <a:gd name="connsiteX2025" fmla="*/ 90106 w 381000"/>
                <a:gd name="connsiteY2025" fmla="*/ 261366 h 342900"/>
                <a:gd name="connsiteX2026" fmla="*/ 89726 w 381000"/>
                <a:gd name="connsiteY2026" fmla="*/ 261652 h 342900"/>
                <a:gd name="connsiteX2027" fmla="*/ 89154 w 381000"/>
                <a:gd name="connsiteY2027" fmla="*/ 261652 h 342900"/>
                <a:gd name="connsiteX2028" fmla="*/ 88963 w 381000"/>
                <a:gd name="connsiteY2028" fmla="*/ 261366 h 342900"/>
                <a:gd name="connsiteX2029" fmla="*/ 88773 w 381000"/>
                <a:gd name="connsiteY2029" fmla="*/ 261747 h 342900"/>
                <a:gd name="connsiteX2030" fmla="*/ 88582 w 381000"/>
                <a:gd name="connsiteY2030" fmla="*/ 261842 h 342900"/>
                <a:gd name="connsiteX2031" fmla="*/ 88487 w 381000"/>
                <a:gd name="connsiteY2031" fmla="*/ 262033 h 342900"/>
                <a:gd name="connsiteX2032" fmla="*/ 88678 w 381000"/>
                <a:gd name="connsiteY2032" fmla="*/ 262700 h 342900"/>
                <a:gd name="connsiteX2033" fmla="*/ 88773 w 381000"/>
                <a:gd name="connsiteY2033" fmla="*/ 262795 h 342900"/>
                <a:gd name="connsiteX2034" fmla="*/ 89821 w 381000"/>
                <a:gd name="connsiteY2034" fmla="*/ 263843 h 342900"/>
                <a:gd name="connsiteX2035" fmla="*/ 90202 w 381000"/>
                <a:gd name="connsiteY2035" fmla="*/ 263938 h 342900"/>
                <a:gd name="connsiteX2036" fmla="*/ 90678 w 381000"/>
                <a:gd name="connsiteY2036" fmla="*/ 263843 h 342900"/>
                <a:gd name="connsiteX2037" fmla="*/ 91059 w 381000"/>
                <a:gd name="connsiteY2037" fmla="*/ 263652 h 342900"/>
                <a:gd name="connsiteX2038" fmla="*/ 91250 w 381000"/>
                <a:gd name="connsiteY2038" fmla="*/ 263366 h 342900"/>
                <a:gd name="connsiteX2039" fmla="*/ 91440 w 381000"/>
                <a:gd name="connsiteY2039" fmla="*/ 262985 h 342900"/>
                <a:gd name="connsiteX2040" fmla="*/ 91726 w 381000"/>
                <a:gd name="connsiteY2040" fmla="*/ 263271 h 342900"/>
                <a:gd name="connsiteX2041" fmla="*/ 92012 w 381000"/>
                <a:gd name="connsiteY2041" fmla="*/ 263747 h 342900"/>
                <a:gd name="connsiteX2042" fmla="*/ 92012 w 381000"/>
                <a:gd name="connsiteY2042" fmla="*/ 263938 h 342900"/>
                <a:gd name="connsiteX2043" fmla="*/ 93250 w 381000"/>
                <a:gd name="connsiteY2043" fmla="*/ 264509 h 342900"/>
                <a:gd name="connsiteX2044" fmla="*/ 93726 w 381000"/>
                <a:gd name="connsiteY2044" fmla="*/ 265081 h 342900"/>
                <a:gd name="connsiteX2045" fmla="*/ 93821 w 381000"/>
                <a:gd name="connsiteY2045" fmla="*/ 266129 h 342900"/>
                <a:gd name="connsiteX2046" fmla="*/ 94583 w 381000"/>
                <a:gd name="connsiteY2046" fmla="*/ 265843 h 342900"/>
                <a:gd name="connsiteX2047" fmla="*/ 95155 w 381000"/>
                <a:gd name="connsiteY2047" fmla="*/ 265748 h 342900"/>
                <a:gd name="connsiteX2048" fmla="*/ 96298 w 381000"/>
                <a:gd name="connsiteY2048" fmla="*/ 265748 h 342900"/>
                <a:gd name="connsiteX2049" fmla="*/ 96774 w 381000"/>
                <a:gd name="connsiteY2049" fmla="*/ 265843 h 342900"/>
                <a:gd name="connsiteX2050" fmla="*/ 97250 w 381000"/>
                <a:gd name="connsiteY2050" fmla="*/ 265843 h 342900"/>
                <a:gd name="connsiteX2051" fmla="*/ 97727 w 381000"/>
                <a:gd name="connsiteY2051" fmla="*/ 265748 h 342900"/>
                <a:gd name="connsiteX2052" fmla="*/ 97917 w 381000"/>
                <a:gd name="connsiteY2052" fmla="*/ 265176 h 342900"/>
                <a:gd name="connsiteX2053" fmla="*/ 98107 w 381000"/>
                <a:gd name="connsiteY2053" fmla="*/ 264700 h 342900"/>
                <a:gd name="connsiteX2054" fmla="*/ 98393 w 381000"/>
                <a:gd name="connsiteY2054" fmla="*/ 264414 h 342900"/>
                <a:gd name="connsiteX2055" fmla="*/ 98774 w 381000"/>
                <a:gd name="connsiteY2055" fmla="*/ 264414 h 342900"/>
                <a:gd name="connsiteX2056" fmla="*/ 99441 w 381000"/>
                <a:gd name="connsiteY2056" fmla="*/ 264795 h 342900"/>
                <a:gd name="connsiteX2057" fmla="*/ 99917 w 381000"/>
                <a:gd name="connsiteY2057" fmla="*/ 264795 h 342900"/>
                <a:gd name="connsiteX2058" fmla="*/ 100298 w 381000"/>
                <a:gd name="connsiteY2058" fmla="*/ 264605 h 342900"/>
                <a:gd name="connsiteX2059" fmla="*/ 100775 w 381000"/>
                <a:gd name="connsiteY2059" fmla="*/ 264033 h 342900"/>
                <a:gd name="connsiteX2060" fmla="*/ 100965 w 381000"/>
                <a:gd name="connsiteY2060" fmla="*/ 263938 h 342900"/>
                <a:gd name="connsiteX2061" fmla="*/ 101632 w 381000"/>
                <a:gd name="connsiteY2061" fmla="*/ 264319 h 342900"/>
                <a:gd name="connsiteX2062" fmla="*/ 101632 w 381000"/>
                <a:gd name="connsiteY2062" fmla="*/ 264890 h 342900"/>
                <a:gd name="connsiteX2063" fmla="*/ 101155 w 381000"/>
                <a:gd name="connsiteY2063" fmla="*/ 265557 h 342900"/>
                <a:gd name="connsiteX2064" fmla="*/ 100298 w 381000"/>
                <a:gd name="connsiteY2064" fmla="*/ 266129 h 342900"/>
                <a:gd name="connsiteX2065" fmla="*/ 100775 w 381000"/>
                <a:gd name="connsiteY2065" fmla="*/ 266319 h 342900"/>
                <a:gd name="connsiteX2066" fmla="*/ 101155 w 381000"/>
                <a:gd name="connsiteY2066" fmla="*/ 266605 h 342900"/>
                <a:gd name="connsiteX2067" fmla="*/ 101441 w 381000"/>
                <a:gd name="connsiteY2067" fmla="*/ 266986 h 342900"/>
                <a:gd name="connsiteX2068" fmla="*/ 101727 w 381000"/>
                <a:gd name="connsiteY2068" fmla="*/ 267462 h 342900"/>
                <a:gd name="connsiteX2069" fmla="*/ 100394 w 381000"/>
                <a:gd name="connsiteY2069" fmla="*/ 267462 h 342900"/>
                <a:gd name="connsiteX2070" fmla="*/ 98965 w 381000"/>
                <a:gd name="connsiteY2070" fmla="*/ 267748 h 342900"/>
                <a:gd name="connsiteX2071" fmla="*/ 97917 w 381000"/>
                <a:gd name="connsiteY2071" fmla="*/ 268510 h 342900"/>
                <a:gd name="connsiteX2072" fmla="*/ 97727 w 381000"/>
                <a:gd name="connsiteY2072" fmla="*/ 270034 h 342900"/>
                <a:gd name="connsiteX2073" fmla="*/ 98584 w 381000"/>
                <a:gd name="connsiteY2073" fmla="*/ 269748 h 342900"/>
                <a:gd name="connsiteX2074" fmla="*/ 98679 w 381000"/>
                <a:gd name="connsiteY2074" fmla="*/ 270129 h 342900"/>
                <a:gd name="connsiteX2075" fmla="*/ 98488 w 381000"/>
                <a:gd name="connsiteY2075" fmla="*/ 270891 h 342900"/>
                <a:gd name="connsiteX2076" fmla="*/ 98488 w 381000"/>
                <a:gd name="connsiteY2076" fmla="*/ 271748 h 342900"/>
                <a:gd name="connsiteX2077" fmla="*/ 98393 w 381000"/>
                <a:gd name="connsiteY2077" fmla="*/ 271844 h 342900"/>
                <a:gd name="connsiteX2078" fmla="*/ 98203 w 381000"/>
                <a:gd name="connsiteY2078" fmla="*/ 272129 h 342900"/>
                <a:gd name="connsiteX2079" fmla="*/ 98298 w 381000"/>
                <a:gd name="connsiteY2079" fmla="*/ 272510 h 342900"/>
                <a:gd name="connsiteX2080" fmla="*/ 98870 w 381000"/>
                <a:gd name="connsiteY2080" fmla="*/ 272701 h 342900"/>
                <a:gd name="connsiteX2081" fmla="*/ 99631 w 381000"/>
                <a:gd name="connsiteY2081" fmla="*/ 272796 h 342900"/>
                <a:gd name="connsiteX2082" fmla="*/ 100013 w 381000"/>
                <a:gd name="connsiteY2082" fmla="*/ 272891 h 342900"/>
                <a:gd name="connsiteX2083" fmla="*/ 100298 w 381000"/>
                <a:gd name="connsiteY2083" fmla="*/ 273082 h 342900"/>
                <a:gd name="connsiteX2084" fmla="*/ 100489 w 381000"/>
                <a:gd name="connsiteY2084" fmla="*/ 273749 h 342900"/>
                <a:gd name="connsiteX2085" fmla="*/ 100394 w 381000"/>
                <a:gd name="connsiteY2085" fmla="*/ 274415 h 342900"/>
                <a:gd name="connsiteX2086" fmla="*/ 99631 w 381000"/>
                <a:gd name="connsiteY2086" fmla="*/ 275749 h 342900"/>
                <a:gd name="connsiteX2087" fmla="*/ 99441 w 381000"/>
                <a:gd name="connsiteY2087" fmla="*/ 275939 h 342900"/>
                <a:gd name="connsiteX2088" fmla="*/ 99251 w 381000"/>
                <a:gd name="connsiteY2088" fmla="*/ 275844 h 342900"/>
                <a:gd name="connsiteX2089" fmla="*/ 99060 w 381000"/>
                <a:gd name="connsiteY2089" fmla="*/ 275844 h 342900"/>
                <a:gd name="connsiteX2090" fmla="*/ 98965 w 381000"/>
                <a:gd name="connsiteY2090" fmla="*/ 276797 h 342900"/>
                <a:gd name="connsiteX2091" fmla="*/ 98870 w 381000"/>
                <a:gd name="connsiteY2091" fmla="*/ 277082 h 342900"/>
                <a:gd name="connsiteX2092" fmla="*/ 98584 w 381000"/>
                <a:gd name="connsiteY2092" fmla="*/ 277463 h 342900"/>
                <a:gd name="connsiteX2093" fmla="*/ 98584 w 381000"/>
                <a:gd name="connsiteY2093" fmla="*/ 277844 h 342900"/>
                <a:gd name="connsiteX2094" fmla="*/ 99917 w 381000"/>
                <a:gd name="connsiteY2094" fmla="*/ 277749 h 342900"/>
                <a:gd name="connsiteX2095" fmla="*/ 100584 w 381000"/>
                <a:gd name="connsiteY2095" fmla="*/ 277844 h 342900"/>
                <a:gd name="connsiteX2096" fmla="*/ 101060 w 381000"/>
                <a:gd name="connsiteY2096" fmla="*/ 278225 h 342900"/>
                <a:gd name="connsiteX2097" fmla="*/ 101155 w 381000"/>
                <a:gd name="connsiteY2097" fmla="*/ 278987 h 342900"/>
                <a:gd name="connsiteX2098" fmla="*/ 100679 w 381000"/>
                <a:gd name="connsiteY2098" fmla="*/ 280511 h 342900"/>
                <a:gd name="connsiteX2099" fmla="*/ 100775 w 381000"/>
                <a:gd name="connsiteY2099" fmla="*/ 281273 h 342900"/>
                <a:gd name="connsiteX2100" fmla="*/ 101346 w 381000"/>
                <a:gd name="connsiteY2100" fmla="*/ 281369 h 342900"/>
                <a:gd name="connsiteX2101" fmla="*/ 103727 w 381000"/>
                <a:gd name="connsiteY2101" fmla="*/ 280607 h 342900"/>
                <a:gd name="connsiteX2102" fmla="*/ 105061 w 381000"/>
                <a:gd name="connsiteY2102" fmla="*/ 280892 h 342900"/>
                <a:gd name="connsiteX2103" fmla="*/ 105061 w 381000"/>
                <a:gd name="connsiteY2103" fmla="*/ 280130 h 342900"/>
                <a:gd name="connsiteX2104" fmla="*/ 105156 w 381000"/>
                <a:gd name="connsiteY2104" fmla="*/ 279559 h 342900"/>
                <a:gd name="connsiteX2105" fmla="*/ 106394 w 381000"/>
                <a:gd name="connsiteY2105" fmla="*/ 275273 h 342900"/>
                <a:gd name="connsiteX2106" fmla="*/ 106585 w 381000"/>
                <a:gd name="connsiteY2106" fmla="*/ 274892 h 342900"/>
                <a:gd name="connsiteX2107" fmla="*/ 107156 w 381000"/>
                <a:gd name="connsiteY2107" fmla="*/ 274415 h 342900"/>
                <a:gd name="connsiteX2108" fmla="*/ 108680 w 381000"/>
                <a:gd name="connsiteY2108" fmla="*/ 274034 h 342900"/>
                <a:gd name="connsiteX2109" fmla="*/ 109061 w 381000"/>
                <a:gd name="connsiteY2109" fmla="*/ 273749 h 342900"/>
                <a:gd name="connsiteX2110" fmla="*/ 109347 w 381000"/>
                <a:gd name="connsiteY2110" fmla="*/ 273082 h 342900"/>
                <a:gd name="connsiteX2111" fmla="*/ 109347 w 381000"/>
                <a:gd name="connsiteY2111" fmla="*/ 272606 h 342900"/>
                <a:gd name="connsiteX2112" fmla="*/ 109442 w 381000"/>
                <a:gd name="connsiteY2112" fmla="*/ 272320 h 342900"/>
                <a:gd name="connsiteX2113" fmla="*/ 110109 w 381000"/>
                <a:gd name="connsiteY2113" fmla="*/ 272225 h 342900"/>
                <a:gd name="connsiteX2114" fmla="*/ 110395 w 381000"/>
                <a:gd name="connsiteY2114" fmla="*/ 272320 h 342900"/>
                <a:gd name="connsiteX2115" fmla="*/ 110871 w 381000"/>
                <a:gd name="connsiteY2115" fmla="*/ 272606 h 342900"/>
                <a:gd name="connsiteX2116" fmla="*/ 111157 w 381000"/>
                <a:gd name="connsiteY2116" fmla="*/ 272701 h 342900"/>
                <a:gd name="connsiteX2117" fmla="*/ 111347 w 381000"/>
                <a:gd name="connsiteY2117" fmla="*/ 272606 h 342900"/>
                <a:gd name="connsiteX2118" fmla="*/ 111443 w 381000"/>
                <a:gd name="connsiteY2118" fmla="*/ 272320 h 342900"/>
                <a:gd name="connsiteX2119" fmla="*/ 111443 w 381000"/>
                <a:gd name="connsiteY2119" fmla="*/ 272034 h 342900"/>
                <a:gd name="connsiteX2120" fmla="*/ 111252 w 381000"/>
                <a:gd name="connsiteY2120" fmla="*/ 271844 h 342900"/>
                <a:gd name="connsiteX2121" fmla="*/ 110490 w 381000"/>
                <a:gd name="connsiteY2121" fmla="*/ 271558 h 342900"/>
                <a:gd name="connsiteX2122" fmla="*/ 111252 w 381000"/>
                <a:gd name="connsiteY2122" fmla="*/ 270891 h 342900"/>
                <a:gd name="connsiteX2123" fmla="*/ 113252 w 381000"/>
                <a:gd name="connsiteY2123" fmla="*/ 269748 h 342900"/>
                <a:gd name="connsiteX2124" fmla="*/ 112109 w 381000"/>
                <a:gd name="connsiteY2124" fmla="*/ 268224 h 342900"/>
                <a:gd name="connsiteX2125" fmla="*/ 111919 w 381000"/>
                <a:gd name="connsiteY2125" fmla="*/ 267462 h 342900"/>
                <a:gd name="connsiteX2126" fmla="*/ 113538 w 381000"/>
                <a:gd name="connsiteY2126" fmla="*/ 266891 h 342900"/>
                <a:gd name="connsiteX2127" fmla="*/ 113538 w 381000"/>
                <a:gd name="connsiteY2127" fmla="*/ 266319 h 342900"/>
                <a:gd name="connsiteX2128" fmla="*/ 113157 w 381000"/>
                <a:gd name="connsiteY2128" fmla="*/ 265557 h 342900"/>
                <a:gd name="connsiteX2129" fmla="*/ 112967 w 381000"/>
                <a:gd name="connsiteY2129" fmla="*/ 264700 h 342900"/>
                <a:gd name="connsiteX2130" fmla="*/ 113157 w 381000"/>
                <a:gd name="connsiteY2130" fmla="*/ 264128 h 342900"/>
                <a:gd name="connsiteX2131" fmla="*/ 113633 w 381000"/>
                <a:gd name="connsiteY2131" fmla="*/ 263462 h 342900"/>
                <a:gd name="connsiteX2132" fmla="*/ 114205 w 381000"/>
                <a:gd name="connsiteY2132" fmla="*/ 262890 h 342900"/>
                <a:gd name="connsiteX2133" fmla="*/ 114776 w 381000"/>
                <a:gd name="connsiteY2133" fmla="*/ 262700 h 342900"/>
                <a:gd name="connsiteX2134" fmla="*/ 115348 w 381000"/>
                <a:gd name="connsiteY2134" fmla="*/ 263176 h 342900"/>
                <a:gd name="connsiteX2135" fmla="*/ 115729 w 381000"/>
                <a:gd name="connsiteY2135" fmla="*/ 264033 h 342900"/>
                <a:gd name="connsiteX2136" fmla="*/ 115824 w 381000"/>
                <a:gd name="connsiteY2136" fmla="*/ 264986 h 342900"/>
                <a:gd name="connsiteX2137" fmla="*/ 115538 w 381000"/>
                <a:gd name="connsiteY2137" fmla="*/ 265748 h 342900"/>
                <a:gd name="connsiteX2138" fmla="*/ 115729 w 381000"/>
                <a:gd name="connsiteY2138" fmla="*/ 266986 h 342900"/>
                <a:gd name="connsiteX2139" fmla="*/ 115538 w 381000"/>
                <a:gd name="connsiteY2139" fmla="*/ 270224 h 342900"/>
                <a:gd name="connsiteX2140" fmla="*/ 115919 w 381000"/>
                <a:gd name="connsiteY2140" fmla="*/ 271463 h 342900"/>
                <a:gd name="connsiteX2141" fmla="*/ 116396 w 381000"/>
                <a:gd name="connsiteY2141" fmla="*/ 271748 h 342900"/>
                <a:gd name="connsiteX2142" fmla="*/ 118396 w 381000"/>
                <a:gd name="connsiteY2142" fmla="*/ 272320 h 342900"/>
                <a:gd name="connsiteX2143" fmla="*/ 119825 w 381000"/>
                <a:gd name="connsiteY2143" fmla="*/ 273368 h 342900"/>
                <a:gd name="connsiteX2144" fmla="*/ 120491 w 381000"/>
                <a:gd name="connsiteY2144" fmla="*/ 273558 h 342900"/>
                <a:gd name="connsiteX2145" fmla="*/ 120205 w 381000"/>
                <a:gd name="connsiteY2145" fmla="*/ 272796 h 342900"/>
                <a:gd name="connsiteX2146" fmla="*/ 120205 w 381000"/>
                <a:gd name="connsiteY2146" fmla="*/ 272129 h 342900"/>
                <a:gd name="connsiteX2147" fmla="*/ 120396 w 381000"/>
                <a:gd name="connsiteY2147" fmla="*/ 271463 h 342900"/>
                <a:gd name="connsiteX2148" fmla="*/ 120872 w 381000"/>
                <a:gd name="connsiteY2148" fmla="*/ 270891 h 342900"/>
                <a:gd name="connsiteX2149" fmla="*/ 122301 w 381000"/>
                <a:gd name="connsiteY2149" fmla="*/ 271558 h 342900"/>
                <a:gd name="connsiteX2150" fmla="*/ 122777 w 381000"/>
                <a:gd name="connsiteY2150" fmla="*/ 271082 h 342900"/>
                <a:gd name="connsiteX2151" fmla="*/ 122682 w 381000"/>
                <a:gd name="connsiteY2151" fmla="*/ 268415 h 342900"/>
                <a:gd name="connsiteX2152" fmla="*/ 125539 w 381000"/>
                <a:gd name="connsiteY2152" fmla="*/ 265557 h 342900"/>
                <a:gd name="connsiteX2153" fmla="*/ 125159 w 381000"/>
                <a:gd name="connsiteY2153" fmla="*/ 264700 h 342900"/>
                <a:gd name="connsiteX2154" fmla="*/ 125444 w 381000"/>
                <a:gd name="connsiteY2154" fmla="*/ 264033 h 342900"/>
                <a:gd name="connsiteX2155" fmla="*/ 125921 w 381000"/>
                <a:gd name="connsiteY2155" fmla="*/ 263462 h 342900"/>
                <a:gd name="connsiteX2156" fmla="*/ 126302 w 381000"/>
                <a:gd name="connsiteY2156" fmla="*/ 262985 h 342900"/>
                <a:gd name="connsiteX2157" fmla="*/ 126397 w 381000"/>
                <a:gd name="connsiteY2157" fmla="*/ 262223 h 342900"/>
                <a:gd name="connsiteX2158" fmla="*/ 126397 w 381000"/>
                <a:gd name="connsiteY2158" fmla="*/ 261557 h 342900"/>
                <a:gd name="connsiteX2159" fmla="*/ 126492 w 381000"/>
                <a:gd name="connsiteY2159" fmla="*/ 260985 h 342900"/>
                <a:gd name="connsiteX2160" fmla="*/ 126873 w 381000"/>
                <a:gd name="connsiteY2160" fmla="*/ 260795 h 342900"/>
                <a:gd name="connsiteX2161" fmla="*/ 127540 w 381000"/>
                <a:gd name="connsiteY2161" fmla="*/ 260604 h 342900"/>
                <a:gd name="connsiteX2162" fmla="*/ 128206 w 381000"/>
                <a:gd name="connsiteY2162" fmla="*/ 260223 h 342900"/>
                <a:gd name="connsiteX2163" fmla="*/ 129254 w 381000"/>
                <a:gd name="connsiteY2163" fmla="*/ 259461 h 342900"/>
                <a:gd name="connsiteX2164" fmla="*/ 131159 w 381000"/>
                <a:gd name="connsiteY2164" fmla="*/ 258318 h 342900"/>
                <a:gd name="connsiteX2165" fmla="*/ 131540 w 381000"/>
                <a:gd name="connsiteY2165" fmla="*/ 257937 h 342900"/>
                <a:gd name="connsiteX2166" fmla="*/ 132493 w 381000"/>
                <a:gd name="connsiteY2166" fmla="*/ 256699 h 342900"/>
                <a:gd name="connsiteX2167" fmla="*/ 133064 w 381000"/>
                <a:gd name="connsiteY2167" fmla="*/ 256127 h 342900"/>
                <a:gd name="connsiteX2168" fmla="*/ 133731 w 381000"/>
                <a:gd name="connsiteY2168" fmla="*/ 255937 h 342900"/>
                <a:gd name="connsiteX2169" fmla="*/ 135064 w 381000"/>
                <a:gd name="connsiteY2169" fmla="*/ 256223 h 342900"/>
                <a:gd name="connsiteX2170" fmla="*/ 135731 w 381000"/>
                <a:gd name="connsiteY2170" fmla="*/ 256223 h 342900"/>
                <a:gd name="connsiteX2171" fmla="*/ 136493 w 381000"/>
                <a:gd name="connsiteY2171" fmla="*/ 255937 h 342900"/>
                <a:gd name="connsiteX2172" fmla="*/ 137255 w 381000"/>
                <a:gd name="connsiteY2172" fmla="*/ 255079 h 342900"/>
                <a:gd name="connsiteX2173" fmla="*/ 138303 w 381000"/>
                <a:gd name="connsiteY2173" fmla="*/ 252317 h 342900"/>
                <a:gd name="connsiteX2174" fmla="*/ 139065 w 381000"/>
                <a:gd name="connsiteY2174" fmla="*/ 251174 h 342900"/>
                <a:gd name="connsiteX2175" fmla="*/ 140398 w 381000"/>
                <a:gd name="connsiteY2175" fmla="*/ 253270 h 342900"/>
                <a:gd name="connsiteX2176" fmla="*/ 141351 w 381000"/>
                <a:gd name="connsiteY2176" fmla="*/ 254032 h 342900"/>
                <a:gd name="connsiteX2177" fmla="*/ 142494 w 381000"/>
                <a:gd name="connsiteY2177" fmla="*/ 253556 h 342900"/>
                <a:gd name="connsiteX2178" fmla="*/ 143446 w 381000"/>
                <a:gd name="connsiteY2178" fmla="*/ 252794 h 342900"/>
                <a:gd name="connsiteX2179" fmla="*/ 143828 w 381000"/>
                <a:gd name="connsiteY2179" fmla="*/ 253270 h 342900"/>
                <a:gd name="connsiteX2180" fmla="*/ 144113 w 381000"/>
                <a:gd name="connsiteY2180" fmla="*/ 254413 h 342900"/>
                <a:gd name="connsiteX2181" fmla="*/ 144875 w 381000"/>
                <a:gd name="connsiteY2181" fmla="*/ 255461 h 342900"/>
                <a:gd name="connsiteX2182" fmla="*/ 144494 w 381000"/>
                <a:gd name="connsiteY2182" fmla="*/ 256127 h 342900"/>
                <a:gd name="connsiteX2183" fmla="*/ 143732 w 381000"/>
                <a:gd name="connsiteY2183" fmla="*/ 257651 h 342900"/>
                <a:gd name="connsiteX2184" fmla="*/ 143351 w 381000"/>
                <a:gd name="connsiteY2184" fmla="*/ 258128 h 342900"/>
                <a:gd name="connsiteX2185" fmla="*/ 142589 w 381000"/>
                <a:gd name="connsiteY2185" fmla="*/ 258413 h 342900"/>
                <a:gd name="connsiteX2186" fmla="*/ 142018 w 381000"/>
                <a:gd name="connsiteY2186" fmla="*/ 258223 h 342900"/>
                <a:gd name="connsiteX2187" fmla="*/ 141542 w 381000"/>
                <a:gd name="connsiteY2187" fmla="*/ 257651 h 342900"/>
                <a:gd name="connsiteX2188" fmla="*/ 141256 w 381000"/>
                <a:gd name="connsiteY2188" fmla="*/ 256794 h 342900"/>
                <a:gd name="connsiteX2189" fmla="*/ 141542 w 381000"/>
                <a:gd name="connsiteY2189" fmla="*/ 256223 h 342900"/>
                <a:gd name="connsiteX2190" fmla="*/ 141446 w 381000"/>
                <a:gd name="connsiteY2190" fmla="*/ 255746 h 342900"/>
                <a:gd name="connsiteX2191" fmla="*/ 141065 w 381000"/>
                <a:gd name="connsiteY2191" fmla="*/ 255365 h 342900"/>
                <a:gd name="connsiteX2192" fmla="*/ 140494 w 381000"/>
                <a:gd name="connsiteY2192" fmla="*/ 255079 h 342900"/>
                <a:gd name="connsiteX2193" fmla="*/ 138970 w 381000"/>
                <a:gd name="connsiteY2193" fmla="*/ 256794 h 342900"/>
                <a:gd name="connsiteX2194" fmla="*/ 138684 w 381000"/>
                <a:gd name="connsiteY2194" fmla="*/ 257270 h 342900"/>
                <a:gd name="connsiteX2195" fmla="*/ 138684 w 381000"/>
                <a:gd name="connsiteY2195" fmla="*/ 258223 h 342900"/>
                <a:gd name="connsiteX2196" fmla="*/ 138970 w 381000"/>
                <a:gd name="connsiteY2196" fmla="*/ 258699 h 342900"/>
                <a:gd name="connsiteX2197" fmla="*/ 139351 w 381000"/>
                <a:gd name="connsiteY2197" fmla="*/ 259080 h 342900"/>
                <a:gd name="connsiteX2198" fmla="*/ 139637 w 381000"/>
                <a:gd name="connsiteY2198" fmla="*/ 259842 h 342900"/>
                <a:gd name="connsiteX2199" fmla="*/ 139637 w 381000"/>
                <a:gd name="connsiteY2199" fmla="*/ 261747 h 342900"/>
                <a:gd name="connsiteX2200" fmla="*/ 138875 w 381000"/>
                <a:gd name="connsiteY2200" fmla="*/ 262795 h 342900"/>
                <a:gd name="connsiteX2201" fmla="*/ 137541 w 381000"/>
                <a:gd name="connsiteY2201" fmla="*/ 263271 h 342900"/>
                <a:gd name="connsiteX2202" fmla="*/ 136017 w 381000"/>
                <a:gd name="connsiteY2202" fmla="*/ 263366 h 342900"/>
                <a:gd name="connsiteX2203" fmla="*/ 136779 w 381000"/>
                <a:gd name="connsiteY2203" fmla="*/ 261461 h 342900"/>
                <a:gd name="connsiteX2204" fmla="*/ 137065 w 381000"/>
                <a:gd name="connsiteY2204" fmla="*/ 260414 h 342900"/>
                <a:gd name="connsiteX2205" fmla="*/ 137065 w 381000"/>
                <a:gd name="connsiteY2205" fmla="*/ 259366 h 342900"/>
                <a:gd name="connsiteX2206" fmla="*/ 136303 w 381000"/>
                <a:gd name="connsiteY2206" fmla="*/ 259747 h 342900"/>
                <a:gd name="connsiteX2207" fmla="*/ 135922 w 381000"/>
                <a:gd name="connsiteY2207" fmla="*/ 260223 h 342900"/>
                <a:gd name="connsiteX2208" fmla="*/ 135255 w 381000"/>
                <a:gd name="connsiteY2208" fmla="*/ 261557 h 342900"/>
                <a:gd name="connsiteX2209" fmla="*/ 134207 w 381000"/>
                <a:gd name="connsiteY2209" fmla="*/ 262985 h 342900"/>
                <a:gd name="connsiteX2210" fmla="*/ 133826 w 381000"/>
                <a:gd name="connsiteY2210" fmla="*/ 263366 h 342900"/>
                <a:gd name="connsiteX2211" fmla="*/ 132683 w 381000"/>
                <a:gd name="connsiteY2211" fmla="*/ 264033 h 342900"/>
                <a:gd name="connsiteX2212" fmla="*/ 132302 w 381000"/>
                <a:gd name="connsiteY2212" fmla="*/ 264605 h 342900"/>
                <a:gd name="connsiteX2213" fmla="*/ 132397 w 381000"/>
                <a:gd name="connsiteY2213" fmla="*/ 265557 h 342900"/>
                <a:gd name="connsiteX2214" fmla="*/ 132874 w 381000"/>
                <a:gd name="connsiteY2214" fmla="*/ 266510 h 342900"/>
                <a:gd name="connsiteX2215" fmla="*/ 133540 w 381000"/>
                <a:gd name="connsiteY2215" fmla="*/ 266891 h 342900"/>
                <a:gd name="connsiteX2216" fmla="*/ 134398 w 381000"/>
                <a:gd name="connsiteY2216" fmla="*/ 267081 h 342900"/>
                <a:gd name="connsiteX2217" fmla="*/ 135255 w 381000"/>
                <a:gd name="connsiteY2217" fmla="*/ 267367 h 342900"/>
                <a:gd name="connsiteX2218" fmla="*/ 135064 w 381000"/>
                <a:gd name="connsiteY2218" fmla="*/ 267081 h 342900"/>
                <a:gd name="connsiteX2219" fmla="*/ 134874 w 381000"/>
                <a:gd name="connsiteY2219" fmla="*/ 266414 h 342900"/>
                <a:gd name="connsiteX2220" fmla="*/ 136970 w 381000"/>
                <a:gd name="connsiteY2220" fmla="*/ 265367 h 342900"/>
                <a:gd name="connsiteX2221" fmla="*/ 137541 w 381000"/>
                <a:gd name="connsiteY2221" fmla="*/ 265271 h 342900"/>
                <a:gd name="connsiteX2222" fmla="*/ 139541 w 381000"/>
                <a:gd name="connsiteY2222" fmla="*/ 267367 h 342900"/>
                <a:gd name="connsiteX2223" fmla="*/ 140303 w 381000"/>
                <a:gd name="connsiteY2223" fmla="*/ 268891 h 342900"/>
                <a:gd name="connsiteX2224" fmla="*/ 142494 w 381000"/>
                <a:gd name="connsiteY2224" fmla="*/ 271748 h 342900"/>
                <a:gd name="connsiteX2225" fmla="*/ 143923 w 381000"/>
                <a:gd name="connsiteY2225" fmla="*/ 271748 h 342900"/>
                <a:gd name="connsiteX2226" fmla="*/ 143256 w 381000"/>
                <a:gd name="connsiteY2226" fmla="*/ 270986 h 342900"/>
                <a:gd name="connsiteX2227" fmla="*/ 143065 w 381000"/>
                <a:gd name="connsiteY2227" fmla="*/ 269843 h 342900"/>
                <a:gd name="connsiteX2228" fmla="*/ 144589 w 381000"/>
                <a:gd name="connsiteY2228" fmla="*/ 268700 h 342900"/>
                <a:gd name="connsiteX2229" fmla="*/ 145542 w 381000"/>
                <a:gd name="connsiteY2229" fmla="*/ 269177 h 342900"/>
                <a:gd name="connsiteX2230" fmla="*/ 146399 w 381000"/>
                <a:gd name="connsiteY2230" fmla="*/ 267938 h 342900"/>
                <a:gd name="connsiteX2231" fmla="*/ 148876 w 381000"/>
                <a:gd name="connsiteY2231" fmla="*/ 265652 h 342900"/>
                <a:gd name="connsiteX2232" fmla="*/ 147733 w 381000"/>
                <a:gd name="connsiteY2232" fmla="*/ 264700 h 342900"/>
                <a:gd name="connsiteX2233" fmla="*/ 145732 w 381000"/>
                <a:gd name="connsiteY2233" fmla="*/ 265176 h 342900"/>
                <a:gd name="connsiteX2234" fmla="*/ 145256 w 381000"/>
                <a:gd name="connsiteY2234" fmla="*/ 264890 h 342900"/>
                <a:gd name="connsiteX2235" fmla="*/ 144494 w 381000"/>
                <a:gd name="connsiteY2235" fmla="*/ 264700 h 342900"/>
                <a:gd name="connsiteX2236" fmla="*/ 143828 w 381000"/>
                <a:gd name="connsiteY2236" fmla="*/ 263366 h 342900"/>
                <a:gd name="connsiteX2237" fmla="*/ 143732 w 381000"/>
                <a:gd name="connsiteY2237" fmla="*/ 263176 h 342900"/>
                <a:gd name="connsiteX2238" fmla="*/ 144018 w 381000"/>
                <a:gd name="connsiteY2238" fmla="*/ 262700 h 342900"/>
                <a:gd name="connsiteX2239" fmla="*/ 144780 w 381000"/>
                <a:gd name="connsiteY2239" fmla="*/ 262223 h 342900"/>
                <a:gd name="connsiteX2240" fmla="*/ 145637 w 381000"/>
                <a:gd name="connsiteY2240" fmla="*/ 261842 h 342900"/>
                <a:gd name="connsiteX2241" fmla="*/ 146304 w 381000"/>
                <a:gd name="connsiteY2241" fmla="*/ 261747 h 342900"/>
                <a:gd name="connsiteX2242" fmla="*/ 147066 w 381000"/>
                <a:gd name="connsiteY2242" fmla="*/ 262033 h 342900"/>
                <a:gd name="connsiteX2243" fmla="*/ 149447 w 381000"/>
                <a:gd name="connsiteY2243" fmla="*/ 263557 h 342900"/>
                <a:gd name="connsiteX2244" fmla="*/ 150114 w 381000"/>
                <a:gd name="connsiteY2244" fmla="*/ 263366 h 342900"/>
                <a:gd name="connsiteX2245" fmla="*/ 151162 w 381000"/>
                <a:gd name="connsiteY2245" fmla="*/ 263462 h 342900"/>
                <a:gd name="connsiteX2246" fmla="*/ 151733 w 381000"/>
                <a:gd name="connsiteY2246" fmla="*/ 262985 h 342900"/>
                <a:gd name="connsiteX2247" fmla="*/ 152210 w 381000"/>
                <a:gd name="connsiteY2247" fmla="*/ 262509 h 342900"/>
                <a:gd name="connsiteX2248" fmla="*/ 152019 w 381000"/>
                <a:gd name="connsiteY2248" fmla="*/ 261175 h 342900"/>
                <a:gd name="connsiteX2249" fmla="*/ 151733 w 381000"/>
                <a:gd name="connsiteY2249" fmla="*/ 260509 h 342900"/>
                <a:gd name="connsiteX2250" fmla="*/ 149447 w 381000"/>
                <a:gd name="connsiteY2250" fmla="*/ 259652 h 342900"/>
                <a:gd name="connsiteX2251" fmla="*/ 149828 w 381000"/>
                <a:gd name="connsiteY2251" fmla="*/ 259556 h 342900"/>
                <a:gd name="connsiteX2252" fmla="*/ 150781 w 381000"/>
                <a:gd name="connsiteY2252" fmla="*/ 259556 h 342900"/>
                <a:gd name="connsiteX2253" fmla="*/ 151352 w 381000"/>
                <a:gd name="connsiteY2253" fmla="*/ 259652 h 342900"/>
                <a:gd name="connsiteX2254" fmla="*/ 150209 w 381000"/>
                <a:gd name="connsiteY2254" fmla="*/ 258032 h 342900"/>
                <a:gd name="connsiteX2255" fmla="*/ 148590 w 381000"/>
                <a:gd name="connsiteY2255" fmla="*/ 256985 h 342900"/>
                <a:gd name="connsiteX2256" fmla="*/ 147066 w 381000"/>
                <a:gd name="connsiteY2256" fmla="*/ 255651 h 342900"/>
                <a:gd name="connsiteX2257" fmla="*/ 146304 w 381000"/>
                <a:gd name="connsiteY2257" fmla="*/ 253079 h 342900"/>
                <a:gd name="connsiteX2258" fmla="*/ 146495 w 381000"/>
                <a:gd name="connsiteY2258" fmla="*/ 252889 h 342900"/>
                <a:gd name="connsiteX2259" fmla="*/ 146780 w 381000"/>
                <a:gd name="connsiteY2259" fmla="*/ 252794 h 342900"/>
                <a:gd name="connsiteX2260" fmla="*/ 146876 w 381000"/>
                <a:gd name="connsiteY2260" fmla="*/ 252603 h 342900"/>
                <a:gd name="connsiteX2261" fmla="*/ 146495 w 381000"/>
                <a:gd name="connsiteY2261" fmla="*/ 252032 h 342900"/>
                <a:gd name="connsiteX2262" fmla="*/ 146018 w 381000"/>
                <a:gd name="connsiteY2262" fmla="*/ 251841 h 342900"/>
                <a:gd name="connsiteX2263" fmla="*/ 145066 w 381000"/>
                <a:gd name="connsiteY2263" fmla="*/ 252222 h 342900"/>
                <a:gd name="connsiteX2264" fmla="*/ 144589 w 381000"/>
                <a:gd name="connsiteY2264" fmla="*/ 251841 h 342900"/>
                <a:gd name="connsiteX2265" fmla="*/ 144780 w 381000"/>
                <a:gd name="connsiteY2265" fmla="*/ 250984 h 342900"/>
                <a:gd name="connsiteX2266" fmla="*/ 145923 w 381000"/>
                <a:gd name="connsiteY2266" fmla="*/ 250317 h 342900"/>
                <a:gd name="connsiteX2267" fmla="*/ 148209 w 381000"/>
                <a:gd name="connsiteY2267" fmla="*/ 249650 h 342900"/>
                <a:gd name="connsiteX2268" fmla="*/ 148209 w 381000"/>
                <a:gd name="connsiteY2268" fmla="*/ 249269 h 342900"/>
                <a:gd name="connsiteX2269" fmla="*/ 147066 w 381000"/>
                <a:gd name="connsiteY2269" fmla="*/ 248984 h 342900"/>
                <a:gd name="connsiteX2270" fmla="*/ 145732 w 381000"/>
                <a:gd name="connsiteY2270" fmla="*/ 248412 h 342900"/>
                <a:gd name="connsiteX2271" fmla="*/ 145066 w 381000"/>
                <a:gd name="connsiteY2271" fmla="*/ 247841 h 342900"/>
                <a:gd name="connsiteX2272" fmla="*/ 145923 w 381000"/>
                <a:gd name="connsiteY2272" fmla="*/ 247555 h 342900"/>
                <a:gd name="connsiteX2273" fmla="*/ 148209 w 381000"/>
                <a:gd name="connsiteY2273" fmla="*/ 247650 h 342900"/>
                <a:gd name="connsiteX2274" fmla="*/ 149257 w 381000"/>
                <a:gd name="connsiteY2274" fmla="*/ 247555 h 342900"/>
                <a:gd name="connsiteX2275" fmla="*/ 151067 w 381000"/>
                <a:gd name="connsiteY2275" fmla="*/ 246888 h 342900"/>
                <a:gd name="connsiteX2276" fmla="*/ 151352 w 381000"/>
                <a:gd name="connsiteY2276" fmla="*/ 246888 h 342900"/>
                <a:gd name="connsiteX2277" fmla="*/ 151543 w 381000"/>
                <a:gd name="connsiteY2277" fmla="*/ 246793 h 342900"/>
                <a:gd name="connsiteX2278" fmla="*/ 151924 w 381000"/>
                <a:gd name="connsiteY2278" fmla="*/ 246317 h 342900"/>
                <a:gd name="connsiteX2279" fmla="*/ 152781 w 381000"/>
                <a:gd name="connsiteY2279" fmla="*/ 244031 h 342900"/>
                <a:gd name="connsiteX2280" fmla="*/ 152971 w 381000"/>
                <a:gd name="connsiteY2280" fmla="*/ 243840 h 342900"/>
                <a:gd name="connsiteX2281" fmla="*/ 153067 w 381000"/>
                <a:gd name="connsiteY2281" fmla="*/ 243554 h 342900"/>
                <a:gd name="connsiteX2282" fmla="*/ 153353 w 381000"/>
                <a:gd name="connsiteY2282" fmla="*/ 243650 h 342900"/>
                <a:gd name="connsiteX2283" fmla="*/ 153638 w 381000"/>
                <a:gd name="connsiteY2283" fmla="*/ 243935 h 342900"/>
                <a:gd name="connsiteX2284" fmla="*/ 153734 w 381000"/>
                <a:gd name="connsiteY2284" fmla="*/ 244316 h 342900"/>
                <a:gd name="connsiteX2285" fmla="*/ 153638 w 381000"/>
                <a:gd name="connsiteY2285" fmla="*/ 244602 h 342900"/>
                <a:gd name="connsiteX2286" fmla="*/ 153448 w 381000"/>
                <a:gd name="connsiteY2286" fmla="*/ 245269 h 342900"/>
                <a:gd name="connsiteX2287" fmla="*/ 153448 w 381000"/>
                <a:gd name="connsiteY2287" fmla="*/ 245650 h 342900"/>
                <a:gd name="connsiteX2288" fmla="*/ 153543 w 381000"/>
                <a:gd name="connsiteY2288" fmla="*/ 246317 h 342900"/>
                <a:gd name="connsiteX2289" fmla="*/ 154305 w 381000"/>
                <a:gd name="connsiteY2289" fmla="*/ 248031 h 342900"/>
                <a:gd name="connsiteX2290" fmla="*/ 154114 w 381000"/>
                <a:gd name="connsiteY2290" fmla="*/ 248317 h 342900"/>
                <a:gd name="connsiteX2291" fmla="*/ 154019 w 381000"/>
                <a:gd name="connsiteY2291" fmla="*/ 248698 h 342900"/>
                <a:gd name="connsiteX2292" fmla="*/ 154019 w 381000"/>
                <a:gd name="connsiteY2292" fmla="*/ 248984 h 342900"/>
                <a:gd name="connsiteX2293" fmla="*/ 154305 w 381000"/>
                <a:gd name="connsiteY2293" fmla="*/ 249269 h 342900"/>
                <a:gd name="connsiteX2294" fmla="*/ 154591 w 381000"/>
                <a:gd name="connsiteY2294" fmla="*/ 249269 h 342900"/>
                <a:gd name="connsiteX2295" fmla="*/ 154877 w 381000"/>
                <a:gd name="connsiteY2295" fmla="*/ 249269 h 342900"/>
                <a:gd name="connsiteX2296" fmla="*/ 155067 w 381000"/>
                <a:gd name="connsiteY2296" fmla="*/ 249365 h 342900"/>
                <a:gd name="connsiteX2297" fmla="*/ 155924 w 381000"/>
                <a:gd name="connsiteY2297" fmla="*/ 251174 h 342900"/>
                <a:gd name="connsiteX2298" fmla="*/ 156305 w 381000"/>
                <a:gd name="connsiteY2298" fmla="*/ 251746 h 342900"/>
                <a:gd name="connsiteX2299" fmla="*/ 156591 w 381000"/>
                <a:gd name="connsiteY2299" fmla="*/ 252794 h 342900"/>
                <a:gd name="connsiteX2300" fmla="*/ 156115 w 381000"/>
                <a:gd name="connsiteY2300" fmla="*/ 254032 h 342900"/>
                <a:gd name="connsiteX2301" fmla="*/ 155448 w 381000"/>
                <a:gd name="connsiteY2301" fmla="*/ 255365 h 342900"/>
                <a:gd name="connsiteX2302" fmla="*/ 155162 w 381000"/>
                <a:gd name="connsiteY2302" fmla="*/ 256699 h 342900"/>
                <a:gd name="connsiteX2303" fmla="*/ 155448 w 381000"/>
                <a:gd name="connsiteY2303" fmla="*/ 258128 h 342900"/>
                <a:gd name="connsiteX2304" fmla="*/ 156020 w 381000"/>
                <a:gd name="connsiteY2304" fmla="*/ 259080 h 342900"/>
                <a:gd name="connsiteX2305" fmla="*/ 156972 w 381000"/>
                <a:gd name="connsiteY2305" fmla="*/ 259556 h 342900"/>
                <a:gd name="connsiteX2306" fmla="*/ 158210 w 381000"/>
                <a:gd name="connsiteY2306" fmla="*/ 259747 h 342900"/>
                <a:gd name="connsiteX2307" fmla="*/ 159068 w 381000"/>
                <a:gd name="connsiteY2307" fmla="*/ 260604 h 342900"/>
                <a:gd name="connsiteX2308" fmla="*/ 159639 w 381000"/>
                <a:gd name="connsiteY2308" fmla="*/ 260890 h 342900"/>
                <a:gd name="connsiteX2309" fmla="*/ 159829 w 381000"/>
                <a:gd name="connsiteY2309" fmla="*/ 260318 h 342900"/>
                <a:gd name="connsiteX2310" fmla="*/ 159448 w 381000"/>
                <a:gd name="connsiteY2310" fmla="*/ 257461 h 342900"/>
                <a:gd name="connsiteX2311" fmla="*/ 159163 w 381000"/>
                <a:gd name="connsiteY2311" fmla="*/ 256604 h 342900"/>
                <a:gd name="connsiteX2312" fmla="*/ 158782 w 381000"/>
                <a:gd name="connsiteY2312" fmla="*/ 255746 h 342900"/>
                <a:gd name="connsiteX2313" fmla="*/ 159068 w 381000"/>
                <a:gd name="connsiteY2313" fmla="*/ 255651 h 342900"/>
                <a:gd name="connsiteX2314" fmla="*/ 159163 w 381000"/>
                <a:gd name="connsiteY2314" fmla="*/ 255556 h 342900"/>
                <a:gd name="connsiteX2315" fmla="*/ 159258 w 381000"/>
                <a:gd name="connsiteY2315" fmla="*/ 255556 h 342900"/>
                <a:gd name="connsiteX2316" fmla="*/ 159544 w 381000"/>
                <a:gd name="connsiteY2316" fmla="*/ 255746 h 342900"/>
                <a:gd name="connsiteX2317" fmla="*/ 160496 w 381000"/>
                <a:gd name="connsiteY2317" fmla="*/ 253651 h 342900"/>
                <a:gd name="connsiteX2318" fmla="*/ 161639 w 381000"/>
                <a:gd name="connsiteY2318" fmla="*/ 253937 h 342900"/>
                <a:gd name="connsiteX2319" fmla="*/ 163068 w 381000"/>
                <a:gd name="connsiteY2319" fmla="*/ 254699 h 342900"/>
                <a:gd name="connsiteX2320" fmla="*/ 164878 w 381000"/>
                <a:gd name="connsiteY2320" fmla="*/ 254127 h 342900"/>
                <a:gd name="connsiteX2321" fmla="*/ 165354 w 381000"/>
                <a:gd name="connsiteY2321" fmla="*/ 253365 h 342900"/>
                <a:gd name="connsiteX2322" fmla="*/ 165926 w 381000"/>
                <a:gd name="connsiteY2322" fmla="*/ 250222 h 342900"/>
                <a:gd name="connsiteX2323" fmla="*/ 166402 w 381000"/>
                <a:gd name="connsiteY2323" fmla="*/ 248412 h 342900"/>
                <a:gd name="connsiteX2324" fmla="*/ 166592 w 381000"/>
                <a:gd name="connsiteY2324" fmla="*/ 247555 h 342900"/>
                <a:gd name="connsiteX2325" fmla="*/ 166688 w 381000"/>
                <a:gd name="connsiteY2325" fmla="*/ 246317 h 342900"/>
                <a:gd name="connsiteX2326" fmla="*/ 165735 w 381000"/>
                <a:gd name="connsiteY2326" fmla="*/ 246888 h 342900"/>
                <a:gd name="connsiteX2327" fmla="*/ 164878 w 381000"/>
                <a:gd name="connsiteY2327" fmla="*/ 246793 h 342900"/>
                <a:gd name="connsiteX2328" fmla="*/ 163925 w 381000"/>
                <a:gd name="connsiteY2328" fmla="*/ 246602 h 342900"/>
                <a:gd name="connsiteX2329" fmla="*/ 162782 w 381000"/>
                <a:gd name="connsiteY2329" fmla="*/ 246793 h 342900"/>
                <a:gd name="connsiteX2330" fmla="*/ 161163 w 381000"/>
                <a:gd name="connsiteY2330" fmla="*/ 248317 h 342900"/>
                <a:gd name="connsiteX2331" fmla="*/ 160496 w 381000"/>
                <a:gd name="connsiteY2331" fmla="*/ 248698 h 342900"/>
                <a:gd name="connsiteX2332" fmla="*/ 159925 w 381000"/>
                <a:gd name="connsiteY2332" fmla="*/ 248412 h 342900"/>
                <a:gd name="connsiteX2333" fmla="*/ 159353 w 381000"/>
                <a:gd name="connsiteY2333" fmla="*/ 247650 h 342900"/>
                <a:gd name="connsiteX2334" fmla="*/ 158496 w 381000"/>
                <a:gd name="connsiteY2334" fmla="*/ 247079 h 342900"/>
                <a:gd name="connsiteX2335" fmla="*/ 157544 w 381000"/>
                <a:gd name="connsiteY2335" fmla="*/ 245840 h 342900"/>
                <a:gd name="connsiteX2336" fmla="*/ 156686 w 381000"/>
                <a:gd name="connsiteY2336" fmla="*/ 244412 h 342900"/>
                <a:gd name="connsiteX2337" fmla="*/ 156210 w 381000"/>
                <a:gd name="connsiteY2337" fmla="*/ 243269 h 342900"/>
                <a:gd name="connsiteX2338" fmla="*/ 156115 w 381000"/>
                <a:gd name="connsiteY2338" fmla="*/ 242221 h 342900"/>
                <a:gd name="connsiteX2339" fmla="*/ 156401 w 381000"/>
                <a:gd name="connsiteY2339" fmla="*/ 240983 h 342900"/>
                <a:gd name="connsiteX2340" fmla="*/ 156972 w 381000"/>
                <a:gd name="connsiteY2340" fmla="*/ 240125 h 342900"/>
                <a:gd name="connsiteX2341" fmla="*/ 157829 w 381000"/>
                <a:gd name="connsiteY2341" fmla="*/ 240411 h 342900"/>
                <a:gd name="connsiteX2342" fmla="*/ 158782 w 381000"/>
                <a:gd name="connsiteY2342" fmla="*/ 242411 h 342900"/>
                <a:gd name="connsiteX2343" fmla="*/ 159544 w 381000"/>
                <a:gd name="connsiteY2343" fmla="*/ 243078 h 342900"/>
                <a:gd name="connsiteX2344" fmla="*/ 160687 w 381000"/>
                <a:gd name="connsiteY2344" fmla="*/ 242602 h 342900"/>
                <a:gd name="connsiteX2345" fmla="*/ 162687 w 381000"/>
                <a:gd name="connsiteY2345" fmla="*/ 240983 h 342900"/>
                <a:gd name="connsiteX2346" fmla="*/ 163163 w 381000"/>
                <a:gd name="connsiteY2346" fmla="*/ 240411 h 342900"/>
                <a:gd name="connsiteX2347" fmla="*/ 163354 w 381000"/>
                <a:gd name="connsiteY2347" fmla="*/ 240030 h 342900"/>
                <a:gd name="connsiteX2348" fmla="*/ 163735 w 381000"/>
                <a:gd name="connsiteY2348" fmla="*/ 238887 h 342900"/>
                <a:gd name="connsiteX2349" fmla="*/ 163639 w 381000"/>
                <a:gd name="connsiteY2349" fmla="*/ 238506 h 342900"/>
                <a:gd name="connsiteX2350" fmla="*/ 163544 w 381000"/>
                <a:gd name="connsiteY2350" fmla="*/ 237744 h 342900"/>
                <a:gd name="connsiteX2351" fmla="*/ 163639 w 381000"/>
                <a:gd name="connsiteY2351" fmla="*/ 237268 h 342900"/>
                <a:gd name="connsiteX2352" fmla="*/ 164211 w 381000"/>
                <a:gd name="connsiteY2352" fmla="*/ 237744 h 342900"/>
                <a:gd name="connsiteX2353" fmla="*/ 164497 w 381000"/>
                <a:gd name="connsiteY2353" fmla="*/ 238411 h 342900"/>
                <a:gd name="connsiteX2354" fmla="*/ 164592 w 381000"/>
                <a:gd name="connsiteY2354" fmla="*/ 238887 h 342900"/>
                <a:gd name="connsiteX2355" fmla="*/ 164878 w 381000"/>
                <a:gd name="connsiteY2355" fmla="*/ 239173 h 342900"/>
                <a:gd name="connsiteX2356" fmla="*/ 165545 w 381000"/>
                <a:gd name="connsiteY2356" fmla="*/ 239268 h 342900"/>
                <a:gd name="connsiteX2357" fmla="*/ 167640 w 381000"/>
                <a:gd name="connsiteY2357" fmla="*/ 239268 h 342900"/>
                <a:gd name="connsiteX2358" fmla="*/ 168021 w 381000"/>
                <a:gd name="connsiteY2358" fmla="*/ 239363 h 342900"/>
                <a:gd name="connsiteX2359" fmla="*/ 168593 w 381000"/>
                <a:gd name="connsiteY2359" fmla="*/ 239554 h 342900"/>
                <a:gd name="connsiteX2360" fmla="*/ 169354 w 381000"/>
                <a:gd name="connsiteY2360" fmla="*/ 240221 h 342900"/>
                <a:gd name="connsiteX2361" fmla="*/ 169640 w 381000"/>
                <a:gd name="connsiteY2361" fmla="*/ 239935 h 342900"/>
                <a:gd name="connsiteX2362" fmla="*/ 170021 w 381000"/>
                <a:gd name="connsiteY2362" fmla="*/ 239935 h 342900"/>
                <a:gd name="connsiteX2363" fmla="*/ 170497 w 381000"/>
                <a:gd name="connsiteY2363" fmla="*/ 240030 h 342900"/>
                <a:gd name="connsiteX2364" fmla="*/ 171069 w 381000"/>
                <a:gd name="connsiteY2364" fmla="*/ 240221 h 342900"/>
                <a:gd name="connsiteX2365" fmla="*/ 172498 w 381000"/>
                <a:gd name="connsiteY2365" fmla="*/ 240125 h 342900"/>
                <a:gd name="connsiteX2366" fmla="*/ 173641 w 381000"/>
                <a:gd name="connsiteY2366" fmla="*/ 239173 h 342900"/>
                <a:gd name="connsiteX2367" fmla="*/ 174212 w 381000"/>
                <a:gd name="connsiteY2367" fmla="*/ 237554 h 342900"/>
                <a:gd name="connsiteX2368" fmla="*/ 174403 w 381000"/>
                <a:gd name="connsiteY2368" fmla="*/ 235458 h 342900"/>
                <a:gd name="connsiteX2369" fmla="*/ 174974 w 381000"/>
                <a:gd name="connsiteY2369" fmla="*/ 235934 h 342900"/>
                <a:gd name="connsiteX2370" fmla="*/ 175355 w 381000"/>
                <a:gd name="connsiteY2370" fmla="*/ 236601 h 342900"/>
                <a:gd name="connsiteX2371" fmla="*/ 175927 w 381000"/>
                <a:gd name="connsiteY2371" fmla="*/ 238125 h 342900"/>
                <a:gd name="connsiteX2372" fmla="*/ 177260 w 381000"/>
                <a:gd name="connsiteY2372" fmla="*/ 237268 h 342900"/>
                <a:gd name="connsiteX2373" fmla="*/ 178689 w 381000"/>
                <a:gd name="connsiteY2373" fmla="*/ 237268 h 342900"/>
                <a:gd name="connsiteX2374" fmla="*/ 179356 w 381000"/>
                <a:gd name="connsiteY2374" fmla="*/ 236792 h 342900"/>
                <a:gd name="connsiteX2375" fmla="*/ 178403 w 381000"/>
                <a:gd name="connsiteY2375" fmla="*/ 234506 h 342900"/>
                <a:gd name="connsiteX2376" fmla="*/ 179642 w 381000"/>
                <a:gd name="connsiteY2376" fmla="*/ 234410 h 342900"/>
                <a:gd name="connsiteX2377" fmla="*/ 180499 w 381000"/>
                <a:gd name="connsiteY2377" fmla="*/ 233553 h 342900"/>
                <a:gd name="connsiteX2378" fmla="*/ 181165 w 381000"/>
                <a:gd name="connsiteY2378" fmla="*/ 232410 h 342900"/>
                <a:gd name="connsiteX2379" fmla="*/ 182023 w 381000"/>
                <a:gd name="connsiteY2379" fmla="*/ 231458 h 342900"/>
                <a:gd name="connsiteX2380" fmla="*/ 181928 w 381000"/>
                <a:gd name="connsiteY2380" fmla="*/ 232220 h 342900"/>
                <a:gd name="connsiteX2381" fmla="*/ 181737 w 381000"/>
                <a:gd name="connsiteY2381" fmla="*/ 232791 h 342900"/>
                <a:gd name="connsiteX2382" fmla="*/ 181451 w 381000"/>
                <a:gd name="connsiteY2382" fmla="*/ 233267 h 342900"/>
                <a:gd name="connsiteX2383" fmla="*/ 181261 w 381000"/>
                <a:gd name="connsiteY2383" fmla="*/ 233648 h 342900"/>
                <a:gd name="connsiteX2384" fmla="*/ 181165 w 381000"/>
                <a:gd name="connsiteY2384" fmla="*/ 234410 h 342900"/>
                <a:gd name="connsiteX2385" fmla="*/ 181261 w 381000"/>
                <a:gd name="connsiteY2385" fmla="*/ 239173 h 342900"/>
                <a:gd name="connsiteX2386" fmla="*/ 181165 w 381000"/>
                <a:gd name="connsiteY2386" fmla="*/ 239649 h 342900"/>
                <a:gd name="connsiteX2387" fmla="*/ 181070 w 381000"/>
                <a:gd name="connsiteY2387" fmla="*/ 240125 h 342900"/>
                <a:gd name="connsiteX2388" fmla="*/ 181070 w 381000"/>
                <a:gd name="connsiteY2388" fmla="*/ 240602 h 342900"/>
                <a:gd name="connsiteX2389" fmla="*/ 181356 w 381000"/>
                <a:gd name="connsiteY2389" fmla="*/ 241078 h 342900"/>
                <a:gd name="connsiteX2390" fmla="*/ 181832 w 381000"/>
                <a:gd name="connsiteY2390" fmla="*/ 241268 h 342900"/>
                <a:gd name="connsiteX2391" fmla="*/ 183071 w 381000"/>
                <a:gd name="connsiteY2391" fmla="*/ 241364 h 342900"/>
                <a:gd name="connsiteX2392" fmla="*/ 183832 w 381000"/>
                <a:gd name="connsiteY2392" fmla="*/ 241554 h 342900"/>
                <a:gd name="connsiteX2393" fmla="*/ 184404 w 381000"/>
                <a:gd name="connsiteY2393" fmla="*/ 241459 h 342900"/>
                <a:gd name="connsiteX2394" fmla="*/ 184690 w 381000"/>
                <a:gd name="connsiteY2394" fmla="*/ 241554 h 342900"/>
                <a:gd name="connsiteX2395" fmla="*/ 184785 w 381000"/>
                <a:gd name="connsiteY2395" fmla="*/ 241840 h 342900"/>
                <a:gd name="connsiteX2396" fmla="*/ 184785 w 381000"/>
                <a:gd name="connsiteY2396" fmla="*/ 242792 h 342900"/>
                <a:gd name="connsiteX2397" fmla="*/ 184880 w 381000"/>
                <a:gd name="connsiteY2397" fmla="*/ 243173 h 342900"/>
                <a:gd name="connsiteX2398" fmla="*/ 185833 w 381000"/>
                <a:gd name="connsiteY2398" fmla="*/ 243745 h 342900"/>
                <a:gd name="connsiteX2399" fmla="*/ 188309 w 381000"/>
                <a:gd name="connsiteY2399" fmla="*/ 243650 h 342900"/>
                <a:gd name="connsiteX2400" fmla="*/ 189452 w 381000"/>
                <a:gd name="connsiteY2400" fmla="*/ 243840 h 342900"/>
                <a:gd name="connsiteX2401" fmla="*/ 189452 w 381000"/>
                <a:gd name="connsiteY2401" fmla="*/ 242888 h 342900"/>
                <a:gd name="connsiteX2402" fmla="*/ 189547 w 381000"/>
                <a:gd name="connsiteY2402" fmla="*/ 241935 h 342900"/>
                <a:gd name="connsiteX2403" fmla="*/ 189833 w 381000"/>
                <a:gd name="connsiteY2403" fmla="*/ 241173 h 342900"/>
                <a:gd name="connsiteX2404" fmla="*/ 190405 w 381000"/>
                <a:gd name="connsiteY2404" fmla="*/ 240887 h 342900"/>
                <a:gd name="connsiteX2405" fmla="*/ 191643 w 381000"/>
                <a:gd name="connsiteY2405" fmla="*/ 240983 h 342900"/>
                <a:gd name="connsiteX2406" fmla="*/ 192214 w 381000"/>
                <a:gd name="connsiteY2406" fmla="*/ 241364 h 342900"/>
                <a:gd name="connsiteX2407" fmla="*/ 193357 w 381000"/>
                <a:gd name="connsiteY2407" fmla="*/ 242888 h 342900"/>
                <a:gd name="connsiteX2408" fmla="*/ 194596 w 381000"/>
                <a:gd name="connsiteY2408" fmla="*/ 242792 h 342900"/>
                <a:gd name="connsiteX2409" fmla="*/ 195453 w 381000"/>
                <a:gd name="connsiteY2409" fmla="*/ 241173 h 342900"/>
                <a:gd name="connsiteX2410" fmla="*/ 196310 w 381000"/>
                <a:gd name="connsiteY2410" fmla="*/ 240316 h 342900"/>
                <a:gd name="connsiteX2411" fmla="*/ 197548 w 381000"/>
                <a:gd name="connsiteY2411" fmla="*/ 242697 h 342900"/>
                <a:gd name="connsiteX2412" fmla="*/ 196310 w 381000"/>
                <a:gd name="connsiteY2412" fmla="*/ 243173 h 342900"/>
                <a:gd name="connsiteX2413" fmla="*/ 195739 w 381000"/>
                <a:gd name="connsiteY2413" fmla="*/ 243554 h 342900"/>
                <a:gd name="connsiteX2414" fmla="*/ 195834 w 381000"/>
                <a:gd name="connsiteY2414" fmla="*/ 244126 h 342900"/>
                <a:gd name="connsiteX2415" fmla="*/ 196596 w 381000"/>
                <a:gd name="connsiteY2415" fmla="*/ 245174 h 342900"/>
                <a:gd name="connsiteX2416" fmla="*/ 197263 w 381000"/>
                <a:gd name="connsiteY2416" fmla="*/ 245459 h 342900"/>
                <a:gd name="connsiteX2417" fmla="*/ 200501 w 381000"/>
                <a:gd name="connsiteY2417" fmla="*/ 245840 h 342900"/>
                <a:gd name="connsiteX2418" fmla="*/ 200215 w 381000"/>
                <a:gd name="connsiteY2418" fmla="*/ 246221 h 342900"/>
                <a:gd name="connsiteX2419" fmla="*/ 199739 w 381000"/>
                <a:gd name="connsiteY2419" fmla="*/ 246317 h 342900"/>
                <a:gd name="connsiteX2420" fmla="*/ 198692 w 381000"/>
                <a:gd name="connsiteY2420" fmla="*/ 246317 h 342900"/>
                <a:gd name="connsiteX2421" fmla="*/ 198692 w 381000"/>
                <a:gd name="connsiteY2421" fmla="*/ 247269 h 342900"/>
                <a:gd name="connsiteX2422" fmla="*/ 200311 w 381000"/>
                <a:gd name="connsiteY2422" fmla="*/ 247364 h 342900"/>
                <a:gd name="connsiteX2423" fmla="*/ 201454 w 381000"/>
                <a:gd name="connsiteY2423" fmla="*/ 246983 h 342900"/>
                <a:gd name="connsiteX2424" fmla="*/ 202787 w 381000"/>
                <a:gd name="connsiteY2424" fmla="*/ 245269 h 342900"/>
                <a:gd name="connsiteX2425" fmla="*/ 203549 w 381000"/>
                <a:gd name="connsiteY2425" fmla="*/ 243935 h 342900"/>
                <a:gd name="connsiteX2426" fmla="*/ 202787 w 381000"/>
                <a:gd name="connsiteY2426" fmla="*/ 243078 h 342900"/>
                <a:gd name="connsiteX2427" fmla="*/ 202597 w 381000"/>
                <a:gd name="connsiteY2427" fmla="*/ 243745 h 342900"/>
                <a:gd name="connsiteX2428" fmla="*/ 202216 w 381000"/>
                <a:gd name="connsiteY2428" fmla="*/ 244221 h 342900"/>
                <a:gd name="connsiteX2429" fmla="*/ 201739 w 381000"/>
                <a:gd name="connsiteY2429" fmla="*/ 244412 h 342900"/>
                <a:gd name="connsiteX2430" fmla="*/ 201263 w 381000"/>
                <a:gd name="connsiteY2430" fmla="*/ 243935 h 342900"/>
                <a:gd name="connsiteX2431" fmla="*/ 201644 w 381000"/>
                <a:gd name="connsiteY2431" fmla="*/ 241364 h 342900"/>
                <a:gd name="connsiteX2432" fmla="*/ 201739 w 381000"/>
                <a:gd name="connsiteY2432" fmla="*/ 240030 h 342900"/>
                <a:gd name="connsiteX2433" fmla="*/ 201739 w 381000"/>
                <a:gd name="connsiteY2433" fmla="*/ 239554 h 342900"/>
                <a:gd name="connsiteX2434" fmla="*/ 201644 w 381000"/>
                <a:gd name="connsiteY2434" fmla="*/ 239173 h 342900"/>
                <a:gd name="connsiteX2435" fmla="*/ 201263 w 381000"/>
                <a:gd name="connsiteY2435" fmla="*/ 238601 h 342900"/>
                <a:gd name="connsiteX2436" fmla="*/ 200787 w 381000"/>
                <a:gd name="connsiteY2436" fmla="*/ 238316 h 342900"/>
                <a:gd name="connsiteX2437" fmla="*/ 200501 w 381000"/>
                <a:gd name="connsiteY2437" fmla="*/ 238030 h 342900"/>
                <a:gd name="connsiteX2438" fmla="*/ 200882 w 381000"/>
                <a:gd name="connsiteY2438" fmla="*/ 237363 h 342900"/>
                <a:gd name="connsiteX2439" fmla="*/ 201549 w 381000"/>
                <a:gd name="connsiteY2439" fmla="*/ 237649 h 342900"/>
                <a:gd name="connsiteX2440" fmla="*/ 202597 w 381000"/>
                <a:gd name="connsiteY2440" fmla="*/ 237649 h 342900"/>
                <a:gd name="connsiteX2441" fmla="*/ 203645 w 381000"/>
                <a:gd name="connsiteY2441" fmla="*/ 237458 h 342900"/>
                <a:gd name="connsiteX2442" fmla="*/ 204311 w 381000"/>
                <a:gd name="connsiteY2442" fmla="*/ 237077 h 342900"/>
                <a:gd name="connsiteX2443" fmla="*/ 204692 w 381000"/>
                <a:gd name="connsiteY2443" fmla="*/ 236220 h 342900"/>
                <a:gd name="connsiteX2444" fmla="*/ 204597 w 381000"/>
                <a:gd name="connsiteY2444" fmla="*/ 235458 h 342900"/>
                <a:gd name="connsiteX2445" fmla="*/ 204311 w 381000"/>
                <a:gd name="connsiteY2445" fmla="*/ 234601 h 342900"/>
                <a:gd name="connsiteX2446" fmla="*/ 204121 w 381000"/>
                <a:gd name="connsiteY2446" fmla="*/ 233458 h 342900"/>
                <a:gd name="connsiteX2447" fmla="*/ 203263 w 381000"/>
                <a:gd name="connsiteY2447" fmla="*/ 233553 h 342900"/>
                <a:gd name="connsiteX2448" fmla="*/ 198025 w 381000"/>
                <a:gd name="connsiteY2448" fmla="*/ 236315 h 342900"/>
                <a:gd name="connsiteX2449" fmla="*/ 198025 w 381000"/>
                <a:gd name="connsiteY2449" fmla="*/ 235839 h 342900"/>
                <a:gd name="connsiteX2450" fmla="*/ 198596 w 381000"/>
                <a:gd name="connsiteY2450" fmla="*/ 235268 h 342900"/>
                <a:gd name="connsiteX2451" fmla="*/ 198692 w 381000"/>
                <a:gd name="connsiteY2451" fmla="*/ 234410 h 342900"/>
                <a:gd name="connsiteX2452" fmla="*/ 198977 w 381000"/>
                <a:gd name="connsiteY2452" fmla="*/ 233553 h 342900"/>
                <a:gd name="connsiteX2453" fmla="*/ 201073 w 381000"/>
                <a:gd name="connsiteY2453" fmla="*/ 232982 h 342900"/>
                <a:gd name="connsiteX2454" fmla="*/ 202882 w 381000"/>
                <a:gd name="connsiteY2454" fmla="*/ 232029 h 342900"/>
                <a:gd name="connsiteX2455" fmla="*/ 203835 w 381000"/>
                <a:gd name="connsiteY2455" fmla="*/ 231839 h 342900"/>
                <a:gd name="connsiteX2456" fmla="*/ 203263 w 381000"/>
                <a:gd name="connsiteY2456" fmla="*/ 230981 h 342900"/>
                <a:gd name="connsiteX2457" fmla="*/ 203263 w 381000"/>
                <a:gd name="connsiteY2457" fmla="*/ 230505 h 342900"/>
                <a:gd name="connsiteX2458" fmla="*/ 203740 w 381000"/>
                <a:gd name="connsiteY2458" fmla="*/ 230315 h 342900"/>
                <a:gd name="connsiteX2459" fmla="*/ 205454 w 381000"/>
                <a:gd name="connsiteY2459" fmla="*/ 230029 h 342900"/>
                <a:gd name="connsiteX2460" fmla="*/ 206216 w 381000"/>
                <a:gd name="connsiteY2460" fmla="*/ 230124 h 342900"/>
                <a:gd name="connsiteX2461" fmla="*/ 209074 w 381000"/>
                <a:gd name="connsiteY2461" fmla="*/ 231077 h 342900"/>
                <a:gd name="connsiteX2462" fmla="*/ 209455 w 381000"/>
                <a:gd name="connsiteY2462" fmla="*/ 231362 h 342900"/>
                <a:gd name="connsiteX2463" fmla="*/ 209931 w 381000"/>
                <a:gd name="connsiteY2463" fmla="*/ 231934 h 342900"/>
                <a:gd name="connsiteX2464" fmla="*/ 210121 w 381000"/>
                <a:gd name="connsiteY2464" fmla="*/ 232315 h 342900"/>
                <a:gd name="connsiteX2465" fmla="*/ 210121 w 381000"/>
                <a:gd name="connsiteY2465" fmla="*/ 232696 h 342900"/>
                <a:gd name="connsiteX2466" fmla="*/ 210312 w 381000"/>
                <a:gd name="connsiteY2466" fmla="*/ 233077 h 342900"/>
                <a:gd name="connsiteX2467" fmla="*/ 210884 w 381000"/>
                <a:gd name="connsiteY2467" fmla="*/ 233172 h 342900"/>
                <a:gd name="connsiteX2468" fmla="*/ 211931 w 381000"/>
                <a:gd name="connsiteY2468" fmla="*/ 233172 h 342900"/>
                <a:gd name="connsiteX2469" fmla="*/ 212407 w 381000"/>
                <a:gd name="connsiteY2469" fmla="*/ 233077 h 342900"/>
                <a:gd name="connsiteX2470" fmla="*/ 212884 w 381000"/>
                <a:gd name="connsiteY2470" fmla="*/ 232791 h 342900"/>
                <a:gd name="connsiteX2471" fmla="*/ 212503 w 381000"/>
                <a:gd name="connsiteY2471" fmla="*/ 232696 h 342900"/>
                <a:gd name="connsiteX2472" fmla="*/ 211836 w 381000"/>
                <a:gd name="connsiteY2472" fmla="*/ 232410 h 342900"/>
                <a:gd name="connsiteX2473" fmla="*/ 211455 w 381000"/>
                <a:gd name="connsiteY2473" fmla="*/ 232315 h 342900"/>
                <a:gd name="connsiteX2474" fmla="*/ 211741 w 381000"/>
                <a:gd name="connsiteY2474" fmla="*/ 231458 h 342900"/>
                <a:gd name="connsiteX2475" fmla="*/ 211646 w 381000"/>
                <a:gd name="connsiteY2475" fmla="*/ 230886 h 342900"/>
                <a:gd name="connsiteX2476" fmla="*/ 210788 w 381000"/>
                <a:gd name="connsiteY2476" fmla="*/ 229743 h 342900"/>
                <a:gd name="connsiteX2477" fmla="*/ 210312 w 381000"/>
                <a:gd name="connsiteY2477" fmla="*/ 228981 h 342900"/>
                <a:gd name="connsiteX2478" fmla="*/ 210121 w 381000"/>
                <a:gd name="connsiteY2478" fmla="*/ 228410 h 342900"/>
                <a:gd name="connsiteX2479" fmla="*/ 209740 w 381000"/>
                <a:gd name="connsiteY2479" fmla="*/ 226695 h 342900"/>
                <a:gd name="connsiteX2480" fmla="*/ 209074 w 381000"/>
                <a:gd name="connsiteY2480" fmla="*/ 225266 h 342900"/>
                <a:gd name="connsiteX2481" fmla="*/ 209074 w 381000"/>
                <a:gd name="connsiteY2481" fmla="*/ 224600 h 342900"/>
                <a:gd name="connsiteX2482" fmla="*/ 209740 w 381000"/>
                <a:gd name="connsiteY2482" fmla="*/ 223552 h 342900"/>
                <a:gd name="connsiteX2483" fmla="*/ 210312 w 381000"/>
                <a:gd name="connsiteY2483" fmla="*/ 222980 h 342900"/>
                <a:gd name="connsiteX2484" fmla="*/ 210598 w 381000"/>
                <a:gd name="connsiteY2484" fmla="*/ 223171 h 342900"/>
                <a:gd name="connsiteX2485" fmla="*/ 211074 w 381000"/>
                <a:gd name="connsiteY2485" fmla="*/ 224885 h 342900"/>
                <a:gd name="connsiteX2486" fmla="*/ 210884 w 381000"/>
                <a:gd name="connsiteY2486" fmla="*/ 225362 h 342900"/>
                <a:gd name="connsiteX2487" fmla="*/ 211360 w 381000"/>
                <a:gd name="connsiteY2487" fmla="*/ 226695 h 342900"/>
                <a:gd name="connsiteX2488" fmla="*/ 211169 w 381000"/>
                <a:gd name="connsiteY2488" fmla="*/ 227648 h 342900"/>
                <a:gd name="connsiteX2489" fmla="*/ 212217 w 381000"/>
                <a:gd name="connsiteY2489" fmla="*/ 227267 h 342900"/>
                <a:gd name="connsiteX2490" fmla="*/ 212979 w 381000"/>
                <a:gd name="connsiteY2490" fmla="*/ 227838 h 342900"/>
                <a:gd name="connsiteX2491" fmla="*/ 213646 w 381000"/>
                <a:gd name="connsiteY2491" fmla="*/ 228791 h 342900"/>
                <a:gd name="connsiteX2492" fmla="*/ 214503 w 381000"/>
                <a:gd name="connsiteY2492" fmla="*/ 229457 h 342900"/>
                <a:gd name="connsiteX2493" fmla="*/ 214503 w 381000"/>
                <a:gd name="connsiteY2493" fmla="*/ 228505 h 342900"/>
                <a:gd name="connsiteX2494" fmla="*/ 214884 w 381000"/>
                <a:gd name="connsiteY2494" fmla="*/ 227933 h 342900"/>
                <a:gd name="connsiteX2495" fmla="*/ 215360 w 381000"/>
                <a:gd name="connsiteY2495" fmla="*/ 227743 h 342900"/>
                <a:gd name="connsiteX2496" fmla="*/ 215551 w 381000"/>
                <a:gd name="connsiteY2496" fmla="*/ 227933 h 342900"/>
                <a:gd name="connsiteX2497" fmla="*/ 215551 w 381000"/>
                <a:gd name="connsiteY2497" fmla="*/ 230696 h 342900"/>
                <a:gd name="connsiteX2498" fmla="*/ 216122 w 381000"/>
                <a:gd name="connsiteY2498" fmla="*/ 230886 h 342900"/>
                <a:gd name="connsiteX2499" fmla="*/ 216789 w 381000"/>
                <a:gd name="connsiteY2499" fmla="*/ 230981 h 342900"/>
                <a:gd name="connsiteX2500" fmla="*/ 217361 w 381000"/>
                <a:gd name="connsiteY2500" fmla="*/ 232029 h 342900"/>
                <a:gd name="connsiteX2501" fmla="*/ 218599 w 381000"/>
                <a:gd name="connsiteY2501" fmla="*/ 232600 h 342900"/>
                <a:gd name="connsiteX2502" fmla="*/ 219170 w 381000"/>
                <a:gd name="connsiteY2502" fmla="*/ 232315 h 342900"/>
                <a:gd name="connsiteX2503" fmla="*/ 219646 w 381000"/>
                <a:gd name="connsiteY2503" fmla="*/ 230505 h 342900"/>
                <a:gd name="connsiteX2504" fmla="*/ 220028 w 381000"/>
                <a:gd name="connsiteY2504" fmla="*/ 231172 h 342900"/>
                <a:gd name="connsiteX2505" fmla="*/ 220218 w 381000"/>
                <a:gd name="connsiteY2505" fmla="*/ 232315 h 342900"/>
                <a:gd name="connsiteX2506" fmla="*/ 223647 w 381000"/>
                <a:gd name="connsiteY2506" fmla="*/ 232220 h 342900"/>
                <a:gd name="connsiteX2507" fmla="*/ 224980 w 381000"/>
                <a:gd name="connsiteY2507" fmla="*/ 232410 h 342900"/>
                <a:gd name="connsiteX2508" fmla="*/ 225362 w 381000"/>
                <a:gd name="connsiteY2508" fmla="*/ 230886 h 342900"/>
                <a:gd name="connsiteX2509" fmla="*/ 225838 w 381000"/>
                <a:gd name="connsiteY2509" fmla="*/ 229838 h 342900"/>
                <a:gd name="connsiteX2510" fmla="*/ 226219 w 381000"/>
                <a:gd name="connsiteY2510" fmla="*/ 229934 h 342900"/>
                <a:gd name="connsiteX2511" fmla="*/ 226219 w 381000"/>
                <a:gd name="connsiteY2511" fmla="*/ 231172 h 342900"/>
                <a:gd name="connsiteX2512" fmla="*/ 226219 w 381000"/>
                <a:gd name="connsiteY2512" fmla="*/ 232505 h 342900"/>
                <a:gd name="connsiteX2513" fmla="*/ 226981 w 381000"/>
                <a:gd name="connsiteY2513" fmla="*/ 232410 h 342900"/>
                <a:gd name="connsiteX2514" fmla="*/ 228600 w 381000"/>
                <a:gd name="connsiteY2514" fmla="*/ 229553 h 342900"/>
                <a:gd name="connsiteX2515" fmla="*/ 229076 w 381000"/>
                <a:gd name="connsiteY2515" fmla="*/ 228886 h 342900"/>
                <a:gd name="connsiteX2516" fmla="*/ 229362 w 381000"/>
                <a:gd name="connsiteY2516" fmla="*/ 229076 h 342900"/>
                <a:gd name="connsiteX2517" fmla="*/ 229267 w 381000"/>
                <a:gd name="connsiteY2517" fmla="*/ 230029 h 342900"/>
                <a:gd name="connsiteX2518" fmla="*/ 228886 w 381000"/>
                <a:gd name="connsiteY2518" fmla="*/ 231648 h 342900"/>
                <a:gd name="connsiteX2519" fmla="*/ 228695 w 381000"/>
                <a:gd name="connsiteY2519" fmla="*/ 232982 h 342900"/>
                <a:gd name="connsiteX2520" fmla="*/ 229076 w 381000"/>
                <a:gd name="connsiteY2520" fmla="*/ 234410 h 342900"/>
                <a:gd name="connsiteX2521" fmla="*/ 229457 w 381000"/>
                <a:gd name="connsiteY2521" fmla="*/ 234887 h 342900"/>
                <a:gd name="connsiteX2522" fmla="*/ 229934 w 381000"/>
                <a:gd name="connsiteY2522" fmla="*/ 234601 h 342900"/>
                <a:gd name="connsiteX2523" fmla="*/ 230505 w 381000"/>
                <a:gd name="connsiteY2523" fmla="*/ 234220 h 342900"/>
                <a:gd name="connsiteX2524" fmla="*/ 230696 w 381000"/>
                <a:gd name="connsiteY2524" fmla="*/ 234315 h 342900"/>
                <a:gd name="connsiteX2525" fmla="*/ 230886 w 381000"/>
                <a:gd name="connsiteY2525" fmla="*/ 234791 h 342900"/>
                <a:gd name="connsiteX2526" fmla="*/ 231267 w 381000"/>
                <a:gd name="connsiteY2526" fmla="*/ 234791 h 342900"/>
                <a:gd name="connsiteX2527" fmla="*/ 231172 w 381000"/>
                <a:gd name="connsiteY2527" fmla="*/ 233458 h 342900"/>
                <a:gd name="connsiteX2528" fmla="*/ 231172 w 381000"/>
                <a:gd name="connsiteY2528" fmla="*/ 232886 h 342900"/>
                <a:gd name="connsiteX2529" fmla="*/ 231838 w 381000"/>
                <a:gd name="connsiteY2529" fmla="*/ 233553 h 342900"/>
                <a:gd name="connsiteX2530" fmla="*/ 232124 w 381000"/>
                <a:gd name="connsiteY2530" fmla="*/ 234220 h 342900"/>
                <a:gd name="connsiteX2531" fmla="*/ 232505 w 381000"/>
                <a:gd name="connsiteY2531" fmla="*/ 233934 h 342900"/>
                <a:gd name="connsiteX2532" fmla="*/ 232696 w 381000"/>
                <a:gd name="connsiteY2532" fmla="*/ 232696 h 342900"/>
                <a:gd name="connsiteX2533" fmla="*/ 233363 w 381000"/>
                <a:gd name="connsiteY2533" fmla="*/ 231553 h 342900"/>
                <a:gd name="connsiteX2534" fmla="*/ 234696 w 381000"/>
                <a:gd name="connsiteY2534" fmla="*/ 230124 h 342900"/>
                <a:gd name="connsiteX2535" fmla="*/ 235077 w 381000"/>
                <a:gd name="connsiteY2535" fmla="*/ 230696 h 342900"/>
                <a:gd name="connsiteX2536" fmla="*/ 235648 w 381000"/>
                <a:gd name="connsiteY2536" fmla="*/ 231172 h 342900"/>
                <a:gd name="connsiteX2537" fmla="*/ 236601 w 381000"/>
                <a:gd name="connsiteY2537" fmla="*/ 232029 h 342900"/>
                <a:gd name="connsiteX2538" fmla="*/ 237744 w 381000"/>
                <a:gd name="connsiteY2538" fmla="*/ 231458 h 342900"/>
                <a:gd name="connsiteX2539" fmla="*/ 238030 w 381000"/>
                <a:gd name="connsiteY2539" fmla="*/ 230600 h 342900"/>
                <a:gd name="connsiteX2540" fmla="*/ 237935 w 381000"/>
                <a:gd name="connsiteY2540" fmla="*/ 229838 h 342900"/>
                <a:gd name="connsiteX2541" fmla="*/ 237554 w 381000"/>
                <a:gd name="connsiteY2541" fmla="*/ 229172 h 342900"/>
                <a:gd name="connsiteX2542" fmla="*/ 237649 w 381000"/>
                <a:gd name="connsiteY2542" fmla="*/ 228314 h 342900"/>
                <a:gd name="connsiteX2543" fmla="*/ 238315 w 381000"/>
                <a:gd name="connsiteY2543" fmla="*/ 228219 h 342900"/>
                <a:gd name="connsiteX2544" fmla="*/ 238887 w 381000"/>
                <a:gd name="connsiteY2544" fmla="*/ 227933 h 342900"/>
                <a:gd name="connsiteX2545" fmla="*/ 239459 w 381000"/>
                <a:gd name="connsiteY2545" fmla="*/ 227933 h 342900"/>
                <a:gd name="connsiteX2546" fmla="*/ 240221 w 381000"/>
                <a:gd name="connsiteY2546" fmla="*/ 227838 h 342900"/>
                <a:gd name="connsiteX2547" fmla="*/ 240792 w 381000"/>
                <a:gd name="connsiteY2547" fmla="*/ 227838 h 342900"/>
                <a:gd name="connsiteX2548" fmla="*/ 241554 w 381000"/>
                <a:gd name="connsiteY2548" fmla="*/ 227838 h 342900"/>
                <a:gd name="connsiteX2549" fmla="*/ 241935 w 381000"/>
                <a:gd name="connsiteY2549" fmla="*/ 227076 h 342900"/>
                <a:gd name="connsiteX2550" fmla="*/ 242411 w 381000"/>
                <a:gd name="connsiteY2550" fmla="*/ 226028 h 342900"/>
                <a:gd name="connsiteX2551" fmla="*/ 243364 w 381000"/>
                <a:gd name="connsiteY2551" fmla="*/ 224885 h 342900"/>
                <a:gd name="connsiteX2552" fmla="*/ 244221 w 381000"/>
                <a:gd name="connsiteY2552" fmla="*/ 223075 h 342900"/>
                <a:gd name="connsiteX2553" fmla="*/ 244793 w 381000"/>
                <a:gd name="connsiteY2553" fmla="*/ 221837 h 342900"/>
                <a:gd name="connsiteX2554" fmla="*/ 244793 w 381000"/>
                <a:gd name="connsiteY2554" fmla="*/ 221456 h 342900"/>
                <a:gd name="connsiteX2555" fmla="*/ 244507 w 381000"/>
                <a:gd name="connsiteY2555" fmla="*/ 220599 h 342900"/>
                <a:gd name="connsiteX2556" fmla="*/ 244888 w 381000"/>
                <a:gd name="connsiteY2556" fmla="*/ 220028 h 342900"/>
                <a:gd name="connsiteX2557" fmla="*/ 245173 w 381000"/>
                <a:gd name="connsiteY2557" fmla="*/ 219456 h 342900"/>
                <a:gd name="connsiteX2558" fmla="*/ 245269 w 381000"/>
                <a:gd name="connsiteY2558" fmla="*/ 218313 h 342900"/>
                <a:gd name="connsiteX2559" fmla="*/ 245554 w 381000"/>
                <a:gd name="connsiteY2559" fmla="*/ 217361 h 342900"/>
                <a:gd name="connsiteX2560" fmla="*/ 246793 w 381000"/>
                <a:gd name="connsiteY2560" fmla="*/ 217361 h 342900"/>
                <a:gd name="connsiteX2561" fmla="*/ 248221 w 381000"/>
                <a:gd name="connsiteY2561" fmla="*/ 215932 h 342900"/>
                <a:gd name="connsiteX2562" fmla="*/ 249269 w 381000"/>
                <a:gd name="connsiteY2562" fmla="*/ 215360 h 342900"/>
                <a:gd name="connsiteX2563" fmla="*/ 250317 w 381000"/>
                <a:gd name="connsiteY2563" fmla="*/ 214979 h 342900"/>
                <a:gd name="connsiteX2564" fmla="*/ 250412 w 381000"/>
                <a:gd name="connsiteY2564" fmla="*/ 214122 h 342900"/>
                <a:gd name="connsiteX2565" fmla="*/ 250031 w 381000"/>
                <a:gd name="connsiteY2565" fmla="*/ 213741 h 342900"/>
                <a:gd name="connsiteX2566" fmla="*/ 249555 w 381000"/>
                <a:gd name="connsiteY2566" fmla="*/ 213170 h 342900"/>
                <a:gd name="connsiteX2567" fmla="*/ 250031 w 381000"/>
                <a:gd name="connsiteY2567" fmla="*/ 212408 h 342900"/>
                <a:gd name="connsiteX2568" fmla="*/ 250507 w 381000"/>
                <a:gd name="connsiteY2568" fmla="*/ 211646 h 342900"/>
                <a:gd name="connsiteX2569" fmla="*/ 250317 w 381000"/>
                <a:gd name="connsiteY2569" fmla="*/ 210407 h 342900"/>
                <a:gd name="connsiteX2570" fmla="*/ 250222 w 381000"/>
                <a:gd name="connsiteY2570" fmla="*/ 209169 h 342900"/>
                <a:gd name="connsiteX2571" fmla="*/ 250127 w 381000"/>
                <a:gd name="connsiteY2571" fmla="*/ 208693 h 342900"/>
                <a:gd name="connsiteX2572" fmla="*/ 250507 w 381000"/>
                <a:gd name="connsiteY2572" fmla="*/ 208312 h 342900"/>
                <a:gd name="connsiteX2573" fmla="*/ 251079 w 381000"/>
                <a:gd name="connsiteY2573" fmla="*/ 208217 h 342900"/>
                <a:gd name="connsiteX2574" fmla="*/ 251651 w 381000"/>
                <a:gd name="connsiteY2574" fmla="*/ 208026 h 342900"/>
                <a:gd name="connsiteX2575" fmla="*/ 251841 w 381000"/>
                <a:gd name="connsiteY2575" fmla="*/ 207169 h 342900"/>
                <a:gd name="connsiteX2576" fmla="*/ 251841 w 381000"/>
                <a:gd name="connsiteY2576" fmla="*/ 206216 h 342900"/>
                <a:gd name="connsiteX2577" fmla="*/ 251651 w 381000"/>
                <a:gd name="connsiteY2577" fmla="*/ 205454 h 342900"/>
                <a:gd name="connsiteX2578" fmla="*/ 251270 w 381000"/>
                <a:gd name="connsiteY2578" fmla="*/ 204883 h 342900"/>
                <a:gd name="connsiteX2579" fmla="*/ 250507 w 381000"/>
                <a:gd name="connsiteY2579" fmla="*/ 204692 h 342900"/>
                <a:gd name="connsiteX2580" fmla="*/ 250984 w 381000"/>
                <a:gd name="connsiteY2580" fmla="*/ 203454 h 342900"/>
                <a:gd name="connsiteX2581" fmla="*/ 251746 w 381000"/>
                <a:gd name="connsiteY2581" fmla="*/ 203645 h 342900"/>
                <a:gd name="connsiteX2582" fmla="*/ 252413 w 381000"/>
                <a:gd name="connsiteY2582" fmla="*/ 204788 h 342900"/>
                <a:gd name="connsiteX2583" fmla="*/ 252698 w 381000"/>
                <a:gd name="connsiteY2583" fmla="*/ 206312 h 342900"/>
                <a:gd name="connsiteX2584" fmla="*/ 253079 w 381000"/>
                <a:gd name="connsiteY2584" fmla="*/ 207454 h 342900"/>
                <a:gd name="connsiteX2585" fmla="*/ 253841 w 381000"/>
                <a:gd name="connsiteY2585" fmla="*/ 206978 h 342900"/>
                <a:gd name="connsiteX2586" fmla="*/ 254698 w 381000"/>
                <a:gd name="connsiteY2586" fmla="*/ 205835 h 342900"/>
                <a:gd name="connsiteX2587" fmla="*/ 255270 w 381000"/>
                <a:gd name="connsiteY2587" fmla="*/ 204788 h 342900"/>
                <a:gd name="connsiteX2588" fmla="*/ 255651 w 381000"/>
                <a:gd name="connsiteY2588" fmla="*/ 202311 h 342900"/>
                <a:gd name="connsiteX2589" fmla="*/ 255746 w 381000"/>
                <a:gd name="connsiteY2589" fmla="*/ 200692 h 342900"/>
                <a:gd name="connsiteX2590" fmla="*/ 255937 w 381000"/>
                <a:gd name="connsiteY2590" fmla="*/ 199263 h 342900"/>
                <a:gd name="connsiteX2591" fmla="*/ 255556 w 381000"/>
                <a:gd name="connsiteY2591" fmla="*/ 198596 h 342900"/>
                <a:gd name="connsiteX2592" fmla="*/ 255079 w 381000"/>
                <a:gd name="connsiteY2592" fmla="*/ 198025 h 342900"/>
                <a:gd name="connsiteX2593" fmla="*/ 254603 w 381000"/>
                <a:gd name="connsiteY2593" fmla="*/ 196882 h 342900"/>
                <a:gd name="connsiteX2594" fmla="*/ 255079 w 381000"/>
                <a:gd name="connsiteY2594" fmla="*/ 195834 h 342900"/>
                <a:gd name="connsiteX2595" fmla="*/ 256127 w 381000"/>
                <a:gd name="connsiteY2595" fmla="*/ 193834 h 342900"/>
                <a:gd name="connsiteX2596" fmla="*/ 257556 w 381000"/>
                <a:gd name="connsiteY2596" fmla="*/ 189643 h 342900"/>
                <a:gd name="connsiteX2597" fmla="*/ 257461 w 381000"/>
                <a:gd name="connsiteY2597" fmla="*/ 187262 h 342900"/>
                <a:gd name="connsiteX2598" fmla="*/ 258794 w 381000"/>
                <a:gd name="connsiteY2598" fmla="*/ 183452 h 342900"/>
                <a:gd name="connsiteX2599" fmla="*/ 259366 w 381000"/>
                <a:gd name="connsiteY2599" fmla="*/ 179070 h 342900"/>
                <a:gd name="connsiteX2600" fmla="*/ 259556 w 381000"/>
                <a:gd name="connsiteY2600" fmla="*/ 177356 h 342900"/>
                <a:gd name="connsiteX2601" fmla="*/ 261461 w 381000"/>
                <a:gd name="connsiteY2601" fmla="*/ 173546 h 342900"/>
                <a:gd name="connsiteX2602" fmla="*/ 262319 w 381000"/>
                <a:gd name="connsiteY2602" fmla="*/ 172307 h 342900"/>
                <a:gd name="connsiteX2603" fmla="*/ 262033 w 381000"/>
                <a:gd name="connsiteY2603" fmla="*/ 170974 h 342900"/>
                <a:gd name="connsiteX2604" fmla="*/ 261366 w 381000"/>
                <a:gd name="connsiteY2604" fmla="*/ 169640 h 342900"/>
                <a:gd name="connsiteX2605" fmla="*/ 221932 w 381000"/>
                <a:gd name="connsiteY2605" fmla="*/ 233648 h 342900"/>
                <a:gd name="connsiteX2606" fmla="*/ 221361 w 381000"/>
                <a:gd name="connsiteY2606" fmla="*/ 233744 h 342900"/>
                <a:gd name="connsiteX2607" fmla="*/ 220789 w 381000"/>
                <a:gd name="connsiteY2607" fmla="*/ 234029 h 342900"/>
                <a:gd name="connsiteX2608" fmla="*/ 220599 w 381000"/>
                <a:gd name="connsiteY2608" fmla="*/ 234506 h 342900"/>
                <a:gd name="connsiteX2609" fmla="*/ 220885 w 381000"/>
                <a:gd name="connsiteY2609" fmla="*/ 234982 h 342900"/>
                <a:gd name="connsiteX2610" fmla="*/ 221075 w 381000"/>
                <a:gd name="connsiteY2610" fmla="*/ 235553 h 342900"/>
                <a:gd name="connsiteX2611" fmla="*/ 220980 w 381000"/>
                <a:gd name="connsiteY2611" fmla="*/ 236029 h 342900"/>
                <a:gd name="connsiteX2612" fmla="*/ 221075 w 381000"/>
                <a:gd name="connsiteY2612" fmla="*/ 236315 h 342900"/>
                <a:gd name="connsiteX2613" fmla="*/ 221456 w 381000"/>
                <a:gd name="connsiteY2613" fmla="*/ 236696 h 342900"/>
                <a:gd name="connsiteX2614" fmla="*/ 221742 w 381000"/>
                <a:gd name="connsiteY2614" fmla="*/ 237839 h 342900"/>
                <a:gd name="connsiteX2615" fmla="*/ 221837 w 381000"/>
                <a:gd name="connsiteY2615" fmla="*/ 238125 h 342900"/>
                <a:gd name="connsiteX2616" fmla="*/ 222123 w 381000"/>
                <a:gd name="connsiteY2616" fmla="*/ 238030 h 342900"/>
                <a:gd name="connsiteX2617" fmla="*/ 222504 w 381000"/>
                <a:gd name="connsiteY2617" fmla="*/ 237554 h 342900"/>
                <a:gd name="connsiteX2618" fmla="*/ 222695 w 381000"/>
                <a:gd name="connsiteY2618" fmla="*/ 236220 h 342900"/>
                <a:gd name="connsiteX2619" fmla="*/ 222695 w 381000"/>
                <a:gd name="connsiteY2619" fmla="*/ 234601 h 342900"/>
                <a:gd name="connsiteX2620" fmla="*/ 222313 w 381000"/>
                <a:gd name="connsiteY2620" fmla="*/ 233744 h 342900"/>
                <a:gd name="connsiteX2621" fmla="*/ 221932 w 381000"/>
                <a:gd name="connsiteY2621" fmla="*/ 233648 h 342900"/>
                <a:gd name="connsiteX2622" fmla="*/ 78581 w 381000"/>
                <a:gd name="connsiteY2622" fmla="*/ 263843 h 342900"/>
                <a:gd name="connsiteX2623" fmla="*/ 78486 w 381000"/>
                <a:gd name="connsiteY2623" fmla="*/ 263557 h 342900"/>
                <a:gd name="connsiteX2624" fmla="*/ 78391 w 381000"/>
                <a:gd name="connsiteY2624" fmla="*/ 263462 h 342900"/>
                <a:gd name="connsiteX2625" fmla="*/ 78391 w 381000"/>
                <a:gd name="connsiteY2625" fmla="*/ 262890 h 342900"/>
                <a:gd name="connsiteX2626" fmla="*/ 77724 w 381000"/>
                <a:gd name="connsiteY2626" fmla="*/ 262509 h 342900"/>
                <a:gd name="connsiteX2627" fmla="*/ 77343 w 381000"/>
                <a:gd name="connsiteY2627" fmla="*/ 262128 h 342900"/>
                <a:gd name="connsiteX2628" fmla="*/ 76676 w 381000"/>
                <a:gd name="connsiteY2628" fmla="*/ 261652 h 342900"/>
                <a:gd name="connsiteX2629" fmla="*/ 76295 w 381000"/>
                <a:gd name="connsiteY2629" fmla="*/ 261938 h 342900"/>
                <a:gd name="connsiteX2630" fmla="*/ 76676 w 381000"/>
                <a:gd name="connsiteY2630" fmla="*/ 262985 h 342900"/>
                <a:gd name="connsiteX2631" fmla="*/ 77153 w 381000"/>
                <a:gd name="connsiteY2631" fmla="*/ 263843 h 342900"/>
                <a:gd name="connsiteX2632" fmla="*/ 77438 w 381000"/>
                <a:gd name="connsiteY2632" fmla="*/ 264509 h 342900"/>
                <a:gd name="connsiteX2633" fmla="*/ 77153 w 381000"/>
                <a:gd name="connsiteY2633" fmla="*/ 265176 h 342900"/>
                <a:gd name="connsiteX2634" fmla="*/ 76581 w 381000"/>
                <a:gd name="connsiteY2634" fmla="*/ 265652 h 342900"/>
                <a:gd name="connsiteX2635" fmla="*/ 75819 w 381000"/>
                <a:gd name="connsiteY2635" fmla="*/ 265652 h 342900"/>
                <a:gd name="connsiteX2636" fmla="*/ 75057 w 381000"/>
                <a:gd name="connsiteY2636" fmla="*/ 265748 h 342900"/>
                <a:gd name="connsiteX2637" fmla="*/ 74771 w 381000"/>
                <a:gd name="connsiteY2637" fmla="*/ 266129 h 342900"/>
                <a:gd name="connsiteX2638" fmla="*/ 75914 w 381000"/>
                <a:gd name="connsiteY2638" fmla="*/ 266414 h 342900"/>
                <a:gd name="connsiteX2639" fmla="*/ 76010 w 381000"/>
                <a:gd name="connsiteY2639" fmla="*/ 266605 h 342900"/>
                <a:gd name="connsiteX2640" fmla="*/ 75724 w 381000"/>
                <a:gd name="connsiteY2640" fmla="*/ 266795 h 342900"/>
                <a:gd name="connsiteX2641" fmla="*/ 75438 w 381000"/>
                <a:gd name="connsiteY2641" fmla="*/ 267081 h 342900"/>
                <a:gd name="connsiteX2642" fmla="*/ 75152 w 381000"/>
                <a:gd name="connsiteY2642" fmla="*/ 267081 h 342900"/>
                <a:gd name="connsiteX2643" fmla="*/ 74867 w 381000"/>
                <a:gd name="connsiteY2643" fmla="*/ 267176 h 342900"/>
                <a:gd name="connsiteX2644" fmla="*/ 75057 w 381000"/>
                <a:gd name="connsiteY2644" fmla="*/ 267462 h 342900"/>
                <a:gd name="connsiteX2645" fmla="*/ 75629 w 381000"/>
                <a:gd name="connsiteY2645" fmla="*/ 267653 h 342900"/>
                <a:gd name="connsiteX2646" fmla="*/ 76200 w 381000"/>
                <a:gd name="connsiteY2646" fmla="*/ 267557 h 342900"/>
                <a:gd name="connsiteX2647" fmla="*/ 77248 w 381000"/>
                <a:gd name="connsiteY2647" fmla="*/ 266986 h 342900"/>
                <a:gd name="connsiteX2648" fmla="*/ 77724 w 381000"/>
                <a:gd name="connsiteY2648" fmla="*/ 266605 h 342900"/>
                <a:gd name="connsiteX2649" fmla="*/ 78105 w 381000"/>
                <a:gd name="connsiteY2649" fmla="*/ 266319 h 342900"/>
                <a:gd name="connsiteX2650" fmla="*/ 78391 w 381000"/>
                <a:gd name="connsiteY2650" fmla="*/ 266033 h 342900"/>
                <a:gd name="connsiteX2651" fmla="*/ 78391 w 381000"/>
                <a:gd name="connsiteY2651" fmla="*/ 265462 h 342900"/>
                <a:gd name="connsiteX2652" fmla="*/ 78581 w 381000"/>
                <a:gd name="connsiteY2652" fmla="*/ 264795 h 342900"/>
                <a:gd name="connsiteX2653" fmla="*/ 78581 w 381000"/>
                <a:gd name="connsiteY2653" fmla="*/ 263843 h 342900"/>
                <a:gd name="connsiteX2654" fmla="*/ 142304 w 381000"/>
                <a:gd name="connsiteY2654" fmla="*/ 300323 h 342900"/>
                <a:gd name="connsiteX2655" fmla="*/ 142018 w 381000"/>
                <a:gd name="connsiteY2655" fmla="*/ 300038 h 342900"/>
                <a:gd name="connsiteX2656" fmla="*/ 141351 w 381000"/>
                <a:gd name="connsiteY2656" fmla="*/ 298895 h 342900"/>
                <a:gd name="connsiteX2657" fmla="*/ 141256 w 381000"/>
                <a:gd name="connsiteY2657" fmla="*/ 298228 h 342900"/>
                <a:gd name="connsiteX2658" fmla="*/ 141446 w 381000"/>
                <a:gd name="connsiteY2658" fmla="*/ 297656 h 342900"/>
                <a:gd name="connsiteX2659" fmla="*/ 141351 w 381000"/>
                <a:gd name="connsiteY2659" fmla="*/ 297371 h 342900"/>
                <a:gd name="connsiteX2660" fmla="*/ 141256 w 381000"/>
                <a:gd name="connsiteY2660" fmla="*/ 297371 h 342900"/>
                <a:gd name="connsiteX2661" fmla="*/ 141161 w 381000"/>
                <a:gd name="connsiteY2661" fmla="*/ 297561 h 342900"/>
                <a:gd name="connsiteX2662" fmla="*/ 140875 w 381000"/>
                <a:gd name="connsiteY2662" fmla="*/ 297656 h 342900"/>
                <a:gd name="connsiteX2663" fmla="*/ 140684 w 381000"/>
                <a:gd name="connsiteY2663" fmla="*/ 297561 h 342900"/>
                <a:gd name="connsiteX2664" fmla="*/ 140494 w 381000"/>
                <a:gd name="connsiteY2664" fmla="*/ 297656 h 342900"/>
                <a:gd name="connsiteX2665" fmla="*/ 140494 w 381000"/>
                <a:gd name="connsiteY2665" fmla="*/ 297942 h 342900"/>
                <a:gd name="connsiteX2666" fmla="*/ 140494 w 381000"/>
                <a:gd name="connsiteY2666" fmla="*/ 298228 h 342900"/>
                <a:gd name="connsiteX2667" fmla="*/ 140398 w 381000"/>
                <a:gd name="connsiteY2667" fmla="*/ 298514 h 342900"/>
                <a:gd name="connsiteX2668" fmla="*/ 140494 w 381000"/>
                <a:gd name="connsiteY2668" fmla="*/ 298990 h 342900"/>
                <a:gd name="connsiteX2669" fmla="*/ 140684 w 381000"/>
                <a:gd name="connsiteY2669" fmla="*/ 299180 h 342900"/>
                <a:gd name="connsiteX2670" fmla="*/ 140875 w 381000"/>
                <a:gd name="connsiteY2670" fmla="*/ 299275 h 342900"/>
                <a:gd name="connsiteX2671" fmla="*/ 140970 w 381000"/>
                <a:gd name="connsiteY2671" fmla="*/ 299847 h 342900"/>
                <a:gd name="connsiteX2672" fmla="*/ 141161 w 381000"/>
                <a:gd name="connsiteY2672" fmla="*/ 300323 h 342900"/>
                <a:gd name="connsiteX2673" fmla="*/ 141256 w 381000"/>
                <a:gd name="connsiteY2673" fmla="*/ 300514 h 342900"/>
                <a:gd name="connsiteX2674" fmla="*/ 142018 w 381000"/>
                <a:gd name="connsiteY2674" fmla="*/ 300704 h 342900"/>
                <a:gd name="connsiteX2675" fmla="*/ 142780 w 381000"/>
                <a:gd name="connsiteY2675" fmla="*/ 301085 h 342900"/>
                <a:gd name="connsiteX2676" fmla="*/ 142875 w 381000"/>
                <a:gd name="connsiteY2676" fmla="*/ 300800 h 342900"/>
                <a:gd name="connsiteX2677" fmla="*/ 142780 w 381000"/>
                <a:gd name="connsiteY2677" fmla="*/ 300609 h 342900"/>
                <a:gd name="connsiteX2678" fmla="*/ 142304 w 381000"/>
                <a:gd name="connsiteY2678" fmla="*/ 300323 h 342900"/>
                <a:gd name="connsiteX2679" fmla="*/ 101155 w 381000"/>
                <a:gd name="connsiteY2679" fmla="*/ 289941 h 342900"/>
                <a:gd name="connsiteX2680" fmla="*/ 100203 w 381000"/>
                <a:gd name="connsiteY2680" fmla="*/ 290608 h 342900"/>
                <a:gd name="connsiteX2681" fmla="*/ 99727 w 381000"/>
                <a:gd name="connsiteY2681" fmla="*/ 291560 h 342900"/>
                <a:gd name="connsiteX2682" fmla="*/ 99727 w 381000"/>
                <a:gd name="connsiteY2682" fmla="*/ 292513 h 342900"/>
                <a:gd name="connsiteX2683" fmla="*/ 100298 w 381000"/>
                <a:gd name="connsiteY2683" fmla="*/ 293275 h 342900"/>
                <a:gd name="connsiteX2684" fmla="*/ 101346 w 381000"/>
                <a:gd name="connsiteY2684" fmla="*/ 293275 h 342900"/>
                <a:gd name="connsiteX2685" fmla="*/ 102108 w 381000"/>
                <a:gd name="connsiteY2685" fmla="*/ 292799 h 342900"/>
                <a:gd name="connsiteX2686" fmla="*/ 102584 w 381000"/>
                <a:gd name="connsiteY2686" fmla="*/ 292322 h 342900"/>
                <a:gd name="connsiteX2687" fmla="*/ 103156 w 381000"/>
                <a:gd name="connsiteY2687" fmla="*/ 291941 h 342900"/>
                <a:gd name="connsiteX2688" fmla="*/ 103346 w 381000"/>
                <a:gd name="connsiteY2688" fmla="*/ 291560 h 342900"/>
                <a:gd name="connsiteX2689" fmla="*/ 103632 w 381000"/>
                <a:gd name="connsiteY2689" fmla="*/ 291275 h 342900"/>
                <a:gd name="connsiteX2690" fmla="*/ 104108 w 381000"/>
                <a:gd name="connsiteY2690" fmla="*/ 291275 h 342900"/>
                <a:gd name="connsiteX2691" fmla="*/ 104585 w 381000"/>
                <a:gd name="connsiteY2691" fmla="*/ 291560 h 342900"/>
                <a:gd name="connsiteX2692" fmla="*/ 104775 w 381000"/>
                <a:gd name="connsiteY2692" fmla="*/ 291656 h 342900"/>
                <a:gd name="connsiteX2693" fmla="*/ 104870 w 381000"/>
                <a:gd name="connsiteY2693" fmla="*/ 291370 h 342900"/>
                <a:gd name="connsiteX2694" fmla="*/ 105061 w 381000"/>
                <a:gd name="connsiteY2694" fmla="*/ 291370 h 342900"/>
                <a:gd name="connsiteX2695" fmla="*/ 105251 w 381000"/>
                <a:gd name="connsiteY2695" fmla="*/ 291560 h 342900"/>
                <a:gd name="connsiteX2696" fmla="*/ 105346 w 381000"/>
                <a:gd name="connsiteY2696" fmla="*/ 291275 h 342900"/>
                <a:gd name="connsiteX2697" fmla="*/ 104870 w 381000"/>
                <a:gd name="connsiteY2697" fmla="*/ 290703 h 342900"/>
                <a:gd name="connsiteX2698" fmla="*/ 104394 w 381000"/>
                <a:gd name="connsiteY2698" fmla="*/ 290513 h 342900"/>
                <a:gd name="connsiteX2699" fmla="*/ 104108 w 381000"/>
                <a:gd name="connsiteY2699" fmla="*/ 290417 h 342900"/>
                <a:gd name="connsiteX2700" fmla="*/ 103537 w 381000"/>
                <a:gd name="connsiteY2700" fmla="*/ 290417 h 342900"/>
                <a:gd name="connsiteX2701" fmla="*/ 103061 w 381000"/>
                <a:gd name="connsiteY2701" fmla="*/ 290513 h 342900"/>
                <a:gd name="connsiteX2702" fmla="*/ 102775 w 381000"/>
                <a:gd name="connsiteY2702" fmla="*/ 290513 h 342900"/>
                <a:gd name="connsiteX2703" fmla="*/ 101727 w 381000"/>
                <a:gd name="connsiteY2703" fmla="*/ 289846 h 342900"/>
                <a:gd name="connsiteX2704" fmla="*/ 101155 w 381000"/>
                <a:gd name="connsiteY2704" fmla="*/ 289846 h 342900"/>
                <a:gd name="connsiteX2705" fmla="*/ 106585 w 381000"/>
                <a:gd name="connsiteY2705" fmla="*/ 292322 h 342900"/>
                <a:gd name="connsiteX2706" fmla="*/ 106680 w 381000"/>
                <a:gd name="connsiteY2706" fmla="*/ 293180 h 342900"/>
                <a:gd name="connsiteX2707" fmla="*/ 106966 w 381000"/>
                <a:gd name="connsiteY2707" fmla="*/ 293275 h 342900"/>
                <a:gd name="connsiteX2708" fmla="*/ 107252 w 381000"/>
                <a:gd name="connsiteY2708" fmla="*/ 293465 h 342900"/>
                <a:gd name="connsiteX2709" fmla="*/ 107347 w 381000"/>
                <a:gd name="connsiteY2709" fmla="*/ 293751 h 342900"/>
                <a:gd name="connsiteX2710" fmla="*/ 107632 w 381000"/>
                <a:gd name="connsiteY2710" fmla="*/ 293942 h 342900"/>
                <a:gd name="connsiteX2711" fmla="*/ 108109 w 381000"/>
                <a:gd name="connsiteY2711" fmla="*/ 293846 h 342900"/>
                <a:gd name="connsiteX2712" fmla="*/ 108395 w 381000"/>
                <a:gd name="connsiteY2712" fmla="*/ 293370 h 342900"/>
                <a:gd name="connsiteX2713" fmla="*/ 108395 w 381000"/>
                <a:gd name="connsiteY2713" fmla="*/ 292703 h 342900"/>
                <a:gd name="connsiteX2714" fmla="*/ 108490 w 381000"/>
                <a:gd name="connsiteY2714" fmla="*/ 292322 h 342900"/>
                <a:gd name="connsiteX2715" fmla="*/ 108680 w 381000"/>
                <a:gd name="connsiteY2715" fmla="*/ 292322 h 342900"/>
                <a:gd name="connsiteX2716" fmla="*/ 108871 w 381000"/>
                <a:gd name="connsiteY2716" fmla="*/ 292132 h 342900"/>
                <a:gd name="connsiteX2717" fmla="*/ 108680 w 381000"/>
                <a:gd name="connsiteY2717" fmla="*/ 291846 h 342900"/>
                <a:gd name="connsiteX2718" fmla="*/ 108490 w 381000"/>
                <a:gd name="connsiteY2718" fmla="*/ 291751 h 342900"/>
                <a:gd name="connsiteX2719" fmla="*/ 107918 w 381000"/>
                <a:gd name="connsiteY2719" fmla="*/ 290989 h 342900"/>
                <a:gd name="connsiteX2720" fmla="*/ 108013 w 381000"/>
                <a:gd name="connsiteY2720" fmla="*/ 290513 h 342900"/>
                <a:gd name="connsiteX2721" fmla="*/ 108490 w 381000"/>
                <a:gd name="connsiteY2721" fmla="*/ 290036 h 342900"/>
                <a:gd name="connsiteX2722" fmla="*/ 108395 w 381000"/>
                <a:gd name="connsiteY2722" fmla="*/ 289370 h 342900"/>
                <a:gd name="connsiteX2723" fmla="*/ 107537 w 381000"/>
                <a:gd name="connsiteY2723" fmla="*/ 288893 h 342900"/>
                <a:gd name="connsiteX2724" fmla="*/ 107061 w 381000"/>
                <a:gd name="connsiteY2724" fmla="*/ 288893 h 342900"/>
                <a:gd name="connsiteX2725" fmla="*/ 107061 w 381000"/>
                <a:gd name="connsiteY2725" fmla="*/ 289084 h 342900"/>
                <a:gd name="connsiteX2726" fmla="*/ 106680 w 381000"/>
                <a:gd name="connsiteY2726" fmla="*/ 289465 h 342900"/>
                <a:gd name="connsiteX2727" fmla="*/ 106775 w 381000"/>
                <a:gd name="connsiteY2727" fmla="*/ 289750 h 342900"/>
                <a:gd name="connsiteX2728" fmla="*/ 107156 w 381000"/>
                <a:gd name="connsiteY2728" fmla="*/ 290036 h 342900"/>
                <a:gd name="connsiteX2729" fmla="*/ 107061 w 381000"/>
                <a:gd name="connsiteY2729" fmla="*/ 290894 h 342900"/>
                <a:gd name="connsiteX2730" fmla="*/ 106585 w 381000"/>
                <a:gd name="connsiteY2730" fmla="*/ 292322 h 342900"/>
                <a:gd name="connsiteX2731" fmla="*/ 84106 w 381000"/>
                <a:gd name="connsiteY2731" fmla="*/ 278511 h 342900"/>
                <a:gd name="connsiteX2732" fmla="*/ 89154 w 381000"/>
                <a:gd name="connsiteY2732" fmla="*/ 275749 h 342900"/>
                <a:gd name="connsiteX2733" fmla="*/ 89345 w 381000"/>
                <a:gd name="connsiteY2733" fmla="*/ 274701 h 342900"/>
                <a:gd name="connsiteX2734" fmla="*/ 89345 w 381000"/>
                <a:gd name="connsiteY2734" fmla="*/ 274320 h 342900"/>
                <a:gd name="connsiteX2735" fmla="*/ 89726 w 381000"/>
                <a:gd name="connsiteY2735" fmla="*/ 274606 h 342900"/>
                <a:gd name="connsiteX2736" fmla="*/ 90583 w 381000"/>
                <a:gd name="connsiteY2736" fmla="*/ 275463 h 342900"/>
                <a:gd name="connsiteX2737" fmla="*/ 90678 w 381000"/>
                <a:gd name="connsiteY2737" fmla="*/ 275654 h 342900"/>
                <a:gd name="connsiteX2738" fmla="*/ 91250 w 381000"/>
                <a:gd name="connsiteY2738" fmla="*/ 275273 h 342900"/>
                <a:gd name="connsiteX2739" fmla="*/ 91630 w 381000"/>
                <a:gd name="connsiteY2739" fmla="*/ 274606 h 342900"/>
                <a:gd name="connsiteX2740" fmla="*/ 92678 w 381000"/>
                <a:gd name="connsiteY2740" fmla="*/ 272415 h 342900"/>
                <a:gd name="connsiteX2741" fmla="*/ 92964 w 381000"/>
                <a:gd name="connsiteY2741" fmla="*/ 271463 h 342900"/>
                <a:gd name="connsiteX2742" fmla="*/ 93059 w 381000"/>
                <a:gd name="connsiteY2742" fmla="*/ 270510 h 342900"/>
                <a:gd name="connsiteX2743" fmla="*/ 92964 w 381000"/>
                <a:gd name="connsiteY2743" fmla="*/ 269653 h 342900"/>
                <a:gd name="connsiteX2744" fmla="*/ 91440 w 381000"/>
                <a:gd name="connsiteY2744" fmla="*/ 267081 h 342900"/>
                <a:gd name="connsiteX2745" fmla="*/ 91440 w 381000"/>
                <a:gd name="connsiteY2745" fmla="*/ 266510 h 342900"/>
                <a:gd name="connsiteX2746" fmla="*/ 90202 w 381000"/>
                <a:gd name="connsiteY2746" fmla="*/ 267272 h 342900"/>
                <a:gd name="connsiteX2747" fmla="*/ 89916 w 381000"/>
                <a:gd name="connsiteY2747" fmla="*/ 267367 h 342900"/>
                <a:gd name="connsiteX2748" fmla="*/ 89535 w 381000"/>
                <a:gd name="connsiteY2748" fmla="*/ 267081 h 342900"/>
                <a:gd name="connsiteX2749" fmla="*/ 89249 w 381000"/>
                <a:gd name="connsiteY2749" fmla="*/ 266605 h 342900"/>
                <a:gd name="connsiteX2750" fmla="*/ 89059 w 381000"/>
                <a:gd name="connsiteY2750" fmla="*/ 266224 h 342900"/>
                <a:gd name="connsiteX2751" fmla="*/ 88963 w 381000"/>
                <a:gd name="connsiteY2751" fmla="*/ 266033 h 342900"/>
                <a:gd name="connsiteX2752" fmla="*/ 88392 w 381000"/>
                <a:gd name="connsiteY2752" fmla="*/ 265748 h 342900"/>
                <a:gd name="connsiteX2753" fmla="*/ 87630 w 381000"/>
                <a:gd name="connsiteY2753" fmla="*/ 265176 h 342900"/>
                <a:gd name="connsiteX2754" fmla="*/ 86773 w 381000"/>
                <a:gd name="connsiteY2754" fmla="*/ 264700 h 342900"/>
                <a:gd name="connsiteX2755" fmla="*/ 85915 w 381000"/>
                <a:gd name="connsiteY2755" fmla="*/ 264795 h 342900"/>
                <a:gd name="connsiteX2756" fmla="*/ 85535 w 381000"/>
                <a:gd name="connsiteY2756" fmla="*/ 265367 h 342900"/>
                <a:gd name="connsiteX2757" fmla="*/ 86868 w 381000"/>
                <a:gd name="connsiteY2757" fmla="*/ 266414 h 342900"/>
                <a:gd name="connsiteX2758" fmla="*/ 87249 w 381000"/>
                <a:gd name="connsiteY2758" fmla="*/ 267176 h 342900"/>
                <a:gd name="connsiteX2759" fmla="*/ 86963 w 381000"/>
                <a:gd name="connsiteY2759" fmla="*/ 268129 h 342900"/>
                <a:gd name="connsiteX2760" fmla="*/ 86201 w 381000"/>
                <a:gd name="connsiteY2760" fmla="*/ 268605 h 342900"/>
                <a:gd name="connsiteX2761" fmla="*/ 85344 w 381000"/>
                <a:gd name="connsiteY2761" fmla="*/ 268510 h 342900"/>
                <a:gd name="connsiteX2762" fmla="*/ 84772 w 381000"/>
                <a:gd name="connsiteY2762" fmla="*/ 267748 h 342900"/>
                <a:gd name="connsiteX2763" fmla="*/ 84582 w 381000"/>
                <a:gd name="connsiteY2763" fmla="*/ 268605 h 342900"/>
                <a:gd name="connsiteX2764" fmla="*/ 84201 w 381000"/>
                <a:gd name="connsiteY2764" fmla="*/ 268891 h 342900"/>
                <a:gd name="connsiteX2765" fmla="*/ 83725 w 381000"/>
                <a:gd name="connsiteY2765" fmla="*/ 268986 h 342900"/>
                <a:gd name="connsiteX2766" fmla="*/ 83153 w 381000"/>
                <a:gd name="connsiteY2766" fmla="*/ 269272 h 342900"/>
                <a:gd name="connsiteX2767" fmla="*/ 82677 w 381000"/>
                <a:gd name="connsiteY2767" fmla="*/ 269843 h 342900"/>
                <a:gd name="connsiteX2768" fmla="*/ 82391 w 381000"/>
                <a:gd name="connsiteY2768" fmla="*/ 270320 h 342900"/>
                <a:gd name="connsiteX2769" fmla="*/ 81915 w 381000"/>
                <a:gd name="connsiteY2769" fmla="*/ 271653 h 342900"/>
                <a:gd name="connsiteX2770" fmla="*/ 80486 w 381000"/>
                <a:gd name="connsiteY2770" fmla="*/ 271748 h 342900"/>
                <a:gd name="connsiteX2771" fmla="*/ 78962 w 381000"/>
                <a:gd name="connsiteY2771" fmla="*/ 273463 h 342900"/>
                <a:gd name="connsiteX2772" fmla="*/ 78296 w 381000"/>
                <a:gd name="connsiteY2772" fmla="*/ 275558 h 342900"/>
                <a:gd name="connsiteX2773" fmla="*/ 79438 w 381000"/>
                <a:gd name="connsiteY2773" fmla="*/ 276892 h 342900"/>
                <a:gd name="connsiteX2774" fmla="*/ 79438 w 381000"/>
                <a:gd name="connsiteY2774" fmla="*/ 275558 h 342900"/>
                <a:gd name="connsiteX2775" fmla="*/ 80963 w 381000"/>
                <a:gd name="connsiteY2775" fmla="*/ 276511 h 342900"/>
                <a:gd name="connsiteX2776" fmla="*/ 81248 w 381000"/>
                <a:gd name="connsiteY2776" fmla="*/ 276892 h 342900"/>
                <a:gd name="connsiteX2777" fmla="*/ 81058 w 381000"/>
                <a:gd name="connsiteY2777" fmla="*/ 277178 h 342900"/>
                <a:gd name="connsiteX2778" fmla="*/ 80677 w 381000"/>
                <a:gd name="connsiteY2778" fmla="*/ 277559 h 342900"/>
                <a:gd name="connsiteX2779" fmla="*/ 80391 w 381000"/>
                <a:gd name="connsiteY2779" fmla="*/ 278035 h 342900"/>
                <a:gd name="connsiteX2780" fmla="*/ 80486 w 381000"/>
                <a:gd name="connsiteY2780" fmla="*/ 278606 h 342900"/>
                <a:gd name="connsiteX2781" fmla="*/ 81058 w 381000"/>
                <a:gd name="connsiteY2781" fmla="*/ 278797 h 342900"/>
                <a:gd name="connsiteX2782" fmla="*/ 83248 w 381000"/>
                <a:gd name="connsiteY2782" fmla="*/ 278606 h 342900"/>
                <a:gd name="connsiteX2783" fmla="*/ 84106 w 381000"/>
                <a:gd name="connsiteY2783" fmla="*/ 278511 h 342900"/>
                <a:gd name="connsiteX2784" fmla="*/ 117348 w 381000"/>
                <a:gd name="connsiteY2784" fmla="*/ 273844 h 342900"/>
                <a:gd name="connsiteX2785" fmla="*/ 117062 w 381000"/>
                <a:gd name="connsiteY2785" fmla="*/ 273463 h 342900"/>
                <a:gd name="connsiteX2786" fmla="*/ 116396 w 381000"/>
                <a:gd name="connsiteY2786" fmla="*/ 273368 h 342900"/>
                <a:gd name="connsiteX2787" fmla="*/ 115348 w 381000"/>
                <a:gd name="connsiteY2787" fmla="*/ 273653 h 342900"/>
                <a:gd name="connsiteX2788" fmla="*/ 114300 w 381000"/>
                <a:gd name="connsiteY2788" fmla="*/ 274225 h 342900"/>
                <a:gd name="connsiteX2789" fmla="*/ 113538 w 381000"/>
                <a:gd name="connsiteY2789" fmla="*/ 275177 h 342900"/>
                <a:gd name="connsiteX2790" fmla="*/ 113157 w 381000"/>
                <a:gd name="connsiteY2790" fmla="*/ 275939 h 342900"/>
                <a:gd name="connsiteX2791" fmla="*/ 112871 w 381000"/>
                <a:gd name="connsiteY2791" fmla="*/ 276320 h 342900"/>
                <a:gd name="connsiteX2792" fmla="*/ 112681 w 381000"/>
                <a:gd name="connsiteY2792" fmla="*/ 276701 h 342900"/>
                <a:gd name="connsiteX2793" fmla="*/ 112871 w 381000"/>
                <a:gd name="connsiteY2793" fmla="*/ 276892 h 342900"/>
                <a:gd name="connsiteX2794" fmla="*/ 113157 w 381000"/>
                <a:gd name="connsiteY2794" fmla="*/ 276892 h 342900"/>
                <a:gd name="connsiteX2795" fmla="*/ 113443 w 381000"/>
                <a:gd name="connsiteY2795" fmla="*/ 277082 h 342900"/>
                <a:gd name="connsiteX2796" fmla="*/ 113538 w 381000"/>
                <a:gd name="connsiteY2796" fmla="*/ 277654 h 342900"/>
                <a:gd name="connsiteX2797" fmla="*/ 113538 w 381000"/>
                <a:gd name="connsiteY2797" fmla="*/ 278321 h 342900"/>
                <a:gd name="connsiteX2798" fmla="*/ 113919 w 381000"/>
                <a:gd name="connsiteY2798" fmla="*/ 278702 h 342900"/>
                <a:gd name="connsiteX2799" fmla="*/ 114205 w 381000"/>
                <a:gd name="connsiteY2799" fmla="*/ 278511 h 342900"/>
                <a:gd name="connsiteX2800" fmla="*/ 114395 w 381000"/>
                <a:gd name="connsiteY2800" fmla="*/ 277844 h 342900"/>
                <a:gd name="connsiteX2801" fmla="*/ 114871 w 381000"/>
                <a:gd name="connsiteY2801" fmla="*/ 277178 h 342900"/>
                <a:gd name="connsiteX2802" fmla="*/ 116300 w 381000"/>
                <a:gd name="connsiteY2802" fmla="*/ 276511 h 342900"/>
                <a:gd name="connsiteX2803" fmla="*/ 116586 w 381000"/>
                <a:gd name="connsiteY2803" fmla="*/ 276130 h 342900"/>
                <a:gd name="connsiteX2804" fmla="*/ 117062 w 381000"/>
                <a:gd name="connsiteY2804" fmla="*/ 276035 h 342900"/>
                <a:gd name="connsiteX2805" fmla="*/ 118110 w 381000"/>
                <a:gd name="connsiteY2805" fmla="*/ 276320 h 342900"/>
                <a:gd name="connsiteX2806" fmla="*/ 118491 w 381000"/>
                <a:gd name="connsiteY2806" fmla="*/ 276225 h 342900"/>
                <a:gd name="connsiteX2807" fmla="*/ 118491 w 381000"/>
                <a:gd name="connsiteY2807" fmla="*/ 275844 h 342900"/>
                <a:gd name="connsiteX2808" fmla="*/ 118110 w 381000"/>
                <a:gd name="connsiteY2808" fmla="*/ 275368 h 342900"/>
                <a:gd name="connsiteX2809" fmla="*/ 117729 w 381000"/>
                <a:gd name="connsiteY2809" fmla="*/ 274892 h 342900"/>
                <a:gd name="connsiteX2810" fmla="*/ 117253 w 381000"/>
                <a:gd name="connsiteY2810" fmla="*/ 274606 h 342900"/>
                <a:gd name="connsiteX2811" fmla="*/ 117253 w 381000"/>
                <a:gd name="connsiteY2811" fmla="*/ 274415 h 342900"/>
                <a:gd name="connsiteX2812" fmla="*/ 117538 w 381000"/>
                <a:gd name="connsiteY2812" fmla="*/ 274130 h 342900"/>
                <a:gd name="connsiteX2813" fmla="*/ 117348 w 381000"/>
                <a:gd name="connsiteY2813" fmla="*/ 273844 h 342900"/>
                <a:gd name="connsiteX2814" fmla="*/ 122777 w 381000"/>
                <a:gd name="connsiteY2814" fmla="*/ 334423 h 342900"/>
                <a:gd name="connsiteX2815" fmla="*/ 122396 w 381000"/>
                <a:gd name="connsiteY2815" fmla="*/ 334709 h 342900"/>
                <a:gd name="connsiteX2816" fmla="*/ 122111 w 381000"/>
                <a:gd name="connsiteY2816" fmla="*/ 334994 h 342900"/>
                <a:gd name="connsiteX2817" fmla="*/ 121634 w 381000"/>
                <a:gd name="connsiteY2817" fmla="*/ 334232 h 342900"/>
                <a:gd name="connsiteX2818" fmla="*/ 121158 w 381000"/>
                <a:gd name="connsiteY2818" fmla="*/ 332327 h 342900"/>
                <a:gd name="connsiteX2819" fmla="*/ 120396 w 381000"/>
                <a:gd name="connsiteY2819" fmla="*/ 331565 h 342900"/>
                <a:gd name="connsiteX2820" fmla="*/ 117824 w 381000"/>
                <a:gd name="connsiteY2820" fmla="*/ 330518 h 342900"/>
                <a:gd name="connsiteX2821" fmla="*/ 117062 w 381000"/>
                <a:gd name="connsiteY2821" fmla="*/ 329946 h 342900"/>
                <a:gd name="connsiteX2822" fmla="*/ 116396 w 381000"/>
                <a:gd name="connsiteY2822" fmla="*/ 328994 h 342900"/>
                <a:gd name="connsiteX2823" fmla="*/ 114776 w 381000"/>
                <a:gd name="connsiteY2823" fmla="*/ 328708 h 342900"/>
                <a:gd name="connsiteX2824" fmla="*/ 112300 w 381000"/>
                <a:gd name="connsiteY2824" fmla="*/ 328898 h 342900"/>
                <a:gd name="connsiteX2825" fmla="*/ 108013 w 381000"/>
                <a:gd name="connsiteY2825" fmla="*/ 329565 h 342900"/>
                <a:gd name="connsiteX2826" fmla="*/ 107156 w 381000"/>
                <a:gd name="connsiteY2826" fmla="*/ 329375 h 342900"/>
                <a:gd name="connsiteX2827" fmla="*/ 103632 w 381000"/>
                <a:gd name="connsiteY2827" fmla="*/ 330899 h 342900"/>
                <a:gd name="connsiteX2828" fmla="*/ 98488 w 381000"/>
                <a:gd name="connsiteY2828" fmla="*/ 331470 h 342900"/>
                <a:gd name="connsiteX2829" fmla="*/ 97155 w 381000"/>
                <a:gd name="connsiteY2829" fmla="*/ 332613 h 342900"/>
                <a:gd name="connsiteX2830" fmla="*/ 91821 w 381000"/>
                <a:gd name="connsiteY2830" fmla="*/ 334137 h 342900"/>
                <a:gd name="connsiteX2831" fmla="*/ 89345 w 381000"/>
                <a:gd name="connsiteY2831" fmla="*/ 334994 h 342900"/>
                <a:gd name="connsiteX2832" fmla="*/ 88678 w 381000"/>
                <a:gd name="connsiteY2832" fmla="*/ 336423 h 342900"/>
                <a:gd name="connsiteX2833" fmla="*/ 87249 w 381000"/>
                <a:gd name="connsiteY2833" fmla="*/ 336804 h 342900"/>
                <a:gd name="connsiteX2834" fmla="*/ 85725 w 381000"/>
                <a:gd name="connsiteY2834" fmla="*/ 339471 h 342900"/>
                <a:gd name="connsiteX2835" fmla="*/ 83915 w 381000"/>
                <a:gd name="connsiteY2835" fmla="*/ 340519 h 342900"/>
                <a:gd name="connsiteX2836" fmla="*/ 83344 w 381000"/>
                <a:gd name="connsiteY2836" fmla="*/ 341090 h 342900"/>
                <a:gd name="connsiteX2837" fmla="*/ 82487 w 381000"/>
                <a:gd name="connsiteY2837" fmla="*/ 342710 h 342900"/>
                <a:gd name="connsiteX2838" fmla="*/ 81534 w 381000"/>
                <a:gd name="connsiteY2838" fmla="*/ 345281 h 342900"/>
                <a:gd name="connsiteX2839" fmla="*/ 82105 w 381000"/>
                <a:gd name="connsiteY2839" fmla="*/ 347282 h 342900"/>
                <a:gd name="connsiteX2840" fmla="*/ 83629 w 381000"/>
                <a:gd name="connsiteY2840" fmla="*/ 348901 h 342900"/>
                <a:gd name="connsiteX2841" fmla="*/ 85249 w 381000"/>
                <a:gd name="connsiteY2841" fmla="*/ 349472 h 342900"/>
                <a:gd name="connsiteX2842" fmla="*/ 86487 w 381000"/>
                <a:gd name="connsiteY2842" fmla="*/ 351377 h 342900"/>
                <a:gd name="connsiteX2843" fmla="*/ 87344 w 381000"/>
                <a:gd name="connsiteY2843" fmla="*/ 351758 h 342900"/>
                <a:gd name="connsiteX2844" fmla="*/ 88202 w 381000"/>
                <a:gd name="connsiteY2844" fmla="*/ 351568 h 342900"/>
                <a:gd name="connsiteX2845" fmla="*/ 89154 w 381000"/>
                <a:gd name="connsiteY2845" fmla="*/ 349949 h 342900"/>
                <a:gd name="connsiteX2846" fmla="*/ 90678 w 381000"/>
                <a:gd name="connsiteY2846" fmla="*/ 349187 h 342900"/>
                <a:gd name="connsiteX2847" fmla="*/ 95726 w 381000"/>
                <a:gd name="connsiteY2847" fmla="*/ 349091 h 342900"/>
                <a:gd name="connsiteX2848" fmla="*/ 97917 w 381000"/>
                <a:gd name="connsiteY2848" fmla="*/ 349758 h 342900"/>
                <a:gd name="connsiteX2849" fmla="*/ 100584 w 381000"/>
                <a:gd name="connsiteY2849" fmla="*/ 349282 h 342900"/>
                <a:gd name="connsiteX2850" fmla="*/ 102965 w 381000"/>
                <a:gd name="connsiteY2850" fmla="*/ 349472 h 342900"/>
                <a:gd name="connsiteX2851" fmla="*/ 105156 w 381000"/>
                <a:gd name="connsiteY2851" fmla="*/ 348996 h 342900"/>
                <a:gd name="connsiteX2852" fmla="*/ 106966 w 381000"/>
                <a:gd name="connsiteY2852" fmla="*/ 347472 h 342900"/>
                <a:gd name="connsiteX2853" fmla="*/ 112300 w 381000"/>
                <a:gd name="connsiteY2853" fmla="*/ 346520 h 342900"/>
                <a:gd name="connsiteX2854" fmla="*/ 114300 w 381000"/>
                <a:gd name="connsiteY2854" fmla="*/ 344900 h 342900"/>
                <a:gd name="connsiteX2855" fmla="*/ 115729 w 381000"/>
                <a:gd name="connsiteY2855" fmla="*/ 344996 h 342900"/>
                <a:gd name="connsiteX2856" fmla="*/ 116205 w 381000"/>
                <a:gd name="connsiteY2856" fmla="*/ 344710 h 342900"/>
                <a:gd name="connsiteX2857" fmla="*/ 117538 w 381000"/>
                <a:gd name="connsiteY2857" fmla="*/ 344519 h 342900"/>
                <a:gd name="connsiteX2858" fmla="*/ 117920 w 381000"/>
                <a:gd name="connsiteY2858" fmla="*/ 343662 h 342900"/>
                <a:gd name="connsiteX2859" fmla="*/ 117920 w 381000"/>
                <a:gd name="connsiteY2859" fmla="*/ 343091 h 342900"/>
                <a:gd name="connsiteX2860" fmla="*/ 118681 w 381000"/>
                <a:gd name="connsiteY2860" fmla="*/ 341662 h 342900"/>
                <a:gd name="connsiteX2861" fmla="*/ 119253 w 381000"/>
                <a:gd name="connsiteY2861" fmla="*/ 340519 h 342900"/>
                <a:gd name="connsiteX2862" fmla="*/ 121063 w 381000"/>
                <a:gd name="connsiteY2862" fmla="*/ 339090 h 342900"/>
                <a:gd name="connsiteX2863" fmla="*/ 122015 w 381000"/>
                <a:gd name="connsiteY2863" fmla="*/ 338042 h 342900"/>
                <a:gd name="connsiteX2864" fmla="*/ 122111 w 381000"/>
                <a:gd name="connsiteY2864" fmla="*/ 337852 h 342900"/>
                <a:gd name="connsiteX2865" fmla="*/ 122587 w 381000"/>
                <a:gd name="connsiteY2865" fmla="*/ 337280 h 342900"/>
                <a:gd name="connsiteX2866" fmla="*/ 122777 w 381000"/>
                <a:gd name="connsiteY2866" fmla="*/ 336899 h 342900"/>
                <a:gd name="connsiteX2867" fmla="*/ 122777 w 381000"/>
                <a:gd name="connsiteY2867" fmla="*/ 336518 h 342900"/>
                <a:gd name="connsiteX2868" fmla="*/ 122396 w 381000"/>
                <a:gd name="connsiteY2868" fmla="*/ 335947 h 342900"/>
                <a:gd name="connsiteX2869" fmla="*/ 122396 w 381000"/>
                <a:gd name="connsiteY2869" fmla="*/ 335566 h 342900"/>
                <a:gd name="connsiteX2870" fmla="*/ 122777 w 381000"/>
                <a:gd name="connsiteY2870" fmla="*/ 335090 h 342900"/>
                <a:gd name="connsiteX2871" fmla="*/ 123254 w 381000"/>
                <a:gd name="connsiteY2871" fmla="*/ 334899 h 342900"/>
                <a:gd name="connsiteX2872" fmla="*/ 123539 w 381000"/>
                <a:gd name="connsiteY2872" fmla="*/ 334613 h 342900"/>
                <a:gd name="connsiteX2873" fmla="*/ 123158 w 381000"/>
                <a:gd name="connsiteY2873" fmla="*/ 333756 h 342900"/>
                <a:gd name="connsiteX2874" fmla="*/ 122777 w 381000"/>
                <a:gd name="connsiteY2874" fmla="*/ 334423 h 342900"/>
                <a:gd name="connsiteX2875" fmla="*/ 102203 w 381000"/>
                <a:gd name="connsiteY2875" fmla="*/ 288227 h 342900"/>
                <a:gd name="connsiteX2876" fmla="*/ 101918 w 381000"/>
                <a:gd name="connsiteY2876" fmla="*/ 288989 h 342900"/>
                <a:gd name="connsiteX2877" fmla="*/ 102013 w 381000"/>
                <a:gd name="connsiteY2877" fmla="*/ 289179 h 342900"/>
                <a:gd name="connsiteX2878" fmla="*/ 102298 w 381000"/>
                <a:gd name="connsiteY2878" fmla="*/ 289274 h 342900"/>
                <a:gd name="connsiteX2879" fmla="*/ 102489 w 381000"/>
                <a:gd name="connsiteY2879" fmla="*/ 289370 h 342900"/>
                <a:gd name="connsiteX2880" fmla="*/ 102584 w 381000"/>
                <a:gd name="connsiteY2880" fmla="*/ 289655 h 342900"/>
                <a:gd name="connsiteX2881" fmla="*/ 102965 w 381000"/>
                <a:gd name="connsiteY2881" fmla="*/ 290036 h 342900"/>
                <a:gd name="connsiteX2882" fmla="*/ 103727 w 381000"/>
                <a:gd name="connsiteY2882" fmla="*/ 290227 h 342900"/>
                <a:gd name="connsiteX2883" fmla="*/ 104013 w 381000"/>
                <a:gd name="connsiteY2883" fmla="*/ 290036 h 342900"/>
                <a:gd name="connsiteX2884" fmla="*/ 103727 w 381000"/>
                <a:gd name="connsiteY2884" fmla="*/ 289560 h 342900"/>
                <a:gd name="connsiteX2885" fmla="*/ 104108 w 381000"/>
                <a:gd name="connsiteY2885" fmla="*/ 289465 h 342900"/>
                <a:gd name="connsiteX2886" fmla="*/ 104870 w 381000"/>
                <a:gd name="connsiteY2886" fmla="*/ 289465 h 342900"/>
                <a:gd name="connsiteX2887" fmla="*/ 105061 w 381000"/>
                <a:gd name="connsiteY2887" fmla="*/ 288703 h 342900"/>
                <a:gd name="connsiteX2888" fmla="*/ 105442 w 381000"/>
                <a:gd name="connsiteY2888" fmla="*/ 288417 h 342900"/>
                <a:gd name="connsiteX2889" fmla="*/ 105442 w 381000"/>
                <a:gd name="connsiteY2889" fmla="*/ 287846 h 342900"/>
                <a:gd name="connsiteX2890" fmla="*/ 105251 w 381000"/>
                <a:gd name="connsiteY2890" fmla="*/ 287560 h 342900"/>
                <a:gd name="connsiteX2891" fmla="*/ 104965 w 381000"/>
                <a:gd name="connsiteY2891" fmla="*/ 287369 h 342900"/>
                <a:gd name="connsiteX2892" fmla="*/ 104394 w 381000"/>
                <a:gd name="connsiteY2892" fmla="*/ 287084 h 342900"/>
                <a:gd name="connsiteX2893" fmla="*/ 103251 w 381000"/>
                <a:gd name="connsiteY2893" fmla="*/ 286893 h 342900"/>
                <a:gd name="connsiteX2894" fmla="*/ 102870 w 381000"/>
                <a:gd name="connsiteY2894" fmla="*/ 286703 h 342900"/>
                <a:gd name="connsiteX2895" fmla="*/ 102489 w 381000"/>
                <a:gd name="connsiteY2895" fmla="*/ 286607 h 342900"/>
                <a:gd name="connsiteX2896" fmla="*/ 102298 w 381000"/>
                <a:gd name="connsiteY2896" fmla="*/ 286798 h 342900"/>
                <a:gd name="connsiteX2897" fmla="*/ 102584 w 381000"/>
                <a:gd name="connsiteY2897" fmla="*/ 287274 h 342900"/>
                <a:gd name="connsiteX2898" fmla="*/ 102584 w 381000"/>
                <a:gd name="connsiteY2898" fmla="*/ 287465 h 342900"/>
                <a:gd name="connsiteX2899" fmla="*/ 102489 w 381000"/>
                <a:gd name="connsiteY2899" fmla="*/ 287560 h 342900"/>
                <a:gd name="connsiteX2900" fmla="*/ 102298 w 381000"/>
                <a:gd name="connsiteY2900" fmla="*/ 287655 h 342900"/>
                <a:gd name="connsiteX2901" fmla="*/ 102298 w 381000"/>
                <a:gd name="connsiteY2901" fmla="*/ 287750 h 342900"/>
                <a:gd name="connsiteX2902" fmla="*/ 102394 w 381000"/>
                <a:gd name="connsiteY2902" fmla="*/ 287941 h 342900"/>
                <a:gd name="connsiteX2903" fmla="*/ 102394 w 381000"/>
                <a:gd name="connsiteY2903" fmla="*/ 288131 h 342900"/>
                <a:gd name="connsiteX2904" fmla="*/ 102203 w 381000"/>
                <a:gd name="connsiteY2904" fmla="*/ 288227 h 342900"/>
                <a:gd name="connsiteX2905" fmla="*/ 118872 w 381000"/>
                <a:gd name="connsiteY2905" fmla="*/ 279178 h 342900"/>
                <a:gd name="connsiteX2906" fmla="*/ 118301 w 381000"/>
                <a:gd name="connsiteY2906" fmla="*/ 279083 h 342900"/>
                <a:gd name="connsiteX2907" fmla="*/ 118110 w 381000"/>
                <a:gd name="connsiteY2907" fmla="*/ 279083 h 342900"/>
                <a:gd name="connsiteX2908" fmla="*/ 117920 w 381000"/>
                <a:gd name="connsiteY2908" fmla="*/ 279083 h 342900"/>
                <a:gd name="connsiteX2909" fmla="*/ 117538 w 381000"/>
                <a:gd name="connsiteY2909" fmla="*/ 278987 h 342900"/>
                <a:gd name="connsiteX2910" fmla="*/ 117253 w 381000"/>
                <a:gd name="connsiteY2910" fmla="*/ 278797 h 342900"/>
                <a:gd name="connsiteX2911" fmla="*/ 116681 w 381000"/>
                <a:gd name="connsiteY2911" fmla="*/ 278892 h 342900"/>
                <a:gd name="connsiteX2912" fmla="*/ 116014 w 381000"/>
                <a:gd name="connsiteY2912" fmla="*/ 279464 h 342900"/>
                <a:gd name="connsiteX2913" fmla="*/ 115443 w 381000"/>
                <a:gd name="connsiteY2913" fmla="*/ 279749 h 342900"/>
                <a:gd name="connsiteX2914" fmla="*/ 114967 w 381000"/>
                <a:gd name="connsiteY2914" fmla="*/ 279559 h 342900"/>
                <a:gd name="connsiteX2915" fmla="*/ 114586 w 381000"/>
                <a:gd name="connsiteY2915" fmla="*/ 279464 h 342900"/>
                <a:gd name="connsiteX2916" fmla="*/ 114395 w 381000"/>
                <a:gd name="connsiteY2916" fmla="*/ 279559 h 342900"/>
                <a:gd name="connsiteX2917" fmla="*/ 114205 w 381000"/>
                <a:gd name="connsiteY2917" fmla="*/ 279654 h 342900"/>
                <a:gd name="connsiteX2918" fmla="*/ 113729 w 381000"/>
                <a:gd name="connsiteY2918" fmla="*/ 279845 h 342900"/>
                <a:gd name="connsiteX2919" fmla="*/ 113157 w 381000"/>
                <a:gd name="connsiteY2919" fmla="*/ 279940 h 342900"/>
                <a:gd name="connsiteX2920" fmla="*/ 113252 w 381000"/>
                <a:gd name="connsiteY2920" fmla="*/ 280130 h 342900"/>
                <a:gd name="connsiteX2921" fmla="*/ 114395 w 381000"/>
                <a:gd name="connsiteY2921" fmla="*/ 280607 h 342900"/>
                <a:gd name="connsiteX2922" fmla="*/ 114586 w 381000"/>
                <a:gd name="connsiteY2922" fmla="*/ 280702 h 342900"/>
                <a:gd name="connsiteX2923" fmla="*/ 114776 w 381000"/>
                <a:gd name="connsiteY2923" fmla="*/ 280797 h 342900"/>
                <a:gd name="connsiteX2924" fmla="*/ 115253 w 381000"/>
                <a:gd name="connsiteY2924" fmla="*/ 280797 h 342900"/>
                <a:gd name="connsiteX2925" fmla="*/ 115919 w 381000"/>
                <a:gd name="connsiteY2925" fmla="*/ 280607 h 342900"/>
                <a:gd name="connsiteX2926" fmla="*/ 116491 w 381000"/>
                <a:gd name="connsiteY2926" fmla="*/ 280511 h 342900"/>
                <a:gd name="connsiteX2927" fmla="*/ 116872 w 381000"/>
                <a:gd name="connsiteY2927" fmla="*/ 280702 h 342900"/>
                <a:gd name="connsiteX2928" fmla="*/ 117157 w 381000"/>
                <a:gd name="connsiteY2928" fmla="*/ 281083 h 342900"/>
                <a:gd name="connsiteX2929" fmla="*/ 117253 w 381000"/>
                <a:gd name="connsiteY2929" fmla="*/ 281559 h 342900"/>
                <a:gd name="connsiteX2930" fmla="*/ 117538 w 381000"/>
                <a:gd name="connsiteY2930" fmla="*/ 281940 h 342900"/>
                <a:gd name="connsiteX2931" fmla="*/ 118015 w 381000"/>
                <a:gd name="connsiteY2931" fmla="*/ 281845 h 342900"/>
                <a:gd name="connsiteX2932" fmla="*/ 118205 w 381000"/>
                <a:gd name="connsiteY2932" fmla="*/ 281654 h 342900"/>
                <a:gd name="connsiteX2933" fmla="*/ 118491 w 381000"/>
                <a:gd name="connsiteY2933" fmla="*/ 281464 h 342900"/>
                <a:gd name="connsiteX2934" fmla="*/ 118967 w 381000"/>
                <a:gd name="connsiteY2934" fmla="*/ 281369 h 342900"/>
                <a:gd name="connsiteX2935" fmla="*/ 119444 w 381000"/>
                <a:gd name="connsiteY2935" fmla="*/ 281464 h 342900"/>
                <a:gd name="connsiteX2936" fmla="*/ 119729 w 381000"/>
                <a:gd name="connsiteY2936" fmla="*/ 281083 h 342900"/>
                <a:gd name="connsiteX2937" fmla="*/ 119825 w 381000"/>
                <a:gd name="connsiteY2937" fmla="*/ 280607 h 342900"/>
                <a:gd name="connsiteX2938" fmla="*/ 119920 w 381000"/>
                <a:gd name="connsiteY2938" fmla="*/ 280416 h 342900"/>
                <a:gd name="connsiteX2939" fmla="*/ 120205 w 381000"/>
                <a:gd name="connsiteY2939" fmla="*/ 280035 h 342900"/>
                <a:gd name="connsiteX2940" fmla="*/ 120301 w 381000"/>
                <a:gd name="connsiteY2940" fmla="*/ 279559 h 342900"/>
                <a:gd name="connsiteX2941" fmla="*/ 119825 w 381000"/>
                <a:gd name="connsiteY2941" fmla="*/ 279273 h 342900"/>
                <a:gd name="connsiteX2942" fmla="*/ 118872 w 381000"/>
                <a:gd name="connsiteY2942" fmla="*/ 279178 h 342900"/>
                <a:gd name="connsiteX2943" fmla="*/ 130588 w 381000"/>
                <a:gd name="connsiteY2943" fmla="*/ 279368 h 342900"/>
                <a:gd name="connsiteX2944" fmla="*/ 130302 w 381000"/>
                <a:gd name="connsiteY2944" fmla="*/ 278987 h 342900"/>
                <a:gd name="connsiteX2945" fmla="*/ 130112 w 381000"/>
                <a:gd name="connsiteY2945" fmla="*/ 278702 h 342900"/>
                <a:gd name="connsiteX2946" fmla="*/ 129826 w 381000"/>
                <a:gd name="connsiteY2946" fmla="*/ 278511 h 342900"/>
                <a:gd name="connsiteX2947" fmla="*/ 129254 w 381000"/>
                <a:gd name="connsiteY2947" fmla="*/ 278606 h 342900"/>
                <a:gd name="connsiteX2948" fmla="*/ 128492 w 381000"/>
                <a:gd name="connsiteY2948" fmla="*/ 278797 h 342900"/>
                <a:gd name="connsiteX2949" fmla="*/ 128111 w 381000"/>
                <a:gd name="connsiteY2949" fmla="*/ 278606 h 342900"/>
                <a:gd name="connsiteX2950" fmla="*/ 127921 w 381000"/>
                <a:gd name="connsiteY2950" fmla="*/ 278035 h 342900"/>
                <a:gd name="connsiteX2951" fmla="*/ 127540 w 381000"/>
                <a:gd name="connsiteY2951" fmla="*/ 277559 h 342900"/>
                <a:gd name="connsiteX2952" fmla="*/ 127159 w 381000"/>
                <a:gd name="connsiteY2952" fmla="*/ 277178 h 342900"/>
                <a:gd name="connsiteX2953" fmla="*/ 126968 w 381000"/>
                <a:gd name="connsiteY2953" fmla="*/ 277082 h 342900"/>
                <a:gd name="connsiteX2954" fmla="*/ 126968 w 381000"/>
                <a:gd name="connsiteY2954" fmla="*/ 277273 h 342900"/>
                <a:gd name="connsiteX2955" fmla="*/ 126492 w 381000"/>
                <a:gd name="connsiteY2955" fmla="*/ 277749 h 342900"/>
                <a:gd name="connsiteX2956" fmla="*/ 126016 w 381000"/>
                <a:gd name="connsiteY2956" fmla="*/ 278321 h 342900"/>
                <a:gd name="connsiteX2957" fmla="*/ 125730 w 381000"/>
                <a:gd name="connsiteY2957" fmla="*/ 278511 h 342900"/>
                <a:gd name="connsiteX2958" fmla="*/ 125349 w 381000"/>
                <a:gd name="connsiteY2958" fmla="*/ 278606 h 342900"/>
                <a:gd name="connsiteX2959" fmla="*/ 125254 w 381000"/>
                <a:gd name="connsiteY2959" fmla="*/ 278702 h 342900"/>
                <a:gd name="connsiteX2960" fmla="*/ 125444 w 381000"/>
                <a:gd name="connsiteY2960" fmla="*/ 278797 h 342900"/>
                <a:gd name="connsiteX2961" fmla="*/ 125825 w 381000"/>
                <a:gd name="connsiteY2961" fmla="*/ 278892 h 342900"/>
                <a:gd name="connsiteX2962" fmla="*/ 126682 w 381000"/>
                <a:gd name="connsiteY2962" fmla="*/ 278987 h 342900"/>
                <a:gd name="connsiteX2963" fmla="*/ 127063 w 381000"/>
                <a:gd name="connsiteY2963" fmla="*/ 279178 h 342900"/>
                <a:gd name="connsiteX2964" fmla="*/ 127159 w 381000"/>
                <a:gd name="connsiteY2964" fmla="*/ 279464 h 342900"/>
                <a:gd name="connsiteX2965" fmla="*/ 126968 w 381000"/>
                <a:gd name="connsiteY2965" fmla="*/ 279749 h 342900"/>
                <a:gd name="connsiteX2966" fmla="*/ 128111 w 381000"/>
                <a:gd name="connsiteY2966" fmla="*/ 279940 h 342900"/>
                <a:gd name="connsiteX2967" fmla="*/ 128302 w 381000"/>
                <a:gd name="connsiteY2967" fmla="*/ 280225 h 342900"/>
                <a:gd name="connsiteX2968" fmla="*/ 127921 w 381000"/>
                <a:gd name="connsiteY2968" fmla="*/ 280416 h 342900"/>
                <a:gd name="connsiteX2969" fmla="*/ 127635 w 381000"/>
                <a:gd name="connsiteY2969" fmla="*/ 280797 h 342900"/>
                <a:gd name="connsiteX2970" fmla="*/ 127635 w 381000"/>
                <a:gd name="connsiteY2970" fmla="*/ 281369 h 342900"/>
                <a:gd name="connsiteX2971" fmla="*/ 128206 w 381000"/>
                <a:gd name="connsiteY2971" fmla="*/ 281083 h 342900"/>
                <a:gd name="connsiteX2972" fmla="*/ 129159 w 381000"/>
                <a:gd name="connsiteY2972" fmla="*/ 280321 h 342900"/>
                <a:gd name="connsiteX2973" fmla="*/ 129540 w 381000"/>
                <a:gd name="connsiteY2973" fmla="*/ 279940 h 342900"/>
                <a:gd name="connsiteX2974" fmla="*/ 129254 w 381000"/>
                <a:gd name="connsiteY2974" fmla="*/ 279749 h 342900"/>
                <a:gd name="connsiteX2975" fmla="*/ 129159 w 381000"/>
                <a:gd name="connsiteY2975" fmla="*/ 279559 h 342900"/>
                <a:gd name="connsiteX2976" fmla="*/ 129540 w 381000"/>
                <a:gd name="connsiteY2976" fmla="*/ 279368 h 342900"/>
                <a:gd name="connsiteX2977" fmla="*/ 130016 w 381000"/>
                <a:gd name="connsiteY2977" fmla="*/ 279464 h 342900"/>
                <a:gd name="connsiteX2978" fmla="*/ 130493 w 381000"/>
                <a:gd name="connsiteY2978" fmla="*/ 279654 h 342900"/>
                <a:gd name="connsiteX2979" fmla="*/ 130778 w 381000"/>
                <a:gd name="connsiteY2979" fmla="*/ 279559 h 342900"/>
                <a:gd name="connsiteX2980" fmla="*/ 130683 w 381000"/>
                <a:gd name="connsiteY2980" fmla="*/ 279273 h 342900"/>
                <a:gd name="connsiteX2981" fmla="*/ 130588 w 381000"/>
                <a:gd name="connsiteY2981" fmla="*/ 279368 h 342900"/>
                <a:gd name="connsiteX2982" fmla="*/ 137351 w 381000"/>
                <a:gd name="connsiteY2982" fmla="*/ 270415 h 342900"/>
                <a:gd name="connsiteX2983" fmla="*/ 136493 w 381000"/>
                <a:gd name="connsiteY2983" fmla="*/ 270320 h 342900"/>
                <a:gd name="connsiteX2984" fmla="*/ 134874 w 381000"/>
                <a:gd name="connsiteY2984" fmla="*/ 270510 h 342900"/>
                <a:gd name="connsiteX2985" fmla="*/ 133160 w 381000"/>
                <a:gd name="connsiteY2985" fmla="*/ 270796 h 342900"/>
                <a:gd name="connsiteX2986" fmla="*/ 132302 w 381000"/>
                <a:gd name="connsiteY2986" fmla="*/ 271177 h 342900"/>
                <a:gd name="connsiteX2987" fmla="*/ 131540 w 381000"/>
                <a:gd name="connsiteY2987" fmla="*/ 271748 h 342900"/>
                <a:gd name="connsiteX2988" fmla="*/ 132017 w 381000"/>
                <a:gd name="connsiteY2988" fmla="*/ 272034 h 342900"/>
                <a:gd name="connsiteX2989" fmla="*/ 132207 w 381000"/>
                <a:gd name="connsiteY2989" fmla="*/ 272320 h 342900"/>
                <a:gd name="connsiteX2990" fmla="*/ 132112 w 381000"/>
                <a:gd name="connsiteY2990" fmla="*/ 272606 h 342900"/>
                <a:gd name="connsiteX2991" fmla="*/ 131826 w 381000"/>
                <a:gd name="connsiteY2991" fmla="*/ 272987 h 342900"/>
                <a:gd name="connsiteX2992" fmla="*/ 131826 w 381000"/>
                <a:gd name="connsiteY2992" fmla="*/ 273463 h 342900"/>
                <a:gd name="connsiteX2993" fmla="*/ 133064 w 381000"/>
                <a:gd name="connsiteY2993" fmla="*/ 274320 h 342900"/>
                <a:gd name="connsiteX2994" fmla="*/ 133636 w 381000"/>
                <a:gd name="connsiteY2994" fmla="*/ 274606 h 342900"/>
                <a:gd name="connsiteX2995" fmla="*/ 134493 w 381000"/>
                <a:gd name="connsiteY2995" fmla="*/ 274701 h 342900"/>
                <a:gd name="connsiteX2996" fmla="*/ 136684 w 381000"/>
                <a:gd name="connsiteY2996" fmla="*/ 274320 h 342900"/>
                <a:gd name="connsiteX2997" fmla="*/ 137636 w 381000"/>
                <a:gd name="connsiteY2997" fmla="*/ 273939 h 342900"/>
                <a:gd name="connsiteX2998" fmla="*/ 138303 w 381000"/>
                <a:gd name="connsiteY2998" fmla="*/ 272987 h 342900"/>
                <a:gd name="connsiteX2999" fmla="*/ 138494 w 381000"/>
                <a:gd name="connsiteY2999" fmla="*/ 271844 h 342900"/>
                <a:gd name="connsiteX3000" fmla="*/ 137922 w 381000"/>
                <a:gd name="connsiteY3000" fmla="*/ 270796 h 342900"/>
                <a:gd name="connsiteX3001" fmla="*/ 137351 w 381000"/>
                <a:gd name="connsiteY3001" fmla="*/ 270415 h 342900"/>
                <a:gd name="connsiteX3002" fmla="*/ 112204 w 381000"/>
                <a:gd name="connsiteY3002" fmla="*/ 280225 h 342900"/>
                <a:gd name="connsiteX3003" fmla="*/ 111919 w 381000"/>
                <a:gd name="connsiteY3003" fmla="*/ 279845 h 342900"/>
                <a:gd name="connsiteX3004" fmla="*/ 111728 w 381000"/>
                <a:gd name="connsiteY3004" fmla="*/ 279368 h 342900"/>
                <a:gd name="connsiteX3005" fmla="*/ 111633 w 381000"/>
                <a:gd name="connsiteY3005" fmla="*/ 278321 h 342900"/>
                <a:gd name="connsiteX3006" fmla="*/ 111157 w 381000"/>
                <a:gd name="connsiteY3006" fmla="*/ 277082 h 342900"/>
                <a:gd name="connsiteX3007" fmla="*/ 110490 w 381000"/>
                <a:gd name="connsiteY3007" fmla="*/ 276320 h 342900"/>
                <a:gd name="connsiteX3008" fmla="*/ 109919 w 381000"/>
                <a:gd name="connsiteY3008" fmla="*/ 275939 h 342900"/>
                <a:gd name="connsiteX3009" fmla="*/ 109347 w 381000"/>
                <a:gd name="connsiteY3009" fmla="*/ 275749 h 342900"/>
                <a:gd name="connsiteX3010" fmla="*/ 108395 w 381000"/>
                <a:gd name="connsiteY3010" fmla="*/ 275844 h 342900"/>
                <a:gd name="connsiteX3011" fmla="*/ 108109 w 381000"/>
                <a:gd name="connsiteY3011" fmla="*/ 275939 h 342900"/>
                <a:gd name="connsiteX3012" fmla="*/ 107537 w 381000"/>
                <a:gd name="connsiteY3012" fmla="*/ 276225 h 342900"/>
                <a:gd name="connsiteX3013" fmla="*/ 107156 w 381000"/>
                <a:gd name="connsiteY3013" fmla="*/ 276797 h 342900"/>
                <a:gd name="connsiteX3014" fmla="*/ 106966 w 381000"/>
                <a:gd name="connsiteY3014" fmla="*/ 277559 h 342900"/>
                <a:gd name="connsiteX3015" fmla="*/ 106966 w 381000"/>
                <a:gd name="connsiteY3015" fmla="*/ 278321 h 342900"/>
                <a:gd name="connsiteX3016" fmla="*/ 107061 w 381000"/>
                <a:gd name="connsiteY3016" fmla="*/ 279083 h 342900"/>
                <a:gd name="connsiteX3017" fmla="*/ 107252 w 381000"/>
                <a:gd name="connsiteY3017" fmla="*/ 279749 h 342900"/>
                <a:gd name="connsiteX3018" fmla="*/ 107632 w 381000"/>
                <a:gd name="connsiteY3018" fmla="*/ 280225 h 342900"/>
                <a:gd name="connsiteX3019" fmla="*/ 108204 w 381000"/>
                <a:gd name="connsiteY3019" fmla="*/ 280607 h 342900"/>
                <a:gd name="connsiteX3020" fmla="*/ 108871 w 381000"/>
                <a:gd name="connsiteY3020" fmla="*/ 280797 h 342900"/>
                <a:gd name="connsiteX3021" fmla="*/ 109442 w 381000"/>
                <a:gd name="connsiteY3021" fmla="*/ 280607 h 342900"/>
                <a:gd name="connsiteX3022" fmla="*/ 109919 w 381000"/>
                <a:gd name="connsiteY3022" fmla="*/ 280702 h 342900"/>
                <a:gd name="connsiteX3023" fmla="*/ 110014 w 381000"/>
                <a:gd name="connsiteY3023" fmla="*/ 281178 h 342900"/>
                <a:gd name="connsiteX3024" fmla="*/ 109538 w 381000"/>
                <a:gd name="connsiteY3024" fmla="*/ 281559 h 342900"/>
                <a:gd name="connsiteX3025" fmla="*/ 109538 w 381000"/>
                <a:gd name="connsiteY3025" fmla="*/ 281940 h 342900"/>
                <a:gd name="connsiteX3026" fmla="*/ 110490 w 381000"/>
                <a:gd name="connsiteY3026" fmla="*/ 282321 h 342900"/>
                <a:gd name="connsiteX3027" fmla="*/ 111252 w 381000"/>
                <a:gd name="connsiteY3027" fmla="*/ 282512 h 342900"/>
                <a:gd name="connsiteX3028" fmla="*/ 111728 w 381000"/>
                <a:gd name="connsiteY3028" fmla="*/ 282702 h 342900"/>
                <a:gd name="connsiteX3029" fmla="*/ 112014 w 381000"/>
                <a:gd name="connsiteY3029" fmla="*/ 282512 h 342900"/>
                <a:gd name="connsiteX3030" fmla="*/ 112109 w 381000"/>
                <a:gd name="connsiteY3030" fmla="*/ 282131 h 342900"/>
                <a:gd name="connsiteX3031" fmla="*/ 112300 w 381000"/>
                <a:gd name="connsiteY3031" fmla="*/ 282131 h 342900"/>
                <a:gd name="connsiteX3032" fmla="*/ 112681 w 381000"/>
                <a:gd name="connsiteY3032" fmla="*/ 282416 h 342900"/>
                <a:gd name="connsiteX3033" fmla="*/ 113157 w 381000"/>
                <a:gd name="connsiteY3033" fmla="*/ 282607 h 342900"/>
                <a:gd name="connsiteX3034" fmla="*/ 113443 w 381000"/>
                <a:gd name="connsiteY3034" fmla="*/ 282702 h 342900"/>
                <a:gd name="connsiteX3035" fmla="*/ 113729 w 381000"/>
                <a:gd name="connsiteY3035" fmla="*/ 282702 h 342900"/>
                <a:gd name="connsiteX3036" fmla="*/ 113919 w 381000"/>
                <a:gd name="connsiteY3036" fmla="*/ 282512 h 342900"/>
                <a:gd name="connsiteX3037" fmla="*/ 113633 w 381000"/>
                <a:gd name="connsiteY3037" fmla="*/ 281845 h 342900"/>
                <a:gd name="connsiteX3038" fmla="*/ 113538 w 381000"/>
                <a:gd name="connsiteY3038" fmla="*/ 281464 h 342900"/>
                <a:gd name="connsiteX3039" fmla="*/ 112586 w 381000"/>
                <a:gd name="connsiteY3039" fmla="*/ 280511 h 342900"/>
                <a:gd name="connsiteX3040" fmla="*/ 112204 w 381000"/>
                <a:gd name="connsiteY3040" fmla="*/ 280225 h 342900"/>
                <a:gd name="connsiteX3041" fmla="*/ 118777 w 381000"/>
                <a:gd name="connsiteY3041" fmla="*/ 288131 h 342900"/>
                <a:gd name="connsiteX3042" fmla="*/ 118396 w 381000"/>
                <a:gd name="connsiteY3042" fmla="*/ 288512 h 342900"/>
                <a:gd name="connsiteX3043" fmla="*/ 118205 w 381000"/>
                <a:gd name="connsiteY3043" fmla="*/ 288989 h 342900"/>
                <a:gd name="connsiteX3044" fmla="*/ 118110 w 381000"/>
                <a:gd name="connsiteY3044" fmla="*/ 289560 h 342900"/>
                <a:gd name="connsiteX3045" fmla="*/ 117824 w 381000"/>
                <a:gd name="connsiteY3045" fmla="*/ 290227 h 342900"/>
                <a:gd name="connsiteX3046" fmla="*/ 118015 w 381000"/>
                <a:gd name="connsiteY3046" fmla="*/ 291179 h 342900"/>
                <a:gd name="connsiteX3047" fmla="*/ 118205 w 381000"/>
                <a:gd name="connsiteY3047" fmla="*/ 291275 h 342900"/>
                <a:gd name="connsiteX3048" fmla="*/ 118396 w 381000"/>
                <a:gd name="connsiteY3048" fmla="*/ 290989 h 342900"/>
                <a:gd name="connsiteX3049" fmla="*/ 118777 w 381000"/>
                <a:gd name="connsiteY3049" fmla="*/ 290989 h 342900"/>
                <a:gd name="connsiteX3050" fmla="*/ 119253 w 381000"/>
                <a:gd name="connsiteY3050" fmla="*/ 291370 h 342900"/>
                <a:gd name="connsiteX3051" fmla="*/ 119825 w 381000"/>
                <a:gd name="connsiteY3051" fmla="*/ 291656 h 342900"/>
                <a:gd name="connsiteX3052" fmla="*/ 120587 w 381000"/>
                <a:gd name="connsiteY3052" fmla="*/ 291560 h 342900"/>
                <a:gd name="connsiteX3053" fmla="*/ 121158 w 381000"/>
                <a:gd name="connsiteY3053" fmla="*/ 291275 h 342900"/>
                <a:gd name="connsiteX3054" fmla="*/ 121539 w 381000"/>
                <a:gd name="connsiteY3054" fmla="*/ 290703 h 342900"/>
                <a:gd name="connsiteX3055" fmla="*/ 121634 w 381000"/>
                <a:gd name="connsiteY3055" fmla="*/ 290322 h 342900"/>
                <a:gd name="connsiteX3056" fmla="*/ 121729 w 381000"/>
                <a:gd name="connsiteY3056" fmla="*/ 289560 h 342900"/>
                <a:gd name="connsiteX3057" fmla="*/ 121444 w 381000"/>
                <a:gd name="connsiteY3057" fmla="*/ 289179 h 342900"/>
                <a:gd name="connsiteX3058" fmla="*/ 120968 w 381000"/>
                <a:gd name="connsiteY3058" fmla="*/ 288703 h 342900"/>
                <a:gd name="connsiteX3059" fmla="*/ 120396 w 381000"/>
                <a:gd name="connsiteY3059" fmla="*/ 287941 h 342900"/>
                <a:gd name="connsiteX3060" fmla="*/ 119539 w 381000"/>
                <a:gd name="connsiteY3060" fmla="*/ 287750 h 342900"/>
                <a:gd name="connsiteX3061" fmla="*/ 118777 w 381000"/>
                <a:gd name="connsiteY3061" fmla="*/ 288131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</a:cxnLst>
              <a:rect l="l" t="t" r="r" b="b"/>
              <a:pathLst>
                <a:path w="381000" h="342900">
                  <a:moveTo>
                    <a:pt x="5429" y="52007"/>
                  </a:moveTo>
                  <a:lnTo>
                    <a:pt x="5048" y="52007"/>
                  </a:lnTo>
                  <a:lnTo>
                    <a:pt x="4763" y="52197"/>
                  </a:lnTo>
                  <a:lnTo>
                    <a:pt x="4191" y="52769"/>
                  </a:lnTo>
                  <a:lnTo>
                    <a:pt x="3334" y="53435"/>
                  </a:lnTo>
                  <a:lnTo>
                    <a:pt x="3143" y="53912"/>
                  </a:lnTo>
                  <a:lnTo>
                    <a:pt x="3524" y="54483"/>
                  </a:lnTo>
                  <a:lnTo>
                    <a:pt x="3715" y="54769"/>
                  </a:lnTo>
                  <a:lnTo>
                    <a:pt x="3715" y="54864"/>
                  </a:lnTo>
                  <a:lnTo>
                    <a:pt x="3715" y="55054"/>
                  </a:lnTo>
                  <a:lnTo>
                    <a:pt x="3810" y="54959"/>
                  </a:lnTo>
                  <a:lnTo>
                    <a:pt x="4096" y="54674"/>
                  </a:lnTo>
                  <a:lnTo>
                    <a:pt x="4477" y="54578"/>
                  </a:lnTo>
                  <a:lnTo>
                    <a:pt x="4858" y="54578"/>
                  </a:lnTo>
                  <a:lnTo>
                    <a:pt x="5239" y="54388"/>
                  </a:lnTo>
                  <a:lnTo>
                    <a:pt x="5429" y="53816"/>
                  </a:lnTo>
                  <a:lnTo>
                    <a:pt x="5620" y="53150"/>
                  </a:lnTo>
                  <a:lnTo>
                    <a:pt x="5905" y="52578"/>
                  </a:lnTo>
                  <a:lnTo>
                    <a:pt x="5810" y="52197"/>
                  </a:lnTo>
                  <a:lnTo>
                    <a:pt x="5429" y="52007"/>
                  </a:lnTo>
                  <a:close/>
                  <a:moveTo>
                    <a:pt x="74676" y="246031"/>
                  </a:moveTo>
                  <a:lnTo>
                    <a:pt x="75152" y="246221"/>
                  </a:lnTo>
                  <a:lnTo>
                    <a:pt x="75533" y="246507"/>
                  </a:lnTo>
                  <a:lnTo>
                    <a:pt x="76010" y="246698"/>
                  </a:lnTo>
                  <a:lnTo>
                    <a:pt x="76771" y="246507"/>
                  </a:lnTo>
                  <a:lnTo>
                    <a:pt x="77343" y="245936"/>
                  </a:lnTo>
                  <a:lnTo>
                    <a:pt x="77724" y="245174"/>
                  </a:lnTo>
                  <a:lnTo>
                    <a:pt x="77914" y="244316"/>
                  </a:lnTo>
                  <a:lnTo>
                    <a:pt x="77819" y="243364"/>
                  </a:lnTo>
                  <a:lnTo>
                    <a:pt x="77438" y="242602"/>
                  </a:lnTo>
                  <a:lnTo>
                    <a:pt x="76867" y="242221"/>
                  </a:lnTo>
                  <a:lnTo>
                    <a:pt x="76390" y="242316"/>
                  </a:lnTo>
                  <a:lnTo>
                    <a:pt x="76200" y="243173"/>
                  </a:lnTo>
                  <a:lnTo>
                    <a:pt x="76010" y="243554"/>
                  </a:lnTo>
                  <a:lnTo>
                    <a:pt x="75533" y="243554"/>
                  </a:lnTo>
                  <a:lnTo>
                    <a:pt x="75057" y="243459"/>
                  </a:lnTo>
                  <a:lnTo>
                    <a:pt x="74676" y="243459"/>
                  </a:lnTo>
                  <a:lnTo>
                    <a:pt x="73914" y="244126"/>
                  </a:lnTo>
                  <a:lnTo>
                    <a:pt x="72962" y="245650"/>
                  </a:lnTo>
                  <a:lnTo>
                    <a:pt x="72485" y="246126"/>
                  </a:lnTo>
                  <a:lnTo>
                    <a:pt x="72485" y="246507"/>
                  </a:lnTo>
                  <a:lnTo>
                    <a:pt x="73152" y="246507"/>
                  </a:lnTo>
                  <a:lnTo>
                    <a:pt x="74676" y="246031"/>
                  </a:lnTo>
                  <a:close/>
                  <a:moveTo>
                    <a:pt x="78010" y="253937"/>
                  </a:moveTo>
                  <a:lnTo>
                    <a:pt x="78486" y="254794"/>
                  </a:lnTo>
                  <a:lnTo>
                    <a:pt x="78581" y="255365"/>
                  </a:lnTo>
                  <a:lnTo>
                    <a:pt x="78962" y="255651"/>
                  </a:lnTo>
                  <a:lnTo>
                    <a:pt x="79343" y="255651"/>
                  </a:lnTo>
                  <a:lnTo>
                    <a:pt x="79534" y="255556"/>
                  </a:lnTo>
                  <a:lnTo>
                    <a:pt x="79820" y="255270"/>
                  </a:lnTo>
                  <a:lnTo>
                    <a:pt x="80391" y="255270"/>
                  </a:lnTo>
                  <a:lnTo>
                    <a:pt x="80867" y="255937"/>
                  </a:lnTo>
                  <a:lnTo>
                    <a:pt x="81534" y="256508"/>
                  </a:lnTo>
                  <a:lnTo>
                    <a:pt x="82201" y="256413"/>
                  </a:lnTo>
                  <a:lnTo>
                    <a:pt x="82487" y="255842"/>
                  </a:lnTo>
                  <a:lnTo>
                    <a:pt x="82487" y="255175"/>
                  </a:lnTo>
                  <a:lnTo>
                    <a:pt x="82296" y="254603"/>
                  </a:lnTo>
                  <a:lnTo>
                    <a:pt x="82296" y="254222"/>
                  </a:lnTo>
                  <a:lnTo>
                    <a:pt x="82296" y="253937"/>
                  </a:lnTo>
                  <a:lnTo>
                    <a:pt x="82105" y="253556"/>
                  </a:lnTo>
                  <a:lnTo>
                    <a:pt x="81725" y="253270"/>
                  </a:lnTo>
                  <a:lnTo>
                    <a:pt x="81248" y="253175"/>
                  </a:lnTo>
                  <a:lnTo>
                    <a:pt x="80581" y="253175"/>
                  </a:lnTo>
                  <a:lnTo>
                    <a:pt x="80105" y="252984"/>
                  </a:lnTo>
                  <a:lnTo>
                    <a:pt x="79820" y="252603"/>
                  </a:lnTo>
                  <a:lnTo>
                    <a:pt x="79343" y="252413"/>
                  </a:lnTo>
                  <a:lnTo>
                    <a:pt x="78677" y="252317"/>
                  </a:lnTo>
                  <a:lnTo>
                    <a:pt x="78105" y="252413"/>
                  </a:lnTo>
                  <a:lnTo>
                    <a:pt x="77724" y="252603"/>
                  </a:lnTo>
                  <a:lnTo>
                    <a:pt x="77343" y="252603"/>
                  </a:lnTo>
                  <a:lnTo>
                    <a:pt x="76867" y="252508"/>
                  </a:lnTo>
                  <a:lnTo>
                    <a:pt x="77057" y="253079"/>
                  </a:lnTo>
                  <a:lnTo>
                    <a:pt x="78010" y="253937"/>
                  </a:lnTo>
                  <a:close/>
                  <a:moveTo>
                    <a:pt x="82677" y="235172"/>
                  </a:moveTo>
                  <a:lnTo>
                    <a:pt x="82582" y="234887"/>
                  </a:lnTo>
                  <a:lnTo>
                    <a:pt x="82487" y="234601"/>
                  </a:lnTo>
                  <a:lnTo>
                    <a:pt x="82296" y="234315"/>
                  </a:lnTo>
                  <a:lnTo>
                    <a:pt x="81820" y="234220"/>
                  </a:lnTo>
                  <a:lnTo>
                    <a:pt x="81153" y="234315"/>
                  </a:lnTo>
                  <a:lnTo>
                    <a:pt x="80677" y="234125"/>
                  </a:lnTo>
                  <a:lnTo>
                    <a:pt x="80296" y="234220"/>
                  </a:lnTo>
                  <a:lnTo>
                    <a:pt x="79915" y="234506"/>
                  </a:lnTo>
                  <a:lnTo>
                    <a:pt x="79820" y="234791"/>
                  </a:lnTo>
                  <a:lnTo>
                    <a:pt x="80010" y="234887"/>
                  </a:lnTo>
                  <a:lnTo>
                    <a:pt x="80201" y="234887"/>
                  </a:lnTo>
                  <a:lnTo>
                    <a:pt x="80391" y="234982"/>
                  </a:lnTo>
                  <a:lnTo>
                    <a:pt x="80010" y="235268"/>
                  </a:lnTo>
                  <a:lnTo>
                    <a:pt x="80105" y="235363"/>
                  </a:lnTo>
                  <a:lnTo>
                    <a:pt x="80391" y="235363"/>
                  </a:lnTo>
                  <a:lnTo>
                    <a:pt x="80581" y="235458"/>
                  </a:lnTo>
                  <a:lnTo>
                    <a:pt x="80677" y="235744"/>
                  </a:lnTo>
                  <a:lnTo>
                    <a:pt x="80963" y="235744"/>
                  </a:lnTo>
                  <a:lnTo>
                    <a:pt x="81248" y="235649"/>
                  </a:lnTo>
                  <a:lnTo>
                    <a:pt x="81439" y="235839"/>
                  </a:lnTo>
                  <a:lnTo>
                    <a:pt x="81915" y="236315"/>
                  </a:lnTo>
                  <a:lnTo>
                    <a:pt x="82201" y="236411"/>
                  </a:lnTo>
                  <a:lnTo>
                    <a:pt x="82487" y="236220"/>
                  </a:lnTo>
                  <a:lnTo>
                    <a:pt x="82677" y="236029"/>
                  </a:lnTo>
                  <a:lnTo>
                    <a:pt x="82677" y="235172"/>
                  </a:lnTo>
                  <a:close/>
                  <a:moveTo>
                    <a:pt x="78486" y="246983"/>
                  </a:moveTo>
                  <a:lnTo>
                    <a:pt x="78010" y="246698"/>
                  </a:lnTo>
                  <a:lnTo>
                    <a:pt x="77343" y="246793"/>
                  </a:lnTo>
                  <a:lnTo>
                    <a:pt x="76581" y="247174"/>
                  </a:lnTo>
                  <a:lnTo>
                    <a:pt x="76390" y="247650"/>
                  </a:lnTo>
                  <a:lnTo>
                    <a:pt x="76771" y="248317"/>
                  </a:lnTo>
                  <a:lnTo>
                    <a:pt x="77248" y="248888"/>
                  </a:lnTo>
                  <a:lnTo>
                    <a:pt x="78010" y="249746"/>
                  </a:lnTo>
                  <a:lnTo>
                    <a:pt x="78010" y="250031"/>
                  </a:lnTo>
                  <a:lnTo>
                    <a:pt x="78105" y="250412"/>
                  </a:lnTo>
                  <a:lnTo>
                    <a:pt x="78581" y="250412"/>
                  </a:lnTo>
                  <a:lnTo>
                    <a:pt x="79153" y="250127"/>
                  </a:lnTo>
                  <a:lnTo>
                    <a:pt x="79343" y="249555"/>
                  </a:lnTo>
                  <a:lnTo>
                    <a:pt x="79343" y="248888"/>
                  </a:lnTo>
                  <a:lnTo>
                    <a:pt x="79629" y="248507"/>
                  </a:lnTo>
                  <a:lnTo>
                    <a:pt x="80105" y="248507"/>
                  </a:lnTo>
                  <a:lnTo>
                    <a:pt x="80486" y="248317"/>
                  </a:lnTo>
                  <a:lnTo>
                    <a:pt x="80581" y="247745"/>
                  </a:lnTo>
                  <a:lnTo>
                    <a:pt x="80296" y="246793"/>
                  </a:lnTo>
                  <a:lnTo>
                    <a:pt x="80963" y="246317"/>
                  </a:lnTo>
                  <a:lnTo>
                    <a:pt x="80867" y="245936"/>
                  </a:lnTo>
                  <a:lnTo>
                    <a:pt x="80581" y="245554"/>
                  </a:lnTo>
                  <a:lnTo>
                    <a:pt x="80296" y="245364"/>
                  </a:lnTo>
                  <a:lnTo>
                    <a:pt x="79915" y="245364"/>
                  </a:lnTo>
                  <a:lnTo>
                    <a:pt x="79248" y="245364"/>
                  </a:lnTo>
                  <a:lnTo>
                    <a:pt x="78772" y="245840"/>
                  </a:lnTo>
                  <a:lnTo>
                    <a:pt x="78867" y="246602"/>
                  </a:lnTo>
                  <a:lnTo>
                    <a:pt x="78772" y="246983"/>
                  </a:lnTo>
                  <a:lnTo>
                    <a:pt x="78486" y="246983"/>
                  </a:lnTo>
                  <a:close/>
                  <a:moveTo>
                    <a:pt x="4858" y="42577"/>
                  </a:moveTo>
                  <a:lnTo>
                    <a:pt x="1905" y="43625"/>
                  </a:lnTo>
                  <a:lnTo>
                    <a:pt x="571" y="43148"/>
                  </a:lnTo>
                  <a:lnTo>
                    <a:pt x="0" y="45529"/>
                  </a:lnTo>
                  <a:lnTo>
                    <a:pt x="1619" y="46863"/>
                  </a:lnTo>
                  <a:lnTo>
                    <a:pt x="3810" y="47149"/>
                  </a:lnTo>
                  <a:lnTo>
                    <a:pt x="4858" y="46292"/>
                  </a:lnTo>
                  <a:lnTo>
                    <a:pt x="4572" y="46006"/>
                  </a:lnTo>
                  <a:lnTo>
                    <a:pt x="3905" y="45911"/>
                  </a:lnTo>
                  <a:lnTo>
                    <a:pt x="3429" y="45625"/>
                  </a:lnTo>
                  <a:lnTo>
                    <a:pt x="3429" y="44958"/>
                  </a:lnTo>
                  <a:lnTo>
                    <a:pt x="3715" y="44863"/>
                  </a:lnTo>
                  <a:lnTo>
                    <a:pt x="5048" y="44768"/>
                  </a:lnTo>
                  <a:lnTo>
                    <a:pt x="6096" y="45434"/>
                  </a:lnTo>
                  <a:lnTo>
                    <a:pt x="6858" y="44863"/>
                  </a:lnTo>
                  <a:lnTo>
                    <a:pt x="6953" y="43910"/>
                  </a:lnTo>
                  <a:lnTo>
                    <a:pt x="6382" y="43148"/>
                  </a:lnTo>
                  <a:lnTo>
                    <a:pt x="4858" y="42577"/>
                  </a:lnTo>
                  <a:close/>
                  <a:moveTo>
                    <a:pt x="81915" y="250889"/>
                  </a:moveTo>
                  <a:lnTo>
                    <a:pt x="81820" y="250603"/>
                  </a:lnTo>
                  <a:lnTo>
                    <a:pt x="81439" y="250127"/>
                  </a:lnTo>
                  <a:lnTo>
                    <a:pt x="80963" y="249936"/>
                  </a:lnTo>
                  <a:lnTo>
                    <a:pt x="80581" y="250222"/>
                  </a:lnTo>
                  <a:lnTo>
                    <a:pt x="79820" y="250508"/>
                  </a:lnTo>
                  <a:lnTo>
                    <a:pt x="78486" y="250698"/>
                  </a:lnTo>
                  <a:lnTo>
                    <a:pt x="78010" y="251174"/>
                  </a:lnTo>
                  <a:lnTo>
                    <a:pt x="78677" y="251555"/>
                  </a:lnTo>
                  <a:lnTo>
                    <a:pt x="79534" y="251841"/>
                  </a:lnTo>
                  <a:lnTo>
                    <a:pt x="80201" y="252413"/>
                  </a:lnTo>
                  <a:lnTo>
                    <a:pt x="80772" y="252794"/>
                  </a:lnTo>
                  <a:lnTo>
                    <a:pt x="81439" y="252603"/>
                  </a:lnTo>
                  <a:lnTo>
                    <a:pt x="81725" y="252222"/>
                  </a:lnTo>
                  <a:lnTo>
                    <a:pt x="81629" y="251365"/>
                  </a:lnTo>
                  <a:lnTo>
                    <a:pt x="81820" y="250984"/>
                  </a:lnTo>
                  <a:lnTo>
                    <a:pt x="81915" y="250889"/>
                  </a:lnTo>
                  <a:close/>
                  <a:moveTo>
                    <a:pt x="73247" y="251270"/>
                  </a:moveTo>
                  <a:lnTo>
                    <a:pt x="73057" y="251079"/>
                  </a:lnTo>
                  <a:lnTo>
                    <a:pt x="72771" y="251079"/>
                  </a:lnTo>
                  <a:lnTo>
                    <a:pt x="72390" y="251174"/>
                  </a:lnTo>
                  <a:lnTo>
                    <a:pt x="70676" y="251841"/>
                  </a:lnTo>
                  <a:lnTo>
                    <a:pt x="69723" y="252032"/>
                  </a:lnTo>
                  <a:lnTo>
                    <a:pt x="68961" y="251746"/>
                  </a:lnTo>
                  <a:lnTo>
                    <a:pt x="68294" y="252032"/>
                  </a:lnTo>
                  <a:lnTo>
                    <a:pt x="67723" y="252413"/>
                  </a:lnTo>
                  <a:lnTo>
                    <a:pt x="67342" y="252984"/>
                  </a:lnTo>
                  <a:lnTo>
                    <a:pt x="67151" y="253746"/>
                  </a:lnTo>
                  <a:lnTo>
                    <a:pt x="67246" y="254603"/>
                  </a:lnTo>
                  <a:lnTo>
                    <a:pt x="67532" y="255270"/>
                  </a:lnTo>
                  <a:lnTo>
                    <a:pt x="68009" y="255651"/>
                  </a:lnTo>
                  <a:lnTo>
                    <a:pt x="68675" y="255746"/>
                  </a:lnTo>
                  <a:lnTo>
                    <a:pt x="69342" y="255461"/>
                  </a:lnTo>
                  <a:lnTo>
                    <a:pt x="69818" y="254889"/>
                  </a:lnTo>
                  <a:lnTo>
                    <a:pt x="70104" y="254127"/>
                  </a:lnTo>
                  <a:lnTo>
                    <a:pt x="70199" y="253270"/>
                  </a:lnTo>
                  <a:lnTo>
                    <a:pt x="70485" y="253079"/>
                  </a:lnTo>
                  <a:lnTo>
                    <a:pt x="71152" y="253175"/>
                  </a:lnTo>
                  <a:lnTo>
                    <a:pt x="71914" y="253175"/>
                  </a:lnTo>
                  <a:lnTo>
                    <a:pt x="72390" y="252603"/>
                  </a:lnTo>
                  <a:lnTo>
                    <a:pt x="72676" y="252794"/>
                  </a:lnTo>
                  <a:lnTo>
                    <a:pt x="73247" y="252984"/>
                  </a:lnTo>
                  <a:lnTo>
                    <a:pt x="73533" y="253079"/>
                  </a:lnTo>
                  <a:lnTo>
                    <a:pt x="73533" y="251746"/>
                  </a:lnTo>
                  <a:lnTo>
                    <a:pt x="73247" y="251270"/>
                  </a:lnTo>
                  <a:close/>
                  <a:moveTo>
                    <a:pt x="75057" y="265176"/>
                  </a:moveTo>
                  <a:lnTo>
                    <a:pt x="75629" y="265176"/>
                  </a:lnTo>
                  <a:lnTo>
                    <a:pt x="76105" y="264986"/>
                  </a:lnTo>
                  <a:lnTo>
                    <a:pt x="76200" y="264224"/>
                  </a:lnTo>
                  <a:lnTo>
                    <a:pt x="75724" y="263366"/>
                  </a:lnTo>
                  <a:lnTo>
                    <a:pt x="75152" y="262509"/>
                  </a:lnTo>
                  <a:lnTo>
                    <a:pt x="74486" y="261080"/>
                  </a:lnTo>
                  <a:lnTo>
                    <a:pt x="74009" y="261652"/>
                  </a:lnTo>
                  <a:lnTo>
                    <a:pt x="73819" y="262890"/>
                  </a:lnTo>
                  <a:lnTo>
                    <a:pt x="74009" y="265081"/>
                  </a:lnTo>
                  <a:lnTo>
                    <a:pt x="74390" y="265462"/>
                  </a:lnTo>
                  <a:lnTo>
                    <a:pt x="75057" y="265176"/>
                  </a:lnTo>
                  <a:close/>
                  <a:moveTo>
                    <a:pt x="73152" y="256508"/>
                  </a:moveTo>
                  <a:lnTo>
                    <a:pt x="72485" y="255937"/>
                  </a:lnTo>
                  <a:lnTo>
                    <a:pt x="72009" y="255079"/>
                  </a:lnTo>
                  <a:lnTo>
                    <a:pt x="71819" y="254984"/>
                  </a:lnTo>
                  <a:lnTo>
                    <a:pt x="71533" y="255175"/>
                  </a:lnTo>
                  <a:lnTo>
                    <a:pt x="70580" y="256508"/>
                  </a:lnTo>
                  <a:lnTo>
                    <a:pt x="69056" y="257175"/>
                  </a:lnTo>
                  <a:lnTo>
                    <a:pt x="68675" y="257651"/>
                  </a:lnTo>
                  <a:lnTo>
                    <a:pt x="69152" y="258699"/>
                  </a:lnTo>
                  <a:lnTo>
                    <a:pt x="69342" y="258604"/>
                  </a:lnTo>
                  <a:lnTo>
                    <a:pt x="70199" y="258985"/>
                  </a:lnTo>
                  <a:lnTo>
                    <a:pt x="70961" y="259461"/>
                  </a:lnTo>
                  <a:lnTo>
                    <a:pt x="70961" y="259652"/>
                  </a:lnTo>
                  <a:lnTo>
                    <a:pt x="71533" y="259747"/>
                  </a:lnTo>
                  <a:lnTo>
                    <a:pt x="71914" y="259747"/>
                  </a:lnTo>
                  <a:lnTo>
                    <a:pt x="72295" y="259461"/>
                  </a:lnTo>
                  <a:lnTo>
                    <a:pt x="73057" y="258413"/>
                  </a:lnTo>
                  <a:lnTo>
                    <a:pt x="73247" y="257937"/>
                  </a:lnTo>
                  <a:lnTo>
                    <a:pt x="73343" y="257461"/>
                  </a:lnTo>
                  <a:lnTo>
                    <a:pt x="73247" y="256985"/>
                  </a:lnTo>
                  <a:lnTo>
                    <a:pt x="73152" y="256508"/>
                  </a:lnTo>
                  <a:close/>
                  <a:moveTo>
                    <a:pt x="26765" y="295942"/>
                  </a:moveTo>
                  <a:lnTo>
                    <a:pt x="26289" y="295370"/>
                  </a:lnTo>
                  <a:lnTo>
                    <a:pt x="25718" y="295180"/>
                  </a:lnTo>
                  <a:lnTo>
                    <a:pt x="25337" y="295561"/>
                  </a:lnTo>
                  <a:lnTo>
                    <a:pt x="25051" y="296228"/>
                  </a:lnTo>
                  <a:lnTo>
                    <a:pt x="25146" y="296704"/>
                  </a:lnTo>
                  <a:lnTo>
                    <a:pt x="25718" y="297085"/>
                  </a:lnTo>
                  <a:lnTo>
                    <a:pt x="26765" y="298037"/>
                  </a:lnTo>
                  <a:lnTo>
                    <a:pt x="27051" y="298228"/>
                  </a:lnTo>
                  <a:lnTo>
                    <a:pt x="27146" y="298323"/>
                  </a:lnTo>
                  <a:lnTo>
                    <a:pt x="27337" y="298323"/>
                  </a:lnTo>
                  <a:lnTo>
                    <a:pt x="27527" y="298037"/>
                  </a:lnTo>
                  <a:lnTo>
                    <a:pt x="27527" y="297561"/>
                  </a:lnTo>
                  <a:lnTo>
                    <a:pt x="26765" y="295942"/>
                  </a:lnTo>
                  <a:close/>
                  <a:moveTo>
                    <a:pt x="43910" y="257556"/>
                  </a:moveTo>
                  <a:lnTo>
                    <a:pt x="43434" y="257556"/>
                  </a:lnTo>
                  <a:lnTo>
                    <a:pt x="43244" y="257080"/>
                  </a:lnTo>
                  <a:lnTo>
                    <a:pt x="43053" y="256889"/>
                  </a:lnTo>
                  <a:lnTo>
                    <a:pt x="42577" y="256985"/>
                  </a:lnTo>
                  <a:lnTo>
                    <a:pt x="42101" y="257270"/>
                  </a:lnTo>
                  <a:lnTo>
                    <a:pt x="41720" y="257842"/>
                  </a:lnTo>
                  <a:lnTo>
                    <a:pt x="41338" y="258509"/>
                  </a:lnTo>
                  <a:lnTo>
                    <a:pt x="41053" y="259271"/>
                  </a:lnTo>
                  <a:lnTo>
                    <a:pt x="40957" y="260128"/>
                  </a:lnTo>
                  <a:lnTo>
                    <a:pt x="41338" y="261080"/>
                  </a:lnTo>
                  <a:lnTo>
                    <a:pt x="41815" y="261271"/>
                  </a:lnTo>
                  <a:lnTo>
                    <a:pt x="42005" y="261080"/>
                  </a:lnTo>
                  <a:lnTo>
                    <a:pt x="42291" y="260699"/>
                  </a:lnTo>
                  <a:lnTo>
                    <a:pt x="42672" y="260128"/>
                  </a:lnTo>
                  <a:lnTo>
                    <a:pt x="42863" y="259652"/>
                  </a:lnTo>
                  <a:lnTo>
                    <a:pt x="43720" y="258699"/>
                  </a:lnTo>
                  <a:lnTo>
                    <a:pt x="43815" y="258318"/>
                  </a:lnTo>
                  <a:lnTo>
                    <a:pt x="44101" y="258032"/>
                  </a:lnTo>
                  <a:lnTo>
                    <a:pt x="44577" y="257556"/>
                  </a:lnTo>
                  <a:lnTo>
                    <a:pt x="44482" y="257270"/>
                  </a:lnTo>
                  <a:lnTo>
                    <a:pt x="43910" y="257556"/>
                  </a:lnTo>
                  <a:close/>
                  <a:moveTo>
                    <a:pt x="56674" y="63151"/>
                  </a:moveTo>
                  <a:lnTo>
                    <a:pt x="56293" y="63246"/>
                  </a:lnTo>
                  <a:lnTo>
                    <a:pt x="56197" y="63818"/>
                  </a:lnTo>
                  <a:lnTo>
                    <a:pt x="56483" y="64675"/>
                  </a:lnTo>
                  <a:lnTo>
                    <a:pt x="56674" y="65056"/>
                  </a:lnTo>
                  <a:lnTo>
                    <a:pt x="56960" y="64865"/>
                  </a:lnTo>
                  <a:lnTo>
                    <a:pt x="57436" y="64389"/>
                  </a:lnTo>
                  <a:lnTo>
                    <a:pt x="57626" y="63627"/>
                  </a:lnTo>
                  <a:lnTo>
                    <a:pt x="57245" y="63246"/>
                  </a:lnTo>
                  <a:lnTo>
                    <a:pt x="56674" y="63151"/>
                  </a:lnTo>
                  <a:close/>
                  <a:moveTo>
                    <a:pt x="85439" y="57722"/>
                  </a:moveTo>
                  <a:lnTo>
                    <a:pt x="86011" y="57436"/>
                  </a:lnTo>
                  <a:lnTo>
                    <a:pt x="86487" y="57245"/>
                  </a:lnTo>
                  <a:lnTo>
                    <a:pt x="88678" y="57722"/>
                  </a:lnTo>
                  <a:lnTo>
                    <a:pt x="89821" y="57626"/>
                  </a:lnTo>
                  <a:lnTo>
                    <a:pt x="90773" y="56864"/>
                  </a:lnTo>
                  <a:lnTo>
                    <a:pt x="91154" y="55721"/>
                  </a:lnTo>
                  <a:lnTo>
                    <a:pt x="90678" y="55150"/>
                  </a:lnTo>
                  <a:lnTo>
                    <a:pt x="89726" y="54959"/>
                  </a:lnTo>
                  <a:lnTo>
                    <a:pt x="88678" y="54959"/>
                  </a:lnTo>
                  <a:lnTo>
                    <a:pt x="87725" y="54388"/>
                  </a:lnTo>
                  <a:lnTo>
                    <a:pt x="86868" y="54197"/>
                  </a:lnTo>
                  <a:lnTo>
                    <a:pt x="86106" y="54388"/>
                  </a:lnTo>
                  <a:lnTo>
                    <a:pt x="85439" y="55054"/>
                  </a:lnTo>
                  <a:lnTo>
                    <a:pt x="84868" y="56864"/>
                  </a:lnTo>
                  <a:lnTo>
                    <a:pt x="84772" y="57055"/>
                  </a:lnTo>
                  <a:lnTo>
                    <a:pt x="84963" y="57817"/>
                  </a:lnTo>
                  <a:lnTo>
                    <a:pt x="85439" y="57722"/>
                  </a:lnTo>
                  <a:close/>
                  <a:moveTo>
                    <a:pt x="86011" y="242983"/>
                  </a:moveTo>
                  <a:lnTo>
                    <a:pt x="86201" y="242792"/>
                  </a:lnTo>
                  <a:lnTo>
                    <a:pt x="86392" y="242125"/>
                  </a:lnTo>
                  <a:lnTo>
                    <a:pt x="86392" y="241840"/>
                  </a:lnTo>
                  <a:lnTo>
                    <a:pt x="86106" y="241745"/>
                  </a:lnTo>
                  <a:lnTo>
                    <a:pt x="85249" y="241745"/>
                  </a:lnTo>
                  <a:lnTo>
                    <a:pt x="84868" y="241935"/>
                  </a:lnTo>
                  <a:lnTo>
                    <a:pt x="84772" y="242507"/>
                  </a:lnTo>
                  <a:lnTo>
                    <a:pt x="85058" y="243078"/>
                  </a:lnTo>
                  <a:lnTo>
                    <a:pt x="85725" y="243078"/>
                  </a:lnTo>
                  <a:lnTo>
                    <a:pt x="86011" y="242983"/>
                  </a:lnTo>
                  <a:close/>
                  <a:moveTo>
                    <a:pt x="97346" y="89440"/>
                  </a:moveTo>
                  <a:lnTo>
                    <a:pt x="96393" y="89916"/>
                  </a:lnTo>
                  <a:lnTo>
                    <a:pt x="95917" y="90488"/>
                  </a:lnTo>
                  <a:lnTo>
                    <a:pt x="95821" y="91345"/>
                  </a:lnTo>
                  <a:lnTo>
                    <a:pt x="95917" y="92202"/>
                  </a:lnTo>
                  <a:lnTo>
                    <a:pt x="96298" y="92393"/>
                  </a:lnTo>
                  <a:lnTo>
                    <a:pt x="96774" y="92393"/>
                  </a:lnTo>
                  <a:lnTo>
                    <a:pt x="97155" y="92678"/>
                  </a:lnTo>
                  <a:lnTo>
                    <a:pt x="97727" y="92488"/>
                  </a:lnTo>
                  <a:lnTo>
                    <a:pt x="98203" y="91916"/>
                  </a:lnTo>
                  <a:lnTo>
                    <a:pt x="98203" y="91535"/>
                  </a:lnTo>
                  <a:lnTo>
                    <a:pt x="98393" y="91059"/>
                  </a:lnTo>
                  <a:lnTo>
                    <a:pt x="98965" y="90869"/>
                  </a:lnTo>
                  <a:lnTo>
                    <a:pt x="99155" y="90583"/>
                  </a:lnTo>
                  <a:lnTo>
                    <a:pt x="98965" y="89821"/>
                  </a:lnTo>
                  <a:lnTo>
                    <a:pt x="98393" y="89440"/>
                  </a:lnTo>
                  <a:lnTo>
                    <a:pt x="97346" y="89440"/>
                  </a:lnTo>
                  <a:close/>
                  <a:moveTo>
                    <a:pt x="90583" y="60674"/>
                  </a:moveTo>
                  <a:lnTo>
                    <a:pt x="90488" y="60484"/>
                  </a:lnTo>
                  <a:lnTo>
                    <a:pt x="90297" y="59246"/>
                  </a:lnTo>
                  <a:lnTo>
                    <a:pt x="90202" y="58960"/>
                  </a:lnTo>
                  <a:lnTo>
                    <a:pt x="90106" y="58769"/>
                  </a:lnTo>
                  <a:lnTo>
                    <a:pt x="89916" y="58674"/>
                  </a:lnTo>
                  <a:lnTo>
                    <a:pt x="89630" y="58769"/>
                  </a:lnTo>
                  <a:lnTo>
                    <a:pt x="89345" y="59055"/>
                  </a:lnTo>
                  <a:lnTo>
                    <a:pt x="89059" y="59436"/>
                  </a:lnTo>
                  <a:lnTo>
                    <a:pt x="88868" y="59722"/>
                  </a:lnTo>
                  <a:lnTo>
                    <a:pt x="88582" y="60960"/>
                  </a:lnTo>
                  <a:lnTo>
                    <a:pt x="88392" y="61532"/>
                  </a:lnTo>
                  <a:lnTo>
                    <a:pt x="87916" y="61913"/>
                  </a:lnTo>
                  <a:lnTo>
                    <a:pt x="91535" y="64675"/>
                  </a:lnTo>
                  <a:lnTo>
                    <a:pt x="92583" y="64579"/>
                  </a:lnTo>
                  <a:lnTo>
                    <a:pt x="93154" y="63818"/>
                  </a:lnTo>
                  <a:lnTo>
                    <a:pt x="93059" y="63151"/>
                  </a:lnTo>
                  <a:lnTo>
                    <a:pt x="92583" y="62579"/>
                  </a:lnTo>
                  <a:lnTo>
                    <a:pt x="91916" y="62103"/>
                  </a:lnTo>
                  <a:lnTo>
                    <a:pt x="91154" y="61532"/>
                  </a:lnTo>
                  <a:lnTo>
                    <a:pt x="90869" y="61150"/>
                  </a:lnTo>
                  <a:lnTo>
                    <a:pt x="90583" y="60674"/>
                  </a:lnTo>
                  <a:close/>
                  <a:moveTo>
                    <a:pt x="103442" y="74867"/>
                  </a:moveTo>
                  <a:lnTo>
                    <a:pt x="103156" y="74581"/>
                  </a:lnTo>
                  <a:lnTo>
                    <a:pt x="102965" y="74295"/>
                  </a:lnTo>
                  <a:lnTo>
                    <a:pt x="102775" y="74104"/>
                  </a:lnTo>
                  <a:lnTo>
                    <a:pt x="102394" y="73914"/>
                  </a:lnTo>
                  <a:lnTo>
                    <a:pt x="102108" y="73819"/>
                  </a:lnTo>
                  <a:lnTo>
                    <a:pt x="101822" y="73819"/>
                  </a:lnTo>
                  <a:lnTo>
                    <a:pt x="101537" y="73724"/>
                  </a:lnTo>
                  <a:lnTo>
                    <a:pt x="101251" y="73533"/>
                  </a:lnTo>
                  <a:lnTo>
                    <a:pt x="100965" y="73438"/>
                  </a:lnTo>
                  <a:lnTo>
                    <a:pt x="100394" y="72866"/>
                  </a:lnTo>
                  <a:lnTo>
                    <a:pt x="99631" y="73152"/>
                  </a:lnTo>
                  <a:lnTo>
                    <a:pt x="99251" y="74676"/>
                  </a:lnTo>
                  <a:lnTo>
                    <a:pt x="98203" y="75248"/>
                  </a:lnTo>
                  <a:lnTo>
                    <a:pt x="97060" y="75248"/>
                  </a:lnTo>
                  <a:lnTo>
                    <a:pt x="95345" y="75438"/>
                  </a:lnTo>
                  <a:lnTo>
                    <a:pt x="92964" y="77153"/>
                  </a:lnTo>
                  <a:lnTo>
                    <a:pt x="92583" y="76962"/>
                  </a:lnTo>
                  <a:lnTo>
                    <a:pt x="92297" y="77057"/>
                  </a:lnTo>
                  <a:lnTo>
                    <a:pt x="92107" y="77533"/>
                  </a:lnTo>
                  <a:lnTo>
                    <a:pt x="92202" y="77915"/>
                  </a:lnTo>
                  <a:lnTo>
                    <a:pt x="92773" y="78486"/>
                  </a:lnTo>
                  <a:lnTo>
                    <a:pt x="92869" y="78867"/>
                  </a:lnTo>
                  <a:lnTo>
                    <a:pt x="92488" y="79153"/>
                  </a:lnTo>
                  <a:lnTo>
                    <a:pt x="93059" y="79343"/>
                  </a:lnTo>
                  <a:lnTo>
                    <a:pt x="93440" y="79534"/>
                  </a:lnTo>
                  <a:lnTo>
                    <a:pt x="93726" y="79248"/>
                  </a:lnTo>
                  <a:lnTo>
                    <a:pt x="93917" y="78962"/>
                  </a:lnTo>
                  <a:lnTo>
                    <a:pt x="94202" y="78962"/>
                  </a:lnTo>
                  <a:lnTo>
                    <a:pt x="94297" y="79248"/>
                  </a:lnTo>
                  <a:lnTo>
                    <a:pt x="94202" y="79439"/>
                  </a:lnTo>
                  <a:lnTo>
                    <a:pt x="94297" y="79534"/>
                  </a:lnTo>
                  <a:lnTo>
                    <a:pt x="94488" y="79439"/>
                  </a:lnTo>
                  <a:lnTo>
                    <a:pt x="94679" y="79248"/>
                  </a:lnTo>
                  <a:lnTo>
                    <a:pt x="95060" y="79534"/>
                  </a:lnTo>
                  <a:lnTo>
                    <a:pt x="95250" y="80296"/>
                  </a:lnTo>
                  <a:lnTo>
                    <a:pt x="95440" y="80391"/>
                  </a:lnTo>
                  <a:lnTo>
                    <a:pt x="95917" y="80296"/>
                  </a:lnTo>
                  <a:lnTo>
                    <a:pt x="96393" y="80391"/>
                  </a:lnTo>
                  <a:lnTo>
                    <a:pt x="98679" y="78677"/>
                  </a:lnTo>
                  <a:lnTo>
                    <a:pt x="99060" y="78010"/>
                  </a:lnTo>
                  <a:lnTo>
                    <a:pt x="99727" y="77438"/>
                  </a:lnTo>
                  <a:lnTo>
                    <a:pt x="100965" y="76867"/>
                  </a:lnTo>
                  <a:lnTo>
                    <a:pt x="101537" y="76581"/>
                  </a:lnTo>
                  <a:lnTo>
                    <a:pt x="101918" y="76676"/>
                  </a:lnTo>
                  <a:lnTo>
                    <a:pt x="102870" y="76486"/>
                  </a:lnTo>
                  <a:lnTo>
                    <a:pt x="103061" y="76200"/>
                  </a:lnTo>
                  <a:lnTo>
                    <a:pt x="103537" y="75914"/>
                  </a:lnTo>
                  <a:lnTo>
                    <a:pt x="103822" y="75819"/>
                  </a:lnTo>
                  <a:lnTo>
                    <a:pt x="103727" y="75438"/>
                  </a:lnTo>
                  <a:lnTo>
                    <a:pt x="103442" y="74867"/>
                  </a:lnTo>
                  <a:close/>
                  <a:moveTo>
                    <a:pt x="92488" y="60484"/>
                  </a:moveTo>
                  <a:lnTo>
                    <a:pt x="94393" y="64103"/>
                  </a:lnTo>
                  <a:lnTo>
                    <a:pt x="94679" y="64484"/>
                  </a:lnTo>
                  <a:lnTo>
                    <a:pt x="94964" y="64675"/>
                  </a:lnTo>
                  <a:lnTo>
                    <a:pt x="95060" y="64961"/>
                  </a:lnTo>
                  <a:lnTo>
                    <a:pt x="94583" y="65627"/>
                  </a:lnTo>
                  <a:lnTo>
                    <a:pt x="94202" y="65913"/>
                  </a:lnTo>
                  <a:lnTo>
                    <a:pt x="92583" y="66294"/>
                  </a:lnTo>
                  <a:lnTo>
                    <a:pt x="93631" y="67723"/>
                  </a:lnTo>
                  <a:lnTo>
                    <a:pt x="94679" y="68199"/>
                  </a:lnTo>
                  <a:lnTo>
                    <a:pt x="97441" y="68008"/>
                  </a:lnTo>
                  <a:lnTo>
                    <a:pt x="97631" y="67913"/>
                  </a:lnTo>
                  <a:lnTo>
                    <a:pt x="97822" y="67723"/>
                  </a:lnTo>
                  <a:lnTo>
                    <a:pt x="98107" y="67628"/>
                  </a:lnTo>
                  <a:lnTo>
                    <a:pt x="98488" y="67913"/>
                  </a:lnTo>
                  <a:lnTo>
                    <a:pt x="99060" y="68485"/>
                  </a:lnTo>
                  <a:lnTo>
                    <a:pt x="99346" y="68675"/>
                  </a:lnTo>
                  <a:lnTo>
                    <a:pt x="99727" y="68675"/>
                  </a:lnTo>
                  <a:lnTo>
                    <a:pt x="100298" y="68199"/>
                  </a:lnTo>
                  <a:lnTo>
                    <a:pt x="100870" y="66770"/>
                  </a:lnTo>
                  <a:lnTo>
                    <a:pt x="101537" y="66389"/>
                  </a:lnTo>
                  <a:lnTo>
                    <a:pt x="101346" y="66104"/>
                  </a:lnTo>
                  <a:lnTo>
                    <a:pt x="101060" y="65437"/>
                  </a:lnTo>
                  <a:lnTo>
                    <a:pt x="100775" y="65056"/>
                  </a:lnTo>
                  <a:lnTo>
                    <a:pt x="100965" y="64484"/>
                  </a:lnTo>
                  <a:lnTo>
                    <a:pt x="100775" y="62103"/>
                  </a:lnTo>
                  <a:lnTo>
                    <a:pt x="100679" y="61627"/>
                  </a:lnTo>
                  <a:lnTo>
                    <a:pt x="100203" y="60770"/>
                  </a:lnTo>
                  <a:lnTo>
                    <a:pt x="100108" y="60293"/>
                  </a:lnTo>
                  <a:lnTo>
                    <a:pt x="100203" y="59912"/>
                  </a:lnTo>
                  <a:lnTo>
                    <a:pt x="100489" y="59055"/>
                  </a:lnTo>
                  <a:lnTo>
                    <a:pt x="100584" y="58483"/>
                  </a:lnTo>
                  <a:lnTo>
                    <a:pt x="100298" y="57436"/>
                  </a:lnTo>
                  <a:lnTo>
                    <a:pt x="99631" y="56769"/>
                  </a:lnTo>
                  <a:lnTo>
                    <a:pt x="97917" y="55912"/>
                  </a:lnTo>
                  <a:lnTo>
                    <a:pt x="97155" y="55150"/>
                  </a:lnTo>
                  <a:lnTo>
                    <a:pt x="96393" y="54197"/>
                  </a:lnTo>
                  <a:lnTo>
                    <a:pt x="95536" y="53626"/>
                  </a:lnTo>
                  <a:lnTo>
                    <a:pt x="94583" y="53912"/>
                  </a:lnTo>
                  <a:lnTo>
                    <a:pt x="93345" y="55340"/>
                  </a:lnTo>
                  <a:lnTo>
                    <a:pt x="92869" y="55531"/>
                  </a:lnTo>
                  <a:lnTo>
                    <a:pt x="92678" y="56293"/>
                  </a:lnTo>
                  <a:lnTo>
                    <a:pt x="92773" y="59436"/>
                  </a:lnTo>
                  <a:lnTo>
                    <a:pt x="92583" y="60103"/>
                  </a:lnTo>
                  <a:lnTo>
                    <a:pt x="92488" y="60484"/>
                  </a:lnTo>
                  <a:close/>
                  <a:moveTo>
                    <a:pt x="101537" y="94583"/>
                  </a:moveTo>
                  <a:lnTo>
                    <a:pt x="101537" y="94869"/>
                  </a:lnTo>
                  <a:lnTo>
                    <a:pt x="102775" y="94679"/>
                  </a:lnTo>
                  <a:lnTo>
                    <a:pt x="105442" y="92583"/>
                  </a:lnTo>
                  <a:lnTo>
                    <a:pt x="105728" y="92012"/>
                  </a:lnTo>
                  <a:lnTo>
                    <a:pt x="105632" y="91440"/>
                  </a:lnTo>
                  <a:lnTo>
                    <a:pt x="105537" y="91154"/>
                  </a:lnTo>
                  <a:lnTo>
                    <a:pt x="105251" y="90869"/>
                  </a:lnTo>
                  <a:lnTo>
                    <a:pt x="104204" y="90488"/>
                  </a:lnTo>
                  <a:lnTo>
                    <a:pt x="103632" y="90107"/>
                  </a:lnTo>
                  <a:lnTo>
                    <a:pt x="103442" y="89630"/>
                  </a:lnTo>
                  <a:lnTo>
                    <a:pt x="103632" y="89059"/>
                  </a:lnTo>
                  <a:lnTo>
                    <a:pt x="103442" y="88964"/>
                  </a:lnTo>
                  <a:lnTo>
                    <a:pt x="102679" y="89630"/>
                  </a:lnTo>
                  <a:lnTo>
                    <a:pt x="101822" y="89249"/>
                  </a:lnTo>
                  <a:lnTo>
                    <a:pt x="101727" y="89345"/>
                  </a:lnTo>
                  <a:lnTo>
                    <a:pt x="102108" y="89821"/>
                  </a:lnTo>
                  <a:lnTo>
                    <a:pt x="102489" y="90488"/>
                  </a:lnTo>
                  <a:lnTo>
                    <a:pt x="102775" y="91440"/>
                  </a:lnTo>
                  <a:lnTo>
                    <a:pt x="102775" y="92202"/>
                  </a:lnTo>
                  <a:lnTo>
                    <a:pt x="102108" y="92964"/>
                  </a:lnTo>
                  <a:lnTo>
                    <a:pt x="102394" y="93345"/>
                  </a:lnTo>
                  <a:lnTo>
                    <a:pt x="102298" y="93821"/>
                  </a:lnTo>
                  <a:lnTo>
                    <a:pt x="101537" y="94583"/>
                  </a:lnTo>
                  <a:close/>
                  <a:moveTo>
                    <a:pt x="77724" y="281750"/>
                  </a:moveTo>
                  <a:lnTo>
                    <a:pt x="77343" y="281559"/>
                  </a:lnTo>
                  <a:lnTo>
                    <a:pt x="76581" y="281654"/>
                  </a:lnTo>
                  <a:lnTo>
                    <a:pt x="74771" y="281273"/>
                  </a:lnTo>
                  <a:lnTo>
                    <a:pt x="74390" y="281559"/>
                  </a:lnTo>
                  <a:lnTo>
                    <a:pt x="74390" y="281845"/>
                  </a:lnTo>
                  <a:lnTo>
                    <a:pt x="74200" y="282131"/>
                  </a:lnTo>
                  <a:lnTo>
                    <a:pt x="74200" y="282512"/>
                  </a:lnTo>
                  <a:lnTo>
                    <a:pt x="74581" y="283083"/>
                  </a:lnTo>
                  <a:lnTo>
                    <a:pt x="75629" y="283559"/>
                  </a:lnTo>
                  <a:lnTo>
                    <a:pt x="76010" y="283559"/>
                  </a:lnTo>
                  <a:lnTo>
                    <a:pt x="76105" y="283274"/>
                  </a:lnTo>
                  <a:lnTo>
                    <a:pt x="76295" y="283274"/>
                  </a:lnTo>
                  <a:lnTo>
                    <a:pt x="76486" y="283655"/>
                  </a:lnTo>
                  <a:lnTo>
                    <a:pt x="76676" y="283750"/>
                  </a:lnTo>
                  <a:lnTo>
                    <a:pt x="76962" y="283464"/>
                  </a:lnTo>
                  <a:lnTo>
                    <a:pt x="77438" y="283369"/>
                  </a:lnTo>
                  <a:lnTo>
                    <a:pt x="77724" y="282988"/>
                  </a:lnTo>
                  <a:lnTo>
                    <a:pt x="77629" y="282512"/>
                  </a:lnTo>
                  <a:lnTo>
                    <a:pt x="77724" y="281750"/>
                  </a:lnTo>
                  <a:close/>
                  <a:moveTo>
                    <a:pt x="86296" y="200311"/>
                  </a:moveTo>
                  <a:lnTo>
                    <a:pt x="86487" y="200692"/>
                  </a:lnTo>
                  <a:lnTo>
                    <a:pt x="86678" y="200978"/>
                  </a:lnTo>
                  <a:lnTo>
                    <a:pt x="86963" y="200882"/>
                  </a:lnTo>
                  <a:lnTo>
                    <a:pt x="87154" y="200692"/>
                  </a:lnTo>
                  <a:lnTo>
                    <a:pt x="87535" y="200406"/>
                  </a:lnTo>
                  <a:lnTo>
                    <a:pt x="88202" y="199644"/>
                  </a:lnTo>
                  <a:lnTo>
                    <a:pt x="89154" y="198787"/>
                  </a:lnTo>
                  <a:lnTo>
                    <a:pt x="89345" y="198311"/>
                  </a:lnTo>
                  <a:lnTo>
                    <a:pt x="89249" y="197929"/>
                  </a:lnTo>
                  <a:lnTo>
                    <a:pt x="89059" y="197739"/>
                  </a:lnTo>
                  <a:lnTo>
                    <a:pt x="88868" y="197929"/>
                  </a:lnTo>
                  <a:lnTo>
                    <a:pt x="88487" y="198215"/>
                  </a:lnTo>
                  <a:lnTo>
                    <a:pt x="87916" y="198120"/>
                  </a:lnTo>
                  <a:lnTo>
                    <a:pt x="87725" y="198120"/>
                  </a:lnTo>
                  <a:lnTo>
                    <a:pt x="87821" y="198501"/>
                  </a:lnTo>
                  <a:lnTo>
                    <a:pt x="87630" y="198596"/>
                  </a:lnTo>
                  <a:lnTo>
                    <a:pt x="87344" y="198692"/>
                  </a:lnTo>
                  <a:lnTo>
                    <a:pt x="87154" y="198977"/>
                  </a:lnTo>
                  <a:lnTo>
                    <a:pt x="86868" y="199168"/>
                  </a:lnTo>
                  <a:lnTo>
                    <a:pt x="86773" y="199358"/>
                  </a:lnTo>
                  <a:lnTo>
                    <a:pt x="87059" y="199549"/>
                  </a:lnTo>
                  <a:lnTo>
                    <a:pt x="87154" y="199644"/>
                  </a:lnTo>
                  <a:lnTo>
                    <a:pt x="86582" y="199930"/>
                  </a:lnTo>
                  <a:lnTo>
                    <a:pt x="86296" y="200311"/>
                  </a:lnTo>
                  <a:close/>
                  <a:moveTo>
                    <a:pt x="88487" y="245269"/>
                  </a:moveTo>
                  <a:lnTo>
                    <a:pt x="87821" y="245459"/>
                  </a:lnTo>
                  <a:lnTo>
                    <a:pt x="87821" y="245745"/>
                  </a:lnTo>
                  <a:lnTo>
                    <a:pt x="87630" y="245936"/>
                  </a:lnTo>
                  <a:lnTo>
                    <a:pt x="87439" y="246126"/>
                  </a:lnTo>
                  <a:lnTo>
                    <a:pt x="86392" y="246507"/>
                  </a:lnTo>
                  <a:lnTo>
                    <a:pt x="85535" y="246602"/>
                  </a:lnTo>
                  <a:lnTo>
                    <a:pt x="85249" y="246983"/>
                  </a:lnTo>
                  <a:lnTo>
                    <a:pt x="85535" y="247364"/>
                  </a:lnTo>
                  <a:lnTo>
                    <a:pt x="86201" y="247555"/>
                  </a:lnTo>
                  <a:lnTo>
                    <a:pt x="86963" y="247460"/>
                  </a:lnTo>
                  <a:lnTo>
                    <a:pt x="87630" y="247079"/>
                  </a:lnTo>
                  <a:lnTo>
                    <a:pt x="89154" y="246793"/>
                  </a:lnTo>
                  <a:lnTo>
                    <a:pt x="89345" y="246888"/>
                  </a:lnTo>
                  <a:lnTo>
                    <a:pt x="90773" y="247650"/>
                  </a:lnTo>
                  <a:lnTo>
                    <a:pt x="90869" y="247936"/>
                  </a:lnTo>
                  <a:lnTo>
                    <a:pt x="90678" y="248317"/>
                  </a:lnTo>
                  <a:lnTo>
                    <a:pt x="90297" y="248698"/>
                  </a:lnTo>
                  <a:lnTo>
                    <a:pt x="90869" y="248888"/>
                  </a:lnTo>
                  <a:lnTo>
                    <a:pt x="91916" y="247936"/>
                  </a:lnTo>
                  <a:lnTo>
                    <a:pt x="91821" y="246602"/>
                  </a:lnTo>
                  <a:lnTo>
                    <a:pt x="90869" y="246221"/>
                  </a:lnTo>
                  <a:lnTo>
                    <a:pt x="90106" y="246221"/>
                  </a:lnTo>
                  <a:lnTo>
                    <a:pt x="89726" y="246126"/>
                  </a:lnTo>
                  <a:lnTo>
                    <a:pt x="89630" y="245840"/>
                  </a:lnTo>
                  <a:lnTo>
                    <a:pt x="89630" y="245459"/>
                  </a:lnTo>
                  <a:lnTo>
                    <a:pt x="89726" y="245174"/>
                  </a:lnTo>
                  <a:lnTo>
                    <a:pt x="90488" y="244602"/>
                  </a:lnTo>
                  <a:lnTo>
                    <a:pt x="90964" y="244507"/>
                  </a:lnTo>
                  <a:lnTo>
                    <a:pt x="91059" y="244126"/>
                  </a:lnTo>
                  <a:lnTo>
                    <a:pt x="90392" y="243459"/>
                  </a:lnTo>
                  <a:lnTo>
                    <a:pt x="89440" y="242983"/>
                  </a:lnTo>
                  <a:lnTo>
                    <a:pt x="88487" y="242792"/>
                  </a:lnTo>
                  <a:lnTo>
                    <a:pt x="87916" y="243078"/>
                  </a:lnTo>
                  <a:lnTo>
                    <a:pt x="88106" y="243745"/>
                  </a:lnTo>
                  <a:lnTo>
                    <a:pt x="88487" y="244316"/>
                  </a:lnTo>
                  <a:lnTo>
                    <a:pt x="88487" y="244793"/>
                  </a:lnTo>
                  <a:lnTo>
                    <a:pt x="88487" y="245269"/>
                  </a:lnTo>
                  <a:close/>
                  <a:moveTo>
                    <a:pt x="78296" y="92964"/>
                  </a:moveTo>
                  <a:lnTo>
                    <a:pt x="78391" y="92964"/>
                  </a:lnTo>
                  <a:lnTo>
                    <a:pt x="78486" y="93345"/>
                  </a:lnTo>
                  <a:lnTo>
                    <a:pt x="78867" y="93917"/>
                  </a:lnTo>
                  <a:lnTo>
                    <a:pt x="79343" y="94107"/>
                  </a:lnTo>
                  <a:lnTo>
                    <a:pt x="80010" y="94012"/>
                  </a:lnTo>
                  <a:lnTo>
                    <a:pt x="80486" y="93821"/>
                  </a:lnTo>
                  <a:lnTo>
                    <a:pt x="81153" y="93154"/>
                  </a:lnTo>
                  <a:lnTo>
                    <a:pt x="81344" y="92774"/>
                  </a:lnTo>
                  <a:lnTo>
                    <a:pt x="80963" y="92297"/>
                  </a:lnTo>
                  <a:lnTo>
                    <a:pt x="79629" y="91631"/>
                  </a:lnTo>
                  <a:lnTo>
                    <a:pt x="79248" y="91345"/>
                  </a:lnTo>
                  <a:lnTo>
                    <a:pt x="78867" y="90678"/>
                  </a:lnTo>
                  <a:lnTo>
                    <a:pt x="78486" y="90392"/>
                  </a:lnTo>
                  <a:lnTo>
                    <a:pt x="78105" y="90964"/>
                  </a:lnTo>
                  <a:lnTo>
                    <a:pt x="77819" y="91821"/>
                  </a:lnTo>
                  <a:lnTo>
                    <a:pt x="77629" y="92869"/>
                  </a:lnTo>
                  <a:lnTo>
                    <a:pt x="77629" y="93059"/>
                  </a:lnTo>
                  <a:lnTo>
                    <a:pt x="77819" y="93154"/>
                  </a:lnTo>
                  <a:lnTo>
                    <a:pt x="78296" y="92964"/>
                  </a:lnTo>
                  <a:close/>
                  <a:moveTo>
                    <a:pt x="84772" y="232124"/>
                  </a:moveTo>
                  <a:lnTo>
                    <a:pt x="85249" y="232124"/>
                  </a:lnTo>
                  <a:lnTo>
                    <a:pt x="85630" y="231743"/>
                  </a:lnTo>
                  <a:lnTo>
                    <a:pt x="85535" y="231362"/>
                  </a:lnTo>
                  <a:lnTo>
                    <a:pt x="85249" y="231458"/>
                  </a:lnTo>
                  <a:lnTo>
                    <a:pt x="84963" y="231458"/>
                  </a:lnTo>
                  <a:lnTo>
                    <a:pt x="84868" y="231172"/>
                  </a:lnTo>
                  <a:lnTo>
                    <a:pt x="84582" y="230981"/>
                  </a:lnTo>
                  <a:lnTo>
                    <a:pt x="84106" y="231267"/>
                  </a:lnTo>
                  <a:lnTo>
                    <a:pt x="83629" y="231458"/>
                  </a:lnTo>
                  <a:lnTo>
                    <a:pt x="83153" y="231172"/>
                  </a:lnTo>
                  <a:lnTo>
                    <a:pt x="82582" y="230981"/>
                  </a:lnTo>
                  <a:lnTo>
                    <a:pt x="81915" y="231172"/>
                  </a:lnTo>
                  <a:lnTo>
                    <a:pt x="81629" y="231648"/>
                  </a:lnTo>
                  <a:lnTo>
                    <a:pt x="82201" y="232982"/>
                  </a:lnTo>
                  <a:lnTo>
                    <a:pt x="82487" y="233363"/>
                  </a:lnTo>
                  <a:lnTo>
                    <a:pt x="82772" y="233553"/>
                  </a:lnTo>
                  <a:lnTo>
                    <a:pt x="82963" y="233744"/>
                  </a:lnTo>
                  <a:lnTo>
                    <a:pt x="83153" y="233744"/>
                  </a:lnTo>
                  <a:lnTo>
                    <a:pt x="83629" y="233744"/>
                  </a:lnTo>
                  <a:lnTo>
                    <a:pt x="83915" y="234029"/>
                  </a:lnTo>
                  <a:lnTo>
                    <a:pt x="85249" y="234220"/>
                  </a:lnTo>
                  <a:lnTo>
                    <a:pt x="85630" y="234315"/>
                  </a:lnTo>
                  <a:lnTo>
                    <a:pt x="85535" y="234601"/>
                  </a:lnTo>
                  <a:lnTo>
                    <a:pt x="85535" y="235172"/>
                  </a:lnTo>
                  <a:lnTo>
                    <a:pt x="85725" y="235553"/>
                  </a:lnTo>
                  <a:lnTo>
                    <a:pt x="86011" y="235839"/>
                  </a:lnTo>
                  <a:lnTo>
                    <a:pt x="86582" y="235934"/>
                  </a:lnTo>
                  <a:lnTo>
                    <a:pt x="86678" y="236125"/>
                  </a:lnTo>
                  <a:lnTo>
                    <a:pt x="86868" y="235934"/>
                  </a:lnTo>
                  <a:lnTo>
                    <a:pt x="87059" y="235363"/>
                  </a:lnTo>
                  <a:lnTo>
                    <a:pt x="86963" y="234887"/>
                  </a:lnTo>
                  <a:lnTo>
                    <a:pt x="86678" y="234506"/>
                  </a:lnTo>
                  <a:lnTo>
                    <a:pt x="86487" y="233934"/>
                  </a:lnTo>
                  <a:lnTo>
                    <a:pt x="86201" y="233458"/>
                  </a:lnTo>
                  <a:lnTo>
                    <a:pt x="85630" y="233458"/>
                  </a:lnTo>
                  <a:lnTo>
                    <a:pt x="85154" y="233267"/>
                  </a:lnTo>
                  <a:lnTo>
                    <a:pt x="84582" y="232696"/>
                  </a:lnTo>
                  <a:lnTo>
                    <a:pt x="84582" y="232315"/>
                  </a:lnTo>
                  <a:lnTo>
                    <a:pt x="84772" y="232124"/>
                  </a:lnTo>
                  <a:close/>
                  <a:moveTo>
                    <a:pt x="76390" y="233839"/>
                  </a:moveTo>
                  <a:lnTo>
                    <a:pt x="76486" y="233934"/>
                  </a:lnTo>
                  <a:lnTo>
                    <a:pt x="76676" y="234125"/>
                  </a:lnTo>
                  <a:lnTo>
                    <a:pt x="77153" y="234029"/>
                  </a:lnTo>
                  <a:lnTo>
                    <a:pt x="78581" y="234410"/>
                  </a:lnTo>
                  <a:lnTo>
                    <a:pt x="78867" y="234315"/>
                  </a:lnTo>
                  <a:lnTo>
                    <a:pt x="79057" y="233839"/>
                  </a:lnTo>
                  <a:lnTo>
                    <a:pt x="79534" y="233172"/>
                  </a:lnTo>
                  <a:lnTo>
                    <a:pt x="80105" y="232600"/>
                  </a:lnTo>
                  <a:lnTo>
                    <a:pt x="80677" y="232410"/>
                  </a:lnTo>
                  <a:lnTo>
                    <a:pt x="79915" y="231267"/>
                  </a:lnTo>
                  <a:lnTo>
                    <a:pt x="79724" y="230600"/>
                  </a:lnTo>
                  <a:lnTo>
                    <a:pt x="79724" y="229934"/>
                  </a:lnTo>
                  <a:lnTo>
                    <a:pt x="80105" y="229362"/>
                  </a:lnTo>
                  <a:lnTo>
                    <a:pt x="81725" y="228410"/>
                  </a:lnTo>
                  <a:lnTo>
                    <a:pt x="80963" y="228219"/>
                  </a:lnTo>
                  <a:lnTo>
                    <a:pt x="79915" y="228505"/>
                  </a:lnTo>
                  <a:lnTo>
                    <a:pt x="78962" y="229076"/>
                  </a:lnTo>
                  <a:lnTo>
                    <a:pt x="78581" y="229934"/>
                  </a:lnTo>
                  <a:lnTo>
                    <a:pt x="78296" y="230315"/>
                  </a:lnTo>
                  <a:lnTo>
                    <a:pt x="77724" y="230600"/>
                  </a:lnTo>
                  <a:lnTo>
                    <a:pt x="77057" y="230886"/>
                  </a:lnTo>
                  <a:lnTo>
                    <a:pt x="76676" y="231077"/>
                  </a:lnTo>
                  <a:lnTo>
                    <a:pt x="76390" y="231648"/>
                  </a:lnTo>
                  <a:lnTo>
                    <a:pt x="76010" y="233648"/>
                  </a:lnTo>
                  <a:lnTo>
                    <a:pt x="76200" y="233648"/>
                  </a:lnTo>
                  <a:lnTo>
                    <a:pt x="76390" y="233839"/>
                  </a:lnTo>
                  <a:close/>
                  <a:moveTo>
                    <a:pt x="217646" y="244793"/>
                  </a:moveTo>
                  <a:lnTo>
                    <a:pt x="217170" y="245174"/>
                  </a:lnTo>
                  <a:lnTo>
                    <a:pt x="216122" y="245554"/>
                  </a:lnTo>
                  <a:lnTo>
                    <a:pt x="216979" y="243364"/>
                  </a:lnTo>
                  <a:lnTo>
                    <a:pt x="217170" y="242602"/>
                  </a:lnTo>
                  <a:lnTo>
                    <a:pt x="217170" y="241745"/>
                  </a:lnTo>
                  <a:lnTo>
                    <a:pt x="216979" y="241078"/>
                  </a:lnTo>
                  <a:lnTo>
                    <a:pt x="216694" y="240506"/>
                  </a:lnTo>
                  <a:lnTo>
                    <a:pt x="216408" y="239744"/>
                  </a:lnTo>
                  <a:lnTo>
                    <a:pt x="216408" y="239363"/>
                  </a:lnTo>
                  <a:lnTo>
                    <a:pt x="216789" y="236982"/>
                  </a:lnTo>
                  <a:lnTo>
                    <a:pt x="216789" y="236315"/>
                  </a:lnTo>
                  <a:lnTo>
                    <a:pt x="216598" y="235744"/>
                  </a:lnTo>
                  <a:lnTo>
                    <a:pt x="215646" y="235363"/>
                  </a:lnTo>
                  <a:lnTo>
                    <a:pt x="214884" y="236029"/>
                  </a:lnTo>
                  <a:lnTo>
                    <a:pt x="214598" y="237173"/>
                  </a:lnTo>
                  <a:lnTo>
                    <a:pt x="215265" y="238316"/>
                  </a:lnTo>
                  <a:lnTo>
                    <a:pt x="211550" y="240411"/>
                  </a:lnTo>
                  <a:lnTo>
                    <a:pt x="210884" y="240316"/>
                  </a:lnTo>
                  <a:lnTo>
                    <a:pt x="210979" y="241364"/>
                  </a:lnTo>
                  <a:lnTo>
                    <a:pt x="211264" y="242411"/>
                  </a:lnTo>
                  <a:lnTo>
                    <a:pt x="211836" y="243364"/>
                  </a:lnTo>
                  <a:lnTo>
                    <a:pt x="212788" y="244031"/>
                  </a:lnTo>
                  <a:lnTo>
                    <a:pt x="212788" y="244412"/>
                  </a:lnTo>
                  <a:lnTo>
                    <a:pt x="211836" y="244316"/>
                  </a:lnTo>
                  <a:lnTo>
                    <a:pt x="211169" y="243935"/>
                  </a:lnTo>
                  <a:lnTo>
                    <a:pt x="210503" y="243459"/>
                  </a:lnTo>
                  <a:lnTo>
                    <a:pt x="209645" y="243078"/>
                  </a:lnTo>
                  <a:lnTo>
                    <a:pt x="209074" y="243078"/>
                  </a:lnTo>
                  <a:lnTo>
                    <a:pt x="207073" y="243459"/>
                  </a:lnTo>
                  <a:lnTo>
                    <a:pt x="206407" y="243745"/>
                  </a:lnTo>
                  <a:lnTo>
                    <a:pt x="205645" y="244221"/>
                  </a:lnTo>
                  <a:lnTo>
                    <a:pt x="204978" y="244888"/>
                  </a:lnTo>
                  <a:lnTo>
                    <a:pt x="204597" y="245650"/>
                  </a:lnTo>
                  <a:lnTo>
                    <a:pt x="204788" y="246888"/>
                  </a:lnTo>
                  <a:lnTo>
                    <a:pt x="205359" y="247841"/>
                  </a:lnTo>
                  <a:lnTo>
                    <a:pt x="206121" y="248698"/>
                  </a:lnTo>
                  <a:lnTo>
                    <a:pt x="206693" y="249650"/>
                  </a:lnTo>
                  <a:lnTo>
                    <a:pt x="207550" y="248984"/>
                  </a:lnTo>
                  <a:lnTo>
                    <a:pt x="209455" y="248126"/>
                  </a:lnTo>
                  <a:lnTo>
                    <a:pt x="210026" y="247460"/>
                  </a:lnTo>
                  <a:lnTo>
                    <a:pt x="210788" y="247936"/>
                  </a:lnTo>
                  <a:lnTo>
                    <a:pt x="210503" y="249079"/>
                  </a:lnTo>
                  <a:lnTo>
                    <a:pt x="210503" y="250031"/>
                  </a:lnTo>
                  <a:lnTo>
                    <a:pt x="210121" y="250698"/>
                  </a:lnTo>
                  <a:lnTo>
                    <a:pt x="208788" y="250984"/>
                  </a:lnTo>
                  <a:lnTo>
                    <a:pt x="208502" y="251365"/>
                  </a:lnTo>
                  <a:lnTo>
                    <a:pt x="208502" y="252127"/>
                  </a:lnTo>
                  <a:lnTo>
                    <a:pt x="208788" y="252889"/>
                  </a:lnTo>
                  <a:lnTo>
                    <a:pt x="209264" y="253270"/>
                  </a:lnTo>
                  <a:lnTo>
                    <a:pt x="210884" y="252413"/>
                  </a:lnTo>
                  <a:lnTo>
                    <a:pt x="210598" y="253365"/>
                  </a:lnTo>
                  <a:lnTo>
                    <a:pt x="210598" y="254127"/>
                  </a:lnTo>
                  <a:lnTo>
                    <a:pt x="210884" y="254699"/>
                  </a:lnTo>
                  <a:lnTo>
                    <a:pt x="211646" y="255079"/>
                  </a:lnTo>
                  <a:lnTo>
                    <a:pt x="209836" y="256413"/>
                  </a:lnTo>
                  <a:lnTo>
                    <a:pt x="210979" y="256318"/>
                  </a:lnTo>
                  <a:lnTo>
                    <a:pt x="214789" y="255175"/>
                  </a:lnTo>
                  <a:lnTo>
                    <a:pt x="215646" y="254413"/>
                  </a:lnTo>
                  <a:lnTo>
                    <a:pt x="215265" y="253937"/>
                  </a:lnTo>
                  <a:lnTo>
                    <a:pt x="214408" y="253556"/>
                  </a:lnTo>
                  <a:lnTo>
                    <a:pt x="213741" y="253079"/>
                  </a:lnTo>
                  <a:lnTo>
                    <a:pt x="214027" y="252222"/>
                  </a:lnTo>
                  <a:lnTo>
                    <a:pt x="214979" y="251174"/>
                  </a:lnTo>
                  <a:lnTo>
                    <a:pt x="215170" y="250698"/>
                  </a:lnTo>
                  <a:lnTo>
                    <a:pt x="215360" y="249841"/>
                  </a:lnTo>
                  <a:lnTo>
                    <a:pt x="215932" y="250317"/>
                  </a:lnTo>
                  <a:lnTo>
                    <a:pt x="216884" y="250793"/>
                  </a:lnTo>
                  <a:lnTo>
                    <a:pt x="217837" y="251079"/>
                  </a:lnTo>
                  <a:lnTo>
                    <a:pt x="218218" y="250889"/>
                  </a:lnTo>
                  <a:lnTo>
                    <a:pt x="218027" y="249936"/>
                  </a:lnTo>
                  <a:lnTo>
                    <a:pt x="217361" y="248507"/>
                  </a:lnTo>
                  <a:lnTo>
                    <a:pt x="217075" y="247650"/>
                  </a:lnTo>
                  <a:lnTo>
                    <a:pt x="217837" y="247936"/>
                  </a:lnTo>
                  <a:lnTo>
                    <a:pt x="218313" y="247460"/>
                  </a:lnTo>
                  <a:lnTo>
                    <a:pt x="218599" y="246698"/>
                  </a:lnTo>
                  <a:lnTo>
                    <a:pt x="218694" y="245936"/>
                  </a:lnTo>
                  <a:lnTo>
                    <a:pt x="218694" y="244888"/>
                  </a:lnTo>
                  <a:lnTo>
                    <a:pt x="217646" y="244793"/>
                  </a:lnTo>
                  <a:close/>
                  <a:moveTo>
                    <a:pt x="192977" y="261175"/>
                  </a:moveTo>
                  <a:lnTo>
                    <a:pt x="192691" y="261175"/>
                  </a:lnTo>
                  <a:lnTo>
                    <a:pt x="192691" y="260795"/>
                  </a:lnTo>
                  <a:lnTo>
                    <a:pt x="191071" y="259937"/>
                  </a:lnTo>
                  <a:lnTo>
                    <a:pt x="190690" y="260033"/>
                  </a:lnTo>
                  <a:lnTo>
                    <a:pt x="190500" y="260223"/>
                  </a:lnTo>
                  <a:lnTo>
                    <a:pt x="190500" y="260604"/>
                  </a:lnTo>
                  <a:lnTo>
                    <a:pt x="190405" y="260890"/>
                  </a:lnTo>
                  <a:lnTo>
                    <a:pt x="190405" y="261175"/>
                  </a:lnTo>
                  <a:lnTo>
                    <a:pt x="190595" y="261366"/>
                  </a:lnTo>
                  <a:lnTo>
                    <a:pt x="190786" y="261366"/>
                  </a:lnTo>
                  <a:lnTo>
                    <a:pt x="190976" y="261557"/>
                  </a:lnTo>
                  <a:lnTo>
                    <a:pt x="191071" y="261842"/>
                  </a:lnTo>
                  <a:lnTo>
                    <a:pt x="190881" y="262223"/>
                  </a:lnTo>
                  <a:lnTo>
                    <a:pt x="190976" y="262414"/>
                  </a:lnTo>
                  <a:lnTo>
                    <a:pt x="191262" y="262319"/>
                  </a:lnTo>
                  <a:lnTo>
                    <a:pt x="191548" y="262033"/>
                  </a:lnTo>
                  <a:lnTo>
                    <a:pt x="192119" y="261747"/>
                  </a:lnTo>
                  <a:lnTo>
                    <a:pt x="192500" y="261652"/>
                  </a:lnTo>
                  <a:lnTo>
                    <a:pt x="192977" y="261747"/>
                  </a:lnTo>
                  <a:lnTo>
                    <a:pt x="193357" y="261747"/>
                  </a:lnTo>
                  <a:lnTo>
                    <a:pt x="193548" y="261557"/>
                  </a:lnTo>
                  <a:lnTo>
                    <a:pt x="194024" y="260890"/>
                  </a:lnTo>
                  <a:lnTo>
                    <a:pt x="194120" y="260509"/>
                  </a:lnTo>
                  <a:lnTo>
                    <a:pt x="194024" y="260414"/>
                  </a:lnTo>
                  <a:lnTo>
                    <a:pt x="192977" y="261175"/>
                  </a:lnTo>
                  <a:close/>
                  <a:moveTo>
                    <a:pt x="190976" y="250603"/>
                  </a:moveTo>
                  <a:lnTo>
                    <a:pt x="191167" y="250412"/>
                  </a:lnTo>
                  <a:lnTo>
                    <a:pt x="191167" y="249936"/>
                  </a:lnTo>
                  <a:lnTo>
                    <a:pt x="191453" y="249841"/>
                  </a:lnTo>
                  <a:lnTo>
                    <a:pt x="192024" y="249841"/>
                  </a:lnTo>
                  <a:lnTo>
                    <a:pt x="192214" y="249460"/>
                  </a:lnTo>
                  <a:lnTo>
                    <a:pt x="191929" y="248984"/>
                  </a:lnTo>
                  <a:lnTo>
                    <a:pt x="191167" y="248126"/>
                  </a:lnTo>
                  <a:lnTo>
                    <a:pt x="190500" y="247936"/>
                  </a:lnTo>
                  <a:lnTo>
                    <a:pt x="189833" y="248507"/>
                  </a:lnTo>
                  <a:lnTo>
                    <a:pt x="189452" y="249079"/>
                  </a:lnTo>
                  <a:lnTo>
                    <a:pt x="189357" y="249460"/>
                  </a:lnTo>
                  <a:lnTo>
                    <a:pt x="189738" y="249936"/>
                  </a:lnTo>
                  <a:lnTo>
                    <a:pt x="190310" y="250317"/>
                  </a:lnTo>
                  <a:lnTo>
                    <a:pt x="190595" y="250508"/>
                  </a:lnTo>
                  <a:lnTo>
                    <a:pt x="190976" y="250603"/>
                  </a:lnTo>
                  <a:close/>
                  <a:moveTo>
                    <a:pt x="181737" y="249365"/>
                  </a:moveTo>
                  <a:lnTo>
                    <a:pt x="179927" y="249079"/>
                  </a:lnTo>
                  <a:lnTo>
                    <a:pt x="178689" y="249365"/>
                  </a:lnTo>
                  <a:lnTo>
                    <a:pt x="177355" y="249841"/>
                  </a:lnTo>
                  <a:lnTo>
                    <a:pt x="176308" y="250031"/>
                  </a:lnTo>
                  <a:lnTo>
                    <a:pt x="175641" y="248888"/>
                  </a:lnTo>
                  <a:lnTo>
                    <a:pt x="174498" y="248507"/>
                  </a:lnTo>
                  <a:lnTo>
                    <a:pt x="174022" y="248222"/>
                  </a:lnTo>
                  <a:lnTo>
                    <a:pt x="173736" y="247650"/>
                  </a:lnTo>
                  <a:lnTo>
                    <a:pt x="173450" y="246507"/>
                  </a:lnTo>
                  <a:lnTo>
                    <a:pt x="173260" y="246031"/>
                  </a:lnTo>
                  <a:lnTo>
                    <a:pt x="174403" y="244793"/>
                  </a:lnTo>
                  <a:lnTo>
                    <a:pt x="174879" y="244031"/>
                  </a:lnTo>
                  <a:lnTo>
                    <a:pt x="174974" y="243173"/>
                  </a:lnTo>
                  <a:lnTo>
                    <a:pt x="174593" y="242411"/>
                  </a:lnTo>
                  <a:lnTo>
                    <a:pt x="173927" y="241745"/>
                  </a:lnTo>
                  <a:lnTo>
                    <a:pt x="173164" y="241459"/>
                  </a:lnTo>
                  <a:lnTo>
                    <a:pt x="172498" y="241840"/>
                  </a:lnTo>
                  <a:lnTo>
                    <a:pt x="171640" y="242507"/>
                  </a:lnTo>
                  <a:lnTo>
                    <a:pt x="171355" y="242888"/>
                  </a:lnTo>
                  <a:lnTo>
                    <a:pt x="171069" y="244316"/>
                  </a:lnTo>
                  <a:lnTo>
                    <a:pt x="170783" y="244507"/>
                  </a:lnTo>
                  <a:lnTo>
                    <a:pt x="170402" y="244602"/>
                  </a:lnTo>
                  <a:lnTo>
                    <a:pt x="170021" y="244888"/>
                  </a:lnTo>
                  <a:lnTo>
                    <a:pt x="169450" y="246031"/>
                  </a:lnTo>
                  <a:lnTo>
                    <a:pt x="169354" y="247174"/>
                  </a:lnTo>
                  <a:lnTo>
                    <a:pt x="169545" y="248317"/>
                  </a:lnTo>
                  <a:lnTo>
                    <a:pt x="170974" y="253079"/>
                  </a:lnTo>
                  <a:lnTo>
                    <a:pt x="171069" y="253841"/>
                  </a:lnTo>
                  <a:lnTo>
                    <a:pt x="171069" y="254413"/>
                  </a:lnTo>
                  <a:lnTo>
                    <a:pt x="171164" y="254889"/>
                  </a:lnTo>
                  <a:lnTo>
                    <a:pt x="171450" y="255461"/>
                  </a:lnTo>
                  <a:lnTo>
                    <a:pt x="171926" y="255746"/>
                  </a:lnTo>
                  <a:lnTo>
                    <a:pt x="172688" y="256032"/>
                  </a:lnTo>
                  <a:lnTo>
                    <a:pt x="173450" y="256032"/>
                  </a:lnTo>
                  <a:lnTo>
                    <a:pt x="173736" y="255461"/>
                  </a:lnTo>
                  <a:lnTo>
                    <a:pt x="173927" y="254127"/>
                  </a:lnTo>
                  <a:lnTo>
                    <a:pt x="174403" y="253079"/>
                  </a:lnTo>
                  <a:lnTo>
                    <a:pt x="175070" y="252603"/>
                  </a:lnTo>
                  <a:lnTo>
                    <a:pt x="175927" y="253079"/>
                  </a:lnTo>
                  <a:lnTo>
                    <a:pt x="176498" y="255651"/>
                  </a:lnTo>
                  <a:lnTo>
                    <a:pt x="176975" y="256889"/>
                  </a:lnTo>
                  <a:lnTo>
                    <a:pt x="177832" y="256794"/>
                  </a:lnTo>
                  <a:lnTo>
                    <a:pt x="178784" y="256318"/>
                  </a:lnTo>
                  <a:lnTo>
                    <a:pt x="179642" y="256699"/>
                  </a:lnTo>
                  <a:lnTo>
                    <a:pt x="180404" y="257175"/>
                  </a:lnTo>
                  <a:lnTo>
                    <a:pt x="181165" y="256985"/>
                  </a:lnTo>
                  <a:lnTo>
                    <a:pt x="181356" y="256318"/>
                  </a:lnTo>
                  <a:lnTo>
                    <a:pt x="180880" y="254984"/>
                  </a:lnTo>
                  <a:lnTo>
                    <a:pt x="181261" y="254794"/>
                  </a:lnTo>
                  <a:lnTo>
                    <a:pt x="181546" y="254508"/>
                  </a:lnTo>
                  <a:lnTo>
                    <a:pt x="181546" y="253746"/>
                  </a:lnTo>
                  <a:lnTo>
                    <a:pt x="181356" y="252413"/>
                  </a:lnTo>
                  <a:lnTo>
                    <a:pt x="181546" y="251555"/>
                  </a:lnTo>
                  <a:lnTo>
                    <a:pt x="181832" y="250889"/>
                  </a:lnTo>
                  <a:lnTo>
                    <a:pt x="182023" y="250222"/>
                  </a:lnTo>
                  <a:lnTo>
                    <a:pt x="181737" y="249460"/>
                  </a:lnTo>
                  <a:lnTo>
                    <a:pt x="181737" y="249365"/>
                  </a:lnTo>
                  <a:close/>
                  <a:moveTo>
                    <a:pt x="182309" y="247555"/>
                  </a:moveTo>
                  <a:lnTo>
                    <a:pt x="182023" y="247174"/>
                  </a:lnTo>
                  <a:lnTo>
                    <a:pt x="181737" y="246126"/>
                  </a:lnTo>
                  <a:lnTo>
                    <a:pt x="181642" y="245364"/>
                  </a:lnTo>
                  <a:lnTo>
                    <a:pt x="181356" y="245174"/>
                  </a:lnTo>
                  <a:lnTo>
                    <a:pt x="181070" y="244888"/>
                  </a:lnTo>
                  <a:lnTo>
                    <a:pt x="180880" y="244412"/>
                  </a:lnTo>
                  <a:lnTo>
                    <a:pt x="180404" y="244507"/>
                  </a:lnTo>
                  <a:lnTo>
                    <a:pt x="179832" y="245459"/>
                  </a:lnTo>
                  <a:lnTo>
                    <a:pt x="179546" y="246126"/>
                  </a:lnTo>
                  <a:lnTo>
                    <a:pt x="179261" y="245936"/>
                  </a:lnTo>
                  <a:lnTo>
                    <a:pt x="179165" y="245364"/>
                  </a:lnTo>
                  <a:lnTo>
                    <a:pt x="179356" y="244697"/>
                  </a:lnTo>
                  <a:lnTo>
                    <a:pt x="179737" y="243650"/>
                  </a:lnTo>
                  <a:lnTo>
                    <a:pt x="179451" y="242983"/>
                  </a:lnTo>
                  <a:lnTo>
                    <a:pt x="178594" y="243173"/>
                  </a:lnTo>
                  <a:lnTo>
                    <a:pt x="178118" y="243840"/>
                  </a:lnTo>
                  <a:lnTo>
                    <a:pt x="177641" y="244697"/>
                  </a:lnTo>
                  <a:lnTo>
                    <a:pt x="176879" y="245650"/>
                  </a:lnTo>
                  <a:lnTo>
                    <a:pt x="176498" y="246602"/>
                  </a:lnTo>
                  <a:lnTo>
                    <a:pt x="176975" y="247555"/>
                  </a:lnTo>
                  <a:lnTo>
                    <a:pt x="177737" y="248031"/>
                  </a:lnTo>
                  <a:lnTo>
                    <a:pt x="178498" y="248126"/>
                  </a:lnTo>
                  <a:lnTo>
                    <a:pt x="179832" y="247745"/>
                  </a:lnTo>
                  <a:lnTo>
                    <a:pt x="182213" y="248412"/>
                  </a:lnTo>
                  <a:lnTo>
                    <a:pt x="182785" y="248222"/>
                  </a:lnTo>
                  <a:lnTo>
                    <a:pt x="182499" y="247745"/>
                  </a:lnTo>
                  <a:lnTo>
                    <a:pt x="182309" y="247555"/>
                  </a:lnTo>
                  <a:close/>
                  <a:moveTo>
                    <a:pt x="166973" y="269081"/>
                  </a:moveTo>
                  <a:lnTo>
                    <a:pt x="166592" y="268986"/>
                  </a:lnTo>
                  <a:lnTo>
                    <a:pt x="166592" y="268796"/>
                  </a:lnTo>
                  <a:lnTo>
                    <a:pt x="166688" y="268319"/>
                  </a:lnTo>
                  <a:lnTo>
                    <a:pt x="165926" y="266795"/>
                  </a:lnTo>
                  <a:lnTo>
                    <a:pt x="165259" y="266319"/>
                  </a:lnTo>
                  <a:lnTo>
                    <a:pt x="164306" y="266414"/>
                  </a:lnTo>
                  <a:lnTo>
                    <a:pt x="163449" y="266795"/>
                  </a:lnTo>
                  <a:lnTo>
                    <a:pt x="163163" y="267367"/>
                  </a:lnTo>
                  <a:lnTo>
                    <a:pt x="163544" y="267843"/>
                  </a:lnTo>
                  <a:lnTo>
                    <a:pt x="164021" y="268034"/>
                  </a:lnTo>
                  <a:lnTo>
                    <a:pt x="164306" y="268415"/>
                  </a:lnTo>
                  <a:lnTo>
                    <a:pt x="164592" y="268986"/>
                  </a:lnTo>
                  <a:lnTo>
                    <a:pt x="165068" y="269367"/>
                  </a:lnTo>
                  <a:lnTo>
                    <a:pt x="165830" y="269653"/>
                  </a:lnTo>
                  <a:lnTo>
                    <a:pt x="166306" y="269939"/>
                  </a:lnTo>
                  <a:lnTo>
                    <a:pt x="166497" y="270224"/>
                  </a:lnTo>
                  <a:lnTo>
                    <a:pt x="166592" y="270320"/>
                  </a:lnTo>
                  <a:lnTo>
                    <a:pt x="166973" y="270320"/>
                  </a:lnTo>
                  <a:lnTo>
                    <a:pt x="167640" y="270129"/>
                  </a:lnTo>
                  <a:lnTo>
                    <a:pt x="167735" y="269748"/>
                  </a:lnTo>
                  <a:lnTo>
                    <a:pt x="167545" y="269367"/>
                  </a:lnTo>
                  <a:lnTo>
                    <a:pt x="166973" y="269081"/>
                  </a:lnTo>
                  <a:close/>
                  <a:moveTo>
                    <a:pt x="168307" y="259652"/>
                  </a:moveTo>
                  <a:lnTo>
                    <a:pt x="167926" y="258699"/>
                  </a:lnTo>
                  <a:lnTo>
                    <a:pt x="167450" y="257937"/>
                  </a:lnTo>
                  <a:lnTo>
                    <a:pt x="166878" y="257842"/>
                  </a:lnTo>
                  <a:lnTo>
                    <a:pt x="167545" y="257270"/>
                  </a:lnTo>
                  <a:lnTo>
                    <a:pt x="167830" y="256604"/>
                  </a:lnTo>
                  <a:lnTo>
                    <a:pt x="167735" y="256032"/>
                  </a:lnTo>
                  <a:lnTo>
                    <a:pt x="167164" y="255746"/>
                  </a:lnTo>
                  <a:lnTo>
                    <a:pt x="166497" y="255842"/>
                  </a:lnTo>
                  <a:lnTo>
                    <a:pt x="165926" y="256127"/>
                  </a:lnTo>
                  <a:lnTo>
                    <a:pt x="165830" y="256604"/>
                  </a:lnTo>
                  <a:lnTo>
                    <a:pt x="166592" y="257461"/>
                  </a:lnTo>
                  <a:lnTo>
                    <a:pt x="166211" y="259080"/>
                  </a:lnTo>
                  <a:lnTo>
                    <a:pt x="166021" y="259461"/>
                  </a:lnTo>
                  <a:lnTo>
                    <a:pt x="165068" y="260223"/>
                  </a:lnTo>
                  <a:lnTo>
                    <a:pt x="164878" y="260509"/>
                  </a:lnTo>
                  <a:lnTo>
                    <a:pt x="164592" y="261652"/>
                  </a:lnTo>
                  <a:lnTo>
                    <a:pt x="164782" y="262414"/>
                  </a:lnTo>
                  <a:lnTo>
                    <a:pt x="166688" y="264319"/>
                  </a:lnTo>
                  <a:lnTo>
                    <a:pt x="167259" y="264605"/>
                  </a:lnTo>
                  <a:lnTo>
                    <a:pt x="167830" y="264605"/>
                  </a:lnTo>
                  <a:lnTo>
                    <a:pt x="168307" y="264033"/>
                  </a:lnTo>
                  <a:lnTo>
                    <a:pt x="168688" y="263176"/>
                  </a:lnTo>
                  <a:lnTo>
                    <a:pt x="168878" y="262223"/>
                  </a:lnTo>
                  <a:lnTo>
                    <a:pt x="168878" y="261271"/>
                  </a:lnTo>
                  <a:lnTo>
                    <a:pt x="168307" y="259652"/>
                  </a:lnTo>
                  <a:close/>
                  <a:moveTo>
                    <a:pt x="381857" y="91916"/>
                  </a:moveTo>
                  <a:lnTo>
                    <a:pt x="381762" y="92012"/>
                  </a:lnTo>
                  <a:lnTo>
                    <a:pt x="381857" y="92107"/>
                  </a:lnTo>
                  <a:lnTo>
                    <a:pt x="381857" y="91916"/>
                  </a:lnTo>
                  <a:lnTo>
                    <a:pt x="381857" y="91916"/>
                  </a:lnTo>
                  <a:close/>
                  <a:moveTo>
                    <a:pt x="330803" y="72104"/>
                  </a:moveTo>
                  <a:lnTo>
                    <a:pt x="329565" y="72581"/>
                  </a:lnTo>
                  <a:lnTo>
                    <a:pt x="327660" y="72866"/>
                  </a:lnTo>
                  <a:lnTo>
                    <a:pt x="326707" y="73533"/>
                  </a:lnTo>
                  <a:lnTo>
                    <a:pt x="326231" y="74581"/>
                  </a:lnTo>
                  <a:lnTo>
                    <a:pt x="326517" y="75914"/>
                  </a:lnTo>
                  <a:lnTo>
                    <a:pt x="327374" y="76962"/>
                  </a:lnTo>
                  <a:lnTo>
                    <a:pt x="328708" y="77724"/>
                  </a:lnTo>
                  <a:lnTo>
                    <a:pt x="330041" y="78010"/>
                  </a:lnTo>
                  <a:lnTo>
                    <a:pt x="331089" y="77533"/>
                  </a:lnTo>
                  <a:lnTo>
                    <a:pt x="331661" y="76295"/>
                  </a:lnTo>
                  <a:lnTo>
                    <a:pt x="332232" y="74390"/>
                  </a:lnTo>
                  <a:lnTo>
                    <a:pt x="332327" y="72676"/>
                  </a:lnTo>
                  <a:lnTo>
                    <a:pt x="331470" y="72009"/>
                  </a:lnTo>
                  <a:lnTo>
                    <a:pt x="330803" y="72104"/>
                  </a:lnTo>
                  <a:close/>
                  <a:moveTo>
                    <a:pt x="201549" y="249174"/>
                  </a:moveTo>
                  <a:lnTo>
                    <a:pt x="201073" y="248698"/>
                  </a:lnTo>
                  <a:lnTo>
                    <a:pt x="200120" y="248793"/>
                  </a:lnTo>
                  <a:lnTo>
                    <a:pt x="199358" y="248984"/>
                  </a:lnTo>
                  <a:lnTo>
                    <a:pt x="198882" y="249174"/>
                  </a:lnTo>
                  <a:lnTo>
                    <a:pt x="198501" y="248984"/>
                  </a:lnTo>
                  <a:lnTo>
                    <a:pt x="197929" y="248507"/>
                  </a:lnTo>
                  <a:lnTo>
                    <a:pt x="197072" y="248222"/>
                  </a:lnTo>
                  <a:lnTo>
                    <a:pt x="196501" y="248412"/>
                  </a:lnTo>
                  <a:lnTo>
                    <a:pt x="196120" y="248888"/>
                  </a:lnTo>
                  <a:lnTo>
                    <a:pt x="196215" y="249269"/>
                  </a:lnTo>
                  <a:lnTo>
                    <a:pt x="196596" y="249269"/>
                  </a:lnTo>
                  <a:lnTo>
                    <a:pt x="197168" y="249079"/>
                  </a:lnTo>
                  <a:lnTo>
                    <a:pt x="198120" y="249365"/>
                  </a:lnTo>
                  <a:lnTo>
                    <a:pt x="198596" y="249746"/>
                  </a:lnTo>
                  <a:lnTo>
                    <a:pt x="198501" y="250222"/>
                  </a:lnTo>
                  <a:lnTo>
                    <a:pt x="198025" y="250603"/>
                  </a:lnTo>
                  <a:lnTo>
                    <a:pt x="198311" y="250793"/>
                  </a:lnTo>
                  <a:lnTo>
                    <a:pt x="198977" y="250889"/>
                  </a:lnTo>
                  <a:lnTo>
                    <a:pt x="199168" y="251270"/>
                  </a:lnTo>
                  <a:lnTo>
                    <a:pt x="199072" y="251650"/>
                  </a:lnTo>
                  <a:lnTo>
                    <a:pt x="199549" y="251650"/>
                  </a:lnTo>
                  <a:lnTo>
                    <a:pt x="199739" y="252127"/>
                  </a:lnTo>
                  <a:lnTo>
                    <a:pt x="200120" y="252603"/>
                  </a:lnTo>
                  <a:lnTo>
                    <a:pt x="200978" y="252603"/>
                  </a:lnTo>
                  <a:lnTo>
                    <a:pt x="201549" y="251936"/>
                  </a:lnTo>
                  <a:lnTo>
                    <a:pt x="201739" y="251555"/>
                  </a:lnTo>
                  <a:lnTo>
                    <a:pt x="201263" y="251174"/>
                  </a:lnTo>
                  <a:lnTo>
                    <a:pt x="200787" y="251079"/>
                  </a:lnTo>
                  <a:lnTo>
                    <a:pt x="200787" y="250889"/>
                  </a:lnTo>
                  <a:lnTo>
                    <a:pt x="200978" y="250793"/>
                  </a:lnTo>
                  <a:lnTo>
                    <a:pt x="201549" y="250984"/>
                  </a:lnTo>
                  <a:lnTo>
                    <a:pt x="201739" y="250603"/>
                  </a:lnTo>
                  <a:lnTo>
                    <a:pt x="201549" y="250317"/>
                  </a:lnTo>
                  <a:lnTo>
                    <a:pt x="201835" y="249841"/>
                  </a:lnTo>
                  <a:lnTo>
                    <a:pt x="201549" y="249174"/>
                  </a:lnTo>
                  <a:close/>
                  <a:moveTo>
                    <a:pt x="92869" y="135065"/>
                  </a:moveTo>
                  <a:lnTo>
                    <a:pt x="92773" y="134684"/>
                  </a:lnTo>
                  <a:lnTo>
                    <a:pt x="92107" y="133541"/>
                  </a:lnTo>
                  <a:lnTo>
                    <a:pt x="91059" y="133922"/>
                  </a:lnTo>
                  <a:lnTo>
                    <a:pt x="90106" y="134779"/>
                  </a:lnTo>
                  <a:lnTo>
                    <a:pt x="89630" y="135350"/>
                  </a:lnTo>
                  <a:lnTo>
                    <a:pt x="90202" y="137160"/>
                  </a:lnTo>
                  <a:lnTo>
                    <a:pt x="90488" y="138589"/>
                  </a:lnTo>
                  <a:lnTo>
                    <a:pt x="90678" y="140970"/>
                  </a:lnTo>
                  <a:lnTo>
                    <a:pt x="90392" y="142494"/>
                  </a:lnTo>
                  <a:lnTo>
                    <a:pt x="90964" y="142208"/>
                  </a:lnTo>
                  <a:lnTo>
                    <a:pt x="91250" y="142780"/>
                  </a:lnTo>
                  <a:lnTo>
                    <a:pt x="92012" y="141923"/>
                  </a:lnTo>
                  <a:lnTo>
                    <a:pt x="92393" y="142304"/>
                  </a:lnTo>
                  <a:lnTo>
                    <a:pt x="91440" y="143637"/>
                  </a:lnTo>
                  <a:lnTo>
                    <a:pt x="91250" y="144590"/>
                  </a:lnTo>
                  <a:lnTo>
                    <a:pt x="91821" y="144875"/>
                  </a:lnTo>
                  <a:lnTo>
                    <a:pt x="93059" y="144113"/>
                  </a:lnTo>
                  <a:lnTo>
                    <a:pt x="92869" y="144685"/>
                  </a:lnTo>
                  <a:lnTo>
                    <a:pt x="92297" y="145161"/>
                  </a:lnTo>
                  <a:lnTo>
                    <a:pt x="92012" y="145542"/>
                  </a:lnTo>
                  <a:lnTo>
                    <a:pt x="92107" y="146495"/>
                  </a:lnTo>
                  <a:lnTo>
                    <a:pt x="92869" y="146590"/>
                  </a:lnTo>
                  <a:lnTo>
                    <a:pt x="95250" y="146495"/>
                  </a:lnTo>
                  <a:lnTo>
                    <a:pt x="95726" y="146685"/>
                  </a:lnTo>
                  <a:lnTo>
                    <a:pt x="95440" y="145637"/>
                  </a:lnTo>
                  <a:lnTo>
                    <a:pt x="94679" y="144590"/>
                  </a:lnTo>
                  <a:lnTo>
                    <a:pt x="94297" y="143351"/>
                  </a:lnTo>
                  <a:lnTo>
                    <a:pt x="94107" y="142685"/>
                  </a:lnTo>
                  <a:lnTo>
                    <a:pt x="94202" y="142399"/>
                  </a:lnTo>
                  <a:lnTo>
                    <a:pt x="94297" y="142018"/>
                  </a:lnTo>
                  <a:lnTo>
                    <a:pt x="93536" y="141637"/>
                  </a:lnTo>
                  <a:lnTo>
                    <a:pt x="93154" y="141542"/>
                  </a:lnTo>
                  <a:lnTo>
                    <a:pt x="93154" y="141161"/>
                  </a:lnTo>
                  <a:lnTo>
                    <a:pt x="94297" y="141161"/>
                  </a:lnTo>
                  <a:lnTo>
                    <a:pt x="93821" y="140399"/>
                  </a:lnTo>
                  <a:lnTo>
                    <a:pt x="93250" y="140018"/>
                  </a:lnTo>
                  <a:lnTo>
                    <a:pt x="92964" y="139541"/>
                  </a:lnTo>
                  <a:lnTo>
                    <a:pt x="93154" y="138970"/>
                  </a:lnTo>
                  <a:lnTo>
                    <a:pt x="93059" y="138303"/>
                  </a:lnTo>
                  <a:lnTo>
                    <a:pt x="92202" y="136303"/>
                  </a:lnTo>
                  <a:lnTo>
                    <a:pt x="92202" y="135827"/>
                  </a:lnTo>
                  <a:lnTo>
                    <a:pt x="92583" y="135541"/>
                  </a:lnTo>
                  <a:lnTo>
                    <a:pt x="92869" y="135065"/>
                  </a:lnTo>
                  <a:close/>
                  <a:moveTo>
                    <a:pt x="152590" y="271463"/>
                  </a:moveTo>
                  <a:lnTo>
                    <a:pt x="152114" y="271463"/>
                  </a:lnTo>
                  <a:lnTo>
                    <a:pt x="151638" y="271939"/>
                  </a:lnTo>
                  <a:lnTo>
                    <a:pt x="151352" y="272034"/>
                  </a:lnTo>
                  <a:lnTo>
                    <a:pt x="151352" y="271844"/>
                  </a:lnTo>
                  <a:lnTo>
                    <a:pt x="150590" y="271653"/>
                  </a:lnTo>
                  <a:lnTo>
                    <a:pt x="150209" y="271463"/>
                  </a:lnTo>
                  <a:lnTo>
                    <a:pt x="149828" y="271272"/>
                  </a:lnTo>
                  <a:lnTo>
                    <a:pt x="149543" y="271463"/>
                  </a:lnTo>
                  <a:lnTo>
                    <a:pt x="149638" y="271748"/>
                  </a:lnTo>
                  <a:lnTo>
                    <a:pt x="149638" y="272129"/>
                  </a:lnTo>
                  <a:lnTo>
                    <a:pt x="149447" y="272606"/>
                  </a:lnTo>
                  <a:lnTo>
                    <a:pt x="149828" y="272891"/>
                  </a:lnTo>
                  <a:lnTo>
                    <a:pt x="150400" y="273272"/>
                  </a:lnTo>
                  <a:lnTo>
                    <a:pt x="150304" y="273558"/>
                  </a:lnTo>
                  <a:lnTo>
                    <a:pt x="150590" y="273844"/>
                  </a:lnTo>
                  <a:lnTo>
                    <a:pt x="151162" y="274034"/>
                  </a:lnTo>
                  <a:lnTo>
                    <a:pt x="151543" y="274415"/>
                  </a:lnTo>
                  <a:lnTo>
                    <a:pt x="151543" y="274987"/>
                  </a:lnTo>
                  <a:lnTo>
                    <a:pt x="151829" y="275177"/>
                  </a:lnTo>
                  <a:lnTo>
                    <a:pt x="152686" y="274892"/>
                  </a:lnTo>
                  <a:lnTo>
                    <a:pt x="153638" y="274225"/>
                  </a:lnTo>
                  <a:lnTo>
                    <a:pt x="154019" y="273844"/>
                  </a:lnTo>
                  <a:lnTo>
                    <a:pt x="154019" y="273463"/>
                  </a:lnTo>
                  <a:lnTo>
                    <a:pt x="153734" y="272796"/>
                  </a:lnTo>
                  <a:lnTo>
                    <a:pt x="152590" y="271463"/>
                  </a:lnTo>
                  <a:close/>
                  <a:moveTo>
                    <a:pt x="261366" y="169640"/>
                  </a:moveTo>
                  <a:lnTo>
                    <a:pt x="261176" y="168497"/>
                  </a:lnTo>
                  <a:lnTo>
                    <a:pt x="260318" y="167831"/>
                  </a:lnTo>
                  <a:lnTo>
                    <a:pt x="259652" y="168878"/>
                  </a:lnTo>
                  <a:lnTo>
                    <a:pt x="256318" y="172498"/>
                  </a:lnTo>
                  <a:lnTo>
                    <a:pt x="254984" y="173546"/>
                  </a:lnTo>
                  <a:lnTo>
                    <a:pt x="253937" y="173355"/>
                  </a:lnTo>
                  <a:lnTo>
                    <a:pt x="253079" y="172307"/>
                  </a:lnTo>
                  <a:lnTo>
                    <a:pt x="252317" y="171450"/>
                  </a:lnTo>
                  <a:lnTo>
                    <a:pt x="251174" y="170402"/>
                  </a:lnTo>
                  <a:lnTo>
                    <a:pt x="251174" y="169545"/>
                  </a:lnTo>
                  <a:lnTo>
                    <a:pt x="252031" y="168783"/>
                  </a:lnTo>
                  <a:lnTo>
                    <a:pt x="252508" y="168593"/>
                  </a:lnTo>
                  <a:lnTo>
                    <a:pt x="253079" y="168307"/>
                  </a:lnTo>
                  <a:lnTo>
                    <a:pt x="253555" y="167735"/>
                  </a:lnTo>
                  <a:lnTo>
                    <a:pt x="253746" y="166688"/>
                  </a:lnTo>
                  <a:lnTo>
                    <a:pt x="253460" y="166307"/>
                  </a:lnTo>
                  <a:lnTo>
                    <a:pt x="253079" y="166021"/>
                  </a:lnTo>
                  <a:lnTo>
                    <a:pt x="252698" y="164306"/>
                  </a:lnTo>
                  <a:lnTo>
                    <a:pt x="252413" y="162116"/>
                  </a:lnTo>
                  <a:lnTo>
                    <a:pt x="252127" y="161830"/>
                  </a:lnTo>
                  <a:lnTo>
                    <a:pt x="251746" y="161544"/>
                  </a:lnTo>
                  <a:lnTo>
                    <a:pt x="251460" y="160973"/>
                  </a:lnTo>
                  <a:lnTo>
                    <a:pt x="251270" y="159925"/>
                  </a:lnTo>
                  <a:lnTo>
                    <a:pt x="251460" y="152019"/>
                  </a:lnTo>
                  <a:lnTo>
                    <a:pt x="251746" y="150686"/>
                  </a:lnTo>
                  <a:lnTo>
                    <a:pt x="252413" y="149543"/>
                  </a:lnTo>
                  <a:lnTo>
                    <a:pt x="254032" y="147542"/>
                  </a:lnTo>
                  <a:lnTo>
                    <a:pt x="254318" y="146304"/>
                  </a:lnTo>
                  <a:lnTo>
                    <a:pt x="254603" y="140779"/>
                  </a:lnTo>
                  <a:lnTo>
                    <a:pt x="254318" y="138113"/>
                  </a:lnTo>
                  <a:lnTo>
                    <a:pt x="253555" y="135446"/>
                  </a:lnTo>
                  <a:lnTo>
                    <a:pt x="253270" y="132874"/>
                  </a:lnTo>
                  <a:lnTo>
                    <a:pt x="253270" y="132779"/>
                  </a:lnTo>
                  <a:lnTo>
                    <a:pt x="254222" y="130112"/>
                  </a:lnTo>
                  <a:lnTo>
                    <a:pt x="255461" y="127825"/>
                  </a:lnTo>
                  <a:lnTo>
                    <a:pt x="256032" y="125349"/>
                  </a:lnTo>
                  <a:lnTo>
                    <a:pt x="255842" y="122682"/>
                  </a:lnTo>
                  <a:lnTo>
                    <a:pt x="254127" y="117158"/>
                  </a:lnTo>
                  <a:lnTo>
                    <a:pt x="253651" y="114491"/>
                  </a:lnTo>
                  <a:lnTo>
                    <a:pt x="253175" y="108585"/>
                  </a:lnTo>
                  <a:lnTo>
                    <a:pt x="252794" y="106490"/>
                  </a:lnTo>
                  <a:lnTo>
                    <a:pt x="252794" y="105823"/>
                  </a:lnTo>
                  <a:lnTo>
                    <a:pt x="253079" y="105156"/>
                  </a:lnTo>
                  <a:lnTo>
                    <a:pt x="253555" y="104394"/>
                  </a:lnTo>
                  <a:lnTo>
                    <a:pt x="253841" y="103632"/>
                  </a:lnTo>
                  <a:lnTo>
                    <a:pt x="253651" y="102870"/>
                  </a:lnTo>
                  <a:lnTo>
                    <a:pt x="250984" y="99155"/>
                  </a:lnTo>
                  <a:lnTo>
                    <a:pt x="250031" y="96393"/>
                  </a:lnTo>
                  <a:lnTo>
                    <a:pt x="249269" y="91440"/>
                  </a:lnTo>
                  <a:lnTo>
                    <a:pt x="248507" y="89154"/>
                  </a:lnTo>
                  <a:lnTo>
                    <a:pt x="245936" y="86392"/>
                  </a:lnTo>
                  <a:lnTo>
                    <a:pt x="245554" y="85344"/>
                  </a:lnTo>
                  <a:lnTo>
                    <a:pt x="245364" y="84296"/>
                  </a:lnTo>
                  <a:lnTo>
                    <a:pt x="244888" y="83344"/>
                  </a:lnTo>
                  <a:lnTo>
                    <a:pt x="243459" y="81534"/>
                  </a:lnTo>
                  <a:lnTo>
                    <a:pt x="241078" y="76867"/>
                  </a:lnTo>
                  <a:lnTo>
                    <a:pt x="240411" y="76200"/>
                  </a:lnTo>
                  <a:lnTo>
                    <a:pt x="239554" y="75724"/>
                  </a:lnTo>
                  <a:lnTo>
                    <a:pt x="238887" y="74581"/>
                  </a:lnTo>
                  <a:lnTo>
                    <a:pt x="237363" y="69628"/>
                  </a:lnTo>
                  <a:lnTo>
                    <a:pt x="236792" y="68485"/>
                  </a:lnTo>
                  <a:lnTo>
                    <a:pt x="234887" y="67437"/>
                  </a:lnTo>
                  <a:lnTo>
                    <a:pt x="234601" y="66008"/>
                  </a:lnTo>
                  <a:lnTo>
                    <a:pt x="234601" y="64389"/>
                  </a:lnTo>
                  <a:lnTo>
                    <a:pt x="234505" y="63056"/>
                  </a:lnTo>
                  <a:lnTo>
                    <a:pt x="231743" y="59817"/>
                  </a:lnTo>
                  <a:lnTo>
                    <a:pt x="231172" y="59341"/>
                  </a:lnTo>
                  <a:lnTo>
                    <a:pt x="227076" y="54864"/>
                  </a:lnTo>
                  <a:lnTo>
                    <a:pt x="223647" y="49911"/>
                  </a:lnTo>
                  <a:lnTo>
                    <a:pt x="214884" y="37433"/>
                  </a:lnTo>
                  <a:lnTo>
                    <a:pt x="214122" y="35433"/>
                  </a:lnTo>
                  <a:lnTo>
                    <a:pt x="212217" y="33147"/>
                  </a:lnTo>
                  <a:lnTo>
                    <a:pt x="211646" y="32099"/>
                  </a:lnTo>
                  <a:lnTo>
                    <a:pt x="208026" y="22479"/>
                  </a:lnTo>
                  <a:lnTo>
                    <a:pt x="203359" y="13335"/>
                  </a:lnTo>
                  <a:lnTo>
                    <a:pt x="202121" y="10097"/>
                  </a:lnTo>
                  <a:lnTo>
                    <a:pt x="201644" y="8001"/>
                  </a:lnTo>
                  <a:lnTo>
                    <a:pt x="199168" y="3143"/>
                  </a:lnTo>
                  <a:lnTo>
                    <a:pt x="197548" y="0"/>
                  </a:lnTo>
                  <a:lnTo>
                    <a:pt x="194596" y="1524"/>
                  </a:lnTo>
                  <a:lnTo>
                    <a:pt x="193167" y="2667"/>
                  </a:lnTo>
                  <a:lnTo>
                    <a:pt x="192786" y="3524"/>
                  </a:lnTo>
                  <a:lnTo>
                    <a:pt x="192881" y="4667"/>
                  </a:lnTo>
                  <a:lnTo>
                    <a:pt x="193357" y="6953"/>
                  </a:lnTo>
                  <a:lnTo>
                    <a:pt x="193167" y="9335"/>
                  </a:lnTo>
                  <a:lnTo>
                    <a:pt x="192500" y="11430"/>
                  </a:lnTo>
                  <a:lnTo>
                    <a:pt x="191453" y="13240"/>
                  </a:lnTo>
                  <a:lnTo>
                    <a:pt x="190214" y="14954"/>
                  </a:lnTo>
                  <a:lnTo>
                    <a:pt x="187452" y="17907"/>
                  </a:lnTo>
                  <a:lnTo>
                    <a:pt x="184118" y="20098"/>
                  </a:lnTo>
                  <a:lnTo>
                    <a:pt x="180499" y="21336"/>
                  </a:lnTo>
                  <a:lnTo>
                    <a:pt x="176879" y="21622"/>
                  </a:lnTo>
                  <a:lnTo>
                    <a:pt x="171355" y="21336"/>
                  </a:lnTo>
                  <a:lnTo>
                    <a:pt x="167830" y="22098"/>
                  </a:lnTo>
                  <a:lnTo>
                    <a:pt x="167069" y="21908"/>
                  </a:lnTo>
                  <a:lnTo>
                    <a:pt x="166592" y="21336"/>
                  </a:lnTo>
                  <a:lnTo>
                    <a:pt x="165926" y="20383"/>
                  </a:lnTo>
                  <a:lnTo>
                    <a:pt x="165545" y="20098"/>
                  </a:lnTo>
                  <a:lnTo>
                    <a:pt x="155353" y="20955"/>
                  </a:lnTo>
                  <a:lnTo>
                    <a:pt x="152210" y="21908"/>
                  </a:lnTo>
                  <a:lnTo>
                    <a:pt x="150590" y="22098"/>
                  </a:lnTo>
                  <a:lnTo>
                    <a:pt x="145542" y="20574"/>
                  </a:lnTo>
                  <a:lnTo>
                    <a:pt x="139065" y="21146"/>
                  </a:lnTo>
                  <a:lnTo>
                    <a:pt x="137351" y="20955"/>
                  </a:lnTo>
                  <a:lnTo>
                    <a:pt x="133921" y="21336"/>
                  </a:lnTo>
                  <a:lnTo>
                    <a:pt x="130397" y="22765"/>
                  </a:lnTo>
                  <a:lnTo>
                    <a:pt x="127063" y="24860"/>
                  </a:lnTo>
                  <a:lnTo>
                    <a:pt x="124206" y="27242"/>
                  </a:lnTo>
                  <a:lnTo>
                    <a:pt x="123920" y="27623"/>
                  </a:lnTo>
                  <a:lnTo>
                    <a:pt x="123254" y="28480"/>
                  </a:lnTo>
                  <a:lnTo>
                    <a:pt x="122492" y="30290"/>
                  </a:lnTo>
                  <a:lnTo>
                    <a:pt x="121444" y="32957"/>
                  </a:lnTo>
                  <a:lnTo>
                    <a:pt x="120587" y="33909"/>
                  </a:lnTo>
                  <a:lnTo>
                    <a:pt x="118586" y="35528"/>
                  </a:lnTo>
                  <a:lnTo>
                    <a:pt x="117634" y="36481"/>
                  </a:lnTo>
                  <a:lnTo>
                    <a:pt x="113157" y="43339"/>
                  </a:lnTo>
                  <a:lnTo>
                    <a:pt x="111062" y="45053"/>
                  </a:lnTo>
                  <a:lnTo>
                    <a:pt x="109728" y="45529"/>
                  </a:lnTo>
                  <a:lnTo>
                    <a:pt x="108776" y="45625"/>
                  </a:lnTo>
                  <a:lnTo>
                    <a:pt x="108109" y="46101"/>
                  </a:lnTo>
                  <a:lnTo>
                    <a:pt x="107823" y="47720"/>
                  </a:lnTo>
                  <a:lnTo>
                    <a:pt x="108204" y="53435"/>
                  </a:lnTo>
                  <a:lnTo>
                    <a:pt x="108204" y="53435"/>
                  </a:lnTo>
                  <a:lnTo>
                    <a:pt x="108966" y="52864"/>
                  </a:lnTo>
                  <a:lnTo>
                    <a:pt x="109442" y="52769"/>
                  </a:lnTo>
                  <a:lnTo>
                    <a:pt x="109823" y="53245"/>
                  </a:lnTo>
                  <a:lnTo>
                    <a:pt x="109252" y="54293"/>
                  </a:lnTo>
                  <a:lnTo>
                    <a:pt x="108966" y="55626"/>
                  </a:lnTo>
                  <a:lnTo>
                    <a:pt x="109061" y="56388"/>
                  </a:lnTo>
                  <a:lnTo>
                    <a:pt x="109061" y="56388"/>
                  </a:lnTo>
                  <a:lnTo>
                    <a:pt x="109061" y="56960"/>
                  </a:lnTo>
                  <a:lnTo>
                    <a:pt x="109538" y="58007"/>
                  </a:lnTo>
                  <a:lnTo>
                    <a:pt x="109728" y="58960"/>
                  </a:lnTo>
                  <a:lnTo>
                    <a:pt x="109442" y="60389"/>
                  </a:lnTo>
                  <a:lnTo>
                    <a:pt x="108585" y="62770"/>
                  </a:lnTo>
                  <a:lnTo>
                    <a:pt x="111633" y="64961"/>
                  </a:lnTo>
                  <a:lnTo>
                    <a:pt x="112586" y="66008"/>
                  </a:lnTo>
                  <a:lnTo>
                    <a:pt x="111347" y="65913"/>
                  </a:lnTo>
                  <a:lnTo>
                    <a:pt x="109347" y="65056"/>
                  </a:lnTo>
                  <a:lnTo>
                    <a:pt x="107728" y="63722"/>
                  </a:lnTo>
                  <a:lnTo>
                    <a:pt x="107728" y="62198"/>
                  </a:lnTo>
                  <a:lnTo>
                    <a:pt x="108013" y="61341"/>
                  </a:lnTo>
                  <a:lnTo>
                    <a:pt x="108109" y="60103"/>
                  </a:lnTo>
                  <a:lnTo>
                    <a:pt x="108013" y="58865"/>
                  </a:lnTo>
                  <a:lnTo>
                    <a:pt x="107728" y="58103"/>
                  </a:lnTo>
                  <a:lnTo>
                    <a:pt x="107061" y="57626"/>
                  </a:lnTo>
                  <a:lnTo>
                    <a:pt x="106394" y="57722"/>
                  </a:lnTo>
                  <a:lnTo>
                    <a:pt x="105632" y="58103"/>
                  </a:lnTo>
                  <a:lnTo>
                    <a:pt x="104680" y="58293"/>
                  </a:lnTo>
                  <a:lnTo>
                    <a:pt x="101727" y="57245"/>
                  </a:lnTo>
                  <a:lnTo>
                    <a:pt x="101060" y="57341"/>
                  </a:lnTo>
                  <a:lnTo>
                    <a:pt x="100870" y="58198"/>
                  </a:lnTo>
                  <a:lnTo>
                    <a:pt x="101632" y="63627"/>
                  </a:lnTo>
                  <a:lnTo>
                    <a:pt x="102203" y="65723"/>
                  </a:lnTo>
                  <a:lnTo>
                    <a:pt x="102394" y="67056"/>
                  </a:lnTo>
                  <a:lnTo>
                    <a:pt x="102394" y="67913"/>
                  </a:lnTo>
                  <a:lnTo>
                    <a:pt x="102965" y="68485"/>
                  </a:lnTo>
                  <a:lnTo>
                    <a:pt x="103537" y="69437"/>
                  </a:lnTo>
                  <a:lnTo>
                    <a:pt x="104013" y="70199"/>
                  </a:lnTo>
                  <a:lnTo>
                    <a:pt x="104394" y="71152"/>
                  </a:lnTo>
                  <a:lnTo>
                    <a:pt x="104680" y="71723"/>
                  </a:lnTo>
                  <a:lnTo>
                    <a:pt x="104394" y="73343"/>
                  </a:lnTo>
                  <a:lnTo>
                    <a:pt x="104489" y="74581"/>
                  </a:lnTo>
                  <a:lnTo>
                    <a:pt x="104775" y="75248"/>
                  </a:lnTo>
                  <a:lnTo>
                    <a:pt x="105823" y="75152"/>
                  </a:lnTo>
                  <a:lnTo>
                    <a:pt x="106013" y="74581"/>
                  </a:lnTo>
                  <a:lnTo>
                    <a:pt x="106680" y="74771"/>
                  </a:lnTo>
                  <a:lnTo>
                    <a:pt x="106585" y="75343"/>
                  </a:lnTo>
                  <a:lnTo>
                    <a:pt x="106109" y="75533"/>
                  </a:lnTo>
                  <a:lnTo>
                    <a:pt x="104585" y="76010"/>
                  </a:lnTo>
                  <a:lnTo>
                    <a:pt x="104108" y="76867"/>
                  </a:lnTo>
                  <a:lnTo>
                    <a:pt x="104299" y="77819"/>
                  </a:lnTo>
                  <a:lnTo>
                    <a:pt x="104204" y="79058"/>
                  </a:lnTo>
                  <a:lnTo>
                    <a:pt x="105061" y="79534"/>
                  </a:lnTo>
                  <a:lnTo>
                    <a:pt x="106013" y="80010"/>
                  </a:lnTo>
                  <a:lnTo>
                    <a:pt x="106489" y="80772"/>
                  </a:lnTo>
                  <a:lnTo>
                    <a:pt x="105823" y="81820"/>
                  </a:lnTo>
                  <a:lnTo>
                    <a:pt x="105251" y="83058"/>
                  </a:lnTo>
                  <a:lnTo>
                    <a:pt x="106585" y="84106"/>
                  </a:lnTo>
                  <a:lnTo>
                    <a:pt x="107918" y="82487"/>
                  </a:lnTo>
                  <a:lnTo>
                    <a:pt x="110680" y="82868"/>
                  </a:lnTo>
                  <a:lnTo>
                    <a:pt x="110871" y="83344"/>
                  </a:lnTo>
                  <a:lnTo>
                    <a:pt x="110204" y="84011"/>
                  </a:lnTo>
                  <a:lnTo>
                    <a:pt x="109156" y="85535"/>
                  </a:lnTo>
                  <a:lnTo>
                    <a:pt x="109252" y="86297"/>
                  </a:lnTo>
                  <a:lnTo>
                    <a:pt x="111538" y="88011"/>
                  </a:lnTo>
                  <a:lnTo>
                    <a:pt x="113157" y="88487"/>
                  </a:lnTo>
                  <a:lnTo>
                    <a:pt x="114205" y="88678"/>
                  </a:lnTo>
                  <a:lnTo>
                    <a:pt x="114871" y="88678"/>
                  </a:lnTo>
                  <a:lnTo>
                    <a:pt x="115538" y="88487"/>
                  </a:lnTo>
                  <a:lnTo>
                    <a:pt x="116300" y="88678"/>
                  </a:lnTo>
                  <a:lnTo>
                    <a:pt x="116681" y="89154"/>
                  </a:lnTo>
                  <a:lnTo>
                    <a:pt x="117443" y="89154"/>
                  </a:lnTo>
                  <a:lnTo>
                    <a:pt x="117920" y="89345"/>
                  </a:lnTo>
                  <a:lnTo>
                    <a:pt x="118301" y="89630"/>
                  </a:lnTo>
                  <a:lnTo>
                    <a:pt x="118586" y="90011"/>
                  </a:lnTo>
                  <a:lnTo>
                    <a:pt x="118872" y="90583"/>
                  </a:lnTo>
                  <a:lnTo>
                    <a:pt x="117729" y="90773"/>
                  </a:lnTo>
                  <a:lnTo>
                    <a:pt x="116872" y="90297"/>
                  </a:lnTo>
                  <a:lnTo>
                    <a:pt x="116110" y="90202"/>
                  </a:lnTo>
                  <a:lnTo>
                    <a:pt x="115253" y="91535"/>
                  </a:lnTo>
                  <a:lnTo>
                    <a:pt x="114967" y="92964"/>
                  </a:lnTo>
                  <a:lnTo>
                    <a:pt x="114681" y="93536"/>
                  </a:lnTo>
                  <a:lnTo>
                    <a:pt x="114110" y="93726"/>
                  </a:lnTo>
                  <a:lnTo>
                    <a:pt x="113633" y="93440"/>
                  </a:lnTo>
                  <a:lnTo>
                    <a:pt x="113347" y="92869"/>
                  </a:lnTo>
                  <a:lnTo>
                    <a:pt x="113252" y="92107"/>
                  </a:lnTo>
                  <a:lnTo>
                    <a:pt x="113347" y="91345"/>
                  </a:lnTo>
                  <a:lnTo>
                    <a:pt x="112586" y="91726"/>
                  </a:lnTo>
                  <a:lnTo>
                    <a:pt x="111919" y="91535"/>
                  </a:lnTo>
                  <a:lnTo>
                    <a:pt x="111252" y="91059"/>
                  </a:lnTo>
                  <a:lnTo>
                    <a:pt x="110395" y="90869"/>
                  </a:lnTo>
                  <a:lnTo>
                    <a:pt x="109347" y="91154"/>
                  </a:lnTo>
                  <a:lnTo>
                    <a:pt x="108776" y="91154"/>
                  </a:lnTo>
                  <a:lnTo>
                    <a:pt x="108395" y="90869"/>
                  </a:lnTo>
                  <a:lnTo>
                    <a:pt x="108109" y="91154"/>
                  </a:lnTo>
                  <a:lnTo>
                    <a:pt x="107918" y="91250"/>
                  </a:lnTo>
                  <a:lnTo>
                    <a:pt x="107728" y="91345"/>
                  </a:lnTo>
                  <a:lnTo>
                    <a:pt x="108109" y="92202"/>
                  </a:lnTo>
                  <a:lnTo>
                    <a:pt x="108490" y="93059"/>
                  </a:lnTo>
                  <a:lnTo>
                    <a:pt x="108871" y="93726"/>
                  </a:lnTo>
                  <a:lnTo>
                    <a:pt x="109347" y="94012"/>
                  </a:lnTo>
                  <a:lnTo>
                    <a:pt x="110776" y="93821"/>
                  </a:lnTo>
                  <a:lnTo>
                    <a:pt x="110966" y="94012"/>
                  </a:lnTo>
                  <a:lnTo>
                    <a:pt x="110300" y="94869"/>
                  </a:lnTo>
                  <a:lnTo>
                    <a:pt x="109728" y="95155"/>
                  </a:lnTo>
                  <a:lnTo>
                    <a:pt x="108966" y="95441"/>
                  </a:lnTo>
                  <a:lnTo>
                    <a:pt x="108299" y="95822"/>
                  </a:lnTo>
                  <a:lnTo>
                    <a:pt x="108013" y="96488"/>
                  </a:lnTo>
                  <a:lnTo>
                    <a:pt x="108204" y="97346"/>
                  </a:lnTo>
                  <a:lnTo>
                    <a:pt x="108680" y="97536"/>
                  </a:lnTo>
                  <a:lnTo>
                    <a:pt x="110204" y="97155"/>
                  </a:lnTo>
                  <a:lnTo>
                    <a:pt x="109442" y="98203"/>
                  </a:lnTo>
                  <a:lnTo>
                    <a:pt x="109156" y="98774"/>
                  </a:lnTo>
                  <a:lnTo>
                    <a:pt x="109156" y="99346"/>
                  </a:lnTo>
                  <a:lnTo>
                    <a:pt x="109538" y="99727"/>
                  </a:lnTo>
                  <a:lnTo>
                    <a:pt x="110109" y="99727"/>
                  </a:lnTo>
                  <a:lnTo>
                    <a:pt x="110680" y="99536"/>
                  </a:lnTo>
                  <a:lnTo>
                    <a:pt x="111157" y="99155"/>
                  </a:lnTo>
                  <a:lnTo>
                    <a:pt x="113062" y="97155"/>
                  </a:lnTo>
                  <a:lnTo>
                    <a:pt x="114110" y="96393"/>
                  </a:lnTo>
                  <a:lnTo>
                    <a:pt x="115348" y="95726"/>
                  </a:lnTo>
                  <a:lnTo>
                    <a:pt x="115348" y="96488"/>
                  </a:lnTo>
                  <a:lnTo>
                    <a:pt x="115634" y="96965"/>
                  </a:lnTo>
                  <a:lnTo>
                    <a:pt x="116110" y="97250"/>
                  </a:lnTo>
                  <a:lnTo>
                    <a:pt x="116777" y="97346"/>
                  </a:lnTo>
                  <a:lnTo>
                    <a:pt x="117824" y="96393"/>
                  </a:lnTo>
                  <a:lnTo>
                    <a:pt x="118586" y="96012"/>
                  </a:lnTo>
                  <a:lnTo>
                    <a:pt x="118872" y="96203"/>
                  </a:lnTo>
                  <a:lnTo>
                    <a:pt x="118777" y="97441"/>
                  </a:lnTo>
                  <a:lnTo>
                    <a:pt x="118491" y="97917"/>
                  </a:lnTo>
                  <a:lnTo>
                    <a:pt x="117062" y="98298"/>
                  </a:lnTo>
                  <a:lnTo>
                    <a:pt x="115729" y="98298"/>
                  </a:lnTo>
                  <a:lnTo>
                    <a:pt x="114871" y="98679"/>
                  </a:lnTo>
                  <a:lnTo>
                    <a:pt x="114014" y="99060"/>
                  </a:lnTo>
                  <a:lnTo>
                    <a:pt x="113252" y="100013"/>
                  </a:lnTo>
                  <a:lnTo>
                    <a:pt x="112681" y="101156"/>
                  </a:lnTo>
                  <a:lnTo>
                    <a:pt x="112776" y="102299"/>
                  </a:lnTo>
                  <a:lnTo>
                    <a:pt x="112586" y="103156"/>
                  </a:lnTo>
                  <a:lnTo>
                    <a:pt x="112776" y="103823"/>
                  </a:lnTo>
                  <a:lnTo>
                    <a:pt x="112776" y="104585"/>
                  </a:lnTo>
                  <a:lnTo>
                    <a:pt x="115157" y="105347"/>
                  </a:lnTo>
                  <a:lnTo>
                    <a:pt x="116205" y="105061"/>
                  </a:lnTo>
                  <a:lnTo>
                    <a:pt x="117253" y="104870"/>
                  </a:lnTo>
                  <a:lnTo>
                    <a:pt x="117729" y="105347"/>
                  </a:lnTo>
                  <a:lnTo>
                    <a:pt x="118205" y="105061"/>
                  </a:lnTo>
                  <a:lnTo>
                    <a:pt x="118491" y="103918"/>
                  </a:lnTo>
                  <a:lnTo>
                    <a:pt x="118586" y="102870"/>
                  </a:lnTo>
                  <a:lnTo>
                    <a:pt x="118872" y="101822"/>
                  </a:lnTo>
                  <a:lnTo>
                    <a:pt x="119348" y="101251"/>
                  </a:lnTo>
                  <a:lnTo>
                    <a:pt x="119920" y="101537"/>
                  </a:lnTo>
                  <a:lnTo>
                    <a:pt x="119539" y="103251"/>
                  </a:lnTo>
                  <a:lnTo>
                    <a:pt x="120015" y="104489"/>
                  </a:lnTo>
                  <a:lnTo>
                    <a:pt x="120777" y="105632"/>
                  </a:lnTo>
                  <a:lnTo>
                    <a:pt x="120968" y="106871"/>
                  </a:lnTo>
                  <a:lnTo>
                    <a:pt x="120491" y="106490"/>
                  </a:lnTo>
                  <a:lnTo>
                    <a:pt x="120015" y="106299"/>
                  </a:lnTo>
                  <a:lnTo>
                    <a:pt x="119444" y="106299"/>
                  </a:lnTo>
                  <a:lnTo>
                    <a:pt x="118872" y="106394"/>
                  </a:lnTo>
                  <a:lnTo>
                    <a:pt x="119348" y="106775"/>
                  </a:lnTo>
                  <a:lnTo>
                    <a:pt x="119539" y="106871"/>
                  </a:lnTo>
                  <a:lnTo>
                    <a:pt x="119539" y="107252"/>
                  </a:lnTo>
                  <a:lnTo>
                    <a:pt x="116396" y="107633"/>
                  </a:lnTo>
                  <a:lnTo>
                    <a:pt x="117062" y="109347"/>
                  </a:lnTo>
                  <a:lnTo>
                    <a:pt x="118967" y="111157"/>
                  </a:lnTo>
                  <a:lnTo>
                    <a:pt x="121063" y="112395"/>
                  </a:lnTo>
                  <a:lnTo>
                    <a:pt x="122777" y="112681"/>
                  </a:lnTo>
                  <a:lnTo>
                    <a:pt x="124015" y="112300"/>
                  </a:lnTo>
                  <a:lnTo>
                    <a:pt x="124396" y="111824"/>
                  </a:lnTo>
                  <a:lnTo>
                    <a:pt x="124206" y="109823"/>
                  </a:lnTo>
                  <a:lnTo>
                    <a:pt x="124682" y="109157"/>
                  </a:lnTo>
                  <a:lnTo>
                    <a:pt x="127826" y="108299"/>
                  </a:lnTo>
                  <a:lnTo>
                    <a:pt x="127730" y="109061"/>
                  </a:lnTo>
                  <a:lnTo>
                    <a:pt x="127349" y="109252"/>
                  </a:lnTo>
                  <a:lnTo>
                    <a:pt x="126873" y="109347"/>
                  </a:lnTo>
                  <a:lnTo>
                    <a:pt x="126111" y="109728"/>
                  </a:lnTo>
                  <a:lnTo>
                    <a:pt x="125825" y="109728"/>
                  </a:lnTo>
                  <a:lnTo>
                    <a:pt x="125539" y="109728"/>
                  </a:lnTo>
                  <a:lnTo>
                    <a:pt x="125254" y="110014"/>
                  </a:lnTo>
                  <a:lnTo>
                    <a:pt x="125349" y="110109"/>
                  </a:lnTo>
                  <a:lnTo>
                    <a:pt x="125825" y="110585"/>
                  </a:lnTo>
                  <a:lnTo>
                    <a:pt x="125921" y="110871"/>
                  </a:lnTo>
                  <a:lnTo>
                    <a:pt x="125539" y="112490"/>
                  </a:lnTo>
                  <a:lnTo>
                    <a:pt x="124968" y="113157"/>
                  </a:lnTo>
                  <a:lnTo>
                    <a:pt x="124206" y="113538"/>
                  </a:lnTo>
                  <a:lnTo>
                    <a:pt x="122492" y="114776"/>
                  </a:lnTo>
                  <a:lnTo>
                    <a:pt x="120205" y="115729"/>
                  </a:lnTo>
                  <a:lnTo>
                    <a:pt x="119253" y="115919"/>
                  </a:lnTo>
                  <a:lnTo>
                    <a:pt x="118205" y="116396"/>
                  </a:lnTo>
                  <a:lnTo>
                    <a:pt x="118777" y="117539"/>
                  </a:lnTo>
                  <a:lnTo>
                    <a:pt x="120587" y="119539"/>
                  </a:lnTo>
                  <a:lnTo>
                    <a:pt x="119444" y="119444"/>
                  </a:lnTo>
                  <a:lnTo>
                    <a:pt x="118396" y="119158"/>
                  </a:lnTo>
                  <a:lnTo>
                    <a:pt x="118872" y="120777"/>
                  </a:lnTo>
                  <a:lnTo>
                    <a:pt x="118586" y="121729"/>
                  </a:lnTo>
                  <a:lnTo>
                    <a:pt x="118110" y="122587"/>
                  </a:lnTo>
                  <a:lnTo>
                    <a:pt x="117824" y="124016"/>
                  </a:lnTo>
                  <a:lnTo>
                    <a:pt x="117348" y="123825"/>
                  </a:lnTo>
                  <a:lnTo>
                    <a:pt x="117062" y="123539"/>
                  </a:lnTo>
                  <a:lnTo>
                    <a:pt x="116872" y="123158"/>
                  </a:lnTo>
                  <a:lnTo>
                    <a:pt x="116681" y="122587"/>
                  </a:lnTo>
                  <a:lnTo>
                    <a:pt x="117538" y="122301"/>
                  </a:lnTo>
                  <a:lnTo>
                    <a:pt x="117729" y="121729"/>
                  </a:lnTo>
                  <a:lnTo>
                    <a:pt x="117253" y="119729"/>
                  </a:lnTo>
                  <a:lnTo>
                    <a:pt x="116777" y="118967"/>
                  </a:lnTo>
                  <a:lnTo>
                    <a:pt x="116681" y="118396"/>
                  </a:lnTo>
                  <a:lnTo>
                    <a:pt x="116681" y="117920"/>
                  </a:lnTo>
                  <a:lnTo>
                    <a:pt x="116967" y="117062"/>
                  </a:lnTo>
                  <a:lnTo>
                    <a:pt x="117062" y="116681"/>
                  </a:lnTo>
                  <a:lnTo>
                    <a:pt x="116967" y="114776"/>
                  </a:lnTo>
                  <a:lnTo>
                    <a:pt x="116777" y="113824"/>
                  </a:lnTo>
                  <a:lnTo>
                    <a:pt x="116396" y="113252"/>
                  </a:lnTo>
                  <a:lnTo>
                    <a:pt x="115824" y="113348"/>
                  </a:lnTo>
                  <a:lnTo>
                    <a:pt x="114871" y="114586"/>
                  </a:lnTo>
                  <a:lnTo>
                    <a:pt x="114205" y="114967"/>
                  </a:lnTo>
                  <a:lnTo>
                    <a:pt x="115062" y="112109"/>
                  </a:lnTo>
                  <a:lnTo>
                    <a:pt x="114967" y="110681"/>
                  </a:lnTo>
                  <a:lnTo>
                    <a:pt x="113824" y="109538"/>
                  </a:lnTo>
                  <a:lnTo>
                    <a:pt x="112871" y="108966"/>
                  </a:lnTo>
                  <a:lnTo>
                    <a:pt x="111633" y="108585"/>
                  </a:lnTo>
                  <a:lnTo>
                    <a:pt x="110585" y="108204"/>
                  </a:lnTo>
                  <a:lnTo>
                    <a:pt x="109633" y="108109"/>
                  </a:lnTo>
                  <a:lnTo>
                    <a:pt x="108871" y="108109"/>
                  </a:lnTo>
                  <a:lnTo>
                    <a:pt x="108013" y="108490"/>
                  </a:lnTo>
                  <a:lnTo>
                    <a:pt x="107537" y="109442"/>
                  </a:lnTo>
                  <a:lnTo>
                    <a:pt x="107156" y="110014"/>
                  </a:lnTo>
                  <a:lnTo>
                    <a:pt x="106966" y="110585"/>
                  </a:lnTo>
                  <a:lnTo>
                    <a:pt x="107156" y="112204"/>
                  </a:lnTo>
                  <a:lnTo>
                    <a:pt x="106966" y="112776"/>
                  </a:lnTo>
                  <a:lnTo>
                    <a:pt x="106775" y="113252"/>
                  </a:lnTo>
                  <a:lnTo>
                    <a:pt x="106204" y="113633"/>
                  </a:lnTo>
                  <a:lnTo>
                    <a:pt x="106394" y="112586"/>
                  </a:lnTo>
                  <a:lnTo>
                    <a:pt x="106299" y="112014"/>
                  </a:lnTo>
                  <a:lnTo>
                    <a:pt x="105823" y="110966"/>
                  </a:lnTo>
                  <a:lnTo>
                    <a:pt x="105728" y="110490"/>
                  </a:lnTo>
                  <a:lnTo>
                    <a:pt x="106204" y="109919"/>
                  </a:lnTo>
                  <a:lnTo>
                    <a:pt x="106489" y="109061"/>
                  </a:lnTo>
                  <a:lnTo>
                    <a:pt x="106013" y="108204"/>
                  </a:lnTo>
                  <a:lnTo>
                    <a:pt x="105251" y="107823"/>
                  </a:lnTo>
                  <a:lnTo>
                    <a:pt x="104489" y="107252"/>
                  </a:lnTo>
                  <a:lnTo>
                    <a:pt x="104108" y="106871"/>
                  </a:lnTo>
                  <a:lnTo>
                    <a:pt x="103061" y="106204"/>
                  </a:lnTo>
                  <a:lnTo>
                    <a:pt x="102013" y="105442"/>
                  </a:lnTo>
                  <a:lnTo>
                    <a:pt x="101251" y="104775"/>
                  </a:lnTo>
                  <a:lnTo>
                    <a:pt x="100394" y="104394"/>
                  </a:lnTo>
                  <a:lnTo>
                    <a:pt x="99441" y="104394"/>
                  </a:lnTo>
                  <a:lnTo>
                    <a:pt x="99536" y="105442"/>
                  </a:lnTo>
                  <a:lnTo>
                    <a:pt x="100013" y="106966"/>
                  </a:lnTo>
                  <a:lnTo>
                    <a:pt x="101060" y="108014"/>
                  </a:lnTo>
                  <a:lnTo>
                    <a:pt x="102108" y="108490"/>
                  </a:lnTo>
                  <a:lnTo>
                    <a:pt x="102870" y="108680"/>
                  </a:lnTo>
                  <a:lnTo>
                    <a:pt x="103251" y="109061"/>
                  </a:lnTo>
                  <a:lnTo>
                    <a:pt x="103251" y="109538"/>
                  </a:lnTo>
                  <a:lnTo>
                    <a:pt x="102775" y="109823"/>
                  </a:lnTo>
                  <a:lnTo>
                    <a:pt x="102108" y="109823"/>
                  </a:lnTo>
                  <a:lnTo>
                    <a:pt x="101537" y="109538"/>
                  </a:lnTo>
                  <a:lnTo>
                    <a:pt x="101060" y="109157"/>
                  </a:lnTo>
                  <a:lnTo>
                    <a:pt x="100203" y="108109"/>
                  </a:lnTo>
                  <a:lnTo>
                    <a:pt x="99631" y="107633"/>
                  </a:lnTo>
                  <a:lnTo>
                    <a:pt x="99155" y="107537"/>
                  </a:lnTo>
                  <a:lnTo>
                    <a:pt x="98965" y="108204"/>
                  </a:lnTo>
                  <a:lnTo>
                    <a:pt x="99155" y="108395"/>
                  </a:lnTo>
                  <a:lnTo>
                    <a:pt x="102394" y="111824"/>
                  </a:lnTo>
                  <a:lnTo>
                    <a:pt x="102775" y="112490"/>
                  </a:lnTo>
                  <a:lnTo>
                    <a:pt x="103251" y="113824"/>
                  </a:lnTo>
                  <a:lnTo>
                    <a:pt x="103632" y="114300"/>
                  </a:lnTo>
                  <a:lnTo>
                    <a:pt x="103632" y="114681"/>
                  </a:lnTo>
                  <a:lnTo>
                    <a:pt x="102870" y="114681"/>
                  </a:lnTo>
                  <a:lnTo>
                    <a:pt x="102489" y="114205"/>
                  </a:lnTo>
                  <a:lnTo>
                    <a:pt x="102203" y="113538"/>
                  </a:lnTo>
                  <a:lnTo>
                    <a:pt x="101822" y="112871"/>
                  </a:lnTo>
                  <a:lnTo>
                    <a:pt x="100870" y="111824"/>
                  </a:lnTo>
                  <a:lnTo>
                    <a:pt x="100203" y="111347"/>
                  </a:lnTo>
                  <a:lnTo>
                    <a:pt x="99917" y="111728"/>
                  </a:lnTo>
                  <a:lnTo>
                    <a:pt x="99727" y="113252"/>
                  </a:lnTo>
                  <a:lnTo>
                    <a:pt x="98774" y="116396"/>
                  </a:lnTo>
                  <a:lnTo>
                    <a:pt x="98584" y="118015"/>
                  </a:lnTo>
                  <a:lnTo>
                    <a:pt x="98393" y="118300"/>
                  </a:lnTo>
                  <a:lnTo>
                    <a:pt x="98012" y="118110"/>
                  </a:lnTo>
                  <a:lnTo>
                    <a:pt x="97631" y="117539"/>
                  </a:lnTo>
                  <a:lnTo>
                    <a:pt x="97441" y="116681"/>
                  </a:lnTo>
                  <a:lnTo>
                    <a:pt x="97441" y="113729"/>
                  </a:lnTo>
                  <a:lnTo>
                    <a:pt x="97631" y="113348"/>
                  </a:lnTo>
                  <a:lnTo>
                    <a:pt x="98107" y="112776"/>
                  </a:lnTo>
                  <a:lnTo>
                    <a:pt x="98203" y="112586"/>
                  </a:lnTo>
                  <a:lnTo>
                    <a:pt x="98107" y="112109"/>
                  </a:lnTo>
                  <a:lnTo>
                    <a:pt x="97822" y="111728"/>
                  </a:lnTo>
                  <a:lnTo>
                    <a:pt x="97727" y="111252"/>
                  </a:lnTo>
                  <a:lnTo>
                    <a:pt x="97536" y="110681"/>
                  </a:lnTo>
                  <a:lnTo>
                    <a:pt x="97060" y="110681"/>
                  </a:lnTo>
                  <a:lnTo>
                    <a:pt x="96488" y="110966"/>
                  </a:lnTo>
                  <a:lnTo>
                    <a:pt x="96012" y="111443"/>
                  </a:lnTo>
                  <a:lnTo>
                    <a:pt x="95726" y="110395"/>
                  </a:lnTo>
                  <a:lnTo>
                    <a:pt x="96012" y="109633"/>
                  </a:lnTo>
                  <a:lnTo>
                    <a:pt x="96488" y="109061"/>
                  </a:lnTo>
                  <a:lnTo>
                    <a:pt x="96774" y="108490"/>
                  </a:lnTo>
                  <a:lnTo>
                    <a:pt x="96393" y="107633"/>
                  </a:lnTo>
                  <a:lnTo>
                    <a:pt x="95440" y="107347"/>
                  </a:lnTo>
                  <a:lnTo>
                    <a:pt x="93536" y="107347"/>
                  </a:lnTo>
                  <a:lnTo>
                    <a:pt x="93536" y="107823"/>
                  </a:lnTo>
                  <a:lnTo>
                    <a:pt x="93726" y="108299"/>
                  </a:lnTo>
                  <a:lnTo>
                    <a:pt x="93536" y="108490"/>
                  </a:lnTo>
                  <a:lnTo>
                    <a:pt x="93059" y="108395"/>
                  </a:lnTo>
                  <a:lnTo>
                    <a:pt x="92583" y="108014"/>
                  </a:lnTo>
                  <a:lnTo>
                    <a:pt x="92107" y="107728"/>
                  </a:lnTo>
                  <a:lnTo>
                    <a:pt x="91535" y="107823"/>
                  </a:lnTo>
                  <a:lnTo>
                    <a:pt x="91059" y="108204"/>
                  </a:lnTo>
                  <a:lnTo>
                    <a:pt x="90678" y="108680"/>
                  </a:lnTo>
                  <a:lnTo>
                    <a:pt x="91630" y="108585"/>
                  </a:lnTo>
                  <a:lnTo>
                    <a:pt x="92393" y="108871"/>
                  </a:lnTo>
                  <a:lnTo>
                    <a:pt x="92773" y="109442"/>
                  </a:lnTo>
                  <a:lnTo>
                    <a:pt x="92393" y="110490"/>
                  </a:lnTo>
                  <a:lnTo>
                    <a:pt x="91630" y="109919"/>
                  </a:lnTo>
                  <a:lnTo>
                    <a:pt x="91345" y="110109"/>
                  </a:lnTo>
                  <a:lnTo>
                    <a:pt x="91535" y="110681"/>
                  </a:lnTo>
                  <a:lnTo>
                    <a:pt x="92012" y="111347"/>
                  </a:lnTo>
                  <a:lnTo>
                    <a:pt x="92678" y="111633"/>
                  </a:lnTo>
                  <a:lnTo>
                    <a:pt x="94012" y="111633"/>
                  </a:lnTo>
                  <a:lnTo>
                    <a:pt x="94488" y="111824"/>
                  </a:lnTo>
                  <a:lnTo>
                    <a:pt x="94869" y="112871"/>
                  </a:lnTo>
                  <a:lnTo>
                    <a:pt x="94679" y="114300"/>
                  </a:lnTo>
                  <a:lnTo>
                    <a:pt x="93917" y="115538"/>
                  </a:lnTo>
                  <a:lnTo>
                    <a:pt x="92678" y="115824"/>
                  </a:lnTo>
                  <a:lnTo>
                    <a:pt x="92678" y="116205"/>
                  </a:lnTo>
                  <a:lnTo>
                    <a:pt x="93726" y="116586"/>
                  </a:lnTo>
                  <a:lnTo>
                    <a:pt x="94107" y="116681"/>
                  </a:lnTo>
                  <a:lnTo>
                    <a:pt x="94107" y="117062"/>
                  </a:lnTo>
                  <a:lnTo>
                    <a:pt x="93059" y="117348"/>
                  </a:lnTo>
                  <a:lnTo>
                    <a:pt x="92488" y="117539"/>
                  </a:lnTo>
                  <a:lnTo>
                    <a:pt x="92297" y="117729"/>
                  </a:lnTo>
                  <a:lnTo>
                    <a:pt x="92012" y="118396"/>
                  </a:lnTo>
                  <a:lnTo>
                    <a:pt x="91535" y="118015"/>
                  </a:lnTo>
                  <a:lnTo>
                    <a:pt x="90678" y="116967"/>
                  </a:lnTo>
                  <a:lnTo>
                    <a:pt x="90106" y="117634"/>
                  </a:lnTo>
                  <a:lnTo>
                    <a:pt x="90488" y="119063"/>
                  </a:lnTo>
                  <a:lnTo>
                    <a:pt x="91535" y="121444"/>
                  </a:lnTo>
                  <a:lnTo>
                    <a:pt x="90011" y="120396"/>
                  </a:lnTo>
                  <a:lnTo>
                    <a:pt x="89345" y="120396"/>
                  </a:lnTo>
                  <a:lnTo>
                    <a:pt x="88487" y="121253"/>
                  </a:lnTo>
                  <a:lnTo>
                    <a:pt x="88106" y="121444"/>
                  </a:lnTo>
                  <a:lnTo>
                    <a:pt x="87821" y="121063"/>
                  </a:lnTo>
                  <a:lnTo>
                    <a:pt x="87630" y="120491"/>
                  </a:lnTo>
                  <a:lnTo>
                    <a:pt x="87535" y="119920"/>
                  </a:lnTo>
                  <a:lnTo>
                    <a:pt x="87725" y="119729"/>
                  </a:lnTo>
                  <a:lnTo>
                    <a:pt x="88678" y="119158"/>
                  </a:lnTo>
                  <a:lnTo>
                    <a:pt x="88963" y="118872"/>
                  </a:lnTo>
                  <a:lnTo>
                    <a:pt x="88963" y="118586"/>
                  </a:lnTo>
                  <a:lnTo>
                    <a:pt x="88582" y="117634"/>
                  </a:lnTo>
                  <a:lnTo>
                    <a:pt x="88582" y="117062"/>
                  </a:lnTo>
                  <a:lnTo>
                    <a:pt x="88868" y="116491"/>
                  </a:lnTo>
                  <a:lnTo>
                    <a:pt x="89345" y="115919"/>
                  </a:lnTo>
                  <a:lnTo>
                    <a:pt x="89630" y="115348"/>
                  </a:lnTo>
                  <a:lnTo>
                    <a:pt x="88963" y="113633"/>
                  </a:lnTo>
                  <a:lnTo>
                    <a:pt x="88773" y="112204"/>
                  </a:lnTo>
                  <a:lnTo>
                    <a:pt x="88773" y="110776"/>
                  </a:lnTo>
                  <a:lnTo>
                    <a:pt x="88963" y="109823"/>
                  </a:lnTo>
                  <a:lnTo>
                    <a:pt x="87725" y="110204"/>
                  </a:lnTo>
                  <a:lnTo>
                    <a:pt x="87439" y="111824"/>
                  </a:lnTo>
                  <a:lnTo>
                    <a:pt x="87535" y="113824"/>
                  </a:lnTo>
                  <a:lnTo>
                    <a:pt x="87439" y="115253"/>
                  </a:lnTo>
                  <a:lnTo>
                    <a:pt x="87059" y="115824"/>
                  </a:lnTo>
                  <a:lnTo>
                    <a:pt x="86678" y="116110"/>
                  </a:lnTo>
                  <a:lnTo>
                    <a:pt x="85344" y="116110"/>
                  </a:lnTo>
                  <a:lnTo>
                    <a:pt x="84582" y="115919"/>
                  </a:lnTo>
                  <a:lnTo>
                    <a:pt x="84487" y="115443"/>
                  </a:lnTo>
                  <a:lnTo>
                    <a:pt x="84868" y="113824"/>
                  </a:lnTo>
                  <a:lnTo>
                    <a:pt x="83629" y="114300"/>
                  </a:lnTo>
                  <a:lnTo>
                    <a:pt x="82677" y="115062"/>
                  </a:lnTo>
                  <a:lnTo>
                    <a:pt x="82582" y="116015"/>
                  </a:lnTo>
                  <a:lnTo>
                    <a:pt x="83820" y="116967"/>
                  </a:lnTo>
                  <a:lnTo>
                    <a:pt x="82963" y="118396"/>
                  </a:lnTo>
                  <a:lnTo>
                    <a:pt x="83058" y="119253"/>
                  </a:lnTo>
                  <a:lnTo>
                    <a:pt x="83915" y="119634"/>
                  </a:lnTo>
                  <a:lnTo>
                    <a:pt x="85249" y="119729"/>
                  </a:lnTo>
                  <a:lnTo>
                    <a:pt x="84868" y="120491"/>
                  </a:lnTo>
                  <a:lnTo>
                    <a:pt x="84296" y="120682"/>
                  </a:lnTo>
                  <a:lnTo>
                    <a:pt x="82772" y="120206"/>
                  </a:lnTo>
                  <a:lnTo>
                    <a:pt x="83344" y="121253"/>
                  </a:lnTo>
                  <a:lnTo>
                    <a:pt x="83915" y="122015"/>
                  </a:lnTo>
                  <a:lnTo>
                    <a:pt x="83439" y="121920"/>
                  </a:lnTo>
                  <a:lnTo>
                    <a:pt x="83058" y="121825"/>
                  </a:lnTo>
                  <a:lnTo>
                    <a:pt x="82677" y="121825"/>
                  </a:lnTo>
                  <a:lnTo>
                    <a:pt x="82391" y="122111"/>
                  </a:lnTo>
                  <a:lnTo>
                    <a:pt x="82010" y="121539"/>
                  </a:lnTo>
                  <a:lnTo>
                    <a:pt x="81725" y="120968"/>
                  </a:lnTo>
                  <a:lnTo>
                    <a:pt x="81534" y="120396"/>
                  </a:lnTo>
                  <a:lnTo>
                    <a:pt x="81344" y="119729"/>
                  </a:lnTo>
                  <a:lnTo>
                    <a:pt x="81153" y="120587"/>
                  </a:lnTo>
                  <a:lnTo>
                    <a:pt x="80867" y="121158"/>
                  </a:lnTo>
                  <a:lnTo>
                    <a:pt x="79534" y="122873"/>
                  </a:lnTo>
                  <a:lnTo>
                    <a:pt x="79343" y="123349"/>
                  </a:lnTo>
                  <a:lnTo>
                    <a:pt x="79438" y="124968"/>
                  </a:lnTo>
                  <a:lnTo>
                    <a:pt x="79343" y="126587"/>
                  </a:lnTo>
                  <a:lnTo>
                    <a:pt x="79534" y="127159"/>
                  </a:lnTo>
                  <a:lnTo>
                    <a:pt x="80105" y="126587"/>
                  </a:lnTo>
                  <a:lnTo>
                    <a:pt x="80391" y="125825"/>
                  </a:lnTo>
                  <a:lnTo>
                    <a:pt x="80581" y="124206"/>
                  </a:lnTo>
                  <a:lnTo>
                    <a:pt x="80867" y="123444"/>
                  </a:lnTo>
                  <a:lnTo>
                    <a:pt x="81534" y="124016"/>
                  </a:lnTo>
                  <a:lnTo>
                    <a:pt x="82391" y="124301"/>
                  </a:lnTo>
                  <a:lnTo>
                    <a:pt x="83153" y="124682"/>
                  </a:lnTo>
                  <a:lnTo>
                    <a:pt x="83725" y="125730"/>
                  </a:lnTo>
                  <a:lnTo>
                    <a:pt x="83725" y="126683"/>
                  </a:lnTo>
                  <a:lnTo>
                    <a:pt x="83153" y="127064"/>
                  </a:lnTo>
                  <a:lnTo>
                    <a:pt x="80963" y="127064"/>
                  </a:lnTo>
                  <a:lnTo>
                    <a:pt x="80677" y="127349"/>
                  </a:lnTo>
                  <a:lnTo>
                    <a:pt x="80772" y="127921"/>
                  </a:lnTo>
                  <a:lnTo>
                    <a:pt x="80963" y="128492"/>
                  </a:lnTo>
                  <a:lnTo>
                    <a:pt x="81153" y="128778"/>
                  </a:lnTo>
                  <a:lnTo>
                    <a:pt x="81820" y="129159"/>
                  </a:lnTo>
                  <a:lnTo>
                    <a:pt x="82391" y="129159"/>
                  </a:lnTo>
                  <a:lnTo>
                    <a:pt x="82963" y="128969"/>
                  </a:lnTo>
                  <a:lnTo>
                    <a:pt x="83534" y="128873"/>
                  </a:lnTo>
                  <a:lnTo>
                    <a:pt x="84582" y="128492"/>
                  </a:lnTo>
                  <a:lnTo>
                    <a:pt x="86011" y="126778"/>
                  </a:lnTo>
                  <a:lnTo>
                    <a:pt x="86963" y="126206"/>
                  </a:lnTo>
                  <a:lnTo>
                    <a:pt x="87344" y="128016"/>
                  </a:lnTo>
                  <a:lnTo>
                    <a:pt x="86868" y="129254"/>
                  </a:lnTo>
                  <a:lnTo>
                    <a:pt x="88392" y="131826"/>
                  </a:lnTo>
                  <a:lnTo>
                    <a:pt x="87630" y="133445"/>
                  </a:lnTo>
                  <a:lnTo>
                    <a:pt x="87821" y="133826"/>
                  </a:lnTo>
                  <a:lnTo>
                    <a:pt x="87916" y="134303"/>
                  </a:lnTo>
                  <a:lnTo>
                    <a:pt x="88011" y="134779"/>
                  </a:lnTo>
                  <a:lnTo>
                    <a:pt x="88011" y="135255"/>
                  </a:lnTo>
                  <a:lnTo>
                    <a:pt x="88487" y="134588"/>
                  </a:lnTo>
                  <a:lnTo>
                    <a:pt x="89059" y="134017"/>
                  </a:lnTo>
                  <a:lnTo>
                    <a:pt x="89726" y="133636"/>
                  </a:lnTo>
                  <a:lnTo>
                    <a:pt x="90488" y="133445"/>
                  </a:lnTo>
                  <a:lnTo>
                    <a:pt x="89630" y="132207"/>
                  </a:lnTo>
                  <a:lnTo>
                    <a:pt x="89535" y="131636"/>
                  </a:lnTo>
                  <a:lnTo>
                    <a:pt x="90106" y="131159"/>
                  </a:lnTo>
                  <a:lnTo>
                    <a:pt x="89726" y="130112"/>
                  </a:lnTo>
                  <a:lnTo>
                    <a:pt x="88773" y="128588"/>
                  </a:lnTo>
                  <a:lnTo>
                    <a:pt x="88297" y="127540"/>
                  </a:lnTo>
                  <a:lnTo>
                    <a:pt x="89535" y="127540"/>
                  </a:lnTo>
                  <a:lnTo>
                    <a:pt x="89916" y="126778"/>
                  </a:lnTo>
                  <a:lnTo>
                    <a:pt x="90011" y="125730"/>
                  </a:lnTo>
                  <a:lnTo>
                    <a:pt x="90488" y="124873"/>
                  </a:lnTo>
                  <a:lnTo>
                    <a:pt x="91345" y="124682"/>
                  </a:lnTo>
                  <a:lnTo>
                    <a:pt x="91916" y="125349"/>
                  </a:lnTo>
                  <a:lnTo>
                    <a:pt x="91726" y="126968"/>
                  </a:lnTo>
                  <a:lnTo>
                    <a:pt x="92297" y="127254"/>
                  </a:lnTo>
                  <a:lnTo>
                    <a:pt x="92012" y="128492"/>
                  </a:lnTo>
                  <a:lnTo>
                    <a:pt x="91726" y="132017"/>
                  </a:lnTo>
                  <a:lnTo>
                    <a:pt x="92773" y="132683"/>
                  </a:lnTo>
                  <a:lnTo>
                    <a:pt x="93821" y="132683"/>
                  </a:lnTo>
                  <a:lnTo>
                    <a:pt x="94774" y="133445"/>
                  </a:lnTo>
                  <a:lnTo>
                    <a:pt x="95250" y="132874"/>
                  </a:lnTo>
                  <a:lnTo>
                    <a:pt x="95821" y="131445"/>
                  </a:lnTo>
                  <a:lnTo>
                    <a:pt x="95631" y="129731"/>
                  </a:lnTo>
                  <a:lnTo>
                    <a:pt x="96012" y="128492"/>
                  </a:lnTo>
                  <a:lnTo>
                    <a:pt x="95917" y="127349"/>
                  </a:lnTo>
                  <a:lnTo>
                    <a:pt x="95536" y="126778"/>
                  </a:lnTo>
                  <a:lnTo>
                    <a:pt x="95536" y="126302"/>
                  </a:lnTo>
                  <a:lnTo>
                    <a:pt x="95726" y="125825"/>
                  </a:lnTo>
                  <a:lnTo>
                    <a:pt x="96584" y="125444"/>
                  </a:lnTo>
                  <a:lnTo>
                    <a:pt x="97346" y="124587"/>
                  </a:lnTo>
                  <a:lnTo>
                    <a:pt x="97822" y="124206"/>
                  </a:lnTo>
                  <a:lnTo>
                    <a:pt x="98012" y="124778"/>
                  </a:lnTo>
                  <a:lnTo>
                    <a:pt x="98298" y="125158"/>
                  </a:lnTo>
                  <a:lnTo>
                    <a:pt x="98965" y="125921"/>
                  </a:lnTo>
                  <a:lnTo>
                    <a:pt x="97727" y="126111"/>
                  </a:lnTo>
                  <a:lnTo>
                    <a:pt x="97346" y="126873"/>
                  </a:lnTo>
                  <a:lnTo>
                    <a:pt x="97631" y="127921"/>
                  </a:lnTo>
                  <a:lnTo>
                    <a:pt x="98870" y="128111"/>
                  </a:lnTo>
                  <a:lnTo>
                    <a:pt x="99346" y="129064"/>
                  </a:lnTo>
                  <a:lnTo>
                    <a:pt x="98584" y="129635"/>
                  </a:lnTo>
                  <a:lnTo>
                    <a:pt x="98012" y="130397"/>
                  </a:lnTo>
                  <a:lnTo>
                    <a:pt x="98870" y="131254"/>
                  </a:lnTo>
                  <a:lnTo>
                    <a:pt x="99536" y="131350"/>
                  </a:lnTo>
                  <a:lnTo>
                    <a:pt x="99917" y="131921"/>
                  </a:lnTo>
                  <a:lnTo>
                    <a:pt x="99631" y="132588"/>
                  </a:lnTo>
                  <a:lnTo>
                    <a:pt x="99536" y="133350"/>
                  </a:lnTo>
                  <a:lnTo>
                    <a:pt x="98393" y="133350"/>
                  </a:lnTo>
                  <a:lnTo>
                    <a:pt x="97346" y="133826"/>
                  </a:lnTo>
                  <a:lnTo>
                    <a:pt x="96584" y="133826"/>
                  </a:lnTo>
                  <a:lnTo>
                    <a:pt x="96584" y="134112"/>
                  </a:lnTo>
                  <a:lnTo>
                    <a:pt x="96869" y="134588"/>
                  </a:lnTo>
                  <a:lnTo>
                    <a:pt x="97155" y="135731"/>
                  </a:lnTo>
                  <a:lnTo>
                    <a:pt x="97155" y="136303"/>
                  </a:lnTo>
                  <a:lnTo>
                    <a:pt x="96964" y="136874"/>
                  </a:lnTo>
                  <a:lnTo>
                    <a:pt x="97250" y="137446"/>
                  </a:lnTo>
                  <a:lnTo>
                    <a:pt x="97536" y="137541"/>
                  </a:lnTo>
                  <a:lnTo>
                    <a:pt x="97917" y="137827"/>
                  </a:lnTo>
                  <a:lnTo>
                    <a:pt x="98393" y="138208"/>
                  </a:lnTo>
                  <a:lnTo>
                    <a:pt x="99441" y="137827"/>
                  </a:lnTo>
                  <a:lnTo>
                    <a:pt x="99631" y="138208"/>
                  </a:lnTo>
                  <a:lnTo>
                    <a:pt x="99155" y="138970"/>
                  </a:lnTo>
                  <a:lnTo>
                    <a:pt x="98012" y="140208"/>
                  </a:lnTo>
                  <a:lnTo>
                    <a:pt x="98012" y="140970"/>
                  </a:lnTo>
                  <a:lnTo>
                    <a:pt x="98298" y="142208"/>
                  </a:lnTo>
                  <a:lnTo>
                    <a:pt x="98774" y="143447"/>
                  </a:lnTo>
                  <a:lnTo>
                    <a:pt x="99251" y="144113"/>
                  </a:lnTo>
                  <a:lnTo>
                    <a:pt x="100108" y="143923"/>
                  </a:lnTo>
                  <a:lnTo>
                    <a:pt x="101251" y="142208"/>
                  </a:lnTo>
                  <a:lnTo>
                    <a:pt x="102013" y="141827"/>
                  </a:lnTo>
                  <a:lnTo>
                    <a:pt x="105061" y="141827"/>
                  </a:lnTo>
                  <a:lnTo>
                    <a:pt x="104013" y="142399"/>
                  </a:lnTo>
                  <a:lnTo>
                    <a:pt x="101822" y="142970"/>
                  </a:lnTo>
                  <a:lnTo>
                    <a:pt x="100775" y="144399"/>
                  </a:lnTo>
                  <a:lnTo>
                    <a:pt x="99727" y="144685"/>
                  </a:lnTo>
                  <a:lnTo>
                    <a:pt x="98774" y="145256"/>
                  </a:lnTo>
                  <a:lnTo>
                    <a:pt x="99536" y="146685"/>
                  </a:lnTo>
                  <a:lnTo>
                    <a:pt x="98870" y="146685"/>
                  </a:lnTo>
                  <a:lnTo>
                    <a:pt x="98870" y="147161"/>
                  </a:lnTo>
                  <a:lnTo>
                    <a:pt x="99251" y="147542"/>
                  </a:lnTo>
                  <a:lnTo>
                    <a:pt x="99917" y="148304"/>
                  </a:lnTo>
                  <a:lnTo>
                    <a:pt x="100298" y="148590"/>
                  </a:lnTo>
                  <a:lnTo>
                    <a:pt x="102013" y="148590"/>
                  </a:lnTo>
                  <a:lnTo>
                    <a:pt x="102870" y="148781"/>
                  </a:lnTo>
                  <a:lnTo>
                    <a:pt x="103251" y="149638"/>
                  </a:lnTo>
                  <a:lnTo>
                    <a:pt x="102775" y="150304"/>
                  </a:lnTo>
                  <a:lnTo>
                    <a:pt x="100394" y="150876"/>
                  </a:lnTo>
                  <a:lnTo>
                    <a:pt x="99631" y="151638"/>
                  </a:lnTo>
                  <a:lnTo>
                    <a:pt x="100394" y="152019"/>
                  </a:lnTo>
                  <a:lnTo>
                    <a:pt x="102679" y="152686"/>
                  </a:lnTo>
                  <a:lnTo>
                    <a:pt x="103251" y="153353"/>
                  </a:lnTo>
                  <a:lnTo>
                    <a:pt x="102489" y="153829"/>
                  </a:lnTo>
                  <a:lnTo>
                    <a:pt x="101822" y="155162"/>
                  </a:lnTo>
                  <a:lnTo>
                    <a:pt x="100679" y="158210"/>
                  </a:lnTo>
                  <a:lnTo>
                    <a:pt x="100965" y="158687"/>
                  </a:lnTo>
                  <a:lnTo>
                    <a:pt x="101346" y="159068"/>
                  </a:lnTo>
                  <a:lnTo>
                    <a:pt x="101632" y="159258"/>
                  </a:lnTo>
                  <a:lnTo>
                    <a:pt x="102013" y="158972"/>
                  </a:lnTo>
                  <a:lnTo>
                    <a:pt x="102394" y="159068"/>
                  </a:lnTo>
                  <a:lnTo>
                    <a:pt x="102965" y="159544"/>
                  </a:lnTo>
                  <a:lnTo>
                    <a:pt x="103442" y="160020"/>
                  </a:lnTo>
                  <a:lnTo>
                    <a:pt x="104204" y="161354"/>
                  </a:lnTo>
                  <a:lnTo>
                    <a:pt x="102013" y="160687"/>
                  </a:lnTo>
                  <a:lnTo>
                    <a:pt x="100394" y="161163"/>
                  </a:lnTo>
                  <a:lnTo>
                    <a:pt x="98584" y="162020"/>
                  </a:lnTo>
                  <a:lnTo>
                    <a:pt x="98393" y="163925"/>
                  </a:lnTo>
                  <a:lnTo>
                    <a:pt x="98774" y="164306"/>
                  </a:lnTo>
                  <a:lnTo>
                    <a:pt x="98965" y="163925"/>
                  </a:lnTo>
                  <a:lnTo>
                    <a:pt x="99251" y="162687"/>
                  </a:lnTo>
                  <a:lnTo>
                    <a:pt x="100298" y="162497"/>
                  </a:lnTo>
                  <a:lnTo>
                    <a:pt x="101537" y="163259"/>
                  </a:lnTo>
                  <a:lnTo>
                    <a:pt x="101537" y="163925"/>
                  </a:lnTo>
                  <a:lnTo>
                    <a:pt x="101822" y="163925"/>
                  </a:lnTo>
                  <a:lnTo>
                    <a:pt x="102489" y="163544"/>
                  </a:lnTo>
                  <a:lnTo>
                    <a:pt x="103442" y="163925"/>
                  </a:lnTo>
                  <a:lnTo>
                    <a:pt x="104680" y="166021"/>
                  </a:lnTo>
                  <a:lnTo>
                    <a:pt x="105346" y="166211"/>
                  </a:lnTo>
                  <a:lnTo>
                    <a:pt x="106109" y="166497"/>
                  </a:lnTo>
                  <a:lnTo>
                    <a:pt x="106489" y="166878"/>
                  </a:lnTo>
                  <a:lnTo>
                    <a:pt x="105728" y="167450"/>
                  </a:lnTo>
                  <a:lnTo>
                    <a:pt x="106204" y="168212"/>
                  </a:lnTo>
                  <a:lnTo>
                    <a:pt x="107061" y="169354"/>
                  </a:lnTo>
                  <a:lnTo>
                    <a:pt x="107537" y="170021"/>
                  </a:lnTo>
                  <a:lnTo>
                    <a:pt x="107823" y="170879"/>
                  </a:lnTo>
                  <a:lnTo>
                    <a:pt x="107918" y="171450"/>
                  </a:lnTo>
                  <a:lnTo>
                    <a:pt x="108204" y="171926"/>
                  </a:lnTo>
                  <a:lnTo>
                    <a:pt x="108966" y="172307"/>
                  </a:lnTo>
                  <a:lnTo>
                    <a:pt x="110109" y="171831"/>
                  </a:lnTo>
                  <a:lnTo>
                    <a:pt x="111252" y="171641"/>
                  </a:lnTo>
                  <a:lnTo>
                    <a:pt x="112204" y="171164"/>
                  </a:lnTo>
                  <a:lnTo>
                    <a:pt x="113062" y="170307"/>
                  </a:lnTo>
                  <a:lnTo>
                    <a:pt x="114110" y="169545"/>
                  </a:lnTo>
                  <a:lnTo>
                    <a:pt x="115157" y="169259"/>
                  </a:lnTo>
                  <a:lnTo>
                    <a:pt x="118205" y="168307"/>
                  </a:lnTo>
                  <a:lnTo>
                    <a:pt x="118110" y="169259"/>
                  </a:lnTo>
                  <a:lnTo>
                    <a:pt x="117062" y="170021"/>
                  </a:lnTo>
                  <a:lnTo>
                    <a:pt x="114586" y="170974"/>
                  </a:lnTo>
                  <a:lnTo>
                    <a:pt x="112681" y="172403"/>
                  </a:lnTo>
                  <a:lnTo>
                    <a:pt x="111538" y="172974"/>
                  </a:lnTo>
                  <a:lnTo>
                    <a:pt x="110680" y="172688"/>
                  </a:lnTo>
                  <a:lnTo>
                    <a:pt x="109823" y="173165"/>
                  </a:lnTo>
                  <a:lnTo>
                    <a:pt x="107156" y="173355"/>
                  </a:lnTo>
                  <a:lnTo>
                    <a:pt x="104585" y="173641"/>
                  </a:lnTo>
                  <a:lnTo>
                    <a:pt x="99822" y="174117"/>
                  </a:lnTo>
                  <a:lnTo>
                    <a:pt x="100013" y="176117"/>
                  </a:lnTo>
                  <a:lnTo>
                    <a:pt x="102298" y="175736"/>
                  </a:lnTo>
                  <a:lnTo>
                    <a:pt x="103822" y="176308"/>
                  </a:lnTo>
                  <a:lnTo>
                    <a:pt x="104299" y="176689"/>
                  </a:lnTo>
                  <a:lnTo>
                    <a:pt x="104489" y="178213"/>
                  </a:lnTo>
                  <a:lnTo>
                    <a:pt x="104489" y="179356"/>
                  </a:lnTo>
                  <a:lnTo>
                    <a:pt x="106966" y="179546"/>
                  </a:lnTo>
                  <a:lnTo>
                    <a:pt x="109538" y="179737"/>
                  </a:lnTo>
                  <a:lnTo>
                    <a:pt x="110871" y="179642"/>
                  </a:lnTo>
                  <a:lnTo>
                    <a:pt x="114776" y="178118"/>
                  </a:lnTo>
                  <a:lnTo>
                    <a:pt x="114967" y="178022"/>
                  </a:lnTo>
                  <a:lnTo>
                    <a:pt x="115634" y="178213"/>
                  </a:lnTo>
                  <a:lnTo>
                    <a:pt x="116205" y="178689"/>
                  </a:lnTo>
                  <a:lnTo>
                    <a:pt x="116491" y="179165"/>
                  </a:lnTo>
                  <a:lnTo>
                    <a:pt x="116300" y="179356"/>
                  </a:lnTo>
                  <a:lnTo>
                    <a:pt x="115538" y="179451"/>
                  </a:lnTo>
                  <a:lnTo>
                    <a:pt x="115253" y="179737"/>
                  </a:lnTo>
                  <a:lnTo>
                    <a:pt x="115157" y="180213"/>
                  </a:lnTo>
                  <a:lnTo>
                    <a:pt x="114871" y="180785"/>
                  </a:lnTo>
                  <a:lnTo>
                    <a:pt x="114395" y="181070"/>
                  </a:lnTo>
                  <a:lnTo>
                    <a:pt x="113729" y="181166"/>
                  </a:lnTo>
                  <a:lnTo>
                    <a:pt x="110776" y="180975"/>
                  </a:lnTo>
                  <a:lnTo>
                    <a:pt x="110300" y="181070"/>
                  </a:lnTo>
                  <a:lnTo>
                    <a:pt x="109919" y="181451"/>
                  </a:lnTo>
                  <a:lnTo>
                    <a:pt x="109442" y="182023"/>
                  </a:lnTo>
                  <a:lnTo>
                    <a:pt x="109347" y="182594"/>
                  </a:lnTo>
                  <a:lnTo>
                    <a:pt x="109823" y="182880"/>
                  </a:lnTo>
                  <a:lnTo>
                    <a:pt x="110776" y="183547"/>
                  </a:lnTo>
                  <a:lnTo>
                    <a:pt x="111919" y="184309"/>
                  </a:lnTo>
                  <a:lnTo>
                    <a:pt x="112967" y="184785"/>
                  </a:lnTo>
                  <a:lnTo>
                    <a:pt x="113443" y="185166"/>
                  </a:lnTo>
                  <a:lnTo>
                    <a:pt x="114110" y="185738"/>
                  </a:lnTo>
                  <a:lnTo>
                    <a:pt x="114014" y="186500"/>
                  </a:lnTo>
                  <a:lnTo>
                    <a:pt x="113824" y="187262"/>
                  </a:lnTo>
                  <a:lnTo>
                    <a:pt x="113633" y="187833"/>
                  </a:lnTo>
                  <a:lnTo>
                    <a:pt x="113062" y="186881"/>
                  </a:lnTo>
                  <a:lnTo>
                    <a:pt x="112204" y="186690"/>
                  </a:lnTo>
                  <a:lnTo>
                    <a:pt x="111062" y="185833"/>
                  </a:lnTo>
                  <a:lnTo>
                    <a:pt x="109252" y="185642"/>
                  </a:lnTo>
                  <a:lnTo>
                    <a:pt x="107347" y="185833"/>
                  </a:lnTo>
                  <a:lnTo>
                    <a:pt x="107061" y="186119"/>
                  </a:lnTo>
                  <a:lnTo>
                    <a:pt x="106489" y="186500"/>
                  </a:lnTo>
                  <a:lnTo>
                    <a:pt x="105728" y="186976"/>
                  </a:lnTo>
                  <a:lnTo>
                    <a:pt x="105537" y="188881"/>
                  </a:lnTo>
                  <a:lnTo>
                    <a:pt x="104108" y="190976"/>
                  </a:lnTo>
                  <a:lnTo>
                    <a:pt x="102203" y="192024"/>
                  </a:lnTo>
                  <a:lnTo>
                    <a:pt x="100584" y="192977"/>
                  </a:lnTo>
                  <a:lnTo>
                    <a:pt x="99631" y="194120"/>
                  </a:lnTo>
                  <a:lnTo>
                    <a:pt x="98584" y="195167"/>
                  </a:lnTo>
                  <a:lnTo>
                    <a:pt x="97346" y="195739"/>
                  </a:lnTo>
                  <a:lnTo>
                    <a:pt x="97346" y="196406"/>
                  </a:lnTo>
                  <a:lnTo>
                    <a:pt x="97155" y="198120"/>
                  </a:lnTo>
                  <a:lnTo>
                    <a:pt x="99727" y="199739"/>
                  </a:lnTo>
                  <a:lnTo>
                    <a:pt x="107252" y="198501"/>
                  </a:lnTo>
                  <a:lnTo>
                    <a:pt x="108013" y="198977"/>
                  </a:lnTo>
                  <a:lnTo>
                    <a:pt x="108490" y="200120"/>
                  </a:lnTo>
                  <a:lnTo>
                    <a:pt x="109156" y="202502"/>
                  </a:lnTo>
                  <a:lnTo>
                    <a:pt x="108490" y="202311"/>
                  </a:lnTo>
                  <a:lnTo>
                    <a:pt x="107537" y="201073"/>
                  </a:lnTo>
                  <a:lnTo>
                    <a:pt x="106585" y="200025"/>
                  </a:lnTo>
                  <a:lnTo>
                    <a:pt x="105537" y="200311"/>
                  </a:lnTo>
                  <a:lnTo>
                    <a:pt x="104775" y="201359"/>
                  </a:lnTo>
                  <a:lnTo>
                    <a:pt x="104013" y="201930"/>
                  </a:lnTo>
                  <a:lnTo>
                    <a:pt x="102298" y="202025"/>
                  </a:lnTo>
                  <a:lnTo>
                    <a:pt x="100298" y="202406"/>
                  </a:lnTo>
                  <a:lnTo>
                    <a:pt x="98584" y="202978"/>
                  </a:lnTo>
                  <a:lnTo>
                    <a:pt x="97346" y="204692"/>
                  </a:lnTo>
                  <a:lnTo>
                    <a:pt x="95917" y="208026"/>
                  </a:lnTo>
                  <a:lnTo>
                    <a:pt x="95060" y="209931"/>
                  </a:lnTo>
                  <a:lnTo>
                    <a:pt x="94679" y="211455"/>
                  </a:lnTo>
                  <a:lnTo>
                    <a:pt x="94964" y="212122"/>
                  </a:lnTo>
                  <a:lnTo>
                    <a:pt x="96679" y="214122"/>
                  </a:lnTo>
                  <a:lnTo>
                    <a:pt x="96774" y="214598"/>
                  </a:lnTo>
                  <a:lnTo>
                    <a:pt x="96298" y="214598"/>
                  </a:lnTo>
                  <a:lnTo>
                    <a:pt x="95345" y="214313"/>
                  </a:lnTo>
                  <a:lnTo>
                    <a:pt x="94583" y="213360"/>
                  </a:lnTo>
                  <a:lnTo>
                    <a:pt x="94297" y="213074"/>
                  </a:lnTo>
                  <a:lnTo>
                    <a:pt x="93154" y="214789"/>
                  </a:lnTo>
                  <a:lnTo>
                    <a:pt x="92678" y="215741"/>
                  </a:lnTo>
                  <a:lnTo>
                    <a:pt x="92488" y="216789"/>
                  </a:lnTo>
                  <a:lnTo>
                    <a:pt x="92583" y="217265"/>
                  </a:lnTo>
                  <a:lnTo>
                    <a:pt x="92773" y="217646"/>
                  </a:lnTo>
                  <a:lnTo>
                    <a:pt x="92869" y="218027"/>
                  </a:lnTo>
                  <a:lnTo>
                    <a:pt x="92678" y="218504"/>
                  </a:lnTo>
                  <a:lnTo>
                    <a:pt x="92297" y="218885"/>
                  </a:lnTo>
                  <a:lnTo>
                    <a:pt x="91916" y="219170"/>
                  </a:lnTo>
                  <a:lnTo>
                    <a:pt x="91630" y="219551"/>
                  </a:lnTo>
                  <a:lnTo>
                    <a:pt x="91345" y="220123"/>
                  </a:lnTo>
                  <a:lnTo>
                    <a:pt x="91726" y="220218"/>
                  </a:lnTo>
                  <a:lnTo>
                    <a:pt x="91916" y="220313"/>
                  </a:lnTo>
                  <a:lnTo>
                    <a:pt x="92107" y="220504"/>
                  </a:lnTo>
                  <a:lnTo>
                    <a:pt x="92393" y="220599"/>
                  </a:lnTo>
                  <a:lnTo>
                    <a:pt x="91440" y="220790"/>
                  </a:lnTo>
                  <a:lnTo>
                    <a:pt x="90297" y="220885"/>
                  </a:lnTo>
                  <a:lnTo>
                    <a:pt x="89345" y="221075"/>
                  </a:lnTo>
                  <a:lnTo>
                    <a:pt x="88773" y="221837"/>
                  </a:lnTo>
                  <a:lnTo>
                    <a:pt x="90297" y="221837"/>
                  </a:lnTo>
                  <a:lnTo>
                    <a:pt x="90964" y="221742"/>
                  </a:lnTo>
                  <a:lnTo>
                    <a:pt x="91630" y="221456"/>
                  </a:lnTo>
                  <a:lnTo>
                    <a:pt x="91535" y="222314"/>
                  </a:lnTo>
                  <a:lnTo>
                    <a:pt x="91821" y="222790"/>
                  </a:lnTo>
                  <a:lnTo>
                    <a:pt x="92393" y="223171"/>
                  </a:lnTo>
                  <a:lnTo>
                    <a:pt x="92297" y="223742"/>
                  </a:lnTo>
                  <a:lnTo>
                    <a:pt x="92012" y="224123"/>
                  </a:lnTo>
                  <a:lnTo>
                    <a:pt x="91726" y="224409"/>
                  </a:lnTo>
                  <a:lnTo>
                    <a:pt x="91630" y="224695"/>
                  </a:lnTo>
                  <a:lnTo>
                    <a:pt x="92012" y="225647"/>
                  </a:lnTo>
                  <a:lnTo>
                    <a:pt x="93726" y="227648"/>
                  </a:lnTo>
                  <a:lnTo>
                    <a:pt x="94297" y="229076"/>
                  </a:lnTo>
                  <a:lnTo>
                    <a:pt x="94679" y="229457"/>
                  </a:lnTo>
                  <a:lnTo>
                    <a:pt x="95060" y="229648"/>
                  </a:lnTo>
                  <a:lnTo>
                    <a:pt x="96012" y="229934"/>
                  </a:lnTo>
                  <a:lnTo>
                    <a:pt x="96298" y="230315"/>
                  </a:lnTo>
                  <a:lnTo>
                    <a:pt x="96298" y="231458"/>
                  </a:lnTo>
                  <a:lnTo>
                    <a:pt x="96203" y="232505"/>
                  </a:lnTo>
                  <a:lnTo>
                    <a:pt x="94869" y="235553"/>
                  </a:lnTo>
                  <a:lnTo>
                    <a:pt x="94297" y="234982"/>
                  </a:lnTo>
                  <a:lnTo>
                    <a:pt x="93917" y="234315"/>
                  </a:lnTo>
                  <a:lnTo>
                    <a:pt x="93821" y="233648"/>
                  </a:lnTo>
                  <a:lnTo>
                    <a:pt x="94107" y="232886"/>
                  </a:lnTo>
                  <a:lnTo>
                    <a:pt x="93726" y="232696"/>
                  </a:lnTo>
                  <a:lnTo>
                    <a:pt x="92869" y="232696"/>
                  </a:lnTo>
                  <a:lnTo>
                    <a:pt x="92393" y="232505"/>
                  </a:lnTo>
                  <a:lnTo>
                    <a:pt x="91726" y="232124"/>
                  </a:lnTo>
                  <a:lnTo>
                    <a:pt x="91535" y="231934"/>
                  </a:lnTo>
                  <a:lnTo>
                    <a:pt x="91440" y="231553"/>
                  </a:lnTo>
                  <a:lnTo>
                    <a:pt x="91250" y="230696"/>
                  </a:lnTo>
                  <a:lnTo>
                    <a:pt x="91059" y="230600"/>
                  </a:lnTo>
                  <a:lnTo>
                    <a:pt x="90773" y="230696"/>
                  </a:lnTo>
                  <a:lnTo>
                    <a:pt x="90583" y="230696"/>
                  </a:lnTo>
                  <a:lnTo>
                    <a:pt x="90488" y="230315"/>
                  </a:lnTo>
                  <a:lnTo>
                    <a:pt x="90583" y="229934"/>
                  </a:lnTo>
                  <a:lnTo>
                    <a:pt x="90869" y="229362"/>
                  </a:lnTo>
                  <a:lnTo>
                    <a:pt x="90964" y="228219"/>
                  </a:lnTo>
                  <a:lnTo>
                    <a:pt x="90869" y="227648"/>
                  </a:lnTo>
                  <a:lnTo>
                    <a:pt x="90488" y="226886"/>
                  </a:lnTo>
                  <a:lnTo>
                    <a:pt x="90106" y="228314"/>
                  </a:lnTo>
                  <a:lnTo>
                    <a:pt x="89726" y="229076"/>
                  </a:lnTo>
                  <a:lnTo>
                    <a:pt x="89059" y="229457"/>
                  </a:lnTo>
                  <a:lnTo>
                    <a:pt x="88678" y="228410"/>
                  </a:lnTo>
                  <a:lnTo>
                    <a:pt x="87725" y="227933"/>
                  </a:lnTo>
                  <a:lnTo>
                    <a:pt x="86678" y="228124"/>
                  </a:lnTo>
                  <a:lnTo>
                    <a:pt x="85915" y="228981"/>
                  </a:lnTo>
                  <a:lnTo>
                    <a:pt x="86106" y="230029"/>
                  </a:lnTo>
                  <a:lnTo>
                    <a:pt x="87439" y="231839"/>
                  </a:lnTo>
                  <a:lnTo>
                    <a:pt x="86963" y="232505"/>
                  </a:lnTo>
                  <a:lnTo>
                    <a:pt x="87725" y="233458"/>
                  </a:lnTo>
                  <a:lnTo>
                    <a:pt x="88487" y="233458"/>
                  </a:lnTo>
                  <a:lnTo>
                    <a:pt x="88868" y="232600"/>
                  </a:lnTo>
                  <a:lnTo>
                    <a:pt x="88487" y="231172"/>
                  </a:lnTo>
                  <a:lnTo>
                    <a:pt x="89535" y="231553"/>
                  </a:lnTo>
                  <a:lnTo>
                    <a:pt x="90488" y="232410"/>
                  </a:lnTo>
                  <a:lnTo>
                    <a:pt x="92012" y="234506"/>
                  </a:lnTo>
                  <a:lnTo>
                    <a:pt x="92393" y="235839"/>
                  </a:lnTo>
                  <a:lnTo>
                    <a:pt x="90964" y="237268"/>
                  </a:lnTo>
                  <a:lnTo>
                    <a:pt x="91154" y="238601"/>
                  </a:lnTo>
                  <a:lnTo>
                    <a:pt x="89821" y="238316"/>
                  </a:lnTo>
                  <a:lnTo>
                    <a:pt x="89249" y="238316"/>
                  </a:lnTo>
                  <a:lnTo>
                    <a:pt x="88678" y="238601"/>
                  </a:lnTo>
                  <a:lnTo>
                    <a:pt x="88963" y="239173"/>
                  </a:lnTo>
                  <a:lnTo>
                    <a:pt x="89249" y="239649"/>
                  </a:lnTo>
                  <a:lnTo>
                    <a:pt x="89630" y="240030"/>
                  </a:lnTo>
                  <a:lnTo>
                    <a:pt x="90106" y="240316"/>
                  </a:lnTo>
                  <a:lnTo>
                    <a:pt x="89916" y="240411"/>
                  </a:lnTo>
                  <a:lnTo>
                    <a:pt x="89440" y="240792"/>
                  </a:lnTo>
                  <a:lnTo>
                    <a:pt x="90106" y="241268"/>
                  </a:lnTo>
                  <a:lnTo>
                    <a:pt x="91059" y="241554"/>
                  </a:lnTo>
                  <a:lnTo>
                    <a:pt x="92012" y="241459"/>
                  </a:lnTo>
                  <a:lnTo>
                    <a:pt x="92773" y="240792"/>
                  </a:lnTo>
                  <a:lnTo>
                    <a:pt x="92773" y="240221"/>
                  </a:lnTo>
                  <a:lnTo>
                    <a:pt x="92488" y="239459"/>
                  </a:lnTo>
                  <a:lnTo>
                    <a:pt x="92393" y="238792"/>
                  </a:lnTo>
                  <a:lnTo>
                    <a:pt x="92869" y="238506"/>
                  </a:lnTo>
                  <a:lnTo>
                    <a:pt x="93250" y="238316"/>
                  </a:lnTo>
                  <a:lnTo>
                    <a:pt x="93536" y="238030"/>
                  </a:lnTo>
                  <a:lnTo>
                    <a:pt x="93917" y="237744"/>
                  </a:lnTo>
                  <a:lnTo>
                    <a:pt x="94488" y="237649"/>
                  </a:lnTo>
                  <a:lnTo>
                    <a:pt x="95821" y="237935"/>
                  </a:lnTo>
                  <a:lnTo>
                    <a:pt x="95536" y="238506"/>
                  </a:lnTo>
                  <a:lnTo>
                    <a:pt x="94583" y="239173"/>
                  </a:lnTo>
                  <a:lnTo>
                    <a:pt x="93821" y="239840"/>
                  </a:lnTo>
                  <a:lnTo>
                    <a:pt x="93726" y="240887"/>
                  </a:lnTo>
                  <a:lnTo>
                    <a:pt x="94012" y="242125"/>
                  </a:lnTo>
                  <a:lnTo>
                    <a:pt x="94583" y="243173"/>
                  </a:lnTo>
                  <a:lnTo>
                    <a:pt x="95250" y="243650"/>
                  </a:lnTo>
                  <a:lnTo>
                    <a:pt x="94583" y="244221"/>
                  </a:lnTo>
                  <a:lnTo>
                    <a:pt x="94393" y="244697"/>
                  </a:lnTo>
                  <a:lnTo>
                    <a:pt x="94488" y="245650"/>
                  </a:lnTo>
                  <a:lnTo>
                    <a:pt x="94488" y="246126"/>
                  </a:lnTo>
                  <a:lnTo>
                    <a:pt x="94393" y="246602"/>
                  </a:lnTo>
                  <a:lnTo>
                    <a:pt x="94202" y="247079"/>
                  </a:lnTo>
                  <a:lnTo>
                    <a:pt x="93821" y="247650"/>
                  </a:lnTo>
                  <a:lnTo>
                    <a:pt x="92773" y="248698"/>
                  </a:lnTo>
                  <a:lnTo>
                    <a:pt x="92393" y="249365"/>
                  </a:lnTo>
                  <a:lnTo>
                    <a:pt x="92583" y="250031"/>
                  </a:lnTo>
                  <a:lnTo>
                    <a:pt x="93154" y="250317"/>
                  </a:lnTo>
                  <a:lnTo>
                    <a:pt x="94297" y="249936"/>
                  </a:lnTo>
                  <a:lnTo>
                    <a:pt x="95060" y="249936"/>
                  </a:lnTo>
                  <a:lnTo>
                    <a:pt x="95155" y="249269"/>
                  </a:lnTo>
                  <a:lnTo>
                    <a:pt x="95631" y="249079"/>
                  </a:lnTo>
                  <a:lnTo>
                    <a:pt x="97060" y="249365"/>
                  </a:lnTo>
                  <a:lnTo>
                    <a:pt x="97727" y="249174"/>
                  </a:lnTo>
                  <a:lnTo>
                    <a:pt x="98203" y="248793"/>
                  </a:lnTo>
                  <a:lnTo>
                    <a:pt x="98679" y="248603"/>
                  </a:lnTo>
                  <a:lnTo>
                    <a:pt x="99441" y="248984"/>
                  </a:lnTo>
                  <a:lnTo>
                    <a:pt x="99251" y="249365"/>
                  </a:lnTo>
                  <a:lnTo>
                    <a:pt x="98965" y="250031"/>
                  </a:lnTo>
                  <a:lnTo>
                    <a:pt x="98774" y="250412"/>
                  </a:lnTo>
                  <a:lnTo>
                    <a:pt x="99060" y="250698"/>
                  </a:lnTo>
                  <a:lnTo>
                    <a:pt x="99060" y="250889"/>
                  </a:lnTo>
                  <a:lnTo>
                    <a:pt x="100108" y="250793"/>
                  </a:lnTo>
                  <a:lnTo>
                    <a:pt x="100679" y="250031"/>
                  </a:lnTo>
                  <a:lnTo>
                    <a:pt x="101251" y="247841"/>
                  </a:lnTo>
                  <a:lnTo>
                    <a:pt x="101918" y="246602"/>
                  </a:lnTo>
                  <a:lnTo>
                    <a:pt x="102013" y="246507"/>
                  </a:lnTo>
                  <a:lnTo>
                    <a:pt x="101918" y="245936"/>
                  </a:lnTo>
                  <a:lnTo>
                    <a:pt x="101537" y="244888"/>
                  </a:lnTo>
                  <a:lnTo>
                    <a:pt x="101632" y="244316"/>
                  </a:lnTo>
                  <a:lnTo>
                    <a:pt x="102203" y="243554"/>
                  </a:lnTo>
                  <a:lnTo>
                    <a:pt x="102965" y="243173"/>
                  </a:lnTo>
                  <a:lnTo>
                    <a:pt x="103727" y="243364"/>
                  </a:lnTo>
                  <a:lnTo>
                    <a:pt x="104108" y="244316"/>
                  </a:lnTo>
                  <a:lnTo>
                    <a:pt x="104108" y="244983"/>
                  </a:lnTo>
                  <a:lnTo>
                    <a:pt x="103918" y="245364"/>
                  </a:lnTo>
                  <a:lnTo>
                    <a:pt x="103632" y="245650"/>
                  </a:lnTo>
                  <a:lnTo>
                    <a:pt x="103442" y="246031"/>
                  </a:lnTo>
                  <a:lnTo>
                    <a:pt x="103442" y="246698"/>
                  </a:lnTo>
                  <a:lnTo>
                    <a:pt x="103537" y="247174"/>
                  </a:lnTo>
                  <a:lnTo>
                    <a:pt x="103632" y="247555"/>
                  </a:lnTo>
                  <a:lnTo>
                    <a:pt x="103442" y="248126"/>
                  </a:lnTo>
                  <a:lnTo>
                    <a:pt x="106204" y="247841"/>
                  </a:lnTo>
                  <a:lnTo>
                    <a:pt x="107442" y="248031"/>
                  </a:lnTo>
                  <a:lnTo>
                    <a:pt x="108204" y="248888"/>
                  </a:lnTo>
                  <a:lnTo>
                    <a:pt x="107632" y="248888"/>
                  </a:lnTo>
                  <a:lnTo>
                    <a:pt x="107156" y="248984"/>
                  </a:lnTo>
                  <a:lnTo>
                    <a:pt x="106299" y="249365"/>
                  </a:lnTo>
                  <a:lnTo>
                    <a:pt x="106680" y="250222"/>
                  </a:lnTo>
                  <a:lnTo>
                    <a:pt x="105442" y="250127"/>
                  </a:lnTo>
                  <a:lnTo>
                    <a:pt x="103061" y="249365"/>
                  </a:lnTo>
                  <a:lnTo>
                    <a:pt x="101727" y="249650"/>
                  </a:lnTo>
                  <a:lnTo>
                    <a:pt x="101060" y="250508"/>
                  </a:lnTo>
                  <a:lnTo>
                    <a:pt x="100965" y="251650"/>
                  </a:lnTo>
                  <a:lnTo>
                    <a:pt x="101155" y="252889"/>
                  </a:lnTo>
                  <a:lnTo>
                    <a:pt x="100870" y="252794"/>
                  </a:lnTo>
                  <a:lnTo>
                    <a:pt x="100775" y="252698"/>
                  </a:lnTo>
                  <a:lnTo>
                    <a:pt x="100679" y="252603"/>
                  </a:lnTo>
                  <a:lnTo>
                    <a:pt x="100489" y="252508"/>
                  </a:lnTo>
                  <a:lnTo>
                    <a:pt x="99727" y="252698"/>
                  </a:lnTo>
                  <a:lnTo>
                    <a:pt x="97346" y="250889"/>
                  </a:lnTo>
                  <a:lnTo>
                    <a:pt x="95345" y="251746"/>
                  </a:lnTo>
                  <a:lnTo>
                    <a:pt x="93821" y="251460"/>
                  </a:lnTo>
                  <a:lnTo>
                    <a:pt x="93059" y="251746"/>
                  </a:lnTo>
                  <a:lnTo>
                    <a:pt x="92297" y="252698"/>
                  </a:lnTo>
                  <a:lnTo>
                    <a:pt x="92488" y="253270"/>
                  </a:lnTo>
                  <a:lnTo>
                    <a:pt x="93726" y="253651"/>
                  </a:lnTo>
                  <a:lnTo>
                    <a:pt x="95060" y="253270"/>
                  </a:lnTo>
                  <a:lnTo>
                    <a:pt x="96107" y="253937"/>
                  </a:lnTo>
                  <a:lnTo>
                    <a:pt x="97631" y="253841"/>
                  </a:lnTo>
                  <a:lnTo>
                    <a:pt x="98965" y="254127"/>
                  </a:lnTo>
                  <a:lnTo>
                    <a:pt x="99917" y="254603"/>
                  </a:lnTo>
                  <a:lnTo>
                    <a:pt x="101632" y="256794"/>
                  </a:lnTo>
                  <a:lnTo>
                    <a:pt x="102775" y="257651"/>
                  </a:lnTo>
                  <a:lnTo>
                    <a:pt x="102394" y="258128"/>
                  </a:lnTo>
                  <a:lnTo>
                    <a:pt x="104013" y="259556"/>
                  </a:lnTo>
                  <a:lnTo>
                    <a:pt x="104870" y="260128"/>
                  </a:lnTo>
                  <a:lnTo>
                    <a:pt x="106013" y="260318"/>
                  </a:lnTo>
                  <a:lnTo>
                    <a:pt x="104870" y="260604"/>
                  </a:lnTo>
                  <a:lnTo>
                    <a:pt x="103346" y="260128"/>
                  </a:lnTo>
                  <a:lnTo>
                    <a:pt x="102108" y="259461"/>
                  </a:lnTo>
                  <a:lnTo>
                    <a:pt x="101155" y="258890"/>
                  </a:lnTo>
                  <a:lnTo>
                    <a:pt x="100489" y="258985"/>
                  </a:lnTo>
                  <a:lnTo>
                    <a:pt x="101632" y="260414"/>
                  </a:lnTo>
                  <a:lnTo>
                    <a:pt x="101441" y="260699"/>
                  </a:lnTo>
                  <a:lnTo>
                    <a:pt x="100870" y="260318"/>
                  </a:lnTo>
                  <a:lnTo>
                    <a:pt x="100108" y="259747"/>
                  </a:lnTo>
                  <a:lnTo>
                    <a:pt x="99536" y="259175"/>
                  </a:lnTo>
                  <a:lnTo>
                    <a:pt x="98584" y="258794"/>
                  </a:lnTo>
                  <a:lnTo>
                    <a:pt x="97917" y="258318"/>
                  </a:lnTo>
                  <a:lnTo>
                    <a:pt x="97631" y="257842"/>
                  </a:lnTo>
                  <a:lnTo>
                    <a:pt x="97060" y="257461"/>
                  </a:lnTo>
                  <a:lnTo>
                    <a:pt x="96964" y="257080"/>
                  </a:lnTo>
                  <a:lnTo>
                    <a:pt x="96964" y="256794"/>
                  </a:lnTo>
                  <a:lnTo>
                    <a:pt x="96964" y="256508"/>
                  </a:lnTo>
                  <a:lnTo>
                    <a:pt x="97060" y="255651"/>
                  </a:lnTo>
                  <a:lnTo>
                    <a:pt x="96774" y="255175"/>
                  </a:lnTo>
                  <a:lnTo>
                    <a:pt x="94583" y="254699"/>
                  </a:lnTo>
                  <a:lnTo>
                    <a:pt x="93154" y="254794"/>
                  </a:lnTo>
                  <a:lnTo>
                    <a:pt x="93440" y="255937"/>
                  </a:lnTo>
                  <a:lnTo>
                    <a:pt x="93059" y="256889"/>
                  </a:lnTo>
                  <a:lnTo>
                    <a:pt x="93250" y="258509"/>
                  </a:lnTo>
                  <a:lnTo>
                    <a:pt x="93631" y="259747"/>
                  </a:lnTo>
                  <a:lnTo>
                    <a:pt x="94202" y="259652"/>
                  </a:lnTo>
                  <a:lnTo>
                    <a:pt x="94583" y="258794"/>
                  </a:lnTo>
                  <a:lnTo>
                    <a:pt x="95250" y="258699"/>
                  </a:lnTo>
                  <a:lnTo>
                    <a:pt x="95060" y="260128"/>
                  </a:lnTo>
                  <a:lnTo>
                    <a:pt x="95726" y="260795"/>
                  </a:lnTo>
                  <a:lnTo>
                    <a:pt x="96203" y="261557"/>
                  </a:lnTo>
                  <a:lnTo>
                    <a:pt x="97250" y="261747"/>
                  </a:lnTo>
                  <a:lnTo>
                    <a:pt x="97536" y="261938"/>
                  </a:lnTo>
                  <a:lnTo>
                    <a:pt x="98107" y="261842"/>
                  </a:lnTo>
                  <a:lnTo>
                    <a:pt x="97727" y="262985"/>
                  </a:lnTo>
                  <a:lnTo>
                    <a:pt x="97155" y="263081"/>
                  </a:lnTo>
                  <a:lnTo>
                    <a:pt x="96012" y="262319"/>
                  </a:lnTo>
                  <a:lnTo>
                    <a:pt x="93440" y="261842"/>
                  </a:lnTo>
                  <a:lnTo>
                    <a:pt x="92773" y="261461"/>
                  </a:lnTo>
                  <a:lnTo>
                    <a:pt x="91630" y="258413"/>
                  </a:lnTo>
                  <a:lnTo>
                    <a:pt x="91440" y="257747"/>
                  </a:lnTo>
                  <a:lnTo>
                    <a:pt x="91345" y="257080"/>
                  </a:lnTo>
                  <a:lnTo>
                    <a:pt x="91535" y="256413"/>
                  </a:lnTo>
                  <a:lnTo>
                    <a:pt x="92012" y="255746"/>
                  </a:lnTo>
                  <a:lnTo>
                    <a:pt x="90392" y="253365"/>
                  </a:lnTo>
                  <a:lnTo>
                    <a:pt x="90011" y="252603"/>
                  </a:lnTo>
                  <a:lnTo>
                    <a:pt x="89726" y="252413"/>
                  </a:lnTo>
                  <a:lnTo>
                    <a:pt x="89345" y="252317"/>
                  </a:lnTo>
                  <a:lnTo>
                    <a:pt x="88963" y="252317"/>
                  </a:lnTo>
                  <a:lnTo>
                    <a:pt x="88582" y="252508"/>
                  </a:lnTo>
                  <a:lnTo>
                    <a:pt x="88487" y="252984"/>
                  </a:lnTo>
                  <a:lnTo>
                    <a:pt x="88487" y="253556"/>
                  </a:lnTo>
                  <a:lnTo>
                    <a:pt x="88392" y="254032"/>
                  </a:lnTo>
                  <a:lnTo>
                    <a:pt x="87821" y="255461"/>
                  </a:lnTo>
                  <a:lnTo>
                    <a:pt x="87344" y="257461"/>
                  </a:lnTo>
                  <a:lnTo>
                    <a:pt x="87439" y="259271"/>
                  </a:lnTo>
                  <a:lnTo>
                    <a:pt x="88487" y="260033"/>
                  </a:lnTo>
                  <a:lnTo>
                    <a:pt x="89916" y="260699"/>
                  </a:lnTo>
                  <a:lnTo>
                    <a:pt x="90106" y="261366"/>
                  </a:lnTo>
                  <a:lnTo>
                    <a:pt x="89726" y="261652"/>
                  </a:lnTo>
                  <a:lnTo>
                    <a:pt x="89154" y="261652"/>
                  </a:lnTo>
                  <a:lnTo>
                    <a:pt x="88963" y="261366"/>
                  </a:lnTo>
                  <a:lnTo>
                    <a:pt x="88773" y="261747"/>
                  </a:lnTo>
                  <a:lnTo>
                    <a:pt x="88582" y="261842"/>
                  </a:lnTo>
                  <a:lnTo>
                    <a:pt x="88487" y="262033"/>
                  </a:lnTo>
                  <a:lnTo>
                    <a:pt x="88678" y="262700"/>
                  </a:lnTo>
                  <a:lnTo>
                    <a:pt x="88773" y="262795"/>
                  </a:lnTo>
                  <a:lnTo>
                    <a:pt x="89821" y="263843"/>
                  </a:lnTo>
                  <a:lnTo>
                    <a:pt x="90202" y="263938"/>
                  </a:lnTo>
                  <a:lnTo>
                    <a:pt x="90678" y="263843"/>
                  </a:lnTo>
                  <a:lnTo>
                    <a:pt x="91059" y="263652"/>
                  </a:lnTo>
                  <a:lnTo>
                    <a:pt x="91250" y="263366"/>
                  </a:lnTo>
                  <a:lnTo>
                    <a:pt x="91440" y="262985"/>
                  </a:lnTo>
                  <a:lnTo>
                    <a:pt x="91726" y="263271"/>
                  </a:lnTo>
                  <a:lnTo>
                    <a:pt x="92012" y="263747"/>
                  </a:lnTo>
                  <a:lnTo>
                    <a:pt x="92012" y="263938"/>
                  </a:lnTo>
                  <a:lnTo>
                    <a:pt x="93250" y="264509"/>
                  </a:lnTo>
                  <a:lnTo>
                    <a:pt x="93726" y="265081"/>
                  </a:lnTo>
                  <a:lnTo>
                    <a:pt x="93821" y="266129"/>
                  </a:lnTo>
                  <a:lnTo>
                    <a:pt x="94583" y="265843"/>
                  </a:lnTo>
                  <a:lnTo>
                    <a:pt x="95155" y="265748"/>
                  </a:lnTo>
                  <a:lnTo>
                    <a:pt x="96298" y="265748"/>
                  </a:lnTo>
                  <a:lnTo>
                    <a:pt x="96774" y="265843"/>
                  </a:lnTo>
                  <a:lnTo>
                    <a:pt x="97250" y="265843"/>
                  </a:lnTo>
                  <a:lnTo>
                    <a:pt x="97727" y="265748"/>
                  </a:lnTo>
                  <a:lnTo>
                    <a:pt x="97917" y="265176"/>
                  </a:lnTo>
                  <a:lnTo>
                    <a:pt x="98107" y="264700"/>
                  </a:lnTo>
                  <a:lnTo>
                    <a:pt x="98393" y="264414"/>
                  </a:lnTo>
                  <a:lnTo>
                    <a:pt x="98774" y="264414"/>
                  </a:lnTo>
                  <a:lnTo>
                    <a:pt x="99441" y="264795"/>
                  </a:lnTo>
                  <a:lnTo>
                    <a:pt x="99917" y="264795"/>
                  </a:lnTo>
                  <a:lnTo>
                    <a:pt x="100298" y="264605"/>
                  </a:lnTo>
                  <a:lnTo>
                    <a:pt x="100775" y="264033"/>
                  </a:lnTo>
                  <a:lnTo>
                    <a:pt x="100965" y="263938"/>
                  </a:lnTo>
                  <a:lnTo>
                    <a:pt x="101632" y="264319"/>
                  </a:lnTo>
                  <a:lnTo>
                    <a:pt x="101632" y="264890"/>
                  </a:lnTo>
                  <a:lnTo>
                    <a:pt x="101155" y="265557"/>
                  </a:lnTo>
                  <a:lnTo>
                    <a:pt x="100298" y="266129"/>
                  </a:lnTo>
                  <a:lnTo>
                    <a:pt x="100775" y="266319"/>
                  </a:lnTo>
                  <a:lnTo>
                    <a:pt x="101155" y="266605"/>
                  </a:lnTo>
                  <a:lnTo>
                    <a:pt x="101441" y="266986"/>
                  </a:lnTo>
                  <a:lnTo>
                    <a:pt x="101727" y="267462"/>
                  </a:lnTo>
                  <a:lnTo>
                    <a:pt x="100394" y="267462"/>
                  </a:lnTo>
                  <a:lnTo>
                    <a:pt x="98965" y="267748"/>
                  </a:lnTo>
                  <a:lnTo>
                    <a:pt x="97917" y="268510"/>
                  </a:lnTo>
                  <a:lnTo>
                    <a:pt x="97727" y="270034"/>
                  </a:lnTo>
                  <a:lnTo>
                    <a:pt x="98584" y="269748"/>
                  </a:lnTo>
                  <a:lnTo>
                    <a:pt x="98679" y="270129"/>
                  </a:lnTo>
                  <a:lnTo>
                    <a:pt x="98488" y="270891"/>
                  </a:lnTo>
                  <a:lnTo>
                    <a:pt x="98488" y="271748"/>
                  </a:lnTo>
                  <a:lnTo>
                    <a:pt x="98393" y="271844"/>
                  </a:lnTo>
                  <a:lnTo>
                    <a:pt x="98203" y="272129"/>
                  </a:lnTo>
                  <a:lnTo>
                    <a:pt x="98298" y="272510"/>
                  </a:lnTo>
                  <a:lnTo>
                    <a:pt x="98870" y="272701"/>
                  </a:lnTo>
                  <a:lnTo>
                    <a:pt x="99631" y="272796"/>
                  </a:lnTo>
                  <a:lnTo>
                    <a:pt x="100013" y="272891"/>
                  </a:lnTo>
                  <a:lnTo>
                    <a:pt x="100298" y="273082"/>
                  </a:lnTo>
                  <a:lnTo>
                    <a:pt x="100489" y="273749"/>
                  </a:lnTo>
                  <a:lnTo>
                    <a:pt x="100394" y="274415"/>
                  </a:lnTo>
                  <a:lnTo>
                    <a:pt x="99631" y="275749"/>
                  </a:lnTo>
                  <a:lnTo>
                    <a:pt x="99441" y="275939"/>
                  </a:lnTo>
                  <a:lnTo>
                    <a:pt x="99251" y="275844"/>
                  </a:lnTo>
                  <a:lnTo>
                    <a:pt x="99060" y="275844"/>
                  </a:lnTo>
                  <a:lnTo>
                    <a:pt x="98965" y="276797"/>
                  </a:lnTo>
                  <a:lnTo>
                    <a:pt x="98870" y="277082"/>
                  </a:lnTo>
                  <a:lnTo>
                    <a:pt x="98584" y="277463"/>
                  </a:lnTo>
                  <a:lnTo>
                    <a:pt x="98584" y="277844"/>
                  </a:lnTo>
                  <a:lnTo>
                    <a:pt x="99917" y="277749"/>
                  </a:lnTo>
                  <a:lnTo>
                    <a:pt x="100584" y="277844"/>
                  </a:lnTo>
                  <a:lnTo>
                    <a:pt x="101060" y="278225"/>
                  </a:lnTo>
                  <a:lnTo>
                    <a:pt x="101155" y="278987"/>
                  </a:lnTo>
                  <a:lnTo>
                    <a:pt x="100679" y="280511"/>
                  </a:lnTo>
                  <a:lnTo>
                    <a:pt x="100775" y="281273"/>
                  </a:lnTo>
                  <a:lnTo>
                    <a:pt x="101346" y="281369"/>
                  </a:lnTo>
                  <a:lnTo>
                    <a:pt x="103727" y="280607"/>
                  </a:lnTo>
                  <a:lnTo>
                    <a:pt x="105061" y="280892"/>
                  </a:lnTo>
                  <a:lnTo>
                    <a:pt x="105061" y="280130"/>
                  </a:lnTo>
                  <a:lnTo>
                    <a:pt x="105156" y="279559"/>
                  </a:lnTo>
                  <a:lnTo>
                    <a:pt x="106394" y="275273"/>
                  </a:lnTo>
                  <a:lnTo>
                    <a:pt x="106585" y="274892"/>
                  </a:lnTo>
                  <a:lnTo>
                    <a:pt x="107156" y="274415"/>
                  </a:lnTo>
                  <a:lnTo>
                    <a:pt x="108680" y="274034"/>
                  </a:lnTo>
                  <a:lnTo>
                    <a:pt x="109061" y="273749"/>
                  </a:lnTo>
                  <a:lnTo>
                    <a:pt x="109347" y="273082"/>
                  </a:lnTo>
                  <a:lnTo>
                    <a:pt x="109347" y="272606"/>
                  </a:lnTo>
                  <a:lnTo>
                    <a:pt x="109442" y="272320"/>
                  </a:lnTo>
                  <a:lnTo>
                    <a:pt x="110109" y="272225"/>
                  </a:lnTo>
                  <a:lnTo>
                    <a:pt x="110395" y="272320"/>
                  </a:lnTo>
                  <a:lnTo>
                    <a:pt x="110871" y="272606"/>
                  </a:lnTo>
                  <a:lnTo>
                    <a:pt x="111157" y="272701"/>
                  </a:lnTo>
                  <a:lnTo>
                    <a:pt x="111347" y="272606"/>
                  </a:lnTo>
                  <a:lnTo>
                    <a:pt x="111443" y="272320"/>
                  </a:lnTo>
                  <a:lnTo>
                    <a:pt x="111443" y="272034"/>
                  </a:lnTo>
                  <a:lnTo>
                    <a:pt x="111252" y="271844"/>
                  </a:lnTo>
                  <a:lnTo>
                    <a:pt x="110490" y="271558"/>
                  </a:lnTo>
                  <a:lnTo>
                    <a:pt x="111252" y="270891"/>
                  </a:lnTo>
                  <a:lnTo>
                    <a:pt x="113252" y="269748"/>
                  </a:lnTo>
                  <a:lnTo>
                    <a:pt x="112109" y="268224"/>
                  </a:lnTo>
                  <a:lnTo>
                    <a:pt x="111919" y="267462"/>
                  </a:lnTo>
                  <a:lnTo>
                    <a:pt x="113538" y="266891"/>
                  </a:lnTo>
                  <a:lnTo>
                    <a:pt x="113538" y="266319"/>
                  </a:lnTo>
                  <a:lnTo>
                    <a:pt x="113157" y="265557"/>
                  </a:lnTo>
                  <a:lnTo>
                    <a:pt x="112967" y="264700"/>
                  </a:lnTo>
                  <a:lnTo>
                    <a:pt x="113157" y="264128"/>
                  </a:lnTo>
                  <a:lnTo>
                    <a:pt x="113633" y="263462"/>
                  </a:lnTo>
                  <a:lnTo>
                    <a:pt x="114205" y="262890"/>
                  </a:lnTo>
                  <a:lnTo>
                    <a:pt x="114776" y="262700"/>
                  </a:lnTo>
                  <a:lnTo>
                    <a:pt x="115348" y="263176"/>
                  </a:lnTo>
                  <a:lnTo>
                    <a:pt x="115729" y="264033"/>
                  </a:lnTo>
                  <a:lnTo>
                    <a:pt x="115824" y="264986"/>
                  </a:lnTo>
                  <a:lnTo>
                    <a:pt x="115538" y="265748"/>
                  </a:lnTo>
                  <a:lnTo>
                    <a:pt x="115729" y="266986"/>
                  </a:lnTo>
                  <a:lnTo>
                    <a:pt x="115538" y="270224"/>
                  </a:lnTo>
                  <a:lnTo>
                    <a:pt x="115919" y="271463"/>
                  </a:lnTo>
                  <a:lnTo>
                    <a:pt x="116396" y="271748"/>
                  </a:lnTo>
                  <a:lnTo>
                    <a:pt x="118396" y="272320"/>
                  </a:lnTo>
                  <a:lnTo>
                    <a:pt x="119825" y="273368"/>
                  </a:lnTo>
                  <a:lnTo>
                    <a:pt x="120491" y="273558"/>
                  </a:lnTo>
                  <a:lnTo>
                    <a:pt x="120205" y="272796"/>
                  </a:lnTo>
                  <a:lnTo>
                    <a:pt x="120205" y="272129"/>
                  </a:lnTo>
                  <a:lnTo>
                    <a:pt x="120396" y="271463"/>
                  </a:lnTo>
                  <a:lnTo>
                    <a:pt x="120872" y="270891"/>
                  </a:lnTo>
                  <a:lnTo>
                    <a:pt x="122301" y="271558"/>
                  </a:lnTo>
                  <a:lnTo>
                    <a:pt x="122777" y="271082"/>
                  </a:lnTo>
                  <a:lnTo>
                    <a:pt x="122682" y="268415"/>
                  </a:lnTo>
                  <a:lnTo>
                    <a:pt x="125539" y="265557"/>
                  </a:lnTo>
                  <a:lnTo>
                    <a:pt x="125159" y="264700"/>
                  </a:lnTo>
                  <a:lnTo>
                    <a:pt x="125444" y="264033"/>
                  </a:lnTo>
                  <a:lnTo>
                    <a:pt x="125921" y="263462"/>
                  </a:lnTo>
                  <a:lnTo>
                    <a:pt x="126302" y="262985"/>
                  </a:lnTo>
                  <a:lnTo>
                    <a:pt x="126397" y="262223"/>
                  </a:lnTo>
                  <a:lnTo>
                    <a:pt x="126397" y="261557"/>
                  </a:lnTo>
                  <a:lnTo>
                    <a:pt x="126492" y="260985"/>
                  </a:lnTo>
                  <a:lnTo>
                    <a:pt x="126873" y="260795"/>
                  </a:lnTo>
                  <a:lnTo>
                    <a:pt x="127540" y="260604"/>
                  </a:lnTo>
                  <a:lnTo>
                    <a:pt x="128206" y="260223"/>
                  </a:lnTo>
                  <a:lnTo>
                    <a:pt x="129254" y="259461"/>
                  </a:lnTo>
                  <a:lnTo>
                    <a:pt x="131159" y="258318"/>
                  </a:lnTo>
                  <a:lnTo>
                    <a:pt x="131540" y="257937"/>
                  </a:lnTo>
                  <a:lnTo>
                    <a:pt x="132493" y="256699"/>
                  </a:lnTo>
                  <a:lnTo>
                    <a:pt x="133064" y="256127"/>
                  </a:lnTo>
                  <a:lnTo>
                    <a:pt x="133731" y="255937"/>
                  </a:lnTo>
                  <a:lnTo>
                    <a:pt x="135064" y="256223"/>
                  </a:lnTo>
                  <a:lnTo>
                    <a:pt x="135731" y="256223"/>
                  </a:lnTo>
                  <a:lnTo>
                    <a:pt x="136493" y="255937"/>
                  </a:lnTo>
                  <a:lnTo>
                    <a:pt x="137255" y="255079"/>
                  </a:lnTo>
                  <a:lnTo>
                    <a:pt x="138303" y="252317"/>
                  </a:lnTo>
                  <a:lnTo>
                    <a:pt x="139065" y="251174"/>
                  </a:lnTo>
                  <a:lnTo>
                    <a:pt x="140398" y="253270"/>
                  </a:lnTo>
                  <a:lnTo>
                    <a:pt x="141351" y="254032"/>
                  </a:lnTo>
                  <a:lnTo>
                    <a:pt x="142494" y="253556"/>
                  </a:lnTo>
                  <a:lnTo>
                    <a:pt x="143446" y="252794"/>
                  </a:lnTo>
                  <a:lnTo>
                    <a:pt x="143828" y="253270"/>
                  </a:lnTo>
                  <a:lnTo>
                    <a:pt x="144113" y="254413"/>
                  </a:lnTo>
                  <a:lnTo>
                    <a:pt x="144875" y="255461"/>
                  </a:lnTo>
                  <a:lnTo>
                    <a:pt x="144494" y="256127"/>
                  </a:lnTo>
                  <a:lnTo>
                    <a:pt x="143732" y="257651"/>
                  </a:lnTo>
                  <a:lnTo>
                    <a:pt x="143351" y="258128"/>
                  </a:lnTo>
                  <a:lnTo>
                    <a:pt x="142589" y="258413"/>
                  </a:lnTo>
                  <a:lnTo>
                    <a:pt x="142018" y="258223"/>
                  </a:lnTo>
                  <a:lnTo>
                    <a:pt x="141542" y="257651"/>
                  </a:lnTo>
                  <a:lnTo>
                    <a:pt x="141256" y="256794"/>
                  </a:lnTo>
                  <a:lnTo>
                    <a:pt x="141542" y="256223"/>
                  </a:lnTo>
                  <a:lnTo>
                    <a:pt x="141446" y="255746"/>
                  </a:lnTo>
                  <a:lnTo>
                    <a:pt x="141065" y="255365"/>
                  </a:lnTo>
                  <a:lnTo>
                    <a:pt x="140494" y="255079"/>
                  </a:lnTo>
                  <a:lnTo>
                    <a:pt x="138970" y="256794"/>
                  </a:lnTo>
                  <a:lnTo>
                    <a:pt x="138684" y="257270"/>
                  </a:lnTo>
                  <a:lnTo>
                    <a:pt x="138684" y="258223"/>
                  </a:lnTo>
                  <a:lnTo>
                    <a:pt x="138970" y="258699"/>
                  </a:lnTo>
                  <a:lnTo>
                    <a:pt x="139351" y="259080"/>
                  </a:lnTo>
                  <a:lnTo>
                    <a:pt x="139637" y="259842"/>
                  </a:lnTo>
                  <a:lnTo>
                    <a:pt x="139637" y="261747"/>
                  </a:lnTo>
                  <a:lnTo>
                    <a:pt x="138875" y="262795"/>
                  </a:lnTo>
                  <a:lnTo>
                    <a:pt x="137541" y="263271"/>
                  </a:lnTo>
                  <a:lnTo>
                    <a:pt x="136017" y="263366"/>
                  </a:lnTo>
                  <a:lnTo>
                    <a:pt x="136779" y="261461"/>
                  </a:lnTo>
                  <a:lnTo>
                    <a:pt x="137065" y="260414"/>
                  </a:lnTo>
                  <a:lnTo>
                    <a:pt x="137065" y="259366"/>
                  </a:lnTo>
                  <a:lnTo>
                    <a:pt x="136303" y="259747"/>
                  </a:lnTo>
                  <a:lnTo>
                    <a:pt x="135922" y="260223"/>
                  </a:lnTo>
                  <a:lnTo>
                    <a:pt x="135255" y="261557"/>
                  </a:lnTo>
                  <a:lnTo>
                    <a:pt x="134207" y="262985"/>
                  </a:lnTo>
                  <a:lnTo>
                    <a:pt x="133826" y="263366"/>
                  </a:lnTo>
                  <a:lnTo>
                    <a:pt x="132683" y="264033"/>
                  </a:lnTo>
                  <a:lnTo>
                    <a:pt x="132302" y="264605"/>
                  </a:lnTo>
                  <a:lnTo>
                    <a:pt x="132397" y="265557"/>
                  </a:lnTo>
                  <a:lnTo>
                    <a:pt x="132874" y="266510"/>
                  </a:lnTo>
                  <a:lnTo>
                    <a:pt x="133540" y="266891"/>
                  </a:lnTo>
                  <a:lnTo>
                    <a:pt x="134398" y="267081"/>
                  </a:lnTo>
                  <a:lnTo>
                    <a:pt x="135255" y="267367"/>
                  </a:lnTo>
                  <a:lnTo>
                    <a:pt x="135064" y="267081"/>
                  </a:lnTo>
                  <a:lnTo>
                    <a:pt x="134874" y="266414"/>
                  </a:lnTo>
                  <a:lnTo>
                    <a:pt x="136970" y="265367"/>
                  </a:lnTo>
                  <a:lnTo>
                    <a:pt x="137541" y="265271"/>
                  </a:lnTo>
                  <a:lnTo>
                    <a:pt x="139541" y="267367"/>
                  </a:lnTo>
                  <a:lnTo>
                    <a:pt x="140303" y="268891"/>
                  </a:lnTo>
                  <a:lnTo>
                    <a:pt x="142494" y="271748"/>
                  </a:lnTo>
                  <a:lnTo>
                    <a:pt x="143923" y="271748"/>
                  </a:lnTo>
                  <a:lnTo>
                    <a:pt x="143256" y="270986"/>
                  </a:lnTo>
                  <a:lnTo>
                    <a:pt x="143065" y="269843"/>
                  </a:lnTo>
                  <a:lnTo>
                    <a:pt x="144589" y="268700"/>
                  </a:lnTo>
                  <a:lnTo>
                    <a:pt x="145542" y="269177"/>
                  </a:lnTo>
                  <a:lnTo>
                    <a:pt x="146399" y="267938"/>
                  </a:lnTo>
                  <a:lnTo>
                    <a:pt x="148876" y="265652"/>
                  </a:lnTo>
                  <a:lnTo>
                    <a:pt x="147733" y="264700"/>
                  </a:lnTo>
                  <a:lnTo>
                    <a:pt x="145732" y="265176"/>
                  </a:lnTo>
                  <a:lnTo>
                    <a:pt x="145256" y="264890"/>
                  </a:lnTo>
                  <a:lnTo>
                    <a:pt x="144494" y="264700"/>
                  </a:lnTo>
                  <a:lnTo>
                    <a:pt x="143828" y="263366"/>
                  </a:lnTo>
                  <a:lnTo>
                    <a:pt x="143732" y="263176"/>
                  </a:lnTo>
                  <a:lnTo>
                    <a:pt x="144018" y="262700"/>
                  </a:lnTo>
                  <a:lnTo>
                    <a:pt x="144780" y="262223"/>
                  </a:lnTo>
                  <a:lnTo>
                    <a:pt x="145637" y="261842"/>
                  </a:lnTo>
                  <a:lnTo>
                    <a:pt x="146304" y="261747"/>
                  </a:lnTo>
                  <a:lnTo>
                    <a:pt x="147066" y="262033"/>
                  </a:lnTo>
                  <a:lnTo>
                    <a:pt x="149447" y="263557"/>
                  </a:lnTo>
                  <a:lnTo>
                    <a:pt x="150114" y="263366"/>
                  </a:lnTo>
                  <a:lnTo>
                    <a:pt x="151162" y="263462"/>
                  </a:lnTo>
                  <a:lnTo>
                    <a:pt x="151733" y="262985"/>
                  </a:lnTo>
                  <a:lnTo>
                    <a:pt x="152210" y="262509"/>
                  </a:lnTo>
                  <a:lnTo>
                    <a:pt x="152019" y="261175"/>
                  </a:lnTo>
                  <a:lnTo>
                    <a:pt x="151733" y="260509"/>
                  </a:lnTo>
                  <a:lnTo>
                    <a:pt x="149447" y="259652"/>
                  </a:lnTo>
                  <a:lnTo>
                    <a:pt x="149828" y="259556"/>
                  </a:lnTo>
                  <a:lnTo>
                    <a:pt x="150781" y="259556"/>
                  </a:lnTo>
                  <a:lnTo>
                    <a:pt x="151352" y="259652"/>
                  </a:lnTo>
                  <a:lnTo>
                    <a:pt x="150209" y="258032"/>
                  </a:lnTo>
                  <a:lnTo>
                    <a:pt x="148590" y="256985"/>
                  </a:lnTo>
                  <a:lnTo>
                    <a:pt x="147066" y="255651"/>
                  </a:lnTo>
                  <a:lnTo>
                    <a:pt x="146304" y="253079"/>
                  </a:lnTo>
                  <a:lnTo>
                    <a:pt x="146495" y="252889"/>
                  </a:lnTo>
                  <a:lnTo>
                    <a:pt x="146780" y="252794"/>
                  </a:lnTo>
                  <a:lnTo>
                    <a:pt x="146876" y="252603"/>
                  </a:lnTo>
                  <a:lnTo>
                    <a:pt x="146495" y="252032"/>
                  </a:lnTo>
                  <a:lnTo>
                    <a:pt x="146018" y="251841"/>
                  </a:lnTo>
                  <a:lnTo>
                    <a:pt x="145066" y="252222"/>
                  </a:lnTo>
                  <a:lnTo>
                    <a:pt x="144589" y="251841"/>
                  </a:lnTo>
                  <a:lnTo>
                    <a:pt x="144780" y="250984"/>
                  </a:lnTo>
                  <a:lnTo>
                    <a:pt x="145923" y="250317"/>
                  </a:lnTo>
                  <a:lnTo>
                    <a:pt x="148209" y="249650"/>
                  </a:lnTo>
                  <a:lnTo>
                    <a:pt x="148209" y="249269"/>
                  </a:lnTo>
                  <a:lnTo>
                    <a:pt x="147066" y="248984"/>
                  </a:lnTo>
                  <a:lnTo>
                    <a:pt x="145732" y="248412"/>
                  </a:lnTo>
                  <a:lnTo>
                    <a:pt x="145066" y="247841"/>
                  </a:lnTo>
                  <a:lnTo>
                    <a:pt x="145923" y="247555"/>
                  </a:lnTo>
                  <a:lnTo>
                    <a:pt x="148209" y="247650"/>
                  </a:lnTo>
                  <a:lnTo>
                    <a:pt x="149257" y="247555"/>
                  </a:lnTo>
                  <a:lnTo>
                    <a:pt x="151067" y="246888"/>
                  </a:lnTo>
                  <a:lnTo>
                    <a:pt x="151352" y="246888"/>
                  </a:lnTo>
                  <a:lnTo>
                    <a:pt x="151543" y="246793"/>
                  </a:lnTo>
                  <a:lnTo>
                    <a:pt x="151924" y="246317"/>
                  </a:lnTo>
                  <a:lnTo>
                    <a:pt x="152781" y="244031"/>
                  </a:lnTo>
                  <a:lnTo>
                    <a:pt x="152971" y="243840"/>
                  </a:lnTo>
                  <a:lnTo>
                    <a:pt x="153067" y="243554"/>
                  </a:lnTo>
                  <a:lnTo>
                    <a:pt x="153353" y="243650"/>
                  </a:lnTo>
                  <a:lnTo>
                    <a:pt x="153638" y="243935"/>
                  </a:lnTo>
                  <a:lnTo>
                    <a:pt x="153734" y="244316"/>
                  </a:lnTo>
                  <a:lnTo>
                    <a:pt x="153638" y="244602"/>
                  </a:lnTo>
                  <a:lnTo>
                    <a:pt x="153448" y="245269"/>
                  </a:lnTo>
                  <a:lnTo>
                    <a:pt x="153448" y="245650"/>
                  </a:lnTo>
                  <a:lnTo>
                    <a:pt x="153543" y="246317"/>
                  </a:lnTo>
                  <a:lnTo>
                    <a:pt x="154305" y="248031"/>
                  </a:lnTo>
                  <a:lnTo>
                    <a:pt x="154114" y="248317"/>
                  </a:lnTo>
                  <a:lnTo>
                    <a:pt x="154019" y="248698"/>
                  </a:lnTo>
                  <a:lnTo>
                    <a:pt x="154019" y="248984"/>
                  </a:lnTo>
                  <a:lnTo>
                    <a:pt x="154305" y="249269"/>
                  </a:lnTo>
                  <a:lnTo>
                    <a:pt x="154591" y="249269"/>
                  </a:lnTo>
                  <a:lnTo>
                    <a:pt x="154877" y="249269"/>
                  </a:lnTo>
                  <a:lnTo>
                    <a:pt x="155067" y="249365"/>
                  </a:lnTo>
                  <a:lnTo>
                    <a:pt x="155924" y="251174"/>
                  </a:lnTo>
                  <a:lnTo>
                    <a:pt x="156305" y="251746"/>
                  </a:lnTo>
                  <a:lnTo>
                    <a:pt x="156591" y="252794"/>
                  </a:lnTo>
                  <a:lnTo>
                    <a:pt x="156115" y="254032"/>
                  </a:lnTo>
                  <a:lnTo>
                    <a:pt x="155448" y="255365"/>
                  </a:lnTo>
                  <a:lnTo>
                    <a:pt x="155162" y="256699"/>
                  </a:lnTo>
                  <a:lnTo>
                    <a:pt x="155448" y="258128"/>
                  </a:lnTo>
                  <a:lnTo>
                    <a:pt x="156020" y="259080"/>
                  </a:lnTo>
                  <a:lnTo>
                    <a:pt x="156972" y="259556"/>
                  </a:lnTo>
                  <a:lnTo>
                    <a:pt x="158210" y="259747"/>
                  </a:lnTo>
                  <a:lnTo>
                    <a:pt x="159068" y="260604"/>
                  </a:lnTo>
                  <a:lnTo>
                    <a:pt x="159639" y="260890"/>
                  </a:lnTo>
                  <a:lnTo>
                    <a:pt x="159829" y="260318"/>
                  </a:lnTo>
                  <a:lnTo>
                    <a:pt x="159448" y="257461"/>
                  </a:lnTo>
                  <a:lnTo>
                    <a:pt x="159163" y="256604"/>
                  </a:lnTo>
                  <a:lnTo>
                    <a:pt x="158782" y="255746"/>
                  </a:lnTo>
                  <a:lnTo>
                    <a:pt x="159068" y="255651"/>
                  </a:lnTo>
                  <a:lnTo>
                    <a:pt x="159163" y="255556"/>
                  </a:lnTo>
                  <a:lnTo>
                    <a:pt x="159258" y="255556"/>
                  </a:lnTo>
                  <a:lnTo>
                    <a:pt x="159544" y="255746"/>
                  </a:lnTo>
                  <a:lnTo>
                    <a:pt x="160496" y="253651"/>
                  </a:lnTo>
                  <a:lnTo>
                    <a:pt x="161639" y="253937"/>
                  </a:lnTo>
                  <a:lnTo>
                    <a:pt x="163068" y="254699"/>
                  </a:lnTo>
                  <a:lnTo>
                    <a:pt x="164878" y="254127"/>
                  </a:lnTo>
                  <a:lnTo>
                    <a:pt x="165354" y="253365"/>
                  </a:lnTo>
                  <a:lnTo>
                    <a:pt x="165926" y="250222"/>
                  </a:lnTo>
                  <a:lnTo>
                    <a:pt x="166402" y="248412"/>
                  </a:lnTo>
                  <a:lnTo>
                    <a:pt x="166592" y="247555"/>
                  </a:lnTo>
                  <a:lnTo>
                    <a:pt x="166688" y="246317"/>
                  </a:lnTo>
                  <a:lnTo>
                    <a:pt x="165735" y="246888"/>
                  </a:lnTo>
                  <a:lnTo>
                    <a:pt x="164878" y="246793"/>
                  </a:lnTo>
                  <a:lnTo>
                    <a:pt x="163925" y="246602"/>
                  </a:lnTo>
                  <a:lnTo>
                    <a:pt x="162782" y="246793"/>
                  </a:lnTo>
                  <a:lnTo>
                    <a:pt x="161163" y="248317"/>
                  </a:lnTo>
                  <a:lnTo>
                    <a:pt x="160496" y="248698"/>
                  </a:lnTo>
                  <a:lnTo>
                    <a:pt x="159925" y="248412"/>
                  </a:lnTo>
                  <a:lnTo>
                    <a:pt x="159353" y="247650"/>
                  </a:lnTo>
                  <a:lnTo>
                    <a:pt x="158496" y="247079"/>
                  </a:lnTo>
                  <a:lnTo>
                    <a:pt x="157544" y="245840"/>
                  </a:lnTo>
                  <a:lnTo>
                    <a:pt x="156686" y="244412"/>
                  </a:lnTo>
                  <a:lnTo>
                    <a:pt x="156210" y="243269"/>
                  </a:lnTo>
                  <a:lnTo>
                    <a:pt x="156115" y="242221"/>
                  </a:lnTo>
                  <a:lnTo>
                    <a:pt x="156401" y="240983"/>
                  </a:lnTo>
                  <a:lnTo>
                    <a:pt x="156972" y="240125"/>
                  </a:lnTo>
                  <a:lnTo>
                    <a:pt x="157829" y="240411"/>
                  </a:lnTo>
                  <a:lnTo>
                    <a:pt x="158782" y="242411"/>
                  </a:lnTo>
                  <a:lnTo>
                    <a:pt x="159544" y="243078"/>
                  </a:lnTo>
                  <a:lnTo>
                    <a:pt x="160687" y="242602"/>
                  </a:lnTo>
                  <a:lnTo>
                    <a:pt x="162687" y="240983"/>
                  </a:lnTo>
                  <a:lnTo>
                    <a:pt x="163163" y="240411"/>
                  </a:lnTo>
                  <a:lnTo>
                    <a:pt x="163354" y="240030"/>
                  </a:lnTo>
                  <a:lnTo>
                    <a:pt x="163735" y="238887"/>
                  </a:lnTo>
                  <a:lnTo>
                    <a:pt x="163639" y="238506"/>
                  </a:lnTo>
                  <a:lnTo>
                    <a:pt x="163544" y="237744"/>
                  </a:lnTo>
                  <a:lnTo>
                    <a:pt x="163639" y="237268"/>
                  </a:lnTo>
                  <a:lnTo>
                    <a:pt x="164211" y="237744"/>
                  </a:lnTo>
                  <a:lnTo>
                    <a:pt x="164497" y="238411"/>
                  </a:lnTo>
                  <a:lnTo>
                    <a:pt x="164592" y="238887"/>
                  </a:lnTo>
                  <a:lnTo>
                    <a:pt x="164878" y="239173"/>
                  </a:lnTo>
                  <a:lnTo>
                    <a:pt x="165545" y="239268"/>
                  </a:lnTo>
                  <a:lnTo>
                    <a:pt x="167640" y="239268"/>
                  </a:lnTo>
                  <a:lnTo>
                    <a:pt x="168021" y="239363"/>
                  </a:lnTo>
                  <a:lnTo>
                    <a:pt x="168593" y="239554"/>
                  </a:lnTo>
                  <a:lnTo>
                    <a:pt x="169354" y="240221"/>
                  </a:lnTo>
                  <a:lnTo>
                    <a:pt x="169640" y="239935"/>
                  </a:lnTo>
                  <a:lnTo>
                    <a:pt x="170021" y="239935"/>
                  </a:lnTo>
                  <a:lnTo>
                    <a:pt x="170497" y="240030"/>
                  </a:lnTo>
                  <a:lnTo>
                    <a:pt x="171069" y="240221"/>
                  </a:lnTo>
                  <a:lnTo>
                    <a:pt x="172498" y="240125"/>
                  </a:lnTo>
                  <a:lnTo>
                    <a:pt x="173641" y="239173"/>
                  </a:lnTo>
                  <a:lnTo>
                    <a:pt x="174212" y="237554"/>
                  </a:lnTo>
                  <a:lnTo>
                    <a:pt x="174403" y="235458"/>
                  </a:lnTo>
                  <a:lnTo>
                    <a:pt x="174974" y="235934"/>
                  </a:lnTo>
                  <a:lnTo>
                    <a:pt x="175355" y="236601"/>
                  </a:lnTo>
                  <a:lnTo>
                    <a:pt x="175927" y="238125"/>
                  </a:lnTo>
                  <a:lnTo>
                    <a:pt x="177260" y="237268"/>
                  </a:lnTo>
                  <a:lnTo>
                    <a:pt x="178689" y="237268"/>
                  </a:lnTo>
                  <a:lnTo>
                    <a:pt x="179356" y="236792"/>
                  </a:lnTo>
                  <a:lnTo>
                    <a:pt x="178403" y="234506"/>
                  </a:lnTo>
                  <a:lnTo>
                    <a:pt x="179642" y="234410"/>
                  </a:lnTo>
                  <a:lnTo>
                    <a:pt x="180499" y="233553"/>
                  </a:lnTo>
                  <a:lnTo>
                    <a:pt x="181165" y="232410"/>
                  </a:lnTo>
                  <a:lnTo>
                    <a:pt x="182023" y="231458"/>
                  </a:lnTo>
                  <a:lnTo>
                    <a:pt x="181928" y="232220"/>
                  </a:lnTo>
                  <a:lnTo>
                    <a:pt x="181737" y="232791"/>
                  </a:lnTo>
                  <a:lnTo>
                    <a:pt x="181451" y="233267"/>
                  </a:lnTo>
                  <a:lnTo>
                    <a:pt x="181261" y="233648"/>
                  </a:lnTo>
                  <a:lnTo>
                    <a:pt x="181165" y="234410"/>
                  </a:lnTo>
                  <a:lnTo>
                    <a:pt x="181261" y="239173"/>
                  </a:lnTo>
                  <a:lnTo>
                    <a:pt x="181165" y="239649"/>
                  </a:lnTo>
                  <a:lnTo>
                    <a:pt x="181070" y="240125"/>
                  </a:lnTo>
                  <a:lnTo>
                    <a:pt x="181070" y="240602"/>
                  </a:lnTo>
                  <a:lnTo>
                    <a:pt x="181356" y="241078"/>
                  </a:lnTo>
                  <a:lnTo>
                    <a:pt x="181832" y="241268"/>
                  </a:lnTo>
                  <a:lnTo>
                    <a:pt x="183071" y="241364"/>
                  </a:lnTo>
                  <a:lnTo>
                    <a:pt x="183832" y="241554"/>
                  </a:lnTo>
                  <a:lnTo>
                    <a:pt x="184404" y="241459"/>
                  </a:lnTo>
                  <a:lnTo>
                    <a:pt x="184690" y="241554"/>
                  </a:lnTo>
                  <a:lnTo>
                    <a:pt x="184785" y="241840"/>
                  </a:lnTo>
                  <a:lnTo>
                    <a:pt x="184785" y="242792"/>
                  </a:lnTo>
                  <a:lnTo>
                    <a:pt x="184880" y="243173"/>
                  </a:lnTo>
                  <a:lnTo>
                    <a:pt x="185833" y="243745"/>
                  </a:lnTo>
                  <a:lnTo>
                    <a:pt x="188309" y="243650"/>
                  </a:lnTo>
                  <a:lnTo>
                    <a:pt x="189452" y="243840"/>
                  </a:lnTo>
                  <a:lnTo>
                    <a:pt x="189452" y="242888"/>
                  </a:lnTo>
                  <a:lnTo>
                    <a:pt x="189547" y="241935"/>
                  </a:lnTo>
                  <a:lnTo>
                    <a:pt x="189833" y="241173"/>
                  </a:lnTo>
                  <a:lnTo>
                    <a:pt x="190405" y="240887"/>
                  </a:lnTo>
                  <a:lnTo>
                    <a:pt x="191643" y="240983"/>
                  </a:lnTo>
                  <a:lnTo>
                    <a:pt x="192214" y="241364"/>
                  </a:lnTo>
                  <a:lnTo>
                    <a:pt x="193357" y="242888"/>
                  </a:lnTo>
                  <a:lnTo>
                    <a:pt x="194596" y="242792"/>
                  </a:lnTo>
                  <a:lnTo>
                    <a:pt x="195453" y="241173"/>
                  </a:lnTo>
                  <a:lnTo>
                    <a:pt x="196310" y="240316"/>
                  </a:lnTo>
                  <a:lnTo>
                    <a:pt x="197548" y="242697"/>
                  </a:lnTo>
                  <a:lnTo>
                    <a:pt x="196310" y="243173"/>
                  </a:lnTo>
                  <a:lnTo>
                    <a:pt x="195739" y="243554"/>
                  </a:lnTo>
                  <a:lnTo>
                    <a:pt x="195834" y="244126"/>
                  </a:lnTo>
                  <a:lnTo>
                    <a:pt x="196596" y="245174"/>
                  </a:lnTo>
                  <a:lnTo>
                    <a:pt x="197263" y="245459"/>
                  </a:lnTo>
                  <a:lnTo>
                    <a:pt x="200501" y="245840"/>
                  </a:lnTo>
                  <a:lnTo>
                    <a:pt x="200215" y="246221"/>
                  </a:lnTo>
                  <a:lnTo>
                    <a:pt x="199739" y="246317"/>
                  </a:lnTo>
                  <a:lnTo>
                    <a:pt x="198692" y="246317"/>
                  </a:lnTo>
                  <a:lnTo>
                    <a:pt x="198692" y="247269"/>
                  </a:lnTo>
                  <a:lnTo>
                    <a:pt x="200311" y="247364"/>
                  </a:lnTo>
                  <a:lnTo>
                    <a:pt x="201454" y="246983"/>
                  </a:lnTo>
                  <a:lnTo>
                    <a:pt x="202787" y="245269"/>
                  </a:lnTo>
                  <a:lnTo>
                    <a:pt x="203549" y="243935"/>
                  </a:lnTo>
                  <a:lnTo>
                    <a:pt x="202787" y="243078"/>
                  </a:lnTo>
                  <a:lnTo>
                    <a:pt x="202597" y="243745"/>
                  </a:lnTo>
                  <a:lnTo>
                    <a:pt x="202216" y="244221"/>
                  </a:lnTo>
                  <a:lnTo>
                    <a:pt x="201739" y="244412"/>
                  </a:lnTo>
                  <a:lnTo>
                    <a:pt x="201263" y="243935"/>
                  </a:lnTo>
                  <a:lnTo>
                    <a:pt x="201644" y="241364"/>
                  </a:lnTo>
                  <a:lnTo>
                    <a:pt x="201739" y="240030"/>
                  </a:lnTo>
                  <a:lnTo>
                    <a:pt x="201739" y="239554"/>
                  </a:lnTo>
                  <a:lnTo>
                    <a:pt x="201644" y="239173"/>
                  </a:lnTo>
                  <a:lnTo>
                    <a:pt x="201263" y="238601"/>
                  </a:lnTo>
                  <a:lnTo>
                    <a:pt x="200787" y="238316"/>
                  </a:lnTo>
                  <a:lnTo>
                    <a:pt x="200501" y="238030"/>
                  </a:lnTo>
                  <a:lnTo>
                    <a:pt x="200882" y="237363"/>
                  </a:lnTo>
                  <a:lnTo>
                    <a:pt x="201549" y="237649"/>
                  </a:lnTo>
                  <a:lnTo>
                    <a:pt x="202597" y="237649"/>
                  </a:lnTo>
                  <a:lnTo>
                    <a:pt x="203645" y="237458"/>
                  </a:lnTo>
                  <a:lnTo>
                    <a:pt x="204311" y="237077"/>
                  </a:lnTo>
                  <a:lnTo>
                    <a:pt x="204692" y="236220"/>
                  </a:lnTo>
                  <a:lnTo>
                    <a:pt x="204597" y="235458"/>
                  </a:lnTo>
                  <a:lnTo>
                    <a:pt x="204311" y="234601"/>
                  </a:lnTo>
                  <a:lnTo>
                    <a:pt x="204121" y="233458"/>
                  </a:lnTo>
                  <a:lnTo>
                    <a:pt x="203263" y="233553"/>
                  </a:lnTo>
                  <a:lnTo>
                    <a:pt x="198025" y="236315"/>
                  </a:lnTo>
                  <a:lnTo>
                    <a:pt x="198025" y="235839"/>
                  </a:lnTo>
                  <a:lnTo>
                    <a:pt x="198596" y="235268"/>
                  </a:lnTo>
                  <a:lnTo>
                    <a:pt x="198692" y="234410"/>
                  </a:lnTo>
                  <a:lnTo>
                    <a:pt x="198977" y="233553"/>
                  </a:lnTo>
                  <a:lnTo>
                    <a:pt x="201073" y="232982"/>
                  </a:lnTo>
                  <a:lnTo>
                    <a:pt x="202882" y="232029"/>
                  </a:lnTo>
                  <a:lnTo>
                    <a:pt x="203835" y="231839"/>
                  </a:lnTo>
                  <a:lnTo>
                    <a:pt x="203263" y="230981"/>
                  </a:lnTo>
                  <a:lnTo>
                    <a:pt x="203263" y="230505"/>
                  </a:lnTo>
                  <a:lnTo>
                    <a:pt x="203740" y="230315"/>
                  </a:lnTo>
                  <a:lnTo>
                    <a:pt x="205454" y="230029"/>
                  </a:lnTo>
                  <a:lnTo>
                    <a:pt x="206216" y="230124"/>
                  </a:lnTo>
                  <a:lnTo>
                    <a:pt x="209074" y="231077"/>
                  </a:lnTo>
                  <a:lnTo>
                    <a:pt x="209455" y="231362"/>
                  </a:lnTo>
                  <a:lnTo>
                    <a:pt x="209931" y="231934"/>
                  </a:lnTo>
                  <a:lnTo>
                    <a:pt x="210121" y="232315"/>
                  </a:lnTo>
                  <a:lnTo>
                    <a:pt x="210121" y="232696"/>
                  </a:lnTo>
                  <a:lnTo>
                    <a:pt x="210312" y="233077"/>
                  </a:lnTo>
                  <a:lnTo>
                    <a:pt x="210884" y="233172"/>
                  </a:lnTo>
                  <a:lnTo>
                    <a:pt x="211931" y="233172"/>
                  </a:lnTo>
                  <a:lnTo>
                    <a:pt x="212407" y="233077"/>
                  </a:lnTo>
                  <a:lnTo>
                    <a:pt x="212884" y="232791"/>
                  </a:lnTo>
                  <a:lnTo>
                    <a:pt x="212503" y="232696"/>
                  </a:lnTo>
                  <a:lnTo>
                    <a:pt x="211836" y="232410"/>
                  </a:lnTo>
                  <a:lnTo>
                    <a:pt x="211455" y="232315"/>
                  </a:lnTo>
                  <a:lnTo>
                    <a:pt x="211741" y="231458"/>
                  </a:lnTo>
                  <a:lnTo>
                    <a:pt x="211646" y="230886"/>
                  </a:lnTo>
                  <a:lnTo>
                    <a:pt x="210788" y="229743"/>
                  </a:lnTo>
                  <a:lnTo>
                    <a:pt x="210312" y="228981"/>
                  </a:lnTo>
                  <a:lnTo>
                    <a:pt x="210121" y="228410"/>
                  </a:lnTo>
                  <a:lnTo>
                    <a:pt x="209740" y="226695"/>
                  </a:lnTo>
                  <a:lnTo>
                    <a:pt x="209074" y="225266"/>
                  </a:lnTo>
                  <a:lnTo>
                    <a:pt x="209074" y="224600"/>
                  </a:lnTo>
                  <a:lnTo>
                    <a:pt x="209740" y="223552"/>
                  </a:lnTo>
                  <a:lnTo>
                    <a:pt x="210312" y="222980"/>
                  </a:lnTo>
                  <a:lnTo>
                    <a:pt x="210598" y="223171"/>
                  </a:lnTo>
                  <a:lnTo>
                    <a:pt x="211074" y="224885"/>
                  </a:lnTo>
                  <a:lnTo>
                    <a:pt x="210884" y="225362"/>
                  </a:lnTo>
                  <a:lnTo>
                    <a:pt x="211360" y="226695"/>
                  </a:lnTo>
                  <a:lnTo>
                    <a:pt x="211169" y="227648"/>
                  </a:lnTo>
                  <a:lnTo>
                    <a:pt x="212217" y="227267"/>
                  </a:lnTo>
                  <a:lnTo>
                    <a:pt x="212979" y="227838"/>
                  </a:lnTo>
                  <a:lnTo>
                    <a:pt x="213646" y="228791"/>
                  </a:lnTo>
                  <a:lnTo>
                    <a:pt x="214503" y="229457"/>
                  </a:lnTo>
                  <a:lnTo>
                    <a:pt x="214503" y="228505"/>
                  </a:lnTo>
                  <a:lnTo>
                    <a:pt x="214884" y="227933"/>
                  </a:lnTo>
                  <a:lnTo>
                    <a:pt x="215360" y="227743"/>
                  </a:lnTo>
                  <a:lnTo>
                    <a:pt x="215551" y="227933"/>
                  </a:lnTo>
                  <a:lnTo>
                    <a:pt x="215551" y="230696"/>
                  </a:lnTo>
                  <a:lnTo>
                    <a:pt x="216122" y="230886"/>
                  </a:lnTo>
                  <a:lnTo>
                    <a:pt x="216789" y="230981"/>
                  </a:lnTo>
                  <a:lnTo>
                    <a:pt x="217361" y="232029"/>
                  </a:lnTo>
                  <a:lnTo>
                    <a:pt x="218599" y="232600"/>
                  </a:lnTo>
                  <a:lnTo>
                    <a:pt x="219170" y="232315"/>
                  </a:lnTo>
                  <a:lnTo>
                    <a:pt x="219646" y="230505"/>
                  </a:lnTo>
                  <a:lnTo>
                    <a:pt x="220028" y="231172"/>
                  </a:lnTo>
                  <a:lnTo>
                    <a:pt x="220218" y="232315"/>
                  </a:lnTo>
                  <a:lnTo>
                    <a:pt x="223647" y="232220"/>
                  </a:lnTo>
                  <a:lnTo>
                    <a:pt x="224980" y="232410"/>
                  </a:lnTo>
                  <a:lnTo>
                    <a:pt x="225362" y="230886"/>
                  </a:lnTo>
                  <a:lnTo>
                    <a:pt x="225838" y="229838"/>
                  </a:lnTo>
                  <a:lnTo>
                    <a:pt x="226219" y="229934"/>
                  </a:lnTo>
                  <a:lnTo>
                    <a:pt x="226219" y="231172"/>
                  </a:lnTo>
                  <a:lnTo>
                    <a:pt x="226219" y="232505"/>
                  </a:lnTo>
                  <a:lnTo>
                    <a:pt x="226981" y="232410"/>
                  </a:lnTo>
                  <a:lnTo>
                    <a:pt x="228600" y="229553"/>
                  </a:lnTo>
                  <a:lnTo>
                    <a:pt x="229076" y="228886"/>
                  </a:lnTo>
                  <a:lnTo>
                    <a:pt x="229362" y="229076"/>
                  </a:lnTo>
                  <a:lnTo>
                    <a:pt x="229267" y="230029"/>
                  </a:lnTo>
                  <a:lnTo>
                    <a:pt x="228886" y="231648"/>
                  </a:lnTo>
                  <a:lnTo>
                    <a:pt x="228695" y="232982"/>
                  </a:lnTo>
                  <a:lnTo>
                    <a:pt x="229076" y="234410"/>
                  </a:lnTo>
                  <a:lnTo>
                    <a:pt x="229457" y="234887"/>
                  </a:lnTo>
                  <a:lnTo>
                    <a:pt x="229934" y="234601"/>
                  </a:lnTo>
                  <a:lnTo>
                    <a:pt x="230505" y="234220"/>
                  </a:lnTo>
                  <a:lnTo>
                    <a:pt x="230696" y="234315"/>
                  </a:lnTo>
                  <a:lnTo>
                    <a:pt x="230886" y="234791"/>
                  </a:lnTo>
                  <a:lnTo>
                    <a:pt x="231267" y="234791"/>
                  </a:lnTo>
                  <a:lnTo>
                    <a:pt x="231172" y="233458"/>
                  </a:lnTo>
                  <a:lnTo>
                    <a:pt x="231172" y="232886"/>
                  </a:lnTo>
                  <a:lnTo>
                    <a:pt x="231838" y="233553"/>
                  </a:lnTo>
                  <a:lnTo>
                    <a:pt x="232124" y="234220"/>
                  </a:lnTo>
                  <a:lnTo>
                    <a:pt x="232505" y="233934"/>
                  </a:lnTo>
                  <a:lnTo>
                    <a:pt x="232696" y="232696"/>
                  </a:lnTo>
                  <a:lnTo>
                    <a:pt x="233363" y="231553"/>
                  </a:lnTo>
                  <a:lnTo>
                    <a:pt x="234696" y="230124"/>
                  </a:lnTo>
                  <a:lnTo>
                    <a:pt x="235077" y="230696"/>
                  </a:lnTo>
                  <a:lnTo>
                    <a:pt x="235648" y="231172"/>
                  </a:lnTo>
                  <a:lnTo>
                    <a:pt x="236601" y="232029"/>
                  </a:lnTo>
                  <a:lnTo>
                    <a:pt x="237744" y="231458"/>
                  </a:lnTo>
                  <a:lnTo>
                    <a:pt x="238030" y="230600"/>
                  </a:lnTo>
                  <a:lnTo>
                    <a:pt x="237935" y="229838"/>
                  </a:lnTo>
                  <a:lnTo>
                    <a:pt x="237554" y="229172"/>
                  </a:lnTo>
                  <a:lnTo>
                    <a:pt x="237649" y="228314"/>
                  </a:lnTo>
                  <a:lnTo>
                    <a:pt x="238315" y="228219"/>
                  </a:lnTo>
                  <a:lnTo>
                    <a:pt x="238887" y="227933"/>
                  </a:lnTo>
                  <a:lnTo>
                    <a:pt x="239459" y="227933"/>
                  </a:lnTo>
                  <a:lnTo>
                    <a:pt x="240221" y="227838"/>
                  </a:lnTo>
                  <a:lnTo>
                    <a:pt x="240792" y="227838"/>
                  </a:lnTo>
                  <a:lnTo>
                    <a:pt x="241554" y="227838"/>
                  </a:lnTo>
                  <a:lnTo>
                    <a:pt x="241935" y="227076"/>
                  </a:lnTo>
                  <a:lnTo>
                    <a:pt x="242411" y="226028"/>
                  </a:lnTo>
                  <a:lnTo>
                    <a:pt x="243364" y="224885"/>
                  </a:lnTo>
                  <a:lnTo>
                    <a:pt x="244221" y="223075"/>
                  </a:lnTo>
                  <a:lnTo>
                    <a:pt x="244793" y="221837"/>
                  </a:lnTo>
                  <a:lnTo>
                    <a:pt x="244793" y="221456"/>
                  </a:lnTo>
                  <a:lnTo>
                    <a:pt x="244507" y="220599"/>
                  </a:lnTo>
                  <a:lnTo>
                    <a:pt x="244888" y="220028"/>
                  </a:lnTo>
                  <a:lnTo>
                    <a:pt x="245173" y="219456"/>
                  </a:lnTo>
                  <a:lnTo>
                    <a:pt x="245269" y="218313"/>
                  </a:lnTo>
                  <a:lnTo>
                    <a:pt x="245554" y="217361"/>
                  </a:lnTo>
                  <a:lnTo>
                    <a:pt x="246793" y="217361"/>
                  </a:lnTo>
                  <a:lnTo>
                    <a:pt x="248221" y="215932"/>
                  </a:lnTo>
                  <a:lnTo>
                    <a:pt x="249269" y="215360"/>
                  </a:lnTo>
                  <a:lnTo>
                    <a:pt x="250317" y="214979"/>
                  </a:lnTo>
                  <a:lnTo>
                    <a:pt x="250412" y="214122"/>
                  </a:lnTo>
                  <a:lnTo>
                    <a:pt x="250031" y="213741"/>
                  </a:lnTo>
                  <a:lnTo>
                    <a:pt x="249555" y="213170"/>
                  </a:lnTo>
                  <a:lnTo>
                    <a:pt x="250031" y="212408"/>
                  </a:lnTo>
                  <a:lnTo>
                    <a:pt x="250507" y="211646"/>
                  </a:lnTo>
                  <a:lnTo>
                    <a:pt x="250317" y="210407"/>
                  </a:lnTo>
                  <a:lnTo>
                    <a:pt x="250222" y="209169"/>
                  </a:lnTo>
                  <a:lnTo>
                    <a:pt x="250127" y="208693"/>
                  </a:lnTo>
                  <a:lnTo>
                    <a:pt x="250507" y="208312"/>
                  </a:lnTo>
                  <a:lnTo>
                    <a:pt x="251079" y="208217"/>
                  </a:lnTo>
                  <a:lnTo>
                    <a:pt x="251651" y="208026"/>
                  </a:lnTo>
                  <a:lnTo>
                    <a:pt x="251841" y="207169"/>
                  </a:lnTo>
                  <a:lnTo>
                    <a:pt x="251841" y="206216"/>
                  </a:lnTo>
                  <a:lnTo>
                    <a:pt x="251651" y="205454"/>
                  </a:lnTo>
                  <a:lnTo>
                    <a:pt x="251270" y="204883"/>
                  </a:lnTo>
                  <a:lnTo>
                    <a:pt x="250507" y="204692"/>
                  </a:lnTo>
                  <a:lnTo>
                    <a:pt x="250984" y="203454"/>
                  </a:lnTo>
                  <a:lnTo>
                    <a:pt x="251746" y="203645"/>
                  </a:lnTo>
                  <a:lnTo>
                    <a:pt x="252413" y="204788"/>
                  </a:lnTo>
                  <a:lnTo>
                    <a:pt x="252698" y="206312"/>
                  </a:lnTo>
                  <a:lnTo>
                    <a:pt x="253079" y="207454"/>
                  </a:lnTo>
                  <a:lnTo>
                    <a:pt x="253841" y="206978"/>
                  </a:lnTo>
                  <a:lnTo>
                    <a:pt x="254698" y="205835"/>
                  </a:lnTo>
                  <a:lnTo>
                    <a:pt x="255270" y="204788"/>
                  </a:lnTo>
                  <a:lnTo>
                    <a:pt x="255651" y="202311"/>
                  </a:lnTo>
                  <a:lnTo>
                    <a:pt x="255746" y="200692"/>
                  </a:lnTo>
                  <a:lnTo>
                    <a:pt x="255937" y="199263"/>
                  </a:lnTo>
                  <a:lnTo>
                    <a:pt x="255556" y="198596"/>
                  </a:lnTo>
                  <a:lnTo>
                    <a:pt x="255079" y="198025"/>
                  </a:lnTo>
                  <a:lnTo>
                    <a:pt x="254603" y="196882"/>
                  </a:lnTo>
                  <a:lnTo>
                    <a:pt x="255079" y="195834"/>
                  </a:lnTo>
                  <a:lnTo>
                    <a:pt x="256127" y="193834"/>
                  </a:lnTo>
                  <a:lnTo>
                    <a:pt x="257556" y="189643"/>
                  </a:lnTo>
                  <a:lnTo>
                    <a:pt x="257461" y="187262"/>
                  </a:lnTo>
                  <a:lnTo>
                    <a:pt x="258794" y="183452"/>
                  </a:lnTo>
                  <a:lnTo>
                    <a:pt x="259366" y="179070"/>
                  </a:lnTo>
                  <a:lnTo>
                    <a:pt x="259556" y="177356"/>
                  </a:lnTo>
                  <a:lnTo>
                    <a:pt x="261461" y="173546"/>
                  </a:lnTo>
                  <a:lnTo>
                    <a:pt x="262319" y="172307"/>
                  </a:lnTo>
                  <a:lnTo>
                    <a:pt x="262033" y="170974"/>
                  </a:lnTo>
                  <a:lnTo>
                    <a:pt x="261366" y="169640"/>
                  </a:lnTo>
                  <a:close/>
                  <a:moveTo>
                    <a:pt x="221932" y="233648"/>
                  </a:moveTo>
                  <a:lnTo>
                    <a:pt x="221361" y="233744"/>
                  </a:lnTo>
                  <a:lnTo>
                    <a:pt x="220789" y="234029"/>
                  </a:lnTo>
                  <a:lnTo>
                    <a:pt x="220599" y="234506"/>
                  </a:lnTo>
                  <a:lnTo>
                    <a:pt x="220885" y="234982"/>
                  </a:lnTo>
                  <a:lnTo>
                    <a:pt x="221075" y="235553"/>
                  </a:lnTo>
                  <a:lnTo>
                    <a:pt x="220980" y="236029"/>
                  </a:lnTo>
                  <a:lnTo>
                    <a:pt x="221075" y="236315"/>
                  </a:lnTo>
                  <a:lnTo>
                    <a:pt x="221456" y="236696"/>
                  </a:lnTo>
                  <a:lnTo>
                    <a:pt x="221742" y="237839"/>
                  </a:lnTo>
                  <a:lnTo>
                    <a:pt x="221837" y="238125"/>
                  </a:lnTo>
                  <a:lnTo>
                    <a:pt x="222123" y="238030"/>
                  </a:lnTo>
                  <a:lnTo>
                    <a:pt x="222504" y="237554"/>
                  </a:lnTo>
                  <a:lnTo>
                    <a:pt x="222695" y="236220"/>
                  </a:lnTo>
                  <a:lnTo>
                    <a:pt x="222695" y="234601"/>
                  </a:lnTo>
                  <a:lnTo>
                    <a:pt x="222313" y="233744"/>
                  </a:lnTo>
                  <a:lnTo>
                    <a:pt x="221932" y="233648"/>
                  </a:lnTo>
                  <a:close/>
                  <a:moveTo>
                    <a:pt x="78581" y="263843"/>
                  </a:moveTo>
                  <a:lnTo>
                    <a:pt x="78486" y="263557"/>
                  </a:lnTo>
                  <a:lnTo>
                    <a:pt x="78391" y="263462"/>
                  </a:lnTo>
                  <a:lnTo>
                    <a:pt x="78391" y="262890"/>
                  </a:lnTo>
                  <a:lnTo>
                    <a:pt x="77724" y="262509"/>
                  </a:lnTo>
                  <a:lnTo>
                    <a:pt x="77343" y="262128"/>
                  </a:lnTo>
                  <a:lnTo>
                    <a:pt x="76676" y="261652"/>
                  </a:lnTo>
                  <a:lnTo>
                    <a:pt x="76295" y="261938"/>
                  </a:lnTo>
                  <a:lnTo>
                    <a:pt x="76676" y="262985"/>
                  </a:lnTo>
                  <a:lnTo>
                    <a:pt x="77153" y="263843"/>
                  </a:lnTo>
                  <a:lnTo>
                    <a:pt x="77438" y="264509"/>
                  </a:lnTo>
                  <a:lnTo>
                    <a:pt x="77153" y="265176"/>
                  </a:lnTo>
                  <a:lnTo>
                    <a:pt x="76581" y="265652"/>
                  </a:lnTo>
                  <a:lnTo>
                    <a:pt x="75819" y="265652"/>
                  </a:lnTo>
                  <a:lnTo>
                    <a:pt x="75057" y="265748"/>
                  </a:lnTo>
                  <a:lnTo>
                    <a:pt x="74771" y="266129"/>
                  </a:lnTo>
                  <a:lnTo>
                    <a:pt x="75914" y="266414"/>
                  </a:lnTo>
                  <a:lnTo>
                    <a:pt x="76010" y="266605"/>
                  </a:lnTo>
                  <a:lnTo>
                    <a:pt x="75724" y="266795"/>
                  </a:lnTo>
                  <a:lnTo>
                    <a:pt x="75438" y="267081"/>
                  </a:lnTo>
                  <a:lnTo>
                    <a:pt x="75152" y="267081"/>
                  </a:lnTo>
                  <a:lnTo>
                    <a:pt x="74867" y="267176"/>
                  </a:lnTo>
                  <a:lnTo>
                    <a:pt x="75057" y="267462"/>
                  </a:lnTo>
                  <a:lnTo>
                    <a:pt x="75629" y="267653"/>
                  </a:lnTo>
                  <a:lnTo>
                    <a:pt x="76200" y="267557"/>
                  </a:lnTo>
                  <a:lnTo>
                    <a:pt x="77248" y="266986"/>
                  </a:lnTo>
                  <a:lnTo>
                    <a:pt x="77724" y="266605"/>
                  </a:lnTo>
                  <a:lnTo>
                    <a:pt x="78105" y="266319"/>
                  </a:lnTo>
                  <a:lnTo>
                    <a:pt x="78391" y="266033"/>
                  </a:lnTo>
                  <a:lnTo>
                    <a:pt x="78391" y="265462"/>
                  </a:lnTo>
                  <a:lnTo>
                    <a:pt x="78581" y="264795"/>
                  </a:lnTo>
                  <a:lnTo>
                    <a:pt x="78581" y="263843"/>
                  </a:lnTo>
                  <a:close/>
                  <a:moveTo>
                    <a:pt x="142304" y="300323"/>
                  </a:moveTo>
                  <a:lnTo>
                    <a:pt x="142018" y="300038"/>
                  </a:lnTo>
                  <a:lnTo>
                    <a:pt x="141351" y="298895"/>
                  </a:lnTo>
                  <a:lnTo>
                    <a:pt x="141256" y="298228"/>
                  </a:lnTo>
                  <a:lnTo>
                    <a:pt x="141446" y="297656"/>
                  </a:lnTo>
                  <a:lnTo>
                    <a:pt x="141351" y="297371"/>
                  </a:lnTo>
                  <a:lnTo>
                    <a:pt x="141256" y="297371"/>
                  </a:lnTo>
                  <a:lnTo>
                    <a:pt x="141161" y="297561"/>
                  </a:lnTo>
                  <a:lnTo>
                    <a:pt x="140875" y="297656"/>
                  </a:lnTo>
                  <a:lnTo>
                    <a:pt x="140684" y="297561"/>
                  </a:lnTo>
                  <a:lnTo>
                    <a:pt x="140494" y="297656"/>
                  </a:lnTo>
                  <a:lnTo>
                    <a:pt x="140494" y="297942"/>
                  </a:lnTo>
                  <a:lnTo>
                    <a:pt x="140494" y="298228"/>
                  </a:lnTo>
                  <a:lnTo>
                    <a:pt x="140398" y="298514"/>
                  </a:lnTo>
                  <a:lnTo>
                    <a:pt x="140494" y="298990"/>
                  </a:lnTo>
                  <a:lnTo>
                    <a:pt x="140684" y="299180"/>
                  </a:lnTo>
                  <a:lnTo>
                    <a:pt x="140875" y="299275"/>
                  </a:lnTo>
                  <a:lnTo>
                    <a:pt x="140970" y="299847"/>
                  </a:lnTo>
                  <a:lnTo>
                    <a:pt x="141161" y="300323"/>
                  </a:lnTo>
                  <a:lnTo>
                    <a:pt x="141256" y="300514"/>
                  </a:lnTo>
                  <a:lnTo>
                    <a:pt x="142018" y="300704"/>
                  </a:lnTo>
                  <a:lnTo>
                    <a:pt x="142780" y="301085"/>
                  </a:lnTo>
                  <a:lnTo>
                    <a:pt x="142875" y="300800"/>
                  </a:lnTo>
                  <a:lnTo>
                    <a:pt x="142780" y="300609"/>
                  </a:lnTo>
                  <a:lnTo>
                    <a:pt x="142304" y="300323"/>
                  </a:lnTo>
                  <a:close/>
                  <a:moveTo>
                    <a:pt x="101155" y="289941"/>
                  </a:moveTo>
                  <a:lnTo>
                    <a:pt x="100203" y="290608"/>
                  </a:lnTo>
                  <a:lnTo>
                    <a:pt x="99727" y="291560"/>
                  </a:lnTo>
                  <a:lnTo>
                    <a:pt x="99727" y="292513"/>
                  </a:lnTo>
                  <a:lnTo>
                    <a:pt x="100298" y="293275"/>
                  </a:lnTo>
                  <a:lnTo>
                    <a:pt x="101346" y="293275"/>
                  </a:lnTo>
                  <a:lnTo>
                    <a:pt x="102108" y="292799"/>
                  </a:lnTo>
                  <a:lnTo>
                    <a:pt x="102584" y="292322"/>
                  </a:lnTo>
                  <a:lnTo>
                    <a:pt x="103156" y="291941"/>
                  </a:lnTo>
                  <a:lnTo>
                    <a:pt x="103346" y="291560"/>
                  </a:lnTo>
                  <a:lnTo>
                    <a:pt x="103632" y="291275"/>
                  </a:lnTo>
                  <a:lnTo>
                    <a:pt x="104108" y="291275"/>
                  </a:lnTo>
                  <a:lnTo>
                    <a:pt x="104585" y="291560"/>
                  </a:lnTo>
                  <a:lnTo>
                    <a:pt x="104775" y="291656"/>
                  </a:lnTo>
                  <a:lnTo>
                    <a:pt x="104870" y="291370"/>
                  </a:lnTo>
                  <a:lnTo>
                    <a:pt x="105061" y="291370"/>
                  </a:lnTo>
                  <a:lnTo>
                    <a:pt x="105251" y="291560"/>
                  </a:lnTo>
                  <a:lnTo>
                    <a:pt x="105346" y="291275"/>
                  </a:lnTo>
                  <a:lnTo>
                    <a:pt x="104870" y="290703"/>
                  </a:lnTo>
                  <a:lnTo>
                    <a:pt x="104394" y="290513"/>
                  </a:lnTo>
                  <a:lnTo>
                    <a:pt x="104108" y="290417"/>
                  </a:lnTo>
                  <a:lnTo>
                    <a:pt x="103537" y="290417"/>
                  </a:lnTo>
                  <a:lnTo>
                    <a:pt x="103061" y="290513"/>
                  </a:lnTo>
                  <a:lnTo>
                    <a:pt x="102775" y="290513"/>
                  </a:lnTo>
                  <a:lnTo>
                    <a:pt x="101727" y="289846"/>
                  </a:lnTo>
                  <a:lnTo>
                    <a:pt x="101155" y="289846"/>
                  </a:lnTo>
                  <a:close/>
                  <a:moveTo>
                    <a:pt x="106585" y="292322"/>
                  </a:moveTo>
                  <a:lnTo>
                    <a:pt x="106680" y="293180"/>
                  </a:lnTo>
                  <a:lnTo>
                    <a:pt x="106966" y="293275"/>
                  </a:lnTo>
                  <a:lnTo>
                    <a:pt x="107252" y="293465"/>
                  </a:lnTo>
                  <a:lnTo>
                    <a:pt x="107347" y="293751"/>
                  </a:lnTo>
                  <a:lnTo>
                    <a:pt x="107632" y="293942"/>
                  </a:lnTo>
                  <a:lnTo>
                    <a:pt x="108109" y="293846"/>
                  </a:lnTo>
                  <a:lnTo>
                    <a:pt x="108395" y="293370"/>
                  </a:lnTo>
                  <a:lnTo>
                    <a:pt x="108395" y="292703"/>
                  </a:lnTo>
                  <a:lnTo>
                    <a:pt x="108490" y="292322"/>
                  </a:lnTo>
                  <a:lnTo>
                    <a:pt x="108680" y="292322"/>
                  </a:lnTo>
                  <a:lnTo>
                    <a:pt x="108871" y="292132"/>
                  </a:lnTo>
                  <a:lnTo>
                    <a:pt x="108680" y="291846"/>
                  </a:lnTo>
                  <a:lnTo>
                    <a:pt x="108490" y="291751"/>
                  </a:lnTo>
                  <a:lnTo>
                    <a:pt x="107918" y="290989"/>
                  </a:lnTo>
                  <a:lnTo>
                    <a:pt x="108013" y="290513"/>
                  </a:lnTo>
                  <a:lnTo>
                    <a:pt x="108490" y="290036"/>
                  </a:lnTo>
                  <a:lnTo>
                    <a:pt x="108395" y="289370"/>
                  </a:lnTo>
                  <a:lnTo>
                    <a:pt x="107537" y="288893"/>
                  </a:lnTo>
                  <a:lnTo>
                    <a:pt x="107061" y="288893"/>
                  </a:lnTo>
                  <a:lnTo>
                    <a:pt x="107061" y="289084"/>
                  </a:lnTo>
                  <a:lnTo>
                    <a:pt x="106680" y="289465"/>
                  </a:lnTo>
                  <a:lnTo>
                    <a:pt x="106775" y="289750"/>
                  </a:lnTo>
                  <a:lnTo>
                    <a:pt x="107156" y="290036"/>
                  </a:lnTo>
                  <a:lnTo>
                    <a:pt x="107061" y="290894"/>
                  </a:lnTo>
                  <a:lnTo>
                    <a:pt x="106585" y="292322"/>
                  </a:lnTo>
                  <a:close/>
                  <a:moveTo>
                    <a:pt x="84106" y="278511"/>
                  </a:moveTo>
                  <a:lnTo>
                    <a:pt x="89154" y="275749"/>
                  </a:lnTo>
                  <a:lnTo>
                    <a:pt x="89345" y="274701"/>
                  </a:lnTo>
                  <a:lnTo>
                    <a:pt x="89345" y="274320"/>
                  </a:lnTo>
                  <a:lnTo>
                    <a:pt x="89726" y="274606"/>
                  </a:lnTo>
                  <a:lnTo>
                    <a:pt x="90583" y="275463"/>
                  </a:lnTo>
                  <a:lnTo>
                    <a:pt x="90678" y="275654"/>
                  </a:lnTo>
                  <a:lnTo>
                    <a:pt x="91250" y="275273"/>
                  </a:lnTo>
                  <a:lnTo>
                    <a:pt x="91630" y="274606"/>
                  </a:lnTo>
                  <a:lnTo>
                    <a:pt x="92678" y="272415"/>
                  </a:lnTo>
                  <a:lnTo>
                    <a:pt x="92964" y="271463"/>
                  </a:lnTo>
                  <a:lnTo>
                    <a:pt x="93059" y="270510"/>
                  </a:lnTo>
                  <a:lnTo>
                    <a:pt x="92964" y="269653"/>
                  </a:lnTo>
                  <a:lnTo>
                    <a:pt x="91440" y="267081"/>
                  </a:lnTo>
                  <a:lnTo>
                    <a:pt x="91440" y="266510"/>
                  </a:lnTo>
                  <a:lnTo>
                    <a:pt x="90202" y="267272"/>
                  </a:lnTo>
                  <a:lnTo>
                    <a:pt x="89916" y="267367"/>
                  </a:lnTo>
                  <a:lnTo>
                    <a:pt x="89535" y="267081"/>
                  </a:lnTo>
                  <a:lnTo>
                    <a:pt x="89249" y="266605"/>
                  </a:lnTo>
                  <a:lnTo>
                    <a:pt x="89059" y="266224"/>
                  </a:lnTo>
                  <a:lnTo>
                    <a:pt x="88963" y="266033"/>
                  </a:lnTo>
                  <a:lnTo>
                    <a:pt x="88392" y="265748"/>
                  </a:lnTo>
                  <a:lnTo>
                    <a:pt x="87630" y="265176"/>
                  </a:lnTo>
                  <a:lnTo>
                    <a:pt x="86773" y="264700"/>
                  </a:lnTo>
                  <a:lnTo>
                    <a:pt x="85915" y="264795"/>
                  </a:lnTo>
                  <a:lnTo>
                    <a:pt x="85535" y="265367"/>
                  </a:lnTo>
                  <a:lnTo>
                    <a:pt x="86868" y="266414"/>
                  </a:lnTo>
                  <a:lnTo>
                    <a:pt x="87249" y="267176"/>
                  </a:lnTo>
                  <a:lnTo>
                    <a:pt x="86963" y="268129"/>
                  </a:lnTo>
                  <a:lnTo>
                    <a:pt x="86201" y="268605"/>
                  </a:lnTo>
                  <a:lnTo>
                    <a:pt x="85344" y="268510"/>
                  </a:lnTo>
                  <a:lnTo>
                    <a:pt x="84772" y="267748"/>
                  </a:lnTo>
                  <a:lnTo>
                    <a:pt x="84582" y="268605"/>
                  </a:lnTo>
                  <a:lnTo>
                    <a:pt x="84201" y="268891"/>
                  </a:lnTo>
                  <a:lnTo>
                    <a:pt x="83725" y="268986"/>
                  </a:lnTo>
                  <a:lnTo>
                    <a:pt x="83153" y="269272"/>
                  </a:lnTo>
                  <a:lnTo>
                    <a:pt x="82677" y="269843"/>
                  </a:lnTo>
                  <a:lnTo>
                    <a:pt x="82391" y="270320"/>
                  </a:lnTo>
                  <a:lnTo>
                    <a:pt x="81915" y="271653"/>
                  </a:lnTo>
                  <a:lnTo>
                    <a:pt x="80486" y="271748"/>
                  </a:lnTo>
                  <a:lnTo>
                    <a:pt x="78962" y="273463"/>
                  </a:lnTo>
                  <a:lnTo>
                    <a:pt x="78296" y="275558"/>
                  </a:lnTo>
                  <a:lnTo>
                    <a:pt x="79438" y="276892"/>
                  </a:lnTo>
                  <a:lnTo>
                    <a:pt x="79438" y="275558"/>
                  </a:lnTo>
                  <a:lnTo>
                    <a:pt x="80963" y="276511"/>
                  </a:lnTo>
                  <a:lnTo>
                    <a:pt x="81248" y="276892"/>
                  </a:lnTo>
                  <a:lnTo>
                    <a:pt x="81058" y="277178"/>
                  </a:lnTo>
                  <a:lnTo>
                    <a:pt x="80677" y="277559"/>
                  </a:lnTo>
                  <a:lnTo>
                    <a:pt x="80391" y="278035"/>
                  </a:lnTo>
                  <a:lnTo>
                    <a:pt x="80486" y="278606"/>
                  </a:lnTo>
                  <a:lnTo>
                    <a:pt x="81058" y="278797"/>
                  </a:lnTo>
                  <a:lnTo>
                    <a:pt x="83248" y="278606"/>
                  </a:lnTo>
                  <a:lnTo>
                    <a:pt x="84106" y="278511"/>
                  </a:lnTo>
                  <a:close/>
                  <a:moveTo>
                    <a:pt x="117348" y="273844"/>
                  </a:moveTo>
                  <a:lnTo>
                    <a:pt x="117062" y="273463"/>
                  </a:lnTo>
                  <a:lnTo>
                    <a:pt x="116396" y="273368"/>
                  </a:lnTo>
                  <a:lnTo>
                    <a:pt x="115348" y="273653"/>
                  </a:lnTo>
                  <a:lnTo>
                    <a:pt x="114300" y="274225"/>
                  </a:lnTo>
                  <a:lnTo>
                    <a:pt x="113538" y="275177"/>
                  </a:lnTo>
                  <a:lnTo>
                    <a:pt x="113157" y="275939"/>
                  </a:lnTo>
                  <a:lnTo>
                    <a:pt x="112871" y="276320"/>
                  </a:lnTo>
                  <a:lnTo>
                    <a:pt x="112681" y="276701"/>
                  </a:lnTo>
                  <a:lnTo>
                    <a:pt x="112871" y="276892"/>
                  </a:lnTo>
                  <a:lnTo>
                    <a:pt x="113157" y="276892"/>
                  </a:lnTo>
                  <a:lnTo>
                    <a:pt x="113443" y="277082"/>
                  </a:lnTo>
                  <a:lnTo>
                    <a:pt x="113538" y="277654"/>
                  </a:lnTo>
                  <a:lnTo>
                    <a:pt x="113538" y="278321"/>
                  </a:lnTo>
                  <a:lnTo>
                    <a:pt x="113919" y="278702"/>
                  </a:lnTo>
                  <a:lnTo>
                    <a:pt x="114205" y="278511"/>
                  </a:lnTo>
                  <a:lnTo>
                    <a:pt x="114395" y="277844"/>
                  </a:lnTo>
                  <a:lnTo>
                    <a:pt x="114871" y="277178"/>
                  </a:lnTo>
                  <a:lnTo>
                    <a:pt x="116300" y="276511"/>
                  </a:lnTo>
                  <a:lnTo>
                    <a:pt x="116586" y="276130"/>
                  </a:lnTo>
                  <a:lnTo>
                    <a:pt x="117062" y="276035"/>
                  </a:lnTo>
                  <a:lnTo>
                    <a:pt x="118110" y="276320"/>
                  </a:lnTo>
                  <a:lnTo>
                    <a:pt x="118491" y="276225"/>
                  </a:lnTo>
                  <a:lnTo>
                    <a:pt x="118491" y="275844"/>
                  </a:lnTo>
                  <a:lnTo>
                    <a:pt x="118110" y="275368"/>
                  </a:lnTo>
                  <a:lnTo>
                    <a:pt x="117729" y="274892"/>
                  </a:lnTo>
                  <a:lnTo>
                    <a:pt x="117253" y="274606"/>
                  </a:lnTo>
                  <a:lnTo>
                    <a:pt x="117253" y="274415"/>
                  </a:lnTo>
                  <a:lnTo>
                    <a:pt x="117538" y="274130"/>
                  </a:lnTo>
                  <a:lnTo>
                    <a:pt x="117348" y="273844"/>
                  </a:lnTo>
                  <a:close/>
                  <a:moveTo>
                    <a:pt x="122777" y="334423"/>
                  </a:moveTo>
                  <a:lnTo>
                    <a:pt x="122396" y="334709"/>
                  </a:lnTo>
                  <a:lnTo>
                    <a:pt x="122111" y="334994"/>
                  </a:lnTo>
                  <a:lnTo>
                    <a:pt x="121634" y="334232"/>
                  </a:lnTo>
                  <a:lnTo>
                    <a:pt x="121158" y="332327"/>
                  </a:lnTo>
                  <a:lnTo>
                    <a:pt x="120396" y="331565"/>
                  </a:lnTo>
                  <a:lnTo>
                    <a:pt x="117824" y="330518"/>
                  </a:lnTo>
                  <a:lnTo>
                    <a:pt x="117062" y="329946"/>
                  </a:lnTo>
                  <a:lnTo>
                    <a:pt x="116396" y="328994"/>
                  </a:lnTo>
                  <a:lnTo>
                    <a:pt x="114776" y="328708"/>
                  </a:lnTo>
                  <a:lnTo>
                    <a:pt x="112300" y="328898"/>
                  </a:lnTo>
                  <a:lnTo>
                    <a:pt x="108013" y="329565"/>
                  </a:lnTo>
                  <a:lnTo>
                    <a:pt x="107156" y="329375"/>
                  </a:lnTo>
                  <a:lnTo>
                    <a:pt x="103632" y="330899"/>
                  </a:lnTo>
                  <a:lnTo>
                    <a:pt x="98488" y="331470"/>
                  </a:lnTo>
                  <a:lnTo>
                    <a:pt x="97155" y="332613"/>
                  </a:lnTo>
                  <a:lnTo>
                    <a:pt x="91821" y="334137"/>
                  </a:lnTo>
                  <a:lnTo>
                    <a:pt x="89345" y="334994"/>
                  </a:lnTo>
                  <a:lnTo>
                    <a:pt x="88678" y="336423"/>
                  </a:lnTo>
                  <a:lnTo>
                    <a:pt x="87249" y="336804"/>
                  </a:lnTo>
                  <a:lnTo>
                    <a:pt x="85725" y="339471"/>
                  </a:lnTo>
                  <a:lnTo>
                    <a:pt x="83915" y="340519"/>
                  </a:lnTo>
                  <a:lnTo>
                    <a:pt x="83344" y="341090"/>
                  </a:lnTo>
                  <a:lnTo>
                    <a:pt x="82487" y="342710"/>
                  </a:lnTo>
                  <a:lnTo>
                    <a:pt x="81534" y="345281"/>
                  </a:lnTo>
                  <a:lnTo>
                    <a:pt x="82105" y="347282"/>
                  </a:lnTo>
                  <a:lnTo>
                    <a:pt x="83629" y="348901"/>
                  </a:lnTo>
                  <a:lnTo>
                    <a:pt x="85249" y="349472"/>
                  </a:lnTo>
                  <a:lnTo>
                    <a:pt x="86487" y="351377"/>
                  </a:lnTo>
                  <a:lnTo>
                    <a:pt x="87344" y="351758"/>
                  </a:lnTo>
                  <a:lnTo>
                    <a:pt x="88202" y="351568"/>
                  </a:lnTo>
                  <a:lnTo>
                    <a:pt x="89154" y="349949"/>
                  </a:lnTo>
                  <a:lnTo>
                    <a:pt x="90678" y="349187"/>
                  </a:lnTo>
                  <a:lnTo>
                    <a:pt x="95726" y="349091"/>
                  </a:lnTo>
                  <a:lnTo>
                    <a:pt x="97917" y="349758"/>
                  </a:lnTo>
                  <a:lnTo>
                    <a:pt x="100584" y="349282"/>
                  </a:lnTo>
                  <a:lnTo>
                    <a:pt x="102965" y="349472"/>
                  </a:lnTo>
                  <a:lnTo>
                    <a:pt x="105156" y="348996"/>
                  </a:lnTo>
                  <a:lnTo>
                    <a:pt x="106966" y="347472"/>
                  </a:lnTo>
                  <a:lnTo>
                    <a:pt x="112300" y="346520"/>
                  </a:lnTo>
                  <a:lnTo>
                    <a:pt x="114300" y="344900"/>
                  </a:lnTo>
                  <a:lnTo>
                    <a:pt x="115729" y="344996"/>
                  </a:lnTo>
                  <a:lnTo>
                    <a:pt x="116205" y="344710"/>
                  </a:lnTo>
                  <a:lnTo>
                    <a:pt x="117538" y="344519"/>
                  </a:lnTo>
                  <a:lnTo>
                    <a:pt x="117920" y="343662"/>
                  </a:lnTo>
                  <a:lnTo>
                    <a:pt x="117920" y="343091"/>
                  </a:lnTo>
                  <a:lnTo>
                    <a:pt x="118681" y="341662"/>
                  </a:lnTo>
                  <a:lnTo>
                    <a:pt x="119253" y="340519"/>
                  </a:lnTo>
                  <a:lnTo>
                    <a:pt x="121063" y="339090"/>
                  </a:lnTo>
                  <a:lnTo>
                    <a:pt x="122015" y="338042"/>
                  </a:lnTo>
                  <a:lnTo>
                    <a:pt x="122111" y="337852"/>
                  </a:lnTo>
                  <a:lnTo>
                    <a:pt x="122587" y="337280"/>
                  </a:lnTo>
                  <a:lnTo>
                    <a:pt x="122777" y="336899"/>
                  </a:lnTo>
                  <a:lnTo>
                    <a:pt x="122777" y="336518"/>
                  </a:lnTo>
                  <a:lnTo>
                    <a:pt x="122396" y="335947"/>
                  </a:lnTo>
                  <a:lnTo>
                    <a:pt x="122396" y="335566"/>
                  </a:lnTo>
                  <a:lnTo>
                    <a:pt x="122777" y="335090"/>
                  </a:lnTo>
                  <a:lnTo>
                    <a:pt x="123254" y="334899"/>
                  </a:lnTo>
                  <a:lnTo>
                    <a:pt x="123539" y="334613"/>
                  </a:lnTo>
                  <a:lnTo>
                    <a:pt x="123158" y="333756"/>
                  </a:lnTo>
                  <a:lnTo>
                    <a:pt x="122777" y="334423"/>
                  </a:lnTo>
                  <a:close/>
                  <a:moveTo>
                    <a:pt x="102203" y="288227"/>
                  </a:moveTo>
                  <a:lnTo>
                    <a:pt x="101918" y="288989"/>
                  </a:lnTo>
                  <a:lnTo>
                    <a:pt x="102013" y="289179"/>
                  </a:lnTo>
                  <a:lnTo>
                    <a:pt x="102298" y="289274"/>
                  </a:lnTo>
                  <a:lnTo>
                    <a:pt x="102489" y="289370"/>
                  </a:lnTo>
                  <a:lnTo>
                    <a:pt x="102584" y="289655"/>
                  </a:lnTo>
                  <a:lnTo>
                    <a:pt x="102965" y="290036"/>
                  </a:lnTo>
                  <a:lnTo>
                    <a:pt x="103727" y="290227"/>
                  </a:lnTo>
                  <a:lnTo>
                    <a:pt x="104013" y="290036"/>
                  </a:lnTo>
                  <a:lnTo>
                    <a:pt x="103727" y="289560"/>
                  </a:lnTo>
                  <a:lnTo>
                    <a:pt x="104108" y="289465"/>
                  </a:lnTo>
                  <a:lnTo>
                    <a:pt x="104870" y="289465"/>
                  </a:lnTo>
                  <a:lnTo>
                    <a:pt x="105061" y="288703"/>
                  </a:lnTo>
                  <a:lnTo>
                    <a:pt x="105442" y="288417"/>
                  </a:lnTo>
                  <a:lnTo>
                    <a:pt x="105442" y="287846"/>
                  </a:lnTo>
                  <a:lnTo>
                    <a:pt x="105251" y="287560"/>
                  </a:lnTo>
                  <a:lnTo>
                    <a:pt x="104965" y="287369"/>
                  </a:lnTo>
                  <a:lnTo>
                    <a:pt x="104394" y="287084"/>
                  </a:lnTo>
                  <a:lnTo>
                    <a:pt x="103251" y="286893"/>
                  </a:lnTo>
                  <a:lnTo>
                    <a:pt x="102870" y="286703"/>
                  </a:lnTo>
                  <a:lnTo>
                    <a:pt x="102489" y="286607"/>
                  </a:lnTo>
                  <a:lnTo>
                    <a:pt x="102298" y="286798"/>
                  </a:lnTo>
                  <a:lnTo>
                    <a:pt x="102584" y="287274"/>
                  </a:lnTo>
                  <a:lnTo>
                    <a:pt x="102584" y="287465"/>
                  </a:lnTo>
                  <a:lnTo>
                    <a:pt x="102489" y="287560"/>
                  </a:lnTo>
                  <a:lnTo>
                    <a:pt x="102298" y="287655"/>
                  </a:lnTo>
                  <a:lnTo>
                    <a:pt x="102298" y="287750"/>
                  </a:lnTo>
                  <a:lnTo>
                    <a:pt x="102394" y="287941"/>
                  </a:lnTo>
                  <a:lnTo>
                    <a:pt x="102394" y="288131"/>
                  </a:lnTo>
                  <a:lnTo>
                    <a:pt x="102203" y="288227"/>
                  </a:lnTo>
                  <a:close/>
                  <a:moveTo>
                    <a:pt x="118872" y="279178"/>
                  </a:moveTo>
                  <a:lnTo>
                    <a:pt x="118301" y="279083"/>
                  </a:lnTo>
                  <a:lnTo>
                    <a:pt x="118110" y="279083"/>
                  </a:lnTo>
                  <a:lnTo>
                    <a:pt x="117920" y="279083"/>
                  </a:lnTo>
                  <a:lnTo>
                    <a:pt x="117538" y="278987"/>
                  </a:lnTo>
                  <a:lnTo>
                    <a:pt x="117253" y="278797"/>
                  </a:lnTo>
                  <a:lnTo>
                    <a:pt x="116681" y="278892"/>
                  </a:lnTo>
                  <a:lnTo>
                    <a:pt x="116014" y="279464"/>
                  </a:lnTo>
                  <a:lnTo>
                    <a:pt x="115443" y="279749"/>
                  </a:lnTo>
                  <a:lnTo>
                    <a:pt x="114967" y="279559"/>
                  </a:lnTo>
                  <a:lnTo>
                    <a:pt x="114586" y="279464"/>
                  </a:lnTo>
                  <a:lnTo>
                    <a:pt x="114395" y="279559"/>
                  </a:lnTo>
                  <a:lnTo>
                    <a:pt x="114205" y="279654"/>
                  </a:lnTo>
                  <a:lnTo>
                    <a:pt x="113729" y="279845"/>
                  </a:lnTo>
                  <a:lnTo>
                    <a:pt x="113157" y="279940"/>
                  </a:lnTo>
                  <a:lnTo>
                    <a:pt x="113252" y="280130"/>
                  </a:lnTo>
                  <a:lnTo>
                    <a:pt x="114395" y="280607"/>
                  </a:lnTo>
                  <a:lnTo>
                    <a:pt x="114586" y="280702"/>
                  </a:lnTo>
                  <a:lnTo>
                    <a:pt x="114776" y="280797"/>
                  </a:lnTo>
                  <a:lnTo>
                    <a:pt x="115253" y="280797"/>
                  </a:lnTo>
                  <a:lnTo>
                    <a:pt x="115919" y="280607"/>
                  </a:lnTo>
                  <a:lnTo>
                    <a:pt x="116491" y="280511"/>
                  </a:lnTo>
                  <a:lnTo>
                    <a:pt x="116872" y="280702"/>
                  </a:lnTo>
                  <a:lnTo>
                    <a:pt x="117157" y="281083"/>
                  </a:lnTo>
                  <a:lnTo>
                    <a:pt x="117253" y="281559"/>
                  </a:lnTo>
                  <a:lnTo>
                    <a:pt x="117538" y="281940"/>
                  </a:lnTo>
                  <a:lnTo>
                    <a:pt x="118015" y="281845"/>
                  </a:lnTo>
                  <a:lnTo>
                    <a:pt x="118205" y="281654"/>
                  </a:lnTo>
                  <a:lnTo>
                    <a:pt x="118491" y="281464"/>
                  </a:lnTo>
                  <a:lnTo>
                    <a:pt x="118967" y="281369"/>
                  </a:lnTo>
                  <a:lnTo>
                    <a:pt x="119444" y="281464"/>
                  </a:lnTo>
                  <a:lnTo>
                    <a:pt x="119729" y="281083"/>
                  </a:lnTo>
                  <a:lnTo>
                    <a:pt x="119825" y="280607"/>
                  </a:lnTo>
                  <a:lnTo>
                    <a:pt x="119920" y="280416"/>
                  </a:lnTo>
                  <a:lnTo>
                    <a:pt x="120205" y="280035"/>
                  </a:lnTo>
                  <a:lnTo>
                    <a:pt x="120301" y="279559"/>
                  </a:lnTo>
                  <a:lnTo>
                    <a:pt x="119825" y="279273"/>
                  </a:lnTo>
                  <a:lnTo>
                    <a:pt x="118872" y="279178"/>
                  </a:lnTo>
                  <a:close/>
                  <a:moveTo>
                    <a:pt x="130588" y="279368"/>
                  </a:moveTo>
                  <a:lnTo>
                    <a:pt x="130302" y="278987"/>
                  </a:lnTo>
                  <a:lnTo>
                    <a:pt x="130112" y="278702"/>
                  </a:lnTo>
                  <a:lnTo>
                    <a:pt x="129826" y="278511"/>
                  </a:lnTo>
                  <a:lnTo>
                    <a:pt x="129254" y="278606"/>
                  </a:lnTo>
                  <a:lnTo>
                    <a:pt x="128492" y="278797"/>
                  </a:lnTo>
                  <a:lnTo>
                    <a:pt x="128111" y="278606"/>
                  </a:lnTo>
                  <a:lnTo>
                    <a:pt x="127921" y="278035"/>
                  </a:lnTo>
                  <a:lnTo>
                    <a:pt x="127540" y="277559"/>
                  </a:lnTo>
                  <a:lnTo>
                    <a:pt x="127159" y="277178"/>
                  </a:lnTo>
                  <a:lnTo>
                    <a:pt x="126968" y="277082"/>
                  </a:lnTo>
                  <a:lnTo>
                    <a:pt x="126968" y="277273"/>
                  </a:lnTo>
                  <a:lnTo>
                    <a:pt x="126492" y="277749"/>
                  </a:lnTo>
                  <a:lnTo>
                    <a:pt x="126016" y="278321"/>
                  </a:lnTo>
                  <a:lnTo>
                    <a:pt x="125730" y="278511"/>
                  </a:lnTo>
                  <a:lnTo>
                    <a:pt x="125349" y="278606"/>
                  </a:lnTo>
                  <a:lnTo>
                    <a:pt x="125254" y="278702"/>
                  </a:lnTo>
                  <a:lnTo>
                    <a:pt x="125444" y="278797"/>
                  </a:lnTo>
                  <a:lnTo>
                    <a:pt x="125825" y="278892"/>
                  </a:lnTo>
                  <a:lnTo>
                    <a:pt x="126682" y="278987"/>
                  </a:lnTo>
                  <a:lnTo>
                    <a:pt x="127063" y="279178"/>
                  </a:lnTo>
                  <a:lnTo>
                    <a:pt x="127159" y="279464"/>
                  </a:lnTo>
                  <a:lnTo>
                    <a:pt x="126968" y="279749"/>
                  </a:lnTo>
                  <a:lnTo>
                    <a:pt x="128111" y="279940"/>
                  </a:lnTo>
                  <a:lnTo>
                    <a:pt x="128302" y="280225"/>
                  </a:lnTo>
                  <a:lnTo>
                    <a:pt x="127921" y="280416"/>
                  </a:lnTo>
                  <a:lnTo>
                    <a:pt x="127635" y="280797"/>
                  </a:lnTo>
                  <a:lnTo>
                    <a:pt x="127635" y="281369"/>
                  </a:lnTo>
                  <a:lnTo>
                    <a:pt x="128206" y="281083"/>
                  </a:lnTo>
                  <a:lnTo>
                    <a:pt x="129159" y="280321"/>
                  </a:lnTo>
                  <a:lnTo>
                    <a:pt x="129540" y="279940"/>
                  </a:lnTo>
                  <a:lnTo>
                    <a:pt x="129254" y="279749"/>
                  </a:lnTo>
                  <a:lnTo>
                    <a:pt x="129159" y="279559"/>
                  </a:lnTo>
                  <a:lnTo>
                    <a:pt x="129540" y="279368"/>
                  </a:lnTo>
                  <a:lnTo>
                    <a:pt x="130016" y="279464"/>
                  </a:lnTo>
                  <a:lnTo>
                    <a:pt x="130493" y="279654"/>
                  </a:lnTo>
                  <a:lnTo>
                    <a:pt x="130778" y="279559"/>
                  </a:lnTo>
                  <a:lnTo>
                    <a:pt x="130683" y="279273"/>
                  </a:lnTo>
                  <a:lnTo>
                    <a:pt x="130588" y="279368"/>
                  </a:lnTo>
                  <a:close/>
                  <a:moveTo>
                    <a:pt x="137351" y="270415"/>
                  </a:moveTo>
                  <a:lnTo>
                    <a:pt x="136493" y="270320"/>
                  </a:lnTo>
                  <a:lnTo>
                    <a:pt x="134874" y="270510"/>
                  </a:lnTo>
                  <a:lnTo>
                    <a:pt x="133160" y="270796"/>
                  </a:lnTo>
                  <a:lnTo>
                    <a:pt x="132302" y="271177"/>
                  </a:lnTo>
                  <a:lnTo>
                    <a:pt x="131540" y="271748"/>
                  </a:lnTo>
                  <a:lnTo>
                    <a:pt x="132017" y="272034"/>
                  </a:lnTo>
                  <a:lnTo>
                    <a:pt x="132207" y="272320"/>
                  </a:lnTo>
                  <a:lnTo>
                    <a:pt x="132112" y="272606"/>
                  </a:lnTo>
                  <a:lnTo>
                    <a:pt x="131826" y="272987"/>
                  </a:lnTo>
                  <a:lnTo>
                    <a:pt x="131826" y="273463"/>
                  </a:lnTo>
                  <a:lnTo>
                    <a:pt x="133064" y="274320"/>
                  </a:lnTo>
                  <a:lnTo>
                    <a:pt x="133636" y="274606"/>
                  </a:lnTo>
                  <a:lnTo>
                    <a:pt x="134493" y="274701"/>
                  </a:lnTo>
                  <a:lnTo>
                    <a:pt x="136684" y="274320"/>
                  </a:lnTo>
                  <a:lnTo>
                    <a:pt x="137636" y="273939"/>
                  </a:lnTo>
                  <a:lnTo>
                    <a:pt x="138303" y="272987"/>
                  </a:lnTo>
                  <a:lnTo>
                    <a:pt x="138494" y="271844"/>
                  </a:lnTo>
                  <a:lnTo>
                    <a:pt x="137922" y="270796"/>
                  </a:lnTo>
                  <a:lnTo>
                    <a:pt x="137351" y="270415"/>
                  </a:lnTo>
                  <a:close/>
                  <a:moveTo>
                    <a:pt x="112204" y="280225"/>
                  </a:moveTo>
                  <a:lnTo>
                    <a:pt x="111919" y="279845"/>
                  </a:lnTo>
                  <a:lnTo>
                    <a:pt x="111728" y="279368"/>
                  </a:lnTo>
                  <a:lnTo>
                    <a:pt x="111633" y="278321"/>
                  </a:lnTo>
                  <a:lnTo>
                    <a:pt x="111157" y="277082"/>
                  </a:lnTo>
                  <a:lnTo>
                    <a:pt x="110490" y="276320"/>
                  </a:lnTo>
                  <a:lnTo>
                    <a:pt x="109919" y="275939"/>
                  </a:lnTo>
                  <a:lnTo>
                    <a:pt x="109347" y="275749"/>
                  </a:lnTo>
                  <a:lnTo>
                    <a:pt x="108395" y="275844"/>
                  </a:lnTo>
                  <a:lnTo>
                    <a:pt x="108109" y="275939"/>
                  </a:lnTo>
                  <a:lnTo>
                    <a:pt x="107537" y="276225"/>
                  </a:lnTo>
                  <a:lnTo>
                    <a:pt x="107156" y="276797"/>
                  </a:lnTo>
                  <a:lnTo>
                    <a:pt x="106966" y="277559"/>
                  </a:lnTo>
                  <a:lnTo>
                    <a:pt x="106966" y="278321"/>
                  </a:lnTo>
                  <a:lnTo>
                    <a:pt x="107061" y="279083"/>
                  </a:lnTo>
                  <a:lnTo>
                    <a:pt x="107252" y="279749"/>
                  </a:lnTo>
                  <a:lnTo>
                    <a:pt x="107632" y="280225"/>
                  </a:lnTo>
                  <a:lnTo>
                    <a:pt x="108204" y="280607"/>
                  </a:lnTo>
                  <a:lnTo>
                    <a:pt x="108871" y="280797"/>
                  </a:lnTo>
                  <a:lnTo>
                    <a:pt x="109442" y="280607"/>
                  </a:lnTo>
                  <a:lnTo>
                    <a:pt x="109919" y="280702"/>
                  </a:lnTo>
                  <a:lnTo>
                    <a:pt x="110014" y="281178"/>
                  </a:lnTo>
                  <a:lnTo>
                    <a:pt x="109538" y="281559"/>
                  </a:lnTo>
                  <a:lnTo>
                    <a:pt x="109538" y="281940"/>
                  </a:lnTo>
                  <a:lnTo>
                    <a:pt x="110490" y="282321"/>
                  </a:lnTo>
                  <a:lnTo>
                    <a:pt x="111252" y="282512"/>
                  </a:lnTo>
                  <a:lnTo>
                    <a:pt x="111728" y="282702"/>
                  </a:lnTo>
                  <a:lnTo>
                    <a:pt x="112014" y="282512"/>
                  </a:lnTo>
                  <a:lnTo>
                    <a:pt x="112109" y="282131"/>
                  </a:lnTo>
                  <a:lnTo>
                    <a:pt x="112300" y="282131"/>
                  </a:lnTo>
                  <a:lnTo>
                    <a:pt x="112681" y="282416"/>
                  </a:lnTo>
                  <a:lnTo>
                    <a:pt x="113157" y="282607"/>
                  </a:lnTo>
                  <a:lnTo>
                    <a:pt x="113443" y="282702"/>
                  </a:lnTo>
                  <a:lnTo>
                    <a:pt x="113729" y="282702"/>
                  </a:lnTo>
                  <a:lnTo>
                    <a:pt x="113919" y="282512"/>
                  </a:lnTo>
                  <a:lnTo>
                    <a:pt x="113633" y="281845"/>
                  </a:lnTo>
                  <a:lnTo>
                    <a:pt x="113538" y="281464"/>
                  </a:lnTo>
                  <a:lnTo>
                    <a:pt x="112586" y="280511"/>
                  </a:lnTo>
                  <a:lnTo>
                    <a:pt x="112204" y="280225"/>
                  </a:lnTo>
                  <a:close/>
                  <a:moveTo>
                    <a:pt x="118777" y="288131"/>
                  </a:moveTo>
                  <a:lnTo>
                    <a:pt x="118396" y="288512"/>
                  </a:lnTo>
                  <a:lnTo>
                    <a:pt x="118205" y="288989"/>
                  </a:lnTo>
                  <a:lnTo>
                    <a:pt x="118110" y="289560"/>
                  </a:lnTo>
                  <a:lnTo>
                    <a:pt x="117824" y="290227"/>
                  </a:lnTo>
                  <a:lnTo>
                    <a:pt x="118015" y="291179"/>
                  </a:lnTo>
                  <a:lnTo>
                    <a:pt x="118205" y="291275"/>
                  </a:lnTo>
                  <a:lnTo>
                    <a:pt x="118396" y="290989"/>
                  </a:lnTo>
                  <a:lnTo>
                    <a:pt x="118777" y="290989"/>
                  </a:lnTo>
                  <a:lnTo>
                    <a:pt x="119253" y="291370"/>
                  </a:lnTo>
                  <a:lnTo>
                    <a:pt x="119825" y="291656"/>
                  </a:lnTo>
                  <a:lnTo>
                    <a:pt x="120587" y="291560"/>
                  </a:lnTo>
                  <a:lnTo>
                    <a:pt x="121158" y="291275"/>
                  </a:lnTo>
                  <a:lnTo>
                    <a:pt x="121539" y="290703"/>
                  </a:lnTo>
                  <a:lnTo>
                    <a:pt x="121634" y="290322"/>
                  </a:lnTo>
                  <a:lnTo>
                    <a:pt x="121729" y="289560"/>
                  </a:lnTo>
                  <a:lnTo>
                    <a:pt x="121444" y="289179"/>
                  </a:lnTo>
                  <a:lnTo>
                    <a:pt x="120968" y="288703"/>
                  </a:lnTo>
                  <a:lnTo>
                    <a:pt x="120396" y="287941"/>
                  </a:lnTo>
                  <a:lnTo>
                    <a:pt x="119539" y="287750"/>
                  </a:lnTo>
                  <a:lnTo>
                    <a:pt x="118777" y="288131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" name="Freeform: Shape 7">
              <a:extLst>
                <a:ext uri="{FF2B5EF4-FFF2-40B4-BE49-F238E27FC236}">
                  <a16:creationId xmlns:a16="http://schemas.microsoft.com/office/drawing/2014/main" id="{AFCF5C8D-46B9-4B12-C0A1-8B05AFAF26C3}"/>
                </a:ext>
              </a:extLst>
            </p:cNvPr>
            <p:cNvSpPr/>
            <p:nvPr/>
          </p:nvSpPr>
          <p:spPr>
            <a:xfrm>
              <a:off x="6275069" y="4818983"/>
              <a:ext cx="19050" cy="9525"/>
            </a:xfrm>
            <a:custGeom>
              <a:avLst/>
              <a:gdLst>
                <a:gd name="connsiteX0" fmla="*/ 18955 w 19050"/>
                <a:gd name="connsiteY0" fmla="*/ 3524 h 9525"/>
                <a:gd name="connsiteX1" fmla="*/ 18193 w 19050"/>
                <a:gd name="connsiteY1" fmla="*/ 3238 h 9525"/>
                <a:gd name="connsiteX2" fmla="*/ 16954 w 19050"/>
                <a:gd name="connsiteY2" fmla="*/ 2953 h 9525"/>
                <a:gd name="connsiteX3" fmla="*/ 15431 w 19050"/>
                <a:gd name="connsiteY3" fmla="*/ 2477 h 9525"/>
                <a:gd name="connsiteX4" fmla="*/ 11430 w 19050"/>
                <a:gd name="connsiteY4" fmla="*/ 476 h 9525"/>
                <a:gd name="connsiteX5" fmla="*/ 10096 w 19050"/>
                <a:gd name="connsiteY5" fmla="*/ 0 h 9525"/>
                <a:gd name="connsiteX6" fmla="*/ 8668 w 19050"/>
                <a:gd name="connsiteY6" fmla="*/ 0 h 9525"/>
                <a:gd name="connsiteX7" fmla="*/ 7906 w 19050"/>
                <a:gd name="connsiteY7" fmla="*/ 191 h 9525"/>
                <a:gd name="connsiteX8" fmla="*/ 6477 w 19050"/>
                <a:gd name="connsiteY8" fmla="*/ 857 h 9525"/>
                <a:gd name="connsiteX9" fmla="*/ 5239 w 19050"/>
                <a:gd name="connsiteY9" fmla="*/ 1048 h 9525"/>
                <a:gd name="connsiteX10" fmla="*/ 4096 w 19050"/>
                <a:gd name="connsiteY10" fmla="*/ 857 h 9525"/>
                <a:gd name="connsiteX11" fmla="*/ 3620 w 19050"/>
                <a:gd name="connsiteY11" fmla="*/ 953 h 9525"/>
                <a:gd name="connsiteX12" fmla="*/ 2953 w 19050"/>
                <a:gd name="connsiteY12" fmla="*/ 1429 h 9525"/>
                <a:gd name="connsiteX13" fmla="*/ 2286 w 19050"/>
                <a:gd name="connsiteY13" fmla="*/ 2000 h 9525"/>
                <a:gd name="connsiteX14" fmla="*/ 2096 w 19050"/>
                <a:gd name="connsiteY14" fmla="*/ 2572 h 9525"/>
                <a:gd name="connsiteX15" fmla="*/ 1810 w 19050"/>
                <a:gd name="connsiteY15" fmla="*/ 3524 h 9525"/>
                <a:gd name="connsiteX16" fmla="*/ 286 w 19050"/>
                <a:gd name="connsiteY16" fmla="*/ 5715 h 9525"/>
                <a:gd name="connsiteX17" fmla="*/ 0 w 19050"/>
                <a:gd name="connsiteY17" fmla="*/ 6572 h 9525"/>
                <a:gd name="connsiteX18" fmla="*/ 381 w 19050"/>
                <a:gd name="connsiteY18" fmla="*/ 7334 h 9525"/>
                <a:gd name="connsiteX19" fmla="*/ 1334 w 19050"/>
                <a:gd name="connsiteY19" fmla="*/ 7525 h 9525"/>
                <a:gd name="connsiteX20" fmla="*/ 3620 w 19050"/>
                <a:gd name="connsiteY20" fmla="*/ 7429 h 9525"/>
                <a:gd name="connsiteX21" fmla="*/ 4763 w 19050"/>
                <a:gd name="connsiteY21" fmla="*/ 7620 h 9525"/>
                <a:gd name="connsiteX22" fmla="*/ 6096 w 19050"/>
                <a:gd name="connsiteY22" fmla="*/ 7906 h 9525"/>
                <a:gd name="connsiteX23" fmla="*/ 7144 w 19050"/>
                <a:gd name="connsiteY23" fmla="*/ 8382 h 9525"/>
                <a:gd name="connsiteX24" fmla="*/ 7620 w 19050"/>
                <a:gd name="connsiteY24" fmla="*/ 9144 h 9525"/>
                <a:gd name="connsiteX25" fmla="*/ 7906 w 19050"/>
                <a:gd name="connsiteY25" fmla="*/ 9430 h 9525"/>
                <a:gd name="connsiteX26" fmla="*/ 8477 w 19050"/>
                <a:gd name="connsiteY26" fmla="*/ 9620 h 9525"/>
                <a:gd name="connsiteX27" fmla="*/ 9811 w 19050"/>
                <a:gd name="connsiteY27" fmla="*/ 9620 h 9525"/>
                <a:gd name="connsiteX28" fmla="*/ 10478 w 19050"/>
                <a:gd name="connsiteY28" fmla="*/ 9525 h 9525"/>
                <a:gd name="connsiteX29" fmla="*/ 10763 w 19050"/>
                <a:gd name="connsiteY29" fmla="*/ 9430 h 9525"/>
                <a:gd name="connsiteX30" fmla="*/ 10954 w 19050"/>
                <a:gd name="connsiteY30" fmla="*/ 9239 h 9525"/>
                <a:gd name="connsiteX31" fmla="*/ 11240 w 19050"/>
                <a:gd name="connsiteY31" fmla="*/ 8954 h 9525"/>
                <a:gd name="connsiteX32" fmla="*/ 13049 w 19050"/>
                <a:gd name="connsiteY32" fmla="*/ 7715 h 9525"/>
                <a:gd name="connsiteX33" fmla="*/ 14097 w 19050"/>
                <a:gd name="connsiteY33" fmla="*/ 7334 h 9525"/>
                <a:gd name="connsiteX34" fmla="*/ 15431 w 19050"/>
                <a:gd name="connsiteY34" fmla="*/ 7144 h 9525"/>
                <a:gd name="connsiteX35" fmla="*/ 16574 w 19050"/>
                <a:gd name="connsiteY35" fmla="*/ 6763 h 9525"/>
                <a:gd name="connsiteX36" fmla="*/ 17621 w 19050"/>
                <a:gd name="connsiteY36" fmla="*/ 5905 h 9525"/>
                <a:gd name="connsiteX37" fmla="*/ 18574 w 19050"/>
                <a:gd name="connsiteY37" fmla="*/ 4858 h 9525"/>
                <a:gd name="connsiteX38" fmla="*/ 19145 w 19050"/>
                <a:gd name="connsiteY38" fmla="*/ 39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9050" h="9525">
                  <a:moveTo>
                    <a:pt x="18955" y="3524"/>
                  </a:moveTo>
                  <a:lnTo>
                    <a:pt x="18193" y="3238"/>
                  </a:lnTo>
                  <a:lnTo>
                    <a:pt x="16954" y="2953"/>
                  </a:lnTo>
                  <a:lnTo>
                    <a:pt x="15431" y="2477"/>
                  </a:lnTo>
                  <a:lnTo>
                    <a:pt x="11430" y="476"/>
                  </a:lnTo>
                  <a:lnTo>
                    <a:pt x="10096" y="0"/>
                  </a:lnTo>
                  <a:lnTo>
                    <a:pt x="8668" y="0"/>
                  </a:lnTo>
                  <a:lnTo>
                    <a:pt x="7906" y="191"/>
                  </a:lnTo>
                  <a:lnTo>
                    <a:pt x="6477" y="857"/>
                  </a:lnTo>
                  <a:lnTo>
                    <a:pt x="5239" y="1048"/>
                  </a:lnTo>
                  <a:lnTo>
                    <a:pt x="4096" y="857"/>
                  </a:lnTo>
                  <a:lnTo>
                    <a:pt x="3620" y="953"/>
                  </a:lnTo>
                  <a:lnTo>
                    <a:pt x="2953" y="1429"/>
                  </a:lnTo>
                  <a:lnTo>
                    <a:pt x="2286" y="2000"/>
                  </a:lnTo>
                  <a:lnTo>
                    <a:pt x="2096" y="2572"/>
                  </a:lnTo>
                  <a:lnTo>
                    <a:pt x="1810" y="3524"/>
                  </a:lnTo>
                  <a:lnTo>
                    <a:pt x="286" y="5715"/>
                  </a:lnTo>
                  <a:lnTo>
                    <a:pt x="0" y="6572"/>
                  </a:lnTo>
                  <a:lnTo>
                    <a:pt x="381" y="7334"/>
                  </a:lnTo>
                  <a:lnTo>
                    <a:pt x="1334" y="7525"/>
                  </a:lnTo>
                  <a:lnTo>
                    <a:pt x="3620" y="7429"/>
                  </a:lnTo>
                  <a:lnTo>
                    <a:pt x="4763" y="7620"/>
                  </a:lnTo>
                  <a:lnTo>
                    <a:pt x="6096" y="7906"/>
                  </a:lnTo>
                  <a:lnTo>
                    <a:pt x="7144" y="8382"/>
                  </a:lnTo>
                  <a:lnTo>
                    <a:pt x="7620" y="9144"/>
                  </a:lnTo>
                  <a:lnTo>
                    <a:pt x="7906" y="9430"/>
                  </a:lnTo>
                  <a:lnTo>
                    <a:pt x="8477" y="9620"/>
                  </a:lnTo>
                  <a:lnTo>
                    <a:pt x="9811" y="9620"/>
                  </a:lnTo>
                  <a:lnTo>
                    <a:pt x="10478" y="9525"/>
                  </a:lnTo>
                  <a:lnTo>
                    <a:pt x="10763" y="9430"/>
                  </a:lnTo>
                  <a:lnTo>
                    <a:pt x="10954" y="9239"/>
                  </a:lnTo>
                  <a:lnTo>
                    <a:pt x="11240" y="8954"/>
                  </a:lnTo>
                  <a:lnTo>
                    <a:pt x="13049" y="7715"/>
                  </a:lnTo>
                  <a:lnTo>
                    <a:pt x="14097" y="7334"/>
                  </a:lnTo>
                  <a:lnTo>
                    <a:pt x="15431" y="7144"/>
                  </a:lnTo>
                  <a:lnTo>
                    <a:pt x="16574" y="6763"/>
                  </a:lnTo>
                  <a:lnTo>
                    <a:pt x="17621" y="5905"/>
                  </a:lnTo>
                  <a:lnTo>
                    <a:pt x="18574" y="4858"/>
                  </a:lnTo>
                  <a:lnTo>
                    <a:pt x="19145" y="3905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" name="Freeform: Shape 8">
              <a:extLst>
                <a:ext uri="{FF2B5EF4-FFF2-40B4-BE49-F238E27FC236}">
                  <a16:creationId xmlns:a16="http://schemas.microsoft.com/office/drawing/2014/main" id="{694E3CA9-50AF-3F98-C29E-1348C03E66E9}"/>
                </a:ext>
              </a:extLst>
            </p:cNvPr>
            <p:cNvSpPr/>
            <p:nvPr/>
          </p:nvSpPr>
          <p:spPr>
            <a:xfrm>
              <a:off x="3577589" y="2409443"/>
              <a:ext cx="742950" cy="514350"/>
            </a:xfrm>
            <a:custGeom>
              <a:avLst/>
              <a:gdLst>
                <a:gd name="connsiteX0" fmla="*/ 747998 w 742950"/>
                <a:gd name="connsiteY0" fmla="*/ 332613 h 514350"/>
                <a:gd name="connsiteX1" fmla="*/ 747332 w 742950"/>
                <a:gd name="connsiteY1" fmla="*/ 330803 h 514350"/>
                <a:gd name="connsiteX2" fmla="*/ 747332 w 742950"/>
                <a:gd name="connsiteY2" fmla="*/ 330803 h 514350"/>
                <a:gd name="connsiteX3" fmla="*/ 747332 w 742950"/>
                <a:gd name="connsiteY3" fmla="*/ 330803 h 514350"/>
                <a:gd name="connsiteX4" fmla="*/ 745522 w 742950"/>
                <a:gd name="connsiteY4" fmla="*/ 329565 h 514350"/>
                <a:gd name="connsiteX5" fmla="*/ 743617 w 742950"/>
                <a:gd name="connsiteY5" fmla="*/ 328613 h 514350"/>
                <a:gd name="connsiteX6" fmla="*/ 741617 w 742950"/>
                <a:gd name="connsiteY6" fmla="*/ 328041 h 514350"/>
                <a:gd name="connsiteX7" fmla="*/ 737616 w 742950"/>
                <a:gd name="connsiteY7" fmla="*/ 328041 h 514350"/>
                <a:gd name="connsiteX8" fmla="*/ 735997 w 742950"/>
                <a:gd name="connsiteY8" fmla="*/ 327565 h 514350"/>
                <a:gd name="connsiteX9" fmla="*/ 730663 w 742950"/>
                <a:gd name="connsiteY9" fmla="*/ 325088 h 514350"/>
                <a:gd name="connsiteX10" fmla="*/ 728186 w 742950"/>
                <a:gd name="connsiteY10" fmla="*/ 322040 h 514350"/>
                <a:gd name="connsiteX11" fmla="*/ 726662 w 742950"/>
                <a:gd name="connsiteY11" fmla="*/ 320611 h 514350"/>
                <a:gd name="connsiteX12" fmla="*/ 724948 w 742950"/>
                <a:gd name="connsiteY12" fmla="*/ 319849 h 514350"/>
                <a:gd name="connsiteX13" fmla="*/ 721519 w 742950"/>
                <a:gd name="connsiteY13" fmla="*/ 318897 h 514350"/>
                <a:gd name="connsiteX14" fmla="*/ 718280 w 742950"/>
                <a:gd name="connsiteY14" fmla="*/ 316325 h 514350"/>
                <a:gd name="connsiteX15" fmla="*/ 716756 w 742950"/>
                <a:gd name="connsiteY15" fmla="*/ 315563 h 514350"/>
                <a:gd name="connsiteX16" fmla="*/ 713232 w 742950"/>
                <a:gd name="connsiteY16" fmla="*/ 314992 h 514350"/>
                <a:gd name="connsiteX17" fmla="*/ 707898 w 742950"/>
                <a:gd name="connsiteY17" fmla="*/ 312420 h 514350"/>
                <a:gd name="connsiteX18" fmla="*/ 706088 w 742950"/>
                <a:gd name="connsiteY18" fmla="*/ 312230 h 514350"/>
                <a:gd name="connsiteX19" fmla="*/ 704564 w 742950"/>
                <a:gd name="connsiteY19" fmla="*/ 312801 h 514350"/>
                <a:gd name="connsiteX20" fmla="*/ 701993 w 742950"/>
                <a:gd name="connsiteY20" fmla="*/ 314801 h 514350"/>
                <a:gd name="connsiteX21" fmla="*/ 700659 w 742950"/>
                <a:gd name="connsiteY21" fmla="*/ 315563 h 514350"/>
                <a:gd name="connsiteX22" fmla="*/ 697040 w 742950"/>
                <a:gd name="connsiteY22" fmla="*/ 315849 h 514350"/>
                <a:gd name="connsiteX23" fmla="*/ 693515 w 742950"/>
                <a:gd name="connsiteY23" fmla="*/ 314706 h 514350"/>
                <a:gd name="connsiteX24" fmla="*/ 684848 w 742950"/>
                <a:gd name="connsiteY24" fmla="*/ 308896 h 514350"/>
                <a:gd name="connsiteX25" fmla="*/ 679609 w 742950"/>
                <a:gd name="connsiteY25" fmla="*/ 305372 h 514350"/>
                <a:gd name="connsiteX26" fmla="*/ 672465 w 742950"/>
                <a:gd name="connsiteY26" fmla="*/ 300609 h 514350"/>
                <a:gd name="connsiteX27" fmla="*/ 667512 w 742950"/>
                <a:gd name="connsiteY27" fmla="*/ 296037 h 514350"/>
                <a:gd name="connsiteX28" fmla="*/ 660464 w 742950"/>
                <a:gd name="connsiteY28" fmla="*/ 289655 h 514350"/>
                <a:gd name="connsiteX29" fmla="*/ 656939 w 742950"/>
                <a:gd name="connsiteY29" fmla="*/ 287465 h 514350"/>
                <a:gd name="connsiteX30" fmla="*/ 649224 w 742950"/>
                <a:gd name="connsiteY30" fmla="*/ 284702 h 514350"/>
                <a:gd name="connsiteX31" fmla="*/ 642461 w 742950"/>
                <a:gd name="connsiteY31" fmla="*/ 280797 h 514350"/>
                <a:gd name="connsiteX32" fmla="*/ 631317 w 742950"/>
                <a:gd name="connsiteY32" fmla="*/ 271463 h 514350"/>
                <a:gd name="connsiteX33" fmla="*/ 628364 w 742950"/>
                <a:gd name="connsiteY33" fmla="*/ 267557 h 514350"/>
                <a:gd name="connsiteX34" fmla="*/ 626745 w 742950"/>
                <a:gd name="connsiteY34" fmla="*/ 265462 h 514350"/>
                <a:gd name="connsiteX35" fmla="*/ 625507 w 742950"/>
                <a:gd name="connsiteY35" fmla="*/ 264700 h 514350"/>
                <a:gd name="connsiteX36" fmla="*/ 623888 w 742950"/>
                <a:gd name="connsiteY36" fmla="*/ 264890 h 514350"/>
                <a:gd name="connsiteX37" fmla="*/ 619792 w 742950"/>
                <a:gd name="connsiteY37" fmla="*/ 266890 h 514350"/>
                <a:gd name="connsiteX38" fmla="*/ 618458 w 742950"/>
                <a:gd name="connsiteY38" fmla="*/ 267176 h 514350"/>
                <a:gd name="connsiteX39" fmla="*/ 616934 w 742950"/>
                <a:gd name="connsiteY39" fmla="*/ 266890 h 514350"/>
                <a:gd name="connsiteX40" fmla="*/ 615315 w 742950"/>
                <a:gd name="connsiteY40" fmla="*/ 266033 h 514350"/>
                <a:gd name="connsiteX41" fmla="*/ 606838 w 742950"/>
                <a:gd name="connsiteY41" fmla="*/ 259937 h 514350"/>
                <a:gd name="connsiteX42" fmla="*/ 599504 w 742950"/>
                <a:gd name="connsiteY42" fmla="*/ 254698 h 514350"/>
                <a:gd name="connsiteX43" fmla="*/ 593693 w 742950"/>
                <a:gd name="connsiteY43" fmla="*/ 250507 h 514350"/>
                <a:gd name="connsiteX44" fmla="*/ 590455 w 742950"/>
                <a:gd name="connsiteY44" fmla="*/ 247174 h 514350"/>
                <a:gd name="connsiteX45" fmla="*/ 584835 w 742950"/>
                <a:gd name="connsiteY45" fmla="*/ 239268 h 514350"/>
                <a:gd name="connsiteX46" fmla="*/ 581501 w 742950"/>
                <a:gd name="connsiteY46" fmla="*/ 236125 h 514350"/>
                <a:gd name="connsiteX47" fmla="*/ 574167 w 742950"/>
                <a:gd name="connsiteY47" fmla="*/ 230886 h 514350"/>
                <a:gd name="connsiteX48" fmla="*/ 556832 w 742950"/>
                <a:gd name="connsiteY48" fmla="*/ 218503 h 514350"/>
                <a:gd name="connsiteX49" fmla="*/ 548259 w 742950"/>
                <a:gd name="connsiteY49" fmla="*/ 212407 h 514350"/>
                <a:gd name="connsiteX50" fmla="*/ 541115 w 742950"/>
                <a:gd name="connsiteY50" fmla="*/ 207264 h 514350"/>
                <a:gd name="connsiteX51" fmla="*/ 534924 w 742950"/>
                <a:gd name="connsiteY51" fmla="*/ 202882 h 514350"/>
                <a:gd name="connsiteX52" fmla="*/ 531876 w 742950"/>
                <a:gd name="connsiteY52" fmla="*/ 199835 h 514350"/>
                <a:gd name="connsiteX53" fmla="*/ 531305 w 742950"/>
                <a:gd name="connsiteY53" fmla="*/ 199549 h 514350"/>
                <a:gd name="connsiteX54" fmla="*/ 527495 w 742950"/>
                <a:gd name="connsiteY54" fmla="*/ 194786 h 514350"/>
                <a:gd name="connsiteX55" fmla="*/ 526923 w 742950"/>
                <a:gd name="connsiteY55" fmla="*/ 192977 h 514350"/>
                <a:gd name="connsiteX56" fmla="*/ 525971 w 742950"/>
                <a:gd name="connsiteY56" fmla="*/ 189167 h 514350"/>
                <a:gd name="connsiteX57" fmla="*/ 525780 w 742950"/>
                <a:gd name="connsiteY57" fmla="*/ 187547 h 514350"/>
                <a:gd name="connsiteX58" fmla="*/ 525971 w 742950"/>
                <a:gd name="connsiteY58" fmla="*/ 186023 h 514350"/>
                <a:gd name="connsiteX59" fmla="*/ 526447 w 742950"/>
                <a:gd name="connsiteY59" fmla="*/ 184785 h 514350"/>
                <a:gd name="connsiteX60" fmla="*/ 526733 w 742950"/>
                <a:gd name="connsiteY60" fmla="*/ 183547 h 514350"/>
                <a:gd name="connsiteX61" fmla="*/ 526542 w 742950"/>
                <a:gd name="connsiteY61" fmla="*/ 182118 h 514350"/>
                <a:gd name="connsiteX62" fmla="*/ 524923 w 742950"/>
                <a:gd name="connsiteY62" fmla="*/ 178594 h 514350"/>
                <a:gd name="connsiteX63" fmla="*/ 524732 w 742950"/>
                <a:gd name="connsiteY63" fmla="*/ 177165 h 514350"/>
                <a:gd name="connsiteX64" fmla="*/ 524732 w 742950"/>
                <a:gd name="connsiteY64" fmla="*/ 175355 h 514350"/>
                <a:gd name="connsiteX65" fmla="*/ 524542 w 742950"/>
                <a:gd name="connsiteY65" fmla="*/ 174022 h 514350"/>
                <a:gd name="connsiteX66" fmla="*/ 524066 w 742950"/>
                <a:gd name="connsiteY66" fmla="*/ 172784 h 514350"/>
                <a:gd name="connsiteX67" fmla="*/ 522732 w 742950"/>
                <a:gd name="connsiteY67" fmla="*/ 170021 h 514350"/>
                <a:gd name="connsiteX68" fmla="*/ 522446 w 742950"/>
                <a:gd name="connsiteY68" fmla="*/ 168783 h 514350"/>
                <a:gd name="connsiteX69" fmla="*/ 522256 w 742950"/>
                <a:gd name="connsiteY69" fmla="*/ 165830 h 514350"/>
                <a:gd name="connsiteX70" fmla="*/ 521780 w 742950"/>
                <a:gd name="connsiteY70" fmla="*/ 165164 h 514350"/>
                <a:gd name="connsiteX71" fmla="*/ 517398 w 742950"/>
                <a:gd name="connsiteY71" fmla="*/ 162687 h 514350"/>
                <a:gd name="connsiteX72" fmla="*/ 514922 w 742950"/>
                <a:gd name="connsiteY72" fmla="*/ 161925 h 514350"/>
                <a:gd name="connsiteX73" fmla="*/ 513779 w 742950"/>
                <a:gd name="connsiteY73" fmla="*/ 161068 h 514350"/>
                <a:gd name="connsiteX74" fmla="*/ 513493 w 742950"/>
                <a:gd name="connsiteY74" fmla="*/ 160592 h 514350"/>
                <a:gd name="connsiteX75" fmla="*/ 513398 w 742950"/>
                <a:gd name="connsiteY75" fmla="*/ 160496 h 514350"/>
                <a:gd name="connsiteX76" fmla="*/ 513017 w 742950"/>
                <a:gd name="connsiteY76" fmla="*/ 158877 h 514350"/>
                <a:gd name="connsiteX77" fmla="*/ 512731 w 742950"/>
                <a:gd name="connsiteY77" fmla="*/ 158210 h 514350"/>
                <a:gd name="connsiteX78" fmla="*/ 510731 w 742950"/>
                <a:gd name="connsiteY78" fmla="*/ 155639 h 514350"/>
                <a:gd name="connsiteX79" fmla="*/ 510064 w 742950"/>
                <a:gd name="connsiteY79" fmla="*/ 154210 h 514350"/>
                <a:gd name="connsiteX80" fmla="*/ 509016 w 742950"/>
                <a:gd name="connsiteY80" fmla="*/ 149923 h 514350"/>
                <a:gd name="connsiteX81" fmla="*/ 508445 w 742950"/>
                <a:gd name="connsiteY81" fmla="*/ 148971 h 514350"/>
                <a:gd name="connsiteX82" fmla="*/ 506730 w 742950"/>
                <a:gd name="connsiteY82" fmla="*/ 147066 h 514350"/>
                <a:gd name="connsiteX83" fmla="*/ 506159 w 742950"/>
                <a:gd name="connsiteY83" fmla="*/ 146114 h 514350"/>
                <a:gd name="connsiteX84" fmla="*/ 505778 w 742950"/>
                <a:gd name="connsiteY84" fmla="*/ 144590 h 514350"/>
                <a:gd name="connsiteX85" fmla="*/ 505206 w 742950"/>
                <a:gd name="connsiteY85" fmla="*/ 141446 h 514350"/>
                <a:gd name="connsiteX86" fmla="*/ 503587 w 742950"/>
                <a:gd name="connsiteY86" fmla="*/ 135636 h 514350"/>
                <a:gd name="connsiteX87" fmla="*/ 503015 w 742950"/>
                <a:gd name="connsiteY87" fmla="*/ 134302 h 514350"/>
                <a:gd name="connsiteX88" fmla="*/ 503396 w 742950"/>
                <a:gd name="connsiteY88" fmla="*/ 133826 h 514350"/>
                <a:gd name="connsiteX89" fmla="*/ 503111 w 742950"/>
                <a:gd name="connsiteY89" fmla="*/ 132779 h 514350"/>
                <a:gd name="connsiteX90" fmla="*/ 502920 w 742950"/>
                <a:gd name="connsiteY90" fmla="*/ 127921 h 514350"/>
                <a:gd name="connsiteX91" fmla="*/ 502730 w 742950"/>
                <a:gd name="connsiteY91" fmla="*/ 126492 h 514350"/>
                <a:gd name="connsiteX92" fmla="*/ 502253 w 742950"/>
                <a:gd name="connsiteY92" fmla="*/ 125349 h 514350"/>
                <a:gd name="connsiteX93" fmla="*/ 498348 w 742950"/>
                <a:gd name="connsiteY93" fmla="*/ 118872 h 514350"/>
                <a:gd name="connsiteX94" fmla="*/ 497300 w 742950"/>
                <a:gd name="connsiteY94" fmla="*/ 117729 h 514350"/>
                <a:gd name="connsiteX95" fmla="*/ 485489 w 742950"/>
                <a:gd name="connsiteY95" fmla="*/ 109061 h 514350"/>
                <a:gd name="connsiteX96" fmla="*/ 480917 w 742950"/>
                <a:gd name="connsiteY96" fmla="*/ 107061 h 514350"/>
                <a:gd name="connsiteX97" fmla="*/ 475774 w 742950"/>
                <a:gd name="connsiteY97" fmla="*/ 105727 h 514350"/>
                <a:gd name="connsiteX98" fmla="*/ 473869 w 742950"/>
                <a:gd name="connsiteY98" fmla="*/ 105537 h 514350"/>
                <a:gd name="connsiteX99" fmla="*/ 472726 w 742950"/>
                <a:gd name="connsiteY99" fmla="*/ 106108 h 514350"/>
                <a:gd name="connsiteX100" fmla="*/ 472059 w 742950"/>
                <a:gd name="connsiteY100" fmla="*/ 107537 h 514350"/>
                <a:gd name="connsiteX101" fmla="*/ 471392 w 742950"/>
                <a:gd name="connsiteY101" fmla="*/ 109919 h 514350"/>
                <a:gd name="connsiteX102" fmla="*/ 470059 w 742950"/>
                <a:gd name="connsiteY102" fmla="*/ 110681 h 514350"/>
                <a:gd name="connsiteX103" fmla="*/ 469106 w 742950"/>
                <a:gd name="connsiteY103" fmla="*/ 112871 h 514350"/>
                <a:gd name="connsiteX104" fmla="*/ 467582 w 742950"/>
                <a:gd name="connsiteY104" fmla="*/ 114491 h 514350"/>
                <a:gd name="connsiteX105" fmla="*/ 465773 w 742950"/>
                <a:gd name="connsiteY105" fmla="*/ 115443 h 514350"/>
                <a:gd name="connsiteX106" fmla="*/ 463772 w 742950"/>
                <a:gd name="connsiteY106" fmla="*/ 115538 h 514350"/>
                <a:gd name="connsiteX107" fmla="*/ 461677 w 742950"/>
                <a:gd name="connsiteY107" fmla="*/ 114681 h 514350"/>
                <a:gd name="connsiteX108" fmla="*/ 456248 w 742950"/>
                <a:gd name="connsiteY108" fmla="*/ 110871 h 514350"/>
                <a:gd name="connsiteX109" fmla="*/ 455295 w 742950"/>
                <a:gd name="connsiteY109" fmla="*/ 110871 h 514350"/>
                <a:gd name="connsiteX110" fmla="*/ 452152 w 742950"/>
                <a:gd name="connsiteY110" fmla="*/ 111443 h 514350"/>
                <a:gd name="connsiteX111" fmla="*/ 451866 w 742950"/>
                <a:gd name="connsiteY111" fmla="*/ 110776 h 514350"/>
                <a:gd name="connsiteX112" fmla="*/ 451675 w 742950"/>
                <a:gd name="connsiteY112" fmla="*/ 110109 h 514350"/>
                <a:gd name="connsiteX113" fmla="*/ 451485 w 742950"/>
                <a:gd name="connsiteY113" fmla="*/ 109919 h 514350"/>
                <a:gd name="connsiteX114" fmla="*/ 451199 w 742950"/>
                <a:gd name="connsiteY114" fmla="*/ 110490 h 514350"/>
                <a:gd name="connsiteX115" fmla="*/ 450533 w 742950"/>
                <a:gd name="connsiteY115" fmla="*/ 111728 h 514350"/>
                <a:gd name="connsiteX116" fmla="*/ 450152 w 742950"/>
                <a:gd name="connsiteY116" fmla="*/ 112109 h 514350"/>
                <a:gd name="connsiteX117" fmla="*/ 449771 w 742950"/>
                <a:gd name="connsiteY117" fmla="*/ 112395 h 514350"/>
                <a:gd name="connsiteX118" fmla="*/ 447294 w 742950"/>
                <a:gd name="connsiteY118" fmla="*/ 109823 h 514350"/>
                <a:gd name="connsiteX119" fmla="*/ 443579 w 742950"/>
                <a:gd name="connsiteY119" fmla="*/ 108966 h 514350"/>
                <a:gd name="connsiteX120" fmla="*/ 433007 w 742950"/>
                <a:gd name="connsiteY120" fmla="*/ 109633 h 514350"/>
                <a:gd name="connsiteX121" fmla="*/ 426625 w 742950"/>
                <a:gd name="connsiteY121" fmla="*/ 111728 h 514350"/>
                <a:gd name="connsiteX122" fmla="*/ 423482 w 742950"/>
                <a:gd name="connsiteY122" fmla="*/ 111823 h 514350"/>
                <a:gd name="connsiteX123" fmla="*/ 421672 w 742950"/>
                <a:gd name="connsiteY123" fmla="*/ 111252 h 514350"/>
                <a:gd name="connsiteX124" fmla="*/ 420148 w 742950"/>
                <a:gd name="connsiteY124" fmla="*/ 109919 h 514350"/>
                <a:gd name="connsiteX125" fmla="*/ 417290 w 742950"/>
                <a:gd name="connsiteY125" fmla="*/ 107061 h 514350"/>
                <a:gd name="connsiteX126" fmla="*/ 414147 w 742950"/>
                <a:gd name="connsiteY126" fmla="*/ 104680 h 514350"/>
                <a:gd name="connsiteX127" fmla="*/ 409099 w 742950"/>
                <a:gd name="connsiteY127" fmla="*/ 102108 h 514350"/>
                <a:gd name="connsiteX128" fmla="*/ 403289 w 742950"/>
                <a:gd name="connsiteY128" fmla="*/ 99155 h 514350"/>
                <a:gd name="connsiteX129" fmla="*/ 401765 w 742950"/>
                <a:gd name="connsiteY129" fmla="*/ 97727 h 514350"/>
                <a:gd name="connsiteX130" fmla="*/ 401384 w 742950"/>
                <a:gd name="connsiteY130" fmla="*/ 96107 h 514350"/>
                <a:gd name="connsiteX131" fmla="*/ 402050 w 742950"/>
                <a:gd name="connsiteY131" fmla="*/ 90488 h 514350"/>
                <a:gd name="connsiteX132" fmla="*/ 402431 w 742950"/>
                <a:gd name="connsiteY132" fmla="*/ 89249 h 514350"/>
                <a:gd name="connsiteX133" fmla="*/ 403098 w 742950"/>
                <a:gd name="connsiteY133" fmla="*/ 88297 h 514350"/>
                <a:gd name="connsiteX134" fmla="*/ 403955 w 742950"/>
                <a:gd name="connsiteY134" fmla="*/ 87535 h 514350"/>
                <a:gd name="connsiteX135" fmla="*/ 406146 w 742950"/>
                <a:gd name="connsiteY135" fmla="*/ 86487 h 514350"/>
                <a:gd name="connsiteX136" fmla="*/ 406908 w 742950"/>
                <a:gd name="connsiteY136" fmla="*/ 85630 h 514350"/>
                <a:gd name="connsiteX137" fmla="*/ 406432 w 742950"/>
                <a:gd name="connsiteY137" fmla="*/ 84296 h 514350"/>
                <a:gd name="connsiteX138" fmla="*/ 402908 w 742950"/>
                <a:gd name="connsiteY138" fmla="*/ 79343 h 514350"/>
                <a:gd name="connsiteX139" fmla="*/ 401288 w 742950"/>
                <a:gd name="connsiteY139" fmla="*/ 76200 h 514350"/>
                <a:gd name="connsiteX140" fmla="*/ 400812 w 742950"/>
                <a:gd name="connsiteY140" fmla="*/ 73723 h 514350"/>
                <a:gd name="connsiteX141" fmla="*/ 402146 w 742950"/>
                <a:gd name="connsiteY141" fmla="*/ 71819 h 514350"/>
                <a:gd name="connsiteX142" fmla="*/ 403574 w 742950"/>
                <a:gd name="connsiteY142" fmla="*/ 70866 h 514350"/>
                <a:gd name="connsiteX143" fmla="*/ 405194 w 742950"/>
                <a:gd name="connsiteY143" fmla="*/ 70675 h 514350"/>
                <a:gd name="connsiteX144" fmla="*/ 407194 w 742950"/>
                <a:gd name="connsiteY144" fmla="*/ 71342 h 514350"/>
                <a:gd name="connsiteX145" fmla="*/ 409004 w 742950"/>
                <a:gd name="connsiteY145" fmla="*/ 72485 h 514350"/>
                <a:gd name="connsiteX146" fmla="*/ 410051 w 742950"/>
                <a:gd name="connsiteY146" fmla="*/ 72962 h 514350"/>
                <a:gd name="connsiteX147" fmla="*/ 410909 w 742950"/>
                <a:gd name="connsiteY147" fmla="*/ 72866 h 514350"/>
                <a:gd name="connsiteX148" fmla="*/ 411480 w 742950"/>
                <a:gd name="connsiteY148" fmla="*/ 71914 h 514350"/>
                <a:gd name="connsiteX149" fmla="*/ 411385 w 742950"/>
                <a:gd name="connsiteY149" fmla="*/ 70961 h 514350"/>
                <a:gd name="connsiteX150" fmla="*/ 410909 w 742950"/>
                <a:gd name="connsiteY150" fmla="*/ 70009 h 514350"/>
                <a:gd name="connsiteX151" fmla="*/ 410242 w 742950"/>
                <a:gd name="connsiteY151" fmla="*/ 69152 h 514350"/>
                <a:gd name="connsiteX152" fmla="*/ 409480 w 742950"/>
                <a:gd name="connsiteY152" fmla="*/ 68485 h 514350"/>
                <a:gd name="connsiteX153" fmla="*/ 407003 w 742950"/>
                <a:gd name="connsiteY153" fmla="*/ 66961 h 514350"/>
                <a:gd name="connsiteX154" fmla="*/ 406241 w 742950"/>
                <a:gd name="connsiteY154" fmla="*/ 66104 h 514350"/>
                <a:gd name="connsiteX155" fmla="*/ 405670 w 742950"/>
                <a:gd name="connsiteY155" fmla="*/ 65151 h 514350"/>
                <a:gd name="connsiteX156" fmla="*/ 404432 w 742950"/>
                <a:gd name="connsiteY156" fmla="*/ 63341 h 514350"/>
                <a:gd name="connsiteX157" fmla="*/ 402908 w 742950"/>
                <a:gd name="connsiteY157" fmla="*/ 62008 h 514350"/>
                <a:gd name="connsiteX158" fmla="*/ 397383 w 742950"/>
                <a:gd name="connsiteY158" fmla="*/ 59912 h 514350"/>
                <a:gd name="connsiteX159" fmla="*/ 394621 w 742950"/>
                <a:gd name="connsiteY159" fmla="*/ 60008 h 514350"/>
                <a:gd name="connsiteX160" fmla="*/ 393859 w 742950"/>
                <a:gd name="connsiteY160" fmla="*/ 59627 h 514350"/>
                <a:gd name="connsiteX161" fmla="*/ 393287 w 742950"/>
                <a:gd name="connsiteY161" fmla="*/ 58579 h 514350"/>
                <a:gd name="connsiteX162" fmla="*/ 393383 w 742950"/>
                <a:gd name="connsiteY162" fmla="*/ 57626 h 514350"/>
                <a:gd name="connsiteX163" fmla="*/ 393954 w 742950"/>
                <a:gd name="connsiteY163" fmla="*/ 56960 h 514350"/>
                <a:gd name="connsiteX164" fmla="*/ 394907 w 742950"/>
                <a:gd name="connsiteY164" fmla="*/ 56674 h 514350"/>
                <a:gd name="connsiteX165" fmla="*/ 394907 w 742950"/>
                <a:gd name="connsiteY165" fmla="*/ 56674 h 514350"/>
                <a:gd name="connsiteX166" fmla="*/ 394907 w 742950"/>
                <a:gd name="connsiteY166" fmla="*/ 56674 h 514350"/>
                <a:gd name="connsiteX167" fmla="*/ 398050 w 742950"/>
                <a:gd name="connsiteY167" fmla="*/ 55435 h 514350"/>
                <a:gd name="connsiteX168" fmla="*/ 397955 w 742950"/>
                <a:gd name="connsiteY168" fmla="*/ 52769 h 514350"/>
                <a:gd name="connsiteX169" fmla="*/ 396907 w 742950"/>
                <a:gd name="connsiteY169" fmla="*/ 49244 h 514350"/>
                <a:gd name="connsiteX170" fmla="*/ 397383 w 742950"/>
                <a:gd name="connsiteY170" fmla="*/ 46006 h 514350"/>
                <a:gd name="connsiteX171" fmla="*/ 398240 w 742950"/>
                <a:gd name="connsiteY171" fmla="*/ 45339 h 514350"/>
                <a:gd name="connsiteX172" fmla="*/ 399288 w 742950"/>
                <a:gd name="connsiteY172" fmla="*/ 44863 h 514350"/>
                <a:gd name="connsiteX173" fmla="*/ 400145 w 742950"/>
                <a:gd name="connsiteY173" fmla="*/ 44196 h 514350"/>
                <a:gd name="connsiteX174" fmla="*/ 400336 w 742950"/>
                <a:gd name="connsiteY174" fmla="*/ 43053 h 514350"/>
                <a:gd name="connsiteX175" fmla="*/ 399669 w 742950"/>
                <a:gd name="connsiteY175" fmla="*/ 42100 h 514350"/>
                <a:gd name="connsiteX176" fmla="*/ 398431 w 742950"/>
                <a:gd name="connsiteY176" fmla="*/ 41339 h 514350"/>
                <a:gd name="connsiteX177" fmla="*/ 396050 w 742950"/>
                <a:gd name="connsiteY177" fmla="*/ 40386 h 514350"/>
                <a:gd name="connsiteX178" fmla="*/ 394240 w 742950"/>
                <a:gd name="connsiteY178" fmla="*/ 38671 h 514350"/>
                <a:gd name="connsiteX179" fmla="*/ 392811 w 742950"/>
                <a:gd name="connsiteY179" fmla="*/ 36385 h 514350"/>
                <a:gd name="connsiteX180" fmla="*/ 391192 w 742950"/>
                <a:gd name="connsiteY180" fmla="*/ 34576 h 514350"/>
                <a:gd name="connsiteX181" fmla="*/ 388811 w 742950"/>
                <a:gd name="connsiteY181" fmla="*/ 34290 h 514350"/>
                <a:gd name="connsiteX182" fmla="*/ 386429 w 742950"/>
                <a:gd name="connsiteY182" fmla="*/ 34576 h 514350"/>
                <a:gd name="connsiteX183" fmla="*/ 381857 w 742950"/>
                <a:gd name="connsiteY183" fmla="*/ 34195 h 514350"/>
                <a:gd name="connsiteX184" fmla="*/ 370713 w 742950"/>
                <a:gd name="connsiteY184" fmla="*/ 35909 h 514350"/>
                <a:gd name="connsiteX185" fmla="*/ 367951 w 742950"/>
                <a:gd name="connsiteY185" fmla="*/ 35814 h 514350"/>
                <a:gd name="connsiteX186" fmla="*/ 366617 w 742950"/>
                <a:gd name="connsiteY186" fmla="*/ 35338 h 514350"/>
                <a:gd name="connsiteX187" fmla="*/ 364522 w 742950"/>
                <a:gd name="connsiteY187" fmla="*/ 33052 h 514350"/>
                <a:gd name="connsiteX188" fmla="*/ 363284 w 742950"/>
                <a:gd name="connsiteY188" fmla="*/ 32671 h 514350"/>
                <a:gd name="connsiteX189" fmla="*/ 360617 w 742950"/>
                <a:gd name="connsiteY189" fmla="*/ 32385 h 514350"/>
                <a:gd name="connsiteX190" fmla="*/ 359093 w 742950"/>
                <a:gd name="connsiteY190" fmla="*/ 31528 h 514350"/>
                <a:gd name="connsiteX191" fmla="*/ 358426 w 742950"/>
                <a:gd name="connsiteY191" fmla="*/ 30290 h 514350"/>
                <a:gd name="connsiteX192" fmla="*/ 357759 w 742950"/>
                <a:gd name="connsiteY192" fmla="*/ 24860 h 514350"/>
                <a:gd name="connsiteX193" fmla="*/ 357283 w 742950"/>
                <a:gd name="connsiteY193" fmla="*/ 23527 h 514350"/>
                <a:gd name="connsiteX194" fmla="*/ 356521 w 742950"/>
                <a:gd name="connsiteY194" fmla="*/ 22289 h 514350"/>
                <a:gd name="connsiteX195" fmla="*/ 353187 w 742950"/>
                <a:gd name="connsiteY195" fmla="*/ 18764 h 514350"/>
                <a:gd name="connsiteX196" fmla="*/ 351949 w 742950"/>
                <a:gd name="connsiteY196" fmla="*/ 18002 h 514350"/>
                <a:gd name="connsiteX197" fmla="*/ 350615 w 742950"/>
                <a:gd name="connsiteY197" fmla="*/ 18193 h 514350"/>
                <a:gd name="connsiteX198" fmla="*/ 349091 w 742950"/>
                <a:gd name="connsiteY198" fmla="*/ 18955 h 514350"/>
                <a:gd name="connsiteX199" fmla="*/ 347567 w 742950"/>
                <a:gd name="connsiteY199" fmla="*/ 19336 h 514350"/>
                <a:gd name="connsiteX200" fmla="*/ 346043 w 742950"/>
                <a:gd name="connsiteY200" fmla="*/ 19431 h 514350"/>
                <a:gd name="connsiteX201" fmla="*/ 343662 w 742950"/>
                <a:gd name="connsiteY201" fmla="*/ 19050 h 514350"/>
                <a:gd name="connsiteX202" fmla="*/ 339947 w 742950"/>
                <a:gd name="connsiteY202" fmla="*/ 17335 h 514350"/>
                <a:gd name="connsiteX203" fmla="*/ 336423 w 742950"/>
                <a:gd name="connsiteY203" fmla="*/ 14097 h 514350"/>
                <a:gd name="connsiteX204" fmla="*/ 325088 w 742950"/>
                <a:gd name="connsiteY204" fmla="*/ 762 h 514350"/>
                <a:gd name="connsiteX205" fmla="*/ 323850 w 742950"/>
                <a:gd name="connsiteY205" fmla="*/ 0 h 514350"/>
                <a:gd name="connsiteX206" fmla="*/ 322898 w 742950"/>
                <a:gd name="connsiteY206" fmla="*/ 1619 h 514350"/>
                <a:gd name="connsiteX207" fmla="*/ 322136 w 742950"/>
                <a:gd name="connsiteY207" fmla="*/ 7715 h 514350"/>
                <a:gd name="connsiteX208" fmla="*/ 320993 w 742950"/>
                <a:gd name="connsiteY208" fmla="*/ 9811 h 514350"/>
                <a:gd name="connsiteX209" fmla="*/ 318802 w 742950"/>
                <a:gd name="connsiteY209" fmla="*/ 10477 h 514350"/>
                <a:gd name="connsiteX210" fmla="*/ 316135 w 742950"/>
                <a:gd name="connsiteY210" fmla="*/ 10287 h 514350"/>
                <a:gd name="connsiteX211" fmla="*/ 313468 w 742950"/>
                <a:gd name="connsiteY211" fmla="*/ 9620 h 514350"/>
                <a:gd name="connsiteX212" fmla="*/ 307753 w 742950"/>
                <a:gd name="connsiteY212" fmla="*/ 7334 h 514350"/>
                <a:gd name="connsiteX213" fmla="*/ 306515 w 742950"/>
                <a:gd name="connsiteY213" fmla="*/ 7334 h 514350"/>
                <a:gd name="connsiteX214" fmla="*/ 305562 w 742950"/>
                <a:gd name="connsiteY214" fmla="*/ 7620 h 514350"/>
                <a:gd name="connsiteX215" fmla="*/ 302800 w 742950"/>
                <a:gd name="connsiteY215" fmla="*/ 9335 h 514350"/>
                <a:gd name="connsiteX216" fmla="*/ 300800 w 742950"/>
                <a:gd name="connsiteY216" fmla="*/ 10192 h 514350"/>
                <a:gd name="connsiteX217" fmla="*/ 299847 w 742950"/>
                <a:gd name="connsiteY217" fmla="*/ 10954 h 514350"/>
                <a:gd name="connsiteX218" fmla="*/ 299371 w 742950"/>
                <a:gd name="connsiteY218" fmla="*/ 12002 h 514350"/>
                <a:gd name="connsiteX219" fmla="*/ 299657 w 742950"/>
                <a:gd name="connsiteY219" fmla="*/ 13335 h 514350"/>
                <a:gd name="connsiteX220" fmla="*/ 300609 w 742950"/>
                <a:gd name="connsiteY220" fmla="*/ 14192 h 514350"/>
                <a:gd name="connsiteX221" fmla="*/ 307181 w 742950"/>
                <a:gd name="connsiteY221" fmla="*/ 17335 h 514350"/>
                <a:gd name="connsiteX222" fmla="*/ 308991 w 742950"/>
                <a:gd name="connsiteY222" fmla="*/ 18764 h 514350"/>
                <a:gd name="connsiteX223" fmla="*/ 310610 w 742950"/>
                <a:gd name="connsiteY223" fmla="*/ 21241 h 514350"/>
                <a:gd name="connsiteX224" fmla="*/ 312039 w 742950"/>
                <a:gd name="connsiteY224" fmla="*/ 24575 h 514350"/>
                <a:gd name="connsiteX225" fmla="*/ 315944 w 742950"/>
                <a:gd name="connsiteY225" fmla="*/ 30956 h 514350"/>
                <a:gd name="connsiteX226" fmla="*/ 318040 w 742950"/>
                <a:gd name="connsiteY226" fmla="*/ 33433 h 514350"/>
                <a:gd name="connsiteX227" fmla="*/ 318611 w 742950"/>
                <a:gd name="connsiteY227" fmla="*/ 34004 h 514350"/>
                <a:gd name="connsiteX228" fmla="*/ 318897 w 742950"/>
                <a:gd name="connsiteY228" fmla="*/ 34671 h 514350"/>
                <a:gd name="connsiteX229" fmla="*/ 318707 w 742950"/>
                <a:gd name="connsiteY229" fmla="*/ 35243 h 514350"/>
                <a:gd name="connsiteX230" fmla="*/ 318040 w 742950"/>
                <a:gd name="connsiteY230" fmla="*/ 35623 h 514350"/>
                <a:gd name="connsiteX231" fmla="*/ 314611 w 742950"/>
                <a:gd name="connsiteY231" fmla="*/ 36100 h 514350"/>
                <a:gd name="connsiteX232" fmla="*/ 313754 w 742950"/>
                <a:gd name="connsiteY232" fmla="*/ 35909 h 514350"/>
                <a:gd name="connsiteX233" fmla="*/ 313182 w 742950"/>
                <a:gd name="connsiteY233" fmla="*/ 34957 h 514350"/>
                <a:gd name="connsiteX234" fmla="*/ 313182 w 742950"/>
                <a:gd name="connsiteY234" fmla="*/ 33814 h 514350"/>
                <a:gd name="connsiteX235" fmla="*/ 313468 w 742950"/>
                <a:gd name="connsiteY235" fmla="*/ 32575 h 514350"/>
                <a:gd name="connsiteX236" fmla="*/ 313658 w 742950"/>
                <a:gd name="connsiteY236" fmla="*/ 31242 h 514350"/>
                <a:gd name="connsiteX237" fmla="*/ 313087 w 742950"/>
                <a:gd name="connsiteY237" fmla="*/ 28670 h 514350"/>
                <a:gd name="connsiteX238" fmla="*/ 311753 w 742950"/>
                <a:gd name="connsiteY238" fmla="*/ 26860 h 514350"/>
                <a:gd name="connsiteX239" fmla="*/ 309944 w 742950"/>
                <a:gd name="connsiteY239" fmla="*/ 25527 h 514350"/>
                <a:gd name="connsiteX240" fmla="*/ 304705 w 742950"/>
                <a:gd name="connsiteY240" fmla="*/ 23050 h 514350"/>
                <a:gd name="connsiteX241" fmla="*/ 303562 w 742950"/>
                <a:gd name="connsiteY241" fmla="*/ 22860 h 514350"/>
                <a:gd name="connsiteX242" fmla="*/ 302609 w 742950"/>
                <a:gd name="connsiteY242" fmla="*/ 23050 h 514350"/>
                <a:gd name="connsiteX243" fmla="*/ 300704 w 742950"/>
                <a:gd name="connsiteY243" fmla="*/ 23908 h 514350"/>
                <a:gd name="connsiteX244" fmla="*/ 299847 w 742950"/>
                <a:gd name="connsiteY244" fmla="*/ 24003 h 514350"/>
                <a:gd name="connsiteX245" fmla="*/ 298990 w 742950"/>
                <a:gd name="connsiteY245" fmla="*/ 23527 h 514350"/>
                <a:gd name="connsiteX246" fmla="*/ 297752 w 742950"/>
                <a:gd name="connsiteY246" fmla="*/ 21717 h 514350"/>
                <a:gd name="connsiteX247" fmla="*/ 296990 w 742950"/>
                <a:gd name="connsiteY247" fmla="*/ 20955 h 514350"/>
                <a:gd name="connsiteX248" fmla="*/ 295942 w 742950"/>
                <a:gd name="connsiteY248" fmla="*/ 20574 h 514350"/>
                <a:gd name="connsiteX249" fmla="*/ 294704 w 742950"/>
                <a:gd name="connsiteY249" fmla="*/ 20574 h 514350"/>
                <a:gd name="connsiteX250" fmla="*/ 293561 w 742950"/>
                <a:gd name="connsiteY250" fmla="*/ 20765 h 514350"/>
                <a:gd name="connsiteX251" fmla="*/ 292608 w 742950"/>
                <a:gd name="connsiteY251" fmla="*/ 21241 h 514350"/>
                <a:gd name="connsiteX252" fmla="*/ 292037 w 742950"/>
                <a:gd name="connsiteY252" fmla="*/ 21908 h 514350"/>
                <a:gd name="connsiteX253" fmla="*/ 291560 w 742950"/>
                <a:gd name="connsiteY253" fmla="*/ 22765 h 514350"/>
                <a:gd name="connsiteX254" fmla="*/ 290227 w 742950"/>
                <a:gd name="connsiteY254" fmla="*/ 24289 h 514350"/>
                <a:gd name="connsiteX255" fmla="*/ 288798 w 742950"/>
                <a:gd name="connsiteY255" fmla="*/ 24956 h 514350"/>
                <a:gd name="connsiteX256" fmla="*/ 287941 w 742950"/>
                <a:gd name="connsiteY256" fmla="*/ 25718 h 514350"/>
                <a:gd name="connsiteX257" fmla="*/ 288227 w 742950"/>
                <a:gd name="connsiteY257" fmla="*/ 27623 h 514350"/>
                <a:gd name="connsiteX258" fmla="*/ 289370 w 742950"/>
                <a:gd name="connsiteY258" fmla="*/ 30004 h 514350"/>
                <a:gd name="connsiteX259" fmla="*/ 289465 w 742950"/>
                <a:gd name="connsiteY259" fmla="*/ 31147 h 514350"/>
                <a:gd name="connsiteX260" fmla="*/ 288989 w 742950"/>
                <a:gd name="connsiteY260" fmla="*/ 32766 h 514350"/>
                <a:gd name="connsiteX261" fmla="*/ 286798 w 742950"/>
                <a:gd name="connsiteY261" fmla="*/ 37719 h 514350"/>
                <a:gd name="connsiteX262" fmla="*/ 286036 w 742950"/>
                <a:gd name="connsiteY262" fmla="*/ 38576 h 514350"/>
                <a:gd name="connsiteX263" fmla="*/ 284036 w 742950"/>
                <a:gd name="connsiteY263" fmla="*/ 39243 h 514350"/>
                <a:gd name="connsiteX264" fmla="*/ 283655 w 742950"/>
                <a:gd name="connsiteY264" fmla="*/ 40196 h 514350"/>
                <a:gd name="connsiteX265" fmla="*/ 284036 w 742950"/>
                <a:gd name="connsiteY265" fmla="*/ 41339 h 514350"/>
                <a:gd name="connsiteX266" fmla="*/ 284702 w 742950"/>
                <a:gd name="connsiteY266" fmla="*/ 42100 h 514350"/>
                <a:gd name="connsiteX267" fmla="*/ 284893 w 742950"/>
                <a:gd name="connsiteY267" fmla="*/ 42767 h 514350"/>
                <a:gd name="connsiteX268" fmla="*/ 283750 w 742950"/>
                <a:gd name="connsiteY268" fmla="*/ 43625 h 514350"/>
                <a:gd name="connsiteX269" fmla="*/ 282702 w 742950"/>
                <a:gd name="connsiteY269" fmla="*/ 43815 h 514350"/>
                <a:gd name="connsiteX270" fmla="*/ 279083 w 742950"/>
                <a:gd name="connsiteY270" fmla="*/ 43625 h 514350"/>
                <a:gd name="connsiteX271" fmla="*/ 278035 w 742950"/>
                <a:gd name="connsiteY271" fmla="*/ 43910 h 514350"/>
                <a:gd name="connsiteX272" fmla="*/ 275082 w 742950"/>
                <a:gd name="connsiteY272" fmla="*/ 45339 h 514350"/>
                <a:gd name="connsiteX273" fmla="*/ 272606 w 742950"/>
                <a:gd name="connsiteY273" fmla="*/ 45815 h 514350"/>
                <a:gd name="connsiteX274" fmla="*/ 265176 w 742950"/>
                <a:gd name="connsiteY274" fmla="*/ 44482 h 514350"/>
                <a:gd name="connsiteX275" fmla="*/ 260128 w 742950"/>
                <a:gd name="connsiteY275" fmla="*/ 44672 h 514350"/>
                <a:gd name="connsiteX276" fmla="*/ 255175 w 742950"/>
                <a:gd name="connsiteY276" fmla="*/ 47054 h 514350"/>
                <a:gd name="connsiteX277" fmla="*/ 250984 w 742950"/>
                <a:gd name="connsiteY277" fmla="*/ 51244 h 514350"/>
                <a:gd name="connsiteX278" fmla="*/ 248126 w 742950"/>
                <a:gd name="connsiteY278" fmla="*/ 56674 h 514350"/>
                <a:gd name="connsiteX279" fmla="*/ 248126 w 742950"/>
                <a:gd name="connsiteY279" fmla="*/ 56674 h 514350"/>
                <a:gd name="connsiteX280" fmla="*/ 246126 w 742950"/>
                <a:gd name="connsiteY280" fmla="*/ 59627 h 514350"/>
                <a:gd name="connsiteX281" fmla="*/ 243935 w 742950"/>
                <a:gd name="connsiteY281" fmla="*/ 61246 h 514350"/>
                <a:gd name="connsiteX282" fmla="*/ 238887 w 742950"/>
                <a:gd name="connsiteY282" fmla="*/ 63627 h 514350"/>
                <a:gd name="connsiteX283" fmla="*/ 237363 w 742950"/>
                <a:gd name="connsiteY283" fmla="*/ 65723 h 514350"/>
                <a:gd name="connsiteX284" fmla="*/ 237363 w 742950"/>
                <a:gd name="connsiteY284" fmla="*/ 68485 h 514350"/>
                <a:gd name="connsiteX285" fmla="*/ 238506 w 742950"/>
                <a:gd name="connsiteY285" fmla="*/ 74009 h 514350"/>
                <a:gd name="connsiteX286" fmla="*/ 238411 w 742950"/>
                <a:gd name="connsiteY286" fmla="*/ 76676 h 514350"/>
                <a:gd name="connsiteX287" fmla="*/ 238030 w 742950"/>
                <a:gd name="connsiteY287" fmla="*/ 78962 h 514350"/>
                <a:gd name="connsiteX288" fmla="*/ 237935 w 742950"/>
                <a:gd name="connsiteY288" fmla="*/ 81153 h 514350"/>
                <a:gd name="connsiteX289" fmla="*/ 238887 w 742950"/>
                <a:gd name="connsiteY289" fmla="*/ 83629 h 514350"/>
                <a:gd name="connsiteX290" fmla="*/ 240030 w 742950"/>
                <a:gd name="connsiteY290" fmla="*/ 85535 h 514350"/>
                <a:gd name="connsiteX291" fmla="*/ 240602 w 742950"/>
                <a:gd name="connsiteY291" fmla="*/ 87344 h 514350"/>
                <a:gd name="connsiteX292" fmla="*/ 240792 w 742950"/>
                <a:gd name="connsiteY292" fmla="*/ 89344 h 514350"/>
                <a:gd name="connsiteX293" fmla="*/ 240792 w 742950"/>
                <a:gd name="connsiteY293" fmla="*/ 91821 h 514350"/>
                <a:gd name="connsiteX294" fmla="*/ 240983 w 742950"/>
                <a:gd name="connsiteY294" fmla="*/ 93726 h 514350"/>
                <a:gd name="connsiteX295" fmla="*/ 241649 w 742950"/>
                <a:gd name="connsiteY295" fmla="*/ 95631 h 514350"/>
                <a:gd name="connsiteX296" fmla="*/ 242697 w 742950"/>
                <a:gd name="connsiteY296" fmla="*/ 97346 h 514350"/>
                <a:gd name="connsiteX297" fmla="*/ 243840 w 742950"/>
                <a:gd name="connsiteY297" fmla="*/ 98679 h 514350"/>
                <a:gd name="connsiteX298" fmla="*/ 244602 w 742950"/>
                <a:gd name="connsiteY298" fmla="*/ 99250 h 514350"/>
                <a:gd name="connsiteX299" fmla="*/ 245364 w 742950"/>
                <a:gd name="connsiteY299" fmla="*/ 99631 h 514350"/>
                <a:gd name="connsiteX300" fmla="*/ 248031 w 742950"/>
                <a:gd name="connsiteY300" fmla="*/ 100298 h 514350"/>
                <a:gd name="connsiteX301" fmla="*/ 248412 w 742950"/>
                <a:gd name="connsiteY301" fmla="*/ 100584 h 514350"/>
                <a:gd name="connsiteX302" fmla="*/ 248317 w 742950"/>
                <a:gd name="connsiteY302" fmla="*/ 101060 h 514350"/>
                <a:gd name="connsiteX303" fmla="*/ 247745 w 742950"/>
                <a:gd name="connsiteY303" fmla="*/ 101727 h 514350"/>
                <a:gd name="connsiteX304" fmla="*/ 246602 w 742950"/>
                <a:gd name="connsiteY304" fmla="*/ 102489 h 514350"/>
                <a:gd name="connsiteX305" fmla="*/ 244126 w 742950"/>
                <a:gd name="connsiteY305" fmla="*/ 103727 h 514350"/>
                <a:gd name="connsiteX306" fmla="*/ 243078 w 742950"/>
                <a:gd name="connsiteY306" fmla="*/ 104966 h 514350"/>
                <a:gd name="connsiteX307" fmla="*/ 241459 w 742950"/>
                <a:gd name="connsiteY307" fmla="*/ 107918 h 514350"/>
                <a:gd name="connsiteX308" fmla="*/ 240411 w 742950"/>
                <a:gd name="connsiteY308" fmla="*/ 108490 h 514350"/>
                <a:gd name="connsiteX309" fmla="*/ 233934 w 742950"/>
                <a:gd name="connsiteY309" fmla="*/ 107156 h 514350"/>
                <a:gd name="connsiteX310" fmla="*/ 228981 w 742950"/>
                <a:gd name="connsiteY310" fmla="*/ 106108 h 514350"/>
                <a:gd name="connsiteX311" fmla="*/ 217170 w 742950"/>
                <a:gd name="connsiteY311" fmla="*/ 105442 h 514350"/>
                <a:gd name="connsiteX312" fmla="*/ 215265 w 742950"/>
                <a:gd name="connsiteY312" fmla="*/ 105346 h 514350"/>
                <a:gd name="connsiteX313" fmla="*/ 204407 w 742950"/>
                <a:gd name="connsiteY313" fmla="*/ 104775 h 514350"/>
                <a:gd name="connsiteX314" fmla="*/ 194596 w 742950"/>
                <a:gd name="connsiteY314" fmla="*/ 104204 h 514350"/>
                <a:gd name="connsiteX315" fmla="*/ 186023 w 742950"/>
                <a:gd name="connsiteY315" fmla="*/ 103727 h 514350"/>
                <a:gd name="connsiteX316" fmla="*/ 182404 w 742950"/>
                <a:gd name="connsiteY316" fmla="*/ 103346 h 514350"/>
                <a:gd name="connsiteX317" fmla="*/ 180594 w 742950"/>
                <a:gd name="connsiteY317" fmla="*/ 103537 h 514350"/>
                <a:gd name="connsiteX318" fmla="*/ 175927 w 742950"/>
                <a:gd name="connsiteY318" fmla="*/ 105823 h 514350"/>
                <a:gd name="connsiteX319" fmla="*/ 171069 w 742950"/>
                <a:gd name="connsiteY319" fmla="*/ 106490 h 514350"/>
                <a:gd name="connsiteX320" fmla="*/ 167926 w 742950"/>
                <a:gd name="connsiteY320" fmla="*/ 107728 h 514350"/>
                <a:gd name="connsiteX321" fmla="*/ 161258 w 742950"/>
                <a:gd name="connsiteY321" fmla="*/ 108109 h 514350"/>
                <a:gd name="connsiteX322" fmla="*/ 159639 w 742950"/>
                <a:gd name="connsiteY322" fmla="*/ 107537 h 514350"/>
                <a:gd name="connsiteX323" fmla="*/ 158210 w 742950"/>
                <a:gd name="connsiteY323" fmla="*/ 106680 h 514350"/>
                <a:gd name="connsiteX324" fmla="*/ 157163 w 742950"/>
                <a:gd name="connsiteY324" fmla="*/ 105823 h 514350"/>
                <a:gd name="connsiteX325" fmla="*/ 156305 w 742950"/>
                <a:gd name="connsiteY325" fmla="*/ 104585 h 514350"/>
                <a:gd name="connsiteX326" fmla="*/ 154781 w 742950"/>
                <a:gd name="connsiteY326" fmla="*/ 101060 h 514350"/>
                <a:gd name="connsiteX327" fmla="*/ 154115 w 742950"/>
                <a:gd name="connsiteY327" fmla="*/ 99917 h 514350"/>
                <a:gd name="connsiteX328" fmla="*/ 153257 w 742950"/>
                <a:gd name="connsiteY328" fmla="*/ 98965 h 514350"/>
                <a:gd name="connsiteX329" fmla="*/ 149924 w 742950"/>
                <a:gd name="connsiteY329" fmla="*/ 96679 h 514350"/>
                <a:gd name="connsiteX330" fmla="*/ 148114 w 742950"/>
                <a:gd name="connsiteY330" fmla="*/ 95060 h 514350"/>
                <a:gd name="connsiteX331" fmla="*/ 146495 w 742950"/>
                <a:gd name="connsiteY331" fmla="*/ 93059 h 514350"/>
                <a:gd name="connsiteX332" fmla="*/ 143161 w 742950"/>
                <a:gd name="connsiteY332" fmla="*/ 87154 h 514350"/>
                <a:gd name="connsiteX333" fmla="*/ 140113 w 742950"/>
                <a:gd name="connsiteY333" fmla="*/ 81344 h 514350"/>
                <a:gd name="connsiteX334" fmla="*/ 137732 w 742950"/>
                <a:gd name="connsiteY334" fmla="*/ 78105 h 514350"/>
                <a:gd name="connsiteX335" fmla="*/ 132207 w 742950"/>
                <a:gd name="connsiteY335" fmla="*/ 70675 h 514350"/>
                <a:gd name="connsiteX336" fmla="*/ 131636 w 742950"/>
                <a:gd name="connsiteY336" fmla="*/ 69437 h 514350"/>
                <a:gd name="connsiteX337" fmla="*/ 131350 w 742950"/>
                <a:gd name="connsiteY337" fmla="*/ 68008 h 514350"/>
                <a:gd name="connsiteX338" fmla="*/ 131445 w 742950"/>
                <a:gd name="connsiteY338" fmla="*/ 66485 h 514350"/>
                <a:gd name="connsiteX339" fmla="*/ 131636 w 742950"/>
                <a:gd name="connsiteY339" fmla="*/ 65246 h 514350"/>
                <a:gd name="connsiteX340" fmla="*/ 131636 w 742950"/>
                <a:gd name="connsiteY340" fmla="*/ 64008 h 514350"/>
                <a:gd name="connsiteX341" fmla="*/ 131159 w 742950"/>
                <a:gd name="connsiteY341" fmla="*/ 62579 h 514350"/>
                <a:gd name="connsiteX342" fmla="*/ 129921 w 742950"/>
                <a:gd name="connsiteY342" fmla="*/ 60960 h 514350"/>
                <a:gd name="connsiteX343" fmla="*/ 121063 w 742950"/>
                <a:gd name="connsiteY343" fmla="*/ 52769 h 514350"/>
                <a:gd name="connsiteX344" fmla="*/ 114776 w 742950"/>
                <a:gd name="connsiteY344" fmla="*/ 48577 h 514350"/>
                <a:gd name="connsiteX345" fmla="*/ 109442 w 742950"/>
                <a:gd name="connsiteY345" fmla="*/ 45053 h 514350"/>
                <a:gd name="connsiteX346" fmla="*/ 100584 w 742950"/>
                <a:gd name="connsiteY346" fmla="*/ 39148 h 514350"/>
                <a:gd name="connsiteX347" fmla="*/ 92488 w 742950"/>
                <a:gd name="connsiteY347" fmla="*/ 33719 h 514350"/>
                <a:gd name="connsiteX348" fmla="*/ 88678 w 742950"/>
                <a:gd name="connsiteY348" fmla="*/ 32290 h 514350"/>
                <a:gd name="connsiteX349" fmla="*/ 84677 w 742950"/>
                <a:gd name="connsiteY349" fmla="*/ 31718 h 514350"/>
                <a:gd name="connsiteX350" fmla="*/ 72104 w 742950"/>
                <a:gd name="connsiteY350" fmla="*/ 34004 h 514350"/>
                <a:gd name="connsiteX351" fmla="*/ 64008 w 742950"/>
                <a:gd name="connsiteY351" fmla="*/ 35433 h 514350"/>
                <a:gd name="connsiteX352" fmla="*/ 54769 w 742950"/>
                <a:gd name="connsiteY352" fmla="*/ 37148 h 514350"/>
                <a:gd name="connsiteX353" fmla="*/ 51245 w 742950"/>
                <a:gd name="connsiteY353" fmla="*/ 37910 h 514350"/>
                <a:gd name="connsiteX354" fmla="*/ 39624 w 742950"/>
                <a:gd name="connsiteY354" fmla="*/ 42481 h 514350"/>
                <a:gd name="connsiteX355" fmla="*/ 36671 w 742950"/>
                <a:gd name="connsiteY355" fmla="*/ 44291 h 514350"/>
                <a:gd name="connsiteX356" fmla="*/ 28480 w 742950"/>
                <a:gd name="connsiteY356" fmla="*/ 47244 h 514350"/>
                <a:gd name="connsiteX357" fmla="*/ 17240 w 742950"/>
                <a:gd name="connsiteY357" fmla="*/ 56674 h 514350"/>
                <a:gd name="connsiteX358" fmla="*/ 17240 w 742950"/>
                <a:gd name="connsiteY358" fmla="*/ 56674 h 514350"/>
                <a:gd name="connsiteX359" fmla="*/ 17240 w 742950"/>
                <a:gd name="connsiteY359" fmla="*/ 56674 h 514350"/>
                <a:gd name="connsiteX360" fmla="*/ 10192 w 742950"/>
                <a:gd name="connsiteY360" fmla="*/ 63722 h 514350"/>
                <a:gd name="connsiteX361" fmla="*/ 2191 w 742950"/>
                <a:gd name="connsiteY361" fmla="*/ 71723 h 514350"/>
                <a:gd name="connsiteX362" fmla="*/ 0 w 742950"/>
                <a:gd name="connsiteY362" fmla="*/ 73914 h 514350"/>
                <a:gd name="connsiteX363" fmla="*/ 0 w 742950"/>
                <a:gd name="connsiteY363" fmla="*/ 73914 h 514350"/>
                <a:gd name="connsiteX364" fmla="*/ 667 w 742950"/>
                <a:gd name="connsiteY364" fmla="*/ 74867 h 514350"/>
                <a:gd name="connsiteX365" fmla="*/ 1905 w 742950"/>
                <a:gd name="connsiteY365" fmla="*/ 75248 h 514350"/>
                <a:gd name="connsiteX366" fmla="*/ 2381 w 742950"/>
                <a:gd name="connsiteY366" fmla="*/ 75438 h 514350"/>
                <a:gd name="connsiteX367" fmla="*/ 3143 w 742950"/>
                <a:gd name="connsiteY367" fmla="*/ 76391 h 514350"/>
                <a:gd name="connsiteX368" fmla="*/ 4001 w 742950"/>
                <a:gd name="connsiteY368" fmla="*/ 76771 h 514350"/>
                <a:gd name="connsiteX369" fmla="*/ 4286 w 742950"/>
                <a:gd name="connsiteY369" fmla="*/ 77152 h 514350"/>
                <a:gd name="connsiteX370" fmla="*/ 4763 w 742950"/>
                <a:gd name="connsiteY370" fmla="*/ 77915 h 514350"/>
                <a:gd name="connsiteX371" fmla="*/ 5144 w 742950"/>
                <a:gd name="connsiteY371" fmla="*/ 78105 h 514350"/>
                <a:gd name="connsiteX372" fmla="*/ 6001 w 742950"/>
                <a:gd name="connsiteY372" fmla="*/ 78010 h 514350"/>
                <a:gd name="connsiteX373" fmla="*/ 6382 w 742950"/>
                <a:gd name="connsiteY373" fmla="*/ 78105 h 514350"/>
                <a:gd name="connsiteX374" fmla="*/ 6763 w 742950"/>
                <a:gd name="connsiteY374" fmla="*/ 78486 h 514350"/>
                <a:gd name="connsiteX375" fmla="*/ 7049 w 742950"/>
                <a:gd name="connsiteY375" fmla="*/ 79058 h 514350"/>
                <a:gd name="connsiteX376" fmla="*/ 7525 w 742950"/>
                <a:gd name="connsiteY376" fmla="*/ 80486 h 514350"/>
                <a:gd name="connsiteX377" fmla="*/ 7620 w 742950"/>
                <a:gd name="connsiteY377" fmla="*/ 80581 h 514350"/>
                <a:gd name="connsiteX378" fmla="*/ 7906 w 742950"/>
                <a:gd name="connsiteY378" fmla="*/ 80772 h 514350"/>
                <a:gd name="connsiteX379" fmla="*/ 8192 w 742950"/>
                <a:gd name="connsiteY379" fmla="*/ 81058 h 514350"/>
                <a:gd name="connsiteX380" fmla="*/ 8382 w 742950"/>
                <a:gd name="connsiteY380" fmla="*/ 81439 h 514350"/>
                <a:gd name="connsiteX381" fmla="*/ 8382 w 742950"/>
                <a:gd name="connsiteY381" fmla="*/ 81915 h 514350"/>
                <a:gd name="connsiteX382" fmla="*/ 8096 w 742950"/>
                <a:gd name="connsiteY382" fmla="*/ 82677 h 514350"/>
                <a:gd name="connsiteX383" fmla="*/ 8001 w 742950"/>
                <a:gd name="connsiteY383" fmla="*/ 83153 h 514350"/>
                <a:gd name="connsiteX384" fmla="*/ 8096 w 742950"/>
                <a:gd name="connsiteY384" fmla="*/ 84677 h 514350"/>
                <a:gd name="connsiteX385" fmla="*/ 8096 w 742950"/>
                <a:gd name="connsiteY385" fmla="*/ 85439 h 514350"/>
                <a:gd name="connsiteX386" fmla="*/ 7906 w 742950"/>
                <a:gd name="connsiteY386" fmla="*/ 86011 h 514350"/>
                <a:gd name="connsiteX387" fmla="*/ 6858 w 742950"/>
                <a:gd name="connsiteY387" fmla="*/ 88011 h 514350"/>
                <a:gd name="connsiteX388" fmla="*/ 6668 w 742950"/>
                <a:gd name="connsiteY388" fmla="*/ 88202 h 514350"/>
                <a:gd name="connsiteX389" fmla="*/ 6763 w 742950"/>
                <a:gd name="connsiteY389" fmla="*/ 89916 h 514350"/>
                <a:gd name="connsiteX390" fmla="*/ 7430 w 742950"/>
                <a:gd name="connsiteY390" fmla="*/ 90678 h 514350"/>
                <a:gd name="connsiteX391" fmla="*/ 8382 w 742950"/>
                <a:gd name="connsiteY391" fmla="*/ 91154 h 514350"/>
                <a:gd name="connsiteX392" fmla="*/ 9335 w 742950"/>
                <a:gd name="connsiteY392" fmla="*/ 91916 h 514350"/>
                <a:gd name="connsiteX393" fmla="*/ 11144 w 742950"/>
                <a:gd name="connsiteY393" fmla="*/ 94298 h 514350"/>
                <a:gd name="connsiteX394" fmla="*/ 11621 w 742950"/>
                <a:gd name="connsiteY394" fmla="*/ 94679 h 514350"/>
                <a:gd name="connsiteX395" fmla="*/ 13049 w 742950"/>
                <a:gd name="connsiteY395" fmla="*/ 94869 h 514350"/>
                <a:gd name="connsiteX396" fmla="*/ 13621 w 742950"/>
                <a:gd name="connsiteY396" fmla="*/ 95250 h 514350"/>
                <a:gd name="connsiteX397" fmla="*/ 14478 w 742950"/>
                <a:gd name="connsiteY397" fmla="*/ 96107 h 514350"/>
                <a:gd name="connsiteX398" fmla="*/ 14764 w 742950"/>
                <a:gd name="connsiteY398" fmla="*/ 96488 h 514350"/>
                <a:gd name="connsiteX399" fmla="*/ 14859 w 742950"/>
                <a:gd name="connsiteY399" fmla="*/ 97155 h 514350"/>
                <a:gd name="connsiteX400" fmla="*/ 14954 w 742950"/>
                <a:gd name="connsiteY400" fmla="*/ 98108 h 514350"/>
                <a:gd name="connsiteX401" fmla="*/ 15145 w 742950"/>
                <a:gd name="connsiteY401" fmla="*/ 98774 h 514350"/>
                <a:gd name="connsiteX402" fmla="*/ 15621 w 742950"/>
                <a:gd name="connsiteY402" fmla="*/ 99155 h 514350"/>
                <a:gd name="connsiteX403" fmla="*/ 16288 w 742950"/>
                <a:gd name="connsiteY403" fmla="*/ 99346 h 514350"/>
                <a:gd name="connsiteX404" fmla="*/ 17145 w 742950"/>
                <a:gd name="connsiteY404" fmla="*/ 99917 h 514350"/>
                <a:gd name="connsiteX405" fmla="*/ 18002 w 742950"/>
                <a:gd name="connsiteY405" fmla="*/ 102584 h 514350"/>
                <a:gd name="connsiteX406" fmla="*/ 18669 w 742950"/>
                <a:gd name="connsiteY406" fmla="*/ 103156 h 514350"/>
                <a:gd name="connsiteX407" fmla="*/ 18764 w 742950"/>
                <a:gd name="connsiteY407" fmla="*/ 103823 h 514350"/>
                <a:gd name="connsiteX408" fmla="*/ 19907 w 742950"/>
                <a:gd name="connsiteY408" fmla="*/ 107918 h 514350"/>
                <a:gd name="connsiteX409" fmla="*/ 19907 w 742950"/>
                <a:gd name="connsiteY409" fmla="*/ 108585 h 514350"/>
                <a:gd name="connsiteX410" fmla="*/ 19812 w 742950"/>
                <a:gd name="connsiteY410" fmla="*/ 109919 h 514350"/>
                <a:gd name="connsiteX411" fmla="*/ 19907 w 742950"/>
                <a:gd name="connsiteY411" fmla="*/ 110776 h 514350"/>
                <a:gd name="connsiteX412" fmla="*/ 20098 w 742950"/>
                <a:gd name="connsiteY412" fmla="*/ 111062 h 514350"/>
                <a:gd name="connsiteX413" fmla="*/ 20765 w 742950"/>
                <a:gd name="connsiteY413" fmla="*/ 111823 h 514350"/>
                <a:gd name="connsiteX414" fmla="*/ 21050 w 742950"/>
                <a:gd name="connsiteY414" fmla="*/ 112204 h 514350"/>
                <a:gd name="connsiteX415" fmla="*/ 21622 w 742950"/>
                <a:gd name="connsiteY415" fmla="*/ 113538 h 514350"/>
                <a:gd name="connsiteX416" fmla="*/ 22003 w 742950"/>
                <a:gd name="connsiteY416" fmla="*/ 114871 h 514350"/>
                <a:gd name="connsiteX417" fmla="*/ 22193 w 742950"/>
                <a:gd name="connsiteY417" fmla="*/ 116300 h 514350"/>
                <a:gd name="connsiteX418" fmla="*/ 22193 w 742950"/>
                <a:gd name="connsiteY418" fmla="*/ 117919 h 514350"/>
                <a:gd name="connsiteX419" fmla="*/ 21812 w 742950"/>
                <a:gd name="connsiteY419" fmla="*/ 120015 h 514350"/>
                <a:gd name="connsiteX420" fmla="*/ 21908 w 742950"/>
                <a:gd name="connsiteY420" fmla="*/ 120777 h 514350"/>
                <a:gd name="connsiteX421" fmla="*/ 22193 w 742950"/>
                <a:gd name="connsiteY421" fmla="*/ 121253 h 514350"/>
                <a:gd name="connsiteX422" fmla="*/ 23051 w 742950"/>
                <a:gd name="connsiteY422" fmla="*/ 122015 h 514350"/>
                <a:gd name="connsiteX423" fmla="*/ 23336 w 742950"/>
                <a:gd name="connsiteY423" fmla="*/ 122682 h 514350"/>
                <a:gd name="connsiteX424" fmla="*/ 23717 w 742950"/>
                <a:gd name="connsiteY424" fmla="*/ 122682 h 514350"/>
                <a:gd name="connsiteX425" fmla="*/ 23717 w 742950"/>
                <a:gd name="connsiteY425" fmla="*/ 121158 h 514350"/>
                <a:gd name="connsiteX426" fmla="*/ 24860 w 742950"/>
                <a:gd name="connsiteY426" fmla="*/ 119063 h 514350"/>
                <a:gd name="connsiteX427" fmla="*/ 25146 w 742950"/>
                <a:gd name="connsiteY427" fmla="*/ 117634 h 514350"/>
                <a:gd name="connsiteX428" fmla="*/ 24860 w 742950"/>
                <a:gd name="connsiteY428" fmla="*/ 116396 h 514350"/>
                <a:gd name="connsiteX429" fmla="*/ 22098 w 742950"/>
                <a:gd name="connsiteY429" fmla="*/ 110585 h 514350"/>
                <a:gd name="connsiteX430" fmla="*/ 21717 w 742950"/>
                <a:gd name="connsiteY430" fmla="*/ 109442 h 514350"/>
                <a:gd name="connsiteX431" fmla="*/ 21336 w 742950"/>
                <a:gd name="connsiteY431" fmla="*/ 105061 h 514350"/>
                <a:gd name="connsiteX432" fmla="*/ 20860 w 742950"/>
                <a:gd name="connsiteY432" fmla="*/ 102108 h 514350"/>
                <a:gd name="connsiteX433" fmla="*/ 20193 w 742950"/>
                <a:gd name="connsiteY433" fmla="*/ 100394 h 514350"/>
                <a:gd name="connsiteX434" fmla="*/ 20098 w 742950"/>
                <a:gd name="connsiteY434" fmla="*/ 99727 h 514350"/>
                <a:gd name="connsiteX435" fmla="*/ 20193 w 742950"/>
                <a:gd name="connsiteY435" fmla="*/ 99060 h 514350"/>
                <a:gd name="connsiteX436" fmla="*/ 20860 w 742950"/>
                <a:gd name="connsiteY436" fmla="*/ 97060 h 514350"/>
                <a:gd name="connsiteX437" fmla="*/ 21146 w 742950"/>
                <a:gd name="connsiteY437" fmla="*/ 95631 h 514350"/>
                <a:gd name="connsiteX438" fmla="*/ 24670 w 742950"/>
                <a:gd name="connsiteY438" fmla="*/ 86582 h 514350"/>
                <a:gd name="connsiteX439" fmla="*/ 24860 w 742950"/>
                <a:gd name="connsiteY439" fmla="*/ 84963 h 514350"/>
                <a:gd name="connsiteX440" fmla="*/ 24765 w 742950"/>
                <a:gd name="connsiteY440" fmla="*/ 84201 h 514350"/>
                <a:gd name="connsiteX441" fmla="*/ 24479 w 742950"/>
                <a:gd name="connsiteY441" fmla="*/ 82868 h 514350"/>
                <a:gd name="connsiteX442" fmla="*/ 24384 w 742950"/>
                <a:gd name="connsiteY442" fmla="*/ 82201 h 514350"/>
                <a:gd name="connsiteX443" fmla="*/ 24575 w 742950"/>
                <a:gd name="connsiteY443" fmla="*/ 81439 h 514350"/>
                <a:gd name="connsiteX444" fmla="*/ 25432 w 742950"/>
                <a:gd name="connsiteY444" fmla="*/ 80010 h 514350"/>
                <a:gd name="connsiteX445" fmla="*/ 25527 w 742950"/>
                <a:gd name="connsiteY445" fmla="*/ 79058 h 514350"/>
                <a:gd name="connsiteX446" fmla="*/ 24860 w 742950"/>
                <a:gd name="connsiteY446" fmla="*/ 78010 h 514350"/>
                <a:gd name="connsiteX447" fmla="*/ 23622 w 742950"/>
                <a:gd name="connsiteY447" fmla="*/ 77438 h 514350"/>
                <a:gd name="connsiteX448" fmla="*/ 21050 w 742950"/>
                <a:gd name="connsiteY448" fmla="*/ 77152 h 514350"/>
                <a:gd name="connsiteX449" fmla="*/ 20288 w 742950"/>
                <a:gd name="connsiteY449" fmla="*/ 77724 h 514350"/>
                <a:gd name="connsiteX450" fmla="*/ 18669 w 742950"/>
                <a:gd name="connsiteY450" fmla="*/ 79915 h 514350"/>
                <a:gd name="connsiteX451" fmla="*/ 18002 w 742950"/>
                <a:gd name="connsiteY451" fmla="*/ 80105 h 514350"/>
                <a:gd name="connsiteX452" fmla="*/ 17812 w 742950"/>
                <a:gd name="connsiteY452" fmla="*/ 79058 h 514350"/>
                <a:gd name="connsiteX453" fmla="*/ 18002 w 742950"/>
                <a:gd name="connsiteY453" fmla="*/ 77248 h 514350"/>
                <a:gd name="connsiteX454" fmla="*/ 18479 w 742950"/>
                <a:gd name="connsiteY454" fmla="*/ 75533 h 514350"/>
                <a:gd name="connsiteX455" fmla="*/ 18860 w 742950"/>
                <a:gd name="connsiteY455" fmla="*/ 74771 h 514350"/>
                <a:gd name="connsiteX456" fmla="*/ 19622 w 742950"/>
                <a:gd name="connsiteY456" fmla="*/ 74200 h 514350"/>
                <a:gd name="connsiteX457" fmla="*/ 20574 w 742950"/>
                <a:gd name="connsiteY457" fmla="*/ 72771 h 514350"/>
                <a:gd name="connsiteX458" fmla="*/ 26670 w 742950"/>
                <a:gd name="connsiteY458" fmla="*/ 59341 h 514350"/>
                <a:gd name="connsiteX459" fmla="*/ 27908 w 742950"/>
                <a:gd name="connsiteY459" fmla="*/ 57341 h 514350"/>
                <a:gd name="connsiteX460" fmla="*/ 33147 w 742950"/>
                <a:gd name="connsiteY460" fmla="*/ 53150 h 514350"/>
                <a:gd name="connsiteX461" fmla="*/ 34385 w 742950"/>
                <a:gd name="connsiteY461" fmla="*/ 51721 h 514350"/>
                <a:gd name="connsiteX462" fmla="*/ 36385 w 742950"/>
                <a:gd name="connsiteY462" fmla="*/ 49911 h 514350"/>
                <a:gd name="connsiteX463" fmla="*/ 38576 w 742950"/>
                <a:gd name="connsiteY463" fmla="*/ 48958 h 514350"/>
                <a:gd name="connsiteX464" fmla="*/ 41529 w 742950"/>
                <a:gd name="connsiteY464" fmla="*/ 50578 h 514350"/>
                <a:gd name="connsiteX465" fmla="*/ 45625 w 742950"/>
                <a:gd name="connsiteY465" fmla="*/ 50768 h 514350"/>
                <a:gd name="connsiteX466" fmla="*/ 46673 w 742950"/>
                <a:gd name="connsiteY466" fmla="*/ 50483 h 514350"/>
                <a:gd name="connsiteX467" fmla="*/ 49721 w 742950"/>
                <a:gd name="connsiteY467" fmla="*/ 48863 h 514350"/>
                <a:gd name="connsiteX468" fmla="*/ 65913 w 742950"/>
                <a:gd name="connsiteY468" fmla="*/ 46101 h 514350"/>
                <a:gd name="connsiteX469" fmla="*/ 68199 w 742950"/>
                <a:gd name="connsiteY469" fmla="*/ 47339 h 514350"/>
                <a:gd name="connsiteX470" fmla="*/ 70485 w 742950"/>
                <a:gd name="connsiteY470" fmla="*/ 46577 h 514350"/>
                <a:gd name="connsiteX471" fmla="*/ 73152 w 742950"/>
                <a:gd name="connsiteY471" fmla="*/ 47435 h 514350"/>
                <a:gd name="connsiteX472" fmla="*/ 75629 w 742950"/>
                <a:gd name="connsiteY472" fmla="*/ 49054 h 514350"/>
                <a:gd name="connsiteX473" fmla="*/ 77248 w 742950"/>
                <a:gd name="connsiteY473" fmla="*/ 50673 h 514350"/>
                <a:gd name="connsiteX474" fmla="*/ 77819 w 742950"/>
                <a:gd name="connsiteY474" fmla="*/ 51816 h 514350"/>
                <a:gd name="connsiteX475" fmla="*/ 78200 w 742950"/>
                <a:gd name="connsiteY475" fmla="*/ 53245 h 514350"/>
                <a:gd name="connsiteX476" fmla="*/ 78391 w 742950"/>
                <a:gd name="connsiteY476" fmla="*/ 54673 h 514350"/>
                <a:gd name="connsiteX477" fmla="*/ 78391 w 742950"/>
                <a:gd name="connsiteY477" fmla="*/ 55817 h 514350"/>
                <a:gd name="connsiteX478" fmla="*/ 78296 w 742950"/>
                <a:gd name="connsiteY478" fmla="*/ 56579 h 514350"/>
                <a:gd name="connsiteX479" fmla="*/ 77629 w 742950"/>
                <a:gd name="connsiteY479" fmla="*/ 58198 h 514350"/>
                <a:gd name="connsiteX480" fmla="*/ 77724 w 742950"/>
                <a:gd name="connsiteY480" fmla="*/ 59055 h 514350"/>
                <a:gd name="connsiteX481" fmla="*/ 78010 w 742950"/>
                <a:gd name="connsiteY481" fmla="*/ 60484 h 514350"/>
                <a:gd name="connsiteX482" fmla="*/ 78010 w 742950"/>
                <a:gd name="connsiteY482" fmla="*/ 60960 h 514350"/>
                <a:gd name="connsiteX483" fmla="*/ 77819 w 742950"/>
                <a:gd name="connsiteY483" fmla="*/ 61722 h 514350"/>
                <a:gd name="connsiteX484" fmla="*/ 77057 w 742950"/>
                <a:gd name="connsiteY484" fmla="*/ 62294 h 514350"/>
                <a:gd name="connsiteX485" fmla="*/ 76867 w 742950"/>
                <a:gd name="connsiteY485" fmla="*/ 62960 h 514350"/>
                <a:gd name="connsiteX486" fmla="*/ 77057 w 742950"/>
                <a:gd name="connsiteY486" fmla="*/ 63818 h 514350"/>
                <a:gd name="connsiteX487" fmla="*/ 77438 w 742950"/>
                <a:gd name="connsiteY487" fmla="*/ 64103 h 514350"/>
                <a:gd name="connsiteX488" fmla="*/ 78010 w 742950"/>
                <a:gd name="connsiteY488" fmla="*/ 64198 h 514350"/>
                <a:gd name="connsiteX489" fmla="*/ 78581 w 742950"/>
                <a:gd name="connsiteY489" fmla="*/ 64389 h 514350"/>
                <a:gd name="connsiteX490" fmla="*/ 78867 w 742950"/>
                <a:gd name="connsiteY490" fmla="*/ 64960 h 514350"/>
                <a:gd name="connsiteX491" fmla="*/ 79248 w 742950"/>
                <a:gd name="connsiteY491" fmla="*/ 66199 h 514350"/>
                <a:gd name="connsiteX492" fmla="*/ 81725 w 742950"/>
                <a:gd name="connsiteY492" fmla="*/ 70485 h 514350"/>
                <a:gd name="connsiteX493" fmla="*/ 82582 w 742950"/>
                <a:gd name="connsiteY493" fmla="*/ 72771 h 514350"/>
                <a:gd name="connsiteX494" fmla="*/ 83153 w 742950"/>
                <a:gd name="connsiteY494" fmla="*/ 75152 h 514350"/>
                <a:gd name="connsiteX495" fmla="*/ 83439 w 742950"/>
                <a:gd name="connsiteY495" fmla="*/ 77724 h 514350"/>
                <a:gd name="connsiteX496" fmla="*/ 83439 w 742950"/>
                <a:gd name="connsiteY496" fmla="*/ 83820 h 514350"/>
                <a:gd name="connsiteX497" fmla="*/ 83630 w 742950"/>
                <a:gd name="connsiteY497" fmla="*/ 86582 h 514350"/>
                <a:gd name="connsiteX498" fmla="*/ 84201 w 742950"/>
                <a:gd name="connsiteY498" fmla="*/ 89059 h 514350"/>
                <a:gd name="connsiteX499" fmla="*/ 85249 w 742950"/>
                <a:gd name="connsiteY499" fmla="*/ 91250 h 514350"/>
                <a:gd name="connsiteX500" fmla="*/ 85916 w 742950"/>
                <a:gd name="connsiteY500" fmla="*/ 92297 h 514350"/>
                <a:gd name="connsiteX501" fmla="*/ 86678 w 742950"/>
                <a:gd name="connsiteY501" fmla="*/ 93250 h 514350"/>
                <a:gd name="connsiteX502" fmla="*/ 87725 w 742950"/>
                <a:gd name="connsiteY502" fmla="*/ 93917 h 514350"/>
                <a:gd name="connsiteX503" fmla="*/ 89630 w 742950"/>
                <a:gd name="connsiteY503" fmla="*/ 94298 h 514350"/>
                <a:gd name="connsiteX504" fmla="*/ 90011 w 742950"/>
                <a:gd name="connsiteY504" fmla="*/ 94679 h 514350"/>
                <a:gd name="connsiteX505" fmla="*/ 91154 w 742950"/>
                <a:gd name="connsiteY505" fmla="*/ 96393 h 514350"/>
                <a:gd name="connsiteX506" fmla="*/ 91726 w 742950"/>
                <a:gd name="connsiteY506" fmla="*/ 97536 h 514350"/>
                <a:gd name="connsiteX507" fmla="*/ 92012 w 742950"/>
                <a:gd name="connsiteY507" fmla="*/ 97917 h 514350"/>
                <a:gd name="connsiteX508" fmla="*/ 93059 w 742950"/>
                <a:gd name="connsiteY508" fmla="*/ 98679 h 514350"/>
                <a:gd name="connsiteX509" fmla="*/ 95536 w 742950"/>
                <a:gd name="connsiteY509" fmla="*/ 100108 h 514350"/>
                <a:gd name="connsiteX510" fmla="*/ 97441 w 742950"/>
                <a:gd name="connsiteY510" fmla="*/ 102108 h 514350"/>
                <a:gd name="connsiteX511" fmla="*/ 98298 w 742950"/>
                <a:gd name="connsiteY511" fmla="*/ 102775 h 514350"/>
                <a:gd name="connsiteX512" fmla="*/ 102965 w 742950"/>
                <a:gd name="connsiteY512" fmla="*/ 104775 h 514350"/>
                <a:gd name="connsiteX513" fmla="*/ 113538 w 742950"/>
                <a:gd name="connsiteY513" fmla="*/ 112967 h 514350"/>
                <a:gd name="connsiteX514" fmla="*/ 115348 w 742950"/>
                <a:gd name="connsiteY514" fmla="*/ 115062 h 514350"/>
                <a:gd name="connsiteX515" fmla="*/ 115443 w 742950"/>
                <a:gd name="connsiteY515" fmla="*/ 117158 h 514350"/>
                <a:gd name="connsiteX516" fmla="*/ 116681 w 742950"/>
                <a:gd name="connsiteY516" fmla="*/ 117729 h 514350"/>
                <a:gd name="connsiteX517" fmla="*/ 118205 w 742950"/>
                <a:gd name="connsiteY517" fmla="*/ 117919 h 514350"/>
                <a:gd name="connsiteX518" fmla="*/ 119634 w 742950"/>
                <a:gd name="connsiteY518" fmla="*/ 118300 h 514350"/>
                <a:gd name="connsiteX519" fmla="*/ 120491 w 742950"/>
                <a:gd name="connsiteY519" fmla="*/ 119444 h 514350"/>
                <a:gd name="connsiteX520" fmla="*/ 120301 w 742950"/>
                <a:gd name="connsiteY520" fmla="*/ 119253 h 514350"/>
                <a:gd name="connsiteX521" fmla="*/ 120015 w 742950"/>
                <a:gd name="connsiteY521" fmla="*/ 119444 h 514350"/>
                <a:gd name="connsiteX522" fmla="*/ 119825 w 742950"/>
                <a:gd name="connsiteY522" fmla="*/ 119825 h 514350"/>
                <a:gd name="connsiteX523" fmla="*/ 119729 w 742950"/>
                <a:gd name="connsiteY523" fmla="*/ 120301 h 514350"/>
                <a:gd name="connsiteX524" fmla="*/ 119825 w 742950"/>
                <a:gd name="connsiteY524" fmla="*/ 120587 h 514350"/>
                <a:gd name="connsiteX525" fmla="*/ 120015 w 742950"/>
                <a:gd name="connsiteY525" fmla="*/ 120968 h 514350"/>
                <a:gd name="connsiteX526" fmla="*/ 120491 w 742950"/>
                <a:gd name="connsiteY526" fmla="*/ 121634 h 514350"/>
                <a:gd name="connsiteX527" fmla="*/ 120968 w 742950"/>
                <a:gd name="connsiteY527" fmla="*/ 122111 h 514350"/>
                <a:gd name="connsiteX528" fmla="*/ 122015 w 742950"/>
                <a:gd name="connsiteY528" fmla="*/ 122968 h 514350"/>
                <a:gd name="connsiteX529" fmla="*/ 122396 w 742950"/>
                <a:gd name="connsiteY529" fmla="*/ 123539 h 514350"/>
                <a:gd name="connsiteX530" fmla="*/ 120110 w 742950"/>
                <a:gd name="connsiteY530" fmla="*/ 122015 h 514350"/>
                <a:gd name="connsiteX531" fmla="*/ 118872 w 742950"/>
                <a:gd name="connsiteY531" fmla="*/ 121348 h 514350"/>
                <a:gd name="connsiteX532" fmla="*/ 117634 w 742950"/>
                <a:gd name="connsiteY532" fmla="*/ 121158 h 514350"/>
                <a:gd name="connsiteX533" fmla="*/ 117634 w 742950"/>
                <a:gd name="connsiteY533" fmla="*/ 121634 h 514350"/>
                <a:gd name="connsiteX534" fmla="*/ 118301 w 742950"/>
                <a:gd name="connsiteY534" fmla="*/ 122015 h 514350"/>
                <a:gd name="connsiteX535" fmla="*/ 120015 w 742950"/>
                <a:gd name="connsiteY535" fmla="*/ 124777 h 514350"/>
                <a:gd name="connsiteX536" fmla="*/ 121349 w 742950"/>
                <a:gd name="connsiteY536" fmla="*/ 126492 h 514350"/>
                <a:gd name="connsiteX537" fmla="*/ 121825 w 742950"/>
                <a:gd name="connsiteY537" fmla="*/ 127444 h 514350"/>
                <a:gd name="connsiteX538" fmla="*/ 122015 w 742950"/>
                <a:gd name="connsiteY538" fmla="*/ 128588 h 514350"/>
                <a:gd name="connsiteX539" fmla="*/ 121825 w 742950"/>
                <a:gd name="connsiteY539" fmla="*/ 129731 h 514350"/>
                <a:gd name="connsiteX540" fmla="*/ 121349 w 742950"/>
                <a:gd name="connsiteY540" fmla="*/ 130778 h 514350"/>
                <a:gd name="connsiteX541" fmla="*/ 119348 w 742950"/>
                <a:gd name="connsiteY541" fmla="*/ 134112 h 514350"/>
                <a:gd name="connsiteX542" fmla="*/ 118872 w 742950"/>
                <a:gd name="connsiteY542" fmla="*/ 134493 h 514350"/>
                <a:gd name="connsiteX543" fmla="*/ 116681 w 742950"/>
                <a:gd name="connsiteY543" fmla="*/ 135731 h 514350"/>
                <a:gd name="connsiteX544" fmla="*/ 115729 w 742950"/>
                <a:gd name="connsiteY544" fmla="*/ 137350 h 514350"/>
                <a:gd name="connsiteX545" fmla="*/ 114872 w 742950"/>
                <a:gd name="connsiteY545" fmla="*/ 137541 h 514350"/>
                <a:gd name="connsiteX546" fmla="*/ 113348 w 742950"/>
                <a:gd name="connsiteY546" fmla="*/ 138398 h 514350"/>
                <a:gd name="connsiteX547" fmla="*/ 107252 w 742950"/>
                <a:gd name="connsiteY547" fmla="*/ 139541 h 514350"/>
                <a:gd name="connsiteX548" fmla="*/ 105251 w 742950"/>
                <a:gd name="connsiteY548" fmla="*/ 139065 h 514350"/>
                <a:gd name="connsiteX549" fmla="*/ 106204 w 742950"/>
                <a:gd name="connsiteY549" fmla="*/ 137731 h 514350"/>
                <a:gd name="connsiteX550" fmla="*/ 106871 w 742950"/>
                <a:gd name="connsiteY550" fmla="*/ 136589 h 514350"/>
                <a:gd name="connsiteX551" fmla="*/ 106680 w 742950"/>
                <a:gd name="connsiteY551" fmla="*/ 135636 h 514350"/>
                <a:gd name="connsiteX552" fmla="*/ 105251 w 742950"/>
                <a:gd name="connsiteY552" fmla="*/ 134684 h 514350"/>
                <a:gd name="connsiteX553" fmla="*/ 104394 w 742950"/>
                <a:gd name="connsiteY553" fmla="*/ 134684 h 514350"/>
                <a:gd name="connsiteX554" fmla="*/ 101156 w 742950"/>
                <a:gd name="connsiteY554" fmla="*/ 132112 h 514350"/>
                <a:gd name="connsiteX555" fmla="*/ 99632 w 742950"/>
                <a:gd name="connsiteY555" fmla="*/ 131445 h 514350"/>
                <a:gd name="connsiteX556" fmla="*/ 98584 w 742950"/>
                <a:gd name="connsiteY556" fmla="*/ 131636 h 514350"/>
                <a:gd name="connsiteX557" fmla="*/ 97917 w 742950"/>
                <a:gd name="connsiteY557" fmla="*/ 132207 h 514350"/>
                <a:gd name="connsiteX558" fmla="*/ 96584 w 742950"/>
                <a:gd name="connsiteY558" fmla="*/ 133826 h 514350"/>
                <a:gd name="connsiteX559" fmla="*/ 96203 w 742950"/>
                <a:gd name="connsiteY559" fmla="*/ 134017 h 514350"/>
                <a:gd name="connsiteX560" fmla="*/ 95726 w 742950"/>
                <a:gd name="connsiteY560" fmla="*/ 134017 h 514350"/>
                <a:gd name="connsiteX561" fmla="*/ 95345 w 742950"/>
                <a:gd name="connsiteY561" fmla="*/ 134112 h 514350"/>
                <a:gd name="connsiteX562" fmla="*/ 95155 w 742950"/>
                <a:gd name="connsiteY562" fmla="*/ 134398 h 514350"/>
                <a:gd name="connsiteX563" fmla="*/ 95250 w 742950"/>
                <a:gd name="connsiteY563" fmla="*/ 135160 h 514350"/>
                <a:gd name="connsiteX564" fmla="*/ 95726 w 742950"/>
                <a:gd name="connsiteY564" fmla="*/ 135255 h 514350"/>
                <a:gd name="connsiteX565" fmla="*/ 96298 w 742950"/>
                <a:gd name="connsiteY565" fmla="*/ 135160 h 514350"/>
                <a:gd name="connsiteX566" fmla="*/ 96584 w 742950"/>
                <a:gd name="connsiteY566" fmla="*/ 135255 h 514350"/>
                <a:gd name="connsiteX567" fmla="*/ 96679 w 742950"/>
                <a:gd name="connsiteY567" fmla="*/ 135731 h 514350"/>
                <a:gd name="connsiteX568" fmla="*/ 96584 w 742950"/>
                <a:gd name="connsiteY568" fmla="*/ 136112 h 514350"/>
                <a:gd name="connsiteX569" fmla="*/ 96393 w 742950"/>
                <a:gd name="connsiteY569" fmla="*/ 136398 h 514350"/>
                <a:gd name="connsiteX570" fmla="*/ 96298 w 742950"/>
                <a:gd name="connsiteY570" fmla="*/ 136874 h 514350"/>
                <a:gd name="connsiteX571" fmla="*/ 96393 w 742950"/>
                <a:gd name="connsiteY571" fmla="*/ 137446 h 514350"/>
                <a:gd name="connsiteX572" fmla="*/ 96869 w 742950"/>
                <a:gd name="connsiteY572" fmla="*/ 138589 h 514350"/>
                <a:gd name="connsiteX573" fmla="*/ 97250 w 742950"/>
                <a:gd name="connsiteY573" fmla="*/ 140398 h 514350"/>
                <a:gd name="connsiteX574" fmla="*/ 98203 w 742950"/>
                <a:gd name="connsiteY574" fmla="*/ 142304 h 514350"/>
                <a:gd name="connsiteX575" fmla="*/ 98393 w 742950"/>
                <a:gd name="connsiteY575" fmla="*/ 143542 h 514350"/>
                <a:gd name="connsiteX576" fmla="*/ 98489 w 742950"/>
                <a:gd name="connsiteY576" fmla="*/ 145066 h 514350"/>
                <a:gd name="connsiteX577" fmla="*/ 98870 w 742950"/>
                <a:gd name="connsiteY577" fmla="*/ 145733 h 514350"/>
                <a:gd name="connsiteX578" fmla="*/ 99536 w 742950"/>
                <a:gd name="connsiteY578" fmla="*/ 145828 h 514350"/>
                <a:gd name="connsiteX579" fmla="*/ 104775 w 742950"/>
                <a:gd name="connsiteY579" fmla="*/ 145733 h 514350"/>
                <a:gd name="connsiteX580" fmla="*/ 103918 w 742950"/>
                <a:gd name="connsiteY580" fmla="*/ 146590 h 514350"/>
                <a:gd name="connsiteX581" fmla="*/ 101822 w 742950"/>
                <a:gd name="connsiteY581" fmla="*/ 147161 h 514350"/>
                <a:gd name="connsiteX582" fmla="*/ 101346 w 742950"/>
                <a:gd name="connsiteY582" fmla="*/ 148019 h 514350"/>
                <a:gd name="connsiteX583" fmla="*/ 102489 w 742950"/>
                <a:gd name="connsiteY583" fmla="*/ 148400 h 514350"/>
                <a:gd name="connsiteX584" fmla="*/ 103537 w 742950"/>
                <a:gd name="connsiteY584" fmla="*/ 149066 h 514350"/>
                <a:gd name="connsiteX585" fmla="*/ 95631 w 742950"/>
                <a:gd name="connsiteY585" fmla="*/ 148876 h 514350"/>
                <a:gd name="connsiteX586" fmla="*/ 93917 w 742950"/>
                <a:gd name="connsiteY586" fmla="*/ 148019 h 514350"/>
                <a:gd name="connsiteX587" fmla="*/ 93726 w 742950"/>
                <a:gd name="connsiteY587" fmla="*/ 147828 h 514350"/>
                <a:gd name="connsiteX588" fmla="*/ 93917 w 742950"/>
                <a:gd name="connsiteY588" fmla="*/ 147447 h 514350"/>
                <a:gd name="connsiteX589" fmla="*/ 94393 w 742950"/>
                <a:gd name="connsiteY589" fmla="*/ 145828 h 514350"/>
                <a:gd name="connsiteX590" fmla="*/ 94679 w 742950"/>
                <a:gd name="connsiteY590" fmla="*/ 145352 h 514350"/>
                <a:gd name="connsiteX591" fmla="*/ 94488 w 742950"/>
                <a:gd name="connsiteY591" fmla="*/ 145161 h 514350"/>
                <a:gd name="connsiteX592" fmla="*/ 91250 w 742950"/>
                <a:gd name="connsiteY592" fmla="*/ 145066 h 514350"/>
                <a:gd name="connsiteX593" fmla="*/ 89726 w 742950"/>
                <a:gd name="connsiteY593" fmla="*/ 145923 h 514350"/>
                <a:gd name="connsiteX594" fmla="*/ 88202 w 742950"/>
                <a:gd name="connsiteY594" fmla="*/ 146114 h 514350"/>
                <a:gd name="connsiteX595" fmla="*/ 85154 w 742950"/>
                <a:gd name="connsiteY595" fmla="*/ 146018 h 514350"/>
                <a:gd name="connsiteX596" fmla="*/ 85630 w 742950"/>
                <a:gd name="connsiteY596" fmla="*/ 146494 h 514350"/>
                <a:gd name="connsiteX597" fmla="*/ 87059 w 742950"/>
                <a:gd name="connsiteY597" fmla="*/ 147161 h 514350"/>
                <a:gd name="connsiteX598" fmla="*/ 87344 w 742950"/>
                <a:gd name="connsiteY598" fmla="*/ 147256 h 514350"/>
                <a:gd name="connsiteX599" fmla="*/ 87249 w 742950"/>
                <a:gd name="connsiteY599" fmla="*/ 147828 h 514350"/>
                <a:gd name="connsiteX600" fmla="*/ 86963 w 742950"/>
                <a:gd name="connsiteY600" fmla="*/ 148400 h 514350"/>
                <a:gd name="connsiteX601" fmla="*/ 86582 w 742950"/>
                <a:gd name="connsiteY601" fmla="*/ 148781 h 514350"/>
                <a:gd name="connsiteX602" fmla="*/ 84773 w 742950"/>
                <a:gd name="connsiteY602" fmla="*/ 149257 h 514350"/>
                <a:gd name="connsiteX603" fmla="*/ 83820 w 742950"/>
                <a:gd name="connsiteY603" fmla="*/ 149733 h 514350"/>
                <a:gd name="connsiteX604" fmla="*/ 82772 w 742950"/>
                <a:gd name="connsiteY604" fmla="*/ 150114 h 514350"/>
                <a:gd name="connsiteX605" fmla="*/ 81439 w 742950"/>
                <a:gd name="connsiteY605" fmla="*/ 149923 h 514350"/>
                <a:gd name="connsiteX606" fmla="*/ 80010 w 742950"/>
                <a:gd name="connsiteY606" fmla="*/ 149162 h 514350"/>
                <a:gd name="connsiteX607" fmla="*/ 79439 w 742950"/>
                <a:gd name="connsiteY607" fmla="*/ 149066 h 514350"/>
                <a:gd name="connsiteX608" fmla="*/ 78867 w 742950"/>
                <a:gd name="connsiteY608" fmla="*/ 149162 h 514350"/>
                <a:gd name="connsiteX609" fmla="*/ 76581 w 742950"/>
                <a:gd name="connsiteY609" fmla="*/ 150400 h 514350"/>
                <a:gd name="connsiteX610" fmla="*/ 75724 w 742950"/>
                <a:gd name="connsiteY610" fmla="*/ 151448 h 514350"/>
                <a:gd name="connsiteX611" fmla="*/ 74867 w 742950"/>
                <a:gd name="connsiteY611" fmla="*/ 152305 h 514350"/>
                <a:gd name="connsiteX612" fmla="*/ 71819 w 742950"/>
                <a:gd name="connsiteY612" fmla="*/ 151829 h 514350"/>
                <a:gd name="connsiteX613" fmla="*/ 69437 w 742950"/>
                <a:gd name="connsiteY613" fmla="*/ 152305 h 514350"/>
                <a:gd name="connsiteX614" fmla="*/ 67437 w 742950"/>
                <a:gd name="connsiteY614" fmla="*/ 152305 h 514350"/>
                <a:gd name="connsiteX615" fmla="*/ 66580 w 742950"/>
                <a:gd name="connsiteY615" fmla="*/ 150590 h 514350"/>
                <a:gd name="connsiteX616" fmla="*/ 66770 w 742950"/>
                <a:gd name="connsiteY616" fmla="*/ 150019 h 514350"/>
                <a:gd name="connsiteX617" fmla="*/ 67532 w 742950"/>
                <a:gd name="connsiteY617" fmla="*/ 148495 h 514350"/>
                <a:gd name="connsiteX618" fmla="*/ 67628 w 742950"/>
                <a:gd name="connsiteY618" fmla="*/ 148019 h 514350"/>
                <a:gd name="connsiteX619" fmla="*/ 67342 w 742950"/>
                <a:gd name="connsiteY619" fmla="*/ 147256 h 514350"/>
                <a:gd name="connsiteX620" fmla="*/ 66866 w 742950"/>
                <a:gd name="connsiteY620" fmla="*/ 147066 h 514350"/>
                <a:gd name="connsiteX621" fmla="*/ 66294 w 742950"/>
                <a:gd name="connsiteY621" fmla="*/ 146971 h 514350"/>
                <a:gd name="connsiteX622" fmla="*/ 65723 w 742950"/>
                <a:gd name="connsiteY622" fmla="*/ 146685 h 514350"/>
                <a:gd name="connsiteX623" fmla="*/ 64960 w 742950"/>
                <a:gd name="connsiteY623" fmla="*/ 145447 h 514350"/>
                <a:gd name="connsiteX624" fmla="*/ 64103 w 742950"/>
                <a:gd name="connsiteY624" fmla="*/ 142685 h 514350"/>
                <a:gd name="connsiteX625" fmla="*/ 63532 w 742950"/>
                <a:gd name="connsiteY625" fmla="*/ 141446 h 514350"/>
                <a:gd name="connsiteX626" fmla="*/ 63913 w 742950"/>
                <a:gd name="connsiteY626" fmla="*/ 140970 h 514350"/>
                <a:gd name="connsiteX627" fmla="*/ 64199 w 742950"/>
                <a:gd name="connsiteY627" fmla="*/ 140494 h 514350"/>
                <a:gd name="connsiteX628" fmla="*/ 64675 w 742950"/>
                <a:gd name="connsiteY628" fmla="*/ 139541 h 514350"/>
                <a:gd name="connsiteX629" fmla="*/ 64103 w 742950"/>
                <a:gd name="connsiteY629" fmla="*/ 139160 h 514350"/>
                <a:gd name="connsiteX630" fmla="*/ 63818 w 742950"/>
                <a:gd name="connsiteY630" fmla="*/ 138589 h 514350"/>
                <a:gd name="connsiteX631" fmla="*/ 63532 w 742950"/>
                <a:gd name="connsiteY631" fmla="*/ 137160 h 514350"/>
                <a:gd name="connsiteX632" fmla="*/ 63627 w 742950"/>
                <a:gd name="connsiteY632" fmla="*/ 136969 h 514350"/>
                <a:gd name="connsiteX633" fmla="*/ 63818 w 742950"/>
                <a:gd name="connsiteY633" fmla="*/ 136589 h 514350"/>
                <a:gd name="connsiteX634" fmla="*/ 64008 w 742950"/>
                <a:gd name="connsiteY634" fmla="*/ 136208 h 514350"/>
                <a:gd name="connsiteX635" fmla="*/ 64008 w 742950"/>
                <a:gd name="connsiteY635" fmla="*/ 135731 h 514350"/>
                <a:gd name="connsiteX636" fmla="*/ 63818 w 742950"/>
                <a:gd name="connsiteY636" fmla="*/ 135541 h 514350"/>
                <a:gd name="connsiteX637" fmla="*/ 63056 w 742950"/>
                <a:gd name="connsiteY637" fmla="*/ 135255 h 514350"/>
                <a:gd name="connsiteX638" fmla="*/ 62865 w 742950"/>
                <a:gd name="connsiteY638" fmla="*/ 134969 h 514350"/>
                <a:gd name="connsiteX639" fmla="*/ 62675 w 742950"/>
                <a:gd name="connsiteY639" fmla="*/ 134588 h 514350"/>
                <a:gd name="connsiteX640" fmla="*/ 62294 w 742950"/>
                <a:gd name="connsiteY640" fmla="*/ 134207 h 514350"/>
                <a:gd name="connsiteX641" fmla="*/ 61722 w 742950"/>
                <a:gd name="connsiteY641" fmla="*/ 133921 h 514350"/>
                <a:gd name="connsiteX642" fmla="*/ 61246 w 742950"/>
                <a:gd name="connsiteY642" fmla="*/ 133826 h 514350"/>
                <a:gd name="connsiteX643" fmla="*/ 60579 w 742950"/>
                <a:gd name="connsiteY643" fmla="*/ 133826 h 514350"/>
                <a:gd name="connsiteX644" fmla="*/ 60293 w 742950"/>
                <a:gd name="connsiteY644" fmla="*/ 133921 h 514350"/>
                <a:gd name="connsiteX645" fmla="*/ 58960 w 742950"/>
                <a:gd name="connsiteY645" fmla="*/ 136589 h 514350"/>
                <a:gd name="connsiteX646" fmla="*/ 58769 w 742950"/>
                <a:gd name="connsiteY646" fmla="*/ 137731 h 514350"/>
                <a:gd name="connsiteX647" fmla="*/ 58865 w 742950"/>
                <a:gd name="connsiteY647" fmla="*/ 140684 h 514350"/>
                <a:gd name="connsiteX648" fmla="*/ 58579 w 742950"/>
                <a:gd name="connsiteY648" fmla="*/ 142113 h 514350"/>
                <a:gd name="connsiteX649" fmla="*/ 57817 w 742950"/>
                <a:gd name="connsiteY649" fmla="*/ 142970 h 514350"/>
                <a:gd name="connsiteX650" fmla="*/ 55912 w 742950"/>
                <a:gd name="connsiteY650" fmla="*/ 143827 h 514350"/>
                <a:gd name="connsiteX651" fmla="*/ 55150 w 742950"/>
                <a:gd name="connsiteY651" fmla="*/ 144399 h 514350"/>
                <a:gd name="connsiteX652" fmla="*/ 54674 w 742950"/>
                <a:gd name="connsiteY652" fmla="*/ 144685 h 514350"/>
                <a:gd name="connsiteX653" fmla="*/ 54102 w 742950"/>
                <a:gd name="connsiteY653" fmla="*/ 144780 h 514350"/>
                <a:gd name="connsiteX654" fmla="*/ 53531 w 742950"/>
                <a:gd name="connsiteY654" fmla="*/ 144685 h 514350"/>
                <a:gd name="connsiteX655" fmla="*/ 52769 w 742950"/>
                <a:gd name="connsiteY655" fmla="*/ 144018 h 514350"/>
                <a:gd name="connsiteX656" fmla="*/ 52483 w 742950"/>
                <a:gd name="connsiteY656" fmla="*/ 143827 h 514350"/>
                <a:gd name="connsiteX657" fmla="*/ 51340 w 742950"/>
                <a:gd name="connsiteY657" fmla="*/ 143542 h 514350"/>
                <a:gd name="connsiteX658" fmla="*/ 50292 w 742950"/>
                <a:gd name="connsiteY658" fmla="*/ 142780 h 514350"/>
                <a:gd name="connsiteX659" fmla="*/ 49530 w 742950"/>
                <a:gd name="connsiteY659" fmla="*/ 141732 h 514350"/>
                <a:gd name="connsiteX660" fmla="*/ 49054 w 742950"/>
                <a:gd name="connsiteY660" fmla="*/ 140398 h 514350"/>
                <a:gd name="connsiteX661" fmla="*/ 49054 w 742950"/>
                <a:gd name="connsiteY661" fmla="*/ 139732 h 514350"/>
                <a:gd name="connsiteX662" fmla="*/ 49435 w 742950"/>
                <a:gd name="connsiteY662" fmla="*/ 138494 h 514350"/>
                <a:gd name="connsiteX663" fmla="*/ 49340 w 742950"/>
                <a:gd name="connsiteY663" fmla="*/ 138113 h 514350"/>
                <a:gd name="connsiteX664" fmla="*/ 48673 w 742950"/>
                <a:gd name="connsiteY664" fmla="*/ 137827 h 514350"/>
                <a:gd name="connsiteX665" fmla="*/ 48101 w 742950"/>
                <a:gd name="connsiteY665" fmla="*/ 138208 h 514350"/>
                <a:gd name="connsiteX666" fmla="*/ 47339 w 742950"/>
                <a:gd name="connsiteY666" fmla="*/ 139351 h 514350"/>
                <a:gd name="connsiteX667" fmla="*/ 47149 w 742950"/>
                <a:gd name="connsiteY667" fmla="*/ 140018 h 514350"/>
                <a:gd name="connsiteX668" fmla="*/ 47149 w 742950"/>
                <a:gd name="connsiteY668" fmla="*/ 140875 h 514350"/>
                <a:gd name="connsiteX669" fmla="*/ 47054 w 742950"/>
                <a:gd name="connsiteY669" fmla="*/ 141637 h 514350"/>
                <a:gd name="connsiteX670" fmla="*/ 46577 w 742950"/>
                <a:gd name="connsiteY670" fmla="*/ 141923 h 514350"/>
                <a:gd name="connsiteX671" fmla="*/ 42672 w 742950"/>
                <a:gd name="connsiteY671" fmla="*/ 142399 h 514350"/>
                <a:gd name="connsiteX672" fmla="*/ 42101 w 742950"/>
                <a:gd name="connsiteY672" fmla="*/ 142018 h 514350"/>
                <a:gd name="connsiteX673" fmla="*/ 42291 w 742950"/>
                <a:gd name="connsiteY673" fmla="*/ 140970 h 514350"/>
                <a:gd name="connsiteX674" fmla="*/ 43148 w 742950"/>
                <a:gd name="connsiteY674" fmla="*/ 139160 h 514350"/>
                <a:gd name="connsiteX675" fmla="*/ 42291 w 742950"/>
                <a:gd name="connsiteY675" fmla="*/ 139446 h 514350"/>
                <a:gd name="connsiteX676" fmla="*/ 39910 w 742950"/>
                <a:gd name="connsiteY676" fmla="*/ 142018 h 514350"/>
                <a:gd name="connsiteX677" fmla="*/ 38767 w 742950"/>
                <a:gd name="connsiteY677" fmla="*/ 142589 h 514350"/>
                <a:gd name="connsiteX678" fmla="*/ 37719 w 742950"/>
                <a:gd name="connsiteY678" fmla="*/ 142685 h 514350"/>
                <a:gd name="connsiteX679" fmla="*/ 35338 w 742950"/>
                <a:gd name="connsiteY679" fmla="*/ 142494 h 514350"/>
                <a:gd name="connsiteX680" fmla="*/ 34766 w 742950"/>
                <a:gd name="connsiteY680" fmla="*/ 142208 h 514350"/>
                <a:gd name="connsiteX681" fmla="*/ 34576 w 742950"/>
                <a:gd name="connsiteY681" fmla="*/ 141542 h 514350"/>
                <a:gd name="connsiteX682" fmla="*/ 34576 w 742950"/>
                <a:gd name="connsiteY682" fmla="*/ 140779 h 514350"/>
                <a:gd name="connsiteX683" fmla="*/ 34481 w 742950"/>
                <a:gd name="connsiteY683" fmla="*/ 140113 h 514350"/>
                <a:gd name="connsiteX684" fmla="*/ 34100 w 742950"/>
                <a:gd name="connsiteY684" fmla="*/ 139541 h 514350"/>
                <a:gd name="connsiteX685" fmla="*/ 33242 w 742950"/>
                <a:gd name="connsiteY685" fmla="*/ 138875 h 514350"/>
                <a:gd name="connsiteX686" fmla="*/ 32861 w 742950"/>
                <a:gd name="connsiteY686" fmla="*/ 138494 h 514350"/>
                <a:gd name="connsiteX687" fmla="*/ 32576 w 742950"/>
                <a:gd name="connsiteY687" fmla="*/ 137350 h 514350"/>
                <a:gd name="connsiteX688" fmla="*/ 33433 w 742950"/>
                <a:gd name="connsiteY688" fmla="*/ 136874 h 514350"/>
                <a:gd name="connsiteX689" fmla="*/ 34766 w 742950"/>
                <a:gd name="connsiteY689" fmla="*/ 136398 h 514350"/>
                <a:gd name="connsiteX690" fmla="*/ 35624 w 742950"/>
                <a:gd name="connsiteY690" fmla="*/ 135446 h 514350"/>
                <a:gd name="connsiteX691" fmla="*/ 35052 w 742950"/>
                <a:gd name="connsiteY691" fmla="*/ 135827 h 514350"/>
                <a:gd name="connsiteX692" fmla="*/ 34481 w 742950"/>
                <a:gd name="connsiteY692" fmla="*/ 135922 h 514350"/>
                <a:gd name="connsiteX693" fmla="*/ 33147 w 742950"/>
                <a:gd name="connsiteY693" fmla="*/ 135922 h 514350"/>
                <a:gd name="connsiteX694" fmla="*/ 33052 w 742950"/>
                <a:gd name="connsiteY694" fmla="*/ 135636 h 514350"/>
                <a:gd name="connsiteX695" fmla="*/ 31337 w 742950"/>
                <a:gd name="connsiteY695" fmla="*/ 134493 h 514350"/>
                <a:gd name="connsiteX696" fmla="*/ 30861 w 742950"/>
                <a:gd name="connsiteY696" fmla="*/ 133541 h 514350"/>
                <a:gd name="connsiteX697" fmla="*/ 30194 w 742950"/>
                <a:gd name="connsiteY697" fmla="*/ 130873 h 514350"/>
                <a:gd name="connsiteX698" fmla="*/ 29813 w 742950"/>
                <a:gd name="connsiteY698" fmla="*/ 129731 h 514350"/>
                <a:gd name="connsiteX699" fmla="*/ 27527 w 742950"/>
                <a:gd name="connsiteY699" fmla="*/ 126778 h 514350"/>
                <a:gd name="connsiteX700" fmla="*/ 26956 w 742950"/>
                <a:gd name="connsiteY700" fmla="*/ 125444 h 514350"/>
                <a:gd name="connsiteX701" fmla="*/ 26956 w 742950"/>
                <a:gd name="connsiteY701" fmla="*/ 124777 h 514350"/>
                <a:gd name="connsiteX702" fmla="*/ 27146 w 742950"/>
                <a:gd name="connsiteY702" fmla="*/ 124016 h 514350"/>
                <a:gd name="connsiteX703" fmla="*/ 27242 w 742950"/>
                <a:gd name="connsiteY703" fmla="*/ 123254 h 514350"/>
                <a:gd name="connsiteX704" fmla="*/ 27051 w 742950"/>
                <a:gd name="connsiteY704" fmla="*/ 122492 h 514350"/>
                <a:gd name="connsiteX705" fmla="*/ 26575 w 742950"/>
                <a:gd name="connsiteY705" fmla="*/ 121920 h 514350"/>
                <a:gd name="connsiteX706" fmla="*/ 25336 w 742950"/>
                <a:gd name="connsiteY706" fmla="*/ 121253 h 514350"/>
                <a:gd name="connsiteX707" fmla="*/ 24765 w 742950"/>
                <a:gd name="connsiteY707" fmla="*/ 120872 h 514350"/>
                <a:gd name="connsiteX708" fmla="*/ 24765 w 742950"/>
                <a:gd name="connsiteY708" fmla="*/ 123635 h 514350"/>
                <a:gd name="connsiteX709" fmla="*/ 25527 w 742950"/>
                <a:gd name="connsiteY709" fmla="*/ 128492 h 514350"/>
                <a:gd name="connsiteX710" fmla="*/ 25146 w 742950"/>
                <a:gd name="connsiteY710" fmla="*/ 130873 h 514350"/>
                <a:gd name="connsiteX711" fmla="*/ 23146 w 742950"/>
                <a:gd name="connsiteY711" fmla="*/ 136112 h 514350"/>
                <a:gd name="connsiteX712" fmla="*/ 21908 w 742950"/>
                <a:gd name="connsiteY712" fmla="*/ 141351 h 514350"/>
                <a:gd name="connsiteX713" fmla="*/ 22098 w 742950"/>
                <a:gd name="connsiteY713" fmla="*/ 141732 h 514350"/>
                <a:gd name="connsiteX714" fmla="*/ 22289 w 742950"/>
                <a:gd name="connsiteY714" fmla="*/ 142399 h 514350"/>
                <a:gd name="connsiteX715" fmla="*/ 22384 w 742950"/>
                <a:gd name="connsiteY715" fmla="*/ 143161 h 514350"/>
                <a:gd name="connsiteX716" fmla="*/ 22289 w 742950"/>
                <a:gd name="connsiteY716" fmla="*/ 143827 h 514350"/>
                <a:gd name="connsiteX717" fmla="*/ 21908 w 742950"/>
                <a:gd name="connsiteY717" fmla="*/ 143732 h 514350"/>
                <a:gd name="connsiteX718" fmla="*/ 21050 w 742950"/>
                <a:gd name="connsiteY718" fmla="*/ 144113 h 514350"/>
                <a:gd name="connsiteX719" fmla="*/ 20384 w 742950"/>
                <a:gd name="connsiteY719" fmla="*/ 144494 h 514350"/>
                <a:gd name="connsiteX720" fmla="*/ 20669 w 742950"/>
                <a:gd name="connsiteY720" fmla="*/ 144685 h 514350"/>
                <a:gd name="connsiteX721" fmla="*/ 20669 w 742950"/>
                <a:gd name="connsiteY721" fmla="*/ 144875 h 514350"/>
                <a:gd name="connsiteX722" fmla="*/ 20288 w 742950"/>
                <a:gd name="connsiteY722" fmla="*/ 146114 h 514350"/>
                <a:gd name="connsiteX723" fmla="*/ 20193 w 742950"/>
                <a:gd name="connsiteY723" fmla="*/ 146780 h 514350"/>
                <a:gd name="connsiteX724" fmla="*/ 20479 w 742950"/>
                <a:gd name="connsiteY724" fmla="*/ 147256 h 514350"/>
                <a:gd name="connsiteX725" fmla="*/ 21812 w 742950"/>
                <a:gd name="connsiteY725" fmla="*/ 147638 h 514350"/>
                <a:gd name="connsiteX726" fmla="*/ 22289 w 742950"/>
                <a:gd name="connsiteY726" fmla="*/ 148019 h 514350"/>
                <a:gd name="connsiteX727" fmla="*/ 22003 w 742950"/>
                <a:gd name="connsiteY727" fmla="*/ 150495 h 514350"/>
                <a:gd name="connsiteX728" fmla="*/ 20384 w 742950"/>
                <a:gd name="connsiteY728" fmla="*/ 153543 h 514350"/>
                <a:gd name="connsiteX729" fmla="*/ 17240 w 742950"/>
                <a:gd name="connsiteY729" fmla="*/ 157925 h 514350"/>
                <a:gd name="connsiteX730" fmla="*/ 16097 w 742950"/>
                <a:gd name="connsiteY730" fmla="*/ 160211 h 514350"/>
                <a:gd name="connsiteX731" fmla="*/ 15335 w 742950"/>
                <a:gd name="connsiteY731" fmla="*/ 162496 h 514350"/>
                <a:gd name="connsiteX732" fmla="*/ 13526 w 742950"/>
                <a:gd name="connsiteY732" fmla="*/ 174403 h 514350"/>
                <a:gd name="connsiteX733" fmla="*/ 13621 w 742950"/>
                <a:gd name="connsiteY733" fmla="*/ 176594 h 514350"/>
                <a:gd name="connsiteX734" fmla="*/ 14573 w 742950"/>
                <a:gd name="connsiteY734" fmla="*/ 179261 h 514350"/>
                <a:gd name="connsiteX735" fmla="*/ 15716 w 742950"/>
                <a:gd name="connsiteY735" fmla="*/ 180404 h 514350"/>
                <a:gd name="connsiteX736" fmla="*/ 15907 w 742950"/>
                <a:gd name="connsiteY736" fmla="*/ 181070 h 514350"/>
                <a:gd name="connsiteX737" fmla="*/ 15240 w 742950"/>
                <a:gd name="connsiteY737" fmla="*/ 181642 h 514350"/>
                <a:gd name="connsiteX738" fmla="*/ 16669 w 742950"/>
                <a:gd name="connsiteY738" fmla="*/ 183547 h 514350"/>
                <a:gd name="connsiteX739" fmla="*/ 17240 w 742950"/>
                <a:gd name="connsiteY739" fmla="*/ 184785 h 514350"/>
                <a:gd name="connsiteX740" fmla="*/ 16859 w 742950"/>
                <a:gd name="connsiteY740" fmla="*/ 186023 h 514350"/>
                <a:gd name="connsiteX741" fmla="*/ 16383 w 742950"/>
                <a:gd name="connsiteY741" fmla="*/ 187071 h 514350"/>
                <a:gd name="connsiteX742" fmla="*/ 16002 w 742950"/>
                <a:gd name="connsiteY742" fmla="*/ 188690 h 514350"/>
                <a:gd name="connsiteX743" fmla="*/ 15621 w 742950"/>
                <a:gd name="connsiteY743" fmla="*/ 191643 h 514350"/>
                <a:gd name="connsiteX744" fmla="*/ 16383 w 742950"/>
                <a:gd name="connsiteY744" fmla="*/ 193167 h 514350"/>
                <a:gd name="connsiteX745" fmla="*/ 18193 w 742950"/>
                <a:gd name="connsiteY745" fmla="*/ 195072 h 514350"/>
                <a:gd name="connsiteX746" fmla="*/ 23241 w 742950"/>
                <a:gd name="connsiteY746" fmla="*/ 199168 h 514350"/>
                <a:gd name="connsiteX747" fmla="*/ 23717 w 742950"/>
                <a:gd name="connsiteY747" fmla="*/ 199930 h 514350"/>
                <a:gd name="connsiteX748" fmla="*/ 24003 w 742950"/>
                <a:gd name="connsiteY748" fmla="*/ 202597 h 514350"/>
                <a:gd name="connsiteX749" fmla="*/ 24384 w 742950"/>
                <a:gd name="connsiteY749" fmla="*/ 204026 h 514350"/>
                <a:gd name="connsiteX750" fmla="*/ 25051 w 742950"/>
                <a:gd name="connsiteY750" fmla="*/ 205169 h 514350"/>
                <a:gd name="connsiteX751" fmla="*/ 26956 w 742950"/>
                <a:gd name="connsiteY751" fmla="*/ 206026 h 514350"/>
                <a:gd name="connsiteX752" fmla="*/ 27718 w 742950"/>
                <a:gd name="connsiteY752" fmla="*/ 206978 h 514350"/>
                <a:gd name="connsiteX753" fmla="*/ 29242 w 742950"/>
                <a:gd name="connsiteY753" fmla="*/ 210598 h 514350"/>
                <a:gd name="connsiteX754" fmla="*/ 29909 w 742950"/>
                <a:gd name="connsiteY754" fmla="*/ 211550 h 514350"/>
                <a:gd name="connsiteX755" fmla="*/ 31623 w 742950"/>
                <a:gd name="connsiteY755" fmla="*/ 213169 h 514350"/>
                <a:gd name="connsiteX756" fmla="*/ 32004 w 742950"/>
                <a:gd name="connsiteY756" fmla="*/ 212789 h 514350"/>
                <a:gd name="connsiteX757" fmla="*/ 30575 w 742950"/>
                <a:gd name="connsiteY757" fmla="*/ 210979 h 514350"/>
                <a:gd name="connsiteX758" fmla="*/ 29813 w 742950"/>
                <a:gd name="connsiteY758" fmla="*/ 210502 h 514350"/>
                <a:gd name="connsiteX759" fmla="*/ 32290 w 742950"/>
                <a:gd name="connsiteY759" fmla="*/ 211931 h 514350"/>
                <a:gd name="connsiteX760" fmla="*/ 32290 w 742950"/>
                <a:gd name="connsiteY760" fmla="*/ 211455 h 514350"/>
                <a:gd name="connsiteX761" fmla="*/ 31814 w 742950"/>
                <a:gd name="connsiteY761" fmla="*/ 211074 h 514350"/>
                <a:gd name="connsiteX762" fmla="*/ 30194 w 742950"/>
                <a:gd name="connsiteY762" fmla="*/ 209550 h 514350"/>
                <a:gd name="connsiteX763" fmla="*/ 28194 w 742950"/>
                <a:gd name="connsiteY763" fmla="*/ 205835 h 514350"/>
                <a:gd name="connsiteX764" fmla="*/ 27623 w 742950"/>
                <a:gd name="connsiteY764" fmla="*/ 205073 h 514350"/>
                <a:gd name="connsiteX765" fmla="*/ 26099 w 742950"/>
                <a:gd name="connsiteY765" fmla="*/ 203073 h 514350"/>
                <a:gd name="connsiteX766" fmla="*/ 25813 w 742950"/>
                <a:gd name="connsiteY766" fmla="*/ 202502 h 514350"/>
                <a:gd name="connsiteX767" fmla="*/ 25432 w 742950"/>
                <a:gd name="connsiteY767" fmla="*/ 198596 h 514350"/>
                <a:gd name="connsiteX768" fmla="*/ 25241 w 742950"/>
                <a:gd name="connsiteY768" fmla="*/ 197739 h 514350"/>
                <a:gd name="connsiteX769" fmla="*/ 24384 w 742950"/>
                <a:gd name="connsiteY769" fmla="*/ 196310 h 514350"/>
                <a:gd name="connsiteX770" fmla="*/ 24003 w 742950"/>
                <a:gd name="connsiteY770" fmla="*/ 195358 h 514350"/>
                <a:gd name="connsiteX771" fmla="*/ 24003 w 742950"/>
                <a:gd name="connsiteY771" fmla="*/ 194596 h 514350"/>
                <a:gd name="connsiteX772" fmla="*/ 24956 w 742950"/>
                <a:gd name="connsiteY772" fmla="*/ 193739 h 514350"/>
                <a:gd name="connsiteX773" fmla="*/ 25718 w 742950"/>
                <a:gd name="connsiteY773" fmla="*/ 194500 h 514350"/>
                <a:gd name="connsiteX774" fmla="*/ 26575 w 742950"/>
                <a:gd name="connsiteY774" fmla="*/ 196501 h 514350"/>
                <a:gd name="connsiteX775" fmla="*/ 28194 w 742950"/>
                <a:gd name="connsiteY775" fmla="*/ 196977 h 514350"/>
                <a:gd name="connsiteX776" fmla="*/ 30194 w 742950"/>
                <a:gd name="connsiteY776" fmla="*/ 196691 h 514350"/>
                <a:gd name="connsiteX777" fmla="*/ 33814 w 742950"/>
                <a:gd name="connsiteY777" fmla="*/ 195548 h 514350"/>
                <a:gd name="connsiteX778" fmla="*/ 33338 w 742950"/>
                <a:gd name="connsiteY778" fmla="*/ 195929 h 514350"/>
                <a:gd name="connsiteX779" fmla="*/ 32957 w 742950"/>
                <a:gd name="connsiteY779" fmla="*/ 196310 h 514350"/>
                <a:gd name="connsiteX780" fmla="*/ 32671 w 742950"/>
                <a:gd name="connsiteY780" fmla="*/ 196786 h 514350"/>
                <a:gd name="connsiteX781" fmla="*/ 32385 w 742950"/>
                <a:gd name="connsiteY781" fmla="*/ 197453 h 514350"/>
                <a:gd name="connsiteX782" fmla="*/ 36195 w 742950"/>
                <a:gd name="connsiteY782" fmla="*/ 196977 h 514350"/>
                <a:gd name="connsiteX783" fmla="*/ 36957 w 742950"/>
                <a:gd name="connsiteY783" fmla="*/ 196596 h 514350"/>
                <a:gd name="connsiteX784" fmla="*/ 37719 w 742950"/>
                <a:gd name="connsiteY784" fmla="*/ 195834 h 514350"/>
                <a:gd name="connsiteX785" fmla="*/ 38576 w 742950"/>
                <a:gd name="connsiteY785" fmla="*/ 195453 h 514350"/>
                <a:gd name="connsiteX786" fmla="*/ 42005 w 742950"/>
                <a:gd name="connsiteY786" fmla="*/ 198215 h 514350"/>
                <a:gd name="connsiteX787" fmla="*/ 42577 w 742950"/>
                <a:gd name="connsiteY787" fmla="*/ 198501 h 514350"/>
                <a:gd name="connsiteX788" fmla="*/ 43053 w 742950"/>
                <a:gd name="connsiteY788" fmla="*/ 198692 h 514350"/>
                <a:gd name="connsiteX789" fmla="*/ 44006 w 742950"/>
                <a:gd name="connsiteY789" fmla="*/ 199358 h 514350"/>
                <a:gd name="connsiteX790" fmla="*/ 44387 w 742950"/>
                <a:gd name="connsiteY790" fmla="*/ 199549 h 514350"/>
                <a:gd name="connsiteX791" fmla="*/ 44768 w 742950"/>
                <a:gd name="connsiteY791" fmla="*/ 199358 h 514350"/>
                <a:gd name="connsiteX792" fmla="*/ 45625 w 742950"/>
                <a:gd name="connsiteY792" fmla="*/ 198692 h 514350"/>
                <a:gd name="connsiteX793" fmla="*/ 45910 w 742950"/>
                <a:gd name="connsiteY793" fmla="*/ 198501 h 514350"/>
                <a:gd name="connsiteX794" fmla="*/ 46768 w 742950"/>
                <a:gd name="connsiteY794" fmla="*/ 198120 h 514350"/>
                <a:gd name="connsiteX795" fmla="*/ 48959 w 742950"/>
                <a:gd name="connsiteY795" fmla="*/ 195644 h 514350"/>
                <a:gd name="connsiteX796" fmla="*/ 49816 w 742950"/>
                <a:gd name="connsiteY796" fmla="*/ 195072 h 514350"/>
                <a:gd name="connsiteX797" fmla="*/ 50673 w 742950"/>
                <a:gd name="connsiteY797" fmla="*/ 194786 h 514350"/>
                <a:gd name="connsiteX798" fmla="*/ 51626 w 742950"/>
                <a:gd name="connsiteY798" fmla="*/ 194786 h 514350"/>
                <a:gd name="connsiteX799" fmla="*/ 52578 w 742950"/>
                <a:gd name="connsiteY799" fmla="*/ 195072 h 514350"/>
                <a:gd name="connsiteX800" fmla="*/ 53340 w 742950"/>
                <a:gd name="connsiteY800" fmla="*/ 195644 h 514350"/>
                <a:gd name="connsiteX801" fmla="*/ 54578 w 742950"/>
                <a:gd name="connsiteY801" fmla="*/ 196786 h 514350"/>
                <a:gd name="connsiteX802" fmla="*/ 55435 w 742950"/>
                <a:gd name="connsiteY802" fmla="*/ 197072 h 514350"/>
                <a:gd name="connsiteX803" fmla="*/ 57341 w 742950"/>
                <a:gd name="connsiteY803" fmla="*/ 196882 h 514350"/>
                <a:gd name="connsiteX804" fmla="*/ 58103 w 742950"/>
                <a:gd name="connsiteY804" fmla="*/ 197072 h 514350"/>
                <a:gd name="connsiteX805" fmla="*/ 59055 w 742950"/>
                <a:gd name="connsiteY805" fmla="*/ 197930 h 514350"/>
                <a:gd name="connsiteX806" fmla="*/ 59246 w 742950"/>
                <a:gd name="connsiteY806" fmla="*/ 197739 h 514350"/>
                <a:gd name="connsiteX807" fmla="*/ 59341 w 742950"/>
                <a:gd name="connsiteY807" fmla="*/ 197644 h 514350"/>
                <a:gd name="connsiteX808" fmla="*/ 59531 w 742950"/>
                <a:gd name="connsiteY808" fmla="*/ 197548 h 514350"/>
                <a:gd name="connsiteX809" fmla="*/ 59817 w 742950"/>
                <a:gd name="connsiteY809" fmla="*/ 197358 h 514350"/>
                <a:gd name="connsiteX810" fmla="*/ 59436 w 742950"/>
                <a:gd name="connsiteY810" fmla="*/ 198596 h 514350"/>
                <a:gd name="connsiteX811" fmla="*/ 58674 w 742950"/>
                <a:gd name="connsiteY811" fmla="*/ 199549 h 514350"/>
                <a:gd name="connsiteX812" fmla="*/ 57817 w 742950"/>
                <a:gd name="connsiteY812" fmla="*/ 200311 h 514350"/>
                <a:gd name="connsiteX813" fmla="*/ 57245 w 742950"/>
                <a:gd name="connsiteY813" fmla="*/ 201168 h 514350"/>
                <a:gd name="connsiteX814" fmla="*/ 57531 w 742950"/>
                <a:gd name="connsiteY814" fmla="*/ 201263 h 514350"/>
                <a:gd name="connsiteX815" fmla="*/ 57817 w 742950"/>
                <a:gd name="connsiteY815" fmla="*/ 201740 h 514350"/>
                <a:gd name="connsiteX816" fmla="*/ 57817 w 742950"/>
                <a:gd name="connsiteY816" fmla="*/ 202216 h 514350"/>
                <a:gd name="connsiteX817" fmla="*/ 57055 w 742950"/>
                <a:gd name="connsiteY817" fmla="*/ 202406 h 514350"/>
                <a:gd name="connsiteX818" fmla="*/ 56007 w 742950"/>
                <a:gd name="connsiteY818" fmla="*/ 202502 h 514350"/>
                <a:gd name="connsiteX819" fmla="*/ 55531 w 742950"/>
                <a:gd name="connsiteY819" fmla="*/ 202692 h 514350"/>
                <a:gd name="connsiteX820" fmla="*/ 55055 w 742950"/>
                <a:gd name="connsiteY820" fmla="*/ 202978 h 514350"/>
                <a:gd name="connsiteX821" fmla="*/ 55245 w 742950"/>
                <a:gd name="connsiteY821" fmla="*/ 203264 h 514350"/>
                <a:gd name="connsiteX822" fmla="*/ 55531 w 742950"/>
                <a:gd name="connsiteY822" fmla="*/ 203930 h 514350"/>
                <a:gd name="connsiteX823" fmla="*/ 55817 w 742950"/>
                <a:gd name="connsiteY823" fmla="*/ 204311 h 514350"/>
                <a:gd name="connsiteX824" fmla="*/ 54102 w 742950"/>
                <a:gd name="connsiteY824" fmla="*/ 206121 h 514350"/>
                <a:gd name="connsiteX825" fmla="*/ 51340 w 742950"/>
                <a:gd name="connsiteY825" fmla="*/ 210026 h 514350"/>
                <a:gd name="connsiteX826" fmla="*/ 49625 w 742950"/>
                <a:gd name="connsiteY826" fmla="*/ 210884 h 514350"/>
                <a:gd name="connsiteX827" fmla="*/ 49625 w 742950"/>
                <a:gd name="connsiteY827" fmla="*/ 211360 h 514350"/>
                <a:gd name="connsiteX828" fmla="*/ 50197 w 742950"/>
                <a:gd name="connsiteY828" fmla="*/ 211741 h 514350"/>
                <a:gd name="connsiteX829" fmla="*/ 50864 w 742950"/>
                <a:gd name="connsiteY829" fmla="*/ 211836 h 514350"/>
                <a:gd name="connsiteX830" fmla="*/ 51530 w 742950"/>
                <a:gd name="connsiteY830" fmla="*/ 211741 h 514350"/>
                <a:gd name="connsiteX831" fmla="*/ 52102 w 742950"/>
                <a:gd name="connsiteY831" fmla="*/ 211360 h 514350"/>
                <a:gd name="connsiteX832" fmla="*/ 51245 w 742950"/>
                <a:gd name="connsiteY832" fmla="*/ 216598 h 514350"/>
                <a:gd name="connsiteX833" fmla="*/ 51435 w 742950"/>
                <a:gd name="connsiteY833" fmla="*/ 219075 h 514350"/>
                <a:gd name="connsiteX834" fmla="*/ 53245 w 742950"/>
                <a:gd name="connsiteY834" fmla="*/ 220313 h 514350"/>
                <a:gd name="connsiteX835" fmla="*/ 53150 w 742950"/>
                <a:gd name="connsiteY835" fmla="*/ 219170 h 514350"/>
                <a:gd name="connsiteX836" fmla="*/ 52197 w 742950"/>
                <a:gd name="connsiteY836" fmla="*/ 217837 h 514350"/>
                <a:gd name="connsiteX837" fmla="*/ 52197 w 742950"/>
                <a:gd name="connsiteY837" fmla="*/ 216503 h 514350"/>
                <a:gd name="connsiteX838" fmla="*/ 52483 w 742950"/>
                <a:gd name="connsiteY838" fmla="*/ 216694 h 514350"/>
                <a:gd name="connsiteX839" fmla="*/ 53340 w 742950"/>
                <a:gd name="connsiteY839" fmla="*/ 217170 h 514350"/>
                <a:gd name="connsiteX840" fmla="*/ 53626 w 742950"/>
                <a:gd name="connsiteY840" fmla="*/ 217456 h 514350"/>
                <a:gd name="connsiteX841" fmla="*/ 53054 w 742950"/>
                <a:gd name="connsiteY841" fmla="*/ 215932 h 514350"/>
                <a:gd name="connsiteX842" fmla="*/ 52864 w 742950"/>
                <a:gd name="connsiteY842" fmla="*/ 215551 h 514350"/>
                <a:gd name="connsiteX843" fmla="*/ 54293 w 742950"/>
                <a:gd name="connsiteY843" fmla="*/ 215836 h 514350"/>
                <a:gd name="connsiteX844" fmla="*/ 55626 w 742950"/>
                <a:gd name="connsiteY844" fmla="*/ 217170 h 514350"/>
                <a:gd name="connsiteX845" fmla="*/ 57531 w 742950"/>
                <a:gd name="connsiteY845" fmla="*/ 220218 h 514350"/>
                <a:gd name="connsiteX846" fmla="*/ 57817 w 742950"/>
                <a:gd name="connsiteY846" fmla="*/ 220218 h 514350"/>
                <a:gd name="connsiteX847" fmla="*/ 57817 w 742950"/>
                <a:gd name="connsiteY847" fmla="*/ 219265 h 514350"/>
                <a:gd name="connsiteX848" fmla="*/ 57531 w 742950"/>
                <a:gd name="connsiteY848" fmla="*/ 216980 h 514350"/>
                <a:gd name="connsiteX849" fmla="*/ 58198 w 742950"/>
                <a:gd name="connsiteY849" fmla="*/ 217361 h 514350"/>
                <a:gd name="connsiteX850" fmla="*/ 58769 w 742950"/>
                <a:gd name="connsiteY850" fmla="*/ 218027 h 514350"/>
                <a:gd name="connsiteX851" fmla="*/ 59150 w 742950"/>
                <a:gd name="connsiteY851" fmla="*/ 218789 h 514350"/>
                <a:gd name="connsiteX852" fmla="*/ 59341 w 742950"/>
                <a:gd name="connsiteY852" fmla="*/ 219456 h 514350"/>
                <a:gd name="connsiteX853" fmla="*/ 59341 w 742950"/>
                <a:gd name="connsiteY853" fmla="*/ 220790 h 514350"/>
                <a:gd name="connsiteX854" fmla="*/ 59531 w 742950"/>
                <a:gd name="connsiteY854" fmla="*/ 221170 h 514350"/>
                <a:gd name="connsiteX855" fmla="*/ 62103 w 742950"/>
                <a:gd name="connsiteY855" fmla="*/ 220885 h 514350"/>
                <a:gd name="connsiteX856" fmla="*/ 62770 w 742950"/>
                <a:gd name="connsiteY856" fmla="*/ 221075 h 514350"/>
                <a:gd name="connsiteX857" fmla="*/ 63437 w 742950"/>
                <a:gd name="connsiteY857" fmla="*/ 221742 h 514350"/>
                <a:gd name="connsiteX858" fmla="*/ 63913 w 742950"/>
                <a:gd name="connsiteY858" fmla="*/ 222790 h 514350"/>
                <a:gd name="connsiteX859" fmla="*/ 63913 w 742950"/>
                <a:gd name="connsiteY859" fmla="*/ 223552 h 514350"/>
                <a:gd name="connsiteX860" fmla="*/ 63437 w 742950"/>
                <a:gd name="connsiteY860" fmla="*/ 224028 h 514350"/>
                <a:gd name="connsiteX861" fmla="*/ 62579 w 742950"/>
                <a:gd name="connsiteY861" fmla="*/ 224314 h 514350"/>
                <a:gd name="connsiteX862" fmla="*/ 63532 w 742950"/>
                <a:gd name="connsiteY862" fmla="*/ 225171 h 514350"/>
                <a:gd name="connsiteX863" fmla="*/ 65723 w 742950"/>
                <a:gd name="connsiteY863" fmla="*/ 225743 h 514350"/>
                <a:gd name="connsiteX864" fmla="*/ 66866 w 742950"/>
                <a:gd name="connsiteY864" fmla="*/ 226219 h 514350"/>
                <a:gd name="connsiteX865" fmla="*/ 67437 w 742950"/>
                <a:gd name="connsiteY865" fmla="*/ 226695 h 514350"/>
                <a:gd name="connsiteX866" fmla="*/ 68009 w 742950"/>
                <a:gd name="connsiteY866" fmla="*/ 227362 h 514350"/>
                <a:gd name="connsiteX867" fmla="*/ 68199 w 742950"/>
                <a:gd name="connsiteY867" fmla="*/ 228028 h 514350"/>
                <a:gd name="connsiteX868" fmla="*/ 67628 w 742950"/>
                <a:gd name="connsiteY868" fmla="*/ 228695 h 514350"/>
                <a:gd name="connsiteX869" fmla="*/ 67151 w 742950"/>
                <a:gd name="connsiteY869" fmla="*/ 228695 h 514350"/>
                <a:gd name="connsiteX870" fmla="*/ 65913 w 742950"/>
                <a:gd name="connsiteY870" fmla="*/ 228028 h 514350"/>
                <a:gd name="connsiteX871" fmla="*/ 65437 w 742950"/>
                <a:gd name="connsiteY871" fmla="*/ 227838 h 514350"/>
                <a:gd name="connsiteX872" fmla="*/ 64389 w 742950"/>
                <a:gd name="connsiteY872" fmla="*/ 228219 h 514350"/>
                <a:gd name="connsiteX873" fmla="*/ 62865 w 742950"/>
                <a:gd name="connsiteY873" fmla="*/ 229743 h 514350"/>
                <a:gd name="connsiteX874" fmla="*/ 61817 w 742950"/>
                <a:gd name="connsiteY874" fmla="*/ 229743 h 514350"/>
                <a:gd name="connsiteX875" fmla="*/ 60960 w 742950"/>
                <a:gd name="connsiteY875" fmla="*/ 228886 h 514350"/>
                <a:gd name="connsiteX876" fmla="*/ 60293 w 742950"/>
                <a:gd name="connsiteY876" fmla="*/ 227743 h 514350"/>
                <a:gd name="connsiteX877" fmla="*/ 59627 w 742950"/>
                <a:gd name="connsiteY877" fmla="*/ 227552 h 514350"/>
                <a:gd name="connsiteX878" fmla="*/ 58960 w 742950"/>
                <a:gd name="connsiteY878" fmla="*/ 229267 h 514350"/>
                <a:gd name="connsiteX879" fmla="*/ 59531 w 742950"/>
                <a:gd name="connsiteY879" fmla="*/ 229362 h 514350"/>
                <a:gd name="connsiteX880" fmla="*/ 59817 w 742950"/>
                <a:gd name="connsiteY880" fmla="*/ 229648 h 514350"/>
                <a:gd name="connsiteX881" fmla="*/ 60008 w 742950"/>
                <a:gd name="connsiteY881" fmla="*/ 230124 h 514350"/>
                <a:gd name="connsiteX882" fmla="*/ 60008 w 742950"/>
                <a:gd name="connsiteY882" fmla="*/ 230791 h 514350"/>
                <a:gd name="connsiteX883" fmla="*/ 59817 w 742950"/>
                <a:gd name="connsiteY883" fmla="*/ 231457 h 514350"/>
                <a:gd name="connsiteX884" fmla="*/ 59341 w 742950"/>
                <a:gd name="connsiteY884" fmla="*/ 231457 h 514350"/>
                <a:gd name="connsiteX885" fmla="*/ 58388 w 742950"/>
                <a:gd name="connsiteY885" fmla="*/ 230981 h 514350"/>
                <a:gd name="connsiteX886" fmla="*/ 56198 w 742950"/>
                <a:gd name="connsiteY886" fmla="*/ 230886 h 514350"/>
                <a:gd name="connsiteX887" fmla="*/ 55340 w 742950"/>
                <a:gd name="connsiteY887" fmla="*/ 230600 h 514350"/>
                <a:gd name="connsiteX888" fmla="*/ 54578 w 742950"/>
                <a:gd name="connsiteY888" fmla="*/ 230029 h 514350"/>
                <a:gd name="connsiteX889" fmla="*/ 54007 w 742950"/>
                <a:gd name="connsiteY889" fmla="*/ 229076 h 514350"/>
                <a:gd name="connsiteX890" fmla="*/ 53531 w 742950"/>
                <a:gd name="connsiteY890" fmla="*/ 228028 h 514350"/>
                <a:gd name="connsiteX891" fmla="*/ 52864 w 742950"/>
                <a:gd name="connsiteY891" fmla="*/ 227171 h 514350"/>
                <a:gd name="connsiteX892" fmla="*/ 51816 w 742950"/>
                <a:gd name="connsiteY892" fmla="*/ 226790 h 514350"/>
                <a:gd name="connsiteX893" fmla="*/ 48482 w 742950"/>
                <a:gd name="connsiteY893" fmla="*/ 226600 h 514350"/>
                <a:gd name="connsiteX894" fmla="*/ 42672 w 742950"/>
                <a:gd name="connsiteY894" fmla="*/ 227743 h 514350"/>
                <a:gd name="connsiteX895" fmla="*/ 40672 w 742950"/>
                <a:gd name="connsiteY895" fmla="*/ 227457 h 514350"/>
                <a:gd name="connsiteX896" fmla="*/ 40386 w 742950"/>
                <a:gd name="connsiteY896" fmla="*/ 225743 h 514350"/>
                <a:gd name="connsiteX897" fmla="*/ 41529 w 742950"/>
                <a:gd name="connsiteY897" fmla="*/ 224599 h 514350"/>
                <a:gd name="connsiteX898" fmla="*/ 41720 w 742950"/>
                <a:gd name="connsiteY898" fmla="*/ 224409 h 514350"/>
                <a:gd name="connsiteX899" fmla="*/ 42196 w 742950"/>
                <a:gd name="connsiteY899" fmla="*/ 222409 h 514350"/>
                <a:gd name="connsiteX900" fmla="*/ 42386 w 742950"/>
                <a:gd name="connsiteY900" fmla="*/ 221837 h 514350"/>
                <a:gd name="connsiteX901" fmla="*/ 43910 w 742950"/>
                <a:gd name="connsiteY901" fmla="*/ 219742 h 514350"/>
                <a:gd name="connsiteX902" fmla="*/ 44672 w 742950"/>
                <a:gd name="connsiteY902" fmla="*/ 218980 h 514350"/>
                <a:gd name="connsiteX903" fmla="*/ 45815 w 742950"/>
                <a:gd name="connsiteY903" fmla="*/ 218408 h 514350"/>
                <a:gd name="connsiteX904" fmla="*/ 43815 w 742950"/>
                <a:gd name="connsiteY904" fmla="*/ 218027 h 514350"/>
                <a:gd name="connsiteX905" fmla="*/ 42005 w 742950"/>
                <a:gd name="connsiteY905" fmla="*/ 219932 h 514350"/>
                <a:gd name="connsiteX906" fmla="*/ 40577 w 742950"/>
                <a:gd name="connsiteY906" fmla="*/ 222885 h 514350"/>
                <a:gd name="connsiteX907" fmla="*/ 38672 w 742950"/>
                <a:gd name="connsiteY907" fmla="*/ 228219 h 514350"/>
                <a:gd name="connsiteX908" fmla="*/ 38005 w 742950"/>
                <a:gd name="connsiteY908" fmla="*/ 229552 h 514350"/>
                <a:gd name="connsiteX909" fmla="*/ 37148 w 742950"/>
                <a:gd name="connsiteY909" fmla="*/ 230600 h 514350"/>
                <a:gd name="connsiteX910" fmla="*/ 36957 w 742950"/>
                <a:gd name="connsiteY910" fmla="*/ 231362 h 514350"/>
                <a:gd name="connsiteX911" fmla="*/ 36767 w 742950"/>
                <a:gd name="connsiteY911" fmla="*/ 232219 h 514350"/>
                <a:gd name="connsiteX912" fmla="*/ 36481 w 742950"/>
                <a:gd name="connsiteY912" fmla="*/ 232886 h 514350"/>
                <a:gd name="connsiteX913" fmla="*/ 34957 w 742950"/>
                <a:gd name="connsiteY913" fmla="*/ 234315 h 514350"/>
                <a:gd name="connsiteX914" fmla="*/ 34481 w 742950"/>
                <a:gd name="connsiteY914" fmla="*/ 234982 h 514350"/>
                <a:gd name="connsiteX915" fmla="*/ 34004 w 742950"/>
                <a:gd name="connsiteY915" fmla="*/ 236315 h 514350"/>
                <a:gd name="connsiteX916" fmla="*/ 34195 w 742950"/>
                <a:gd name="connsiteY916" fmla="*/ 237458 h 514350"/>
                <a:gd name="connsiteX917" fmla="*/ 36385 w 742950"/>
                <a:gd name="connsiteY917" fmla="*/ 240792 h 514350"/>
                <a:gd name="connsiteX918" fmla="*/ 36767 w 742950"/>
                <a:gd name="connsiteY918" fmla="*/ 241649 h 514350"/>
                <a:gd name="connsiteX919" fmla="*/ 38100 w 742950"/>
                <a:gd name="connsiteY919" fmla="*/ 251269 h 514350"/>
                <a:gd name="connsiteX920" fmla="*/ 38672 w 742950"/>
                <a:gd name="connsiteY920" fmla="*/ 251460 h 514350"/>
                <a:gd name="connsiteX921" fmla="*/ 39148 w 742950"/>
                <a:gd name="connsiteY921" fmla="*/ 250698 h 514350"/>
                <a:gd name="connsiteX922" fmla="*/ 39243 w 742950"/>
                <a:gd name="connsiteY922" fmla="*/ 249079 h 514350"/>
                <a:gd name="connsiteX923" fmla="*/ 38576 w 742950"/>
                <a:gd name="connsiteY923" fmla="*/ 246221 h 514350"/>
                <a:gd name="connsiteX924" fmla="*/ 38481 w 742950"/>
                <a:gd name="connsiteY924" fmla="*/ 245078 h 514350"/>
                <a:gd name="connsiteX925" fmla="*/ 38672 w 742950"/>
                <a:gd name="connsiteY925" fmla="*/ 243935 h 514350"/>
                <a:gd name="connsiteX926" fmla="*/ 39053 w 742950"/>
                <a:gd name="connsiteY926" fmla="*/ 243078 h 514350"/>
                <a:gd name="connsiteX927" fmla="*/ 40005 w 742950"/>
                <a:gd name="connsiteY927" fmla="*/ 241554 h 514350"/>
                <a:gd name="connsiteX928" fmla="*/ 39338 w 742950"/>
                <a:gd name="connsiteY928" fmla="*/ 241364 h 514350"/>
                <a:gd name="connsiteX929" fmla="*/ 37433 w 742950"/>
                <a:gd name="connsiteY929" fmla="*/ 240125 h 514350"/>
                <a:gd name="connsiteX930" fmla="*/ 38481 w 742950"/>
                <a:gd name="connsiteY930" fmla="*/ 239554 h 514350"/>
                <a:gd name="connsiteX931" fmla="*/ 41053 w 742950"/>
                <a:gd name="connsiteY931" fmla="*/ 238792 h 514350"/>
                <a:gd name="connsiteX932" fmla="*/ 42101 w 742950"/>
                <a:gd name="connsiteY932" fmla="*/ 238697 h 514350"/>
                <a:gd name="connsiteX933" fmla="*/ 42672 w 742950"/>
                <a:gd name="connsiteY933" fmla="*/ 238887 h 514350"/>
                <a:gd name="connsiteX934" fmla="*/ 43434 w 742950"/>
                <a:gd name="connsiteY934" fmla="*/ 239459 h 514350"/>
                <a:gd name="connsiteX935" fmla="*/ 44006 w 742950"/>
                <a:gd name="connsiteY935" fmla="*/ 239554 h 514350"/>
                <a:gd name="connsiteX936" fmla="*/ 44672 w 742950"/>
                <a:gd name="connsiteY936" fmla="*/ 239554 h 514350"/>
                <a:gd name="connsiteX937" fmla="*/ 45149 w 742950"/>
                <a:gd name="connsiteY937" fmla="*/ 239649 h 514350"/>
                <a:gd name="connsiteX938" fmla="*/ 45244 w 742950"/>
                <a:gd name="connsiteY938" fmla="*/ 239935 h 514350"/>
                <a:gd name="connsiteX939" fmla="*/ 44958 w 742950"/>
                <a:gd name="connsiteY939" fmla="*/ 240411 h 514350"/>
                <a:gd name="connsiteX940" fmla="*/ 44958 w 742950"/>
                <a:gd name="connsiteY940" fmla="*/ 240887 h 514350"/>
                <a:gd name="connsiteX941" fmla="*/ 45815 w 742950"/>
                <a:gd name="connsiteY941" fmla="*/ 240887 h 514350"/>
                <a:gd name="connsiteX942" fmla="*/ 47149 w 742950"/>
                <a:gd name="connsiteY942" fmla="*/ 240220 h 514350"/>
                <a:gd name="connsiteX943" fmla="*/ 47816 w 742950"/>
                <a:gd name="connsiteY943" fmla="*/ 239935 h 514350"/>
                <a:gd name="connsiteX944" fmla="*/ 48006 w 742950"/>
                <a:gd name="connsiteY944" fmla="*/ 240030 h 514350"/>
                <a:gd name="connsiteX945" fmla="*/ 48387 w 742950"/>
                <a:gd name="connsiteY945" fmla="*/ 240697 h 514350"/>
                <a:gd name="connsiteX946" fmla="*/ 48578 w 742950"/>
                <a:gd name="connsiteY946" fmla="*/ 240887 h 514350"/>
                <a:gd name="connsiteX947" fmla="*/ 48768 w 742950"/>
                <a:gd name="connsiteY947" fmla="*/ 240792 h 514350"/>
                <a:gd name="connsiteX948" fmla="*/ 49244 w 742950"/>
                <a:gd name="connsiteY948" fmla="*/ 240411 h 514350"/>
                <a:gd name="connsiteX949" fmla="*/ 49340 w 742950"/>
                <a:gd name="connsiteY949" fmla="*/ 240316 h 514350"/>
                <a:gd name="connsiteX950" fmla="*/ 49721 w 742950"/>
                <a:gd name="connsiteY950" fmla="*/ 240411 h 514350"/>
                <a:gd name="connsiteX951" fmla="*/ 50483 w 742950"/>
                <a:gd name="connsiteY951" fmla="*/ 240316 h 514350"/>
                <a:gd name="connsiteX952" fmla="*/ 50864 w 742950"/>
                <a:gd name="connsiteY952" fmla="*/ 240316 h 514350"/>
                <a:gd name="connsiteX953" fmla="*/ 50387 w 742950"/>
                <a:gd name="connsiteY953" fmla="*/ 241744 h 514350"/>
                <a:gd name="connsiteX954" fmla="*/ 50102 w 742950"/>
                <a:gd name="connsiteY954" fmla="*/ 242221 h 514350"/>
                <a:gd name="connsiteX955" fmla="*/ 50959 w 742950"/>
                <a:gd name="connsiteY955" fmla="*/ 242221 h 514350"/>
                <a:gd name="connsiteX956" fmla="*/ 51721 w 742950"/>
                <a:gd name="connsiteY956" fmla="*/ 241744 h 514350"/>
                <a:gd name="connsiteX957" fmla="*/ 52292 w 742950"/>
                <a:gd name="connsiteY957" fmla="*/ 241078 h 514350"/>
                <a:gd name="connsiteX958" fmla="*/ 52673 w 742950"/>
                <a:gd name="connsiteY958" fmla="*/ 240411 h 514350"/>
                <a:gd name="connsiteX959" fmla="*/ 53054 w 742950"/>
                <a:gd name="connsiteY959" fmla="*/ 240411 h 514350"/>
                <a:gd name="connsiteX960" fmla="*/ 53054 w 742950"/>
                <a:gd name="connsiteY960" fmla="*/ 241744 h 514350"/>
                <a:gd name="connsiteX961" fmla="*/ 53531 w 742950"/>
                <a:gd name="connsiteY961" fmla="*/ 241840 h 514350"/>
                <a:gd name="connsiteX962" fmla="*/ 54483 w 742950"/>
                <a:gd name="connsiteY962" fmla="*/ 240982 h 514350"/>
                <a:gd name="connsiteX963" fmla="*/ 56769 w 742950"/>
                <a:gd name="connsiteY963" fmla="*/ 240792 h 514350"/>
                <a:gd name="connsiteX964" fmla="*/ 57341 w 742950"/>
                <a:gd name="connsiteY964" fmla="*/ 240411 h 514350"/>
                <a:gd name="connsiteX965" fmla="*/ 57722 w 742950"/>
                <a:gd name="connsiteY965" fmla="*/ 240887 h 514350"/>
                <a:gd name="connsiteX966" fmla="*/ 58579 w 742950"/>
                <a:gd name="connsiteY966" fmla="*/ 239649 h 514350"/>
                <a:gd name="connsiteX967" fmla="*/ 59246 w 742950"/>
                <a:gd name="connsiteY967" fmla="*/ 239268 h 514350"/>
                <a:gd name="connsiteX968" fmla="*/ 59436 w 742950"/>
                <a:gd name="connsiteY968" fmla="*/ 239840 h 514350"/>
                <a:gd name="connsiteX969" fmla="*/ 58865 w 742950"/>
                <a:gd name="connsiteY969" fmla="*/ 241268 h 514350"/>
                <a:gd name="connsiteX970" fmla="*/ 59912 w 742950"/>
                <a:gd name="connsiteY970" fmla="*/ 240982 h 514350"/>
                <a:gd name="connsiteX971" fmla="*/ 60293 w 742950"/>
                <a:gd name="connsiteY971" fmla="*/ 240792 h 514350"/>
                <a:gd name="connsiteX972" fmla="*/ 60103 w 742950"/>
                <a:gd name="connsiteY972" fmla="*/ 241744 h 514350"/>
                <a:gd name="connsiteX973" fmla="*/ 59246 w 742950"/>
                <a:gd name="connsiteY973" fmla="*/ 244031 h 514350"/>
                <a:gd name="connsiteX974" fmla="*/ 60674 w 742950"/>
                <a:gd name="connsiteY974" fmla="*/ 242602 h 514350"/>
                <a:gd name="connsiteX975" fmla="*/ 59627 w 742950"/>
                <a:gd name="connsiteY975" fmla="*/ 246412 h 514350"/>
                <a:gd name="connsiteX976" fmla="*/ 59341 w 742950"/>
                <a:gd name="connsiteY976" fmla="*/ 248412 h 514350"/>
                <a:gd name="connsiteX977" fmla="*/ 59531 w 742950"/>
                <a:gd name="connsiteY977" fmla="*/ 250031 h 514350"/>
                <a:gd name="connsiteX978" fmla="*/ 60008 w 742950"/>
                <a:gd name="connsiteY978" fmla="*/ 249365 h 514350"/>
                <a:gd name="connsiteX979" fmla="*/ 60865 w 742950"/>
                <a:gd name="connsiteY979" fmla="*/ 247269 h 514350"/>
                <a:gd name="connsiteX980" fmla="*/ 61151 w 742950"/>
                <a:gd name="connsiteY980" fmla="*/ 246793 h 514350"/>
                <a:gd name="connsiteX981" fmla="*/ 61722 w 742950"/>
                <a:gd name="connsiteY981" fmla="*/ 247174 h 514350"/>
                <a:gd name="connsiteX982" fmla="*/ 61817 w 742950"/>
                <a:gd name="connsiteY982" fmla="*/ 248126 h 514350"/>
                <a:gd name="connsiteX983" fmla="*/ 61627 w 742950"/>
                <a:gd name="connsiteY983" fmla="*/ 249174 h 514350"/>
                <a:gd name="connsiteX984" fmla="*/ 61341 w 742950"/>
                <a:gd name="connsiteY984" fmla="*/ 250031 h 514350"/>
                <a:gd name="connsiteX985" fmla="*/ 62484 w 742950"/>
                <a:gd name="connsiteY985" fmla="*/ 250127 h 514350"/>
                <a:gd name="connsiteX986" fmla="*/ 62865 w 742950"/>
                <a:gd name="connsiteY986" fmla="*/ 251174 h 514350"/>
                <a:gd name="connsiteX987" fmla="*/ 62960 w 742950"/>
                <a:gd name="connsiteY987" fmla="*/ 252508 h 514350"/>
                <a:gd name="connsiteX988" fmla="*/ 63246 w 742950"/>
                <a:gd name="connsiteY988" fmla="*/ 253746 h 514350"/>
                <a:gd name="connsiteX989" fmla="*/ 63818 w 742950"/>
                <a:gd name="connsiteY989" fmla="*/ 254698 h 514350"/>
                <a:gd name="connsiteX990" fmla="*/ 65151 w 742950"/>
                <a:gd name="connsiteY990" fmla="*/ 256413 h 514350"/>
                <a:gd name="connsiteX991" fmla="*/ 65723 w 742950"/>
                <a:gd name="connsiteY991" fmla="*/ 257461 h 514350"/>
                <a:gd name="connsiteX992" fmla="*/ 65246 w 742950"/>
                <a:gd name="connsiteY992" fmla="*/ 250031 h 514350"/>
                <a:gd name="connsiteX993" fmla="*/ 64484 w 742950"/>
                <a:gd name="connsiteY993" fmla="*/ 249555 h 514350"/>
                <a:gd name="connsiteX994" fmla="*/ 65342 w 742950"/>
                <a:gd name="connsiteY994" fmla="*/ 248507 h 514350"/>
                <a:gd name="connsiteX995" fmla="*/ 66770 w 742950"/>
                <a:gd name="connsiteY995" fmla="*/ 247364 h 514350"/>
                <a:gd name="connsiteX996" fmla="*/ 67818 w 742950"/>
                <a:gd name="connsiteY996" fmla="*/ 246793 h 514350"/>
                <a:gd name="connsiteX997" fmla="*/ 66675 w 742950"/>
                <a:gd name="connsiteY997" fmla="*/ 249841 h 514350"/>
                <a:gd name="connsiteX998" fmla="*/ 66675 w 742950"/>
                <a:gd name="connsiteY998" fmla="*/ 251269 h 514350"/>
                <a:gd name="connsiteX999" fmla="*/ 68199 w 742950"/>
                <a:gd name="connsiteY999" fmla="*/ 251460 h 514350"/>
                <a:gd name="connsiteX1000" fmla="*/ 66675 w 742950"/>
                <a:gd name="connsiteY1000" fmla="*/ 252413 h 514350"/>
                <a:gd name="connsiteX1001" fmla="*/ 66389 w 742950"/>
                <a:gd name="connsiteY1001" fmla="*/ 252794 h 514350"/>
                <a:gd name="connsiteX1002" fmla="*/ 66389 w 742950"/>
                <a:gd name="connsiteY1002" fmla="*/ 253460 h 514350"/>
                <a:gd name="connsiteX1003" fmla="*/ 66770 w 742950"/>
                <a:gd name="connsiteY1003" fmla="*/ 254698 h 514350"/>
                <a:gd name="connsiteX1004" fmla="*/ 66199 w 742950"/>
                <a:gd name="connsiteY1004" fmla="*/ 256508 h 514350"/>
                <a:gd name="connsiteX1005" fmla="*/ 66580 w 742950"/>
                <a:gd name="connsiteY1005" fmla="*/ 257747 h 514350"/>
                <a:gd name="connsiteX1006" fmla="*/ 67342 w 742950"/>
                <a:gd name="connsiteY1006" fmla="*/ 258794 h 514350"/>
                <a:gd name="connsiteX1007" fmla="*/ 68199 w 742950"/>
                <a:gd name="connsiteY1007" fmla="*/ 259270 h 514350"/>
                <a:gd name="connsiteX1008" fmla="*/ 68199 w 742950"/>
                <a:gd name="connsiteY1008" fmla="*/ 258890 h 514350"/>
                <a:gd name="connsiteX1009" fmla="*/ 67818 w 742950"/>
                <a:gd name="connsiteY1009" fmla="*/ 258318 h 514350"/>
                <a:gd name="connsiteX1010" fmla="*/ 67342 w 742950"/>
                <a:gd name="connsiteY1010" fmla="*/ 257175 h 514350"/>
                <a:gd name="connsiteX1011" fmla="*/ 67151 w 742950"/>
                <a:gd name="connsiteY1011" fmla="*/ 256127 h 514350"/>
                <a:gd name="connsiteX1012" fmla="*/ 67628 w 742950"/>
                <a:gd name="connsiteY1012" fmla="*/ 255651 h 514350"/>
                <a:gd name="connsiteX1013" fmla="*/ 67913 w 742950"/>
                <a:gd name="connsiteY1013" fmla="*/ 256318 h 514350"/>
                <a:gd name="connsiteX1014" fmla="*/ 68961 w 742950"/>
                <a:gd name="connsiteY1014" fmla="*/ 259461 h 514350"/>
                <a:gd name="connsiteX1015" fmla="*/ 69437 w 742950"/>
                <a:gd name="connsiteY1015" fmla="*/ 260509 h 514350"/>
                <a:gd name="connsiteX1016" fmla="*/ 70009 w 742950"/>
                <a:gd name="connsiteY1016" fmla="*/ 261080 h 514350"/>
                <a:gd name="connsiteX1017" fmla="*/ 70295 w 742950"/>
                <a:gd name="connsiteY1017" fmla="*/ 260890 h 514350"/>
                <a:gd name="connsiteX1018" fmla="*/ 70580 w 742950"/>
                <a:gd name="connsiteY1018" fmla="*/ 260509 h 514350"/>
                <a:gd name="connsiteX1019" fmla="*/ 71152 w 742950"/>
                <a:gd name="connsiteY1019" fmla="*/ 260318 h 514350"/>
                <a:gd name="connsiteX1020" fmla="*/ 71628 w 742950"/>
                <a:gd name="connsiteY1020" fmla="*/ 260414 h 514350"/>
                <a:gd name="connsiteX1021" fmla="*/ 72866 w 742950"/>
                <a:gd name="connsiteY1021" fmla="*/ 260794 h 514350"/>
                <a:gd name="connsiteX1022" fmla="*/ 74962 w 742950"/>
                <a:gd name="connsiteY1022" fmla="*/ 260890 h 514350"/>
                <a:gd name="connsiteX1023" fmla="*/ 75533 w 742950"/>
                <a:gd name="connsiteY1023" fmla="*/ 261366 h 514350"/>
                <a:gd name="connsiteX1024" fmla="*/ 76105 w 742950"/>
                <a:gd name="connsiteY1024" fmla="*/ 262699 h 514350"/>
                <a:gd name="connsiteX1025" fmla="*/ 76200 w 742950"/>
                <a:gd name="connsiteY1025" fmla="*/ 263461 h 514350"/>
                <a:gd name="connsiteX1026" fmla="*/ 76391 w 742950"/>
                <a:gd name="connsiteY1026" fmla="*/ 264128 h 514350"/>
                <a:gd name="connsiteX1027" fmla="*/ 76676 w 742950"/>
                <a:gd name="connsiteY1027" fmla="*/ 264700 h 514350"/>
                <a:gd name="connsiteX1028" fmla="*/ 76962 w 742950"/>
                <a:gd name="connsiteY1028" fmla="*/ 265081 h 514350"/>
                <a:gd name="connsiteX1029" fmla="*/ 77153 w 742950"/>
                <a:gd name="connsiteY1029" fmla="*/ 265176 h 514350"/>
                <a:gd name="connsiteX1030" fmla="*/ 77819 w 742950"/>
                <a:gd name="connsiteY1030" fmla="*/ 265367 h 514350"/>
                <a:gd name="connsiteX1031" fmla="*/ 78105 w 742950"/>
                <a:gd name="connsiteY1031" fmla="*/ 265557 h 514350"/>
                <a:gd name="connsiteX1032" fmla="*/ 78200 w 742950"/>
                <a:gd name="connsiteY1032" fmla="*/ 265748 h 514350"/>
                <a:gd name="connsiteX1033" fmla="*/ 78391 w 742950"/>
                <a:gd name="connsiteY1033" fmla="*/ 266319 h 514350"/>
                <a:gd name="connsiteX1034" fmla="*/ 78391 w 742950"/>
                <a:gd name="connsiteY1034" fmla="*/ 266414 h 514350"/>
                <a:gd name="connsiteX1035" fmla="*/ 80201 w 742950"/>
                <a:gd name="connsiteY1035" fmla="*/ 267081 h 514350"/>
                <a:gd name="connsiteX1036" fmla="*/ 80867 w 742950"/>
                <a:gd name="connsiteY1036" fmla="*/ 267748 h 514350"/>
                <a:gd name="connsiteX1037" fmla="*/ 80963 w 742950"/>
                <a:gd name="connsiteY1037" fmla="*/ 269177 h 514350"/>
                <a:gd name="connsiteX1038" fmla="*/ 81439 w 742950"/>
                <a:gd name="connsiteY1038" fmla="*/ 268986 h 514350"/>
                <a:gd name="connsiteX1039" fmla="*/ 81153 w 742950"/>
                <a:gd name="connsiteY1039" fmla="*/ 269939 h 514350"/>
                <a:gd name="connsiteX1040" fmla="*/ 80486 w 742950"/>
                <a:gd name="connsiteY1040" fmla="*/ 271272 h 514350"/>
                <a:gd name="connsiteX1041" fmla="*/ 79915 w 742950"/>
                <a:gd name="connsiteY1041" fmla="*/ 272224 h 514350"/>
                <a:gd name="connsiteX1042" fmla="*/ 79439 w 742950"/>
                <a:gd name="connsiteY1042" fmla="*/ 273368 h 514350"/>
                <a:gd name="connsiteX1043" fmla="*/ 79153 w 742950"/>
                <a:gd name="connsiteY1043" fmla="*/ 274701 h 514350"/>
                <a:gd name="connsiteX1044" fmla="*/ 78772 w 742950"/>
                <a:gd name="connsiteY1044" fmla="*/ 275939 h 514350"/>
                <a:gd name="connsiteX1045" fmla="*/ 78010 w 742950"/>
                <a:gd name="connsiteY1045" fmla="*/ 276606 h 514350"/>
                <a:gd name="connsiteX1046" fmla="*/ 78486 w 742950"/>
                <a:gd name="connsiteY1046" fmla="*/ 278606 h 514350"/>
                <a:gd name="connsiteX1047" fmla="*/ 77629 w 742950"/>
                <a:gd name="connsiteY1047" fmla="*/ 280988 h 514350"/>
                <a:gd name="connsiteX1048" fmla="*/ 75152 w 742950"/>
                <a:gd name="connsiteY1048" fmla="*/ 284893 h 514350"/>
                <a:gd name="connsiteX1049" fmla="*/ 74295 w 742950"/>
                <a:gd name="connsiteY1049" fmla="*/ 287084 h 514350"/>
                <a:gd name="connsiteX1050" fmla="*/ 73724 w 742950"/>
                <a:gd name="connsiteY1050" fmla="*/ 289751 h 514350"/>
                <a:gd name="connsiteX1051" fmla="*/ 73247 w 742950"/>
                <a:gd name="connsiteY1051" fmla="*/ 295180 h 514350"/>
                <a:gd name="connsiteX1052" fmla="*/ 73343 w 742950"/>
                <a:gd name="connsiteY1052" fmla="*/ 296609 h 514350"/>
                <a:gd name="connsiteX1053" fmla="*/ 74105 w 742950"/>
                <a:gd name="connsiteY1053" fmla="*/ 300704 h 514350"/>
                <a:gd name="connsiteX1054" fmla="*/ 74200 w 742950"/>
                <a:gd name="connsiteY1054" fmla="*/ 302038 h 514350"/>
                <a:gd name="connsiteX1055" fmla="*/ 74295 w 742950"/>
                <a:gd name="connsiteY1055" fmla="*/ 302705 h 514350"/>
                <a:gd name="connsiteX1056" fmla="*/ 74486 w 742950"/>
                <a:gd name="connsiteY1056" fmla="*/ 303276 h 514350"/>
                <a:gd name="connsiteX1057" fmla="*/ 74962 w 742950"/>
                <a:gd name="connsiteY1057" fmla="*/ 304228 h 514350"/>
                <a:gd name="connsiteX1058" fmla="*/ 75057 w 742950"/>
                <a:gd name="connsiteY1058" fmla="*/ 304800 h 514350"/>
                <a:gd name="connsiteX1059" fmla="*/ 75343 w 742950"/>
                <a:gd name="connsiteY1059" fmla="*/ 309753 h 514350"/>
                <a:gd name="connsiteX1060" fmla="*/ 75248 w 742950"/>
                <a:gd name="connsiteY1060" fmla="*/ 312611 h 514350"/>
                <a:gd name="connsiteX1061" fmla="*/ 74676 w 742950"/>
                <a:gd name="connsiteY1061" fmla="*/ 314706 h 514350"/>
                <a:gd name="connsiteX1062" fmla="*/ 74867 w 742950"/>
                <a:gd name="connsiteY1062" fmla="*/ 316516 h 514350"/>
                <a:gd name="connsiteX1063" fmla="*/ 73533 w 742950"/>
                <a:gd name="connsiteY1063" fmla="*/ 321564 h 514350"/>
                <a:gd name="connsiteX1064" fmla="*/ 72962 w 742950"/>
                <a:gd name="connsiteY1064" fmla="*/ 324803 h 514350"/>
                <a:gd name="connsiteX1065" fmla="*/ 72200 w 742950"/>
                <a:gd name="connsiteY1065" fmla="*/ 326993 h 514350"/>
                <a:gd name="connsiteX1066" fmla="*/ 72009 w 742950"/>
                <a:gd name="connsiteY1066" fmla="*/ 328136 h 514350"/>
                <a:gd name="connsiteX1067" fmla="*/ 72962 w 742950"/>
                <a:gd name="connsiteY1067" fmla="*/ 347186 h 514350"/>
                <a:gd name="connsiteX1068" fmla="*/ 74867 w 742950"/>
                <a:gd name="connsiteY1068" fmla="*/ 356044 h 514350"/>
                <a:gd name="connsiteX1069" fmla="*/ 75152 w 742950"/>
                <a:gd name="connsiteY1069" fmla="*/ 358997 h 514350"/>
                <a:gd name="connsiteX1070" fmla="*/ 75438 w 742950"/>
                <a:gd name="connsiteY1070" fmla="*/ 360331 h 514350"/>
                <a:gd name="connsiteX1071" fmla="*/ 76391 w 742950"/>
                <a:gd name="connsiteY1071" fmla="*/ 362998 h 514350"/>
                <a:gd name="connsiteX1072" fmla="*/ 76867 w 742950"/>
                <a:gd name="connsiteY1072" fmla="*/ 365665 h 514350"/>
                <a:gd name="connsiteX1073" fmla="*/ 77629 w 742950"/>
                <a:gd name="connsiteY1073" fmla="*/ 373952 h 514350"/>
                <a:gd name="connsiteX1074" fmla="*/ 77629 w 742950"/>
                <a:gd name="connsiteY1074" fmla="*/ 373952 h 514350"/>
                <a:gd name="connsiteX1075" fmla="*/ 92012 w 742950"/>
                <a:gd name="connsiteY1075" fmla="*/ 375190 h 514350"/>
                <a:gd name="connsiteX1076" fmla="*/ 93059 w 742950"/>
                <a:gd name="connsiteY1076" fmla="*/ 375094 h 514350"/>
                <a:gd name="connsiteX1077" fmla="*/ 94012 w 742950"/>
                <a:gd name="connsiteY1077" fmla="*/ 374714 h 514350"/>
                <a:gd name="connsiteX1078" fmla="*/ 94964 w 742950"/>
                <a:gd name="connsiteY1078" fmla="*/ 373761 h 514350"/>
                <a:gd name="connsiteX1079" fmla="*/ 95917 w 742950"/>
                <a:gd name="connsiteY1079" fmla="*/ 373094 h 514350"/>
                <a:gd name="connsiteX1080" fmla="*/ 97060 w 742950"/>
                <a:gd name="connsiteY1080" fmla="*/ 372999 h 514350"/>
                <a:gd name="connsiteX1081" fmla="*/ 98298 w 742950"/>
                <a:gd name="connsiteY1081" fmla="*/ 373190 h 514350"/>
                <a:gd name="connsiteX1082" fmla="*/ 99441 w 742950"/>
                <a:gd name="connsiteY1082" fmla="*/ 373190 h 514350"/>
                <a:gd name="connsiteX1083" fmla="*/ 101346 w 742950"/>
                <a:gd name="connsiteY1083" fmla="*/ 372523 h 514350"/>
                <a:gd name="connsiteX1084" fmla="*/ 110300 w 742950"/>
                <a:gd name="connsiteY1084" fmla="*/ 367379 h 514350"/>
                <a:gd name="connsiteX1085" fmla="*/ 111538 w 742950"/>
                <a:gd name="connsiteY1085" fmla="*/ 367189 h 514350"/>
                <a:gd name="connsiteX1086" fmla="*/ 114776 w 742950"/>
                <a:gd name="connsiteY1086" fmla="*/ 367856 h 514350"/>
                <a:gd name="connsiteX1087" fmla="*/ 115919 w 742950"/>
                <a:gd name="connsiteY1087" fmla="*/ 367856 h 514350"/>
                <a:gd name="connsiteX1088" fmla="*/ 116681 w 742950"/>
                <a:gd name="connsiteY1088" fmla="*/ 367474 h 514350"/>
                <a:gd name="connsiteX1089" fmla="*/ 118015 w 742950"/>
                <a:gd name="connsiteY1089" fmla="*/ 366046 h 514350"/>
                <a:gd name="connsiteX1090" fmla="*/ 119063 w 742950"/>
                <a:gd name="connsiteY1090" fmla="*/ 365665 h 514350"/>
                <a:gd name="connsiteX1091" fmla="*/ 119729 w 742950"/>
                <a:gd name="connsiteY1091" fmla="*/ 364998 h 514350"/>
                <a:gd name="connsiteX1092" fmla="*/ 122206 w 742950"/>
                <a:gd name="connsiteY1092" fmla="*/ 363379 h 514350"/>
                <a:gd name="connsiteX1093" fmla="*/ 123539 w 742950"/>
                <a:gd name="connsiteY1093" fmla="*/ 362236 h 514350"/>
                <a:gd name="connsiteX1094" fmla="*/ 123825 w 742950"/>
                <a:gd name="connsiteY1094" fmla="*/ 361760 h 514350"/>
                <a:gd name="connsiteX1095" fmla="*/ 124016 w 742950"/>
                <a:gd name="connsiteY1095" fmla="*/ 360712 h 514350"/>
                <a:gd name="connsiteX1096" fmla="*/ 124778 w 742950"/>
                <a:gd name="connsiteY1096" fmla="*/ 359093 h 514350"/>
                <a:gd name="connsiteX1097" fmla="*/ 124968 w 742950"/>
                <a:gd name="connsiteY1097" fmla="*/ 358140 h 514350"/>
                <a:gd name="connsiteX1098" fmla="*/ 125063 w 742950"/>
                <a:gd name="connsiteY1098" fmla="*/ 356521 h 514350"/>
                <a:gd name="connsiteX1099" fmla="*/ 124968 w 742950"/>
                <a:gd name="connsiteY1099" fmla="*/ 356044 h 514350"/>
                <a:gd name="connsiteX1100" fmla="*/ 124682 w 742950"/>
                <a:gd name="connsiteY1100" fmla="*/ 355568 h 514350"/>
                <a:gd name="connsiteX1101" fmla="*/ 124111 w 742950"/>
                <a:gd name="connsiteY1101" fmla="*/ 354997 h 514350"/>
                <a:gd name="connsiteX1102" fmla="*/ 123920 w 742950"/>
                <a:gd name="connsiteY1102" fmla="*/ 354616 h 514350"/>
                <a:gd name="connsiteX1103" fmla="*/ 123825 w 742950"/>
                <a:gd name="connsiteY1103" fmla="*/ 353187 h 514350"/>
                <a:gd name="connsiteX1104" fmla="*/ 124682 w 742950"/>
                <a:gd name="connsiteY1104" fmla="*/ 351092 h 514350"/>
                <a:gd name="connsiteX1105" fmla="*/ 124873 w 742950"/>
                <a:gd name="connsiteY1105" fmla="*/ 349758 h 514350"/>
                <a:gd name="connsiteX1106" fmla="*/ 125159 w 742950"/>
                <a:gd name="connsiteY1106" fmla="*/ 348710 h 514350"/>
                <a:gd name="connsiteX1107" fmla="*/ 125730 w 742950"/>
                <a:gd name="connsiteY1107" fmla="*/ 348044 h 514350"/>
                <a:gd name="connsiteX1108" fmla="*/ 127349 w 742950"/>
                <a:gd name="connsiteY1108" fmla="*/ 346329 h 514350"/>
                <a:gd name="connsiteX1109" fmla="*/ 135255 w 742950"/>
                <a:gd name="connsiteY1109" fmla="*/ 340900 h 514350"/>
                <a:gd name="connsiteX1110" fmla="*/ 137732 w 742950"/>
                <a:gd name="connsiteY1110" fmla="*/ 338138 h 514350"/>
                <a:gd name="connsiteX1111" fmla="*/ 138113 w 742950"/>
                <a:gd name="connsiteY1111" fmla="*/ 337471 h 514350"/>
                <a:gd name="connsiteX1112" fmla="*/ 138398 w 742950"/>
                <a:gd name="connsiteY1112" fmla="*/ 336518 h 514350"/>
                <a:gd name="connsiteX1113" fmla="*/ 139065 w 742950"/>
                <a:gd name="connsiteY1113" fmla="*/ 336137 h 514350"/>
                <a:gd name="connsiteX1114" fmla="*/ 139827 w 742950"/>
                <a:gd name="connsiteY1114" fmla="*/ 336042 h 514350"/>
                <a:gd name="connsiteX1115" fmla="*/ 140399 w 742950"/>
                <a:gd name="connsiteY1115" fmla="*/ 335852 h 514350"/>
                <a:gd name="connsiteX1116" fmla="*/ 140780 w 742950"/>
                <a:gd name="connsiteY1116" fmla="*/ 335375 h 514350"/>
                <a:gd name="connsiteX1117" fmla="*/ 141351 w 742950"/>
                <a:gd name="connsiteY1117" fmla="*/ 334137 h 514350"/>
                <a:gd name="connsiteX1118" fmla="*/ 141827 w 742950"/>
                <a:gd name="connsiteY1118" fmla="*/ 333661 h 514350"/>
                <a:gd name="connsiteX1119" fmla="*/ 142875 w 742950"/>
                <a:gd name="connsiteY1119" fmla="*/ 333280 h 514350"/>
                <a:gd name="connsiteX1120" fmla="*/ 145923 w 742950"/>
                <a:gd name="connsiteY1120" fmla="*/ 332708 h 514350"/>
                <a:gd name="connsiteX1121" fmla="*/ 146590 w 742950"/>
                <a:gd name="connsiteY1121" fmla="*/ 332423 h 514350"/>
                <a:gd name="connsiteX1122" fmla="*/ 147066 w 742950"/>
                <a:gd name="connsiteY1122" fmla="*/ 331375 h 514350"/>
                <a:gd name="connsiteX1123" fmla="*/ 148209 w 742950"/>
                <a:gd name="connsiteY1123" fmla="*/ 330708 h 514350"/>
                <a:gd name="connsiteX1124" fmla="*/ 150590 w 742950"/>
                <a:gd name="connsiteY1124" fmla="*/ 329851 h 514350"/>
                <a:gd name="connsiteX1125" fmla="*/ 151162 w 742950"/>
                <a:gd name="connsiteY1125" fmla="*/ 329756 h 514350"/>
                <a:gd name="connsiteX1126" fmla="*/ 152210 w 742950"/>
                <a:gd name="connsiteY1126" fmla="*/ 328898 h 514350"/>
                <a:gd name="connsiteX1127" fmla="*/ 153257 w 742950"/>
                <a:gd name="connsiteY1127" fmla="*/ 328327 h 514350"/>
                <a:gd name="connsiteX1128" fmla="*/ 157163 w 742950"/>
                <a:gd name="connsiteY1128" fmla="*/ 325279 h 514350"/>
                <a:gd name="connsiteX1129" fmla="*/ 158401 w 742950"/>
                <a:gd name="connsiteY1129" fmla="*/ 324803 h 514350"/>
                <a:gd name="connsiteX1130" fmla="*/ 161735 w 742950"/>
                <a:gd name="connsiteY1130" fmla="*/ 324612 h 514350"/>
                <a:gd name="connsiteX1131" fmla="*/ 172117 w 742950"/>
                <a:gd name="connsiteY1131" fmla="*/ 322421 h 514350"/>
                <a:gd name="connsiteX1132" fmla="*/ 173641 w 742950"/>
                <a:gd name="connsiteY1132" fmla="*/ 322421 h 514350"/>
                <a:gd name="connsiteX1133" fmla="*/ 176879 w 742950"/>
                <a:gd name="connsiteY1133" fmla="*/ 323183 h 514350"/>
                <a:gd name="connsiteX1134" fmla="*/ 178975 w 742950"/>
                <a:gd name="connsiteY1134" fmla="*/ 324422 h 514350"/>
                <a:gd name="connsiteX1135" fmla="*/ 179737 w 742950"/>
                <a:gd name="connsiteY1135" fmla="*/ 324707 h 514350"/>
                <a:gd name="connsiteX1136" fmla="*/ 182404 w 742950"/>
                <a:gd name="connsiteY1136" fmla="*/ 324707 h 514350"/>
                <a:gd name="connsiteX1137" fmla="*/ 183261 w 742950"/>
                <a:gd name="connsiteY1137" fmla="*/ 324993 h 514350"/>
                <a:gd name="connsiteX1138" fmla="*/ 184690 w 742950"/>
                <a:gd name="connsiteY1138" fmla="*/ 325755 h 514350"/>
                <a:gd name="connsiteX1139" fmla="*/ 185452 w 742950"/>
                <a:gd name="connsiteY1139" fmla="*/ 325945 h 514350"/>
                <a:gd name="connsiteX1140" fmla="*/ 186309 w 742950"/>
                <a:gd name="connsiteY1140" fmla="*/ 325945 h 514350"/>
                <a:gd name="connsiteX1141" fmla="*/ 193834 w 742950"/>
                <a:gd name="connsiteY1141" fmla="*/ 324612 h 514350"/>
                <a:gd name="connsiteX1142" fmla="*/ 195929 w 742950"/>
                <a:gd name="connsiteY1142" fmla="*/ 324898 h 514350"/>
                <a:gd name="connsiteX1143" fmla="*/ 196215 w 742950"/>
                <a:gd name="connsiteY1143" fmla="*/ 324993 h 514350"/>
                <a:gd name="connsiteX1144" fmla="*/ 197834 w 742950"/>
                <a:gd name="connsiteY1144" fmla="*/ 325660 h 514350"/>
                <a:gd name="connsiteX1145" fmla="*/ 198692 w 742950"/>
                <a:gd name="connsiteY1145" fmla="*/ 325755 h 514350"/>
                <a:gd name="connsiteX1146" fmla="*/ 203168 w 742950"/>
                <a:gd name="connsiteY1146" fmla="*/ 324993 h 514350"/>
                <a:gd name="connsiteX1147" fmla="*/ 204026 w 742950"/>
                <a:gd name="connsiteY1147" fmla="*/ 324422 h 514350"/>
                <a:gd name="connsiteX1148" fmla="*/ 204597 w 742950"/>
                <a:gd name="connsiteY1148" fmla="*/ 323374 h 514350"/>
                <a:gd name="connsiteX1149" fmla="*/ 204788 w 742950"/>
                <a:gd name="connsiteY1149" fmla="*/ 322136 h 514350"/>
                <a:gd name="connsiteX1150" fmla="*/ 204502 w 742950"/>
                <a:gd name="connsiteY1150" fmla="*/ 320993 h 514350"/>
                <a:gd name="connsiteX1151" fmla="*/ 203073 w 742950"/>
                <a:gd name="connsiteY1151" fmla="*/ 319373 h 514350"/>
                <a:gd name="connsiteX1152" fmla="*/ 203454 w 742950"/>
                <a:gd name="connsiteY1152" fmla="*/ 318421 h 514350"/>
                <a:gd name="connsiteX1153" fmla="*/ 206788 w 742950"/>
                <a:gd name="connsiteY1153" fmla="*/ 315373 h 514350"/>
                <a:gd name="connsiteX1154" fmla="*/ 208598 w 742950"/>
                <a:gd name="connsiteY1154" fmla="*/ 314135 h 514350"/>
                <a:gd name="connsiteX1155" fmla="*/ 210503 w 742950"/>
                <a:gd name="connsiteY1155" fmla="*/ 313373 h 514350"/>
                <a:gd name="connsiteX1156" fmla="*/ 215360 w 742950"/>
                <a:gd name="connsiteY1156" fmla="*/ 313182 h 514350"/>
                <a:gd name="connsiteX1157" fmla="*/ 216218 w 742950"/>
                <a:gd name="connsiteY1157" fmla="*/ 313373 h 514350"/>
                <a:gd name="connsiteX1158" fmla="*/ 216980 w 742950"/>
                <a:gd name="connsiteY1158" fmla="*/ 313849 h 514350"/>
                <a:gd name="connsiteX1159" fmla="*/ 217646 w 742950"/>
                <a:gd name="connsiteY1159" fmla="*/ 314420 h 514350"/>
                <a:gd name="connsiteX1160" fmla="*/ 218313 w 742950"/>
                <a:gd name="connsiteY1160" fmla="*/ 314706 h 514350"/>
                <a:gd name="connsiteX1161" fmla="*/ 219170 w 742950"/>
                <a:gd name="connsiteY1161" fmla="*/ 314515 h 514350"/>
                <a:gd name="connsiteX1162" fmla="*/ 223361 w 742950"/>
                <a:gd name="connsiteY1162" fmla="*/ 312706 h 514350"/>
                <a:gd name="connsiteX1163" fmla="*/ 225838 w 742950"/>
                <a:gd name="connsiteY1163" fmla="*/ 312325 h 514350"/>
                <a:gd name="connsiteX1164" fmla="*/ 226314 w 742950"/>
                <a:gd name="connsiteY1164" fmla="*/ 312420 h 514350"/>
                <a:gd name="connsiteX1165" fmla="*/ 228410 w 742950"/>
                <a:gd name="connsiteY1165" fmla="*/ 314135 h 514350"/>
                <a:gd name="connsiteX1166" fmla="*/ 230219 w 742950"/>
                <a:gd name="connsiteY1166" fmla="*/ 315182 h 514350"/>
                <a:gd name="connsiteX1167" fmla="*/ 231077 w 742950"/>
                <a:gd name="connsiteY1167" fmla="*/ 315468 h 514350"/>
                <a:gd name="connsiteX1168" fmla="*/ 238982 w 742950"/>
                <a:gd name="connsiteY1168" fmla="*/ 316992 h 514350"/>
                <a:gd name="connsiteX1169" fmla="*/ 241078 w 742950"/>
                <a:gd name="connsiteY1169" fmla="*/ 317849 h 514350"/>
                <a:gd name="connsiteX1170" fmla="*/ 242126 w 742950"/>
                <a:gd name="connsiteY1170" fmla="*/ 318040 h 514350"/>
                <a:gd name="connsiteX1171" fmla="*/ 243078 w 742950"/>
                <a:gd name="connsiteY1171" fmla="*/ 317468 h 514350"/>
                <a:gd name="connsiteX1172" fmla="*/ 243840 w 742950"/>
                <a:gd name="connsiteY1172" fmla="*/ 316802 h 514350"/>
                <a:gd name="connsiteX1173" fmla="*/ 245555 w 742950"/>
                <a:gd name="connsiteY1173" fmla="*/ 315659 h 514350"/>
                <a:gd name="connsiteX1174" fmla="*/ 246221 w 742950"/>
                <a:gd name="connsiteY1174" fmla="*/ 314992 h 514350"/>
                <a:gd name="connsiteX1175" fmla="*/ 247269 w 742950"/>
                <a:gd name="connsiteY1175" fmla="*/ 313182 h 514350"/>
                <a:gd name="connsiteX1176" fmla="*/ 247460 w 742950"/>
                <a:gd name="connsiteY1176" fmla="*/ 312992 h 514350"/>
                <a:gd name="connsiteX1177" fmla="*/ 247936 w 742950"/>
                <a:gd name="connsiteY1177" fmla="*/ 312515 h 514350"/>
                <a:gd name="connsiteX1178" fmla="*/ 248888 w 742950"/>
                <a:gd name="connsiteY1178" fmla="*/ 312039 h 514350"/>
                <a:gd name="connsiteX1179" fmla="*/ 249460 w 742950"/>
                <a:gd name="connsiteY1179" fmla="*/ 311944 h 514350"/>
                <a:gd name="connsiteX1180" fmla="*/ 250031 w 742950"/>
                <a:gd name="connsiteY1180" fmla="*/ 312039 h 514350"/>
                <a:gd name="connsiteX1181" fmla="*/ 251174 w 742950"/>
                <a:gd name="connsiteY1181" fmla="*/ 312420 h 514350"/>
                <a:gd name="connsiteX1182" fmla="*/ 251746 w 742950"/>
                <a:gd name="connsiteY1182" fmla="*/ 312801 h 514350"/>
                <a:gd name="connsiteX1183" fmla="*/ 251936 w 742950"/>
                <a:gd name="connsiteY1183" fmla="*/ 313277 h 514350"/>
                <a:gd name="connsiteX1184" fmla="*/ 251936 w 742950"/>
                <a:gd name="connsiteY1184" fmla="*/ 313753 h 514350"/>
                <a:gd name="connsiteX1185" fmla="*/ 252127 w 742950"/>
                <a:gd name="connsiteY1185" fmla="*/ 314325 h 514350"/>
                <a:gd name="connsiteX1186" fmla="*/ 253365 w 742950"/>
                <a:gd name="connsiteY1186" fmla="*/ 316420 h 514350"/>
                <a:gd name="connsiteX1187" fmla="*/ 254318 w 742950"/>
                <a:gd name="connsiteY1187" fmla="*/ 318707 h 514350"/>
                <a:gd name="connsiteX1188" fmla="*/ 254889 w 742950"/>
                <a:gd name="connsiteY1188" fmla="*/ 319659 h 514350"/>
                <a:gd name="connsiteX1189" fmla="*/ 256604 w 742950"/>
                <a:gd name="connsiteY1189" fmla="*/ 321564 h 514350"/>
                <a:gd name="connsiteX1190" fmla="*/ 257175 w 742950"/>
                <a:gd name="connsiteY1190" fmla="*/ 323564 h 514350"/>
                <a:gd name="connsiteX1191" fmla="*/ 258318 w 742950"/>
                <a:gd name="connsiteY1191" fmla="*/ 325184 h 514350"/>
                <a:gd name="connsiteX1192" fmla="*/ 258604 w 742950"/>
                <a:gd name="connsiteY1192" fmla="*/ 326327 h 514350"/>
                <a:gd name="connsiteX1193" fmla="*/ 258509 w 742950"/>
                <a:gd name="connsiteY1193" fmla="*/ 327469 h 514350"/>
                <a:gd name="connsiteX1194" fmla="*/ 257461 w 742950"/>
                <a:gd name="connsiteY1194" fmla="*/ 330994 h 514350"/>
                <a:gd name="connsiteX1195" fmla="*/ 258794 w 742950"/>
                <a:gd name="connsiteY1195" fmla="*/ 332803 h 514350"/>
                <a:gd name="connsiteX1196" fmla="*/ 266414 w 742950"/>
                <a:gd name="connsiteY1196" fmla="*/ 335852 h 514350"/>
                <a:gd name="connsiteX1197" fmla="*/ 267272 w 742950"/>
                <a:gd name="connsiteY1197" fmla="*/ 335756 h 514350"/>
                <a:gd name="connsiteX1198" fmla="*/ 268129 w 742950"/>
                <a:gd name="connsiteY1198" fmla="*/ 335470 h 514350"/>
                <a:gd name="connsiteX1199" fmla="*/ 268986 w 742950"/>
                <a:gd name="connsiteY1199" fmla="*/ 335280 h 514350"/>
                <a:gd name="connsiteX1200" fmla="*/ 269843 w 742950"/>
                <a:gd name="connsiteY1200" fmla="*/ 335375 h 514350"/>
                <a:gd name="connsiteX1201" fmla="*/ 272510 w 742950"/>
                <a:gd name="connsiteY1201" fmla="*/ 336137 h 514350"/>
                <a:gd name="connsiteX1202" fmla="*/ 275082 w 742950"/>
                <a:gd name="connsiteY1202" fmla="*/ 336042 h 514350"/>
                <a:gd name="connsiteX1203" fmla="*/ 275844 w 742950"/>
                <a:gd name="connsiteY1203" fmla="*/ 335852 h 514350"/>
                <a:gd name="connsiteX1204" fmla="*/ 276606 w 742950"/>
                <a:gd name="connsiteY1204" fmla="*/ 335852 h 514350"/>
                <a:gd name="connsiteX1205" fmla="*/ 277273 w 742950"/>
                <a:gd name="connsiteY1205" fmla="*/ 336328 h 514350"/>
                <a:gd name="connsiteX1206" fmla="*/ 277940 w 742950"/>
                <a:gd name="connsiteY1206" fmla="*/ 336899 h 514350"/>
                <a:gd name="connsiteX1207" fmla="*/ 278606 w 742950"/>
                <a:gd name="connsiteY1207" fmla="*/ 337376 h 514350"/>
                <a:gd name="connsiteX1208" fmla="*/ 278892 w 742950"/>
                <a:gd name="connsiteY1208" fmla="*/ 337376 h 514350"/>
                <a:gd name="connsiteX1209" fmla="*/ 279083 w 742950"/>
                <a:gd name="connsiteY1209" fmla="*/ 337376 h 514350"/>
                <a:gd name="connsiteX1210" fmla="*/ 279940 w 742950"/>
                <a:gd name="connsiteY1210" fmla="*/ 337185 h 514350"/>
                <a:gd name="connsiteX1211" fmla="*/ 280416 w 742950"/>
                <a:gd name="connsiteY1211" fmla="*/ 337280 h 514350"/>
                <a:gd name="connsiteX1212" fmla="*/ 280797 w 742950"/>
                <a:gd name="connsiteY1212" fmla="*/ 337661 h 514350"/>
                <a:gd name="connsiteX1213" fmla="*/ 281273 w 742950"/>
                <a:gd name="connsiteY1213" fmla="*/ 338614 h 514350"/>
                <a:gd name="connsiteX1214" fmla="*/ 281559 w 742950"/>
                <a:gd name="connsiteY1214" fmla="*/ 338995 h 514350"/>
                <a:gd name="connsiteX1215" fmla="*/ 282321 w 742950"/>
                <a:gd name="connsiteY1215" fmla="*/ 339281 h 514350"/>
                <a:gd name="connsiteX1216" fmla="*/ 283178 w 742950"/>
                <a:gd name="connsiteY1216" fmla="*/ 339185 h 514350"/>
                <a:gd name="connsiteX1217" fmla="*/ 284036 w 742950"/>
                <a:gd name="connsiteY1217" fmla="*/ 338995 h 514350"/>
                <a:gd name="connsiteX1218" fmla="*/ 284893 w 742950"/>
                <a:gd name="connsiteY1218" fmla="*/ 338899 h 514350"/>
                <a:gd name="connsiteX1219" fmla="*/ 286703 w 742950"/>
                <a:gd name="connsiteY1219" fmla="*/ 339376 h 514350"/>
                <a:gd name="connsiteX1220" fmla="*/ 294989 w 742950"/>
                <a:gd name="connsiteY1220" fmla="*/ 343376 h 514350"/>
                <a:gd name="connsiteX1221" fmla="*/ 298418 w 742950"/>
                <a:gd name="connsiteY1221" fmla="*/ 344234 h 514350"/>
                <a:gd name="connsiteX1222" fmla="*/ 300228 w 742950"/>
                <a:gd name="connsiteY1222" fmla="*/ 344424 h 514350"/>
                <a:gd name="connsiteX1223" fmla="*/ 301085 w 742950"/>
                <a:gd name="connsiteY1223" fmla="*/ 344615 h 514350"/>
                <a:gd name="connsiteX1224" fmla="*/ 301943 w 742950"/>
                <a:gd name="connsiteY1224" fmla="*/ 345091 h 514350"/>
                <a:gd name="connsiteX1225" fmla="*/ 302323 w 742950"/>
                <a:gd name="connsiteY1225" fmla="*/ 345567 h 514350"/>
                <a:gd name="connsiteX1226" fmla="*/ 302323 w 742950"/>
                <a:gd name="connsiteY1226" fmla="*/ 346043 h 514350"/>
                <a:gd name="connsiteX1227" fmla="*/ 302228 w 742950"/>
                <a:gd name="connsiteY1227" fmla="*/ 346519 h 514350"/>
                <a:gd name="connsiteX1228" fmla="*/ 302228 w 742950"/>
                <a:gd name="connsiteY1228" fmla="*/ 346996 h 514350"/>
                <a:gd name="connsiteX1229" fmla="*/ 303086 w 742950"/>
                <a:gd name="connsiteY1229" fmla="*/ 348520 h 514350"/>
                <a:gd name="connsiteX1230" fmla="*/ 303276 w 742950"/>
                <a:gd name="connsiteY1230" fmla="*/ 348996 h 514350"/>
                <a:gd name="connsiteX1231" fmla="*/ 303371 w 742950"/>
                <a:gd name="connsiteY1231" fmla="*/ 350234 h 514350"/>
                <a:gd name="connsiteX1232" fmla="*/ 303371 w 742950"/>
                <a:gd name="connsiteY1232" fmla="*/ 351187 h 514350"/>
                <a:gd name="connsiteX1233" fmla="*/ 303657 w 742950"/>
                <a:gd name="connsiteY1233" fmla="*/ 351949 h 514350"/>
                <a:gd name="connsiteX1234" fmla="*/ 304514 w 742950"/>
                <a:gd name="connsiteY1234" fmla="*/ 352711 h 514350"/>
                <a:gd name="connsiteX1235" fmla="*/ 305372 w 742950"/>
                <a:gd name="connsiteY1235" fmla="*/ 353092 h 514350"/>
                <a:gd name="connsiteX1236" fmla="*/ 309467 w 742950"/>
                <a:gd name="connsiteY1236" fmla="*/ 353663 h 514350"/>
                <a:gd name="connsiteX1237" fmla="*/ 310134 w 742950"/>
                <a:gd name="connsiteY1237" fmla="*/ 353949 h 514350"/>
                <a:gd name="connsiteX1238" fmla="*/ 311563 w 742950"/>
                <a:gd name="connsiteY1238" fmla="*/ 354902 h 514350"/>
                <a:gd name="connsiteX1239" fmla="*/ 312325 w 742950"/>
                <a:gd name="connsiteY1239" fmla="*/ 355092 h 514350"/>
                <a:gd name="connsiteX1240" fmla="*/ 317087 w 742950"/>
                <a:gd name="connsiteY1240" fmla="*/ 354616 h 514350"/>
                <a:gd name="connsiteX1241" fmla="*/ 318040 w 742950"/>
                <a:gd name="connsiteY1241" fmla="*/ 354140 h 514350"/>
                <a:gd name="connsiteX1242" fmla="*/ 318707 w 742950"/>
                <a:gd name="connsiteY1242" fmla="*/ 352997 h 514350"/>
                <a:gd name="connsiteX1243" fmla="*/ 319183 w 742950"/>
                <a:gd name="connsiteY1243" fmla="*/ 351853 h 514350"/>
                <a:gd name="connsiteX1244" fmla="*/ 319850 w 742950"/>
                <a:gd name="connsiteY1244" fmla="*/ 350901 h 514350"/>
                <a:gd name="connsiteX1245" fmla="*/ 320707 w 742950"/>
                <a:gd name="connsiteY1245" fmla="*/ 350330 h 514350"/>
                <a:gd name="connsiteX1246" fmla="*/ 321755 w 742950"/>
                <a:gd name="connsiteY1246" fmla="*/ 350234 h 514350"/>
                <a:gd name="connsiteX1247" fmla="*/ 322612 w 742950"/>
                <a:gd name="connsiteY1247" fmla="*/ 350711 h 514350"/>
                <a:gd name="connsiteX1248" fmla="*/ 325279 w 742950"/>
                <a:gd name="connsiteY1248" fmla="*/ 353092 h 514350"/>
                <a:gd name="connsiteX1249" fmla="*/ 327565 w 742950"/>
                <a:gd name="connsiteY1249" fmla="*/ 354044 h 514350"/>
                <a:gd name="connsiteX1250" fmla="*/ 328803 w 742950"/>
                <a:gd name="connsiteY1250" fmla="*/ 354235 h 514350"/>
                <a:gd name="connsiteX1251" fmla="*/ 329946 w 742950"/>
                <a:gd name="connsiteY1251" fmla="*/ 354140 h 514350"/>
                <a:gd name="connsiteX1252" fmla="*/ 330422 w 742950"/>
                <a:gd name="connsiteY1252" fmla="*/ 353854 h 514350"/>
                <a:gd name="connsiteX1253" fmla="*/ 330803 w 742950"/>
                <a:gd name="connsiteY1253" fmla="*/ 353473 h 514350"/>
                <a:gd name="connsiteX1254" fmla="*/ 331184 w 742950"/>
                <a:gd name="connsiteY1254" fmla="*/ 353187 h 514350"/>
                <a:gd name="connsiteX1255" fmla="*/ 331756 w 742950"/>
                <a:gd name="connsiteY1255" fmla="*/ 353187 h 514350"/>
                <a:gd name="connsiteX1256" fmla="*/ 332899 w 742950"/>
                <a:gd name="connsiteY1256" fmla="*/ 353378 h 514350"/>
                <a:gd name="connsiteX1257" fmla="*/ 333470 w 742950"/>
                <a:gd name="connsiteY1257" fmla="*/ 353378 h 514350"/>
                <a:gd name="connsiteX1258" fmla="*/ 334042 w 742950"/>
                <a:gd name="connsiteY1258" fmla="*/ 353187 h 514350"/>
                <a:gd name="connsiteX1259" fmla="*/ 334709 w 742950"/>
                <a:gd name="connsiteY1259" fmla="*/ 352330 h 514350"/>
                <a:gd name="connsiteX1260" fmla="*/ 334804 w 742950"/>
                <a:gd name="connsiteY1260" fmla="*/ 351377 h 514350"/>
                <a:gd name="connsiteX1261" fmla="*/ 335090 w 742950"/>
                <a:gd name="connsiteY1261" fmla="*/ 350901 h 514350"/>
                <a:gd name="connsiteX1262" fmla="*/ 338233 w 742950"/>
                <a:gd name="connsiteY1262" fmla="*/ 352615 h 514350"/>
                <a:gd name="connsiteX1263" fmla="*/ 342329 w 742950"/>
                <a:gd name="connsiteY1263" fmla="*/ 353568 h 514350"/>
                <a:gd name="connsiteX1264" fmla="*/ 344424 w 742950"/>
                <a:gd name="connsiteY1264" fmla="*/ 354520 h 514350"/>
                <a:gd name="connsiteX1265" fmla="*/ 345186 w 742950"/>
                <a:gd name="connsiteY1265" fmla="*/ 355092 h 514350"/>
                <a:gd name="connsiteX1266" fmla="*/ 345853 w 742950"/>
                <a:gd name="connsiteY1266" fmla="*/ 355282 h 514350"/>
                <a:gd name="connsiteX1267" fmla="*/ 347377 w 742950"/>
                <a:gd name="connsiteY1267" fmla="*/ 355473 h 514350"/>
                <a:gd name="connsiteX1268" fmla="*/ 347948 w 742950"/>
                <a:gd name="connsiteY1268" fmla="*/ 355759 h 514350"/>
                <a:gd name="connsiteX1269" fmla="*/ 349663 w 742950"/>
                <a:gd name="connsiteY1269" fmla="*/ 357569 h 514350"/>
                <a:gd name="connsiteX1270" fmla="*/ 356711 w 742950"/>
                <a:gd name="connsiteY1270" fmla="*/ 362617 h 514350"/>
                <a:gd name="connsiteX1271" fmla="*/ 357854 w 742950"/>
                <a:gd name="connsiteY1271" fmla="*/ 362712 h 514350"/>
                <a:gd name="connsiteX1272" fmla="*/ 360807 w 742950"/>
                <a:gd name="connsiteY1272" fmla="*/ 361378 h 514350"/>
                <a:gd name="connsiteX1273" fmla="*/ 362045 w 742950"/>
                <a:gd name="connsiteY1273" fmla="*/ 361664 h 514350"/>
                <a:gd name="connsiteX1274" fmla="*/ 363093 w 742950"/>
                <a:gd name="connsiteY1274" fmla="*/ 362712 h 514350"/>
                <a:gd name="connsiteX1275" fmla="*/ 364141 w 742950"/>
                <a:gd name="connsiteY1275" fmla="*/ 364141 h 514350"/>
                <a:gd name="connsiteX1276" fmla="*/ 364427 w 742950"/>
                <a:gd name="connsiteY1276" fmla="*/ 364998 h 514350"/>
                <a:gd name="connsiteX1277" fmla="*/ 364236 w 742950"/>
                <a:gd name="connsiteY1277" fmla="*/ 366427 h 514350"/>
                <a:gd name="connsiteX1278" fmla="*/ 364522 w 742950"/>
                <a:gd name="connsiteY1278" fmla="*/ 367189 h 514350"/>
                <a:gd name="connsiteX1279" fmla="*/ 364712 w 742950"/>
                <a:gd name="connsiteY1279" fmla="*/ 367760 h 514350"/>
                <a:gd name="connsiteX1280" fmla="*/ 364522 w 742950"/>
                <a:gd name="connsiteY1280" fmla="*/ 368332 h 514350"/>
                <a:gd name="connsiteX1281" fmla="*/ 364236 w 742950"/>
                <a:gd name="connsiteY1281" fmla="*/ 368998 h 514350"/>
                <a:gd name="connsiteX1282" fmla="*/ 364046 w 742950"/>
                <a:gd name="connsiteY1282" fmla="*/ 369761 h 514350"/>
                <a:gd name="connsiteX1283" fmla="*/ 364141 w 742950"/>
                <a:gd name="connsiteY1283" fmla="*/ 371189 h 514350"/>
                <a:gd name="connsiteX1284" fmla="*/ 365189 w 742950"/>
                <a:gd name="connsiteY1284" fmla="*/ 375761 h 514350"/>
                <a:gd name="connsiteX1285" fmla="*/ 365760 w 742950"/>
                <a:gd name="connsiteY1285" fmla="*/ 376714 h 514350"/>
                <a:gd name="connsiteX1286" fmla="*/ 369094 w 742950"/>
                <a:gd name="connsiteY1286" fmla="*/ 379476 h 514350"/>
                <a:gd name="connsiteX1287" fmla="*/ 370046 w 742950"/>
                <a:gd name="connsiteY1287" fmla="*/ 380619 h 514350"/>
                <a:gd name="connsiteX1288" fmla="*/ 370332 w 742950"/>
                <a:gd name="connsiteY1288" fmla="*/ 381095 h 514350"/>
                <a:gd name="connsiteX1289" fmla="*/ 370237 w 742950"/>
                <a:gd name="connsiteY1289" fmla="*/ 381381 h 514350"/>
                <a:gd name="connsiteX1290" fmla="*/ 370046 w 742950"/>
                <a:gd name="connsiteY1290" fmla="*/ 381572 h 514350"/>
                <a:gd name="connsiteX1291" fmla="*/ 369951 w 742950"/>
                <a:gd name="connsiteY1291" fmla="*/ 381762 h 514350"/>
                <a:gd name="connsiteX1292" fmla="*/ 369856 w 742950"/>
                <a:gd name="connsiteY1292" fmla="*/ 382238 h 514350"/>
                <a:gd name="connsiteX1293" fmla="*/ 369665 w 742950"/>
                <a:gd name="connsiteY1293" fmla="*/ 382810 h 514350"/>
                <a:gd name="connsiteX1294" fmla="*/ 369856 w 742950"/>
                <a:gd name="connsiteY1294" fmla="*/ 383286 h 514350"/>
                <a:gd name="connsiteX1295" fmla="*/ 370713 w 742950"/>
                <a:gd name="connsiteY1295" fmla="*/ 383477 h 514350"/>
                <a:gd name="connsiteX1296" fmla="*/ 371094 w 742950"/>
                <a:gd name="connsiteY1296" fmla="*/ 383857 h 514350"/>
                <a:gd name="connsiteX1297" fmla="*/ 371475 w 742950"/>
                <a:gd name="connsiteY1297" fmla="*/ 384239 h 514350"/>
                <a:gd name="connsiteX1298" fmla="*/ 371951 w 742950"/>
                <a:gd name="connsiteY1298" fmla="*/ 384429 h 514350"/>
                <a:gd name="connsiteX1299" fmla="*/ 372428 w 742950"/>
                <a:gd name="connsiteY1299" fmla="*/ 384429 h 514350"/>
                <a:gd name="connsiteX1300" fmla="*/ 374142 w 742950"/>
                <a:gd name="connsiteY1300" fmla="*/ 383762 h 514350"/>
                <a:gd name="connsiteX1301" fmla="*/ 374904 w 742950"/>
                <a:gd name="connsiteY1301" fmla="*/ 383857 h 514350"/>
                <a:gd name="connsiteX1302" fmla="*/ 375761 w 742950"/>
                <a:gd name="connsiteY1302" fmla="*/ 384810 h 514350"/>
                <a:gd name="connsiteX1303" fmla="*/ 376142 w 742950"/>
                <a:gd name="connsiteY1303" fmla="*/ 385858 h 514350"/>
                <a:gd name="connsiteX1304" fmla="*/ 376428 w 742950"/>
                <a:gd name="connsiteY1304" fmla="*/ 387096 h 514350"/>
                <a:gd name="connsiteX1305" fmla="*/ 376809 w 742950"/>
                <a:gd name="connsiteY1305" fmla="*/ 388144 h 514350"/>
                <a:gd name="connsiteX1306" fmla="*/ 377476 w 742950"/>
                <a:gd name="connsiteY1306" fmla="*/ 388715 h 514350"/>
                <a:gd name="connsiteX1307" fmla="*/ 377952 w 742950"/>
                <a:gd name="connsiteY1307" fmla="*/ 388620 h 514350"/>
                <a:gd name="connsiteX1308" fmla="*/ 378333 w 742950"/>
                <a:gd name="connsiteY1308" fmla="*/ 388239 h 514350"/>
                <a:gd name="connsiteX1309" fmla="*/ 378905 w 742950"/>
                <a:gd name="connsiteY1309" fmla="*/ 387286 h 514350"/>
                <a:gd name="connsiteX1310" fmla="*/ 379381 w 742950"/>
                <a:gd name="connsiteY1310" fmla="*/ 387001 h 514350"/>
                <a:gd name="connsiteX1311" fmla="*/ 379952 w 742950"/>
                <a:gd name="connsiteY1311" fmla="*/ 387001 h 514350"/>
                <a:gd name="connsiteX1312" fmla="*/ 387572 w 742950"/>
                <a:gd name="connsiteY1312" fmla="*/ 389477 h 514350"/>
                <a:gd name="connsiteX1313" fmla="*/ 391001 w 742950"/>
                <a:gd name="connsiteY1313" fmla="*/ 392430 h 514350"/>
                <a:gd name="connsiteX1314" fmla="*/ 392906 w 742950"/>
                <a:gd name="connsiteY1314" fmla="*/ 393573 h 514350"/>
                <a:gd name="connsiteX1315" fmla="*/ 397193 w 742950"/>
                <a:gd name="connsiteY1315" fmla="*/ 394335 h 514350"/>
                <a:gd name="connsiteX1316" fmla="*/ 399193 w 742950"/>
                <a:gd name="connsiteY1316" fmla="*/ 395192 h 514350"/>
                <a:gd name="connsiteX1317" fmla="*/ 400717 w 742950"/>
                <a:gd name="connsiteY1317" fmla="*/ 397288 h 514350"/>
                <a:gd name="connsiteX1318" fmla="*/ 402717 w 742950"/>
                <a:gd name="connsiteY1318" fmla="*/ 401479 h 514350"/>
                <a:gd name="connsiteX1319" fmla="*/ 405194 w 742950"/>
                <a:gd name="connsiteY1319" fmla="*/ 405194 h 514350"/>
                <a:gd name="connsiteX1320" fmla="*/ 410813 w 742950"/>
                <a:gd name="connsiteY1320" fmla="*/ 411956 h 514350"/>
                <a:gd name="connsiteX1321" fmla="*/ 411956 w 742950"/>
                <a:gd name="connsiteY1321" fmla="*/ 413766 h 514350"/>
                <a:gd name="connsiteX1322" fmla="*/ 413480 w 742950"/>
                <a:gd name="connsiteY1322" fmla="*/ 417767 h 514350"/>
                <a:gd name="connsiteX1323" fmla="*/ 414528 w 742950"/>
                <a:gd name="connsiteY1323" fmla="*/ 419672 h 514350"/>
                <a:gd name="connsiteX1324" fmla="*/ 416243 w 742950"/>
                <a:gd name="connsiteY1324" fmla="*/ 420624 h 514350"/>
                <a:gd name="connsiteX1325" fmla="*/ 424625 w 742950"/>
                <a:gd name="connsiteY1325" fmla="*/ 420434 h 514350"/>
                <a:gd name="connsiteX1326" fmla="*/ 431959 w 742950"/>
                <a:gd name="connsiteY1326" fmla="*/ 420338 h 514350"/>
                <a:gd name="connsiteX1327" fmla="*/ 443198 w 742950"/>
                <a:gd name="connsiteY1327" fmla="*/ 420148 h 514350"/>
                <a:gd name="connsiteX1328" fmla="*/ 449485 w 742950"/>
                <a:gd name="connsiteY1328" fmla="*/ 420053 h 514350"/>
                <a:gd name="connsiteX1329" fmla="*/ 454914 w 742950"/>
                <a:gd name="connsiteY1329" fmla="*/ 419957 h 514350"/>
                <a:gd name="connsiteX1330" fmla="*/ 457486 w 742950"/>
                <a:gd name="connsiteY1330" fmla="*/ 420434 h 514350"/>
                <a:gd name="connsiteX1331" fmla="*/ 459677 w 742950"/>
                <a:gd name="connsiteY1331" fmla="*/ 420719 h 514350"/>
                <a:gd name="connsiteX1332" fmla="*/ 460058 w 742950"/>
                <a:gd name="connsiteY1332" fmla="*/ 422910 h 514350"/>
                <a:gd name="connsiteX1333" fmla="*/ 460534 w 742950"/>
                <a:gd name="connsiteY1333" fmla="*/ 423958 h 514350"/>
                <a:gd name="connsiteX1334" fmla="*/ 460724 w 742950"/>
                <a:gd name="connsiteY1334" fmla="*/ 424529 h 514350"/>
                <a:gd name="connsiteX1335" fmla="*/ 460820 w 742950"/>
                <a:gd name="connsiteY1335" fmla="*/ 425386 h 514350"/>
                <a:gd name="connsiteX1336" fmla="*/ 460724 w 742950"/>
                <a:gd name="connsiteY1336" fmla="*/ 426148 h 514350"/>
                <a:gd name="connsiteX1337" fmla="*/ 460534 w 742950"/>
                <a:gd name="connsiteY1337" fmla="*/ 426911 h 514350"/>
                <a:gd name="connsiteX1338" fmla="*/ 460248 w 742950"/>
                <a:gd name="connsiteY1338" fmla="*/ 427577 h 514350"/>
                <a:gd name="connsiteX1339" fmla="*/ 459962 w 742950"/>
                <a:gd name="connsiteY1339" fmla="*/ 428053 h 514350"/>
                <a:gd name="connsiteX1340" fmla="*/ 459772 w 742950"/>
                <a:gd name="connsiteY1340" fmla="*/ 428720 h 514350"/>
                <a:gd name="connsiteX1341" fmla="*/ 459867 w 742950"/>
                <a:gd name="connsiteY1341" fmla="*/ 429482 h 514350"/>
                <a:gd name="connsiteX1342" fmla="*/ 460153 w 742950"/>
                <a:gd name="connsiteY1342" fmla="*/ 430435 h 514350"/>
                <a:gd name="connsiteX1343" fmla="*/ 459010 w 742950"/>
                <a:gd name="connsiteY1343" fmla="*/ 435673 h 514350"/>
                <a:gd name="connsiteX1344" fmla="*/ 458724 w 742950"/>
                <a:gd name="connsiteY1344" fmla="*/ 438912 h 514350"/>
                <a:gd name="connsiteX1345" fmla="*/ 459486 w 742950"/>
                <a:gd name="connsiteY1345" fmla="*/ 440817 h 514350"/>
                <a:gd name="connsiteX1346" fmla="*/ 459296 w 742950"/>
                <a:gd name="connsiteY1346" fmla="*/ 441103 h 514350"/>
                <a:gd name="connsiteX1347" fmla="*/ 459200 w 742950"/>
                <a:gd name="connsiteY1347" fmla="*/ 441293 h 514350"/>
                <a:gd name="connsiteX1348" fmla="*/ 459010 w 742950"/>
                <a:gd name="connsiteY1348" fmla="*/ 441769 h 514350"/>
                <a:gd name="connsiteX1349" fmla="*/ 459486 w 742950"/>
                <a:gd name="connsiteY1349" fmla="*/ 441960 h 514350"/>
                <a:gd name="connsiteX1350" fmla="*/ 459867 w 742950"/>
                <a:gd name="connsiteY1350" fmla="*/ 442341 h 514350"/>
                <a:gd name="connsiteX1351" fmla="*/ 460153 w 742950"/>
                <a:gd name="connsiteY1351" fmla="*/ 442722 h 514350"/>
                <a:gd name="connsiteX1352" fmla="*/ 460343 w 742950"/>
                <a:gd name="connsiteY1352" fmla="*/ 443103 h 514350"/>
                <a:gd name="connsiteX1353" fmla="*/ 460534 w 742950"/>
                <a:gd name="connsiteY1353" fmla="*/ 443770 h 514350"/>
                <a:gd name="connsiteX1354" fmla="*/ 460629 w 742950"/>
                <a:gd name="connsiteY1354" fmla="*/ 444436 h 514350"/>
                <a:gd name="connsiteX1355" fmla="*/ 460629 w 742950"/>
                <a:gd name="connsiteY1355" fmla="*/ 445961 h 514350"/>
                <a:gd name="connsiteX1356" fmla="*/ 460820 w 742950"/>
                <a:gd name="connsiteY1356" fmla="*/ 446627 h 514350"/>
                <a:gd name="connsiteX1357" fmla="*/ 461582 w 742950"/>
                <a:gd name="connsiteY1357" fmla="*/ 447865 h 514350"/>
                <a:gd name="connsiteX1358" fmla="*/ 462344 w 742950"/>
                <a:gd name="connsiteY1358" fmla="*/ 451866 h 514350"/>
                <a:gd name="connsiteX1359" fmla="*/ 462439 w 742950"/>
                <a:gd name="connsiteY1359" fmla="*/ 453866 h 514350"/>
                <a:gd name="connsiteX1360" fmla="*/ 462534 w 742950"/>
                <a:gd name="connsiteY1360" fmla="*/ 454247 h 514350"/>
                <a:gd name="connsiteX1361" fmla="*/ 462439 w 742950"/>
                <a:gd name="connsiteY1361" fmla="*/ 454628 h 514350"/>
                <a:gd name="connsiteX1362" fmla="*/ 461867 w 742950"/>
                <a:gd name="connsiteY1362" fmla="*/ 455390 h 514350"/>
                <a:gd name="connsiteX1363" fmla="*/ 461582 w 742950"/>
                <a:gd name="connsiteY1363" fmla="*/ 455867 h 514350"/>
                <a:gd name="connsiteX1364" fmla="*/ 461391 w 742950"/>
                <a:gd name="connsiteY1364" fmla="*/ 456438 h 514350"/>
                <a:gd name="connsiteX1365" fmla="*/ 461296 w 742950"/>
                <a:gd name="connsiteY1365" fmla="*/ 457105 h 514350"/>
                <a:gd name="connsiteX1366" fmla="*/ 461296 w 742950"/>
                <a:gd name="connsiteY1366" fmla="*/ 457676 h 514350"/>
                <a:gd name="connsiteX1367" fmla="*/ 461105 w 742950"/>
                <a:gd name="connsiteY1367" fmla="*/ 458343 h 514350"/>
                <a:gd name="connsiteX1368" fmla="*/ 460629 w 742950"/>
                <a:gd name="connsiteY1368" fmla="*/ 458629 h 514350"/>
                <a:gd name="connsiteX1369" fmla="*/ 460153 w 742950"/>
                <a:gd name="connsiteY1369" fmla="*/ 458819 h 514350"/>
                <a:gd name="connsiteX1370" fmla="*/ 459867 w 742950"/>
                <a:gd name="connsiteY1370" fmla="*/ 459105 h 514350"/>
                <a:gd name="connsiteX1371" fmla="*/ 459677 w 742950"/>
                <a:gd name="connsiteY1371" fmla="*/ 459867 h 514350"/>
                <a:gd name="connsiteX1372" fmla="*/ 459867 w 742950"/>
                <a:gd name="connsiteY1372" fmla="*/ 461201 h 514350"/>
                <a:gd name="connsiteX1373" fmla="*/ 459867 w 742950"/>
                <a:gd name="connsiteY1373" fmla="*/ 461772 h 514350"/>
                <a:gd name="connsiteX1374" fmla="*/ 459200 w 742950"/>
                <a:gd name="connsiteY1374" fmla="*/ 462439 h 514350"/>
                <a:gd name="connsiteX1375" fmla="*/ 458153 w 742950"/>
                <a:gd name="connsiteY1375" fmla="*/ 463296 h 514350"/>
                <a:gd name="connsiteX1376" fmla="*/ 457581 w 742950"/>
                <a:gd name="connsiteY1376" fmla="*/ 464058 h 514350"/>
                <a:gd name="connsiteX1377" fmla="*/ 458343 w 742950"/>
                <a:gd name="connsiteY1377" fmla="*/ 464344 h 514350"/>
                <a:gd name="connsiteX1378" fmla="*/ 459677 w 742950"/>
                <a:gd name="connsiteY1378" fmla="*/ 464534 h 514350"/>
                <a:gd name="connsiteX1379" fmla="*/ 460724 w 742950"/>
                <a:gd name="connsiteY1379" fmla="*/ 465106 h 514350"/>
                <a:gd name="connsiteX1380" fmla="*/ 461677 w 742950"/>
                <a:gd name="connsiteY1380" fmla="*/ 465963 h 514350"/>
                <a:gd name="connsiteX1381" fmla="*/ 462534 w 742950"/>
                <a:gd name="connsiteY1381" fmla="*/ 467011 h 514350"/>
                <a:gd name="connsiteX1382" fmla="*/ 463106 w 742950"/>
                <a:gd name="connsiteY1382" fmla="*/ 467868 h 514350"/>
                <a:gd name="connsiteX1383" fmla="*/ 463582 w 742950"/>
                <a:gd name="connsiteY1383" fmla="*/ 468916 h 514350"/>
                <a:gd name="connsiteX1384" fmla="*/ 463868 w 742950"/>
                <a:gd name="connsiteY1384" fmla="*/ 470059 h 514350"/>
                <a:gd name="connsiteX1385" fmla="*/ 464153 w 742950"/>
                <a:gd name="connsiteY1385" fmla="*/ 472345 h 514350"/>
                <a:gd name="connsiteX1386" fmla="*/ 464344 w 742950"/>
                <a:gd name="connsiteY1386" fmla="*/ 473297 h 514350"/>
                <a:gd name="connsiteX1387" fmla="*/ 464344 w 742950"/>
                <a:gd name="connsiteY1387" fmla="*/ 474345 h 514350"/>
                <a:gd name="connsiteX1388" fmla="*/ 463963 w 742950"/>
                <a:gd name="connsiteY1388" fmla="*/ 475774 h 514350"/>
                <a:gd name="connsiteX1389" fmla="*/ 464344 w 742950"/>
                <a:gd name="connsiteY1389" fmla="*/ 476250 h 514350"/>
                <a:gd name="connsiteX1390" fmla="*/ 464344 w 742950"/>
                <a:gd name="connsiteY1390" fmla="*/ 476917 h 514350"/>
                <a:gd name="connsiteX1391" fmla="*/ 463963 w 742950"/>
                <a:gd name="connsiteY1391" fmla="*/ 478441 h 514350"/>
                <a:gd name="connsiteX1392" fmla="*/ 463963 w 742950"/>
                <a:gd name="connsiteY1392" fmla="*/ 478822 h 514350"/>
                <a:gd name="connsiteX1393" fmla="*/ 463963 w 742950"/>
                <a:gd name="connsiteY1393" fmla="*/ 479965 h 514350"/>
                <a:gd name="connsiteX1394" fmla="*/ 463772 w 742950"/>
                <a:gd name="connsiteY1394" fmla="*/ 480441 h 514350"/>
                <a:gd name="connsiteX1395" fmla="*/ 463010 w 742950"/>
                <a:gd name="connsiteY1395" fmla="*/ 481108 h 514350"/>
                <a:gd name="connsiteX1396" fmla="*/ 462820 w 742950"/>
                <a:gd name="connsiteY1396" fmla="*/ 481489 h 514350"/>
                <a:gd name="connsiteX1397" fmla="*/ 462915 w 742950"/>
                <a:gd name="connsiteY1397" fmla="*/ 483203 h 514350"/>
                <a:gd name="connsiteX1398" fmla="*/ 463677 w 742950"/>
                <a:gd name="connsiteY1398" fmla="*/ 484632 h 514350"/>
                <a:gd name="connsiteX1399" fmla="*/ 464915 w 742950"/>
                <a:gd name="connsiteY1399" fmla="*/ 486632 h 514350"/>
                <a:gd name="connsiteX1400" fmla="*/ 465677 w 742950"/>
                <a:gd name="connsiteY1400" fmla="*/ 486347 h 514350"/>
                <a:gd name="connsiteX1401" fmla="*/ 468440 w 742950"/>
                <a:gd name="connsiteY1401" fmla="*/ 485775 h 514350"/>
                <a:gd name="connsiteX1402" fmla="*/ 468916 w 742950"/>
                <a:gd name="connsiteY1402" fmla="*/ 485775 h 514350"/>
                <a:gd name="connsiteX1403" fmla="*/ 469297 w 742950"/>
                <a:gd name="connsiteY1403" fmla="*/ 485965 h 514350"/>
                <a:gd name="connsiteX1404" fmla="*/ 469773 w 742950"/>
                <a:gd name="connsiteY1404" fmla="*/ 486442 h 514350"/>
                <a:gd name="connsiteX1405" fmla="*/ 469773 w 742950"/>
                <a:gd name="connsiteY1405" fmla="*/ 486632 h 514350"/>
                <a:gd name="connsiteX1406" fmla="*/ 469297 w 742950"/>
                <a:gd name="connsiteY1406" fmla="*/ 487394 h 514350"/>
                <a:gd name="connsiteX1407" fmla="*/ 469964 w 742950"/>
                <a:gd name="connsiteY1407" fmla="*/ 487966 h 514350"/>
                <a:gd name="connsiteX1408" fmla="*/ 470059 w 742950"/>
                <a:gd name="connsiteY1408" fmla="*/ 487966 h 514350"/>
                <a:gd name="connsiteX1409" fmla="*/ 470154 w 742950"/>
                <a:gd name="connsiteY1409" fmla="*/ 487966 h 514350"/>
                <a:gd name="connsiteX1410" fmla="*/ 471011 w 742950"/>
                <a:gd name="connsiteY1410" fmla="*/ 488728 h 514350"/>
                <a:gd name="connsiteX1411" fmla="*/ 471011 w 742950"/>
                <a:gd name="connsiteY1411" fmla="*/ 489014 h 514350"/>
                <a:gd name="connsiteX1412" fmla="*/ 470821 w 742950"/>
                <a:gd name="connsiteY1412" fmla="*/ 489680 h 514350"/>
                <a:gd name="connsiteX1413" fmla="*/ 470821 w 742950"/>
                <a:gd name="connsiteY1413" fmla="*/ 489966 h 514350"/>
                <a:gd name="connsiteX1414" fmla="*/ 471202 w 742950"/>
                <a:gd name="connsiteY1414" fmla="*/ 490442 h 514350"/>
                <a:gd name="connsiteX1415" fmla="*/ 471488 w 742950"/>
                <a:gd name="connsiteY1415" fmla="*/ 490823 h 514350"/>
                <a:gd name="connsiteX1416" fmla="*/ 471869 w 742950"/>
                <a:gd name="connsiteY1416" fmla="*/ 491109 h 514350"/>
                <a:gd name="connsiteX1417" fmla="*/ 472440 w 742950"/>
                <a:gd name="connsiteY1417" fmla="*/ 491204 h 514350"/>
                <a:gd name="connsiteX1418" fmla="*/ 472821 w 742950"/>
                <a:gd name="connsiteY1418" fmla="*/ 491395 h 514350"/>
                <a:gd name="connsiteX1419" fmla="*/ 473297 w 742950"/>
                <a:gd name="connsiteY1419" fmla="*/ 491585 h 514350"/>
                <a:gd name="connsiteX1420" fmla="*/ 476726 w 742950"/>
                <a:gd name="connsiteY1420" fmla="*/ 494728 h 514350"/>
                <a:gd name="connsiteX1421" fmla="*/ 479108 w 742950"/>
                <a:gd name="connsiteY1421" fmla="*/ 497395 h 514350"/>
                <a:gd name="connsiteX1422" fmla="*/ 482632 w 742950"/>
                <a:gd name="connsiteY1422" fmla="*/ 498824 h 514350"/>
                <a:gd name="connsiteX1423" fmla="*/ 489775 w 742950"/>
                <a:gd name="connsiteY1423" fmla="*/ 499872 h 514350"/>
                <a:gd name="connsiteX1424" fmla="*/ 492919 w 742950"/>
                <a:gd name="connsiteY1424" fmla="*/ 499586 h 514350"/>
                <a:gd name="connsiteX1425" fmla="*/ 499300 w 742950"/>
                <a:gd name="connsiteY1425" fmla="*/ 497395 h 514350"/>
                <a:gd name="connsiteX1426" fmla="*/ 502348 w 742950"/>
                <a:gd name="connsiteY1426" fmla="*/ 497491 h 514350"/>
                <a:gd name="connsiteX1427" fmla="*/ 503873 w 742950"/>
                <a:gd name="connsiteY1427" fmla="*/ 498253 h 514350"/>
                <a:gd name="connsiteX1428" fmla="*/ 505301 w 742950"/>
                <a:gd name="connsiteY1428" fmla="*/ 499205 h 514350"/>
                <a:gd name="connsiteX1429" fmla="*/ 510731 w 742950"/>
                <a:gd name="connsiteY1429" fmla="*/ 504539 h 514350"/>
                <a:gd name="connsiteX1430" fmla="*/ 512159 w 742950"/>
                <a:gd name="connsiteY1430" fmla="*/ 505492 h 514350"/>
                <a:gd name="connsiteX1431" fmla="*/ 515017 w 742950"/>
                <a:gd name="connsiteY1431" fmla="*/ 506730 h 514350"/>
                <a:gd name="connsiteX1432" fmla="*/ 515779 w 742950"/>
                <a:gd name="connsiteY1432" fmla="*/ 507492 h 514350"/>
                <a:gd name="connsiteX1433" fmla="*/ 516350 w 742950"/>
                <a:gd name="connsiteY1433" fmla="*/ 508540 h 514350"/>
                <a:gd name="connsiteX1434" fmla="*/ 516731 w 742950"/>
                <a:gd name="connsiteY1434" fmla="*/ 509683 h 514350"/>
                <a:gd name="connsiteX1435" fmla="*/ 516827 w 742950"/>
                <a:gd name="connsiteY1435" fmla="*/ 510826 h 514350"/>
                <a:gd name="connsiteX1436" fmla="*/ 516731 w 742950"/>
                <a:gd name="connsiteY1436" fmla="*/ 513398 h 514350"/>
                <a:gd name="connsiteX1437" fmla="*/ 517017 w 742950"/>
                <a:gd name="connsiteY1437" fmla="*/ 514350 h 514350"/>
                <a:gd name="connsiteX1438" fmla="*/ 517970 w 742950"/>
                <a:gd name="connsiteY1438" fmla="*/ 516636 h 514350"/>
                <a:gd name="connsiteX1439" fmla="*/ 518541 w 742950"/>
                <a:gd name="connsiteY1439" fmla="*/ 517303 h 514350"/>
                <a:gd name="connsiteX1440" fmla="*/ 519398 w 742950"/>
                <a:gd name="connsiteY1440" fmla="*/ 516827 h 514350"/>
                <a:gd name="connsiteX1441" fmla="*/ 524542 w 742950"/>
                <a:gd name="connsiteY1441" fmla="*/ 509873 h 514350"/>
                <a:gd name="connsiteX1442" fmla="*/ 526256 w 742950"/>
                <a:gd name="connsiteY1442" fmla="*/ 508254 h 514350"/>
                <a:gd name="connsiteX1443" fmla="*/ 527685 w 742950"/>
                <a:gd name="connsiteY1443" fmla="*/ 508159 h 514350"/>
                <a:gd name="connsiteX1444" fmla="*/ 531114 w 742950"/>
                <a:gd name="connsiteY1444" fmla="*/ 511397 h 514350"/>
                <a:gd name="connsiteX1445" fmla="*/ 531686 w 742950"/>
                <a:gd name="connsiteY1445" fmla="*/ 511683 h 514350"/>
                <a:gd name="connsiteX1446" fmla="*/ 532257 w 742950"/>
                <a:gd name="connsiteY1446" fmla="*/ 511683 h 514350"/>
                <a:gd name="connsiteX1447" fmla="*/ 532733 w 742950"/>
                <a:gd name="connsiteY1447" fmla="*/ 511493 h 514350"/>
                <a:gd name="connsiteX1448" fmla="*/ 533305 w 742950"/>
                <a:gd name="connsiteY1448" fmla="*/ 511493 h 514350"/>
                <a:gd name="connsiteX1449" fmla="*/ 534829 w 742950"/>
                <a:gd name="connsiteY1449" fmla="*/ 512159 h 514350"/>
                <a:gd name="connsiteX1450" fmla="*/ 535305 w 742950"/>
                <a:gd name="connsiteY1450" fmla="*/ 512255 h 514350"/>
                <a:gd name="connsiteX1451" fmla="*/ 536162 w 742950"/>
                <a:gd name="connsiteY1451" fmla="*/ 512064 h 514350"/>
                <a:gd name="connsiteX1452" fmla="*/ 539972 w 742950"/>
                <a:gd name="connsiteY1452" fmla="*/ 510445 h 514350"/>
                <a:gd name="connsiteX1453" fmla="*/ 540734 w 742950"/>
                <a:gd name="connsiteY1453" fmla="*/ 509969 h 514350"/>
                <a:gd name="connsiteX1454" fmla="*/ 541401 w 742950"/>
                <a:gd name="connsiteY1454" fmla="*/ 509302 h 514350"/>
                <a:gd name="connsiteX1455" fmla="*/ 542068 w 742950"/>
                <a:gd name="connsiteY1455" fmla="*/ 508349 h 514350"/>
                <a:gd name="connsiteX1456" fmla="*/ 543401 w 742950"/>
                <a:gd name="connsiteY1456" fmla="*/ 506920 h 514350"/>
                <a:gd name="connsiteX1457" fmla="*/ 546735 w 742950"/>
                <a:gd name="connsiteY1457" fmla="*/ 505301 h 514350"/>
                <a:gd name="connsiteX1458" fmla="*/ 546926 w 742950"/>
                <a:gd name="connsiteY1458" fmla="*/ 505206 h 514350"/>
                <a:gd name="connsiteX1459" fmla="*/ 551688 w 742950"/>
                <a:gd name="connsiteY1459" fmla="*/ 501396 h 514350"/>
                <a:gd name="connsiteX1460" fmla="*/ 555212 w 742950"/>
                <a:gd name="connsiteY1460" fmla="*/ 499682 h 514350"/>
                <a:gd name="connsiteX1461" fmla="*/ 556260 w 742950"/>
                <a:gd name="connsiteY1461" fmla="*/ 499396 h 514350"/>
                <a:gd name="connsiteX1462" fmla="*/ 558451 w 742950"/>
                <a:gd name="connsiteY1462" fmla="*/ 499205 h 514350"/>
                <a:gd name="connsiteX1463" fmla="*/ 559499 w 742950"/>
                <a:gd name="connsiteY1463" fmla="*/ 498919 h 514350"/>
                <a:gd name="connsiteX1464" fmla="*/ 560165 w 742950"/>
                <a:gd name="connsiteY1464" fmla="*/ 498157 h 514350"/>
                <a:gd name="connsiteX1465" fmla="*/ 560451 w 742950"/>
                <a:gd name="connsiteY1465" fmla="*/ 496919 h 514350"/>
                <a:gd name="connsiteX1466" fmla="*/ 560642 w 742950"/>
                <a:gd name="connsiteY1466" fmla="*/ 494443 h 514350"/>
                <a:gd name="connsiteX1467" fmla="*/ 561213 w 742950"/>
                <a:gd name="connsiteY1467" fmla="*/ 492443 h 514350"/>
                <a:gd name="connsiteX1468" fmla="*/ 561023 w 742950"/>
                <a:gd name="connsiteY1468" fmla="*/ 491776 h 514350"/>
                <a:gd name="connsiteX1469" fmla="*/ 560165 w 742950"/>
                <a:gd name="connsiteY1469" fmla="*/ 491014 h 514350"/>
                <a:gd name="connsiteX1470" fmla="*/ 559975 w 742950"/>
                <a:gd name="connsiteY1470" fmla="*/ 490252 h 514350"/>
                <a:gd name="connsiteX1471" fmla="*/ 559880 w 742950"/>
                <a:gd name="connsiteY1471" fmla="*/ 486918 h 514350"/>
                <a:gd name="connsiteX1472" fmla="*/ 559975 w 742950"/>
                <a:gd name="connsiteY1472" fmla="*/ 485965 h 514350"/>
                <a:gd name="connsiteX1473" fmla="*/ 561404 w 742950"/>
                <a:gd name="connsiteY1473" fmla="*/ 484632 h 514350"/>
                <a:gd name="connsiteX1474" fmla="*/ 565404 w 742950"/>
                <a:gd name="connsiteY1474" fmla="*/ 483298 h 514350"/>
                <a:gd name="connsiteX1475" fmla="*/ 566833 w 742950"/>
                <a:gd name="connsiteY1475" fmla="*/ 482251 h 514350"/>
                <a:gd name="connsiteX1476" fmla="*/ 567119 w 742950"/>
                <a:gd name="connsiteY1476" fmla="*/ 481679 h 514350"/>
                <a:gd name="connsiteX1477" fmla="*/ 567119 w 742950"/>
                <a:gd name="connsiteY1477" fmla="*/ 481203 h 514350"/>
                <a:gd name="connsiteX1478" fmla="*/ 566833 w 742950"/>
                <a:gd name="connsiteY1478" fmla="*/ 480822 h 514350"/>
                <a:gd name="connsiteX1479" fmla="*/ 565499 w 742950"/>
                <a:gd name="connsiteY1479" fmla="*/ 480346 h 514350"/>
                <a:gd name="connsiteX1480" fmla="*/ 565118 w 742950"/>
                <a:gd name="connsiteY1480" fmla="*/ 480060 h 514350"/>
                <a:gd name="connsiteX1481" fmla="*/ 564356 w 742950"/>
                <a:gd name="connsiteY1481" fmla="*/ 479107 h 514350"/>
                <a:gd name="connsiteX1482" fmla="*/ 561689 w 742950"/>
                <a:gd name="connsiteY1482" fmla="*/ 476631 h 514350"/>
                <a:gd name="connsiteX1483" fmla="*/ 561404 w 742950"/>
                <a:gd name="connsiteY1483" fmla="*/ 475774 h 514350"/>
                <a:gd name="connsiteX1484" fmla="*/ 561213 w 742950"/>
                <a:gd name="connsiteY1484" fmla="*/ 474631 h 514350"/>
                <a:gd name="connsiteX1485" fmla="*/ 560642 w 742950"/>
                <a:gd name="connsiteY1485" fmla="*/ 473773 h 514350"/>
                <a:gd name="connsiteX1486" fmla="*/ 560261 w 742950"/>
                <a:gd name="connsiteY1486" fmla="*/ 472916 h 514350"/>
                <a:gd name="connsiteX1487" fmla="*/ 560451 w 742950"/>
                <a:gd name="connsiteY1487" fmla="*/ 471773 h 514350"/>
                <a:gd name="connsiteX1488" fmla="*/ 561308 w 742950"/>
                <a:gd name="connsiteY1488" fmla="*/ 470916 h 514350"/>
                <a:gd name="connsiteX1489" fmla="*/ 562451 w 742950"/>
                <a:gd name="connsiteY1489" fmla="*/ 470630 h 514350"/>
                <a:gd name="connsiteX1490" fmla="*/ 573881 w 742950"/>
                <a:gd name="connsiteY1490" fmla="*/ 470916 h 514350"/>
                <a:gd name="connsiteX1491" fmla="*/ 578453 w 742950"/>
                <a:gd name="connsiteY1491" fmla="*/ 469964 h 514350"/>
                <a:gd name="connsiteX1492" fmla="*/ 582740 w 742950"/>
                <a:gd name="connsiteY1492" fmla="*/ 467963 h 514350"/>
                <a:gd name="connsiteX1493" fmla="*/ 583502 w 742950"/>
                <a:gd name="connsiteY1493" fmla="*/ 467297 h 514350"/>
                <a:gd name="connsiteX1494" fmla="*/ 584740 w 742950"/>
                <a:gd name="connsiteY1494" fmla="*/ 465582 h 514350"/>
                <a:gd name="connsiteX1495" fmla="*/ 585502 w 742950"/>
                <a:gd name="connsiteY1495" fmla="*/ 464820 h 514350"/>
                <a:gd name="connsiteX1496" fmla="*/ 586454 w 742950"/>
                <a:gd name="connsiteY1496" fmla="*/ 464248 h 514350"/>
                <a:gd name="connsiteX1497" fmla="*/ 587502 w 742950"/>
                <a:gd name="connsiteY1497" fmla="*/ 464058 h 514350"/>
                <a:gd name="connsiteX1498" fmla="*/ 593979 w 742950"/>
                <a:gd name="connsiteY1498" fmla="*/ 463677 h 514350"/>
                <a:gd name="connsiteX1499" fmla="*/ 596075 w 742950"/>
                <a:gd name="connsiteY1499" fmla="*/ 463106 h 514350"/>
                <a:gd name="connsiteX1500" fmla="*/ 601028 w 742950"/>
                <a:gd name="connsiteY1500" fmla="*/ 460248 h 514350"/>
                <a:gd name="connsiteX1501" fmla="*/ 602647 w 742950"/>
                <a:gd name="connsiteY1501" fmla="*/ 459772 h 514350"/>
                <a:gd name="connsiteX1502" fmla="*/ 603504 w 742950"/>
                <a:gd name="connsiteY1502" fmla="*/ 459677 h 514350"/>
                <a:gd name="connsiteX1503" fmla="*/ 604361 w 742950"/>
                <a:gd name="connsiteY1503" fmla="*/ 459581 h 514350"/>
                <a:gd name="connsiteX1504" fmla="*/ 605790 w 742950"/>
                <a:gd name="connsiteY1504" fmla="*/ 459867 h 514350"/>
                <a:gd name="connsiteX1505" fmla="*/ 610838 w 742950"/>
                <a:gd name="connsiteY1505" fmla="*/ 461867 h 514350"/>
                <a:gd name="connsiteX1506" fmla="*/ 610838 w 742950"/>
                <a:gd name="connsiteY1506" fmla="*/ 461010 h 514350"/>
                <a:gd name="connsiteX1507" fmla="*/ 610362 w 742950"/>
                <a:gd name="connsiteY1507" fmla="*/ 457962 h 514350"/>
                <a:gd name="connsiteX1508" fmla="*/ 610362 w 742950"/>
                <a:gd name="connsiteY1508" fmla="*/ 456819 h 514350"/>
                <a:gd name="connsiteX1509" fmla="*/ 610838 w 742950"/>
                <a:gd name="connsiteY1509" fmla="*/ 455771 h 514350"/>
                <a:gd name="connsiteX1510" fmla="*/ 611505 w 742950"/>
                <a:gd name="connsiteY1510" fmla="*/ 454914 h 514350"/>
                <a:gd name="connsiteX1511" fmla="*/ 615029 w 742950"/>
                <a:gd name="connsiteY1511" fmla="*/ 452247 h 514350"/>
                <a:gd name="connsiteX1512" fmla="*/ 616934 w 742950"/>
                <a:gd name="connsiteY1512" fmla="*/ 451294 h 514350"/>
                <a:gd name="connsiteX1513" fmla="*/ 618935 w 742950"/>
                <a:gd name="connsiteY1513" fmla="*/ 450914 h 514350"/>
                <a:gd name="connsiteX1514" fmla="*/ 621125 w 742950"/>
                <a:gd name="connsiteY1514" fmla="*/ 451294 h 514350"/>
                <a:gd name="connsiteX1515" fmla="*/ 621983 w 742950"/>
                <a:gd name="connsiteY1515" fmla="*/ 451676 h 514350"/>
                <a:gd name="connsiteX1516" fmla="*/ 622649 w 742950"/>
                <a:gd name="connsiteY1516" fmla="*/ 451866 h 514350"/>
                <a:gd name="connsiteX1517" fmla="*/ 623126 w 742950"/>
                <a:gd name="connsiteY1517" fmla="*/ 451390 h 514350"/>
                <a:gd name="connsiteX1518" fmla="*/ 623983 w 742950"/>
                <a:gd name="connsiteY1518" fmla="*/ 448818 h 514350"/>
                <a:gd name="connsiteX1519" fmla="*/ 624650 w 742950"/>
                <a:gd name="connsiteY1519" fmla="*/ 448056 h 514350"/>
                <a:gd name="connsiteX1520" fmla="*/ 625412 w 742950"/>
                <a:gd name="connsiteY1520" fmla="*/ 447485 h 514350"/>
                <a:gd name="connsiteX1521" fmla="*/ 626364 w 742950"/>
                <a:gd name="connsiteY1521" fmla="*/ 447103 h 514350"/>
                <a:gd name="connsiteX1522" fmla="*/ 630269 w 742950"/>
                <a:gd name="connsiteY1522" fmla="*/ 446246 h 514350"/>
                <a:gd name="connsiteX1523" fmla="*/ 632079 w 742950"/>
                <a:gd name="connsiteY1523" fmla="*/ 445580 h 514350"/>
                <a:gd name="connsiteX1524" fmla="*/ 633794 w 742950"/>
                <a:gd name="connsiteY1524" fmla="*/ 444151 h 514350"/>
                <a:gd name="connsiteX1525" fmla="*/ 634841 w 742950"/>
                <a:gd name="connsiteY1525" fmla="*/ 442817 h 514350"/>
                <a:gd name="connsiteX1526" fmla="*/ 638937 w 742950"/>
                <a:gd name="connsiteY1526" fmla="*/ 436436 h 514350"/>
                <a:gd name="connsiteX1527" fmla="*/ 639890 w 742950"/>
                <a:gd name="connsiteY1527" fmla="*/ 434149 h 514350"/>
                <a:gd name="connsiteX1528" fmla="*/ 640461 w 742950"/>
                <a:gd name="connsiteY1528" fmla="*/ 431768 h 514350"/>
                <a:gd name="connsiteX1529" fmla="*/ 640747 w 742950"/>
                <a:gd name="connsiteY1529" fmla="*/ 429197 h 514350"/>
                <a:gd name="connsiteX1530" fmla="*/ 640556 w 742950"/>
                <a:gd name="connsiteY1530" fmla="*/ 427863 h 514350"/>
                <a:gd name="connsiteX1531" fmla="*/ 639794 w 742950"/>
                <a:gd name="connsiteY1531" fmla="*/ 425386 h 514350"/>
                <a:gd name="connsiteX1532" fmla="*/ 639509 w 742950"/>
                <a:gd name="connsiteY1532" fmla="*/ 424053 h 514350"/>
                <a:gd name="connsiteX1533" fmla="*/ 639509 w 742950"/>
                <a:gd name="connsiteY1533" fmla="*/ 422719 h 514350"/>
                <a:gd name="connsiteX1534" fmla="*/ 639699 w 742950"/>
                <a:gd name="connsiteY1534" fmla="*/ 421386 h 514350"/>
                <a:gd name="connsiteX1535" fmla="*/ 640366 w 742950"/>
                <a:gd name="connsiteY1535" fmla="*/ 418814 h 514350"/>
                <a:gd name="connsiteX1536" fmla="*/ 641223 w 742950"/>
                <a:gd name="connsiteY1536" fmla="*/ 416719 h 514350"/>
                <a:gd name="connsiteX1537" fmla="*/ 646843 w 742950"/>
                <a:gd name="connsiteY1537" fmla="*/ 406336 h 514350"/>
                <a:gd name="connsiteX1538" fmla="*/ 648748 w 742950"/>
                <a:gd name="connsiteY1538" fmla="*/ 402812 h 514350"/>
                <a:gd name="connsiteX1539" fmla="*/ 649415 w 742950"/>
                <a:gd name="connsiteY1539" fmla="*/ 400622 h 514350"/>
                <a:gd name="connsiteX1540" fmla="*/ 649224 w 742950"/>
                <a:gd name="connsiteY1540" fmla="*/ 398050 h 514350"/>
                <a:gd name="connsiteX1541" fmla="*/ 648272 w 742950"/>
                <a:gd name="connsiteY1541" fmla="*/ 393097 h 514350"/>
                <a:gd name="connsiteX1542" fmla="*/ 648462 w 742950"/>
                <a:gd name="connsiteY1542" fmla="*/ 390525 h 514350"/>
                <a:gd name="connsiteX1543" fmla="*/ 649415 w 742950"/>
                <a:gd name="connsiteY1543" fmla="*/ 388811 h 514350"/>
                <a:gd name="connsiteX1544" fmla="*/ 650939 w 742950"/>
                <a:gd name="connsiteY1544" fmla="*/ 387668 h 514350"/>
                <a:gd name="connsiteX1545" fmla="*/ 660464 w 742950"/>
                <a:gd name="connsiteY1545" fmla="*/ 382524 h 514350"/>
                <a:gd name="connsiteX1546" fmla="*/ 664369 w 742950"/>
                <a:gd name="connsiteY1546" fmla="*/ 381190 h 514350"/>
                <a:gd name="connsiteX1547" fmla="*/ 686753 w 742950"/>
                <a:gd name="connsiteY1547" fmla="*/ 380619 h 514350"/>
                <a:gd name="connsiteX1548" fmla="*/ 687419 w 742950"/>
                <a:gd name="connsiteY1548" fmla="*/ 380619 h 514350"/>
                <a:gd name="connsiteX1549" fmla="*/ 689324 w 742950"/>
                <a:gd name="connsiteY1549" fmla="*/ 379667 h 514350"/>
                <a:gd name="connsiteX1550" fmla="*/ 691801 w 742950"/>
                <a:gd name="connsiteY1550" fmla="*/ 376333 h 514350"/>
                <a:gd name="connsiteX1551" fmla="*/ 693325 w 742950"/>
                <a:gd name="connsiteY1551" fmla="*/ 374809 h 514350"/>
                <a:gd name="connsiteX1552" fmla="*/ 693992 w 742950"/>
                <a:gd name="connsiteY1552" fmla="*/ 373856 h 514350"/>
                <a:gd name="connsiteX1553" fmla="*/ 694277 w 742950"/>
                <a:gd name="connsiteY1553" fmla="*/ 372523 h 514350"/>
                <a:gd name="connsiteX1554" fmla="*/ 694277 w 742950"/>
                <a:gd name="connsiteY1554" fmla="*/ 371094 h 514350"/>
                <a:gd name="connsiteX1555" fmla="*/ 693896 w 742950"/>
                <a:gd name="connsiteY1555" fmla="*/ 368236 h 514350"/>
                <a:gd name="connsiteX1556" fmla="*/ 694182 w 742950"/>
                <a:gd name="connsiteY1556" fmla="*/ 366713 h 514350"/>
                <a:gd name="connsiteX1557" fmla="*/ 694754 w 742950"/>
                <a:gd name="connsiteY1557" fmla="*/ 365284 h 514350"/>
                <a:gd name="connsiteX1558" fmla="*/ 695420 w 742950"/>
                <a:gd name="connsiteY1558" fmla="*/ 363950 h 514350"/>
                <a:gd name="connsiteX1559" fmla="*/ 695420 w 742950"/>
                <a:gd name="connsiteY1559" fmla="*/ 363950 h 514350"/>
                <a:gd name="connsiteX1560" fmla="*/ 695420 w 742950"/>
                <a:gd name="connsiteY1560" fmla="*/ 363950 h 514350"/>
                <a:gd name="connsiteX1561" fmla="*/ 695992 w 742950"/>
                <a:gd name="connsiteY1561" fmla="*/ 362903 h 514350"/>
                <a:gd name="connsiteX1562" fmla="*/ 696563 w 742950"/>
                <a:gd name="connsiteY1562" fmla="*/ 362236 h 514350"/>
                <a:gd name="connsiteX1563" fmla="*/ 697230 w 742950"/>
                <a:gd name="connsiteY1563" fmla="*/ 361855 h 514350"/>
                <a:gd name="connsiteX1564" fmla="*/ 698183 w 742950"/>
                <a:gd name="connsiteY1564" fmla="*/ 361664 h 514350"/>
                <a:gd name="connsiteX1565" fmla="*/ 700373 w 742950"/>
                <a:gd name="connsiteY1565" fmla="*/ 361664 h 514350"/>
                <a:gd name="connsiteX1566" fmla="*/ 701040 w 742950"/>
                <a:gd name="connsiteY1566" fmla="*/ 361093 h 514350"/>
                <a:gd name="connsiteX1567" fmla="*/ 701326 w 742950"/>
                <a:gd name="connsiteY1567" fmla="*/ 359378 h 514350"/>
                <a:gd name="connsiteX1568" fmla="*/ 701421 w 742950"/>
                <a:gd name="connsiteY1568" fmla="*/ 358426 h 514350"/>
                <a:gd name="connsiteX1569" fmla="*/ 702183 w 742950"/>
                <a:gd name="connsiteY1569" fmla="*/ 358807 h 514350"/>
                <a:gd name="connsiteX1570" fmla="*/ 703231 w 742950"/>
                <a:gd name="connsiteY1570" fmla="*/ 358997 h 514350"/>
                <a:gd name="connsiteX1571" fmla="*/ 703612 w 742950"/>
                <a:gd name="connsiteY1571" fmla="*/ 359283 h 514350"/>
                <a:gd name="connsiteX1572" fmla="*/ 704469 w 742950"/>
                <a:gd name="connsiteY1572" fmla="*/ 361283 h 514350"/>
                <a:gd name="connsiteX1573" fmla="*/ 704850 w 742950"/>
                <a:gd name="connsiteY1573" fmla="*/ 361950 h 514350"/>
                <a:gd name="connsiteX1574" fmla="*/ 705231 w 742950"/>
                <a:gd name="connsiteY1574" fmla="*/ 362331 h 514350"/>
                <a:gd name="connsiteX1575" fmla="*/ 706279 w 742950"/>
                <a:gd name="connsiteY1575" fmla="*/ 363093 h 514350"/>
                <a:gd name="connsiteX1576" fmla="*/ 718090 w 742950"/>
                <a:gd name="connsiteY1576" fmla="*/ 367570 h 514350"/>
                <a:gd name="connsiteX1577" fmla="*/ 719042 w 742950"/>
                <a:gd name="connsiteY1577" fmla="*/ 368427 h 514350"/>
                <a:gd name="connsiteX1578" fmla="*/ 720471 w 742950"/>
                <a:gd name="connsiteY1578" fmla="*/ 370427 h 514350"/>
                <a:gd name="connsiteX1579" fmla="*/ 721424 w 742950"/>
                <a:gd name="connsiteY1579" fmla="*/ 371285 h 514350"/>
                <a:gd name="connsiteX1580" fmla="*/ 722471 w 742950"/>
                <a:gd name="connsiteY1580" fmla="*/ 371856 h 514350"/>
                <a:gd name="connsiteX1581" fmla="*/ 723043 w 742950"/>
                <a:gd name="connsiteY1581" fmla="*/ 371951 h 514350"/>
                <a:gd name="connsiteX1582" fmla="*/ 724757 w 742950"/>
                <a:gd name="connsiteY1582" fmla="*/ 371856 h 514350"/>
                <a:gd name="connsiteX1583" fmla="*/ 725329 w 742950"/>
                <a:gd name="connsiteY1583" fmla="*/ 371951 h 514350"/>
                <a:gd name="connsiteX1584" fmla="*/ 726091 w 742950"/>
                <a:gd name="connsiteY1584" fmla="*/ 372618 h 514350"/>
                <a:gd name="connsiteX1585" fmla="*/ 726567 w 742950"/>
                <a:gd name="connsiteY1585" fmla="*/ 372713 h 514350"/>
                <a:gd name="connsiteX1586" fmla="*/ 727043 w 742950"/>
                <a:gd name="connsiteY1586" fmla="*/ 372999 h 514350"/>
                <a:gd name="connsiteX1587" fmla="*/ 727424 w 742950"/>
                <a:gd name="connsiteY1587" fmla="*/ 373190 h 514350"/>
                <a:gd name="connsiteX1588" fmla="*/ 728282 w 742950"/>
                <a:gd name="connsiteY1588" fmla="*/ 374047 h 514350"/>
                <a:gd name="connsiteX1589" fmla="*/ 729329 w 742950"/>
                <a:gd name="connsiteY1589" fmla="*/ 374809 h 514350"/>
                <a:gd name="connsiteX1590" fmla="*/ 730758 w 742950"/>
                <a:gd name="connsiteY1590" fmla="*/ 374904 h 514350"/>
                <a:gd name="connsiteX1591" fmla="*/ 734378 w 742950"/>
                <a:gd name="connsiteY1591" fmla="*/ 373666 h 514350"/>
                <a:gd name="connsiteX1592" fmla="*/ 735616 w 742950"/>
                <a:gd name="connsiteY1592" fmla="*/ 373475 h 514350"/>
                <a:gd name="connsiteX1593" fmla="*/ 736187 w 742950"/>
                <a:gd name="connsiteY1593" fmla="*/ 373761 h 514350"/>
                <a:gd name="connsiteX1594" fmla="*/ 736949 w 742950"/>
                <a:gd name="connsiteY1594" fmla="*/ 374904 h 514350"/>
                <a:gd name="connsiteX1595" fmla="*/ 737616 w 742950"/>
                <a:gd name="connsiteY1595" fmla="*/ 375190 h 514350"/>
                <a:gd name="connsiteX1596" fmla="*/ 738188 w 742950"/>
                <a:gd name="connsiteY1596" fmla="*/ 375094 h 514350"/>
                <a:gd name="connsiteX1597" fmla="*/ 738664 w 742950"/>
                <a:gd name="connsiteY1597" fmla="*/ 374714 h 514350"/>
                <a:gd name="connsiteX1598" fmla="*/ 739426 w 742950"/>
                <a:gd name="connsiteY1598" fmla="*/ 373856 h 514350"/>
                <a:gd name="connsiteX1599" fmla="*/ 740378 w 742950"/>
                <a:gd name="connsiteY1599" fmla="*/ 373094 h 514350"/>
                <a:gd name="connsiteX1600" fmla="*/ 741236 w 742950"/>
                <a:gd name="connsiteY1600" fmla="*/ 372523 h 514350"/>
                <a:gd name="connsiteX1601" fmla="*/ 739902 w 742950"/>
                <a:gd name="connsiteY1601" fmla="*/ 371475 h 514350"/>
                <a:gd name="connsiteX1602" fmla="*/ 739997 w 742950"/>
                <a:gd name="connsiteY1602" fmla="*/ 370237 h 514350"/>
                <a:gd name="connsiteX1603" fmla="*/ 740759 w 742950"/>
                <a:gd name="connsiteY1603" fmla="*/ 369094 h 514350"/>
                <a:gd name="connsiteX1604" fmla="*/ 741712 w 742950"/>
                <a:gd name="connsiteY1604" fmla="*/ 368046 h 514350"/>
                <a:gd name="connsiteX1605" fmla="*/ 742569 w 742950"/>
                <a:gd name="connsiteY1605" fmla="*/ 366713 h 514350"/>
                <a:gd name="connsiteX1606" fmla="*/ 742379 w 742950"/>
                <a:gd name="connsiteY1606" fmla="*/ 365665 h 514350"/>
                <a:gd name="connsiteX1607" fmla="*/ 741521 w 742950"/>
                <a:gd name="connsiteY1607" fmla="*/ 364807 h 514350"/>
                <a:gd name="connsiteX1608" fmla="*/ 740474 w 742950"/>
                <a:gd name="connsiteY1608" fmla="*/ 363950 h 514350"/>
                <a:gd name="connsiteX1609" fmla="*/ 739712 w 742950"/>
                <a:gd name="connsiteY1609" fmla="*/ 362045 h 514350"/>
                <a:gd name="connsiteX1610" fmla="*/ 739902 w 742950"/>
                <a:gd name="connsiteY1610" fmla="*/ 359664 h 514350"/>
                <a:gd name="connsiteX1611" fmla="*/ 741045 w 742950"/>
                <a:gd name="connsiteY1611" fmla="*/ 355187 h 514350"/>
                <a:gd name="connsiteX1612" fmla="*/ 741236 w 742950"/>
                <a:gd name="connsiteY1612" fmla="*/ 352520 h 514350"/>
                <a:gd name="connsiteX1613" fmla="*/ 740855 w 742950"/>
                <a:gd name="connsiteY1613" fmla="*/ 347282 h 514350"/>
                <a:gd name="connsiteX1614" fmla="*/ 741045 w 742950"/>
                <a:gd name="connsiteY1614" fmla="*/ 344710 h 514350"/>
                <a:gd name="connsiteX1615" fmla="*/ 742855 w 742950"/>
                <a:gd name="connsiteY1615" fmla="*/ 341471 h 514350"/>
                <a:gd name="connsiteX1616" fmla="*/ 745808 w 742950"/>
                <a:gd name="connsiteY1616" fmla="*/ 337661 h 514350"/>
                <a:gd name="connsiteX1617" fmla="*/ 747713 w 742950"/>
                <a:gd name="connsiteY1617" fmla="*/ 333851 h 514350"/>
                <a:gd name="connsiteX1618" fmla="*/ 747998 w 742950"/>
                <a:gd name="connsiteY1618" fmla="*/ 332613 h 514350"/>
                <a:gd name="connsiteX1619" fmla="*/ 33719 w 742950"/>
                <a:gd name="connsiteY1619" fmla="*/ 272606 h 514350"/>
                <a:gd name="connsiteX1620" fmla="*/ 33052 w 742950"/>
                <a:gd name="connsiteY1620" fmla="*/ 266986 h 514350"/>
                <a:gd name="connsiteX1621" fmla="*/ 32385 w 742950"/>
                <a:gd name="connsiteY1621" fmla="*/ 261556 h 514350"/>
                <a:gd name="connsiteX1622" fmla="*/ 32671 w 742950"/>
                <a:gd name="connsiteY1622" fmla="*/ 258794 h 514350"/>
                <a:gd name="connsiteX1623" fmla="*/ 34195 w 742950"/>
                <a:gd name="connsiteY1623" fmla="*/ 257651 h 514350"/>
                <a:gd name="connsiteX1624" fmla="*/ 34195 w 742950"/>
                <a:gd name="connsiteY1624" fmla="*/ 257365 h 514350"/>
                <a:gd name="connsiteX1625" fmla="*/ 34100 w 742950"/>
                <a:gd name="connsiteY1625" fmla="*/ 257175 h 514350"/>
                <a:gd name="connsiteX1626" fmla="*/ 33814 w 742950"/>
                <a:gd name="connsiteY1626" fmla="*/ 256699 h 514350"/>
                <a:gd name="connsiteX1627" fmla="*/ 32576 w 742950"/>
                <a:gd name="connsiteY1627" fmla="*/ 256889 h 514350"/>
                <a:gd name="connsiteX1628" fmla="*/ 31623 w 742950"/>
                <a:gd name="connsiteY1628" fmla="*/ 257842 h 514350"/>
                <a:gd name="connsiteX1629" fmla="*/ 31052 w 742950"/>
                <a:gd name="connsiteY1629" fmla="*/ 259175 h 514350"/>
                <a:gd name="connsiteX1630" fmla="*/ 30861 w 742950"/>
                <a:gd name="connsiteY1630" fmla="*/ 260699 h 514350"/>
                <a:gd name="connsiteX1631" fmla="*/ 30956 w 742950"/>
                <a:gd name="connsiteY1631" fmla="*/ 262223 h 514350"/>
                <a:gd name="connsiteX1632" fmla="*/ 31433 w 742950"/>
                <a:gd name="connsiteY1632" fmla="*/ 265367 h 514350"/>
                <a:gd name="connsiteX1633" fmla="*/ 31528 w 742950"/>
                <a:gd name="connsiteY1633" fmla="*/ 267176 h 514350"/>
                <a:gd name="connsiteX1634" fmla="*/ 31433 w 742950"/>
                <a:gd name="connsiteY1634" fmla="*/ 268986 h 514350"/>
                <a:gd name="connsiteX1635" fmla="*/ 31528 w 742950"/>
                <a:gd name="connsiteY1635" fmla="*/ 269653 h 514350"/>
                <a:gd name="connsiteX1636" fmla="*/ 31909 w 742950"/>
                <a:gd name="connsiteY1636" fmla="*/ 270701 h 514350"/>
                <a:gd name="connsiteX1637" fmla="*/ 32766 w 742950"/>
                <a:gd name="connsiteY1637" fmla="*/ 272510 h 514350"/>
                <a:gd name="connsiteX1638" fmla="*/ 34290 w 742950"/>
                <a:gd name="connsiteY1638" fmla="*/ 278320 h 514350"/>
                <a:gd name="connsiteX1639" fmla="*/ 34385 w 742950"/>
                <a:gd name="connsiteY1639" fmla="*/ 279940 h 514350"/>
                <a:gd name="connsiteX1640" fmla="*/ 34766 w 742950"/>
                <a:gd name="connsiteY1640" fmla="*/ 279940 h 514350"/>
                <a:gd name="connsiteX1641" fmla="*/ 34576 w 742950"/>
                <a:gd name="connsiteY1641" fmla="*/ 279368 h 514350"/>
                <a:gd name="connsiteX1642" fmla="*/ 34576 w 742950"/>
                <a:gd name="connsiteY1642" fmla="*/ 278987 h 514350"/>
                <a:gd name="connsiteX1643" fmla="*/ 34766 w 742950"/>
                <a:gd name="connsiteY1643" fmla="*/ 278130 h 514350"/>
                <a:gd name="connsiteX1644" fmla="*/ 33719 w 742950"/>
                <a:gd name="connsiteY1644" fmla="*/ 272606 h 514350"/>
                <a:gd name="connsiteX1645" fmla="*/ 54578 w 742950"/>
                <a:gd name="connsiteY1645" fmla="*/ 226219 h 514350"/>
                <a:gd name="connsiteX1646" fmla="*/ 55150 w 742950"/>
                <a:gd name="connsiteY1646" fmla="*/ 228410 h 514350"/>
                <a:gd name="connsiteX1647" fmla="*/ 55435 w 742950"/>
                <a:gd name="connsiteY1647" fmla="*/ 228981 h 514350"/>
                <a:gd name="connsiteX1648" fmla="*/ 56198 w 742950"/>
                <a:gd name="connsiteY1648" fmla="*/ 228981 h 514350"/>
                <a:gd name="connsiteX1649" fmla="*/ 57055 w 742950"/>
                <a:gd name="connsiteY1649" fmla="*/ 228505 h 514350"/>
                <a:gd name="connsiteX1650" fmla="*/ 57722 w 742950"/>
                <a:gd name="connsiteY1650" fmla="*/ 227743 h 514350"/>
                <a:gd name="connsiteX1651" fmla="*/ 58007 w 742950"/>
                <a:gd name="connsiteY1651" fmla="*/ 226886 h 514350"/>
                <a:gd name="connsiteX1652" fmla="*/ 56960 w 742950"/>
                <a:gd name="connsiteY1652" fmla="*/ 225266 h 514350"/>
                <a:gd name="connsiteX1653" fmla="*/ 56864 w 742950"/>
                <a:gd name="connsiteY1653" fmla="*/ 224885 h 514350"/>
                <a:gd name="connsiteX1654" fmla="*/ 56674 w 742950"/>
                <a:gd name="connsiteY1654" fmla="*/ 223361 h 514350"/>
                <a:gd name="connsiteX1655" fmla="*/ 56483 w 742950"/>
                <a:gd name="connsiteY1655" fmla="*/ 223742 h 514350"/>
                <a:gd name="connsiteX1656" fmla="*/ 56198 w 742950"/>
                <a:gd name="connsiteY1656" fmla="*/ 223742 h 514350"/>
                <a:gd name="connsiteX1657" fmla="*/ 55912 w 742950"/>
                <a:gd name="connsiteY1657" fmla="*/ 223456 h 514350"/>
                <a:gd name="connsiteX1658" fmla="*/ 55531 w 742950"/>
                <a:gd name="connsiteY1658" fmla="*/ 222980 h 514350"/>
                <a:gd name="connsiteX1659" fmla="*/ 54864 w 742950"/>
                <a:gd name="connsiteY1659" fmla="*/ 223266 h 514350"/>
                <a:gd name="connsiteX1660" fmla="*/ 54293 w 742950"/>
                <a:gd name="connsiteY1660" fmla="*/ 223838 h 514350"/>
                <a:gd name="connsiteX1661" fmla="*/ 54007 w 742950"/>
                <a:gd name="connsiteY1661" fmla="*/ 224599 h 514350"/>
                <a:gd name="connsiteX1662" fmla="*/ 54293 w 742950"/>
                <a:gd name="connsiteY1662" fmla="*/ 225552 h 514350"/>
                <a:gd name="connsiteX1663" fmla="*/ 54578 w 742950"/>
                <a:gd name="connsiteY1663" fmla="*/ 226219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</a:cxnLst>
              <a:rect l="l" t="t" r="r" b="b"/>
              <a:pathLst>
                <a:path w="742950" h="514350">
                  <a:moveTo>
                    <a:pt x="747998" y="332613"/>
                  </a:moveTo>
                  <a:lnTo>
                    <a:pt x="747332" y="330803"/>
                  </a:lnTo>
                  <a:lnTo>
                    <a:pt x="747332" y="330803"/>
                  </a:lnTo>
                  <a:lnTo>
                    <a:pt x="747332" y="330803"/>
                  </a:lnTo>
                  <a:lnTo>
                    <a:pt x="745522" y="329565"/>
                  </a:lnTo>
                  <a:lnTo>
                    <a:pt x="743617" y="328613"/>
                  </a:lnTo>
                  <a:lnTo>
                    <a:pt x="741617" y="328041"/>
                  </a:lnTo>
                  <a:lnTo>
                    <a:pt x="737616" y="328041"/>
                  </a:lnTo>
                  <a:lnTo>
                    <a:pt x="735997" y="327565"/>
                  </a:lnTo>
                  <a:lnTo>
                    <a:pt x="730663" y="325088"/>
                  </a:lnTo>
                  <a:lnTo>
                    <a:pt x="728186" y="322040"/>
                  </a:lnTo>
                  <a:lnTo>
                    <a:pt x="726662" y="320611"/>
                  </a:lnTo>
                  <a:lnTo>
                    <a:pt x="724948" y="319849"/>
                  </a:lnTo>
                  <a:lnTo>
                    <a:pt x="721519" y="318897"/>
                  </a:lnTo>
                  <a:lnTo>
                    <a:pt x="718280" y="316325"/>
                  </a:lnTo>
                  <a:lnTo>
                    <a:pt x="716756" y="315563"/>
                  </a:lnTo>
                  <a:lnTo>
                    <a:pt x="713232" y="314992"/>
                  </a:lnTo>
                  <a:lnTo>
                    <a:pt x="707898" y="312420"/>
                  </a:lnTo>
                  <a:lnTo>
                    <a:pt x="706088" y="312230"/>
                  </a:lnTo>
                  <a:lnTo>
                    <a:pt x="704564" y="312801"/>
                  </a:lnTo>
                  <a:lnTo>
                    <a:pt x="701993" y="314801"/>
                  </a:lnTo>
                  <a:lnTo>
                    <a:pt x="700659" y="315563"/>
                  </a:lnTo>
                  <a:lnTo>
                    <a:pt x="697040" y="315849"/>
                  </a:lnTo>
                  <a:lnTo>
                    <a:pt x="693515" y="314706"/>
                  </a:lnTo>
                  <a:lnTo>
                    <a:pt x="684848" y="308896"/>
                  </a:lnTo>
                  <a:lnTo>
                    <a:pt x="679609" y="305372"/>
                  </a:lnTo>
                  <a:lnTo>
                    <a:pt x="672465" y="300609"/>
                  </a:lnTo>
                  <a:lnTo>
                    <a:pt x="667512" y="296037"/>
                  </a:lnTo>
                  <a:lnTo>
                    <a:pt x="660464" y="289655"/>
                  </a:lnTo>
                  <a:lnTo>
                    <a:pt x="656939" y="287465"/>
                  </a:lnTo>
                  <a:lnTo>
                    <a:pt x="649224" y="284702"/>
                  </a:lnTo>
                  <a:lnTo>
                    <a:pt x="642461" y="280797"/>
                  </a:lnTo>
                  <a:lnTo>
                    <a:pt x="631317" y="271463"/>
                  </a:lnTo>
                  <a:lnTo>
                    <a:pt x="628364" y="267557"/>
                  </a:lnTo>
                  <a:lnTo>
                    <a:pt x="626745" y="265462"/>
                  </a:lnTo>
                  <a:lnTo>
                    <a:pt x="625507" y="264700"/>
                  </a:lnTo>
                  <a:lnTo>
                    <a:pt x="623888" y="264890"/>
                  </a:lnTo>
                  <a:lnTo>
                    <a:pt x="619792" y="266890"/>
                  </a:lnTo>
                  <a:lnTo>
                    <a:pt x="618458" y="267176"/>
                  </a:lnTo>
                  <a:lnTo>
                    <a:pt x="616934" y="266890"/>
                  </a:lnTo>
                  <a:lnTo>
                    <a:pt x="615315" y="266033"/>
                  </a:lnTo>
                  <a:lnTo>
                    <a:pt x="606838" y="259937"/>
                  </a:lnTo>
                  <a:lnTo>
                    <a:pt x="599504" y="254698"/>
                  </a:lnTo>
                  <a:lnTo>
                    <a:pt x="593693" y="250507"/>
                  </a:lnTo>
                  <a:lnTo>
                    <a:pt x="590455" y="247174"/>
                  </a:lnTo>
                  <a:lnTo>
                    <a:pt x="584835" y="239268"/>
                  </a:lnTo>
                  <a:lnTo>
                    <a:pt x="581501" y="236125"/>
                  </a:lnTo>
                  <a:lnTo>
                    <a:pt x="574167" y="230886"/>
                  </a:lnTo>
                  <a:lnTo>
                    <a:pt x="556832" y="218503"/>
                  </a:lnTo>
                  <a:lnTo>
                    <a:pt x="548259" y="212407"/>
                  </a:lnTo>
                  <a:lnTo>
                    <a:pt x="541115" y="207264"/>
                  </a:lnTo>
                  <a:lnTo>
                    <a:pt x="534924" y="202882"/>
                  </a:lnTo>
                  <a:lnTo>
                    <a:pt x="531876" y="199835"/>
                  </a:lnTo>
                  <a:lnTo>
                    <a:pt x="531305" y="199549"/>
                  </a:lnTo>
                  <a:lnTo>
                    <a:pt x="527495" y="194786"/>
                  </a:lnTo>
                  <a:lnTo>
                    <a:pt x="526923" y="192977"/>
                  </a:lnTo>
                  <a:lnTo>
                    <a:pt x="525971" y="189167"/>
                  </a:lnTo>
                  <a:lnTo>
                    <a:pt x="525780" y="187547"/>
                  </a:lnTo>
                  <a:lnTo>
                    <a:pt x="525971" y="186023"/>
                  </a:lnTo>
                  <a:lnTo>
                    <a:pt x="526447" y="184785"/>
                  </a:lnTo>
                  <a:lnTo>
                    <a:pt x="526733" y="183547"/>
                  </a:lnTo>
                  <a:lnTo>
                    <a:pt x="526542" y="182118"/>
                  </a:lnTo>
                  <a:lnTo>
                    <a:pt x="524923" y="178594"/>
                  </a:lnTo>
                  <a:lnTo>
                    <a:pt x="524732" y="177165"/>
                  </a:lnTo>
                  <a:lnTo>
                    <a:pt x="524732" y="175355"/>
                  </a:lnTo>
                  <a:lnTo>
                    <a:pt x="524542" y="174022"/>
                  </a:lnTo>
                  <a:lnTo>
                    <a:pt x="524066" y="172784"/>
                  </a:lnTo>
                  <a:lnTo>
                    <a:pt x="522732" y="170021"/>
                  </a:lnTo>
                  <a:lnTo>
                    <a:pt x="522446" y="168783"/>
                  </a:lnTo>
                  <a:lnTo>
                    <a:pt x="522256" y="165830"/>
                  </a:lnTo>
                  <a:lnTo>
                    <a:pt x="521780" y="165164"/>
                  </a:lnTo>
                  <a:lnTo>
                    <a:pt x="517398" y="162687"/>
                  </a:lnTo>
                  <a:lnTo>
                    <a:pt x="514922" y="161925"/>
                  </a:lnTo>
                  <a:lnTo>
                    <a:pt x="513779" y="161068"/>
                  </a:lnTo>
                  <a:lnTo>
                    <a:pt x="513493" y="160592"/>
                  </a:lnTo>
                  <a:lnTo>
                    <a:pt x="513398" y="160496"/>
                  </a:lnTo>
                  <a:lnTo>
                    <a:pt x="513017" y="158877"/>
                  </a:lnTo>
                  <a:lnTo>
                    <a:pt x="512731" y="158210"/>
                  </a:lnTo>
                  <a:lnTo>
                    <a:pt x="510731" y="155639"/>
                  </a:lnTo>
                  <a:lnTo>
                    <a:pt x="510064" y="154210"/>
                  </a:lnTo>
                  <a:lnTo>
                    <a:pt x="509016" y="149923"/>
                  </a:lnTo>
                  <a:lnTo>
                    <a:pt x="508445" y="148971"/>
                  </a:lnTo>
                  <a:lnTo>
                    <a:pt x="506730" y="147066"/>
                  </a:lnTo>
                  <a:lnTo>
                    <a:pt x="506159" y="146114"/>
                  </a:lnTo>
                  <a:lnTo>
                    <a:pt x="505778" y="144590"/>
                  </a:lnTo>
                  <a:lnTo>
                    <a:pt x="505206" y="141446"/>
                  </a:lnTo>
                  <a:lnTo>
                    <a:pt x="503587" y="135636"/>
                  </a:lnTo>
                  <a:lnTo>
                    <a:pt x="503015" y="134302"/>
                  </a:lnTo>
                  <a:lnTo>
                    <a:pt x="503396" y="133826"/>
                  </a:lnTo>
                  <a:lnTo>
                    <a:pt x="503111" y="132779"/>
                  </a:lnTo>
                  <a:lnTo>
                    <a:pt x="502920" y="127921"/>
                  </a:lnTo>
                  <a:lnTo>
                    <a:pt x="502730" y="126492"/>
                  </a:lnTo>
                  <a:lnTo>
                    <a:pt x="502253" y="125349"/>
                  </a:lnTo>
                  <a:lnTo>
                    <a:pt x="498348" y="118872"/>
                  </a:lnTo>
                  <a:lnTo>
                    <a:pt x="497300" y="117729"/>
                  </a:lnTo>
                  <a:lnTo>
                    <a:pt x="485489" y="109061"/>
                  </a:lnTo>
                  <a:lnTo>
                    <a:pt x="480917" y="107061"/>
                  </a:lnTo>
                  <a:lnTo>
                    <a:pt x="475774" y="105727"/>
                  </a:lnTo>
                  <a:lnTo>
                    <a:pt x="473869" y="105537"/>
                  </a:lnTo>
                  <a:lnTo>
                    <a:pt x="472726" y="106108"/>
                  </a:lnTo>
                  <a:lnTo>
                    <a:pt x="472059" y="107537"/>
                  </a:lnTo>
                  <a:lnTo>
                    <a:pt x="471392" y="109919"/>
                  </a:lnTo>
                  <a:lnTo>
                    <a:pt x="470059" y="110681"/>
                  </a:lnTo>
                  <a:lnTo>
                    <a:pt x="469106" y="112871"/>
                  </a:lnTo>
                  <a:lnTo>
                    <a:pt x="467582" y="114491"/>
                  </a:lnTo>
                  <a:lnTo>
                    <a:pt x="465773" y="115443"/>
                  </a:lnTo>
                  <a:lnTo>
                    <a:pt x="463772" y="115538"/>
                  </a:lnTo>
                  <a:lnTo>
                    <a:pt x="461677" y="114681"/>
                  </a:lnTo>
                  <a:lnTo>
                    <a:pt x="456248" y="110871"/>
                  </a:lnTo>
                  <a:lnTo>
                    <a:pt x="455295" y="110871"/>
                  </a:lnTo>
                  <a:lnTo>
                    <a:pt x="452152" y="111443"/>
                  </a:lnTo>
                  <a:lnTo>
                    <a:pt x="451866" y="110776"/>
                  </a:lnTo>
                  <a:lnTo>
                    <a:pt x="451675" y="110109"/>
                  </a:lnTo>
                  <a:lnTo>
                    <a:pt x="451485" y="109919"/>
                  </a:lnTo>
                  <a:lnTo>
                    <a:pt x="451199" y="110490"/>
                  </a:lnTo>
                  <a:lnTo>
                    <a:pt x="450533" y="111728"/>
                  </a:lnTo>
                  <a:lnTo>
                    <a:pt x="450152" y="112109"/>
                  </a:lnTo>
                  <a:lnTo>
                    <a:pt x="449771" y="112395"/>
                  </a:lnTo>
                  <a:lnTo>
                    <a:pt x="447294" y="109823"/>
                  </a:lnTo>
                  <a:lnTo>
                    <a:pt x="443579" y="108966"/>
                  </a:lnTo>
                  <a:lnTo>
                    <a:pt x="433007" y="109633"/>
                  </a:lnTo>
                  <a:lnTo>
                    <a:pt x="426625" y="111728"/>
                  </a:lnTo>
                  <a:lnTo>
                    <a:pt x="423482" y="111823"/>
                  </a:lnTo>
                  <a:lnTo>
                    <a:pt x="421672" y="111252"/>
                  </a:lnTo>
                  <a:lnTo>
                    <a:pt x="420148" y="109919"/>
                  </a:lnTo>
                  <a:lnTo>
                    <a:pt x="417290" y="107061"/>
                  </a:lnTo>
                  <a:lnTo>
                    <a:pt x="414147" y="104680"/>
                  </a:lnTo>
                  <a:lnTo>
                    <a:pt x="409099" y="102108"/>
                  </a:lnTo>
                  <a:lnTo>
                    <a:pt x="403289" y="99155"/>
                  </a:lnTo>
                  <a:lnTo>
                    <a:pt x="401765" y="97727"/>
                  </a:lnTo>
                  <a:lnTo>
                    <a:pt x="401384" y="96107"/>
                  </a:lnTo>
                  <a:lnTo>
                    <a:pt x="402050" y="90488"/>
                  </a:lnTo>
                  <a:lnTo>
                    <a:pt x="402431" y="89249"/>
                  </a:lnTo>
                  <a:lnTo>
                    <a:pt x="403098" y="88297"/>
                  </a:lnTo>
                  <a:lnTo>
                    <a:pt x="403955" y="87535"/>
                  </a:lnTo>
                  <a:lnTo>
                    <a:pt x="406146" y="86487"/>
                  </a:lnTo>
                  <a:lnTo>
                    <a:pt x="406908" y="85630"/>
                  </a:lnTo>
                  <a:lnTo>
                    <a:pt x="406432" y="84296"/>
                  </a:lnTo>
                  <a:lnTo>
                    <a:pt x="402908" y="79343"/>
                  </a:lnTo>
                  <a:lnTo>
                    <a:pt x="401288" y="76200"/>
                  </a:lnTo>
                  <a:lnTo>
                    <a:pt x="400812" y="73723"/>
                  </a:lnTo>
                  <a:lnTo>
                    <a:pt x="402146" y="71819"/>
                  </a:lnTo>
                  <a:lnTo>
                    <a:pt x="403574" y="70866"/>
                  </a:lnTo>
                  <a:lnTo>
                    <a:pt x="405194" y="70675"/>
                  </a:lnTo>
                  <a:lnTo>
                    <a:pt x="407194" y="71342"/>
                  </a:lnTo>
                  <a:lnTo>
                    <a:pt x="409004" y="72485"/>
                  </a:lnTo>
                  <a:lnTo>
                    <a:pt x="410051" y="72962"/>
                  </a:lnTo>
                  <a:lnTo>
                    <a:pt x="410909" y="72866"/>
                  </a:lnTo>
                  <a:lnTo>
                    <a:pt x="411480" y="71914"/>
                  </a:lnTo>
                  <a:lnTo>
                    <a:pt x="411385" y="70961"/>
                  </a:lnTo>
                  <a:lnTo>
                    <a:pt x="410909" y="70009"/>
                  </a:lnTo>
                  <a:lnTo>
                    <a:pt x="410242" y="69152"/>
                  </a:lnTo>
                  <a:lnTo>
                    <a:pt x="409480" y="68485"/>
                  </a:lnTo>
                  <a:lnTo>
                    <a:pt x="407003" y="66961"/>
                  </a:lnTo>
                  <a:lnTo>
                    <a:pt x="406241" y="66104"/>
                  </a:lnTo>
                  <a:lnTo>
                    <a:pt x="405670" y="65151"/>
                  </a:lnTo>
                  <a:lnTo>
                    <a:pt x="404432" y="63341"/>
                  </a:lnTo>
                  <a:lnTo>
                    <a:pt x="402908" y="62008"/>
                  </a:lnTo>
                  <a:lnTo>
                    <a:pt x="397383" y="59912"/>
                  </a:lnTo>
                  <a:lnTo>
                    <a:pt x="394621" y="60008"/>
                  </a:lnTo>
                  <a:lnTo>
                    <a:pt x="393859" y="59627"/>
                  </a:lnTo>
                  <a:lnTo>
                    <a:pt x="393287" y="58579"/>
                  </a:lnTo>
                  <a:lnTo>
                    <a:pt x="393383" y="57626"/>
                  </a:lnTo>
                  <a:lnTo>
                    <a:pt x="393954" y="56960"/>
                  </a:lnTo>
                  <a:lnTo>
                    <a:pt x="394907" y="56674"/>
                  </a:lnTo>
                  <a:lnTo>
                    <a:pt x="394907" y="56674"/>
                  </a:lnTo>
                  <a:lnTo>
                    <a:pt x="394907" y="56674"/>
                  </a:lnTo>
                  <a:lnTo>
                    <a:pt x="398050" y="55435"/>
                  </a:lnTo>
                  <a:lnTo>
                    <a:pt x="397955" y="52769"/>
                  </a:lnTo>
                  <a:lnTo>
                    <a:pt x="396907" y="49244"/>
                  </a:lnTo>
                  <a:lnTo>
                    <a:pt x="397383" y="46006"/>
                  </a:lnTo>
                  <a:lnTo>
                    <a:pt x="398240" y="45339"/>
                  </a:lnTo>
                  <a:lnTo>
                    <a:pt x="399288" y="44863"/>
                  </a:lnTo>
                  <a:lnTo>
                    <a:pt x="400145" y="44196"/>
                  </a:lnTo>
                  <a:lnTo>
                    <a:pt x="400336" y="43053"/>
                  </a:lnTo>
                  <a:lnTo>
                    <a:pt x="399669" y="42100"/>
                  </a:lnTo>
                  <a:lnTo>
                    <a:pt x="398431" y="41339"/>
                  </a:lnTo>
                  <a:lnTo>
                    <a:pt x="396050" y="40386"/>
                  </a:lnTo>
                  <a:lnTo>
                    <a:pt x="394240" y="38671"/>
                  </a:lnTo>
                  <a:lnTo>
                    <a:pt x="392811" y="36385"/>
                  </a:lnTo>
                  <a:lnTo>
                    <a:pt x="391192" y="34576"/>
                  </a:lnTo>
                  <a:lnTo>
                    <a:pt x="388811" y="34290"/>
                  </a:lnTo>
                  <a:lnTo>
                    <a:pt x="386429" y="34576"/>
                  </a:lnTo>
                  <a:lnTo>
                    <a:pt x="381857" y="34195"/>
                  </a:lnTo>
                  <a:lnTo>
                    <a:pt x="370713" y="35909"/>
                  </a:lnTo>
                  <a:lnTo>
                    <a:pt x="367951" y="35814"/>
                  </a:lnTo>
                  <a:lnTo>
                    <a:pt x="366617" y="35338"/>
                  </a:lnTo>
                  <a:lnTo>
                    <a:pt x="364522" y="33052"/>
                  </a:lnTo>
                  <a:lnTo>
                    <a:pt x="363284" y="32671"/>
                  </a:lnTo>
                  <a:lnTo>
                    <a:pt x="360617" y="32385"/>
                  </a:lnTo>
                  <a:lnTo>
                    <a:pt x="359093" y="31528"/>
                  </a:lnTo>
                  <a:lnTo>
                    <a:pt x="358426" y="30290"/>
                  </a:lnTo>
                  <a:lnTo>
                    <a:pt x="357759" y="24860"/>
                  </a:lnTo>
                  <a:lnTo>
                    <a:pt x="357283" y="23527"/>
                  </a:lnTo>
                  <a:lnTo>
                    <a:pt x="356521" y="22289"/>
                  </a:lnTo>
                  <a:lnTo>
                    <a:pt x="353187" y="18764"/>
                  </a:lnTo>
                  <a:lnTo>
                    <a:pt x="351949" y="18002"/>
                  </a:lnTo>
                  <a:lnTo>
                    <a:pt x="350615" y="18193"/>
                  </a:lnTo>
                  <a:lnTo>
                    <a:pt x="349091" y="18955"/>
                  </a:lnTo>
                  <a:lnTo>
                    <a:pt x="347567" y="19336"/>
                  </a:lnTo>
                  <a:lnTo>
                    <a:pt x="346043" y="19431"/>
                  </a:lnTo>
                  <a:lnTo>
                    <a:pt x="343662" y="19050"/>
                  </a:lnTo>
                  <a:lnTo>
                    <a:pt x="339947" y="17335"/>
                  </a:lnTo>
                  <a:lnTo>
                    <a:pt x="336423" y="14097"/>
                  </a:lnTo>
                  <a:lnTo>
                    <a:pt x="325088" y="762"/>
                  </a:lnTo>
                  <a:lnTo>
                    <a:pt x="323850" y="0"/>
                  </a:lnTo>
                  <a:lnTo>
                    <a:pt x="322898" y="1619"/>
                  </a:lnTo>
                  <a:lnTo>
                    <a:pt x="322136" y="7715"/>
                  </a:lnTo>
                  <a:lnTo>
                    <a:pt x="320993" y="9811"/>
                  </a:lnTo>
                  <a:lnTo>
                    <a:pt x="318802" y="10477"/>
                  </a:lnTo>
                  <a:lnTo>
                    <a:pt x="316135" y="10287"/>
                  </a:lnTo>
                  <a:lnTo>
                    <a:pt x="313468" y="9620"/>
                  </a:lnTo>
                  <a:lnTo>
                    <a:pt x="307753" y="7334"/>
                  </a:lnTo>
                  <a:lnTo>
                    <a:pt x="306515" y="7334"/>
                  </a:lnTo>
                  <a:lnTo>
                    <a:pt x="305562" y="7620"/>
                  </a:lnTo>
                  <a:lnTo>
                    <a:pt x="302800" y="9335"/>
                  </a:lnTo>
                  <a:lnTo>
                    <a:pt x="300800" y="10192"/>
                  </a:lnTo>
                  <a:lnTo>
                    <a:pt x="299847" y="10954"/>
                  </a:lnTo>
                  <a:lnTo>
                    <a:pt x="299371" y="12002"/>
                  </a:lnTo>
                  <a:lnTo>
                    <a:pt x="299657" y="13335"/>
                  </a:lnTo>
                  <a:lnTo>
                    <a:pt x="300609" y="14192"/>
                  </a:lnTo>
                  <a:lnTo>
                    <a:pt x="307181" y="17335"/>
                  </a:lnTo>
                  <a:lnTo>
                    <a:pt x="308991" y="18764"/>
                  </a:lnTo>
                  <a:lnTo>
                    <a:pt x="310610" y="21241"/>
                  </a:lnTo>
                  <a:lnTo>
                    <a:pt x="312039" y="24575"/>
                  </a:lnTo>
                  <a:lnTo>
                    <a:pt x="315944" y="30956"/>
                  </a:lnTo>
                  <a:lnTo>
                    <a:pt x="318040" y="33433"/>
                  </a:lnTo>
                  <a:lnTo>
                    <a:pt x="318611" y="34004"/>
                  </a:lnTo>
                  <a:lnTo>
                    <a:pt x="318897" y="34671"/>
                  </a:lnTo>
                  <a:lnTo>
                    <a:pt x="318707" y="35243"/>
                  </a:lnTo>
                  <a:lnTo>
                    <a:pt x="318040" y="35623"/>
                  </a:lnTo>
                  <a:lnTo>
                    <a:pt x="314611" y="36100"/>
                  </a:lnTo>
                  <a:lnTo>
                    <a:pt x="313754" y="35909"/>
                  </a:lnTo>
                  <a:lnTo>
                    <a:pt x="313182" y="34957"/>
                  </a:lnTo>
                  <a:lnTo>
                    <a:pt x="313182" y="33814"/>
                  </a:lnTo>
                  <a:lnTo>
                    <a:pt x="313468" y="32575"/>
                  </a:lnTo>
                  <a:lnTo>
                    <a:pt x="313658" y="31242"/>
                  </a:lnTo>
                  <a:lnTo>
                    <a:pt x="313087" y="28670"/>
                  </a:lnTo>
                  <a:lnTo>
                    <a:pt x="311753" y="26860"/>
                  </a:lnTo>
                  <a:lnTo>
                    <a:pt x="309944" y="25527"/>
                  </a:lnTo>
                  <a:lnTo>
                    <a:pt x="304705" y="23050"/>
                  </a:lnTo>
                  <a:lnTo>
                    <a:pt x="303562" y="22860"/>
                  </a:lnTo>
                  <a:lnTo>
                    <a:pt x="302609" y="23050"/>
                  </a:lnTo>
                  <a:lnTo>
                    <a:pt x="300704" y="23908"/>
                  </a:lnTo>
                  <a:lnTo>
                    <a:pt x="299847" y="24003"/>
                  </a:lnTo>
                  <a:lnTo>
                    <a:pt x="298990" y="23527"/>
                  </a:lnTo>
                  <a:lnTo>
                    <a:pt x="297752" y="21717"/>
                  </a:lnTo>
                  <a:lnTo>
                    <a:pt x="296990" y="20955"/>
                  </a:lnTo>
                  <a:lnTo>
                    <a:pt x="295942" y="20574"/>
                  </a:lnTo>
                  <a:lnTo>
                    <a:pt x="294704" y="20574"/>
                  </a:lnTo>
                  <a:lnTo>
                    <a:pt x="293561" y="20765"/>
                  </a:lnTo>
                  <a:lnTo>
                    <a:pt x="292608" y="21241"/>
                  </a:lnTo>
                  <a:lnTo>
                    <a:pt x="292037" y="21908"/>
                  </a:lnTo>
                  <a:lnTo>
                    <a:pt x="291560" y="22765"/>
                  </a:lnTo>
                  <a:lnTo>
                    <a:pt x="290227" y="24289"/>
                  </a:lnTo>
                  <a:lnTo>
                    <a:pt x="288798" y="24956"/>
                  </a:lnTo>
                  <a:lnTo>
                    <a:pt x="287941" y="25718"/>
                  </a:lnTo>
                  <a:lnTo>
                    <a:pt x="288227" y="27623"/>
                  </a:lnTo>
                  <a:lnTo>
                    <a:pt x="289370" y="30004"/>
                  </a:lnTo>
                  <a:lnTo>
                    <a:pt x="289465" y="31147"/>
                  </a:lnTo>
                  <a:lnTo>
                    <a:pt x="288989" y="32766"/>
                  </a:lnTo>
                  <a:lnTo>
                    <a:pt x="286798" y="37719"/>
                  </a:lnTo>
                  <a:lnTo>
                    <a:pt x="286036" y="38576"/>
                  </a:lnTo>
                  <a:lnTo>
                    <a:pt x="284036" y="39243"/>
                  </a:lnTo>
                  <a:lnTo>
                    <a:pt x="283655" y="40196"/>
                  </a:lnTo>
                  <a:lnTo>
                    <a:pt x="284036" y="41339"/>
                  </a:lnTo>
                  <a:lnTo>
                    <a:pt x="284702" y="42100"/>
                  </a:lnTo>
                  <a:lnTo>
                    <a:pt x="284893" y="42767"/>
                  </a:lnTo>
                  <a:lnTo>
                    <a:pt x="283750" y="43625"/>
                  </a:lnTo>
                  <a:lnTo>
                    <a:pt x="282702" y="43815"/>
                  </a:lnTo>
                  <a:lnTo>
                    <a:pt x="279083" y="43625"/>
                  </a:lnTo>
                  <a:lnTo>
                    <a:pt x="278035" y="43910"/>
                  </a:lnTo>
                  <a:lnTo>
                    <a:pt x="275082" y="45339"/>
                  </a:lnTo>
                  <a:lnTo>
                    <a:pt x="272606" y="45815"/>
                  </a:lnTo>
                  <a:lnTo>
                    <a:pt x="265176" y="44482"/>
                  </a:lnTo>
                  <a:lnTo>
                    <a:pt x="260128" y="44672"/>
                  </a:lnTo>
                  <a:lnTo>
                    <a:pt x="255175" y="47054"/>
                  </a:lnTo>
                  <a:lnTo>
                    <a:pt x="250984" y="51244"/>
                  </a:lnTo>
                  <a:lnTo>
                    <a:pt x="248126" y="56674"/>
                  </a:lnTo>
                  <a:lnTo>
                    <a:pt x="248126" y="56674"/>
                  </a:lnTo>
                  <a:lnTo>
                    <a:pt x="246126" y="59627"/>
                  </a:lnTo>
                  <a:lnTo>
                    <a:pt x="243935" y="61246"/>
                  </a:lnTo>
                  <a:lnTo>
                    <a:pt x="238887" y="63627"/>
                  </a:lnTo>
                  <a:lnTo>
                    <a:pt x="237363" y="65723"/>
                  </a:lnTo>
                  <a:lnTo>
                    <a:pt x="237363" y="68485"/>
                  </a:lnTo>
                  <a:lnTo>
                    <a:pt x="238506" y="74009"/>
                  </a:lnTo>
                  <a:lnTo>
                    <a:pt x="238411" y="76676"/>
                  </a:lnTo>
                  <a:lnTo>
                    <a:pt x="238030" y="78962"/>
                  </a:lnTo>
                  <a:lnTo>
                    <a:pt x="237935" y="81153"/>
                  </a:lnTo>
                  <a:lnTo>
                    <a:pt x="238887" y="83629"/>
                  </a:lnTo>
                  <a:lnTo>
                    <a:pt x="240030" y="85535"/>
                  </a:lnTo>
                  <a:lnTo>
                    <a:pt x="240602" y="87344"/>
                  </a:lnTo>
                  <a:lnTo>
                    <a:pt x="240792" y="89344"/>
                  </a:lnTo>
                  <a:lnTo>
                    <a:pt x="240792" y="91821"/>
                  </a:lnTo>
                  <a:lnTo>
                    <a:pt x="240983" y="93726"/>
                  </a:lnTo>
                  <a:lnTo>
                    <a:pt x="241649" y="95631"/>
                  </a:lnTo>
                  <a:lnTo>
                    <a:pt x="242697" y="97346"/>
                  </a:lnTo>
                  <a:lnTo>
                    <a:pt x="243840" y="98679"/>
                  </a:lnTo>
                  <a:lnTo>
                    <a:pt x="244602" y="99250"/>
                  </a:lnTo>
                  <a:lnTo>
                    <a:pt x="245364" y="99631"/>
                  </a:lnTo>
                  <a:lnTo>
                    <a:pt x="248031" y="100298"/>
                  </a:lnTo>
                  <a:lnTo>
                    <a:pt x="248412" y="100584"/>
                  </a:lnTo>
                  <a:lnTo>
                    <a:pt x="248317" y="101060"/>
                  </a:lnTo>
                  <a:lnTo>
                    <a:pt x="247745" y="101727"/>
                  </a:lnTo>
                  <a:lnTo>
                    <a:pt x="246602" y="102489"/>
                  </a:lnTo>
                  <a:lnTo>
                    <a:pt x="244126" y="103727"/>
                  </a:lnTo>
                  <a:lnTo>
                    <a:pt x="243078" y="104966"/>
                  </a:lnTo>
                  <a:lnTo>
                    <a:pt x="241459" y="107918"/>
                  </a:lnTo>
                  <a:lnTo>
                    <a:pt x="240411" y="108490"/>
                  </a:lnTo>
                  <a:lnTo>
                    <a:pt x="233934" y="107156"/>
                  </a:lnTo>
                  <a:lnTo>
                    <a:pt x="228981" y="106108"/>
                  </a:lnTo>
                  <a:lnTo>
                    <a:pt x="217170" y="105442"/>
                  </a:lnTo>
                  <a:lnTo>
                    <a:pt x="215265" y="105346"/>
                  </a:lnTo>
                  <a:lnTo>
                    <a:pt x="204407" y="104775"/>
                  </a:lnTo>
                  <a:lnTo>
                    <a:pt x="194596" y="104204"/>
                  </a:lnTo>
                  <a:lnTo>
                    <a:pt x="186023" y="103727"/>
                  </a:lnTo>
                  <a:lnTo>
                    <a:pt x="182404" y="103346"/>
                  </a:lnTo>
                  <a:lnTo>
                    <a:pt x="180594" y="103537"/>
                  </a:lnTo>
                  <a:lnTo>
                    <a:pt x="175927" y="105823"/>
                  </a:lnTo>
                  <a:lnTo>
                    <a:pt x="171069" y="106490"/>
                  </a:lnTo>
                  <a:lnTo>
                    <a:pt x="167926" y="107728"/>
                  </a:lnTo>
                  <a:lnTo>
                    <a:pt x="161258" y="108109"/>
                  </a:lnTo>
                  <a:lnTo>
                    <a:pt x="159639" y="107537"/>
                  </a:lnTo>
                  <a:lnTo>
                    <a:pt x="158210" y="106680"/>
                  </a:lnTo>
                  <a:lnTo>
                    <a:pt x="157163" y="105823"/>
                  </a:lnTo>
                  <a:lnTo>
                    <a:pt x="156305" y="104585"/>
                  </a:lnTo>
                  <a:lnTo>
                    <a:pt x="154781" y="101060"/>
                  </a:lnTo>
                  <a:lnTo>
                    <a:pt x="154115" y="99917"/>
                  </a:lnTo>
                  <a:lnTo>
                    <a:pt x="153257" y="98965"/>
                  </a:lnTo>
                  <a:lnTo>
                    <a:pt x="149924" y="96679"/>
                  </a:lnTo>
                  <a:lnTo>
                    <a:pt x="148114" y="95060"/>
                  </a:lnTo>
                  <a:lnTo>
                    <a:pt x="146495" y="93059"/>
                  </a:lnTo>
                  <a:lnTo>
                    <a:pt x="143161" y="87154"/>
                  </a:lnTo>
                  <a:lnTo>
                    <a:pt x="140113" y="81344"/>
                  </a:lnTo>
                  <a:lnTo>
                    <a:pt x="137732" y="78105"/>
                  </a:lnTo>
                  <a:lnTo>
                    <a:pt x="132207" y="70675"/>
                  </a:lnTo>
                  <a:lnTo>
                    <a:pt x="131636" y="69437"/>
                  </a:lnTo>
                  <a:lnTo>
                    <a:pt x="131350" y="68008"/>
                  </a:lnTo>
                  <a:lnTo>
                    <a:pt x="131445" y="66485"/>
                  </a:lnTo>
                  <a:lnTo>
                    <a:pt x="131636" y="65246"/>
                  </a:lnTo>
                  <a:lnTo>
                    <a:pt x="131636" y="64008"/>
                  </a:lnTo>
                  <a:lnTo>
                    <a:pt x="131159" y="62579"/>
                  </a:lnTo>
                  <a:lnTo>
                    <a:pt x="129921" y="60960"/>
                  </a:lnTo>
                  <a:lnTo>
                    <a:pt x="121063" y="52769"/>
                  </a:lnTo>
                  <a:lnTo>
                    <a:pt x="114776" y="48577"/>
                  </a:lnTo>
                  <a:lnTo>
                    <a:pt x="109442" y="45053"/>
                  </a:lnTo>
                  <a:lnTo>
                    <a:pt x="100584" y="39148"/>
                  </a:lnTo>
                  <a:lnTo>
                    <a:pt x="92488" y="33719"/>
                  </a:lnTo>
                  <a:lnTo>
                    <a:pt x="88678" y="32290"/>
                  </a:lnTo>
                  <a:lnTo>
                    <a:pt x="84677" y="31718"/>
                  </a:lnTo>
                  <a:lnTo>
                    <a:pt x="72104" y="34004"/>
                  </a:lnTo>
                  <a:lnTo>
                    <a:pt x="64008" y="35433"/>
                  </a:lnTo>
                  <a:lnTo>
                    <a:pt x="54769" y="37148"/>
                  </a:lnTo>
                  <a:lnTo>
                    <a:pt x="51245" y="37910"/>
                  </a:lnTo>
                  <a:lnTo>
                    <a:pt x="39624" y="42481"/>
                  </a:lnTo>
                  <a:lnTo>
                    <a:pt x="36671" y="44291"/>
                  </a:lnTo>
                  <a:lnTo>
                    <a:pt x="28480" y="47244"/>
                  </a:lnTo>
                  <a:lnTo>
                    <a:pt x="17240" y="56674"/>
                  </a:lnTo>
                  <a:lnTo>
                    <a:pt x="17240" y="56674"/>
                  </a:lnTo>
                  <a:lnTo>
                    <a:pt x="17240" y="56674"/>
                  </a:lnTo>
                  <a:lnTo>
                    <a:pt x="10192" y="63722"/>
                  </a:lnTo>
                  <a:lnTo>
                    <a:pt x="2191" y="71723"/>
                  </a:lnTo>
                  <a:lnTo>
                    <a:pt x="0" y="73914"/>
                  </a:lnTo>
                  <a:lnTo>
                    <a:pt x="0" y="73914"/>
                  </a:lnTo>
                  <a:lnTo>
                    <a:pt x="667" y="74867"/>
                  </a:lnTo>
                  <a:lnTo>
                    <a:pt x="1905" y="75248"/>
                  </a:lnTo>
                  <a:lnTo>
                    <a:pt x="2381" y="75438"/>
                  </a:lnTo>
                  <a:lnTo>
                    <a:pt x="3143" y="76391"/>
                  </a:lnTo>
                  <a:lnTo>
                    <a:pt x="4001" y="76771"/>
                  </a:lnTo>
                  <a:lnTo>
                    <a:pt x="4286" y="77152"/>
                  </a:lnTo>
                  <a:lnTo>
                    <a:pt x="4763" y="77915"/>
                  </a:lnTo>
                  <a:lnTo>
                    <a:pt x="5144" y="78105"/>
                  </a:lnTo>
                  <a:lnTo>
                    <a:pt x="6001" y="78010"/>
                  </a:lnTo>
                  <a:lnTo>
                    <a:pt x="6382" y="78105"/>
                  </a:lnTo>
                  <a:lnTo>
                    <a:pt x="6763" y="78486"/>
                  </a:lnTo>
                  <a:lnTo>
                    <a:pt x="7049" y="79058"/>
                  </a:lnTo>
                  <a:lnTo>
                    <a:pt x="7525" y="80486"/>
                  </a:lnTo>
                  <a:lnTo>
                    <a:pt x="7620" y="80581"/>
                  </a:lnTo>
                  <a:lnTo>
                    <a:pt x="7906" y="80772"/>
                  </a:lnTo>
                  <a:lnTo>
                    <a:pt x="8192" y="81058"/>
                  </a:lnTo>
                  <a:lnTo>
                    <a:pt x="8382" y="81439"/>
                  </a:lnTo>
                  <a:lnTo>
                    <a:pt x="8382" y="81915"/>
                  </a:lnTo>
                  <a:lnTo>
                    <a:pt x="8096" y="82677"/>
                  </a:lnTo>
                  <a:lnTo>
                    <a:pt x="8001" y="83153"/>
                  </a:lnTo>
                  <a:lnTo>
                    <a:pt x="8096" y="84677"/>
                  </a:lnTo>
                  <a:lnTo>
                    <a:pt x="8096" y="85439"/>
                  </a:lnTo>
                  <a:lnTo>
                    <a:pt x="7906" y="86011"/>
                  </a:lnTo>
                  <a:lnTo>
                    <a:pt x="6858" y="88011"/>
                  </a:lnTo>
                  <a:lnTo>
                    <a:pt x="6668" y="88202"/>
                  </a:lnTo>
                  <a:lnTo>
                    <a:pt x="6763" y="89916"/>
                  </a:lnTo>
                  <a:lnTo>
                    <a:pt x="7430" y="90678"/>
                  </a:lnTo>
                  <a:lnTo>
                    <a:pt x="8382" y="91154"/>
                  </a:lnTo>
                  <a:lnTo>
                    <a:pt x="9335" y="91916"/>
                  </a:lnTo>
                  <a:lnTo>
                    <a:pt x="11144" y="94298"/>
                  </a:lnTo>
                  <a:lnTo>
                    <a:pt x="11621" y="94679"/>
                  </a:lnTo>
                  <a:lnTo>
                    <a:pt x="13049" y="94869"/>
                  </a:lnTo>
                  <a:lnTo>
                    <a:pt x="13621" y="95250"/>
                  </a:lnTo>
                  <a:lnTo>
                    <a:pt x="14478" y="96107"/>
                  </a:lnTo>
                  <a:lnTo>
                    <a:pt x="14764" y="96488"/>
                  </a:lnTo>
                  <a:lnTo>
                    <a:pt x="14859" y="97155"/>
                  </a:lnTo>
                  <a:lnTo>
                    <a:pt x="14954" y="98108"/>
                  </a:lnTo>
                  <a:lnTo>
                    <a:pt x="15145" y="98774"/>
                  </a:lnTo>
                  <a:lnTo>
                    <a:pt x="15621" y="99155"/>
                  </a:lnTo>
                  <a:lnTo>
                    <a:pt x="16288" y="99346"/>
                  </a:lnTo>
                  <a:lnTo>
                    <a:pt x="17145" y="99917"/>
                  </a:lnTo>
                  <a:lnTo>
                    <a:pt x="18002" y="102584"/>
                  </a:lnTo>
                  <a:lnTo>
                    <a:pt x="18669" y="103156"/>
                  </a:lnTo>
                  <a:lnTo>
                    <a:pt x="18764" y="103823"/>
                  </a:lnTo>
                  <a:lnTo>
                    <a:pt x="19907" y="107918"/>
                  </a:lnTo>
                  <a:lnTo>
                    <a:pt x="19907" y="108585"/>
                  </a:lnTo>
                  <a:lnTo>
                    <a:pt x="19812" y="109919"/>
                  </a:lnTo>
                  <a:lnTo>
                    <a:pt x="19907" y="110776"/>
                  </a:lnTo>
                  <a:lnTo>
                    <a:pt x="20098" y="111062"/>
                  </a:lnTo>
                  <a:lnTo>
                    <a:pt x="20765" y="111823"/>
                  </a:lnTo>
                  <a:lnTo>
                    <a:pt x="21050" y="112204"/>
                  </a:lnTo>
                  <a:lnTo>
                    <a:pt x="21622" y="113538"/>
                  </a:lnTo>
                  <a:lnTo>
                    <a:pt x="22003" y="114871"/>
                  </a:lnTo>
                  <a:lnTo>
                    <a:pt x="22193" y="116300"/>
                  </a:lnTo>
                  <a:lnTo>
                    <a:pt x="22193" y="117919"/>
                  </a:lnTo>
                  <a:lnTo>
                    <a:pt x="21812" y="120015"/>
                  </a:lnTo>
                  <a:lnTo>
                    <a:pt x="21908" y="120777"/>
                  </a:lnTo>
                  <a:lnTo>
                    <a:pt x="22193" y="121253"/>
                  </a:lnTo>
                  <a:lnTo>
                    <a:pt x="23051" y="122015"/>
                  </a:lnTo>
                  <a:lnTo>
                    <a:pt x="23336" y="122682"/>
                  </a:lnTo>
                  <a:lnTo>
                    <a:pt x="23717" y="122682"/>
                  </a:lnTo>
                  <a:lnTo>
                    <a:pt x="23717" y="121158"/>
                  </a:lnTo>
                  <a:lnTo>
                    <a:pt x="24860" y="119063"/>
                  </a:lnTo>
                  <a:lnTo>
                    <a:pt x="25146" y="117634"/>
                  </a:lnTo>
                  <a:lnTo>
                    <a:pt x="24860" y="116396"/>
                  </a:lnTo>
                  <a:lnTo>
                    <a:pt x="22098" y="110585"/>
                  </a:lnTo>
                  <a:lnTo>
                    <a:pt x="21717" y="109442"/>
                  </a:lnTo>
                  <a:lnTo>
                    <a:pt x="21336" y="105061"/>
                  </a:lnTo>
                  <a:lnTo>
                    <a:pt x="20860" y="102108"/>
                  </a:lnTo>
                  <a:lnTo>
                    <a:pt x="20193" y="100394"/>
                  </a:lnTo>
                  <a:lnTo>
                    <a:pt x="20098" y="99727"/>
                  </a:lnTo>
                  <a:lnTo>
                    <a:pt x="20193" y="99060"/>
                  </a:lnTo>
                  <a:lnTo>
                    <a:pt x="20860" y="97060"/>
                  </a:lnTo>
                  <a:lnTo>
                    <a:pt x="21146" y="95631"/>
                  </a:lnTo>
                  <a:lnTo>
                    <a:pt x="24670" y="86582"/>
                  </a:lnTo>
                  <a:lnTo>
                    <a:pt x="24860" y="84963"/>
                  </a:lnTo>
                  <a:lnTo>
                    <a:pt x="24765" y="84201"/>
                  </a:lnTo>
                  <a:lnTo>
                    <a:pt x="24479" y="82868"/>
                  </a:lnTo>
                  <a:lnTo>
                    <a:pt x="24384" y="82201"/>
                  </a:lnTo>
                  <a:lnTo>
                    <a:pt x="24575" y="81439"/>
                  </a:lnTo>
                  <a:lnTo>
                    <a:pt x="25432" y="80010"/>
                  </a:lnTo>
                  <a:lnTo>
                    <a:pt x="25527" y="79058"/>
                  </a:lnTo>
                  <a:lnTo>
                    <a:pt x="24860" y="78010"/>
                  </a:lnTo>
                  <a:lnTo>
                    <a:pt x="23622" y="77438"/>
                  </a:lnTo>
                  <a:lnTo>
                    <a:pt x="21050" y="77152"/>
                  </a:lnTo>
                  <a:lnTo>
                    <a:pt x="20288" y="77724"/>
                  </a:lnTo>
                  <a:lnTo>
                    <a:pt x="18669" y="79915"/>
                  </a:lnTo>
                  <a:lnTo>
                    <a:pt x="18002" y="80105"/>
                  </a:lnTo>
                  <a:lnTo>
                    <a:pt x="17812" y="79058"/>
                  </a:lnTo>
                  <a:lnTo>
                    <a:pt x="18002" y="77248"/>
                  </a:lnTo>
                  <a:lnTo>
                    <a:pt x="18479" y="75533"/>
                  </a:lnTo>
                  <a:lnTo>
                    <a:pt x="18860" y="74771"/>
                  </a:lnTo>
                  <a:lnTo>
                    <a:pt x="19622" y="74200"/>
                  </a:lnTo>
                  <a:lnTo>
                    <a:pt x="20574" y="72771"/>
                  </a:lnTo>
                  <a:lnTo>
                    <a:pt x="26670" y="59341"/>
                  </a:lnTo>
                  <a:lnTo>
                    <a:pt x="27908" y="57341"/>
                  </a:lnTo>
                  <a:lnTo>
                    <a:pt x="33147" y="53150"/>
                  </a:lnTo>
                  <a:lnTo>
                    <a:pt x="34385" y="51721"/>
                  </a:lnTo>
                  <a:lnTo>
                    <a:pt x="36385" y="49911"/>
                  </a:lnTo>
                  <a:lnTo>
                    <a:pt x="38576" y="48958"/>
                  </a:lnTo>
                  <a:lnTo>
                    <a:pt x="41529" y="50578"/>
                  </a:lnTo>
                  <a:lnTo>
                    <a:pt x="45625" y="50768"/>
                  </a:lnTo>
                  <a:lnTo>
                    <a:pt x="46673" y="50483"/>
                  </a:lnTo>
                  <a:lnTo>
                    <a:pt x="49721" y="48863"/>
                  </a:lnTo>
                  <a:lnTo>
                    <a:pt x="65913" y="46101"/>
                  </a:lnTo>
                  <a:lnTo>
                    <a:pt x="68199" y="47339"/>
                  </a:lnTo>
                  <a:lnTo>
                    <a:pt x="70485" y="46577"/>
                  </a:lnTo>
                  <a:lnTo>
                    <a:pt x="73152" y="47435"/>
                  </a:lnTo>
                  <a:lnTo>
                    <a:pt x="75629" y="49054"/>
                  </a:lnTo>
                  <a:lnTo>
                    <a:pt x="77248" y="50673"/>
                  </a:lnTo>
                  <a:lnTo>
                    <a:pt x="77819" y="51816"/>
                  </a:lnTo>
                  <a:lnTo>
                    <a:pt x="78200" y="53245"/>
                  </a:lnTo>
                  <a:lnTo>
                    <a:pt x="78391" y="54673"/>
                  </a:lnTo>
                  <a:lnTo>
                    <a:pt x="78391" y="55817"/>
                  </a:lnTo>
                  <a:lnTo>
                    <a:pt x="78296" y="56579"/>
                  </a:lnTo>
                  <a:lnTo>
                    <a:pt x="77629" y="58198"/>
                  </a:lnTo>
                  <a:lnTo>
                    <a:pt x="77724" y="59055"/>
                  </a:lnTo>
                  <a:lnTo>
                    <a:pt x="78010" y="60484"/>
                  </a:lnTo>
                  <a:lnTo>
                    <a:pt x="78010" y="60960"/>
                  </a:lnTo>
                  <a:lnTo>
                    <a:pt x="77819" y="61722"/>
                  </a:lnTo>
                  <a:lnTo>
                    <a:pt x="77057" y="62294"/>
                  </a:lnTo>
                  <a:lnTo>
                    <a:pt x="76867" y="62960"/>
                  </a:lnTo>
                  <a:lnTo>
                    <a:pt x="77057" y="63818"/>
                  </a:lnTo>
                  <a:lnTo>
                    <a:pt x="77438" y="64103"/>
                  </a:lnTo>
                  <a:lnTo>
                    <a:pt x="78010" y="64198"/>
                  </a:lnTo>
                  <a:lnTo>
                    <a:pt x="78581" y="64389"/>
                  </a:lnTo>
                  <a:lnTo>
                    <a:pt x="78867" y="64960"/>
                  </a:lnTo>
                  <a:lnTo>
                    <a:pt x="79248" y="66199"/>
                  </a:lnTo>
                  <a:lnTo>
                    <a:pt x="81725" y="70485"/>
                  </a:lnTo>
                  <a:lnTo>
                    <a:pt x="82582" y="72771"/>
                  </a:lnTo>
                  <a:lnTo>
                    <a:pt x="83153" y="75152"/>
                  </a:lnTo>
                  <a:lnTo>
                    <a:pt x="83439" y="77724"/>
                  </a:lnTo>
                  <a:lnTo>
                    <a:pt x="83439" y="83820"/>
                  </a:lnTo>
                  <a:lnTo>
                    <a:pt x="83630" y="86582"/>
                  </a:lnTo>
                  <a:lnTo>
                    <a:pt x="84201" y="89059"/>
                  </a:lnTo>
                  <a:lnTo>
                    <a:pt x="85249" y="91250"/>
                  </a:lnTo>
                  <a:lnTo>
                    <a:pt x="85916" y="92297"/>
                  </a:lnTo>
                  <a:lnTo>
                    <a:pt x="86678" y="93250"/>
                  </a:lnTo>
                  <a:lnTo>
                    <a:pt x="87725" y="93917"/>
                  </a:lnTo>
                  <a:lnTo>
                    <a:pt x="89630" y="94298"/>
                  </a:lnTo>
                  <a:lnTo>
                    <a:pt x="90011" y="94679"/>
                  </a:lnTo>
                  <a:lnTo>
                    <a:pt x="91154" y="96393"/>
                  </a:lnTo>
                  <a:lnTo>
                    <a:pt x="91726" y="97536"/>
                  </a:lnTo>
                  <a:lnTo>
                    <a:pt x="92012" y="97917"/>
                  </a:lnTo>
                  <a:lnTo>
                    <a:pt x="93059" y="98679"/>
                  </a:lnTo>
                  <a:lnTo>
                    <a:pt x="95536" y="100108"/>
                  </a:lnTo>
                  <a:lnTo>
                    <a:pt x="97441" y="102108"/>
                  </a:lnTo>
                  <a:lnTo>
                    <a:pt x="98298" y="102775"/>
                  </a:lnTo>
                  <a:lnTo>
                    <a:pt x="102965" y="104775"/>
                  </a:lnTo>
                  <a:lnTo>
                    <a:pt x="113538" y="112967"/>
                  </a:lnTo>
                  <a:lnTo>
                    <a:pt x="115348" y="115062"/>
                  </a:lnTo>
                  <a:lnTo>
                    <a:pt x="115443" y="117158"/>
                  </a:lnTo>
                  <a:lnTo>
                    <a:pt x="116681" y="117729"/>
                  </a:lnTo>
                  <a:lnTo>
                    <a:pt x="118205" y="117919"/>
                  </a:lnTo>
                  <a:lnTo>
                    <a:pt x="119634" y="118300"/>
                  </a:lnTo>
                  <a:lnTo>
                    <a:pt x="120491" y="119444"/>
                  </a:lnTo>
                  <a:lnTo>
                    <a:pt x="120301" y="119253"/>
                  </a:lnTo>
                  <a:lnTo>
                    <a:pt x="120015" y="119444"/>
                  </a:lnTo>
                  <a:lnTo>
                    <a:pt x="119825" y="119825"/>
                  </a:lnTo>
                  <a:lnTo>
                    <a:pt x="119729" y="120301"/>
                  </a:lnTo>
                  <a:lnTo>
                    <a:pt x="119825" y="120587"/>
                  </a:lnTo>
                  <a:lnTo>
                    <a:pt x="120015" y="120968"/>
                  </a:lnTo>
                  <a:lnTo>
                    <a:pt x="120491" y="121634"/>
                  </a:lnTo>
                  <a:lnTo>
                    <a:pt x="120968" y="122111"/>
                  </a:lnTo>
                  <a:lnTo>
                    <a:pt x="122015" y="122968"/>
                  </a:lnTo>
                  <a:lnTo>
                    <a:pt x="122396" y="123539"/>
                  </a:lnTo>
                  <a:lnTo>
                    <a:pt x="120110" y="122015"/>
                  </a:lnTo>
                  <a:lnTo>
                    <a:pt x="118872" y="121348"/>
                  </a:lnTo>
                  <a:lnTo>
                    <a:pt x="117634" y="121158"/>
                  </a:lnTo>
                  <a:lnTo>
                    <a:pt x="117634" y="121634"/>
                  </a:lnTo>
                  <a:lnTo>
                    <a:pt x="118301" y="122015"/>
                  </a:lnTo>
                  <a:lnTo>
                    <a:pt x="120015" y="124777"/>
                  </a:lnTo>
                  <a:lnTo>
                    <a:pt x="121349" y="126492"/>
                  </a:lnTo>
                  <a:lnTo>
                    <a:pt x="121825" y="127444"/>
                  </a:lnTo>
                  <a:lnTo>
                    <a:pt x="122015" y="128588"/>
                  </a:lnTo>
                  <a:lnTo>
                    <a:pt x="121825" y="129731"/>
                  </a:lnTo>
                  <a:lnTo>
                    <a:pt x="121349" y="130778"/>
                  </a:lnTo>
                  <a:lnTo>
                    <a:pt x="119348" y="134112"/>
                  </a:lnTo>
                  <a:lnTo>
                    <a:pt x="118872" y="134493"/>
                  </a:lnTo>
                  <a:lnTo>
                    <a:pt x="116681" y="135731"/>
                  </a:lnTo>
                  <a:lnTo>
                    <a:pt x="115729" y="137350"/>
                  </a:lnTo>
                  <a:lnTo>
                    <a:pt x="114872" y="137541"/>
                  </a:lnTo>
                  <a:lnTo>
                    <a:pt x="113348" y="138398"/>
                  </a:lnTo>
                  <a:lnTo>
                    <a:pt x="107252" y="139541"/>
                  </a:lnTo>
                  <a:lnTo>
                    <a:pt x="105251" y="139065"/>
                  </a:lnTo>
                  <a:lnTo>
                    <a:pt x="106204" y="137731"/>
                  </a:lnTo>
                  <a:lnTo>
                    <a:pt x="106871" y="136589"/>
                  </a:lnTo>
                  <a:lnTo>
                    <a:pt x="106680" y="135636"/>
                  </a:lnTo>
                  <a:lnTo>
                    <a:pt x="105251" y="134684"/>
                  </a:lnTo>
                  <a:lnTo>
                    <a:pt x="104394" y="134684"/>
                  </a:lnTo>
                  <a:lnTo>
                    <a:pt x="101156" y="132112"/>
                  </a:lnTo>
                  <a:lnTo>
                    <a:pt x="99632" y="131445"/>
                  </a:lnTo>
                  <a:lnTo>
                    <a:pt x="98584" y="131636"/>
                  </a:lnTo>
                  <a:lnTo>
                    <a:pt x="97917" y="132207"/>
                  </a:lnTo>
                  <a:lnTo>
                    <a:pt x="96584" y="133826"/>
                  </a:lnTo>
                  <a:lnTo>
                    <a:pt x="96203" y="134017"/>
                  </a:lnTo>
                  <a:lnTo>
                    <a:pt x="95726" y="134017"/>
                  </a:lnTo>
                  <a:lnTo>
                    <a:pt x="95345" y="134112"/>
                  </a:lnTo>
                  <a:lnTo>
                    <a:pt x="95155" y="134398"/>
                  </a:lnTo>
                  <a:lnTo>
                    <a:pt x="95250" y="135160"/>
                  </a:lnTo>
                  <a:lnTo>
                    <a:pt x="95726" y="135255"/>
                  </a:lnTo>
                  <a:lnTo>
                    <a:pt x="96298" y="135160"/>
                  </a:lnTo>
                  <a:lnTo>
                    <a:pt x="96584" y="135255"/>
                  </a:lnTo>
                  <a:lnTo>
                    <a:pt x="96679" y="135731"/>
                  </a:lnTo>
                  <a:lnTo>
                    <a:pt x="96584" y="136112"/>
                  </a:lnTo>
                  <a:lnTo>
                    <a:pt x="96393" y="136398"/>
                  </a:lnTo>
                  <a:lnTo>
                    <a:pt x="96298" y="136874"/>
                  </a:lnTo>
                  <a:lnTo>
                    <a:pt x="96393" y="137446"/>
                  </a:lnTo>
                  <a:lnTo>
                    <a:pt x="96869" y="138589"/>
                  </a:lnTo>
                  <a:lnTo>
                    <a:pt x="97250" y="140398"/>
                  </a:lnTo>
                  <a:lnTo>
                    <a:pt x="98203" y="142304"/>
                  </a:lnTo>
                  <a:lnTo>
                    <a:pt x="98393" y="143542"/>
                  </a:lnTo>
                  <a:lnTo>
                    <a:pt x="98489" y="145066"/>
                  </a:lnTo>
                  <a:lnTo>
                    <a:pt x="98870" y="145733"/>
                  </a:lnTo>
                  <a:lnTo>
                    <a:pt x="99536" y="145828"/>
                  </a:lnTo>
                  <a:lnTo>
                    <a:pt x="104775" y="145733"/>
                  </a:lnTo>
                  <a:lnTo>
                    <a:pt x="103918" y="146590"/>
                  </a:lnTo>
                  <a:lnTo>
                    <a:pt x="101822" y="147161"/>
                  </a:lnTo>
                  <a:lnTo>
                    <a:pt x="101346" y="148019"/>
                  </a:lnTo>
                  <a:lnTo>
                    <a:pt x="102489" y="148400"/>
                  </a:lnTo>
                  <a:lnTo>
                    <a:pt x="103537" y="149066"/>
                  </a:lnTo>
                  <a:lnTo>
                    <a:pt x="95631" y="148876"/>
                  </a:lnTo>
                  <a:lnTo>
                    <a:pt x="93917" y="148019"/>
                  </a:lnTo>
                  <a:lnTo>
                    <a:pt x="93726" y="147828"/>
                  </a:lnTo>
                  <a:lnTo>
                    <a:pt x="93917" y="147447"/>
                  </a:lnTo>
                  <a:lnTo>
                    <a:pt x="94393" y="145828"/>
                  </a:lnTo>
                  <a:lnTo>
                    <a:pt x="94679" y="145352"/>
                  </a:lnTo>
                  <a:lnTo>
                    <a:pt x="94488" y="145161"/>
                  </a:lnTo>
                  <a:lnTo>
                    <a:pt x="91250" y="145066"/>
                  </a:lnTo>
                  <a:lnTo>
                    <a:pt x="89726" y="145923"/>
                  </a:lnTo>
                  <a:lnTo>
                    <a:pt x="88202" y="146114"/>
                  </a:lnTo>
                  <a:lnTo>
                    <a:pt x="85154" y="146018"/>
                  </a:lnTo>
                  <a:lnTo>
                    <a:pt x="85630" y="146494"/>
                  </a:lnTo>
                  <a:lnTo>
                    <a:pt x="87059" y="147161"/>
                  </a:lnTo>
                  <a:lnTo>
                    <a:pt x="87344" y="147256"/>
                  </a:lnTo>
                  <a:lnTo>
                    <a:pt x="87249" y="147828"/>
                  </a:lnTo>
                  <a:lnTo>
                    <a:pt x="86963" y="148400"/>
                  </a:lnTo>
                  <a:lnTo>
                    <a:pt x="86582" y="148781"/>
                  </a:lnTo>
                  <a:lnTo>
                    <a:pt x="84773" y="149257"/>
                  </a:lnTo>
                  <a:lnTo>
                    <a:pt x="83820" y="149733"/>
                  </a:lnTo>
                  <a:lnTo>
                    <a:pt x="82772" y="150114"/>
                  </a:lnTo>
                  <a:lnTo>
                    <a:pt x="81439" y="149923"/>
                  </a:lnTo>
                  <a:lnTo>
                    <a:pt x="80010" y="149162"/>
                  </a:lnTo>
                  <a:lnTo>
                    <a:pt x="79439" y="149066"/>
                  </a:lnTo>
                  <a:lnTo>
                    <a:pt x="78867" y="149162"/>
                  </a:lnTo>
                  <a:lnTo>
                    <a:pt x="76581" y="150400"/>
                  </a:lnTo>
                  <a:lnTo>
                    <a:pt x="75724" y="151448"/>
                  </a:lnTo>
                  <a:lnTo>
                    <a:pt x="74867" y="152305"/>
                  </a:lnTo>
                  <a:lnTo>
                    <a:pt x="71819" y="151829"/>
                  </a:lnTo>
                  <a:lnTo>
                    <a:pt x="69437" y="152305"/>
                  </a:lnTo>
                  <a:lnTo>
                    <a:pt x="67437" y="152305"/>
                  </a:lnTo>
                  <a:lnTo>
                    <a:pt x="66580" y="150590"/>
                  </a:lnTo>
                  <a:lnTo>
                    <a:pt x="66770" y="150019"/>
                  </a:lnTo>
                  <a:lnTo>
                    <a:pt x="67532" y="148495"/>
                  </a:lnTo>
                  <a:lnTo>
                    <a:pt x="67628" y="148019"/>
                  </a:lnTo>
                  <a:lnTo>
                    <a:pt x="67342" y="147256"/>
                  </a:lnTo>
                  <a:lnTo>
                    <a:pt x="66866" y="147066"/>
                  </a:lnTo>
                  <a:lnTo>
                    <a:pt x="66294" y="146971"/>
                  </a:lnTo>
                  <a:lnTo>
                    <a:pt x="65723" y="146685"/>
                  </a:lnTo>
                  <a:lnTo>
                    <a:pt x="64960" y="145447"/>
                  </a:lnTo>
                  <a:lnTo>
                    <a:pt x="64103" y="142685"/>
                  </a:lnTo>
                  <a:lnTo>
                    <a:pt x="63532" y="141446"/>
                  </a:lnTo>
                  <a:lnTo>
                    <a:pt x="63913" y="140970"/>
                  </a:lnTo>
                  <a:lnTo>
                    <a:pt x="64199" y="140494"/>
                  </a:lnTo>
                  <a:lnTo>
                    <a:pt x="64675" y="139541"/>
                  </a:lnTo>
                  <a:lnTo>
                    <a:pt x="64103" y="139160"/>
                  </a:lnTo>
                  <a:lnTo>
                    <a:pt x="63818" y="138589"/>
                  </a:lnTo>
                  <a:lnTo>
                    <a:pt x="63532" y="137160"/>
                  </a:lnTo>
                  <a:lnTo>
                    <a:pt x="63627" y="136969"/>
                  </a:lnTo>
                  <a:lnTo>
                    <a:pt x="63818" y="136589"/>
                  </a:lnTo>
                  <a:lnTo>
                    <a:pt x="64008" y="136208"/>
                  </a:lnTo>
                  <a:lnTo>
                    <a:pt x="64008" y="135731"/>
                  </a:lnTo>
                  <a:lnTo>
                    <a:pt x="63818" y="135541"/>
                  </a:lnTo>
                  <a:lnTo>
                    <a:pt x="63056" y="135255"/>
                  </a:lnTo>
                  <a:lnTo>
                    <a:pt x="62865" y="134969"/>
                  </a:lnTo>
                  <a:lnTo>
                    <a:pt x="62675" y="134588"/>
                  </a:lnTo>
                  <a:lnTo>
                    <a:pt x="62294" y="134207"/>
                  </a:lnTo>
                  <a:lnTo>
                    <a:pt x="61722" y="133921"/>
                  </a:lnTo>
                  <a:lnTo>
                    <a:pt x="61246" y="133826"/>
                  </a:lnTo>
                  <a:lnTo>
                    <a:pt x="60579" y="133826"/>
                  </a:lnTo>
                  <a:lnTo>
                    <a:pt x="60293" y="133921"/>
                  </a:lnTo>
                  <a:lnTo>
                    <a:pt x="58960" y="136589"/>
                  </a:lnTo>
                  <a:lnTo>
                    <a:pt x="58769" y="137731"/>
                  </a:lnTo>
                  <a:lnTo>
                    <a:pt x="58865" y="140684"/>
                  </a:lnTo>
                  <a:lnTo>
                    <a:pt x="58579" y="142113"/>
                  </a:lnTo>
                  <a:lnTo>
                    <a:pt x="57817" y="142970"/>
                  </a:lnTo>
                  <a:lnTo>
                    <a:pt x="55912" y="143827"/>
                  </a:lnTo>
                  <a:lnTo>
                    <a:pt x="55150" y="144399"/>
                  </a:lnTo>
                  <a:lnTo>
                    <a:pt x="54674" y="144685"/>
                  </a:lnTo>
                  <a:lnTo>
                    <a:pt x="54102" y="144780"/>
                  </a:lnTo>
                  <a:lnTo>
                    <a:pt x="53531" y="144685"/>
                  </a:lnTo>
                  <a:lnTo>
                    <a:pt x="52769" y="144018"/>
                  </a:lnTo>
                  <a:lnTo>
                    <a:pt x="52483" y="143827"/>
                  </a:lnTo>
                  <a:lnTo>
                    <a:pt x="51340" y="143542"/>
                  </a:lnTo>
                  <a:lnTo>
                    <a:pt x="50292" y="142780"/>
                  </a:lnTo>
                  <a:lnTo>
                    <a:pt x="49530" y="141732"/>
                  </a:lnTo>
                  <a:lnTo>
                    <a:pt x="49054" y="140398"/>
                  </a:lnTo>
                  <a:lnTo>
                    <a:pt x="49054" y="139732"/>
                  </a:lnTo>
                  <a:lnTo>
                    <a:pt x="49435" y="138494"/>
                  </a:lnTo>
                  <a:lnTo>
                    <a:pt x="49340" y="138113"/>
                  </a:lnTo>
                  <a:lnTo>
                    <a:pt x="48673" y="137827"/>
                  </a:lnTo>
                  <a:lnTo>
                    <a:pt x="48101" y="138208"/>
                  </a:lnTo>
                  <a:lnTo>
                    <a:pt x="47339" y="139351"/>
                  </a:lnTo>
                  <a:lnTo>
                    <a:pt x="47149" y="140018"/>
                  </a:lnTo>
                  <a:lnTo>
                    <a:pt x="47149" y="140875"/>
                  </a:lnTo>
                  <a:lnTo>
                    <a:pt x="47054" y="141637"/>
                  </a:lnTo>
                  <a:lnTo>
                    <a:pt x="46577" y="141923"/>
                  </a:lnTo>
                  <a:lnTo>
                    <a:pt x="42672" y="142399"/>
                  </a:lnTo>
                  <a:lnTo>
                    <a:pt x="42101" y="142018"/>
                  </a:lnTo>
                  <a:lnTo>
                    <a:pt x="42291" y="140970"/>
                  </a:lnTo>
                  <a:lnTo>
                    <a:pt x="43148" y="139160"/>
                  </a:lnTo>
                  <a:lnTo>
                    <a:pt x="42291" y="139446"/>
                  </a:lnTo>
                  <a:lnTo>
                    <a:pt x="39910" y="142018"/>
                  </a:lnTo>
                  <a:lnTo>
                    <a:pt x="38767" y="142589"/>
                  </a:lnTo>
                  <a:lnTo>
                    <a:pt x="37719" y="142685"/>
                  </a:lnTo>
                  <a:lnTo>
                    <a:pt x="35338" y="142494"/>
                  </a:lnTo>
                  <a:lnTo>
                    <a:pt x="34766" y="142208"/>
                  </a:lnTo>
                  <a:lnTo>
                    <a:pt x="34576" y="141542"/>
                  </a:lnTo>
                  <a:lnTo>
                    <a:pt x="34576" y="140779"/>
                  </a:lnTo>
                  <a:lnTo>
                    <a:pt x="34481" y="140113"/>
                  </a:lnTo>
                  <a:lnTo>
                    <a:pt x="34100" y="139541"/>
                  </a:lnTo>
                  <a:lnTo>
                    <a:pt x="33242" y="138875"/>
                  </a:lnTo>
                  <a:lnTo>
                    <a:pt x="32861" y="138494"/>
                  </a:lnTo>
                  <a:lnTo>
                    <a:pt x="32576" y="137350"/>
                  </a:lnTo>
                  <a:lnTo>
                    <a:pt x="33433" y="136874"/>
                  </a:lnTo>
                  <a:lnTo>
                    <a:pt x="34766" y="136398"/>
                  </a:lnTo>
                  <a:lnTo>
                    <a:pt x="35624" y="135446"/>
                  </a:lnTo>
                  <a:lnTo>
                    <a:pt x="35052" y="135827"/>
                  </a:lnTo>
                  <a:lnTo>
                    <a:pt x="34481" y="135922"/>
                  </a:lnTo>
                  <a:lnTo>
                    <a:pt x="33147" y="135922"/>
                  </a:lnTo>
                  <a:lnTo>
                    <a:pt x="33052" y="135636"/>
                  </a:lnTo>
                  <a:lnTo>
                    <a:pt x="31337" y="134493"/>
                  </a:lnTo>
                  <a:lnTo>
                    <a:pt x="30861" y="133541"/>
                  </a:lnTo>
                  <a:lnTo>
                    <a:pt x="30194" y="130873"/>
                  </a:lnTo>
                  <a:lnTo>
                    <a:pt x="29813" y="129731"/>
                  </a:lnTo>
                  <a:lnTo>
                    <a:pt x="27527" y="126778"/>
                  </a:lnTo>
                  <a:lnTo>
                    <a:pt x="26956" y="125444"/>
                  </a:lnTo>
                  <a:lnTo>
                    <a:pt x="26956" y="124777"/>
                  </a:lnTo>
                  <a:lnTo>
                    <a:pt x="27146" y="124016"/>
                  </a:lnTo>
                  <a:lnTo>
                    <a:pt x="27242" y="123254"/>
                  </a:lnTo>
                  <a:lnTo>
                    <a:pt x="27051" y="122492"/>
                  </a:lnTo>
                  <a:lnTo>
                    <a:pt x="26575" y="121920"/>
                  </a:lnTo>
                  <a:lnTo>
                    <a:pt x="25336" y="121253"/>
                  </a:lnTo>
                  <a:lnTo>
                    <a:pt x="24765" y="120872"/>
                  </a:lnTo>
                  <a:lnTo>
                    <a:pt x="24765" y="123635"/>
                  </a:lnTo>
                  <a:lnTo>
                    <a:pt x="25527" y="128492"/>
                  </a:lnTo>
                  <a:lnTo>
                    <a:pt x="25146" y="130873"/>
                  </a:lnTo>
                  <a:lnTo>
                    <a:pt x="23146" y="136112"/>
                  </a:lnTo>
                  <a:lnTo>
                    <a:pt x="21908" y="141351"/>
                  </a:lnTo>
                  <a:lnTo>
                    <a:pt x="22098" y="141732"/>
                  </a:lnTo>
                  <a:lnTo>
                    <a:pt x="22289" y="142399"/>
                  </a:lnTo>
                  <a:lnTo>
                    <a:pt x="22384" y="143161"/>
                  </a:lnTo>
                  <a:lnTo>
                    <a:pt x="22289" y="143827"/>
                  </a:lnTo>
                  <a:lnTo>
                    <a:pt x="21908" y="143732"/>
                  </a:lnTo>
                  <a:lnTo>
                    <a:pt x="21050" y="144113"/>
                  </a:lnTo>
                  <a:lnTo>
                    <a:pt x="20384" y="144494"/>
                  </a:lnTo>
                  <a:lnTo>
                    <a:pt x="20669" y="144685"/>
                  </a:lnTo>
                  <a:lnTo>
                    <a:pt x="20669" y="144875"/>
                  </a:lnTo>
                  <a:lnTo>
                    <a:pt x="20288" y="146114"/>
                  </a:lnTo>
                  <a:lnTo>
                    <a:pt x="20193" y="146780"/>
                  </a:lnTo>
                  <a:lnTo>
                    <a:pt x="20479" y="147256"/>
                  </a:lnTo>
                  <a:lnTo>
                    <a:pt x="21812" y="147638"/>
                  </a:lnTo>
                  <a:lnTo>
                    <a:pt x="22289" y="148019"/>
                  </a:lnTo>
                  <a:lnTo>
                    <a:pt x="22003" y="150495"/>
                  </a:lnTo>
                  <a:lnTo>
                    <a:pt x="20384" y="153543"/>
                  </a:lnTo>
                  <a:lnTo>
                    <a:pt x="17240" y="157925"/>
                  </a:lnTo>
                  <a:lnTo>
                    <a:pt x="16097" y="160211"/>
                  </a:lnTo>
                  <a:lnTo>
                    <a:pt x="15335" y="162496"/>
                  </a:lnTo>
                  <a:lnTo>
                    <a:pt x="13526" y="174403"/>
                  </a:lnTo>
                  <a:lnTo>
                    <a:pt x="13621" y="176594"/>
                  </a:lnTo>
                  <a:lnTo>
                    <a:pt x="14573" y="179261"/>
                  </a:lnTo>
                  <a:lnTo>
                    <a:pt x="15716" y="180404"/>
                  </a:lnTo>
                  <a:lnTo>
                    <a:pt x="15907" y="181070"/>
                  </a:lnTo>
                  <a:lnTo>
                    <a:pt x="15240" y="181642"/>
                  </a:lnTo>
                  <a:lnTo>
                    <a:pt x="16669" y="183547"/>
                  </a:lnTo>
                  <a:lnTo>
                    <a:pt x="17240" y="184785"/>
                  </a:lnTo>
                  <a:lnTo>
                    <a:pt x="16859" y="186023"/>
                  </a:lnTo>
                  <a:lnTo>
                    <a:pt x="16383" y="187071"/>
                  </a:lnTo>
                  <a:lnTo>
                    <a:pt x="16002" y="188690"/>
                  </a:lnTo>
                  <a:lnTo>
                    <a:pt x="15621" y="191643"/>
                  </a:lnTo>
                  <a:lnTo>
                    <a:pt x="16383" y="193167"/>
                  </a:lnTo>
                  <a:lnTo>
                    <a:pt x="18193" y="195072"/>
                  </a:lnTo>
                  <a:lnTo>
                    <a:pt x="23241" y="199168"/>
                  </a:lnTo>
                  <a:lnTo>
                    <a:pt x="23717" y="199930"/>
                  </a:lnTo>
                  <a:lnTo>
                    <a:pt x="24003" y="202597"/>
                  </a:lnTo>
                  <a:lnTo>
                    <a:pt x="24384" y="204026"/>
                  </a:lnTo>
                  <a:lnTo>
                    <a:pt x="25051" y="205169"/>
                  </a:lnTo>
                  <a:lnTo>
                    <a:pt x="26956" y="206026"/>
                  </a:lnTo>
                  <a:lnTo>
                    <a:pt x="27718" y="206978"/>
                  </a:lnTo>
                  <a:lnTo>
                    <a:pt x="29242" y="210598"/>
                  </a:lnTo>
                  <a:lnTo>
                    <a:pt x="29909" y="211550"/>
                  </a:lnTo>
                  <a:lnTo>
                    <a:pt x="31623" y="213169"/>
                  </a:lnTo>
                  <a:lnTo>
                    <a:pt x="32004" y="212789"/>
                  </a:lnTo>
                  <a:lnTo>
                    <a:pt x="30575" y="210979"/>
                  </a:lnTo>
                  <a:lnTo>
                    <a:pt x="29813" y="210502"/>
                  </a:lnTo>
                  <a:lnTo>
                    <a:pt x="32290" y="211931"/>
                  </a:lnTo>
                  <a:lnTo>
                    <a:pt x="32290" y="211455"/>
                  </a:lnTo>
                  <a:lnTo>
                    <a:pt x="31814" y="211074"/>
                  </a:lnTo>
                  <a:lnTo>
                    <a:pt x="30194" y="209550"/>
                  </a:lnTo>
                  <a:lnTo>
                    <a:pt x="28194" y="205835"/>
                  </a:lnTo>
                  <a:lnTo>
                    <a:pt x="27623" y="205073"/>
                  </a:lnTo>
                  <a:lnTo>
                    <a:pt x="26099" y="203073"/>
                  </a:lnTo>
                  <a:lnTo>
                    <a:pt x="25813" y="202502"/>
                  </a:lnTo>
                  <a:lnTo>
                    <a:pt x="25432" y="198596"/>
                  </a:lnTo>
                  <a:lnTo>
                    <a:pt x="25241" y="197739"/>
                  </a:lnTo>
                  <a:lnTo>
                    <a:pt x="24384" y="196310"/>
                  </a:lnTo>
                  <a:lnTo>
                    <a:pt x="24003" y="195358"/>
                  </a:lnTo>
                  <a:lnTo>
                    <a:pt x="24003" y="194596"/>
                  </a:lnTo>
                  <a:lnTo>
                    <a:pt x="24956" y="193739"/>
                  </a:lnTo>
                  <a:lnTo>
                    <a:pt x="25718" y="194500"/>
                  </a:lnTo>
                  <a:lnTo>
                    <a:pt x="26575" y="196501"/>
                  </a:lnTo>
                  <a:lnTo>
                    <a:pt x="28194" y="196977"/>
                  </a:lnTo>
                  <a:lnTo>
                    <a:pt x="30194" y="196691"/>
                  </a:lnTo>
                  <a:lnTo>
                    <a:pt x="33814" y="195548"/>
                  </a:lnTo>
                  <a:lnTo>
                    <a:pt x="33338" y="195929"/>
                  </a:lnTo>
                  <a:lnTo>
                    <a:pt x="32957" y="196310"/>
                  </a:lnTo>
                  <a:lnTo>
                    <a:pt x="32671" y="196786"/>
                  </a:lnTo>
                  <a:lnTo>
                    <a:pt x="32385" y="197453"/>
                  </a:lnTo>
                  <a:lnTo>
                    <a:pt x="36195" y="196977"/>
                  </a:lnTo>
                  <a:lnTo>
                    <a:pt x="36957" y="196596"/>
                  </a:lnTo>
                  <a:lnTo>
                    <a:pt x="37719" y="195834"/>
                  </a:lnTo>
                  <a:lnTo>
                    <a:pt x="38576" y="195453"/>
                  </a:lnTo>
                  <a:lnTo>
                    <a:pt x="42005" y="198215"/>
                  </a:lnTo>
                  <a:lnTo>
                    <a:pt x="42577" y="198501"/>
                  </a:lnTo>
                  <a:lnTo>
                    <a:pt x="43053" y="198692"/>
                  </a:lnTo>
                  <a:lnTo>
                    <a:pt x="44006" y="199358"/>
                  </a:lnTo>
                  <a:lnTo>
                    <a:pt x="44387" y="199549"/>
                  </a:lnTo>
                  <a:lnTo>
                    <a:pt x="44768" y="199358"/>
                  </a:lnTo>
                  <a:lnTo>
                    <a:pt x="45625" y="198692"/>
                  </a:lnTo>
                  <a:lnTo>
                    <a:pt x="45910" y="198501"/>
                  </a:lnTo>
                  <a:lnTo>
                    <a:pt x="46768" y="198120"/>
                  </a:lnTo>
                  <a:lnTo>
                    <a:pt x="48959" y="195644"/>
                  </a:lnTo>
                  <a:lnTo>
                    <a:pt x="49816" y="195072"/>
                  </a:lnTo>
                  <a:lnTo>
                    <a:pt x="50673" y="194786"/>
                  </a:lnTo>
                  <a:lnTo>
                    <a:pt x="51626" y="194786"/>
                  </a:lnTo>
                  <a:lnTo>
                    <a:pt x="52578" y="195072"/>
                  </a:lnTo>
                  <a:lnTo>
                    <a:pt x="53340" y="195644"/>
                  </a:lnTo>
                  <a:lnTo>
                    <a:pt x="54578" y="196786"/>
                  </a:lnTo>
                  <a:lnTo>
                    <a:pt x="55435" y="197072"/>
                  </a:lnTo>
                  <a:lnTo>
                    <a:pt x="57341" y="196882"/>
                  </a:lnTo>
                  <a:lnTo>
                    <a:pt x="58103" y="197072"/>
                  </a:lnTo>
                  <a:lnTo>
                    <a:pt x="59055" y="197930"/>
                  </a:lnTo>
                  <a:lnTo>
                    <a:pt x="59246" y="197739"/>
                  </a:lnTo>
                  <a:lnTo>
                    <a:pt x="59341" y="197644"/>
                  </a:lnTo>
                  <a:lnTo>
                    <a:pt x="59531" y="197548"/>
                  </a:lnTo>
                  <a:lnTo>
                    <a:pt x="59817" y="197358"/>
                  </a:lnTo>
                  <a:lnTo>
                    <a:pt x="59436" y="198596"/>
                  </a:lnTo>
                  <a:lnTo>
                    <a:pt x="58674" y="199549"/>
                  </a:lnTo>
                  <a:lnTo>
                    <a:pt x="57817" y="200311"/>
                  </a:lnTo>
                  <a:lnTo>
                    <a:pt x="57245" y="201168"/>
                  </a:lnTo>
                  <a:lnTo>
                    <a:pt x="57531" y="201263"/>
                  </a:lnTo>
                  <a:lnTo>
                    <a:pt x="57817" y="201740"/>
                  </a:lnTo>
                  <a:lnTo>
                    <a:pt x="57817" y="202216"/>
                  </a:lnTo>
                  <a:lnTo>
                    <a:pt x="57055" y="202406"/>
                  </a:lnTo>
                  <a:lnTo>
                    <a:pt x="56007" y="202502"/>
                  </a:lnTo>
                  <a:lnTo>
                    <a:pt x="55531" y="202692"/>
                  </a:lnTo>
                  <a:lnTo>
                    <a:pt x="55055" y="202978"/>
                  </a:lnTo>
                  <a:lnTo>
                    <a:pt x="55245" y="203264"/>
                  </a:lnTo>
                  <a:lnTo>
                    <a:pt x="55531" y="203930"/>
                  </a:lnTo>
                  <a:lnTo>
                    <a:pt x="55817" y="204311"/>
                  </a:lnTo>
                  <a:lnTo>
                    <a:pt x="54102" y="206121"/>
                  </a:lnTo>
                  <a:lnTo>
                    <a:pt x="51340" y="210026"/>
                  </a:lnTo>
                  <a:lnTo>
                    <a:pt x="49625" y="210884"/>
                  </a:lnTo>
                  <a:lnTo>
                    <a:pt x="49625" y="211360"/>
                  </a:lnTo>
                  <a:lnTo>
                    <a:pt x="50197" y="211741"/>
                  </a:lnTo>
                  <a:lnTo>
                    <a:pt x="50864" y="211836"/>
                  </a:lnTo>
                  <a:lnTo>
                    <a:pt x="51530" y="211741"/>
                  </a:lnTo>
                  <a:lnTo>
                    <a:pt x="52102" y="211360"/>
                  </a:lnTo>
                  <a:lnTo>
                    <a:pt x="51245" y="216598"/>
                  </a:lnTo>
                  <a:lnTo>
                    <a:pt x="51435" y="219075"/>
                  </a:lnTo>
                  <a:lnTo>
                    <a:pt x="53245" y="220313"/>
                  </a:lnTo>
                  <a:lnTo>
                    <a:pt x="53150" y="219170"/>
                  </a:lnTo>
                  <a:lnTo>
                    <a:pt x="52197" y="217837"/>
                  </a:lnTo>
                  <a:lnTo>
                    <a:pt x="52197" y="216503"/>
                  </a:lnTo>
                  <a:lnTo>
                    <a:pt x="52483" y="216694"/>
                  </a:lnTo>
                  <a:lnTo>
                    <a:pt x="53340" y="217170"/>
                  </a:lnTo>
                  <a:lnTo>
                    <a:pt x="53626" y="217456"/>
                  </a:lnTo>
                  <a:lnTo>
                    <a:pt x="53054" y="215932"/>
                  </a:lnTo>
                  <a:lnTo>
                    <a:pt x="52864" y="215551"/>
                  </a:lnTo>
                  <a:lnTo>
                    <a:pt x="54293" y="215836"/>
                  </a:lnTo>
                  <a:lnTo>
                    <a:pt x="55626" y="217170"/>
                  </a:lnTo>
                  <a:lnTo>
                    <a:pt x="57531" y="220218"/>
                  </a:lnTo>
                  <a:lnTo>
                    <a:pt x="57817" y="220218"/>
                  </a:lnTo>
                  <a:lnTo>
                    <a:pt x="57817" y="219265"/>
                  </a:lnTo>
                  <a:lnTo>
                    <a:pt x="57531" y="216980"/>
                  </a:lnTo>
                  <a:lnTo>
                    <a:pt x="58198" y="217361"/>
                  </a:lnTo>
                  <a:lnTo>
                    <a:pt x="58769" y="218027"/>
                  </a:lnTo>
                  <a:lnTo>
                    <a:pt x="59150" y="218789"/>
                  </a:lnTo>
                  <a:lnTo>
                    <a:pt x="59341" y="219456"/>
                  </a:lnTo>
                  <a:lnTo>
                    <a:pt x="59341" y="220790"/>
                  </a:lnTo>
                  <a:lnTo>
                    <a:pt x="59531" y="221170"/>
                  </a:lnTo>
                  <a:lnTo>
                    <a:pt x="62103" y="220885"/>
                  </a:lnTo>
                  <a:lnTo>
                    <a:pt x="62770" y="221075"/>
                  </a:lnTo>
                  <a:lnTo>
                    <a:pt x="63437" y="221742"/>
                  </a:lnTo>
                  <a:lnTo>
                    <a:pt x="63913" y="222790"/>
                  </a:lnTo>
                  <a:lnTo>
                    <a:pt x="63913" y="223552"/>
                  </a:lnTo>
                  <a:lnTo>
                    <a:pt x="63437" y="224028"/>
                  </a:lnTo>
                  <a:lnTo>
                    <a:pt x="62579" y="224314"/>
                  </a:lnTo>
                  <a:lnTo>
                    <a:pt x="63532" y="225171"/>
                  </a:lnTo>
                  <a:lnTo>
                    <a:pt x="65723" y="225743"/>
                  </a:lnTo>
                  <a:lnTo>
                    <a:pt x="66866" y="226219"/>
                  </a:lnTo>
                  <a:lnTo>
                    <a:pt x="67437" y="226695"/>
                  </a:lnTo>
                  <a:lnTo>
                    <a:pt x="68009" y="227362"/>
                  </a:lnTo>
                  <a:lnTo>
                    <a:pt x="68199" y="228028"/>
                  </a:lnTo>
                  <a:lnTo>
                    <a:pt x="67628" y="228695"/>
                  </a:lnTo>
                  <a:lnTo>
                    <a:pt x="67151" y="228695"/>
                  </a:lnTo>
                  <a:lnTo>
                    <a:pt x="65913" y="228028"/>
                  </a:lnTo>
                  <a:lnTo>
                    <a:pt x="65437" y="227838"/>
                  </a:lnTo>
                  <a:lnTo>
                    <a:pt x="64389" y="228219"/>
                  </a:lnTo>
                  <a:lnTo>
                    <a:pt x="62865" y="229743"/>
                  </a:lnTo>
                  <a:lnTo>
                    <a:pt x="61817" y="229743"/>
                  </a:lnTo>
                  <a:lnTo>
                    <a:pt x="60960" y="228886"/>
                  </a:lnTo>
                  <a:lnTo>
                    <a:pt x="60293" y="227743"/>
                  </a:lnTo>
                  <a:lnTo>
                    <a:pt x="59627" y="227552"/>
                  </a:lnTo>
                  <a:lnTo>
                    <a:pt x="58960" y="229267"/>
                  </a:lnTo>
                  <a:lnTo>
                    <a:pt x="59531" y="229362"/>
                  </a:lnTo>
                  <a:lnTo>
                    <a:pt x="59817" y="229648"/>
                  </a:lnTo>
                  <a:lnTo>
                    <a:pt x="60008" y="230124"/>
                  </a:lnTo>
                  <a:lnTo>
                    <a:pt x="60008" y="230791"/>
                  </a:lnTo>
                  <a:lnTo>
                    <a:pt x="59817" y="231457"/>
                  </a:lnTo>
                  <a:lnTo>
                    <a:pt x="59341" y="231457"/>
                  </a:lnTo>
                  <a:lnTo>
                    <a:pt x="58388" y="230981"/>
                  </a:lnTo>
                  <a:lnTo>
                    <a:pt x="56198" y="230886"/>
                  </a:lnTo>
                  <a:lnTo>
                    <a:pt x="55340" y="230600"/>
                  </a:lnTo>
                  <a:lnTo>
                    <a:pt x="54578" y="230029"/>
                  </a:lnTo>
                  <a:lnTo>
                    <a:pt x="54007" y="229076"/>
                  </a:lnTo>
                  <a:lnTo>
                    <a:pt x="53531" y="228028"/>
                  </a:lnTo>
                  <a:lnTo>
                    <a:pt x="52864" y="227171"/>
                  </a:lnTo>
                  <a:lnTo>
                    <a:pt x="51816" y="226790"/>
                  </a:lnTo>
                  <a:lnTo>
                    <a:pt x="48482" y="226600"/>
                  </a:lnTo>
                  <a:lnTo>
                    <a:pt x="42672" y="227743"/>
                  </a:lnTo>
                  <a:lnTo>
                    <a:pt x="40672" y="227457"/>
                  </a:lnTo>
                  <a:lnTo>
                    <a:pt x="40386" y="225743"/>
                  </a:lnTo>
                  <a:lnTo>
                    <a:pt x="41529" y="224599"/>
                  </a:lnTo>
                  <a:lnTo>
                    <a:pt x="41720" y="224409"/>
                  </a:lnTo>
                  <a:lnTo>
                    <a:pt x="42196" y="222409"/>
                  </a:lnTo>
                  <a:lnTo>
                    <a:pt x="42386" y="221837"/>
                  </a:lnTo>
                  <a:lnTo>
                    <a:pt x="43910" y="219742"/>
                  </a:lnTo>
                  <a:lnTo>
                    <a:pt x="44672" y="218980"/>
                  </a:lnTo>
                  <a:lnTo>
                    <a:pt x="45815" y="218408"/>
                  </a:lnTo>
                  <a:lnTo>
                    <a:pt x="43815" y="218027"/>
                  </a:lnTo>
                  <a:lnTo>
                    <a:pt x="42005" y="219932"/>
                  </a:lnTo>
                  <a:lnTo>
                    <a:pt x="40577" y="222885"/>
                  </a:lnTo>
                  <a:lnTo>
                    <a:pt x="38672" y="228219"/>
                  </a:lnTo>
                  <a:lnTo>
                    <a:pt x="38005" y="229552"/>
                  </a:lnTo>
                  <a:lnTo>
                    <a:pt x="37148" y="230600"/>
                  </a:lnTo>
                  <a:lnTo>
                    <a:pt x="36957" y="231362"/>
                  </a:lnTo>
                  <a:lnTo>
                    <a:pt x="36767" y="232219"/>
                  </a:lnTo>
                  <a:lnTo>
                    <a:pt x="36481" y="232886"/>
                  </a:lnTo>
                  <a:lnTo>
                    <a:pt x="34957" y="234315"/>
                  </a:lnTo>
                  <a:lnTo>
                    <a:pt x="34481" y="234982"/>
                  </a:lnTo>
                  <a:lnTo>
                    <a:pt x="34004" y="236315"/>
                  </a:lnTo>
                  <a:lnTo>
                    <a:pt x="34195" y="237458"/>
                  </a:lnTo>
                  <a:lnTo>
                    <a:pt x="36385" y="240792"/>
                  </a:lnTo>
                  <a:lnTo>
                    <a:pt x="36767" y="241649"/>
                  </a:lnTo>
                  <a:lnTo>
                    <a:pt x="38100" y="251269"/>
                  </a:lnTo>
                  <a:lnTo>
                    <a:pt x="38672" y="251460"/>
                  </a:lnTo>
                  <a:lnTo>
                    <a:pt x="39148" y="250698"/>
                  </a:lnTo>
                  <a:lnTo>
                    <a:pt x="39243" y="249079"/>
                  </a:lnTo>
                  <a:lnTo>
                    <a:pt x="38576" y="246221"/>
                  </a:lnTo>
                  <a:lnTo>
                    <a:pt x="38481" y="245078"/>
                  </a:lnTo>
                  <a:lnTo>
                    <a:pt x="38672" y="243935"/>
                  </a:lnTo>
                  <a:lnTo>
                    <a:pt x="39053" y="243078"/>
                  </a:lnTo>
                  <a:lnTo>
                    <a:pt x="40005" y="241554"/>
                  </a:lnTo>
                  <a:lnTo>
                    <a:pt x="39338" y="241364"/>
                  </a:lnTo>
                  <a:lnTo>
                    <a:pt x="37433" y="240125"/>
                  </a:lnTo>
                  <a:lnTo>
                    <a:pt x="38481" y="239554"/>
                  </a:lnTo>
                  <a:lnTo>
                    <a:pt x="41053" y="238792"/>
                  </a:lnTo>
                  <a:lnTo>
                    <a:pt x="42101" y="238697"/>
                  </a:lnTo>
                  <a:lnTo>
                    <a:pt x="42672" y="238887"/>
                  </a:lnTo>
                  <a:lnTo>
                    <a:pt x="43434" y="239459"/>
                  </a:lnTo>
                  <a:lnTo>
                    <a:pt x="44006" y="239554"/>
                  </a:lnTo>
                  <a:lnTo>
                    <a:pt x="44672" y="239554"/>
                  </a:lnTo>
                  <a:lnTo>
                    <a:pt x="45149" y="239649"/>
                  </a:lnTo>
                  <a:lnTo>
                    <a:pt x="45244" y="239935"/>
                  </a:lnTo>
                  <a:lnTo>
                    <a:pt x="44958" y="240411"/>
                  </a:lnTo>
                  <a:lnTo>
                    <a:pt x="44958" y="240887"/>
                  </a:lnTo>
                  <a:lnTo>
                    <a:pt x="45815" y="240887"/>
                  </a:lnTo>
                  <a:lnTo>
                    <a:pt x="47149" y="240220"/>
                  </a:lnTo>
                  <a:lnTo>
                    <a:pt x="47816" y="239935"/>
                  </a:lnTo>
                  <a:lnTo>
                    <a:pt x="48006" y="240030"/>
                  </a:lnTo>
                  <a:lnTo>
                    <a:pt x="48387" y="240697"/>
                  </a:lnTo>
                  <a:lnTo>
                    <a:pt x="48578" y="240887"/>
                  </a:lnTo>
                  <a:lnTo>
                    <a:pt x="48768" y="240792"/>
                  </a:lnTo>
                  <a:lnTo>
                    <a:pt x="49244" y="240411"/>
                  </a:lnTo>
                  <a:lnTo>
                    <a:pt x="49340" y="240316"/>
                  </a:lnTo>
                  <a:lnTo>
                    <a:pt x="49721" y="240411"/>
                  </a:lnTo>
                  <a:lnTo>
                    <a:pt x="50483" y="240316"/>
                  </a:lnTo>
                  <a:lnTo>
                    <a:pt x="50864" y="240316"/>
                  </a:lnTo>
                  <a:lnTo>
                    <a:pt x="50387" y="241744"/>
                  </a:lnTo>
                  <a:lnTo>
                    <a:pt x="50102" y="242221"/>
                  </a:lnTo>
                  <a:lnTo>
                    <a:pt x="50959" y="242221"/>
                  </a:lnTo>
                  <a:lnTo>
                    <a:pt x="51721" y="241744"/>
                  </a:lnTo>
                  <a:lnTo>
                    <a:pt x="52292" y="241078"/>
                  </a:lnTo>
                  <a:lnTo>
                    <a:pt x="52673" y="240411"/>
                  </a:lnTo>
                  <a:lnTo>
                    <a:pt x="53054" y="240411"/>
                  </a:lnTo>
                  <a:lnTo>
                    <a:pt x="53054" y="241744"/>
                  </a:lnTo>
                  <a:lnTo>
                    <a:pt x="53531" y="241840"/>
                  </a:lnTo>
                  <a:lnTo>
                    <a:pt x="54483" y="240982"/>
                  </a:lnTo>
                  <a:lnTo>
                    <a:pt x="56769" y="240792"/>
                  </a:lnTo>
                  <a:lnTo>
                    <a:pt x="57341" y="240411"/>
                  </a:lnTo>
                  <a:lnTo>
                    <a:pt x="57722" y="240887"/>
                  </a:lnTo>
                  <a:lnTo>
                    <a:pt x="58579" y="239649"/>
                  </a:lnTo>
                  <a:lnTo>
                    <a:pt x="59246" y="239268"/>
                  </a:lnTo>
                  <a:lnTo>
                    <a:pt x="59436" y="239840"/>
                  </a:lnTo>
                  <a:lnTo>
                    <a:pt x="58865" y="241268"/>
                  </a:lnTo>
                  <a:lnTo>
                    <a:pt x="59912" y="240982"/>
                  </a:lnTo>
                  <a:lnTo>
                    <a:pt x="60293" y="240792"/>
                  </a:lnTo>
                  <a:lnTo>
                    <a:pt x="60103" y="241744"/>
                  </a:lnTo>
                  <a:lnTo>
                    <a:pt x="59246" y="244031"/>
                  </a:lnTo>
                  <a:lnTo>
                    <a:pt x="60674" y="242602"/>
                  </a:lnTo>
                  <a:lnTo>
                    <a:pt x="59627" y="246412"/>
                  </a:lnTo>
                  <a:lnTo>
                    <a:pt x="59341" y="248412"/>
                  </a:lnTo>
                  <a:lnTo>
                    <a:pt x="59531" y="250031"/>
                  </a:lnTo>
                  <a:lnTo>
                    <a:pt x="60008" y="249365"/>
                  </a:lnTo>
                  <a:lnTo>
                    <a:pt x="60865" y="247269"/>
                  </a:lnTo>
                  <a:lnTo>
                    <a:pt x="61151" y="246793"/>
                  </a:lnTo>
                  <a:lnTo>
                    <a:pt x="61722" y="247174"/>
                  </a:lnTo>
                  <a:lnTo>
                    <a:pt x="61817" y="248126"/>
                  </a:lnTo>
                  <a:lnTo>
                    <a:pt x="61627" y="249174"/>
                  </a:lnTo>
                  <a:lnTo>
                    <a:pt x="61341" y="250031"/>
                  </a:lnTo>
                  <a:lnTo>
                    <a:pt x="62484" y="250127"/>
                  </a:lnTo>
                  <a:lnTo>
                    <a:pt x="62865" y="251174"/>
                  </a:lnTo>
                  <a:lnTo>
                    <a:pt x="62960" y="252508"/>
                  </a:lnTo>
                  <a:lnTo>
                    <a:pt x="63246" y="253746"/>
                  </a:lnTo>
                  <a:lnTo>
                    <a:pt x="63818" y="254698"/>
                  </a:lnTo>
                  <a:lnTo>
                    <a:pt x="65151" y="256413"/>
                  </a:lnTo>
                  <a:lnTo>
                    <a:pt x="65723" y="257461"/>
                  </a:lnTo>
                  <a:lnTo>
                    <a:pt x="65246" y="250031"/>
                  </a:lnTo>
                  <a:lnTo>
                    <a:pt x="64484" y="249555"/>
                  </a:lnTo>
                  <a:lnTo>
                    <a:pt x="65342" y="248507"/>
                  </a:lnTo>
                  <a:lnTo>
                    <a:pt x="66770" y="247364"/>
                  </a:lnTo>
                  <a:lnTo>
                    <a:pt x="67818" y="246793"/>
                  </a:lnTo>
                  <a:lnTo>
                    <a:pt x="66675" y="249841"/>
                  </a:lnTo>
                  <a:lnTo>
                    <a:pt x="66675" y="251269"/>
                  </a:lnTo>
                  <a:lnTo>
                    <a:pt x="68199" y="251460"/>
                  </a:lnTo>
                  <a:lnTo>
                    <a:pt x="66675" y="252413"/>
                  </a:lnTo>
                  <a:lnTo>
                    <a:pt x="66389" y="252794"/>
                  </a:lnTo>
                  <a:lnTo>
                    <a:pt x="66389" y="253460"/>
                  </a:lnTo>
                  <a:lnTo>
                    <a:pt x="66770" y="254698"/>
                  </a:lnTo>
                  <a:lnTo>
                    <a:pt x="66199" y="256508"/>
                  </a:lnTo>
                  <a:lnTo>
                    <a:pt x="66580" y="257747"/>
                  </a:lnTo>
                  <a:lnTo>
                    <a:pt x="67342" y="258794"/>
                  </a:lnTo>
                  <a:lnTo>
                    <a:pt x="68199" y="259270"/>
                  </a:lnTo>
                  <a:lnTo>
                    <a:pt x="68199" y="258890"/>
                  </a:lnTo>
                  <a:lnTo>
                    <a:pt x="67818" y="258318"/>
                  </a:lnTo>
                  <a:lnTo>
                    <a:pt x="67342" y="257175"/>
                  </a:lnTo>
                  <a:lnTo>
                    <a:pt x="67151" y="256127"/>
                  </a:lnTo>
                  <a:lnTo>
                    <a:pt x="67628" y="255651"/>
                  </a:lnTo>
                  <a:lnTo>
                    <a:pt x="67913" y="256318"/>
                  </a:lnTo>
                  <a:lnTo>
                    <a:pt x="68961" y="259461"/>
                  </a:lnTo>
                  <a:lnTo>
                    <a:pt x="69437" y="260509"/>
                  </a:lnTo>
                  <a:lnTo>
                    <a:pt x="70009" y="261080"/>
                  </a:lnTo>
                  <a:lnTo>
                    <a:pt x="70295" y="260890"/>
                  </a:lnTo>
                  <a:lnTo>
                    <a:pt x="70580" y="260509"/>
                  </a:lnTo>
                  <a:lnTo>
                    <a:pt x="71152" y="260318"/>
                  </a:lnTo>
                  <a:lnTo>
                    <a:pt x="71628" y="260414"/>
                  </a:lnTo>
                  <a:lnTo>
                    <a:pt x="72866" y="260794"/>
                  </a:lnTo>
                  <a:lnTo>
                    <a:pt x="74962" y="260890"/>
                  </a:lnTo>
                  <a:lnTo>
                    <a:pt x="75533" y="261366"/>
                  </a:lnTo>
                  <a:lnTo>
                    <a:pt x="76105" y="262699"/>
                  </a:lnTo>
                  <a:lnTo>
                    <a:pt x="76200" y="263461"/>
                  </a:lnTo>
                  <a:lnTo>
                    <a:pt x="76391" y="264128"/>
                  </a:lnTo>
                  <a:lnTo>
                    <a:pt x="76676" y="264700"/>
                  </a:lnTo>
                  <a:lnTo>
                    <a:pt x="76962" y="265081"/>
                  </a:lnTo>
                  <a:lnTo>
                    <a:pt x="77153" y="265176"/>
                  </a:lnTo>
                  <a:lnTo>
                    <a:pt x="77819" y="265367"/>
                  </a:lnTo>
                  <a:lnTo>
                    <a:pt x="78105" y="265557"/>
                  </a:lnTo>
                  <a:lnTo>
                    <a:pt x="78200" y="265748"/>
                  </a:lnTo>
                  <a:lnTo>
                    <a:pt x="78391" y="266319"/>
                  </a:lnTo>
                  <a:lnTo>
                    <a:pt x="78391" y="266414"/>
                  </a:lnTo>
                  <a:lnTo>
                    <a:pt x="80201" y="267081"/>
                  </a:lnTo>
                  <a:lnTo>
                    <a:pt x="80867" y="267748"/>
                  </a:lnTo>
                  <a:lnTo>
                    <a:pt x="80963" y="269177"/>
                  </a:lnTo>
                  <a:lnTo>
                    <a:pt x="81439" y="268986"/>
                  </a:lnTo>
                  <a:lnTo>
                    <a:pt x="81153" y="269939"/>
                  </a:lnTo>
                  <a:lnTo>
                    <a:pt x="80486" y="271272"/>
                  </a:lnTo>
                  <a:lnTo>
                    <a:pt x="79915" y="272224"/>
                  </a:lnTo>
                  <a:lnTo>
                    <a:pt x="79439" y="273368"/>
                  </a:lnTo>
                  <a:lnTo>
                    <a:pt x="79153" y="274701"/>
                  </a:lnTo>
                  <a:lnTo>
                    <a:pt x="78772" y="275939"/>
                  </a:lnTo>
                  <a:lnTo>
                    <a:pt x="78010" y="276606"/>
                  </a:lnTo>
                  <a:lnTo>
                    <a:pt x="78486" y="278606"/>
                  </a:lnTo>
                  <a:lnTo>
                    <a:pt x="77629" y="280988"/>
                  </a:lnTo>
                  <a:lnTo>
                    <a:pt x="75152" y="284893"/>
                  </a:lnTo>
                  <a:lnTo>
                    <a:pt x="74295" y="287084"/>
                  </a:lnTo>
                  <a:lnTo>
                    <a:pt x="73724" y="289751"/>
                  </a:lnTo>
                  <a:lnTo>
                    <a:pt x="73247" y="295180"/>
                  </a:lnTo>
                  <a:lnTo>
                    <a:pt x="73343" y="296609"/>
                  </a:lnTo>
                  <a:lnTo>
                    <a:pt x="74105" y="300704"/>
                  </a:lnTo>
                  <a:lnTo>
                    <a:pt x="74200" y="302038"/>
                  </a:lnTo>
                  <a:lnTo>
                    <a:pt x="74295" y="302705"/>
                  </a:lnTo>
                  <a:lnTo>
                    <a:pt x="74486" y="303276"/>
                  </a:lnTo>
                  <a:lnTo>
                    <a:pt x="74962" y="304228"/>
                  </a:lnTo>
                  <a:lnTo>
                    <a:pt x="75057" y="304800"/>
                  </a:lnTo>
                  <a:lnTo>
                    <a:pt x="75343" y="309753"/>
                  </a:lnTo>
                  <a:lnTo>
                    <a:pt x="75248" y="312611"/>
                  </a:lnTo>
                  <a:lnTo>
                    <a:pt x="74676" y="314706"/>
                  </a:lnTo>
                  <a:lnTo>
                    <a:pt x="74867" y="316516"/>
                  </a:lnTo>
                  <a:lnTo>
                    <a:pt x="73533" y="321564"/>
                  </a:lnTo>
                  <a:lnTo>
                    <a:pt x="72962" y="324803"/>
                  </a:lnTo>
                  <a:lnTo>
                    <a:pt x="72200" y="326993"/>
                  </a:lnTo>
                  <a:lnTo>
                    <a:pt x="72009" y="328136"/>
                  </a:lnTo>
                  <a:lnTo>
                    <a:pt x="72962" y="347186"/>
                  </a:lnTo>
                  <a:lnTo>
                    <a:pt x="74867" y="356044"/>
                  </a:lnTo>
                  <a:lnTo>
                    <a:pt x="75152" y="358997"/>
                  </a:lnTo>
                  <a:lnTo>
                    <a:pt x="75438" y="360331"/>
                  </a:lnTo>
                  <a:lnTo>
                    <a:pt x="76391" y="362998"/>
                  </a:lnTo>
                  <a:lnTo>
                    <a:pt x="76867" y="365665"/>
                  </a:lnTo>
                  <a:lnTo>
                    <a:pt x="77629" y="373952"/>
                  </a:lnTo>
                  <a:lnTo>
                    <a:pt x="77629" y="373952"/>
                  </a:lnTo>
                  <a:lnTo>
                    <a:pt x="92012" y="375190"/>
                  </a:lnTo>
                  <a:lnTo>
                    <a:pt x="93059" y="375094"/>
                  </a:lnTo>
                  <a:lnTo>
                    <a:pt x="94012" y="374714"/>
                  </a:lnTo>
                  <a:lnTo>
                    <a:pt x="94964" y="373761"/>
                  </a:lnTo>
                  <a:lnTo>
                    <a:pt x="95917" y="373094"/>
                  </a:lnTo>
                  <a:lnTo>
                    <a:pt x="97060" y="372999"/>
                  </a:lnTo>
                  <a:lnTo>
                    <a:pt x="98298" y="373190"/>
                  </a:lnTo>
                  <a:lnTo>
                    <a:pt x="99441" y="373190"/>
                  </a:lnTo>
                  <a:lnTo>
                    <a:pt x="101346" y="372523"/>
                  </a:lnTo>
                  <a:lnTo>
                    <a:pt x="110300" y="367379"/>
                  </a:lnTo>
                  <a:lnTo>
                    <a:pt x="111538" y="367189"/>
                  </a:lnTo>
                  <a:lnTo>
                    <a:pt x="114776" y="367856"/>
                  </a:lnTo>
                  <a:lnTo>
                    <a:pt x="115919" y="367856"/>
                  </a:lnTo>
                  <a:lnTo>
                    <a:pt x="116681" y="367474"/>
                  </a:lnTo>
                  <a:lnTo>
                    <a:pt x="118015" y="366046"/>
                  </a:lnTo>
                  <a:lnTo>
                    <a:pt x="119063" y="365665"/>
                  </a:lnTo>
                  <a:lnTo>
                    <a:pt x="119729" y="364998"/>
                  </a:lnTo>
                  <a:lnTo>
                    <a:pt x="122206" y="363379"/>
                  </a:lnTo>
                  <a:lnTo>
                    <a:pt x="123539" y="362236"/>
                  </a:lnTo>
                  <a:lnTo>
                    <a:pt x="123825" y="361760"/>
                  </a:lnTo>
                  <a:lnTo>
                    <a:pt x="124016" y="360712"/>
                  </a:lnTo>
                  <a:lnTo>
                    <a:pt x="124778" y="359093"/>
                  </a:lnTo>
                  <a:lnTo>
                    <a:pt x="124968" y="358140"/>
                  </a:lnTo>
                  <a:lnTo>
                    <a:pt x="125063" y="356521"/>
                  </a:lnTo>
                  <a:lnTo>
                    <a:pt x="124968" y="356044"/>
                  </a:lnTo>
                  <a:lnTo>
                    <a:pt x="124682" y="355568"/>
                  </a:lnTo>
                  <a:lnTo>
                    <a:pt x="124111" y="354997"/>
                  </a:lnTo>
                  <a:lnTo>
                    <a:pt x="123920" y="354616"/>
                  </a:lnTo>
                  <a:lnTo>
                    <a:pt x="123825" y="353187"/>
                  </a:lnTo>
                  <a:lnTo>
                    <a:pt x="124682" y="351092"/>
                  </a:lnTo>
                  <a:lnTo>
                    <a:pt x="124873" y="349758"/>
                  </a:lnTo>
                  <a:lnTo>
                    <a:pt x="125159" y="348710"/>
                  </a:lnTo>
                  <a:lnTo>
                    <a:pt x="125730" y="348044"/>
                  </a:lnTo>
                  <a:lnTo>
                    <a:pt x="127349" y="346329"/>
                  </a:lnTo>
                  <a:lnTo>
                    <a:pt x="135255" y="340900"/>
                  </a:lnTo>
                  <a:lnTo>
                    <a:pt x="137732" y="338138"/>
                  </a:lnTo>
                  <a:lnTo>
                    <a:pt x="138113" y="337471"/>
                  </a:lnTo>
                  <a:lnTo>
                    <a:pt x="138398" y="336518"/>
                  </a:lnTo>
                  <a:lnTo>
                    <a:pt x="139065" y="336137"/>
                  </a:lnTo>
                  <a:lnTo>
                    <a:pt x="139827" y="336042"/>
                  </a:lnTo>
                  <a:lnTo>
                    <a:pt x="140399" y="335852"/>
                  </a:lnTo>
                  <a:lnTo>
                    <a:pt x="140780" y="335375"/>
                  </a:lnTo>
                  <a:lnTo>
                    <a:pt x="141351" y="334137"/>
                  </a:lnTo>
                  <a:lnTo>
                    <a:pt x="141827" y="333661"/>
                  </a:lnTo>
                  <a:lnTo>
                    <a:pt x="142875" y="333280"/>
                  </a:lnTo>
                  <a:lnTo>
                    <a:pt x="145923" y="332708"/>
                  </a:lnTo>
                  <a:lnTo>
                    <a:pt x="146590" y="332423"/>
                  </a:lnTo>
                  <a:lnTo>
                    <a:pt x="147066" y="331375"/>
                  </a:lnTo>
                  <a:lnTo>
                    <a:pt x="148209" y="330708"/>
                  </a:lnTo>
                  <a:lnTo>
                    <a:pt x="150590" y="329851"/>
                  </a:lnTo>
                  <a:lnTo>
                    <a:pt x="151162" y="329756"/>
                  </a:lnTo>
                  <a:lnTo>
                    <a:pt x="152210" y="328898"/>
                  </a:lnTo>
                  <a:lnTo>
                    <a:pt x="153257" y="328327"/>
                  </a:lnTo>
                  <a:lnTo>
                    <a:pt x="157163" y="325279"/>
                  </a:lnTo>
                  <a:lnTo>
                    <a:pt x="158401" y="324803"/>
                  </a:lnTo>
                  <a:lnTo>
                    <a:pt x="161735" y="324612"/>
                  </a:lnTo>
                  <a:lnTo>
                    <a:pt x="172117" y="322421"/>
                  </a:lnTo>
                  <a:lnTo>
                    <a:pt x="173641" y="322421"/>
                  </a:lnTo>
                  <a:lnTo>
                    <a:pt x="176879" y="323183"/>
                  </a:lnTo>
                  <a:lnTo>
                    <a:pt x="178975" y="324422"/>
                  </a:lnTo>
                  <a:lnTo>
                    <a:pt x="179737" y="324707"/>
                  </a:lnTo>
                  <a:lnTo>
                    <a:pt x="182404" y="324707"/>
                  </a:lnTo>
                  <a:lnTo>
                    <a:pt x="183261" y="324993"/>
                  </a:lnTo>
                  <a:lnTo>
                    <a:pt x="184690" y="325755"/>
                  </a:lnTo>
                  <a:lnTo>
                    <a:pt x="185452" y="325945"/>
                  </a:lnTo>
                  <a:lnTo>
                    <a:pt x="186309" y="325945"/>
                  </a:lnTo>
                  <a:lnTo>
                    <a:pt x="193834" y="324612"/>
                  </a:lnTo>
                  <a:lnTo>
                    <a:pt x="195929" y="324898"/>
                  </a:lnTo>
                  <a:lnTo>
                    <a:pt x="196215" y="324993"/>
                  </a:lnTo>
                  <a:lnTo>
                    <a:pt x="197834" y="325660"/>
                  </a:lnTo>
                  <a:lnTo>
                    <a:pt x="198692" y="325755"/>
                  </a:lnTo>
                  <a:lnTo>
                    <a:pt x="203168" y="324993"/>
                  </a:lnTo>
                  <a:lnTo>
                    <a:pt x="204026" y="324422"/>
                  </a:lnTo>
                  <a:lnTo>
                    <a:pt x="204597" y="323374"/>
                  </a:lnTo>
                  <a:lnTo>
                    <a:pt x="204788" y="322136"/>
                  </a:lnTo>
                  <a:lnTo>
                    <a:pt x="204502" y="320993"/>
                  </a:lnTo>
                  <a:lnTo>
                    <a:pt x="203073" y="319373"/>
                  </a:lnTo>
                  <a:lnTo>
                    <a:pt x="203454" y="318421"/>
                  </a:lnTo>
                  <a:lnTo>
                    <a:pt x="206788" y="315373"/>
                  </a:lnTo>
                  <a:lnTo>
                    <a:pt x="208598" y="314135"/>
                  </a:lnTo>
                  <a:lnTo>
                    <a:pt x="210503" y="313373"/>
                  </a:lnTo>
                  <a:lnTo>
                    <a:pt x="215360" y="313182"/>
                  </a:lnTo>
                  <a:lnTo>
                    <a:pt x="216218" y="313373"/>
                  </a:lnTo>
                  <a:lnTo>
                    <a:pt x="216980" y="313849"/>
                  </a:lnTo>
                  <a:lnTo>
                    <a:pt x="217646" y="314420"/>
                  </a:lnTo>
                  <a:lnTo>
                    <a:pt x="218313" y="314706"/>
                  </a:lnTo>
                  <a:lnTo>
                    <a:pt x="219170" y="314515"/>
                  </a:lnTo>
                  <a:lnTo>
                    <a:pt x="223361" y="312706"/>
                  </a:lnTo>
                  <a:lnTo>
                    <a:pt x="225838" y="312325"/>
                  </a:lnTo>
                  <a:lnTo>
                    <a:pt x="226314" y="312420"/>
                  </a:lnTo>
                  <a:lnTo>
                    <a:pt x="228410" y="314135"/>
                  </a:lnTo>
                  <a:lnTo>
                    <a:pt x="230219" y="315182"/>
                  </a:lnTo>
                  <a:lnTo>
                    <a:pt x="231077" y="315468"/>
                  </a:lnTo>
                  <a:lnTo>
                    <a:pt x="238982" y="316992"/>
                  </a:lnTo>
                  <a:lnTo>
                    <a:pt x="241078" y="317849"/>
                  </a:lnTo>
                  <a:lnTo>
                    <a:pt x="242126" y="318040"/>
                  </a:lnTo>
                  <a:lnTo>
                    <a:pt x="243078" y="317468"/>
                  </a:lnTo>
                  <a:lnTo>
                    <a:pt x="243840" y="316802"/>
                  </a:lnTo>
                  <a:lnTo>
                    <a:pt x="245555" y="315659"/>
                  </a:lnTo>
                  <a:lnTo>
                    <a:pt x="246221" y="314992"/>
                  </a:lnTo>
                  <a:lnTo>
                    <a:pt x="247269" y="313182"/>
                  </a:lnTo>
                  <a:lnTo>
                    <a:pt x="247460" y="312992"/>
                  </a:lnTo>
                  <a:lnTo>
                    <a:pt x="247936" y="312515"/>
                  </a:lnTo>
                  <a:lnTo>
                    <a:pt x="248888" y="312039"/>
                  </a:lnTo>
                  <a:lnTo>
                    <a:pt x="249460" y="311944"/>
                  </a:lnTo>
                  <a:lnTo>
                    <a:pt x="250031" y="312039"/>
                  </a:lnTo>
                  <a:lnTo>
                    <a:pt x="251174" y="312420"/>
                  </a:lnTo>
                  <a:lnTo>
                    <a:pt x="251746" y="312801"/>
                  </a:lnTo>
                  <a:lnTo>
                    <a:pt x="251936" y="313277"/>
                  </a:lnTo>
                  <a:lnTo>
                    <a:pt x="251936" y="313753"/>
                  </a:lnTo>
                  <a:lnTo>
                    <a:pt x="252127" y="314325"/>
                  </a:lnTo>
                  <a:lnTo>
                    <a:pt x="253365" y="316420"/>
                  </a:lnTo>
                  <a:lnTo>
                    <a:pt x="254318" y="318707"/>
                  </a:lnTo>
                  <a:lnTo>
                    <a:pt x="254889" y="319659"/>
                  </a:lnTo>
                  <a:lnTo>
                    <a:pt x="256604" y="321564"/>
                  </a:lnTo>
                  <a:lnTo>
                    <a:pt x="257175" y="323564"/>
                  </a:lnTo>
                  <a:lnTo>
                    <a:pt x="258318" y="325184"/>
                  </a:lnTo>
                  <a:lnTo>
                    <a:pt x="258604" y="326327"/>
                  </a:lnTo>
                  <a:lnTo>
                    <a:pt x="258509" y="327469"/>
                  </a:lnTo>
                  <a:lnTo>
                    <a:pt x="257461" y="330994"/>
                  </a:lnTo>
                  <a:lnTo>
                    <a:pt x="258794" y="332803"/>
                  </a:lnTo>
                  <a:lnTo>
                    <a:pt x="266414" y="335852"/>
                  </a:lnTo>
                  <a:lnTo>
                    <a:pt x="267272" y="335756"/>
                  </a:lnTo>
                  <a:lnTo>
                    <a:pt x="268129" y="335470"/>
                  </a:lnTo>
                  <a:lnTo>
                    <a:pt x="268986" y="335280"/>
                  </a:lnTo>
                  <a:lnTo>
                    <a:pt x="269843" y="335375"/>
                  </a:lnTo>
                  <a:lnTo>
                    <a:pt x="272510" y="336137"/>
                  </a:lnTo>
                  <a:lnTo>
                    <a:pt x="275082" y="336042"/>
                  </a:lnTo>
                  <a:lnTo>
                    <a:pt x="275844" y="335852"/>
                  </a:lnTo>
                  <a:lnTo>
                    <a:pt x="276606" y="335852"/>
                  </a:lnTo>
                  <a:lnTo>
                    <a:pt x="277273" y="336328"/>
                  </a:lnTo>
                  <a:lnTo>
                    <a:pt x="277940" y="336899"/>
                  </a:lnTo>
                  <a:lnTo>
                    <a:pt x="278606" y="337376"/>
                  </a:lnTo>
                  <a:lnTo>
                    <a:pt x="278892" y="337376"/>
                  </a:lnTo>
                  <a:lnTo>
                    <a:pt x="279083" y="337376"/>
                  </a:lnTo>
                  <a:lnTo>
                    <a:pt x="279940" y="337185"/>
                  </a:lnTo>
                  <a:lnTo>
                    <a:pt x="280416" y="337280"/>
                  </a:lnTo>
                  <a:lnTo>
                    <a:pt x="280797" y="337661"/>
                  </a:lnTo>
                  <a:lnTo>
                    <a:pt x="281273" y="338614"/>
                  </a:lnTo>
                  <a:lnTo>
                    <a:pt x="281559" y="338995"/>
                  </a:lnTo>
                  <a:lnTo>
                    <a:pt x="282321" y="339281"/>
                  </a:lnTo>
                  <a:lnTo>
                    <a:pt x="283178" y="339185"/>
                  </a:lnTo>
                  <a:lnTo>
                    <a:pt x="284036" y="338995"/>
                  </a:lnTo>
                  <a:lnTo>
                    <a:pt x="284893" y="338899"/>
                  </a:lnTo>
                  <a:lnTo>
                    <a:pt x="286703" y="339376"/>
                  </a:lnTo>
                  <a:lnTo>
                    <a:pt x="294989" y="343376"/>
                  </a:lnTo>
                  <a:lnTo>
                    <a:pt x="298418" y="344234"/>
                  </a:lnTo>
                  <a:lnTo>
                    <a:pt x="300228" y="344424"/>
                  </a:lnTo>
                  <a:lnTo>
                    <a:pt x="301085" y="344615"/>
                  </a:lnTo>
                  <a:lnTo>
                    <a:pt x="301943" y="345091"/>
                  </a:lnTo>
                  <a:lnTo>
                    <a:pt x="302323" y="345567"/>
                  </a:lnTo>
                  <a:lnTo>
                    <a:pt x="302323" y="346043"/>
                  </a:lnTo>
                  <a:lnTo>
                    <a:pt x="302228" y="346519"/>
                  </a:lnTo>
                  <a:lnTo>
                    <a:pt x="302228" y="346996"/>
                  </a:lnTo>
                  <a:lnTo>
                    <a:pt x="303086" y="348520"/>
                  </a:lnTo>
                  <a:lnTo>
                    <a:pt x="303276" y="348996"/>
                  </a:lnTo>
                  <a:lnTo>
                    <a:pt x="303371" y="350234"/>
                  </a:lnTo>
                  <a:lnTo>
                    <a:pt x="303371" y="351187"/>
                  </a:lnTo>
                  <a:lnTo>
                    <a:pt x="303657" y="351949"/>
                  </a:lnTo>
                  <a:lnTo>
                    <a:pt x="304514" y="352711"/>
                  </a:lnTo>
                  <a:lnTo>
                    <a:pt x="305372" y="353092"/>
                  </a:lnTo>
                  <a:lnTo>
                    <a:pt x="309467" y="353663"/>
                  </a:lnTo>
                  <a:lnTo>
                    <a:pt x="310134" y="353949"/>
                  </a:lnTo>
                  <a:lnTo>
                    <a:pt x="311563" y="354902"/>
                  </a:lnTo>
                  <a:lnTo>
                    <a:pt x="312325" y="355092"/>
                  </a:lnTo>
                  <a:lnTo>
                    <a:pt x="317087" y="354616"/>
                  </a:lnTo>
                  <a:lnTo>
                    <a:pt x="318040" y="354140"/>
                  </a:lnTo>
                  <a:lnTo>
                    <a:pt x="318707" y="352997"/>
                  </a:lnTo>
                  <a:lnTo>
                    <a:pt x="319183" y="351853"/>
                  </a:lnTo>
                  <a:lnTo>
                    <a:pt x="319850" y="350901"/>
                  </a:lnTo>
                  <a:lnTo>
                    <a:pt x="320707" y="350330"/>
                  </a:lnTo>
                  <a:lnTo>
                    <a:pt x="321755" y="350234"/>
                  </a:lnTo>
                  <a:lnTo>
                    <a:pt x="322612" y="350711"/>
                  </a:lnTo>
                  <a:lnTo>
                    <a:pt x="325279" y="353092"/>
                  </a:lnTo>
                  <a:lnTo>
                    <a:pt x="327565" y="354044"/>
                  </a:lnTo>
                  <a:lnTo>
                    <a:pt x="328803" y="354235"/>
                  </a:lnTo>
                  <a:lnTo>
                    <a:pt x="329946" y="354140"/>
                  </a:lnTo>
                  <a:lnTo>
                    <a:pt x="330422" y="353854"/>
                  </a:lnTo>
                  <a:lnTo>
                    <a:pt x="330803" y="353473"/>
                  </a:lnTo>
                  <a:lnTo>
                    <a:pt x="331184" y="353187"/>
                  </a:lnTo>
                  <a:lnTo>
                    <a:pt x="331756" y="353187"/>
                  </a:lnTo>
                  <a:lnTo>
                    <a:pt x="332899" y="353378"/>
                  </a:lnTo>
                  <a:lnTo>
                    <a:pt x="333470" y="353378"/>
                  </a:lnTo>
                  <a:lnTo>
                    <a:pt x="334042" y="353187"/>
                  </a:lnTo>
                  <a:lnTo>
                    <a:pt x="334709" y="352330"/>
                  </a:lnTo>
                  <a:lnTo>
                    <a:pt x="334804" y="351377"/>
                  </a:lnTo>
                  <a:lnTo>
                    <a:pt x="335090" y="350901"/>
                  </a:lnTo>
                  <a:lnTo>
                    <a:pt x="338233" y="352615"/>
                  </a:lnTo>
                  <a:lnTo>
                    <a:pt x="342329" y="353568"/>
                  </a:lnTo>
                  <a:lnTo>
                    <a:pt x="344424" y="354520"/>
                  </a:lnTo>
                  <a:lnTo>
                    <a:pt x="345186" y="355092"/>
                  </a:lnTo>
                  <a:lnTo>
                    <a:pt x="345853" y="355282"/>
                  </a:lnTo>
                  <a:lnTo>
                    <a:pt x="347377" y="355473"/>
                  </a:lnTo>
                  <a:lnTo>
                    <a:pt x="347948" y="355759"/>
                  </a:lnTo>
                  <a:lnTo>
                    <a:pt x="349663" y="357569"/>
                  </a:lnTo>
                  <a:lnTo>
                    <a:pt x="356711" y="362617"/>
                  </a:lnTo>
                  <a:lnTo>
                    <a:pt x="357854" y="362712"/>
                  </a:lnTo>
                  <a:lnTo>
                    <a:pt x="360807" y="361378"/>
                  </a:lnTo>
                  <a:lnTo>
                    <a:pt x="362045" y="361664"/>
                  </a:lnTo>
                  <a:lnTo>
                    <a:pt x="363093" y="362712"/>
                  </a:lnTo>
                  <a:lnTo>
                    <a:pt x="364141" y="364141"/>
                  </a:lnTo>
                  <a:lnTo>
                    <a:pt x="364427" y="364998"/>
                  </a:lnTo>
                  <a:lnTo>
                    <a:pt x="364236" y="366427"/>
                  </a:lnTo>
                  <a:lnTo>
                    <a:pt x="364522" y="367189"/>
                  </a:lnTo>
                  <a:lnTo>
                    <a:pt x="364712" y="367760"/>
                  </a:lnTo>
                  <a:lnTo>
                    <a:pt x="364522" y="368332"/>
                  </a:lnTo>
                  <a:lnTo>
                    <a:pt x="364236" y="368998"/>
                  </a:lnTo>
                  <a:lnTo>
                    <a:pt x="364046" y="369761"/>
                  </a:lnTo>
                  <a:lnTo>
                    <a:pt x="364141" y="371189"/>
                  </a:lnTo>
                  <a:lnTo>
                    <a:pt x="365189" y="375761"/>
                  </a:lnTo>
                  <a:lnTo>
                    <a:pt x="365760" y="376714"/>
                  </a:lnTo>
                  <a:lnTo>
                    <a:pt x="369094" y="379476"/>
                  </a:lnTo>
                  <a:lnTo>
                    <a:pt x="370046" y="380619"/>
                  </a:lnTo>
                  <a:lnTo>
                    <a:pt x="370332" y="381095"/>
                  </a:lnTo>
                  <a:lnTo>
                    <a:pt x="370237" y="381381"/>
                  </a:lnTo>
                  <a:lnTo>
                    <a:pt x="370046" y="381572"/>
                  </a:lnTo>
                  <a:lnTo>
                    <a:pt x="369951" y="381762"/>
                  </a:lnTo>
                  <a:lnTo>
                    <a:pt x="369856" y="382238"/>
                  </a:lnTo>
                  <a:lnTo>
                    <a:pt x="369665" y="382810"/>
                  </a:lnTo>
                  <a:lnTo>
                    <a:pt x="369856" y="383286"/>
                  </a:lnTo>
                  <a:lnTo>
                    <a:pt x="370713" y="383477"/>
                  </a:lnTo>
                  <a:lnTo>
                    <a:pt x="371094" y="383857"/>
                  </a:lnTo>
                  <a:lnTo>
                    <a:pt x="371475" y="384239"/>
                  </a:lnTo>
                  <a:lnTo>
                    <a:pt x="371951" y="384429"/>
                  </a:lnTo>
                  <a:lnTo>
                    <a:pt x="372428" y="384429"/>
                  </a:lnTo>
                  <a:lnTo>
                    <a:pt x="374142" y="383762"/>
                  </a:lnTo>
                  <a:lnTo>
                    <a:pt x="374904" y="383857"/>
                  </a:lnTo>
                  <a:lnTo>
                    <a:pt x="375761" y="384810"/>
                  </a:lnTo>
                  <a:lnTo>
                    <a:pt x="376142" y="385858"/>
                  </a:lnTo>
                  <a:lnTo>
                    <a:pt x="376428" y="387096"/>
                  </a:lnTo>
                  <a:lnTo>
                    <a:pt x="376809" y="388144"/>
                  </a:lnTo>
                  <a:lnTo>
                    <a:pt x="377476" y="388715"/>
                  </a:lnTo>
                  <a:lnTo>
                    <a:pt x="377952" y="388620"/>
                  </a:lnTo>
                  <a:lnTo>
                    <a:pt x="378333" y="388239"/>
                  </a:lnTo>
                  <a:lnTo>
                    <a:pt x="378905" y="387286"/>
                  </a:lnTo>
                  <a:lnTo>
                    <a:pt x="379381" y="387001"/>
                  </a:lnTo>
                  <a:lnTo>
                    <a:pt x="379952" y="387001"/>
                  </a:lnTo>
                  <a:lnTo>
                    <a:pt x="387572" y="389477"/>
                  </a:lnTo>
                  <a:lnTo>
                    <a:pt x="391001" y="392430"/>
                  </a:lnTo>
                  <a:lnTo>
                    <a:pt x="392906" y="393573"/>
                  </a:lnTo>
                  <a:lnTo>
                    <a:pt x="397193" y="394335"/>
                  </a:lnTo>
                  <a:lnTo>
                    <a:pt x="399193" y="395192"/>
                  </a:lnTo>
                  <a:lnTo>
                    <a:pt x="400717" y="397288"/>
                  </a:lnTo>
                  <a:lnTo>
                    <a:pt x="402717" y="401479"/>
                  </a:lnTo>
                  <a:lnTo>
                    <a:pt x="405194" y="405194"/>
                  </a:lnTo>
                  <a:lnTo>
                    <a:pt x="410813" y="411956"/>
                  </a:lnTo>
                  <a:lnTo>
                    <a:pt x="411956" y="413766"/>
                  </a:lnTo>
                  <a:lnTo>
                    <a:pt x="413480" y="417767"/>
                  </a:lnTo>
                  <a:lnTo>
                    <a:pt x="414528" y="419672"/>
                  </a:lnTo>
                  <a:lnTo>
                    <a:pt x="416243" y="420624"/>
                  </a:lnTo>
                  <a:lnTo>
                    <a:pt x="424625" y="420434"/>
                  </a:lnTo>
                  <a:lnTo>
                    <a:pt x="431959" y="420338"/>
                  </a:lnTo>
                  <a:lnTo>
                    <a:pt x="443198" y="420148"/>
                  </a:lnTo>
                  <a:lnTo>
                    <a:pt x="449485" y="420053"/>
                  </a:lnTo>
                  <a:lnTo>
                    <a:pt x="454914" y="419957"/>
                  </a:lnTo>
                  <a:lnTo>
                    <a:pt x="457486" y="420434"/>
                  </a:lnTo>
                  <a:lnTo>
                    <a:pt x="459677" y="420719"/>
                  </a:lnTo>
                  <a:lnTo>
                    <a:pt x="460058" y="422910"/>
                  </a:lnTo>
                  <a:lnTo>
                    <a:pt x="460534" y="423958"/>
                  </a:lnTo>
                  <a:lnTo>
                    <a:pt x="460724" y="424529"/>
                  </a:lnTo>
                  <a:lnTo>
                    <a:pt x="460820" y="425386"/>
                  </a:lnTo>
                  <a:lnTo>
                    <a:pt x="460724" y="426148"/>
                  </a:lnTo>
                  <a:lnTo>
                    <a:pt x="460534" y="426911"/>
                  </a:lnTo>
                  <a:lnTo>
                    <a:pt x="460248" y="427577"/>
                  </a:lnTo>
                  <a:lnTo>
                    <a:pt x="459962" y="428053"/>
                  </a:lnTo>
                  <a:lnTo>
                    <a:pt x="459772" y="428720"/>
                  </a:lnTo>
                  <a:lnTo>
                    <a:pt x="459867" y="429482"/>
                  </a:lnTo>
                  <a:lnTo>
                    <a:pt x="460153" y="430435"/>
                  </a:lnTo>
                  <a:lnTo>
                    <a:pt x="459010" y="435673"/>
                  </a:lnTo>
                  <a:lnTo>
                    <a:pt x="458724" y="438912"/>
                  </a:lnTo>
                  <a:lnTo>
                    <a:pt x="459486" y="440817"/>
                  </a:lnTo>
                  <a:lnTo>
                    <a:pt x="459296" y="441103"/>
                  </a:lnTo>
                  <a:lnTo>
                    <a:pt x="459200" y="441293"/>
                  </a:lnTo>
                  <a:lnTo>
                    <a:pt x="459010" y="441769"/>
                  </a:lnTo>
                  <a:lnTo>
                    <a:pt x="459486" y="441960"/>
                  </a:lnTo>
                  <a:lnTo>
                    <a:pt x="459867" y="442341"/>
                  </a:lnTo>
                  <a:lnTo>
                    <a:pt x="460153" y="442722"/>
                  </a:lnTo>
                  <a:lnTo>
                    <a:pt x="460343" y="443103"/>
                  </a:lnTo>
                  <a:lnTo>
                    <a:pt x="460534" y="443770"/>
                  </a:lnTo>
                  <a:lnTo>
                    <a:pt x="460629" y="444436"/>
                  </a:lnTo>
                  <a:lnTo>
                    <a:pt x="460629" y="445961"/>
                  </a:lnTo>
                  <a:lnTo>
                    <a:pt x="460820" y="446627"/>
                  </a:lnTo>
                  <a:lnTo>
                    <a:pt x="461582" y="447865"/>
                  </a:lnTo>
                  <a:lnTo>
                    <a:pt x="462344" y="451866"/>
                  </a:lnTo>
                  <a:lnTo>
                    <a:pt x="462439" y="453866"/>
                  </a:lnTo>
                  <a:lnTo>
                    <a:pt x="462534" y="454247"/>
                  </a:lnTo>
                  <a:lnTo>
                    <a:pt x="462439" y="454628"/>
                  </a:lnTo>
                  <a:lnTo>
                    <a:pt x="461867" y="455390"/>
                  </a:lnTo>
                  <a:lnTo>
                    <a:pt x="461582" y="455867"/>
                  </a:lnTo>
                  <a:lnTo>
                    <a:pt x="461391" y="456438"/>
                  </a:lnTo>
                  <a:lnTo>
                    <a:pt x="461296" y="457105"/>
                  </a:lnTo>
                  <a:lnTo>
                    <a:pt x="461296" y="457676"/>
                  </a:lnTo>
                  <a:lnTo>
                    <a:pt x="461105" y="458343"/>
                  </a:lnTo>
                  <a:lnTo>
                    <a:pt x="460629" y="458629"/>
                  </a:lnTo>
                  <a:lnTo>
                    <a:pt x="460153" y="458819"/>
                  </a:lnTo>
                  <a:lnTo>
                    <a:pt x="459867" y="459105"/>
                  </a:lnTo>
                  <a:lnTo>
                    <a:pt x="459677" y="459867"/>
                  </a:lnTo>
                  <a:lnTo>
                    <a:pt x="459867" y="461201"/>
                  </a:lnTo>
                  <a:lnTo>
                    <a:pt x="459867" y="461772"/>
                  </a:lnTo>
                  <a:lnTo>
                    <a:pt x="459200" y="462439"/>
                  </a:lnTo>
                  <a:lnTo>
                    <a:pt x="458153" y="463296"/>
                  </a:lnTo>
                  <a:lnTo>
                    <a:pt x="457581" y="464058"/>
                  </a:lnTo>
                  <a:lnTo>
                    <a:pt x="458343" y="464344"/>
                  </a:lnTo>
                  <a:lnTo>
                    <a:pt x="459677" y="464534"/>
                  </a:lnTo>
                  <a:lnTo>
                    <a:pt x="460724" y="465106"/>
                  </a:lnTo>
                  <a:lnTo>
                    <a:pt x="461677" y="465963"/>
                  </a:lnTo>
                  <a:lnTo>
                    <a:pt x="462534" y="467011"/>
                  </a:lnTo>
                  <a:lnTo>
                    <a:pt x="463106" y="467868"/>
                  </a:lnTo>
                  <a:lnTo>
                    <a:pt x="463582" y="468916"/>
                  </a:lnTo>
                  <a:lnTo>
                    <a:pt x="463868" y="470059"/>
                  </a:lnTo>
                  <a:lnTo>
                    <a:pt x="464153" y="472345"/>
                  </a:lnTo>
                  <a:lnTo>
                    <a:pt x="464344" y="473297"/>
                  </a:lnTo>
                  <a:lnTo>
                    <a:pt x="464344" y="474345"/>
                  </a:lnTo>
                  <a:lnTo>
                    <a:pt x="463963" y="475774"/>
                  </a:lnTo>
                  <a:lnTo>
                    <a:pt x="464344" y="476250"/>
                  </a:lnTo>
                  <a:lnTo>
                    <a:pt x="464344" y="476917"/>
                  </a:lnTo>
                  <a:lnTo>
                    <a:pt x="463963" y="478441"/>
                  </a:lnTo>
                  <a:lnTo>
                    <a:pt x="463963" y="478822"/>
                  </a:lnTo>
                  <a:lnTo>
                    <a:pt x="463963" y="479965"/>
                  </a:lnTo>
                  <a:lnTo>
                    <a:pt x="463772" y="480441"/>
                  </a:lnTo>
                  <a:lnTo>
                    <a:pt x="463010" y="481108"/>
                  </a:lnTo>
                  <a:lnTo>
                    <a:pt x="462820" y="481489"/>
                  </a:lnTo>
                  <a:lnTo>
                    <a:pt x="462915" y="483203"/>
                  </a:lnTo>
                  <a:lnTo>
                    <a:pt x="463677" y="484632"/>
                  </a:lnTo>
                  <a:lnTo>
                    <a:pt x="464915" y="486632"/>
                  </a:lnTo>
                  <a:lnTo>
                    <a:pt x="465677" y="486347"/>
                  </a:lnTo>
                  <a:lnTo>
                    <a:pt x="468440" y="485775"/>
                  </a:lnTo>
                  <a:lnTo>
                    <a:pt x="468916" y="485775"/>
                  </a:lnTo>
                  <a:lnTo>
                    <a:pt x="469297" y="485965"/>
                  </a:lnTo>
                  <a:lnTo>
                    <a:pt x="469773" y="486442"/>
                  </a:lnTo>
                  <a:lnTo>
                    <a:pt x="469773" y="486632"/>
                  </a:lnTo>
                  <a:lnTo>
                    <a:pt x="469297" y="487394"/>
                  </a:lnTo>
                  <a:lnTo>
                    <a:pt x="469964" y="487966"/>
                  </a:lnTo>
                  <a:lnTo>
                    <a:pt x="470059" y="487966"/>
                  </a:lnTo>
                  <a:lnTo>
                    <a:pt x="470154" y="487966"/>
                  </a:lnTo>
                  <a:lnTo>
                    <a:pt x="471011" y="488728"/>
                  </a:lnTo>
                  <a:lnTo>
                    <a:pt x="471011" y="489014"/>
                  </a:lnTo>
                  <a:lnTo>
                    <a:pt x="470821" y="489680"/>
                  </a:lnTo>
                  <a:lnTo>
                    <a:pt x="470821" y="489966"/>
                  </a:lnTo>
                  <a:lnTo>
                    <a:pt x="471202" y="490442"/>
                  </a:lnTo>
                  <a:lnTo>
                    <a:pt x="471488" y="490823"/>
                  </a:lnTo>
                  <a:lnTo>
                    <a:pt x="471869" y="491109"/>
                  </a:lnTo>
                  <a:lnTo>
                    <a:pt x="472440" y="491204"/>
                  </a:lnTo>
                  <a:lnTo>
                    <a:pt x="472821" y="491395"/>
                  </a:lnTo>
                  <a:lnTo>
                    <a:pt x="473297" y="491585"/>
                  </a:lnTo>
                  <a:lnTo>
                    <a:pt x="476726" y="494728"/>
                  </a:lnTo>
                  <a:lnTo>
                    <a:pt x="479108" y="497395"/>
                  </a:lnTo>
                  <a:lnTo>
                    <a:pt x="482632" y="498824"/>
                  </a:lnTo>
                  <a:lnTo>
                    <a:pt x="489775" y="499872"/>
                  </a:lnTo>
                  <a:lnTo>
                    <a:pt x="492919" y="499586"/>
                  </a:lnTo>
                  <a:lnTo>
                    <a:pt x="499300" y="497395"/>
                  </a:lnTo>
                  <a:lnTo>
                    <a:pt x="502348" y="497491"/>
                  </a:lnTo>
                  <a:lnTo>
                    <a:pt x="503873" y="498253"/>
                  </a:lnTo>
                  <a:lnTo>
                    <a:pt x="505301" y="499205"/>
                  </a:lnTo>
                  <a:lnTo>
                    <a:pt x="510731" y="504539"/>
                  </a:lnTo>
                  <a:lnTo>
                    <a:pt x="512159" y="505492"/>
                  </a:lnTo>
                  <a:lnTo>
                    <a:pt x="515017" y="506730"/>
                  </a:lnTo>
                  <a:lnTo>
                    <a:pt x="515779" y="507492"/>
                  </a:lnTo>
                  <a:lnTo>
                    <a:pt x="516350" y="508540"/>
                  </a:lnTo>
                  <a:lnTo>
                    <a:pt x="516731" y="509683"/>
                  </a:lnTo>
                  <a:lnTo>
                    <a:pt x="516827" y="510826"/>
                  </a:lnTo>
                  <a:lnTo>
                    <a:pt x="516731" y="513398"/>
                  </a:lnTo>
                  <a:lnTo>
                    <a:pt x="517017" y="514350"/>
                  </a:lnTo>
                  <a:lnTo>
                    <a:pt x="517970" y="516636"/>
                  </a:lnTo>
                  <a:lnTo>
                    <a:pt x="518541" y="517303"/>
                  </a:lnTo>
                  <a:lnTo>
                    <a:pt x="519398" y="516827"/>
                  </a:lnTo>
                  <a:lnTo>
                    <a:pt x="524542" y="509873"/>
                  </a:lnTo>
                  <a:lnTo>
                    <a:pt x="526256" y="508254"/>
                  </a:lnTo>
                  <a:lnTo>
                    <a:pt x="527685" y="508159"/>
                  </a:lnTo>
                  <a:lnTo>
                    <a:pt x="531114" y="511397"/>
                  </a:lnTo>
                  <a:lnTo>
                    <a:pt x="531686" y="511683"/>
                  </a:lnTo>
                  <a:lnTo>
                    <a:pt x="532257" y="511683"/>
                  </a:lnTo>
                  <a:lnTo>
                    <a:pt x="532733" y="511493"/>
                  </a:lnTo>
                  <a:lnTo>
                    <a:pt x="533305" y="511493"/>
                  </a:lnTo>
                  <a:lnTo>
                    <a:pt x="534829" y="512159"/>
                  </a:lnTo>
                  <a:lnTo>
                    <a:pt x="535305" y="512255"/>
                  </a:lnTo>
                  <a:lnTo>
                    <a:pt x="536162" y="512064"/>
                  </a:lnTo>
                  <a:lnTo>
                    <a:pt x="539972" y="510445"/>
                  </a:lnTo>
                  <a:lnTo>
                    <a:pt x="540734" y="509969"/>
                  </a:lnTo>
                  <a:lnTo>
                    <a:pt x="541401" y="509302"/>
                  </a:lnTo>
                  <a:lnTo>
                    <a:pt x="542068" y="508349"/>
                  </a:lnTo>
                  <a:lnTo>
                    <a:pt x="543401" y="506920"/>
                  </a:lnTo>
                  <a:lnTo>
                    <a:pt x="546735" y="505301"/>
                  </a:lnTo>
                  <a:lnTo>
                    <a:pt x="546926" y="505206"/>
                  </a:lnTo>
                  <a:lnTo>
                    <a:pt x="551688" y="501396"/>
                  </a:lnTo>
                  <a:lnTo>
                    <a:pt x="555212" y="499682"/>
                  </a:lnTo>
                  <a:lnTo>
                    <a:pt x="556260" y="499396"/>
                  </a:lnTo>
                  <a:lnTo>
                    <a:pt x="558451" y="499205"/>
                  </a:lnTo>
                  <a:lnTo>
                    <a:pt x="559499" y="498919"/>
                  </a:lnTo>
                  <a:lnTo>
                    <a:pt x="560165" y="498157"/>
                  </a:lnTo>
                  <a:lnTo>
                    <a:pt x="560451" y="496919"/>
                  </a:lnTo>
                  <a:lnTo>
                    <a:pt x="560642" y="494443"/>
                  </a:lnTo>
                  <a:lnTo>
                    <a:pt x="561213" y="492443"/>
                  </a:lnTo>
                  <a:lnTo>
                    <a:pt x="561023" y="491776"/>
                  </a:lnTo>
                  <a:lnTo>
                    <a:pt x="560165" y="491014"/>
                  </a:lnTo>
                  <a:lnTo>
                    <a:pt x="559975" y="490252"/>
                  </a:lnTo>
                  <a:lnTo>
                    <a:pt x="559880" y="486918"/>
                  </a:lnTo>
                  <a:lnTo>
                    <a:pt x="559975" y="485965"/>
                  </a:lnTo>
                  <a:lnTo>
                    <a:pt x="561404" y="484632"/>
                  </a:lnTo>
                  <a:lnTo>
                    <a:pt x="565404" y="483298"/>
                  </a:lnTo>
                  <a:lnTo>
                    <a:pt x="566833" y="482251"/>
                  </a:lnTo>
                  <a:lnTo>
                    <a:pt x="567119" y="481679"/>
                  </a:lnTo>
                  <a:lnTo>
                    <a:pt x="567119" y="481203"/>
                  </a:lnTo>
                  <a:lnTo>
                    <a:pt x="566833" y="480822"/>
                  </a:lnTo>
                  <a:lnTo>
                    <a:pt x="565499" y="480346"/>
                  </a:lnTo>
                  <a:lnTo>
                    <a:pt x="565118" y="480060"/>
                  </a:lnTo>
                  <a:lnTo>
                    <a:pt x="564356" y="479107"/>
                  </a:lnTo>
                  <a:lnTo>
                    <a:pt x="561689" y="476631"/>
                  </a:lnTo>
                  <a:lnTo>
                    <a:pt x="561404" y="475774"/>
                  </a:lnTo>
                  <a:lnTo>
                    <a:pt x="561213" y="474631"/>
                  </a:lnTo>
                  <a:lnTo>
                    <a:pt x="560642" y="473773"/>
                  </a:lnTo>
                  <a:lnTo>
                    <a:pt x="560261" y="472916"/>
                  </a:lnTo>
                  <a:lnTo>
                    <a:pt x="560451" y="471773"/>
                  </a:lnTo>
                  <a:lnTo>
                    <a:pt x="561308" y="470916"/>
                  </a:lnTo>
                  <a:lnTo>
                    <a:pt x="562451" y="470630"/>
                  </a:lnTo>
                  <a:lnTo>
                    <a:pt x="573881" y="470916"/>
                  </a:lnTo>
                  <a:lnTo>
                    <a:pt x="578453" y="469964"/>
                  </a:lnTo>
                  <a:lnTo>
                    <a:pt x="582740" y="467963"/>
                  </a:lnTo>
                  <a:lnTo>
                    <a:pt x="583502" y="467297"/>
                  </a:lnTo>
                  <a:lnTo>
                    <a:pt x="584740" y="465582"/>
                  </a:lnTo>
                  <a:lnTo>
                    <a:pt x="585502" y="464820"/>
                  </a:lnTo>
                  <a:lnTo>
                    <a:pt x="586454" y="464248"/>
                  </a:lnTo>
                  <a:lnTo>
                    <a:pt x="587502" y="464058"/>
                  </a:lnTo>
                  <a:lnTo>
                    <a:pt x="593979" y="463677"/>
                  </a:lnTo>
                  <a:lnTo>
                    <a:pt x="596075" y="463106"/>
                  </a:lnTo>
                  <a:lnTo>
                    <a:pt x="601028" y="460248"/>
                  </a:lnTo>
                  <a:lnTo>
                    <a:pt x="602647" y="459772"/>
                  </a:lnTo>
                  <a:lnTo>
                    <a:pt x="603504" y="459677"/>
                  </a:lnTo>
                  <a:lnTo>
                    <a:pt x="604361" y="459581"/>
                  </a:lnTo>
                  <a:lnTo>
                    <a:pt x="605790" y="459867"/>
                  </a:lnTo>
                  <a:lnTo>
                    <a:pt x="610838" y="461867"/>
                  </a:lnTo>
                  <a:lnTo>
                    <a:pt x="610838" y="461010"/>
                  </a:lnTo>
                  <a:lnTo>
                    <a:pt x="610362" y="457962"/>
                  </a:lnTo>
                  <a:lnTo>
                    <a:pt x="610362" y="456819"/>
                  </a:lnTo>
                  <a:lnTo>
                    <a:pt x="610838" y="455771"/>
                  </a:lnTo>
                  <a:lnTo>
                    <a:pt x="611505" y="454914"/>
                  </a:lnTo>
                  <a:lnTo>
                    <a:pt x="615029" y="452247"/>
                  </a:lnTo>
                  <a:lnTo>
                    <a:pt x="616934" y="451294"/>
                  </a:lnTo>
                  <a:lnTo>
                    <a:pt x="618935" y="450914"/>
                  </a:lnTo>
                  <a:lnTo>
                    <a:pt x="621125" y="451294"/>
                  </a:lnTo>
                  <a:lnTo>
                    <a:pt x="621983" y="451676"/>
                  </a:lnTo>
                  <a:lnTo>
                    <a:pt x="622649" y="451866"/>
                  </a:lnTo>
                  <a:lnTo>
                    <a:pt x="623126" y="451390"/>
                  </a:lnTo>
                  <a:lnTo>
                    <a:pt x="623983" y="448818"/>
                  </a:lnTo>
                  <a:lnTo>
                    <a:pt x="624650" y="448056"/>
                  </a:lnTo>
                  <a:lnTo>
                    <a:pt x="625412" y="447485"/>
                  </a:lnTo>
                  <a:lnTo>
                    <a:pt x="626364" y="447103"/>
                  </a:lnTo>
                  <a:lnTo>
                    <a:pt x="630269" y="446246"/>
                  </a:lnTo>
                  <a:lnTo>
                    <a:pt x="632079" y="445580"/>
                  </a:lnTo>
                  <a:lnTo>
                    <a:pt x="633794" y="444151"/>
                  </a:lnTo>
                  <a:lnTo>
                    <a:pt x="634841" y="442817"/>
                  </a:lnTo>
                  <a:lnTo>
                    <a:pt x="638937" y="436436"/>
                  </a:lnTo>
                  <a:lnTo>
                    <a:pt x="639890" y="434149"/>
                  </a:lnTo>
                  <a:lnTo>
                    <a:pt x="640461" y="431768"/>
                  </a:lnTo>
                  <a:lnTo>
                    <a:pt x="640747" y="429197"/>
                  </a:lnTo>
                  <a:lnTo>
                    <a:pt x="640556" y="427863"/>
                  </a:lnTo>
                  <a:lnTo>
                    <a:pt x="639794" y="425386"/>
                  </a:lnTo>
                  <a:lnTo>
                    <a:pt x="639509" y="424053"/>
                  </a:lnTo>
                  <a:lnTo>
                    <a:pt x="639509" y="422719"/>
                  </a:lnTo>
                  <a:lnTo>
                    <a:pt x="639699" y="421386"/>
                  </a:lnTo>
                  <a:lnTo>
                    <a:pt x="640366" y="418814"/>
                  </a:lnTo>
                  <a:lnTo>
                    <a:pt x="641223" y="416719"/>
                  </a:lnTo>
                  <a:lnTo>
                    <a:pt x="646843" y="406336"/>
                  </a:lnTo>
                  <a:lnTo>
                    <a:pt x="648748" y="402812"/>
                  </a:lnTo>
                  <a:lnTo>
                    <a:pt x="649415" y="400622"/>
                  </a:lnTo>
                  <a:lnTo>
                    <a:pt x="649224" y="398050"/>
                  </a:lnTo>
                  <a:lnTo>
                    <a:pt x="648272" y="393097"/>
                  </a:lnTo>
                  <a:lnTo>
                    <a:pt x="648462" y="390525"/>
                  </a:lnTo>
                  <a:lnTo>
                    <a:pt x="649415" y="388811"/>
                  </a:lnTo>
                  <a:lnTo>
                    <a:pt x="650939" y="387668"/>
                  </a:lnTo>
                  <a:lnTo>
                    <a:pt x="660464" y="382524"/>
                  </a:lnTo>
                  <a:lnTo>
                    <a:pt x="664369" y="381190"/>
                  </a:lnTo>
                  <a:lnTo>
                    <a:pt x="686753" y="380619"/>
                  </a:lnTo>
                  <a:lnTo>
                    <a:pt x="687419" y="380619"/>
                  </a:lnTo>
                  <a:lnTo>
                    <a:pt x="689324" y="379667"/>
                  </a:lnTo>
                  <a:lnTo>
                    <a:pt x="691801" y="376333"/>
                  </a:lnTo>
                  <a:lnTo>
                    <a:pt x="693325" y="374809"/>
                  </a:lnTo>
                  <a:lnTo>
                    <a:pt x="693992" y="373856"/>
                  </a:lnTo>
                  <a:lnTo>
                    <a:pt x="694277" y="372523"/>
                  </a:lnTo>
                  <a:lnTo>
                    <a:pt x="694277" y="371094"/>
                  </a:lnTo>
                  <a:lnTo>
                    <a:pt x="693896" y="368236"/>
                  </a:lnTo>
                  <a:lnTo>
                    <a:pt x="694182" y="366713"/>
                  </a:lnTo>
                  <a:lnTo>
                    <a:pt x="694754" y="365284"/>
                  </a:lnTo>
                  <a:lnTo>
                    <a:pt x="695420" y="363950"/>
                  </a:lnTo>
                  <a:lnTo>
                    <a:pt x="695420" y="363950"/>
                  </a:lnTo>
                  <a:lnTo>
                    <a:pt x="695420" y="363950"/>
                  </a:lnTo>
                  <a:lnTo>
                    <a:pt x="695992" y="362903"/>
                  </a:lnTo>
                  <a:lnTo>
                    <a:pt x="696563" y="362236"/>
                  </a:lnTo>
                  <a:lnTo>
                    <a:pt x="697230" y="361855"/>
                  </a:lnTo>
                  <a:lnTo>
                    <a:pt x="698183" y="361664"/>
                  </a:lnTo>
                  <a:lnTo>
                    <a:pt x="700373" y="361664"/>
                  </a:lnTo>
                  <a:lnTo>
                    <a:pt x="701040" y="361093"/>
                  </a:lnTo>
                  <a:lnTo>
                    <a:pt x="701326" y="359378"/>
                  </a:lnTo>
                  <a:lnTo>
                    <a:pt x="701421" y="358426"/>
                  </a:lnTo>
                  <a:lnTo>
                    <a:pt x="702183" y="358807"/>
                  </a:lnTo>
                  <a:lnTo>
                    <a:pt x="703231" y="358997"/>
                  </a:lnTo>
                  <a:lnTo>
                    <a:pt x="703612" y="359283"/>
                  </a:lnTo>
                  <a:lnTo>
                    <a:pt x="704469" y="361283"/>
                  </a:lnTo>
                  <a:lnTo>
                    <a:pt x="704850" y="361950"/>
                  </a:lnTo>
                  <a:lnTo>
                    <a:pt x="705231" y="362331"/>
                  </a:lnTo>
                  <a:lnTo>
                    <a:pt x="706279" y="363093"/>
                  </a:lnTo>
                  <a:lnTo>
                    <a:pt x="718090" y="367570"/>
                  </a:lnTo>
                  <a:lnTo>
                    <a:pt x="719042" y="368427"/>
                  </a:lnTo>
                  <a:lnTo>
                    <a:pt x="720471" y="370427"/>
                  </a:lnTo>
                  <a:lnTo>
                    <a:pt x="721424" y="371285"/>
                  </a:lnTo>
                  <a:lnTo>
                    <a:pt x="722471" y="371856"/>
                  </a:lnTo>
                  <a:lnTo>
                    <a:pt x="723043" y="371951"/>
                  </a:lnTo>
                  <a:lnTo>
                    <a:pt x="724757" y="371856"/>
                  </a:lnTo>
                  <a:lnTo>
                    <a:pt x="725329" y="371951"/>
                  </a:lnTo>
                  <a:lnTo>
                    <a:pt x="726091" y="372618"/>
                  </a:lnTo>
                  <a:lnTo>
                    <a:pt x="726567" y="372713"/>
                  </a:lnTo>
                  <a:lnTo>
                    <a:pt x="727043" y="372999"/>
                  </a:lnTo>
                  <a:lnTo>
                    <a:pt x="727424" y="373190"/>
                  </a:lnTo>
                  <a:lnTo>
                    <a:pt x="728282" y="374047"/>
                  </a:lnTo>
                  <a:lnTo>
                    <a:pt x="729329" y="374809"/>
                  </a:lnTo>
                  <a:lnTo>
                    <a:pt x="730758" y="374904"/>
                  </a:lnTo>
                  <a:lnTo>
                    <a:pt x="734378" y="373666"/>
                  </a:lnTo>
                  <a:lnTo>
                    <a:pt x="735616" y="373475"/>
                  </a:lnTo>
                  <a:lnTo>
                    <a:pt x="736187" y="373761"/>
                  </a:lnTo>
                  <a:lnTo>
                    <a:pt x="736949" y="374904"/>
                  </a:lnTo>
                  <a:lnTo>
                    <a:pt x="737616" y="375190"/>
                  </a:lnTo>
                  <a:lnTo>
                    <a:pt x="738188" y="375094"/>
                  </a:lnTo>
                  <a:lnTo>
                    <a:pt x="738664" y="374714"/>
                  </a:lnTo>
                  <a:lnTo>
                    <a:pt x="739426" y="373856"/>
                  </a:lnTo>
                  <a:lnTo>
                    <a:pt x="740378" y="373094"/>
                  </a:lnTo>
                  <a:lnTo>
                    <a:pt x="741236" y="372523"/>
                  </a:lnTo>
                  <a:lnTo>
                    <a:pt x="739902" y="371475"/>
                  </a:lnTo>
                  <a:lnTo>
                    <a:pt x="739997" y="370237"/>
                  </a:lnTo>
                  <a:lnTo>
                    <a:pt x="740759" y="369094"/>
                  </a:lnTo>
                  <a:lnTo>
                    <a:pt x="741712" y="368046"/>
                  </a:lnTo>
                  <a:lnTo>
                    <a:pt x="742569" y="366713"/>
                  </a:lnTo>
                  <a:lnTo>
                    <a:pt x="742379" y="365665"/>
                  </a:lnTo>
                  <a:lnTo>
                    <a:pt x="741521" y="364807"/>
                  </a:lnTo>
                  <a:lnTo>
                    <a:pt x="740474" y="363950"/>
                  </a:lnTo>
                  <a:lnTo>
                    <a:pt x="739712" y="362045"/>
                  </a:lnTo>
                  <a:lnTo>
                    <a:pt x="739902" y="359664"/>
                  </a:lnTo>
                  <a:lnTo>
                    <a:pt x="741045" y="355187"/>
                  </a:lnTo>
                  <a:lnTo>
                    <a:pt x="741236" y="352520"/>
                  </a:lnTo>
                  <a:lnTo>
                    <a:pt x="740855" y="347282"/>
                  </a:lnTo>
                  <a:lnTo>
                    <a:pt x="741045" y="344710"/>
                  </a:lnTo>
                  <a:lnTo>
                    <a:pt x="742855" y="341471"/>
                  </a:lnTo>
                  <a:lnTo>
                    <a:pt x="745808" y="337661"/>
                  </a:lnTo>
                  <a:lnTo>
                    <a:pt x="747713" y="333851"/>
                  </a:lnTo>
                  <a:lnTo>
                    <a:pt x="747998" y="332613"/>
                  </a:lnTo>
                  <a:close/>
                  <a:moveTo>
                    <a:pt x="33719" y="272606"/>
                  </a:moveTo>
                  <a:lnTo>
                    <a:pt x="33052" y="266986"/>
                  </a:lnTo>
                  <a:lnTo>
                    <a:pt x="32385" y="261556"/>
                  </a:lnTo>
                  <a:lnTo>
                    <a:pt x="32671" y="258794"/>
                  </a:lnTo>
                  <a:lnTo>
                    <a:pt x="34195" y="257651"/>
                  </a:lnTo>
                  <a:lnTo>
                    <a:pt x="34195" y="257365"/>
                  </a:lnTo>
                  <a:lnTo>
                    <a:pt x="34100" y="257175"/>
                  </a:lnTo>
                  <a:lnTo>
                    <a:pt x="33814" y="256699"/>
                  </a:lnTo>
                  <a:lnTo>
                    <a:pt x="32576" y="256889"/>
                  </a:lnTo>
                  <a:lnTo>
                    <a:pt x="31623" y="257842"/>
                  </a:lnTo>
                  <a:lnTo>
                    <a:pt x="31052" y="259175"/>
                  </a:lnTo>
                  <a:lnTo>
                    <a:pt x="30861" y="260699"/>
                  </a:lnTo>
                  <a:lnTo>
                    <a:pt x="30956" y="262223"/>
                  </a:lnTo>
                  <a:lnTo>
                    <a:pt x="31433" y="265367"/>
                  </a:lnTo>
                  <a:lnTo>
                    <a:pt x="31528" y="267176"/>
                  </a:lnTo>
                  <a:lnTo>
                    <a:pt x="31433" y="268986"/>
                  </a:lnTo>
                  <a:lnTo>
                    <a:pt x="31528" y="269653"/>
                  </a:lnTo>
                  <a:lnTo>
                    <a:pt x="31909" y="270701"/>
                  </a:lnTo>
                  <a:lnTo>
                    <a:pt x="32766" y="272510"/>
                  </a:lnTo>
                  <a:lnTo>
                    <a:pt x="34290" y="278320"/>
                  </a:lnTo>
                  <a:lnTo>
                    <a:pt x="34385" y="279940"/>
                  </a:lnTo>
                  <a:lnTo>
                    <a:pt x="34766" y="279940"/>
                  </a:lnTo>
                  <a:lnTo>
                    <a:pt x="34576" y="279368"/>
                  </a:lnTo>
                  <a:lnTo>
                    <a:pt x="34576" y="278987"/>
                  </a:lnTo>
                  <a:lnTo>
                    <a:pt x="34766" y="278130"/>
                  </a:lnTo>
                  <a:lnTo>
                    <a:pt x="33719" y="272606"/>
                  </a:lnTo>
                  <a:close/>
                  <a:moveTo>
                    <a:pt x="54578" y="226219"/>
                  </a:moveTo>
                  <a:lnTo>
                    <a:pt x="55150" y="228410"/>
                  </a:lnTo>
                  <a:lnTo>
                    <a:pt x="55435" y="228981"/>
                  </a:lnTo>
                  <a:lnTo>
                    <a:pt x="56198" y="228981"/>
                  </a:lnTo>
                  <a:lnTo>
                    <a:pt x="57055" y="228505"/>
                  </a:lnTo>
                  <a:lnTo>
                    <a:pt x="57722" y="227743"/>
                  </a:lnTo>
                  <a:lnTo>
                    <a:pt x="58007" y="226886"/>
                  </a:lnTo>
                  <a:lnTo>
                    <a:pt x="56960" y="225266"/>
                  </a:lnTo>
                  <a:lnTo>
                    <a:pt x="56864" y="224885"/>
                  </a:lnTo>
                  <a:lnTo>
                    <a:pt x="56674" y="223361"/>
                  </a:lnTo>
                  <a:lnTo>
                    <a:pt x="56483" y="223742"/>
                  </a:lnTo>
                  <a:lnTo>
                    <a:pt x="56198" y="223742"/>
                  </a:lnTo>
                  <a:lnTo>
                    <a:pt x="55912" y="223456"/>
                  </a:lnTo>
                  <a:lnTo>
                    <a:pt x="55531" y="222980"/>
                  </a:lnTo>
                  <a:lnTo>
                    <a:pt x="54864" y="223266"/>
                  </a:lnTo>
                  <a:lnTo>
                    <a:pt x="54293" y="223838"/>
                  </a:lnTo>
                  <a:lnTo>
                    <a:pt x="54007" y="224599"/>
                  </a:lnTo>
                  <a:lnTo>
                    <a:pt x="54293" y="225552"/>
                  </a:lnTo>
                  <a:lnTo>
                    <a:pt x="54578" y="226219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" name="Freeform: Shape 9">
              <a:extLst>
                <a:ext uri="{FF2B5EF4-FFF2-40B4-BE49-F238E27FC236}">
                  <a16:creationId xmlns:a16="http://schemas.microsoft.com/office/drawing/2014/main" id="{02121DB1-A7CB-3CC9-D035-4454A7518937}"/>
                </a:ext>
              </a:extLst>
            </p:cNvPr>
            <p:cNvSpPr/>
            <p:nvPr/>
          </p:nvSpPr>
          <p:spPr>
            <a:xfrm>
              <a:off x="5944076" y="3800760"/>
              <a:ext cx="438150" cy="790575"/>
            </a:xfrm>
            <a:custGeom>
              <a:avLst/>
              <a:gdLst>
                <a:gd name="connsiteX0" fmla="*/ 92012 w 438150"/>
                <a:gd name="connsiteY0" fmla="*/ 691420 h 790575"/>
                <a:gd name="connsiteX1" fmla="*/ 90011 w 438150"/>
                <a:gd name="connsiteY1" fmla="*/ 691134 h 790575"/>
                <a:gd name="connsiteX2" fmla="*/ 88868 w 438150"/>
                <a:gd name="connsiteY2" fmla="*/ 691801 h 790575"/>
                <a:gd name="connsiteX3" fmla="*/ 90202 w 438150"/>
                <a:gd name="connsiteY3" fmla="*/ 693992 h 790575"/>
                <a:gd name="connsiteX4" fmla="*/ 90488 w 438150"/>
                <a:gd name="connsiteY4" fmla="*/ 694182 h 790575"/>
                <a:gd name="connsiteX5" fmla="*/ 90869 w 438150"/>
                <a:gd name="connsiteY5" fmla="*/ 694372 h 790575"/>
                <a:gd name="connsiteX6" fmla="*/ 91154 w 438150"/>
                <a:gd name="connsiteY6" fmla="*/ 694563 h 790575"/>
                <a:gd name="connsiteX7" fmla="*/ 91250 w 438150"/>
                <a:gd name="connsiteY7" fmla="*/ 694849 h 790575"/>
                <a:gd name="connsiteX8" fmla="*/ 91440 w 438150"/>
                <a:gd name="connsiteY8" fmla="*/ 695135 h 790575"/>
                <a:gd name="connsiteX9" fmla="*/ 91821 w 438150"/>
                <a:gd name="connsiteY9" fmla="*/ 695420 h 790575"/>
                <a:gd name="connsiteX10" fmla="*/ 92297 w 438150"/>
                <a:gd name="connsiteY10" fmla="*/ 695515 h 790575"/>
                <a:gd name="connsiteX11" fmla="*/ 92774 w 438150"/>
                <a:gd name="connsiteY11" fmla="*/ 695420 h 790575"/>
                <a:gd name="connsiteX12" fmla="*/ 93154 w 438150"/>
                <a:gd name="connsiteY12" fmla="*/ 694849 h 790575"/>
                <a:gd name="connsiteX13" fmla="*/ 93345 w 438150"/>
                <a:gd name="connsiteY13" fmla="*/ 693896 h 790575"/>
                <a:gd name="connsiteX14" fmla="*/ 93345 w 438150"/>
                <a:gd name="connsiteY14" fmla="*/ 692848 h 790575"/>
                <a:gd name="connsiteX15" fmla="*/ 93154 w 438150"/>
                <a:gd name="connsiteY15" fmla="*/ 692182 h 790575"/>
                <a:gd name="connsiteX16" fmla="*/ 92012 w 438150"/>
                <a:gd name="connsiteY16" fmla="*/ 691420 h 790575"/>
                <a:gd name="connsiteX17" fmla="*/ 99155 w 438150"/>
                <a:gd name="connsiteY17" fmla="*/ 749046 h 790575"/>
                <a:gd name="connsiteX18" fmla="*/ 97441 w 438150"/>
                <a:gd name="connsiteY18" fmla="*/ 749141 h 790575"/>
                <a:gd name="connsiteX19" fmla="*/ 97822 w 438150"/>
                <a:gd name="connsiteY19" fmla="*/ 749141 h 790575"/>
                <a:gd name="connsiteX20" fmla="*/ 96869 w 438150"/>
                <a:gd name="connsiteY20" fmla="*/ 749332 h 790575"/>
                <a:gd name="connsiteX21" fmla="*/ 96393 w 438150"/>
                <a:gd name="connsiteY21" fmla="*/ 749998 h 790575"/>
                <a:gd name="connsiteX22" fmla="*/ 95917 w 438150"/>
                <a:gd name="connsiteY22" fmla="*/ 750475 h 790575"/>
                <a:gd name="connsiteX23" fmla="*/ 94964 w 438150"/>
                <a:gd name="connsiteY23" fmla="*/ 750284 h 790575"/>
                <a:gd name="connsiteX24" fmla="*/ 95821 w 438150"/>
                <a:gd name="connsiteY24" fmla="*/ 751046 h 790575"/>
                <a:gd name="connsiteX25" fmla="*/ 96965 w 438150"/>
                <a:gd name="connsiteY25" fmla="*/ 751332 h 790575"/>
                <a:gd name="connsiteX26" fmla="*/ 98108 w 438150"/>
                <a:gd name="connsiteY26" fmla="*/ 751142 h 790575"/>
                <a:gd name="connsiteX27" fmla="*/ 99727 w 438150"/>
                <a:gd name="connsiteY27" fmla="*/ 750094 h 790575"/>
                <a:gd name="connsiteX28" fmla="*/ 100298 w 438150"/>
                <a:gd name="connsiteY28" fmla="*/ 749903 h 790575"/>
                <a:gd name="connsiteX29" fmla="*/ 100394 w 438150"/>
                <a:gd name="connsiteY29" fmla="*/ 749618 h 790575"/>
                <a:gd name="connsiteX30" fmla="*/ 99727 w 438150"/>
                <a:gd name="connsiteY30" fmla="*/ 749141 h 790575"/>
                <a:gd name="connsiteX31" fmla="*/ 99155 w 438150"/>
                <a:gd name="connsiteY31" fmla="*/ 749046 h 790575"/>
                <a:gd name="connsiteX32" fmla="*/ 26956 w 438150"/>
                <a:gd name="connsiteY32" fmla="*/ 598742 h 790575"/>
                <a:gd name="connsiteX33" fmla="*/ 26384 w 438150"/>
                <a:gd name="connsiteY33" fmla="*/ 598265 h 790575"/>
                <a:gd name="connsiteX34" fmla="*/ 26003 w 438150"/>
                <a:gd name="connsiteY34" fmla="*/ 598265 h 790575"/>
                <a:gd name="connsiteX35" fmla="*/ 25622 w 438150"/>
                <a:gd name="connsiteY35" fmla="*/ 598456 h 790575"/>
                <a:gd name="connsiteX36" fmla="*/ 25337 w 438150"/>
                <a:gd name="connsiteY36" fmla="*/ 598742 h 790575"/>
                <a:gd name="connsiteX37" fmla="*/ 25241 w 438150"/>
                <a:gd name="connsiteY37" fmla="*/ 599122 h 790575"/>
                <a:gd name="connsiteX38" fmla="*/ 25527 w 438150"/>
                <a:gd name="connsiteY38" fmla="*/ 599504 h 790575"/>
                <a:gd name="connsiteX39" fmla="*/ 27242 w 438150"/>
                <a:gd name="connsiteY39" fmla="*/ 600837 h 790575"/>
                <a:gd name="connsiteX40" fmla="*/ 27432 w 438150"/>
                <a:gd name="connsiteY40" fmla="*/ 600265 h 790575"/>
                <a:gd name="connsiteX41" fmla="*/ 27337 w 438150"/>
                <a:gd name="connsiteY41" fmla="*/ 599408 h 790575"/>
                <a:gd name="connsiteX42" fmla="*/ 26956 w 438150"/>
                <a:gd name="connsiteY42" fmla="*/ 598742 h 790575"/>
                <a:gd name="connsiteX43" fmla="*/ 108585 w 438150"/>
                <a:gd name="connsiteY43" fmla="*/ 713232 h 790575"/>
                <a:gd name="connsiteX44" fmla="*/ 107823 w 438150"/>
                <a:gd name="connsiteY44" fmla="*/ 712756 h 790575"/>
                <a:gd name="connsiteX45" fmla="*/ 106775 w 438150"/>
                <a:gd name="connsiteY45" fmla="*/ 712280 h 790575"/>
                <a:gd name="connsiteX46" fmla="*/ 106394 w 438150"/>
                <a:gd name="connsiteY46" fmla="*/ 713518 h 790575"/>
                <a:gd name="connsiteX47" fmla="*/ 106394 w 438150"/>
                <a:gd name="connsiteY47" fmla="*/ 716185 h 790575"/>
                <a:gd name="connsiteX48" fmla="*/ 106680 w 438150"/>
                <a:gd name="connsiteY48" fmla="*/ 716566 h 790575"/>
                <a:gd name="connsiteX49" fmla="*/ 107252 w 438150"/>
                <a:gd name="connsiteY49" fmla="*/ 715994 h 790575"/>
                <a:gd name="connsiteX50" fmla="*/ 108014 w 438150"/>
                <a:gd name="connsiteY50" fmla="*/ 714756 h 790575"/>
                <a:gd name="connsiteX51" fmla="*/ 108490 w 438150"/>
                <a:gd name="connsiteY51" fmla="*/ 714470 h 790575"/>
                <a:gd name="connsiteX52" fmla="*/ 109061 w 438150"/>
                <a:gd name="connsiteY52" fmla="*/ 714280 h 790575"/>
                <a:gd name="connsiteX53" fmla="*/ 109728 w 438150"/>
                <a:gd name="connsiteY53" fmla="*/ 714185 h 790575"/>
                <a:gd name="connsiteX54" fmla="*/ 110395 w 438150"/>
                <a:gd name="connsiteY54" fmla="*/ 714280 h 790575"/>
                <a:gd name="connsiteX55" fmla="*/ 110014 w 438150"/>
                <a:gd name="connsiteY55" fmla="*/ 713613 h 790575"/>
                <a:gd name="connsiteX56" fmla="*/ 108585 w 438150"/>
                <a:gd name="connsiteY56" fmla="*/ 713232 h 790575"/>
                <a:gd name="connsiteX57" fmla="*/ 91059 w 438150"/>
                <a:gd name="connsiteY57" fmla="*/ 698468 h 790575"/>
                <a:gd name="connsiteX58" fmla="*/ 90488 w 438150"/>
                <a:gd name="connsiteY58" fmla="*/ 696563 h 790575"/>
                <a:gd name="connsiteX59" fmla="*/ 90488 w 438150"/>
                <a:gd name="connsiteY59" fmla="*/ 694658 h 790575"/>
                <a:gd name="connsiteX60" fmla="*/ 89916 w 438150"/>
                <a:gd name="connsiteY60" fmla="*/ 694372 h 790575"/>
                <a:gd name="connsiteX61" fmla="*/ 88297 w 438150"/>
                <a:gd name="connsiteY61" fmla="*/ 692848 h 790575"/>
                <a:gd name="connsiteX62" fmla="*/ 87916 w 438150"/>
                <a:gd name="connsiteY62" fmla="*/ 692848 h 790575"/>
                <a:gd name="connsiteX63" fmla="*/ 87821 w 438150"/>
                <a:gd name="connsiteY63" fmla="*/ 693039 h 790575"/>
                <a:gd name="connsiteX64" fmla="*/ 87725 w 438150"/>
                <a:gd name="connsiteY64" fmla="*/ 693134 h 790575"/>
                <a:gd name="connsiteX65" fmla="*/ 87630 w 438150"/>
                <a:gd name="connsiteY65" fmla="*/ 693134 h 790575"/>
                <a:gd name="connsiteX66" fmla="*/ 87535 w 438150"/>
                <a:gd name="connsiteY66" fmla="*/ 693230 h 790575"/>
                <a:gd name="connsiteX67" fmla="*/ 87916 w 438150"/>
                <a:gd name="connsiteY67" fmla="*/ 693992 h 790575"/>
                <a:gd name="connsiteX68" fmla="*/ 88011 w 438150"/>
                <a:gd name="connsiteY68" fmla="*/ 694849 h 790575"/>
                <a:gd name="connsiteX69" fmla="*/ 87916 w 438150"/>
                <a:gd name="connsiteY69" fmla="*/ 696659 h 790575"/>
                <a:gd name="connsiteX70" fmla="*/ 88106 w 438150"/>
                <a:gd name="connsiteY70" fmla="*/ 697135 h 790575"/>
                <a:gd name="connsiteX71" fmla="*/ 89440 w 438150"/>
                <a:gd name="connsiteY71" fmla="*/ 700183 h 790575"/>
                <a:gd name="connsiteX72" fmla="*/ 90488 w 438150"/>
                <a:gd name="connsiteY72" fmla="*/ 701421 h 790575"/>
                <a:gd name="connsiteX73" fmla="*/ 91726 w 438150"/>
                <a:gd name="connsiteY73" fmla="*/ 702088 h 790575"/>
                <a:gd name="connsiteX74" fmla="*/ 92678 w 438150"/>
                <a:gd name="connsiteY74" fmla="*/ 701421 h 790575"/>
                <a:gd name="connsiteX75" fmla="*/ 91821 w 438150"/>
                <a:gd name="connsiteY75" fmla="*/ 700183 h 790575"/>
                <a:gd name="connsiteX76" fmla="*/ 91059 w 438150"/>
                <a:gd name="connsiteY76" fmla="*/ 698468 h 790575"/>
                <a:gd name="connsiteX77" fmla="*/ 28385 w 438150"/>
                <a:gd name="connsiteY77" fmla="*/ 596265 h 790575"/>
                <a:gd name="connsiteX78" fmla="*/ 27146 w 438150"/>
                <a:gd name="connsiteY78" fmla="*/ 595979 h 790575"/>
                <a:gd name="connsiteX79" fmla="*/ 26194 w 438150"/>
                <a:gd name="connsiteY79" fmla="*/ 596646 h 790575"/>
                <a:gd name="connsiteX80" fmla="*/ 26003 w 438150"/>
                <a:gd name="connsiteY80" fmla="*/ 597694 h 790575"/>
                <a:gd name="connsiteX81" fmla="*/ 27051 w 438150"/>
                <a:gd name="connsiteY81" fmla="*/ 598551 h 790575"/>
                <a:gd name="connsiteX82" fmla="*/ 27051 w 438150"/>
                <a:gd name="connsiteY82" fmla="*/ 597694 h 790575"/>
                <a:gd name="connsiteX83" fmla="*/ 27432 w 438150"/>
                <a:gd name="connsiteY83" fmla="*/ 597598 h 790575"/>
                <a:gd name="connsiteX84" fmla="*/ 27908 w 438150"/>
                <a:gd name="connsiteY84" fmla="*/ 597789 h 790575"/>
                <a:gd name="connsiteX85" fmla="*/ 28289 w 438150"/>
                <a:gd name="connsiteY85" fmla="*/ 597789 h 790575"/>
                <a:gd name="connsiteX86" fmla="*/ 28480 w 438150"/>
                <a:gd name="connsiteY86" fmla="*/ 597503 h 790575"/>
                <a:gd name="connsiteX87" fmla="*/ 28575 w 438150"/>
                <a:gd name="connsiteY87" fmla="*/ 597027 h 790575"/>
                <a:gd name="connsiteX88" fmla="*/ 28575 w 438150"/>
                <a:gd name="connsiteY88" fmla="*/ 596646 h 790575"/>
                <a:gd name="connsiteX89" fmla="*/ 28385 w 438150"/>
                <a:gd name="connsiteY89" fmla="*/ 596265 h 790575"/>
                <a:gd name="connsiteX90" fmla="*/ 56579 w 438150"/>
                <a:gd name="connsiteY90" fmla="*/ 678371 h 790575"/>
                <a:gd name="connsiteX91" fmla="*/ 56388 w 438150"/>
                <a:gd name="connsiteY91" fmla="*/ 678561 h 790575"/>
                <a:gd name="connsiteX92" fmla="*/ 56102 w 438150"/>
                <a:gd name="connsiteY92" fmla="*/ 678847 h 790575"/>
                <a:gd name="connsiteX93" fmla="*/ 55912 w 438150"/>
                <a:gd name="connsiteY93" fmla="*/ 679132 h 790575"/>
                <a:gd name="connsiteX94" fmla="*/ 55436 w 438150"/>
                <a:gd name="connsiteY94" fmla="*/ 678371 h 790575"/>
                <a:gd name="connsiteX95" fmla="*/ 55054 w 438150"/>
                <a:gd name="connsiteY95" fmla="*/ 677418 h 790575"/>
                <a:gd name="connsiteX96" fmla="*/ 54864 w 438150"/>
                <a:gd name="connsiteY96" fmla="*/ 676370 h 790575"/>
                <a:gd name="connsiteX97" fmla="*/ 54864 w 438150"/>
                <a:gd name="connsiteY97" fmla="*/ 675418 h 790575"/>
                <a:gd name="connsiteX98" fmla="*/ 55054 w 438150"/>
                <a:gd name="connsiteY98" fmla="*/ 674942 h 790575"/>
                <a:gd name="connsiteX99" fmla="*/ 55340 w 438150"/>
                <a:gd name="connsiteY99" fmla="*/ 674656 h 790575"/>
                <a:gd name="connsiteX100" fmla="*/ 55626 w 438150"/>
                <a:gd name="connsiteY100" fmla="*/ 674465 h 790575"/>
                <a:gd name="connsiteX101" fmla="*/ 55817 w 438150"/>
                <a:gd name="connsiteY101" fmla="*/ 674275 h 790575"/>
                <a:gd name="connsiteX102" fmla="*/ 55912 w 438150"/>
                <a:gd name="connsiteY102" fmla="*/ 673894 h 790575"/>
                <a:gd name="connsiteX103" fmla="*/ 55817 w 438150"/>
                <a:gd name="connsiteY103" fmla="*/ 672941 h 790575"/>
                <a:gd name="connsiteX104" fmla="*/ 55817 w 438150"/>
                <a:gd name="connsiteY104" fmla="*/ 672560 h 790575"/>
                <a:gd name="connsiteX105" fmla="*/ 56483 w 438150"/>
                <a:gd name="connsiteY105" fmla="*/ 671322 h 790575"/>
                <a:gd name="connsiteX106" fmla="*/ 56864 w 438150"/>
                <a:gd name="connsiteY106" fmla="*/ 670465 h 790575"/>
                <a:gd name="connsiteX107" fmla="*/ 56864 w 438150"/>
                <a:gd name="connsiteY107" fmla="*/ 669607 h 790575"/>
                <a:gd name="connsiteX108" fmla="*/ 56483 w 438150"/>
                <a:gd name="connsiteY108" fmla="*/ 668941 h 790575"/>
                <a:gd name="connsiteX109" fmla="*/ 56007 w 438150"/>
                <a:gd name="connsiteY109" fmla="*/ 668750 h 790575"/>
                <a:gd name="connsiteX110" fmla="*/ 55531 w 438150"/>
                <a:gd name="connsiteY110" fmla="*/ 669036 h 790575"/>
                <a:gd name="connsiteX111" fmla="*/ 55150 w 438150"/>
                <a:gd name="connsiteY111" fmla="*/ 669703 h 790575"/>
                <a:gd name="connsiteX112" fmla="*/ 54293 w 438150"/>
                <a:gd name="connsiteY112" fmla="*/ 669036 h 790575"/>
                <a:gd name="connsiteX113" fmla="*/ 53531 w 438150"/>
                <a:gd name="connsiteY113" fmla="*/ 668274 h 790575"/>
                <a:gd name="connsiteX114" fmla="*/ 52769 w 438150"/>
                <a:gd name="connsiteY114" fmla="*/ 667893 h 790575"/>
                <a:gd name="connsiteX115" fmla="*/ 52197 w 438150"/>
                <a:gd name="connsiteY115" fmla="*/ 668369 h 790575"/>
                <a:gd name="connsiteX116" fmla="*/ 51911 w 438150"/>
                <a:gd name="connsiteY116" fmla="*/ 668369 h 790575"/>
                <a:gd name="connsiteX117" fmla="*/ 51530 w 438150"/>
                <a:gd name="connsiteY117" fmla="*/ 665893 h 790575"/>
                <a:gd name="connsiteX118" fmla="*/ 51245 w 438150"/>
                <a:gd name="connsiteY118" fmla="*/ 665131 h 790575"/>
                <a:gd name="connsiteX119" fmla="*/ 50768 w 438150"/>
                <a:gd name="connsiteY119" fmla="*/ 664655 h 790575"/>
                <a:gd name="connsiteX120" fmla="*/ 50292 w 438150"/>
                <a:gd name="connsiteY120" fmla="*/ 664273 h 790575"/>
                <a:gd name="connsiteX121" fmla="*/ 49816 w 438150"/>
                <a:gd name="connsiteY121" fmla="*/ 664178 h 790575"/>
                <a:gd name="connsiteX122" fmla="*/ 49435 w 438150"/>
                <a:gd name="connsiteY122" fmla="*/ 664369 h 790575"/>
                <a:gd name="connsiteX123" fmla="*/ 49054 w 438150"/>
                <a:gd name="connsiteY123" fmla="*/ 664083 h 790575"/>
                <a:gd name="connsiteX124" fmla="*/ 48863 w 438150"/>
                <a:gd name="connsiteY124" fmla="*/ 663988 h 790575"/>
                <a:gd name="connsiteX125" fmla="*/ 48578 w 438150"/>
                <a:gd name="connsiteY125" fmla="*/ 663988 h 790575"/>
                <a:gd name="connsiteX126" fmla="*/ 48959 w 438150"/>
                <a:gd name="connsiteY126" fmla="*/ 666083 h 790575"/>
                <a:gd name="connsiteX127" fmla="*/ 49054 w 438150"/>
                <a:gd name="connsiteY127" fmla="*/ 667226 h 790575"/>
                <a:gd name="connsiteX128" fmla="*/ 48959 w 438150"/>
                <a:gd name="connsiteY128" fmla="*/ 668369 h 790575"/>
                <a:gd name="connsiteX129" fmla="*/ 48768 w 438150"/>
                <a:gd name="connsiteY129" fmla="*/ 668941 h 790575"/>
                <a:gd name="connsiteX130" fmla="*/ 48387 w 438150"/>
                <a:gd name="connsiteY130" fmla="*/ 669798 h 790575"/>
                <a:gd name="connsiteX131" fmla="*/ 48292 w 438150"/>
                <a:gd name="connsiteY131" fmla="*/ 670179 h 790575"/>
                <a:gd name="connsiteX132" fmla="*/ 48292 w 438150"/>
                <a:gd name="connsiteY132" fmla="*/ 670560 h 790575"/>
                <a:gd name="connsiteX133" fmla="*/ 48387 w 438150"/>
                <a:gd name="connsiteY133" fmla="*/ 672465 h 790575"/>
                <a:gd name="connsiteX134" fmla="*/ 48578 w 438150"/>
                <a:gd name="connsiteY134" fmla="*/ 673513 h 790575"/>
                <a:gd name="connsiteX135" fmla="*/ 48578 w 438150"/>
                <a:gd name="connsiteY135" fmla="*/ 674084 h 790575"/>
                <a:gd name="connsiteX136" fmla="*/ 48387 w 438150"/>
                <a:gd name="connsiteY136" fmla="*/ 674561 h 790575"/>
                <a:gd name="connsiteX137" fmla="*/ 48006 w 438150"/>
                <a:gd name="connsiteY137" fmla="*/ 675037 h 790575"/>
                <a:gd name="connsiteX138" fmla="*/ 47816 w 438150"/>
                <a:gd name="connsiteY138" fmla="*/ 675608 h 790575"/>
                <a:gd name="connsiteX139" fmla="*/ 48101 w 438150"/>
                <a:gd name="connsiteY139" fmla="*/ 676180 h 790575"/>
                <a:gd name="connsiteX140" fmla="*/ 48196 w 438150"/>
                <a:gd name="connsiteY140" fmla="*/ 676656 h 790575"/>
                <a:gd name="connsiteX141" fmla="*/ 47816 w 438150"/>
                <a:gd name="connsiteY141" fmla="*/ 677037 h 790575"/>
                <a:gd name="connsiteX142" fmla="*/ 47339 w 438150"/>
                <a:gd name="connsiteY142" fmla="*/ 677418 h 790575"/>
                <a:gd name="connsiteX143" fmla="*/ 47149 w 438150"/>
                <a:gd name="connsiteY143" fmla="*/ 677989 h 790575"/>
                <a:gd name="connsiteX144" fmla="*/ 47339 w 438150"/>
                <a:gd name="connsiteY144" fmla="*/ 678085 h 790575"/>
                <a:gd name="connsiteX145" fmla="*/ 48292 w 438150"/>
                <a:gd name="connsiteY145" fmla="*/ 678371 h 790575"/>
                <a:gd name="connsiteX146" fmla="*/ 48578 w 438150"/>
                <a:gd name="connsiteY146" fmla="*/ 678561 h 790575"/>
                <a:gd name="connsiteX147" fmla="*/ 48768 w 438150"/>
                <a:gd name="connsiteY147" fmla="*/ 679323 h 790575"/>
                <a:gd name="connsiteX148" fmla="*/ 48483 w 438150"/>
                <a:gd name="connsiteY148" fmla="*/ 679704 h 790575"/>
                <a:gd name="connsiteX149" fmla="*/ 48101 w 438150"/>
                <a:gd name="connsiteY149" fmla="*/ 679895 h 790575"/>
                <a:gd name="connsiteX150" fmla="*/ 47911 w 438150"/>
                <a:gd name="connsiteY150" fmla="*/ 680085 h 790575"/>
                <a:gd name="connsiteX151" fmla="*/ 48006 w 438150"/>
                <a:gd name="connsiteY151" fmla="*/ 680656 h 790575"/>
                <a:gd name="connsiteX152" fmla="*/ 48196 w 438150"/>
                <a:gd name="connsiteY152" fmla="*/ 681133 h 790575"/>
                <a:gd name="connsiteX153" fmla="*/ 48483 w 438150"/>
                <a:gd name="connsiteY153" fmla="*/ 681514 h 790575"/>
                <a:gd name="connsiteX154" fmla="*/ 48673 w 438150"/>
                <a:gd name="connsiteY154" fmla="*/ 681895 h 790575"/>
                <a:gd name="connsiteX155" fmla="*/ 48959 w 438150"/>
                <a:gd name="connsiteY155" fmla="*/ 685324 h 790575"/>
                <a:gd name="connsiteX156" fmla="*/ 49244 w 438150"/>
                <a:gd name="connsiteY156" fmla="*/ 686086 h 790575"/>
                <a:gd name="connsiteX157" fmla="*/ 50197 w 438150"/>
                <a:gd name="connsiteY157" fmla="*/ 686562 h 790575"/>
                <a:gd name="connsiteX158" fmla="*/ 50959 w 438150"/>
                <a:gd name="connsiteY158" fmla="*/ 686372 h 790575"/>
                <a:gd name="connsiteX159" fmla="*/ 51435 w 438150"/>
                <a:gd name="connsiteY159" fmla="*/ 685610 h 790575"/>
                <a:gd name="connsiteX160" fmla="*/ 51626 w 438150"/>
                <a:gd name="connsiteY160" fmla="*/ 684276 h 790575"/>
                <a:gd name="connsiteX161" fmla="*/ 52007 w 438150"/>
                <a:gd name="connsiteY161" fmla="*/ 683133 h 790575"/>
                <a:gd name="connsiteX162" fmla="*/ 52959 w 438150"/>
                <a:gd name="connsiteY162" fmla="*/ 683133 h 790575"/>
                <a:gd name="connsiteX163" fmla="*/ 54864 w 438150"/>
                <a:gd name="connsiteY163" fmla="*/ 684086 h 790575"/>
                <a:gd name="connsiteX164" fmla="*/ 54674 w 438150"/>
                <a:gd name="connsiteY164" fmla="*/ 682180 h 790575"/>
                <a:gd name="connsiteX165" fmla="*/ 54864 w 438150"/>
                <a:gd name="connsiteY165" fmla="*/ 681419 h 790575"/>
                <a:gd name="connsiteX166" fmla="*/ 56579 w 438150"/>
                <a:gd name="connsiteY166" fmla="*/ 680847 h 790575"/>
                <a:gd name="connsiteX167" fmla="*/ 56960 w 438150"/>
                <a:gd name="connsiteY167" fmla="*/ 680276 h 790575"/>
                <a:gd name="connsiteX168" fmla="*/ 56960 w 438150"/>
                <a:gd name="connsiteY168" fmla="*/ 679418 h 790575"/>
                <a:gd name="connsiteX169" fmla="*/ 56579 w 438150"/>
                <a:gd name="connsiteY169" fmla="*/ 678371 h 790575"/>
                <a:gd name="connsiteX170" fmla="*/ 67342 w 438150"/>
                <a:gd name="connsiteY170" fmla="*/ 664178 h 790575"/>
                <a:gd name="connsiteX171" fmla="*/ 67151 w 438150"/>
                <a:gd name="connsiteY171" fmla="*/ 663988 h 790575"/>
                <a:gd name="connsiteX172" fmla="*/ 66770 w 438150"/>
                <a:gd name="connsiteY172" fmla="*/ 663893 h 790575"/>
                <a:gd name="connsiteX173" fmla="*/ 66389 w 438150"/>
                <a:gd name="connsiteY173" fmla="*/ 664750 h 790575"/>
                <a:gd name="connsiteX174" fmla="*/ 65627 w 438150"/>
                <a:gd name="connsiteY174" fmla="*/ 665512 h 790575"/>
                <a:gd name="connsiteX175" fmla="*/ 65151 w 438150"/>
                <a:gd name="connsiteY175" fmla="*/ 666274 h 790575"/>
                <a:gd name="connsiteX176" fmla="*/ 65342 w 438150"/>
                <a:gd name="connsiteY176" fmla="*/ 667131 h 790575"/>
                <a:gd name="connsiteX177" fmla="*/ 64199 w 438150"/>
                <a:gd name="connsiteY177" fmla="*/ 667417 h 790575"/>
                <a:gd name="connsiteX178" fmla="*/ 63913 w 438150"/>
                <a:gd name="connsiteY178" fmla="*/ 667703 h 790575"/>
                <a:gd name="connsiteX179" fmla="*/ 64389 w 438150"/>
                <a:gd name="connsiteY179" fmla="*/ 668369 h 790575"/>
                <a:gd name="connsiteX180" fmla="*/ 64770 w 438150"/>
                <a:gd name="connsiteY180" fmla="*/ 668560 h 790575"/>
                <a:gd name="connsiteX181" fmla="*/ 66485 w 438150"/>
                <a:gd name="connsiteY181" fmla="*/ 669227 h 790575"/>
                <a:gd name="connsiteX182" fmla="*/ 66485 w 438150"/>
                <a:gd name="connsiteY182" fmla="*/ 668560 h 790575"/>
                <a:gd name="connsiteX183" fmla="*/ 67342 w 438150"/>
                <a:gd name="connsiteY183" fmla="*/ 664940 h 790575"/>
                <a:gd name="connsiteX184" fmla="*/ 67342 w 438150"/>
                <a:gd name="connsiteY184" fmla="*/ 664559 h 790575"/>
                <a:gd name="connsiteX185" fmla="*/ 67342 w 438150"/>
                <a:gd name="connsiteY185" fmla="*/ 664178 h 790575"/>
                <a:gd name="connsiteX186" fmla="*/ 122396 w 438150"/>
                <a:gd name="connsiteY186" fmla="*/ 746570 h 790575"/>
                <a:gd name="connsiteX187" fmla="*/ 122396 w 438150"/>
                <a:gd name="connsiteY187" fmla="*/ 743998 h 790575"/>
                <a:gd name="connsiteX188" fmla="*/ 121158 w 438150"/>
                <a:gd name="connsiteY188" fmla="*/ 741331 h 790575"/>
                <a:gd name="connsiteX189" fmla="*/ 120777 w 438150"/>
                <a:gd name="connsiteY189" fmla="*/ 741617 h 790575"/>
                <a:gd name="connsiteX190" fmla="*/ 120587 w 438150"/>
                <a:gd name="connsiteY190" fmla="*/ 742569 h 790575"/>
                <a:gd name="connsiteX191" fmla="*/ 120491 w 438150"/>
                <a:gd name="connsiteY191" fmla="*/ 743522 h 790575"/>
                <a:gd name="connsiteX192" fmla="*/ 120396 w 438150"/>
                <a:gd name="connsiteY192" fmla="*/ 743998 h 790575"/>
                <a:gd name="connsiteX193" fmla="*/ 120110 w 438150"/>
                <a:gd name="connsiteY193" fmla="*/ 744188 h 790575"/>
                <a:gd name="connsiteX194" fmla="*/ 119729 w 438150"/>
                <a:gd name="connsiteY194" fmla="*/ 744379 h 790575"/>
                <a:gd name="connsiteX195" fmla="*/ 119444 w 438150"/>
                <a:gd name="connsiteY195" fmla="*/ 744760 h 790575"/>
                <a:gd name="connsiteX196" fmla="*/ 119444 w 438150"/>
                <a:gd name="connsiteY196" fmla="*/ 745046 h 790575"/>
                <a:gd name="connsiteX197" fmla="*/ 119539 w 438150"/>
                <a:gd name="connsiteY197" fmla="*/ 745998 h 790575"/>
                <a:gd name="connsiteX198" fmla="*/ 119444 w 438150"/>
                <a:gd name="connsiteY198" fmla="*/ 746570 h 790575"/>
                <a:gd name="connsiteX199" fmla="*/ 118967 w 438150"/>
                <a:gd name="connsiteY199" fmla="*/ 747331 h 790575"/>
                <a:gd name="connsiteX200" fmla="*/ 118396 w 438150"/>
                <a:gd name="connsiteY200" fmla="*/ 747998 h 790575"/>
                <a:gd name="connsiteX201" fmla="*/ 118205 w 438150"/>
                <a:gd name="connsiteY201" fmla="*/ 748665 h 790575"/>
                <a:gd name="connsiteX202" fmla="*/ 120015 w 438150"/>
                <a:gd name="connsiteY202" fmla="*/ 750284 h 790575"/>
                <a:gd name="connsiteX203" fmla="*/ 120682 w 438150"/>
                <a:gd name="connsiteY203" fmla="*/ 752475 h 790575"/>
                <a:gd name="connsiteX204" fmla="*/ 121349 w 438150"/>
                <a:gd name="connsiteY204" fmla="*/ 753428 h 790575"/>
                <a:gd name="connsiteX205" fmla="*/ 121729 w 438150"/>
                <a:gd name="connsiteY205" fmla="*/ 753142 h 790575"/>
                <a:gd name="connsiteX206" fmla="*/ 121920 w 438150"/>
                <a:gd name="connsiteY206" fmla="*/ 752951 h 790575"/>
                <a:gd name="connsiteX207" fmla="*/ 122015 w 438150"/>
                <a:gd name="connsiteY207" fmla="*/ 752665 h 790575"/>
                <a:gd name="connsiteX208" fmla="*/ 122015 w 438150"/>
                <a:gd name="connsiteY208" fmla="*/ 752189 h 790575"/>
                <a:gd name="connsiteX209" fmla="*/ 122206 w 438150"/>
                <a:gd name="connsiteY209" fmla="*/ 751808 h 790575"/>
                <a:gd name="connsiteX210" fmla="*/ 122587 w 438150"/>
                <a:gd name="connsiteY210" fmla="*/ 751713 h 790575"/>
                <a:gd name="connsiteX211" fmla="*/ 123063 w 438150"/>
                <a:gd name="connsiteY211" fmla="*/ 751618 h 790575"/>
                <a:gd name="connsiteX212" fmla="*/ 123444 w 438150"/>
                <a:gd name="connsiteY212" fmla="*/ 751332 h 790575"/>
                <a:gd name="connsiteX213" fmla="*/ 123635 w 438150"/>
                <a:gd name="connsiteY213" fmla="*/ 750761 h 790575"/>
                <a:gd name="connsiteX214" fmla="*/ 123730 w 438150"/>
                <a:gd name="connsiteY214" fmla="*/ 749998 h 790575"/>
                <a:gd name="connsiteX215" fmla="*/ 123254 w 438150"/>
                <a:gd name="connsiteY215" fmla="*/ 748474 h 790575"/>
                <a:gd name="connsiteX216" fmla="*/ 122396 w 438150"/>
                <a:gd name="connsiteY216" fmla="*/ 746570 h 790575"/>
                <a:gd name="connsiteX217" fmla="*/ 65627 w 438150"/>
                <a:gd name="connsiteY217" fmla="*/ 670560 h 790575"/>
                <a:gd name="connsiteX218" fmla="*/ 64865 w 438150"/>
                <a:gd name="connsiteY218" fmla="*/ 669703 h 790575"/>
                <a:gd name="connsiteX219" fmla="*/ 62389 w 438150"/>
                <a:gd name="connsiteY219" fmla="*/ 668274 h 790575"/>
                <a:gd name="connsiteX220" fmla="*/ 62389 w 438150"/>
                <a:gd name="connsiteY220" fmla="*/ 668274 h 790575"/>
                <a:gd name="connsiteX221" fmla="*/ 62198 w 438150"/>
                <a:gd name="connsiteY221" fmla="*/ 667703 h 790575"/>
                <a:gd name="connsiteX222" fmla="*/ 62008 w 438150"/>
                <a:gd name="connsiteY222" fmla="*/ 667512 h 790575"/>
                <a:gd name="connsiteX223" fmla="*/ 61817 w 438150"/>
                <a:gd name="connsiteY223" fmla="*/ 667322 h 790575"/>
                <a:gd name="connsiteX224" fmla="*/ 61817 w 438150"/>
                <a:gd name="connsiteY224" fmla="*/ 668179 h 790575"/>
                <a:gd name="connsiteX225" fmla="*/ 62008 w 438150"/>
                <a:gd name="connsiteY225" fmla="*/ 669131 h 790575"/>
                <a:gd name="connsiteX226" fmla="*/ 62294 w 438150"/>
                <a:gd name="connsiteY226" fmla="*/ 670084 h 790575"/>
                <a:gd name="connsiteX227" fmla="*/ 62960 w 438150"/>
                <a:gd name="connsiteY227" fmla="*/ 671227 h 790575"/>
                <a:gd name="connsiteX228" fmla="*/ 63056 w 438150"/>
                <a:gd name="connsiteY228" fmla="*/ 671608 h 790575"/>
                <a:gd name="connsiteX229" fmla="*/ 63246 w 438150"/>
                <a:gd name="connsiteY229" fmla="*/ 671894 h 790575"/>
                <a:gd name="connsiteX230" fmla="*/ 63818 w 438150"/>
                <a:gd name="connsiteY230" fmla="*/ 671989 h 790575"/>
                <a:gd name="connsiteX231" fmla="*/ 64294 w 438150"/>
                <a:gd name="connsiteY231" fmla="*/ 672179 h 790575"/>
                <a:gd name="connsiteX232" fmla="*/ 64579 w 438150"/>
                <a:gd name="connsiteY232" fmla="*/ 672560 h 790575"/>
                <a:gd name="connsiteX233" fmla="*/ 64675 w 438150"/>
                <a:gd name="connsiteY233" fmla="*/ 673037 h 790575"/>
                <a:gd name="connsiteX234" fmla="*/ 64675 w 438150"/>
                <a:gd name="connsiteY234" fmla="*/ 673513 h 790575"/>
                <a:gd name="connsiteX235" fmla="*/ 64579 w 438150"/>
                <a:gd name="connsiteY235" fmla="*/ 674084 h 790575"/>
                <a:gd name="connsiteX236" fmla="*/ 64294 w 438150"/>
                <a:gd name="connsiteY236" fmla="*/ 674180 h 790575"/>
                <a:gd name="connsiteX237" fmla="*/ 63913 w 438150"/>
                <a:gd name="connsiteY237" fmla="*/ 674180 h 790575"/>
                <a:gd name="connsiteX238" fmla="*/ 63627 w 438150"/>
                <a:gd name="connsiteY238" fmla="*/ 674561 h 790575"/>
                <a:gd name="connsiteX239" fmla="*/ 63627 w 438150"/>
                <a:gd name="connsiteY239" fmla="*/ 675037 h 790575"/>
                <a:gd name="connsiteX240" fmla="*/ 63913 w 438150"/>
                <a:gd name="connsiteY240" fmla="*/ 675799 h 790575"/>
                <a:gd name="connsiteX241" fmla="*/ 64103 w 438150"/>
                <a:gd name="connsiteY241" fmla="*/ 677037 h 790575"/>
                <a:gd name="connsiteX242" fmla="*/ 64484 w 438150"/>
                <a:gd name="connsiteY242" fmla="*/ 678085 h 790575"/>
                <a:gd name="connsiteX243" fmla="*/ 65056 w 438150"/>
                <a:gd name="connsiteY243" fmla="*/ 678847 h 790575"/>
                <a:gd name="connsiteX244" fmla="*/ 65818 w 438150"/>
                <a:gd name="connsiteY244" fmla="*/ 678942 h 790575"/>
                <a:gd name="connsiteX245" fmla="*/ 66294 w 438150"/>
                <a:gd name="connsiteY245" fmla="*/ 677799 h 790575"/>
                <a:gd name="connsiteX246" fmla="*/ 66199 w 438150"/>
                <a:gd name="connsiteY246" fmla="*/ 672084 h 790575"/>
                <a:gd name="connsiteX247" fmla="*/ 65627 w 438150"/>
                <a:gd name="connsiteY247" fmla="*/ 670560 h 790575"/>
                <a:gd name="connsiteX248" fmla="*/ 122492 w 438150"/>
                <a:gd name="connsiteY248" fmla="*/ 593884 h 790575"/>
                <a:gd name="connsiteX249" fmla="*/ 123635 w 438150"/>
                <a:gd name="connsiteY249" fmla="*/ 593407 h 790575"/>
                <a:gd name="connsiteX250" fmla="*/ 123349 w 438150"/>
                <a:gd name="connsiteY250" fmla="*/ 592264 h 790575"/>
                <a:gd name="connsiteX251" fmla="*/ 121729 w 438150"/>
                <a:gd name="connsiteY251" fmla="*/ 593503 h 790575"/>
                <a:gd name="connsiteX252" fmla="*/ 122492 w 438150"/>
                <a:gd name="connsiteY252" fmla="*/ 593884 h 790575"/>
                <a:gd name="connsiteX253" fmla="*/ 122396 w 438150"/>
                <a:gd name="connsiteY253" fmla="*/ 588550 h 790575"/>
                <a:gd name="connsiteX254" fmla="*/ 122587 w 438150"/>
                <a:gd name="connsiteY254" fmla="*/ 588169 h 790575"/>
                <a:gd name="connsiteX255" fmla="*/ 122492 w 438150"/>
                <a:gd name="connsiteY255" fmla="*/ 588169 h 790575"/>
                <a:gd name="connsiteX256" fmla="*/ 122396 w 438150"/>
                <a:gd name="connsiteY256" fmla="*/ 588073 h 790575"/>
                <a:gd name="connsiteX257" fmla="*/ 122301 w 438150"/>
                <a:gd name="connsiteY257" fmla="*/ 587978 h 790575"/>
                <a:gd name="connsiteX258" fmla="*/ 122111 w 438150"/>
                <a:gd name="connsiteY258" fmla="*/ 587978 h 790575"/>
                <a:gd name="connsiteX259" fmla="*/ 122206 w 438150"/>
                <a:gd name="connsiteY259" fmla="*/ 588550 h 790575"/>
                <a:gd name="connsiteX260" fmla="*/ 122301 w 438150"/>
                <a:gd name="connsiteY260" fmla="*/ 588740 h 790575"/>
                <a:gd name="connsiteX261" fmla="*/ 122396 w 438150"/>
                <a:gd name="connsiteY261" fmla="*/ 588550 h 790575"/>
                <a:gd name="connsiteX262" fmla="*/ 46577 w 438150"/>
                <a:gd name="connsiteY262" fmla="*/ 618458 h 790575"/>
                <a:gd name="connsiteX263" fmla="*/ 47339 w 438150"/>
                <a:gd name="connsiteY263" fmla="*/ 619125 h 790575"/>
                <a:gd name="connsiteX264" fmla="*/ 48387 w 438150"/>
                <a:gd name="connsiteY264" fmla="*/ 619125 h 790575"/>
                <a:gd name="connsiteX265" fmla="*/ 49435 w 438150"/>
                <a:gd name="connsiteY265" fmla="*/ 618839 h 790575"/>
                <a:gd name="connsiteX266" fmla="*/ 50197 w 438150"/>
                <a:gd name="connsiteY266" fmla="*/ 618458 h 790575"/>
                <a:gd name="connsiteX267" fmla="*/ 49816 w 438150"/>
                <a:gd name="connsiteY267" fmla="*/ 618172 h 790575"/>
                <a:gd name="connsiteX268" fmla="*/ 50959 w 438150"/>
                <a:gd name="connsiteY268" fmla="*/ 617030 h 790575"/>
                <a:gd name="connsiteX269" fmla="*/ 50959 w 438150"/>
                <a:gd name="connsiteY269" fmla="*/ 615887 h 790575"/>
                <a:gd name="connsiteX270" fmla="*/ 50673 w 438150"/>
                <a:gd name="connsiteY270" fmla="*/ 614839 h 790575"/>
                <a:gd name="connsiteX271" fmla="*/ 50197 w 438150"/>
                <a:gd name="connsiteY271" fmla="*/ 613981 h 790575"/>
                <a:gd name="connsiteX272" fmla="*/ 49530 w 438150"/>
                <a:gd name="connsiteY272" fmla="*/ 613315 h 790575"/>
                <a:gd name="connsiteX273" fmla="*/ 48863 w 438150"/>
                <a:gd name="connsiteY273" fmla="*/ 612743 h 790575"/>
                <a:gd name="connsiteX274" fmla="*/ 48387 w 438150"/>
                <a:gd name="connsiteY274" fmla="*/ 612553 h 790575"/>
                <a:gd name="connsiteX275" fmla="*/ 47720 w 438150"/>
                <a:gd name="connsiteY275" fmla="*/ 612648 h 790575"/>
                <a:gd name="connsiteX276" fmla="*/ 47149 w 438150"/>
                <a:gd name="connsiteY276" fmla="*/ 612838 h 790575"/>
                <a:gd name="connsiteX277" fmla="*/ 47054 w 438150"/>
                <a:gd name="connsiteY277" fmla="*/ 613029 h 790575"/>
                <a:gd name="connsiteX278" fmla="*/ 47054 w 438150"/>
                <a:gd name="connsiteY278" fmla="*/ 613410 h 790575"/>
                <a:gd name="connsiteX279" fmla="*/ 46577 w 438150"/>
                <a:gd name="connsiteY279" fmla="*/ 617696 h 790575"/>
                <a:gd name="connsiteX280" fmla="*/ 46577 w 438150"/>
                <a:gd name="connsiteY280" fmla="*/ 618458 h 790575"/>
                <a:gd name="connsiteX281" fmla="*/ 47054 w 438150"/>
                <a:gd name="connsiteY281" fmla="*/ 625316 h 790575"/>
                <a:gd name="connsiteX282" fmla="*/ 47149 w 438150"/>
                <a:gd name="connsiteY282" fmla="*/ 626364 h 790575"/>
                <a:gd name="connsiteX283" fmla="*/ 47625 w 438150"/>
                <a:gd name="connsiteY283" fmla="*/ 627412 h 790575"/>
                <a:gd name="connsiteX284" fmla="*/ 48101 w 438150"/>
                <a:gd name="connsiteY284" fmla="*/ 627507 h 790575"/>
                <a:gd name="connsiteX285" fmla="*/ 49340 w 438150"/>
                <a:gd name="connsiteY285" fmla="*/ 624459 h 790575"/>
                <a:gd name="connsiteX286" fmla="*/ 50006 w 438150"/>
                <a:gd name="connsiteY286" fmla="*/ 623221 h 790575"/>
                <a:gd name="connsiteX287" fmla="*/ 50197 w 438150"/>
                <a:gd name="connsiteY287" fmla="*/ 622173 h 790575"/>
                <a:gd name="connsiteX288" fmla="*/ 49530 w 438150"/>
                <a:gd name="connsiteY288" fmla="*/ 621125 h 790575"/>
                <a:gd name="connsiteX289" fmla="*/ 48959 w 438150"/>
                <a:gd name="connsiteY289" fmla="*/ 620744 h 790575"/>
                <a:gd name="connsiteX290" fmla="*/ 48483 w 438150"/>
                <a:gd name="connsiteY290" fmla="*/ 620459 h 790575"/>
                <a:gd name="connsiteX291" fmla="*/ 47530 w 438150"/>
                <a:gd name="connsiteY291" fmla="*/ 620268 h 790575"/>
                <a:gd name="connsiteX292" fmla="*/ 47054 w 438150"/>
                <a:gd name="connsiteY292" fmla="*/ 621125 h 790575"/>
                <a:gd name="connsiteX293" fmla="*/ 47244 w 438150"/>
                <a:gd name="connsiteY293" fmla="*/ 622745 h 790575"/>
                <a:gd name="connsiteX294" fmla="*/ 47244 w 438150"/>
                <a:gd name="connsiteY294" fmla="*/ 624173 h 790575"/>
                <a:gd name="connsiteX295" fmla="*/ 47054 w 438150"/>
                <a:gd name="connsiteY295" fmla="*/ 625316 h 790575"/>
                <a:gd name="connsiteX296" fmla="*/ 55054 w 438150"/>
                <a:gd name="connsiteY296" fmla="*/ 580930 h 790575"/>
                <a:gd name="connsiteX297" fmla="*/ 54388 w 438150"/>
                <a:gd name="connsiteY297" fmla="*/ 581692 h 790575"/>
                <a:gd name="connsiteX298" fmla="*/ 54102 w 438150"/>
                <a:gd name="connsiteY298" fmla="*/ 582454 h 790575"/>
                <a:gd name="connsiteX299" fmla="*/ 54769 w 438150"/>
                <a:gd name="connsiteY299" fmla="*/ 583597 h 790575"/>
                <a:gd name="connsiteX300" fmla="*/ 55721 w 438150"/>
                <a:gd name="connsiteY300" fmla="*/ 582168 h 790575"/>
                <a:gd name="connsiteX301" fmla="*/ 55817 w 438150"/>
                <a:gd name="connsiteY301" fmla="*/ 581406 h 790575"/>
                <a:gd name="connsiteX302" fmla="*/ 55531 w 438150"/>
                <a:gd name="connsiteY302" fmla="*/ 580263 h 790575"/>
                <a:gd name="connsiteX303" fmla="*/ 55531 w 438150"/>
                <a:gd name="connsiteY303" fmla="*/ 579977 h 790575"/>
                <a:gd name="connsiteX304" fmla="*/ 55054 w 438150"/>
                <a:gd name="connsiteY304" fmla="*/ 580930 h 790575"/>
                <a:gd name="connsiteX305" fmla="*/ 276606 w 438150"/>
                <a:gd name="connsiteY305" fmla="*/ 480155 h 790575"/>
                <a:gd name="connsiteX306" fmla="*/ 276511 w 438150"/>
                <a:gd name="connsiteY306" fmla="*/ 478250 h 790575"/>
                <a:gd name="connsiteX307" fmla="*/ 275654 w 438150"/>
                <a:gd name="connsiteY307" fmla="*/ 476917 h 790575"/>
                <a:gd name="connsiteX308" fmla="*/ 274320 w 438150"/>
                <a:gd name="connsiteY308" fmla="*/ 477012 h 790575"/>
                <a:gd name="connsiteX309" fmla="*/ 274606 w 438150"/>
                <a:gd name="connsiteY309" fmla="*/ 476345 h 790575"/>
                <a:gd name="connsiteX310" fmla="*/ 274606 w 438150"/>
                <a:gd name="connsiteY310" fmla="*/ 475679 h 790575"/>
                <a:gd name="connsiteX311" fmla="*/ 274511 w 438150"/>
                <a:gd name="connsiteY311" fmla="*/ 475107 h 790575"/>
                <a:gd name="connsiteX312" fmla="*/ 274320 w 438150"/>
                <a:gd name="connsiteY312" fmla="*/ 474536 h 790575"/>
                <a:gd name="connsiteX313" fmla="*/ 273844 w 438150"/>
                <a:gd name="connsiteY313" fmla="*/ 474250 h 790575"/>
                <a:gd name="connsiteX314" fmla="*/ 273558 w 438150"/>
                <a:gd name="connsiteY314" fmla="*/ 474631 h 790575"/>
                <a:gd name="connsiteX315" fmla="*/ 272510 w 438150"/>
                <a:gd name="connsiteY315" fmla="*/ 478536 h 790575"/>
                <a:gd name="connsiteX316" fmla="*/ 272510 w 438150"/>
                <a:gd name="connsiteY316" fmla="*/ 479012 h 790575"/>
                <a:gd name="connsiteX317" fmla="*/ 272987 w 438150"/>
                <a:gd name="connsiteY317" fmla="*/ 480251 h 790575"/>
                <a:gd name="connsiteX318" fmla="*/ 273177 w 438150"/>
                <a:gd name="connsiteY318" fmla="*/ 480727 h 790575"/>
                <a:gd name="connsiteX319" fmla="*/ 273177 w 438150"/>
                <a:gd name="connsiteY319" fmla="*/ 481394 h 790575"/>
                <a:gd name="connsiteX320" fmla="*/ 273082 w 438150"/>
                <a:gd name="connsiteY320" fmla="*/ 481679 h 790575"/>
                <a:gd name="connsiteX321" fmla="*/ 272796 w 438150"/>
                <a:gd name="connsiteY321" fmla="*/ 481965 h 790575"/>
                <a:gd name="connsiteX322" fmla="*/ 272415 w 438150"/>
                <a:gd name="connsiteY322" fmla="*/ 482537 h 790575"/>
                <a:gd name="connsiteX323" fmla="*/ 274130 w 438150"/>
                <a:gd name="connsiteY323" fmla="*/ 483013 h 790575"/>
                <a:gd name="connsiteX324" fmla="*/ 274606 w 438150"/>
                <a:gd name="connsiteY324" fmla="*/ 483203 h 790575"/>
                <a:gd name="connsiteX325" fmla="*/ 274892 w 438150"/>
                <a:gd name="connsiteY325" fmla="*/ 483584 h 790575"/>
                <a:gd name="connsiteX326" fmla="*/ 275273 w 438150"/>
                <a:gd name="connsiteY326" fmla="*/ 484442 h 790575"/>
                <a:gd name="connsiteX327" fmla="*/ 275654 w 438150"/>
                <a:gd name="connsiteY327" fmla="*/ 484727 h 790575"/>
                <a:gd name="connsiteX328" fmla="*/ 276035 w 438150"/>
                <a:gd name="connsiteY328" fmla="*/ 484727 h 790575"/>
                <a:gd name="connsiteX329" fmla="*/ 275844 w 438150"/>
                <a:gd name="connsiteY329" fmla="*/ 483394 h 790575"/>
                <a:gd name="connsiteX330" fmla="*/ 275939 w 438150"/>
                <a:gd name="connsiteY330" fmla="*/ 482918 h 790575"/>
                <a:gd name="connsiteX331" fmla="*/ 276416 w 438150"/>
                <a:gd name="connsiteY331" fmla="*/ 482251 h 790575"/>
                <a:gd name="connsiteX332" fmla="*/ 275654 w 438150"/>
                <a:gd name="connsiteY332" fmla="*/ 482251 h 790575"/>
                <a:gd name="connsiteX333" fmla="*/ 275654 w 438150"/>
                <a:gd name="connsiteY333" fmla="*/ 481870 h 790575"/>
                <a:gd name="connsiteX334" fmla="*/ 276606 w 438150"/>
                <a:gd name="connsiteY334" fmla="*/ 480155 h 790575"/>
                <a:gd name="connsiteX335" fmla="*/ 266605 w 438150"/>
                <a:gd name="connsiteY335" fmla="*/ 460343 h 790575"/>
                <a:gd name="connsiteX336" fmla="*/ 266033 w 438150"/>
                <a:gd name="connsiteY336" fmla="*/ 459391 h 790575"/>
                <a:gd name="connsiteX337" fmla="*/ 265652 w 438150"/>
                <a:gd name="connsiteY337" fmla="*/ 459010 h 790575"/>
                <a:gd name="connsiteX338" fmla="*/ 265652 w 438150"/>
                <a:gd name="connsiteY338" fmla="*/ 458724 h 790575"/>
                <a:gd name="connsiteX339" fmla="*/ 264986 w 438150"/>
                <a:gd name="connsiteY339" fmla="*/ 458248 h 790575"/>
                <a:gd name="connsiteX340" fmla="*/ 264509 w 438150"/>
                <a:gd name="connsiteY340" fmla="*/ 457486 h 790575"/>
                <a:gd name="connsiteX341" fmla="*/ 263843 w 438150"/>
                <a:gd name="connsiteY341" fmla="*/ 456057 h 790575"/>
                <a:gd name="connsiteX342" fmla="*/ 263271 w 438150"/>
                <a:gd name="connsiteY342" fmla="*/ 455295 h 790575"/>
                <a:gd name="connsiteX343" fmla="*/ 262604 w 438150"/>
                <a:gd name="connsiteY343" fmla="*/ 454628 h 790575"/>
                <a:gd name="connsiteX344" fmla="*/ 260890 w 438150"/>
                <a:gd name="connsiteY344" fmla="*/ 453390 h 790575"/>
                <a:gd name="connsiteX345" fmla="*/ 259937 w 438150"/>
                <a:gd name="connsiteY345" fmla="*/ 453390 h 790575"/>
                <a:gd name="connsiteX346" fmla="*/ 258509 w 438150"/>
                <a:gd name="connsiteY346" fmla="*/ 453009 h 790575"/>
                <a:gd name="connsiteX347" fmla="*/ 257651 w 438150"/>
                <a:gd name="connsiteY347" fmla="*/ 453009 h 790575"/>
                <a:gd name="connsiteX348" fmla="*/ 258033 w 438150"/>
                <a:gd name="connsiteY348" fmla="*/ 453199 h 790575"/>
                <a:gd name="connsiteX349" fmla="*/ 258318 w 438150"/>
                <a:gd name="connsiteY349" fmla="*/ 453485 h 790575"/>
                <a:gd name="connsiteX350" fmla="*/ 258509 w 438150"/>
                <a:gd name="connsiteY350" fmla="*/ 453771 h 790575"/>
                <a:gd name="connsiteX351" fmla="*/ 258699 w 438150"/>
                <a:gd name="connsiteY351" fmla="*/ 454152 h 790575"/>
                <a:gd name="connsiteX352" fmla="*/ 257937 w 438150"/>
                <a:gd name="connsiteY352" fmla="*/ 454152 h 790575"/>
                <a:gd name="connsiteX353" fmla="*/ 259461 w 438150"/>
                <a:gd name="connsiteY353" fmla="*/ 457676 h 790575"/>
                <a:gd name="connsiteX354" fmla="*/ 259937 w 438150"/>
                <a:gd name="connsiteY354" fmla="*/ 458248 h 790575"/>
                <a:gd name="connsiteX355" fmla="*/ 259937 w 438150"/>
                <a:gd name="connsiteY355" fmla="*/ 461581 h 790575"/>
                <a:gd name="connsiteX356" fmla="*/ 259747 w 438150"/>
                <a:gd name="connsiteY356" fmla="*/ 462344 h 790575"/>
                <a:gd name="connsiteX357" fmla="*/ 259747 w 438150"/>
                <a:gd name="connsiteY357" fmla="*/ 462724 h 790575"/>
                <a:gd name="connsiteX358" fmla="*/ 260223 w 438150"/>
                <a:gd name="connsiteY358" fmla="*/ 462820 h 790575"/>
                <a:gd name="connsiteX359" fmla="*/ 260604 w 438150"/>
                <a:gd name="connsiteY359" fmla="*/ 462915 h 790575"/>
                <a:gd name="connsiteX360" fmla="*/ 260890 w 438150"/>
                <a:gd name="connsiteY360" fmla="*/ 463105 h 790575"/>
                <a:gd name="connsiteX361" fmla="*/ 261176 w 438150"/>
                <a:gd name="connsiteY361" fmla="*/ 463391 h 790575"/>
                <a:gd name="connsiteX362" fmla="*/ 260985 w 438150"/>
                <a:gd name="connsiteY362" fmla="*/ 462820 h 790575"/>
                <a:gd name="connsiteX363" fmla="*/ 260795 w 438150"/>
                <a:gd name="connsiteY363" fmla="*/ 462629 h 790575"/>
                <a:gd name="connsiteX364" fmla="*/ 260795 w 438150"/>
                <a:gd name="connsiteY364" fmla="*/ 462248 h 790575"/>
                <a:gd name="connsiteX365" fmla="*/ 262795 w 438150"/>
                <a:gd name="connsiteY365" fmla="*/ 462915 h 790575"/>
                <a:gd name="connsiteX366" fmla="*/ 263462 w 438150"/>
                <a:gd name="connsiteY366" fmla="*/ 463010 h 790575"/>
                <a:gd name="connsiteX367" fmla="*/ 264224 w 438150"/>
                <a:gd name="connsiteY367" fmla="*/ 462820 h 790575"/>
                <a:gd name="connsiteX368" fmla="*/ 264319 w 438150"/>
                <a:gd name="connsiteY368" fmla="*/ 462344 h 790575"/>
                <a:gd name="connsiteX369" fmla="*/ 264224 w 438150"/>
                <a:gd name="connsiteY369" fmla="*/ 461772 h 790575"/>
                <a:gd name="connsiteX370" fmla="*/ 264414 w 438150"/>
                <a:gd name="connsiteY370" fmla="*/ 461105 h 790575"/>
                <a:gd name="connsiteX371" fmla="*/ 266129 w 438150"/>
                <a:gd name="connsiteY371" fmla="*/ 462820 h 790575"/>
                <a:gd name="connsiteX372" fmla="*/ 266986 w 438150"/>
                <a:gd name="connsiteY372" fmla="*/ 463391 h 790575"/>
                <a:gd name="connsiteX373" fmla="*/ 267748 w 438150"/>
                <a:gd name="connsiteY373" fmla="*/ 463105 h 790575"/>
                <a:gd name="connsiteX374" fmla="*/ 267843 w 438150"/>
                <a:gd name="connsiteY374" fmla="*/ 462248 h 790575"/>
                <a:gd name="connsiteX375" fmla="*/ 267271 w 438150"/>
                <a:gd name="connsiteY375" fmla="*/ 461391 h 790575"/>
                <a:gd name="connsiteX376" fmla="*/ 266605 w 438150"/>
                <a:gd name="connsiteY376" fmla="*/ 460343 h 790575"/>
                <a:gd name="connsiteX377" fmla="*/ 436436 w 438150"/>
                <a:gd name="connsiteY377" fmla="*/ 262795 h 790575"/>
                <a:gd name="connsiteX378" fmla="*/ 435007 w 438150"/>
                <a:gd name="connsiteY378" fmla="*/ 260604 h 790575"/>
                <a:gd name="connsiteX379" fmla="*/ 432626 w 438150"/>
                <a:gd name="connsiteY379" fmla="*/ 259080 h 790575"/>
                <a:gd name="connsiteX380" fmla="*/ 430340 w 438150"/>
                <a:gd name="connsiteY380" fmla="*/ 258318 h 790575"/>
                <a:gd name="connsiteX381" fmla="*/ 429196 w 438150"/>
                <a:gd name="connsiteY381" fmla="*/ 258128 h 790575"/>
                <a:gd name="connsiteX382" fmla="*/ 427006 w 438150"/>
                <a:gd name="connsiteY382" fmla="*/ 258318 h 790575"/>
                <a:gd name="connsiteX383" fmla="*/ 426244 w 438150"/>
                <a:gd name="connsiteY383" fmla="*/ 258223 h 790575"/>
                <a:gd name="connsiteX384" fmla="*/ 425577 w 438150"/>
                <a:gd name="connsiteY384" fmla="*/ 257842 h 790575"/>
                <a:gd name="connsiteX385" fmla="*/ 424910 w 438150"/>
                <a:gd name="connsiteY385" fmla="*/ 257175 h 790575"/>
                <a:gd name="connsiteX386" fmla="*/ 424339 w 438150"/>
                <a:gd name="connsiteY386" fmla="*/ 256318 h 790575"/>
                <a:gd name="connsiteX387" fmla="*/ 422243 w 438150"/>
                <a:gd name="connsiteY387" fmla="*/ 251841 h 790575"/>
                <a:gd name="connsiteX388" fmla="*/ 421577 w 438150"/>
                <a:gd name="connsiteY388" fmla="*/ 249841 h 790575"/>
                <a:gd name="connsiteX389" fmla="*/ 421672 w 438150"/>
                <a:gd name="connsiteY389" fmla="*/ 247936 h 790575"/>
                <a:gd name="connsiteX390" fmla="*/ 422910 w 438150"/>
                <a:gd name="connsiteY390" fmla="*/ 246507 h 790575"/>
                <a:gd name="connsiteX391" fmla="*/ 424053 w 438150"/>
                <a:gd name="connsiteY391" fmla="*/ 246031 h 790575"/>
                <a:gd name="connsiteX392" fmla="*/ 424625 w 438150"/>
                <a:gd name="connsiteY392" fmla="*/ 245745 h 790575"/>
                <a:gd name="connsiteX393" fmla="*/ 424910 w 438150"/>
                <a:gd name="connsiteY393" fmla="*/ 245364 h 790575"/>
                <a:gd name="connsiteX394" fmla="*/ 424910 w 438150"/>
                <a:gd name="connsiteY394" fmla="*/ 245173 h 790575"/>
                <a:gd name="connsiteX395" fmla="*/ 424815 w 438150"/>
                <a:gd name="connsiteY395" fmla="*/ 244888 h 790575"/>
                <a:gd name="connsiteX396" fmla="*/ 424434 w 438150"/>
                <a:gd name="connsiteY396" fmla="*/ 244602 h 790575"/>
                <a:gd name="connsiteX397" fmla="*/ 423958 w 438150"/>
                <a:gd name="connsiteY397" fmla="*/ 244412 h 790575"/>
                <a:gd name="connsiteX398" fmla="*/ 417862 w 438150"/>
                <a:gd name="connsiteY398" fmla="*/ 242888 h 790575"/>
                <a:gd name="connsiteX399" fmla="*/ 415671 w 438150"/>
                <a:gd name="connsiteY399" fmla="*/ 242792 h 790575"/>
                <a:gd name="connsiteX400" fmla="*/ 415100 w 438150"/>
                <a:gd name="connsiteY400" fmla="*/ 242697 h 790575"/>
                <a:gd name="connsiteX401" fmla="*/ 408242 w 438150"/>
                <a:gd name="connsiteY401" fmla="*/ 240221 h 790575"/>
                <a:gd name="connsiteX402" fmla="*/ 406813 w 438150"/>
                <a:gd name="connsiteY402" fmla="*/ 239744 h 790575"/>
                <a:gd name="connsiteX403" fmla="*/ 405670 w 438150"/>
                <a:gd name="connsiteY403" fmla="*/ 238887 h 790575"/>
                <a:gd name="connsiteX404" fmla="*/ 404813 w 438150"/>
                <a:gd name="connsiteY404" fmla="*/ 237744 h 790575"/>
                <a:gd name="connsiteX405" fmla="*/ 404336 w 438150"/>
                <a:gd name="connsiteY405" fmla="*/ 236411 h 790575"/>
                <a:gd name="connsiteX406" fmla="*/ 404146 w 438150"/>
                <a:gd name="connsiteY406" fmla="*/ 234982 h 790575"/>
                <a:gd name="connsiteX407" fmla="*/ 404146 w 438150"/>
                <a:gd name="connsiteY407" fmla="*/ 232601 h 790575"/>
                <a:gd name="connsiteX408" fmla="*/ 403955 w 438150"/>
                <a:gd name="connsiteY408" fmla="*/ 231457 h 790575"/>
                <a:gd name="connsiteX409" fmla="*/ 403384 w 438150"/>
                <a:gd name="connsiteY409" fmla="*/ 230410 h 790575"/>
                <a:gd name="connsiteX410" fmla="*/ 403003 w 438150"/>
                <a:gd name="connsiteY410" fmla="*/ 230029 h 790575"/>
                <a:gd name="connsiteX411" fmla="*/ 401955 w 438150"/>
                <a:gd name="connsiteY411" fmla="*/ 229457 h 790575"/>
                <a:gd name="connsiteX412" fmla="*/ 401479 w 438150"/>
                <a:gd name="connsiteY412" fmla="*/ 229171 h 790575"/>
                <a:gd name="connsiteX413" fmla="*/ 401098 w 438150"/>
                <a:gd name="connsiteY413" fmla="*/ 228886 h 790575"/>
                <a:gd name="connsiteX414" fmla="*/ 400050 w 438150"/>
                <a:gd name="connsiteY414" fmla="*/ 227743 h 790575"/>
                <a:gd name="connsiteX415" fmla="*/ 399669 w 438150"/>
                <a:gd name="connsiteY415" fmla="*/ 227362 h 790575"/>
                <a:gd name="connsiteX416" fmla="*/ 398240 w 438150"/>
                <a:gd name="connsiteY416" fmla="*/ 226600 h 790575"/>
                <a:gd name="connsiteX417" fmla="*/ 397764 w 438150"/>
                <a:gd name="connsiteY417" fmla="*/ 226219 h 790575"/>
                <a:gd name="connsiteX418" fmla="*/ 397383 w 438150"/>
                <a:gd name="connsiteY418" fmla="*/ 225743 h 790575"/>
                <a:gd name="connsiteX419" fmla="*/ 397097 w 438150"/>
                <a:gd name="connsiteY419" fmla="*/ 225171 h 790575"/>
                <a:gd name="connsiteX420" fmla="*/ 396621 w 438150"/>
                <a:gd name="connsiteY420" fmla="*/ 223456 h 790575"/>
                <a:gd name="connsiteX421" fmla="*/ 396145 w 438150"/>
                <a:gd name="connsiteY421" fmla="*/ 222504 h 790575"/>
                <a:gd name="connsiteX422" fmla="*/ 395573 w 438150"/>
                <a:gd name="connsiteY422" fmla="*/ 221647 h 790575"/>
                <a:gd name="connsiteX423" fmla="*/ 394907 w 438150"/>
                <a:gd name="connsiteY423" fmla="*/ 220789 h 790575"/>
                <a:gd name="connsiteX424" fmla="*/ 394050 w 438150"/>
                <a:gd name="connsiteY424" fmla="*/ 220028 h 790575"/>
                <a:gd name="connsiteX425" fmla="*/ 391096 w 438150"/>
                <a:gd name="connsiteY425" fmla="*/ 218408 h 790575"/>
                <a:gd name="connsiteX426" fmla="*/ 390144 w 438150"/>
                <a:gd name="connsiteY426" fmla="*/ 217646 h 790575"/>
                <a:gd name="connsiteX427" fmla="*/ 389573 w 438150"/>
                <a:gd name="connsiteY427" fmla="*/ 216694 h 790575"/>
                <a:gd name="connsiteX428" fmla="*/ 389287 w 438150"/>
                <a:gd name="connsiteY428" fmla="*/ 215551 h 790575"/>
                <a:gd name="connsiteX429" fmla="*/ 389192 w 438150"/>
                <a:gd name="connsiteY429" fmla="*/ 214313 h 790575"/>
                <a:gd name="connsiteX430" fmla="*/ 389477 w 438150"/>
                <a:gd name="connsiteY430" fmla="*/ 211931 h 790575"/>
                <a:gd name="connsiteX431" fmla="*/ 390049 w 438150"/>
                <a:gd name="connsiteY431" fmla="*/ 209645 h 790575"/>
                <a:gd name="connsiteX432" fmla="*/ 390811 w 438150"/>
                <a:gd name="connsiteY432" fmla="*/ 207645 h 790575"/>
                <a:gd name="connsiteX433" fmla="*/ 390906 w 438150"/>
                <a:gd name="connsiteY433" fmla="*/ 207073 h 790575"/>
                <a:gd name="connsiteX434" fmla="*/ 390906 w 438150"/>
                <a:gd name="connsiteY434" fmla="*/ 206502 h 790575"/>
                <a:gd name="connsiteX435" fmla="*/ 389763 w 438150"/>
                <a:gd name="connsiteY435" fmla="*/ 202025 h 790575"/>
                <a:gd name="connsiteX436" fmla="*/ 389763 w 438150"/>
                <a:gd name="connsiteY436" fmla="*/ 201359 h 790575"/>
                <a:gd name="connsiteX437" fmla="*/ 389858 w 438150"/>
                <a:gd name="connsiteY437" fmla="*/ 200882 h 790575"/>
                <a:gd name="connsiteX438" fmla="*/ 389858 w 438150"/>
                <a:gd name="connsiteY438" fmla="*/ 200692 h 790575"/>
                <a:gd name="connsiteX439" fmla="*/ 390239 w 438150"/>
                <a:gd name="connsiteY439" fmla="*/ 199454 h 790575"/>
                <a:gd name="connsiteX440" fmla="*/ 390335 w 438150"/>
                <a:gd name="connsiteY440" fmla="*/ 198787 h 790575"/>
                <a:gd name="connsiteX441" fmla="*/ 390335 w 438150"/>
                <a:gd name="connsiteY441" fmla="*/ 198120 h 790575"/>
                <a:gd name="connsiteX442" fmla="*/ 390144 w 438150"/>
                <a:gd name="connsiteY442" fmla="*/ 197548 h 790575"/>
                <a:gd name="connsiteX443" fmla="*/ 389668 w 438150"/>
                <a:gd name="connsiteY443" fmla="*/ 196405 h 790575"/>
                <a:gd name="connsiteX444" fmla="*/ 389477 w 438150"/>
                <a:gd name="connsiteY444" fmla="*/ 195834 h 790575"/>
                <a:gd name="connsiteX445" fmla="*/ 389287 w 438150"/>
                <a:gd name="connsiteY445" fmla="*/ 194024 h 790575"/>
                <a:gd name="connsiteX446" fmla="*/ 389001 w 438150"/>
                <a:gd name="connsiteY446" fmla="*/ 190786 h 790575"/>
                <a:gd name="connsiteX447" fmla="*/ 389287 w 438150"/>
                <a:gd name="connsiteY447" fmla="*/ 189547 h 790575"/>
                <a:gd name="connsiteX448" fmla="*/ 392716 w 438150"/>
                <a:gd name="connsiteY448" fmla="*/ 181546 h 790575"/>
                <a:gd name="connsiteX449" fmla="*/ 392906 w 438150"/>
                <a:gd name="connsiteY449" fmla="*/ 180308 h 790575"/>
                <a:gd name="connsiteX450" fmla="*/ 393097 w 438150"/>
                <a:gd name="connsiteY450" fmla="*/ 177737 h 790575"/>
                <a:gd name="connsiteX451" fmla="*/ 393002 w 438150"/>
                <a:gd name="connsiteY451" fmla="*/ 174498 h 790575"/>
                <a:gd name="connsiteX452" fmla="*/ 393192 w 438150"/>
                <a:gd name="connsiteY452" fmla="*/ 171831 h 790575"/>
                <a:gd name="connsiteX453" fmla="*/ 393192 w 438150"/>
                <a:gd name="connsiteY453" fmla="*/ 171164 h 790575"/>
                <a:gd name="connsiteX454" fmla="*/ 393002 w 438150"/>
                <a:gd name="connsiteY454" fmla="*/ 170497 h 790575"/>
                <a:gd name="connsiteX455" fmla="*/ 391763 w 438150"/>
                <a:gd name="connsiteY455" fmla="*/ 167735 h 790575"/>
                <a:gd name="connsiteX456" fmla="*/ 391573 w 438150"/>
                <a:gd name="connsiteY456" fmla="*/ 167449 h 790575"/>
                <a:gd name="connsiteX457" fmla="*/ 391192 w 438150"/>
                <a:gd name="connsiteY457" fmla="*/ 167069 h 790575"/>
                <a:gd name="connsiteX458" fmla="*/ 390335 w 438150"/>
                <a:gd name="connsiteY458" fmla="*/ 166592 h 790575"/>
                <a:gd name="connsiteX459" fmla="*/ 389954 w 438150"/>
                <a:gd name="connsiteY459" fmla="*/ 166306 h 790575"/>
                <a:gd name="connsiteX460" fmla="*/ 389573 w 438150"/>
                <a:gd name="connsiteY460" fmla="*/ 165830 h 790575"/>
                <a:gd name="connsiteX461" fmla="*/ 388811 w 438150"/>
                <a:gd name="connsiteY461" fmla="*/ 164306 h 790575"/>
                <a:gd name="connsiteX462" fmla="*/ 387763 w 438150"/>
                <a:gd name="connsiteY462" fmla="*/ 162782 h 790575"/>
                <a:gd name="connsiteX463" fmla="*/ 387096 w 438150"/>
                <a:gd name="connsiteY463" fmla="*/ 162115 h 790575"/>
                <a:gd name="connsiteX464" fmla="*/ 384620 w 438150"/>
                <a:gd name="connsiteY464" fmla="*/ 160496 h 790575"/>
                <a:gd name="connsiteX465" fmla="*/ 383667 w 438150"/>
                <a:gd name="connsiteY465" fmla="*/ 160115 h 790575"/>
                <a:gd name="connsiteX466" fmla="*/ 375476 w 438150"/>
                <a:gd name="connsiteY466" fmla="*/ 155829 h 790575"/>
                <a:gd name="connsiteX467" fmla="*/ 373952 w 438150"/>
                <a:gd name="connsiteY467" fmla="*/ 154400 h 790575"/>
                <a:gd name="connsiteX468" fmla="*/ 372428 w 438150"/>
                <a:gd name="connsiteY468" fmla="*/ 152495 h 790575"/>
                <a:gd name="connsiteX469" fmla="*/ 372237 w 438150"/>
                <a:gd name="connsiteY469" fmla="*/ 152019 h 790575"/>
                <a:gd name="connsiteX470" fmla="*/ 371951 w 438150"/>
                <a:gd name="connsiteY470" fmla="*/ 150971 h 790575"/>
                <a:gd name="connsiteX471" fmla="*/ 371761 w 438150"/>
                <a:gd name="connsiteY471" fmla="*/ 150590 h 790575"/>
                <a:gd name="connsiteX472" fmla="*/ 371570 w 438150"/>
                <a:gd name="connsiteY472" fmla="*/ 150209 h 790575"/>
                <a:gd name="connsiteX473" fmla="*/ 370808 w 438150"/>
                <a:gd name="connsiteY473" fmla="*/ 149257 h 790575"/>
                <a:gd name="connsiteX474" fmla="*/ 369570 w 438150"/>
                <a:gd name="connsiteY474" fmla="*/ 146876 h 790575"/>
                <a:gd name="connsiteX475" fmla="*/ 368808 w 438150"/>
                <a:gd name="connsiteY475" fmla="*/ 145828 h 790575"/>
                <a:gd name="connsiteX476" fmla="*/ 365379 w 438150"/>
                <a:gd name="connsiteY476" fmla="*/ 143732 h 790575"/>
                <a:gd name="connsiteX477" fmla="*/ 365093 w 438150"/>
                <a:gd name="connsiteY477" fmla="*/ 143446 h 790575"/>
                <a:gd name="connsiteX478" fmla="*/ 364903 w 438150"/>
                <a:gd name="connsiteY478" fmla="*/ 143256 h 790575"/>
                <a:gd name="connsiteX479" fmla="*/ 364522 w 438150"/>
                <a:gd name="connsiteY479" fmla="*/ 142780 h 790575"/>
                <a:gd name="connsiteX480" fmla="*/ 364236 w 438150"/>
                <a:gd name="connsiteY480" fmla="*/ 142208 h 790575"/>
                <a:gd name="connsiteX481" fmla="*/ 363760 w 438150"/>
                <a:gd name="connsiteY481" fmla="*/ 140494 h 790575"/>
                <a:gd name="connsiteX482" fmla="*/ 361474 w 438150"/>
                <a:gd name="connsiteY482" fmla="*/ 135350 h 790575"/>
                <a:gd name="connsiteX483" fmla="*/ 361093 w 438150"/>
                <a:gd name="connsiteY483" fmla="*/ 134779 h 790575"/>
                <a:gd name="connsiteX484" fmla="*/ 360807 w 438150"/>
                <a:gd name="connsiteY484" fmla="*/ 134398 h 790575"/>
                <a:gd name="connsiteX485" fmla="*/ 357569 w 438150"/>
                <a:gd name="connsiteY485" fmla="*/ 131445 h 790575"/>
                <a:gd name="connsiteX486" fmla="*/ 356902 w 438150"/>
                <a:gd name="connsiteY486" fmla="*/ 130588 h 790575"/>
                <a:gd name="connsiteX487" fmla="*/ 356330 w 438150"/>
                <a:gd name="connsiteY487" fmla="*/ 129540 h 790575"/>
                <a:gd name="connsiteX488" fmla="*/ 354044 w 438150"/>
                <a:gd name="connsiteY488" fmla="*/ 124015 h 790575"/>
                <a:gd name="connsiteX489" fmla="*/ 351377 w 438150"/>
                <a:gd name="connsiteY489" fmla="*/ 119444 h 790575"/>
                <a:gd name="connsiteX490" fmla="*/ 350425 w 438150"/>
                <a:gd name="connsiteY490" fmla="*/ 118396 h 790575"/>
                <a:gd name="connsiteX491" fmla="*/ 349091 w 438150"/>
                <a:gd name="connsiteY491" fmla="*/ 117729 h 790575"/>
                <a:gd name="connsiteX492" fmla="*/ 347853 w 438150"/>
                <a:gd name="connsiteY492" fmla="*/ 117634 h 790575"/>
                <a:gd name="connsiteX493" fmla="*/ 346710 w 438150"/>
                <a:gd name="connsiteY493" fmla="*/ 117920 h 790575"/>
                <a:gd name="connsiteX494" fmla="*/ 345662 w 438150"/>
                <a:gd name="connsiteY494" fmla="*/ 118586 h 790575"/>
                <a:gd name="connsiteX495" fmla="*/ 344805 w 438150"/>
                <a:gd name="connsiteY495" fmla="*/ 119539 h 790575"/>
                <a:gd name="connsiteX496" fmla="*/ 344615 w 438150"/>
                <a:gd name="connsiteY496" fmla="*/ 119920 h 790575"/>
                <a:gd name="connsiteX497" fmla="*/ 344424 w 438150"/>
                <a:gd name="connsiteY497" fmla="*/ 120110 h 790575"/>
                <a:gd name="connsiteX498" fmla="*/ 344138 w 438150"/>
                <a:gd name="connsiteY498" fmla="*/ 120205 h 790575"/>
                <a:gd name="connsiteX499" fmla="*/ 343758 w 438150"/>
                <a:gd name="connsiteY499" fmla="*/ 120301 h 790575"/>
                <a:gd name="connsiteX500" fmla="*/ 342900 w 438150"/>
                <a:gd name="connsiteY500" fmla="*/ 120110 h 790575"/>
                <a:gd name="connsiteX501" fmla="*/ 342424 w 438150"/>
                <a:gd name="connsiteY501" fmla="*/ 119539 h 790575"/>
                <a:gd name="connsiteX502" fmla="*/ 342043 w 438150"/>
                <a:gd name="connsiteY502" fmla="*/ 118872 h 790575"/>
                <a:gd name="connsiteX503" fmla="*/ 341471 w 438150"/>
                <a:gd name="connsiteY503" fmla="*/ 118205 h 790575"/>
                <a:gd name="connsiteX504" fmla="*/ 340709 w 438150"/>
                <a:gd name="connsiteY504" fmla="*/ 117634 h 790575"/>
                <a:gd name="connsiteX505" fmla="*/ 339852 w 438150"/>
                <a:gd name="connsiteY505" fmla="*/ 117157 h 790575"/>
                <a:gd name="connsiteX506" fmla="*/ 338995 w 438150"/>
                <a:gd name="connsiteY506" fmla="*/ 116872 h 790575"/>
                <a:gd name="connsiteX507" fmla="*/ 338042 w 438150"/>
                <a:gd name="connsiteY507" fmla="*/ 116681 h 790575"/>
                <a:gd name="connsiteX508" fmla="*/ 334994 w 438150"/>
                <a:gd name="connsiteY508" fmla="*/ 116491 h 790575"/>
                <a:gd name="connsiteX509" fmla="*/ 334233 w 438150"/>
                <a:gd name="connsiteY509" fmla="*/ 116300 h 790575"/>
                <a:gd name="connsiteX510" fmla="*/ 331184 w 438150"/>
                <a:gd name="connsiteY510" fmla="*/ 114967 h 790575"/>
                <a:gd name="connsiteX511" fmla="*/ 330708 w 438150"/>
                <a:gd name="connsiteY511" fmla="*/ 114681 h 790575"/>
                <a:gd name="connsiteX512" fmla="*/ 330232 w 438150"/>
                <a:gd name="connsiteY512" fmla="*/ 114300 h 790575"/>
                <a:gd name="connsiteX513" fmla="*/ 329470 w 438150"/>
                <a:gd name="connsiteY513" fmla="*/ 113729 h 790575"/>
                <a:gd name="connsiteX514" fmla="*/ 326422 w 438150"/>
                <a:gd name="connsiteY514" fmla="*/ 112871 h 790575"/>
                <a:gd name="connsiteX515" fmla="*/ 325088 w 438150"/>
                <a:gd name="connsiteY515" fmla="*/ 112776 h 790575"/>
                <a:gd name="connsiteX516" fmla="*/ 323755 w 438150"/>
                <a:gd name="connsiteY516" fmla="*/ 112395 h 790575"/>
                <a:gd name="connsiteX517" fmla="*/ 323279 w 438150"/>
                <a:gd name="connsiteY517" fmla="*/ 112395 h 790575"/>
                <a:gd name="connsiteX518" fmla="*/ 322517 w 438150"/>
                <a:gd name="connsiteY518" fmla="*/ 112490 h 790575"/>
                <a:gd name="connsiteX519" fmla="*/ 322231 w 438150"/>
                <a:gd name="connsiteY519" fmla="*/ 112490 h 790575"/>
                <a:gd name="connsiteX520" fmla="*/ 321278 w 438150"/>
                <a:gd name="connsiteY520" fmla="*/ 112300 h 790575"/>
                <a:gd name="connsiteX521" fmla="*/ 318421 w 438150"/>
                <a:gd name="connsiteY521" fmla="*/ 111443 h 790575"/>
                <a:gd name="connsiteX522" fmla="*/ 317850 w 438150"/>
                <a:gd name="connsiteY522" fmla="*/ 111443 h 790575"/>
                <a:gd name="connsiteX523" fmla="*/ 313658 w 438150"/>
                <a:gd name="connsiteY523" fmla="*/ 112300 h 790575"/>
                <a:gd name="connsiteX524" fmla="*/ 312420 w 438150"/>
                <a:gd name="connsiteY524" fmla="*/ 112871 h 790575"/>
                <a:gd name="connsiteX525" fmla="*/ 311277 w 438150"/>
                <a:gd name="connsiteY525" fmla="*/ 113729 h 790575"/>
                <a:gd name="connsiteX526" fmla="*/ 310420 w 438150"/>
                <a:gd name="connsiteY526" fmla="*/ 114871 h 790575"/>
                <a:gd name="connsiteX527" fmla="*/ 309848 w 438150"/>
                <a:gd name="connsiteY527" fmla="*/ 116205 h 790575"/>
                <a:gd name="connsiteX528" fmla="*/ 309848 w 438150"/>
                <a:gd name="connsiteY528" fmla="*/ 116586 h 790575"/>
                <a:gd name="connsiteX529" fmla="*/ 309944 w 438150"/>
                <a:gd name="connsiteY529" fmla="*/ 116777 h 790575"/>
                <a:gd name="connsiteX530" fmla="*/ 310039 w 438150"/>
                <a:gd name="connsiteY530" fmla="*/ 116967 h 790575"/>
                <a:gd name="connsiteX531" fmla="*/ 310134 w 438150"/>
                <a:gd name="connsiteY531" fmla="*/ 117253 h 790575"/>
                <a:gd name="connsiteX532" fmla="*/ 310610 w 438150"/>
                <a:gd name="connsiteY532" fmla="*/ 117443 h 790575"/>
                <a:gd name="connsiteX533" fmla="*/ 312801 w 438150"/>
                <a:gd name="connsiteY533" fmla="*/ 118967 h 790575"/>
                <a:gd name="connsiteX534" fmla="*/ 313087 w 438150"/>
                <a:gd name="connsiteY534" fmla="*/ 119444 h 790575"/>
                <a:gd name="connsiteX535" fmla="*/ 312992 w 438150"/>
                <a:gd name="connsiteY535" fmla="*/ 119920 h 790575"/>
                <a:gd name="connsiteX536" fmla="*/ 312515 w 438150"/>
                <a:gd name="connsiteY536" fmla="*/ 120301 h 790575"/>
                <a:gd name="connsiteX537" fmla="*/ 311849 w 438150"/>
                <a:gd name="connsiteY537" fmla="*/ 120587 h 790575"/>
                <a:gd name="connsiteX538" fmla="*/ 309944 w 438150"/>
                <a:gd name="connsiteY538" fmla="*/ 120968 h 790575"/>
                <a:gd name="connsiteX539" fmla="*/ 308801 w 438150"/>
                <a:gd name="connsiteY539" fmla="*/ 121348 h 790575"/>
                <a:gd name="connsiteX540" fmla="*/ 307181 w 438150"/>
                <a:gd name="connsiteY540" fmla="*/ 121634 h 790575"/>
                <a:gd name="connsiteX541" fmla="*/ 306705 w 438150"/>
                <a:gd name="connsiteY541" fmla="*/ 121825 h 790575"/>
                <a:gd name="connsiteX542" fmla="*/ 306229 w 438150"/>
                <a:gd name="connsiteY542" fmla="*/ 122111 h 790575"/>
                <a:gd name="connsiteX543" fmla="*/ 305658 w 438150"/>
                <a:gd name="connsiteY543" fmla="*/ 122777 h 790575"/>
                <a:gd name="connsiteX544" fmla="*/ 305276 w 438150"/>
                <a:gd name="connsiteY544" fmla="*/ 123635 h 790575"/>
                <a:gd name="connsiteX545" fmla="*/ 304991 w 438150"/>
                <a:gd name="connsiteY545" fmla="*/ 125444 h 790575"/>
                <a:gd name="connsiteX546" fmla="*/ 304610 w 438150"/>
                <a:gd name="connsiteY546" fmla="*/ 126587 h 790575"/>
                <a:gd name="connsiteX547" fmla="*/ 303943 w 438150"/>
                <a:gd name="connsiteY547" fmla="*/ 127445 h 790575"/>
                <a:gd name="connsiteX548" fmla="*/ 303086 w 438150"/>
                <a:gd name="connsiteY548" fmla="*/ 128016 h 790575"/>
                <a:gd name="connsiteX549" fmla="*/ 301943 w 438150"/>
                <a:gd name="connsiteY549" fmla="*/ 128397 h 790575"/>
                <a:gd name="connsiteX550" fmla="*/ 301943 w 438150"/>
                <a:gd name="connsiteY550" fmla="*/ 128397 h 790575"/>
                <a:gd name="connsiteX551" fmla="*/ 301943 w 438150"/>
                <a:gd name="connsiteY551" fmla="*/ 128397 h 790575"/>
                <a:gd name="connsiteX552" fmla="*/ 301943 w 438150"/>
                <a:gd name="connsiteY552" fmla="*/ 128397 h 790575"/>
                <a:gd name="connsiteX553" fmla="*/ 302038 w 438150"/>
                <a:gd name="connsiteY553" fmla="*/ 128111 h 790575"/>
                <a:gd name="connsiteX554" fmla="*/ 302038 w 438150"/>
                <a:gd name="connsiteY554" fmla="*/ 128111 h 790575"/>
                <a:gd name="connsiteX555" fmla="*/ 301847 w 438150"/>
                <a:gd name="connsiteY555" fmla="*/ 128206 h 790575"/>
                <a:gd name="connsiteX556" fmla="*/ 301466 w 438150"/>
                <a:gd name="connsiteY556" fmla="*/ 128397 h 790575"/>
                <a:gd name="connsiteX557" fmla="*/ 300990 w 438150"/>
                <a:gd name="connsiteY557" fmla="*/ 128873 h 790575"/>
                <a:gd name="connsiteX558" fmla="*/ 300704 w 438150"/>
                <a:gd name="connsiteY558" fmla="*/ 129635 h 790575"/>
                <a:gd name="connsiteX559" fmla="*/ 300609 w 438150"/>
                <a:gd name="connsiteY559" fmla="*/ 130683 h 790575"/>
                <a:gd name="connsiteX560" fmla="*/ 301085 w 438150"/>
                <a:gd name="connsiteY560" fmla="*/ 133921 h 790575"/>
                <a:gd name="connsiteX561" fmla="*/ 300800 w 438150"/>
                <a:gd name="connsiteY561" fmla="*/ 134493 h 790575"/>
                <a:gd name="connsiteX562" fmla="*/ 300323 w 438150"/>
                <a:gd name="connsiteY562" fmla="*/ 134874 h 790575"/>
                <a:gd name="connsiteX563" fmla="*/ 299847 w 438150"/>
                <a:gd name="connsiteY563" fmla="*/ 135636 h 790575"/>
                <a:gd name="connsiteX564" fmla="*/ 299276 w 438150"/>
                <a:gd name="connsiteY564" fmla="*/ 136398 h 790575"/>
                <a:gd name="connsiteX565" fmla="*/ 298323 w 438150"/>
                <a:gd name="connsiteY565" fmla="*/ 136779 h 790575"/>
                <a:gd name="connsiteX566" fmla="*/ 297466 w 438150"/>
                <a:gd name="connsiteY566" fmla="*/ 136588 h 790575"/>
                <a:gd name="connsiteX567" fmla="*/ 295846 w 438150"/>
                <a:gd name="connsiteY567" fmla="*/ 135541 h 790575"/>
                <a:gd name="connsiteX568" fmla="*/ 294894 w 438150"/>
                <a:gd name="connsiteY568" fmla="*/ 135255 h 790575"/>
                <a:gd name="connsiteX569" fmla="*/ 294037 w 438150"/>
                <a:gd name="connsiteY569" fmla="*/ 135446 h 790575"/>
                <a:gd name="connsiteX570" fmla="*/ 289560 w 438150"/>
                <a:gd name="connsiteY570" fmla="*/ 137446 h 790575"/>
                <a:gd name="connsiteX571" fmla="*/ 288798 w 438150"/>
                <a:gd name="connsiteY571" fmla="*/ 137922 h 790575"/>
                <a:gd name="connsiteX572" fmla="*/ 288512 w 438150"/>
                <a:gd name="connsiteY572" fmla="*/ 138494 h 790575"/>
                <a:gd name="connsiteX573" fmla="*/ 285464 w 438150"/>
                <a:gd name="connsiteY573" fmla="*/ 140113 h 790575"/>
                <a:gd name="connsiteX574" fmla="*/ 283559 w 438150"/>
                <a:gd name="connsiteY574" fmla="*/ 141922 h 790575"/>
                <a:gd name="connsiteX575" fmla="*/ 282797 w 438150"/>
                <a:gd name="connsiteY575" fmla="*/ 142399 h 790575"/>
                <a:gd name="connsiteX576" fmla="*/ 280892 w 438150"/>
                <a:gd name="connsiteY576" fmla="*/ 142875 h 790575"/>
                <a:gd name="connsiteX577" fmla="*/ 280130 w 438150"/>
                <a:gd name="connsiteY577" fmla="*/ 143351 h 790575"/>
                <a:gd name="connsiteX578" fmla="*/ 279845 w 438150"/>
                <a:gd name="connsiteY578" fmla="*/ 144209 h 790575"/>
                <a:gd name="connsiteX579" fmla="*/ 280130 w 438150"/>
                <a:gd name="connsiteY579" fmla="*/ 145256 h 790575"/>
                <a:gd name="connsiteX580" fmla="*/ 280607 w 438150"/>
                <a:gd name="connsiteY580" fmla="*/ 146018 h 790575"/>
                <a:gd name="connsiteX581" fmla="*/ 280607 w 438150"/>
                <a:gd name="connsiteY581" fmla="*/ 146399 h 790575"/>
                <a:gd name="connsiteX582" fmla="*/ 279464 w 438150"/>
                <a:gd name="connsiteY582" fmla="*/ 146209 h 790575"/>
                <a:gd name="connsiteX583" fmla="*/ 276796 w 438150"/>
                <a:gd name="connsiteY583" fmla="*/ 144875 h 790575"/>
                <a:gd name="connsiteX584" fmla="*/ 276035 w 438150"/>
                <a:gd name="connsiteY584" fmla="*/ 144685 h 790575"/>
                <a:gd name="connsiteX585" fmla="*/ 276035 w 438150"/>
                <a:gd name="connsiteY585" fmla="*/ 144209 h 790575"/>
                <a:gd name="connsiteX586" fmla="*/ 276892 w 438150"/>
                <a:gd name="connsiteY586" fmla="*/ 140589 h 790575"/>
                <a:gd name="connsiteX587" fmla="*/ 276225 w 438150"/>
                <a:gd name="connsiteY587" fmla="*/ 138398 h 790575"/>
                <a:gd name="connsiteX588" fmla="*/ 274511 w 438150"/>
                <a:gd name="connsiteY588" fmla="*/ 137541 h 790575"/>
                <a:gd name="connsiteX589" fmla="*/ 270034 w 438150"/>
                <a:gd name="connsiteY589" fmla="*/ 137541 h 790575"/>
                <a:gd name="connsiteX590" fmla="*/ 268129 w 438150"/>
                <a:gd name="connsiteY590" fmla="*/ 137160 h 790575"/>
                <a:gd name="connsiteX591" fmla="*/ 266414 w 438150"/>
                <a:gd name="connsiteY591" fmla="*/ 136207 h 790575"/>
                <a:gd name="connsiteX592" fmla="*/ 264986 w 438150"/>
                <a:gd name="connsiteY592" fmla="*/ 134969 h 790575"/>
                <a:gd name="connsiteX593" fmla="*/ 264033 w 438150"/>
                <a:gd name="connsiteY593" fmla="*/ 133731 h 790575"/>
                <a:gd name="connsiteX594" fmla="*/ 262414 w 438150"/>
                <a:gd name="connsiteY594" fmla="*/ 133826 h 790575"/>
                <a:gd name="connsiteX595" fmla="*/ 260890 w 438150"/>
                <a:gd name="connsiteY595" fmla="*/ 133064 h 790575"/>
                <a:gd name="connsiteX596" fmla="*/ 258223 w 438150"/>
                <a:gd name="connsiteY596" fmla="*/ 130683 h 790575"/>
                <a:gd name="connsiteX597" fmla="*/ 256985 w 438150"/>
                <a:gd name="connsiteY597" fmla="*/ 129064 h 790575"/>
                <a:gd name="connsiteX598" fmla="*/ 256604 w 438150"/>
                <a:gd name="connsiteY598" fmla="*/ 128873 h 790575"/>
                <a:gd name="connsiteX599" fmla="*/ 256413 w 438150"/>
                <a:gd name="connsiteY599" fmla="*/ 128683 h 790575"/>
                <a:gd name="connsiteX600" fmla="*/ 254794 w 438150"/>
                <a:gd name="connsiteY600" fmla="*/ 127540 h 790575"/>
                <a:gd name="connsiteX601" fmla="*/ 254318 w 438150"/>
                <a:gd name="connsiteY601" fmla="*/ 126587 h 790575"/>
                <a:gd name="connsiteX602" fmla="*/ 254127 w 438150"/>
                <a:gd name="connsiteY602" fmla="*/ 125635 h 790575"/>
                <a:gd name="connsiteX603" fmla="*/ 253746 w 438150"/>
                <a:gd name="connsiteY603" fmla="*/ 124873 h 790575"/>
                <a:gd name="connsiteX604" fmla="*/ 252794 w 438150"/>
                <a:gd name="connsiteY604" fmla="*/ 124301 h 790575"/>
                <a:gd name="connsiteX605" fmla="*/ 250317 w 438150"/>
                <a:gd name="connsiteY605" fmla="*/ 124206 h 790575"/>
                <a:gd name="connsiteX606" fmla="*/ 248793 w 438150"/>
                <a:gd name="connsiteY606" fmla="*/ 124111 h 790575"/>
                <a:gd name="connsiteX607" fmla="*/ 248412 w 438150"/>
                <a:gd name="connsiteY607" fmla="*/ 124396 h 790575"/>
                <a:gd name="connsiteX608" fmla="*/ 247555 w 438150"/>
                <a:gd name="connsiteY608" fmla="*/ 125254 h 790575"/>
                <a:gd name="connsiteX609" fmla="*/ 239554 w 438150"/>
                <a:gd name="connsiteY609" fmla="*/ 133826 h 790575"/>
                <a:gd name="connsiteX610" fmla="*/ 238506 w 438150"/>
                <a:gd name="connsiteY610" fmla="*/ 134207 h 790575"/>
                <a:gd name="connsiteX611" fmla="*/ 236506 w 438150"/>
                <a:gd name="connsiteY611" fmla="*/ 133064 h 790575"/>
                <a:gd name="connsiteX612" fmla="*/ 234410 w 438150"/>
                <a:gd name="connsiteY612" fmla="*/ 132493 h 790575"/>
                <a:gd name="connsiteX613" fmla="*/ 233934 w 438150"/>
                <a:gd name="connsiteY613" fmla="*/ 131826 h 790575"/>
                <a:gd name="connsiteX614" fmla="*/ 233648 w 438150"/>
                <a:gd name="connsiteY614" fmla="*/ 131826 h 790575"/>
                <a:gd name="connsiteX615" fmla="*/ 232791 w 438150"/>
                <a:gd name="connsiteY615" fmla="*/ 132683 h 790575"/>
                <a:gd name="connsiteX616" fmla="*/ 232315 w 438150"/>
                <a:gd name="connsiteY616" fmla="*/ 133731 h 790575"/>
                <a:gd name="connsiteX617" fmla="*/ 231839 w 438150"/>
                <a:gd name="connsiteY617" fmla="*/ 136112 h 790575"/>
                <a:gd name="connsiteX618" fmla="*/ 230600 w 438150"/>
                <a:gd name="connsiteY618" fmla="*/ 139732 h 790575"/>
                <a:gd name="connsiteX619" fmla="*/ 230410 w 438150"/>
                <a:gd name="connsiteY619" fmla="*/ 140875 h 790575"/>
                <a:gd name="connsiteX620" fmla="*/ 225552 w 438150"/>
                <a:gd name="connsiteY620" fmla="*/ 141827 h 790575"/>
                <a:gd name="connsiteX621" fmla="*/ 224695 w 438150"/>
                <a:gd name="connsiteY621" fmla="*/ 142399 h 790575"/>
                <a:gd name="connsiteX622" fmla="*/ 224219 w 438150"/>
                <a:gd name="connsiteY622" fmla="*/ 143446 h 790575"/>
                <a:gd name="connsiteX623" fmla="*/ 223647 w 438150"/>
                <a:gd name="connsiteY623" fmla="*/ 144018 h 790575"/>
                <a:gd name="connsiteX624" fmla="*/ 222409 w 438150"/>
                <a:gd name="connsiteY624" fmla="*/ 143256 h 790575"/>
                <a:gd name="connsiteX625" fmla="*/ 222409 w 438150"/>
                <a:gd name="connsiteY625" fmla="*/ 144113 h 790575"/>
                <a:gd name="connsiteX626" fmla="*/ 222314 w 438150"/>
                <a:gd name="connsiteY626" fmla="*/ 144875 h 790575"/>
                <a:gd name="connsiteX627" fmla="*/ 222123 w 438150"/>
                <a:gd name="connsiteY627" fmla="*/ 145447 h 790575"/>
                <a:gd name="connsiteX628" fmla="*/ 221742 w 438150"/>
                <a:gd name="connsiteY628" fmla="*/ 145923 h 790575"/>
                <a:gd name="connsiteX629" fmla="*/ 220790 w 438150"/>
                <a:gd name="connsiteY629" fmla="*/ 146304 h 790575"/>
                <a:gd name="connsiteX630" fmla="*/ 220218 w 438150"/>
                <a:gd name="connsiteY630" fmla="*/ 146495 h 790575"/>
                <a:gd name="connsiteX631" fmla="*/ 221361 w 438150"/>
                <a:gd name="connsiteY631" fmla="*/ 147447 h 790575"/>
                <a:gd name="connsiteX632" fmla="*/ 220313 w 438150"/>
                <a:gd name="connsiteY632" fmla="*/ 148209 h 790575"/>
                <a:gd name="connsiteX633" fmla="*/ 218504 w 438150"/>
                <a:gd name="connsiteY633" fmla="*/ 148971 h 790575"/>
                <a:gd name="connsiteX634" fmla="*/ 217456 w 438150"/>
                <a:gd name="connsiteY634" fmla="*/ 150019 h 790575"/>
                <a:gd name="connsiteX635" fmla="*/ 217265 w 438150"/>
                <a:gd name="connsiteY635" fmla="*/ 150400 h 790575"/>
                <a:gd name="connsiteX636" fmla="*/ 216979 w 438150"/>
                <a:gd name="connsiteY636" fmla="*/ 150781 h 790575"/>
                <a:gd name="connsiteX637" fmla="*/ 216789 w 438150"/>
                <a:gd name="connsiteY637" fmla="*/ 151257 h 790575"/>
                <a:gd name="connsiteX638" fmla="*/ 216694 w 438150"/>
                <a:gd name="connsiteY638" fmla="*/ 151352 h 790575"/>
                <a:gd name="connsiteX639" fmla="*/ 216218 w 438150"/>
                <a:gd name="connsiteY639" fmla="*/ 150304 h 790575"/>
                <a:gd name="connsiteX640" fmla="*/ 216122 w 438150"/>
                <a:gd name="connsiteY640" fmla="*/ 149923 h 790575"/>
                <a:gd name="connsiteX641" fmla="*/ 216027 w 438150"/>
                <a:gd name="connsiteY641" fmla="*/ 149638 h 790575"/>
                <a:gd name="connsiteX642" fmla="*/ 215932 w 438150"/>
                <a:gd name="connsiteY642" fmla="*/ 149638 h 790575"/>
                <a:gd name="connsiteX643" fmla="*/ 215741 w 438150"/>
                <a:gd name="connsiteY643" fmla="*/ 149733 h 790575"/>
                <a:gd name="connsiteX644" fmla="*/ 215456 w 438150"/>
                <a:gd name="connsiteY644" fmla="*/ 149923 h 790575"/>
                <a:gd name="connsiteX645" fmla="*/ 214789 w 438150"/>
                <a:gd name="connsiteY645" fmla="*/ 150590 h 790575"/>
                <a:gd name="connsiteX646" fmla="*/ 214027 w 438150"/>
                <a:gd name="connsiteY646" fmla="*/ 150686 h 790575"/>
                <a:gd name="connsiteX647" fmla="*/ 213265 w 438150"/>
                <a:gd name="connsiteY647" fmla="*/ 150590 h 790575"/>
                <a:gd name="connsiteX648" fmla="*/ 212503 w 438150"/>
                <a:gd name="connsiteY648" fmla="*/ 150876 h 790575"/>
                <a:gd name="connsiteX649" fmla="*/ 212217 w 438150"/>
                <a:gd name="connsiteY649" fmla="*/ 151352 h 790575"/>
                <a:gd name="connsiteX650" fmla="*/ 212598 w 438150"/>
                <a:gd name="connsiteY650" fmla="*/ 151543 h 790575"/>
                <a:gd name="connsiteX651" fmla="*/ 213170 w 438150"/>
                <a:gd name="connsiteY651" fmla="*/ 151543 h 790575"/>
                <a:gd name="connsiteX652" fmla="*/ 213455 w 438150"/>
                <a:gd name="connsiteY652" fmla="*/ 151638 h 790575"/>
                <a:gd name="connsiteX653" fmla="*/ 213360 w 438150"/>
                <a:gd name="connsiteY653" fmla="*/ 152019 h 790575"/>
                <a:gd name="connsiteX654" fmla="*/ 213265 w 438150"/>
                <a:gd name="connsiteY654" fmla="*/ 152210 h 790575"/>
                <a:gd name="connsiteX655" fmla="*/ 212312 w 438150"/>
                <a:gd name="connsiteY655" fmla="*/ 153448 h 790575"/>
                <a:gd name="connsiteX656" fmla="*/ 211931 w 438150"/>
                <a:gd name="connsiteY656" fmla="*/ 153543 h 790575"/>
                <a:gd name="connsiteX657" fmla="*/ 211550 w 438150"/>
                <a:gd name="connsiteY657" fmla="*/ 153543 h 790575"/>
                <a:gd name="connsiteX658" fmla="*/ 210884 w 438150"/>
                <a:gd name="connsiteY658" fmla="*/ 153734 h 790575"/>
                <a:gd name="connsiteX659" fmla="*/ 205073 w 438150"/>
                <a:gd name="connsiteY659" fmla="*/ 158496 h 790575"/>
                <a:gd name="connsiteX660" fmla="*/ 204121 w 438150"/>
                <a:gd name="connsiteY660" fmla="*/ 159829 h 790575"/>
                <a:gd name="connsiteX661" fmla="*/ 203073 w 438150"/>
                <a:gd name="connsiteY661" fmla="*/ 161830 h 790575"/>
                <a:gd name="connsiteX662" fmla="*/ 202692 w 438150"/>
                <a:gd name="connsiteY662" fmla="*/ 162306 h 790575"/>
                <a:gd name="connsiteX663" fmla="*/ 202025 w 438150"/>
                <a:gd name="connsiteY663" fmla="*/ 162592 h 790575"/>
                <a:gd name="connsiteX664" fmla="*/ 201359 w 438150"/>
                <a:gd name="connsiteY664" fmla="*/ 162687 h 790575"/>
                <a:gd name="connsiteX665" fmla="*/ 200787 w 438150"/>
                <a:gd name="connsiteY665" fmla="*/ 162973 h 790575"/>
                <a:gd name="connsiteX666" fmla="*/ 200692 w 438150"/>
                <a:gd name="connsiteY666" fmla="*/ 163735 h 790575"/>
                <a:gd name="connsiteX667" fmla="*/ 200692 w 438150"/>
                <a:gd name="connsiteY667" fmla="*/ 163735 h 790575"/>
                <a:gd name="connsiteX668" fmla="*/ 199835 w 438150"/>
                <a:gd name="connsiteY668" fmla="*/ 164973 h 790575"/>
                <a:gd name="connsiteX669" fmla="*/ 199549 w 438150"/>
                <a:gd name="connsiteY669" fmla="*/ 165259 h 790575"/>
                <a:gd name="connsiteX670" fmla="*/ 199073 w 438150"/>
                <a:gd name="connsiteY670" fmla="*/ 165545 h 790575"/>
                <a:gd name="connsiteX671" fmla="*/ 198882 w 438150"/>
                <a:gd name="connsiteY671" fmla="*/ 165545 h 790575"/>
                <a:gd name="connsiteX672" fmla="*/ 198692 w 438150"/>
                <a:gd name="connsiteY672" fmla="*/ 165354 h 790575"/>
                <a:gd name="connsiteX673" fmla="*/ 197168 w 438150"/>
                <a:gd name="connsiteY673" fmla="*/ 164782 h 790575"/>
                <a:gd name="connsiteX674" fmla="*/ 195548 w 438150"/>
                <a:gd name="connsiteY674" fmla="*/ 163830 h 790575"/>
                <a:gd name="connsiteX675" fmla="*/ 194691 w 438150"/>
                <a:gd name="connsiteY675" fmla="*/ 163639 h 790575"/>
                <a:gd name="connsiteX676" fmla="*/ 193929 w 438150"/>
                <a:gd name="connsiteY676" fmla="*/ 162687 h 790575"/>
                <a:gd name="connsiteX677" fmla="*/ 193072 w 438150"/>
                <a:gd name="connsiteY677" fmla="*/ 161925 h 790575"/>
                <a:gd name="connsiteX678" fmla="*/ 192119 w 438150"/>
                <a:gd name="connsiteY678" fmla="*/ 161258 h 790575"/>
                <a:gd name="connsiteX679" fmla="*/ 191071 w 438150"/>
                <a:gd name="connsiteY679" fmla="*/ 160782 h 790575"/>
                <a:gd name="connsiteX680" fmla="*/ 188786 w 438150"/>
                <a:gd name="connsiteY680" fmla="*/ 160306 h 790575"/>
                <a:gd name="connsiteX681" fmla="*/ 186881 w 438150"/>
                <a:gd name="connsiteY681" fmla="*/ 159925 h 790575"/>
                <a:gd name="connsiteX682" fmla="*/ 186023 w 438150"/>
                <a:gd name="connsiteY682" fmla="*/ 159258 h 790575"/>
                <a:gd name="connsiteX683" fmla="*/ 186023 w 438150"/>
                <a:gd name="connsiteY683" fmla="*/ 158020 h 790575"/>
                <a:gd name="connsiteX684" fmla="*/ 186785 w 438150"/>
                <a:gd name="connsiteY684" fmla="*/ 156877 h 790575"/>
                <a:gd name="connsiteX685" fmla="*/ 188500 w 438150"/>
                <a:gd name="connsiteY685" fmla="*/ 154781 h 790575"/>
                <a:gd name="connsiteX686" fmla="*/ 189643 w 438150"/>
                <a:gd name="connsiteY686" fmla="*/ 152305 h 790575"/>
                <a:gd name="connsiteX687" fmla="*/ 189738 w 438150"/>
                <a:gd name="connsiteY687" fmla="*/ 151924 h 790575"/>
                <a:gd name="connsiteX688" fmla="*/ 190024 w 438150"/>
                <a:gd name="connsiteY688" fmla="*/ 150971 h 790575"/>
                <a:gd name="connsiteX689" fmla="*/ 189929 w 438150"/>
                <a:gd name="connsiteY689" fmla="*/ 149828 h 790575"/>
                <a:gd name="connsiteX690" fmla="*/ 189833 w 438150"/>
                <a:gd name="connsiteY690" fmla="*/ 149257 h 790575"/>
                <a:gd name="connsiteX691" fmla="*/ 189929 w 438150"/>
                <a:gd name="connsiteY691" fmla="*/ 148780 h 790575"/>
                <a:gd name="connsiteX692" fmla="*/ 190310 w 438150"/>
                <a:gd name="connsiteY692" fmla="*/ 148399 h 790575"/>
                <a:gd name="connsiteX693" fmla="*/ 190786 w 438150"/>
                <a:gd name="connsiteY693" fmla="*/ 148114 h 790575"/>
                <a:gd name="connsiteX694" fmla="*/ 190881 w 438150"/>
                <a:gd name="connsiteY694" fmla="*/ 148019 h 790575"/>
                <a:gd name="connsiteX695" fmla="*/ 190881 w 438150"/>
                <a:gd name="connsiteY695" fmla="*/ 147923 h 790575"/>
                <a:gd name="connsiteX696" fmla="*/ 190881 w 438150"/>
                <a:gd name="connsiteY696" fmla="*/ 147828 h 790575"/>
                <a:gd name="connsiteX697" fmla="*/ 190786 w 438150"/>
                <a:gd name="connsiteY697" fmla="*/ 147733 h 790575"/>
                <a:gd name="connsiteX698" fmla="*/ 190405 w 438150"/>
                <a:gd name="connsiteY698" fmla="*/ 147352 h 790575"/>
                <a:gd name="connsiteX699" fmla="*/ 190310 w 438150"/>
                <a:gd name="connsiteY699" fmla="*/ 146971 h 790575"/>
                <a:gd name="connsiteX700" fmla="*/ 190405 w 438150"/>
                <a:gd name="connsiteY700" fmla="*/ 146590 h 790575"/>
                <a:gd name="connsiteX701" fmla="*/ 190786 w 438150"/>
                <a:gd name="connsiteY701" fmla="*/ 146304 h 790575"/>
                <a:gd name="connsiteX702" fmla="*/ 191834 w 438150"/>
                <a:gd name="connsiteY702" fmla="*/ 145828 h 790575"/>
                <a:gd name="connsiteX703" fmla="*/ 192119 w 438150"/>
                <a:gd name="connsiteY703" fmla="*/ 145161 h 790575"/>
                <a:gd name="connsiteX704" fmla="*/ 191929 w 438150"/>
                <a:gd name="connsiteY704" fmla="*/ 143256 h 790575"/>
                <a:gd name="connsiteX705" fmla="*/ 192119 w 438150"/>
                <a:gd name="connsiteY705" fmla="*/ 142113 h 790575"/>
                <a:gd name="connsiteX706" fmla="*/ 192500 w 438150"/>
                <a:gd name="connsiteY706" fmla="*/ 141542 h 790575"/>
                <a:gd name="connsiteX707" fmla="*/ 194120 w 438150"/>
                <a:gd name="connsiteY707" fmla="*/ 140589 h 790575"/>
                <a:gd name="connsiteX708" fmla="*/ 195548 w 438150"/>
                <a:gd name="connsiteY708" fmla="*/ 139351 h 790575"/>
                <a:gd name="connsiteX709" fmla="*/ 196406 w 438150"/>
                <a:gd name="connsiteY709" fmla="*/ 138017 h 790575"/>
                <a:gd name="connsiteX710" fmla="*/ 197072 w 438150"/>
                <a:gd name="connsiteY710" fmla="*/ 136588 h 790575"/>
                <a:gd name="connsiteX711" fmla="*/ 198025 w 438150"/>
                <a:gd name="connsiteY711" fmla="*/ 135064 h 790575"/>
                <a:gd name="connsiteX712" fmla="*/ 198692 w 438150"/>
                <a:gd name="connsiteY712" fmla="*/ 134493 h 790575"/>
                <a:gd name="connsiteX713" fmla="*/ 200406 w 438150"/>
                <a:gd name="connsiteY713" fmla="*/ 133445 h 790575"/>
                <a:gd name="connsiteX714" fmla="*/ 200787 w 438150"/>
                <a:gd name="connsiteY714" fmla="*/ 132683 h 790575"/>
                <a:gd name="connsiteX715" fmla="*/ 200596 w 438150"/>
                <a:gd name="connsiteY715" fmla="*/ 131921 h 790575"/>
                <a:gd name="connsiteX716" fmla="*/ 199739 w 438150"/>
                <a:gd name="connsiteY716" fmla="*/ 129826 h 790575"/>
                <a:gd name="connsiteX717" fmla="*/ 199549 w 438150"/>
                <a:gd name="connsiteY717" fmla="*/ 128778 h 790575"/>
                <a:gd name="connsiteX718" fmla="*/ 199739 w 438150"/>
                <a:gd name="connsiteY718" fmla="*/ 127826 h 790575"/>
                <a:gd name="connsiteX719" fmla="*/ 200501 w 438150"/>
                <a:gd name="connsiteY719" fmla="*/ 125730 h 790575"/>
                <a:gd name="connsiteX720" fmla="*/ 200596 w 438150"/>
                <a:gd name="connsiteY720" fmla="*/ 124873 h 790575"/>
                <a:gd name="connsiteX721" fmla="*/ 200406 w 438150"/>
                <a:gd name="connsiteY721" fmla="*/ 124396 h 790575"/>
                <a:gd name="connsiteX722" fmla="*/ 200025 w 438150"/>
                <a:gd name="connsiteY722" fmla="*/ 124111 h 790575"/>
                <a:gd name="connsiteX723" fmla="*/ 199644 w 438150"/>
                <a:gd name="connsiteY723" fmla="*/ 123920 h 790575"/>
                <a:gd name="connsiteX724" fmla="*/ 199358 w 438150"/>
                <a:gd name="connsiteY724" fmla="*/ 123635 h 790575"/>
                <a:gd name="connsiteX725" fmla="*/ 198977 w 438150"/>
                <a:gd name="connsiteY725" fmla="*/ 122492 h 790575"/>
                <a:gd name="connsiteX726" fmla="*/ 198787 w 438150"/>
                <a:gd name="connsiteY726" fmla="*/ 122111 h 790575"/>
                <a:gd name="connsiteX727" fmla="*/ 198787 w 438150"/>
                <a:gd name="connsiteY727" fmla="*/ 120205 h 790575"/>
                <a:gd name="connsiteX728" fmla="*/ 198882 w 438150"/>
                <a:gd name="connsiteY728" fmla="*/ 119634 h 790575"/>
                <a:gd name="connsiteX729" fmla="*/ 199168 w 438150"/>
                <a:gd name="connsiteY729" fmla="*/ 119253 h 790575"/>
                <a:gd name="connsiteX730" fmla="*/ 200025 w 438150"/>
                <a:gd name="connsiteY730" fmla="*/ 118301 h 790575"/>
                <a:gd name="connsiteX731" fmla="*/ 200216 w 438150"/>
                <a:gd name="connsiteY731" fmla="*/ 117920 h 790575"/>
                <a:gd name="connsiteX732" fmla="*/ 199739 w 438150"/>
                <a:gd name="connsiteY732" fmla="*/ 117157 h 790575"/>
                <a:gd name="connsiteX733" fmla="*/ 196406 w 438150"/>
                <a:gd name="connsiteY733" fmla="*/ 115634 h 790575"/>
                <a:gd name="connsiteX734" fmla="*/ 196025 w 438150"/>
                <a:gd name="connsiteY734" fmla="*/ 115253 h 790575"/>
                <a:gd name="connsiteX735" fmla="*/ 194786 w 438150"/>
                <a:gd name="connsiteY735" fmla="*/ 114110 h 790575"/>
                <a:gd name="connsiteX736" fmla="*/ 194025 w 438150"/>
                <a:gd name="connsiteY736" fmla="*/ 113157 h 790575"/>
                <a:gd name="connsiteX737" fmla="*/ 193643 w 438150"/>
                <a:gd name="connsiteY737" fmla="*/ 112204 h 790575"/>
                <a:gd name="connsiteX738" fmla="*/ 193929 w 438150"/>
                <a:gd name="connsiteY738" fmla="*/ 111062 h 790575"/>
                <a:gd name="connsiteX739" fmla="*/ 195453 w 438150"/>
                <a:gd name="connsiteY739" fmla="*/ 109442 h 790575"/>
                <a:gd name="connsiteX740" fmla="*/ 195834 w 438150"/>
                <a:gd name="connsiteY740" fmla="*/ 108395 h 790575"/>
                <a:gd name="connsiteX741" fmla="*/ 195929 w 438150"/>
                <a:gd name="connsiteY741" fmla="*/ 107823 h 790575"/>
                <a:gd name="connsiteX742" fmla="*/ 196120 w 438150"/>
                <a:gd name="connsiteY742" fmla="*/ 107537 h 790575"/>
                <a:gd name="connsiteX743" fmla="*/ 199549 w 438150"/>
                <a:gd name="connsiteY743" fmla="*/ 105632 h 790575"/>
                <a:gd name="connsiteX744" fmla="*/ 200216 w 438150"/>
                <a:gd name="connsiteY744" fmla="*/ 104965 h 790575"/>
                <a:gd name="connsiteX745" fmla="*/ 200406 w 438150"/>
                <a:gd name="connsiteY745" fmla="*/ 104394 h 790575"/>
                <a:gd name="connsiteX746" fmla="*/ 200406 w 438150"/>
                <a:gd name="connsiteY746" fmla="*/ 103156 h 790575"/>
                <a:gd name="connsiteX747" fmla="*/ 200501 w 438150"/>
                <a:gd name="connsiteY747" fmla="*/ 102584 h 790575"/>
                <a:gd name="connsiteX748" fmla="*/ 200883 w 438150"/>
                <a:gd name="connsiteY748" fmla="*/ 102203 h 790575"/>
                <a:gd name="connsiteX749" fmla="*/ 201835 w 438150"/>
                <a:gd name="connsiteY749" fmla="*/ 101822 h 790575"/>
                <a:gd name="connsiteX750" fmla="*/ 202311 w 438150"/>
                <a:gd name="connsiteY750" fmla="*/ 101537 h 790575"/>
                <a:gd name="connsiteX751" fmla="*/ 203740 w 438150"/>
                <a:gd name="connsiteY751" fmla="*/ 100108 h 790575"/>
                <a:gd name="connsiteX752" fmla="*/ 204407 w 438150"/>
                <a:gd name="connsiteY752" fmla="*/ 99251 h 790575"/>
                <a:gd name="connsiteX753" fmla="*/ 204692 w 438150"/>
                <a:gd name="connsiteY753" fmla="*/ 98393 h 790575"/>
                <a:gd name="connsiteX754" fmla="*/ 204407 w 438150"/>
                <a:gd name="connsiteY754" fmla="*/ 97536 h 790575"/>
                <a:gd name="connsiteX755" fmla="*/ 203168 w 438150"/>
                <a:gd name="connsiteY755" fmla="*/ 96298 h 790575"/>
                <a:gd name="connsiteX756" fmla="*/ 202883 w 438150"/>
                <a:gd name="connsiteY756" fmla="*/ 95250 h 790575"/>
                <a:gd name="connsiteX757" fmla="*/ 203073 w 438150"/>
                <a:gd name="connsiteY757" fmla="*/ 94393 h 790575"/>
                <a:gd name="connsiteX758" fmla="*/ 203835 w 438150"/>
                <a:gd name="connsiteY758" fmla="*/ 92583 h 790575"/>
                <a:gd name="connsiteX759" fmla="*/ 204121 w 438150"/>
                <a:gd name="connsiteY759" fmla="*/ 91630 h 790575"/>
                <a:gd name="connsiteX760" fmla="*/ 203835 w 438150"/>
                <a:gd name="connsiteY760" fmla="*/ 88297 h 790575"/>
                <a:gd name="connsiteX761" fmla="*/ 203930 w 438150"/>
                <a:gd name="connsiteY761" fmla="*/ 87249 h 790575"/>
                <a:gd name="connsiteX762" fmla="*/ 204311 w 438150"/>
                <a:gd name="connsiteY762" fmla="*/ 86296 h 790575"/>
                <a:gd name="connsiteX763" fmla="*/ 205550 w 438150"/>
                <a:gd name="connsiteY763" fmla="*/ 84772 h 790575"/>
                <a:gd name="connsiteX764" fmla="*/ 206121 w 438150"/>
                <a:gd name="connsiteY764" fmla="*/ 83915 h 790575"/>
                <a:gd name="connsiteX765" fmla="*/ 206597 w 438150"/>
                <a:gd name="connsiteY765" fmla="*/ 82105 h 790575"/>
                <a:gd name="connsiteX766" fmla="*/ 206978 w 438150"/>
                <a:gd name="connsiteY766" fmla="*/ 81344 h 790575"/>
                <a:gd name="connsiteX767" fmla="*/ 209264 w 438150"/>
                <a:gd name="connsiteY767" fmla="*/ 79153 h 790575"/>
                <a:gd name="connsiteX768" fmla="*/ 208788 w 438150"/>
                <a:gd name="connsiteY768" fmla="*/ 77534 h 790575"/>
                <a:gd name="connsiteX769" fmla="*/ 207359 w 438150"/>
                <a:gd name="connsiteY769" fmla="*/ 75914 h 790575"/>
                <a:gd name="connsiteX770" fmla="*/ 205073 w 438150"/>
                <a:gd name="connsiteY770" fmla="*/ 73914 h 790575"/>
                <a:gd name="connsiteX771" fmla="*/ 204407 w 438150"/>
                <a:gd name="connsiteY771" fmla="*/ 73247 h 790575"/>
                <a:gd name="connsiteX772" fmla="*/ 204026 w 438150"/>
                <a:gd name="connsiteY772" fmla="*/ 72390 h 790575"/>
                <a:gd name="connsiteX773" fmla="*/ 203930 w 438150"/>
                <a:gd name="connsiteY773" fmla="*/ 71056 h 790575"/>
                <a:gd name="connsiteX774" fmla="*/ 204121 w 438150"/>
                <a:gd name="connsiteY774" fmla="*/ 67818 h 790575"/>
                <a:gd name="connsiteX775" fmla="*/ 203073 w 438150"/>
                <a:gd name="connsiteY775" fmla="*/ 63151 h 790575"/>
                <a:gd name="connsiteX776" fmla="*/ 203073 w 438150"/>
                <a:gd name="connsiteY776" fmla="*/ 62770 h 790575"/>
                <a:gd name="connsiteX777" fmla="*/ 203168 w 438150"/>
                <a:gd name="connsiteY777" fmla="*/ 62484 h 790575"/>
                <a:gd name="connsiteX778" fmla="*/ 203168 w 438150"/>
                <a:gd name="connsiteY778" fmla="*/ 62198 h 790575"/>
                <a:gd name="connsiteX779" fmla="*/ 202978 w 438150"/>
                <a:gd name="connsiteY779" fmla="*/ 61722 h 790575"/>
                <a:gd name="connsiteX780" fmla="*/ 202692 w 438150"/>
                <a:gd name="connsiteY780" fmla="*/ 61531 h 790575"/>
                <a:gd name="connsiteX781" fmla="*/ 201835 w 438150"/>
                <a:gd name="connsiteY781" fmla="*/ 61341 h 790575"/>
                <a:gd name="connsiteX782" fmla="*/ 201454 w 438150"/>
                <a:gd name="connsiteY782" fmla="*/ 61055 h 790575"/>
                <a:gd name="connsiteX783" fmla="*/ 201168 w 438150"/>
                <a:gd name="connsiteY783" fmla="*/ 59436 h 790575"/>
                <a:gd name="connsiteX784" fmla="*/ 201454 w 438150"/>
                <a:gd name="connsiteY784" fmla="*/ 57150 h 790575"/>
                <a:gd name="connsiteX785" fmla="*/ 202216 w 438150"/>
                <a:gd name="connsiteY785" fmla="*/ 55150 h 790575"/>
                <a:gd name="connsiteX786" fmla="*/ 203359 w 438150"/>
                <a:gd name="connsiteY786" fmla="*/ 54388 h 790575"/>
                <a:gd name="connsiteX787" fmla="*/ 204597 w 438150"/>
                <a:gd name="connsiteY787" fmla="*/ 54102 h 790575"/>
                <a:gd name="connsiteX788" fmla="*/ 205264 w 438150"/>
                <a:gd name="connsiteY788" fmla="*/ 52864 h 790575"/>
                <a:gd name="connsiteX789" fmla="*/ 205550 w 438150"/>
                <a:gd name="connsiteY789" fmla="*/ 51245 h 790575"/>
                <a:gd name="connsiteX790" fmla="*/ 205454 w 438150"/>
                <a:gd name="connsiteY790" fmla="*/ 49911 h 790575"/>
                <a:gd name="connsiteX791" fmla="*/ 205264 w 438150"/>
                <a:gd name="connsiteY791" fmla="*/ 49149 h 790575"/>
                <a:gd name="connsiteX792" fmla="*/ 204978 w 438150"/>
                <a:gd name="connsiteY792" fmla="*/ 48578 h 790575"/>
                <a:gd name="connsiteX793" fmla="*/ 204597 w 438150"/>
                <a:gd name="connsiteY793" fmla="*/ 48101 h 790575"/>
                <a:gd name="connsiteX794" fmla="*/ 203930 w 438150"/>
                <a:gd name="connsiteY794" fmla="*/ 47720 h 790575"/>
                <a:gd name="connsiteX795" fmla="*/ 203073 w 438150"/>
                <a:gd name="connsiteY795" fmla="*/ 47435 h 790575"/>
                <a:gd name="connsiteX796" fmla="*/ 202502 w 438150"/>
                <a:gd name="connsiteY796" fmla="*/ 47625 h 790575"/>
                <a:gd name="connsiteX797" fmla="*/ 202025 w 438150"/>
                <a:gd name="connsiteY797" fmla="*/ 48006 h 790575"/>
                <a:gd name="connsiteX798" fmla="*/ 201454 w 438150"/>
                <a:gd name="connsiteY798" fmla="*/ 48387 h 790575"/>
                <a:gd name="connsiteX799" fmla="*/ 200216 w 438150"/>
                <a:gd name="connsiteY799" fmla="*/ 48768 h 790575"/>
                <a:gd name="connsiteX800" fmla="*/ 198692 w 438150"/>
                <a:gd name="connsiteY800" fmla="*/ 48959 h 790575"/>
                <a:gd name="connsiteX801" fmla="*/ 197168 w 438150"/>
                <a:gd name="connsiteY801" fmla="*/ 48863 h 790575"/>
                <a:gd name="connsiteX802" fmla="*/ 195739 w 438150"/>
                <a:gd name="connsiteY802" fmla="*/ 48292 h 790575"/>
                <a:gd name="connsiteX803" fmla="*/ 193453 w 438150"/>
                <a:gd name="connsiteY803" fmla="*/ 46863 h 790575"/>
                <a:gd name="connsiteX804" fmla="*/ 192310 w 438150"/>
                <a:gd name="connsiteY804" fmla="*/ 46482 h 790575"/>
                <a:gd name="connsiteX805" fmla="*/ 190786 w 438150"/>
                <a:gd name="connsiteY805" fmla="*/ 46292 h 790575"/>
                <a:gd name="connsiteX806" fmla="*/ 186119 w 438150"/>
                <a:gd name="connsiteY806" fmla="*/ 46387 h 790575"/>
                <a:gd name="connsiteX807" fmla="*/ 185833 w 438150"/>
                <a:gd name="connsiteY807" fmla="*/ 46292 h 790575"/>
                <a:gd name="connsiteX808" fmla="*/ 185547 w 438150"/>
                <a:gd name="connsiteY808" fmla="*/ 46292 h 790575"/>
                <a:gd name="connsiteX809" fmla="*/ 185071 w 438150"/>
                <a:gd name="connsiteY809" fmla="*/ 46577 h 790575"/>
                <a:gd name="connsiteX810" fmla="*/ 184880 w 438150"/>
                <a:gd name="connsiteY810" fmla="*/ 46863 h 790575"/>
                <a:gd name="connsiteX811" fmla="*/ 184214 w 438150"/>
                <a:gd name="connsiteY811" fmla="*/ 48006 h 790575"/>
                <a:gd name="connsiteX812" fmla="*/ 182118 w 438150"/>
                <a:gd name="connsiteY812" fmla="*/ 50578 h 790575"/>
                <a:gd name="connsiteX813" fmla="*/ 179737 w 438150"/>
                <a:gd name="connsiteY813" fmla="*/ 52864 h 790575"/>
                <a:gd name="connsiteX814" fmla="*/ 179261 w 438150"/>
                <a:gd name="connsiteY814" fmla="*/ 53626 h 790575"/>
                <a:gd name="connsiteX815" fmla="*/ 178879 w 438150"/>
                <a:gd name="connsiteY815" fmla="*/ 53530 h 790575"/>
                <a:gd name="connsiteX816" fmla="*/ 178499 w 438150"/>
                <a:gd name="connsiteY816" fmla="*/ 52959 h 790575"/>
                <a:gd name="connsiteX817" fmla="*/ 178022 w 438150"/>
                <a:gd name="connsiteY817" fmla="*/ 52388 h 790575"/>
                <a:gd name="connsiteX818" fmla="*/ 177260 w 438150"/>
                <a:gd name="connsiteY818" fmla="*/ 51911 h 790575"/>
                <a:gd name="connsiteX819" fmla="*/ 172974 w 438150"/>
                <a:gd name="connsiteY819" fmla="*/ 50292 h 790575"/>
                <a:gd name="connsiteX820" fmla="*/ 171545 w 438150"/>
                <a:gd name="connsiteY820" fmla="*/ 50387 h 790575"/>
                <a:gd name="connsiteX821" fmla="*/ 170402 w 438150"/>
                <a:gd name="connsiteY821" fmla="*/ 51245 h 790575"/>
                <a:gd name="connsiteX822" fmla="*/ 169831 w 438150"/>
                <a:gd name="connsiteY822" fmla="*/ 52197 h 790575"/>
                <a:gd name="connsiteX823" fmla="*/ 169450 w 438150"/>
                <a:gd name="connsiteY823" fmla="*/ 52864 h 790575"/>
                <a:gd name="connsiteX824" fmla="*/ 168497 w 438150"/>
                <a:gd name="connsiteY824" fmla="*/ 52959 h 790575"/>
                <a:gd name="connsiteX825" fmla="*/ 166973 w 438150"/>
                <a:gd name="connsiteY825" fmla="*/ 52483 h 790575"/>
                <a:gd name="connsiteX826" fmla="*/ 165450 w 438150"/>
                <a:gd name="connsiteY826" fmla="*/ 51816 h 790575"/>
                <a:gd name="connsiteX827" fmla="*/ 164497 w 438150"/>
                <a:gd name="connsiteY827" fmla="*/ 51245 h 790575"/>
                <a:gd name="connsiteX828" fmla="*/ 163830 w 438150"/>
                <a:gd name="connsiteY828" fmla="*/ 50578 h 790575"/>
                <a:gd name="connsiteX829" fmla="*/ 163640 w 438150"/>
                <a:gd name="connsiteY829" fmla="*/ 49721 h 790575"/>
                <a:gd name="connsiteX830" fmla="*/ 163640 w 438150"/>
                <a:gd name="connsiteY830" fmla="*/ 48863 h 790575"/>
                <a:gd name="connsiteX831" fmla="*/ 163449 w 438150"/>
                <a:gd name="connsiteY831" fmla="*/ 47911 h 790575"/>
                <a:gd name="connsiteX832" fmla="*/ 163068 w 438150"/>
                <a:gd name="connsiteY832" fmla="*/ 47149 h 790575"/>
                <a:gd name="connsiteX833" fmla="*/ 162020 w 438150"/>
                <a:gd name="connsiteY833" fmla="*/ 45815 h 790575"/>
                <a:gd name="connsiteX834" fmla="*/ 161639 w 438150"/>
                <a:gd name="connsiteY834" fmla="*/ 45148 h 790575"/>
                <a:gd name="connsiteX835" fmla="*/ 161354 w 438150"/>
                <a:gd name="connsiteY835" fmla="*/ 44196 h 790575"/>
                <a:gd name="connsiteX836" fmla="*/ 161258 w 438150"/>
                <a:gd name="connsiteY836" fmla="*/ 42386 h 790575"/>
                <a:gd name="connsiteX837" fmla="*/ 161068 w 438150"/>
                <a:gd name="connsiteY837" fmla="*/ 41529 h 790575"/>
                <a:gd name="connsiteX838" fmla="*/ 160687 w 438150"/>
                <a:gd name="connsiteY838" fmla="*/ 40862 h 790575"/>
                <a:gd name="connsiteX839" fmla="*/ 160115 w 438150"/>
                <a:gd name="connsiteY839" fmla="*/ 40196 h 790575"/>
                <a:gd name="connsiteX840" fmla="*/ 159829 w 438150"/>
                <a:gd name="connsiteY840" fmla="*/ 39814 h 790575"/>
                <a:gd name="connsiteX841" fmla="*/ 159544 w 438150"/>
                <a:gd name="connsiteY841" fmla="*/ 39053 h 790575"/>
                <a:gd name="connsiteX842" fmla="*/ 159734 w 438150"/>
                <a:gd name="connsiteY842" fmla="*/ 38005 h 790575"/>
                <a:gd name="connsiteX843" fmla="*/ 160973 w 438150"/>
                <a:gd name="connsiteY843" fmla="*/ 36290 h 790575"/>
                <a:gd name="connsiteX844" fmla="*/ 161639 w 438150"/>
                <a:gd name="connsiteY844" fmla="*/ 35433 h 790575"/>
                <a:gd name="connsiteX845" fmla="*/ 162211 w 438150"/>
                <a:gd name="connsiteY845" fmla="*/ 33909 h 790575"/>
                <a:gd name="connsiteX846" fmla="*/ 162592 w 438150"/>
                <a:gd name="connsiteY846" fmla="*/ 33433 h 790575"/>
                <a:gd name="connsiteX847" fmla="*/ 162973 w 438150"/>
                <a:gd name="connsiteY847" fmla="*/ 33147 h 790575"/>
                <a:gd name="connsiteX848" fmla="*/ 164021 w 438150"/>
                <a:gd name="connsiteY848" fmla="*/ 32766 h 790575"/>
                <a:gd name="connsiteX849" fmla="*/ 164497 w 438150"/>
                <a:gd name="connsiteY849" fmla="*/ 32480 h 790575"/>
                <a:gd name="connsiteX850" fmla="*/ 164973 w 438150"/>
                <a:gd name="connsiteY850" fmla="*/ 31623 h 790575"/>
                <a:gd name="connsiteX851" fmla="*/ 165164 w 438150"/>
                <a:gd name="connsiteY851" fmla="*/ 30671 h 790575"/>
                <a:gd name="connsiteX852" fmla="*/ 165450 w 438150"/>
                <a:gd name="connsiteY852" fmla="*/ 28765 h 790575"/>
                <a:gd name="connsiteX853" fmla="*/ 166783 w 438150"/>
                <a:gd name="connsiteY853" fmla="*/ 25241 h 790575"/>
                <a:gd name="connsiteX854" fmla="*/ 166783 w 438150"/>
                <a:gd name="connsiteY854" fmla="*/ 25241 h 790575"/>
                <a:gd name="connsiteX855" fmla="*/ 168116 w 438150"/>
                <a:gd name="connsiteY855" fmla="*/ 21241 h 790575"/>
                <a:gd name="connsiteX856" fmla="*/ 168497 w 438150"/>
                <a:gd name="connsiteY856" fmla="*/ 19050 h 790575"/>
                <a:gd name="connsiteX857" fmla="*/ 168402 w 438150"/>
                <a:gd name="connsiteY857" fmla="*/ 16192 h 790575"/>
                <a:gd name="connsiteX858" fmla="*/ 168307 w 438150"/>
                <a:gd name="connsiteY858" fmla="*/ 15621 h 790575"/>
                <a:gd name="connsiteX859" fmla="*/ 168021 w 438150"/>
                <a:gd name="connsiteY859" fmla="*/ 15716 h 790575"/>
                <a:gd name="connsiteX860" fmla="*/ 167735 w 438150"/>
                <a:gd name="connsiteY860" fmla="*/ 16478 h 790575"/>
                <a:gd name="connsiteX861" fmla="*/ 167354 w 438150"/>
                <a:gd name="connsiteY861" fmla="*/ 16669 h 790575"/>
                <a:gd name="connsiteX862" fmla="*/ 166497 w 438150"/>
                <a:gd name="connsiteY862" fmla="*/ 16383 h 790575"/>
                <a:gd name="connsiteX863" fmla="*/ 165640 w 438150"/>
                <a:gd name="connsiteY863" fmla="*/ 15812 h 790575"/>
                <a:gd name="connsiteX864" fmla="*/ 165259 w 438150"/>
                <a:gd name="connsiteY864" fmla="*/ 15335 h 790575"/>
                <a:gd name="connsiteX865" fmla="*/ 165068 w 438150"/>
                <a:gd name="connsiteY865" fmla="*/ 15050 h 790575"/>
                <a:gd name="connsiteX866" fmla="*/ 164211 w 438150"/>
                <a:gd name="connsiteY866" fmla="*/ 14669 h 790575"/>
                <a:gd name="connsiteX867" fmla="*/ 163830 w 438150"/>
                <a:gd name="connsiteY867" fmla="*/ 14383 h 790575"/>
                <a:gd name="connsiteX868" fmla="*/ 163640 w 438150"/>
                <a:gd name="connsiteY868" fmla="*/ 14097 h 790575"/>
                <a:gd name="connsiteX869" fmla="*/ 163354 w 438150"/>
                <a:gd name="connsiteY869" fmla="*/ 13335 h 790575"/>
                <a:gd name="connsiteX870" fmla="*/ 163068 w 438150"/>
                <a:gd name="connsiteY870" fmla="*/ 12859 h 790575"/>
                <a:gd name="connsiteX871" fmla="*/ 161735 w 438150"/>
                <a:gd name="connsiteY871" fmla="*/ 11049 h 790575"/>
                <a:gd name="connsiteX872" fmla="*/ 158687 w 438150"/>
                <a:gd name="connsiteY872" fmla="*/ 4382 h 790575"/>
                <a:gd name="connsiteX873" fmla="*/ 157639 w 438150"/>
                <a:gd name="connsiteY873" fmla="*/ 3238 h 790575"/>
                <a:gd name="connsiteX874" fmla="*/ 155639 w 438150"/>
                <a:gd name="connsiteY874" fmla="*/ 2667 h 790575"/>
                <a:gd name="connsiteX875" fmla="*/ 153734 w 438150"/>
                <a:gd name="connsiteY875" fmla="*/ 3143 h 790575"/>
                <a:gd name="connsiteX876" fmla="*/ 152114 w 438150"/>
                <a:gd name="connsiteY876" fmla="*/ 4191 h 790575"/>
                <a:gd name="connsiteX877" fmla="*/ 151067 w 438150"/>
                <a:gd name="connsiteY877" fmla="*/ 5525 h 790575"/>
                <a:gd name="connsiteX878" fmla="*/ 150495 w 438150"/>
                <a:gd name="connsiteY878" fmla="*/ 7525 h 790575"/>
                <a:gd name="connsiteX879" fmla="*/ 150400 w 438150"/>
                <a:gd name="connsiteY879" fmla="*/ 7620 h 790575"/>
                <a:gd name="connsiteX880" fmla="*/ 150114 w 438150"/>
                <a:gd name="connsiteY880" fmla="*/ 7620 h 790575"/>
                <a:gd name="connsiteX881" fmla="*/ 148971 w 438150"/>
                <a:gd name="connsiteY881" fmla="*/ 8096 h 790575"/>
                <a:gd name="connsiteX882" fmla="*/ 148781 w 438150"/>
                <a:gd name="connsiteY882" fmla="*/ 8192 h 790575"/>
                <a:gd name="connsiteX883" fmla="*/ 148304 w 438150"/>
                <a:gd name="connsiteY883" fmla="*/ 8668 h 790575"/>
                <a:gd name="connsiteX884" fmla="*/ 148304 w 438150"/>
                <a:gd name="connsiteY884" fmla="*/ 10858 h 790575"/>
                <a:gd name="connsiteX885" fmla="*/ 147542 w 438150"/>
                <a:gd name="connsiteY885" fmla="*/ 11621 h 790575"/>
                <a:gd name="connsiteX886" fmla="*/ 146590 w 438150"/>
                <a:gd name="connsiteY886" fmla="*/ 11621 h 790575"/>
                <a:gd name="connsiteX887" fmla="*/ 145637 w 438150"/>
                <a:gd name="connsiteY887" fmla="*/ 11144 h 790575"/>
                <a:gd name="connsiteX888" fmla="*/ 144875 w 438150"/>
                <a:gd name="connsiteY888" fmla="*/ 10287 h 790575"/>
                <a:gd name="connsiteX889" fmla="*/ 144590 w 438150"/>
                <a:gd name="connsiteY889" fmla="*/ 9144 h 790575"/>
                <a:gd name="connsiteX890" fmla="*/ 144685 w 438150"/>
                <a:gd name="connsiteY890" fmla="*/ 7239 h 790575"/>
                <a:gd name="connsiteX891" fmla="*/ 142399 w 438150"/>
                <a:gd name="connsiteY891" fmla="*/ 5810 h 790575"/>
                <a:gd name="connsiteX892" fmla="*/ 142018 w 438150"/>
                <a:gd name="connsiteY892" fmla="*/ 5144 h 790575"/>
                <a:gd name="connsiteX893" fmla="*/ 141732 w 438150"/>
                <a:gd name="connsiteY893" fmla="*/ 4572 h 790575"/>
                <a:gd name="connsiteX894" fmla="*/ 141351 w 438150"/>
                <a:gd name="connsiteY894" fmla="*/ 4096 h 790575"/>
                <a:gd name="connsiteX895" fmla="*/ 140684 w 438150"/>
                <a:gd name="connsiteY895" fmla="*/ 3715 h 790575"/>
                <a:gd name="connsiteX896" fmla="*/ 139922 w 438150"/>
                <a:gd name="connsiteY896" fmla="*/ 3524 h 790575"/>
                <a:gd name="connsiteX897" fmla="*/ 139351 w 438150"/>
                <a:gd name="connsiteY897" fmla="*/ 3524 h 790575"/>
                <a:gd name="connsiteX898" fmla="*/ 138779 w 438150"/>
                <a:gd name="connsiteY898" fmla="*/ 3334 h 790575"/>
                <a:gd name="connsiteX899" fmla="*/ 138208 w 438150"/>
                <a:gd name="connsiteY899" fmla="*/ 2572 h 790575"/>
                <a:gd name="connsiteX900" fmla="*/ 137732 w 438150"/>
                <a:gd name="connsiteY900" fmla="*/ 2096 h 790575"/>
                <a:gd name="connsiteX901" fmla="*/ 137541 w 438150"/>
                <a:gd name="connsiteY901" fmla="*/ 1619 h 790575"/>
                <a:gd name="connsiteX902" fmla="*/ 137446 w 438150"/>
                <a:gd name="connsiteY902" fmla="*/ 1048 h 790575"/>
                <a:gd name="connsiteX903" fmla="*/ 137065 w 438150"/>
                <a:gd name="connsiteY903" fmla="*/ 571 h 790575"/>
                <a:gd name="connsiteX904" fmla="*/ 136493 w 438150"/>
                <a:gd name="connsiteY904" fmla="*/ 95 h 790575"/>
                <a:gd name="connsiteX905" fmla="*/ 136208 w 438150"/>
                <a:gd name="connsiteY905" fmla="*/ 0 h 790575"/>
                <a:gd name="connsiteX906" fmla="*/ 135922 w 438150"/>
                <a:gd name="connsiteY906" fmla="*/ 95 h 790575"/>
                <a:gd name="connsiteX907" fmla="*/ 133064 w 438150"/>
                <a:gd name="connsiteY907" fmla="*/ 476 h 790575"/>
                <a:gd name="connsiteX908" fmla="*/ 131921 w 438150"/>
                <a:gd name="connsiteY908" fmla="*/ 857 h 790575"/>
                <a:gd name="connsiteX909" fmla="*/ 130969 w 438150"/>
                <a:gd name="connsiteY909" fmla="*/ 1524 h 790575"/>
                <a:gd name="connsiteX910" fmla="*/ 130397 w 438150"/>
                <a:gd name="connsiteY910" fmla="*/ 2381 h 790575"/>
                <a:gd name="connsiteX911" fmla="*/ 129731 w 438150"/>
                <a:gd name="connsiteY911" fmla="*/ 4382 h 790575"/>
                <a:gd name="connsiteX912" fmla="*/ 129254 w 438150"/>
                <a:gd name="connsiteY912" fmla="*/ 5334 h 790575"/>
                <a:gd name="connsiteX913" fmla="*/ 128397 w 438150"/>
                <a:gd name="connsiteY913" fmla="*/ 6191 h 790575"/>
                <a:gd name="connsiteX914" fmla="*/ 127445 w 438150"/>
                <a:gd name="connsiteY914" fmla="*/ 6477 h 790575"/>
                <a:gd name="connsiteX915" fmla="*/ 125349 w 438150"/>
                <a:gd name="connsiteY915" fmla="*/ 6477 h 790575"/>
                <a:gd name="connsiteX916" fmla="*/ 124301 w 438150"/>
                <a:gd name="connsiteY916" fmla="*/ 6667 h 790575"/>
                <a:gd name="connsiteX917" fmla="*/ 122301 w 438150"/>
                <a:gd name="connsiteY917" fmla="*/ 7525 h 790575"/>
                <a:gd name="connsiteX918" fmla="*/ 121253 w 438150"/>
                <a:gd name="connsiteY918" fmla="*/ 7715 h 790575"/>
                <a:gd name="connsiteX919" fmla="*/ 120777 w 438150"/>
                <a:gd name="connsiteY919" fmla="*/ 7620 h 790575"/>
                <a:gd name="connsiteX920" fmla="*/ 120015 w 438150"/>
                <a:gd name="connsiteY920" fmla="*/ 7049 h 790575"/>
                <a:gd name="connsiteX921" fmla="*/ 119539 w 438150"/>
                <a:gd name="connsiteY921" fmla="*/ 6858 h 790575"/>
                <a:gd name="connsiteX922" fmla="*/ 118967 w 438150"/>
                <a:gd name="connsiteY922" fmla="*/ 6858 h 790575"/>
                <a:gd name="connsiteX923" fmla="*/ 118015 w 438150"/>
                <a:gd name="connsiteY923" fmla="*/ 6953 h 790575"/>
                <a:gd name="connsiteX924" fmla="*/ 117539 w 438150"/>
                <a:gd name="connsiteY924" fmla="*/ 6953 h 790575"/>
                <a:gd name="connsiteX925" fmla="*/ 113538 w 438150"/>
                <a:gd name="connsiteY925" fmla="*/ 5620 h 790575"/>
                <a:gd name="connsiteX926" fmla="*/ 110966 w 438150"/>
                <a:gd name="connsiteY926" fmla="*/ 3810 h 790575"/>
                <a:gd name="connsiteX927" fmla="*/ 110204 w 438150"/>
                <a:gd name="connsiteY927" fmla="*/ 3524 h 790575"/>
                <a:gd name="connsiteX928" fmla="*/ 109157 w 438150"/>
                <a:gd name="connsiteY928" fmla="*/ 3905 h 790575"/>
                <a:gd name="connsiteX929" fmla="*/ 109633 w 438150"/>
                <a:gd name="connsiteY929" fmla="*/ 4858 h 790575"/>
                <a:gd name="connsiteX930" fmla="*/ 111538 w 438150"/>
                <a:gd name="connsiteY930" fmla="*/ 6858 h 790575"/>
                <a:gd name="connsiteX931" fmla="*/ 112014 w 438150"/>
                <a:gd name="connsiteY931" fmla="*/ 7906 h 790575"/>
                <a:gd name="connsiteX932" fmla="*/ 112586 w 438150"/>
                <a:gd name="connsiteY932" fmla="*/ 11144 h 790575"/>
                <a:gd name="connsiteX933" fmla="*/ 114300 w 438150"/>
                <a:gd name="connsiteY933" fmla="*/ 13049 h 790575"/>
                <a:gd name="connsiteX934" fmla="*/ 114681 w 438150"/>
                <a:gd name="connsiteY934" fmla="*/ 13907 h 790575"/>
                <a:gd name="connsiteX935" fmla="*/ 114395 w 438150"/>
                <a:gd name="connsiteY935" fmla="*/ 15335 h 790575"/>
                <a:gd name="connsiteX936" fmla="*/ 113824 w 438150"/>
                <a:gd name="connsiteY936" fmla="*/ 16288 h 790575"/>
                <a:gd name="connsiteX937" fmla="*/ 113729 w 438150"/>
                <a:gd name="connsiteY937" fmla="*/ 16383 h 790575"/>
                <a:gd name="connsiteX938" fmla="*/ 113252 w 438150"/>
                <a:gd name="connsiteY938" fmla="*/ 16764 h 790575"/>
                <a:gd name="connsiteX939" fmla="*/ 112586 w 438150"/>
                <a:gd name="connsiteY939" fmla="*/ 17050 h 790575"/>
                <a:gd name="connsiteX940" fmla="*/ 111919 w 438150"/>
                <a:gd name="connsiteY940" fmla="*/ 17812 h 790575"/>
                <a:gd name="connsiteX941" fmla="*/ 110204 w 438150"/>
                <a:gd name="connsiteY941" fmla="*/ 19241 h 790575"/>
                <a:gd name="connsiteX942" fmla="*/ 103918 w 438150"/>
                <a:gd name="connsiteY942" fmla="*/ 21241 h 790575"/>
                <a:gd name="connsiteX943" fmla="*/ 102584 w 438150"/>
                <a:gd name="connsiteY943" fmla="*/ 21431 h 790575"/>
                <a:gd name="connsiteX944" fmla="*/ 101537 w 438150"/>
                <a:gd name="connsiteY944" fmla="*/ 20860 h 790575"/>
                <a:gd name="connsiteX945" fmla="*/ 99441 w 438150"/>
                <a:gd name="connsiteY945" fmla="*/ 19145 h 790575"/>
                <a:gd name="connsiteX946" fmla="*/ 98489 w 438150"/>
                <a:gd name="connsiteY946" fmla="*/ 18669 h 790575"/>
                <a:gd name="connsiteX947" fmla="*/ 96298 w 438150"/>
                <a:gd name="connsiteY947" fmla="*/ 18002 h 790575"/>
                <a:gd name="connsiteX948" fmla="*/ 95250 w 438150"/>
                <a:gd name="connsiteY948" fmla="*/ 17907 h 790575"/>
                <a:gd name="connsiteX949" fmla="*/ 93059 w 438150"/>
                <a:gd name="connsiteY949" fmla="*/ 18193 h 790575"/>
                <a:gd name="connsiteX950" fmla="*/ 90773 w 438150"/>
                <a:gd name="connsiteY950" fmla="*/ 19145 h 790575"/>
                <a:gd name="connsiteX951" fmla="*/ 88868 w 438150"/>
                <a:gd name="connsiteY951" fmla="*/ 20574 h 790575"/>
                <a:gd name="connsiteX952" fmla="*/ 87821 w 438150"/>
                <a:gd name="connsiteY952" fmla="*/ 22479 h 790575"/>
                <a:gd name="connsiteX953" fmla="*/ 87249 w 438150"/>
                <a:gd name="connsiteY953" fmla="*/ 26289 h 790575"/>
                <a:gd name="connsiteX954" fmla="*/ 87344 w 438150"/>
                <a:gd name="connsiteY954" fmla="*/ 26861 h 790575"/>
                <a:gd name="connsiteX955" fmla="*/ 87630 w 438150"/>
                <a:gd name="connsiteY955" fmla="*/ 27908 h 790575"/>
                <a:gd name="connsiteX956" fmla="*/ 87630 w 438150"/>
                <a:gd name="connsiteY956" fmla="*/ 28385 h 790575"/>
                <a:gd name="connsiteX957" fmla="*/ 87535 w 438150"/>
                <a:gd name="connsiteY957" fmla="*/ 28670 h 790575"/>
                <a:gd name="connsiteX958" fmla="*/ 87249 w 438150"/>
                <a:gd name="connsiteY958" fmla="*/ 28956 h 790575"/>
                <a:gd name="connsiteX959" fmla="*/ 86963 w 438150"/>
                <a:gd name="connsiteY959" fmla="*/ 29337 h 790575"/>
                <a:gd name="connsiteX960" fmla="*/ 86868 w 438150"/>
                <a:gd name="connsiteY960" fmla="*/ 29909 h 790575"/>
                <a:gd name="connsiteX961" fmla="*/ 87059 w 438150"/>
                <a:gd name="connsiteY961" fmla="*/ 31242 h 790575"/>
                <a:gd name="connsiteX962" fmla="*/ 87344 w 438150"/>
                <a:gd name="connsiteY962" fmla="*/ 32290 h 790575"/>
                <a:gd name="connsiteX963" fmla="*/ 87440 w 438150"/>
                <a:gd name="connsiteY963" fmla="*/ 33338 h 790575"/>
                <a:gd name="connsiteX964" fmla="*/ 87059 w 438150"/>
                <a:gd name="connsiteY964" fmla="*/ 34766 h 790575"/>
                <a:gd name="connsiteX965" fmla="*/ 86392 w 438150"/>
                <a:gd name="connsiteY965" fmla="*/ 36004 h 790575"/>
                <a:gd name="connsiteX966" fmla="*/ 85630 w 438150"/>
                <a:gd name="connsiteY966" fmla="*/ 36671 h 790575"/>
                <a:gd name="connsiteX967" fmla="*/ 83629 w 438150"/>
                <a:gd name="connsiteY967" fmla="*/ 37529 h 790575"/>
                <a:gd name="connsiteX968" fmla="*/ 81725 w 438150"/>
                <a:gd name="connsiteY968" fmla="*/ 38862 h 790575"/>
                <a:gd name="connsiteX969" fmla="*/ 80867 w 438150"/>
                <a:gd name="connsiteY969" fmla="*/ 39053 h 790575"/>
                <a:gd name="connsiteX970" fmla="*/ 79820 w 438150"/>
                <a:gd name="connsiteY970" fmla="*/ 37529 h 790575"/>
                <a:gd name="connsiteX971" fmla="*/ 79153 w 438150"/>
                <a:gd name="connsiteY971" fmla="*/ 36957 h 790575"/>
                <a:gd name="connsiteX972" fmla="*/ 78391 w 438150"/>
                <a:gd name="connsiteY972" fmla="*/ 36481 h 790575"/>
                <a:gd name="connsiteX973" fmla="*/ 76771 w 438150"/>
                <a:gd name="connsiteY973" fmla="*/ 35719 h 790575"/>
                <a:gd name="connsiteX974" fmla="*/ 73724 w 438150"/>
                <a:gd name="connsiteY974" fmla="*/ 38100 h 790575"/>
                <a:gd name="connsiteX975" fmla="*/ 72676 w 438150"/>
                <a:gd name="connsiteY975" fmla="*/ 38481 h 790575"/>
                <a:gd name="connsiteX976" fmla="*/ 68009 w 438150"/>
                <a:gd name="connsiteY976" fmla="*/ 39148 h 790575"/>
                <a:gd name="connsiteX977" fmla="*/ 67056 w 438150"/>
                <a:gd name="connsiteY977" fmla="*/ 39529 h 790575"/>
                <a:gd name="connsiteX978" fmla="*/ 66580 w 438150"/>
                <a:gd name="connsiteY978" fmla="*/ 39910 h 790575"/>
                <a:gd name="connsiteX979" fmla="*/ 65723 w 438150"/>
                <a:gd name="connsiteY979" fmla="*/ 41053 h 790575"/>
                <a:gd name="connsiteX980" fmla="*/ 65342 w 438150"/>
                <a:gd name="connsiteY980" fmla="*/ 41338 h 790575"/>
                <a:gd name="connsiteX981" fmla="*/ 64199 w 438150"/>
                <a:gd name="connsiteY981" fmla="*/ 41529 h 790575"/>
                <a:gd name="connsiteX982" fmla="*/ 63151 w 438150"/>
                <a:gd name="connsiteY982" fmla="*/ 41910 h 790575"/>
                <a:gd name="connsiteX983" fmla="*/ 62579 w 438150"/>
                <a:gd name="connsiteY983" fmla="*/ 42386 h 790575"/>
                <a:gd name="connsiteX984" fmla="*/ 62484 w 438150"/>
                <a:gd name="connsiteY984" fmla="*/ 42767 h 790575"/>
                <a:gd name="connsiteX985" fmla="*/ 62294 w 438150"/>
                <a:gd name="connsiteY985" fmla="*/ 42863 h 790575"/>
                <a:gd name="connsiteX986" fmla="*/ 61436 w 438150"/>
                <a:gd name="connsiteY986" fmla="*/ 42481 h 790575"/>
                <a:gd name="connsiteX987" fmla="*/ 60865 w 438150"/>
                <a:gd name="connsiteY987" fmla="*/ 42005 h 790575"/>
                <a:gd name="connsiteX988" fmla="*/ 60484 w 438150"/>
                <a:gd name="connsiteY988" fmla="*/ 41529 h 790575"/>
                <a:gd name="connsiteX989" fmla="*/ 60008 w 438150"/>
                <a:gd name="connsiteY989" fmla="*/ 41148 h 790575"/>
                <a:gd name="connsiteX990" fmla="*/ 59436 w 438150"/>
                <a:gd name="connsiteY990" fmla="*/ 41243 h 790575"/>
                <a:gd name="connsiteX991" fmla="*/ 59246 w 438150"/>
                <a:gd name="connsiteY991" fmla="*/ 41243 h 790575"/>
                <a:gd name="connsiteX992" fmla="*/ 57436 w 438150"/>
                <a:gd name="connsiteY992" fmla="*/ 42196 h 790575"/>
                <a:gd name="connsiteX993" fmla="*/ 55054 w 438150"/>
                <a:gd name="connsiteY993" fmla="*/ 42291 h 790575"/>
                <a:gd name="connsiteX994" fmla="*/ 52578 w 438150"/>
                <a:gd name="connsiteY994" fmla="*/ 42005 h 790575"/>
                <a:gd name="connsiteX995" fmla="*/ 50483 w 438150"/>
                <a:gd name="connsiteY995" fmla="*/ 42005 h 790575"/>
                <a:gd name="connsiteX996" fmla="*/ 48101 w 438150"/>
                <a:gd name="connsiteY996" fmla="*/ 43148 h 790575"/>
                <a:gd name="connsiteX997" fmla="*/ 46768 w 438150"/>
                <a:gd name="connsiteY997" fmla="*/ 43434 h 790575"/>
                <a:gd name="connsiteX998" fmla="*/ 45815 w 438150"/>
                <a:gd name="connsiteY998" fmla="*/ 42767 h 790575"/>
                <a:gd name="connsiteX999" fmla="*/ 45244 w 438150"/>
                <a:gd name="connsiteY999" fmla="*/ 42577 h 790575"/>
                <a:gd name="connsiteX1000" fmla="*/ 45339 w 438150"/>
                <a:gd name="connsiteY1000" fmla="*/ 41434 h 790575"/>
                <a:gd name="connsiteX1001" fmla="*/ 45053 w 438150"/>
                <a:gd name="connsiteY1001" fmla="*/ 40862 h 790575"/>
                <a:gd name="connsiteX1002" fmla="*/ 44672 w 438150"/>
                <a:gd name="connsiteY1002" fmla="*/ 40672 h 790575"/>
                <a:gd name="connsiteX1003" fmla="*/ 42863 w 438150"/>
                <a:gd name="connsiteY1003" fmla="*/ 40100 h 790575"/>
                <a:gd name="connsiteX1004" fmla="*/ 40767 w 438150"/>
                <a:gd name="connsiteY1004" fmla="*/ 38195 h 790575"/>
                <a:gd name="connsiteX1005" fmla="*/ 39624 w 438150"/>
                <a:gd name="connsiteY1005" fmla="*/ 37624 h 790575"/>
                <a:gd name="connsiteX1006" fmla="*/ 38291 w 438150"/>
                <a:gd name="connsiteY1006" fmla="*/ 37814 h 790575"/>
                <a:gd name="connsiteX1007" fmla="*/ 37624 w 438150"/>
                <a:gd name="connsiteY1007" fmla="*/ 37624 h 790575"/>
                <a:gd name="connsiteX1008" fmla="*/ 36957 w 438150"/>
                <a:gd name="connsiteY1008" fmla="*/ 36671 h 790575"/>
                <a:gd name="connsiteX1009" fmla="*/ 36195 w 438150"/>
                <a:gd name="connsiteY1009" fmla="*/ 35909 h 790575"/>
                <a:gd name="connsiteX1010" fmla="*/ 35052 w 438150"/>
                <a:gd name="connsiteY1010" fmla="*/ 36195 h 790575"/>
                <a:gd name="connsiteX1011" fmla="*/ 34671 w 438150"/>
                <a:gd name="connsiteY1011" fmla="*/ 36957 h 790575"/>
                <a:gd name="connsiteX1012" fmla="*/ 34004 w 438150"/>
                <a:gd name="connsiteY1012" fmla="*/ 40577 h 790575"/>
                <a:gd name="connsiteX1013" fmla="*/ 34100 w 438150"/>
                <a:gd name="connsiteY1013" fmla="*/ 41624 h 790575"/>
                <a:gd name="connsiteX1014" fmla="*/ 34576 w 438150"/>
                <a:gd name="connsiteY1014" fmla="*/ 43624 h 790575"/>
                <a:gd name="connsiteX1015" fmla="*/ 34576 w 438150"/>
                <a:gd name="connsiteY1015" fmla="*/ 44577 h 790575"/>
                <a:gd name="connsiteX1016" fmla="*/ 34290 w 438150"/>
                <a:gd name="connsiteY1016" fmla="*/ 45244 h 790575"/>
                <a:gd name="connsiteX1017" fmla="*/ 33909 w 438150"/>
                <a:gd name="connsiteY1017" fmla="*/ 45434 h 790575"/>
                <a:gd name="connsiteX1018" fmla="*/ 33433 w 438150"/>
                <a:gd name="connsiteY1018" fmla="*/ 45434 h 790575"/>
                <a:gd name="connsiteX1019" fmla="*/ 32861 w 438150"/>
                <a:gd name="connsiteY1019" fmla="*/ 45625 h 790575"/>
                <a:gd name="connsiteX1020" fmla="*/ 32385 w 438150"/>
                <a:gd name="connsiteY1020" fmla="*/ 46006 h 790575"/>
                <a:gd name="connsiteX1021" fmla="*/ 31623 w 438150"/>
                <a:gd name="connsiteY1021" fmla="*/ 46958 h 790575"/>
                <a:gd name="connsiteX1022" fmla="*/ 31242 w 438150"/>
                <a:gd name="connsiteY1022" fmla="*/ 47339 h 790575"/>
                <a:gd name="connsiteX1023" fmla="*/ 28004 w 438150"/>
                <a:gd name="connsiteY1023" fmla="*/ 48959 h 790575"/>
                <a:gd name="connsiteX1024" fmla="*/ 27146 w 438150"/>
                <a:gd name="connsiteY1024" fmla="*/ 49054 h 790575"/>
                <a:gd name="connsiteX1025" fmla="*/ 26099 w 438150"/>
                <a:gd name="connsiteY1025" fmla="*/ 49244 h 790575"/>
                <a:gd name="connsiteX1026" fmla="*/ 25622 w 438150"/>
                <a:gd name="connsiteY1026" fmla="*/ 49911 h 790575"/>
                <a:gd name="connsiteX1027" fmla="*/ 25622 w 438150"/>
                <a:gd name="connsiteY1027" fmla="*/ 50959 h 790575"/>
                <a:gd name="connsiteX1028" fmla="*/ 25718 w 438150"/>
                <a:gd name="connsiteY1028" fmla="*/ 52102 h 790575"/>
                <a:gd name="connsiteX1029" fmla="*/ 25908 w 438150"/>
                <a:gd name="connsiteY1029" fmla="*/ 52769 h 790575"/>
                <a:gd name="connsiteX1030" fmla="*/ 26099 w 438150"/>
                <a:gd name="connsiteY1030" fmla="*/ 53054 h 790575"/>
                <a:gd name="connsiteX1031" fmla="*/ 26099 w 438150"/>
                <a:gd name="connsiteY1031" fmla="*/ 53340 h 790575"/>
                <a:gd name="connsiteX1032" fmla="*/ 25718 w 438150"/>
                <a:gd name="connsiteY1032" fmla="*/ 54197 h 790575"/>
                <a:gd name="connsiteX1033" fmla="*/ 25241 w 438150"/>
                <a:gd name="connsiteY1033" fmla="*/ 54769 h 790575"/>
                <a:gd name="connsiteX1034" fmla="*/ 23527 w 438150"/>
                <a:gd name="connsiteY1034" fmla="*/ 56293 h 790575"/>
                <a:gd name="connsiteX1035" fmla="*/ 21812 w 438150"/>
                <a:gd name="connsiteY1035" fmla="*/ 58674 h 790575"/>
                <a:gd name="connsiteX1036" fmla="*/ 21812 w 438150"/>
                <a:gd name="connsiteY1036" fmla="*/ 59055 h 790575"/>
                <a:gd name="connsiteX1037" fmla="*/ 22193 w 438150"/>
                <a:gd name="connsiteY1037" fmla="*/ 60103 h 790575"/>
                <a:gd name="connsiteX1038" fmla="*/ 22289 w 438150"/>
                <a:gd name="connsiteY1038" fmla="*/ 60674 h 790575"/>
                <a:gd name="connsiteX1039" fmla="*/ 22670 w 438150"/>
                <a:gd name="connsiteY1039" fmla="*/ 62008 h 790575"/>
                <a:gd name="connsiteX1040" fmla="*/ 23432 w 438150"/>
                <a:gd name="connsiteY1040" fmla="*/ 63055 h 790575"/>
                <a:gd name="connsiteX1041" fmla="*/ 23908 w 438150"/>
                <a:gd name="connsiteY1041" fmla="*/ 64008 h 790575"/>
                <a:gd name="connsiteX1042" fmla="*/ 23527 w 438150"/>
                <a:gd name="connsiteY1042" fmla="*/ 65056 h 790575"/>
                <a:gd name="connsiteX1043" fmla="*/ 23051 w 438150"/>
                <a:gd name="connsiteY1043" fmla="*/ 65246 h 790575"/>
                <a:gd name="connsiteX1044" fmla="*/ 22479 w 438150"/>
                <a:gd name="connsiteY1044" fmla="*/ 65246 h 790575"/>
                <a:gd name="connsiteX1045" fmla="*/ 22003 w 438150"/>
                <a:gd name="connsiteY1045" fmla="*/ 65342 h 790575"/>
                <a:gd name="connsiteX1046" fmla="*/ 21812 w 438150"/>
                <a:gd name="connsiteY1046" fmla="*/ 65913 h 790575"/>
                <a:gd name="connsiteX1047" fmla="*/ 22098 w 438150"/>
                <a:gd name="connsiteY1047" fmla="*/ 66389 h 790575"/>
                <a:gd name="connsiteX1048" fmla="*/ 23527 w 438150"/>
                <a:gd name="connsiteY1048" fmla="*/ 67532 h 790575"/>
                <a:gd name="connsiteX1049" fmla="*/ 24003 w 438150"/>
                <a:gd name="connsiteY1049" fmla="*/ 68009 h 790575"/>
                <a:gd name="connsiteX1050" fmla="*/ 24384 w 438150"/>
                <a:gd name="connsiteY1050" fmla="*/ 69056 h 790575"/>
                <a:gd name="connsiteX1051" fmla="*/ 24479 w 438150"/>
                <a:gd name="connsiteY1051" fmla="*/ 70009 h 790575"/>
                <a:gd name="connsiteX1052" fmla="*/ 24289 w 438150"/>
                <a:gd name="connsiteY1052" fmla="*/ 74390 h 790575"/>
                <a:gd name="connsiteX1053" fmla="*/ 23908 w 438150"/>
                <a:gd name="connsiteY1053" fmla="*/ 75152 h 790575"/>
                <a:gd name="connsiteX1054" fmla="*/ 23146 w 438150"/>
                <a:gd name="connsiteY1054" fmla="*/ 76010 h 790575"/>
                <a:gd name="connsiteX1055" fmla="*/ 19908 w 438150"/>
                <a:gd name="connsiteY1055" fmla="*/ 78486 h 790575"/>
                <a:gd name="connsiteX1056" fmla="*/ 19336 w 438150"/>
                <a:gd name="connsiteY1056" fmla="*/ 79534 h 790575"/>
                <a:gd name="connsiteX1057" fmla="*/ 18955 w 438150"/>
                <a:gd name="connsiteY1057" fmla="*/ 81629 h 790575"/>
                <a:gd name="connsiteX1058" fmla="*/ 18574 w 438150"/>
                <a:gd name="connsiteY1058" fmla="*/ 82487 h 790575"/>
                <a:gd name="connsiteX1059" fmla="*/ 17812 w 438150"/>
                <a:gd name="connsiteY1059" fmla="*/ 83344 h 790575"/>
                <a:gd name="connsiteX1060" fmla="*/ 16669 w 438150"/>
                <a:gd name="connsiteY1060" fmla="*/ 84106 h 790575"/>
                <a:gd name="connsiteX1061" fmla="*/ 16097 w 438150"/>
                <a:gd name="connsiteY1061" fmla="*/ 84677 h 790575"/>
                <a:gd name="connsiteX1062" fmla="*/ 16288 w 438150"/>
                <a:gd name="connsiteY1062" fmla="*/ 85344 h 790575"/>
                <a:gd name="connsiteX1063" fmla="*/ 17526 w 438150"/>
                <a:gd name="connsiteY1063" fmla="*/ 86487 h 790575"/>
                <a:gd name="connsiteX1064" fmla="*/ 18764 w 438150"/>
                <a:gd name="connsiteY1064" fmla="*/ 87439 h 790575"/>
                <a:gd name="connsiteX1065" fmla="*/ 19336 w 438150"/>
                <a:gd name="connsiteY1065" fmla="*/ 88011 h 790575"/>
                <a:gd name="connsiteX1066" fmla="*/ 19526 w 438150"/>
                <a:gd name="connsiteY1066" fmla="*/ 88678 h 790575"/>
                <a:gd name="connsiteX1067" fmla="*/ 19336 w 438150"/>
                <a:gd name="connsiteY1067" fmla="*/ 90106 h 790575"/>
                <a:gd name="connsiteX1068" fmla="*/ 19336 w 438150"/>
                <a:gd name="connsiteY1068" fmla="*/ 90583 h 790575"/>
                <a:gd name="connsiteX1069" fmla="*/ 20003 w 438150"/>
                <a:gd name="connsiteY1069" fmla="*/ 92583 h 790575"/>
                <a:gd name="connsiteX1070" fmla="*/ 20193 w 438150"/>
                <a:gd name="connsiteY1070" fmla="*/ 93536 h 790575"/>
                <a:gd name="connsiteX1071" fmla="*/ 20193 w 438150"/>
                <a:gd name="connsiteY1071" fmla="*/ 94774 h 790575"/>
                <a:gd name="connsiteX1072" fmla="*/ 20479 w 438150"/>
                <a:gd name="connsiteY1072" fmla="*/ 96869 h 790575"/>
                <a:gd name="connsiteX1073" fmla="*/ 21050 w 438150"/>
                <a:gd name="connsiteY1073" fmla="*/ 99060 h 790575"/>
                <a:gd name="connsiteX1074" fmla="*/ 21431 w 438150"/>
                <a:gd name="connsiteY1074" fmla="*/ 101346 h 790575"/>
                <a:gd name="connsiteX1075" fmla="*/ 21050 w 438150"/>
                <a:gd name="connsiteY1075" fmla="*/ 103537 h 790575"/>
                <a:gd name="connsiteX1076" fmla="*/ 20765 w 438150"/>
                <a:gd name="connsiteY1076" fmla="*/ 104204 h 790575"/>
                <a:gd name="connsiteX1077" fmla="*/ 20574 w 438150"/>
                <a:gd name="connsiteY1077" fmla="*/ 104299 h 790575"/>
                <a:gd name="connsiteX1078" fmla="*/ 20288 w 438150"/>
                <a:gd name="connsiteY1078" fmla="*/ 104204 h 790575"/>
                <a:gd name="connsiteX1079" fmla="*/ 17812 w 438150"/>
                <a:gd name="connsiteY1079" fmla="*/ 104870 h 790575"/>
                <a:gd name="connsiteX1080" fmla="*/ 15050 w 438150"/>
                <a:gd name="connsiteY1080" fmla="*/ 104775 h 790575"/>
                <a:gd name="connsiteX1081" fmla="*/ 14002 w 438150"/>
                <a:gd name="connsiteY1081" fmla="*/ 105156 h 790575"/>
                <a:gd name="connsiteX1082" fmla="*/ 10383 w 438150"/>
                <a:gd name="connsiteY1082" fmla="*/ 107632 h 790575"/>
                <a:gd name="connsiteX1083" fmla="*/ 8382 w 438150"/>
                <a:gd name="connsiteY1083" fmla="*/ 108585 h 790575"/>
                <a:gd name="connsiteX1084" fmla="*/ 5906 w 438150"/>
                <a:gd name="connsiteY1084" fmla="*/ 108490 h 790575"/>
                <a:gd name="connsiteX1085" fmla="*/ 4572 w 438150"/>
                <a:gd name="connsiteY1085" fmla="*/ 108776 h 790575"/>
                <a:gd name="connsiteX1086" fmla="*/ 4001 w 438150"/>
                <a:gd name="connsiteY1086" fmla="*/ 108680 h 790575"/>
                <a:gd name="connsiteX1087" fmla="*/ 3429 w 438150"/>
                <a:gd name="connsiteY1087" fmla="*/ 108299 h 790575"/>
                <a:gd name="connsiteX1088" fmla="*/ 3239 w 438150"/>
                <a:gd name="connsiteY1088" fmla="*/ 107918 h 790575"/>
                <a:gd name="connsiteX1089" fmla="*/ 3048 w 438150"/>
                <a:gd name="connsiteY1089" fmla="*/ 107442 h 790575"/>
                <a:gd name="connsiteX1090" fmla="*/ 2000 w 438150"/>
                <a:gd name="connsiteY1090" fmla="*/ 105728 h 790575"/>
                <a:gd name="connsiteX1091" fmla="*/ 1524 w 438150"/>
                <a:gd name="connsiteY1091" fmla="*/ 105442 h 790575"/>
                <a:gd name="connsiteX1092" fmla="*/ 1143 w 438150"/>
                <a:gd name="connsiteY1092" fmla="*/ 105346 h 790575"/>
                <a:gd name="connsiteX1093" fmla="*/ 0 w 438150"/>
                <a:gd name="connsiteY1093" fmla="*/ 105251 h 790575"/>
                <a:gd name="connsiteX1094" fmla="*/ 381 w 438150"/>
                <a:gd name="connsiteY1094" fmla="*/ 105918 h 790575"/>
                <a:gd name="connsiteX1095" fmla="*/ 1524 w 438150"/>
                <a:gd name="connsiteY1095" fmla="*/ 106966 h 790575"/>
                <a:gd name="connsiteX1096" fmla="*/ 2096 w 438150"/>
                <a:gd name="connsiteY1096" fmla="*/ 108013 h 790575"/>
                <a:gd name="connsiteX1097" fmla="*/ 2286 w 438150"/>
                <a:gd name="connsiteY1097" fmla="*/ 108871 h 790575"/>
                <a:gd name="connsiteX1098" fmla="*/ 3524 w 438150"/>
                <a:gd name="connsiteY1098" fmla="*/ 111443 h 790575"/>
                <a:gd name="connsiteX1099" fmla="*/ 4858 w 438150"/>
                <a:gd name="connsiteY1099" fmla="*/ 113538 h 790575"/>
                <a:gd name="connsiteX1100" fmla="*/ 5048 w 438150"/>
                <a:gd name="connsiteY1100" fmla="*/ 114776 h 790575"/>
                <a:gd name="connsiteX1101" fmla="*/ 5048 w 438150"/>
                <a:gd name="connsiteY1101" fmla="*/ 116014 h 790575"/>
                <a:gd name="connsiteX1102" fmla="*/ 5334 w 438150"/>
                <a:gd name="connsiteY1102" fmla="*/ 117348 h 790575"/>
                <a:gd name="connsiteX1103" fmla="*/ 6096 w 438150"/>
                <a:gd name="connsiteY1103" fmla="*/ 118586 h 790575"/>
                <a:gd name="connsiteX1104" fmla="*/ 7144 w 438150"/>
                <a:gd name="connsiteY1104" fmla="*/ 119634 h 790575"/>
                <a:gd name="connsiteX1105" fmla="*/ 8287 w 438150"/>
                <a:gd name="connsiteY1105" fmla="*/ 120491 h 790575"/>
                <a:gd name="connsiteX1106" fmla="*/ 9335 w 438150"/>
                <a:gd name="connsiteY1106" fmla="*/ 121063 h 790575"/>
                <a:gd name="connsiteX1107" fmla="*/ 9811 w 438150"/>
                <a:gd name="connsiteY1107" fmla="*/ 120682 h 790575"/>
                <a:gd name="connsiteX1108" fmla="*/ 10001 w 438150"/>
                <a:gd name="connsiteY1108" fmla="*/ 120301 h 790575"/>
                <a:gd name="connsiteX1109" fmla="*/ 10954 w 438150"/>
                <a:gd name="connsiteY1109" fmla="*/ 117634 h 790575"/>
                <a:gd name="connsiteX1110" fmla="*/ 11049 w 438150"/>
                <a:gd name="connsiteY1110" fmla="*/ 117538 h 790575"/>
                <a:gd name="connsiteX1111" fmla="*/ 11621 w 438150"/>
                <a:gd name="connsiteY1111" fmla="*/ 117348 h 790575"/>
                <a:gd name="connsiteX1112" fmla="*/ 14288 w 438150"/>
                <a:gd name="connsiteY1112" fmla="*/ 118396 h 790575"/>
                <a:gd name="connsiteX1113" fmla="*/ 14954 w 438150"/>
                <a:gd name="connsiteY1113" fmla="*/ 118777 h 790575"/>
                <a:gd name="connsiteX1114" fmla="*/ 15335 w 438150"/>
                <a:gd name="connsiteY1114" fmla="*/ 119634 h 790575"/>
                <a:gd name="connsiteX1115" fmla="*/ 15335 w 438150"/>
                <a:gd name="connsiteY1115" fmla="*/ 120682 h 790575"/>
                <a:gd name="connsiteX1116" fmla="*/ 14954 w 438150"/>
                <a:gd name="connsiteY1116" fmla="*/ 121539 h 790575"/>
                <a:gd name="connsiteX1117" fmla="*/ 14192 w 438150"/>
                <a:gd name="connsiteY1117" fmla="*/ 121920 h 790575"/>
                <a:gd name="connsiteX1118" fmla="*/ 14002 w 438150"/>
                <a:gd name="connsiteY1118" fmla="*/ 122396 h 790575"/>
                <a:gd name="connsiteX1119" fmla="*/ 14573 w 438150"/>
                <a:gd name="connsiteY1119" fmla="*/ 123539 h 790575"/>
                <a:gd name="connsiteX1120" fmla="*/ 17240 w 438150"/>
                <a:gd name="connsiteY1120" fmla="*/ 127254 h 790575"/>
                <a:gd name="connsiteX1121" fmla="*/ 17431 w 438150"/>
                <a:gd name="connsiteY1121" fmla="*/ 127635 h 790575"/>
                <a:gd name="connsiteX1122" fmla="*/ 17526 w 438150"/>
                <a:gd name="connsiteY1122" fmla="*/ 127921 h 790575"/>
                <a:gd name="connsiteX1123" fmla="*/ 17526 w 438150"/>
                <a:gd name="connsiteY1123" fmla="*/ 128397 h 790575"/>
                <a:gd name="connsiteX1124" fmla="*/ 17621 w 438150"/>
                <a:gd name="connsiteY1124" fmla="*/ 129064 h 790575"/>
                <a:gd name="connsiteX1125" fmla="*/ 18098 w 438150"/>
                <a:gd name="connsiteY1125" fmla="*/ 130112 h 790575"/>
                <a:gd name="connsiteX1126" fmla="*/ 18193 w 438150"/>
                <a:gd name="connsiteY1126" fmla="*/ 130683 h 790575"/>
                <a:gd name="connsiteX1127" fmla="*/ 18098 w 438150"/>
                <a:gd name="connsiteY1127" fmla="*/ 131064 h 790575"/>
                <a:gd name="connsiteX1128" fmla="*/ 17907 w 438150"/>
                <a:gd name="connsiteY1128" fmla="*/ 131540 h 790575"/>
                <a:gd name="connsiteX1129" fmla="*/ 17907 w 438150"/>
                <a:gd name="connsiteY1129" fmla="*/ 131826 h 790575"/>
                <a:gd name="connsiteX1130" fmla="*/ 18002 w 438150"/>
                <a:gd name="connsiteY1130" fmla="*/ 132302 h 790575"/>
                <a:gd name="connsiteX1131" fmla="*/ 18193 w 438150"/>
                <a:gd name="connsiteY1131" fmla="*/ 132302 h 790575"/>
                <a:gd name="connsiteX1132" fmla="*/ 18383 w 438150"/>
                <a:gd name="connsiteY1132" fmla="*/ 132207 h 790575"/>
                <a:gd name="connsiteX1133" fmla="*/ 18574 w 438150"/>
                <a:gd name="connsiteY1133" fmla="*/ 132302 h 790575"/>
                <a:gd name="connsiteX1134" fmla="*/ 19336 w 438150"/>
                <a:gd name="connsiteY1134" fmla="*/ 132683 h 790575"/>
                <a:gd name="connsiteX1135" fmla="*/ 19431 w 438150"/>
                <a:gd name="connsiteY1135" fmla="*/ 132874 h 790575"/>
                <a:gd name="connsiteX1136" fmla="*/ 19621 w 438150"/>
                <a:gd name="connsiteY1136" fmla="*/ 133540 h 790575"/>
                <a:gd name="connsiteX1137" fmla="*/ 20384 w 438150"/>
                <a:gd name="connsiteY1137" fmla="*/ 135446 h 790575"/>
                <a:gd name="connsiteX1138" fmla="*/ 20574 w 438150"/>
                <a:gd name="connsiteY1138" fmla="*/ 135731 h 790575"/>
                <a:gd name="connsiteX1139" fmla="*/ 20765 w 438150"/>
                <a:gd name="connsiteY1139" fmla="*/ 136017 h 790575"/>
                <a:gd name="connsiteX1140" fmla="*/ 21050 w 438150"/>
                <a:gd name="connsiteY1140" fmla="*/ 136684 h 790575"/>
                <a:gd name="connsiteX1141" fmla="*/ 21146 w 438150"/>
                <a:gd name="connsiteY1141" fmla="*/ 137351 h 790575"/>
                <a:gd name="connsiteX1142" fmla="*/ 20955 w 438150"/>
                <a:gd name="connsiteY1142" fmla="*/ 137636 h 790575"/>
                <a:gd name="connsiteX1143" fmla="*/ 20765 w 438150"/>
                <a:gd name="connsiteY1143" fmla="*/ 137827 h 790575"/>
                <a:gd name="connsiteX1144" fmla="*/ 19336 w 438150"/>
                <a:gd name="connsiteY1144" fmla="*/ 138779 h 790575"/>
                <a:gd name="connsiteX1145" fmla="*/ 17812 w 438150"/>
                <a:gd name="connsiteY1145" fmla="*/ 141446 h 790575"/>
                <a:gd name="connsiteX1146" fmla="*/ 17431 w 438150"/>
                <a:gd name="connsiteY1146" fmla="*/ 142304 h 790575"/>
                <a:gd name="connsiteX1147" fmla="*/ 18193 w 438150"/>
                <a:gd name="connsiteY1147" fmla="*/ 144875 h 790575"/>
                <a:gd name="connsiteX1148" fmla="*/ 16954 w 438150"/>
                <a:gd name="connsiteY1148" fmla="*/ 145066 h 790575"/>
                <a:gd name="connsiteX1149" fmla="*/ 17336 w 438150"/>
                <a:gd name="connsiteY1149" fmla="*/ 145828 h 790575"/>
                <a:gd name="connsiteX1150" fmla="*/ 18002 w 438150"/>
                <a:gd name="connsiteY1150" fmla="*/ 146399 h 790575"/>
                <a:gd name="connsiteX1151" fmla="*/ 18574 w 438150"/>
                <a:gd name="connsiteY1151" fmla="*/ 147066 h 790575"/>
                <a:gd name="connsiteX1152" fmla="*/ 18860 w 438150"/>
                <a:gd name="connsiteY1152" fmla="*/ 147828 h 790575"/>
                <a:gd name="connsiteX1153" fmla="*/ 19145 w 438150"/>
                <a:gd name="connsiteY1153" fmla="*/ 148495 h 790575"/>
                <a:gd name="connsiteX1154" fmla="*/ 20384 w 438150"/>
                <a:gd name="connsiteY1154" fmla="*/ 149543 h 790575"/>
                <a:gd name="connsiteX1155" fmla="*/ 20860 w 438150"/>
                <a:gd name="connsiteY1155" fmla="*/ 150114 h 790575"/>
                <a:gd name="connsiteX1156" fmla="*/ 20955 w 438150"/>
                <a:gd name="connsiteY1156" fmla="*/ 150686 h 790575"/>
                <a:gd name="connsiteX1157" fmla="*/ 20955 w 438150"/>
                <a:gd name="connsiteY1157" fmla="*/ 151352 h 790575"/>
                <a:gd name="connsiteX1158" fmla="*/ 21050 w 438150"/>
                <a:gd name="connsiteY1158" fmla="*/ 152019 h 790575"/>
                <a:gd name="connsiteX1159" fmla="*/ 21336 w 438150"/>
                <a:gd name="connsiteY1159" fmla="*/ 152781 h 790575"/>
                <a:gd name="connsiteX1160" fmla="*/ 21812 w 438150"/>
                <a:gd name="connsiteY1160" fmla="*/ 153448 h 790575"/>
                <a:gd name="connsiteX1161" fmla="*/ 29146 w 438150"/>
                <a:gd name="connsiteY1161" fmla="*/ 160306 h 790575"/>
                <a:gd name="connsiteX1162" fmla="*/ 30480 w 438150"/>
                <a:gd name="connsiteY1162" fmla="*/ 161544 h 790575"/>
                <a:gd name="connsiteX1163" fmla="*/ 31242 w 438150"/>
                <a:gd name="connsiteY1163" fmla="*/ 162020 h 790575"/>
                <a:gd name="connsiteX1164" fmla="*/ 32480 w 438150"/>
                <a:gd name="connsiteY1164" fmla="*/ 162592 h 790575"/>
                <a:gd name="connsiteX1165" fmla="*/ 33052 w 438150"/>
                <a:gd name="connsiteY1165" fmla="*/ 162973 h 790575"/>
                <a:gd name="connsiteX1166" fmla="*/ 33528 w 438150"/>
                <a:gd name="connsiteY1166" fmla="*/ 163544 h 790575"/>
                <a:gd name="connsiteX1167" fmla="*/ 33719 w 438150"/>
                <a:gd name="connsiteY1167" fmla="*/ 164402 h 790575"/>
                <a:gd name="connsiteX1168" fmla="*/ 34862 w 438150"/>
                <a:gd name="connsiteY1168" fmla="*/ 166211 h 790575"/>
                <a:gd name="connsiteX1169" fmla="*/ 35433 w 438150"/>
                <a:gd name="connsiteY1169" fmla="*/ 167830 h 790575"/>
                <a:gd name="connsiteX1170" fmla="*/ 35814 w 438150"/>
                <a:gd name="connsiteY1170" fmla="*/ 168593 h 790575"/>
                <a:gd name="connsiteX1171" fmla="*/ 36481 w 438150"/>
                <a:gd name="connsiteY1171" fmla="*/ 169354 h 790575"/>
                <a:gd name="connsiteX1172" fmla="*/ 37243 w 438150"/>
                <a:gd name="connsiteY1172" fmla="*/ 169736 h 790575"/>
                <a:gd name="connsiteX1173" fmla="*/ 38005 w 438150"/>
                <a:gd name="connsiteY1173" fmla="*/ 170021 h 790575"/>
                <a:gd name="connsiteX1174" fmla="*/ 38671 w 438150"/>
                <a:gd name="connsiteY1174" fmla="*/ 170402 h 790575"/>
                <a:gd name="connsiteX1175" fmla="*/ 38958 w 438150"/>
                <a:gd name="connsiteY1175" fmla="*/ 171164 h 790575"/>
                <a:gd name="connsiteX1176" fmla="*/ 38958 w 438150"/>
                <a:gd name="connsiteY1176" fmla="*/ 171831 h 790575"/>
                <a:gd name="connsiteX1177" fmla="*/ 38767 w 438150"/>
                <a:gd name="connsiteY1177" fmla="*/ 172974 h 790575"/>
                <a:gd name="connsiteX1178" fmla="*/ 38862 w 438150"/>
                <a:gd name="connsiteY1178" fmla="*/ 173641 h 790575"/>
                <a:gd name="connsiteX1179" fmla="*/ 39243 w 438150"/>
                <a:gd name="connsiteY1179" fmla="*/ 174212 h 790575"/>
                <a:gd name="connsiteX1180" fmla="*/ 43720 w 438150"/>
                <a:gd name="connsiteY1180" fmla="*/ 178498 h 790575"/>
                <a:gd name="connsiteX1181" fmla="*/ 44577 w 438150"/>
                <a:gd name="connsiteY1181" fmla="*/ 178975 h 790575"/>
                <a:gd name="connsiteX1182" fmla="*/ 45625 w 438150"/>
                <a:gd name="connsiteY1182" fmla="*/ 179832 h 790575"/>
                <a:gd name="connsiteX1183" fmla="*/ 47530 w 438150"/>
                <a:gd name="connsiteY1183" fmla="*/ 182499 h 790575"/>
                <a:gd name="connsiteX1184" fmla="*/ 48768 w 438150"/>
                <a:gd name="connsiteY1184" fmla="*/ 183356 h 790575"/>
                <a:gd name="connsiteX1185" fmla="*/ 48292 w 438150"/>
                <a:gd name="connsiteY1185" fmla="*/ 183832 h 790575"/>
                <a:gd name="connsiteX1186" fmla="*/ 48006 w 438150"/>
                <a:gd name="connsiteY1186" fmla="*/ 184499 h 790575"/>
                <a:gd name="connsiteX1187" fmla="*/ 48101 w 438150"/>
                <a:gd name="connsiteY1187" fmla="*/ 184976 h 790575"/>
                <a:gd name="connsiteX1188" fmla="*/ 49435 w 438150"/>
                <a:gd name="connsiteY1188" fmla="*/ 184976 h 790575"/>
                <a:gd name="connsiteX1189" fmla="*/ 49435 w 438150"/>
                <a:gd name="connsiteY1189" fmla="*/ 185356 h 790575"/>
                <a:gd name="connsiteX1190" fmla="*/ 49149 w 438150"/>
                <a:gd name="connsiteY1190" fmla="*/ 185833 h 790575"/>
                <a:gd name="connsiteX1191" fmla="*/ 48959 w 438150"/>
                <a:gd name="connsiteY1191" fmla="*/ 186023 h 790575"/>
                <a:gd name="connsiteX1192" fmla="*/ 49721 w 438150"/>
                <a:gd name="connsiteY1192" fmla="*/ 187262 h 790575"/>
                <a:gd name="connsiteX1193" fmla="*/ 50483 w 438150"/>
                <a:gd name="connsiteY1193" fmla="*/ 187928 h 790575"/>
                <a:gd name="connsiteX1194" fmla="*/ 51435 w 438150"/>
                <a:gd name="connsiteY1194" fmla="*/ 188214 h 790575"/>
                <a:gd name="connsiteX1195" fmla="*/ 54007 w 438150"/>
                <a:gd name="connsiteY1195" fmla="*/ 188309 h 790575"/>
                <a:gd name="connsiteX1196" fmla="*/ 55054 w 438150"/>
                <a:gd name="connsiteY1196" fmla="*/ 188595 h 790575"/>
                <a:gd name="connsiteX1197" fmla="*/ 56007 w 438150"/>
                <a:gd name="connsiteY1197" fmla="*/ 189167 h 790575"/>
                <a:gd name="connsiteX1198" fmla="*/ 56960 w 438150"/>
                <a:gd name="connsiteY1198" fmla="*/ 190119 h 790575"/>
                <a:gd name="connsiteX1199" fmla="*/ 57531 w 438150"/>
                <a:gd name="connsiteY1199" fmla="*/ 190976 h 790575"/>
                <a:gd name="connsiteX1200" fmla="*/ 58388 w 438150"/>
                <a:gd name="connsiteY1200" fmla="*/ 192786 h 790575"/>
                <a:gd name="connsiteX1201" fmla="*/ 58960 w 438150"/>
                <a:gd name="connsiteY1201" fmla="*/ 193548 h 790575"/>
                <a:gd name="connsiteX1202" fmla="*/ 59246 w 438150"/>
                <a:gd name="connsiteY1202" fmla="*/ 194310 h 790575"/>
                <a:gd name="connsiteX1203" fmla="*/ 59246 w 438150"/>
                <a:gd name="connsiteY1203" fmla="*/ 195263 h 790575"/>
                <a:gd name="connsiteX1204" fmla="*/ 59436 w 438150"/>
                <a:gd name="connsiteY1204" fmla="*/ 196024 h 790575"/>
                <a:gd name="connsiteX1205" fmla="*/ 60293 w 438150"/>
                <a:gd name="connsiteY1205" fmla="*/ 196405 h 790575"/>
                <a:gd name="connsiteX1206" fmla="*/ 60770 w 438150"/>
                <a:gd name="connsiteY1206" fmla="*/ 196787 h 790575"/>
                <a:gd name="connsiteX1207" fmla="*/ 61151 w 438150"/>
                <a:gd name="connsiteY1207" fmla="*/ 197548 h 790575"/>
                <a:gd name="connsiteX1208" fmla="*/ 61627 w 438150"/>
                <a:gd name="connsiteY1208" fmla="*/ 199072 h 790575"/>
                <a:gd name="connsiteX1209" fmla="*/ 60960 w 438150"/>
                <a:gd name="connsiteY1209" fmla="*/ 198596 h 790575"/>
                <a:gd name="connsiteX1210" fmla="*/ 60389 w 438150"/>
                <a:gd name="connsiteY1210" fmla="*/ 198406 h 790575"/>
                <a:gd name="connsiteX1211" fmla="*/ 60008 w 438150"/>
                <a:gd name="connsiteY1211" fmla="*/ 198692 h 790575"/>
                <a:gd name="connsiteX1212" fmla="*/ 59912 w 438150"/>
                <a:gd name="connsiteY1212" fmla="*/ 199454 h 790575"/>
                <a:gd name="connsiteX1213" fmla="*/ 60103 w 438150"/>
                <a:gd name="connsiteY1213" fmla="*/ 200120 h 790575"/>
                <a:gd name="connsiteX1214" fmla="*/ 60579 w 438150"/>
                <a:gd name="connsiteY1214" fmla="*/ 200406 h 790575"/>
                <a:gd name="connsiteX1215" fmla="*/ 61055 w 438150"/>
                <a:gd name="connsiteY1215" fmla="*/ 200596 h 790575"/>
                <a:gd name="connsiteX1216" fmla="*/ 61436 w 438150"/>
                <a:gd name="connsiteY1216" fmla="*/ 201073 h 790575"/>
                <a:gd name="connsiteX1217" fmla="*/ 61246 w 438150"/>
                <a:gd name="connsiteY1217" fmla="*/ 201644 h 790575"/>
                <a:gd name="connsiteX1218" fmla="*/ 60579 w 438150"/>
                <a:gd name="connsiteY1218" fmla="*/ 202311 h 790575"/>
                <a:gd name="connsiteX1219" fmla="*/ 59722 w 438150"/>
                <a:gd name="connsiteY1219" fmla="*/ 202882 h 790575"/>
                <a:gd name="connsiteX1220" fmla="*/ 58960 w 438150"/>
                <a:gd name="connsiteY1220" fmla="*/ 203073 h 790575"/>
                <a:gd name="connsiteX1221" fmla="*/ 58293 w 438150"/>
                <a:gd name="connsiteY1221" fmla="*/ 203930 h 790575"/>
                <a:gd name="connsiteX1222" fmla="*/ 57912 w 438150"/>
                <a:gd name="connsiteY1222" fmla="*/ 204978 h 790575"/>
                <a:gd name="connsiteX1223" fmla="*/ 58008 w 438150"/>
                <a:gd name="connsiteY1223" fmla="*/ 205930 h 790575"/>
                <a:gd name="connsiteX1224" fmla="*/ 59531 w 438150"/>
                <a:gd name="connsiteY1224" fmla="*/ 207169 h 790575"/>
                <a:gd name="connsiteX1225" fmla="*/ 59817 w 438150"/>
                <a:gd name="connsiteY1225" fmla="*/ 207836 h 790575"/>
                <a:gd name="connsiteX1226" fmla="*/ 60198 w 438150"/>
                <a:gd name="connsiteY1226" fmla="*/ 209360 h 790575"/>
                <a:gd name="connsiteX1227" fmla="*/ 60960 w 438150"/>
                <a:gd name="connsiteY1227" fmla="*/ 210407 h 790575"/>
                <a:gd name="connsiteX1228" fmla="*/ 62770 w 438150"/>
                <a:gd name="connsiteY1228" fmla="*/ 211646 h 790575"/>
                <a:gd name="connsiteX1229" fmla="*/ 63532 w 438150"/>
                <a:gd name="connsiteY1229" fmla="*/ 212693 h 790575"/>
                <a:gd name="connsiteX1230" fmla="*/ 63722 w 438150"/>
                <a:gd name="connsiteY1230" fmla="*/ 213265 h 790575"/>
                <a:gd name="connsiteX1231" fmla="*/ 63818 w 438150"/>
                <a:gd name="connsiteY1231" fmla="*/ 213741 h 790575"/>
                <a:gd name="connsiteX1232" fmla="*/ 63818 w 438150"/>
                <a:gd name="connsiteY1232" fmla="*/ 214217 h 790575"/>
                <a:gd name="connsiteX1233" fmla="*/ 63627 w 438150"/>
                <a:gd name="connsiteY1233" fmla="*/ 214789 h 790575"/>
                <a:gd name="connsiteX1234" fmla="*/ 63627 w 438150"/>
                <a:gd name="connsiteY1234" fmla="*/ 215360 h 790575"/>
                <a:gd name="connsiteX1235" fmla="*/ 63913 w 438150"/>
                <a:gd name="connsiteY1235" fmla="*/ 215932 h 790575"/>
                <a:gd name="connsiteX1236" fmla="*/ 67151 w 438150"/>
                <a:gd name="connsiteY1236" fmla="*/ 220218 h 790575"/>
                <a:gd name="connsiteX1237" fmla="*/ 67533 w 438150"/>
                <a:gd name="connsiteY1237" fmla="*/ 221171 h 790575"/>
                <a:gd name="connsiteX1238" fmla="*/ 67437 w 438150"/>
                <a:gd name="connsiteY1238" fmla="*/ 221742 h 790575"/>
                <a:gd name="connsiteX1239" fmla="*/ 66866 w 438150"/>
                <a:gd name="connsiteY1239" fmla="*/ 222885 h 790575"/>
                <a:gd name="connsiteX1240" fmla="*/ 66961 w 438150"/>
                <a:gd name="connsiteY1240" fmla="*/ 223456 h 790575"/>
                <a:gd name="connsiteX1241" fmla="*/ 67628 w 438150"/>
                <a:gd name="connsiteY1241" fmla="*/ 225076 h 790575"/>
                <a:gd name="connsiteX1242" fmla="*/ 68390 w 438150"/>
                <a:gd name="connsiteY1242" fmla="*/ 228981 h 790575"/>
                <a:gd name="connsiteX1243" fmla="*/ 68771 w 438150"/>
                <a:gd name="connsiteY1243" fmla="*/ 229838 h 790575"/>
                <a:gd name="connsiteX1244" fmla="*/ 69818 w 438150"/>
                <a:gd name="connsiteY1244" fmla="*/ 230600 h 790575"/>
                <a:gd name="connsiteX1245" fmla="*/ 70676 w 438150"/>
                <a:gd name="connsiteY1245" fmla="*/ 229934 h 790575"/>
                <a:gd name="connsiteX1246" fmla="*/ 72295 w 438150"/>
                <a:gd name="connsiteY1246" fmla="*/ 227552 h 790575"/>
                <a:gd name="connsiteX1247" fmla="*/ 75438 w 438150"/>
                <a:gd name="connsiteY1247" fmla="*/ 224980 h 790575"/>
                <a:gd name="connsiteX1248" fmla="*/ 76105 w 438150"/>
                <a:gd name="connsiteY1248" fmla="*/ 223647 h 790575"/>
                <a:gd name="connsiteX1249" fmla="*/ 76581 w 438150"/>
                <a:gd name="connsiteY1249" fmla="*/ 221361 h 790575"/>
                <a:gd name="connsiteX1250" fmla="*/ 77058 w 438150"/>
                <a:gd name="connsiteY1250" fmla="*/ 220504 h 790575"/>
                <a:gd name="connsiteX1251" fmla="*/ 78200 w 438150"/>
                <a:gd name="connsiteY1251" fmla="*/ 219551 h 790575"/>
                <a:gd name="connsiteX1252" fmla="*/ 78391 w 438150"/>
                <a:gd name="connsiteY1252" fmla="*/ 221456 h 790575"/>
                <a:gd name="connsiteX1253" fmla="*/ 79343 w 438150"/>
                <a:gd name="connsiteY1253" fmla="*/ 222409 h 790575"/>
                <a:gd name="connsiteX1254" fmla="*/ 80582 w 438150"/>
                <a:gd name="connsiteY1254" fmla="*/ 223171 h 790575"/>
                <a:gd name="connsiteX1255" fmla="*/ 81534 w 438150"/>
                <a:gd name="connsiteY1255" fmla="*/ 224504 h 790575"/>
                <a:gd name="connsiteX1256" fmla="*/ 81534 w 438150"/>
                <a:gd name="connsiteY1256" fmla="*/ 225457 h 790575"/>
                <a:gd name="connsiteX1257" fmla="*/ 80963 w 438150"/>
                <a:gd name="connsiteY1257" fmla="*/ 227838 h 790575"/>
                <a:gd name="connsiteX1258" fmla="*/ 80677 w 438150"/>
                <a:gd name="connsiteY1258" fmla="*/ 230314 h 790575"/>
                <a:gd name="connsiteX1259" fmla="*/ 80391 w 438150"/>
                <a:gd name="connsiteY1259" fmla="*/ 231172 h 790575"/>
                <a:gd name="connsiteX1260" fmla="*/ 78867 w 438150"/>
                <a:gd name="connsiteY1260" fmla="*/ 232886 h 790575"/>
                <a:gd name="connsiteX1261" fmla="*/ 78200 w 438150"/>
                <a:gd name="connsiteY1261" fmla="*/ 233839 h 790575"/>
                <a:gd name="connsiteX1262" fmla="*/ 77819 w 438150"/>
                <a:gd name="connsiteY1262" fmla="*/ 234887 h 790575"/>
                <a:gd name="connsiteX1263" fmla="*/ 77724 w 438150"/>
                <a:gd name="connsiteY1263" fmla="*/ 236029 h 790575"/>
                <a:gd name="connsiteX1264" fmla="*/ 77724 w 438150"/>
                <a:gd name="connsiteY1264" fmla="*/ 237268 h 790575"/>
                <a:gd name="connsiteX1265" fmla="*/ 77438 w 438150"/>
                <a:gd name="connsiteY1265" fmla="*/ 237744 h 790575"/>
                <a:gd name="connsiteX1266" fmla="*/ 76200 w 438150"/>
                <a:gd name="connsiteY1266" fmla="*/ 239078 h 790575"/>
                <a:gd name="connsiteX1267" fmla="*/ 75724 w 438150"/>
                <a:gd name="connsiteY1267" fmla="*/ 239459 h 790575"/>
                <a:gd name="connsiteX1268" fmla="*/ 74962 w 438150"/>
                <a:gd name="connsiteY1268" fmla="*/ 239554 h 790575"/>
                <a:gd name="connsiteX1269" fmla="*/ 74581 w 438150"/>
                <a:gd name="connsiteY1269" fmla="*/ 239268 h 790575"/>
                <a:gd name="connsiteX1270" fmla="*/ 74295 w 438150"/>
                <a:gd name="connsiteY1270" fmla="*/ 238887 h 790575"/>
                <a:gd name="connsiteX1271" fmla="*/ 73628 w 438150"/>
                <a:gd name="connsiteY1271" fmla="*/ 238601 h 790575"/>
                <a:gd name="connsiteX1272" fmla="*/ 70390 w 438150"/>
                <a:gd name="connsiteY1272" fmla="*/ 238220 h 790575"/>
                <a:gd name="connsiteX1273" fmla="*/ 69437 w 438150"/>
                <a:gd name="connsiteY1273" fmla="*/ 238220 h 790575"/>
                <a:gd name="connsiteX1274" fmla="*/ 68294 w 438150"/>
                <a:gd name="connsiteY1274" fmla="*/ 238792 h 790575"/>
                <a:gd name="connsiteX1275" fmla="*/ 67818 w 438150"/>
                <a:gd name="connsiteY1275" fmla="*/ 239649 h 790575"/>
                <a:gd name="connsiteX1276" fmla="*/ 67533 w 438150"/>
                <a:gd name="connsiteY1276" fmla="*/ 240697 h 790575"/>
                <a:gd name="connsiteX1277" fmla="*/ 66770 w 438150"/>
                <a:gd name="connsiteY1277" fmla="*/ 241745 h 790575"/>
                <a:gd name="connsiteX1278" fmla="*/ 66199 w 438150"/>
                <a:gd name="connsiteY1278" fmla="*/ 242221 h 790575"/>
                <a:gd name="connsiteX1279" fmla="*/ 65818 w 438150"/>
                <a:gd name="connsiteY1279" fmla="*/ 242411 h 790575"/>
                <a:gd name="connsiteX1280" fmla="*/ 65342 w 438150"/>
                <a:gd name="connsiteY1280" fmla="*/ 242506 h 790575"/>
                <a:gd name="connsiteX1281" fmla="*/ 64675 w 438150"/>
                <a:gd name="connsiteY1281" fmla="*/ 242506 h 790575"/>
                <a:gd name="connsiteX1282" fmla="*/ 64103 w 438150"/>
                <a:gd name="connsiteY1282" fmla="*/ 242316 h 790575"/>
                <a:gd name="connsiteX1283" fmla="*/ 63437 w 438150"/>
                <a:gd name="connsiteY1283" fmla="*/ 242030 h 790575"/>
                <a:gd name="connsiteX1284" fmla="*/ 62865 w 438150"/>
                <a:gd name="connsiteY1284" fmla="*/ 241935 h 790575"/>
                <a:gd name="connsiteX1285" fmla="*/ 62389 w 438150"/>
                <a:gd name="connsiteY1285" fmla="*/ 242411 h 790575"/>
                <a:gd name="connsiteX1286" fmla="*/ 62579 w 438150"/>
                <a:gd name="connsiteY1286" fmla="*/ 243173 h 790575"/>
                <a:gd name="connsiteX1287" fmla="*/ 64008 w 438150"/>
                <a:gd name="connsiteY1287" fmla="*/ 245173 h 790575"/>
                <a:gd name="connsiteX1288" fmla="*/ 64389 w 438150"/>
                <a:gd name="connsiteY1288" fmla="*/ 246221 h 790575"/>
                <a:gd name="connsiteX1289" fmla="*/ 64199 w 438150"/>
                <a:gd name="connsiteY1289" fmla="*/ 247174 h 790575"/>
                <a:gd name="connsiteX1290" fmla="*/ 63532 w 438150"/>
                <a:gd name="connsiteY1290" fmla="*/ 249269 h 790575"/>
                <a:gd name="connsiteX1291" fmla="*/ 63532 w 438150"/>
                <a:gd name="connsiteY1291" fmla="*/ 250603 h 790575"/>
                <a:gd name="connsiteX1292" fmla="*/ 63913 w 438150"/>
                <a:gd name="connsiteY1292" fmla="*/ 252889 h 790575"/>
                <a:gd name="connsiteX1293" fmla="*/ 63818 w 438150"/>
                <a:gd name="connsiteY1293" fmla="*/ 253841 h 790575"/>
                <a:gd name="connsiteX1294" fmla="*/ 62198 w 438150"/>
                <a:gd name="connsiteY1294" fmla="*/ 259271 h 790575"/>
                <a:gd name="connsiteX1295" fmla="*/ 62008 w 438150"/>
                <a:gd name="connsiteY1295" fmla="*/ 260509 h 790575"/>
                <a:gd name="connsiteX1296" fmla="*/ 62198 w 438150"/>
                <a:gd name="connsiteY1296" fmla="*/ 262509 h 790575"/>
                <a:gd name="connsiteX1297" fmla="*/ 62294 w 438150"/>
                <a:gd name="connsiteY1297" fmla="*/ 263366 h 790575"/>
                <a:gd name="connsiteX1298" fmla="*/ 62198 w 438150"/>
                <a:gd name="connsiteY1298" fmla="*/ 266510 h 790575"/>
                <a:gd name="connsiteX1299" fmla="*/ 63437 w 438150"/>
                <a:gd name="connsiteY1299" fmla="*/ 274606 h 790575"/>
                <a:gd name="connsiteX1300" fmla="*/ 63532 w 438150"/>
                <a:gd name="connsiteY1300" fmla="*/ 277368 h 790575"/>
                <a:gd name="connsiteX1301" fmla="*/ 63056 w 438150"/>
                <a:gd name="connsiteY1301" fmla="*/ 279940 h 790575"/>
                <a:gd name="connsiteX1302" fmla="*/ 61627 w 438150"/>
                <a:gd name="connsiteY1302" fmla="*/ 281559 h 790575"/>
                <a:gd name="connsiteX1303" fmla="*/ 61436 w 438150"/>
                <a:gd name="connsiteY1303" fmla="*/ 280416 h 790575"/>
                <a:gd name="connsiteX1304" fmla="*/ 60674 w 438150"/>
                <a:gd name="connsiteY1304" fmla="*/ 279559 h 790575"/>
                <a:gd name="connsiteX1305" fmla="*/ 59627 w 438150"/>
                <a:gd name="connsiteY1305" fmla="*/ 278987 h 790575"/>
                <a:gd name="connsiteX1306" fmla="*/ 58579 w 438150"/>
                <a:gd name="connsiteY1306" fmla="*/ 278511 h 790575"/>
                <a:gd name="connsiteX1307" fmla="*/ 57531 w 438150"/>
                <a:gd name="connsiteY1307" fmla="*/ 279082 h 790575"/>
                <a:gd name="connsiteX1308" fmla="*/ 56674 w 438150"/>
                <a:gd name="connsiteY1308" fmla="*/ 279368 h 790575"/>
                <a:gd name="connsiteX1309" fmla="*/ 54769 w 438150"/>
                <a:gd name="connsiteY1309" fmla="*/ 279749 h 790575"/>
                <a:gd name="connsiteX1310" fmla="*/ 54388 w 438150"/>
                <a:gd name="connsiteY1310" fmla="*/ 279940 h 790575"/>
                <a:gd name="connsiteX1311" fmla="*/ 54388 w 438150"/>
                <a:gd name="connsiteY1311" fmla="*/ 280416 h 790575"/>
                <a:gd name="connsiteX1312" fmla="*/ 54578 w 438150"/>
                <a:gd name="connsiteY1312" fmla="*/ 281369 h 790575"/>
                <a:gd name="connsiteX1313" fmla="*/ 54483 w 438150"/>
                <a:gd name="connsiteY1313" fmla="*/ 281845 h 790575"/>
                <a:gd name="connsiteX1314" fmla="*/ 54197 w 438150"/>
                <a:gd name="connsiteY1314" fmla="*/ 282130 h 790575"/>
                <a:gd name="connsiteX1315" fmla="*/ 53721 w 438150"/>
                <a:gd name="connsiteY1315" fmla="*/ 282416 h 790575"/>
                <a:gd name="connsiteX1316" fmla="*/ 53626 w 438150"/>
                <a:gd name="connsiteY1316" fmla="*/ 282512 h 790575"/>
                <a:gd name="connsiteX1317" fmla="*/ 53531 w 438150"/>
                <a:gd name="connsiteY1317" fmla="*/ 282702 h 790575"/>
                <a:gd name="connsiteX1318" fmla="*/ 53435 w 438150"/>
                <a:gd name="connsiteY1318" fmla="*/ 282988 h 790575"/>
                <a:gd name="connsiteX1319" fmla="*/ 53340 w 438150"/>
                <a:gd name="connsiteY1319" fmla="*/ 283273 h 790575"/>
                <a:gd name="connsiteX1320" fmla="*/ 53435 w 438150"/>
                <a:gd name="connsiteY1320" fmla="*/ 283464 h 790575"/>
                <a:gd name="connsiteX1321" fmla="*/ 53721 w 438150"/>
                <a:gd name="connsiteY1321" fmla="*/ 283655 h 790575"/>
                <a:gd name="connsiteX1322" fmla="*/ 54007 w 438150"/>
                <a:gd name="connsiteY1322" fmla="*/ 283940 h 790575"/>
                <a:gd name="connsiteX1323" fmla="*/ 54102 w 438150"/>
                <a:gd name="connsiteY1323" fmla="*/ 284226 h 790575"/>
                <a:gd name="connsiteX1324" fmla="*/ 54102 w 438150"/>
                <a:gd name="connsiteY1324" fmla="*/ 285083 h 790575"/>
                <a:gd name="connsiteX1325" fmla="*/ 54007 w 438150"/>
                <a:gd name="connsiteY1325" fmla="*/ 285464 h 790575"/>
                <a:gd name="connsiteX1326" fmla="*/ 53626 w 438150"/>
                <a:gd name="connsiteY1326" fmla="*/ 285560 h 790575"/>
                <a:gd name="connsiteX1327" fmla="*/ 52864 w 438150"/>
                <a:gd name="connsiteY1327" fmla="*/ 285274 h 790575"/>
                <a:gd name="connsiteX1328" fmla="*/ 51054 w 438150"/>
                <a:gd name="connsiteY1328" fmla="*/ 284131 h 790575"/>
                <a:gd name="connsiteX1329" fmla="*/ 50102 w 438150"/>
                <a:gd name="connsiteY1329" fmla="*/ 283750 h 790575"/>
                <a:gd name="connsiteX1330" fmla="*/ 48863 w 438150"/>
                <a:gd name="connsiteY1330" fmla="*/ 283559 h 790575"/>
                <a:gd name="connsiteX1331" fmla="*/ 48196 w 438150"/>
                <a:gd name="connsiteY1331" fmla="*/ 283655 h 790575"/>
                <a:gd name="connsiteX1332" fmla="*/ 46292 w 438150"/>
                <a:gd name="connsiteY1332" fmla="*/ 286321 h 790575"/>
                <a:gd name="connsiteX1333" fmla="*/ 45529 w 438150"/>
                <a:gd name="connsiteY1333" fmla="*/ 287084 h 790575"/>
                <a:gd name="connsiteX1334" fmla="*/ 44577 w 438150"/>
                <a:gd name="connsiteY1334" fmla="*/ 287464 h 790575"/>
                <a:gd name="connsiteX1335" fmla="*/ 44196 w 438150"/>
                <a:gd name="connsiteY1335" fmla="*/ 287464 h 790575"/>
                <a:gd name="connsiteX1336" fmla="*/ 42577 w 438150"/>
                <a:gd name="connsiteY1336" fmla="*/ 287369 h 790575"/>
                <a:gd name="connsiteX1337" fmla="*/ 42577 w 438150"/>
                <a:gd name="connsiteY1337" fmla="*/ 288036 h 790575"/>
                <a:gd name="connsiteX1338" fmla="*/ 42577 w 438150"/>
                <a:gd name="connsiteY1338" fmla="*/ 288036 h 790575"/>
                <a:gd name="connsiteX1339" fmla="*/ 42958 w 438150"/>
                <a:gd name="connsiteY1339" fmla="*/ 288893 h 790575"/>
                <a:gd name="connsiteX1340" fmla="*/ 43244 w 438150"/>
                <a:gd name="connsiteY1340" fmla="*/ 289655 h 790575"/>
                <a:gd name="connsiteX1341" fmla="*/ 42958 w 438150"/>
                <a:gd name="connsiteY1341" fmla="*/ 290608 h 790575"/>
                <a:gd name="connsiteX1342" fmla="*/ 41910 w 438150"/>
                <a:gd name="connsiteY1342" fmla="*/ 292513 h 790575"/>
                <a:gd name="connsiteX1343" fmla="*/ 41624 w 438150"/>
                <a:gd name="connsiteY1343" fmla="*/ 293561 h 790575"/>
                <a:gd name="connsiteX1344" fmla="*/ 42005 w 438150"/>
                <a:gd name="connsiteY1344" fmla="*/ 294799 h 790575"/>
                <a:gd name="connsiteX1345" fmla="*/ 42005 w 438150"/>
                <a:gd name="connsiteY1345" fmla="*/ 294799 h 790575"/>
                <a:gd name="connsiteX1346" fmla="*/ 43625 w 438150"/>
                <a:gd name="connsiteY1346" fmla="*/ 296513 h 790575"/>
                <a:gd name="connsiteX1347" fmla="*/ 43625 w 438150"/>
                <a:gd name="connsiteY1347" fmla="*/ 296513 h 790575"/>
                <a:gd name="connsiteX1348" fmla="*/ 43910 w 438150"/>
                <a:gd name="connsiteY1348" fmla="*/ 297656 h 790575"/>
                <a:gd name="connsiteX1349" fmla="*/ 43720 w 438150"/>
                <a:gd name="connsiteY1349" fmla="*/ 298228 h 790575"/>
                <a:gd name="connsiteX1350" fmla="*/ 43434 w 438150"/>
                <a:gd name="connsiteY1350" fmla="*/ 298704 h 790575"/>
                <a:gd name="connsiteX1351" fmla="*/ 43244 w 438150"/>
                <a:gd name="connsiteY1351" fmla="*/ 299180 h 790575"/>
                <a:gd name="connsiteX1352" fmla="*/ 43244 w 438150"/>
                <a:gd name="connsiteY1352" fmla="*/ 299656 h 790575"/>
                <a:gd name="connsiteX1353" fmla="*/ 43244 w 438150"/>
                <a:gd name="connsiteY1353" fmla="*/ 299942 h 790575"/>
                <a:gd name="connsiteX1354" fmla="*/ 43434 w 438150"/>
                <a:gd name="connsiteY1354" fmla="*/ 300514 h 790575"/>
                <a:gd name="connsiteX1355" fmla="*/ 44482 w 438150"/>
                <a:gd name="connsiteY1355" fmla="*/ 302419 h 790575"/>
                <a:gd name="connsiteX1356" fmla="*/ 44863 w 438150"/>
                <a:gd name="connsiteY1356" fmla="*/ 303657 h 790575"/>
                <a:gd name="connsiteX1357" fmla="*/ 44768 w 438150"/>
                <a:gd name="connsiteY1357" fmla="*/ 305657 h 790575"/>
                <a:gd name="connsiteX1358" fmla="*/ 44863 w 438150"/>
                <a:gd name="connsiteY1358" fmla="*/ 306800 h 790575"/>
                <a:gd name="connsiteX1359" fmla="*/ 45053 w 438150"/>
                <a:gd name="connsiteY1359" fmla="*/ 307086 h 790575"/>
                <a:gd name="connsiteX1360" fmla="*/ 45625 w 438150"/>
                <a:gd name="connsiteY1360" fmla="*/ 307562 h 790575"/>
                <a:gd name="connsiteX1361" fmla="*/ 45815 w 438150"/>
                <a:gd name="connsiteY1361" fmla="*/ 307943 h 790575"/>
                <a:gd name="connsiteX1362" fmla="*/ 45815 w 438150"/>
                <a:gd name="connsiteY1362" fmla="*/ 308229 h 790575"/>
                <a:gd name="connsiteX1363" fmla="*/ 45625 w 438150"/>
                <a:gd name="connsiteY1363" fmla="*/ 308991 h 790575"/>
                <a:gd name="connsiteX1364" fmla="*/ 46006 w 438150"/>
                <a:gd name="connsiteY1364" fmla="*/ 310039 h 790575"/>
                <a:gd name="connsiteX1365" fmla="*/ 48863 w 438150"/>
                <a:gd name="connsiteY1365" fmla="*/ 314611 h 790575"/>
                <a:gd name="connsiteX1366" fmla="*/ 55245 w 438150"/>
                <a:gd name="connsiteY1366" fmla="*/ 320802 h 790575"/>
                <a:gd name="connsiteX1367" fmla="*/ 55912 w 438150"/>
                <a:gd name="connsiteY1367" fmla="*/ 321850 h 790575"/>
                <a:gd name="connsiteX1368" fmla="*/ 56388 w 438150"/>
                <a:gd name="connsiteY1368" fmla="*/ 322993 h 790575"/>
                <a:gd name="connsiteX1369" fmla="*/ 56674 w 438150"/>
                <a:gd name="connsiteY1369" fmla="*/ 324326 h 790575"/>
                <a:gd name="connsiteX1370" fmla="*/ 57055 w 438150"/>
                <a:gd name="connsiteY1370" fmla="*/ 325088 h 790575"/>
                <a:gd name="connsiteX1371" fmla="*/ 57721 w 438150"/>
                <a:gd name="connsiteY1371" fmla="*/ 325374 h 790575"/>
                <a:gd name="connsiteX1372" fmla="*/ 58388 w 438150"/>
                <a:gd name="connsiteY1372" fmla="*/ 325755 h 790575"/>
                <a:gd name="connsiteX1373" fmla="*/ 62008 w 438150"/>
                <a:gd name="connsiteY1373" fmla="*/ 333280 h 790575"/>
                <a:gd name="connsiteX1374" fmla="*/ 64389 w 438150"/>
                <a:gd name="connsiteY1374" fmla="*/ 336328 h 790575"/>
                <a:gd name="connsiteX1375" fmla="*/ 64865 w 438150"/>
                <a:gd name="connsiteY1375" fmla="*/ 336709 h 790575"/>
                <a:gd name="connsiteX1376" fmla="*/ 65532 w 438150"/>
                <a:gd name="connsiteY1376" fmla="*/ 337185 h 790575"/>
                <a:gd name="connsiteX1377" fmla="*/ 65913 w 438150"/>
                <a:gd name="connsiteY1377" fmla="*/ 337376 h 790575"/>
                <a:gd name="connsiteX1378" fmla="*/ 66770 w 438150"/>
                <a:gd name="connsiteY1378" fmla="*/ 337566 h 790575"/>
                <a:gd name="connsiteX1379" fmla="*/ 67151 w 438150"/>
                <a:gd name="connsiteY1379" fmla="*/ 337756 h 790575"/>
                <a:gd name="connsiteX1380" fmla="*/ 67533 w 438150"/>
                <a:gd name="connsiteY1380" fmla="*/ 338138 h 790575"/>
                <a:gd name="connsiteX1381" fmla="*/ 68199 w 438150"/>
                <a:gd name="connsiteY1381" fmla="*/ 338995 h 790575"/>
                <a:gd name="connsiteX1382" fmla="*/ 68580 w 438150"/>
                <a:gd name="connsiteY1382" fmla="*/ 339280 h 790575"/>
                <a:gd name="connsiteX1383" fmla="*/ 69342 w 438150"/>
                <a:gd name="connsiteY1383" fmla="*/ 339280 h 790575"/>
                <a:gd name="connsiteX1384" fmla="*/ 70009 w 438150"/>
                <a:gd name="connsiteY1384" fmla="*/ 339090 h 790575"/>
                <a:gd name="connsiteX1385" fmla="*/ 70485 w 438150"/>
                <a:gd name="connsiteY1385" fmla="*/ 339185 h 790575"/>
                <a:gd name="connsiteX1386" fmla="*/ 71723 w 438150"/>
                <a:gd name="connsiteY1386" fmla="*/ 341662 h 790575"/>
                <a:gd name="connsiteX1387" fmla="*/ 72962 w 438150"/>
                <a:gd name="connsiteY1387" fmla="*/ 342900 h 790575"/>
                <a:gd name="connsiteX1388" fmla="*/ 79248 w 438150"/>
                <a:gd name="connsiteY1388" fmla="*/ 347663 h 790575"/>
                <a:gd name="connsiteX1389" fmla="*/ 80391 w 438150"/>
                <a:gd name="connsiteY1389" fmla="*/ 348139 h 790575"/>
                <a:gd name="connsiteX1390" fmla="*/ 81629 w 438150"/>
                <a:gd name="connsiteY1390" fmla="*/ 348520 h 790575"/>
                <a:gd name="connsiteX1391" fmla="*/ 82582 w 438150"/>
                <a:gd name="connsiteY1391" fmla="*/ 349091 h 790575"/>
                <a:gd name="connsiteX1392" fmla="*/ 83058 w 438150"/>
                <a:gd name="connsiteY1392" fmla="*/ 349948 h 790575"/>
                <a:gd name="connsiteX1393" fmla="*/ 83153 w 438150"/>
                <a:gd name="connsiteY1393" fmla="*/ 351187 h 790575"/>
                <a:gd name="connsiteX1394" fmla="*/ 83439 w 438150"/>
                <a:gd name="connsiteY1394" fmla="*/ 352139 h 790575"/>
                <a:gd name="connsiteX1395" fmla="*/ 85154 w 438150"/>
                <a:gd name="connsiteY1395" fmla="*/ 354139 h 790575"/>
                <a:gd name="connsiteX1396" fmla="*/ 85820 w 438150"/>
                <a:gd name="connsiteY1396" fmla="*/ 355187 h 790575"/>
                <a:gd name="connsiteX1397" fmla="*/ 86392 w 438150"/>
                <a:gd name="connsiteY1397" fmla="*/ 356426 h 790575"/>
                <a:gd name="connsiteX1398" fmla="*/ 86868 w 438150"/>
                <a:gd name="connsiteY1398" fmla="*/ 357092 h 790575"/>
                <a:gd name="connsiteX1399" fmla="*/ 88487 w 438150"/>
                <a:gd name="connsiteY1399" fmla="*/ 358330 h 790575"/>
                <a:gd name="connsiteX1400" fmla="*/ 88678 w 438150"/>
                <a:gd name="connsiteY1400" fmla="*/ 358616 h 790575"/>
                <a:gd name="connsiteX1401" fmla="*/ 88964 w 438150"/>
                <a:gd name="connsiteY1401" fmla="*/ 359378 h 790575"/>
                <a:gd name="connsiteX1402" fmla="*/ 89154 w 438150"/>
                <a:gd name="connsiteY1402" fmla="*/ 359664 h 790575"/>
                <a:gd name="connsiteX1403" fmla="*/ 89440 w 438150"/>
                <a:gd name="connsiteY1403" fmla="*/ 359855 h 790575"/>
                <a:gd name="connsiteX1404" fmla="*/ 90202 w 438150"/>
                <a:gd name="connsiteY1404" fmla="*/ 360045 h 790575"/>
                <a:gd name="connsiteX1405" fmla="*/ 90488 w 438150"/>
                <a:gd name="connsiteY1405" fmla="*/ 360236 h 790575"/>
                <a:gd name="connsiteX1406" fmla="*/ 90773 w 438150"/>
                <a:gd name="connsiteY1406" fmla="*/ 360712 h 790575"/>
                <a:gd name="connsiteX1407" fmla="*/ 90869 w 438150"/>
                <a:gd name="connsiteY1407" fmla="*/ 361093 h 790575"/>
                <a:gd name="connsiteX1408" fmla="*/ 90869 w 438150"/>
                <a:gd name="connsiteY1408" fmla="*/ 361474 h 790575"/>
                <a:gd name="connsiteX1409" fmla="*/ 90773 w 438150"/>
                <a:gd name="connsiteY1409" fmla="*/ 362140 h 790575"/>
                <a:gd name="connsiteX1410" fmla="*/ 90773 w 438150"/>
                <a:gd name="connsiteY1410" fmla="*/ 363093 h 790575"/>
                <a:gd name="connsiteX1411" fmla="*/ 91345 w 438150"/>
                <a:gd name="connsiteY1411" fmla="*/ 365665 h 790575"/>
                <a:gd name="connsiteX1412" fmla="*/ 91726 w 438150"/>
                <a:gd name="connsiteY1412" fmla="*/ 366522 h 790575"/>
                <a:gd name="connsiteX1413" fmla="*/ 93440 w 438150"/>
                <a:gd name="connsiteY1413" fmla="*/ 368141 h 790575"/>
                <a:gd name="connsiteX1414" fmla="*/ 93726 w 438150"/>
                <a:gd name="connsiteY1414" fmla="*/ 368618 h 790575"/>
                <a:gd name="connsiteX1415" fmla="*/ 94012 w 438150"/>
                <a:gd name="connsiteY1415" fmla="*/ 369094 h 790575"/>
                <a:gd name="connsiteX1416" fmla="*/ 94012 w 438150"/>
                <a:gd name="connsiteY1416" fmla="*/ 370522 h 790575"/>
                <a:gd name="connsiteX1417" fmla="*/ 93821 w 438150"/>
                <a:gd name="connsiteY1417" fmla="*/ 371761 h 790575"/>
                <a:gd name="connsiteX1418" fmla="*/ 93917 w 438150"/>
                <a:gd name="connsiteY1418" fmla="*/ 376333 h 790575"/>
                <a:gd name="connsiteX1419" fmla="*/ 95821 w 438150"/>
                <a:gd name="connsiteY1419" fmla="*/ 384715 h 790575"/>
                <a:gd name="connsiteX1420" fmla="*/ 95917 w 438150"/>
                <a:gd name="connsiteY1420" fmla="*/ 385763 h 790575"/>
                <a:gd name="connsiteX1421" fmla="*/ 95631 w 438150"/>
                <a:gd name="connsiteY1421" fmla="*/ 388430 h 790575"/>
                <a:gd name="connsiteX1422" fmla="*/ 95821 w 438150"/>
                <a:gd name="connsiteY1422" fmla="*/ 389477 h 790575"/>
                <a:gd name="connsiteX1423" fmla="*/ 95821 w 438150"/>
                <a:gd name="connsiteY1423" fmla="*/ 389954 h 790575"/>
                <a:gd name="connsiteX1424" fmla="*/ 95631 w 438150"/>
                <a:gd name="connsiteY1424" fmla="*/ 390525 h 790575"/>
                <a:gd name="connsiteX1425" fmla="*/ 95345 w 438150"/>
                <a:gd name="connsiteY1425" fmla="*/ 391001 h 790575"/>
                <a:gd name="connsiteX1426" fmla="*/ 95155 w 438150"/>
                <a:gd name="connsiteY1426" fmla="*/ 391478 h 790575"/>
                <a:gd name="connsiteX1427" fmla="*/ 95155 w 438150"/>
                <a:gd name="connsiteY1427" fmla="*/ 392239 h 790575"/>
                <a:gd name="connsiteX1428" fmla="*/ 95821 w 438150"/>
                <a:gd name="connsiteY1428" fmla="*/ 394240 h 790575"/>
                <a:gd name="connsiteX1429" fmla="*/ 96012 w 438150"/>
                <a:gd name="connsiteY1429" fmla="*/ 395383 h 790575"/>
                <a:gd name="connsiteX1430" fmla="*/ 95821 w 438150"/>
                <a:gd name="connsiteY1430" fmla="*/ 396335 h 790575"/>
                <a:gd name="connsiteX1431" fmla="*/ 95821 w 438150"/>
                <a:gd name="connsiteY1431" fmla="*/ 396335 h 790575"/>
                <a:gd name="connsiteX1432" fmla="*/ 95060 w 438150"/>
                <a:gd name="connsiteY1432" fmla="*/ 397002 h 790575"/>
                <a:gd name="connsiteX1433" fmla="*/ 92964 w 438150"/>
                <a:gd name="connsiteY1433" fmla="*/ 397193 h 790575"/>
                <a:gd name="connsiteX1434" fmla="*/ 91916 w 438150"/>
                <a:gd name="connsiteY1434" fmla="*/ 397573 h 790575"/>
                <a:gd name="connsiteX1435" fmla="*/ 91250 w 438150"/>
                <a:gd name="connsiteY1435" fmla="*/ 398431 h 790575"/>
                <a:gd name="connsiteX1436" fmla="*/ 91250 w 438150"/>
                <a:gd name="connsiteY1436" fmla="*/ 399479 h 790575"/>
                <a:gd name="connsiteX1437" fmla="*/ 91440 w 438150"/>
                <a:gd name="connsiteY1437" fmla="*/ 400717 h 790575"/>
                <a:gd name="connsiteX1438" fmla="*/ 91250 w 438150"/>
                <a:gd name="connsiteY1438" fmla="*/ 402050 h 790575"/>
                <a:gd name="connsiteX1439" fmla="*/ 90773 w 438150"/>
                <a:gd name="connsiteY1439" fmla="*/ 403288 h 790575"/>
                <a:gd name="connsiteX1440" fmla="*/ 90488 w 438150"/>
                <a:gd name="connsiteY1440" fmla="*/ 404527 h 790575"/>
                <a:gd name="connsiteX1441" fmla="*/ 90773 w 438150"/>
                <a:gd name="connsiteY1441" fmla="*/ 405574 h 790575"/>
                <a:gd name="connsiteX1442" fmla="*/ 91916 w 438150"/>
                <a:gd name="connsiteY1442" fmla="*/ 406432 h 790575"/>
                <a:gd name="connsiteX1443" fmla="*/ 92774 w 438150"/>
                <a:gd name="connsiteY1443" fmla="*/ 407003 h 790575"/>
                <a:gd name="connsiteX1444" fmla="*/ 93726 w 438150"/>
                <a:gd name="connsiteY1444" fmla="*/ 407861 h 790575"/>
                <a:gd name="connsiteX1445" fmla="*/ 94488 w 438150"/>
                <a:gd name="connsiteY1445" fmla="*/ 408908 h 790575"/>
                <a:gd name="connsiteX1446" fmla="*/ 94583 w 438150"/>
                <a:gd name="connsiteY1446" fmla="*/ 409956 h 790575"/>
                <a:gd name="connsiteX1447" fmla="*/ 94393 w 438150"/>
                <a:gd name="connsiteY1447" fmla="*/ 410528 h 790575"/>
                <a:gd name="connsiteX1448" fmla="*/ 94107 w 438150"/>
                <a:gd name="connsiteY1448" fmla="*/ 411004 h 790575"/>
                <a:gd name="connsiteX1449" fmla="*/ 93917 w 438150"/>
                <a:gd name="connsiteY1449" fmla="*/ 411480 h 790575"/>
                <a:gd name="connsiteX1450" fmla="*/ 93821 w 438150"/>
                <a:gd name="connsiteY1450" fmla="*/ 412147 h 790575"/>
                <a:gd name="connsiteX1451" fmla="*/ 93917 w 438150"/>
                <a:gd name="connsiteY1451" fmla="*/ 412623 h 790575"/>
                <a:gd name="connsiteX1452" fmla="*/ 94583 w 438150"/>
                <a:gd name="connsiteY1452" fmla="*/ 414242 h 790575"/>
                <a:gd name="connsiteX1453" fmla="*/ 94774 w 438150"/>
                <a:gd name="connsiteY1453" fmla="*/ 415862 h 790575"/>
                <a:gd name="connsiteX1454" fmla="*/ 94964 w 438150"/>
                <a:gd name="connsiteY1454" fmla="*/ 416433 h 790575"/>
                <a:gd name="connsiteX1455" fmla="*/ 95345 w 438150"/>
                <a:gd name="connsiteY1455" fmla="*/ 417005 h 790575"/>
                <a:gd name="connsiteX1456" fmla="*/ 96393 w 438150"/>
                <a:gd name="connsiteY1456" fmla="*/ 418052 h 790575"/>
                <a:gd name="connsiteX1457" fmla="*/ 96774 w 438150"/>
                <a:gd name="connsiteY1457" fmla="*/ 418719 h 790575"/>
                <a:gd name="connsiteX1458" fmla="*/ 96965 w 438150"/>
                <a:gd name="connsiteY1458" fmla="*/ 419862 h 790575"/>
                <a:gd name="connsiteX1459" fmla="*/ 96869 w 438150"/>
                <a:gd name="connsiteY1459" fmla="*/ 420910 h 790575"/>
                <a:gd name="connsiteX1460" fmla="*/ 96869 w 438150"/>
                <a:gd name="connsiteY1460" fmla="*/ 421862 h 790575"/>
                <a:gd name="connsiteX1461" fmla="*/ 97441 w 438150"/>
                <a:gd name="connsiteY1461" fmla="*/ 422815 h 790575"/>
                <a:gd name="connsiteX1462" fmla="*/ 97917 w 438150"/>
                <a:gd name="connsiteY1462" fmla="*/ 423005 h 790575"/>
                <a:gd name="connsiteX1463" fmla="*/ 99155 w 438150"/>
                <a:gd name="connsiteY1463" fmla="*/ 423196 h 790575"/>
                <a:gd name="connsiteX1464" fmla="*/ 99727 w 438150"/>
                <a:gd name="connsiteY1464" fmla="*/ 423577 h 790575"/>
                <a:gd name="connsiteX1465" fmla="*/ 99917 w 438150"/>
                <a:gd name="connsiteY1465" fmla="*/ 424053 h 790575"/>
                <a:gd name="connsiteX1466" fmla="*/ 100013 w 438150"/>
                <a:gd name="connsiteY1466" fmla="*/ 425101 h 790575"/>
                <a:gd name="connsiteX1467" fmla="*/ 100203 w 438150"/>
                <a:gd name="connsiteY1467" fmla="*/ 425482 h 790575"/>
                <a:gd name="connsiteX1468" fmla="*/ 100679 w 438150"/>
                <a:gd name="connsiteY1468" fmla="*/ 425768 h 790575"/>
                <a:gd name="connsiteX1469" fmla="*/ 101918 w 438150"/>
                <a:gd name="connsiteY1469" fmla="*/ 426148 h 790575"/>
                <a:gd name="connsiteX1470" fmla="*/ 102299 w 438150"/>
                <a:gd name="connsiteY1470" fmla="*/ 426530 h 790575"/>
                <a:gd name="connsiteX1471" fmla="*/ 102679 w 438150"/>
                <a:gd name="connsiteY1471" fmla="*/ 427101 h 790575"/>
                <a:gd name="connsiteX1472" fmla="*/ 103156 w 438150"/>
                <a:gd name="connsiteY1472" fmla="*/ 427672 h 790575"/>
                <a:gd name="connsiteX1473" fmla="*/ 103727 w 438150"/>
                <a:gd name="connsiteY1473" fmla="*/ 428149 h 790575"/>
                <a:gd name="connsiteX1474" fmla="*/ 106299 w 438150"/>
                <a:gd name="connsiteY1474" fmla="*/ 429578 h 790575"/>
                <a:gd name="connsiteX1475" fmla="*/ 106775 w 438150"/>
                <a:gd name="connsiteY1475" fmla="*/ 430339 h 790575"/>
                <a:gd name="connsiteX1476" fmla="*/ 106871 w 438150"/>
                <a:gd name="connsiteY1476" fmla="*/ 430816 h 790575"/>
                <a:gd name="connsiteX1477" fmla="*/ 106966 w 438150"/>
                <a:gd name="connsiteY1477" fmla="*/ 431673 h 790575"/>
                <a:gd name="connsiteX1478" fmla="*/ 106966 w 438150"/>
                <a:gd name="connsiteY1478" fmla="*/ 432816 h 790575"/>
                <a:gd name="connsiteX1479" fmla="*/ 106775 w 438150"/>
                <a:gd name="connsiteY1479" fmla="*/ 433959 h 790575"/>
                <a:gd name="connsiteX1480" fmla="*/ 106585 w 438150"/>
                <a:gd name="connsiteY1480" fmla="*/ 434530 h 790575"/>
                <a:gd name="connsiteX1481" fmla="*/ 106013 w 438150"/>
                <a:gd name="connsiteY1481" fmla="*/ 435673 h 790575"/>
                <a:gd name="connsiteX1482" fmla="*/ 105918 w 438150"/>
                <a:gd name="connsiteY1482" fmla="*/ 436245 h 790575"/>
                <a:gd name="connsiteX1483" fmla="*/ 106109 w 438150"/>
                <a:gd name="connsiteY1483" fmla="*/ 437388 h 790575"/>
                <a:gd name="connsiteX1484" fmla="*/ 107347 w 438150"/>
                <a:gd name="connsiteY1484" fmla="*/ 439579 h 790575"/>
                <a:gd name="connsiteX1485" fmla="*/ 107728 w 438150"/>
                <a:gd name="connsiteY1485" fmla="*/ 440722 h 790575"/>
                <a:gd name="connsiteX1486" fmla="*/ 107823 w 438150"/>
                <a:gd name="connsiteY1486" fmla="*/ 443674 h 790575"/>
                <a:gd name="connsiteX1487" fmla="*/ 108014 w 438150"/>
                <a:gd name="connsiteY1487" fmla="*/ 444722 h 790575"/>
                <a:gd name="connsiteX1488" fmla="*/ 108299 w 438150"/>
                <a:gd name="connsiteY1488" fmla="*/ 445389 h 790575"/>
                <a:gd name="connsiteX1489" fmla="*/ 109061 w 438150"/>
                <a:gd name="connsiteY1489" fmla="*/ 446342 h 790575"/>
                <a:gd name="connsiteX1490" fmla="*/ 109442 w 438150"/>
                <a:gd name="connsiteY1490" fmla="*/ 446913 h 790575"/>
                <a:gd name="connsiteX1491" fmla="*/ 109538 w 438150"/>
                <a:gd name="connsiteY1491" fmla="*/ 447485 h 790575"/>
                <a:gd name="connsiteX1492" fmla="*/ 109442 w 438150"/>
                <a:gd name="connsiteY1492" fmla="*/ 448437 h 790575"/>
                <a:gd name="connsiteX1493" fmla="*/ 109442 w 438150"/>
                <a:gd name="connsiteY1493" fmla="*/ 449009 h 790575"/>
                <a:gd name="connsiteX1494" fmla="*/ 109633 w 438150"/>
                <a:gd name="connsiteY1494" fmla="*/ 449580 h 790575"/>
                <a:gd name="connsiteX1495" fmla="*/ 110204 w 438150"/>
                <a:gd name="connsiteY1495" fmla="*/ 450628 h 790575"/>
                <a:gd name="connsiteX1496" fmla="*/ 110395 w 438150"/>
                <a:gd name="connsiteY1496" fmla="*/ 451199 h 790575"/>
                <a:gd name="connsiteX1497" fmla="*/ 110300 w 438150"/>
                <a:gd name="connsiteY1497" fmla="*/ 451961 h 790575"/>
                <a:gd name="connsiteX1498" fmla="*/ 109823 w 438150"/>
                <a:gd name="connsiteY1498" fmla="*/ 452438 h 790575"/>
                <a:gd name="connsiteX1499" fmla="*/ 109347 w 438150"/>
                <a:gd name="connsiteY1499" fmla="*/ 452819 h 790575"/>
                <a:gd name="connsiteX1500" fmla="*/ 109061 w 438150"/>
                <a:gd name="connsiteY1500" fmla="*/ 453295 h 790575"/>
                <a:gd name="connsiteX1501" fmla="*/ 109252 w 438150"/>
                <a:gd name="connsiteY1501" fmla="*/ 454247 h 790575"/>
                <a:gd name="connsiteX1502" fmla="*/ 110014 w 438150"/>
                <a:gd name="connsiteY1502" fmla="*/ 454438 h 790575"/>
                <a:gd name="connsiteX1503" fmla="*/ 112967 w 438150"/>
                <a:gd name="connsiteY1503" fmla="*/ 453485 h 790575"/>
                <a:gd name="connsiteX1504" fmla="*/ 113538 w 438150"/>
                <a:gd name="connsiteY1504" fmla="*/ 453485 h 790575"/>
                <a:gd name="connsiteX1505" fmla="*/ 114014 w 438150"/>
                <a:gd name="connsiteY1505" fmla="*/ 453676 h 790575"/>
                <a:gd name="connsiteX1506" fmla="*/ 114205 w 438150"/>
                <a:gd name="connsiteY1506" fmla="*/ 454152 h 790575"/>
                <a:gd name="connsiteX1507" fmla="*/ 114110 w 438150"/>
                <a:gd name="connsiteY1507" fmla="*/ 454628 h 790575"/>
                <a:gd name="connsiteX1508" fmla="*/ 113919 w 438150"/>
                <a:gd name="connsiteY1508" fmla="*/ 455200 h 790575"/>
                <a:gd name="connsiteX1509" fmla="*/ 113824 w 438150"/>
                <a:gd name="connsiteY1509" fmla="*/ 455771 h 790575"/>
                <a:gd name="connsiteX1510" fmla="*/ 112967 w 438150"/>
                <a:gd name="connsiteY1510" fmla="*/ 458343 h 790575"/>
                <a:gd name="connsiteX1511" fmla="*/ 112776 w 438150"/>
                <a:gd name="connsiteY1511" fmla="*/ 459867 h 790575"/>
                <a:gd name="connsiteX1512" fmla="*/ 113633 w 438150"/>
                <a:gd name="connsiteY1512" fmla="*/ 460629 h 790575"/>
                <a:gd name="connsiteX1513" fmla="*/ 114586 w 438150"/>
                <a:gd name="connsiteY1513" fmla="*/ 460915 h 790575"/>
                <a:gd name="connsiteX1514" fmla="*/ 115348 w 438150"/>
                <a:gd name="connsiteY1514" fmla="*/ 461581 h 790575"/>
                <a:gd name="connsiteX1515" fmla="*/ 115729 w 438150"/>
                <a:gd name="connsiteY1515" fmla="*/ 462534 h 790575"/>
                <a:gd name="connsiteX1516" fmla="*/ 115634 w 438150"/>
                <a:gd name="connsiteY1516" fmla="*/ 463582 h 790575"/>
                <a:gd name="connsiteX1517" fmla="*/ 114776 w 438150"/>
                <a:gd name="connsiteY1517" fmla="*/ 465772 h 790575"/>
                <a:gd name="connsiteX1518" fmla="*/ 114586 w 438150"/>
                <a:gd name="connsiteY1518" fmla="*/ 466915 h 790575"/>
                <a:gd name="connsiteX1519" fmla="*/ 114967 w 438150"/>
                <a:gd name="connsiteY1519" fmla="*/ 468154 h 790575"/>
                <a:gd name="connsiteX1520" fmla="*/ 115634 w 438150"/>
                <a:gd name="connsiteY1520" fmla="*/ 469011 h 790575"/>
                <a:gd name="connsiteX1521" fmla="*/ 116586 w 438150"/>
                <a:gd name="connsiteY1521" fmla="*/ 469868 h 790575"/>
                <a:gd name="connsiteX1522" fmla="*/ 117634 w 438150"/>
                <a:gd name="connsiteY1522" fmla="*/ 470535 h 790575"/>
                <a:gd name="connsiteX1523" fmla="*/ 118491 w 438150"/>
                <a:gd name="connsiteY1523" fmla="*/ 470821 h 790575"/>
                <a:gd name="connsiteX1524" fmla="*/ 118586 w 438150"/>
                <a:gd name="connsiteY1524" fmla="*/ 471297 h 790575"/>
                <a:gd name="connsiteX1525" fmla="*/ 117824 w 438150"/>
                <a:gd name="connsiteY1525" fmla="*/ 474821 h 790575"/>
                <a:gd name="connsiteX1526" fmla="*/ 117348 w 438150"/>
                <a:gd name="connsiteY1526" fmla="*/ 476060 h 790575"/>
                <a:gd name="connsiteX1527" fmla="*/ 113919 w 438150"/>
                <a:gd name="connsiteY1527" fmla="*/ 480631 h 790575"/>
                <a:gd name="connsiteX1528" fmla="*/ 113252 w 438150"/>
                <a:gd name="connsiteY1528" fmla="*/ 481108 h 790575"/>
                <a:gd name="connsiteX1529" fmla="*/ 111062 w 438150"/>
                <a:gd name="connsiteY1529" fmla="*/ 481203 h 790575"/>
                <a:gd name="connsiteX1530" fmla="*/ 109823 w 438150"/>
                <a:gd name="connsiteY1530" fmla="*/ 481489 h 790575"/>
                <a:gd name="connsiteX1531" fmla="*/ 108966 w 438150"/>
                <a:gd name="connsiteY1531" fmla="*/ 482060 h 790575"/>
                <a:gd name="connsiteX1532" fmla="*/ 108490 w 438150"/>
                <a:gd name="connsiteY1532" fmla="*/ 482918 h 790575"/>
                <a:gd name="connsiteX1533" fmla="*/ 108395 w 438150"/>
                <a:gd name="connsiteY1533" fmla="*/ 484156 h 790575"/>
                <a:gd name="connsiteX1534" fmla="*/ 108490 w 438150"/>
                <a:gd name="connsiteY1534" fmla="*/ 486346 h 790575"/>
                <a:gd name="connsiteX1535" fmla="*/ 108299 w 438150"/>
                <a:gd name="connsiteY1535" fmla="*/ 487204 h 790575"/>
                <a:gd name="connsiteX1536" fmla="*/ 107823 w 438150"/>
                <a:gd name="connsiteY1536" fmla="*/ 488252 h 790575"/>
                <a:gd name="connsiteX1537" fmla="*/ 107156 w 438150"/>
                <a:gd name="connsiteY1537" fmla="*/ 489109 h 790575"/>
                <a:gd name="connsiteX1538" fmla="*/ 105633 w 438150"/>
                <a:gd name="connsiteY1538" fmla="*/ 490633 h 790575"/>
                <a:gd name="connsiteX1539" fmla="*/ 105156 w 438150"/>
                <a:gd name="connsiteY1539" fmla="*/ 491490 h 790575"/>
                <a:gd name="connsiteX1540" fmla="*/ 104870 w 438150"/>
                <a:gd name="connsiteY1540" fmla="*/ 492823 h 790575"/>
                <a:gd name="connsiteX1541" fmla="*/ 104775 w 438150"/>
                <a:gd name="connsiteY1541" fmla="*/ 493776 h 790575"/>
                <a:gd name="connsiteX1542" fmla="*/ 104489 w 438150"/>
                <a:gd name="connsiteY1542" fmla="*/ 494633 h 790575"/>
                <a:gd name="connsiteX1543" fmla="*/ 102489 w 438150"/>
                <a:gd name="connsiteY1543" fmla="*/ 496824 h 790575"/>
                <a:gd name="connsiteX1544" fmla="*/ 101918 w 438150"/>
                <a:gd name="connsiteY1544" fmla="*/ 497681 h 790575"/>
                <a:gd name="connsiteX1545" fmla="*/ 102394 w 438150"/>
                <a:gd name="connsiteY1545" fmla="*/ 499777 h 790575"/>
                <a:gd name="connsiteX1546" fmla="*/ 101727 w 438150"/>
                <a:gd name="connsiteY1546" fmla="*/ 501015 h 790575"/>
                <a:gd name="connsiteX1547" fmla="*/ 100013 w 438150"/>
                <a:gd name="connsiteY1547" fmla="*/ 503015 h 790575"/>
                <a:gd name="connsiteX1548" fmla="*/ 99346 w 438150"/>
                <a:gd name="connsiteY1548" fmla="*/ 504254 h 790575"/>
                <a:gd name="connsiteX1549" fmla="*/ 97727 w 438150"/>
                <a:gd name="connsiteY1549" fmla="*/ 509016 h 790575"/>
                <a:gd name="connsiteX1550" fmla="*/ 97346 w 438150"/>
                <a:gd name="connsiteY1550" fmla="*/ 509492 h 790575"/>
                <a:gd name="connsiteX1551" fmla="*/ 96203 w 438150"/>
                <a:gd name="connsiteY1551" fmla="*/ 509873 h 790575"/>
                <a:gd name="connsiteX1552" fmla="*/ 95726 w 438150"/>
                <a:gd name="connsiteY1552" fmla="*/ 510159 h 790575"/>
                <a:gd name="connsiteX1553" fmla="*/ 95345 w 438150"/>
                <a:gd name="connsiteY1553" fmla="*/ 510635 h 790575"/>
                <a:gd name="connsiteX1554" fmla="*/ 94869 w 438150"/>
                <a:gd name="connsiteY1554" fmla="*/ 511778 h 790575"/>
                <a:gd name="connsiteX1555" fmla="*/ 94488 w 438150"/>
                <a:gd name="connsiteY1555" fmla="*/ 512255 h 790575"/>
                <a:gd name="connsiteX1556" fmla="*/ 93917 w 438150"/>
                <a:gd name="connsiteY1556" fmla="*/ 512731 h 790575"/>
                <a:gd name="connsiteX1557" fmla="*/ 93536 w 438150"/>
                <a:gd name="connsiteY1557" fmla="*/ 513017 h 790575"/>
                <a:gd name="connsiteX1558" fmla="*/ 91440 w 438150"/>
                <a:gd name="connsiteY1558" fmla="*/ 514064 h 790575"/>
                <a:gd name="connsiteX1559" fmla="*/ 90583 w 438150"/>
                <a:gd name="connsiteY1559" fmla="*/ 514921 h 790575"/>
                <a:gd name="connsiteX1560" fmla="*/ 90392 w 438150"/>
                <a:gd name="connsiteY1560" fmla="*/ 515398 h 790575"/>
                <a:gd name="connsiteX1561" fmla="*/ 89916 w 438150"/>
                <a:gd name="connsiteY1561" fmla="*/ 517017 h 790575"/>
                <a:gd name="connsiteX1562" fmla="*/ 89440 w 438150"/>
                <a:gd name="connsiteY1562" fmla="*/ 517684 h 790575"/>
                <a:gd name="connsiteX1563" fmla="*/ 88964 w 438150"/>
                <a:gd name="connsiteY1563" fmla="*/ 517684 h 790575"/>
                <a:gd name="connsiteX1564" fmla="*/ 88392 w 438150"/>
                <a:gd name="connsiteY1564" fmla="*/ 517398 h 790575"/>
                <a:gd name="connsiteX1565" fmla="*/ 87821 w 438150"/>
                <a:gd name="connsiteY1565" fmla="*/ 517207 h 790575"/>
                <a:gd name="connsiteX1566" fmla="*/ 87154 w 438150"/>
                <a:gd name="connsiteY1566" fmla="*/ 517112 h 790575"/>
                <a:gd name="connsiteX1567" fmla="*/ 86868 w 438150"/>
                <a:gd name="connsiteY1567" fmla="*/ 517017 h 790575"/>
                <a:gd name="connsiteX1568" fmla="*/ 86678 w 438150"/>
                <a:gd name="connsiteY1568" fmla="*/ 517112 h 790575"/>
                <a:gd name="connsiteX1569" fmla="*/ 86201 w 438150"/>
                <a:gd name="connsiteY1569" fmla="*/ 517588 h 790575"/>
                <a:gd name="connsiteX1570" fmla="*/ 85916 w 438150"/>
                <a:gd name="connsiteY1570" fmla="*/ 518065 h 790575"/>
                <a:gd name="connsiteX1571" fmla="*/ 85725 w 438150"/>
                <a:gd name="connsiteY1571" fmla="*/ 518636 h 790575"/>
                <a:gd name="connsiteX1572" fmla="*/ 85630 w 438150"/>
                <a:gd name="connsiteY1572" fmla="*/ 519208 h 790575"/>
                <a:gd name="connsiteX1573" fmla="*/ 85630 w 438150"/>
                <a:gd name="connsiteY1573" fmla="*/ 519779 h 790575"/>
                <a:gd name="connsiteX1574" fmla="*/ 85725 w 438150"/>
                <a:gd name="connsiteY1574" fmla="*/ 520446 h 790575"/>
                <a:gd name="connsiteX1575" fmla="*/ 86106 w 438150"/>
                <a:gd name="connsiteY1575" fmla="*/ 521494 h 790575"/>
                <a:gd name="connsiteX1576" fmla="*/ 86106 w 438150"/>
                <a:gd name="connsiteY1576" fmla="*/ 522256 h 790575"/>
                <a:gd name="connsiteX1577" fmla="*/ 85916 w 438150"/>
                <a:gd name="connsiteY1577" fmla="*/ 523304 h 790575"/>
                <a:gd name="connsiteX1578" fmla="*/ 85725 w 438150"/>
                <a:gd name="connsiteY1578" fmla="*/ 523685 h 790575"/>
                <a:gd name="connsiteX1579" fmla="*/ 85344 w 438150"/>
                <a:gd name="connsiteY1579" fmla="*/ 524161 h 790575"/>
                <a:gd name="connsiteX1580" fmla="*/ 85058 w 438150"/>
                <a:gd name="connsiteY1580" fmla="*/ 524256 h 790575"/>
                <a:gd name="connsiteX1581" fmla="*/ 83153 w 438150"/>
                <a:gd name="connsiteY1581" fmla="*/ 525113 h 790575"/>
                <a:gd name="connsiteX1582" fmla="*/ 82582 w 438150"/>
                <a:gd name="connsiteY1582" fmla="*/ 525113 h 790575"/>
                <a:gd name="connsiteX1583" fmla="*/ 82106 w 438150"/>
                <a:gd name="connsiteY1583" fmla="*/ 524923 h 790575"/>
                <a:gd name="connsiteX1584" fmla="*/ 81629 w 438150"/>
                <a:gd name="connsiteY1584" fmla="*/ 524828 h 790575"/>
                <a:gd name="connsiteX1585" fmla="*/ 80963 w 438150"/>
                <a:gd name="connsiteY1585" fmla="*/ 525113 h 790575"/>
                <a:gd name="connsiteX1586" fmla="*/ 80486 w 438150"/>
                <a:gd name="connsiteY1586" fmla="*/ 525589 h 790575"/>
                <a:gd name="connsiteX1587" fmla="*/ 80296 w 438150"/>
                <a:gd name="connsiteY1587" fmla="*/ 526161 h 790575"/>
                <a:gd name="connsiteX1588" fmla="*/ 80105 w 438150"/>
                <a:gd name="connsiteY1588" fmla="*/ 526637 h 790575"/>
                <a:gd name="connsiteX1589" fmla="*/ 79724 w 438150"/>
                <a:gd name="connsiteY1589" fmla="*/ 527113 h 790575"/>
                <a:gd name="connsiteX1590" fmla="*/ 79343 w 438150"/>
                <a:gd name="connsiteY1590" fmla="*/ 527209 h 790575"/>
                <a:gd name="connsiteX1591" fmla="*/ 78200 w 438150"/>
                <a:gd name="connsiteY1591" fmla="*/ 527304 h 790575"/>
                <a:gd name="connsiteX1592" fmla="*/ 77724 w 438150"/>
                <a:gd name="connsiteY1592" fmla="*/ 527495 h 790575"/>
                <a:gd name="connsiteX1593" fmla="*/ 76676 w 438150"/>
                <a:gd name="connsiteY1593" fmla="*/ 528352 h 790575"/>
                <a:gd name="connsiteX1594" fmla="*/ 74390 w 438150"/>
                <a:gd name="connsiteY1594" fmla="*/ 531400 h 790575"/>
                <a:gd name="connsiteX1595" fmla="*/ 73914 w 438150"/>
                <a:gd name="connsiteY1595" fmla="*/ 532638 h 790575"/>
                <a:gd name="connsiteX1596" fmla="*/ 73438 w 438150"/>
                <a:gd name="connsiteY1596" fmla="*/ 534924 h 790575"/>
                <a:gd name="connsiteX1597" fmla="*/ 73628 w 438150"/>
                <a:gd name="connsiteY1597" fmla="*/ 535591 h 790575"/>
                <a:gd name="connsiteX1598" fmla="*/ 74676 w 438150"/>
                <a:gd name="connsiteY1598" fmla="*/ 536448 h 790575"/>
                <a:gd name="connsiteX1599" fmla="*/ 75057 w 438150"/>
                <a:gd name="connsiteY1599" fmla="*/ 537020 h 790575"/>
                <a:gd name="connsiteX1600" fmla="*/ 75819 w 438150"/>
                <a:gd name="connsiteY1600" fmla="*/ 540353 h 790575"/>
                <a:gd name="connsiteX1601" fmla="*/ 75819 w 438150"/>
                <a:gd name="connsiteY1601" fmla="*/ 541401 h 790575"/>
                <a:gd name="connsiteX1602" fmla="*/ 75057 w 438150"/>
                <a:gd name="connsiteY1602" fmla="*/ 543401 h 790575"/>
                <a:gd name="connsiteX1603" fmla="*/ 74486 w 438150"/>
                <a:gd name="connsiteY1603" fmla="*/ 546163 h 790575"/>
                <a:gd name="connsiteX1604" fmla="*/ 73533 w 438150"/>
                <a:gd name="connsiteY1604" fmla="*/ 549402 h 790575"/>
                <a:gd name="connsiteX1605" fmla="*/ 73438 w 438150"/>
                <a:gd name="connsiteY1605" fmla="*/ 550545 h 790575"/>
                <a:gd name="connsiteX1606" fmla="*/ 72676 w 438150"/>
                <a:gd name="connsiteY1606" fmla="*/ 552545 h 790575"/>
                <a:gd name="connsiteX1607" fmla="*/ 72485 w 438150"/>
                <a:gd name="connsiteY1607" fmla="*/ 553593 h 790575"/>
                <a:gd name="connsiteX1608" fmla="*/ 72390 w 438150"/>
                <a:gd name="connsiteY1608" fmla="*/ 554641 h 790575"/>
                <a:gd name="connsiteX1609" fmla="*/ 72104 w 438150"/>
                <a:gd name="connsiteY1609" fmla="*/ 555879 h 790575"/>
                <a:gd name="connsiteX1610" fmla="*/ 71723 w 438150"/>
                <a:gd name="connsiteY1610" fmla="*/ 557117 h 790575"/>
                <a:gd name="connsiteX1611" fmla="*/ 70485 w 438150"/>
                <a:gd name="connsiteY1611" fmla="*/ 559403 h 790575"/>
                <a:gd name="connsiteX1612" fmla="*/ 69056 w 438150"/>
                <a:gd name="connsiteY1612" fmla="*/ 563499 h 790575"/>
                <a:gd name="connsiteX1613" fmla="*/ 68294 w 438150"/>
                <a:gd name="connsiteY1613" fmla="*/ 564356 h 790575"/>
                <a:gd name="connsiteX1614" fmla="*/ 65913 w 438150"/>
                <a:gd name="connsiteY1614" fmla="*/ 568357 h 790575"/>
                <a:gd name="connsiteX1615" fmla="*/ 65723 w 438150"/>
                <a:gd name="connsiteY1615" fmla="*/ 569023 h 790575"/>
                <a:gd name="connsiteX1616" fmla="*/ 65723 w 438150"/>
                <a:gd name="connsiteY1616" fmla="*/ 569405 h 790575"/>
                <a:gd name="connsiteX1617" fmla="*/ 66294 w 438150"/>
                <a:gd name="connsiteY1617" fmla="*/ 570167 h 790575"/>
                <a:gd name="connsiteX1618" fmla="*/ 66389 w 438150"/>
                <a:gd name="connsiteY1618" fmla="*/ 569881 h 790575"/>
                <a:gd name="connsiteX1619" fmla="*/ 66961 w 438150"/>
                <a:gd name="connsiteY1619" fmla="*/ 569786 h 790575"/>
                <a:gd name="connsiteX1620" fmla="*/ 67437 w 438150"/>
                <a:gd name="connsiteY1620" fmla="*/ 569976 h 790575"/>
                <a:gd name="connsiteX1621" fmla="*/ 67342 w 438150"/>
                <a:gd name="connsiteY1621" fmla="*/ 570547 h 790575"/>
                <a:gd name="connsiteX1622" fmla="*/ 66866 w 438150"/>
                <a:gd name="connsiteY1622" fmla="*/ 570833 h 790575"/>
                <a:gd name="connsiteX1623" fmla="*/ 65723 w 438150"/>
                <a:gd name="connsiteY1623" fmla="*/ 570833 h 790575"/>
                <a:gd name="connsiteX1624" fmla="*/ 65342 w 438150"/>
                <a:gd name="connsiteY1624" fmla="*/ 571119 h 790575"/>
                <a:gd name="connsiteX1625" fmla="*/ 64961 w 438150"/>
                <a:gd name="connsiteY1625" fmla="*/ 571786 h 790575"/>
                <a:gd name="connsiteX1626" fmla="*/ 64389 w 438150"/>
                <a:gd name="connsiteY1626" fmla="*/ 572262 h 790575"/>
                <a:gd name="connsiteX1627" fmla="*/ 64294 w 438150"/>
                <a:gd name="connsiteY1627" fmla="*/ 572548 h 790575"/>
                <a:gd name="connsiteX1628" fmla="*/ 64675 w 438150"/>
                <a:gd name="connsiteY1628" fmla="*/ 572738 h 790575"/>
                <a:gd name="connsiteX1629" fmla="*/ 65056 w 438150"/>
                <a:gd name="connsiteY1629" fmla="*/ 572834 h 790575"/>
                <a:gd name="connsiteX1630" fmla="*/ 65246 w 438150"/>
                <a:gd name="connsiteY1630" fmla="*/ 573024 h 790575"/>
                <a:gd name="connsiteX1631" fmla="*/ 65056 w 438150"/>
                <a:gd name="connsiteY1631" fmla="*/ 573596 h 790575"/>
                <a:gd name="connsiteX1632" fmla="*/ 64294 w 438150"/>
                <a:gd name="connsiteY1632" fmla="*/ 574167 h 790575"/>
                <a:gd name="connsiteX1633" fmla="*/ 64579 w 438150"/>
                <a:gd name="connsiteY1633" fmla="*/ 574548 h 790575"/>
                <a:gd name="connsiteX1634" fmla="*/ 64103 w 438150"/>
                <a:gd name="connsiteY1634" fmla="*/ 574738 h 790575"/>
                <a:gd name="connsiteX1635" fmla="*/ 63722 w 438150"/>
                <a:gd name="connsiteY1635" fmla="*/ 574738 h 790575"/>
                <a:gd name="connsiteX1636" fmla="*/ 63437 w 438150"/>
                <a:gd name="connsiteY1636" fmla="*/ 574548 h 790575"/>
                <a:gd name="connsiteX1637" fmla="*/ 63151 w 438150"/>
                <a:gd name="connsiteY1637" fmla="*/ 574167 h 790575"/>
                <a:gd name="connsiteX1638" fmla="*/ 62484 w 438150"/>
                <a:gd name="connsiteY1638" fmla="*/ 574738 h 790575"/>
                <a:gd name="connsiteX1639" fmla="*/ 61627 w 438150"/>
                <a:gd name="connsiteY1639" fmla="*/ 575691 h 790575"/>
                <a:gd name="connsiteX1640" fmla="*/ 61246 w 438150"/>
                <a:gd name="connsiteY1640" fmla="*/ 576644 h 790575"/>
                <a:gd name="connsiteX1641" fmla="*/ 62198 w 438150"/>
                <a:gd name="connsiteY1641" fmla="*/ 577215 h 790575"/>
                <a:gd name="connsiteX1642" fmla="*/ 62389 w 438150"/>
                <a:gd name="connsiteY1642" fmla="*/ 577596 h 790575"/>
                <a:gd name="connsiteX1643" fmla="*/ 62675 w 438150"/>
                <a:gd name="connsiteY1643" fmla="*/ 577977 h 790575"/>
                <a:gd name="connsiteX1644" fmla="*/ 63151 w 438150"/>
                <a:gd name="connsiteY1644" fmla="*/ 578072 h 790575"/>
                <a:gd name="connsiteX1645" fmla="*/ 63627 w 438150"/>
                <a:gd name="connsiteY1645" fmla="*/ 577787 h 790575"/>
                <a:gd name="connsiteX1646" fmla="*/ 64484 w 438150"/>
                <a:gd name="connsiteY1646" fmla="*/ 576644 h 790575"/>
                <a:gd name="connsiteX1647" fmla="*/ 64865 w 438150"/>
                <a:gd name="connsiteY1647" fmla="*/ 576263 h 790575"/>
                <a:gd name="connsiteX1648" fmla="*/ 64484 w 438150"/>
                <a:gd name="connsiteY1648" fmla="*/ 577215 h 790575"/>
                <a:gd name="connsiteX1649" fmla="*/ 64008 w 438150"/>
                <a:gd name="connsiteY1649" fmla="*/ 577977 h 790575"/>
                <a:gd name="connsiteX1650" fmla="*/ 63437 w 438150"/>
                <a:gd name="connsiteY1650" fmla="*/ 578644 h 790575"/>
                <a:gd name="connsiteX1651" fmla="*/ 62675 w 438150"/>
                <a:gd name="connsiteY1651" fmla="*/ 579120 h 790575"/>
                <a:gd name="connsiteX1652" fmla="*/ 62198 w 438150"/>
                <a:gd name="connsiteY1652" fmla="*/ 579311 h 790575"/>
                <a:gd name="connsiteX1653" fmla="*/ 61817 w 438150"/>
                <a:gd name="connsiteY1653" fmla="*/ 579311 h 790575"/>
                <a:gd name="connsiteX1654" fmla="*/ 61436 w 438150"/>
                <a:gd name="connsiteY1654" fmla="*/ 579406 h 790575"/>
                <a:gd name="connsiteX1655" fmla="*/ 60960 w 438150"/>
                <a:gd name="connsiteY1655" fmla="*/ 579882 h 790575"/>
                <a:gd name="connsiteX1656" fmla="*/ 60960 w 438150"/>
                <a:gd name="connsiteY1656" fmla="*/ 580072 h 790575"/>
                <a:gd name="connsiteX1657" fmla="*/ 60960 w 438150"/>
                <a:gd name="connsiteY1657" fmla="*/ 581215 h 790575"/>
                <a:gd name="connsiteX1658" fmla="*/ 60865 w 438150"/>
                <a:gd name="connsiteY1658" fmla="*/ 581692 h 790575"/>
                <a:gd name="connsiteX1659" fmla="*/ 61151 w 438150"/>
                <a:gd name="connsiteY1659" fmla="*/ 581692 h 790575"/>
                <a:gd name="connsiteX1660" fmla="*/ 61246 w 438150"/>
                <a:gd name="connsiteY1660" fmla="*/ 581406 h 790575"/>
                <a:gd name="connsiteX1661" fmla="*/ 61341 w 438150"/>
                <a:gd name="connsiteY1661" fmla="*/ 581215 h 790575"/>
                <a:gd name="connsiteX1662" fmla="*/ 61627 w 438150"/>
                <a:gd name="connsiteY1662" fmla="*/ 580835 h 790575"/>
                <a:gd name="connsiteX1663" fmla="*/ 62103 w 438150"/>
                <a:gd name="connsiteY1663" fmla="*/ 581120 h 790575"/>
                <a:gd name="connsiteX1664" fmla="*/ 62579 w 438150"/>
                <a:gd name="connsiteY1664" fmla="*/ 581215 h 790575"/>
                <a:gd name="connsiteX1665" fmla="*/ 63627 w 438150"/>
                <a:gd name="connsiteY1665" fmla="*/ 581215 h 790575"/>
                <a:gd name="connsiteX1666" fmla="*/ 64008 w 438150"/>
                <a:gd name="connsiteY1666" fmla="*/ 581501 h 790575"/>
                <a:gd name="connsiteX1667" fmla="*/ 63722 w 438150"/>
                <a:gd name="connsiteY1667" fmla="*/ 581978 h 790575"/>
                <a:gd name="connsiteX1668" fmla="*/ 63341 w 438150"/>
                <a:gd name="connsiteY1668" fmla="*/ 582454 h 790575"/>
                <a:gd name="connsiteX1669" fmla="*/ 63151 w 438150"/>
                <a:gd name="connsiteY1669" fmla="*/ 582454 h 790575"/>
                <a:gd name="connsiteX1670" fmla="*/ 62865 w 438150"/>
                <a:gd name="connsiteY1670" fmla="*/ 583406 h 790575"/>
                <a:gd name="connsiteX1671" fmla="*/ 62198 w 438150"/>
                <a:gd name="connsiteY1671" fmla="*/ 583502 h 790575"/>
                <a:gd name="connsiteX1672" fmla="*/ 61341 w 438150"/>
                <a:gd name="connsiteY1672" fmla="*/ 583121 h 790575"/>
                <a:gd name="connsiteX1673" fmla="*/ 60579 w 438150"/>
                <a:gd name="connsiteY1673" fmla="*/ 582644 h 790575"/>
                <a:gd name="connsiteX1674" fmla="*/ 60198 w 438150"/>
                <a:gd name="connsiteY1674" fmla="*/ 582930 h 790575"/>
                <a:gd name="connsiteX1675" fmla="*/ 60865 w 438150"/>
                <a:gd name="connsiteY1675" fmla="*/ 583311 h 790575"/>
                <a:gd name="connsiteX1676" fmla="*/ 61246 w 438150"/>
                <a:gd name="connsiteY1676" fmla="*/ 583882 h 790575"/>
                <a:gd name="connsiteX1677" fmla="*/ 61055 w 438150"/>
                <a:gd name="connsiteY1677" fmla="*/ 584359 h 790575"/>
                <a:gd name="connsiteX1678" fmla="*/ 60198 w 438150"/>
                <a:gd name="connsiteY1678" fmla="*/ 584359 h 790575"/>
                <a:gd name="connsiteX1679" fmla="*/ 61151 w 438150"/>
                <a:gd name="connsiteY1679" fmla="*/ 585597 h 790575"/>
                <a:gd name="connsiteX1680" fmla="*/ 61246 w 438150"/>
                <a:gd name="connsiteY1680" fmla="*/ 585978 h 790575"/>
                <a:gd name="connsiteX1681" fmla="*/ 61151 w 438150"/>
                <a:gd name="connsiteY1681" fmla="*/ 586169 h 790575"/>
                <a:gd name="connsiteX1682" fmla="*/ 60674 w 438150"/>
                <a:gd name="connsiteY1682" fmla="*/ 586835 h 790575"/>
                <a:gd name="connsiteX1683" fmla="*/ 60579 w 438150"/>
                <a:gd name="connsiteY1683" fmla="*/ 587026 h 790575"/>
                <a:gd name="connsiteX1684" fmla="*/ 60008 w 438150"/>
                <a:gd name="connsiteY1684" fmla="*/ 587026 h 790575"/>
                <a:gd name="connsiteX1685" fmla="*/ 59055 w 438150"/>
                <a:gd name="connsiteY1685" fmla="*/ 587788 h 790575"/>
                <a:gd name="connsiteX1686" fmla="*/ 58579 w 438150"/>
                <a:gd name="connsiteY1686" fmla="*/ 588645 h 790575"/>
                <a:gd name="connsiteX1687" fmla="*/ 59627 w 438150"/>
                <a:gd name="connsiteY1687" fmla="*/ 589026 h 790575"/>
                <a:gd name="connsiteX1688" fmla="*/ 59722 w 438150"/>
                <a:gd name="connsiteY1688" fmla="*/ 589121 h 790575"/>
                <a:gd name="connsiteX1689" fmla="*/ 59912 w 438150"/>
                <a:gd name="connsiteY1689" fmla="*/ 589788 h 790575"/>
                <a:gd name="connsiteX1690" fmla="*/ 60103 w 438150"/>
                <a:gd name="connsiteY1690" fmla="*/ 590074 h 790575"/>
                <a:gd name="connsiteX1691" fmla="*/ 60484 w 438150"/>
                <a:gd name="connsiteY1691" fmla="*/ 590074 h 790575"/>
                <a:gd name="connsiteX1692" fmla="*/ 61532 w 438150"/>
                <a:gd name="connsiteY1692" fmla="*/ 589979 h 790575"/>
                <a:gd name="connsiteX1693" fmla="*/ 61913 w 438150"/>
                <a:gd name="connsiteY1693" fmla="*/ 590074 h 790575"/>
                <a:gd name="connsiteX1694" fmla="*/ 62008 w 438150"/>
                <a:gd name="connsiteY1694" fmla="*/ 590550 h 790575"/>
                <a:gd name="connsiteX1695" fmla="*/ 61436 w 438150"/>
                <a:gd name="connsiteY1695" fmla="*/ 591217 h 790575"/>
                <a:gd name="connsiteX1696" fmla="*/ 59722 w 438150"/>
                <a:gd name="connsiteY1696" fmla="*/ 592550 h 790575"/>
                <a:gd name="connsiteX1697" fmla="*/ 58198 w 438150"/>
                <a:gd name="connsiteY1697" fmla="*/ 591503 h 790575"/>
                <a:gd name="connsiteX1698" fmla="*/ 57436 w 438150"/>
                <a:gd name="connsiteY1698" fmla="*/ 592931 h 790575"/>
                <a:gd name="connsiteX1699" fmla="*/ 56483 w 438150"/>
                <a:gd name="connsiteY1699" fmla="*/ 597598 h 790575"/>
                <a:gd name="connsiteX1700" fmla="*/ 55436 w 438150"/>
                <a:gd name="connsiteY1700" fmla="*/ 599504 h 790575"/>
                <a:gd name="connsiteX1701" fmla="*/ 55054 w 438150"/>
                <a:gd name="connsiteY1701" fmla="*/ 600456 h 790575"/>
                <a:gd name="connsiteX1702" fmla="*/ 54293 w 438150"/>
                <a:gd name="connsiteY1702" fmla="*/ 603790 h 790575"/>
                <a:gd name="connsiteX1703" fmla="*/ 53912 w 438150"/>
                <a:gd name="connsiteY1703" fmla="*/ 604742 h 790575"/>
                <a:gd name="connsiteX1704" fmla="*/ 53245 w 438150"/>
                <a:gd name="connsiteY1704" fmla="*/ 605599 h 790575"/>
                <a:gd name="connsiteX1705" fmla="*/ 53054 w 438150"/>
                <a:gd name="connsiteY1705" fmla="*/ 606362 h 790575"/>
                <a:gd name="connsiteX1706" fmla="*/ 52578 w 438150"/>
                <a:gd name="connsiteY1706" fmla="*/ 607219 h 790575"/>
                <a:gd name="connsiteX1707" fmla="*/ 52578 w 438150"/>
                <a:gd name="connsiteY1707" fmla="*/ 608076 h 790575"/>
                <a:gd name="connsiteX1708" fmla="*/ 53531 w 438150"/>
                <a:gd name="connsiteY1708" fmla="*/ 608552 h 790575"/>
                <a:gd name="connsiteX1709" fmla="*/ 52769 w 438150"/>
                <a:gd name="connsiteY1709" fmla="*/ 609410 h 790575"/>
                <a:gd name="connsiteX1710" fmla="*/ 52388 w 438150"/>
                <a:gd name="connsiteY1710" fmla="*/ 609790 h 790575"/>
                <a:gd name="connsiteX1711" fmla="*/ 52007 w 438150"/>
                <a:gd name="connsiteY1711" fmla="*/ 609981 h 790575"/>
                <a:gd name="connsiteX1712" fmla="*/ 51340 w 438150"/>
                <a:gd name="connsiteY1712" fmla="*/ 609790 h 790575"/>
                <a:gd name="connsiteX1713" fmla="*/ 51054 w 438150"/>
                <a:gd name="connsiteY1713" fmla="*/ 609505 h 790575"/>
                <a:gd name="connsiteX1714" fmla="*/ 51054 w 438150"/>
                <a:gd name="connsiteY1714" fmla="*/ 610553 h 790575"/>
                <a:gd name="connsiteX1715" fmla="*/ 51340 w 438150"/>
                <a:gd name="connsiteY1715" fmla="*/ 611886 h 790575"/>
                <a:gd name="connsiteX1716" fmla="*/ 52007 w 438150"/>
                <a:gd name="connsiteY1716" fmla="*/ 613124 h 790575"/>
                <a:gd name="connsiteX1717" fmla="*/ 53531 w 438150"/>
                <a:gd name="connsiteY1717" fmla="*/ 615124 h 790575"/>
                <a:gd name="connsiteX1718" fmla="*/ 54102 w 438150"/>
                <a:gd name="connsiteY1718" fmla="*/ 616839 h 790575"/>
                <a:gd name="connsiteX1719" fmla="*/ 53245 w 438150"/>
                <a:gd name="connsiteY1719" fmla="*/ 617220 h 790575"/>
                <a:gd name="connsiteX1720" fmla="*/ 52007 w 438150"/>
                <a:gd name="connsiteY1720" fmla="*/ 617315 h 790575"/>
                <a:gd name="connsiteX1721" fmla="*/ 51340 w 438150"/>
                <a:gd name="connsiteY1721" fmla="*/ 617887 h 790575"/>
                <a:gd name="connsiteX1722" fmla="*/ 51530 w 438150"/>
                <a:gd name="connsiteY1722" fmla="*/ 619220 h 790575"/>
                <a:gd name="connsiteX1723" fmla="*/ 52007 w 438150"/>
                <a:gd name="connsiteY1723" fmla="*/ 619601 h 790575"/>
                <a:gd name="connsiteX1724" fmla="*/ 52959 w 438150"/>
                <a:gd name="connsiteY1724" fmla="*/ 619315 h 790575"/>
                <a:gd name="connsiteX1725" fmla="*/ 54578 w 438150"/>
                <a:gd name="connsiteY1725" fmla="*/ 618649 h 790575"/>
                <a:gd name="connsiteX1726" fmla="*/ 53340 w 438150"/>
                <a:gd name="connsiteY1726" fmla="*/ 619982 h 790575"/>
                <a:gd name="connsiteX1727" fmla="*/ 52864 w 438150"/>
                <a:gd name="connsiteY1727" fmla="*/ 620744 h 790575"/>
                <a:gd name="connsiteX1728" fmla="*/ 52959 w 438150"/>
                <a:gd name="connsiteY1728" fmla="*/ 621411 h 790575"/>
                <a:gd name="connsiteX1729" fmla="*/ 53150 w 438150"/>
                <a:gd name="connsiteY1729" fmla="*/ 621887 h 790575"/>
                <a:gd name="connsiteX1730" fmla="*/ 52483 w 438150"/>
                <a:gd name="connsiteY1730" fmla="*/ 621887 h 790575"/>
                <a:gd name="connsiteX1731" fmla="*/ 51721 w 438150"/>
                <a:gd name="connsiteY1731" fmla="*/ 621697 h 790575"/>
                <a:gd name="connsiteX1732" fmla="*/ 51530 w 438150"/>
                <a:gd name="connsiteY1732" fmla="*/ 621602 h 790575"/>
                <a:gd name="connsiteX1733" fmla="*/ 51149 w 438150"/>
                <a:gd name="connsiteY1733" fmla="*/ 621887 h 790575"/>
                <a:gd name="connsiteX1734" fmla="*/ 50483 w 438150"/>
                <a:gd name="connsiteY1734" fmla="*/ 623126 h 790575"/>
                <a:gd name="connsiteX1735" fmla="*/ 49435 w 438150"/>
                <a:gd name="connsiteY1735" fmla="*/ 624554 h 790575"/>
                <a:gd name="connsiteX1736" fmla="*/ 48959 w 438150"/>
                <a:gd name="connsiteY1736" fmla="*/ 626650 h 790575"/>
                <a:gd name="connsiteX1737" fmla="*/ 47816 w 438150"/>
                <a:gd name="connsiteY1737" fmla="*/ 628460 h 790575"/>
                <a:gd name="connsiteX1738" fmla="*/ 47530 w 438150"/>
                <a:gd name="connsiteY1738" fmla="*/ 629603 h 790575"/>
                <a:gd name="connsiteX1739" fmla="*/ 47339 w 438150"/>
                <a:gd name="connsiteY1739" fmla="*/ 632936 h 790575"/>
                <a:gd name="connsiteX1740" fmla="*/ 47244 w 438150"/>
                <a:gd name="connsiteY1740" fmla="*/ 633317 h 790575"/>
                <a:gd name="connsiteX1741" fmla="*/ 47054 w 438150"/>
                <a:gd name="connsiteY1741" fmla="*/ 633698 h 790575"/>
                <a:gd name="connsiteX1742" fmla="*/ 46673 w 438150"/>
                <a:gd name="connsiteY1742" fmla="*/ 634079 h 790575"/>
                <a:gd name="connsiteX1743" fmla="*/ 46196 w 438150"/>
                <a:gd name="connsiteY1743" fmla="*/ 634365 h 790575"/>
                <a:gd name="connsiteX1744" fmla="*/ 45815 w 438150"/>
                <a:gd name="connsiteY1744" fmla="*/ 634651 h 790575"/>
                <a:gd name="connsiteX1745" fmla="*/ 45625 w 438150"/>
                <a:gd name="connsiteY1745" fmla="*/ 635127 h 790575"/>
                <a:gd name="connsiteX1746" fmla="*/ 45815 w 438150"/>
                <a:gd name="connsiteY1746" fmla="*/ 635889 h 790575"/>
                <a:gd name="connsiteX1747" fmla="*/ 46673 w 438150"/>
                <a:gd name="connsiteY1747" fmla="*/ 637985 h 790575"/>
                <a:gd name="connsiteX1748" fmla="*/ 46768 w 438150"/>
                <a:gd name="connsiteY1748" fmla="*/ 639128 h 790575"/>
                <a:gd name="connsiteX1749" fmla="*/ 46673 w 438150"/>
                <a:gd name="connsiteY1749" fmla="*/ 639699 h 790575"/>
                <a:gd name="connsiteX1750" fmla="*/ 46101 w 438150"/>
                <a:gd name="connsiteY1750" fmla="*/ 641318 h 790575"/>
                <a:gd name="connsiteX1751" fmla="*/ 46101 w 438150"/>
                <a:gd name="connsiteY1751" fmla="*/ 641604 h 790575"/>
                <a:gd name="connsiteX1752" fmla="*/ 46101 w 438150"/>
                <a:gd name="connsiteY1752" fmla="*/ 642461 h 790575"/>
                <a:gd name="connsiteX1753" fmla="*/ 46006 w 438150"/>
                <a:gd name="connsiteY1753" fmla="*/ 642652 h 790575"/>
                <a:gd name="connsiteX1754" fmla="*/ 45815 w 438150"/>
                <a:gd name="connsiteY1754" fmla="*/ 642842 h 790575"/>
                <a:gd name="connsiteX1755" fmla="*/ 45625 w 438150"/>
                <a:gd name="connsiteY1755" fmla="*/ 643128 h 790575"/>
                <a:gd name="connsiteX1756" fmla="*/ 45625 w 438150"/>
                <a:gd name="connsiteY1756" fmla="*/ 643509 h 790575"/>
                <a:gd name="connsiteX1757" fmla="*/ 46196 w 438150"/>
                <a:gd name="connsiteY1757" fmla="*/ 644176 h 790575"/>
                <a:gd name="connsiteX1758" fmla="*/ 46958 w 438150"/>
                <a:gd name="connsiteY1758" fmla="*/ 644652 h 790575"/>
                <a:gd name="connsiteX1759" fmla="*/ 47435 w 438150"/>
                <a:gd name="connsiteY1759" fmla="*/ 645319 h 790575"/>
                <a:gd name="connsiteX1760" fmla="*/ 47149 w 438150"/>
                <a:gd name="connsiteY1760" fmla="*/ 646367 h 790575"/>
                <a:gd name="connsiteX1761" fmla="*/ 45911 w 438150"/>
                <a:gd name="connsiteY1761" fmla="*/ 645033 h 790575"/>
                <a:gd name="connsiteX1762" fmla="*/ 45529 w 438150"/>
                <a:gd name="connsiteY1762" fmla="*/ 644366 h 790575"/>
                <a:gd name="connsiteX1763" fmla="*/ 45434 w 438150"/>
                <a:gd name="connsiteY1763" fmla="*/ 643319 h 790575"/>
                <a:gd name="connsiteX1764" fmla="*/ 45244 w 438150"/>
                <a:gd name="connsiteY1764" fmla="*/ 642842 h 790575"/>
                <a:gd name="connsiteX1765" fmla="*/ 44863 w 438150"/>
                <a:gd name="connsiteY1765" fmla="*/ 643223 h 790575"/>
                <a:gd name="connsiteX1766" fmla="*/ 44577 w 438150"/>
                <a:gd name="connsiteY1766" fmla="*/ 644176 h 790575"/>
                <a:gd name="connsiteX1767" fmla="*/ 44672 w 438150"/>
                <a:gd name="connsiteY1767" fmla="*/ 645319 h 790575"/>
                <a:gd name="connsiteX1768" fmla="*/ 46958 w 438150"/>
                <a:gd name="connsiteY1768" fmla="*/ 652081 h 790575"/>
                <a:gd name="connsiteX1769" fmla="*/ 48006 w 438150"/>
                <a:gd name="connsiteY1769" fmla="*/ 657035 h 790575"/>
                <a:gd name="connsiteX1770" fmla="*/ 48483 w 438150"/>
                <a:gd name="connsiteY1770" fmla="*/ 657797 h 790575"/>
                <a:gd name="connsiteX1771" fmla="*/ 48768 w 438150"/>
                <a:gd name="connsiteY1771" fmla="*/ 658559 h 790575"/>
                <a:gd name="connsiteX1772" fmla="*/ 48768 w 438150"/>
                <a:gd name="connsiteY1772" fmla="*/ 660845 h 790575"/>
                <a:gd name="connsiteX1773" fmla="*/ 48959 w 438150"/>
                <a:gd name="connsiteY1773" fmla="*/ 661606 h 790575"/>
                <a:gd name="connsiteX1774" fmla="*/ 49244 w 438150"/>
                <a:gd name="connsiteY1774" fmla="*/ 661892 h 790575"/>
                <a:gd name="connsiteX1775" fmla="*/ 49625 w 438150"/>
                <a:gd name="connsiteY1775" fmla="*/ 662083 h 790575"/>
                <a:gd name="connsiteX1776" fmla="*/ 50102 w 438150"/>
                <a:gd name="connsiteY1776" fmla="*/ 662178 h 790575"/>
                <a:gd name="connsiteX1777" fmla="*/ 50673 w 438150"/>
                <a:gd name="connsiteY1777" fmla="*/ 662178 h 790575"/>
                <a:gd name="connsiteX1778" fmla="*/ 51245 w 438150"/>
                <a:gd name="connsiteY1778" fmla="*/ 662369 h 790575"/>
                <a:gd name="connsiteX1779" fmla="*/ 51435 w 438150"/>
                <a:gd name="connsiteY1779" fmla="*/ 662749 h 790575"/>
                <a:gd name="connsiteX1780" fmla="*/ 51626 w 438150"/>
                <a:gd name="connsiteY1780" fmla="*/ 663130 h 790575"/>
                <a:gd name="connsiteX1781" fmla="*/ 52959 w 438150"/>
                <a:gd name="connsiteY1781" fmla="*/ 663702 h 790575"/>
                <a:gd name="connsiteX1782" fmla="*/ 53912 w 438150"/>
                <a:gd name="connsiteY1782" fmla="*/ 665512 h 790575"/>
                <a:gd name="connsiteX1783" fmla="*/ 54769 w 438150"/>
                <a:gd name="connsiteY1783" fmla="*/ 666274 h 790575"/>
                <a:gd name="connsiteX1784" fmla="*/ 55340 w 438150"/>
                <a:gd name="connsiteY1784" fmla="*/ 665607 h 790575"/>
                <a:gd name="connsiteX1785" fmla="*/ 55531 w 438150"/>
                <a:gd name="connsiteY1785" fmla="*/ 665321 h 790575"/>
                <a:gd name="connsiteX1786" fmla="*/ 55531 w 438150"/>
                <a:gd name="connsiteY1786" fmla="*/ 664845 h 790575"/>
                <a:gd name="connsiteX1787" fmla="*/ 55817 w 438150"/>
                <a:gd name="connsiteY1787" fmla="*/ 664845 h 790575"/>
                <a:gd name="connsiteX1788" fmla="*/ 56483 w 438150"/>
                <a:gd name="connsiteY1788" fmla="*/ 665702 h 790575"/>
                <a:gd name="connsiteX1789" fmla="*/ 57626 w 438150"/>
                <a:gd name="connsiteY1789" fmla="*/ 664273 h 790575"/>
                <a:gd name="connsiteX1790" fmla="*/ 58484 w 438150"/>
                <a:gd name="connsiteY1790" fmla="*/ 662083 h 790575"/>
                <a:gd name="connsiteX1791" fmla="*/ 58484 w 438150"/>
                <a:gd name="connsiteY1791" fmla="*/ 660654 h 790575"/>
                <a:gd name="connsiteX1792" fmla="*/ 58198 w 438150"/>
                <a:gd name="connsiteY1792" fmla="*/ 659892 h 790575"/>
                <a:gd name="connsiteX1793" fmla="*/ 58198 w 438150"/>
                <a:gd name="connsiteY1793" fmla="*/ 658844 h 790575"/>
                <a:gd name="connsiteX1794" fmla="*/ 58008 w 438150"/>
                <a:gd name="connsiteY1794" fmla="*/ 657987 h 790575"/>
                <a:gd name="connsiteX1795" fmla="*/ 56388 w 438150"/>
                <a:gd name="connsiteY1795" fmla="*/ 657320 h 790575"/>
                <a:gd name="connsiteX1796" fmla="*/ 56674 w 438150"/>
                <a:gd name="connsiteY1796" fmla="*/ 656749 h 790575"/>
                <a:gd name="connsiteX1797" fmla="*/ 57626 w 438150"/>
                <a:gd name="connsiteY1797" fmla="*/ 656368 h 790575"/>
                <a:gd name="connsiteX1798" fmla="*/ 58674 w 438150"/>
                <a:gd name="connsiteY1798" fmla="*/ 656463 h 790575"/>
                <a:gd name="connsiteX1799" fmla="*/ 58674 w 438150"/>
                <a:gd name="connsiteY1799" fmla="*/ 655796 h 790575"/>
                <a:gd name="connsiteX1800" fmla="*/ 59055 w 438150"/>
                <a:gd name="connsiteY1800" fmla="*/ 655796 h 790575"/>
                <a:gd name="connsiteX1801" fmla="*/ 59436 w 438150"/>
                <a:gd name="connsiteY1801" fmla="*/ 656368 h 790575"/>
                <a:gd name="connsiteX1802" fmla="*/ 59817 w 438150"/>
                <a:gd name="connsiteY1802" fmla="*/ 656368 h 790575"/>
                <a:gd name="connsiteX1803" fmla="*/ 60103 w 438150"/>
                <a:gd name="connsiteY1803" fmla="*/ 655987 h 790575"/>
                <a:gd name="connsiteX1804" fmla="*/ 60198 w 438150"/>
                <a:gd name="connsiteY1804" fmla="*/ 655320 h 790575"/>
                <a:gd name="connsiteX1805" fmla="*/ 60579 w 438150"/>
                <a:gd name="connsiteY1805" fmla="*/ 655320 h 790575"/>
                <a:gd name="connsiteX1806" fmla="*/ 61055 w 438150"/>
                <a:gd name="connsiteY1806" fmla="*/ 655987 h 790575"/>
                <a:gd name="connsiteX1807" fmla="*/ 61913 w 438150"/>
                <a:gd name="connsiteY1807" fmla="*/ 655701 h 790575"/>
                <a:gd name="connsiteX1808" fmla="*/ 62770 w 438150"/>
                <a:gd name="connsiteY1808" fmla="*/ 655034 h 790575"/>
                <a:gd name="connsiteX1809" fmla="*/ 63341 w 438150"/>
                <a:gd name="connsiteY1809" fmla="*/ 654463 h 790575"/>
                <a:gd name="connsiteX1810" fmla="*/ 64199 w 438150"/>
                <a:gd name="connsiteY1810" fmla="*/ 654082 h 790575"/>
                <a:gd name="connsiteX1811" fmla="*/ 65151 w 438150"/>
                <a:gd name="connsiteY1811" fmla="*/ 653987 h 790575"/>
                <a:gd name="connsiteX1812" fmla="*/ 65913 w 438150"/>
                <a:gd name="connsiteY1812" fmla="*/ 653701 h 790575"/>
                <a:gd name="connsiteX1813" fmla="*/ 66199 w 438150"/>
                <a:gd name="connsiteY1813" fmla="*/ 652558 h 790575"/>
                <a:gd name="connsiteX1814" fmla="*/ 67056 w 438150"/>
                <a:gd name="connsiteY1814" fmla="*/ 652939 h 790575"/>
                <a:gd name="connsiteX1815" fmla="*/ 68199 w 438150"/>
                <a:gd name="connsiteY1815" fmla="*/ 653129 h 790575"/>
                <a:gd name="connsiteX1816" fmla="*/ 68866 w 438150"/>
                <a:gd name="connsiteY1816" fmla="*/ 653510 h 790575"/>
                <a:gd name="connsiteX1817" fmla="*/ 68485 w 438150"/>
                <a:gd name="connsiteY1817" fmla="*/ 654177 h 790575"/>
                <a:gd name="connsiteX1818" fmla="*/ 67628 w 438150"/>
                <a:gd name="connsiteY1818" fmla="*/ 654844 h 790575"/>
                <a:gd name="connsiteX1819" fmla="*/ 67342 w 438150"/>
                <a:gd name="connsiteY1819" fmla="*/ 655320 h 790575"/>
                <a:gd name="connsiteX1820" fmla="*/ 67151 w 438150"/>
                <a:gd name="connsiteY1820" fmla="*/ 658178 h 790575"/>
                <a:gd name="connsiteX1821" fmla="*/ 67246 w 438150"/>
                <a:gd name="connsiteY1821" fmla="*/ 658844 h 790575"/>
                <a:gd name="connsiteX1822" fmla="*/ 67628 w 438150"/>
                <a:gd name="connsiteY1822" fmla="*/ 658844 h 790575"/>
                <a:gd name="connsiteX1823" fmla="*/ 67628 w 438150"/>
                <a:gd name="connsiteY1823" fmla="*/ 658463 h 790575"/>
                <a:gd name="connsiteX1824" fmla="*/ 68009 w 438150"/>
                <a:gd name="connsiteY1824" fmla="*/ 658463 h 790575"/>
                <a:gd name="connsiteX1825" fmla="*/ 68580 w 438150"/>
                <a:gd name="connsiteY1825" fmla="*/ 658654 h 790575"/>
                <a:gd name="connsiteX1826" fmla="*/ 70104 w 438150"/>
                <a:gd name="connsiteY1826" fmla="*/ 657701 h 790575"/>
                <a:gd name="connsiteX1827" fmla="*/ 71152 w 438150"/>
                <a:gd name="connsiteY1827" fmla="*/ 657415 h 790575"/>
                <a:gd name="connsiteX1828" fmla="*/ 71533 w 438150"/>
                <a:gd name="connsiteY1828" fmla="*/ 657987 h 790575"/>
                <a:gd name="connsiteX1829" fmla="*/ 71723 w 438150"/>
                <a:gd name="connsiteY1829" fmla="*/ 661797 h 790575"/>
                <a:gd name="connsiteX1830" fmla="*/ 72009 w 438150"/>
                <a:gd name="connsiteY1830" fmla="*/ 661797 h 790575"/>
                <a:gd name="connsiteX1831" fmla="*/ 72771 w 438150"/>
                <a:gd name="connsiteY1831" fmla="*/ 660273 h 790575"/>
                <a:gd name="connsiteX1832" fmla="*/ 73628 w 438150"/>
                <a:gd name="connsiteY1832" fmla="*/ 662369 h 790575"/>
                <a:gd name="connsiteX1833" fmla="*/ 73819 w 438150"/>
                <a:gd name="connsiteY1833" fmla="*/ 663226 h 790575"/>
                <a:gd name="connsiteX1834" fmla="*/ 73819 w 438150"/>
                <a:gd name="connsiteY1834" fmla="*/ 664178 h 790575"/>
                <a:gd name="connsiteX1835" fmla="*/ 73628 w 438150"/>
                <a:gd name="connsiteY1835" fmla="*/ 665893 h 790575"/>
                <a:gd name="connsiteX1836" fmla="*/ 73819 w 438150"/>
                <a:gd name="connsiteY1836" fmla="*/ 666560 h 790575"/>
                <a:gd name="connsiteX1837" fmla="*/ 73724 w 438150"/>
                <a:gd name="connsiteY1837" fmla="*/ 669131 h 790575"/>
                <a:gd name="connsiteX1838" fmla="*/ 73819 w 438150"/>
                <a:gd name="connsiteY1838" fmla="*/ 670179 h 790575"/>
                <a:gd name="connsiteX1839" fmla="*/ 74104 w 438150"/>
                <a:gd name="connsiteY1839" fmla="*/ 670560 h 790575"/>
                <a:gd name="connsiteX1840" fmla="*/ 74771 w 438150"/>
                <a:gd name="connsiteY1840" fmla="*/ 671227 h 790575"/>
                <a:gd name="connsiteX1841" fmla="*/ 74962 w 438150"/>
                <a:gd name="connsiteY1841" fmla="*/ 671703 h 790575"/>
                <a:gd name="connsiteX1842" fmla="*/ 75057 w 438150"/>
                <a:gd name="connsiteY1842" fmla="*/ 672465 h 790575"/>
                <a:gd name="connsiteX1843" fmla="*/ 75343 w 438150"/>
                <a:gd name="connsiteY1843" fmla="*/ 672465 h 790575"/>
                <a:gd name="connsiteX1844" fmla="*/ 76010 w 438150"/>
                <a:gd name="connsiteY1844" fmla="*/ 671894 h 790575"/>
                <a:gd name="connsiteX1845" fmla="*/ 76200 w 438150"/>
                <a:gd name="connsiteY1845" fmla="*/ 671608 h 790575"/>
                <a:gd name="connsiteX1846" fmla="*/ 76295 w 438150"/>
                <a:gd name="connsiteY1846" fmla="*/ 671131 h 790575"/>
                <a:gd name="connsiteX1847" fmla="*/ 76581 w 438150"/>
                <a:gd name="connsiteY1847" fmla="*/ 670941 h 790575"/>
                <a:gd name="connsiteX1848" fmla="*/ 77248 w 438150"/>
                <a:gd name="connsiteY1848" fmla="*/ 671322 h 790575"/>
                <a:gd name="connsiteX1849" fmla="*/ 77534 w 438150"/>
                <a:gd name="connsiteY1849" fmla="*/ 671798 h 790575"/>
                <a:gd name="connsiteX1850" fmla="*/ 77915 w 438150"/>
                <a:gd name="connsiteY1850" fmla="*/ 672941 h 790575"/>
                <a:gd name="connsiteX1851" fmla="*/ 78200 w 438150"/>
                <a:gd name="connsiteY1851" fmla="*/ 673322 h 790575"/>
                <a:gd name="connsiteX1852" fmla="*/ 78962 w 438150"/>
                <a:gd name="connsiteY1852" fmla="*/ 673513 h 790575"/>
                <a:gd name="connsiteX1853" fmla="*/ 79724 w 438150"/>
                <a:gd name="connsiteY1853" fmla="*/ 673227 h 790575"/>
                <a:gd name="connsiteX1854" fmla="*/ 80486 w 438150"/>
                <a:gd name="connsiteY1854" fmla="*/ 672751 h 790575"/>
                <a:gd name="connsiteX1855" fmla="*/ 81344 w 438150"/>
                <a:gd name="connsiteY1855" fmla="*/ 672560 h 790575"/>
                <a:gd name="connsiteX1856" fmla="*/ 81534 w 438150"/>
                <a:gd name="connsiteY1856" fmla="*/ 672370 h 790575"/>
                <a:gd name="connsiteX1857" fmla="*/ 81915 w 438150"/>
                <a:gd name="connsiteY1857" fmla="*/ 671417 h 790575"/>
                <a:gd name="connsiteX1858" fmla="*/ 82296 w 438150"/>
                <a:gd name="connsiteY1858" fmla="*/ 671131 h 790575"/>
                <a:gd name="connsiteX1859" fmla="*/ 82963 w 438150"/>
                <a:gd name="connsiteY1859" fmla="*/ 670941 h 790575"/>
                <a:gd name="connsiteX1860" fmla="*/ 83153 w 438150"/>
                <a:gd name="connsiteY1860" fmla="*/ 671131 h 790575"/>
                <a:gd name="connsiteX1861" fmla="*/ 83249 w 438150"/>
                <a:gd name="connsiteY1861" fmla="*/ 671513 h 790575"/>
                <a:gd name="connsiteX1862" fmla="*/ 83534 w 438150"/>
                <a:gd name="connsiteY1862" fmla="*/ 672084 h 790575"/>
                <a:gd name="connsiteX1863" fmla="*/ 83915 w 438150"/>
                <a:gd name="connsiteY1863" fmla="*/ 672465 h 790575"/>
                <a:gd name="connsiteX1864" fmla="*/ 84773 w 438150"/>
                <a:gd name="connsiteY1864" fmla="*/ 672941 h 790575"/>
                <a:gd name="connsiteX1865" fmla="*/ 85154 w 438150"/>
                <a:gd name="connsiteY1865" fmla="*/ 673418 h 790575"/>
                <a:gd name="connsiteX1866" fmla="*/ 85344 w 438150"/>
                <a:gd name="connsiteY1866" fmla="*/ 673894 h 790575"/>
                <a:gd name="connsiteX1867" fmla="*/ 85344 w 438150"/>
                <a:gd name="connsiteY1867" fmla="*/ 674180 h 790575"/>
                <a:gd name="connsiteX1868" fmla="*/ 85249 w 438150"/>
                <a:gd name="connsiteY1868" fmla="*/ 674465 h 790575"/>
                <a:gd name="connsiteX1869" fmla="*/ 85154 w 438150"/>
                <a:gd name="connsiteY1869" fmla="*/ 675037 h 790575"/>
                <a:gd name="connsiteX1870" fmla="*/ 85535 w 438150"/>
                <a:gd name="connsiteY1870" fmla="*/ 676085 h 790575"/>
                <a:gd name="connsiteX1871" fmla="*/ 86392 w 438150"/>
                <a:gd name="connsiteY1871" fmla="*/ 676561 h 790575"/>
                <a:gd name="connsiteX1872" fmla="*/ 87249 w 438150"/>
                <a:gd name="connsiteY1872" fmla="*/ 676847 h 790575"/>
                <a:gd name="connsiteX1873" fmla="*/ 87630 w 438150"/>
                <a:gd name="connsiteY1873" fmla="*/ 677228 h 790575"/>
                <a:gd name="connsiteX1874" fmla="*/ 88392 w 438150"/>
                <a:gd name="connsiteY1874" fmla="*/ 678561 h 790575"/>
                <a:gd name="connsiteX1875" fmla="*/ 88678 w 438150"/>
                <a:gd name="connsiteY1875" fmla="*/ 678847 h 790575"/>
                <a:gd name="connsiteX1876" fmla="*/ 89345 w 438150"/>
                <a:gd name="connsiteY1876" fmla="*/ 678942 h 790575"/>
                <a:gd name="connsiteX1877" fmla="*/ 89821 w 438150"/>
                <a:gd name="connsiteY1877" fmla="*/ 678752 h 790575"/>
                <a:gd name="connsiteX1878" fmla="*/ 90869 w 438150"/>
                <a:gd name="connsiteY1878" fmla="*/ 677704 h 790575"/>
                <a:gd name="connsiteX1879" fmla="*/ 90869 w 438150"/>
                <a:gd name="connsiteY1879" fmla="*/ 678561 h 790575"/>
                <a:gd name="connsiteX1880" fmla="*/ 90583 w 438150"/>
                <a:gd name="connsiteY1880" fmla="*/ 680180 h 790575"/>
                <a:gd name="connsiteX1881" fmla="*/ 90488 w 438150"/>
                <a:gd name="connsiteY1881" fmla="*/ 681133 h 790575"/>
                <a:gd name="connsiteX1882" fmla="*/ 90107 w 438150"/>
                <a:gd name="connsiteY1882" fmla="*/ 681799 h 790575"/>
                <a:gd name="connsiteX1883" fmla="*/ 87916 w 438150"/>
                <a:gd name="connsiteY1883" fmla="*/ 683514 h 790575"/>
                <a:gd name="connsiteX1884" fmla="*/ 88583 w 438150"/>
                <a:gd name="connsiteY1884" fmla="*/ 684847 h 790575"/>
                <a:gd name="connsiteX1885" fmla="*/ 88868 w 438150"/>
                <a:gd name="connsiteY1885" fmla="*/ 688372 h 790575"/>
                <a:gd name="connsiteX1886" fmla="*/ 90107 w 438150"/>
                <a:gd name="connsiteY1886" fmla="*/ 689610 h 790575"/>
                <a:gd name="connsiteX1887" fmla="*/ 92012 w 438150"/>
                <a:gd name="connsiteY1887" fmla="*/ 689991 h 790575"/>
                <a:gd name="connsiteX1888" fmla="*/ 93059 w 438150"/>
                <a:gd name="connsiteY1888" fmla="*/ 689229 h 790575"/>
                <a:gd name="connsiteX1889" fmla="*/ 93536 w 438150"/>
                <a:gd name="connsiteY1889" fmla="*/ 687800 h 790575"/>
                <a:gd name="connsiteX1890" fmla="*/ 93631 w 438150"/>
                <a:gd name="connsiteY1890" fmla="*/ 685990 h 790575"/>
                <a:gd name="connsiteX1891" fmla="*/ 94012 w 438150"/>
                <a:gd name="connsiteY1891" fmla="*/ 685990 h 790575"/>
                <a:gd name="connsiteX1892" fmla="*/ 94393 w 438150"/>
                <a:gd name="connsiteY1892" fmla="*/ 687229 h 790575"/>
                <a:gd name="connsiteX1893" fmla="*/ 95250 w 438150"/>
                <a:gd name="connsiteY1893" fmla="*/ 687991 h 790575"/>
                <a:gd name="connsiteX1894" fmla="*/ 96298 w 438150"/>
                <a:gd name="connsiteY1894" fmla="*/ 688562 h 790575"/>
                <a:gd name="connsiteX1895" fmla="*/ 97346 w 438150"/>
                <a:gd name="connsiteY1895" fmla="*/ 689324 h 790575"/>
                <a:gd name="connsiteX1896" fmla="*/ 98108 w 438150"/>
                <a:gd name="connsiteY1896" fmla="*/ 690372 h 790575"/>
                <a:gd name="connsiteX1897" fmla="*/ 98489 w 438150"/>
                <a:gd name="connsiteY1897" fmla="*/ 690658 h 790575"/>
                <a:gd name="connsiteX1898" fmla="*/ 99346 w 438150"/>
                <a:gd name="connsiteY1898" fmla="*/ 690753 h 790575"/>
                <a:gd name="connsiteX1899" fmla="*/ 100013 w 438150"/>
                <a:gd name="connsiteY1899" fmla="*/ 691134 h 790575"/>
                <a:gd name="connsiteX1900" fmla="*/ 100679 w 438150"/>
                <a:gd name="connsiteY1900" fmla="*/ 691896 h 790575"/>
                <a:gd name="connsiteX1901" fmla="*/ 101060 w 438150"/>
                <a:gd name="connsiteY1901" fmla="*/ 692658 h 790575"/>
                <a:gd name="connsiteX1902" fmla="*/ 100870 w 438150"/>
                <a:gd name="connsiteY1902" fmla="*/ 693039 h 790575"/>
                <a:gd name="connsiteX1903" fmla="*/ 100298 w 438150"/>
                <a:gd name="connsiteY1903" fmla="*/ 693230 h 790575"/>
                <a:gd name="connsiteX1904" fmla="*/ 100489 w 438150"/>
                <a:gd name="connsiteY1904" fmla="*/ 693611 h 790575"/>
                <a:gd name="connsiteX1905" fmla="*/ 100965 w 438150"/>
                <a:gd name="connsiteY1905" fmla="*/ 693992 h 790575"/>
                <a:gd name="connsiteX1906" fmla="*/ 101441 w 438150"/>
                <a:gd name="connsiteY1906" fmla="*/ 694182 h 790575"/>
                <a:gd name="connsiteX1907" fmla="*/ 101918 w 438150"/>
                <a:gd name="connsiteY1907" fmla="*/ 694087 h 790575"/>
                <a:gd name="connsiteX1908" fmla="*/ 102394 w 438150"/>
                <a:gd name="connsiteY1908" fmla="*/ 693896 h 790575"/>
                <a:gd name="connsiteX1909" fmla="*/ 102775 w 438150"/>
                <a:gd name="connsiteY1909" fmla="*/ 693992 h 790575"/>
                <a:gd name="connsiteX1910" fmla="*/ 103156 w 438150"/>
                <a:gd name="connsiteY1910" fmla="*/ 696373 h 790575"/>
                <a:gd name="connsiteX1911" fmla="*/ 103537 w 438150"/>
                <a:gd name="connsiteY1911" fmla="*/ 697706 h 790575"/>
                <a:gd name="connsiteX1912" fmla="*/ 103632 w 438150"/>
                <a:gd name="connsiteY1912" fmla="*/ 698849 h 790575"/>
                <a:gd name="connsiteX1913" fmla="*/ 102965 w 438150"/>
                <a:gd name="connsiteY1913" fmla="*/ 699992 h 790575"/>
                <a:gd name="connsiteX1914" fmla="*/ 103346 w 438150"/>
                <a:gd name="connsiteY1914" fmla="*/ 700088 h 790575"/>
                <a:gd name="connsiteX1915" fmla="*/ 104489 w 438150"/>
                <a:gd name="connsiteY1915" fmla="*/ 700088 h 790575"/>
                <a:gd name="connsiteX1916" fmla="*/ 104775 w 438150"/>
                <a:gd name="connsiteY1916" fmla="*/ 700183 h 790575"/>
                <a:gd name="connsiteX1917" fmla="*/ 104870 w 438150"/>
                <a:gd name="connsiteY1917" fmla="*/ 700754 h 790575"/>
                <a:gd name="connsiteX1918" fmla="*/ 105346 w 438150"/>
                <a:gd name="connsiteY1918" fmla="*/ 701612 h 790575"/>
                <a:gd name="connsiteX1919" fmla="*/ 105442 w 438150"/>
                <a:gd name="connsiteY1919" fmla="*/ 701993 h 790575"/>
                <a:gd name="connsiteX1920" fmla="*/ 105633 w 438150"/>
                <a:gd name="connsiteY1920" fmla="*/ 704374 h 790575"/>
                <a:gd name="connsiteX1921" fmla="*/ 105537 w 438150"/>
                <a:gd name="connsiteY1921" fmla="*/ 705612 h 790575"/>
                <a:gd name="connsiteX1922" fmla="*/ 105061 w 438150"/>
                <a:gd name="connsiteY1922" fmla="*/ 706469 h 790575"/>
                <a:gd name="connsiteX1923" fmla="*/ 106585 w 438150"/>
                <a:gd name="connsiteY1923" fmla="*/ 708946 h 790575"/>
                <a:gd name="connsiteX1924" fmla="*/ 107252 w 438150"/>
                <a:gd name="connsiteY1924" fmla="*/ 709708 h 790575"/>
                <a:gd name="connsiteX1925" fmla="*/ 108014 w 438150"/>
                <a:gd name="connsiteY1925" fmla="*/ 710184 h 790575"/>
                <a:gd name="connsiteX1926" fmla="*/ 109538 w 438150"/>
                <a:gd name="connsiteY1926" fmla="*/ 710470 h 790575"/>
                <a:gd name="connsiteX1927" fmla="*/ 109823 w 438150"/>
                <a:gd name="connsiteY1927" fmla="*/ 710660 h 790575"/>
                <a:gd name="connsiteX1928" fmla="*/ 110109 w 438150"/>
                <a:gd name="connsiteY1928" fmla="*/ 711041 h 790575"/>
                <a:gd name="connsiteX1929" fmla="*/ 110776 w 438150"/>
                <a:gd name="connsiteY1929" fmla="*/ 711422 h 790575"/>
                <a:gd name="connsiteX1930" fmla="*/ 111538 w 438150"/>
                <a:gd name="connsiteY1930" fmla="*/ 711803 h 790575"/>
                <a:gd name="connsiteX1931" fmla="*/ 112109 w 438150"/>
                <a:gd name="connsiteY1931" fmla="*/ 711994 h 790575"/>
                <a:gd name="connsiteX1932" fmla="*/ 113062 w 438150"/>
                <a:gd name="connsiteY1932" fmla="*/ 711708 h 790575"/>
                <a:gd name="connsiteX1933" fmla="*/ 113252 w 438150"/>
                <a:gd name="connsiteY1933" fmla="*/ 710946 h 790575"/>
                <a:gd name="connsiteX1934" fmla="*/ 113062 w 438150"/>
                <a:gd name="connsiteY1934" fmla="*/ 709041 h 790575"/>
                <a:gd name="connsiteX1935" fmla="*/ 113252 w 438150"/>
                <a:gd name="connsiteY1935" fmla="*/ 708184 h 790575"/>
                <a:gd name="connsiteX1936" fmla="*/ 113633 w 438150"/>
                <a:gd name="connsiteY1936" fmla="*/ 707136 h 790575"/>
                <a:gd name="connsiteX1937" fmla="*/ 114205 w 438150"/>
                <a:gd name="connsiteY1937" fmla="*/ 706374 h 790575"/>
                <a:gd name="connsiteX1938" fmla="*/ 114871 w 438150"/>
                <a:gd name="connsiteY1938" fmla="*/ 706469 h 790575"/>
                <a:gd name="connsiteX1939" fmla="*/ 115062 w 438150"/>
                <a:gd name="connsiteY1939" fmla="*/ 707231 h 790575"/>
                <a:gd name="connsiteX1940" fmla="*/ 114776 w 438150"/>
                <a:gd name="connsiteY1940" fmla="*/ 709517 h 790575"/>
                <a:gd name="connsiteX1941" fmla="*/ 114967 w 438150"/>
                <a:gd name="connsiteY1941" fmla="*/ 710374 h 790575"/>
                <a:gd name="connsiteX1942" fmla="*/ 116300 w 438150"/>
                <a:gd name="connsiteY1942" fmla="*/ 710851 h 790575"/>
                <a:gd name="connsiteX1943" fmla="*/ 117348 w 438150"/>
                <a:gd name="connsiteY1943" fmla="*/ 709803 h 790575"/>
                <a:gd name="connsiteX1944" fmla="*/ 118872 w 438150"/>
                <a:gd name="connsiteY1944" fmla="*/ 706946 h 790575"/>
                <a:gd name="connsiteX1945" fmla="*/ 119253 w 438150"/>
                <a:gd name="connsiteY1945" fmla="*/ 706946 h 790575"/>
                <a:gd name="connsiteX1946" fmla="*/ 118967 w 438150"/>
                <a:gd name="connsiteY1946" fmla="*/ 708755 h 790575"/>
                <a:gd name="connsiteX1947" fmla="*/ 118301 w 438150"/>
                <a:gd name="connsiteY1947" fmla="*/ 710660 h 790575"/>
                <a:gd name="connsiteX1948" fmla="*/ 117348 w 438150"/>
                <a:gd name="connsiteY1948" fmla="*/ 712184 h 790575"/>
                <a:gd name="connsiteX1949" fmla="*/ 116205 w 438150"/>
                <a:gd name="connsiteY1949" fmla="*/ 712756 h 790575"/>
                <a:gd name="connsiteX1950" fmla="*/ 115919 w 438150"/>
                <a:gd name="connsiteY1950" fmla="*/ 713899 h 790575"/>
                <a:gd name="connsiteX1951" fmla="*/ 116872 w 438150"/>
                <a:gd name="connsiteY1951" fmla="*/ 716375 h 790575"/>
                <a:gd name="connsiteX1952" fmla="*/ 118205 w 438150"/>
                <a:gd name="connsiteY1952" fmla="*/ 718566 h 790575"/>
                <a:gd name="connsiteX1953" fmla="*/ 119253 w 438150"/>
                <a:gd name="connsiteY1953" fmla="*/ 718852 h 790575"/>
                <a:gd name="connsiteX1954" fmla="*/ 119634 w 438150"/>
                <a:gd name="connsiteY1954" fmla="*/ 718852 h 790575"/>
                <a:gd name="connsiteX1955" fmla="*/ 119825 w 438150"/>
                <a:gd name="connsiteY1955" fmla="*/ 719614 h 790575"/>
                <a:gd name="connsiteX1956" fmla="*/ 120206 w 438150"/>
                <a:gd name="connsiteY1956" fmla="*/ 719614 h 790575"/>
                <a:gd name="connsiteX1957" fmla="*/ 121063 w 438150"/>
                <a:gd name="connsiteY1957" fmla="*/ 718852 h 790575"/>
                <a:gd name="connsiteX1958" fmla="*/ 122873 w 438150"/>
                <a:gd name="connsiteY1958" fmla="*/ 717804 h 790575"/>
                <a:gd name="connsiteX1959" fmla="*/ 122873 w 438150"/>
                <a:gd name="connsiteY1959" fmla="*/ 719709 h 790575"/>
                <a:gd name="connsiteX1960" fmla="*/ 123158 w 438150"/>
                <a:gd name="connsiteY1960" fmla="*/ 720376 h 790575"/>
                <a:gd name="connsiteX1961" fmla="*/ 123920 w 438150"/>
                <a:gd name="connsiteY1961" fmla="*/ 720757 h 790575"/>
                <a:gd name="connsiteX1962" fmla="*/ 124587 w 438150"/>
                <a:gd name="connsiteY1962" fmla="*/ 720471 h 790575"/>
                <a:gd name="connsiteX1963" fmla="*/ 125540 w 438150"/>
                <a:gd name="connsiteY1963" fmla="*/ 719899 h 790575"/>
                <a:gd name="connsiteX1964" fmla="*/ 126397 w 438150"/>
                <a:gd name="connsiteY1964" fmla="*/ 719614 h 790575"/>
                <a:gd name="connsiteX1965" fmla="*/ 126778 w 438150"/>
                <a:gd name="connsiteY1965" fmla="*/ 720185 h 790575"/>
                <a:gd name="connsiteX1966" fmla="*/ 125254 w 438150"/>
                <a:gd name="connsiteY1966" fmla="*/ 722186 h 790575"/>
                <a:gd name="connsiteX1967" fmla="*/ 125063 w 438150"/>
                <a:gd name="connsiteY1967" fmla="*/ 722567 h 790575"/>
                <a:gd name="connsiteX1968" fmla="*/ 124492 w 438150"/>
                <a:gd name="connsiteY1968" fmla="*/ 722947 h 790575"/>
                <a:gd name="connsiteX1969" fmla="*/ 123920 w 438150"/>
                <a:gd name="connsiteY1969" fmla="*/ 723805 h 790575"/>
                <a:gd name="connsiteX1970" fmla="*/ 123063 w 438150"/>
                <a:gd name="connsiteY1970" fmla="*/ 725519 h 790575"/>
                <a:gd name="connsiteX1971" fmla="*/ 123444 w 438150"/>
                <a:gd name="connsiteY1971" fmla="*/ 726186 h 790575"/>
                <a:gd name="connsiteX1972" fmla="*/ 123254 w 438150"/>
                <a:gd name="connsiteY1972" fmla="*/ 727329 h 790575"/>
                <a:gd name="connsiteX1973" fmla="*/ 123158 w 438150"/>
                <a:gd name="connsiteY1973" fmla="*/ 728377 h 790575"/>
                <a:gd name="connsiteX1974" fmla="*/ 123920 w 438150"/>
                <a:gd name="connsiteY1974" fmla="*/ 728853 h 790575"/>
                <a:gd name="connsiteX1975" fmla="*/ 124492 w 438150"/>
                <a:gd name="connsiteY1975" fmla="*/ 729044 h 790575"/>
                <a:gd name="connsiteX1976" fmla="*/ 124778 w 438150"/>
                <a:gd name="connsiteY1976" fmla="*/ 729520 h 790575"/>
                <a:gd name="connsiteX1977" fmla="*/ 124873 w 438150"/>
                <a:gd name="connsiteY1977" fmla="*/ 729996 h 790575"/>
                <a:gd name="connsiteX1978" fmla="*/ 124683 w 438150"/>
                <a:gd name="connsiteY1978" fmla="*/ 730187 h 790575"/>
                <a:gd name="connsiteX1979" fmla="*/ 123920 w 438150"/>
                <a:gd name="connsiteY1979" fmla="*/ 730187 h 790575"/>
                <a:gd name="connsiteX1980" fmla="*/ 123635 w 438150"/>
                <a:gd name="connsiteY1980" fmla="*/ 730282 h 790575"/>
                <a:gd name="connsiteX1981" fmla="*/ 123444 w 438150"/>
                <a:gd name="connsiteY1981" fmla="*/ 731234 h 790575"/>
                <a:gd name="connsiteX1982" fmla="*/ 123444 w 438150"/>
                <a:gd name="connsiteY1982" fmla="*/ 733330 h 790575"/>
                <a:gd name="connsiteX1983" fmla="*/ 124778 w 438150"/>
                <a:gd name="connsiteY1983" fmla="*/ 734568 h 790575"/>
                <a:gd name="connsiteX1984" fmla="*/ 129350 w 438150"/>
                <a:gd name="connsiteY1984" fmla="*/ 736282 h 790575"/>
                <a:gd name="connsiteX1985" fmla="*/ 129635 w 438150"/>
                <a:gd name="connsiteY1985" fmla="*/ 736473 h 790575"/>
                <a:gd name="connsiteX1986" fmla="*/ 130016 w 438150"/>
                <a:gd name="connsiteY1986" fmla="*/ 736949 h 790575"/>
                <a:gd name="connsiteX1987" fmla="*/ 130397 w 438150"/>
                <a:gd name="connsiteY1987" fmla="*/ 738283 h 790575"/>
                <a:gd name="connsiteX1988" fmla="*/ 130778 w 438150"/>
                <a:gd name="connsiteY1988" fmla="*/ 738949 h 790575"/>
                <a:gd name="connsiteX1989" fmla="*/ 131254 w 438150"/>
                <a:gd name="connsiteY1989" fmla="*/ 738949 h 790575"/>
                <a:gd name="connsiteX1990" fmla="*/ 132207 w 438150"/>
                <a:gd name="connsiteY1990" fmla="*/ 738569 h 790575"/>
                <a:gd name="connsiteX1991" fmla="*/ 133064 w 438150"/>
                <a:gd name="connsiteY1991" fmla="*/ 739330 h 790575"/>
                <a:gd name="connsiteX1992" fmla="*/ 134303 w 438150"/>
                <a:gd name="connsiteY1992" fmla="*/ 741331 h 790575"/>
                <a:gd name="connsiteX1993" fmla="*/ 135636 w 438150"/>
                <a:gd name="connsiteY1993" fmla="*/ 742379 h 790575"/>
                <a:gd name="connsiteX1994" fmla="*/ 136208 w 438150"/>
                <a:gd name="connsiteY1994" fmla="*/ 743045 h 790575"/>
                <a:gd name="connsiteX1995" fmla="*/ 136493 w 438150"/>
                <a:gd name="connsiteY1995" fmla="*/ 743998 h 790575"/>
                <a:gd name="connsiteX1996" fmla="*/ 136684 w 438150"/>
                <a:gd name="connsiteY1996" fmla="*/ 744474 h 790575"/>
                <a:gd name="connsiteX1997" fmla="*/ 137160 w 438150"/>
                <a:gd name="connsiteY1997" fmla="*/ 744569 h 790575"/>
                <a:gd name="connsiteX1998" fmla="*/ 137636 w 438150"/>
                <a:gd name="connsiteY1998" fmla="*/ 744569 h 790575"/>
                <a:gd name="connsiteX1999" fmla="*/ 137827 w 438150"/>
                <a:gd name="connsiteY1999" fmla="*/ 744760 h 790575"/>
                <a:gd name="connsiteX2000" fmla="*/ 137922 w 438150"/>
                <a:gd name="connsiteY2000" fmla="*/ 745331 h 790575"/>
                <a:gd name="connsiteX2001" fmla="*/ 138398 w 438150"/>
                <a:gd name="connsiteY2001" fmla="*/ 746188 h 790575"/>
                <a:gd name="connsiteX2002" fmla="*/ 138494 w 438150"/>
                <a:gd name="connsiteY2002" fmla="*/ 746760 h 790575"/>
                <a:gd name="connsiteX2003" fmla="*/ 138398 w 438150"/>
                <a:gd name="connsiteY2003" fmla="*/ 747046 h 790575"/>
                <a:gd name="connsiteX2004" fmla="*/ 137922 w 438150"/>
                <a:gd name="connsiteY2004" fmla="*/ 747713 h 790575"/>
                <a:gd name="connsiteX2005" fmla="*/ 137827 w 438150"/>
                <a:gd name="connsiteY2005" fmla="*/ 748094 h 790575"/>
                <a:gd name="connsiteX2006" fmla="*/ 138017 w 438150"/>
                <a:gd name="connsiteY2006" fmla="*/ 748379 h 790575"/>
                <a:gd name="connsiteX2007" fmla="*/ 138398 w 438150"/>
                <a:gd name="connsiteY2007" fmla="*/ 748284 h 790575"/>
                <a:gd name="connsiteX2008" fmla="*/ 139065 w 438150"/>
                <a:gd name="connsiteY2008" fmla="*/ 747903 h 790575"/>
                <a:gd name="connsiteX2009" fmla="*/ 139446 w 438150"/>
                <a:gd name="connsiteY2009" fmla="*/ 748094 h 790575"/>
                <a:gd name="connsiteX2010" fmla="*/ 139637 w 438150"/>
                <a:gd name="connsiteY2010" fmla="*/ 748665 h 790575"/>
                <a:gd name="connsiteX2011" fmla="*/ 139732 w 438150"/>
                <a:gd name="connsiteY2011" fmla="*/ 749237 h 790575"/>
                <a:gd name="connsiteX2012" fmla="*/ 139922 w 438150"/>
                <a:gd name="connsiteY2012" fmla="*/ 749713 h 790575"/>
                <a:gd name="connsiteX2013" fmla="*/ 141446 w 438150"/>
                <a:gd name="connsiteY2013" fmla="*/ 751427 h 790575"/>
                <a:gd name="connsiteX2014" fmla="*/ 143161 w 438150"/>
                <a:gd name="connsiteY2014" fmla="*/ 752951 h 790575"/>
                <a:gd name="connsiteX2015" fmla="*/ 143637 w 438150"/>
                <a:gd name="connsiteY2015" fmla="*/ 751808 h 790575"/>
                <a:gd name="connsiteX2016" fmla="*/ 144018 w 438150"/>
                <a:gd name="connsiteY2016" fmla="*/ 751332 h 790575"/>
                <a:gd name="connsiteX2017" fmla="*/ 144685 w 438150"/>
                <a:gd name="connsiteY2017" fmla="*/ 751142 h 790575"/>
                <a:gd name="connsiteX2018" fmla="*/ 145256 w 438150"/>
                <a:gd name="connsiteY2018" fmla="*/ 751522 h 790575"/>
                <a:gd name="connsiteX2019" fmla="*/ 145161 w 438150"/>
                <a:gd name="connsiteY2019" fmla="*/ 752380 h 790575"/>
                <a:gd name="connsiteX2020" fmla="*/ 144494 w 438150"/>
                <a:gd name="connsiteY2020" fmla="*/ 754094 h 790575"/>
                <a:gd name="connsiteX2021" fmla="*/ 145447 w 438150"/>
                <a:gd name="connsiteY2021" fmla="*/ 754380 h 790575"/>
                <a:gd name="connsiteX2022" fmla="*/ 146114 w 438150"/>
                <a:gd name="connsiteY2022" fmla="*/ 755237 h 790575"/>
                <a:gd name="connsiteX2023" fmla="*/ 146495 w 438150"/>
                <a:gd name="connsiteY2023" fmla="*/ 756380 h 790575"/>
                <a:gd name="connsiteX2024" fmla="*/ 146971 w 438150"/>
                <a:gd name="connsiteY2024" fmla="*/ 755618 h 790575"/>
                <a:gd name="connsiteX2025" fmla="*/ 147447 w 438150"/>
                <a:gd name="connsiteY2025" fmla="*/ 754475 h 790575"/>
                <a:gd name="connsiteX2026" fmla="*/ 147638 w 438150"/>
                <a:gd name="connsiteY2026" fmla="*/ 753142 h 790575"/>
                <a:gd name="connsiteX2027" fmla="*/ 147638 w 438150"/>
                <a:gd name="connsiteY2027" fmla="*/ 752665 h 790575"/>
                <a:gd name="connsiteX2028" fmla="*/ 147447 w 438150"/>
                <a:gd name="connsiteY2028" fmla="*/ 751713 h 790575"/>
                <a:gd name="connsiteX2029" fmla="*/ 147447 w 438150"/>
                <a:gd name="connsiteY2029" fmla="*/ 751237 h 790575"/>
                <a:gd name="connsiteX2030" fmla="*/ 147828 w 438150"/>
                <a:gd name="connsiteY2030" fmla="*/ 750665 h 790575"/>
                <a:gd name="connsiteX2031" fmla="*/ 148304 w 438150"/>
                <a:gd name="connsiteY2031" fmla="*/ 750284 h 790575"/>
                <a:gd name="connsiteX2032" fmla="*/ 148590 w 438150"/>
                <a:gd name="connsiteY2032" fmla="*/ 749808 h 790575"/>
                <a:gd name="connsiteX2033" fmla="*/ 148495 w 438150"/>
                <a:gd name="connsiteY2033" fmla="*/ 749046 h 790575"/>
                <a:gd name="connsiteX2034" fmla="*/ 148114 w 438150"/>
                <a:gd name="connsiteY2034" fmla="*/ 747808 h 790575"/>
                <a:gd name="connsiteX2035" fmla="*/ 148019 w 438150"/>
                <a:gd name="connsiteY2035" fmla="*/ 746951 h 790575"/>
                <a:gd name="connsiteX2036" fmla="*/ 148400 w 438150"/>
                <a:gd name="connsiteY2036" fmla="*/ 744855 h 790575"/>
                <a:gd name="connsiteX2037" fmla="*/ 148495 w 438150"/>
                <a:gd name="connsiteY2037" fmla="*/ 743617 h 790575"/>
                <a:gd name="connsiteX2038" fmla="*/ 148685 w 438150"/>
                <a:gd name="connsiteY2038" fmla="*/ 743045 h 790575"/>
                <a:gd name="connsiteX2039" fmla="*/ 149066 w 438150"/>
                <a:gd name="connsiteY2039" fmla="*/ 742569 h 790575"/>
                <a:gd name="connsiteX2040" fmla="*/ 149828 w 438150"/>
                <a:gd name="connsiteY2040" fmla="*/ 742283 h 790575"/>
                <a:gd name="connsiteX2041" fmla="*/ 150304 w 438150"/>
                <a:gd name="connsiteY2041" fmla="*/ 742569 h 790575"/>
                <a:gd name="connsiteX2042" fmla="*/ 150400 w 438150"/>
                <a:gd name="connsiteY2042" fmla="*/ 742760 h 790575"/>
                <a:gd name="connsiteX2043" fmla="*/ 150686 w 438150"/>
                <a:gd name="connsiteY2043" fmla="*/ 743045 h 790575"/>
                <a:gd name="connsiteX2044" fmla="*/ 151162 w 438150"/>
                <a:gd name="connsiteY2044" fmla="*/ 743331 h 790575"/>
                <a:gd name="connsiteX2045" fmla="*/ 151924 w 438150"/>
                <a:gd name="connsiteY2045" fmla="*/ 743331 h 790575"/>
                <a:gd name="connsiteX2046" fmla="*/ 151924 w 438150"/>
                <a:gd name="connsiteY2046" fmla="*/ 743236 h 790575"/>
                <a:gd name="connsiteX2047" fmla="*/ 152686 w 438150"/>
                <a:gd name="connsiteY2047" fmla="*/ 742760 h 790575"/>
                <a:gd name="connsiteX2048" fmla="*/ 153162 w 438150"/>
                <a:gd name="connsiteY2048" fmla="*/ 742760 h 790575"/>
                <a:gd name="connsiteX2049" fmla="*/ 153734 w 438150"/>
                <a:gd name="connsiteY2049" fmla="*/ 742855 h 790575"/>
                <a:gd name="connsiteX2050" fmla="*/ 154305 w 438150"/>
                <a:gd name="connsiteY2050" fmla="*/ 743045 h 790575"/>
                <a:gd name="connsiteX2051" fmla="*/ 154686 w 438150"/>
                <a:gd name="connsiteY2051" fmla="*/ 743426 h 790575"/>
                <a:gd name="connsiteX2052" fmla="*/ 156686 w 438150"/>
                <a:gd name="connsiteY2052" fmla="*/ 749332 h 790575"/>
                <a:gd name="connsiteX2053" fmla="*/ 157258 w 438150"/>
                <a:gd name="connsiteY2053" fmla="*/ 750284 h 790575"/>
                <a:gd name="connsiteX2054" fmla="*/ 158306 w 438150"/>
                <a:gd name="connsiteY2054" fmla="*/ 751142 h 790575"/>
                <a:gd name="connsiteX2055" fmla="*/ 159829 w 438150"/>
                <a:gd name="connsiteY2055" fmla="*/ 751904 h 790575"/>
                <a:gd name="connsiteX2056" fmla="*/ 160306 w 438150"/>
                <a:gd name="connsiteY2056" fmla="*/ 752189 h 790575"/>
                <a:gd name="connsiteX2057" fmla="*/ 161449 w 438150"/>
                <a:gd name="connsiteY2057" fmla="*/ 752570 h 790575"/>
                <a:gd name="connsiteX2058" fmla="*/ 162306 w 438150"/>
                <a:gd name="connsiteY2058" fmla="*/ 752665 h 790575"/>
                <a:gd name="connsiteX2059" fmla="*/ 163640 w 438150"/>
                <a:gd name="connsiteY2059" fmla="*/ 752475 h 790575"/>
                <a:gd name="connsiteX2060" fmla="*/ 164402 w 438150"/>
                <a:gd name="connsiteY2060" fmla="*/ 752665 h 790575"/>
                <a:gd name="connsiteX2061" fmla="*/ 166116 w 438150"/>
                <a:gd name="connsiteY2061" fmla="*/ 753904 h 790575"/>
                <a:gd name="connsiteX2062" fmla="*/ 167069 w 438150"/>
                <a:gd name="connsiteY2062" fmla="*/ 754380 h 790575"/>
                <a:gd name="connsiteX2063" fmla="*/ 170307 w 438150"/>
                <a:gd name="connsiteY2063" fmla="*/ 755332 h 790575"/>
                <a:gd name="connsiteX2064" fmla="*/ 172117 w 438150"/>
                <a:gd name="connsiteY2064" fmla="*/ 756095 h 790575"/>
                <a:gd name="connsiteX2065" fmla="*/ 173069 w 438150"/>
                <a:gd name="connsiteY2065" fmla="*/ 756285 h 790575"/>
                <a:gd name="connsiteX2066" fmla="*/ 174022 w 438150"/>
                <a:gd name="connsiteY2066" fmla="*/ 756190 h 790575"/>
                <a:gd name="connsiteX2067" fmla="*/ 177451 w 438150"/>
                <a:gd name="connsiteY2067" fmla="*/ 753809 h 790575"/>
                <a:gd name="connsiteX2068" fmla="*/ 178308 w 438150"/>
                <a:gd name="connsiteY2068" fmla="*/ 753809 h 790575"/>
                <a:gd name="connsiteX2069" fmla="*/ 178403 w 438150"/>
                <a:gd name="connsiteY2069" fmla="*/ 754094 h 790575"/>
                <a:gd name="connsiteX2070" fmla="*/ 178403 w 438150"/>
                <a:gd name="connsiteY2070" fmla="*/ 755237 h 790575"/>
                <a:gd name="connsiteX2071" fmla="*/ 178499 w 438150"/>
                <a:gd name="connsiteY2071" fmla="*/ 755713 h 790575"/>
                <a:gd name="connsiteX2072" fmla="*/ 178975 w 438150"/>
                <a:gd name="connsiteY2072" fmla="*/ 755999 h 790575"/>
                <a:gd name="connsiteX2073" fmla="*/ 179451 w 438150"/>
                <a:gd name="connsiteY2073" fmla="*/ 756095 h 790575"/>
                <a:gd name="connsiteX2074" fmla="*/ 180023 w 438150"/>
                <a:gd name="connsiteY2074" fmla="*/ 756095 h 790575"/>
                <a:gd name="connsiteX2075" fmla="*/ 180594 w 438150"/>
                <a:gd name="connsiteY2075" fmla="*/ 756190 h 790575"/>
                <a:gd name="connsiteX2076" fmla="*/ 181833 w 438150"/>
                <a:gd name="connsiteY2076" fmla="*/ 756856 h 790575"/>
                <a:gd name="connsiteX2077" fmla="*/ 182309 w 438150"/>
                <a:gd name="connsiteY2077" fmla="*/ 757904 h 790575"/>
                <a:gd name="connsiteX2078" fmla="*/ 182499 w 438150"/>
                <a:gd name="connsiteY2078" fmla="*/ 760381 h 790575"/>
                <a:gd name="connsiteX2079" fmla="*/ 182594 w 438150"/>
                <a:gd name="connsiteY2079" fmla="*/ 760952 h 790575"/>
                <a:gd name="connsiteX2080" fmla="*/ 182785 w 438150"/>
                <a:gd name="connsiteY2080" fmla="*/ 761524 h 790575"/>
                <a:gd name="connsiteX2081" fmla="*/ 183452 w 438150"/>
                <a:gd name="connsiteY2081" fmla="*/ 762572 h 790575"/>
                <a:gd name="connsiteX2082" fmla="*/ 183547 w 438150"/>
                <a:gd name="connsiteY2082" fmla="*/ 763048 h 790575"/>
                <a:gd name="connsiteX2083" fmla="*/ 183452 w 438150"/>
                <a:gd name="connsiteY2083" fmla="*/ 763524 h 790575"/>
                <a:gd name="connsiteX2084" fmla="*/ 183261 w 438150"/>
                <a:gd name="connsiteY2084" fmla="*/ 764000 h 790575"/>
                <a:gd name="connsiteX2085" fmla="*/ 183261 w 438150"/>
                <a:gd name="connsiteY2085" fmla="*/ 764096 h 790575"/>
                <a:gd name="connsiteX2086" fmla="*/ 183166 w 438150"/>
                <a:gd name="connsiteY2086" fmla="*/ 764572 h 790575"/>
                <a:gd name="connsiteX2087" fmla="*/ 183166 w 438150"/>
                <a:gd name="connsiteY2087" fmla="*/ 766096 h 790575"/>
                <a:gd name="connsiteX2088" fmla="*/ 183261 w 438150"/>
                <a:gd name="connsiteY2088" fmla="*/ 766572 h 790575"/>
                <a:gd name="connsiteX2089" fmla="*/ 183737 w 438150"/>
                <a:gd name="connsiteY2089" fmla="*/ 767334 h 790575"/>
                <a:gd name="connsiteX2090" fmla="*/ 183928 w 438150"/>
                <a:gd name="connsiteY2090" fmla="*/ 767334 h 790575"/>
                <a:gd name="connsiteX2091" fmla="*/ 184214 w 438150"/>
                <a:gd name="connsiteY2091" fmla="*/ 766953 h 790575"/>
                <a:gd name="connsiteX2092" fmla="*/ 184880 w 438150"/>
                <a:gd name="connsiteY2092" fmla="*/ 766763 h 790575"/>
                <a:gd name="connsiteX2093" fmla="*/ 185547 w 438150"/>
                <a:gd name="connsiteY2093" fmla="*/ 766858 h 790575"/>
                <a:gd name="connsiteX2094" fmla="*/ 187738 w 438150"/>
                <a:gd name="connsiteY2094" fmla="*/ 767429 h 790575"/>
                <a:gd name="connsiteX2095" fmla="*/ 188690 w 438150"/>
                <a:gd name="connsiteY2095" fmla="*/ 767144 h 790575"/>
                <a:gd name="connsiteX2096" fmla="*/ 190024 w 438150"/>
                <a:gd name="connsiteY2096" fmla="*/ 765620 h 790575"/>
                <a:gd name="connsiteX2097" fmla="*/ 191071 w 438150"/>
                <a:gd name="connsiteY2097" fmla="*/ 765429 h 790575"/>
                <a:gd name="connsiteX2098" fmla="*/ 192786 w 438150"/>
                <a:gd name="connsiteY2098" fmla="*/ 766763 h 790575"/>
                <a:gd name="connsiteX2099" fmla="*/ 193643 w 438150"/>
                <a:gd name="connsiteY2099" fmla="*/ 767048 h 790575"/>
                <a:gd name="connsiteX2100" fmla="*/ 196025 w 438150"/>
                <a:gd name="connsiteY2100" fmla="*/ 766572 h 790575"/>
                <a:gd name="connsiteX2101" fmla="*/ 196691 w 438150"/>
                <a:gd name="connsiteY2101" fmla="*/ 766763 h 790575"/>
                <a:gd name="connsiteX2102" fmla="*/ 197072 w 438150"/>
                <a:gd name="connsiteY2102" fmla="*/ 767429 h 790575"/>
                <a:gd name="connsiteX2103" fmla="*/ 197263 w 438150"/>
                <a:gd name="connsiteY2103" fmla="*/ 768477 h 790575"/>
                <a:gd name="connsiteX2104" fmla="*/ 197168 w 438150"/>
                <a:gd name="connsiteY2104" fmla="*/ 769715 h 790575"/>
                <a:gd name="connsiteX2105" fmla="*/ 196691 w 438150"/>
                <a:gd name="connsiteY2105" fmla="*/ 770192 h 790575"/>
                <a:gd name="connsiteX2106" fmla="*/ 196025 w 438150"/>
                <a:gd name="connsiteY2106" fmla="*/ 770477 h 790575"/>
                <a:gd name="connsiteX2107" fmla="*/ 195358 w 438150"/>
                <a:gd name="connsiteY2107" fmla="*/ 771335 h 790575"/>
                <a:gd name="connsiteX2108" fmla="*/ 195358 w 438150"/>
                <a:gd name="connsiteY2108" fmla="*/ 772573 h 790575"/>
                <a:gd name="connsiteX2109" fmla="*/ 196215 w 438150"/>
                <a:gd name="connsiteY2109" fmla="*/ 773335 h 790575"/>
                <a:gd name="connsiteX2110" fmla="*/ 197168 w 438150"/>
                <a:gd name="connsiteY2110" fmla="*/ 774097 h 790575"/>
                <a:gd name="connsiteX2111" fmla="*/ 197549 w 438150"/>
                <a:gd name="connsiteY2111" fmla="*/ 775145 h 790575"/>
                <a:gd name="connsiteX2112" fmla="*/ 197263 w 438150"/>
                <a:gd name="connsiteY2112" fmla="*/ 777240 h 790575"/>
                <a:gd name="connsiteX2113" fmla="*/ 197168 w 438150"/>
                <a:gd name="connsiteY2113" fmla="*/ 780288 h 790575"/>
                <a:gd name="connsiteX2114" fmla="*/ 196787 w 438150"/>
                <a:gd name="connsiteY2114" fmla="*/ 782003 h 790575"/>
                <a:gd name="connsiteX2115" fmla="*/ 196691 w 438150"/>
                <a:gd name="connsiteY2115" fmla="*/ 782955 h 790575"/>
                <a:gd name="connsiteX2116" fmla="*/ 196310 w 438150"/>
                <a:gd name="connsiteY2116" fmla="*/ 783907 h 790575"/>
                <a:gd name="connsiteX2117" fmla="*/ 195358 w 438150"/>
                <a:gd name="connsiteY2117" fmla="*/ 784288 h 790575"/>
                <a:gd name="connsiteX2118" fmla="*/ 194215 w 438150"/>
                <a:gd name="connsiteY2118" fmla="*/ 784479 h 790575"/>
                <a:gd name="connsiteX2119" fmla="*/ 193358 w 438150"/>
                <a:gd name="connsiteY2119" fmla="*/ 785051 h 790575"/>
                <a:gd name="connsiteX2120" fmla="*/ 191167 w 438150"/>
                <a:gd name="connsiteY2120" fmla="*/ 789432 h 790575"/>
                <a:gd name="connsiteX2121" fmla="*/ 190786 w 438150"/>
                <a:gd name="connsiteY2121" fmla="*/ 790004 h 790575"/>
                <a:gd name="connsiteX2122" fmla="*/ 190691 w 438150"/>
                <a:gd name="connsiteY2122" fmla="*/ 790575 h 790575"/>
                <a:gd name="connsiteX2123" fmla="*/ 190786 w 438150"/>
                <a:gd name="connsiteY2123" fmla="*/ 791147 h 790575"/>
                <a:gd name="connsiteX2124" fmla="*/ 191071 w 438150"/>
                <a:gd name="connsiteY2124" fmla="*/ 791528 h 790575"/>
                <a:gd name="connsiteX2125" fmla="*/ 191453 w 438150"/>
                <a:gd name="connsiteY2125" fmla="*/ 792194 h 790575"/>
                <a:gd name="connsiteX2126" fmla="*/ 192024 w 438150"/>
                <a:gd name="connsiteY2126" fmla="*/ 793432 h 790575"/>
                <a:gd name="connsiteX2127" fmla="*/ 192405 w 438150"/>
                <a:gd name="connsiteY2127" fmla="*/ 793813 h 790575"/>
                <a:gd name="connsiteX2128" fmla="*/ 192881 w 438150"/>
                <a:gd name="connsiteY2128" fmla="*/ 794004 h 790575"/>
                <a:gd name="connsiteX2129" fmla="*/ 193834 w 438150"/>
                <a:gd name="connsiteY2129" fmla="*/ 794004 h 790575"/>
                <a:gd name="connsiteX2130" fmla="*/ 194405 w 438150"/>
                <a:gd name="connsiteY2130" fmla="*/ 794099 h 790575"/>
                <a:gd name="connsiteX2131" fmla="*/ 195548 w 438150"/>
                <a:gd name="connsiteY2131" fmla="*/ 794861 h 790575"/>
                <a:gd name="connsiteX2132" fmla="*/ 196501 w 438150"/>
                <a:gd name="connsiteY2132" fmla="*/ 796004 h 790575"/>
                <a:gd name="connsiteX2133" fmla="*/ 197263 w 438150"/>
                <a:gd name="connsiteY2133" fmla="*/ 797338 h 790575"/>
                <a:gd name="connsiteX2134" fmla="*/ 197834 w 438150"/>
                <a:gd name="connsiteY2134" fmla="*/ 798671 h 790575"/>
                <a:gd name="connsiteX2135" fmla="*/ 198692 w 438150"/>
                <a:gd name="connsiteY2135" fmla="*/ 799052 h 790575"/>
                <a:gd name="connsiteX2136" fmla="*/ 200120 w 438150"/>
                <a:gd name="connsiteY2136" fmla="*/ 798576 h 790575"/>
                <a:gd name="connsiteX2137" fmla="*/ 202597 w 438150"/>
                <a:gd name="connsiteY2137" fmla="*/ 797052 h 790575"/>
                <a:gd name="connsiteX2138" fmla="*/ 203454 w 438150"/>
                <a:gd name="connsiteY2138" fmla="*/ 796290 h 790575"/>
                <a:gd name="connsiteX2139" fmla="*/ 204121 w 438150"/>
                <a:gd name="connsiteY2139" fmla="*/ 795338 h 790575"/>
                <a:gd name="connsiteX2140" fmla="*/ 204597 w 438150"/>
                <a:gd name="connsiteY2140" fmla="*/ 794290 h 790575"/>
                <a:gd name="connsiteX2141" fmla="*/ 204788 w 438150"/>
                <a:gd name="connsiteY2141" fmla="*/ 793147 h 790575"/>
                <a:gd name="connsiteX2142" fmla="*/ 205454 w 438150"/>
                <a:gd name="connsiteY2142" fmla="*/ 790765 h 790575"/>
                <a:gd name="connsiteX2143" fmla="*/ 207074 w 438150"/>
                <a:gd name="connsiteY2143" fmla="*/ 789908 h 790575"/>
                <a:gd name="connsiteX2144" fmla="*/ 209169 w 438150"/>
                <a:gd name="connsiteY2144" fmla="*/ 789527 h 790575"/>
                <a:gd name="connsiteX2145" fmla="*/ 211169 w 438150"/>
                <a:gd name="connsiteY2145" fmla="*/ 788575 h 790575"/>
                <a:gd name="connsiteX2146" fmla="*/ 212979 w 438150"/>
                <a:gd name="connsiteY2146" fmla="*/ 787337 h 790575"/>
                <a:gd name="connsiteX2147" fmla="*/ 218599 w 438150"/>
                <a:gd name="connsiteY2147" fmla="*/ 785146 h 790575"/>
                <a:gd name="connsiteX2148" fmla="*/ 220409 w 438150"/>
                <a:gd name="connsiteY2148" fmla="*/ 784479 h 790575"/>
                <a:gd name="connsiteX2149" fmla="*/ 221647 w 438150"/>
                <a:gd name="connsiteY2149" fmla="*/ 784193 h 790575"/>
                <a:gd name="connsiteX2150" fmla="*/ 222790 w 438150"/>
                <a:gd name="connsiteY2150" fmla="*/ 784479 h 790575"/>
                <a:gd name="connsiteX2151" fmla="*/ 223647 w 438150"/>
                <a:gd name="connsiteY2151" fmla="*/ 785622 h 790575"/>
                <a:gd name="connsiteX2152" fmla="*/ 223933 w 438150"/>
                <a:gd name="connsiteY2152" fmla="*/ 786194 h 790575"/>
                <a:gd name="connsiteX2153" fmla="*/ 224219 w 438150"/>
                <a:gd name="connsiteY2153" fmla="*/ 786574 h 790575"/>
                <a:gd name="connsiteX2154" fmla="*/ 224600 w 438150"/>
                <a:gd name="connsiteY2154" fmla="*/ 786860 h 790575"/>
                <a:gd name="connsiteX2155" fmla="*/ 225171 w 438150"/>
                <a:gd name="connsiteY2155" fmla="*/ 786955 h 790575"/>
                <a:gd name="connsiteX2156" fmla="*/ 225647 w 438150"/>
                <a:gd name="connsiteY2156" fmla="*/ 787146 h 790575"/>
                <a:gd name="connsiteX2157" fmla="*/ 225647 w 438150"/>
                <a:gd name="connsiteY2157" fmla="*/ 787622 h 790575"/>
                <a:gd name="connsiteX2158" fmla="*/ 225457 w 438150"/>
                <a:gd name="connsiteY2158" fmla="*/ 788098 h 790575"/>
                <a:gd name="connsiteX2159" fmla="*/ 225457 w 438150"/>
                <a:gd name="connsiteY2159" fmla="*/ 788575 h 790575"/>
                <a:gd name="connsiteX2160" fmla="*/ 226504 w 438150"/>
                <a:gd name="connsiteY2160" fmla="*/ 790956 h 790575"/>
                <a:gd name="connsiteX2161" fmla="*/ 227362 w 438150"/>
                <a:gd name="connsiteY2161" fmla="*/ 791813 h 790575"/>
                <a:gd name="connsiteX2162" fmla="*/ 228505 w 438150"/>
                <a:gd name="connsiteY2162" fmla="*/ 792004 h 790575"/>
                <a:gd name="connsiteX2163" fmla="*/ 228981 w 438150"/>
                <a:gd name="connsiteY2163" fmla="*/ 791718 h 790575"/>
                <a:gd name="connsiteX2164" fmla="*/ 228981 w 438150"/>
                <a:gd name="connsiteY2164" fmla="*/ 791718 h 790575"/>
                <a:gd name="connsiteX2165" fmla="*/ 229838 w 438150"/>
                <a:gd name="connsiteY2165" fmla="*/ 790861 h 790575"/>
                <a:gd name="connsiteX2166" fmla="*/ 230505 w 438150"/>
                <a:gd name="connsiteY2166" fmla="*/ 790670 h 790575"/>
                <a:gd name="connsiteX2167" fmla="*/ 231172 w 438150"/>
                <a:gd name="connsiteY2167" fmla="*/ 790861 h 790575"/>
                <a:gd name="connsiteX2168" fmla="*/ 231553 w 438150"/>
                <a:gd name="connsiteY2168" fmla="*/ 791432 h 790575"/>
                <a:gd name="connsiteX2169" fmla="*/ 231934 w 438150"/>
                <a:gd name="connsiteY2169" fmla="*/ 792099 h 790575"/>
                <a:gd name="connsiteX2170" fmla="*/ 232410 w 438150"/>
                <a:gd name="connsiteY2170" fmla="*/ 792671 h 790575"/>
                <a:gd name="connsiteX2171" fmla="*/ 233553 w 438150"/>
                <a:gd name="connsiteY2171" fmla="*/ 793242 h 790575"/>
                <a:gd name="connsiteX2172" fmla="*/ 234410 w 438150"/>
                <a:gd name="connsiteY2172" fmla="*/ 793147 h 790575"/>
                <a:gd name="connsiteX2173" fmla="*/ 235077 w 438150"/>
                <a:gd name="connsiteY2173" fmla="*/ 792480 h 790575"/>
                <a:gd name="connsiteX2174" fmla="*/ 235458 w 438150"/>
                <a:gd name="connsiteY2174" fmla="*/ 791337 h 790575"/>
                <a:gd name="connsiteX2175" fmla="*/ 235744 w 438150"/>
                <a:gd name="connsiteY2175" fmla="*/ 791051 h 790575"/>
                <a:gd name="connsiteX2176" fmla="*/ 237268 w 438150"/>
                <a:gd name="connsiteY2176" fmla="*/ 790099 h 790575"/>
                <a:gd name="connsiteX2177" fmla="*/ 237554 w 438150"/>
                <a:gd name="connsiteY2177" fmla="*/ 789622 h 790575"/>
                <a:gd name="connsiteX2178" fmla="*/ 237744 w 438150"/>
                <a:gd name="connsiteY2178" fmla="*/ 789146 h 790575"/>
                <a:gd name="connsiteX2179" fmla="*/ 238030 w 438150"/>
                <a:gd name="connsiteY2179" fmla="*/ 788670 h 790575"/>
                <a:gd name="connsiteX2180" fmla="*/ 238601 w 438150"/>
                <a:gd name="connsiteY2180" fmla="*/ 788289 h 790575"/>
                <a:gd name="connsiteX2181" fmla="*/ 240316 w 438150"/>
                <a:gd name="connsiteY2181" fmla="*/ 786765 h 790575"/>
                <a:gd name="connsiteX2182" fmla="*/ 240697 w 438150"/>
                <a:gd name="connsiteY2182" fmla="*/ 784765 h 790575"/>
                <a:gd name="connsiteX2183" fmla="*/ 240697 w 438150"/>
                <a:gd name="connsiteY2183" fmla="*/ 782479 h 790575"/>
                <a:gd name="connsiteX2184" fmla="*/ 241459 w 438150"/>
                <a:gd name="connsiteY2184" fmla="*/ 780288 h 790575"/>
                <a:gd name="connsiteX2185" fmla="*/ 242792 w 438150"/>
                <a:gd name="connsiteY2185" fmla="*/ 778669 h 790575"/>
                <a:gd name="connsiteX2186" fmla="*/ 246698 w 438150"/>
                <a:gd name="connsiteY2186" fmla="*/ 775716 h 790575"/>
                <a:gd name="connsiteX2187" fmla="*/ 248126 w 438150"/>
                <a:gd name="connsiteY2187" fmla="*/ 774287 h 790575"/>
                <a:gd name="connsiteX2188" fmla="*/ 248698 w 438150"/>
                <a:gd name="connsiteY2188" fmla="*/ 772573 h 790575"/>
                <a:gd name="connsiteX2189" fmla="*/ 248412 w 438150"/>
                <a:gd name="connsiteY2189" fmla="*/ 768477 h 790575"/>
                <a:gd name="connsiteX2190" fmla="*/ 248793 w 438150"/>
                <a:gd name="connsiteY2190" fmla="*/ 765715 h 790575"/>
                <a:gd name="connsiteX2191" fmla="*/ 248793 w 438150"/>
                <a:gd name="connsiteY2191" fmla="*/ 765715 h 790575"/>
                <a:gd name="connsiteX2192" fmla="*/ 248793 w 438150"/>
                <a:gd name="connsiteY2192" fmla="*/ 765715 h 790575"/>
                <a:gd name="connsiteX2193" fmla="*/ 246031 w 438150"/>
                <a:gd name="connsiteY2193" fmla="*/ 763714 h 790575"/>
                <a:gd name="connsiteX2194" fmla="*/ 240125 w 438150"/>
                <a:gd name="connsiteY2194" fmla="*/ 758095 h 790575"/>
                <a:gd name="connsiteX2195" fmla="*/ 234887 w 438150"/>
                <a:gd name="connsiteY2195" fmla="*/ 754761 h 790575"/>
                <a:gd name="connsiteX2196" fmla="*/ 232982 w 438150"/>
                <a:gd name="connsiteY2196" fmla="*/ 752856 h 790575"/>
                <a:gd name="connsiteX2197" fmla="*/ 230410 w 438150"/>
                <a:gd name="connsiteY2197" fmla="*/ 748951 h 790575"/>
                <a:gd name="connsiteX2198" fmla="*/ 227457 w 438150"/>
                <a:gd name="connsiteY2198" fmla="*/ 744474 h 790575"/>
                <a:gd name="connsiteX2199" fmla="*/ 222123 w 438150"/>
                <a:gd name="connsiteY2199" fmla="*/ 735330 h 790575"/>
                <a:gd name="connsiteX2200" fmla="*/ 221647 w 438150"/>
                <a:gd name="connsiteY2200" fmla="*/ 734854 h 790575"/>
                <a:gd name="connsiteX2201" fmla="*/ 219837 w 438150"/>
                <a:gd name="connsiteY2201" fmla="*/ 733806 h 790575"/>
                <a:gd name="connsiteX2202" fmla="*/ 218408 w 438150"/>
                <a:gd name="connsiteY2202" fmla="*/ 733235 h 790575"/>
                <a:gd name="connsiteX2203" fmla="*/ 218027 w 438150"/>
                <a:gd name="connsiteY2203" fmla="*/ 732949 h 790575"/>
                <a:gd name="connsiteX2204" fmla="*/ 217170 w 438150"/>
                <a:gd name="connsiteY2204" fmla="*/ 732663 h 790575"/>
                <a:gd name="connsiteX2205" fmla="*/ 216122 w 438150"/>
                <a:gd name="connsiteY2205" fmla="*/ 732472 h 790575"/>
                <a:gd name="connsiteX2206" fmla="*/ 215360 w 438150"/>
                <a:gd name="connsiteY2206" fmla="*/ 732377 h 790575"/>
                <a:gd name="connsiteX2207" fmla="*/ 214408 w 438150"/>
                <a:gd name="connsiteY2207" fmla="*/ 732187 h 790575"/>
                <a:gd name="connsiteX2208" fmla="*/ 212598 w 438150"/>
                <a:gd name="connsiteY2208" fmla="*/ 731615 h 790575"/>
                <a:gd name="connsiteX2209" fmla="*/ 210598 w 438150"/>
                <a:gd name="connsiteY2209" fmla="*/ 730377 h 790575"/>
                <a:gd name="connsiteX2210" fmla="*/ 209264 w 438150"/>
                <a:gd name="connsiteY2210" fmla="*/ 729329 h 790575"/>
                <a:gd name="connsiteX2211" fmla="*/ 207740 w 438150"/>
                <a:gd name="connsiteY2211" fmla="*/ 729044 h 790575"/>
                <a:gd name="connsiteX2212" fmla="*/ 206216 w 438150"/>
                <a:gd name="connsiteY2212" fmla="*/ 729520 h 790575"/>
                <a:gd name="connsiteX2213" fmla="*/ 209645 w 438150"/>
                <a:gd name="connsiteY2213" fmla="*/ 730948 h 790575"/>
                <a:gd name="connsiteX2214" fmla="*/ 210408 w 438150"/>
                <a:gd name="connsiteY2214" fmla="*/ 732092 h 790575"/>
                <a:gd name="connsiteX2215" fmla="*/ 210788 w 438150"/>
                <a:gd name="connsiteY2215" fmla="*/ 733139 h 790575"/>
                <a:gd name="connsiteX2216" fmla="*/ 209074 w 438150"/>
                <a:gd name="connsiteY2216" fmla="*/ 733044 h 790575"/>
                <a:gd name="connsiteX2217" fmla="*/ 208979 w 438150"/>
                <a:gd name="connsiteY2217" fmla="*/ 733139 h 790575"/>
                <a:gd name="connsiteX2218" fmla="*/ 208598 w 438150"/>
                <a:gd name="connsiteY2218" fmla="*/ 732949 h 790575"/>
                <a:gd name="connsiteX2219" fmla="*/ 207645 w 438150"/>
                <a:gd name="connsiteY2219" fmla="*/ 732758 h 790575"/>
                <a:gd name="connsiteX2220" fmla="*/ 206883 w 438150"/>
                <a:gd name="connsiteY2220" fmla="*/ 732187 h 790575"/>
                <a:gd name="connsiteX2221" fmla="*/ 205169 w 438150"/>
                <a:gd name="connsiteY2221" fmla="*/ 731901 h 790575"/>
                <a:gd name="connsiteX2222" fmla="*/ 204502 w 438150"/>
                <a:gd name="connsiteY2222" fmla="*/ 733044 h 790575"/>
                <a:gd name="connsiteX2223" fmla="*/ 202406 w 438150"/>
                <a:gd name="connsiteY2223" fmla="*/ 733997 h 790575"/>
                <a:gd name="connsiteX2224" fmla="*/ 195929 w 438150"/>
                <a:gd name="connsiteY2224" fmla="*/ 734187 h 790575"/>
                <a:gd name="connsiteX2225" fmla="*/ 193739 w 438150"/>
                <a:gd name="connsiteY2225" fmla="*/ 734282 h 790575"/>
                <a:gd name="connsiteX2226" fmla="*/ 192215 w 438150"/>
                <a:gd name="connsiteY2226" fmla="*/ 734282 h 790575"/>
                <a:gd name="connsiteX2227" fmla="*/ 189643 w 438150"/>
                <a:gd name="connsiteY2227" fmla="*/ 733044 h 790575"/>
                <a:gd name="connsiteX2228" fmla="*/ 186881 w 438150"/>
                <a:gd name="connsiteY2228" fmla="*/ 731044 h 790575"/>
                <a:gd name="connsiteX2229" fmla="*/ 185261 w 438150"/>
                <a:gd name="connsiteY2229" fmla="*/ 729615 h 790575"/>
                <a:gd name="connsiteX2230" fmla="*/ 184404 w 438150"/>
                <a:gd name="connsiteY2230" fmla="*/ 728853 h 790575"/>
                <a:gd name="connsiteX2231" fmla="*/ 183166 w 438150"/>
                <a:gd name="connsiteY2231" fmla="*/ 729424 h 790575"/>
                <a:gd name="connsiteX2232" fmla="*/ 182309 w 438150"/>
                <a:gd name="connsiteY2232" fmla="*/ 729139 h 790575"/>
                <a:gd name="connsiteX2233" fmla="*/ 180880 w 438150"/>
                <a:gd name="connsiteY2233" fmla="*/ 728663 h 790575"/>
                <a:gd name="connsiteX2234" fmla="*/ 179832 w 438150"/>
                <a:gd name="connsiteY2234" fmla="*/ 727805 h 790575"/>
                <a:gd name="connsiteX2235" fmla="*/ 171736 w 438150"/>
                <a:gd name="connsiteY2235" fmla="*/ 716756 h 790575"/>
                <a:gd name="connsiteX2236" fmla="*/ 170402 w 438150"/>
                <a:gd name="connsiteY2236" fmla="*/ 715042 h 790575"/>
                <a:gd name="connsiteX2237" fmla="*/ 170402 w 438150"/>
                <a:gd name="connsiteY2237" fmla="*/ 715899 h 790575"/>
                <a:gd name="connsiteX2238" fmla="*/ 170593 w 438150"/>
                <a:gd name="connsiteY2238" fmla="*/ 717328 h 790575"/>
                <a:gd name="connsiteX2239" fmla="*/ 170212 w 438150"/>
                <a:gd name="connsiteY2239" fmla="*/ 717995 h 790575"/>
                <a:gd name="connsiteX2240" fmla="*/ 168878 w 438150"/>
                <a:gd name="connsiteY2240" fmla="*/ 719233 h 790575"/>
                <a:gd name="connsiteX2241" fmla="*/ 167640 w 438150"/>
                <a:gd name="connsiteY2241" fmla="*/ 719614 h 790575"/>
                <a:gd name="connsiteX2242" fmla="*/ 167069 w 438150"/>
                <a:gd name="connsiteY2242" fmla="*/ 719709 h 790575"/>
                <a:gd name="connsiteX2243" fmla="*/ 165735 w 438150"/>
                <a:gd name="connsiteY2243" fmla="*/ 719614 h 790575"/>
                <a:gd name="connsiteX2244" fmla="*/ 165259 w 438150"/>
                <a:gd name="connsiteY2244" fmla="*/ 719423 h 790575"/>
                <a:gd name="connsiteX2245" fmla="*/ 164783 w 438150"/>
                <a:gd name="connsiteY2245" fmla="*/ 719042 h 790575"/>
                <a:gd name="connsiteX2246" fmla="*/ 164211 w 438150"/>
                <a:gd name="connsiteY2246" fmla="*/ 718471 h 790575"/>
                <a:gd name="connsiteX2247" fmla="*/ 163449 w 438150"/>
                <a:gd name="connsiteY2247" fmla="*/ 718566 h 790575"/>
                <a:gd name="connsiteX2248" fmla="*/ 162687 w 438150"/>
                <a:gd name="connsiteY2248" fmla="*/ 718280 h 790575"/>
                <a:gd name="connsiteX2249" fmla="*/ 162020 w 438150"/>
                <a:gd name="connsiteY2249" fmla="*/ 717709 h 790575"/>
                <a:gd name="connsiteX2250" fmla="*/ 161258 w 438150"/>
                <a:gd name="connsiteY2250" fmla="*/ 716280 h 790575"/>
                <a:gd name="connsiteX2251" fmla="*/ 160782 w 438150"/>
                <a:gd name="connsiteY2251" fmla="*/ 715994 h 790575"/>
                <a:gd name="connsiteX2252" fmla="*/ 160401 w 438150"/>
                <a:gd name="connsiteY2252" fmla="*/ 715613 h 790575"/>
                <a:gd name="connsiteX2253" fmla="*/ 160211 w 438150"/>
                <a:gd name="connsiteY2253" fmla="*/ 715042 h 790575"/>
                <a:gd name="connsiteX2254" fmla="*/ 160401 w 438150"/>
                <a:gd name="connsiteY2254" fmla="*/ 714756 h 790575"/>
                <a:gd name="connsiteX2255" fmla="*/ 160782 w 438150"/>
                <a:gd name="connsiteY2255" fmla="*/ 714470 h 790575"/>
                <a:gd name="connsiteX2256" fmla="*/ 161258 w 438150"/>
                <a:gd name="connsiteY2256" fmla="*/ 714280 h 790575"/>
                <a:gd name="connsiteX2257" fmla="*/ 162116 w 438150"/>
                <a:gd name="connsiteY2257" fmla="*/ 713804 h 790575"/>
                <a:gd name="connsiteX2258" fmla="*/ 161639 w 438150"/>
                <a:gd name="connsiteY2258" fmla="*/ 713327 h 790575"/>
                <a:gd name="connsiteX2259" fmla="*/ 161163 w 438150"/>
                <a:gd name="connsiteY2259" fmla="*/ 713042 h 790575"/>
                <a:gd name="connsiteX2260" fmla="*/ 160401 w 438150"/>
                <a:gd name="connsiteY2260" fmla="*/ 713042 h 790575"/>
                <a:gd name="connsiteX2261" fmla="*/ 159925 w 438150"/>
                <a:gd name="connsiteY2261" fmla="*/ 712661 h 790575"/>
                <a:gd name="connsiteX2262" fmla="*/ 159734 w 438150"/>
                <a:gd name="connsiteY2262" fmla="*/ 712184 h 790575"/>
                <a:gd name="connsiteX2263" fmla="*/ 159639 w 438150"/>
                <a:gd name="connsiteY2263" fmla="*/ 711518 h 790575"/>
                <a:gd name="connsiteX2264" fmla="*/ 159639 w 438150"/>
                <a:gd name="connsiteY2264" fmla="*/ 710374 h 790575"/>
                <a:gd name="connsiteX2265" fmla="*/ 159639 w 438150"/>
                <a:gd name="connsiteY2265" fmla="*/ 710279 h 790575"/>
                <a:gd name="connsiteX2266" fmla="*/ 159163 w 438150"/>
                <a:gd name="connsiteY2266" fmla="*/ 709136 h 790575"/>
                <a:gd name="connsiteX2267" fmla="*/ 158115 w 438150"/>
                <a:gd name="connsiteY2267" fmla="*/ 708755 h 790575"/>
                <a:gd name="connsiteX2268" fmla="*/ 156782 w 438150"/>
                <a:gd name="connsiteY2268" fmla="*/ 708755 h 790575"/>
                <a:gd name="connsiteX2269" fmla="*/ 155639 w 438150"/>
                <a:gd name="connsiteY2269" fmla="*/ 708565 h 790575"/>
                <a:gd name="connsiteX2270" fmla="*/ 154400 w 438150"/>
                <a:gd name="connsiteY2270" fmla="*/ 707517 h 790575"/>
                <a:gd name="connsiteX2271" fmla="*/ 153448 w 438150"/>
                <a:gd name="connsiteY2271" fmla="*/ 705898 h 790575"/>
                <a:gd name="connsiteX2272" fmla="*/ 151733 w 438150"/>
                <a:gd name="connsiteY2272" fmla="*/ 701612 h 790575"/>
                <a:gd name="connsiteX2273" fmla="*/ 151638 w 438150"/>
                <a:gd name="connsiteY2273" fmla="*/ 701326 h 790575"/>
                <a:gd name="connsiteX2274" fmla="*/ 151352 w 438150"/>
                <a:gd name="connsiteY2274" fmla="*/ 700945 h 790575"/>
                <a:gd name="connsiteX2275" fmla="*/ 150209 w 438150"/>
                <a:gd name="connsiteY2275" fmla="*/ 699992 h 790575"/>
                <a:gd name="connsiteX2276" fmla="*/ 150019 w 438150"/>
                <a:gd name="connsiteY2276" fmla="*/ 699802 h 790575"/>
                <a:gd name="connsiteX2277" fmla="*/ 149447 w 438150"/>
                <a:gd name="connsiteY2277" fmla="*/ 699421 h 790575"/>
                <a:gd name="connsiteX2278" fmla="*/ 149162 w 438150"/>
                <a:gd name="connsiteY2278" fmla="*/ 698563 h 790575"/>
                <a:gd name="connsiteX2279" fmla="*/ 148781 w 438150"/>
                <a:gd name="connsiteY2279" fmla="*/ 696659 h 790575"/>
                <a:gd name="connsiteX2280" fmla="*/ 147828 w 438150"/>
                <a:gd name="connsiteY2280" fmla="*/ 694182 h 790575"/>
                <a:gd name="connsiteX2281" fmla="*/ 147257 w 438150"/>
                <a:gd name="connsiteY2281" fmla="*/ 689705 h 790575"/>
                <a:gd name="connsiteX2282" fmla="*/ 147352 w 438150"/>
                <a:gd name="connsiteY2282" fmla="*/ 688657 h 790575"/>
                <a:gd name="connsiteX2283" fmla="*/ 147923 w 438150"/>
                <a:gd name="connsiteY2283" fmla="*/ 687896 h 790575"/>
                <a:gd name="connsiteX2284" fmla="*/ 150304 w 438150"/>
                <a:gd name="connsiteY2284" fmla="*/ 685800 h 790575"/>
                <a:gd name="connsiteX2285" fmla="*/ 150781 w 438150"/>
                <a:gd name="connsiteY2285" fmla="*/ 685324 h 790575"/>
                <a:gd name="connsiteX2286" fmla="*/ 151829 w 438150"/>
                <a:gd name="connsiteY2286" fmla="*/ 685133 h 790575"/>
                <a:gd name="connsiteX2287" fmla="*/ 152876 w 438150"/>
                <a:gd name="connsiteY2287" fmla="*/ 684752 h 790575"/>
                <a:gd name="connsiteX2288" fmla="*/ 153924 w 438150"/>
                <a:gd name="connsiteY2288" fmla="*/ 684562 h 790575"/>
                <a:gd name="connsiteX2289" fmla="*/ 154972 w 438150"/>
                <a:gd name="connsiteY2289" fmla="*/ 684943 h 790575"/>
                <a:gd name="connsiteX2290" fmla="*/ 155925 w 438150"/>
                <a:gd name="connsiteY2290" fmla="*/ 686562 h 790575"/>
                <a:gd name="connsiteX2291" fmla="*/ 156686 w 438150"/>
                <a:gd name="connsiteY2291" fmla="*/ 689229 h 790575"/>
                <a:gd name="connsiteX2292" fmla="*/ 157067 w 438150"/>
                <a:gd name="connsiteY2292" fmla="*/ 691991 h 790575"/>
                <a:gd name="connsiteX2293" fmla="*/ 156877 w 438150"/>
                <a:gd name="connsiteY2293" fmla="*/ 693992 h 790575"/>
                <a:gd name="connsiteX2294" fmla="*/ 156115 w 438150"/>
                <a:gd name="connsiteY2294" fmla="*/ 694944 h 790575"/>
                <a:gd name="connsiteX2295" fmla="*/ 154305 w 438150"/>
                <a:gd name="connsiteY2295" fmla="*/ 696087 h 790575"/>
                <a:gd name="connsiteX2296" fmla="*/ 153924 w 438150"/>
                <a:gd name="connsiteY2296" fmla="*/ 697135 h 790575"/>
                <a:gd name="connsiteX2297" fmla="*/ 153924 w 438150"/>
                <a:gd name="connsiteY2297" fmla="*/ 697802 h 790575"/>
                <a:gd name="connsiteX2298" fmla="*/ 153924 w 438150"/>
                <a:gd name="connsiteY2298" fmla="*/ 698182 h 790575"/>
                <a:gd name="connsiteX2299" fmla="*/ 154115 w 438150"/>
                <a:gd name="connsiteY2299" fmla="*/ 698563 h 790575"/>
                <a:gd name="connsiteX2300" fmla="*/ 154400 w 438150"/>
                <a:gd name="connsiteY2300" fmla="*/ 698945 h 790575"/>
                <a:gd name="connsiteX2301" fmla="*/ 154972 w 438150"/>
                <a:gd name="connsiteY2301" fmla="*/ 699230 h 790575"/>
                <a:gd name="connsiteX2302" fmla="*/ 155258 w 438150"/>
                <a:gd name="connsiteY2302" fmla="*/ 698945 h 790575"/>
                <a:gd name="connsiteX2303" fmla="*/ 155639 w 438150"/>
                <a:gd name="connsiteY2303" fmla="*/ 698087 h 790575"/>
                <a:gd name="connsiteX2304" fmla="*/ 156877 w 438150"/>
                <a:gd name="connsiteY2304" fmla="*/ 696278 h 790575"/>
                <a:gd name="connsiteX2305" fmla="*/ 158591 w 438150"/>
                <a:gd name="connsiteY2305" fmla="*/ 696087 h 790575"/>
                <a:gd name="connsiteX2306" fmla="*/ 160211 w 438150"/>
                <a:gd name="connsiteY2306" fmla="*/ 696754 h 790575"/>
                <a:gd name="connsiteX2307" fmla="*/ 161068 w 438150"/>
                <a:gd name="connsiteY2307" fmla="*/ 698754 h 790575"/>
                <a:gd name="connsiteX2308" fmla="*/ 161258 w 438150"/>
                <a:gd name="connsiteY2308" fmla="*/ 702373 h 790575"/>
                <a:gd name="connsiteX2309" fmla="*/ 161163 w 438150"/>
                <a:gd name="connsiteY2309" fmla="*/ 706564 h 790575"/>
                <a:gd name="connsiteX2310" fmla="*/ 161925 w 438150"/>
                <a:gd name="connsiteY2310" fmla="*/ 707041 h 790575"/>
                <a:gd name="connsiteX2311" fmla="*/ 162306 w 438150"/>
                <a:gd name="connsiteY2311" fmla="*/ 709327 h 790575"/>
                <a:gd name="connsiteX2312" fmla="*/ 162878 w 438150"/>
                <a:gd name="connsiteY2312" fmla="*/ 711041 h 790575"/>
                <a:gd name="connsiteX2313" fmla="*/ 162116 w 438150"/>
                <a:gd name="connsiteY2313" fmla="*/ 712470 h 790575"/>
                <a:gd name="connsiteX2314" fmla="*/ 163068 w 438150"/>
                <a:gd name="connsiteY2314" fmla="*/ 712946 h 790575"/>
                <a:gd name="connsiteX2315" fmla="*/ 164592 w 438150"/>
                <a:gd name="connsiteY2315" fmla="*/ 712851 h 790575"/>
                <a:gd name="connsiteX2316" fmla="*/ 164973 w 438150"/>
                <a:gd name="connsiteY2316" fmla="*/ 713137 h 790575"/>
                <a:gd name="connsiteX2317" fmla="*/ 166021 w 438150"/>
                <a:gd name="connsiteY2317" fmla="*/ 713708 h 790575"/>
                <a:gd name="connsiteX2318" fmla="*/ 167926 w 438150"/>
                <a:gd name="connsiteY2318" fmla="*/ 715423 h 790575"/>
                <a:gd name="connsiteX2319" fmla="*/ 168593 w 438150"/>
                <a:gd name="connsiteY2319" fmla="*/ 716089 h 790575"/>
                <a:gd name="connsiteX2320" fmla="*/ 169926 w 438150"/>
                <a:gd name="connsiteY2320" fmla="*/ 716185 h 790575"/>
                <a:gd name="connsiteX2321" fmla="*/ 169926 w 438150"/>
                <a:gd name="connsiteY2321" fmla="*/ 715423 h 790575"/>
                <a:gd name="connsiteX2322" fmla="*/ 169545 w 438150"/>
                <a:gd name="connsiteY2322" fmla="*/ 714375 h 790575"/>
                <a:gd name="connsiteX2323" fmla="*/ 168878 w 438150"/>
                <a:gd name="connsiteY2323" fmla="*/ 713327 h 790575"/>
                <a:gd name="connsiteX2324" fmla="*/ 166021 w 438150"/>
                <a:gd name="connsiteY2324" fmla="*/ 708851 h 790575"/>
                <a:gd name="connsiteX2325" fmla="*/ 162878 w 438150"/>
                <a:gd name="connsiteY2325" fmla="*/ 701326 h 790575"/>
                <a:gd name="connsiteX2326" fmla="*/ 159068 w 438150"/>
                <a:gd name="connsiteY2326" fmla="*/ 682943 h 790575"/>
                <a:gd name="connsiteX2327" fmla="*/ 157734 w 438150"/>
                <a:gd name="connsiteY2327" fmla="*/ 676942 h 790575"/>
                <a:gd name="connsiteX2328" fmla="*/ 155639 w 438150"/>
                <a:gd name="connsiteY2328" fmla="*/ 667417 h 790575"/>
                <a:gd name="connsiteX2329" fmla="*/ 154019 w 438150"/>
                <a:gd name="connsiteY2329" fmla="*/ 656939 h 790575"/>
                <a:gd name="connsiteX2330" fmla="*/ 151352 w 438150"/>
                <a:gd name="connsiteY2330" fmla="*/ 649986 h 790575"/>
                <a:gd name="connsiteX2331" fmla="*/ 150686 w 438150"/>
                <a:gd name="connsiteY2331" fmla="*/ 648843 h 790575"/>
                <a:gd name="connsiteX2332" fmla="*/ 149257 w 438150"/>
                <a:gd name="connsiteY2332" fmla="*/ 647129 h 790575"/>
                <a:gd name="connsiteX2333" fmla="*/ 147638 w 438150"/>
                <a:gd name="connsiteY2333" fmla="*/ 645986 h 790575"/>
                <a:gd name="connsiteX2334" fmla="*/ 146590 w 438150"/>
                <a:gd name="connsiteY2334" fmla="*/ 646462 h 790575"/>
                <a:gd name="connsiteX2335" fmla="*/ 148400 w 438150"/>
                <a:gd name="connsiteY2335" fmla="*/ 647129 h 790575"/>
                <a:gd name="connsiteX2336" fmla="*/ 148971 w 438150"/>
                <a:gd name="connsiteY2336" fmla="*/ 648938 h 790575"/>
                <a:gd name="connsiteX2337" fmla="*/ 149066 w 438150"/>
                <a:gd name="connsiteY2337" fmla="*/ 651034 h 790575"/>
                <a:gd name="connsiteX2338" fmla="*/ 149543 w 438150"/>
                <a:gd name="connsiteY2338" fmla="*/ 652558 h 790575"/>
                <a:gd name="connsiteX2339" fmla="*/ 148876 w 438150"/>
                <a:gd name="connsiteY2339" fmla="*/ 652939 h 790575"/>
                <a:gd name="connsiteX2340" fmla="*/ 148019 w 438150"/>
                <a:gd name="connsiteY2340" fmla="*/ 653129 h 790575"/>
                <a:gd name="connsiteX2341" fmla="*/ 147352 w 438150"/>
                <a:gd name="connsiteY2341" fmla="*/ 652939 h 790575"/>
                <a:gd name="connsiteX2342" fmla="*/ 147066 w 438150"/>
                <a:gd name="connsiteY2342" fmla="*/ 652272 h 790575"/>
                <a:gd name="connsiteX2343" fmla="*/ 146780 w 438150"/>
                <a:gd name="connsiteY2343" fmla="*/ 652081 h 790575"/>
                <a:gd name="connsiteX2344" fmla="*/ 145637 w 438150"/>
                <a:gd name="connsiteY2344" fmla="*/ 651605 h 790575"/>
                <a:gd name="connsiteX2345" fmla="*/ 145256 w 438150"/>
                <a:gd name="connsiteY2345" fmla="*/ 651320 h 790575"/>
                <a:gd name="connsiteX2346" fmla="*/ 144971 w 438150"/>
                <a:gd name="connsiteY2346" fmla="*/ 650843 h 790575"/>
                <a:gd name="connsiteX2347" fmla="*/ 144590 w 438150"/>
                <a:gd name="connsiteY2347" fmla="*/ 649796 h 790575"/>
                <a:gd name="connsiteX2348" fmla="*/ 143733 w 438150"/>
                <a:gd name="connsiteY2348" fmla="*/ 648557 h 790575"/>
                <a:gd name="connsiteX2349" fmla="*/ 142589 w 438150"/>
                <a:gd name="connsiteY2349" fmla="*/ 646271 h 790575"/>
                <a:gd name="connsiteX2350" fmla="*/ 142399 w 438150"/>
                <a:gd name="connsiteY2350" fmla="*/ 645319 h 790575"/>
                <a:gd name="connsiteX2351" fmla="*/ 141923 w 438150"/>
                <a:gd name="connsiteY2351" fmla="*/ 644557 h 790575"/>
                <a:gd name="connsiteX2352" fmla="*/ 138970 w 438150"/>
                <a:gd name="connsiteY2352" fmla="*/ 642747 h 790575"/>
                <a:gd name="connsiteX2353" fmla="*/ 138113 w 438150"/>
                <a:gd name="connsiteY2353" fmla="*/ 641318 h 790575"/>
                <a:gd name="connsiteX2354" fmla="*/ 137732 w 438150"/>
                <a:gd name="connsiteY2354" fmla="*/ 639604 h 790575"/>
                <a:gd name="connsiteX2355" fmla="*/ 136684 w 438150"/>
                <a:gd name="connsiteY2355" fmla="*/ 629317 h 790575"/>
                <a:gd name="connsiteX2356" fmla="*/ 136017 w 438150"/>
                <a:gd name="connsiteY2356" fmla="*/ 627697 h 790575"/>
                <a:gd name="connsiteX2357" fmla="*/ 136303 w 438150"/>
                <a:gd name="connsiteY2357" fmla="*/ 626840 h 790575"/>
                <a:gd name="connsiteX2358" fmla="*/ 135731 w 438150"/>
                <a:gd name="connsiteY2358" fmla="*/ 622745 h 790575"/>
                <a:gd name="connsiteX2359" fmla="*/ 135731 w 438150"/>
                <a:gd name="connsiteY2359" fmla="*/ 621506 h 790575"/>
                <a:gd name="connsiteX2360" fmla="*/ 135827 w 438150"/>
                <a:gd name="connsiteY2360" fmla="*/ 621125 h 790575"/>
                <a:gd name="connsiteX2361" fmla="*/ 136112 w 438150"/>
                <a:gd name="connsiteY2361" fmla="*/ 620744 h 790575"/>
                <a:gd name="connsiteX2362" fmla="*/ 136398 w 438150"/>
                <a:gd name="connsiteY2362" fmla="*/ 620459 h 790575"/>
                <a:gd name="connsiteX2363" fmla="*/ 136493 w 438150"/>
                <a:gd name="connsiteY2363" fmla="*/ 620459 h 790575"/>
                <a:gd name="connsiteX2364" fmla="*/ 136398 w 438150"/>
                <a:gd name="connsiteY2364" fmla="*/ 619887 h 790575"/>
                <a:gd name="connsiteX2365" fmla="*/ 135922 w 438150"/>
                <a:gd name="connsiteY2365" fmla="*/ 619030 h 790575"/>
                <a:gd name="connsiteX2366" fmla="*/ 135827 w 438150"/>
                <a:gd name="connsiteY2366" fmla="*/ 618458 h 790575"/>
                <a:gd name="connsiteX2367" fmla="*/ 135827 w 438150"/>
                <a:gd name="connsiteY2367" fmla="*/ 615887 h 790575"/>
                <a:gd name="connsiteX2368" fmla="*/ 135636 w 438150"/>
                <a:gd name="connsiteY2368" fmla="*/ 615029 h 790575"/>
                <a:gd name="connsiteX2369" fmla="*/ 135255 w 438150"/>
                <a:gd name="connsiteY2369" fmla="*/ 614363 h 790575"/>
                <a:gd name="connsiteX2370" fmla="*/ 134779 w 438150"/>
                <a:gd name="connsiteY2370" fmla="*/ 613791 h 790575"/>
                <a:gd name="connsiteX2371" fmla="*/ 134398 w 438150"/>
                <a:gd name="connsiteY2371" fmla="*/ 613124 h 790575"/>
                <a:gd name="connsiteX2372" fmla="*/ 134112 w 438150"/>
                <a:gd name="connsiteY2372" fmla="*/ 612077 h 790575"/>
                <a:gd name="connsiteX2373" fmla="*/ 134112 w 438150"/>
                <a:gd name="connsiteY2373" fmla="*/ 608076 h 790575"/>
                <a:gd name="connsiteX2374" fmla="*/ 133731 w 438150"/>
                <a:gd name="connsiteY2374" fmla="*/ 608457 h 790575"/>
                <a:gd name="connsiteX2375" fmla="*/ 132779 w 438150"/>
                <a:gd name="connsiteY2375" fmla="*/ 606838 h 790575"/>
                <a:gd name="connsiteX2376" fmla="*/ 132398 w 438150"/>
                <a:gd name="connsiteY2376" fmla="*/ 605980 h 790575"/>
                <a:gd name="connsiteX2377" fmla="*/ 132493 w 438150"/>
                <a:gd name="connsiteY2377" fmla="*/ 605409 h 790575"/>
                <a:gd name="connsiteX2378" fmla="*/ 132493 w 438150"/>
                <a:gd name="connsiteY2378" fmla="*/ 604933 h 790575"/>
                <a:gd name="connsiteX2379" fmla="*/ 130493 w 438150"/>
                <a:gd name="connsiteY2379" fmla="*/ 604076 h 790575"/>
                <a:gd name="connsiteX2380" fmla="*/ 129826 w 438150"/>
                <a:gd name="connsiteY2380" fmla="*/ 603504 h 790575"/>
                <a:gd name="connsiteX2381" fmla="*/ 129540 w 438150"/>
                <a:gd name="connsiteY2381" fmla="*/ 603695 h 790575"/>
                <a:gd name="connsiteX2382" fmla="*/ 128969 w 438150"/>
                <a:gd name="connsiteY2382" fmla="*/ 603980 h 790575"/>
                <a:gd name="connsiteX2383" fmla="*/ 128683 w 438150"/>
                <a:gd name="connsiteY2383" fmla="*/ 604171 h 790575"/>
                <a:gd name="connsiteX2384" fmla="*/ 128207 w 438150"/>
                <a:gd name="connsiteY2384" fmla="*/ 603980 h 790575"/>
                <a:gd name="connsiteX2385" fmla="*/ 127159 w 438150"/>
                <a:gd name="connsiteY2385" fmla="*/ 603599 h 790575"/>
                <a:gd name="connsiteX2386" fmla="*/ 126492 w 438150"/>
                <a:gd name="connsiteY2386" fmla="*/ 603599 h 790575"/>
                <a:gd name="connsiteX2387" fmla="*/ 126206 w 438150"/>
                <a:gd name="connsiteY2387" fmla="*/ 604076 h 790575"/>
                <a:gd name="connsiteX2388" fmla="*/ 125825 w 438150"/>
                <a:gd name="connsiteY2388" fmla="*/ 603980 h 790575"/>
                <a:gd name="connsiteX2389" fmla="*/ 123825 w 438150"/>
                <a:gd name="connsiteY2389" fmla="*/ 603885 h 790575"/>
                <a:gd name="connsiteX2390" fmla="*/ 123825 w 438150"/>
                <a:gd name="connsiteY2390" fmla="*/ 603980 h 790575"/>
                <a:gd name="connsiteX2391" fmla="*/ 122968 w 438150"/>
                <a:gd name="connsiteY2391" fmla="*/ 604647 h 790575"/>
                <a:gd name="connsiteX2392" fmla="*/ 121349 w 438150"/>
                <a:gd name="connsiteY2392" fmla="*/ 605028 h 790575"/>
                <a:gd name="connsiteX2393" fmla="*/ 120968 w 438150"/>
                <a:gd name="connsiteY2393" fmla="*/ 605219 h 790575"/>
                <a:gd name="connsiteX2394" fmla="*/ 120396 w 438150"/>
                <a:gd name="connsiteY2394" fmla="*/ 605599 h 790575"/>
                <a:gd name="connsiteX2395" fmla="*/ 119729 w 438150"/>
                <a:gd name="connsiteY2395" fmla="*/ 605980 h 790575"/>
                <a:gd name="connsiteX2396" fmla="*/ 118872 w 438150"/>
                <a:gd name="connsiteY2396" fmla="*/ 606171 h 790575"/>
                <a:gd name="connsiteX2397" fmla="*/ 116491 w 438150"/>
                <a:gd name="connsiteY2397" fmla="*/ 605695 h 790575"/>
                <a:gd name="connsiteX2398" fmla="*/ 115824 w 438150"/>
                <a:gd name="connsiteY2398" fmla="*/ 605790 h 790575"/>
                <a:gd name="connsiteX2399" fmla="*/ 115062 w 438150"/>
                <a:gd name="connsiteY2399" fmla="*/ 606457 h 790575"/>
                <a:gd name="connsiteX2400" fmla="*/ 114681 w 438150"/>
                <a:gd name="connsiteY2400" fmla="*/ 607314 h 790575"/>
                <a:gd name="connsiteX2401" fmla="*/ 114395 w 438150"/>
                <a:gd name="connsiteY2401" fmla="*/ 608267 h 790575"/>
                <a:gd name="connsiteX2402" fmla="*/ 114014 w 438150"/>
                <a:gd name="connsiteY2402" fmla="*/ 609029 h 790575"/>
                <a:gd name="connsiteX2403" fmla="*/ 112586 w 438150"/>
                <a:gd name="connsiteY2403" fmla="*/ 610076 h 790575"/>
                <a:gd name="connsiteX2404" fmla="*/ 110966 w 438150"/>
                <a:gd name="connsiteY2404" fmla="*/ 610362 h 790575"/>
                <a:gd name="connsiteX2405" fmla="*/ 109252 w 438150"/>
                <a:gd name="connsiteY2405" fmla="*/ 610362 h 790575"/>
                <a:gd name="connsiteX2406" fmla="*/ 107537 w 438150"/>
                <a:gd name="connsiteY2406" fmla="*/ 610553 h 790575"/>
                <a:gd name="connsiteX2407" fmla="*/ 106109 w 438150"/>
                <a:gd name="connsiteY2407" fmla="*/ 609124 h 790575"/>
                <a:gd name="connsiteX2408" fmla="*/ 103537 w 438150"/>
                <a:gd name="connsiteY2408" fmla="*/ 608933 h 790575"/>
                <a:gd name="connsiteX2409" fmla="*/ 101060 w 438150"/>
                <a:gd name="connsiteY2409" fmla="*/ 608362 h 790575"/>
                <a:gd name="connsiteX2410" fmla="*/ 99917 w 438150"/>
                <a:gd name="connsiteY2410" fmla="*/ 605980 h 790575"/>
                <a:gd name="connsiteX2411" fmla="*/ 99727 w 438150"/>
                <a:gd name="connsiteY2411" fmla="*/ 603790 h 790575"/>
                <a:gd name="connsiteX2412" fmla="*/ 100013 w 438150"/>
                <a:gd name="connsiteY2412" fmla="*/ 602932 h 790575"/>
                <a:gd name="connsiteX2413" fmla="*/ 101060 w 438150"/>
                <a:gd name="connsiteY2413" fmla="*/ 601885 h 790575"/>
                <a:gd name="connsiteX2414" fmla="*/ 101537 w 438150"/>
                <a:gd name="connsiteY2414" fmla="*/ 601504 h 790575"/>
                <a:gd name="connsiteX2415" fmla="*/ 102870 w 438150"/>
                <a:gd name="connsiteY2415" fmla="*/ 600742 h 790575"/>
                <a:gd name="connsiteX2416" fmla="*/ 102965 w 438150"/>
                <a:gd name="connsiteY2416" fmla="*/ 600456 h 790575"/>
                <a:gd name="connsiteX2417" fmla="*/ 102870 w 438150"/>
                <a:gd name="connsiteY2417" fmla="*/ 600170 h 790575"/>
                <a:gd name="connsiteX2418" fmla="*/ 102870 w 438150"/>
                <a:gd name="connsiteY2418" fmla="*/ 599980 h 790575"/>
                <a:gd name="connsiteX2419" fmla="*/ 103346 w 438150"/>
                <a:gd name="connsiteY2419" fmla="*/ 599885 h 790575"/>
                <a:gd name="connsiteX2420" fmla="*/ 103727 w 438150"/>
                <a:gd name="connsiteY2420" fmla="*/ 599885 h 790575"/>
                <a:gd name="connsiteX2421" fmla="*/ 104013 w 438150"/>
                <a:gd name="connsiteY2421" fmla="*/ 599980 h 790575"/>
                <a:gd name="connsiteX2422" fmla="*/ 104299 w 438150"/>
                <a:gd name="connsiteY2422" fmla="*/ 599980 h 790575"/>
                <a:gd name="connsiteX2423" fmla="*/ 104680 w 438150"/>
                <a:gd name="connsiteY2423" fmla="*/ 599885 h 790575"/>
                <a:gd name="connsiteX2424" fmla="*/ 101632 w 438150"/>
                <a:gd name="connsiteY2424" fmla="*/ 595979 h 790575"/>
                <a:gd name="connsiteX2425" fmla="*/ 99441 w 438150"/>
                <a:gd name="connsiteY2425" fmla="*/ 591884 h 790575"/>
                <a:gd name="connsiteX2426" fmla="*/ 99251 w 438150"/>
                <a:gd name="connsiteY2426" fmla="*/ 591026 h 790575"/>
                <a:gd name="connsiteX2427" fmla="*/ 99155 w 438150"/>
                <a:gd name="connsiteY2427" fmla="*/ 589788 h 790575"/>
                <a:gd name="connsiteX2428" fmla="*/ 98870 w 438150"/>
                <a:gd name="connsiteY2428" fmla="*/ 588931 h 790575"/>
                <a:gd name="connsiteX2429" fmla="*/ 97250 w 438150"/>
                <a:gd name="connsiteY2429" fmla="*/ 586549 h 790575"/>
                <a:gd name="connsiteX2430" fmla="*/ 96774 w 438150"/>
                <a:gd name="connsiteY2430" fmla="*/ 585406 h 790575"/>
                <a:gd name="connsiteX2431" fmla="*/ 96488 w 438150"/>
                <a:gd name="connsiteY2431" fmla="*/ 584168 h 790575"/>
                <a:gd name="connsiteX2432" fmla="*/ 96203 w 438150"/>
                <a:gd name="connsiteY2432" fmla="*/ 582073 h 790575"/>
                <a:gd name="connsiteX2433" fmla="*/ 95441 w 438150"/>
                <a:gd name="connsiteY2433" fmla="*/ 579977 h 790575"/>
                <a:gd name="connsiteX2434" fmla="*/ 95250 w 438150"/>
                <a:gd name="connsiteY2434" fmla="*/ 578834 h 790575"/>
                <a:gd name="connsiteX2435" fmla="*/ 95250 w 438150"/>
                <a:gd name="connsiteY2435" fmla="*/ 578644 h 790575"/>
                <a:gd name="connsiteX2436" fmla="*/ 95345 w 438150"/>
                <a:gd name="connsiteY2436" fmla="*/ 577691 h 790575"/>
                <a:gd name="connsiteX2437" fmla="*/ 95441 w 438150"/>
                <a:gd name="connsiteY2437" fmla="*/ 577215 h 790575"/>
                <a:gd name="connsiteX2438" fmla="*/ 95631 w 438150"/>
                <a:gd name="connsiteY2438" fmla="*/ 576739 h 790575"/>
                <a:gd name="connsiteX2439" fmla="*/ 95821 w 438150"/>
                <a:gd name="connsiteY2439" fmla="*/ 576453 h 790575"/>
                <a:gd name="connsiteX2440" fmla="*/ 96488 w 438150"/>
                <a:gd name="connsiteY2440" fmla="*/ 575977 h 790575"/>
                <a:gd name="connsiteX2441" fmla="*/ 96679 w 438150"/>
                <a:gd name="connsiteY2441" fmla="*/ 575691 h 790575"/>
                <a:gd name="connsiteX2442" fmla="*/ 96679 w 438150"/>
                <a:gd name="connsiteY2442" fmla="*/ 575310 h 790575"/>
                <a:gd name="connsiteX2443" fmla="*/ 96584 w 438150"/>
                <a:gd name="connsiteY2443" fmla="*/ 575120 h 790575"/>
                <a:gd name="connsiteX2444" fmla="*/ 96393 w 438150"/>
                <a:gd name="connsiteY2444" fmla="*/ 574929 h 790575"/>
                <a:gd name="connsiteX2445" fmla="*/ 96298 w 438150"/>
                <a:gd name="connsiteY2445" fmla="*/ 574738 h 790575"/>
                <a:gd name="connsiteX2446" fmla="*/ 96298 w 438150"/>
                <a:gd name="connsiteY2446" fmla="*/ 570547 h 790575"/>
                <a:gd name="connsiteX2447" fmla="*/ 95917 w 438150"/>
                <a:gd name="connsiteY2447" fmla="*/ 568166 h 790575"/>
                <a:gd name="connsiteX2448" fmla="*/ 96108 w 438150"/>
                <a:gd name="connsiteY2448" fmla="*/ 567499 h 790575"/>
                <a:gd name="connsiteX2449" fmla="*/ 96869 w 438150"/>
                <a:gd name="connsiteY2449" fmla="*/ 566928 h 790575"/>
                <a:gd name="connsiteX2450" fmla="*/ 97060 w 438150"/>
                <a:gd name="connsiteY2450" fmla="*/ 566261 h 790575"/>
                <a:gd name="connsiteX2451" fmla="*/ 96774 w 438150"/>
                <a:gd name="connsiteY2451" fmla="*/ 565309 h 790575"/>
                <a:gd name="connsiteX2452" fmla="*/ 96203 w 438150"/>
                <a:gd name="connsiteY2452" fmla="*/ 564547 h 790575"/>
                <a:gd name="connsiteX2453" fmla="*/ 95726 w 438150"/>
                <a:gd name="connsiteY2453" fmla="*/ 563594 h 790575"/>
                <a:gd name="connsiteX2454" fmla="*/ 95631 w 438150"/>
                <a:gd name="connsiteY2454" fmla="*/ 562165 h 790575"/>
                <a:gd name="connsiteX2455" fmla="*/ 96108 w 438150"/>
                <a:gd name="connsiteY2455" fmla="*/ 560832 h 790575"/>
                <a:gd name="connsiteX2456" fmla="*/ 97536 w 438150"/>
                <a:gd name="connsiteY2456" fmla="*/ 558451 h 790575"/>
                <a:gd name="connsiteX2457" fmla="*/ 97822 w 438150"/>
                <a:gd name="connsiteY2457" fmla="*/ 557213 h 790575"/>
                <a:gd name="connsiteX2458" fmla="*/ 98298 w 438150"/>
                <a:gd name="connsiteY2458" fmla="*/ 556451 h 790575"/>
                <a:gd name="connsiteX2459" fmla="*/ 100394 w 438150"/>
                <a:gd name="connsiteY2459" fmla="*/ 556260 h 790575"/>
                <a:gd name="connsiteX2460" fmla="*/ 101060 w 438150"/>
                <a:gd name="connsiteY2460" fmla="*/ 555212 h 790575"/>
                <a:gd name="connsiteX2461" fmla="*/ 100108 w 438150"/>
                <a:gd name="connsiteY2461" fmla="*/ 555498 h 790575"/>
                <a:gd name="connsiteX2462" fmla="*/ 99536 w 438150"/>
                <a:gd name="connsiteY2462" fmla="*/ 555307 h 790575"/>
                <a:gd name="connsiteX2463" fmla="*/ 98584 w 438150"/>
                <a:gd name="connsiteY2463" fmla="*/ 554164 h 790575"/>
                <a:gd name="connsiteX2464" fmla="*/ 96584 w 438150"/>
                <a:gd name="connsiteY2464" fmla="*/ 552355 h 790575"/>
                <a:gd name="connsiteX2465" fmla="*/ 96012 w 438150"/>
                <a:gd name="connsiteY2465" fmla="*/ 551593 h 790575"/>
                <a:gd name="connsiteX2466" fmla="*/ 95631 w 438150"/>
                <a:gd name="connsiteY2466" fmla="*/ 549307 h 790575"/>
                <a:gd name="connsiteX2467" fmla="*/ 95631 w 438150"/>
                <a:gd name="connsiteY2467" fmla="*/ 548735 h 790575"/>
                <a:gd name="connsiteX2468" fmla="*/ 96108 w 438150"/>
                <a:gd name="connsiteY2468" fmla="*/ 548164 h 790575"/>
                <a:gd name="connsiteX2469" fmla="*/ 96679 w 438150"/>
                <a:gd name="connsiteY2469" fmla="*/ 548069 h 790575"/>
                <a:gd name="connsiteX2470" fmla="*/ 97346 w 438150"/>
                <a:gd name="connsiteY2470" fmla="*/ 547973 h 790575"/>
                <a:gd name="connsiteX2471" fmla="*/ 98108 w 438150"/>
                <a:gd name="connsiteY2471" fmla="*/ 547592 h 790575"/>
                <a:gd name="connsiteX2472" fmla="*/ 98774 w 438150"/>
                <a:gd name="connsiteY2472" fmla="*/ 547973 h 790575"/>
                <a:gd name="connsiteX2473" fmla="*/ 99346 w 438150"/>
                <a:gd name="connsiteY2473" fmla="*/ 548354 h 790575"/>
                <a:gd name="connsiteX2474" fmla="*/ 99727 w 438150"/>
                <a:gd name="connsiteY2474" fmla="*/ 548830 h 790575"/>
                <a:gd name="connsiteX2475" fmla="*/ 99917 w 438150"/>
                <a:gd name="connsiteY2475" fmla="*/ 549497 h 790575"/>
                <a:gd name="connsiteX2476" fmla="*/ 101060 w 438150"/>
                <a:gd name="connsiteY2476" fmla="*/ 548830 h 790575"/>
                <a:gd name="connsiteX2477" fmla="*/ 101441 w 438150"/>
                <a:gd name="connsiteY2477" fmla="*/ 548735 h 790575"/>
                <a:gd name="connsiteX2478" fmla="*/ 102203 w 438150"/>
                <a:gd name="connsiteY2478" fmla="*/ 548735 h 790575"/>
                <a:gd name="connsiteX2479" fmla="*/ 102584 w 438150"/>
                <a:gd name="connsiteY2479" fmla="*/ 548354 h 790575"/>
                <a:gd name="connsiteX2480" fmla="*/ 102775 w 438150"/>
                <a:gd name="connsiteY2480" fmla="*/ 547497 h 790575"/>
                <a:gd name="connsiteX2481" fmla="*/ 102870 w 438150"/>
                <a:gd name="connsiteY2481" fmla="*/ 546545 h 790575"/>
                <a:gd name="connsiteX2482" fmla="*/ 102775 w 438150"/>
                <a:gd name="connsiteY2482" fmla="*/ 545878 h 790575"/>
                <a:gd name="connsiteX2483" fmla="*/ 102203 w 438150"/>
                <a:gd name="connsiteY2483" fmla="*/ 545306 h 790575"/>
                <a:gd name="connsiteX2484" fmla="*/ 100584 w 438150"/>
                <a:gd name="connsiteY2484" fmla="*/ 544259 h 790575"/>
                <a:gd name="connsiteX2485" fmla="*/ 100203 w 438150"/>
                <a:gd name="connsiteY2485" fmla="*/ 543592 h 790575"/>
                <a:gd name="connsiteX2486" fmla="*/ 100394 w 438150"/>
                <a:gd name="connsiteY2486" fmla="*/ 542735 h 790575"/>
                <a:gd name="connsiteX2487" fmla="*/ 100775 w 438150"/>
                <a:gd name="connsiteY2487" fmla="*/ 542068 h 790575"/>
                <a:gd name="connsiteX2488" fmla="*/ 101251 w 438150"/>
                <a:gd name="connsiteY2488" fmla="*/ 541496 h 790575"/>
                <a:gd name="connsiteX2489" fmla="*/ 101632 w 438150"/>
                <a:gd name="connsiteY2489" fmla="*/ 540830 h 790575"/>
                <a:gd name="connsiteX2490" fmla="*/ 101060 w 438150"/>
                <a:gd name="connsiteY2490" fmla="*/ 540830 h 790575"/>
                <a:gd name="connsiteX2491" fmla="*/ 100584 w 438150"/>
                <a:gd name="connsiteY2491" fmla="*/ 540734 h 790575"/>
                <a:gd name="connsiteX2492" fmla="*/ 100203 w 438150"/>
                <a:gd name="connsiteY2492" fmla="*/ 540544 h 790575"/>
                <a:gd name="connsiteX2493" fmla="*/ 100108 w 438150"/>
                <a:gd name="connsiteY2493" fmla="*/ 540163 h 790575"/>
                <a:gd name="connsiteX2494" fmla="*/ 100298 w 438150"/>
                <a:gd name="connsiteY2494" fmla="*/ 539496 h 790575"/>
                <a:gd name="connsiteX2495" fmla="*/ 100870 w 438150"/>
                <a:gd name="connsiteY2495" fmla="*/ 539210 h 790575"/>
                <a:gd name="connsiteX2496" fmla="*/ 101537 w 438150"/>
                <a:gd name="connsiteY2496" fmla="*/ 539115 h 790575"/>
                <a:gd name="connsiteX2497" fmla="*/ 102108 w 438150"/>
                <a:gd name="connsiteY2497" fmla="*/ 538924 h 790575"/>
                <a:gd name="connsiteX2498" fmla="*/ 102679 w 438150"/>
                <a:gd name="connsiteY2498" fmla="*/ 538067 h 790575"/>
                <a:gd name="connsiteX2499" fmla="*/ 103061 w 438150"/>
                <a:gd name="connsiteY2499" fmla="*/ 535496 h 790575"/>
                <a:gd name="connsiteX2500" fmla="*/ 103346 w 438150"/>
                <a:gd name="connsiteY2500" fmla="*/ 534448 h 790575"/>
                <a:gd name="connsiteX2501" fmla="*/ 103918 w 438150"/>
                <a:gd name="connsiteY2501" fmla="*/ 533590 h 790575"/>
                <a:gd name="connsiteX2502" fmla="*/ 104680 w 438150"/>
                <a:gd name="connsiteY2502" fmla="*/ 532733 h 790575"/>
                <a:gd name="connsiteX2503" fmla="*/ 105537 w 438150"/>
                <a:gd name="connsiteY2503" fmla="*/ 532067 h 790575"/>
                <a:gd name="connsiteX2504" fmla="*/ 106490 w 438150"/>
                <a:gd name="connsiteY2504" fmla="*/ 531781 h 790575"/>
                <a:gd name="connsiteX2505" fmla="*/ 107156 w 438150"/>
                <a:gd name="connsiteY2505" fmla="*/ 531686 h 790575"/>
                <a:gd name="connsiteX2506" fmla="*/ 107252 w 438150"/>
                <a:gd name="connsiteY2506" fmla="*/ 531495 h 790575"/>
                <a:gd name="connsiteX2507" fmla="*/ 107061 w 438150"/>
                <a:gd name="connsiteY2507" fmla="*/ 531114 h 790575"/>
                <a:gd name="connsiteX2508" fmla="*/ 106966 w 438150"/>
                <a:gd name="connsiteY2508" fmla="*/ 530543 h 790575"/>
                <a:gd name="connsiteX2509" fmla="*/ 107156 w 438150"/>
                <a:gd name="connsiteY2509" fmla="*/ 530066 h 790575"/>
                <a:gd name="connsiteX2510" fmla="*/ 110300 w 438150"/>
                <a:gd name="connsiteY2510" fmla="*/ 525304 h 790575"/>
                <a:gd name="connsiteX2511" fmla="*/ 110585 w 438150"/>
                <a:gd name="connsiteY2511" fmla="*/ 524351 h 790575"/>
                <a:gd name="connsiteX2512" fmla="*/ 110585 w 438150"/>
                <a:gd name="connsiteY2512" fmla="*/ 522161 h 790575"/>
                <a:gd name="connsiteX2513" fmla="*/ 110776 w 438150"/>
                <a:gd name="connsiteY2513" fmla="*/ 521684 h 790575"/>
                <a:gd name="connsiteX2514" fmla="*/ 111252 w 438150"/>
                <a:gd name="connsiteY2514" fmla="*/ 521398 h 790575"/>
                <a:gd name="connsiteX2515" fmla="*/ 111728 w 438150"/>
                <a:gd name="connsiteY2515" fmla="*/ 521303 h 790575"/>
                <a:gd name="connsiteX2516" fmla="*/ 112490 w 438150"/>
                <a:gd name="connsiteY2516" fmla="*/ 521208 h 790575"/>
                <a:gd name="connsiteX2517" fmla="*/ 113443 w 438150"/>
                <a:gd name="connsiteY2517" fmla="*/ 521208 h 790575"/>
                <a:gd name="connsiteX2518" fmla="*/ 113538 w 438150"/>
                <a:gd name="connsiteY2518" fmla="*/ 521398 h 790575"/>
                <a:gd name="connsiteX2519" fmla="*/ 113919 w 438150"/>
                <a:gd name="connsiteY2519" fmla="*/ 521780 h 790575"/>
                <a:gd name="connsiteX2520" fmla="*/ 114395 w 438150"/>
                <a:gd name="connsiteY2520" fmla="*/ 521780 h 790575"/>
                <a:gd name="connsiteX2521" fmla="*/ 114586 w 438150"/>
                <a:gd name="connsiteY2521" fmla="*/ 521018 h 790575"/>
                <a:gd name="connsiteX2522" fmla="*/ 114395 w 438150"/>
                <a:gd name="connsiteY2522" fmla="*/ 519874 h 790575"/>
                <a:gd name="connsiteX2523" fmla="*/ 113538 w 438150"/>
                <a:gd name="connsiteY2523" fmla="*/ 517684 h 790575"/>
                <a:gd name="connsiteX2524" fmla="*/ 113443 w 438150"/>
                <a:gd name="connsiteY2524" fmla="*/ 516446 h 790575"/>
                <a:gd name="connsiteX2525" fmla="*/ 113729 w 438150"/>
                <a:gd name="connsiteY2525" fmla="*/ 515493 h 790575"/>
                <a:gd name="connsiteX2526" fmla="*/ 114014 w 438150"/>
                <a:gd name="connsiteY2526" fmla="*/ 514826 h 790575"/>
                <a:gd name="connsiteX2527" fmla="*/ 114491 w 438150"/>
                <a:gd name="connsiteY2527" fmla="*/ 513683 h 790575"/>
                <a:gd name="connsiteX2528" fmla="*/ 114681 w 438150"/>
                <a:gd name="connsiteY2528" fmla="*/ 512636 h 790575"/>
                <a:gd name="connsiteX2529" fmla="*/ 114491 w 438150"/>
                <a:gd name="connsiteY2529" fmla="*/ 511683 h 790575"/>
                <a:gd name="connsiteX2530" fmla="*/ 113729 w 438150"/>
                <a:gd name="connsiteY2530" fmla="*/ 509778 h 790575"/>
                <a:gd name="connsiteX2531" fmla="*/ 113538 w 438150"/>
                <a:gd name="connsiteY2531" fmla="*/ 508635 h 790575"/>
                <a:gd name="connsiteX2532" fmla="*/ 113633 w 438150"/>
                <a:gd name="connsiteY2532" fmla="*/ 507682 h 790575"/>
                <a:gd name="connsiteX2533" fmla="*/ 113919 w 438150"/>
                <a:gd name="connsiteY2533" fmla="*/ 506825 h 790575"/>
                <a:gd name="connsiteX2534" fmla="*/ 114300 w 438150"/>
                <a:gd name="connsiteY2534" fmla="*/ 506063 h 790575"/>
                <a:gd name="connsiteX2535" fmla="*/ 114681 w 438150"/>
                <a:gd name="connsiteY2535" fmla="*/ 505492 h 790575"/>
                <a:gd name="connsiteX2536" fmla="*/ 115348 w 438150"/>
                <a:gd name="connsiteY2536" fmla="*/ 504730 h 790575"/>
                <a:gd name="connsiteX2537" fmla="*/ 116300 w 438150"/>
                <a:gd name="connsiteY2537" fmla="*/ 504158 h 790575"/>
                <a:gd name="connsiteX2538" fmla="*/ 117158 w 438150"/>
                <a:gd name="connsiteY2538" fmla="*/ 504158 h 790575"/>
                <a:gd name="connsiteX2539" fmla="*/ 117539 w 438150"/>
                <a:gd name="connsiteY2539" fmla="*/ 505206 h 790575"/>
                <a:gd name="connsiteX2540" fmla="*/ 118396 w 438150"/>
                <a:gd name="connsiteY2540" fmla="*/ 504349 h 790575"/>
                <a:gd name="connsiteX2541" fmla="*/ 118396 w 438150"/>
                <a:gd name="connsiteY2541" fmla="*/ 503396 h 790575"/>
                <a:gd name="connsiteX2542" fmla="*/ 117539 w 438150"/>
                <a:gd name="connsiteY2542" fmla="*/ 501205 h 790575"/>
                <a:gd name="connsiteX2543" fmla="*/ 117348 w 438150"/>
                <a:gd name="connsiteY2543" fmla="*/ 500063 h 790575"/>
                <a:gd name="connsiteX2544" fmla="*/ 117539 w 438150"/>
                <a:gd name="connsiteY2544" fmla="*/ 497014 h 790575"/>
                <a:gd name="connsiteX2545" fmla="*/ 117729 w 438150"/>
                <a:gd name="connsiteY2545" fmla="*/ 496443 h 790575"/>
                <a:gd name="connsiteX2546" fmla="*/ 118777 w 438150"/>
                <a:gd name="connsiteY2546" fmla="*/ 495395 h 790575"/>
                <a:gd name="connsiteX2547" fmla="*/ 118967 w 438150"/>
                <a:gd name="connsiteY2547" fmla="*/ 494824 h 790575"/>
                <a:gd name="connsiteX2548" fmla="*/ 119063 w 438150"/>
                <a:gd name="connsiteY2548" fmla="*/ 494347 h 790575"/>
                <a:gd name="connsiteX2549" fmla="*/ 120396 w 438150"/>
                <a:gd name="connsiteY2549" fmla="*/ 491299 h 790575"/>
                <a:gd name="connsiteX2550" fmla="*/ 120777 w 438150"/>
                <a:gd name="connsiteY2550" fmla="*/ 490252 h 790575"/>
                <a:gd name="connsiteX2551" fmla="*/ 120968 w 438150"/>
                <a:gd name="connsiteY2551" fmla="*/ 489109 h 790575"/>
                <a:gd name="connsiteX2552" fmla="*/ 121063 w 438150"/>
                <a:gd name="connsiteY2552" fmla="*/ 487871 h 790575"/>
                <a:gd name="connsiteX2553" fmla="*/ 121253 w 438150"/>
                <a:gd name="connsiteY2553" fmla="*/ 486918 h 790575"/>
                <a:gd name="connsiteX2554" fmla="*/ 122301 w 438150"/>
                <a:gd name="connsiteY2554" fmla="*/ 485394 h 790575"/>
                <a:gd name="connsiteX2555" fmla="*/ 122492 w 438150"/>
                <a:gd name="connsiteY2555" fmla="*/ 484537 h 790575"/>
                <a:gd name="connsiteX2556" fmla="*/ 122777 w 438150"/>
                <a:gd name="connsiteY2556" fmla="*/ 483965 h 790575"/>
                <a:gd name="connsiteX2557" fmla="*/ 127064 w 438150"/>
                <a:gd name="connsiteY2557" fmla="*/ 476917 h 790575"/>
                <a:gd name="connsiteX2558" fmla="*/ 128588 w 438150"/>
                <a:gd name="connsiteY2558" fmla="*/ 475488 h 790575"/>
                <a:gd name="connsiteX2559" fmla="*/ 130493 w 438150"/>
                <a:gd name="connsiteY2559" fmla="*/ 475297 h 790575"/>
                <a:gd name="connsiteX2560" fmla="*/ 130207 w 438150"/>
                <a:gd name="connsiteY2560" fmla="*/ 474726 h 790575"/>
                <a:gd name="connsiteX2561" fmla="*/ 130207 w 438150"/>
                <a:gd name="connsiteY2561" fmla="*/ 474250 h 790575"/>
                <a:gd name="connsiteX2562" fmla="*/ 130397 w 438150"/>
                <a:gd name="connsiteY2562" fmla="*/ 473869 h 790575"/>
                <a:gd name="connsiteX2563" fmla="*/ 130493 w 438150"/>
                <a:gd name="connsiteY2563" fmla="*/ 473583 h 790575"/>
                <a:gd name="connsiteX2564" fmla="*/ 130112 w 438150"/>
                <a:gd name="connsiteY2564" fmla="*/ 471583 h 790575"/>
                <a:gd name="connsiteX2565" fmla="*/ 130112 w 438150"/>
                <a:gd name="connsiteY2565" fmla="*/ 471011 h 790575"/>
                <a:gd name="connsiteX2566" fmla="*/ 130207 w 438150"/>
                <a:gd name="connsiteY2566" fmla="*/ 470630 h 790575"/>
                <a:gd name="connsiteX2567" fmla="*/ 130588 w 438150"/>
                <a:gd name="connsiteY2567" fmla="*/ 470440 h 790575"/>
                <a:gd name="connsiteX2568" fmla="*/ 131350 w 438150"/>
                <a:gd name="connsiteY2568" fmla="*/ 470345 h 790575"/>
                <a:gd name="connsiteX2569" fmla="*/ 131540 w 438150"/>
                <a:gd name="connsiteY2569" fmla="*/ 470059 h 790575"/>
                <a:gd name="connsiteX2570" fmla="*/ 130778 w 438150"/>
                <a:gd name="connsiteY2570" fmla="*/ 468154 h 790575"/>
                <a:gd name="connsiteX2571" fmla="*/ 131159 w 438150"/>
                <a:gd name="connsiteY2571" fmla="*/ 465677 h 790575"/>
                <a:gd name="connsiteX2572" fmla="*/ 132398 w 438150"/>
                <a:gd name="connsiteY2572" fmla="*/ 463296 h 790575"/>
                <a:gd name="connsiteX2573" fmla="*/ 137636 w 438150"/>
                <a:gd name="connsiteY2573" fmla="*/ 457771 h 790575"/>
                <a:gd name="connsiteX2574" fmla="*/ 138779 w 438150"/>
                <a:gd name="connsiteY2574" fmla="*/ 455867 h 790575"/>
                <a:gd name="connsiteX2575" fmla="*/ 138970 w 438150"/>
                <a:gd name="connsiteY2575" fmla="*/ 455390 h 790575"/>
                <a:gd name="connsiteX2576" fmla="*/ 139256 w 438150"/>
                <a:gd name="connsiteY2576" fmla="*/ 453485 h 790575"/>
                <a:gd name="connsiteX2577" fmla="*/ 139637 w 438150"/>
                <a:gd name="connsiteY2577" fmla="*/ 453009 h 790575"/>
                <a:gd name="connsiteX2578" fmla="*/ 140494 w 438150"/>
                <a:gd name="connsiteY2578" fmla="*/ 452342 h 790575"/>
                <a:gd name="connsiteX2579" fmla="*/ 140779 w 438150"/>
                <a:gd name="connsiteY2579" fmla="*/ 452056 h 790575"/>
                <a:gd name="connsiteX2580" fmla="*/ 140970 w 438150"/>
                <a:gd name="connsiteY2580" fmla="*/ 451390 h 790575"/>
                <a:gd name="connsiteX2581" fmla="*/ 140970 w 438150"/>
                <a:gd name="connsiteY2581" fmla="*/ 450913 h 790575"/>
                <a:gd name="connsiteX2582" fmla="*/ 140875 w 438150"/>
                <a:gd name="connsiteY2582" fmla="*/ 450532 h 790575"/>
                <a:gd name="connsiteX2583" fmla="*/ 140684 w 438150"/>
                <a:gd name="connsiteY2583" fmla="*/ 449389 h 790575"/>
                <a:gd name="connsiteX2584" fmla="*/ 140399 w 438150"/>
                <a:gd name="connsiteY2584" fmla="*/ 448818 h 790575"/>
                <a:gd name="connsiteX2585" fmla="*/ 140018 w 438150"/>
                <a:gd name="connsiteY2585" fmla="*/ 448342 h 790575"/>
                <a:gd name="connsiteX2586" fmla="*/ 139446 w 438150"/>
                <a:gd name="connsiteY2586" fmla="*/ 447865 h 790575"/>
                <a:gd name="connsiteX2587" fmla="*/ 138970 w 438150"/>
                <a:gd name="connsiteY2587" fmla="*/ 447294 h 790575"/>
                <a:gd name="connsiteX2588" fmla="*/ 138875 w 438150"/>
                <a:gd name="connsiteY2588" fmla="*/ 446818 h 790575"/>
                <a:gd name="connsiteX2589" fmla="*/ 140018 w 438150"/>
                <a:gd name="connsiteY2589" fmla="*/ 442817 h 790575"/>
                <a:gd name="connsiteX2590" fmla="*/ 140494 w 438150"/>
                <a:gd name="connsiteY2590" fmla="*/ 442055 h 790575"/>
                <a:gd name="connsiteX2591" fmla="*/ 140399 w 438150"/>
                <a:gd name="connsiteY2591" fmla="*/ 441293 h 790575"/>
                <a:gd name="connsiteX2592" fmla="*/ 138779 w 438150"/>
                <a:gd name="connsiteY2592" fmla="*/ 437483 h 790575"/>
                <a:gd name="connsiteX2593" fmla="*/ 138589 w 438150"/>
                <a:gd name="connsiteY2593" fmla="*/ 436245 h 790575"/>
                <a:gd name="connsiteX2594" fmla="*/ 138779 w 438150"/>
                <a:gd name="connsiteY2594" fmla="*/ 432816 h 790575"/>
                <a:gd name="connsiteX2595" fmla="*/ 138684 w 438150"/>
                <a:gd name="connsiteY2595" fmla="*/ 431768 h 790575"/>
                <a:gd name="connsiteX2596" fmla="*/ 137827 w 438150"/>
                <a:gd name="connsiteY2596" fmla="*/ 428339 h 790575"/>
                <a:gd name="connsiteX2597" fmla="*/ 137827 w 438150"/>
                <a:gd name="connsiteY2597" fmla="*/ 427768 h 790575"/>
                <a:gd name="connsiteX2598" fmla="*/ 137827 w 438150"/>
                <a:gd name="connsiteY2598" fmla="*/ 426053 h 790575"/>
                <a:gd name="connsiteX2599" fmla="*/ 138113 w 438150"/>
                <a:gd name="connsiteY2599" fmla="*/ 423767 h 790575"/>
                <a:gd name="connsiteX2600" fmla="*/ 138589 w 438150"/>
                <a:gd name="connsiteY2600" fmla="*/ 421577 h 790575"/>
                <a:gd name="connsiteX2601" fmla="*/ 139256 w 438150"/>
                <a:gd name="connsiteY2601" fmla="*/ 419481 h 790575"/>
                <a:gd name="connsiteX2602" fmla="*/ 141161 w 438150"/>
                <a:gd name="connsiteY2602" fmla="*/ 416433 h 790575"/>
                <a:gd name="connsiteX2603" fmla="*/ 141446 w 438150"/>
                <a:gd name="connsiteY2603" fmla="*/ 415671 h 790575"/>
                <a:gd name="connsiteX2604" fmla="*/ 142208 w 438150"/>
                <a:gd name="connsiteY2604" fmla="*/ 411766 h 790575"/>
                <a:gd name="connsiteX2605" fmla="*/ 142685 w 438150"/>
                <a:gd name="connsiteY2605" fmla="*/ 410051 h 790575"/>
                <a:gd name="connsiteX2606" fmla="*/ 143066 w 438150"/>
                <a:gd name="connsiteY2606" fmla="*/ 409289 h 790575"/>
                <a:gd name="connsiteX2607" fmla="*/ 144780 w 438150"/>
                <a:gd name="connsiteY2607" fmla="*/ 406908 h 790575"/>
                <a:gd name="connsiteX2608" fmla="*/ 145256 w 438150"/>
                <a:gd name="connsiteY2608" fmla="*/ 406051 h 790575"/>
                <a:gd name="connsiteX2609" fmla="*/ 145352 w 438150"/>
                <a:gd name="connsiteY2609" fmla="*/ 405098 h 790575"/>
                <a:gd name="connsiteX2610" fmla="*/ 144494 w 438150"/>
                <a:gd name="connsiteY2610" fmla="*/ 403003 h 790575"/>
                <a:gd name="connsiteX2611" fmla="*/ 144018 w 438150"/>
                <a:gd name="connsiteY2611" fmla="*/ 401003 h 790575"/>
                <a:gd name="connsiteX2612" fmla="*/ 144018 w 438150"/>
                <a:gd name="connsiteY2612" fmla="*/ 400526 h 790575"/>
                <a:gd name="connsiteX2613" fmla="*/ 143828 w 438150"/>
                <a:gd name="connsiteY2613" fmla="*/ 399955 h 790575"/>
                <a:gd name="connsiteX2614" fmla="*/ 143446 w 438150"/>
                <a:gd name="connsiteY2614" fmla="*/ 399574 h 790575"/>
                <a:gd name="connsiteX2615" fmla="*/ 143066 w 438150"/>
                <a:gd name="connsiteY2615" fmla="*/ 399288 h 790575"/>
                <a:gd name="connsiteX2616" fmla="*/ 142875 w 438150"/>
                <a:gd name="connsiteY2616" fmla="*/ 399002 h 790575"/>
                <a:gd name="connsiteX2617" fmla="*/ 139827 w 438150"/>
                <a:gd name="connsiteY2617" fmla="*/ 396430 h 790575"/>
                <a:gd name="connsiteX2618" fmla="*/ 138208 w 438150"/>
                <a:gd name="connsiteY2618" fmla="*/ 394240 h 790575"/>
                <a:gd name="connsiteX2619" fmla="*/ 137827 w 438150"/>
                <a:gd name="connsiteY2619" fmla="*/ 392525 h 790575"/>
                <a:gd name="connsiteX2620" fmla="*/ 137827 w 438150"/>
                <a:gd name="connsiteY2620" fmla="*/ 392525 h 790575"/>
                <a:gd name="connsiteX2621" fmla="*/ 137922 w 438150"/>
                <a:gd name="connsiteY2621" fmla="*/ 391573 h 790575"/>
                <a:gd name="connsiteX2622" fmla="*/ 138684 w 438150"/>
                <a:gd name="connsiteY2622" fmla="*/ 391192 h 790575"/>
                <a:gd name="connsiteX2623" fmla="*/ 139541 w 438150"/>
                <a:gd name="connsiteY2623" fmla="*/ 391001 h 790575"/>
                <a:gd name="connsiteX2624" fmla="*/ 140208 w 438150"/>
                <a:gd name="connsiteY2624" fmla="*/ 390430 h 790575"/>
                <a:gd name="connsiteX2625" fmla="*/ 140589 w 438150"/>
                <a:gd name="connsiteY2625" fmla="*/ 389572 h 790575"/>
                <a:gd name="connsiteX2626" fmla="*/ 140684 w 438150"/>
                <a:gd name="connsiteY2626" fmla="*/ 388620 h 790575"/>
                <a:gd name="connsiteX2627" fmla="*/ 139922 w 438150"/>
                <a:gd name="connsiteY2627" fmla="*/ 388334 h 790575"/>
                <a:gd name="connsiteX2628" fmla="*/ 140970 w 438150"/>
                <a:gd name="connsiteY2628" fmla="*/ 388620 h 790575"/>
                <a:gd name="connsiteX2629" fmla="*/ 141446 w 438150"/>
                <a:gd name="connsiteY2629" fmla="*/ 387763 h 790575"/>
                <a:gd name="connsiteX2630" fmla="*/ 141827 w 438150"/>
                <a:gd name="connsiteY2630" fmla="*/ 386620 h 790575"/>
                <a:gd name="connsiteX2631" fmla="*/ 142589 w 438150"/>
                <a:gd name="connsiteY2631" fmla="*/ 386048 h 790575"/>
                <a:gd name="connsiteX2632" fmla="*/ 143446 w 438150"/>
                <a:gd name="connsiteY2632" fmla="*/ 385858 h 790575"/>
                <a:gd name="connsiteX2633" fmla="*/ 144494 w 438150"/>
                <a:gd name="connsiteY2633" fmla="*/ 385381 h 790575"/>
                <a:gd name="connsiteX2634" fmla="*/ 145733 w 438150"/>
                <a:gd name="connsiteY2634" fmla="*/ 384810 h 790575"/>
                <a:gd name="connsiteX2635" fmla="*/ 147733 w 438150"/>
                <a:gd name="connsiteY2635" fmla="*/ 384429 h 790575"/>
                <a:gd name="connsiteX2636" fmla="*/ 152305 w 438150"/>
                <a:gd name="connsiteY2636" fmla="*/ 382619 h 790575"/>
                <a:gd name="connsiteX2637" fmla="*/ 153162 w 438150"/>
                <a:gd name="connsiteY2637" fmla="*/ 382143 h 790575"/>
                <a:gd name="connsiteX2638" fmla="*/ 153734 w 438150"/>
                <a:gd name="connsiteY2638" fmla="*/ 381476 h 790575"/>
                <a:gd name="connsiteX2639" fmla="*/ 154305 w 438150"/>
                <a:gd name="connsiteY2639" fmla="*/ 380429 h 790575"/>
                <a:gd name="connsiteX2640" fmla="*/ 155067 w 438150"/>
                <a:gd name="connsiteY2640" fmla="*/ 381095 h 790575"/>
                <a:gd name="connsiteX2641" fmla="*/ 157544 w 438150"/>
                <a:gd name="connsiteY2641" fmla="*/ 382334 h 790575"/>
                <a:gd name="connsiteX2642" fmla="*/ 158591 w 438150"/>
                <a:gd name="connsiteY2642" fmla="*/ 381953 h 790575"/>
                <a:gd name="connsiteX2643" fmla="*/ 159925 w 438150"/>
                <a:gd name="connsiteY2643" fmla="*/ 381857 h 790575"/>
                <a:gd name="connsiteX2644" fmla="*/ 162496 w 438150"/>
                <a:gd name="connsiteY2644" fmla="*/ 381953 h 790575"/>
                <a:gd name="connsiteX2645" fmla="*/ 169164 w 438150"/>
                <a:gd name="connsiteY2645" fmla="*/ 380810 h 790575"/>
                <a:gd name="connsiteX2646" fmla="*/ 170212 w 438150"/>
                <a:gd name="connsiteY2646" fmla="*/ 380333 h 790575"/>
                <a:gd name="connsiteX2647" fmla="*/ 170688 w 438150"/>
                <a:gd name="connsiteY2647" fmla="*/ 379571 h 790575"/>
                <a:gd name="connsiteX2648" fmla="*/ 170593 w 438150"/>
                <a:gd name="connsiteY2648" fmla="*/ 377285 h 790575"/>
                <a:gd name="connsiteX2649" fmla="*/ 170783 w 438150"/>
                <a:gd name="connsiteY2649" fmla="*/ 376428 h 790575"/>
                <a:gd name="connsiteX2650" fmla="*/ 171355 w 438150"/>
                <a:gd name="connsiteY2650" fmla="*/ 375380 h 790575"/>
                <a:gd name="connsiteX2651" fmla="*/ 171450 w 438150"/>
                <a:gd name="connsiteY2651" fmla="*/ 376238 h 790575"/>
                <a:gd name="connsiteX2652" fmla="*/ 171355 w 438150"/>
                <a:gd name="connsiteY2652" fmla="*/ 376999 h 790575"/>
                <a:gd name="connsiteX2653" fmla="*/ 171069 w 438150"/>
                <a:gd name="connsiteY2653" fmla="*/ 377571 h 790575"/>
                <a:gd name="connsiteX2654" fmla="*/ 170974 w 438150"/>
                <a:gd name="connsiteY2654" fmla="*/ 378047 h 790575"/>
                <a:gd name="connsiteX2655" fmla="*/ 171069 w 438150"/>
                <a:gd name="connsiteY2655" fmla="*/ 378428 h 790575"/>
                <a:gd name="connsiteX2656" fmla="*/ 172021 w 438150"/>
                <a:gd name="connsiteY2656" fmla="*/ 378809 h 790575"/>
                <a:gd name="connsiteX2657" fmla="*/ 174117 w 438150"/>
                <a:gd name="connsiteY2657" fmla="*/ 380238 h 790575"/>
                <a:gd name="connsiteX2658" fmla="*/ 175736 w 438150"/>
                <a:gd name="connsiteY2658" fmla="*/ 380810 h 790575"/>
                <a:gd name="connsiteX2659" fmla="*/ 179451 w 438150"/>
                <a:gd name="connsiteY2659" fmla="*/ 381286 h 790575"/>
                <a:gd name="connsiteX2660" fmla="*/ 180594 w 438150"/>
                <a:gd name="connsiteY2660" fmla="*/ 381762 h 790575"/>
                <a:gd name="connsiteX2661" fmla="*/ 182880 w 438150"/>
                <a:gd name="connsiteY2661" fmla="*/ 382048 h 790575"/>
                <a:gd name="connsiteX2662" fmla="*/ 185547 w 438150"/>
                <a:gd name="connsiteY2662" fmla="*/ 382810 h 790575"/>
                <a:gd name="connsiteX2663" fmla="*/ 186881 w 438150"/>
                <a:gd name="connsiteY2663" fmla="*/ 383000 h 790575"/>
                <a:gd name="connsiteX2664" fmla="*/ 190119 w 438150"/>
                <a:gd name="connsiteY2664" fmla="*/ 383000 h 790575"/>
                <a:gd name="connsiteX2665" fmla="*/ 190786 w 438150"/>
                <a:gd name="connsiteY2665" fmla="*/ 382810 h 790575"/>
                <a:gd name="connsiteX2666" fmla="*/ 191358 w 438150"/>
                <a:gd name="connsiteY2666" fmla="*/ 382429 h 790575"/>
                <a:gd name="connsiteX2667" fmla="*/ 191929 w 438150"/>
                <a:gd name="connsiteY2667" fmla="*/ 381953 h 790575"/>
                <a:gd name="connsiteX2668" fmla="*/ 192596 w 438150"/>
                <a:gd name="connsiteY2668" fmla="*/ 381476 h 790575"/>
                <a:gd name="connsiteX2669" fmla="*/ 192596 w 438150"/>
                <a:gd name="connsiteY2669" fmla="*/ 381857 h 790575"/>
                <a:gd name="connsiteX2670" fmla="*/ 191643 w 438150"/>
                <a:gd name="connsiteY2670" fmla="*/ 383477 h 790575"/>
                <a:gd name="connsiteX2671" fmla="*/ 191262 w 438150"/>
                <a:gd name="connsiteY2671" fmla="*/ 384620 h 790575"/>
                <a:gd name="connsiteX2672" fmla="*/ 192024 w 438150"/>
                <a:gd name="connsiteY2672" fmla="*/ 385667 h 790575"/>
                <a:gd name="connsiteX2673" fmla="*/ 192119 w 438150"/>
                <a:gd name="connsiteY2673" fmla="*/ 386810 h 790575"/>
                <a:gd name="connsiteX2674" fmla="*/ 192024 w 438150"/>
                <a:gd name="connsiteY2674" fmla="*/ 388048 h 790575"/>
                <a:gd name="connsiteX2675" fmla="*/ 191834 w 438150"/>
                <a:gd name="connsiteY2675" fmla="*/ 388811 h 790575"/>
                <a:gd name="connsiteX2676" fmla="*/ 190976 w 438150"/>
                <a:gd name="connsiteY2676" fmla="*/ 389382 h 790575"/>
                <a:gd name="connsiteX2677" fmla="*/ 190024 w 438150"/>
                <a:gd name="connsiteY2677" fmla="*/ 389572 h 790575"/>
                <a:gd name="connsiteX2678" fmla="*/ 189262 w 438150"/>
                <a:gd name="connsiteY2678" fmla="*/ 389954 h 790575"/>
                <a:gd name="connsiteX2679" fmla="*/ 188786 w 438150"/>
                <a:gd name="connsiteY2679" fmla="*/ 391192 h 790575"/>
                <a:gd name="connsiteX2680" fmla="*/ 188500 w 438150"/>
                <a:gd name="connsiteY2680" fmla="*/ 391478 h 790575"/>
                <a:gd name="connsiteX2681" fmla="*/ 188214 w 438150"/>
                <a:gd name="connsiteY2681" fmla="*/ 391859 h 790575"/>
                <a:gd name="connsiteX2682" fmla="*/ 188119 w 438150"/>
                <a:gd name="connsiteY2682" fmla="*/ 392430 h 790575"/>
                <a:gd name="connsiteX2683" fmla="*/ 188309 w 438150"/>
                <a:gd name="connsiteY2683" fmla="*/ 392811 h 790575"/>
                <a:gd name="connsiteX2684" fmla="*/ 189071 w 438150"/>
                <a:gd name="connsiteY2684" fmla="*/ 393954 h 790575"/>
                <a:gd name="connsiteX2685" fmla="*/ 189357 w 438150"/>
                <a:gd name="connsiteY2685" fmla="*/ 394430 h 790575"/>
                <a:gd name="connsiteX2686" fmla="*/ 189929 w 438150"/>
                <a:gd name="connsiteY2686" fmla="*/ 396335 h 790575"/>
                <a:gd name="connsiteX2687" fmla="*/ 189929 w 438150"/>
                <a:gd name="connsiteY2687" fmla="*/ 397383 h 790575"/>
                <a:gd name="connsiteX2688" fmla="*/ 189548 w 438150"/>
                <a:gd name="connsiteY2688" fmla="*/ 398336 h 790575"/>
                <a:gd name="connsiteX2689" fmla="*/ 188404 w 438150"/>
                <a:gd name="connsiteY2689" fmla="*/ 399860 h 790575"/>
                <a:gd name="connsiteX2690" fmla="*/ 187547 w 438150"/>
                <a:gd name="connsiteY2690" fmla="*/ 401479 h 790575"/>
                <a:gd name="connsiteX2691" fmla="*/ 186404 w 438150"/>
                <a:gd name="connsiteY2691" fmla="*/ 402907 h 790575"/>
                <a:gd name="connsiteX2692" fmla="*/ 186595 w 438150"/>
                <a:gd name="connsiteY2692" fmla="*/ 403479 h 790575"/>
                <a:gd name="connsiteX2693" fmla="*/ 187071 w 438150"/>
                <a:gd name="connsiteY2693" fmla="*/ 403670 h 790575"/>
                <a:gd name="connsiteX2694" fmla="*/ 187547 w 438150"/>
                <a:gd name="connsiteY2694" fmla="*/ 403860 h 790575"/>
                <a:gd name="connsiteX2695" fmla="*/ 187738 w 438150"/>
                <a:gd name="connsiteY2695" fmla="*/ 404241 h 790575"/>
                <a:gd name="connsiteX2696" fmla="*/ 188024 w 438150"/>
                <a:gd name="connsiteY2696" fmla="*/ 405194 h 790575"/>
                <a:gd name="connsiteX2697" fmla="*/ 188690 w 438150"/>
                <a:gd name="connsiteY2697" fmla="*/ 405955 h 790575"/>
                <a:gd name="connsiteX2698" fmla="*/ 189167 w 438150"/>
                <a:gd name="connsiteY2698" fmla="*/ 406813 h 790575"/>
                <a:gd name="connsiteX2699" fmla="*/ 189167 w 438150"/>
                <a:gd name="connsiteY2699" fmla="*/ 408051 h 790575"/>
                <a:gd name="connsiteX2700" fmla="*/ 188881 w 438150"/>
                <a:gd name="connsiteY2700" fmla="*/ 408622 h 790575"/>
                <a:gd name="connsiteX2701" fmla="*/ 188404 w 438150"/>
                <a:gd name="connsiteY2701" fmla="*/ 409194 h 790575"/>
                <a:gd name="connsiteX2702" fmla="*/ 187833 w 438150"/>
                <a:gd name="connsiteY2702" fmla="*/ 409480 h 790575"/>
                <a:gd name="connsiteX2703" fmla="*/ 187357 w 438150"/>
                <a:gd name="connsiteY2703" fmla="*/ 409194 h 790575"/>
                <a:gd name="connsiteX2704" fmla="*/ 187166 w 438150"/>
                <a:gd name="connsiteY2704" fmla="*/ 409670 h 790575"/>
                <a:gd name="connsiteX2705" fmla="*/ 187071 w 438150"/>
                <a:gd name="connsiteY2705" fmla="*/ 410623 h 790575"/>
                <a:gd name="connsiteX2706" fmla="*/ 186976 w 438150"/>
                <a:gd name="connsiteY2706" fmla="*/ 411004 h 790575"/>
                <a:gd name="connsiteX2707" fmla="*/ 186595 w 438150"/>
                <a:gd name="connsiteY2707" fmla="*/ 411480 h 790575"/>
                <a:gd name="connsiteX2708" fmla="*/ 186119 w 438150"/>
                <a:gd name="connsiteY2708" fmla="*/ 411766 h 790575"/>
                <a:gd name="connsiteX2709" fmla="*/ 185738 w 438150"/>
                <a:gd name="connsiteY2709" fmla="*/ 412052 h 790575"/>
                <a:gd name="connsiteX2710" fmla="*/ 185547 w 438150"/>
                <a:gd name="connsiteY2710" fmla="*/ 412528 h 790575"/>
                <a:gd name="connsiteX2711" fmla="*/ 185738 w 438150"/>
                <a:gd name="connsiteY2711" fmla="*/ 413290 h 790575"/>
                <a:gd name="connsiteX2712" fmla="*/ 187738 w 438150"/>
                <a:gd name="connsiteY2712" fmla="*/ 416147 h 790575"/>
                <a:gd name="connsiteX2713" fmla="*/ 188119 w 438150"/>
                <a:gd name="connsiteY2713" fmla="*/ 416814 h 790575"/>
                <a:gd name="connsiteX2714" fmla="*/ 188404 w 438150"/>
                <a:gd name="connsiteY2714" fmla="*/ 417576 h 790575"/>
                <a:gd name="connsiteX2715" fmla="*/ 188500 w 438150"/>
                <a:gd name="connsiteY2715" fmla="*/ 418433 h 790575"/>
                <a:gd name="connsiteX2716" fmla="*/ 188309 w 438150"/>
                <a:gd name="connsiteY2716" fmla="*/ 419386 h 790575"/>
                <a:gd name="connsiteX2717" fmla="*/ 187928 w 438150"/>
                <a:gd name="connsiteY2717" fmla="*/ 419957 h 790575"/>
                <a:gd name="connsiteX2718" fmla="*/ 187452 w 438150"/>
                <a:gd name="connsiteY2718" fmla="*/ 420434 h 790575"/>
                <a:gd name="connsiteX2719" fmla="*/ 187071 w 438150"/>
                <a:gd name="connsiteY2719" fmla="*/ 421005 h 790575"/>
                <a:gd name="connsiteX2720" fmla="*/ 186785 w 438150"/>
                <a:gd name="connsiteY2720" fmla="*/ 421005 h 790575"/>
                <a:gd name="connsiteX2721" fmla="*/ 185833 w 438150"/>
                <a:gd name="connsiteY2721" fmla="*/ 420529 h 790575"/>
                <a:gd name="connsiteX2722" fmla="*/ 185166 w 438150"/>
                <a:gd name="connsiteY2722" fmla="*/ 421577 h 790575"/>
                <a:gd name="connsiteX2723" fmla="*/ 184214 w 438150"/>
                <a:gd name="connsiteY2723" fmla="*/ 423958 h 790575"/>
                <a:gd name="connsiteX2724" fmla="*/ 185166 w 438150"/>
                <a:gd name="connsiteY2724" fmla="*/ 424339 h 790575"/>
                <a:gd name="connsiteX2725" fmla="*/ 185642 w 438150"/>
                <a:gd name="connsiteY2725" fmla="*/ 424339 h 790575"/>
                <a:gd name="connsiteX2726" fmla="*/ 185452 w 438150"/>
                <a:gd name="connsiteY2726" fmla="*/ 424624 h 790575"/>
                <a:gd name="connsiteX2727" fmla="*/ 185071 w 438150"/>
                <a:gd name="connsiteY2727" fmla="*/ 425482 h 790575"/>
                <a:gd name="connsiteX2728" fmla="*/ 184880 w 438150"/>
                <a:gd name="connsiteY2728" fmla="*/ 425768 h 790575"/>
                <a:gd name="connsiteX2729" fmla="*/ 185928 w 438150"/>
                <a:gd name="connsiteY2729" fmla="*/ 425768 h 790575"/>
                <a:gd name="connsiteX2730" fmla="*/ 185833 w 438150"/>
                <a:gd name="connsiteY2730" fmla="*/ 426148 h 790575"/>
                <a:gd name="connsiteX2731" fmla="*/ 185642 w 438150"/>
                <a:gd name="connsiteY2731" fmla="*/ 426434 h 790575"/>
                <a:gd name="connsiteX2732" fmla="*/ 185452 w 438150"/>
                <a:gd name="connsiteY2732" fmla="*/ 426625 h 790575"/>
                <a:gd name="connsiteX2733" fmla="*/ 185166 w 438150"/>
                <a:gd name="connsiteY2733" fmla="*/ 426815 h 790575"/>
                <a:gd name="connsiteX2734" fmla="*/ 185833 w 438150"/>
                <a:gd name="connsiteY2734" fmla="*/ 426720 h 790575"/>
                <a:gd name="connsiteX2735" fmla="*/ 186309 w 438150"/>
                <a:gd name="connsiteY2735" fmla="*/ 426530 h 790575"/>
                <a:gd name="connsiteX2736" fmla="*/ 186785 w 438150"/>
                <a:gd name="connsiteY2736" fmla="*/ 426530 h 790575"/>
                <a:gd name="connsiteX2737" fmla="*/ 187357 w 438150"/>
                <a:gd name="connsiteY2737" fmla="*/ 426815 h 790575"/>
                <a:gd name="connsiteX2738" fmla="*/ 188309 w 438150"/>
                <a:gd name="connsiteY2738" fmla="*/ 426244 h 790575"/>
                <a:gd name="connsiteX2739" fmla="*/ 189167 w 438150"/>
                <a:gd name="connsiteY2739" fmla="*/ 426720 h 790575"/>
                <a:gd name="connsiteX2740" fmla="*/ 189452 w 438150"/>
                <a:gd name="connsiteY2740" fmla="*/ 427577 h 790575"/>
                <a:gd name="connsiteX2741" fmla="*/ 188690 w 438150"/>
                <a:gd name="connsiteY2741" fmla="*/ 428149 h 790575"/>
                <a:gd name="connsiteX2742" fmla="*/ 188690 w 438150"/>
                <a:gd name="connsiteY2742" fmla="*/ 428530 h 790575"/>
                <a:gd name="connsiteX2743" fmla="*/ 191262 w 438150"/>
                <a:gd name="connsiteY2743" fmla="*/ 429673 h 790575"/>
                <a:gd name="connsiteX2744" fmla="*/ 191262 w 438150"/>
                <a:gd name="connsiteY2744" fmla="*/ 428339 h 790575"/>
                <a:gd name="connsiteX2745" fmla="*/ 191453 w 438150"/>
                <a:gd name="connsiteY2745" fmla="*/ 427387 h 790575"/>
                <a:gd name="connsiteX2746" fmla="*/ 191453 w 438150"/>
                <a:gd name="connsiteY2746" fmla="*/ 427387 h 790575"/>
                <a:gd name="connsiteX2747" fmla="*/ 192024 w 438150"/>
                <a:gd name="connsiteY2747" fmla="*/ 426911 h 790575"/>
                <a:gd name="connsiteX2748" fmla="*/ 194310 w 438150"/>
                <a:gd name="connsiteY2748" fmla="*/ 426530 h 790575"/>
                <a:gd name="connsiteX2749" fmla="*/ 196120 w 438150"/>
                <a:gd name="connsiteY2749" fmla="*/ 425482 h 790575"/>
                <a:gd name="connsiteX2750" fmla="*/ 197263 w 438150"/>
                <a:gd name="connsiteY2750" fmla="*/ 425291 h 790575"/>
                <a:gd name="connsiteX2751" fmla="*/ 205740 w 438150"/>
                <a:gd name="connsiteY2751" fmla="*/ 426434 h 790575"/>
                <a:gd name="connsiteX2752" fmla="*/ 209645 w 438150"/>
                <a:gd name="connsiteY2752" fmla="*/ 427387 h 790575"/>
                <a:gd name="connsiteX2753" fmla="*/ 213265 w 438150"/>
                <a:gd name="connsiteY2753" fmla="*/ 429006 h 790575"/>
                <a:gd name="connsiteX2754" fmla="*/ 214598 w 438150"/>
                <a:gd name="connsiteY2754" fmla="*/ 429863 h 790575"/>
                <a:gd name="connsiteX2755" fmla="*/ 215170 w 438150"/>
                <a:gd name="connsiteY2755" fmla="*/ 429768 h 790575"/>
                <a:gd name="connsiteX2756" fmla="*/ 215360 w 438150"/>
                <a:gd name="connsiteY2756" fmla="*/ 428815 h 790575"/>
                <a:gd name="connsiteX2757" fmla="*/ 215837 w 438150"/>
                <a:gd name="connsiteY2757" fmla="*/ 428339 h 790575"/>
                <a:gd name="connsiteX2758" fmla="*/ 216979 w 438150"/>
                <a:gd name="connsiteY2758" fmla="*/ 427958 h 790575"/>
                <a:gd name="connsiteX2759" fmla="*/ 219266 w 438150"/>
                <a:gd name="connsiteY2759" fmla="*/ 427577 h 790575"/>
                <a:gd name="connsiteX2760" fmla="*/ 220885 w 438150"/>
                <a:gd name="connsiteY2760" fmla="*/ 427958 h 790575"/>
                <a:gd name="connsiteX2761" fmla="*/ 221742 w 438150"/>
                <a:gd name="connsiteY2761" fmla="*/ 427958 h 790575"/>
                <a:gd name="connsiteX2762" fmla="*/ 222314 w 438150"/>
                <a:gd name="connsiteY2762" fmla="*/ 428054 h 790575"/>
                <a:gd name="connsiteX2763" fmla="*/ 222600 w 438150"/>
                <a:gd name="connsiteY2763" fmla="*/ 428054 h 790575"/>
                <a:gd name="connsiteX2764" fmla="*/ 222695 w 438150"/>
                <a:gd name="connsiteY2764" fmla="*/ 427863 h 790575"/>
                <a:gd name="connsiteX2765" fmla="*/ 222695 w 438150"/>
                <a:gd name="connsiteY2765" fmla="*/ 427482 h 790575"/>
                <a:gd name="connsiteX2766" fmla="*/ 222790 w 438150"/>
                <a:gd name="connsiteY2766" fmla="*/ 427101 h 790575"/>
                <a:gd name="connsiteX2767" fmla="*/ 223171 w 438150"/>
                <a:gd name="connsiteY2767" fmla="*/ 426911 h 790575"/>
                <a:gd name="connsiteX2768" fmla="*/ 225362 w 438150"/>
                <a:gd name="connsiteY2768" fmla="*/ 427101 h 790575"/>
                <a:gd name="connsiteX2769" fmla="*/ 226409 w 438150"/>
                <a:gd name="connsiteY2769" fmla="*/ 427006 h 790575"/>
                <a:gd name="connsiteX2770" fmla="*/ 227362 w 438150"/>
                <a:gd name="connsiteY2770" fmla="*/ 426530 h 790575"/>
                <a:gd name="connsiteX2771" fmla="*/ 227838 w 438150"/>
                <a:gd name="connsiteY2771" fmla="*/ 425863 h 790575"/>
                <a:gd name="connsiteX2772" fmla="*/ 228219 w 438150"/>
                <a:gd name="connsiteY2772" fmla="*/ 425005 h 790575"/>
                <a:gd name="connsiteX2773" fmla="*/ 228791 w 438150"/>
                <a:gd name="connsiteY2773" fmla="*/ 424244 h 790575"/>
                <a:gd name="connsiteX2774" fmla="*/ 229743 w 438150"/>
                <a:gd name="connsiteY2774" fmla="*/ 423958 h 790575"/>
                <a:gd name="connsiteX2775" fmla="*/ 232982 w 438150"/>
                <a:gd name="connsiteY2775" fmla="*/ 424053 h 790575"/>
                <a:gd name="connsiteX2776" fmla="*/ 233839 w 438150"/>
                <a:gd name="connsiteY2776" fmla="*/ 424339 h 790575"/>
                <a:gd name="connsiteX2777" fmla="*/ 235172 w 438150"/>
                <a:gd name="connsiteY2777" fmla="*/ 425005 h 790575"/>
                <a:gd name="connsiteX2778" fmla="*/ 236315 w 438150"/>
                <a:gd name="connsiteY2778" fmla="*/ 425863 h 790575"/>
                <a:gd name="connsiteX2779" fmla="*/ 237268 w 438150"/>
                <a:gd name="connsiteY2779" fmla="*/ 426815 h 790575"/>
                <a:gd name="connsiteX2780" fmla="*/ 238125 w 438150"/>
                <a:gd name="connsiteY2780" fmla="*/ 428054 h 790575"/>
                <a:gd name="connsiteX2781" fmla="*/ 238411 w 438150"/>
                <a:gd name="connsiteY2781" fmla="*/ 428625 h 790575"/>
                <a:gd name="connsiteX2782" fmla="*/ 238601 w 438150"/>
                <a:gd name="connsiteY2782" fmla="*/ 429101 h 790575"/>
                <a:gd name="connsiteX2783" fmla="*/ 238792 w 438150"/>
                <a:gd name="connsiteY2783" fmla="*/ 429482 h 790575"/>
                <a:gd name="connsiteX2784" fmla="*/ 239173 w 438150"/>
                <a:gd name="connsiteY2784" fmla="*/ 429863 h 790575"/>
                <a:gd name="connsiteX2785" fmla="*/ 239649 w 438150"/>
                <a:gd name="connsiteY2785" fmla="*/ 429959 h 790575"/>
                <a:gd name="connsiteX2786" fmla="*/ 240125 w 438150"/>
                <a:gd name="connsiteY2786" fmla="*/ 429863 h 790575"/>
                <a:gd name="connsiteX2787" fmla="*/ 240506 w 438150"/>
                <a:gd name="connsiteY2787" fmla="*/ 430054 h 790575"/>
                <a:gd name="connsiteX2788" fmla="*/ 240697 w 438150"/>
                <a:gd name="connsiteY2788" fmla="*/ 430911 h 790575"/>
                <a:gd name="connsiteX2789" fmla="*/ 239649 w 438150"/>
                <a:gd name="connsiteY2789" fmla="*/ 430530 h 790575"/>
                <a:gd name="connsiteX2790" fmla="*/ 240030 w 438150"/>
                <a:gd name="connsiteY2790" fmla="*/ 431292 h 790575"/>
                <a:gd name="connsiteX2791" fmla="*/ 240792 w 438150"/>
                <a:gd name="connsiteY2791" fmla="*/ 432054 h 790575"/>
                <a:gd name="connsiteX2792" fmla="*/ 242602 w 438150"/>
                <a:gd name="connsiteY2792" fmla="*/ 433388 h 790575"/>
                <a:gd name="connsiteX2793" fmla="*/ 242602 w 438150"/>
                <a:gd name="connsiteY2793" fmla="*/ 432816 h 790575"/>
                <a:gd name="connsiteX2794" fmla="*/ 241935 w 438150"/>
                <a:gd name="connsiteY2794" fmla="*/ 430530 h 790575"/>
                <a:gd name="connsiteX2795" fmla="*/ 242030 w 438150"/>
                <a:gd name="connsiteY2795" fmla="*/ 430244 h 790575"/>
                <a:gd name="connsiteX2796" fmla="*/ 242507 w 438150"/>
                <a:gd name="connsiteY2796" fmla="*/ 429863 h 790575"/>
                <a:gd name="connsiteX2797" fmla="*/ 242602 w 438150"/>
                <a:gd name="connsiteY2797" fmla="*/ 429578 h 790575"/>
                <a:gd name="connsiteX2798" fmla="*/ 242697 w 438150"/>
                <a:gd name="connsiteY2798" fmla="*/ 429292 h 790575"/>
                <a:gd name="connsiteX2799" fmla="*/ 242983 w 438150"/>
                <a:gd name="connsiteY2799" fmla="*/ 429578 h 790575"/>
                <a:gd name="connsiteX2800" fmla="*/ 243173 w 438150"/>
                <a:gd name="connsiteY2800" fmla="*/ 430149 h 790575"/>
                <a:gd name="connsiteX2801" fmla="*/ 243269 w 438150"/>
                <a:gd name="connsiteY2801" fmla="*/ 430721 h 790575"/>
                <a:gd name="connsiteX2802" fmla="*/ 243269 w 438150"/>
                <a:gd name="connsiteY2802" fmla="*/ 433006 h 790575"/>
                <a:gd name="connsiteX2803" fmla="*/ 243935 w 438150"/>
                <a:gd name="connsiteY2803" fmla="*/ 432816 h 790575"/>
                <a:gd name="connsiteX2804" fmla="*/ 244888 w 438150"/>
                <a:gd name="connsiteY2804" fmla="*/ 432911 h 790575"/>
                <a:gd name="connsiteX2805" fmla="*/ 245745 w 438150"/>
                <a:gd name="connsiteY2805" fmla="*/ 433197 h 790575"/>
                <a:gd name="connsiteX2806" fmla="*/ 246507 w 438150"/>
                <a:gd name="connsiteY2806" fmla="*/ 433959 h 790575"/>
                <a:gd name="connsiteX2807" fmla="*/ 248317 w 438150"/>
                <a:gd name="connsiteY2807" fmla="*/ 436721 h 790575"/>
                <a:gd name="connsiteX2808" fmla="*/ 248317 w 438150"/>
                <a:gd name="connsiteY2808" fmla="*/ 435197 h 790575"/>
                <a:gd name="connsiteX2809" fmla="*/ 248412 w 438150"/>
                <a:gd name="connsiteY2809" fmla="*/ 434530 h 790575"/>
                <a:gd name="connsiteX2810" fmla="*/ 248698 w 438150"/>
                <a:gd name="connsiteY2810" fmla="*/ 433864 h 790575"/>
                <a:gd name="connsiteX2811" fmla="*/ 247555 w 438150"/>
                <a:gd name="connsiteY2811" fmla="*/ 433864 h 790575"/>
                <a:gd name="connsiteX2812" fmla="*/ 246983 w 438150"/>
                <a:gd name="connsiteY2812" fmla="*/ 433292 h 790575"/>
                <a:gd name="connsiteX2813" fmla="*/ 246507 w 438150"/>
                <a:gd name="connsiteY2813" fmla="*/ 432530 h 790575"/>
                <a:gd name="connsiteX2814" fmla="*/ 245840 w 438150"/>
                <a:gd name="connsiteY2814" fmla="*/ 432054 h 790575"/>
                <a:gd name="connsiteX2815" fmla="*/ 245840 w 438150"/>
                <a:gd name="connsiteY2815" fmla="*/ 431673 h 790575"/>
                <a:gd name="connsiteX2816" fmla="*/ 246507 w 438150"/>
                <a:gd name="connsiteY2816" fmla="*/ 431482 h 790575"/>
                <a:gd name="connsiteX2817" fmla="*/ 248698 w 438150"/>
                <a:gd name="connsiteY2817" fmla="*/ 431387 h 790575"/>
                <a:gd name="connsiteX2818" fmla="*/ 247555 w 438150"/>
                <a:gd name="connsiteY2818" fmla="*/ 432435 h 790575"/>
                <a:gd name="connsiteX2819" fmla="*/ 247841 w 438150"/>
                <a:gd name="connsiteY2819" fmla="*/ 432911 h 790575"/>
                <a:gd name="connsiteX2820" fmla="*/ 250508 w 438150"/>
                <a:gd name="connsiteY2820" fmla="*/ 432816 h 790575"/>
                <a:gd name="connsiteX2821" fmla="*/ 250222 w 438150"/>
                <a:gd name="connsiteY2821" fmla="*/ 432911 h 790575"/>
                <a:gd name="connsiteX2822" fmla="*/ 249936 w 438150"/>
                <a:gd name="connsiteY2822" fmla="*/ 433102 h 790575"/>
                <a:gd name="connsiteX2823" fmla="*/ 249365 w 438150"/>
                <a:gd name="connsiteY2823" fmla="*/ 433578 h 790575"/>
                <a:gd name="connsiteX2824" fmla="*/ 249746 w 438150"/>
                <a:gd name="connsiteY2824" fmla="*/ 433864 h 790575"/>
                <a:gd name="connsiteX2825" fmla="*/ 250127 w 438150"/>
                <a:gd name="connsiteY2825" fmla="*/ 433864 h 790575"/>
                <a:gd name="connsiteX2826" fmla="*/ 250508 w 438150"/>
                <a:gd name="connsiteY2826" fmla="*/ 433673 h 790575"/>
                <a:gd name="connsiteX2827" fmla="*/ 250793 w 438150"/>
                <a:gd name="connsiteY2827" fmla="*/ 433102 h 790575"/>
                <a:gd name="connsiteX2828" fmla="*/ 251175 w 438150"/>
                <a:gd name="connsiteY2828" fmla="*/ 433102 h 790575"/>
                <a:gd name="connsiteX2829" fmla="*/ 250793 w 438150"/>
                <a:gd name="connsiteY2829" fmla="*/ 433864 h 790575"/>
                <a:gd name="connsiteX2830" fmla="*/ 250031 w 438150"/>
                <a:gd name="connsiteY2830" fmla="*/ 434435 h 790575"/>
                <a:gd name="connsiteX2831" fmla="*/ 249650 w 438150"/>
                <a:gd name="connsiteY2831" fmla="*/ 434912 h 790575"/>
                <a:gd name="connsiteX2832" fmla="*/ 250317 w 438150"/>
                <a:gd name="connsiteY2832" fmla="*/ 435388 h 790575"/>
                <a:gd name="connsiteX2833" fmla="*/ 249936 w 438150"/>
                <a:gd name="connsiteY2833" fmla="*/ 435293 h 790575"/>
                <a:gd name="connsiteX2834" fmla="*/ 249650 w 438150"/>
                <a:gd name="connsiteY2834" fmla="*/ 435293 h 790575"/>
                <a:gd name="connsiteX2835" fmla="*/ 249460 w 438150"/>
                <a:gd name="connsiteY2835" fmla="*/ 435102 h 790575"/>
                <a:gd name="connsiteX2836" fmla="*/ 249269 w 438150"/>
                <a:gd name="connsiteY2836" fmla="*/ 434626 h 790575"/>
                <a:gd name="connsiteX2837" fmla="*/ 248984 w 438150"/>
                <a:gd name="connsiteY2837" fmla="*/ 435769 h 790575"/>
                <a:gd name="connsiteX2838" fmla="*/ 249746 w 438150"/>
                <a:gd name="connsiteY2838" fmla="*/ 437007 h 790575"/>
                <a:gd name="connsiteX2839" fmla="*/ 250984 w 438150"/>
                <a:gd name="connsiteY2839" fmla="*/ 438245 h 790575"/>
                <a:gd name="connsiteX2840" fmla="*/ 251841 w 438150"/>
                <a:gd name="connsiteY2840" fmla="*/ 439388 h 790575"/>
                <a:gd name="connsiteX2841" fmla="*/ 251746 w 438150"/>
                <a:gd name="connsiteY2841" fmla="*/ 439864 h 790575"/>
                <a:gd name="connsiteX2842" fmla="*/ 252413 w 438150"/>
                <a:gd name="connsiteY2842" fmla="*/ 440341 h 790575"/>
                <a:gd name="connsiteX2843" fmla="*/ 254032 w 438150"/>
                <a:gd name="connsiteY2843" fmla="*/ 441198 h 790575"/>
                <a:gd name="connsiteX2844" fmla="*/ 257270 w 438150"/>
                <a:gd name="connsiteY2844" fmla="*/ 444532 h 790575"/>
                <a:gd name="connsiteX2845" fmla="*/ 259175 w 438150"/>
                <a:gd name="connsiteY2845" fmla="*/ 445484 h 790575"/>
                <a:gd name="connsiteX2846" fmla="*/ 259652 w 438150"/>
                <a:gd name="connsiteY2846" fmla="*/ 444437 h 790575"/>
                <a:gd name="connsiteX2847" fmla="*/ 259080 w 438150"/>
                <a:gd name="connsiteY2847" fmla="*/ 442817 h 790575"/>
                <a:gd name="connsiteX2848" fmla="*/ 258033 w 438150"/>
                <a:gd name="connsiteY2848" fmla="*/ 442055 h 790575"/>
                <a:gd name="connsiteX2849" fmla="*/ 258318 w 438150"/>
                <a:gd name="connsiteY2849" fmla="*/ 441484 h 790575"/>
                <a:gd name="connsiteX2850" fmla="*/ 258318 w 438150"/>
                <a:gd name="connsiteY2850" fmla="*/ 441007 h 790575"/>
                <a:gd name="connsiteX2851" fmla="*/ 258033 w 438150"/>
                <a:gd name="connsiteY2851" fmla="*/ 440436 h 790575"/>
                <a:gd name="connsiteX2852" fmla="*/ 257651 w 438150"/>
                <a:gd name="connsiteY2852" fmla="*/ 439864 h 790575"/>
                <a:gd name="connsiteX2853" fmla="*/ 256508 w 438150"/>
                <a:gd name="connsiteY2853" fmla="*/ 440627 h 790575"/>
                <a:gd name="connsiteX2854" fmla="*/ 256223 w 438150"/>
                <a:gd name="connsiteY2854" fmla="*/ 440627 h 790575"/>
                <a:gd name="connsiteX2855" fmla="*/ 256508 w 438150"/>
                <a:gd name="connsiteY2855" fmla="*/ 440055 h 790575"/>
                <a:gd name="connsiteX2856" fmla="*/ 256508 w 438150"/>
                <a:gd name="connsiteY2856" fmla="*/ 439579 h 790575"/>
                <a:gd name="connsiteX2857" fmla="*/ 256318 w 438150"/>
                <a:gd name="connsiteY2857" fmla="*/ 439198 h 790575"/>
                <a:gd name="connsiteX2858" fmla="*/ 255842 w 438150"/>
                <a:gd name="connsiteY2858" fmla="*/ 438912 h 790575"/>
                <a:gd name="connsiteX2859" fmla="*/ 256127 w 438150"/>
                <a:gd name="connsiteY2859" fmla="*/ 438817 h 790575"/>
                <a:gd name="connsiteX2860" fmla="*/ 256985 w 438150"/>
                <a:gd name="connsiteY2860" fmla="*/ 438531 h 790575"/>
                <a:gd name="connsiteX2861" fmla="*/ 257270 w 438150"/>
                <a:gd name="connsiteY2861" fmla="*/ 439198 h 790575"/>
                <a:gd name="connsiteX2862" fmla="*/ 258033 w 438150"/>
                <a:gd name="connsiteY2862" fmla="*/ 439293 h 790575"/>
                <a:gd name="connsiteX2863" fmla="*/ 258890 w 438150"/>
                <a:gd name="connsiteY2863" fmla="*/ 439007 h 790575"/>
                <a:gd name="connsiteX2864" fmla="*/ 259461 w 438150"/>
                <a:gd name="connsiteY2864" fmla="*/ 438531 h 790575"/>
                <a:gd name="connsiteX2865" fmla="*/ 259175 w 438150"/>
                <a:gd name="connsiteY2865" fmla="*/ 439103 h 790575"/>
                <a:gd name="connsiteX2866" fmla="*/ 259175 w 438150"/>
                <a:gd name="connsiteY2866" fmla="*/ 439769 h 790575"/>
                <a:gd name="connsiteX2867" fmla="*/ 259271 w 438150"/>
                <a:gd name="connsiteY2867" fmla="*/ 440436 h 790575"/>
                <a:gd name="connsiteX2868" fmla="*/ 259461 w 438150"/>
                <a:gd name="connsiteY2868" fmla="*/ 441103 h 790575"/>
                <a:gd name="connsiteX2869" fmla="*/ 259842 w 438150"/>
                <a:gd name="connsiteY2869" fmla="*/ 441103 h 790575"/>
                <a:gd name="connsiteX2870" fmla="*/ 260604 w 438150"/>
                <a:gd name="connsiteY2870" fmla="*/ 439674 h 790575"/>
                <a:gd name="connsiteX2871" fmla="*/ 260985 w 438150"/>
                <a:gd name="connsiteY2871" fmla="*/ 439293 h 790575"/>
                <a:gd name="connsiteX2872" fmla="*/ 261271 w 438150"/>
                <a:gd name="connsiteY2872" fmla="*/ 439293 h 790575"/>
                <a:gd name="connsiteX2873" fmla="*/ 260604 w 438150"/>
                <a:gd name="connsiteY2873" fmla="*/ 440436 h 790575"/>
                <a:gd name="connsiteX2874" fmla="*/ 260318 w 438150"/>
                <a:gd name="connsiteY2874" fmla="*/ 441579 h 790575"/>
                <a:gd name="connsiteX2875" fmla="*/ 260223 w 438150"/>
                <a:gd name="connsiteY2875" fmla="*/ 443960 h 790575"/>
                <a:gd name="connsiteX2876" fmla="*/ 260700 w 438150"/>
                <a:gd name="connsiteY2876" fmla="*/ 445198 h 790575"/>
                <a:gd name="connsiteX2877" fmla="*/ 261652 w 438150"/>
                <a:gd name="connsiteY2877" fmla="*/ 445294 h 790575"/>
                <a:gd name="connsiteX2878" fmla="*/ 262700 w 438150"/>
                <a:gd name="connsiteY2878" fmla="*/ 444627 h 790575"/>
                <a:gd name="connsiteX2879" fmla="*/ 263462 w 438150"/>
                <a:gd name="connsiteY2879" fmla="*/ 443770 h 790575"/>
                <a:gd name="connsiteX2880" fmla="*/ 263366 w 438150"/>
                <a:gd name="connsiteY2880" fmla="*/ 443389 h 790575"/>
                <a:gd name="connsiteX2881" fmla="*/ 263176 w 438150"/>
                <a:gd name="connsiteY2881" fmla="*/ 443103 h 790575"/>
                <a:gd name="connsiteX2882" fmla="*/ 262890 w 438150"/>
                <a:gd name="connsiteY2882" fmla="*/ 442817 h 790575"/>
                <a:gd name="connsiteX2883" fmla="*/ 262509 w 438150"/>
                <a:gd name="connsiteY2883" fmla="*/ 442627 h 790575"/>
                <a:gd name="connsiteX2884" fmla="*/ 263176 w 438150"/>
                <a:gd name="connsiteY2884" fmla="*/ 442055 h 790575"/>
                <a:gd name="connsiteX2885" fmla="*/ 263938 w 438150"/>
                <a:gd name="connsiteY2885" fmla="*/ 442531 h 790575"/>
                <a:gd name="connsiteX2886" fmla="*/ 264319 w 438150"/>
                <a:gd name="connsiteY2886" fmla="*/ 443579 h 790575"/>
                <a:gd name="connsiteX2887" fmla="*/ 263938 w 438150"/>
                <a:gd name="connsiteY2887" fmla="*/ 444818 h 790575"/>
                <a:gd name="connsiteX2888" fmla="*/ 263081 w 438150"/>
                <a:gd name="connsiteY2888" fmla="*/ 445675 h 790575"/>
                <a:gd name="connsiteX2889" fmla="*/ 261938 w 438150"/>
                <a:gd name="connsiteY2889" fmla="*/ 446532 h 790575"/>
                <a:gd name="connsiteX2890" fmla="*/ 260604 w 438150"/>
                <a:gd name="connsiteY2890" fmla="*/ 447008 h 790575"/>
                <a:gd name="connsiteX2891" fmla="*/ 259175 w 438150"/>
                <a:gd name="connsiteY2891" fmla="*/ 446627 h 790575"/>
                <a:gd name="connsiteX2892" fmla="*/ 259271 w 438150"/>
                <a:gd name="connsiteY2892" fmla="*/ 447580 h 790575"/>
                <a:gd name="connsiteX2893" fmla="*/ 260223 w 438150"/>
                <a:gd name="connsiteY2893" fmla="*/ 449199 h 790575"/>
                <a:gd name="connsiteX2894" fmla="*/ 260604 w 438150"/>
                <a:gd name="connsiteY2894" fmla="*/ 450247 h 790575"/>
                <a:gd name="connsiteX2895" fmla="*/ 260509 w 438150"/>
                <a:gd name="connsiteY2895" fmla="*/ 450532 h 790575"/>
                <a:gd name="connsiteX2896" fmla="*/ 260414 w 438150"/>
                <a:gd name="connsiteY2896" fmla="*/ 450913 h 790575"/>
                <a:gd name="connsiteX2897" fmla="*/ 260414 w 438150"/>
                <a:gd name="connsiteY2897" fmla="*/ 451295 h 790575"/>
                <a:gd name="connsiteX2898" fmla="*/ 260604 w 438150"/>
                <a:gd name="connsiteY2898" fmla="*/ 451771 h 790575"/>
                <a:gd name="connsiteX2899" fmla="*/ 260890 w 438150"/>
                <a:gd name="connsiteY2899" fmla="*/ 451961 h 790575"/>
                <a:gd name="connsiteX2900" fmla="*/ 262033 w 438150"/>
                <a:gd name="connsiteY2900" fmla="*/ 452438 h 790575"/>
                <a:gd name="connsiteX2901" fmla="*/ 262319 w 438150"/>
                <a:gd name="connsiteY2901" fmla="*/ 452438 h 790575"/>
                <a:gd name="connsiteX2902" fmla="*/ 262890 w 438150"/>
                <a:gd name="connsiteY2902" fmla="*/ 451485 h 790575"/>
                <a:gd name="connsiteX2903" fmla="*/ 263652 w 438150"/>
                <a:gd name="connsiteY2903" fmla="*/ 451580 h 790575"/>
                <a:gd name="connsiteX2904" fmla="*/ 264509 w 438150"/>
                <a:gd name="connsiteY2904" fmla="*/ 452056 h 790575"/>
                <a:gd name="connsiteX2905" fmla="*/ 270129 w 438150"/>
                <a:gd name="connsiteY2905" fmla="*/ 454057 h 790575"/>
                <a:gd name="connsiteX2906" fmla="*/ 271748 w 438150"/>
                <a:gd name="connsiteY2906" fmla="*/ 454914 h 790575"/>
                <a:gd name="connsiteX2907" fmla="*/ 273272 w 438150"/>
                <a:gd name="connsiteY2907" fmla="*/ 455962 h 790575"/>
                <a:gd name="connsiteX2908" fmla="*/ 274225 w 438150"/>
                <a:gd name="connsiteY2908" fmla="*/ 457200 h 790575"/>
                <a:gd name="connsiteX2909" fmla="*/ 274225 w 438150"/>
                <a:gd name="connsiteY2909" fmla="*/ 457676 h 790575"/>
                <a:gd name="connsiteX2910" fmla="*/ 274225 w 438150"/>
                <a:gd name="connsiteY2910" fmla="*/ 458819 h 790575"/>
                <a:gd name="connsiteX2911" fmla="*/ 274415 w 438150"/>
                <a:gd name="connsiteY2911" fmla="*/ 459010 h 790575"/>
                <a:gd name="connsiteX2912" fmla="*/ 274892 w 438150"/>
                <a:gd name="connsiteY2912" fmla="*/ 459200 h 790575"/>
                <a:gd name="connsiteX2913" fmla="*/ 275463 w 438150"/>
                <a:gd name="connsiteY2913" fmla="*/ 459486 h 790575"/>
                <a:gd name="connsiteX2914" fmla="*/ 275939 w 438150"/>
                <a:gd name="connsiteY2914" fmla="*/ 459486 h 790575"/>
                <a:gd name="connsiteX2915" fmla="*/ 276130 w 438150"/>
                <a:gd name="connsiteY2915" fmla="*/ 458914 h 790575"/>
                <a:gd name="connsiteX2916" fmla="*/ 276035 w 438150"/>
                <a:gd name="connsiteY2916" fmla="*/ 458534 h 790575"/>
                <a:gd name="connsiteX2917" fmla="*/ 275368 w 438150"/>
                <a:gd name="connsiteY2917" fmla="*/ 457295 h 790575"/>
                <a:gd name="connsiteX2918" fmla="*/ 274606 w 438150"/>
                <a:gd name="connsiteY2918" fmla="*/ 452342 h 790575"/>
                <a:gd name="connsiteX2919" fmla="*/ 274892 w 438150"/>
                <a:gd name="connsiteY2919" fmla="*/ 451390 h 790575"/>
                <a:gd name="connsiteX2920" fmla="*/ 275558 w 438150"/>
                <a:gd name="connsiteY2920" fmla="*/ 451009 h 790575"/>
                <a:gd name="connsiteX2921" fmla="*/ 276320 w 438150"/>
                <a:gd name="connsiteY2921" fmla="*/ 450818 h 790575"/>
                <a:gd name="connsiteX2922" fmla="*/ 277178 w 438150"/>
                <a:gd name="connsiteY2922" fmla="*/ 450342 h 790575"/>
                <a:gd name="connsiteX2923" fmla="*/ 277178 w 438150"/>
                <a:gd name="connsiteY2923" fmla="*/ 450723 h 790575"/>
                <a:gd name="connsiteX2924" fmla="*/ 277083 w 438150"/>
                <a:gd name="connsiteY2924" fmla="*/ 451295 h 790575"/>
                <a:gd name="connsiteX2925" fmla="*/ 278987 w 438150"/>
                <a:gd name="connsiteY2925" fmla="*/ 452819 h 790575"/>
                <a:gd name="connsiteX2926" fmla="*/ 279654 w 438150"/>
                <a:gd name="connsiteY2926" fmla="*/ 453676 h 790575"/>
                <a:gd name="connsiteX2927" fmla="*/ 278416 w 438150"/>
                <a:gd name="connsiteY2927" fmla="*/ 453580 h 790575"/>
                <a:gd name="connsiteX2928" fmla="*/ 278511 w 438150"/>
                <a:gd name="connsiteY2928" fmla="*/ 454057 h 790575"/>
                <a:gd name="connsiteX2929" fmla="*/ 284702 w 438150"/>
                <a:gd name="connsiteY2929" fmla="*/ 460057 h 790575"/>
                <a:gd name="connsiteX2930" fmla="*/ 285655 w 438150"/>
                <a:gd name="connsiteY2930" fmla="*/ 461581 h 790575"/>
                <a:gd name="connsiteX2931" fmla="*/ 286226 w 438150"/>
                <a:gd name="connsiteY2931" fmla="*/ 463963 h 790575"/>
                <a:gd name="connsiteX2932" fmla="*/ 286226 w 438150"/>
                <a:gd name="connsiteY2932" fmla="*/ 467392 h 790575"/>
                <a:gd name="connsiteX2933" fmla="*/ 286608 w 438150"/>
                <a:gd name="connsiteY2933" fmla="*/ 467963 h 790575"/>
                <a:gd name="connsiteX2934" fmla="*/ 288798 w 438150"/>
                <a:gd name="connsiteY2934" fmla="*/ 469773 h 790575"/>
                <a:gd name="connsiteX2935" fmla="*/ 292418 w 438150"/>
                <a:gd name="connsiteY2935" fmla="*/ 474536 h 790575"/>
                <a:gd name="connsiteX2936" fmla="*/ 293084 w 438150"/>
                <a:gd name="connsiteY2936" fmla="*/ 476060 h 790575"/>
                <a:gd name="connsiteX2937" fmla="*/ 293180 w 438150"/>
                <a:gd name="connsiteY2937" fmla="*/ 477298 h 790575"/>
                <a:gd name="connsiteX2938" fmla="*/ 293084 w 438150"/>
                <a:gd name="connsiteY2938" fmla="*/ 480060 h 790575"/>
                <a:gd name="connsiteX2939" fmla="*/ 293465 w 438150"/>
                <a:gd name="connsiteY2939" fmla="*/ 481108 h 790575"/>
                <a:gd name="connsiteX2940" fmla="*/ 293465 w 438150"/>
                <a:gd name="connsiteY2940" fmla="*/ 481108 h 790575"/>
                <a:gd name="connsiteX2941" fmla="*/ 294227 w 438150"/>
                <a:gd name="connsiteY2941" fmla="*/ 479870 h 790575"/>
                <a:gd name="connsiteX2942" fmla="*/ 294037 w 438150"/>
                <a:gd name="connsiteY2942" fmla="*/ 476821 h 790575"/>
                <a:gd name="connsiteX2943" fmla="*/ 293465 w 438150"/>
                <a:gd name="connsiteY2943" fmla="*/ 474726 h 790575"/>
                <a:gd name="connsiteX2944" fmla="*/ 291941 w 438150"/>
                <a:gd name="connsiteY2944" fmla="*/ 472440 h 790575"/>
                <a:gd name="connsiteX2945" fmla="*/ 289751 w 438150"/>
                <a:gd name="connsiteY2945" fmla="*/ 469297 h 790575"/>
                <a:gd name="connsiteX2946" fmla="*/ 287369 w 438150"/>
                <a:gd name="connsiteY2946" fmla="*/ 464630 h 790575"/>
                <a:gd name="connsiteX2947" fmla="*/ 286893 w 438150"/>
                <a:gd name="connsiteY2947" fmla="*/ 461963 h 790575"/>
                <a:gd name="connsiteX2948" fmla="*/ 286036 w 438150"/>
                <a:gd name="connsiteY2948" fmla="*/ 460153 h 790575"/>
                <a:gd name="connsiteX2949" fmla="*/ 285750 w 438150"/>
                <a:gd name="connsiteY2949" fmla="*/ 459772 h 790575"/>
                <a:gd name="connsiteX2950" fmla="*/ 284988 w 438150"/>
                <a:gd name="connsiteY2950" fmla="*/ 458914 h 790575"/>
                <a:gd name="connsiteX2951" fmla="*/ 282321 w 438150"/>
                <a:gd name="connsiteY2951" fmla="*/ 454723 h 790575"/>
                <a:gd name="connsiteX2952" fmla="*/ 281940 w 438150"/>
                <a:gd name="connsiteY2952" fmla="*/ 452628 h 790575"/>
                <a:gd name="connsiteX2953" fmla="*/ 283178 w 438150"/>
                <a:gd name="connsiteY2953" fmla="*/ 443865 h 790575"/>
                <a:gd name="connsiteX2954" fmla="*/ 283464 w 438150"/>
                <a:gd name="connsiteY2954" fmla="*/ 442817 h 790575"/>
                <a:gd name="connsiteX2955" fmla="*/ 284036 w 438150"/>
                <a:gd name="connsiteY2955" fmla="*/ 441770 h 790575"/>
                <a:gd name="connsiteX2956" fmla="*/ 285369 w 438150"/>
                <a:gd name="connsiteY2956" fmla="*/ 440627 h 790575"/>
                <a:gd name="connsiteX2957" fmla="*/ 285845 w 438150"/>
                <a:gd name="connsiteY2957" fmla="*/ 439864 h 790575"/>
                <a:gd name="connsiteX2958" fmla="*/ 285750 w 438150"/>
                <a:gd name="connsiteY2958" fmla="*/ 439388 h 790575"/>
                <a:gd name="connsiteX2959" fmla="*/ 285655 w 438150"/>
                <a:gd name="connsiteY2959" fmla="*/ 438817 h 790575"/>
                <a:gd name="connsiteX2960" fmla="*/ 285083 w 438150"/>
                <a:gd name="connsiteY2960" fmla="*/ 438150 h 790575"/>
                <a:gd name="connsiteX2961" fmla="*/ 283369 w 438150"/>
                <a:gd name="connsiteY2961" fmla="*/ 437293 h 790575"/>
                <a:gd name="connsiteX2962" fmla="*/ 282607 w 438150"/>
                <a:gd name="connsiteY2962" fmla="*/ 436531 h 790575"/>
                <a:gd name="connsiteX2963" fmla="*/ 282512 w 438150"/>
                <a:gd name="connsiteY2963" fmla="*/ 436150 h 790575"/>
                <a:gd name="connsiteX2964" fmla="*/ 282416 w 438150"/>
                <a:gd name="connsiteY2964" fmla="*/ 435293 h 790575"/>
                <a:gd name="connsiteX2965" fmla="*/ 282226 w 438150"/>
                <a:gd name="connsiteY2965" fmla="*/ 434816 h 790575"/>
                <a:gd name="connsiteX2966" fmla="*/ 281845 w 438150"/>
                <a:gd name="connsiteY2966" fmla="*/ 434435 h 790575"/>
                <a:gd name="connsiteX2967" fmla="*/ 280511 w 438150"/>
                <a:gd name="connsiteY2967" fmla="*/ 433673 h 790575"/>
                <a:gd name="connsiteX2968" fmla="*/ 276511 w 438150"/>
                <a:gd name="connsiteY2968" fmla="*/ 429578 h 790575"/>
                <a:gd name="connsiteX2969" fmla="*/ 274892 w 438150"/>
                <a:gd name="connsiteY2969" fmla="*/ 428435 h 790575"/>
                <a:gd name="connsiteX2970" fmla="*/ 271939 w 438150"/>
                <a:gd name="connsiteY2970" fmla="*/ 427482 h 790575"/>
                <a:gd name="connsiteX2971" fmla="*/ 271653 w 438150"/>
                <a:gd name="connsiteY2971" fmla="*/ 427196 h 790575"/>
                <a:gd name="connsiteX2972" fmla="*/ 271177 w 438150"/>
                <a:gd name="connsiteY2972" fmla="*/ 426815 h 790575"/>
                <a:gd name="connsiteX2973" fmla="*/ 270796 w 438150"/>
                <a:gd name="connsiteY2973" fmla="*/ 425958 h 790575"/>
                <a:gd name="connsiteX2974" fmla="*/ 270701 w 438150"/>
                <a:gd name="connsiteY2974" fmla="*/ 424815 h 790575"/>
                <a:gd name="connsiteX2975" fmla="*/ 270796 w 438150"/>
                <a:gd name="connsiteY2975" fmla="*/ 423672 h 790575"/>
                <a:gd name="connsiteX2976" fmla="*/ 271082 w 438150"/>
                <a:gd name="connsiteY2976" fmla="*/ 422815 h 790575"/>
                <a:gd name="connsiteX2977" fmla="*/ 271748 w 438150"/>
                <a:gd name="connsiteY2977" fmla="*/ 422243 h 790575"/>
                <a:gd name="connsiteX2978" fmla="*/ 271748 w 438150"/>
                <a:gd name="connsiteY2978" fmla="*/ 422243 h 790575"/>
                <a:gd name="connsiteX2979" fmla="*/ 272320 w 438150"/>
                <a:gd name="connsiteY2979" fmla="*/ 420529 h 790575"/>
                <a:gd name="connsiteX2980" fmla="*/ 272415 w 438150"/>
                <a:gd name="connsiteY2980" fmla="*/ 420053 h 790575"/>
                <a:gd name="connsiteX2981" fmla="*/ 272320 w 438150"/>
                <a:gd name="connsiteY2981" fmla="*/ 419386 h 790575"/>
                <a:gd name="connsiteX2982" fmla="*/ 272129 w 438150"/>
                <a:gd name="connsiteY2982" fmla="*/ 419005 h 790575"/>
                <a:gd name="connsiteX2983" fmla="*/ 271844 w 438150"/>
                <a:gd name="connsiteY2983" fmla="*/ 418719 h 790575"/>
                <a:gd name="connsiteX2984" fmla="*/ 271558 w 438150"/>
                <a:gd name="connsiteY2984" fmla="*/ 418147 h 790575"/>
                <a:gd name="connsiteX2985" fmla="*/ 271177 w 438150"/>
                <a:gd name="connsiteY2985" fmla="*/ 417005 h 790575"/>
                <a:gd name="connsiteX2986" fmla="*/ 270986 w 438150"/>
                <a:gd name="connsiteY2986" fmla="*/ 414909 h 790575"/>
                <a:gd name="connsiteX2987" fmla="*/ 270701 w 438150"/>
                <a:gd name="connsiteY2987" fmla="*/ 413671 h 790575"/>
                <a:gd name="connsiteX2988" fmla="*/ 270415 w 438150"/>
                <a:gd name="connsiteY2988" fmla="*/ 413099 h 790575"/>
                <a:gd name="connsiteX2989" fmla="*/ 270225 w 438150"/>
                <a:gd name="connsiteY2989" fmla="*/ 412528 h 790575"/>
                <a:gd name="connsiteX2990" fmla="*/ 270320 w 438150"/>
                <a:gd name="connsiteY2990" fmla="*/ 411956 h 790575"/>
                <a:gd name="connsiteX2991" fmla="*/ 270891 w 438150"/>
                <a:gd name="connsiteY2991" fmla="*/ 411289 h 790575"/>
                <a:gd name="connsiteX2992" fmla="*/ 270986 w 438150"/>
                <a:gd name="connsiteY2992" fmla="*/ 411099 h 790575"/>
                <a:gd name="connsiteX2993" fmla="*/ 270891 w 438150"/>
                <a:gd name="connsiteY2993" fmla="*/ 410909 h 790575"/>
                <a:gd name="connsiteX2994" fmla="*/ 270415 w 438150"/>
                <a:gd name="connsiteY2994" fmla="*/ 410528 h 790575"/>
                <a:gd name="connsiteX2995" fmla="*/ 270320 w 438150"/>
                <a:gd name="connsiteY2995" fmla="*/ 410337 h 790575"/>
                <a:gd name="connsiteX2996" fmla="*/ 270415 w 438150"/>
                <a:gd name="connsiteY2996" fmla="*/ 410146 h 790575"/>
                <a:gd name="connsiteX2997" fmla="*/ 270701 w 438150"/>
                <a:gd name="connsiteY2997" fmla="*/ 409956 h 790575"/>
                <a:gd name="connsiteX2998" fmla="*/ 271082 w 438150"/>
                <a:gd name="connsiteY2998" fmla="*/ 409765 h 790575"/>
                <a:gd name="connsiteX2999" fmla="*/ 271367 w 438150"/>
                <a:gd name="connsiteY2999" fmla="*/ 409575 h 790575"/>
                <a:gd name="connsiteX3000" fmla="*/ 271558 w 438150"/>
                <a:gd name="connsiteY3000" fmla="*/ 409289 h 790575"/>
                <a:gd name="connsiteX3001" fmla="*/ 271558 w 438150"/>
                <a:gd name="connsiteY3001" fmla="*/ 409004 h 790575"/>
                <a:gd name="connsiteX3002" fmla="*/ 271558 w 438150"/>
                <a:gd name="connsiteY3002" fmla="*/ 409004 h 790575"/>
                <a:gd name="connsiteX3003" fmla="*/ 270701 w 438150"/>
                <a:gd name="connsiteY3003" fmla="*/ 408432 h 790575"/>
                <a:gd name="connsiteX3004" fmla="*/ 270225 w 438150"/>
                <a:gd name="connsiteY3004" fmla="*/ 407765 h 790575"/>
                <a:gd name="connsiteX3005" fmla="*/ 269367 w 438150"/>
                <a:gd name="connsiteY3005" fmla="*/ 406051 h 790575"/>
                <a:gd name="connsiteX3006" fmla="*/ 266986 w 438150"/>
                <a:gd name="connsiteY3006" fmla="*/ 403288 h 790575"/>
                <a:gd name="connsiteX3007" fmla="*/ 265938 w 438150"/>
                <a:gd name="connsiteY3007" fmla="*/ 401479 h 790575"/>
                <a:gd name="connsiteX3008" fmla="*/ 263176 w 438150"/>
                <a:gd name="connsiteY3008" fmla="*/ 394145 h 790575"/>
                <a:gd name="connsiteX3009" fmla="*/ 263081 w 438150"/>
                <a:gd name="connsiteY3009" fmla="*/ 394049 h 790575"/>
                <a:gd name="connsiteX3010" fmla="*/ 262985 w 438150"/>
                <a:gd name="connsiteY3010" fmla="*/ 390239 h 790575"/>
                <a:gd name="connsiteX3011" fmla="*/ 263366 w 438150"/>
                <a:gd name="connsiteY3011" fmla="*/ 387001 h 790575"/>
                <a:gd name="connsiteX3012" fmla="*/ 263176 w 438150"/>
                <a:gd name="connsiteY3012" fmla="*/ 382905 h 790575"/>
                <a:gd name="connsiteX3013" fmla="*/ 263176 w 438150"/>
                <a:gd name="connsiteY3013" fmla="*/ 382714 h 790575"/>
                <a:gd name="connsiteX3014" fmla="*/ 263176 w 438150"/>
                <a:gd name="connsiteY3014" fmla="*/ 382048 h 790575"/>
                <a:gd name="connsiteX3015" fmla="*/ 263176 w 438150"/>
                <a:gd name="connsiteY3015" fmla="*/ 381667 h 790575"/>
                <a:gd name="connsiteX3016" fmla="*/ 262985 w 438150"/>
                <a:gd name="connsiteY3016" fmla="*/ 381190 h 790575"/>
                <a:gd name="connsiteX3017" fmla="*/ 262414 w 438150"/>
                <a:gd name="connsiteY3017" fmla="*/ 380238 h 790575"/>
                <a:gd name="connsiteX3018" fmla="*/ 262319 w 438150"/>
                <a:gd name="connsiteY3018" fmla="*/ 379667 h 790575"/>
                <a:gd name="connsiteX3019" fmla="*/ 263271 w 438150"/>
                <a:gd name="connsiteY3019" fmla="*/ 378428 h 790575"/>
                <a:gd name="connsiteX3020" fmla="*/ 265367 w 438150"/>
                <a:gd name="connsiteY3020" fmla="*/ 378238 h 790575"/>
                <a:gd name="connsiteX3021" fmla="*/ 269653 w 438150"/>
                <a:gd name="connsiteY3021" fmla="*/ 378619 h 790575"/>
                <a:gd name="connsiteX3022" fmla="*/ 272891 w 438150"/>
                <a:gd name="connsiteY3022" fmla="*/ 378333 h 790575"/>
                <a:gd name="connsiteX3023" fmla="*/ 273939 w 438150"/>
                <a:gd name="connsiteY3023" fmla="*/ 377952 h 790575"/>
                <a:gd name="connsiteX3024" fmla="*/ 276416 w 438150"/>
                <a:gd name="connsiteY3024" fmla="*/ 376523 h 790575"/>
                <a:gd name="connsiteX3025" fmla="*/ 277368 w 438150"/>
                <a:gd name="connsiteY3025" fmla="*/ 376238 h 790575"/>
                <a:gd name="connsiteX3026" fmla="*/ 275463 w 438150"/>
                <a:gd name="connsiteY3026" fmla="*/ 374999 h 790575"/>
                <a:gd name="connsiteX3027" fmla="*/ 274320 w 438150"/>
                <a:gd name="connsiteY3027" fmla="*/ 373856 h 790575"/>
                <a:gd name="connsiteX3028" fmla="*/ 274415 w 438150"/>
                <a:gd name="connsiteY3028" fmla="*/ 372713 h 790575"/>
                <a:gd name="connsiteX3029" fmla="*/ 276130 w 438150"/>
                <a:gd name="connsiteY3029" fmla="*/ 371380 h 790575"/>
                <a:gd name="connsiteX3030" fmla="*/ 281464 w 438150"/>
                <a:gd name="connsiteY3030" fmla="*/ 368808 h 790575"/>
                <a:gd name="connsiteX3031" fmla="*/ 282702 w 438150"/>
                <a:gd name="connsiteY3031" fmla="*/ 367760 h 790575"/>
                <a:gd name="connsiteX3032" fmla="*/ 282893 w 438150"/>
                <a:gd name="connsiteY3032" fmla="*/ 367284 h 790575"/>
                <a:gd name="connsiteX3033" fmla="*/ 282988 w 438150"/>
                <a:gd name="connsiteY3033" fmla="*/ 366141 h 790575"/>
                <a:gd name="connsiteX3034" fmla="*/ 283083 w 438150"/>
                <a:gd name="connsiteY3034" fmla="*/ 365570 h 790575"/>
                <a:gd name="connsiteX3035" fmla="*/ 283369 w 438150"/>
                <a:gd name="connsiteY3035" fmla="*/ 365093 h 790575"/>
                <a:gd name="connsiteX3036" fmla="*/ 284321 w 438150"/>
                <a:gd name="connsiteY3036" fmla="*/ 363950 h 790575"/>
                <a:gd name="connsiteX3037" fmla="*/ 284702 w 438150"/>
                <a:gd name="connsiteY3037" fmla="*/ 362998 h 790575"/>
                <a:gd name="connsiteX3038" fmla="*/ 285655 w 438150"/>
                <a:gd name="connsiteY3038" fmla="*/ 360045 h 790575"/>
                <a:gd name="connsiteX3039" fmla="*/ 286608 w 438150"/>
                <a:gd name="connsiteY3039" fmla="*/ 358330 h 790575"/>
                <a:gd name="connsiteX3040" fmla="*/ 287941 w 438150"/>
                <a:gd name="connsiteY3040" fmla="*/ 356997 h 790575"/>
                <a:gd name="connsiteX3041" fmla="*/ 290989 w 438150"/>
                <a:gd name="connsiteY3041" fmla="*/ 354616 h 790575"/>
                <a:gd name="connsiteX3042" fmla="*/ 291751 w 438150"/>
                <a:gd name="connsiteY3042" fmla="*/ 353759 h 790575"/>
                <a:gd name="connsiteX3043" fmla="*/ 291941 w 438150"/>
                <a:gd name="connsiteY3043" fmla="*/ 353092 h 790575"/>
                <a:gd name="connsiteX3044" fmla="*/ 291941 w 438150"/>
                <a:gd name="connsiteY3044" fmla="*/ 352330 h 790575"/>
                <a:gd name="connsiteX3045" fmla="*/ 292132 w 438150"/>
                <a:gd name="connsiteY3045" fmla="*/ 351092 h 790575"/>
                <a:gd name="connsiteX3046" fmla="*/ 292513 w 438150"/>
                <a:gd name="connsiteY3046" fmla="*/ 350234 h 790575"/>
                <a:gd name="connsiteX3047" fmla="*/ 293656 w 438150"/>
                <a:gd name="connsiteY3047" fmla="*/ 348710 h 790575"/>
                <a:gd name="connsiteX3048" fmla="*/ 294037 w 438150"/>
                <a:gd name="connsiteY3048" fmla="*/ 347853 h 790575"/>
                <a:gd name="connsiteX3049" fmla="*/ 294132 w 438150"/>
                <a:gd name="connsiteY3049" fmla="*/ 346805 h 790575"/>
                <a:gd name="connsiteX3050" fmla="*/ 294132 w 438150"/>
                <a:gd name="connsiteY3050" fmla="*/ 346138 h 790575"/>
                <a:gd name="connsiteX3051" fmla="*/ 294132 w 438150"/>
                <a:gd name="connsiteY3051" fmla="*/ 345853 h 790575"/>
                <a:gd name="connsiteX3052" fmla="*/ 294418 w 438150"/>
                <a:gd name="connsiteY3052" fmla="*/ 344996 h 790575"/>
                <a:gd name="connsiteX3053" fmla="*/ 295275 w 438150"/>
                <a:gd name="connsiteY3053" fmla="*/ 344138 h 790575"/>
                <a:gd name="connsiteX3054" fmla="*/ 296133 w 438150"/>
                <a:gd name="connsiteY3054" fmla="*/ 343757 h 790575"/>
                <a:gd name="connsiteX3055" fmla="*/ 298037 w 438150"/>
                <a:gd name="connsiteY3055" fmla="*/ 343186 h 790575"/>
                <a:gd name="connsiteX3056" fmla="*/ 298895 w 438150"/>
                <a:gd name="connsiteY3056" fmla="*/ 342614 h 790575"/>
                <a:gd name="connsiteX3057" fmla="*/ 299561 w 438150"/>
                <a:gd name="connsiteY3057" fmla="*/ 342043 h 790575"/>
                <a:gd name="connsiteX3058" fmla="*/ 303181 w 438150"/>
                <a:gd name="connsiteY3058" fmla="*/ 338995 h 790575"/>
                <a:gd name="connsiteX3059" fmla="*/ 304895 w 438150"/>
                <a:gd name="connsiteY3059" fmla="*/ 338042 h 790575"/>
                <a:gd name="connsiteX3060" fmla="*/ 305943 w 438150"/>
                <a:gd name="connsiteY3060" fmla="*/ 337661 h 790575"/>
                <a:gd name="connsiteX3061" fmla="*/ 309086 w 438150"/>
                <a:gd name="connsiteY3061" fmla="*/ 337185 h 790575"/>
                <a:gd name="connsiteX3062" fmla="*/ 311468 w 438150"/>
                <a:gd name="connsiteY3062" fmla="*/ 336423 h 790575"/>
                <a:gd name="connsiteX3063" fmla="*/ 313087 w 438150"/>
                <a:gd name="connsiteY3063" fmla="*/ 335947 h 790575"/>
                <a:gd name="connsiteX3064" fmla="*/ 316706 w 438150"/>
                <a:gd name="connsiteY3064" fmla="*/ 335947 h 790575"/>
                <a:gd name="connsiteX3065" fmla="*/ 317850 w 438150"/>
                <a:gd name="connsiteY3065" fmla="*/ 335852 h 790575"/>
                <a:gd name="connsiteX3066" fmla="*/ 318802 w 438150"/>
                <a:gd name="connsiteY3066" fmla="*/ 335471 h 790575"/>
                <a:gd name="connsiteX3067" fmla="*/ 320231 w 438150"/>
                <a:gd name="connsiteY3067" fmla="*/ 334423 h 790575"/>
                <a:gd name="connsiteX3068" fmla="*/ 320993 w 438150"/>
                <a:gd name="connsiteY3068" fmla="*/ 334232 h 790575"/>
                <a:gd name="connsiteX3069" fmla="*/ 321183 w 438150"/>
                <a:gd name="connsiteY3069" fmla="*/ 334328 h 790575"/>
                <a:gd name="connsiteX3070" fmla="*/ 321469 w 438150"/>
                <a:gd name="connsiteY3070" fmla="*/ 334613 h 790575"/>
                <a:gd name="connsiteX3071" fmla="*/ 321850 w 438150"/>
                <a:gd name="connsiteY3071" fmla="*/ 334899 h 790575"/>
                <a:gd name="connsiteX3072" fmla="*/ 322421 w 438150"/>
                <a:gd name="connsiteY3072" fmla="*/ 334994 h 790575"/>
                <a:gd name="connsiteX3073" fmla="*/ 322802 w 438150"/>
                <a:gd name="connsiteY3073" fmla="*/ 334804 h 790575"/>
                <a:gd name="connsiteX3074" fmla="*/ 324803 w 438150"/>
                <a:gd name="connsiteY3074" fmla="*/ 333470 h 790575"/>
                <a:gd name="connsiteX3075" fmla="*/ 326803 w 438150"/>
                <a:gd name="connsiteY3075" fmla="*/ 332422 h 790575"/>
                <a:gd name="connsiteX3076" fmla="*/ 327660 w 438150"/>
                <a:gd name="connsiteY3076" fmla="*/ 332232 h 790575"/>
                <a:gd name="connsiteX3077" fmla="*/ 328613 w 438150"/>
                <a:gd name="connsiteY3077" fmla="*/ 332518 h 790575"/>
                <a:gd name="connsiteX3078" fmla="*/ 329279 w 438150"/>
                <a:gd name="connsiteY3078" fmla="*/ 332994 h 790575"/>
                <a:gd name="connsiteX3079" fmla="*/ 330041 w 438150"/>
                <a:gd name="connsiteY3079" fmla="*/ 333185 h 790575"/>
                <a:gd name="connsiteX3080" fmla="*/ 331089 w 438150"/>
                <a:gd name="connsiteY3080" fmla="*/ 332613 h 790575"/>
                <a:gd name="connsiteX3081" fmla="*/ 331375 w 438150"/>
                <a:gd name="connsiteY3081" fmla="*/ 332232 h 790575"/>
                <a:gd name="connsiteX3082" fmla="*/ 331470 w 438150"/>
                <a:gd name="connsiteY3082" fmla="*/ 331756 h 790575"/>
                <a:gd name="connsiteX3083" fmla="*/ 331661 w 438150"/>
                <a:gd name="connsiteY3083" fmla="*/ 331375 h 790575"/>
                <a:gd name="connsiteX3084" fmla="*/ 332137 w 438150"/>
                <a:gd name="connsiteY3084" fmla="*/ 331089 h 790575"/>
                <a:gd name="connsiteX3085" fmla="*/ 332708 w 438150"/>
                <a:gd name="connsiteY3085" fmla="*/ 331089 h 790575"/>
                <a:gd name="connsiteX3086" fmla="*/ 333185 w 438150"/>
                <a:gd name="connsiteY3086" fmla="*/ 331280 h 790575"/>
                <a:gd name="connsiteX3087" fmla="*/ 333661 w 438150"/>
                <a:gd name="connsiteY3087" fmla="*/ 331565 h 790575"/>
                <a:gd name="connsiteX3088" fmla="*/ 333946 w 438150"/>
                <a:gd name="connsiteY3088" fmla="*/ 331946 h 790575"/>
                <a:gd name="connsiteX3089" fmla="*/ 334042 w 438150"/>
                <a:gd name="connsiteY3089" fmla="*/ 332518 h 790575"/>
                <a:gd name="connsiteX3090" fmla="*/ 333946 w 438150"/>
                <a:gd name="connsiteY3090" fmla="*/ 333756 h 790575"/>
                <a:gd name="connsiteX3091" fmla="*/ 334137 w 438150"/>
                <a:gd name="connsiteY3091" fmla="*/ 334232 h 790575"/>
                <a:gd name="connsiteX3092" fmla="*/ 334518 w 438150"/>
                <a:gd name="connsiteY3092" fmla="*/ 334423 h 790575"/>
                <a:gd name="connsiteX3093" fmla="*/ 336328 w 438150"/>
                <a:gd name="connsiteY3093" fmla="*/ 334518 h 790575"/>
                <a:gd name="connsiteX3094" fmla="*/ 339376 w 438150"/>
                <a:gd name="connsiteY3094" fmla="*/ 335280 h 790575"/>
                <a:gd name="connsiteX3095" fmla="*/ 340424 w 438150"/>
                <a:gd name="connsiteY3095" fmla="*/ 335375 h 790575"/>
                <a:gd name="connsiteX3096" fmla="*/ 341090 w 438150"/>
                <a:gd name="connsiteY3096" fmla="*/ 335280 h 790575"/>
                <a:gd name="connsiteX3097" fmla="*/ 341471 w 438150"/>
                <a:gd name="connsiteY3097" fmla="*/ 335185 h 790575"/>
                <a:gd name="connsiteX3098" fmla="*/ 341948 w 438150"/>
                <a:gd name="connsiteY3098" fmla="*/ 335185 h 790575"/>
                <a:gd name="connsiteX3099" fmla="*/ 342710 w 438150"/>
                <a:gd name="connsiteY3099" fmla="*/ 335471 h 790575"/>
                <a:gd name="connsiteX3100" fmla="*/ 343281 w 438150"/>
                <a:gd name="connsiteY3100" fmla="*/ 335852 h 790575"/>
                <a:gd name="connsiteX3101" fmla="*/ 343758 w 438150"/>
                <a:gd name="connsiteY3101" fmla="*/ 336232 h 790575"/>
                <a:gd name="connsiteX3102" fmla="*/ 344329 w 438150"/>
                <a:gd name="connsiteY3102" fmla="*/ 336613 h 790575"/>
                <a:gd name="connsiteX3103" fmla="*/ 345091 w 438150"/>
                <a:gd name="connsiteY3103" fmla="*/ 336804 h 790575"/>
                <a:gd name="connsiteX3104" fmla="*/ 346043 w 438150"/>
                <a:gd name="connsiteY3104" fmla="*/ 336709 h 790575"/>
                <a:gd name="connsiteX3105" fmla="*/ 346329 w 438150"/>
                <a:gd name="connsiteY3105" fmla="*/ 336423 h 790575"/>
                <a:gd name="connsiteX3106" fmla="*/ 346425 w 438150"/>
                <a:gd name="connsiteY3106" fmla="*/ 336042 h 790575"/>
                <a:gd name="connsiteX3107" fmla="*/ 346901 w 438150"/>
                <a:gd name="connsiteY3107" fmla="*/ 335566 h 790575"/>
                <a:gd name="connsiteX3108" fmla="*/ 349758 w 438150"/>
                <a:gd name="connsiteY3108" fmla="*/ 335471 h 790575"/>
                <a:gd name="connsiteX3109" fmla="*/ 351187 w 438150"/>
                <a:gd name="connsiteY3109" fmla="*/ 336709 h 790575"/>
                <a:gd name="connsiteX3110" fmla="*/ 352996 w 438150"/>
                <a:gd name="connsiteY3110" fmla="*/ 336328 h 790575"/>
                <a:gd name="connsiteX3111" fmla="*/ 353473 w 438150"/>
                <a:gd name="connsiteY3111" fmla="*/ 336137 h 790575"/>
                <a:gd name="connsiteX3112" fmla="*/ 353473 w 438150"/>
                <a:gd name="connsiteY3112" fmla="*/ 336137 h 790575"/>
                <a:gd name="connsiteX3113" fmla="*/ 354997 w 438150"/>
                <a:gd name="connsiteY3113" fmla="*/ 335375 h 790575"/>
                <a:gd name="connsiteX3114" fmla="*/ 356902 w 438150"/>
                <a:gd name="connsiteY3114" fmla="*/ 334804 h 790575"/>
                <a:gd name="connsiteX3115" fmla="*/ 357188 w 438150"/>
                <a:gd name="connsiteY3115" fmla="*/ 334994 h 790575"/>
                <a:gd name="connsiteX3116" fmla="*/ 357473 w 438150"/>
                <a:gd name="connsiteY3116" fmla="*/ 335280 h 790575"/>
                <a:gd name="connsiteX3117" fmla="*/ 357854 w 438150"/>
                <a:gd name="connsiteY3117" fmla="*/ 335566 h 790575"/>
                <a:gd name="connsiteX3118" fmla="*/ 358521 w 438150"/>
                <a:gd name="connsiteY3118" fmla="*/ 335566 h 790575"/>
                <a:gd name="connsiteX3119" fmla="*/ 358902 w 438150"/>
                <a:gd name="connsiteY3119" fmla="*/ 335375 h 790575"/>
                <a:gd name="connsiteX3120" fmla="*/ 360236 w 438150"/>
                <a:gd name="connsiteY3120" fmla="*/ 333946 h 790575"/>
                <a:gd name="connsiteX3121" fmla="*/ 360331 w 438150"/>
                <a:gd name="connsiteY3121" fmla="*/ 333661 h 790575"/>
                <a:gd name="connsiteX3122" fmla="*/ 360426 w 438150"/>
                <a:gd name="connsiteY3122" fmla="*/ 333470 h 790575"/>
                <a:gd name="connsiteX3123" fmla="*/ 360902 w 438150"/>
                <a:gd name="connsiteY3123" fmla="*/ 333470 h 790575"/>
                <a:gd name="connsiteX3124" fmla="*/ 360712 w 438150"/>
                <a:gd name="connsiteY3124" fmla="*/ 333661 h 790575"/>
                <a:gd name="connsiteX3125" fmla="*/ 360712 w 438150"/>
                <a:gd name="connsiteY3125" fmla="*/ 334137 h 790575"/>
                <a:gd name="connsiteX3126" fmla="*/ 360998 w 438150"/>
                <a:gd name="connsiteY3126" fmla="*/ 334613 h 790575"/>
                <a:gd name="connsiteX3127" fmla="*/ 361664 w 438150"/>
                <a:gd name="connsiteY3127" fmla="*/ 334804 h 790575"/>
                <a:gd name="connsiteX3128" fmla="*/ 362617 w 438150"/>
                <a:gd name="connsiteY3128" fmla="*/ 334518 h 790575"/>
                <a:gd name="connsiteX3129" fmla="*/ 363284 w 438150"/>
                <a:gd name="connsiteY3129" fmla="*/ 333946 h 790575"/>
                <a:gd name="connsiteX3130" fmla="*/ 364046 w 438150"/>
                <a:gd name="connsiteY3130" fmla="*/ 333565 h 790575"/>
                <a:gd name="connsiteX3131" fmla="*/ 365284 w 438150"/>
                <a:gd name="connsiteY3131" fmla="*/ 333661 h 790575"/>
                <a:gd name="connsiteX3132" fmla="*/ 368141 w 438150"/>
                <a:gd name="connsiteY3132" fmla="*/ 334804 h 790575"/>
                <a:gd name="connsiteX3133" fmla="*/ 374142 w 438150"/>
                <a:gd name="connsiteY3133" fmla="*/ 335661 h 790575"/>
                <a:gd name="connsiteX3134" fmla="*/ 374523 w 438150"/>
                <a:gd name="connsiteY3134" fmla="*/ 335852 h 790575"/>
                <a:gd name="connsiteX3135" fmla="*/ 374904 w 438150"/>
                <a:gd name="connsiteY3135" fmla="*/ 335947 h 790575"/>
                <a:gd name="connsiteX3136" fmla="*/ 375190 w 438150"/>
                <a:gd name="connsiteY3136" fmla="*/ 335947 h 790575"/>
                <a:gd name="connsiteX3137" fmla="*/ 375380 w 438150"/>
                <a:gd name="connsiteY3137" fmla="*/ 335947 h 790575"/>
                <a:gd name="connsiteX3138" fmla="*/ 375666 w 438150"/>
                <a:gd name="connsiteY3138" fmla="*/ 335756 h 790575"/>
                <a:gd name="connsiteX3139" fmla="*/ 376047 w 438150"/>
                <a:gd name="connsiteY3139" fmla="*/ 335471 h 790575"/>
                <a:gd name="connsiteX3140" fmla="*/ 376428 w 438150"/>
                <a:gd name="connsiteY3140" fmla="*/ 335185 h 790575"/>
                <a:gd name="connsiteX3141" fmla="*/ 377000 w 438150"/>
                <a:gd name="connsiteY3141" fmla="*/ 334994 h 790575"/>
                <a:gd name="connsiteX3142" fmla="*/ 377952 w 438150"/>
                <a:gd name="connsiteY3142" fmla="*/ 335185 h 790575"/>
                <a:gd name="connsiteX3143" fmla="*/ 378809 w 438150"/>
                <a:gd name="connsiteY3143" fmla="*/ 335566 h 790575"/>
                <a:gd name="connsiteX3144" fmla="*/ 379667 w 438150"/>
                <a:gd name="connsiteY3144" fmla="*/ 335756 h 790575"/>
                <a:gd name="connsiteX3145" fmla="*/ 380714 w 438150"/>
                <a:gd name="connsiteY3145" fmla="*/ 335280 h 790575"/>
                <a:gd name="connsiteX3146" fmla="*/ 381286 w 438150"/>
                <a:gd name="connsiteY3146" fmla="*/ 334613 h 790575"/>
                <a:gd name="connsiteX3147" fmla="*/ 381762 w 438150"/>
                <a:gd name="connsiteY3147" fmla="*/ 333756 h 790575"/>
                <a:gd name="connsiteX3148" fmla="*/ 382334 w 438150"/>
                <a:gd name="connsiteY3148" fmla="*/ 332994 h 790575"/>
                <a:gd name="connsiteX3149" fmla="*/ 383191 w 438150"/>
                <a:gd name="connsiteY3149" fmla="*/ 332518 h 790575"/>
                <a:gd name="connsiteX3150" fmla="*/ 384048 w 438150"/>
                <a:gd name="connsiteY3150" fmla="*/ 332518 h 790575"/>
                <a:gd name="connsiteX3151" fmla="*/ 385382 w 438150"/>
                <a:gd name="connsiteY3151" fmla="*/ 333089 h 790575"/>
                <a:gd name="connsiteX3152" fmla="*/ 386239 w 438150"/>
                <a:gd name="connsiteY3152" fmla="*/ 333089 h 790575"/>
                <a:gd name="connsiteX3153" fmla="*/ 386620 w 438150"/>
                <a:gd name="connsiteY3153" fmla="*/ 332804 h 790575"/>
                <a:gd name="connsiteX3154" fmla="*/ 387096 w 438150"/>
                <a:gd name="connsiteY3154" fmla="*/ 331946 h 790575"/>
                <a:gd name="connsiteX3155" fmla="*/ 387572 w 438150"/>
                <a:gd name="connsiteY3155" fmla="*/ 331756 h 790575"/>
                <a:gd name="connsiteX3156" fmla="*/ 387953 w 438150"/>
                <a:gd name="connsiteY3156" fmla="*/ 331946 h 790575"/>
                <a:gd name="connsiteX3157" fmla="*/ 388239 w 438150"/>
                <a:gd name="connsiteY3157" fmla="*/ 332899 h 790575"/>
                <a:gd name="connsiteX3158" fmla="*/ 388620 w 438150"/>
                <a:gd name="connsiteY3158" fmla="*/ 333185 h 790575"/>
                <a:gd name="connsiteX3159" fmla="*/ 389382 w 438150"/>
                <a:gd name="connsiteY3159" fmla="*/ 332994 h 790575"/>
                <a:gd name="connsiteX3160" fmla="*/ 391001 w 438150"/>
                <a:gd name="connsiteY3160" fmla="*/ 331756 h 790575"/>
                <a:gd name="connsiteX3161" fmla="*/ 391763 w 438150"/>
                <a:gd name="connsiteY3161" fmla="*/ 331375 h 790575"/>
                <a:gd name="connsiteX3162" fmla="*/ 392621 w 438150"/>
                <a:gd name="connsiteY3162" fmla="*/ 331470 h 790575"/>
                <a:gd name="connsiteX3163" fmla="*/ 393383 w 438150"/>
                <a:gd name="connsiteY3163" fmla="*/ 331946 h 790575"/>
                <a:gd name="connsiteX3164" fmla="*/ 394050 w 438150"/>
                <a:gd name="connsiteY3164" fmla="*/ 332518 h 790575"/>
                <a:gd name="connsiteX3165" fmla="*/ 394907 w 438150"/>
                <a:gd name="connsiteY3165" fmla="*/ 332994 h 790575"/>
                <a:gd name="connsiteX3166" fmla="*/ 395288 w 438150"/>
                <a:gd name="connsiteY3166" fmla="*/ 332994 h 790575"/>
                <a:gd name="connsiteX3167" fmla="*/ 396240 w 438150"/>
                <a:gd name="connsiteY3167" fmla="*/ 332804 h 790575"/>
                <a:gd name="connsiteX3168" fmla="*/ 396716 w 438150"/>
                <a:gd name="connsiteY3168" fmla="*/ 332804 h 790575"/>
                <a:gd name="connsiteX3169" fmla="*/ 397097 w 438150"/>
                <a:gd name="connsiteY3169" fmla="*/ 332994 h 790575"/>
                <a:gd name="connsiteX3170" fmla="*/ 397955 w 438150"/>
                <a:gd name="connsiteY3170" fmla="*/ 333565 h 790575"/>
                <a:gd name="connsiteX3171" fmla="*/ 398336 w 438150"/>
                <a:gd name="connsiteY3171" fmla="*/ 333756 h 790575"/>
                <a:gd name="connsiteX3172" fmla="*/ 399288 w 438150"/>
                <a:gd name="connsiteY3172" fmla="*/ 333946 h 790575"/>
                <a:gd name="connsiteX3173" fmla="*/ 401384 w 438150"/>
                <a:gd name="connsiteY3173" fmla="*/ 334328 h 790575"/>
                <a:gd name="connsiteX3174" fmla="*/ 402336 w 438150"/>
                <a:gd name="connsiteY3174" fmla="*/ 334613 h 790575"/>
                <a:gd name="connsiteX3175" fmla="*/ 402622 w 438150"/>
                <a:gd name="connsiteY3175" fmla="*/ 335280 h 790575"/>
                <a:gd name="connsiteX3176" fmla="*/ 402622 w 438150"/>
                <a:gd name="connsiteY3176" fmla="*/ 336042 h 790575"/>
                <a:gd name="connsiteX3177" fmla="*/ 402336 w 438150"/>
                <a:gd name="connsiteY3177" fmla="*/ 338519 h 790575"/>
                <a:gd name="connsiteX3178" fmla="*/ 402431 w 438150"/>
                <a:gd name="connsiteY3178" fmla="*/ 338995 h 790575"/>
                <a:gd name="connsiteX3179" fmla="*/ 404146 w 438150"/>
                <a:gd name="connsiteY3179" fmla="*/ 342138 h 790575"/>
                <a:gd name="connsiteX3180" fmla="*/ 405098 w 438150"/>
                <a:gd name="connsiteY3180" fmla="*/ 343186 h 790575"/>
                <a:gd name="connsiteX3181" fmla="*/ 406241 w 438150"/>
                <a:gd name="connsiteY3181" fmla="*/ 343757 h 790575"/>
                <a:gd name="connsiteX3182" fmla="*/ 409099 w 438150"/>
                <a:gd name="connsiteY3182" fmla="*/ 342900 h 790575"/>
                <a:gd name="connsiteX3183" fmla="*/ 410718 w 438150"/>
                <a:gd name="connsiteY3183" fmla="*/ 340233 h 790575"/>
                <a:gd name="connsiteX3184" fmla="*/ 411956 w 438150"/>
                <a:gd name="connsiteY3184" fmla="*/ 337566 h 790575"/>
                <a:gd name="connsiteX3185" fmla="*/ 413480 w 438150"/>
                <a:gd name="connsiteY3185" fmla="*/ 336709 h 790575"/>
                <a:gd name="connsiteX3186" fmla="*/ 414242 w 438150"/>
                <a:gd name="connsiteY3186" fmla="*/ 336709 h 790575"/>
                <a:gd name="connsiteX3187" fmla="*/ 417005 w 438150"/>
                <a:gd name="connsiteY3187" fmla="*/ 336042 h 790575"/>
                <a:gd name="connsiteX3188" fmla="*/ 417957 w 438150"/>
                <a:gd name="connsiteY3188" fmla="*/ 335661 h 790575"/>
                <a:gd name="connsiteX3189" fmla="*/ 418338 w 438150"/>
                <a:gd name="connsiteY3189" fmla="*/ 335280 h 790575"/>
                <a:gd name="connsiteX3190" fmla="*/ 419005 w 438150"/>
                <a:gd name="connsiteY3190" fmla="*/ 334137 h 790575"/>
                <a:gd name="connsiteX3191" fmla="*/ 419386 w 438150"/>
                <a:gd name="connsiteY3191" fmla="*/ 333851 h 790575"/>
                <a:gd name="connsiteX3192" fmla="*/ 419862 w 438150"/>
                <a:gd name="connsiteY3192" fmla="*/ 333851 h 790575"/>
                <a:gd name="connsiteX3193" fmla="*/ 420815 w 438150"/>
                <a:gd name="connsiteY3193" fmla="*/ 334518 h 790575"/>
                <a:gd name="connsiteX3194" fmla="*/ 421481 w 438150"/>
                <a:gd name="connsiteY3194" fmla="*/ 334518 h 790575"/>
                <a:gd name="connsiteX3195" fmla="*/ 421767 w 438150"/>
                <a:gd name="connsiteY3195" fmla="*/ 334232 h 790575"/>
                <a:gd name="connsiteX3196" fmla="*/ 422720 w 438150"/>
                <a:gd name="connsiteY3196" fmla="*/ 333280 h 790575"/>
                <a:gd name="connsiteX3197" fmla="*/ 423101 w 438150"/>
                <a:gd name="connsiteY3197" fmla="*/ 332899 h 790575"/>
                <a:gd name="connsiteX3198" fmla="*/ 423672 w 438150"/>
                <a:gd name="connsiteY3198" fmla="*/ 332708 h 790575"/>
                <a:gd name="connsiteX3199" fmla="*/ 425101 w 438150"/>
                <a:gd name="connsiteY3199" fmla="*/ 332422 h 790575"/>
                <a:gd name="connsiteX3200" fmla="*/ 425672 w 438150"/>
                <a:gd name="connsiteY3200" fmla="*/ 332137 h 790575"/>
                <a:gd name="connsiteX3201" fmla="*/ 425863 w 438150"/>
                <a:gd name="connsiteY3201" fmla="*/ 331756 h 790575"/>
                <a:gd name="connsiteX3202" fmla="*/ 426339 w 438150"/>
                <a:gd name="connsiteY3202" fmla="*/ 330518 h 790575"/>
                <a:gd name="connsiteX3203" fmla="*/ 426625 w 438150"/>
                <a:gd name="connsiteY3203" fmla="*/ 329946 h 790575"/>
                <a:gd name="connsiteX3204" fmla="*/ 427006 w 438150"/>
                <a:gd name="connsiteY3204" fmla="*/ 329565 h 790575"/>
                <a:gd name="connsiteX3205" fmla="*/ 428244 w 438150"/>
                <a:gd name="connsiteY3205" fmla="*/ 328422 h 790575"/>
                <a:gd name="connsiteX3206" fmla="*/ 429959 w 438150"/>
                <a:gd name="connsiteY3206" fmla="*/ 326231 h 790575"/>
                <a:gd name="connsiteX3207" fmla="*/ 430625 w 438150"/>
                <a:gd name="connsiteY3207" fmla="*/ 324803 h 790575"/>
                <a:gd name="connsiteX3208" fmla="*/ 430721 w 438150"/>
                <a:gd name="connsiteY3208" fmla="*/ 323183 h 790575"/>
                <a:gd name="connsiteX3209" fmla="*/ 429959 w 438150"/>
                <a:gd name="connsiteY3209" fmla="*/ 319564 h 790575"/>
                <a:gd name="connsiteX3210" fmla="*/ 430054 w 438150"/>
                <a:gd name="connsiteY3210" fmla="*/ 317945 h 790575"/>
                <a:gd name="connsiteX3211" fmla="*/ 430435 w 438150"/>
                <a:gd name="connsiteY3211" fmla="*/ 315468 h 790575"/>
                <a:gd name="connsiteX3212" fmla="*/ 430244 w 438150"/>
                <a:gd name="connsiteY3212" fmla="*/ 314992 h 790575"/>
                <a:gd name="connsiteX3213" fmla="*/ 429673 w 438150"/>
                <a:gd name="connsiteY3213" fmla="*/ 314039 h 790575"/>
                <a:gd name="connsiteX3214" fmla="*/ 429578 w 438150"/>
                <a:gd name="connsiteY3214" fmla="*/ 312801 h 790575"/>
                <a:gd name="connsiteX3215" fmla="*/ 429863 w 438150"/>
                <a:gd name="connsiteY3215" fmla="*/ 311563 h 790575"/>
                <a:gd name="connsiteX3216" fmla="*/ 430244 w 438150"/>
                <a:gd name="connsiteY3216" fmla="*/ 310610 h 790575"/>
                <a:gd name="connsiteX3217" fmla="*/ 430530 w 438150"/>
                <a:gd name="connsiteY3217" fmla="*/ 310420 h 790575"/>
                <a:gd name="connsiteX3218" fmla="*/ 431292 w 438150"/>
                <a:gd name="connsiteY3218" fmla="*/ 310229 h 790575"/>
                <a:gd name="connsiteX3219" fmla="*/ 431483 w 438150"/>
                <a:gd name="connsiteY3219" fmla="*/ 310039 h 790575"/>
                <a:gd name="connsiteX3220" fmla="*/ 431483 w 438150"/>
                <a:gd name="connsiteY3220" fmla="*/ 309753 h 790575"/>
                <a:gd name="connsiteX3221" fmla="*/ 431102 w 438150"/>
                <a:gd name="connsiteY3221" fmla="*/ 308991 h 790575"/>
                <a:gd name="connsiteX3222" fmla="*/ 431006 w 438150"/>
                <a:gd name="connsiteY3222" fmla="*/ 308134 h 790575"/>
                <a:gd name="connsiteX3223" fmla="*/ 431102 w 438150"/>
                <a:gd name="connsiteY3223" fmla="*/ 307848 h 790575"/>
                <a:gd name="connsiteX3224" fmla="*/ 431292 w 438150"/>
                <a:gd name="connsiteY3224" fmla="*/ 307753 h 790575"/>
                <a:gd name="connsiteX3225" fmla="*/ 432150 w 438150"/>
                <a:gd name="connsiteY3225" fmla="*/ 307753 h 790575"/>
                <a:gd name="connsiteX3226" fmla="*/ 432435 w 438150"/>
                <a:gd name="connsiteY3226" fmla="*/ 307657 h 790575"/>
                <a:gd name="connsiteX3227" fmla="*/ 432816 w 438150"/>
                <a:gd name="connsiteY3227" fmla="*/ 306419 h 790575"/>
                <a:gd name="connsiteX3228" fmla="*/ 431959 w 438150"/>
                <a:gd name="connsiteY3228" fmla="*/ 304705 h 790575"/>
                <a:gd name="connsiteX3229" fmla="*/ 432435 w 438150"/>
                <a:gd name="connsiteY3229" fmla="*/ 303657 h 790575"/>
                <a:gd name="connsiteX3230" fmla="*/ 434531 w 438150"/>
                <a:gd name="connsiteY3230" fmla="*/ 302323 h 790575"/>
                <a:gd name="connsiteX3231" fmla="*/ 435007 w 438150"/>
                <a:gd name="connsiteY3231" fmla="*/ 301562 h 790575"/>
                <a:gd name="connsiteX3232" fmla="*/ 433578 w 438150"/>
                <a:gd name="connsiteY3232" fmla="*/ 301276 h 790575"/>
                <a:gd name="connsiteX3233" fmla="*/ 433578 w 438150"/>
                <a:gd name="connsiteY3233" fmla="*/ 301276 h 790575"/>
                <a:gd name="connsiteX3234" fmla="*/ 433578 w 438150"/>
                <a:gd name="connsiteY3234" fmla="*/ 301276 h 790575"/>
                <a:gd name="connsiteX3235" fmla="*/ 432911 w 438150"/>
                <a:gd name="connsiteY3235" fmla="*/ 300799 h 790575"/>
                <a:gd name="connsiteX3236" fmla="*/ 431387 w 438150"/>
                <a:gd name="connsiteY3236" fmla="*/ 298609 h 790575"/>
                <a:gd name="connsiteX3237" fmla="*/ 431292 w 438150"/>
                <a:gd name="connsiteY3237" fmla="*/ 298418 h 790575"/>
                <a:gd name="connsiteX3238" fmla="*/ 431292 w 438150"/>
                <a:gd name="connsiteY3238" fmla="*/ 297847 h 790575"/>
                <a:gd name="connsiteX3239" fmla="*/ 431197 w 438150"/>
                <a:gd name="connsiteY3239" fmla="*/ 297561 h 790575"/>
                <a:gd name="connsiteX3240" fmla="*/ 431006 w 438150"/>
                <a:gd name="connsiteY3240" fmla="*/ 297466 h 790575"/>
                <a:gd name="connsiteX3241" fmla="*/ 430340 w 438150"/>
                <a:gd name="connsiteY3241" fmla="*/ 297561 h 790575"/>
                <a:gd name="connsiteX3242" fmla="*/ 430054 w 438150"/>
                <a:gd name="connsiteY3242" fmla="*/ 297466 h 790575"/>
                <a:gd name="connsiteX3243" fmla="*/ 428816 w 438150"/>
                <a:gd name="connsiteY3243" fmla="*/ 296132 h 790575"/>
                <a:gd name="connsiteX3244" fmla="*/ 427673 w 438150"/>
                <a:gd name="connsiteY3244" fmla="*/ 295942 h 790575"/>
                <a:gd name="connsiteX3245" fmla="*/ 427196 w 438150"/>
                <a:gd name="connsiteY3245" fmla="*/ 295085 h 790575"/>
                <a:gd name="connsiteX3246" fmla="*/ 427196 w 438150"/>
                <a:gd name="connsiteY3246" fmla="*/ 293846 h 790575"/>
                <a:gd name="connsiteX3247" fmla="*/ 427387 w 438150"/>
                <a:gd name="connsiteY3247" fmla="*/ 292703 h 790575"/>
                <a:gd name="connsiteX3248" fmla="*/ 427768 w 438150"/>
                <a:gd name="connsiteY3248" fmla="*/ 291560 h 790575"/>
                <a:gd name="connsiteX3249" fmla="*/ 428244 w 438150"/>
                <a:gd name="connsiteY3249" fmla="*/ 290798 h 790575"/>
                <a:gd name="connsiteX3250" fmla="*/ 430435 w 438150"/>
                <a:gd name="connsiteY3250" fmla="*/ 288512 h 790575"/>
                <a:gd name="connsiteX3251" fmla="*/ 431864 w 438150"/>
                <a:gd name="connsiteY3251" fmla="*/ 287369 h 790575"/>
                <a:gd name="connsiteX3252" fmla="*/ 433388 w 438150"/>
                <a:gd name="connsiteY3252" fmla="*/ 286417 h 790575"/>
                <a:gd name="connsiteX3253" fmla="*/ 433578 w 438150"/>
                <a:gd name="connsiteY3253" fmla="*/ 286321 h 790575"/>
                <a:gd name="connsiteX3254" fmla="*/ 433578 w 438150"/>
                <a:gd name="connsiteY3254" fmla="*/ 284893 h 790575"/>
                <a:gd name="connsiteX3255" fmla="*/ 433388 w 438150"/>
                <a:gd name="connsiteY3255" fmla="*/ 283750 h 790575"/>
                <a:gd name="connsiteX3256" fmla="*/ 433197 w 438150"/>
                <a:gd name="connsiteY3256" fmla="*/ 283559 h 790575"/>
                <a:gd name="connsiteX3257" fmla="*/ 432150 w 438150"/>
                <a:gd name="connsiteY3257" fmla="*/ 283750 h 790575"/>
                <a:gd name="connsiteX3258" fmla="*/ 431102 w 438150"/>
                <a:gd name="connsiteY3258" fmla="*/ 283750 h 790575"/>
                <a:gd name="connsiteX3259" fmla="*/ 430054 w 438150"/>
                <a:gd name="connsiteY3259" fmla="*/ 283559 h 790575"/>
                <a:gd name="connsiteX3260" fmla="*/ 429196 w 438150"/>
                <a:gd name="connsiteY3260" fmla="*/ 282988 h 790575"/>
                <a:gd name="connsiteX3261" fmla="*/ 428911 w 438150"/>
                <a:gd name="connsiteY3261" fmla="*/ 282035 h 790575"/>
                <a:gd name="connsiteX3262" fmla="*/ 429387 w 438150"/>
                <a:gd name="connsiteY3262" fmla="*/ 280797 h 790575"/>
                <a:gd name="connsiteX3263" fmla="*/ 430435 w 438150"/>
                <a:gd name="connsiteY3263" fmla="*/ 280130 h 790575"/>
                <a:gd name="connsiteX3264" fmla="*/ 432911 w 438150"/>
                <a:gd name="connsiteY3264" fmla="*/ 279368 h 790575"/>
                <a:gd name="connsiteX3265" fmla="*/ 434816 w 438150"/>
                <a:gd name="connsiteY3265" fmla="*/ 278225 h 790575"/>
                <a:gd name="connsiteX3266" fmla="*/ 435674 w 438150"/>
                <a:gd name="connsiteY3266" fmla="*/ 277368 h 790575"/>
                <a:gd name="connsiteX3267" fmla="*/ 435959 w 438150"/>
                <a:gd name="connsiteY3267" fmla="*/ 276415 h 790575"/>
                <a:gd name="connsiteX3268" fmla="*/ 436055 w 438150"/>
                <a:gd name="connsiteY3268" fmla="*/ 274130 h 790575"/>
                <a:gd name="connsiteX3269" fmla="*/ 436245 w 438150"/>
                <a:gd name="connsiteY3269" fmla="*/ 272987 h 790575"/>
                <a:gd name="connsiteX3270" fmla="*/ 437579 w 438150"/>
                <a:gd name="connsiteY3270" fmla="*/ 269653 h 790575"/>
                <a:gd name="connsiteX3271" fmla="*/ 438150 w 438150"/>
                <a:gd name="connsiteY3271" fmla="*/ 266890 h 790575"/>
                <a:gd name="connsiteX3272" fmla="*/ 436436 w 438150"/>
                <a:gd name="connsiteY3272" fmla="*/ 262795 h 790575"/>
                <a:gd name="connsiteX3273" fmla="*/ 139160 w 438150"/>
                <a:gd name="connsiteY3273" fmla="*/ 583311 h 790575"/>
                <a:gd name="connsiteX3274" fmla="*/ 142018 w 438150"/>
                <a:gd name="connsiteY3274" fmla="*/ 584549 h 790575"/>
                <a:gd name="connsiteX3275" fmla="*/ 143351 w 438150"/>
                <a:gd name="connsiteY3275" fmla="*/ 585311 h 790575"/>
                <a:gd name="connsiteX3276" fmla="*/ 143923 w 438150"/>
                <a:gd name="connsiteY3276" fmla="*/ 585788 h 790575"/>
                <a:gd name="connsiteX3277" fmla="*/ 143351 w 438150"/>
                <a:gd name="connsiteY3277" fmla="*/ 581692 h 790575"/>
                <a:gd name="connsiteX3278" fmla="*/ 142685 w 438150"/>
                <a:gd name="connsiteY3278" fmla="*/ 579882 h 790575"/>
                <a:gd name="connsiteX3279" fmla="*/ 140970 w 438150"/>
                <a:gd name="connsiteY3279" fmla="*/ 578834 h 790575"/>
                <a:gd name="connsiteX3280" fmla="*/ 140494 w 438150"/>
                <a:gd name="connsiteY3280" fmla="*/ 578739 h 790575"/>
                <a:gd name="connsiteX3281" fmla="*/ 139541 w 438150"/>
                <a:gd name="connsiteY3281" fmla="*/ 578834 h 790575"/>
                <a:gd name="connsiteX3282" fmla="*/ 139065 w 438150"/>
                <a:gd name="connsiteY3282" fmla="*/ 578834 h 790575"/>
                <a:gd name="connsiteX3283" fmla="*/ 138494 w 438150"/>
                <a:gd name="connsiteY3283" fmla="*/ 578548 h 790575"/>
                <a:gd name="connsiteX3284" fmla="*/ 138303 w 438150"/>
                <a:gd name="connsiteY3284" fmla="*/ 579025 h 790575"/>
                <a:gd name="connsiteX3285" fmla="*/ 137636 w 438150"/>
                <a:gd name="connsiteY3285" fmla="*/ 580168 h 790575"/>
                <a:gd name="connsiteX3286" fmla="*/ 137636 w 438150"/>
                <a:gd name="connsiteY3286" fmla="*/ 580549 h 790575"/>
                <a:gd name="connsiteX3287" fmla="*/ 138684 w 438150"/>
                <a:gd name="connsiteY3287" fmla="*/ 581692 h 790575"/>
                <a:gd name="connsiteX3288" fmla="*/ 138875 w 438150"/>
                <a:gd name="connsiteY3288" fmla="*/ 582263 h 790575"/>
                <a:gd name="connsiteX3289" fmla="*/ 138589 w 438150"/>
                <a:gd name="connsiteY3289" fmla="*/ 582930 h 790575"/>
                <a:gd name="connsiteX3290" fmla="*/ 139160 w 438150"/>
                <a:gd name="connsiteY3290" fmla="*/ 583311 h 790575"/>
                <a:gd name="connsiteX3291" fmla="*/ 135922 w 438150"/>
                <a:gd name="connsiteY3291" fmla="*/ 595884 h 790575"/>
                <a:gd name="connsiteX3292" fmla="*/ 136112 w 438150"/>
                <a:gd name="connsiteY3292" fmla="*/ 597884 h 790575"/>
                <a:gd name="connsiteX3293" fmla="*/ 136398 w 438150"/>
                <a:gd name="connsiteY3293" fmla="*/ 598932 h 790575"/>
                <a:gd name="connsiteX3294" fmla="*/ 136875 w 438150"/>
                <a:gd name="connsiteY3294" fmla="*/ 598742 h 790575"/>
                <a:gd name="connsiteX3295" fmla="*/ 139351 w 438150"/>
                <a:gd name="connsiteY3295" fmla="*/ 598456 h 790575"/>
                <a:gd name="connsiteX3296" fmla="*/ 139732 w 438150"/>
                <a:gd name="connsiteY3296" fmla="*/ 598456 h 790575"/>
                <a:gd name="connsiteX3297" fmla="*/ 140113 w 438150"/>
                <a:gd name="connsiteY3297" fmla="*/ 598456 h 790575"/>
                <a:gd name="connsiteX3298" fmla="*/ 140494 w 438150"/>
                <a:gd name="connsiteY3298" fmla="*/ 598265 h 790575"/>
                <a:gd name="connsiteX3299" fmla="*/ 140684 w 438150"/>
                <a:gd name="connsiteY3299" fmla="*/ 597884 h 790575"/>
                <a:gd name="connsiteX3300" fmla="*/ 140684 w 438150"/>
                <a:gd name="connsiteY3300" fmla="*/ 597503 h 790575"/>
                <a:gd name="connsiteX3301" fmla="*/ 140779 w 438150"/>
                <a:gd name="connsiteY3301" fmla="*/ 597122 h 790575"/>
                <a:gd name="connsiteX3302" fmla="*/ 142304 w 438150"/>
                <a:gd name="connsiteY3302" fmla="*/ 596360 h 790575"/>
                <a:gd name="connsiteX3303" fmla="*/ 142685 w 438150"/>
                <a:gd name="connsiteY3303" fmla="*/ 595027 h 790575"/>
                <a:gd name="connsiteX3304" fmla="*/ 142875 w 438150"/>
                <a:gd name="connsiteY3304" fmla="*/ 593312 h 790575"/>
                <a:gd name="connsiteX3305" fmla="*/ 143351 w 438150"/>
                <a:gd name="connsiteY3305" fmla="*/ 591788 h 790575"/>
                <a:gd name="connsiteX3306" fmla="*/ 143923 w 438150"/>
                <a:gd name="connsiteY3306" fmla="*/ 591217 h 790575"/>
                <a:gd name="connsiteX3307" fmla="*/ 143637 w 438150"/>
                <a:gd name="connsiteY3307" fmla="*/ 590455 h 790575"/>
                <a:gd name="connsiteX3308" fmla="*/ 143066 w 438150"/>
                <a:gd name="connsiteY3308" fmla="*/ 589883 h 790575"/>
                <a:gd name="connsiteX3309" fmla="*/ 142780 w 438150"/>
                <a:gd name="connsiteY3309" fmla="*/ 589788 h 790575"/>
                <a:gd name="connsiteX3310" fmla="*/ 142399 w 438150"/>
                <a:gd name="connsiteY3310" fmla="*/ 590836 h 790575"/>
                <a:gd name="connsiteX3311" fmla="*/ 141446 w 438150"/>
                <a:gd name="connsiteY3311" fmla="*/ 591026 h 790575"/>
                <a:gd name="connsiteX3312" fmla="*/ 138303 w 438150"/>
                <a:gd name="connsiteY3312" fmla="*/ 590264 h 790575"/>
                <a:gd name="connsiteX3313" fmla="*/ 136970 w 438150"/>
                <a:gd name="connsiteY3313" fmla="*/ 590169 h 790575"/>
                <a:gd name="connsiteX3314" fmla="*/ 135731 w 438150"/>
                <a:gd name="connsiteY3314" fmla="*/ 590360 h 790575"/>
                <a:gd name="connsiteX3315" fmla="*/ 135255 w 438150"/>
                <a:gd name="connsiteY3315" fmla="*/ 591026 h 790575"/>
                <a:gd name="connsiteX3316" fmla="*/ 135541 w 438150"/>
                <a:gd name="connsiteY3316" fmla="*/ 591979 h 790575"/>
                <a:gd name="connsiteX3317" fmla="*/ 136017 w 438150"/>
                <a:gd name="connsiteY3317" fmla="*/ 592931 h 790575"/>
                <a:gd name="connsiteX3318" fmla="*/ 136112 w 438150"/>
                <a:gd name="connsiteY3318" fmla="*/ 593884 h 790575"/>
                <a:gd name="connsiteX3319" fmla="*/ 135350 w 438150"/>
                <a:gd name="connsiteY3319" fmla="*/ 594836 h 790575"/>
                <a:gd name="connsiteX3320" fmla="*/ 135922 w 438150"/>
                <a:gd name="connsiteY3320" fmla="*/ 595884 h 790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</a:cxnLst>
              <a:rect l="l" t="t" r="r" b="b"/>
              <a:pathLst>
                <a:path w="438150" h="790575">
                  <a:moveTo>
                    <a:pt x="92012" y="691420"/>
                  </a:moveTo>
                  <a:lnTo>
                    <a:pt x="90011" y="691134"/>
                  </a:lnTo>
                  <a:lnTo>
                    <a:pt x="88868" y="691801"/>
                  </a:lnTo>
                  <a:lnTo>
                    <a:pt x="90202" y="693992"/>
                  </a:lnTo>
                  <a:lnTo>
                    <a:pt x="90488" y="694182"/>
                  </a:lnTo>
                  <a:lnTo>
                    <a:pt x="90869" y="694372"/>
                  </a:lnTo>
                  <a:lnTo>
                    <a:pt x="91154" y="694563"/>
                  </a:lnTo>
                  <a:lnTo>
                    <a:pt x="91250" y="694849"/>
                  </a:lnTo>
                  <a:lnTo>
                    <a:pt x="91440" y="695135"/>
                  </a:lnTo>
                  <a:lnTo>
                    <a:pt x="91821" y="695420"/>
                  </a:lnTo>
                  <a:lnTo>
                    <a:pt x="92297" y="695515"/>
                  </a:lnTo>
                  <a:lnTo>
                    <a:pt x="92774" y="695420"/>
                  </a:lnTo>
                  <a:lnTo>
                    <a:pt x="93154" y="694849"/>
                  </a:lnTo>
                  <a:lnTo>
                    <a:pt x="93345" y="693896"/>
                  </a:lnTo>
                  <a:lnTo>
                    <a:pt x="93345" y="692848"/>
                  </a:lnTo>
                  <a:lnTo>
                    <a:pt x="93154" y="692182"/>
                  </a:lnTo>
                  <a:lnTo>
                    <a:pt x="92012" y="691420"/>
                  </a:lnTo>
                  <a:close/>
                  <a:moveTo>
                    <a:pt x="99155" y="749046"/>
                  </a:moveTo>
                  <a:lnTo>
                    <a:pt x="97441" y="749141"/>
                  </a:lnTo>
                  <a:lnTo>
                    <a:pt x="97822" y="749141"/>
                  </a:lnTo>
                  <a:lnTo>
                    <a:pt x="96869" y="749332"/>
                  </a:lnTo>
                  <a:lnTo>
                    <a:pt x="96393" y="749998"/>
                  </a:lnTo>
                  <a:lnTo>
                    <a:pt x="95917" y="750475"/>
                  </a:lnTo>
                  <a:lnTo>
                    <a:pt x="94964" y="750284"/>
                  </a:lnTo>
                  <a:lnTo>
                    <a:pt x="95821" y="751046"/>
                  </a:lnTo>
                  <a:lnTo>
                    <a:pt x="96965" y="751332"/>
                  </a:lnTo>
                  <a:lnTo>
                    <a:pt x="98108" y="751142"/>
                  </a:lnTo>
                  <a:lnTo>
                    <a:pt x="99727" y="750094"/>
                  </a:lnTo>
                  <a:lnTo>
                    <a:pt x="100298" y="749903"/>
                  </a:lnTo>
                  <a:lnTo>
                    <a:pt x="100394" y="749618"/>
                  </a:lnTo>
                  <a:lnTo>
                    <a:pt x="99727" y="749141"/>
                  </a:lnTo>
                  <a:lnTo>
                    <a:pt x="99155" y="749046"/>
                  </a:lnTo>
                  <a:close/>
                  <a:moveTo>
                    <a:pt x="26956" y="598742"/>
                  </a:moveTo>
                  <a:lnTo>
                    <a:pt x="26384" y="598265"/>
                  </a:lnTo>
                  <a:lnTo>
                    <a:pt x="26003" y="598265"/>
                  </a:lnTo>
                  <a:lnTo>
                    <a:pt x="25622" y="598456"/>
                  </a:lnTo>
                  <a:lnTo>
                    <a:pt x="25337" y="598742"/>
                  </a:lnTo>
                  <a:lnTo>
                    <a:pt x="25241" y="599122"/>
                  </a:lnTo>
                  <a:lnTo>
                    <a:pt x="25527" y="599504"/>
                  </a:lnTo>
                  <a:lnTo>
                    <a:pt x="27242" y="600837"/>
                  </a:lnTo>
                  <a:lnTo>
                    <a:pt x="27432" y="600265"/>
                  </a:lnTo>
                  <a:lnTo>
                    <a:pt x="27337" y="599408"/>
                  </a:lnTo>
                  <a:lnTo>
                    <a:pt x="26956" y="598742"/>
                  </a:lnTo>
                  <a:close/>
                  <a:moveTo>
                    <a:pt x="108585" y="713232"/>
                  </a:moveTo>
                  <a:lnTo>
                    <a:pt x="107823" y="712756"/>
                  </a:lnTo>
                  <a:lnTo>
                    <a:pt x="106775" y="712280"/>
                  </a:lnTo>
                  <a:lnTo>
                    <a:pt x="106394" y="713518"/>
                  </a:lnTo>
                  <a:lnTo>
                    <a:pt x="106394" y="716185"/>
                  </a:lnTo>
                  <a:lnTo>
                    <a:pt x="106680" y="716566"/>
                  </a:lnTo>
                  <a:lnTo>
                    <a:pt x="107252" y="715994"/>
                  </a:lnTo>
                  <a:lnTo>
                    <a:pt x="108014" y="714756"/>
                  </a:lnTo>
                  <a:lnTo>
                    <a:pt x="108490" y="714470"/>
                  </a:lnTo>
                  <a:lnTo>
                    <a:pt x="109061" y="714280"/>
                  </a:lnTo>
                  <a:lnTo>
                    <a:pt x="109728" y="714185"/>
                  </a:lnTo>
                  <a:lnTo>
                    <a:pt x="110395" y="714280"/>
                  </a:lnTo>
                  <a:lnTo>
                    <a:pt x="110014" y="713613"/>
                  </a:lnTo>
                  <a:lnTo>
                    <a:pt x="108585" y="713232"/>
                  </a:lnTo>
                  <a:close/>
                  <a:moveTo>
                    <a:pt x="91059" y="698468"/>
                  </a:moveTo>
                  <a:lnTo>
                    <a:pt x="90488" y="696563"/>
                  </a:lnTo>
                  <a:lnTo>
                    <a:pt x="90488" y="694658"/>
                  </a:lnTo>
                  <a:lnTo>
                    <a:pt x="89916" y="694372"/>
                  </a:lnTo>
                  <a:lnTo>
                    <a:pt x="88297" y="692848"/>
                  </a:lnTo>
                  <a:lnTo>
                    <a:pt x="87916" y="692848"/>
                  </a:lnTo>
                  <a:lnTo>
                    <a:pt x="87821" y="693039"/>
                  </a:lnTo>
                  <a:lnTo>
                    <a:pt x="87725" y="693134"/>
                  </a:lnTo>
                  <a:lnTo>
                    <a:pt x="87630" y="693134"/>
                  </a:lnTo>
                  <a:lnTo>
                    <a:pt x="87535" y="693230"/>
                  </a:lnTo>
                  <a:lnTo>
                    <a:pt x="87916" y="693992"/>
                  </a:lnTo>
                  <a:lnTo>
                    <a:pt x="88011" y="694849"/>
                  </a:lnTo>
                  <a:lnTo>
                    <a:pt x="87916" y="696659"/>
                  </a:lnTo>
                  <a:lnTo>
                    <a:pt x="88106" y="697135"/>
                  </a:lnTo>
                  <a:lnTo>
                    <a:pt x="89440" y="700183"/>
                  </a:lnTo>
                  <a:lnTo>
                    <a:pt x="90488" y="701421"/>
                  </a:lnTo>
                  <a:lnTo>
                    <a:pt x="91726" y="702088"/>
                  </a:lnTo>
                  <a:lnTo>
                    <a:pt x="92678" y="701421"/>
                  </a:lnTo>
                  <a:lnTo>
                    <a:pt x="91821" y="700183"/>
                  </a:lnTo>
                  <a:lnTo>
                    <a:pt x="91059" y="698468"/>
                  </a:lnTo>
                  <a:close/>
                  <a:moveTo>
                    <a:pt x="28385" y="596265"/>
                  </a:moveTo>
                  <a:lnTo>
                    <a:pt x="27146" y="595979"/>
                  </a:lnTo>
                  <a:lnTo>
                    <a:pt x="26194" y="596646"/>
                  </a:lnTo>
                  <a:lnTo>
                    <a:pt x="26003" y="597694"/>
                  </a:lnTo>
                  <a:lnTo>
                    <a:pt x="27051" y="598551"/>
                  </a:lnTo>
                  <a:lnTo>
                    <a:pt x="27051" y="597694"/>
                  </a:lnTo>
                  <a:lnTo>
                    <a:pt x="27432" y="597598"/>
                  </a:lnTo>
                  <a:lnTo>
                    <a:pt x="27908" y="597789"/>
                  </a:lnTo>
                  <a:lnTo>
                    <a:pt x="28289" y="597789"/>
                  </a:lnTo>
                  <a:lnTo>
                    <a:pt x="28480" y="597503"/>
                  </a:lnTo>
                  <a:lnTo>
                    <a:pt x="28575" y="597027"/>
                  </a:lnTo>
                  <a:lnTo>
                    <a:pt x="28575" y="596646"/>
                  </a:lnTo>
                  <a:lnTo>
                    <a:pt x="28385" y="596265"/>
                  </a:lnTo>
                  <a:close/>
                  <a:moveTo>
                    <a:pt x="56579" y="678371"/>
                  </a:moveTo>
                  <a:lnTo>
                    <a:pt x="56388" y="678561"/>
                  </a:lnTo>
                  <a:lnTo>
                    <a:pt x="56102" y="678847"/>
                  </a:lnTo>
                  <a:lnTo>
                    <a:pt x="55912" y="679132"/>
                  </a:lnTo>
                  <a:lnTo>
                    <a:pt x="55436" y="678371"/>
                  </a:lnTo>
                  <a:lnTo>
                    <a:pt x="55054" y="677418"/>
                  </a:lnTo>
                  <a:lnTo>
                    <a:pt x="54864" y="676370"/>
                  </a:lnTo>
                  <a:lnTo>
                    <a:pt x="54864" y="675418"/>
                  </a:lnTo>
                  <a:lnTo>
                    <a:pt x="55054" y="674942"/>
                  </a:lnTo>
                  <a:lnTo>
                    <a:pt x="55340" y="674656"/>
                  </a:lnTo>
                  <a:lnTo>
                    <a:pt x="55626" y="674465"/>
                  </a:lnTo>
                  <a:lnTo>
                    <a:pt x="55817" y="674275"/>
                  </a:lnTo>
                  <a:lnTo>
                    <a:pt x="55912" y="673894"/>
                  </a:lnTo>
                  <a:lnTo>
                    <a:pt x="55817" y="672941"/>
                  </a:lnTo>
                  <a:lnTo>
                    <a:pt x="55817" y="672560"/>
                  </a:lnTo>
                  <a:lnTo>
                    <a:pt x="56483" y="671322"/>
                  </a:lnTo>
                  <a:lnTo>
                    <a:pt x="56864" y="670465"/>
                  </a:lnTo>
                  <a:lnTo>
                    <a:pt x="56864" y="669607"/>
                  </a:lnTo>
                  <a:lnTo>
                    <a:pt x="56483" y="668941"/>
                  </a:lnTo>
                  <a:lnTo>
                    <a:pt x="56007" y="668750"/>
                  </a:lnTo>
                  <a:lnTo>
                    <a:pt x="55531" y="669036"/>
                  </a:lnTo>
                  <a:lnTo>
                    <a:pt x="55150" y="669703"/>
                  </a:lnTo>
                  <a:lnTo>
                    <a:pt x="54293" y="669036"/>
                  </a:lnTo>
                  <a:lnTo>
                    <a:pt x="53531" y="668274"/>
                  </a:lnTo>
                  <a:lnTo>
                    <a:pt x="52769" y="667893"/>
                  </a:lnTo>
                  <a:lnTo>
                    <a:pt x="52197" y="668369"/>
                  </a:lnTo>
                  <a:lnTo>
                    <a:pt x="51911" y="668369"/>
                  </a:lnTo>
                  <a:lnTo>
                    <a:pt x="51530" y="665893"/>
                  </a:lnTo>
                  <a:lnTo>
                    <a:pt x="51245" y="665131"/>
                  </a:lnTo>
                  <a:lnTo>
                    <a:pt x="50768" y="664655"/>
                  </a:lnTo>
                  <a:lnTo>
                    <a:pt x="50292" y="664273"/>
                  </a:lnTo>
                  <a:lnTo>
                    <a:pt x="49816" y="664178"/>
                  </a:lnTo>
                  <a:lnTo>
                    <a:pt x="49435" y="664369"/>
                  </a:lnTo>
                  <a:lnTo>
                    <a:pt x="49054" y="664083"/>
                  </a:lnTo>
                  <a:lnTo>
                    <a:pt x="48863" y="663988"/>
                  </a:lnTo>
                  <a:lnTo>
                    <a:pt x="48578" y="663988"/>
                  </a:lnTo>
                  <a:lnTo>
                    <a:pt x="48959" y="666083"/>
                  </a:lnTo>
                  <a:lnTo>
                    <a:pt x="49054" y="667226"/>
                  </a:lnTo>
                  <a:lnTo>
                    <a:pt x="48959" y="668369"/>
                  </a:lnTo>
                  <a:lnTo>
                    <a:pt x="48768" y="668941"/>
                  </a:lnTo>
                  <a:lnTo>
                    <a:pt x="48387" y="669798"/>
                  </a:lnTo>
                  <a:lnTo>
                    <a:pt x="48292" y="670179"/>
                  </a:lnTo>
                  <a:lnTo>
                    <a:pt x="48292" y="670560"/>
                  </a:lnTo>
                  <a:lnTo>
                    <a:pt x="48387" y="672465"/>
                  </a:lnTo>
                  <a:lnTo>
                    <a:pt x="48578" y="673513"/>
                  </a:lnTo>
                  <a:lnTo>
                    <a:pt x="48578" y="674084"/>
                  </a:lnTo>
                  <a:lnTo>
                    <a:pt x="48387" y="674561"/>
                  </a:lnTo>
                  <a:lnTo>
                    <a:pt x="48006" y="675037"/>
                  </a:lnTo>
                  <a:lnTo>
                    <a:pt x="47816" y="675608"/>
                  </a:lnTo>
                  <a:lnTo>
                    <a:pt x="48101" y="676180"/>
                  </a:lnTo>
                  <a:lnTo>
                    <a:pt x="48196" y="676656"/>
                  </a:lnTo>
                  <a:lnTo>
                    <a:pt x="47816" y="677037"/>
                  </a:lnTo>
                  <a:lnTo>
                    <a:pt x="47339" y="677418"/>
                  </a:lnTo>
                  <a:lnTo>
                    <a:pt x="47149" y="677989"/>
                  </a:lnTo>
                  <a:lnTo>
                    <a:pt x="47339" y="678085"/>
                  </a:lnTo>
                  <a:lnTo>
                    <a:pt x="48292" y="678371"/>
                  </a:lnTo>
                  <a:lnTo>
                    <a:pt x="48578" y="678561"/>
                  </a:lnTo>
                  <a:lnTo>
                    <a:pt x="48768" y="679323"/>
                  </a:lnTo>
                  <a:lnTo>
                    <a:pt x="48483" y="679704"/>
                  </a:lnTo>
                  <a:lnTo>
                    <a:pt x="48101" y="679895"/>
                  </a:lnTo>
                  <a:lnTo>
                    <a:pt x="47911" y="680085"/>
                  </a:lnTo>
                  <a:lnTo>
                    <a:pt x="48006" y="680656"/>
                  </a:lnTo>
                  <a:lnTo>
                    <a:pt x="48196" y="681133"/>
                  </a:lnTo>
                  <a:lnTo>
                    <a:pt x="48483" y="681514"/>
                  </a:lnTo>
                  <a:lnTo>
                    <a:pt x="48673" y="681895"/>
                  </a:lnTo>
                  <a:lnTo>
                    <a:pt x="48959" y="685324"/>
                  </a:lnTo>
                  <a:lnTo>
                    <a:pt x="49244" y="686086"/>
                  </a:lnTo>
                  <a:lnTo>
                    <a:pt x="50197" y="686562"/>
                  </a:lnTo>
                  <a:lnTo>
                    <a:pt x="50959" y="686372"/>
                  </a:lnTo>
                  <a:lnTo>
                    <a:pt x="51435" y="685610"/>
                  </a:lnTo>
                  <a:lnTo>
                    <a:pt x="51626" y="684276"/>
                  </a:lnTo>
                  <a:lnTo>
                    <a:pt x="52007" y="683133"/>
                  </a:lnTo>
                  <a:lnTo>
                    <a:pt x="52959" y="683133"/>
                  </a:lnTo>
                  <a:lnTo>
                    <a:pt x="54864" y="684086"/>
                  </a:lnTo>
                  <a:lnTo>
                    <a:pt x="54674" y="682180"/>
                  </a:lnTo>
                  <a:lnTo>
                    <a:pt x="54864" y="681419"/>
                  </a:lnTo>
                  <a:lnTo>
                    <a:pt x="56579" y="680847"/>
                  </a:lnTo>
                  <a:lnTo>
                    <a:pt x="56960" y="680276"/>
                  </a:lnTo>
                  <a:lnTo>
                    <a:pt x="56960" y="679418"/>
                  </a:lnTo>
                  <a:lnTo>
                    <a:pt x="56579" y="678371"/>
                  </a:lnTo>
                  <a:close/>
                  <a:moveTo>
                    <a:pt x="67342" y="664178"/>
                  </a:moveTo>
                  <a:lnTo>
                    <a:pt x="67151" y="663988"/>
                  </a:lnTo>
                  <a:lnTo>
                    <a:pt x="66770" y="663893"/>
                  </a:lnTo>
                  <a:lnTo>
                    <a:pt x="66389" y="664750"/>
                  </a:lnTo>
                  <a:lnTo>
                    <a:pt x="65627" y="665512"/>
                  </a:lnTo>
                  <a:lnTo>
                    <a:pt x="65151" y="666274"/>
                  </a:lnTo>
                  <a:lnTo>
                    <a:pt x="65342" y="667131"/>
                  </a:lnTo>
                  <a:lnTo>
                    <a:pt x="64199" y="667417"/>
                  </a:lnTo>
                  <a:lnTo>
                    <a:pt x="63913" y="667703"/>
                  </a:lnTo>
                  <a:lnTo>
                    <a:pt x="64389" y="668369"/>
                  </a:lnTo>
                  <a:lnTo>
                    <a:pt x="64770" y="668560"/>
                  </a:lnTo>
                  <a:lnTo>
                    <a:pt x="66485" y="669227"/>
                  </a:lnTo>
                  <a:lnTo>
                    <a:pt x="66485" y="668560"/>
                  </a:lnTo>
                  <a:lnTo>
                    <a:pt x="67342" y="664940"/>
                  </a:lnTo>
                  <a:lnTo>
                    <a:pt x="67342" y="664559"/>
                  </a:lnTo>
                  <a:lnTo>
                    <a:pt x="67342" y="664178"/>
                  </a:lnTo>
                  <a:close/>
                  <a:moveTo>
                    <a:pt x="122396" y="746570"/>
                  </a:moveTo>
                  <a:lnTo>
                    <a:pt x="122396" y="743998"/>
                  </a:lnTo>
                  <a:lnTo>
                    <a:pt x="121158" y="741331"/>
                  </a:lnTo>
                  <a:lnTo>
                    <a:pt x="120777" y="741617"/>
                  </a:lnTo>
                  <a:lnTo>
                    <a:pt x="120587" y="742569"/>
                  </a:lnTo>
                  <a:lnTo>
                    <a:pt x="120491" y="743522"/>
                  </a:lnTo>
                  <a:lnTo>
                    <a:pt x="120396" y="743998"/>
                  </a:lnTo>
                  <a:lnTo>
                    <a:pt x="120110" y="744188"/>
                  </a:lnTo>
                  <a:lnTo>
                    <a:pt x="119729" y="744379"/>
                  </a:lnTo>
                  <a:lnTo>
                    <a:pt x="119444" y="744760"/>
                  </a:lnTo>
                  <a:lnTo>
                    <a:pt x="119444" y="745046"/>
                  </a:lnTo>
                  <a:lnTo>
                    <a:pt x="119539" y="745998"/>
                  </a:lnTo>
                  <a:lnTo>
                    <a:pt x="119444" y="746570"/>
                  </a:lnTo>
                  <a:lnTo>
                    <a:pt x="118967" y="747331"/>
                  </a:lnTo>
                  <a:lnTo>
                    <a:pt x="118396" y="747998"/>
                  </a:lnTo>
                  <a:lnTo>
                    <a:pt x="118205" y="748665"/>
                  </a:lnTo>
                  <a:lnTo>
                    <a:pt x="120015" y="750284"/>
                  </a:lnTo>
                  <a:lnTo>
                    <a:pt x="120682" y="752475"/>
                  </a:lnTo>
                  <a:lnTo>
                    <a:pt x="121349" y="753428"/>
                  </a:lnTo>
                  <a:lnTo>
                    <a:pt x="121729" y="753142"/>
                  </a:lnTo>
                  <a:lnTo>
                    <a:pt x="121920" y="752951"/>
                  </a:lnTo>
                  <a:lnTo>
                    <a:pt x="122015" y="752665"/>
                  </a:lnTo>
                  <a:lnTo>
                    <a:pt x="122015" y="752189"/>
                  </a:lnTo>
                  <a:lnTo>
                    <a:pt x="122206" y="751808"/>
                  </a:lnTo>
                  <a:lnTo>
                    <a:pt x="122587" y="751713"/>
                  </a:lnTo>
                  <a:lnTo>
                    <a:pt x="123063" y="751618"/>
                  </a:lnTo>
                  <a:lnTo>
                    <a:pt x="123444" y="751332"/>
                  </a:lnTo>
                  <a:lnTo>
                    <a:pt x="123635" y="750761"/>
                  </a:lnTo>
                  <a:lnTo>
                    <a:pt x="123730" y="749998"/>
                  </a:lnTo>
                  <a:lnTo>
                    <a:pt x="123254" y="748474"/>
                  </a:lnTo>
                  <a:lnTo>
                    <a:pt x="122396" y="746570"/>
                  </a:lnTo>
                  <a:close/>
                  <a:moveTo>
                    <a:pt x="65627" y="670560"/>
                  </a:moveTo>
                  <a:lnTo>
                    <a:pt x="64865" y="669703"/>
                  </a:lnTo>
                  <a:lnTo>
                    <a:pt x="62389" y="668274"/>
                  </a:lnTo>
                  <a:lnTo>
                    <a:pt x="62389" y="668274"/>
                  </a:lnTo>
                  <a:lnTo>
                    <a:pt x="62198" y="667703"/>
                  </a:lnTo>
                  <a:lnTo>
                    <a:pt x="62008" y="667512"/>
                  </a:lnTo>
                  <a:lnTo>
                    <a:pt x="61817" y="667322"/>
                  </a:lnTo>
                  <a:lnTo>
                    <a:pt x="61817" y="668179"/>
                  </a:lnTo>
                  <a:lnTo>
                    <a:pt x="62008" y="669131"/>
                  </a:lnTo>
                  <a:lnTo>
                    <a:pt x="62294" y="670084"/>
                  </a:lnTo>
                  <a:lnTo>
                    <a:pt x="62960" y="671227"/>
                  </a:lnTo>
                  <a:lnTo>
                    <a:pt x="63056" y="671608"/>
                  </a:lnTo>
                  <a:lnTo>
                    <a:pt x="63246" y="671894"/>
                  </a:lnTo>
                  <a:lnTo>
                    <a:pt x="63818" y="671989"/>
                  </a:lnTo>
                  <a:lnTo>
                    <a:pt x="64294" y="672179"/>
                  </a:lnTo>
                  <a:lnTo>
                    <a:pt x="64579" y="672560"/>
                  </a:lnTo>
                  <a:lnTo>
                    <a:pt x="64675" y="673037"/>
                  </a:lnTo>
                  <a:lnTo>
                    <a:pt x="64675" y="673513"/>
                  </a:lnTo>
                  <a:lnTo>
                    <a:pt x="64579" y="674084"/>
                  </a:lnTo>
                  <a:lnTo>
                    <a:pt x="64294" y="674180"/>
                  </a:lnTo>
                  <a:lnTo>
                    <a:pt x="63913" y="674180"/>
                  </a:lnTo>
                  <a:lnTo>
                    <a:pt x="63627" y="674561"/>
                  </a:lnTo>
                  <a:lnTo>
                    <a:pt x="63627" y="675037"/>
                  </a:lnTo>
                  <a:lnTo>
                    <a:pt x="63913" y="675799"/>
                  </a:lnTo>
                  <a:lnTo>
                    <a:pt x="64103" y="677037"/>
                  </a:lnTo>
                  <a:lnTo>
                    <a:pt x="64484" y="678085"/>
                  </a:lnTo>
                  <a:lnTo>
                    <a:pt x="65056" y="678847"/>
                  </a:lnTo>
                  <a:lnTo>
                    <a:pt x="65818" y="678942"/>
                  </a:lnTo>
                  <a:lnTo>
                    <a:pt x="66294" y="677799"/>
                  </a:lnTo>
                  <a:lnTo>
                    <a:pt x="66199" y="672084"/>
                  </a:lnTo>
                  <a:lnTo>
                    <a:pt x="65627" y="670560"/>
                  </a:lnTo>
                  <a:close/>
                  <a:moveTo>
                    <a:pt x="122492" y="593884"/>
                  </a:moveTo>
                  <a:lnTo>
                    <a:pt x="123635" y="593407"/>
                  </a:lnTo>
                  <a:lnTo>
                    <a:pt x="123349" y="592264"/>
                  </a:lnTo>
                  <a:lnTo>
                    <a:pt x="121729" y="593503"/>
                  </a:lnTo>
                  <a:lnTo>
                    <a:pt x="122492" y="593884"/>
                  </a:lnTo>
                  <a:close/>
                  <a:moveTo>
                    <a:pt x="122396" y="588550"/>
                  </a:moveTo>
                  <a:lnTo>
                    <a:pt x="122587" y="588169"/>
                  </a:lnTo>
                  <a:lnTo>
                    <a:pt x="122492" y="588169"/>
                  </a:lnTo>
                  <a:lnTo>
                    <a:pt x="122396" y="588073"/>
                  </a:lnTo>
                  <a:lnTo>
                    <a:pt x="122301" y="587978"/>
                  </a:lnTo>
                  <a:lnTo>
                    <a:pt x="122111" y="587978"/>
                  </a:lnTo>
                  <a:lnTo>
                    <a:pt x="122206" y="588550"/>
                  </a:lnTo>
                  <a:lnTo>
                    <a:pt x="122301" y="588740"/>
                  </a:lnTo>
                  <a:lnTo>
                    <a:pt x="122396" y="588550"/>
                  </a:lnTo>
                  <a:close/>
                  <a:moveTo>
                    <a:pt x="46577" y="618458"/>
                  </a:moveTo>
                  <a:lnTo>
                    <a:pt x="47339" y="619125"/>
                  </a:lnTo>
                  <a:lnTo>
                    <a:pt x="48387" y="619125"/>
                  </a:lnTo>
                  <a:lnTo>
                    <a:pt x="49435" y="618839"/>
                  </a:lnTo>
                  <a:lnTo>
                    <a:pt x="50197" y="618458"/>
                  </a:lnTo>
                  <a:lnTo>
                    <a:pt x="49816" y="618172"/>
                  </a:lnTo>
                  <a:lnTo>
                    <a:pt x="50959" y="617030"/>
                  </a:lnTo>
                  <a:lnTo>
                    <a:pt x="50959" y="615887"/>
                  </a:lnTo>
                  <a:lnTo>
                    <a:pt x="50673" y="614839"/>
                  </a:lnTo>
                  <a:lnTo>
                    <a:pt x="50197" y="613981"/>
                  </a:lnTo>
                  <a:lnTo>
                    <a:pt x="49530" y="613315"/>
                  </a:lnTo>
                  <a:lnTo>
                    <a:pt x="48863" y="612743"/>
                  </a:lnTo>
                  <a:lnTo>
                    <a:pt x="48387" y="612553"/>
                  </a:lnTo>
                  <a:lnTo>
                    <a:pt x="47720" y="612648"/>
                  </a:lnTo>
                  <a:lnTo>
                    <a:pt x="47149" y="612838"/>
                  </a:lnTo>
                  <a:lnTo>
                    <a:pt x="47054" y="613029"/>
                  </a:lnTo>
                  <a:lnTo>
                    <a:pt x="47054" y="613410"/>
                  </a:lnTo>
                  <a:lnTo>
                    <a:pt x="46577" y="617696"/>
                  </a:lnTo>
                  <a:lnTo>
                    <a:pt x="46577" y="618458"/>
                  </a:lnTo>
                  <a:close/>
                  <a:moveTo>
                    <a:pt x="47054" y="625316"/>
                  </a:moveTo>
                  <a:lnTo>
                    <a:pt x="47149" y="626364"/>
                  </a:lnTo>
                  <a:lnTo>
                    <a:pt x="47625" y="627412"/>
                  </a:lnTo>
                  <a:lnTo>
                    <a:pt x="48101" y="627507"/>
                  </a:lnTo>
                  <a:lnTo>
                    <a:pt x="49340" y="624459"/>
                  </a:lnTo>
                  <a:lnTo>
                    <a:pt x="50006" y="623221"/>
                  </a:lnTo>
                  <a:lnTo>
                    <a:pt x="50197" y="622173"/>
                  </a:lnTo>
                  <a:lnTo>
                    <a:pt x="49530" y="621125"/>
                  </a:lnTo>
                  <a:lnTo>
                    <a:pt x="48959" y="620744"/>
                  </a:lnTo>
                  <a:lnTo>
                    <a:pt x="48483" y="620459"/>
                  </a:lnTo>
                  <a:lnTo>
                    <a:pt x="47530" y="620268"/>
                  </a:lnTo>
                  <a:lnTo>
                    <a:pt x="47054" y="621125"/>
                  </a:lnTo>
                  <a:lnTo>
                    <a:pt x="47244" y="622745"/>
                  </a:lnTo>
                  <a:lnTo>
                    <a:pt x="47244" y="624173"/>
                  </a:lnTo>
                  <a:lnTo>
                    <a:pt x="47054" y="625316"/>
                  </a:lnTo>
                  <a:close/>
                  <a:moveTo>
                    <a:pt x="55054" y="580930"/>
                  </a:moveTo>
                  <a:lnTo>
                    <a:pt x="54388" y="581692"/>
                  </a:lnTo>
                  <a:lnTo>
                    <a:pt x="54102" y="582454"/>
                  </a:lnTo>
                  <a:lnTo>
                    <a:pt x="54769" y="583597"/>
                  </a:lnTo>
                  <a:lnTo>
                    <a:pt x="55721" y="582168"/>
                  </a:lnTo>
                  <a:lnTo>
                    <a:pt x="55817" y="581406"/>
                  </a:lnTo>
                  <a:lnTo>
                    <a:pt x="55531" y="580263"/>
                  </a:lnTo>
                  <a:lnTo>
                    <a:pt x="55531" y="579977"/>
                  </a:lnTo>
                  <a:lnTo>
                    <a:pt x="55054" y="580930"/>
                  </a:lnTo>
                  <a:close/>
                  <a:moveTo>
                    <a:pt x="276606" y="480155"/>
                  </a:moveTo>
                  <a:lnTo>
                    <a:pt x="276511" y="478250"/>
                  </a:lnTo>
                  <a:lnTo>
                    <a:pt x="275654" y="476917"/>
                  </a:lnTo>
                  <a:lnTo>
                    <a:pt x="274320" y="477012"/>
                  </a:lnTo>
                  <a:lnTo>
                    <a:pt x="274606" y="476345"/>
                  </a:lnTo>
                  <a:lnTo>
                    <a:pt x="274606" y="475679"/>
                  </a:lnTo>
                  <a:lnTo>
                    <a:pt x="274511" y="475107"/>
                  </a:lnTo>
                  <a:lnTo>
                    <a:pt x="274320" y="474536"/>
                  </a:lnTo>
                  <a:lnTo>
                    <a:pt x="273844" y="474250"/>
                  </a:lnTo>
                  <a:lnTo>
                    <a:pt x="273558" y="474631"/>
                  </a:lnTo>
                  <a:lnTo>
                    <a:pt x="272510" y="478536"/>
                  </a:lnTo>
                  <a:lnTo>
                    <a:pt x="272510" y="479012"/>
                  </a:lnTo>
                  <a:lnTo>
                    <a:pt x="272987" y="480251"/>
                  </a:lnTo>
                  <a:lnTo>
                    <a:pt x="273177" y="480727"/>
                  </a:lnTo>
                  <a:lnTo>
                    <a:pt x="273177" y="481394"/>
                  </a:lnTo>
                  <a:lnTo>
                    <a:pt x="273082" y="481679"/>
                  </a:lnTo>
                  <a:lnTo>
                    <a:pt x="272796" y="481965"/>
                  </a:lnTo>
                  <a:lnTo>
                    <a:pt x="272415" y="482537"/>
                  </a:lnTo>
                  <a:lnTo>
                    <a:pt x="274130" y="483013"/>
                  </a:lnTo>
                  <a:lnTo>
                    <a:pt x="274606" y="483203"/>
                  </a:lnTo>
                  <a:lnTo>
                    <a:pt x="274892" y="483584"/>
                  </a:lnTo>
                  <a:lnTo>
                    <a:pt x="275273" y="484442"/>
                  </a:lnTo>
                  <a:lnTo>
                    <a:pt x="275654" y="484727"/>
                  </a:lnTo>
                  <a:lnTo>
                    <a:pt x="276035" y="484727"/>
                  </a:lnTo>
                  <a:lnTo>
                    <a:pt x="275844" y="483394"/>
                  </a:lnTo>
                  <a:lnTo>
                    <a:pt x="275939" y="482918"/>
                  </a:lnTo>
                  <a:lnTo>
                    <a:pt x="276416" y="482251"/>
                  </a:lnTo>
                  <a:lnTo>
                    <a:pt x="275654" y="482251"/>
                  </a:lnTo>
                  <a:lnTo>
                    <a:pt x="275654" y="481870"/>
                  </a:lnTo>
                  <a:lnTo>
                    <a:pt x="276606" y="480155"/>
                  </a:lnTo>
                  <a:close/>
                  <a:moveTo>
                    <a:pt x="266605" y="460343"/>
                  </a:moveTo>
                  <a:lnTo>
                    <a:pt x="266033" y="459391"/>
                  </a:lnTo>
                  <a:lnTo>
                    <a:pt x="265652" y="459010"/>
                  </a:lnTo>
                  <a:lnTo>
                    <a:pt x="265652" y="458724"/>
                  </a:lnTo>
                  <a:lnTo>
                    <a:pt x="264986" y="458248"/>
                  </a:lnTo>
                  <a:lnTo>
                    <a:pt x="264509" y="457486"/>
                  </a:lnTo>
                  <a:lnTo>
                    <a:pt x="263843" y="456057"/>
                  </a:lnTo>
                  <a:lnTo>
                    <a:pt x="263271" y="455295"/>
                  </a:lnTo>
                  <a:lnTo>
                    <a:pt x="262604" y="454628"/>
                  </a:lnTo>
                  <a:lnTo>
                    <a:pt x="260890" y="453390"/>
                  </a:lnTo>
                  <a:lnTo>
                    <a:pt x="259937" y="453390"/>
                  </a:lnTo>
                  <a:lnTo>
                    <a:pt x="258509" y="453009"/>
                  </a:lnTo>
                  <a:lnTo>
                    <a:pt x="257651" y="453009"/>
                  </a:lnTo>
                  <a:lnTo>
                    <a:pt x="258033" y="453199"/>
                  </a:lnTo>
                  <a:lnTo>
                    <a:pt x="258318" y="453485"/>
                  </a:lnTo>
                  <a:lnTo>
                    <a:pt x="258509" y="453771"/>
                  </a:lnTo>
                  <a:lnTo>
                    <a:pt x="258699" y="454152"/>
                  </a:lnTo>
                  <a:lnTo>
                    <a:pt x="257937" y="454152"/>
                  </a:lnTo>
                  <a:lnTo>
                    <a:pt x="259461" y="457676"/>
                  </a:lnTo>
                  <a:lnTo>
                    <a:pt x="259937" y="458248"/>
                  </a:lnTo>
                  <a:lnTo>
                    <a:pt x="259937" y="461581"/>
                  </a:lnTo>
                  <a:lnTo>
                    <a:pt x="259747" y="462344"/>
                  </a:lnTo>
                  <a:lnTo>
                    <a:pt x="259747" y="462724"/>
                  </a:lnTo>
                  <a:lnTo>
                    <a:pt x="260223" y="462820"/>
                  </a:lnTo>
                  <a:lnTo>
                    <a:pt x="260604" y="462915"/>
                  </a:lnTo>
                  <a:lnTo>
                    <a:pt x="260890" y="463105"/>
                  </a:lnTo>
                  <a:lnTo>
                    <a:pt x="261176" y="463391"/>
                  </a:lnTo>
                  <a:lnTo>
                    <a:pt x="260985" y="462820"/>
                  </a:lnTo>
                  <a:lnTo>
                    <a:pt x="260795" y="462629"/>
                  </a:lnTo>
                  <a:lnTo>
                    <a:pt x="260795" y="462248"/>
                  </a:lnTo>
                  <a:lnTo>
                    <a:pt x="262795" y="462915"/>
                  </a:lnTo>
                  <a:lnTo>
                    <a:pt x="263462" y="463010"/>
                  </a:lnTo>
                  <a:lnTo>
                    <a:pt x="264224" y="462820"/>
                  </a:lnTo>
                  <a:lnTo>
                    <a:pt x="264319" y="462344"/>
                  </a:lnTo>
                  <a:lnTo>
                    <a:pt x="264224" y="461772"/>
                  </a:lnTo>
                  <a:lnTo>
                    <a:pt x="264414" y="461105"/>
                  </a:lnTo>
                  <a:lnTo>
                    <a:pt x="266129" y="462820"/>
                  </a:lnTo>
                  <a:lnTo>
                    <a:pt x="266986" y="463391"/>
                  </a:lnTo>
                  <a:lnTo>
                    <a:pt x="267748" y="463105"/>
                  </a:lnTo>
                  <a:lnTo>
                    <a:pt x="267843" y="462248"/>
                  </a:lnTo>
                  <a:lnTo>
                    <a:pt x="267271" y="461391"/>
                  </a:lnTo>
                  <a:lnTo>
                    <a:pt x="266605" y="460343"/>
                  </a:lnTo>
                  <a:close/>
                  <a:moveTo>
                    <a:pt x="436436" y="262795"/>
                  </a:moveTo>
                  <a:lnTo>
                    <a:pt x="435007" y="260604"/>
                  </a:lnTo>
                  <a:lnTo>
                    <a:pt x="432626" y="259080"/>
                  </a:lnTo>
                  <a:lnTo>
                    <a:pt x="430340" y="258318"/>
                  </a:lnTo>
                  <a:lnTo>
                    <a:pt x="429196" y="258128"/>
                  </a:lnTo>
                  <a:lnTo>
                    <a:pt x="427006" y="258318"/>
                  </a:lnTo>
                  <a:lnTo>
                    <a:pt x="426244" y="258223"/>
                  </a:lnTo>
                  <a:lnTo>
                    <a:pt x="425577" y="257842"/>
                  </a:lnTo>
                  <a:lnTo>
                    <a:pt x="424910" y="257175"/>
                  </a:lnTo>
                  <a:lnTo>
                    <a:pt x="424339" y="256318"/>
                  </a:lnTo>
                  <a:lnTo>
                    <a:pt x="422243" y="251841"/>
                  </a:lnTo>
                  <a:lnTo>
                    <a:pt x="421577" y="249841"/>
                  </a:lnTo>
                  <a:lnTo>
                    <a:pt x="421672" y="247936"/>
                  </a:lnTo>
                  <a:lnTo>
                    <a:pt x="422910" y="246507"/>
                  </a:lnTo>
                  <a:lnTo>
                    <a:pt x="424053" y="246031"/>
                  </a:lnTo>
                  <a:lnTo>
                    <a:pt x="424625" y="245745"/>
                  </a:lnTo>
                  <a:lnTo>
                    <a:pt x="424910" y="245364"/>
                  </a:lnTo>
                  <a:lnTo>
                    <a:pt x="424910" y="245173"/>
                  </a:lnTo>
                  <a:lnTo>
                    <a:pt x="424815" y="244888"/>
                  </a:lnTo>
                  <a:lnTo>
                    <a:pt x="424434" y="244602"/>
                  </a:lnTo>
                  <a:lnTo>
                    <a:pt x="423958" y="244412"/>
                  </a:lnTo>
                  <a:lnTo>
                    <a:pt x="417862" y="242888"/>
                  </a:lnTo>
                  <a:lnTo>
                    <a:pt x="415671" y="242792"/>
                  </a:lnTo>
                  <a:lnTo>
                    <a:pt x="415100" y="242697"/>
                  </a:lnTo>
                  <a:lnTo>
                    <a:pt x="408242" y="240221"/>
                  </a:lnTo>
                  <a:lnTo>
                    <a:pt x="406813" y="239744"/>
                  </a:lnTo>
                  <a:lnTo>
                    <a:pt x="405670" y="238887"/>
                  </a:lnTo>
                  <a:lnTo>
                    <a:pt x="404813" y="237744"/>
                  </a:lnTo>
                  <a:lnTo>
                    <a:pt x="404336" y="236411"/>
                  </a:lnTo>
                  <a:lnTo>
                    <a:pt x="404146" y="234982"/>
                  </a:lnTo>
                  <a:lnTo>
                    <a:pt x="404146" y="232601"/>
                  </a:lnTo>
                  <a:lnTo>
                    <a:pt x="403955" y="231457"/>
                  </a:lnTo>
                  <a:lnTo>
                    <a:pt x="403384" y="230410"/>
                  </a:lnTo>
                  <a:lnTo>
                    <a:pt x="403003" y="230029"/>
                  </a:lnTo>
                  <a:lnTo>
                    <a:pt x="401955" y="229457"/>
                  </a:lnTo>
                  <a:lnTo>
                    <a:pt x="401479" y="229171"/>
                  </a:lnTo>
                  <a:lnTo>
                    <a:pt x="401098" y="228886"/>
                  </a:lnTo>
                  <a:lnTo>
                    <a:pt x="400050" y="227743"/>
                  </a:lnTo>
                  <a:lnTo>
                    <a:pt x="399669" y="227362"/>
                  </a:lnTo>
                  <a:lnTo>
                    <a:pt x="398240" y="226600"/>
                  </a:lnTo>
                  <a:lnTo>
                    <a:pt x="397764" y="226219"/>
                  </a:lnTo>
                  <a:lnTo>
                    <a:pt x="397383" y="225743"/>
                  </a:lnTo>
                  <a:lnTo>
                    <a:pt x="397097" y="225171"/>
                  </a:lnTo>
                  <a:lnTo>
                    <a:pt x="396621" y="223456"/>
                  </a:lnTo>
                  <a:lnTo>
                    <a:pt x="396145" y="222504"/>
                  </a:lnTo>
                  <a:lnTo>
                    <a:pt x="395573" y="221647"/>
                  </a:lnTo>
                  <a:lnTo>
                    <a:pt x="394907" y="220789"/>
                  </a:lnTo>
                  <a:lnTo>
                    <a:pt x="394050" y="220028"/>
                  </a:lnTo>
                  <a:lnTo>
                    <a:pt x="391096" y="218408"/>
                  </a:lnTo>
                  <a:lnTo>
                    <a:pt x="390144" y="217646"/>
                  </a:lnTo>
                  <a:lnTo>
                    <a:pt x="389573" y="216694"/>
                  </a:lnTo>
                  <a:lnTo>
                    <a:pt x="389287" y="215551"/>
                  </a:lnTo>
                  <a:lnTo>
                    <a:pt x="389192" y="214313"/>
                  </a:lnTo>
                  <a:lnTo>
                    <a:pt x="389477" y="211931"/>
                  </a:lnTo>
                  <a:lnTo>
                    <a:pt x="390049" y="209645"/>
                  </a:lnTo>
                  <a:lnTo>
                    <a:pt x="390811" y="207645"/>
                  </a:lnTo>
                  <a:lnTo>
                    <a:pt x="390906" y="207073"/>
                  </a:lnTo>
                  <a:lnTo>
                    <a:pt x="390906" y="206502"/>
                  </a:lnTo>
                  <a:lnTo>
                    <a:pt x="389763" y="202025"/>
                  </a:lnTo>
                  <a:lnTo>
                    <a:pt x="389763" y="201359"/>
                  </a:lnTo>
                  <a:lnTo>
                    <a:pt x="389858" y="200882"/>
                  </a:lnTo>
                  <a:lnTo>
                    <a:pt x="389858" y="200692"/>
                  </a:lnTo>
                  <a:lnTo>
                    <a:pt x="390239" y="199454"/>
                  </a:lnTo>
                  <a:lnTo>
                    <a:pt x="390335" y="198787"/>
                  </a:lnTo>
                  <a:lnTo>
                    <a:pt x="390335" y="198120"/>
                  </a:lnTo>
                  <a:lnTo>
                    <a:pt x="390144" y="197548"/>
                  </a:lnTo>
                  <a:lnTo>
                    <a:pt x="389668" y="196405"/>
                  </a:lnTo>
                  <a:lnTo>
                    <a:pt x="389477" y="195834"/>
                  </a:lnTo>
                  <a:lnTo>
                    <a:pt x="389287" y="194024"/>
                  </a:lnTo>
                  <a:lnTo>
                    <a:pt x="389001" y="190786"/>
                  </a:lnTo>
                  <a:lnTo>
                    <a:pt x="389287" y="189547"/>
                  </a:lnTo>
                  <a:lnTo>
                    <a:pt x="392716" y="181546"/>
                  </a:lnTo>
                  <a:lnTo>
                    <a:pt x="392906" y="180308"/>
                  </a:lnTo>
                  <a:lnTo>
                    <a:pt x="393097" y="177737"/>
                  </a:lnTo>
                  <a:lnTo>
                    <a:pt x="393002" y="174498"/>
                  </a:lnTo>
                  <a:lnTo>
                    <a:pt x="393192" y="171831"/>
                  </a:lnTo>
                  <a:lnTo>
                    <a:pt x="393192" y="171164"/>
                  </a:lnTo>
                  <a:lnTo>
                    <a:pt x="393002" y="170497"/>
                  </a:lnTo>
                  <a:lnTo>
                    <a:pt x="391763" y="167735"/>
                  </a:lnTo>
                  <a:lnTo>
                    <a:pt x="391573" y="167449"/>
                  </a:lnTo>
                  <a:lnTo>
                    <a:pt x="391192" y="167069"/>
                  </a:lnTo>
                  <a:lnTo>
                    <a:pt x="390335" y="166592"/>
                  </a:lnTo>
                  <a:lnTo>
                    <a:pt x="389954" y="166306"/>
                  </a:lnTo>
                  <a:lnTo>
                    <a:pt x="389573" y="165830"/>
                  </a:lnTo>
                  <a:lnTo>
                    <a:pt x="388811" y="164306"/>
                  </a:lnTo>
                  <a:lnTo>
                    <a:pt x="387763" y="162782"/>
                  </a:lnTo>
                  <a:lnTo>
                    <a:pt x="387096" y="162115"/>
                  </a:lnTo>
                  <a:lnTo>
                    <a:pt x="384620" y="160496"/>
                  </a:lnTo>
                  <a:lnTo>
                    <a:pt x="383667" y="160115"/>
                  </a:lnTo>
                  <a:lnTo>
                    <a:pt x="375476" y="155829"/>
                  </a:lnTo>
                  <a:lnTo>
                    <a:pt x="373952" y="154400"/>
                  </a:lnTo>
                  <a:lnTo>
                    <a:pt x="372428" y="152495"/>
                  </a:lnTo>
                  <a:lnTo>
                    <a:pt x="372237" y="152019"/>
                  </a:lnTo>
                  <a:lnTo>
                    <a:pt x="371951" y="150971"/>
                  </a:lnTo>
                  <a:lnTo>
                    <a:pt x="371761" y="150590"/>
                  </a:lnTo>
                  <a:lnTo>
                    <a:pt x="371570" y="150209"/>
                  </a:lnTo>
                  <a:lnTo>
                    <a:pt x="370808" y="149257"/>
                  </a:lnTo>
                  <a:lnTo>
                    <a:pt x="369570" y="146876"/>
                  </a:lnTo>
                  <a:lnTo>
                    <a:pt x="368808" y="145828"/>
                  </a:lnTo>
                  <a:lnTo>
                    <a:pt x="365379" y="143732"/>
                  </a:lnTo>
                  <a:lnTo>
                    <a:pt x="365093" y="143446"/>
                  </a:lnTo>
                  <a:lnTo>
                    <a:pt x="364903" y="143256"/>
                  </a:lnTo>
                  <a:lnTo>
                    <a:pt x="364522" y="142780"/>
                  </a:lnTo>
                  <a:lnTo>
                    <a:pt x="364236" y="142208"/>
                  </a:lnTo>
                  <a:lnTo>
                    <a:pt x="363760" y="140494"/>
                  </a:lnTo>
                  <a:lnTo>
                    <a:pt x="361474" y="135350"/>
                  </a:lnTo>
                  <a:lnTo>
                    <a:pt x="361093" y="134779"/>
                  </a:lnTo>
                  <a:lnTo>
                    <a:pt x="360807" y="134398"/>
                  </a:lnTo>
                  <a:lnTo>
                    <a:pt x="357569" y="131445"/>
                  </a:lnTo>
                  <a:lnTo>
                    <a:pt x="356902" y="130588"/>
                  </a:lnTo>
                  <a:lnTo>
                    <a:pt x="356330" y="129540"/>
                  </a:lnTo>
                  <a:lnTo>
                    <a:pt x="354044" y="124015"/>
                  </a:lnTo>
                  <a:lnTo>
                    <a:pt x="351377" y="119444"/>
                  </a:lnTo>
                  <a:lnTo>
                    <a:pt x="350425" y="118396"/>
                  </a:lnTo>
                  <a:lnTo>
                    <a:pt x="349091" y="117729"/>
                  </a:lnTo>
                  <a:lnTo>
                    <a:pt x="347853" y="117634"/>
                  </a:lnTo>
                  <a:lnTo>
                    <a:pt x="346710" y="117920"/>
                  </a:lnTo>
                  <a:lnTo>
                    <a:pt x="345662" y="118586"/>
                  </a:lnTo>
                  <a:lnTo>
                    <a:pt x="344805" y="119539"/>
                  </a:lnTo>
                  <a:lnTo>
                    <a:pt x="344615" y="119920"/>
                  </a:lnTo>
                  <a:lnTo>
                    <a:pt x="344424" y="120110"/>
                  </a:lnTo>
                  <a:lnTo>
                    <a:pt x="344138" y="120205"/>
                  </a:lnTo>
                  <a:lnTo>
                    <a:pt x="343758" y="120301"/>
                  </a:lnTo>
                  <a:lnTo>
                    <a:pt x="342900" y="120110"/>
                  </a:lnTo>
                  <a:lnTo>
                    <a:pt x="342424" y="119539"/>
                  </a:lnTo>
                  <a:lnTo>
                    <a:pt x="342043" y="118872"/>
                  </a:lnTo>
                  <a:lnTo>
                    <a:pt x="341471" y="118205"/>
                  </a:lnTo>
                  <a:lnTo>
                    <a:pt x="340709" y="117634"/>
                  </a:lnTo>
                  <a:lnTo>
                    <a:pt x="339852" y="117157"/>
                  </a:lnTo>
                  <a:lnTo>
                    <a:pt x="338995" y="116872"/>
                  </a:lnTo>
                  <a:lnTo>
                    <a:pt x="338042" y="116681"/>
                  </a:lnTo>
                  <a:lnTo>
                    <a:pt x="334994" y="116491"/>
                  </a:lnTo>
                  <a:lnTo>
                    <a:pt x="334233" y="116300"/>
                  </a:lnTo>
                  <a:lnTo>
                    <a:pt x="331184" y="114967"/>
                  </a:lnTo>
                  <a:lnTo>
                    <a:pt x="330708" y="114681"/>
                  </a:lnTo>
                  <a:lnTo>
                    <a:pt x="330232" y="114300"/>
                  </a:lnTo>
                  <a:lnTo>
                    <a:pt x="329470" y="113729"/>
                  </a:lnTo>
                  <a:lnTo>
                    <a:pt x="326422" y="112871"/>
                  </a:lnTo>
                  <a:lnTo>
                    <a:pt x="325088" y="112776"/>
                  </a:lnTo>
                  <a:lnTo>
                    <a:pt x="323755" y="112395"/>
                  </a:lnTo>
                  <a:lnTo>
                    <a:pt x="323279" y="112395"/>
                  </a:lnTo>
                  <a:lnTo>
                    <a:pt x="322517" y="112490"/>
                  </a:lnTo>
                  <a:lnTo>
                    <a:pt x="322231" y="112490"/>
                  </a:lnTo>
                  <a:lnTo>
                    <a:pt x="321278" y="112300"/>
                  </a:lnTo>
                  <a:lnTo>
                    <a:pt x="318421" y="111443"/>
                  </a:lnTo>
                  <a:lnTo>
                    <a:pt x="317850" y="111443"/>
                  </a:lnTo>
                  <a:lnTo>
                    <a:pt x="313658" y="112300"/>
                  </a:lnTo>
                  <a:lnTo>
                    <a:pt x="312420" y="112871"/>
                  </a:lnTo>
                  <a:lnTo>
                    <a:pt x="311277" y="113729"/>
                  </a:lnTo>
                  <a:lnTo>
                    <a:pt x="310420" y="114871"/>
                  </a:lnTo>
                  <a:lnTo>
                    <a:pt x="309848" y="116205"/>
                  </a:lnTo>
                  <a:lnTo>
                    <a:pt x="309848" y="116586"/>
                  </a:lnTo>
                  <a:lnTo>
                    <a:pt x="309944" y="116777"/>
                  </a:lnTo>
                  <a:lnTo>
                    <a:pt x="310039" y="116967"/>
                  </a:lnTo>
                  <a:lnTo>
                    <a:pt x="310134" y="117253"/>
                  </a:lnTo>
                  <a:lnTo>
                    <a:pt x="310610" y="117443"/>
                  </a:lnTo>
                  <a:lnTo>
                    <a:pt x="312801" y="118967"/>
                  </a:lnTo>
                  <a:lnTo>
                    <a:pt x="313087" y="119444"/>
                  </a:lnTo>
                  <a:lnTo>
                    <a:pt x="312992" y="119920"/>
                  </a:lnTo>
                  <a:lnTo>
                    <a:pt x="312515" y="120301"/>
                  </a:lnTo>
                  <a:lnTo>
                    <a:pt x="311849" y="120587"/>
                  </a:lnTo>
                  <a:lnTo>
                    <a:pt x="309944" y="120968"/>
                  </a:lnTo>
                  <a:lnTo>
                    <a:pt x="308801" y="121348"/>
                  </a:lnTo>
                  <a:lnTo>
                    <a:pt x="307181" y="121634"/>
                  </a:lnTo>
                  <a:lnTo>
                    <a:pt x="306705" y="121825"/>
                  </a:lnTo>
                  <a:lnTo>
                    <a:pt x="306229" y="122111"/>
                  </a:lnTo>
                  <a:lnTo>
                    <a:pt x="305658" y="122777"/>
                  </a:lnTo>
                  <a:lnTo>
                    <a:pt x="305276" y="123635"/>
                  </a:lnTo>
                  <a:lnTo>
                    <a:pt x="304991" y="125444"/>
                  </a:lnTo>
                  <a:lnTo>
                    <a:pt x="304610" y="126587"/>
                  </a:lnTo>
                  <a:lnTo>
                    <a:pt x="303943" y="127445"/>
                  </a:lnTo>
                  <a:lnTo>
                    <a:pt x="303086" y="128016"/>
                  </a:lnTo>
                  <a:lnTo>
                    <a:pt x="301943" y="128397"/>
                  </a:lnTo>
                  <a:lnTo>
                    <a:pt x="301943" y="128397"/>
                  </a:lnTo>
                  <a:lnTo>
                    <a:pt x="301943" y="128397"/>
                  </a:lnTo>
                  <a:lnTo>
                    <a:pt x="301943" y="128397"/>
                  </a:lnTo>
                  <a:lnTo>
                    <a:pt x="302038" y="128111"/>
                  </a:lnTo>
                  <a:lnTo>
                    <a:pt x="302038" y="128111"/>
                  </a:lnTo>
                  <a:lnTo>
                    <a:pt x="301847" y="128206"/>
                  </a:lnTo>
                  <a:lnTo>
                    <a:pt x="301466" y="128397"/>
                  </a:lnTo>
                  <a:lnTo>
                    <a:pt x="300990" y="128873"/>
                  </a:lnTo>
                  <a:lnTo>
                    <a:pt x="300704" y="129635"/>
                  </a:lnTo>
                  <a:lnTo>
                    <a:pt x="300609" y="130683"/>
                  </a:lnTo>
                  <a:lnTo>
                    <a:pt x="301085" y="133921"/>
                  </a:lnTo>
                  <a:lnTo>
                    <a:pt x="300800" y="134493"/>
                  </a:lnTo>
                  <a:lnTo>
                    <a:pt x="300323" y="134874"/>
                  </a:lnTo>
                  <a:lnTo>
                    <a:pt x="299847" y="135636"/>
                  </a:lnTo>
                  <a:lnTo>
                    <a:pt x="299276" y="136398"/>
                  </a:lnTo>
                  <a:lnTo>
                    <a:pt x="298323" y="136779"/>
                  </a:lnTo>
                  <a:lnTo>
                    <a:pt x="297466" y="136588"/>
                  </a:lnTo>
                  <a:lnTo>
                    <a:pt x="295846" y="135541"/>
                  </a:lnTo>
                  <a:lnTo>
                    <a:pt x="294894" y="135255"/>
                  </a:lnTo>
                  <a:lnTo>
                    <a:pt x="294037" y="135446"/>
                  </a:lnTo>
                  <a:lnTo>
                    <a:pt x="289560" y="137446"/>
                  </a:lnTo>
                  <a:lnTo>
                    <a:pt x="288798" y="137922"/>
                  </a:lnTo>
                  <a:lnTo>
                    <a:pt x="288512" y="138494"/>
                  </a:lnTo>
                  <a:lnTo>
                    <a:pt x="285464" y="140113"/>
                  </a:lnTo>
                  <a:lnTo>
                    <a:pt x="283559" y="141922"/>
                  </a:lnTo>
                  <a:lnTo>
                    <a:pt x="282797" y="142399"/>
                  </a:lnTo>
                  <a:lnTo>
                    <a:pt x="280892" y="142875"/>
                  </a:lnTo>
                  <a:lnTo>
                    <a:pt x="280130" y="143351"/>
                  </a:lnTo>
                  <a:lnTo>
                    <a:pt x="279845" y="144209"/>
                  </a:lnTo>
                  <a:lnTo>
                    <a:pt x="280130" y="145256"/>
                  </a:lnTo>
                  <a:lnTo>
                    <a:pt x="280607" y="146018"/>
                  </a:lnTo>
                  <a:lnTo>
                    <a:pt x="280607" y="146399"/>
                  </a:lnTo>
                  <a:lnTo>
                    <a:pt x="279464" y="146209"/>
                  </a:lnTo>
                  <a:lnTo>
                    <a:pt x="276796" y="144875"/>
                  </a:lnTo>
                  <a:lnTo>
                    <a:pt x="276035" y="144685"/>
                  </a:lnTo>
                  <a:lnTo>
                    <a:pt x="276035" y="144209"/>
                  </a:lnTo>
                  <a:lnTo>
                    <a:pt x="276892" y="140589"/>
                  </a:lnTo>
                  <a:lnTo>
                    <a:pt x="276225" y="138398"/>
                  </a:lnTo>
                  <a:lnTo>
                    <a:pt x="274511" y="137541"/>
                  </a:lnTo>
                  <a:lnTo>
                    <a:pt x="270034" y="137541"/>
                  </a:lnTo>
                  <a:lnTo>
                    <a:pt x="268129" y="137160"/>
                  </a:lnTo>
                  <a:lnTo>
                    <a:pt x="266414" y="136207"/>
                  </a:lnTo>
                  <a:lnTo>
                    <a:pt x="264986" y="134969"/>
                  </a:lnTo>
                  <a:lnTo>
                    <a:pt x="264033" y="133731"/>
                  </a:lnTo>
                  <a:lnTo>
                    <a:pt x="262414" y="133826"/>
                  </a:lnTo>
                  <a:lnTo>
                    <a:pt x="260890" y="133064"/>
                  </a:lnTo>
                  <a:lnTo>
                    <a:pt x="258223" y="130683"/>
                  </a:lnTo>
                  <a:lnTo>
                    <a:pt x="256985" y="129064"/>
                  </a:lnTo>
                  <a:lnTo>
                    <a:pt x="256604" y="128873"/>
                  </a:lnTo>
                  <a:lnTo>
                    <a:pt x="256413" y="128683"/>
                  </a:lnTo>
                  <a:lnTo>
                    <a:pt x="254794" y="127540"/>
                  </a:lnTo>
                  <a:lnTo>
                    <a:pt x="254318" y="126587"/>
                  </a:lnTo>
                  <a:lnTo>
                    <a:pt x="254127" y="125635"/>
                  </a:lnTo>
                  <a:lnTo>
                    <a:pt x="253746" y="124873"/>
                  </a:lnTo>
                  <a:lnTo>
                    <a:pt x="252794" y="124301"/>
                  </a:lnTo>
                  <a:lnTo>
                    <a:pt x="250317" y="124206"/>
                  </a:lnTo>
                  <a:lnTo>
                    <a:pt x="248793" y="124111"/>
                  </a:lnTo>
                  <a:lnTo>
                    <a:pt x="248412" y="124396"/>
                  </a:lnTo>
                  <a:lnTo>
                    <a:pt x="247555" y="125254"/>
                  </a:lnTo>
                  <a:lnTo>
                    <a:pt x="239554" y="133826"/>
                  </a:lnTo>
                  <a:lnTo>
                    <a:pt x="238506" y="134207"/>
                  </a:lnTo>
                  <a:lnTo>
                    <a:pt x="236506" y="133064"/>
                  </a:lnTo>
                  <a:lnTo>
                    <a:pt x="234410" y="132493"/>
                  </a:lnTo>
                  <a:lnTo>
                    <a:pt x="233934" y="131826"/>
                  </a:lnTo>
                  <a:lnTo>
                    <a:pt x="233648" y="131826"/>
                  </a:lnTo>
                  <a:lnTo>
                    <a:pt x="232791" y="132683"/>
                  </a:lnTo>
                  <a:lnTo>
                    <a:pt x="232315" y="133731"/>
                  </a:lnTo>
                  <a:lnTo>
                    <a:pt x="231839" y="136112"/>
                  </a:lnTo>
                  <a:lnTo>
                    <a:pt x="230600" y="139732"/>
                  </a:lnTo>
                  <a:lnTo>
                    <a:pt x="230410" y="140875"/>
                  </a:lnTo>
                  <a:lnTo>
                    <a:pt x="225552" y="141827"/>
                  </a:lnTo>
                  <a:lnTo>
                    <a:pt x="224695" y="142399"/>
                  </a:lnTo>
                  <a:lnTo>
                    <a:pt x="224219" y="143446"/>
                  </a:lnTo>
                  <a:lnTo>
                    <a:pt x="223647" y="144018"/>
                  </a:lnTo>
                  <a:lnTo>
                    <a:pt x="222409" y="143256"/>
                  </a:lnTo>
                  <a:lnTo>
                    <a:pt x="222409" y="144113"/>
                  </a:lnTo>
                  <a:lnTo>
                    <a:pt x="222314" y="144875"/>
                  </a:lnTo>
                  <a:lnTo>
                    <a:pt x="222123" y="145447"/>
                  </a:lnTo>
                  <a:lnTo>
                    <a:pt x="221742" y="145923"/>
                  </a:lnTo>
                  <a:lnTo>
                    <a:pt x="220790" y="146304"/>
                  </a:lnTo>
                  <a:lnTo>
                    <a:pt x="220218" y="146495"/>
                  </a:lnTo>
                  <a:lnTo>
                    <a:pt x="221361" y="147447"/>
                  </a:lnTo>
                  <a:lnTo>
                    <a:pt x="220313" y="148209"/>
                  </a:lnTo>
                  <a:lnTo>
                    <a:pt x="218504" y="148971"/>
                  </a:lnTo>
                  <a:lnTo>
                    <a:pt x="217456" y="150019"/>
                  </a:lnTo>
                  <a:lnTo>
                    <a:pt x="217265" y="150400"/>
                  </a:lnTo>
                  <a:lnTo>
                    <a:pt x="216979" y="150781"/>
                  </a:lnTo>
                  <a:lnTo>
                    <a:pt x="216789" y="151257"/>
                  </a:lnTo>
                  <a:lnTo>
                    <a:pt x="216694" y="151352"/>
                  </a:lnTo>
                  <a:lnTo>
                    <a:pt x="216218" y="150304"/>
                  </a:lnTo>
                  <a:lnTo>
                    <a:pt x="216122" y="149923"/>
                  </a:lnTo>
                  <a:lnTo>
                    <a:pt x="216027" y="149638"/>
                  </a:lnTo>
                  <a:lnTo>
                    <a:pt x="215932" y="149638"/>
                  </a:lnTo>
                  <a:lnTo>
                    <a:pt x="215741" y="149733"/>
                  </a:lnTo>
                  <a:lnTo>
                    <a:pt x="215456" y="149923"/>
                  </a:lnTo>
                  <a:lnTo>
                    <a:pt x="214789" y="150590"/>
                  </a:lnTo>
                  <a:lnTo>
                    <a:pt x="214027" y="150686"/>
                  </a:lnTo>
                  <a:lnTo>
                    <a:pt x="213265" y="150590"/>
                  </a:lnTo>
                  <a:lnTo>
                    <a:pt x="212503" y="150876"/>
                  </a:lnTo>
                  <a:lnTo>
                    <a:pt x="212217" y="151352"/>
                  </a:lnTo>
                  <a:lnTo>
                    <a:pt x="212598" y="151543"/>
                  </a:lnTo>
                  <a:lnTo>
                    <a:pt x="213170" y="151543"/>
                  </a:lnTo>
                  <a:lnTo>
                    <a:pt x="213455" y="151638"/>
                  </a:lnTo>
                  <a:lnTo>
                    <a:pt x="213360" y="152019"/>
                  </a:lnTo>
                  <a:lnTo>
                    <a:pt x="213265" y="152210"/>
                  </a:lnTo>
                  <a:lnTo>
                    <a:pt x="212312" y="153448"/>
                  </a:lnTo>
                  <a:lnTo>
                    <a:pt x="211931" y="153543"/>
                  </a:lnTo>
                  <a:lnTo>
                    <a:pt x="211550" y="153543"/>
                  </a:lnTo>
                  <a:lnTo>
                    <a:pt x="210884" y="153734"/>
                  </a:lnTo>
                  <a:lnTo>
                    <a:pt x="205073" y="158496"/>
                  </a:lnTo>
                  <a:lnTo>
                    <a:pt x="204121" y="159829"/>
                  </a:lnTo>
                  <a:lnTo>
                    <a:pt x="203073" y="161830"/>
                  </a:lnTo>
                  <a:lnTo>
                    <a:pt x="202692" y="162306"/>
                  </a:lnTo>
                  <a:lnTo>
                    <a:pt x="202025" y="162592"/>
                  </a:lnTo>
                  <a:lnTo>
                    <a:pt x="201359" y="162687"/>
                  </a:lnTo>
                  <a:lnTo>
                    <a:pt x="200787" y="162973"/>
                  </a:lnTo>
                  <a:lnTo>
                    <a:pt x="200692" y="163735"/>
                  </a:lnTo>
                  <a:lnTo>
                    <a:pt x="200692" y="163735"/>
                  </a:lnTo>
                  <a:lnTo>
                    <a:pt x="199835" y="164973"/>
                  </a:lnTo>
                  <a:lnTo>
                    <a:pt x="199549" y="165259"/>
                  </a:lnTo>
                  <a:lnTo>
                    <a:pt x="199073" y="165545"/>
                  </a:lnTo>
                  <a:lnTo>
                    <a:pt x="198882" y="165545"/>
                  </a:lnTo>
                  <a:lnTo>
                    <a:pt x="198692" y="165354"/>
                  </a:lnTo>
                  <a:lnTo>
                    <a:pt x="197168" y="164782"/>
                  </a:lnTo>
                  <a:lnTo>
                    <a:pt x="195548" y="163830"/>
                  </a:lnTo>
                  <a:lnTo>
                    <a:pt x="194691" y="163639"/>
                  </a:lnTo>
                  <a:lnTo>
                    <a:pt x="193929" y="162687"/>
                  </a:lnTo>
                  <a:lnTo>
                    <a:pt x="193072" y="161925"/>
                  </a:lnTo>
                  <a:lnTo>
                    <a:pt x="192119" y="161258"/>
                  </a:lnTo>
                  <a:lnTo>
                    <a:pt x="191071" y="160782"/>
                  </a:lnTo>
                  <a:lnTo>
                    <a:pt x="188786" y="160306"/>
                  </a:lnTo>
                  <a:lnTo>
                    <a:pt x="186881" y="159925"/>
                  </a:lnTo>
                  <a:lnTo>
                    <a:pt x="186023" y="159258"/>
                  </a:lnTo>
                  <a:lnTo>
                    <a:pt x="186023" y="158020"/>
                  </a:lnTo>
                  <a:lnTo>
                    <a:pt x="186785" y="156877"/>
                  </a:lnTo>
                  <a:lnTo>
                    <a:pt x="188500" y="154781"/>
                  </a:lnTo>
                  <a:lnTo>
                    <a:pt x="189643" y="152305"/>
                  </a:lnTo>
                  <a:lnTo>
                    <a:pt x="189738" y="151924"/>
                  </a:lnTo>
                  <a:lnTo>
                    <a:pt x="190024" y="150971"/>
                  </a:lnTo>
                  <a:lnTo>
                    <a:pt x="189929" y="149828"/>
                  </a:lnTo>
                  <a:lnTo>
                    <a:pt x="189833" y="149257"/>
                  </a:lnTo>
                  <a:lnTo>
                    <a:pt x="189929" y="148780"/>
                  </a:lnTo>
                  <a:lnTo>
                    <a:pt x="190310" y="148399"/>
                  </a:lnTo>
                  <a:lnTo>
                    <a:pt x="190786" y="148114"/>
                  </a:lnTo>
                  <a:lnTo>
                    <a:pt x="190881" y="148019"/>
                  </a:lnTo>
                  <a:lnTo>
                    <a:pt x="190881" y="147923"/>
                  </a:lnTo>
                  <a:lnTo>
                    <a:pt x="190881" y="147828"/>
                  </a:lnTo>
                  <a:lnTo>
                    <a:pt x="190786" y="147733"/>
                  </a:lnTo>
                  <a:lnTo>
                    <a:pt x="190405" y="147352"/>
                  </a:lnTo>
                  <a:lnTo>
                    <a:pt x="190310" y="146971"/>
                  </a:lnTo>
                  <a:lnTo>
                    <a:pt x="190405" y="146590"/>
                  </a:lnTo>
                  <a:lnTo>
                    <a:pt x="190786" y="146304"/>
                  </a:lnTo>
                  <a:lnTo>
                    <a:pt x="191834" y="145828"/>
                  </a:lnTo>
                  <a:lnTo>
                    <a:pt x="192119" y="145161"/>
                  </a:lnTo>
                  <a:lnTo>
                    <a:pt x="191929" y="143256"/>
                  </a:lnTo>
                  <a:lnTo>
                    <a:pt x="192119" y="142113"/>
                  </a:lnTo>
                  <a:lnTo>
                    <a:pt x="192500" y="141542"/>
                  </a:lnTo>
                  <a:lnTo>
                    <a:pt x="194120" y="140589"/>
                  </a:lnTo>
                  <a:lnTo>
                    <a:pt x="195548" y="139351"/>
                  </a:lnTo>
                  <a:lnTo>
                    <a:pt x="196406" y="138017"/>
                  </a:lnTo>
                  <a:lnTo>
                    <a:pt x="197072" y="136588"/>
                  </a:lnTo>
                  <a:lnTo>
                    <a:pt x="198025" y="135064"/>
                  </a:lnTo>
                  <a:lnTo>
                    <a:pt x="198692" y="134493"/>
                  </a:lnTo>
                  <a:lnTo>
                    <a:pt x="200406" y="133445"/>
                  </a:lnTo>
                  <a:lnTo>
                    <a:pt x="200787" y="132683"/>
                  </a:lnTo>
                  <a:lnTo>
                    <a:pt x="200596" y="131921"/>
                  </a:lnTo>
                  <a:lnTo>
                    <a:pt x="199739" y="129826"/>
                  </a:lnTo>
                  <a:lnTo>
                    <a:pt x="199549" y="128778"/>
                  </a:lnTo>
                  <a:lnTo>
                    <a:pt x="199739" y="127826"/>
                  </a:lnTo>
                  <a:lnTo>
                    <a:pt x="200501" y="125730"/>
                  </a:lnTo>
                  <a:lnTo>
                    <a:pt x="200596" y="124873"/>
                  </a:lnTo>
                  <a:lnTo>
                    <a:pt x="200406" y="124396"/>
                  </a:lnTo>
                  <a:lnTo>
                    <a:pt x="200025" y="124111"/>
                  </a:lnTo>
                  <a:lnTo>
                    <a:pt x="199644" y="123920"/>
                  </a:lnTo>
                  <a:lnTo>
                    <a:pt x="199358" y="123635"/>
                  </a:lnTo>
                  <a:lnTo>
                    <a:pt x="198977" y="122492"/>
                  </a:lnTo>
                  <a:lnTo>
                    <a:pt x="198787" y="122111"/>
                  </a:lnTo>
                  <a:lnTo>
                    <a:pt x="198787" y="120205"/>
                  </a:lnTo>
                  <a:lnTo>
                    <a:pt x="198882" y="119634"/>
                  </a:lnTo>
                  <a:lnTo>
                    <a:pt x="199168" y="119253"/>
                  </a:lnTo>
                  <a:lnTo>
                    <a:pt x="200025" y="118301"/>
                  </a:lnTo>
                  <a:lnTo>
                    <a:pt x="200216" y="117920"/>
                  </a:lnTo>
                  <a:lnTo>
                    <a:pt x="199739" y="117157"/>
                  </a:lnTo>
                  <a:lnTo>
                    <a:pt x="196406" y="115634"/>
                  </a:lnTo>
                  <a:lnTo>
                    <a:pt x="196025" y="115253"/>
                  </a:lnTo>
                  <a:lnTo>
                    <a:pt x="194786" y="114110"/>
                  </a:lnTo>
                  <a:lnTo>
                    <a:pt x="194025" y="113157"/>
                  </a:lnTo>
                  <a:lnTo>
                    <a:pt x="193643" y="112204"/>
                  </a:lnTo>
                  <a:lnTo>
                    <a:pt x="193929" y="111062"/>
                  </a:lnTo>
                  <a:lnTo>
                    <a:pt x="195453" y="109442"/>
                  </a:lnTo>
                  <a:lnTo>
                    <a:pt x="195834" y="108395"/>
                  </a:lnTo>
                  <a:lnTo>
                    <a:pt x="195929" y="107823"/>
                  </a:lnTo>
                  <a:lnTo>
                    <a:pt x="196120" y="107537"/>
                  </a:lnTo>
                  <a:lnTo>
                    <a:pt x="199549" y="105632"/>
                  </a:lnTo>
                  <a:lnTo>
                    <a:pt x="200216" y="104965"/>
                  </a:lnTo>
                  <a:lnTo>
                    <a:pt x="200406" y="104394"/>
                  </a:lnTo>
                  <a:lnTo>
                    <a:pt x="200406" y="103156"/>
                  </a:lnTo>
                  <a:lnTo>
                    <a:pt x="200501" y="102584"/>
                  </a:lnTo>
                  <a:lnTo>
                    <a:pt x="200883" y="102203"/>
                  </a:lnTo>
                  <a:lnTo>
                    <a:pt x="201835" y="101822"/>
                  </a:lnTo>
                  <a:lnTo>
                    <a:pt x="202311" y="101537"/>
                  </a:lnTo>
                  <a:lnTo>
                    <a:pt x="203740" y="100108"/>
                  </a:lnTo>
                  <a:lnTo>
                    <a:pt x="204407" y="99251"/>
                  </a:lnTo>
                  <a:lnTo>
                    <a:pt x="204692" y="98393"/>
                  </a:lnTo>
                  <a:lnTo>
                    <a:pt x="204407" y="97536"/>
                  </a:lnTo>
                  <a:lnTo>
                    <a:pt x="203168" y="96298"/>
                  </a:lnTo>
                  <a:lnTo>
                    <a:pt x="202883" y="95250"/>
                  </a:lnTo>
                  <a:lnTo>
                    <a:pt x="203073" y="94393"/>
                  </a:lnTo>
                  <a:lnTo>
                    <a:pt x="203835" y="92583"/>
                  </a:lnTo>
                  <a:lnTo>
                    <a:pt x="204121" y="91630"/>
                  </a:lnTo>
                  <a:lnTo>
                    <a:pt x="203835" y="88297"/>
                  </a:lnTo>
                  <a:lnTo>
                    <a:pt x="203930" y="87249"/>
                  </a:lnTo>
                  <a:lnTo>
                    <a:pt x="204311" y="86296"/>
                  </a:lnTo>
                  <a:lnTo>
                    <a:pt x="205550" y="84772"/>
                  </a:lnTo>
                  <a:lnTo>
                    <a:pt x="206121" y="83915"/>
                  </a:lnTo>
                  <a:lnTo>
                    <a:pt x="206597" y="82105"/>
                  </a:lnTo>
                  <a:lnTo>
                    <a:pt x="206978" y="81344"/>
                  </a:lnTo>
                  <a:lnTo>
                    <a:pt x="209264" y="79153"/>
                  </a:lnTo>
                  <a:lnTo>
                    <a:pt x="208788" y="77534"/>
                  </a:lnTo>
                  <a:lnTo>
                    <a:pt x="207359" y="75914"/>
                  </a:lnTo>
                  <a:lnTo>
                    <a:pt x="205073" y="73914"/>
                  </a:lnTo>
                  <a:lnTo>
                    <a:pt x="204407" y="73247"/>
                  </a:lnTo>
                  <a:lnTo>
                    <a:pt x="204026" y="72390"/>
                  </a:lnTo>
                  <a:lnTo>
                    <a:pt x="203930" y="71056"/>
                  </a:lnTo>
                  <a:lnTo>
                    <a:pt x="204121" y="67818"/>
                  </a:lnTo>
                  <a:lnTo>
                    <a:pt x="203073" y="63151"/>
                  </a:lnTo>
                  <a:lnTo>
                    <a:pt x="203073" y="62770"/>
                  </a:lnTo>
                  <a:lnTo>
                    <a:pt x="203168" y="62484"/>
                  </a:lnTo>
                  <a:lnTo>
                    <a:pt x="203168" y="62198"/>
                  </a:lnTo>
                  <a:lnTo>
                    <a:pt x="202978" y="61722"/>
                  </a:lnTo>
                  <a:lnTo>
                    <a:pt x="202692" y="61531"/>
                  </a:lnTo>
                  <a:lnTo>
                    <a:pt x="201835" y="61341"/>
                  </a:lnTo>
                  <a:lnTo>
                    <a:pt x="201454" y="61055"/>
                  </a:lnTo>
                  <a:lnTo>
                    <a:pt x="201168" y="59436"/>
                  </a:lnTo>
                  <a:lnTo>
                    <a:pt x="201454" y="57150"/>
                  </a:lnTo>
                  <a:lnTo>
                    <a:pt x="202216" y="55150"/>
                  </a:lnTo>
                  <a:lnTo>
                    <a:pt x="203359" y="54388"/>
                  </a:lnTo>
                  <a:lnTo>
                    <a:pt x="204597" y="54102"/>
                  </a:lnTo>
                  <a:lnTo>
                    <a:pt x="205264" y="52864"/>
                  </a:lnTo>
                  <a:lnTo>
                    <a:pt x="205550" y="51245"/>
                  </a:lnTo>
                  <a:lnTo>
                    <a:pt x="205454" y="49911"/>
                  </a:lnTo>
                  <a:lnTo>
                    <a:pt x="205264" y="49149"/>
                  </a:lnTo>
                  <a:lnTo>
                    <a:pt x="204978" y="48578"/>
                  </a:lnTo>
                  <a:lnTo>
                    <a:pt x="204597" y="48101"/>
                  </a:lnTo>
                  <a:lnTo>
                    <a:pt x="203930" y="47720"/>
                  </a:lnTo>
                  <a:lnTo>
                    <a:pt x="203073" y="47435"/>
                  </a:lnTo>
                  <a:lnTo>
                    <a:pt x="202502" y="47625"/>
                  </a:lnTo>
                  <a:lnTo>
                    <a:pt x="202025" y="48006"/>
                  </a:lnTo>
                  <a:lnTo>
                    <a:pt x="201454" y="48387"/>
                  </a:lnTo>
                  <a:lnTo>
                    <a:pt x="200216" y="48768"/>
                  </a:lnTo>
                  <a:lnTo>
                    <a:pt x="198692" y="48959"/>
                  </a:lnTo>
                  <a:lnTo>
                    <a:pt x="197168" y="48863"/>
                  </a:lnTo>
                  <a:lnTo>
                    <a:pt x="195739" y="48292"/>
                  </a:lnTo>
                  <a:lnTo>
                    <a:pt x="193453" y="46863"/>
                  </a:lnTo>
                  <a:lnTo>
                    <a:pt x="192310" y="46482"/>
                  </a:lnTo>
                  <a:lnTo>
                    <a:pt x="190786" y="46292"/>
                  </a:lnTo>
                  <a:lnTo>
                    <a:pt x="186119" y="46387"/>
                  </a:lnTo>
                  <a:lnTo>
                    <a:pt x="185833" y="46292"/>
                  </a:lnTo>
                  <a:lnTo>
                    <a:pt x="185547" y="46292"/>
                  </a:lnTo>
                  <a:lnTo>
                    <a:pt x="185071" y="46577"/>
                  </a:lnTo>
                  <a:lnTo>
                    <a:pt x="184880" y="46863"/>
                  </a:lnTo>
                  <a:lnTo>
                    <a:pt x="184214" y="48006"/>
                  </a:lnTo>
                  <a:lnTo>
                    <a:pt x="182118" y="50578"/>
                  </a:lnTo>
                  <a:lnTo>
                    <a:pt x="179737" y="52864"/>
                  </a:lnTo>
                  <a:lnTo>
                    <a:pt x="179261" y="53626"/>
                  </a:lnTo>
                  <a:lnTo>
                    <a:pt x="178879" y="53530"/>
                  </a:lnTo>
                  <a:lnTo>
                    <a:pt x="178499" y="52959"/>
                  </a:lnTo>
                  <a:lnTo>
                    <a:pt x="178022" y="52388"/>
                  </a:lnTo>
                  <a:lnTo>
                    <a:pt x="177260" y="51911"/>
                  </a:lnTo>
                  <a:lnTo>
                    <a:pt x="172974" y="50292"/>
                  </a:lnTo>
                  <a:lnTo>
                    <a:pt x="171545" y="50387"/>
                  </a:lnTo>
                  <a:lnTo>
                    <a:pt x="170402" y="51245"/>
                  </a:lnTo>
                  <a:lnTo>
                    <a:pt x="169831" y="52197"/>
                  </a:lnTo>
                  <a:lnTo>
                    <a:pt x="169450" y="52864"/>
                  </a:lnTo>
                  <a:lnTo>
                    <a:pt x="168497" y="52959"/>
                  </a:lnTo>
                  <a:lnTo>
                    <a:pt x="166973" y="52483"/>
                  </a:lnTo>
                  <a:lnTo>
                    <a:pt x="165450" y="51816"/>
                  </a:lnTo>
                  <a:lnTo>
                    <a:pt x="164497" y="51245"/>
                  </a:lnTo>
                  <a:lnTo>
                    <a:pt x="163830" y="50578"/>
                  </a:lnTo>
                  <a:lnTo>
                    <a:pt x="163640" y="49721"/>
                  </a:lnTo>
                  <a:lnTo>
                    <a:pt x="163640" y="48863"/>
                  </a:lnTo>
                  <a:lnTo>
                    <a:pt x="163449" y="47911"/>
                  </a:lnTo>
                  <a:lnTo>
                    <a:pt x="163068" y="47149"/>
                  </a:lnTo>
                  <a:lnTo>
                    <a:pt x="162020" y="45815"/>
                  </a:lnTo>
                  <a:lnTo>
                    <a:pt x="161639" y="45148"/>
                  </a:lnTo>
                  <a:lnTo>
                    <a:pt x="161354" y="44196"/>
                  </a:lnTo>
                  <a:lnTo>
                    <a:pt x="161258" y="42386"/>
                  </a:lnTo>
                  <a:lnTo>
                    <a:pt x="161068" y="41529"/>
                  </a:lnTo>
                  <a:lnTo>
                    <a:pt x="160687" y="40862"/>
                  </a:lnTo>
                  <a:lnTo>
                    <a:pt x="160115" y="40196"/>
                  </a:lnTo>
                  <a:lnTo>
                    <a:pt x="159829" y="39814"/>
                  </a:lnTo>
                  <a:lnTo>
                    <a:pt x="159544" y="39053"/>
                  </a:lnTo>
                  <a:lnTo>
                    <a:pt x="159734" y="38005"/>
                  </a:lnTo>
                  <a:lnTo>
                    <a:pt x="160973" y="36290"/>
                  </a:lnTo>
                  <a:lnTo>
                    <a:pt x="161639" y="35433"/>
                  </a:lnTo>
                  <a:lnTo>
                    <a:pt x="162211" y="33909"/>
                  </a:lnTo>
                  <a:lnTo>
                    <a:pt x="162592" y="33433"/>
                  </a:lnTo>
                  <a:lnTo>
                    <a:pt x="162973" y="33147"/>
                  </a:lnTo>
                  <a:lnTo>
                    <a:pt x="164021" y="32766"/>
                  </a:lnTo>
                  <a:lnTo>
                    <a:pt x="164497" y="32480"/>
                  </a:lnTo>
                  <a:lnTo>
                    <a:pt x="164973" y="31623"/>
                  </a:lnTo>
                  <a:lnTo>
                    <a:pt x="165164" y="30671"/>
                  </a:lnTo>
                  <a:lnTo>
                    <a:pt x="165450" y="28765"/>
                  </a:lnTo>
                  <a:lnTo>
                    <a:pt x="166783" y="25241"/>
                  </a:lnTo>
                  <a:lnTo>
                    <a:pt x="166783" y="25241"/>
                  </a:lnTo>
                  <a:lnTo>
                    <a:pt x="168116" y="21241"/>
                  </a:lnTo>
                  <a:lnTo>
                    <a:pt x="168497" y="19050"/>
                  </a:lnTo>
                  <a:lnTo>
                    <a:pt x="168402" y="16192"/>
                  </a:lnTo>
                  <a:lnTo>
                    <a:pt x="168307" y="15621"/>
                  </a:lnTo>
                  <a:lnTo>
                    <a:pt x="168021" y="15716"/>
                  </a:lnTo>
                  <a:lnTo>
                    <a:pt x="167735" y="16478"/>
                  </a:lnTo>
                  <a:lnTo>
                    <a:pt x="167354" y="16669"/>
                  </a:lnTo>
                  <a:lnTo>
                    <a:pt x="166497" y="16383"/>
                  </a:lnTo>
                  <a:lnTo>
                    <a:pt x="165640" y="15812"/>
                  </a:lnTo>
                  <a:lnTo>
                    <a:pt x="165259" y="15335"/>
                  </a:lnTo>
                  <a:lnTo>
                    <a:pt x="165068" y="15050"/>
                  </a:lnTo>
                  <a:lnTo>
                    <a:pt x="164211" y="14669"/>
                  </a:lnTo>
                  <a:lnTo>
                    <a:pt x="163830" y="14383"/>
                  </a:lnTo>
                  <a:lnTo>
                    <a:pt x="163640" y="14097"/>
                  </a:lnTo>
                  <a:lnTo>
                    <a:pt x="163354" y="13335"/>
                  </a:lnTo>
                  <a:lnTo>
                    <a:pt x="163068" y="12859"/>
                  </a:lnTo>
                  <a:lnTo>
                    <a:pt x="161735" y="11049"/>
                  </a:lnTo>
                  <a:lnTo>
                    <a:pt x="158687" y="4382"/>
                  </a:lnTo>
                  <a:lnTo>
                    <a:pt x="157639" y="3238"/>
                  </a:lnTo>
                  <a:lnTo>
                    <a:pt x="155639" y="2667"/>
                  </a:lnTo>
                  <a:lnTo>
                    <a:pt x="153734" y="3143"/>
                  </a:lnTo>
                  <a:lnTo>
                    <a:pt x="152114" y="4191"/>
                  </a:lnTo>
                  <a:lnTo>
                    <a:pt x="151067" y="5525"/>
                  </a:lnTo>
                  <a:lnTo>
                    <a:pt x="150495" y="7525"/>
                  </a:lnTo>
                  <a:lnTo>
                    <a:pt x="150400" y="7620"/>
                  </a:lnTo>
                  <a:lnTo>
                    <a:pt x="150114" y="7620"/>
                  </a:lnTo>
                  <a:lnTo>
                    <a:pt x="148971" y="8096"/>
                  </a:lnTo>
                  <a:lnTo>
                    <a:pt x="148781" y="8192"/>
                  </a:lnTo>
                  <a:lnTo>
                    <a:pt x="148304" y="8668"/>
                  </a:lnTo>
                  <a:lnTo>
                    <a:pt x="148304" y="10858"/>
                  </a:lnTo>
                  <a:lnTo>
                    <a:pt x="147542" y="11621"/>
                  </a:lnTo>
                  <a:lnTo>
                    <a:pt x="146590" y="11621"/>
                  </a:lnTo>
                  <a:lnTo>
                    <a:pt x="145637" y="11144"/>
                  </a:lnTo>
                  <a:lnTo>
                    <a:pt x="144875" y="10287"/>
                  </a:lnTo>
                  <a:lnTo>
                    <a:pt x="144590" y="9144"/>
                  </a:lnTo>
                  <a:lnTo>
                    <a:pt x="144685" y="7239"/>
                  </a:lnTo>
                  <a:lnTo>
                    <a:pt x="142399" y="5810"/>
                  </a:lnTo>
                  <a:lnTo>
                    <a:pt x="142018" y="5144"/>
                  </a:lnTo>
                  <a:lnTo>
                    <a:pt x="141732" y="4572"/>
                  </a:lnTo>
                  <a:lnTo>
                    <a:pt x="141351" y="4096"/>
                  </a:lnTo>
                  <a:lnTo>
                    <a:pt x="140684" y="3715"/>
                  </a:lnTo>
                  <a:lnTo>
                    <a:pt x="139922" y="3524"/>
                  </a:lnTo>
                  <a:lnTo>
                    <a:pt x="139351" y="3524"/>
                  </a:lnTo>
                  <a:lnTo>
                    <a:pt x="138779" y="3334"/>
                  </a:lnTo>
                  <a:lnTo>
                    <a:pt x="138208" y="2572"/>
                  </a:lnTo>
                  <a:lnTo>
                    <a:pt x="137732" y="2096"/>
                  </a:lnTo>
                  <a:lnTo>
                    <a:pt x="137541" y="1619"/>
                  </a:lnTo>
                  <a:lnTo>
                    <a:pt x="137446" y="1048"/>
                  </a:lnTo>
                  <a:lnTo>
                    <a:pt x="137065" y="571"/>
                  </a:lnTo>
                  <a:lnTo>
                    <a:pt x="136493" y="95"/>
                  </a:lnTo>
                  <a:lnTo>
                    <a:pt x="136208" y="0"/>
                  </a:lnTo>
                  <a:lnTo>
                    <a:pt x="135922" y="95"/>
                  </a:lnTo>
                  <a:lnTo>
                    <a:pt x="133064" y="476"/>
                  </a:lnTo>
                  <a:lnTo>
                    <a:pt x="131921" y="857"/>
                  </a:lnTo>
                  <a:lnTo>
                    <a:pt x="130969" y="1524"/>
                  </a:lnTo>
                  <a:lnTo>
                    <a:pt x="130397" y="2381"/>
                  </a:lnTo>
                  <a:lnTo>
                    <a:pt x="129731" y="4382"/>
                  </a:lnTo>
                  <a:lnTo>
                    <a:pt x="129254" y="5334"/>
                  </a:lnTo>
                  <a:lnTo>
                    <a:pt x="128397" y="6191"/>
                  </a:lnTo>
                  <a:lnTo>
                    <a:pt x="127445" y="6477"/>
                  </a:lnTo>
                  <a:lnTo>
                    <a:pt x="125349" y="6477"/>
                  </a:lnTo>
                  <a:lnTo>
                    <a:pt x="124301" y="6667"/>
                  </a:lnTo>
                  <a:lnTo>
                    <a:pt x="122301" y="7525"/>
                  </a:lnTo>
                  <a:lnTo>
                    <a:pt x="121253" y="7715"/>
                  </a:lnTo>
                  <a:lnTo>
                    <a:pt x="120777" y="7620"/>
                  </a:lnTo>
                  <a:lnTo>
                    <a:pt x="120015" y="7049"/>
                  </a:lnTo>
                  <a:lnTo>
                    <a:pt x="119539" y="6858"/>
                  </a:lnTo>
                  <a:lnTo>
                    <a:pt x="118967" y="6858"/>
                  </a:lnTo>
                  <a:lnTo>
                    <a:pt x="118015" y="6953"/>
                  </a:lnTo>
                  <a:lnTo>
                    <a:pt x="117539" y="6953"/>
                  </a:lnTo>
                  <a:lnTo>
                    <a:pt x="113538" y="5620"/>
                  </a:lnTo>
                  <a:lnTo>
                    <a:pt x="110966" y="3810"/>
                  </a:lnTo>
                  <a:lnTo>
                    <a:pt x="110204" y="3524"/>
                  </a:lnTo>
                  <a:lnTo>
                    <a:pt x="109157" y="3905"/>
                  </a:lnTo>
                  <a:lnTo>
                    <a:pt x="109633" y="4858"/>
                  </a:lnTo>
                  <a:lnTo>
                    <a:pt x="111538" y="6858"/>
                  </a:lnTo>
                  <a:lnTo>
                    <a:pt x="112014" y="7906"/>
                  </a:lnTo>
                  <a:lnTo>
                    <a:pt x="112586" y="11144"/>
                  </a:lnTo>
                  <a:lnTo>
                    <a:pt x="114300" y="13049"/>
                  </a:lnTo>
                  <a:lnTo>
                    <a:pt x="114681" y="13907"/>
                  </a:lnTo>
                  <a:lnTo>
                    <a:pt x="114395" y="15335"/>
                  </a:lnTo>
                  <a:lnTo>
                    <a:pt x="113824" y="16288"/>
                  </a:lnTo>
                  <a:lnTo>
                    <a:pt x="113729" y="16383"/>
                  </a:lnTo>
                  <a:lnTo>
                    <a:pt x="113252" y="16764"/>
                  </a:lnTo>
                  <a:lnTo>
                    <a:pt x="112586" y="17050"/>
                  </a:lnTo>
                  <a:lnTo>
                    <a:pt x="111919" y="17812"/>
                  </a:lnTo>
                  <a:lnTo>
                    <a:pt x="110204" y="19241"/>
                  </a:lnTo>
                  <a:lnTo>
                    <a:pt x="103918" y="21241"/>
                  </a:lnTo>
                  <a:lnTo>
                    <a:pt x="102584" y="21431"/>
                  </a:lnTo>
                  <a:lnTo>
                    <a:pt x="101537" y="20860"/>
                  </a:lnTo>
                  <a:lnTo>
                    <a:pt x="99441" y="19145"/>
                  </a:lnTo>
                  <a:lnTo>
                    <a:pt x="98489" y="18669"/>
                  </a:lnTo>
                  <a:lnTo>
                    <a:pt x="96298" y="18002"/>
                  </a:lnTo>
                  <a:lnTo>
                    <a:pt x="95250" y="17907"/>
                  </a:lnTo>
                  <a:lnTo>
                    <a:pt x="93059" y="18193"/>
                  </a:lnTo>
                  <a:lnTo>
                    <a:pt x="90773" y="19145"/>
                  </a:lnTo>
                  <a:lnTo>
                    <a:pt x="88868" y="20574"/>
                  </a:lnTo>
                  <a:lnTo>
                    <a:pt x="87821" y="22479"/>
                  </a:lnTo>
                  <a:lnTo>
                    <a:pt x="87249" y="26289"/>
                  </a:lnTo>
                  <a:lnTo>
                    <a:pt x="87344" y="26861"/>
                  </a:lnTo>
                  <a:lnTo>
                    <a:pt x="87630" y="27908"/>
                  </a:lnTo>
                  <a:lnTo>
                    <a:pt x="87630" y="28385"/>
                  </a:lnTo>
                  <a:lnTo>
                    <a:pt x="87535" y="28670"/>
                  </a:lnTo>
                  <a:lnTo>
                    <a:pt x="87249" y="28956"/>
                  </a:lnTo>
                  <a:lnTo>
                    <a:pt x="86963" y="29337"/>
                  </a:lnTo>
                  <a:lnTo>
                    <a:pt x="86868" y="29909"/>
                  </a:lnTo>
                  <a:lnTo>
                    <a:pt x="87059" y="31242"/>
                  </a:lnTo>
                  <a:lnTo>
                    <a:pt x="87344" y="32290"/>
                  </a:lnTo>
                  <a:lnTo>
                    <a:pt x="87440" y="33338"/>
                  </a:lnTo>
                  <a:lnTo>
                    <a:pt x="87059" y="34766"/>
                  </a:lnTo>
                  <a:lnTo>
                    <a:pt x="86392" y="36004"/>
                  </a:lnTo>
                  <a:lnTo>
                    <a:pt x="85630" y="36671"/>
                  </a:lnTo>
                  <a:lnTo>
                    <a:pt x="83629" y="37529"/>
                  </a:lnTo>
                  <a:lnTo>
                    <a:pt x="81725" y="38862"/>
                  </a:lnTo>
                  <a:lnTo>
                    <a:pt x="80867" y="39053"/>
                  </a:lnTo>
                  <a:lnTo>
                    <a:pt x="79820" y="37529"/>
                  </a:lnTo>
                  <a:lnTo>
                    <a:pt x="79153" y="36957"/>
                  </a:lnTo>
                  <a:lnTo>
                    <a:pt x="78391" y="36481"/>
                  </a:lnTo>
                  <a:lnTo>
                    <a:pt x="76771" y="35719"/>
                  </a:lnTo>
                  <a:lnTo>
                    <a:pt x="73724" y="38100"/>
                  </a:lnTo>
                  <a:lnTo>
                    <a:pt x="72676" y="38481"/>
                  </a:lnTo>
                  <a:lnTo>
                    <a:pt x="68009" y="39148"/>
                  </a:lnTo>
                  <a:lnTo>
                    <a:pt x="67056" y="39529"/>
                  </a:lnTo>
                  <a:lnTo>
                    <a:pt x="66580" y="39910"/>
                  </a:lnTo>
                  <a:lnTo>
                    <a:pt x="65723" y="41053"/>
                  </a:lnTo>
                  <a:lnTo>
                    <a:pt x="65342" y="41338"/>
                  </a:lnTo>
                  <a:lnTo>
                    <a:pt x="64199" y="41529"/>
                  </a:lnTo>
                  <a:lnTo>
                    <a:pt x="63151" y="41910"/>
                  </a:lnTo>
                  <a:lnTo>
                    <a:pt x="62579" y="42386"/>
                  </a:lnTo>
                  <a:lnTo>
                    <a:pt x="62484" y="42767"/>
                  </a:lnTo>
                  <a:lnTo>
                    <a:pt x="62294" y="42863"/>
                  </a:lnTo>
                  <a:lnTo>
                    <a:pt x="61436" y="42481"/>
                  </a:lnTo>
                  <a:lnTo>
                    <a:pt x="60865" y="42005"/>
                  </a:lnTo>
                  <a:lnTo>
                    <a:pt x="60484" y="41529"/>
                  </a:lnTo>
                  <a:lnTo>
                    <a:pt x="60008" y="41148"/>
                  </a:lnTo>
                  <a:lnTo>
                    <a:pt x="59436" y="41243"/>
                  </a:lnTo>
                  <a:lnTo>
                    <a:pt x="59246" y="41243"/>
                  </a:lnTo>
                  <a:lnTo>
                    <a:pt x="57436" y="42196"/>
                  </a:lnTo>
                  <a:lnTo>
                    <a:pt x="55054" y="42291"/>
                  </a:lnTo>
                  <a:lnTo>
                    <a:pt x="52578" y="42005"/>
                  </a:lnTo>
                  <a:lnTo>
                    <a:pt x="50483" y="42005"/>
                  </a:lnTo>
                  <a:lnTo>
                    <a:pt x="48101" y="43148"/>
                  </a:lnTo>
                  <a:lnTo>
                    <a:pt x="46768" y="43434"/>
                  </a:lnTo>
                  <a:lnTo>
                    <a:pt x="45815" y="42767"/>
                  </a:lnTo>
                  <a:lnTo>
                    <a:pt x="45244" y="42577"/>
                  </a:lnTo>
                  <a:lnTo>
                    <a:pt x="45339" y="41434"/>
                  </a:lnTo>
                  <a:lnTo>
                    <a:pt x="45053" y="40862"/>
                  </a:lnTo>
                  <a:lnTo>
                    <a:pt x="44672" y="40672"/>
                  </a:lnTo>
                  <a:lnTo>
                    <a:pt x="42863" y="40100"/>
                  </a:lnTo>
                  <a:lnTo>
                    <a:pt x="40767" y="38195"/>
                  </a:lnTo>
                  <a:lnTo>
                    <a:pt x="39624" y="37624"/>
                  </a:lnTo>
                  <a:lnTo>
                    <a:pt x="38291" y="37814"/>
                  </a:lnTo>
                  <a:lnTo>
                    <a:pt x="37624" y="37624"/>
                  </a:lnTo>
                  <a:lnTo>
                    <a:pt x="36957" y="36671"/>
                  </a:lnTo>
                  <a:lnTo>
                    <a:pt x="36195" y="35909"/>
                  </a:lnTo>
                  <a:lnTo>
                    <a:pt x="35052" y="36195"/>
                  </a:lnTo>
                  <a:lnTo>
                    <a:pt x="34671" y="36957"/>
                  </a:lnTo>
                  <a:lnTo>
                    <a:pt x="34004" y="40577"/>
                  </a:lnTo>
                  <a:lnTo>
                    <a:pt x="34100" y="41624"/>
                  </a:lnTo>
                  <a:lnTo>
                    <a:pt x="34576" y="43624"/>
                  </a:lnTo>
                  <a:lnTo>
                    <a:pt x="34576" y="44577"/>
                  </a:lnTo>
                  <a:lnTo>
                    <a:pt x="34290" y="45244"/>
                  </a:lnTo>
                  <a:lnTo>
                    <a:pt x="33909" y="45434"/>
                  </a:lnTo>
                  <a:lnTo>
                    <a:pt x="33433" y="45434"/>
                  </a:lnTo>
                  <a:lnTo>
                    <a:pt x="32861" y="45625"/>
                  </a:lnTo>
                  <a:lnTo>
                    <a:pt x="32385" y="46006"/>
                  </a:lnTo>
                  <a:lnTo>
                    <a:pt x="31623" y="46958"/>
                  </a:lnTo>
                  <a:lnTo>
                    <a:pt x="31242" y="47339"/>
                  </a:lnTo>
                  <a:lnTo>
                    <a:pt x="28004" y="48959"/>
                  </a:lnTo>
                  <a:lnTo>
                    <a:pt x="27146" y="49054"/>
                  </a:lnTo>
                  <a:lnTo>
                    <a:pt x="26099" y="49244"/>
                  </a:lnTo>
                  <a:lnTo>
                    <a:pt x="25622" y="49911"/>
                  </a:lnTo>
                  <a:lnTo>
                    <a:pt x="25622" y="50959"/>
                  </a:lnTo>
                  <a:lnTo>
                    <a:pt x="25718" y="52102"/>
                  </a:lnTo>
                  <a:lnTo>
                    <a:pt x="25908" y="52769"/>
                  </a:lnTo>
                  <a:lnTo>
                    <a:pt x="26099" y="53054"/>
                  </a:lnTo>
                  <a:lnTo>
                    <a:pt x="26099" y="53340"/>
                  </a:lnTo>
                  <a:lnTo>
                    <a:pt x="25718" y="54197"/>
                  </a:lnTo>
                  <a:lnTo>
                    <a:pt x="25241" y="54769"/>
                  </a:lnTo>
                  <a:lnTo>
                    <a:pt x="23527" y="56293"/>
                  </a:lnTo>
                  <a:lnTo>
                    <a:pt x="21812" y="58674"/>
                  </a:lnTo>
                  <a:lnTo>
                    <a:pt x="21812" y="59055"/>
                  </a:lnTo>
                  <a:lnTo>
                    <a:pt x="22193" y="60103"/>
                  </a:lnTo>
                  <a:lnTo>
                    <a:pt x="22289" y="60674"/>
                  </a:lnTo>
                  <a:lnTo>
                    <a:pt x="22670" y="62008"/>
                  </a:lnTo>
                  <a:lnTo>
                    <a:pt x="23432" y="63055"/>
                  </a:lnTo>
                  <a:lnTo>
                    <a:pt x="23908" y="64008"/>
                  </a:lnTo>
                  <a:lnTo>
                    <a:pt x="23527" y="65056"/>
                  </a:lnTo>
                  <a:lnTo>
                    <a:pt x="23051" y="65246"/>
                  </a:lnTo>
                  <a:lnTo>
                    <a:pt x="22479" y="65246"/>
                  </a:lnTo>
                  <a:lnTo>
                    <a:pt x="22003" y="65342"/>
                  </a:lnTo>
                  <a:lnTo>
                    <a:pt x="21812" y="65913"/>
                  </a:lnTo>
                  <a:lnTo>
                    <a:pt x="22098" y="66389"/>
                  </a:lnTo>
                  <a:lnTo>
                    <a:pt x="23527" y="67532"/>
                  </a:lnTo>
                  <a:lnTo>
                    <a:pt x="24003" y="68009"/>
                  </a:lnTo>
                  <a:lnTo>
                    <a:pt x="24384" y="69056"/>
                  </a:lnTo>
                  <a:lnTo>
                    <a:pt x="24479" y="70009"/>
                  </a:lnTo>
                  <a:lnTo>
                    <a:pt x="24289" y="74390"/>
                  </a:lnTo>
                  <a:lnTo>
                    <a:pt x="23908" y="75152"/>
                  </a:lnTo>
                  <a:lnTo>
                    <a:pt x="23146" y="76010"/>
                  </a:lnTo>
                  <a:lnTo>
                    <a:pt x="19908" y="78486"/>
                  </a:lnTo>
                  <a:lnTo>
                    <a:pt x="19336" y="79534"/>
                  </a:lnTo>
                  <a:lnTo>
                    <a:pt x="18955" y="81629"/>
                  </a:lnTo>
                  <a:lnTo>
                    <a:pt x="18574" y="82487"/>
                  </a:lnTo>
                  <a:lnTo>
                    <a:pt x="17812" y="83344"/>
                  </a:lnTo>
                  <a:lnTo>
                    <a:pt x="16669" y="84106"/>
                  </a:lnTo>
                  <a:lnTo>
                    <a:pt x="16097" y="84677"/>
                  </a:lnTo>
                  <a:lnTo>
                    <a:pt x="16288" y="85344"/>
                  </a:lnTo>
                  <a:lnTo>
                    <a:pt x="17526" y="86487"/>
                  </a:lnTo>
                  <a:lnTo>
                    <a:pt x="18764" y="87439"/>
                  </a:lnTo>
                  <a:lnTo>
                    <a:pt x="19336" y="88011"/>
                  </a:lnTo>
                  <a:lnTo>
                    <a:pt x="19526" y="88678"/>
                  </a:lnTo>
                  <a:lnTo>
                    <a:pt x="19336" y="90106"/>
                  </a:lnTo>
                  <a:lnTo>
                    <a:pt x="19336" y="90583"/>
                  </a:lnTo>
                  <a:lnTo>
                    <a:pt x="20003" y="92583"/>
                  </a:lnTo>
                  <a:lnTo>
                    <a:pt x="20193" y="93536"/>
                  </a:lnTo>
                  <a:lnTo>
                    <a:pt x="20193" y="94774"/>
                  </a:lnTo>
                  <a:lnTo>
                    <a:pt x="20479" y="96869"/>
                  </a:lnTo>
                  <a:lnTo>
                    <a:pt x="21050" y="99060"/>
                  </a:lnTo>
                  <a:lnTo>
                    <a:pt x="21431" y="101346"/>
                  </a:lnTo>
                  <a:lnTo>
                    <a:pt x="21050" y="103537"/>
                  </a:lnTo>
                  <a:lnTo>
                    <a:pt x="20765" y="104204"/>
                  </a:lnTo>
                  <a:lnTo>
                    <a:pt x="20574" y="104299"/>
                  </a:lnTo>
                  <a:lnTo>
                    <a:pt x="20288" y="104204"/>
                  </a:lnTo>
                  <a:lnTo>
                    <a:pt x="17812" y="104870"/>
                  </a:lnTo>
                  <a:lnTo>
                    <a:pt x="15050" y="104775"/>
                  </a:lnTo>
                  <a:lnTo>
                    <a:pt x="14002" y="105156"/>
                  </a:lnTo>
                  <a:lnTo>
                    <a:pt x="10383" y="107632"/>
                  </a:lnTo>
                  <a:lnTo>
                    <a:pt x="8382" y="108585"/>
                  </a:lnTo>
                  <a:lnTo>
                    <a:pt x="5906" y="108490"/>
                  </a:lnTo>
                  <a:lnTo>
                    <a:pt x="4572" y="108776"/>
                  </a:lnTo>
                  <a:lnTo>
                    <a:pt x="4001" y="108680"/>
                  </a:lnTo>
                  <a:lnTo>
                    <a:pt x="3429" y="108299"/>
                  </a:lnTo>
                  <a:lnTo>
                    <a:pt x="3239" y="107918"/>
                  </a:lnTo>
                  <a:lnTo>
                    <a:pt x="3048" y="107442"/>
                  </a:lnTo>
                  <a:lnTo>
                    <a:pt x="2000" y="105728"/>
                  </a:lnTo>
                  <a:lnTo>
                    <a:pt x="1524" y="105442"/>
                  </a:lnTo>
                  <a:lnTo>
                    <a:pt x="1143" y="105346"/>
                  </a:lnTo>
                  <a:lnTo>
                    <a:pt x="0" y="105251"/>
                  </a:lnTo>
                  <a:lnTo>
                    <a:pt x="381" y="105918"/>
                  </a:lnTo>
                  <a:lnTo>
                    <a:pt x="1524" y="106966"/>
                  </a:lnTo>
                  <a:lnTo>
                    <a:pt x="2096" y="108013"/>
                  </a:lnTo>
                  <a:lnTo>
                    <a:pt x="2286" y="108871"/>
                  </a:lnTo>
                  <a:lnTo>
                    <a:pt x="3524" y="111443"/>
                  </a:lnTo>
                  <a:lnTo>
                    <a:pt x="4858" y="113538"/>
                  </a:lnTo>
                  <a:lnTo>
                    <a:pt x="5048" y="114776"/>
                  </a:lnTo>
                  <a:lnTo>
                    <a:pt x="5048" y="116014"/>
                  </a:lnTo>
                  <a:lnTo>
                    <a:pt x="5334" y="117348"/>
                  </a:lnTo>
                  <a:lnTo>
                    <a:pt x="6096" y="118586"/>
                  </a:lnTo>
                  <a:lnTo>
                    <a:pt x="7144" y="119634"/>
                  </a:lnTo>
                  <a:lnTo>
                    <a:pt x="8287" y="120491"/>
                  </a:lnTo>
                  <a:lnTo>
                    <a:pt x="9335" y="121063"/>
                  </a:lnTo>
                  <a:lnTo>
                    <a:pt x="9811" y="120682"/>
                  </a:lnTo>
                  <a:lnTo>
                    <a:pt x="10001" y="120301"/>
                  </a:lnTo>
                  <a:lnTo>
                    <a:pt x="10954" y="117634"/>
                  </a:lnTo>
                  <a:lnTo>
                    <a:pt x="11049" y="117538"/>
                  </a:lnTo>
                  <a:lnTo>
                    <a:pt x="11621" y="117348"/>
                  </a:lnTo>
                  <a:lnTo>
                    <a:pt x="14288" y="118396"/>
                  </a:lnTo>
                  <a:lnTo>
                    <a:pt x="14954" y="118777"/>
                  </a:lnTo>
                  <a:lnTo>
                    <a:pt x="15335" y="119634"/>
                  </a:lnTo>
                  <a:lnTo>
                    <a:pt x="15335" y="120682"/>
                  </a:lnTo>
                  <a:lnTo>
                    <a:pt x="14954" y="121539"/>
                  </a:lnTo>
                  <a:lnTo>
                    <a:pt x="14192" y="121920"/>
                  </a:lnTo>
                  <a:lnTo>
                    <a:pt x="14002" y="122396"/>
                  </a:lnTo>
                  <a:lnTo>
                    <a:pt x="14573" y="123539"/>
                  </a:lnTo>
                  <a:lnTo>
                    <a:pt x="17240" y="127254"/>
                  </a:lnTo>
                  <a:lnTo>
                    <a:pt x="17431" y="127635"/>
                  </a:lnTo>
                  <a:lnTo>
                    <a:pt x="17526" y="127921"/>
                  </a:lnTo>
                  <a:lnTo>
                    <a:pt x="17526" y="128397"/>
                  </a:lnTo>
                  <a:lnTo>
                    <a:pt x="17621" y="129064"/>
                  </a:lnTo>
                  <a:lnTo>
                    <a:pt x="18098" y="130112"/>
                  </a:lnTo>
                  <a:lnTo>
                    <a:pt x="18193" y="130683"/>
                  </a:lnTo>
                  <a:lnTo>
                    <a:pt x="18098" y="131064"/>
                  </a:lnTo>
                  <a:lnTo>
                    <a:pt x="17907" y="131540"/>
                  </a:lnTo>
                  <a:lnTo>
                    <a:pt x="17907" y="131826"/>
                  </a:lnTo>
                  <a:lnTo>
                    <a:pt x="18002" y="132302"/>
                  </a:lnTo>
                  <a:lnTo>
                    <a:pt x="18193" y="132302"/>
                  </a:lnTo>
                  <a:lnTo>
                    <a:pt x="18383" y="132207"/>
                  </a:lnTo>
                  <a:lnTo>
                    <a:pt x="18574" y="132302"/>
                  </a:lnTo>
                  <a:lnTo>
                    <a:pt x="19336" y="132683"/>
                  </a:lnTo>
                  <a:lnTo>
                    <a:pt x="19431" y="132874"/>
                  </a:lnTo>
                  <a:lnTo>
                    <a:pt x="19621" y="133540"/>
                  </a:lnTo>
                  <a:lnTo>
                    <a:pt x="20384" y="135446"/>
                  </a:lnTo>
                  <a:lnTo>
                    <a:pt x="20574" y="135731"/>
                  </a:lnTo>
                  <a:lnTo>
                    <a:pt x="20765" y="136017"/>
                  </a:lnTo>
                  <a:lnTo>
                    <a:pt x="21050" y="136684"/>
                  </a:lnTo>
                  <a:lnTo>
                    <a:pt x="21146" y="137351"/>
                  </a:lnTo>
                  <a:lnTo>
                    <a:pt x="20955" y="137636"/>
                  </a:lnTo>
                  <a:lnTo>
                    <a:pt x="20765" y="137827"/>
                  </a:lnTo>
                  <a:lnTo>
                    <a:pt x="19336" y="138779"/>
                  </a:lnTo>
                  <a:lnTo>
                    <a:pt x="17812" y="141446"/>
                  </a:lnTo>
                  <a:lnTo>
                    <a:pt x="17431" y="142304"/>
                  </a:lnTo>
                  <a:lnTo>
                    <a:pt x="18193" y="144875"/>
                  </a:lnTo>
                  <a:lnTo>
                    <a:pt x="16954" y="145066"/>
                  </a:lnTo>
                  <a:lnTo>
                    <a:pt x="17336" y="145828"/>
                  </a:lnTo>
                  <a:lnTo>
                    <a:pt x="18002" y="146399"/>
                  </a:lnTo>
                  <a:lnTo>
                    <a:pt x="18574" y="147066"/>
                  </a:lnTo>
                  <a:lnTo>
                    <a:pt x="18860" y="147828"/>
                  </a:lnTo>
                  <a:lnTo>
                    <a:pt x="19145" y="148495"/>
                  </a:lnTo>
                  <a:lnTo>
                    <a:pt x="20384" y="149543"/>
                  </a:lnTo>
                  <a:lnTo>
                    <a:pt x="20860" y="150114"/>
                  </a:lnTo>
                  <a:lnTo>
                    <a:pt x="20955" y="150686"/>
                  </a:lnTo>
                  <a:lnTo>
                    <a:pt x="20955" y="151352"/>
                  </a:lnTo>
                  <a:lnTo>
                    <a:pt x="21050" y="152019"/>
                  </a:lnTo>
                  <a:lnTo>
                    <a:pt x="21336" y="152781"/>
                  </a:lnTo>
                  <a:lnTo>
                    <a:pt x="21812" y="153448"/>
                  </a:lnTo>
                  <a:lnTo>
                    <a:pt x="29146" y="160306"/>
                  </a:lnTo>
                  <a:lnTo>
                    <a:pt x="30480" y="161544"/>
                  </a:lnTo>
                  <a:lnTo>
                    <a:pt x="31242" y="162020"/>
                  </a:lnTo>
                  <a:lnTo>
                    <a:pt x="32480" y="162592"/>
                  </a:lnTo>
                  <a:lnTo>
                    <a:pt x="33052" y="162973"/>
                  </a:lnTo>
                  <a:lnTo>
                    <a:pt x="33528" y="163544"/>
                  </a:lnTo>
                  <a:lnTo>
                    <a:pt x="33719" y="164402"/>
                  </a:lnTo>
                  <a:lnTo>
                    <a:pt x="34862" y="166211"/>
                  </a:lnTo>
                  <a:lnTo>
                    <a:pt x="35433" y="167830"/>
                  </a:lnTo>
                  <a:lnTo>
                    <a:pt x="35814" y="168593"/>
                  </a:lnTo>
                  <a:lnTo>
                    <a:pt x="36481" y="169354"/>
                  </a:lnTo>
                  <a:lnTo>
                    <a:pt x="37243" y="169736"/>
                  </a:lnTo>
                  <a:lnTo>
                    <a:pt x="38005" y="170021"/>
                  </a:lnTo>
                  <a:lnTo>
                    <a:pt x="38671" y="170402"/>
                  </a:lnTo>
                  <a:lnTo>
                    <a:pt x="38958" y="171164"/>
                  </a:lnTo>
                  <a:lnTo>
                    <a:pt x="38958" y="171831"/>
                  </a:lnTo>
                  <a:lnTo>
                    <a:pt x="38767" y="172974"/>
                  </a:lnTo>
                  <a:lnTo>
                    <a:pt x="38862" y="173641"/>
                  </a:lnTo>
                  <a:lnTo>
                    <a:pt x="39243" y="174212"/>
                  </a:lnTo>
                  <a:lnTo>
                    <a:pt x="43720" y="178498"/>
                  </a:lnTo>
                  <a:lnTo>
                    <a:pt x="44577" y="178975"/>
                  </a:lnTo>
                  <a:lnTo>
                    <a:pt x="45625" y="179832"/>
                  </a:lnTo>
                  <a:lnTo>
                    <a:pt x="47530" y="182499"/>
                  </a:lnTo>
                  <a:lnTo>
                    <a:pt x="48768" y="183356"/>
                  </a:lnTo>
                  <a:lnTo>
                    <a:pt x="48292" y="183832"/>
                  </a:lnTo>
                  <a:lnTo>
                    <a:pt x="48006" y="184499"/>
                  </a:lnTo>
                  <a:lnTo>
                    <a:pt x="48101" y="184976"/>
                  </a:lnTo>
                  <a:lnTo>
                    <a:pt x="49435" y="184976"/>
                  </a:lnTo>
                  <a:lnTo>
                    <a:pt x="49435" y="185356"/>
                  </a:lnTo>
                  <a:lnTo>
                    <a:pt x="49149" y="185833"/>
                  </a:lnTo>
                  <a:lnTo>
                    <a:pt x="48959" y="186023"/>
                  </a:lnTo>
                  <a:lnTo>
                    <a:pt x="49721" y="187262"/>
                  </a:lnTo>
                  <a:lnTo>
                    <a:pt x="50483" y="187928"/>
                  </a:lnTo>
                  <a:lnTo>
                    <a:pt x="51435" y="188214"/>
                  </a:lnTo>
                  <a:lnTo>
                    <a:pt x="54007" y="188309"/>
                  </a:lnTo>
                  <a:lnTo>
                    <a:pt x="55054" y="188595"/>
                  </a:lnTo>
                  <a:lnTo>
                    <a:pt x="56007" y="189167"/>
                  </a:lnTo>
                  <a:lnTo>
                    <a:pt x="56960" y="190119"/>
                  </a:lnTo>
                  <a:lnTo>
                    <a:pt x="57531" y="190976"/>
                  </a:lnTo>
                  <a:lnTo>
                    <a:pt x="58388" y="192786"/>
                  </a:lnTo>
                  <a:lnTo>
                    <a:pt x="58960" y="193548"/>
                  </a:lnTo>
                  <a:lnTo>
                    <a:pt x="59246" y="194310"/>
                  </a:lnTo>
                  <a:lnTo>
                    <a:pt x="59246" y="195263"/>
                  </a:lnTo>
                  <a:lnTo>
                    <a:pt x="59436" y="196024"/>
                  </a:lnTo>
                  <a:lnTo>
                    <a:pt x="60293" y="196405"/>
                  </a:lnTo>
                  <a:lnTo>
                    <a:pt x="60770" y="196787"/>
                  </a:lnTo>
                  <a:lnTo>
                    <a:pt x="61151" y="197548"/>
                  </a:lnTo>
                  <a:lnTo>
                    <a:pt x="61627" y="199072"/>
                  </a:lnTo>
                  <a:lnTo>
                    <a:pt x="60960" y="198596"/>
                  </a:lnTo>
                  <a:lnTo>
                    <a:pt x="60389" y="198406"/>
                  </a:lnTo>
                  <a:lnTo>
                    <a:pt x="60008" y="198692"/>
                  </a:lnTo>
                  <a:lnTo>
                    <a:pt x="59912" y="199454"/>
                  </a:lnTo>
                  <a:lnTo>
                    <a:pt x="60103" y="200120"/>
                  </a:lnTo>
                  <a:lnTo>
                    <a:pt x="60579" y="200406"/>
                  </a:lnTo>
                  <a:lnTo>
                    <a:pt x="61055" y="200596"/>
                  </a:lnTo>
                  <a:lnTo>
                    <a:pt x="61436" y="201073"/>
                  </a:lnTo>
                  <a:lnTo>
                    <a:pt x="61246" y="201644"/>
                  </a:lnTo>
                  <a:lnTo>
                    <a:pt x="60579" y="202311"/>
                  </a:lnTo>
                  <a:lnTo>
                    <a:pt x="59722" y="202882"/>
                  </a:lnTo>
                  <a:lnTo>
                    <a:pt x="58960" y="203073"/>
                  </a:lnTo>
                  <a:lnTo>
                    <a:pt x="58293" y="203930"/>
                  </a:lnTo>
                  <a:lnTo>
                    <a:pt x="57912" y="204978"/>
                  </a:lnTo>
                  <a:lnTo>
                    <a:pt x="58008" y="205930"/>
                  </a:lnTo>
                  <a:lnTo>
                    <a:pt x="59531" y="207169"/>
                  </a:lnTo>
                  <a:lnTo>
                    <a:pt x="59817" y="207836"/>
                  </a:lnTo>
                  <a:lnTo>
                    <a:pt x="60198" y="209360"/>
                  </a:lnTo>
                  <a:lnTo>
                    <a:pt x="60960" y="210407"/>
                  </a:lnTo>
                  <a:lnTo>
                    <a:pt x="62770" y="211646"/>
                  </a:lnTo>
                  <a:lnTo>
                    <a:pt x="63532" y="212693"/>
                  </a:lnTo>
                  <a:lnTo>
                    <a:pt x="63722" y="213265"/>
                  </a:lnTo>
                  <a:lnTo>
                    <a:pt x="63818" y="213741"/>
                  </a:lnTo>
                  <a:lnTo>
                    <a:pt x="63818" y="214217"/>
                  </a:lnTo>
                  <a:lnTo>
                    <a:pt x="63627" y="214789"/>
                  </a:lnTo>
                  <a:lnTo>
                    <a:pt x="63627" y="215360"/>
                  </a:lnTo>
                  <a:lnTo>
                    <a:pt x="63913" y="215932"/>
                  </a:lnTo>
                  <a:lnTo>
                    <a:pt x="67151" y="220218"/>
                  </a:lnTo>
                  <a:lnTo>
                    <a:pt x="67533" y="221171"/>
                  </a:lnTo>
                  <a:lnTo>
                    <a:pt x="67437" y="221742"/>
                  </a:lnTo>
                  <a:lnTo>
                    <a:pt x="66866" y="222885"/>
                  </a:lnTo>
                  <a:lnTo>
                    <a:pt x="66961" y="223456"/>
                  </a:lnTo>
                  <a:lnTo>
                    <a:pt x="67628" y="225076"/>
                  </a:lnTo>
                  <a:lnTo>
                    <a:pt x="68390" y="228981"/>
                  </a:lnTo>
                  <a:lnTo>
                    <a:pt x="68771" y="229838"/>
                  </a:lnTo>
                  <a:lnTo>
                    <a:pt x="69818" y="230600"/>
                  </a:lnTo>
                  <a:lnTo>
                    <a:pt x="70676" y="229934"/>
                  </a:lnTo>
                  <a:lnTo>
                    <a:pt x="72295" y="227552"/>
                  </a:lnTo>
                  <a:lnTo>
                    <a:pt x="75438" y="224980"/>
                  </a:lnTo>
                  <a:lnTo>
                    <a:pt x="76105" y="223647"/>
                  </a:lnTo>
                  <a:lnTo>
                    <a:pt x="76581" y="221361"/>
                  </a:lnTo>
                  <a:lnTo>
                    <a:pt x="77058" y="220504"/>
                  </a:lnTo>
                  <a:lnTo>
                    <a:pt x="78200" y="219551"/>
                  </a:lnTo>
                  <a:lnTo>
                    <a:pt x="78391" y="221456"/>
                  </a:lnTo>
                  <a:lnTo>
                    <a:pt x="79343" y="222409"/>
                  </a:lnTo>
                  <a:lnTo>
                    <a:pt x="80582" y="223171"/>
                  </a:lnTo>
                  <a:lnTo>
                    <a:pt x="81534" y="224504"/>
                  </a:lnTo>
                  <a:lnTo>
                    <a:pt x="81534" y="225457"/>
                  </a:lnTo>
                  <a:lnTo>
                    <a:pt x="80963" y="227838"/>
                  </a:lnTo>
                  <a:lnTo>
                    <a:pt x="80677" y="230314"/>
                  </a:lnTo>
                  <a:lnTo>
                    <a:pt x="80391" y="231172"/>
                  </a:lnTo>
                  <a:lnTo>
                    <a:pt x="78867" y="232886"/>
                  </a:lnTo>
                  <a:lnTo>
                    <a:pt x="78200" y="233839"/>
                  </a:lnTo>
                  <a:lnTo>
                    <a:pt x="77819" y="234887"/>
                  </a:lnTo>
                  <a:lnTo>
                    <a:pt x="77724" y="236029"/>
                  </a:lnTo>
                  <a:lnTo>
                    <a:pt x="77724" y="237268"/>
                  </a:lnTo>
                  <a:lnTo>
                    <a:pt x="77438" y="237744"/>
                  </a:lnTo>
                  <a:lnTo>
                    <a:pt x="76200" y="239078"/>
                  </a:lnTo>
                  <a:lnTo>
                    <a:pt x="75724" y="239459"/>
                  </a:lnTo>
                  <a:lnTo>
                    <a:pt x="74962" y="239554"/>
                  </a:lnTo>
                  <a:lnTo>
                    <a:pt x="74581" y="239268"/>
                  </a:lnTo>
                  <a:lnTo>
                    <a:pt x="74295" y="238887"/>
                  </a:lnTo>
                  <a:lnTo>
                    <a:pt x="73628" y="238601"/>
                  </a:lnTo>
                  <a:lnTo>
                    <a:pt x="70390" y="238220"/>
                  </a:lnTo>
                  <a:lnTo>
                    <a:pt x="69437" y="238220"/>
                  </a:lnTo>
                  <a:lnTo>
                    <a:pt x="68294" y="238792"/>
                  </a:lnTo>
                  <a:lnTo>
                    <a:pt x="67818" y="239649"/>
                  </a:lnTo>
                  <a:lnTo>
                    <a:pt x="67533" y="240697"/>
                  </a:lnTo>
                  <a:lnTo>
                    <a:pt x="66770" y="241745"/>
                  </a:lnTo>
                  <a:lnTo>
                    <a:pt x="66199" y="242221"/>
                  </a:lnTo>
                  <a:lnTo>
                    <a:pt x="65818" y="242411"/>
                  </a:lnTo>
                  <a:lnTo>
                    <a:pt x="65342" y="242506"/>
                  </a:lnTo>
                  <a:lnTo>
                    <a:pt x="64675" y="242506"/>
                  </a:lnTo>
                  <a:lnTo>
                    <a:pt x="64103" y="242316"/>
                  </a:lnTo>
                  <a:lnTo>
                    <a:pt x="63437" y="242030"/>
                  </a:lnTo>
                  <a:lnTo>
                    <a:pt x="62865" y="241935"/>
                  </a:lnTo>
                  <a:lnTo>
                    <a:pt x="62389" y="242411"/>
                  </a:lnTo>
                  <a:lnTo>
                    <a:pt x="62579" y="243173"/>
                  </a:lnTo>
                  <a:lnTo>
                    <a:pt x="64008" y="245173"/>
                  </a:lnTo>
                  <a:lnTo>
                    <a:pt x="64389" y="246221"/>
                  </a:lnTo>
                  <a:lnTo>
                    <a:pt x="64199" y="247174"/>
                  </a:lnTo>
                  <a:lnTo>
                    <a:pt x="63532" y="249269"/>
                  </a:lnTo>
                  <a:lnTo>
                    <a:pt x="63532" y="250603"/>
                  </a:lnTo>
                  <a:lnTo>
                    <a:pt x="63913" y="252889"/>
                  </a:lnTo>
                  <a:lnTo>
                    <a:pt x="63818" y="253841"/>
                  </a:lnTo>
                  <a:lnTo>
                    <a:pt x="62198" y="259271"/>
                  </a:lnTo>
                  <a:lnTo>
                    <a:pt x="62008" y="260509"/>
                  </a:lnTo>
                  <a:lnTo>
                    <a:pt x="62198" y="262509"/>
                  </a:lnTo>
                  <a:lnTo>
                    <a:pt x="62294" y="263366"/>
                  </a:lnTo>
                  <a:lnTo>
                    <a:pt x="62198" y="266510"/>
                  </a:lnTo>
                  <a:lnTo>
                    <a:pt x="63437" y="274606"/>
                  </a:lnTo>
                  <a:lnTo>
                    <a:pt x="63532" y="277368"/>
                  </a:lnTo>
                  <a:lnTo>
                    <a:pt x="63056" y="279940"/>
                  </a:lnTo>
                  <a:lnTo>
                    <a:pt x="61627" y="281559"/>
                  </a:lnTo>
                  <a:lnTo>
                    <a:pt x="61436" y="280416"/>
                  </a:lnTo>
                  <a:lnTo>
                    <a:pt x="60674" y="279559"/>
                  </a:lnTo>
                  <a:lnTo>
                    <a:pt x="59627" y="278987"/>
                  </a:lnTo>
                  <a:lnTo>
                    <a:pt x="58579" y="278511"/>
                  </a:lnTo>
                  <a:lnTo>
                    <a:pt x="57531" y="279082"/>
                  </a:lnTo>
                  <a:lnTo>
                    <a:pt x="56674" y="279368"/>
                  </a:lnTo>
                  <a:lnTo>
                    <a:pt x="54769" y="279749"/>
                  </a:lnTo>
                  <a:lnTo>
                    <a:pt x="54388" y="279940"/>
                  </a:lnTo>
                  <a:lnTo>
                    <a:pt x="54388" y="280416"/>
                  </a:lnTo>
                  <a:lnTo>
                    <a:pt x="54578" y="281369"/>
                  </a:lnTo>
                  <a:lnTo>
                    <a:pt x="54483" y="281845"/>
                  </a:lnTo>
                  <a:lnTo>
                    <a:pt x="54197" y="282130"/>
                  </a:lnTo>
                  <a:lnTo>
                    <a:pt x="53721" y="282416"/>
                  </a:lnTo>
                  <a:lnTo>
                    <a:pt x="53626" y="282512"/>
                  </a:lnTo>
                  <a:lnTo>
                    <a:pt x="53531" y="282702"/>
                  </a:lnTo>
                  <a:lnTo>
                    <a:pt x="53435" y="282988"/>
                  </a:lnTo>
                  <a:lnTo>
                    <a:pt x="53340" y="283273"/>
                  </a:lnTo>
                  <a:lnTo>
                    <a:pt x="53435" y="283464"/>
                  </a:lnTo>
                  <a:lnTo>
                    <a:pt x="53721" y="283655"/>
                  </a:lnTo>
                  <a:lnTo>
                    <a:pt x="54007" y="283940"/>
                  </a:lnTo>
                  <a:lnTo>
                    <a:pt x="54102" y="284226"/>
                  </a:lnTo>
                  <a:lnTo>
                    <a:pt x="54102" y="285083"/>
                  </a:lnTo>
                  <a:lnTo>
                    <a:pt x="54007" y="285464"/>
                  </a:lnTo>
                  <a:lnTo>
                    <a:pt x="53626" y="285560"/>
                  </a:lnTo>
                  <a:lnTo>
                    <a:pt x="52864" y="285274"/>
                  </a:lnTo>
                  <a:lnTo>
                    <a:pt x="51054" y="284131"/>
                  </a:lnTo>
                  <a:lnTo>
                    <a:pt x="50102" y="283750"/>
                  </a:lnTo>
                  <a:lnTo>
                    <a:pt x="48863" y="283559"/>
                  </a:lnTo>
                  <a:lnTo>
                    <a:pt x="48196" y="283655"/>
                  </a:lnTo>
                  <a:lnTo>
                    <a:pt x="46292" y="286321"/>
                  </a:lnTo>
                  <a:lnTo>
                    <a:pt x="45529" y="287084"/>
                  </a:lnTo>
                  <a:lnTo>
                    <a:pt x="44577" y="287464"/>
                  </a:lnTo>
                  <a:lnTo>
                    <a:pt x="44196" y="287464"/>
                  </a:lnTo>
                  <a:lnTo>
                    <a:pt x="42577" y="287369"/>
                  </a:lnTo>
                  <a:lnTo>
                    <a:pt x="42577" y="288036"/>
                  </a:lnTo>
                  <a:lnTo>
                    <a:pt x="42577" y="288036"/>
                  </a:lnTo>
                  <a:lnTo>
                    <a:pt x="42958" y="288893"/>
                  </a:lnTo>
                  <a:lnTo>
                    <a:pt x="43244" y="289655"/>
                  </a:lnTo>
                  <a:lnTo>
                    <a:pt x="42958" y="290608"/>
                  </a:lnTo>
                  <a:lnTo>
                    <a:pt x="41910" y="292513"/>
                  </a:lnTo>
                  <a:lnTo>
                    <a:pt x="41624" y="293561"/>
                  </a:lnTo>
                  <a:lnTo>
                    <a:pt x="42005" y="294799"/>
                  </a:lnTo>
                  <a:lnTo>
                    <a:pt x="42005" y="294799"/>
                  </a:lnTo>
                  <a:lnTo>
                    <a:pt x="43625" y="296513"/>
                  </a:lnTo>
                  <a:lnTo>
                    <a:pt x="43625" y="296513"/>
                  </a:lnTo>
                  <a:lnTo>
                    <a:pt x="43910" y="297656"/>
                  </a:lnTo>
                  <a:lnTo>
                    <a:pt x="43720" y="298228"/>
                  </a:lnTo>
                  <a:lnTo>
                    <a:pt x="43434" y="298704"/>
                  </a:lnTo>
                  <a:lnTo>
                    <a:pt x="43244" y="299180"/>
                  </a:lnTo>
                  <a:lnTo>
                    <a:pt x="43244" y="299656"/>
                  </a:lnTo>
                  <a:lnTo>
                    <a:pt x="43244" y="299942"/>
                  </a:lnTo>
                  <a:lnTo>
                    <a:pt x="43434" y="300514"/>
                  </a:lnTo>
                  <a:lnTo>
                    <a:pt x="44482" y="302419"/>
                  </a:lnTo>
                  <a:lnTo>
                    <a:pt x="44863" y="303657"/>
                  </a:lnTo>
                  <a:lnTo>
                    <a:pt x="44768" y="305657"/>
                  </a:lnTo>
                  <a:lnTo>
                    <a:pt x="44863" y="306800"/>
                  </a:lnTo>
                  <a:lnTo>
                    <a:pt x="45053" y="307086"/>
                  </a:lnTo>
                  <a:lnTo>
                    <a:pt x="45625" y="307562"/>
                  </a:lnTo>
                  <a:lnTo>
                    <a:pt x="45815" y="307943"/>
                  </a:lnTo>
                  <a:lnTo>
                    <a:pt x="45815" y="308229"/>
                  </a:lnTo>
                  <a:lnTo>
                    <a:pt x="45625" y="308991"/>
                  </a:lnTo>
                  <a:lnTo>
                    <a:pt x="46006" y="310039"/>
                  </a:lnTo>
                  <a:lnTo>
                    <a:pt x="48863" y="314611"/>
                  </a:lnTo>
                  <a:lnTo>
                    <a:pt x="55245" y="320802"/>
                  </a:lnTo>
                  <a:lnTo>
                    <a:pt x="55912" y="321850"/>
                  </a:lnTo>
                  <a:lnTo>
                    <a:pt x="56388" y="322993"/>
                  </a:lnTo>
                  <a:lnTo>
                    <a:pt x="56674" y="324326"/>
                  </a:lnTo>
                  <a:lnTo>
                    <a:pt x="57055" y="325088"/>
                  </a:lnTo>
                  <a:lnTo>
                    <a:pt x="57721" y="325374"/>
                  </a:lnTo>
                  <a:lnTo>
                    <a:pt x="58388" y="325755"/>
                  </a:lnTo>
                  <a:lnTo>
                    <a:pt x="62008" y="333280"/>
                  </a:lnTo>
                  <a:lnTo>
                    <a:pt x="64389" y="336328"/>
                  </a:lnTo>
                  <a:lnTo>
                    <a:pt x="64865" y="336709"/>
                  </a:lnTo>
                  <a:lnTo>
                    <a:pt x="65532" y="337185"/>
                  </a:lnTo>
                  <a:lnTo>
                    <a:pt x="65913" y="337376"/>
                  </a:lnTo>
                  <a:lnTo>
                    <a:pt x="66770" y="337566"/>
                  </a:lnTo>
                  <a:lnTo>
                    <a:pt x="67151" y="337756"/>
                  </a:lnTo>
                  <a:lnTo>
                    <a:pt x="67533" y="338138"/>
                  </a:lnTo>
                  <a:lnTo>
                    <a:pt x="68199" y="338995"/>
                  </a:lnTo>
                  <a:lnTo>
                    <a:pt x="68580" y="339280"/>
                  </a:lnTo>
                  <a:lnTo>
                    <a:pt x="69342" y="339280"/>
                  </a:lnTo>
                  <a:lnTo>
                    <a:pt x="70009" y="339090"/>
                  </a:lnTo>
                  <a:lnTo>
                    <a:pt x="70485" y="339185"/>
                  </a:lnTo>
                  <a:lnTo>
                    <a:pt x="71723" y="341662"/>
                  </a:lnTo>
                  <a:lnTo>
                    <a:pt x="72962" y="342900"/>
                  </a:lnTo>
                  <a:lnTo>
                    <a:pt x="79248" y="347663"/>
                  </a:lnTo>
                  <a:lnTo>
                    <a:pt x="80391" y="348139"/>
                  </a:lnTo>
                  <a:lnTo>
                    <a:pt x="81629" y="348520"/>
                  </a:lnTo>
                  <a:lnTo>
                    <a:pt x="82582" y="349091"/>
                  </a:lnTo>
                  <a:lnTo>
                    <a:pt x="83058" y="349948"/>
                  </a:lnTo>
                  <a:lnTo>
                    <a:pt x="83153" y="351187"/>
                  </a:lnTo>
                  <a:lnTo>
                    <a:pt x="83439" y="352139"/>
                  </a:lnTo>
                  <a:lnTo>
                    <a:pt x="85154" y="354139"/>
                  </a:lnTo>
                  <a:lnTo>
                    <a:pt x="85820" y="355187"/>
                  </a:lnTo>
                  <a:lnTo>
                    <a:pt x="86392" y="356426"/>
                  </a:lnTo>
                  <a:lnTo>
                    <a:pt x="86868" y="357092"/>
                  </a:lnTo>
                  <a:lnTo>
                    <a:pt x="88487" y="358330"/>
                  </a:lnTo>
                  <a:lnTo>
                    <a:pt x="88678" y="358616"/>
                  </a:lnTo>
                  <a:lnTo>
                    <a:pt x="88964" y="359378"/>
                  </a:lnTo>
                  <a:lnTo>
                    <a:pt x="89154" y="359664"/>
                  </a:lnTo>
                  <a:lnTo>
                    <a:pt x="89440" y="359855"/>
                  </a:lnTo>
                  <a:lnTo>
                    <a:pt x="90202" y="360045"/>
                  </a:lnTo>
                  <a:lnTo>
                    <a:pt x="90488" y="360236"/>
                  </a:lnTo>
                  <a:lnTo>
                    <a:pt x="90773" y="360712"/>
                  </a:lnTo>
                  <a:lnTo>
                    <a:pt x="90869" y="361093"/>
                  </a:lnTo>
                  <a:lnTo>
                    <a:pt x="90869" y="361474"/>
                  </a:lnTo>
                  <a:lnTo>
                    <a:pt x="90773" y="362140"/>
                  </a:lnTo>
                  <a:lnTo>
                    <a:pt x="90773" y="363093"/>
                  </a:lnTo>
                  <a:lnTo>
                    <a:pt x="91345" y="365665"/>
                  </a:lnTo>
                  <a:lnTo>
                    <a:pt x="91726" y="366522"/>
                  </a:lnTo>
                  <a:lnTo>
                    <a:pt x="93440" y="368141"/>
                  </a:lnTo>
                  <a:lnTo>
                    <a:pt x="93726" y="368618"/>
                  </a:lnTo>
                  <a:lnTo>
                    <a:pt x="94012" y="369094"/>
                  </a:lnTo>
                  <a:lnTo>
                    <a:pt x="94012" y="370522"/>
                  </a:lnTo>
                  <a:lnTo>
                    <a:pt x="93821" y="371761"/>
                  </a:lnTo>
                  <a:lnTo>
                    <a:pt x="93917" y="376333"/>
                  </a:lnTo>
                  <a:lnTo>
                    <a:pt x="95821" y="384715"/>
                  </a:lnTo>
                  <a:lnTo>
                    <a:pt x="95917" y="385763"/>
                  </a:lnTo>
                  <a:lnTo>
                    <a:pt x="95631" y="388430"/>
                  </a:lnTo>
                  <a:lnTo>
                    <a:pt x="95821" y="389477"/>
                  </a:lnTo>
                  <a:lnTo>
                    <a:pt x="95821" y="389954"/>
                  </a:lnTo>
                  <a:lnTo>
                    <a:pt x="95631" y="390525"/>
                  </a:lnTo>
                  <a:lnTo>
                    <a:pt x="95345" y="391001"/>
                  </a:lnTo>
                  <a:lnTo>
                    <a:pt x="95155" y="391478"/>
                  </a:lnTo>
                  <a:lnTo>
                    <a:pt x="95155" y="392239"/>
                  </a:lnTo>
                  <a:lnTo>
                    <a:pt x="95821" y="394240"/>
                  </a:lnTo>
                  <a:lnTo>
                    <a:pt x="96012" y="395383"/>
                  </a:lnTo>
                  <a:lnTo>
                    <a:pt x="95821" y="396335"/>
                  </a:lnTo>
                  <a:lnTo>
                    <a:pt x="95821" y="396335"/>
                  </a:lnTo>
                  <a:lnTo>
                    <a:pt x="95060" y="397002"/>
                  </a:lnTo>
                  <a:lnTo>
                    <a:pt x="92964" y="397193"/>
                  </a:lnTo>
                  <a:lnTo>
                    <a:pt x="91916" y="397573"/>
                  </a:lnTo>
                  <a:lnTo>
                    <a:pt x="91250" y="398431"/>
                  </a:lnTo>
                  <a:lnTo>
                    <a:pt x="91250" y="399479"/>
                  </a:lnTo>
                  <a:lnTo>
                    <a:pt x="91440" y="400717"/>
                  </a:lnTo>
                  <a:lnTo>
                    <a:pt x="91250" y="402050"/>
                  </a:lnTo>
                  <a:lnTo>
                    <a:pt x="90773" y="403288"/>
                  </a:lnTo>
                  <a:lnTo>
                    <a:pt x="90488" y="404527"/>
                  </a:lnTo>
                  <a:lnTo>
                    <a:pt x="90773" y="405574"/>
                  </a:lnTo>
                  <a:lnTo>
                    <a:pt x="91916" y="406432"/>
                  </a:lnTo>
                  <a:lnTo>
                    <a:pt x="92774" y="407003"/>
                  </a:lnTo>
                  <a:lnTo>
                    <a:pt x="93726" y="407861"/>
                  </a:lnTo>
                  <a:lnTo>
                    <a:pt x="94488" y="408908"/>
                  </a:lnTo>
                  <a:lnTo>
                    <a:pt x="94583" y="409956"/>
                  </a:lnTo>
                  <a:lnTo>
                    <a:pt x="94393" y="410528"/>
                  </a:lnTo>
                  <a:lnTo>
                    <a:pt x="94107" y="411004"/>
                  </a:lnTo>
                  <a:lnTo>
                    <a:pt x="93917" y="411480"/>
                  </a:lnTo>
                  <a:lnTo>
                    <a:pt x="93821" y="412147"/>
                  </a:lnTo>
                  <a:lnTo>
                    <a:pt x="93917" y="412623"/>
                  </a:lnTo>
                  <a:lnTo>
                    <a:pt x="94583" y="414242"/>
                  </a:lnTo>
                  <a:lnTo>
                    <a:pt x="94774" y="415862"/>
                  </a:lnTo>
                  <a:lnTo>
                    <a:pt x="94964" y="416433"/>
                  </a:lnTo>
                  <a:lnTo>
                    <a:pt x="95345" y="417005"/>
                  </a:lnTo>
                  <a:lnTo>
                    <a:pt x="96393" y="418052"/>
                  </a:lnTo>
                  <a:lnTo>
                    <a:pt x="96774" y="418719"/>
                  </a:lnTo>
                  <a:lnTo>
                    <a:pt x="96965" y="419862"/>
                  </a:lnTo>
                  <a:lnTo>
                    <a:pt x="96869" y="420910"/>
                  </a:lnTo>
                  <a:lnTo>
                    <a:pt x="96869" y="421862"/>
                  </a:lnTo>
                  <a:lnTo>
                    <a:pt x="97441" y="422815"/>
                  </a:lnTo>
                  <a:lnTo>
                    <a:pt x="97917" y="423005"/>
                  </a:lnTo>
                  <a:lnTo>
                    <a:pt x="99155" y="423196"/>
                  </a:lnTo>
                  <a:lnTo>
                    <a:pt x="99727" y="423577"/>
                  </a:lnTo>
                  <a:lnTo>
                    <a:pt x="99917" y="424053"/>
                  </a:lnTo>
                  <a:lnTo>
                    <a:pt x="100013" y="425101"/>
                  </a:lnTo>
                  <a:lnTo>
                    <a:pt x="100203" y="425482"/>
                  </a:lnTo>
                  <a:lnTo>
                    <a:pt x="100679" y="425768"/>
                  </a:lnTo>
                  <a:lnTo>
                    <a:pt x="101918" y="426148"/>
                  </a:lnTo>
                  <a:lnTo>
                    <a:pt x="102299" y="426530"/>
                  </a:lnTo>
                  <a:lnTo>
                    <a:pt x="102679" y="427101"/>
                  </a:lnTo>
                  <a:lnTo>
                    <a:pt x="103156" y="427672"/>
                  </a:lnTo>
                  <a:lnTo>
                    <a:pt x="103727" y="428149"/>
                  </a:lnTo>
                  <a:lnTo>
                    <a:pt x="106299" y="429578"/>
                  </a:lnTo>
                  <a:lnTo>
                    <a:pt x="106775" y="430339"/>
                  </a:lnTo>
                  <a:lnTo>
                    <a:pt x="106871" y="430816"/>
                  </a:lnTo>
                  <a:lnTo>
                    <a:pt x="106966" y="431673"/>
                  </a:lnTo>
                  <a:lnTo>
                    <a:pt x="106966" y="432816"/>
                  </a:lnTo>
                  <a:lnTo>
                    <a:pt x="106775" y="433959"/>
                  </a:lnTo>
                  <a:lnTo>
                    <a:pt x="106585" y="434530"/>
                  </a:lnTo>
                  <a:lnTo>
                    <a:pt x="106013" y="435673"/>
                  </a:lnTo>
                  <a:lnTo>
                    <a:pt x="105918" y="436245"/>
                  </a:lnTo>
                  <a:lnTo>
                    <a:pt x="106109" y="437388"/>
                  </a:lnTo>
                  <a:lnTo>
                    <a:pt x="107347" y="439579"/>
                  </a:lnTo>
                  <a:lnTo>
                    <a:pt x="107728" y="440722"/>
                  </a:lnTo>
                  <a:lnTo>
                    <a:pt x="107823" y="443674"/>
                  </a:lnTo>
                  <a:lnTo>
                    <a:pt x="108014" y="444722"/>
                  </a:lnTo>
                  <a:lnTo>
                    <a:pt x="108299" y="445389"/>
                  </a:lnTo>
                  <a:lnTo>
                    <a:pt x="109061" y="446342"/>
                  </a:lnTo>
                  <a:lnTo>
                    <a:pt x="109442" y="446913"/>
                  </a:lnTo>
                  <a:lnTo>
                    <a:pt x="109538" y="447485"/>
                  </a:lnTo>
                  <a:lnTo>
                    <a:pt x="109442" y="448437"/>
                  </a:lnTo>
                  <a:lnTo>
                    <a:pt x="109442" y="449009"/>
                  </a:lnTo>
                  <a:lnTo>
                    <a:pt x="109633" y="449580"/>
                  </a:lnTo>
                  <a:lnTo>
                    <a:pt x="110204" y="450628"/>
                  </a:lnTo>
                  <a:lnTo>
                    <a:pt x="110395" y="451199"/>
                  </a:lnTo>
                  <a:lnTo>
                    <a:pt x="110300" y="451961"/>
                  </a:lnTo>
                  <a:lnTo>
                    <a:pt x="109823" y="452438"/>
                  </a:lnTo>
                  <a:lnTo>
                    <a:pt x="109347" y="452819"/>
                  </a:lnTo>
                  <a:lnTo>
                    <a:pt x="109061" y="453295"/>
                  </a:lnTo>
                  <a:lnTo>
                    <a:pt x="109252" y="454247"/>
                  </a:lnTo>
                  <a:lnTo>
                    <a:pt x="110014" y="454438"/>
                  </a:lnTo>
                  <a:lnTo>
                    <a:pt x="112967" y="453485"/>
                  </a:lnTo>
                  <a:lnTo>
                    <a:pt x="113538" y="453485"/>
                  </a:lnTo>
                  <a:lnTo>
                    <a:pt x="114014" y="453676"/>
                  </a:lnTo>
                  <a:lnTo>
                    <a:pt x="114205" y="454152"/>
                  </a:lnTo>
                  <a:lnTo>
                    <a:pt x="114110" y="454628"/>
                  </a:lnTo>
                  <a:lnTo>
                    <a:pt x="113919" y="455200"/>
                  </a:lnTo>
                  <a:lnTo>
                    <a:pt x="113824" y="455771"/>
                  </a:lnTo>
                  <a:lnTo>
                    <a:pt x="112967" y="458343"/>
                  </a:lnTo>
                  <a:lnTo>
                    <a:pt x="112776" y="459867"/>
                  </a:lnTo>
                  <a:lnTo>
                    <a:pt x="113633" y="460629"/>
                  </a:lnTo>
                  <a:lnTo>
                    <a:pt x="114586" y="460915"/>
                  </a:lnTo>
                  <a:lnTo>
                    <a:pt x="115348" y="461581"/>
                  </a:lnTo>
                  <a:lnTo>
                    <a:pt x="115729" y="462534"/>
                  </a:lnTo>
                  <a:lnTo>
                    <a:pt x="115634" y="463582"/>
                  </a:lnTo>
                  <a:lnTo>
                    <a:pt x="114776" y="465772"/>
                  </a:lnTo>
                  <a:lnTo>
                    <a:pt x="114586" y="466915"/>
                  </a:lnTo>
                  <a:lnTo>
                    <a:pt x="114967" y="468154"/>
                  </a:lnTo>
                  <a:lnTo>
                    <a:pt x="115634" y="469011"/>
                  </a:lnTo>
                  <a:lnTo>
                    <a:pt x="116586" y="469868"/>
                  </a:lnTo>
                  <a:lnTo>
                    <a:pt x="117634" y="470535"/>
                  </a:lnTo>
                  <a:lnTo>
                    <a:pt x="118491" y="470821"/>
                  </a:lnTo>
                  <a:lnTo>
                    <a:pt x="118586" y="471297"/>
                  </a:lnTo>
                  <a:lnTo>
                    <a:pt x="117824" y="474821"/>
                  </a:lnTo>
                  <a:lnTo>
                    <a:pt x="117348" y="476060"/>
                  </a:lnTo>
                  <a:lnTo>
                    <a:pt x="113919" y="480631"/>
                  </a:lnTo>
                  <a:lnTo>
                    <a:pt x="113252" y="481108"/>
                  </a:lnTo>
                  <a:lnTo>
                    <a:pt x="111062" y="481203"/>
                  </a:lnTo>
                  <a:lnTo>
                    <a:pt x="109823" y="481489"/>
                  </a:lnTo>
                  <a:lnTo>
                    <a:pt x="108966" y="482060"/>
                  </a:lnTo>
                  <a:lnTo>
                    <a:pt x="108490" y="482918"/>
                  </a:lnTo>
                  <a:lnTo>
                    <a:pt x="108395" y="484156"/>
                  </a:lnTo>
                  <a:lnTo>
                    <a:pt x="108490" y="486346"/>
                  </a:lnTo>
                  <a:lnTo>
                    <a:pt x="108299" y="487204"/>
                  </a:lnTo>
                  <a:lnTo>
                    <a:pt x="107823" y="488252"/>
                  </a:lnTo>
                  <a:lnTo>
                    <a:pt x="107156" y="489109"/>
                  </a:lnTo>
                  <a:lnTo>
                    <a:pt x="105633" y="490633"/>
                  </a:lnTo>
                  <a:lnTo>
                    <a:pt x="105156" y="491490"/>
                  </a:lnTo>
                  <a:lnTo>
                    <a:pt x="104870" y="492823"/>
                  </a:lnTo>
                  <a:lnTo>
                    <a:pt x="104775" y="493776"/>
                  </a:lnTo>
                  <a:lnTo>
                    <a:pt x="104489" y="494633"/>
                  </a:lnTo>
                  <a:lnTo>
                    <a:pt x="102489" y="496824"/>
                  </a:lnTo>
                  <a:lnTo>
                    <a:pt x="101918" y="497681"/>
                  </a:lnTo>
                  <a:lnTo>
                    <a:pt x="102394" y="499777"/>
                  </a:lnTo>
                  <a:lnTo>
                    <a:pt x="101727" y="501015"/>
                  </a:lnTo>
                  <a:lnTo>
                    <a:pt x="100013" y="503015"/>
                  </a:lnTo>
                  <a:lnTo>
                    <a:pt x="99346" y="504254"/>
                  </a:lnTo>
                  <a:lnTo>
                    <a:pt x="97727" y="509016"/>
                  </a:lnTo>
                  <a:lnTo>
                    <a:pt x="97346" y="509492"/>
                  </a:lnTo>
                  <a:lnTo>
                    <a:pt x="96203" y="509873"/>
                  </a:lnTo>
                  <a:lnTo>
                    <a:pt x="95726" y="510159"/>
                  </a:lnTo>
                  <a:lnTo>
                    <a:pt x="95345" y="510635"/>
                  </a:lnTo>
                  <a:lnTo>
                    <a:pt x="94869" y="511778"/>
                  </a:lnTo>
                  <a:lnTo>
                    <a:pt x="94488" y="512255"/>
                  </a:lnTo>
                  <a:lnTo>
                    <a:pt x="93917" y="512731"/>
                  </a:lnTo>
                  <a:lnTo>
                    <a:pt x="93536" y="513017"/>
                  </a:lnTo>
                  <a:lnTo>
                    <a:pt x="91440" y="514064"/>
                  </a:lnTo>
                  <a:lnTo>
                    <a:pt x="90583" y="514921"/>
                  </a:lnTo>
                  <a:lnTo>
                    <a:pt x="90392" y="515398"/>
                  </a:lnTo>
                  <a:lnTo>
                    <a:pt x="89916" y="517017"/>
                  </a:lnTo>
                  <a:lnTo>
                    <a:pt x="89440" y="517684"/>
                  </a:lnTo>
                  <a:lnTo>
                    <a:pt x="88964" y="517684"/>
                  </a:lnTo>
                  <a:lnTo>
                    <a:pt x="88392" y="517398"/>
                  </a:lnTo>
                  <a:lnTo>
                    <a:pt x="87821" y="517207"/>
                  </a:lnTo>
                  <a:lnTo>
                    <a:pt x="87154" y="517112"/>
                  </a:lnTo>
                  <a:lnTo>
                    <a:pt x="86868" y="517017"/>
                  </a:lnTo>
                  <a:lnTo>
                    <a:pt x="86678" y="517112"/>
                  </a:lnTo>
                  <a:lnTo>
                    <a:pt x="86201" y="517588"/>
                  </a:lnTo>
                  <a:lnTo>
                    <a:pt x="85916" y="518065"/>
                  </a:lnTo>
                  <a:lnTo>
                    <a:pt x="85725" y="518636"/>
                  </a:lnTo>
                  <a:lnTo>
                    <a:pt x="85630" y="519208"/>
                  </a:lnTo>
                  <a:lnTo>
                    <a:pt x="85630" y="519779"/>
                  </a:lnTo>
                  <a:lnTo>
                    <a:pt x="85725" y="520446"/>
                  </a:lnTo>
                  <a:lnTo>
                    <a:pt x="86106" y="521494"/>
                  </a:lnTo>
                  <a:lnTo>
                    <a:pt x="86106" y="522256"/>
                  </a:lnTo>
                  <a:lnTo>
                    <a:pt x="85916" y="523304"/>
                  </a:lnTo>
                  <a:lnTo>
                    <a:pt x="85725" y="523685"/>
                  </a:lnTo>
                  <a:lnTo>
                    <a:pt x="85344" y="524161"/>
                  </a:lnTo>
                  <a:lnTo>
                    <a:pt x="85058" y="524256"/>
                  </a:lnTo>
                  <a:lnTo>
                    <a:pt x="83153" y="525113"/>
                  </a:lnTo>
                  <a:lnTo>
                    <a:pt x="82582" y="525113"/>
                  </a:lnTo>
                  <a:lnTo>
                    <a:pt x="82106" y="524923"/>
                  </a:lnTo>
                  <a:lnTo>
                    <a:pt x="81629" y="524828"/>
                  </a:lnTo>
                  <a:lnTo>
                    <a:pt x="80963" y="525113"/>
                  </a:lnTo>
                  <a:lnTo>
                    <a:pt x="80486" y="525589"/>
                  </a:lnTo>
                  <a:lnTo>
                    <a:pt x="80296" y="526161"/>
                  </a:lnTo>
                  <a:lnTo>
                    <a:pt x="80105" y="526637"/>
                  </a:lnTo>
                  <a:lnTo>
                    <a:pt x="79724" y="527113"/>
                  </a:lnTo>
                  <a:lnTo>
                    <a:pt x="79343" y="527209"/>
                  </a:lnTo>
                  <a:lnTo>
                    <a:pt x="78200" y="527304"/>
                  </a:lnTo>
                  <a:lnTo>
                    <a:pt x="77724" y="527495"/>
                  </a:lnTo>
                  <a:lnTo>
                    <a:pt x="76676" y="528352"/>
                  </a:lnTo>
                  <a:lnTo>
                    <a:pt x="74390" y="531400"/>
                  </a:lnTo>
                  <a:lnTo>
                    <a:pt x="73914" y="532638"/>
                  </a:lnTo>
                  <a:lnTo>
                    <a:pt x="73438" y="534924"/>
                  </a:lnTo>
                  <a:lnTo>
                    <a:pt x="73628" y="535591"/>
                  </a:lnTo>
                  <a:lnTo>
                    <a:pt x="74676" y="536448"/>
                  </a:lnTo>
                  <a:lnTo>
                    <a:pt x="75057" y="537020"/>
                  </a:lnTo>
                  <a:lnTo>
                    <a:pt x="75819" y="540353"/>
                  </a:lnTo>
                  <a:lnTo>
                    <a:pt x="75819" y="541401"/>
                  </a:lnTo>
                  <a:lnTo>
                    <a:pt x="75057" y="543401"/>
                  </a:lnTo>
                  <a:lnTo>
                    <a:pt x="74486" y="546163"/>
                  </a:lnTo>
                  <a:lnTo>
                    <a:pt x="73533" y="549402"/>
                  </a:lnTo>
                  <a:lnTo>
                    <a:pt x="73438" y="550545"/>
                  </a:lnTo>
                  <a:lnTo>
                    <a:pt x="72676" y="552545"/>
                  </a:lnTo>
                  <a:lnTo>
                    <a:pt x="72485" y="553593"/>
                  </a:lnTo>
                  <a:lnTo>
                    <a:pt x="72390" y="554641"/>
                  </a:lnTo>
                  <a:lnTo>
                    <a:pt x="72104" y="555879"/>
                  </a:lnTo>
                  <a:lnTo>
                    <a:pt x="71723" y="557117"/>
                  </a:lnTo>
                  <a:lnTo>
                    <a:pt x="70485" y="559403"/>
                  </a:lnTo>
                  <a:lnTo>
                    <a:pt x="69056" y="563499"/>
                  </a:lnTo>
                  <a:lnTo>
                    <a:pt x="68294" y="564356"/>
                  </a:lnTo>
                  <a:lnTo>
                    <a:pt x="65913" y="568357"/>
                  </a:lnTo>
                  <a:lnTo>
                    <a:pt x="65723" y="569023"/>
                  </a:lnTo>
                  <a:lnTo>
                    <a:pt x="65723" y="569405"/>
                  </a:lnTo>
                  <a:lnTo>
                    <a:pt x="66294" y="570167"/>
                  </a:lnTo>
                  <a:lnTo>
                    <a:pt x="66389" y="569881"/>
                  </a:lnTo>
                  <a:lnTo>
                    <a:pt x="66961" y="569786"/>
                  </a:lnTo>
                  <a:lnTo>
                    <a:pt x="67437" y="569976"/>
                  </a:lnTo>
                  <a:lnTo>
                    <a:pt x="67342" y="570547"/>
                  </a:lnTo>
                  <a:lnTo>
                    <a:pt x="66866" y="570833"/>
                  </a:lnTo>
                  <a:lnTo>
                    <a:pt x="65723" y="570833"/>
                  </a:lnTo>
                  <a:lnTo>
                    <a:pt x="65342" y="571119"/>
                  </a:lnTo>
                  <a:lnTo>
                    <a:pt x="64961" y="571786"/>
                  </a:lnTo>
                  <a:lnTo>
                    <a:pt x="64389" y="572262"/>
                  </a:lnTo>
                  <a:lnTo>
                    <a:pt x="64294" y="572548"/>
                  </a:lnTo>
                  <a:lnTo>
                    <a:pt x="64675" y="572738"/>
                  </a:lnTo>
                  <a:lnTo>
                    <a:pt x="65056" y="572834"/>
                  </a:lnTo>
                  <a:lnTo>
                    <a:pt x="65246" y="573024"/>
                  </a:lnTo>
                  <a:lnTo>
                    <a:pt x="65056" y="573596"/>
                  </a:lnTo>
                  <a:lnTo>
                    <a:pt x="64294" y="574167"/>
                  </a:lnTo>
                  <a:lnTo>
                    <a:pt x="64579" y="574548"/>
                  </a:lnTo>
                  <a:lnTo>
                    <a:pt x="64103" y="574738"/>
                  </a:lnTo>
                  <a:lnTo>
                    <a:pt x="63722" y="574738"/>
                  </a:lnTo>
                  <a:lnTo>
                    <a:pt x="63437" y="574548"/>
                  </a:lnTo>
                  <a:lnTo>
                    <a:pt x="63151" y="574167"/>
                  </a:lnTo>
                  <a:lnTo>
                    <a:pt x="62484" y="574738"/>
                  </a:lnTo>
                  <a:lnTo>
                    <a:pt x="61627" y="575691"/>
                  </a:lnTo>
                  <a:lnTo>
                    <a:pt x="61246" y="576644"/>
                  </a:lnTo>
                  <a:lnTo>
                    <a:pt x="62198" y="577215"/>
                  </a:lnTo>
                  <a:lnTo>
                    <a:pt x="62389" y="577596"/>
                  </a:lnTo>
                  <a:lnTo>
                    <a:pt x="62675" y="577977"/>
                  </a:lnTo>
                  <a:lnTo>
                    <a:pt x="63151" y="578072"/>
                  </a:lnTo>
                  <a:lnTo>
                    <a:pt x="63627" y="577787"/>
                  </a:lnTo>
                  <a:lnTo>
                    <a:pt x="64484" y="576644"/>
                  </a:lnTo>
                  <a:lnTo>
                    <a:pt x="64865" y="576263"/>
                  </a:lnTo>
                  <a:lnTo>
                    <a:pt x="64484" y="577215"/>
                  </a:lnTo>
                  <a:lnTo>
                    <a:pt x="64008" y="577977"/>
                  </a:lnTo>
                  <a:lnTo>
                    <a:pt x="63437" y="578644"/>
                  </a:lnTo>
                  <a:lnTo>
                    <a:pt x="62675" y="579120"/>
                  </a:lnTo>
                  <a:lnTo>
                    <a:pt x="62198" y="579311"/>
                  </a:lnTo>
                  <a:lnTo>
                    <a:pt x="61817" y="579311"/>
                  </a:lnTo>
                  <a:lnTo>
                    <a:pt x="61436" y="579406"/>
                  </a:lnTo>
                  <a:lnTo>
                    <a:pt x="60960" y="579882"/>
                  </a:lnTo>
                  <a:lnTo>
                    <a:pt x="60960" y="580072"/>
                  </a:lnTo>
                  <a:lnTo>
                    <a:pt x="60960" y="581215"/>
                  </a:lnTo>
                  <a:lnTo>
                    <a:pt x="60865" y="581692"/>
                  </a:lnTo>
                  <a:lnTo>
                    <a:pt x="61151" y="581692"/>
                  </a:lnTo>
                  <a:lnTo>
                    <a:pt x="61246" y="581406"/>
                  </a:lnTo>
                  <a:lnTo>
                    <a:pt x="61341" y="581215"/>
                  </a:lnTo>
                  <a:lnTo>
                    <a:pt x="61627" y="580835"/>
                  </a:lnTo>
                  <a:lnTo>
                    <a:pt x="62103" y="581120"/>
                  </a:lnTo>
                  <a:lnTo>
                    <a:pt x="62579" y="581215"/>
                  </a:lnTo>
                  <a:lnTo>
                    <a:pt x="63627" y="581215"/>
                  </a:lnTo>
                  <a:lnTo>
                    <a:pt x="64008" y="581501"/>
                  </a:lnTo>
                  <a:lnTo>
                    <a:pt x="63722" y="581978"/>
                  </a:lnTo>
                  <a:lnTo>
                    <a:pt x="63341" y="582454"/>
                  </a:lnTo>
                  <a:lnTo>
                    <a:pt x="63151" y="582454"/>
                  </a:lnTo>
                  <a:lnTo>
                    <a:pt x="62865" y="583406"/>
                  </a:lnTo>
                  <a:lnTo>
                    <a:pt x="62198" y="583502"/>
                  </a:lnTo>
                  <a:lnTo>
                    <a:pt x="61341" y="583121"/>
                  </a:lnTo>
                  <a:lnTo>
                    <a:pt x="60579" y="582644"/>
                  </a:lnTo>
                  <a:lnTo>
                    <a:pt x="60198" y="582930"/>
                  </a:lnTo>
                  <a:lnTo>
                    <a:pt x="60865" y="583311"/>
                  </a:lnTo>
                  <a:lnTo>
                    <a:pt x="61246" y="583882"/>
                  </a:lnTo>
                  <a:lnTo>
                    <a:pt x="61055" y="584359"/>
                  </a:lnTo>
                  <a:lnTo>
                    <a:pt x="60198" y="584359"/>
                  </a:lnTo>
                  <a:lnTo>
                    <a:pt x="61151" y="585597"/>
                  </a:lnTo>
                  <a:lnTo>
                    <a:pt x="61246" y="585978"/>
                  </a:lnTo>
                  <a:lnTo>
                    <a:pt x="61151" y="586169"/>
                  </a:lnTo>
                  <a:lnTo>
                    <a:pt x="60674" y="586835"/>
                  </a:lnTo>
                  <a:lnTo>
                    <a:pt x="60579" y="587026"/>
                  </a:lnTo>
                  <a:lnTo>
                    <a:pt x="60008" y="587026"/>
                  </a:lnTo>
                  <a:lnTo>
                    <a:pt x="59055" y="587788"/>
                  </a:lnTo>
                  <a:lnTo>
                    <a:pt x="58579" y="588645"/>
                  </a:lnTo>
                  <a:lnTo>
                    <a:pt x="59627" y="589026"/>
                  </a:lnTo>
                  <a:lnTo>
                    <a:pt x="59722" y="589121"/>
                  </a:lnTo>
                  <a:lnTo>
                    <a:pt x="59912" y="589788"/>
                  </a:lnTo>
                  <a:lnTo>
                    <a:pt x="60103" y="590074"/>
                  </a:lnTo>
                  <a:lnTo>
                    <a:pt x="60484" y="590074"/>
                  </a:lnTo>
                  <a:lnTo>
                    <a:pt x="61532" y="589979"/>
                  </a:lnTo>
                  <a:lnTo>
                    <a:pt x="61913" y="590074"/>
                  </a:lnTo>
                  <a:lnTo>
                    <a:pt x="62008" y="590550"/>
                  </a:lnTo>
                  <a:lnTo>
                    <a:pt x="61436" y="591217"/>
                  </a:lnTo>
                  <a:lnTo>
                    <a:pt x="59722" y="592550"/>
                  </a:lnTo>
                  <a:lnTo>
                    <a:pt x="58198" y="591503"/>
                  </a:lnTo>
                  <a:lnTo>
                    <a:pt x="57436" y="592931"/>
                  </a:lnTo>
                  <a:lnTo>
                    <a:pt x="56483" y="597598"/>
                  </a:lnTo>
                  <a:lnTo>
                    <a:pt x="55436" y="599504"/>
                  </a:lnTo>
                  <a:lnTo>
                    <a:pt x="55054" y="600456"/>
                  </a:lnTo>
                  <a:lnTo>
                    <a:pt x="54293" y="603790"/>
                  </a:lnTo>
                  <a:lnTo>
                    <a:pt x="53912" y="604742"/>
                  </a:lnTo>
                  <a:lnTo>
                    <a:pt x="53245" y="605599"/>
                  </a:lnTo>
                  <a:lnTo>
                    <a:pt x="53054" y="606362"/>
                  </a:lnTo>
                  <a:lnTo>
                    <a:pt x="52578" y="607219"/>
                  </a:lnTo>
                  <a:lnTo>
                    <a:pt x="52578" y="608076"/>
                  </a:lnTo>
                  <a:lnTo>
                    <a:pt x="53531" y="608552"/>
                  </a:lnTo>
                  <a:lnTo>
                    <a:pt x="52769" y="609410"/>
                  </a:lnTo>
                  <a:lnTo>
                    <a:pt x="52388" y="609790"/>
                  </a:lnTo>
                  <a:lnTo>
                    <a:pt x="52007" y="609981"/>
                  </a:lnTo>
                  <a:lnTo>
                    <a:pt x="51340" y="609790"/>
                  </a:lnTo>
                  <a:lnTo>
                    <a:pt x="51054" y="609505"/>
                  </a:lnTo>
                  <a:lnTo>
                    <a:pt x="51054" y="610553"/>
                  </a:lnTo>
                  <a:lnTo>
                    <a:pt x="51340" y="611886"/>
                  </a:lnTo>
                  <a:lnTo>
                    <a:pt x="52007" y="613124"/>
                  </a:lnTo>
                  <a:lnTo>
                    <a:pt x="53531" y="615124"/>
                  </a:lnTo>
                  <a:lnTo>
                    <a:pt x="54102" y="616839"/>
                  </a:lnTo>
                  <a:lnTo>
                    <a:pt x="53245" y="617220"/>
                  </a:lnTo>
                  <a:lnTo>
                    <a:pt x="52007" y="617315"/>
                  </a:lnTo>
                  <a:lnTo>
                    <a:pt x="51340" y="617887"/>
                  </a:lnTo>
                  <a:lnTo>
                    <a:pt x="51530" y="619220"/>
                  </a:lnTo>
                  <a:lnTo>
                    <a:pt x="52007" y="619601"/>
                  </a:lnTo>
                  <a:lnTo>
                    <a:pt x="52959" y="619315"/>
                  </a:lnTo>
                  <a:lnTo>
                    <a:pt x="54578" y="618649"/>
                  </a:lnTo>
                  <a:lnTo>
                    <a:pt x="53340" y="619982"/>
                  </a:lnTo>
                  <a:lnTo>
                    <a:pt x="52864" y="620744"/>
                  </a:lnTo>
                  <a:lnTo>
                    <a:pt x="52959" y="621411"/>
                  </a:lnTo>
                  <a:lnTo>
                    <a:pt x="53150" y="621887"/>
                  </a:lnTo>
                  <a:lnTo>
                    <a:pt x="52483" y="621887"/>
                  </a:lnTo>
                  <a:lnTo>
                    <a:pt x="51721" y="621697"/>
                  </a:lnTo>
                  <a:lnTo>
                    <a:pt x="51530" y="621602"/>
                  </a:lnTo>
                  <a:lnTo>
                    <a:pt x="51149" y="621887"/>
                  </a:lnTo>
                  <a:lnTo>
                    <a:pt x="50483" y="623126"/>
                  </a:lnTo>
                  <a:lnTo>
                    <a:pt x="49435" y="624554"/>
                  </a:lnTo>
                  <a:lnTo>
                    <a:pt x="48959" y="626650"/>
                  </a:lnTo>
                  <a:lnTo>
                    <a:pt x="47816" y="628460"/>
                  </a:lnTo>
                  <a:lnTo>
                    <a:pt x="47530" y="629603"/>
                  </a:lnTo>
                  <a:lnTo>
                    <a:pt x="47339" y="632936"/>
                  </a:lnTo>
                  <a:lnTo>
                    <a:pt x="47244" y="633317"/>
                  </a:lnTo>
                  <a:lnTo>
                    <a:pt x="47054" y="633698"/>
                  </a:lnTo>
                  <a:lnTo>
                    <a:pt x="46673" y="634079"/>
                  </a:lnTo>
                  <a:lnTo>
                    <a:pt x="46196" y="634365"/>
                  </a:lnTo>
                  <a:lnTo>
                    <a:pt x="45815" y="634651"/>
                  </a:lnTo>
                  <a:lnTo>
                    <a:pt x="45625" y="635127"/>
                  </a:lnTo>
                  <a:lnTo>
                    <a:pt x="45815" y="635889"/>
                  </a:lnTo>
                  <a:lnTo>
                    <a:pt x="46673" y="637985"/>
                  </a:lnTo>
                  <a:lnTo>
                    <a:pt x="46768" y="639128"/>
                  </a:lnTo>
                  <a:lnTo>
                    <a:pt x="46673" y="639699"/>
                  </a:lnTo>
                  <a:lnTo>
                    <a:pt x="46101" y="641318"/>
                  </a:lnTo>
                  <a:lnTo>
                    <a:pt x="46101" y="641604"/>
                  </a:lnTo>
                  <a:lnTo>
                    <a:pt x="46101" y="642461"/>
                  </a:lnTo>
                  <a:lnTo>
                    <a:pt x="46006" y="642652"/>
                  </a:lnTo>
                  <a:lnTo>
                    <a:pt x="45815" y="642842"/>
                  </a:lnTo>
                  <a:lnTo>
                    <a:pt x="45625" y="643128"/>
                  </a:lnTo>
                  <a:lnTo>
                    <a:pt x="45625" y="643509"/>
                  </a:lnTo>
                  <a:lnTo>
                    <a:pt x="46196" y="644176"/>
                  </a:lnTo>
                  <a:lnTo>
                    <a:pt x="46958" y="644652"/>
                  </a:lnTo>
                  <a:lnTo>
                    <a:pt x="47435" y="645319"/>
                  </a:lnTo>
                  <a:lnTo>
                    <a:pt x="47149" y="646367"/>
                  </a:lnTo>
                  <a:lnTo>
                    <a:pt x="45911" y="645033"/>
                  </a:lnTo>
                  <a:lnTo>
                    <a:pt x="45529" y="644366"/>
                  </a:lnTo>
                  <a:lnTo>
                    <a:pt x="45434" y="643319"/>
                  </a:lnTo>
                  <a:lnTo>
                    <a:pt x="45244" y="642842"/>
                  </a:lnTo>
                  <a:lnTo>
                    <a:pt x="44863" y="643223"/>
                  </a:lnTo>
                  <a:lnTo>
                    <a:pt x="44577" y="644176"/>
                  </a:lnTo>
                  <a:lnTo>
                    <a:pt x="44672" y="645319"/>
                  </a:lnTo>
                  <a:lnTo>
                    <a:pt x="46958" y="652081"/>
                  </a:lnTo>
                  <a:lnTo>
                    <a:pt x="48006" y="657035"/>
                  </a:lnTo>
                  <a:lnTo>
                    <a:pt x="48483" y="657797"/>
                  </a:lnTo>
                  <a:lnTo>
                    <a:pt x="48768" y="658559"/>
                  </a:lnTo>
                  <a:lnTo>
                    <a:pt x="48768" y="660845"/>
                  </a:lnTo>
                  <a:lnTo>
                    <a:pt x="48959" y="661606"/>
                  </a:lnTo>
                  <a:lnTo>
                    <a:pt x="49244" y="661892"/>
                  </a:lnTo>
                  <a:lnTo>
                    <a:pt x="49625" y="662083"/>
                  </a:lnTo>
                  <a:lnTo>
                    <a:pt x="50102" y="662178"/>
                  </a:lnTo>
                  <a:lnTo>
                    <a:pt x="50673" y="662178"/>
                  </a:lnTo>
                  <a:lnTo>
                    <a:pt x="51245" y="662369"/>
                  </a:lnTo>
                  <a:lnTo>
                    <a:pt x="51435" y="662749"/>
                  </a:lnTo>
                  <a:lnTo>
                    <a:pt x="51626" y="663130"/>
                  </a:lnTo>
                  <a:lnTo>
                    <a:pt x="52959" y="663702"/>
                  </a:lnTo>
                  <a:lnTo>
                    <a:pt x="53912" y="665512"/>
                  </a:lnTo>
                  <a:lnTo>
                    <a:pt x="54769" y="666274"/>
                  </a:lnTo>
                  <a:lnTo>
                    <a:pt x="55340" y="665607"/>
                  </a:lnTo>
                  <a:lnTo>
                    <a:pt x="55531" y="665321"/>
                  </a:lnTo>
                  <a:lnTo>
                    <a:pt x="55531" y="664845"/>
                  </a:lnTo>
                  <a:lnTo>
                    <a:pt x="55817" y="664845"/>
                  </a:lnTo>
                  <a:lnTo>
                    <a:pt x="56483" y="665702"/>
                  </a:lnTo>
                  <a:lnTo>
                    <a:pt x="57626" y="664273"/>
                  </a:lnTo>
                  <a:lnTo>
                    <a:pt x="58484" y="662083"/>
                  </a:lnTo>
                  <a:lnTo>
                    <a:pt x="58484" y="660654"/>
                  </a:lnTo>
                  <a:lnTo>
                    <a:pt x="58198" y="659892"/>
                  </a:lnTo>
                  <a:lnTo>
                    <a:pt x="58198" y="658844"/>
                  </a:lnTo>
                  <a:lnTo>
                    <a:pt x="58008" y="657987"/>
                  </a:lnTo>
                  <a:lnTo>
                    <a:pt x="56388" y="657320"/>
                  </a:lnTo>
                  <a:lnTo>
                    <a:pt x="56674" y="656749"/>
                  </a:lnTo>
                  <a:lnTo>
                    <a:pt x="57626" y="656368"/>
                  </a:lnTo>
                  <a:lnTo>
                    <a:pt x="58674" y="656463"/>
                  </a:lnTo>
                  <a:lnTo>
                    <a:pt x="58674" y="655796"/>
                  </a:lnTo>
                  <a:lnTo>
                    <a:pt x="59055" y="655796"/>
                  </a:lnTo>
                  <a:lnTo>
                    <a:pt x="59436" y="656368"/>
                  </a:lnTo>
                  <a:lnTo>
                    <a:pt x="59817" y="656368"/>
                  </a:lnTo>
                  <a:lnTo>
                    <a:pt x="60103" y="655987"/>
                  </a:lnTo>
                  <a:lnTo>
                    <a:pt x="60198" y="655320"/>
                  </a:lnTo>
                  <a:lnTo>
                    <a:pt x="60579" y="655320"/>
                  </a:lnTo>
                  <a:lnTo>
                    <a:pt x="61055" y="655987"/>
                  </a:lnTo>
                  <a:lnTo>
                    <a:pt x="61913" y="655701"/>
                  </a:lnTo>
                  <a:lnTo>
                    <a:pt x="62770" y="655034"/>
                  </a:lnTo>
                  <a:lnTo>
                    <a:pt x="63341" y="654463"/>
                  </a:lnTo>
                  <a:lnTo>
                    <a:pt x="64199" y="654082"/>
                  </a:lnTo>
                  <a:lnTo>
                    <a:pt x="65151" y="653987"/>
                  </a:lnTo>
                  <a:lnTo>
                    <a:pt x="65913" y="653701"/>
                  </a:lnTo>
                  <a:lnTo>
                    <a:pt x="66199" y="652558"/>
                  </a:lnTo>
                  <a:lnTo>
                    <a:pt x="67056" y="652939"/>
                  </a:lnTo>
                  <a:lnTo>
                    <a:pt x="68199" y="653129"/>
                  </a:lnTo>
                  <a:lnTo>
                    <a:pt x="68866" y="653510"/>
                  </a:lnTo>
                  <a:lnTo>
                    <a:pt x="68485" y="654177"/>
                  </a:lnTo>
                  <a:lnTo>
                    <a:pt x="67628" y="654844"/>
                  </a:lnTo>
                  <a:lnTo>
                    <a:pt x="67342" y="655320"/>
                  </a:lnTo>
                  <a:lnTo>
                    <a:pt x="67151" y="658178"/>
                  </a:lnTo>
                  <a:lnTo>
                    <a:pt x="67246" y="658844"/>
                  </a:lnTo>
                  <a:lnTo>
                    <a:pt x="67628" y="658844"/>
                  </a:lnTo>
                  <a:lnTo>
                    <a:pt x="67628" y="658463"/>
                  </a:lnTo>
                  <a:lnTo>
                    <a:pt x="68009" y="658463"/>
                  </a:lnTo>
                  <a:lnTo>
                    <a:pt x="68580" y="658654"/>
                  </a:lnTo>
                  <a:lnTo>
                    <a:pt x="70104" y="657701"/>
                  </a:lnTo>
                  <a:lnTo>
                    <a:pt x="71152" y="657415"/>
                  </a:lnTo>
                  <a:lnTo>
                    <a:pt x="71533" y="657987"/>
                  </a:lnTo>
                  <a:lnTo>
                    <a:pt x="71723" y="661797"/>
                  </a:lnTo>
                  <a:lnTo>
                    <a:pt x="72009" y="661797"/>
                  </a:lnTo>
                  <a:lnTo>
                    <a:pt x="72771" y="660273"/>
                  </a:lnTo>
                  <a:lnTo>
                    <a:pt x="73628" y="662369"/>
                  </a:lnTo>
                  <a:lnTo>
                    <a:pt x="73819" y="663226"/>
                  </a:lnTo>
                  <a:lnTo>
                    <a:pt x="73819" y="664178"/>
                  </a:lnTo>
                  <a:lnTo>
                    <a:pt x="73628" y="665893"/>
                  </a:lnTo>
                  <a:lnTo>
                    <a:pt x="73819" y="666560"/>
                  </a:lnTo>
                  <a:lnTo>
                    <a:pt x="73724" y="669131"/>
                  </a:lnTo>
                  <a:lnTo>
                    <a:pt x="73819" y="670179"/>
                  </a:lnTo>
                  <a:lnTo>
                    <a:pt x="74104" y="670560"/>
                  </a:lnTo>
                  <a:lnTo>
                    <a:pt x="74771" y="671227"/>
                  </a:lnTo>
                  <a:lnTo>
                    <a:pt x="74962" y="671703"/>
                  </a:lnTo>
                  <a:lnTo>
                    <a:pt x="75057" y="672465"/>
                  </a:lnTo>
                  <a:lnTo>
                    <a:pt x="75343" y="672465"/>
                  </a:lnTo>
                  <a:lnTo>
                    <a:pt x="76010" y="671894"/>
                  </a:lnTo>
                  <a:lnTo>
                    <a:pt x="76200" y="671608"/>
                  </a:lnTo>
                  <a:lnTo>
                    <a:pt x="76295" y="671131"/>
                  </a:lnTo>
                  <a:lnTo>
                    <a:pt x="76581" y="670941"/>
                  </a:lnTo>
                  <a:lnTo>
                    <a:pt x="77248" y="671322"/>
                  </a:lnTo>
                  <a:lnTo>
                    <a:pt x="77534" y="671798"/>
                  </a:lnTo>
                  <a:lnTo>
                    <a:pt x="77915" y="672941"/>
                  </a:lnTo>
                  <a:lnTo>
                    <a:pt x="78200" y="673322"/>
                  </a:lnTo>
                  <a:lnTo>
                    <a:pt x="78962" y="673513"/>
                  </a:lnTo>
                  <a:lnTo>
                    <a:pt x="79724" y="673227"/>
                  </a:lnTo>
                  <a:lnTo>
                    <a:pt x="80486" y="672751"/>
                  </a:lnTo>
                  <a:lnTo>
                    <a:pt x="81344" y="672560"/>
                  </a:lnTo>
                  <a:lnTo>
                    <a:pt x="81534" y="672370"/>
                  </a:lnTo>
                  <a:lnTo>
                    <a:pt x="81915" y="671417"/>
                  </a:lnTo>
                  <a:lnTo>
                    <a:pt x="82296" y="671131"/>
                  </a:lnTo>
                  <a:lnTo>
                    <a:pt x="82963" y="670941"/>
                  </a:lnTo>
                  <a:lnTo>
                    <a:pt x="83153" y="671131"/>
                  </a:lnTo>
                  <a:lnTo>
                    <a:pt x="83249" y="671513"/>
                  </a:lnTo>
                  <a:lnTo>
                    <a:pt x="83534" y="672084"/>
                  </a:lnTo>
                  <a:lnTo>
                    <a:pt x="83915" y="672465"/>
                  </a:lnTo>
                  <a:lnTo>
                    <a:pt x="84773" y="672941"/>
                  </a:lnTo>
                  <a:lnTo>
                    <a:pt x="85154" y="673418"/>
                  </a:lnTo>
                  <a:lnTo>
                    <a:pt x="85344" y="673894"/>
                  </a:lnTo>
                  <a:lnTo>
                    <a:pt x="85344" y="674180"/>
                  </a:lnTo>
                  <a:lnTo>
                    <a:pt x="85249" y="674465"/>
                  </a:lnTo>
                  <a:lnTo>
                    <a:pt x="85154" y="675037"/>
                  </a:lnTo>
                  <a:lnTo>
                    <a:pt x="85535" y="676085"/>
                  </a:lnTo>
                  <a:lnTo>
                    <a:pt x="86392" y="676561"/>
                  </a:lnTo>
                  <a:lnTo>
                    <a:pt x="87249" y="676847"/>
                  </a:lnTo>
                  <a:lnTo>
                    <a:pt x="87630" y="677228"/>
                  </a:lnTo>
                  <a:lnTo>
                    <a:pt x="88392" y="678561"/>
                  </a:lnTo>
                  <a:lnTo>
                    <a:pt x="88678" y="678847"/>
                  </a:lnTo>
                  <a:lnTo>
                    <a:pt x="89345" y="678942"/>
                  </a:lnTo>
                  <a:lnTo>
                    <a:pt x="89821" y="678752"/>
                  </a:lnTo>
                  <a:lnTo>
                    <a:pt x="90869" y="677704"/>
                  </a:lnTo>
                  <a:lnTo>
                    <a:pt x="90869" y="678561"/>
                  </a:lnTo>
                  <a:lnTo>
                    <a:pt x="90583" y="680180"/>
                  </a:lnTo>
                  <a:lnTo>
                    <a:pt x="90488" y="681133"/>
                  </a:lnTo>
                  <a:lnTo>
                    <a:pt x="90107" y="681799"/>
                  </a:lnTo>
                  <a:lnTo>
                    <a:pt x="87916" y="683514"/>
                  </a:lnTo>
                  <a:lnTo>
                    <a:pt x="88583" y="684847"/>
                  </a:lnTo>
                  <a:lnTo>
                    <a:pt x="88868" y="688372"/>
                  </a:lnTo>
                  <a:lnTo>
                    <a:pt x="90107" y="689610"/>
                  </a:lnTo>
                  <a:lnTo>
                    <a:pt x="92012" y="689991"/>
                  </a:lnTo>
                  <a:lnTo>
                    <a:pt x="93059" y="689229"/>
                  </a:lnTo>
                  <a:lnTo>
                    <a:pt x="93536" y="687800"/>
                  </a:lnTo>
                  <a:lnTo>
                    <a:pt x="93631" y="685990"/>
                  </a:lnTo>
                  <a:lnTo>
                    <a:pt x="94012" y="685990"/>
                  </a:lnTo>
                  <a:lnTo>
                    <a:pt x="94393" y="687229"/>
                  </a:lnTo>
                  <a:lnTo>
                    <a:pt x="95250" y="687991"/>
                  </a:lnTo>
                  <a:lnTo>
                    <a:pt x="96298" y="688562"/>
                  </a:lnTo>
                  <a:lnTo>
                    <a:pt x="97346" y="689324"/>
                  </a:lnTo>
                  <a:lnTo>
                    <a:pt x="98108" y="690372"/>
                  </a:lnTo>
                  <a:lnTo>
                    <a:pt x="98489" y="690658"/>
                  </a:lnTo>
                  <a:lnTo>
                    <a:pt x="99346" y="690753"/>
                  </a:lnTo>
                  <a:lnTo>
                    <a:pt x="100013" y="691134"/>
                  </a:lnTo>
                  <a:lnTo>
                    <a:pt x="100679" y="691896"/>
                  </a:lnTo>
                  <a:lnTo>
                    <a:pt x="101060" y="692658"/>
                  </a:lnTo>
                  <a:lnTo>
                    <a:pt x="100870" y="693039"/>
                  </a:lnTo>
                  <a:lnTo>
                    <a:pt x="100298" y="693230"/>
                  </a:lnTo>
                  <a:lnTo>
                    <a:pt x="100489" y="693611"/>
                  </a:lnTo>
                  <a:lnTo>
                    <a:pt x="100965" y="693992"/>
                  </a:lnTo>
                  <a:lnTo>
                    <a:pt x="101441" y="694182"/>
                  </a:lnTo>
                  <a:lnTo>
                    <a:pt x="101918" y="694087"/>
                  </a:lnTo>
                  <a:lnTo>
                    <a:pt x="102394" y="693896"/>
                  </a:lnTo>
                  <a:lnTo>
                    <a:pt x="102775" y="693992"/>
                  </a:lnTo>
                  <a:lnTo>
                    <a:pt x="103156" y="696373"/>
                  </a:lnTo>
                  <a:lnTo>
                    <a:pt x="103537" y="697706"/>
                  </a:lnTo>
                  <a:lnTo>
                    <a:pt x="103632" y="698849"/>
                  </a:lnTo>
                  <a:lnTo>
                    <a:pt x="102965" y="699992"/>
                  </a:lnTo>
                  <a:lnTo>
                    <a:pt x="103346" y="700088"/>
                  </a:lnTo>
                  <a:lnTo>
                    <a:pt x="104489" y="700088"/>
                  </a:lnTo>
                  <a:lnTo>
                    <a:pt x="104775" y="700183"/>
                  </a:lnTo>
                  <a:lnTo>
                    <a:pt x="104870" y="700754"/>
                  </a:lnTo>
                  <a:lnTo>
                    <a:pt x="105346" y="701612"/>
                  </a:lnTo>
                  <a:lnTo>
                    <a:pt x="105442" y="701993"/>
                  </a:lnTo>
                  <a:lnTo>
                    <a:pt x="105633" y="704374"/>
                  </a:lnTo>
                  <a:lnTo>
                    <a:pt x="105537" y="705612"/>
                  </a:lnTo>
                  <a:lnTo>
                    <a:pt x="105061" y="706469"/>
                  </a:lnTo>
                  <a:lnTo>
                    <a:pt x="106585" y="708946"/>
                  </a:lnTo>
                  <a:lnTo>
                    <a:pt x="107252" y="709708"/>
                  </a:lnTo>
                  <a:lnTo>
                    <a:pt x="108014" y="710184"/>
                  </a:lnTo>
                  <a:lnTo>
                    <a:pt x="109538" y="710470"/>
                  </a:lnTo>
                  <a:lnTo>
                    <a:pt x="109823" y="710660"/>
                  </a:lnTo>
                  <a:lnTo>
                    <a:pt x="110109" y="711041"/>
                  </a:lnTo>
                  <a:lnTo>
                    <a:pt x="110776" y="711422"/>
                  </a:lnTo>
                  <a:lnTo>
                    <a:pt x="111538" y="711803"/>
                  </a:lnTo>
                  <a:lnTo>
                    <a:pt x="112109" y="711994"/>
                  </a:lnTo>
                  <a:lnTo>
                    <a:pt x="113062" y="711708"/>
                  </a:lnTo>
                  <a:lnTo>
                    <a:pt x="113252" y="710946"/>
                  </a:lnTo>
                  <a:lnTo>
                    <a:pt x="113062" y="709041"/>
                  </a:lnTo>
                  <a:lnTo>
                    <a:pt x="113252" y="708184"/>
                  </a:lnTo>
                  <a:lnTo>
                    <a:pt x="113633" y="707136"/>
                  </a:lnTo>
                  <a:lnTo>
                    <a:pt x="114205" y="706374"/>
                  </a:lnTo>
                  <a:lnTo>
                    <a:pt x="114871" y="706469"/>
                  </a:lnTo>
                  <a:lnTo>
                    <a:pt x="115062" y="707231"/>
                  </a:lnTo>
                  <a:lnTo>
                    <a:pt x="114776" y="709517"/>
                  </a:lnTo>
                  <a:lnTo>
                    <a:pt x="114967" y="710374"/>
                  </a:lnTo>
                  <a:lnTo>
                    <a:pt x="116300" y="710851"/>
                  </a:lnTo>
                  <a:lnTo>
                    <a:pt x="117348" y="709803"/>
                  </a:lnTo>
                  <a:lnTo>
                    <a:pt x="118872" y="706946"/>
                  </a:lnTo>
                  <a:lnTo>
                    <a:pt x="119253" y="706946"/>
                  </a:lnTo>
                  <a:lnTo>
                    <a:pt x="118967" y="708755"/>
                  </a:lnTo>
                  <a:lnTo>
                    <a:pt x="118301" y="710660"/>
                  </a:lnTo>
                  <a:lnTo>
                    <a:pt x="117348" y="712184"/>
                  </a:lnTo>
                  <a:lnTo>
                    <a:pt x="116205" y="712756"/>
                  </a:lnTo>
                  <a:lnTo>
                    <a:pt x="115919" y="713899"/>
                  </a:lnTo>
                  <a:lnTo>
                    <a:pt x="116872" y="716375"/>
                  </a:lnTo>
                  <a:lnTo>
                    <a:pt x="118205" y="718566"/>
                  </a:lnTo>
                  <a:lnTo>
                    <a:pt x="119253" y="718852"/>
                  </a:lnTo>
                  <a:lnTo>
                    <a:pt x="119634" y="718852"/>
                  </a:lnTo>
                  <a:lnTo>
                    <a:pt x="119825" y="719614"/>
                  </a:lnTo>
                  <a:lnTo>
                    <a:pt x="120206" y="719614"/>
                  </a:lnTo>
                  <a:lnTo>
                    <a:pt x="121063" y="718852"/>
                  </a:lnTo>
                  <a:lnTo>
                    <a:pt x="122873" y="717804"/>
                  </a:lnTo>
                  <a:lnTo>
                    <a:pt x="122873" y="719709"/>
                  </a:lnTo>
                  <a:lnTo>
                    <a:pt x="123158" y="720376"/>
                  </a:lnTo>
                  <a:lnTo>
                    <a:pt x="123920" y="720757"/>
                  </a:lnTo>
                  <a:lnTo>
                    <a:pt x="124587" y="720471"/>
                  </a:lnTo>
                  <a:lnTo>
                    <a:pt x="125540" y="719899"/>
                  </a:lnTo>
                  <a:lnTo>
                    <a:pt x="126397" y="719614"/>
                  </a:lnTo>
                  <a:lnTo>
                    <a:pt x="126778" y="720185"/>
                  </a:lnTo>
                  <a:lnTo>
                    <a:pt x="125254" y="722186"/>
                  </a:lnTo>
                  <a:lnTo>
                    <a:pt x="125063" y="722567"/>
                  </a:lnTo>
                  <a:lnTo>
                    <a:pt x="124492" y="722947"/>
                  </a:lnTo>
                  <a:lnTo>
                    <a:pt x="123920" y="723805"/>
                  </a:lnTo>
                  <a:lnTo>
                    <a:pt x="123063" y="725519"/>
                  </a:lnTo>
                  <a:lnTo>
                    <a:pt x="123444" y="726186"/>
                  </a:lnTo>
                  <a:lnTo>
                    <a:pt x="123254" y="727329"/>
                  </a:lnTo>
                  <a:lnTo>
                    <a:pt x="123158" y="728377"/>
                  </a:lnTo>
                  <a:lnTo>
                    <a:pt x="123920" y="728853"/>
                  </a:lnTo>
                  <a:lnTo>
                    <a:pt x="124492" y="729044"/>
                  </a:lnTo>
                  <a:lnTo>
                    <a:pt x="124778" y="729520"/>
                  </a:lnTo>
                  <a:lnTo>
                    <a:pt x="124873" y="729996"/>
                  </a:lnTo>
                  <a:lnTo>
                    <a:pt x="124683" y="730187"/>
                  </a:lnTo>
                  <a:lnTo>
                    <a:pt x="123920" y="730187"/>
                  </a:lnTo>
                  <a:lnTo>
                    <a:pt x="123635" y="730282"/>
                  </a:lnTo>
                  <a:lnTo>
                    <a:pt x="123444" y="731234"/>
                  </a:lnTo>
                  <a:lnTo>
                    <a:pt x="123444" y="733330"/>
                  </a:lnTo>
                  <a:lnTo>
                    <a:pt x="124778" y="734568"/>
                  </a:lnTo>
                  <a:lnTo>
                    <a:pt x="129350" y="736282"/>
                  </a:lnTo>
                  <a:lnTo>
                    <a:pt x="129635" y="736473"/>
                  </a:lnTo>
                  <a:lnTo>
                    <a:pt x="130016" y="736949"/>
                  </a:lnTo>
                  <a:lnTo>
                    <a:pt x="130397" y="738283"/>
                  </a:lnTo>
                  <a:lnTo>
                    <a:pt x="130778" y="738949"/>
                  </a:lnTo>
                  <a:lnTo>
                    <a:pt x="131254" y="738949"/>
                  </a:lnTo>
                  <a:lnTo>
                    <a:pt x="132207" y="738569"/>
                  </a:lnTo>
                  <a:lnTo>
                    <a:pt x="133064" y="739330"/>
                  </a:lnTo>
                  <a:lnTo>
                    <a:pt x="134303" y="741331"/>
                  </a:lnTo>
                  <a:lnTo>
                    <a:pt x="135636" y="742379"/>
                  </a:lnTo>
                  <a:lnTo>
                    <a:pt x="136208" y="743045"/>
                  </a:lnTo>
                  <a:lnTo>
                    <a:pt x="136493" y="743998"/>
                  </a:lnTo>
                  <a:lnTo>
                    <a:pt x="136684" y="744474"/>
                  </a:lnTo>
                  <a:lnTo>
                    <a:pt x="137160" y="744569"/>
                  </a:lnTo>
                  <a:lnTo>
                    <a:pt x="137636" y="744569"/>
                  </a:lnTo>
                  <a:lnTo>
                    <a:pt x="137827" y="744760"/>
                  </a:lnTo>
                  <a:lnTo>
                    <a:pt x="137922" y="745331"/>
                  </a:lnTo>
                  <a:lnTo>
                    <a:pt x="138398" y="746188"/>
                  </a:lnTo>
                  <a:lnTo>
                    <a:pt x="138494" y="746760"/>
                  </a:lnTo>
                  <a:lnTo>
                    <a:pt x="138398" y="747046"/>
                  </a:lnTo>
                  <a:lnTo>
                    <a:pt x="137922" y="747713"/>
                  </a:lnTo>
                  <a:lnTo>
                    <a:pt x="137827" y="748094"/>
                  </a:lnTo>
                  <a:lnTo>
                    <a:pt x="138017" y="748379"/>
                  </a:lnTo>
                  <a:lnTo>
                    <a:pt x="138398" y="748284"/>
                  </a:lnTo>
                  <a:lnTo>
                    <a:pt x="139065" y="747903"/>
                  </a:lnTo>
                  <a:lnTo>
                    <a:pt x="139446" y="748094"/>
                  </a:lnTo>
                  <a:lnTo>
                    <a:pt x="139637" y="748665"/>
                  </a:lnTo>
                  <a:lnTo>
                    <a:pt x="139732" y="749237"/>
                  </a:lnTo>
                  <a:lnTo>
                    <a:pt x="139922" y="749713"/>
                  </a:lnTo>
                  <a:lnTo>
                    <a:pt x="141446" y="751427"/>
                  </a:lnTo>
                  <a:lnTo>
                    <a:pt x="143161" y="752951"/>
                  </a:lnTo>
                  <a:lnTo>
                    <a:pt x="143637" y="751808"/>
                  </a:lnTo>
                  <a:lnTo>
                    <a:pt x="144018" y="751332"/>
                  </a:lnTo>
                  <a:lnTo>
                    <a:pt x="144685" y="751142"/>
                  </a:lnTo>
                  <a:lnTo>
                    <a:pt x="145256" y="751522"/>
                  </a:lnTo>
                  <a:lnTo>
                    <a:pt x="145161" y="752380"/>
                  </a:lnTo>
                  <a:lnTo>
                    <a:pt x="144494" y="754094"/>
                  </a:lnTo>
                  <a:lnTo>
                    <a:pt x="145447" y="754380"/>
                  </a:lnTo>
                  <a:lnTo>
                    <a:pt x="146114" y="755237"/>
                  </a:lnTo>
                  <a:lnTo>
                    <a:pt x="146495" y="756380"/>
                  </a:lnTo>
                  <a:lnTo>
                    <a:pt x="146971" y="755618"/>
                  </a:lnTo>
                  <a:lnTo>
                    <a:pt x="147447" y="754475"/>
                  </a:lnTo>
                  <a:lnTo>
                    <a:pt x="147638" y="753142"/>
                  </a:lnTo>
                  <a:lnTo>
                    <a:pt x="147638" y="752665"/>
                  </a:lnTo>
                  <a:lnTo>
                    <a:pt x="147447" y="751713"/>
                  </a:lnTo>
                  <a:lnTo>
                    <a:pt x="147447" y="751237"/>
                  </a:lnTo>
                  <a:lnTo>
                    <a:pt x="147828" y="750665"/>
                  </a:lnTo>
                  <a:lnTo>
                    <a:pt x="148304" y="750284"/>
                  </a:lnTo>
                  <a:lnTo>
                    <a:pt x="148590" y="749808"/>
                  </a:lnTo>
                  <a:lnTo>
                    <a:pt x="148495" y="749046"/>
                  </a:lnTo>
                  <a:lnTo>
                    <a:pt x="148114" y="747808"/>
                  </a:lnTo>
                  <a:lnTo>
                    <a:pt x="148019" y="746951"/>
                  </a:lnTo>
                  <a:lnTo>
                    <a:pt x="148400" y="744855"/>
                  </a:lnTo>
                  <a:lnTo>
                    <a:pt x="148495" y="743617"/>
                  </a:lnTo>
                  <a:lnTo>
                    <a:pt x="148685" y="743045"/>
                  </a:lnTo>
                  <a:lnTo>
                    <a:pt x="149066" y="742569"/>
                  </a:lnTo>
                  <a:lnTo>
                    <a:pt x="149828" y="742283"/>
                  </a:lnTo>
                  <a:lnTo>
                    <a:pt x="150304" y="742569"/>
                  </a:lnTo>
                  <a:lnTo>
                    <a:pt x="150400" y="742760"/>
                  </a:lnTo>
                  <a:lnTo>
                    <a:pt x="150686" y="743045"/>
                  </a:lnTo>
                  <a:lnTo>
                    <a:pt x="151162" y="743331"/>
                  </a:lnTo>
                  <a:lnTo>
                    <a:pt x="151924" y="743331"/>
                  </a:lnTo>
                  <a:lnTo>
                    <a:pt x="151924" y="743236"/>
                  </a:lnTo>
                  <a:lnTo>
                    <a:pt x="152686" y="742760"/>
                  </a:lnTo>
                  <a:lnTo>
                    <a:pt x="153162" y="742760"/>
                  </a:lnTo>
                  <a:lnTo>
                    <a:pt x="153734" y="742855"/>
                  </a:lnTo>
                  <a:lnTo>
                    <a:pt x="154305" y="743045"/>
                  </a:lnTo>
                  <a:lnTo>
                    <a:pt x="154686" y="743426"/>
                  </a:lnTo>
                  <a:lnTo>
                    <a:pt x="156686" y="749332"/>
                  </a:lnTo>
                  <a:lnTo>
                    <a:pt x="157258" y="750284"/>
                  </a:lnTo>
                  <a:lnTo>
                    <a:pt x="158306" y="751142"/>
                  </a:lnTo>
                  <a:lnTo>
                    <a:pt x="159829" y="751904"/>
                  </a:lnTo>
                  <a:lnTo>
                    <a:pt x="160306" y="752189"/>
                  </a:lnTo>
                  <a:lnTo>
                    <a:pt x="161449" y="752570"/>
                  </a:lnTo>
                  <a:lnTo>
                    <a:pt x="162306" y="752665"/>
                  </a:lnTo>
                  <a:lnTo>
                    <a:pt x="163640" y="752475"/>
                  </a:lnTo>
                  <a:lnTo>
                    <a:pt x="164402" y="752665"/>
                  </a:lnTo>
                  <a:lnTo>
                    <a:pt x="166116" y="753904"/>
                  </a:lnTo>
                  <a:lnTo>
                    <a:pt x="167069" y="754380"/>
                  </a:lnTo>
                  <a:lnTo>
                    <a:pt x="170307" y="755332"/>
                  </a:lnTo>
                  <a:lnTo>
                    <a:pt x="172117" y="756095"/>
                  </a:lnTo>
                  <a:lnTo>
                    <a:pt x="173069" y="756285"/>
                  </a:lnTo>
                  <a:lnTo>
                    <a:pt x="174022" y="756190"/>
                  </a:lnTo>
                  <a:lnTo>
                    <a:pt x="177451" y="753809"/>
                  </a:lnTo>
                  <a:lnTo>
                    <a:pt x="178308" y="753809"/>
                  </a:lnTo>
                  <a:lnTo>
                    <a:pt x="178403" y="754094"/>
                  </a:lnTo>
                  <a:lnTo>
                    <a:pt x="178403" y="755237"/>
                  </a:lnTo>
                  <a:lnTo>
                    <a:pt x="178499" y="755713"/>
                  </a:lnTo>
                  <a:lnTo>
                    <a:pt x="178975" y="755999"/>
                  </a:lnTo>
                  <a:lnTo>
                    <a:pt x="179451" y="756095"/>
                  </a:lnTo>
                  <a:lnTo>
                    <a:pt x="180023" y="756095"/>
                  </a:lnTo>
                  <a:lnTo>
                    <a:pt x="180594" y="756190"/>
                  </a:lnTo>
                  <a:lnTo>
                    <a:pt x="181833" y="756856"/>
                  </a:lnTo>
                  <a:lnTo>
                    <a:pt x="182309" y="757904"/>
                  </a:lnTo>
                  <a:lnTo>
                    <a:pt x="182499" y="760381"/>
                  </a:lnTo>
                  <a:lnTo>
                    <a:pt x="182594" y="760952"/>
                  </a:lnTo>
                  <a:lnTo>
                    <a:pt x="182785" y="761524"/>
                  </a:lnTo>
                  <a:lnTo>
                    <a:pt x="183452" y="762572"/>
                  </a:lnTo>
                  <a:lnTo>
                    <a:pt x="183547" y="763048"/>
                  </a:lnTo>
                  <a:lnTo>
                    <a:pt x="183452" y="763524"/>
                  </a:lnTo>
                  <a:lnTo>
                    <a:pt x="183261" y="764000"/>
                  </a:lnTo>
                  <a:lnTo>
                    <a:pt x="183261" y="764096"/>
                  </a:lnTo>
                  <a:lnTo>
                    <a:pt x="183166" y="764572"/>
                  </a:lnTo>
                  <a:lnTo>
                    <a:pt x="183166" y="766096"/>
                  </a:lnTo>
                  <a:lnTo>
                    <a:pt x="183261" y="766572"/>
                  </a:lnTo>
                  <a:lnTo>
                    <a:pt x="183737" y="767334"/>
                  </a:lnTo>
                  <a:lnTo>
                    <a:pt x="183928" y="767334"/>
                  </a:lnTo>
                  <a:lnTo>
                    <a:pt x="184214" y="766953"/>
                  </a:lnTo>
                  <a:lnTo>
                    <a:pt x="184880" y="766763"/>
                  </a:lnTo>
                  <a:lnTo>
                    <a:pt x="185547" y="766858"/>
                  </a:lnTo>
                  <a:lnTo>
                    <a:pt x="187738" y="767429"/>
                  </a:lnTo>
                  <a:lnTo>
                    <a:pt x="188690" y="767144"/>
                  </a:lnTo>
                  <a:lnTo>
                    <a:pt x="190024" y="765620"/>
                  </a:lnTo>
                  <a:lnTo>
                    <a:pt x="191071" y="765429"/>
                  </a:lnTo>
                  <a:lnTo>
                    <a:pt x="192786" y="766763"/>
                  </a:lnTo>
                  <a:lnTo>
                    <a:pt x="193643" y="767048"/>
                  </a:lnTo>
                  <a:lnTo>
                    <a:pt x="196025" y="766572"/>
                  </a:lnTo>
                  <a:lnTo>
                    <a:pt x="196691" y="766763"/>
                  </a:lnTo>
                  <a:lnTo>
                    <a:pt x="197072" y="767429"/>
                  </a:lnTo>
                  <a:lnTo>
                    <a:pt x="197263" y="768477"/>
                  </a:lnTo>
                  <a:lnTo>
                    <a:pt x="197168" y="769715"/>
                  </a:lnTo>
                  <a:lnTo>
                    <a:pt x="196691" y="770192"/>
                  </a:lnTo>
                  <a:lnTo>
                    <a:pt x="196025" y="770477"/>
                  </a:lnTo>
                  <a:lnTo>
                    <a:pt x="195358" y="771335"/>
                  </a:lnTo>
                  <a:lnTo>
                    <a:pt x="195358" y="772573"/>
                  </a:lnTo>
                  <a:lnTo>
                    <a:pt x="196215" y="773335"/>
                  </a:lnTo>
                  <a:lnTo>
                    <a:pt x="197168" y="774097"/>
                  </a:lnTo>
                  <a:lnTo>
                    <a:pt x="197549" y="775145"/>
                  </a:lnTo>
                  <a:lnTo>
                    <a:pt x="197263" y="777240"/>
                  </a:lnTo>
                  <a:lnTo>
                    <a:pt x="197168" y="780288"/>
                  </a:lnTo>
                  <a:lnTo>
                    <a:pt x="196787" y="782003"/>
                  </a:lnTo>
                  <a:lnTo>
                    <a:pt x="196691" y="782955"/>
                  </a:lnTo>
                  <a:lnTo>
                    <a:pt x="196310" y="783907"/>
                  </a:lnTo>
                  <a:lnTo>
                    <a:pt x="195358" y="784288"/>
                  </a:lnTo>
                  <a:lnTo>
                    <a:pt x="194215" y="784479"/>
                  </a:lnTo>
                  <a:lnTo>
                    <a:pt x="193358" y="785051"/>
                  </a:lnTo>
                  <a:lnTo>
                    <a:pt x="191167" y="789432"/>
                  </a:lnTo>
                  <a:lnTo>
                    <a:pt x="190786" y="790004"/>
                  </a:lnTo>
                  <a:lnTo>
                    <a:pt x="190691" y="790575"/>
                  </a:lnTo>
                  <a:lnTo>
                    <a:pt x="190786" y="791147"/>
                  </a:lnTo>
                  <a:lnTo>
                    <a:pt x="191071" y="791528"/>
                  </a:lnTo>
                  <a:lnTo>
                    <a:pt x="191453" y="792194"/>
                  </a:lnTo>
                  <a:lnTo>
                    <a:pt x="192024" y="793432"/>
                  </a:lnTo>
                  <a:lnTo>
                    <a:pt x="192405" y="793813"/>
                  </a:lnTo>
                  <a:lnTo>
                    <a:pt x="192881" y="794004"/>
                  </a:lnTo>
                  <a:lnTo>
                    <a:pt x="193834" y="794004"/>
                  </a:lnTo>
                  <a:lnTo>
                    <a:pt x="194405" y="794099"/>
                  </a:lnTo>
                  <a:lnTo>
                    <a:pt x="195548" y="794861"/>
                  </a:lnTo>
                  <a:lnTo>
                    <a:pt x="196501" y="796004"/>
                  </a:lnTo>
                  <a:lnTo>
                    <a:pt x="197263" y="797338"/>
                  </a:lnTo>
                  <a:lnTo>
                    <a:pt x="197834" y="798671"/>
                  </a:lnTo>
                  <a:lnTo>
                    <a:pt x="198692" y="799052"/>
                  </a:lnTo>
                  <a:lnTo>
                    <a:pt x="200120" y="798576"/>
                  </a:lnTo>
                  <a:lnTo>
                    <a:pt x="202597" y="797052"/>
                  </a:lnTo>
                  <a:lnTo>
                    <a:pt x="203454" y="796290"/>
                  </a:lnTo>
                  <a:lnTo>
                    <a:pt x="204121" y="795338"/>
                  </a:lnTo>
                  <a:lnTo>
                    <a:pt x="204597" y="794290"/>
                  </a:lnTo>
                  <a:lnTo>
                    <a:pt x="204788" y="793147"/>
                  </a:lnTo>
                  <a:lnTo>
                    <a:pt x="205454" y="790765"/>
                  </a:lnTo>
                  <a:lnTo>
                    <a:pt x="207074" y="789908"/>
                  </a:lnTo>
                  <a:lnTo>
                    <a:pt x="209169" y="789527"/>
                  </a:lnTo>
                  <a:lnTo>
                    <a:pt x="211169" y="788575"/>
                  </a:lnTo>
                  <a:lnTo>
                    <a:pt x="212979" y="787337"/>
                  </a:lnTo>
                  <a:lnTo>
                    <a:pt x="218599" y="785146"/>
                  </a:lnTo>
                  <a:lnTo>
                    <a:pt x="220409" y="784479"/>
                  </a:lnTo>
                  <a:lnTo>
                    <a:pt x="221647" y="784193"/>
                  </a:lnTo>
                  <a:lnTo>
                    <a:pt x="222790" y="784479"/>
                  </a:lnTo>
                  <a:lnTo>
                    <a:pt x="223647" y="785622"/>
                  </a:lnTo>
                  <a:lnTo>
                    <a:pt x="223933" y="786194"/>
                  </a:lnTo>
                  <a:lnTo>
                    <a:pt x="224219" y="786574"/>
                  </a:lnTo>
                  <a:lnTo>
                    <a:pt x="224600" y="786860"/>
                  </a:lnTo>
                  <a:lnTo>
                    <a:pt x="225171" y="786955"/>
                  </a:lnTo>
                  <a:lnTo>
                    <a:pt x="225647" y="787146"/>
                  </a:lnTo>
                  <a:lnTo>
                    <a:pt x="225647" y="787622"/>
                  </a:lnTo>
                  <a:lnTo>
                    <a:pt x="225457" y="788098"/>
                  </a:lnTo>
                  <a:lnTo>
                    <a:pt x="225457" y="788575"/>
                  </a:lnTo>
                  <a:lnTo>
                    <a:pt x="226504" y="790956"/>
                  </a:lnTo>
                  <a:lnTo>
                    <a:pt x="227362" y="791813"/>
                  </a:lnTo>
                  <a:lnTo>
                    <a:pt x="228505" y="792004"/>
                  </a:lnTo>
                  <a:lnTo>
                    <a:pt x="228981" y="791718"/>
                  </a:lnTo>
                  <a:lnTo>
                    <a:pt x="228981" y="791718"/>
                  </a:lnTo>
                  <a:lnTo>
                    <a:pt x="229838" y="790861"/>
                  </a:lnTo>
                  <a:lnTo>
                    <a:pt x="230505" y="790670"/>
                  </a:lnTo>
                  <a:lnTo>
                    <a:pt x="231172" y="790861"/>
                  </a:lnTo>
                  <a:lnTo>
                    <a:pt x="231553" y="791432"/>
                  </a:lnTo>
                  <a:lnTo>
                    <a:pt x="231934" y="792099"/>
                  </a:lnTo>
                  <a:lnTo>
                    <a:pt x="232410" y="792671"/>
                  </a:lnTo>
                  <a:lnTo>
                    <a:pt x="233553" y="793242"/>
                  </a:lnTo>
                  <a:lnTo>
                    <a:pt x="234410" y="793147"/>
                  </a:lnTo>
                  <a:lnTo>
                    <a:pt x="235077" y="792480"/>
                  </a:lnTo>
                  <a:lnTo>
                    <a:pt x="235458" y="791337"/>
                  </a:lnTo>
                  <a:lnTo>
                    <a:pt x="235744" y="791051"/>
                  </a:lnTo>
                  <a:lnTo>
                    <a:pt x="237268" y="790099"/>
                  </a:lnTo>
                  <a:lnTo>
                    <a:pt x="237554" y="789622"/>
                  </a:lnTo>
                  <a:lnTo>
                    <a:pt x="237744" y="789146"/>
                  </a:lnTo>
                  <a:lnTo>
                    <a:pt x="238030" y="788670"/>
                  </a:lnTo>
                  <a:lnTo>
                    <a:pt x="238601" y="788289"/>
                  </a:lnTo>
                  <a:lnTo>
                    <a:pt x="240316" y="786765"/>
                  </a:lnTo>
                  <a:lnTo>
                    <a:pt x="240697" y="784765"/>
                  </a:lnTo>
                  <a:lnTo>
                    <a:pt x="240697" y="782479"/>
                  </a:lnTo>
                  <a:lnTo>
                    <a:pt x="241459" y="780288"/>
                  </a:lnTo>
                  <a:lnTo>
                    <a:pt x="242792" y="778669"/>
                  </a:lnTo>
                  <a:lnTo>
                    <a:pt x="246698" y="775716"/>
                  </a:lnTo>
                  <a:lnTo>
                    <a:pt x="248126" y="774287"/>
                  </a:lnTo>
                  <a:lnTo>
                    <a:pt x="248698" y="772573"/>
                  </a:lnTo>
                  <a:lnTo>
                    <a:pt x="248412" y="768477"/>
                  </a:lnTo>
                  <a:lnTo>
                    <a:pt x="248793" y="765715"/>
                  </a:lnTo>
                  <a:lnTo>
                    <a:pt x="248793" y="765715"/>
                  </a:lnTo>
                  <a:lnTo>
                    <a:pt x="248793" y="765715"/>
                  </a:lnTo>
                  <a:lnTo>
                    <a:pt x="246031" y="763714"/>
                  </a:lnTo>
                  <a:lnTo>
                    <a:pt x="240125" y="758095"/>
                  </a:lnTo>
                  <a:lnTo>
                    <a:pt x="234887" y="754761"/>
                  </a:lnTo>
                  <a:lnTo>
                    <a:pt x="232982" y="752856"/>
                  </a:lnTo>
                  <a:lnTo>
                    <a:pt x="230410" y="748951"/>
                  </a:lnTo>
                  <a:lnTo>
                    <a:pt x="227457" y="744474"/>
                  </a:lnTo>
                  <a:lnTo>
                    <a:pt x="222123" y="735330"/>
                  </a:lnTo>
                  <a:lnTo>
                    <a:pt x="221647" y="734854"/>
                  </a:lnTo>
                  <a:lnTo>
                    <a:pt x="219837" y="733806"/>
                  </a:lnTo>
                  <a:lnTo>
                    <a:pt x="218408" y="733235"/>
                  </a:lnTo>
                  <a:lnTo>
                    <a:pt x="218027" y="732949"/>
                  </a:lnTo>
                  <a:lnTo>
                    <a:pt x="217170" y="732663"/>
                  </a:lnTo>
                  <a:lnTo>
                    <a:pt x="216122" y="732472"/>
                  </a:lnTo>
                  <a:lnTo>
                    <a:pt x="215360" y="732377"/>
                  </a:lnTo>
                  <a:lnTo>
                    <a:pt x="214408" y="732187"/>
                  </a:lnTo>
                  <a:lnTo>
                    <a:pt x="212598" y="731615"/>
                  </a:lnTo>
                  <a:lnTo>
                    <a:pt x="210598" y="730377"/>
                  </a:lnTo>
                  <a:lnTo>
                    <a:pt x="209264" y="729329"/>
                  </a:lnTo>
                  <a:lnTo>
                    <a:pt x="207740" y="729044"/>
                  </a:lnTo>
                  <a:lnTo>
                    <a:pt x="206216" y="729520"/>
                  </a:lnTo>
                  <a:lnTo>
                    <a:pt x="209645" y="730948"/>
                  </a:lnTo>
                  <a:lnTo>
                    <a:pt x="210408" y="732092"/>
                  </a:lnTo>
                  <a:lnTo>
                    <a:pt x="210788" y="733139"/>
                  </a:lnTo>
                  <a:lnTo>
                    <a:pt x="209074" y="733044"/>
                  </a:lnTo>
                  <a:lnTo>
                    <a:pt x="208979" y="733139"/>
                  </a:lnTo>
                  <a:lnTo>
                    <a:pt x="208598" y="732949"/>
                  </a:lnTo>
                  <a:lnTo>
                    <a:pt x="207645" y="732758"/>
                  </a:lnTo>
                  <a:lnTo>
                    <a:pt x="206883" y="732187"/>
                  </a:lnTo>
                  <a:lnTo>
                    <a:pt x="205169" y="731901"/>
                  </a:lnTo>
                  <a:lnTo>
                    <a:pt x="204502" y="733044"/>
                  </a:lnTo>
                  <a:lnTo>
                    <a:pt x="202406" y="733997"/>
                  </a:lnTo>
                  <a:lnTo>
                    <a:pt x="195929" y="734187"/>
                  </a:lnTo>
                  <a:lnTo>
                    <a:pt x="193739" y="734282"/>
                  </a:lnTo>
                  <a:lnTo>
                    <a:pt x="192215" y="734282"/>
                  </a:lnTo>
                  <a:lnTo>
                    <a:pt x="189643" y="733044"/>
                  </a:lnTo>
                  <a:lnTo>
                    <a:pt x="186881" y="731044"/>
                  </a:lnTo>
                  <a:lnTo>
                    <a:pt x="185261" y="729615"/>
                  </a:lnTo>
                  <a:lnTo>
                    <a:pt x="184404" y="728853"/>
                  </a:lnTo>
                  <a:lnTo>
                    <a:pt x="183166" y="729424"/>
                  </a:lnTo>
                  <a:lnTo>
                    <a:pt x="182309" y="729139"/>
                  </a:lnTo>
                  <a:lnTo>
                    <a:pt x="180880" y="728663"/>
                  </a:lnTo>
                  <a:lnTo>
                    <a:pt x="179832" y="727805"/>
                  </a:lnTo>
                  <a:lnTo>
                    <a:pt x="171736" y="716756"/>
                  </a:lnTo>
                  <a:lnTo>
                    <a:pt x="170402" y="715042"/>
                  </a:lnTo>
                  <a:lnTo>
                    <a:pt x="170402" y="715899"/>
                  </a:lnTo>
                  <a:lnTo>
                    <a:pt x="170593" y="717328"/>
                  </a:lnTo>
                  <a:lnTo>
                    <a:pt x="170212" y="717995"/>
                  </a:lnTo>
                  <a:lnTo>
                    <a:pt x="168878" y="719233"/>
                  </a:lnTo>
                  <a:lnTo>
                    <a:pt x="167640" y="719614"/>
                  </a:lnTo>
                  <a:lnTo>
                    <a:pt x="167069" y="719709"/>
                  </a:lnTo>
                  <a:lnTo>
                    <a:pt x="165735" y="719614"/>
                  </a:lnTo>
                  <a:lnTo>
                    <a:pt x="165259" y="719423"/>
                  </a:lnTo>
                  <a:lnTo>
                    <a:pt x="164783" y="719042"/>
                  </a:lnTo>
                  <a:lnTo>
                    <a:pt x="164211" y="718471"/>
                  </a:lnTo>
                  <a:lnTo>
                    <a:pt x="163449" y="718566"/>
                  </a:lnTo>
                  <a:lnTo>
                    <a:pt x="162687" y="718280"/>
                  </a:lnTo>
                  <a:lnTo>
                    <a:pt x="162020" y="717709"/>
                  </a:lnTo>
                  <a:lnTo>
                    <a:pt x="161258" y="716280"/>
                  </a:lnTo>
                  <a:lnTo>
                    <a:pt x="160782" y="715994"/>
                  </a:lnTo>
                  <a:lnTo>
                    <a:pt x="160401" y="715613"/>
                  </a:lnTo>
                  <a:lnTo>
                    <a:pt x="160211" y="715042"/>
                  </a:lnTo>
                  <a:lnTo>
                    <a:pt x="160401" y="714756"/>
                  </a:lnTo>
                  <a:lnTo>
                    <a:pt x="160782" y="714470"/>
                  </a:lnTo>
                  <a:lnTo>
                    <a:pt x="161258" y="714280"/>
                  </a:lnTo>
                  <a:lnTo>
                    <a:pt x="162116" y="713804"/>
                  </a:lnTo>
                  <a:lnTo>
                    <a:pt x="161639" y="713327"/>
                  </a:lnTo>
                  <a:lnTo>
                    <a:pt x="161163" y="713042"/>
                  </a:lnTo>
                  <a:lnTo>
                    <a:pt x="160401" y="713042"/>
                  </a:lnTo>
                  <a:lnTo>
                    <a:pt x="159925" y="712661"/>
                  </a:lnTo>
                  <a:lnTo>
                    <a:pt x="159734" y="712184"/>
                  </a:lnTo>
                  <a:lnTo>
                    <a:pt x="159639" y="711518"/>
                  </a:lnTo>
                  <a:lnTo>
                    <a:pt x="159639" y="710374"/>
                  </a:lnTo>
                  <a:lnTo>
                    <a:pt x="159639" y="710279"/>
                  </a:lnTo>
                  <a:lnTo>
                    <a:pt x="159163" y="709136"/>
                  </a:lnTo>
                  <a:lnTo>
                    <a:pt x="158115" y="708755"/>
                  </a:lnTo>
                  <a:lnTo>
                    <a:pt x="156782" y="708755"/>
                  </a:lnTo>
                  <a:lnTo>
                    <a:pt x="155639" y="708565"/>
                  </a:lnTo>
                  <a:lnTo>
                    <a:pt x="154400" y="707517"/>
                  </a:lnTo>
                  <a:lnTo>
                    <a:pt x="153448" y="705898"/>
                  </a:lnTo>
                  <a:lnTo>
                    <a:pt x="151733" y="701612"/>
                  </a:lnTo>
                  <a:lnTo>
                    <a:pt x="151638" y="701326"/>
                  </a:lnTo>
                  <a:lnTo>
                    <a:pt x="151352" y="700945"/>
                  </a:lnTo>
                  <a:lnTo>
                    <a:pt x="150209" y="699992"/>
                  </a:lnTo>
                  <a:lnTo>
                    <a:pt x="150019" y="699802"/>
                  </a:lnTo>
                  <a:lnTo>
                    <a:pt x="149447" y="699421"/>
                  </a:lnTo>
                  <a:lnTo>
                    <a:pt x="149162" y="698563"/>
                  </a:lnTo>
                  <a:lnTo>
                    <a:pt x="148781" y="696659"/>
                  </a:lnTo>
                  <a:lnTo>
                    <a:pt x="147828" y="694182"/>
                  </a:lnTo>
                  <a:lnTo>
                    <a:pt x="147257" y="689705"/>
                  </a:lnTo>
                  <a:lnTo>
                    <a:pt x="147352" y="688657"/>
                  </a:lnTo>
                  <a:lnTo>
                    <a:pt x="147923" y="687896"/>
                  </a:lnTo>
                  <a:lnTo>
                    <a:pt x="150304" y="685800"/>
                  </a:lnTo>
                  <a:lnTo>
                    <a:pt x="150781" y="685324"/>
                  </a:lnTo>
                  <a:lnTo>
                    <a:pt x="151829" y="685133"/>
                  </a:lnTo>
                  <a:lnTo>
                    <a:pt x="152876" y="684752"/>
                  </a:lnTo>
                  <a:lnTo>
                    <a:pt x="153924" y="684562"/>
                  </a:lnTo>
                  <a:lnTo>
                    <a:pt x="154972" y="684943"/>
                  </a:lnTo>
                  <a:lnTo>
                    <a:pt x="155925" y="686562"/>
                  </a:lnTo>
                  <a:lnTo>
                    <a:pt x="156686" y="689229"/>
                  </a:lnTo>
                  <a:lnTo>
                    <a:pt x="157067" y="691991"/>
                  </a:lnTo>
                  <a:lnTo>
                    <a:pt x="156877" y="693992"/>
                  </a:lnTo>
                  <a:lnTo>
                    <a:pt x="156115" y="694944"/>
                  </a:lnTo>
                  <a:lnTo>
                    <a:pt x="154305" y="696087"/>
                  </a:lnTo>
                  <a:lnTo>
                    <a:pt x="153924" y="697135"/>
                  </a:lnTo>
                  <a:lnTo>
                    <a:pt x="153924" y="697802"/>
                  </a:lnTo>
                  <a:lnTo>
                    <a:pt x="153924" y="698182"/>
                  </a:lnTo>
                  <a:lnTo>
                    <a:pt x="154115" y="698563"/>
                  </a:lnTo>
                  <a:lnTo>
                    <a:pt x="154400" y="698945"/>
                  </a:lnTo>
                  <a:lnTo>
                    <a:pt x="154972" y="699230"/>
                  </a:lnTo>
                  <a:lnTo>
                    <a:pt x="155258" y="698945"/>
                  </a:lnTo>
                  <a:lnTo>
                    <a:pt x="155639" y="698087"/>
                  </a:lnTo>
                  <a:lnTo>
                    <a:pt x="156877" y="696278"/>
                  </a:lnTo>
                  <a:lnTo>
                    <a:pt x="158591" y="696087"/>
                  </a:lnTo>
                  <a:lnTo>
                    <a:pt x="160211" y="696754"/>
                  </a:lnTo>
                  <a:lnTo>
                    <a:pt x="161068" y="698754"/>
                  </a:lnTo>
                  <a:lnTo>
                    <a:pt x="161258" y="702373"/>
                  </a:lnTo>
                  <a:lnTo>
                    <a:pt x="161163" y="706564"/>
                  </a:lnTo>
                  <a:lnTo>
                    <a:pt x="161925" y="707041"/>
                  </a:lnTo>
                  <a:lnTo>
                    <a:pt x="162306" y="709327"/>
                  </a:lnTo>
                  <a:lnTo>
                    <a:pt x="162878" y="711041"/>
                  </a:lnTo>
                  <a:lnTo>
                    <a:pt x="162116" y="712470"/>
                  </a:lnTo>
                  <a:lnTo>
                    <a:pt x="163068" y="712946"/>
                  </a:lnTo>
                  <a:lnTo>
                    <a:pt x="164592" y="712851"/>
                  </a:lnTo>
                  <a:lnTo>
                    <a:pt x="164973" y="713137"/>
                  </a:lnTo>
                  <a:lnTo>
                    <a:pt x="166021" y="713708"/>
                  </a:lnTo>
                  <a:lnTo>
                    <a:pt x="167926" y="715423"/>
                  </a:lnTo>
                  <a:lnTo>
                    <a:pt x="168593" y="716089"/>
                  </a:lnTo>
                  <a:lnTo>
                    <a:pt x="169926" y="716185"/>
                  </a:lnTo>
                  <a:lnTo>
                    <a:pt x="169926" y="715423"/>
                  </a:lnTo>
                  <a:lnTo>
                    <a:pt x="169545" y="714375"/>
                  </a:lnTo>
                  <a:lnTo>
                    <a:pt x="168878" y="713327"/>
                  </a:lnTo>
                  <a:lnTo>
                    <a:pt x="166021" y="708851"/>
                  </a:lnTo>
                  <a:lnTo>
                    <a:pt x="162878" y="701326"/>
                  </a:lnTo>
                  <a:lnTo>
                    <a:pt x="159068" y="682943"/>
                  </a:lnTo>
                  <a:lnTo>
                    <a:pt x="157734" y="676942"/>
                  </a:lnTo>
                  <a:lnTo>
                    <a:pt x="155639" y="667417"/>
                  </a:lnTo>
                  <a:lnTo>
                    <a:pt x="154019" y="656939"/>
                  </a:lnTo>
                  <a:lnTo>
                    <a:pt x="151352" y="649986"/>
                  </a:lnTo>
                  <a:lnTo>
                    <a:pt x="150686" y="648843"/>
                  </a:lnTo>
                  <a:lnTo>
                    <a:pt x="149257" y="647129"/>
                  </a:lnTo>
                  <a:lnTo>
                    <a:pt x="147638" y="645986"/>
                  </a:lnTo>
                  <a:lnTo>
                    <a:pt x="146590" y="646462"/>
                  </a:lnTo>
                  <a:lnTo>
                    <a:pt x="148400" y="647129"/>
                  </a:lnTo>
                  <a:lnTo>
                    <a:pt x="148971" y="648938"/>
                  </a:lnTo>
                  <a:lnTo>
                    <a:pt x="149066" y="651034"/>
                  </a:lnTo>
                  <a:lnTo>
                    <a:pt x="149543" y="652558"/>
                  </a:lnTo>
                  <a:lnTo>
                    <a:pt x="148876" y="652939"/>
                  </a:lnTo>
                  <a:lnTo>
                    <a:pt x="148019" y="653129"/>
                  </a:lnTo>
                  <a:lnTo>
                    <a:pt x="147352" y="652939"/>
                  </a:lnTo>
                  <a:lnTo>
                    <a:pt x="147066" y="652272"/>
                  </a:lnTo>
                  <a:lnTo>
                    <a:pt x="146780" y="652081"/>
                  </a:lnTo>
                  <a:lnTo>
                    <a:pt x="145637" y="651605"/>
                  </a:lnTo>
                  <a:lnTo>
                    <a:pt x="145256" y="651320"/>
                  </a:lnTo>
                  <a:lnTo>
                    <a:pt x="144971" y="650843"/>
                  </a:lnTo>
                  <a:lnTo>
                    <a:pt x="144590" y="649796"/>
                  </a:lnTo>
                  <a:lnTo>
                    <a:pt x="143733" y="648557"/>
                  </a:lnTo>
                  <a:lnTo>
                    <a:pt x="142589" y="646271"/>
                  </a:lnTo>
                  <a:lnTo>
                    <a:pt x="142399" y="645319"/>
                  </a:lnTo>
                  <a:lnTo>
                    <a:pt x="141923" y="644557"/>
                  </a:lnTo>
                  <a:lnTo>
                    <a:pt x="138970" y="642747"/>
                  </a:lnTo>
                  <a:lnTo>
                    <a:pt x="138113" y="641318"/>
                  </a:lnTo>
                  <a:lnTo>
                    <a:pt x="137732" y="639604"/>
                  </a:lnTo>
                  <a:lnTo>
                    <a:pt x="136684" y="629317"/>
                  </a:lnTo>
                  <a:lnTo>
                    <a:pt x="136017" y="627697"/>
                  </a:lnTo>
                  <a:lnTo>
                    <a:pt x="136303" y="626840"/>
                  </a:lnTo>
                  <a:lnTo>
                    <a:pt x="135731" y="622745"/>
                  </a:lnTo>
                  <a:lnTo>
                    <a:pt x="135731" y="621506"/>
                  </a:lnTo>
                  <a:lnTo>
                    <a:pt x="135827" y="621125"/>
                  </a:lnTo>
                  <a:lnTo>
                    <a:pt x="136112" y="620744"/>
                  </a:lnTo>
                  <a:lnTo>
                    <a:pt x="136398" y="620459"/>
                  </a:lnTo>
                  <a:lnTo>
                    <a:pt x="136493" y="620459"/>
                  </a:lnTo>
                  <a:lnTo>
                    <a:pt x="136398" y="619887"/>
                  </a:lnTo>
                  <a:lnTo>
                    <a:pt x="135922" y="619030"/>
                  </a:lnTo>
                  <a:lnTo>
                    <a:pt x="135827" y="618458"/>
                  </a:lnTo>
                  <a:lnTo>
                    <a:pt x="135827" y="615887"/>
                  </a:lnTo>
                  <a:lnTo>
                    <a:pt x="135636" y="615029"/>
                  </a:lnTo>
                  <a:lnTo>
                    <a:pt x="135255" y="614363"/>
                  </a:lnTo>
                  <a:lnTo>
                    <a:pt x="134779" y="613791"/>
                  </a:lnTo>
                  <a:lnTo>
                    <a:pt x="134398" y="613124"/>
                  </a:lnTo>
                  <a:lnTo>
                    <a:pt x="134112" y="612077"/>
                  </a:lnTo>
                  <a:lnTo>
                    <a:pt x="134112" y="608076"/>
                  </a:lnTo>
                  <a:lnTo>
                    <a:pt x="133731" y="608457"/>
                  </a:lnTo>
                  <a:lnTo>
                    <a:pt x="132779" y="606838"/>
                  </a:lnTo>
                  <a:lnTo>
                    <a:pt x="132398" y="605980"/>
                  </a:lnTo>
                  <a:lnTo>
                    <a:pt x="132493" y="605409"/>
                  </a:lnTo>
                  <a:lnTo>
                    <a:pt x="132493" y="604933"/>
                  </a:lnTo>
                  <a:lnTo>
                    <a:pt x="130493" y="604076"/>
                  </a:lnTo>
                  <a:lnTo>
                    <a:pt x="129826" y="603504"/>
                  </a:lnTo>
                  <a:lnTo>
                    <a:pt x="129540" y="603695"/>
                  </a:lnTo>
                  <a:lnTo>
                    <a:pt x="128969" y="603980"/>
                  </a:lnTo>
                  <a:lnTo>
                    <a:pt x="128683" y="604171"/>
                  </a:lnTo>
                  <a:lnTo>
                    <a:pt x="128207" y="603980"/>
                  </a:lnTo>
                  <a:lnTo>
                    <a:pt x="127159" y="603599"/>
                  </a:lnTo>
                  <a:lnTo>
                    <a:pt x="126492" y="603599"/>
                  </a:lnTo>
                  <a:lnTo>
                    <a:pt x="126206" y="604076"/>
                  </a:lnTo>
                  <a:lnTo>
                    <a:pt x="125825" y="603980"/>
                  </a:lnTo>
                  <a:lnTo>
                    <a:pt x="123825" y="603885"/>
                  </a:lnTo>
                  <a:lnTo>
                    <a:pt x="123825" y="603980"/>
                  </a:lnTo>
                  <a:lnTo>
                    <a:pt x="122968" y="604647"/>
                  </a:lnTo>
                  <a:lnTo>
                    <a:pt x="121349" y="605028"/>
                  </a:lnTo>
                  <a:lnTo>
                    <a:pt x="120968" y="605219"/>
                  </a:lnTo>
                  <a:lnTo>
                    <a:pt x="120396" y="605599"/>
                  </a:lnTo>
                  <a:lnTo>
                    <a:pt x="119729" y="605980"/>
                  </a:lnTo>
                  <a:lnTo>
                    <a:pt x="118872" y="606171"/>
                  </a:lnTo>
                  <a:lnTo>
                    <a:pt x="116491" y="605695"/>
                  </a:lnTo>
                  <a:lnTo>
                    <a:pt x="115824" y="605790"/>
                  </a:lnTo>
                  <a:lnTo>
                    <a:pt x="115062" y="606457"/>
                  </a:lnTo>
                  <a:lnTo>
                    <a:pt x="114681" y="607314"/>
                  </a:lnTo>
                  <a:lnTo>
                    <a:pt x="114395" y="608267"/>
                  </a:lnTo>
                  <a:lnTo>
                    <a:pt x="114014" y="609029"/>
                  </a:lnTo>
                  <a:lnTo>
                    <a:pt x="112586" y="610076"/>
                  </a:lnTo>
                  <a:lnTo>
                    <a:pt x="110966" y="610362"/>
                  </a:lnTo>
                  <a:lnTo>
                    <a:pt x="109252" y="610362"/>
                  </a:lnTo>
                  <a:lnTo>
                    <a:pt x="107537" y="610553"/>
                  </a:lnTo>
                  <a:lnTo>
                    <a:pt x="106109" y="609124"/>
                  </a:lnTo>
                  <a:lnTo>
                    <a:pt x="103537" y="608933"/>
                  </a:lnTo>
                  <a:lnTo>
                    <a:pt x="101060" y="608362"/>
                  </a:lnTo>
                  <a:lnTo>
                    <a:pt x="99917" y="605980"/>
                  </a:lnTo>
                  <a:lnTo>
                    <a:pt x="99727" y="603790"/>
                  </a:lnTo>
                  <a:lnTo>
                    <a:pt x="100013" y="602932"/>
                  </a:lnTo>
                  <a:lnTo>
                    <a:pt x="101060" y="601885"/>
                  </a:lnTo>
                  <a:lnTo>
                    <a:pt x="101537" y="601504"/>
                  </a:lnTo>
                  <a:lnTo>
                    <a:pt x="102870" y="600742"/>
                  </a:lnTo>
                  <a:lnTo>
                    <a:pt x="102965" y="600456"/>
                  </a:lnTo>
                  <a:lnTo>
                    <a:pt x="102870" y="600170"/>
                  </a:lnTo>
                  <a:lnTo>
                    <a:pt x="102870" y="599980"/>
                  </a:lnTo>
                  <a:lnTo>
                    <a:pt x="103346" y="599885"/>
                  </a:lnTo>
                  <a:lnTo>
                    <a:pt x="103727" y="599885"/>
                  </a:lnTo>
                  <a:lnTo>
                    <a:pt x="104013" y="599980"/>
                  </a:lnTo>
                  <a:lnTo>
                    <a:pt x="104299" y="599980"/>
                  </a:lnTo>
                  <a:lnTo>
                    <a:pt x="104680" y="599885"/>
                  </a:lnTo>
                  <a:lnTo>
                    <a:pt x="101632" y="595979"/>
                  </a:lnTo>
                  <a:lnTo>
                    <a:pt x="99441" y="591884"/>
                  </a:lnTo>
                  <a:lnTo>
                    <a:pt x="99251" y="591026"/>
                  </a:lnTo>
                  <a:lnTo>
                    <a:pt x="99155" y="589788"/>
                  </a:lnTo>
                  <a:lnTo>
                    <a:pt x="98870" y="588931"/>
                  </a:lnTo>
                  <a:lnTo>
                    <a:pt x="97250" y="586549"/>
                  </a:lnTo>
                  <a:lnTo>
                    <a:pt x="96774" y="585406"/>
                  </a:lnTo>
                  <a:lnTo>
                    <a:pt x="96488" y="584168"/>
                  </a:lnTo>
                  <a:lnTo>
                    <a:pt x="96203" y="582073"/>
                  </a:lnTo>
                  <a:lnTo>
                    <a:pt x="95441" y="579977"/>
                  </a:lnTo>
                  <a:lnTo>
                    <a:pt x="95250" y="578834"/>
                  </a:lnTo>
                  <a:lnTo>
                    <a:pt x="95250" y="578644"/>
                  </a:lnTo>
                  <a:lnTo>
                    <a:pt x="95345" y="577691"/>
                  </a:lnTo>
                  <a:lnTo>
                    <a:pt x="95441" y="577215"/>
                  </a:lnTo>
                  <a:lnTo>
                    <a:pt x="95631" y="576739"/>
                  </a:lnTo>
                  <a:lnTo>
                    <a:pt x="95821" y="576453"/>
                  </a:lnTo>
                  <a:lnTo>
                    <a:pt x="96488" y="575977"/>
                  </a:lnTo>
                  <a:lnTo>
                    <a:pt x="96679" y="575691"/>
                  </a:lnTo>
                  <a:lnTo>
                    <a:pt x="96679" y="575310"/>
                  </a:lnTo>
                  <a:lnTo>
                    <a:pt x="96584" y="575120"/>
                  </a:lnTo>
                  <a:lnTo>
                    <a:pt x="96393" y="574929"/>
                  </a:lnTo>
                  <a:lnTo>
                    <a:pt x="96298" y="574738"/>
                  </a:lnTo>
                  <a:lnTo>
                    <a:pt x="96298" y="570547"/>
                  </a:lnTo>
                  <a:lnTo>
                    <a:pt x="95917" y="568166"/>
                  </a:lnTo>
                  <a:lnTo>
                    <a:pt x="96108" y="567499"/>
                  </a:lnTo>
                  <a:lnTo>
                    <a:pt x="96869" y="566928"/>
                  </a:lnTo>
                  <a:lnTo>
                    <a:pt x="97060" y="566261"/>
                  </a:lnTo>
                  <a:lnTo>
                    <a:pt x="96774" y="565309"/>
                  </a:lnTo>
                  <a:lnTo>
                    <a:pt x="96203" y="564547"/>
                  </a:lnTo>
                  <a:lnTo>
                    <a:pt x="95726" y="563594"/>
                  </a:lnTo>
                  <a:lnTo>
                    <a:pt x="95631" y="562165"/>
                  </a:lnTo>
                  <a:lnTo>
                    <a:pt x="96108" y="560832"/>
                  </a:lnTo>
                  <a:lnTo>
                    <a:pt x="97536" y="558451"/>
                  </a:lnTo>
                  <a:lnTo>
                    <a:pt x="97822" y="557213"/>
                  </a:lnTo>
                  <a:lnTo>
                    <a:pt x="98298" y="556451"/>
                  </a:lnTo>
                  <a:lnTo>
                    <a:pt x="100394" y="556260"/>
                  </a:lnTo>
                  <a:lnTo>
                    <a:pt x="101060" y="555212"/>
                  </a:lnTo>
                  <a:lnTo>
                    <a:pt x="100108" y="555498"/>
                  </a:lnTo>
                  <a:lnTo>
                    <a:pt x="99536" y="555307"/>
                  </a:lnTo>
                  <a:lnTo>
                    <a:pt x="98584" y="554164"/>
                  </a:lnTo>
                  <a:lnTo>
                    <a:pt x="96584" y="552355"/>
                  </a:lnTo>
                  <a:lnTo>
                    <a:pt x="96012" y="551593"/>
                  </a:lnTo>
                  <a:lnTo>
                    <a:pt x="95631" y="549307"/>
                  </a:lnTo>
                  <a:lnTo>
                    <a:pt x="95631" y="548735"/>
                  </a:lnTo>
                  <a:lnTo>
                    <a:pt x="96108" y="548164"/>
                  </a:lnTo>
                  <a:lnTo>
                    <a:pt x="96679" y="548069"/>
                  </a:lnTo>
                  <a:lnTo>
                    <a:pt x="97346" y="547973"/>
                  </a:lnTo>
                  <a:lnTo>
                    <a:pt x="98108" y="547592"/>
                  </a:lnTo>
                  <a:lnTo>
                    <a:pt x="98774" y="547973"/>
                  </a:lnTo>
                  <a:lnTo>
                    <a:pt x="99346" y="548354"/>
                  </a:lnTo>
                  <a:lnTo>
                    <a:pt x="99727" y="548830"/>
                  </a:lnTo>
                  <a:lnTo>
                    <a:pt x="99917" y="549497"/>
                  </a:lnTo>
                  <a:lnTo>
                    <a:pt x="101060" y="548830"/>
                  </a:lnTo>
                  <a:lnTo>
                    <a:pt x="101441" y="548735"/>
                  </a:lnTo>
                  <a:lnTo>
                    <a:pt x="102203" y="548735"/>
                  </a:lnTo>
                  <a:lnTo>
                    <a:pt x="102584" y="548354"/>
                  </a:lnTo>
                  <a:lnTo>
                    <a:pt x="102775" y="547497"/>
                  </a:lnTo>
                  <a:lnTo>
                    <a:pt x="102870" y="546545"/>
                  </a:lnTo>
                  <a:lnTo>
                    <a:pt x="102775" y="545878"/>
                  </a:lnTo>
                  <a:lnTo>
                    <a:pt x="102203" y="545306"/>
                  </a:lnTo>
                  <a:lnTo>
                    <a:pt x="100584" y="544259"/>
                  </a:lnTo>
                  <a:lnTo>
                    <a:pt x="100203" y="543592"/>
                  </a:lnTo>
                  <a:lnTo>
                    <a:pt x="100394" y="542735"/>
                  </a:lnTo>
                  <a:lnTo>
                    <a:pt x="100775" y="542068"/>
                  </a:lnTo>
                  <a:lnTo>
                    <a:pt x="101251" y="541496"/>
                  </a:lnTo>
                  <a:lnTo>
                    <a:pt x="101632" y="540830"/>
                  </a:lnTo>
                  <a:lnTo>
                    <a:pt x="101060" y="540830"/>
                  </a:lnTo>
                  <a:lnTo>
                    <a:pt x="100584" y="540734"/>
                  </a:lnTo>
                  <a:lnTo>
                    <a:pt x="100203" y="540544"/>
                  </a:lnTo>
                  <a:lnTo>
                    <a:pt x="100108" y="540163"/>
                  </a:lnTo>
                  <a:lnTo>
                    <a:pt x="100298" y="539496"/>
                  </a:lnTo>
                  <a:lnTo>
                    <a:pt x="100870" y="539210"/>
                  </a:lnTo>
                  <a:lnTo>
                    <a:pt x="101537" y="539115"/>
                  </a:lnTo>
                  <a:lnTo>
                    <a:pt x="102108" y="538924"/>
                  </a:lnTo>
                  <a:lnTo>
                    <a:pt x="102679" y="538067"/>
                  </a:lnTo>
                  <a:lnTo>
                    <a:pt x="103061" y="535496"/>
                  </a:lnTo>
                  <a:lnTo>
                    <a:pt x="103346" y="534448"/>
                  </a:lnTo>
                  <a:lnTo>
                    <a:pt x="103918" y="533590"/>
                  </a:lnTo>
                  <a:lnTo>
                    <a:pt x="104680" y="532733"/>
                  </a:lnTo>
                  <a:lnTo>
                    <a:pt x="105537" y="532067"/>
                  </a:lnTo>
                  <a:lnTo>
                    <a:pt x="106490" y="531781"/>
                  </a:lnTo>
                  <a:lnTo>
                    <a:pt x="107156" y="531686"/>
                  </a:lnTo>
                  <a:lnTo>
                    <a:pt x="107252" y="531495"/>
                  </a:lnTo>
                  <a:lnTo>
                    <a:pt x="107061" y="531114"/>
                  </a:lnTo>
                  <a:lnTo>
                    <a:pt x="106966" y="530543"/>
                  </a:lnTo>
                  <a:lnTo>
                    <a:pt x="107156" y="530066"/>
                  </a:lnTo>
                  <a:lnTo>
                    <a:pt x="110300" y="525304"/>
                  </a:lnTo>
                  <a:lnTo>
                    <a:pt x="110585" y="524351"/>
                  </a:lnTo>
                  <a:lnTo>
                    <a:pt x="110585" y="522161"/>
                  </a:lnTo>
                  <a:lnTo>
                    <a:pt x="110776" y="521684"/>
                  </a:lnTo>
                  <a:lnTo>
                    <a:pt x="111252" y="521398"/>
                  </a:lnTo>
                  <a:lnTo>
                    <a:pt x="111728" y="521303"/>
                  </a:lnTo>
                  <a:lnTo>
                    <a:pt x="112490" y="521208"/>
                  </a:lnTo>
                  <a:lnTo>
                    <a:pt x="113443" y="521208"/>
                  </a:lnTo>
                  <a:lnTo>
                    <a:pt x="113538" y="521398"/>
                  </a:lnTo>
                  <a:lnTo>
                    <a:pt x="113919" y="521780"/>
                  </a:lnTo>
                  <a:lnTo>
                    <a:pt x="114395" y="521780"/>
                  </a:lnTo>
                  <a:lnTo>
                    <a:pt x="114586" y="521018"/>
                  </a:lnTo>
                  <a:lnTo>
                    <a:pt x="114395" y="519874"/>
                  </a:lnTo>
                  <a:lnTo>
                    <a:pt x="113538" y="517684"/>
                  </a:lnTo>
                  <a:lnTo>
                    <a:pt x="113443" y="516446"/>
                  </a:lnTo>
                  <a:lnTo>
                    <a:pt x="113729" y="515493"/>
                  </a:lnTo>
                  <a:lnTo>
                    <a:pt x="114014" y="514826"/>
                  </a:lnTo>
                  <a:lnTo>
                    <a:pt x="114491" y="513683"/>
                  </a:lnTo>
                  <a:lnTo>
                    <a:pt x="114681" y="512636"/>
                  </a:lnTo>
                  <a:lnTo>
                    <a:pt x="114491" y="511683"/>
                  </a:lnTo>
                  <a:lnTo>
                    <a:pt x="113729" y="509778"/>
                  </a:lnTo>
                  <a:lnTo>
                    <a:pt x="113538" y="508635"/>
                  </a:lnTo>
                  <a:lnTo>
                    <a:pt x="113633" y="507682"/>
                  </a:lnTo>
                  <a:lnTo>
                    <a:pt x="113919" y="506825"/>
                  </a:lnTo>
                  <a:lnTo>
                    <a:pt x="114300" y="506063"/>
                  </a:lnTo>
                  <a:lnTo>
                    <a:pt x="114681" y="505492"/>
                  </a:lnTo>
                  <a:lnTo>
                    <a:pt x="115348" y="504730"/>
                  </a:lnTo>
                  <a:lnTo>
                    <a:pt x="116300" y="504158"/>
                  </a:lnTo>
                  <a:lnTo>
                    <a:pt x="117158" y="504158"/>
                  </a:lnTo>
                  <a:lnTo>
                    <a:pt x="117539" y="505206"/>
                  </a:lnTo>
                  <a:lnTo>
                    <a:pt x="118396" y="504349"/>
                  </a:lnTo>
                  <a:lnTo>
                    <a:pt x="118396" y="503396"/>
                  </a:lnTo>
                  <a:lnTo>
                    <a:pt x="117539" y="501205"/>
                  </a:lnTo>
                  <a:lnTo>
                    <a:pt x="117348" y="500063"/>
                  </a:lnTo>
                  <a:lnTo>
                    <a:pt x="117539" y="497014"/>
                  </a:lnTo>
                  <a:lnTo>
                    <a:pt x="117729" y="496443"/>
                  </a:lnTo>
                  <a:lnTo>
                    <a:pt x="118777" y="495395"/>
                  </a:lnTo>
                  <a:lnTo>
                    <a:pt x="118967" y="494824"/>
                  </a:lnTo>
                  <a:lnTo>
                    <a:pt x="119063" y="494347"/>
                  </a:lnTo>
                  <a:lnTo>
                    <a:pt x="120396" y="491299"/>
                  </a:lnTo>
                  <a:lnTo>
                    <a:pt x="120777" y="490252"/>
                  </a:lnTo>
                  <a:lnTo>
                    <a:pt x="120968" y="489109"/>
                  </a:lnTo>
                  <a:lnTo>
                    <a:pt x="121063" y="487871"/>
                  </a:lnTo>
                  <a:lnTo>
                    <a:pt x="121253" y="486918"/>
                  </a:lnTo>
                  <a:lnTo>
                    <a:pt x="122301" y="485394"/>
                  </a:lnTo>
                  <a:lnTo>
                    <a:pt x="122492" y="484537"/>
                  </a:lnTo>
                  <a:lnTo>
                    <a:pt x="122777" y="483965"/>
                  </a:lnTo>
                  <a:lnTo>
                    <a:pt x="127064" y="476917"/>
                  </a:lnTo>
                  <a:lnTo>
                    <a:pt x="128588" y="475488"/>
                  </a:lnTo>
                  <a:lnTo>
                    <a:pt x="130493" y="475297"/>
                  </a:lnTo>
                  <a:lnTo>
                    <a:pt x="130207" y="474726"/>
                  </a:lnTo>
                  <a:lnTo>
                    <a:pt x="130207" y="474250"/>
                  </a:lnTo>
                  <a:lnTo>
                    <a:pt x="130397" y="473869"/>
                  </a:lnTo>
                  <a:lnTo>
                    <a:pt x="130493" y="473583"/>
                  </a:lnTo>
                  <a:lnTo>
                    <a:pt x="130112" y="471583"/>
                  </a:lnTo>
                  <a:lnTo>
                    <a:pt x="130112" y="471011"/>
                  </a:lnTo>
                  <a:lnTo>
                    <a:pt x="130207" y="470630"/>
                  </a:lnTo>
                  <a:lnTo>
                    <a:pt x="130588" y="470440"/>
                  </a:lnTo>
                  <a:lnTo>
                    <a:pt x="131350" y="470345"/>
                  </a:lnTo>
                  <a:lnTo>
                    <a:pt x="131540" y="470059"/>
                  </a:lnTo>
                  <a:lnTo>
                    <a:pt x="130778" y="468154"/>
                  </a:lnTo>
                  <a:lnTo>
                    <a:pt x="131159" y="465677"/>
                  </a:lnTo>
                  <a:lnTo>
                    <a:pt x="132398" y="463296"/>
                  </a:lnTo>
                  <a:lnTo>
                    <a:pt x="137636" y="457771"/>
                  </a:lnTo>
                  <a:lnTo>
                    <a:pt x="138779" y="455867"/>
                  </a:lnTo>
                  <a:lnTo>
                    <a:pt x="138970" y="455390"/>
                  </a:lnTo>
                  <a:lnTo>
                    <a:pt x="139256" y="453485"/>
                  </a:lnTo>
                  <a:lnTo>
                    <a:pt x="139637" y="453009"/>
                  </a:lnTo>
                  <a:lnTo>
                    <a:pt x="140494" y="452342"/>
                  </a:lnTo>
                  <a:lnTo>
                    <a:pt x="140779" y="452056"/>
                  </a:lnTo>
                  <a:lnTo>
                    <a:pt x="140970" y="451390"/>
                  </a:lnTo>
                  <a:lnTo>
                    <a:pt x="140970" y="450913"/>
                  </a:lnTo>
                  <a:lnTo>
                    <a:pt x="140875" y="450532"/>
                  </a:lnTo>
                  <a:lnTo>
                    <a:pt x="140684" y="449389"/>
                  </a:lnTo>
                  <a:lnTo>
                    <a:pt x="140399" y="448818"/>
                  </a:lnTo>
                  <a:lnTo>
                    <a:pt x="140018" y="448342"/>
                  </a:lnTo>
                  <a:lnTo>
                    <a:pt x="139446" y="447865"/>
                  </a:lnTo>
                  <a:lnTo>
                    <a:pt x="138970" y="447294"/>
                  </a:lnTo>
                  <a:lnTo>
                    <a:pt x="138875" y="446818"/>
                  </a:lnTo>
                  <a:lnTo>
                    <a:pt x="140018" y="442817"/>
                  </a:lnTo>
                  <a:lnTo>
                    <a:pt x="140494" y="442055"/>
                  </a:lnTo>
                  <a:lnTo>
                    <a:pt x="140399" y="441293"/>
                  </a:lnTo>
                  <a:lnTo>
                    <a:pt x="138779" y="437483"/>
                  </a:lnTo>
                  <a:lnTo>
                    <a:pt x="138589" y="436245"/>
                  </a:lnTo>
                  <a:lnTo>
                    <a:pt x="138779" y="432816"/>
                  </a:lnTo>
                  <a:lnTo>
                    <a:pt x="138684" y="431768"/>
                  </a:lnTo>
                  <a:lnTo>
                    <a:pt x="137827" y="428339"/>
                  </a:lnTo>
                  <a:lnTo>
                    <a:pt x="137827" y="427768"/>
                  </a:lnTo>
                  <a:lnTo>
                    <a:pt x="137827" y="426053"/>
                  </a:lnTo>
                  <a:lnTo>
                    <a:pt x="138113" y="423767"/>
                  </a:lnTo>
                  <a:lnTo>
                    <a:pt x="138589" y="421577"/>
                  </a:lnTo>
                  <a:lnTo>
                    <a:pt x="139256" y="419481"/>
                  </a:lnTo>
                  <a:lnTo>
                    <a:pt x="141161" y="416433"/>
                  </a:lnTo>
                  <a:lnTo>
                    <a:pt x="141446" y="415671"/>
                  </a:lnTo>
                  <a:lnTo>
                    <a:pt x="142208" y="411766"/>
                  </a:lnTo>
                  <a:lnTo>
                    <a:pt x="142685" y="410051"/>
                  </a:lnTo>
                  <a:lnTo>
                    <a:pt x="143066" y="409289"/>
                  </a:lnTo>
                  <a:lnTo>
                    <a:pt x="144780" y="406908"/>
                  </a:lnTo>
                  <a:lnTo>
                    <a:pt x="145256" y="406051"/>
                  </a:lnTo>
                  <a:lnTo>
                    <a:pt x="145352" y="405098"/>
                  </a:lnTo>
                  <a:lnTo>
                    <a:pt x="144494" y="403003"/>
                  </a:lnTo>
                  <a:lnTo>
                    <a:pt x="144018" y="401003"/>
                  </a:lnTo>
                  <a:lnTo>
                    <a:pt x="144018" y="400526"/>
                  </a:lnTo>
                  <a:lnTo>
                    <a:pt x="143828" y="399955"/>
                  </a:lnTo>
                  <a:lnTo>
                    <a:pt x="143446" y="399574"/>
                  </a:lnTo>
                  <a:lnTo>
                    <a:pt x="143066" y="399288"/>
                  </a:lnTo>
                  <a:lnTo>
                    <a:pt x="142875" y="399002"/>
                  </a:lnTo>
                  <a:lnTo>
                    <a:pt x="139827" y="396430"/>
                  </a:lnTo>
                  <a:lnTo>
                    <a:pt x="138208" y="394240"/>
                  </a:lnTo>
                  <a:lnTo>
                    <a:pt x="137827" y="392525"/>
                  </a:lnTo>
                  <a:lnTo>
                    <a:pt x="137827" y="392525"/>
                  </a:lnTo>
                  <a:lnTo>
                    <a:pt x="137922" y="391573"/>
                  </a:lnTo>
                  <a:lnTo>
                    <a:pt x="138684" y="391192"/>
                  </a:lnTo>
                  <a:lnTo>
                    <a:pt x="139541" y="391001"/>
                  </a:lnTo>
                  <a:lnTo>
                    <a:pt x="140208" y="390430"/>
                  </a:lnTo>
                  <a:lnTo>
                    <a:pt x="140589" y="389572"/>
                  </a:lnTo>
                  <a:lnTo>
                    <a:pt x="140684" y="388620"/>
                  </a:lnTo>
                  <a:lnTo>
                    <a:pt x="139922" y="388334"/>
                  </a:lnTo>
                  <a:lnTo>
                    <a:pt x="140970" y="388620"/>
                  </a:lnTo>
                  <a:lnTo>
                    <a:pt x="141446" y="387763"/>
                  </a:lnTo>
                  <a:lnTo>
                    <a:pt x="141827" y="386620"/>
                  </a:lnTo>
                  <a:lnTo>
                    <a:pt x="142589" y="386048"/>
                  </a:lnTo>
                  <a:lnTo>
                    <a:pt x="143446" y="385858"/>
                  </a:lnTo>
                  <a:lnTo>
                    <a:pt x="144494" y="385381"/>
                  </a:lnTo>
                  <a:lnTo>
                    <a:pt x="145733" y="384810"/>
                  </a:lnTo>
                  <a:lnTo>
                    <a:pt x="147733" y="384429"/>
                  </a:lnTo>
                  <a:lnTo>
                    <a:pt x="152305" y="382619"/>
                  </a:lnTo>
                  <a:lnTo>
                    <a:pt x="153162" y="382143"/>
                  </a:lnTo>
                  <a:lnTo>
                    <a:pt x="153734" y="381476"/>
                  </a:lnTo>
                  <a:lnTo>
                    <a:pt x="154305" y="380429"/>
                  </a:lnTo>
                  <a:lnTo>
                    <a:pt x="155067" y="381095"/>
                  </a:lnTo>
                  <a:lnTo>
                    <a:pt x="157544" y="382334"/>
                  </a:lnTo>
                  <a:lnTo>
                    <a:pt x="158591" y="381953"/>
                  </a:lnTo>
                  <a:lnTo>
                    <a:pt x="159925" y="381857"/>
                  </a:lnTo>
                  <a:lnTo>
                    <a:pt x="162496" y="381953"/>
                  </a:lnTo>
                  <a:lnTo>
                    <a:pt x="169164" y="380810"/>
                  </a:lnTo>
                  <a:lnTo>
                    <a:pt x="170212" y="380333"/>
                  </a:lnTo>
                  <a:lnTo>
                    <a:pt x="170688" y="379571"/>
                  </a:lnTo>
                  <a:lnTo>
                    <a:pt x="170593" y="377285"/>
                  </a:lnTo>
                  <a:lnTo>
                    <a:pt x="170783" y="376428"/>
                  </a:lnTo>
                  <a:lnTo>
                    <a:pt x="171355" y="375380"/>
                  </a:lnTo>
                  <a:lnTo>
                    <a:pt x="171450" y="376238"/>
                  </a:lnTo>
                  <a:lnTo>
                    <a:pt x="171355" y="376999"/>
                  </a:lnTo>
                  <a:lnTo>
                    <a:pt x="171069" y="377571"/>
                  </a:lnTo>
                  <a:lnTo>
                    <a:pt x="170974" y="378047"/>
                  </a:lnTo>
                  <a:lnTo>
                    <a:pt x="171069" y="378428"/>
                  </a:lnTo>
                  <a:lnTo>
                    <a:pt x="172021" y="378809"/>
                  </a:lnTo>
                  <a:lnTo>
                    <a:pt x="174117" y="380238"/>
                  </a:lnTo>
                  <a:lnTo>
                    <a:pt x="175736" y="380810"/>
                  </a:lnTo>
                  <a:lnTo>
                    <a:pt x="179451" y="381286"/>
                  </a:lnTo>
                  <a:lnTo>
                    <a:pt x="180594" y="381762"/>
                  </a:lnTo>
                  <a:lnTo>
                    <a:pt x="182880" y="382048"/>
                  </a:lnTo>
                  <a:lnTo>
                    <a:pt x="185547" y="382810"/>
                  </a:lnTo>
                  <a:lnTo>
                    <a:pt x="186881" y="383000"/>
                  </a:lnTo>
                  <a:lnTo>
                    <a:pt x="190119" y="383000"/>
                  </a:lnTo>
                  <a:lnTo>
                    <a:pt x="190786" y="382810"/>
                  </a:lnTo>
                  <a:lnTo>
                    <a:pt x="191358" y="382429"/>
                  </a:lnTo>
                  <a:lnTo>
                    <a:pt x="191929" y="381953"/>
                  </a:lnTo>
                  <a:lnTo>
                    <a:pt x="192596" y="381476"/>
                  </a:lnTo>
                  <a:lnTo>
                    <a:pt x="192596" y="381857"/>
                  </a:lnTo>
                  <a:lnTo>
                    <a:pt x="191643" y="383477"/>
                  </a:lnTo>
                  <a:lnTo>
                    <a:pt x="191262" y="384620"/>
                  </a:lnTo>
                  <a:lnTo>
                    <a:pt x="192024" y="385667"/>
                  </a:lnTo>
                  <a:lnTo>
                    <a:pt x="192119" y="386810"/>
                  </a:lnTo>
                  <a:lnTo>
                    <a:pt x="192024" y="388048"/>
                  </a:lnTo>
                  <a:lnTo>
                    <a:pt x="191834" y="388811"/>
                  </a:lnTo>
                  <a:lnTo>
                    <a:pt x="190976" y="389382"/>
                  </a:lnTo>
                  <a:lnTo>
                    <a:pt x="190024" y="389572"/>
                  </a:lnTo>
                  <a:lnTo>
                    <a:pt x="189262" y="389954"/>
                  </a:lnTo>
                  <a:lnTo>
                    <a:pt x="188786" y="391192"/>
                  </a:lnTo>
                  <a:lnTo>
                    <a:pt x="188500" y="391478"/>
                  </a:lnTo>
                  <a:lnTo>
                    <a:pt x="188214" y="391859"/>
                  </a:lnTo>
                  <a:lnTo>
                    <a:pt x="188119" y="392430"/>
                  </a:lnTo>
                  <a:lnTo>
                    <a:pt x="188309" y="392811"/>
                  </a:lnTo>
                  <a:lnTo>
                    <a:pt x="189071" y="393954"/>
                  </a:lnTo>
                  <a:lnTo>
                    <a:pt x="189357" y="394430"/>
                  </a:lnTo>
                  <a:lnTo>
                    <a:pt x="189929" y="396335"/>
                  </a:lnTo>
                  <a:lnTo>
                    <a:pt x="189929" y="397383"/>
                  </a:lnTo>
                  <a:lnTo>
                    <a:pt x="189548" y="398336"/>
                  </a:lnTo>
                  <a:lnTo>
                    <a:pt x="188404" y="399860"/>
                  </a:lnTo>
                  <a:lnTo>
                    <a:pt x="187547" y="401479"/>
                  </a:lnTo>
                  <a:lnTo>
                    <a:pt x="186404" y="402907"/>
                  </a:lnTo>
                  <a:lnTo>
                    <a:pt x="186595" y="403479"/>
                  </a:lnTo>
                  <a:lnTo>
                    <a:pt x="187071" y="403670"/>
                  </a:lnTo>
                  <a:lnTo>
                    <a:pt x="187547" y="403860"/>
                  </a:lnTo>
                  <a:lnTo>
                    <a:pt x="187738" y="404241"/>
                  </a:lnTo>
                  <a:lnTo>
                    <a:pt x="188024" y="405194"/>
                  </a:lnTo>
                  <a:lnTo>
                    <a:pt x="188690" y="405955"/>
                  </a:lnTo>
                  <a:lnTo>
                    <a:pt x="189167" y="406813"/>
                  </a:lnTo>
                  <a:lnTo>
                    <a:pt x="189167" y="408051"/>
                  </a:lnTo>
                  <a:lnTo>
                    <a:pt x="188881" y="408622"/>
                  </a:lnTo>
                  <a:lnTo>
                    <a:pt x="188404" y="409194"/>
                  </a:lnTo>
                  <a:lnTo>
                    <a:pt x="187833" y="409480"/>
                  </a:lnTo>
                  <a:lnTo>
                    <a:pt x="187357" y="409194"/>
                  </a:lnTo>
                  <a:lnTo>
                    <a:pt x="187166" y="409670"/>
                  </a:lnTo>
                  <a:lnTo>
                    <a:pt x="187071" y="410623"/>
                  </a:lnTo>
                  <a:lnTo>
                    <a:pt x="186976" y="411004"/>
                  </a:lnTo>
                  <a:lnTo>
                    <a:pt x="186595" y="411480"/>
                  </a:lnTo>
                  <a:lnTo>
                    <a:pt x="186119" y="411766"/>
                  </a:lnTo>
                  <a:lnTo>
                    <a:pt x="185738" y="412052"/>
                  </a:lnTo>
                  <a:lnTo>
                    <a:pt x="185547" y="412528"/>
                  </a:lnTo>
                  <a:lnTo>
                    <a:pt x="185738" y="413290"/>
                  </a:lnTo>
                  <a:lnTo>
                    <a:pt x="187738" y="416147"/>
                  </a:lnTo>
                  <a:lnTo>
                    <a:pt x="188119" y="416814"/>
                  </a:lnTo>
                  <a:lnTo>
                    <a:pt x="188404" y="417576"/>
                  </a:lnTo>
                  <a:lnTo>
                    <a:pt x="188500" y="418433"/>
                  </a:lnTo>
                  <a:lnTo>
                    <a:pt x="188309" y="419386"/>
                  </a:lnTo>
                  <a:lnTo>
                    <a:pt x="187928" y="419957"/>
                  </a:lnTo>
                  <a:lnTo>
                    <a:pt x="187452" y="420434"/>
                  </a:lnTo>
                  <a:lnTo>
                    <a:pt x="187071" y="421005"/>
                  </a:lnTo>
                  <a:lnTo>
                    <a:pt x="186785" y="421005"/>
                  </a:lnTo>
                  <a:lnTo>
                    <a:pt x="185833" y="420529"/>
                  </a:lnTo>
                  <a:lnTo>
                    <a:pt x="185166" y="421577"/>
                  </a:lnTo>
                  <a:lnTo>
                    <a:pt x="184214" y="423958"/>
                  </a:lnTo>
                  <a:lnTo>
                    <a:pt x="185166" y="424339"/>
                  </a:lnTo>
                  <a:lnTo>
                    <a:pt x="185642" y="424339"/>
                  </a:lnTo>
                  <a:lnTo>
                    <a:pt x="185452" y="424624"/>
                  </a:lnTo>
                  <a:lnTo>
                    <a:pt x="185071" y="425482"/>
                  </a:lnTo>
                  <a:lnTo>
                    <a:pt x="184880" y="425768"/>
                  </a:lnTo>
                  <a:lnTo>
                    <a:pt x="185928" y="425768"/>
                  </a:lnTo>
                  <a:lnTo>
                    <a:pt x="185833" y="426148"/>
                  </a:lnTo>
                  <a:lnTo>
                    <a:pt x="185642" y="426434"/>
                  </a:lnTo>
                  <a:lnTo>
                    <a:pt x="185452" y="426625"/>
                  </a:lnTo>
                  <a:lnTo>
                    <a:pt x="185166" y="426815"/>
                  </a:lnTo>
                  <a:lnTo>
                    <a:pt x="185833" y="426720"/>
                  </a:lnTo>
                  <a:lnTo>
                    <a:pt x="186309" y="426530"/>
                  </a:lnTo>
                  <a:lnTo>
                    <a:pt x="186785" y="426530"/>
                  </a:lnTo>
                  <a:lnTo>
                    <a:pt x="187357" y="426815"/>
                  </a:lnTo>
                  <a:lnTo>
                    <a:pt x="188309" y="426244"/>
                  </a:lnTo>
                  <a:lnTo>
                    <a:pt x="189167" y="426720"/>
                  </a:lnTo>
                  <a:lnTo>
                    <a:pt x="189452" y="427577"/>
                  </a:lnTo>
                  <a:lnTo>
                    <a:pt x="188690" y="428149"/>
                  </a:lnTo>
                  <a:lnTo>
                    <a:pt x="188690" y="428530"/>
                  </a:lnTo>
                  <a:lnTo>
                    <a:pt x="191262" y="429673"/>
                  </a:lnTo>
                  <a:lnTo>
                    <a:pt x="191262" y="428339"/>
                  </a:lnTo>
                  <a:lnTo>
                    <a:pt x="191453" y="427387"/>
                  </a:lnTo>
                  <a:lnTo>
                    <a:pt x="191453" y="427387"/>
                  </a:lnTo>
                  <a:lnTo>
                    <a:pt x="192024" y="426911"/>
                  </a:lnTo>
                  <a:lnTo>
                    <a:pt x="194310" y="426530"/>
                  </a:lnTo>
                  <a:lnTo>
                    <a:pt x="196120" y="425482"/>
                  </a:lnTo>
                  <a:lnTo>
                    <a:pt x="197263" y="425291"/>
                  </a:lnTo>
                  <a:lnTo>
                    <a:pt x="205740" y="426434"/>
                  </a:lnTo>
                  <a:lnTo>
                    <a:pt x="209645" y="427387"/>
                  </a:lnTo>
                  <a:lnTo>
                    <a:pt x="213265" y="429006"/>
                  </a:lnTo>
                  <a:lnTo>
                    <a:pt x="214598" y="429863"/>
                  </a:lnTo>
                  <a:lnTo>
                    <a:pt x="215170" y="429768"/>
                  </a:lnTo>
                  <a:lnTo>
                    <a:pt x="215360" y="428815"/>
                  </a:lnTo>
                  <a:lnTo>
                    <a:pt x="215837" y="428339"/>
                  </a:lnTo>
                  <a:lnTo>
                    <a:pt x="216979" y="427958"/>
                  </a:lnTo>
                  <a:lnTo>
                    <a:pt x="219266" y="427577"/>
                  </a:lnTo>
                  <a:lnTo>
                    <a:pt x="220885" y="427958"/>
                  </a:lnTo>
                  <a:lnTo>
                    <a:pt x="221742" y="427958"/>
                  </a:lnTo>
                  <a:lnTo>
                    <a:pt x="222314" y="428054"/>
                  </a:lnTo>
                  <a:lnTo>
                    <a:pt x="222600" y="428054"/>
                  </a:lnTo>
                  <a:lnTo>
                    <a:pt x="222695" y="427863"/>
                  </a:lnTo>
                  <a:lnTo>
                    <a:pt x="222695" y="427482"/>
                  </a:lnTo>
                  <a:lnTo>
                    <a:pt x="222790" y="427101"/>
                  </a:lnTo>
                  <a:lnTo>
                    <a:pt x="223171" y="426911"/>
                  </a:lnTo>
                  <a:lnTo>
                    <a:pt x="225362" y="427101"/>
                  </a:lnTo>
                  <a:lnTo>
                    <a:pt x="226409" y="427006"/>
                  </a:lnTo>
                  <a:lnTo>
                    <a:pt x="227362" y="426530"/>
                  </a:lnTo>
                  <a:lnTo>
                    <a:pt x="227838" y="425863"/>
                  </a:lnTo>
                  <a:lnTo>
                    <a:pt x="228219" y="425005"/>
                  </a:lnTo>
                  <a:lnTo>
                    <a:pt x="228791" y="424244"/>
                  </a:lnTo>
                  <a:lnTo>
                    <a:pt x="229743" y="423958"/>
                  </a:lnTo>
                  <a:lnTo>
                    <a:pt x="232982" y="424053"/>
                  </a:lnTo>
                  <a:lnTo>
                    <a:pt x="233839" y="424339"/>
                  </a:lnTo>
                  <a:lnTo>
                    <a:pt x="235172" y="425005"/>
                  </a:lnTo>
                  <a:lnTo>
                    <a:pt x="236315" y="425863"/>
                  </a:lnTo>
                  <a:lnTo>
                    <a:pt x="237268" y="426815"/>
                  </a:lnTo>
                  <a:lnTo>
                    <a:pt x="238125" y="428054"/>
                  </a:lnTo>
                  <a:lnTo>
                    <a:pt x="238411" y="428625"/>
                  </a:lnTo>
                  <a:lnTo>
                    <a:pt x="238601" y="429101"/>
                  </a:lnTo>
                  <a:lnTo>
                    <a:pt x="238792" y="429482"/>
                  </a:lnTo>
                  <a:lnTo>
                    <a:pt x="239173" y="429863"/>
                  </a:lnTo>
                  <a:lnTo>
                    <a:pt x="239649" y="429959"/>
                  </a:lnTo>
                  <a:lnTo>
                    <a:pt x="240125" y="429863"/>
                  </a:lnTo>
                  <a:lnTo>
                    <a:pt x="240506" y="430054"/>
                  </a:lnTo>
                  <a:lnTo>
                    <a:pt x="240697" y="430911"/>
                  </a:lnTo>
                  <a:lnTo>
                    <a:pt x="239649" y="430530"/>
                  </a:lnTo>
                  <a:lnTo>
                    <a:pt x="240030" y="431292"/>
                  </a:lnTo>
                  <a:lnTo>
                    <a:pt x="240792" y="432054"/>
                  </a:lnTo>
                  <a:lnTo>
                    <a:pt x="242602" y="433388"/>
                  </a:lnTo>
                  <a:lnTo>
                    <a:pt x="242602" y="432816"/>
                  </a:lnTo>
                  <a:lnTo>
                    <a:pt x="241935" y="430530"/>
                  </a:lnTo>
                  <a:lnTo>
                    <a:pt x="242030" y="430244"/>
                  </a:lnTo>
                  <a:lnTo>
                    <a:pt x="242507" y="429863"/>
                  </a:lnTo>
                  <a:lnTo>
                    <a:pt x="242602" y="429578"/>
                  </a:lnTo>
                  <a:lnTo>
                    <a:pt x="242697" y="429292"/>
                  </a:lnTo>
                  <a:lnTo>
                    <a:pt x="242983" y="429578"/>
                  </a:lnTo>
                  <a:lnTo>
                    <a:pt x="243173" y="430149"/>
                  </a:lnTo>
                  <a:lnTo>
                    <a:pt x="243269" y="430721"/>
                  </a:lnTo>
                  <a:lnTo>
                    <a:pt x="243269" y="433006"/>
                  </a:lnTo>
                  <a:lnTo>
                    <a:pt x="243935" y="432816"/>
                  </a:lnTo>
                  <a:lnTo>
                    <a:pt x="244888" y="432911"/>
                  </a:lnTo>
                  <a:lnTo>
                    <a:pt x="245745" y="433197"/>
                  </a:lnTo>
                  <a:lnTo>
                    <a:pt x="246507" y="433959"/>
                  </a:lnTo>
                  <a:lnTo>
                    <a:pt x="248317" y="436721"/>
                  </a:lnTo>
                  <a:lnTo>
                    <a:pt x="248317" y="435197"/>
                  </a:lnTo>
                  <a:lnTo>
                    <a:pt x="248412" y="434530"/>
                  </a:lnTo>
                  <a:lnTo>
                    <a:pt x="248698" y="433864"/>
                  </a:lnTo>
                  <a:lnTo>
                    <a:pt x="247555" y="433864"/>
                  </a:lnTo>
                  <a:lnTo>
                    <a:pt x="246983" y="433292"/>
                  </a:lnTo>
                  <a:lnTo>
                    <a:pt x="246507" y="432530"/>
                  </a:lnTo>
                  <a:lnTo>
                    <a:pt x="245840" y="432054"/>
                  </a:lnTo>
                  <a:lnTo>
                    <a:pt x="245840" y="431673"/>
                  </a:lnTo>
                  <a:lnTo>
                    <a:pt x="246507" y="431482"/>
                  </a:lnTo>
                  <a:lnTo>
                    <a:pt x="248698" y="431387"/>
                  </a:lnTo>
                  <a:lnTo>
                    <a:pt x="247555" y="432435"/>
                  </a:lnTo>
                  <a:lnTo>
                    <a:pt x="247841" y="432911"/>
                  </a:lnTo>
                  <a:lnTo>
                    <a:pt x="250508" y="432816"/>
                  </a:lnTo>
                  <a:lnTo>
                    <a:pt x="250222" y="432911"/>
                  </a:lnTo>
                  <a:lnTo>
                    <a:pt x="249936" y="433102"/>
                  </a:lnTo>
                  <a:lnTo>
                    <a:pt x="249365" y="433578"/>
                  </a:lnTo>
                  <a:lnTo>
                    <a:pt x="249746" y="433864"/>
                  </a:lnTo>
                  <a:lnTo>
                    <a:pt x="250127" y="433864"/>
                  </a:lnTo>
                  <a:lnTo>
                    <a:pt x="250508" y="433673"/>
                  </a:lnTo>
                  <a:lnTo>
                    <a:pt x="250793" y="433102"/>
                  </a:lnTo>
                  <a:lnTo>
                    <a:pt x="251175" y="433102"/>
                  </a:lnTo>
                  <a:lnTo>
                    <a:pt x="250793" y="433864"/>
                  </a:lnTo>
                  <a:lnTo>
                    <a:pt x="250031" y="434435"/>
                  </a:lnTo>
                  <a:lnTo>
                    <a:pt x="249650" y="434912"/>
                  </a:lnTo>
                  <a:lnTo>
                    <a:pt x="250317" y="435388"/>
                  </a:lnTo>
                  <a:lnTo>
                    <a:pt x="249936" y="435293"/>
                  </a:lnTo>
                  <a:lnTo>
                    <a:pt x="249650" y="435293"/>
                  </a:lnTo>
                  <a:lnTo>
                    <a:pt x="249460" y="435102"/>
                  </a:lnTo>
                  <a:lnTo>
                    <a:pt x="249269" y="434626"/>
                  </a:lnTo>
                  <a:lnTo>
                    <a:pt x="248984" y="435769"/>
                  </a:lnTo>
                  <a:lnTo>
                    <a:pt x="249746" y="437007"/>
                  </a:lnTo>
                  <a:lnTo>
                    <a:pt x="250984" y="438245"/>
                  </a:lnTo>
                  <a:lnTo>
                    <a:pt x="251841" y="439388"/>
                  </a:lnTo>
                  <a:lnTo>
                    <a:pt x="251746" y="439864"/>
                  </a:lnTo>
                  <a:lnTo>
                    <a:pt x="252413" y="440341"/>
                  </a:lnTo>
                  <a:lnTo>
                    <a:pt x="254032" y="441198"/>
                  </a:lnTo>
                  <a:lnTo>
                    <a:pt x="257270" y="444532"/>
                  </a:lnTo>
                  <a:lnTo>
                    <a:pt x="259175" y="445484"/>
                  </a:lnTo>
                  <a:lnTo>
                    <a:pt x="259652" y="444437"/>
                  </a:lnTo>
                  <a:lnTo>
                    <a:pt x="259080" y="442817"/>
                  </a:lnTo>
                  <a:lnTo>
                    <a:pt x="258033" y="442055"/>
                  </a:lnTo>
                  <a:lnTo>
                    <a:pt x="258318" y="441484"/>
                  </a:lnTo>
                  <a:lnTo>
                    <a:pt x="258318" y="441007"/>
                  </a:lnTo>
                  <a:lnTo>
                    <a:pt x="258033" y="440436"/>
                  </a:lnTo>
                  <a:lnTo>
                    <a:pt x="257651" y="439864"/>
                  </a:lnTo>
                  <a:lnTo>
                    <a:pt x="256508" y="440627"/>
                  </a:lnTo>
                  <a:lnTo>
                    <a:pt x="256223" y="440627"/>
                  </a:lnTo>
                  <a:lnTo>
                    <a:pt x="256508" y="440055"/>
                  </a:lnTo>
                  <a:lnTo>
                    <a:pt x="256508" y="439579"/>
                  </a:lnTo>
                  <a:lnTo>
                    <a:pt x="256318" y="439198"/>
                  </a:lnTo>
                  <a:lnTo>
                    <a:pt x="255842" y="438912"/>
                  </a:lnTo>
                  <a:lnTo>
                    <a:pt x="256127" y="438817"/>
                  </a:lnTo>
                  <a:lnTo>
                    <a:pt x="256985" y="438531"/>
                  </a:lnTo>
                  <a:lnTo>
                    <a:pt x="257270" y="439198"/>
                  </a:lnTo>
                  <a:lnTo>
                    <a:pt x="258033" y="439293"/>
                  </a:lnTo>
                  <a:lnTo>
                    <a:pt x="258890" y="439007"/>
                  </a:lnTo>
                  <a:lnTo>
                    <a:pt x="259461" y="438531"/>
                  </a:lnTo>
                  <a:lnTo>
                    <a:pt x="259175" y="439103"/>
                  </a:lnTo>
                  <a:lnTo>
                    <a:pt x="259175" y="439769"/>
                  </a:lnTo>
                  <a:lnTo>
                    <a:pt x="259271" y="440436"/>
                  </a:lnTo>
                  <a:lnTo>
                    <a:pt x="259461" y="441103"/>
                  </a:lnTo>
                  <a:lnTo>
                    <a:pt x="259842" y="441103"/>
                  </a:lnTo>
                  <a:lnTo>
                    <a:pt x="260604" y="439674"/>
                  </a:lnTo>
                  <a:lnTo>
                    <a:pt x="260985" y="439293"/>
                  </a:lnTo>
                  <a:lnTo>
                    <a:pt x="261271" y="439293"/>
                  </a:lnTo>
                  <a:lnTo>
                    <a:pt x="260604" y="440436"/>
                  </a:lnTo>
                  <a:lnTo>
                    <a:pt x="260318" y="441579"/>
                  </a:lnTo>
                  <a:lnTo>
                    <a:pt x="260223" y="443960"/>
                  </a:lnTo>
                  <a:lnTo>
                    <a:pt x="260700" y="445198"/>
                  </a:lnTo>
                  <a:lnTo>
                    <a:pt x="261652" y="445294"/>
                  </a:lnTo>
                  <a:lnTo>
                    <a:pt x="262700" y="444627"/>
                  </a:lnTo>
                  <a:lnTo>
                    <a:pt x="263462" y="443770"/>
                  </a:lnTo>
                  <a:lnTo>
                    <a:pt x="263366" y="443389"/>
                  </a:lnTo>
                  <a:lnTo>
                    <a:pt x="263176" y="443103"/>
                  </a:lnTo>
                  <a:lnTo>
                    <a:pt x="262890" y="442817"/>
                  </a:lnTo>
                  <a:lnTo>
                    <a:pt x="262509" y="442627"/>
                  </a:lnTo>
                  <a:lnTo>
                    <a:pt x="263176" y="442055"/>
                  </a:lnTo>
                  <a:lnTo>
                    <a:pt x="263938" y="442531"/>
                  </a:lnTo>
                  <a:lnTo>
                    <a:pt x="264319" y="443579"/>
                  </a:lnTo>
                  <a:lnTo>
                    <a:pt x="263938" y="444818"/>
                  </a:lnTo>
                  <a:lnTo>
                    <a:pt x="263081" y="445675"/>
                  </a:lnTo>
                  <a:lnTo>
                    <a:pt x="261938" y="446532"/>
                  </a:lnTo>
                  <a:lnTo>
                    <a:pt x="260604" y="447008"/>
                  </a:lnTo>
                  <a:lnTo>
                    <a:pt x="259175" y="446627"/>
                  </a:lnTo>
                  <a:lnTo>
                    <a:pt x="259271" y="447580"/>
                  </a:lnTo>
                  <a:lnTo>
                    <a:pt x="260223" y="449199"/>
                  </a:lnTo>
                  <a:lnTo>
                    <a:pt x="260604" y="450247"/>
                  </a:lnTo>
                  <a:lnTo>
                    <a:pt x="260509" y="450532"/>
                  </a:lnTo>
                  <a:lnTo>
                    <a:pt x="260414" y="450913"/>
                  </a:lnTo>
                  <a:lnTo>
                    <a:pt x="260414" y="451295"/>
                  </a:lnTo>
                  <a:lnTo>
                    <a:pt x="260604" y="451771"/>
                  </a:lnTo>
                  <a:lnTo>
                    <a:pt x="260890" y="451961"/>
                  </a:lnTo>
                  <a:lnTo>
                    <a:pt x="262033" y="452438"/>
                  </a:lnTo>
                  <a:lnTo>
                    <a:pt x="262319" y="452438"/>
                  </a:lnTo>
                  <a:lnTo>
                    <a:pt x="262890" y="451485"/>
                  </a:lnTo>
                  <a:lnTo>
                    <a:pt x="263652" y="451580"/>
                  </a:lnTo>
                  <a:lnTo>
                    <a:pt x="264509" y="452056"/>
                  </a:lnTo>
                  <a:lnTo>
                    <a:pt x="270129" y="454057"/>
                  </a:lnTo>
                  <a:lnTo>
                    <a:pt x="271748" y="454914"/>
                  </a:lnTo>
                  <a:lnTo>
                    <a:pt x="273272" y="455962"/>
                  </a:lnTo>
                  <a:lnTo>
                    <a:pt x="274225" y="457200"/>
                  </a:lnTo>
                  <a:lnTo>
                    <a:pt x="274225" y="457676"/>
                  </a:lnTo>
                  <a:lnTo>
                    <a:pt x="274225" y="458819"/>
                  </a:lnTo>
                  <a:lnTo>
                    <a:pt x="274415" y="459010"/>
                  </a:lnTo>
                  <a:lnTo>
                    <a:pt x="274892" y="459200"/>
                  </a:lnTo>
                  <a:lnTo>
                    <a:pt x="275463" y="459486"/>
                  </a:lnTo>
                  <a:lnTo>
                    <a:pt x="275939" y="459486"/>
                  </a:lnTo>
                  <a:lnTo>
                    <a:pt x="276130" y="458914"/>
                  </a:lnTo>
                  <a:lnTo>
                    <a:pt x="276035" y="458534"/>
                  </a:lnTo>
                  <a:lnTo>
                    <a:pt x="275368" y="457295"/>
                  </a:lnTo>
                  <a:lnTo>
                    <a:pt x="274606" y="452342"/>
                  </a:lnTo>
                  <a:lnTo>
                    <a:pt x="274892" y="451390"/>
                  </a:lnTo>
                  <a:lnTo>
                    <a:pt x="275558" y="451009"/>
                  </a:lnTo>
                  <a:lnTo>
                    <a:pt x="276320" y="450818"/>
                  </a:lnTo>
                  <a:lnTo>
                    <a:pt x="277178" y="450342"/>
                  </a:lnTo>
                  <a:lnTo>
                    <a:pt x="277178" y="450723"/>
                  </a:lnTo>
                  <a:lnTo>
                    <a:pt x="277083" y="451295"/>
                  </a:lnTo>
                  <a:lnTo>
                    <a:pt x="278987" y="452819"/>
                  </a:lnTo>
                  <a:lnTo>
                    <a:pt x="279654" y="453676"/>
                  </a:lnTo>
                  <a:lnTo>
                    <a:pt x="278416" y="453580"/>
                  </a:lnTo>
                  <a:lnTo>
                    <a:pt x="278511" y="454057"/>
                  </a:lnTo>
                  <a:lnTo>
                    <a:pt x="284702" y="460057"/>
                  </a:lnTo>
                  <a:lnTo>
                    <a:pt x="285655" y="461581"/>
                  </a:lnTo>
                  <a:lnTo>
                    <a:pt x="286226" y="463963"/>
                  </a:lnTo>
                  <a:lnTo>
                    <a:pt x="286226" y="467392"/>
                  </a:lnTo>
                  <a:lnTo>
                    <a:pt x="286608" y="467963"/>
                  </a:lnTo>
                  <a:lnTo>
                    <a:pt x="288798" y="469773"/>
                  </a:lnTo>
                  <a:lnTo>
                    <a:pt x="292418" y="474536"/>
                  </a:lnTo>
                  <a:lnTo>
                    <a:pt x="293084" y="476060"/>
                  </a:lnTo>
                  <a:lnTo>
                    <a:pt x="293180" y="477298"/>
                  </a:lnTo>
                  <a:lnTo>
                    <a:pt x="293084" y="480060"/>
                  </a:lnTo>
                  <a:lnTo>
                    <a:pt x="293465" y="481108"/>
                  </a:lnTo>
                  <a:lnTo>
                    <a:pt x="293465" y="481108"/>
                  </a:lnTo>
                  <a:lnTo>
                    <a:pt x="294227" y="479870"/>
                  </a:lnTo>
                  <a:lnTo>
                    <a:pt x="294037" y="476821"/>
                  </a:lnTo>
                  <a:lnTo>
                    <a:pt x="293465" y="474726"/>
                  </a:lnTo>
                  <a:lnTo>
                    <a:pt x="291941" y="472440"/>
                  </a:lnTo>
                  <a:lnTo>
                    <a:pt x="289751" y="469297"/>
                  </a:lnTo>
                  <a:lnTo>
                    <a:pt x="287369" y="464630"/>
                  </a:lnTo>
                  <a:lnTo>
                    <a:pt x="286893" y="461963"/>
                  </a:lnTo>
                  <a:lnTo>
                    <a:pt x="286036" y="460153"/>
                  </a:lnTo>
                  <a:lnTo>
                    <a:pt x="285750" y="459772"/>
                  </a:lnTo>
                  <a:lnTo>
                    <a:pt x="284988" y="458914"/>
                  </a:lnTo>
                  <a:lnTo>
                    <a:pt x="282321" y="454723"/>
                  </a:lnTo>
                  <a:lnTo>
                    <a:pt x="281940" y="452628"/>
                  </a:lnTo>
                  <a:lnTo>
                    <a:pt x="283178" y="443865"/>
                  </a:lnTo>
                  <a:lnTo>
                    <a:pt x="283464" y="442817"/>
                  </a:lnTo>
                  <a:lnTo>
                    <a:pt x="284036" y="441770"/>
                  </a:lnTo>
                  <a:lnTo>
                    <a:pt x="285369" y="440627"/>
                  </a:lnTo>
                  <a:lnTo>
                    <a:pt x="285845" y="439864"/>
                  </a:lnTo>
                  <a:lnTo>
                    <a:pt x="285750" y="439388"/>
                  </a:lnTo>
                  <a:lnTo>
                    <a:pt x="285655" y="438817"/>
                  </a:lnTo>
                  <a:lnTo>
                    <a:pt x="285083" y="438150"/>
                  </a:lnTo>
                  <a:lnTo>
                    <a:pt x="283369" y="437293"/>
                  </a:lnTo>
                  <a:lnTo>
                    <a:pt x="282607" y="436531"/>
                  </a:lnTo>
                  <a:lnTo>
                    <a:pt x="282512" y="436150"/>
                  </a:lnTo>
                  <a:lnTo>
                    <a:pt x="282416" y="435293"/>
                  </a:lnTo>
                  <a:lnTo>
                    <a:pt x="282226" y="434816"/>
                  </a:lnTo>
                  <a:lnTo>
                    <a:pt x="281845" y="434435"/>
                  </a:lnTo>
                  <a:lnTo>
                    <a:pt x="280511" y="433673"/>
                  </a:lnTo>
                  <a:lnTo>
                    <a:pt x="276511" y="429578"/>
                  </a:lnTo>
                  <a:lnTo>
                    <a:pt x="274892" y="428435"/>
                  </a:lnTo>
                  <a:lnTo>
                    <a:pt x="271939" y="427482"/>
                  </a:lnTo>
                  <a:lnTo>
                    <a:pt x="271653" y="427196"/>
                  </a:lnTo>
                  <a:lnTo>
                    <a:pt x="271177" y="426815"/>
                  </a:lnTo>
                  <a:lnTo>
                    <a:pt x="270796" y="425958"/>
                  </a:lnTo>
                  <a:lnTo>
                    <a:pt x="270701" y="424815"/>
                  </a:lnTo>
                  <a:lnTo>
                    <a:pt x="270796" y="423672"/>
                  </a:lnTo>
                  <a:lnTo>
                    <a:pt x="271082" y="422815"/>
                  </a:lnTo>
                  <a:lnTo>
                    <a:pt x="271748" y="422243"/>
                  </a:lnTo>
                  <a:lnTo>
                    <a:pt x="271748" y="422243"/>
                  </a:lnTo>
                  <a:lnTo>
                    <a:pt x="272320" y="420529"/>
                  </a:lnTo>
                  <a:lnTo>
                    <a:pt x="272415" y="420053"/>
                  </a:lnTo>
                  <a:lnTo>
                    <a:pt x="272320" y="419386"/>
                  </a:lnTo>
                  <a:lnTo>
                    <a:pt x="272129" y="419005"/>
                  </a:lnTo>
                  <a:lnTo>
                    <a:pt x="271844" y="418719"/>
                  </a:lnTo>
                  <a:lnTo>
                    <a:pt x="271558" y="418147"/>
                  </a:lnTo>
                  <a:lnTo>
                    <a:pt x="271177" y="417005"/>
                  </a:lnTo>
                  <a:lnTo>
                    <a:pt x="270986" y="414909"/>
                  </a:lnTo>
                  <a:lnTo>
                    <a:pt x="270701" y="413671"/>
                  </a:lnTo>
                  <a:lnTo>
                    <a:pt x="270415" y="413099"/>
                  </a:lnTo>
                  <a:lnTo>
                    <a:pt x="270225" y="412528"/>
                  </a:lnTo>
                  <a:lnTo>
                    <a:pt x="270320" y="411956"/>
                  </a:lnTo>
                  <a:lnTo>
                    <a:pt x="270891" y="411289"/>
                  </a:lnTo>
                  <a:lnTo>
                    <a:pt x="270986" y="411099"/>
                  </a:lnTo>
                  <a:lnTo>
                    <a:pt x="270891" y="410909"/>
                  </a:lnTo>
                  <a:lnTo>
                    <a:pt x="270415" y="410528"/>
                  </a:lnTo>
                  <a:lnTo>
                    <a:pt x="270320" y="410337"/>
                  </a:lnTo>
                  <a:lnTo>
                    <a:pt x="270415" y="410146"/>
                  </a:lnTo>
                  <a:lnTo>
                    <a:pt x="270701" y="409956"/>
                  </a:lnTo>
                  <a:lnTo>
                    <a:pt x="271082" y="409765"/>
                  </a:lnTo>
                  <a:lnTo>
                    <a:pt x="271367" y="409575"/>
                  </a:lnTo>
                  <a:lnTo>
                    <a:pt x="271558" y="409289"/>
                  </a:lnTo>
                  <a:lnTo>
                    <a:pt x="271558" y="409004"/>
                  </a:lnTo>
                  <a:lnTo>
                    <a:pt x="271558" y="409004"/>
                  </a:lnTo>
                  <a:lnTo>
                    <a:pt x="270701" y="408432"/>
                  </a:lnTo>
                  <a:lnTo>
                    <a:pt x="270225" y="407765"/>
                  </a:lnTo>
                  <a:lnTo>
                    <a:pt x="269367" y="406051"/>
                  </a:lnTo>
                  <a:lnTo>
                    <a:pt x="266986" y="403288"/>
                  </a:lnTo>
                  <a:lnTo>
                    <a:pt x="265938" y="401479"/>
                  </a:lnTo>
                  <a:lnTo>
                    <a:pt x="263176" y="394145"/>
                  </a:lnTo>
                  <a:lnTo>
                    <a:pt x="263081" y="394049"/>
                  </a:lnTo>
                  <a:lnTo>
                    <a:pt x="262985" y="390239"/>
                  </a:lnTo>
                  <a:lnTo>
                    <a:pt x="263366" y="387001"/>
                  </a:lnTo>
                  <a:lnTo>
                    <a:pt x="263176" y="382905"/>
                  </a:lnTo>
                  <a:lnTo>
                    <a:pt x="263176" y="382714"/>
                  </a:lnTo>
                  <a:lnTo>
                    <a:pt x="263176" y="382048"/>
                  </a:lnTo>
                  <a:lnTo>
                    <a:pt x="263176" y="381667"/>
                  </a:lnTo>
                  <a:lnTo>
                    <a:pt x="262985" y="381190"/>
                  </a:lnTo>
                  <a:lnTo>
                    <a:pt x="262414" y="380238"/>
                  </a:lnTo>
                  <a:lnTo>
                    <a:pt x="262319" y="379667"/>
                  </a:lnTo>
                  <a:lnTo>
                    <a:pt x="263271" y="378428"/>
                  </a:lnTo>
                  <a:lnTo>
                    <a:pt x="265367" y="378238"/>
                  </a:lnTo>
                  <a:lnTo>
                    <a:pt x="269653" y="378619"/>
                  </a:lnTo>
                  <a:lnTo>
                    <a:pt x="272891" y="378333"/>
                  </a:lnTo>
                  <a:lnTo>
                    <a:pt x="273939" y="377952"/>
                  </a:lnTo>
                  <a:lnTo>
                    <a:pt x="276416" y="376523"/>
                  </a:lnTo>
                  <a:lnTo>
                    <a:pt x="277368" y="376238"/>
                  </a:lnTo>
                  <a:lnTo>
                    <a:pt x="275463" y="374999"/>
                  </a:lnTo>
                  <a:lnTo>
                    <a:pt x="274320" y="373856"/>
                  </a:lnTo>
                  <a:lnTo>
                    <a:pt x="274415" y="372713"/>
                  </a:lnTo>
                  <a:lnTo>
                    <a:pt x="276130" y="371380"/>
                  </a:lnTo>
                  <a:lnTo>
                    <a:pt x="281464" y="368808"/>
                  </a:lnTo>
                  <a:lnTo>
                    <a:pt x="282702" y="367760"/>
                  </a:lnTo>
                  <a:lnTo>
                    <a:pt x="282893" y="367284"/>
                  </a:lnTo>
                  <a:lnTo>
                    <a:pt x="282988" y="366141"/>
                  </a:lnTo>
                  <a:lnTo>
                    <a:pt x="283083" y="365570"/>
                  </a:lnTo>
                  <a:lnTo>
                    <a:pt x="283369" y="365093"/>
                  </a:lnTo>
                  <a:lnTo>
                    <a:pt x="284321" y="363950"/>
                  </a:lnTo>
                  <a:lnTo>
                    <a:pt x="284702" y="362998"/>
                  </a:lnTo>
                  <a:lnTo>
                    <a:pt x="285655" y="360045"/>
                  </a:lnTo>
                  <a:lnTo>
                    <a:pt x="286608" y="358330"/>
                  </a:lnTo>
                  <a:lnTo>
                    <a:pt x="287941" y="356997"/>
                  </a:lnTo>
                  <a:lnTo>
                    <a:pt x="290989" y="354616"/>
                  </a:lnTo>
                  <a:lnTo>
                    <a:pt x="291751" y="353759"/>
                  </a:lnTo>
                  <a:lnTo>
                    <a:pt x="291941" y="353092"/>
                  </a:lnTo>
                  <a:lnTo>
                    <a:pt x="291941" y="352330"/>
                  </a:lnTo>
                  <a:lnTo>
                    <a:pt x="292132" y="351092"/>
                  </a:lnTo>
                  <a:lnTo>
                    <a:pt x="292513" y="350234"/>
                  </a:lnTo>
                  <a:lnTo>
                    <a:pt x="293656" y="348710"/>
                  </a:lnTo>
                  <a:lnTo>
                    <a:pt x="294037" y="347853"/>
                  </a:lnTo>
                  <a:lnTo>
                    <a:pt x="294132" y="346805"/>
                  </a:lnTo>
                  <a:lnTo>
                    <a:pt x="294132" y="346138"/>
                  </a:lnTo>
                  <a:lnTo>
                    <a:pt x="294132" y="345853"/>
                  </a:lnTo>
                  <a:lnTo>
                    <a:pt x="294418" y="344996"/>
                  </a:lnTo>
                  <a:lnTo>
                    <a:pt x="295275" y="344138"/>
                  </a:lnTo>
                  <a:lnTo>
                    <a:pt x="296133" y="343757"/>
                  </a:lnTo>
                  <a:lnTo>
                    <a:pt x="298037" y="343186"/>
                  </a:lnTo>
                  <a:lnTo>
                    <a:pt x="298895" y="342614"/>
                  </a:lnTo>
                  <a:lnTo>
                    <a:pt x="299561" y="342043"/>
                  </a:lnTo>
                  <a:lnTo>
                    <a:pt x="303181" y="338995"/>
                  </a:lnTo>
                  <a:lnTo>
                    <a:pt x="304895" y="338042"/>
                  </a:lnTo>
                  <a:lnTo>
                    <a:pt x="305943" y="337661"/>
                  </a:lnTo>
                  <a:lnTo>
                    <a:pt x="309086" y="337185"/>
                  </a:lnTo>
                  <a:lnTo>
                    <a:pt x="311468" y="336423"/>
                  </a:lnTo>
                  <a:lnTo>
                    <a:pt x="313087" y="335947"/>
                  </a:lnTo>
                  <a:lnTo>
                    <a:pt x="316706" y="335947"/>
                  </a:lnTo>
                  <a:lnTo>
                    <a:pt x="317850" y="335852"/>
                  </a:lnTo>
                  <a:lnTo>
                    <a:pt x="318802" y="335471"/>
                  </a:lnTo>
                  <a:lnTo>
                    <a:pt x="320231" y="334423"/>
                  </a:lnTo>
                  <a:lnTo>
                    <a:pt x="320993" y="334232"/>
                  </a:lnTo>
                  <a:lnTo>
                    <a:pt x="321183" y="334328"/>
                  </a:lnTo>
                  <a:lnTo>
                    <a:pt x="321469" y="334613"/>
                  </a:lnTo>
                  <a:lnTo>
                    <a:pt x="321850" y="334899"/>
                  </a:lnTo>
                  <a:lnTo>
                    <a:pt x="322421" y="334994"/>
                  </a:lnTo>
                  <a:lnTo>
                    <a:pt x="322802" y="334804"/>
                  </a:lnTo>
                  <a:lnTo>
                    <a:pt x="324803" y="333470"/>
                  </a:lnTo>
                  <a:lnTo>
                    <a:pt x="326803" y="332422"/>
                  </a:lnTo>
                  <a:lnTo>
                    <a:pt x="327660" y="332232"/>
                  </a:lnTo>
                  <a:lnTo>
                    <a:pt x="328613" y="332518"/>
                  </a:lnTo>
                  <a:lnTo>
                    <a:pt x="329279" y="332994"/>
                  </a:lnTo>
                  <a:lnTo>
                    <a:pt x="330041" y="333185"/>
                  </a:lnTo>
                  <a:lnTo>
                    <a:pt x="331089" y="332613"/>
                  </a:lnTo>
                  <a:lnTo>
                    <a:pt x="331375" y="332232"/>
                  </a:lnTo>
                  <a:lnTo>
                    <a:pt x="331470" y="331756"/>
                  </a:lnTo>
                  <a:lnTo>
                    <a:pt x="331661" y="331375"/>
                  </a:lnTo>
                  <a:lnTo>
                    <a:pt x="332137" y="331089"/>
                  </a:lnTo>
                  <a:lnTo>
                    <a:pt x="332708" y="331089"/>
                  </a:lnTo>
                  <a:lnTo>
                    <a:pt x="333185" y="331280"/>
                  </a:lnTo>
                  <a:lnTo>
                    <a:pt x="333661" y="331565"/>
                  </a:lnTo>
                  <a:lnTo>
                    <a:pt x="333946" y="331946"/>
                  </a:lnTo>
                  <a:lnTo>
                    <a:pt x="334042" y="332518"/>
                  </a:lnTo>
                  <a:lnTo>
                    <a:pt x="333946" y="333756"/>
                  </a:lnTo>
                  <a:lnTo>
                    <a:pt x="334137" y="334232"/>
                  </a:lnTo>
                  <a:lnTo>
                    <a:pt x="334518" y="334423"/>
                  </a:lnTo>
                  <a:lnTo>
                    <a:pt x="336328" y="334518"/>
                  </a:lnTo>
                  <a:lnTo>
                    <a:pt x="339376" y="335280"/>
                  </a:lnTo>
                  <a:lnTo>
                    <a:pt x="340424" y="335375"/>
                  </a:lnTo>
                  <a:lnTo>
                    <a:pt x="341090" y="335280"/>
                  </a:lnTo>
                  <a:lnTo>
                    <a:pt x="341471" y="335185"/>
                  </a:lnTo>
                  <a:lnTo>
                    <a:pt x="341948" y="335185"/>
                  </a:lnTo>
                  <a:lnTo>
                    <a:pt x="342710" y="335471"/>
                  </a:lnTo>
                  <a:lnTo>
                    <a:pt x="343281" y="335852"/>
                  </a:lnTo>
                  <a:lnTo>
                    <a:pt x="343758" y="336232"/>
                  </a:lnTo>
                  <a:lnTo>
                    <a:pt x="344329" y="336613"/>
                  </a:lnTo>
                  <a:lnTo>
                    <a:pt x="345091" y="336804"/>
                  </a:lnTo>
                  <a:lnTo>
                    <a:pt x="346043" y="336709"/>
                  </a:lnTo>
                  <a:lnTo>
                    <a:pt x="346329" y="336423"/>
                  </a:lnTo>
                  <a:lnTo>
                    <a:pt x="346425" y="336042"/>
                  </a:lnTo>
                  <a:lnTo>
                    <a:pt x="346901" y="335566"/>
                  </a:lnTo>
                  <a:lnTo>
                    <a:pt x="349758" y="335471"/>
                  </a:lnTo>
                  <a:lnTo>
                    <a:pt x="351187" y="336709"/>
                  </a:lnTo>
                  <a:lnTo>
                    <a:pt x="352996" y="336328"/>
                  </a:lnTo>
                  <a:lnTo>
                    <a:pt x="353473" y="336137"/>
                  </a:lnTo>
                  <a:lnTo>
                    <a:pt x="353473" y="336137"/>
                  </a:lnTo>
                  <a:lnTo>
                    <a:pt x="354997" y="335375"/>
                  </a:lnTo>
                  <a:lnTo>
                    <a:pt x="356902" y="334804"/>
                  </a:lnTo>
                  <a:lnTo>
                    <a:pt x="357188" y="334994"/>
                  </a:lnTo>
                  <a:lnTo>
                    <a:pt x="357473" y="335280"/>
                  </a:lnTo>
                  <a:lnTo>
                    <a:pt x="357854" y="335566"/>
                  </a:lnTo>
                  <a:lnTo>
                    <a:pt x="358521" y="335566"/>
                  </a:lnTo>
                  <a:lnTo>
                    <a:pt x="358902" y="335375"/>
                  </a:lnTo>
                  <a:lnTo>
                    <a:pt x="360236" y="333946"/>
                  </a:lnTo>
                  <a:lnTo>
                    <a:pt x="360331" y="333661"/>
                  </a:lnTo>
                  <a:lnTo>
                    <a:pt x="360426" y="333470"/>
                  </a:lnTo>
                  <a:lnTo>
                    <a:pt x="360902" y="333470"/>
                  </a:lnTo>
                  <a:lnTo>
                    <a:pt x="360712" y="333661"/>
                  </a:lnTo>
                  <a:lnTo>
                    <a:pt x="360712" y="334137"/>
                  </a:lnTo>
                  <a:lnTo>
                    <a:pt x="360998" y="334613"/>
                  </a:lnTo>
                  <a:lnTo>
                    <a:pt x="361664" y="334804"/>
                  </a:lnTo>
                  <a:lnTo>
                    <a:pt x="362617" y="334518"/>
                  </a:lnTo>
                  <a:lnTo>
                    <a:pt x="363284" y="333946"/>
                  </a:lnTo>
                  <a:lnTo>
                    <a:pt x="364046" y="333565"/>
                  </a:lnTo>
                  <a:lnTo>
                    <a:pt x="365284" y="333661"/>
                  </a:lnTo>
                  <a:lnTo>
                    <a:pt x="368141" y="334804"/>
                  </a:lnTo>
                  <a:lnTo>
                    <a:pt x="374142" y="335661"/>
                  </a:lnTo>
                  <a:lnTo>
                    <a:pt x="374523" y="335852"/>
                  </a:lnTo>
                  <a:lnTo>
                    <a:pt x="374904" y="335947"/>
                  </a:lnTo>
                  <a:lnTo>
                    <a:pt x="375190" y="335947"/>
                  </a:lnTo>
                  <a:lnTo>
                    <a:pt x="375380" y="335947"/>
                  </a:lnTo>
                  <a:lnTo>
                    <a:pt x="375666" y="335756"/>
                  </a:lnTo>
                  <a:lnTo>
                    <a:pt x="376047" y="335471"/>
                  </a:lnTo>
                  <a:lnTo>
                    <a:pt x="376428" y="335185"/>
                  </a:lnTo>
                  <a:lnTo>
                    <a:pt x="377000" y="334994"/>
                  </a:lnTo>
                  <a:lnTo>
                    <a:pt x="377952" y="335185"/>
                  </a:lnTo>
                  <a:lnTo>
                    <a:pt x="378809" y="335566"/>
                  </a:lnTo>
                  <a:lnTo>
                    <a:pt x="379667" y="335756"/>
                  </a:lnTo>
                  <a:lnTo>
                    <a:pt x="380714" y="335280"/>
                  </a:lnTo>
                  <a:lnTo>
                    <a:pt x="381286" y="334613"/>
                  </a:lnTo>
                  <a:lnTo>
                    <a:pt x="381762" y="333756"/>
                  </a:lnTo>
                  <a:lnTo>
                    <a:pt x="382334" y="332994"/>
                  </a:lnTo>
                  <a:lnTo>
                    <a:pt x="383191" y="332518"/>
                  </a:lnTo>
                  <a:lnTo>
                    <a:pt x="384048" y="332518"/>
                  </a:lnTo>
                  <a:lnTo>
                    <a:pt x="385382" y="333089"/>
                  </a:lnTo>
                  <a:lnTo>
                    <a:pt x="386239" y="333089"/>
                  </a:lnTo>
                  <a:lnTo>
                    <a:pt x="386620" y="332804"/>
                  </a:lnTo>
                  <a:lnTo>
                    <a:pt x="387096" y="331946"/>
                  </a:lnTo>
                  <a:lnTo>
                    <a:pt x="387572" y="331756"/>
                  </a:lnTo>
                  <a:lnTo>
                    <a:pt x="387953" y="331946"/>
                  </a:lnTo>
                  <a:lnTo>
                    <a:pt x="388239" y="332899"/>
                  </a:lnTo>
                  <a:lnTo>
                    <a:pt x="388620" y="333185"/>
                  </a:lnTo>
                  <a:lnTo>
                    <a:pt x="389382" y="332994"/>
                  </a:lnTo>
                  <a:lnTo>
                    <a:pt x="391001" y="331756"/>
                  </a:lnTo>
                  <a:lnTo>
                    <a:pt x="391763" y="331375"/>
                  </a:lnTo>
                  <a:lnTo>
                    <a:pt x="392621" y="331470"/>
                  </a:lnTo>
                  <a:lnTo>
                    <a:pt x="393383" y="331946"/>
                  </a:lnTo>
                  <a:lnTo>
                    <a:pt x="394050" y="332518"/>
                  </a:lnTo>
                  <a:lnTo>
                    <a:pt x="394907" y="332994"/>
                  </a:lnTo>
                  <a:lnTo>
                    <a:pt x="395288" y="332994"/>
                  </a:lnTo>
                  <a:lnTo>
                    <a:pt x="396240" y="332804"/>
                  </a:lnTo>
                  <a:lnTo>
                    <a:pt x="396716" y="332804"/>
                  </a:lnTo>
                  <a:lnTo>
                    <a:pt x="397097" y="332994"/>
                  </a:lnTo>
                  <a:lnTo>
                    <a:pt x="397955" y="333565"/>
                  </a:lnTo>
                  <a:lnTo>
                    <a:pt x="398336" y="333756"/>
                  </a:lnTo>
                  <a:lnTo>
                    <a:pt x="399288" y="333946"/>
                  </a:lnTo>
                  <a:lnTo>
                    <a:pt x="401384" y="334328"/>
                  </a:lnTo>
                  <a:lnTo>
                    <a:pt x="402336" y="334613"/>
                  </a:lnTo>
                  <a:lnTo>
                    <a:pt x="402622" y="335280"/>
                  </a:lnTo>
                  <a:lnTo>
                    <a:pt x="402622" y="336042"/>
                  </a:lnTo>
                  <a:lnTo>
                    <a:pt x="402336" y="338519"/>
                  </a:lnTo>
                  <a:lnTo>
                    <a:pt x="402431" y="338995"/>
                  </a:lnTo>
                  <a:lnTo>
                    <a:pt x="404146" y="342138"/>
                  </a:lnTo>
                  <a:lnTo>
                    <a:pt x="405098" y="343186"/>
                  </a:lnTo>
                  <a:lnTo>
                    <a:pt x="406241" y="343757"/>
                  </a:lnTo>
                  <a:lnTo>
                    <a:pt x="409099" y="342900"/>
                  </a:lnTo>
                  <a:lnTo>
                    <a:pt x="410718" y="340233"/>
                  </a:lnTo>
                  <a:lnTo>
                    <a:pt x="411956" y="337566"/>
                  </a:lnTo>
                  <a:lnTo>
                    <a:pt x="413480" y="336709"/>
                  </a:lnTo>
                  <a:lnTo>
                    <a:pt x="414242" y="336709"/>
                  </a:lnTo>
                  <a:lnTo>
                    <a:pt x="417005" y="336042"/>
                  </a:lnTo>
                  <a:lnTo>
                    <a:pt x="417957" y="335661"/>
                  </a:lnTo>
                  <a:lnTo>
                    <a:pt x="418338" y="335280"/>
                  </a:lnTo>
                  <a:lnTo>
                    <a:pt x="419005" y="334137"/>
                  </a:lnTo>
                  <a:lnTo>
                    <a:pt x="419386" y="333851"/>
                  </a:lnTo>
                  <a:lnTo>
                    <a:pt x="419862" y="333851"/>
                  </a:lnTo>
                  <a:lnTo>
                    <a:pt x="420815" y="334518"/>
                  </a:lnTo>
                  <a:lnTo>
                    <a:pt x="421481" y="334518"/>
                  </a:lnTo>
                  <a:lnTo>
                    <a:pt x="421767" y="334232"/>
                  </a:lnTo>
                  <a:lnTo>
                    <a:pt x="422720" y="333280"/>
                  </a:lnTo>
                  <a:lnTo>
                    <a:pt x="423101" y="332899"/>
                  </a:lnTo>
                  <a:lnTo>
                    <a:pt x="423672" y="332708"/>
                  </a:lnTo>
                  <a:lnTo>
                    <a:pt x="425101" y="332422"/>
                  </a:lnTo>
                  <a:lnTo>
                    <a:pt x="425672" y="332137"/>
                  </a:lnTo>
                  <a:lnTo>
                    <a:pt x="425863" y="331756"/>
                  </a:lnTo>
                  <a:lnTo>
                    <a:pt x="426339" y="330518"/>
                  </a:lnTo>
                  <a:lnTo>
                    <a:pt x="426625" y="329946"/>
                  </a:lnTo>
                  <a:lnTo>
                    <a:pt x="427006" y="329565"/>
                  </a:lnTo>
                  <a:lnTo>
                    <a:pt x="428244" y="328422"/>
                  </a:lnTo>
                  <a:lnTo>
                    <a:pt x="429959" y="326231"/>
                  </a:lnTo>
                  <a:lnTo>
                    <a:pt x="430625" y="324803"/>
                  </a:lnTo>
                  <a:lnTo>
                    <a:pt x="430721" y="323183"/>
                  </a:lnTo>
                  <a:lnTo>
                    <a:pt x="429959" y="319564"/>
                  </a:lnTo>
                  <a:lnTo>
                    <a:pt x="430054" y="317945"/>
                  </a:lnTo>
                  <a:lnTo>
                    <a:pt x="430435" y="315468"/>
                  </a:lnTo>
                  <a:lnTo>
                    <a:pt x="430244" y="314992"/>
                  </a:lnTo>
                  <a:lnTo>
                    <a:pt x="429673" y="314039"/>
                  </a:lnTo>
                  <a:lnTo>
                    <a:pt x="429578" y="312801"/>
                  </a:lnTo>
                  <a:lnTo>
                    <a:pt x="429863" y="311563"/>
                  </a:lnTo>
                  <a:lnTo>
                    <a:pt x="430244" y="310610"/>
                  </a:lnTo>
                  <a:lnTo>
                    <a:pt x="430530" y="310420"/>
                  </a:lnTo>
                  <a:lnTo>
                    <a:pt x="431292" y="310229"/>
                  </a:lnTo>
                  <a:lnTo>
                    <a:pt x="431483" y="310039"/>
                  </a:lnTo>
                  <a:lnTo>
                    <a:pt x="431483" y="309753"/>
                  </a:lnTo>
                  <a:lnTo>
                    <a:pt x="431102" y="308991"/>
                  </a:lnTo>
                  <a:lnTo>
                    <a:pt x="431006" y="308134"/>
                  </a:lnTo>
                  <a:lnTo>
                    <a:pt x="431102" y="307848"/>
                  </a:lnTo>
                  <a:lnTo>
                    <a:pt x="431292" y="307753"/>
                  </a:lnTo>
                  <a:lnTo>
                    <a:pt x="432150" y="307753"/>
                  </a:lnTo>
                  <a:lnTo>
                    <a:pt x="432435" y="307657"/>
                  </a:lnTo>
                  <a:lnTo>
                    <a:pt x="432816" y="306419"/>
                  </a:lnTo>
                  <a:lnTo>
                    <a:pt x="431959" y="304705"/>
                  </a:lnTo>
                  <a:lnTo>
                    <a:pt x="432435" y="303657"/>
                  </a:lnTo>
                  <a:lnTo>
                    <a:pt x="434531" y="302323"/>
                  </a:lnTo>
                  <a:lnTo>
                    <a:pt x="435007" y="301562"/>
                  </a:lnTo>
                  <a:lnTo>
                    <a:pt x="433578" y="301276"/>
                  </a:lnTo>
                  <a:lnTo>
                    <a:pt x="433578" y="301276"/>
                  </a:lnTo>
                  <a:lnTo>
                    <a:pt x="433578" y="301276"/>
                  </a:lnTo>
                  <a:lnTo>
                    <a:pt x="432911" y="300799"/>
                  </a:lnTo>
                  <a:lnTo>
                    <a:pt x="431387" y="298609"/>
                  </a:lnTo>
                  <a:lnTo>
                    <a:pt x="431292" y="298418"/>
                  </a:lnTo>
                  <a:lnTo>
                    <a:pt x="431292" y="297847"/>
                  </a:lnTo>
                  <a:lnTo>
                    <a:pt x="431197" y="297561"/>
                  </a:lnTo>
                  <a:lnTo>
                    <a:pt x="431006" y="297466"/>
                  </a:lnTo>
                  <a:lnTo>
                    <a:pt x="430340" y="297561"/>
                  </a:lnTo>
                  <a:lnTo>
                    <a:pt x="430054" y="297466"/>
                  </a:lnTo>
                  <a:lnTo>
                    <a:pt x="428816" y="296132"/>
                  </a:lnTo>
                  <a:lnTo>
                    <a:pt x="427673" y="295942"/>
                  </a:lnTo>
                  <a:lnTo>
                    <a:pt x="427196" y="295085"/>
                  </a:lnTo>
                  <a:lnTo>
                    <a:pt x="427196" y="293846"/>
                  </a:lnTo>
                  <a:lnTo>
                    <a:pt x="427387" y="292703"/>
                  </a:lnTo>
                  <a:lnTo>
                    <a:pt x="427768" y="291560"/>
                  </a:lnTo>
                  <a:lnTo>
                    <a:pt x="428244" y="290798"/>
                  </a:lnTo>
                  <a:lnTo>
                    <a:pt x="430435" y="288512"/>
                  </a:lnTo>
                  <a:lnTo>
                    <a:pt x="431864" y="287369"/>
                  </a:lnTo>
                  <a:lnTo>
                    <a:pt x="433388" y="286417"/>
                  </a:lnTo>
                  <a:lnTo>
                    <a:pt x="433578" y="286321"/>
                  </a:lnTo>
                  <a:lnTo>
                    <a:pt x="433578" y="284893"/>
                  </a:lnTo>
                  <a:lnTo>
                    <a:pt x="433388" y="283750"/>
                  </a:lnTo>
                  <a:lnTo>
                    <a:pt x="433197" y="283559"/>
                  </a:lnTo>
                  <a:lnTo>
                    <a:pt x="432150" y="283750"/>
                  </a:lnTo>
                  <a:lnTo>
                    <a:pt x="431102" y="283750"/>
                  </a:lnTo>
                  <a:lnTo>
                    <a:pt x="430054" y="283559"/>
                  </a:lnTo>
                  <a:lnTo>
                    <a:pt x="429196" y="282988"/>
                  </a:lnTo>
                  <a:lnTo>
                    <a:pt x="428911" y="282035"/>
                  </a:lnTo>
                  <a:lnTo>
                    <a:pt x="429387" y="280797"/>
                  </a:lnTo>
                  <a:lnTo>
                    <a:pt x="430435" y="280130"/>
                  </a:lnTo>
                  <a:lnTo>
                    <a:pt x="432911" y="279368"/>
                  </a:lnTo>
                  <a:lnTo>
                    <a:pt x="434816" y="278225"/>
                  </a:lnTo>
                  <a:lnTo>
                    <a:pt x="435674" y="277368"/>
                  </a:lnTo>
                  <a:lnTo>
                    <a:pt x="435959" y="276415"/>
                  </a:lnTo>
                  <a:lnTo>
                    <a:pt x="436055" y="274130"/>
                  </a:lnTo>
                  <a:lnTo>
                    <a:pt x="436245" y="272987"/>
                  </a:lnTo>
                  <a:lnTo>
                    <a:pt x="437579" y="269653"/>
                  </a:lnTo>
                  <a:lnTo>
                    <a:pt x="438150" y="266890"/>
                  </a:lnTo>
                  <a:lnTo>
                    <a:pt x="436436" y="262795"/>
                  </a:lnTo>
                  <a:close/>
                  <a:moveTo>
                    <a:pt x="139160" y="583311"/>
                  </a:moveTo>
                  <a:lnTo>
                    <a:pt x="142018" y="584549"/>
                  </a:lnTo>
                  <a:lnTo>
                    <a:pt x="143351" y="585311"/>
                  </a:lnTo>
                  <a:lnTo>
                    <a:pt x="143923" y="585788"/>
                  </a:lnTo>
                  <a:lnTo>
                    <a:pt x="143351" y="581692"/>
                  </a:lnTo>
                  <a:lnTo>
                    <a:pt x="142685" y="579882"/>
                  </a:lnTo>
                  <a:lnTo>
                    <a:pt x="140970" y="578834"/>
                  </a:lnTo>
                  <a:lnTo>
                    <a:pt x="140494" y="578739"/>
                  </a:lnTo>
                  <a:lnTo>
                    <a:pt x="139541" y="578834"/>
                  </a:lnTo>
                  <a:lnTo>
                    <a:pt x="139065" y="578834"/>
                  </a:lnTo>
                  <a:lnTo>
                    <a:pt x="138494" y="578548"/>
                  </a:lnTo>
                  <a:lnTo>
                    <a:pt x="138303" y="579025"/>
                  </a:lnTo>
                  <a:lnTo>
                    <a:pt x="137636" y="580168"/>
                  </a:lnTo>
                  <a:lnTo>
                    <a:pt x="137636" y="580549"/>
                  </a:lnTo>
                  <a:lnTo>
                    <a:pt x="138684" y="581692"/>
                  </a:lnTo>
                  <a:lnTo>
                    <a:pt x="138875" y="582263"/>
                  </a:lnTo>
                  <a:lnTo>
                    <a:pt x="138589" y="582930"/>
                  </a:lnTo>
                  <a:lnTo>
                    <a:pt x="139160" y="583311"/>
                  </a:lnTo>
                  <a:close/>
                  <a:moveTo>
                    <a:pt x="135922" y="595884"/>
                  </a:moveTo>
                  <a:lnTo>
                    <a:pt x="136112" y="597884"/>
                  </a:lnTo>
                  <a:lnTo>
                    <a:pt x="136398" y="598932"/>
                  </a:lnTo>
                  <a:lnTo>
                    <a:pt x="136875" y="598742"/>
                  </a:lnTo>
                  <a:lnTo>
                    <a:pt x="139351" y="598456"/>
                  </a:lnTo>
                  <a:lnTo>
                    <a:pt x="139732" y="598456"/>
                  </a:lnTo>
                  <a:lnTo>
                    <a:pt x="140113" y="598456"/>
                  </a:lnTo>
                  <a:lnTo>
                    <a:pt x="140494" y="598265"/>
                  </a:lnTo>
                  <a:lnTo>
                    <a:pt x="140684" y="597884"/>
                  </a:lnTo>
                  <a:lnTo>
                    <a:pt x="140684" y="597503"/>
                  </a:lnTo>
                  <a:lnTo>
                    <a:pt x="140779" y="597122"/>
                  </a:lnTo>
                  <a:lnTo>
                    <a:pt x="142304" y="596360"/>
                  </a:lnTo>
                  <a:lnTo>
                    <a:pt x="142685" y="595027"/>
                  </a:lnTo>
                  <a:lnTo>
                    <a:pt x="142875" y="593312"/>
                  </a:lnTo>
                  <a:lnTo>
                    <a:pt x="143351" y="591788"/>
                  </a:lnTo>
                  <a:lnTo>
                    <a:pt x="143923" y="591217"/>
                  </a:lnTo>
                  <a:lnTo>
                    <a:pt x="143637" y="590455"/>
                  </a:lnTo>
                  <a:lnTo>
                    <a:pt x="143066" y="589883"/>
                  </a:lnTo>
                  <a:lnTo>
                    <a:pt x="142780" y="589788"/>
                  </a:lnTo>
                  <a:lnTo>
                    <a:pt x="142399" y="590836"/>
                  </a:lnTo>
                  <a:lnTo>
                    <a:pt x="141446" y="591026"/>
                  </a:lnTo>
                  <a:lnTo>
                    <a:pt x="138303" y="590264"/>
                  </a:lnTo>
                  <a:lnTo>
                    <a:pt x="136970" y="590169"/>
                  </a:lnTo>
                  <a:lnTo>
                    <a:pt x="135731" y="590360"/>
                  </a:lnTo>
                  <a:lnTo>
                    <a:pt x="135255" y="591026"/>
                  </a:lnTo>
                  <a:lnTo>
                    <a:pt x="135541" y="591979"/>
                  </a:lnTo>
                  <a:lnTo>
                    <a:pt x="136017" y="592931"/>
                  </a:lnTo>
                  <a:lnTo>
                    <a:pt x="136112" y="593884"/>
                  </a:lnTo>
                  <a:lnTo>
                    <a:pt x="135350" y="594836"/>
                  </a:lnTo>
                  <a:lnTo>
                    <a:pt x="135922" y="595884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" name="Freeform: Shape 10">
              <a:extLst>
                <a:ext uri="{FF2B5EF4-FFF2-40B4-BE49-F238E27FC236}">
                  <a16:creationId xmlns:a16="http://schemas.microsoft.com/office/drawing/2014/main" id="{5E092DBE-681E-FB63-A66C-2A4F1B84940F}"/>
                </a:ext>
              </a:extLst>
            </p:cNvPr>
            <p:cNvSpPr/>
            <p:nvPr/>
          </p:nvSpPr>
          <p:spPr>
            <a:xfrm>
              <a:off x="4362354" y="2533364"/>
              <a:ext cx="409575" cy="285750"/>
            </a:xfrm>
            <a:custGeom>
              <a:avLst/>
              <a:gdLst>
                <a:gd name="connsiteX0" fmla="*/ 410813 w 409575"/>
                <a:gd name="connsiteY0" fmla="*/ 245078 h 285750"/>
                <a:gd name="connsiteX1" fmla="*/ 409289 w 409575"/>
                <a:gd name="connsiteY1" fmla="*/ 243650 h 285750"/>
                <a:gd name="connsiteX2" fmla="*/ 406622 w 409575"/>
                <a:gd name="connsiteY2" fmla="*/ 240125 h 285750"/>
                <a:gd name="connsiteX3" fmla="*/ 405670 w 409575"/>
                <a:gd name="connsiteY3" fmla="*/ 239268 h 285750"/>
                <a:gd name="connsiteX4" fmla="*/ 400907 w 409575"/>
                <a:gd name="connsiteY4" fmla="*/ 236506 h 285750"/>
                <a:gd name="connsiteX5" fmla="*/ 399288 w 409575"/>
                <a:gd name="connsiteY5" fmla="*/ 235077 h 285750"/>
                <a:gd name="connsiteX6" fmla="*/ 398050 w 409575"/>
                <a:gd name="connsiteY6" fmla="*/ 233172 h 285750"/>
                <a:gd name="connsiteX7" fmla="*/ 397573 w 409575"/>
                <a:gd name="connsiteY7" fmla="*/ 230886 h 285750"/>
                <a:gd name="connsiteX8" fmla="*/ 397764 w 409575"/>
                <a:gd name="connsiteY8" fmla="*/ 229648 h 285750"/>
                <a:gd name="connsiteX9" fmla="*/ 398336 w 409575"/>
                <a:gd name="connsiteY9" fmla="*/ 228695 h 285750"/>
                <a:gd name="connsiteX10" fmla="*/ 399098 w 409575"/>
                <a:gd name="connsiteY10" fmla="*/ 227838 h 285750"/>
                <a:gd name="connsiteX11" fmla="*/ 399764 w 409575"/>
                <a:gd name="connsiteY11" fmla="*/ 226885 h 285750"/>
                <a:gd name="connsiteX12" fmla="*/ 399955 w 409575"/>
                <a:gd name="connsiteY12" fmla="*/ 226314 h 285750"/>
                <a:gd name="connsiteX13" fmla="*/ 400050 w 409575"/>
                <a:gd name="connsiteY13" fmla="*/ 225742 h 285750"/>
                <a:gd name="connsiteX14" fmla="*/ 400240 w 409575"/>
                <a:gd name="connsiteY14" fmla="*/ 225171 h 285750"/>
                <a:gd name="connsiteX15" fmla="*/ 400622 w 409575"/>
                <a:gd name="connsiteY15" fmla="*/ 224600 h 285750"/>
                <a:gd name="connsiteX16" fmla="*/ 401479 w 409575"/>
                <a:gd name="connsiteY16" fmla="*/ 223456 h 285750"/>
                <a:gd name="connsiteX17" fmla="*/ 401860 w 409575"/>
                <a:gd name="connsiteY17" fmla="*/ 222790 h 285750"/>
                <a:gd name="connsiteX18" fmla="*/ 402050 w 409575"/>
                <a:gd name="connsiteY18" fmla="*/ 222123 h 285750"/>
                <a:gd name="connsiteX19" fmla="*/ 401860 w 409575"/>
                <a:gd name="connsiteY19" fmla="*/ 220885 h 285750"/>
                <a:gd name="connsiteX20" fmla="*/ 401193 w 409575"/>
                <a:gd name="connsiteY20" fmla="*/ 220218 h 285750"/>
                <a:gd name="connsiteX21" fmla="*/ 398526 w 409575"/>
                <a:gd name="connsiteY21" fmla="*/ 218694 h 285750"/>
                <a:gd name="connsiteX22" fmla="*/ 398145 w 409575"/>
                <a:gd name="connsiteY22" fmla="*/ 218313 h 285750"/>
                <a:gd name="connsiteX23" fmla="*/ 397859 w 409575"/>
                <a:gd name="connsiteY23" fmla="*/ 217837 h 285750"/>
                <a:gd name="connsiteX24" fmla="*/ 397669 w 409575"/>
                <a:gd name="connsiteY24" fmla="*/ 216979 h 285750"/>
                <a:gd name="connsiteX25" fmla="*/ 397859 w 409575"/>
                <a:gd name="connsiteY25" fmla="*/ 216599 h 285750"/>
                <a:gd name="connsiteX26" fmla="*/ 398240 w 409575"/>
                <a:gd name="connsiteY26" fmla="*/ 216408 h 285750"/>
                <a:gd name="connsiteX27" fmla="*/ 399098 w 409575"/>
                <a:gd name="connsiteY27" fmla="*/ 214979 h 285750"/>
                <a:gd name="connsiteX28" fmla="*/ 399193 w 409575"/>
                <a:gd name="connsiteY28" fmla="*/ 214503 h 285750"/>
                <a:gd name="connsiteX29" fmla="*/ 398717 w 409575"/>
                <a:gd name="connsiteY29" fmla="*/ 214122 h 285750"/>
                <a:gd name="connsiteX30" fmla="*/ 398145 w 409575"/>
                <a:gd name="connsiteY30" fmla="*/ 213741 h 285750"/>
                <a:gd name="connsiteX31" fmla="*/ 397955 w 409575"/>
                <a:gd name="connsiteY31" fmla="*/ 213360 h 285750"/>
                <a:gd name="connsiteX32" fmla="*/ 397955 w 409575"/>
                <a:gd name="connsiteY32" fmla="*/ 212884 h 285750"/>
                <a:gd name="connsiteX33" fmla="*/ 397859 w 409575"/>
                <a:gd name="connsiteY33" fmla="*/ 211074 h 285750"/>
                <a:gd name="connsiteX34" fmla="*/ 398050 w 409575"/>
                <a:gd name="connsiteY34" fmla="*/ 206883 h 285750"/>
                <a:gd name="connsiteX35" fmla="*/ 397383 w 409575"/>
                <a:gd name="connsiteY35" fmla="*/ 205073 h 285750"/>
                <a:gd name="connsiteX36" fmla="*/ 393668 w 409575"/>
                <a:gd name="connsiteY36" fmla="*/ 202978 h 285750"/>
                <a:gd name="connsiteX37" fmla="*/ 392621 w 409575"/>
                <a:gd name="connsiteY37" fmla="*/ 201073 h 285750"/>
                <a:gd name="connsiteX38" fmla="*/ 391573 w 409575"/>
                <a:gd name="connsiteY38" fmla="*/ 193453 h 285750"/>
                <a:gd name="connsiteX39" fmla="*/ 391573 w 409575"/>
                <a:gd name="connsiteY39" fmla="*/ 187071 h 285750"/>
                <a:gd name="connsiteX40" fmla="*/ 391763 w 409575"/>
                <a:gd name="connsiteY40" fmla="*/ 185833 h 285750"/>
                <a:gd name="connsiteX41" fmla="*/ 392240 w 409575"/>
                <a:gd name="connsiteY41" fmla="*/ 184785 h 285750"/>
                <a:gd name="connsiteX42" fmla="*/ 394430 w 409575"/>
                <a:gd name="connsiteY42" fmla="*/ 182309 h 285750"/>
                <a:gd name="connsiteX43" fmla="*/ 395002 w 409575"/>
                <a:gd name="connsiteY43" fmla="*/ 181261 h 285750"/>
                <a:gd name="connsiteX44" fmla="*/ 395288 w 409575"/>
                <a:gd name="connsiteY44" fmla="*/ 180022 h 285750"/>
                <a:gd name="connsiteX45" fmla="*/ 395288 w 409575"/>
                <a:gd name="connsiteY45" fmla="*/ 178689 h 285750"/>
                <a:gd name="connsiteX46" fmla="*/ 394907 w 409575"/>
                <a:gd name="connsiteY46" fmla="*/ 176784 h 285750"/>
                <a:gd name="connsiteX47" fmla="*/ 394811 w 409575"/>
                <a:gd name="connsiteY47" fmla="*/ 176117 h 285750"/>
                <a:gd name="connsiteX48" fmla="*/ 394621 w 409575"/>
                <a:gd name="connsiteY48" fmla="*/ 175546 h 285750"/>
                <a:gd name="connsiteX49" fmla="*/ 394240 w 409575"/>
                <a:gd name="connsiteY49" fmla="*/ 175165 h 285750"/>
                <a:gd name="connsiteX50" fmla="*/ 393287 w 409575"/>
                <a:gd name="connsiteY50" fmla="*/ 174593 h 285750"/>
                <a:gd name="connsiteX51" fmla="*/ 392906 w 409575"/>
                <a:gd name="connsiteY51" fmla="*/ 174212 h 285750"/>
                <a:gd name="connsiteX52" fmla="*/ 392430 w 409575"/>
                <a:gd name="connsiteY52" fmla="*/ 173450 h 285750"/>
                <a:gd name="connsiteX53" fmla="*/ 392430 w 409575"/>
                <a:gd name="connsiteY53" fmla="*/ 173450 h 285750"/>
                <a:gd name="connsiteX54" fmla="*/ 392430 w 409575"/>
                <a:gd name="connsiteY54" fmla="*/ 173450 h 285750"/>
                <a:gd name="connsiteX55" fmla="*/ 392430 w 409575"/>
                <a:gd name="connsiteY55" fmla="*/ 173450 h 285750"/>
                <a:gd name="connsiteX56" fmla="*/ 391573 w 409575"/>
                <a:gd name="connsiteY56" fmla="*/ 172307 h 285750"/>
                <a:gd name="connsiteX57" fmla="*/ 390715 w 409575"/>
                <a:gd name="connsiteY57" fmla="*/ 171641 h 285750"/>
                <a:gd name="connsiteX58" fmla="*/ 389763 w 409575"/>
                <a:gd name="connsiteY58" fmla="*/ 171450 h 285750"/>
                <a:gd name="connsiteX59" fmla="*/ 388525 w 409575"/>
                <a:gd name="connsiteY59" fmla="*/ 171545 h 285750"/>
                <a:gd name="connsiteX60" fmla="*/ 387286 w 409575"/>
                <a:gd name="connsiteY60" fmla="*/ 171355 h 285750"/>
                <a:gd name="connsiteX61" fmla="*/ 386429 w 409575"/>
                <a:gd name="connsiteY61" fmla="*/ 170593 h 285750"/>
                <a:gd name="connsiteX62" fmla="*/ 385667 w 409575"/>
                <a:gd name="connsiteY62" fmla="*/ 169640 h 285750"/>
                <a:gd name="connsiteX63" fmla="*/ 384715 w 409575"/>
                <a:gd name="connsiteY63" fmla="*/ 168878 h 285750"/>
                <a:gd name="connsiteX64" fmla="*/ 375761 w 409575"/>
                <a:gd name="connsiteY64" fmla="*/ 165449 h 285750"/>
                <a:gd name="connsiteX65" fmla="*/ 368236 w 409575"/>
                <a:gd name="connsiteY65" fmla="*/ 161734 h 285750"/>
                <a:gd name="connsiteX66" fmla="*/ 367094 w 409575"/>
                <a:gd name="connsiteY66" fmla="*/ 161544 h 285750"/>
                <a:gd name="connsiteX67" fmla="*/ 363379 w 409575"/>
                <a:gd name="connsiteY67" fmla="*/ 162782 h 285750"/>
                <a:gd name="connsiteX68" fmla="*/ 362236 w 409575"/>
                <a:gd name="connsiteY68" fmla="*/ 162782 h 285750"/>
                <a:gd name="connsiteX69" fmla="*/ 361188 w 409575"/>
                <a:gd name="connsiteY69" fmla="*/ 162592 h 285750"/>
                <a:gd name="connsiteX70" fmla="*/ 357950 w 409575"/>
                <a:gd name="connsiteY70" fmla="*/ 161449 h 285750"/>
                <a:gd name="connsiteX71" fmla="*/ 357092 w 409575"/>
                <a:gd name="connsiteY71" fmla="*/ 161449 h 285750"/>
                <a:gd name="connsiteX72" fmla="*/ 356330 w 409575"/>
                <a:gd name="connsiteY72" fmla="*/ 161925 h 285750"/>
                <a:gd name="connsiteX73" fmla="*/ 355568 w 409575"/>
                <a:gd name="connsiteY73" fmla="*/ 163068 h 285750"/>
                <a:gd name="connsiteX74" fmla="*/ 355473 w 409575"/>
                <a:gd name="connsiteY74" fmla="*/ 163639 h 285750"/>
                <a:gd name="connsiteX75" fmla="*/ 355473 w 409575"/>
                <a:gd name="connsiteY75" fmla="*/ 164211 h 285750"/>
                <a:gd name="connsiteX76" fmla="*/ 355378 w 409575"/>
                <a:gd name="connsiteY76" fmla="*/ 164783 h 285750"/>
                <a:gd name="connsiteX77" fmla="*/ 354997 w 409575"/>
                <a:gd name="connsiteY77" fmla="*/ 165259 h 285750"/>
                <a:gd name="connsiteX78" fmla="*/ 352901 w 409575"/>
                <a:gd name="connsiteY78" fmla="*/ 165925 h 285750"/>
                <a:gd name="connsiteX79" fmla="*/ 352520 w 409575"/>
                <a:gd name="connsiteY79" fmla="*/ 166306 h 285750"/>
                <a:gd name="connsiteX80" fmla="*/ 352520 w 409575"/>
                <a:gd name="connsiteY80" fmla="*/ 167640 h 285750"/>
                <a:gd name="connsiteX81" fmla="*/ 353187 w 409575"/>
                <a:gd name="connsiteY81" fmla="*/ 168783 h 285750"/>
                <a:gd name="connsiteX82" fmla="*/ 353568 w 409575"/>
                <a:gd name="connsiteY82" fmla="*/ 169831 h 285750"/>
                <a:gd name="connsiteX83" fmla="*/ 352901 w 409575"/>
                <a:gd name="connsiteY83" fmla="*/ 170974 h 285750"/>
                <a:gd name="connsiteX84" fmla="*/ 352044 w 409575"/>
                <a:gd name="connsiteY84" fmla="*/ 171164 h 285750"/>
                <a:gd name="connsiteX85" fmla="*/ 346996 w 409575"/>
                <a:gd name="connsiteY85" fmla="*/ 170974 h 285750"/>
                <a:gd name="connsiteX86" fmla="*/ 346139 w 409575"/>
                <a:gd name="connsiteY86" fmla="*/ 170497 h 285750"/>
                <a:gd name="connsiteX87" fmla="*/ 344519 w 409575"/>
                <a:gd name="connsiteY87" fmla="*/ 169069 h 285750"/>
                <a:gd name="connsiteX88" fmla="*/ 343567 w 409575"/>
                <a:gd name="connsiteY88" fmla="*/ 168592 h 285750"/>
                <a:gd name="connsiteX89" fmla="*/ 341662 w 409575"/>
                <a:gd name="connsiteY89" fmla="*/ 167830 h 285750"/>
                <a:gd name="connsiteX90" fmla="*/ 340805 w 409575"/>
                <a:gd name="connsiteY90" fmla="*/ 167259 h 285750"/>
                <a:gd name="connsiteX91" fmla="*/ 339757 w 409575"/>
                <a:gd name="connsiteY91" fmla="*/ 166211 h 285750"/>
                <a:gd name="connsiteX92" fmla="*/ 339281 w 409575"/>
                <a:gd name="connsiteY92" fmla="*/ 165163 h 285750"/>
                <a:gd name="connsiteX93" fmla="*/ 338804 w 409575"/>
                <a:gd name="connsiteY93" fmla="*/ 162401 h 285750"/>
                <a:gd name="connsiteX94" fmla="*/ 338423 w 409575"/>
                <a:gd name="connsiteY94" fmla="*/ 161449 h 285750"/>
                <a:gd name="connsiteX95" fmla="*/ 336518 w 409575"/>
                <a:gd name="connsiteY95" fmla="*/ 158305 h 285750"/>
                <a:gd name="connsiteX96" fmla="*/ 336328 w 409575"/>
                <a:gd name="connsiteY96" fmla="*/ 157258 h 285750"/>
                <a:gd name="connsiteX97" fmla="*/ 336709 w 409575"/>
                <a:gd name="connsiteY97" fmla="*/ 154305 h 285750"/>
                <a:gd name="connsiteX98" fmla="*/ 336518 w 409575"/>
                <a:gd name="connsiteY98" fmla="*/ 152971 h 285750"/>
                <a:gd name="connsiteX99" fmla="*/ 335947 w 409575"/>
                <a:gd name="connsiteY99" fmla="*/ 152019 h 285750"/>
                <a:gd name="connsiteX100" fmla="*/ 334423 w 409575"/>
                <a:gd name="connsiteY100" fmla="*/ 150304 h 285750"/>
                <a:gd name="connsiteX101" fmla="*/ 333756 w 409575"/>
                <a:gd name="connsiteY101" fmla="*/ 149352 h 285750"/>
                <a:gd name="connsiteX102" fmla="*/ 333565 w 409575"/>
                <a:gd name="connsiteY102" fmla="*/ 148114 h 285750"/>
                <a:gd name="connsiteX103" fmla="*/ 333947 w 409575"/>
                <a:gd name="connsiteY103" fmla="*/ 146875 h 285750"/>
                <a:gd name="connsiteX104" fmla="*/ 334709 w 409575"/>
                <a:gd name="connsiteY104" fmla="*/ 145828 h 285750"/>
                <a:gd name="connsiteX105" fmla="*/ 335471 w 409575"/>
                <a:gd name="connsiteY105" fmla="*/ 145066 h 285750"/>
                <a:gd name="connsiteX106" fmla="*/ 336709 w 409575"/>
                <a:gd name="connsiteY106" fmla="*/ 144494 h 285750"/>
                <a:gd name="connsiteX107" fmla="*/ 339281 w 409575"/>
                <a:gd name="connsiteY107" fmla="*/ 144494 h 285750"/>
                <a:gd name="connsiteX108" fmla="*/ 340423 w 409575"/>
                <a:gd name="connsiteY108" fmla="*/ 144113 h 285750"/>
                <a:gd name="connsiteX109" fmla="*/ 341186 w 409575"/>
                <a:gd name="connsiteY109" fmla="*/ 143256 h 285750"/>
                <a:gd name="connsiteX110" fmla="*/ 341471 w 409575"/>
                <a:gd name="connsiteY110" fmla="*/ 142208 h 285750"/>
                <a:gd name="connsiteX111" fmla="*/ 341281 w 409575"/>
                <a:gd name="connsiteY111" fmla="*/ 141065 h 285750"/>
                <a:gd name="connsiteX112" fmla="*/ 340709 w 409575"/>
                <a:gd name="connsiteY112" fmla="*/ 139922 h 285750"/>
                <a:gd name="connsiteX113" fmla="*/ 339947 w 409575"/>
                <a:gd name="connsiteY113" fmla="*/ 139446 h 285750"/>
                <a:gd name="connsiteX114" fmla="*/ 338233 w 409575"/>
                <a:gd name="connsiteY114" fmla="*/ 137541 h 285750"/>
                <a:gd name="connsiteX115" fmla="*/ 335090 w 409575"/>
                <a:gd name="connsiteY115" fmla="*/ 135160 h 285750"/>
                <a:gd name="connsiteX116" fmla="*/ 334518 w 409575"/>
                <a:gd name="connsiteY116" fmla="*/ 134303 h 285750"/>
                <a:gd name="connsiteX117" fmla="*/ 334232 w 409575"/>
                <a:gd name="connsiteY117" fmla="*/ 133255 h 285750"/>
                <a:gd name="connsiteX118" fmla="*/ 333756 w 409575"/>
                <a:gd name="connsiteY118" fmla="*/ 130969 h 285750"/>
                <a:gd name="connsiteX119" fmla="*/ 333280 w 409575"/>
                <a:gd name="connsiteY119" fmla="*/ 130016 h 285750"/>
                <a:gd name="connsiteX120" fmla="*/ 331089 w 409575"/>
                <a:gd name="connsiteY120" fmla="*/ 127825 h 285750"/>
                <a:gd name="connsiteX121" fmla="*/ 329851 w 409575"/>
                <a:gd name="connsiteY121" fmla="*/ 125635 h 285750"/>
                <a:gd name="connsiteX122" fmla="*/ 329565 w 409575"/>
                <a:gd name="connsiteY122" fmla="*/ 123730 h 285750"/>
                <a:gd name="connsiteX123" fmla="*/ 329946 w 409575"/>
                <a:gd name="connsiteY123" fmla="*/ 121729 h 285750"/>
                <a:gd name="connsiteX124" fmla="*/ 331565 w 409575"/>
                <a:gd name="connsiteY124" fmla="*/ 116967 h 285750"/>
                <a:gd name="connsiteX125" fmla="*/ 331661 w 409575"/>
                <a:gd name="connsiteY125" fmla="*/ 115919 h 285750"/>
                <a:gd name="connsiteX126" fmla="*/ 331565 w 409575"/>
                <a:gd name="connsiteY126" fmla="*/ 114491 h 285750"/>
                <a:gd name="connsiteX127" fmla="*/ 330994 w 409575"/>
                <a:gd name="connsiteY127" fmla="*/ 110585 h 285750"/>
                <a:gd name="connsiteX128" fmla="*/ 330994 w 409575"/>
                <a:gd name="connsiteY128" fmla="*/ 109252 h 285750"/>
                <a:gd name="connsiteX129" fmla="*/ 329470 w 409575"/>
                <a:gd name="connsiteY129" fmla="*/ 108490 h 285750"/>
                <a:gd name="connsiteX130" fmla="*/ 324612 w 409575"/>
                <a:gd name="connsiteY130" fmla="*/ 107918 h 285750"/>
                <a:gd name="connsiteX131" fmla="*/ 322707 w 409575"/>
                <a:gd name="connsiteY131" fmla="*/ 108109 h 285750"/>
                <a:gd name="connsiteX132" fmla="*/ 316992 w 409575"/>
                <a:gd name="connsiteY132" fmla="*/ 109538 h 285750"/>
                <a:gd name="connsiteX133" fmla="*/ 315659 w 409575"/>
                <a:gd name="connsiteY133" fmla="*/ 110395 h 285750"/>
                <a:gd name="connsiteX134" fmla="*/ 315278 w 409575"/>
                <a:gd name="connsiteY134" fmla="*/ 111442 h 285750"/>
                <a:gd name="connsiteX135" fmla="*/ 315182 w 409575"/>
                <a:gd name="connsiteY135" fmla="*/ 112395 h 285750"/>
                <a:gd name="connsiteX136" fmla="*/ 314801 w 409575"/>
                <a:gd name="connsiteY136" fmla="*/ 113062 h 285750"/>
                <a:gd name="connsiteX137" fmla="*/ 311753 w 409575"/>
                <a:gd name="connsiteY137" fmla="*/ 113633 h 285750"/>
                <a:gd name="connsiteX138" fmla="*/ 306419 w 409575"/>
                <a:gd name="connsiteY138" fmla="*/ 115443 h 285750"/>
                <a:gd name="connsiteX139" fmla="*/ 304705 w 409575"/>
                <a:gd name="connsiteY139" fmla="*/ 115538 h 285750"/>
                <a:gd name="connsiteX140" fmla="*/ 302895 w 409575"/>
                <a:gd name="connsiteY140" fmla="*/ 115062 h 285750"/>
                <a:gd name="connsiteX141" fmla="*/ 301943 w 409575"/>
                <a:gd name="connsiteY141" fmla="*/ 114586 h 285750"/>
                <a:gd name="connsiteX142" fmla="*/ 301276 w 409575"/>
                <a:gd name="connsiteY142" fmla="*/ 114395 h 285750"/>
                <a:gd name="connsiteX143" fmla="*/ 300609 w 409575"/>
                <a:gd name="connsiteY143" fmla="*/ 114491 h 285750"/>
                <a:gd name="connsiteX144" fmla="*/ 298037 w 409575"/>
                <a:gd name="connsiteY144" fmla="*/ 115824 h 285750"/>
                <a:gd name="connsiteX145" fmla="*/ 297275 w 409575"/>
                <a:gd name="connsiteY145" fmla="*/ 115919 h 285750"/>
                <a:gd name="connsiteX146" fmla="*/ 296323 w 409575"/>
                <a:gd name="connsiteY146" fmla="*/ 115633 h 285750"/>
                <a:gd name="connsiteX147" fmla="*/ 292989 w 409575"/>
                <a:gd name="connsiteY147" fmla="*/ 114871 h 285750"/>
                <a:gd name="connsiteX148" fmla="*/ 291941 w 409575"/>
                <a:gd name="connsiteY148" fmla="*/ 114776 h 285750"/>
                <a:gd name="connsiteX149" fmla="*/ 289655 w 409575"/>
                <a:gd name="connsiteY149" fmla="*/ 115253 h 285750"/>
                <a:gd name="connsiteX150" fmla="*/ 288893 w 409575"/>
                <a:gd name="connsiteY150" fmla="*/ 115253 h 285750"/>
                <a:gd name="connsiteX151" fmla="*/ 279178 w 409575"/>
                <a:gd name="connsiteY151" fmla="*/ 112681 h 285750"/>
                <a:gd name="connsiteX152" fmla="*/ 278321 w 409575"/>
                <a:gd name="connsiteY152" fmla="*/ 112681 h 285750"/>
                <a:gd name="connsiteX153" fmla="*/ 277368 w 409575"/>
                <a:gd name="connsiteY153" fmla="*/ 112967 h 285750"/>
                <a:gd name="connsiteX154" fmla="*/ 276797 w 409575"/>
                <a:gd name="connsiteY154" fmla="*/ 113443 h 285750"/>
                <a:gd name="connsiteX155" fmla="*/ 275749 w 409575"/>
                <a:gd name="connsiteY155" fmla="*/ 114681 h 285750"/>
                <a:gd name="connsiteX156" fmla="*/ 275177 w 409575"/>
                <a:gd name="connsiteY156" fmla="*/ 115062 h 285750"/>
                <a:gd name="connsiteX157" fmla="*/ 274320 w 409575"/>
                <a:gd name="connsiteY157" fmla="*/ 115062 h 285750"/>
                <a:gd name="connsiteX158" fmla="*/ 272986 w 409575"/>
                <a:gd name="connsiteY158" fmla="*/ 114205 h 285750"/>
                <a:gd name="connsiteX159" fmla="*/ 272225 w 409575"/>
                <a:gd name="connsiteY159" fmla="*/ 114014 h 285750"/>
                <a:gd name="connsiteX160" fmla="*/ 271653 w 409575"/>
                <a:gd name="connsiteY160" fmla="*/ 114300 h 285750"/>
                <a:gd name="connsiteX161" fmla="*/ 270034 w 409575"/>
                <a:gd name="connsiteY161" fmla="*/ 116014 h 285750"/>
                <a:gd name="connsiteX162" fmla="*/ 269177 w 409575"/>
                <a:gd name="connsiteY162" fmla="*/ 116110 h 285750"/>
                <a:gd name="connsiteX163" fmla="*/ 268319 w 409575"/>
                <a:gd name="connsiteY163" fmla="*/ 116110 h 285750"/>
                <a:gd name="connsiteX164" fmla="*/ 266605 w 409575"/>
                <a:gd name="connsiteY164" fmla="*/ 115633 h 285750"/>
                <a:gd name="connsiteX165" fmla="*/ 265652 w 409575"/>
                <a:gd name="connsiteY165" fmla="*/ 115633 h 285750"/>
                <a:gd name="connsiteX166" fmla="*/ 263652 w 409575"/>
                <a:gd name="connsiteY166" fmla="*/ 116681 h 285750"/>
                <a:gd name="connsiteX167" fmla="*/ 262509 w 409575"/>
                <a:gd name="connsiteY167" fmla="*/ 116872 h 285750"/>
                <a:gd name="connsiteX168" fmla="*/ 261556 w 409575"/>
                <a:gd name="connsiteY168" fmla="*/ 117253 h 285750"/>
                <a:gd name="connsiteX169" fmla="*/ 260890 w 409575"/>
                <a:gd name="connsiteY169" fmla="*/ 118300 h 285750"/>
                <a:gd name="connsiteX170" fmla="*/ 259652 w 409575"/>
                <a:gd name="connsiteY170" fmla="*/ 121920 h 285750"/>
                <a:gd name="connsiteX171" fmla="*/ 257461 w 409575"/>
                <a:gd name="connsiteY171" fmla="*/ 126683 h 285750"/>
                <a:gd name="connsiteX172" fmla="*/ 256889 w 409575"/>
                <a:gd name="connsiteY172" fmla="*/ 126683 h 285750"/>
                <a:gd name="connsiteX173" fmla="*/ 256889 w 409575"/>
                <a:gd name="connsiteY173" fmla="*/ 126683 h 285750"/>
                <a:gd name="connsiteX174" fmla="*/ 256318 w 409575"/>
                <a:gd name="connsiteY174" fmla="*/ 125921 h 285750"/>
                <a:gd name="connsiteX175" fmla="*/ 255842 w 409575"/>
                <a:gd name="connsiteY175" fmla="*/ 124778 h 285750"/>
                <a:gd name="connsiteX176" fmla="*/ 255651 w 409575"/>
                <a:gd name="connsiteY176" fmla="*/ 124111 h 285750"/>
                <a:gd name="connsiteX177" fmla="*/ 255651 w 409575"/>
                <a:gd name="connsiteY177" fmla="*/ 123539 h 285750"/>
                <a:gd name="connsiteX178" fmla="*/ 255461 w 409575"/>
                <a:gd name="connsiteY178" fmla="*/ 123158 h 285750"/>
                <a:gd name="connsiteX179" fmla="*/ 254318 w 409575"/>
                <a:gd name="connsiteY179" fmla="*/ 122587 h 285750"/>
                <a:gd name="connsiteX180" fmla="*/ 253556 w 409575"/>
                <a:gd name="connsiteY180" fmla="*/ 121920 h 285750"/>
                <a:gd name="connsiteX181" fmla="*/ 253079 w 409575"/>
                <a:gd name="connsiteY181" fmla="*/ 121634 h 285750"/>
                <a:gd name="connsiteX182" fmla="*/ 250793 w 409575"/>
                <a:gd name="connsiteY182" fmla="*/ 121253 h 285750"/>
                <a:gd name="connsiteX183" fmla="*/ 249746 w 409575"/>
                <a:gd name="connsiteY183" fmla="*/ 120777 h 285750"/>
                <a:gd name="connsiteX184" fmla="*/ 249269 w 409575"/>
                <a:gd name="connsiteY184" fmla="*/ 119729 h 285750"/>
                <a:gd name="connsiteX185" fmla="*/ 249174 w 409575"/>
                <a:gd name="connsiteY185" fmla="*/ 118300 h 285750"/>
                <a:gd name="connsiteX186" fmla="*/ 248888 w 409575"/>
                <a:gd name="connsiteY186" fmla="*/ 116586 h 285750"/>
                <a:gd name="connsiteX187" fmla="*/ 248317 w 409575"/>
                <a:gd name="connsiteY187" fmla="*/ 115062 h 285750"/>
                <a:gd name="connsiteX188" fmla="*/ 247460 w 409575"/>
                <a:gd name="connsiteY188" fmla="*/ 114395 h 285750"/>
                <a:gd name="connsiteX189" fmla="*/ 246507 w 409575"/>
                <a:gd name="connsiteY189" fmla="*/ 114586 h 285750"/>
                <a:gd name="connsiteX190" fmla="*/ 244697 w 409575"/>
                <a:gd name="connsiteY190" fmla="*/ 115633 h 285750"/>
                <a:gd name="connsiteX191" fmla="*/ 242697 w 409575"/>
                <a:gd name="connsiteY191" fmla="*/ 116014 h 285750"/>
                <a:gd name="connsiteX192" fmla="*/ 241840 w 409575"/>
                <a:gd name="connsiteY192" fmla="*/ 116491 h 285750"/>
                <a:gd name="connsiteX193" fmla="*/ 236601 w 409575"/>
                <a:gd name="connsiteY193" fmla="*/ 120110 h 285750"/>
                <a:gd name="connsiteX194" fmla="*/ 234696 w 409575"/>
                <a:gd name="connsiteY194" fmla="*/ 120967 h 285750"/>
                <a:gd name="connsiteX195" fmla="*/ 232791 w 409575"/>
                <a:gd name="connsiteY195" fmla="*/ 121158 h 285750"/>
                <a:gd name="connsiteX196" fmla="*/ 231743 w 409575"/>
                <a:gd name="connsiteY196" fmla="*/ 120872 h 285750"/>
                <a:gd name="connsiteX197" fmla="*/ 230791 w 409575"/>
                <a:gd name="connsiteY197" fmla="*/ 120110 h 285750"/>
                <a:gd name="connsiteX198" fmla="*/ 230029 w 409575"/>
                <a:gd name="connsiteY198" fmla="*/ 119063 h 285750"/>
                <a:gd name="connsiteX199" fmla="*/ 229648 w 409575"/>
                <a:gd name="connsiteY199" fmla="*/ 117729 h 285750"/>
                <a:gd name="connsiteX200" fmla="*/ 229743 w 409575"/>
                <a:gd name="connsiteY200" fmla="*/ 116300 h 285750"/>
                <a:gd name="connsiteX201" fmla="*/ 230315 w 409575"/>
                <a:gd name="connsiteY201" fmla="*/ 115443 h 285750"/>
                <a:gd name="connsiteX202" fmla="*/ 230981 w 409575"/>
                <a:gd name="connsiteY202" fmla="*/ 114681 h 285750"/>
                <a:gd name="connsiteX203" fmla="*/ 231553 w 409575"/>
                <a:gd name="connsiteY203" fmla="*/ 113633 h 285750"/>
                <a:gd name="connsiteX204" fmla="*/ 231743 w 409575"/>
                <a:gd name="connsiteY204" fmla="*/ 112300 h 285750"/>
                <a:gd name="connsiteX205" fmla="*/ 231648 w 409575"/>
                <a:gd name="connsiteY205" fmla="*/ 110585 h 285750"/>
                <a:gd name="connsiteX206" fmla="*/ 231172 w 409575"/>
                <a:gd name="connsiteY206" fmla="*/ 109061 h 285750"/>
                <a:gd name="connsiteX207" fmla="*/ 230315 w 409575"/>
                <a:gd name="connsiteY207" fmla="*/ 108299 h 285750"/>
                <a:gd name="connsiteX208" fmla="*/ 229267 w 409575"/>
                <a:gd name="connsiteY208" fmla="*/ 108299 h 285750"/>
                <a:gd name="connsiteX209" fmla="*/ 223933 w 409575"/>
                <a:gd name="connsiteY209" fmla="*/ 109442 h 285750"/>
                <a:gd name="connsiteX210" fmla="*/ 221361 w 409575"/>
                <a:gd name="connsiteY210" fmla="*/ 109347 h 285750"/>
                <a:gd name="connsiteX211" fmla="*/ 219170 w 409575"/>
                <a:gd name="connsiteY211" fmla="*/ 108395 h 285750"/>
                <a:gd name="connsiteX212" fmla="*/ 218123 w 409575"/>
                <a:gd name="connsiteY212" fmla="*/ 106013 h 285750"/>
                <a:gd name="connsiteX213" fmla="*/ 218599 w 409575"/>
                <a:gd name="connsiteY213" fmla="*/ 104966 h 285750"/>
                <a:gd name="connsiteX214" fmla="*/ 219932 w 409575"/>
                <a:gd name="connsiteY214" fmla="*/ 102965 h 285750"/>
                <a:gd name="connsiteX215" fmla="*/ 220218 w 409575"/>
                <a:gd name="connsiteY215" fmla="*/ 101917 h 285750"/>
                <a:gd name="connsiteX216" fmla="*/ 219932 w 409575"/>
                <a:gd name="connsiteY216" fmla="*/ 100870 h 285750"/>
                <a:gd name="connsiteX217" fmla="*/ 219170 w 409575"/>
                <a:gd name="connsiteY217" fmla="*/ 99822 h 285750"/>
                <a:gd name="connsiteX218" fmla="*/ 219075 w 409575"/>
                <a:gd name="connsiteY218" fmla="*/ 99727 h 285750"/>
                <a:gd name="connsiteX219" fmla="*/ 218218 w 409575"/>
                <a:gd name="connsiteY219" fmla="*/ 98965 h 285750"/>
                <a:gd name="connsiteX220" fmla="*/ 216408 w 409575"/>
                <a:gd name="connsiteY220" fmla="*/ 97917 h 285750"/>
                <a:gd name="connsiteX221" fmla="*/ 215456 w 409575"/>
                <a:gd name="connsiteY221" fmla="*/ 98012 h 285750"/>
                <a:gd name="connsiteX222" fmla="*/ 213646 w 409575"/>
                <a:gd name="connsiteY222" fmla="*/ 98870 h 285750"/>
                <a:gd name="connsiteX223" fmla="*/ 212122 w 409575"/>
                <a:gd name="connsiteY223" fmla="*/ 99155 h 285750"/>
                <a:gd name="connsiteX224" fmla="*/ 211646 w 409575"/>
                <a:gd name="connsiteY224" fmla="*/ 99346 h 285750"/>
                <a:gd name="connsiteX225" fmla="*/ 211265 w 409575"/>
                <a:gd name="connsiteY225" fmla="*/ 99631 h 285750"/>
                <a:gd name="connsiteX226" fmla="*/ 210502 w 409575"/>
                <a:gd name="connsiteY226" fmla="*/ 100393 h 285750"/>
                <a:gd name="connsiteX227" fmla="*/ 210122 w 409575"/>
                <a:gd name="connsiteY227" fmla="*/ 100679 h 285750"/>
                <a:gd name="connsiteX228" fmla="*/ 208312 w 409575"/>
                <a:gd name="connsiteY228" fmla="*/ 101632 h 285750"/>
                <a:gd name="connsiteX229" fmla="*/ 207550 w 409575"/>
                <a:gd name="connsiteY229" fmla="*/ 102203 h 285750"/>
                <a:gd name="connsiteX230" fmla="*/ 205835 w 409575"/>
                <a:gd name="connsiteY230" fmla="*/ 104108 h 285750"/>
                <a:gd name="connsiteX231" fmla="*/ 205264 w 409575"/>
                <a:gd name="connsiteY231" fmla="*/ 104489 h 285750"/>
                <a:gd name="connsiteX232" fmla="*/ 204597 w 409575"/>
                <a:gd name="connsiteY232" fmla="*/ 104489 h 285750"/>
                <a:gd name="connsiteX233" fmla="*/ 201644 w 409575"/>
                <a:gd name="connsiteY233" fmla="*/ 103918 h 285750"/>
                <a:gd name="connsiteX234" fmla="*/ 199358 w 409575"/>
                <a:gd name="connsiteY234" fmla="*/ 104013 h 285750"/>
                <a:gd name="connsiteX235" fmla="*/ 197168 w 409575"/>
                <a:gd name="connsiteY235" fmla="*/ 104584 h 285750"/>
                <a:gd name="connsiteX236" fmla="*/ 195453 w 409575"/>
                <a:gd name="connsiteY236" fmla="*/ 105728 h 285750"/>
                <a:gd name="connsiteX237" fmla="*/ 194405 w 409575"/>
                <a:gd name="connsiteY237" fmla="*/ 107633 h 285750"/>
                <a:gd name="connsiteX238" fmla="*/ 193643 w 409575"/>
                <a:gd name="connsiteY238" fmla="*/ 109823 h 285750"/>
                <a:gd name="connsiteX239" fmla="*/ 192691 w 409575"/>
                <a:gd name="connsiteY239" fmla="*/ 111728 h 285750"/>
                <a:gd name="connsiteX240" fmla="*/ 190976 w 409575"/>
                <a:gd name="connsiteY240" fmla="*/ 112585 h 285750"/>
                <a:gd name="connsiteX241" fmla="*/ 189548 w 409575"/>
                <a:gd name="connsiteY241" fmla="*/ 112204 h 285750"/>
                <a:gd name="connsiteX242" fmla="*/ 188214 w 409575"/>
                <a:gd name="connsiteY242" fmla="*/ 111347 h 285750"/>
                <a:gd name="connsiteX243" fmla="*/ 187071 w 409575"/>
                <a:gd name="connsiteY243" fmla="*/ 110776 h 285750"/>
                <a:gd name="connsiteX244" fmla="*/ 186119 w 409575"/>
                <a:gd name="connsiteY244" fmla="*/ 111252 h 285750"/>
                <a:gd name="connsiteX245" fmla="*/ 185452 w 409575"/>
                <a:gd name="connsiteY245" fmla="*/ 112014 h 285750"/>
                <a:gd name="connsiteX246" fmla="*/ 185071 w 409575"/>
                <a:gd name="connsiteY246" fmla="*/ 112204 h 285750"/>
                <a:gd name="connsiteX247" fmla="*/ 184594 w 409575"/>
                <a:gd name="connsiteY247" fmla="*/ 112109 h 285750"/>
                <a:gd name="connsiteX248" fmla="*/ 183832 w 409575"/>
                <a:gd name="connsiteY248" fmla="*/ 112109 h 285750"/>
                <a:gd name="connsiteX249" fmla="*/ 183166 w 409575"/>
                <a:gd name="connsiteY249" fmla="*/ 112300 h 285750"/>
                <a:gd name="connsiteX250" fmla="*/ 181547 w 409575"/>
                <a:gd name="connsiteY250" fmla="*/ 113157 h 285750"/>
                <a:gd name="connsiteX251" fmla="*/ 180118 w 409575"/>
                <a:gd name="connsiteY251" fmla="*/ 113347 h 285750"/>
                <a:gd name="connsiteX252" fmla="*/ 178498 w 409575"/>
                <a:gd name="connsiteY252" fmla="*/ 113062 h 285750"/>
                <a:gd name="connsiteX253" fmla="*/ 177070 w 409575"/>
                <a:gd name="connsiteY253" fmla="*/ 112204 h 285750"/>
                <a:gd name="connsiteX254" fmla="*/ 176308 w 409575"/>
                <a:gd name="connsiteY254" fmla="*/ 110776 h 285750"/>
                <a:gd name="connsiteX255" fmla="*/ 176308 w 409575"/>
                <a:gd name="connsiteY255" fmla="*/ 109918 h 285750"/>
                <a:gd name="connsiteX256" fmla="*/ 176498 w 409575"/>
                <a:gd name="connsiteY256" fmla="*/ 108966 h 285750"/>
                <a:gd name="connsiteX257" fmla="*/ 176594 w 409575"/>
                <a:gd name="connsiteY257" fmla="*/ 108013 h 285750"/>
                <a:gd name="connsiteX258" fmla="*/ 176308 w 409575"/>
                <a:gd name="connsiteY258" fmla="*/ 107061 h 285750"/>
                <a:gd name="connsiteX259" fmla="*/ 175831 w 409575"/>
                <a:gd name="connsiteY259" fmla="*/ 106585 h 285750"/>
                <a:gd name="connsiteX260" fmla="*/ 174593 w 409575"/>
                <a:gd name="connsiteY260" fmla="*/ 106108 h 285750"/>
                <a:gd name="connsiteX261" fmla="*/ 174022 w 409575"/>
                <a:gd name="connsiteY261" fmla="*/ 105632 h 285750"/>
                <a:gd name="connsiteX262" fmla="*/ 174022 w 409575"/>
                <a:gd name="connsiteY262" fmla="*/ 105632 h 285750"/>
                <a:gd name="connsiteX263" fmla="*/ 174022 w 409575"/>
                <a:gd name="connsiteY263" fmla="*/ 105632 h 285750"/>
                <a:gd name="connsiteX264" fmla="*/ 174022 w 409575"/>
                <a:gd name="connsiteY264" fmla="*/ 105537 h 285750"/>
                <a:gd name="connsiteX265" fmla="*/ 172974 w 409575"/>
                <a:gd name="connsiteY265" fmla="*/ 102299 h 285750"/>
                <a:gd name="connsiteX266" fmla="*/ 172212 w 409575"/>
                <a:gd name="connsiteY266" fmla="*/ 100870 h 285750"/>
                <a:gd name="connsiteX267" fmla="*/ 170974 w 409575"/>
                <a:gd name="connsiteY267" fmla="*/ 99917 h 285750"/>
                <a:gd name="connsiteX268" fmla="*/ 170021 w 409575"/>
                <a:gd name="connsiteY268" fmla="*/ 99822 h 285750"/>
                <a:gd name="connsiteX269" fmla="*/ 168116 w 409575"/>
                <a:gd name="connsiteY269" fmla="*/ 100203 h 285750"/>
                <a:gd name="connsiteX270" fmla="*/ 167164 w 409575"/>
                <a:gd name="connsiteY270" fmla="*/ 100108 h 285750"/>
                <a:gd name="connsiteX271" fmla="*/ 166497 w 409575"/>
                <a:gd name="connsiteY271" fmla="*/ 99727 h 285750"/>
                <a:gd name="connsiteX272" fmla="*/ 165259 w 409575"/>
                <a:gd name="connsiteY272" fmla="*/ 98679 h 285750"/>
                <a:gd name="connsiteX273" fmla="*/ 164497 w 409575"/>
                <a:gd name="connsiteY273" fmla="*/ 98393 h 285750"/>
                <a:gd name="connsiteX274" fmla="*/ 163544 w 409575"/>
                <a:gd name="connsiteY274" fmla="*/ 98488 h 285750"/>
                <a:gd name="connsiteX275" fmla="*/ 161830 w 409575"/>
                <a:gd name="connsiteY275" fmla="*/ 99155 h 285750"/>
                <a:gd name="connsiteX276" fmla="*/ 160973 w 409575"/>
                <a:gd name="connsiteY276" fmla="*/ 99346 h 285750"/>
                <a:gd name="connsiteX277" fmla="*/ 160496 w 409575"/>
                <a:gd name="connsiteY277" fmla="*/ 99536 h 285750"/>
                <a:gd name="connsiteX278" fmla="*/ 160211 w 409575"/>
                <a:gd name="connsiteY278" fmla="*/ 99917 h 285750"/>
                <a:gd name="connsiteX279" fmla="*/ 159925 w 409575"/>
                <a:gd name="connsiteY279" fmla="*/ 100298 h 285750"/>
                <a:gd name="connsiteX280" fmla="*/ 159639 w 409575"/>
                <a:gd name="connsiteY280" fmla="*/ 100489 h 285750"/>
                <a:gd name="connsiteX281" fmla="*/ 159068 w 409575"/>
                <a:gd name="connsiteY281" fmla="*/ 100489 h 285750"/>
                <a:gd name="connsiteX282" fmla="*/ 157925 w 409575"/>
                <a:gd name="connsiteY282" fmla="*/ 100108 h 285750"/>
                <a:gd name="connsiteX283" fmla="*/ 157353 w 409575"/>
                <a:gd name="connsiteY283" fmla="*/ 100013 h 285750"/>
                <a:gd name="connsiteX284" fmla="*/ 156686 w 409575"/>
                <a:gd name="connsiteY284" fmla="*/ 100298 h 285750"/>
                <a:gd name="connsiteX285" fmla="*/ 152019 w 409575"/>
                <a:gd name="connsiteY285" fmla="*/ 103727 h 285750"/>
                <a:gd name="connsiteX286" fmla="*/ 151067 w 409575"/>
                <a:gd name="connsiteY286" fmla="*/ 103918 h 285750"/>
                <a:gd name="connsiteX287" fmla="*/ 150114 w 409575"/>
                <a:gd name="connsiteY287" fmla="*/ 103537 h 285750"/>
                <a:gd name="connsiteX288" fmla="*/ 150019 w 409575"/>
                <a:gd name="connsiteY288" fmla="*/ 102584 h 285750"/>
                <a:gd name="connsiteX289" fmla="*/ 150590 w 409575"/>
                <a:gd name="connsiteY289" fmla="*/ 100108 h 285750"/>
                <a:gd name="connsiteX290" fmla="*/ 150590 w 409575"/>
                <a:gd name="connsiteY290" fmla="*/ 98965 h 285750"/>
                <a:gd name="connsiteX291" fmla="*/ 150305 w 409575"/>
                <a:gd name="connsiteY291" fmla="*/ 97726 h 285750"/>
                <a:gd name="connsiteX292" fmla="*/ 149828 w 409575"/>
                <a:gd name="connsiteY292" fmla="*/ 97060 h 285750"/>
                <a:gd name="connsiteX293" fmla="*/ 149066 w 409575"/>
                <a:gd name="connsiteY293" fmla="*/ 97726 h 285750"/>
                <a:gd name="connsiteX294" fmla="*/ 147638 w 409575"/>
                <a:gd name="connsiteY294" fmla="*/ 100870 h 285750"/>
                <a:gd name="connsiteX295" fmla="*/ 147161 w 409575"/>
                <a:gd name="connsiteY295" fmla="*/ 101537 h 285750"/>
                <a:gd name="connsiteX296" fmla="*/ 146304 w 409575"/>
                <a:gd name="connsiteY296" fmla="*/ 101822 h 285750"/>
                <a:gd name="connsiteX297" fmla="*/ 145447 w 409575"/>
                <a:gd name="connsiteY297" fmla="*/ 101537 h 285750"/>
                <a:gd name="connsiteX298" fmla="*/ 143637 w 409575"/>
                <a:gd name="connsiteY298" fmla="*/ 100489 h 285750"/>
                <a:gd name="connsiteX299" fmla="*/ 142589 w 409575"/>
                <a:gd name="connsiteY299" fmla="*/ 100203 h 285750"/>
                <a:gd name="connsiteX300" fmla="*/ 141446 w 409575"/>
                <a:gd name="connsiteY300" fmla="*/ 100203 h 285750"/>
                <a:gd name="connsiteX301" fmla="*/ 140398 w 409575"/>
                <a:gd name="connsiteY301" fmla="*/ 100584 h 285750"/>
                <a:gd name="connsiteX302" fmla="*/ 139541 w 409575"/>
                <a:gd name="connsiteY302" fmla="*/ 101346 h 285750"/>
                <a:gd name="connsiteX303" fmla="*/ 138684 w 409575"/>
                <a:gd name="connsiteY303" fmla="*/ 102489 h 285750"/>
                <a:gd name="connsiteX304" fmla="*/ 138208 w 409575"/>
                <a:gd name="connsiteY304" fmla="*/ 102870 h 285750"/>
                <a:gd name="connsiteX305" fmla="*/ 136589 w 409575"/>
                <a:gd name="connsiteY305" fmla="*/ 102108 h 285750"/>
                <a:gd name="connsiteX306" fmla="*/ 134398 w 409575"/>
                <a:gd name="connsiteY306" fmla="*/ 101917 h 285750"/>
                <a:gd name="connsiteX307" fmla="*/ 130302 w 409575"/>
                <a:gd name="connsiteY307" fmla="*/ 102775 h 285750"/>
                <a:gd name="connsiteX308" fmla="*/ 128206 w 409575"/>
                <a:gd name="connsiteY308" fmla="*/ 102108 h 285750"/>
                <a:gd name="connsiteX309" fmla="*/ 126016 w 409575"/>
                <a:gd name="connsiteY309" fmla="*/ 100870 h 285750"/>
                <a:gd name="connsiteX310" fmla="*/ 123920 w 409575"/>
                <a:gd name="connsiteY310" fmla="*/ 100203 h 285750"/>
                <a:gd name="connsiteX311" fmla="*/ 122968 w 409575"/>
                <a:gd name="connsiteY311" fmla="*/ 100298 h 285750"/>
                <a:gd name="connsiteX312" fmla="*/ 118396 w 409575"/>
                <a:gd name="connsiteY312" fmla="*/ 100584 h 285750"/>
                <a:gd name="connsiteX313" fmla="*/ 117443 w 409575"/>
                <a:gd name="connsiteY313" fmla="*/ 100965 h 285750"/>
                <a:gd name="connsiteX314" fmla="*/ 115633 w 409575"/>
                <a:gd name="connsiteY314" fmla="*/ 102489 h 285750"/>
                <a:gd name="connsiteX315" fmla="*/ 114776 w 409575"/>
                <a:gd name="connsiteY315" fmla="*/ 103060 h 285750"/>
                <a:gd name="connsiteX316" fmla="*/ 113824 w 409575"/>
                <a:gd name="connsiteY316" fmla="*/ 103442 h 285750"/>
                <a:gd name="connsiteX317" fmla="*/ 112871 w 409575"/>
                <a:gd name="connsiteY317" fmla="*/ 103632 h 285750"/>
                <a:gd name="connsiteX318" fmla="*/ 111728 w 409575"/>
                <a:gd name="connsiteY318" fmla="*/ 103632 h 285750"/>
                <a:gd name="connsiteX319" fmla="*/ 109442 w 409575"/>
                <a:gd name="connsiteY319" fmla="*/ 104013 h 285750"/>
                <a:gd name="connsiteX320" fmla="*/ 108395 w 409575"/>
                <a:gd name="connsiteY320" fmla="*/ 103632 h 285750"/>
                <a:gd name="connsiteX321" fmla="*/ 107156 w 409575"/>
                <a:gd name="connsiteY321" fmla="*/ 102299 h 285750"/>
                <a:gd name="connsiteX322" fmla="*/ 106871 w 409575"/>
                <a:gd name="connsiteY322" fmla="*/ 102108 h 285750"/>
                <a:gd name="connsiteX323" fmla="*/ 106394 w 409575"/>
                <a:gd name="connsiteY323" fmla="*/ 102299 h 285750"/>
                <a:gd name="connsiteX324" fmla="*/ 106204 w 409575"/>
                <a:gd name="connsiteY324" fmla="*/ 102775 h 285750"/>
                <a:gd name="connsiteX325" fmla="*/ 106108 w 409575"/>
                <a:gd name="connsiteY325" fmla="*/ 103346 h 285750"/>
                <a:gd name="connsiteX326" fmla="*/ 105823 w 409575"/>
                <a:gd name="connsiteY326" fmla="*/ 103822 h 285750"/>
                <a:gd name="connsiteX327" fmla="*/ 103727 w 409575"/>
                <a:gd name="connsiteY327" fmla="*/ 104680 h 285750"/>
                <a:gd name="connsiteX328" fmla="*/ 102965 w 409575"/>
                <a:gd name="connsiteY328" fmla="*/ 103060 h 285750"/>
                <a:gd name="connsiteX329" fmla="*/ 103251 w 409575"/>
                <a:gd name="connsiteY329" fmla="*/ 94964 h 285750"/>
                <a:gd name="connsiteX330" fmla="*/ 103061 w 409575"/>
                <a:gd name="connsiteY330" fmla="*/ 93631 h 285750"/>
                <a:gd name="connsiteX331" fmla="*/ 102679 w 409575"/>
                <a:gd name="connsiteY331" fmla="*/ 92488 h 285750"/>
                <a:gd name="connsiteX332" fmla="*/ 101918 w 409575"/>
                <a:gd name="connsiteY332" fmla="*/ 91535 h 285750"/>
                <a:gd name="connsiteX333" fmla="*/ 100965 w 409575"/>
                <a:gd name="connsiteY333" fmla="*/ 90773 h 285750"/>
                <a:gd name="connsiteX334" fmla="*/ 100203 w 409575"/>
                <a:gd name="connsiteY334" fmla="*/ 89821 h 285750"/>
                <a:gd name="connsiteX335" fmla="*/ 99822 w 409575"/>
                <a:gd name="connsiteY335" fmla="*/ 88583 h 285750"/>
                <a:gd name="connsiteX336" fmla="*/ 100013 w 409575"/>
                <a:gd name="connsiteY336" fmla="*/ 85916 h 285750"/>
                <a:gd name="connsiteX337" fmla="*/ 100584 w 409575"/>
                <a:gd name="connsiteY337" fmla="*/ 83249 h 285750"/>
                <a:gd name="connsiteX338" fmla="*/ 102965 w 409575"/>
                <a:gd name="connsiteY338" fmla="*/ 75914 h 285750"/>
                <a:gd name="connsiteX339" fmla="*/ 104013 w 409575"/>
                <a:gd name="connsiteY339" fmla="*/ 73628 h 285750"/>
                <a:gd name="connsiteX340" fmla="*/ 104204 w 409575"/>
                <a:gd name="connsiteY340" fmla="*/ 72962 h 285750"/>
                <a:gd name="connsiteX341" fmla="*/ 104204 w 409575"/>
                <a:gd name="connsiteY341" fmla="*/ 72580 h 285750"/>
                <a:gd name="connsiteX342" fmla="*/ 104394 w 409575"/>
                <a:gd name="connsiteY342" fmla="*/ 72390 h 285750"/>
                <a:gd name="connsiteX343" fmla="*/ 105156 w 409575"/>
                <a:gd name="connsiteY343" fmla="*/ 72580 h 285750"/>
                <a:gd name="connsiteX344" fmla="*/ 106680 w 409575"/>
                <a:gd name="connsiteY344" fmla="*/ 74295 h 285750"/>
                <a:gd name="connsiteX345" fmla="*/ 109252 w 409575"/>
                <a:gd name="connsiteY345" fmla="*/ 78676 h 285750"/>
                <a:gd name="connsiteX346" fmla="*/ 114300 w 409575"/>
                <a:gd name="connsiteY346" fmla="*/ 76867 h 285750"/>
                <a:gd name="connsiteX347" fmla="*/ 114205 w 409575"/>
                <a:gd name="connsiteY347" fmla="*/ 75914 h 285750"/>
                <a:gd name="connsiteX348" fmla="*/ 112967 w 409575"/>
                <a:gd name="connsiteY348" fmla="*/ 73724 h 285750"/>
                <a:gd name="connsiteX349" fmla="*/ 112967 w 409575"/>
                <a:gd name="connsiteY349" fmla="*/ 73247 h 285750"/>
                <a:gd name="connsiteX350" fmla="*/ 112967 w 409575"/>
                <a:gd name="connsiteY350" fmla="*/ 72771 h 285750"/>
                <a:gd name="connsiteX351" fmla="*/ 112871 w 409575"/>
                <a:gd name="connsiteY351" fmla="*/ 72390 h 285750"/>
                <a:gd name="connsiteX352" fmla="*/ 112681 w 409575"/>
                <a:gd name="connsiteY352" fmla="*/ 72009 h 285750"/>
                <a:gd name="connsiteX353" fmla="*/ 112300 w 409575"/>
                <a:gd name="connsiteY353" fmla="*/ 69818 h 285750"/>
                <a:gd name="connsiteX354" fmla="*/ 112681 w 409575"/>
                <a:gd name="connsiteY354" fmla="*/ 68104 h 285750"/>
                <a:gd name="connsiteX355" fmla="*/ 113538 w 409575"/>
                <a:gd name="connsiteY355" fmla="*/ 66580 h 285750"/>
                <a:gd name="connsiteX356" fmla="*/ 114586 w 409575"/>
                <a:gd name="connsiteY356" fmla="*/ 64960 h 285750"/>
                <a:gd name="connsiteX357" fmla="*/ 114776 w 409575"/>
                <a:gd name="connsiteY357" fmla="*/ 64484 h 285750"/>
                <a:gd name="connsiteX358" fmla="*/ 114967 w 409575"/>
                <a:gd name="connsiteY358" fmla="*/ 63341 h 285750"/>
                <a:gd name="connsiteX359" fmla="*/ 115157 w 409575"/>
                <a:gd name="connsiteY359" fmla="*/ 63055 h 285750"/>
                <a:gd name="connsiteX360" fmla="*/ 115538 w 409575"/>
                <a:gd name="connsiteY360" fmla="*/ 63151 h 285750"/>
                <a:gd name="connsiteX361" fmla="*/ 116110 w 409575"/>
                <a:gd name="connsiteY361" fmla="*/ 64198 h 285750"/>
                <a:gd name="connsiteX362" fmla="*/ 116491 w 409575"/>
                <a:gd name="connsiteY362" fmla="*/ 64484 h 285750"/>
                <a:gd name="connsiteX363" fmla="*/ 117348 w 409575"/>
                <a:gd name="connsiteY363" fmla="*/ 64579 h 285750"/>
                <a:gd name="connsiteX364" fmla="*/ 118205 w 409575"/>
                <a:gd name="connsiteY364" fmla="*/ 64484 h 285750"/>
                <a:gd name="connsiteX365" fmla="*/ 138970 w 409575"/>
                <a:gd name="connsiteY365" fmla="*/ 57055 h 285750"/>
                <a:gd name="connsiteX366" fmla="*/ 140780 w 409575"/>
                <a:gd name="connsiteY366" fmla="*/ 57245 h 285750"/>
                <a:gd name="connsiteX367" fmla="*/ 148304 w 409575"/>
                <a:gd name="connsiteY367" fmla="*/ 62198 h 285750"/>
                <a:gd name="connsiteX368" fmla="*/ 149447 w 409575"/>
                <a:gd name="connsiteY368" fmla="*/ 62579 h 285750"/>
                <a:gd name="connsiteX369" fmla="*/ 152019 w 409575"/>
                <a:gd name="connsiteY369" fmla="*/ 62389 h 285750"/>
                <a:gd name="connsiteX370" fmla="*/ 153257 w 409575"/>
                <a:gd name="connsiteY370" fmla="*/ 62484 h 285750"/>
                <a:gd name="connsiteX371" fmla="*/ 154400 w 409575"/>
                <a:gd name="connsiteY371" fmla="*/ 63055 h 285750"/>
                <a:gd name="connsiteX372" fmla="*/ 155162 w 409575"/>
                <a:gd name="connsiteY372" fmla="*/ 63913 h 285750"/>
                <a:gd name="connsiteX373" fmla="*/ 155829 w 409575"/>
                <a:gd name="connsiteY373" fmla="*/ 64865 h 285750"/>
                <a:gd name="connsiteX374" fmla="*/ 156686 w 409575"/>
                <a:gd name="connsiteY374" fmla="*/ 65818 h 285750"/>
                <a:gd name="connsiteX375" fmla="*/ 157639 w 409575"/>
                <a:gd name="connsiteY375" fmla="*/ 66294 h 285750"/>
                <a:gd name="connsiteX376" fmla="*/ 159448 w 409575"/>
                <a:gd name="connsiteY376" fmla="*/ 66484 h 285750"/>
                <a:gd name="connsiteX377" fmla="*/ 161449 w 409575"/>
                <a:gd name="connsiteY377" fmla="*/ 67342 h 285750"/>
                <a:gd name="connsiteX378" fmla="*/ 165640 w 409575"/>
                <a:gd name="connsiteY378" fmla="*/ 68008 h 285750"/>
                <a:gd name="connsiteX379" fmla="*/ 166973 w 409575"/>
                <a:gd name="connsiteY379" fmla="*/ 68390 h 285750"/>
                <a:gd name="connsiteX380" fmla="*/ 168211 w 409575"/>
                <a:gd name="connsiteY380" fmla="*/ 69247 h 285750"/>
                <a:gd name="connsiteX381" fmla="*/ 168783 w 409575"/>
                <a:gd name="connsiteY381" fmla="*/ 70485 h 285750"/>
                <a:gd name="connsiteX382" fmla="*/ 168021 w 409575"/>
                <a:gd name="connsiteY382" fmla="*/ 72009 h 285750"/>
                <a:gd name="connsiteX383" fmla="*/ 167164 w 409575"/>
                <a:gd name="connsiteY383" fmla="*/ 72580 h 285750"/>
                <a:gd name="connsiteX384" fmla="*/ 166306 w 409575"/>
                <a:gd name="connsiteY384" fmla="*/ 73057 h 285750"/>
                <a:gd name="connsiteX385" fmla="*/ 165544 w 409575"/>
                <a:gd name="connsiteY385" fmla="*/ 73628 h 285750"/>
                <a:gd name="connsiteX386" fmla="*/ 164878 w 409575"/>
                <a:gd name="connsiteY386" fmla="*/ 74581 h 285750"/>
                <a:gd name="connsiteX387" fmla="*/ 164402 w 409575"/>
                <a:gd name="connsiteY387" fmla="*/ 75819 h 285750"/>
                <a:gd name="connsiteX388" fmla="*/ 164211 w 409575"/>
                <a:gd name="connsiteY388" fmla="*/ 77057 h 285750"/>
                <a:gd name="connsiteX389" fmla="*/ 164592 w 409575"/>
                <a:gd name="connsiteY389" fmla="*/ 77914 h 285750"/>
                <a:gd name="connsiteX390" fmla="*/ 165735 w 409575"/>
                <a:gd name="connsiteY390" fmla="*/ 78296 h 285750"/>
                <a:gd name="connsiteX391" fmla="*/ 166211 w 409575"/>
                <a:gd name="connsiteY391" fmla="*/ 77724 h 285750"/>
                <a:gd name="connsiteX392" fmla="*/ 166688 w 409575"/>
                <a:gd name="connsiteY392" fmla="*/ 76200 h 285750"/>
                <a:gd name="connsiteX393" fmla="*/ 167069 w 409575"/>
                <a:gd name="connsiteY393" fmla="*/ 75629 h 285750"/>
                <a:gd name="connsiteX394" fmla="*/ 167640 w 409575"/>
                <a:gd name="connsiteY394" fmla="*/ 75343 h 285750"/>
                <a:gd name="connsiteX395" fmla="*/ 169831 w 409575"/>
                <a:gd name="connsiteY395" fmla="*/ 75247 h 285750"/>
                <a:gd name="connsiteX396" fmla="*/ 170974 w 409575"/>
                <a:gd name="connsiteY396" fmla="*/ 74867 h 285750"/>
                <a:gd name="connsiteX397" fmla="*/ 172022 w 409575"/>
                <a:gd name="connsiteY397" fmla="*/ 74200 h 285750"/>
                <a:gd name="connsiteX398" fmla="*/ 172974 w 409575"/>
                <a:gd name="connsiteY398" fmla="*/ 73247 h 285750"/>
                <a:gd name="connsiteX399" fmla="*/ 173641 w 409575"/>
                <a:gd name="connsiteY399" fmla="*/ 72009 h 285750"/>
                <a:gd name="connsiteX400" fmla="*/ 174117 w 409575"/>
                <a:gd name="connsiteY400" fmla="*/ 69628 h 285750"/>
                <a:gd name="connsiteX401" fmla="*/ 174022 w 409575"/>
                <a:gd name="connsiteY401" fmla="*/ 67532 h 285750"/>
                <a:gd name="connsiteX402" fmla="*/ 174307 w 409575"/>
                <a:gd name="connsiteY402" fmla="*/ 65818 h 285750"/>
                <a:gd name="connsiteX403" fmla="*/ 175736 w 409575"/>
                <a:gd name="connsiteY403" fmla="*/ 64484 h 285750"/>
                <a:gd name="connsiteX404" fmla="*/ 179070 w 409575"/>
                <a:gd name="connsiteY404" fmla="*/ 63341 h 285750"/>
                <a:gd name="connsiteX405" fmla="*/ 179832 w 409575"/>
                <a:gd name="connsiteY405" fmla="*/ 62865 h 285750"/>
                <a:gd name="connsiteX406" fmla="*/ 181927 w 409575"/>
                <a:gd name="connsiteY406" fmla="*/ 61150 h 285750"/>
                <a:gd name="connsiteX407" fmla="*/ 182213 w 409575"/>
                <a:gd name="connsiteY407" fmla="*/ 60674 h 285750"/>
                <a:gd name="connsiteX408" fmla="*/ 182404 w 409575"/>
                <a:gd name="connsiteY408" fmla="*/ 60484 h 285750"/>
                <a:gd name="connsiteX409" fmla="*/ 182690 w 409575"/>
                <a:gd name="connsiteY409" fmla="*/ 60484 h 285750"/>
                <a:gd name="connsiteX410" fmla="*/ 182975 w 409575"/>
                <a:gd name="connsiteY410" fmla="*/ 60579 h 285750"/>
                <a:gd name="connsiteX411" fmla="*/ 183166 w 409575"/>
                <a:gd name="connsiteY411" fmla="*/ 60769 h 285750"/>
                <a:gd name="connsiteX412" fmla="*/ 183166 w 409575"/>
                <a:gd name="connsiteY412" fmla="*/ 60865 h 285750"/>
                <a:gd name="connsiteX413" fmla="*/ 184118 w 409575"/>
                <a:gd name="connsiteY413" fmla="*/ 60388 h 285750"/>
                <a:gd name="connsiteX414" fmla="*/ 184499 w 409575"/>
                <a:gd name="connsiteY414" fmla="*/ 60103 h 285750"/>
                <a:gd name="connsiteX415" fmla="*/ 185166 w 409575"/>
                <a:gd name="connsiteY415" fmla="*/ 59817 h 285750"/>
                <a:gd name="connsiteX416" fmla="*/ 187928 w 409575"/>
                <a:gd name="connsiteY416" fmla="*/ 60484 h 285750"/>
                <a:gd name="connsiteX417" fmla="*/ 189548 w 409575"/>
                <a:gd name="connsiteY417" fmla="*/ 59912 h 285750"/>
                <a:gd name="connsiteX418" fmla="*/ 191357 w 409575"/>
                <a:gd name="connsiteY418" fmla="*/ 58579 h 285750"/>
                <a:gd name="connsiteX419" fmla="*/ 192215 w 409575"/>
                <a:gd name="connsiteY419" fmla="*/ 56864 h 285750"/>
                <a:gd name="connsiteX420" fmla="*/ 191167 w 409575"/>
                <a:gd name="connsiteY420" fmla="*/ 55150 h 285750"/>
                <a:gd name="connsiteX421" fmla="*/ 190119 w 409575"/>
                <a:gd name="connsiteY421" fmla="*/ 55054 h 285750"/>
                <a:gd name="connsiteX422" fmla="*/ 185452 w 409575"/>
                <a:gd name="connsiteY422" fmla="*/ 55435 h 285750"/>
                <a:gd name="connsiteX423" fmla="*/ 177927 w 409575"/>
                <a:gd name="connsiteY423" fmla="*/ 57721 h 285750"/>
                <a:gd name="connsiteX424" fmla="*/ 175641 w 409575"/>
                <a:gd name="connsiteY424" fmla="*/ 57912 h 285750"/>
                <a:gd name="connsiteX425" fmla="*/ 173450 w 409575"/>
                <a:gd name="connsiteY425" fmla="*/ 57817 h 285750"/>
                <a:gd name="connsiteX426" fmla="*/ 171355 w 409575"/>
                <a:gd name="connsiteY426" fmla="*/ 56293 h 285750"/>
                <a:gd name="connsiteX427" fmla="*/ 170402 w 409575"/>
                <a:gd name="connsiteY427" fmla="*/ 53340 h 285750"/>
                <a:gd name="connsiteX428" fmla="*/ 169736 w 409575"/>
                <a:gd name="connsiteY428" fmla="*/ 50197 h 285750"/>
                <a:gd name="connsiteX429" fmla="*/ 168307 w 409575"/>
                <a:gd name="connsiteY429" fmla="*/ 47911 h 285750"/>
                <a:gd name="connsiteX430" fmla="*/ 167164 w 409575"/>
                <a:gd name="connsiteY430" fmla="*/ 47434 h 285750"/>
                <a:gd name="connsiteX431" fmla="*/ 166211 w 409575"/>
                <a:gd name="connsiteY431" fmla="*/ 47530 h 285750"/>
                <a:gd name="connsiteX432" fmla="*/ 165259 w 409575"/>
                <a:gd name="connsiteY432" fmla="*/ 47815 h 285750"/>
                <a:gd name="connsiteX433" fmla="*/ 164116 w 409575"/>
                <a:gd name="connsiteY433" fmla="*/ 47911 h 285750"/>
                <a:gd name="connsiteX434" fmla="*/ 162973 w 409575"/>
                <a:gd name="connsiteY434" fmla="*/ 47625 h 285750"/>
                <a:gd name="connsiteX435" fmla="*/ 160306 w 409575"/>
                <a:gd name="connsiteY435" fmla="*/ 46482 h 285750"/>
                <a:gd name="connsiteX436" fmla="*/ 160973 w 409575"/>
                <a:gd name="connsiteY436" fmla="*/ 44101 h 285750"/>
                <a:gd name="connsiteX437" fmla="*/ 160782 w 409575"/>
                <a:gd name="connsiteY437" fmla="*/ 43815 h 285750"/>
                <a:gd name="connsiteX438" fmla="*/ 160115 w 409575"/>
                <a:gd name="connsiteY438" fmla="*/ 43148 h 285750"/>
                <a:gd name="connsiteX439" fmla="*/ 160020 w 409575"/>
                <a:gd name="connsiteY439" fmla="*/ 43053 h 285750"/>
                <a:gd name="connsiteX440" fmla="*/ 160020 w 409575"/>
                <a:gd name="connsiteY440" fmla="*/ 43053 h 285750"/>
                <a:gd name="connsiteX441" fmla="*/ 159353 w 409575"/>
                <a:gd name="connsiteY441" fmla="*/ 42005 h 285750"/>
                <a:gd name="connsiteX442" fmla="*/ 159258 w 409575"/>
                <a:gd name="connsiteY442" fmla="*/ 41815 h 285750"/>
                <a:gd name="connsiteX443" fmla="*/ 159163 w 409575"/>
                <a:gd name="connsiteY443" fmla="*/ 41529 h 285750"/>
                <a:gd name="connsiteX444" fmla="*/ 159068 w 409575"/>
                <a:gd name="connsiteY444" fmla="*/ 40100 h 285750"/>
                <a:gd name="connsiteX445" fmla="*/ 159925 w 409575"/>
                <a:gd name="connsiteY445" fmla="*/ 38767 h 285750"/>
                <a:gd name="connsiteX446" fmla="*/ 161449 w 409575"/>
                <a:gd name="connsiteY446" fmla="*/ 37719 h 285750"/>
                <a:gd name="connsiteX447" fmla="*/ 165068 w 409575"/>
                <a:gd name="connsiteY447" fmla="*/ 36862 h 285750"/>
                <a:gd name="connsiteX448" fmla="*/ 165544 w 409575"/>
                <a:gd name="connsiteY448" fmla="*/ 36671 h 285750"/>
                <a:gd name="connsiteX449" fmla="*/ 166116 w 409575"/>
                <a:gd name="connsiteY449" fmla="*/ 36004 h 285750"/>
                <a:gd name="connsiteX450" fmla="*/ 167354 w 409575"/>
                <a:gd name="connsiteY450" fmla="*/ 33814 h 285750"/>
                <a:gd name="connsiteX451" fmla="*/ 168021 w 409575"/>
                <a:gd name="connsiteY451" fmla="*/ 33052 h 285750"/>
                <a:gd name="connsiteX452" fmla="*/ 168783 w 409575"/>
                <a:gd name="connsiteY452" fmla="*/ 32766 h 285750"/>
                <a:gd name="connsiteX453" fmla="*/ 169545 w 409575"/>
                <a:gd name="connsiteY453" fmla="*/ 32575 h 285750"/>
                <a:gd name="connsiteX454" fmla="*/ 170307 w 409575"/>
                <a:gd name="connsiteY454" fmla="*/ 32194 h 285750"/>
                <a:gd name="connsiteX455" fmla="*/ 170974 w 409575"/>
                <a:gd name="connsiteY455" fmla="*/ 31623 h 285750"/>
                <a:gd name="connsiteX456" fmla="*/ 172784 w 409575"/>
                <a:gd name="connsiteY456" fmla="*/ 29337 h 285750"/>
                <a:gd name="connsiteX457" fmla="*/ 176022 w 409575"/>
                <a:gd name="connsiteY457" fmla="*/ 26670 h 285750"/>
                <a:gd name="connsiteX458" fmla="*/ 176784 w 409575"/>
                <a:gd name="connsiteY458" fmla="*/ 25908 h 285750"/>
                <a:gd name="connsiteX459" fmla="*/ 177546 w 409575"/>
                <a:gd name="connsiteY459" fmla="*/ 25336 h 285750"/>
                <a:gd name="connsiteX460" fmla="*/ 178022 w 409575"/>
                <a:gd name="connsiteY460" fmla="*/ 25146 h 285750"/>
                <a:gd name="connsiteX461" fmla="*/ 178880 w 409575"/>
                <a:gd name="connsiteY461" fmla="*/ 24955 h 285750"/>
                <a:gd name="connsiteX462" fmla="*/ 179070 w 409575"/>
                <a:gd name="connsiteY462" fmla="*/ 24670 h 285750"/>
                <a:gd name="connsiteX463" fmla="*/ 179165 w 409575"/>
                <a:gd name="connsiteY463" fmla="*/ 24384 h 285750"/>
                <a:gd name="connsiteX464" fmla="*/ 179356 w 409575"/>
                <a:gd name="connsiteY464" fmla="*/ 24098 h 285750"/>
                <a:gd name="connsiteX465" fmla="*/ 180213 w 409575"/>
                <a:gd name="connsiteY465" fmla="*/ 23622 h 285750"/>
                <a:gd name="connsiteX466" fmla="*/ 180213 w 409575"/>
                <a:gd name="connsiteY466" fmla="*/ 23622 h 285750"/>
                <a:gd name="connsiteX467" fmla="*/ 180308 w 409575"/>
                <a:gd name="connsiteY467" fmla="*/ 23050 h 285750"/>
                <a:gd name="connsiteX468" fmla="*/ 180785 w 409575"/>
                <a:gd name="connsiteY468" fmla="*/ 20765 h 285750"/>
                <a:gd name="connsiteX469" fmla="*/ 178784 w 409575"/>
                <a:gd name="connsiteY469" fmla="*/ 19621 h 285750"/>
                <a:gd name="connsiteX470" fmla="*/ 173927 w 409575"/>
                <a:gd name="connsiteY470" fmla="*/ 18479 h 285750"/>
                <a:gd name="connsiteX471" fmla="*/ 173069 w 409575"/>
                <a:gd name="connsiteY471" fmla="*/ 17431 h 285750"/>
                <a:gd name="connsiteX472" fmla="*/ 172974 w 409575"/>
                <a:gd name="connsiteY472" fmla="*/ 16192 h 285750"/>
                <a:gd name="connsiteX473" fmla="*/ 173450 w 409575"/>
                <a:gd name="connsiteY473" fmla="*/ 15335 h 285750"/>
                <a:gd name="connsiteX474" fmla="*/ 174498 w 409575"/>
                <a:gd name="connsiteY474" fmla="*/ 15240 h 285750"/>
                <a:gd name="connsiteX475" fmla="*/ 176308 w 409575"/>
                <a:gd name="connsiteY475" fmla="*/ 16859 h 285750"/>
                <a:gd name="connsiteX476" fmla="*/ 177356 w 409575"/>
                <a:gd name="connsiteY476" fmla="*/ 17240 h 285750"/>
                <a:gd name="connsiteX477" fmla="*/ 177451 w 409575"/>
                <a:gd name="connsiteY477" fmla="*/ 16002 h 285750"/>
                <a:gd name="connsiteX478" fmla="*/ 176975 w 409575"/>
                <a:gd name="connsiteY478" fmla="*/ 15430 h 285750"/>
                <a:gd name="connsiteX479" fmla="*/ 167354 w 409575"/>
                <a:gd name="connsiteY479" fmla="*/ 4572 h 285750"/>
                <a:gd name="connsiteX480" fmla="*/ 165735 w 409575"/>
                <a:gd name="connsiteY480" fmla="*/ 3143 h 285750"/>
                <a:gd name="connsiteX481" fmla="*/ 165544 w 409575"/>
                <a:gd name="connsiteY481" fmla="*/ 2953 h 285750"/>
                <a:gd name="connsiteX482" fmla="*/ 165449 w 409575"/>
                <a:gd name="connsiteY482" fmla="*/ 2762 h 285750"/>
                <a:gd name="connsiteX483" fmla="*/ 164402 w 409575"/>
                <a:gd name="connsiteY483" fmla="*/ 1619 h 285750"/>
                <a:gd name="connsiteX484" fmla="*/ 163735 w 409575"/>
                <a:gd name="connsiteY484" fmla="*/ 952 h 285750"/>
                <a:gd name="connsiteX485" fmla="*/ 161353 w 409575"/>
                <a:gd name="connsiteY485" fmla="*/ 0 h 285750"/>
                <a:gd name="connsiteX486" fmla="*/ 159353 w 409575"/>
                <a:gd name="connsiteY486" fmla="*/ 476 h 285750"/>
                <a:gd name="connsiteX487" fmla="*/ 157925 w 409575"/>
                <a:gd name="connsiteY487" fmla="*/ 7810 h 285750"/>
                <a:gd name="connsiteX488" fmla="*/ 154972 w 409575"/>
                <a:gd name="connsiteY488" fmla="*/ 11240 h 285750"/>
                <a:gd name="connsiteX489" fmla="*/ 151162 w 409575"/>
                <a:gd name="connsiteY489" fmla="*/ 13525 h 285750"/>
                <a:gd name="connsiteX490" fmla="*/ 145732 w 409575"/>
                <a:gd name="connsiteY490" fmla="*/ 15716 h 285750"/>
                <a:gd name="connsiteX491" fmla="*/ 140780 w 409575"/>
                <a:gd name="connsiteY491" fmla="*/ 19526 h 285750"/>
                <a:gd name="connsiteX492" fmla="*/ 131064 w 409575"/>
                <a:gd name="connsiteY492" fmla="*/ 22574 h 285750"/>
                <a:gd name="connsiteX493" fmla="*/ 129921 w 409575"/>
                <a:gd name="connsiteY493" fmla="*/ 23146 h 285750"/>
                <a:gd name="connsiteX494" fmla="*/ 128873 w 409575"/>
                <a:gd name="connsiteY494" fmla="*/ 24003 h 285750"/>
                <a:gd name="connsiteX495" fmla="*/ 126682 w 409575"/>
                <a:gd name="connsiteY495" fmla="*/ 26765 h 285750"/>
                <a:gd name="connsiteX496" fmla="*/ 125444 w 409575"/>
                <a:gd name="connsiteY496" fmla="*/ 27908 h 285750"/>
                <a:gd name="connsiteX497" fmla="*/ 124015 w 409575"/>
                <a:gd name="connsiteY497" fmla="*/ 28384 h 285750"/>
                <a:gd name="connsiteX498" fmla="*/ 122396 w 409575"/>
                <a:gd name="connsiteY498" fmla="*/ 27813 h 285750"/>
                <a:gd name="connsiteX499" fmla="*/ 121730 w 409575"/>
                <a:gd name="connsiteY499" fmla="*/ 27242 h 285750"/>
                <a:gd name="connsiteX500" fmla="*/ 121158 w 409575"/>
                <a:gd name="connsiteY500" fmla="*/ 26479 h 285750"/>
                <a:gd name="connsiteX501" fmla="*/ 120206 w 409575"/>
                <a:gd name="connsiteY501" fmla="*/ 24860 h 285750"/>
                <a:gd name="connsiteX502" fmla="*/ 119634 w 409575"/>
                <a:gd name="connsiteY502" fmla="*/ 24194 h 285750"/>
                <a:gd name="connsiteX503" fmla="*/ 118301 w 409575"/>
                <a:gd name="connsiteY503" fmla="*/ 23336 h 285750"/>
                <a:gd name="connsiteX504" fmla="*/ 117729 w 409575"/>
                <a:gd name="connsiteY504" fmla="*/ 22765 h 285750"/>
                <a:gd name="connsiteX505" fmla="*/ 115633 w 409575"/>
                <a:gd name="connsiteY505" fmla="*/ 19526 h 285750"/>
                <a:gd name="connsiteX506" fmla="*/ 114395 w 409575"/>
                <a:gd name="connsiteY506" fmla="*/ 18383 h 285750"/>
                <a:gd name="connsiteX507" fmla="*/ 112681 w 409575"/>
                <a:gd name="connsiteY507" fmla="*/ 18193 h 285750"/>
                <a:gd name="connsiteX508" fmla="*/ 111824 w 409575"/>
                <a:gd name="connsiteY508" fmla="*/ 17717 h 285750"/>
                <a:gd name="connsiteX509" fmla="*/ 111157 w 409575"/>
                <a:gd name="connsiteY509" fmla="*/ 17050 h 285750"/>
                <a:gd name="connsiteX510" fmla="*/ 110490 w 409575"/>
                <a:gd name="connsiteY510" fmla="*/ 16478 h 285750"/>
                <a:gd name="connsiteX511" fmla="*/ 109538 w 409575"/>
                <a:gd name="connsiteY511" fmla="*/ 16383 h 285750"/>
                <a:gd name="connsiteX512" fmla="*/ 107823 w 409575"/>
                <a:gd name="connsiteY512" fmla="*/ 16954 h 285750"/>
                <a:gd name="connsiteX513" fmla="*/ 106966 w 409575"/>
                <a:gd name="connsiteY513" fmla="*/ 17431 h 285750"/>
                <a:gd name="connsiteX514" fmla="*/ 106204 w 409575"/>
                <a:gd name="connsiteY514" fmla="*/ 18098 h 285750"/>
                <a:gd name="connsiteX515" fmla="*/ 104870 w 409575"/>
                <a:gd name="connsiteY515" fmla="*/ 19812 h 285750"/>
                <a:gd name="connsiteX516" fmla="*/ 104013 w 409575"/>
                <a:gd name="connsiteY516" fmla="*/ 21622 h 285750"/>
                <a:gd name="connsiteX517" fmla="*/ 103632 w 409575"/>
                <a:gd name="connsiteY517" fmla="*/ 23717 h 285750"/>
                <a:gd name="connsiteX518" fmla="*/ 103632 w 409575"/>
                <a:gd name="connsiteY518" fmla="*/ 26289 h 285750"/>
                <a:gd name="connsiteX519" fmla="*/ 104013 w 409575"/>
                <a:gd name="connsiteY519" fmla="*/ 30004 h 285750"/>
                <a:gd name="connsiteX520" fmla="*/ 103823 w 409575"/>
                <a:gd name="connsiteY520" fmla="*/ 30956 h 285750"/>
                <a:gd name="connsiteX521" fmla="*/ 103061 w 409575"/>
                <a:gd name="connsiteY521" fmla="*/ 31432 h 285750"/>
                <a:gd name="connsiteX522" fmla="*/ 99822 w 409575"/>
                <a:gd name="connsiteY522" fmla="*/ 31718 h 285750"/>
                <a:gd name="connsiteX523" fmla="*/ 97917 w 409575"/>
                <a:gd name="connsiteY523" fmla="*/ 33052 h 285750"/>
                <a:gd name="connsiteX524" fmla="*/ 97917 w 409575"/>
                <a:gd name="connsiteY524" fmla="*/ 34480 h 285750"/>
                <a:gd name="connsiteX525" fmla="*/ 100013 w 409575"/>
                <a:gd name="connsiteY525" fmla="*/ 38100 h 285750"/>
                <a:gd name="connsiteX526" fmla="*/ 100013 w 409575"/>
                <a:gd name="connsiteY526" fmla="*/ 38100 h 285750"/>
                <a:gd name="connsiteX527" fmla="*/ 101156 w 409575"/>
                <a:gd name="connsiteY527" fmla="*/ 42005 h 285750"/>
                <a:gd name="connsiteX528" fmla="*/ 101632 w 409575"/>
                <a:gd name="connsiteY528" fmla="*/ 43244 h 285750"/>
                <a:gd name="connsiteX529" fmla="*/ 102965 w 409575"/>
                <a:gd name="connsiteY529" fmla="*/ 45720 h 285750"/>
                <a:gd name="connsiteX530" fmla="*/ 103537 w 409575"/>
                <a:gd name="connsiteY530" fmla="*/ 47054 h 285750"/>
                <a:gd name="connsiteX531" fmla="*/ 103918 w 409575"/>
                <a:gd name="connsiteY531" fmla="*/ 48577 h 285750"/>
                <a:gd name="connsiteX532" fmla="*/ 103537 w 409575"/>
                <a:gd name="connsiteY532" fmla="*/ 51911 h 285750"/>
                <a:gd name="connsiteX533" fmla="*/ 101822 w 409575"/>
                <a:gd name="connsiteY533" fmla="*/ 52197 h 285750"/>
                <a:gd name="connsiteX534" fmla="*/ 100108 w 409575"/>
                <a:gd name="connsiteY534" fmla="*/ 50768 h 285750"/>
                <a:gd name="connsiteX535" fmla="*/ 98679 w 409575"/>
                <a:gd name="connsiteY535" fmla="*/ 50959 h 285750"/>
                <a:gd name="connsiteX536" fmla="*/ 98870 w 409575"/>
                <a:gd name="connsiteY536" fmla="*/ 52959 h 285750"/>
                <a:gd name="connsiteX537" fmla="*/ 102679 w 409575"/>
                <a:gd name="connsiteY537" fmla="*/ 56388 h 285750"/>
                <a:gd name="connsiteX538" fmla="*/ 102679 w 409575"/>
                <a:gd name="connsiteY538" fmla="*/ 58007 h 285750"/>
                <a:gd name="connsiteX539" fmla="*/ 100679 w 409575"/>
                <a:gd name="connsiteY539" fmla="*/ 58960 h 285750"/>
                <a:gd name="connsiteX540" fmla="*/ 98108 w 409575"/>
                <a:gd name="connsiteY540" fmla="*/ 58865 h 285750"/>
                <a:gd name="connsiteX541" fmla="*/ 93345 w 409575"/>
                <a:gd name="connsiteY541" fmla="*/ 57436 h 285750"/>
                <a:gd name="connsiteX542" fmla="*/ 91535 w 409575"/>
                <a:gd name="connsiteY542" fmla="*/ 56483 h 285750"/>
                <a:gd name="connsiteX543" fmla="*/ 89821 w 409575"/>
                <a:gd name="connsiteY543" fmla="*/ 55626 h 285750"/>
                <a:gd name="connsiteX544" fmla="*/ 88583 w 409575"/>
                <a:gd name="connsiteY544" fmla="*/ 55435 h 285750"/>
                <a:gd name="connsiteX545" fmla="*/ 80010 w 409575"/>
                <a:gd name="connsiteY545" fmla="*/ 56769 h 285750"/>
                <a:gd name="connsiteX546" fmla="*/ 78962 w 409575"/>
                <a:gd name="connsiteY546" fmla="*/ 57245 h 285750"/>
                <a:gd name="connsiteX547" fmla="*/ 77152 w 409575"/>
                <a:gd name="connsiteY547" fmla="*/ 58293 h 285750"/>
                <a:gd name="connsiteX548" fmla="*/ 75914 w 409575"/>
                <a:gd name="connsiteY548" fmla="*/ 58483 h 285750"/>
                <a:gd name="connsiteX549" fmla="*/ 72866 w 409575"/>
                <a:gd name="connsiteY549" fmla="*/ 57912 h 285750"/>
                <a:gd name="connsiteX550" fmla="*/ 71723 w 409575"/>
                <a:gd name="connsiteY550" fmla="*/ 58007 h 285750"/>
                <a:gd name="connsiteX551" fmla="*/ 68771 w 409575"/>
                <a:gd name="connsiteY551" fmla="*/ 58769 h 285750"/>
                <a:gd name="connsiteX552" fmla="*/ 66580 w 409575"/>
                <a:gd name="connsiteY552" fmla="*/ 59341 h 285750"/>
                <a:gd name="connsiteX553" fmla="*/ 65437 w 409575"/>
                <a:gd name="connsiteY553" fmla="*/ 60103 h 285750"/>
                <a:gd name="connsiteX554" fmla="*/ 66770 w 409575"/>
                <a:gd name="connsiteY554" fmla="*/ 61627 h 285750"/>
                <a:gd name="connsiteX555" fmla="*/ 69152 w 409575"/>
                <a:gd name="connsiteY555" fmla="*/ 63151 h 285750"/>
                <a:gd name="connsiteX556" fmla="*/ 71056 w 409575"/>
                <a:gd name="connsiteY556" fmla="*/ 63913 h 285750"/>
                <a:gd name="connsiteX557" fmla="*/ 71533 w 409575"/>
                <a:gd name="connsiteY557" fmla="*/ 63817 h 285750"/>
                <a:gd name="connsiteX558" fmla="*/ 83820 w 409575"/>
                <a:gd name="connsiteY558" fmla="*/ 61436 h 285750"/>
                <a:gd name="connsiteX559" fmla="*/ 86297 w 409575"/>
                <a:gd name="connsiteY559" fmla="*/ 63246 h 285750"/>
                <a:gd name="connsiteX560" fmla="*/ 86677 w 409575"/>
                <a:gd name="connsiteY560" fmla="*/ 64198 h 285750"/>
                <a:gd name="connsiteX561" fmla="*/ 86868 w 409575"/>
                <a:gd name="connsiteY561" fmla="*/ 65246 h 285750"/>
                <a:gd name="connsiteX562" fmla="*/ 86773 w 409575"/>
                <a:gd name="connsiteY562" fmla="*/ 66199 h 285750"/>
                <a:gd name="connsiteX563" fmla="*/ 86392 w 409575"/>
                <a:gd name="connsiteY563" fmla="*/ 67056 h 285750"/>
                <a:gd name="connsiteX564" fmla="*/ 85154 w 409575"/>
                <a:gd name="connsiteY564" fmla="*/ 67246 h 285750"/>
                <a:gd name="connsiteX565" fmla="*/ 81344 w 409575"/>
                <a:gd name="connsiteY565" fmla="*/ 66675 h 285750"/>
                <a:gd name="connsiteX566" fmla="*/ 80296 w 409575"/>
                <a:gd name="connsiteY566" fmla="*/ 67056 h 285750"/>
                <a:gd name="connsiteX567" fmla="*/ 78391 w 409575"/>
                <a:gd name="connsiteY567" fmla="*/ 68675 h 285750"/>
                <a:gd name="connsiteX568" fmla="*/ 77724 w 409575"/>
                <a:gd name="connsiteY568" fmla="*/ 68866 h 285750"/>
                <a:gd name="connsiteX569" fmla="*/ 76486 w 409575"/>
                <a:gd name="connsiteY569" fmla="*/ 66675 h 285750"/>
                <a:gd name="connsiteX570" fmla="*/ 75629 w 409575"/>
                <a:gd name="connsiteY570" fmla="*/ 66008 h 285750"/>
                <a:gd name="connsiteX571" fmla="*/ 74962 w 409575"/>
                <a:gd name="connsiteY571" fmla="*/ 67246 h 285750"/>
                <a:gd name="connsiteX572" fmla="*/ 75057 w 409575"/>
                <a:gd name="connsiteY572" fmla="*/ 67818 h 285750"/>
                <a:gd name="connsiteX573" fmla="*/ 76010 w 409575"/>
                <a:gd name="connsiteY573" fmla="*/ 68580 h 285750"/>
                <a:gd name="connsiteX574" fmla="*/ 76200 w 409575"/>
                <a:gd name="connsiteY574" fmla="*/ 69056 h 285750"/>
                <a:gd name="connsiteX575" fmla="*/ 76105 w 409575"/>
                <a:gd name="connsiteY575" fmla="*/ 70485 h 285750"/>
                <a:gd name="connsiteX576" fmla="*/ 76200 w 409575"/>
                <a:gd name="connsiteY576" fmla="*/ 71152 h 285750"/>
                <a:gd name="connsiteX577" fmla="*/ 76486 w 409575"/>
                <a:gd name="connsiteY577" fmla="*/ 71818 h 285750"/>
                <a:gd name="connsiteX578" fmla="*/ 81153 w 409575"/>
                <a:gd name="connsiteY578" fmla="*/ 78200 h 285750"/>
                <a:gd name="connsiteX579" fmla="*/ 81344 w 409575"/>
                <a:gd name="connsiteY579" fmla="*/ 79724 h 285750"/>
                <a:gd name="connsiteX580" fmla="*/ 79058 w 409575"/>
                <a:gd name="connsiteY580" fmla="*/ 80677 h 285750"/>
                <a:gd name="connsiteX581" fmla="*/ 77819 w 409575"/>
                <a:gd name="connsiteY581" fmla="*/ 78772 h 285750"/>
                <a:gd name="connsiteX582" fmla="*/ 77057 w 409575"/>
                <a:gd name="connsiteY582" fmla="*/ 75819 h 285750"/>
                <a:gd name="connsiteX583" fmla="*/ 76010 w 409575"/>
                <a:gd name="connsiteY583" fmla="*/ 73438 h 285750"/>
                <a:gd name="connsiteX584" fmla="*/ 74867 w 409575"/>
                <a:gd name="connsiteY584" fmla="*/ 72676 h 285750"/>
                <a:gd name="connsiteX585" fmla="*/ 74486 w 409575"/>
                <a:gd name="connsiteY585" fmla="*/ 73247 h 285750"/>
                <a:gd name="connsiteX586" fmla="*/ 74676 w 409575"/>
                <a:gd name="connsiteY586" fmla="*/ 74485 h 285750"/>
                <a:gd name="connsiteX587" fmla="*/ 75152 w 409575"/>
                <a:gd name="connsiteY587" fmla="*/ 76009 h 285750"/>
                <a:gd name="connsiteX588" fmla="*/ 76295 w 409575"/>
                <a:gd name="connsiteY588" fmla="*/ 78486 h 285750"/>
                <a:gd name="connsiteX589" fmla="*/ 76295 w 409575"/>
                <a:gd name="connsiteY589" fmla="*/ 79438 h 285750"/>
                <a:gd name="connsiteX590" fmla="*/ 75629 w 409575"/>
                <a:gd name="connsiteY590" fmla="*/ 80772 h 285750"/>
                <a:gd name="connsiteX591" fmla="*/ 75438 w 409575"/>
                <a:gd name="connsiteY591" fmla="*/ 80867 h 285750"/>
                <a:gd name="connsiteX592" fmla="*/ 74867 w 409575"/>
                <a:gd name="connsiteY592" fmla="*/ 80963 h 285750"/>
                <a:gd name="connsiteX593" fmla="*/ 74676 w 409575"/>
                <a:gd name="connsiteY593" fmla="*/ 81058 h 285750"/>
                <a:gd name="connsiteX594" fmla="*/ 74295 w 409575"/>
                <a:gd name="connsiteY594" fmla="*/ 82105 h 285750"/>
                <a:gd name="connsiteX595" fmla="*/ 74295 w 409575"/>
                <a:gd name="connsiteY595" fmla="*/ 82201 h 285750"/>
                <a:gd name="connsiteX596" fmla="*/ 74295 w 409575"/>
                <a:gd name="connsiteY596" fmla="*/ 82582 h 285750"/>
                <a:gd name="connsiteX597" fmla="*/ 74200 w 409575"/>
                <a:gd name="connsiteY597" fmla="*/ 83249 h 285750"/>
                <a:gd name="connsiteX598" fmla="*/ 73819 w 409575"/>
                <a:gd name="connsiteY598" fmla="*/ 83725 h 285750"/>
                <a:gd name="connsiteX599" fmla="*/ 73152 w 409575"/>
                <a:gd name="connsiteY599" fmla="*/ 83344 h 285750"/>
                <a:gd name="connsiteX600" fmla="*/ 71723 w 409575"/>
                <a:gd name="connsiteY600" fmla="*/ 81058 h 285750"/>
                <a:gd name="connsiteX601" fmla="*/ 70866 w 409575"/>
                <a:gd name="connsiteY601" fmla="*/ 80391 h 285750"/>
                <a:gd name="connsiteX602" fmla="*/ 69056 w 409575"/>
                <a:gd name="connsiteY602" fmla="*/ 82010 h 285750"/>
                <a:gd name="connsiteX603" fmla="*/ 68390 w 409575"/>
                <a:gd name="connsiteY603" fmla="*/ 81725 h 285750"/>
                <a:gd name="connsiteX604" fmla="*/ 67818 w 409575"/>
                <a:gd name="connsiteY604" fmla="*/ 81725 h 285750"/>
                <a:gd name="connsiteX605" fmla="*/ 67247 w 409575"/>
                <a:gd name="connsiteY605" fmla="*/ 83153 h 285750"/>
                <a:gd name="connsiteX606" fmla="*/ 66675 w 409575"/>
                <a:gd name="connsiteY606" fmla="*/ 94202 h 285750"/>
                <a:gd name="connsiteX607" fmla="*/ 66389 w 409575"/>
                <a:gd name="connsiteY607" fmla="*/ 95821 h 285750"/>
                <a:gd name="connsiteX608" fmla="*/ 65723 w 409575"/>
                <a:gd name="connsiteY608" fmla="*/ 97155 h 285750"/>
                <a:gd name="connsiteX609" fmla="*/ 64484 w 409575"/>
                <a:gd name="connsiteY609" fmla="*/ 98488 h 285750"/>
                <a:gd name="connsiteX610" fmla="*/ 62198 w 409575"/>
                <a:gd name="connsiteY610" fmla="*/ 99917 h 285750"/>
                <a:gd name="connsiteX611" fmla="*/ 61436 w 409575"/>
                <a:gd name="connsiteY611" fmla="*/ 100965 h 285750"/>
                <a:gd name="connsiteX612" fmla="*/ 61627 w 409575"/>
                <a:gd name="connsiteY612" fmla="*/ 101346 h 285750"/>
                <a:gd name="connsiteX613" fmla="*/ 62008 w 409575"/>
                <a:gd name="connsiteY613" fmla="*/ 102203 h 285750"/>
                <a:gd name="connsiteX614" fmla="*/ 62008 w 409575"/>
                <a:gd name="connsiteY614" fmla="*/ 102203 h 285750"/>
                <a:gd name="connsiteX615" fmla="*/ 60960 w 409575"/>
                <a:gd name="connsiteY615" fmla="*/ 102679 h 285750"/>
                <a:gd name="connsiteX616" fmla="*/ 57722 w 409575"/>
                <a:gd name="connsiteY616" fmla="*/ 103537 h 285750"/>
                <a:gd name="connsiteX617" fmla="*/ 55150 w 409575"/>
                <a:gd name="connsiteY617" fmla="*/ 103822 h 285750"/>
                <a:gd name="connsiteX618" fmla="*/ 52578 w 409575"/>
                <a:gd name="connsiteY618" fmla="*/ 103632 h 285750"/>
                <a:gd name="connsiteX619" fmla="*/ 48292 w 409575"/>
                <a:gd name="connsiteY619" fmla="*/ 102108 h 285750"/>
                <a:gd name="connsiteX620" fmla="*/ 40386 w 409575"/>
                <a:gd name="connsiteY620" fmla="*/ 101822 h 285750"/>
                <a:gd name="connsiteX621" fmla="*/ 22384 w 409575"/>
                <a:gd name="connsiteY621" fmla="*/ 97155 h 285750"/>
                <a:gd name="connsiteX622" fmla="*/ 19907 w 409575"/>
                <a:gd name="connsiteY622" fmla="*/ 97060 h 285750"/>
                <a:gd name="connsiteX623" fmla="*/ 17907 w 409575"/>
                <a:gd name="connsiteY623" fmla="*/ 97726 h 285750"/>
                <a:gd name="connsiteX624" fmla="*/ 12954 w 409575"/>
                <a:gd name="connsiteY624" fmla="*/ 101251 h 285750"/>
                <a:gd name="connsiteX625" fmla="*/ 8763 w 409575"/>
                <a:gd name="connsiteY625" fmla="*/ 101917 h 285750"/>
                <a:gd name="connsiteX626" fmla="*/ 7715 w 409575"/>
                <a:gd name="connsiteY626" fmla="*/ 102965 h 285750"/>
                <a:gd name="connsiteX627" fmla="*/ 8096 w 409575"/>
                <a:gd name="connsiteY627" fmla="*/ 106013 h 285750"/>
                <a:gd name="connsiteX628" fmla="*/ 8096 w 409575"/>
                <a:gd name="connsiteY628" fmla="*/ 106013 h 285750"/>
                <a:gd name="connsiteX629" fmla="*/ 7906 w 409575"/>
                <a:gd name="connsiteY629" fmla="*/ 106299 h 285750"/>
                <a:gd name="connsiteX630" fmla="*/ 7715 w 409575"/>
                <a:gd name="connsiteY630" fmla="*/ 106489 h 285750"/>
                <a:gd name="connsiteX631" fmla="*/ 7429 w 409575"/>
                <a:gd name="connsiteY631" fmla="*/ 106585 h 285750"/>
                <a:gd name="connsiteX632" fmla="*/ 7144 w 409575"/>
                <a:gd name="connsiteY632" fmla="*/ 106680 h 285750"/>
                <a:gd name="connsiteX633" fmla="*/ 5810 w 409575"/>
                <a:gd name="connsiteY633" fmla="*/ 106489 h 285750"/>
                <a:gd name="connsiteX634" fmla="*/ 5048 w 409575"/>
                <a:gd name="connsiteY634" fmla="*/ 106585 h 285750"/>
                <a:gd name="connsiteX635" fmla="*/ 4572 w 409575"/>
                <a:gd name="connsiteY635" fmla="*/ 107156 h 285750"/>
                <a:gd name="connsiteX636" fmla="*/ 3905 w 409575"/>
                <a:gd name="connsiteY636" fmla="*/ 109728 h 285750"/>
                <a:gd name="connsiteX637" fmla="*/ 3524 w 409575"/>
                <a:gd name="connsiteY637" fmla="*/ 112490 h 285750"/>
                <a:gd name="connsiteX638" fmla="*/ 3429 w 409575"/>
                <a:gd name="connsiteY638" fmla="*/ 114967 h 285750"/>
                <a:gd name="connsiteX639" fmla="*/ 2762 w 409575"/>
                <a:gd name="connsiteY639" fmla="*/ 117253 h 285750"/>
                <a:gd name="connsiteX640" fmla="*/ 2381 w 409575"/>
                <a:gd name="connsiteY640" fmla="*/ 119539 h 285750"/>
                <a:gd name="connsiteX641" fmla="*/ 2000 w 409575"/>
                <a:gd name="connsiteY641" fmla="*/ 119634 h 285750"/>
                <a:gd name="connsiteX642" fmla="*/ 1524 w 409575"/>
                <a:gd name="connsiteY642" fmla="*/ 119443 h 285750"/>
                <a:gd name="connsiteX643" fmla="*/ 952 w 409575"/>
                <a:gd name="connsiteY643" fmla="*/ 119634 h 285750"/>
                <a:gd name="connsiteX644" fmla="*/ 476 w 409575"/>
                <a:gd name="connsiteY644" fmla="*/ 120110 h 285750"/>
                <a:gd name="connsiteX645" fmla="*/ 191 w 409575"/>
                <a:gd name="connsiteY645" fmla="*/ 120396 h 285750"/>
                <a:gd name="connsiteX646" fmla="*/ 95 w 409575"/>
                <a:gd name="connsiteY646" fmla="*/ 120872 h 285750"/>
                <a:gd name="connsiteX647" fmla="*/ 0 w 409575"/>
                <a:gd name="connsiteY647" fmla="*/ 121825 h 285750"/>
                <a:gd name="connsiteX648" fmla="*/ 381 w 409575"/>
                <a:gd name="connsiteY648" fmla="*/ 124492 h 285750"/>
                <a:gd name="connsiteX649" fmla="*/ 381 w 409575"/>
                <a:gd name="connsiteY649" fmla="*/ 124492 h 285750"/>
                <a:gd name="connsiteX650" fmla="*/ 1905 w 409575"/>
                <a:gd name="connsiteY650" fmla="*/ 125825 h 285750"/>
                <a:gd name="connsiteX651" fmla="*/ 8287 w 409575"/>
                <a:gd name="connsiteY651" fmla="*/ 128111 h 285750"/>
                <a:gd name="connsiteX652" fmla="*/ 12573 w 409575"/>
                <a:gd name="connsiteY652" fmla="*/ 128302 h 285750"/>
                <a:gd name="connsiteX653" fmla="*/ 14669 w 409575"/>
                <a:gd name="connsiteY653" fmla="*/ 129159 h 285750"/>
                <a:gd name="connsiteX654" fmla="*/ 14859 w 409575"/>
                <a:gd name="connsiteY654" fmla="*/ 129445 h 285750"/>
                <a:gd name="connsiteX655" fmla="*/ 15240 w 409575"/>
                <a:gd name="connsiteY655" fmla="*/ 130207 h 285750"/>
                <a:gd name="connsiteX656" fmla="*/ 15526 w 409575"/>
                <a:gd name="connsiteY656" fmla="*/ 130492 h 285750"/>
                <a:gd name="connsiteX657" fmla="*/ 15907 w 409575"/>
                <a:gd name="connsiteY657" fmla="*/ 130588 h 285750"/>
                <a:gd name="connsiteX658" fmla="*/ 16764 w 409575"/>
                <a:gd name="connsiteY658" fmla="*/ 130397 h 285750"/>
                <a:gd name="connsiteX659" fmla="*/ 17145 w 409575"/>
                <a:gd name="connsiteY659" fmla="*/ 130492 h 285750"/>
                <a:gd name="connsiteX660" fmla="*/ 17621 w 409575"/>
                <a:gd name="connsiteY660" fmla="*/ 131350 h 285750"/>
                <a:gd name="connsiteX661" fmla="*/ 17621 w 409575"/>
                <a:gd name="connsiteY661" fmla="*/ 131350 h 285750"/>
                <a:gd name="connsiteX662" fmla="*/ 17717 w 409575"/>
                <a:gd name="connsiteY662" fmla="*/ 132302 h 285750"/>
                <a:gd name="connsiteX663" fmla="*/ 17145 w 409575"/>
                <a:gd name="connsiteY663" fmla="*/ 137541 h 285750"/>
                <a:gd name="connsiteX664" fmla="*/ 17431 w 409575"/>
                <a:gd name="connsiteY664" fmla="*/ 139160 h 285750"/>
                <a:gd name="connsiteX665" fmla="*/ 17431 w 409575"/>
                <a:gd name="connsiteY665" fmla="*/ 139160 h 285750"/>
                <a:gd name="connsiteX666" fmla="*/ 17526 w 409575"/>
                <a:gd name="connsiteY666" fmla="*/ 139255 h 285750"/>
                <a:gd name="connsiteX667" fmla="*/ 18479 w 409575"/>
                <a:gd name="connsiteY667" fmla="*/ 140113 h 285750"/>
                <a:gd name="connsiteX668" fmla="*/ 25241 w 409575"/>
                <a:gd name="connsiteY668" fmla="*/ 141160 h 285750"/>
                <a:gd name="connsiteX669" fmla="*/ 26670 w 409575"/>
                <a:gd name="connsiteY669" fmla="*/ 141160 h 285750"/>
                <a:gd name="connsiteX670" fmla="*/ 30671 w 409575"/>
                <a:gd name="connsiteY670" fmla="*/ 139827 h 285750"/>
                <a:gd name="connsiteX671" fmla="*/ 30671 w 409575"/>
                <a:gd name="connsiteY671" fmla="*/ 139827 h 285750"/>
                <a:gd name="connsiteX672" fmla="*/ 30671 w 409575"/>
                <a:gd name="connsiteY672" fmla="*/ 139827 h 285750"/>
                <a:gd name="connsiteX673" fmla="*/ 30671 w 409575"/>
                <a:gd name="connsiteY673" fmla="*/ 139827 h 285750"/>
                <a:gd name="connsiteX674" fmla="*/ 30671 w 409575"/>
                <a:gd name="connsiteY674" fmla="*/ 139827 h 285750"/>
                <a:gd name="connsiteX675" fmla="*/ 31337 w 409575"/>
                <a:gd name="connsiteY675" fmla="*/ 139446 h 285750"/>
                <a:gd name="connsiteX676" fmla="*/ 32099 w 409575"/>
                <a:gd name="connsiteY676" fmla="*/ 139255 h 285750"/>
                <a:gd name="connsiteX677" fmla="*/ 32861 w 409575"/>
                <a:gd name="connsiteY677" fmla="*/ 139255 h 285750"/>
                <a:gd name="connsiteX678" fmla="*/ 33719 w 409575"/>
                <a:gd name="connsiteY678" fmla="*/ 139541 h 285750"/>
                <a:gd name="connsiteX679" fmla="*/ 34100 w 409575"/>
                <a:gd name="connsiteY679" fmla="*/ 139827 h 285750"/>
                <a:gd name="connsiteX680" fmla="*/ 34957 w 409575"/>
                <a:gd name="connsiteY680" fmla="*/ 140589 h 285750"/>
                <a:gd name="connsiteX681" fmla="*/ 35814 w 409575"/>
                <a:gd name="connsiteY681" fmla="*/ 140779 h 285750"/>
                <a:gd name="connsiteX682" fmla="*/ 36671 w 409575"/>
                <a:gd name="connsiteY682" fmla="*/ 140494 h 285750"/>
                <a:gd name="connsiteX683" fmla="*/ 37529 w 409575"/>
                <a:gd name="connsiteY683" fmla="*/ 139827 h 285750"/>
                <a:gd name="connsiteX684" fmla="*/ 37910 w 409575"/>
                <a:gd name="connsiteY684" fmla="*/ 139732 h 285750"/>
                <a:gd name="connsiteX685" fmla="*/ 38291 w 409575"/>
                <a:gd name="connsiteY685" fmla="*/ 139732 h 285750"/>
                <a:gd name="connsiteX686" fmla="*/ 38767 w 409575"/>
                <a:gd name="connsiteY686" fmla="*/ 139732 h 285750"/>
                <a:gd name="connsiteX687" fmla="*/ 39148 w 409575"/>
                <a:gd name="connsiteY687" fmla="*/ 139827 h 285750"/>
                <a:gd name="connsiteX688" fmla="*/ 39148 w 409575"/>
                <a:gd name="connsiteY688" fmla="*/ 139827 h 285750"/>
                <a:gd name="connsiteX689" fmla="*/ 39148 w 409575"/>
                <a:gd name="connsiteY689" fmla="*/ 139827 h 285750"/>
                <a:gd name="connsiteX690" fmla="*/ 39148 w 409575"/>
                <a:gd name="connsiteY690" fmla="*/ 139827 h 285750"/>
                <a:gd name="connsiteX691" fmla="*/ 39910 w 409575"/>
                <a:gd name="connsiteY691" fmla="*/ 140779 h 285750"/>
                <a:gd name="connsiteX692" fmla="*/ 41720 w 409575"/>
                <a:gd name="connsiteY692" fmla="*/ 144685 h 285750"/>
                <a:gd name="connsiteX693" fmla="*/ 42672 w 409575"/>
                <a:gd name="connsiteY693" fmla="*/ 146113 h 285750"/>
                <a:gd name="connsiteX694" fmla="*/ 43244 w 409575"/>
                <a:gd name="connsiteY694" fmla="*/ 146875 h 285750"/>
                <a:gd name="connsiteX695" fmla="*/ 43815 w 409575"/>
                <a:gd name="connsiteY695" fmla="*/ 148209 h 285750"/>
                <a:gd name="connsiteX696" fmla="*/ 43720 w 409575"/>
                <a:gd name="connsiteY696" fmla="*/ 149733 h 285750"/>
                <a:gd name="connsiteX697" fmla="*/ 43244 w 409575"/>
                <a:gd name="connsiteY697" fmla="*/ 150876 h 285750"/>
                <a:gd name="connsiteX698" fmla="*/ 42577 w 409575"/>
                <a:gd name="connsiteY698" fmla="*/ 151829 h 285750"/>
                <a:gd name="connsiteX699" fmla="*/ 41815 w 409575"/>
                <a:gd name="connsiteY699" fmla="*/ 152591 h 285750"/>
                <a:gd name="connsiteX700" fmla="*/ 40958 w 409575"/>
                <a:gd name="connsiteY700" fmla="*/ 153162 h 285750"/>
                <a:gd name="connsiteX701" fmla="*/ 39719 w 409575"/>
                <a:gd name="connsiteY701" fmla="*/ 153448 h 285750"/>
                <a:gd name="connsiteX702" fmla="*/ 38767 w 409575"/>
                <a:gd name="connsiteY702" fmla="*/ 153448 h 285750"/>
                <a:gd name="connsiteX703" fmla="*/ 38195 w 409575"/>
                <a:gd name="connsiteY703" fmla="*/ 153829 h 285750"/>
                <a:gd name="connsiteX704" fmla="*/ 38005 w 409575"/>
                <a:gd name="connsiteY704" fmla="*/ 155258 h 285750"/>
                <a:gd name="connsiteX705" fmla="*/ 38195 w 409575"/>
                <a:gd name="connsiteY705" fmla="*/ 155924 h 285750"/>
                <a:gd name="connsiteX706" fmla="*/ 38481 w 409575"/>
                <a:gd name="connsiteY706" fmla="*/ 156496 h 285750"/>
                <a:gd name="connsiteX707" fmla="*/ 38672 w 409575"/>
                <a:gd name="connsiteY707" fmla="*/ 157163 h 285750"/>
                <a:gd name="connsiteX708" fmla="*/ 38672 w 409575"/>
                <a:gd name="connsiteY708" fmla="*/ 157925 h 285750"/>
                <a:gd name="connsiteX709" fmla="*/ 38386 w 409575"/>
                <a:gd name="connsiteY709" fmla="*/ 158305 h 285750"/>
                <a:gd name="connsiteX710" fmla="*/ 37052 w 409575"/>
                <a:gd name="connsiteY710" fmla="*/ 159258 h 285750"/>
                <a:gd name="connsiteX711" fmla="*/ 36671 w 409575"/>
                <a:gd name="connsiteY711" fmla="*/ 160306 h 285750"/>
                <a:gd name="connsiteX712" fmla="*/ 36767 w 409575"/>
                <a:gd name="connsiteY712" fmla="*/ 161544 h 285750"/>
                <a:gd name="connsiteX713" fmla="*/ 37433 w 409575"/>
                <a:gd name="connsiteY713" fmla="*/ 164021 h 285750"/>
                <a:gd name="connsiteX714" fmla="*/ 37529 w 409575"/>
                <a:gd name="connsiteY714" fmla="*/ 165354 h 285750"/>
                <a:gd name="connsiteX715" fmla="*/ 37338 w 409575"/>
                <a:gd name="connsiteY715" fmla="*/ 169259 h 285750"/>
                <a:gd name="connsiteX716" fmla="*/ 37433 w 409575"/>
                <a:gd name="connsiteY716" fmla="*/ 170688 h 285750"/>
                <a:gd name="connsiteX717" fmla="*/ 37814 w 409575"/>
                <a:gd name="connsiteY717" fmla="*/ 171545 h 285750"/>
                <a:gd name="connsiteX718" fmla="*/ 39052 w 409575"/>
                <a:gd name="connsiteY718" fmla="*/ 173450 h 285750"/>
                <a:gd name="connsiteX719" fmla="*/ 39338 w 409575"/>
                <a:gd name="connsiteY719" fmla="*/ 174498 h 285750"/>
                <a:gd name="connsiteX720" fmla="*/ 39433 w 409575"/>
                <a:gd name="connsiteY720" fmla="*/ 176593 h 285750"/>
                <a:gd name="connsiteX721" fmla="*/ 39624 w 409575"/>
                <a:gd name="connsiteY721" fmla="*/ 177546 h 285750"/>
                <a:gd name="connsiteX722" fmla="*/ 40100 w 409575"/>
                <a:gd name="connsiteY722" fmla="*/ 178499 h 285750"/>
                <a:gd name="connsiteX723" fmla="*/ 42196 w 409575"/>
                <a:gd name="connsiteY723" fmla="*/ 180499 h 285750"/>
                <a:gd name="connsiteX724" fmla="*/ 44101 w 409575"/>
                <a:gd name="connsiteY724" fmla="*/ 184023 h 285750"/>
                <a:gd name="connsiteX725" fmla="*/ 44958 w 409575"/>
                <a:gd name="connsiteY725" fmla="*/ 184975 h 285750"/>
                <a:gd name="connsiteX726" fmla="*/ 47720 w 409575"/>
                <a:gd name="connsiteY726" fmla="*/ 186500 h 285750"/>
                <a:gd name="connsiteX727" fmla="*/ 51911 w 409575"/>
                <a:gd name="connsiteY727" fmla="*/ 190214 h 285750"/>
                <a:gd name="connsiteX728" fmla="*/ 53150 w 409575"/>
                <a:gd name="connsiteY728" fmla="*/ 192214 h 285750"/>
                <a:gd name="connsiteX729" fmla="*/ 53340 w 409575"/>
                <a:gd name="connsiteY729" fmla="*/ 194786 h 285750"/>
                <a:gd name="connsiteX730" fmla="*/ 52483 w 409575"/>
                <a:gd name="connsiteY730" fmla="*/ 198692 h 285750"/>
                <a:gd name="connsiteX731" fmla="*/ 51149 w 409575"/>
                <a:gd name="connsiteY731" fmla="*/ 202406 h 285750"/>
                <a:gd name="connsiteX732" fmla="*/ 49054 w 409575"/>
                <a:gd name="connsiteY732" fmla="*/ 205550 h 285750"/>
                <a:gd name="connsiteX733" fmla="*/ 48387 w 409575"/>
                <a:gd name="connsiteY733" fmla="*/ 206788 h 285750"/>
                <a:gd name="connsiteX734" fmla="*/ 48387 w 409575"/>
                <a:gd name="connsiteY734" fmla="*/ 206788 h 285750"/>
                <a:gd name="connsiteX735" fmla="*/ 48387 w 409575"/>
                <a:gd name="connsiteY735" fmla="*/ 206788 h 285750"/>
                <a:gd name="connsiteX736" fmla="*/ 48387 w 409575"/>
                <a:gd name="connsiteY736" fmla="*/ 206788 h 285750"/>
                <a:gd name="connsiteX737" fmla="*/ 48387 w 409575"/>
                <a:gd name="connsiteY737" fmla="*/ 206788 h 285750"/>
                <a:gd name="connsiteX738" fmla="*/ 48006 w 409575"/>
                <a:gd name="connsiteY738" fmla="*/ 207931 h 285750"/>
                <a:gd name="connsiteX739" fmla="*/ 47816 w 409575"/>
                <a:gd name="connsiteY739" fmla="*/ 208979 h 285750"/>
                <a:gd name="connsiteX740" fmla="*/ 47435 w 409575"/>
                <a:gd name="connsiteY740" fmla="*/ 209836 h 285750"/>
                <a:gd name="connsiteX741" fmla="*/ 46863 w 409575"/>
                <a:gd name="connsiteY741" fmla="*/ 210217 h 285750"/>
                <a:gd name="connsiteX742" fmla="*/ 46577 w 409575"/>
                <a:gd name="connsiteY742" fmla="*/ 210407 h 285750"/>
                <a:gd name="connsiteX743" fmla="*/ 45815 w 409575"/>
                <a:gd name="connsiteY743" fmla="*/ 210693 h 285750"/>
                <a:gd name="connsiteX744" fmla="*/ 43339 w 409575"/>
                <a:gd name="connsiteY744" fmla="*/ 211074 h 285750"/>
                <a:gd name="connsiteX745" fmla="*/ 41720 w 409575"/>
                <a:gd name="connsiteY745" fmla="*/ 211646 h 285750"/>
                <a:gd name="connsiteX746" fmla="*/ 40767 w 409575"/>
                <a:gd name="connsiteY746" fmla="*/ 212598 h 285750"/>
                <a:gd name="connsiteX747" fmla="*/ 38481 w 409575"/>
                <a:gd name="connsiteY747" fmla="*/ 219361 h 285750"/>
                <a:gd name="connsiteX748" fmla="*/ 36957 w 409575"/>
                <a:gd name="connsiteY748" fmla="*/ 222409 h 285750"/>
                <a:gd name="connsiteX749" fmla="*/ 33147 w 409575"/>
                <a:gd name="connsiteY749" fmla="*/ 227743 h 285750"/>
                <a:gd name="connsiteX750" fmla="*/ 30290 w 409575"/>
                <a:gd name="connsiteY750" fmla="*/ 230505 h 285750"/>
                <a:gd name="connsiteX751" fmla="*/ 27623 w 409575"/>
                <a:gd name="connsiteY751" fmla="*/ 233934 h 285750"/>
                <a:gd name="connsiteX752" fmla="*/ 25337 w 409575"/>
                <a:gd name="connsiteY752" fmla="*/ 237839 h 285750"/>
                <a:gd name="connsiteX753" fmla="*/ 23908 w 409575"/>
                <a:gd name="connsiteY753" fmla="*/ 241935 h 285750"/>
                <a:gd name="connsiteX754" fmla="*/ 23717 w 409575"/>
                <a:gd name="connsiteY754" fmla="*/ 244697 h 285750"/>
                <a:gd name="connsiteX755" fmla="*/ 24765 w 409575"/>
                <a:gd name="connsiteY755" fmla="*/ 249936 h 285750"/>
                <a:gd name="connsiteX756" fmla="*/ 24956 w 409575"/>
                <a:gd name="connsiteY756" fmla="*/ 252698 h 285750"/>
                <a:gd name="connsiteX757" fmla="*/ 24670 w 409575"/>
                <a:gd name="connsiteY757" fmla="*/ 255079 h 285750"/>
                <a:gd name="connsiteX758" fmla="*/ 24098 w 409575"/>
                <a:gd name="connsiteY758" fmla="*/ 257270 h 285750"/>
                <a:gd name="connsiteX759" fmla="*/ 23146 w 409575"/>
                <a:gd name="connsiteY759" fmla="*/ 259271 h 285750"/>
                <a:gd name="connsiteX760" fmla="*/ 22955 w 409575"/>
                <a:gd name="connsiteY760" fmla="*/ 260223 h 285750"/>
                <a:gd name="connsiteX761" fmla="*/ 22479 w 409575"/>
                <a:gd name="connsiteY761" fmla="*/ 264414 h 285750"/>
                <a:gd name="connsiteX762" fmla="*/ 22574 w 409575"/>
                <a:gd name="connsiteY762" fmla="*/ 265367 h 285750"/>
                <a:gd name="connsiteX763" fmla="*/ 23241 w 409575"/>
                <a:gd name="connsiteY763" fmla="*/ 266224 h 285750"/>
                <a:gd name="connsiteX764" fmla="*/ 24479 w 409575"/>
                <a:gd name="connsiteY764" fmla="*/ 267081 h 285750"/>
                <a:gd name="connsiteX765" fmla="*/ 25813 w 409575"/>
                <a:gd name="connsiteY765" fmla="*/ 267748 h 285750"/>
                <a:gd name="connsiteX766" fmla="*/ 28194 w 409575"/>
                <a:gd name="connsiteY766" fmla="*/ 268319 h 285750"/>
                <a:gd name="connsiteX767" fmla="*/ 28956 w 409575"/>
                <a:gd name="connsiteY767" fmla="*/ 269176 h 285750"/>
                <a:gd name="connsiteX768" fmla="*/ 29527 w 409575"/>
                <a:gd name="connsiteY768" fmla="*/ 270320 h 285750"/>
                <a:gd name="connsiteX769" fmla="*/ 30385 w 409575"/>
                <a:gd name="connsiteY769" fmla="*/ 271653 h 285750"/>
                <a:gd name="connsiteX770" fmla="*/ 30956 w 409575"/>
                <a:gd name="connsiteY770" fmla="*/ 272129 h 285750"/>
                <a:gd name="connsiteX771" fmla="*/ 32195 w 409575"/>
                <a:gd name="connsiteY771" fmla="*/ 272796 h 285750"/>
                <a:gd name="connsiteX772" fmla="*/ 32671 w 409575"/>
                <a:gd name="connsiteY772" fmla="*/ 273177 h 285750"/>
                <a:gd name="connsiteX773" fmla="*/ 34481 w 409575"/>
                <a:gd name="connsiteY773" fmla="*/ 275463 h 285750"/>
                <a:gd name="connsiteX774" fmla="*/ 34766 w 409575"/>
                <a:gd name="connsiteY774" fmla="*/ 276034 h 285750"/>
                <a:gd name="connsiteX775" fmla="*/ 34957 w 409575"/>
                <a:gd name="connsiteY775" fmla="*/ 276606 h 285750"/>
                <a:gd name="connsiteX776" fmla="*/ 35243 w 409575"/>
                <a:gd name="connsiteY776" fmla="*/ 277082 h 285750"/>
                <a:gd name="connsiteX777" fmla="*/ 35719 w 409575"/>
                <a:gd name="connsiteY777" fmla="*/ 277463 h 285750"/>
                <a:gd name="connsiteX778" fmla="*/ 36004 w 409575"/>
                <a:gd name="connsiteY778" fmla="*/ 277463 h 285750"/>
                <a:gd name="connsiteX779" fmla="*/ 36385 w 409575"/>
                <a:gd name="connsiteY779" fmla="*/ 277463 h 285750"/>
                <a:gd name="connsiteX780" fmla="*/ 37052 w 409575"/>
                <a:gd name="connsiteY780" fmla="*/ 277178 h 285750"/>
                <a:gd name="connsiteX781" fmla="*/ 37624 w 409575"/>
                <a:gd name="connsiteY781" fmla="*/ 276796 h 285750"/>
                <a:gd name="connsiteX782" fmla="*/ 41148 w 409575"/>
                <a:gd name="connsiteY782" fmla="*/ 273844 h 285750"/>
                <a:gd name="connsiteX783" fmla="*/ 41815 w 409575"/>
                <a:gd name="connsiteY783" fmla="*/ 273463 h 285750"/>
                <a:gd name="connsiteX784" fmla="*/ 42767 w 409575"/>
                <a:gd name="connsiteY784" fmla="*/ 273082 h 285750"/>
                <a:gd name="connsiteX785" fmla="*/ 43625 w 409575"/>
                <a:gd name="connsiteY785" fmla="*/ 272225 h 285750"/>
                <a:gd name="connsiteX786" fmla="*/ 44577 w 409575"/>
                <a:gd name="connsiteY786" fmla="*/ 271463 h 285750"/>
                <a:gd name="connsiteX787" fmla="*/ 45910 w 409575"/>
                <a:gd name="connsiteY787" fmla="*/ 271272 h 285750"/>
                <a:gd name="connsiteX788" fmla="*/ 48101 w 409575"/>
                <a:gd name="connsiteY788" fmla="*/ 272034 h 285750"/>
                <a:gd name="connsiteX789" fmla="*/ 49340 w 409575"/>
                <a:gd name="connsiteY789" fmla="*/ 272034 h 285750"/>
                <a:gd name="connsiteX790" fmla="*/ 49911 w 409575"/>
                <a:gd name="connsiteY790" fmla="*/ 271081 h 285750"/>
                <a:gd name="connsiteX791" fmla="*/ 49530 w 409575"/>
                <a:gd name="connsiteY791" fmla="*/ 268319 h 285750"/>
                <a:gd name="connsiteX792" fmla="*/ 49530 w 409575"/>
                <a:gd name="connsiteY792" fmla="*/ 266986 h 285750"/>
                <a:gd name="connsiteX793" fmla="*/ 49911 w 409575"/>
                <a:gd name="connsiteY793" fmla="*/ 265938 h 285750"/>
                <a:gd name="connsiteX794" fmla="*/ 50864 w 409575"/>
                <a:gd name="connsiteY794" fmla="*/ 265176 h 285750"/>
                <a:gd name="connsiteX795" fmla="*/ 51911 w 409575"/>
                <a:gd name="connsiteY795" fmla="*/ 265271 h 285750"/>
                <a:gd name="connsiteX796" fmla="*/ 52959 w 409575"/>
                <a:gd name="connsiteY796" fmla="*/ 265652 h 285750"/>
                <a:gd name="connsiteX797" fmla="*/ 54007 w 409575"/>
                <a:gd name="connsiteY797" fmla="*/ 265938 h 285750"/>
                <a:gd name="connsiteX798" fmla="*/ 55340 w 409575"/>
                <a:gd name="connsiteY798" fmla="*/ 265747 h 285750"/>
                <a:gd name="connsiteX799" fmla="*/ 56388 w 409575"/>
                <a:gd name="connsiteY799" fmla="*/ 265271 h 285750"/>
                <a:gd name="connsiteX800" fmla="*/ 56769 w 409575"/>
                <a:gd name="connsiteY800" fmla="*/ 264319 h 285750"/>
                <a:gd name="connsiteX801" fmla="*/ 56007 w 409575"/>
                <a:gd name="connsiteY801" fmla="*/ 262795 h 285750"/>
                <a:gd name="connsiteX802" fmla="*/ 59246 w 409575"/>
                <a:gd name="connsiteY802" fmla="*/ 262509 h 285750"/>
                <a:gd name="connsiteX803" fmla="*/ 61722 w 409575"/>
                <a:gd name="connsiteY803" fmla="*/ 261938 h 285750"/>
                <a:gd name="connsiteX804" fmla="*/ 62294 w 409575"/>
                <a:gd name="connsiteY804" fmla="*/ 261938 h 285750"/>
                <a:gd name="connsiteX805" fmla="*/ 62770 w 409575"/>
                <a:gd name="connsiteY805" fmla="*/ 261652 h 285750"/>
                <a:gd name="connsiteX806" fmla="*/ 63532 w 409575"/>
                <a:gd name="connsiteY806" fmla="*/ 260413 h 285750"/>
                <a:gd name="connsiteX807" fmla="*/ 63818 w 409575"/>
                <a:gd name="connsiteY807" fmla="*/ 260128 h 285750"/>
                <a:gd name="connsiteX808" fmla="*/ 64865 w 409575"/>
                <a:gd name="connsiteY808" fmla="*/ 260033 h 285750"/>
                <a:gd name="connsiteX809" fmla="*/ 66866 w 409575"/>
                <a:gd name="connsiteY809" fmla="*/ 259461 h 285750"/>
                <a:gd name="connsiteX810" fmla="*/ 67818 w 409575"/>
                <a:gd name="connsiteY810" fmla="*/ 259271 h 285750"/>
                <a:gd name="connsiteX811" fmla="*/ 68008 w 409575"/>
                <a:gd name="connsiteY811" fmla="*/ 258794 h 285750"/>
                <a:gd name="connsiteX812" fmla="*/ 68294 w 409575"/>
                <a:gd name="connsiteY812" fmla="*/ 257746 h 285750"/>
                <a:gd name="connsiteX813" fmla="*/ 68961 w 409575"/>
                <a:gd name="connsiteY813" fmla="*/ 256794 h 285750"/>
                <a:gd name="connsiteX814" fmla="*/ 70199 w 409575"/>
                <a:gd name="connsiteY814" fmla="*/ 256604 h 285750"/>
                <a:gd name="connsiteX815" fmla="*/ 69914 w 409575"/>
                <a:gd name="connsiteY815" fmla="*/ 255842 h 285750"/>
                <a:gd name="connsiteX816" fmla="*/ 69723 w 409575"/>
                <a:gd name="connsiteY816" fmla="*/ 255556 h 285750"/>
                <a:gd name="connsiteX817" fmla="*/ 69437 w 409575"/>
                <a:gd name="connsiteY817" fmla="*/ 255270 h 285750"/>
                <a:gd name="connsiteX818" fmla="*/ 70009 w 409575"/>
                <a:gd name="connsiteY818" fmla="*/ 254603 h 285750"/>
                <a:gd name="connsiteX819" fmla="*/ 70961 w 409575"/>
                <a:gd name="connsiteY819" fmla="*/ 254603 h 285750"/>
                <a:gd name="connsiteX820" fmla="*/ 73057 w 409575"/>
                <a:gd name="connsiteY820" fmla="*/ 254889 h 285750"/>
                <a:gd name="connsiteX821" fmla="*/ 74104 w 409575"/>
                <a:gd name="connsiteY821" fmla="*/ 254794 h 285750"/>
                <a:gd name="connsiteX822" fmla="*/ 74771 w 409575"/>
                <a:gd name="connsiteY822" fmla="*/ 254889 h 285750"/>
                <a:gd name="connsiteX823" fmla="*/ 75343 w 409575"/>
                <a:gd name="connsiteY823" fmla="*/ 255175 h 285750"/>
                <a:gd name="connsiteX824" fmla="*/ 77343 w 409575"/>
                <a:gd name="connsiteY824" fmla="*/ 256413 h 285750"/>
                <a:gd name="connsiteX825" fmla="*/ 78010 w 409575"/>
                <a:gd name="connsiteY825" fmla="*/ 256508 h 285750"/>
                <a:gd name="connsiteX826" fmla="*/ 78200 w 409575"/>
                <a:gd name="connsiteY826" fmla="*/ 255842 h 285750"/>
                <a:gd name="connsiteX827" fmla="*/ 78105 w 409575"/>
                <a:gd name="connsiteY827" fmla="*/ 254413 h 285750"/>
                <a:gd name="connsiteX828" fmla="*/ 77438 w 409575"/>
                <a:gd name="connsiteY828" fmla="*/ 252413 h 285750"/>
                <a:gd name="connsiteX829" fmla="*/ 77629 w 409575"/>
                <a:gd name="connsiteY829" fmla="*/ 251650 h 285750"/>
                <a:gd name="connsiteX830" fmla="*/ 78772 w 409575"/>
                <a:gd name="connsiteY830" fmla="*/ 251270 h 285750"/>
                <a:gd name="connsiteX831" fmla="*/ 79915 w 409575"/>
                <a:gd name="connsiteY831" fmla="*/ 251555 h 285750"/>
                <a:gd name="connsiteX832" fmla="*/ 80486 w 409575"/>
                <a:gd name="connsiteY832" fmla="*/ 252413 h 285750"/>
                <a:gd name="connsiteX833" fmla="*/ 80963 w 409575"/>
                <a:gd name="connsiteY833" fmla="*/ 253460 h 285750"/>
                <a:gd name="connsiteX834" fmla="*/ 81629 w 409575"/>
                <a:gd name="connsiteY834" fmla="*/ 254413 h 285750"/>
                <a:gd name="connsiteX835" fmla="*/ 82391 w 409575"/>
                <a:gd name="connsiteY835" fmla="*/ 254794 h 285750"/>
                <a:gd name="connsiteX836" fmla="*/ 82963 w 409575"/>
                <a:gd name="connsiteY836" fmla="*/ 254603 h 285750"/>
                <a:gd name="connsiteX837" fmla="*/ 83249 w 409575"/>
                <a:gd name="connsiteY837" fmla="*/ 254032 h 285750"/>
                <a:gd name="connsiteX838" fmla="*/ 83058 w 409575"/>
                <a:gd name="connsiteY838" fmla="*/ 253079 h 285750"/>
                <a:gd name="connsiteX839" fmla="*/ 82772 w 409575"/>
                <a:gd name="connsiteY839" fmla="*/ 252793 h 285750"/>
                <a:gd name="connsiteX840" fmla="*/ 81915 w 409575"/>
                <a:gd name="connsiteY840" fmla="*/ 252127 h 285750"/>
                <a:gd name="connsiteX841" fmla="*/ 81534 w 409575"/>
                <a:gd name="connsiteY841" fmla="*/ 251746 h 285750"/>
                <a:gd name="connsiteX842" fmla="*/ 81248 w 409575"/>
                <a:gd name="connsiteY842" fmla="*/ 250984 h 285750"/>
                <a:gd name="connsiteX843" fmla="*/ 81439 w 409575"/>
                <a:gd name="connsiteY843" fmla="*/ 250793 h 285750"/>
                <a:gd name="connsiteX844" fmla="*/ 81725 w 409575"/>
                <a:gd name="connsiteY844" fmla="*/ 250888 h 285750"/>
                <a:gd name="connsiteX845" fmla="*/ 81915 w 409575"/>
                <a:gd name="connsiteY845" fmla="*/ 250984 h 285750"/>
                <a:gd name="connsiteX846" fmla="*/ 85535 w 409575"/>
                <a:gd name="connsiteY846" fmla="*/ 251460 h 285750"/>
                <a:gd name="connsiteX847" fmla="*/ 86582 w 409575"/>
                <a:gd name="connsiteY847" fmla="*/ 252031 h 285750"/>
                <a:gd name="connsiteX848" fmla="*/ 87630 w 409575"/>
                <a:gd name="connsiteY848" fmla="*/ 252984 h 285750"/>
                <a:gd name="connsiteX849" fmla="*/ 88487 w 409575"/>
                <a:gd name="connsiteY849" fmla="*/ 254127 h 285750"/>
                <a:gd name="connsiteX850" fmla="*/ 89249 w 409575"/>
                <a:gd name="connsiteY850" fmla="*/ 256508 h 285750"/>
                <a:gd name="connsiteX851" fmla="*/ 90297 w 409575"/>
                <a:gd name="connsiteY851" fmla="*/ 257461 h 285750"/>
                <a:gd name="connsiteX852" fmla="*/ 91535 w 409575"/>
                <a:gd name="connsiteY852" fmla="*/ 258223 h 285750"/>
                <a:gd name="connsiteX853" fmla="*/ 92488 w 409575"/>
                <a:gd name="connsiteY853" fmla="*/ 258985 h 285750"/>
                <a:gd name="connsiteX854" fmla="*/ 93440 w 409575"/>
                <a:gd name="connsiteY854" fmla="*/ 261366 h 285750"/>
                <a:gd name="connsiteX855" fmla="*/ 93917 w 409575"/>
                <a:gd name="connsiteY855" fmla="*/ 261938 h 285750"/>
                <a:gd name="connsiteX856" fmla="*/ 95060 w 409575"/>
                <a:gd name="connsiteY856" fmla="*/ 262700 h 285750"/>
                <a:gd name="connsiteX857" fmla="*/ 95345 w 409575"/>
                <a:gd name="connsiteY857" fmla="*/ 262795 h 285750"/>
                <a:gd name="connsiteX858" fmla="*/ 100298 w 409575"/>
                <a:gd name="connsiteY858" fmla="*/ 266129 h 285750"/>
                <a:gd name="connsiteX859" fmla="*/ 101346 w 409575"/>
                <a:gd name="connsiteY859" fmla="*/ 266033 h 285750"/>
                <a:gd name="connsiteX860" fmla="*/ 102394 w 409575"/>
                <a:gd name="connsiteY860" fmla="*/ 265557 h 285750"/>
                <a:gd name="connsiteX861" fmla="*/ 103632 w 409575"/>
                <a:gd name="connsiteY861" fmla="*/ 265271 h 285750"/>
                <a:gd name="connsiteX862" fmla="*/ 103823 w 409575"/>
                <a:gd name="connsiteY862" fmla="*/ 265271 h 285750"/>
                <a:gd name="connsiteX863" fmla="*/ 104489 w 409575"/>
                <a:gd name="connsiteY863" fmla="*/ 265081 h 285750"/>
                <a:gd name="connsiteX864" fmla="*/ 105061 w 409575"/>
                <a:gd name="connsiteY864" fmla="*/ 264509 h 285750"/>
                <a:gd name="connsiteX865" fmla="*/ 105918 w 409575"/>
                <a:gd name="connsiteY865" fmla="*/ 263557 h 285750"/>
                <a:gd name="connsiteX866" fmla="*/ 108014 w 409575"/>
                <a:gd name="connsiteY866" fmla="*/ 262223 h 285750"/>
                <a:gd name="connsiteX867" fmla="*/ 108871 w 409575"/>
                <a:gd name="connsiteY867" fmla="*/ 261366 h 285750"/>
                <a:gd name="connsiteX868" fmla="*/ 110681 w 409575"/>
                <a:gd name="connsiteY868" fmla="*/ 258318 h 285750"/>
                <a:gd name="connsiteX869" fmla="*/ 110871 w 409575"/>
                <a:gd name="connsiteY869" fmla="*/ 257461 h 285750"/>
                <a:gd name="connsiteX870" fmla="*/ 109919 w 409575"/>
                <a:gd name="connsiteY870" fmla="*/ 257270 h 285750"/>
                <a:gd name="connsiteX871" fmla="*/ 109061 w 409575"/>
                <a:gd name="connsiteY871" fmla="*/ 256889 h 285750"/>
                <a:gd name="connsiteX872" fmla="*/ 109442 w 409575"/>
                <a:gd name="connsiteY872" fmla="*/ 255460 h 285750"/>
                <a:gd name="connsiteX873" fmla="*/ 108966 w 409575"/>
                <a:gd name="connsiteY873" fmla="*/ 254889 h 285750"/>
                <a:gd name="connsiteX874" fmla="*/ 108585 w 409575"/>
                <a:gd name="connsiteY874" fmla="*/ 252603 h 285750"/>
                <a:gd name="connsiteX875" fmla="*/ 108109 w 409575"/>
                <a:gd name="connsiteY875" fmla="*/ 251650 h 285750"/>
                <a:gd name="connsiteX876" fmla="*/ 107823 w 409575"/>
                <a:gd name="connsiteY876" fmla="*/ 251174 h 285750"/>
                <a:gd name="connsiteX877" fmla="*/ 107633 w 409575"/>
                <a:gd name="connsiteY877" fmla="*/ 250603 h 285750"/>
                <a:gd name="connsiteX878" fmla="*/ 107537 w 409575"/>
                <a:gd name="connsiteY878" fmla="*/ 249936 h 285750"/>
                <a:gd name="connsiteX879" fmla="*/ 107537 w 409575"/>
                <a:gd name="connsiteY879" fmla="*/ 249364 h 285750"/>
                <a:gd name="connsiteX880" fmla="*/ 107633 w 409575"/>
                <a:gd name="connsiteY880" fmla="*/ 249174 h 285750"/>
                <a:gd name="connsiteX881" fmla="*/ 107728 w 409575"/>
                <a:gd name="connsiteY881" fmla="*/ 249174 h 285750"/>
                <a:gd name="connsiteX882" fmla="*/ 107823 w 409575"/>
                <a:gd name="connsiteY882" fmla="*/ 249079 h 285750"/>
                <a:gd name="connsiteX883" fmla="*/ 107823 w 409575"/>
                <a:gd name="connsiteY883" fmla="*/ 248698 h 285750"/>
                <a:gd name="connsiteX884" fmla="*/ 107633 w 409575"/>
                <a:gd name="connsiteY884" fmla="*/ 248412 h 285750"/>
                <a:gd name="connsiteX885" fmla="*/ 107156 w 409575"/>
                <a:gd name="connsiteY885" fmla="*/ 248317 h 285750"/>
                <a:gd name="connsiteX886" fmla="*/ 107061 w 409575"/>
                <a:gd name="connsiteY886" fmla="*/ 248126 h 285750"/>
                <a:gd name="connsiteX887" fmla="*/ 107061 w 409575"/>
                <a:gd name="connsiteY887" fmla="*/ 245650 h 285750"/>
                <a:gd name="connsiteX888" fmla="*/ 107156 w 409575"/>
                <a:gd name="connsiteY888" fmla="*/ 244412 h 285750"/>
                <a:gd name="connsiteX889" fmla="*/ 107442 w 409575"/>
                <a:gd name="connsiteY889" fmla="*/ 243364 h 285750"/>
                <a:gd name="connsiteX890" fmla="*/ 107728 w 409575"/>
                <a:gd name="connsiteY890" fmla="*/ 242983 h 285750"/>
                <a:gd name="connsiteX891" fmla="*/ 108490 w 409575"/>
                <a:gd name="connsiteY891" fmla="*/ 242411 h 285750"/>
                <a:gd name="connsiteX892" fmla="*/ 108871 w 409575"/>
                <a:gd name="connsiteY892" fmla="*/ 242030 h 285750"/>
                <a:gd name="connsiteX893" fmla="*/ 109061 w 409575"/>
                <a:gd name="connsiteY893" fmla="*/ 241745 h 285750"/>
                <a:gd name="connsiteX894" fmla="*/ 109347 w 409575"/>
                <a:gd name="connsiteY894" fmla="*/ 240983 h 285750"/>
                <a:gd name="connsiteX895" fmla="*/ 109538 w 409575"/>
                <a:gd name="connsiteY895" fmla="*/ 240697 h 285750"/>
                <a:gd name="connsiteX896" fmla="*/ 111919 w 409575"/>
                <a:gd name="connsiteY896" fmla="*/ 238982 h 285750"/>
                <a:gd name="connsiteX897" fmla="*/ 113062 w 409575"/>
                <a:gd name="connsiteY897" fmla="*/ 237839 h 285750"/>
                <a:gd name="connsiteX898" fmla="*/ 114014 w 409575"/>
                <a:gd name="connsiteY898" fmla="*/ 235077 h 285750"/>
                <a:gd name="connsiteX899" fmla="*/ 115062 w 409575"/>
                <a:gd name="connsiteY899" fmla="*/ 234601 h 285750"/>
                <a:gd name="connsiteX900" fmla="*/ 122206 w 409575"/>
                <a:gd name="connsiteY900" fmla="*/ 235267 h 285750"/>
                <a:gd name="connsiteX901" fmla="*/ 123349 w 409575"/>
                <a:gd name="connsiteY901" fmla="*/ 235077 h 285750"/>
                <a:gd name="connsiteX902" fmla="*/ 125540 w 409575"/>
                <a:gd name="connsiteY902" fmla="*/ 234125 h 285750"/>
                <a:gd name="connsiteX903" fmla="*/ 126873 w 409575"/>
                <a:gd name="connsiteY903" fmla="*/ 233934 h 285750"/>
                <a:gd name="connsiteX904" fmla="*/ 127254 w 409575"/>
                <a:gd name="connsiteY904" fmla="*/ 234029 h 285750"/>
                <a:gd name="connsiteX905" fmla="*/ 128397 w 409575"/>
                <a:gd name="connsiteY905" fmla="*/ 234410 h 285750"/>
                <a:gd name="connsiteX906" fmla="*/ 128778 w 409575"/>
                <a:gd name="connsiteY906" fmla="*/ 234696 h 285750"/>
                <a:gd name="connsiteX907" fmla="*/ 129350 w 409575"/>
                <a:gd name="connsiteY907" fmla="*/ 234982 h 285750"/>
                <a:gd name="connsiteX908" fmla="*/ 129921 w 409575"/>
                <a:gd name="connsiteY908" fmla="*/ 234696 h 285750"/>
                <a:gd name="connsiteX909" fmla="*/ 130493 w 409575"/>
                <a:gd name="connsiteY909" fmla="*/ 234220 h 285750"/>
                <a:gd name="connsiteX910" fmla="*/ 131064 w 409575"/>
                <a:gd name="connsiteY910" fmla="*/ 233934 h 285750"/>
                <a:gd name="connsiteX911" fmla="*/ 132112 w 409575"/>
                <a:gd name="connsiteY911" fmla="*/ 233648 h 285750"/>
                <a:gd name="connsiteX912" fmla="*/ 134302 w 409575"/>
                <a:gd name="connsiteY912" fmla="*/ 232505 h 285750"/>
                <a:gd name="connsiteX913" fmla="*/ 135541 w 409575"/>
                <a:gd name="connsiteY913" fmla="*/ 232600 h 285750"/>
                <a:gd name="connsiteX914" fmla="*/ 136398 w 409575"/>
                <a:gd name="connsiteY914" fmla="*/ 233363 h 285750"/>
                <a:gd name="connsiteX915" fmla="*/ 136874 w 409575"/>
                <a:gd name="connsiteY915" fmla="*/ 234410 h 285750"/>
                <a:gd name="connsiteX916" fmla="*/ 137446 w 409575"/>
                <a:gd name="connsiteY916" fmla="*/ 235363 h 285750"/>
                <a:gd name="connsiteX917" fmla="*/ 138589 w 409575"/>
                <a:gd name="connsiteY917" fmla="*/ 235744 h 285750"/>
                <a:gd name="connsiteX918" fmla="*/ 139256 w 409575"/>
                <a:gd name="connsiteY918" fmla="*/ 235839 h 285750"/>
                <a:gd name="connsiteX919" fmla="*/ 139541 w 409575"/>
                <a:gd name="connsiteY919" fmla="*/ 236220 h 285750"/>
                <a:gd name="connsiteX920" fmla="*/ 139732 w 409575"/>
                <a:gd name="connsiteY920" fmla="*/ 236696 h 285750"/>
                <a:gd name="connsiteX921" fmla="*/ 140018 w 409575"/>
                <a:gd name="connsiteY921" fmla="*/ 236982 h 285750"/>
                <a:gd name="connsiteX922" fmla="*/ 140208 w 409575"/>
                <a:gd name="connsiteY922" fmla="*/ 237172 h 285750"/>
                <a:gd name="connsiteX923" fmla="*/ 140684 w 409575"/>
                <a:gd name="connsiteY923" fmla="*/ 237363 h 285750"/>
                <a:gd name="connsiteX924" fmla="*/ 142303 w 409575"/>
                <a:gd name="connsiteY924" fmla="*/ 237649 h 285750"/>
                <a:gd name="connsiteX925" fmla="*/ 142018 w 409575"/>
                <a:gd name="connsiteY925" fmla="*/ 237172 h 285750"/>
                <a:gd name="connsiteX926" fmla="*/ 143447 w 409575"/>
                <a:gd name="connsiteY926" fmla="*/ 237458 h 285750"/>
                <a:gd name="connsiteX927" fmla="*/ 145066 w 409575"/>
                <a:gd name="connsiteY927" fmla="*/ 238030 h 285750"/>
                <a:gd name="connsiteX928" fmla="*/ 146685 w 409575"/>
                <a:gd name="connsiteY928" fmla="*/ 238316 h 285750"/>
                <a:gd name="connsiteX929" fmla="*/ 148209 w 409575"/>
                <a:gd name="connsiteY929" fmla="*/ 237744 h 285750"/>
                <a:gd name="connsiteX930" fmla="*/ 150019 w 409575"/>
                <a:gd name="connsiteY930" fmla="*/ 235458 h 285750"/>
                <a:gd name="connsiteX931" fmla="*/ 150400 w 409575"/>
                <a:gd name="connsiteY931" fmla="*/ 235267 h 285750"/>
                <a:gd name="connsiteX932" fmla="*/ 150495 w 409575"/>
                <a:gd name="connsiteY932" fmla="*/ 234696 h 285750"/>
                <a:gd name="connsiteX933" fmla="*/ 151257 w 409575"/>
                <a:gd name="connsiteY933" fmla="*/ 232791 h 285750"/>
                <a:gd name="connsiteX934" fmla="*/ 151352 w 409575"/>
                <a:gd name="connsiteY934" fmla="*/ 232791 h 285750"/>
                <a:gd name="connsiteX935" fmla="*/ 152400 w 409575"/>
                <a:gd name="connsiteY935" fmla="*/ 232791 h 285750"/>
                <a:gd name="connsiteX936" fmla="*/ 152590 w 409575"/>
                <a:gd name="connsiteY936" fmla="*/ 232886 h 285750"/>
                <a:gd name="connsiteX937" fmla="*/ 152876 w 409575"/>
                <a:gd name="connsiteY937" fmla="*/ 232600 h 285750"/>
                <a:gd name="connsiteX938" fmla="*/ 152972 w 409575"/>
                <a:gd name="connsiteY938" fmla="*/ 232505 h 285750"/>
                <a:gd name="connsiteX939" fmla="*/ 153257 w 409575"/>
                <a:gd name="connsiteY939" fmla="*/ 232029 h 285750"/>
                <a:gd name="connsiteX940" fmla="*/ 153352 w 409575"/>
                <a:gd name="connsiteY940" fmla="*/ 231553 h 285750"/>
                <a:gd name="connsiteX941" fmla="*/ 153257 w 409575"/>
                <a:gd name="connsiteY941" fmla="*/ 230981 h 285750"/>
                <a:gd name="connsiteX942" fmla="*/ 153257 w 409575"/>
                <a:gd name="connsiteY942" fmla="*/ 230410 h 285750"/>
                <a:gd name="connsiteX943" fmla="*/ 153448 w 409575"/>
                <a:gd name="connsiteY943" fmla="*/ 230219 h 285750"/>
                <a:gd name="connsiteX944" fmla="*/ 153734 w 409575"/>
                <a:gd name="connsiteY944" fmla="*/ 230029 h 285750"/>
                <a:gd name="connsiteX945" fmla="*/ 154400 w 409575"/>
                <a:gd name="connsiteY945" fmla="*/ 229076 h 285750"/>
                <a:gd name="connsiteX946" fmla="*/ 154496 w 409575"/>
                <a:gd name="connsiteY946" fmla="*/ 228219 h 285750"/>
                <a:gd name="connsiteX947" fmla="*/ 154686 w 409575"/>
                <a:gd name="connsiteY947" fmla="*/ 227647 h 285750"/>
                <a:gd name="connsiteX948" fmla="*/ 154781 w 409575"/>
                <a:gd name="connsiteY948" fmla="*/ 227076 h 285750"/>
                <a:gd name="connsiteX949" fmla="*/ 154686 w 409575"/>
                <a:gd name="connsiteY949" fmla="*/ 226124 h 285750"/>
                <a:gd name="connsiteX950" fmla="*/ 154115 w 409575"/>
                <a:gd name="connsiteY950" fmla="*/ 224218 h 285750"/>
                <a:gd name="connsiteX951" fmla="*/ 154019 w 409575"/>
                <a:gd name="connsiteY951" fmla="*/ 223266 h 285750"/>
                <a:gd name="connsiteX952" fmla="*/ 154305 w 409575"/>
                <a:gd name="connsiteY952" fmla="*/ 222504 h 285750"/>
                <a:gd name="connsiteX953" fmla="*/ 153829 w 409575"/>
                <a:gd name="connsiteY953" fmla="*/ 222028 h 285750"/>
                <a:gd name="connsiteX954" fmla="*/ 153352 w 409575"/>
                <a:gd name="connsiteY954" fmla="*/ 221361 h 285750"/>
                <a:gd name="connsiteX955" fmla="*/ 152972 w 409575"/>
                <a:gd name="connsiteY955" fmla="*/ 220504 h 285750"/>
                <a:gd name="connsiteX956" fmla="*/ 152781 w 409575"/>
                <a:gd name="connsiteY956" fmla="*/ 219551 h 285750"/>
                <a:gd name="connsiteX957" fmla="*/ 152400 w 409575"/>
                <a:gd name="connsiteY957" fmla="*/ 218980 h 285750"/>
                <a:gd name="connsiteX958" fmla="*/ 150686 w 409575"/>
                <a:gd name="connsiteY958" fmla="*/ 218408 h 285750"/>
                <a:gd name="connsiteX959" fmla="*/ 150114 w 409575"/>
                <a:gd name="connsiteY959" fmla="*/ 218122 h 285750"/>
                <a:gd name="connsiteX960" fmla="*/ 149257 w 409575"/>
                <a:gd name="connsiteY960" fmla="*/ 216694 h 285750"/>
                <a:gd name="connsiteX961" fmla="*/ 148495 w 409575"/>
                <a:gd name="connsiteY961" fmla="*/ 214789 h 285750"/>
                <a:gd name="connsiteX962" fmla="*/ 148209 w 409575"/>
                <a:gd name="connsiteY962" fmla="*/ 212788 h 285750"/>
                <a:gd name="connsiteX963" fmla="*/ 148781 w 409575"/>
                <a:gd name="connsiteY963" fmla="*/ 211074 h 285750"/>
                <a:gd name="connsiteX964" fmla="*/ 149828 w 409575"/>
                <a:gd name="connsiteY964" fmla="*/ 211931 h 285750"/>
                <a:gd name="connsiteX965" fmla="*/ 150971 w 409575"/>
                <a:gd name="connsiteY965" fmla="*/ 212217 h 285750"/>
                <a:gd name="connsiteX966" fmla="*/ 152210 w 409575"/>
                <a:gd name="connsiteY966" fmla="*/ 212026 h 285750"/>
                <a:gd name="connsiteX967" fmla="*/ 153448 w 409575"/>
                <a:gd name="connsiteY967" fmla="*/ 211550 h 285750"/>
                <a:gd name="connsiteX968" fmla="*/ 153067 w 409575"/>
                <a:gd name="connsiteY968" fmla="*/ 210979 h 285750"/>
                <a:gd name="connsiteX969" fmla="*/ 152876 w 409575"/>
                <a:gd name="connsiteY969" fmla="*/ 210407 h 285750"/>
                <a:gd name="connsiteX970" fmla="*/ 152876 w 409575"/>
                <a:gd name="connsiteY970" fmla="*/ 209836 h 285750"/>
                <a:gd name="connsiteX971" fmla="*/ 153067 w 409575"/>
                <a:gd name="connsiteY971" fmla="*/ 209264 h 285750"/>
                <a:gd name="connsiteX972" fmla="*/ 153448 w 409575"/>
                <a:gd name="connsiteY972" fmla="*/ 209074 h 285750"/>
                <a:gd name="connsiteX973" fmla="*/ 154019 w 409575"/>
                <a:gd name="connsiteY973" fmla="*/ 208979 h 285750"/>
                <a:gd name="connsiteX974" fmla="*/ 154591 w 409575"/>
                <a:gd name="connsiteY974" fmla="*/ 208693 h 285750"/>
                <a:gd name="connsiteX975" fmla="*/ 154877 w 409575"/>
                <a:gd name="connsiteY975" fmla="*/ 208121 h 285750"/>
                <a:gd name="connsiteX976" fmla="*/ 155162 w 409575"/>
                <a:gd name="connsiteY976" fmla="*/ 207740 h 285750"/>
                <a:gd name="connsiteX977" fmla="*/ 155448 w 409575"/>
                <a:gd name="connsiteY977" fmla="*/ 207645 h 285750"/>
                <a:gd name="connsiteX978" fmla="*/ 156496 w 409575"/>
                <a:gd name="connsiteY978" fmla="*/ 207074 h 285750"/>
                <a:gd name="connsiteX979" fmla="*/ 156972 w 409575"/>
                <a:gd name="connsiteY979" fmla="*/ 206788 h 285750"/>
                <a:gd name="connsiteX980" fmla="*/ 159353 w 409575"/>
                <a:gd name="connsiteY980" fmla="*/ 203645 h 285750"/>
                <a:gd name="connsiteX981" fmla="*/ 161639 w 409575"/>
                <a:gd name="connsiteY981" fmla="*/ 201263 h 285750"/>
                <a:gd name="connsiteX982" fmla="*/ 162211 w 409575"/>
                <a:gd name="connsiteY982" fmla="*/ 200882 h 285750"/>
                <a:gd name="connsiteX983" fmla="*/ 164021 w 409575"/>
                <a:gd name="connsiteY983" fmla="*/ 200120 h 285750"/>
                <a:gd name="connsiteX984" fmla="*/ 164592 w 409575"/>
                <a:gd name="connsiteY984" fmla="*/ 199549 h 285750"/>
                <a:gd name="connsiteX985" fmla="*/ 165259 w 409575"/>
                <a:gd name="connsiteY985" fmla="*/ 198406 h 285750"/>
                <a:gd name="connsiteX986" fmla="*/ 166592 w 409575"/>
                <a:gd name="connsiteY986" fmla="*/ 194691 h 285750"/>
                <a:gd name="connsiteX987" fmla="*/ 168116 w 409575"/>
                <a:gd name="connsiteY987" fmla="*/ 191643 h 285750"/>
                <a:gd name="connsiteX988" fmla="*/ 168593 w 409575"/>
                <a:gd name="connsiteY988" fmla="*/ 190024 h 285750"/>
                <a:gd name="connsiteX989" fmla="*/ 169259 w 409575"/>
                <a:gd name="connsiteY989" fmla="*/ 189643 h 285750"/>
                <a:gd name="connsiteX990" fmla="*/ 170021 w 409575"/>
                <a:gd name="connsiteY990" fmla="*/ 189452 h 285750"/>
                <a:gd name="connsiteX991" fmla="*/ 170593 w 409575"/>
                <a:gd name="connsiteY991" fmla="*/ 189167 h 285750"/>
                <a:gd name="connsiteX992" fmla="*/ 171355 w 409575"/>
                <a:gd name="connsiteY992" fmla="*/ 186880 h 285750"/>
                <a:gd name="connsiteX993" fmla="*/ 171355 w 409575"/>
                <a:gd name="connsiteY993" fmla="*/ 186309 h 285750"/>
                <a:gd name="connsiteX994" fmla="*/ 171260 w 409575"/>
                <a:gd name="connsiteY994" fmla="*/ 185642 h 285750"/>
                <a:gd name="connsiteX995" fmla="*/ 171260 w 409575"/>
                <a:gd name="connsiteY995" fmla="*/ 184975 h 285750"/>
                <a:gd name="connsiteX996" fmla="*/ 171450 w 409575"/>
                <a:gd name="connsiteY996" fmla="*/ 184404 h 285750"/>
                <a:gd name="connsiteX997" fmla="*/ 171926 w 409575"/>
                <a:gd name="connsiteY997" fmla="*/ 184118 h 285750"/>
                <a:gd name="connsiteX998" fmla="*/ 173165 w 409575"/>
                <a:gd name="connsiteY998" fmla="*/ 184213 h 285750"/>
                <a:gd name="connsiteX999" fmla="*/ 173641 w 409575"/>
                <a:gd name="connsiteY999" fmla="*/ 183928 h 285750"/>
                <a:gd name="connsiteX1000" fmla="*/ 175546 w 409575"/>
                <a:gd name="connsiteY1000" fmla="*/ 182499 h 285750"/>
                <a:gd name="connsiteX1001" fmla="*/ 175927 w 409575"/>
                <a:gd name="connsiteY1001" fmla="*/ 181737 h 285750"/>
                <a:gd name="connsiteX1002" fmla="*/ 174879 w 409575"/>
                <a:gd name="connsiteY1002" fmla="*/ 180975 h 285750"/>
                <a:gd name="connsiteX1003" fmla="*/ 174879 w 409575"/>
                <a:gd name="connsiteY1003" fmla="*/ 180499 h 285750"/>
                <a:gd name="connsiteX1004" fmla="*/ 175831 w 409575"/>
                <a:gd name="connsiteY1004" fmla="*/ 179832 h 285750"/>
                <a:gd name="connsiteX1005" fmla="*/ 178880 w 409575"/>
                <a:gd name="connsiteY1005" fmla="*/ 179546 h 285750"/>
                <a:gd name="connsiteX1006" fmla="*/ 179546 w 409575"/>
                <a:gd name="connsiteY1006" fmla="*/ 178403 h 285750"/>
                <a:gd name="connsiteX1007" fmla="*/ 179927 w 409575"/>
                <a:gd name="connsiteY1007" fmla="*/ 177927 h 285750"/>
                <a:gd name="connsiteX1008" fmla="*/ 180785 w 409575"/>
                <a:gd name="connsiteY1008" fmla="*/ 177737 h 285750"/>
                <a:gd name="connsiteX1009" fmla="*/ 182499 w 409575"/>
                <a:gd name="connsiteY1009" fmla="*/ 177737 h 285750"/>
                <a:gd name="connsiteX1010" fmla="*/ 182975 w 409575"/>
                <a:gd name="connsiteY1010" fmla="*/ 177832 h 285750"/>
                <a:gd name="connsiteX1011" fmla="*/ 183832 w 409575"/>
                <a:gd name="connsiteY1011" fmla="*/ 178117 h 285750"/>
                <a:gd name="connsiteX1012" fmla="*/ 184309 w 409575"/>
                <a:gd name="connsiteY1012" fmla="*/ 178117 h 285750"/>
                <a:gd name="connsiteX1013" fmla="*/ 184690 w 409575"/>
                <a:gd name="connsiteY1013" fmla="*/ 177927 h 285750"/>
                <a:gd name="connsiteX1014" fmla="*/ 184880 w 409575"/>
                <a:gd name="connsiteY1014" fmla="*/ 177641 h 285750"/>
                <a:gd name="connsiteX1015" fmla="*/ 185166 w 409575"/>
                <a:gd name="connsiteY1015" fmla="*/ 177355 h 285750"/>
                <a:gd name="connsiteX1016" fmla="*/ 185738 w 409575"/>
                <a:gd name="connsiteY1016" fmla="*/ 177260 h 285750"/>
                <a:gd name="connsiteX1017" fmla="*/ 187928 w 409575"/>
                <a:gd name="connsiteY1017" fmla="*/ 178308 h 285750"/>
                <a:gd name="connsiteX1018" fmla="*/ 189167 w 409575"/>
                <a:gd name="connsiteY1018" fmla="*/ 178594 h 285750"/>
                <a:gd name="connsiteX1019" fmla="*/ 189738 w 409575"/>
                <a:gd name="connsiteY1019" fmla="*/ 177927 h 285750"/>
                <a:gd name="connsiteX1020" fmla="*/ 189548 w 409575"/>
                <a:gd name="connsiteY1020" fmla="*/ 176403 h 285750"/>
                <a:gd name="connsiteX1021" fmla="*/ 189928 w 409575"/>
                <a:gd name="connsiteY1021" fmla="*/ 175927 h 285750"/>
                <a:gd name="connsiteX1022" fmla="*/ 191167 w 409575"/>
                <a:gd name="connsiteY1022" fmla="*/ 175927 h 285750"/>
                <a:gd name="connsiteX1023" fmla="*/ 191834 w 409575"/>
                <a:gd name="connsiteY1023" fmla="*/ 176117 h 285750"/>
                <a:gd name="connsiteX1024" fmla="*/ 192405 w 409575"/>
                <a:gd name="connsiteY1024" fmla="*/ 176498 h 285750"/>
                <a:gd name="connsiteX1025" fmla="*/ 192977 w 409575"/>
                <a:gd name="connsiteY1025" fmla="*/ 176975 h 285750"/>
                <a:gd name="connsiteX1026" fmla="*/ 193548 w 409575"/>
                <a:gd name="connsiteY1026" fmla="*/ 177546 h 285750"/>
                <a:gd name="connsiteX1027" fmla="*/ 193834 w 409575"/>
                <a:gd name="connsiteY1027" fmla="*/ 178117 h 285750"/>
                <a:gd name="connsiteX1028" fmla="*/ 194310 w 409575"/>
                <a:gd name="connsiteY1028" fmla="*/ 179356 h 285750"/>
                <a:gd name="connsiteX1029" fmla="*/ 194691 w 409575"/>
                <a:gd name="connsiteY1029" fmla="*/ 179927 h 285750"/>
                <a:gd name="connsiteX1030" fmla="*/ 195263 w 409575"/>
                <a:gd name="connsiteY1030" fmla="*/ 180404 h 285750"/>
                <a:gd name="connsiteX1031" fmla="*/ 195644 w 409575"/>
                <a:gd name="connsiteY1031" fmla="*/ 180404 h 285750"/>
                <a:gd name="connsiteX1032" fmla="*/ 196025 w 409575"/>
                <a:gd name="connsiteY1032" fmla="*/ 180213 h 285750"/>
                <a:gd name="connsiteX1033" fmla="*/ 196691 w 409575"/>
                <a:gd name="connsiteY1033" fmla="*/ 180213 h 285750"/>
                <a:gd name="connsiteX1034" fmla="*/ 197358 w 409575"/>
                <a:gd name="connsiteY1034" fmla="*/ 180404 h 285750"/>
                <a:gd name="connsiteX1035" fmla="*/ 198787 w 409575"/>
                <a:gd name="connsiteY1035" fmla="*/ 181166 h 285750"/>
                <a:gd name="connsiteX1036" fmla="*/ 200787 w 409575"/>
                <a:gd name="connsiteY1036" fmla="*/ 182689 h 285750"/>
                <a:gd name="connsiteX1037" fmla="*/ 204026 w 409575"/>
                <a:gd name="connsiteY1037" fmla="*/ 186023 h 285750"/>
                <a:gd name="connsiteX1038" fmla="*/ 208407 w 409575"/>
                <a:gd name="connsiteY1038" fmla="*/ 187833 h 285750"/>
                <a:gd name="connsiteX1039" fmla="*/ 210217 w 409575"/>
                <a:gd name="connsiteY1039" fmla="*/ 189071 h 285750"/>
                <a:gd name="connsiteX1040" fmla="*/ 211455 w 409575"/>
                <a:gd name="connsiteY1040" fmla="*/ 191071 h 285750"/>
                <a:gd name="connsiteX1041" fmla="*/ 211836 w 409575"/>
                <a:gd name="connsiteY1041" fmla="*/ 194024 h 285750"/>
                <a:gd name="connsiteX1042" fmla="*/ 211550 w 409575"/>
                <a:gd name="connsiteY1042" fmla="*/ 195548 h 285750"/>
                <a:gd name="connsiteX1043" fmla="*/ 210598 w 409575"/>
                <a:gd name="connsiteY1043" fmla="*/ 198406 h 285750"/>
                <a:gd name="connsiteX1044" fmla="*/ 210217 w 409575"/>
                <a:gd name="connsiteY1044" fmla="*/ 200311 h 285750"/>
                <a:gd name="connsiteX1045" fmla="*/ 209264 w 409575"/>
                <a:gd name="connsiteY1045" fmla="*/ 202216 h 285750"/>
                <a:gd name="connsiteX1046" fmla="*/ 208502 w 409575"/>
                <a:gd name="connsiteY1046" fmla="*/ 204978 h 285750"/>
                <a:gd name="connsiteX1047" fmla="*/ 206978 w 409575"/>
                <a:gd name="connsiteY1047" fmla="*/ 207931 h 285750"/>
                <a:gd name="connsiteX1048" fmla="*/ 206597 w 409575"/>
                <a:gd name="connsiteY1048" fmla="*/ 209645 h 285750"/>
                <a:gd name="connsiteX1049" fmla="*/ 206026 w 409575"/>
                <a:gd name="connsiteY1049" fmla="*/ 211169 h 285750"/>
                <a:gd name="connsiteX1050" fmla="*/ 205931 w 409575"/>
                <a:gd name="connsiteY1050" fmla="*/ 211836 h 285750"/>
                <a:gd name="connsiteX1051" fmla="*/ 206121 w 409575"/>
                <a:gd name="connsiteY1051" fmla="*/ 212693 h 285750"/>
                <a:gd name="connsiteX1052" fmla="*/ 206407 w 409575"/>
                <a:gd name="connsiteY1052" fmla="*/ 212788 h 285750"/>
                <a:gd name="connsiteX1053" fmla="*/ 206788 w 409575"/>
                <a:gd name="connsiteY1053" fmla="*/ 212693 h 285750"/>
                <a:gd name="connsiteX1054" fmla="*/ 207359 w 409575"/>
                <a:gd name="connsiteY1054" fmla="*/ 212788 h 285750"/>
                <a:gd name="connsiteX1055" fmla="*/ 209360 w 409575"/>
                <a:gd name="connsiteY1055" fmla="*/ 214408 h 285750"/>
                <a:gd name="connsiteX1056" fmla="*/ 210502 w 409575"/>
                <a:gd name="connsiteY1056" fmla="*/ 214884 h 285750"/>
                <a:gd name="connsiteX1057" fmla="*/ 211550 w 409575"/>
                <a:gd name="connsiteY1057" fmla="*/ 214313 h 285750"/>
                <a:gd name="connsiteX1058" fmla="*/ 212503 w 409575"/>
                <a:gd name="connsiteY1058" fmla="*/ 213550 h 285750"/>
                <a:gd name="connsiteX1059" fmla="*/ 218885 w 409575"/>
                <a:gd name="connsiteY1059" fmla="*/ 211360 h 285750"/>
                <a:gd name="connsiteX1060" fmla="*/ 220790 w 409575"/>
                <a:gd name="connsiteY1060" fmla="*/ 211455 h 285750"/>
                <a:gd name="connsiteX1061" fmla="*/ 222409 w 409575"/>
                <a:gd name="connsiteY1061" fmla="*/ 212503 h 285750"/>
                <a:gd name="connsiteX1062" fmla="*/ 224028 w 409575"/>
                <a:gd name="connsiteY1062" fmla="*/ 214503 h 285750"/>
                <a:gd name="connsiteX1063" fmla="*/ 223647 w 409575"/>
                <a:gd name="connsiteY1063" fmla="*/ 214979 h 285750"/>
                <a:gd name="connsiteX1064" fmla="*/ 223838 w 409575"/>
                <a:gd name="connsiteY1064" fmla="*/ 215741 h 285750"/>
                <a:gd name="connsiteX1065" fmla="*/ 223933 w 409575"/>
                <a:gd name="connsiteY1065" fmla="*/ 217170 h 285750"/>
                <a:gd name="connsiteX1066" fmla="*/ 223933 w 409575"/>
                <a:gd name="connsiteY1066" fmla="*/ 218789 h 285750"/>
                <a:gd name="connsiteX1067" fmla="*/ 223742 w 409575"/>
                <a:gd name="connsiteY1067" fmla="*/ 220028 h 285750"/>
                <a:gd name="connsiteX1068" fmla="*/ 222885 w 409575"/>
                <a:gd name="connsiteY1068" fmla="*/ 221171 h 285750"/>
                <a:gd name="connsiteX1069" fmla="*/ 220980 w 409575"/>
                <a:gd name="connsiteY1069" fmla="*/ 222409 h 285750"/>
                <a:gd name="connsiteX1070" fmla="*/ 220504 w 409575"/>
                <a:gd name="connsiteY1070" fmla="*/ 223552 h 285750"/>
                <a:gd name="connsiteX1071" fmla="*/ 220599 w 409575"/>
                <a:gd name="connsiteY1071" fmla="*/ 224218 h 285750"/>
                <a:gd name="connsiteX1072" fmla="*/ 221075 w 409575"/>
                <a:gd name="connsiteY1072" fmla="*/ 225647 h 285750"/>
                <a:gd name="connsiteX1073" fmla="*/ 221171 w 409575"/>
                <a:gd name="connsiteY1073" fmla="*/ 226409 h 285750"/>
                <a:gd name="connsiteX1074" fmla="*/ 221075 w 409575"/>
                <a:gd name="connsiteY1074" fmla="*/ 227076 h 285750"/>
                <a:gd name="connsiteX1075" fmla="*/ 220504 w 409575"/>
                <a:gd name="connsiteY1075" fmla="*/ 229171 h 285750"/>
                <a:gd name="connsiteX1076" fmla="*/ 220218 w 409575"/>
                <a:gd name="connsiteY1076" fmla="*/ 231172 h 285750"/>
                <a:gd name="connsiteX1077" fmla="*/ 220123 w 409575"/>
                <a:gd name="connsiteY1077" fmla="*/ 231838 h 285750"/>
                <a:gd name="connsiteX1078" fmla="*/ 219837 w 409575"/>
                <a:gd name="connsiteY1078" fmla="*/ 232410 h 285750"/>
                <a:gd name="connsiteX1079" fmla="*/ 219170 w 409575"/>
                <a:gd name="connsiteY1079" fmla="*/ 233267 h 285750"/>
                <a:gd name="connsiteX1080" fmla="*/ 218980 w 409575"/>
                <a:gd name="connsiteY1080" fmla="*/ 233648 h 285750"/>
                <a:gd name="connsiteX1081" fmla="*/ 218789 w 409575"/>
                <a:gd name="connsiteY1081" fmla="*/ 236506 h 285750"/>
                <a:gd name="connsiteX1082" fmla="*/ 219551 w 409575"/>
                <a:gd name="connsiteY1082" fmla="*/ 241840 h 285750"/>
                <a:gd name="connsiteX1083" fmla="*/ 219075 w 409575"/>
                <a:gd name="connsiteY1083" fmla="*/ 244507 h 285750"/>
                <a:gd name="connsiteX1084" fmla="*/ 218503 w 409575"/>
                <a:gd name="connsiteY1084" fmla="*/ 246031 h 285750"/>
                <a:gd name="connsiteX1085" fmla="*/ 218313 w 409575"/>
                <a:gd name="connsiteY1085" fmla="*/ 246983 h 285750"/>
                <a:gd name="connsiteX1086" fmla="*/ 218694 w 409575"/>
                <a:gd name="connsiteY1086" fmla="*/ 249555 h 285750"/>
                <a:gd name="connsiteX1087" fmla="*/ 218789 w 409575"/>
                <a:gd name="connsiteY1087" fmla="*/ 252317 h 285750"/>
                <a:gd name="connsiteX1088" fmla="*/ 218694 w 409575"/>
                <a:gd name="connsiteY1088" fmla="*/ 253746 h 285750"/>
                <a:gd name="connsiteX1089" fmla="*/ 218408 w 409575"/>
                <a:gd name="connsiteY1089" fmla="*/ 254603 h 285750"/>
                <a:gd name="connsiteX1090" fmla="*/ 218408 w 409575"/>
                <a:gd name="connsiteY1090" fmla="*/ 256413 h 285750"/>
                <a:gd name="connsiteX1091" fmla="*/ 216503 w 409575"/>
                <a:gd name="connsiteY1091" fmla="*/ 259747 h 285750"/>
                <a:gd name="connsiteX1092" fmla="*/ 216694 w 409575"/>
                <a:gd name="connsiteY1092" fmla="*/ 261366 h 285750"/>
                <a:gd name="connsiteX1093" fmla="*/ 216313 w 409575"/>
                <a:gd name="connsiteY1093" fmla="*/ 261938 h 285750"/>
                <a:gd name="connsiteX1094" fmla="*/ 216027 w 409575"/>
                <a:gd name="connsiteY1094" fmla="*/ 262890 h 285750"/>
                <a:gd name="connsiteX1095" fmla="*/ 215646 w 409575"/>
                <a:gd name="connsiteY1095" fmla="*/ 265557 h 285750"/>
                <a:gd name="connsiteX1096" fmla="*/ 215551 w 409575"/>
                <a:gd name="connsiteY1096" fmla="*/ 269558 h 285750"/>
                <a:gd name="connsiteX1097" fmla="*/ 215646 w 409575"/>
                <a:gd name="connsiteY1097" fmla="*/ 270320 h 285750"/>
                <a:gd name="connsiteX1098" fmla="*/ 215932 w 409575"/>
                <a:gd name="connsiteY1098" fmla="*/ 270986 h 285750"/>
                <a:gd name="connsiteX1099" fmla="*/ 216884 w 409575"/>
                <a:gd name="connsiteY1099" fmla="*/ 272415 h 285750"/>
                <a:gd name="connsiteX1100" fmla="*/ 217075 w 409575"/>
                <a:gd name="connsiteY1100" fmla="*/ 273177 h 285750"/>
                <a:gd name="connsiteX1101" fmla="*/ 217075 w 409575"/>
                <a:gd name="connsiteY1101" fmla="*/ 275844 h 285750"/>
                <a:gd name="connsiteX1102" fmla="*/ 217265 w 409575"/>
                <a:gd name="connsiteY1102" fmla="*/ 277273 h 285750"/>
                <a:gd name="connsiteX1103" fmla="*/ 217742 w 409575"/>
                <a:gd name="connsiteY1103" fmla="*/ 278416 h 285750"/>
                <a:gd name="connsiteX1104" fmla="*/ 220694 w 409575"/>
                <a:gd name="connsiteY1104" fmla="*/ 283274 h 285750"/>
                <a:gd name="connsiteX1105" fmla="*/ 221266 w 409575"/>
                <a:gd name="connsiteY1105" fmla="*/ 284607 h 285750"/>
                <a:gd name="connsiteX1106" fmla="*/ 221647 w 409575"/>
                <a:gd name="connsiteY1106" fmla="*/ 287655 h 285750"/>
                <a:gd name="connsiteX1107" fmla="*/ 222028 w 409575"/>
                <a:gd name="connsiteY1107" fmla="*/ 288988 h 285750"/>
                <a:gd name="connsiteX1108" fmla="*/ 222599 w 409575"/>
                <a:gd name="connsiteY1108" fmla="*/ 290227 h 285750"/>
                <a:gd name="connsiteX1109" fmla="*/ 223266 w 409575"/>
                <a:gd name="connsiteY1109" fmla="*/ 291370 h 285750"/>
                <a:gd name="connsiteX1110" fmla="*/ 225076 w 409575"/>
                <a:gd name="connsiteY1110" fmla="*/ 293275 h 285750"/>
                <a:gd name="connsiteX1111" fmla="*/ 227267 w 409575"/>
                <a:gd name="connsiteY1111" fmla="*/ 294418 h 285750"/>
                <a:gd name="connsiteX1112" fmla="*/ 229743 w 409575"/>
                <a:gd name="connsiteY1112" fmla="*/ 294989 h 285750"/>
                <a:gd name="connsiteX1113" fmla="*/ 232315 w 409575"/>
                <a:gd name="connsiteY1113" fmla="*/ 294989 h 285750"/>
                <a:gd name="connsiteX1114" fmla="*/ 234886 w 409575"/>
                <a:gd name="connsiteY1114" fmla="*/ 294513 h 285750"/>
                <a:gd name="connsiteX1115" fmla="*/ 236982 w 409575"/>
                <a:gd name="connsiteY1115" fmla="*/ 293656 h 285750"/>
                <a:gd name="connsiteX1116" fmla="*/ 252222 w 409575"/>
                <a:gd name="connsiteY1116" fmla="*/ 282321 h 285750"/>
                <a:gd name="connsiteX1117" fmla="*/ 253556 w 409575"/>
                <a:gd name="connsiteY1117" fmla="*/ 280797 h 285750"/>
                <a:gd name="connsiteX1118" fmla="*/ 255365 w 409575"/>
                <a:gd name="connsiteY1118" fmla="*/ 279749 h 285750"/>
                <a:gd name="connsiteX1119" fmla="*/ 255842 w 409575"/>
                <a:gd name="connsiteY1119" fmla="*/ 279273 h 285750"/>
                <a:gd name="connsiteX1120" fmla="*/ 256603 w 409575"/>
                <a:gd name="connsiteY1120" fmla="*/ 278130 h 285750"/>
                <a:gd name="connsiteX1121" fmla="*/ 257080 w 409575"/>
                <a:gd name="connsiteY1121" fmla="*/ 277559 h 285750"/>
                <a:gd name="connsiteX1122" fmla="*/ 259175 w 409575"/>
                <a:gd name="connsiteY1122" fmla="*/ 276130 h 285750"/>
                <a:gd name="connsiteX1123" fmla="*/ 264509 w 409575"/>
                <a:gd name="connsiteY1123" fmla="*/ 273939 h 285750"/>
                <a:gd name="connsiteX1124" fmla="*/ 266890 w 409575"/>
                <a:gd name="connsiteY1124" fmla="*/ 273463 h 285750"/>
                <a:gd name="connsiteX1125" fmla="*/ 270510 w 409575"/>
                <a:gd name="connsiteY1125" fmla="*/ 274130 h 285750"/>
                <a:gd name="connsiteX1126" fmla="*/ 272320 w 409575"/>
                <a:gd name="connsiteY1126" fmla="*/ 273272 h 285750"/>
                <a:gd name="connsiteX1127" fmla="*/ 280130 w 409575"/>
                <a:gd name="connsiteY1127" fmla="*/ 272129 h 285750"/>
                <a:gd name="connsiteX1128" fmla="*/ 280607 w 409575"/>
                <a:gd name="connsiteY1128" fmla="*/ 271463 h 285750"/>
                <a:gd name="connsiteX1129" fmla="*/ 280892 w 409575"/>
                <a:gd name="connsiteY1129" fmla="*/ 270224 h 285750"/>
                <a:gd name="connsiteX1130" fmla="*/ 283083 w 409575"/>
                <a:gd name="connsiteY1130" fmla="*/ 266795 h 285750"/>
                <a:gd name="connsiteX1131" fmla="*/ 285560 w 409575"/>
                <a:gd name="connsiteY1131" fmla="*/ 261652 h 285750"/>
                <a:gd name="connsiteX1132" fmla="*/ 287084 w 409575"/>
                <a:gd name="connsiteY1132" fmla="*/ 259461 h 285750"/>
                <a:gd name="connsiteX1133" fmla="*/ 289179 w 409575"/>
                <a:gd name="connsiteY1133" fmla="*/ 258128 h 285750"/>
                <a:gd name="connsiteX1134" fmla="*/ 291656 w 409575"/>
                <a:gd name="connsiteY1134" fmla="*/ 257651 h 285750"/>
                <a:gd name="connsiteX1135" fmla="*/ 292989 w 409575"/>
                <a:gd name="connsiteY1135" fmla="*/ 257175 h 285750"/>
                <a:gd name="connsiteX1136" fmla="*/ 294132 w 409575"/>
                <a:gd name="connsiteY1136" fmla="*/ 255746 h 285750"/>
                <a:gd name="connsiteX1137" fmla="*/ 297847 w 409575"/>
                <a:gd name="connsiteY1137" fmla="*/ 253460 h 285750"/>
                <a:gd name="connsiteX1138" fmla="*/ 301657 w 409575"/>
                <a:gd name="connsiteY1138" fmla="*/ 253079 h 285750"/>
                <a:gd name="connsiteX1139" fmla="*/ 302705 w 409575"/>
                <a:gd name="connsiteY1139" fmla="*/ 252317 h 285750"/>
                <a:gd name="connsiteX1140" fmla="*/ 303276 w 409575"/>
                <a:gd name="connsiteY1140" fmla="*/ 251365 h 285750"/>
                <a:gd name="connsiteX1141" fmla="*/ 304133 w 409575"/>
                <a:gd name="connsiteY1141" fmla="*/ 249460 h 285750"/>
                <a:gd name="connsiteX1142" fmla="*/ 304990 w 409575"/>
                <a:gd name="connsiteY1142" fmla="*/ 248412 h 285750"/>
                <a:gd name="connsiteX1143" fmla="*/ 306991 w 409575"/>
                <a:gd name="connsiteY1143" fmla="*/ 246793 h 285750"/>
                <a:gd name="connsiteX1144" fmla="*/ 307467 w 409575"/>
                <a:gd name="connsiteY1144" fmla="*/ 246602 h 285750"/>
                <a:gd name="connsiteX1145" fmla="*/ 308610 w 409575"/>
                <a:gd name="connsiteY1145" fmla="*/ 247079 h 285750"/>
                <a:gd name="connsiteX1146" fmla="*/ 309182 w 409575"/>
                <a:gd name="connsiteY1146" fmla="*/ 246793 h 285750"/>
                <a:gd name="connsiteX1147" fmla="*/ 311753 w 409575"/>
                <a:gd name="connsiteY1147" fmla="*/ 244030 h 285750"/>
                <a:gd name="connsiteX1148" fmla="*/ 312611 w 409575"/>
                <a:gd name="connsiteY1148" fmla="*/ 243364 h 285750"/>
                <a:gd name="connsiteX1149" fmla="*/ 313658 w 409575"/>
                <a:gd name="connsiteY1149" fmla="*/ 242983 h 285750"/>
                <a:gd name="connsiteX1150" fmla="*/ 314992 w 409575"/>
                <a:gd name="connsiteY1150" fmla="*/ 242888 h 285750"/>
                <a:gd name="connsiteX1151" fmla="*/ 316230 w 409575"/>
                <a:gd name="connsiteY1151" fmla="*/ 243078 h 285750"/>
                <a:gd name="connsiteX1152" fmla="*/ 317087 w 409575"/>
                <a:gd name="connsiteY1152" fmla="*/ 243650 h 285750"/>
                <a:gd name="connsiteX1153" fmla="*/ 317944 w 409575"/>
                <a:gd name="connsiteY1153" fmla="*/ 243935 h 285750"/>
                <a:gd name="connsiteX1154" fmla="*/ 321183 w 409575"/>
                <a:gd name="connsiteY1154" fmla="*/ 242125 h 285750"/>
                <a:gd name="connsiteX1155" fmla="*/ 323564 w 409575"/>
                <a:gd name="connsiteY1155" fmla="*/ 242030 h 285750"/>
                <a:gd name="connsiteX1156" fmla="*/ 329851 w 409575"/>
                <a:gd name="connsiteY1156" fmla="*/ 244316 h 285750"/>
                <a:gd name="connsiteX1157" fmla="*/ 333470 w 409575"/>
                <a:gd name="connsiteY1157" fmla="*/ 245269 h 285750"/>
                <a:gd name="connsiteX1158" fmla="*/ 335756 w 409575"/>
                <a:gd name="connsiteY1158" fmla="*/ 245174 h 285750"/>
                <a:gd name="connsiteX1159" fmla="*/ 337661 w 409575"/>
                <a:gd name="connsiteY1159" fmla="*/ 245364 h 285750"/>
                <a:gd name="connsiteX1160" fmla="*/ 337280 w 409575"/>
                <a:gd name="connsiteY1160" fmla="*/ 246983 h 285750"/>
                <a:gd name="connsiteX1161" fmla="*/ 337185 w 409575"/>
                <a:gd name="connsiteY1161" fmla="*/ 247555 h 285750"/>
                <a:gd name="connsiteX1162" fmla="*/ 337185 w 409575"/>
                <a:gd name="connsiteY1162" fmla="*/ 250317 h 285750"/>
                <a:gd name="connsiteX1163" fmla="*/ 336804 w 409575"/>
                <a:gd name="connsiteY1163" fmla="*/ 251270 h 285750"/>
                <a:gd name="connsiteX1164" fmla="*/ 335947 w 409575"/>
                <a:gd name="connsiteY1164" fmla="*/ 252317 h 285750"/>
                <a:gd name="connsiteX1165" fmla="*/ 334994 w 409575"/>
                <a:gd name="connsiteY1165" fmla="*/ 253079 h 285750"/>
                <a:gd name="connsiteX1166" fmla="*/ 334232 w 409575"/>
                <a:gd name="connsiteY1166" fmla="*/ 253460 h 285750"/>
                <a:gd name="connsiteX1167" fmla="*/ 332232 w 409575"/>
                <a:gd name="connsiteY1167" fmla="*/ 253651 h 285750"/>
                <a:gd name="connsiteX1168" fmla="*/ 331089 w 409575"/>
                <a:gd name="connsiteY1168" fmla="*/ 254032 h 285750"/>
                <a:gd name="connsiteX1169" fmla="*/ 329946 w 409575"/>
                <a:gd name="connsiteY1169" fmla="*/ 254984 h 285750"/>
                <a:gd name="connsiteX1170" fmla="*/ 329279 w 409575"/>
                <a:gd name="connsiteY1170" fmla="*/ 256318 h 285750"/>
                <a:gd name="connsiteX1171" fmla="*/ 329470 w 409575"/>
                <a:gd name="connsiteY1171" fmla="*/ 257746 h 285750"/>
                <a:gd name="connsiteX1172" fmla="*/ 330327 w 409575"/>
                <a:gd name="connsiteY1172" fmla="*/ 258223 h 285750"/>
                <a:gd name="connsiteX1173" fmla="*/ 332518 w 409575"/>
                <a:gd name="connsiteY1173" fmla="*/ 257556 h 285750"/>
                <a:gd name="connsiteX1174" fmla="*/ 333565 w 409575"/>
                <a:gd name="connsiteY1174" fmla="*/ 257651 h 285750"/>
                <a:gd name="connsiteX1175" fmla="*/ 333947 w 409575"/>
                <a:gd name="connsiteY1175" fmla="*/ 258032 h 285750"/>
                <a:gd name="connsiteX1176" fmla="*/ 334709 w 409575"/>
                <a:gd name="connsiteY1176" fmla="*/ 259080 h 285750"/>
                <a:gd name="connsiteX1177" fmla="*/ 335090 w 409575"/>
                <a:gd name="connsiteY1177" fmla="*/ 259366 h 285750"/>
                <a:gd name="connsiteX1178" fmla="*/ 335661 w 409575"/>
                <a:gd name="connsiteY1178" fmla="*/ 259366 h 285750"/>
                <a:gd name="connsiteX1179" fmla="*/ 336518 w 409575"/>
                <a:gd name="connsiteY1179" fmla="*/ 258699 h 285750"/>
                <a:gd name="connsiteX1180" fmla="*/ 337090 w 409575"/>
                <a:gd name="connsiteY1180" fmla="*/ 258509 h 285750"/>
                <a:gd name="connsiteX1181" fmla="*/ 338233 w 409575"/>
                <a:gd name="connsiteY1181" fmla="*/ 258604 h 285750"/>
                <a:gd name="connsiteX1182" fmla="*/ 338995 w 409575"/>
                <a:gd name="connsiteY1182" fmla="*/ 258794 h 285750"/>
                <a:gd name="connsiteX1183" fmla="*/ 339757 w 409575"/>
                <a:gd name="connsiteY1183" fmla="*/ 258604 h 285750"/>
                <a:gd name="connsiteX1184" fmla="*/ 341757 w 409575"/>
                <a:gd name="connsiteY1184" fmla="*/ 256699 h 285750"/>
                <a:gd name="connsiteX1185" fmla="*/ 342805 w 409575"/>
                <a:gd name="connsiteY1185" fmla="*/ 256413 h 285750"/>
                <a:gd name="connsiteX1186" fmla="*/ 345091 w 409575"/>
                <a:gd name="connsiteY1186" fmla="*/ 256127 h 285750"/>
                <a:gd name="connsiteX1187" fmla="*/ 348044 w 409575"/>
                <a:gd name="connsiteY1187" fmla="*/ 254699 h 285750"/>
                <a:gd name="connsiteX1188" fmla="*/ 349186 w 409575"/>
                <a:gd name="connsiteY1188" fmla="*/ 254508 h 285750"/>
                <a:gd name="connsiteX1189" fmla="*/ 353187 w 409575"/>
                <a:gd name="connsiteY1189" fmla="*/ 253079 h 285750"/>
                <a:gd name="connsiteX1190" fmla="*/ 358997 w 409575"/>
                <a:gd name="connsiteY1190" fmla="*/ 251936 h 285750"/>
                <a:gd name="connsiteX1191" fmla="*/ 360236 w 409575"/>
                <a:gd name="connsiteY1191" fmla="*/ 251365 h 285750"/>
                <a:gd name="connsiteX1192" fmla="*/ 361188 w 409575"/>
                <a:gd name="connsiteY1192" fmla="*/ 250222 h 285750"/>
                <a:gd name="connsiteX1193" fmla="*/ 361283 w 409575"/>
                <a:gd name="connsiteY1193" fmla="*/ 247936 h 285750"/>
                <a:gd name="connsiteX1194" fmla="*/ 362140 w 409575"/>
                <a:gd name="connsiteY1194" fmla="*/ 247079 h 285750"/>
                <a:gd name="connsiteX1195" fmla="*/ 363569 w 409575"/>
                <a:gd name="connsiteY1195" fmla="*/ 247079 h 285750"/>
                <a:gd name="connsiteX1196" fmla="*/ 365093 w 409575"/>
                <a:gd name="connsiteY1196" fmla="*/ 247459 h 285750"/>
                <a:gd name="connsiteX1197" fmla="*/ 366332 w 409575"/>
                <a:gd name="connsiteY1197" fmla="*/ 247269 h 285750"/>
                <a:gd name="connsiteX1198" fmla="*/ 366998 w 409575"/>
                <a:gd name="connsiteY1198" fmla="*/ 245459 h 285750"/>
                <a:gd name="connsiteX1199" fmla="*/ 367284 w 409575"/>
                <a:gd name="connsiteY1199" fmla="*/ 246317 h 285750"/>
                <a:gd name="connsiteX1200" fmla="*/ 367856 w 409575"/>
                <a:gd name="connsiteY1200" fmla="*/ 245935 h 285750"/>
                <a:gd name="connsiteX1201" fmla="*/ 368427 w 409575"/>
                <a:gd name="connsiteY1201" fmla="*/ 245935 h 285750"/>
                <a:gd name="connsiteX1202" fmla="*/ 368903 w 409575"/>
                <a:gd name="connsiteY1202" fmla="*/ 246317 h 285750"/>
                <a:gd name="connsiteX1203" fmla="*/ 369665 w 409575"/>
                <a:gd name="connsiteY1203" fmla="*/ 247650 h 285750"/>
                <a:gd name="connsiteX1204" fmla="*/ 370142 w 409575"/>
                <a:gd name="connsiteY1204" fmla="*/ 247841 h 285750"/>
                <a:gd name="connsiteX1205" fmla="*/ 370713 w 409575"/>
                <a:gd name="connsiteY1205" fmla="*/ 247841 h 285750"/>
                <a:gd name="connsiteX1206" fmla="*/ 372237 w 409575"/>
                <a:gd name="connsiteY1206" fmla="*/ 248126 h 285750"/>
                <a:gd name="connsiteX1207" fmla="*/ 373190 w 409575"/>
                <a:gd name="connsiteY1207" fmla="*/ 247936 h 285750"/>
                <a:gd name="connsiteX1208" fmla="*/ 374142 w 409575"/>
                <a:gd name="connsiteY1208" fmla="*/ 247841 h 285750"/>
                <a:gd name="connsiteX1209" fmla="*/ 375285 w 409575"/>
                <a:gd name="connsiteY1209" fmla="*/ 248317 h 285750"/>
                <a:gd name="connsiteX1210" fmla="*/ 377190 w 409575"/>
                <a:gd name="connsiteY1210" fmla="*/ 248888 h 285750"/>
                <a:gd name="connsiteX1211" fmla="*/ 377666 w 409575"/>
                <a:gd name="connsiteY1211" fmla="*/ 248984 h 285750"/>
                <a:gd name="connsiteX1212" fmla="*/ 378143 w 409575"/>
                <a:gd name="connsiteY1212" fmla="*/ 248984 h 285750"/>
                <a:gd name="connsiteX1213" fmla="*/ 383477 w 409575"/>
                <a:gd name="connsiteY1213" fmla="*/ 248603 h 285750"/>
                <a:gd name="connsiteX1214" fmla="*/ 385001 w 409575"/>
                <a:gd name="connsiteY1214" fmla="*/ 247745 h 285750"/>
                <a:gd name="connsiteX1215" fmla="*/ 391763 w 409575"/>
                <a:gd name="connsiteY1215" fmla="*/ 251936 h 285750"/>
                <a:gd name="connsiteX1216" fmla="*/ 393287 w 409575"/>
                <a:gd name="connsiteY1216" fmla="*/ 253555 h 285750"/>
                <a:gd name="connsiteX1217" fmla="*/ 395669 w 409575"/>
                <a:gd name="connsiteY1217" fmla="*/ 257651 h 285750"/>
                <a:gd name="connsiteX1218" fmla="*/ 397193 w 409575"/>
                <a:gd name="connsiteY1218" fmla="*/ 258509 h 285750"/>
                <a:gd name="connsiteX1219" fmla="*/ 398240 w 409575"/>
                <a:gd name="connsiteY1219" fmla="*/ 258032 h 285750"/>
                <a:gd name="connsiteX1220" fmla="*/ 398812 w 409575"/>
                <a:gd name="connsiteY1220" fmla="*/ 256984 h 285750"/>
                <a:gd name="connsiteX1221" fmla="*/ 399288 w 409575"/>
                <a:gd name="connsiteY1221" fmla="*/ 255842 h 285750"/>
                <a:gd name="connsiteX1222" fmla="*/ 400240 w 409575"/>
                <a:gd name="connsiteY1222" fmla="*/ 255270 h 285750"/>
                <a:gd name="connsiteX1223" fmla="*/ 401479 w 409575"/>
                <a:gd name="connsiteY1223" fmla="*/ 255079 h 285750"/>
                <a:gd name="connsiteX1224" fmla="*/ 406336 w 409575"/>
                <a:gd name="connsiteY1224" fmla="*/ 253270 h 285750"/>
                <a:gd name="connsiteX1225" fmla="*/ 406813 w 409575"/>
                <a:gd name="connsiteY1225" fmla="*/ 252508 h 285750"/>
                <a:gd name="connsiteX1226" fmla="*/ 406908 w 409575"/>
                <a:gd name="connsiteY1226" fmla="*/ 250031 h 285750"/>
                <a:gd name="connsiteX1227" fmla="*/ 407575 w 409575"/>
                <a:gd name="connsiteY1227" fmla="*/ 248888 h 285750"/>
                <a:gd name="connsiteX1228" fmla="*/ 408813 w 409575"/>
                <a:gd name="connsiteY1228" fmla="*/ 248317 h 285750"/>
                <a:gd name="connsiteX1229" fmla="*/ 411385 w 409575"/>
                <a:gd name="connsiteY1229" fmla="*/ 247459 h 285750"/>
                <a:gd name="connsiteX1230" fmla="*/ 410813 w 409575"/>
                <a:gd name="connsiteY1230" fmla="*/ 245078 h 285750"/>
                <a:gd name="connsiteX1231" fmla="*/ 170021 w 409575"/>
                <a:gd name="connsiteY1231" fmla="*/ 2857 h 285750"/>
                <a:gd name="connsiteX1232" fmla="*/ 170878 w 409575"/>
                <a:gd name="connsiteY1232" fmla="*/ 3715 h 285750"/>
                <a:gd name="connsiteX1233" fmla="*/ 172402 w 409575"/>
                <a:gd name="connsiteY1233" fmla="*/ 5810 h 285750"/>
                <a:gd name="connsiteX1234" fmla="*/ 173260 w 409575"/>
                <a:gd name="connsiteY1234" fmla="*/ 6667 h 285750"/>
                <a:gd name="connsiteX1235" fmla="*/ 174307 w 409575"/>
                <a:gd name="connsiteY1235" fmla="*/ 6953 h 285750"/>
                <a:gd name="connsiteX1236" fmla="*/ 174212 w 409575"/>
                <a:gd name="connsiteY1236" fmla="*/ 5810 h 285750"/>
                <a:gd name="connsiteX1237" fmla="*/ 173546 w 409575"/>
                <a:gd name="connsiteY1237" fmla="*/ 4096 h 285750"/>
                <a:gd name="connsiteX1238" fmla="*/ 172784 w 409575"/>
                <a:gd name="connsiteY1238" fmla="*/ 2857 h 285750"/>
                <a:gd name="connsiteX1239" fmla="*/ 171545 w 409575"/>
                <a:gd name="connsiteY1239" fmla="*/ 1715 h 285750"/>
                <a:gd name="connsiteX1240" fmla="*/ 170117 w 409575"/>
                <a:gd name="connsiteY1240" fmla="*/ 1048 h 285750"/>
                <a:gd name="connsiteX1241" fmla="*/ 169259 w 409575"/>
                <a:gd name="connsiteY1241" fmla="*/ 1238 h 285750"/>
                <a:gd name="connsiteX1242" fmla="*/ 170021 w 409575"/>
                <a:gd name="connsiteY1242" fmla="*/ 2857 h 285750"/>
                <a:gd name="connsiteX1243" fmla="*/ 170021 w 409575"/>
                <a:gd name="connsiteY1243" fmla="*/ 2857 h 285750"/>
                <a:gd name="connsiteX1244" fmla="*/ 174879 w 409575"/>
                <a:gd name="connsiteY1244" fmla="*/ 81725 h 285750"/>
                <a:gd name="connsiteX1245" fmla="*/ 173069 w 409575"/>
                <a:gd name="connsiteY1245" fmla="*/ 81629 h 285750"/>
                <a:gd name="connsiteX1246" fmla="*/ 166688 w 409575"/>
                <a:gd name="connsiteY1246" fmla="*/ 79534 h 285750"/>
                <a:gd name="connsiteX1247" fmla="*/ 165926 w 409575"/>
                <a:gd name="connsiteY1247" fmla="*/ 79534 h 285750"/>
                <a:gd name="connsiteX1248" fmla="*/ 165830 w 409575"/>
                <a:gd name="connsiteY1248" fmla="*/ 80581 h 285750"/>
                <a:gd name="connsiteX1249" fmla="*/ 166211 w 409575"/>
                <a:gd name="connsiteY1249" fmla="*/ 81725 h 285750"/>
                <a:gd name="connsiteX1250" fmla="*/ 166878 w 409575"/>
                <a:gd name="connsiteY1250" fmla="*/ 82677 h 285750"/>
                <a:gd name="connsiteX1251" fmla="*/ 168688 w 409575"/>
                <a:gd name="connsiteY1251" fmla="*/ 83915 h 285750"/>
                <a:gd name="connsiteX1252" fmla="*/ 169164 w 409575"/>
                <a:gd name="connsiteY1252" fmla="*/ 84582 h 285750"/>
                <a:gd name="connsiteX1253" fmla="*/ 170688 w 409575"/>
                <a:gd name="connsiteY1253" fmla="*/ 87154 h 285750"/>
                <a:gd name="connsiteX1254" fmla="*/ 170974 w 409575"/>
                <a:gd name="connsiteY1254" fmla="*/ 87439 h 285750"/>
                <a:gd name="connsiteX1255" fmla="*/ 173641 w 409575"/>
                <a:gd name="connsiteY1255" fmla="*/ 85249 h 285750"/>
                <a:gd name="connsiteX1256" fmla="*/ 175165 w 409575"/>
                <a:gd name="connsiteY1256" fmla="*/ 84487 h 285750"/>
                <a:gd name="connsiteX1257" fmla="*/ 176879 w 409575"/>
                <a:gd name="connsiteY1257" fmla="*/ 84106 h 285750"/>
                <a:gd name="connsiteX1258" fmla="*/ 177451 w 409575"/>
                <a:gd name="connsiteY1258" fmla="*/ 83629 h 285750"/>
                <a:gd name="connsiteX1259" fmla="*/ 177546 w 409575"/>
                <a:gd name="connsiteY1259" fmla="*/ 82391 h 285750"/>
                <a:gd name="connsiteX1260" fmla="*/ 177165 w 409575"/>
                <a:gd name="connsiteY1260" fmla="*/ 81153 h 285750"/>
                <a:gd name="connsiteX1261" fmla="*/ 176498 w 409575"/>
                <a:gd name="connsiteY1261" fmla="*/ 80963 h 285750"/>
                <a:gd name="connsiteX1262" fmla="*/ 174879 w 409575"/>
                <a:gd name="connsiteY1262" fmla="*/ 81725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</a:cxnLst>
              <a:rect l="l" t="t" r="r" b="b"/>
              <a:pathLst>
                <a:path w="409575" h="285750">
                  <a:moveTo>
                    <a:pt x="410813" y="245078"/>
                  </a:moveTo>
                  <a:lnTo>
                    <a:pt x="409289" y="243650"/>
                  </a:lnTo>
                  <a:lnTo>
                    <a:pt x="406622" y="240125"/>
                  </a:lnTo>
                  <a:lnTo>
                    <a:pt x="405670" y="239268"/>
                  </a:lnTo>
                  <a:lnTo>
                    <a:pt x="400907" y="236506"/>
                  </a:lnTo>
                  <a:lnTo>
                    <a:pt x="399288" y="235077"/>
                  </a:lnTo>
                  <a:lnTo>
                    <a:pt x="398050" y="233172"/>
                  </a:lnTo>
                  <a:lnTo>
                    <a:pt x="397573" y="230886"/>
                  </a:lnTo>
                  <a:lnTo>
                    <a:pt x="397764" y="229648"/>
                  </a:lnTo>
                  <a:lnTo>
                    <a:pt x="398336" y="228695"/>
                  </a:lnTo>
                  <a:lnTo>
                    <a:pt x="399098" y="227838"/>
                  </a:lnTo>
                  <a:lnTo>
                    <a:pt x="399764" y="226885"/>
                  </a:lnTo>
                  <a:lnTo>
                    <a:pt x="399955" y="226314"/>
                  </a:lnTo>
                  <a:lnTo>
                    <a:pt x="400050" y="225742"/>
                  </a:lnTo>
                  <a:lnTo>
                    <a:pt x="400240" y="225171"/>
                  </a:lnTo>
                  <a:lnTo>
                    <a:pt x="400622" y="224600"/>
                  </a:lnTo>
                  <a:lnTo>
                    <a:pt x="401479" y="223456"/>
                  </a:lnTo>
                  <a:lnTo>
                    <a:pt x="401860" y="222790"/>
                  </a:lnTo>
                  <a:lnTo>
                    <a:pt x="402050" y="222123"/>
                  </a:lnTo>
                  <a:lnTo>
                    <a:pt x="401860" y="220885"/>
                  </a:lnTo>
                  <a:lnTo>
                    <a:pt x="401193" y="220218"/>
                  </a:lnTo>
                  <a:lnTo>
                    <a:pt x="398526" y="218694"/>
                  </a:lnTo>
                  <a:lnTo>
                    <a:pt x="398145" y="218313"/>
                  </a:lnTo>
                  <a:lnTo>
                    <a:pt x="397859" y="217837"/>
                  </a:lnTo>
                  <a:lnTo>
                    <a:pt x="397669" y="216979"/>
                  </a:lnTo>
                  <a:lnTo>
                    <a:pt x="397859" y="216599"/>
                  </a:lnTo>
                  <a:lnTo>
                    <a:pt x="398240" y="216408"/>
                  </a:lnTo>
                  <a:lnTo>
                    <a:pt x="399098" y="214979"/>
                  </a:lnTo>
                  <a:lnTo>
                    <a:pt x="399193" y="214503"/>
                  </a:lnTo>
                  <a:lnTo>
                    <a:pt x="398717" y="214122"/>
                  </a:lnTo>
                  <a:lnTo>
                    <a:pt x="398145" y="213741"/>
                  </a:lnTo>
                  <a:lnTo>
                    <a:pt x="397955" y="213360"/>
                  </a:lnTo>
                  <a:lnTo>
                    <a:pt x="397955" y="212884"/>
                  </a:lnTo>
                  <a:lnTo>
                    <a:pt x="397859" y="211074"/>
                  </a:lnTo>
                  <a:lnTo>
                    <a:pt x="398050" y="206883"/>
                  </a:lnTo>
                  <a:lnTo>
                    <a:pt x="397383" y="205073"/>
                  </a:lnTo>
                  <a:lnTo>
                    <a:pt x="393668" y="202978"/>
                  </a:lnTo>
                  <a:lnTo>
                    <a:pt x="392621" y="201073"/>
                  </a:lnTo>
                  <a:lnTo>
                    <a:pt x="391573" y="193453"/>
                  </a:lnTo>
                  <a:lnTo>
                    <a:pt x="391573" y="187071"/>
                  </a:lnTo>
                  <a:lnTo>
                    <a:pt x="391763" y="185833"/>
                  </a:lnTo>
                  <a:lnTo>
                    <a:pt x="392240" y="184785"/>
                  </a:lnTo>
                  <a:lnTo>
                    <a:pt x="394430" y="182309"/>
                  </a:lnTo>
                  <a:lnTo>
                    <a:pt x="395002" y="181261"/>
                  </a:lnTo>
                  <a:lnTo>
                    <a:pt x="395288" y="180022"/>
                  </a:lnTo>
                  <a:lnTo>
                    <a:pt x="395288" y="178689"/>
                  </a:lnTo>
                  <a:lnTo>
                    <a:pt x="394907" y="176784"/>
                  </a:lnTo>
                  <a:lnTo>
                    <a:pt x="394811" y="176117"/>
                  </a:lnTo>
                  <a:lnTo>
                    <a:pt x="394621" y="175546"/>
                  </a:lnTo>
                  <a:lnTo>
                    <a:pt x="394240" y="175165"/>
                  </a:lnTo>
                  <a:lnTo>
                    <a:pt x="393287" y="174593"/>
                  </a:lnTo>
                  <a:lnTo>
                    <a:pt x="392906" y="174212"/>
                  </a:lnTo>
                  <a:lnTo>
                    <a:pt x="392430" y="173450"/>
                  </a:lnTo>
                  <a:lnTo>
                    <a:pt x="392430" y="173450"/>
                  </a:lnTo>
                  <a:lnTo>
                    <a:pt x="392430" y="173450"/>
                  </a:lnTo>
                  <a:lnTo>
                    <a:pt x="392430" y="173450"/>
                  </a:lnTo>
                  <a:lnTo>
                    <a:pt x="391573" y="172307"/>
                  </a:lnTo>
                  <a:lnTo>
                    <a:pt x="390715" y="171641"/>
                  </a:lnTo>
                  <a:lnTo>
                    <a:pt x="389763" y="171450"/>
                  </a:lnTo>
                  <a:lnTo>
                    <a:pt x="388525" y="171545"/>
                  </a:lnTo>
                  <a:lnTo>
                    <a:pt x="387286" y="171355"/>
                  </a:lnTo>
                  <a:lnTo>
                    <a:pt x="386429" y="170593"/>
                  </a:lnTo>
                  <a:lnTo>
                    <a:pt x="385667" y="169640"/>
                  </a:lnTo>
                  <a:lnTo>
                    <a:pt x="384715" y="168878"/>
                  </a:lnTo>
                  <a:lnTo>
                    <a:pt x="375761" y="165449"/>
                  </a:lnTo>
                  <a:lnTo>
                    <a:pt x="368236" y="161734"/>
                  </a:lnTo>
                  <a:lnTo>
                    <a:pt x="367094" y="161544"/>
                  </a:lnTo>
                  <a:lnTo>
                    <a:pt x="363379" y="162782"/>
                  </a:lnTo>
                  <a:lnTo>
                    <a:pt x="362236" y="162782"/>
                  </a:lnTo>
                  <a:lnTo>
                    <a:pt x="361188" y="162592"/>
                  </a:lnTo>
                  <a:lnTo>
                    <a:pt x="357950" y="161449"/>
                  </a:lnTo>
                  <a:lnTo>
                    <a:pt x="357092" y="161449"/>
                  </a:lnTo>
                  <a:lnTo>
                    <a:pt x="356330" y="161925"/>
                  </a:lnTo>
                  <a:lnTo>
                    <a:pt x="355568" y="163068"/>
                  </a:lnTo>
                  <a:lnTo>
                    <a:pt x="355473" y="163639"/>
                  </a:lnTo>
                  <a:lnTo>
                    <a:pt x="355473" y="164211"/>
                  </a:lnTo>
                  <a:lnTo>
                    <a:pt x="355378" y="164783"/>
                  </a:lnTo>
                  <a:lnTo>
                    <a:pt x="354997" y="165259"/>
                  </a:lnTo>
                  <a:lnTo>
                    <a:pt x="352901" y="165925"/>
                  </a:lnTo>
                  <a:lnTo>
                    <a:pt x="352520" y="166306"/>
                  </a:lnTo>
                  <a:lnTo>
                    <a:pt x="352520" y="167640"/>
                  </a:lnTo>
                  <a:lnTo>
                    <a:pt x="353187" y="168783"/>
                  </a:lnTo>
                  <a:lnTo>
                    <a:pt x="353568" y="169831"/>
                  </a:lnTo>
                  <a:lnTo>
                    <a:pt x="352901" y="170974"/>
                  </a:lnTo>
                  <a:lnTo>
                    <a:pt x="352044" y="171164"/>
                  </a:lnTo>
                  <a:lnTo>
                    <a:pt x="346996" y="170974"/>
                  </a:lnTo>
                  <a:lnTo>
                    <a:pt x="346139" y="170497"/>
                  </a:lnTo>
                  <a:lnTo>
                    <a:pt x="344519" y="169069"/>
                  </a:lnTo>
                  <a:lnTo>
                    <a:pt x="343567" y="168592"/>
                  </a:lnTo>
                  <a:lnTo>
                    <a:pt x="341662" y="167830"/>
                  </a:lnTo>
                  <a:lnTo>
                    <a:pt x="340805" y="167259"/>
                  </a:lnTo>
                  <a:lnTo>
                    <a:pt x="339757" y="166211"/>
                  </a:lnTo>
                  <a:lnTo>
                    <a:pt x="339281" y="165163"/>
                  </a:lnTo>
                  <a:lnTo>
                    <a:pt x="338804" y="162401"/>
                  </a:lnTo>
                  <a:lnTo>
                    <a:pt x="338423" y="161449"/>
                  </a:lnTo>
                  <a:lnTo>
                    <a:pt x="336518" y="158305"/>
                  </a:lnTo>
                  <a:lnTo>
                    <a:pt x="336328" y="157258"/>
                  </a:lnTo>
                  <a:lnTo>
                    <a:pt x="336709" y="154305"/>
                  </a:lnTo>
                  <a:lnTo>
                    <a:pt x="336518" y="152971"/>
                  </a:lnTo>
                  <a:lnTo>
                    <a:pt x="335947" y="152019"/>
                  </a:lnTo>
                  <a:lnTo>
                    <a:pt x="334423" y="150304"/>
                  </a:lnTo>
                  <a:lnTo>
                    <a:pt x="333756" y="149352"/>
                  </a:lnTo>
                  <a:lnTo>
                    <a:pt x="333565" y="148114"/>
                  </a:lnTo>
                  <a:lnTo>
                    <a:pt x="333947" y="146875"/>
                  </a:lnTo>
                  <a:lnTo>
                    <a:pt x="334709" y="145828"/>
                  </a:lnTo>
                  <a:lnTo>
                    <a:pt x="335471" y="145066"/>
                  </a:lnTo>
                  <a:lnTo>
                    <a:pt x="336709" y="144494"/>
                  </a:lnTo>
                  <a:lnTo>
                    <a:pt x="339281" y="144494"/>
                  </a:lnTo>
                  <a:lnTo>
                    <a:pt x="340423" y="144113"/>
                  </a:lnTo>
                  <a:lnTo>
                    <a:pt x="341186" y="143256"/>
                  </a:lnTo>
                  <a:lnTo>
                    <a:pt x="341471" y="142208"/>
                  </a:lnTo>
                  <a:lnTo>
                    <a:pt x="341281" y="141065"/>
                  </a:lnTo>
                  <a:lnTo>
                    <a:pt x="340709" y="139922"/>
                  </a:lnTo>
                  <a:lnTo>
                    <a:pt x="339947" y="139446"/>
                  </a:lnTo>
                  <a:lnTo>
                    <a:pt x="338233" y="137541"/>
                  </a:lnTo>
                  <a:lnTo>
                    <a:pt x="335090" y="135160"/>
                  </a:lnTo>
                  <a:lnTo>
                    <a:pt x="334518" y="134303"/>
                  </a:lnTo>
                  <a:lnTo>
                    <a:pt x="334232" y="133255"/>
                  </a:lnTo>
                  <a:lnTo>
                    <a:pt x="333756" y="130969"/>
                  </a:lnTo>
                  <a:lnTo>
                    <a:pt x="333280" y="130016"/>
                  </a:lnTo>
                  <a:lnTo>
                    <a:pt x="331089" y="127825"/>
                  </a:lnTo>
                  <a:lnTo>
                    <a:pt x="329851" y="125635"/>
                  </a:lnTo>
                  <a:lnTo>
                    <a:pt x="329565" y="123730"/>
                  </a:lnTo>
                  <a:lnTo>
                    <a:pt x="329946" y="121729"/>
                  </a:lnTo>
                  <a:lnTo>
                    <a:pt x="331565" y="116967"/>
                  </a:lnTo>
                  <a:lnTo>
                    <a:pt x="331661" y="115919"/>
                  </a:lnTo>
                  <a:lnTo>
                    <a:pt x="331565" y="114491"/>
                  </a:lnTo>
                  <a:lnTo>
                    <a:pt x="330994" y="110585"/>
                  </a:lnTo>
                  <a:lnTo>
                    <a:pt x="330994" y="109252"/>
                  </a:lnTo>
                  <a:lnTo>
                    <a:pt x="329470" y="108490"/>
                  </a:lnTo>
                  <a:lnTo>
                    <a:pt x="324612" y="107918"/>
                  </a:lnTo>
                  <a:lnTo>
                    <a:pt x="322707" y="108109"/>
                  </a:lnTo>
                  <a:lnTo>
                    <a:pt x="316992" y="109538"/>
                  </a:lnTo>
                  <a:lnTo>
                    <a:pt x="315659" y="110395"/>
                  </a:lnTo>
                  <a:lnTo>
                    <a:pt x="315278" y="111442"/>
                  </a:lnTo>
                  <a:lnTo>
                    <a:pt x="315182" y="112395"/>
                  </a:lnTo>
                  <a:lnTo>
                    <a:pt x="314801" y="113062"/>
                  </a:lnTo>
                  <a:lnTo>
                    <a:pt x="311753" y="113633"/>
                  </a:lnTo>
                  <a:lnTo>
                    <a:pt x="306419" y="115443"/>
                  </a:lnTo>
                  <a:lnTo>
                    <a:pt x="304705" y="115538"/>
                  </a:lnTo>
                  <a:lnTo>
                    <a:pt x="302895" y="115062"/>
                  </a:lnTo>
                  <a:lnTo>
                    <a:pt x="301943" y="114586"/>
                  </a:lnTo>
                  <a:lnTo>
                    <a:pt x="301276" y="114395"/>
                  </a:lnTo>
                  <a:lnTo>
                    <a:pt x="300609" y="114491"/>
                  </a:lnTo>
                  <a:lnTo>
                    <a:pt x="298037" y="115824"/>
                  </a:lnTo>
                  <a:lnTo>
                    <a:pt x="297275" y="115919"/>
                  </a:lnTo>
                  <a:lnTo>
                    <a:pt x="296323" y="115633"/>
                  </a:lnTo>
                  <a:lnTo>
                    <a:pt x="292989" y="114871"/>
                  </a:lnTo>
                  <a:lnTo>
                    <a:pt x="291941" y="114776"/>
                  </a:lnTo>
                  <a:lnTo>
                    <a:pt x="289655" y="115253"/>
                  </a:lnTo>
                  <a:lnTo>
                    <a:pt x="288893" y="115253"/>
                  </a:lnTo>
                  <a:lnTo>
                    <a:pt x="279178" y="112681"/>
                  </a:lnTo>
                  <a:lnTo>
                    <a:pt x="278321" y="112681"/>
                  </a:lnTo>
                  <a:lnTo>
                    <a:pt x="277368" y="112967"/>
                  </a:lnTo>
                  <a:lnTo>
                    <a:pt x="276797" y="113443"/>
                  </a:lnTo>
                  <a:lnTo>
                    <a:pt x="275749" y="114681"/>
                  </a:lnTo>
                  <a:lnTo>
                    <a:pt x="275177" y="115062"/>
                  </a:lnTo>
                  <a:lnTo>
                    <a:pt x="274320" y="115062"/>
                  </a:lnTo>
                  <a:lnTo>
                    <a:pt x="272986" y="114205"/>
                  </a:lnTo>
                  <a:lnTo>
                    <a:pt x="272225" y="114014"/>
                  </a:lnTo>
                  <a:lnTo>
                    <a:pt x="271653" y="114300"/>
                  </a:lnTo>
                  <a:lnTo>
                    <a:pt x="270034" y="116014"/>
                  </a:lnTo>
                  <a:lnTo>
                    <a:pt x="269177" y="116110"/>
                  </a:lnTo>
                  <a:lnTo>
                    <a:pt x="268319" y="116110"/>
                  </a:lnTo>
                  <a:lnTo>
                    <a:pt x="266605" y="115633"/>
                  </a:lnTo>
                  <a:lnTo>
                    <a:pt x="265652" y="115633"/>
                  </a:lnTo>
                  <a:lnTo>
                    <a:pt x="263652" y="116681"/>
                  </a:lnTo>
                  <a:lnTo>
                    <a:pt x="262509" y="116872"/>
                  </a:lnTo>
                  <a:lnTo>
                    <a:pt x="261556" y="117253"/>
                  </a:lnTo>
                  <a:lnTo>
                    <a:pt x="260890" y="118300"/>
                  </a:lnTo>
                  <a:lnTo>
                    <a:pt x="259652" y="121920"/>
                  </a:lnTo>
                  <a:lnTo>
                    <a:pt x="257461" y="126683"/>
                  </a:lnTo>
                  <a:lnTo>
                    <a:pt x="256889" y="126683"/>
                  </a:lnTo>
                  <a:lnTo>
                    <a:pt x="256889" y="126683"/>
                  </a:lnTo>
                  <a:lnTo>
                    <a:pt x="256318" y="125921"/>
                  </a:lnTo>
                  <a:lnTo>
                    <a:pt x="255842" y="124778"/>
                  </a:lnTo>
                  <a:lnTo>
                    <a:pt x="255651" y="124111"/>
                  </a:lnTo>
                  <a:lnTo>
                    <a:pt x="255651" y="123539"/>
                  </a:lnTo>
                  <a:lnTo>
                    <a:pt x="255461" y="123158"/>
                  </a:lnTo>
                  <a:lnTo>
                    <a:pt x="254318" y="122587"/>
                  </a:lnTo>
                  <a:lnTo>
                    <a:pt x="253556" y="121920"/>
                  </a:lnTo>
                  <a:lnTo>
                    <a:pt x="253079" y="121634"/>
                  </a:lnTo>
                  <a:lnTo>
                    <a:pt x="250793" y="121253"/>
                  </a:lnTo>
                  <a:lnTo>
                    <a:pt x="249746" y="120777"/>
                  </a:lnTo>
                  <a:lnTo>
                    <a:pt x="249269" y="119729"/>
                  </a:lnTo>
                  <a:lnTo>
                    <a:pt x="249174" y="118300"/>
                  </a:lnTo>
                  <a:lnTo>
                    <a:pt x="248888" y="116586"/>
                  </a:lnTo>
                  <a:lnTo>
                    <a:pt x="248317" y="115062"/>
                  </a:lnTo>
                  <a:lnTo>
                    <a:pt x="247460" y="114395"/>
                  </a:lnTo>
                  <a:lnTo>
                    <a:pt x="246507" y="114586"/>
                  </a:lnTo>
                  <a:lnTo>
                    <a:pt x="244697" y="115633"/>
                  </a:lnTo>
                  <a:lnTo>
                    <a:pt x="242697" y="116014"/>
                  </a:lnTo>
                  <a:lnTo>
                    <a:pt x="241840" y="116491"/>
                  </a:lnTo>
                  <a:lnTo>
                    <a:pt x="236601" y="120110"/>
                  </a:lnTo>
                  <a:lnTo>
                    <a:pt x="234696" y="120967"/>
                  </a:lnTo>
                  <a:lnTo>
                    <a:pt x="232791" y="121158"/>
                  </a:lnTo>
                  <a:lnTo>
                    <a:pt x="231743" y="120872"/>
                  </a:lnTo>
                  <a:lnTo>
                    <a:pt x="230791" y="120110"/>
                  </a:lnTo>
                  <a:lnTo>
                    <a:pt x="230029" y="119063"/>
                  </a:lnTo>
                  <a:lnTo>
                    <a:pt x="229648" y="117729"/>
                  </a:lnTo>
                  <a:lnTo>
                    <a:pt x="229743" y="116300"/>
                  </a:lnTo>
                  <a:lnTo>
                    <a:pt x="230315" y="115443"/>
                  </a:lnTo>
                  <a:lnTo>
                    <a:pt x="230981" y="114681"/>
                  </a:lnTo>
                  <a:lnTo>
                    <a:pt x="231553" y="113633"/>
                  </a:lnTo>
                  <a:lnTo>
                    <a:pt x="231743" y="112300"/>
                  </a:lnTo>
                  <a:lnTo>
                    <a:pt x="231648" y="110585"/>
                  </a:lnTo>
                  <a:lnTo>
                    <a:pt x="231172" y="109061"/>
                  </a:lnTo>
                  <a:lnTo>
                    <a:pt x="230315" y="108299"/>
                  </a:lnTo>
                  <a:lnTo>
                    <a:pt x="229267" y="108299"/>
                  </a:lnTo>
                  <a:lnTo>
                    <a:pt x="223933" y="109442"/>
                  </a:lnTo>
                  <a:lnTo>
                    <a:pt x="221361" y="109347"/>
                  </a:lnTo>
                  <a:lnTo>
                    <a:pt x="219170" y="108395"/>
                  </a:lnTo>
                  <a:lnTo>
                    <a:pt x="218123" y="106013"/>
                  </a:lnTo>
                  <a:lnTo>
                    <a:pt x="218599" y="104966"/>
                  </a:lnTo>
                  <a:lnTo>
                    <a:pt x="219932" y="102965"/>
                  </a:lnTo>
                  <a:lnTo>
                    <a:pt x="220218" y="101917"/>
                  </a:lnTo>
                  <a:lnTo>
                    <a:pt x="219932" y="100870"/>
                  </a:lnTo>
                  <a:lnTo>
                    <a:pt x="219170" y="99822"/>
                  </a:lnTo>
                  <a:lnTo>
                    <a:pt x="219075" y="99727"/>
                  </a:lnTo>
                  <a:lnTo>
                    <a:pt x="218218" y="98965"/>
                  </a:lnTo>
                  <a:lnTo>
                    <a:pt x="216408" y="97917"/>
                  </a:lnTo>
                  <a:lnTo>
                    <a:pt x="215456" y="98012"/>
                  </a:lnTo>
                  <a:lnTo>
                    <a:pt x="213646" y="98870"/>
                  </a:lnTo>
                  <a:lnTo>
                    <a:pt x="212122" y="99155"/>
                  </a:lnTo>
                  <a:lnTo>
                    <a:pt x="211646" y="99346"/>
                  </a:lnTo>
                  <a:lnTo>
                    <a:pt x="211265" y="99631"/>
                  </a:lnTo>
                  <a:lnTo>
                    <a:pt x="210502" y="100393"/>
                  </a:lnTo>
                  <a:lnTo>
                    <a:pt x="210122" y="100679"/>
                  </a:lnTo>
                  <a:lnTo>
                    <a:pt x="208312" y="101632"/>
                  </a:lnTo>
                  <a:lnTo>
                    <a:pt x="207550" y="102203"/>
                  </a:lnTo>
                  <a:lnTo>
                    <a:pt x="205835" y="104108"/>
                  </a:lnTo>
                  <a:lnTo>
                    <a:pt x="205264" y="104489"/>
                  </a:lnTo>
                  <a:lnTo>
                    <a:pt x="204597" y="104489"/>
                  </a:lnTo>
                  <a:lnTo>
                    <a:pt x="201644" y="103918"/>
                  </a:lnTo>
                  <a:lnTo>
                    <a:pt x="199358" y="104013"/>
                  </a:lnTo>
                  <a:lnTo>
                    <a:pt x="197168" y="104584"/>
                  </a:lnTo>
                  <a:lnTo>
                    <a:pt x="195453" y="105728"/>
                  </a:lnTo>
                  <a:lnTo>
                    <a:pt x="194405" y="107633"/>
                  </a:lnTo>
                  <a:lnTo>
                    <a:pt x="193643" y="109823"/>
                  </a:lnTo>
                  <a:lnTo>
                    <a:pt x="192691" y="111728"/>
                  </a:lnTo>
                  <a:lnTo>
                    <a:pt x="190976" y="112585"/>
                  </a:lnTo>
                  <a:lnTo>
                    <a:pt x="189548" y="112204"/>
                  </a:lnTo>
                  <a:lnTo>
                    <a:pt x="188214" y="111347"/>
                  </a:lnTo>
                  <a:lnTo>
                    <a:pt x="187071" y="110776"/>
                  </a:lnTo>
                  <a:lnTo>
                    <a:pt x="186119" y="111252"/>
                  </a:lnTo>
                  <a:lnTo>
                    <a:pt x="185452" y="112014"/>
                  </a:lnTo>
                  <a:lnTo>
                    <a:pt x="185071" y="112204"/>
                  </a:lnTo>
                  <a:lnTo>
                    <a:pt x="184594" y="112109"/>
                  </a:lnTo>
                  <a:lnTo>
                    <a:pt x="183832" y="112109"/>
                  </a:lnTo>
                  <a:lnTo>
                    <a:pt x="183166" y="112300"/>
                  </a:lnTo>
                  <a:lnTo>
                    <a:pt x="181547" y="113157"/>
                  </a:lnTo>
                  <a:lnTo>
                    <a:pt x="180118" y="113347"/>
                  </a:lnTo>
                  <a:lnTo>
                    <a:pt x="178498" y="113062"/>
                  </a:lnTo>
                  <a:lnTo>
                    <a:pt x="177070" y="112204"/>
                  </a:lnTo>
                  <a:lnTo>
                    <a:pt x="176308" y="110776"/>
                  </a:lnTo>
                  <a:lnTo>
                    <a:pt x="176308" y="109918"/>
                  </a:lnTo>
                  <a:lnTo>
                    <a:pt x="176498" y="108966"/>
                  </a:lnTo>
                  <a:lnTo>
                    <a:pt x="176594" y="108013"/>
                  </a:lnTo>
                  <a:lnTo>
                    <a:pt x="176308" y="107061"/>
                  </a:lnTo>
                  <a:lnTo>
                    <a:pt x="175831" y="106585"/>
                  </a:lnTo>
                  <a:lnTo>
                    <a:pt x="174593" y="106108"/>
                  </a:lnTo>
                  <a:lnTo>
                    <a:pt x="174022" y="105632"/>
                  </a:lnTo>
                  <a:lnTo>
                    <a:pt x="174022" y="105632"/>
                  </a:lnTo>
                  <a:lnTo>
                    <a:pt x="174022" y="105632"/>
                  </a:lnTo>
                  <a:lnTo>
                    <a:pt x="174022" y="105537"/>
                  </a:lnTo>
                  <a:lnTo>
                    <a:pt x="172974" y="102299"/>
                  </a:lnTo>
                  <a:lnTo>
                    <a:pt x="172212" y="100870"/>
                  </a:lnTo>
                  <a:lnTo>
                    <a:pt x="170974" y="99917"/>
                  </a:lnTo>
                  <a:lnTo>
                    <a:pt x="170021" y="99822"/>
                  </a:lnTo>
                  <a:lnTo>
                    <a:pt x="168116" y="100203"/>
                  </a:lnTo>
                  <a:lnTo>
                    <a:pt x="167164" y="100108"/>
                  </a:lnTo>
                  <a:lnTo>
                    <a:pt x="166497" y="99727"/>
                  </a:lnTo>
                  <a:lnTo>
                    <a:pt x="165259" y="98679"/>
                  </a:lnTo>
                  <a:lnTo>
                    <a:pt x="164497" y="98393"/>
                  </a:lnTo>
                  <a:lnTo>
                    <a:pt x="163544" y="98488"/>
                  </a:lnTo>
                  <a:lnTo>
                    <a:pt x="161830" y="99155"/>
                  </a:lnTo>
                  <a:lnTo>
                    <a:pt x="160973" y="99346"/>
                  </a:lnTo>
                  <a:lnTo>
                    <a:pt x="160496" y="99536"/>
                  </a:lnTo>
                  <a:lnTo>
                    <a:pt x="160211" y="99917"/>
                  </a:lnTo>
                  <a:lnTo>
                    <a:pt x="159925" y="100298"/>
                  </a:lnTo>
                  <a:lnTo>
                    <a:pt x="159639" y="100489"/>
                  </a:lnTo>
                  <a:lnTo>
                    <a:pt x="159068" y="100489"/>
                  </a:lnTo>
                  <a:lnTo>
                    <a:pt x="157925" y="100108"/>
                  </a:lnTo>
                  <a:lnTo>
                    <a:pt x="157353" y="100013"/>
                  </a:lnTo>
                  <a:lnTo>
                    <a:pt x="156686" y="100298"/>
                  </a:lnTo>
                  <a:lnTo>
                    <a:pt x="152019" y="103727"/>
                  </a:lnTo>
                  <a:lnTo>
                    <a:pt x="151067" y="103918"/>
                  </a:lnTo>
                  <a:lnTo>
                    <a:pt x="150114" y="103537"/>
                  </a:lnTo>
                  <a:lnTo>
                    <a:pt x="150019" y="102584"/>
                  </a:lnTo>
                  <a:lnTo>
                    <a:pt x="150590" y="100108"/>
                  </a:lnTo>
                  <a:lnTo>
                    <a:pt x="150590" y="98965"/>
                  </a:lnTo>
                  <a:lnTo>
                    <a:pt x="150305" y="97726"/>
                  </a:lnTo>
                  <a:lnTo>
                    <a:pt x="149828" y="97060"/>
                  </a:lnTo>
                  <a:lnTo>
                    <a:pt x="149066" y="97726"/>
                  </a:lnTo>
                  <a:lnTo>
                    <a:pt x="147638" y="100870"/>
                  </a:lnTo>
                  <a:lnTo>
                    <a:pt x="147161" y="101537"/>
                  </a:lnTo>
                  <a:lnTo>
                    <a:pt x="146304" y="101822"/>
                  </a:lnTo>
                  <a:lnTo>
                    <a:pt x="145447" y="101537"/>
                  </a:lnTo>
                  <a:lnTo>
                    <a:pt x="143637" y="100489"/>
                  </a:lnTo>
                  <a:lnTo>
                    <a:pt x="142589" y="100203"/>
                  </a:lnTo>
                  <a:lnTo>
                    <a:pt x="141446" y="100203"/>
                  </a:lnTo>
                  <a:lnTo>
                    <a:pt x="140398" y="100584"/>
                  </a:lnTo>
                  <a:lnTo>
                    <a:pt x="139541" y="101346"/>
                  </a:lnTo>
                  <a:lnTo>
                    <a:pt x="138684" y="102489"/>
                  </a:lnTo>
                  <a:lnTo>
                    <a:pt x="138208" y="102870"/>
                  </a:lnTo>
                  <a:lnTo>
                    <a:pt x="136589" y="102108"/>
                  </a:lnTo>
                  <a:lnTo>
                    <a:pt x="134398" y="101917"/>
                  </a:lnTo>
                  <a:lnTo>
                    <a:pt x="130302" y="102775"/>
                  </a:lnTo>
                  <a:lnTo>
                    <a:pt x="128206" y="102108"/>
                  </a:lnTo>
                  <a:lnTo>
                    <a:pt x="126016" y="100870"/>
                  </a:lnTo>
                  <a:lnTo>
                    <a:pt x="123920" y="100203"/>
                  </a:lnTo>
                  <a:lnTo>
                    <a:pt x="122968" y="100298"/>
                  </a:lnTo>
                  <a:lnTo>
                    <a:pt x="118396" y="100584"/>
                  </a:lnTo>
                  <a:lnTo>
                    <a:pt x="117443" y="100965"/>
                  </a:lnTo>
                  <a:lnTo>
                    <a:pt x="115633" y="102489"/>
                  </a:lnTo>
                  <a:lnTo>
                    <a:pt x="114776" y="103060"/>
                  </a:lnTo>
                  <a:lnTo>
                    <a:pt x="113824" y="103442"/>
                  </a:lnTo>
                  <a:lnTo>
                    <a:pt x="112871" y="103632"/>
                  </a:lnTo>
                  <a:lnTo>
                    <a:pt x="111728" y="103632"/>
                  </a:lnTo>
                  <a:lnTo>
                    <a:pt x="109442" y="104013"/>
                  </a:lnTo>
                  <a:lnTo>
                    <a:pt x="108395" y="103632"/>
                  </a:lnTo>
                  <a:lnTo>
                    <a:pt x="107156" y="102299"/>
                  </a:lnTo>
                  <a:lnTo>
                    <a:pt x="106871" y="102108"/>
                  </a:lnTo>
                  <a:lnTo>
                    <a:pt x="106394" y="102299"/>
                  </a:lnTo>
                  <a:lnTo>
                    <a:pt x="106204" y="102775"/>
                  </a:lnTo>
                  <a:lnTo>
                    <a:pt x="106108" y="103346"/>
                  </a:lnTo>
                  <a:lnTo>
                    <a:pt x="105823" y="103822"/>
                  </a:lnTo>
                  <a:lnTo>
                    <a:pt x="103727" y="104680"/>
                  </a:lnTo>
                  <a:lnTo>
                    <a:pt x="102965" y="103060"/>
                  </a:lnTo>
                  <a:lnTo>
                    <a:pt x="103251" y="94964"/>
                  </a:lnTo>
                  <a:lnTo>
                    <a:pt x="103061" y="93631"/>
                  </a:lnTo>
                  <a:lnTo>
                    <a:pt x="102679" y="92488"/>
                  </a:lnTo>
                  <a:lnTo>
                    <a:pt x="101918" y="91535"/>
                  </a:lnTo>
                  <a:lnTo>
                    <a:pt x="100965" y="90773"/>
                  </a:lnTo>
                  <a:lnTo>
                    <a:pt x="100203" y="89821"/>
                  </a:lnTo>
                  <a:lnTo>
                    <a:pt x="99822" y="88583"/>
                  </a:lnTo>
                  <a:lnTo>
                    <a:pt x="100013" y="85916"/>
                  </a:lnTo>
                  <a:lnTo>
                    <a:pt x="100584" y="83249"/>
                  </a:lnTo>
                  <a:lnTo>
                    <a:pt x="102965" y="75914"/>
                  </a:lnTo>
                  <a:lnTo>
                    <a:pt x="104013" y="73628"/>
                  </a:lnTo>
                  <a:lnTo>
                    <a:pt x="104204" y="72962"/>
                  </a:lnTo>
                  <a:lnTo>
                    <a:pt x="104204" y="72580"/>
                  </a:lnTo>
                  <a:lnTo>
                    <a:pt x="104394" y="72390"/>
                  </a:lnTo>
                  <a:lnTo>
                    <a:pt x="105156" y="72580"/>
                  </a:lnTo>
                  <a:lnTo>
                    <a:pt x="106680" y="74295"/>
                  </a:lnTo>
                  <a:lnTo>
                    <a:pt x="109252" y="78676"/>
                  </a:lnTo>
                  <a:lnTo>
                    <a:pt x="114300" y="76867"/>
                  </a:lnTo>
                  <a:lnTo>
                    <a:pt x="114205" y="75914"/>
                  </a:lnTo>
                  <a:lnTo>
                    <a:pt x="112967" y="73724"/>
                  </a:lnTo>
                  <a:lnTo>
                    <a:pt x="112967" y="73247"/>
                  </a:lnTo>
                  <a:lnTo>
                    <a:pt x="112967" y="72771"/>
                  </a:lnTo>
                  <a:lnTo>
                    <a:pt x="112871" y="72390"/>
                  </a:lnTo>
                  <a:lnTo>
                    <a:pt x="112681" y="72009"/>
                  </a:lnTo>
                  <a:lnTo>
                    <a:pt x="112300" y="69818"/>
                  </a:lnTo>
                  <a:lnTo>
                    <a:pt x="112681" y="68104"/>
                  </a:lnTo>
                  <a:lnTo>
                    <a:pt x="113538" y="66580"/>
                  </a:lnTo>
                  <a:lnTo>
                    <a:pt x="114586" y="64960"/>
                  </a:lnTo>
                  <a:lnTo>
                    <a:pt x="114776" y="64484"/>
                  </a:lnTo>
                  <a:lnTo>
                    <a:pt x="114967" y="63341"/>
                  </a:lnTo>
                  <a:lnTo>
                    <a:pt x="115157" y="63055"/>
                  </a:lnTo>
                  <a:lnTo>
                    <a:pt x="115538" y="63151"/>
                  </a:lnTo>
                  <a:lnTo>
                    <a:pt x="116110" y="64198"/>
                  </a:lnTo>
                  <a:lnTo>
                    <a:pt x="116491" y="64484"/>
                  </a:lnTo>
                  <a:lnTo>
                    <a:pt x="117348" y="64579"/>
                  </a:lnTo>
                  <a:lnTo>
                    <a:pt x="118205" y="64484"/>
                  </a:lnTo>
                  <a:lnTo>
                    <a:pt x="138970" y="57055"/>
                  </a:lnTo>
                  <a:lnTo>
                    <a:pt x="140780" y="57245"/>
                  </a:lnTo>
                  <a:lnTo>
                    <a:pt x="148304" y="62198"/>
                  </a:lnTo>
                  <a:lnTo>
                    <a:pt x="149447" y="62579"/>
                  </a:lnTo>
                  <a:lnTo>
                    <a:pt x="152019" y="62389"/>
                  </a:lnTo>
                  <a:lnTo>
                    <a:pt x="153257" y="62484"/>
                  </a:lnTo>
                  <a:lnTo>
                    <a:pt x="154400" y="63055"/>
                  </a:lnTo>
                  <a:lnTo>
                    <a:pt x="155162" y="63913"/>
                  </a:lnTo>
                  <a:lnTo>
                    <a:pt x="155829" y="64865"/>
                  </a:lnTo>
                  <a:lnTo>
                    <a:pt x="156686" y="65818"/>
                  </a:lnTo>
                  <a:lnTo>
                    <a:pt x="157639" y="66294"/>
                  </a:lnTo>
                  <a:lnTo>
                    <a:pt x="159448" y="66484"/>
                  </a:lnTo>
                  <a:lnTo>
                    <a:pt x="161449" y="67342"/>
                  </a:lnTo>
                  <a:lnTo>
                    <a:pt x="165640" y="68008"/>
                  </a:lnTo>
                  <a:lnTo>
                    <a:pt x="166973" y="68390"/>
                  </a:lnTo>
                  <a:lnTo>
                    <a:pt x="168211" y="69247"/>
                  </a:lnTo>
                  <a:lnTo>
                    <a:pt x="168783" y="70485"/>
                  </a:lnTo>
                  <a:lnTo>
                    <a:pt x="168021" y="72009"/>
                  </a:lnTo>
                  <a:lnTo>
                    <a:pt x="167164" y="72580"/>
                  </a:lnTo>
                  <a:lnTo>
                    <a:pt x="166306" y="73057"/>
                  </a:lnTo>
                  <a:lnTo>
                    <a:pt x="165544" y="73628"/>
                  </a:lnTo>
                  <a:lnTo>
                    <a:pt x="164878" y="74581"/>
                  </a:lnTo>
                  <a:lnTo>
                    <a:pt x="164402" y="75819"/>
                  </a:lnTo>
                  <a:lnTo>
                    <a:pt x="164211" y="77057"/>
                  </a:lnTo>
                  <a:lnTo>
                    <a:pt x="164592" y="77914"/>
                  </a:lnTo>
                  <a:lnTo>
                    <a:pt x="165735" y="78296"/>
                  </a:lnTo>
                  <a:lnTo>
                    <a:pt x="166211" y="77724"/>
                  </a:lnTo>
                  <a:lnTo>
                    <a:pt x="166688" y="76200"/>
                  </a:lnTo>
                  <a:lnTo>
                    <a:pt x="167069" y="75629"/>
                  </a:lnTo>
                  <a:lnTo>
                    <a:pt x="167640" y="75343"/>
                  </a:lnTo>
                  <a:lnTo>
                    <a:pt x="169831" y="75247"/>
                  </a:lnTo>
                  <a:lnTo>
                    <a:pt x="170974" y="74867"/>
                  </a:lnTo>
                  <a:lnTo>
                    <a:pt x="172022" y="74200"/>
                  </a:lnTo>
                  <a:lnTo>
                    <a:pt x="172974" y="73247"/>
                  </a:lnTo>
                  <a:lnTo>
                    <a:pt x="173641" y="72009"/>
                  </a:lnTo>
                  <a:lnTo>
                    <a:pt x="174117" y="69628"/>
                  </a:lnTo>
                  <a:lnTo>
                    <a:pt x="174022" y="67532"/>
                  </a:lnTo>
                  <a:lnTo>
                    <a:pt x="174307" y="65818"/>
                  </a:lnTo>
                  <a:lnTo>
                    <a:pt x="175736" y="64484"/>
                  </a:lnTo>
                  <a:lnTo>
                    <a:pt x="179070" y="63341"/>
                  </a:lnTo>
                  <a:lnTo>
                    <a:pt x="179832" y="62865"/>
                  </a:lnTo>
                  <a:lnTo>
                    <a:pt x="181927" y="61150"/>
                  </a:lnTo>
                  <a:lnTo>
                    <a:pt x="182213" y="60674"/>
                  </a:lnTo>
                  <a:lnTo>
                    <a:pt x="182404" y="60484"/>
                  </a:lnTo>
                  <a:lnTo>
                    <a:pt x="182690" y="60484"/>
                  </a:lnTo>
                  <a:lnTo>
                    <a:pt x="182975" y="60579"/>
                  </a:lnTo>
                  <a:lnTo>
                    <a:pt x="183166" y="60769"/>
                  </a:lnTo>
                  <a:lnTo>
                    <a:pt x="183166" y="60865"/>
                  </a:lnTo>
                  <a:lnTo>
                    <a:pt x="184118" y="60388"/>
                  </a:lnTo>
                  <a:lnTo>
                    <a:pt x="184499" y="60103"/>
                  </a:lnTo>
                  <a:lnTo>
                    <a:pt x="185166" y="59817"/>
                  </a:lnTo>
                  <a:lnTo>
                    <a:pt x="187928" y="60484"/>
                  </a:lnTo>
                  <a:lnTo>
                    <a:pt x="189548" y="59912"/>
                  </a:lnTo>
                  <a:lnTo>
                    <a:pt x="191357" y="58579"/>
                  </a:lnTo>
                  <a:lnTo>
                    <a:pt x="192215" y="56864"/>
                  </a:lnTo>
                  <a:lnTo>
                    <a:pt x="191167" y="55150"/>
                  </a:lnTo>
                  <a:lnTo>
                    <a:pt x="190119" y="55054"/>
                  </a:lnTo>
                  <a:lnTo>
                    <a:pt x="185452" y="55435"/>
                  </a:lnTo>
                  <a:lnTo>
                    <a:pt x="177927" y="57721"/>
                  </a:lnTo>
                  <a:lnTo>
                    <a:pt x="175641" y="57912"/>
                  </a:lnTo>
                  <a:lnTo>
                    <a:pt x="173450" y="57817"/>
                  </a:lnTo>
                  <a:lnTo>
                    <a:pt x="171355" y="56293"/>
                  </a:lnTo>
                  <a:lnTo>
                    <a:pt x="170402" y="53340"/>
                  </a:lnTo>
                  <a:lnTo>
                    <a:pt x="169736" y="50197"/>
                  </a:lnTo>
                  <a:lnTo>
                    <a:pt x="168307" y="47911"/>
                  </a:lnTo>
                  <a:lnTo>
                    <a:pt x="167164" y="47434"/>
                  </a:lnTo>
                  <a:lnTo>
                    <a:pt x="166211" y="47530"/>
                  </a:lnTo>
                  <a:lnTo>
                    <a:pt x="165259" y="47815"/>
                  </a:lnTo>
                  <a:lnTo>
                    <a:pt x="164116" y="47911"/>
                  </a:lnTo>
                  <a:lnTo>
                    <a:pt x="162973" y="47625"/>
                  </a:lnTo>
                  <a:lnTo>
                    <a:pt x="160306" y="46482"/>
                  </a:lnTo>
                  <a:lnTo>
                    <a:pt x="160973" y="44101"/>
                  </a:lnTo>
                  <a:lnTo>
                    <a:pt x="160782" y="43815"/>
                  </a:lnTo>
                  <a:lnTo>
                    <a:pt x="160115" y="43148"/>
                  </a:lnTo>
                  <a:lnTo>
                    <a:pt x="160020" y="43053"/>
                  </a:lnTo>
                  <a:lnTo>
                    <a:pt x="160020" y="43053"/>
                  </a:lnTo>
                  <a:lnTo>
                    <a:pt x="159353" y="42005"/>
                  </a:lnTo>
                  <a:lnTo>
                    <a:pt x="159258" y="41815"/>
                  </a:lnTo>
                  <a:lnTo>
                    <a:pt x="159163" y="41529"/>
                  </a:lnTo>
                  <a:lnTo>
                    <a:pt x="159068" y="40100"/>
                  </a:lnTo>
                  <a:lnTo>
                    <a:pt x="159925" y="38767"/>
                  </a:lnTo>
                  <a:lnTo>
                    <a:pt x="161449" y="37719"/>
                  </a:lnTo>
                  <a:lnTo>
                    <a:pt x="165068" y="36862"/>
                  </a:lnTo>
                  <a:lnTo>
                    <a:pt x="165544" y="36671"/>
                  </a:lnTo>
                  <a:lnTo>
                    <a:pt x="166116" y="36004"/>
                  </a:lnTo>
                  <a:lnTo>
                    <a:pt x="167354" y="33814"/>
                  </a:lnTo>
                  <a:lnTo>
                    <a:pt x="168021" y="33052"/>
                  </a:lnTo>
                  <a:lnTo>
                    <a:pt x="168783" y="32766"/>
                  </a:lnTo>
                  <a:lnTo>
                    <a:pt x="169545" y="32575"/>
                  </a:lnTo>
                  <a:lnTo>
                    <a:pt x="170307" y="32194"/>
                  </a:lnTo>
                  <a:lnTo>
                    <a:pt x="170974" y="31623"/>
                  </a:lnTo>
                  <a:lnTo>
                    <a:pt x="172784" y="29337"/>
                  </a:lnTo>
                  <a:lnTo>
                    <a:pt x="176022" y="26670"/>
                  </a:lnTo>
                  <a:lnTo>
                    <a:pt x="176784" y="25908"/>
                  </a:lnTo>
                  <a:lnTo>
                    <a:pt x="177546" y="25336"/>
                  </a:lnTo>
                  <a:lnTo>
                    <a:pt x="178022" y="25146"/>
                  </a:lnTo>
                  <a:lnTo>
                    <a:pt x="178880" y="24955"/>
                  </a:lnTo>
                  <a:lnTo>
                    <a:pt x="179070" y="24670"/>
                  </a:lnTo>
                  <a:lnTo>
                    <a:pt x="179165" y="24384"/>
                  </a:lnTo>
                  <a:lnTo>
                    <a:pt x="179356" y="24098"/>
                  </a:lnTo>
                  <a:lnTo>
                    <a:pt x="180213" y="23622"/>
                  </a:lnTo>
                  <a:lnTo>
                    <a:pt x="180213" y="23622"/>
                  </a:lnTo>
                  <a:lnTo>
                    <a:pt x="180308" y="23050"/>
                  </a:lnTo>
                  <a:lnTo>
                    <a:pt x="180785" y="20765"/>
                  </a:lnTo>
                  <a:lnTo>
                    <a:pt x="178784" y="19621"/>
                  </a:lnTo>
                  <a:lnTo>
                    <a:pt x="173927" y="18479"/>
                  </a:lnTo>
                  <a:lnTo>
                    <a:pt x="173069" y="17431"/>
                  </a:lnTo>
                  <a:lnTo>
                    <a:pt x="172974" y="16192"/>
                  </a:lnTo>
                  <a:lnTo>
                    <a:pt x="173450" y="15335"/>
                  </a:lnTo>
                  <a:lnTo>
                    <a:pt x="174498" y="15240"/>
                  </a:lnTo>
                  <a:lnTo>
                    <a:pt x="176308" y="16859"/>
                  </a:lnTo>
                  <a:lnTo>
                    <a:pt x="177356" y="17240"/>
                  </a:lnTo>
                  <a:lnTo>
                    <a:pt x="177451" y="16002"/>
                  </a:lnTo>
                  <a:lnTo>
                    <a:pt x="176975" y="15430"/>
                  </a:lnTo>
                  <a:lnTo>
                    <a:pt x="167354" y="4572"/>
                  </a:lnTo>
                  <a:lnTo>
                    <a:pt x="165735" y="3143"/>
                  </a:lnTo>
                  <a:lnTo>
                    <a:pt x="165544" y="2953"/>
                  </a:lnTo>
                  <a:lnTo>
                    <a:pt x="165449" y="2762"/>
                  </a:lnTo>
                  <a:lnTo>
                    <a:pt x="164402" y="1619"/>
                  </a:lnTo>
                  <a:lnTo>
                    <a:pt x="163735" y="952"/>
                  </a:lnTo>
                  <a:lnTo>
                    <a:pt x="161353" y="0"/>
                  </a:lnTo>
                  <a:lnTo>
                    <a:pt x="159353" y="476"/>
                  </a:lnTo>
                  <a:lnTo>
                    <a:pt x="157925" y="7810"/>
                  </a:lnTo>
                  <a:lnTo>
                    <a:pt x="154972" y="11240"/>
                  </a:lnTo>
                  <a:lnTo>
                    <a:pt x="151162" y="13525"/>
                  </a:lnTo>
                  <a:lnTo>
                    <a:pt x="145732" y="15716"/>
                  </a:lnTo>
                  <a:lnTo>
                    <a:pt x="140780" y="19526"/>
                  </a:lnTo>
                  <a:lnTo>
                    <a:pt x="131064" y="22574"/>
                  </a:lnTo>
                  <a:lnTo>
                    <a:pt x="129921" y="23146"/>
                  </a:lnTo>
                  <a:lnTo>
                    <a:pt x="128873" y="24003"/>
                  </a:lnTo>
                  <a:lnTo>
                    <a:pt x="126682" y="26765"/>
                  </a:lnTo>
                  <a:lnTo>
                    <a:pt x="125444" y="27908"/>
                  </a:lnTo>
                  <a:lnTo>
                    <a:pt x="124015" y="28384"/>
                  </a:lnTo>
                  <a:lnTo>
                    <a:pt x="122396" y="27813"/>
                  </a:lnTo>
                  <a:lnTo>
                    <a:pt x="121730" y="27242"/>
                  </a:lnTo>
                  <a:lnTo>
                    <a:pt x="121158" y="26479"/>
                  </a:lnTo>
                  <a:lnTo>
                    <a:pt x="120206" y="24860"/>
                  </a:lnTo>
                  <a:lnTo>
                    <a:pt x="119634" y="24194"/>
                  </a:lnTo>
                  <a:lnTo>
                    <a:pt x="118301" y="23336"/>
                  </a:lnTo>
                  <a:lnTo>
                    <a:pt x="117729" y="22765"/>
                  </a:lnTo>
                  <a:lnTo>
                    <a:pt x="115633" y="19526"/>
                  </a:lnTo>
                  <a:lnTo>
                    <a:pt x="114395" y="18383"/>
                  </a:lnTo>
                  <a:lnTo>
                    <a:pt x="112681" y="18193"/>
                  </a:lnTo>
                  <a:lnTo>
                    <a:pt x="111824" y="17717"/>
                  </a:lnTo>
                  <a:lnTo>
                    <a:pt x="111157" y="17050"/>
                  </a:lnTo>
                  <a:lnTo>
                    <a:pt x="110490" y="16478"/>
                  </a:lnTo>
                  <a:lnTo>
                    <a:pt x="109538" y="16383"/>
                  </a:lnTo>
                  <a:lnTo>
                    <a:pt x="107823" y="16954"/>
                  </a:lnTo>
                  <a:lnTo>
                    <a:pt x="106966" y="17431"/>
                  </a:lnTo>
                  <a:lnTo>
                    <a:pt x="106204" y="18098"/>
                  </a:lnTo>
                  <a:lnTo>
                    <a:pt x="104870" y="19812"/>
                  </a:lnTo>
                  <a:lnTo>
                    <a:pt x="104013" y="21622"/>
                  </a:lnTo>
                  <a:lnTo>
                    <a:pt x="103632" y="23717"/>
                  </a:lnTo>
                  <a:lnTo>
                    <a:pt x="103632" y="26289"/>
                  </a:lnTo>
                  <a:lnTo>
                    <a:pt x="104013" y="30004"/>
                  </a:lnTo>
                  <a:lnTo>
                    <a:pt x="103823" y="30956"/>
                  </a:lnTo>
                  <a:lnTo>
                    <a:pt x="103061" y="31432"/>
                  </a:lnTo>
                  <a:lnTo>
                    <a:pt x="99822" y="31718"/>
                  </a:lnTo>
                  <a:lnTo>
                    <a:pt x="97917" y="33052"/>
                  </a:lnTo>
                  <a:lnTo>
                    <a:pt x="97917" y="34480"/>
                  </a:lnTo>
                  <a:lnTo>
                    <a:pt x="100013" y="38100"/>
                  </a:lnTo>
                  <a:lnTo>
                    <a:pt x="100013" y="38100"/>
                  </a:lnTo>
                  <a:lnTo>
                    <a:pt x="101156" y="42005"/>
                  </a:lnTo>
                  <a:lnTo>
                    <a:pt x="101632" y="43244"/>
                  </a:lnTo>
                  <a:lnTo>
                    <a:pt x="102965" y="45720"/>
                  </a:lnTo>
                  <a:lnTo>
                    <a:pt x="103537" y="47054"/>
                  </a:lnTo>
                  <a:lnTo>
                    <a:pt x="103918" y="48577"/>
                  </a:lnTo>
                  <a:lnTo>
                    <a:pt x="103537" y="51911"/>
                  </a:lnTo>
                  <a:lnTo>
                    <a:pt x="101822" y="52197"/>
                  </a:lnTo>
                  <a:lnTo>
                    <a:pt x="100108" y="50768"/>
                  </a:lnTo>
                  <a:lnTo>
                    <a:pt x="98679" y="50959"/>
                  </a:lnTo>
                  <a:lnTo>
                    <a:pt x="98870" y="52959"/>
                  </a:lnTo>
                  <a:lnTo>
                    <a:pt x="102679" y="56388"/>
                  </a:lnTo>
                  <a:lnTo>
                    <a:pt x="102679" y="58007"/>
                  </a:lnTo>
                  <a:lnTo>
                    <a:pt x="100679" y="58960"/>
                  </a:lnTo>
                  <a:lnTo>
                    <a:pt x="98108" y="58865"/>
                  </a:lnTo>
                  <a:lnTo>
                    <a:pt x="93345" y="57436"/>
                  </a:lnTo>
                  <a:lnTo>
                    <a:pt x="91535" y="56483"/>
                  </a:lnTo>
                  <a:lnTo>
                    <a:pt x="89821" y="55626"/>
                  </a:lnTo>
                  <a:lnTo>
                    <a:pt x="88583" y="55435"/>
                  </a:lnTo>
                  <a:lnTo>
                    <a:pt x="80010" y="56769"/>
                  </a:lnTo>
                  <a:lnTo>
                    <a:pt x="78962" y="57245"/>
                  </a:lnTo>
                  <a:lnTo>
                    <a:pt x="77152" y="58293"/>
                  </a:lnTo>
                  <a:lnTo>
                    <a:pt x="75914" y="58483"/>
                  </a:lnTo>
                  <a:lnTo>
                    <a:pt x="72866" y="57912"/>
                  </a:lnTo>
                  <a:lnTo>
                    <a:pt x="71723" y="58007"/>
                  </a:lnTo>
                  <a:lnTo>
                    <a:pt x="68771" y="58769"/>
                  </a:lnTo>
                  <a:lnTo>
                    <a:pt x="66580" y="59341"/>
                  </a:lnTo>
                  <a:lnTo>
                    <a:pt x="65437" y="60103"/>
                  </a:lnTo>
                  <a:lnTo>
                    <a:pt x="66770" y="61627"/>
                  </a:lnTo>
                  <a:lnTo>
                    <a:pt x="69152" y="63151"/>
                  </a:lnTo>
                  <a:lnTo>
                    <a:pt x="71056" y="63913"/>
                  </a:lnTo>
                  <a:lnTo>
                    <a:pt x="71533" y="63817"/>
                  </a:lnTo>
                  <a:lnTo>
                    <a:pt x="83820" y="61436"/>
                  </a:lnTo>
                  <a:lnTo>
                    <a:pt x="86297" y="63246"/>
                  </a:lnTo>
                  <a:lnTo>
                    <a:pt x="86677" y="64198"/>
                  </a:lnTo>
                  <a:lnTo>
                    <a:pt x="86868" y="65246"/>
                  </a:lnTo>
                  <a:lnTo>
                    <a:pt x="86773" y="66199"/>
                  </a:lnTo>
                  <a:lnTo>
                    <a:pt x="86392" y="67056"/>
                  </a:lnTo>
                  <a:lnTo>
                    <a:pt x="85154" y="67246"/>
                  </a:lnTo>
                  <a:lnTo>
                    <a:pt x="81344" y="66675"/>
                  </a:lnTo>
                  <a:lnTo>
                    <a:pt x="80296" y="67056"/>
                  </a:lnTo>
                  <a:lnTo>
                    <a:pt x="78391" y="68675"/>
                  </a:lnTo>
                  <a:lnTo>
                    <a:pt x="77724" y="68866"/>
                  </a:lnTo>
                  <a:lnTo>
                    <a:pt x="76486" y="66675"/>
                  </a:lnTo>
                  <a:lnTo>
                    <a:pt x="75629" y="66008"/>
                  </a:lnTo>
                  <a:lnTo>
                    <a:pt x="74962" y="67246"/>
                  </a:lnTo>
                  <a:lnTo>
                    <a:pt x="75057" y="67818"/>
                  </a:lnTo>
                  <a:lnTo>
                    <a:pt x="76010" y="68580"/>
                  </a:lnTo>
                  <a:lnTo>
                    <a:pt x="76200" y="69056"/>
                  </a:lnTo>
                  <a:lnTo>
                    <a:pt x="76105" y="70485"/>
                  </a:lnTo>
                  <a:lnTo>
                    <a:pt x="76200" y="71152"/>
                  </a:lnTo>
                  <a:lnTo>
                    <a:pt x="76486" y="71818"/>
                  </a:lnTo>
                  <a:lnTo>
                    <a:pt x="81153" y="78200"/>
                  </a:lnTo>
                  <a:lnTo>
                    <a:pt x="81344" y="79724"/>
                  </a:lnTo>
                  <a:lnTo>
                    <a:pt x="79058" y="80677"/>
                  </a:lnTo>
                  <a:lnTo>
                    <a:pt x="77819" y="78772"/>
                  </a:lnTo>
                  <a:lnTo>
                    <a:pt x="77057" y="75819"/>
                  </a:lnTo>
                  <a:lnTo>
                    <a:pt x="76010" y="73438"/>
                  </a:lnTo>
                  <a:lnTo>
                    <a:pt x="74867" y="72676"/>
                  </a:lnTo>
                  <a:lnTo>
                    <a:pt x="74486" y="73247"/>
                  </a:lnTo>
                  <a:lnTo>
                    <a:pt x="74676" y="74485"/>
                  </a:lnTo>
                  <a:lnTo>
                    <a:pt x="75152" y="76009"/>
                  </a:lnTo>
                  <a:lnTo>
                    <a:pt x="76295" y="78486"/>
                  </a:lnTo>
                  <a:lnTo>
                    <a:pt x="76295" y="79438"/>
                  </a:lnTo>
                  <a:lnTo>
                    <a:pt x="75629" y="80772"/>
                  </a:lnTo>
                  <a:lnTo>
                    <a:pt x="75438" y="80867"/>
                  </a:lnTo>
                  <a:lnTo>
                    <a:pt x="74867" y="80963"/>
                  </a:lnTo>
                  <a:lnTo>
                    <a:pt x="74676" y="81058"/>
                  </a:lnTo>
                  <a:lnTo>
                    <a:pt x="74295" y="82105"/>
                  </a:lnTo>
                  <a:lnTo>
                    <a:pt x="74295" y="82201"/>
                  </a:lnTo>
                  <a:lnTo>
                    <a:pt x="74295" y="82582"/>
                  </a:lnTo>
                  <a:lnTo>
                    <a:pt x="74200" y="83249"/>
                  </a:lnTo>
                  <a:lnTo>
                    <a:pt x="73819" y="83725"/>
                  </a:lnTo>
                  <a:lnTo>
                    <a:pt x="73152" y="83344"/>
                  </a:lnTo>
                  <a:lnTo>
                    <a:pt x="71723" y="81058"/>
                  </a:lnTo>
                  <a:lnTo>
                    <a:pt x="70866" y="80391"/>
                  </a:lnTo>
                  <a:lnTo>
                    <a:pt x="69056" y="82010"/>
                  </a:lnTo>
                  <a:lnTo>
                    <a:pt x="68390" y="81725"/>
                  </a:lnTo>
                  <a:lnTo>
                    <a:pt x="67818" y="81725"/>
                  </a:lnTo>
                  <a:lnTo>
                    <a:pt x="67247" y="83153"/>
                  </a:lnTo>
                  <a:lnTo>
                    <a:pt x="66675" y="94202"/>
                  </a:lnTo>
                  <a:lnTo>
                    <a:pt x="66389" y="95821"/>
                  </a:lnTo>
                  <a:lnTo>
                    <a:pt x="65723" y="97155"/>
                  </a:lnTo>
                  <a:lnTo>
                    <a:pt x="64484" y="98488"/>
                  </a:lnTo>
                  <a:lnTo>
                    <a:pt x="62198" y="99917"/>
                  </a:lnTo>
                  <a:lnTo>
                    <a:pt x="61436" y="100965"/>
                  </a:lnTo>
                  <a:lnTo>
                    <a:pt x="61627" y="101346"/>
                  </a:lnTo>
                  <a:lnTo>
                    <a:pt x="62008" y="102203"/>
                  </a:lnTo>
                  <a:lnTo>
                    <a:pt x="62008" y="102203"/>
                  </a:lnTo>
                  <a:lnTo>
                    <a:pt x="60960" y="102679"/>
                  </a:lnTo>
                  <a:lnTo>
                    <a:pt x="57722" y="103537"/>
                  </a:lnTo>
                  <a:lnTo>
                    <a:pt x="55150" y="103822"/>
                  </a:lnTo>
                  <a:lnTo>
                    <a:pt x="52578" y="103632"/>
                  </a:lnTo>
                  <a:lnTo>
                    <a:pt x="48292" y="102108"/>
                  </a:lnTo>
                  <a:lnTo>
                    <a:pt x="40386" y="101822"/>
                  </a:lnTo>
                  <a:lnTo>
                    <a:pt x="22384" y="97155"/>
                  </a:lnTo>
                  <a:lnTo>
                    <a:pt x="19907" y="97060"/>
                  </a:lnTo>
                  <a:lnTo>
                    <a:pt x="17907" y="97726"/>
                  </a:lnTo>
                  <a:lnTo>
                    <a:pt x="12954" y="101251"/>
                  </a:lnTo>
                  <a:lnTo>
                    <a:pt x="8763" y="101917"/>
                  </a:lnTo>
                  <a:lnTo>
                    <a:pt x="7715" y="102965"/>
                  </a:lnTo>
                  <a:lnTo>
                    <a:pt x="8096" y="106013"/>
                  </a:lnTo>
                  <a:lnTo>
                    <a:pt x="8096" y="106013"/>
                  </a:lnTo>
                  <a:lnTo>
                    <a:pt x="7906" y="106299"/>
                  </a:lnTo>
                  <a:lnTo>
                    <a:pt x="7715" y="106489"/>
                  </a:lnTo>
                  <a:lnTo>
                    <a:pt x="7429" y="106585"/>
                  </a:lnTo>
                  <a:lnTo>
                    <a:pt x="7144" y="106680"/>
                  </a:lnTo>
                  <a:lnTo>
                    <a:pt x="5810" y="106489"/>
                  </a:lnTo>
                  <a:lnTo>
                    <a:pt x="5048" y="106585"/>
                  </a:lnTo>
                  <a:lnTo>
                    <a:pt x="4572" y="107156"/>
                  </a:lnTo>
                  <a:lnTo>
                    <a:pt x="3905" y="109728"/>
                  </a:lnTo>
                  <a:lnTo>
                    <a:pt x="3524" y="112490"/>
                  </a:lnTo>
                  <a:lnTo>
                    <a:pt x="3429" y="114967"/>
                  </a:lnTo>
                  <a:lnTo>
                    <a:pt x="2762" y="117253"/>
                  </a:lnTo>
                  <a:lnTo>
                    <a:pt x="2381" y="119539"/>
                  </a:lnTo>
                  <a:lnTo>
                    <a:pt x="2000" y="119634"/>
                  </a:lnTo>
                  <a:lnTo>
                    <a:pt x="1524" y="119443"/>
                  </a:lnTo>
                  <a:lnTo>
                    <a:pt x="952" y="119634"/>
                  </a:lnTo>
                  <a:lnTo>
                    <a:pt x="476" y="120110"/>
                  </a:lnTo>
                  <a:lnTo>
                    <a:pt x="191" y="120396"/>
                  </a:lnTo>
                  <a:lnTo>
                    <a:pt x="95" y="120872"/>
                  </a:lnTo>
                  <a:lnTo>
                    <a:pt x="0" y="121825"/>
                  </a:lnTo>
                  <a:lnTo>
                    <a:pt x="381" y="124492"/>
                  </a:lnTo>
                  <a:lnTo>
                    <a:pt x="381" y="124492"/>
                  </a:lnTo>
                  <a:lnTo>
                    <a:pt x="1905" y="125825"/>
                  </a:lnTo>
                  <a:lnTo>
                    <a:pt x="8287" y="128111"/>
                  </a:lnTo>
                  <a:lnTo>
                    <a:pt x="12573" y="128302"/>
                  </a:lnTo>
                  <a:lnTo>
                    <a:pt x="14669" y="129159"/>
                  </a:lnTo>
                  <a:lnTo>
                    <a:pt x="14859" y="129445"/>
                  </a:lnTo>
                  <a:lnTo>
                    <a:pt x="15240" y="130207"/>
                  </a:lnTo>
                  <a:lnTo>
                    <a:pt x="15526" y="130492"/>
                  </a:lnTo>
                  <a:lnTo>
                    <a:pt x="15907" y="130588"/>
                  </a:lnTo>
                  <a:lnTo>
                    <a:pt x="16764" y="130397"/>
                  </a:lnTo>
                  <a:lnTo>
                    <a:pt x="17145" y="130492"/>
                  </a:lnTo>
                  <a:lnTo>
                    <a:pt x="17621" y="131350"/>
                  </a:lnTo>
                  <a:lnTo>
                    <a:pt x="17621" y="131350"/>
                  </a:lnTo>
                  <a:lnTo>
                    <a:pt x="17717" y="132302"/>
                  </a:lnTo>
                  <a:lnTo>
                    <a:pt x="17145" y="137541"/>
                  </a:lnTo>
                  <a:lnTo>
                    <a:pt x="17431" y="139160"/>
                  </a:lnTo>
                  <a:lnTo>
                    <a:pt x="17431" y="139160"/>
                  </a:lnTo>
                  <a:lnTo>
                    <a:pt x="17526" y="139255"/>
                  </a:lnTo>
                  <a:lnTo>
                    <a:pt x="18479" y="140113"/>
                  </a:lnTo>
                  <a:lnTo>
                    <a:pt x="25241" y="141160"/>
                  </a:lnTo>
                  <a:lnTo>
                    <a:pt x="26670" y="141160"/>
                  </a:lnTo>
                  <a:lnTo>
                    <a:pt x="30671" y="139827"/>
                  </a:lnTo>
                  <a:lnTo>
                    <a:pt x="30671" y="139827"/>
                  </a:lnTo>
                  <a:lnTo>
                    <a:pt x="30671" y="139827"/>
                  </a:lnTo>
                  <a:lnTo>
                    <a:pt x="30671" y="139827"/>
                  </a:lnTo>
                  <a:lnTo>
                    <a:pt x="30671" y="139827"/>
                  </a:lnTo>
                  <a:lnTo>
                    <a:pt x="31337" y="139446"/>
                  </a:lnTo>
                  <a:lnTo>
                    <a:pt x="32099" y="139255"/>
                  </a:lnTo>
                  <a:lnTo>
                    <a:pt x="32861" y="139255"/>
                  </a:lnTo>
                  <a:lnTo>
                    <a:pt x="33719" y="139541"/>
                  </a:lnTo>
                  <a:lnTo>
                    <a:pt x="34100" y="139827"/>
                  </a:lnTo>
                  <a:lnTo>
                    <a:pt x="34957" y="140589"/>
                  </a:lnTo>
                  <a:lnTo>
                    <a:pt x="35814" y="140779"/>
                  </a:lnTo>
                  <a:lnTo>
                    <a:pt x="36671" y="140494"/>
                  </a:lnTo>
                  <a:lnTo>
                    <a:pt x="37529" y="139827"/>
                  </a:lnTo>
                  <a:lnTo>
                    <a:pt x="37910" y="139732"/>
                  </a:lnTo>
                  <a:lnTo>
                    <a:pt x="38291" y="139732"/>
                  </a:lnTo>
                  <a:lnTo>
                    <a:pt x="38767" y="139732"/>
                  </a:lnTo>
                  <a:lnTo>
                    <a:pt x="39148" y="139827"/>
                  </a:lnTo>
                  <a:lnTo>
                    <a:pt x="39148" y="139827"/>
                  </a:lnTo>
                  <a:lnTo>
                    <a:pt x="39148" y="139827"/>
                  </a:lnTo>
                  <a:lnTo>
                    <a:pt x="39148" y="139827"/>
                  </a:lnTo>
                  <a:lnTo>
                    <a:pt x="39910" y="140779"/>
                  </a:lnTo>
                  <a:lnTo>
                    <a:pt x="41720" y="144685"/>
                  </a:lnTo>
                  <a:lnTo>
                    <a:pt x="42672" y="146113"/>
                  </a:lnTo>
                  <a:lnTo>
                    <a:pt x="43244" y="146875"/>
                  </a:lnTo>
                  <a:lnTo>
                    <a:pt x="43815" y="148209"/>
                  </a:lnTo>
                  <a:lnTo>
                    <a:pt x="43720" y="149733"/>
                  </a:lnTo>
                  <a:lnTo>
                    <a:pt x="43244" y="150876"/>
                  </a:lnTo>
                  <a:lnTo>
                    <a:pt x="42577" y="151829"/>
                  </a:lnTo>
                  <a:lnTo>
                    <a:pt x="41815" y="152591"/>
                  </a:lnTo>
                  <a:lnTo>
                    <a:pt x="40958" y="153162"/>
                  </a:lnTo>
                  <a:lnTo>
                    <a:pt x="39719" y="153448"/>
                  </a:lnTo>
                  <a:lnTo>
                    <a:pt x="38767" y="153448"/>
                  </a:lnTo>
                  <a:lnTo>
                    <a:pt x="38195" y="153829"/>
                  </a:lnTo>
                  <a:lnTo>
                    <a:pt x="38005" y="155258"/>
                  </a:lnTo>
                  <a:lnTo>
                    <a:pt x="38195" y="155924"/>
                  </a:lnTo>
                  <a:lnTo>
                    <a:pt x="38481" y="156496"/>
                  </a:lnTo>
                  <a:lnTo>
                    <a:pt x="38672" y="157163"/>
                  </a:lnTo>
                  <a:lnTo>
                    <a:pt x="38672" y="157925"/>
                  </a:lnTo>
                  <a:lnTo>
                    <a:pt x="38386" y="158305"/>
                  </a:lnTo>
                  <a:lnTo>
                    <a:pt x="37052" y="159258"/>
                  </a:lnTo>
                  <a:lnTo>
                    <a:pt x="36671" y="160306"/>
                  </a:lnTo>
                  <a:lnTo>
                    <a:pt x="36767" y="161544"/>
                  </a:lnTo>
                  <a:lnTo>
                    <a:pt x="37433" y="164021"/>
                  </a:lnTo>
                  <a:lnTo>
                    <a:pt x="37529" y="165354"/>
                  </a:lnTo>
                  <a:lnTo>
                    <a:pt x="37338" y="169259"/>
                  </a:lnTo>
                  <a:lnTo>
                    <a:pt x="37433" y="170688"/>
                  </a:lnTo>
                  <a:lnTo>
                    <a:pt x="37814" y="171545"/>
                  </a:lnTo>
                  <a:lnTo>
                    <a:pt x="39052" y="173450"/>
                  </a:lnTo>
                  <a:lnTo>
                    <a:pt x="39338" y="174498"/>
                  </a:lnTo>
                  <a:lnTo>
                    <a:pt x="39433" y="176593"/>
                  </a:lnTo>
                  <a:lnTo>
                    <a:pt x="39624" y="177546"/>
                  </a:lnTo>
                  <a:lnTo>
                    <a:pt x="40100" y="178499"/>
                  </a:lnTo>
                  <a:lnTo>
                    <a:pt x="42196" y="180499"/>
                  </a:lnTo>
                  <a:lnTo>
                    <a:pt x="44101" y="184023"/>
                  </a:lnTo>
                  <a:lnTo>
                    <a:pt x="44958" y="184975"/>
                  </a:lnTo>
                  <a:lnTo>
                    <a:pt x="47720" y="186500"/>
                  </a:lnTo>
                  <a:lnTo>
                    <a:pt x="51911" y="190214"/>
                  </a:lnTo>
                  <a:lnTo>
                    <a:pt x="53150" y="192214"/>
                  </a:lnTo>
                  <a:lnTo>
                    <a:pt x="53340" y="194786"/>
                  </a:lnTo>
                  <a:lnTo>
                    <a:pt x="52483" y="198692"/>
                  </a:lnTo>
                  <a:lnTo>
                    <a:pt x="51149" y="202406"/>
                  </a:lnTo>
                  <a:lnTo>
                    <a:pt x="49054" y="205550"/>
                  </a:lnTo>
                  <a:lnTo>
                    <a:pt x="48387" y="206788"/>
                  </a:lnTo>
                  <a:lnTo>
                    <a:pt x="48387" y="206788"/>
                  </a:lnTo>
                  <a:lnTo>
                    <a:pt x="48387" y="206788"/>
                  </a:lnTo>
                  <a:lnTo>
                    <a:pt x="48387" y="206788"/>
                  </a:lnTo>
                  <a:lnTo>
                    <a:pt x="48387" y="206788"/>
                  </a:lnTo>
                  <a:lnTo>
                    <a:pt x="48006" y="207931"/>
                  </a:lnTo>
                  <a:lnTo>
                    <a:pt x="47816" y="208979"/>
                  </a:lnTo>
                  <a:lnTo>
                    <a:pt x="47435" y="209836"/>
                  </a:lnTo>
                  <a:lnTo>
                    <a:pt x="46863" y="210217"/>
                  </a:lnTo>
                  <a:lnTo>
                    <a:pt x="46577" y="210407"/>
                  </a:lnTo>
                  <a:lnTo>
                    <a:pt x="45815" y="210693"/>
                  </a:lnTo>
                  <a:lnTo>
                    <a:pt x="43339" y="211074"/>
                  </a:lnTo>
                  <a:lnTo>
                    <a:pt x="41720" y="211646"/>
                  </a:lnTo>
                  <a:lnTo>
                    <a:pt x="40767" y="212598"/>
                  </a:lnTo>
                  <a:lnTo>
                    <a:pt x="38481" y="219361"/>
                  </a:lnTo>
                  <a:lnTo>
                    <a:pt x="36957" y="222409"/>
                  </a:lnTo>
                  <a:lnTo>
                    <a:pt x="33147" y="227743"/>
                  </a:lnTo>
                  <a:lnTo>
                    <a:pt x="30290" y="230505"/>
                  </a:lnTo>
                  <a:lnTo>
                    <a:pt x="27623" y="233934"/>
                  </a:lnTo>
                  <a:lnTo>
                    <a:pt x="25337" y="237839"/>
                  </a:lnTo>
                  <a:lnTo>
                    <a:pt x="23908" y="241935"/>
                  </a:lnTo>
                  <a:lnTo>
                    <a:pt x="23717" y="244697"/>
                  </a:lnTo>
                  <a:lnTo>
                    <a:pt x="24765" y="249936"/>
                  </a:lnTo>
                  <a:lnTo>
                    <a:pt x="24956" y="252698"/>
                  </a:lnTo>
                  <a:lnTo>
                    <a:pt x="24670" y="255079"/>
                  </a:lnTo>
                  <a:lnTo>
                    <a:pt x="24098" y="257270"/>
                  </a:lnTo>
                  <a:lnTo>
                    <a:pt x="23146" y="259271"/>
                  </a:lnTo>
                  <a:lnTo>
                    <a:pt x="22955" y="260223"/>
                  </a:lnTo>
                  <a:lnTo>
                    <a:pt x="22479" y="264414"/>
                  </a:lnTo>
                  <a:lnTo>
                    <a:pt x="22574" y="265367"/>
                  </a:lnTo>
                  <a:lnTo>
                    <a:pt x="23241" y="266224"/>
                  </a:lnTo>
                  <a:lnTo>
                    <a:pt x="24479" y="267081"/>
                  </a:lnTo>
                  <a:lnTo>
                    <a:pt x="25813" y="267748"/>
                  </a:lnTo>
                  <a:lnTo>
                    <a:pt x="28194" y="268319"/>
                  </a:lnTo>
                  <a:lnTo>
                    <a:pt x="28956" y="269176"/>
                  </a:lnTo>
                  <a:lnTo>
                    <a:pt x="29527" y="270320"/>
                  </a:lnTo>
                  <a:lnTo>
                    <a:pt x="30385" y="271653"/>
                  </a:lnTo>
                  <a:lnTo>
                    <a:pt x="30956" y="272129"/>
                  </a:lnTo>
                  <a:lnTo>
                    <a:pt x="32195" y="272796"/>
                  </a:lnTo>
                  <a:lnTo>
                    <a:pt x="32671" y="273177"/>
                  </a:lnTo>
                  <a:lnTo>
                    <a:pt x="34481" y="275463"/>
                  </a:lnTo>
                  <a:lnTo>
                    <a:pt x="34766" y="276034"/>
                  </a:lnTo>
                  <a:lnTo>
                    <a:pt x="34957" y="276606"/>
                  </a:lnTo>
                  <a:lnTo>
                    <a:pt x="35243" y="277082"/>
                  </a:lnTo>
                  <a:lnTo>
                    <a:pt x="35719" y="277463"/>
                  </a:lnTo>
                  <a:lnTo>
                    <a:pt x="36004" y="277463"/>
                  </a:lnTo>
                  <a:lnTo>
                    <a:pt x="36385" y="277463"/>
                  </a:lnTo>
                  <a:lnTo>
                    <a:pt x="37052" y="277178"/>
                  </a:lnTo>
                  <a:lnTo>
                    <a:pt x="37624" y="276796"/>
                  </a:lnTo>
                  <a:lnTo>
                    <a:pt x="41148" y="273844"/>
                  </a:lnTo>
                  <a:lnTo>
                    <a:pt x="41815" y="273463"/>
                  </a:lnTo>
                  <a:lnTo>
                    <a:pt x="42767" y="273082"/>
                  </a:lnTo>
                  <a:lnTo>
                    <a:pt x="43625" y="272225"/>
                  </a:lnTo>
                  <a:lnTo>
                    <a:pt x="44577" y="271463"/>
                  </a:lnTo>
                  <a:lnTo>
                    <a:pt x="45910" y="271272"/>
                  </a:lnTo>
                  <a:lnTo>
                    <a:pt x="48101" y="272034"/>
                  </a:lnTo>
                  <a:lnTo>
                    <a:pt x="49340" y="272034"/>
                  </a:lnTo>
                  <a:lnTo>
                    <a:pt x="49911" y="271081"/>
                  </a:lnTo>
                  <a:lnTo>
                    <a:pt x="49530" y="268319"/>
                  </a:lnTo>
                  <a:lnTo>
                    <a:pt x="49530" y="266986"/>
                  </a:lnTo>
                  <a:lnTo>
                    <a:pt x="49911" y="265938"/>
                  </a:lnTo>
                  <a:lnTo>
                    <a:pt x="50864" y="265176"/>
                  </a:lnTo>
                  <a:lnTo>
                    <a:pt x="51911" y="265271"/>
                  </a:lnTo>
                  <a:lnTo>
                    <a:pt x="52959" y="265652"/>
                  </a:lnTo>
                  <a:lnTo>
                    <a:pt x="54007" y="265938"/>
                  </a:lnTo>
                  <a:lnTo>
                    <a:pt x="55340" y="265747"/>
                  </a:lnTo>
                  <a:lnTo>
                    <a:pt x="56388" y="265271"/>
                  </a:lnTo>
                  <a:lnTo>
                    <a:pt x="56769" y="264319"/>
                  </a:lnTo>
                  <a:lnTo>
                    <a:pt x="56007" y="262795"/>
                  </a:lnTo>
                  <a:lnTo>
                    <a:pt x="59246" y="262509"/>
                  </a:lnTo>
                  <a:lnTo>
                    <a:pt x="61722" y="261938"/>
                  </a:lnTo>
                  <a:lnTo>
                    <a:pt x="62294" y="261938"/>
                  </a:lnTo>
                  <a:lnTo>
                    <a:pt x="62770" y="261652"/>
                  </a:lnTo>
                  <a:lnTo>
                    <a:pt x="63532" y="260413"/>
                  </a:lnTo>
                  <a:lnTo>
                    <a:pt x="63818" y="260128"/>
                  </a:lnTo>
                  <a:lnTo>
                    <a:pt x="64865" y="260033"/>
                  </a:lnTo>
                  <a:lnTo>
                    <a:pt x="66866" y="259461"/>
                  </a:lnTo>
                  <a:lnTo>
                    <a:pt x="67818" y="259271"/>
                  </a:lnTo>
                  <a:lnTo>
                    <a:pt x="68008" y="258794"/>
                  </a:lnTo>
                  <a:lnTo>
                    <a:pt x="68294" y="257746"/>
                  </a:lnTo>
                  <a:lnTo>
                    <a:pt x="68961" y="256794"/>
                  </a:lnTo>
                  <a:lnTo>
                    <a:pt x="70199" y="256604"/>
                  </a:lnTo>
                  <a:lnTo>
                    <a:pt x="69914" y="255842"/>
                  </a:lnTo>
                  <a:lnTo>
                    <a:pt x="69723" y="255556"/>
                  </a:lnTo>
                  <a:lnTo>
                    <a:pt x="69437" y="255270"/>
                  </a:lnTo>
                  <a:lnTo>
                    <a:pt x="70009" y="254603"/>
                  </a:lnTo>
                  <a:lnTo>
                    <a:pt x="70961" y="254603"/>
                  </a:lnTo>
                  <a:lnTo>
                    <a:pt x="73057" y="254889"/>
                  </a:lnTo>
                  <a:lnTo>
                    <a:pt x="74104" y="254794"/>
                  </a:lnTo>
                  <a:lnTo>
                    <a:pt x="74771" y="254889"/>
                  </a:lnTo>
                  <a:lnTo>
                    <a:pt x="75343" y="255175"/>
                  </a:lnTo>
                  <a:lnTo>
                    <a:pt x="77343" y="256413"/>
                  </a:lnTo>
                  <a:lnTo>
                    <a:pt x="78010" y="256508"/>
                  </a:lnTo>
                  <a:lnTo>
                    <a:pt x="78200" y="255842"/>
                  </a:lnTo>
                  <a:lnTo>
                    <a:pt x="78105" y="254413"/>
                  </a:lnTo>
                  <a:lnTo>
                    <a:pt x="77438" y="252413"/>
                  </a:lnTo>
                  <a:lnTo>
                    <a:pt x="77629" y="251650"/>
                  </a:lnTo>
                  <a:lnTo>
                    <a:pt x="78772" y="251270"/>
                  </a:lnTo>
                  <a:lnTo>
                    <a:pt x="79915" y="251555"/>
                  </a:lnTo>
                  <a:lnTo>
                    <a:pt x="80486" y="252413"/>
                  </a:lnTo>
                  <a:lnTo>
                    <a:pt x="80963" y="253460"/>
                  </a:lnTo>
                  <a:lnTo>
                    <a:pt x="81629" y="254413"/>
                  </a:lnTo>
                  <a:lnTo>
                    <a:pt x="82391" y="254794"/>
                  </a:lnTo>
                  <a:lnTo>
                    <a:pt x="82963" y="254603"/>
                  </a:lnTo>
                  <a:lnTo>
                    <a:pt x="83249" y="254032"/>
                  </a:lnTo>
                  <a:lnTo>
                    <a:pt x="83058" y="253079"/>
                  </a:lnTo>
                  <a:lnTo>
                    <a:pt x="82772" y="252793"/>
                  </a:lnTo>
                  <a:lnTo>
                    <a:pt x="81915" y="252127"/>
                  </a:lnTo>
                  <a:lnTo>
                    <a:pt x="81534" y="251746"/>
                  </a:lnTo>
                  <a:lnTo>
                    <a:pt x="81248" y="250984"/>
                  </a:lnTo>
                  <a:lnTo>
                    <a:pt x="81439" y="250793"/>
                  </a:lnTo>
                  <a:lnTo>
                    <a:pt x="81725" y="250888"/>
                  </a:lnTo>
                  <a:lnTo>
                    <a:pt x="81915" y="250984"/>
                  </a:lnTo>
                  <a:lnTo>
                    <a:pt x="85535" y="251460"/>
                  </a:lnTo>
                  <a:lnTo>
                    <a:pt x="86582" y="252031"/>
                  </a:lnTo>
                  <a:lnTo>
                    <a:pt x="87630" y="252984"/>
                  </a:lnTo>
                  <a:lnTo>
                    <a:pt x="88487" y="254127"/>
                  </a:lnTo>
                  <a:lnTo>
                    <a:pt x="89249" y="256508"/>
                  </a:lnTo>
                  <a:lnTo>
                    <a:pt x="90297" y="257461"/>
                  </a:lnTo>
                  <a:lnTo>
                    <a:pt x="91535" y="258223"/>
                  </a:lnTo>
                  <a:lnTo>
                    <a:pt x="92488" y="258985"/>
                  </a:lnTo>
                  <a:lnTo>
                    <a:pt x="93440" y="261366"/>
                  </a:lnTo>
                  <a:lnTo>
                    <a:pt x="93917" y="261938"/>
                  </a:lnTo>
                  <a:lnTo>
                    <a:pt x="95060" y="262700"/>
                  </a:lnTo>
                  <a:lnTo>
                    <a:pt x="95345" y="262795"/>
                  </a:lnTo>
                  <a:lnTo>
                    <a:pt x="100298" y="266129"/>
                  </a:lnTo>
                  <a:lnTo>
                    <a:pt x="101346" y="266033"/>
                  </a:lnTo>
                  <a:lnTo>
                    <a:pt x="102394" y="265557"/>
                  </a:lnTo>
                  <a:lnTo>
                    <a:pt x="103632" y="265271"/>
                  </a:lnTo>
                  <a:lnTo>
                    <a:pt x="103823" y="265271"/>
                  </a:lnTo>
                  <a:lnTo>
                    <a:pt x="104489" y="265081"/>
                  </a:lnTo>
                  <a:lnTo>
                    <a:pt x="105061" y="264509"/>
                  </a:lnTo>
                  <a:lnTo>
                    <a:pt x="105918" y="263557"/>
                  </a:lnTo>
                  <a:lnTo>
                    <a:pt x="108014" y="262223"/>
                  </a:lnTo>
                  <a:lnTo>
                    <a:pt x="108871" y="261366"/>
                  </a:lnTo>
                  <a:lnTo>
                    <a:pt x="110681" y="258318"/>
                  </a:lnTo>
                  <a:lnTo>
                    <a:pt x="110871" y="257461"/>
                  </a:lnTo>
                  <a:lnTo>
                    <a:pt x="109919" y="257270"/>
                  </a:lnTo>
                  <a:lnTo>
                    <a:pt x="109061" y="256889"/>
                  </a:lnTo>
                  <a:lnTo>
                    <a:pt x="109442" y="255460"/>
                  </a:lnTo>
                  <a:lnTo>
                    <a:pt x="108966" y="254889"/>
                  </a:lnTo>
                  <a:lnTo>
                    <a:pt x="108585" y="252603"/>
                  </a:lnTo>
                  <a:lnTo>
                    <a:pt x="108109" y="251650"/>
                  </a:lnTo>
                  <a:lnTo>
                    <a:pt x="107823" y="251174"/>
                  </a:lnTo>
                  <a:lnTo>
                    <a:pt x="107633" y="250603"/>
                  </a:lnTo>
                  <a:lnTo>
                    <a:pt x="107537" y="249936"/>
                  </a:lnTo>
                  <a:lnTo>
                    <a:pt x="107537" y="249364"/>
                  </a:lnTo>
                  <a:lnTo>
                    <a:pt x="107633" y="249174"/>
                  </a:lnTo>
                  <a:lnTo>
                    <a:pt x="107728" y="249174"/>
                  </a:lnTo>
                  <a:lnTo>
                    <a:pt x="107823" y="249079"/>
                  </a:lnTo>
                  <a:lnTo>
                    <a:pt x="107823" y="248698"/>
                  </a:lnTo>
                  <a:lnTo>
                    <a:pt x="107633" y="248412"/>
                  </a:lnTo>
                  <a:lnTo>
                    <a:pt x="107156" y="248317"/>
                  </a:lnTo>
                  <a:lnTo>
                    <a:pt x="107061" y="248126"/>
                  </a:lnTo>
                  <a:lnTo>
                    <a:pt x="107061" y="245650"/>
                  </a:lnTo>
                  <a:lnTo>
                    <a:pt x="107156" y="244412"/>
                  </a:lnTo>
                  <a:lnTo>
                    <a:pt x="107442" y="243364"/>
                  </a:lnTo>
                  <a:lnTo>
                    <a:pt x="107728" y="242983"/>
                  </a:lnTo>
                  <a:lnTo>
                    <a:pt x="108490" y="242411"/>
                  </a:lnTo>
                  <a:lnTo>
                    <a:pt x="108871" y="242030"/>
                  </a:lnTo>
                  <a:lnTo>
                    <a:pt x="109061" y="241745"/>
                  </a:lnTo>
                  <a:lnTo>
                    <a:pt x="109347" y="240983"/>
                  </a:lnTo>
                  <a:lnTo>
                    <a:pt x="109538" y="240697"/>
                  </a:lnTo>
                  <a:lnTo>
                    <a:pt x="111919" y="238982"/>
                  </a:lnTo>
                  <a:lnTo>
                    <a:pt x="113062" y="237839"/>
                  </a:lnTo>
                  <a:lnTo>
                    <a:pt x="114014" y="235077"/>
                  </a:lnTo>
                  <a:lnTo>
                    <a:pt x="115062" y="234601"/>
                  </a:lnTo>
                  <a:lnTo>
                    <a:pt x="122206" y="235267"/>
                  </a:lnTo>
                  <a:lnTo>
                    <a:pt x="123349" y="235077"/>
                  </a:lnTo>
                  <a:lnTo>
                    <a:pt x="125540" y="234125"/>
                  </a:lnTo>
                  <a:lnTo>
                    <a:pt x="126873" y="233934"/>
                  </a:lnTo>
                  <a:lnTo>
                    <a:pt x="127254" y="234029"/>
                  </a:lnTo>
                  <a:lnTo>
                    <a:pt x="128397" y="234410"/>
                  </a:lnTo>
                  <a:lnTo>
                    <a:pt x="128778" y="234696"/>
                  </a:lnTo>
                  <a:lnTo>
                    <a:pt x="129350" y="234982"/>
                  </a:lnTo>
                  <a:lnTo>
                    <a:pt x="129921" y="234696"/>
                  </a:lnTo>
                  <a:lnTo>
                    <a:pt x="130493" y="234220"/>
                  </a:lnTo>
                  <a:lnTo>
                    <a:pt x="131064" y="233934"/>
                  </a:lnTo>
                  <a:lnTo>
                    <a:pt x="132112" y="233648"/>
                  </a:lnTo>
                  <a:lnTo>
                    <a:pt x="134302" y="232505"/>
                  </a:lnTo>
                  <a:lnTo>
                    <a:pt x="135541" y="232600"/>
                  </a:lnTo>
                  <a:lnTo>
                    <a:pt x="136398" y="233363"/>
                  </a:lnTo>
                  <a:lnTo>
                    <a:pt x="136874" y="234410"/>
                  </a:lnTo>
                  <a:lnTo>
                    <a:pt x="137446" y="235363"/>
                  </a:lnTo>
                  <a:lnTo>
                    <a:pt x="138589" y="235744"/>
                  </a:lnTo>
                  <a:lnTo>
                    <a:pt x="139256" y="235839"/>
                  </a:lnTo>
                  <a:lnTo>
                    <a:pt x="139541" y="236220"/>
                  </a:lnTo>
                  <a:lnTo>
                    <a:pt x="139732" y="236696"/>
                  </a:lnTo>
                  <a:lnTo>
                    <a:pt x="140018" y="236982"/>
                  </a:lnTo>
                  <a:lnTo>
                    <a:pt x="140208" y="237172"/>
                  </a:lnTo>
                  <a:lnTo>
                    <a:pt x="140684" y="237363"/>
                  </a:lnTo>
                  <a:lnTo>
                    <a:pt x="142303" y="237649"/>
                  </a:lnTo>
                  <a:lnTo>
                    <a:pt x="142018" y="237172"/>
                  </a:lnTo>
                  <a:lnTo>
                    <a:pt x="143447" y="237458"/>
                  </a:lnTo>
                  <a:lnTo>
                    <a:pt x="145066" y="238030"/>
                  </a:lnTo>
                  <a:lnTo>
                    <a:pt x="146685" y="238316"/>
                  </a:lnTo>
                  <a:lnTo>
                    <a:pt x="148209" y="237744"/>
                  </a:lnTo>
                  <a:lnTo>
                    <a:pt x="150019" y="235458"/>
                  </a:lnTo>
                  <a:lnTo>
                    <a:pt x="150400" y="235267"/>
                  </a:lnTo>
                  <a:lnTo>
                    <a:pt x="150495" y="234696"/>
                  </a:lnTo>
                  <a:lnTo>
                    <a:pt x="151257" y="232791"/>
                  </a:lnTo>
                  <a:lnTo>
                    <a:pt x="151352" y="232791"/>
                  </a:lnTo>
                  <a:lnTo>
                    <a:pt x="152400" y="232791"/>
                  </a:lnTo>
                  <a:lnTo>
                    <a:pt x="152590" y="232886"/>
                  </a:lnTo>
                  <a:lnTo>
                    <a:pt x="152876" y="232600"/>
                  </a:lnTo>
                  <a:lnTo>
                    <a:pt x="152972" y="232505"/>
                  </a:lnTo>
                  <a:lnTo>
                    <a:pt x="153257" y="232029"/>
                  </a:lnTo>
                  <a:lnTo>
                    <a:pt x="153352" y="231553"/>
                  </a:lnTo>
                  <a:lnTo>
                    <a:pt x="153257" y="230981"/>
                  </a:lnTo>
                  <a:lnTo>
                    <a:pt x="153257" y="230410"/>
                  </a:lnTo>
                  <a:lnTo>
                    <a:pt x="153448" y="230219"/>
                  </a:lnTo>
                  <a:lnTo>
                    <a:pt x="153734" y="230029"/>
                  </a:lnTo>
                  <a:lnTo>
                    <a:pt x="154400" y="229076"/>
                  </a:lnTo>
                  <a:lnTo>
                    <a:pt x="154496" y="228219"/>
                  </a:lnTo>
                  <a:lnTo>
                    <a:pt x="154686" y="227647"/>
                  </a:lnTo>
                  <a:lnTo>
                    <a:pt x="154781" y="227076"/>
                  </a:lnTo>
                  <a:lnTo>
                    <a:pt x="154686" y="226124"/>
                  </a:lnTo>
                  <a:lnTo>
                    <a:pt x="154115" y="224218"/>
                  </a:lnTo>
                  <a:lnTo>
                    <a:pt x="154019" y="223266"/>
                  </a:lnTo>
                  <a:lnTo>
                    <a:pt x="154305" y="222504"/>
                  </a:lnTo>
                  <a:lnTo>
                    <a:pt x="153829" y="222028"/>
                  </a:lnTo>
                  <a:lnTo>
                    <a:pt x="153352" y="221361"/>
                  </a:lnTo>
                  <a:lnTo>
                    <a:pt x="152972" y="220504"/>
                  </a:lnTo>
                  <a:lnTo>
                    <a:pt x="152781" y="219551"/>
                  </a:lnTo>
                  <a:lnTo>
                    <a:pt x="152400" y="218980"/>
                  </a:lnTo>
                  <a:lnTo>
                    <a:pt x="150686" y="218408"/>
                  </a:lnTo>
                  <a:lnTo>
                    <a:pt x="150114" y="218122"/>
                  </a:lnTo>
                  <a:lnTo>
                    <a:pt x="149257" y="216694"/>
                  </a:lnTo>
                  <a:lnTo>
                    <a:pt x="148495" y="214789"/>
                  </a:lnTo>
                  <a:lnTo>
                    <a:pt x="148209" y="212788"/>
                  </a:lnTo>
                  <a:lnTo>
                    <a:pt x="148781" y="211074"/>
                  </a:lnTo>
                  <a:lnTo>
                    <a:pt x="149828" y="211931"/>
                  </a:lnTo>
                  <a:lnTo>
                    <a:pt x="150971" y="212217"/>
                  </a:lnTo>
                  <a:lnTo>
                    <a:pt x="152210" y="212026"/>
                  </a:lnTo>
                  <a:lnTo>
                    <a:pt x="153448" y="211550"/>
                  </a:lnTo>
                  <a:lnTo>
                    <a:pt x="153067" y="210979"/>
                  </a:lnTo>
                  <a:lnTo>
                    <a:pt x="152876" y="210407"/>
                  </a:lnTo>
                  <a:lnTo>
                    <a:pt x="152876" y="209836"/>
                  </a:lnTo>
                  <a:lnTo>
                    <a:pt x="153067" y="209264"/>
                  </a:lnTo>
                  <a:lnTo>
                    <a:pt x="153448" y="209074"/>
                  </a:lnTo>
                  <a:lnTo>
                    <a:pt x="154019" y="208979"/>
                  </a:lnTo>
                  <a:lnTo>
                    <a:pt x="154591" y="208693"/>
                  </a:lnTo>
                  <a:lnTo>
                    <a:pt x="154877" y="208121"/>
                  </a:lnTo>
                  <a:lnTo>
                    <a:pt x="155162" y="207740"/>
                  </a:lnTo>
                  <a:lnTo>
                    <a:pt x="155448" y="207645"/>
                  </a:lnTo>
                  <a:lnTo>
                    <a:pt x="156496" y="207074"/>
                  </a:lnTo>
                  <a:lnTo>
                    <a:pt x="156972" y="206788"/>
                  </a:lnTo>
                  <a:lnTo>
                    <a:pt x="159353" y="203645"/>
                  </a:lnTo>
                  <a:lnTo>
                    <a:pt x="161639" y="201263"/>
                  </a:lnTo>
                  <a:lnTo>
                    <a:pt x="162211" y="200882"/>
                  </a:lnTo>
                  <a:lnTo>
                    <a:pt x="164021" y="200120"/>
                  </a:lnTo>
                  <a:lnTo>
                    <a:pt x="164592" y="199549"/>
                  </a:lnTo>
                  <a:lnTo>
                    <a:pt x="165259" y="198406"/>
                  </a:lnTo>
                  <a:lnTo>
                    <a:pt x="166592" y="194691"/>
                  </a:lnTo>
                  <a:lnTo>
                    <a:pt x="168116" y="191643"/>
                  </a:lnTo>
                  <a:lnTo>
                    <a:pt x="168593" y="190024"/>
                  </a:lnTo>
                  <a:lnTo>
                    <a:pt x="169259" y="189643"/>
                  </a:lnTo>
                  <a:lnTo>
                    <a:pt x="170021" y="189452"/>
                  </a:lnTo>
                  <a:lnTo>
                    <a:pt x="170593" y="189167"/>
                  </a:lnTo>
                  <a:lnTo>
                    <a:pt x="171355" y="186880"/>
                  </a:lnTo>
                  <a:lnTo>
                    <a:pt x="171355" y="186309"/>
                  </a:lnTo>
                  <a:lnTo>
                    <a:pt x="171260" y="185642"/>
                  </a:lnTo>
                  <a:lnTo>
                    <a:pt x="171260" y="184975"/>
                  </a:lnTo>
                  <a:lnTo>
                    <a:pt x="171450" y="184404"/>
                  </a:lnTo>
                  <a:lnTo>
                    <a:pt x="171926" y="184118"/>
                  </a:lnTo>
                  <a:lnTo>
                    <a:pt x="173165" y="184213"/>
                  </a:lnTo>
                  <a:lnTo>
                    <a:pt x="173641" y="183928"/>
                  </a:lnTo>
                  <a:lnTo>
                    <a:pt x="175546" y="182499"/>
                  </a:lnTo>
                  <a:lnTo>
                    <a:pt x="175927" y="181737"/>
                  </a:lnTo>
                  <a:lnTo>
                    <a:pt x="174879" y="180975"/>
                  </a:lnTo>
                  <a:lnTo>
                    <a:pt x="174879" y="180499"/>
                  </a:lnTo>
                  <a:lnTo>
                    <a:pt x="175831" y="179832"/>
                  </a:lnTo>
                  <a:lnTo>
                    <a:pt x="178880" y="179546"/>
                  </a:lnTo>
                  <a:lnTo>
                    <a:pt x="179546" y="178403"/>
                  </a:lnTo>
                  <a:lnTo>
                    <a:pt x="179927" y="177927"/>
                  </a:lnTo>
                  <a:lnTo>
                    <a:pt x="180785" y="177737"/>
                  </a:lnTo>
                  <a:lnTo>
                    <a:pt x="182499" y="177737"/>
                  </a:lnTo>
                  <a:lnTo>
                    <a:pt x="182975" y="177832"/>
                  </a:lnTo>
                  <a:lnTo>
                    <a:pt x="183832" y="178117"/>
                  </a:lnTo>
                  <a:lnTo>
                    <a:pt x="184309" y="178117"/>
                  </a:lnTo>
                  <a:lnTo>
                    <a:pt x="184690" y="177927"/>
                  </a:lnTo>
                  <a:lnTo>
                    <a:pt x="184880" y="177641"/>
                  </a:lnTo>
                  <a:lnTo>
                    <a:pt x="185166" y="177355"/>
                  </a:lnTo>
                  <a:lnTo>
                    <a:pt x="185738" y="177260"/>
                  </a:lnTo>
                  <a:lnTo>
                    <a:pt x="187928" y="178308"/>
                  </a:lnTo>
                  <a:lnTo>
                    <a:pt x="189167" y="178594"/>
                  </a:lnTo>
                  <a:lnTo>
                    <a:pt x="189738" y="177927"/>
                  </a:lnTo>
                  <a:lnTo>
                    <a:pt x="189548" y="176403"/>
                  </a:lnTo>
                  <a:lnTo>
                    <a:pt x="189928" y="175927"/>
                  </a:lnTo>
                  <a:lnTo>
                    <a:pt x="191167" y="175927"/>
                  </a:lnTo>
                  <a:lnTo>
                    <a:pt x="191834" y="176117"/>
                  </a:lnTo>
                  <a:lnTo>
                    <a:pt x="192405" y="176498"/>
                  </a:lnTo>
                  <a:lnTo>
                    <a:pt x="192977" y="176975"/>
                  </a:lnTo>
                  <a:lnTo>
                    <a:pt x="193548" y="177546"/>
                  </a:lnTo>
                  <a:lnTo>
                    <a:pt x="193834" y="178117"/>
                  </a:lnTo>
                  <a:lnTo>
                    <a:pt x="194310" y="179356"/>
                  </a:lnTo>
                  <a:lnTo>
                    <a:pt x="194691" y="179927"/>
                  </a:lnTo>
                  <a:lnTo>
                    <a:pt x="195263" y="180404"/>
                  </a:lnTo>
                  <a:lnTo>
                    <a:pt x="195644" y="180404"/>
                  </a:lnTo>
                  <a:lnTo>
                    <a:pt x="196025" y="180213"/>
                  </a:lnTo>
                  <a:lnTo>
                    <a:pt x="196691" y="180213"/>
                  </a:lnTo>
                  <a:lnTo>
                    <a:pt x="197358" y="180404"/>
                  </a:lnTo>
                  <a:lnTo>
                    <a:pt x="198787" y="181166"/>
                  </a:lnTo>
                  <a:lnTo>
                    <a:pt x="200787" y="182689"/>
                  </a:lnTo>
                  <a:lnTo>
                    <a:pt x="204026" y="186023"/>
                  </a:lnTo>
                  <a:lnTo>
                    <a:pt x="208407" y="187833"/>
                  </a:lnTo>
                  <a:lnTo>
                    <a:pt x="210217" y="189071"/>
                  </a:lnTo>
                  <a:lnTo>
                    <a:pt x="211455" y="191071"/>
                  </a:lnTo>
                  <a:lnTo>
                    <a:pt x="211836" y="194024"/>
                  </a:lnTo>
                  <a:lnTo>
                    <a:pt x="211550" y="195548"/>
                  </a:lnTo>
                  <a:lnTo>
                    <a:pt x="210598" y="198406"/>
                  </a:lnTo>
                  <a:lnTo>
                    <a:pt x="210217" y="200311"/>
                  </a:lnTo>
                  <a:lnTo>
                    <a:pt x="209264" y="202216"/>
                  </a:lnTo>
                  <a:lnTo>
                    <a:pt x="208502" y="204978"/>
                  </a:lnTo>
                  <a:lnTo>
                    <a:pt x="206978" y="207931"/>
                  </a:lnTo>
                  <a:lnTo>
                    <a:pt x="206597" y="209645"/>
                  </a:lnTo>
                  <a:lnTo>
                    <a:pt x="206026" y="211169"/>
                  </a:lnTo>
                  <a:lnTo>
                    <a:pt x="205931" y="211836"/>
                  </a:lnTo>
                  <a:lnTo>
                    <a:pt x="206121" y="212693"/>
                  </a:lnTo>
                  <a:lnTo>
                    <a:pt x="206407" y="212788"/>
                  </a:lnTo>
                  <a:lnTo>
                    <a:pt x="206788" y="212693"/>
                  </a:lnTo>
                  <a:lnTo>
                    <a:pt x="207359" y="212788"/>
                  </a:lnTo>
                  <a:lnTo>
                    <a:pt x="209360" y="214408"/>
                  </a:lnTo>
                  <a:lnTo>
                    <a:pt x="210502" y="214884"/>
                  </a:lnTo>
                  <a:lnTo>
                    <a:pt x="211550" y="214313"/>
                  </a:lnTo>
                  <a:lnTo>
                    <a:pt x="212503" y="213550"/>
                  </a:lnTo>
                  <a:lnTo>
                    <a:pt x="218885" y="211360"/>
                  </a:lnTo>
                  <a:lnTo>
                    <a:pt x="220790" y="211455"/>
                  </a:lnTo>
                  <a:lnTo>
                    <a:pt x="222409" y="212503"/>
                  </a:lnTo>
                  <a:lnTo>
                    <a:pt x="224028" y="214503"/>
                  </a:lnTo>
                  <a:lnTo>
                    <a:pt x="223647" y="214979"/>
                  </a:lnTo>
                  <a:lnTo>
                    <a:pt x="223838" y="215741"/>
                  </a:lnTo>
                  <a:lnTo>
                    <a:pt x="223933" y="217170"/>
                  </a:lnTo>
                  <a:lnTo>
                    <a:pt x="223933" y="218789"/>
                  </a:lnTo>
                  <a:lnTo>
                    <a:pt x="223742" y="220028"/>
                  </a:lnTo>
                  <a:lnTo>
                    <a:pt x="222885" y="221171"/>
                  </a:lnTo>
                  <a:lnTo>
                    <a:pt x="220980" y="222409"/>
                  </a:lnTo>
                  <a:lnTo>
                    <a:pt x="220504" y="223552"/>
                  </a:lnTo>
                  <a:lnTo>
                    <a:pt x="220599" y="224218"/>
                  </a:lnTo>
                  <a:lnTo>
                    <a:pt x="221075" y="225647"/>
                  </a:lnTo>
                  <a:lnTo>
                    <a:pt x="221171" y="226409"/>
                  </a:lnTo>
                  <a:lnTo>
                    <a:pt x="221075" y="227076"/>
                  </a:lnTo>
                  <a:lnTo>
                    <a:pt x="220504" y="229171"/>
                  </a:lnTo>
                  <a:lnTo>
                    <a:pt x="220218" y="231172"/>
                  </a:lnTo>
                  <a:lnTo>
                    <a:pt x="220123" y="231838"/>
                  </a:lnTo>
                  <a:lnTo>
                    <a:pt x="219837" y="232410"/>
                  </a:lnTo>
                  <a:lnTo>
                    <a:pt x="219170" y="233267"/>
                  </a:lnTo>
                  <a:lnTo>
                    <a:pt x="218980" y="233648"/>
                  </a:lnTo>
                  <a:lnTo>
                    <a:pt x="218789" y="236506"/>
                  </a:lnTo>
                  <a:lnTo>
                    <a:pt x="219551" y="241840"/>
                  </a:lnTo>
                  <a:lnTo>
                    <a:pt x="219075" y="244507"/>
                  </a:lnTo>
                  <a:lnTo>
                    <a:pt x="218503" y="246031"/>
                  </a:lnTo>
                  <a:lnTo>
                    <a:pt x="218313" y="246983"/>
                  </a:lnTo>
                  <a:lnTo>
                    <a:pt x="218694" y="249555"/>
                  </a:lnTo>
                  <a:lnTo>
                    <a:pt x="218789" y="252317"/>
                  </a:lnTo>
                  <a:lnTo>
                    <a:pt x="218694" y="253746"/>
                  </a:lnTo>
                  <a:lnTo>
                    <a:pt x="218408" y="254603"/>
                  </a:lnTo>
                  <a:lnTo>
                    <a:pt x="218408" y="256413"/>
                  </a:lnTo>
                  <a:lnTo>
                    <a:pt x="216503" y="259747"/>
                  </a:lnTo>
                  <a:lnTo>
                    <a:pt x="216694" y="261366"/>
                  </a:lnTo>
                  <a:lnTo>
                    <a:pt x="216313" y="261938"/>
                  </a:lnTo>
                  <a:lnTo>
                    <a:pt x="216027" y="262890"/>
                  </a:lnTo>
                  <a:lnTo>
                    <a:pt x="215646" y="265557"/>
                  </a:lnTo>
                  <a:lnTo>
                    <a:pt x="215551" y="269558"/>
                  </a:lnTo>
                  <a:lnTo>
                    <a:pt x="215646" y="270320"/>
                  </a:lnTo>
                  <a:lnTo>
                    <a:pt x="215932" y="270986"/>
                  </a:lnTo>
                  <a:lnTo>
                    <a:pt x="216884" y="272415"/>
                  </a:lnTo>
                  <a:lnTo>
                    <a:pt x="217075" y="273177"/>
                  </a:lnTo>
                  <a:lnTo>
                    <a:pt x="217075" y="275844"/>
                  </a:lnTo>
                  <a:lnTo>
                    <a:pt x="217265" y="277273"/>
                  </a:lnTo>
                  <a:lnTo>
                    <a:pt x="217742" y="278416"/>
                  </a:lnTo>
                  <a:lnTo>
                    <a:pt x="220694" y="283274"/>
                  </a:lnTo>
                  <a:lnTo>
                    <a:pt x="221266" y="284607"/>
                  </a:lnTo>
                  <a:lnTo>
                    <a:pt x="221647" y="287655"/>
                  </a:lnTo>
                  <a:lnTo>
                    <a:pt x="222028" y="288988"/>
                  </a:lnTo>
                  <a:lnTo>
                    <a:pt x="222599" y="290227"/>
                  </a:lnTo>
                  <a:lnTo>
                    <a:pt x="223266" y="291370"/>
                  </a:lnTo>
                  <a:lnTo>
                    <a:pt x="225076" y="293275"/>
                  </a:lnTo>
                  <a:lnTo>
                    <a:pt x="227267" y="294418"/>
                  </a:lnTo>
                  <a:lnTo>
                    <a:pt x="229743" y="294989"/>
                  </a:lnTo>
                  <a:lnTo>
                    <a:pt x="232315" y="294989"/>
                  </a:lnTo>
                  <a:lnTo>
                    <a:pt x="234886" y="294513"/>
                  </a:lnTo>
                  <a:lnTo>
                    <a:pt x="236982" y="293656"/>
                  </a:lnTo>
                  <a:lnTo>
                    <a:pt x="252222" y="282321"/>
                  </a:lnTo>
                  <a:lnTo>
                    <a:pt x="253556" y="280797"/>
                  </a:lnTo>
                  <a:lnTo>
                    <a:pt x="255365" y="279749"/>
                  </a:lnTo>
                  <a:lnTo>
                    <a:pt x="255842" y="279273"/>
                  </a:lnTo>
                  <a:lnTo>
                    <a:pt x="256603" y="278130"/>
                  </a:lnTo>
                  <a:lnTo>
                    <a:pt x="257080" y="277559"/>
                  </a:lnTo>
                  <a:lnTo>
                    <a:pt x="259175" y="276130"/>
                  </a:lnTo>
                  <a:lnTo>
                    <a:pt x="264509" y="273939"/>
                  </a:lnTo>
                  <a:lnTo>
                    <a:pt x="266890" y="273463"/>
                  </a:lnTo>
                  <a:lnTo>
                    <a:pt x="270510" y="274130"/>
                  </a:lnTo>
                  <a:lnTo>
                    <a:pt x="272320" y="273272"/>
                  </a:lnTo>
                  <a:lnTo>
                    <a:pt x="280130" y="272129"/>
                  </a:lnTo>
                  <a:lnTo>
                    <a:pt x="280607" y="271463"/>
                  </a:lnTo>
                  <a:lnTo>
                    <a:pt x="280892" y="270224"/>
                  </a:lnTo>
                  <a:lnTo>
                    <a:pt x="283083" y="266795"/>
                  </a:lnTo>
                  <a:lnTo>
                    <a:pt x="285560" y="261652"/>
                  </a:lnTo>
                  <a:lnTo>
                    <a:pt x="287084" y="259461"/>
                  </a:lnTo>
                  <a:lnTo>
                    <a:pt x="289179" y="258128"/>
                  </a:lnTo>
                  <a:lnTo>
                    <a:pt x="291656" y="257651"/>
                  </a:lnTo>
                  <a:lnTo>
                    <a:pt x="292989" y="257175"/>
                  </a:lnTo>
                  <a:lnTo>
                    <a:pt x="294132" y="255746"/>
                  </a:lnTo>
                  <a:lnTo>
                    <a:pt x="297847" y="253460"/>
                  </a:lnTo>
                  <a:lnTo>
                    <a:pt x="301657" y="253079"/>
                  </a:lnTo>
                  <a:lnTo>
                    <a:pt x="302705" y="252317"/>
                  </a:lnTo>
                  <a:lnTo>
                    <a:pt x="303276" y="251365"/>
                  </a:lnTo>
                  <a:lnTo>
                    <a:pt x="304133" y="249460"/>
                  </a:lnTo>
                  <a:lnTo>
                    <a:pt x="304990" y="248412"/>
                  </a:lnTo>
                  <a:lnTo>
                    <a:pt x="306991" y="246793"/>
                  </a:lnTo>
                  <a:lnTo>
                    <a:pt x="307467" y="246602"/>
                  </a:lnTo>
                  <a:lnTo>
                    <a:pt x="308610" y="247079"/>
                  </a:lnTo>
                  <a:lnTo>
                    <a:pt x="309182" y="246793"/>
                  </a:lnTo>
                  <a:lnTo>
                    <a:pt x="311753" y="244030"/>
                  </a:lnTo>
                  <a:lnTo>
                    <a:pt x="312611" y="243364"/>
                  </a:lnTo>
                  <a:lnTo>
                    <a:pt x="313658" y="242983"/>
                  </a:lnTo>
                  <a:lnTo>
                    <a:pt x="314992" y="242888"/>
                  </a:lnTo>
                  <a:lnTo>
                    <a:pt x="316230" y="243078"/>
                  </a:lnTo>
                  <a:lnTo>
                    <a:pt x="317087" y="243650"/>
                  </a:lnTo>
                  <a:lnTo>
                    <a:pt x="317944" y="243935"/>
                  </a:lnTo>
                  <a:lnTo>
                    <a:pt x="321183" y="242125"/>
                  </a:lnTo>
                  <a:lnTo>
                    <a:pt x="323564" y="242030"/>
                  </a:lnTo>
                  <a:lnTo>
                    <a:pt x="329851" y="244316"/>
                  </a:lnTo>
                  <a:lnTo>
                    <a:pt x="333470" y="245269"/>
                  </a:lnTo>
                  <a:lnTo>
                    <a:pt x="335756" y="245174"/>
                  </a:lnTo>
                  <a:lnTo>
                    <a:pt x="337661" y="245364"/>
                  </a:lnTo>
                  <a:lnTo>
                    <a:pt x="337280" y="246983"/>
                  </a:lnTo>
                  <a:lnTo>
                    <a:pt x="337185" y="247555"/>
                  </a:lnTo>
                  <a:lnTo>
                    <a:pt x="337185" y="250317"/>
                  </a:lnTo>
                  <a:lnTo>
                    <a:pt x="336804" y="251270"/>
                  </a:lnTo>
                  <a:lnTo>
                    <a:pt x="335947" y="252317"/>
                  </a:lnTo>
                  <a:lnTo>
                    <a:pt x="334994" y="253079"/>
                  </a:lnTo>
                  <a:lnTo>
                    <a:pt x="334232" y="253460"/>
                  </a:lnTo>
                  <a:lnTo>
                    <a:pt x="332232" y="253651"/>
                  </a:lnTo>
                  <a:lnTo>
                    <a:pt x="331089" y="254032"/>
                  </a:lnTo>
                  <a:lnTo>
                    <a:pt x="329946" y="254984"/>
                  </a:lnTo>
                  <a:lnTo>
                    <a:pt x="329279" y="256318"/>
                  </a:lnTo>
                  <a:lnTo>
                    <a:pt x="329470" y="257746"/>
                  </a:lnTo>
                  <a:lnTo>
                    <a:pt x="330327" y="258223"/>
                  </a:lnTo>
                  <a:lnTo>
                    <a:pt x="332518" y="257556"/>
                  </a:lnTo>
                  <a:lnTo>
                    <a:pt x="333565" y="257651"/>
                  </a:lnTo>
                  <a:lnTo>
                    <a:pt x="333947" y="258032"/>
                  </a:lnTo>
                  <a:lnTo>
                    <a:pt x="334709" y="259080"/>
                  </a:lnTo>
                  <a:lnTo>
                    <a:pt x="335090" y="259366"/>
                  </a:lnTo>
                  <a:lnTo>
                    <a:pt x="335661" y="259366"/>
                  </a:lnTo>
                  <a:lnTo>
                    <a:pt x="336518" y="258699"/>
                  </a:lnTo>
                  <a:lnTo>
                    <a:pt x="337090" y="258509"/>
                  </a:lnTo>
                  <a:lnTo>
                    <a:pt x="338233" y="258604"/>
                  </a:lnTo>
                  <a:lnTo>
                    <a:pt x="338995" y="258794"/>
                  </a:lnTo>
                  <a:lnTo>
                    <a:pt x="339757" y="258604"/>
                  </a:lnTo>
                  <a:lnTo>
                    <a:pt x="341757" y="256699"/>
                  </a:lnTo>
                  <a:lnTo>
                    <a:pt x="342805" y="256413"/>
                  </a:lnTo>
                  <a:lnTo>
                    <a:pt x="345091" y="256127"/>
                  </a:lnTo>
                  <a:lnTo>
                    <a:pt x="348044" y="254699"/>
                  </a:lnTo>
                  <a:lnTo>
                    <a:pt x="349186" y="254508"/>
                  </a:lnTo>
                  <a:lnTo>
                    <a:pt x="353187" y="253079"/>
                  </a:lnTo>
                  <a:lnTo>
                    <a:pt x="358997" y="251936"/>
                  </a:lnTo>
                  <a:lnTo>
                    <a:pt x="360236" y="251365"/>
                  </a:lnTo>
                  <a:lnTo>
                    <a:pt x="361188" y="250222"/>
                  </a:lnTo>
                  <a:lnTo>
                    <a:pt x="361283" y="247936"/>
                  </a:lnTo>
                  <a:lnTo>
                    <a:pt x="362140" y="247079"/>
                  </a:lnTo>
                  <a:lnTo>
                    <a:pt x="363569" y="247079"/>
                  </a:lnTo>
                  <a:lnTo>
                    <a:pt x="365093" y="247459"/>
                  </a:lnTo>
                  <a:lnTo>
                    <a:pt x="366332" y="247269"/>
                  </a:lnTo>
                  <a:lnTo>
                    <a:pt x="366998" y="245459"/>
                  </a:lnTo>
                  <a:lnTo>
                    <a:pt x="367284" y="246317"/>
                  </a:lnTo>
                  <a:lnTo>
                    <a:pt x="367856" y="245935"/>
                  </a:lnTo>
                  <a:lnTo>
                    <a:pt x="368427" y="245935"/>
                  </a:lnTo>
                  <a:lnTo>
                    <a:pt x="368903" y="246317"/>
                  </a:lnTo>
                  <a:lnTo>
                    <a:pt x="369665" y="247650"/>
                  </a:lnTo>
                  <a:lnTo>
                    <a:pt x="370142" y="247841"/>
                  </a:lnTo>
                  <a:lnTo>
                    <a:pt x="370713" y="247841"/>
                  </a:lnTo>
                  <a:lnTo>
                    <a:pt x="372237" y="248126"/>
                  </a:lnTo>
                  <a:lnTo>
                    <a:pt x="373190" y="247936"/>
                  </a:lnTo>
                  <a:lnTo>
                    <a:pt x="374142" y="247841"/>
                  </a:lnTo>
                  <a:lnTo>
                    <a:pt x="375285" y="248317"/>
                  </a:lnTo>
                  <a:lnTo>
                    <a:pt x="377190" y="248888"/>
                  </a:lnTo>
                  <a:lnTo>
                    <a:pt x="377666" y="248984"/>
                  </a:lnTo>
                  <a:lnTo>
                    <a:pt x="378143" y="248984"/>
                  </a:lnTo>
                  <a:lnTo>
                    <a:pt x="383477" y="248603"/>
                  </a:lnTo>
                  <a:lnTo>
                    <a:pt x="385001" y="247745"/>
                  </a:lnTo>
                  <a:lnTo>
                    <a:pt x="391763" y="251936"/>
                  </a:lnTo>
                  <a:lnTo>
                    <a:pt x="393287" y="253555"/>
                  </a:lnTo>
                  <a:lnTo>
                    <a:pt x="395669" y="257651"/>
                  </a:lnTo>
                  <a:lnTo>
                    <a:pt x="397193" y="258509"/>
                  </a:lnTo>
                  <a:lnTo>
                    <a:pt x="398240" y="258032"/>
                  </a:lnTo>
                  <a:lnTo>
                    <a:pt x="398812" y="256984"/>
                  </a:lnTo>
                  <a:lnTo>
                    <a:pt x="399288" y="255842"/>
                  </a:lnTo>
                  <a:lnTo>
                    <a:pt x="400240" y="255270"/>
                  </a:lnTo>
                  <a:lnTo>
                    <a:pt x="401479" y="255079"/>
                  </a:lnTo>
                  <a:lnTo>
                    <a:pt x="406336" y="253270"/>
                  </a:lnTo>
                  <a:lnTo>
                    <a:pt x="406813" y="252508"/>
                  </a:lnTo>
                  <a:lnTo>
                    <a:pt x="406908" y="250031"/>
                  </a:lnTo>
                  <a:lnTo>
                    <a:pt x="407575" y="248888"/>
                  </a:lnTo>
                  <a:lnTo>
                    <a:pt x="408813" y="248317"/>
                  </a:lnTo>
                  <a:lnTo>
                    <a:pt x="411385" y="247459"/>
                  </a:lnTo>
                  <a:lnTo>
                    <a:pt x="410813" y="245078"/>
                  </a:lnTo>
                  <a:close/>
                  <a:moveTo>
                    <a:pt x="170021" y="2857"/>
                  </a:moveTo>
                  <a:lnTo>
                    <a:pt x="170878" y="3715"/>
                  </a:lnTo>
                  <a:lnTo>
                    <a:pt x="172402" y="5810"/>
                  </a:lnTo>
                  <a:lnTo>
                    <a:pt x="173260" y="6667"/>
                  </a:lnTo>
                  <a:lnTo>
                    <a:pt x="174307" y="6953"/>
                  </a:lnTo>
                  <a:lnTo>
                    <a:pt x="174212" y="5810"/>
                  </a:lnTo>
                  <a:lnTo>
                    <a:pt x="173546" y="4096"/>
                  </a:lnTo>
                  <a:lnTo>
                    <a:pt x="172784" y="2857"/>
                  </a:lnTo>
                  <a:lnTo>
                    <a:pt x="171545" y="1715"/>
                  </a:lnTo>
                  <a:lnTo>
                    <a:pt x="170117" y="1048"/>
                  </a:lnTo>
                  <a:lnTo>
                    <a:pt x="169259" y="1238"/>
                  </a:lnTo>
                  <a:lnTo>
                    <a:pt x="170021" y="2857"/>
                  </a:lnTo>
                  <a:lnTo>
                    <a:pt x="170021" y="2857"/>
                  </a:lnTo>
                  <a:close/>
                  <a:moveTo>
                    <a:pt x="174879" y="81725"/>
                  </a:moveTo>
                  <a:lnTo>
                    <a:pt x="173069" y="81629"/>
                  </a:lnTo>
                  <a:lnTo>
                    <a:pt x="166688" y="79534"/>
                  </a:lnTo>
                  <a:lnTo>
                    <a:pt x="165926" y="79534"/>
                  </a:lnTo>
                  <a:lnTo>
                    <a:pt x="165830" y="80581"/>
                  </a:lnTo>
                  <a:lnTo>
                    <a:pt x="166211" y="81725"/>
                  </a:lnTo>
                  <a:lnTo>
                    <a:pt x="166878" y="82677"/>
                  </a:lnTo>
                  <a:lnTo>
                    <a:pt x="168688" y="83915"/>
                  </a:lnTo>
                  <a:lnTo>
                    <a:pt x="169164" y="84582"/>
                  </a:lnTo>
                  <a:lnTo>
                    <a:pt x="170688" y="87154"/>
                  </a:lnTo>
                  <a:lnTo>
                    <a:pt x="170974" y="87439"/>
                  </a:lnTo>
                  <a:lnTo>
                    <a:pt x="173641" y="85249"/>
                  </a:lnTo>
                  <a:lnTo>
                    <a:pt x="175165" y="84487"/>
                  </a:lnTo>
                  <a:lnTo>
                    <a:pt x="176879" y="84106"/>
                  </a:lnTo>
                  <a:lnTo>
                    <a:pt x="177451" y="83629"/>
                  </a:lnTo>
                  <a:lnTo>
                    <a:pt x="177546" y="82391"/>
                  </a:lnTo>
                  <a:lnTo>
                    <a:pt x="177165" y="81153"/>
                  </a:lnTo>
                  <a:lnTo>
                    <a:pt x="176498" y="80963"/>
                  </a:lnTo>
                  <a:lnTo>
                    <a:pt x="174879" y="81725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1" name="Freeform: Shape 11">
              <a:extLst>
                <a:ext uri="{FF2B5EF4-FFF2-40B4-BE49-F238E27FC236}">
                  <a16:creationId xmlns:a16="http://schemas.microsoft.com/office/drawing/2014/main" id="{B159A1BD-163D-A50B-2B19-B3F3D06F2669}"/>
                </a:ext>
              </a:extLst>
            </p:cNvPr>
            <p:cNvSpPr/>
            <p:nvPr/>
          </p:nvSpPr>
          <p:spPr>
            <a:xfrm>
              <a:off x="7046404" y="3525583"/>
              <a:ext cx="190500" cy="190500"/>
            </a:xfrm>
            <a:custGeom>
              <a:avLst/>
              <a:gdLst>
                <a:gd name="connsiteX0" fmla="*/ 63722 w 190500"/>
                <a:gd name="connsiteY0" fmla="*/ 94869 h 190500"/>
                <a:gd name="connsiteX1" fmla="*/ 63055 w 190500"/>
                <a:gd name="connsiteY1" fmla="*/ 96965 h 190500"/>
                <a:gd name="connsiteX2" fmla="*/ 63055 w 190500"/>
                <a:gd name="connsiteY2" fmla="*/ 97917 h 190500"/>
                <a:gd name="connsiteX3" fmla="*/ 62960 w 190500"/>
                <a:gd name="connsiteY3" fmla="*/ 98298 h 190500"/>
                <a:gd name="connsiteX4" fmla="*/ 62484 w 190500"/>
                <a:gd name="connsiteY4" fmla="*/ 98488 h 190500"/>
                <a:gd name="connsiteX5" fmla="*/ 62008 w 190500"/>
                <a:gd name="connsiteY5" fmla="*/ 98488 h 190500"/>
                <a:gd name="connsiteX6" fmla="*/ 61627 w 190500"/>
                <a:gd name="connsiteY6" fmla="*/ 98584 h 190500"/>
                <a:gd name="connsiteX7" fmla="*/ 61341 w 190500"/>
                <a:gd name="connsiteY7" fmla="*/ 98870 h 190500"/>
                <a:gd name="connsiteX8" fmla="*/ 61246 w 190500"/>
                <a:gd name="connsiteY8" fmla="*/ 99250 h 190500"/>
                <a:gd name="connsiteX9" fmla="*/ 62008 w 190500"/>
                <a:gd name="connsiteY9" fmla="*/ 99250 h 190500"/>
                <a:gd name="connsiteX10" fmla="*/ 62294 w 190500"/>
                <a:gd name="connsiteY10" fmla="*/ 99060 h 190500"/>
                <a:gd name="connsiteX11" fmla="*/ 62579 w 190500"/>
                <a:gd name="connsiteY11" fmla="*/ 98965 h 190500"/>
                <a:gd name="connsiteX12" fmla="*/ 62865 w 190500"/>
                <a:gd name="connsiteY12" fmla="*/ 98870 h 190500"/>
                <a:gd name="connsiteX13" fmla="*/ 63341 w 190500"/>
                <a:gd name="connsiteY13" fmla="*/ 98870 h 190500"/>
                <a:gd name="connsiteX14" fmla="*/ 63913 w 190500"/>
                <a:gd name="connsiteY14" fmla="*/ 98774 h 190500"/>
                <a:gd name="connsiteX15" fmla="*/ 64008 w 190500"/>
                <a:gd name="connsiteY15" fmla="*/ 98488 h 190500"/>
                <a:gd name="connsiteX16" fmla="*/ 63913 w 190500"/>
                <a:gd name="connsiteY16" fmla="*/ 98108 h 190500"/>
                <a:gd name="connsiteX17" fmla="*/ 63913 w 190500"/>
                <a:gd name="connsiteY17" fmla="*/ 97631 h 190500"/>
                <a:gd name="connsiteX18" fmla="*/ 64484 w 190500"/>
                <a:gd name="connsiteY18" fmla="*/ 95917 h 190500"/>
                <a:gd name="connsiteX19" fmla="*/ 64865 w 190500"/>
                <a:gd name="connsiteY19" fmla="*/ 95155 h 190500"/>
                <a:gd name="connsiteX20" fmla="*/ 65342 w 190500"/>
                <a:gd name="connsiteY20" fmla="*/ 94869 h 190500"/>
                <a:gd name="connsiteX21" fmla="*/ 64484 w 190500"/>
                <a:gd name="connsiteY21" fmla="*/ 94107 h 190500"/>
                <a:gd name="connsiteX22" fmla="*/ 63722 w 190500"/>
                <a:gd name="connsiteY22" fmla="*/ 94869 h 190500"/>
                <a:gd name="connsiteX23" fmla="*/ 67913 w 190500"/>
                <a:gd name="connsiteY23" fmla="*/ 94869 h 190500"/>
                <a:gd name="connsiteX24" fmla="*/ 68104 w 190500"/>
                <a:gd name="connsiteY24" fmla="*/ 95536 h 190500"/>
                <a:gd name="connsiteX25" fmla="*/ 68294 w 190500"/>
                <a:gd name="connsiteY25" fmla="*/ 95821 h 190500"/>
                <a:gd name="connsiteX26" fmla="*/ 68771 w 190500"/>
                <a:gd name="connsiteY26" fmla="*/ 95726 h 190500"/>
                <a:gd name="connsiteX27" fmla="*/ 69056 w 190500"/>
                <a:gd name="connsiteY27" fmla="*/ 95250 h 190500"/>
                <a:gd name="connsiteX28" fmla="*/ 68866 w 190500"/>
                <a:gd name="connsiteY28" fmla="*/ 94583 h 190500"/>
                <a:gd name="connsiteX29" fmla="*/ 69342 w 190500"/>
                <a:gd name="connsiteY29" fmla="*/ 94107 h 190500"/>
                <a:gd name="connsiteX30" fmla="*/ 69056 w 190500"/>
                <a:gd name="connsiteY30" fmla="*/ 93536 h 190500"/>
                <a:gd name="connsiteX31" fmla="*/ 68389 w 190500"/>
                <a:gd name="connsiteY31" fmla="*/ 92964 h 190500"/>
                <a:gd name="connsiteX32" fmla="*/ 67723 w 190500"/>
                <a:gd name="connsiteY32" fmla="*/ 92583 h 190500"/>
                <a:gd name="connsiteX33" fmla="*/ 66580 w 190500"/>
                <a:gd name="connsiteY33" fmla="*/ 93345 h 190500"/>
                <a:gd name="connsiteX34" fmla="*/ 67437 w 190500"/>
                <a:gd name="connsiteY34" fmla="*/ 94202 h 190500"/>
                <a:gd name="connsiteX35" fmla="*/ 67913 w 190500"/>
                <a:gd name="connsiteY35" fmla="*/ 94869 h 190500"/>
                <a:gd name="connsiteX36" fmla="*/ 72104 w 190500"/>
                <a:gd name="connsiteY36" fmla="*/ 96965 h 190500"/>
                <a:gd name="connsiteX37" fmla="*/ 71819 w 190500"/>
                <a:gd name="connsiteY37" fmla="*/ 97536 h 190500"/>
                <a:gd name="connsiteX38" fmla="*/ 71342 w 190500"/>
                <a:gd name="connsiteY38" fmla="*/ 97536 h 190500"/>
                <a:gd name="connsiteX39" fmla="*/ 70676 w 190500"/>
                <a:gd name="connsiteY39" fmla="*/ 97441 h 190500"/>
                <a:gd name="connsiteX40" fmla="*/ 69913 w 190500"/>
                <a:gd name="connsiteY40" fmla="*/ 97726 h 190500"/>
                <a:gd name="connsiteX41" fmla="*/ 70009 w 190500"/>
                <a:gd name="connsiteY41" fmla="*/ 97441 h 190500"/>
                <a:gd name="connsiteX42" fmla="*/ 70295 w 190500"/>
                <a:gd name="connsiteY42" fmla="*/ 96583 h 190500"/>
                <a:gd name="connsiteX43" fmla="*/ 69342 w 190500"/>
                <a:gd name="connsiteY43" fmla="*/ 96869 h 190500"/>
                <a:gd name="connsiteX44" fmla="*/ 67818 w 190500"/>
                <a:gd name="connsiteY44" fmla="*/ 97822 h 190500"/>
                <a:gd name="connsiteX45" fmla="*/ 67437 w 190500"/>
                <a:gd name="connsiteY45" fmla="*/ 97726 h 190500"/>
                <a:gd name="connsiteX46" fmla="*/ 67056 w 190500"/>
                <a:gd name="connsiteY46" fmla="*/ 97726 h 190500"/>
                <a:gd name="connsiteX47" fmla="*/ 67056 w 190500"/>
                <a:gd name="connsiteY47" fmla="*/ 98488 h 190500"/>
                <a:gd name="connsiteX48" fmla="*/ 67056 w 190500"/>
                <a:gd name="connsiteY48" fmla="*/ 99250 h 190500"/>
                <a:gd name="connsiteX49" fmla="*/ 67246 w 190500"/>
                <a:gd name="connsiteY49" fmla="*/ 99155 h 190500"/>
                <a:gd name="connsiteX50" fmla="*/ 67246 w 190500"/>
                <a:gd name="connsiteY50" fmla="*/ 99155 h 190500"/>
                <a:gd name="connsiteX51" fmla="*/ 67246 w 190500"/>
                <a:gd name="connsiteY51" fmla="*/ 99060 h 190500"/>
                <a:gd name="connsiteX52" fmla="*/ 67342 w 190500"/>
                <a:gd name="connsiteY52" fmla="*/ 98870 h 190500"/>
                <a:gd name="connsiteX53" fmla="*/ 67628 w 190500"/>
                <a:gd name="connsiteY53" fmla="*/ 99346 h 190500"/>
                <a:gd name="connsiteX54" fmla="*/ 67913 w 190500"/>
                <a:gd name="connsiteY54" fmla="*/ 99632 h 190500"/>
                <a:gd name="connsiteX55" fmla="*/ 68294 w 190500"/>
                <a:gd name="connsiteY55" fmla="*/ 99822 h 190500"/>
                <a:gd name="connsiteX56" fmla="*/ 68771 w 190500"/>
                <a:gd name="connsiteY56" fmla="*/ 100013 h 190500"/>
                <a:gd name="connsiteX57" fmla="*/ 68104 w 190500"/>
                <a:gd name="connsiteY57" fmla="*/ 100584 h 190500"/>
                <a:gd name="connsiteX58" fmla="*/ 67246 w 190500"/>
                <a:gd name="connsiteY58" fmla="*/ 100775 h 190500"/>
                <a:gd name="connsiteX59" fmla="*/ 66485 w 190500"/>
                <a:gd name="connsiteY59" fmla="*/ 100584 h 190500"/>
                <a:gd name="connsiteX60" fmla="*/ 65913 w 190500"/>
                <a:gd name="connsiteY60" fmla="*/ 99917 h 190500"/>
                <a:gd name="connsiteX61" fmla="*/ 65627 w 190500"/>
                <a:gd name="connsiteY61" fmla="*/ 100393 h 190500"/>
                <a:gd name="connsiteX62" fmla="*/ 66580 w 190500"/>
                <a:gd name="connsiteY62" fmla="*/ 101346 h 190500"/>
                <a:gd name="connsiteX63" fmla="*/ 67532 w 190500"/>
                <a:gd name="connsiteY63" fmla="*/ 101727 h 190500"/>
                <a:gd name="connsiteX64" fmla="*/ 68485 w 190500"/>
                <a:gd name="connsiteY64" fmla="*/ 101632 h 190500"/>
                <a:gd name="connsiteX65" fmla="*/ 69437 w 190500"/>
                <a:gd name="connsiteY65" fmla="*/ 101060 h 190500"/>
                <a:gd name="connsiteX66" fmla="*/ 69532 w 190500"/>
                <a:gd name="connsiteY66" fmla="*/ 100775 h 190500"/>
                <a:gd name="connsiteX67" fmla="*/ 69723 w 190500"/>
                <a:gd name="connsiteY67" fmla="*/ 99917 h 190500"/>
                <a:gd name="connsiteX68" fmla="*/ 69913 w 190500"/>
                <a:gd name="connsiteY68" fmla="*/ 99632 h 190500"/>
                <a:gd name="connsiteX69" fmla="*/ 70199 w 190500"/>
                <a:gd name="connsiteY69" fmla="*/ 99441 h 190500"/>
                <a:gd name="connsiteX70" fmla="*/ 70771 w 190500"/>
                <a:gd name="connsiteY70" fmla="*/ 99346 h 190500"/>
                <a:gd name="connsiteX71" fmla="*/ 71533 w 190500"/>
                <a:gd name="connsiteY71" fmla="*/ 98870 h 190500"/>
                <a:gd name="connsiteX72" fmla="*/ 72104 w 190500"/>
                <a:gd name="connsiteY72" fmla="*/ 98965 h 190500"/>
                <a:gd name="connsiteX73" fmla="*/ 72580 w 190500"/>
                <a:gd name="connsiteY73" fmla="*/ 99346 h 190500"/>
                <a:gd name="connsiteX74" fmla="*/ 72962 w 190500"/>
                <a:gd name="connsiteY74" fmla="*/ 99727 h 190500"/>
                <a:gd name="connsiteX75" fmla="*/ 73057 w 190500"/>
                <a:gd name="connsiteY75" fmla="*/ 99155 h 190500"/>
                <a:gd name="connsiteX76" fmla="*/ 72771 w 190500"/>
                <a:gd name="connsiteY76" fmla="*/ 98393 h 190500"/>
                <a:gd name="connsiteX77" fmla="*/ 72104 w 190500"/>
                <a:gd name="connsiteY77" fmla="*/ 96965 h 190500"/>
                <a:gd name="connsiteX78" fmla="*/ 7525 w 190500"/>
                <a:gd name="connsiteY78" fmla="*/ 43910 h 190500"/>
                <a:gd name="connsiteX79" fmla="*/ 6001 w 190500"/>
                <a:gd name="connsiteY79" fmla="*/ 44196 h 190500"/>
                <a:gd name="connsiteX80" fmla="*/ 5524 w 190500"/>
                <a:gd name="connsiteY80" fmla="*/ 45244 h 190500"/>
                <a:gd name="connsiteX81" fmla="*/ 5334 w 190500"/>
                <a:gd name="connsiteY81" fmla="*/ 46958 h 190500"/>
                <a:gd name="connsiteX82" fmla="*/ 3905 w 190500"/>
                <a:gd name="connsiteY82" fmla="*/ 47149 h 190500"/>
                <a:gd name="connsiteX83" fmla="*/ 1905 w 190500"/>
                <a:gd name="connsiteY83" fmla="*/ 45815 h 190500"/>
                <a:gd name="connsiteX84" fmla="*/ 381 w 190500"/>
                <a:gd name="connsiteY84" fmla="*/ 46577 h 190500"/>
                <a:gd name="connsiteX85" fmla="*/ 95 w 190500"/>
                <a:gd name="connsiteY85" fmla="*/ 46768 h 190500"/>
                <a:gd name="connsiteX86" fmla="*/ 95 w 190500"/>
                <a:gd name="connsiteY86" fmla="*/ 47149 h 190500"/>
                <a:gd name="connsiteX87" fmla="*/ 476 w 190500"/>
                <a:gd name="connsiteY87" fmla="*/ 48006 h 190500"/>
                <a:gd name="connsiteX88" fmla="*/ 667 w 190500"/>
                <a:gd name="connsiteY88" fmla="*/ 48863 h 190500"/>
                <a:gd name="connsiteX89" fmla="*/ 667 w 190500"/>
                <a:gd name="connsiteY89" fmla="*/ 49340 h 190500"/>
                <a:gd name="connsiteX90" fmla="*/ 667 w 190500"/>
                <a:gd name="connsiteY90" fmla="*/ 49721 h 190500"/>
                <a:gd name="connsiteX91" fmla="*/ 571 w 190500"/>
                <a:gd name="connsiteY91" fmla="*/ 50006 h 190500"/>
                <a:gd name="connsiteX92" fmla="*/ 95 w 190500"/>
                <a:gd name="connsiteY92" fmla="*/ 50578 h 190500"/>
                <a:gd name="connsiteX93" fmla="*/ 0 w 190500"/>
                <a:gd name="connsiteY93" fmla="*/ 50768 h 190500"/>
                <a:gd name="connsiteX94" fmla="*/ 190 w 190500"/>
                <a:gd name="connsiteY94" fmla="*/ 51149 h 190500"/>
                <a:gd name="connsiteX95" fmla="*/ 667 w 190500"/>
                <a:gd name="connsiteY95" fmla="*/ 51340 h 190500"/>
                <a:gd name="connsiteX96" fmla="*/ 1238 w 190500"/>
                <a:gd name="connsiteY96" fmla="*/ 51340 h 190500"/>
                <a:gd name="connsiteX97" fmla="*/ 2000 w 190500"/>
                <a:gd name="connsiteY97" fmla="*/ 51721 h 190500"/>
                <a:gd name="connsiteX98" fmla="*/ 2667 w 190500"/>
                <a:gd name="connsiteY98" fmla="*/ 51340 h 190500"/>
                <a:gd name="connsiteX99" fmla="*/ 3429 w 190500"/>
                <a:gd name="connsiteY99" fmla="*/ 50101 h 190500"/>
                <a:gd name="connsiteX100" fmla="*/ 4858 w 190500"/>
                <a:gd name="connsiteY100" fmla="*/ 49244 h 190500"/>
                <a:gd name="connsiteX101" fmla="*/ 6477 w 190500"/>
                <a:gd name="connsiteY101" fmla="*/ 49054 h 190500"/>
                <a:gd name="connsiteX102" fmla="*/ 7525 w 190500"/>
                <a:gd name="connsiteY102" fmla="*/ 49435 h 190500"/>
                <a:gd name="connsiteX103" fmla="*/ 8858 w 190500"/>
                <a:gd name="connsiteY103" fmla="*/ 50292 h 190500"/>
                <a:gd name="connsiteX104" fmla="*/ 9620 w 190500"/>
                <a:gd name="connsiteY104" fmla="*/ 49340 h 190500"/>
                <a:gd name="connsiteX105" fmla="*/ 9811 w 190500"/>
                <a:gd name="connsiteY105" fmla="*/ 47625 h 190500"/>
                <a:gd name="connsiteX106" fmla="*/ 8858 w 190500"/>
                <a:gd name="connsiteY106" fmla="*/ 45149 h 190500"/>
                <a:gd name="connsiteX107" fmla="*/ 7525 w 190500"/>
                <a:gd name="connsiteY107" fmla="*/ 43910 h 190500"/>
                <a:gd name="connsiteX108" fmla="*/ 94488 w 190500"/>
                <a:gd name="connsiteY108" fmla="*/ 103822 h 190500"/>
                <a:gd name="connsiteX109" fmla="*/ 95345 w 190500"/>
                <a:gd name="connsiteY109" fmla="*/ 102965 h 190500"/>
                <a:gd name="connsiteX110" fmla="*/ 97155 w 190500"/>
                <a:gd name="connsiteY110" fmla="*/ 100013 h 190500"/>
                <a:gd name="connsiteX111" fmla="*/ 96679 w 190500"/>
                <a:gd name="connsiteY111" fmla="*/ 100108 h 190500"/>
                <a:gd name="connsiteX112" fmla="*/ 94583 w 190500"/>
                <a:gd name="connsiteY112" fmla="*/ 102775 h 190500"/>
                <a:gd name="connsiteX113" fmla="*/ 91821 w 190500"/>
                <a:gd name="connsiteY113" fmla="*/ 105537 h 190500"/>
                <a:gd name="connsiteX114" fmla="*/ 91059 w 190500"/>
                <a:gd name="connsiteY114" fmla="*/ 106585 h 190500"/>
                <a:gd name="connsiteX115" fmla="*/ 91726 w 190500"/>
                <a:gd name="connsiteY115" fmla="*/ 106204 h 190500"/>
                <a:gd name="connsiteX116" fmla="*/ 92583 w 190500"/>
                <a:gd name="connsiteY116" fmla="*/ 105537 h 190500"/>
                <a:gd name="connsiteX117" fmla="*/ 93154 w 190500"/>
                <a:gd name="connsiteY117" fmla="*/ 105156 h 190500"/>
                <a:gd name="connsiteX118" fmla="*/ 93917 w 190500"/>
                <a:gd name="connsiteY118" fmla="*/ 104394 h 190500"/>
                <a:gd name="connsiteX119" fmla="*/ 94488 w 190500"/>
                <a:gd name="connsiteY119" fmla="*/ 103822 h 190500"/>
                <a:gd name="connsiteX120" fmla="*/ 172974 w 190500"/>
                <a:gd name="connsiteY120" fmla="*/ 185547 h 190500"/>
                <a:gd name="connsiteX121" fmla="*/ 172784 w 190500"/>
                <a:gd name="connsiteY121" fmla="*/ 185071 h 190500"/>
                <a:gd name="connsiteX122" fmla="*/ 172879 w 190500"/>
                <a:gd name="connsiteY122" fmla="*/ 184499 h 190500"/>
                <a:gd name="connsiteX123" fmla="*/ 173069 w 190500"/>
                <a:gd name="connsiteY123" fmla="*/ 184023 h 190500"/>
                <a:gd name="connsiteX124" fmla="*/ 173164 w 190500"/>
                <a:gd name="connsiteY124" fmla="*/ 183833 h 190500"/>
                <a:gd name="connsiteX125" fmla="*/ 173164 w 190500"/>
                <a:gd name="connsiteY125" fmla="*/ 183451 h 190500"/>
                <a:gd name="connsiteX126" fmla="*/ 169259 w 190500"/>
                <a:gd name="connsiteY126" fmla="*/ 183451 h 190500"/>
                <a:gd name="connsiteX127" fmla="*/ 169640 w 190500"/>
                <a:gd name="connsiteY127" fmla="*/ 183833 h 190500"/>
                <a:gd name="connsiteX128" fmla="*/ 169831 w 190500"/>
                <a:gd name="connsiteY128" fmla="*/ 184309 h 190500"/>
                <a:gd name="connsiteX129" fmla="*/ 169831 w 190500"/>
                <a:gd name="connsiteY129" fmla="*/ 184785 h 190500"/>
                <a:gd name="connsiteX130" fmla="*/ 169640 w 190500"/>
                <a:gd name="connsiteY130" fmla="*/ 185357 h 190500"/>
                <a:gd name="connsiteX131" fmla="*/ 170402 w 190500"/>
                <a:gd name="connsiteY131" fmla="*/ 186118 h 190500"/>
                <a:gd name="connsiteX132" fmla="*/ 171736 w 190500"/>
                <a:gd name="connsiteY132" fmla="*/ 187071 h 190500"/>
                <a:gd name="connsiteX133" fmla="*/ 173164 w 190500"/>
                <a:gd name="connsiteY133" fmla="*/ 187642 h 190500"/>
                <a:gd name="connsiteX134" fmla="*/ 174307 w 190500"/>
                <a:gd name="connsiteY134" fmla="*/ 187262 h 190500"/>
                <a:gd name="connsiteX135" fmla="*/ 174403 w 190500"/>
                <a:gd name="connsiteY135" fmla="*/ 186690 h 190500"/>
                <a:gd name="connsiteX136" fmla="*/ 174022 w 190500"/>
                <a:gd name="connsiteY136" fmla="*/ 186214 h 190500"/>
                <a:gd name="connsiteX137" fmla="*/ 172974 w 190500"/>
                <a:gd name="connsiteY137" fmla="*/ 185547 h 190500"/>
                <a:gd name="connsiteX138" fmla="*/ 195834 w 190500"/>
                <a:gd name="connsiteY138" fmla="*/ 16097 h 190500"/>
                <a:gd name="connsiteX139" fmla="*/ 195072 w 190500"/>
                <a:gd name="connsiteY139" fmla="*/ 15716 h 190500"/>
                <a:gd name="connsiteX140" fmla="*/ 194215 w 190500"/>
                <a:gd name="connsiteY140" fmla="*/ 15526 h 190500"/>
                <a:gd name="connsiteX141" fmla="*/ 193453 w 190500"/>
                <a:gd name="connsiteY141" fmla="*/ 15430 h 190500"/>
                <a:gd name="connsiteX142" fmla="*/ 192024 w 190500"/>
                <a:gd name="connsiteY142" fmla="*/ 15621 h 190500"/>
                <a:gd name="connsiteX143" fmla="*/ 191643 w 190500"/>
                <a:gd name="connsiteY143" fmla="*/ 15430 h 190500"/>
                <a:gd name="connsiteX144" fmla="*/ 191071 w 190500"/>
                <a:gd name="connsiteY144" fmla="*/ 14668 h 190500"/>
                <a:gd name="connsiteX145" fmla="*/ 190595 w 190500"/>
                <a:gd name="connsiteY145" fmla="*/ 12954 h 190500"/>
                <a:gd name="connsiteX146" fmla="*/ 190405 w 190500"/>
                <a:gd name="connsiteY146" fmla="*/ 11906 h 190500"/>
                <a:gd name="connsiteX147" fmla="*/ 190500 w 190500"/>
                <a:gd name="connsiteY147" fmla="*/ 11335 h 190500"/>
                <a:gd name="connsiteX148" fmla="*/ 190786 w 190500"/>
                <a:gd name="connsiteY148" fmla="*/ 10573 h 190500"/>
                <a:gd name="connsiteX149" fmla="*/ 190119 w 190500"/>
                <a:gd name="connsiteY149" fmla="*/ 10192 h 190500"/>
                <a:gd name="connsiteX150" fmla="*/ 180975 w 190500"/>
                <a:gd name="connsiteY150" fmla="*/ 8001 h 190500"/>
                <a:gd name="connsiteX151" fmla="*/ 180213 w 190500"/>
                <a:gd name="connsiteY151" fmla="*/ 7715 h 190500"/>
                <a:gd name="connsiteX152" fmla="*/ 179832 w 190500"/>
                <a:gd name="connsiteY152" fmla="*/ 7429 h 190500"/>
                <a:gd name="connsiteX153" fmla="*/ 179642 w 190500"/>
                <a:gd name="connsiteY153" fmla="*/ 7239 h 190500"/>
                <a:gd name="connsiteX154" fmla="*/ 178879 w 190500"/>
                <a:gd name="connsiteY154" fmla="*/ 6763 h 190500"/>
                <a:gd name="connsiteX155" fmla="*/ 178689 w 190500"/>
                <a:gd name="connsiteY155" fmla="*/ 6477 h 190500"/>
                <a:gd name="connsiteX156" fmla="*/ 178689 w 190500"/>
                <a:gd name="connsiteY156" fmla="*/ 6001 h 190500"/>
                <a:gd name="connsiteX157" fmla="*/ 178879 w 190500"/>
                <a:gd name="connsiteY157" fmla="*/ 5620 h 190500"/>
                <a:gd name="connsiteX158" fmla="*/ 179070 w 190500"/>
                <a:gd name="connsiteY158" fmla="*/ 5334 h 190500"/>
                <a:gd name="connsiteX159" fmla="*/ 179070 w 190500"/>
                <a:gd name="connsiteY159" fmla="*/ 5143 h 190500"/>
                <a:gd name="connsiteX160" fmla="*/ 178594 w 190500"/>
                <a:gd name="connsiteY160" fmla="*/ 5048 h 190500"/>
                <a:gd name="connsiteX161" fmla="*/ 178022 w 190500"/>
                <a:gd name="connsiteY161" fmla="*/ 5143 h 190500"/>
                <a:gd name="connsiteX162" fmla="*/ 177451 w 190500"/>
                <a:gd name="connsiteY162" fmla="*/ 5239 h 190500"/>
                <a:gd name="connsiteX163" fmla="*/ 177165 w 190500"/>
                <a:gd name="connsiteY163" fmla="*/ 5334 h 190500"/>
                <a:gd name="connsiteX164" fmla="*/ 176403 w 190500"/>
                <a:gd name="connsiteY164" fmla="*/ 3810 h 190500"/>
                <a:gd name="connsiteX165" fmla="*/ 174403 w 190500"/>
                <a:gd name="connsiteY165" fmla="*/ 953 h 190500"/>
                <a:gd name="connsiteX166" fmla="*/ 173546 w 190500"/>
                <a:gd name="connsiteY166" fmla="*/ 286 h 190500"/>
                <a:gd name="connsiteX167" fmla="*/ 171355 w 190500"/>
                <a:gd name="connsiteY167" fmla="*/ 0 h 190500"/>
                <a:gd name="connsiteX168" fmla="*/ 169164 w 190500"/>
                <a:gd name="connsiteY168" fmla="*/ 476 h 190500"/>
                <a:gd name="connsiteX169" fmla="*/ 167259 w 190500"/>
                <a:gd name="connsiteY169" fmla="*/ 1429 h 190500"/>
                <a:gd name="connsiteX170" fmla="*/ 165926 w 190500"/>
                <a:gd name="connsiteY170" fmla="*/ 2667 h 190500"/>
                <a:gd name="connsiteX171" fmla="*/ 165259 w 190500"/>
                <a:gd name="connsiteY171" fmla="*/ 3810 h 190500"/>
                <a:gd name="connsiteX172" fmla="*/ 164878 w 190500"/>
                <a:gd name="connsiteY172" fmla="*/ 4858 h 190500"/>
                <a:gd name="connsiteX173" fmla="*/ 164687 w 190500"/>
                <a:gd name="connsiteY173" fmla="*/ 5048 h 190500"/>
                <a:gd name="connsiteX174" fmla="*/ 164306 w 190500"/>
                <a:gd name="connsiteY174" fmla="*/ 5239 h 190500"/>
                <a:gd name="connsiteX175" fmla="*/ 163925 w 190500"/>
                <a:gd name="connsiteY175" fmla="*/ 5525 h 190500"/>
                <a:gd name="connsiteX176" fmla="*/ 163735 w 190500"/>
                <a:gd name="connsiteY176" fmla="*/ 6096 h 190500"/>
                <a:gd name="connsiteX177" fmla="*/ 164306 w 190500"/>
                <a:gd name="connsiteY177" fmla="*/ 6477 h 190500"/>
                <a:gd name="connsiteX178" fmla="*/ 165449 w 190500"/>
                <a:gd name="connsiteY178" fmla="*/ 7620 h 190500"/>
                <a:gd name="connsiteX179" fmla="*/ 166211 w 190500"/>
                <a:gd name="connsiteY179" fmla="*/ 8763 h 190500"/>
                <a:gd name="connsiteX180" fmla="*/ 165545 w 190500"/>
                <a:gd name="connsiteY180" fmla="*/ 9049 h 190500"/>
                <a:gd name="connsiteX181" fmla="*/ 165259 w 190500"/>
                <a:gd name="connsiteY181" fmla="*/ 8763 h 190500"/>
                <a:gd name="connsiteX182" fmla="*/ 164973 w 190500"/>
                <a:gd name="connsiteY182" fmla="*/ 8192 h 190500"/>
                <a:gd name="connsiteX183" fmla="*/ 164592 w 190500"/>
                <a:gd name="connsiteY183" fmla="*/ 7620 h 190500"/>
                <a:gd name="connsiteX184" fmla="*/ 163925 w 190500"/>
                <a:gd name="connsiteY184" fmla="*/ 7429 h 190500"/>
                <a:gd name="connsiteX185" fmla="*/ 163354 w 190500"/>
                <a:gd name="connsiteY185" fmla="*/ 7429 h 190500"/>
                <a:gd name="connsiteX186" fmla="*/ 162878 w 190500"/>
                <a:gd name="connsiteY186" fmla="*/ 7525 h 190500"/>
                <a:gd name="connsiteX187" fmla="*/ 162496 w 190500"/>
                <a:gd name="connsiteY187" fmla="*/ 7715 h 190500"/>
                <a:gd name="connsiteX188" fmla="*/ 161258 w 190500"/>
                <a:gd name="connsiteY188" fmla="*/ 8763 h 190500"/>
                <a:gd name="connsiteX189" fmla="*/ 160306 w 190500"/>
                <a:gd name="connsiteY189" fmla="*/ 9144 h 190500"/>
                <a:gd name="connsiteX190" fmla="*/ 158020 w 190500"/>
                <a:gd name="connsiteY190" fmla="*/ 9525 h 190500"/>
                <a:gd name="connsiteX191" fmla="*/ 154019 w 190500"/>
                <a:gd name="connsiteY191" fmla="*/ 10287 h 190500"/>
                <a:gd name="connsiteX192" fmla="*/ 152210 w 190500"/>
                <a:gd name="connsiteY192" fmla="*/ 10954 h 190500"/>
                <a:gd name="connsiteX193" fmla="*/ 151352 w 190500"/>
                <a:gd name="connsiteY193" fmla="*/ 11430 h 190500"/>
                <a:gd name="connsiteX194" fmla="*/ 150590 w 190500"/>
                <a:gd name="connsiteY194" fmla="*/ 12097 h 190500"/>
                <a:gd name="connsiteX195" fmla="*/ 149733 w 190500"/>
                <a:gd name="connsiteY195" fmla="*/ 12668 h 190500"/>
                <a:gd name="connsiteX196" fmla="*/ 146018 w 190500"/>
                <a:gd name="connsiteY196" fmla="*/ 13907 h 190500"/>
                <a:gd name="connsiteX197" fmla="*/ 144589 w 190500"/>
                <a:gd name="connsiteY197" fmla="*/ 15145 h 190500"/>
                <a:gd name="connsiteX198" fmla="*/ 143161 w 190500"/>
                <a:gd name="connsiteY198" fmla="*/ 16764 h 190500"/>
                <a:gd name="connsiteX199" fmla="*/ 141351 w 190500"/>
                <a:gd name="connsiteY199" fmla="*/ 19621 h 190500"/>
                <a:gd name="connsiteX200" fmla="*/ 140970 w 190500"/>
                <a:gd name="connsiteY200" fmla="*/ 20288 h 190500"/>
                <a:gd name="connsiteX201" fmla="*/ 140494 w 190500"/>
                <a:gd name="connsiteY201" fmla="*/ 21526 h 190500"/>
                <a:gd name="connsiteX202" fmla="*/ 140398 w 190500"/>
                <a:gd name="connsiteY202" fmla="*/ 22098 h 190500"/>
                <a:gd name="connsiteX203" fmla="*/ 140398 w 190500"/>
                <a:gd name="connsiteY203" fmla="*/ 22384 h 190500"/>
                <a:gd name="connsiteX204" fmla="*/ 139922 w 190500"/>
                <a:gd name="connsiteY204" fmla="*/ 22574 h 190500"/>
                <a:gd name="connsiteX205" fmla="*/ 139351 w 190500"/>
                <a:gd name="connsiteY205" fmla="*/ 22955 h 190500"/>
                <a:gd name="connsiteX206" fmla="*/ 138970 w 190500"/>
                <a:gd name="connsiteY206" fmla="*/ 23527 h 190500"/>
                <a:gd name="connsiteX207" fmla="*/ 138779 w 190500"/>
                <a:gd name="connsiteY207" fmla="*/ 24098 h 190500"/>
                <a:gd name="connsiteX208" fmla="*/ 138684 w 190500"/>
                <a:gd name="connsiteY208" fmla="*/ 24860 h 190500"/>
                <a:gd name="connsiteX209" fmla="*/ 138398 w 190500"/>
                <a:gd name="connsiteY209" fmla="*/ 25337 h 190500"/>
                <a:gd name="connsiteX210" fmla="*/ 138398 w 190500"/>
                <a:gd name="connsiteY210" fmla="*/ 25337 h 190500"/>
                <a:gd name="connsiteX211" fmla="*/ 138017 w 190500"/>
                <a:gd name="connsiteY211" fmla="*/ 25717 h 190500"/>
                <a:gd name="connsiteX212" fmla="*/ 137731 w 190500"/>
                <a:gd name="connsiteY212" fmla="*/ 26289 h 190500"/>
                <a:gd name="connsiteX213" fmla="*/ 137922 w 190500"/>
                <a:gd name="connsiteY213" fmla="*/ 26765 h 190500"/>
                <a:gd name="connsiteX214" fmla="*/ 138017 w 190500"/>
                <a:gd name="connsiteY214" fmla="*/ 27146 h 190500"/>
                <a:gd name="connsiteX215" fmla="*/ 138017 w 190500"/>
                <a:gd name="connsiteY215" fmla="*/ 27527 h 190500"/>
                <a:gd name="connsiteX216" fmla="*/ 137827 w 190500"/>
                <a:gd name="connsiteY216" fmla="*/ 27813 h 190500"/>
                <a:gd name="connsiteX217" fmla="*/ 137351 w 190500"/>
                <a:gd name="connsiteY217" fmla="*/ 28384 h 190500"/>
                <a:gd name="connsiteX218" fmla="*/ 136207 w 190500"/>
                <a:gd name="connsiteY218" fmla="*/ 30671 h 190500"/>
                <a:gd name="connsiteX219" fmla="*/ 135922 w 190500"/>
                <a:gd name="connsiteY219" fmla="*/ 31718 h 190500"/>
                <a:gd name="connsiteX220" fmla="*/ 135160 w 190500"/>
                <a:gd name="connsiteY220" fmla="*/ 32099 h 190500"/>
                <a:gd name="connsiteX221" fmla="*/ 134969 w 190500"/>
                <a:gd name="connsiteY221" fmla="*/ 32480 h 190500"/>
                <a:gd name="connsiteX222" fmla="*/ 134588 w 190500"/>
                <a:gd name="connsiteY222" fmla="*/ 33623 h 190500"/>
                <a:gd name="connsiteX223" fmla="*/ 133826 w 190500"/>
                <a:gd name="connsiteY223" fmla="*/ 34385 h 190500"/>
                <a:gd name="connsiteX224" fmla="*/ 133255 w 190500"/>
                <a:gd name="connsiteY224" fmla="*/ 35147 h 190500"/>
                <a:gd name="connsiteX225" fmla="*/ 133445 w 190500"/>
                <a:gd name="connsiteY225" fmla="*/ 36290 h 190500"/>
                <a:gd name="connsiteX226" fmla="*/ 132017 w 190500"/>
                <a:gd name="connsiteY226" fmla="*/ 36004 h 190500"/>
                <a:gd name="connsiteX227" fmla="*/ 130873 w 190500"/>
                <a:gd name="connsiteY227" fmla="*/ 36290 h 190500"/>
                <a:gd name="connsiteX228" fmla="*/ 129921 w 190500"/>
                <a:gd name="connsiteY228" fmla="*/ 36957 h 190500"/>
                <a:gd name="connsiteX229" fmla="*/ 129064 w 190500"/>
                <a:gd name="connsiteY229" fmla="*/ 37814 h 190500"/>
                <a:gd name="connsiteX230" fmla="*/ 128778 w 190500"/>
                <a:gd name="connsiteY230" fmla="*/ 38291 h 190500"/>
                <a:gd name="connsiteX231" fmla="*/ 128588 w 190500"/>
                <a:gd name="connsiteY231" fmla="*/ 38767 h 190500"/>
                <a:gd name="connsiteX232" fmla="*/ 128206 w 190500"/>
                <a:gd name="connsiteY232" fmla="*/ 39148 h 190500"/>
                <a:gd name="connsiteX233" fmla="*/ 126873 w 190500"/>
                <a:gd name="connsiteY233" fmla="*/ 39529 h 190500"/>
                <a:gd name="connsiteX234" fmla="*/ 126587 w 190500"/>
                <a:gd name="connsiteY234" fmla="*/ 40100 h 190500"/>
                <a:gd name="connsiteX235" fmla="*/ 126302 w 190500"/>
                <a:gd name="connsiteY235" fmla="*/ 41338 h 190500"/>
                <a:gd name="connsiteX236" fmla="*/ 125063 w 190500"/>
                <a:gd name="connsiteY236" fmla="*/ 43434 h 190500"/>
                <a:gd name="connsiteX237" fmla="*/ 124587 w 190500"/>
                <a:gd name="connsiteY237" fmla="*/ 44577 h 190500"/>
                <a:gd name="connsiteX238" fmla="*/ 124396 w 190500"/>
                <a:gd name="connsiteY238" fmla="*/ 45911 h 190500"/>
                <a:gd name="connsiteX239" fmla="*/ 124015 w 190500"/>
                <a:gd name="connsiteY239" fmla="*/ 46672 h 190500"/>
                <a:gd name="connsiteX240" fmla="*/ 122587 w 190500"/>
                <a:gd name="connsiteY240" fmla="*/ 48292 h 190500"/>
                <a:gd name="connsiteX241" fmla="*/ 119920 w 190500"/>
                <a:gd name="connsiteY241" fmla="*/ 51245 h 190500"/>
                <a:gd name="connsiteX242" fmla="*/ 119253 w 190500"/>
                <a:gd name="connsiteY242" fmla="*/ 52292 h 190500"/>
                <a:gd name="connsiteX243" fmla="*/ 118681 w 190500"/>
                <a:gd name="connsiteY243" fmla="*/ 54292 h 190500"/>
                <a:gd name="connsiteX244" fmla="*/ 116777 w 190500"/>
                <a:gd name="connsiteY244" fmla="*/ 57531 h 190500"/>
                <a:gd name="connsiteX245" fmla="*/ 116205 w 190500"/>
                <a:gd name="connsiteY245" fmla="*/ 60008 h 190500"/>
                <a:gd name="connsiteX246" fmla="*/ 115729 w 190500"/>
                <a:gd name="connsiteY246" fmla="*/ 61246 h 190500"/>
                <a:gd name="connsiteX247" fmla="*/ 115062 w 190500"/>
                <a:gd name="connsiteY247" fmla="*/ 61817 h 190500"/>
                <a:gd name="connsiteX248" fmla="*/ 114871 w 190500"/>
                <a:gd name="connsiteY248" fmla="*/ 62484 h 190500"/>
                <a:gd name="connsiteX249" fmla="*/ 114776 w 190500"/>
                <a:gd name="connsiteY249" fmla="*/ 62675 h 190500"/>
                <a:gd name="connsiteX250" fmla="*/ 112490 w 190500"/>
                <a:gd name="connsiteY250" fmla="*/ 65342 h 190500"/>
                <a:gd name="connsiteX251" fmla="*/ 111919 w 190500"/>
                <a:gd name="connsiteY251" fmla="*/ 65818 h 190500"/>
                <a:gd name="connsiteX252" fmla="*/ 111728 w 190500"/>
                <a:gd name="connsiteY252" fmla="*/ 66389 h 190500"/>
                <a:gd name="connsiteX253" fmla="*/ 111633 w 190500"/>
                <a:gd name="connsiteY253" fmla="*/ 68390 h 190500"/>
                <a:gd name="connsiteX254" fmla="*/ 111347 w 190500"/>
                <a:gd name="connsiteY254" fmla="*/ 68961 h 190500"/>
                <a:gd name="connsiteX255" fmla="*/ 110299 w 190500"/>
                <a:gd name="connsiteY255" fmla="*/ 69723 h 190500"/>
                <a:gd name="connsiteX256" fmla="*/ 110014 w 190500"/>
                <a:gd name="connsiteY256" fmla="*/ 70295 h 190500"/>
                <a:gd name="connsiteX257" fmla="*/ 109919 w 190500"/>
                <a:gd name="connsiteY257" fmla="*/ 70866 h 190500"/>
                <a:gd name="connsiteX258" fmla="*/ 109633 w 190500"/>
                <a:gd name="connsiteY258" fmla="*/ 71152 h 190500"/>
                <a:gd name="connsiteX259" fmla="*/ 109156 w 190500"/>
                <a:gd name="connsiteY259" fmla="*/ 71342 h 190500"/>
                <a:gd name="connsiteX260" fmla="*/ 108680 w 190500"/>
                <a:gd name="connsiteY260" fmla="*/ 71723 h 190500"/>
                <a:gd name="connsiteX261" fmla="*/ 108109 w 190500"/>
                <a:gd name="connsiteY261" fmla="*/ 72295 h 190500"/>
                <a:gd name="connsiteX262" fmla="*/ 107537 w 190500"/>
                <a:gd name="connsiteY262" fmla="*/ 73247 h 190500"/>
                <a:gd name="connsiteX263" fmla="*/ 106394 w 190500"/>
                <a:gd name="connsiteY263" fmla="*/ 76486 h 190500"/>
                <a:gd name="connsiteX264" fmla="*/ 105537 w 190500"/>
                <a:gd name="connsiteY264" fmla="*/ 78010 h 190500"/>
                <a:gd name="connsiteX265" fmla="*/ 104965 w 190500"/>
                <a:gd name="connsiteY265" fmla="*/ 79534 h 190500"/>
                <a:gd name="connsiteX266" fmla="*/ 104585 w 190500"/>
                <a:gd name="connsiteY266" fmla="*/ 80105 h 190500"/>
                <a:gd name="connsiteX267" fmla="*/ 103156 w 190500"/>
                <a:gd name="connsiteY267" fmla="*/ 81439 h 190500"/>
                <a:gd name="connsiteX268" fmla="*/ 102870 w 190500"/>
                <a:gd name="connsiteY268" fmla="*/ 82010 h 190500"/>
                <a:gd name="connsiteX269" fmla="*/ 102584 w 190500"/>
                <a:gd name="connsiteY269" fmla="*/ 83439 h 190500"/>
                <a:gd name="connsiteX270" fmla="*/ 102298 w 190500"/>
                <a:gd name="connsiteY270" fmla="*/ 84011 h 190500"/>
                <a:gd name="connsiteX271" fmla="*/ 101155 w 190500"/>
                <a:gd name="connsiteY271" fmla="*/ 84868 h 190500"/>
                <a:gd name="connsiteX272" fmla="*/ 100965 w 190500"/>
                <a:gd name="connsiteY272" fmla="*/ 85154 h 190500"/>
                <a:gd name="connsiteX273" fmla="*/ 100774 w 190500"/>
                <a:gd name="connsiteY273" fmla="*/ 85725 h 190500"/>
                <a:gd name="connsiteX274" fmla="*/ 99536 w 190500"/>
                <a:gd name="connsiteY274" fmla="*/ 87344 h 190500"/>
                <a:gd name="connsiteX275" fmla="*/ 99251 w 190500"/>
                <a:gd name="connsiteY275" fmla="*/ 87916 h 190500"/>
                <a:gd name="connsiteX276" fmla="*/ 98774 w 190500"/>
                <a:gd name="connsiteY276" fmla="*/ 89630 h 190500"/>
                <a:gd name="connsiteX277" fmla="*/ 98488 w 190500"/>
                <a:gd name="connsiteY277" fmla="*/ 91630 h 190500"/>
                <a:gd name="connsiteX278" fmla="*/ 97631 w 190500"/>
                <a:gd name="connsiteY278" fmla="*/ 93154 h 190500"/>
                <a:gd name="connsiteX279" fmla="*/ 97060 w 190500"/>
                <a:gd name="connsiteY279" fmla="*/ 95155 h 190500"/>
                <a:gd name="connsiteX280" fmla="*/ 96869 w 190500"/>
                <a:gd name="connsiteY280" fmla="*/ 97631 h 190500"/>
                <a:gd name="connsiteX281" fmla="*/ 96869 w 190500"/>
                <a:gd name="connsiteY281" fmla="*/ 100870 h 190500"/>
                <a:gd name="connsiteX282" fmla="*/ 95917 w 190500"/>
                <a:gd name="connsiteY282" fmla="*/ 101917 h 190500"/>
                <a:gd name="connsiteX283" fmla="*/ 95917 w 190500"/>
                <a:gd name="connsiteY283" fmla="*/ 103632 h 190500"/>
                <a:gd name="connsiteX284" fmla="*/ 97631 w 190500"/>
                <a:gd name="connsiteY284" fmla="*/ 103537 h 190500"/>
                <a:gd name="connsiteX285" fmla="*/ 96774 w 190500"/>
                <a:gd name="connsiteY285" fmla="*/ 104584 h 190500"/>
                <a:gd name="connsiteX286" fmla="*/ 96584 w 190500"/>
                <a:gd name="connsiteY286" fmla="*/ 105061 h 190500"/>
                <a:gd name="connsiteX287" fmla="*/ 96203 w 190500"/>
                <a:gd name="connsiteY287" fmla="*/ 105442 h 190500"/>
                <a:gd name="connsiteX288" fmla="*/ 96107 w 190500"/>
                <a:gd name="connsiteY288" fmla="*/ 105823 h 190500"/>
                <a:gd name="connsiteX289" fmla="*/ 96679 w 190500"/>
                <a:gd name="connsiteY289" fmla="*/ 106108 h 190500"/>
                <a:gd name="connsiteX290" fmla="*/ 96679 w 190500"/>
                <a:gd name="connsiteY290" fmla="*/ 106490 h 190500"/>
                <a:gd name="connsiteX291" fmla="*/ 96298 w 190500"/>
                <a:gd name="connsiteY291" fmla="*/ 107251 h 190500"/>
                <a:gd name="connsiteX292" fmla="*/ 97155 w 190500"/>
                <a:gd name="connsiteY292" fmla="*/ 108871 h 190500"/>
                <a:gd name="connsiteX293" fmla="*/ 97917 w 190500"/>
                <a:gd name="connsiteY293" fmla="*/ 110966 h 190500"/>
                <a:gd name="connsiteX294" fmla="*/ 96869 w 190500"/>
                <a:gd name="connsiteY294" fmla="*/ 110966 h 190500"/>
                <a:gd name="connsiteX295" fmla="*/ 96107 w 190500"/>
                <a:gd name="connsiteY295" fmla="*/ 110966 h 190500"/>
                <a:gd name="connsiteX296" fmla="*/ 95631 w 190500"/>
                <a:gd name="connsiteY296" fmla="*/ 112109 h 190500"/>
                <a:gd name="connsiteX297" fmla="*/ 95631 w 190500"/>
                <a:gd name="connsiteY297" fmla="*/ 112776 h 190500"/>
                <a:gd name="connsiteX298" fmla="*/ 96107 w 190500"/>
                <a:gd name="connsiteY298" fmla="*/ 112776 h 190500"/>
                <a:gd name="connsiteX299" fmla="*/ 96488 w 190500"/>
                <a:gd name="connsiteY299" fmla="*/ 112871 h 190500"/>
                <a:gd name="connsiteX300" fmla="*/ 96964 w 190500"/>
                <a:gd name="connsiteY300" fmla="*/ 112586 h 190500"/>
                <a:gd name="connsiteX301" fmla="*/ 97155 w 190500"/>
                <a:gd name="connsiteY301" fmla="*/ 113252 h 190500"/>
                <a:gd name="connsiteX302" fmla="*/ 96869 w 190500"/>
                <a:gd name="connsiteY302" fmla="*/ 113157 h 190500"/>
                <a:gd name="connsiteX303" fmla="*/ 96203 w 190500"/>
                <a:gd name="connsiteY303" fmla="*/ 113443 h 190500"/>
                <a:gd name="connsiteX304" fmla="*/ 95440 w 190500"/>
                <a:gd name="connsiteY304" fmla="*/ 113443 h 190500"/>
                <a:gd name="connsiteX305" fmla="*/ 95155 w 190500"/>
                <a:gd name="connsiteY305" fmla="*/ 114300 h 190500"/>
                <a:gd name="connsiteX306" fmla="*/ 95917 w 190500"/>
                <a:gd name="connsiteY306" fmla="*/ 114776 h 190500"/>
                <a:gd name="connsiteX307" fmla="*/ 95440 w 190500"/>
                <a:gd name="connsiteY307" fmla="*/ 114871 h 190500"/>
                <a:gd name="connsiteX308" fmla="*/ 95155 w 190500"/>
                <a:gd name="connsiteY308" fmla="*/ 115253 h 190500"/>
                <a:gd name="connsiteX309" fmla="*/ 94488 w 190500"/>
                <a:gd name="connsiteY309" fmla="*/ 117062 h 190500"/>
                <a:gd name="connsiteX310" fmla="*/ 94393 w 190500"/>
                <a:gd name="connsiteY310" fmla="*/ 117538 h 190500"/>
                <a:gd name="connsiteX311" fmla="*/ 94488 w 190500"/>
                <a:gd name="connsiteY311" fmla="*/ 118015 h 190500"/>
                <a:gd name="connsiteX312" fmla="*/ 94012 w 190500"/>
                <a:gd name="connsiteY312" fmla="*/ 118586 h 190500"/>
                <a:gd name="connsiteX313" fmla="*/ 93726 w 190500"/>
                <a:gd name="connsiteY313" fmla="*/ 119348 h 190500"/>
                <a:gd name="connsiteX314" fmla="*/ 93536 w 190500"/>
                <a:gd name="connsiteY314" fmla="*/ 119920 h 190500"/>
                <a:gd name="connsiteX315" fmla="*/ 93821 w 190500"/>
                <a:gd name="connsiteY315" fmla="*/ 120587 h 190500"/>
                <a:gd name="connsiteX316" fmla="*/ 94012 w 190500"/>
                <a:gd name="connsiteY316" fmla="*/ 121349 h 190500"/>
                <a:gd name="connsiteX317" fmla="*/ 93726 w 190500"/>
                <a:gd name="connsiteY317" fmla="*/ 121825 h 190500"/>
                <a:gd name="connsiteX318" fmla="*/ 93154 w 190500"/>
                <a:gd name="connsiteY318" fmla="*/ 122015 h 190500"/>
                <a:gd name="connsiteX319" fmla="*/ 92678 w 190500"/>
                <a:gd name="connsiteY319" fmla="*/ 122301 h 190500"/>
                <a:gd name="connsiteX320" fmla="*/ 92583 w 190500"/>
                <a:gd name="connsiteY320" fmla="*/ 123063 h 190500"/>
                <a:gd name="connsiteX321" fmla="*/ 93154 w 190500"/>
                <a:gd name="connsiteY321" fmla="*/ 123730 h 190500"/>
                <a:gd name="connsiteX322" fmla="*/ 94012 w 190500"/>
                <a:gd name="connsiteY322" fmla="*/ 124492 h 190500"/>
                <a:gd name="connsiteX323" fmla="*/ 94202 w 190500"/>
                <a:gd name="connsiteY323" fmla="*/ 124968 h 190500"/>
                <a:gd name="connsiteX324" fmla="*/ 92583 w 190500"/>
                <a:gd name="connsiteY324" fmla="*/ 124968 h 190500"/>
                <a:gd name="connsiteX325" fmla="*/ 92583 w 190500"/>
                <a:gd name="connsiteY325" fmla="*/ 125349 h 190500"/>
                <a:gd name="connsiteX326" fmla="*/ 94488 w 190500"/>
                <a:gd name="connsiteY326" fmla="*/ 125825 h 190500"/>
                <a:gd name="connsiteX327" fmla="*/ 94774 w 190500"/>
                <a:gd name="connsiteY327" fmla="*/ 126111 h 190500"/>
                <a:gd name="connsiteX328" fmla="*/ 94583 w 190500"/>
                <a:gd name="connsiteY328" fmla="*/ 126683 h 190500"/>
                <a:gd name="connsiteX329" fmla="*/ 93917 w 190500"/>
                <a:gd name="connsiteY329" fmla="*/ 126873 h 190500"/>
                <a:gd name="connsiteX330" fmla="*/ 93154 w 190500"/>
                <a:gd name="connsiteY330" fmla="*/ 126968 h 190500"/>
                <a:gd name="connsiteX331" fmla="*/ 92583 w 190500"/>
                <a:gd name="connsiteY331" fmla="*/ 127254 h 190500"/>
                <a:gd name="connsiteX332" fmla="*/ 92393 w 190500"/>
                <a:gd name="connsiteY332" fmla="*/ 127730 h 190500"/>
                <a:gd name="connsiteX333" fmla="*/ 92297 w 190500"/>
                <a:gd name="connsiteY333" fmla="*/ 128397 h 190500"/>
                <a:gd name="connsiteX334" fmla="*/ 92488 w 190500"/>
                <a:gd name="connsiteY334" fmla="*/ 129064 h 190500"/>
                <a:gd name="connsiteX335" fmla="*/ 93059 w 190500"/>
                <a:gd name="connsiteY335" fmla="*/ 129540 h 190500"/>
                <a:gd name="connsiteX336" fmla="*/ 93631 w 190500"/>
                <a:gd name="connsiteY336" fmla="*/ 129445 h 190500"/>
                <a:gd name="connsiteX337" fmla="*/ 94012 w 190500"/>
                <a:gd name="connsiteY337" fmla="*/ 128873 h 190500"/>
                <a:gd name="connsiteX338" fmla="*/ 94488 w 190500"/>
                <a:gd name="connsiteY338" fmla="*/ 128492 h 190500"/>
                <a:gd name="connsiteX339" fmla="*/ 95345 w 190500"/>
                <a:gd name="connsiteY339" fmla="*/ 128873 h 190500"/>
                <a:gd name="connsiteX340" fmla="*/ 95536 w 190500"/>
                <a:gd name="connsiteY340" fmla="*/ 129350 h 190500"/>
                <a:gd name="connsiteX341" fmla="*/ 95440 w 190500"/>
                <a:gd name="connsiteY341" fmla="*/ 130778 h 190500"/>
                <a:gd name="connsiteX342" fmla="*/ 95726 w 190500"/>
                <a:gd name="connsiteY342" fmla="*/ 131254 h 190500"/>
                <a:gd name="connsiteX343" fmla="*/ 96393 w 190500"/>
                <a:gd name="connsiteY343" fmla="*/ 131254 h 190500"/>
                <a:gd name="connsiteX344" fmla="*/ 96774 w 190500"/>
                <a:gd name="connsiteY344" fmla="*/ 130683 h 190500"/>
                <a:gd name="connsiteX345" fmla="*/ 96964 w 190500"/>
                <a:gd name="connsiteY345" fmla="*/ 130016 h 190500"/>
                <a:gd name="connsiteX346" fmla="*/ 97250 w 190500"/>
                <a:gd name="connsiteY346" fmla="*/ 129635 h 190500"/>
                <a:gd name="connsiteX347" fmla="*/ 98488 w 190500"/>
                <a:gd name="connsiteY347" fmla="*/ 129826 h 190500"/>
                <a:gd name="connsiteX348" fmla="*/ 98679 w 190500"/>
                <a:gd name="connsiteY348" fmla="*/ 130874 h 190500"/>
                <a:gd name="connsiteX349" fmla="*/ 98107 w 190500"/>
                <a:gd name="connsiteY349" fmla="*/ 132112 h 190500"/>
                <a:gd name="connsiteX350" fmla="*/ 97155 w 190500"/>
                <a:gd name="connsiteY350" fmla="*/ 132779 h 190500"/>
                <a:gd name="connsiteX351" fmla="*/ 97917 w 190500"/>
                <a:gd name="connsiteY351" fmla="*/ 133541 h 190500"/>
                <a:gd name="connsiteX352" fmla="*/ 98298 w 190500"/>
                <a:gd name="connsiteY352" fmla="*/ 134303 h 190500"/>
                <a:gd name="connsiteX353" fmla="*/ 98488 w 190500"/>
                <a:gd name="connsiteY353" fmla="*/ 135541 h 190500"/>
                <a:gd name="connsiteX354" fmla="*/ 98965 w 190500"/>
                <a:gd name="connsiteY354" fmla="*/ 138303 h 190500"/>
                <a:gd name="connsiteX355" fmla="*/ 99155 w 190500"/>
                <a:gd name="connsiteY355" fmla="*/ 138684 h 190500"/>
                <a:gd name="connsiteX356" fmla="*/ 99727 w 190500"/>
                <a:gd name="connsiteY356" fmla="*/ 139637 h 190500"/>
                <a:gd name="connsiteX357" fmla="*/ 99822 w 190500"/>
                <a:gd name="connsiteY357" fmla="*/ 140113 h 190500"/>
                <a:gd name="connsiteX358" fmla="*/ 100108 w 190500"/>
                <a:gd name="connsiteY358" fmla="*/ 140399 h 190500"/>
                <a:gd name="connsiteX359" fmla="*/ 100394 w 190500"/>
                <a:gd name="connsiteY359" fmla="*/ 140589 h 190500"/>
                <a:gd name="connsiteX360" fmla="*/ 100489 w 190500"/>
                <a:gd name="connsiteY360" fmla="*/ 140875 h 190500"/>
                <a:gd name="connsiteX361" fmla="*/ 100394 w 190500"/>
                <a:gd name="connsiteY361" fmla="*/ 141351 h 190500"/>
                <a:gd name="connsiteX362" fmla="*/ 100108 w 190500"/>
                <a:gd name="connsiteY362" fmla="*/ 142113 h 190500"/>
                <a:gd name="connsiteX363" fmla="*/ 100108 w 190500"/>
                <a:gd name="connsiteY363" fmla="*/ 142684 h 190500"/>
                <a:gd name="connsiteX364" fmla="*/ 100298 w 190500"/>
                <a:gd name="connsiteY364" fmla="*/ 143542 h 190500"/>
                <a:gd name="connsiteX365" fmla="*/ 101251 w 190500"/>
                <a:gd name="connsiteY365" fmla="*/ 145542 h 190500"/>
                <a:gd name="connsiteX366" fmla="*/ 102203 w 190500"/>
                <a:gd name="connsiteY366" fmla="*/ 147066 h 190500"/>
                <a:gd name="connsiteX367" fmla="*/ 102775 w 190500"/>
                <a:gd name="connsiteY367" fmla="*/ 148209 h 190500"/>
                <a:gd name="connsiteX368" fmla="*/ 103061 w 190500"/>
                <a:gd name="connsiteY368" fmla="*/ 149352 h 190500"/>
                <a:gd name="connsiteX369" fmla="*/ 102870 w 190500"/>
                <a:gd name="connsiteY369" fmla="*/ 150209 h 190500"/>
                <a:gd name="connsiteX370" fmla="*/ 102394 w 190500"/>
                <a:gd name="connsiteY370" fmla="*/ 151162 h 190500"/>
                <a:gd name="connsiteX371" fmla="*/ 102679 w 190500"/>
                <a:gd name="connsiteY371" fmla="*/ 152114 h 190500"/>
                <a:gd name="connsiteX372" fmla="*/ 103346 w 190500"/>
                <a:gd name="connsiteY372" fmla="*/ 152971 h 190500"/>
                <a:gd name="connsiteX373" fmla="*/ 105156 w 190500"/>
                <a:gd name="connsiteY373" fmla="*/ 154591 h 190500"/>
                <a:gd name="connsiteX374" fmla="*/ 106204 w 190500"/>
                <a:gd name="connsiteY374" fmla="*/ 155829 h 190500"/>
                <a:gd name="connsiteX375" fmla="*/ 106585 w 190500"/>
                <a:gd name="connsiteY375" fmla="*/ 156496 h 190500"/>
                <a:gd name="connsiteX376" fmla="*/ 106966 w 190500"/>
                <a:gd name="connsiteY376" fmla="*/ 157258 h 190500"/>
                <a:gd name="connsiteX377" fmla="*/ 107252 w 190500"/>
                <a:gd name="connsiteY377" fmla="*/ 158687 h 190500"/>
                <a:gd name="connsiteX378" fmla="*/ 104680 w 190500"/>
                <a:gd name="connsiteY378" fmla="*/ 155638 h 190500"/>
                <a:gd name="connsiteX379" fmla="*/ 107061 w 190500"/>
                <a:gd name="connsiteY379" fmla="*/ 159067 h 190500"/>
                <a:gd name="connsiteX380" fmla="*/ 109728 w 190500"/>
                <a:gd name="connsiteY380" fmla="*/ 161068 h 190500"/>
                <a:gd name="connsiteX381" fmla="*/ 110109 w 190500"/>
                <a:gd name="connsiteY381" fmla="*/ 161068 h 190500"/>
                <a:gd name="connsiteX382" fmla="*/ 110490 w 190500"/>
                <a:gd name="connsiteY382" fmla="*/ 160972 h 190500"/>
                <a:gd name="connsiteX383" fmla="*/ 110776 w 190500"/>
                <a:gd name="connsiteY383" fmla="*/ 160972 h 190500"/>
                <a:gd name="connsiteX384" fmla="*/ 111347 w 190500"/>
                <a:gd name="connsiteY384" fmla="*/ 161258 h 190500"/>
                <a:gd name="connsiteX385" fmla="*/ 111823 w 190500"/>
                <a:gd name="connsiteY385" fmla="*/ 161544 h 190500"/>
                <a:gd name="connsiteX386" fmla="*/ 112776 w 190500"/>
                <a:gd name="connsiteY386" fmla="*/ 162401 h 190500"/>
                <a:gd name="connsiteX387" fmla="*/ 113729 w 190500"/>
                <a:gd name="connsiteY387" fmla="*/ 163068 h 190500"/>
                <a:gd name="connsiteX388" fmla="*/ 115729 w 190500"/>
                <a:gd name="connsiteY388" fmla="*/ 164021 h 190500"/>
                <a:gd name="connsiteX389" fmla="*/ 116586 w 190500"/>
                <a:gd name="connsiteY389" fmla="*/ 164592 h 190500"/>
                <a:gd name="connsiteX390" fmla="*/ 116681 w 190500"/>
                <a:gd name="connsiteY390" fmla="*/ 164878 h 190500"/>
                <a:gd name="connsiteX391" fmla="*/ 116872 w 190500"/>
                <a:gd name="connsiteY391" fmla="*/ 165640 h 190500"/>
                <a:gd name="connsiteX392" fmla="*/ 117062 w 190500"/>
                <a:gd name="connsiteY392" fmla="*/ 165830 h 190500"/>
                <a:gd name="connsiteX393" fmla="*/ 117253 w 190500"/>
                <a:gd name="connsiteY393" fmla="*/ 165925 h 190500"/>
                <a:gd name="connsiteX394" fmla="*/ 117920 w 190500"/>
                <a:gd name="connsiteY394" fmla="*/ 166307 h 190500"/>
                <a:gd name="connsiteX395" fmla="*/ 119539 w 190500"/>
                <a:gd name="connsiteY395" fmla="*/ 167545 h 190500"/>
                <a:gd name="connsiteX396" fmla="*/ 119920 w 190500"/>
                <a:gd name="connsiteY396" fmla="*/ 168116 h 190500"/>
                <a:gd name="connsiteX397" fmla="*/ 120777 w 190500"/>
                <a:gd name="connsiteY397" fmla="*/ 170117 h 190500"/>
                <a:gd name="connsiteX398" fmla="*/ 121920 w 190500"/>
                <a:gd name="connsiteY398" fmla="*/ 171450 h 190500"/>
                <a:gd name="connsiteX399" fmla="*/ 122206 w 190500"/>
                <a:gd name="connsiteY399" fmla="*/ 172021 h 190500"/>
                <a:gd name="connsiteX400" fmla="*/ 126206 w 190500"/>
                <a:gd name="connsiteY400" fmla="*/ 182309 h 190500"/>
                <a:gd name="connsiteX401" fmla="*/ 126111 w 190500"/>
                <a:gd name="connsiteY401" fmla="*/ 182880 h 190500"/>
                <a:gd name="connsiteX402" fmla="*/ 125635 w 190500"/>
                <a:gd name="connsiteY402" fmla="*/ 183547 h 190500"/>
                <a:gd name="connsiteX403" fmla="*/ 125539 w 190500"/>
                <a:gd name="connsiteY403" fmla="*/ 184213 h 190500"/>
                <a:gd name="connsiteX404" fmla="*/ 125539 w 190500"/>
                <a:gd name="connsiteY404" fmla="*/ 186309 h 190500"/>
                <a:gd name="connsiteX405" fmla="*/ 125444 w 190500"/>
                <a:gd name="connsiteY405" fmla="*/ 186976 h 190500"/>
                <a:gd name="connsiteX406" fmla="*/ 125444 w 190500"/>
                <a:gd name="connsiteY406" fmla="*/ 187357 h 190500"/>
                <a:gd name="connsiteX407" fmla="*/ 125539 w 190500"/>
                <a:gd name="connsiteY407" fmla="*/ 187833 h 190500"/>
                <a:gd name="connsiteX408" fmla="*/ 126682 w 190500"/>
                <a:gd name="connsiteY408" fmla="*/ 189643 h 190500"/>
                <a:gd name="connsiteX409" fmla="*/ 126397 w 190500"/>
                <a:gd name="connsiteY409" fmla="*/ 191071 h 190500"/>
                <a:gd name="connsiteX410" fmla="*/ 126397 w 190500"/>
                <a:gd name="connsiteY410" fmla="*/ 191548 h 190500"/>
                <a:gd name="connsiteX411" fmla="*/ 127159 w 190500"/>
                <a:gd name="connsiteY411" fmla="*/ 192215 h 190500"/>
                <a:gd name="connsiteX412" fmla="*/ 127826 w 190500"/>
                <a:gd name="connsiteY412" fmla="*/ 192405 h 190500"/>
                <a:gd name="connsiteX413" fmla="*/ 128302 w 190500"/>
                <a:gd name="connsiteY413" fmla="*/ 191929 h 190500"/>
                <a:gd name="connsiteX414" fmla="*/ 128397 w 190500"/>
                <a:gd name="connsiteY414" fmla="*/ 190595 h 190500"/>
                <a:gd name="connsiteX415" fmla="*/ 130016 w 190500"/>
                <a:gd name="connsiteY415" fmla="*/ 190976 h 190500"/>
                <a:gd name="connsiteX416" fmla="*/ 131636 w 190500"/>
                <a:gd name="connsiteY416" fmla="*/ 191643 h 190500"/>
                <a:gd name="connsiteX417" fmla="*/ 132969 w 190500"/>
                <a:gd name="connsiteY417" fmla="*/ 192691 h 190500"/>
                <a:gd name="connsiteX418" fmla="*/ 133921 w 190500"/>
                <a:gd name="connsiteY418" fmla="*/ 194024 h 190500"/>
                <a:gd name="connsiteX419" fmla="*/ 134017 w 190500"/>
                <a:gd name="connsiteY419" fmla="*/ 192881 h 190500"/>
                <a:gd name="connsiteX420" fmla="*/ 133731 w 190500"/>
                <a:gd name="connsiteY420" fmla="*/ 191071 h 190500"/>
                <a:gd name="connsiteX421" fmla="*/ 133731 w 190500"/>
                <a:gd name="connsiteY421" fmla="*/ 189452 h 190500"/>
                <a:gd name="connsiteX422" fmla="*/ 134493 w 190500"/>
                <a:gd name="connsiteY422" fmla="*/ 188690 h 190500"/>
                <a:gd name="connsiteX423" fmla="*/ 135160 w 190500"/>
                <a:gd name="connsiteY423" fmla="*/ 188214 h 190500"/>
                <a:gd name="connsiteX424" fmla="*/ 135636 w 190500"/>
                <a:gd name="connsiteY424" fmla="*/ 186976 h 190500"/>
                <a:gd name="connsiteX425" fmla="*/ 135922 w 190500"/>
                <a:gd name="connsiteY425" fmla="*/ 185547 h 190500"/>
                <a:gd name="connsiteX426" fmla="*/ 135731 w 190500"/>
                <a:gd name="connsiteY426" fmla="*/ 175260 h 190500"/>
                <a:gd name="connsiteX427" fmla="*/ 135636 w 190500"/>
                <a:gd name="connsiteY427" fmla="*/ 172307 h 190500"/>
                <a:gd name="connsiteX428" fmla="*/ 136017 w 190500"/>
                <a:gd name="connsiteY428" fmla="*/ 169069 h 190500"/>
                <a:gd name="connsiteX429" fmla="*/ 136303 w 190500"/>
                <a:gd name="connsiteY429" fmla="*/ 167926 h 190500"/>
                <a:gd name="connsiteX430" fmla="*/ 138208 w 190500"/>
                <a:gd name="connsiteY430" fmla="*/ 164592 h 190500"/>
                <a:gd name="connsiteX431" fmla="*/ 139160 w 190500"/>
                <a:gd name="connsiteY431" fmla="*/ 161258 h 190500"/>
                <a:gd name="connsiteX432" fmla="*/ 139541 w 190500"/>
                <a:gd name="connsiteY432" fmla="*/ 158782 h 190500"/>
                <a:gd name="connsiteX433" fmla="*/ 140208 w 190500"/>
                <a:gd name="connsiteY433" fmla="*/ 157543 h 190500"/>
                <a:gd name="connsiteX434" fmla="*/ 141827 w 190500"/>
                <a:gd name="connsiteY434" fmla="*/ 155543 h 190500"/>
                <a:gd name="connsiteX435" fmla="*/ 142304 w 190500"/>
                <a:gd name="connsiteY435" fmla="*/ 154496 h 190500"/>
                <a:gd name="connsiteX436" fmla="*/ 143351 w 190500"/>
                <a:gd name="connsiteY436" fmla="*/ 151829 h 190500"/>
                <a:gd name="connsiteX437" fmla="*/ 143828 w 190500"/>
                <a:gd name="connsiteY437" fmla="*/ 151257 h 190500"/>
                <a:gd name="connsiteX438" fmla="*/ 144399 w 190500"/>
                <a:gd name="connsiteY438" fmla="*/ 150971 h 190500"/>
                <a:gd name="connsiteX439" fmla="*/ 146590 w 190500"/>
                <a:gd name="connsiteY439" fmla="*/ 148590 h 190500"/>
                <a:gd name="connsiteX440" fmla="*/ 149828 w 190500"/>
                <a:gd name="connsiteY440" fmla="*/ 146495 h 190500"/>
                <a:gd name="connsiteX441" fmla="*/ 150781 w 190500"/>
                <a:gd name="connsiteY441" fmla="*/ 145637 h 190500"/>
                <a:gd name="connsiteX442" fmla="*/ 151733 w 190500"/>
                <a:gd name="connsiteY442" fmla="*/ 144399 h 190500"/>
                <a:gd name="connsiteX443" fmla="*/ 152114 w 190500"/>
                <a:gd name="connsiteY443" fmla="*/ 143732 h 190500"/>
                <a:gd name="connsiteX444" fmla="*/ 152400 w 190500"/>
                <a:gd name="connsiteY444" fmla="*/ 143066 h 190500"/>
                <a:gd name="connsiteX445" fmla="*/ 152400 w 190500"/>
                <a:gd name="connsiteY445" fmla="*/ 142494 h 190500"/>
                <a:gd name="connsiteX446" fmla="*/ 152305 w 190500"/>
                <a:gd name="connsiteY446" fmla="*/ 141256 h 190500"/>
                <a:gd name="connsiteX447" fmla="*/ 152400 w 190500"/>
                <a:gd name="connsiteY447" fmla="*/ 140779 h 190500"/>
                <a:gd name="connsiteX448" fmla="*/ 153067 w 190500"/>
                <a:gd name="connsiteY448" fmla="*/ 140017 h 190500"/>
                <a:gd name="connsiteX449" fmla="*/ 155829 w 190500"/>
                <a:gd name="connsiteY449" fmla="*/ 137636 h 190500"/>
                <a:gd name="connsiteX450" fmla="*/ 156115 w 190500"/>
                <a:gd name="connsiteY450" fmla="*/ 137065 h 190500"/>
                <a:gd name="connsiteX451" fmla="*/ 158210 w 190500"/>
                <a:gd name="connsiteY451" fmla="*/ 134112 h 190500"/>
                <a:gd name="connsiteX452" fmla="*/ 158591 w 190500"/>
                <a:gd name="connsiteY452" fmla="*/ 132969 h 190500"/>
                <a:gd name="connsiteX453" fmla="*/ 159163 w 190500"/>
                <a:gd name="connsiteY453" fmla="*/ 130397 h 190500"/>
                <a:gd name="connsiteX454" fmla="*/ 160115 w 190500"/>
                <a:gd name="connsiteY454" fmla="*/ 128683 h 190500"/>
                <a:gd name="connsiteX455" fmla="*/ 160496 w 190500"/>
                <a:gd name="connsiteY455" fmla="*/ 127540 h 190500"/>
                <a:gd name="connsiteX456" fmla="*/ 160687 w 190500"/>
                <a:gd name="connsiteY456" fmla="*/ 127063 h 190500"/>
                <a:gd name="connsiteX457" fmla="*/ 161068 w 190500"/>
                <a:gd name="connsiteY457" fmla="*/ 126587 h 190500"/>
                <a:gd name="connsiteX458" fmla="*/ 162020 w 190500"/>
                <a:gd name="connsiteY458" fmla="*/ 125921 h 190500"/>
                <a:gd name="connsiteX459" fmla="*/ 162401 w 190500"/>
                <a:gd name="connsiteY459" fmla="*/ 125540 h 190500"/>
                <a:gd name="connsiteX460" fmla="*/ 163354 w 190500"/>
                <a:gd name="connsiteY460" fmla="*/ 123539 h 190500"/>
                <a:gd name="connsiteX461" fmla="*/ 163544 w 190500"/>
                <a:gd name="connsiteY461" fmla="*/ 121634 h 190500"/>
                <a:gd name="connsiteX462" fmla="*/ 163544 w 190500"/>
                <a:gd name="connsiteY462" fmla="*/ 119634 h 190500"/>
                <a:gd name="connsiteX463" fmla="*/ 163830 w 190500"/>
                <a:gd name="connsiteY463" fmla="*/ 117348 h 190500"/>
                <a:gd name="connsiteX464" fmla="*/ 164211 w 190500"/>
                <a:gd name="connsiteY464" fmla="*/ 116110 h 190500"/>
                <a:gd name="connsiteX465" fmla="*/ 164782 w 190500"/>
                <a:gd name="connsiteY465" fmla="*/ 115157 h 190500"/>
                <a:gd name="connsiteX466" fmla="*/ 166211 w 190500"/>
                <a:gd name="connsiteY466" fmla="*/ 113252 h 190500"/>
                <a:gd name="connsiteX467" fmla="*/ 166688 w 190500"/>
                <a:gd name="connsiteY467" fmla="*/ 112300 h 190500"/>
                <a:gd name="connsiteX468" fmla="*/ 167640 w 190500"/>
                <a:gd name="connsiteY468" fmla="*/ 107061 h 190500"/>
                <a:gd name="connsiteX469" fmla="*/ 169831 w 190500"/>
                <a:gd name="connsiteY469" fmla="*/ 94297 h 190500"/>
                <a:gd name="connsiteX470" fmla="*/ 170783 w 190500"/>
                <a:gd name="connsiteY470" fmla="*/ 92297 h 190500"/>
                <a:gd name="connsiteX471" fmla="*/ 172403 w 190500"/>
                <a:gd name="connsiteY471" fmla="*/ 84296 h 190500"/>
                <a:gd name="connsiteX472" fmla="*/ 173641 w 190500"/>
                <a:gd name="connsiteY472" fmla="*/ 80867 h 190500"/>
                <a:gd name="connsiteX473" fmla="*/ 174307 w 190500"/>
                <a:gd name="connsiteY473" fmla="*/ 77629 h 190500"/>
                <a:gd name="connsiteX474" fmla="*/ 174403 w 190500"/>
                <a:gd name="connsiteY474" fmla="*/ 76391 h 190500"/>
                <a:gd name="connsiteX475" fmla="*/ 174593 w 190500"/>
                <a:gd name="connsiteY475" fmla="*/ 75724 h 190500"/>
                <a:gd name="connsiteX476" fmla="*/ 175355 w 190500"/>
                <a:gd name="connsiteY476" fmla="*/ 74581 h 190500"/>
                <a:gd name="connsiteX477" fmla="*/ 175546 w 190500"/>
                <a:gd name="connsiteY477" fmla="*/ 73819 h 190500"/>
                <a:gd name="connsiteX478" fmla="*/ 175546 w 190500"/>
                <a:gd name="connsiteY478" fmla="*/ 73152 h 190500"/>
                <a:gd name="connsiteX479" fmla="*/ 175355 w 190500"/>
                <a:gd name="connsiteY479" fmla="*/ 72866 h 190500"/>
                <a:gd name="connsiteX480" fmla="*/ 175070 w 190500"/>
                <a:gd name="connsiteY480" fmla="*/ 72676 h 190500"/>
                <a:gd name="connsiteX481" fmla="*/ 174784 w 190500"/>
                <a:gd name="connsiteY481" fmla="*/ 72200 h 190500"/>
                <a:gd name="connsiteX482" fmla="*/ 174403 w 190500"/>
                <a:gd name="connsiteY482" fmla="*/ 71152 h 190500"/>
                <a:gd name="connsiteX483" fmla="*/ 174403 w 190500"/>
                <a:gd name="connsiteY483" fmla="*/ 70199 h 190500"/>
                <a:gd name="connsiteX484" fmla="*/ 174688 w 190500"/>
                <a:gd name="connsiteY484" fmla="*/ 69342 h 190500"/>
                <a:gd name="connsiteX485" fmla="*/ 176213 w 190500"/>
                <a:gd name="connsiteY485" fmla="*/ 67151 h 190500"/>
                <a:gd name="connsiteX486" fmla="*/ 176784 w 190500"/>
                <a:gd name="connsiteY486" fmla="*/ 64770 h 190500"/>
                <a:gd name="connsiteX487" fmla="*/ 177355 w 190500"/>
                <a:gd name="connsiteY487" fmla="*/ 63532 h 190500"/>
                <a:gd name="connsiteX488" fmla="*/ 177832 w 190500"/>
                <a:gd name="connsiteY488" fmla="*/ 63055 h 190500"/>
                <a:gd name="connsiteX489" fmla="*/ 179165 w 190500"/>
                <a:gd name="connsiteY489" fmla="*/ 62008 h 190500"/>
                <a:gd name="connsiteX490" fmla="*/ 179356 w 190500"/>
                <a:gd name="connsiteY490" fmla="*/ 61722 h 190500"/>
                <a:gd name="connsiteX491" fmla="*/ 179261 w 190500"/>
                <a:gd name="connsiteY491" fmla="*/ 61341 h 190500"/>
                <a:gd name="connsiteX492" fmla="*/ 179546 w 190500"/>
                <a:gd name="connsiteY492" fmla="*/ 60960 h 190500"/>
                <a:gd name="connsiteX493" fmla="*/ 180499 w 190500"/>
                <a:gd name="connsiteY493" fmla="*/ 60198 h 190500"/>
                <a:gd name="connsiteX494" fmla="*/ 181737 w 190500"/>
                <a:gd name="connsiteY494" fmla="*/ 58483 h 190500"/>
                <a:gd name="connsiteX495" fmla="*/ 182880 w 190500"/>
                <a:gd name="connsiteY495" fmla="*/ 57341 h 190500"/>
                <a:gd name="connsiteX496" fmla="*/ 183166 w 190500"/>
                <a:gd name="connsiteY496" fmla="*/ 56864 h 190500"/>
                <a:gd name="connsiteX497" fmla="*/ 183166 w 190500"/>
                <a:gd name="connsiteY497" fmla="*/ 56674 h 190500"/>
                <a:gd name="connsiteX498" fmla="*/ 183071 w 190500"/>
                <a:gd name="connsiteY498" fmla="*/ 56388 h 190500"/>
                <a:gd name="connsiteX499" fmla="*/ 182880 w 190500"/>
                <a:gd name="connsiteY499" fmla="*/ 56102 h 190500"/>
                <a:gd name="connsiteX500" fmla="*/ 182785 w 190500"/>
                <a:gd name="connsiteY500" fmla="*/ 55912 h 190500"/>
                <a:gd name="connsiteX501" fmla="*/ 182785 w 190500"/>
                <a:gd name="connsiteY501" fmla="*/ 55912 h 190500"/>
                <a:gd name="connsiteX502" fmla="*/ 182594 w 190500"/>
                <a:gd name="connsiteY502" fmla="*/ 55531 h 190500"/>
                <a:gd name="connsiteX503" fmla="*/ 182689 w 190500"/>
                <a:gd name="connsiteY503" fmla="*/ 55245 h 190500"/>
                <a:gd name="connsiteX504" fmla="*/ 182880 w 190500"/>
                <a:gd name="connsiteY504" fmla="*/ 54959 h 190500"/>
                <a:gd name="connsiteX505" fmla="*/ 182975 w 190500"/>
                <a:gd name="connsiteY505" fmla="*/ 54674 h 190500"/>
                <a:gd name="connsiteX506" fmla="*/ 183071 w 190500"/>
                <a:gd name="connsiteY506" fmla="*/ 53435 h 190500"/>
                <a:gd name="connsiteX507" fmla="*/ 183261 w 190500"/>
                <a:gd name="connsiteY507" fmla="*/ 52768 h 190500"/>
                <a:gd name="connsiteX508" fmla="*/ 183547 w 190500"/>
                <a:gd name="connsiteY508" fmla="*/ 52292 h 190500"/>
                <a:gd name="connsiteX509" fmla="*/ 183737 w 190500"/>
                <a:gd name="connsiteY509" fmla="*/ 51721 h 190500"/>
                <a:gd name="connsiteX510" fmla="*/ 183642 w 190500"/>
                <a:gd name="connsiteY510" fmla="*/ 50292 h 190500"/>
                <a:gd name="connsiteX511" fmla="*/ 183642 w 190500"/>
                <a:gd name="connsiteY511" fmla="*/ 49625 h 190500"/>
                <a:gd name="connsiteX512" fmla="*/ 185071 w 190500"/>
                <a:gd name="connsiteY512" fmla="*/ 48006 h 190500"/>
                <a:gd name="connsiteX513" fmla="*/ 186309 w 190500"/>
                <a:gd name="connsiteY513" fmla="*/ 47244 h 190500"/>
                <a:gd name="connsiteX514" fmla="*/ 186785 w 190500"/>
                <a:gd name="connsiteY514" fmla="*/ 46768 h 190500"/>
                <a:gd name="connsiteX515" fmla="*/ 186690 w 190500"/>
                <a:gd name="connsiteY515" fmla="*/ 46196 h 190500"/>
                <a:gd name="connsiteX516" fmla="*/ 186309 w 190500"/>
                <a:gd name="connsiteY516" fmla="*/ 45625 h 190500"/>
                <a:gd name="connsiteX517" fmla="*/ 186119 w 190500"/>
                <a:gd name="connsiteY517" fmla="*/ 45053 h 190500"/>
                <a:gd name="connsiteX518" fmla="*/ 186214 w 190500"/>
                <a:gd name="connsiteY518" fmla="*/ 44577 h 190500"/>
                <a:gd name="connsiteX519" fmla="*/ 187452 w 190500"/>
                <a:gd name="connsiteY519" fmla="*/ 43910 h 190500"/>
                <a:gd name="connsiteX520" fmla="*/ 187643 w 190500"/>
                <a:gd name="connsiteY520" fmla="*/ 42767 h 190500"/>
                <a:gd name="connsiteX521" fmla="*/ 187357 w 190500"/>
                <a:gd name="connsiteY521" fmla="*/ 41434 h 190500"/>
                <a:gd name="connsiteX522" fmla="*/ 186785 w 190500"/>
                <a:gd name="connsiteY522" fmla="*/ 40481 h 190500"/>
                <a:gd name="connsiteX523" fmla="*/ 187166 w 190500"/>
                <a:gd name="connsiteY523" fmla="*/ 40196 h 190500"/>
                <a:gd name="connsiteX524" fmla="*/ 187643 w 190500"/>
                <a:gd name="connsiteY524" fmla="*/ 40005 h 190500"/>
                <a:gd name="connsiteX525" fmla="*/ 188214 w 190500"/>
                <a:gd name="connsiteY525" fmla="*/ 39910 h 190500"/>
                <a:gd name="connsiteX526" fmla="*/ 188881 w 190500"/>
                <a:gd name="connsiteY526" fmla="*/ 40005 h 190500"/>
                <a:gd name="connsiteX527" fmla="*/ 188881 w 190500"/>
                <a:gd name="connsiteY527" fmla="*/ 39624 h 190500"/>
                <a:gd name="connsiteX528" fmla="*/ 187357 w 190500"/>
                <a:gd name="connsiteY528" fmla="*/ 39338 h 190500"/>
                <a:gd name="connsiteX529" fmla="*/ 186023 w 190500"/>
                <a:gd name="connsiteY529" fmla="*/ 38576 h 190500"/>
                <a:gd name="connsiteX530" fmla="*/ 185356 w 190500"/>
                <a:gd name="connsiteY530" fmla="*/ 37338 h 190500"/>
                <a:gd name="connsiteX531" fmla="*/ 185356 w 190500"/>
                <a:gd name="connsiteY531" fmla="*/ 35719 h 190500"/>
                <a:gd name="connsiteX532" fmla="*/ 185642 w 190500"/>
                <a:gd name="connsiteY532" fmla="*/ 34957 h 190500"/>
                <a:gd name="connsiteX533" fmla="*/ 185642 w 190500"/>
                <a:gd name="connsiteY533" fmla="*/ 34195 h 190500"/>
                <a:gd name="connsiteX534" fmla="*/ 184976 w 190500"/>
                <a:gd name="connsiteY534" fmla="*/ 31147 h 190500"/>
                <a:gd name="connsiteX535" fmla="*/ 184880 w 190500"/>
                <a:gd name="connsiteY535" fmla="*/ 29623 h 190500"/>
                <a:gd name="connsiteX536" fmla="*/ 184976 w 190500"/>
                <a:gd name="connsiteY536" fmla="*/ 28099 h 190500"/>
                <a:gd name="connsiteX537" fmla="*/ 185261 w 190500"/>
                <a:gd name="connsiteY537" fmla="*/ 26575 h 190500"/>
                <a:gd name="connsiteX538" fmla="*/ 185738 w 190500"/>
                <a:gd name="connsiteY538" fmla="*/ 25241 h 190500"/>
                <a:gd name="connsiteX539" fmla="*/ 186309 w 190500"/>
                <a:gd name="connsiteY539" fmla="*/ 24289 h 190500"/>
                <a:gd name="connsiteX540" fmla="*/ 190024 w 190500"/>
                <a:gd name="connsiteY540" fmla="*/ 19717 h 190500"/>
                <a:gd name="connsiteX541" fmla="*/ 191167 w 190500"/>
                <a:gd name="connsiteY541" fmla="*/ 18764 h 190500"/>
                <a:gd name="connsiteX542" fmla="*/ 195263 w 190500"/>
                <a:gd name="connsiteY542" fmla="*/ 16764 h 190500"/>
                <a:gd name="connsiteX543" fmla="*/ 195834 w 190500"/>
                <a:gd name="connsiteY543" fmla="*/ 16097 h 190500"/>
                <a:gd name="connsiteX544" fmla="*/ 169450 w 190500"/>
                <a:gd name="connsiteY544" fmla="*/ 152209 h 190500"/>
                <a:gd name="connsiteX545" fmla="*/ 169450 w 190500"/>
                <a:gd name="connsiteY545" fmla="*/ 152019 h 190500"/>
                <a:gd name="connsiteX546" fmla="*/ 169354 w 190500"/>
                <a:gd name="connsiteY546" fmla="*/ 151733 h 190500"/>
                <a:gd name="connsiteX547" fmla="*/ 169450 w 190500"/>
                <a:gd name="connsiteY547" fmla="*/ 151352 h 190500"/>
                <a:gd name="connsiteX548" fmla="*/ 169640 w 190500"/>
                <a:gd name="connsiteY548" fmla="*/ 151067 h 190500"/>
                <a:gd name="connsiteX549" fmla="*/ 169831 w 190500"/>
                <a:gd name="connsiteY549" fmla="*/ 150304 h 190500"/>
                <a:gd name="connsiteX550" fmla="*/ 169640 w 190500"/>
                <a:gd name="connsiteY550" fmla="*/ 149924 h 190500"/>
                <a:gd name="connsiteX551" fmla="*/ 169450 w 190500"/>
                <a:gd name="connsiteY551" fmla="*/ 149828 h 190500"/>
                <a:gd name="connsiteX552" fmla="*/ 167449 w 190500"/>
                <a:gd name="connsiteY552" fmla="*/ 150019 h 190500"/>
                <a:gd name="connsiteX553" fmla="*/ 167354 w 190500"/>
                <a:gd name="connsiteY553" fmla="*/ 150114 h 190500"/>
                <a:gd name="connsiteX554" fmla="*/ 167640 w 190500"/>
                <a:gd name="connsiteY554" fmla="*/ 150971 h 190500"/>
                <a:gd name="connsiteX555" fmla="*/ 168212 w 190500"/>
                <a:gd name="connsiteY555" fmla="*/ 151924 h 190500"/>
                <a:gd name="connsiteX556" fmla="*/ 168688 w 190500"/>
                <a:gd name="connsiteY556" fmla="*/ 152114 h 190500"/>
                <a:gd name="connsiteX557" fmla="*/ 168783 w 190500"/>
                <a:gd name="connsiteY557" fmla="*/ 152209 h 190500"/>
                <a:gd name="connsiteX558" fmla="*/ 168973 w 190500"/>
                <a:gd name="connsiteY558" fmla="*/ 152209 h 190500"/>
                <a:gd name="connsiteX559" fmla="*/ 169354 w 190500"/>
                <a:gd name="connsiteY559" fmla="*/ 152209 h 190500"/>
                <a:gd name="connsiteX560" fmla="*/ 169450 w 190500"/>
                <a:gd name="connsiteY560" fmla="*/ 15220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</a:cxnLst>
              <a:rect l="l" t="t" r="r" b="b"/>
              <a:pathLst>
                <a:path w="190500" h="190500">
                  <a:moveTo>
                    <a:pt x="63722" y="94869"/>
                  </a:moveTo>
                  <a:lnTo>
                    <a:pt x="63055" y="96965"/>
                  </a:lnTo>
                  <a:lnTo>
                    <a:pt x="63055" y="97917"/>
                  </a:lnTo>
                  <a:lnTo>
                    <a:pt x="62960" y="98298"/>
                  </a:lnTo>
                  <a:lnTo>
                    <a:pt x="62484" y="98488"/>
                  </a:lnTo>
                  <a:lnTo>
                    <a:pt x="62008" y="98488"/>
                  </a:lnTo>
                  <a:lnTo>
                    <a:pt x="61627" y="98584"/>
                  </a:lnTo>
                  <a:lnTo>
                    <a:pt x="61341" y="98870"/>
                  </a:lnTo>
                  <a:lnTo>
                    <a:pt x="61246" y="99250"/>
                  </a:lnTo>
                  <a:lnTo>
                    <a:pt x="62008" y="99250"/>
                  </a:lnTo>
                  <a:lnTo>
                    <a:pt x="62294" y="99060"/>
                  </a:lnTo>
                  <a:lnTo>
                    <a:pt x="62579" y="98965"/>
                  </a:lnTo>
                  <a:lnTo>
                    <a:pt x="62865" y="98870"/>
                  </a:lnTo>
                  <a:lnTo>
                    <a:pt x="63341" y="98870"/>
                  </a:lnTo>
                  <a:lnTo>
                    <a:pt x="63913" y="98774"/>
                  </a:lnTo>
                  <a:lnTo>
                    <a:pt x="64008" y="98488"/>
                  </a:lnTo>
                  <a:lnTo>
                    <a:pt x="63913" y="98108"/>
                  </a:lnTo>
                  <a:lnTo>
                    <a:pt x="63913" y="97631"/>
                  </a:lnTo>
                  <a:lnTo>
                    <a:pt x="64484" y="95917"/>
                  </a:lnTo>
                  <a:lnTo>
                    <a:pt x="64865" y="95155"/>
                  </a:lnTo>
                  <a:lnTo>
                    <a:pt x="65342" y="94869"/>
                  </a:lnTo>
                  <a:lnTo>
                    <a:pt x="64484" y="94107"/>
                  </a:lnTo>
                  <a:lnTo>
                    <a:pt x="63722" y="94869"/>
                  </a:lnTo>
                  <a:close/>
                  <a:moveTo>
                    <a:pt x="67913" y="94869"/>
                  </a:moveTo>
                  <a:lnTo>
                    <a:pt x="68104" y="95536"/>
                  </a:lnTo>
                  <a:lnTo>
                    <a:pt x="68294" y="95821"/>
                  </a:lnTo>
                  <a:lnTo>
                    <a:pt x="68771" y="95726"/>
                  </a:lnTo>
                  <a:lnTo>
                    <a:pt x="69056" y="95250"/>
                  </a:lnTo>
                  <a:lnTo>
                    <a:pt x="68866" y="94583"/>
                  </a:lnTo>
                  <a:lnTo>
                    <a:pt x="69342" y="94107"/>
                  </a:lnTo>
                  <a:lnTo>
                    <a:pt x="69056" y="93536"/>
                  </a:lnTo>
                  <a:lnTo>
                    <a:pt x="68389" y="92964"/>
                  </a:lnTo>
                  <a:lnTo>
                    <a:pt x="67723" y="92583"/>
                  </a:lnTo>
                  <a:lnTo>
                    <a:pt x="66580" y="93345"/>
                  </a:lnTo>
                  <a:lnTo>
                    <a:pt x="67437" y="94202"/>
                  </a:lnTo>
                  <a:lnTo>
                    <a:pt x="67913" y="94869"/>
                  </a:lnTo>
                  <a:close/>
                  <a:moveTo>
                    <a:pt x="72104" y="96965"/>
                  </a:moveTo>
                  <a:lnTo>
                    <a:pt x="71819" y="97536"/>
                  </a:lnTo>
                  <a:lnTo>
                    <a:pt x="71342" y="97536"/>
                  </a:lnTo>
                  <a:lnTo>
                    <a:pt x="70676" y="97441"/>
                  </a:lnTo>
                  <a:lnTo>
                    <a:pt x="69913" y="97726"/>
                  </a:lnTo>
                  <a:lnTo>
                    <a:pt x="70009" y="97441"/>
                  </a:lnTo>
                  <a:lnTo>
                    <a:pt x="70295" y="96583"/>
                  </a:lnTo>
                  <a:lnTo>
                    <a:pt x="69342" y="96869"/>
                  </a:lnTo>
                  <a:lnTo>
                    <a:pt x="67818" y="97822"/>
                  </a:lnTo>
                  <a:lnTo>
                    <a:pt x="67437" y="97726"/>
                  </a:lnTo>
                  <a:lnTo>
                    <a:pt x="67056" y="97726"/>
                  </a:lnTo>
                  <a:lnTo>
                    <a:pt x="67056" y="98488"/>
                  </a:lnTo>
                  <a:lnTo>
                    <a:pt x="67056" y="99250"/>
                  </a:lnTo>
                  <a:lnTo>
                    <a:pt x="67246" y="99155"/>
                  </a:lnTo>
                  <a:lnTo>
                    <a:pt x="67246" y="99155"/>
                  </a:lnTo>
                  <a:lnTo>
                    <a:pt x="67246" y="99060"/>
                  </a:lnTo>
                  <a:lnTo>
                    <a:pt x="67342" y="98870"/>
                  </a:lnTo>
                  <a:lnTo>
                    <a:pt x="67628" y="99346"/>
                  </a:lnTo>
                  <a:lnTo>
                    <a:pt x="67913" y="99632"/>
                  </a:lnTo>
                  <a:lnTo>
                    <a:pt x="68294" y="99822"/>
                  </a:lnTo>
                  <a:lnTo>
                    <a:pt x="68771" y="100013"/>
                  </a:lnTo>
                  <a:lnTo>
                    <a:pt x="68104" y="100584"/>
                  </a:lnTo>
                  <a:lnTo>
                    <a:pt x="67246" y="100775"/>
                  </a:lnTo>
                  <a:lnTo>
                    <a:pt x="66485" y="100584"/>
                  </a:lnTo>
                  <a:lnTo>
                    <a:pt x="65913" y="99917"/>
                  </a:lnTo>
                  <a:lnTo>
                    <a:pt x="65627" y="100393"/>
                  </a:lnTo>
                  <a:lnTo>
                    <a:pt x="66580" y="101346"/>
                  </a:lnTo>
                  <a:lnTo>
                    <a:pt x="67532" y="101727"/>
                  </a:lnTo>
                  <a:lnTo>
                    <a:pt x="68485" y="101632"/>
                  </a:lnTo>
                  <a:lnTo>
                    <a:pt x="69437" y="101060"/>
                  </a:lnTo>
                  <a:lnTo>
                    <a:pt x="69532" y="100775"/>
                  </a:lnTo>
                  <a:lnTo>
                    <a:pt x="69723" y="99917"/>
                  </a:lnTo>
                  <a:lnTo>
                    <a:pt x="69913" y="99632"/>
                  </a:lnTo>
                  <a:lnTo>
                    <a:pt x="70199" y="99441"/>
                  </a:lnTo>
                  <a:lnTo>
                    <a:pt x="70771" y="99346"/>
                  </a:lnTo>
                  <a:lnTo>
                    <a:pt x="71533" y="98870"/>
                  </a:lnTo>
                  <a:lnTo>
                    <a:pt x="72104" y="98965"/>
                  </a:lnTo>
                  <a:lnTo>
                    <a:pt x="72580" y="99346"/>
                  </a:lnTo>
                  <a:lnTo>
                    <a:pt x="72962" y="99727"/>
                  </a:lnTo>
                  <a:lnTo>
                    <a:pt x="73057" y="99155"/>
                  </a:lnTo>
                  <a:lnTo>
                    <a:pt x="72771" y="98393"/>
                  </a:lnTo>
                  <a:lnTo>
                    <a:pt x="72104" y="96965"/>
                  </a:lnTo>
                  <a:close/>
                  <a:moveTo>
                    <a:pt x="7525" y="43910"/>
                  </a:moveTo>
                  <a:lnTo>
                    <a:pt x="6001" y="44196"/>
                  </a:lnTo>
                  <a:lnTo>
                    <a:pt x="5524" y="45244"/>
                  </a:lnTo>
                  <a:lnTo>
                    <a:pt x="5334" y="46958"/>
                  </a:lnTo>
                  <a:lnTo>
                    <a:pt x="3905" y="47149"/>
                  </a:lnTo>
                  <a:lnTo>
                    <a:pt x="1905" y="45815"/>
                  </a:lnTo>
                  <a:lnTo>
                    <a:pt x="381" y="46577"/>
                  </a:lnTo>
                  <a:lnTo>
                    <a:pt x="95" y="46768"/>
                  </a:lnTo>
                  <a:lnTo>
                    <a:pt x="95" y="47149"/>
                  </a:lnTo>
                  <a:lnTo>
                    <a:pt x="476" y="48006"/>
                  </a:lnTo>
                  <a:lnTo>
                    <a:pt x="667" y="48863"/>
                  </a:lnTo>
                  <a:lnTo>
                    <a:pt x="667" y="49340"/>
                  </a:lnTo>
                  <a:lnTo>
                    <a:pt x="667" y="49721"/>
                  </a:lnTo>
                  <a:lnTo>
                    <a:pt x="571" y="50006"/>
                  </a:lnTo>
                  <a:lnTo>
                    <a:pt x="95" y="50578"/>
                  </a:lnTo>
                  <a:lnTo>
                    <a:pt x="0" y="50768"/>
                  </a:lnTo>
                  <a:lnTo>
                    <a:pt x="190" y="51149"/>
                  </a:lnTo>
                  <a:lnTo>
                    <a:pt x="667" y="51340"/>
                  </a:lnTo>
                  <a:lnTo>
                    <a:pt x="1238" y="51340"/>
                  </a:lnTo>
                  <a:lnTo>
                    <a:pt x="2000" y="51721"/>
                  </a:lnTo>
                  <a:lnTo>
                    <a:pt x="2667" y="51340"/>
                  </a:lnTo>
                  <a:lnTo>
                    <a:pt x="3429" y="50101"/>
                  </a:lnTo>
                  <a:lnTo>
                    <a:pt x="4858" y="49244"/>
                  </a:lnTo>
                  <a:lnTo>
                    <a:pt x="6477" y="49054"/>
                  </a:lnTo>
                  <a:lnTo>
                    <a:pt x="7525" y="49435"/>
                  </a:lnTo>
                  <a:lnTo>
                    <a:pt x="8858" y="50292"/>
                  </a:lnTo>
                  <a:lnTo>
                    <a:pt x="9620" y="49340"/>
                  </a:lnTo>
                  <a:lnTo>
                    <a:pt x="9811" y="47625"/>
                  </a:lnTo>
                  <a:lnTo>
                    <a:pt x="8858" y="45149"/>
                  </a:lnTo>
                  <a:lnTo>
                    <a:pt x="7525" y="43910"/>
                  </a:lnTo>
                  <a:close/>
                  <a:moveTo>
                    <a:pt x="94488" y="103822"/>
                  </a:moveTo>
                  <a:lnTo>
                    <a:pt x="95345" y="102965"/>
                  </a:lnTo>
                  <a:lnTo>
                    <a:pt x="97155" y="100013"/>
                  </a:lnTo>
                  <a:lnTo>
                    <a:pt x="96679" y="100108"/>
                  </a:lnTo>
                  <a:lnTo>
                    <a:pt x="94583" y="102775"/>
                  </a:lnTo>
                  <a:lnTo>
                    <a:pt x="91821" y="105537"/>
                  </a:lnTo>
                  <a:lnTo>
                    <a:pt x="91059" y="106585"/>
                  </a:lnTo>
                  <a:lnTo>
                    <a:pt x="91726" y="106204"/>
                  </a:lnTo>
                  <a:lnTo>
                    <a:pt x="92583" y="105537"/>
                  </a:lnTo>
                  <a:lnTo>
                    <a:pt x="93154" y="105156"/>
                  </a:lnTo>
                  <a:lnTo>
                    <a:pt x="93917" y="104394"/>
                  </a:lnTo>
                  <a:lnTo>
                    <a:pt x="94488" y="103822"/>
                  </a:lnTo>
                  <a:close/>
                  <a:moveTo>
                    <a:pt x="172974" y="185547"/>
                  </a:moveTo>
                  <a:lnTo>
                    <a:pt x="172784" y="185071"/>
                  </a:lnTo>
                  <a:lnTo>
                    <a:pt x="172879" y="184499"/>
                  </a:lnTo>
                  <a:lnTo>
                    <a:pt x="173069" y="184023"/>
                  </a:lnTo>
                  <a:lnTo>
                    <a:pt x="173164" y="183833"/>
                  </a:lnTo>
                  <a:lnTo>
                    <a:pt x="173164" y="183451"/>
                  </a:lnTo>
                  <a:lnTo>
                    <a:pt x="169259" y="183451"/>
                  </a:lnTo>
                  <a:lnTo>
                    <a:pt x="169640" y="183833"/>
                  </a:lnTo>
                  <a:lnTo>
                    <a:pt x="169831" y="184309"/>
                  </a:lnTo>
                  <a:lnTo>
                    <a:pt x="169831" y="184785"/>
                  </a:lnTo>
                  <a:lnTo>
                    <a:pt x="169640" y="185357"/>
                  </a:lnTo>
                  <a:lnTo>
                    <a:pt x="170402" y="186118"/>
                  </a:lnTo>
                  <a:lnTo>
                    <a:pt x="171736" y="187071"/>
                  </a:lnTo>
                  <a:lnTo>
                    <a:pt x="173164" y="187642"/>
                  </a:lnTo>
                  <a:lnTo>
                    <a:pt x="174307" y="187262"/>
                  </a:lnTo>
                  <a:lnTo>
                    <a:pt x="174403" y="186690"/>
                  </a:lnTo>
                  <a:lnTo>
                    <a:pt x="174022" y="186214"/>
                  </a:lnTo>
                  <a:lnTo>
                    <a:pt x="172974" y="185547"/>
                  </a:lnTo>
                  <a:close/>
                  <a:moveTo>
                    <a:pt x="195834" y="16097"/>
                  </a:moveTo>
                  <a:lnTo>
                    <a:pt x="195072" y="15716"/>
                  </a:lnTo>
                  <a:lnTo>
                    <a:pt x="194215" y="15526"/>
                  </a:lnTo>
                  <a:lnTo>
                    <a:pt x="193453" y="15430"/>
                  </a:lnTo>
                  <a:lnTo>
                    <a:pt x="192024" y="15621"/>
                  </a:lnTo>
                  <a:lnTo>
                    <a:pt x="191643" y="15430"/>
                  </a:lnTo>
                  <a:lnTo>
                    <a:pt x="191071" y="14668"/>
                  </a:lnTo>
                  <a:lnTo>
                    <a:pt x="190595" y="12954"/>
                  </a:lnTo>
                  <a:lnTo>
                    <a:pt x="190405" y="11906"/>
                  </a:lnTo>
                  <a:lnTo>
                    <a:pt x="190500" y="11335"/>
                  </a:lnTo>
                  <a:lnTo>
                    <a:pt x="190786" y="10573"/>
                  </a:lnTo>
                  <a:lnTo>
                    <a:pt x="190119" y="10192"/>
                  </a:lnTo>
                  <a:lnTo>
                    <a:pt x="180975" y="8001"/>
                  </a:lnTo>
                  <a:lnTo>
                    <a:pt x="180213" y="7715"/>
                  </a:lnTo>
                  <a:lnTo>
                    <a:pt x="179832" y="7429"/>
                  </a:lnTo>
                  <a:lnTo>
                    <a:pt x="179642" y="7239"/>
                  </a:lnTo>
                  <a:lnTo>
                    <a:pt x="178879" y="6763"/>
                  </a:lnTo>
                  <a:lnTo>
                    <a:pt x="178689" y="6477"/>
                  </a:lnTo>
                  <a:lnTo>
                    <a:pt x="178689" y="6001"/>
                  </a:lnTo>
                  <a:lnTo>
                    <a:pt x="178879" y="5620"/>
                  </a:lnTo>
                  <a:lnTo>
                    <a:pt x="179070" y="5334"/>
                  </a:lnTo>
                  <a:lnTo>
                    <a:pt x="179070" y="5143"/>
                  </a:lnTo>
                  <a:lnTo>
                    <a:pt x="178594" y="5048"/>
                  </a:lnTo>
                  <a:lnTo>
                    <a:pt x="178022" y="5143"/>
                  </a:lnTo>
                  <a:lnTo>
                    <a:pt x="177451" y="5239"/>
                  </a:lnTo>
                  <a:lnTo>
                    <a:pt x="177165" y="5334"/>
                  </a:lnTo>
                  <a:lnTo>
                    <a:pt x="176403" y="3810"/>
                  </a:lnTo>
                  <a:lnTo>
                    <a:pt x="174403" y="953"/>
                  </a:lnTo>
                  <a:lnTo>
                    <a:pt x="173546" y="286"/>
                  </a:lnTo>
                  <a:lnTo>
                    <a:pt x="171355" y="0"/>
                  </a:lnTo>
                  <a:lnTo>
                    <a:pt x="169164" y="476"/>
                  </a:lnTo>
                  <a:lnTo>
                    <a:pt x="167259" y="1429"/>
                  </a:lnTo>
                  <a:lnTo>
                    <a:pt x="165926" y="2667"/>
                  </a:lnTo>
                  <a:lnTo>
                    <a:pt x="165259" y="3810"/>
                  </a:lnTo>
                  <a:lnTo>
                    <a:pt x="164878" y="4858"/>
                  </a:lnTo>
                  <a:lnTo>
                    <a:pt x="164687" y="5048"/>
                  </a:lnTo>
                  <a:lnTo>
                    <a:pt x="164306" y="5239"/>
                  </a:lnTo>
                  <a:lnTo>
                    <a:pt x="163925" y="5525"/>
                  </a:lnTo>
                  <a:lnTo>
                    <a:pt x="163735" y="6096"/>
                  </a:lnTo>
                  <a:lnTo>
                    <a:pt x="164306" y="6477"/>
                  </a:lnTo>
                  <a:lnTo>
                    <a:pt x="165449" y="7620"/>
                  </a:lnTo>
                  <a:lnTo>
                    <a:pt x="166211" y="8763"/>
                  </a:lnTo>
                  <a:lnTo>
                    <a:pt x="165545" y="9049"/>
                  </a:lnTo>
                  <a:lnTo>
                    <a:pt x="165259" y="8763"/>
                  </a:lnTo>
                  <a:lnTo>
                    <a:pt x="164973" y="8192"/>
                  </a:lnTo>
                  <a:lnTo>
                    <a:pt x="164592" y="7620"/>
                  </a:lnTo>
                  <a:lnTo>
                    <a:pt x="163925" y="7429"/>
                  </a:lnTo>
                  <a:lnTo>
                    <a:pt x="163354" y="7429"/>
                  </a:lnTo>
                  <a:lnTo>
                    <a:pt x="162878" y="7525"/>
                  </a:lnTo>
                  <a:lnTo>
                    <a:pt x="162496" y="7715"/>
                  </a:lnTo>
                  <a:lnTo>
                    <a:pt x="161258" y="8763"/>
                  </a:lnTo>
                  <a:lnTo>
                    <a:pt x="160306" y="9144"/>
                  </a:lnTo>
                  <a:lnTo>
                    <a:pt x="158020" y="9525"/>
                  </a:lnTo>
                  <a:lnTo>
                    <a:pt x="154019" y="10287"/>
                  </a:lnTo>
                  <a:lnTo>
                    <a:pt x="152210" y="10954"/>
                  </a:lnTo>
                  <a:lnTo>
                    <a:pt x="151352" y="11430"/>
                  </a:lnTo>
                  <a:lnTo>
                    <a:pt x="150590" y="12097"/>
                  </a:lnTo>
                  <a:lnTo>
                    <a:pt x="149733" y="12668"/>
                  </a:lnTo>
                  <a:lnTo>
                    <a:pt x="146018" y="13907"/>
                  </a:lnTo>
                  <a:lnTo>
                    <a:pt x="144589" y="15145"/>
                  </a:lnTo>
                  <a:lnTo>
                    <a:pt x="143161" y="16764"/>
                  </a:lnTo>
                  <a:lnTo>
                    <a:pt x="141351" y="19621"/>
                  </a:lnTo>
                  <a:lnTo>
                    <a:pt x="140970" y="20288"/>
                  </a:lnTo>
                  <a:lnTo>
                    <a:pt x="140494" y="21526"/>
                  </a:lnTo>
                  <a:lnTo>
                    <a:pt x="140398" y="22098"/>
                  </a:lnTo>
                  <a:lnTo>
                    <a:pt x="140398" y="22384"/>
                  </a:lnTo>
                  <a:lnTo>
                    <a:pt x="139922" y="22574"/>
                  </a:lnTo>
                  <a:lnTo>
                    <a:pt x="139351" y="22955"/>
                  </a:lnTo>
                  <a:lnTo>
                    <a:pt x="138970" y="23527"/>
                  </a:lnTo>
                  <a:lnTo>
                    <a:pt x="138779" y="24098"/>
                  </a:lnTo>
                  <a:lnTo>
                    <a:pt x="138684" y="24860"/>
                  </a:lnTo>
                  <a:lnTo>
                    <a:pt x="138398" y="25337"/>
                  </a:lnTo>
                  <a:lnTo>
                    <a:pt x="138398" y="25337"/>
                  </a:lnTo>
                  <a:lnTo>
                    <a:pt x="138017" y="25717"/>
                  </a:lnTo>
                  <a:lnTo>
                    <a:pt x="137731" y="26289"/>
                  </a:lnTo>
                  <a:lnTo>
                    <a:pt x="137922" y="26765"/>
                  </a:lnTo>
                  <a:lnTo>
                    <a:pt x="138017" y="27146"/>
                  </a:lnTo>
                  <a:lnTo>
                    <a:pt x="138017" y="27527"/>
                  </a:lnTo>
                  <a:lnTo>
                    <a:pt x="137827" y="27813"/>
                  </a:lnTo>
                  <a:lnTo>
                    <a:pt x="137351" y="28384"/>
                  </a:lnTo>
                  <a:lnTo>
                    <a:pt x="136207" y="30671"/>
                  </a:lnTo>
                  <a:lnTo>
                    <a:pt x="135922" y="31718"/>
                  </a:lnTo>
                  <a:lnTo>
                    <a:pt x="135160" y="32099"/>
                  </a:lnTo>
                  <a:lnTo>
                    <a:pt x="134969" y="32480"/>
                  </a:lnTo>
                  <a:lnTo>
                    <a:pt x="134588" y="33623"/>
                  </a:lnTo>
                  <a:lnTo>
                    <a:pt x="133826" y="34385"/>
                  </a:lnTo>
                  <a:lnTo>
                    <a:pt x="133255" y="35147"/>
                  </a:lnTo>
                  <a:lnTo>
                    <a:pt x="133445" y="36290"/>
                  </a:lnTo>
                  <a:lnTo>
                    <a:pt x="132017" y="36004"/>
                  </a:lnTo>
                  <a:lnTo>
                    <a:pt x="130873" y="36290"/>
                  </a:lnTo>
                  <a:lnTo>
                    <a:pt x="129921" y="36957"/>
                  </a:lnTo>
                  <a:lnTo>
                    <a:pt x="129064" y="37814"/>
                  </a:lnTo>
                  <a:lnTo>
                    <a:pt x="128778" y="38291"/>
                  </a:lnTo>
                  <a:lnTo>
                    <a:pt x="128588" y="38767"/>
                  </a:lnTo>
                  <a:lnTo>
                    <a:pt x="128206" y="39148"/>
                  </a:lnTo>
                  <a:lnTo>
                    <a:pt x="126873" y="39529"/>
                  </a:lnTo>
                  <a:lnTo>
                    <a:pt x="126587" y="40100"/>
                  </a:lnTo>
                  <a:lnTo>
                    <a:pt x="126302" y="41338"/>
                  </a:lnTo>
                  <a:lnTo>
                    <a:pt x="125063" y="43434"/>
                  </a:lnTo>
                  <a:lnTo>
                    <a:pt x="124587" y="44577"/>
                  </a:lnTo>
                  <a:lnTo>
                    <a:pt x="124396" y="45911"/>
                  </a:lnTo>
                  <a:lnTo>
                    <a:pt x="124015" y="46672"/>
                  </a:lnTo>
                  <a:lnTo>
                    <a:pt x="122587" y="48292"/>
                  </a:lnTo>
                  <a:lnTo>
                    <a:pt x="119920" y="51245"/>
                  </a:lnTo>
                  <a:lnTo>
                    <a:pt x="119253" y="52292"/>
                  </a:lnTo>
                  <a:lnTo>
                    <a:pt x="118681" y="54292"/>
                  </a:lnTo>
                  <a:lnTo>
                    <a:pt x="116777" y="57531"/>
                  </a:lnTo>
                  <a:lnTo>
                    <a:pt x="116205" y="60008"/>
                  </a:lnTo>
                  <a:lnTo>
                    <a:pt x="115729" y="61246"/>
                  </a:lnTo>
                  <a:lnTo>
                    <a:pt x="115062" y="61817"/>
                  </a:lnTo>
                  <a:lnTo>
                    <a:pt x="114871" y="62484"/>
                  </a:lnTo>
                  <a:lnTo>
                    <a:pt x="114776" y="62675"/>
                  </a:lnTo>
                  <a:lnTo>
                    <a:pt x="112490" y="65342"/>
                  </a:lnTo>
                  <a:lnTo>
                    <a:pt x="111919" y="65818"/>
                  </a:lnTo>
                  <a:lnTo>
                    <a:pt x="111728" y="66389"/>
                  </a:lnTo>
                  <a:lnTo>
                    <a:pt x="111633" y="68390"/>
                  </a:lnTo>
                  <a:lnTo>
                    <a:pt x="111347" y="68961"/>
                  </a:lnTo>
                  <a:lnTo>
                    <a:pt x="110299" y="69723"/>
                  </a:lnTo>
                  <a:lnTo>
                    <a:pt x="110014" y="70295"/>
                  </a:lnTo>
                  <a:lnTo>
                    <a:pt x="109919" y="70866"/>
                  </a:lnTo>
                  <a:lnTo>
                    <a:pt x="109633" y="71152"/>
                  </a:lnTo>
                  <a:lnTo>
                    <a:pt x="109156" y="71342"/>
                  </a:lnTo>
                  <a:lnTo>
                    <a:pt x="108680" y="71723"/>
                  </a:lnTo>
                  <a:lnTo>
                    <a:pt x="108109" y="72295"/>
                  </a:lnTo>
                  <a:lnTo>
                    <a:pt x="107537" y="73247"/>
                  </a:lnTo>
                  <a:lnTo>
                    <a:pt x="106394" y="76486"/>
                  </a:lnTo>
                  <a:lnTo>
                    <a:pt x="105537" y="78010"/>
                  </a:lnTo>
                  <a:lnTo>
                    <a:pt x="104965" y="79534"/>
                  </a:lnTo>
                  <a:lnTo>
                    <a:pt x="104585" y="80105"/>
                  </a:lnTo>
                  <a:lnTo>
                    <a:pt x="103156" y="81439"/>
                  </a:lnTo>
                  <a:lnTo>
                    <a:pt x="102870" y="82010"/>
                  </a:lnTo>
                  <a:lnTo>
                    <a:pt x="102584" y="83439"/>
                  </a:lnTo>
                  <a:lnTo>
                    <a:pt x="102298" y="84011"/>
                  </a:lnTo>
                  <a:lnTo>
                    <a:pt x="101155" y="84868"/>
                  </a:lnTo>
                  <a:lnTo>
                    <a:pt x="100965" y="85154"/>
                  </a:lnTo>
                  <a:lnTo>
                    <a:pt x="100774" y="85725"/>
                  </a:lnTo>
                  <a:lnTo>
                    <a:pt x="99536" y="87344"/>
                  </a:lnTo>
                  <a:lnTo>
                    <a:pt x="99251" y="87916"/>
                  </a:lnTo>
                  <a:lnTo>
                    <a:pt x="98774" y="89630"/>
                  </a:lnTo>
                  <a:lnTo>
                    <a:pt x="98488" y="91630"/>
                  </a:lnTo>
                  <a:lnTo>
                    <a:pt x="97631" y="93154"/>
                  </a:lnTo>
                  <a:lnTo>
                    <a:pt x="97060" y="95155"/>
                  </a:lnTo>
                  <a:lnTo>
                    <a:pt x="96869" y="97631"/>
                  </a:lnTo>
                  <a:lnTo>
                    <a:pt x="96869" y="100870"/>
                  </a:lnTo>
                  <a:lnTo>
                    <a:pt x="95917" y="101917"/>
                  </a:lnTo>
                  <a:lnTo>
                    <a:pt x="95917" y="103632"/>
                  </a:lnTo>
                  <a:lnTo>
                    <a:pt x="97631" y="103537"/>
                  </a:lnTo>
                  <a:lnTo>
                    <a:pt x="96774" y="104584"/>
                  </a:lnTo>
                  <a:lnTo>
                    <a:pt x="96584" y="105061"/>
                  </a:lnTo>
                  <a:lnTo>
                    <a:pt x="96203" y="105442"/>
                  </a:lnTo>
                  <a:lnTo>
                    <a:pt x="96107" y="105823"/>
                  </a:lnTo>
                  <a:lnTo>
                    <a:pt x="96679" y="106108"/>
                  </a:lnTo>
                  <a:lnTo>
                    <a:pt x="96679" y="106490"/>
                  </a:lnTo>
                  <a:lnTo>
                    <a:pt x="96298" y="107251"/>
                  </a:lnTo>
                  <a:lnTo>
                    <a:pt x="97155" y="108871"/>
                  </a:lnTo>
                  <a:lnTo>
                    <a:pt x="97917" y="110966"/>
                  </a:lnTo>
                  <a:lnTo>
                    <a:pt x="96869" y="110966"/>
                  </a:lnTo>
                  <a:lnTo>
                    <a:pt x="96107" y="110966"/>
                  </a:lnTo>
                  <a:lnTo>
                    <a:pt x="95631" y="112109"/>
                  </a:lnTo>
                  <a:lnTo>
                    <a:pt x="95631" y="112776"/>
                  </a:lnTo>
                  <a:lnTo>
                    <a:pt x="96107" y="112776"/>
                  </a:lnTo>
                  <a:lnTo>
                    <a:pt x="96488" y="112871"/>
                  </a:lnTo>
                  <a:lnTo>
                    <a:pt x="96964" y="112586"/>
                  </a:lnTo>
                  <a:lnTo>
                    <a:pt x="97155" y="113252"/>
                  </a:lnTo>
                  <a:lnTo>
                    <a:pt x="96869" y="113157"/>
                  </a:lnTo>
                  <a:lnTo>
                    <a:pt x="96203" y="113443"/>
                  </a:lnTo>
                  <a:lnTo>
                    <a:pt x="95440" y="113443"/>
                  </a:lnTo>
                  <a:lnTo>
                    <a:pt x="95155" y="114300"/>
                  </a:lnTo>
                  <a:lnTo>
                    <a:pt x="95917" y="114776"/>
                  </a:lnTo>
                  <a:lnTo>
                    <a:pt x="95440" y="114871"/>
                  </a:lnTo>
                  <a:lnTo>
                    <a:pt x="95155" y="115253"/>
                  </a:lnTo>
                  <a:lnTo>
                    <a:pt x="94488" y="117062"/>
                  </a:lnTo>
                  <a:lnTo>
                    <a:pt x="94393" y="117538"/>
                  </a:lnTo>
                  <a:lnTo>
                    <a:pt x="94488" y="118015"/>
                  </a:lnTo>
                  <a:lnTo>
                    <a:pt x="94012" y="118586"/>
                  </a:lnTo>
                  <a:lnTo>
                    <a:pt x="93726" y="119348"/>
                  </a:lnTo>
                  <a:lnTo>
                    <a:pt x="93536" y="119920"/>
                  </a:lnTo>
                  <a:lnTo>
                    <a:pt x="93821" y="120587"/>
                  </a:lnTo>
                  <a:lnTo>
                    <a:pt x="94012" y="121349"/>
                  </a:lnTo>
                  <a:lnTo>
                    <a:pt x="93726" y="121825"/>
                  </a:lnTo>
                  <a:lnTo>
                    <a:pt x="93154" y="122015"/>
                  </a:lnTo>
                  <a:lnTo>
                    <a:pt x="92678" y="122301"/>
                  </a:lnTo>
                  <a:lnTo>
                    <a:pt x="92583" y="123063"/>
                  </a:lnTo>
                  <a:lnTo>
                    <a:pt x="93154" y="123730"/>
                  </a:lnTo>
                  <a:lnTo>
                    <a:pt x="94012" y="124492"/>
                  </a:lnTo>
                  <a:lnTo>
                    <a:pt x="94202" y="124968"/>
                  </a:lnTo>
                  <a:lnTo>
                    <a:pt x="92583" y="124968"/>
                  </a:lnTo>
                  <a:lnTo>
                    <a:pt x="92583" y="125349"/>
                  </a:lnTo>
                  <a:lnTo>
                    <a:pt x="94488" y="125825"/>
                  </a:lnTo>
                  <a:lnTo>
                    <a:pt x="94774" y="126111"/>
                  </a:lnTo>
                  <a:lnTo>
                    <a:pt x="94583" y="126683"/>
                  </a:lnTo>
                  <a:lnTo>
                    <a:pt x="93917" y="126873"/>
                  </a:lnTo>
                  <a:lnTo>
                    <a:pt x="93154" y="126968"/>
                  </a:lnTo>
                  <a:lnTo>
                    <a:pt x="92583" y="127254"/>
                  </a:lnTo>
                  <a:lnTo>
                    <a:pt x="92393" y="127730"/>
                  </a:lnTo>
                  <a:lnTo>
                    <a:pt x="92297" y="128397"/>
                  </a:lnTo>
                  <a:lnTo>
                    <a:pt x="92488" y="129064"/>
                  </a:lnTo>
                  <a:lnTo>
                    <a:pt x="93059" y="129540"/>
                  </a:lnTo>
                  <a:lnTo>
                    <a:pt x="93631" y="129445"/>
                  </a:lnTo>
                  <a:lnTo>
                    <a:pt x="94012" y="128873"/>
                  </a:lnTo>
                  <a:lnTo>
                    <a:pt x="94488" y="128492"/>
                  </a:lnTo>
                  <a:lnTo>
                    <a:pt x="95345" y="128873"/>
                  </a:lnTo>
                  <a:lnTo>
                    <a:pt x="95536" y="129350"/>
                  </a:lnTo>
                  <a:lnTo>
                    <a:pt x="95440" y="130778"/>
                  </a:lnTo>
                  <a:lnTo>
                    <a:pt x="95726" y="131254"/>
                  </a:lnTo>
                  <a:lnTo>
                    <a:pt x="96393" y="131254"/>
                  </a:lnTo>
                  <a:lnTo>
                    <a:pt x="96774" y="130683"/>
                  </a:lnTo>
                  <a:lnTo>
                    <a:pt x="96964" y="130016"/>
                  </a:lnTo>
                  <a:lnTo>
                    <a:pt x="97250" y="129635"/>
                  </a:lnTo>
                  <a:lnTo>
                    <a:pt x="98488" y="129826"/>
                  </a:lnTo>
                  <a:lnTo>
                    <a:pt x="98679" y="130874"/>
                  </a:lnTo>
                  <a:lnTo>
                    <a:pt x="98107" y="132112"/>
                  </a:lnTo>
                  <a:lnTo>
                    <a:pt x="97155" y="132779"/>
                  </a:lnTo>
                  <a:lnTo>
                    <a:pt x="97917" y="133541"/>
                  </a:lnTo>
                  <a:lnTo>
                    <a:pt x="98298" y="134303"/>
                  </a:lnTo>
                  <a:lnTo>
                    <a:pt x="98488" y="135541"/>
                  </a:lnTo>
                  <a:lnTo>
                    <a:pt x="98965" y="138303"/>
                  </a:lnTo>
                  <a:lnTo>
                    <a:pt x="99155" y="138684"/>
                  </a:lnTo>
                  <a:lnTo>
                    <a:pt x="99727" y="139637"/>
                  </a:lnTo>
                  <a:lnTo>
                    <a:pt x="99822" y="140113"/>
                  </a:lnTo>
                  <a:lnTo>
                    <a:pt x="100108" y="140399"/>
                  </a:lnTo>
                  <a:lnTo>
                    <a:pt x="100394" y="140589"/>
                  </a:lnTo>
                  <a:lnTo>
                    <a:pt x="100489" y="140875"/>
                  </a:lnTo>
                  <a:lnTo>
                    <a:pt x="100394" y="141351"/>
                  </a:lnTo>
                  <a:lnTo>
                    <a:pt x="100108" y="142113"/>
                  </a:lnTo>
                  <a:lnTo>
                    <a:pt x="100108" y="142684"/>
                  </a:lnTo>
                  <a:lnTo>
                    <a:pt x="100298" y="143542"/>
                  </a:lnTo>
                  <a:lnTo>
                    <a:pt x="101251" y="145542"/>
                  </a:lnTo>
                  <a:lnTo>
                    <a:pt x="102203" y="147066"/>
                  </a:lnTo>
                  <a:lnTo>
                    <a:pt x="102775" y="148209"/>
                  </a:lnTo>
                  <a:lnTo>
                    <a:pt x="103061" y="149352"/>
                  </a:lnTo>
                  <a:lnTo>
                    <a:pt x="102870" y="150209"/>
                  </a:lnTo>
                  <a:lnTo>
                    <a:pt x="102394" y="151162"/>
                  </a:lnTo>
                  <a:lnTo>
                    <a:pt x="102679" y="152114"/>
                  </a:lnTo>
                  <a:lnTo>
                    <a:pt x="103346" y="152971"/>
                  </a:lnTo>
                  <a:lnTo>
                    <a:pt x="105156" y="154591"/>
                  </a:lnTo>
                  <a:lnTo>
                    <a:pt x="106204" y="155829"/>
                  </a:lnTo>
                  <a:lnTo>
                    <a:pt x="106585" y="156496"/>
                  </a:lnTo>
                  <a:lnTo>
                    <a:pt x="106966" y="157258"/>
                  </a:lnTo>
                  <a:lnTo>
                    <a:pt x="107252" y="158687"/>
                  </a:lnTo>
                  <a:lnTo>
                    <a:pt x="104680" y="155638"/>
                  </a:lnTo>
                  <a:lnTo>
                    <a:pt x="107061" y="159067"/>
                  </a:lnTo>
                  <a:lnTo>
                    <a:pt x="109728" y="161068"/>
                  </a:lnTo>
                  <a:lnTo>
                    <a:pt x="110109" y="161068"/>
                  </a:lnTo>
                  <a:lnTo>
                    <a:pt x="110490" y="160972"/>
                  </a:lnTo>
                  <a:lnTo>
                    <a:pt x="110776" y="160972"/>
                  </a:lnTo>
                  <a:lnTo>
                    <a:pt x="111347" y="161258"/>
                  </a:lnTo>
                  <a:lnTo>
                    <a:pt x="111823" y="161544"/>
                  </a:lnTo>
                  <a:lnTo>
                    <a:pt x="112776" y="162401"/>
                  </a:lnTo>
                  <a:lnTo>
                    <a:pt x="113729" y="163068"/>
                  </a:lnTo>
                  <a:lnTo>
                    <a:pt x="115729" y="164021"/>
                  </a:lnTo>
                  <a:lnTo>
                    <a:pt x="116586" y="164592"/>
                  </a:lnTo>
                  <a:lnTo>
                    <a:pt x="116681" y="164878"/>
                  </a:lnTo>
                  <a:lnTo>
                    <a:pt x="116872" y="165640"/>
                  </a:lnTo>
                  <a:lnTo>
                    <a:pt x="117062" y="165830"/>
                  </a:lnTo>
                  <a:lnTo>
                    <a:pt x="117253" y="165925"/>
                  </a:lnTo>
                  <a:lnTo>
                    <a:pt x="117920" y="166307"/>
                  </a:lnTo>
                  <a:lnTo>
                    <a:pt x="119539" y="167545"/>
                  </a:lnTo>
                  <a:lnTo>
                    <a:pt x="119920" y="168116"/>
                  </a:lnTo>
                  <a:lnTo>
                    <a:pt x="120777" y="170117"/>
                  </a:lnTo>
                  <a:lnTo>
                    <a:pt x="121920" y="171450"/>
                  </a:lnTo>
                  <a:lnTo>
                    <a:pt x="122206" y="172021"/>
                  </a:lnTo>
                  <a:lnTo>
                    <a:pt x="126206" y="182309"/>
                  </a:lnTo>
                  <a:lnTo>
                    <a:pt x="126111" y="182880"/>
                  </a:lnTo>
                  <a:lnTo>
                    <a:pt x="125635" y="183547"/>
                  </a:lnTo>
                  <a:lnTo>
                    <a:pt x="125539" y="184213"/>
                  </a:lnTo>
                  <a:lnTo>
                    <a:pt x="125539" y="186309"/>
                  </a:lnTo>
                  <a:lnTo>
                    <a:pt x="125444" y="186976"/>
                  </a:lnTo>
                  <a:lnTo>
                    <a:pt x="125444" y="187357"/>
                  </a:lnTo>
                  <a:lnTo>
                    <a:pt x="125539" y="187833"/>
                  </a:lnTo>
                  <a:lnTo>
                    <a:pt x="126682" y="189643"/>
                  </a:lnTo>
                  <a:lnTo>
                    <a:pt x="126397" y="191071"/>
                  </a:lnTo>
                  <a:lnTo>
                    <a:pt x="126397" y="191548"/>
                  </a:lnTo>
                  <a:lnTo>
                    <a:pt x="127159" y="192215"/>
                  </a:lnTo>
                  <a:lnTo>
                    <a:pt x="127826" y="192405"/>
                  </a:lnTo>
                  <a:lnTo>
                    <a:pt x="128302" y="191929"/>
                  </a:lnTo>
                  <a:lnTo>
                    <a:pt x="128397" y="190595"/>
                  </a:lnTo>
                  <a:lnTo>
                    <a:pt x="130016" y="190976"/>
                  </a:lnTo>
                  <a:lnTo>
                    <a:pt x="131636" y="191643"/>
                  </a:lnTo>
                  <a:lnTo>
                    <a:pt x="132969" y="192691"/>
                  </a:lnTo>
                  <a:lnTo>
                    <a:pt x="133921" y="194024"/>
                  </a:lnTo>
                  <a:lnTo>
                    <a:pt x="134017" y="192881"/>
                  </a:lnTo>
                  <a:lnTo>
                    <a:pt x="133731" y="191071"/>
                  </a:lnTo>
                  <a:lnTo>
                    <a:pt x="133731" y="189452"/>
                  </a:lnTo>
                  <a:lnTo>
                    <a:pt x="134493" y="188690"/>
                  </a:lnTo>
                  <a:lnTo>
                    <a:pt x="135160" y="188214"/>
                  </a:lnTo>
                  <a:lnTo>
                    <a:pt x="135636" y="186976"/>
                  </a:lnTo>
                  <a:lnTo>
                    <a:pt x="135922" y="185547"/>
                  </a:lnTo>
                  <a:lnTo>
                    <a:pt x="135731" y="175260"/>
                  </a:lnTo>
                  <a:lnTo>
                    <a:pt x="135636" y="172307"/>
                  </a:lnTo>
                  <a:lnTo>
                    <a:pt x="136017" y="169069"/>
                  </a:lnTo>
                  <a:lnTo>
                    <a:pt x="136303" y="167926"/>
                  </a:lnTo>
                  <a:lnTo>
                    <a:pt x="138208" y="164592"/>
                  </a:lnTo>
                  <a:lnTo>
                    <a:pt x="139160" y="161258"/>
                  </a:lnTo>
                  <a:lnTo>
                    <a:pt x="139541" y="158782"/>
                  </a:lnTo>
                  <a:lnTo>
                    <a:pt x="140208" y="157543"/>
                  </a:lnTo>
                  <a:lnTo>
                    <a:pt x="141827" y="155543"/>
                  </a:lnTo>
                  <a:lnTo>
                    <a:pt x="142304" y="154496"/>
                  </a:lnTo>
                  <a:lnTo>
                    <a:pt x="143351" y="151829"/>
                  </a:lnTo>
                  <a:lnTo>
                    <a:pt x="143828" y="151257"/>
                  </a:lnTo>
                  <a:lnTo>
                    <a:pt x="144399" y="150971"/>
                  </a:lnTo>
                  <a:lnTo>
                    <a:pt x="146590" y="148590"/>
                  </a:lnTo>
                  <a:lnTo>
                    <a:pt x="149828" y="146495"/>
                  </a:lnTo>
                  <a:lnTo>
                    <a:pt x="150781" y="145637"/>
                  </a:lnTo>
                  <a:lnTo>
                    <a:pt x="151733" y="144399"/>
                  </a:lnTo>
                  <a:lnTo>
                    <a:pt x="152114" y="143732"/>
                  </a:lnTo>
                  <a:lnTo>
                    <a:pt x="152400" y="143066"/>
                  </a:lnTo>
                  <a:lnTo>
                    <a:pt x="152400" y="142494"/>
                  </a:lnTo>
                  <a:lnTo>
                    <a:pt x="152305" y="141256"/>
                  </a:lnTo>
                  <a:lnTo>
                    <a:pt x="152400" y="140779"/>
                  </a:lnTo>
                  <a:lnTo>
                    <a:pt x="153067" y="140017"/>
                  </a:lnTo>
                  <a:lnTo>
                    <a:pt x="155829" y="137636"/>
                  </a:lnTo>
                  <a:lnTo>
                    <a:pt x="156115" y="137065"/>
                  </a:lnTo>
                  <a:lnTo>
                    <a:pt x="158210" y="134112"/>
                  </a:lnTo>
                  <a:lnTo>
                    <a:pt x="158591" y="132969"/>
                  </a:lnTo>
                  <a:lnTo>
                    <a:pt x="159163" y="130397"/>
                  </a:lnTo>
                  <a:lnTo>
                    <a:pt x="160115" y="128683"/>
                  </a:lnTo>
                  <a:lnTo>
                    <a:pt x="160496" y="127540"/>
                  </a:lnTo>
                  <a:lnTo>
                    <a:pt x="160687" y="127063"/>
                  </a:lnTo>
                  <a:lnTo>
                    <a:pt x="161068" y="126587"/>
                  </a:lnTo>
                  <a:lnTo>
                    <a:pt x="162020" y="125921"/>
                  </a:lnTo>
                  <a:lnTo>
                    <a:pt x="162401" y="125540"/>
                  </a:lnTo>
                  <a:lnTo>
                    <a:pt x="163354" y="123539"/>
                  </a:lnTo>
                  <a:lnTo>
                    <a:pt x="163544" y="121634"/>
                  </a:lnTo>
                  <a:lnTo>
                    <a:pt x="163544" y="119634"/>
                  </a:lnTo>
                  <a:lnTo>
                    <a:pt x="163830" y="117348"/>
                  </a:lnTo>
                  <a:lnTo>
                    <a:pt x="164211" y="116110"/>
                  </a:lnTo>
                  <a:lnTo>
                    <a:pt x="164782" y="115157"/>
                  </a:lnTo>
                  <a:lnTo>
                    <a:pt x="166211" y="113252"/>
                  </a:lnTo>
                  <a:lnTo>
                    <a:pt x="166688" y="112300"/>
                  </a:lnTo>
                  <a:lnTo>
                    <a:pt x="167640" y="107061"/>
                  </a:lnTo>
                  <a:lnTo>
                    <a:pt x="169831" y="94297"/>
                  </a:lnTo>
                  <a:lnTo>
                    <a:pt x="170783" y="92297"/>
                  </a:lnTo>
                  <a:lnTo>
                    <a:pt x="172403" y="84296"/>
                  </a:lnTo>
                  <a:lnTo>
                    <a:pt x="173641" y="80867"/>
                  </a:lnTo>
                  <a:lnTo>
                    <a:pt x="174307" y="77629"/>
                  </a:lnTo>
                  <a:lnTo>
                    <a:pt x="174403" y="76391"/>
                  </a:lnTo>
                  <a:lnTo>
                    <a:pt x="174593" y="75724"/>
                  </a:lnTo>
                  <a:lnTo>
                    <a:pt x="175355" y="74581"/>
                  </a:lnTo>
                  <a:lnTo>
                    <a:pt x="175546" y="73819"/>
                  </a:lnTo>
                  <a:lnTo>
                    <a:pt x="175546" y="73152"/>
                  </a:lnTo>
                  <a:lnTo>
                    <a:pt x="175355" y="72866"/>
                  </a:lnTo>
                  <a:lnTo>
                    <a:pt x="175070" y="72676"/>
                  </a:lnTo>
                  <a:lnTo>
                    <a:pt x="174784" y="72200"/>
                  </a:lnTo>
                  <a:lnTo>
                    <a:pt x="174403" y="71152"/>
                  </a:lnTo>
                  <a:lnTo>
                    <a:pt x="174403" y="70199"/>
                  </a:lnTo>
                  <a:lnTo>
                    <a:pt x="174688" y="69342"/>
                  </a:lnTo>
                  <a:lnTo>
                    <a:pt x="176213" y="67151"/>
                  </a:lnTo>
                  <a:lnTo>
                    <a:pt x="176784" y="64770"/>
                  </a:lnTo>
                  <a:lnTo>
                    <a:pt x="177355" y="63532"/>
                  </a:lnTo>
                  <a:lnTo>
                    <a:pt x="177832" y="63055"/>
                  </a:lnTo>
                  <a:lnTo>
                    <a:pt x="179165" y="62008"/>
                  </a:lnTo>
                  <a:lnTo>
                    <a:pt x="179356" y="61722"/>
                  </a:lnTo>
                  <a:lnTo>
                    <a:pt x="179261" y="61341"/>
                  </a:lnTo>
                  <a:lnTo>
                    <a:pt x="179546" y="60960"/>
                  </a:lnTo>
                  <a:lnTo>
                    <a:pt x="180499" y="60198"/>
                  </a:lnTo>
                  <a:lnTo>
                    <a:pt x="181737" y="58483"/>
                  </a:lnTo>
                  <a:lnTo>
                    <a:pt x="182880" y="57341"/>
                  </a:lnTo>
                  <a:lnTo>
                    <a:pt x="183166" y="56864"/>
                  </a:lnTo>
                  <a:lnTo>
                    <a:pt x="183166" y="56674"/>
                  </a:lnTo>
                  <a:lnTo>
                    <a:pt x="183071" y="56388"/>
                  </a:lnTo>
                  <a:lnTo>
                    <a:pt x="182880" y="56102"/>
                  </a:lnTo>
                  <a:lnTo>
                    <a:pt x="182785" y="55912"/>
                  </a:lnTo>
                  <a:lnTo>
                    <a:pt x="182785" y="55912"/>
                  </a:lnTo>
                  <a:lnTo>
                    <a:pt x="182594" y="55531"/>
                  </a:lnTo>
                  <a:lnTo>
                    <a:pt x="182689" y="55245"/>
                  </a:lnTo>
                  <a:lnTo>
                    <a:pt x="182880" y="54959"/>
                  </a:lnTo>
                  <a:lnTo>
                    <a:pt x="182975" y="54674"/>
                  </a:lnTo>
                  <a:lnTo>
                    <a:pt x="183071" y="53435"/>
                  </a:lnTo>
                  <a:lnTo>
                    <a:pt x="183261" y="52768"/>
                  </a:lnTo>
                  <a:lnTo>
                    <a:pt x="183547" y="52292"/>
                  </a:lnTo>
                  <a:lnTo>
                    <a:pt x="183737" y="51721"/>
                  </a:lnTo>
                  <a:lnTo>
                    <a:pt x="183642" y="50292"/>
                  </a:lnTo>
                  <a:lnTo>
                    <a:pt x="183642" y="49625"/>
                  </a:lnTo>
                  <a:lnTo>
                    <a:pt x="185071" y="48006"/>
                  </a:lnTo>
                  <a:lnTo>
                    <a:pt x="186309" y="47244"/>
                  </a:lnTo>
                  <a:lnTo>
                    <a:pt x="186785" y="46768"/>
                  </a:lnTo>
                  <a:lnTo>
                    <a:pt x="186690" y="46196"/>
                  </a:lnTo>
                  <a:lnTo>
                    <a:pt x="186309" y="45625"/>
                  </a:lnTo>
                  <a:lnTo>
                    <a:pt x="186119" y="45053"/>
                  </a:lnTo>
                  <a:lnTo>
                    <a:pt x="186214" y="44577"/>
                  </a:lnTo>
                  <a:lnTo>
                    <a:pt x="187452" y="43910"/>
                  </a:lnTo>
                  <a:lnTo>
                    <a:pt x="187643" y="42767"/>
                  </a:lnTo>
                  <a:lnTo>
                    <a:pt x="187357" y="41434"/>
                  </a:lnTo>
                  <a:lnTo>
                    <a:pt x="186785" y="40481"/>
                  </a:lnTo>
                  <a:lnTo>
                    <a:pt x="187166" y="40196"/>
                  </a:lnTo>
                  <a:lnTo>
                    <a:pt x="187643" y="40005"/>
                  </a:lnTo>
                  <a:lnTo>
                    <a:pt x="188214" y="39910"/>
                  </a:lnTo>
                  <a:lnTo>
                    <a:pt x="188881" y="40005"/>
                  </a:lnTo>
                  <a:lnTo>
                    <a:pt x="188881" y="39624"/>
                  </a:lnTo>
                  <a:lnTo>
                    <a:pt x="187357" y="39338"/>
                  </a:lnTo>
                  <a:lnTo>
                    <a:pt x="186023" y="38576"/>
                  </a:lnTo>
                  <a:lnTo>
                    <a:pt x="185356" y="37338"/>
                  </a:lnTo>
                  <a:lnTo>
                    <a:pt x="185356" y="35719"/>
                  </a:lnTo>
                  <a:lnTo>
                    <a:pt x="185642" y="34957"/>
                  </a:lnTo>
                  <a:lnTo>
                    <a:pt x="185642" y="34195"/>
                  </a:lnTo>
                  <a:lnTo>
                    <a:pt x="184976" y="31147"/>
                  </a:lnTo>
                  <a:lnTo>
                    <a:pt x="184880" y="29623"/>
                  </a:lnTo>
                  <a:lnTo>
                    <a:pt x="184976" y="28099"/>
                  </a:lnTo>
                  <a:lnTo>
                    <a:pt x="185261" y="26575"/>
                  </a:lnTo>
                  <a:lnTo>
                    <a:pt x="185738" y="25241"/>
                  </a:lnTo>
                  <a:lnTo>
                    <a:pt x="186309" y="24289"/>
                  </a:lnTo>
                  <a:lnTo>
                    <a:pt x="190024" y="19717"/>
                  </a:lnTo>
                  <a:lnTo>
                    <a:pt x="191167" y="18764"/>
                  </a:lnTo>
                  <a:lnTo>
                    <a:pt x="195263" y="16764"/>
                  </a:lnTo>
                  <a:lnTo>
                    <a:pt x="195834" y="16097"/>
                  </a:lnTo>
                  <a:close/>
                  <a:moveTo>
                    <a:pt x="169450" y="152209"/>
                  </a:moveTo>
                  <a:lnTo>
                    <a:pt x="169450" y="152019"/>
                  </a:lnTo>
                  <a:lnTo>
                    <a:pt x="169354" y="151733"/>
                  </a:lnTo>
                  <a:lnTo>
                    <a:pt x="169450" y="151352"/>
                  </a:lnTo>
                  <a:lnTo>
                    <a:pt x="169640" y="151067"/>
                  </a:lnTo>
                  <a:lnTo>
                    <a:pt x="169831" y="150304"/>
                  </a:lnTo>
                  <a:lnTo>
                    <a:pt x="169640" y="149924"/>
                  </a:lnTo>
                  <a:lnTo>
                    <a:pt x="169450" y="149828"/>
                  </a:lnTo>
                  <a:lnTo>
                    <a:pt x="167449" y="150019"/>
                  </a:lnTo>
                  <a:lnTo>
                    <a:pt x="167354" y="150114"/>
                  </a:lnTo>
                  <a:lnTo>
                    <a:pt x="167640" y="150971"/>
                  </a:lnTo>
                  <a:lnTo>
                    <a:pt x="168212" y="151924"/>
                  </a:lnTo>
                  <a:lnTo>
                    <a:pt x="168688" y="152114"/>
                  </a:lnTo>
                  <a:lnTo>
                    <a:pt x="168783" y="152209"/>
                  </a:lnTo>
                  <a:lnTo>
                    <a:pt x="168973" y="152209"/>
                  </a:lnTo>
                  <a:lnTo>
                    <a:pt x="169354" y="152209"/>
                  </a:lnTo>
                  <a:lnTo>
                    <a:pt x="169450" y="152209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2" name="Freeform: Shape 12">
              <a:extLst>
                <a:ext uri="{FF2B5EF4-FFF2-40B4-BE49-F238E27FC236}">
                  <a16:creationId xmlns:a16="http://schemas.microsoft.com/office/drawing/2014/main" id="{725E7D7A-C1D0-A54D-E573-E354CD4EA94B}"/>
                </a:ext>
              </a:extLst>
            </p:cNvPr>
            <p:cNvSpPr/>
            <p:nvPr/>
          </p:nvSpPr>
          <p:spPr>
            <a:xfrm>
              <a:off x="6976586" y="3763137"/>
              <a:ext cx="504825" cy="885825"/>
            </a:xfrm>
            <a:custGeom>
              <a:avLst/>
              <a:gdLst>
                <a:gd name="connsiteX0" fmla="*/ 366713 w 504825"/>
                <a:gd name="connsiteY0" fmla="*/ 429768 h 885825"/>
                <a:gd name="connsiteX1" fmla="*/ 366713 w 504825"/>
                <a:gd name="connsiteY1" fmla="*/ 429768 h 885825"/>
                <a:gd name="connsiteX2" fmla="*/ 366617 w 504825"/>
                <a:gd name="connsiteY2" fmla="*/ 429863 h 885825"/>
                <a:gd name="connsiteX3" fmla="*/ 366617 w 504825"/>
                <a:gd name="connsiteY3" fmla="*/ 430054 h 885825"/>
                <a:gd name="connsiteX4" fmla="*/ 366713 w 504825"/>
                <a:gd name="connsiteY4" fmla="*/ 430340 h 885825"/>
                <a:gd name="connsiteX5" fmla="*/ 366713 w 504825"/>
                <a:gd name="connsiteY5" fmla="*/ 430816 h 885825"/>
                <a:gd name="connsiteX6" fmla="*/ 367093 w 504825"/>
                <a:gd name="connsiteY6" fmla="*/ 431483 h 885825"/>
                <a:gd name="connsiteX7" fmla="*/ 368046 w 504825"/>
                <a:gd name="connsiteY7" fmla="*/ 432244 h 885825"/>
                <a:gd name="connsiteX8" fmla="*/ 368998 w 504825"/>
                <a:gd name="connsiteY8" fmla="*/ 432625 h 885825"/>
                <a:gd name="connsiteX9" fmla="*/ 369951 w 504825"/>
                <a:gd name="connsiteY9" fmla="*/ 432721 h 885825"/>
                <a:gd name="connsiteX10" fmla="*/ 371094 w 504825"/>
                <a:gd name="connsiteY10" fmla="*/ 433102 h 885825"/>
                <a:gd name="connsiteX11" fmla="*/ 372142 w 504825"/>
                <a:gd name="connsiteY11" fmla="*/ 433387 h 885825"/>
                <a:gd name="connsiteX12" fmla="*/ 372523 w 504825"/>
                <a:gd name="connsiteY12" fmla="*/ 433483 h 885825"/>
                <a:gd name="connsiteX13" fmla="*/ 373285 w 504825"/>
                <a:gd name="connsiteY13" fmla="*/ 433292 h 885825"/>
                <a:gd name="connsiteX14" fmla="*/ 373666 w 504825"/>
                <a:gd name="connsiteY14" fmla="*/ 433197 h 885825"/>
                <a:gd name="connsiteX15" fmla="*/ 374237 w 504825"/>
                <a:gd name="connsiteY15" fmla="*/ 432721 h 885825"/>
                <a:gd name="connsiteX16" fmla="*/ 374523 w 504825"/>
                <a:gd name="connsiteY16" fmla="*/ 432244 h 885825"/>
                <a:gd name="connsiteX17" fmla="*/ 374809 w 504825"/>
                <a:gd name="connsiteY17" fmla="*/ 431959 h 885825"/>
                <a:gd name="connsiteX18" fmla="*/ 375094 w 504825"/>
                <a:gd name="connsiteY18" fmla="*/ 431864 h 885825"/>
                <a:gd name="connsiteX19" fmla="*/ 375761 w 504825"/>
                <a:gd name="connsiteY19" fmla="*/ 431483 h 885825"/>
                <a:gd name="connsiteX20" fmla="*/ 375761 w 504825"/>
                <a:gd name="connsiteY20" fmla="*/ 431387 h 885825"/>
                <a:gd name="connsiteX21" fmla="*/ 375666 w 504825"/>
                <a:gd name="connsiteY21" fmla="*/ 431197 h 885825"/>
                <a:gd name="connsiteX22" fmla="*/ 374904 w 504825"/>
                <a:gd name="connsiteY22" fmla="*/ 430911 h 885825"/>
                <a:gd name="connsiteX23" fmla="*/ 374237 w 504825"/>
                <a:gd name="connsiteY23" fmla="*/ 430720 h 885825"/>
                <a:gd name="connsiteX24" fmla="*/ 373761 w 504825"/>
                <a:gd name="connsiteY24" fmla="*/ 430530 h 885825"/>
                <a:gd name="connsiteX25" fmla="*/ 373380 w 504825"/>
                <a:gd name="connsiteY25" fmla="*/ 430530 h 885825"/>
                <a:gd name="connsiteX26" fmla="*/ 373285 w 504825"/>
                <a:gd name="connsiteY26" fmla="*/ 430816 h 885825"/>
                <a:gd name="connsiteX27" fmla="*/ 373285 w 504825"/>
                <a:gd name="connsiteY27" fmla="*/ 431006 h 885825"/>
                <a:gd name="connsiteX28" fmla="*/ 372999 w 504825"/>
                <a:gd name="connsiteY28" fmla="*/ 431197 h 885825"/>
                <a:gd name="connsiteX29" fmla="*/ 372618 w 504825"/>
                <a:gd name="connsiteY29" fmla="*/ 431006 h 885825"/>
                <a:gd name="connsiteX30" fmla="*/ 372237 w 504825"/>
                <a:gd name="connsiteY30" fmla="*/ 430530 h 885825"/>
                <a:gd name="connsiteX31" fmla="*/ 372142 w 504825"/>
                <a:gd name="connsiteY31" fmla="*/ 430435 h 885825"/>
                <a:gd name="connsiteX32" fmla="*/ 372046 w 504825"/>
                <a:gd name="connsiteY32" fmla="*/ 430435 h 885825"/>
                <a:gd name="connsiteX33" fmla="*/ 371380 w 504825"/>
                <a:gd name="connsiteY33" fmla="*/ 430435 h 885825"/>
                <a:gd name="connsiteX34" fmla="*/ 370999 w 504825"/>
                <a:gd name="connsiteY34" fmla="*/ 430530 h 885825"/>
                <a:gd name="connsiteX35" fmla="*/ 370522 w 504825"/>
                <a:gd name="connsiteY35" fmla="*/ 430720 h 885825"/>
                <a:gd name="connsiteX36" fmla="*/ 369284 w 504825"/>
                <a:gd name="connsiteY36" fmla="*/ 430149 h 885825"/>
                <a:gd name="connsiteX37" fmla="*/ 366713 w 504825"/>
                <a:gd name="connsiteY37" fmla="*/ 429768 h 885825"/>
                <a:gd name="connsiteX38" fmla="*/ 263366 w 504825"/>
                <a:gd name="connsiteY38" fmla="*/ 191 h 885825"/>
                <a:gd name="connsiteX39" fmla="*/ 263176 w 504825"/>
                <a:gd name="connsiteY39" fmla="*/ 0 h 885825"/>
                <a:gd name="connsiteX40" fmla="*/ 262985 w 504825"/>
                <a:gd name="connsiteY40" fmla="*/ 381 h 885825"/>
                <a:gd name="connsiteX41" fmla="*/ 263080 w 504825"/>
                <a:gd name="connsiteY41" fmla="*/ 857 h 885825"/>
                <a:gd name="connsiteX42" fmla="*/ 263366 w 504825"/>
                <a:gd name="connsiteY42" fmla="*/ 191 h 885825"/>
                <a:gd name="connsiteX43" fmla="*/ 373285 w 504825"/>
                <a:gd name="connsiteY43" fmla="*/ 410527 h 885825"/>
                <a:gd name="connsiteX44" fmla="*/ 373666 w 504825"/>
                <a:gd name="connsiteY44" fmla="*/ 411194 h 885825"/>
                <a:gd name="connsiteX45" fmla="*/ 373856 w 504825"/>
                <a:gd name="connsiteY45" fmla="*/ 411956 h 885825"/>
                <a:gd name="connsiteX46" fmla="*/ 373666 w 504825"/>
                <a:gd name="connsiteY46" fmla="*/ 412718 h 885825"/>
                <a:gd name="connsiteX47" fmla="*/ 374809 w 504825"/>
                <a:gd name="connsiteY47" fmla="*/ 412718 h 885825"/>
                <a:gd name="connsiteX48" fmla="*/ 375666 w 504825"/>
                <a:gd name="connsiteY48" fmla="*/ 413004 h 885825"/>
                <a:gd name="connsiteX49" fmla="*/ 377285 w 504825"/>
                <a:gd name="connsiteY49" fmla="*/ 414147 h 885825"/>
                <a:gd name="connsiteX50" fmla="*/ 380143 w 504825"/>
                <a:gd name="connsiteY50" fmla="*/ 416719 h 885825"/>
                <a:gd name="connsiteX51" fmla="*/ 381095 w 504825"/>
                <a:gd name="connsiteY51" fmla="*/ 417100 h 885825"/>
                <a:gd name="connsiteX52" fmla="*/ 381667 w 504825"/>
                <a:gd name="connsiteY52" fmla="*/ 416719 h 885825"/>
                <a:gd name="connsiteX53" fmla="*/ 382143 w 504825"/>
                <a:gd name="connsiteY53" fmla="*/ 415766 h 885825"/>
                <a:gd name="connsiteX54" fmla="*/ 382524 w 504825"/>
                <a:gd name="connsiteY54" fmla="*/ 414718 h 885825"/>
                <a:gd name="connsiteX55" fmla="*/ 382905 w 504825"/>
                <a:gd name="connsiteY55" fmla="*/ 413957 h 885825"/>
                <a:gd name="connsiteX56" fmla="*/ 383572 w 504825"/>
                <a:gd name="connsiteY56" fmla="*/ 413480 h 885825"/>
                <a:gd name="connsiteX57" fmla="*/ 384429 w 504825"/>
                <a:gd name="connsiteY57" fmla="*/ 413099 h 885825"/>
                <a:gd name="connsiteX58" fmla="*/ 385286 w 504825"/>
                <a:gd name="connsiteY58" fmla="*/ 412909 h 885825"/>
                <a:gd name="connsiteX59" fmla="*/ 385953 w 504825"/>
                <a:gd name="connsiteY59" fmla="*/ 413099 h 885825"/>
                <a:gd name="connsiteX60" fmla="*/ 386620 w 504825"/>
                <a:gd name="connsiteY60" fmla="*/ 412814 h 885825"/>
                <a:gd name="connsiteX61" fmla="*/ 387286 w 504825"/>
                <a:gd name="connsiteY61" fmla="*/ 413671 h 885825"/>
                <a:gd name="connsiteX62" fmla="*/ 387953 w 504825"/>
                <a:gd name="connsiteY62" fmla="*/ 414814 h 885825"/>
                <a:gd name="connsiteX63" fmla="*/ 388715 w 504825"/>
                <a:gd name="connsiteY63" fmla="*/ 415385 h 885825"/>
                <a:gd name="connsiteX64" fmla="*/ 388620 w 504825"/>
                <a:gd name="connsiteY64" fmla="*/ 414623 h 885825"/>
                <a:gd name="connsiteX65" fmla="*/ 389477 w 504825"/>
                <a:gd name="connsiteY65" fmla="*/ 411385 h 885825"/>
                <a:gd name="connsiteX66" fmla="*/ 389572 w 504825"/>
                <a:gd name="connsiteY66" fmla="*/ 410337 h 885825"/>
                <a:gd name="connsiteX67" fmla="*/ 389763 w 504825"/>
                <a:gd name="connsiteY67" fmla="*/ 409956 h 885825"/>
                <a:gd name="connsiteX68" fmla="*/ 390334 w 504825"/>
                <a:gd name="connsiteY68" fmla="*/ 409861 h 885825"/>
                <a:gd name="connsiteX69" fmla="*/ 391382 w 504825"/>
                <a:gd name="connsiteY69" fmla="*/ 409861 h 885825"/>
                <a:gd name="connsiteX70" fmla="*/ 392525 w 504825"/>
                <a:gd name="connsiteY70" fmla="*/ 409480 h 885825"/>
                <a:gd name="connsiteX71" fmla="*/ 392430 w 504825"/>
                <a:gd name="connsiteY71" fmla="*/ 408623 h 885825"/>
                <a:gd name="connsiteX72" fmla="*/ 391477 w 504825"/>
                <a:gd name="connsiteY72" fmla="*/ 407099 h 885825"/>
                <a:gd name="connsiteX73" fmla="*/ 391573 w 504825"/>
                <a:gd name="connsiteY73" fmla="*/ 406527 h 885825"/>
                <a:gd name="connsiteX74" fmla="*/ 391858 w 504825"/>
                <a:gd name="connsiteY74" fmla="*/ 405384 h 885825"/>
                <a:gd name="connsiteX75" fmla="*/ 392049 w 504825"/>
                <a:gd name="connsiteY75" fmla="*/ 403860 h 885825"/>
                <a:gd name="connsiteX76" fmla="*/ 391954 w 504825"/>
                <a:gd name="connsiteY76" fmla="*/ 403384 h 885825"/>
                <a:gd name="connsiteX77" fmla="*/ 391573 w 504825"/>
                <a:gd name="connsiteY77" fmla="*/ 402812 h 885825"/>
                <a:gd name="connsiteX78" fmla="*/ 392049 w 504825"/>
                <a:gd name="connsiteY78" fmla="*/ 402812 h 885825"/>
                <a:gd name="connsiteX79" fmla="*/ 393097 w 504825"/>
                <a:gd name="connsiteY79" fmla="*/ 402431 h 885825"/>
                <a:gd name="connsiteX80" fmla="*/ 392811 w 504825"/>
                <a:gd name="connsiteY80" fmla="*/ 401669 h 885825"/>
                <a:gd name="connsiteX81" fmla="*/ 392621 w 504825"/>
                <a:gd name="connsiteY81" fmla="*/ 400907 h 885825"/>
                <a:gd name="connsiteX82" fmla="*/ 392239 w 504825"/>
                <a:gd name="connsiteY82" fmla="*/ 400241 h 885825"/>
                <a:gd name="connsiteX83" fmla="*/ 391477 w 504825"/>
                <a:gd name="connsiteY83" fmla="*/ 399859 h 885825"/>
                <a:gd name="connsiteX84" fmla="*/ 392239 w 504825"/>
                <a:gd name="connsiteY84" fmla="*/ 399288 h 885825"/>
                <a:gd name="connsiteX85" fmla="*/ 393001 w 504825"/>
                <a:gd name="connsiteY85" fmla="*/ 398812 h 885825"/>
                <a:gd name="connsiteX86" fmla="*/ 393001 w 504825"/>
                <a:gd name="connsiteY86" fmla="*/ 398431 h 885825"/>
                <a:gd name="connsiteX87" fmla="*/ 389858 w 504825"/>
                <a:gd name="connsiteY87" fmla="*/ 395859 h 885825"/>
                <a:gd name="connsiteX88" fmla="*/ 388334 w 504825"/>
                <a:gd name="connsiteY88" fmla="*/ 395192 h 885825"/>
                <a:gd name="connsiteX89" fmla="*/ 387572 w 504825"/>
                <a:gd name="connsiteY89" fmla="*/ 396621 h 885825"/>
                <a:gd name="connsiteX90" fmla="*/ 387191 w 504825"/>
                <a:gd name="connsiteY90" fmla="*/ 396621 h 885825"/>
                <a:gd name="connsiteX91" fmla="*/ 387096 w 504825"/>
                <a:gd name="connsiteY91" fmla="*/ 396335 h 885825"/>
                <a:gd name="connsiteX92" fmla="*/ 387001 w 504825"/>
                <a:gd name="connsiteY92" fmla="*/ 396145 h 885825"/>
                <a:gd name="connsiteX93" fmla="*/ 386715 w 504825"/>
                <a:gd name="connsiteY93" fmla="*/ 395764 h 885825"/>
                <a:gd name="connsiteX94" fmla="*/ 387096 w 504825"/>
                <a:gd name="connsiteY94" fmla="*/ 395383 h 885825"/>
                <a:gd name="connsiteX95" fmla="*/ 386429 w 504825"/>
                <a:gd name="connsiteY95" fmla="*/ 394430 h 885825"/>
                <a:gd name="connsiteX96" fmla="*/ 385953 w 504825"/>
                <a:gd name="connsiteY96" fmla="*/ 394049 h 885825"/>
                <a:gd name="connsiteX97" fmla="*/ 385477 w 504825"/>
                <a:gd name="connsiteY97" fmla="*/ 393859 h 885825"/>
                <a:gd name="connsiteX98" fmla="*/ 385286 w 504825"/>
                <a:gd name="connsiteY98" fmla="*/ 391668 h 885825"/>
                <a:gd name="connsiteX99" fmla="*/ 384810 w 504825"/>
                <a:gd name="connsiteY99" fmla="*/ 390239 h 885825"/>
                <a:gd name="connsiteX100" fmla="*/ 384143 w 504825"/>
                <a:gd name="connsiteY100" fmla="*/ 388906 h 885825"/>
                <a:gd name="connsiteX101" fmla="*/ 383286 w 504825"/>
                <a:gd name="connsiteY101" fmla="*/ 387763 h 885825"/>
                <a:gd name="connsiteX102" fmla="*/ 382238 w 504825"/>
                <a:gd name="connsiteY102" fmla="*/ 386810 h 885825"/>
                <a:gd name="connsiteX103" fmla="*/ 381857 w 504825"/>
                <a:gd name="connsiteY103" fmla="*/ 386525 h 885825"/>
                <a:gd name="connsiteX104" fmla="*/ 381476 w 504825"/>
                <a:gd name="connsiteY104" fmla="*/ 386525 h 885825"/>
                <a:gd name="connsiteX105" fmla="*/ 381095 w 504825"/>
                <a:gd name="connsiteY105" fmla="*/ 386620 h 885825"/>
                <a:gd name="connsiteX106" fmla="*/ 380619 w 504825"/>
                <a:gd name="connsiteY106" fmla="*/ 386906 h 885825"/>
                <a:gd name="connsiteX107" fmla="*/ 379571 w 504825"/>
                <a:gd name="connsiteY107" fmla="*/ 387953 h 885825"/>
                <a:gd name="connsiteX108" fmla="*/ 378809 w 504825"/>
                <a:gd name="connsiteY108" fmla="*/ 388144 h 885825"/>
                <a:gd name="connsiteX109" fmla="*/ 378142 w 504825"/>
                <a:gd name="connsiteY109" fmla="*/ 387286 h 885825"/>
                <a:gd name="connsiteX110" fmla="*/ 377761 w 504825"/>
                <a:gd name="connsiteY110" fmla="*/ 388049 h 885825"/>
                <a:gd name="connsiteX111" fmla="*/ 377476 w 504825"/>
                <a:gd name="connsiteY111" fmla="*/ 388906 h 885825"/>
                <a:gd name="connsiteX112" fmla="*/ 377476 w 504825"/>
                <a:gd name="connsiteY112" fmla="*/ 389763 h 885825"/>
                <a:gd name="connsiteX113" fmla="*/ 377952 w 504825"/>
                <a:gd name="connsiteY113" fmla="*/ 390525 h 885825"/>
                <a:gd name="connsiteX114" fmla="*/ 378142 w 504825"/>
                <a:gd name="connsiteY114" fmla="*/ 391001 h 885825"/>
                <a:gd name="connsiteX115" fmla="*/ 377857 w 504825"/>
                <a:gd name="connsiteY115" fmla="*/ 391477 h 885825"/>
                <a:gd name="connsiteX116" fmla="*/ 377380 w 504825"/>
                <a:gd name="connsiteY116" fmla="*/ 391859 h 885825"/>
                <a:gd name="connsiteX117" fmla="*/ 377095 w 504825"/>
                <a:gd name="connsiteY117" fmla="*/ 392144 h 885825"/>
                <a:gd name="connsiteX118" fmla="*/ 377095 w 504825"/>
                <a:gd name="connsiteY118" fmla="*/ 392620 h 885825"/>
                <a:gd name="connsiteX119" fmla="*/ 377285 w 504825"/>
                <a:gd name="connsiteY119" fmla="*/ 393573 h 885825"/>
                <a:gd name="connsiteX120" fmla="*/ 378047 w 504825"/>
                <a:gd name="connsiteY120" fmla="*/ 395668 h 885825"/>
                <a:gd name="connsiteX121" fmla="*/ 378142 w 504825"/>
                <a:gd name="connsiteY121" fmla="*/ 396621 h 885825"/>
                <a:gd name="connsiteX122" fmla="*/ 377666 w 504825"/>
                <a:gd name="connsiteY122" fmla="*/ 397574 h 885825"/>
                <a:gd name="connsiteX123" fmla="*/ 377380 w 504825"/>
                <a:gd name="connsiteY123" fmla="*/ 398335 h 885825"/>
                <a:gd name="connsiteX124" fmla="*/ 377857 w 504825"/>
                <a:gd name="connsiteY124" fmla="*/ 401479 h 885825"/>
                <a:gd name="connsiteX125" fmla="*/ 377476 w 504825"/>
                <a:gd name="connsiteY125" fmla="*/ 403574 h 885825"/>
                <a:gd name="connsiteX126" fmla="*/ 376714 w 504825"/>
                <a:gd name="connsiteY126" fmla="*/ 405479 h 885825"/>
                <a:gd name="connsiteX127" fmla="*/ 375666 w 504825"/>
                <a:gd name="connsiteY127" fmla="*/ 407003 h 885825"/>
                <a:gd name="connsiteX128" fmla="*/ 374332 w 504825"/>
                <a:gd name="connsiteY128" fmla="*/ 408146 h 885825"/>
                <a:gd name="connsiteX129" fmla="*/ 372999 w 504825"/>
                <a:gd name="connsiteY129" fmla="*/ 408908 h 885825"/>
                <a:gd name="connsiteX130" fmla="*/ 372523 w 504825"/>
                <a:gd name="connsiteY130" fmla="*/ 409480 h 885825"/>
                <a:gd name="connsiteX131" fmla="*/ 372713 w 504825"/>
                <a:gd name="connsiteY131" fmla="*/ 410147 h 885825"/>
                <a:gd name="connsiteX132" fmla="*/ 373285 w 504825"/>
                <a:gd name="connsiteY132" fmla="*/ 410527 h 885825"/>
                <a:gd name="connsiteX133" fmla="*/ 362902 w 504825"/>
                <a:gd name="connsiteY133" fmla="*/ 425291 h 885825"/>
                <a:gd name="connsiteX134" fmla="*/ 362426 w 504825"/>
                <a:gd name="connsiteY134" fmla="*/ 425196 h 885825"/>
                <a:gd name="connsiteX135" fmla="*/ 362140 w 504825"/>
                <a:gd name="connsiteY135" fmla="*/ 425196 h 885825"/>
                <a:gd name="connsiteX136" fmla="*/ 361759 w 504825"/>
                <a:gd name="connsiteY136" fmla="*/ 424815 h 885825"/>
                <a:gd name="connsiteX137" fmla="*/ 360902 w 504825"/>
                <a:gd name="connsiteY137" fmla="*/ 424243 h 885825"/>
                <a:gd name="connsiteX138" fmla="*/ 360045 w 504825"/>
                <a:gd name="connsiteY138" fmla="*/ 423862 h 885825"/>
                <a:gd name="connsiteX139" fmla="*/ 359188 w 504825"/>
                <a:gd name="connsiteY139" fmla="*/ 423577 h 885825"/>
                <a:gd name="connsiteX140" fmla="*/ 359378 w 504825"/>
                <a:gd name="connsiteY140" fmla="*/ 424243 h 885825"/>
                <a:gd name="connsiteX141" fmla="*/ 360807 w 504825"/>
                <a:gd name="connsiteY141" fmla="*/ 425577 h 885825"/>
                <a:gd name="connsiteX142" fmla="*/ 361950 w 504825"/>
                <a:gd name="connsiteY142" fmla="*/ 426339 h 885825"/>
                <a:gd name="connsiteX143" fmla="*/ 362521 w 504825"/>
                <a:gd name="connsiteY143" fmla="*/ 426149 h 885825"/>
                <a:gd name="connsiteX144" fmla="*/ 363093 w 504825"/>
                <a:gd name="connsiteY144" fmla="*/ 425482 h 885825"/>
                <a:gd name="connsiteX145" fmla="*/ 362902 w 504825"/>
                <a:gd name="connsiteY145" fmla="*/ 425291 h 885825"/>
                <a:gd name="connsiteX146" fmla="*/ 367093 w 504825"/>
                <a:gd name="connsiteY146" fmla="*/ 428149 h 885825"/>
                <a:gd name="connsiteX147" fmla="*/ 367093 w 504825"/>
                <a:gd name="connsiteY147" fmla="*/ 427577 h 885825"/>
                <a:gd name="connsiteX148" fmla="*/ 366617 w 504825"/>
                <a:gd name="connsiteY148" fmla="*/ 427482 h 885825"/>
                <a:gd name="connsiteX149" fmla="*/ 366236 w 504825"/>
                <a:gd name="connsiteY149" fmla="*/ 427292 h 885825"/>
                <a:gd name="connsiteX150" fmla="*/ 365950 w 504825"/>
                <a:gd name="connsiteY150" fmla="*/ 427006 h 885825"/>
                <a:gd name="connsiteX151" fmla="*/ 363760 w 504825"/>
                <a:gd name="connsiteY151" fmla="*/ 426244 h 885825"/>
                <a:gd name="connsiteX152" fmla="*/ 363283 w 504825"/>
                <a:gd name="connsiteY152" fmla="*/ 426244 h 885825"/>
                <a:gd name="connsiteX153" fmla="*/ 362807 w 504825"/>
                <a:gd name="connsiteY153" fmla="*/ 426529 h 885825"/>
                <a:gd name="connsiteX154" fmla="*/ 362617 w 504825"/>
                <a:gd name="connsiteY154" fmla="*/ 426720 h 885825"/>
                <a:gd name="connsiteX155" fmla="*/ 363188 w 504825"/>
                <a:gd name="connsiteY155" fmla="*/ 427482 h 885825"/>
                <a:gd name="connsiteX156" fmla="*/ 363379 w 504825"/>
                <a:gd name="connsiteY156" fmla="*/ 428244 h 885825"/>
                <a:gd name="connsiteX157" fmla="*/ 363283 w 504825"/>
                <a:gd name="connsiteY157" fmla="*/ 429197 h 885825"/>
                <a:gd name="connsiteX158" fmla="*/ 362998 w 504825"/>
                <a:gd name="connsiteY158" fmla="*/ 430054 h 885825"/>
                <a:gd name="connsiteX159" fmla="*/ 363093 w 504825"/>
                <a:gd name="connsiteY159" fmla="*/ 430720 h 885825"/>
                <a:gd name="connsiteX160" fmla="*/ 363760 w 504825"/>
                <a:gd name="connsiteY160" fmla="*/ 431768 h 885825"/>
                <a:gd name="connsiteX161" fmla="*/ 364046 w 504825"/>
                <a:gd name="connsiteY161" fmla="*/ 432054 h 885825"/>
                <a:gd name="connsiteX162" fmla="*/ 364522 w 504825"/>
                <a:gd name="connsiteY162" fmla="*/ 432911 h 885825"/>
                <a:gd name="connsiteX163" fmla="*/ 365093 w 504825"/>
                <a:gd name="connsiteY163" fmla="*/ 432911 h 885825"/>
                <a:gd name="connsiteX164" fmla="*/ 366046 w 504825"/>
                <a:gd name="connsiteY164" fmla="*/ 432435 h 885825"/>
                <a:gd name="connsiteX165" fmla="*/ 366141 w 504825"/>
                <a:gd name="connsiteY165" fmla="*/ 431959 h 885825"/>
                <a:gd name="connsiteX166" fmla="*/ 365760 w 504825"/>
                <a:gd name="connsiteY166" fmla="*/ 431292 h 885825"/>
                <a:gd name="connsiteX167" fmla="*/ 365379 w 504825"/>
                <a:gd name="connsiteY167" fmla="*/ 430435 h 885825"/>
                <a:gd name="connsiteX168" fmla="*/ 365665 w 504825"/>
                <a:gd name="connsiteY168" fmla="*/ 429387 h 885825"/>
                <a:gd name="connsiteX169" fmla="*/ 367093 w 504825"/>
                <a:gd name="connsiteY169" fmla="*/ 428149 h 885825"/>
                <a:gd name="connsiteX170" fmla="*/ 431101 w 504825"/>
                <a:gd name="connsiteY170" fmla="*/ 601027 h 885825"/>
                <a:gd name="connsiteX171" fmla="*/ 431578 w 504825"/>
                <a:gd name="connsiteY171" fmla="*/ 601885 h 885825"/>
                <a:gd name="connsiteX172" fmla="*/ 432625 w 504825"/>
                <a:gd name="connsiteY172" fmla="*/ 602647 h 885825"/>
                <a:gd name="connsiteX173" fmla="*/ 434435 w 504825"/>
                <a:gd name="connsiteY173" fmla="*/ 603694 h 885825"/>
                <a:gd name="connsiteX174" fmla="*/ 436435 w 504825"/>
                <a:gd name="connsiteY174" fmla="*/ 606933 h 885825"/>
                <a:gd name="connsiteX175" fmla="*/ 437674 w 504825"/>
                <a:gd name="connsiteY175" fmla="*/ 608457 h 885825"/>
                <a:gd name="connsiteX176" fmla="*/ 437864 w 504825"/>
                <a:gd name="connsiteY176" fmla="*/ 608933 h 885825"/>
                <a:gd name="connsiteX177" fmla="*/ 437959 w 504825"/>
                <a:gd name="connsiteY177" fmla="*/ 609314 h 885825"/>
                <a:gd name="connsiteX178" fmla="*/ 438055 w 504825"/>
                <a:gd name="connsiteY178" fmla="*/ 609695 h 885825"/>
                <a:gd name="connsiteX179" fmla="*/ 438436 w 504825"/>
                <a:gd name="connsiteY179" fmla="*/ 609981 h 885825"/>
                <a:gd name="connsiteX180" fmla="*/ 439007 w 504825"/>
                <a:gd name="connsiteY180" fmla="*/ 610076 h 885825"/>
                <a:gd name="connsiteX181" fmla="*/ 439293 w 504825"/>
                <a:gd name="connsiteY181" fmla="*/ 609791 h 885825"/>
                <a:gd name="connsiteX182" fmla="*/ 439579 w 504825"/>
                <a:gd name="connsiteY182" fmla="*/ 609409 h 885825"/>
                <a:gd name="connsiteX183" fmla="*/ 440055 w 504825"/>
                <a:gd name="connsiteY183" fmla="*/ 609219 h 885825"/>
                <a:gd name="connsiteX184" fmla="*/ 440150 w 504825"/>
                <a:gd name="connsiteY184" fmla="*/ 608933 h 885825"/>
                <a:gd name="connsiteX185" fmla="*/ 439579 w 504825"/>
                <a:gd name="connsiteY185" fmla="*/ 607219 h 885825"/>
                <a:gd name="connsiteX186" fmla="*/ 439293 w 504825"/>
                <a:gd name="connsiteY186" fmla="*/ 606076 h 885825"/>
                <a:gd name="connsiteX187" fmla="*/ 438626 w 504825"/>
                <a:gd name="connsiteY187" fmla="*/ 605123 h 885825"/>
                <a:gd name="connsiteX188" fmla="*/ 437864 w 504825"/>
                <a:gd name="connsiteY188" fmla="*/ 604361 h 885825"/>
                <a:gd name="connsiteX189" fmla="*/ 437388 w 504825"/>
                <a:gd name="connsiteY189" fmla="*/ 603694 h 885825"/>
                <a:gd name="connsiteX190" fmla="*/ 436626 w 504825"/>
                <a:gd name="connsiteY190" fmla="*/ 600075 h 885825"/>
                <a:gd name="connsiteX191" fmla="*/ 436055 w 504825"/>
                <a:gd name="connsiteY191" fmla="*/ 599123 h 885825"/>
                <a:gd name="connsiteX192" fmla="*/ 435388 w 504825"/>
                <a:gd name="connsiteY192" fmla="*/ 598646 h 885825"/>
                <a:gd name="connsiteX193" fmla="*/ 433197 w 504825"/>
                <a:gd name="connsiteY193" fmla="*/ 597789 h 885825"/>
                <a:gd name="connsiteX194" fmla="*/ 432340 w 504825"/>
                <a:gd name="connsiteY194" fmla="*/ 597027 h 885825"/>
                <a:gd name="connsiteX195" fmla="*/ 431863 w 504825"/>
                <a:gd name="connsiteY195" fmla="*/ 596741 h 885825"/>
                <a:gd name="connsiteX196" fmla="*/ 431292 w 504825"/>
                <a:gd name="connsiteY196" fmla="*/ 596741 h 885825"/>
                <a:gd name="connsiteX197" fmla="*/ 430625 w 504825"/>
                <a:gd name="connsiteY197" fmla="*/ 597503 h 885825"/>
                <a:gd name="connsiteX198" fmla="*/ 430721 w 504825"/>
                <a:gd name="connsiteY198" fmla="*/ 598646 h 885825"/>
                <a:gd name="connsiteX199" fmla="*/ 431101 w 504825"/>
                <a:gd name="connsiteY199" fmla="*/ 601027 h 885825"/>
                <a:gd name="connsiteX200" fmla="*/ 414052 w 504825"/>
                <a:gd name="connsiteY200" fmla="*/ 517398 h 885825"/>
                <a:gd name="connsiteX201" fmla="*/ 413290 w 504825"/>
                <a:gd name="connsiteY201" fmla="*/ 517017 h 885825"/>
                <a:gd name="connsiteX202" fmla="*/ 413099 w 504825"/>
                <a:gd name="connsiteY202" fmla="*/ 516731 h 885825"/>
                <a:gd name="connsiteX203" fmla="*/ 413004 w 504825"/>
                <a:gd name="connsiteY203" fmla="*/ 516350 h 885825"/>
                <a:gd name="connsiteX204" fmla="*/ 412909 w 504825"/>
                <a:gd name="connsiteY204" fmla="*/ 516065 h 885825"/>
                <a:gd name="connsiteX205" fmla="*/ 412718 w 504825"/>
                <a:gd name="connsiteY205" fmla="*/ 515874 h 885825"/>
                <a:gd name="connsiteX206" fmla="*/ 412432 w 504825"/>
                <a:gd name="connsiteY206" fmla="*/ 515684 h 885825"/>
                <a:gd name="connsiteX207" fmla="*/ 410623 w 504825"/>
                <a:gd name="connsiteY207" fmla="*/ 514636 h 885825"/>
                <a:gd name="connsiteX208" fmla="*/ 410051 w 504825"/>
                <a:gd name="connsiteY208" fmla="*/ 514064 h 885825"/>
                <a:gd name="connsiteX209" fmla="*/ 409956 w 504825"/>
                <a:gd name="connsiteY209" fmla="*/ 513969 h 885825"/>
                <a:gd name="connsiteX210" fmla="*/ 409575 w 504825"/>
                <a:gd name="connsiteY210" fmla="*/ 513969 h 885825"/>
                <a:gd name="connsiteX211" fmla="*/ 409099 w 504825"/>
                <a:gd name="connsiteY211" fmla="*/ 515017 h 885825"/>
                <a:gd name="connsiteX212" fmla="*/ 409099 w 504825"/>
                <a:gd name="connsiteY212" fmla="*/ 515493 h 885825"/>
                <a:gd name="connsiteX213" fmla="*/ 409480 w 504825"/>
                <a:gd name="connsiteY213" fmla="*/ 516065 h 885825"/>
                <a:gd name="connsiteX214" fmla="*/ 409670 w 504825"/>
                <a:gd name="connsiteY214" fmla="*/ 516541 h 885825"/>
                <a:gd name="connsiteX215" fmla="*/ 409861 w 504825"/>
                <a:gd name="connsiteY215" fmla="*/ 517208 h 885825"/>
                <a:gd name="connsiteX216" fmla="*/ 410051 w 504825"/>
                <a:gd name="connsiteY216" fmla="*/ 517779 h 885825"/>
                <a:gd name="connsiteX217" fmla="*/ 410527 w 504825"/>
                <a:gd name="connsiteY217" fmla="*/ 518065 h 885825"/>
                <a:gd name="connsiteX218" fmla="*/ 411194 w 504825"/>
                <a:gd name="connsiteY218" fmla="*/ 518350 h 885825"/>
                <a:gd name="connsiteX219" fmla="*/ 411861 w 504825"/>
                <a:gd name="connsiteY219" fmla="*/ 518922 h 885825"/>
                <a:gd name="connsiteX220" fmla="*/ 412337 w 504825"/>
                <a:gd name="connsiteY220" fmla="*/ 519779 h 885825"/>
                <a:gd name="connsiteX221" fmla="*/ 412432 w 504825"/>
                <a:gd name="connsiteY221" fmla="*/ 520636 h 885825"/>
                <a:gd name="connsiteX222" fmla="*/ 412051 w 504825"/>
                <a:gd name="connsiteY222" fmla="*/ 520446 h 885825"/>
                <a:gd name="connsiteX223" fmla="*/ 411671 w 504825"/>
                <a:gd name="connsiteY223" fmla="*/ 520351 h 885825"/>
                <a:gd name="connsiteX224" fmla="*/ 412432 w 504825"/>
                <a:gd name="connsiteY224" fmla="*/ 522160 h 885825"/>
                <a:gd name="connsiteX225" fmla="*/ 413194 w 504825"/>
                <a:gd name="connsiteY225" fmla="*/ 521494 h 885825"/>
                <a:gd name="connsiteX226" fmla="*/ 413575 w 504825"/>
                <a:gd name="connsiteY226" fmla="*/ 521779 h 885825"/>
                <a:gd name="connsiteX227" fmla="*/ 413671 w 504825"/>
                <a:gd name="connsiteY227" fmla="*/ 522351 h 885825"/>
                <a:gd name="connsiteX228" fmla="*/ 413575 w 504825"/>
                <a:gd name="connsiteY228" fmla="*/ 522542 h 885825"/>
                <a:gd name="connsiteX229" fmla="*/ 414814 w 504825"/>
                <a:gd name="connsiteY229" fmla="*/ 523970 h 885825"/>
                <a:gd name="connsiteX230" fmla="*/ 415195 w 504825"/>
                <a:gd name="connsiteY230" fmla="*/ 523780 h 885825"/>
                <a:gd name="connsiteX231" fmla="*/ 415576 w 504825"/>
                <a:gd name="connsiteY231" fmla="*/ 523303 h 885825"/>
                <a:gd name="connsiteX232" fmla="*/ 415766 w 504825"/>
                <a:gd name="connsiteY232" fmla="*/ 522732 h 885825"/>
                <a:gd name="connsiteX233" fmla="*/ 415766 w 504825"/>
                <a:gd name="connsiteY233" fmla="*/ 521494 h 885825"/>
                <a:gd name="connsiteX234" fmla="*/ 415861 w 504825"/>
                <a:gd name="connsiteY234" fmla="*/ 520922 h 885825"/>
                <a:gd name="connsiteX235" fmla="*/ 416052 w 504825"/>
                <a:gd name="connsiteY235" fmla="*/ 520351 h 885825"/>
                <a:gd name="connsiteX236" fmla="*/ 415099 w 504825"/>
                <a:gd name="connsiteY236" fmla="*/ 520160 h 885825"/>
                <a:gd name="connsiteX237" fmla="*/ 414528 w 504825"/>
                <a:gd name="connsiteY237" fmla="*/ 519875 h 885825"/>
                <a:gd name="connsiteX238" fmla="*/ 414147 w 504825"/>
                <a:gd name="connsiteY238" fmla="*/ 519493 h 885825"/>
                <a:gd name="connsiteX239" fmla="*/ 413766 w 504825"/>
                <a:gd name="connsiteY239" fmla="*/ 518922 h 885825"/>
                <a:gd name="connsiteX240" fmla="*/ 413861 w 504825"/>
                <a:gd name="connsiteY240" fmla="*/ 518160 h 885825"/>
                <a:gd name="connsiteX241" fmla="*/ 414052 w 504825"/>
                <a:gd name="connsiteY241" fmla="*/ 517398 h 885825"/>
                <a:gd name="connsiteX242" fmla="*/ 391668 w 504825"/>
                <a:gd name="connsiteY242" fmla="*/ 571500 h 885825"/>
                <a:gd name="connsiteX243" fmla="*/ 391573 w 504825"/>
                <a:gd name="connsiteY243" fmla="*/ 570167 h 885825"/>
                <a:gd name="connsiteX244" fmla="*/ 391382 w 504825"/>
                <a:gd name="connsiteY244" fmla="*/ 569500 h 885825"/>
                <a:gd name="connsiteX245" fmla="*/ 391096 w 504825"/>
                <a:gd name="connsiteY245" fmla="*/ 568833 h 885825"/>
                <a:gd name="connsiteX246" fmla="*/ 390525 w 504825"/>
                <a:gd name="connsiteY246" fmla="*/ 568166 h 885825"/>
                <a:gd name="connsiteX247" fmla="*/ 389763 w 504825"/>
                <a:gd name="connsiteY247" fmla="*/ 567785 h 885825"/>
                <a:gd name="connsiteX248" fmla="*/ 389001 w 504825"/>
                <a:gd name="connsiteY248" fmla="*/ 567690 h 885825"/>
                <a:gd name="connsiteX249" fmla="*/ 388334 w 504825"/>
                <a:gd name="connsiteY249" fmla="*/ 568071 h 885825"/>
                <a:gd name="connsiteX250" fmla="*/ 387953 w 504825"/>
                <a:gd name="connsiteY250" fmla="*/ 568643 h 885825"/>
                <a:gd name="connsiteX251" fmla="*/ 387667 w 504825"/>
                <a:gd name="connsiteY251" fmla="*/ 569404 h 885825"/>
                <a:gd name="connsiteX252" fmla="*/ 387477 w 504825"/>
                <a:gd name="connsiteY252" fmla="*/ 570262 h 885825"/>
                <a:gd name="connsiteX253" fmla="*/ 387382 w 504825"/>
                <a:gd name="connsiteY253" fmla="*/ 571024 h 885825"/>
                <a:gd name="connsiteX254" fmla="*/ 387001 w 504825"/>
                <a:gd name="connsiteY254" fmla="*/ 571976 h 885825"/>
                <a:gd name="connsiteX255" fmla="*/ 386334 w 504825"/>
                <a:gd name="connsiteY255" fmla="*/ 572738 h 885825"/>
                <a:gd name="connsiteX256" fmla="*/ 386143 w 504825"/>
                <a:gd name="connsiteY256" fmla="*/ 573405 h 885825"/>
                <a:gd name="connsiteX257" fmla="*/ 387001 w 504825"/>
                <a:gd name="connsiteY257" fmla="*/ 574167 h 885825"/>
                <a:gd name="connsiteX258" fmla="*/ 391096 w 504825"/>
                <a:gd name="connsiteY258" fmla="*/ 572167 h 885825"/>
                <a:gd name="connsiteX259" fmla="*/ 391668 w 504825"/>
                <a:gd name="connsiteY259" fmla="*/ 571500 h 885825"/>
                <a:gd name="connsiteX260" fmla="*/ 397955 w 504825"/>
                <a:gd name="connsiteY260" fmla="*/ 571500 h 885825"/>
                <a:gd name="connsiteX261" fmla="*/ 398621 w 504825"/>
                <a:gd name="connsiteY261" fmla="*/ 570262 h 885825"/>
                <a:gd name="connsiteX262" fmla="*/ 397764 w 504825"/>
                <a:gd name="connsiteY262" fmla="*/ 568833 h 885825"/>
                <a:gd name="connsiteX263" fmla="*/ 395764 w 504825"/>
                <a:gd name="connsiteY263" fmla="*/ 567785 h 885825"/>
                <a:gd name="connsiteX264" fmla="*/ 394144 w 504825"/>
                <a:gd name="connsiteY264" fmla="*/ 567785 h 885825"/>
                <a:gd name="connsiteX265" fmla="*/ 392716 w 504825"/>
                <a:gd name="connsiteY265" fmla="*/ 569404 h 885825"/>
                <a:gd name="connsiteX266" fmla="*/ 392716 w 504825"/>
                <a:gd name="connsiteY266" fmla="*/ 571309 h 885825"/>
                <a:gd name="connsiteX267" fmla="*/ 395478 w 504825"/>
                <a:gd name="connsiteY267" fmla="*/ 572262 h 885825"/>
                <a:gd name="connsiteX268" fmla="*/ 397955 w 504825"/>
                <a:gd name="connsiteY268" fmla="*/ 571500 h 885825"/>
                <a:gd name="connsiteX269" fmla="*/ 403098 w 504825"/>
                <a:gd name="connsiteY269" fmla="*/ 598170 h 885825"/>
                <a:gd name="connsiteX270" fmla="*/ 403098 w 504825"/>
                <a:gd name="connsiteY270" fmla="*/ 597789 h 885825"/>
                <a:gd name="connsiteX271" fmla="*/ 402431 w 504825"/>
                <a:gd name="connsiteY271" fmla="*/ 597884 h 885825"/>
                <a:gd name="connsiteX272" fmla="*/ 402050 w 504825"/>
                <a:gd name="connsiteY272" fmla="*/ 598075 h 885825"/>
                <a:gd name="connsiteX273" fmla="*/ 401764 w 504825"/>
                <a:gd name="connsiteY273" fmla="*/ 598360 h 885825"/>
                <a:gd name="connsiteX274" fmla="*/ 401098 w 504825"/>
                <a:gd name="connsiteY274" fmla="*/ 598837 h 885825"/>
                <a:gd name="connsiteX275" fmla="*/ 400621 w 504825"/>
                <a:gd name="connsiteY275" fmla="*/ 598932 h 885825"/>
                <a:gd name="connsiteX276" fmla="*/ 400336 w 504825"/>
                <a:gd name="connsiteY276" fmla="*/ 598932 h 885825"/>
                <a:gd name="connsiteX277" fmla="*/ 400050 w 504825"/>
                <a:gd name="connsiteY277" fmla="*/ 599218 h 885825"/>
                <a:gd name="connsiteX278" fmla="*/ 399764 w 504825"/>
                <a:gd name="connsiteY278" fmla="*/ 599503 h 885825"/>
                <a:gd name="connsiteX279" fmla="*/ 399383 w 504825"/>
                <a:gd name="connsiteY279" fmla="*/ 599599 h 885825"/>
                <a:gd name="connsiteX280" fmla="*/ 399002 w 504825"/>
                <a:gd name="connsiteY280" fmla="*/ 599503 h 885825"/>
                <a:gd name="connsiteX281" fmla="*/ 398716 w 504825"/>
                <a:gd name="connsiteY281" fmla="*/ 599789 h 885825"/>
                <a:gd name="connsiteX282" fmla="*/ 398812 w 504825"/>
                <a:gd name="connsiteY282" fmla="*/ 600551 h 885825"/>
                <a:gd name="connsiteX283" fmla="*/ 398907 w 504825"/>
                <a:gd name="connsiteY283" fmla="*/ 601123 h 885825"/>
                <a:gd name="connsiteX284" fmla="*/ 398907 w 504825"/>
                <a:gd name="connsiteY284" fmla="*/ 601599 h 885825"/>
                <a:gd name="connsiteX285" fmla="*/ 399097 w 504825"/>
                <a:gd name="connsiteY285" fmla="*/ 602170 h 885825"/>
                <a:gd name="connsiteX286" fmla="*/ 399669 w 504825"/>
                <a:gd name="connsiteY286" fmla="*/ 602551 h 885825"/>
                <a:gd name="connsiteX287" fmla="*/ 400145 w 504825"/>
                <a:gd name="connsiteY287" fmla="*/ 602075 h 885825"/>
                <a:gd name="connsiteX288" fmla="*/ 400717 w 504825"/>
                <a:gd name="connsiteY288" fmla="*/ 601218 h 885825"/>
                <a:gd name="connsiteX289" fmla="*/ 401479 w 504825"/>
                <a:gd name="connsiteY289" fmla="*/ 601027 h 885825"/>
                <a:gd name="connsiteX290" fmla="*/ 402146 w 504825"/>
                <a:gd name="connsiteY290" fmla="*/ 601218 h 885825"/>
                <a:gd name="connsiteX291" fmla="*/ 402622 w 504825"/>
                <a:gd name="connsiteY291" fmla="*/ 600837 h 885825"/>
                <a:gd name="connsiteX292" fmla="*/ 402526 w 504825"/>
                <a:gd name="connsiteY292" fmla="*/ 600075 h 885825"/>
                <a:gd name="connsiteX293" fmla="*/ 402526 w 504825"/>
                <a:gd name="connsiteY293" fmla="*/ 599313 h 885825"/>
                <a:gd name="connsiteX294" fmla="*/ 403098 w 504825"/>
                <a:gd name="connsiteY294" fmla="*/ 598170 h 885825"/>
                <a:gd name="connsiteX295" fmla="*/ 391192 w 504825"/>
                <a:gd name="connsiteY295" fmla="*/ 518350 h 885825"/>
                <a:gd name="connsiteX296" fmla="*/ 391477 w 504825"/>
                <a:gd name="connsiteY296" fmla="*/ 519589 h 885825"/>
                <a:gd name="connsiteX297" fmla="*/ 392906 w 504825"/>
                <a:gd name="connsiteY297" fmla="*/ 523208 h 885825"/>
                <a:gd name="connsiteX298" fmla="*/ 393478 w 504825"/>
                <a:gd name="connsiteY298" fmla="*/ 524161 h 885825"/>
                <a:gd name="connsiteX299" fmla="*/ 395288 w 504825"/>
                <a:gd name="connsiteY299" fmla="*/ 526066 h 885825"/>
                <a:gd name="connsiteX300" fmla="*/ 395383 w 504825"/>
                <a:gd name="connsiteY300" fmla="*/ 526256 h 885825"/>
                <a:gd name="connsiteX301" fmla="*/ 395478 w 504825"/>
                <a:gd name="connsiteY301" fmla="*/ 526637 h 885825"/>
                <a:gd name="connsiteX302" fmla="*/ 395668 w 504825"/>
                <a:gd name="connsiteY302" fmla="*/ 527018 h 885825"/>
                <a:gd name="connsiteX303" fmla="*/ 395954 w 504825"/>
                <a:gd name="connsiteY303" fmla="*/ 527209 h 885825"/>
                <a:gd name="connsiteX304" fmla="*/ 396335 w 504825"/>
                <a:gd name="connsiteY304" fmla="*/ 527209 h 885825"/>
                <a:gd name="connsiteX305" fmla="*/ 396526 w 504825"/>
                <a:gd name="connsiteY305" fmla="*/ 526923 h 885825"/>
                <a:gd name="connsiteX306" fmla="*/ 396716 w 504825"/>
                <a:gd name="connsiteY306" fmla="*/ 526447 h 885825"/>
                <a:gd name="connsiteX307" fmla="*/ 397859 w 504825"/>
                <a:gd name="connsiteY307" fmla="*/ 526447 h 885825"/>
                <a:gd name="connsiteX308" fmla="*/ 399193 w 504825"/>
                <a:gd name="connsiteY308" fmla="*/ 526828 h 885825"/>
                <a:gd name="connsiteX309" fmla="*/ 402336 w 504825"/>
                <a:gd name="connsiteY309" fmla="*/ 526828 h 885825"/>
                <a:gd name="connsiteX310" fmla="*/ 403193 w 504825"/>
                <a:gd name="connsiteY310" fmla="*/ 526542 h 885825"/>
                <a:gd name="connsiteX311" fmla="*/ 403574 w 504825"/>
                <a:gd name="connsiteY311" fmla="*/ 525875 h 885825"/>
                <a:gd name="connsiteX312" fmla="*/ 404050 w 504825"/>
                <a:gd name="connsiteY312" fmla="*/ 524066 h 885825"/>
                <a:gd name="connsiteX313" fmla="*/ 403860 w 504825"/>
                <a:gd name="connsiteY313" fmla="*/ 522923 h 885825"/>
                <a:gd name="connsiteX314" fmla="*/ 402717 w 504825"/>
                <a:gd name="connsiteY314" fmla="*/ 522446 h 885825"/>
                <a:gd name="connsiteX315" fmla="*/ 402336 w 504825"/>
                <a:gd name="connsiteY315" fmla="*/ 521875 h 885825"/>
                <a:gd name="connsiteX316" fmla="*/ 401002 w 504825"/>
                <a:gd name="connsiteY316" fmla="*/ 519112 h 885825"/>
                <a:gd name="connsiteX317" fmla="*/ 400431 w 504825"/>
                <a:gd name="connsiteY317" fmla="*/ 517208 h 885825"/>
                <a:gd name="connsiteX318" fmla="*/ 399669 w 504825"/>
                <a:gd name="connsiteY318" fmla="*/ 516445 h 885825"/>
                <a:gd name="connsiteX319" fmla="*/ 398716 w 504825"/>
                <a:gd name="connsiteY319" fmla="*/ 515874 h 885825"/>
                <a:gd name="connsiteX320" fmla="*/ 397764 w 504825"/>
                <a:gd name="connsiteY320" fmla="*/ 515493 h 885825"/>
                <a:gd name="connsiteX321" fmla="*/ 397288 w 504825"/>
                <a:gd name="connsiteY321" fmla="*/ 515398 h 885825"/>
                <a:gd name="connsiteX322" fmla="*/ 395859 w 504825"/>
                <a:gd name="connsiteY322" fmla="*/ 515493 h 885825"/>
                <a:gd name="connsiteX323" fmla="*/ 393859 w 504825"/>
                <a:gd name="connsiteY323" fmla="*/ 515398 h 885825"/>
                <a:gd name="connsiteX324" fmla="*/ 393192 w 504825"/>
                <a:gd name="connsiteY324" fmla="*/ 515493 h 885825"/>
                <a:gd name="connsiteX325" fmla="*/ 390620 w 504825"/>
                <a:gd name="connsiteY325" fmla="*/ 516255 h 885825"/>
                <a:gd name="connsiteX326" fmla="*/ 389572 w 504825"/>
                <a:gd name="connsiteY326" fmla="*/ 516160 h 885825"/>
                <a:gd name="connsiteX327" fmla="*/ 389858 w 504825"/>
                <a:gd name="connsiteY327" fmla="*/ 516636 h 885825"/>
                <a:gd name="connsiteX328" fmla="*/ 391001 w 504825"/>
                <a:gd name="connsiteY328" fmla="*/ 517969 h 885825"/>
                <a:gd name="connsiteX329" fmla="*/ 391192 w 504825"/>
                <a:gd name="connsiteY329" fmla="*/ 518350 h 885825"/>
                <a:gd name="connsiteX330" fmla="*/ 262604 w 504825"/>
                <a:gd name="connsiteY330" fmla="*/ 43339 h 885825"/>
                <a:gd name="connsiteX331" fmla="*/ 263652 w 504825"/>
                <a:gd name="connsiteY331" fmla="*/ 42958 h 885825"/>
                <a:gd name="connsiteX332" fmla="*/ 264319 w 504825"/>
                <a:gd name="connsiteY332" fmla="*/ 42196 h 885825"/>
                <a:gd name="connsiteX333" fmla="*/ 264509 w 504825"/>
                <a:gd name="connsiteY333" fmla="*/ 41624 h 885825"/>
                <a:gd name="connsiteX334" fmla="*/ 264319 w 504825"/>
                <a:gd name="connsiteY334" fmla="*/ 41243 h 885825"/>
                <a:gd name="connsiteX335" fmla="*/ 264033 w 504825"/>
                <a:gd name="connsiteY335" fmla="*/ 40862 h 885825"/>
                <a:gd name="connsiteX336" fmla="*/ 263938 w 504825"/>
                <a:gd name="connsiteY336" fmla="*/ 40100 h 885825"/>
                <a:gd name="connsiteX337" fmla="*/ 264223 w 504825"/>
                <a:gd name="connsiteY337" fmla="*/ 39719 h 885825"/>
                <a:gd name="connsiteX338" fmla="*/ 265462 w 504825"/>
                <a:gd name="connsiteY338" fmla="*/ 38671 h 885825"/>
                <a:gd name="connsiteX339" fmla="*/ 267367 w 504825"/>
                <a:gd name="connsiteY339" fmla="*/ 37338 h 885825"/>
                <a:gd name="connsiteX340" fmla="*/ 267652 w 504825"/>
                <a:gd name="connsiteY340" fmla="*/ 36862 h 885825"/>
                <a:gd name="connsiteX341" fmla="*/ 267652 w 504825"/>
                <a:gd name="connsiteY341" fmla="*/ 36290 h 885825"/>
                <a:gd name="connsiteX342" fmla="*/ 267367 w 504825"/>
                <a:gd name="connsiteY342" fmla="*/ 35909 h 885825"/>
                <a:gd name="connsiteX343" fmla="*/ 266890 w 504825"/>
                <a:gd name="connsiteY343" fmla="*/ 35624 h 885825"/>
                <a:gd name="connsiteX344" fmla="*/ 266414 w 504825"/>
                <a:gd name="connsiteY344" fmla="*/ 35528 h 885825"/>
                <a:gd name="connsiteX345" fmla="*/ 265747 w 504825"/>
                <a:gd name="connsiteY345" fmla="*/ 35814 h 885825"/>
                <a:gd name="connsiteX346" fmla="*/ 264795 w 504825"/>
                <a:gd name="connsiteY346" fmla="*/ 36385 h 885825"/>
                <a:gd name="connsiteX347" fmla="*/ 264033 w 504825"/>
                <a:gd name="connsiteY347" fmla="*/ 37052 h 885825"/>
                <a:gd name="connsiteX348" fmla="*/ 263938 w 504825"/>
                <a:gd name="connsiteY348" fmla="*/ 37529 h 885825"/>
                <a:gd name="connsiteX349" fmla="*/ 261747 w 504825"/>
                <a:gd name="connsiteY349" fmla="*/ 40767 h 885825"/>
                <a:gd name="connsiteX350" fmla="*/ 261366 w 504825"/>
                <a:gd name="connsiteY350" fmla="*/ 41720 h 885825"/>
                <a:gd name="connsiteX351" fmla="*/ 261652 w 504825"/>
                <a:gd name="connsiteY351" fmla="*/ 42958 h 885825"/>
                <a:gd name="connsiteX352" fmla="*/ 262604 w 504825"/>
                <a:gd name="connsiteY352" fmla="*/ 43339 h 885825"/>
                <a:gd name="connsiteX353" fmla="*/ 137731 w 504825"/>
                <a:gd name="connsiteY353" fmla="*/ 544640 h 885825"/>
                <a:gd name="connsiteX354" fmla="*/ 138398 w 504825"/>
                <a:gd name="connsiteY354" fmla="*/ 544925 h 885825"/>
                <a:gd name="connsiteX355" fmla="*/ 138779 w 504825"/>
                <a:gd name="connsiteY355" fmla="*/ 544735 h 885825"/>
                <a:gd name="connsiteX356" fmla="*/ 139827 w 504825"/>
                <a:gd name="connsiteY356" fmla="*/ 543973 h 885825"/>
                <a:gd name="connsiteX357" fmla="*/ 140779 w 504825"/>
                <a:gd name="connsiteY357" fmla="*/ 543116 h 885825"/>
                <a:gd name="connsiteX358" fmla="*/ 141065 w 504825"/>
                <a:gd name="connsiteY358" fmla="*/ 542639 h 885825"/>
                <a:gd name="connsiteX359" fmla="*/ 140875 w 504825"/>
                <a:gd name="connsiteY359" fmla="*/ 542163 h 885825"/>
                <a:gd name="connsiteX360" fmla="*/ 140017 w 504825"/>
                <a:gd name="connsiteY360" fmla="*/ 541592 h 885825"/>
                <a:gd name="connsiteX361" fmla="*/ 139541 w 504825"/>
                <a:gd name="connsiteY361" fmla="*/ 541687 h 885825"/>
                <a:gd name="connsiteX362" fmla="*/ 139351 w 504825"/>
                <a:gd name="connsiteY362" fmla="*/ 541877 h 885825"/>
                <a:gd name="connsiteX363" fmla="*/ 139255 w 504825"/>
                <a:gd name="connsiteY363" fmla="*/ 542068 h 885825"/>
                <a:gd name="connsiteX364" fmla="*/ 139065 w 504825"/>
                <a:gd name="connsiteY364" fmla="*/ 542258 h 885825"/>
                <a:gd name="connsiteX365" fmla="*/ 138113 w 504825"/>
                <a:gd name="connsiteY365" fmla="*/ 542734 h 885825"/>
                <a:gd name="connsiteX366" fmla="*/ 138017 w 504825"/>
                <a:gd name="connsiteY366" fmla="*/ 542734 h 885825"/>
                <a:gd name="connsiteX367" fmla="*/ 137827 w 504825"/>
                <a:gd name="connsiteY367" fmla="*/ 543211 h 885825"/>
                <a:gd name="connsiteX368" fmla="*/ 137731 w 504825"/>
                <a:gd name="connsiteY368" fmla="*/ 543973 h 885825"/>
                <a:gd name="connsiteX369" fmla="*/ 137731 w 504825"/>
                <a:gd name="connsiteY369" fmla="*/ 544640 h 885825"/>
                <a:gd name="connsiteX370" fmla="*/ 228695 w 504825"/>
                <a:gd name="connsiteY370" fmla="*/ 126778 h 885825"/>
                <a:gd name="connsiteX371" fmla="*/ 229933 w 504825"/>
                <a:gd name="connsiteY371" fmla="*/ 126968 h 885825"/>
                <a:gd name="connsiteX372" fmla="*/ 234601 w 504825"/>
                <a:gd name="connsiteY372" fmla="*/ 126587 h 885825"/>
                <a:gd name="connsiteX373" fmla="*/ 235934 w 504825"/>
                <a:gd name="connsiteY373" fmla="*/ 126301 h 885825"/>
                <a:gd name="connsiteX374" fmla="*/ 237077 w 504825"/>
                <a:gd name="connsiteY374" fmla="*/ 125730 h 885825"/>
                <a:gd name="connsiteX375" fmla="*/ 238315 w 504825"/>
                <a:gd name="connsiteY375" fmla="*/ 124873 h 885825"/>
                <a:gd name="connsiteX376" fmla="*/ 237744 w 504825"/>
                <a:gd name="connsiteY376" fmla="*/ 124873 h 885825"/>
                <a:gd name="connsiteX377" fmla="*/ 237268 w 504825"/>
                <a:gd name="connsiteY377" fmla="*/ 124777 h 885825"/>
                <a:gd name="connsiteX378" fmla="*/ 236887 w 504825"/>
                <a:gd name="connsiteY378" fmla="*/ 124492 h 885825"/>
                <a:gd name="connsiteX379" fmla="*/ 236506 w 504825"/>
                <a:gd name="connsiteY379" fmla="*/ 124111 h 885825"/>
                <a:gd name="connsiteX380" fmla="*/ 235744 w 504825"/>
                <a:gd name="connsiteY380" fmla="*/ 123539 h 885825"/>
                <a:gd name="connsiteX381" fmla="*/ 235077 w 504825"/>
                <a:gd name="connsiteY381" fmla="*/ 123444 h 885825"/>
                <a:gd name="connsiteX382" fmla="*/ 233553 w 504825"/>
                <a:gd name="connsiteY382" fmla="*/ 123730 h 885825"/>
                <a:gd name="connsiteX383" fmla="*/ 231743 w 504825"/>
                <a:gd name="connsiteY383" fmla="*/ 123920 h 885825"/>
                <a:gd name="connsiteX384" fmla="*/ 228886 w 504825"/>
                <a:gd name="connsiteY384" fmla="*/ 124873 h 885825"/>
                <a:gd name="connsiteX385" fmla="*/ 227838 w 504825"/>
                <a:gd name="connsiteY385" fmla="*/ 124968 h 885825"/>
                <a:gd name="connsiteX386" fmla="*/ 227552 w 504825"/>
                <a:gd name="connsiteY386" fmla="*/ 125254 h 885825"/>
                <a:gd name="connsiteX387" fmla="*/ 227743 w 504825"/>
                <a:gd name="connsiteY387" fmla="*/ 126016 h 885825"/>
                <a:gd name="connsiteX388" fmla="*/ 228695 w 504825"/>
                <a:gd name="connsiteY388" fmla="*/ 126778 h 885825"/>
                <a:gd name="connsiteX389" fmla="*/ 140398 w 504825"/>
                <a:gd name="connsiteY389" fmla="*/ 548068 h 885825"/>
                <a:gd name="connsiteX390" fmla="*/ 138303 w 504825"/>
                <a:gd name="connsiteY390" fmla="*/ 547211 h 885825"/>
                <a:gd name="connsiteX391" fmla="*/ 138113 w 504825"/>
                <a:gd name="connsiteY391" fmla="*/ 547973 h 885825"/>
                <a:gd name="connsiteX392" fmla="*/ 138303 w 504825"/>
                <a:gd name="connsiteY392" fmla="*/ 549974 h 885825"/>
                <a:gd name="connsiteX393" fmla="*/ 138589 w 504825"/>
                <a:gd name="connsiteY393" fmla="*/ 550259 h 885825"/>
                <a:gd name="connsiteX394" fmla="*/ 139160 w 504825"/>
                <a:gd name="connsiteY394" fmla="*/ 550640 h 885825"/>
                <a:gd name="connsiteX395" fmla="*/ 139732 w 504825"/>
                <a:gd name="connsiteY395" fmla="*/ 551212 h 885825"/>
                <a:gd name="connsiteX396" fmla="*/ 140017 w 504825"/>
                <a:gd name="connsiteY396" fmla="*/ 552069 h 885825"/>
                <a:gd name="connsiteX397" fmla="*/ 140494 w 504825"/>
                <a:gd name="connsiteY397" fmla="*/ 551783 h 885825"/>
                <a:gd name="connsiteX398" fmla="*/ 140875 w 504825"/>
                <a:gd name="connsiteY398" fmla="*/ 551593 h 885825"/>
                <a:gd name="connsiteX399" fmla="*/ 141256 w 504825"/>
                <a:gd name="connsiteY399" fmla="*/ 551593 h 885825"/>
                <a:gd name="connsiteX400" fmla="*/ 141541 w 504825"/>
                <a:gd name="connsiteY400" fmla="*/ 551783 h 885825"/>
                <a:gd name="connsiteX401" fmla="*/ 141922 w 504825"/>
                <a:gd name="connsiteY401" fmla="*/ 551783 h 885825"/>
                <a:gd name="connsiteX402" fmla="*/ 141922 w 504825"/>
                <a:gd name="connsiteY402" fmla="*/ 551021 h 885825"/>
                <a:gd name="connsiteX403" fmla="*/ 141732 w 504825"/>
                <a:gd name="connsiteY403" fmla="*/ 550259 h 885825"/>
                <a:gd name="connsiteX404" fmla="*/ 141446 w 504825"/>
                <a:gd name="connsiteY404" fmla="*/ 549497 h 885825"/>
                <a:gd name="connsiteX405" fmla="*/ 141065 w 504825"/>
                <a:gd name="connsiteY405" fmla="*/ 548831 h 885825"/>
                <a:gd name="connsiteX406" fmla="*/ 140398 w 504825"/>
                <a:gd name="connsiteY406" fmla="*/ 548068 h 885825"/>
                <a:gd name="connsiteX407" fmla="*/ 156496 w 504825"/>
                <a:gd name="connsiteY407" fmla="*/ 266986 h 885825"/>
                <a:gd name="connsiteX408" fmla="*/ 157067 w 504825"/>
                <a:gd name="connsiteY408" fmla="*/ 267367 h 885825"/>
                <a:gd name="connsiteX409" fmla="*/ 158115 w 504825"/>
                <a:gd name="connsiteY409" fmla="*/ 268795 h 885825"/>
                <a:gd name="connsiteX410" fmla="*/ 159163 w 504825"/>
                <a:gd name="connsiteY410" fmla="*/ 269653 h 885825"/>
                <a:gd name="connsiteX411" fmla="*/ 159448 w 504825"/>
                <a:gd name="connsiteY411" fmla="*/ 270034 h 885825"/>
                <a:gd name="connsiteX412" fmla="*/ 160115 w 504825"/>
                <a:gd name="connsiteY412" fmla="*/ 270510 h 885825"/>
                <a:gd name="connsiteX413" fmla="*/ 160782 w 504825"/>
                <a:gd name="connsiteY413" fmla="*/ 270415 h 885825"/>
                <a:gd name="connsiteX414" fmla="*/ 161163 w 504825"/>
                <a:gd name="connsiteY414" fmla="*/ 269939 h 885825"/>
                <a:gd name="connsiteX415" fmla="*/ 161068 w 504825"/>
                <a:gd name="connsiteY415" fmla="*/ 269176 h 885825"/>
                <a:gd name="connsiteX416" fmla="*/ 160782 w 504825"/>
                <a:gd name="connsiteY416" fmla="*/ 268415 h 885825"/>
                <a:gd name="connsiteX417" fmla="*/ 160782 w 504825"/>
                <a:gd name="connsiteY417" fmla="*/ 266033 h 885825"/>
                <a:gd name="connsiteX418" fmla="*/ 160306 w 504825"/>
                <a:gd name="connsiteY418" fmla="*/ 264985 h 885825"/>
                <a:gd name="connsiteX419" fmla="*/ 160210 w 504825"/>
                <a:gd name="connsiteY419" fmla="*/ 264604 h 885825"/>
                <a:gd name="connsiteX420" fmla="*/ 160020 w 504825"/>
                <a:gd name="connsiteY420" fmla="*/ 264319 h 885825"/>
                <a:gd name="connsiteX421" fmla="*/ 159639 w 504825"/>
                <a:gd name="connsiteY421" fmla="*/ 264033 h 885825"/>
                <a:gd name="connsiteX422" fmla="*/ 159067 w 504825"/>
                <a:gd name="connsiteY422" fmla="*/ 263938 h 885825"/>
                <a:gd name="connsiteX423" fmla="*/ 158686 w 504825"/>
                <a:gd name="connsiteY423" fmla="*/ 264319 h 885825"/>
                <a:gd name="connsiteX424" fmla="*/ 158591 w 504825"/>
                <a:gd name="connsiteY424" fmla="*/ 264604 h 885825"/>
                <a:gd name="connsiteX425" fmla="*/ 158496 w 504825"/>
                <a:gd name="connsiteY425" fmla="*/ 264795 h 885825"/>
                <a:gd name="connsiteX426" fmla="*/ 158115 w 504825"/>
                <a:gd name="connsiteY426" fmla="*/ 264985 h 885825"/>
                <a:gd name="connsiteX427" fmla="*/ 157543 w 504825"/>
                <a:gd name="connsiteY427" fmla="*/ 265176 h 885825"/>
                <a:gd name="connsiteX428" fmla="*/ 156686 w 504825"/>
                <a:gd name="connsiteY428" fmla="*/ 266033 h 885825"/>
                <a:gd name="connsiteX429" fmla="*/ 156400 w 504825"/>
                <a:gd name="connsiteY429" fmla="*/ 266509 h 885825"/>
                <a:gd name="connsiteX430" fmla="*/ 156496 w 504825"/>
                <a:gd name="connsiteY430" fmla="*/ 266986 h 885825"/>
                <a:gd name="connsiteX431" fmla="*/ 262318 w 504825"/>
                <a:gd name="connsiteY431" fmla="*/ 2762 h 885825"/>
                <a:gd name="connsiteX432" fmla="*/ 262033 w 504825"/>
                <a:gd name="connsiteY432" fmla="*/ 3238 h 885825"/>
                <a:gd name="connsiteX433" fmla="*/ 262414 w 504825"/>
                <a:gd name="connsiteY433" fmla="*/ 3143 h 885825"/>
                <a:gd name="connsiteX434" fmla="*/ 262318 w 504825"/>
                <a:gd name="connsiteY434" fmla="*/ 2762 h 885825"/>
                <a:gd name="connsiteX435" fmla="*/ 233839 w 504825"/>
                <a:gd name="connsiteY435" fmla="*/ 101060 h 885825"/>
                <a:gd name="connsiteX436" fmla="*/ 234124 w 504825"/>
                <a:gd name="connsiteY436" fmla="*/ 101536 h 885825"/>
                <a:gd name="connsiteX437" fmla="*/ 234505 w 504825"/>
                <a:gd name="connsiteY437" fmla="*/ 101822 h 885825"/>
                <a:gd name="connsiteX438" fmla="*/ 234886 w 504825"/>
                <a:gd name="connsiteY438" fmla="*/ 101917 h 885825"/>
                <a:gd name="connsiteX439" fmla="*/ 235267 w 504825"/>
                <a:gd name="connsiteY439" fmla="*/ 101917 h 885825"/>
                <a:gd name="connsiteX440" fmla="*/ 235553 w 504825"/>
                <a:gd name="connsiteY440" fmla="*/ 102013 h 885825"/>
                <a:gd name="connsiteX441" fmla="*/ 237554 w 504825"/>
                <a:gd name="connsiteY441" fmla="*/ 103251 h 885825"/>
                <a:gd name="connsiteX442" fmla="*/ 237934 w 504825"/>
                <a:gd name="connsiteY442" fmla="*/ 103537 h 885825"/>
                <a:gd name="connsiteX443" fmla="*/ 239363 w 504825"/>
                <a:gd name="connsiteY443" fmla="*/ 104108 h 885825"/>
                <a:gd name="connsiteX444" fmla="*/ 239839 w 504825"/>
                <a:gd name="connsiteY444" fmla="*/ 103918 h 885825"/>
                <a:gd name="connsiteX445" fmla="*/ 240030 w 504825"/>
                <a:gd name="connsiteY445" fmla="*/ 103632 h 885825"/>
                <a:gd name="connsiteX446" fmla="*/ 240125 w 504825"/>
                <a:gd name="connsiteY446" fmla="*/ 103251 h 885825"/>
                <a:gd name="connsiteX447" fmla="*/ 240411 w 504825"/>
                <a:gd name="connsiteY447" fmla="*/ 102965 h 885825"/>
                <a:gd name="connsiteX448" fmla="*/ 240792 w 504825"/>
                <a:gd name="connsiteY448" fmla="*/ 102965 h 885825"/>
                <a:gd name="connsiteX449" fmla="*/ 241268 w 504825"/>
                <a:gd name="connsiteY449" fmla="*/ 103060 h 885825"/>
                <a:gd name="connsiteX450" fmla="*/ 241649 w 504825"/>
                <a:gd name="connsiteY450" fmla="*/ 103060 h 885825"/>
                <a:gd name="connsiteX451" fmla="*/ 241840 w 504825"/>
                <a:gd name="connsiteY451" fmla="*/ 102870 h 885825"/>
                <a:gd name="connsiteX452" fmla="*/ 241744 w 504825"/>
                <a:gd name="connsiteY452" fmla="*/ 102489 h 885825"/>
                <a:gd name="connsiteX453" fmla="*/ 241649 w 504825"/>
                <a:gd name="connsiteY453" fmla="*/ 102203 h 885825"/>
                <a:gd name="connsiteX454" fmla="*/ 241554 w 504825"/>
                <a:gd name="connsiteY454" fmla="*/ 102013 h 885825"/>
                <a:gd name="connsiteX455" fmla="*/ 241459 w 504825"/>
                <a:gd name="connsiteY455" fmla="*/ 101822 h 885825"/>
                <a:gd name="connsiteX456" fmla="*/ 241363 w 504825"/>
                <a:gd name="connsiteY456" fmla="*/ 101632 h 885825"/>
                <a:gd name="connsiteX457" fmla="*/ 240697 w 504825"/>
                <a:gd name="connsiteY457" fmla="*/ 100870 h 885825"/>
                <a:gd name="connsiteX458" fmla="*/ 240601 w 504825"/>
                <a:gd name="connsiteY458" fmla="*/ 100489 h 885825"/>
                <a:gd name="connsiteX459" fmla="*/ 240601 w 504825"/>
                <a:gd name="connsiteY459" fmla="*/ 100298 h 885825"/>
                <a:gd name="connsiteX460" fmla="*/ 240601 w 504825"/>
                <a:gd name="connsiteY460" fmla="*/ 100108 h 885825"/>
                <a:gd name="connsiteX461" fmla="*/ 240601 w 504825"/>
                <a:gd name="connsiteY461" fmla="*/ 97441 h 885825"/>
                <a:gd name="connsiteX462" fmla="*/ 240125 w 504825"/>
                <a:gd name="connsiteY462" fmla="*/ 96774 h 885825"/>
                <a:gd name="connsiteX463" fmla="*/ 239458 w 504825"/>
                <a:gd name="connsiteY463" fmla="*/ 96869 h 885825"/>
                <a:gd name="connsiteX464" fmla="*/ 238696 w 504825"/>
                <a:gd name="connsiteY464" fmla="*/ 97250 h 885825"/>
                <a:gd name="connsiteX465" fmla="*/ 237744 w 504825"/>
                <a:gd name="connsiteY465" fmla="*/ 97441 h 885825"/>
                <a:gd name="connsiteX466" fmla="*/ 236791 w 504825"/>
                <a:gd name="connsiteY466" fmla="*/ 97345 h 885825"/>
                <a:gd name="connsiteX467" fmla="*/ 233839 w 504825"/>
                <a:gd name="connsiteY467" fmla="*/ 96298 h 885825"/>
                <a:gd name="connsiteX468" fmla="*/ 232981 w 504825"/>
                <a:gd name="connsiteY468" fmla="*/ 97345 h 885825"/>
                <a:gd name="connsiteX469" fmla="*/ 232410 w 504825"/>
                <a:gd name="connsiteY469" fmla="*/ 97631 h 885825"/>
                <a:gd name="connsiteX470" fmla="*/ 231553 w 504825"/>
                <a:gd name="connsiteY470" fmla="*/ 97726 h 885825"/>
                <a:gd name="connsiteX471" fmla="*/ 231457 w 504825"/>
                <a:gd name="connsiteY471" fmla="*/ 98012 h 885825"/>
                <a:gd name="connsiteX472" fmla="*/ 233172 w 504825"/>
                <a:gd name="connsiteY472" fmla="*/ 100012 h 885825"/>
                <a:gd name="connsiteX473" fmla="*/ 233839 w 504825"/>
                <a:gd name="connsiteY473" fmla="*/ 101060 h 885825"/>
                <a:gd name="connsiteX474" fmla="*/ 379666 w 504825"/>
                <a:gd name="connsiteY474" fmla="*/ 474535 h 885825"/>
                <a:gd name="connsiteX475" fmla="*/ 378714 w 504825"/>
                <a:gd name="connsiteY475" fmla="*/ 473869 h 885825"/>
                <a:gd name="connsiteX476" fmla="*/ 378238 w 504825"/>
                <a:gd name="connsiteY476" fmla="*/ 473774 h 885825"/>
                <a:gd name="connsiteX477" fmla="*/ 378238 w 504825"/>
                <a:gd name="connsiteY477" fmla="*/ 474345 h 885825"/>
                <a:gd name="connsiteX478" fmla="*/ 378428 w 504825"/>
                <a:gd name="connsiteY478" fmla="*/ 475488 h 885825"/>
                <a:gd name="connsiteX479" fmla="*/ 379000 w 504825"/>
                <a:gd name="connsiteY479" fmla="*/ 476726 h 885825"/>
                <a:gd name="connsiteX480" fmla="*/ 380047 w 504825"/>
                <a:gd name="connsiteY480" fmla="*/ 477584 h 885825"/>
                <a:gd name="connsiteX481" fmla="*/ 380714 w 504825"/>
                <a:gd name="connsiteY481" fmla="*/ 477107 h 885825"/>
                <a:gd name="connsiteX482" fmla="*/ 380429 w 504825"/>
                <a:gd name="connsiteY482" fmla="*/ 475678 h 885825"/>
                <a:gd name="connsiteX483" fmla="*/ 379666 w 504825"/>
                <a:gd name="connsiteY483" fmla="*/ 474535 h 885825"/>
                <a:gd name="connsiteX484" fmla="*/ 260794 w 504825"/>
                <a:gd name="connsiteY484" fmla="*/ 88964 h 885825"/>
                <a:gd name="connsiteX485" fmla="*/ 261747 w 504825"/>
                <a:gd name="connsiteY485" fmla="*/ 89535 h 885825"/>
                <a:gd name="connsiteX486" fmla="*/ 262985 w 504825"/>
                <a:gd name="connsiteY486" fmla="*/ 90773 h 885825"/>
                <a:gd name="connsiteX487" fmla="*/ 263747 w 504825"/>
                <a:gd name="connsiteY487" fmla="*/ 91059 h 885825"/>
                <a:gd name="connsiteX488" fmla="*/ 264605 w 504825"/>
                <a:gd name="connsiteY488" fmla="*/ 90678 h 885825"/>
                <a:gd name="connsiteX489" fmla="*/ 265081 w 504825"/>
                <a:gd name="connsiteY489" fmla="*/ 89916 h 885825"/>
                <a:gd name="connsiteX490" fmla="*/ 265366 w 504825"/>
                <a:gd name="connsiteY490" fmla="*/ 88011 h 885825"/>
                <a:gd name="connsiteX491" fmla="*/ 265652 w 504825"/>
                <a:gd name="connsiteY491" fmla="*/ 87344 h 885825"/>
                <a:gd name="connsiteX492" fmla="*/ 265652 w 504825"/>
                <a:gd name="connsiteY492" fmla="*/ 87058 h 885825"/>
                <a:gd name="connsiteX493" fmla="*/ 265271 w 504825"/>
                <a:gd name="connsiteY493" fmla="*/ 86773 h 885825"/>
                <a:gd name="connsiteX494" fmla="*/ 264795 w 504825"/>
                <a:gd name="connsiteY494" fmla="*/ 86487 h 885825"/>
                <a:gd name="connsiteX495" fmla="*/ 264509 w 504825"/>
                <a:gd name="connsiteY495" fmla="*/ 86392 h 885825"/>
                <a:gd name="connsiteX496" fmla="*/ 264128 w 504825"/>
                <a:gd name="connsiteY496" fmla="*/ 86487 h 885825"/>
                <a:gd name="connsiteX497" fmla="*/ 263461 w 504825"/>
                <a:gd name="connsiteY497" fmla="*/ 87154 h 885825"/>
                <a:gd name="connsiteX498" fmla="*/ 263080 w 504825"/>
                <a:gd name="connsiteY498" fmla="*/ 87344 h 885825"/>
                <a:gd name="connsiteX499" fmla="*/ 262604 w 504825"/>
                <a:gd name="connsiteY499" fmla="*/ 87344 h 885825"/>
                <a:gd name="connsiteX500" fmla="*/ 261842 w 504825"/>
                <a:gd name="connsiteY500" fmla="*/ 87249 h 885825"/>
                <a:gd name="connsiteX501" fmla="*/ 260794 w 504825"/>
                <a:gd name="connsiteY501" fmla="*/ 87440 h 885825"/>
                <a:gd name="connsiteX502" fmla="*/ 260509 w 504825"/>
                <a:gd name="connsiteY502" fmla="*/ 87440 h 885825"/>
                <a:gd name="connsiteX503" fmla="*/ 260318 w 504825"/>
                <a:gd name="connsiteY503" fmla="*/ 87535 h 885825"/>
                <a:gd name="connsiteX504" fmla="*/ 260223 w 504825"/>
                <a:gd name="connsiteY504" fmla="*/ 88106 h 885825"/>
                <a:gd name="connsiteX505" fmla="*/ 260318 w 504825"/>
                <a:gd name="connsiteY505" fmla="*/ 88678 h 885825"/>
                <a:gd name="connsiteX506" fmla="*/ 260794 w 504825"/>
                <a:gd name="connsiteY506" fmla="*/ 88964 h 885825"/>
                <a:gd name="connsiteX507" fmla="*/ 257461 w 504825"/>
                <a:gd name="connsiteY507" fmla="*/ 125635 h 885825"/>
                <a:gd name="connsiteX508" fmla="*/ 257461 w 504825"/>
                <a:gd name="connsiteY508" fmla="*/ 126778 h 885825"/>
                <a:gd name="connsiteX509" fmla="*/ 257080 w 504825"/>
                <a:gd name="connsiteY509" fmla="*/ 127540 h 885825"/>
                <a:gd name="connsiteX510" fmla="*/ 257746 w 504825"/>
                <a:gd name="connsiteY510" fmla="*/ 128111 h 885825"/>
                <a:gd name="connsiteX511" fmla="*/ 258699 w 504825"/>
                <a:gd name="connsiteY511" fmla="*/ 128207 h 885825"/>
                <a:gd name="connsiteX512" fmla="*/ 259175 w 504825"/>
                <a:gd name="connsiteY512" fmla="*/ 127730 h 885825"/>
                <a:gd name="connsiteX513" fmla="*/ 259461 w 504825"/>
                <a:gd name="connsiteY513" fmla="*/ 126587 h 885825"/>
                <a:gd name="connsiteX514" fmla="*/ 260223 w 504825"/>
                <a:gd name="connsiteY514" fmla="*/ 125635 h 885825"/>
                <a:gd name="connsiteX515" fmla="*/ 262033 w 504825"/>
                <a:gd name="connsiteY515" fmla="*/ 124111 h 885825"/>
                <a:gd name="connsiteX516" fmla="*/ 262699 w 504825"/>
                <a:gd name="connsiteY516" fmla="*/ 123349 h 885825"/>
                <a:gd name="connsiteX517" fmla="*/ 263747 w 504825"/>
                <a:gd name="connsiteY517" fmla="*/ 121729 h 885825"/>
                <a:gd name="connsiteX518" fmla="*/ 265176 w 504825"/>
                <a:gd name="connsiteY518" fmla="*/ 121158 h 885825"/>
                <a:gd name="connsiteX519" fmla="*/ 265271 w 504825"/>
                <a:gd name="connsiteY519" fmla="*/ 120491 h 885825"/>
                <a:gd name="connsiteX520" fmla="*/ 264890 w 504825"/>
                <a:gd name="connsiteY520" fmla="*/ 119729 h 885825"/>
                <a:gd name="connsiteX521" fmla="*/ 264223 w 504825"/>
                <a:gd name="connsiteY521" fmla="*/ 119158 h 885825"/>
                <a:gd name="connsiteX522" fmla="*/ 263842 w 504825"/>
                <a:gd name="connsiteY522" fmla="*/ 118777 h 885825"/>
                <a:gd name="connsiteX523" fmla="*/ 263652 w 504825"/>
                <a:gd name="connsiteY523" fmla="*/ 118300 h 885825"/>
                <a:gd name="connsiteX524" fmla="*/ 263366 w 504825"/>
                <a:gd name="connsiteY524" fmla="*/ 117919 h 885825"/>
                <a:gd name="connsiteX525" fmla="*/ 262890 w 504825"/>
                <a:gd name="connsiteY525" fmla="*/ 117729 h 885825"/>
                <a:gd name="connsiteX526" fmla="*/ 262604 w 504825"/>
                <a:gd name="connsiteY526" fmla="*/ 117824 h 885825"/>
                <a:gd name="connsiteX527" fmla="*/ 261842 w 504825"/>
                <a:gd name="connsiteY527" fmla="*/ 118205 h 885825"/>
                <a:gd name="connsiteX528" fmla="*/ 261652 w 504825"/>
                <a:gd name="connsiteY528" fmla="*/ 118300 h 885825"/>
                <a:gd name="connsiteX529" fmla="*/ 261556 w 504825"/>
                <a:gd name="connsiteY529" fmla="*/ 118491 h 885825"/>
                <a:gd name="connsiteX530" fmla="*/ 261271 w 504825"/>
                <a:gd name="connsiteY530" fmla="*/ 118396 h 885825"/>
                <a:gd name="connsiteX531" fmla="*/ 260890 w 504825"/>
                <a:gd name="connsiteY531" fmla="*/ 118205 h 885825"/>
                <a:gd name="connsiteX532" fmla="*/ 260604 w 504825"/>
                <a:gd name="connsiteY532" fmla="*/ 118205 h 885825"/>
                <a:gd name="connsiteX533" fmla="*/ 260128 w 504825"/>
                <a:gd name="connsiteY533" fmla="*/ 118682 h 885825"/>
                <a:gd name="connsiteX534" fmla="*/ 259461 w 504825"/>
                <a:gd name="connsiteY534" fmla="*/ 119825 h 885825"/>
                <a:gd name="connsiteX535" fmla="*/ 259080 w 504825"/>
                <a:gd name="connsiteY535" fmla="*/ 120015 h 885825"/>
                <a:gd name="connsiteX536" fmla="*/ 259271 w 504825"/>
                <a:gd name="connsiteY536" fmla="*/ 120396 h 885825"/>
                <a:gd name="connsiteX537" fmla="*/ 259080 w 504825"/>
                <a:gd name="connsiteY537" fmla="*/ 121158 h 885825"/>
                <a:gd name="connsiteX538" fmla="*/ 258699 w 504825"/>
                <a:gd name="connsiteY538" fmla="*/ 122015 h 885825"/>
                <a:gd name="connsiteX539" fmla="*/ 258127 w 504825"/>
                <a:gd name="connsiteY539" fmla="*/ 122682 h 885825"/>
                <a:gd name="connsiteX540" fmla="*/ 259271 w 504825"/>
                <a:gd name="connsiteY540" fmla="*/ 123920 h 885825"/>
                <a:gd name="connsiteX541" fmla="*/ 258604 w 504825"/>
                <a:gd name="connsiteY541" fmla="*/ 124873 h 885825"/>
                <a:gd name="connsiteX542" fmla="*/ 257461 w 504825"/>
                <a:gd name="connsiteY542" fmla="*/ 125635 h 885825"/>
                <a:gd name="connsiteX543" fmla="*/ 258413 w 504825"/>
                <a:gd name="connsiteY543" fmla="*/ 43434 h 885825"/>
                <a:gd name="connsiteX544" fmla="*/ 257461 w 504825"/>
                <a:gd name="connsiteY544" fmla="*/ 43529 h 885825"/>
                <a:gd name="connsiteX545" fmla="*/ 257270 w 504825"/>
                <a:gd name="connsiteY545" fmla="*/ 43815 h 885825"/>
                <a:gd name="connsiteX546" fmla="*/ 257270 w 504825"/>
                <a:gd name="connsiteY546" fmla="*/ 44196 h 885825"/>
                <a:gd name="connsiteX547" fmla="*/ 257365 w 504825"/>
                <a:gd name="connsiteY547" fmla="*/ 44958 h 885825"/>
                <a:gd name="connsiteX548" fmla="*/ 257937 w 504825"/>
                <a:gd name="connsiteY548" fmla="*/ 47625 h 885825"/>
                <a:gd name="connsiteX549" fmla="*/ 258508 w 504825"/>
                <a:gd name="connsiteY549" fmla="*/ 47625 h 885825"/>
                <a:gd name="connsiteX550" fmla="*/ 258889 w 504825"/>
                <a:gd name="connsiteY550" fmla="*/ 47530 h 885825"/>
                <a:gd name="connsiteX551" fmla="*/ 260128 w 504825"/>
                <a:gd name="connsiteY551" fmla="*/ 46387 h 885825"/>
                <a:gd name="connsiteX552" fmla="*/ 260223 w 504825"/>
                <a:gd name="connsiteY552" fmla="*/ 45434 h 885825"/>
                <a:gd name="connsiteX553" fmla="*/ 259461 w 504825"/>
                <a:gd name="connsiteY553" fmla="*/ 44291 h 885825"/>
                <a:gd name="connsiteX554" fmla="*/ 258413 w 504825"/>
                <a:gd name="connsiteY554" fmla="*/ 43434 h 885825"/>
                <a:gd name="connsiteX555" fmla="*/ 256794 w 504825"/>
                <a:gd name="connsiteY555" fmla="*/ 23717 h 885825"/>
                <a:gd name="connsiteX556" fmla="*/ 257937 w 504825"/>
                <a:gd name="connsiteY556" fmla="*/ 22574 h 885825"/>
                <a:gd name="connsiteX557" fmla="*/ 258794 w 504825"/>
                <a:gd name="connsiteY557" fmla="*/ 21146 h 885825"/>
                <a:gd name="connsiteX558" fmla="*/ 259271 w 504825"/>
                <a:gd name="connsiteY558" fmla="*/ 19717 h 885825"/>
                <a:gd name="connsiteX559" fmla="*/ 259366 w 504825"/>
                <a:gd name="connsiteY559" fmla="*/ 18955 h 885825"/>
                <a:gd name="connsiteX560" fmla="*/ 259366 w 504825"/>
                <a:gd name="connsiteY560" fmla="*/ 18097 h 885825"/>
                <a:gd name="connsiteX561" fmla="*/ 259271 w 504825"/>
                <a:gd name="connsiteY561" fmla="*/ 17240 h 885825"/>
                <a:gd name="connsiteX562" fmla="*/ 259080 w 504825"/>
                <a:gd name="connsiteY562" fmla="*/ 16478 h 885825"/>
                <a:gd name="connsiteX563" fmla="*/ 258604 w 504825"/>
                <a:gd name="connsiteY563" fmla="*/ 15907 h 885825"/>
                <a:gd name="connsiteX564" fmla="*/ 258032 w 504825"/>
                <a:gd name="connsiteY564" fmla="*/ 15907 h 885825"/>
                <a:gd name="connsiteX565" fmla="*/ 257461 w 504825"/>
                <a:gd name="connsiteY565" fmla="*/ 16288 h 885825"/>
                <a:gd name="connsiteX566" fmla="*/ 257080 w 504825"/>
                <a:gd name="connsiteY566" fmla="*/ 16954 h 885825"/>
                <a:gd name="connsiteX567" fmla="*/ 256318 w 504825"/>
                <a:gd name="connsiteY567" fmla="*/ 18859 h 885825"/>
                <a:gd name="connsiteX568" fmla="*/ 255365 w 504825"/>
                <a:gd name="connsiteY568" fmla="*/ 20383 h 885825"/>
                <a:gd name="connsiteX569" fmla="*/ 254603 w 504825"/>
                <a:gd name="connsiteY569" fmla="*/ 22003 h 885825"/>
                <a:gd name="connsiteX570" fmla="*/ 254317 w 504825"/>
                <a:gd name="connsiteY570" fmla="*/ 23527 h 885825"/>
                <a:gd name="connsiteX571" fmla="*/ 255175 w 504825"/>
                <a:gd name="connsiteY571" fmla="*/ 24193 h 885825"/>
                <a:gd name="connsiteX572" fmla="*/ 256794 w 504825"/>
                <a:gd name="connsiteY572" fmla="*/ 23717 h 885825"/>
                <a:gd name="connsiteX573" fmla="*/ 224123 w 504825"/>
                <a:gd name="connsiteY573" fmla="*/ 115538 h 885825"/>
                <a:gd name="connsiteX574" fmla="*/ 226028 w 504825"/>
                <a:gd name="connsiteY574" fmla="*/ 117253 h 885825"/>
                <a:gd name="connsiteX575" fmla="*/ 226790 w 504825"/>
                <a:gd name="connsiteY575" fmla="*/ 115729 h 885825"/>
                <a:gd name="connsiteX576" fmla="*/ 226409 w 504825"/>
                <a:gd name="connsiteY576" fmla="*/ 113728 h 885825"/>
                <a:gd name="connsiteX577" fmla="*/ 225647 w 504825"/>
                <a:gd name="connsiteY577" fmla="*/ 111633 h 885825"/>
                <a:gd name="connsiteX578" fmla="*/ 225171 w 504825"/>
                <a:gd name="connsiteY578" fmla="*/ 109347 h 885825"/>
                <a:gd name="connsiteX579" fmla="*/ 224980 w 504825"/>
                <a:gd name="connsiteY579" fmla="*/ 108966 h 885825"/>
                <a:gd name="connsiteX580" fmla="*/ 224695 w 504825"/>
                <a:gd name="connsiteY580" fmla="*/ 108680 h 885825"/>
                <a:gd name="connsiteX581" fmla="*/ 224218 w 504825"/>
                <a:gd name="connsiteY581" fmla="*/ 108394 h 885825"/>
                <a:gd name="connsiteX582" fmla="*/ 224123 w 504825"/>
                <a:gd name="connsiteY582" fmla="*/ 109633 h 885825"/>
                <a:gd name="connsiteX583" fmla="*/ 223266 w 504825"/>
                <a:gd name="connsiteY583" fmla="*/ 112014 h 885825"/>
                <a:gd name="connsiteX584" fmla="*/ 223171 w 504825"/>
                <a:gd name="connsiteY584" fmla="*/ 113348 h 885825"/>
                <a:gd name="connsiteX585" fmla="*/ 223552 w 504825"/>
                <a:gd name="connsiteY585" fmla="*/ 114586 h 885825"/>
                <a:gd name="connsiteX586" fmla="*/ 224123 w 504825"/>
                <a:gd name="connsiteY586" fmla="*/ 115538 h 885825"/>
                <a:gd name="connsiteX587" fmla="*/ 398621 w 504825"/>
                <a:gd name="connsiteY587" fmla="*/ 619411 h 885825"/>
                <a:gd name="connsiteX588" fmla="*/ 399383 w 504825"/>
                <a:gd name="connsiteY588" fmla="*/ 619601 h 885825"/>
                <a:gd name="connsiteX589" fmla="*/ 400717 w 504825"/>
                <a:gd name="connsiteY589" fmla="*/ 619792 h 885825"/>
                <a:gd name="connsiteX590" fmla="*/ 402050 w 504825"/>
                <a:gd name="connsiteY590" fmla="*/ 619792 h 885825"/>
                <a:gd name="connsiteX591" fmla="*/ 402622 w 504825"/>
                <a:gd name="connsiteY591" fmla="*/ 619506 h 885825"/>
                <a:gd name="connsiteX592" fmla="*/ 402812 w 504825"/>
                <a:gd name="connsiteY592" fmla="*/ 618839 h 885825"/>
                <a:gd name="connsiteX593" fmla="*/ 404146 w 504825"/>
                <a:gd name="connsiteY593" fmla="*/ 616077 h 885825"/>
                <a:gd name="connsiteX594" fmla="*/ 401288 w 504825"/>
                <a:gd name="connsiteY594" fmla="*/ 613982 h 885825"/>
                <a:gd name="connsiteX595" fmla="*/ 400240 w 504825"/>
                <a:gd name="connsiteY595" fmla="*/ 612839 h 885825"/>
                <a:gd name="connsiteX596" fmla="*/ 401002 w 504825"/>
                <a:gd name="connsiteY596" fmla="*/ 612362 h 885825"/>
                <a:gd name="connsiteX597" fmla="*/ 402050 w 504825"/>
                <a:gd name="connsiteY597" fmla="*/ 611981 h 885825"/>
                <a:gd name="connsiteX598" fmla="*/ 402050 w 504825"/>
                <a:gd name="connsiteY598" fmla="*/ 611124 h 885825"/>
                <a:gd name="connsiteX599" fmla="*/ 401383 w 504825"/>
                <a:gd name="connsiteY599" fmla="*/ 610172 h 885825"/>
                <a:gd name="connsiteX600" fmla="*/ 400621 w 504825"/>
                <a:gd name="connsiteY600" fmla="*/ 609409 h 885825"/>
                <a:gd name="connsiteX601" fmla="*/ 401098 w 504825"/>
                <a:gd name="connsiteY601" fmla="*/ 608457 h 885825"/>
                <a:gd name="connsiteX602" fmla="*/ 401193 w 504825"/>
                <a:gd name="connsiteY602" fmla="*/ 607981 h 885825"/>
                <a:gd name="connsiteX603" fmla="*/ 401193 w 504825"/>
                <a:gd name="connsiteY603" fmla="*/ 607124 h 885825"/>
                <a:gd name="connsiteX604" fmla="*/ 401288 w 504825"/>
                <a:gd name="connsiteY604" fmla="*/ 606076 h 885825"/>
                <a:gd name="connsiteX605" fmla="*/ 401955 w 504825"/>
                <a:gd name="connsiteY605" fmla="*/ 606838 h 885825"/>
                <a:gd name="connsiteX606" fmla="*/ 402146 w 504825"/>
                <a:gd name="connsiteY606" fmla="*/ 606361 h 885825"/>
                <a:gd name="connsiteX607" fmla="*/ 402146 w 504825"/>
                <a:gd name="connsiteY607" fmla="*/ 605409 h 885825"/>
                <a:gd name="connsiteX608" fmla="*/ 402431 w 504825"/>
                <a:gd name="connsiteY608" fmla="*/ 604076 h 885825"/>
                <a:gd name="connsiteX609" fmla="*/ 401860 w 504825"/>
                <a:gd name="connsiteY609" fmla="*/ 603504 h 885825"/>
                <a:gd name="connsiteX610" fmla="*/ 400336 w 504825"/>
                <a:gd name="connsiteY610" fmla="*/ 602742 h 885825"/>
                <a:gd name="connsiteX611" fmla="*/ 399383 w 504825"/>
                <a:gd name="connsiteY611" fmla="*/ 602170 h 885825"/>
                <a:gd name="connsiteX612" fmla="*/ 398812 w 504825"/>
                <a:gd name="connsiteY612" fmla="*/ 601980 h 885825"/>
                <a:gd name="connsiteX613" fmla="*/ 397192 w 504825"/>
                <a:gd name="connsiteY613" fmla="*/ 602075 h 885825"/>
                <a:gd name="connsiteX614" fmla="*/ 396430 w 504825"/>
                <a:gd name="connsiteY614" fmla="*/ 601694 h 885825"/>
                <a:gd name="connsiteX615" fmla="*/ 394049 w 504825"/>
                <a:gd name="connsiteY615" fmla="*/ 599599 h 885825"/>
                <a:gd name="connsiteX616" fmla="*/ 393382 w 504825"/>
                <a:gd name="connsiteY616" fmla="*/ 599789 h 885825"/>
                <a:gd name="connsiteX617" fmla="*/ 392811 w 504825"/>
                <a:gd name="connsiteY617" fmla="*/ 599123 h 885825"/>
                <a:gd name="connsiteX618" fmla="*/ 392430 w 504825"/>
                <a:gd name="connsiteY618" fmla="*/ 598170 h 885825"/>
                <a:gd name="connsiteX619" fmla="*/ 392239 w 504825"/>
                <a:gd name="connsiteY619" fmla="*/ 597408 h 885825"/>
                <a:gd name="connsiteX620" fmla="*/ 391477 w 504825"/>
                <a:gd name="connsiteY620" fmla="*/ 597884 h 885825"/>
                <a:gd name="connsiteX621" fmla="*/ 390620 w 504825"/>
                <a:gd name="connsiteY621" fmla="*/ 599218 h 885825"/>
                <a:gd name="connsiteX622" fmla="*/ 390049 w 504825"/>
                <a:gd name="connsiteY622" fmla="*/ 599694 h 885825"/>
                <a:gd name="connsiteX623" fmla="*/ 389668 w 504825"/>
                <a:gd name="connsiteY623" fmla="*/ 597503 h 885825"/>
                <a:gd name="connsiteX624" fmla="*/ 388715 w 504825"/>
                <a:gd name="connsiteY624" fmla="*/ 596932 h 885825"/>
                <a:gd name="connsiteX625" fmla="*/ 385096 w 504825"/>
                <a:gd name="connsiteY625" fmla="*/ 597408 h 885825"/>
                <a:gd name="connsiteX626" fmla="*/ 382905 w 504825"/>
                <a:gd name="connsiteY626" fmla="*/ 597408 h 885825"/>
                <a:gd name="connsiteX627" fmla="*/ 380905 w 504825"/>
                <a:gd name="connsiteY627" fmla="*/ 597789 h 885825"/>
                <a:gd name="connsiteX628" fmla="*/ 379952 w 504825"/>
                <a:gd name="connsiteY628" fmla="*/ 598170 h 885825"/>
                <a:gd name="connsiteX629" fmla="*/ 379476 w 504825"/>
                <a:gd name="connsiteY629" fmla="*/ 598551 h 885825"/>
                <a:gd name="connsiteX630" fmla="*/ 378619 w 504825"/>
                <a:gd name="connsiteY630" fmla="*/ 599694 h 885825"/>
                <a:gd name="connsiteX631" fmla="*/ 378333 w 504825"/>
                <a:gd name="connsiteY631" fmla="*/ 599980 h 885825"/>
                <a:gd name="connsiteX632" fmla="*/ 377666 w 504825"/>
                <a:gd name="connsiteY632" fmla="*/ 600456 h 885825"/>
                <a:gd name="connsiteX633" fmla="*/ 377285 w 504825"/>
                <a:gd name="connsiteY633" fmla="*/ 600837 h 885825"/>
                <a:gd name="connsiteX634" fmla="*/ 377190 w 504825"/>
                <a:gd name="connsiteY634" fmla="*/ 601313 h 885825"/>
                <a:gd name="connsiteX635" fmla="*/ 377285 w 504825"/>
                <a:gd name="connsiteY635" fmla="*/ 601790 h 885825"/>
                <a:gd name="connsiteX636" fmla="*/ 377285 w 504825"/>
                <a:gd name="connsiteY636" fmla="*/ 602170 h 885825"/>
                <a:gd name="connsiteX637" fmla="*/ 375761 w 504825"/>
                <a:gd name="connsiteY637" fmla="*/ 602551 h 885825"/>
                <a:gd name="connsiteX638" fmla="*/ 375190 w 504825"/>
                <a:gd name="connsiteY638" fmla="*/ 603123 h 885825"/>
                <a:gd name="connsiteX639" fmla="*/ 374904 w 504825"/>
                <a:gd name="connsiteY639" fmla="*/ 603980 h 885825"/>
                <a:gd name="connsiteX640" fmla="*/ 374809 w 504825"/>
                <a:gd name="connsiteY640" fmla="*/ 605028 h 885825"/>
                <a:gd name="connsiteX641" fmla="*/ 373856 w 504825"/>
                <a:gd name="connsiteY641" fmla="*/ 606743 h 885825"/>
                <a:gd name="connsiteX642" fmla="*/ 371665 w 504825"/>
                <a:gd name="connsiteY642" fmla="*/ 607695 h 885825"/>
                <a:gd name="connsiteX643" fmla="*/ 369284 w 504825"/>
                <a:gd name="connsiteY643" fmla="*/ 608267 h 885825"/>
                <a:gd name="connsiteX644" fmla="*/ 367570 w 504825"/>
                <a:gd name="connsiteY644" fmla="*/ 608933 h 885825"/>
                <a:gd name="connsiteX645" fmla="*/ 367284 w 504825"/>
                <a:gd name="connsiteY645" fmla="*/ 609314 h 885825"/>
                <a:gd name="connsiteX646" fmla="*/ 367093 w 504825"/>
                <a:gd name="connsiteY646" fmla="*/ 609791 h 885825"/>
                <a:gd name="connsiteX647" fmla="*/ 366808 w 504825"/>
                <a:gd name="connsiteY647" fmla="*/ 610172 h 885825"/>
                <a:gd name="connsiteX648" fmla="*/ 366331 w 504825"/>
                <a:gd name="connsiteY648" fmla="*/ 610362 h 885825"/>
                <a:gd name="connsiteX649" fmla="*/ 365569 w 504825"/>
                <a:gd name="connsiteY649" fmla="*/ 610076 h 885825"/>
                <a:gd name="connsiteX650" fmla="*/ 365188 w 504825"/>
                <a:gd name="connsiteY650" fmla="*/ 610172 h 885825"/>
                <a:gd name="connsiteX651" fmla="*/ 364998 w 504825"/>
                <a:gd name="connsiteY651" fmla="*/ 610838 h 885825"/>
                <a:gd name="connsiteX652" fmla="*/ 364617 w 504825"/>
                <a:gd name="connsiteY652" fmla="*/ 611600 h 885825"/>
                <a:gd name="connsiteX653" fmla="*/ 362807 w 504825"/>
                <a:gd name="connsiteY653" fmla="*/ 613219 h 885825"/>
                <a:gd name="connsiteX654" fmla="*/ 362140 w 504825"/>
                <a:gd name="connsiteY654" fmla="*/ 613982 h 885825"/>
                <a:gd name="connsiteX655" fmla="*/ 361093 w 504825"/>
                <a:gd name="connsiteY655" fmla="*/ 616077 h 885825"/>
                <a:gd name="connsiteX656" fmla="*/ 360807 w 504825"/>
                <a:gd name="connsiteY656" fmla="*/ 617220 h 885825"/>
                <a:gd name="connsiteX657" fmla="*/ 360712 w 504825"/>
                <a:gd name="connsiteY657" fmla="*/ 618458 h 885825"/>
                <a:gd name="connsiteX658" fmla="*/ 361093 w 504825"/>
                <a:gd name="connsiteY658" fmla="*/ 619411 h 885825"/>
                <a:gd name="connsiteX659" fmla="*/ 361950 w 504825"/>
                <a:gd name="connsiteY659" fmla="*/ 619601 h 885825"/>
                <a:gd name="connsiteX660" fmla="*/ 362998 w 504825"/>
                <a:gd name="connsiteY660" fmla="*/ 619506 h 885825"/>
                <a:gd name="connsiteX661" fmla="*/ 363950 w 504825"/>
                <a:gd name="connsiteY661" fmla="*/ 619697 h 885825"/>
                <a:gd name="connsiteX662" fmla="*/ 364522 w 504825"/>
                <a:gd name="connsiteY662" fmla="*/ 620363 h 885825"/>
                <a:gd name="connsiteX663" fmla="*/ 364426 w 504825"/>
                <a:gd name="connsiteY663" fmla="*/ 621316 h 885825"/>
                <a:gd name="connsiteX664" fmla="*/ 364141 w 504825"/>
                <a:gd name="connsiteY664" fmla="*/ 622364 h 885825"/>
                <a:gd name="connsiteX665" fmla="*/ 363950 w 504825"/>
                <a:gd name="connsiteY665" fmla="*/ 623507 h 885825"/>
                <a:gd name="connsiteX666" fmla="*/ 364426 w 504825"/>
                <a:gd name="connsiteY666" fmla="*/ 624364 h 885825"/>
                <a:gd name="connsiteX667" fmla="*/ 365474 w 504825"/>
                <a:gd name="connsiteY667" fmla="*/ 625031 h 885825"/>
                <a:gd name="connsiteX668" fmla="*/ 367855 w 504825"/>
                <a:gd name="connsiteY668" fmla="*/ 625793 h 885825"/>
                <a:gd name="connsiteX669" fmla="*/ 374618 w 504825"/>
                <a:gd name="connsiteY669" fmla="*/ 626935 h 885825"/>
                <a:gd name="connsiteX670" fmla="*/ 382810 w 504825"/>
                <a:gd name="connsiteY670" fmla="*/ 626364 h 885825"/>
                <a:gd name="connsiteX671" fmla="*/ 384905 w 504825"/>
                <a:gd name="connsiteY671" fmla="*/ 626459 h 885825"/>
                <a:gd name="connsiteX672" fmla="*/ 386715 w 504825"/>
                <a:gd name="connsiteY672" fmla="*/ 626269 h 885825"/>
                <a:gd name="connsiteX673" fmla="*/ 389096 w 504825"/>
                <a:gd name="connsiteY673" fmla="*/ 625602 h 885825"/>
                <a:gd name="connsiteX674" fmla="*/ 391382 w 504825"/>
                <a:gd name="connsiteY674" fmla="*/ 624650 h 885825"/>
                <a:gd name="connsiteX675" fmla="*/ 392906 w 504825"/>
                <a:gd name="connsiteY675" fmla="*/ 623507 h 885825"/>
                <a:gd name="connsiteX676" fmla="*/ 393287 w 504825"/>
                <a:gd name="connsiteY676" fmla="*/ 622935 h 885825"/>
                <a:gd name="connsiteX677" fmla="*/ 393573 w 504825"/>
                <a:gd name="connsiteY677" fmla="*/ 622459 h 885825"/>
                <a:gd name="connsiteX678" fmla="*/ 393668 w 504825"/>
                <a:gd name="connsiteY678" fmla="*/ 621887 h 885825"/>
                <a:gd name="connsiteX679" fmla="*/ 393668 w 504825"/>
                <a:gd name="connsiteY679" fmla="*/ 621220 h 885825"/>
                <a:gd name="connsiteX680" fmla="*/ 393954 w 504825"/>
                <a:gd name="connsiteY680" fmla="*/ 620554 h 885825"/>
                <a:gd name="connsiteX681" fmla="*/ 394525 w 504825"/>
                <a:gd name="connsiteY681" fmla="*/ 620173 h 885825"/>
                <a:gd name="connsiteX682" fmla="*/ 395192 w 504825"/>
                <a:gd name="connsiteY682" fmla="*/ 619982 h 885825"/>
                <a:gd name="connsiteX683" fmla="*/ 395668 w 504825"/>
                <a:gd name="connsiteY683" fmla="*/ 619697 h 885825"/>
                <a:gd name="connsiteX684" fmla="*/ 397288 w 504825"/>
                <a:gd name="connsiteY684" fmla="*/ 617982 h 885825"/>
                <a:gd name="connsiteX685" fmla="*/ 397669 w 504825"/>
                <a:gd name="connsiteY685" fmla="*/ 617696 h 885825"/>
                <a:gd name="connsiteX686" fmla="*/ 398431 w 504825"/>
                <a:gd name="connsiteY686" fmla="*/ 617792 h 885825"/>
                <a:gd name="connsiteX687" fmla="*/ 398621 w 504825"/>
                <a:gd name="connsiteY687" fmla="*/ 618173 h 885825"/>
                <a:gd name="connsiteX688" fmla="*/ 398621 w 504825"/>
                <a:gd name="connsiteY688" fmla="*/ 618744 h 885825"/>
                <a:gd name="connsiteX689" fmla="*/ 398621 w 504825"/>
                <a:gd name="connsiteY689" fmla="*/ 619411 h 885825"/>
                <a:gd name="connsiteX690" fmla="*/ 413480 w 504825"/>
                <a:gd name="connsiteY690" fmla="*/ 649319 h 885825"/>
                <a:gd name="connsiteX691" fmla="*/ 413004 w 504825"/>
                <a:gd name="connsiteY691" fmla="*/ 648462 h 885825"/>
                <a:gd name="connsiteX692" fmla="*/ 412528 w 504825"/>
                <a:gd name="connsiteY692" fmla="*/ 648081 h 885825"/>
                <a:gd name="connsiteX693" fmla="*/ 411956 w 504825"/>
                <a:gd name="connsiteY693" fmla="*/ 647891 h 885825"/>
                <a:gd name="connsiteX694" fmla="*/ 411480 w 504825"/>
                <a:gd name="connsiteY694" fmla="*/ 647319 h 885825"/>
                <a:gd name="connsiteX695" fmla="*/ 410623 w 504825"/>
                <a:gd name="connsiteY695" fmla="*/ 645985 h 885825"/>
                <a:gd name="connsiteX696" fmla="*/ 408622 w 504825"/>
                <a:gd name="connsiteY696" fmla="*/ 645414 h 885825"/>
                <a:gd name="connsiteX697" fmla="*/ 406717 w 504825"/>
                <a:gd name="connsiteY697" fmla="*/ 645795 h 885825"/>
                <a:gd name="connsiteX698" fmla="*/ 405289 w 504825"/>
                <a:gd name="connsiteY698" fmla="*/ 647033 h 885825"/>
                <a:gd name="connsiteX699" fmla="*/ 404717 w 504825"/>
                <a:gd name="connsiteY699" fmla="*/ 648938 h 885825"/>
                <a:gd name="connsiteX700" fmla="*/ 405289 w 504825"/>
                <a:gd name="connsiteY700" fmla="*/ 650748 h 885825"/>
                <a:gd name="connsiteX701" fmla="*/ 406622 w 504825"/>
                <a:gd name="connsiteY701" fmla="*/ 651986 h 885825"/>
                <a:gd name="connsiteX702" fmla="*/ 409765 w 504825"/>
                <a:gd name="connsiteY702" fmla="*/ 653510 h 885825"/>
                <a:gd name="connsiteX703" fmla="*/ 410242 w 504825"/>
                <a:gd name="connsiteY703" fmla="*/ 653606 h 885825"/>
                <a:gd name="connsiteX704" fmla="*/ 410718 w 504825"/>
                <a:gd name="connsiteY704" fmla="*/ 653606 h 885825"/>
                <a:gd name="connsiteX705" fmla="*/ 411099 w 504825"/>
                <a:gd name="connsiteY705" fmla="*/ 653701 h 885825"/>
                <a:gd name="connsiteX706" fmla="*/ 411385 w 504825"/>
                <a:gd name="connsiteY706" fmla="*/ 654463 h 885825"/>
                <a:gd name="connsiteX707" fmla="*/ 411766 w 504825"/>
                <a:gd name="connsiteY707" fmla="*/ 654558 h 885825"/>
                <a:gd name="connsiteX708" fmla="*/ 412242 w 504825"/>
                <a:gd name="connsiteY708" fmla="*/ 654463 h 885825"/>
                <a:gd name="connsiteX709" fmla="*/ 412718 w 504825"/>
                <a:gd name="connsiteY709" fmla="*/ 654272 h 885825"/>
                <a:gd name="connsiteX710" fmla="*/ 413385 w 504825"/>
                <a:gd name="connsiteY710" fmla="*/ 653606 h 885825"/>
                <a:gd name="connsiteX711" fmla="*/ 413480 w 504825"/>
                <a:gd name="connsiteY711" fmla="*/ 652748 h 885825"/>
                <a:gd name="connsiteX712" fmla="*/ 413385 w 504825"/>
                <a:gd name="connsiteY712" fmla="*/ 651891 h 885825"/>
                <a:gd name="connsiteX713" fmla="*/ 413766 w 504825"/>
                <a:gd name="connsiteY713" fmla="*/ 650367 h 885825"/>
                <a:gd name="connsiteX714" fmla="*/ 413480 w 504825"/>
                <a:gd name="connsiteY714" fmla="*/ 649319 h 885825"/>
                <a:gd name="connsiteX715" fmla="*/ 354806 w 504825"/>
                <a:gd name="connsiteY715" fmla="*/ 647700 h 885825"/>
                <a:gd name="connsiteX716" fmla="*/ 355378 w 504825"/>
                <a:gd name="connsiteY716" fmla="*/ 646938 h 885825"/>
                <a:gd name="connsiteX717" fmla="*/ 355568 w 504825"/>
                <a:gd name="connsiteY717" fmla="*/ 646176 h 885825"/>
                <a:gd name="connsiteX718" fmla="*/ 354711 w 504825"/>
                <a:gd name="connsiteY718" fmla="*/ 645795 h 885825"/>
                <a:gd name="connsiteX719" fmla="*/ 354330 w 504825"/>
                <a:gd name="connsiteY719" fmla="*/ 645509 h 885825"/>
                <a:gd name="connsiteX720" fmla="*/ 353568 w 504825"/>
                <a:gd name="connsiteY720" fmla="*/ 643890 h 885825"/>
                <a:gd name="connsiteX721" fmla="*/ 353092 w 504825"/>
                <a:gd name="connsiteY721" fmla="*/ 643128 h 885825"/>
                <a:gd name="connsiteX722" fmla="*/ 352425 w 504825"/>
                <a:gd name="connsiteY722" fmla="*/ 642937 h 885825"/>
                <a:gd name="connsiteX723" fmla="*/ 351663 w 504825"/>
                <a:gd name="connsiteY723" fmla="*/ 642937 h 885825"/>
                <a:gd name="connsiteX724" fmla="*/ 350996 w 504825"/>
                <a:gd name="connsiteY724" fmla="*/ 643223 h 885825"/>
                <a:gd name="connsiteX725" fmla="*/ 350710 w 504825"/>
                <a:gd name="connsiteY725" fmla="*/ 643795 h 885825"/>
                <a:gd name="connsiteX726" fmla="*/ 350615 w 504825"/>
                <a:gd name="connsiteY726" fmla="*/ 644652 h 885825"/>
                <a:gd name="connsiteX727" fmla="*/ 350330 w 504825"/>
                <a:gd name="connsiteY727" fmla="*/ 645033 h 885825"/>
                <a:gd name="connsiteX728" fmla="*/ 349948 w 504825"/>
                <a:gd name="connsiteY728" fmla="*/ 645224 h 885825"/>
                <a:gd name="connsiteX729" fmla="*/ 348329 w 504825"/>
                <a:gd name="connsiteY729" fmla="*/ 646557 h 885825"/>
                <a:gd name="connsiteX730" fmla="*/ 347091 w 504825"/>
                <a:gd name="connsiteY730" fmla="*/ 647224 h 885825"/>
                <a:gd name="connsiteX731" fmla="*/ 345853 w 504825"/>
                <a:gd name="connsiteY731" fmla="*/ 647414 h 885825"/>
                <a:gd name="connsiteX732" fmla="*/ 344900 w 504825"/>
                <a:gd name="connsiteY732" fmla="*/ 646843 h 885825"/>
                <a:gd name="connsiteX733" fmla="*/ 343567 w 504825"/>
                <a:gd name="connsiteY733" fmla="*/ 648081 h 885825"/>
                <a:gd name="connsiteX734" fmla="*/ 343376 w 504825"/>
                <a:gd name="connsiteY734" fmla="*/ 648652 h 885825"/>
                <a:gd name="connsiteX735" fmla="*/ 343852 w 504825"/>
                <a:gd name="connsiteY735" fmla="*/ 649415 h 885825"/>
                <a:gd name="connsiteX736" fmla="*/ 348139 w 504825"/>
                <a:gd name="connsiteY736" fmla="*/ 652462 h 885825"/>
                <a:gd name="connsiteX737" fmla="*/ 349091 w 504825"/>
                <a:gd name="connsiteY737" fmla="*/ 652843 h 885825"/>
                <a:gd name="connsiteX738" fmla="*/ 350044 w 504825"/>
                <a:gd name="connsiteY738" fmla="*/ 653034 h 885825"/>
                <a:gd name="connsiteX739" fmla="*/ 351091 w 504825"/>
                <a:gd name="connsiteY739" fmla="*/ 653034 h 885825"/>
                <a:gd name="connsiteX740" fmla="*/ 351949 w 504825"/>
                <a:gd name="connsiteY740" fmla="*/ 653320 h 885825"/>
                <a:gd name="connsiteX741" fmla="*/ 352330 w 504825"/>
                <a:gd name="connsiteY741" fmla="*/ 653320 h 885825"/>
                <a:gd name="connsiteX742" fmla="*/ 352520 w 504825"/>
                <a:gd name="connsiteY742" fmla="*/ 652843 h 885825"/>
                <a:gd name="connsiteX743" fmla="*/ 352615 w 504825"/>
                <a:gd name="connsiteY743" fmla="*/ 652462 h 885825"/>
                <a:gd name="connsiteX744" fmla="*/ 352806 w 504825"/>
                <a:gd name="connsiteY744" fmla="*/ 652177 h 885825"/>
                <a:gd name="connsiteX745" fmla="*/ 353092 w 504825"/>
                <a:gd name="connsiteY745" fmla="*/ 651986 h 885825"/>
                <a:gd name="connsiteX746" fmla="*/ 353473 w 504825"/>
                <a:gd name="connsiteY746" fmla="*/ 651891 h 885825"/>
                <a:gd name="connsiteX747" fmla="*/ 354997 w 504825"/>
                <a:gd name="connsiteY747" fmla="*/ 651986 h 885825"/>
                <a:gd name="connsiteX748" fmla="*/ 355473 w 504825"/>
                <a:gd name="connsiteY748" fmla="*/ 651891 h 885825"/>
                <a:gd name="connsiteX749" fmla="*/ 355759 w 504825"/>
                <a:gd name="connsiteY749" fmla="*/ 651701 h 885825"/>
                <a:gd name="connsiteX750" fmla="*/ 356425 w 504825"/>
                <a:gd name="connsiteY750" fmla="*/ 650843 h 885825"/>
                <a:gd name="connsiteX751" fmla="*/ 356806 w 504825"/>
                <a:gd name="connsiteY751" fmla="*/ 650653 h 885825"/>
                <a:gd name="connsiteX752" fmla="*/ 356425 w 504825"/>
                <a:gd name="connsiteY752" fmla="*/ 650176 h 885825"/>
                <a:gd name="connsiteX753" fmla="*/ 355759 w 504825"/>
                <a:gd name="connsiteY753" fmla="*/ 649795 h 885825"/>
                <a:gd name="connsiteX754" fmla="*/ 355568 w 504825"/>
                <a:gd name="connsiteY754" fmla="*/ 649795 h 885825"/>
                <a:gd name="connsiteX755" fmla="*/ 354997 w 504825"/>
                <a:gd name="connsiteY755" fmla="*/ 648938 h 885825"/>
                <a:gd name="connsiteX756" fmla="*/ 354806 w 504825"/>
                <a:gd name="connsiteY756" fmla="*/ 648557 h 885825"/>
                <a:gd name="connsiteX757" fmla="*/ 354806 w 504825"/>
                <a:gd name="connsiteY757" fmla="*/ 647986 h 885825"/>
                <a:gd name="connsiteX758" fmla="*/ 354806 w 504825"/>
                <a:gd name="connsiteY758" fmla="*/ 647700 h 885825"/>
                <a:gd name="connsiteX759" fmla="*/ 360331 w 504825"/>
                <a:gd name="connsiteY759" fmla="*/ 593503 h 885825"/>
                <a:gd name="connsiteX760" fmla="*/ 361093 w 504825"/>
                <a:gd name="connsiteY760" fmla="*/ 592931 h 885825"/>
                <a:gd name="connsiteX761" fmla="*/ 362331 w 504825"/>
                <a:gd name="connsiteY761" fmla="*/ 592741 h 885825"/>
                <a:gd name="connsiteX762" fmla="*/ 363664 w 504825"/>
                <a:gd name="connsiteY762" fmla="*/ 592645 h 885825"/>
                <a:gd name="connsiteX763" fmla="*/ 364236 w 504825"/>
                <a:gd name="connsiteY763" fmla="*/ 592360 h 885825"/>
                <a:gd name="connsiteX764" fmla="*/ 365379 w 504825"/>
                <a:gd name="connsiteY764" fmla="*/ 590550 h 885825"/>
                <a:gd name="connsiteX765" fmla="*/ 366236 w 504825"/>
                <a:gd name="connsiteY765" fmla="*/ 589883 h 885825"/>
                <a:gd name="connsiteX766" fmla="*/ 369094 w 504825"/>
                <a:gd name="connsiteY766" fmla="*/ 588359 h 885825"/>
                <a:gd name="connsiteX767" fmla="*/ 369760 w 504825"/>
                <a:gd name="connsiteY767" fmla="*/ 588169 h 885825"/>
                <a:gd name="connsiteX768" fmla="*/ 369665 w 504825"/>
                <a:gd name="connsiteY768" fmla="*/ 586264 h 885825"/>
                <a:gd name="connsiteX769" fmla="*/ 369760 w 504825"/>
                <a:gd name="connsiteY769" fmla="*/ 585787 h 885825"/>
                <a:gd name="connsiteX770" fmla="*/ 370141 w 504825"/>
                <a:gd name="connsiteY770" fmla="*/ 585407 h 885825"/>
                <a:gd name="connsiteX771" fmla="*/ 370427 w 504825"/>
                <a:gd name="connsiteY771" fmla="*/ 585502 h 885825"/>
                <a:gd name="connsiteX772" fmla="*/ 370713 w 504825"/>
                <a:gd name="connsiteY772" fmla="*/ 585883 h 885825"/>
                <a:gd name="connsiteX773" fmla="*/ 370808 w 504825"/>
                <a:gd name="connsiteY773" fmla="*/ 586454 h 885825"/>
                <a:gd name="connsiteX774" fmla="*/ 371951 w 504825"/>
                <a:gd name="connsiteY774" fmla="*/ 585692 h 885825"/>
                <a:gd name="connsiteX775" fmla="*/ 372142 w 504825"/>
                <a:gd name="connsiteY775" fmla="*/ 585216 h 885825"/>
                <a:gd name="connsiteX776" fmla="*/ 371665 w 504825"/>
                <a:gd name="connsiteY776" fmla="*/ 584454 h 885825"/>
                <a:gd name="connsiteX777" fmla="*/ 371665 w 504825"/>
                <a:gd name="connsiteY777" fmla="*/ 583978 h 885825"/>
                <a:gd name="connsiteX778" fmla="*/ 372999 w 504825"/>
                <a:gd name="connsiteY778" fmla="*/ 580644 h 885825"/>
                <a:gd name="connsiteX779" fmla="*/ 373189 w 504825"/>
                <a:gd name="connsiteY779" fmla="*/ 579692 h 885825"/>
                <a:gd name="connsiteX780" fmla="*/ 373285 w 504825"/>
                <a:gd name="connsiteY780" fmla="*/ 575501 h 885825"/>
                <a:gd name="connsiteX781" fmla="*/ 373285 w 504825"/>
                <a:gd name="connsiteY781" fmla="*/ 575215 h 885825"/>
                <a:gd name="connsiteX782" fmla="*/ 372999 w 504825"/>
                <a:gd name="connsiteY782" fmla="*/ 575024 h 885825"/>
                <a:gd name="connsiteX783" fmla="*/ 372999 w 504825"/>
                <a:gd name="connsiteY783" fmla="*/ 574739 h 885825"/>
                <a:gd name="connsiteX784" fmla="*/ 373189 w 504825"/>
                <a:gd name="connsiteY784" fmla="*/ 574453 h 885825"/>
                <a:gd name="connsiteX785" fmla="*/ 373571 w 504825"/>
                <a:gd name="connsiteY785" fmla="*/ 574167 h 885825"/>
                <a:gd name="connsiteX786" fmla="*/ 373951 w 504825"/>
                <a:gd name="connsiteY786" fmla="*/ 573976 h 885825"/>
                <a:gd name="connsiteX787" fmla="*/ 374142 w 504825"/>
                <a:gd name="connsiteY787" fmla="*/ 573976 h 885825"/>
                <a:gd name="connsiteX788" fmla="*/ 373951 w 504825"/>
                <a:gd name="connsiteY788" fmla="*/ 571976 h 885825"/>
                <a:gd name="connsiteX789" fmla="*/ 372523 w 504825"/>
                <a:gd name="connsiteY789" fmla="*/ 567690 h 885825"/>
                <a:gd name="connsiteX790" fmla="*/ 372332 w 504825"/>
                <a:gd name="connsiteY790" fmla="*/ 565594 h 885825"/>
                <a:gd name="connsiteX791" fmla="*/ 372618 w 504825"/>
                <a:gd name="connsiteY791" fmla="*/ 564451 h 885825"/>
                <a:gd name="connsiteX792" fmla="*/ 373475 w 504825"/>
                <a:gd name="connsiteY792" fmla="*/ 562356 h 885825"/>
                <a:gd name="connsiteX793" fmla="*/ 373666 w 504825"/>
                <a:gd name="connsiteY793" fmla="*/ 561023 h 885825"/>
                <a:gd name="connsiteX794" fmla="*/ 373856 w 504825"/>
                <a:gd name="connsiteY794" fmla="*/ 560451 h 885825"/>
                <a:gd name="connsiteX795" fmla="*/ 374618 w 504825"/>
                <a:gd name="connsiteY795" fmla="*/ 559213 h 885825"/>
                <a:gd name="connsiteX796" fmla="*/ 374809 w 504825"/>
                <a:gd name="connsiteY796" fmla="*/ 558641 h 885825"/>
                <a:gd name="connsiteX797" fmla="*/ 374713 w 504825"/>
                <a:gd name="connsiteY797" fmla="*/ 558070 h 885825"/>
                <a:gd name="connsiteX798" fmla="*/ 374047 w 504825"/>
                <a:gd name="connsiteY798" fmla="*/ 556832 h 885825"/>
                <a:gd name="connsiteX799" fmla="*/ 373951 w 504825"/>
                <a:gd name="connsiteY799" fmla="*/ 555879 h 885825"/>
                <a:gd name="connsiteX800" fmla="*/ 374332 w 504825"/>
                <a:gd name="connsiteY800" fmla="*/ 554165 h 885825"/>
                <a:gd name="connsiteX801" fmla="*/ 374428 w 504825"/>
                <a:gd name="connsiteY801" fmla="*/ 553022 h 885825"/>
                <a:gd name="connsiteX802" fmla="*/ 373951 w 504825"/>
                <a:gd name="connsiteY802" fmla="*/ 549878 h 885825"/>
                <a:gd name="connsiteX803" fmla="*/ 374142 w 504825"/>
                <a:gd name="connsiteY803" fmla="*/ 548735 h 885825"/>
                <a:gd name="connsiteX804" fmla="*/ 373666 w 504825"/>
                <a:gd name="connsiteY804" fmla="*/ 548926 h 885825"/>
                <a:gd name="connsiteX805" fmla="*/ 373189 w 504825"/>
                <a:gd name="connsiteY805" fmla="*/ 549021 h 885825"/>
                <a:gd name="connsiteX806" fmla="*/ 372142 w 504825"/>
                <a:gd name="connsiteY806" fmla="*/ 549116 h 885825"/>
                <a:gd name="connsiteX807" fmla="*/ 371951 w 504825"/>
                <a:gd name="connsiteY807" fmla="*/ 548926 h 885825"/>
                <a:gd name="connsiteX808" fmla="*/ 371856 w 504825"/>
                <a:gd name="connsiteY808" fmla="*/ 548545 h 885825"/>
                <a:gd name="connsiteX809" fmla="*/ 371665 w 504825"/>
                <a:gd name="connsiteY809" fmla="*/ 548164 h 885825"/>
                <a:gd name="connsiteX810" fmla="*/ 371189 w 504825"/>
                <a:gd name="connsiteY810" fmla="*/ 547973 h 885825"/>
                <a:gd name="connsiteX811" fmla="*/ 371761 w 504825"/>
                <a:gd name="connsiteY811" fmla="*/ 547021 h 885825"/>
                <a:gd name="connsiteX812" fmla="*/ 373380 w 504825"/>
                <a:gd name="connsiteY812" fmla="*/ 545116 h 885825"/>
                <a:gd name="connsiteX813" fmla="*/ 373666 w 504825"/>
                <a:gd name="connsiteY813" fmla="*/ 544163 h 885825"/>
                <a:gd name="connsiteX814" fmla="*/ 373856 w 504825"/>
                <a:gd name="connsiteY814" fmla="*/ 542163 h 885825"/>
                <a:gd name="connsiteX815" fmla="*/ 374047 w 504825"/>
                <a:gd name="connsiteY815" fmla="*/ 541115 h 885825"/>
                <a:gd name="connsiteX816" fmla="*/ 374713 w 504825"/>
                <a:gd name="connsiteY816" fmla="*/ 539591 h 885825"/>
                <a:gd name="connsiteX817" fmla="*/ 374999 w 504825"/>
                <a:gd name="connsiteY817" fmla="*/ 538067 h 885825"/>
                <a:gd name="connsiteX818" fmla="*/ 375094 w 504825"/>
                <a:gd name="connsiteY818" fmla="*/ 537686 h 885825"/>
                <a:gd name="connsiteX819" fmla="*/ 373571 w 504825"/>
                <a:gd name="connsiteY819" fmla="*/ 537305 h 885825"/>
                <a:gd name="connsiteX820" fmla="*/ 372142 w 504825"/>
                <a:gd name="connsiteY820" fmla="*/ 538258 h 885825"/>
                <a:gd name="connsiteX821" fmla="*/ 369570 w 504825"/>
                <a:gd name="connsiteY821" fmla="*/ 541687 h 885825"/>
                <a:gd name="connsiteX822" fmla="*/ 368998 w 504825"/>
                <a:gd name="connsiteY822" fmla="*/ 542639 h 885825"/>
                <a:gd name="connsiteX823" fmla="*/ 368617 w 504825"/>
                <a:gd name="connsiteY823" fmla="*/ 543687 h 885825"/>
                <a:gd name="connsiteX824" fmla="*/ 368808 w 504825"/>
                <a:gd name="connsiteY824" fmla="*/ 544449 h 885825"/>
                <a:gd name="connsiteX825" fmla="*/ 369094 w 504825"/>
                <a:gd name="connsiteY825" fmla="*/ 545020 h 885825"/>
                <a:gd name="connsiteX826" fmla="*/ 369760 w 504825"/>
                <a:gd name="connsiteY826" fmla="*/ 547878 h 885825"/>
                <a:gd name="connsiteX827" fmla="*/ 369094 w 504825"/>
                <a:gd name="connsiteY827" fmla="*/ 547402 h 885825"/>
                <a:gd name="connsiteX828" fmla="*/ 368903 w 504825"/>
                <a:gd name="connsiteY828" fmla="*/ 547116 h 885825"/>
                <a:gd name="connsiteX829" fmla="*/ 368713 w 504825"/>
                <a:gd name="connsiteY829" fmla="*/ 546735 h 885825"/>
                <a:gd name="connsiteX830" fmla="*/ 368332 w 504825"/>
                <a:gd name="connsiteY830" fmla="*/ 546735 h 885825"/>
                <a:gd name="connsiteX831" fmla="*/ 368332 w 504825"/>
                <a:gd name="connsiteY831" fmla="*/ 547973 h 885825"/>
                <a:gd name="connsiteX832" fmla="*/ 367855 w 504825"/>
                <a:gd name="connsiteY832" fmla="*/ 548735 h 885825"/>
                <a:gd name="connsiteX833" fmla="*/ 367284 w 504825"/>
                <a:gd name="connsiteY833" fmla="*/ 549402 h 885825"/>
                <a:gd name="connsiteX834" fmla="*/ 366903 w 504825"/>
                <a:gd name="connsiteY834" fmla="*/ 550354 h 885825"/>
                <a:gd name="connsiteX835" fmla="*/ 367570 w 504825"/>
                <a:gd name="connsiteY835" fmla="*/ 552259 h 885825"/>
                <a:gd name="connsiteX836" fmla="*/ 367855 w 504825"/>
                <a:gd name="connsiteY836" fmla="*/ 553498 h 885825"/>
                <a:gd name="connsiteX837" fmla="*/ 366903 w 504825"/>
                <a:gd name="connsiteY837" fmla="*/ 555117 h 885825"/>
                <a:gd name="connsiteX838" fmla="*/ 363379 w 504825"/>
                <a:gd name="connsiteY838" fmla="*/ 565118 h 885825"/>
                <a:gd name="connsiteX839" fmla="*/ 362426 w 504825"/>
                <a:gd name="connsiteY839" fmla="*/ 566547 h 885825"/>
                <a:gd name="connsiteX840" fmla="*/ 360426 w 504825"/>
                <a:gd name="connsiteY840" fmla="*/ 568738 h 885825"/>
                <a:gd name="connsiteX841" fmla="*/ 359664 w 504825"/>
                <a:gd name="connsiteY841" fmla="*/ 569881 h 885825"/>
                <a:gd name="connsiteX842" fmla="*/ 358997 w 504825"/>
                <a:gd name="connsiteY842" fmla="*/ 571119 h 885825"/>
                <a:gd name="connsiteX843" fmla="*/ 358426 w 504825"/>
                <a:gd name="connsiteY843" fmla="*/ 573310 h 885825"/>
                <a:gd name="connsiteX844" fmla="*/ 357092 w 504825"/>
                <a:gd name="connsiteY844" fmla="*/ 574929 h 885825"/>
                <a:gd name="connsiteX845" fmla="*/ 356521 w 504825"/>
                <a:gd name="connsiteY845" fmla="*/ 575977 h 885825"/>
                <a:gd name="connsiteX846" fmla="*/ 356425 w 504825"/>
                <a:gd name="connsiteY846" fmla="*/ 576643 h 885825"/>
                <a:gd name="connsiteX847" fmla="*/ 356806 w 504825"/>
                <a:gd name="connsiteY847" fmla="*/ 578358 h 885825"/>
                <a:gd name="connsiteX848" fmla="*/ 356711 w 504825"/>
                <a:gd name="connsiteY848" fmla="*/ 578929 h 885825"/>
                <a:gd name="connsiteX849" fmla="*/ 356425 w 504825"/>
                <a:gd name="connsiteY849" fmla="*/ 579310 h 885825"/>
                <a:gd name="connsiteX850" fmla="*/ 356140 w 504825"/>
                <a:gd name="connsiteY850" fmla="*/ 579596 h 885825"/>
                <a:gd name="connsiteX851" fmla="*/ 356044 w 504825"/>
                <a:gd name="connsiteY851" fmla="*/ 579882 h 885825"/>
                <a:gd name="connsiteX852" fmla="*/ 355759 w 504825"/>
                <a:gd name="connsiteY852" fmla="*/ 580739 h 885825"/>
                <a:gd name="connsiteX853" fmla="*/ 351377 w 504825"/>
                <a:gd name="connsiteY853" fmla="*/ 586645 h 885825"/>
                <a:gd name="connsiteX854" fmla="*/ 350425 w 504825"/>
                <a:gd name="connsiteY854" fmla="*/ 587597 h 885825"/>
                <a:gd name="connsiteX855" fmla="*/ 349948 w 504825"/>
                <a:gd name="connsiteY855" fmla="*/ 588454 h 885825"/>
                <a:gd name="connsiteX856" fmla="*/ 349091 w 504825"/>
                <a:gd name="connsiteY856" fmla="*/ 591788 h 885825"/>
                <a:gd name="connsiteX857" fmla="*/ 346615 w 504825"/>
                <a:gd name="connsiteY857" fmla="*/ 595217 h 885825"/>
                <a:gd name="connsiteX858" fmla="*/ 345948 w 504825"/>
                <a:gd name="connsiteY858" fmla="*/ 597599 h 885825"/>
                <a:gd name="connsiteX859" fmla="*/ 345281 w 504825"/>
                <a:gd name="connsiteY859" fmla="*/ 598837 h 885825"/>
                <a:gd name="connsiteX860" fmla="*/ 343376 w 504825"/>
                <a:gd name="connsiteY860" fmla="*/ 600932 h 885825"/>
                <a:gd name="connsiteX861" fmla="*/ 341471 w 504825"/>
                <a:gd name="connsiteY861" fmla="*/ 602456 h 885825"/>
                <a:gd name="connsiteX862" fmla="*/ 340805 w 504825"/>
                <a:gd name="connsiteY862" fmla="*/ 603409 h 885825"/>
                <a:gd name="connsiteX863" fmla="*/ 340519 w 504825"/>
                <a:gd name="connsiteY863" fmla="*/ 604742 h 885825"/>
                <a:gd name="connsiteX864" fmla="*/ 340519 w 504825"/>
                <a:gd name="connsiteY864" fmla="*/ 605885 h 885825"/>
                <a:gd name="connsiteX865" fmla="*/ 340423 w 504825"/>
                <a:gd name="connsiteY865" fmla="*/ 606361 h 885825"/>
                <a:gd name="connsiteX866" fmla="*/ 340138 w 504825"/>
                <a:gd name="connsiteY866" fmla="*/ 606743 h 885825"/>
                <a:gd name="connsiteX867" fmla="*/ 339947 w 504825"/>
                <a:gd name="connsiteY867" fmla="*/ 606647 h 885825"/>
                <a:gd name="connsiteX868" fmla="*/ 339757 w 504825"/>
                <a:gd name="connsiteY868" fmla="*/ 606361 h 885825"/>
                <a:gd name="connsiteX869" fmla="*/ 339471 w 504825"/>
                <a:gd name="connsiteY869" fmla="*/ 606171 h 885825"/>
                <a:gd name="connsiteX870" fmla="*/ 338995 w 504825"/>
                <a:gd name="connsiteY870" fmla="*/ 606361 h 885825"/>
                <a:gd name="connsiteX871" fmla="*/ 338804 w 504825"/>
                <a:gd name="connsiteY871" fmla="*/ 606743 h 885825"/>
                <a:gd name="connsiteX872" fmla="*/ 338614 w 504825"/>
                <a:gd name="connsiteY872" fmla="*/ 608362 h 885825"/>
                <a:gd name="connsiteX873" fmla="*/ 338804 w 504825"/>
                <a:gd name="connsiteY873" fmla="*/ 608648 h 885825"/>
                <a:gd name="connsiteX874" fmla="*/ 339757 w 504825"/>
                <a:gd name="connsiteY874" fmla="*/ 609124 h 885825"/>
                <a:gd name="connsiteX875" fmla="*/ 339947 w 504825"/>
                <a:gd name="connsiteY875" fmla="*/ 609409 h 885825"/>
                <a:gd name="connsiteX876" fmla="*/ 339852 w 504825"/>
                <a:gd name="connsiteY876" fmla="*/ 610743 h 885825"/>
                <a:gd name="connsiteX877" fmla="*/ 339661 w 504825"/>
                <a:gd name="connsiteY877" fmla="*/ 611791 h 885825"/>
                <a:gd name="connsiteX878" fmla="*/ 337566 w 504825"/>
                <a:gd name="connsiteY878" fmla="*/ 616744 h 885825"/>
                <a:gd name="connsiteX879" fmla="*/ 334899 w 504825"/>
                <a:gd name="connsiteY879" fmla="*/ 631508 h 885825"/>
                <a:gd name="connsiteX880" fmla="*/ 334899 w 504825"/>
                <a:gd name="connsiteY880" fmla="*/ 632651 h 885825"/>
                <a:gd name="connsiteX881" fmla="*/ 335280 w 504825"/>
                <a:gd name="connsiteY881" fmla="*/ 635603 h 885825"/>
                <a:gd name="connsiteX882" fmla="*/ 335661 w 504825"/>
                <a:gd name="connsiteY882" fmla="*/ 636746 h 885825"/>
                <a:gd name="connsiteX883" fmla="*/ 336423 w 504825"/>
                <a:gd name="connsiteY883" fmla="*/ 636842 h 885825"/>
                <a:gd name="connsiteX884" fmla="*/ 337280 w 504825"/>
                <a:gd name="connsiteY884" fmla="*/ 636365 h 885825"/>
                <a:gd name="connsiteX885" fmla="*/ 337852 w 504825"/>
                <a:gd name="connsiteY885" fmla="*/ 635794 h 885825"/>
                <a:gd name="connsiteX886" fmla="*/ 340614 w 504825"/>
                <a:gd name="connsiteY886" fmla="*/ 632555 h 885825"/>
                <a:gd name="connsiteX887" fmla="*/ 341281 w 504825"/>
                <a:gd name="connsiteY887" fmla="*/ 631412 h 885825"/>
                <a:gd name="connsiteX888" fmla="*/ 341757 w 504825"/>
                <a:gd name="connsiteY888" fmla="*/ 630841 h 885825"/>
                <a:gd name="connsiteX889" fmla="*/ 342233 w 504825"/>
                <a:gd name="connsiteY889" fmla="*/ 630460 h 885825"/>
                <a:gd name="connsiteX890" fmla="*/ 343186 w 504825"/>
                <a:gd name="connsiteY890" fmla="*/ 629888 h 885825"/>
                <a:gd name="connsiteX891" fmla="*/ 343662 w 504825"/>
                <a:gd name="connsiteY891" fmla="*/ 629412 h 885825"/>
                <a:gd name="connsiteX892" fmla="*/ 344138 w 504825"/>
                <a:gd name="connsiteY892" fmla="*/ 628459 h 885825"/>
                <a:gd name="connsiteX893" fmla="*/ 344900 w 504825"/>
                <a:gd name="connsiteY893" fmla="*/ 625888 h 885825"/>
                <a:gd name="connsiteX894" fmla="*/ 345186 w 504825"/>
                <a:gd name="connsiteY894" fmla="*/ 623887 h 885825"/>
                <a:gd name="connsiteX895" fmla="*/ 350044 w 504825"/>
                <a:gd name="connsiteY895" fmla="*/ 612553 h 885825"/>
                <a:gd name="connsiteX896" fmla="*/ 350234 w 504825"/>
                <a:gd name="connsiteY896" fmla="*/ 612362 h 885825"/>
                <a:gd name="connsiteX897" fmla="*/ 350710 w 504825"/>
                <a:gd name="connsiteY897" fmla="*/ 612172 h 885825"/>
                <a:gd name="connsiteX898" fmla="*/ 351187 w 504825"/>
                <a:gd name="connsiteY898" fmla="*/ 611886 h 885825"/>
                <a:gd name="connsiteX899" fmla="*/ 351377 w 504825"/>
                <a:gd name="connsiteY899" fmla="*/ 611410 h 885825"/>
                <a:gd name="connsiteX900" fmla="*/ 351472 w 504825"/>
                <a:gd name="connsiteY900" fmla="*/ 610362 h 885825"/>
                <a:gd name="connsiteX901" fmla="*/ 352139 w 504825"/>
                <a:gd name="connsiteY901" fmla="*/ 607600 h 885825"/>
                <a:gd name="connsiteX902" fmla="*/ 352139 w 504825"/>
                <a:gd name="connsiteY902" fmla="*/ 603409 h 885825"/>
                <a:gd name="connsiteX903" fmla="*/ 352234 w 504825"/>
                <a:gd name="connsiteY903" fmla="*/ 602933 h 885825"/>
                <a:gd name="connsiteX904" fmla="*/ 352425 w 504825"/>
                <a:gd name="connsiteY904" fmla="*/ 602456 h 885825"/>
                <a:gd name="connsiteX905" fmla="*/ 352615 w 504825"/>
                <a:gd name="connsiteY905" fmla="*/ 602075 h 885825"/>
                <a:gd name="connsiteX906" fmla="*/ 352806 w 504825"/>
                <a:gd name="connsiteY906" fmla="*/ 601790 h 885825"/>
                <a:gd name="connsiteX907" fmla="*/ 353187 w 504825"/>
                <a:gd name="connsiteY907" fmla="*/ 601504 h 885825"/>
                <a:gd name="connsiteX908" fmla="*/ 353854 w 504825"/>
                <a:gd name="connsiteY908" fmla="*/ 601313 h 885825"/>
                <a:gd name="connsiteX909" fmla="*/ 354330 w 504825"/>
                <a:gd name="connsiteY909" fmla="*/ 601027 h 885825"/>
                <a:gd name="connsiteX910" fmla="*/ 354997 w 504825"/>
                <a:gd name="connsiteY910" fmla="*/ 600456 h 885825"/>
                <a:gd name="connsiteX911" fmla="*/ 355473 w 504825"/>
                <a:gd name="connsiteY911" fmla="*/ 599884 h 885825"/>
                <a:gd name="connsiteX912" fmla="*/ 355759 w 504825"/>
                <a:gd name="connsiteY912" fmla="*/ 599123 h 885825"/>
                <a:gd name="connsiteX913" fmla="*/ 355854 w 504825"/>
                <a:gd name="connsiteY913" fmla="*/ 597979 h 885825"/>
                <a:gd name="connsiteX914" fmla="*/ 356235 w 504825"/>
                <a:gd name="connsiteY914" fmla="*/ 597122 h 885825"/>
                <a:gd name="connsiteX915" fmla="*/ 359092 w 504825"/>
                <a:gd name="connsiteY915" fmla="*/ 594836 h 885825"/>
                <a:gd name="connsiteX916" fmla="*/ 360331 w 504825"/>
                <a:gd name="connsiteY916" fmla="*/ 593503 h 885825"/>
                <a:gd name="connsiteX917" fmla="*/ 426244 w 504825"/>
                <a:gd name="connsiteY917" fmla="*/ 588359 h 885825"/>
                <a:gd name="connsiteX918" fmla="*/ 426339 w 504825"/>
                <a:gd name="connsiteY918" fmla="*/ 588550 h 885825"/>
                <a:gd name="connsiteX919" fmla="*/ 427101 w 504825"/>
                <a:gd name="connsiteY919" fmla="*/ 589598 h 885825"/>
                <a:gd name="connsiteX920" fmla="*/ 427482 w 504825"/>
                <a:gd name="connsiteY920" fmla="*/ 591312 h 885825"/>
                <a:gd name="connsiteX921" fmla="*/ 428530 w 504825"/>
                <a:gd name="connsiteY921" fmla="*/ 593312 h 885825"/>
                <a:gd name="connsiteX922" fmla="*/ 430054 w 504825"/>
                <a:gd name="connsiteY922" fmla="*/ 595027 h 885825"/>
                <a:gd name="connsiteX923" fmla="*/ 431863 w 504825"/>
                <a:gd name="connsiteY923" fmla="*/ 595693 h 885825"/>
                <a:gd name="connsiteX924" fmla="*/ 431482 w 504825"/>
                <a:gd name="connsiteY924" fmla="*/ 594836 h 885825"/>
                <a:gd name="connsiteX925" fmla="*/ 431101 w 504825"/>
                <a:gd name="connsiteY925" fmla="*/ 593408 h 885825"/>
                <a:gd name="connsiteX926" fmla="*/ 431006 w 504825"/>
                <a:gd name="connsiteY926" fmla="*/ 591884 h 885825"/>
                <a:gd name="connsiteX927" fmla="*/ 431387 w 504825"/>
                <a:gd name="connsiteY927" fmla="*/ 590741 h 885825"/>
                <a:gd name="connsiteX928" fmla="*/ 432340 w 504825"/>
                <a:gd name="connsiteY928" fmla="*/ 590550 h 885825"/>
                <a:gd name="connsiteX929" fmla="*/ 436055 w 504825"/>
                <a:gd name="connsiteY929" fmla="*/ 591979 h 885825"/>
                <a:gd name="connsiteX930" fmla="*/ 437674 w 504825"/>
                <a:gd name="connsiteY930" fmla="*/ 591598 h 885825"/>
                <a:gd name="connsiteX931" fmla="*/ 438340 w 504825"/>
                <a:gd name="connsiteY931" fmla="*/ 590741 h 885825"/>
                <a:gd name="connsiteX932" fmla="*/ 438436 w 504825"/>
                <a:gd name="connsiteY932" fmla="*/ 589502 h 885825"/>
                <a:gd name="connsiteX933" fmla="*/ 438340 w 504825"/>
                <a:gd name="connsiteY933" fmla="*/ 588264 h 885825"/>
                <a:gd name="connsiteX934" fmla="*/ 438150 w 504825"/>
                <a:gd name="connsiteY934" fmla="*/ 586835 h 885825"/>
                <a:gd name="connsiteX935" fmla="*/ 437959 w 504825"/>
                <a:gd name="connsiteY935" fmla="*/ 585883 h 885825"/>
                <a:gd name="connsiteX936" fmla="*/ 437579 w 504825"/>
                <a:gd name="connsiteY936" fmla="*/ 585121 h 885825"/>
                <a:gd name="connsiteX937" fmla="*/ 436912 w 504825"/>
                <a:gd name="connsiteY937" fmla="*/ 584359 h 885825"/>
                <a:gd name="connsiteX938" fmla="*/ 436531 w 504825"/>
                <a:gd name="connsiteY938" fmla="*/ 584359 h 885825"/>
                <a:gd name="connsiteX939" fmla="*/ 436150 w 504825"/>
                <a:gd name="connsiteY939" fmla="*/ 584930 h 885825"/>
                <a:gd name="connsiteX940" fmla="*/ 435483 w 504825"/>
                <a:gd name="connsiteY940" fmla="*/ 584359 h 885825"/>
                <a:gd name="connsiteX941" fmla="*/ 434816 w 504825"/>
                <a:gd name="connsiteY941" fmla="*/ 583311 h 885825"/>
                <a:gd name="connsiteX942" fmla="*/ 434435 w 504825"/>
                <a:gd name="connsiteY942" fmla="*/ 582549 h 885825"/>
                <a:gd name="connsiteX943" fmla="*/ 434340 w 504825"/>
                <a:gd name="connsiteY943" fmla="*/ 581787 h 885825"/>
                <a:gd name="connsiteX944" fmla="*/ 434435 w 504825"/>
                <a:gd name="connsiteY944" fmla="*/ 579787 h 885825"/>
                <a:gd name="connsiteX945" fmla="*/ 434340 w 504825"/>
                <a:gd name="connsiteY945" fmla="*/ 579120 h 885825"/>
                <a:gd name="connsiteX946" fmla="*/ 433864 w 504825"/>
                <a:gd name="connsiteY946" fmla="*/ 577977 h 885825"/>
                <a:gd name="connsiteX947" fmla="*/ 433768 w 504825"/>
                <a:gd name="connsiteY947" fmla="*/ 577310 h 885825"/>
                <a:gd name="connsiteX948" fmla="*/ 434340 w 504825"/>
                <a:gd name="connsiteY948" fmla="*/ 574643 h 885825"/>
                <a:gd name="connsiteX949" fmla="*/ 434245 w 504825"/>
                <a:gd name="connsiteY949" fmla="*/ 573595 h 885825"/>
                <a:gd name="connsiteX950" fmla="*/ 433197 w 504825"/>
                <a:gd name="connsiteY950" fmla="*/ 573119 h 885825"/>
                <a:gd name="connsiteX951" fmla="*/ 432911 w 504825"/>
                <a:gd name="connsiteY951" fmla="*/ 572643 h 885825"/>
                <a:gd name="connsiteX952" fmla="*/ 430816 w 504825"/>
                <a:gd name="connsiteY952" fmla="*/ 570167 h 885825"/>
                <a:gd name="connsiteX953" fmla="*/ 430435 w 504825"/>
                <a:gd name="connsiteY953" fmla="*/ 568643 h 885825"/>
                <a:gd name="connsiteX954" fmla="*/ 430244 w 504825"/>
                <a:gd name="connsiteY954" fmla="*/ 568261 h 885825"/>
                <a:gd name="connsiteX955" fmla="*/ 429768 w 504825"/>
                <a:gd name="connsiteY955" fmla="*/ 568071 h 885825"/>
                <a:gd name="connsiteX956" fmla="*/ 428434 w 504825"/>
                <a:gd name="connsiteY956" fmla="*/ 567690 h 885825"/>
                <a:gd name="connsiteX957" fmla="*/ 425291 w 504825"/>
                <a:gd name="connsiteY957" fmla="*/ 566166 h 885825"/>
                <a:gd name="connsiteX958" fmla="*/ 424624 w 504825"/>
                <a:gd name="connsiteY958" fmla="*/ 565499 h 885825"/>
                <a:gd name="connsiteX959" fmla="*/ 424243 w 504825"/>
                <a:gd name="connsiteY959" fmla="*/ 563213 h 885825"/>
                <a:gd name="connsiteX960" fmla="*/ 424624 w 504825"/>
                <a:gd name="connsiteY960" fmla="*/ 560737 h 885825"/>
                <a:gd name="connsiteX961" fmla="*/ 426720 w 504825"/>
                <a:gd name="connsiteY961" fmla="*/ 554165 h 885825"/>
                <a:gd name="connsiteX962" fmla="*/ 426815 w 504825"/>
                <a:gd name="connsiteY962" fmla="*/ 551878 h 885825"/>
                <a:gd name="connsiteX963" fmla="*/ 426053 w 504825"/>
                <a:gd name="connsiteY963" fmla="*/ 546926 h 885825"/>
                <a:gd name="connsiteX964" fmla="*/ 426148 w 504825"/>
                <a:gd name="connsiteY964" fmla="*/ 545211 h 885825"/>
                <a:gd name="connsiteX965" fmla="*/ 426053 w 504825"/>
                <a:gd name="connsiteY965" fmla="*/ 544735 h 885825"/>
                <a:gd name="connsiteX966" fmla="*/ 425482 w 504825"/>
                <a:gd name="connsiteY966" fmla="*/ 543687 h 885825"/>
                <a:gd name="connsiteX967" fmla="*/ 425386 w 504825"/>
                <a:gd name="connsiteY967" fmla="*/ 543020 h 885825"/>
                <a:gd name="connsiteX968" fmla="*/ 425482 w 504825"/>
                <a:gd name="connsiteY968" fmla="*/ 542734 h 885825"/>
                <a:gd name="connsiteX969" fmla="*/ 425958 w 504825"/>
                <a:gd name="connsiteY969" fmla="*/ 541877 h 885825"/>
                <a:gd name="connsiteX970" fmla="*/ 426148 w 504825"/>
                <a:gd name="connsiteY970" fmla="*/ 541401 h 885825"/>
                <a:gd name="connsiteX971" fmla="*/ 426244 w 504825"/>
                <a:gd name="connsiteY971" fmla="*/ 540829 h 885825"/>
                <a:gd name="connsiteX972" fmla="*/ 426148 w 504825"/>
                <a:gd name="connsiteY972" fmla="*/ 539210 h 885825"/>
                <a:gd name="connsiteX973" fmla="*/ 425767 w 504825"/>
                <a:gd name="connsiteY973" fmla="*/ 539210 h 885825"/>
                <a:gd name="connsiteX974" fmla="*/ 425672 w 504825"/>
                <a:gd name="connsiteY974" fmla="*/ 539877 h 885825"/>
                <a:gd name="connsiteX975" fmla="*/ 425482 w 504825"/>
                <a:gd name="connsiteY975" fmla="*/ 540258 h 885825"/>
                <a:gd name="connsiteX976" fmla="*/ 425196 w 504825"/>
                <a:gd name="connsiteY976" fmla="*/ 540258 h 885825"/>
                <a:gd name="connsiteX977" fmla="*/ 425005 w 504825"/>
                <a:gd name="connsiteY977" fmla="*/ 538925 h 885825"/>
                <a:gd name="connsiteX978" fmla="*/ 424720 w 504825"/>
                <a:gd name="connsiteY978" fmla="*/ 538734 h 885825"/>
                <a:gd name="connsiteX979" fmla="*/ 424243 w 504825"/>
                <a:gd name="connsiteY979" fmla="*/ 538734 h 885825"/>
                <a:gd name="connsiteX980" fmla="*/ 423577 w 504825"/>
                <a:gd name="connsiteY980" fmla="*/ 538448 h 885825"/>
                <a:gd name="connsiteX981" fmla="*/ 423291 w 504825"/>
                <a:gd name="connsiteY981" fmla="*/ 538258 h 885825"/>
                <a:gd name="connsiteX982" fmla="*/ 423100 w 504825"/>
                <a:gd name="connsiteY982" fmla="*/ 538162 h 885825"/>
                <a:gd name="connsiteX983" fmla="*/ 422910 w 504825"/>
                <a:gd name="connsiteY983" fmla="*/ 538067 h 885825"/>
                <a:gd name="connsiteX984" fmla="*/ 422624 w 504825"/>
                <a:gd name="connsiteY984" fmla="*/ 537782 h 885825"/>
                <a:gd name="connsiteX985" fmla="*/ 422529 w 504825"/>
                <a:gd name="connsiteY985" fmla="*/ 537496 h 885825"/>
                <a:gd name="connsiteX986" fmla="*/ 422434 w 504825"/>
                <a:gd name="connsiteY986" fmla="*/ 536924 h 885825"/>
                <a:gd name="connsiteX987" fmla="*/ 422338 w 504825"/>
                <a:gd name="connsiteY987" fmla="*/ 536829 h 885825"/>
                <a:gd name="connsiteX988" fmla="*/ 422148 w 504825"/>
                <a:gd name="connsiteY988" fmla="*/ 536543 h 885825"/>
                <a:gd name="connsiteX989" fmla="*/ 422053 w 504825"/>
                <a:gd name="connsiteY989" fmla="*/ 535876 h 885825"/>
                <a:gd name="connsiteX990" fmla="*/ 422148 w 504825"/>
                <a:gd name="connsiteY990" fmla="*/ 535210 h 885825"/>
                <a:gd name="connsiteX991" fmla="*/ 422624 w 504825"/>
                <a:gd name="connsiteY991" fmla="*/ 534352 h 885825"/>
                <a:gd name="connsiteX992" fmla="*/ 423005 w 504825"/>
                <a:gd name="connsiteY992" fmla="*/ 533114 h 885825"/>
                <a:gd name="connsiteX993" fmla="*/ 423100 w 504825"/>
                <a:gd name="connsiteY993" fmla="*/ 531876 h 885825"/>
                <a:gd name="connsiteX994" fmla="*/ 422719 w 504825"/>
                <a:gd name="connsiteY994" fmla="*/ 531304 h 885825"/>
                <a:gd name="connsiteX995" fmla="*/ 422338 w 504825"/>
                <a:gd name="connsiteY995" fmla="*/ 531114 h 885825"/>
                <a:gd name="connsiteX996" fmla="*/ 421196 w 504825"/>
                <a:gd name="connsiteY996" fmla="*/ 530161 h 885825"/>
                <a:gd name="connsiteX997" fmla="*/ 420719 w 504825"/>
                <a:gd name="connsiteY997" fmla="*/ 529876 h 885825"/>
                <a:gd name="connsiteX998" fmla="*/ 420243 w 504825"/>
                <a:gd name="connsiteY998" fmla="*/ 529781 h 885825"/>
                <a:gd name="connsiteX999" fmla="*/ 418909 w 504825"/>
                <a:gd name="connsiteY999" fmla="*/ 529876 h 885825"/>
                <a:gd name="connsiteX1000" fmla="*/ 418909 w 504825"/>
                <a:gd name="connsiteY1000" fmla="*/ 529781 h 885825"/>
                <a:gd name="connsiteX1001" fmla="*/ 418909 w 504825"/>
                <a:gd name="connsiteY1001" fmla="*/ 529590 h 885825"/>
                <a:gd name="connsiteX1002" fmla="*/ 418719 w 504825"/>
                <a:gd name="connsiteY1002" fmla="*/ 529304 h 885825"/>
                <a:gd name="connsiteX1003" fmla="*/ 418338 w 504825"/>
                <a:gd name="connsiteY1003" fmla="*/ 529209 h 885825"/>
                <a:gd name="connsiteX1004" fmla="*/ 418147 w 504825"/>
                <a:gd name="connsiteY1004" fmla="*/ 529304 h 885825"/>
                <a:gd name="connsiteX1005" fmla="*/ 418147 w 504825"/>
                <a:gd name="connsiteY1005" fmla="*/ 529781 h 885825"/>
                <a:gd name="connsiteX1006" fmla="*/ 417957 w 504825"/>
                <a:gd name="connsiteY1006" fmla="*/ 529876 h 885825"/>
                <a:gd name="connsiteX1007" fmla="*/ 417290 w 504825"/>
                <a:gd name="connsiteY1007" fmla="*/ 529781 h 885825"/>
                <a:gd name="connsiteX1008" fmla="*/ 416242 w 504825"/>
                <a:gd name="connsiteY1008" fmla="*/ 529304 h 885825"/>
                <a:gd name="connsiteX1009" fmla="*/ 415766 w 504825"/>
                <a:gd name="connsiteY1009" fmla="*/ 529209 h 885825"/>
                <a:gd name="connsiteX1010" fmla="*/ 415099 w 504825"/>
                <a:gd name="connsiteY1010" fmla="*/ 529685 h 885825"/>
                <a:gd name="connsiteX1011" fmla="*/ 413099 w 504825"/>
                <a:gd name="connsiteY1011" fmla="*/ 532543 h 885825"/>
                <a:gd name="connsiteX1012" fmla="*/ 410527 w 504825"/>
                <a:gd name="connsiteY1012" fmla="*/ 534829 h 885825"/>
                <a:gd name="connsiteX1013" fmla="*/ 408908 w 504825"/>
                <a:gd name="connsiteY1013" fmla="*/ 535686 h 885825"/>
                <a:gd name="connsiteX1014" fmla="*/ 407003 w 504825"/>
                <a:gd name="connsiteY1014" fmla="*/ 536162 h 885825"/>
                <a:gd name="connsiteX1015" fmla="*/ 404431 w 504825"/>
                <a:gd name="connsiteY1015" fmla="*/ 536067 h 885825"/>
                <a:gd name="connsiteX1016" fmla="*/ 402526 w 504825"/>
                <a:gd name="connsiteY1016" fmla="*/ 535305 h 885825"/>
                <a:gd name="connsiteX1017" fmla="*/ 401193 w 504825"/>
                <a:gd name="connsiteY1017" fmla="*/ 533876 h 885825"/>
                <a:gd name="connsiteX1018" fmla="*/ 399955 w 504825"/>
                <a:gd name="connsiteY1018" fmla="*/ 530543 h 885825"/>
                <a:gd name="connsiteX1019" fmla="*/ 399383 w 504825"/>
                <a:gd name="connsiteY1019" fmla="*/ 529876 h 885825"/>
                <a:gd name="connsiteX1020" fmla="*/ 397764 w 504825"/>
                <a:gd name="connsiteY1020" fmla="*/ 528733 h 885825"/>
                <a:gd name="connsiteX1021" fmla="*/ 397002 w 504825"/>
                <a:gd name="connsiteY1021" fmla="*/ 528542 h 885825"/>
                <a:gd name="connsiteX1022" fmla="*/ 396716 w 504825"/>
                <a:gd name="connsiteY1022" fmla="*/ 529590 h 885825"/>
                <a:gd name="connsiteX1023" fmla="*/ 396526 w 504825"/>
                <a:gd name="connsiteY1023" fmla="*/ 531876 h 885825"/>
                <a:gd name="connsiteX1024" fmla="*/ 394525 w 504825"/>
                <a:gd name="connsiteY1024" fmla="*/ 528542 h 885825"/>
                <a:gd name="connsiteX1025" fmla="*/ 393573 w 504825"/>
                <a:gd name="connsiteY1025" fmla="*/ 527399 h 885825"/>
                <a:gd name="connsiteX1026" fmla="*/ 390430 w 504825"/>
                <a:gd name="connsiteY1026" fmla="*/ 524827 h 885825"/>
                <a:gd name="connsiteX1027" fmla="*/ 389096 w 504825"/>
                <a:gd name="connsiteY1027" fmla="*/ 522923 h 885825"/>
                <a:gd name="connsiteX1028" fmla="*/ 388525 w 504825"/>
                <a:gd name="connsiteY1028" fmla="*/ 522637 h 885825"/>
                <a:gd name="connsiteX1029" fmla="*/ 388334 w 504825"/>
                <a:gd name="connsiteY1029" fmla="*/ 522732 h 885825"/>
                <a:gd name="connsiteX1030" fmla="*/ 387191 w 504825"/>
                <a:gd name="connsiteY1030" fmla="*/ 523303 h 885825"/>
                <a:gd name="connsiteX1031" fmla="*/ 386905 w 504825"/>
                <a:gd name="connsiteY1031" fmla="*/ 523399 h 885825"/>
                <a:gd name="connsiteX1032" fmla="*/ 386715 w 504825"/>
                <a:gd name="connsiteY1032" fmla="*/ 524256 h 885825"/>
                <a:gd name="connsiteX1033" fmla="*/ 387477 w 504825"/>
                <a:gd name="connsiteY1033" fmla="*/ 527494 h 885825"/>
                <a:gd name="connsiteX1034" fmla="*/ 388239 w 504825"/>
                <a:gd name="connsiteY1034" fmla="*/ 528733 h 885825"/>
                <a:gd name="connsiteX1035" fmla="*/ 388430 w 504825"/>
                <a:gd name="connsiteY1035" fmla="*/ 529495 h 885825"/>
                <a:gd name="connsiteX1036" fmla="*/ 388715 w 504825"/>
                <a:gd name="connsiteY1036" fmla="*/ 530161 h 885825"/>
                <a:gd name="connsiteX1037" fmla="*/ 389191 w 504825"/>
                <a:gd name="connsiteY1037" fmla="*/ 530733 h 885825"/>
                <a:gd name="connsiteX1038" fmla="*/ 389382 w 504825"/>
                <a:gd name="connsiteY1038" fmla="*/ 531209 h 885825"/>
                <a:gd name="connsiteX1039" fmla="*/ 388620 w 504825"/>
                <a:gd name="connsiteY1039" fmla="*/ 531590 h 885825"/>
                <a:gd name="connsiteX1040" fmla="*/ 389001 w 504825"/>
                <a:gd name="connsiteY1040" fmla="*/ 531971 h 885825"/>
                <a:gd name="connsiteX1041" fmla="*/ 389668 w 504825"/>
                <a:gd name="connsiteY1041" fmla="*/ 532257 h 885825"/>
                <a:gd name="connsiteX1042" fmla="*/ 390525 w 504825"/>
                <a:gd name="connsiteY1042" fmla="*/ 532543 h 885825"/>
                <a:gd name="connsiteX1043" fmla="*/ 390334 w 504825"/>
                <a:gd name="connsiteY1043" fmla="*/ 533019 h 885825"/>
                <a:gd name="connsiteX1044" fmla="*/ 389572 w 504825"/>
                <a:gd name="connsiteY1044" fmla="*/ 533591 h 885825"/>
                <a:gd name="connsiteX1045" fmla="*/ 389382 w 504825"/>
                <a:gd name="connsiteY1045" fmla="*/ 534067 h 885825"/>
                <a:gd name="connsiteX1046" fmla="*/ 389668 w 504825"/>
                <a:gd name="connsiteY1046" fmla="*/ 535019 h 885825"/>
                <a:gd name="connsiteX1047" fmla="*/ 390430 w 504825"/>
                <a:gd name="connsiteY1047" fmla="*/ 535972 h 885825"/>
                <a:gd name="connsiteX1048" fmla="*/ 391382 w 504825"/>
                <a:gd name="connsiteY1048" fmla="*/ 536543 h 885825"/>
                <a:gd name="connsiteX1049" fmla="*/ 392239 w 504825"/>
                <a:gd name="connsiteY1049" fmla="*/ 536448 h 885825"/>
                <a:gd name="connsiteX1050" fmla="*/ 392239 w 504825"/>
                <a:gd name="connsiteY1050" fmla="*/ 541401 h 885825"/>
                <a:gd name="connsiteX1051" fmla="*/ 392621 w 504825"/>
                <a:gd name="connsiteY1051" fmla="*/ 544735 h 885825"/>
                <a:gd name="connsiteX1052" fmla="*/ 392906 w 504825"/>
                <a:gd name="connsiteY1052" fmla="*/ 545401 h 885825"/>
                <a:gd name="connsiteX1053" fmla="*/ 393001 w 504825"/>
                <a:gd name="connsiteY1053" fmla="*/ 545783 h 885825"/>
                <a:gd name="connsiteX1054" fmla="*/ 392906 w 504825"/>
                <a:gd name="connsiteY1054" fmla="*/ 546164 h 885825"/>
                <a:gd name="connsiteX1055" fmla="*/ 392430 w 504825"/>
                <a:gd name="connsiteY1055" fmla="*/ 546926 h 885825"/>
                <a:gd name="connsiteX1056" fmla="*/ 392144 w 504825"/>
                <a:gd name="connsiteY1056" fmla="*/ 547783 h 885825"/>
                <a:gd name="connsiteX1057" fmla="*/ 391763 w 504825"/>
                <a:gd name="connsiteY1057" fmla="*/ 548450 h 885825"/>
                <a:gd name="connsiteX1058" fmla="*/ 391477 w 504825"/>
                <a:gd name="connsiteY1058" fmla="*/ 549211 h 885825"/>
                <a:gd name="connsiteX1059" fmla="*/ 391573 w 504825"/>
                <a:gd name="connsiteY1059" fmla="*/ 550069 h 885825"/>
                <a:gd name="connsiteX1060" fmla="*/ 392049 w 504825"/>
                <a:gd name="connsiteY1060" fmla="*/ 550831 h 885825"/>
                <a:gd name="connsiteX1061" fmla="*/ 392525 w 504825"/>
                <a:gd name="connsiteY1061" fmla="*/ 551212 h 885825"/>
                <a:gd name="connsiteX1062" fmla="*/ 392906 w 504825"/>
                <a:gd name="connsiteY1062" fmla="*/ 551688 h 885825"/>
                <a:gd name="connsiteX1063" fmla="*/ 393001 w 504825"/>
                <a:gd name="connsiteY1063" fmla="*/ 552736 h 885825"/>
                <a:gd name="connsiteX1064" fmla="*/ 392811 w 504825"/>
                <a:gd name="connsiteY1064" fmla="*/ 553593 h 885825"/>
                <a:gd name="connsiteX1065" fmla="*/ 392144 w 504825"/>
                <a:gd name="connsiteY1065" fmla="*/ 554545 h 885825"/>
                <a:gd name="connsiteX1066" fmla="*/ 391858 w 504825"/>
                <a:gd name="connsiteY1066" fmla="*/ 555212 h 885825"/>
                <a:gd name="connsiteX1067" fmla="*/ 391858 w 504825"/>
                <a:gd name="connsiteY1067" fmla="*/ 556260 h 885825"/>
                <a:gd name="connsiteX1068" fmla="*/ 392144 w 504825"/>
                <a:gd name="connsiteY1068" fmla="*/ 556451 h 885825"/>
                <a:gd name="connsiteX1069" fmla="*/ 392716 w 504825"/>
                <a:gd name="connsiteY1069" fmla="*/ 556355 h 885825"/>
                <a:gd name="connsiteX1070" fmla="*/ 393382 w 504825"/>
                <a:gd name="connsiteY1070" fmla="*/ 556355 h 885825"/>
                <a:gd name="connsiteX1071" fmla="*/ 394049 w 504825"/>
                <a:gd name="connsiteY1071" fmla="*/ 556260 h 885825"/>
                <a:gd name="connsiteX1072" fmla="*/ 394335 w 504825"/>
                <a:gd name="connsiteY1072" fmla="*/ 556451 h 885825"/>
                <a:gd name="connsiteX1073" fmla="*/ 394621 w 504825"/>
                <a:gd name="connsiteY1073" fmla="*/ 557975 h 885825"/>
                <a:gd name="connsiteX1074" fmla="*/ 394906 w 504825"/>
                <a:gd name="connsiteY1074" fmla="*/ 558070 h 885825"/>
                <a:gd name="connsiteX1075" fmla="*/ 395764 w 504825"/>
                <a:gd name="connsiteY1075" fmla="*/ 557784 h 885825"/>
                <a:gd name="connsiteX1076" fmla="*/ 395859 w 504825"/>
                <a:gd name="connsiteY1076" fmla="*/ 557975 h 885825"/>
                <a:gd name="connsiteX1077" fmla="*/ 397764 w 504825"/>
                <a:gd name="connsiteY1077" fmla="*/ 559499 h 885825"/>
                <a:gd name="connsiteX1078" fmla="*/ 398145 w 504825"/>
                <a:gd name="connsiteY1078" fmla="*/ 559499 h 885825"/>
                <a:gd name="connsiteX1079" fmla="*/ 398812 w 504825"/>
                <a:gd name="connsiteY1079" fmla="*/ 559213 h 885825"/>
                <a:gd name="connsiteX1080" fmla="*/ 399383 w 504825"/>
                <a:gd name="connsiteY1080" fmla="*/ 558641 h 885825"/>
                <a:gd name="connsiteX1081" fmla="*/ 400145 w 504825"/>
                <a:gd name="connsiteY1081" fmla="*/ 557593 h 885825"/>
                <a:gd name="connsiteX1082" fmla="*/ 400621 w 504825"/>
                <a:gd name="connsiteY1082" fmla="*/ 556355 h 885825"/>
                <a:gd name="connsiteX1083" fmla="*/ 400336 w 504825"/>
                <a:gd name="connsiteY1083" fmla="*/ 555403 h 885825"/>
                <a:gd name="connsiteX1084" fmla="*/ 399764 w 504825"/>
                <a:gd name="connsiteY1084" fmla="*/ 554450 h 885825"/>
                <a:gd name="connsiteX1085" fmla="*/ 399859 w 504825"/>
                <a:gd name="connsiteY1085" fmla="*/ 553688 h 885825"/>
                <a:gd name="connsiteX1086" fmla="*/ 400526 w 504825"/>
                <a:gd name="connsiteY1086" fmla="*/ 553117 h 885825"/>
                <a:gd name="connsiteX1087" fmla="*/ 401574 w 504825"/>
                <a:gd name="connsiteY1087" fmla="*/ 552736 h 885825"/>
                <a:gd name="connsiteX1088" fmla="*/ 402622 w 504825"/>
                <a:gd name="connsiteY1088" fmla="*/ 552641 h 885825"/>
                <a:gd name="connsiteX1089" fmla="*/ 403669 w 504825"/>
                <a:gd name="connsiteY1089" fmla="*/ 552736 h 885825"/>
                <a:gd name="connsiteX1090" fmla="*/ 404431 w 504825"/>
                <a:gd name="connsiteY1090" fmla="*/ 553117 h 885825"/>
                <a:gd name="connsiteX1091" fmla="*/ 404717 w 504825"/>
                <a:gd name="connsiteY1091" fmla="*/ 553974 h 885825"/>
                <a:gd name="connsiteX1092" fmla="*/ 405098 w 504825"/>
                <a:gd name="connsiteY1092" fmla="*/ 554355 h 885825"/>
                <a:gd name="connsiteX1093" fmla="*/ 407289 w 504825"/>
                <a:gd name="connsiteY1093" fmla="*/ 556069 h 885825"/>
                <a:gd name="connsiteX1094" fmla="*/ 408718 w 504825"/>
                <a:gd name="connsiteY1094" fmla="*/ 557879 h 885825"/>
                <a:gd name="connsiteX1095" fmla="*/ 409289 w 504825"/>
                <a:gd name="connsiteY1095" fmla="*/ 558927 h 885825"/>
                <a:gd name="connsiteX1096" fmla="*/ 409480 w 504825"/>
                <a:gd name="connsiteY1096" fmla="*/ 559879 h 885825"/>
                <a:gd name="connsiteX1097" fmla="*/ 409765 w 504825"/>
                <a:gd name="connsiteY1097" fmla="*/ 560260 h 885825"/>
                <a:gd name="connsiteX1098" fmla="*/ 411671 w 504825"/>
                <a:gd name="connsiteY1098" fmla="*/ 561880 h 885825"/>
                <a:gd name="connsiteX1099" fmla="*/ 411956 w 504825"/>
                <a:gd name="connsiteY1099" fmla="*/ 562356 h 885825"/>
                <a:gd name="connsiteX1100" fmla="*/ 413099 w 504825"/>
                <a:gd name="connsiteY1100" fmla="*/ 567500 h 885825"/>
                <a:gd name="connsiteX1101" fmla="*/ 413099 w 504825"/>
                <a:gd name="connsiteY1101" fmla="*/ 569976 h 885825"/>
                <a:gd name="connsiteX1102" fmla="*/ 412909 w 504825"/>
                <a:gd name="connsiteY1102" fmla="*/ 571024 h 885825"/>
                <a:gd name="connsiteX1103" fmla="*/ 411575 w 504825"/>
                <a:gd name="connsiteY1103" fmla="*/ 574262 h 885825"/>
                <a:gd name="connsiteX1104" fmla="*/ 411385 w 504825"/>
                <a:gd name="connsiteY1104" fmla="*/ 575310 h 885825"/>
                <a:gd name="connsiteX1105" fmla="*/ 411289 w 504825"/>
                <a:gd name="connsiteY1105" fmla="*/ 577691 h 885825"/>
                <a:gd name="connsiteX1106" fmla="*/ 411194 w 504825"/>
                <a:gd name="connsiteY1106" fmla="*/ 578072 h 885825"/>
                <a:gd name="connsiteX1107" fmla="*/ 410527 w 504825"/>
                <a:gd name="connsiteY1107" fmla="*/ 578929 h 885825"/>
                <a:gd name="connsiteX1108" fmla="*/ 410242 w 504825"/>
                <a:gd name="connsiteY1108" fmla="*/ 579406 h 885825"/>
                <a:gd name="connsiteX1109" fmla="*/ 410146 w 504825"/>
                <a:gd name="connsiteY1109" fmla="*/ 579787 h 885825"/>
                <a:gd name="connsiteX1110" fmla="*/ 409765 w 504825"/>
                <a:gd name="connsiteY1110" fmla="*/ 582263 h 885825"/>
                <a:gd name="connsiteX1111" fmla="*/ 409670 w 504825"/>
                <a:gd name="connsiteY1111" fmla="*/ 583692 h 885825"/>
                <a:gd name="connsiteX1112" fmla="*/ 409861 w 504825"/>
                <a:gd name="connsiteY1112" fmla="*/ 585026 h 885825"/>
                <a:gd name="connsiteX1113" fmla="*/ 410432 w 504825"/>
                <a:gd name="connsiteY1113" fmla="*/ 585597 h 885825"/>
                <a:gd name="connsiteX1114" fmla="*/ 411575 w 504825"/>
                <a:gd name="connsiteY1114" fmla="*/ 586073 h 885825"/>
                <a:gd name="connsiteX1115" fmla="*/ 412337 w 504825"/>
                <a:gd name="connsiteY1115" fmla="*/ 587311 h 885825"/>
                <a:gd name="connsiteX1116" fmla="*/ 412718 w 504825"/>
                <a:gd name="connsiteY1116" fmla="*/ 588740 h 885825"/>
                <a:gd name="connsiteX1117" fmla="*/ 412813 w 504825"/>
                <a:gd name="connsiteY1117" fmla="*/ 589978 h 885825"/>
                <a:gd name="connsiteX1118" fmla="*/ 412337 w 504825"/>
                <a:gd name="connsiteY1118" fmla="*/ 591979 h 885825"/>
                <a:gd name="connsiteX1119" fmla="*/ 411575 w 504825"/>
                <a:gd name="connsiteY1119" fmla="*/ 594169 h 885825"/>
                <a:gd name="connsiteX1120" fmla="*/ 411289 w 504825"/>
                <a:gd name="connsiteY1120" fmla="*/ 596265 h 885825"/>
                <a:gd name="connsiteX1121" fmla="*/ 412051 w 504825"/>
                <a:gd name="connsiteY1121" fmla="*/ 598075 h 885825"/>
                <a:gd name="connsiteX1122" fmla="*/ 412813 w 504825"/>
                <a:gd name="connsiteY1122" fmla="*/ 598551 h 885825"/>
                <a:gd name="connsiteX1123" fmla="*/ 413861 w 504825"/>
                <a:gd name="connsiteY1123" fmla="*/ 598742 h 885825"/>
                <a:gd name="connsiteX1124" fmla="*/ 416242 w 504825"/>
                <a:gd name="connsiteY1124" fmla="*/ 598837 h 885825"/>
                <a:gd name="connsiteX1125" fmla="*/ 417481 w 504825"/>
                <a:gd name="connsiteY1125" fmla="*/ 599027 h 885825"/>
                <a:gd name="connsiteX1126" fmla="*/ 418052 w 504825"/>
                <a:gd name="connsiteY1126" fmla="*/ 599503 h 885825"/>
                <a:gd name="connsiteX1127" fmla="*/ 418433 w 504825"/>
                <a:gd name="connsiteY1127" fmla="*/ 600170 h 885825"/>
                <a:gd name="connsiteX1128" fmla="*/ 419290 w 504825"/>
                <a:gd name="connsiteY1128" fmla="*/ 601027 h 885825"/>
                <a:gd name="connsiteX1129" fmla="*/ 419862 w 504825"/>
                <a:gd name="connsiteY1129" fmla="*/ 601218 h 885825"/>
                <a:gd name="connsiteX1130" fmla="*/ 420624 w 504825"/>
                <a:gd name="connsiteY1130" fmla="*/ 601313 h 885825"/>
                <a:gd name="connsiteX1131" fmla="*/ 421291 w 504825"/>
                <a:gd name="connsiteY1131" fmla="*/ 601599 h 885825"/>
                <a:gd name="connsiteX1132" fmla="*/ 421576 w 504825"/>
                <a:gd name="connsiteY1132" fmla="*/ 602266 h 885825"/>
                <a:gd name="connsiteX1133" fmla="*/ 421767 w 504825"/>
                <a:gd name="connsiteY1133" fmla="*/ 602551 h 885825"/>
                <a:gd name="connsiteX1134" fmla="*/ 424529 w 504825"/>
                <a:gd name="connsiteY1134" fmla="*/ 604742 h 885825"/>
                <a:gd name="connsiteX1135" fmla="*/ 425386 w 504825"/>
                <a:gd name="connsiteY1135" fmla="*/ 605028 h 885825"/>
                <a:gd name="connsiteX1136" fmla="*/ 425958 w 504825"/>
                <a:gd name="connsiteY1136" fmla="*/ 604552 h 885825"/>
                <a:gd name="connsiteX1137" fmla="*/ 425958 w 504825"/>
                <a:gd name="connsiteY1137" fmla="*/ 603504 h 885825"/>
                <a:gd name="connsiteX1138" fmla="*/ 425386 w 504825"/>
                <a:gd name="connsiteY1138" fmla="*/ 601123 h 885825"/>
                <a:gd name="connsiteX1139" fmla="*/ 425005 w 504825"/>
                <a:gd name="connsiteY1139" fmla="*/ 598837 h 885825"/>
                <a:gd name="connsiteX1140" fmla="*/ 423767 w 504825"/>
                <a:gd name="connsiteY1140" fmla="*/ 595408 h 885825"/>
                <a:gd name="connsiteX1141" fmla="*/ 423386 w 504825"/>
                <a:gd name="connsiteY1141" fmla="*/ 588264 h 885825"/>
                <a:gd name="connsiteX1142" fmla="*/ 422719 w 504825"/>
                <a:gd name="connsiteY1142" fmla="*/ 586740 h 885825"/>
                <a:gd name="connsiteX1143" fmla="*/ 423291 w 504825"/>
                <a:gd name="connsiteY1143" fmla="*/ 585787 h 885825"/>
                <a:gd name="connsiteX1144" fmla="*/ 424339 w 504825"/>
                <a:gd name="connsiteY1144" fmla="*/ 585692 h 885825"/>
                <a:gd name="connsiteX1145" fmla="*/ 425386 w 504825"/>
                <a:gd name="connsiteY1145" fmla="*/ 586073 h 885825"/>
                <a:gd name="connsiteX1146" fmla="*/ 425958 w 504825"/>
                <a:gd name="connsiteY1146" fmla="*/ 586645 h 885825"/>
                <a:gd name="connsiteX1147" fmla="*/ 425958 w 504825"/>
                <a:gd name="connsiteY1147" fmla="*/ 588550 h 885825"/>
                <a:gd name="connsiteX1148" fmla="*/ 426244 w 504825"/>
                <a:gd name="connsiteY1148" fmla="*/ 588359 h 885825"/>
                <a:gd name="connsiteX1149" fmla="*/ 392621 w 504825"/>
                <a:gd name="connsiteY1149" fmla="*/ 469106 h 885825"/>
                <a:gd name="connsiteX1150" fmla="*/ 392144 w 504825"/>
                <a:gd name="connsiteY1150" fmla="*/ 469201 h 885825"/>
                <a:gd name="connsiteX1151" fmla="*/ 390811 w 504825"/>
                <a:gd name="connsiteY1151" fmla="*/ 469868 h 885825"/>
                <a:gd name="connsiteX1152" fmla="*/ 390239 w 504825"/>
                <a:gd name="connsiteY1152" fmla="*/ 469868 h 885825"/>
                <a:gd name="connsiteX1153" fmla="*/ 389954 w 504825"/>
                <a:gd name="connsiteY1153" fmla="*/ 469773 h 885825"/>
                <a:gd name="connsiteX1154" fmla="*/ 387572 w 504825"/>
                <a:gd name="connsiteY1154" fmla="*/ 467963 h 885825"/>
                <a:gd name="connsiteX1155" fmla="*/ 387191 w 504825"/>
                <a:gd name="connsiteY1155" fmla="*/ 467773 h 885825"/>
                <a:gd name="connsiteX1156" fmla="*/ 386620 w 504825"/>
                <a:gd name="connsiteY1156" fmla="*/ 467963 h 885825"/>
                <a:gd name="connsiteX1157" fmla="*/ 386048 w 504825"/>
                <a:gd name="connsiteY1157" fmla="*/ 468440 h 885825"/>
                <a:gd name="connsiteX1158" fmla="*/ 385667 w 504825"/>
                <a:gd name="connsiteY1158" fmla="*/ 469106 h 885825"/>
                <a:gd name="connsiteX1159" fmla="*/ 385572 w 504825"/>
                <a:gd name="connsiteY1159" fmla="*/ 469773 h 885825"/>
                <a:gd name="connsiteX1160" fmla="*/ 385667 w 504825"/>
                <a:gd name="connsiteY1160" fmla="*/ 470535 h 885825"/>
                <a:gd name="connsiteX1161" fmla="*/ 389096 w 504825"/>
                <a:gd name="connsiteY1161" fmla="*/ 478441 h 885825"/>
                <a:gd name="connsiteX1162" fmla="*/ 391668 w 504825"/>
                <a:gd name="connsiteY1162" fmla="*/ 487204 h 885825"/>
                <a:gd name="connsiteX1163" fmla="*/ 392525 w 504825"/>
                <a:gd name="connsiteY1163" fmla="*/ 488728 h 885825"/>
                <a:gd name="connsiteX1164" fmla="*/ 393763 w 504825"/>
                <a:gd name="connsiteY1164" fmla="*/ 489490 h 885825"/>
                <a:gd name="connsiteX1165" fmla="*/ 393668 w 504825"/>
                <a:gd name="connsiteY1165" fmla="*/ 489680 h 885825"/>
                <a:gd name="connsiteX1166" fmla="*/ 393668 w 504825"/>
                <a:gd name="connsiteY1166" fmla="*/ 489680 h 885825"/>
                <a:gd name="connsiteX1167" fmla="*/ 393573 w 504825"/>
                <a:gd name="connsiteY1167" fmla="*/ 489775 h 885825"/>
                <a:gd name="connsiteX1168" fmla="*/ 394716 w 504825"/>
                <a:gd name="connsiteY1168" fmla="*/ 490823 h 885825"/>
                <a:gd name="connsiteX1169" fmla="*/ 397192 w 504825"/>
                <a:gd name="connsiteY1169" fmla="*/ 493776 h 885825"/>
                <a:gd name="connsiteX1170" fmla="*/ 399669 w 504825"/>
                <a:gd name="connsiteY1170" fmla="*/ 495491 h 885825"/>
                <a:gd name="connsiteX1171" fmla="*/ 401193 w 504825"/>
                <a:gd name="connsiteY1171" fmla="*/ 496252 h 885825"/>
                <a:gd name="connsiteX1172" fmla="*/ 402812 w 504825"/>
                <a:gd name="connsiteY1172" fmla="*/ 496062 h 885825"/>
                <a:gd name="connsiteX1173" fmla="*/ 404908 w 504825"/>
                <a:gd name="connsiteY1173" fmla="*/ 496538 h 885825"/>
                <a:gd name="connsiteX1174" fmla="*/ 407003 w 504825"/>
                <a:gd name="connsiteY1174" fmla="*/ 497395 h 885825"/>
                <a:gd name="connsiteX1175" fmla="*/ 409575 w 504825"/>
                <a:gd name="connsiteY1175" fmla="*/ 500158 h 885825"/>
                <a:gd name="connsiteX1176" fmla="*/ 409861 w 504825"/>
                <a:gd name="connsiteY1176" fmla="*/ 500729 h 885825"/>
                <a:gd name="connsiteX1177" fmla="*/ 410051 w 504825"/>
                <a:gd name="connsiteY1177" fmla="*/ 501491 h 885825"/>
                <a:gd name="connsiteX1178" fmla="*/ 410146 w 504825"/>
                <a:gd name="connsiteY1178" fmla="*/ 502920 h 885825"/>
                <a:gd name="connsiteX1179" fmla="*/ 410623 w 504825"/>
                <a:gd name="connsiteY1179" fmla="*/ 502634 h 885825"/>
                <a:gd name="connsiteX1180" fmla="*/ 411004 w 504825"/>
                <a:gd name="connsiteY1180" fmla="*/ 502634 h 885825"/>
                <a:gd name="connsiteX1181" fmla="*/ 411385 w 504825"/>
                <a:gd name="connsiteY1181" fmla="*/ 502825 h 885825"/>
                <a:gd name="connsiteX1182" fmla="*/ 411671 w 504825"/>
                <a:gd name="connsiteY1182" fmla="*/ 503301 h 885825"/>
                <a:gd name="connsiteX1183" fmla="*/ 410813 w 504825"/>
                <a:gd name="connsiteY1183" fmla="*/ 503873 h 885825"/>
                <a:gd name="connsiteX1184" fmla="*/ 411289 w 504825"/>
                <a:gd name="connsiteY1184" fmla="*/ 504349 h 885825"/>
                <a:gd name="connsiteX1185" fmla="*/ 412242 w 504825"/>
                <a:gd name="connsiteY1185" fmla="*/ 504444 h 885825"/>
                <a:gd name="connsiteX1186" fmla="*/ 413099 w 504825"/>
                <a:gd name="connsiteY1186" fmla="*/ 503492 h 885825"/>
                <a:gd name="connsiteX1187" fmla="*/ 413861 w 504825"/>
                <a:gd name="connsiteY1187" fmla="*/ 503492 h 885825"/>
                <a:gd name="connsiteX1188" fmla="*/ 414623 w 504825"/>
                <a:gd name="connsiteY1188" fmla="*/ 503968 h 885825"/>
                <a:gd name="connsiteX1189" fmla="*/ 414814 w 504825"/>
                <a:gd name="connsiteY1189" fmla="*/ 505111 h 885825"/>
                <a:gd name="connsiteX1190" fmla="*/ 414528 w 504825"/>
                <a:gd name="connsiteY1190" fmla="*/ 504825 h 885825"/>
                <a:gd name="connsiteX1191" fmla="*/ 414242 w 504825"/>
                <a:gd name="connsiteY1191" fmla="*/ 504634 h 885825"/>
                <a:gd name="connsiteX1192" fmla="*/ 413956 w 504825"/>
                <a:gd name="connsiteY1192" fmla="*/ 504539 h 885825"/>
                <a:gd name="connsiteX1193" fmla="*/ 413671 w 504825"/>
                <a:gd name="connsiteY1193" fmla="*/ 504349 h 885825"/>
                <a:gd name="connsiteX1194" fmla="*/ 412909 w 504825"/>
                <a:gd name="connsiteY1194" fmla="*/ 505873 h 885825"/>
                <a:gd name="connsiteX1195" fmla="*/ 413099 w 504825"/>
                <a:gd name="connsiteY1195" fmla="*/ 505968 h 885825"/>
                <a:gd name="connsiteX1196" fmla="*/ 413575 w 504825"/>
                <a:gd name="connsiteY1196" fmla="*/ 506254 h 885825"/>
                <a:gd name="connsiteX1197" fmla="*/ 413194 w 504825"/>
                <a:gd name="connsiteY1197" fmla="*/ 506254 h 885825"/>
                <a:gd name="connsiteX1198" fmla="*/ 412813 w 504825"/>
                <a:gd name="connsiteY1198" fmla="*/ 506254 h 885825"/>
                <a:gd name="connsiteX1199" fmla="*/ 412813 w 504825"/>
                <a:gd name="connsiteY1199" fmla="*/ 506635 h 885825"/>
                <a:gd name="connsiteX1200" fmla="*/ 414909 w 504825"/>
                <a:gd name="connsiteY1200" fmla="*/ 507301 h 885825"/>
                <a:gd name="connsiteX1201" fmla="*/ 418052 w 504825"/>
                <a:gd name="connsiteY1201" fmla="*/ 511778 h 885825"/>
                <a:gd name="connsiteX1202" fmla="*/ 419957 w 504825"/>
                <a:gd name="connsiteY1202" fmla="*/ 512826 h 885825"/>
                <a:gd name="connsiteX1203" fmla="*/ 420814 w 504825"/>
                <a:gd name="connsiteY1203" fmla="*/ 512540 h 885825"/>
                <a:gd name="connsiteX1204" fmla="*/ 423005 w 504825"/>
                <a:gd name="connsiteY1204" fmla="*/ 511302 h 885825"/>
                <a:gd name="connsiteX1205" fmla="*/ 423863 w 504825"/>
                <a:gd name="connsiteY1205" fmla="*/ 511016 h 885825"/>
                <a:gd name="connsiteX1206" fmla="*/ 425101 w 504825"/>
                <a:gd name="connsiteY1206" fmla="*/ 511302 h 885825"/>
                <a:gd name="connsiteX1207" fmla="*/ 426053 w 504825"/>
                <a:gd name="connsiteY1207" fmla="*/ 511969 h 885825"/>
                <a:gd name="connsiteX1208" fmla="*/ 426625 w 504825"/>
                <a:gd name="connsiteY1208" fmla="*/ 513017 h 885825"/>
                <a:gd name="connsiteX1209" fmla="*/ 426720 w 504825"/>
                <a:gd name="connsiteY1209" fmla="*/ 514255 h 885825"/>
                <a:gd name="connsiteX1210" fmla="*/ 425863 w 504825"/>
                <a:gd name="connsiteY1210" fmla="*/ 513778 h 885825"/>
                <a:gd name="connsiteX1211" fmla="*/ 425577 w 504825"/>
                <a:gd name="connsiteY1211" fmla="*/ 513493 h 885825"/>
                <a:gd name="connsiteX1212" fmla="*/ 424720 w 504825"/>
                <a:gd name="connsiteY1212" fmla="*/ 514636 h 885825"/>
                <a:gd name="connsiteX1213" fmla="*/ 423577 w 504825"/>
                <a:gd name="connsiteY1213" fmla="*/ 515874 h 885825"/>
                <a:gd name="connsiteX1214" fmla="*/ 423291 w 504825"/>
                <a:gd name="connsiteY1214" fmla="*/ 516541 h 885825"/>
                <a:gd name="connsiteX1215" fmla="*/ 423481 w 504825"/>
                <a:gd name="connsiteY1215" fmla="*/ 517303 h 885825"/>
                <a:gd name="connsiteX1216" fmla="*/ 423767 w 504825"/>
                <a:gd name="connsiteY1216" fmla="*/ 518160 h 885825"/>
                <a:gd name="connsiteX1217" fmla="*/ 423767 w 504825"/>
                <a:gd name="connsiteY1217" fmla="*/ 519017 h 885825"/>
                <a:gd name="connsiteX1218" fmla="*/ 423386 w 504825"/>
                <a:gd name="connsiteY1218" fmla="*/ 519779 h 885825"/>
                <a:gd name="connsiteX1219" fmla="*/ 422624 w 504825"/>
                <a:gd name="connsiteY1219" fmla="*/ 520732 h 885825"/>
                <a:gd name="connsiteX1220" fmla="*/ 421767 w 504825"/>
                <a:gd name="connsiteY1220" fmla="*/ 521589 h 885825"/>
                <a:gd name="connsiteX1221" fmla="*/ 421100 w 504825"/>
                <a:gd name="connsiteY1221" fmla="*/ 521970 h 885825"/>
                <a:gd name="connsiteX1222" fmla="*/ 418052 w 504825"/>
                <a:gd name="connsiteY1222" fmla="*/ 521970 h 885825"/>
                <a:gd name="connsiteX1223" fmla="*/ 418719 w 504825"/>
                <a:gd name="connsiteY1223" fmla="*/ 522827 h 885825"/>
                <a:gd name="connsiteX1224" fmla="*/ 418529 w 504825"/>
                <a:gd name="connsiteY1224" fmla="*/ 523113 h 885825"/>
                <a:gd name="connsiteX1225" fmla="*/ 417766 w 504825"/>
                <a:gd name="connsiteY1225" fmla="*/ 523208 h 885825"/>
                <a:gd name="connsiteX1226" fmla="*/ 416909 w 504825"/>
                <a:gd name="connsiteY1226" fmla="*/ 523399 h 885825"/>
                <a:gd name="connsiteX1227" fmla="*/ 416338 w 504825"/>
                <a:gd name="connsiteY1227" fmla="*/ 523875 h 885825"/>
                <a:gd name="connsiteX1228" fmla="*/ 415957 w 504825"/>
                <a:gd name="connsiteY1228" fmla="*/ 524351 h 885825"/>
                <a:gd name="connsiteX1229" fmla="*/ 415480 w 504825"/>
                <a:gd name="connsiteY1229" fmla="*/ 524827 h 885825"/>
                <a:gd name="connsiteX1230" fmla="*/ 414623 w 504825"/>
                <a:gd name="connsiteY1230" fmla="*/ 525209 h 885825"/>
                <a:gd name="connsiteX1231" fmla="*/ 415004 w 504825"/>
                <a:gd name="connsiteY1231" fmla="*/ 526066 h 885825"/>
                <a:gd name="connsiteX1232" fmla="*/ 415480 w 504825"/>
                <a:gd name="connsiteY1232" fmla="*/ 526733 h 885825"/>
                <a:gd name="connsiteX1233" fmla="*/ 416052 w 504825"/>
                <a:gd name="connsiteY1233" fmla="*/ 527209 h 885825"/>
                <a:gd name="connsiteX1234" fmla="*/ 416814 w 504825"/>
                <a:gd name="connsiteY1234" fmla="*/ 527494 h 885825"/>
                <a:gd name="connsiteX1235" fmla="*/ 417766 w 504825"/>
                <a:gd name="connsiteY1235" fmla="*/ 527590 h 885825"/>
                <a:gd name="connsiteX1236" fmla="*/ 418243 w 504825"/>
                <a:gd name="connsiteY1236" fmla="*/ 527304 h 885825"/>
                <a:gd name="connsiteX1237" fmla="*/ 419005 w 504825"/>
                <a:gd name="connsiteY1237" fmla="*/ 525590 h 885825"/>
                <a:gd name="connsiteX1238" fmla="*/ 419290 w 504825"/>
                <a:gd name="connsiteY1238" fmla="*/ 526351 h 885825"/>
                <a:gd name="connsiteX1239" fmla="*/ 419767 w 504825"/>
                <a:gd name="connsiteY1239" fmla="*/ 527018 h 885825"/>
                <a:gd name="connsiteX1240" fmla="*/ 420338 w 504825"/>
                <a:gd name="connsiteY1240" fmla="*/ 527590 h 885825"/>
                <a:gd name="connsiteX1241" fmla="*/ 421100 w 504825"/>
                <a:gd name="connsiteY1241" fmla="*/ 528066 h 885825"/>
                <a:gd name="connsiteX1242" fmla="*/ 421481 w 504825"/>
                <a:gd name="connsiteY1242" fmla="*/ 528161 h 885825"/>
                <a:gd name="connsiteX1243" fmla="*/ 422243 w 504825"/>
                <a:gd name="connsiteY1243" fmla="*/ 528257 h 885825"/>
                <a:gd name="connsiteX1244" fmla="*/ 422624 w 504825"/>
                <a:gd name="connsiteY1244" fmla="*/ 528447 h 885825"/>
                <a:gd name="connsiteX1245" fmla="*/ 423672 w 504825"/>
                <a:gd name="connsiteY1245" fmla="*/ 529304 h 885825"/>
                <a:gd name="connsiteX1246" fmla="*/ 424053 w 504825"/>
                <a:gd name="connsiteY1246" fmla="*/ 529495 h 885825"/>
                <a:gd name="connsiteX1247" fmla="*/ 423863 w 504825"/>
                <a:gd name="connsiteY1247" fmla="*/ 529876 h 885825"/>
                <a:gd name="connsiteX1248" fmla="*/ 423767 w 504825"/>
                <a:gd name="connsiteY1248" fmla="*/ 530161 h 885825"/>
                <a:gd name="connsiteX1249" fmla="*/ 423767 w 504825"/>
                <a:gd name="connsiteY1249" fmla="*/ 530543 h 885825"/>
                <a:gd name="connsiteX1250" fmla="*/ 423767 w 504825"/>
                <a:gd name="connsiteY1250" fmla="*/ 531019 h 885825"/>
                <a:gd name="connsiteX1251" fmla="*/ 423291 w 504825"/>
                <a:gd name="connsiteY1251" fmla="*/ 535305 h 885825"/>
                <a:gd name="connsiteX1252" fmla="*/ 423767 w 504825"/>
                <a:gd name="connsiteY1252" fmla="*/ 536829 h 885825"/>
                <a:gd name="connsiteX1253" fmla="*/ 425958 w 504825"/>
                <a:gd name="connsiteY1253" fmla="*/ 537210 h 885825"/>
                <a:gd name="connsiteX1254" fmla="*/ 428339 w 504825"/>
                <a:gd name="connsiteY1254" fmla="*/ 537019 h 885825"/>
                <a:gd name="connsiteX1255" fmla="*/ 430721 w 504825"/>
                <a:gd name="connsiteY1255" fmla="*/ 537210 h 885825"/>
                <a:gd name="connsiteX1256" fmla="*/ 432816 w 504825"/>
                <a:gd name="connsiteY1256" fmla="*/ 538162 h 885825"/>
                <a:gd name="connsiteX1257" fmla="*/ 434245 w 504825"/>
                <a:gd name="connsiteY1257" fmla="*/ 540163 h 885825"/>
                <a:gd name="connsiteX1258" fmla="*/ 434721 w 504825"/>
                <a:gd name="connsiteY1258" fmla="*/ 542449 h 885825"/>
                <a:gd name="connsiteX1259" fmla="*/ 435007 w 504825"/>
                <a:gd name="connsiteY1259" fmla="*/ 545306 h 885825"/>
                <a:gd name="connsiteX1260" fmla="*/ 435292 w 504825"/>
                <a:gd name="connsiteY1260" fmla="*/ 546068 h 885825"/>
                <a:gd name="connsiteX1261" fmla="*/ 435673 w 504825"/>
                <a:gd name="connsiteY1261" fmla="*/ 546735 h 885825"/>
                <a:gd name="connsiteX1262" fmla="*/ 436055 w 504825"/>
                <a:gd name="connsiteY1262" fmla="*/ 547116 h 885825"/>
                <a:gd name="connsiteX1263" fmla="*/ 436531 w 504825"/>
                <a:gd name="connsiteY1263" fmla="*/ 547307 h 885825"/>
                <a:gd name="connsiteX1264" fmla="*/ 436816 w 504825"/>
                <a:gd name="connsiteY1264" fmla="*/ 547402 h 885825"/>
                <a:gd name="connsiteX1265" fmla="*/ 437102 w 504825"/>
                <a:gd name="connsiteY1265" fmla="*/ 547307 h 885825"/>
                <a:gd name="connsiteX1266" fmla="*/ 437197 w 504825"/>
                <a:gd name="connsiteY1266" fmla="*/ 546926 h 885825"/>
                <a:gd name="connsiteX1267" fmla="*/ 437769 w 504825"/>
                <a:gd name="connsiteY1267" fmla="*/ 546068 h 885825"/>
                <a:gd name="connsiteX1268" fmla="*/ 437959 w 504825"/>
                <a:gd name="connsiteY1268" fmla="*/ 545592 h 885825"/>
                <a:gd name="connsiteX1269" fmla="*/ 438245 w 504825"/>
                <a:gd name="connsiteY1269" fmla="*/ 545211 h 885825"/>
                <a:gd name="connsiteX1270" fmla="*/ 439864 w 504825"/>
                <a:gd name="connsiteY1270" fmla="*/ 544544 h 885825"/>
                <a:gd name="connsiteX1271" fmla="*/ 440436 w 504825"/>
                <a:gd name="connsiteY1271" fmla="*/ 544449 h 885825"/>
                <a:gd name="connsiteX1272" fmla="*/ 440722 w 504825"/>
                <a:gd name="connsiteY1272" fmla="*/ 544830 h 885825"/>
                <a:gd name="connsiteX1273" fmla="*/ 441007 w 504825"/>
                <a:gd name="connsiteY1273" fmla="*/ 545116 h 885825"/>
                <a:gd name="connsiteX1274" fmla="*/ 442913 w 504825"/>
                <a:gd name="connsiteY1274" fmla="*/ 545401 h 885825"/>
                <a:gd name="connsiteX1275" fmla="*/ 443484 w 504825"/>
                <a:gd name="connsiteY1275" fmla="*/ 545687 h 885825"/>
                <a:gd name="connsiteX1276" fmla="*/ 444722 w 504825"/>
                <a:gd name="connsiteY1276" fmla="*/ 546830 h 885825"/>
                <a:gd name="connsiteX1277" fmla="*/ 445198 w 504825"/>
                <a:gd name="connsiteY1277" fmla="*/ 546164 h 885825"/>
                <a:gd name="connsiteX1278" fmla="*/ 445770 w 504825"/>
                <a:gd name="connsiteY1278" fmla="*/ 546164 h 885825"/>
                <a:gd name="connsiteX1279" fmla="*/ 446151 w 504825"/>
                <a:gd name="connsiteY1279" fmla="*/ 546735 h 885825"/>
                <a:gd name="connsiteX1280" fmla="*/ 446151 w 504825"/>
                <a:gd name="connsiteY1280" fmla="*/ 547592 h 885825"/>
                <a:gd name="connsiteX1281" fmla="*/ 447008 w 504825"/>
                <a:gd name="connsiteY1281" fmla="*/ 547211 h 885825"/>
                <a:gd name="connsiteX1282" fmla="*/ 447580 w 504825"/>
                <a:gd name="connsiteY1282" fmla="*/ 546735 h 885825"/>
                <a:gd name="connsiteX1283" fmla="*/ 448532 w 504825"/>
                <a:gd name="connsiteY1283" fmla="*/ 545592 h 885825"/>
                <a:gd name="connsiteX1284" fmla="*/ 449199 w 504825"/>
                <a:gd name="connsiteY1284" fmla="*/ 545687 h 885825"/>
                <a:gd name="connsiteX1285" fmla="*/ 450151 w 504825"/>
                <a:gd name="connsiteY1285" fmla="*/ 546354 h 885825"/>
                <a:gd name="connsiteX1286" fmla="*/ 451580 w 504825"/>
                <a:gd name="connsiteY1286" fmla="*/ 547687 h 885825"/>
                <a:gd name="connsiteX1287" fmla="*/ 451771 w 504825"/>
                <a:gd name="connsiteY1287" fmla="*/ 547021 h 885825"/>
                <a:gd name="connsiteX1288" fmla="*/ 452056 w 504825"/>
                <a:gd name="connsiteY1288" fmla="*/ 545116 h 885825"/>
                <a:gd name="connsiteX1289" fmla="*/ 452152 w 504825"/>
                <a:gd name="connsiteY1289" fmla="*/ 544735 h 885825"/>
                <a:gd name="connsiteX1290" fmla="*/ 452818 w 504825"/>
                <a:gd name="connsiteY1290" fmla="*/ 544544 h 885825"/>
                <a:gd name="connsiteX1291" fmla="*/ 453199 w 504825"/>
                <a:gd name="connsiteY1291" fmla="*/ 544259 h 885825"/>
                <a:gd name="connsiteX1292" fmla="*/ 453580 w 504825"/>
                <a:gd name="connsiteY1292" fmla="*/ 544068 h 885825"/>
                <a:gd name="connsiteX1293" fmla="*/ 454152 w 504825"/>
                <a:gd name="connsiteY1293" fmla="*/ 544354 h 885825"/>
                <a:gd name="connsiteX1294" fmla="*/ 454438 w 504825"/>
                <a:gd name="connsiteY1294" fmla="*/ 544830 h 885825"/>
                <a:gd name="connsiteX1295" fmla="*/ 454533 w 504825"/>
                <a:gd name="connsiteY1295" fmla="*/ 545401 h 885825"/>
                <a:gd name="connsiteX1296" fmla="*/ 454723 w 504825"/>
                <a:gd name="connsiteY1296" fmla="*/ 545878 h 885825"/>
                <a:gd name="connsiteX1297" fmla="*/ 455390 w 504825"/>
                <a:gd name="connsiteY1297" fmla="*/ 546068 h 885825"/>
                <a:gd name="connsiteX1298" fmla="*/ 455962 w 504825"/>
                <a:gd name="connsiteY1298" fmla="*/ 545878 h 885825"/>
                <a:gd name="connsiteX1299" fmla="*/ 457771 w 504825"/>
                <a:gd name="connsiteY1299" fmla="*/ 544830 h 885825"/>
                <a:gd name="connsiteX1300" fmla="*/ 458152 w 504825"/>
                <a:gd name="connsiteY1300" fmla="*/ 544449 h 885825"/>
                <a:gd name="connsiteX1301" fmla="*/ 458914 w 504825"/>
                <a:gd name="connsiteY1301" fmla="*/ 544830 h 885825"/>
                <a:gd name="connsiteX1302" fmla="*/ 459676 w 504825"/>
                <a:gd name="connsiteY1302" fmla="*/ 545497 h 885825"/>
                <a:gd name="connsiteX1303" fmla="*/ 459867 w 504825"/>
                <a:gd name="connsiteY1303" fmla="*/ 545783 h 885825"/>
                <a:gd name="connsiteX1304" fmla="*/ 460629 w 504825"/>
                <a:gd name="connsiteY1304" fmla="*/ 546164 h 885825"/>
                <a:gd name="connsiteX1305" fmla="*/ 460915 w 504825"/>
                <a:gd name="connsiteY1305" fmla="*/ 546259 h 885825"/>
                <a:gd name="connsiteX1306" fmla="*/ 460915 w 504825"/>
                <a:gd name="connsiteY1306" fmla="*/ 546544 h 885825"/>
                <a:gd name="connsiteX1307" fmla="*/ 460915 w 504825"/>
                <a:gd name="connsiteY1307" fmla="*/ 547497 h 885825"/>
                <a:gd name="connsiteX1308" fmla="*/ 460915 w 504825"/>
                <a:gd name="connsiteY1308" fmla="*/ 547783 h 885825"/>
                <a:gd name="connsiteX1309" fmla="*/ 461010 w 504825"/>
                <a:gd name="connsiteY1309" fmla="*/ 547973 h 885825"/>
                <a:gd name="connsiteX1310" fmla="*/ 461105 w 504825"/>
                <a:gd name="connsiteY1310" fmla="*/ 548164 h 885825"/>
                <a:gd name="connsiteX1311" fmla="*/ 461581 w 504825"/>
                <a:gd name="connsiteY1311" fmla="*/ 549974 h 885825"/>
                <a:gd name="connsiteX1312" fmla="*/ 462058 w 504825"/>
                <a:gd name="connsiteY1312" fmla="*/ 550354 h 885825"/>
                <a:gd name="connsiteX1313" fmla="*/ 463296 w 504825"/>
                <a:gd name="connsiteY1313" fmla="*/ 551021 h 885825"/>
                <a:gd name="connsiteX1314" fmla="*/ 463772 w 504825"/>
                <a:gd name="connsiteY1314" fmla="*/ 551402 h 885825"/>
                <a:gd name="connsiteX1315" fmla="*/ 464820 w 504825"/>
                <a:gd name="connsiteY1315" fmla="*/ 549783 h 885825"/>
                <a:gd name="connsiteX1316" fmla="*/ 463772 w 504825"/>
                <a:gd name="connsiteY1316" fmla="*/ 548068 h 885825"/>
                <a:gd name="connsiteX1317" fmla="*/ 462153 w 504825"/>
                <a:gd name="connsiteY1317" fmla="*/ 546354 h 885825"/>
                <a:gd name="connsiteX1318" fmla="*/ 461296 w 504825"/>
                <a:gd name="connsiteY1318" fmla="*/ 544640 h 885825"/>
                <a:gd name="connsiteX1319" fmla="*/ 461010 w 504825"/>
                <a:gd name="connsiteY1319" fmla="*/ 543116 h 885825"/>
                <a:gd name="connsiteX1320" fmla="*/ 460248 w 504825"/>
                <a:gd name="connsiteY1320" fmla="*/ 542353 h 885825"/>
                <a:gd name="connsiteX1321" fmla="*/ 459296 w 504825"/>
                <a:gd name="connsiteY1321" fmla="*/ 541782 h 885825"/>
                <a:gd name="connsiteX1322" fmla="*/ 456914 w 504825"/>
                <a:gd name="connsiteY1322" fmla="*/ 539972 h 885825"/>
                <a:gd name="connsiteX1323" fmla="*/ 456247 w 504825"/>
                <a:gd name="connsiteY1323" fmla="*/ 540068 h 885825"/>
                <a:gd name="connsiteX1324" fmla="*/ 456247 w 504825"/>
                <a:gd name="connsiteY1324" fmla="*/ 540829 h 885825"/>
                <a:gd name="connsiteX1325" fmla="*/ 457009 w 504825"/>
                <a:gd name="connsiteY1325" fmla="*/ 541782 h 885825"/>
                <a:gd name="connsiteX1326" fmla="*/ 455295 w 504825"/>
                <a:gd name="connsiteY1326" fmla="*/ 542353 h 885825"/>
                <a:gd name="connsiteX1327" fmla="*/ 453866 w 504825"/>
                <a:gd name="connsiteY1327" fmla="*/ 542163 h 885825"/>
                <a:gd name="connsiteX1328" fmla="*/ 453009 w 504825"/>
                <a:gd name="connsiteY1328" fmla="*/ 541115 h 885825"/>
                <a:gd name="connsiteX1329" fmla="*/ 453009 w 504825"/>
                <a:gd name="connsiteY1329" fmla="*/ 539210 h 885825"/>
                <a:gd name="connsiteX1330" fmla="*/ 453580 w 504825"/>
                <a:gd name="connsiteY1330" fmla="*/ 538162 h 885825"/>
                <a:gd name="connsiteX1331" fmla="*/ 456819 w 504825"/>
                <a:gd name="connsiteY1331" fmla="*/ 535781 h 885825"/>
                <a:gd name="connsiteX1332" fmla="*/ 457200 w 504825"/>
                <a:gd name="connsiteY1332" fmla="*/ 535115 h 885825"/>
                <a:gd name="connsiteX1333" fmla="*/ 457390 w 504825"/>
                <a:gd name="connsiteY1333" fmla="*/ 534257 h 885825"/>
                <a:gd name="connsiteX1334" fmla="*/ 457390 w 504825"/>
                <a:gd name="connsiteY1334" fmla="*/ 532828 h 885825"/>
                <a:gd name="connsiteX1335" fmla="*/ 457105 w 504825"/>
                <a:gd name="connsiteY1335" fmla="*/ 532733 h 885825"/>
                <a:gd name="connsiteX1336" fmla="*/ 456438 w 504825"/>
                <a:gd name="connsiteY1336" fmla="*/ 532162 h 885825"/>
                <a:gd name="connsiteX1337" fmla="*/ 455866 w 504825"/>
                <a:gd name="connsiteY1337" fmla="*/ 531495 h 885825"/>
                <a:gd name="connsiteX1338" fmla="*/ 455771 w 504825"/>
                <a:gd name="connsiteY1338" fmla="*/ 531209 h 885825"/>
                <a:gd name="connsiteX1339" fmla="*/ 455105 w 504825"/>
                <a:gd name="connsiteY1339" fmla="*/ 531019 h 885825"/>
                <a:gd name="connsiteX1340" fmla="*/ 454152 w 504825"/>
                <a:gd name="connsiteY1340" fmla="*/ 530257 h 885825"/>
                <a:gd name="connsiteX1341" fmla="*/ 453580 w 504825"/>
                <a:gd name="connsiteY1341" fmla="*/ 530066 h 885825"/>
                <a:gd name="connsiteX1342" fmla="*/ 453199 w 504825"/>
                <a:gd name="connsiteY1342" fmla="*/ 529781 h 885825"/>
                <a:gd name="connsiteX1343" fmla="*/ 453009 w 504825"/>
                <a:gd name="connsiteY1343" fmla="*/ 529209 h 885825"/>
                <a:gd name="connsiteX1344" fmla="*/ 452723 w 504825"/>
                <a:gd name="connsiteY1344" fmla="*/ 527876 h 885825"/>
                <a:gd name="connsiteX1345" fmla="*/ 452247 w 504825"/>
                <a:gd name="connsiteY1345" fmla="*/ 527971 h 885825"/>
                <a:gd name="connsiteX1346" fmla="*/ 451961 w 504825"/>
                <a:gd name="connsiteY1346" fmla="*/ 527971 h 885825"/>
                <a:gd name="connsiteX1347" fmla="*/ 451675 w 504825"/>
                <a:gd name="connsiteY1347" fmla="*/ 527876 h 885825"/>
                <a:gd name="connsiteX1348" fmla="*/ 451294 w 504825"/>
                <a:gd name="connsiteY1348" fmla="*/ 527780 h 885825"/>
                <a:gd name="connsiteX1349" fmla="*/ 451771 w 504825"/>
                <a:gd name="connsiteY1349" fmla="*/ 527018 h 885825"/>
                <a:gd name="connsiteX1350" fmla="*/ 451771 w 504825"/>
                <a:gd name="connsiteY1350" fmla="*/ 526161 h 885825"/>
                <a:gd name="connsiteX1351" fmla="*/ 451390 w 504825"/>
                <a:gd name="connsiteY1351" fmla="*/ 525304 h 885825"/>
                <a:gd name="connsiteX1352" fmla="*/ 450247 w 504825"/>
                <a:gd name="connsiteY1352" fmla="*/ 523589 h 885825"/>
                <a:gd name="connsiteX1353" fmla="*/ 450056 w 504825"/>
                <a:gd name="connsiteY1353" fmla="*/ 523113 h 885825"/>
                <a:gd name="connsiteX1354" fmla="*/ 449866 w 504825"/>
                <a:gd name="connsiteY1354" fmla="*/ 522351 h 885825"/>
                <a:gd name="connsiteX1355" fmla="*/ 449866 w 504825"/>
                <a:gd name="connsiteY1355" fmla="*/ 521017 h 885825"/>
                <a:gd name="connsiteX1356" fmla="*/ 449675 w 504825"/>
                <a:gd name="connsiteY1356" fmla="*/ 520636 h 885825"/>
                <a:gd name="connsiteX1357" fmla="*/ 449294 w 504825"/>
                <a:gd name="connsiteY1357" fmla="*/ 520351 h 885825"/>
                <a:gd name="connsiteX1358" fmla="*/ 448913 w 504825"/>
                <a:gd name="connsiteY1358" fmla="*/ 520351 h 885825"/>
                <a:gd name="connsiteX1359" fmla="*/ 448627 w 504825"/>
                <a:gd name="connsiteY1359" fmla="*/ 520256 h 885825"/>
                <a:gd name="connsiteX1360" fmla="*/ 448342 w 504825"/>
                <a:gd name="connsiteY1360" fmla="*/ 519779 h 885825"/>
                <a:gd name="connsiteX1361" fmla="*/ 448437 w 504825"/>
                <a:gd name="connsiteY1361" fmla="*/ 519017 h 885825"/>
                <a:gd name="connsiteX1362" fmla="*/ 448818 w 504825"/>
                <a:gd name="connsiteY1362" fmla="*/ 518350 h 885825"/>
                <a:gd name="connsiteX1363" fmla="*/ 449008 w 504825"/>
                <a:gd name="connsiteY1363" fmla="*/ 517874 h 885825"/>
                <a:gd name="connsiteX1364" fmla="*/ 448342 w 504825"/>
                <a:gd name="connsiteY1364" fmla="*/ 517589 h 885825"/>
                <a:gd name="connsiteX1365" fmla="*/ 448913 w 504825"/>
                <a:gd name="connsiteY1365" fmla="*/ 516731 h 885825"/>
                <a:gd name="connsiteX1366" fmla="*/ 449580 w 504825"/>
                <a:gd name="connsiteY1366" fmla="*/ 516636 h 885825"/>
                <a:gd name="connsiteX1367" fmla="*/ 450056 w 504825"/>
                <a:gd name="connsiteY1367" fmla="*/ 516350 h 885825"/>
                <a:gd name="connsiteX1368" fmla="*/ 450151 w 504825"/>
                <a:gd name="connsiteY1368" fmla="*/ 515017 h 885825"/>
                <a:gd name="connsiteX1369" fmla="*/ 449675 w 504825"/>
                <a:gd name="connsiteY1369" fmla="*/ 513017 h 885825"/>
                <a:gd name="connsiteX1370" fmla="*/ 449199 w 504825"/>
                <a:gd name="connsiteY1370" fmla="*/ 511969 h 885825"/>
                <a:gd name="connsiteX1371" fmla="*/ 448532 w 504825"/>
                <a:gd name="connsiteY1371" fmla="*/ 511874 h 885825"/>
                <a:gd name="connsiteX1372" fmla="*/ 447484 w 504825"/>
                <a:gd name="connsiteY1372" fmla="*/ 512350 h 885825"/>
                <a:gd name="connsiteX1373" fmla="*/ 447294 w 504825"/>
                <a:gd name="connsiteY1373" fmla="*/ 511397 h 885825"/>
                <a:gd name="connsiteX1374" fmla="*/ 447770 w 504825"/>
                <a:gd name="connsiteY1374" fmla="*/ 510445 h 885825"/>
                <a:gd name="connsiteX1375" fmla="*/ 449199 w 504825"/>
                <a:gd name="connsiteY1375" fmla="*/ 510921 h 885825"/>
                <a:gd name="connsiteX1376" fmla="*/ 449580 w 504825"/>
                <a:gd name="connsiteY1376" fmla="*/ 510635 h 885825"/>
                <a:gd name="connsiteX1377" fmla="*/ 449771 w 504825"/>
                <a:gd name="connsiteY1377" fmla="*/ 510159 h 885825"/>
                <a:gd name="connsiteX1378" fmla="*/ 449580 w 504825"/>
                <a:gd name="connsiteY1378" fmla="*/ 509683 h 885825"/>
                <a:gd name="connsiteX1379" fmla="*/ 448246 w 504825"/>
                <a:gd name="connsiteY1379" fmla="*/ 508444 h 885825"/>
                <a:gd name="connsiteX1380" fmla="*/ 447961 w 504825"/>
                <a:gd name="connsiteY1380" fmla="*/ 508064 h 885825"/>
                <a:gd name="connsiteX1381" fmla="*/ 447865 w 504825"/>
                <a:gd name="connsiteY1381" fmla="*/ 507492 h 885825"/>
                <a:gd name="connsiteX1382" fmla="*/ 447961 w 504825"/>
                <a:gd name="connsiteY1382" fmla="*/ 505873 h 885825"/>
                <a:gd name="connsiteX1383" fmla="*/ 447294 w 504825"/>
                <a:gd name="connsiteY1383" fmla="*/ 504349 h 885825"/>
                <a:gd name="connsiteX1384" fmla="*/ 447199 w 504825"/>
                <a:gd name="connsiteY1384" fmla="*/ 504063 h 885825"/>
                <a:gd name="connsiteX1385" fmla="*/ 447104 w 504825"/>
                <a:gd name="connsiteY1385" fmla="*/ 502920 h 885825"/>
                <a:gd name="connsiteX1386" fmla="*/ 447199 w 504825"/>
                <a:gd name="connsiteY1386" fmla="*/ 501872 h 885825"/>
                <a:gd name="connsiteX1387" fmla="*/ 447484 w 504825"/>
                <a:gd name="connsiteY1387" fmla="*/ 501015 h 885825"/>
                <a:gd name="connsiteX1388" fmla="*/ 448437 w 504825"/>
                <a:gd name="connsiteY1388" fmla="*/ 499777 h 885825"/>
                <a:gd name="connsiteX1389" fmla="*/ 449104 w 504825"/>
                <a:gd name="connsiteY1389" fmla="*/ 498634 h 885825"/>
                <a:gd name="connsiteX1390" fmla="*/ 449580 w 504825"/>
                <a:gd name="connsiteY1390" fmla="*/ 498062 h 885825"/>
                <a:gd name="connsiteX1391" fmla="*/ 451390 w 504825"/>
                <a:gd name="connsiteY1391" fmla="*/ 496634 h 885825"/>
                <a:gd name="connsiteX1392" fmla="*/ 451390 w 504825"/>
                <a:gd name="connsiteY1392" fmla="*/ 496062 h 885825"/>
                <a:gd name="connsiteX1393" fmla="*/ 450913 w 504825"/>
                <a:gd name="connsiteY1393" fmla="*/ 495300 h 885825"/>
                <a:gd name="connsiteX1394" fmla="*/ 450247 w 504825"/>
                <a:gd name="connsiteY1394" fmla="*/ 494633 h 885825"/>
                <a:gd name="connsiteX1395" fmla="*/ 449771 w 504825"/>
                <a:gd name="connsiteY1395" fmla="*/ 494252 h 885825"/>
                <a:gd name="connsiteX1396" fmla="*/ 449866 w 504825"/>
                <a:gd name="connsiteY1396" fmla="*/ 494062 h 885825"/>
                <a:gd name="connsiteX1397" fmla="*/ 449961 w 504825"/>
                <a:gd name="connsiteY1397" fmla="*/ 493681 h 885825"/>
                <a:gd name="connsiteX1398" fmla="*/ 450056 w 504825"/>
                <a:gd name="connsiteY1398" fmla="*/ 493490 h 885825"/>
                <a:gd name="connsiteX1399" fmla="*/ 448342 w 504825"/>
                <a:gd name="connsiteY1399" fmla="*/ 493585 h 885825"/>
                <a:gd name="connsiteX1400" fmla="*/ 447770 w 504825"/>
                <a:gd name="connsiteY1400" fmla="*/ 493300 h 885825"/>
                <a:gd name="connsiteX1401" fmla="*/ 447865 w 504825"/>
                <a:gd name="connsiteY1401" fmla="*/ 492347 h 885825"/>
                <a:gd name="connsiteX1402" fmla="*/ 448246 w 504825"/>
                <a:gd name="connsiteY1402" fmla="*/ 491871 h 885825"/>
                <a:gd name="connsiteX1403" fmla="*/ 448913 w 504825"/>
                <a:gd name="connsiteY1403" fmla="*/ 491585 h 885825"/>
                <a:gd name="connsiteX1404" fmla="*/ 450342 w 504825"/>
                <a:gd name="connsiteY1404" fmla="*/ 491204 h 885825"/>
                <a:gd name="connsiteX1405" fmla="*/ 450056 w 504825"/>
                <a:gd name="connsiteY1405" fmla="*/ 490823 h 885825"/>
                <a:gd name="connsiteX1406" fmla="*/ 449771 w 504825"/>
                <a:gd name="connsiteY1406" fmla="*/ 490537 h 885825"/>
                <a:gd name="connsiteX1407" fmla="*/ 449389 w 504825"/>
                <a:gd name="connsiteY1407" fmla="*/ 490347 h 885825"/>
                <a:gd name="connsiteX1408" fmla="*/ 448913 w 504825"/>
                <a:gd name="connsiteY1408" fmla="*/ 490157 h 885825"/>
                <a:gd name="connsiteX1409" fmla="*/ 449389 w 504825"/>
                <a:gd name="connsiteY1409" fmla="*/ 489966 h 885825"/>
                <a:gd name="connsiteX1410" fmla="*/ 450628 w 504825"/>
                <a:gd name="connsiteY1410" fmla="*/ 489775 h 885825"/>
                <a:gd name="connsiteX1411" fmla="*/ 451009 w 504825"/>
                <a:gd name="connsiteY1411" fmla="*/ 489490 h 885825"/>
                <a:gd name="connsiteX1412" fmla="*/ 451866 w 504825"/>
                <a:gd name="connsiteY1412" fmla="*/ 489871 h 885825"/>
                <a:gd name="connsiteX1413" fmla="*/ 451866 w 504825"/>
                <a:gd name="connsiteY1413" fmla="*/ 489299 h 885825"/>
                <a:gd name="connsiteX1414" fmla="*/ 451294 w 504825"/>
                <a:gd name="connsiteY1414" fmla="*/ 487870 h 885825"/>
                <a:gd name="connsiteX1415" fmla="*/ 450151 w 504825"/>
                <a:gd name="connsiteY1415" fmla="*/ 486442 h 885825"/>
                <a:gd name="connsiteX1416" fmla="*/ 449866 w 504825"/>
                <a:gd name="connsiteY1416" fmla="*/ 485870 h 885825"/>
                <a:gd name="connsiteX1417" fmla="*/ 449104 w 504825"/>
                <a:gd name="connsiteY1417" fmla="*/ 485966 h 885825"/>
                <a:gd name="connsiteX1418" fmla="*/ 447199 w 504825"/>
                <a:gd name="connsiteY1418" fmla="*/ 484537 h 885825"/>
                <a:gd name="connsiteX1419" fmla="*/ 446246 w 504825"/>
                <a:gd name="connsiteY1419" fmla="*/ 484060 h 885825"/>
                <a:gd name="connsiteX1420" fmla="*/ 444246 w 504825"/>
                <a:gd name="connsiteY1420" fmla="*/ 484156 h 885825"/>
                <a:gd name="connsiteX1421" fmla="*/ 443770 w 504825"/>
                <a:gd name="connsiteY1421" fmla="*/ 483870 h 885825"/>
                <a:gd name="connsiteX1422" fmla="*/ 444055 w 504825"/>
                <a:gd name="connsiteY1422" fmla="*/ 482822 h 885825"/>
                <a:gd name="connsiteX1423" fmla="*/ 443008 w 504825"/>
                <a:gd name="connsiteY1423" fmla="*/ 483584 h 885825"/>
                <a:gd name="connsiteX1424" fmla="*/ 442531 w 504825"/>
                <a:gd name="connsiteY1424" fmla="*/ 483775 h 885825"/>
                <a:gd name="connsiteX1425" fmla="*/ 441960 w 504825"/>
                <a:gd name="connsiteY1425" fmla="*/ 483584 h 885825"/>
                <a:gd name="connsiteX1426" fmla="*/ 442246 w 504825"/>
                <a:gd name="connsiteY1426" fmla="*/ 483203 h 885825"/>
                <a:gd name="connsiteX1427" fmla="*/ 442246 w 504825"/>
                <a:gd name="connsiteY1427" fmla="*/ 482917 h 885825"/>
                <a:gd name="connsiteX1428" fmla="*/ 442246 w 504825"/>
                <a:gd name="connsiteY1428" fmla="*/ 482536 h 885825"/>
                <a:gd name="connsiteX1429" fmla="*/ 442341 w 504825"/>
                <a:gd name="connsiteY1429" fmla="*/ 482060 h 885825"/>
                <a:gd name="connsiteX1430" fmla="*/ 441769 w 504825"/>
                <a:gd name="connsiteY1430" fmla="*/ 482251 h 885825"/>
                <a:gd name="connsiteX1431" fmla="*/ 440150 w 504825"/>
                <a:gd name="connsiteY1431" fmla="*/ 483203 h 885825"/>
                <a:gd name="connsiteX1432" fmla="*/ 440246 w 504825"/>
                <a:gd name="connsiteY1432" fmla="*/ 482917 h 885825"/>
                <a:gd name="connsiteX1433" fmla="*/ 440341 w 504825"/>
                <a:gd name="connsiteY1433" fmla="*/ 482251 h 885825"/>
                <a:gd name="connsiteX1434" fmla="*/ 440531 w 504825"/>
                <a:gd name="connsiteY1434" fmla="*/ 481965 h 885825"/>
                <a:gd name="connsiteX1435" fmla="*/ 440912 w 504825"/>
                <a:gd name="connsiteY1435" fmla="*/ 481775 h 885825"/>
                <a:gd name="connsiteX1436" fmla="*/ 439769 w 504825"/>
                <a:gd name="connsiteY1436" fmla="*/ 480822 h 885825"/>
                <a:gd name="connsiteX1437" fmla="*/ 440055 w 504825"/>
                <a:gd name="connsiteY1437" fmla="*/ 479489 h 885825"/>
                <a:gd name="connsiteX1438" fmla="*/ 441007 w 504825"/>
                <a:gd name="connsiteY1438" fmla="*/ 478250 h 885825"/>
                <a:gd name="connsiteX1439" fmla="*/ 441960 w 504825"/>
                <a:gd name="connsiteY1439" fmla="*/ 477679 h 885825"/>
                <a:gd name="connsiteX1440" fmla="*/ 441103 w 504825"/>
                <a:gd name="connsiteY1440" fmla="*/ 477012 h 885825"/>
                <a:gd name="connsiteX1441" fmla="*/ 440722 w 504825"/>
                <a:gd name="connsiteY1441" fmla="*/ 476536 h 885825"/>
                <a:gd name="connsiteX1442" fmla="*/ 440150 w 504825"/>
                <a:gd name="connsiteY1442" fmla="*/ 475107 h 885825"/>
                <a:gd name="connsiteX1443" fmla="*/ 439674 w 504825"/>
                <a:gd name="connsiteY1443" fmla="*/ 474535 h 885825"/>
                <a:gd name="connsiteX1444" fmla="*/ 438531 w 504825"/>
                <a:gd name="connsiteY1444" fmla="*/ 473869 h 885825"/>
                <a:gd name="connsiteX1445" fmla="*/ 437959 w 504825"/>
                <a:gd name="connsiteY1445" fmla="*/ 473202 h 885825"/>
                <a:gd name="connsiteX1446" fmla="*/ 437864 w 504825"/>
                <a:gd name="connsiteY1446" fmla="*/ 472250 h 885825"/>
                <a:gd name="connsiteX1447" fmla="*/ 436626 w 504825"/>
                <a:gd name="connsiteY1447" fmla="*/ 471107 h 885825"/>
                <a:gd name="connsiteX1448" fmla="*/ 434054 w 504825"/>
                <a:gd name="connsiteY1448" fmla="*/ 469487 h 885825"/>
                <a:gd name="connsiteX1449" fmla="*/ 432816 w 504825"/>
                <a:gd name="connsiteY1449" fmla="*/ 468249 h 885825"/>
                <a:gd name="connsiteX1450" fmla="*/ 432340 w 504825"/>
                <a:gd name="connsiteY1450" fmla="*/ 468059 h 885825"/>
                <a:gd name="connsiteX1451" fmla="*/ 431863 w 504825"/>
                <a:gd name="connsiteY1451" fmla="*/ 468154 h 885825"/>
                <a:gd name="connsiteX1452" fmla="*/ 431387 w 504825"/>
                <a:gd name="connsiteY1452" fmla="*/ 468344 h 885825"/>
                <a:gd name="connsiteX1453" fmla="*/ 430911 w 504825"/>
                <a:gd name="connsiteY1453" fmla="*/ 468440 h 885825"/>
                <a:gd name="connsiteX1454" fmla="*/ 429387 w 504825"/>
                <a:gd name="connsiteY1454" fmla="*/ 467963 h 885825"/>
                <a:gd name="connsiteX1455" fmla="*/ 428911 w 504825"/>
                <a:gd name="connsiteY1455" fmla="*/ 468249 h 885825"/>
                <a:gd name="connsiteX1456" fmla="*/ 428720 w 504825"/>
                <a:gd name="connsiteY1456" fmla="*/ 469392 h 885825"/>
                <a:gd name="connsiteX1457" fmla="*/ 428434 w 504825"/>
                <a:gd name="connsiteY1457" fmla="*/ 469773 h 885825"/>
                <a:gd name="connsiteX1458" fmla="*/ 427863 w 504825"/>
                <a:gd name="connsiteY1458" fmla="*/ 470154 h 885825"/>
                <a:gd name="connsiteX1459" fmla="*/ 427291 w 504825"/>
                <a:gd name="connsiteY1459" fmla="*/ 470535 h 885825"/>
                <a:gd name="connsiteX1460" fmla="*/ 426910 w 504825"/>
                <a:gd name="connsiteY1460" fmla="*/ 470725 h 885825"/>
                <a:gd name="connsiteX1461" fmla="*/ 426244 w 504825"/>
                <a:gd name="connsiteY1461" fmla="*/ 470725 h 885825"/>
                <a:gd name="connsiteX1462" fmla="*/ 425863 w 504825"/>
                <a:gd name="connsiteY1462" fmla="*/ 470535 h 885825"/>
                <a:gd name="connsiteX1463" fmla="*/ 425577 w 504825"/>
                <a:gd name="connsiteY1463" fmla="*/ 470344 h 885825"/>
                <a:gd name="connsiteX1464" fmla="*/ 425291 w 504825"/>
                <a:gd name="connsiteY1464" fmla="*/ 470249 h 885825"/>
                <a:gd name="connsiteX1465" fmla="*/ 425196 w 504825"/>
                <a:gd name="connsiteY1465" fmla="*/ 469964 h 885825"/>
                <a:gd name="connsiteX1466" fmla="*/ 424243 w 504825"/>
                <a:gd name="connsiteY1466" fmla="*/ 469392 h 885825"/>
                <a:gd name="connsiteX1467" fmla="*/ 423100 w 504825"/>
                <a:gd name="connsiteY1467" fmla="*/ 468916 h 885825"/>
                <a:gd name="connsiteX1468" fmla="*/ 422624 w 504825"/>
                <a:gd name="connsiteY1468" fmla="*/ 469011 h 885825"/>
                <a:gd name="connsiteX1469" fmla="*/ 422243 w 504825"/>
                <a:gd name="connsiteY1469" fmla="*/ 468154 h 885825"/>
                <a:gd name="connsiteX1470" fmla="*/ 421481 w 504825"/>
                <a:gd name="connsiteY1470" fmla="*/ 468344 h 885825"/>
                <a:gd name="connsiteX1471" fmla="*/ 420624 w 504825"/>
                <a:gd name="connsiteY1471" fmla="*/ 468916 h 885825"/>
                <a:gd name="connsiteX1472" fmla="*/ 419957 w 504825"/>
                <a:gd name="connsiteY1472" fmla="*/ 469201 h 885825"/>
                <a:gd name="connsiteX1473" fmla="*/ 419576 w 504825"/>
                <a:gd name="connsiteY1473" fmla="*/ 468820 h 885825"/>
                <a:gd name="connsiteX1474" fmla="*/ 419005 w 504825"/>
                <a:gd name="connsiteY1474" fmla="*/ 468249 h 885825"/>
                <a:gd name="connsiteX1475" fmla="*/ 418243 w 504825"/>
                <a:gd name="connsiteY1475" fmla="*/ 467582 h 885825"/>
                <a:gd name="connsiteX1476" fmla="*/ 417290 w 504825"/>
                <a:gd name="connsiteY1476" fmla="*/ 467297 h 885825"/>
                <a:gd name="connsiteX1477" fmla="*/ 417290 w 504825"/>
                <a:gd name="connsiteY1477" fmla="*/ 467677 h 885825"/>
                <a:gd name="connsiteX1478" fmla="*/ 417481 w 504825"/>
                <a:gd name="connsiteY1478" fmla="*/ 468344 h 885825"/>
                <a:gd name="connsiteX1479" fmla="*/ 417957 w 504825"/>
                <a:gd name="connsiteY1479" fmla="*/ 468820 h 885825"/>
                <a:gd name="connsiteX1480" fmla="*/ 418243 w 504825"/>
                <a:gd name="connsiteY1480" fmla="*/ 469297 h 885825"/>
                <a:gd name="connsiteX1481" fmla="*/ 417766 w 504825"/>
                <a:gd name="connsiteY1481" fmla="*/ 470059 h 885825"/>
                <a:gd name="connsiteX1482" fmla="*/ 417290 w 504825"/>
                <a:gd name="connsiteY1482" fmla="*/ 470440 h 885825"/>
                <a:gd name="connsiteX1483" fmla="*/ 416814 w 504825"/>
                <a:gd name="connsiteY1483" fmla="*/ 470630 h 885825"/>
                <a:gd name="connsiteX1484" fmla="*/ 406908 w 504825"/>
                <a:gd name="connsiteY1484" fmla="*/ 471392 h 885825"/>
                <a:gd name="connsiteX1485" fmla="*/ 402526 w 504825"/>
                <a:gd name="connsiteY1485" fmla="*/ 471011 h 885825"/>
                <a:gd name="connsiteX1486" fmla="*/ 401383 w 504825"/>
                <a:gd name="connsiteY1486" fmla="*/ 470725 h 885825"/>
                <a:gd name="connsiteX1487" fmla="*/ 400145 w 504825"/>
                <a:gd name="connsiteY1487" fmla="*/ 470630 h 885825"/>
                <a:gd name="connsiteX1488" fmla="*/ 399955 w 504825"/>
                <a:gd name="connsiteY1488" fmla="*/ 470725 h 885825"/>
                <a:gd name="connsiteX1489" fmla="*/ 399669 w 504825"/>
                <a:gd name="connsiteY1489" fmla="*/ 470916 h 885825"/>
                <a:gd name="connsiteX1490" fmla="*/ 399383 w 504825"/>
                <a:gd name="connsiteY1490" fmla="*/ 471011 h 885825"/>
                <a:gd name="connsiteX1491" fmla="*/ 399288 w 504825"/>
                <a:gd name="connsiteY1491" fmla="*/ 470821 h 885825"/>
                <a:gd name="connsiteX1492" fmla="*/ 399193 w 504825"/>
                <a:gd name="connsiteY1492" fmla="*/ 470725 h 885825"/>
                <a:gd name="connsiteX1493" fmla="*/ 398621 w 504825"/>
                <a:gd name="connsiteY1493" fmla="*/ 470344 h 885825"/>
                <a:gd name="connsiteX1494" fmla="*/ 398431 w 504825"/>
                <a:gd name="connsiteY1494" fmla="*/ 470249 h 885825"/>
                <a:gd name="connsiteX1495" fmla="*/ 395097 w 504825"/>
                <a:gd name="connsiteY1495" fmla="*/ 470154 h 885825"/>
                <a:gd name="connsiteX1496" fmla="*/ 394240 w 504825"/>
                <a:gd name="connsiteY1496" fmla="*/ 469868 h 885825"/>
                <a:gd name="connsiteX1497" fmla="*/ 392906 w 504825"/>
                <a:gd name="connsiteY1497" fmla="*/ 469201 h 885825"/>
                <a:gd name="connsiteX1498" fmla="*/ 392621 w 504825"/>
                <a:gd name="connsiteY1498" fmla="*/ 469106 h 885825"/>
                <a:gd name="connsiteX1499" fmla="*/ 475488 w 504825"/>
                <a:gd name="connsiteY1499" fmla="*/ 614077 h 885825"/>
                <a:gd name="connsiteX1500" fmla="*/ 475869 w 504825"/>
                <a:gd name="connsiteY1500" fmla="*/ 614077 h 885825"/>
                <a:gd name="connsiteX1501" fmla="*/ 476155 w 504825"/>
                <a:gd name="connsiteY1501" fmla="*/ 614267 h 885825"/>
                <a:gd name="connsiteX1502" fmla="*/ 476250 w 504825"/>
                <a:gd name="connsiteY1502" fmla="*/ 614648 h 885825"/>
                <a:gd name="connsiteX1503" fmla="*/ 476155 w 504825"/>
                <a:gd name="connsiteY1503" fmla="*/ 614934 h 885825"/>
                <a:gd name="connsiteX1504" fmla="*/ 476059 w 504825"/>
                <a:gd name="connsiteY1504" fmla="*/ 615125 h 885825"/>
                <a:gd name="connsiteX1505" fmla="*/ 476059 w 504825"/>
                <a:gd name="connsiteY1505" fmla="*/ 615315 h 885825"/>
                <a:gd name="connsiteX1506" fmla="*/ 477393 w 504825"/>
                <a:gd name="connsiteY1506" fmla="*/ 617125 h 885825"/>
                <a:gd name="connsiteX1507" fmla="*/ 478155 w 504825"/>
                <a:gd name="connsiteY1507" fmla="*/ 617982 h 885825"/>
                <a:gd name="connsiteX1508" fmla="*/ 478917 w 504825"/>
                <a:gd name="connsiteY1508" fmla="*/ 618649 h 885825"/>
                <a:gd name="connsiteX1509" fmla="*/ 478536 w 504825"/>
                <a:gd name="connsiteY1509" fmla="*/ 617601 h 885825"/>
                <a:gd name="connsiteX1510" fmla="*/ 479203 w 504825"/>
                <a:gd name="connsiteY1510" fmla="*/ 617601 h 885825"/>
                <a:gd name="connsiteX1511" fmla="*/ 481203 w 504825"/>
                <a:gd name="connsiteY1511" fmla="*/ 618363 h 885825"/>
                <a:gd name="connsiteX1512" fmla="*/ 482632 w 504825"/>
                <a:gd name="connsiteY1512" fmla="*/ 618458 h 885825"/>
                <a:gd name="connsiteX1513" fmla="*/ 483203 w 504825"/>
                <a:gd name="connsiteY1513" fmla="*/ 618363 h 885825"/>
                <a:gd name="connsiteX1514" fmla="*/ 483680 w 504825"/>
                <a:gd name="connsiteY1514" fmla="*/ 618077 h 885825"/>
                <a:gd name="connsiteX1515" fmla="*/ 484537 w 504825"/>
                <a:gd name="connsiteY1515" fmla="*/ 617315 h 885825"/>
                <a:gd name="connsiteX1516" fmla="*/ 485775 w 504825"/>
                <a:gd name="connsiteY1516" fmla="*/ 616839 h 885825"/>
                <a:gd name="connsiteX1517" fmla="*/ 485870 w 504825"/>
                <a:gd name="connsiteY1517" fmla="*/ 616077 h 885825"/>
                <a:gd name="connsiteX1518" fmla="*/ 485584 w 504825"/>
                <a:gd name="connsiteY1518" fmla="*/ 615220 h 885825"/>
                <a:gd name="connsiteX1519" fmla="*/ 485204 w 504825"/>
                <a:gd name="connsiteY1519" fmla="*/ 614553 h 885825"/>
                <a:gd name="connsiteX1520" fmla="*/ 484537 w 504825"/>
                <a:gd name="connsiteY1520" fmla="*/ 613886 h 885825"/>
                <a:gd name="connsiteX1521" fmla="*/ 483965 w 504825"/>
                <a:gd name="connsiteY1521" fmla="*/ 613505 h 885825"/>
                <a:gd name="connsiteX1522" fmla="*/ 483298 w 504825"/>
                <a:gd name="connsiteY1522" fmla="*/ 613219 h 885825"/>
                <a:gd name="connsiteX1523" fmla="*/ 482251 w 504825"/>
                <a:gd name="connsiteY1523" fmla="*/ 613124 h 885825"/>
                <a:gd name="connsiteX1524" fmla="*/ 482632 w 504825"/>
                <a:gd name="connsiteY1524" fmla="*/ 612648 h 885825"/>
                <a:gd name="connsiteX1525" fmla="*/ 483394 w 504825"/>
                <a:gd name="connsiteY1525" fmla="*/ 611886 h 885825"/>
                <a:gd name="connsiteX1526" fmla="*/ 483680 w 504825"/>
                <a:gd name="connsiteY1526" fmla="*/ 611315 h 885825"/>
                <a:gd name="connsiteX1527" fmla="*/ 483680 w 504825"/>
                <a:gd name="connsiteY1527" fmla="*/ 610743 h 885825"/>
                <a:gd name="connsiteX1528" fmla="*/ 483108 w 504825"/>
                <a:gd name="connsiteY1528" fmla="*/ 607885 h 885825"/>
                <a:gd name="connsiteX1529" fmla="*/ 480727 w 504825"/>
                <a:gd name="connsiteY1529" fmla="*/ 602551 h 885825"/>
                <a:gd name="connsiteX1530" fmla="*/ 480250 w 504825"/>
                <a:gd name="connsiteY1530" fmla="*/ 602361 h 885825"/>
                <a:gd name="connsiteX1531" fmla="*/ 479203 w 504825"/>
                <a:gd name="connsiteY1531" fmla="*/ 603123 h 885825"/>
                <a:gd name="connsiteX1532" fmla="*/ 478822 w 504825"/>
                <a:gd name="connsiteY1532" fmla="*/ 603694 h 885825"/>
                <a:gd name="connsiteX1533" fmla="*/ 478822 w 504825"/>
                <a:gd name="connsiteY1533" fmla="*/ 604171 h 885825"/>
                <a:gd name="connsiteX1534" fmla="*/ 479012 w 504825"/>
                <a:gd name="connsiteY1534" fmla="*/ 604647 h 885825"/>
                <a:gd name="connsiteX1535" fmla="*/ 479012 w 504825"/>
                <a:gd name="connsiteY1535" fmla="*/ 605123 h 885825"/>
                <a:gd name="connsiteX1536" fmla="*/ 478822 w 504825"/>
                <a:gd name="connsiteY1536" fmla="*/ 605600 h 885825"/>
                <a:gd name="connsiteX1537" fmla="*/ 475583 w 504825"/>
                <a:gd name="connsiteY1537" fmla="*/ 610743 h 885825"/>
                <a:gd name="connsiteX1538" fmla="*/ 475393 w 504825"/>
                <a:gd name="connsiteY1538" fmla="*/ 611505 h 885825"/>
                <a:gd name="connsiteX1539" fmla="*/ 475869 w 504825"/>
                <a:gd name="connsiteY1539" fmla="*/ 612076 h 885825"/>
                <a:gd name="connsiteX1540" fmla="*/ 476631 w 504825"/>
                <a:gd name="connsiteY1540" fmla="*/ 612458 h 885825"/>
                <a:gd name="connsiteX1541" fmla="*/ 477202 w 504825"/>
                <a:gd name="connsiteY1541" fmla="*/ 612743 h 885825"/>
                <a:gd name="connsiteX1542" fmla="*/ 476726 w 504825"/>
                <a:gd name="connsiteY1542" fmla="*/ 613219 h 885825"/>
                <a:gd name="connsiteX1543" fmla="*/ 476059 w 504825"/>
                <a:gd name="connsiteY1543" fmla="*/ 613505 h 885825"/>
                <a:gd name="connsiteX1544" fmla="*/ 475393 w 504825"/>
                <a:gd name="connsiteY1544" fmla="*/ 613601 h 885825"/>
                <a:gd name="connsiteX1545" fmla="*/ 474631 w 504825"/>
                <a:gd name="connsiteY1545" fmla="*/ 613505 h 885825"/>
                <a:gd name="connsiteX1546" fmla="*/ 475012 w 504825"/>
                <a:gd name="connsiteY1546" fmla="*/ 613982 h 885825"/>
                <a:gd name="connsiteX1547" fmla="*/ 475488 w 504825"/>
                <a:gd name="connsiteY1547" fmla="*/ 614077 h 885825"/>
                <a:gd name="connsiteX1548" fmla="*/ 472249 w 504825"/>
                <a:gd name="connsiteY1548" fmla="*/ 625888 h 885825"/>
                <a:gd name="connsiteX1549" fmla="*/ 473297 w 504825"/>
                <a:gd name="connsiteY1549" fmla="*/ 626650 h 885825"/>
                <a:gd name="connsiteX1550" fmla="*/ 473297 w 504825"/>
                <a:gd name="connsiteY1550" fmla="*/ 627031 h 885825"/>
                <a:gd name="connsiteX1551" fmla="*/ 473107 w 504825"/>
                <a:gd name="connsiteY1551" fmla="*/ 627031 h 885825"/>
                <a:gd name="connsiteX1552" fmla="*/ 472535 w 504825"/>
                <a:gd name="connsiteY1552" fmla="*/ 627031 h 885825"/>
                <a:gd name="connsiteX1553" fmla="*/ 472535 w 504825"/>
                <a:gd name="connsiteY1553" fmla="*/ 627412 h 885825"/>
                <a:gd name="connsiteX1554" fmla="*/ 473107 w 504825"/>
                <a:gd name="connsiteY1554" fmla="*/ 627412 h 885825"/>
                <a:gd name="connsiteX1555" fmla="*/ 473678 w 504825"/>
                <a:gd name="connsiteY1555" fmla="*/ 627507 h 885825"/>
                <a:gd name="connsiteX1556" fmla="*/ 474059 w 504825"/>
                <a:gd name="connsiteY1556" fmla="*/ 627793 h 885825"/>
                <a:gd name="connsiteX1557" fmla="*/ 473773 w 504825"/>
                <a:gd name="connsiteY1557" fmla="*/ 628650 h 885825"/>
                <a:gd name="connsiteX1558" fmla="*/ 474155 w 504825"/>
                <a:gd name="connsiteY1558" fmla="*/ 628650 h 885825"/>
                <a:gd name="connsiteX1559" fmla="*/ 474916 w 504825"/>
                <a:gd name="connsiteY1559" fmla="*/ 628459 h 885825"/>
                <a:gd name="connsiteX1560" fmla="*/ 475393 w 504825"/>
                <a:gd name="connsiteY1560" fmla="*/ 628174 h 885825"/>
                <a:gd name="connsiteX1561" fmla="*/ 475679 w 504825"/>
                <a:gd name="connsiteY1561" fmla="*/ 627412 h 885825"/>
                <a:gd name="connsiteX1562" fmla="*/ 475679 w 504825"/>
                <a:gd name="connsiteY1562" fmla="*/ 626554 h 885825"/>
                <a:gd name="connsiteX1563" fmla="*/ 475393 w 504825"/>
                <a:gd name="connsiteY1563" fmla="*/ 625888 h 885825"/>
                <a:gd name="connsiteX1564" fmla="*/ 476345 w 504825"/>
                <a:gd name="connsiteY1564" fmla="*/ 623887 h 885825"/>
                <a:gd name="connsiteX1565" fmla="*/ 476536 w 504825"/>
                <a:gd name="connsiteY1565" fmla="*/ 622744 h 885825"/>
                <a:gd name="connsiteX1566" fmla="*/ 475964 w 504825"/>
                <a:gd name="connsiteY1566" fmla="*/ 622268 h 885825"/>
                <a:gd name="connsiteX1567" fmla="*/ 475202 w 504825"/>
                <a:gd name="connsiteY1567" fmla="*/ 621792 h 885825"/>
                <a:gd name="connsiteX1568" fmla="*/ 475107 w 504825"/>
                <a:gd name="connsiteY1568" fmla="*/ 620649 h 885825"/>
                <a:gd name="connsiteX1569" fmla="*/ 475202 w 504825"/>
                <a:gd name="connsiteY1569" fmla="*/ 619411 h 885825"/>
                <a:gd name="connsiteX1570" fmla="*/ 475107 w 504825"/>
                <a:gd name="connsiteY1570" fmla="*/ 618553 h 885825"/>
                <a:gd name="connsiteX1571" fmla="*/ 474916 w 504825"/>
                <a:gd name="connsiteY1571" fmla="*/ 618744 h 885825"/>
                <a:gd name="connsiteX1572" fmla="*/ 474440 w 504825"/>
                <a:gd name="connsiteY1572" fmla="*/ 619030 h 885825"/>
                <a:gd name="connsiteX1573" fmla="*/ 474440 w 504825"/>
                <a:gd name="connsiteY1573" fmla="*/ 618553 h 885825"/>
                <a:gd name="connsiteX1574" fmla="*/ 474345 w 504825"/>
                <a:gd name="connsiteY1574" fmla="*/ 618268 h 885825"/>
                <a:gd name="connsiteX1575" fmla="*/ 474059 w 504825"/>
                <a:gd name="connsiteY1575" fmla="*/ 617887 h 885825"/>
                <a:gd name="connsiteX1576" fmla="*/ 473107 w 504825"/>
                <a:gd name="connsiteY1576" fmla="*/ 618363 h 885825"/>
                <a:gd name="connsiteX1577" fmla="*/ 472726 w 504825"/>
                <a:gd name="connsiteY1577" fmla="*/ 619506 h 885825"/>
                <a:gd name="connsiteX1578" fmla="*/ 472821 w 504825"/>
                <a:gd name="connsiteY1578" fmla="*/ 620744 h 885825"/>
                <a:gd name="connsiteX1579" fmla="*/ 473297 w 504825"/>
                <a:gd name="connsiteY1579" fmla="*/ 621601 h 885825"/>
                <a:gd name="connsiteX1580" fmla="*/ 473202 w 504825"/>
                <a:gd name="connsiteY1580" fmla="*/ 621983 h 885825"/>
                <a:gd name="connsiteX1581" fmla="*/ 473297 w 504825"/>
                <a:gd name="connsiteY1581" fmla="*/ 622554 h 885825"/>
                <a:gd name="connsiteX1582" fmla="*/ 473297 w 504825"/>
                <a:gd name="connsiteY1582" fmla="*/ 623030 h 885825"/>
                <a:gd name="connsiteX1583" fmla="*/ 473202 w 504825"/>
                <a:gd name="connsiteY1583" fmla="*/ 623507 h 885825"/>
                <a:gd name="connsiteX1584" fmla="*/ 473011 w 504825"/>
                <a:gd name="connsiteY1584" fmla="*/ 623697 h 885825"/>
                <a:gd name="connsiteX1585" fmla="*/ 472821 w 504825"/>
                <a:gd name="connsiteY1585" fmla="*/ 623792 h 885825"/>
                <a:gd name="connsiteX1586" fmla="*/ 472535 w 504825"/>
                <a:gd name="connsiteY1586" fmla="*/ 624173 h 885825"/>
                <a:gd name="connsiteX1587" fmla="*/ 472059 w 504825"/>
                <a:gd name="connsiteY1587" fmla="*/ 625316 h 885825"/>
                <a:gd name="connsiteX1588" fmla="*/ 471964 w 504825"/>
                <a:gd name="connsiteY1588" fmla="*/ 625888 h 885825"/>
                <a:gd name="connsiteX1589" fmla="*/ 472059 w 504825"/>
                <a:gd name="connsiteY1589" fmla="*/ 626364 h 885825"/>
                <a:gd name="connsiteX1590" fmla="*/ 472059 w 504825"/>
                <a:gd name="connsiteY1590" fmla="*/ 625888 h 885825"/>
                <a:gd name="connsiteX1591" fmla="*/ 463963 w 504825"/>
                <a:gd name="connsiteY1591" fmla="*/ 566166 h 885825"/>
                <a:gd name="connsiteX1592" fmla="*/ 463105 w 504825"/>
                <a:gd name="connsiteY1592" fmla="*/ 565214 h 885825"/>
                <a:gd name="connsiteX1593" fmla="*/ 462439 w 504825"/>
                <a:gd name="connsiteY1593" fmla="*/ 562547 h 885825"/>
                <a:gd name="connsiteX1594" fmla="*/ 461296 w 504825"/>
                <a:gd name="connsiteY1594" fmla="*/ 562070 h 885825"/>
                <a:gd name="connsiteX1595" fmla="*/ 460153 w 504825"/>
                <a:gd name="connsiteY1595" fmla="*/ 562737 h 885825"/>
                <a:gd name="connsiteX1596" fmla="*/ 459676 w 504825"/>
                <a:gd name="connsiteY1596" fmla="*/ 564166 h 885825"/>
                <a:gd name="connsiteX1597" fmla="*/ 459962 w 504825"/>
                <a:gd name="connsiteY1597" fmla="*/ 565594 h 885825"/>
                <a:gd name="connsiteX1598" fmla="*/ 460915 w 504825"/>
                <a:gd name="connsiteY1598" fmla="*/ 566261 h 885825"/>
                <a:gd name="connsiteX1599" fmla="*/ 462915 w 504825"/>
                <a:gd name="connsiteY1599" fmla="*/ 567118 h 885825"/>
                <a:gd name="connsiteX1600" fmla="*/ 463486 w 504825"/>
                <a:gd name="connsiteY1600" fmla="*/ 567500 h 885825"/>
                <a:gd name="connsiteX1601" fmla="*/ 464058 w 504825"/>
                <a:gd name="connsiteY1601" fmla="*/ 568166 h 885825"/>
                <a:gd name="connsiteX1602" fmla="*/ 464439 w 504825"/>
                <a:gd name="connsiteY1602" fmla="*/ 568452 h 885825"/>
                <a:gd name="connsiteX1603" fmla="*/ 465010 w 504825"/>
                <a:gd name="connsiteY1603" fmla="*/ 568547 h 885825"/>
                <a:gd name="connsiteX1604" fmla="*/ 465963 w 504825"/>
                <a:gd name="connsiteY1604" fmla="*/ 568547 h 885825"/>
                <a:gd name="connsiteX1605" fmla="*/ 466725 w 504825"/>
                <a:gd name="connsiteY1605" fmla="*/ 568452 h 885825"/>
                <a:gd name="connsiteX1606" fmla="*/ 467392 w 504825"/>
                <a:gd name="connsiteY1606" fmla="*/ 568071 h 885825"/>
                <a:gd name="connsiteX1607" fmla="*/ 467677 w 504825"/>
                <a:gd name="connsiteY1607" fmla="*/ 567500 h 885825"/>
                <a:gd name="connsiteX1608" fmla="*/ 467201 w 504825"/>
                <a:gd name="connsiteY1608" fmla="*/ 566737 h 885825"/>
                <a:gd name="connsiteX1609" fmla="*/ 466439 w 504825"/>
                <a:gd name="connsiteY1609" fmla="*/ 566452 h 885825"/>
                <a:gd name="connsiteX1610" fmla="*/ 464725 w 504825"/>
                <a:gd name="connsiteY1610" fmla="*/ 566547 h 885825"/>
                <a:gd name="connsiteX1611" fmla="*/ 463963 w 504825"/>
                <a:gd name="connsiteY1611" fmla="*/ 566166 h 885825"/>
                <a:gd name="connsiteX1612" fmla="*/ 458819 w 504825"/>
                <a:gd name="connsiteY1612" fmla="*/ 611505 h 885825"/>
                <a:gd name="connsiteX1613" fmla="*/ 459581 w 504825"/>
                <a:gd name="connsiteY1613" fmla="*/ 612076 h 885825"/>
                <a:gd name="connsiteX1614" fmla="*/ 460724 w 504825"/>
                <a:gd name="connsiteY1614" fmla="*/ 612267 h 885825"/>
                <a:gd name="connsiteX1615" fmla="*/ 461486 w 504825"/>
                <a:gd name="connsiteY1615" fmla="*/ 611886 h 885825"/>
                <a:gd name="connsiteX1616" fmla="*/ 461867 w 504825"/>
                <a:gd name="connsiteY1616" fmla="*/ 611124 h 885825"/>
                <a:gd name="connsiteX1617" fmla="*/ 461772 w 504825"/>
                <a:gd name="connsiteY1617" fmla="*/ 610172 h 885825"/>
                <a:gd name="connsiteX1618" fmla="*/ 461105 w 504825"/>
                <a:gd name="connsiteY1618" fmla="*/ 609409 h 885825"/>
                <a:gd name="connsiteX1619" fmla="*/ 460248 w 504825"/>
                <a:gd name="connsiteY1619" fmla="*/ 608552 h 885825"/>
                <a:gd name="connsiteX1620" fmla="*/ 459772 w 504825"/>
                <a:gd name="connsiteY1620" fmla="*/ 607695 h 885825"/>
                <a:gd name="connsiteX1621" fmla="*/ 460343 w 504825"/>
                <a:gd name="connsiteY1621" fmla="*/ 606838 h 885825"/>
                <a:gd name="connsiteX1622" fmla="*/ 459962 w 504825"/>
                <a:gd name="connsiteY1622" fmla="*/ 604742 h 885825"/>
                <a:gd name="connsiteX1623" fmla="*/ 459772 w 504825"/>
                <a:gd name="connsiteY1623" fmla="*/ 604361 h 885825"/>
                <a:gd name="connsiteX1624" fmla="*/ 460153 w 504825"/>
                <a:gd name="connsiteY1624" fmla="*/ 604076 h 885825"/>
                <a:gd name="connsiteX1625" fmla="*/ 460534 w 504825"/>
                <a:gd name="connsiteY1625" fmla="*/ 603314 h 885825"/>
                <a:gd name="connsiteX1626" fmla="*/ 460915 w 504825"/>
                <a:gd name="connsiteY1626" fmla="*/ 602456 h 885825"/>
                <a:gd name="connsiteX1627" fmla="*/ 461105 w 504825"/>
                <a:gd name="connsiteY1627" fmla="*/ 601790 h 885825"/>
                <a:gd name="connsiteX1628" fmla="*/ 461010 w 504825"/>
                <a:gd name="connsiteY1628" fmla="*/ 601123 h 885825"/>
                <a:gd name="connsiteX1629" fmla="*/ 460724 w 504825"/>
                <a:gd name="connsiteY1629" fmla="*/ 600456 h 885825"/>
                <a:gd name="connsiteX1630" fmla="*/ 459867 w 504825"/>
                <a:gd name="connsiteY1630" fmla="*/ 599408 h 885825"/>
                <a:gd name="connsiteX1631" fmla="*/ 459581 w 504825"/>
                <a:gd name="connsiteY1631" fmla="*/ 598646 h 885825"/>
                <a:gd name="connsiteX1632" fmla="*/ 459581 w 504825"/>
                <a:gd name="connsiteY1632" fmla="*/ 597694 h 885825"/>
                <a:gd name="connsiteX1633" fmla="*/ 459962 w 504825"/>
                <a:gd name="connsiteY1633" fmla="*/ 596265 h 885825"/>
                <a:gd name="connsiteX1634" fmla="*/ 459105 w 504825"/>
                <a:gd name="connsiteY1634" fmla="*/ 596456 h 885825"/>
                <a:gd name="connsiteX1635" fmla="*/ 458438 w 504825"/>
                <a:gd name="connsiteY1635" fmla="*/ 596075 h 885825"/>
                <a:gd name="connsiteX1636" fmla="*/ 458343 w 504825"/>
                <a:gd name="connsiteY1636" fmla="*/ 595503 h 885825"/>
                <a:gd name="connsiteX1637" fmla="*/ 458914 w 504825"/>
                <a:gd name="connsiteY1637" fmla="*/ 595217 h 885825"/>
                <a:gd name="connsiteX1638" fmla="*/ 458533 w 504825"/>
                <a:gd name="connsiteY1638" fmla="*/ 594836 h 885825"/>
                <a:gd name="connsiteX1639" fmla="*/ 459105 w 504825"/>
                <a:gd name="connsiteY1639" fmla="*/ 594074 h 885825"/>
                <a:gd name="connsiteX1640" fmla="*/ 458724 w 504825"/>
                <a:gd name="connsiteY1640" fmla="*/ 593312 h 885825"/>
                <a:gd name="connsiteX1641" fmla="*/ 457962 w 504825"/>
                <a:gd name="connsiteY1641" fmla="*/ 592741 h 885825"/>
                <a:gd name="connsiteX1642" fmla="*/ 457581 w 504825"/>
                <a:gd name="connsiteY1642" fmla="*/ 592265 h 885825"/>
                <a:gd name="connsiteX1643" fmla="*/ 457676 w 504825"/>
                <a:gd name="connsiteY1643" fmla="*/ 591598 h 885825"/>
                <a:gd name="connsiteX1644" fmla="*/ 458057 w 504825"/>
                <a:gd name="connsiteY1644" fmla="*/ 591407 h 885825"/>
                <a:gd name="connsiteX1645" fmla="*/ 458533 w 504825"/>
                <a:gd name="connsiteY1645" fmla="*/ 591502 h 885825"/>
                <a:gd name="connsiteX1646" fmla="*/ 458724 w 504825"/>
                <a:gd name="connsiteY1646" fmla="*/ 591598 h 885825"/>
                <a:gd name="connsiteX1647" fmla="*/ 458914 w 504825"/>
                <a:gd name="connsiteY1647" fmla="*/ 591122 h 885825"/>
                <a:gd name="connsiteX1648" fmla="*/ 459105 w 504825"/>
                <a:gd name="connsiteY1648" fmla="*/ 589788 h 885825"/>
                <a:gd name="connsiteX1649" fmla="*/ 460153 w 504825"/>
                <a:gd name="connsiteY1649" fmla="*/ 586168 h 885825"/>
                <a:gd name="connsiteX1650" fmla="*/ 460153 w 504825"/>
                <a:gd name="connsiteY1650" fmla="*/ 584264 h 885825"/>
                <a:gd name="connsiteX1651" fmla="*/ 459486 w 504825"/>
                <a:gd name="connsiteY1651" fmla="*/ 582549 h 885825"/>
                <a:gd name="connsiteX1652" fmla="*/ 458724 w 504825"/>
                <a:gd name="connsiteY1652" fmla="*/ 581311 h 885825"/>
                <a:gd name="connsiteX1653" fmla="*/ 458343 w 504825"/>
                <a:gd name="connsiteY1653" fmla="*/ 581025 h 885825"/>
                <a:gd name="connsiteX1654" fmla="*/ 457676 w 504825"/>
                <a:gd name="connsiteY1654" fmla="*/ 581120 h 885825"/>
                <a:gd name="connsiteX1655" fmla="*/ 457295 w 504825"/>
                <a:gd name="connsiteY1655" fmla="*/ 581501 h 885825"/>
                <a:gd name="connsiteX1656" fmla="*/ 457009 w 504825"/>
                <a:gd name="connsiteY1656" fmla="*/ 582073 h 885825"/>
                <a:gd name="connsiteX1657" fmla="*/ 456629 w 504825"/>
                <a:gd name="connsiteY1657" fmla="*/ 583406 h 885825"/>
                <a:gd name="connsiteX1658" fmla="*/ 456533 w 504825"/>
                <a:gd name="connsiteY1658" fmla="*/ 585407 h 885825"/>
                <a:gd name="connsiteX1659" fmla="*/ 456343 w 504825"/>
                <a:gd name="connsiteY1659" fmla="*/ 585978 h 885825"/>
                <a:gd name="connsiteX1660" fmla="*/ 455962 w 504825"/>
                <a:gd name="connsiteY1660" fmla="*/ 586168 h 885825"/>
                <a:gd name="connsiteX1661" fmla="*/ 455485 w 504825"/>
                <a:gd name="connsiteY1661" fmla="*/ 586264 h 885825"/>
                <a:gd name="connsiteX1662" fmla="*/ 455105 w 504825"/>
                <a:gd name="connsiteY1662" fmla="*/ 586168 h 885825"/>
                <a:gd name="connsiteX1663" fmla="*/ 454819 w 504825"/>
                <a:gd name="connsiteY1663" fmla="*/ 585502 h 885825"/>
                <a:gd name="connsiteX1664" fmla="*/ 454533 w 504825"/>
                <a:gd name="connsiteY1664" fmla="*/ 585407 h 885825"/>
                <a:gd name="connsiteX1665" fmla="*/ 454152 w 504825"/>
                <a:gd name="connsiteY1665" fmla="*/ 585407 h 885825"/>
                <a:gd name="connsiteX1666" fmla="*/ 453866 w 504825"/>
                <a:gd name="connsiteY1666" fmla="*/ 585502 h 885825"/>
                <a:gd name="connsiteX1667" fmla="*/ 453485 w 504825"/>
                <a:gd name="connsiteY1667" fmla="*/ 585883 h 885825"/>
                <a:gd name="connsiteX1668" fmla="*/ 453485 w 504825"/>
                <a:gd name="connsiteY1668" fmla="*/ 586168 h 885825"/>
                <a:gd name="connsiteX1669" fmla="*/ 453676 w 504825"/>
                <a:gd name="connsiteY1669" fmla="*/ 586454 h 885825"/>
                <a:gd name="connsiteX1670" fmla="*/ 453771 w 504825"/>
                <a:gd name="connsiteY1670" fmla="*/ 586835 h 885825"/>
                <a:gd name="connsiteX1671" fmla="*/ 453771 w 504825"/>
                <a:gd name="connsiteY1671" fmla="*/ 588074 h 885825"/>
                <a:gd name="connsiteX1672" fmla="*/ 453485 w 504825"/>
                <a:gd name="connsiteY1672" fmla="*/ 588359 h 885825"/>
                <a:gd name="connsiteX1673" fmla="*/ 452818 w 504825"/>
                <a:gd name="connsiteY1673" fmla="*/ 588454 h 885825"/>
                <a:gd name="connsiteX1674" fmla="*/ 451580 w 504825"/>
                <a:gd name="connsiteY1674" fmla="*/ 588835 h 885825"/>
                <a:gd name="connsiteX1675" fmla="*/ 451675 w 504825"/>
                <a:gd name="connsiteY1675" fmla="*/ 589598 h 885825"/>
                <a:gd name="connsiteX1676" fmla="*/ 452152 w 504825"/>
                <a:gd name="connsiteY1676" fmla="*/ 590550 h 885825"/>
                <a:gd name="connsiteX1677" fmla="*/ 451961 w 504825"/>
                <a:gd name="connsiteY1677" fmla="*/ 591312 h 885825"/>
                <a:gd name="connsiteX1678" fmla="*/ 452247 w 504825"/>
                <a:gd name="connsiteY1678" fmla="*/ 591598 h 885825"/>
                <a:gd name="connsiteX1679" fmla="*/ 452342 w 504825"/>
                <a:gd name="connsiteY1679" fmla="*/ 591788 h 885825"/>
                <a:gd name="connsiteX1680" fmla="*/ 452438 w 504825"/>
                <a:gd name="connsiteY1680" fmla="*/ 591979 h 885825"/>
                <a:gd name="connsiteX1681" fmla="*/ 452723 w 504825"/>
                <a:gd name="connsiteY1681" fmla="*/ 592169 h 885825"/>
                <a:gd name="connsiteX1682" fmla="*/ 452152 w 504825"/>
                <a:gd name="connsiteY1682" fmla="*/ 592836 h 885825"/>
                <a:gd name="connsiteX1683" fmla="*/ 452247 w 504825"/>
                <a:gd name="connsiteY1683" fmla="*/ 593503 h 885825"/>
                <a:gd name="connsiteX1684" fmla="*/ 452628 w 504825"/>
                <a:gd name="connsiteY1684" fmla="*/ 594265 h 885825"/>
                <a:gd name="connsiteX1685" fmla="*/ 452818 w 504825"/>
                <a:gd name="connsiteY1685" fmla="*/ 595122 h 885825"/>
                <a:gd name="connsiteX1686" fmla="*/ 452438 w 504825"/>
                <a:gd name="connsiteY1686" fmla="*/ 594741 h 885825"/>
                <a:gd name="connsiteX1687" fmla="*/ 452056 w 504825"/>
                <a:gd name="connsiteY1687" fmla="*/ 594551 h 885825"/>
                <a:gd name="connsiteX1688" fmla="*/ 451675 w 504825"/>
                <a:gd name="connsiteY1688" fmla="*/ 594551 h 885825"/>
                <a:gd name="connsiteX1689" fmla="*/ 451294 w 504825"/>
                <a:gd name="connsiteY1689" fmla="*/ 594741 h 885825"/>
                <a:gd name="connsiteX1690" fmla="*/ 451580 w 504825"/>
                <a:gd name="connsiteY1690" fmla="*/ 595598 h 885825"/>
                <a:gd name="connsiteX1691" fmla="*/ 451485 w 504825"/>
                <a:gd name="connsiteY1691" fmla="*/ 596741 h 885825"/>
                <a:gd name="connsiteX1692" fmla="*/ 451009 w 504825"/>
                <a:gd name="connsiteY1692" fmla="*/ 597694 h 885825"/>
                <a:gd name="connsiteX1693" fmla="*/ 450247 w 504825"/>
                <a:gd name="connsiteY1693" fmla="*/ 598075 h 885825"/>
                <a:gd name="connsiteX1694" fmla="*/ 450342 w 504825"/>
                <a:gd name="connsiteY1694" fmla="*/ 598646 h 885825"/>
                <a:gd name="connsiteX1695" fmla="*/ 450342 w 504825"/>
                <a:gd name="connsiteY1695" fmla="*/ 599980 h 885825"/>
                <a:gd name="connsiteX1696" fmla="*/ 450437 w 504825"/>
                <a:gd name="connsiteY1696" fmla="*/ 600266 h 885825"/>
                <a:gd name="connsiteX1697" fmla="*/ 451199 w 504825"/>
                <a:gd name="connsiteY1697" fmla="*/ 600551 h 885825"/>
                <a:gd name="connsiteX1698" fmla="*/ 451294 w 504825"/>
                <a:gd name="connsiteY1698" fmla="*/ 601218 h 885825"/>
                <a:gd name="connsiteX1699" fmla="*/ 451294 w 504825"/>
                <a:gd name="connsiteY1699" fmla="*/ 601980 h 885825"/>
                <a:gd name="connsiteX1700" fmla="*/ 451675 w 504825"/>
                <a:gd name="connsiteY1700" fmla="*/ 602551 h 885825"/>
                <a:gd name="connsiteX1701" fmla="*/ 452438 w 504825"/>
                <a:gd name="connsiteY1701" fmla="*/ 602647 h 885825"/>
                <a:gd name="connsiteX1702" fmla="*/ 452914 w 504825"/>
                <a:gd name="connsiteY1702" fmla="*/ 602266 h 885825"/>
                <a:gd name="connsiteX1703" fmla="*/ 453295 w 504825"/>
                <a:gd name="connsiteY1703" fmla="*/ 601694 h 885825"/>
                <a:gd name="connsiteX1704" fmla="*/ 453676 w 504825"/>
                <a:gd name="connsiteY1704" fmla="*/ 601409 h 885825"/>
                <a:gd name="connsiteX1705" fmla="*/ 454247 w 504825"/>
                <a:gd name="connsiteY1705" fmla="*/ 601599 h 885825"/>
                <a:gd name="connsiteX1706" fmla="*/ 454723 w 504825"/>
                <a:gd name="connsiteY1706" fmla="*/ 601790 h 885825"/>
                <a:gd name="connsiteX1707" fmla="*/ 455105 w 504825"/>
                <a:gd name="connsiteY1707" fmla="*/ 601790 h 885825"/>
                <a:gd name="connsiteX1708" fmla="*/ 455390 w 504825"/>
                <a:gd name="connsiteY1708" fmla="*/ 601123 h 885825"/>
                <a:gd name="connsiteX1709" fmla="*/ 455771 w 504825"/>
                <a:gd name="connsiteY1709" fmla="*/ 601123 h 885825"/>
                <a:gd name="connsiteX1710" fmla="*/ 456057 w 504825"/>
                <a:gd name="connsiteY1710" fmla="*/ 601599 h 885825"/>
                <a:gd name="connsiteX1711" fmla="*/ 456724 w 504825"/>
                <a:gd name="connsiteY1711" fmla="*/ 602456 h 885825"/>
                <a:gd name="connsiteX1712" fmla="*/ 456819 w 504825"/>
                <a:gd name="connsiteY1712" fmla="*/ 602742 h 885825"/>
                <a:gd name="connsiteX1713" fmla="*/ 456724 w 504825"/>
                <a:gd name="connsiteY1713" fmla="*/ 603409 h 885825"/>
                <a:gd name="connsiteX1714" fmla="*/ 456438 w 504825"/>
                <a:gd name="connsiteY1714" fmla="*/ 603599 h 885825"/>
                <a:gd name="connsiteX1715" fmla="*/ 456057 w 504825"/>
                <a:gd name="connsiteY1715" fmla="*/ 603409 h 885825"/>
                <a:gd name="connsiteX1716" fmla="*/ 455771 w 504825"/>
                <a:gd name="connsiteY1716" fmla="*/ 602933 h 885825"/>
                <a:gd name="connsiteX1717" fmla="*/ 455200 w 504825"/>
                <a:gd name="connsiteY1717" fmla="*/ 604076 h 885825"/>
                <a:gd name="connsiteX1718" fmla="*/ 455105 w 504825"/>
                <a:gd name="connsiteY1718" fmla="*/ 605314 h 885825"/>
                <a:gd name="connsiteX1719" fmla="*/ 455581 w 504825"/>
                <a:gd name="connsiteY1719" fmla="*/ 606171 h 885825"/>
                <a:gd name="connsiteX1720" fmla="*/ 456819 w 504825"/>
                <a:gd name="connsiteY1720" fmla="*/ 606171 h 885825"/>
                <a:gd name="connsiteX1721" fmla="*/ 456819 w 504825"/>
                <a:gd name="connsiteY1721" fmla="*/ 606552 h 885825"/>
                <a:gd name="connsiteX1722" fmla="*/ 456533 w 504825"/>
                <a:gd name="connsiteY1722" fmla="*/ 606838 h 885825"/>
                <a:gd name="connsiteX1723" fmla="*/ 456438 w 504825"/>
                <a:gd name="connsiteY1723" fmla="*/ 607124 h 885825"/>
                <a:gd name="connsiteX1724" fmla="*/ 456629 w 504825"/>
                <a:gd name="connsiteY1724" fmla="*/ 607409 h 885825"/>
                <a:gd name="connsiteX1725" fmla="*/ 457105 w 504825"/>
                <a:gd name="connsiteY1725" fmla="*/ 607695 h 885825"/>
                <a:gd name="connsiteX1726" fmla="*/ 456914 w 504825"/>
                <a:gd name="connsiteY1726" fmla="*/ 607695 h 885825"/>
                <a:gd name="connsiteX1727" fmla="*/ 456438 w 504825"/>
                <a:gd name="connsiteY1727" fmla="*/ 607695 h 885825"/>
                <a:gd name="connsiteX1728" fmla="*/ 457009 w 504825"/>
                <a:gd name="connsiteY1728" fmla="*/ 608362 h 885825"/>
                <a:gd name="connsiteX1729" fmla="*/ 458438 w 504825"/>
                <a:gd name="connsiteY1729" fmla="*/ 608838 h 885825"/>
                <a:gd name="connsiteX1730" fmla="*/ 458914 w 504825"/>
                <a:gd name="connsiteY1730" fmla="*/ 609219 h 885825"/>
                <a:gd name="connsiteX1731" fmla="*/ 459105 w 504825"/>
                <a:gd name="connsiteY1731" fmla="*/ 610172 h 885825"/>
                <a:gd name="connsiteX1732" fmla="*/ 459010 w 504825"/>
                <a:gd name="connsiteY1732" fmla="*/ 611029 h 885825"/>
                <a:gd name="connsiteX1733" fmla="*/ 458819 w 504825"/>
                <a:gd name="connsiteY1733" fmla="*/ 611505 h 885825"/>
                <a:gd name="connsiteX1734" fmla="*/ 290417 w 504825"/>
                <a:gd name="connsiteY1734" fmla="*/ 625602 h 885825"/>
                <a:gd name="connsiteX1735" fmla="*/ 292036 w 504825"/>
                <a:gd name="connsiteY1735" fmla="*/ 628936 h 885825"/>
                <a:gd name="connsiteX1736" fmla="*/ 292513 w 504825"/>
                <a:gd name="connsiteY1736" fmla="*/ 629412 h 885825"/>
                <a:gd name="connsiteX1737" fmla="*/ 293084 w 504825"/>
                <a:gd name="connsiteY1737" fmla="*/ 629602 h 885825"/>
                <a:gd name="connsiteX1738" fmla="*/ 293846 w 504825"/>
                <a:gd name="connsiteY1738" fmla="*/ 630174 h 885825"/>
                <a:gd name="connsiteX1739" fmla="*/ 294989 w 504825"/>
                <a:gd name="connsiteY1739" fmla="*/ 632651 h 885825"/>
                <a:gd name="connsiteX1740" fmla="*/ 295942 w 504825"/>
                <a:gd name="connsiteY1740" fmla="*/ 633508 h 885825"/>
                <a:gd name="connsiteX1741" fmla="*/ 296989 w 504825"/>
                <a:gd name="connsiteY1741" fmla="*/ 634746 h 885825"/>
                <a:gd name="connsiteX1742" fmla="*/ 297371 w 504825"/>
                <a:gd name="connsiteY1742" fmla="*/ 635413 h 885825"/>
                <a:gd name="connsiteX1743" fmla="*/ 297466 w 504825"/>
                <a:gd name="connsiteY1743" fmla="*/ 635699 h 885825"/>
                <a:gd name="connsiteX1744" fmla="*/ 298037 w 504825"/>
                <a:gd name="connsiteY1744" fmla="*/ 635889 h 885825"/>
                <a:gd name="connsiteX1745" fmla="*/ 298704 w 504825"/>
                <a:gd name="connsiteY1745" fmla="*/ 635889 h 885825"/>
                <a:gd name="connsiteX1746" fmla="*/ 299371 w 504825"/>
                <a:gd name="connsiteY1746" fmla="*/ 636079 h 885825"/>
                <a:gd name="connsiteX1747" fmla="*/ 299752 w 504825"/>
                <a:gd name="connsiteY1747" fmla="*/ 636460 h 885825"/>
                <a:gd name="connsiteX1748" fmla="*/ 300133 w 504825"/>
                <a:gd name="connsiteY1748" fmla="*/ 636937 h 885825"/>
                <a:gd name="connsiteX1749" fmla="*/ 300514 w 504825"/>
                <a:gd name="connsiteY1749" fmla="*/ 637413 h 885825"/>
                <a:gd name="connsiteX1750" fmla="*/ 300990 w 504825"/>
                <a:gd name="connsiteY1750" fmla="*/ 637603 h 885825"/>
                <a:gd name="connsiteX1751" fmla="*/ 301752 w 504825"/>
                <a:gd name="connsiteY1751" fmla="*/ 637794 h 885825"/>
                <a:gd name="connsiteX1752" fmla="*/ 304038 w 504825"/>
                <a:gd name="connsiteY1752" fmla="*/ 639032 h 885825"/>
                <a:gd name="connsiteX1753" fmla="*/ 305086 w 504825"/>
                <a:gd name="connsiteY1753" fmla="*/ 639318 h 885825"/>
                <a:gd name="connsiteX1754" fmla="*/ 308515 w 504825"/>
                <a:gd name="connsiteY1754" fmla="*/ 639509 h 885825"/>
                <a:gd name="connsiteX1755" fmla="*/ 309372 w 504825"/>
                <a:gd name="connsiteY1755" fmla="*/ 639794 h 885825"/>
                <a:gd name="connsiteX1756" fmla="*/ 310229 w 504825"/>
                <a:gd name="connsiteY1756" fmla="*/ 640366 h 885825"/>
                <a:gd name="connsiteX1757" fmla="*/ 311563 w 504825"/>
                <a:gd name="connsiteY1757" fmla="*/ 641699 h 885825"/>
                <a:gd name="connsiteX1758" fmla="*/ 312134 w 504825"/>
                <a:gd name="connsiteY1758" fmla="*/ 642557 h 885825"/>
                <a:gd name="connsiteX1759" fmla="*/ 312420 w 504825"/>
                <a:gd name="connsiteY1759" fmla="*/ 643509 h 885825"/>
                <a:gd name="connsiteX1760" fmla="*/ 312706 w 504825"/>
                <a:gd name="connsiteY1760" fmla="*/ 647033 h 885825"/>
                <a:gd name="connsiteX1761" fmla="*/ 314896 w 504825"/>
                <a:gd name="connsiteY1761" fmla="*/ 652272 h 885825"/>
                <a:gd name="connsiteX1762" fmla="*/ 316135 w 504825"/>
                <a:gd name="connsiteY1762" fmla="*/ 654368 h 885825"/>
                <a:gd name="connsiteX1763" fmla="*/ 317849 w 504825"/>
                <a:gd name="connsiteY1763" fmla="*/ 656082 h 885825"/>
                <a:gd name="connsiteX1764" fmla="*/ 320135 w 504825"/>
                <a:gd name="connsiteY1764" fmla="*/ 656844 h 885825"/>
                <a:gd name="connsiteX1765" fmla="*/ 320611 w 504825"/>
                <a:gd name="connsiteY1765" fmla="*/ 656749 h 885825"/>
                <a:gd name="connsiteX1766" fmla="*/ 321373 w 504825"/>
                <a:gd name="connsiteY1766" fmla="*/ 656273 h 885825"/>
                <a:gd name="connsiteX1767" fmla="*/ 322516 w 504825"/>
                <a:gd name="connsiteY1767" fmla="*/ 656082 h 885825"/>
                <a:gd name="connsiteX1768" fmla="*/ 323564 w 504825"/>
                <a:gd name="connsiteY1768" fmla="*/ 655606 h 885825"/>
                <a:gd name="connsiteX1769" fmla="*/ 324231 w 504825"/>
                <a:gd name="connsiteY1769" fmla="*/ 655510 h 885825"/>
                <a:gd name="connsiteX1770" fmla="*/ 326136 w 504825"/>
                <a:gd name="connsiteY1770" fmla="*/ 655510 h 885825"/>
                <a:gd name="connsiteX1771" fmla="*/ 326803 w 504825"/>
                <a:gd name="connsiteY1771" fmla="*/ 655320 h 885825"/>
                <a:gd name="connsiteX1772" fmla="*/ 330422 w 504825"/>
                <a:gd name="connsiteY1772" fmla="*/ 653129 h 885825"/>
                <a:gd name="connsiteX1773" fmla="*/ 330898 w 504825"/>
                <a:gd name="connsiteY1773" fmla="*/ 652462 h 885825"/>
                <a:gd name="connsiteX1774" fmla="*/ 331184 w 504825"/>
                <a:gd name="connsiteY1774" fmla="*/ 651605 h 885825"/>
                <a:gd name="connsiteX1775" fmla="*/ 334137 w 504825"/>
                <a:gd name="connsiteY1775" fmla="*/ 647414 h 885825"/>
                <a:gd name="connsiteX1776" fmla="*/ 335185 w 504825"/>
                <a:gd name="connsiteY1776" fmla="*/ 645224 h 885825"/>
                <a:gd name="connsiteX1777" fmla="*/ 335756 w 504825"/>
                <a:gd name="connsiteY1777" fmla="*/ 642842 h 885825"/>
                <a:gd name="connsiteX1778" fmla="*/ 335375 w 504825"/>
                <a:gd name="connsiteY1778" fmla="*/ 640651 h 885825"/>
                <a:gd name="connsiteX1779" fmla="*/ 334518 w 504825"/>
                <a:gd name="connsiteY1779" fmla="*/ 639604 h 885825"/>
                <a:gd name="connsiteX1780" fmla="*/ 333470 w 504825"/>
                <a:gd name="connsiteY1780" fmla="*/ 638651 h 885825"/>
                <a:gd name="connsiteX1781" fmla="*/ 332518 w 504825"/>
                <a:gd name="connsiteY1781" fmla="*/ 637699 h 885825"/>
                <a:gd name="connsiteX1782" fmla="*/ 331660 w 504825"/>
                <a:gd name="connsiteY1782" fmla="*/ 635318 h 885825"/>
                <a:gd name="connsiteX1783" fmla="*/ 330708 w 504825"/>
                <a:gd name="connsiteY1783" fmla="*/ 634460 h 885825"/>
                <a:gd name="connsiteX1784" fmla="*/ 329565 w 504825"/>
                <a:gd name="connsiteY1784" fmla="*/ 633793 h 885825"/>
                <a:gd name="connsiteX1785" fmla="*/ 328803 w 504825"/>
                <a:gd name="connsiteY1785" fmla="*/ 633032 h 885825"/>
                <a:gd name="connsiteX1786" fmla="*/ 328517 w 504825"/>
                <a:gd name="connsiteY1786" fmla="*/ 631793 h 885825"/>
                <a:gd name="connsiteX1787" fmla="*/ 328422 w 504825"/>
                <a:gd name="connsiteY1787" fmla="*/ 630936 h 885825"/>
                <a:gd name="connsiteX1788" fmla="*/ 327946 w 504825"/>
                <a:gd name="connsiteY1788" fmla="*/ 630365 h 885825"/>
                <a:gd name="connsiteX1789" fmla="*/ 326517 w 504825"/>
                <a:gd name="connsiteY1789" fmla="*/ 630174 h 885825"/>
                <a:gd name="connsiteX1790" fmla="*/ 325564 w 504825"/>
                <a:gd name="connsiteY1790" fmla="*/ 629602 h 885825"/>
                <a:gd name="connsiteX1791" fmla="*/ 326041 w 504825"/>
                <a:gd name="connsiteY1791" fmla="*/ 628459 h 885825"/>
                <a:gd name="connsiteX1792" fmla="*/ 326993 w 504825"/>
                <a:gd name="connsiteY1792" fmla="*/ 627888 h 885825"/>
                <a:gd name="connsiteX1793" fmla="*/ 327469 w 504825"/>
                <a:gd name="connsiteY1793" fmla="*/ 629031 h 885825"/>
                <a:gd name="connsiteX1794" fmla="*/ 327850 w 504825"/>
                <a:gd name="connsiteY1794" fmla="*/ 627602 h 885825"/>
                <a:gd name="connsiteX1795" fmla="*/ 325660 w 504825"/>
                <a:gd name="connsiteY1795" fmla="*/ 626078 h 885825"/>
                <a:gd name="connsiteX1796" fmla="*/ 325660 w 504825"/>
                <a:gd name="connsiteY1796" fmla="*/ 624650 h 885825"/>
                <a:gd name="connsiteX1797" fmla="*/ 326041 w 504825"/>
                <a:gd name="connsiteY1797" fmla="*/ 624459 h 885825"/>
                <a:gd name="connsiteX1798" fmla="*/ 326517 w 504825"/>
                <a:gd name="connsiteY1798" fmla="*/ 624554 h 885825"/>
                <a:gd name="connsiteX1799" fmla="*/ 326898 w 504825"/>
                <a:gd name="connsiteY1799" fmla="*/ 624554 h 885825"/>
                <a:gd name="connsiteX1800" fmla="*/ 327088 w 504825"/>
                <a:gd name="connsiteY1800" fmla="*/ 623792 h 885825"/>
                <a:gd name="connsiteX1801" fmla="*/ 327088 w 504825"/>
                <a:gd name="connsiteY1801" fmla="*/ 623221 h 885825"/>
                <a:gd name="connsiteX1802" fmla="*/ 327374 w 504825"/>
                <a:gd name="connsiteY1802" fmla="*/ 621983 h 885825"/>
                <a:gd name="connsiteX1803" fmla="*/ 326612 w 504825"/>
                <a:gd name="connsiteY1803" fmla="*/ 612839 h 885825"/>
                <a:gd name="connsiteX1804" fmla="*/ 326898 w 504825"/>
                <a:gd name="connsiteY1804" fmla="*/ 611600 h 885825"/>
                <a:gd name="connsiteX1805" fmla="*/ 327660 w 504825"/>
                <a:gd name="connsiteY1805" fmla="*/ 610648 h 885825"/>
                <a:gd name="connsiteX1806" fmla="*/ 329184 w 504825"/>
                <a:gd name="connsiteY1806" fmla="*/ 609028 h 885825"/>
                <a:gd name="connsiteX1807" fmla="*/ 329946 w 504825"/>
                <a:gd name="connsiteY1807" fmla="*/ 606647 h 885825"/>
                <a:gd name="connsiteX1808" fmla="*/ 330136 w 504825"/>
                <a:gd name="connsiteY1808" fmla="*/ 606361 h 885825"/>
                <a:gd name="connsiteX1809" fmla="*/ 330517 w 504825"/>
                <a:gd name="connsiteY1809" fmla="*/ 606076 h 885825"/>
                <a:gd name="connsiteX1810" fmla="*/ 330898 w 504825"/>
                <a:gd name="connsiteY1810" fmla="*/ 605695 h 885825"/>
                <a:gd name="connsiteX1811" fmla="*/ 331375 w 504825"/>
                <a:gd name="connsiteY1811" fmla="*/ 604361 h 885825"/>
                <a:gd name="connsiteX1812" fmla="*/ 333851 w 504825"/>
                <a:gd name="connsiteY1812" fmla="*/ 600742 h 885825"/>
                <a:gd name="connsiteX1813" fmla="*/ 334232 w 504825"/>
                <a:gd name="connsiteY1813" fmla="*/ 599789 h 885825"/>
                <a:gd name="connsiteX1814" fmla="*/ 334423 w 504825"/>
                <a:gd name="connsiteY1814" fmla="*/ 598742 h 885825"/>
                <a:gd name="connsiteX1815" fmla="*/ 334423 w 504825"/>
                <a:gd name="connsiteY1815" fmla="*/ 597503 h 885825"/>
                <a:gd name="connsiteX1816" fmla="*/ 334613 w 504825"/>
                <a:gd name="connsiteY1816" fmla="*/ 596265 h 885825"/>
                <a:gd name="connsiteX1817" fmla="*/ 336232 w 504825"/>
                <a:gd name="connsiteY1817" fmla="*/ 592931 h 885825"/>
                <a:gd name="connsiteX1818" fmla="*/ 336518 w 504825"/>
                <a:gd name="connsiteY1818" fmla="*/ 591884 h 885825"/>
                <a:gd name="connsiteX1819" fmla="*/ 336613 w 504825"/>
                <a:gd name="connsiteY1819" fmla="*/ 588359 h 885825"/>
                <a:gd name="connsiteX1820" fmla="*/ 336804 w 504825"/>
                <a:gd name="connsiteY1820" fmla="*/ 587216 h 885825"/>
                <a:gd name="connsiteX1821" fmla="*/ 337947 w 504825"/>
                <a:gd name="connsiteY1821" fmla="*/ 584835 h 885825"/>
                <a:gd name="connsiteX1822" fmla="*/ 338709 w 504825"/>
                <a:gd name="connsiteY1822" fmla="*/ 583311 h 885825"/>
                <a:gd name="connsiteX1823" fmla="*/ 339280 w 504825"/>
                <a:gd name="connsiteY1823" fmla="*/ 582454 h 885825"/>
                <a:gd name="connsiteX1824" fmla="*/ 343662 w 504825"/>
                <a:gd name="connsiteY1824" fmla="*/ 577691 h 885825"/>
                <a:gd name="connsiteX1825" fmla="*/ 344329 w 504825"/>
                <a:gd name="connsiteY1825" fmla="*/ 576453 h 885825"/>
                <a:gd name="connsiteX1826" fmla="*/ 345948 w 504825"/>
                <a:gd name="connsiteY1826" fmla="*/ 569404 h 885825"/>
                <a:gd name="connsiteX1827" fmla="*/ 346805 w 504825"/>
                <a:gd name="connsiteY1827" fmla="*/ 567309 h 885825"/>
                <a:gd name="connsiteX1828" fmla="*/ 348329 w 504825"/>
                <a:gd name="connsiteY1828" fmla="*/ 565214 h 885825"/>
                <a:gd name="connsiteX1829" fmla="*/ 348805 w 504825"/>
                <a:gd name="connsiteY1829" fmla="*/ 564166 h 885825"/>
                <a:gd name="connsiteX1830" fmla="*/ 349091 w 504825"/>
                <a:gd name="connsiteY1830" fmla="*/ 561689 h 885825"/>
                <a:gd name="connsiteX1831" fmla="*/ 348996 w 504825"/>
                <a:gd name="connsiteY1831" fmla="*/ 561403 h 885825"/>
                <a:gd name="connsiteX1832" fmla="*/ 348805 w 504825"/>
                <a:gd name="connsiteY1832" fmla="*/ 561213 h 885825"/>
                <a:gd name="connsiteX1833" fmla="*/ 348615 w 504825"/>
                <a:gd name="connsiteY1833" fmla="*/ 561213 h 885825"/>
                <a:gd name="connsiteX1834" fmla="*/ 348424 w 504825"/>
                <a:gd name="connsiteY1834" fmla="*/ 561213 h 885825"/>
                <a:gd name="connsiteX1835" fmla="*/ 348234 w 504825"/>
                <a:gd name="connsiteY1835" fmla="*/ 561118 h 885825"/>
                <a:gd name="connsiteX1836" fmla="*/ 347472 w 504825"/>
                <a:gd name="connsiteY1836" fmla="*/ 560070 h 885825"/>
                <a:gd name="connsiteX1837" fmla="*/ 347186 w 504825"/>
                <a:gd name="connsiteY1837" fmla="*/ 559594 h 885825"/>
                <a:gd name="connsiteX1838" fmla="*/ 346805 w 504825"/>
                <a:gd name="connsiteY1838" fmla="*/ 557498 h 885825"/>
                <a:gd name="connsiteX1839" fmla="*/ 346138 w 504825"/>
                <a:gd name="connsiteY1839" fmla="*/ 556736 h 885825"/>
                <a:gd name="connsiteX1840" fmla="*/ 345091 w 504825"/>
                <a:gd name="connsiteY1840" fmla="*/ 556355 h 885825"/>
                <a:gd name="connsiteX1841" fmla="*/ 343186 w 504825"/>
                <a:gd name="connsiteY1841" fmla="*/ 555879 h 885825"/>
                <a:gd name="connsiteX1842" fmla="*/ 342614 w 504825"/>
                <a:gd name="connsiteY1842" fmla="*/ 555689 h 885825"/>
                <a:gd name="connsiteX1843" fmla="*/ 342043 w 504825"/>
                <a:gd name="connsiteY1843" fmla="*/ 555593 h 885825"/>
                <a:gd name="connsiteX1844" fmla="*/ 341281 w 504825"/>
                <a:gd name="connsiteY1844" fmla="*/ 555784 h 885825"/>
                <a:gd name="connsiteX1845" fmla="*/ 340709 w 504825"/>
                <a:gd name="connsiteY1845" fmla="*/ 556165 h 885825"/>
                <a:gd name="connsiteX1846" fmla="*/ 340328 w 504825"/>
                <a:gd name="connsiteY1846" fmla="*/ 556641 h 885825"/>
                <a:gd name="connsiteX1847" fmla="*/ 339947 w 504825"/>
                <a:gd name="connsiteY1847" fmla="*/ 556832 h 885825"/>
                <a:gd name="connsiteX1848" fmla="*/ 339471 w 504825"/>
                <a:gd name="connsiteY1848" fmla="*/ 556546 h 885825"/>
                <a:gd name="connsiteX1849" fmla="*/ 339376 w 504825"/>
                <a:gd name="connsiteY1849" fmla="*/ 555974 h 885825"/>
                <a:gd name="connsiteX1850" fmla="*/ 339757 w 504825"/>
                <a:gd name="connsiteY1850" fmla="*/ 555498 h 885825"/>
                <a:gd name="connsiteX1851" fmla="*/ 339852 w 504825"/>
                <a:gd name="connsiteY1851" fmla="*/ 555117 h 885825"/>
                <a:gd name="connsiteX1852" fmla="*/ 339185 w 504825"/>
                <a:gd name="connsiteY1852" fmla="*/ 554736 h 885825"/>
                <a:gd name="connsiteX1853" fmla="*/ 338614 w 504825"/>
                <a:gd name="connsiteY1853" fmla="*/ 554831 h 885825"/>
                <a:gd name="connsiteX1854" fmla="*/ 337280 w 504825"/>
                <a:gd name="connsiteY1854" fmla="*/ 555403 h 885825"/>
                <a:gd name="connsiteX1855" fmla="*/ 336613 w 504825"/>
                <a:gd name="connsiteY1855" fmla="*/ 555498 h 885825"/>
                <a:gd name="connsiteX1856" fmla="*/ 335947 w 504825"/>
                <a:gd name="connsiteY1856" fmla="*/ 555212 h 885825"/>
                <a:gd name="connsiteX1857" fmla="*/ 334994 w 504825"/>
                <a:gd name="connsiteY1857" fmla="*/ 554355 h 885825"/>
                <a:gd name="connsiteX1858" fmla="*/ 334423 w 504825"/>
                <a:gd name="connsiteY1858" fmla="*/ 553974 h 885825"/>
                <a:gd name="connsiteX1859" fmla="*/ 334137 w 504825"/>
                <a:gd name="connsiteY1859" fmla="*/ 553879 h 885825"/>
                <a:gd name="connsiteX1860" fmla="*/ 333184 w 504825"/>
                <a:gd name="connsiteY1860" fmla="*/ 553974 h 885825"/>
                <a:gd name="connsiteX1861" fmla="*/ 332804 w 504825"/>
                <a:gd name="connsiteY1861" fmla="*/ 553784 h 885825"/>
                <a:gd name="connsiteX1862" fmla="*/ 332518 w 504825"/>
                <a:gd name="connsiteY1862" fmla="*/ 553402 h 885825"/>
                <a:gd name="connsiteX1863" fmla="*/ 332327 w 504825"/>
                <a:gd name="connsiteY1863" fmla="*/ 553022 h 885825"/>
                <a:gd name="connsiteX1864" fmla="*/ 332232 w 504825"/>
                <a:gd name="connsiteY1864" fmla="*/ 552831 h 885825"/>
                <a:gd name="connsiteX1865" fmla="*/ 329755 w 504825"/>
                <a:gd name="connsiteY1865" fmla="*/ 552736 h 885825"/>
                <a:gd name="connsiteX1866" fmla="*/ 327469 w 504825"/>
                <a:gd name="connsiteY1866" fmla="*/ 553784 h 885825"/>
                <a:gd name="connsiteX1867" fmla="*/ 323088 w 504825"/>
                <a:gd name="connsiteY1867" fmla="*/ 556546 h 885825"/>
                <a:gd name="connsiteX1868" fmla="*/ 322040 w 504825"/>
                <a:gd name="connsiteY1868" fmla="*/ 556927 h 885825"/>
                <a:gd name="connsiteX1869" fmla="*/ 320992 w 504825"/>
                <a:gd name="connsiteY1869" fmla="*/ 557117 h 885825"/>
                <a:gd name="connsiteX1870" fmla="*/ 318611 w 504825"/>
                <a:gd name="connsiteY1870" fmla="*/ 557212 h 885825"/>
                <a:gd name="connsiteX1871" fmla="*/ 318135 w 504825"/>
                <a:gd name="connsiteY1871" fmla="*/ 557498 h 885825"/>
                <a:gd name="connsiteX1872" fmla="*/ 316706 w 504825"/>
                <a:gd name="connsiteY1872" fmla="*/ 559118 h 885825"/>
                <a:gd name="connsiteX1873" fmla="*/ 316325 w 504825"/>
                <a:gd name="connsiteY1873" fmla="*/ 559784 h 885825"/>
                <a:gd name="connsiteX1874" fmla="*/ 316135 w 504825"/>
                <a:gd name="connsiteY1874" fmla="*/ 560260 h 885825"/>
                <a:gd name="connsiteX1875" fmla="*/ 316039 w 504825"/>
                <a:gd name="connsiteY1875" fmla="*/ 560642 h 885825"/>
                <a:gd name="connsiteX1876" fmla="*/ 315944 w 504825"/>
                <a:gd name="connsiteY1876" fmla="*/ 561784 h 885825"/>
                <a:gd name="connsiteX1877" fmla="*/ 316135 w 504825"/>
                <a:gd name="connsiteY1877" fmla="*/ 562070 h 885825"/>
                <a:gd name="connsiteX1878" fmla="*/ 316897 w 504825"/>
                <a:gd name="connsiteY1878" fmla="*/ 562642 h 885825"/>
                <a:gd name="connsiteX1879" fmla="*/ 317087 w 504825"/>
                <a:gd name="connsiteY1879" fmla="*/ 562927 h 885825"/>
                <a:gd name="connsiteX1880" fmla="*/ 317278 w 504825"/>
                <a:gd name="connsiteY1880" fmla="*/ 566357 h 885825"/>
                <a:gd name="connsiteX1881" fmla="*/ 317087 w 504825"/>
                <a:gd name="connsiteY1881" fmla="*/ 567500 h 885825"/>
                <a:gd name="connsiteX1882" fmla="*/ 315087 w 504825"/>
                <a:gd name="connsiteY1882" fmla="*/ 570833 h 885825"/>
                <a:gd name="connsiteX1883" fmla="*/ 315087 w 504825"/>
                <a:gd name="connsiteY1883" fmla="*/ 571309 h 885825"/>
                <a:gd name="connsiteX1884" fmla="*/ 313849 w 504825"/>
                <a:gd name="connsiteY1884" fmla="*/ 574072 h 885825"/>
                <a:gd name="connsiteX1885" fmla="*/ 311944 w 504825"/>
                <a:gd name="connsiteY1885" fmla="*/ 575977 h 885825"/>
                <a:gd name="connsiteX1886" fmla="*/ 311658 w 504825"/>
                <a:gd name="connsiteY1886" fmla="*/ 576453 h 885825"/>
                <a:gd name="connsiteX1887" fmla="*/ 311182 w 504825"/>
                <a:gd name="connsiteY1887" fmla="*/ 576834 h 885825"/>
                <a:gd name="connsiteX1888" fmla="*/ 310229 w 504825"/>
                <a:gd name="connsiteY1888" fmla="*/ 577120 h 885825"/>
                <a:gd name="connsiteX1889" fmla="*/ 309277 w 504825"/>
                <a:gd name="connsiteY1889" fmla="*/ 577596 h 885825"/>
                <a:gd name="connsiteX1890" fmla="*/ 308800 w 504825"/>
                <a:gd name="connsiteY1890" fmla="*/ 578549 h 885825"/>
                <a:gd name="connsiteX1891" fmla="*/ 309181 w 504825"/>
                <a:gd name="connsiteY1891" fmla="*/ 580834 h 885825"/>
                <a:gd name="connsiteX1892" fmla="*/ 311182 w 504825"/>
                <a:gd name="connsiteY1892" fmla="*/ 585026 h 885825"/>
                <a:gd name="connsiteX1893" fmla="*/ 311753 w 504825"/>
                <a:gd name="connsiteY1893" fmla="*/ 587407 h 885825"/>
                <a:gd name="connsiteX1894" fmla="*/ 310991 w 504825"/>
                <a:gd name="connsiteY1894" fmla="*/ 593884 h 885825"/>
                <a:gd name="connsiteX1895" fmla="*/ 311372 w 504825"/>
                <a:gd name="connsiteY1895" fmla="*/ 596170 h 885825"/>
                <a:gd name="connsiteX1896" fmla="*/ 312039 w 504825"/>
                <a:gd name="connsiteY1896" fmla="*/ 598456 h 885825"/>
                <a:gd name="connsiteX1897" fmla="*/ 312230 w 504825"/>
                <a:gd name="connsiteY1897" fmla="*/ 599789 h 885825"/>
                <a:gd name="connsiteX1898" fmla="*/ 311944 w 504825"/>
                <a:gd name="connsiteY1898" fmla="*/ 600742 h 885825"/>
                <a:gd name="connsiteX1899" fmla="*/ 310515 w 504825"/>
                <a:gd name="connsiteY1899" fmla="*/ 602456 h 885825"/>
                <a:gd name="connsiteX1900" fmla="*/ 309563 w 504825"/>
                <a:gd name="connsiteY1900" fmla="*/ 602933 h 885825"/>
                <a:gd name="connsiteX1901" fmla="*/ 308515 w 504825"/>
                <a:gd name="connsiteY1901" fmla="*/ 602361 h 885825"/>
                <a:gd name="connsiteX1902" fmla="*/ 307181 w 504825"/>
                <a:gd name="connsiteY1902" fmla="*/ 603218 h 885825"/>
                <a:gd name="connsiteX1903" fmla="*/ 304324 w 504825"/>
                <a:gd name="connsiteY1903" fmla="*/ 606171 h 885825"/>
                <a:gd name="connsiteX1904" fmla="*/ 303181 w 504825"/>
                <a:gd name="connsiteY1904" fmla="*/ 606743 h 885825"/>
                <a:gd name="connsiteX1905" fmla="*/ 300514 w 504825"/>
                <a:gd name="connsiteY1905" fmla="*/ 607314 h 885825"/>
                <a:gd name="connsiteX1906" fmla="*/ 299752 w 504825"/>
                <a:gd name="connsiteY1906" fmla="*/ 607790 h 885825"/>
                <a:gd name="connsiteX1907" fmla="*/ 298894 w 504825"/>
                <a:gd name="connsiteY1907" fmla="*/ 607409 h 885825"/>
                <a:gd name="connsiteX1908" fmla="*/ 295465 w 504825"/>
                <a:gd name="connsiteY1908" fmla="*/ 606743 h 885825"/>
                <a:gd name="connsiteX1909" fmla="*/ 294227 w 504825"/>
                <a:gd name="connsiteY1909" fmla="*/ 606743 h 885825"/>
                <a:gd name="connsiteX1910" fmla="*/ 292036 w 504825"/>
                <a:gd name="connsiteY1910" fmla="*/ 607314 h 885825"/>
                <a:gd name="connsiteX1911" fmla="*/ 290989 w 504825"/>
                <a:gd name="connsiteY1911" fmla="*/ 607409 h 885825"/>
                <a:gd name="connsiteX1912" fmla="*/ 290322 w 504825"/>
                <a:gd name="connsiteY1912" fmla="*/ 607885 h 885825"/>
                <a:gd name="connsiteX1913" fmla="*/ 289369 w 504825"/>
                <a:gd name="connsiteY1913" fmla="*/ 610267 h 885825"/>
                <a:gd name="connsiteX1914" fmla="*/ 287369 w 504825"/>
                <a:gd name="connsiteY1914" fmla="*/ 613886 h 885825"/>
                <a:gd name="connsiteX1915" fmla="*/ 286798 w 504825"/>
                <a:gd name="connsiteY1915" fmla="*/ 614458 h 885825"/>
                <a:gd name="connsiteX1916" fmla="*/ 286798 w 504825"/>
                <a:gd name="connsiteY1916" fmla="*/ 614743 h 885825"/>
                <a:gd name="connsiteX1917" fmla="*/ 287560 w 504825"/>
                <a:gd name="connsiteY1917" fmla="*/ 616268 h 885825"/>
                <a:gd name="connsiteX1918" fmla="*/ 287560 w 504825"/>
                <a:gd name="connsiteY1918" fmla="*/ 617982 h 885825"/>
                <a:gd name="connsiteX1919" fmla="*/ 287274 w 504825"/>
                <a:gd name="connsiteY1919" fmla="*/ 619982 h 885825"/>
                <a:gd name="connsiteX1920" fmla="*/ 287274 w 504825"/>
                <a:gd name="connsiteY1920" fmla="*/ 622078 h 885825"/>
                <a:gd name="connsiteX1921" fmla="*/ 287560 w 504825"/>
                <a:gd name="connsiteY1921" fmla="*/ 621887 h 885825"/>
                <a:gd name="connsiteX1922" fmla="*/ 288417 w 504825"/>
                <a:gd name="connsiteY1922" fmla="*/ 621506 h 885825"/>
                <a:gd name="connsiteX1923" fmla="*/ 288703 w 504825"/>
                <a:gd name="connsiteY1923" fmla="*/ 621316 h 885825"/>
                <a:gd name="connsiteX1924" fmla="*/ 288703 w 504825"/>
                <a:gd name="connsiteY1924" fmla="*/ 622078 h 885825"/>
                <a:gd name="connsiteX1925" fmla="*/ 288417 w 504825"/>
                <a:gd name="connsiteY1925" fmla="*/ 623507 h 885825"/>
                <a:gd name="connsiteX1926" fmla="*/ 288322 w 504825"/>
                <a:gd name="connsiteY1926" fmla="*/ 624268 h 885825"/>
                <a:gd name="connsiteX1927" fmla="*/ 288607 w 504825"/>
                <a:gd name="connsiteY1927" fmla="*/ 624078 h 885825"/>
                <a:gd name="connsiteX1928" fmla="*/ 289179 w 504825"/>
                <a:gd name="connsiteY1928" fmla="*/ 623792 h 885825"/>
                <a:gd name="connsiteX1929" fmla="*/ 289465 w 504825"/>
                <a:gd name="connsiteY1929" fmla="*/ 623602 h 885825"/>
                <a:gd name="connsiteX1930" fmla="*/ 290417 w 504825"/>
                <a:gd name="connsiteY1930" fmla="*/ 624554 h 885825"/>
                <a:gd name="connsiteX1931" fmla="*/ 290608 w 504825"/>
                <a:gd name="connsiteY1931" fmla="*/ 625031 h 885825"/>
                <a:gd name="connsiteX1932" fmla="*/ 290227 w 504825"/>
                <a:gd name="connsiteY1932" fmla="*/ 625507 h 885825"/>
                <a:gd name="connsiteX1933" fmla="*/ 290417 w 504825"/>
                <a:gd name="connsiteY1933" fmla="*/ 625602 h 885825"/>
                <a:gd name="connsiteX1934" fmla="*/ 256127 w 504825"/>
                <a:gd name="connsiteY1934" fmla="*/ 426910 h 885825"/>
                <a:gd name="connsiteX1935" fmla="*/ 257746 w 504825"/>
                <a:gd name="connsiteY1935" fmla="*/ 428625 h 885825"/>
                <a:gd name="connsiteX1936" fmla="*/ 258604 w 504825"/>
                <a:gd name="connsiteY1936" fmla="*/ 430054 h 885825"/>
                <a:gd name="connsiteX1937" fmla="*/ 259175 w 504825"/>
                <a:gd name="connsiteY1937" fmla="*/ 430435 h 885825"/>
                <a:gd name="connsiteX1938" fmla="*/ 259651 w 504825"/>
                <a:gd name="connsiteY1938" fmla="*/ 430625 h 885825"/>
                <a:gd name="connsiteX1939" fmla="*/ 260604 w 504825"/>
                <a:gd name="connsiteY1939" fmla="*/ 430720 h 885825"/>
                <a:gd name="connsiteX1940" fmla="*/ 261080 w 504825"/>
                <a:gd name="connsiteY1940" fmla="*/ 430816 h 885825"/>
                <a:gd name="connsiteX1941" fmla="*/ 262890 w 504825"/>
                <a:gd name="connsiteY1941" fmla="*/ 432435 h 885825"/>
                <a:gd name="connsiteX1942" fmla="*/ 263461 w 504825"/>
                <a:gd name="connsiteY1942" fmla="*/ 432721 h 885825"/>
                <a:gd name="connsiteX1943" fmla="*/ 263938 w 504825"/>
                <a:gd name="connsiteY1943" fmla="*/ 433102 h 885825"/>
                <a:gd name="connsiteX1944" fmla="*/ 264700 w 504825"/>
                <a:gd name="connsiteY1944" fmla="*/ 433864 h 885825"/>
                <a:gd name="connsiteX1945" fmla="*/ 265557 w 504825"/>
                <a:gd name="connsiteY1945" fmla="*/ 434435 h 885825"/>
                <a:gd name="connsiteX1946" fmla="*/ 266414 w 504825"/>
                <a:gd name="connsiteY1946" fmla="*/ 434245 h 885825"/>
                <a:gd name="connsiteX1947" fmla="*/ 268033 w 504825"/>
                <a:gd name="connsiteY1947" fmla="*/ 432816 h 885825"/>
                <a:gd name="connsiteX1948" fmla="*/ 268510 w 504825"/>
                <a:gd name="connsiteY1948" fmla="*/ 431864 h 885825"/>
                <a:gd name="connsiteX1949" fmla="*/ 268033 w 504825"/>
                <a:gd name="connsiteY1949" fmla="*/ 430720 h 885825"/>
                <a:gd name="connsiteX1950" fmla="*/ 269176 w 504825"/>
                <a:gd name="connsiteY1950" fmla="*/ 429197 h 885825"/>
                <a:gd name="connsiteX1951" fmla="*/ 272224 w 504825"/>
                <a:gd name="connsiteY1951" fmla="*/ 426053 h 885825"/>
                <a:gd name="connsiteX1952" fmla="*/ 272701 w 504825"/>
                <a:gd name="connsiteY1952" fmla="*/ 424434 h 885825"/>
                <a:gd name="connsiteX1953" fmla="*/ 272415 w 504825"/>
                <a:gd name="connsiteY1953" fmla="*/ 423958 h 885825"/>
                <a:gd name="connsiteX1954" fmla="*/ 271463 w 504825"/>
                <a:gd name="connsiteY1954" fmla="*/ 423291 h 885825"/>
                <a:gd name="connsiteX1955" fmla="*/ 271272 w 504825"/>
                <a:gd name="connsiteY1955" fmla="*/ 422815 h 885825"/>
                <a:gd name="connsiteX1956" fmla="*/ 271272 w 504825"/>
                <a:gd name="connsiteY1956" fmla="*/ 421862 h 885825"/>
                <a:gd name="connsiteX1957" fmla="*/ 271272 w 504825"/>
                <a:gd name="connsiteY1957" fmla="*/ 421481 h 885825"/>
                <a:gd name="connsiteX1958" fmla="*/ 271748 w 504825"/>
                <a:gd name="connsiteY1958" fmla="*/ 421481 h 885825"/>
                <a:gd name="connsiteX1959" fmla="*/ 272129 w 504825"/>
                <a:gd name="connsiteY1959" fmla="*/ 421386 h 885825"/>
                <a:gd name="connsiteX1960" fmla="*/ 272320 w 504825"/>
                <a:gd name="connsiteY1960" fmla="*/ 421100 h 885825"/>
                <a:gd name="connsiteX1961" fmla="*/ 271939 w 504825"/>
                <a:gd name="connsiteY1961" fmla="*/ 420148 h 885825"/>
                <a:gd name="connsiteX1962" fmla="*/ 270986 w 504825"/>
                <a:gd name="connsiteY1962" fmla="*/ 419386 h 885825"/>
                <a:gd name="connsiteX1963" fmla="*/ 269843 w 504825"/>
                <a:gd name="connsiteY1963" fmla="*/ 419100 h 885825"/>
                <a:gd name="connsiteX1964" fmla="*/ 269081 w 504825"/>
                <a:gd name="connsiteY1964" fmla="*/ 419576 h 885825"/>
                <a:gd name="connsiteX1965" fmla="*/ 268796 w 504825"/>
                <a:gd name="connsiteY1965" fmla="*/ 419481 h 885825"/>
                <a:gd name="connsiteX1966" fmla="*/ 268224 w 504825"/>
                <a:gd name="connsiteY1966" fmla="*/ 419100 h 885825"/>
                <a:gd name="connsiteX1967" fmla="*/ 268033 w 504825"/>
                <a:gd name="connsiteY1967" fmla="*/ 418909 h 885825"/>
                <a:gd name="connsiteX1968" fmla="*/ 268510 w 504825"/>
                <a:gd name="connsiteY1968" fmla="*/ 418433 h 885825"/>
                <a:gd name="connsiteX1969" fmla="*/ 268319 w 504825"/>
                <a:gd name="connsiteY1969" fmla="*/ 417862 h 885825"/>
                <a:gd name="connsiteX1970" fmla="*/ 267748 w 504825"/>
                <a:gd name="connsiteY1970" fmla="*/ 417576 h 885825"/>
                <a:gd name="connsiteX1971" fmla="*/ 266986 w 504825"/>
                <a:gd name="connsiteY1971" fmla="*/ 417862 h 885825"/>
                <a:gd name="connsiteX1972" fmla="*/ 267176 w 504825"/>
                <a:gd name="connsiteY1972" fmla="*/ 417100 h 885825"/>
                <a:gd name="connsiteX1973" fmla="*/ 266986 w 504825"/>
                <a:gd name="connsiteY1973" fmla="*/ 416528 h 885825"/>
                <a:gd name="connsiteX1974" fmla="*/ 266509 w 504825"/>
                <a:gd name="connsiteY1974" fmla="*/ 416052 h 885825"/>
                <a:gd name="connsiteX1975" fmla="*/ 265843 w 504825"/>
                <a:gd name="connsiteY1975" fmla="*/ 415576 h 885825"/>
                <a:gd name="connsiteX1976" fmla="*/ 265366 w 504825"/>
                <a:gd name="connsiteY1976" fmla="*/ 416719 h 885825"/>
                <a:gd name="connsiteX1977" fmla="*/ 264223 w 504825"/>
                <a:gd name="connsiteY1977" fmla="*/ 417100 h 885825"/>
                <a:gd name="connsiteX1978" fmla="*/ 262985 w 504825"/>
                <a:gd name="connsiteY1978" fmla="*/ 416814 h 885825"/>
                <a:gd name="connsiteX1979" fmla="*/ 262128 w 504825"/>
                <a:gd name="connsiteY1979" fmla="*/ 415957 h 885825"/>
                <a:gd name="connsiteX1980" fmla="*/ 261842 w 504825"/>
                <a:gd name="connsiteY1980" fmla="*/ 416242 h 885825"/>
                <a:gd name="connsiteX1981" fmla="*/ 261271 w 504825"/>
                <a:gd name="connsiteY1981" fmla="*/ 416814 h 885825"/>
                <a:gd name="connsiteX1982" fmla="*/ 260985 w 504825"/>
                <a:gd name="connsiteY1982" fmla="*/ 417100 h 885825"/>
                <a:gd name="connsiteX1983" fmla="*/ 259842 w 504825"/>
                <a:gd name="connsiteY1983" fmla="*/ 415385 h 885825"/>
                <a:gd name="connsiteX1984" fmla="*/ 259080 w 504825"/>
                <a:gd name="connsiteY1984" fmla="*/ 414623 h 885825"/>
                <a:gd name="connsiteX1985" fmla="*/ 258318 w 504825"/>
                <a:gd name="connsiteY1985" fmla="*/ 414814 h 885825"/>
                <a:gd name="connsiteX1986" fmla="*/ 258127 w 504825"/>
                <a:gd name="connsiteY1986" fmla="*/ 415195 h 885825"/>
                <a:gd name="connsiteX1987" fmla="*/ 258032 w 504825"/>
                <a:gd name="connsiteY1987" fmla="*/ 416719 h 885825"/>
                <a:gd name="connsiteX1988" fmla="*/ 257842 w 504825"/>
                <a:gd name="connsiteY1988" fmla="*/ 417195 h 885825"/>
                <a:gd name="connsiteX1989" fmla="*/ 256413 w 504825"/>
                <a:gd name="connsiteY1989" fmla="*/ 419672 h 885825"/>
                <a:gd name="connsiteX1990" fmla="*/ 256032 w 504825"/>
                <a:gd name="connsiteY1990" fmla="*/ 420148 h 885825"/>
                <a:gd name="connsiteX1991" fmla="*/ 255841 w 504825"/>
                <a:gd name="connsiteY1991" fmla="*/ 420910 h 885825"/>
                <a:gd name="connsiteX1992" fmla="*/ 255841 w 504825"/>
                <a:gd name="connsiteY1992" fmla="*/ 423767 h 885825"/>
                <a:gd name="connsiteX1993" fmla="*/ 256032 w 504825"/>
                <a:gd name="connsiteY1993" fmla="*/ 424529 h 885825"/>
                <a:gd name="connsiteX1994" fmla="*/ 256032 w 504825"/>
                <a:gd name="connsiteY1994" fmla="*/ 424910 h 885825"/>
                <a:gd name="connsiteX1995" fmla="*/ 255841 w 504825"/>
                <a:gd name="connsiteY1995" fmla="*/ 426149 h 885825"/>
                <a:gd name="connsiteX1996" fmla="*/ 256127 w 504825"/>
                <a:gd name="connsiteY1996" fmla="*/ 426910 h 885825"/>
                <a:gd name="connsiteX1997" fmla="*/ 360045 w 504825"/>
                <a:gd name="connsiteY1997" fmla="*/ 541782 h 885825"/>
                <a:gd name="connsiteX1998" fmla="*/ 358521 w 504825"/>
                <a:gd name="connsiteY1998" fmla="*/ 537496 h 885825"/>
                <a:gd name="connsiteX1999" fmla="*/ 358235 w 504825"/>
                <a:gd name="connsiteY1999" fmla="*/ 536924 h 885825"/>
                <a:gd name="connsiteX2000" fmla="*/ 357759 w 504825"/>
                <a:gd name="connsiteY2000" fmla="*/ 536734 h 885825"/>
                <a:gd name="connsiteX2001" fmla="*/ 357092 w 504825"/>
                <a:gd name="connsiteY2001" fmla="*/ 537210 h 885825"/>
                <a:gd name="connsiteX2002" fmla="*/ 356235 w 504825"/>
                <a:gd name="connsiteY2002" fmla="*/ 538258 h 885825"/>
                <a:gd name="connsiteX2003" fmla="*/ 355854 w 504825"/>
                <a:gd name="connsiteY2003" fmla="*/ 538925 h 885825"/>
                <a:gd name="connsiteX2004" fmla="*/ 355663 w 504825"/>
                <a:gd name="connsiteY2004" fmla="*/ 539496 h 885825"/>
                <a:gd name="connsiteX2005" fmla="*/ 355854 w 504825"/>
                <a:gd name="connsiteY2005" fmla="*/ 540734 h 885825"/>
                <a:gd name="connsiteX2006" fmla="*/ 357188 w 504825"/>
                <a:gd name="connsiteY2006" fmla="*/ 544163 h 885825"/>
                <a:gd name="connsiteX2007" fmla="*/ 357854 w 504825"/>
                <a:gd name="connsiteY2007" fmla="*/ 545020 h 885825"/>
                <a:gd name="connsiteX2008" fmla="*/ 358045 w 504825"/>
                <a:gd name="connsiteY2008" fmla="*/ 544925 h 885825"/>
                <a:gd name="connsiteX2009" fmla="*/ 361474 w 504825"/>
                <a:gd name="connsiteY2009" fmla="*/ 544544 h 885825"/>
                <a:gd name="connsiteX2010" fmla="*/ 361664 w 504825"/>
                <a:gd name="connsiteY2010" fmla="*/ 544163 h 885825"/>
                <a:gd name="connsiteX2011" fmla="*/ 361283 w 504825"/>
                <a:gd name="connsiteY2011" fmla="*/ 543592 h 885825"/>
                <a:gd name="connsiteX2012" fmla="*/ 360712 w 504825"/>
                <a:gd name="connsiteY2012" fmla="*/ 542830 h 885825"/>
                <a:gd name="connsiteX2013" fmla="*/ 360045 w 504825"/>
                <a:gd name="connsiteY2013" fmla="*/ 541782 h 885825"/>
                <a:gd name="connsiteX2014" fmla="*/ 333565 w 504825"/>
                <a:gd name="connsiteY2014" fmla="*/ 455295 h 885825"/>
                <a:gd name="connsiteX2015" fmla="*/ 333184 w 504825"/>
                <a:gd name="connsiteY2015" fmla="*/ 452628 h 885825"/>
                <a:gd name="connsiteX2016" fmla="*/ 332804 w 504825"/>
                <a:gd name="connsiteY2016" fmla="*/ 451961 h 885825"/>
                <a:gd name="connsiteX2017" fmla="*/ 332613 w 504825"/>
                <a:gd name="connsiteY2017" fmla="*/ 451390 h 885825"/>
                <a:gd name="connsiteX2018" fmla="*/ 332232 w 504825"/>
                <a:gd name="connsiteY2018" fmla="*/ 450914 h 885825"/>
                <a:gd name="connsiteX2019" fmla="*/ 331375 w 504825"/>
                <a:gd name="connsiteY2019" fmla="*/ 450437 h 885825"/>
                <a:gd name="connsiteX2020" fmla="*/ 330327 w 504825"/>
                <a:gd name="connsiteY2020" fmla="*/ 450914 h 885825"/>
                <a:gd name="connsiteX2021" fmla="*/ 328993 w 504825"/>
                <a:gd name="connsiteY2021" fmla="*/ 450437 h 885825"/>
                <a:gd name="connsiteX2022" fmla="*/ 327755 w 504825"/>
                <a:gd name="connsiteY2022" fmla="*/ 449580 h 885825"/>
                <a:gd name="connsiteX2023" fmla="*/ 326898 w 504825"/>
                <a:gd name="connsiteY2023" fmla="*/ 448723 h 885825"/>
                <a:gd name="connsiteX2024" fmla="*/ 326136 w 504825"/>
                <a:gd name="connsiteY2024" fmla="*/ 447008 h 885825"/>
                <a:gd name="connsiteX2025" fmla="*/ 326041 w 504825"/>
                <a:gd name="connsiteY2025" fmla="*/ 446818 h 885825"/>
                <a:gd name="connsiteX2026" fmla="*/ 325850 w 504825"/>
                <a:gd name="connsiteY2026" fmla="*/ 446151 h 885825"/>
                <a:gd name="connsiteX2027" fmla="*/ 325088 w 504825"/>
                <a:gd name="connsiteY2027" fmla="*/ 444817 h 885825"/>
                <a:gd name="connsiteX2028" fmla="*/ 324898 w 504825"/>
                <a:gd name="connsiteY2028" fmla="*/ 444151 h 885825"/>
                <a:gd name="connsiteX2029" fmla="*/ 324707 w 504825"/>
                <a:gd name="connsiteY2029" fmla="*/ 443865 h 885825"/>
                <a:gd name="connsiteX2030" fmla="*/ 323469 w 504825"/>
                <a:gd name="connsiteY2030" fmla="*/ 442817 h 885825"/>
                <a:gd name="connsiteX2031" fmla="*/ 322421 w 504825"/>
                <a:gd name="connsiteY2031" fmla="*/ 440626 h 885825"/>
                <a:gd name="connsiteX2032" fmla="*/ 321564 w 504825"/>
                <a:gd name="connsiteY2032" fmla="*/ 439388 h 885825"/>
                <a:gd name="connsiteX2033" fmla="*/ 321088 w 504825"/>
                <a:gd name="connsiteY2033" fmla="*/ 438817 h 885825"/>
                <a:gd name="connsiteX2034" fmla="*/ 320516 w 504825"/>
                <a:gd name="connsiteY2034" fmla="*/ 438341 h 885825"/>
                <a:gd name="connsiteX2035" fmla="*/ 319278 w 504825"/>
                <a:gd name="connsiteY2035" fmla="*/ 437483 h 885825"/>
                <a:gd name="connsiteX2036" fmla="*/ 318611 w 504825"/>
                <a:gd name="connsiteY2036" fmla="*/ 437102 h 885825"/>
                <a:gd name="connsiteX2037" fmla="*/ 317944 w 504825"/>
                <a:gd name="connsiteY2037" fmla="*/ 436912 h 885825"/>
                <a:gd name="connsiteX2038" fmla="*/ 317754 w 504825"/>
                <a:gd name="connsiteY2038" fmla="*/ 438245 h 885825"/>
                <a:gd name="connsiteX2039" fmla="*/ 316992 w 504825"/>
                <a:gd name="connsiteY2039" fmla="*/ 438626 h 885825"/>
                <a:gd name="connsiteX2040" fmla="*/ 316135 w 504825"/>
                <a:gd name="connsiteY2040" fmla="*/ 438722 h 885825"/>
                <a:gd name="connsiteX2041" fmla="*/ 315373 w 504825"/>
                <a:gd name="connsiteY2041" fmla="*/ 439198 h 885825"/>
                <a:gd name="connsiteX2042" fmla="*/ 315373 w 504825"/>
                <a:gd name="connsiteY2042" fmla="*/ 439865 h 885825"/>
                <a:gd name="connsiteX2043" fmla="*/ 315754 w 504825"/>
                <a:gd name="connsiteY2043" fmla="*/ 442912 h 885825"/>
                <a:gd name="connsiteX2044" fmla="*/ 316992 w 504825"/>
                <a:gd name="connsiteY2044" fmla="*/ 444246 h 885825"/>
                <a:gd name="connsiteX2045" fmla="*/ 320230 w 504825"/>
                <a:gd name="connsiteY2045" fmla="*/ 445008 h 885825"/>
                <a:gd name="connsiteX2046" fmla="*/ 321564 w 504825"/>
                <a:gd name="connsiteY2046" fmla="*/ 445865 h 885825"/>
                <a:gd name="connsiteX2047" fmla="*/ 321755 w 504825"/>
                <a:gd name="connsiteY2047" fmla="*/ 446246 h 885825"/>
                <a:gd name="connsiteX2048" fmla="*/ 321850 w 504825"/>
                <a:gd name="connsiteY2048" fmla="*/ 446723 h 885825"/>
                <a:gd name="connsiteX2049" fmla="*/ 322040 w 504825"/>
                <a:gd name="connsiteY2049" fmla="*/ 447103 h 885825"/>
                <a:gd name="connsiteX2050" fmla="*/ 322516 w 504825"/>
                <a:gd name="connsiteY2050" fmla="*/ 447294 h 885825"/>
                <a:gd name="connsiteX2051" fmla="*/ 322612 w 504825"/>
                <a:gd name="connsiteY2051" fmla="*/ 447580 h 885825"/>
                <a:gd name="connsiteX2052" fmla="*/ 323564 w 504825"/>
                <a:gd name="connsiteY2052" fmla="*/ 448532 h 885825"/>
                <a:gd name="connsiteX2053" fmla="*/ 323755 w 504825"/>
                <a:gd name="connsiteY2053" fmla="*/ 448627 h 885825"/>
                <a:gd name="connsiteX2054" fmla="*/ 324136 w 504825"/>
                <a:gd name="connsiteY2054" fmla="*/ 449390 h 885825"/>
                <a:gd name="connsiteX2055" fmla="*/ 328136 w 504825"/>
                <a:gd name="connsiteY2055" fmla="*/ 452914 h 885825"/>
                <a:gd name="connsiteX2056" fmla="*/ 328993 w 504825"/>
                <a:gd name="connsiteY2056" fmla="*/ 453390 h 885825"/>
                <a:gd name="connsiteX2057" fmla="*/ 330994 w 504825"/>
                <a:gd name="connsiteY2057" fmla="*/ 453771 h 885825"/>
                <a:gd name="connsiteX2058" fmla="*/ 331756 w 504825"/>
                <a:gd name="connsiteY2058" fmla="*/ 454247 h 885825"/>
                <a:gd name="connsiteX2059" fmla="*/ 332899 w 504825"/>
                <a:gd name="connsiteY2059" fmla="*/ 455390 h 885825"/>
                <a:gd name="connsiteX2060" fmla="*/ 336423 w 504825"/>
                <a:gd name="connsiteY2060" fmla="*/ 460343 h 885825"/>
                <a:gd name="connsiteX2061" fmla="*/ 338233 w 504825"/>
                <a:gd name="connsiteY2061" fmla="*/ 461677 h 885825"/>
                <a:gd name="connsiteX2062" fmla="*/ 337471 w 504825"/>
                <a:gd name="connsiteY2062" fmla="*/ 459391 h 885825"/>
                <a:gd name="connsiteX2063" fmla="*/ 333565 w 504825"/>
                <a:gd name="connsiteY2063" fmla="*/ 455295 h 885825"/>
                <a:gd name="connsiteX2064" fmla="*/ 299180 w 504825"/>
                <a:gd name="connsiteY2064" fmla="*/ 581977 h 885825"/>
                <a:gd name="connsiteX2065" fmla="*/ 300799 w 504825"/>
                <a:gd name="connsiteY2065" fmla="*/ 580549 h 885825"/>
                <a:gd name="connsiteX2066" fmla="*/ 302038 w 504825"/>
                <a:gd name="connsiteY2066" fmla="*/ 578644 h 885825"/>
                <a:gd name="connsiteX2067" fmla="*/ 303847 w 504825"/>
                <a:gd name="connsiteY2067" fmla="*/ 574453 h 885825"/>
                <a:gd name="connsiteX2068" fmla="*/ 304705 w 504825"/>
                <a:gd name="connsiteY2068" fmla="*/ 571500 h 885825"/>
                <a:gd name="connsiteX2069" fmla="*/ 304705 w 504825"/>
                <a:gd name="connsiteY2069" fmla="*/ 568643 h 885825"/>
                <a:gd name="connsiteX2070" fmla="*/ 303276 w 504825"/>
                <a:gd name="connsiteY2070" fmla="*/ 566452 h 885825"/>
                <a:gd name="connsiteX2071" fmla="*/ 302705 w 504825"/>
                <a:gd name="connsiteY2071" fmla="*/ 566166 h 885825"/>
                <a:gd name="connsiteX2072" fmla="*/ 301180 w 504825"/>
                <a:gd name="connsiteY2072" fmla="*/ 565023 h 885825"/>
                <a:gd name="connsiteX2073" fmla="*/ 300609 w 504825"/>
                <a:gd name="connsiteY2073" fmla="*/ 565785 h 885825"/>
                <a:gd name="connsiteX2074" fmla="*/ 299847 w 504825"/>
                <a:gd name="connsiteY2074" fmla="*/ 566452 h 885825"/>
                <a:gd name="connsiteX2075" fmla="*/ 299275 w 504825"/>
                <a:gd name="connsiteY2075" fmla="*/ 567214 h 885825"/>
                <a:gd name="connsiteX2076" fmla="*/ 298704 w 504825"/>
                <a:gd name="connsiteY2076" fmla="*/ 569214 h 885825"/>
                <a:gd name="connsiteX2077" fmla="*/ 297942 w 504825"/>
                <a:gd name="connsiteY2077" fmla="*/ 569595 h 885825"/>
                <a:gd name="connsiteX2078" fmla="*/ 296989 w 504825"/>
                <a:gd name="connsiteY2078" fmla="*/ 569785 h 885825"/>
                <a:gd name="connsiteX2079" fmla="*/ 296132 w 504825"/>
                <a:gd name="connsiteY2079" fmla="*/ 570167 h 885825"/>
                <a:gd name="connsiteX2080" fmla="*/ 295561 w 504825"/>
                <a:gd name="connsiteY2080" fmla="*/ 570833 h 885825"/>
                <a:gd name="connsiteX2081" fmla="*/ 294704 w 504825"/>
                <a:gd name="connsiteY2081" fmla="*/ 572452 h 885825"/>
                <a:gd name="connsiteX2082" fmla="*/ 294132 w 504825"/>
                <a:gd name="connsiteY2082" fmla="*/ 573215 h 885825"/>
                <a:gd name="connsiteX2083" fmla="*/ 293751 w 504825"/>
                <a:gd name="connsiteY2083" fmla="*/ 574072 h 885825"/>
                <a:gd name="connsiteX2084" fmla="*/ 293656 w 504825"/>
                <a:gd name="connsiteY2084" fmla="*/ 575215 h 885825"/>
                <a:gd name="connsiteX2085" fmla="*/ 294037 w 504825"/>
                <a:gd name="connsiteY2085" fmla="*/ 576072 h 885825"/>
                <a:gd name="connsiteX2086" fmla="*/ 294989 w 504825"/>
                <a:gd name="connsiteY2086" fmla="*/ 576262 h 885825"/>
                <a:gd name="connsiteX2087" fmla="*/ 294608 w 504825"/>
                <a:gd name="connsiteY2087" fmla="*/ 576739 h 885825"/>
                <a:gd name="connsiteX2088" fmla="*/ 293751 w 504825"/>
                <a:gd name="connsiteY2088" fmla="*/ 577120 h 885825"/>
                <a:gd name="connsiteX2089" fmla="*/ 293560 w 504825"/>
                <a:gd name="connsiteY2089" fmla="*/ 577501 h 885825"/>
                <a:gd name="connsiteX2090" fmla="*/ 293465 w 504825"/>
                <a:gd name="connsiteY2090" fmla="*/ 578072 h 885825"/>
                <a:gd name="connsiteX2091" fmla="*/ 293084 w 504825"/>
                <a:gd name="connsiteY2091" fmla="*/ 578358 h 885825"/>
                <a:gd name="connsiteX2092" fmla="*/ 292608 w 504825"/>
                <a:gd name="connsiteY2092" fmla="*/ 578453 h 885825"/>
                <a:gd name="connsiteX2093" fmla="*/ 291941 w 504825"/>
                <a:gd name="connsiteY2093" fmla="*/ 578453 h 885825"/>
                <a:gd name="connsiteX2094" fmla="*/ 291274 w 504825"/>
                <a:gd name="connsiteY2094" fmla="*/ 578739 h 885825"/>
                <a:gd name="connsiteX2095" fmla="*/ 291465 w 504825"/>
                <a:gd name="connsiteY2095" fmla="*/ 579310 h 885825"/>
                <a:gd name="connsiteX2096" fmla="*/ 291941 w 504825"/>
                <a:gd name="connsiteY2096" fmla="*/ 579787 h 885825"/>
                <a:gd name="connsiteX2097" fmla="*/ 292132 w 504825"/>
                <a:gd name="connsiteY2097" fmla="*/ 579882 h 885825"/>
                <a:gd name="connsiteX2098" fmla="*/ 292322 w 504825"/>
                <a:gd name="connsiteY2098" fmla="*/ 579977 h 885825"/>
                <a:gd name="connsiteX2099" fmla="*/ 292989 w 504825"/>
                <a:gd name="connsiteY2099" fmla="*/ 580073 h 885825"/>
                <a:gd name="connsiteX2100" fmla="*/ 293275 w 504825"/>
                <a:gd name="connsiteY2100" fmla="*/ 580263 h 885825"/>
                <a:gd name="connsiteX2101" fmla="*/ 293275 w 504825"/>
                <a:gd name="connsiteY2101" fmla="*/ 580453 h 885825"/>
                <a:gd name="connsiteX2102" fmla="*/ 293180 w 504825"/>
                <a:gd name="connsiteY2102" fmla="*/ 581120 h 885825"/>
                <a:gd name="connsiteX2103" fmla="*/ 293180 w 504825"/>
                <a:gd name="connsiteY2103" fmla="*/ 581406 h 885825"/>
                <a:gd name="connsiteX2104" fmla="*/ 293560 w 504825"/>
                <a:gd name="connsiteY2104" fmla="*/ 582549 h 885825"/>
                <a:gd name="connsiteX2105" fmla="*/ 293751 w 504825"/>
                <a:gd name="connsiteY2105" fmla="*/ 583025 h 885825"/>
                <a:gd name="connsiteX2106" fmla="*/ 294037 w 504825"/>
                <a:gd name="connsiteY2106" fmla="*/ 583216 h 885825"/>
                <a:gd name="connsiteX2107" fmla="*/ 294608 w 504825"/>
                <a:gd name="connsiteY2107" fmla="*/ 583025 h 885825"/>
                <a:gd name="connsiteX2108" fmla="*/ 295561 w 504825"/>
                <a:gd name="connsiteY2108" fmla="*/ 582263 h 885825"/>
                <a:gd name="connsiteX2109" fmla="*/ 295846 w 504825"/>
                <a:gd name="connsiteY2109" fmla="*/ 582073 h 885825"/>
                <a:gd name="connsiteX2110" fmla="*/ 296227 w 504825"/>
                <a:gd name="connsiteY2110" fmla="*/ 581692 h 885825"/>
                <a:gd name="connsiteX2111" fmla="*/ 297085 w 504825"/>
                <a:gd name="connsiteY2111" fmla="*/ 581025 h 885825"/>
                <a:gd name="connsiteX2112" fmla="*/ 297656 w 504825"/>
                <a:gd name="connsiteY2112" fmla="*/ 581025 h 885825"/>
                <a:gd name="connsiteX2113" fmla="*/ 297085 w 504825"/>
                <a:gd name="connsiteY2113" fmla="*/ 582454 h 885825"/>
                <a:gd name="connsiteX2114" fmla="*/ 299180 w 504825"/>
                <a:gd name="connsiteY2114" fmla="*/ 581977 h 885825"/>
                <a:gd name="connsiteX2115" fmla="*/ 357949 w 504825"/>
                <a:gd name="connsiteY2115" fmla="*/ 629317 h 885825"/>
                <a:gd name="connsiteX2116" fmla="*/ 358711 w 504825"/>
                <a:gd name="connsiteY2116" fmla="*/ 629507 h 885825"/>
                <a:gd name="connsiteX2117" fmla="*/ 359759 w 504825"/>
                <a:gd name="connsiteY2117" fmla="*/ 629412 h 885825"/>
                <a:gd name="connsiteX2118" fmla="*/ 360807 w 504825"/>
                <a:gd name="connsiteY2118" fmla="*/ 629031 h 885825"/>
                <a:gd name="connsiteX2119" fmla="*/ 362902 w 504825"/>
                <a:gd name="connsiteY2119" fmla="*/ 627507 h 885825"/>
                <a:gd name="connsiteX2120" fmla="*/ 363855 w 504825"/>
                <a:gd name="connsiteY2120" fmla="*/ 626459 h 885825"/>
                <a:gd name="connsiteX2121" fmla="*/ 364141 w 504825"/>
                <a:gd name="connsiteY2121" fmla="*/ 625793 h 885825"/>
                <a:gd name="connsiteX2122" fmla="*/ 363760 w 504825"/>
                <a:gd name="connsiteY2122" fmla="*/ 625316 h 885825"/>
                <a:gd name="connsiteX2123" fmla="*/ 362712 w 504825"/>
                <a:gd name="connsiteY2123" fmla="*/ 624650 h 885825"/>
                <a:gd name="connsiteX2124" fmla="*/ 361664 w 504825"/>
                <a:gd name="connsiteY2124" fmla="*/ 624840 h 885825"/>
                <a:gd name="connsiteX2125" fmla="*/ 359664 w 504825"/>
                <a:gd name="connsiteY2125" fmla="*/ 625697 h 885825"/>
                <a:gd name="connsiteX2126" fmla="*/ 358807 w 504825"/>
                <a:gd name="connsiteY2126" fmla="*/ 626174 h 885825"/>
                <a:gd name="connsiteX2127" fmla="*/ 358235 w 504825"/>
                <a:gd name="connsiteY2127" fmla="*/ 626650 h 885825"/>
                <a:gd name="connsiteX2128" fmla="*/ 357854 w 504825"/>
                <a:gd name="connsiteY2128" fmla="*/ 627031 h 885825"/>
                <a:gd name="connsiteX2129" fmla="*/ 357378 w 504825"/>
                <a:gd name="connsiteY2129" fmla="*/ 627317 h 885825"/>
                <a:gd name="connsiteX2130" fmla="*/ 356711 w 504825"/>
                <a:gd name="connsiteY2130" fmla="*/ 627507 h 885825"/>
                <a:gd name="connsiteX2131" fmla="*/ 356711 w 504825"/>
                <a:gd name="connsiteY2131" fmla="*/ 627698 h 885825"/>
                <a:gd name="connsiteX2132" fmla="*/ 357283 w 504825"/>
                <a:gd name="connsiteY2132" fmla="*/ 628078 h 885825"/>
                <a:gd name="connsiteX2133" fmla="*/ 357949 w 504825"/>
                <a:gd name="connsiteY2133" fmla="*/ 629317 h 885825"/>
                <a:gd name="connsiteX2134" fmla="*/ 379857 w 504825"/>
                <a:gd name="connsiteY2134" fmla="*/ 494919 h 885825"/>
                <a:gd name="connsiteX2135" fmla="*/ 379190 w 504825"/>
                <a:gd name="connsiteY2135" fmla="*/ 495491 h 885825"/>
                <a:gd name="connsiteX2136" fmla="*/ 378809 w 504825"/>
                <a:gd name="connsiteY2136" fmla="*/ 496157 h 885825"/>
                <a:gd name="connsiteX2137" fmla="*/ 379000 w 504825"/>
                <a:gd name="connsiteY2137" fmla="*/ 496634 h 885825"/>
                <a:gd name="connsiteX2138" fmla="*/ 379762 w 504825"/>
                <a:gd name="connsiteY2138" fmla="*/ 496919 h 885825"/>
                <a:gd name="connsiteX2139" fmla="*/ 380524 w 504825"/>
                <a:gd name="connsiteY2139" fmla="*/ 496824 h 885825"/>
                <a:gd name="connsiteX2140" fmla="*/ 381571 w 504825"/>
                <a:gd name="connsiteY2140" fmla="*/ 496157 h 885825"/>
                <a:gd name="connsiteX2141" fmla="*/ 382143 w 504825"/>
                <a:gd name="connsiteY2141" fmla="*/ 495681 h 885825"/>
                <a:gd name="connsiteX2142" fmla="*/ 383191 w 504825"/>
                <a:gd name="connsiteY2142" fmla="*/ 495586 h 885825"/>
                <a:gd name="connsiteX2143" fmla="*/ 383096 w 504825"/>
                <a:gd name="connsiteY2143" fmla="*/ 495014 h 885825"/>
                <a:gd name="connsiteX2144" fmla="*/ 381952 w 504825"/>
                <a:gd name="connsiteY2144" fmla="*/ 494633 h 885825"/>
                <a:gd name="connsiteX2145" fmla="*/ 380714 w 504825"/>
                <a:gd name="connsiteY2145" fmla="*/ 494728 h 885825"/>
                <a:gd name="connsiteX2146" fmla="*/ 379857 w 504825"/>
                <a:gd name="connsiteY2146" fmla="*/ 494919 h 885825"/>
                <a:gd name="connsiteX2147" fmla="*/ 280035 w 504825"/>
                <a:gd name="connsiteY2147" fmla="*/ 466058 h 885825"/>
                <a:gd name="connsiteX2148" fmla="*/ 279749 w 504825"/>
                <a:gd name="connsiteY2148" fmla="*/ 466534 h 885825"/>
                <a:gd name="connsiteX2149" fmla="*/ 279368 w 504825"/>
                <a:gd name="connsiteY2149" fmla="*/ 467677 h 885825"/>
                <a:gd name="connsiteX2150" fmla="*/ 279178 w 504825"/>
                <a:gd name="connsiteY2150" fmla="*/ 467963 h 885825"/>
                <a:gd name="connsiteX2151" fmla="*/ 278797 w 504825"/>
                <a:gd name="connsiteY2151" fmla="*/ 468154 h 885825"/>
                <a:gd name="connsiteX2152" fmla="*/ 278701 w 504825"/>
                <a:gd name="connsiteY2152" fmla="*/ 468440 h 885825"/>
                <a:gd name="connsiteX2153" fmla="*/ 278701 w 504825"/>
                <a:gd name="connsiteY2153" fmla="*/ 468820 h 885825"/>
                <a:gd name="connsiteX2154" fmla="*/ 278797 w 504825"/>
                <a:gd name="connsiteY2154" fmla="*/ 469106 h 885825"/>
                <a:gd name="connsiteX2155" fmla="*/ 278892 w 504825"/>
                <a:gd name="connsiteY2155" fmla="*/ 469392 h 885825"/>
                <a:gd name="connsiteX2156" fmla="*/ 278892 w 504825"/>
                <a:gd name="connsiteY2156" fmla="*/ 469583 h 885825"/>
                <a:gd name="connsiteX2157" fmla="*/ 278892 w 504825"/>
                <a:gd name="connsiteY2157" fmla="*/ 470725 h 885825"/>
                <a:gd name="connsiteX2158" fmla="*/ 279082 w 504825"/>
                <a:gd name="connsiteY2158" fmla="*/ 471678 h 885825"/>
                <a:gd name="connsiteX2159" fmla="*/ 279559 w 504825"/>
                <a:gd name="connsiteY2159" fmla="*/ 472631 h 885825"/>
                <a:gd name="connsiteX2160" fmla="*/ 280416 w 504825"/>
                <a:gd name="connsiteY2160" fmla="*/ 473678 h 885825"/>
                <a:gd name="connsiteX2161" fmla="*/ 282035 w 504825"/>
                <a:gd name="connsiteY2161" fmla="*/ 472250 h 885825"/>
                <a:gd name="connsiteX2162" fmla="*/ 282130 w 504825"/>
                <a:gd name="connsiteY2162" fmla="*/ 470344 h 885825"/>
                <a:gd name="connsiteX2163" fmla="*/ 281368 w 504825"/>
                <a:gd name="connsiteY2163" fmla="*/ 468344 h 885825"/>
                <a:gd name="connsiteX2164" fmla="*/ 280416 w 504825"/>
                <a:gd name="connsiteY2164" fmla="*/ 466630 h 885825"/>
                <a:gd name="connsiteX2165" fmla="*/ 280416 w 504825"/>
                <a:gd name="connsiteY2165" fmla="*/ 465868 h 885825"/>
                <a:gd name="connsiteX2166" fmla="*/ 280035 w 504825"/>
                <a:gd name="connsiteY2166" fmla="*/ 466058 h 885825"/>
                <a:gd name="connsiteX2167" fmla="*/ 348234 w 504825"/>
                <a:gd name="connsiteY2167" fmla="*/ 475393 h 885825"/>
                <a:gd name="connsiteX2168" fmla="*/ 347567 w 504825"/>
                <a:gd name="connsiteY2168" fmla="*/ 474535 h 885825"/>
                <a:gd name="connsiteX2169" fmla="*/ 347281 w 504825"/>
                <a:gd name="connsiteY2169" fmla="*/ 474345 h 885825"/>
                <a:gd name="connsiteX2170" fmla="*/ 345472 w 504825"/>
                <a:gd name="connsiteY2170" fmla="*/ 474345 h 885825"/>
                <a:gd name="connsiteX2171" fmla="*/ 344519 w 504825"/>
                <a:gd name="connsiteY2171" fmla="*/ 473964 h 885825"/>
                <a:gd name="connsiteX2172" fmla="*/ 343662 w 504825"/>
                <a:gd name="connsiteY2172" fmla="*/ 473297 h 885825"/>
                <a:gd name="connsiteX2173" fmla="*/ 341947 w 504825"/>
                <a:gd name="connsiteY2173" fmla="*/ 471583 h 885825"/>
                <a:gd name="connsiteX2174" fmla="*/ 341185 w 504825"/>
                <a:gd name="connsiteY2174" fmla="*/ 471202 h 885825"/>
                <a:gd name="connsiteX2175" fmla="*/ 340138 w 504825"/>
                <a:gd name="connsiteY2175" fmla="*/ 471107 h 885825"/>
                <a:gd name="connsiteX2176" fmla="*/ 339280 w 504825"/>
                <a:gd name="connsiteY2176" fmla="*/ 471202 h 885825"/>
                <a:gd name="connsiteX2177" fmla="*/ 338899 w 504825"/>
                <a:gd name="connsiteY2177" fmla="*/ 471583 h 885825"/>
                <a:gd name="connsiteX2178" fmla="*/ 338709 w 504825"/>
                <a:gd name="connsiteY2178" fmla="*/ 471583 h 885825"/>
                <a:gd name="connsiteX2179" fmla="*/ 338328 w 504825"/>
                <a:gd name="connsiteY2179" fmla="*/ 472154 h 885825"/>
                <a:gd name="connsiteX2180" fmla="*/ 338042 w 504825"/>
                <a:gd name="connsiteY2180" fmla="*/ 472821 h 885825"/>
                <a:gd name="connsiteX2181" fmla="*/ 338138 w 504825"/>
                <a:gd name="connsiteY2181" fmla="*/ 472821 h 885825"/>
                <a:gd name="connsiteX2182" fmla="*/ 338042 w 504825"/>
                <a:gd name="connsiteY2182" fmla="*/ 473011 h 885825"/>
                <a:gd name="connsiteX2183" fmla="*/ 338042 w 504825"/>
                <a:gd name="connsiteY2183" fmla="*/ 473488 h 885825"/>
                <a:gd name="connsiteX2184" fmla="*/ 337947 w 504825"/>
                <a:gd name="connsiteY2184" fmla="*/ 473678 h 885825"/>
                <a:gd name="connsiteX2185" fmla="*/ 337756 w 504825"/>
                <a:gd name="connsiteY2185" fmla="*/ 473774 h 885825"/>
                <a:gd name="connsiteX2186" fmla="*/ 337185 w 504825"/>
                <a:gd name="connsiteY2186" fmla="*/ 473774 h 885825"/>
                <a:gd name="connsiteX2187" fmla="*/ 337090 w 504825"/>
                <a:gd name="connsiteY2187" fmla="*/ 473774 h 885825"/>
                <a:gd name="connsiteX2188" fmla="*/ 336137 w 504825"/>
                <a:gd name="connsiteY2188" fmla="*/ 475012 h 885825"/>
                <a:gd name="connsiteX2189" fmla="*/ 335471 w 504825"/>
                <a:gd name="connsiteY2189" fmla="*/ 475393 h 885825"/>
                <a:gd name="connsiteX2190" fmla="*/ 335185 w 504825"/>
                <a:gd name="connsiteY2190" fmla="*/ 474726 h 885825"/>
                <a:gd name="connsiteX2191" fmla="*/ 335471 w 504825"/>
                <a:gd name="connsiteY2191" fmla="*/ 473774 h 885825"/>
                <a:gd name="connsiteX2192" fmla="*/ 336137 w 504825"/>
                <a:gd name="connsiteY2192" fmla="*/ 473202 h 885825"/>
                <a:gd name="connsiteX2193" fmla="*/ 336804 w 504825"/>
                <a:gd name="connsiteY2193" fmla="*/ 472726 h 885825"/>
                <a:gd name="connsiteX2194" fmla="*/ 337090 w 504825"/>
                <a:gd name="connsiteY2194" fmla="*/ 472345 h 885825"/>
                <a:gd name="connsiteX2195" fmla="*/ 336232 w 504825"/>
                <a:gd name="connsiteY2195" fmla="*/ 470440 h 885825"/>
                <a:gd name="connsiteX2196" fmla="*/ 336137 w 504825"/>
                <a:gd name="connsiteY2196" fmla="*/ 469583 h 885825"/>
                <a:gd name="connsiteX2197" fmla="*/ 337090 w 504825"/>
                <a:gd name="connsiteY2197" fmla="*/ 469773 h 885825"/>
                <a:gd name="connsiteX2198" fmla="*/ 337090 w 504825"/>
                <a:gd name="connsiteY2198" fmla="*/ 469583 h 885825"/>
                <a:gd name="connsiteX2199" fmla="*/ 337185 w 504825"/>
                <a:gd name="connsiteY2199" fmla="*/ 469487 h 885825"/>
                <a:gd name="connsiteX2200" fmla="*/ 336709 w 504825"/>
                <a:gd name="connsiteY2200" fmla="*/ 469392 h 885825"/>
                <a:gd name="connsiteX2201" fmla="*/ 336232 w 504825"/>
                <a:gd name="connsiteY2201" fmla="*/ 469106 h 885825"/>
                <a:gd name="connsiteX2202" fmla="*/ 335851 w 504825"/>
                <a:gd name="connsiteY2202" fmla="*/ 468725 h 885825"/>
                <a:gd name="connsiteX2203" fmla="*/ 335375 w 504825"/>
                <a:gd name="connsiteY2203" fmla="*/ 468344 h 885825"/>
                <a:gd name="connsiteX2204" fmla="*/ 334613 w 504825"/>
                <a:gd name="connsiteY2204" fmla="*/ 468154 h 885825"/>
                <a:gd name="connsiteX2205" fmla="*/ 333089 w 504825"/>
                <a:gd name="connsiteY2205" fmla="*/ 467868 h 885825"/>
                <a:gd name="connsiteX2206" fmla="*/ 332327 w 504825"/>
                <a:gd name="connsiteY2206" fmla="*/ 467487 h 885825"/>
                <a:gd name="connsiteX2207" fmla="*/ 331756 w 504825"/>
                <a:gd name="connsiteY2207" fmla="*/ 467201 h 885825"/>
                <a:gd name="connsiteX2208" fmla="*/ 331184 w 504825"/>
                <a:gd name="connsiteY2208" fmla="*/ 467011 h 885825"/>
                <a:gd name="connsiteX2209" fmla="*/ 330803 w 504825"/>
                <a:gd name="connsiteY2209" fmla="*/ 467106 h 885825"/>
                <a:gd name="connsiteX2210" fmla="*/ 330613 w 504825"/>
                <a:gd name="connsiteY2210" fmla="*/ 467773 h 885825"/>
                <a:gd name="connsiteX2211" fmla="*/ 331184 w 504825"/>
                <a:gd name="connsiteY2211" fmla="*/ 473964 h 885825"/>
                <a:gd name="connsiteX2212" fmla="*/ 331851 w 504825"/>
                <a:gd name="connsiteY2212" fmla="*/ 474535 h 885825"/>
                <a:gd name="connsiteX2213" fmla="*/ 332327 w 504825"/>
                <a:gd name="connsiteY2213" fmla="*/ 474917 h 885825"/>
                <a:gd name="connsiteX2214" fmla="*/ 332613 w 504825"/>
                <a:gd name="connsiteY2214" fmla="*/ 475298 h 885825"/>
                <a:gd name="connsiteX2215" fmla="*/ 332708 w 504825"/>
                <a:gd name="connsiteY2215" fmla="*/ 476155 h 885825"/>
                <a:gd name="connsiteX2216" fmla="*/ 332518 w 504825"/>
                <a:gd name="connsiteY2216" fmla="*/ 477393 h 885825"/>
                <a:gd name="connsiteX2217" fmla="*/ 331756 w 504825"/>
                <a:gd name="connsiteY2217" fmla="*/ 480060 h 885825"/>
                <a:gd name="connsiteX2218" fmla="*/ 331565 w 504825"/>
                <a:gd name="connsiteY2218" fmla="*/ 481679 h 885825"/>
                <a:gd name="connsiteX2219" fmla="*/ 331375 w 504825"/>
                <a:gd name="connsiteY2219" fmla="*/ 482441 h 885825"/>
                <a:gd name="connsiteX2220" fmla="*/ 329946 w 504825"/>
                <a:gd name="connsiteY2220" fmla="*/ 484442 h 885825"/>
                <a:gd name="connsiteX2221" fmla="*/ 329851 w 504825"/>
                <a:gd name="connsiteY2221" fmla="*/ 484537 h 885825"/>
                <a:gd name="connsiteX2222" fmla="*/ 329755 w 504825"/>
                <a:gd name="connsiteY2222" fmla="*/ 484632 h 885825"/>
                <a:gd name="connsiteX2223" fmla="*/ 329851 w 504825"/>
                <a:gd name="connsiteY2223" fmla="*/ 486251 h 885825"/>
                <a:gd name="connsiteX2224" fmla="*/ 329851 w 504825"/>
                <a:gd name="connsiteY2224" fmla="*/ 486632 h 885825"/>
                <a:gd name="connsiteX2225" fmla="*/ 330803 w 504825"/>
                <a:gd name="connsiteY2225" fmla="*/ 486251 h 885825"/>
                <a:gd name="connsiteX2226" fmla="*/ 331946 w 504825"/>
                <a:gd name="connsiteY2226" fmla="*/ 486156 h 885825"/>
                <a:gd name="connsiteX2227" fmla="*/ 333756 w 504825"/>
                <a:gd name="connsiteY2227" fmla="*/ 486251 h 885825"/>
                <a:gd name="connsiteX2228" fmla="*/ 333756 w 504825"/>
                <a:gd name="connsiteY2228" fmla="*/ 487204 h 885825"/>
                <a:gd name="connsiteX2229" fmla="*/ 333375 w 504825"/>
                <a:gd name="connsiteY2229" fmla="*/ 487680 h 885825"/>
                <a:gd name="connsiteX2230" fmla="*/ 332708 w 504825"/>
                <a:gd name="connsiteY2230" fmla="*/ 487966 h 885825"/>
                <a:gd name="connsiteX2231" fmla="*/ 331946 w 504825"/>
                <a:gd name="connsiteY2231" fmla="*/ 488442 h 885825"/>
                <a:gd name="connsiteX2232" fmla="*/ 332708 w 504825"/>
                <a:gd name="connsiteY2232" fmla="*/ 489394 h 885825"/>
                <a:gd name="connsiteX2233" fmla="*/ 332899 w 504825"/>
                <a:gd name="connsiteY2233" fmla="*/ 490061 h 885825"/>
                <a:gd name="connsiteX2234" fmla="*/ 332518 w 504825"/>
                <a:gd name="connsiteY2234" fmla="*/ 490347 h 885825"/>
                <a:gd name="connsiteX2235" fmla="*/ 331756 w 504825"/>
                <a:gd name="connsiteY2235" fmla="*/ 490442 h 885825"/>
                <a:gd name="connsiteX2236" fmla="*/ 331184 w 504825"/>
                <a:gd name="connsiteY2236" fmla="*/ 490823 h 885825"/>
                <a:gd name="connsiteX2237" fmla="*/ 330803 w 504825"/>
                <a:gd name="connsiteY2237" fmla="*/ 491395 h 885825"/>
                <a:gd name="connsiteX2238" fmla="*/ 330517 w 504825"/>
                <a:gd name="connsiteY2238" fmla="*/ 492157 h 885825"/>
                <a:gd name="connsiteX2239" fmla="*/ 329660 w 504825"/>
                <a:gd name="connsiteY2239" fmla="*/ 491776 h 885825"/>
                <a:gd name="connsiteX2240" fmla="*/ 329374 w 504825"/>
                <a:gd name="connsiteY2240" fmla="*/ 492728 h 885825"/>
                <a:gd name="connsiteX2241" fmla="*/ 329470 w 504825"/>
                <a:gd name="connsiteY2241" fmla="*/ 494728 h 885825"/>
                <a:gd name="connsiteX2242" fmla="*/ 329184 w 504825"/>
                <a:gd name="connsiteY2242" fmla="*/ 495300 h 885825"/>
                <a:gd name="connsiteX2243" fmla="*/ 328803 w 504825"/>
                <a:gd name="connsiteY2243" fmla="*/ 495776 h 885825"/>
                <a:gd name="connsiteX2244" fmla="*/ 328517 w 504825"/>
                <a:gd name="connsiteY2244" fmla="*/ 496348 h 885825"/>
                <a:gd name="connsiteX2245" fmla="*/ 328422 w 504825"/>
                <a:gd name="connsiteY2245" fmla="*/ 497110 h 885825"/>
                <a:gd name="connsiteX2246" fmla="*/ 328422 w 504825"/>
                <a:gd name="connsiteY2246" fmla="*/ 497776 h 885825"/>
                <a:gd name="connsiteX2247" fmla="*/ 328327 w 504825"/>
                <a:gd name="connsiteY2247" fmla="*/ 498253 h 885825"/>
                <a:gd name="connsiteX2248" fmla="*/ 328041 w 504825"/>
                <a:gd name="connsiteY2248" fmla="*/ 498634 h 885825"/>
                <a:gd name="connsiteX2249" fmla="*/ 327469 w 504825"/>
                <a:gd name="connsiteY2249" fmla="*/ 498729 h 885825"/>
                <a:gd name="connsiteX2250" fmla="*/ 326993 w 504825"/>
                <a:gd name="connsiteY2250" fmla="*/ 499205 h 885825"/>
                <a:gd name="connsiteX2251" fmla="*/ 326612 w 504825"/>
                <a:gd name="connsiteY2251" fmla="*/ 500253 h 885825"/>
                <a:gd name="connsiteX2252" fmla="*/ 326326 w 504825"/>
                <a:gd name="connsiteY2252" fmla="*/ 501491 h 885825"/>
                <a:gd name="connsiteX2253" fmla="*/ 326231 w 504825"/>
                <a:gd name="connsiteY2253" fmla="*/ 502539 h 885825"/>
                <a:gd name="connsiteX2254" fmla="*/ 326707 w 504825"/>
                <a:gd name="connsiteY2254" fmla="*/ 503206 h 885825"/>
                <a:gd name="connsiteX2255" fmla="*/ 327850 w 504825"/>
                <a:gd name="connsiteY2255" fmla="*/ 502539 h 885825"/>
                <a:gd name="connsiteX2256" fmla="*/ 332327 w 504825"/>
                <a:gd name="connsiteY2256" fmla="*/ 498443 h 885825"/>
                <a:gd name="connsiteX2257" fmla="*/ 335185 w 504825"/>
                <a:gd name="connsiteY2257" fmla="*/ 495014 h 885825"/>
                <a:gd name="connsiteX2258" fmla="*/ 335566 w 504825"/>
                <a:gd name="connsiteY2258" fmla="*/ 494252 h 885825"/>
                <a:gd name="connsiteX2259" fmla="*/ 335851 w 504825"/>
                <a:gd name="connsiteY2259" fmla="*/ 494062 h 885825"/>
                <a:gd name="connsiteX2260" fmla="*/ 336423 w 504825"/>
                <a:gd name="connsiteY2260" fmla="*/ 493967 h 885825"/>
                <a:gd name="connsiteX2261" fmla="*/ 336899 w 504825"/>
                <a:gd name="connsiteY2261" fmla="*/ 493776 h 885825"/>
                <a:gd name="connsiteX2262" fmla="*/ 337375 w 504825"/>
                <a:gd name="connsiteY2262" fmla="*/ 493204 h 885825"/>
                <a:gd name="connsiteX2263" fmla="*/ 337756 w 504825"/>
                <a:gd name="connsiteY2263" fmla="*/ 492538 h 885825"/>
                <a:gd name="connsiteX2264" fmla="*/ 338233 w 504825"/>
                <a:gd name="connsiteY2264" fmla="*/ 491109 h 885825"/>
                <a:gd name="connsiteX2265" fmla="*/ 339852 w 504825"/>
                <a:gd name="connsiteY2265" fmla="*/ 488823 h 885825"/>
                <a:gd name="connsiteX2266" fmla="*/ 340519 w 504825"/>
                <a:gd name="connsiteY2266" fmla="*/ 488156 h 885825"/>
                <a:gd name="connsiteX2267" fmla="*/ 341281 w 504825"/>
                <a:gd name="connsiteY2267" fmla="*/ 487775 h 885825"/>
                <a:gd name="connsiteX2268" fmla="*/ 342519 w 504825"/>
                <a:gd name="connsiteY2268" fmla="*/ 487394 h 885825"/>
                <a:gd name="connsiteX2269" fmla="*/ 343757 w 504825"/>
                <a:gd name="connsiteY2269" fmla="*/ 487299 h 885825"/>
                <a:gd name="connsiteX2270" fmla="*/ 344710 w 504825"/>
                <a:gd name="connsiteY2270" fmla="*/ 487680 h 885825"/>
                <a:gd name="connsiteX2271" fmla="*/ 345091 w 504825"/>
                <a:gd name="connsiteY2271" fmla="*/ 487966 h 885825"/>
                <a:gd name="connsiteX2272" fmla="*/ 346615 w 504825"/>
                <a:gd name="connsiteY2272" fmla="*/ 488633 h 885825"/>
                <a:gd name="connsiteX2273" fmla="*/ 346996 w 504825"/>
                <a:gd name="connsiteY2273" fmla="*/ 488918 h 885825"/>
                <a:gd name="connsiteX2274" fmla="*/ 347758 w 504825"/>
                <a:gd name="connsiteY2274" fmla="*/ 490061 h 885825"/>
                <a:gd name="connsiteX2275" fmla="*/ 349377 w 504825"/>
                <a:gd name="connsiteY2275" fmla="*/ 491681 h 885825"/>
                <a:gd name="connsiteX2276" fmla="*/ 350044 w 504825"/>
                <a:gd name="connsiteY2276" fmla="*/ 492538 h 885825"/>
                <a:gd name="connsiteX2277" fmla="*/ 350615 w 504825"/>
                <a:gd name="connsiteY2277" fmla="*/ 494633 h 885825"/>
                <a:gd name="connsiteX2278" fmla="*/ 351377 w 504825"/>
                <a:gd name="connsiteY2278" fmla="*/ 494824 h 885825"/>
                <a:gd name="connsiteX2279" fmla="*/ 352425 w 504825"/>
                <a:gd name="connsiteY2279" fmla="*/ 494728 h 885825"/>
                <a:gd name="connsiteX2280" fmla="*/ 353568 w 504825"/>
                <a:gd name="connsiteY2280" fmla="*/ 495109 h 885825"/>
                <a:gd name="connsiteX2281" fmla="*/ 352615 w 504825"/>
                <a:gd name="connsiteY2281" fmla="*/ 495205 h 885825"/>
                <a:gd name="connsiteX2282" fmla="*/ 352520 w 504825"/>
                <a:gd name="connsiteY2282" fmla="*/ 495872 h 885825"/>
                <a:gd name="connsiteX2283" fmla="*/ 352996 w 504825"/>
                <a:gd name="connsiteY2283" fmla="*/ 496634 h 885825"/>
                <a:gd name="connsiteX2284" fmla="*/ 354330 w 504825"/>
                <a:gd name="connsiteY2284" fmla="*/ 497205 h 885825"/>
                <a:gd name="connsiteX2285" fmla="*/ 354997 w 504825"/>
                <a:gd name="connsiteY2285" fmla="*/ 497776 h 885825"/>
                <a:gd name="connsiteX2286" fmla="*/ 355663 w 504825"/>
                <a:gd name="connsiteY2286" fmla="*/ 498539 h 885825"/>
                <a:gd name="connsiteX2287" fmla="*/ 356140 w 504825"/>
                <a:gd name="connsiteY2287" fmla="*/ 499205 h 885825"/>
                <a:gd name="connsiteX2288" fmla="*/ 356521 w 504825"/>
                <a:gd name="connsiteY2288" fmla="*/ 499205 h 885825"/>
                <a:gd name="connsiteX2289" fmla="*/ 356616 w 504825"/>
                <a:gd name="connsiteY2289" fmla="*/ 499015 h 885825"/>
                <a:gd name="connsiteX2290" fmla="*/ 356902 w 504825"/>
                <a:gd name="connsiteY2290" fmla="*/ 498539 h 885825"/>
                <a:gd name="connsiteX2291" fmla="*/ 357568 w 504825"/>
                <a:gd name="connsiteY2291" fmla="*/ 499967 h 885825"/>
                <a:gd name="connsiteX2292" fmla="*/ 356806 w 504825"/>
                <a:gd name="connsiteY2292" fmla="*/ 499967 h 885825"/>
                <a:gd name="connsiteX2293" fmla="*/ 356330 w 504825"/>
                <a:gd name="connsiteY2293" fmla="*/ 500253 h 885825"/>
                <a:gd name="connsiteX2294" fmla="*/ 355949 w 504825"/>
                <a:gd name="connsiteY2294" fmla="*/ 500729 h 885825"/>
                <a:gd name="connsiteX2295" fmla="*/ 355759 w 504825"/>
                <a:gd name="connsiteY2295" fmla="*/ 501396 h 885825"/>
                <a:gd name="connsiteX2296" fmla="*/ 356521 w 504825"/>
                <a:gd name="connsiteY2296" fmla="*/ 501872 h 885825"/>
                <a:gd name="connsiteX2297" fmla="*/ 357473 w 504825"/>
                <a:gd name="connsiteY2297" fmla="*/ 502825 h 885825"/>
                <a:gd name="connsiteX2298" fmla="*/ 358616 w 504825"/>
                <a:gd name="connsiteY2298" fmla="*/ 503396 h 885825"/>
                <a:gd name="connsiteX2299" fmla="*/ 359855 w 504825"/>
                <a:gd name="connsiteY2299" fmla="*/ 502825 h 885825"/>
                <a:gd name="connsiteX2300" fmla="*/ 361855 w 504825"/>
                <a:gd name="connsiteY2300" fmla="*/ 503682 h 885825"/>
                <a:gd name="connsiteX2301" fmla="*/ 362807 w 504825"/>
                <a:gd name="connsiteY2301" fmla="*/ 503873 h 885825"/>
                <a:gd name="connsiteX2302" fmla="*/ 363474 w 504825"/>
                <a:gd name="connsiteY2302" fmla="*/ 503492 h 885825"/>
                <a:gd name="connsiteX2303" fmla="*/ 364522 w 504825"/>
                <a:gd name="connsiteY2303" fmla="*/ 505016 h 885825"/>
                <a:gd name="connsiteX2304" fmla="*/ 365284 w 504825"/>
                <a:gd name="connsiteY2304" fmla="*/ 505777 h 885825"/>
                <a:gd name="connsiteX2305" fmla="*/ 367093 w 504825"/>
                <a:gd name="connsiteY2305" fmla="*/ 506349 h 885825"/>
                <a:gd name="connsiteX2306" fmla="*/ 368236 w 504825"/>
                <a:gd name="connsiteY2306" fmla="*/ 507587 h 885825"/>
                <a:gd name="connsiteX2307" fmla="*/ 369760 w 504825"/>
                <a:gd name="connsiteY2307" fmla="*/ 508159 h 885825"/>
                <a:gd name="connsiteX2308" fmla="*/ 371570 w 504825"/>
                <a:gd name="connsiteY2308" fmla="*/ 509683 h 885825"/>
                <a:gd name="connsiteX2309" fmla="*/ 372237 w 504825"/>
                <a:gd name="connsiteY2309" fmla="*/ 510445 h 885825"/>
                <a:gd name="connsiteX2310" fmla="*/ 373380 w 504825"/>
                <a:gd name="connsiteY2310" fmla="*/ 512635 h 885825"/>
                <a:gd name="connsiteX2311" fmla="*/ 374047 w 504825"/>
                <a:gd name="connsiteY2311" fmla="*/ 513588 h 885825"/>
                <a:gd name="connsiteX2312" fmla="*/ 374809 w 504825"/>
                <a:gd name="connsiteY2312" fmla="*/ 513493 h 885825"/>
                <a:gd name="connsiteX2313" fmla="*/ 374999 w 504825"/>
                <a:gd name="connsiteY2313" fmla="*/ 512635 h 885825"/>
                <a:gd name="connsiteX2314" fmla="*/ 374713 w 504825"/>
                <a:gd name="connsiteY2314" fmla="*/ 511588 h 885825"/>
                <a:gd name="connsiteX2315" fmla="*/ 374332 w 504825"/>
                <a:gd name="connsiteY2315" fmla="*/ 510540 h 885825"/>
                <a:gd name="connsiteX2316" fmla="*/ 374142 w 504825"/>
                <a:gd name="connsiteY2316" fmla="*/ 509683 h 885825"/>
                <a:gd name="connsiteX2317" fmla="*/ 374142 w 504825"/>
                <a:gd name="connsiteY2317" fmla="*/ 509111 h 885825"/>
                <a:gd name="connsiteX2318" fmla="*/ 374428 w 504825"/>
                <a:gd name="connsiteY2318" fmla="*/ 507683 h 885825"/>
                <a:gd name="connsiteX2319" fmla="*/ 374428 w 504825"/>
                <a:gd name="connsiteY2319" fmla="*/ 506444 h 885825"/>
                <a:gd name="connsiteX2320" fmla="*/ 374237 w 504825"/>
                <a:gd name="connsiteY2320" fmla="*/ 505682 h 885825"/>
                <a:gd name="connsiteX2321" fmla="*/ 372904 w 504825"/>
                <a:gd name="connsiteY2321" fmla="*/ 502920 h 885825"/>
                <a:gd name="connsiteX2322" fmla="*/ 371761 w 504825"/>
                <a:gd name="connsiteY2322" fmla="*/ 501396 h 885825"/>
                <a:gd name="connsiteX2323" fmla="*/ 371570 w 504825"/>
                <a:gd name="connsiteY2323" fmla="*/ 500825 h 885825"/>
                <a:gd name="connsiteX2324" fmla="*/ 372142 w 504825"/>
                <a:gd name="connsiteY2324" fmla="*/ 500348 h 885825"/>
                <a:gd name="connsiteX2325" fmla="*/ 371380 w 504825"/>
                <a:gd name="connsiteY2325" fmla="*/ 499491 h 885825"/>
                <a:gd name="connsiteX2326" fmla="*/ 371189 w 504825"/>
                <a:gd name="connsiteY2326" fmla="*/ 499110 h 885825"/>
                <a:gd name="connsiteX2327" fmla="*/ 370999 w 504825"/>
                <a:gd name="connsiteY2327" fmla="*/ 498539 h 885825"/>
                <a:gd name="connsiteX2328" fmla="*/ 371951 w 504825"/>
                <a:gd name="connsiteY2328" fmla="*/ 499205 h 885825"/>
                <a:gd name="connsiteX2329" fmla="*/ 372999 w 504825"/>
                <a:gd name="connsiteY2329" fmla="*/ 500825 h 885825"/>
                <a:gd name="connsiteX2330" fmla="*/ 373856 w 504825"/>
                <a:gd name="connsiteY2330" fmla="*/ 501396 h 885825"/>
                <a:gd name="connsiteX2331" fmla="*/ 373571 w 504825"/>
                <a:gd name="connsiteY2331" fmla="*/ 500539 h 885825"/>
                <a:gd name="connsiteX2332" fmla="*/ 373094 w 504825"/>
                <a:gd name="connsiteY2332" fmla="*/ 499586 h 885825"/>
                <a:gd name="connsiteX2333" fmla="*/ 370904 w 504825"/>
                <a:gd name="connsiteY2333" fmla="*/ 496824 h 885825"/>
                <a:gd name="connsiteX2334" fmla="*/ 370618 w 504825"/>
                <a:gd name="connsiteY2334" fmla="*/ 496348 h 885825"/>
                <a:gd name="connsiteX2335" fmla="*/ 370141 w 504825"/>
                <a:gd name="connsiteY2335" fmla="*/ 494538 h 885825"/>
                <a:gd name="connsiteX2336" fmla="*/ 369951 w 504825"/>
                <a:gd name="connsiteY2336" fmla="*/ 494062 h 885825"/>
                <a:gd name="connsiteX2337" fmla="*/ 369665 w 504825"/>
                <a:gd name="connsiteY2337" fmla="*/ 493776 h 885825"/>
                <a:gd name="connsiteX2338" fmla="*/ 368903 w 504825"/>
                <a:gd name="connsiteY2338" fmla="*/ 493490 h 885825"/>
                <a:gd name="connsiteX2339" fmla="*/ 368522 w 504825"/>
                <a:gd name="connsiteY2339" fmla="*/ 493300 h 885825"/>
                <a:gd name="connsiteX2340" fmla="*/ 365760 w 504825"/>
                <a:gd name="connsiteY2340" fmla="*/ 488823 h 885825"/>
                <a:gd name="connsiteX2341" fmla="*/ 365284 w 504825"/>
                <a:gd name="connsiteY2341" fmla="*/ 487775 h 885825"/>
                <a:gd name="connsiteX2342" fmla="*/ 365284 w 504825"/>
                <a:gd name="connsiteY2342" fmla="*/ 488156 h 885825"/>
                <a:gd name="connsiteX2343" fmla="*/ 364903 w 504825"/>
                <a:gd name="connsiteY2343" fmla="*/ 487490 h 885825"/>
                <a:gd name="connsiteX2344" fmla="*/ 364426 w 504825"/>
                <a:gd name="connsiteY2344" fmla="*/ 487585 h 885825"/>
                <a:gd name="connsiteX2345" fmla="*/ 363855 w 504825"/>
                <a:gd name="connsiteY2345" fmla="*/ 487966 h 885825"/>
                <a:gd name="connsiteX2346" fmla="*/ 363093 w 504825"/>
                <a:gd name="connsiteY2346" fmla="*/ 488061 h 885825"/>
                <a:gd name="connsiteX2347" fmla="*/ 361474 w 504825"/>
                <a:gd name="connsiteY2347" fmla="*/ 486442 h 885825"/>
                <a:gd name="connsiteX2348" fmla="*/ 360235 w 504825"/>
                <a:gd name="connsiteY2348" fmla="*/ 485680 h 885825"/>
                <a:gd name="connsiteX2349" fmla="*/ 359855 w 504825"/>
                <a:gd name="connsiteY2349" fmla="*/ 486537 h 885825"/>
                <a:gd name="connsiteX2350" fmla="*/ 360140 w 504825"/>
                <a:gd name="connsiteY2350" fmla="*/ 488918 h 885825"/>
                <a:gd name="connsiteX2351" fmla="*/ 358711 w 504825"/>
                <a:gd name="connsiteY2351" fmla="*/ 487490 h 885825"/>
                <a:gd name="connsiteX2352" fmla="*/ 355378 w 504825"/>
                <a:gd name="connsiteY2352" fmla="*/ 481775 h 885825"/>
                <a:gd name="connsiteX2353" fmla="*/ 354997 w 504825"/>
                <a:gd name="connsiteY2353" fmla="*/ 481298 h 885825"/>
                <a:gd name="connsiteX2354" fmla="*/ 354521 w 504825"/>
                <a:gd name="connsiteY2354" fmla="*/ 480917 h 885825"/>
                <a:gd name="connsiteX2355" fmla="*/ 353949 w 504825"/>
                <a:gd name="connsiteY2355" fmla="*/ 480536 h 885825"/>
                <a:gd name="connsiteX2356" fmla="*/ 353473 w 504825"/>
                <a:gd name="connsiteY2356" fmla="*/ 480441 h 885825"/>
                <a:gd name="connsiteX2357" fmla="*/ 352901 w 504825"/>
                <a:gd name="connsiteY2357" fmla="*/ 480441 h 885825"/>
                <a:gd name="connsiteX2358" fmla="*/ 352425 w 504825"/>
                <a:gd name="connsiteY2358" fmla="*/ 480346 h 885825"/>
                <a:gd name="connsiteX2359" fmla="*/ 352234 w 504825"/>
                <a:gd name="connsiteY2359" fmla="*/ 479965 h 885825"/>
                <a:gd name="connsiteX2360" fmla="*/ 351854 w 504825"/>
                <a:gd name="connsiteY2360" fmla="*/ 479108 h 885825"/>
                <a:gd name="connsiteX2361" fmla="*/ 351091 w 504825"/>
                <a:gd name="connsiteY2361" fmla="*/ 479203 h 885825"/>
                <a:gd name="connsiteX2362" fmla="*/ 349282 w 504825"/>
                <a:gd name="connsiteY2362" fmla="*/ 480155 h 885825"/>
                <a:gd name="connsiteX2363" fmla="*/ 349186 w 504825"/>
                <a:gd name="connsiteY2363" fmla="*/ 479489 h 885825"/>
                <a:gd name="connsiteX2364" fmla="*/ 349377 w 504825"/>
                <a:gd name="connsiteY2364" fmla="*/ 479012 h 885825"/>
                <a:gd name="connsiteX2365" fmla="*/ 349758 w 504825"/>
                <a:gd name="connsiteY2365" fmla="*/ 478726 h 885825"/>
                <a:gd name="connsiteX2366" fmla="*/ 350330 w 504825"/>
                <a:gd name="connsiteY2366" fmla="*/ 478631 h 885825"/>
                <a:gd name="connsiteX2367" fmla="*/ 350330 w 504825"/>
                <a:gd name="connsiteY2367" fmla="*/ 478250 h 885825"/>
                <a:gd name="connsiteX2368" fmla="*/ 349472 w 504825"/>
                <a:gd name="connsiteY2368" fmla="*/ 477774 h 885825"/>
                <a:gd name="connsiteX2369" fmla="*/ 348805 w 504825"/>
                <a:gd name="connsiteY2369" fmla="*/ 476726 h 885825"/>
                <a:gd name="connsiteX2370" fmla="*/ 348329 w 504825"/>
                <a:gd name="connsiteY2370" fmla="*/ 475678 h 885825"/>
                <a:gd name="connsiteX2371" fmla="*/ 348234 w 504825"/>
                <a:gd name="connsiteY2371" fmla="*/ 475393 h 885825"/>
                <a:gd name="connsiteX2372" fmla="*/ 382238 w 504825"/>
                <a:gd name="connsiteY2372" fmla="*/ 434816 h 885825"/>
                <a:gd name="connsiteX2373" fmla="*/ 381667 w 504825"/>
                <a:gd name="connsiteY2373" fmla="*/ 433864 h 885825"/>
                <a:gd name="connsiteX2374" fmla="*/ 380619 w 504825"/>
                <a:gd name="connsiteY2374" fmla="*/ 433292 h 885825"/>
                <a:gd name="connsiteX2375" fmla="*/ 378523 w 504825"/>
                <a:gd name="connsiteY2375" fmla="*/ 432721 h 885825"/>
                <a:gd name="connsiteX2376" fmla="*/ 377761 w 504825"/>
                <a:gd name="connsiteY2376" fmla="*/ 432816 h 885825"/>
                <a:gd name="connsiteX2377" fmla="*/ 377285 w 504825"/>
                <a:gd name="connsiteY2377" fmla="*/ 433102 h 885825"/>
                <a:gd name="connsiteX2378" fmla="*/ 375761 w 504825"/>
                <a:gd name="connsiteY2378" fmla="*/ 433673 h 885825"/>
                <a:gd name="connsiteX2379" fmla="*/ 374713 w 504825"/>
                <a:gd name="connsiteY2379" fmla="*/ 434054 h 885825"/>
                <a:gd name="connsiteX2380" fmla="*/ 374904 w 504825"/>
                <a:gd name="connsiteY2380" fmla="*/ 434435 h 885825"/>
                <a:gd name="connsiteX2381" fmla="*/ 376428 w 504825"/>
                <a:gd name="connsiteY2381" fmla="*/ 435007 h 885825"/>
                <a:gd name="connsiteX2382" fmla="*/ 377285 w 504825"/>
                <a:gd name="connsiteY2382" fmla="*/ 435197 h 885825"/>
                <a:gd name="connsiteX2383" fmla="*/ 378428 w 504825"/>
                <a:gd name="connsiteY2383" fmla="*/ 435197 h 885825"/>
                <a:gd name="connsiteX2384" fmla="*/ 379095 w 504825"/>
                <a:gd name="connsiteY2384" fmla="*/ 435388 h 885825"/>
                <a:gd name="connsiteX2385" fmla="*/ 379857 w 504825"/>
                <a:gd name="connsiteY2385" fmla="*/ 435674 h 885825"/>
                <a:gd name="connsiteX2386" fmla="*/ 381667 w 504825"/>
                <a:gd name="connsiteY2386" fmla="*/ 436054 h 885825"/>
                <a:gd name="connsiteX2387" fmla="*/ 382333 w 504825"/>
                <a:gd name="connsiteY2387" fmla="*/ 435769 h 885825"/>
                <a:gd name="connsiteX2388" fmla="*/ 382238 w 504825"/>
                <a:gd name="connsiteY2388" fmla="*/ 434816 h 885825"/>
                <a:gd name="connsiteX2389" fmla="*/ 272986 w 504825"/>
                <a:gd name="connsiteY2389" fmla="*/ 465201 h 885825"/>
                <a:gd name="connsiteX2390" fmla="*/ 273844 w 504825"/>
                <a:gd name="connsiteY2390" fmla="*/ 465296 h 885825"/>
                <a:gd name="connsiteX2391" fmla="*/ 274130 w 504825"/>
                <a:gd name="connsiteY2391" fmla="*/ 465106 h 885825"/>
                <a:gd name="connsiteX2392" fmla="*/ 274130 w 504825"/>
                <a:gd name="connsiteY2392" fmla="*/ 464249 h 885825"/>
                <a:gd name="connsiteX2393" fmla="*/ 273558 w 504825"/>
                <a:gd name="connsiteY2393" fmla="*/ 463772 h 885825"/>
                <a:gd name="connsiteX2394" fmla="*/ 271939 w 504825"/>
                <a:gd name="connsiteY2394" fmla="*/ 463296 h 885825"/>
                <a:gd name="connsiteX2395" fmla="*/ 271367 w 504825"/>
                <a:gd name="connsiteY2395" fmla="*/ 464629 h 885825"/>
                <a:gd name="connsiteX2396" fmla="*/ 269843 w 504825"/>
                <a:gd name="connsiteY2396" fmla="*/ 465392 h 885825"/>
                <a:gd name="connsiteX2397" fmla="*/ 266795 w 504825"/>
                <a:gd name="connsiteY2397" fmla="*/ 466249 h 885825"/>
                <a:gd name="connsiteX2398" fmla="*/ 265557 w 504825"/>
                <a:gd name="connsiteY2398" fmla="*/ 467297 h 885825"/>
                <a:gd name="connsiteX2399" fmla="*/ 265271 w 504825"/>
                <a:gd name="connsiteY2399" fmla="*/ 468440 h 885825"/>
                <a:gd name="connsiteX2400" fmla="*/ 265652 w 504825"/>
                <a:gd name="connsiteY2400" fmla="*/ 471583 h 885825"/>
                <a:gd name="connsiteX2401" fmla="*/ 265652 w 504825"/>
                <a:gd name="connsiteY2401" fmla="*/ 473392 h 885825"/>
                <a:gd name="connsiteX2402" fmla="*/ 265366 w 504825"/>
                <a:gd name="connsiteY2402" fmla="*/ 475393 h 885825"/>
                <a:gd name="connsiteX2403" fmla="*/ 264605 w 504825"/>
                <a:gd name="connsiteY2403" fmla="*/ 477012 h 885825"/>
                <a:gd name="connsiteX2404" fmla="*/ 262985 w 504825"/>
                <a:gd name="connsiteY2404" fmla="*/ 477679 h 885825"/>
                <a:gd name="connsiteX2405" fmla="*/ 262318 w 504825"/>
                <a:gd name="connsiteY2405" fmla="*/ 478726 h 885825"/>
                <a:gd name="connsiteX2406" fmla="*/ 261747 w 504825"/>
                <a:gd name="connsiteY2406" fmla="*/ 480917 h 885825"/>
                <a:gd name="connsiteX2407" fmla="*/ 261556 w 504825"/>
                <a:gd name="connsiteY2407" fmla="*/ 482917 h 885825"/>
                <a:gd name="connsiteX2408" fmla="*/ 262033 w 504825"/>
                <a:gd name="connsiteY2408" fmla="*/ 483299 h 885825"/>
                <a:gd name="connsiteX2409" fmla="*/ 264223 w 504825"/>
                <a:gd name="connsiteY2409" fmla="*/ 485489 h 885825"/>
                <a:gd name="connsiteX2410" fmla="*/ 264795 w 504825"/>
                <a:gd name="connsiteY2410" fmla="*/ 485775 h 885825"/>
                <a:gd name="connsiteX2411" fmla="*/ 265366 w 504825"/>
                <a:gd name="connsiteY2411" fmla="*/ 485870 h 885825"/>
                <a:gd name="connsiteX2412" fmla="*/ 265843 w 504825"/>
                <a:gd name="connsiteY2412" fmla="*/ 486156 h 885825"/>
                <a:gd name="connsiteX2413" fmla="*/ 266033 w 504825"/>
                <a:gd name="connsiteY2413" fmla="*/ 486823 h 885825"/>
                <a:gd name="connsiteX2414" fmla="*/ 265747 w 504825"/>
                <a:gd name="connsiteY2414" fmla="*/ 487966 h 885825"/>
                <a:gd name="connsiteX2415" fmla="*/ 265081 w 504825"/>
                <a:gd name="connsiteY2415" fmla="*/ 488537 h 885825"/>
                <a:gd name="connsiteX2416" fmla="*/ 264319 w 504825"/>
                <a:gd name="connsiteY2416" fmla="*/ 488347 h 885825"/>
                <a:gd name="connsiteX2417" fmla="*/ 263842 w 504825"/>
                <a:gd name="connsiteY2417" fmla="*/ 487109 h 885825"/>
                <a:gd name="connsiteX2418" fmla="*/ 263557 w 504825"/>
                <a:gd name="connsiteY2418" fmla="*/ 489775 h 885825"/>
                <a:gd name="connsiteX2419" fmla="*/ 263842 w 504825"/>
                <a:gd name="connsiteY2419" fmla="*/ 490633 h 885825"/>
                <a:gd name="connsiteX2420" fmla="*/ 265271 w 504825"/>
                <a:gd name="connsiteY2420" fmla="*/ 490728 h 885825"/>
                <a:gd name="connsiteX2421" fmla="*/ 264985 w 504825"/>
                <a:gd name="connsiteY2421" fmla="*/ 491585 h 885825"/>
                <a:gd name="connsiteX2422" fmla="*/ 265271 w 504825"/>
                <a:gd name="connsiteY2422" fmla="*/ 492347 h 885825"/>
                <a:gd name="connsiteX2423" fmla="*/ 266414 w 504825"/>
                <a:gd name="connsiteY2423" fmla="*/ 493585 h 885825"/>
                <a:gd name="connsiteX2424" fmla="*/ 266795 w 504825"/>
                <a:gd name="connsiteY2424" fmla="*/ 493585 h 885825"/>
                <a:gd name="connsiteX2425" fmla="*/ 266795 w 504825"/>
                <a:gd name="connsiteY2425" fmla="*/ 490823 h 885825"/>
                <a:gd name="connsiteX2426" fmla="*/ 266986 w 504825"/>
                <a:gd name="connsiteY2426" fmla="*/ 490442 h 885825"/>
                <a:gd name="connsiteX2427" fmla="*/ 267938 w 504825"/>
                <a:gd name="connsiteY2427" fmla="*/ 489585 h 885825"/>
                <a:gd name="connsiteX2428" fmla="*/ 268224 w 504825"/>
                <a:gd name="connsiteY2428" fmla="*/ 489204 h 885825"/>
                <a:gd name="connsiteX2429" fmla="*/ 268891 w 504825"/>
                <a:gd name="connsiteY2429" fmla="*/ 489966 h 885825"/>
                <a:gd name="connsiteX2430" fmla="*/ 268986 w 504825"/>
                <a:gd name="connsiteY2430" fmla="*/ 489109 h 885825"/>
                <a:gd name="connsiteX2431" fmla="*/ 268319 w 504825"/>
                <a:gd name="connsiteY2431" fmla="*/ 488442 h 885825"/>
                <a:gd name="connsiteX2432" fmla="*/ 267748 w 504825"/>
                <a:gd name="connsiteY2432" fmla="*/ 487680 h 885825"/>
                <a:gd name="connsiteX2433" fmla="*/ 268129 w 504825"/>
                <a:gd name="connsiteY2433" fmla="*/ 486727 h 885825"/>
                <a:gd name="connsiteX2434" fmla="*/ 268510 w 504825"/>
                <a:gd name="connsiteY2434" fmla="*/ 486156 h 885825"/>
                <a:gd name="connsiteX2435" fmla="*/ 270034 w 504825"/>
                <a:gd name="connsiteY2435" fmla="*/ 482251 h 885825"/>
                <a:gd name="connsiteX2436" fmla="*/ 270986 w 504825"/>
                <a:gd name="connsiteY2436" fmla="*/ 478441 h 885825"/>
                <a:gd name="connsiteX2437" fmla="*/ 271367 w 504825"/>
                <a:gd name="connsiteY2437" fmla="*/ 474535 h 885825"/>
                <a:gd name="connsiteX2438" fmla="*/ 272605 w 504825"/>
                <a:gd name="connsiteY2438" fmla="*/ 470821 h 885825"/>
                <a:gd name="connsiteX2439" fmla="*/ 272891 w 504825"/>
                <a:gd name="connsiteY2439" fmla="*/ 469106 h 885825"/>
                <a:gd name="connsiteX2440" fmla="*/ 272510 w 504825"/>
                <a:gd name="connsiteY2440" fmla="*/ 466153 h 885825"/>
                <a:gd name="connsiteX2441" fmla="*/ 272510 w 504825"/>
                <a:gd name="connsiteY2441" fmla="*/ 465677 h 885825"/>
                <a:gd name="connsiteX2442" fmla="*/ 272986 w 504825"/>
                <a:gd name="connsiteY2442" fmla="*/ 465201 h 885825"/>
                <a:gd name="connsiteX2443" fmla="*/ 355568 w 504825"/>
                <a:gd name="connsiteY2443" fmla="*/ 465773 h 885825"/>
                <a:gd name="connsiteX2444" fmla="*/ 355663 w 504825"/>
                <a:gd name="connsiteY2444" fmla="*/ 465392 h 885825"/>
                <a:gd name="connsiteX2445" fmla="*/ 355187 w 504825"/>
                <a:gd name="connsiteY2445" fmla="*/ 465201 h 885825"/>
                <a:gd name="connsiteX2446" fmla="*/ 352615 w 504825"/>
                <a:gd name="connsiteY2446" fmla="*/ 463677 h 885825"/>
                <a:gd name="connsiteX2447" fmla="*/ 351663 w 504825"/>
                <a:gd name="connsiteY2447" fmla="*/ 462534 h 885825"/>
                <a:gd name="connsiteX2448" fmla="*/ 351091 w 504825"/>
                <a:gd name="connsiteY2448" fmla="*/ 462058 h 885825"/>
                <a:gd name="connsiteX2449" fmla="*/ 350615 w 504825"/>
                <a:gd name="connsiteY2449" fmla="*/ 462058 h 885825"/>
                <a:gd name="connsiteX2450" fmla="*/ 350425 w 504825"/>
                <a:gd name="connsiteY2450" fmla="*/ 462820 h 885825"/>
                <a:gd name="connsiteX2451" fmla="*/ 350234 w 504825"/>
                <a:gd name="connsiteY2451" fmla="*/ 463867 h 885825"/>
                <a:gd name="connsiteX2452" fmla="*/ 350044 w 504825"/>
                <a:gd name="connsiteY2452" fmla="*/ 464534 h 885825"/>
                <a:gd name="connsiteX2453" fmla="*/ 349567 w 504825"/>
                <a:gd name="connsiteY2453" fmla="*/ 464249 h 885825"/>
                <a:gd name="connsiteX2454" fmla="*/ 349186 w 504825"/>
                <a:gd name="connsiteY2454" fmla="*/ 464249 h 885825"/>
                <a:gd name="connsiteX2455" fmla="*/ 349091 w 504825"/>
                <a:gd name="connsiteY2455" fmla="*/ 464915 h 885825"/>
                <a:gd name="connsiteX2456" fmla="*/ 349282 w 504825"/>
                <a:gd name="connsiteY2456" fmla="*/ 465392 h 885825"/>
                <a:gd name="connsiteX2457" fmla="*/ 357188 w 504825"/>
                <a:gd name="connsiteY2457" fmla="*/ 477107 h 885825"/>
                <a:gd name="connsiteX2458" fmla="*/ 358807 w 504825"/>
                <a:gd name="connsiteY2458" fmla="*/ 478631 h 885825"/>
                <a:gd name="connsiteX2459" fmla="*/ 358997 w 504825"/>
                <a:gd name="connsiteY2459" fmla="*/ 479108 h 885825"/>
                <a:gd name="connsiteX2460" fmla="*/ 359092 w 504825"/>
                <a:gd name="connsiteY2460" fmla="*/ 479584 h 885825"/>
                <a:gd name="connsiteX2461" fmla="*/ 359378 w 504825"/>
                <a:gd name="connsiteY2461" fmla="*/ 480155 h 885825"/>
                <a:gd name="connsiteX2462" fmla="*/ 359759 w 504825"/>
                <a:gd name="connsiteY2462" fmla="*/ 480536 h 885825"/>
                <a:gd name="connsiteX2463" fmla="*/ 360140 w 504825"/>
                <a:gd name="connsiteY2463" fmla="*/ 480727 h 885825"/>
                <a:gd name="connsiteX2464" fmla="*/ 360331 w 504825"/>
                <a:gd name="connsiteY2464" fmla="*/ 480441 h 885825"/>
                <a:gd name="connsiteX2465" fmla="*/ 360235 w 504825"/>
                <a:gd name="connsiteY2465" fmla="*/ 479774 h 885825"/>
                <a:gd name="connsiteX2466" fmla="*/ 359950 w 504825"/>
                <a:gd name="connsiteY2466" fmla="*/ 478726 h 885825"/>
                <a:gd name="connsiteX2467" fmla="*/ 360045 w 504825"/>
                <a:gd name="connsiteY2467" fmla="*/ 477488 h 885825"/>
                <a:gd name="connsiteX2468" fmla="*/ 360045 w 504825"/>
                <a:gd name="connsiteY2468" fmla="*/ 476917 h 885825"/>
                <a:gd name="connsiteX2469" fmla="*/ 359759 w 504825"/>
                <a:gd name="connsiteY2469" fmla="*/ 476631 h 885825"/>
                <a:gd name="connsiteX2470" fmla="*/ 359664 w 504825"/>
                <a:gd name="connsiteY2470" fmla="*/ 476345 h 885825"/>
                <a:gd name="connsiteX2471" fmla="*/ 359092 w 504825"/>
                <a:gd name="connsiteY2471" fmla="*/ 473583 h 885825"/>
                <a:gd name="connsiteX2472" fmla="*/ 358330 w 504825"/>
                <a:gd name="connsiteY2472" fmla="*/ 471868 h 885825"/>
                <a:gd name="connsiteX2473" fmla="*/ 358140 w 504825"/>
                <a:gd name="connsiteY2473" fmla="*/ 471011 h 885825"/>
                <a:gd name="connsiteX2474" fmla="*/ 357854 w 504825"/>
                <a:gd name="connsiteY2474" fmla="*/ 470154 h 885825"/>
                <a:gd name="connsiteX2475" fmla="*/ 357283 w 504825"/>
                <a:gd name="connsiteY2475" fmla="*/ 469106 h 885825"/>
                <a:gd name="connsiteX2476" fmla="*/ 356902 w 504825"/>
                <a:gd name="connsiteY2476" fmla="*/ 468059 h 885825"/>
                <a:gd name="connsiteX2477" fmla="*/ 357188 w 504825"/>
                <a:gd name="connsiteY2477" fmla="*/ 467106 h 885825"/>
                <a:gd name="connsiteX2478" fmla="*/ 356806 w 504825"/>
                <a:gd name="connsiteY2478" fmla="*/ 466534 h 885825"/>
                <a:gd name="connsiteX2479" fmla="*/ 356330 w 504825"/>
                <a:gd name="connsiteY2479" fmla="*/ 466153 h 885825"/>
                <a:gd name="connsiteX2480" fmla="*/ 355759 w 504825"/>
                <a:gd name="connsiteY2480" fmla="*/ 465963 h 885825"/>
                <a:gd name="connsiteX2481" fmla="*/ 354997 w 504825"/>
                <a:gd name="connsiteY2481" fmla="*/ 465963 h 885825"/>
                <a:gd name="connsiteX2482" fmla="*/ 355473 w 504825"/>
                <a:gd name="connsiteY2482" fmla="*/ 465773 h 885825"/>
                <a:gd name="connsiteX2483" fmla="*/ 355568 w 504825"/>
                <a:gd name="connsiteY2483" fmla="*/ 465773 h 885825"/>
                <a:gd name="connsiteX2484" fmla="*/ 289274 w 504825"/>
                <a:gd name="connsiteY2484" fmla="*/ 477679 h 885825"/>
                <a:gd name="connsiteX2485" fmla="*/ 290322 w 504825"/>
                <a:gd name="connsiteY2485" fmla="*/ 478060 h 885825"/>
                <a:gd name="connsiteX2486" fmla="*/ 291560 w 504825"/>
                <a:gd name="connsiteY2486" fmla="*/ 478250 h 885825"/>
                <a:gd name="connsiteX2487" fmla="*/ 292798 w 504825"/>
                <a:gd name="connsiteY2487" fmla="*/ 478631 h 885825"/>
                <a:gd name="connsiteX2488" fmla="*/ 293656 w 504825"/>
                <a:gd name="connsiteY2488" fmla="*/ 479679 h 885825"/>
                <a:gd name="connsiteX2489" fmla="*/ 294989 w 504825"/>
                <a:gd name="connsiteY2489" fmla="*/ 481870 h 885825"/>
                <a:gd name="connsiteX2490" fmla="*/ 295465 w 504825"/>
                <a:gd name="connsiteY2490" fmla="*/ 482251 h 885825"/>
                <a:gd name="connsiteX2491" fmla="*/ 296513 w 504825"/>
                <a:gd name="connsiteY2491" fmla="*/ 482536 h 885825"/>
                <a:gd name="connsiteX2492" fmla="*/ 296989 w 504825"/>
                <a:gd name="connsiteY2492" fmla="*/ 482822 h 885825"/>
                <a:gd name="connsiteX2493" fmla="*/ 297847 w 504825"/>
                <a:gd name="connsiteY2493" fmla="*/ 483965 h 885825"/>
                <a:gd name="connsiteX2494" fmla="*/ 298132 w 504825"/>
                <a:gd name="connsiteY2494" fmla="*/ 484156 h 885825"/>
                <a:gd name="connsiteX2495" fmla="*/ 298799 w 504825"/>
                <a:gd name="connsiteY2495" fmla="*/ 483870 h 885825"/>
                <a:gd name="connsiteX2496" fmla="*/ 299752 w 504825"/>
                <a:gd name="connsiteY2496" fmla="*/ 483299 h 885825"/>
                <a:gd name="connsiteX2497" fmla="*/ 300609 w 504825"/>
                <a:gd name="connsiteY2497" fmla="*/ 482536 h 885825"/>
                <a:gd name="connsiteX2498" fmla="*/ 301180 w 504825"/>
                <a:gd name="connsiteY2498" fmla="*/ 481870 h 885825"/>
                <a:gd name="connsiteX2499" fmla="*/ 302038 w 504825"/>
                <a:gd name="connsiteY2499" fmla="*/ 478060 h 885825"/>
                <a:gd name="connsiteX2500" fmla="*/ 302038 w 504825"/>
                <a:gd name="connsiteY2500" fmla="*/ 477298 h 885825"/>
                <a:gd name="connsiteX2501" fmla="*/ 301085 w 504825"/>
                <a:gd name="connsiteY2501" fmla="*/ 476059 h 885825"/>
                <a:gd name="connsiteX2502" fmla="*/ 300704 w 504825"/>
                <a:gd name="connsiteY2502" fmla="*/ 475393 h 885825"/>
                <a:gd name="connsiteX2503" fmla="*/ 300418 w 504825"/>
                <a:gd name="connsiteY2503" fmla="*/ 474726 h 885825"/>
                <a:gd name="connsiteX2504" fmla="*/ 300038 w 504825"/>
                <a:gd name="connsiteY2504" fmla="*/ 473583 h 885825"/>
                <a:gd name="connsiteX2505" fmla="*/ 299752 w 504825"/>
                <a:gd name="connsiteY2505" fmla="*/ 473202 h 885825"/>
                <a:gd name="connsiteX2506" fmla="*/ 299180 w 504825"/>
                <a:gd name="connsiteY2506" fmla="*/ 472916 h 885825"/>
                <a:gd name="connsiteX2507" fmla="*/ 297180 w 504825"/>
                <a:gd name="connsiteY2507" fmla="*/ 472535 h 885825"/>
                <a:gd name="connsiteX2508" fmla="*/ 291179 w 504825"/>
                <a:gd name="connsiteY2508" fmla="*/ 472535 h 885825"/>
                <a:gd name="connsiteX2509" fmla="*/ 289274 w 504825"/>
                <a:gd name="connsiteY2509" fmla="*/ 473011 h 885825"/>
                <a:gd name="connsiteX2510" fmla="*/ 288131 w 504825"/>
                <a:gd name="connsiteY2510" fmla="*/ 474154 h 885825"/>
                <a:gd name="connsiteX2511" fmla="*/ 288131 w 504825"/>
                <a:gd name="connsiteY2511" fmla="*/ 476059 h 885825"/>
                <a:gd name="connsiteX2512" fmla="*/ 288607 w 504825"/>
                <a:gd name="connsiteY2512" fmla="*/ 477012 h 885825"/>
                <a:gd name="connsiteX2513" fmla="*/ 289274 w 504825"/>
                <a:gd name="connsiteY2513" fmla="*/ 477679 h 885825"/>
                <a:gd name="connsiteX2514" fmla="*/ 264319 w 504825"/>
                <a:gd name="connsiteY2514" fmla="*/ 574643 h 885825"/>
                <a:gd name="connsiteX2515" fmla="*/ 262223 w 504825"/>
                <a:gd name="connsiteY2515" fmla="*/ 578549 h 885825"/>
                <a:gd name="connsiteX2516" fmla="*/ 262033 w 504825"/>
                <a:gd name="connsiteY2516" fmla="*/ 580739 h 885825"/>
                <a:gd name="connsiteX2517" fmla="*/ 263080 w 504825"/>
                <a:gd name="connsiteY2517" fmla="*/ 582549 h 885825"/>
                <a:gd name="connsiteX2518" fmla="*/ 264795 w 504825"/>
                <a:gd name="connsiteY2518" fmla="*/ 582740 h 885825"/>
                <a:gd name="connsiteX2519" fmla="*/ 266605 w 504825"/>
                <a:gd name="connsiteY2519" fmla="*/ 581977 h 885825"/>
                <a:gd name="connsiteX2520" fmla="*/ 267557 w 504825"/>
                <a:gd name="connsiteY2520" fmla="*/ 581120 h 885825"/>
                <a:gd name="connsiteX2521" fmla="*/ 267938 w 504825"/>
                <a:gd name="connsiteY2521" fmla="*/ 580834 h 885825"/>
                <a:gd name="connsiteX2522" fmla="*/ 271177 w 504825"/>
                <a:gd name="connsiteY2522" fmla="*/ 575405 h 885825"/>
                <a:gd name="connsiteX2523" fmla="*/ 272605 w 504825"/>
                <a:gd name="connsiteY2523" fmla="*/ 574262 h 885825"/>
                <a:gd name="connsiteX2524" fmla="*/ 273272 w 504825"/>
                <a:gd name="connsiteY2524" fmla="*/ 574167 h 885825"/>
                <a:gd name="connsiteX2525" fmla="*/ 273844 w 504825"/>
                <a:gd name="connsiteY2525" fmla="*/ 574167 h 885825"/>
                <a:gd name="connsiteX2526" fmla="*/ 274320 w 504825"/>
                <a:gd name="connsiteY2526" fmla="*/ 574072 h 885825"/>
                <a:gd name="connsiteX2527" fmla="*/ 274891 w 504825"/>
                <a:gd name="connsiteY2527" fmla="*/ 573691 h 885825"/>
                <a:gd name="connsiteX2528" fmla="*/ 277082 w 504825"/>
                <a:gd name="connsiteY2528" fmla="*/ 571881 h 885825"/>
                <a:gd name="connsiteX2529" fmla="*/ 277749 w 504825"/>
                <a:gd name="connsiteY2529" fmla="*/ 571500 h 885825"/>
                <a:gd name="connsiteX2530" fmla="*/ 278321 w 504825"/>
                <a:gd name="connsiteY2530" fmla="*/ 571500 h 885825"/>
                <a:gd name="connsiteX2531" fmla="*/ 278892 w 504825"/>
                <a:gd name="connsiteY2531" fmla="*/ 571691 h 885825"/>
                <a:gd name="connsiteX2532" fmla="*/ 279463 w 504825"/>
                <a:gd name="connsiteY2532" fmla="*/ 571691 h 885825"/>
                <a:gd name="connsiteX2533" fmla="*/ 279940 w 504825"/>
                <a:gd name="connsiteY2533" fmla="*/ 571405 h 885825"/>
                <a:gd name="connsiteX2534" fmla="*/ 280702 w 504825"/>
                <a:gd name="connsiteY2534" fmla="*/ 570833 h 885825"/>
                <a:gd name="connsiteX2535" fmla="*/ 281273 w 504825"/>
                <a:gd name="connsiteY2535" fmla="*/ 570643 h 885825"/>
                <a:gd name="connsiteX2536" fmla="*/ 281845 w 504825"/>
                <a:gd name="connsiteY2536" fmla="*/ 570548 h 885825"/>
                <a:gd name="connsiteX2537" fmla="*/ 283655 w 504825"/>
                <a:gd name="connsiteY2537" fmla="*/ 570643 h 885825"/>
                <a:gd name="connsiteX2538" fmla="*/ 283940 w 504825"/>
                <a:gd name="connsiteY2538" fmla="*/ 570548 h 885825"/>
                <a:gd name="connsiteX2539" fmla="*/ 284702 w 504825"/>
                <a:gd name="connsiteY2539" fmla="*/ 570071 h 885825"/>
                <a:gd name="connsiteX2540" fmla="*/ 285179 w 504825"/>
                <a:gd name="connsiteY2540" fmla="*/ 569976 h 885825"/>
                <a:gd name="connsiteX2541" fmla="*/ 289655 w 504825"/>
                <a:gd name="connsiteY2541" fmla="*/ 569214 h 885825"/>
                <a:gd name="connsiteX2542" fmla="*/ 294608 w 504825"/>
                <a:gd name="connsiteY2542" fmla="*/ 569024 h 885825"/>
                <a:gd name="connsiteX2543" fmla="*/ 296989 w 504825"/>
                <a:gd name="connsiteY2543" fmla="*/ 568547 h 885825"/>
                <a:gd name="connsiteX2544" fmla="*/ 297275 w 504825"/>
                <a:gd name="connsiteY2544" fmla="*/ 567309 h 885825"/>
                <a:gd name="connsiteX2545" fmla="*/ 297847 w 504825"/>
                <a:gd name="connsiteY2545" fmla="*/ 566928 h 885825"/>
                <a:gd name="connsiteX2546" fmla="*/ 297942 w 504825"/>
                <a:gd name="connsiteY2546" fmla="*/ 566547 h 885825"/>
                <a:gd name="connsiteX2547" fmla="*/ 297751 w 504825"/>
                <a:gd name="connsiteY2547" fmla="*/ 566261 h 885825"/>
                <a:gd name="connsiteX2548" fmla="*/ 297656 w 504825"/>
                <a:gd name="connsiteY2548" fmla="*/ 566166 h 885825"/>
                <a:gd name="connsiteX2549" fmla="*/ 298132 w 504825"/>
                <a:gd name="connsiteY2549" fmla="*/ 565404 h 885825"/>
                <a:gd name="connsiteX2550" fmla="*/ 298418 w 504825"/>
                <a:gd name="connsiteY2550" fmla="*/ 565118 h 885825"/>
                <a:gd name="connsiteX2551" fmla="*/ 299275 w 504825"/>
                <a:gd name="connsiteY2551" fmla="*/ 564451 h 885825"/>
                <a:gd name="connsiteX2552" fmla="*/ 299942 w 504825"/>
                <a:gd name="connsiteY2552" fmla="*/ 564070 h 885825"/>
                <a:gd name="connsiteX2553" fmla="*/ 300609 w 504825"/>
                <a:gd name="connsiteY2553" fmla="*/ 563785 h 885825"/>
                <a:gd name="connsiteX2554" fmla="*/ 301180 w 504825"/>
                <a:gd name="connsiteY2554" fmla="*/ 563690 h 885825"/>
                <a:gd name="connsiteX2555" fmla="*/ 302228 w 504825"/>
                <a:gd name="connsiteY2555" fmla="*/ 563118 h 885825"/>
                <a:gd name="connsiteX2556" fmla="*/ 302609 w 504825"/>
                <a:gd name="connsiteY2556" fmla="*/ 563023 h 885825"/>
                <a:gd name="connsiteX2557" fmla="*/ 303085 w 504825"/>
                <a:gd name="connsiteY2557" fmla="*/ 563118 h 885825"/>
                <a:gd name="connsiteX2558" fmla="*/ 303943 w 504825"/>
                <a:gd name="connsiteY2558" fmla="*/ 563594 h 885825"/>
                <a:gd name="connsiteX2559" fmla="*/ 304419 w 504825"/>
                <a:gd name="connsiteY2559" fmla="*/ 563690 h 885825"/>
                <a:gd name="connsiteX2560" fmla="*/ 305276 w 504825"/>
                <a:gd name="connsiteY2560" fmla="*/ 563309 h 885825"/>
                <a:gd name="connsiteX2561" fmla="*/ 306133 w 504825"/>
                <a:gd name="connsiteY2561" fmla="*/ 562547 h 885825"/>
                <a:gd name="connsiteX2562" fmla="*/ 307467 w 504825"/>
                <a:gd name="connsiteY2562" fmla="*/ 560737 h 885825"/>
                <a:gd name="connsiteX2563" fmla="*/ 308038 w 504825"/>
                <a:gd name="connsiteY2563" fmla="*/ 559118 h 885825"/>
                <a:gd name="connsiteX2564" fmla="*/ 307848 w 504825"/>
                <a:gd name="connsiteY2564" fmla="*/ 557784 h 885825"/>
                <a:gd name="connsiteX2565" fmla="*/ 307372 w 504825"/>
                <a:gd name="connsiteY2565" fmla="*/ 556451 h 885825"/>
                <a:gd name="connsiteX2566" fmla="*/ 307086 w 504825"/>
                <a:gd name="connsiteY2566" fmla="*/ 554736 h 885825"/>
                <a:gd name="connsiteX2567" fmla="*/ 307562 w 504825"/>
                <a:gd name="connsiteY2567" fmla="*/ 553688 h 885825"/>
                <a:gd name="connsiteX2568" fmla="*/ 308800 w 504825"/>
                <a:gd name="connsiteY2568" fmla="*/ 552450 h 885825"/>
                <a:gd name="connsiteX2569" fmla="*/ 310229 w 504825"/>
                <a:gd name="connsiteY2569" fmla="*/ 551402 h 885825"/>
                <a:gd name="connsiteX2570" fmla="*/ 311467 w 504825"/>
                <a:gd name="connsiteY2570" fmla="*/ 550831 h 885825"/>
                <a:gd name="connsiteX2571" fmla="*/ 311467 w 504825"/>
                <a:gd name="connsiteY2571" fmla="*/ 551593 h 885825"/>
                <a:gd name="connsiteX2572" fmla="*/ 312610 w 504825"/>
                <a:gd name="connsiteY2572" fmla="*/ 550640 h 885825"/>
                <a:gd name="connsiteX2573" fmla="*/ 312896 w 504825"/>
                <a:gd name="connsiteY2573" fmla="*/ 550545 h 885825"/>
                <a:gd name="connsiteX2574" fmla="*/ 313468 w 504825"/>
                <a:gd name="connsiteY2574" fmla="*/ 550640 h 885825"/>
                <a:gd name="connsiteX2575" fmla="*/ 313849 w 504825"/>
                <a:gd name="connsiteY2575" fmla="*/ 550926 h 885825"/>
                <a:gd name="connsiteX2576" fmla="*/ 314230 w 504825"/>
                <a:gd name="connsiteY2576" fmla="*/ 551117 h 885825"/>
                <a:gd name="connsiteX2577" fmla="*/ 314801 w 504825"/>
                <a:gd name="connsiteY2577" fmla="*/ 551021 h 885825"/>
                <a:gd name="connsiteX2578" fmla="*/ 315087 w 504825"/>
                <a:gd name="connsiteY2578" fmla="*/ 550545 h 885825"/>
                <a:gd name="connsiteX2579" fmla="*/ 315277 w 504825"/>
                <a:gd name="connsiteY2579" fmla="*/ 549402 h 885825"/>
                <a:gd name="connsiteX2580" fmla="*/ 315563 w 504825"/>
                <a:gd name="connsiteY2580" fmla="*/ 549116 h 885825"/>
                <a:gd name="connsiteX2581" fmla="*/ 316039 w 504825"/>
                <a:gd name="connsiteY2581" fmla="*/ 549211 h 885825"/>
                <a:gd name="connsiteX2582" fmla="*/ 316230 w 504825"/>
                <a:gd name="connsiteY2582" fmla="*/ 549593 h 885825"/>
                <a:gd name="connsiteX2583" fmla="*/ 316230 w 504825"/>
                <a:gd name="connsiteY2583" fmla="*/ 550069 h 885825"/>
                <a:gd name="connsiteX2584" fmla="*/ 316135 w 504825"/>
                <a:gd name="connsiteY2584" fmla="*/ 550640 h 885825"/>
                <a:gd name="connsiteX2585" fmla="*/ 317278 w 504825"/>
                <a:gd name="connsiteY2585" fmla="*/ 549974 h 885825"/>
                <a:gd name="connsiteX2586" fmla="*/ 317563 w 504825"/>
                <a:gd name="connsiteY2586" fmla="*/ 549593 h 885825"/>
                <a:gd name="connsiteX2587" fmla="*/ 317278 w 504825"/>
                <a:gd name="connsiteY2587" fmla="*/ 548926 h 885825"/>
                <a:gd name="connsiteX2588" fmla="*/ 318516 w 504825"/>
                <a:gd name="connsiteY2588" fmla="*/ 548450 h 885825"/>
                <a:gd name="connsiteX2589" fmla="*/ 319564 w 504825"/>
                <a:gd name="connsiteY2589" fmla="*/ 547783 h 885825"/>
                <a:gd name="connsiteX2590" fmla="*/ 320230 w 504825"/>
                <a:gd name="connsiteY2590" fmla="*/ 546830 h 885825"/>
                <a:gd name="connsiteX2591" fmla="*/ 320897 w 504825"/>
                <a:gd name="connsiteY2591" fmla="*/ 543973 h 885825"/>
                <a:gd name="connsiteX2592" fmla="*/ 321945 w 504825"/>
                <a:gd name="connsiteY2592" fmla="*/ 543687 h 885825"/>
                <a:gd name="connsiteX2593" fmla="*/ 323279 w 504825"/>
                <a:gd name="connsiteY2593" fmla="*/ 544068 h 885825"/>
                <a:gd name="connsiteX2594" fmla="*/ 324517 w 504825"/>
                <a:gd name="connsiteY2594" fmla="*/ 544640 h 885825"/>
                <a:gd name="connsiteX2595" fmla="*/ 324707 w 504825"/>
                <a:gd name="connsiteY2595" fmla="*/ 543782 h 885825"/>
                <a:gd name="connsiteX2596" fmla="*/ 325755 w 504825"/>
                <a:gd name="connsiteY2596" fmla="*/ 543020 h 885825"/>
                <a:gd name="connsiteX2597" fmla="*/ 326041 w 504825"/>
                <a:gd name="connsiteY2597" fmla="*/ 542258 h 885825"/>
                <a:gd name="connsiteX2598" fmla="*/ 325850 w 504825"/>
                <a:gd name="connsiteY2598" fmla="*/ 541496 h 885825"/>
                <a:gd name="connsiteX2599" fmla="*/ 325469 w 504825"/>
                <a:gd name="connsiteY2599" fmla="*/ 541115 h 885825"/>
                <a:gd name="connsiteX2600" fmla="*/ 325088 w 504825"/>
                <a:gd name="connsiteY2600" fmla="*/ 540829 h 885825"/>
                <a:gd name="connsiteX2601" fmla="*/ 324898 w 504825"/>
                <a:gd name="connsiteY2601" fmla="*/ 540353 h 885825"/>
                <a:gd name="connsiteX2602" fmla="*/ 324802 w 504825"/>
                <a:gd name="connsiteY2602" fmla="*/ 538448 h 885825"/>
                <a:gd name="connsiteX2603" fmla="*/ 324898 w 504825"/>
                <a:gd name="connsiteY2603" fmla="*/ 537591 h 885825"/>
                <a:gd name="connsiteX2604" fmla="*/ 325183 w 504825"/>
                <a:gd name="connsiteY2604" fmla="*/ 536543 h 885825"/>
                <a:gd name="connsiteX2605" fmla="*/ 325183 w 504825"/>
                <a:gd name="connsiteY2605" fmla="*/ 536448 h 885825"/>
                <a:gd name="connsiteX2606" fmla="*/ 325279 w 504825"/>
                <a:gd name="connsiteY2606" fmla="*/ 535019 h 885825"/>
                <a:gd name="connsiteX2607" fmla="*/ 325183 w 504825"/>
                <a:gd name="connsiteY2607" fmla="*/ 534924 h 885825"/>
                <a:gd name="connsiteX2608" fmla="*/ 325279 w 504825"/>
                <a:gd name="connsiteY2608" fmla="*/ 534543 h 885825"/>
                <a:gd name="connsiteX2609" fmla="*/ 325279 w 504825"/>
                <a:gd name="connsiteY2609" fmla="*/ 534162 h 885825"/>
                <a:gd name="connsiteX2610" fmla="*/ 325469 w 504825"/>
                <a:gd name="connsiteY2610" fmla="*/ 533972 h 885825"/>
                <a:gd name="connsiteX2611" fmla="*/ 326422 w 504825"/>
                <a:gd name="connsiteY2611" fmla="*/ 533781 h 885825"/>
                <a:gd name="connsiteX2612" fmla="*/ 326517 w 504825"/>
                <a:gd name="connsiteY2612" fmla="*/ 533591 h 885825"/>
                <a:gd name="connsiteX2613" fmla="*/ 326517 w 504825"/>
                <a:gd name="connsiteY2613" fmla="*/ 533305 h 885825"/>
                <a:gd name="connsiteX2614" fmla="*/ 327088 w 504825"/>
                <a:gd name="connsiteY2614" fmla="*/ 532352 h 885825"/>
                <a:gd name="connsiteX2615" fmla="*/ 327088 w 504825"/>
                <a:gd name="connsiteY2615" fmla="*/ 531590 h 885825"/>
                <a:gd name="connsiteX2616" fmla="*/ 326898 w 504825"/>
                <a:gd name="connsiteY2616" fmla="*/ 530066 h 885825"/>
                <a:gd name="connsiteX2617" fmla="*/ 327088 w 504825"/>
                <a:gd name="connsiteY2617" fmla="*/ 529209 h 885825"/>
                <a:gd name="connsiteX2618" fmla="*/ 327565 w 504825"/>
                <a:gd name="connsiteY2618" fmla="*/ 528447 h 885825"/>
                <a:gd name="connsiteX2619" fmla="*/ 327850 w 504825"/>
                <a:gd name="connsiteY2619" fmla="*/ 527685 h 885825"/>
                <a:gd name="connsiteX2620" fmla="*/ 327660 w 504825"/>
                <a:gd name="connsiteY2620" fmla="*/ 527018 h 885825"/>
                <a:gd name="connsiteX2621" fmla="*/ 326517 w 504825"/>
                <a:gd name="connsiteY2621" fmla="*/ 527209 h 885825"/>
                <a:gd name="connsiteX2622" fmla="*/ 326136 w 504825"/>
                <a:gd name="connsiteY2622" fmla="*/ 527114 h 885825"/>
                <a:gd name="connsiteX2623" fmla="*/ 326612 w 504825"/>
                <a:gd name="connsiteY2623" fmla="*/ 526351 h 885825"/>
                <a:gd name="connsiteX2624" fmla="*/ 326041 w 504825"/>
                <a:gd name="connsiteY2624" fmla="*/ 526447 h 885825"/>
                <a:gd name="connsiteX2625" fmla="*/ 325564 w 504825"/>
                <a:gd name="connsiteY2625" fmla="*/ 526351 h 885825"/>
                <a:gd name="connsiteX2626" fmla="*/ 325279 w 504825"/>
                <a:gd name="connsiteY2626" fmla="*/ 526066 h 885825"/>
                <a:gd name="connsiteX2627" fmla="*/ 325183 w 504825"/>
                <a:gd name="connsiteY2627" fmla="*/ 525494 h 885825"/>
                <a:gd name="connsiteX2628" fmla="*/ 325469 w 504825"/>
                <a:gd name="connsiteY2628" fmla="*/ 525113 h 885825"/>
                <a:gd name="connsiteX2629" fmla="*/ 326041 w 504825"/>
                <a:gd name="connsiteY2629" fmla="*/ 525018 h 885825"/>
                <a:gd name="connsiteX2630" fmla="*/ 326612 w 504825"/>
                <a:gd name="connsiteY2630" fmla="*/ 524923 h 885825"/>
                <a:gd name="connsiteX2631" fmla="*/ 326993 w 504825"/>
                <a:gd name="connsiteY2631" fmla="*/ 524732 h 885825"/>
                <a:gd name="connsiteX2632" fmla="*/ 327374 w 504825"/>
                <a:gd name="connsiteY2632" fmla="*/ 523875 h 885825"/>
                <a:gd name="connsiteX2633" fmla="*/ 327374 w 504825"/>
                <a:gd name="connsiteY2633" fmla="*/ 520636 h 885825"/>
                <a:gd name="connsiteX2634" fmla="*/ 326993 w 504825"/>
                <a:gd name="connsiteY2634" fmla="*/ 520636 h 885825"/>
                <a:gd name="connsiteX2635" fmla="*/ 326231 w 504825"/>
                <a:gd name="connsiteY2635" fmla="*/ 521970 h 885825"/>
                <a:gd name="connsiteX2636" fmla="*/ 324898 w 504825"/>
                <a:gd name="connsiteY2636" fmla="*/ 523303 h 885825"/>
                <a:gd name="connsiteX2637" fmla="*/ 323374 w 504825"/>
                <a:gd name="connsiteY2637" fmla="*/ 524256 h 885825"/>
                <a:gd name="connsiteX2638" fmla="*/ 320992 w 504825"/>
                <a:gd name="connsiteY2638" fmla="*/ 525018 h 885825"/>
                <a:gd name="connsiteX2639" fmla="*/ 319088 w 504825"/>
                <a:gd name="connsiteY2639" fmla="*/ 526542 h 885825"/>
                <a:gd name="connsiteX2640" fmla="*/ 317659 w 504825"/>
                <a:gd name="connsiteY2640" fmla="*/ 526923 h 885825"/>
                <a:gd name="connsiteX2641" fmla="*/ 316230 w 504825"/>
                <a:gd name="connsiteY2641" fmla="*/ 527494 h 885825"/>
                <a:gd name="connsiteX2642" fmla="*/ 314801 w 504825"/>
                <a:gd name="connsiteY2642" fmla="*/ 528542 h 885825"/>
                <a:gd name="connsiteX2643" fmla="*/ 313372 w 504825"/>
                <a:gd name="connsiteY2643" fmla="*/ 529209 h 885825"/>
                <a:gd name="connsiteX2644" fmla="*/ 312039 w 504825"/>
                <a:gd name="connsiteY2644" fmla="*/ 528733 h 885825"/>
                <a:gd name="connsiteX2645" fmla="*/ 312039 w 504825"/>
                <a:gd name="connsiteY2645" fmla="*/ 527780 h 885825"/>
                <a:gd name="connsiteX2646" fmla="*/ 312991 w 504825"/>
                <a:gd name="connsiteY2646" fmla="*/ 526637 h 885825"/>
                <a:gd name="connsiteX2647" fmla="*/ 315658 w 504825"/>
                <a:gd name="connsiteY2647" fmla="*/ 524732 h 885825"/>
                <a:gd name="connsiteX2648" fmla="*/ 313277 w 504825"/>
                <a:gd name="connsiteY2648" fmla="*/ 523780 h 885825"/>
                <a:gd name="connsiteX2649" fmla="*/ 312515 w 504825"/>
                <a:gd name="connsiteY2649" fmla="*/ 523684 h 885825"/>
                <a:gd name="connsiteX2650" fmla="*/ 311944 w 504825"/>
                <a:gd name="connsiteY2650" fmla="*/ 523399 h 885825"/>
                <a:gd name="connsiteX2651" fmla="*/ 311563 w 504825"/>
                <a:gd name="connsiteY2651" fmla="*/ 522732 h 885825"/>
                <a:gd name="connsiteX2652" fmla="*/ 311277 w 504825"/>
                <a:gd name="connsiteY2652" fmla="*/ 521875 h 885825"/>
                <a:gd name="connsiteX2653" fmla="*/ 310801 w 504825"/>
                <a:gd name="connsiteY2653" fmla="*/ 521113 h 885825"/>
                <a:gd name="connsiteX2654" fmla="*/ 309467 w 504825"/>
                <a:gd name="connsiteY2654" fmla="*/ 520351 h 885825"/>
                <a:gd name="connsiteX2655" fmla="*/ 307562 w 504825"/>
                <a:gd name="connsiteY2655" fmla="*/ 519970 h 885825"/>
                <a:gd name="connsiteX2656" fmla="*/ 305562 w 504825"/>
                <a:gd name="connsiteY2656" fmla="*/ 519875 h 885825"/>
                <a:gd name="connsiteX2657" fmla="*/ 303943 w 504825"/>
                <a:gd name="connsiteY2657" fmla="*/ 519970 h 885825"/>
                <a:gd name="connsiteX2658" fmla="*/ 304133 w 504825"/>
                <a:gd name="connsiteY2658" fmla="*/ 520160 h 885825"/>
                <a:gd name="connsiteX2659" fmla="*/ 304229 w 504825"/>
                <a:gd name="connsiteY2659" fmla="*/ 520351 h 885825"/>
                <a:gd name="connsiteX2660" fmla="*/ 304419 w 504825"/>
                <a:gd name="connsiteY2660" fmla="*/ 520541 h 885825"/>
                <a:gd name="connsiteX2661" fmla="*/ 304324 w 504825"/>
                <a:gd name="connsiteY2661" fmla="*/ 521017 h 885825"/>
                <a:gd name="connsiteX2662" fmla="*/ 303276 w 504825"/>
                <a:gd name="connsiteY2662" fmla="*/ 522160 h 885825"/>
                <a:gd name="connsiteX2663" fmla="*/ 302895 w 504825"/>
                <a:gd name="connsiteY2663" fmla="*/ 522446 h 885825"/>
                <a:gd name="connsiteX2664" fmla="*/ 302514 w 504825"/>
                <a:gd name="connsiteY2664" fmla="*/ 522637 h 885825"/>
                <a:gd name="connsiteX2665" fmla="*/ 302419 w 504825"/>
                <a:gd name="connsiteY2665" fmla="*/ 522923 h 885825"/>
                <a:gd name="connsiteX2666" fmla="*/ 302990 w 504825"/>
                <a:gd name="connsiteY2666" fmla="*/ 523589 h 885825"/>
                <a:gd name="connsiteX2667" fmla="*/ 302419 w 504825"/>
                <a:gd name="connsiteY2667" fmla="*/ 523589 h 885825"/>
                <a:gd name="connsiteX2668" fmla="*/ 302038 w 504825"/>
                <a:gd name="connsiteY2668" fmla="*/ 523399 h 885825"/>
                <a:gd name="connsiteX2669" fmla="*/ 301371 w 504825"/>
                <a:gd name="connsiteY2669" fmla="*/ 522637 h 885825"/>
                <a:gd name="connsiteX2670" fmla="*/ 300704 w 504825"/>
                <a:gd name="connsiteY2670" fmla="*/ 522160 h 885825"/>
                <a:gd name="connsiteX2671" fmla="*/ 300323 w 504825"/>
                <a:gd name="connsiteY2671" fmla="*/ 522351 h 885825"/>
                <a:gd name="connsiteX2672" fmla="*/ 300133 w 504825"/>
                <a:gd name="connsiteY2672" fmla="*/ 523208 h 885825"/>
                <a:gd name="connsiteX2673" fmla="*/ 300228 w 504825"/>
                <a:gd name="connsiteY2673" fmla="*/ 523494 h 885825"/>
                <a:gd name="connsiteX2674" fmla="*/ 300418 w 504825"/>
                <a:gd name="connsiteY2674" fmla="*/ 523970 h 885825"/>
                <a:gd name="connsiteX2675" fmla="*/ 300418 w 504825"/>
                <a:gd name="connsiteY2675" fmla="*/ 524447 h 885825"/>
                <a:gd name="connsiteX2676" fmla="*/ 299752 w 504825"/>
                <a:gd name="connsiteY2676" fmla="*/ 524732 h 885825"/>
                <a:gd name="connsiteX2677" fmla="*/ 299085 w 504825"/>
                <a:gd name="connsiteY2677" fmla="*/ 525209 h 885825"/>
                <a:gd name="connsiteX2678" fmla="*/ 298799 w 504825"/>
                <a:gd name="connsiteY2678" fmla="*/ 525304 h 885825"/>
                <a:gd name="connsiteX2679" fmla="*/ 297847 w 504825"/>
                <a:gd name="connsiteY2679" fmla="*/ 524827 h 885825"/>
                <a:gd name="connsiteX2680" fmla="*/ 297466 w 504825"/>
                <a:gd name="connsiteY2680" fmla="*/ 524066 h 885825"/>
                <a:gd name="connsiteX2681" fmla="*/ 297275 w 504825"/>
                <a:gd name="connsiteY2681" fmla="*/ 523208 h 885825"/>
                <a:gd name="connsiteX2682" fmla="*/ 297180 w 504825"/>
                <a:gd name="connsiteY2682" fmla="*/ 522923 h 885825"/>
                <a:gd name="connsiteX2683" fmla="*/ 296989 w 504825"/>
                <a:gd name="connsiteY2683" fmla="*/ 522446 h 885825"/>
                <a:gd name="connsiteX2684" fmla="*/ 296132 w 504825"/>
                <a:gd name="connsiteY2684" fmla="*/ 521779 h 885825"/>
                <a:gd name="connsiteX2685" fmla="*/ 292989 w 504825"/>
                <a:gd name="connsiteY2685" fmla="*/ 520541 h 885825"/>
                <a:gd name="connsiteX2686" fmla="*/ 290513 w 504825"/>
                <a:gd name="connsiteY2686" fmla="*/ 518065 h 885825"/>
                <a:gd name="connsiteX2687" fmla="*/ 289941 w 504825"/>
                <a:gd name="connsiteY2687" fmla="*/ 517684 h 885825"/>
                <a:gd name="connsiteX2688" fmla="*/ 289274 w 504825"/>
                <a:gd name="connsiteY2688" fmla="*/ 517398 h 885825"/>
                <a:gd name="connsiteX2689" fmla="*/ 288607 w 504825"/>
                <a:gd name="connsiteY2689" fmla="*/ 516826 h 885825"/>
                <a:gd name="connsiteX2690" fmla="*/ 286512 w 504825"/>
                <a:gd name="connsiteY2690" fmla="*/ 513683 h 885825"/>
                <a:gd name="connsiteX2691" fmla="*/ 285940 w 504825"/>
                <a:gd name="connsiteY2691" fmla="*/ 513398 h 885825"/>
                <a:gd name="connsiteX2692" fmla="*/ 283750 w 504825"/>
                <a:gd name="connsiteY2692" fmla="*/ 513207 h 885825"/>
                <a:gd name="connsiteX2693" fmla="*/ 282988 w 504825"/>
                <a:gd name="connsiteY2693" fmla="*/ 512921 h 885825"/>
                <a:gd name="connsiteX2694" fmla="*/ 281845 w 504825"/>
                <a:gd name="connsiteY2694" fmla="*/ 511874 h 885825"/>
                <a:gd name="connsiteX2695" fmla="*/ 280035 w 504825"/>
                <a:gd name="connsiteY2695" fmla="*/ 510635 h 885825"/>
                <a:gd name="connsiteX2696" fmla="*/ 278130 w 504825"/>
                <a:gd name="connsiteY2696" fmla="*/ 509873 h 885825"/>
                <a:gd name="connsiteX2697" fmla="*/ 272320 w 504825"/>
                <a:gd name="connsiteY2697" fmla="*/ 508635 h 885825"/>
                <a:gd name="connsiteX2698" fmla="*/ 271081 w 504825"/>
                <a:gd name="connsiteY2698" fmla="*/ 508064 h 885825"/>
                <a:gd name="connsiteX2699" fmla="*/ 269938 w 504825"/>
                <a:gd name="connsiteY2699" fmla="*/ 507301 h 885825"/>
                <a:gd name="connsiteX2700" fmla="*/ 268891 w 504825"/>
                <a:gd name="connsiteY2700" fmla="*/ 506349 h 885825"/>
                <a:gd name="connsiteX2701" fmla="*/ 267652 w 504825"/>
                <a:gd name="connsiteY2701" fmla="*/ 504730 h 885825"/>
                <a:gd name="connsiteX2702" fmla="*/ 267081 w 504825"/>
                <a:gd name="connsiteY2702" fmla="*/ 504349 h 885825"/>
                <a:gd name="connsiteX2703" fmla="*/ 265271 w 504825"/>
                <a:gd name="connsiteY2703" fmla="*/ 503777 h 885825"/>
                <a:gd name="connsiteX2704" fmla="*/ 265081 w 504825"/>
                <a:gd name="connsiteY2704" fmla="*/ 503587 h 885825"/>
                <a:gd name="connsiteX2705" fmla="*/ 264890 w 504825"/>
                <a:gd name="connsiteY2705" fmla="*/ 503206 h 885825"/>
                <a:gd name="connsiteX2706" fmla="*/ 264605 w 504825"/>
                <a:gd name="connsiteY2706" fmla="*/ 502825 h 885825"/>
                <a:gd name="connsiteX2707" fmla="*/ 264128 w 504825"/>
                <a:gd name="connsiteY2707" fmla="*/ 502634 h 885825"/>
                <a:gd name="connsiteX2708" fmla="*/ 263842 w 504825"/>
                <a:gd name="connsiteY2708" fmla="*/ 502634 h 885825"/>
                <a:gd name="connsiteX2709" fmla="*/ 263557 w 504825"/>
                <a:gd name="connsiteY2709" fmla="*/ 502920 h 885825"/>
                <a:gd name="connsiteX2710" fmla="*/ 263176 w 504825"/>
                <a:gd name="connsiteY2710" fmla="*/ 503015 h 885825"/>
                <a:gd name="connsiteX2711" fmla="*/ 262795 w 504825"/>
                <a:gd name="connsiteY2711" fmla="*/ 503206 h 885825"/>
                <a:gd name="connsiteX2712" fmla="*/ 262128 w 504825"/>
                <a:gd name="connsiteY2712" fmla="*/ 504253 h 885825"/>
                <a:gd name="connsiteX2713" fmla="*/ 261747 w 504825"/>
                <a:gd name="connsiteY2713" fmla="*/ 504444 h 885825"/>
                <a:gd name="connsiteX2714" fmla="*/ 260985 w 504825"/>
                <a:gd name="connsiteY2714" fmla="*/ 504539 h 885825"/>
                <a:gd name="connsiteX2715" fmla="*/ 260509 w 504825"/>
                <a:gd name="connsiteY2715" fmla="*/ 504730 h 885825"/>
                <a:gd name="connsiteX2716" fmla="*/ 260223 w 504825"/>
                <a:gd name="connsiteY2716" fmla="*/ 505206 h 885825"/>
                <a:gd name="connsiteX2717" fmla="*/ 260032 w 504825"/>
                <a:gd name="connsiteY2717" fmla="*/ 505968 h 885825"/>
                <a:gd name="connsiteX2718" fmla="*/ 260223 w 504825"/>
                <a:gd name="connsiteY2718" fmla="*/ 506540 h 885825"/>
                <a:gd name="connsiteX2719" fmla="*/ 260223 w 504825"/>
                <a:gd name="connsiteY2719" fmla="*/ 507683 h 885825"/>
                <a:gd name="connsiteX2720" fmla="*/ 260128 w 504825"/>
                <a:gd name="connsiteY2720" fmla="*/ 508730 h 885825"/>
                <a:gd name="connsiteX2721" fmla="*/ 259937 w 504825"/>
                <a:gd name="connsiteY2721" fmla="*/ 509207 h 885825"/>
                <a:gd name="connsiteX2722" fmla="*/ 259556 w 504825"/>
                <a:gd name="connsiteY2722" fmla="*/ 509492 h 885825"/>
                <a:gd name="connsiteX2723" fmla="*/ 258889 w 504825"/>
                <a:gd name="connsiteY2723" fmla="*/ 510159 h 885825"/>
                <a:gd name="connsiteX2724" fmla="*/ 258318 w 504825"/>
                <a:gd name="connsiteY2724" fmla="*/ 510921 h 885825"/>
                <a:gd name="connsiteX2725" fmla="*/ 258223 w 504825"/>
                <a:gd name="connsiteY2725" fmla="*/ 511302 h 885825"/>
                <a:gd name="connsiteX2726" fmla="*/ 258223 w 504825"/>
                <a:gd name="connsiteY2726" fmla="*/ 511397 h 885825"/>
                <a:gd name="connsiteX2727" fmla="*/ 258794 w 504825"/>
                <a:gd name="connsiteY2727" fmla="*/ 511778 h 885825"/>
                <a:gd name="connsiteX2728" fmla="*/ 259747 w 504825"/>
                <a:gd name="connsiteY2728" fmla="*/ 511874 h 885825"/>
                <a:gd name="connsiteX2729" fmla="*/ 261747 w 504825"/>
                <a:gd name="connsiteY2729" fmla="*/ 511778 h 885825"/>
                <a:gd name="connsiteX2730" fmla="*/ 262890 w 504825"/>
                <a:gd name="connsiteY2730" fmla="*/ 511874 h 885825"/>
                <a:gd name="connsiteX2731" fmla="*/ 263747 w 504825"/>
                <a:gd name="connsiteY2731" fmla="*/ 512159 h 885825"/>
                <a:gd name="connsiteX2732" fmla="*/ 265557 w 504825"/>
                <a:gd name="connsiteY2732" fmla="*/ 512921 h 885825"/>
                <a:gd name="connsiteX2733" fmla="*/ 267557 w 504825"/>
                <a:gd name="connsiteY2733" fmla="*/ 513302 h 885825"/>
                <a:gd name="connsiteX2734" fmla="*/ 269176 w 504825"/>
                <a:gd name="connsiteY2734" fmla="*/ 513398 h 885825"/>
                <a:gd name="connsiteX2735" fmla="*/ 270415 w 504825"/>
                <a:gd name="connsiteY2735" fmla="*/ 513874 h 885825"/>
                <a:gd name="connsiteX2736" fmla="*/ 271272 w 504825"/>
                <a:gd name="connsiteY2736" fmla="*/ 515493 h 885825"/>
                <a:gd name="connsiteX2737" fmla="*/ 271558 w 504825"/>
                <a:gd name="connsiteY2737" fmla="*/ 517398 h 885825"/>
                <a:gd name="connsiteX2738" fmla="*/ 270415 w 504825"/>
                <a:gd name="connsiteY2738" fmla="*/ 526161 h 885825"/>
                <a:gd name="connsiteX2739" fmla="*/ 270129 w 504825"/>
                <a:gd name="connsiteY2739" fmla="*/ 526542 h 885825"/>
                <a:gd name="connsiteX2740" fmla="*/ 269843 w 504825"/>
                <a:gd name="connsiteY2740" fmla="*/ 526828 h 885825"/>
                <a:gd name="connsiteX2741" fmla="*/ 269748 w 504825"/>
                <a:gd name="connsiteY2741" fmla="*/ 527114 h 885825"/>
                <a:gd name="connsiteX2742" fmla="*/ 269367 w 504825"/>
                <a:gd name="connsiteY2742" fmla="*/ 533400 h 885825"/>
                <a:gd name="connsiteX2743" fmla="*/ 269081 w 504825"/>
                <a:gd name="connsiteY2743" fmla="*/ 534543 h 885825"/>
                <a:gd name="connsiteX2744" fmla="*/ 268510 w 504825"/>
                <a:gd name="connsiteY2744" fmla="*/ 535495 h 885825"/>
                <a:gd name="connsiteX2745" fmla="*/ 268033 w 504825"/>
                <a:gd name="connsiteY2745" fmla="*/ 536543 h 885825"/>
                <a:gd name="connsiteX2746" fmla="*/ 268129 w 504825"/>
                <a:gd name="connsiteY2746" fmla="*/ 537782 h 885825"/>
                <a:gd name="connsiteX2747" fmla="*/ 268510 w 504825"/>
                <a:gd name="connsiteY2747" fmla="*/ 539020 h 885825"/>
                <a:gd name="connsiteX2748" fmla="*/ 268605 w 504825"/>
                <a:gd name="connsiteY2748" fmla="*/ 540163 h 885825"/>
                <a:gd name="connsiteX2749" fmla="*/ 268605 w 504825"/>
                <a:gd name="connsiteY2749" fmla="*/ 549211 h 885825"/>
                <a:gd name="connsiteX2750" fmla="*/ 268224 w 504825"/>
                <a:gd name="connsiteY2750" fmla="*/ 551688 h 885825"/>
                <a:gd name="connsiteX2751" fmla="*/ 264700 w 504825"/>
                <a:gd name="connsiteY2751" fmla="*/ 557689 h 885825"/>
                <a:gd name="connsiteX2752" fmla="*/ 263747 w 504825"/>
                <a:gd name="connsiteY2752" fmla="*/ 560451 h 885825"/>
                <a:gd name="connsiteX2753" fmla="*/ 263461 w 504825"/>
                <a:gd name="connsiteY2753" fmla="*/ 562070 h 885825"/>
                <a:gd name="connsiteX2754" fmla="*/ 262699 w 504825"/>
                <a:gd name="connsiteY2754" fmla="*/ 563690 h 885825"/>
                <a:gd name="connsiteX2755" fmla="*/ 262604 w 504825"/>
                <a:gd name="connsiteY2755" fmla="*/ 564642 h 885825"/>
                <a:gd name="connsiteX2756" fmla="*/ 262985 w 504825"/>
                <a:gd name="connsiteY2756" fmla="*/ 565785 h 885825"/>
                <a:gd name="connsiteX2757" fmla="*/ 264414 w 504825"/>
                <a:gd name="connsiteY2757" fmla="*/ 567309 h 885825"/>
                <a:gd name="connsiteX2758" fmla="*/ 264700 w 504825"/>
                <a:gd name="connsiteY2758" fmla="*/ 568071 h 885825"/>
                <a:gd name="connsiteX2759" fmla="*/ 265081 w 504825"/>
                <a:gd name="connsiteY2759" fmla="*/ 571405 h 885825"/>
                <a:gd name="connsiteX2760" fmla="*/ 265081 w 504825"/>
                <a:gd name="connsiteY2760" fmla="*/ 572643 h 885825"/>
                <a:gd name="connsiteX2761" fmla="*/ 264319 w 504825"/>
                <a:gd name="connsiteY2761" fmla="*/ 574643 h 885825"/>
                <a:gd name="connsiteX2762" fmla="*/ 226600 w 504825"/>
                <a:gd name="connsiteY2762" fmla="*/ 624935 h 885825"/>
                <a:gd name="connsiteX2763" fmla="*/ 226695 w 504825"/>
                <a:gd name="connsiteY2763" fmla="*/ 624745 h 885825"/>
                <a:gd name="connsiteX2764" fmla="*/ 226695 w 504825"/>
                <a:gd name="connsiteY2764" fmla="*/ 624364 h 885825"/>
                <a:gd name="connsiteX2765" fmla="*/ 226219 w 504825"/>
                <a:gd name="connsiteY2765" fmla="*/ 624840 h 885825"/>
                <a:gd name="connsiteX2766" fmla="*/ 225933 w 504825"/>
                <a:gd name="connsiteY2766" fmla="*/ 625411 h 885825"/>
                <a:gd name="connsiteX2767" fmla="*/ 225647 w 504825"/>
                <a:gd name="connsiteY2767" fmla="*/ 625983 h 885825"/>
                <a:gd name="connsiteX2768" fmla="*/ 225076 w 504825"/>
                <a:gd name="connsiteY2768" fmla="*/ 626174 h 885825"/>
                <a:gd name="connsiteX2769" fmla="*/ 224885 w 504825"/>
                <a:gd name="connsiteY2769" fmla="*/ 626364 h 885825"/>
                <a:gd name="connsiteX2770" fmla="*/ 224314 w 504825"/>
                <a:gd name="connsiteY2770" fmla="*/ 627507 h 885825"/>
                <a:gd name="connsiteX2771" fmla="*/ 224218 w 504825"/>
                <a:gd name="connsiteY2771" fmla="*/ 627983 h 885825"/>
                <a:gd name="connsiteX2772" fmla="*/ 224885 w 504825"/>
                <a:gd name="connsiteY2772" fmla="*/ 627602 h 885825"/>
                <a:gd name="connsiteX2773" fmla="*/ 225457 w 504825"/>
                <a:gd name="connsiteY2773" fmla="*/ 627031 h 885825"/>
                <a:gd name="connsiteX2774" fmla="*/ 226695 w 504825"/>
                <a:gd name="connsiteY2774" fmla="*/ 625411 h 885825"/>
                <a:gd name="connsiteX2775" fmla="*/ 226695 w 504825"/>
                <a:gd name="connsiteY2775" fmla="*/ 625221 h 885825"/>
                <a:gd name="connsiteX2776" fmla="*/ 226504 w 504825"/>
                <a:gd name="connsiteY2776" fmla="*/ 625031 h 885825"/>
                <a:gd name="connsiteX2777" fmla="*/ 226600 w 504825"/>
                <a:gd name="connsiteY2777" fmla="*/ 624935 h 885825"/>
                <a:gd name="connsiteX2778" fmla="*/ 226600 w 504825"/>
                <a:gd name="connsiteY2778" fmla="*/ 624935 h 885825"/>
                <a:gd name="connsiteX2779" fmla="*/ 3143 w 504825"/>
                <a:gd name="connsiteY2779" fmla="*/ 706945 h 885825"/>
                <a:gd name="connsiteX2780" fmla="*/ 3429 w 504825"/>
                <a:gd name="connsiteY2780" fmla="*/ 707517 h 885825"/>
                <a:gd name="connsiteX2781" fmla="*/ 3905 w 504825"/>
                <a:gd name="connsiteY2781" fmla="*/ 707993 h 885825"/>
                <a:gd name="connsiteX2782" fmla="*/ 4381 w 504825"/>
                <a:gd name="connsiteY2782" fmla="*/ 707517 h 885825"/>
                <a:gd name="connsiteX2783" fmla="*/ 4858 w 504825"/>
                <a:gd name="connsiteY2783" fmla="*/ 707422 h 885825"/>
                <a:gd name="connsiteX2784" fmla="*/ 5334 w 504825"/>
                <a:gd name="connsiteY2784" fmla="*/ 707326 h 885825"/>
                <a:gd name="connsiteX2785" fmla="*/ 5810 w 504825"/>
                <a:gd name="connsiteY2785" fmla="*/ 707041 h 885825"/>
                <a:gd name="connsiteX2786" fmla="*/ 5810 w 504825"/>
                <a:gd name="connsiteY2786" fmla="*/ 706660 h 885825"/>
                <a:gd name="connsiteX2787" fmla="*/ 5239 w 504825"/>
                <a:gd name="connsiteY2787" fmla="*/ 705041 h 885825"/>
                <a:gd name="connsiteX2788" fmla="*/ 4572 w 504825"/>
                <a:gd name="connsiteY2788" fmla="*/ 704374 h 885825"/>
                <a:gd name="connsiteX2789" fmla="*/ 3619 w 504825"/>
                <a:gd name="connsiteY2789" fmla="*/ 704755 h 885825"/>
                <a:gd name="connsiteX2790" fmla="*/ 2000 w 504825"/>
                <a:gd name="connsiteY2790" fmla="*/ 706088 h 885825"/>
                <a:gd name="connsiteX2791" fmla="*/ 2667 w 504825"/>
                <a:gd name="connsiteY2791" fmla="*/ 706374 h 885825"/>
                <a:gd name="connsiteX2792" fmla="*/ 3143 w 504825"/>
                <a:gd name="connsiteY2792" fmla="*/ 706945 h 885825"/>
                <a:gd name="connsiteX2793" fmla="*/ 240887 w 504825"/>
                <a:gd name="connsiteY2793" fmla="*/ 437769 h 885825"/>
                <a:gd name="connsiteX2794" fmla="*/ 239744 w 504825"/>
                <a:gd name="connsiteY2794" fmla="*/ 437483 h 885825"/>
                <a:gd name="connsiteX2795" fmla="*/ 238506 w 504825"/>
                <a:gd name="connsiteY2795" fmla="*/ 437483 h 885825"/>
                <a:gd name="connsiteX2796" fmla="*/ 237934 w 504825"/>
                <a:gd name="connsiteY2796" fmla="*/ 437578 h 885825"/>
                <a:gd name="connsiteX2797" fmla="*/ 237363 w 504825"/>
                <a:gd name="connsiteY2797" fmla="*/ 437769 h 885825"/>
                <a:gd name="connsiteX2798" fmla="*/ 236791 w 504825"/>
                <a:gd name="connsiteY2798" fmla="*/ 437769 h 885825"/>
                <a:gd name="connsiteX2799" fmla="*/ 236220 w 504825"/>
                <a:gd name="connsiteY2799" fmla="*/ 437388 h 885825"/>
                <a:gd name="connsiteX2800" fmla="*/ 236029 w 504825"/>
                <a:gd name="connsiteY2800" fmla="*/ 436817 h 885825"/>
                <a:gd name="connsiteX2801" fmla="*/ 236220 w 504825"/>
                <a:gd name="connsiteY2801" fmla="*/ 436245 h 885825"/>
                <a:gd name="connsiteX2802" fmla="*/ 236506 w 504825"/>
                <a:gd name="connsiteY2802" fmla="*/ 435674 h 885825"/>
                <a:gd name="connsiteX2803" fmla="*/ 236696 w 504825"/>
                <a:gd name="connsiteY2803" fmla="*/ 435102 h 885825"/>
                <a:gd name="connsiteX2804" fmla="*/ 236506 w 504825"/>
                <a:gd name="connsiteY2804" fmla="*/ 433959 h 885825"/>
                <a:gd name="connsiteX2805" fmla="*/ 235934 w 504825"/>
                <a:gd name="connsiteY2805" fmla="*/ 433197 h 885825"/>
                <a:gd name="connsiteX2806" fmla="*/ 235077 w 504825"/>
                <a:gd name="connsiteY2806" fmla="*/ 432721 h 885825"/>
                <a:gd name="connsiteX2807" fmla="*/ 233934 w 504825"/>
                <a:gd name="connsiteY2807" fmla="*/ 432530 h 885825"/>
                <a:gd name="connsiteX2808" fmla="*/ 233077 w 504825"/>
                <a:gd name="connsiteY2808" fmla="*/ 432054 h 885825"/>
                <a:gd name="connsiteX2809" fmla="*/ 230886 w 504825"/>
                <a:gd name="connsiteY2809" fmla="*/ 428530 h 885825"/>
                <a:gd name="connsiteX2810" fmla="*/ 224790 w 504825"/>
                <a:gd name="connsiteY2810" fmla="*/ 423482 h 885825"/>
                <a:gd name="connsiteX2811" fmla="*/ 223742 w 504825"/>
                <a:gd name="connsiteY2811" fmla="*/ 421481 h 885825"/>
                <a:gd name="connsiteX2812" fmla="*/ 223361 w 504825"/>
                <a:gd name="connsiteY2812" fmla="*/ 421481 h 885825"/>
                <a:gd name="connsiteX2813" fmla="*/ 222980 w 504825"/>
                <a:gd name="connsiteY2813" fmla="*/ 422148 h 885825"/>
                <a:gd name="connsiteX2814" fmla="*/ 222409 w 504825"/>
                <a:gd name="connsiteY2814" fmla="*/ 422529 h 885825"/>
                <a:gd name="connsiteX2815" fmla="*/ 221742 w 504825"/>
                <a:gd name="connsiteY2815" fmla="*/ 422719 h 885825"/>
                <a:gd name="connsiteX2816" fmla="*/ 221171 w 504825"/>
                <a:gd name="connsiteY2816" fmla="*/ 423005 h 885825"/>
                <a:gd name="connsiteX2817" fmla="*/ 220789 w 504825"/>
                <a:gd name="connsiteY2817" fmla="*/ 423291 h 885825"/>
                <a:gd name="connsiteX2818" fmla="*/ 220694 w 504825"/>
                <a:gd name="connsiteY2818" fmla="*/ 423386 h 885825"/>
                <a:gd name="connsiteX2819" fmla="*/ 220504 w 504825"/>
                <a:gd name="connsiteY2819" fmla="*/ 423672 h 885825"/>
                <a:gd name="connsiteX2820" fmla="*/ 220408 w 504825"/>
                <a:gd name="connsiteY2820" fmla="*/ 423958 h 885825"/>
                <a:gd name="connsiteX2821" fmla="*/ 220313 w 504825"/>
                <a:gd name="connsiteY2821" fmla="*/ 424815 h 885825"/>
                <a:gd name="connsiteX2822" fmla="*/ 220218 w 504825"/>
                <a:gd name="connsiteY2822" fmla="*/ 425196 h 885825"/>
                <a:gd name="connsiteX2823" fmla="*/ 219551 w 504825"/>
                <a:gd name="connsiteY2823" fmla="*/ 425196 h 885825"/>
                <a:gd name="connsiteX2824" fmla="*/ 219742 w 504825"/>
                <a:gd name="connsiteY2824" fmla="*/ 423386 h 885825"/>
                <a:gd name="connsiteX2825" fmla="*/ 218884 w 504825"/>
                <a:gd name="connsiteY2825" fmla="*/ 422815 h 885825"/>
                <a:gd name="connsiteX2826" fmla="*/ 215455 w 504825"/>
                <a:gd name="connsiteY2826" fmla="*/ 423005 h 885825"/>
                <a:gd name="connsiteX2827" fmla="*/ 214598 w 504825"/>
                <a:gd name="connsiteY2827" fmla="*/ 422529 h 885825"/>
                <a:gd name="connsiteX2828" fmla="*/ 213360 w 504825"/>
                <a:gd name="connsiteY2828" fmla="*/ 420434 h 885825"/>
                <a:gd name="connsiteX2829" fmla="*/ 212884 w 504825"/>
                <a:gd name="connsiteY2829" fmla="*/ 419957 h 885825"/>
                <a:gd name="connsiteX2830" fmla="*/ 212312 w 504825"/>
                <a:gd name="connsiteY2830" fmla="*/ 419767 h 885825"/>
                <a:gd name="connsiteX2831" fmla="*/ 211741 w 504825"/>
                <a:gd name="connsiteY2831" fmla="*/ 419195 h 885825"/>
                <a:gd name="connsiteX2832" fmla="*/ 211169 w 504825"/>
                <a:gd name="connsiteY2832" fmla="*/ 418528 h 885825"/>
                <a:gd name="connsiteX2833" fmla="*/ 210883 w 504825"/>
                <a:gd name="connsiteY2833" fmla="*/ 418052 h 885825"/>
                <a:gd name="connsiteX2834" fmla="*/ 211360 w 504825"/>
                <a:gd name="connsiteY2834" fmla="*/ 417957 h 885825"/>
                <a:gd name="connsiteX2835" fmla="*/ 211741 w 504825"/>
                <a:gd name="connsiteY2835" fmla="*/ 417767 h 885825"/>
                <a:gd name="connsiteX2836" fmla="*/ 212026 w 504825"/>
                <a:gd name="connsiteY2836" fmla="*/ 417385 h 885825"/>
                <a:gd name="connsiteX2837" fmla="*/ 212312 w 504825"/>
                <a:gd name="connsiteY2837" fmla="*/ 416909 h 885825"/>
                <a:gd name="connsiteX2838" fmla="*/ 212026 w 504825"/>
                <a:gd name="connsiteY2838" fmla="*/ 416719 h 885825"/>
                <a:gd name="connsiteX2839" fmla="*/ 211931 w 504825"/>
                <a:gd name="connsiteY2839" fmla="*/ 416528 h 885825"/>
                <a:gd name="connsiteX2840" fmla="*/ 211455 w 504825"/>
                <a:gd name="connsiteY2840" fmla="*/ 416719 h 885825"/>
                <a:gd name="connsiteX2841" fmla="*/ 211169 w 504825"/>
                <a:gd name="connsiteY2841" fmla="*/ 416719 h 885825"/>
                <a:gd name="connsiteX2842" fmla="*/ 210407 w 504825"/>
                <a:gd name="connsiteY2842" fmla="*/ 416528 h 885825"/>
                <a:gd name="connsiteX2843" fmla="*/ 210121 w 504825"/>
                <a:gd name="connsiteY2843" fmla="*/ 417481 h 885825"/>
                <a:gd name="connsiteX2844" fmla="*/ 209740 w 504825"/>
                <a:gd name="connsiteY2844" fmla="*/ 417767 h 885825"/>
                <a:gd name="connsiteX2845" fmla="*/ 209264 w 504825"/>
                <a:gd name="connsiteY2845" fmla="*/ 417862 h 885825"/>
                <a:gd name="connsiteX2846" fmla="*/ 208597 w 504825"/>
                <a:gd name="connsiteY2846" fmla="*/ 417195 h 885825"/>
                <a:gd name="connsiteX2847" fmla="*/ 207169 w 504825"/>
                <a:gd name="connsiteY2847" fmla="*/ 417957 h 885825"/>
                <a:gd name="connsiteX2848" fmla="*/ 202501 w 504825"/>
                <a:gd name="connsiteY2848" fmla="*/ 419005 h 885825"/>
                <a:gd name="connsiteX2849" fmla="*/ 200977 w 504825"/>
                <a:gd name="connsiteY2849" fmla="*/ 419576 h 885825"/>
                <a:gd name="connsiteX2850" fmla="*/ 200120 w 504825"/>
                <a:gd name="connsiteY2850" fmla="*/ 419767 h 885825"/>
                <a:gd name="connsiteX2851" fmla="*/ 199263 w 504825"/>
                <a:gd name="connsiteY2851" fmla="*/ 419672 h 885825"/>
                <a:gd name="connsiteX2852" fmla="*/ 198310 w 504825"/>
                <a:gd name="connsiteY2852" fmla="*/ 418719 h 885825"/>
                <a:gd name="connsiteX2853" fmla="*/ 197644 w 504825"/>
                <a:gd name="connsiteY2853" fmla="*/ 418433 h 885825"/>
                <a:gd name="connsiteX2854" fmla="*/ 196786 w 504825"/>
                <a:gd name="connsiteY2854" fmla="*/ 418909 h 885825"/>
                <a:gd name="connsiteX2855" fmla="*/ 196024 w 504825"/>
                <a:gd name="connsiteY2855" fmla="*/ 418338 h 885825"/>
                <a:gd name="connsiteX2856" fmla="*/ 194786 w 504825"/>
                <a:gd name="connsiteY2856" fmla="*/ 418148 h 885825"/>
                <a:gd name="connsiteX2857" fmla="*/ 192786 w 504825"/>
                <a:gd name="connsiteY2857" fmla="*/ 418148 h 885825"/>
                <a:gd name="connsiteX2858" fmla="*/ 191738 w 504825"/>
                <a:gd name="connsiteY2858" fmla="*/ 417957 h 885825"/>
                <a:gd name="connsiteX2859" fmla="*/ 191167 w 504825"/>
                <a:gd name="connsiteY2859" fmla="*/ 417767 h 885825"/>
                <a:gd name="connsiteX2860" fmla="*/ 190119 w 504825"/>
                <a:gd name="connsiteY2860" fmla="*/ 417195 h 885825"/>
                <a:gd name="connsiteX2861" fmla="*/ 189547 w 504825"/>
                <a:gd name="connsiteY2861" fmla="*/ 417195 h 885825"/>
                <a:gd name="connsiteX2862" fmla="*/ 188976 w 504825"/>
                <a:gd name="connsiteY2862" fmla="*/ 417290 h 885825"/>
                <a:gd name="connsiteX2863" fmla="*/ 188309 w 504825"/>
                <a:gd name="connsiteY2863" fmla="*/ 417385 h 885825"/>
                <a:gd name="connsiteX2864" fmla="*/ 185166 w 504825"/>
                <a:gd name="connsiteY2864" fmla="*/ 417290 h 885825"/>
                <a:gd name="connsiteX2865" fmla="*/ 181546 w 504825"/>
                <a:gd name="connsiteY2865" fmla="*/ 416433 h 885825"/>
                <a:gd name="connsiteX2866" fmla="*/ 180308 w 504825"/>
                <a:gd name="connsiteY2866" fmla="*/ 416433 h 885825"/>
                <a:gd name="connsiteX2867" fmla="*/ 179070 w 504825"/>
                <a:gd name="connsiteY2867" fmla="*/ 416909 h 885825"/>
                <a:gd name="connsiteX2868" fmla="*/ 178117 w 504825"/>
                <a:gd name="connsiteY2868" fmla="*/ 417576 h 885825"/>
                <a:gd name="connsiteX2869" fmla="*/ 177260 w 504825"/>
                <a:gd name="connsiteY2869" fmla="*/ 418528 h 885825"/>
                <a:gd name="connsiteX2870" fmla="*/ 176689 w 504825"/>
                <a:gd name="connsiteY2870" fmla="*/ 419672 h 885825"/>
                <a:gd name="connsiteX2871" fmla="*/ 176498 w 504825"/>
                <a:gd name="connsiteY2871" fmla="*/ 420910 h 885825"/>
                <a:gd name="connsiteX2872" fmla="*/ 176593 w 504825"/>
                <a:gd name="connsiteY2872" fmla="*/ 421767 h 885825"/>
                <a:gd name="connsiteX2873" fmla="*/ 176974 w 504825"/>
                <a:gd name="connsiteY2873" fmla="*/ 422624 h 885825"/>
                <a:gd name="connsiteX2874" fmla="*/ 177546 w 504825"/>
                <a:gd name="connsiteY2874" fmla="*/ 423386 h 885825"/>
                <a:gd name="connsiteX2875" fmla="*/ 178213 w 504825"/>
                <a:gd name="connsiteY2875" fmla="*/ 423958 h 885825"/>
                <a:gd name="connsiteX2876" fmla="*/ 179070 w 504825"/>
                <a:gd name="connsiteY2876" fmla="*/ 424243 h 885825"/>
                <a:gd name="connsiteX2877" fmla="*/ 179737 w 504825"/>
                <a:gd name="connsiteY2877" fmla="*/ 424053 h 885825"/>
                <a:gd name="connsiteX2878" fmla="*/ 180784 w 504825"/>
                <a:gd name="connsiteY2878" fmla="*/ 423196 h 885825"/>
                <a:gd name="connsiteX2879" fmla="*/ 181070 w 504825"/>
                <a:gd name="connsiteY2879" fmla="*/ 422910 h 885825"/>
                <a:gd name="connsiteX2880" fmla="*/ 181261 w 504825"/>
                <a:gd name="connsiteY2880" fmla="*/ 422624 h 885825"/>
                <a:gd name="connsiteX2881" fmla="*/ 181451 w 504825"/>
                <a:gd name="connsiteY2881" fmla="*/ 422339 h 885825"/>
                <a:gd name="connsiteX2882" fmla="*/ 181832 w 504825"/>
                <a:gd name="connsiteY2882" fmla="*/ 422053 h 885825"/>
                <a:gd name="connsiteX2883" fmla="*/ 182213 w 504825"/>
                <a:gd name="connsiteY2883" fmla="*/ 421958 h 885825"/>
                <a:gd name="connsiteX2884" fmla="*/ 183166 w 504825"/>
                <a:gd name="connsiteY2884" fmla="*/ 421767 h 885825"/>
                <a:gd name="connsiteX2885" fmla="*/ 183547 w 504825"/>
                <a:gd name="connsiteY2885" fmla="*/ 421767 h 885825"/>
                <a:gd name="connsiteX2886" fmla="*/ 184213 w 504825"/>
                <a:gd name="connsiteY2886" fmla="*/ 422148 h 885825"/>
                <a:gd name="connsiteX2887" fmla="*/ 184594 w 504825"/>
                <a:gd name="connsiteY2887" fmla="*/ 423005 h 885825"/>
                <a:gd name="connsiteX2888" fmla="*/ 184975 w 504825"/>
                <a:gd name="connsiteY2888" fmla="*/ 426815 h 885825"/>
                <a:gd name="connsiteX2889" fmla="*/ 185642 w 504825"/>
                <a:gd name="connsiteY2889" fmla="*/ 428530 h 885825"/>
                <a:gd name="connsiteX2890" fmla="*/ 186690 w 504825"/>
                <a:gd name="connsiteY2890" fmla="*/ 430054 h 885825"/>
                <a:gd name="connsiteX2891" fmla="*/ 188119 w 504825"/>
                <a:gd name="connsiteY2891" fmla="*/ 431387 h 885825"/>
                <a:gd name="connsiteX2892" fmla="*/ 187547 w 504825"/>
                <a:gd name="connsiteY2892" fmla="*/ 432435 h 885825"/>
                <a:gd name="connsiteX2893" fmla="*/ 188119 w 504825"/>
                <a:gd name="connsiteY2893" fmla="*/ 432721 h 885825"/>
                <a:gd name="connsiteX2894" fmla="*/ 189929 w 504825"/>
                <a:gd name="connsiteY2894" fmla="*/ 432530 h 885825"/>
                <a:gd name="connsiteX2895" fmla="*/ 190786 w 504825"/>
                <a:gd name="connsiteY2895" fmla="*/ 432911 h 885825"/>
                <a:gd name="connsiteX2896" fmla="*/ 191738 w 504825"/>
                <a:gd name="connsiteY2896" fmla="*/ 434150 h 885825"/>
                <a:gd name="connsiteX2897" fmla="*/ 194215 w 504825"/>
                <a:gd name="connsiteY2897" fmla="*/ 435007 h 885825"/>
                <a:gd name="connsiteX2898" fmla="*/ 195358 w 504825"/>
                <a:gd name="connsiteY2898" fmla="*/ 436435 h 885825"/>
                <a:gd name="connsiteX2899" fmla="*/ 197072 w 504825"/>
                <a:gd name="connsiteY2899" fmla="*/ 439865 h 885825"/>
                <a:gd name="connsiteX2900" fmla="*/ 199358 w 504825"/>
                <a:gd name="connsiteY2900" fmla="*/ 443008 h 885825"/>
                <a:gd name="connsiteX2901" fmla="*/ 200311 w 504825"/>
                <a:gd name="connsiteY2901" fmla="*/ 444627 h 885825"/>
                <a:gd name="connsiteX2902" fmla="*/ 200787 w 504825"/>
                <a:gd name="connsiteY2902" fmla="*/ 447580 h 885825"/>
                <a:gd name="connsiteX2903" fmla="*/ 201263 w 504825"/>
                <a:gd name="connsiteY2903" fmla="*/ 449199 h 885825"/>
                <a:gd name="connsiteX2904" fmla="*/ 201454 w 504825"/>
                <a:gd name="connsiteY2904" fmla="*/ 451771 h 885825"/>
                <a:gd name="connsiteX2905" fmla="*/ 201454 w 504825"/>
                <a:gd name="connsiteY2905" fmla="*/ 452247 h 885825"/>
                <a:gd name="connsiteX2906" fmla="*/ 201263 w 504825"/>
                <a:gd name="connsiteY2906" fmla="*/ 452533 h 885825"/>
                <a:gd name="connsiteX2907" fmla="*/ 200977 w 504825"/>
                <a:gd name="connsiteY2907" fmla="*/ 452818 h 885825"/>
                <a:gd name="connsiteX2908" fmla="*/ 200787 w 504825"/>
                <a:gd name="connsiteY2908" fmla="*/ 453200 h 885825"/>
                <a:gd name="connsiteX2909" fmla="*/ 200692 w 504825"/>
                <a:gd name="connsiteY2909" fmla="*/ 453676 h 885825"/>
                <a:gd name="connsiteX2910" fmla="*/ 201549 w 504825"/>
                <a:gd name="connsiteY2910" fmla="*/ 455104 h 885825"/>
                <a:gd name="connsiteX2911" fmla="*/ 201739 w 504825"/>
                <a:gd name="connsiteY2911" fmla="*/ 455771 h 885825"/>
                <a:gd name="connsiteX2912" fmla="*/ 201835 w 504825"/>
                <a:gd name="connsiteY2912" fmla="*/ 456343 h 885825"/>
                <a:gd name="connsiteX2913" fmla="*/ 202121 w 504825"/>
                <a:gd name="connsiteY2913" fmla="*/ 457391 h 885825"/>
                <a:gd name="connsiteX2914" fmla="*/ 202216 w 504825"/>
                <a:gd name="connsiteY2914" fmla="*/ 457962 h 885825"/>
                <a:gd name="connsiteX2915" fmla="*/ 202501 w 504825"/>
                <a:gd name="connsiteY2915" fmla="*/ 459200 h 885825"/>
                <a:gd name="connsiteX2916" fmla="*/ 203263 w 504825"/>
                <a:gd name="connsiteY2916" fmla="*/ 459486 h 885825"/>
                <a:gd name="connsiteX2917" fmla="*/ 204311 w 504825"/>
                <a:gd name="connsiteY2917" fmla="*/ 459486 h 885825"/>
                <a:gd name="connsiteX2918" fmla="*/ 205454 w 504825"/>
                <a:gd name="connsiteY2918" fmla="*/ 459962 h 885825"/>
                <a:gd name="connsiteX2919" fmla="*/ 206216 w 504825"/>
                <a:gd name="connsiteY2919" fmla="*/ 460819 h 885825"/>
                <a:gd name="connsiteX2920" fmla="*/ 207169 w 504825"/>
                <a:gd name="connsiteY2920" fmla="*/ 462725 h 885825"/>
                <a:gd name="connsiteX2921" fmla="*/ 208597 w 504825"/>
                <a:gd name="connsiteY2921" fmla="*/ 464344 h 885825"/>
                <a:gd name="connsiteX2922" fmla="*/ 209074 w 504825"/>
                <a:gd name="connsiteY2922" fmla="*/ 465296 h 885825"/>
                <a:gd name="connsiteX2923" fmla="*/ 209359 w 504825"/>
                <a:gd name="connsiteY2923" fmla="*/ 466344 h 885825"/>
                <a:gd name="connsiteX2924" fmla="*/ 209455 w 504825"/>
                <a:gd name="connsiteY2924" fmla="*/ 467392 h 885825"/>
                <a:gd name="connsiteX2925" fmla="*/ 208883 w 504825"/>
                <a:gd name="connsiteY2925" fmla="*/ 469583 h 885825"/>
                <a:gd name="connsiteX2926" fmla="*/ 208788 w 504825"/>
                <a:gd name="connsiteY2926" fmla="*/ 470821 h 885825"/>
                <a:gd name="connsiteX2927" fmla="*/ 209264 w 504825"/>
                <a:gd name="connsiteY2927" fmla="*/ 471392 h 885825"/>
                <a:gd name="connsiteX2928" fmla="*/ 209931 w 504825"/>
                <a:gd name="connsiteY2928" fmla="*/ 471773 h 885825"/>
                <a:gd name="connsiteX2929" fmla="*/ 212122 w 504825"/>
                <a:gd name="connsiteY2929" fmla="*/ 475583 h 885825"/>
                <a:gd name="connsiteX2930" fmla="*/ 212407 w 504825"/>
                <a:gd name="connsiteY2930" fmla="*/ 475964 h 885825"/>
                <a:gd name="connsiteX2931" fmla="*/ 212788 w 504825"/>
                <a:gd name="connsiteY2931" fmla="*/ 476059 h 885825"/>
                <a:gd name="connsiteX2932" fmla="*/ 214122 w 504825"/>
                <a:gd name="connsiteY2932" fmla="*/ 477298 h 885825"/>
                <a:gd name="connsiteX2933" fmla="*/ 214789 w 504825"/>
                <a:gd name="connsiteY2933" fmla="*/ 478441 h 885825"/>
                <a:gd name="connsiteX2934" fmla="*/ 215741 w 504825"/>
                <a:gd name="connsiteY2934" fmla="*/ 479489 h 885825"/>
                <a:gd name="connsiteX2935" fmla="*/ 216789 w 504825"/>
                <a:gd name="connsiteY2935" fmla="*/ 480346 h 885825"/>
                <a:gd name="connsiteX2936" fmla="*/ 217646 w 504825"/>
                <a:gd name="connsiteY2936" fmla="*/ 480822 h 885825"/>
                <a:gd name="connsiteX2937" fmla="*/ 217646 w 504825"/>
                <a:gd name="connsiteY2937" fmla="*/ 479774 h 885825"/>
                <a:gd name="connsiteX2938" fmla="*/ 218027 w 504825"/>
                <a:gd name="connsiteY2938" fmla="*/ 479679 h 885825"/>
                <a:gd name="connsiteX2939" fmla="*/ 219075 w 504825"/>
                <a:gd name="connsiteY2939" fmla="*/ 480441 h 885825"/>
                <a:gd name="connsiteX2940" fmla="*/ 219075 w 504825"/>
                <a:gd name="connsiteY2940" fmla="*/ 480632 h 885825"/>
                <a:gd name="connsiteX2941" fmla="*/ 219361 w 504825"/>
                <a:gd name="connsiteY2941" fmla="*/ 481584 h 885825"/>
                <a:gd name="connsiteX2942" fmla="*/ 219742 w 504825"/>
                <a:gd name="connsiteY2942" fmla="*/ 481393 h 885825"/>
                <a:gd name="connsiteX2943" fmla="*/ 220123 w 504825"/>
                <a:gd name="connsiteY2943" fmla="*/ 481393 h 885825"/>
                <a:gd name="connsiteX2944" fmla="*/ 220504 w 504825"/>
                <a:gd name="connsiteY2944" fmla="*/ 481584 h 885825"/>
                <a:gd name="connsiteX2945" fmla="*/ 219742 w 504825"/>
                <a:gd name="connsiteY2945" fmla="*/ 481965 h 885825"/>
                <a:gd name="connsiteX2946" fmla="*/ 219075 w 504825"/>
                <a:gd name="connsiteY2946" fmla="*/ 481870 h 885825"/>
                <a:gd name="connsiteX2947" fmla="*/ 218599 w 504825"/>
                <a:gd name="connsiteY2947" fmla="*/ 481393 h 885825"/>
                <a:gd name="connsiteX2948" fmla="*/ 218313 w 504825"/>
                <a:gd name="connsiteY2948" fmla="*/ 480536 h 885825"/>
                <a:gd name="connsiteX2949" fmla="*/ 217932 w 504825"/>
                <a:gd name="connsiteY2949" fmla="*/ 481965 h 885825"/>
                <a:gd name="connsiteX2950" fmla="*/ 218218 w 504825"/>
                <a:gd name="connsiteY2950" fmla="*/ 483489 h 885825"/>
                <a:gd name="connsiteX2951" fmla="*/ 218980 w 504825"/>
                <a:gd name="connsiteY2951" fmla="*/ 484727 h 885825"/>
                <a:gd name="connsiteX2952" fmla="*/ 219932 w 504825"/>
                <a:gd name="connsiteY2952" fmla="*/ 485203 h 885825"/>
                <a:gd name="connsiteX2953" fmla="*/ 223171 w 504825"/>
                <a:gd name="connsiteY2953" fmla="*/ 485203 h 885825"/>
                <a:gd name="connsiteX2954" fmla="*/ 223933 w 504825"/>
                <a:gd name="connsiteY2954" fmla="*/ 485489 h 885825"/>
                <a:gd name="connsiteX2955" fmla="*/ 225076 w 504825"/>
                <a:gd name="connsiteY2955" fmla="*/ 486632 h 885825"/>
                <a:gd name="connsiteX2956" fmla="*/ 225838 w 504825"/>
                <a:gd name="connsiteY2956" fmla="*/ 486632 h 885825"/>
                <a:gd name="connsiteX2957" fmla="*/ 226028 w 504825"/>
                <a:gd name="connsiteY2957" fmla="*/ 486347 h 885825"/>
                <a:gd name="connsiteX2958" fmla="*/ 227362 w 504825"/>
                <a:gd name="connsiteY2958" fmla="*/ 483679 h 885825"/>
                <a:gd name="connsiteX2959" fmla="*/ 228314 w 504825"/>
                <a:gd name="connsiteY2959" fmla="*/ 482727 h 885825"/>
                <a:gd name="connsiteX2960" fmla="*/ 228981 w 504825"/>
                <a:gd name="connsiteY2960" fmla="*/ 482346 h 885825"/>
                <a:gd name="connsiteX2961" fmla="*/ 229648 w 504825"/>
                <a:gd name="connsiteY2961" fmla="*/ 482156 h 885825"/>
                <a:gd name="connsiteX2962" fmla="*/ 230886 w 504825"/>
                <a:gd name="connsiteY2962" fmla="*/ 481108 h 885825"/>
                <a:gd name="connsiteX2963" fmla="*/ 231648 w 504825"/>
                <a:gd name="connsiteY2963" fmla="*/ 480727 h 885825"/>
                <a:gd name="connsiteX2964" fmla="*/ 232219 w 504825"/>
                <a:gd name="connsiteY2964" fmla="*/ 481584 h 885825"/>
                <a:gd name="connsiteX2965" fmla="*/ 233839 w 504825"/>
                <a:gd name="connsiteY2965" fmla="*/ 482536 h 885825"/>
                <a:gd name="connsiteX2966" fmla="*/ 233839 w 504825"/>
                <a:gd name="connsiteY2966" fmla="*/ 481965 h 885825"/>
                <a:gd name="connsiteX2967" fmla="*/ 233743 w 504825"/>
                <a:gd name="connsiteY2967" fmla="*/ 481584 h 885825"/>
                <a:gd name="connsiteX2968" fmla="*/ 233553 w 504825"/>
                <a:gd name="connsiteY2968" fmla="*/ 481298 h 885825"/>
                <a:gd name="connsiteX2969" fmla="*/ 233077 w 504825"/>
                <a:gd name="connsiteY2969" fmla="*/ 481108 h 885825"/>
                <a:gd name="connsiteX2970" fmla="*/ 233363 w 504825"/>
                <a:gd name="connsiteY2970" fmla="*/ 480632 h 885825"/>
                <a:gd name="connsiteX2971" fmla="*/ 233458 w 504825"/>
                <a:gd name="connsiteY2971" fmla="*/ 480155 h 885825"/>
                <a:gd name="connsiteX2972" fmla="*/ 233363 w 504825"/>
                <a:gd name="connsiteY2972" fmla="*/ 479679 h 885825"/>
                <a:gd name="connsiteX2973" fmla="*/ 233077 w 504825"/>
                <a:gd name="connsiteY2973" fmla="*/ 479298 h 885825"/>
                <a:gd name="connsiteX2974" fmla="*/ 233172 w 504825"/>
                <a:gd name="connsiteY2974" fmla="*/ 478345 h 885825"/>
                <a:gd name="connsiteX2975" fmla="*/ 234220 w 504825"/>
                <a:gd name="connsiteY2975" fmla="*/ 478250 h 885825"/>
                <a:gd name="connsiteX2976" fmla="*/ 236315 w 504825"/>
                <a:gd name="connsiteY2976" fmla="*/ 478822 h 885825"/>
                <a:gd name="connsiteX2977" fmla="*/ 236315 w 504825"/>
                <a:gd name="connsiteY2977" fmla="*/ 478441 h 885825"/>
                <a:gd name="connsiteX2978" fmla="*/ 235363 w 504825"/>
                <a:gd name="connsiteY2978" fmla="*/ 477393 h 885825"/>
                <a:gd name="connsiteX2979" fmla="*/ 234696 w 504825"/>
                <a:gd name="connsiteY2979" fmla="*/ 475774 h 885825"/>
                <a:gd name="connsiteX2980" fmla="*/ 234696 w 504825"/>
                <a:gd name="connsiteY2980" fmla="*/ 474250 h 885825"/>
                <a:gd name="connsiteX2981" fmla="*/ 235648 w 504825"/>
                <a:gd name="connsiteY2981" fmla="*/ 473678 h 885825"/>
                <a:gd name="connsiteX2982" fmla="*/ 235458 w 504825"/>
                <a:gd name="connsiteY2982" fmla="*/ 473202 h 885825"/>
                <a:gd name="connsiteX2983" fmla="*/ 235458 w 504825"/>
                <a:gd name="connsiteY2983" fmla="*/ 472916 h 885825"/>
                <a:gd name="connsiteX2984" fmla="*/ 235553 w 504825"/>
                <a:gd name="connsiteY2984" fmla="*/ 472631 h 885825"/>
                <a:gd name="connsiteX2985" fmla="*/ 235744 w 504825"/>
                <a:gd name="connsiteY2985" fmla="*/ 472250 h 885825"/>
                <a:gd name="connsiteX2986" fmla="*/ 236125 w 504825"/>
                <a:gd name="connsiteY2986" fmla="*/ 472631 h 885825"/>
                <a:gd name="connsiteX2987" fmla="*/ 236506 w 504825"/>
                <a:gd name="connsiteY2987" fmla="*/ 472250 h 885825"/>
                <a:gd name="connsiteX2988" fmla="*/ 236220 w 504825"/>
                <a:gd name="connsiteY2988" fmla="*/ 471868 h 885825"/>
                <a:gd name="connsiteX2989" fmla="*/ 236125 w 504825"/>
                <a:gd name="connsiteY2989" fmla="*/ 471487 h 885825"/>
                <a:gd name="connsiteX2990" fmla="*/ 236125 w 504825"/>
                <a:gd name="connsiteY2990" fmla="*/ 470630 h 885825"/>
                <a:gd name="connsiteX2991" fmla="*/ 236220 w 504825"/>
                <a:gd name="connsiteY2991" fmla="*/ 470154 h 885825"/>
                <a:gd name="connsiteX2992" fmla="*/ 236506 w 504825"/>
                <a:gd name="connsiteY2992" fmla="*/ 470154 h 885825"/>
                <a:gd name="connsiteX2993" fmla="*/ 236887 w 504825"/>
                <a:gd name="connsiteY2993" fmla="*/ 470249 h 885825"/>
                <a:gd name="connsiteX2994" fmla="*/ 237268 w 504825"/>
                <a:gd name="connsiteY2994" fmla="*/ 470154 h 885825"/>
                <a:gd name="connsiteX2995" fmla="*/ 238601 w 504825"/>
                <a:gd name="connsiteY2995" fmla="*/ 469297 h 885825"/>
                <a:gd name="connsiteX2996" fmla="*/ 239268 w 504825"/>
                <a:gd name="connsiteY2996" fmla="*/ 468725 h 885825"/>
                <a:gd name="connsiteX2997" fmla="*/ 241363 w 504825"/>
                <a:gd name="connsiteY2997" fmla="*/ 465677 h 885825"/>
                <a:gd name="connsiteX2998" fmla="*/ 241649 w 504825"/>
                <a:gd name="connsiteY2998" fmla="*/ 465487 h 885825"/>
                <a:gd name="connsiteX2999" fmla="*/ 241840 w 504825"/>
                <a:gd name="connsiteY2999" fmla="*/ 465487 h 885825"/>
                <a:gd name="connsiteX3000" fmla="*/ 242030 w 504825"/>
                <a:gd name="connsiteY3000" fmla="*/ 465392 h 885825"/>
                <a:gd name="connsiteX3001" fmla="*/ 242125 w 504825"/>
                <a:gd name="connsiteY3001" fmla="*/ 464058 h 885825"/>
                <a:gd name="connsiteX3002" fmla="*/ 242030 w 504825"/>
                <a:gd name="connsiteY3002" fmla="*/ 463677 h 885825"/>
                <a:gd name="connsiteX3003" fmla="*/ 241554 w 504825"/>
                <a:gd name="connsiteY3003" fmla="*/ 462820 h 885825"/>
                <a:gd name="connsiteX3004" fmla="*/ 241268 w 504825"/>
                <a:gd name="connsiteY3004" fmla="*/ 461962 h 885825"/>
                <a:gd name="connsiteX3005" fmla="*/ 241078 w 504825"/>
                <a:gd name="connsiteY3005" fmla="*/ 461105 h 885825"/>
                <a:gd name="connsiteX3006" fmla="*/ 240982 w 504825"/>
                <a:gd name="connsiteY3006" fmla="*/ 460439 h 885825"/>
                <a:gd name="connsiteX3007" fmla="*/ 240792 w 504825"/>
                <a:gd name="connsiteY3007" fmla="*/ 460058 h 885825"/>
                <a:gd name="connsiteX3008" fmla="*/ 239363 w 504825"/>
                <a:gd name="connsiteY3008" fmla="*/ 458248 h 885825"/>
                <a:gd name="connsiteX3009" fmla="*/ 238887 w 504825"/>
                <a:gd name="connsiteY3009" fmla="*/ 457009 h 885825"/>
                <a:gd name="connsiteX3010" fmla="*/ 238792 w 504825"/>
                <a:gd name="connsiteY3010" fmla="*/ 453676 h 885825"/>
                <a:gd name="connsiteX3011" fmla="*/ 238506 w 504825"/>
                <a:gd name="connsiteY3011" fmla="*/ 452152 h 885825"/>
                <a:gd name="connsiteX3012" fmla="*/ 238601 w 504825"/>
                <a:gd name="connsiteY3012" fmla="*/ 452152 h 885825"/>
                <a:gd name="connsiteX3013" fmla="*/ 238506 w 504825"/>
                <a:gd name="connsiteY3013" fmla="*/ 451390 h 885825"/>
                <a:gd name="connsiteX3014" fmla="*/ 238982 w 504825"/>
                <a:gd name="connsiteY3014" fmla="*/ 449199 h 885825"/>
                <a:gd name="connsiteX3015" fmla="*/ 238982 w 504825"/>
                <a:gd name="connsiteY3015" fmla="*/ 448342 h 885825"/>
                <a:gd name="connsiteX3016" fmla="*/ 238411 w 504825"/>
                <a:gd name="connsiteY3016" fmla="*/ 445008 h 885825"/>
                <a:gd name="connsiteX3017" fmla="*/ 238506 w 504825"/>
                <a:gd name="connsiteY3017" fmla="*/ 443770 h 885825"/>
                <a:gd name="connsiteX3018" fmla="*/ 238887 w 504825"/>
                <a:gd name="connsiteY3018" fmla="*/ 442627 h 885825"/>
                <a:gd name="connsiteX3019" fmla="*/ 239554 w 504825"/>
                <a:gd name="connsiteY3019" fmla="*/ 441674 h 885825"/>
                <a:gd name="connsiteX3020" fmla="*/ 241363 w 504825"/>
                <a:gd name="connsiteY3020" fmla="*/ 440436 h 885825"/>
                <a:gd name="connsiteX3021" fmla="*/ 242030 w 504825"/>
                <a:gd name="connsiteY3021" fmla="*/ 439674 h 885825"/>
                <a:gd name="connsiteX3022" fmla="*/ 242221 w 504825"/>
                <a:gd name="connsiteY3022" fmla="*/ 438531 h 885825"/>
                <a:gd name="connsiteX3023" fmla="*/ 241744 w 504825"/>
                <a:gd name="connsiteY3023" fmla="*/ 437483 h 885825"/>
                <a:gd name="connsiteX3024" fmla="*/ 240887 w 504825"/>
                <a:gd name="connsiteY3024" fmla="*/ 437769 h 885825"/>
                <a:gd name="connsiteX3025" fmla="*/ 250984 w 504825"/>
                <a:gd name="connsiteY3025" fmla="*/ 448151 h 885825"/>
                <a:gd name="connsiteX3026" fmla="*/ 250793 w 504825"/>
                <a:gd name="connsiteY3026" fmla="*/ 448151 h 885825"/>
                <a:gd name="connsiteX3027" fmla="*/ 250031 w 504825"/>
                <a:gd name="connsiteY3027" fmla="*/ 447961 h 885825"/>
                <a:gd name="connsiteX3028" fmla="*/ 249364 w 504825"/>
                <a:gd name="connsiteY3028" fmla="*/ 448151 h 885825"/>
                <a:gd name="connsiteX3029" fmla="*/ 248983 w 504825"/>
                <a:gd name="connsiteY3029" fmla="*/ 448818 h 885825"/>
                <a:gd name="connsiteX3030" fmla="*/ 249079 w 504825"/>
                <a:gd name="connsiteY3030" fmla="*/ 449390 h 885825"/>
                <a:gd name="connsiteX3031" fmla="*/ 249174 w 504825"/>
                <a:gd name="connsiteY3031" fmla="*/ 449580 h 885825"/>
                <a:gd name="connsiteX3032" fmla="*/ 249555 w 504825"/>
                <a:gd name="connsiteY3032" fmla="*/ 449866 h 885825"/>
                <a:gd name="connsiteX3033" fmla="*/ 249936 w 504825"/>
                <a:gd name="connsiteY3033" fmla="*/ 450342 h 885825"/>
                <a:gd name="connsiteX3034" fmla="*/ 250126 w 504825"/>
                <a:gd name="connsiteY3034" fmla="*/ 450437 h 885825"/>
                <a:gd name="connsiteX3035" fmla="*/ 250317 w 504825"/>
                <a:gd name="connsiteY3035" fmla="*/ 450342 h 885825"/>
                <a:gd name="connsiteX3036" fmla="*/ 250603 w 504825"/>
                <a:gd name="connsiteY3036" fmla="*/ 450628 h 885825"/>
                <a:gd name="connsiteX3037" fmla="*/ 250984 w 504825"/>
                <a:gd name="connsiteY3037" fmla="*/ 450628 h 885825"/>
                <a:gd name="connsiteX3038" fmla="*/ 251174 w 504825"/>
                <a:gd name="connsiteY3038" fmla="*/ 450437 h 885825"/>
                <a:gd name="connsiteX3039" fmla="*/ 250984 w 504825"/>
                <a:gd name="connsiteY3039" fmla="*/ 450247 h 885825"/>
                <a:gd name="connsiteX3040" fmla="*/ 250888 w 504825"/>
                <a:gd name="connsiteY3040" fmla="*/ 450056 h 885825"/>
                <a:gd name="connsiteX3041" fmla="*/ 251079 w 504825"/>
                <a:gd name="connsiteY3041" fmla="*/ 449961 h 885825"/>
                <a:gd name="connsiteX3042" fmla="*/ 251269 w 504825"/>
                <a:gd name="connsiteY3042" fmla="*/ 449961 h 885825"/>
                <a:gd name="connsiteX3043" fmla="*/ 251555 w 504825"/>
                <a:gd name="connsiteY3043" fmla="*/ 449675 h 885825"/>
                <a:gd name="connsiteX3044" fmla="*/ 251650 w 504825"/>
                <a:gd name="connsiteY3044" fmla="*/ 449199 h 885825"/>
                <a:gd name="connsiteX3045" fmla="*/ 251365 w 504825"/>
                <a:gd name="connsiteY3045" fmla="*/ 448627 h 885825"/>
                <a:gd name="connsiteX3046" fmla="*/ 250984 w 504825"/>
                <a:gd name="connsiteY3046" fmla="*/ 448151 h 885825"/>
                <a:gd name="connsiteX3047" fmla="*/ 245078 w 504825"/>
                <a:gd name="connsiteY3047" fmla="*/ 782098 h 885825"/>
                <a:gd name="connsiteX3048" fmla="*/ 244697 w 504825"/>
                <a:gd name="connsiteY3048" fmla="*/ 783050 h 885825"/>
                <a:gd name="connsiteX3049" fmla="*/ 244221 w 504825"/>
                <a:gd name="connsiteY3049" fmla="*/ 783526 h 885825"/>
                <a:gd name="connsiteX3050" fmla="*/ 243745 w 504825"/>
                <a:gd name="connsiteY3050" fmla="*/ 783812 h 885825"/>
                <a:gd name="connsiteX3051" fmla="*/ 244126 w 504825"/>
                <a:gd name="connsiteY3051" fmla="*/ 784384 h 885825"/>
                <a:gd name="connsiteX3052" fmla="*/ 244792 w 504825"/>
                <a:gd name="connsiteY3052" fmla="*/ 785146 h 885825"/>
                <a:gd name="connsiteX3053" fmla="*/ 245173 w 504825"/>
                <a:gd name="connsiteY3053" fmla="*/ 785908 h 885825"/>
                <a:gd name="connsiteX3054" fmla="*/ 245269 w 504825"/>
                <a:gd name="connsiteY3054" fmla="*/ 787051 h 885825"/>
                <a:gd name="connsiteX3055" fmla="*/ 245554 w 504825"/>
                <a:gd name="connsiteY3055" fmla="*/ 787432 h 885825"/>
                <a:gd name="connsiteX3056" fmla="*/ 245935 w 504825"/>
                <a:gd name="connsiteY3056" fmla="*/ 787146 h 885825"/>
                <a:gd name="connsiteX3057" fmla="*/ 246221 w 504825"/>
                <a:gd name="connsiteY3057" fmla="*/ 786003 h 885825"/>
                <a:gd name="connsiteX3058" fmla="*/ 246221 w 504825"/>
                <a:gd name="connsiteY3058" fmla="*/ 782384 h 885825"/>
                <a:gd name="connsiteX3059" fmla="*/ 245554 w 504825"/>
                <a:gd name="connsiteY3059" fmla="*/ 781622 h 885825"/>
                <a:gd name="connsiteX3060" fmla="*/ 245078 w 504825"/>
                <a:gd name="connsiteY3060" fmla="*/ 782098 h 885825"/>
                <a:gd name="connsiteX3061" fmla="*/ 218122 w 504825"/>
                <a:gd name="connsiteY3061" fmla="*/ 416433 h 885825"/>
                <a:gd name="connsiteX3062" fmla="*/ 217932 w 504825"/>
                <a:gd name="connsiteY3062" fmla="*/ 415100 h 885825"/>
                <a:gd name="connsiteX3063" fmla="*/ 217646 w 504825"/>
                <a:gd name="connsiteY3063" fmla="*/ 414623 h 885825"/>
                <a:gd name="connsiteX3064" fmla="*/ 217170 w 504825"/>
                <a:gd name="connsiteY3064" fmla="*/ 414528 h 885825"/>
                <a:gd name="connsiteX3065" fmla="*/ 216598 w 504825"/>
                <a:gd name="connsiteY3065" fmla="*/ 414814 h 885825"/>
                <a:gd name="connsiteX3066" fmla="*/ 216122 w 504825"/>
                <a:gd name="connsiteY3066" fmla="*/ 414909 h 885825"/>
                <a:gd name="connsiteX3067" fmla="*/ 215741 w 504825"/>
                <a:gd name="connsiteY3067" fmla="*/ 414814 h 885825"/>
                <a:gd name="connsiteX3068" fmla="*/ 215360 w 504825"/>
                <a:gd name="connsiteY3068" fmla="*/ 414814 h 885825"/>
                <a:gd name="connsiteX3069" fmla="*/ 215360 w 504825"/>
                <a:gd name="connsiteY3069" fmla="*/ 415195 h 885825"/>
                <a:gd name="connsiteX3070" fmla="*/ 216884 w 504825"/>
                <a:gd name="connsiteY3070" fmla="*/ 416528 h 885825"/>
                <a:gd name="connsiteX3071" fmla="*/ 217741 w 504825"/>
                <a:gd name="connsiteY3071" fmla="*/ 416814 h 885825"/>
                <a:gd name="connsiteX3072" fmla="*/ 218122 w 504825"/>
                <a:gd name="connsiteY3072" fmla="*/ 416433 h 885825"/>
                <a:gd name="connsiteX3073" fmla="*/ 238125 w 504825"/>
                <a:gd name="connsiteY3073" fmla="*/ 506063 h 885825"/>
                <a:gd name="connsiteX3074" fmla="*/ 236982 w 504825"/>
                <a:gd name="connsiteY3074" fmla="*/ 505968 h 885825"/>
                <a:gd name="connsiteX3075" fmla="*/ 236410 w 504825"/>
                <a:gd name="connsiteY3075" fmla="*/ 505968 h 885825"/>
                <a:gd name="connsiteX3076" fmla="*/ 235458 w 504825"/>
                <a:gd name="connsiteY3076" fmla="*/ 506349 h 885825"/>
                <a:gd name="connsiteX3077" fmla="*/ 234982 w 504825"/>
                <a:gd name="connsiteY3077" fmla="*/ 507016 h 885825"/>
                <a:gd name="connsiteX3078" fmla="*/ 234791 w 504825"/>
                <a:gd name="connsiteY3078" fmla="*/ 507492 h 885825"/>
                <a:gd name="connsiteX3079" fmla="*/ 235077 w 504825"/>
                <a:gd name="connsiteY3079" fmla="*/ 507587 h 885825"/>
                <a:gd name="connsiteX3080" fmla="*/ 235553 w 504825"/>
                <a:gd name="connsiteY3080" fmla="*/ 507301 h 885825"/>
                <a:gd name="connsiteX3081" fmla="*/ 235839 w 504825"/>
                <a:gd name="connsiteY3081" fmla="*/ 507206 h 885825"/>
                <a:gd name="connsiteX3082" fmla="*/ 236029 w 504825"/>
                <a:gd name="connsiteY3082" fmla="*/ 507397 h 885825"/>
                <a:gd name="connsiteX3083" fmla="*/ 236315 w 504825"/>
                <a:gd name="connsiteY3083" fmla="*/ 507492 h 885825"/>
                <a:gd name="connsiteX3084" fmla="*/ 236601 w 504825"/>
                <a:gd name="connsiteY3084" fmla="*/ 507492 h 885825"/>
                <a:gd name="connsiteX3085" fmla="*/ 237172 w 504825"/>
                <a:gd name="connsiteY3085" fmla="*/ 507683 h 885825"/>
                <a:gd name="connsiteX3086" fmla="*/ 238030 w 504825"/>
                <a:gd name="connsiteY3086" fmla="*/ 507873 h 885825"/>
                <a:gd name="connsiteX3087" fmla="*/ 239173 w 504825"/>
                <a:gd name="connsiteY3087" fmla="*/ 507873 h 885825"/>
                <a:gd name="connsiteX3088" fmla="*/ 240316 w 504825"/>
                <a:gd name="connsiteY3088" fmla="*/ 507301 h 885825"/>
                <a:gd name="connsiteX3089" fmla="*/ 240792 w 504825"/>
                <a:gd name="connsiteY3089" fmla="*/ 506825 h 885825"/>
                <a:gd name="connsiteX3090" fmla="*/ 239935 w 504825"/>
                <a:gd name="connsiteY3090" fmla="*/ 506349 h 885825"/>
                <a:gd name="connsiteX3091" fmla="*/ 238125 w 504825"/>
                <a:gd name="connsiteY3091" fmla="*/ 506063 h 885825"/>
                <a:gd name="connsiteX3092" fmla="*/ 224599 w 504825"/>
                <a:gd name="connsiteY3092" fmla="*/ 826484 h 885825"/>
                <a:gd name="connsiteX3093" fmla="*/ 224123 w 504825"/>
                <a:gd name="connsiteY3093" fmla="*/ 825913 h 885825"/>
                <a:gd name="connsiteX3094" fmla="*/ 223456 w 504825"/>
                <a:gd name="connsiteY3094" fmla="*/ 825436 h 885825"/>
                <a:gd name="connsiteX3095" fmla="*/ 222694 w 504825"/>
                <a:gd name="connsiteY3095" fmla="*/ 825056 h 885825"/>
                <a:gd name="connsiteX3096" fmla="*/ 221837 w 504825"/>
                <a:gd name="connsiteY3096" fmla="*/ 824960 h 885825"/>
                <a:gd name="connsiteX3097" fmla="*/ 221266 w 504825"/>
                <a:gd name="connsiteY3097" fmla="*/ 825246 h 885825"/>
                <a:gd name="connsiteX3098" fmla="*/ 220694 w 504825"/>
                <a:gd name="connsiteY3098" fmla="*/ 825722 h 885825"/>
                <a:gd name="connsiteX3099" fmla="*/ 220313 w 504825"/>
                <a:gd name="connsiteY3099" fmla="*/ 826389 h 885825"/>
                <a:gd name="connsiteX3100" fmla="*/ 220313 w 504825"/>
                <a:gd name="connsiteY3100" fmla="*/ 827151 h 885825"/>
                <a:gd name="connsiteX3101" fmla="*/ 220885 w 504825"/>
                <a:gd name="connsiteY3101" fmla="*/ 828103 h 885825"/>
                <a:gd name="connsiteX3102" fmla="*/ 221742 w 504825"/>
                <a:gd name="connsiteY3102" fmla="*/ 828199 h 885825"/>
                <a:gd name="connsiteX3103" fmla="*/ 223552 w 504825"/>
                <a:gd name="connsiteY3103" fmla="*/ 827532 h 885825"/>
                <a:gd name="connsiteX3104" fmla="*/ 225076 w 504825"/>
                <a:gd name="connsiteY3104" fmla="*/ 827627 h 885825"/>
                <a:gd name="connsiteX3105" fmla="*/ 225361 w 504825"/>
                <a:gd name="connsiteY3105" fmla="*/ 827532 h 885825"/>
                <a:gd name="connsiteX3106" fmla="*/ 225552 w 504825"/>
                <a:gd name="connsiteY3106" fmla="*/ 827056 h 885825"/>
                <a:gd name="connsiteX3107" fmla="*/ 225266 w 504825"/>
                <a:gd name="connsiteY3107" fmla="*/ 826770 h 885825"/>
                <a:gd name="connsiteX3108" fmla="*/ 224599 w 504825"/>
                <a:gd name="connsiteY3108" fmla="*/ 826484 h 885825"/>
                <a:gd name="connsiteX3109" fmla="*/ 217265 w 504825"/>
                <a:gd name="connsiteY3109" fmla="*/ 488347 h 885825"/>
                <a:gd name="connsiteX3110" fmla="*/ 217456 w 504825"/>
                <a:gd name="connsiteY3110" fmla="*/ 489109 h 885825"/>
                <a:gd name="connsiteX3111" fmla="*/ 217837 w 504825"/>
                <a:gd name="connsiteY3111" fmla="*/ 489585 h 885825"/>
                <a:gd name="connsiteX3112" fmla="*/ 218313 w 504825"/>
                <a:gd name="connsiteY3112" fmla="*/ 489871 h 885825"/>
                <a:gd name="connsiteX3113" fmla="*/ 218789 w 504825"/>
                <a:gd name="connsiteY3113" fmla="*/ 490252 h 885825"/>
                <a:gd name="connsiteX3114" fmla="*/ 219361 w 504825"/>
                <a:gd name="connsiteY3114" fmla="*/ 490537 h 885825"/>
                <a:gd name="connsiteX3115" fmla="*/ 219837 w 504825"/>
                <a:gd name="connsiteY3115" fmla="*/ 490442 h 885825"/>
                <a:gd name="connsiteX3116" fmla="*/ 220027 w 504825"/>
                <a:gd name="connsiteY3116" fmla="*/ 490157 h 885825"/>
                <a:gd name="connsiteX3117" fmla="*/ 219837 w 504825"/>
                <a:gd name="connsiteY3117" fmla="*/ 489585 h 885825"/>
                <a:gd name="connsiteX3118" fmla="*/ 219170 w 504825"/>
                <a:gd name="connsiteY3118" fmla="*/ 488442 h 885825"/>
                <a:gd name="connsiteX3119" fmla="*/ 219075 w 504825"/>
                <a:gd name="connsiteY3119" fmla="*/ 488347 h 885825"/>
                <a:gd name="connsiteX3120" fmla="*/ 218884 w 504825"/>
                <a:gd name="connsiteY3120" fmla="*/ 488156 h 885825"/>
                <a:gd name="connsiteX3121" fmla="*/ 218599 w 504825"/>
                <a:gd name="connsiteY3121" fmla="*/ 487680 h 885825"/>
                <a:gd name="connsiteX3122" fmla="*/ 218218 w 504825"/>
                <a:gd name="connsiteY3122" fmla="*/ 485870 h 885825"/>
                <a:gd name="connsiteX3123" fmla="*/ 217741 w 504825"/>
                <a:gd name="connsiteY3123" fmla="*/ 484632 h 885825"/>
                <a:gd name="connsiteX3124" fmla="*/ 216217 w 504825"/>
                <a:gd name="connsiteY3124" fmla="*/ 484060 h 885825"/>
                <a:gd name="connsiteX3125" fmla="*/ 215170 w 504825"/>
                <a:gd name="connsiteY3125" fmla="*/ 485489 h 885825"/>
                <a:gd name="connsiteX3126" fmla="*/ 215836 w 504825"/>
                <a:gd name="connsiteY3126" fmla="*/ 487109 h 885825"/>
                <a:gd name="connsiteX3127" fmla="*/ 216789 w 504825"/>
                <a:gd name="connsiteY3127" fmla="*/ 487585 h 885825"/>
                <a:gd name="connsiteX3128" fmla="*/ 217265 w 504825"/>
                <a:gd name="connsiteY3128" fmla="*/ 488347 h 885825"/>
                <a:gd name="connsiteX3129" fmla="*/ 208026 w 504825"/>
                <a:gd name="connsiteY3129" fmla="*/ 829723 h 885825"/>
                <a:gd name="connsiteX3130" fmla="*/ 207359 w 504825"/>
                <a:gd name="connsiteY3130" fmla="*/ 830675 h 885825"/>
                <a:gd name="connsiteX3131" fmla="*/ 207264 w 504825"/>
                <a:gd name="connsiteY3131" fmla="*/ 832294 h 885825"/>
                <a:gd name="connsiteX3132" fmla="*/ 208312 w 504825"/>
                <a:gd name="connsiteY3132" fmla="*/ 832771 h 885825"/>
                <a:gd name="connsiteX3133" fmla="*/ 209074 w 504825"/>
                <a:gd name="connsiteY3133" fmla="*/ 832199 h 885825"/>
                <a:gd name="connsiteX3134" fmla="*/ 209359 w 504825"/>
                <a:gd name="connsiteY3134" fmla="*/ 831056 h 885825"/>
                <a:gd name="connsiteX3135" fmla="*/ 208693 w 504825"/>
                <a:gd name="connsiteY3135" fmla="*/ 830009 h 885825"/>
                <a:gd name="connsiteX3136" fmla="*/ 208026 w 504825"/>
                <a:gd name="connsiteY3136" fmla="*/ 829723 h 885825"/>
                <a:gd name="connsiteX3137" fmla="*/ 214408 w 504825"/>
                <a:gd name="connsiteY3137" fmla="*/ 559594 h 885825"/>
                <a:gd name="connsiteX3138" fmla="*/ 214027 w 504825"/>
                <a:gd name="connsiteY3138" fmla="*/ 561213 h 885825"/>
                <a:gd name="connsiteX3139" fmla="*/ 214884 w 504825"/>
                <a:gd name="connsiteY3139" fmla="*/ 561975 h 885825"/>
                <a:gd name="connsiteX3140" fmla="*/ 216313 w 504825"/>
                <a:gd name="connsiteY3140" fmla="*/ 562070 h 885825"/>
                <a:gd name="connsiteX3141" fmla="*/ 217646 w 504825"/>
                <a:gd name="connsiteY3141" fmla="*/ 561784 h 885825"/>
                <a:gd name="connsiteX3142" fmla="*/ 217265 w 504825"/>
                <a:gd name="connsiteY3142" fmla="*/ 560832 h 885825"/>
                <a:gd name="connsiteX3143" fmla="*/ 218027 w 504825"/>
                <a:gd name="connsiteY3143" fmla="*/ 559118 h 885825"/>
                <a:gd name="connsiteX3144" fmla="*/ 218027 w 504825"/>
                <a:gd name="connsiteY3144" fmla="*/ 557879 h 885825"/>
                <a:gd name="connsiteX3145" fmla="*/ 217932 w 504825"/>
                <a:gd name="connsiteY3145" fmla="*/ 557117 h 885825"/>
                <a:gd name="connsiteX3146" fmla="*/ 217551 w 504825"/>
                <a:gd name="connsiteY3146" fmla="*/ 557212 h 885825"/>
                <a:gd name="connsiteX3147" fmla="*/ 216503 w 504825"/>
                <a:gd name="connsiteY3147" fmla="*/ 558165 h 885825"/>
                <a:gd name="connsiteX3148" fmla="*/ 214693 w 504825"/>
                <a:gd name="connsiteY3148" fmla="*/ 559308 h 885825"/>
                <a:gd name="connsiteX3149" fmla="*/ 214408 w 504825"/>
                <a:gd name="connsiteY3149" fmla="*/ 559594 h 885825"/>
                <a:gd name="connsiteX3150" fmla="*/ 234410 w 504825"/>
                <a:gd name="connsiteY3150" fmla="*/ 817054 h 885825"/>
                <a:gd name="connsiteX3151" fmla="*/ 233267 w 504825"/>
                <a:gd name="connsiteY3151" fmla="*/ 816769 h 885825"/>
                <a:gd name="connsiteX3152" fmla="*/ 230981 w 504825"/>
                <a:gd name="connsiteY3152" fmla="*/ 816864 h 885825"/>
                <a:gd name="connsiteX3153" fmla="*/ 229838 w 504825"/>
                <a:gd name="connsiteY3153" fmla="*/ 816769 h 885825"/>
                <a:gd name="connsiteX3154" fmla="*/ 227457 w 504825"/>
                <a:gd name="connsiteY3154" fmla="*/ 815721 h 885825"/>
                <a:gd name="connsiteX3155" fmla="*/ 226504 w 504825"/>
                <a:gd name="connsiteY3155" fmla="*/ 816197 h 885825"/>
                <a:gd name="connsiteX3156" fmla="*/ 225647 w 504825"/>
                <a:gd name="connsiteY3156" fmla="*/ 816959 h 885825"/>
                <a:gd name="connsiteX3157" fmla="*/ 224695 w 504825"/>
                <a:gd name="connsiteY3157" fmla="*/ 817245 h 885825"/>
                <a:gd name="connsiteX3158" fmla="*/ 223838 w 504825"/>
                <a:gd name="connsiteY3158" fmla="*/ 816483 h 885825"/>
                <a:gd name="connsiteX3159" fmla="*/ 222599 w 504825"/>
                <a:gd name="connsiteY3159" fmla="*/ 813816 h 885825"/>
                <a:gd name="connsiteX3160" fmla="*/ 221551 w 504825"/>
                <a:gd name="connsiteY3160" fmla="*/ 813244 h 885825"/>
                <a:gd name="connsiteX3161" fmla="*/ 220980 w 504825"/>
                <a:gd name="connsiteY3161" fmla="*/ 813054 h 885825"/>
                <a:gd name="connsiteX3162" fmla="*/ 219837 w 504825"/>
                <a:gd name="connsiteY3162" fmla="*/ 812387 h 885825"/>
                <a:gd name="connsiteX3163" fmla="*/ 219265 w 504825"/>
                <a:gd name="connsiteY3163" fmla="*/ 812197 h 885825"/>
                <a:gd name="connsiteX3164" fmla="*/ 218313 w 504825"/>
                <a:gd name="connsiteY3164" fmla="*/ 812101 h 885825"/>
                <a:gd name="connsiteX3165" fmla="*/ 217360 w 504825"/>
                <a:gd name="connsiteY3165" fmla="*/ 812101 h 885825"/>
                <a:gd name="connsiteX3166" fmla="*/ 215551 w 504825"/>
                <a:gd name="connsiteY3166" fmla="*/ 812006 h 885825"/>
                <a:gd name="connsiteX3167" fmla="*/ 215074 w 504825"/>
                <a:gd name="connsiteY3167" fmla="*/ 812101 h 885825"/>
                <a:gd name="connsiteX3168" fmla="*/ 214598 w 504825"/>
                <a:gd name="connsiteY3168" fmla="*/ 812483 h 885825"/>
                <a:gd name="connsiteX3169" fmla="*/ 213360 w 504825"/>
                <a:gd name="connsiteY3169" fmla="*/ 814102 h 885825"/>
                <a:gd name="connsiteX3170" fmla="*/ 212884 w 504825"/>
                <a:gd name="connsiteY3170" fmla="*/ 814387 h 885825"/>
                <a:gd name="connsiteX3171" fmla="*/ 211741 w 504825"/>
                <a:gd name="connsiteY3171" fmla="*/ 814483 h 885825"/>
                <a:gd name="connsiteX3172" fmla="*/ 210312 w 504825"/>
                <a:gd name="connsiteY3172" fmla="*/ 815435 h 885825"/>
                <a:gd name="connsiteX3173" fmla="*/ 208312 w 504825"/>
                <a:gd name="connsiteY3173" fmla="*/ 816293 h 885825"/>
                <a:gd name="connsiteX3174" fmla="*/ 207454 w 504825"/>
                <a:gd name="connsiteY3174" fmla="*/ 817150 h 885825"/>
                <a:gd name="connsiteX3175" fmla="*/ 206788 w 504825"/>
                <a:gd name="connsiteY3175" fmla="*/ 818198 h 885825"/>
                <a:gd name="connsiteX3176" fmla="*/ 206502 w 504825"/>
                <a:gd name="connsiteY3176" fmla="*/ 819150 h 885825"/>
                <a:gd name="connsiteX3177" fmla="*/ 206788 w 504825"/>
                <a:gd name="connsiteY3177" fmla="*/ 820102 h 885825"/>
                <a:gd name="connsiteX3178" fmla="*/ 207645 w 504825"/>
                <a:gd name="connsiteY3178" fmla="*/ 821245 h 885825"/>
                <a:gd name="connsiteX3179" fmla="*/ 207931 w 504825"/>
                <a:gd name="connsiteY3179" fmla="*/ 821436 h 885825"/>
                <a:gd name="connsiteX3180" fmla="*/ 208597 w 504825"/>
                <a:gd name="connsiteY3180" fmla="*/ 821626 h 885825"/>
                <a:gd name="connsiteX3181" fmla="*/ 208883 w 504825"/>
                <a:gd name="connsiteY3181" fmla="*/ 821817 h 885825"/>
                <a:gd name="connsiteX3182" fmla="*/ 208979 w 504825"/>
                <a:gd name="connsiteY3182" fmla="*/ 822008 h 885825"/>
                <a:gd name="connsiteX3183" fmla="*/ 208979 w 504825"/>
                <a:gd name="connsiteY3183" fmla="*/ 822293 h 885825"/>
                <a:gd name="connsiteX3184" fmla="*/ 208979 w 504825"/>
                <a:gd name="connsiteY3184" fmla="*/ 822579 h 885825"/>
                <a:gd name="connsiteX3185" fmla="*/ 209264 w 504825"/>
                <a:gd name="connsiteY3185" fmla="*/ 822865 h 885825"/>
                <a:gd name="connsiteX3186" fmla="*/ 209836 w 504825"/>
                <a:gd name="connsiteY3186" fmla="*/ 823055 h 885825"/>
                <a:gd name="connsiteX3187" fmla="*/ 210312 w 504825"/>
                <a:gd name="connsiteY3187" fmla="*/ 822960 h 885825"/>
                <a:gd name="connsiteX3188" fmla="*/ 211360 w 504825"/>
                <a:gd name="connsiteY3188" fmla="*/ 822484 h 885825"/>
                <a:gd name="connsiteX3189" fmla="*/ 213265 w 504825"/>
                <a:gd name="connsiteY3189" fmla="*/ 821245 h 885825"/>
                <a:gd name="connsiteX3190" fmla="*/ 213741 w 504825"/>
                <a:gd name="connsiteY3190" fmla="*/ 821055 h 885825"/>
                <a:gd name="connsiteX3191" fmla="*/ 215932 w 504825"/>
                <a:gd name="connsiteY3191" fmla="*/ 821436 h 885825"/>
                <a:gd name="connsiteX3192" fmla="*/ 216217 w 504825"/>
                <a:gd name="connsiteY3192" fmla="*/ 821626 h 885825"/>
                <a:gd name="connsiteX3193" fmla="*/ 216884 w 504825"/>
                <a:gd name="connsiteY3193" fmla="*/ 822579 h 885825"/>
                <a:gd name="connsiteX3194" fmla="*/ 217170 w 504825"/>
                <a:gd name="connsiteY3194" fmla="*/ 822865 h 885825"/>
                <a:gd name="connsiteX3195" fmla="*/ 217646 w 504825"/>
                <a:gd name="connsiteY3195" fmla="*/ 822865 h 885825"/>
                <a:gd name="connsiteX3196" fmla="*/ 218027 w 504825"/>
                <a:gd name="connsiteY3196" fmla="*/ 822674 h 885825"/>
                <a:gd name="connsiteX3197" fmla="*/ 219075 w 504825"/>
                <a:gd name="connsiteY3197" fmla="*/ 822008 h 885825"/>
                <a:gd name="connsiteX3198" fmla="*/ 223361 w 504825"/>
                <a:gd name="connsiteY3198" fmla="*/ 820102 h 885825"/>
                <a:gd name="connsiteX3199" fmla="*/ 225361 w 504825"/>
                <a:gd name="connsiteY3199" fmla="*/ 820007 h 885825"/>
                <a:gd name="connsiteX3200" fmla="*/ 226695 w 504825"/>
                <a:gd name="connsiteY3200" fmla="*/ 821341 h 885825"/>
                <a:gd name="connsiteX3201" fmla="*/ 226695 w 504825"/>
                <a:gd name="connsiteY3201" fmla="*/ 821817 h 885825"/>
                <a:gd name="connsiteX3202" fmla="*/ 226600 w 504825"/>
                <a:gd name="connsiteY3202" fmla="*/ 822389 h 885825"/>
                <a:gd name="connsiteX3203" fmla="*/ 226695 w 504825"/>
                <a:gd name="connsiteY3203" fmla="*/ 822960 h 885825"/>
                <a:gd name="connsiteX3204" fmla="*/ 227171 w 504825"/>
                <a:gd name="connsiteY3204" fmla="*/ 823627 h 885825"/>
                <a:gd name="connsiteX3205" fmla="*/ 227647 w 504825"/>
                <a:gd name="connsiteY3205" fmla="*/ 824008 h 885825"/>
                <a:gd name="connsiteX3206" fmla="*/ 228219 w 504825"/>
                <a:gd name="connsiteY3206" fmla="*/ 824293 h 885825"/>
                <a:gd name="connsiteX3207" fmla="*/ 228790 w 504825"/>
                <a:gd name="connsiteY3207" fmla="*/ 824293 h 885825"/>
                <a:gd name="connsiteX3208" fmla="*/ 229362 w 504825"/>
                <a:gd name="connsiteY3208" fmla="*/ 823912 h 885825"/>
                <a:gd name="connsiteX3209" fmla="*/ 230791 w 504825"/>
                <a:gd name="connsiteY3209" fmla="*/ 822293 h 885825"/>
                <a:gd name="connsiteX3210" fmla="*/ 231267 w 504825"/>
                <a:gd name="connsiteY3210" fmla="*/ 821912 h 885825"/>
                <a:gd name="connsiteX3211" fmla="*/ 231648 w 504825"/>
                <a:gd name="connsiteY3211" fmla="*/ 821722 h 885825"/>
                <a:gd name="connsiteX3212" fmla="*/ 233648 w 504825"/>
                <a:gd name="connsiteY3212" fmla="*/ 821436 h 885825"/>
                <a:gd name="connsiteX3213" fmla="*/ 233839 w 504825"/>
                <a:gd name="connsiteY3213" fmla="*/ 821531 h 885825"/>
                <a:gd name="connsiteX3214" fmla="*/ 233743 w 504825"/>
                <a:gd name="connsiteY3214" fmla="*/ 820674 h 885825"/>
                <a:gd name="connsiteX3215" fmla="*/ 233934 w 504825"/>
                <a:gd name="connsiteY3215" fmla="*/ 820007 h 885825"/>
                <a:gd name="connsiteX3216" fmla="*/ 234315 w 504825"/>
                <a:gd name="connsiteY3216" fmla="*/ 819817 h 885825"/>
                <a:gd name="connsiteX3217" fmla="*/ 234791 w 504825"/>
                <a:gd name="connsiteY3217" fmla="*/ 819817 h 885825"/>
                <a:gd name="connsiteX3218" fmla="*/ 235267 w 504825"/>
                <a:gd name="connsiteY3218" fmla="*/ 819531 h 885825"/>
                <a:gd name="connsiteX3219" fmla="*/ 235744 w 504825"/>
                <a:gd name="connsiteY3219" fmla="*/ 818388 h 885825"/>
                <a:gd name="connsiteX3220" fmla="*/ 235363 w 504825"/>
                <a:gd name="connsiteY3220" fmla="*/ 817435 h 885825"/>
                <a:gd name="connsiteX3221" fmla="*/ 234410 w 504825"/>
                <a:gd name="connsiteY3221" fmla="*/ 817054 h 885825"/>
                <a:gd name="connsiteX3222" fmla="*/ 278511 w 504825"/>
                <a:gd name="connsiteY3222" fmla="*/ 351473 h 885825"/>
                <a:gd name="connsiteX3223" fmla="*/ 278511 w 504825"/>
                <a:gd name="connsiteY3223" fmla="*/ 351758 h 885825"/>
                <a:gd name="connsiteX3224" fmla="*/ 279273 w 504825"/>
                <a:gd name="connsiteY3224" fmla="*/ 351282 h 885825"/>
                <a:gd name="connsiteX3225" fmla="*/ 279273 w 504825"/>
                <a:gd name="connsiteY3225" fmla="*/ 350139 h 885825"/>
                <a:gd name="connsiteX3226" fmla="*/ 278797 w 504825"/>
                <a:gd name="connsiteY3226" fmla="*/ 348996 h 885825"/>
                <a:gd name="connsiteX3227" fmla="*/ 278130 w 504825"/>
                <a:gd name="connsiteY3227" fmla="*/ 348520 h 885825"/>
                <a:gd name="connsiteX3228" fmla="*/ 277177 w 504825"/>
                <a:gd name="connsiteY3228" fmla="*/ 348615 h 885825"/>
                <a:gd name="connsiteX3229" fmla="*/ 276606 w 504825"/>
                <a:gd name="connsiteY3229" fmla="*/ 348520 h 885825"/>
                <a:gd name="connsiteX3230" fmla="*/ 276130 w 504825"/>
                <a:gd name="connsiteY3230" fmla="*/ 348139 h 885825"/>
                <a:gd name="connsiteX3231" fmla="*/ 275844 w 504825"/>
                <a:gd name="connsiteY3231" fmla="*/ 347567 h 885825"/>
                <a:gd name="connsiteX3232" fmla="*/ 275844 w 504825"/>
                <a:gd name="connsiteY3232" fmla="*/ 346996 h 885825"/>
                <a:gd name="connsiteX3233" fmla="*/ 276034 w 504825"/>
                <a:gd name="connsiteY3233" fmla="*/ 346519 h 885825"/>
                <a:gd name="connsiteX3234" fmla="*/ 276415 w 504825"/>
                <a:gd name="connsiteY3234" fmla="*/ 346234 h 885825"/>
                <a:gd name="connsiteX3235" fmla="*/ 274606 w 504825"/>
                <a:gd name="connsiteY3235" fmla="*/ 346234 h 885825"/>
                <a:gd name="connsiteX3236" fmla="*/ 273939 w 504825"/>
                <a:gd name="connsiteY3236" fmla="*/ 346519 h 885825"/>
                <a:gd name="connsiteX3237" fmla="*/ 273367 w 504825"/>
                <a:gd name="connsiteY3237" fmla="*/ 346519 h 885825"/>
                <a:gd name="connsiteX3238" fmla="*/ 272986 w 504825"/>
                <a:gd name="connsiteY3238" fmla="*/ 346234 h 885825"/>
                <a:gd name="connsiteX3239" fmla="*/ 272796 w 504825"/>
                <a:gd name="connsiteY3239" fmla="*/ 345472 h 885825"/>
                <a:gd name="connsiteX3240" fmla="*/ 272224 w 504825"/>
                <a:gd name="connsiteY3240" fmla="*/ 346043 h 885825"/>
                <a:gd name="connsiteX3241" fmla="*/ 272034 w 504825"/>
                <a:gd name="connsiteY3241" fmla="*/ 346234 h 885825"/>
                <a:gd name="connsiteX3242" fmla="*/ 271177 w 504825"/>
                <a:gd name="connsiteY3242" fmla="*/ 345948 h 885825"/>
                <a:gd name="connsiteX3243" fmla="*/ 271177 w 504825"/>
                <a:gd name="connsiteY3243" fmla="*/ 346329 h 885825"/>
                <a:gd name="connsiteX3244" fmla="*/ 271463 w 504825"/>
                <a:gd name="connsiteY3244" fmla="*/ 346996 h 885825"/>
                <a:gd name="connsiteX3245" fmla="*/ 271653 w 504825"/>
                <a:gd name="connsiteY3245" fmla="*/ 347567 h 885825"/>
                <a:gd name="connsiteX3246" fmla="*/ 271939 w 504825"/>
                <a:gd name="connsiteY3246" fmla="*/ 348043 h 885825"/>
                <a:gd name="connsiteX3247" fmla="*/ 272701 w 504825"/>
                <a:gd name="connsiteY3247" fmla="*/ 348234 h 885825"/>
                <a:gd name="connsiteX3248" fmla="*/ 274130 w 504825"/>
                <a:gd name="connsiteY3248" fmla="*/ 348520 h 885825"/>
                <a:gd name="connsiteX3249" fmla="*/ 278511 w 504825"/>
                <a:gd name="connsiteY3249" fmla="*/ 351473 h 885825"/>
                <a:gd name="connsiteX3250" fmla="*/ 254508 w 504825"/>
                <a:gd name="connsiteY3250" fmla="*/ 394240 h 885825"/>
                <a:gd name="connsiteX3251" fmla="*/ 255365 w 504825"/>
                <a:gd name="connsiteY3251" fmla="*/ 395097 h 885825"/>
                <a:gd name="connsiteX3252" fmla="*/ 255937 w 504825"/>
                <a:gd name="connsiteY3252" fmla="*/ 396050 h 885825"/>
                <a:gd name="connsiteX3253" fmla="*/ 256699 w 504825"/>
                <a:gd name="connsiteY3253" fmla="*/ 396907 h 885825"/>
                <a:gd name="connsiteX3254" fmla="*/ 258413 w 504825"/>
                <a:gd name="connsiteY3254" fmla="*/ 397383 h 885825"/>
                <a:gd name="connsiteX3255" fmla="*/ 258985 w 504825"/>
                <a:gd name="connsiteY3255" fmla="*/ 397669 h 885825"/>
                <a:gd name="connsiteX3256" fmla="*/ 259556 w 504825"/>
                <a:gd name="connsiteY3256" fmla="*/ 398050 h 885825"/>
                <a:gd name="connsiteX3257" fmla="*/ 260604 w 504825"/>
                <a:gd name="connsiteY3257" fmla="*/ 399002 h 885825"/>
                <a:gd name="connsiteX3258" fmla="*/ 261175 w 504825"/>
                <a:gd name="connsiteY3258" fmla="*/ 399193 h 885825"/>
                <a:gd name="connsiteX3259" fmla="*/ 261747 w 504825"/>
                <a:gd name="connsiteY3259" fmla="*/ 399288 h 885825"/>
                <a:gd name="connsiteX3260" fmla="*/ 262414 w 504825"/>
                <a:gd name="connsiteY3260" fmla="*/ 399478 h 885825"/>
                <a:gd name="connsiteX3261" fmla="*/ 263080 w 504825"/>
                <a:gd name="connsiteY3261" fmla="*/ 399859 h 885825"/>
                <a:gd name="connsiteX3262" fmla="*/ 264985 w 504825"/>
                <a:gd name="connsiteY3262" fmla="*/ 401574 h 885825"/>
                <a:gd name="connsiteX3263" fmla="*/ 265176 w 504825"/>
                <a:gd name="connsiteY3263" fmla="*/ 401669 h 885825"/>
                <a:gd name="connsiteX3264" fmla="*/ 266224 w 504825"/>
                <a:gd name="connsiteY3264" fmla="*/ 401669 h 885825"/>
                <a:gd name="connsiteX3265" fmla="*/ 266890 w 504825"/>
                <a:gd name="connsiteY3265" fmla="*/ 402050 h 885825"/>
                <a:gd name="connsiteX3266" fmla="*/ 267748 w 504825"/>
                <a:gd name="connsiteY3266" fmla="*/ 402812 h 885825"/>
                <a:gd name="connsiteX3267" fmla="*/ 268510 w 504825"/>
                <a:gd name="connsiteY3267" fmla="*/ 403098 h 885825"/>
                <a:gd name="connsiteX3268" fmla="*/ 268796 w 504825"/>
                <a:gd name="connsiteY3268" fmla="*/ 402050 h 885825"/>
                <a:gd name="connsiteX3269" fmla="*/ 270510 w 504825"/>
                <a:gd name="connsiteY3269" fmla="*/ 403384 h 885825"/>
                <a:gd name="connsiteX3270" fmla="*/ 271843 w 504825"/>
                <a:gd name="connsiteY3270" fmla="*/ 404908 h 885825"/>
                <a:gd name="connsiteX3271" fmla="*/ 274701 w 504825"/>
                <a:gd name="connsiteY3271" fmla="*/ 409480 h 885825"/>
                <a:gd name="connsiteX3272" fmla="*/ 275082 w 504825"/>
                <a:gd name="connsiteY3272" fmla="*/ 409956 h 885825"/>
                <a:gd name="connsiteX3273" fmla="*/ 275368 w 504825"/>
                <a:gd name="connsiteY3273" fmla="*/ 410432 h 885825"/>
                <a:gd name="connsiteX3274" fmla="*/ 275558 w 504825"/>
                <a:gd name="connsiteY3274" fmla="*/ 411385 h 885825"/>
                <a:gd name="connsiteX3275" fmla="*/ 275749 w 504825"/>
                <a:gd name="connsiteY3275" fmla="*/ 411861 h 885825"/>
                <a:gd name="connsiteX3276" fmla="*/ 276511 w 504825"/>
                <a:gd name="connsiteY3276" fmla="*/ 412337 h 885825"/>
                <a:gd name="connsiteX3277" fmla="*/ 278321 w 504825"/>
                <a:gd name="connsiteY3277" fmla="*/ 412433 h 885825"/>
                <a:gd name="connsiteX3278" fmla="*/ 279273 w 504825"/>
                <a:gd name="connsiteY3278" fmla="*/ 412718 h 885825"/>
                <a:gd name="connsiteX3279" fmla="*/ 279273 w 504825"/>
                <a:gd name="connsiteY3279" fmla="*/ 413480 h 885825"/>
                <a:gd name="connsiteX3280" fmla="*/ 282416 w 504825"/>
                <a:gd name="connsiteY3280" fmla="*/ 413480 h 885825"/>
                <a:gd name="connsiteX3281" fmla="*/ 283273 w 504825"/>
                <a:gd name="connsiteY3281" fmla="*/ 414433 h 885825"/>
                <a:gd name="connsiteX3282" fmla="*/ 283655 w 504825"/>
                <a:gd name="connsiteY3282" fmla="*/ 415195 h 885825"/>
                <a:gd name="connsiteX3283" fmla="*/ 285179 w 504825"/>
                <a:gd name="connsiteY3283" fmla="*/ 415766 h 885825"/>
                <a:gd name="connsiteX3284" fmla="*/ 285559 w 504825"/>
                <a:gd name="connsiteY3284" fmla="*/ 416242 h 885825"/>
                <a:gd name="connsiteX3285" fmla="*/ 286607 w 504825"/>
                <a:gd name="connsiteY3285" fmla="*/ 417195 h 885825"/>
                <a:gd name="connsiteX3286" fmla="*/ 286798 w 504825"/>
                <a:gd name="connsiteY3286" fmla="*/ 417576 h 885825"/>
                <a:gd name="connsiteX3287" fmla="*/ 286893 w 504825"/>
                <a:gd name="connsiteY3287" fmla="*/ 418243 h 885825"/>
                <a:gd name="connsiteX3288" fmla="*/ 286988 w 504825"/>
                <a:gd name="connsiteY3288" fmla="*/ 418624 h 885825"/>
                <a:gd name="connsiteX3289" fmla="*/ 292132 w 504825"/>
                <a:gd name="connsiteY3289" fmla="*/ 425482 h 885825"/>
                <a:gd name="connsiteX3290" fmla="*/ 293084 w 504825"/>
                <a:gd name="connsiteY3290" fmla="*/ 428625 h 885825"/>
                <a:gd name="connsiteX3291" fmla="*/ 292989 w 504825"/>
                <a:gd name="connsiteY3291" fmla="*/ 429482 h 885825"/>
                <a:gd name="connsiteX3292" fmla="*/ 292417 w 504825"/>
                <a:gd name="connsiteY3292" fmla="*/ 431387 h 885825"/>
                <a:gd name="connsiteX3293" fmla="*/ 292322 w 504825"/>
                <a:gd name="connsiteY3293" fmla="*/ 432435 h 885825"/>
                <a:gd name="connsiteX3294" fmla="*/ 295751 w 504825"/>
                <a:gd name="connsiteY3294" fmla="*/ 435388 h 885825"/>
                <a:gd name="connsiteX3295" fmla="*/ 296704 w 504825"/>
                <a:gd name="connsiteY3295" fmla="*/ 435959 h 885825"/>
                <a:gd name="connsiteX3296" fmla="*/ 297561 w 504825"/>
                <a:gd name="connsiteY3296" fmla="*/ 435769 h 885825"/>
                <a:gd name="connsiteX3297" fmla="*/ 298894 w 504825"/>
                <a:gd name="connsiteY3297" fmla="*/ 435197 h 885825"/>
                <a:gd name="connsiteX3298" fmla="*/ 300133 w 504825"/>
                <a:gd name="connsiteY3298" fmla="*/ 434531 h 885825"/>
                <a:gd name="connsiteX3299" fmla="*/ 300704 w 504825"/>
                <a:gd name="connsiteY3299" fmla="*/ 433959 h 885825"/>
                <a:gd name="connsiteX3300" fmla="*/ 300895 w 504825"/>
                <a:gd name="connsiteY3300" fmla="*/ 433578 h 885825"/>
                <a:gd name="connsiteX3301" fmla="*/ 301371 w 504825"/>
                <a:gd name="connsiteY3301" fmla="*/ 433387 h 885825"/>
                <a:gd name="connsiteX3302" fmla="*/ 301847 w 504825"/>
                <a:gd name="connsiteY3302" fmla="*/ 433197 h 885825"/>
                <a:gd name="connsiteX3303" fmla="*/ 302133 w 504825"/>
                <a:gd name="connsiteY3303" fmla="*/ 433007 h 885825"/>
                <a:gd name="connsiteX3304" fmla="*/ 302228 w 504825"/>
                <a:gd name="connsiteY3304" fmla="*/ 432530 h 885825"/>
                <a:gd name="connsiteX3305" fmla="*/ 302228 w 504825"/>
                <a:gd name="connsiteY3305" fmla="*/ 431864 h 885825"/>
                <a:gd name="connsiteX3306" fmla="*/ 302133 w 504825"/>
                <a:gd name="connsiteY3306" fmla="*/ 430720 h 885825"/>
                <a:gd name="connsiteX3307" fmla="*/ 301942 w 504825"/>
                <a:gd name="connsiteY3307" fmla="*/ 430340 h 885825"/>
                <a:gd name="connsiteX3308" fmla="*/ 301657 w 504825"/>
                <a:gd name="connsiteY3308" fmla="*/ 429959 h 885825"/>
                <a:gd name="connsiteX3309" fmla="*/ 301466 w 504825"/>
                <a:gd name="connsiteY3309" fmla="*/ 429577 h 885825"/>
                <a:gd name="connsiteX3310" fmla="*/ 301371 w 504825"/>
                <a:gd name="connsiteY3310" fmla="*/ 429006 h 885825"/>
                <a:gd name="connsiteX3311" fmla="*/ 301371 w 504825"/>
                <a:gd name="connsiteY3311" fmla="*/ 426815 h 885825"/>
                <a:gd name="connsiteX3312" fmla="*/ 301180 w 504825"/>
                <a:gd name="connsiteY3312" fmla="*/ 424815 h 885825"/>
                <a:gd name="connsiteX3313" fmla="*/ 300704 w 504825"/>
                <a:gd name="connsiteY3313" fmla="*/ 422624 h 885825"/>
                <a:gd name="connsiteX3314" fmla="*/ 300228 w 504825"/>
                <a:gd name="connsiteY3314" fmla="*/ 421576 h 885825"/>
                <a:gd name="connsiteX3315" fmla="*/ 299656 w 504825"/>
                <a:gd name="connsiteY3315" fmla="*/ 420624 h 885825"/>
                <a:gd name="connsiteX3316" fmla="*/ 297371 w 504825"/>
                <a:gd name="connsiteY3316" fmla="*/ 417862 h 885825"/>
                <a:gd name="connsiteX3317" fmla="*/ 296037 w 504825"/>
                <a:gd name="connsiteY3317" fmla="*/ 415766 h 885825"/>
                <a:gd name="connsiteX3318" fmla="*/ 295751 w 504825"/>
                <a:gd name="connsiteY3318" fmla="*/ 414909 h 885825"/>
                <a:gd name="connsiteX3319" fmla="*/ 297942 w 504825"/>
                <a:gd name="connsiteY3319" fmla="*/ 416624 h 885825"/>
                <a:gd name="connsiteX3320" fmla="*/ 299180 w 504825"/>
                <a:gd name="connsiteY3320" fmla="*/ 417195 h 885825"/>
                <a:gd name="connsiteX3321" fmla="*/ 299371 w 504825"/>
                <a:gd name="connsiteY3321" fmla="*/ 416338 h 885825"/>
                <a:gd name="connsiteX3322" fmla="*/ 298609 w 504825"/>
                <a:gd name="connsiteY3322" fmla="*/ 415481 h 885825"/>
                <a:gd name="connsiteX3323" fmla="*/ 294799 w 504825"/>
                <a:gd name="connsiteY3323" fmla="*/ 413194 h 885825"/>
                <a:gd name="connsiteX3324" fmla="*/ 292798 w 504825"/>
                <a:gd name="connsiteY3324" fmla="*/ 411290 h 885825"/>
                <a:gd name="connsiteX3325" fmla="*/ 292036 w 504825"/>
                <a:gd name="connsiteY3325" fmla="*/ 410147 h 885825"/>
                <a:gd name="connsiteX3326" fmla="*/ 291751 w 504825"/>
                <a:gd name="connsiteY3326" fmla="*/ 408813 h 885825"/>
                <a:gd name="connsiteX3327" fmla="*/ 291465 w 504825"/>
                <a:gd name="connsiteY3327" fmla="*/ 406432 h 885825"/>
                <a:gd name="connsiteX3328" fmla="*/ 291751 w 504825"/>
                <a:gd name="connsiteY3328" fmla="*/ 405384 h 885825"/>
                <a:gd name="connsiteX3329" fmla="*/ 292894 w 504825"/>
                <a:gd name="connsiteY3329" fmla="*/ 405670 h 885825"/>
                <a:gd name="connsiteX3330" fmla="*/ 292417 w 504825"/>
                <a:gd name="connsiteY3330" fmla="*/ 403765 h 885825"/>
                <a:gd name="connsiteX3331" fmla="*/ 292322 w 504825"/>
                <a:gd name="connsiteY3331" fmla="*/ 402622 h 885825"/>
                <a:gd name="connsiteX3332" fmla="*/ 292608 w 504825"/>
                <a:gd name="connsiteY3332" fmla="*/ 401860 h 885825"/>
                <a:gd name="connsiteX3333" fmla="*/ 292608 w 504825"/>
                <a:gd name="connsiteY3333" fmla="*/ 401193 h 885825"/>
                <a:gd name="connsiteX3334" fmla="*/ 292132 w 504825"/>
                <a:gd name="connsiteY3334" fmla="*/ 400241 h 885825"/>
                <a:gd name="connsiteX3335" fmla="*/ 289560 w 504825"/>
                <a:gd name="connsiteY3335" fmla="*/ 396526 h 885825"/>
                <a:gd name="connsiteX3336" fmla="*/ 289369 w 504825"/>
                <a:gd name="connsiteY3336" fmla="*/ 396145 h 885825"/>
                <a:gd name="connsiteX3337" fmla="*/ 288703 w 504825"/>
                <a:gd name="connsiteY3337" fmla="*/ 395859 h 885825"/>
                <a:gd name="connsiteX3338" fmla="*/ 288036 w 504825"/>
                <a:gd name="connsiteY3338" fmla="*/ 395192 h 885825"/>
                <a:gd name="connsiteX3339" fmla="*/ 287655 w 504825"/>
                <a:gd name="connsiteY3339" fmla="*/ 394335 h 885825"/>
                <a:gd name="connsiteX3340" fmla="*/ 287846 w 504825"/>
                <a:gd name="connsiteY3340" fmla="*/ 393573 h 885825"/>
                <a:gd name="connsiteX3341" fmla="*/ 288798 w 504825"/>
                <a:gd name="connsiteY3341" fmla="*/ 394430 h 885825"/>
                <a:gd name="connsiteX3342" fmla="*/ 290131 w 504825"/>
                <a:gd name="connsiteY3342" fmla="*/ 394907 h 885825"/>
                <a:gd name="connsiteX3343" fmla="*/ 293084 w 504825"/>
                <a:gd name="connsiteY3343" fmla="*/ 395097 h 885825"/>
                <a:gd name="connsiteX3344" fmla="*/ 294227 w 504825"/>
                <a:gd name="connsiteY3344" fmla="*/ 393668 h 885825"/>
                <a:gd name="connsiteX3345" fmla="*/ 294418 w 504825"/>
                <a:gd name="connsiteY3345" fmla="*/ 393764 h 885825"/>
                <a:gd name="connsiteX3346" fmla="*/ 294513 w 504825"/>
                <a:gd name="connsiteY3346" fmla="*/ 394049 h 885825"/>
                <a:gd name="connsiteX3347" fmla="*/ 295180 w 504825"/>
                <a:gd name="connsiteY3347" fmla="*/ 394811 h 885825"/>
                <a:gd name="connsiteX3348" fmla="*/ 295370 w 504825"/>
                <a:gd name="connsiteY3348" fmla="*/ 395287 h 885825"/>
                <a:gd name="connsiteX3349" fmla="*/ 296037 w 504825"/>
                <a:gd name="connsiteY3349" fmla="*/ 394907 h 885825"/>
                <a:gd name="connsiteX3350" fmla="*/ 296323 w 504825"/>
                <a:gd name="connsiteY3350" fmla="*/ 395383 h 885825"/>
                <a:gd name="connsiteX3351" fmla="*/ 296418 w 504825"/>
                <a:gd name="connsiteY3351" fmla="*/ 396145 h 885825"/>
                <a:gd name="connsiteX3352" fmla="*/ 296608 w 504825"/>
                <a:gd name="connsiteY3352" fmla="*/ 396526 h 885825"/>
                <a:gd name="connsiteX3353" fmla="*/ 297275 w 504825"/>
                <a:gd name="connsiteY3353" fmla="*/ 396621 h 885825"/>
                <a:gd name="connsiteX3354" fmla="*/ 297942 w 504825"/>
                <a:gd name="connsiteY3354" fmla="*/ 396907 h 885825"/>
                <a:gd name="connsiteX3355" fmla="*/ 298609 w 504825"/>
                <a:gd name="connsiteY3355" fmla="*/ 397288 h 885825"/>
                <a:gd name="connsiteX3356" fmla="*/ 300228 w 504825"/>
                <a:gd name="connsiteY3356" fmla="*/ 398907 h 885825"/>
                <a:gd name="connsiteX3357" fmla="*/ 300418 w 504825"/>
                <a:gd name="connsiteY3357" fmla="*/ 399383 h 885825"/>
                <a:gd name="connsiteX3358" fmla="*/ 300133 w 504825"/>
                <a:gd name="connsiteY3358" fmla="*/ 399764 h 885825"/>
                <a:gd name="connsiteX3359" fmla="*/ 299752 w 504825"/>
                <a:gd name="connsiteY3359" fmla="*/ 400050 h 885825"/>
                <a:gd name="connsiteX3360" fmla="*/ 299656 w 504825"/>
                <a:gd name="connsiteY3360" fmla="*/ 400241 h 885825"/>
                <a:gd name="connsiteX3361" fmla="*/ 300228 w 504825"/>
                <a:gd name="connsiteY3361" fmla="*/ 400907 h 885825"/>
                <a:gd name="connsiteX3362" fmla="*/ 300895 w 504825"/>
                <a:gd name="connsiteY3362" fmla="*/ 401288 h 885825"/>
                <a:gd name="connsiteX3363" fmla="*/ 301561 w 504825"/>
                <a:gd name="connsiteY3363" fmla="*/ 401193 h 885825"/>
                <a:gd name="connsiteX3364" fmla="*/ 302228 w 504825"/>
                <a:gd name="connsiteY3364" fmla="*/ 400622 h 885825"/>
                <a:gd name="connsiteX3365" fmla="*/ 302705 w 504825"/>
                <a:gd name="connsiteY3365" fmla="*/ 401002 h 885825"/>
                <a:gd name="connsiteX3366" fmla="*/ 304800 w 504825"/>
                <a:gd name="connsiteY3366" fmla="*/ 401384 h 885825"/>
                <a:gd name="connsiteX3367" fmla="*/ 305562 w 504825"/>
                <a:gd name="connsiteY3367" fmla="*/ 401765 h 885825"/>
                <a:gd name="connsiteX3368" fmla="*/ 306324 w 504825"/>
                <a:gd name="connsiteY3368" fmla="*/ 402336 h 885825"/>
                <a:gd name="connsiteX3369" fmla="*/ 306610 w 504825"/>
                <a:gd name="connsiteY3369" fmla="*/ 402812 h 885825"/>
                <a:gd name="connsiteX3370" fmla="*/ 305943 w 504825"/>
                <a:gd name="connsiteY3370" fmla="*/ 402812 h 885825"/>
                <a:gd name="connsiteX3371" fmla="*/ 305657 w 504825"/>
                <a:gd name="connsiteY3371" fmla="*/ 403193 h 885825"/>
                <a:gd name="connsiteX3372" fmla="*/ 305943 w 504825"/>
                <a:gd name="connsiteY3372" fmla="*/ 403574 h 885825"/>
                <a:gd name="connsiteX3373" fmla="*/ 305943 w 504825"/>
                <a:gd name="connsiteY3373" fmla="*/ 403193 h 885825"/>
                <a:gd name="connsiteX3374" fmla="*/ 307562 w 504825"/>
                <a:gd name="connsiteY3374" fmla="*/ 403955 h 885825"/>
                <a:gd name="connsiteX3375" fmla="*/ 308800 w 504825"/>
                <a:gd name="connsiteY3375" fmla="*/ 405003 h 885825"/>
                <a:gd name="connsiteX3376" fmla="*/ 311372 w 504825"/>
                <a:gd name="connsiteY3376" fmla="*/ 407860 h 885825"/>
                <a:gd name="connsiteX3377" fmla="*/ 308896 w 504825"/>
                <a:gd name="connsiteY3377" fmla="*/ 410051 h 885825"/>
                <a:gd name="connsiteX3378" fmla="*/ 309658 w 504825"/>
                <a:gd name="connsiteY3378" fmla="*/ 410718 h 885825"/>
                <a:gd name="connsiteX3379" fmla="*/ 311277 w 504825"/>
                <a:gd name="connsiteY3379" fmla="*/ 412623 h 885825"/>
                <a:gd name="connsiteX3380" fmla="*/ 312039 w 504825"/>
                <a:gd name="connsiteY3380" fmla="*/ 413004 h 885825"/>
                <a:gd name="connsiteX3381" fmla="*/ 312706 w 504825"/>
                <a:gd name="connsiteY3381" fmla="*/ 413290 h 885825"/>
                <a:gd name="connsiteX3382" fmla="*/ 315944 w 504825"/>
                <a:gd name="connsiteY3382" fmla="*/ 415671 h 885825"/>
                <a:gd name="connsiteX3383" fmla="*/ 317182 w 504825"/>
                <a:gd name="connsiteY3383" fmla="*/ 416909 h 885825"/>
                <a:gd name="connsiteX3384" fmla="*/ 317659 w 504825"/>
                <a:gd name="connsiteY3384" fmla="*/ 417195 h 885825"/>
                <a:gd name="connsiteX3385" fmla="*/ 318421 w 504825"/>
                <a:gd name="connsiteY3385" fmla="*/ 417290 h 885825"/>
                <a:gd name="connsiteX3386" fmla="*/ 319659 w 504825"/>
                <a:gd name="connsiteY3386" fmla="*/ 417767 h 885825"/>
                <a:gd name="connsiteX3387" fmla="*/ 320516 w 504825"/>
                <a:gd name="connsiteY3387" fmla="*/ 417862 h 885825"/>
                <a:gd name="connsiteX3388" fmla="*/ 322040 w 504825"/>
                <a:gd name="connsiteY3388" fmla="*/ 418243 h 885825"/>
                <a:gd name="connsiteX3389" fmla="*/ 324802 w 504825"/>
                <a:gd name="connsiteY3389" fmla="*/ 420052 h 885825"/>
                <a:gd name="connsiteX3390" fmla="*/ 326326 w 504825"/>
                <a:gd name="connsiteY3390" fmla="*/ 420434 h 885825"/>
                <a:gd name="connsiteX3391" fmla="*/ 327565 w 504825"/>
                <a:gd name="connsiteY3391" fmla="*/ 421100 h 885825"/>
                <a:gd name="connsiteX3392" fmla="*/ 328517 w 504825"/>
                <a:gd name="connsiteY3392" fmla="*/ 422624 h 885825"/>
                <a:gd name="connsiteX3393" fmla="*/ 328993 w 504825"/>
                <a:gd name="connsiteY3393" fmla="*/ 424434 h 885825"/>
                <a:gd name="connsiteX3394" fmla="*/ 328708 w 504825"/>
                <a:gd name="connsiteY3394" fmla="*/ 425958 h 885825"/>
                <a:gd name="connsiteX3395" fmla="*/ 330136 w 504825"/>
                <a:gd name="connsiteY3395" fmla="*/ 427482 h 885825"/>
                <a:gd name="connsiteX3396" fmla="*/ 330327 w 504825"/>
                <a:gd name="connsiteY3396" fmla="*/ 427958 h 885825"/>
                <a:gd name="connsiteX3397" fmla="*/ 330613 w 504825"/>
                <a:gd name="connsiteY3397" fmla="*/ 428816 h 885825"/>
                <a:gd name="connsiteX3398" fmla="*/ 330803 w 504825"/>
                <a:gd name="connsiteY3398" fmla="*/ 429292 h 885825"/>
                <a:gd name="connsiteX3399" fmla="*/ 331660 w 504825"/>
                <a:gd name="connsiteY3399" fmla="*/ 430244 h 885825"/>
                <a:gd name="connsiteX3400" fmla="*/ 333661 w 504825"/>
                <a:gd name="connsiteY3400" fmla="*/ 431578 h 885825"/>
                <a:gd name="connsiteX3401" fmla="*/ 334518 w 504825"/>
                <a:gd name="connsiteY3401" fmla="*/ 432530 h 885825"/>
                <a:gd name="connsiteX3402" fmla="*/ 334708 w 504825"/>
                <a:gd name="connsiteY3402" fmla="*/ 434531 h 885825"/>
                <a:gd name="connsiteX3403" fmla="*/ 333375 w 504825"/>
                <a:gd name="connsiteY3403" fmla="*/ 438722 h 885825"/>
                <a:gd name="connsiteX3404" fmla="*/ 334137 w 504825"/>
                <a:gd name="connsiteY3404" fmla="*/ 440626 h 885825"/>
                <a:gd name="connsiteX3405" fmla="*/ 333661 w 504825"/>
                <a:gd name="connsiteY3405" fmla="*/ 441293 h 885825"/>
                <a:gd name="connsiteX3406" fmla="*/ 333851 w 504825"/>
                <a:gd name="connsiteY3406" fmla="*/ 442246 h 885825"/>
                <a:gd name="connsiteX3407" fmla="*/ 334327 w 504825"/>
                <a:gd name="connsiteY3407" fmla="*/ 443198 h 885825"/>
                <a:gd name="connsiteX3408" fmla="*/ 334613 w 504825"/>
                <a:gd name="connsiteY3408" fmla="*/ 444056 h 885825"/>
                <a:gd name="connsiteX3409" fmla="*/ 335089 w 504825"/>
                <a:gd name="connsiteY3409" fmla="*/ 444436 h 885825"/>
                <a:gd name="connsiteX3410" fmla="*/ 336137 w 504825"/>
                <a:gd name="connsiteY3410" fmla="*/ 444056 h 885825"/>
                <a:gd name="connsiteX3411" fmla="*/ 337852 w 504825"/>
                <a:gd name="connsiteY3411" fmla="*/ 443103 h 885825"/>
                <a:gd name="connsiteX3412" fmla="*/ 339090 w 504825"/>
                <a:gd name="connsiteY3412" fmla="*/ 442722 h 885825"/>
                <a:gd name="connsiteX3413" fmla="*/ 339947 w 504825"/>
                <a:gd name="connsiteY3413" fmla="*/ 442722 h 885825"/>
                <a:gd name="connsiteX3414" fmla="*/ 340805 w 504825"/>
                <a:gd name="connsiteY3414" fmla="*/ 442912 h 885825"/>
                <a:gd name="connsiteX3415" fmla="*/ 341947 w 504825"/>
                <a:gd name="connsiteY3415" fmla="*/ 443008 h 885825"/>
                <a:gd name="connsiteX3416" fmla="*/ 342424 w 504825"/>
                <a:gd name="connsiteY3416" fmla="*/ 443389 h 885825"/>
                <a:gd name="connsiteX3417" fmla="*/ 343376 w 504825"/>
                <a:gd name="connsiteY3417" fmla="*/ 445199 h 885825"/>
                <a:gd name="connsiteX3418" fmla="*/ 344424 w 504825"/>
                <a:gd name="connsiteY3418" fmla="*/ 445770 h 885825"/>
                <a:gd name="connsiteX3419" fmla="*/ 345186 w 504825"/>
                <a:gd name="connsiteY3419" fmla="*/ 446913 h 885825"/>
                <a:gd name="connsiteX3420" fmla="*/ 345662 w 504825"/>
                <a:gd name="connsiteY3420" fmla="*/ 447389 h 885825"/>
                <a:gd name="connsiteX3421" fmla="*/ 346043 w 504825"/>
                <a:gd name="connsiteY3421" fmla="*/ 447580 h 885825"/>
                <a:gd name="connsiteX3422" fmla="*/ 346519 w 504825"/>
                <a:gd name="connsiteY3422" fmla="*/ 447675 h 885825"/>
                <a:gd name="connsiteX3423" fmla="*/ 347091 w 504825"/>
                <a:gd name="connsiteY3423" fmla="*/ 447866 h 885825"/>
                <a:gd name="connsiteX3424" fmla="*/ 348139 w 504825"/>
                <a:gd name="connsiteY3424" fmla="*/ 448437 h 885825"/>
                <a:gd name="connsiteX3425" fmla="*/ 348805 w 504825"/>
                <a:gd name="connsiteY3425" fmla="*/ 449009 h 885825"/>
                <a:gd name="connsiteX3426" fmla="*/ 350234 w 504825"/>
                <a:gd name="connsiteY3426" fmla="*/ 450723 h 885825"/>
                <a:gd name="connsiteX3427" fmla="*/ 350615 w 504825"/>
                <a:gd name="connsiteY3427" fmla="*/ 450914 h 885825"/>
                <a:gd name="connsiteX3428" fmla="*/ 351187 w 504825"/>
                <a:gd name="connsiteY3428" fmla="*/ 451104 h 885825"/>
                <a:gd name="connsiteX3429" fmla="*/ 352044 w 504825"/>
                <a:gd name="connsiteY3429" fmla="*/ 451294 h 885825"/>
                <a:gd name="connsiteX3430" fmla="*/ 352711 w 504825"/>
                <a:gd name="connsiteY3430" fmla="*/ 451294 h 885825"/>
                <a:gd name="connsiteX3431" fmla="*/ 352901 w 504825"/>
                <a:gd name="connsiteY3431" fmla="*/ 451294 h 885825"/>
                <a:gd name="connsiteX3432" fmla="*/ 352901 w 504825"/>
                <a:gd name="connsiteY3432" fmla="*/ 451104 h 885825"/>
                <a:gd name="connsiteX3433" fmla="*/ 353282 w 504825"/>
                <a:gd name="connsiteY3433" fmla="*/ 450533 h 885825"/>
                <a:gd name="connsiteX3434" fmla="*/ 353473 w 504825"/>
                <a:gd name="connsiteY3434" fmla="*/ 450056 h 885825"/>
                <a:gd name="connsiteX3435" fmla="*/ 353568 w 504825"/>
                <a:gd name="connsiteY3435" fmla="*/ 449580 h 885825"/>
                <a:gd name="connsiteX3436" fmla="*/ 353854 w 504825"/>
                <a:gd name="connsiteY3436" fmla="*/ 449199 h 885825"/>
                <a:gd name="connsiteX3437" fmla="*/ 354521 w 504825"/>
                <a:gd name="connsiteY3437" fmla="*/ 449009 h 885825"/>
                <a:gd name="connsiteX3438" fmla="*/ 355092 w 504825"/>
                <a:gd name="connsiteY3438" fmla="*/ 449009 h 885825"/>
                <a:gd name="connsiteX3439" fmla="*/ 355473 w 504825"/>
                <a:gd name="connsiteY3439" fmla="*/ 448818 h 885825"/>
                <a:gd name="connsiteX3440" fmla="*/ 355759 w 504825"/>
                <a:gd name="connsiteY3440" fmla="*/ 449009 h 885825"/>
                <a:gd name="connsiteX3441" fmla="*/ 354901 w 504825"/>
                <a:gd name="connsiteY3441" fmla="*/ 450151 h 885825"/>
                <a:gd name="connsiteX3442" fmla="*/ 354425 w 504825"/>
                <a:gd name="connsiteY3442" fmla="*/ 451294 h 885825"/>
                <a:gd name="connsiteX3443" fmla="*/ 355568 w 504825"/>
                <a:gd name="connsiteY3443" fmla="*/ 452342 h 885825"/>
                <a:gd name="connsiteX3444" fmla="*/ 355568 w 504825"/>
                <a:gd name="connsiteY3444" fmla="*/ 451771 h 885825"/>
                <a:gd name="connsiteX3445" fmla="*/ 355473 w 504825"/>
                <a:gd name="connsiteY3445" fmla="*/ 451390 h 885825"/>
                <a:gd name="connsiteX3446" fmla="*/ 355187 w 504825"/>
                <a:gd name="connsiteY3446" fmla="*/ 451104 h 885825"/>
                <a:gd name="connsiteX3447" fmla="*/ 355473 w 504825"/>
                <a:gd name="connsiteY3447" fmla="*/ 450914 h 885825"/>
                <a:gd name="connsiteX3448" fmla="*/ 356806 w 504825"/>
                <a:gd name="connsiteY3448" fmla="*/ 450818 h 885825"/>
                <a:gd name="connsiteX3449" fmla="*/ 357378 w 504825"/>
                <a:gd name="connsiteY3449" fmla="*/ 451009 h 885825"/>
                <a:gd name="connsiteX3450" fmla="*/ 357283 w 504825"/>
                <a:gd name="connsiteY3450" fmla="*/ 451390 h 885825"/>
                <a:gd name="connsiteX3451" fmla="*/ 356806 w 504825"/>
                <a:gd name="connsiteY3451" fmla="*/ 451771 h 885825"/>
                <a:gd name="connsiteX3452" fmla="*/ 356235 w 504825"/>
                <a:gd name="connsiteY3452" fmla="*/ 451961 h 885825"/>
                <a:gd name="connsiteX3453" fmla="*/ 356711 w 504825"/>
                <a:gd name="connsiteY3453" fmla="*/ 452723 h 885825"/>
                <a:gd name="connsiteX3454" fmla="*/ 356997 w 504825"/>
                <a:gd name="connsiteY3454" fmla="*/ 453485 h 885825"/>
                <a:gd name="connsiteX3455" fmla="*/ 357188 w 504825"/>
                <a:gd name="connsiteY3455" fmla="*/ 453390 h 885825"/>
                <a:gd name="connsiteX3456" fmla="*/ 357473 w 504825"/>
                <a:gd name="connsiteY3456" fmla="*/ 453200 h 885825"/>
                <a:gd name="connsiteX3457" fmla="*/ 357664 w 504825"/>
                <a:gd name="connsiteY3457" fmla="*/ 453104 h 885825"/>
                <a:gd name="connsiteX3458" fmla="*/ 358140 w 504825"/>
                <a:gd name="connsiteY3458" fmla="*/ 452818 h 885825"/>
                <a:gd name="connsiteX3459" fmla="*/ 358711 w 504825"/>
                <a:gd name="connsiteY3459" fmla="*/ 451866 h 885825"/>
                <a:gd name="connsiteX3460" fmla="*/ 358997 w 504825"/>
                <a:gd name="connsiteY3460" fmla="*/ 451675 h 885825"/>
                <a:gd name="connsiteX3461" fmla="*/ 359283 w 504825"/>
                <a:gd name="connsiteY3461" fmla="*/ 451771 h 885825"/>
                <a:gd name="connsiteX3462" fmla="*/ 359759 w 504825"/>
                <a:gd name="connsiteY3462" fmla="*/ 452247 h 885825"/>
                <a:gd name="connsiteX3463" fmla="*/ 360045 w 504825"/>
                <a:gd name="connsiteY3463" fmla="*/ 452342 h 885825"/>
                <a:gd name="connsiteX3464" fmla="*/ 360331 w 504825"/>
                <a:gd name="connsiteY3464" fmla="*/ 452247 h 885825"/>
                <a:gd name="connsiteX3465" fmla="*/ 360807 w 504825"/>
                <a:gd name="connsiteY3465" fmla="*/ 451961 h 885825"/>
                <a:gd name="connsiteX3466" fmla="*/ 362045 w 504825"/>
                <a:gd name="connsiteY3466" fmla="*/ 451675 h 885825"/>
                <a:gd name="connsiteX3467" fmla="*/ 362902 w 504825"/>
                <a:gd name="connsiteY3467" fmla="*/ 451104 h 885825"/>
                <a:gd name="connsiteX3468" fmla="*/ 364141 w 504825"/>
                <a:gd name="connsiteY3468" fmla="*/ 449770 h 885825"/>
                <a:gd name="connsiteX3469" fmla="*/ 364426 w 504825"/>
                <a:gd name="connsiteY3469" fmla="*/ 449009 h 885825"/>
                <a:gd name="connsiteX3470" fmla="*/ 364712 w 504825"/>
                <a:gd name="connsiteY3470" fmla="*/ 447866 h 885825"/>
                <a:gd name="connsiteX3471" fmla="*/ 365093 w 504825"/>
                <a:gd name="connsiteY3471" fmla="*/ 446818 h 885825"/>
                <a:gd name="connsiteX3472" fmla="*/ 365760 w 504825"/>
                <a:gd name="connsiteY3472" fmla="*/ 446342 h 885825"/>
                <a:gd name="connsiteX3473" fmla="*/ 366617 w 504825"/>
                <a:gd name="connsiteY3473" fmla="*/ 446532 h 885825"/>
                <a:gd name="connsiteX3474" fmla="*/ 368236 w 504825"/>
                <a:gd name="connsiteY3474" fmla="*/ 447294 h 885825"/>
                <a:gd name="connsiteX3475" fmla="*/ 369189 w 504825"/>
                <a:gd name="connsiteY3475" fmla="*/ 447484 h 885825"/>
                <a:gd name="connsiteX3476" fmla="*/ 371665 w 504825"/>
                <a:gd name="connsiteY3476" fmla="*/ 447103 h 885825"/>
                <a:gd name="connsiteX3477" fmla="*/ 372713 w 504825"/>
                <a:gd name="connsiteY3477" fmla="*/ 447389 h 885825"/>
                <a:gd name="connsiteX3478" fmla="*/ 373189 w 504825"/>
                <a:gd name="connsiteY3478" fmla="*/ 448723 h 885825"/>
                <a:gd name="connsiteX3479" fmla="*/ 372904 w 504825"/>
                <a:gd name="connsiteY3479" fmla="*/ 449770 h 885825"/>
                <a:gd name="connsiteX3480" fmla="*/ 372332 w 504825"/>
                <a:gd name="connsiteY3480" fmla="*/ 450723 h 885825"/>
                <a:gd name="connsiteX3481" fmla="*/ 371475 w 504825"/>
                <a:gd name="connsiteY3481" fmla="*/ 451485 h 885825"/>
                <a:gd name="connsiteX3482" fmla="*/ 370618 w 504825"/>
                <a:gd name="connsiteY3482" fmla="*/ 451866 h 885825"/>
                <a:gd name="connsiteX3483" fmla="*/ 370237 w 504825"/>
                <a:gd name="connsiteY3483" fmla="*/ 451771 h 885825"/>
                <a:gd name="connsiteX3484" fmla="*/ 369760 w 504825"/>
                <a:gd name="connsiteY3484" fmla="*/ 451580 h 885825"/>
                <a:gd name="connsiteX3485" fmla="*/ 369189 w 504825"/>
                <a:gd name="connsiteY3485" fmla="*/ 451485 h 885825"/>
                <a:gd name="connsiteX3486" fmla="*/ 368617 w 504825"/>
                <a:gd name="connsiteY3486" fmla="*/ 451771 h 885825"/>
                <a:gd name="connsiteX3487" fmla="*/ 368332 w 504825"/>
                <a:gd name="connsiteY3487" fmla="*/ 452247 h 885825"/>
                <a:gd name="connsiteX3488" fmla="*/ 368332 w 504825"/>
                <a:gd name="connsiteY3488" fmla="*/ 452818 h 885825"/>
                <a:gd name="connsiteX3489" fmla="*/ 368141 w 504825"/>
                <a:gd name="connsiteY3489" fmla="*/ 453200 h 885825"/>
                <a:gd name="connsiteX3490" fmla="*/ 367474 w 504825"/>
                <a:gd name="connsiteY3490" fmla="*/ 453390 h 885825"/>
                <a:gd name="connsiteX3491" fmla="*/ 366903 w 504825"/>
                <a:gd name="connsiteY3491" fmla="*/ 453485 h 885825"/>
                <a:gd name="connsiteX3492" fmla="*/ 366617 w 504825"/>
                <a:gd name="connsiteY3492" fmla="*/ 453581 h 885825"/>
                <a:gd name="connsiteX3493" fmla="*/ 366331 w 504825"/>
                <a:gd name="connsiteY3493" fmla="*/ 453581 h 885825"/>
                <a:gd name="connsiteX3494" fmla="*/ 365855 w 504825"/>
                <a:gd name="connsiteY3494" fmla="*/ 453390 h 885825"/>
                <a:gd name="connsiteX3495" fmla="*/ 365474 w 504825"/>
                <a:gd name="connsiteY3495" fmla="*/ 453104 h 885825"/>
                <a:gd name="connsiteX3496" fmla="*/ 364617 w 504825"/>
                <a:gd name="connsiteY3496" fmla="*/ 452247 h 885825"/>
                <a:gd name="connsiteX3497" fmla="*/ 364046 w 504825"/>
                <a:gd name="connsiteY3497" fmla="*/ 451961 h 885825"/>
                <a:gd name="connsiteX3498" fmla="*/ 363569 w 504825"/>
                <a:gd name="connsiteY3498" fmla="*/ 453009 h 885825"/>
                <a:gd name="connsiteX3499" fmla="*/ 362807 w 504825"/>
                <a:gd name="connsiteY3499" fmla="*/ 453771 h 885825"/>
                <a:gd name="connsiteX3500" fmla="*/ 361759 w 504825"/>
                <a:gd name="connsiteY3500" fmla="*/ 454152 h 885825"/>
                <a:gd name="connsiteX3501" fmla="*/ 360426 w 504825"/>
                <a:gd name="connsiteY3501" fmla="*/ 454152 h 885825"/>
                <a:gd name="connsiteX3502" fmla="*/ 361474 w 504825"/>
                <a:gd name="connsiteY3502" fmla="*/ 454819 h 885825"/>
                <a:gd name="connsiteX3503" fmla="*/ 362331 w 504825"/>
                <a:gd name="connsiteY3503" fmla="*/ 455200 h 885825"/>
                <a:gd name="connsiteX3504" fmla="*/ 362998 w 504825"/>
                <a:gd name="connsiteY3504" fmla="*/ 455771 h 885825"/>
                <a:gd name="connsiteX3505" fmla="*/ 363379 w 504825"/>
                <a:gd name="connsiteY3505" fmla="*/ 457105 h 885825"/>
                <a:gd name="connsiteX3506" fmla="*/ 363283 w 504825"/>
                <a:gd name="connsiteY3506" fmla="*/ 458248 h 885825"/>
                <a:gd name="connsiteX3507" fmla="*/ 363093 w 504825"/>
                <a:gd name="connsiteY3507" fmla="*/ 459295 h 885825"/>
                <a:gd name="connsiteX3508" fmla="*/ 363093 w 504825"/>
                <a:gd name="connsiteY3508" fmla="*/ 460343 h 885825"/>
                <a:gd name="connsiteX3509" fmla="*/ 364141 w 504825"/>
                <a:gd name="connsiteY3509" fmla="*/ 462343 h 885825"/>
                <a:gd name="connsiteX3510" fmla="*/ 364522 w 504825"/>
                <a:gd name="connsiteY3510" fmla="*/ 463391 h 885825"/>
                <a:gd name="connsiteX3511" fmla="*/ 364998 w 504825"/>
                <a:gd name="connsiteY3511" fmla="*/ 464153 h 885825"/>
                <a:gd name="connsiteX3512" fmla="*/ 366046 w 504825"/>
                <a:gd name="connsiteY3512" fmla="*/ 464629 h 885825"/>
                <a:gd name="connsiteX3513" fmla="*/ 366808 w 504825"/>
                <a:gd name="connsiteY3513" fmla="*/ 465487 h 885825"/>
                <a:gd name="connsiteX3514" fmla="*/ 367284 w 504825"/>
                <a:gd name="connsiteY3514" fmla="*/ 465392 h 885825"/>
                <a:gd name="connsiteX3515" fmla="*/ 367665 w 504825"/>
                <a:gd name="connsiteY3515" fmla="*/ 465296 h 885825"/>
                <a:gd name="connsiteX3516" fmla="*/ 367855 w 504825"/>
                <a:gd name="connsiteY3516" fmla="*/ 465392 h 885825"/>
                <a:gd name="connsiteX3517" fmla="*/ 367760 w 504825"/>
                <a:gd name="connsiteY3517" fmla="*/ 465963 h 885825"/>
                <a:gd name="connsiteX3518" fmla="*/ 369284 w 504825"/>
                <a:gd name="connsiteY3518" fmla="*/ 468249 h 885825"/>
                <a:gd name="connsiteX3519" fmla="*/ 370522 w 504825"/>
                <a:gd name="connsiteY3519" fmla="*/ 469392 h 885825"/>
                <a:gd name="connsiteX3520" fmla="*/ 371951 w 504825"/>
                <a:gd name="connsiteY3520" fmla="*/ 469868 h 885825"/>
                <a:gd name="connsiteX3521" fmla="*/ 373666 w 504825"/>
                <a:gd name="connsiteY3521" fmla="*/ 469964 h 885825"/>
                <a:gd name="connsiteX3522" fmla="*/ 374332 w 504825"/>
                <a:gd name="connsiteY3522" fmla="*/ 469868 h 885825"/>
                <a:gd name="connsiteX3523" fmla="*/ 374904 w 504825"/>
                <a:gd name="connsiteY3523" fmla="*/ 469678 h 885825"/>
                <a:gd name="connsiteX3524" fmla="*/ 375761 w 504825"/>
                <a:gd name="connsiteY3524" fmla="*/ 469011 h 885825"/>
                <a:gd name="connsiteX3525" fmla="*/ 376428 w 504825"/>
                <a:gd name="connsiteY3525" fmla="*/ 468820 h 885825"/>
                <a:gd name="connsiteX3526" fmla="*/ 375952 w 504825"/>
                <a:gd name="connsiteY3526" fmla="*/ 467773 h 885825"/>
                <a:gd name="connsiteX3527" fmla="*/ 375666 w 504825"/>
                <a:gd name="connsiteY3527" fmla="*/ 467392 h 885825"/>
                <a:gd name="connsiteX3528" fmla="*/ 376428 w 504825"/>
                <a:gd name="connsiteY3528" fmla="*/ 466820 h 885825"/>
                <a:gd name="connsiteX3529" fmla="*/ 376523 w 504825"/>
                <a:gd name="connsiteY3529" fmla="*/ 466439 h 885825"/>
                <a:gd name="connsiteX3530" fmla="*/ 376238 w 504825"/>
                <a:gd name="connsiteY3530" fmla="*/ 465868 h 885825"/>
                <a:gd name="connsiteX3531" fmla="*/ 376047 w 504825"/>
                <a:gd name="connsiteY3531" fmla="*/ 464915 h 885825"/>
                <a:gd name="connsiteX3532" fmla="*/ 376428 w 504825"/>
                <a:gd name="connsiteY3532" fmla="*/ 464153 h 885825"/>
                <a:gd name="connsiteX3533" fmla="*/ 377952 w 504825"/>
                <a:gd name="connsiteY3533" fmla="*/ 463106 h 885825"/>
                <a:gd name="connsiteX3534" fmla="*/ 378333 w 504825"/>
                <a:gd name="connsiteY3534" fmla="*/ 462343 h 885825"/>
                <a:gd name="connsiteX3535" fmla="*/ 379095 w 504825"/>
                <a:gd name="connsiteY3535" fmla="*/ 455867 h 885825"/>
                <a:gd name="connsiteX3536" fmla="*/ 379095 w 504825"/>
                <a:gd name="connsiteY3536" fmla="*/ 454914 h 885825"/>
                <a:gd name="connsiteX3537" fmla="*/ 378619 w 504825"/>
                <a:gd name="connsiteY3537" fmla="*/ 451485 h 885825"/>
                <a:gd name="connsiteX3538" fmla="*/ 377857 w 504825"/>
                <a:gd name="connsiteY3538" fmla="*/ 450247 h 885825"/>
                <a:gd name="connsiteX3539" fmla="*/ 377666 w 504825"/>
                <a:gd name="connsiteY3539" fmla="*/ 449390 h 885825"/>
                <a:gd name="connsiteX3540" fmla="*/ 377761 w 504825"/>
                <a:gd name="connsiteY3540" fmla="*/ 448913 h 885825"/>
                <a:gd name="connsiteX3541" fmla="*/ 378714 w 504825"/>
                <a:gd name="connsiteY3541" fmla="*/ 447008 h 885825"/>
                <a:gd name="connsiteX3542" fmla="*/ 379190 w 504825"/>
                <a:gd name="connsiteY3542" fmla="*/ 445484 h 885825"/>
                <a:gd name="connsiteX3543" fmla="*/ 379571 w 504825"/>
                <a:gd name="connsiteY3543" fmla="*/ 444913 h 885825"/>
                <a:gd name="connsiteX3544" fmla="*/ 380238 w 504825"/>
                <a:gd name="connsiteY3544" fmla="*/ 444151 h 885825"/>
                <a:gd name="connsiteX3545" fmla="*/ 380905 w 504825"/>
                <a:gd name="connsiteY3545" fmla="*/ 444532 h 885825"/>
                <a:gd name="connsiteX3546" fmla="*/ 381381 w 504825"/>
                <a:gd name="connsiteY3546" fmla="*/ 443960 h 885825"/>
                <a:gd name="connsiteX3547" fmla="*/ 381476 w 504825"/>
                <a:gd name="connsiteY3547" fmla="*/ 442912 h 885825"/>
                <a:gd name="connsiteX3548" fmla="*/ 381286 w 504825"/>
                <a:gd name="connsiteY3548" fmla="*/ 441960 h 885825"/>
                <a:gd name="connsiteX3549" fmla="*/ 380714 w 504825"/>
                <a:gd name="connsiteY3549" fmla="*/ 441579 h 885825"/>
                <a:gd name="connsiteX3550" fmla="*/ 379476 w 504825"/>
                <a:gd name="connsiteY3550" fmla="*/ 441103 h 885825"/>
                <a:gd name="connsiteX3551" fmla="*/ 378238 w 504825"/>
                <a:gd name="connsiteY3551" fmla="*/ 440817 h 885825"/>
                <a:gd name="connsiteX3552" fmla="*/ 377666 w 504825"/>
                <a:gd name="connsiteY3552" fmla="*/ 441008 h 885825"/>
                <a:gd name="connsiteX3553" fmla="*/ 377476 w 504825"/>
                <a:gd name="connsiteY3553" fmla="*/ 441769 h 885825"/>
                <a:gd name="connsiteX3554" fmla="*/ 376333 w 504825"/>
                <a:gd name="connsiteY3554" fmla="*/ 444056 h 885825"/>
                <a:gd name="connsiteX3555" fmla="*/ 375856 w 504825"/>
                <a:gd name="connsiteY3555" fmla="*/ 444532 h 885825"/>
                <a:gd name="connsiteX3556" fmla="*/ 375285 w 504825"/>
                <a:gd name="connsiteY3556" fmla="*/ 444151 h 885825"/>
                <a:gd name="connsiteX3557" fmla="*/ 372999 w 504825"/>
                <a:gd name="connsiteY3557" fmla="*/ 442150 h 885825"/>
                <a:gd name="connsiteX3558" fmla="*/ 372713 w 504825"/>
                <a:gd name="connsiteY3558" fmla="*/ 441484 h 885825"/>
                <a:gd name="connsiteX3559" fmla="*/ 372046 w 504825"/>
                <a:gd name="connsiteY3559" fmla="*/ 440722 h 885825"/>
                <a:gd name="connsiteX3560" fmla="*/ 371189 w 504825"/>
                <a:gd name="connsiteY3560" fmla="*/ 440055 h 885825"/>
                <a:gd name="connsiteX3561" fmla="*/ 370522 w 504825"/>
                <a:gd name="connsiteY3561" fmla="*/ 439674 h 885825"/>
                <a:gd name="connsiteX3562" fmla="*/ 368617 w 504825"/>
                <a:gd name="connsiteY3562" fmla="*/ 439198 h 885825"/>
                <a:gd name="connsiteX3563" fmla="*/ 368332 w 504825"/>
                <a:gd name="connsiteY3563" fmla="*/ 439198 h 885825"/>
                <a:gd name="connsiteX3564" fmla="*/ 368236 w 504825"/>
                <a:gd name="connsiteY3564" fmla="*/ 438722 h 885825"/>
                <a:gd name="connsiteX3565" fmla="*/ 367951 w 504825"/>
                <a:gd name="connsiteY3565" fmla="*/ 438436 h 885825"/>
                <a:gd name="connsiteX3566" fmla="*/ 367570 w 504825"/>
                <a:gd name="connsiteY3566" fmla="*/ 438341 h 885825"/>
                <a:gd name="connsiteX3567" fmla="*/ 366998 w 504825"/>
                <a:gd name="connsiteY3567" fmla="*/ 438341 h 885825"/>
                <a:gd name="connsiteX3568" fmla="*/ 366522 w 504825"/>
                <a:gd name="connsiteY3568" fmla="*/ 438150 h 885825"/>
                <a:gd name="connsiteX3569" fmla="*/ 365950 w 504825"/>
                <a:gd name="connsiteY3569" fmla="*/ 437388 h 885825"/>
                <a:gd name="connsiteX3570" fmla="*/ 365379 w 504825"/>
                <a:gd name="connsiteY3570" fmla="*/ 437293 h 885825"/>
                <a:gd name="connsiteX3571" fmla="*/ 364712 w 504825"/>
                <a:gd name="connsiteY3571" fmla="*/ 437483 h 885825"/>
                <a:gd name="connsiteX3572" fmla="*/ 364426 w 504825"/>
                <a:gd name="connsiteY3572" fmla="*/ 437864 h 885825"/>
                <a:gd name="connsiteX3573" fmla="*/ 364236 w 504825"/>
                <a:gd name="connsiteY3573" fmla="*/ 438341 h 885825"/>
                <a:gd name="connsiteX3574" fmla="*/ 363950 w 504825"/>
                <a:gd name="connsiteY3574" fmla="*/ 438817 h 885825"/>
                <a:gd name="connsiteX3575" fmla="*/ 361950 w 504825"/>
                <a:gd name="connsiteY3575" fmla="*/ 441389 h 885825"/>
                <a:gd name="connsiteX3576" fmla="*/ 361664 w 504825"/>
                <a:gd name="connsiteY3576" fmla="*/ 441579 h 885825"/>
                <a:gd name="connsiteX3577" fmla="*/ 360902 w 504825"/>
                <a:gd name="connsiteY3577" fmla="*/ 442246 h 885825"/>
                <a:gd name="connsiteX3578" fmla="*/ 360331 w 504825"/>
                <a:gd name="connsiteY3578" fmla="*/ 442436 h 885825"/>
                <a:gd name="connsiteX3579" fmla="*/ 359664 w 504825"/>
                <a:gd name="connsiteY3579" fmla="*/ 442436 h 885825"/>
                <a:gd name="connsiteX3580" fmla="*/ 359188 w 504825"/>
                <a:gd name="connsiteY3580" fmla="*/ 442341 h 885825"/>
                <a:gd name="connsiteX3581" fmla="*/ 358045 w 504825"/>
                <a:gd name="connsiteY3581" fmla="*/ 441769 h 885825"/>
                <a:gd name="connsiteX3582" fmla="*/ 358235 w 504825"/>
                <a:gd name="connsiteY3582" fmla="*/ 441293 h 885825"/>
                <a:gd name="connsiteX3583" fmla="*/ 358235 w 504825"/>
                <a:gd name="connsiteY3583" fmla="*/ 441008 h 885825"/>
                <a:gd name="connsiteX3584" fmla="*/ 358045 w 504825"/>
                <a:gd name="connsiteY3584" fmla="*/ 440626 h 885825"/>
                <a:gd name="connsiteX3585" fmla="*/ 358045 w 504825"/>
                <a:gd name="connsiteY3585" fmla="*/ 440245 h 885825"/>
                <a:gd name="connsiteX3586" fmla="*/ 359188 w 504825"/>
                <a:gd name="connsiteY3586" fmla="*/ 439865 h 885825"/>
                <a:gd name="connsiteX3587" fmla="*/ 359283 w 504825"/>
                <a:gd name="connsiteY3587" fmla="*/ 439198 h 885825"/>
                <a:gd name="connsiteX3588" fmla="*/ 358426 w 504825"/>
                <a:gd name="connsiteY3588" fmla="*/ 437674 h 885825"/>
                <a:gd name="connsiteX3589" fmla="*/ 358235 w 504825"/>
                <a:gd name="connsiteY3589" fmla="*/ 436817 h 885825"/>
                <a:gd name="connsiteX3590" fmla="*/ 358330 w 504825"/>
                <a:gd name="connsiteY3590" fmla="*/ 436150 h 885825"/>
                <a:gd name="connsiteX3591" fmla="*/ 358616 w 504825"/>
                <a:gd name="connsiteY3591" fmla="*/ 435388 h 885825"/>
                <a:gd name="connsiteX3592" fmla="*/ 358711 w 504825"/>
                <a:gd name="connsiteY3592" fmla="*/ 434435 h 885825"/>
                <a:gd name="connsiteX3593" fmla="*/ 359092 w 504825"/>
                <a:gd name="connsiteY3593" fmla="*/ 433007 h 885825"/>
                <a:gd name="connsiteX3594" fmla="*/ 360235 w 504825"/>
                <a:gd name="connsiteY3594" fmla="*/ 432530 h 885825"/>
                <a:gd name="connsiteX3595" fmla="*/ 363760 w 504825"/>
                <a:gd name="connsiteY3595" fmla="*/ 432721 h 885825"/>
                <a:gd name="connsiteX3596" fmla="*/ 363379 w 504825"/>
                <a:gd name="connsiteY3596" fmla="*/ 431959 h 885825"/>
                <a:gd name="connsiteX3597" fmla="*/ 362712 w 504825"/>
                <a:gd name="connsiteY3597" fmla="*/ 431197 h 885825"/>
                <a:gd name="connsiteX3598" fmla="*/ 362140 w 504825"/>
                <a:gd name="connsiteY3598" fmla="*/ 431006 h 885825"/>
                <a:gd name="connsiteX3599" fmla="*/ 361950 w 504825"/>
                <a:gd name="connsiteY3599" fmla="*/ 431959 h 885825"/>
                <a:gd name="connsiteX3600" fmla="*/ 361093 w 504825"/>
                <a:gd name="connsiteY3600" fmla="*/ 429577 h 885825"/>
                <a:gd name="connsiteX3601" fmla="*/ 360521 w 504825"/>
                <a:gd name="connsiteY3601" fmla="*/ 428434 h 885825"/>
                <a:gd name="connsiteX3602" fmla="*/ 359569 w 504825"/>
                <a:gd name="connsiteY3602" fmla="*/ 427958 h 885825"/>
                <a:gd name="connsiteX3603" fmla="*/ 358616 w 504825"/>
                <a:gd name="connsiteY3603" fmla="*/ 427577 h 885825"/>
                <a:gd name="connsiteX3604" fmla="*/ 357759 w 504825"/>
                <a:gd name="connsiteY3604" fmla="*/ 426720 h 885825"/>
                <a:gd name="connsiteX3605" fmla="*/ 357092 w 504825"/>
                <a:gd name="connsiteY3605" fmla="*/ 425482 h 885825"/>
                <a:gd name="connsiteX3606" fmla="*/ 356806 w 504825"/>
                <a:gd name="connsiteY3606" fmla="*/ 423958 h 885825"/>
                <a:gd name="connsiteX3607" fmla="*/ 356711 w 504825"/>
                <a:gd name="connsiteY3607" fmla="*/ 423482 h 885825"/>
                <a:gd name="connsiteX3608" fmla="*/ 356711 w 504825"/>
                <a:gd name="connsiteY3608" fmla="*/ 422910 h 885825"/>
                <a:gd name="connsiteX3609" fmla="*/ 356521 w 504825"/>
                <a:gd name="connsiteY3609" fmla="*/ 422624 h 885825"/>
                <a:gd name="connsiteX3610" fmla="*/ 355854 w 504825"/>
                <a:gd name="connsiteY3610" fmla="*/ 422148 h 885825"/>
                <a:gd name="connsiteX3611" fmla="*/ 355663 w 504825"/>
                <a:gd name="connsiteY3611" fmla="*/ 421958 h 885825"/>
                <a:gd name="connsiteX3612" fmla="*/ 354330 w 504825"/>
                <a:gd name="connsiteY3612" fmla="*/ 419672 h 885825"/>
                <a:gd name="connsiteX3613" fmla="*/ 353663 w 504825"/>
                <a:gd name="connsiteY3613" fmla="*/ 418814 h 885825"/>
                <a:gd name="connsiteX3614" fmla="*/ 350425 w 504825"/>
                <a:gd name="connsiteY3614" fmla="*/ 417100 h 885825"/>
                <a:gd name="connsiteX3615" fmla="*/ 350044 w 504825"/>
                <a:gd name="connsiteY3615" fmla="*/ 416719 h 885825"/>
                <a:gd name="connsiteX3616" fmla="*/ 349758 w 504825"/>
                <a:gd name="connsiteY3616" fmla="*/ 416433 h 885825"/>
                <a:gd name="connsiteX3617" fmla="*/ 348043 w 504825"/>
                <a:gd name="connsiteY3617" fmla="*/ 414147 h 885825"/>
                <a:gd name="connsiteX3618" fmla="*/ 347567 w 504825"/>
                <a:gd name="connsiteY3618" fmla="*/ 414528 h 885825"/>
                <a:gd name="connsiteX3619" fmla="*/ 347091 w 504825"/>
                <a:gd name="connsiteY3619" fmla="*/ 414718 h 885825"/>
                <a:gd name="connsiteX3620" fmla="*/ 346710 w 504825"/>
                <a:gd name="connsiteY3620" fmla="*/ 414528 h 885825"/>
                <a:gd name="connsiteX3621" fmla="*/ 346519 w 504825"/>
                <a:gd name="connsiteY3621" fmla="*/ 413957 h 885825"/>
                <a:gd name="connsiteX3622" fmla="*/ 346519 w 504825"/>
                <a:gd name="connsiteY3622" fmla="*/ 413385 h 885825"/>
                <a:gd name="connsiteX3623" fmla="*/ 346519 w 504825"/>
                <a:gd name="connsiteY3623" fmla="*/ 413099 h 885825"/>
                <a:gd name="connsiteX3624" fmla="*/ 346615 w 504825"/>
                <a:gd name="connsiteY3624" fmla="*/ 412814 h 885825"/>
                <a:gd name="connsiteX3625" fmla="*/ 346710 w 504825"/>
                <a:gd name="connsiteY3625" fmla="*/ 412528 h 885825"/>
                <a:gd name="connsiteX3626" fmla="*/ 346519 w 504825"/>
                <a:gd name="connsiteY3626" fmla="*/ 412337 h 885825"/>
                <a:gd name="connsiteX3627" fmla="*/ 346043 w 504825"/>
                <a:gd name="connsiteY3627" fmla="*/ 412242 h 885825"/>
                <a:gd name="connsiteX3628" fmla="*/ 346138 w 504825"/>
                <a:gd name="connsiteY3628" fmla="*/ 411099 h 885825"/>
                <a:gd name="connsiteX3629" fmla="*/ 347758 w 504825"/>
                <a:gd name="connsiteY3629" fmla="*/ 406622 h 885825"/>
                <a:gd name="connsiteX3630" fmla="*/ 348329 w 504825"/>
                <a:gd name="connsiteY3630" fmla="*/ 405860 h 885825"/>
                <a:gd name="connsiteX3631" fmla="*/ 349282 w 504825"/>
                <a:gd name="connsiteY3631" fmla="*/ 405575 h 885825"/>
                <a:gd name="connsiteX3632" fmla="*/ 350139 w 504825"/>
                <a:gd name="connsiteY3632" fmla="*/ 405860 h 885825"/>
                <a:gd name="connsiteX3633" fmla="*/ 351377 w 504825"/>
                <a:gd name="connsiteY3633" fmla="*/ 406527 h 885825"/>
                <a:gd name="connsiteX3634" fmla="*/ 352520 w 504825"/>
                <a:gd name="connsiteY3634" fmla="*/ 406908 h 885825"/>
                <a:gd name="connsiteX3635" fmla="*/ 352996 w 504825"/>
                <a:gd name="connsiteY3635" fmla="*/ 406527 h 885825"/>
                <a:gd name="connsiteX3636" fmla="*/ 353473 w 504825"/>
                <a:gd name="connsiteY3636" fmla="*/ 406146 h 885825"/>
                <a:gd name="connsiteX3637" fmla="*/ 354616 w 504825"/>
                <a:gd name="connsiteY3637" fmla="*/ 406146 h 885825"/>
                <a:gd name="connsiteX3638" fmla="*/ 357473 w 504825"/>
                <a:gd name="connsiteY3638" fmla="*/ 406622 h 885825"/>
                <a:gd name="connsiteX3639" fmla="*/ 359378 w 504825"/>
                <a:gd name="connsiteY3639" fmla="*/ 407575 h 885825"/>
                <a:gd name="connsiteX3640" fmla="*/ 360331 w 504825"/>
                <a:gd name="connsiteY3640" fmla="*/ 407765 h 885825"/>
                <a:gd name="connsiteX3641" fmla="*/ 361474 w 504825"/>
                <a:gd name="connsiteY3641" fmla="*/ 407289 h 885825"/>
                <a:gd name="connsiteX3642" fmla="*/ 362426 w 504825"/>
                <a:gd name="connsiteY3642" fmla="*/ 406241 h 885825"/>
                <a:gd name="connsiteX3643" fmla="*/ 363188 w 504825"/>
                <a:gd name="connsiteY3643" fmla="*/ 405193 h 885825"/>
                <a:gd name="connsiteX3644" fmla="*/ 363664 w 504825"/>
                <a:gd name="connsiteY3644" fmla="*/ 404717 h 885825"/>
                <a:gd name="connsiteX3645" fmla="*/ 365379 w 504825"/>
                <a:gd name="connsiteY3645" fmla="*/ 404812 h 885825"/>
                <a:gd name="connsiteX3646" fmla="*/ 366331 w 504825"/>
                <a:gd name="connsiteY3646" fmla="*/ 405003 h 885825"/>
                <a:gd name="connsiteX3647" fmla="*/ 367093 w 504825"/>
                <a:gd name="connsiteY3647" fmla="*/ 405384 h 885825"/>
                <a:gd name="connsiteX3648" fmla="*/ 367379 w 504825"/>
                <a:gd name="connsiteY3648" fmla="*/ 404908 h 885825"/>
                <a:gd name="connsiteX3649" fmla="*/ 367474 w 504825"/>
                <a:gd name="connsiteY3649" fmla="*/ 404717 h 885825"/>
                <a:gd name="connsiteX3650" fmla="*/ 367760 w 504825"/>
                <a:gd name="connsiteY3650" fmla="*/ 404717 h 885825"/>
                <a:gd name="connsiteX3651" fmla="*/ 368046 w 504825"/>
                <a:gd name="connsiteY3651" fmla="*/ 405193 h 885825"/>
                <a:gd name="connsiteX3652" fmla="*/ 368332 w 504825"/>
                <a:gd name="connsiteY3652" fmla="*/ 405575 h 885825"/>
                <a:gd name="connsiteX3653" fmla="*/ 369189 w 504825"/>
                <a:gd name="connsiteY3653" fmla="*/ 406336 h 885825"/>
                <a:gd name="connsiteX3654" fmla="*/ 369570 w 504825"/>
                <a:gd name="connsiteY3654" fmla="*/ 405575 h 885825"/>
                <a:gd name="connsiteX3655" fmla="*/ 369380 w 504825"/>
                <a:gd name="connsiteY3655" fmla="*/ 405003 h 885825"/>
                <a:gd name="connsiteX3656" fmla="*/ 368522 w 504825"/>
                <a:gd name="connsiteY3656" fmla="*/ 404146 h 885825"/>
                <a:gd name="connsiteX3657" fmla="*/ 367760 w 504825"/>
                <a:gd name="connsiteY3657" fmla="*/ 402622 h 885825"/>
                <a:gd name="connsiteX3658" fmla="*/ 367379 w 504825"/>
                <a:gd name="connsiteY3658" fmla="*/ 402241 h 885825"/>
                <a:gd name="connsiteX3659" fmla="*/ 366713 w 504825"/>
                <a:gd name="connsiteY3659" fmla="*/ 402050 h 885825"/>
                <a:gd name="connsiteX3660" fmla="*/ 365474 w 504825"/>
                <a:gd name="connsiteY3660" fmla="*/ 402050 h 885825"/>
                <a:gd name="connsiteX3661" fmla="*/ 364807 w 504825"/>
                <a:gd name="connsiteY3661" fmla="*/ 401860 h 885825"/>
                <a:gd name="connsiteX3662" fmla="*/ 364617 w 504825"/>
                <a:gd name="connsiteY3662" fmla="*/ 401669 h 885825"/>
                <a:gd name="connsiteX3663" fmla="*/ 364522 w 504825"/>
                <a:gd name="connsiteY3663" fmla="*/ 401479 h 885825"/>
                <a:gd name="connsiteX3664" fmla="*/ 364426 w 504825"/>
                <a:gd name="connsiteY3664" fmla="*/ 401288 h 885825"/>
                <a:gd name="connsiteX3665" fmla="*/ 360616 w 504825"/>
                <a:gd name="connsiteY3665" fmla="*/ 399669 h 885825"/>
                <a:gd name="connsiteX3666" fmla="*/ 358616 w 504825"/>
                <a:gd name="connsiteY3666" fmla="*/ 398240 h 885825"/>
                <a:gd name="connsiteX3667" fmla="*/ 356997 w 504825"/>
                <a:gd name="connsiteY3667" fmla="*/ 396431 h 885825"/>
                <a:gd name="connsiteX3668" fmla="*/ 355854 w 504825"/>
                <a:gd name="connsiteY3668" fmla="*/ 394430 h 885825"/>
                <a:gd name="connsiteX3669" fmla="*/ 354235 w 504825"/>
                <a:gd name="connsiteY3669" fmla="*/ 397097 h 885825"/>
                <a:gd name="connsiteX3670" fmla="*/ 350615 w 504825"/>
                <a:gd name="connsiteY3670" fmla="*/ 396431 h 885825"/>
                <a:gd name="connsiteX3671" fmla="*/ 346710 w 504825"/>
                <a:gd name="connsiteY3671" fmla="*/ 394907 h 885825"/>
                <a:gd name="connsiteX3672" fmla="*/ 344233 w 504825"/>
                <a:gd name="connsiteY3672" fmla="*/ 395097 h 885825"/>
                <a:gd name="connsiteX3673" fmla="*/ 343948 w 504825"/>
                <a:gd name="connsiteY3673" fmla="*/ 394049 h 885825"/>
                <a:gd name="connsiteX3674" fmla="*/ 343471 w 504825"/>
                <a:gd name="connsiteY3674" fmla="*/ 393478 h 885825"/>
                <a:gd name="connsiteX3675" fmla="*/ 342805 w 504825"/>
                <a:gd name="connsiteY3675" fmla="*/ 393192 h 885825"/>
                <a:gd name="connsiteX3676" fmla="*/ 341757 w 504825"/>
                <a:gd name="connsiteY3676" fmla="*/ 392906 h 885825"/>
                <a:gd name="connsiteX3677" fmla="*/ 341757 w 504825"/>
                <a:gd name="connsiteY3677" fmla="*/ 394049 h 885825"/>
                <a:gd name="connsiteX3678" fmla="*/ 341376 w 504825"/>
                <a:gd name="connsiteY3678" fmla="*/ 394716 h 885825"/>
                <a:gd name="connsiteX3679" fmla="*/ 340995 w 504825"/>
                <a:gd name="connsiteY3679" fmla="*/ 395192 h 885825"/>
                <a:gd name="connsiteX3680" fmla="*/ 340709 w 504825"/>
                <a:gd name="connsiteY3680" fmla="*/ 395859 h 885825"/>
                <a:gd name="connsiteX3681" fmla="*/ 340328 w 504825"/>
                <a:gd name="connsiteY3681" fmla="*/ 395859 h 885825"/>
                <a:gd name="connsiteX3682" fmla="*/ 340328 w 504825"/>
                <a:gd name="connsiteY3682" fmla="*/ 395192 h 885825"/>
                <a:gd name="connsiteX3683" fmla="*/ 340233 w 504825"/>
                <a:gd name="connsiteY3683" fmla="*/ 394621 h 885825"/>
                <a:gd name="connsiteX3684" fmla="*/ 339947 w 504825"/>
                <a:gd name="connsiteY3684" fmla="*/ 394049 h 885825"/>
                <a:gd name="connsiteX3685" fmla="*/ 339566 w 504825"/>
                <a:gd name="connsiteY3685" fmla="*/ 393573 h 885825"/>
                <a:gd name="connsiteX3686" fmla="*/ 339947 w 504825"/>
                <a:gd name="connsiteY3686" fmla="*/ 392716 h 885825"/>
                <a:gd name="connsiteX3687" fmla="*/ 338899 w 504825"/>
                <a:gd name="connsiteY3687" fmla="*/ 391192 h 885825"/>
                <a:gd name="connsiteX3688" fmla="*/ 339090 w 504825"/>
                <a:gd name="connsiteY3688" fmla="*/ 390239 h 885825"/>
                <a:gd name="connsiteX3689" fmla="*/ 338804 w 504825"/>
                <a:gd name="connsiteY3689" fmla="*/ 389858 h 885825"/>
                <a:gd name="connsiteX3690" fmla="*/ 338614 w 504825"/>
                <a:gd name="connsiteY3690" fmla="*/ 389953 h 885825"/>
                <a:gd name="connsiteX3691" fmla="*/ 338042 w 504825"/>
                <a:gd name="connsiteY3691" fmla="*/ 390144 h 885825"/>
                <a:gd name="connsiteX3692" fmla="*/ 338518 w 504825"/>
                <a:gd name="connsiteY3692" fmla="*/ 389001 h 885825"/>
                <a:gd name="connsiteX3693" fmla="*/ 338804 w 504825"/>
                <a:gd name="connsiteY3693" fmla="*/ 388620 h 885825"/>
                <a:gd name="connsiteX3694" fmla="*/ 338233 w 504825"/>
                <a:gd name="connsiteY3694" fmla="*/ 388715 h 885825"/>
                <a:gd name="connsiteX3695" fmla="*/ 337756 w 504825"/>
                <a:gd name="connsiteY3695" fmla="*/ 389001 h 885825"/>
                <a:gd name="connsiteX3696" fmla="*/ 336804 w 504825"/>
                <a:gd name="connsiteY3696" fmla="*/ 389858 h 885825"/>
                <a:gd name="connsiteX3697" fmla="*/ 336518 w 504825"/>
                <a:gd name="connsiteY3697" fmla="*/ 389668 h 885825"/>
                <a:gd name="connsiteX3698" fmla="*/ 336328 w 504825"/>
                <a:gd name="connsiteY3698" fmla="*/ 389096 h 885825"/>
                <a:gd name="connsiteX3699" fmla="*/ 336518 w 504825"/>
                <a:gd name="connsiteY3699" fmla="*/ 388429 h 885825"/>
                <a:gd name="connsiteX3700" fmla="*/ 337375 w 504825"/>
                <a:gd name="connsiteY3700" fmla="*/ 388239 h 885825"/>
                <a:gd name="connsiteX3701" fmla="*/ 336899 w 504825"/>
                <a:gd name="connsiteY3701" fmla="*/ 386334 h 885825"/>
                <a:gd name="connsiteX3702" fmla="*/ 336518 w 504825"/>
                <a:gd name="connsiteY3702" fmla="*/ 385572 h 885825"/>
                <a:gd name="connsiteX3703" fmla="*/ 335851 w 504825"/>
                <a:gd name="connsiteY3703" fmla="*/ 385286 h 885825"/>
                <a:gd name="connsiteX3704" fmla="*/ 335566 w 504825"/>
                <a:gd name="connsiteY3704" fmla="*/ 385477 h 885825"/>
                <a:gd name="connsiteX3705" fmla="*/ 335947 w 504825"/>
                <a:gd name="connsiteY3705" fmla="*/ 386429 h 885825"/>
                <a:gd name="connsiteX3706" fmla="*/ 335947 w 504825"/>
                <a:gd name="connsiteY3706" fmla="*/ 386810 h 885825"/>
                <a:gd name="connsiteX3707" fmla="*/ 335661 w 504825"/>
                <a:gd name="connsiteY3707" fmla="*/ 386906 h 885825"/>
                <a:gd name="connsiteX3708" fmla="*/ 334137 w 504825"/>
                <a:gd name="connsiteY3708" fmla="*/ 386810 h 885825"/>
                <a:gd name="connsiteX3709" fmla="*/ 334613 w 504825"/>
                <a:gd name="connsiteY3709" fmla="*/ 387382 h 885825"/>
                <a:gd name="connsiteX3710" fmla="*/ 334804 w 504825"/>
                <a:gd name="connsiteY3710" fmla="*/ 387572 h 885825"/>
                <a:gd name="connsiteX3711" fmla="*/ 334804 w 504825"/>
                <a:gd name="connsiteY3711" fmla="*/ 387953 h 885825"/>
                <a:gd name="connsiteX3712" fmla="*/ 333089 w 504825"/>
                <a:gd name="connsiteY3712" fmla="*/ 387096 h 885825"/>
                <a:gd name="connsiteX3713" fmla="*/ 332041 w 504825"/>
                <a:gd name="connsiteY3713" fmla="*/ 386715 h 885825"/>
                <a:gd name="connsiteX3714" fmla="*/ 331565 w 504825"/>
                <a:gd name="connsiteY3714" fmla="*/ 387001 h 885825"/>
                <a:gd name="connsiteX3715" fmla="*/ 332041 w 504825"/>
                <a:gd name="connsiteY3715" fmla="*/ 388429 h 885825"/>
                <a:gd name="connsiteX3716" fmla="*/ 331946 w 504825"/>
                <a:gd name="connsiteY3716" fmla="*/ 389001 h 885825"/>
                <a:gd name="connsiteX3717" fmla="*/ 330898 w 504825"/>
                <a:gd name="connsiteY3717" fmla="*/ 389477 h 885825"/>
                <a:gd name="connsiteX3718" fmla="*/ 331756 w 504825"/>
                <a:gd name="connsiteY3718" fmla="*/ 389953 h 885825"/>
                <a:gd name="connsiteX3719" fmla="*/ 331280 w 504825"/>
                <a:gd name="connsiteY3719" fmla="*/ 390334 h 885825"/>
                <a:gd name="connsiteX3720" fmla="*/ 330327 w 504825"/>
                <a:gd name="connsiteY3720" fmla="*/ 390716 h 885825"/>
                <a:gd name="connsiteX3721" fmla="*/ 329851 w 504825"/>
                <a:gd name="connsiteY3721" fmla="*/ 391097 h 885825"/>
                <a:gd name="connsiteX3722" fmla="*/ 330136 w 504825"/>
                <a:gd name="connsiteY3722" fmla="*/ 392049 h 885825"/>
                <a:gd name="connsiteX3723" fmla="*/ 330708 w 504825"/>
                <a:gd name="connsiteY3723" fmla="*/ 392716 h 885825"/>
                <a:gd name="connsiteX3724" fmla="*/ 333089 w 504825"/>
                <a:gd name="connsiteY3724" fmla="*/ 394240 h 885825"/>
                <a:gd name="connsiteX3725" fmla="*/ 333565 w 504825"/>
                <a:gd name="connsiteY3725" fmla="*/ 394335 h 885825"/>
                <a:gd name="connsiteX3726" fmla="*/ 334327 w 504825"/>
                <a:gd name="connsiteY3726" fmla="*/ 394335 h 885825"/>
                <a:gd name="connsiteX3727" fmla="*/ 334804 w 504825"/>
                <a:gd name="connsiteY3727" fmla="*/ 393954 h 885825"/>
                <a:gd name="connsiteX3728" fmla="*/ 335471 w 504825"/>
                <a:gd name="connsiteY3728" fmla="*/ 392335 h 885825"/>
                <a:gd name="connsiteX3729" fmla="*/ 336042 w 504825"/>
                <a:gd name="connsiteY3729" fmla="*/ 391763 h 885825"/>
                <a:gd name="connsiteX3730" fmla="*/ 336042 w 504825"/>
                <a:gd name="connsiteY3730" fmla="*/ 392430 h 885825"/>
                <a:gd name="connsiteX3731" fmla="*/ 335851 w 504825"/>
                <a:gd name="connsiteY3731" fmla="*/ 393287 h 885825"/>
                <a:gd name="connsiteX3732" fmla="*/ 335566 w 504825"/>
                <a:gd name="connsiteY3732" fmla="*/ 394049 h 885825"/>
                <a:gd name="connsiteX3733" fmla="*/ 335185 w 504825"/>
                <a:gd name="connsiteY3733" fmla="*/ 394335 h 885825"/>
                <a:gd name="connsiteX3734" fmla="*/ 334994 w 504825"/>
                <a:gd name="connsiteY3734" fmla="*/ 394525 h 885825"/>
                <a:gd name="connsiteX3735" fmla="*/ 333280 w 504825"/>
                <a:gd name="connsiteY3735" fmla="*/ 395764 h 885825"/>
                <a:gd name="connsiteX3736" fmla="*/ 333280 w 504825"/>
                <a:gd name="connsiteY3736" fmla="*/ 396526 h 885825"/>
                <a:gd name="connsiteX3737" fmla="*/ 334137 w 504825"/>
                <a:gd name="connsiteY3737" fmla="*/ 397764 h 885825"/>
                <a:gd name="connsiteX3738" fmla="*/ 334708 w 504825"/>
                <a:gd name="connsiteY3738" fmla="*/ 399764 h 885825"/>
                <a:gd name="connsiteX3739" fmla="*/ 335089 w 504825"/>
                <a:gd name="connsiteY3739" fmla="*/ 400431 h 885825"/>
                <a:gd name="connsiteX3740" fmla="*/ 334994 w 504825"/>
                <a:gd name="connsiteY3740" fmla="*/ 400812 h 885825"/>
                <a:gd name="connsiteX3741" fmla="*/ 334804 w 504825"/>
                <a:gd name="connsiteY3741" fmla="*/ 401193 h 885825"/>
                <a:gd name="connsiteX3742" fmla="*/ 334708 w 504825"/>
                <a:gd name="connsiteY3742" fmla="*/ 401574 h 885825"/>
                <a:gd name="connsiteX3743" fmla="*/ 334423 w 504825"/>
                <a:gd name="connsiteY3743" fmla="*/ 402241 h 885825"/>
                <a:gd name="connsiteX3744" fmla="*/ 332613 w 504825"/>
                <a:gd name="connsiteY3744" fmla="*/ 404432 h 885825"/>
                <a:gd name="connsiteX3745" fmla="*/ 332041 w 504825"/>
                <a:gd name="connsiteY3745" fmla="*/ 404717 h 885825"/>
                <a:gd name="connsiteX3746" fmla="*/ 330422 w 504825"/>
                <a:gd name="connsiteY3746" fmla="*/ 405384 h 885825"/>
                <a:gd name="connsiteX3747" fmla="*/ 329851 w 504825"/>
                <a:gd name="connsiteY3747" fmla="*/ 405479 h 885825"/>
                <a:gd name="connsiteX3748" fmla="*/ 326993 w 504825"/>
                <a:gd name="connsiteY3748" fmla="*/ 405193 h 885825"/>
                <a:gd name="connsiteX3749" fmla="*/ 325755 w 504825"/>
                <a:gd name="connsiteY3749" fmla="*/ 405289 h 885825"/>
                <a:gd name="connsiteX3750" fmla="*/ 324612 w 504825"/>
                <a:gd name="connsiteY3750" fmla="*/ 405860 h 885825"/>
                <a:gd name="connsiteX3751" fmla="*/ 324231 w 504825"/>
                <a:gd name="connsiteY3751" fmla="*/ 405860 h 885825"/>
                <a:gd name="connsiteX3752" fmla="*/ 323183 w 504825"/>
                <a:gd name="connsiteY3752" fmla="*/ 404812 h 885825"/>
                <a:gd name="connsiteX3753" fmla="*/ 322040 w 504825"/>
                <a:gd name="connsiteY3753" fmla="*/ 404050 h 885825"/>
                <a:gd name="connsiteX3754" fmla="*/ 321183 w 504825"/>
                <a:gd name="connsiteY3754" fmla="*/ 403003 h 885825"/>
                <a:gd name="connsiteX3755" fmla="*/ 320992 w 504825"/>
                <a:gd name="connsiteY3755" fmla="*/ 401098 h 885825"/>
                <a:gd name="connsiteX3756" fmla="*/ 321088 w 504825"/>
                <a:gd name="connsiteY3756" fmla="*/ 400526 h 885825"/>
                <a:gd name="connsiteX3757" fmla="*/ 321469 w 504825"/>
                <a:gd name="connsiteY3757" fmla="*/ 398431 h 885825"/>
                <a:gd name="connsiteX3758" fmla="*/ 321755 w 504825"/>
                <a:gd name="connsiteY3758" fmla="*/ 397764 h 885825"/>
                <a:gd name="connsiteX3759" fmla="*/ 322135 w 504825"/>
                <a:gd name="connsiteY3759" fmla="*/ 397383 h 885825"/>
                <a:gd name="connsiteX3760" fmla="*/ 322516 w 504825"/>
                <a:gd name="connsiteY3760" fmla="*/ 397288 h 885825"/>
                <a:gd name="connsiteX3761" fmla="*/ 322897 w 504825"/>
                <a:gd name="connsiteY3761" fmla="*/ 397097 h 885825"/>
                <a:gd name="connsiteX3762" fmla="*/ 323183 w 504825"/>
                <a:gd name="connsiteY3762" fmla="*/ 396621 h 885825"/>
                <a:gd name="connsiteX3763" fmla="*/ 323183 w 504825"/>
                <a:gd name="connsiteY3763" fmla="*/ 396145 h 885825"/>
                <a:gd name="connsiteX3764" fmla="*/ 322802 w 504825"/>
                <a:gd name="connsiteY3764" fmla="*/ 394716 h 885825"/>
                <a:gd name="connsiteX3765" fmla="*/ 322993 w 504825"/>
                <a:gd name="connsiteY3765" fmla="*/ 392240 h 885825"/>
                <a:gd name="connsiteX3766" fmla="*/ 322802 w 504825"/>
                <a:gd name="connsiteY3766" fmla="*/ 391477 h 885825"/>
                <a:gd name="connsiteX3767" fmla="*/ 322612 w 504825"/>
                <a:gd name="connsiteY3767" fmla="*/ 391477 h 885825"/>
                <a:gd name="connsiteX3768" fmla="*/ 321373 w 504825"/>
                <a:gd name="connsiteY3768" fmla="*/ 390716 h 885825"/>
                <a:gd name="connsiteX3769" fmla="*/ 320326 w 504825"/>
                <a:gd name="connsiteY3769" fmla="*/ 389573 h 885825"/>
                <a:gd name="connsiteX3770" fmla="*/ 320135 w 504825"/>
                <a:gd name="connsiteY3770" fmla="*/ 388429 h 885825"/>
                <a:gd name="connsiteX3771" fmla="*/ 320421 w 504825"/>
                <a:gd name="connsiteY3771" fmla="*/ 387667 h 885825"/>
                <a:gd name="connsiteX3772" fmla="*/ 320802 w 504825"/>
                <a:gd name="connsiteY3772" fmla="*/ 387001 h 885825"/>
                <a:gd name="connsiteX3773" fmla="*/ 320992 w 504825"/>
                <a:gd name="connsiteY3773" fmla="*/ 386143 h 885825"/>
                <a:gd name="connsiteX3774" fmla="*/ 320707 w 504825"/>
                <a:gd name="connsiteY3774" fmla="*/ 385477 h 885825"/>
                <a:gd name="connsiteX3775" fmla="*/ 320230 w 504825"/>
                <a:gd name="connsiteY3775" fmla="*/ 384905 h 885825"/>
                <a:gd name="connsiteX3776" fmla="*/ 319659 w 504825"/>
                <a:gd name="connsiteY3776" fmla="*/ 384715 h 885825"/>
                <a:gd name="connsiteX3777" fmla="*/ 319183 w 504825"/>
                <a:gd name="connsiteY3777" fmla="*/ 385000 h 885825"/>
                <a:gd name="connsiteX3778" fmla="*/ 318706 w 504825"/>
                <a:gd name="connsiteY3778" fmla="*/ 384239 h 885825"/>
                <a:gd name="connsiteX3779" fmla="*/ 316706 w 504825"/>
                <a:gd name="connsiteY3779" fmla="*/ 382048 h 885825"/>
                <a:gd name="connsiteX3780" fmla="*/ 316135 w 504825"/>
                <a:gd name="connsiteY3780" fmla="*/ 381572 h 885825"/>
                <a:gd name="connsiteX3781" fmla="*/ 314896 w 504825"/>
                <a:gd name="connsiteY3781" fmla="*/ 379762 h 885825"/>
                <a:gd name="connsiteX3782" fmla="*/ 314611 w 504825"/>
                <a:gd name="connsiteY3782" fmla="*/ 379571 h 885825"/>
                <a:gd name="connsiteX3783" fmla="*/ 314325 w 504825"/>
                <a:gd name="connsiteY3783" fmla="*/ 379476 h 885825"/>
                <a:gd name="connsiteX3784" fmla="*/ 313658 w 504825"/>
                <a:gd name="connsiteY3784" fmla="*/ 379476 h 885825"/>
                <a:gd name="connsiteX3785" fmla="*/ 313468 w 504825"/>
                <a:gd name="connsiteY3785" fmla="*/ 379381 h 885825"/>
                <a:gd name="connsiteX3786" fmla="*/ 313468 w 504825"/>
                <a:gd name="connsiteY3786" fmla="*/ 379095 h 885825"/>
                <a:gd name="connsiteX3787" fmla="*/ 313563 w 504825"/>
                <a:gd name="connsiteY3787" fmla="*/ 378714 h 885825"/>
                <a:gd name="connsiteX3788" fmla="*/ 313468 w 504825"/>
                <a:gd name="connsiteY3788" fmla="*/ 378428 h 885825"/>
                <a:gd name="connsiteX3789" fmla="*/ 311848 w 504825"/>
                <a:gd name="connsiteY3789" fmla="*/ 376523 h 885825"/>
                <a:gd name="connsiteX3790" fmla="*/ 310801 w 504825"/>
                <a:gd name="connsiteY3790" fmla="*/ 375761 h 885825"/>
                <a:gd name="connsiteX3791" fmla="*/ 309277 w 504825"/>
                <a:gd name="connsiteY3791" fmla="*/ 375475 h 885825"/>
                <a:gd name="connsiteX3792" fmla="*/ 308515 w 504825"/>
                <a:gd name="connsiteY3792" fmla="*/ 375475 h 885825"/>
                <a:gd name="connsiteX3793" fmla="*/ 308134 w 504825"/>
                <a:gd name="connsiteY3793" fmla="*/ 375285 h 885825"/>
                <a:gd name="connsiteX3794" fmla="*/ 307276 w 504825"/>
                <a:gd name="connsiteY3794" fmla="*/ 374333 h 885825"/>
                <a:gd name="connsiteX3795" fmla="*/ 307181 w 504825"/>
                <a:gd name="connsiteY3795" fmla="*/ 374047 h 885825"/>
                <a:gd name="connsiteX3796" fmla="*/ 307276 w 504825"/>
                <a:gd name="connsiteY3796" fmla="*/ 373856 h 885825"/>
                <a:gd name="connsiteX3797" fmla="*/ 307181 w 504825"/>
                <a:gd name="connsiteY3797" fmla="*/ 373666 h 885825"/>
                <a:gd name="connsiteX3798" fmla="*/ 306419 w 504825"/>
                <a:gd name="connsiteY3798" fmla="*/ 373570 h 885825"/>
                <a:gd name="connsiteX3799" fmla="*/ 306038 w 504825"/>
                <a:gd name="connsiteY3799" fmla="*/ 373475 h 885825"/>
                <a:gd name="connsiteX3800" fmla="*/ 305752 w 504825"/>
                <a:gd name="connsiteY3800" fmla="*/ 373190 h 885825"/>
                <a:gd name="connsiteX3801" fmla="*/ 305467 w 504825"/>
                <a:gd name="connsiteY3801" fmla="*/ 372809 h 885825"/>
                <a:gd name="connsiteX3802" fmla="*/ 304514 w 504825"/>
                <a:gd name="connsiteY3802" fmla="*/ 373856 h 885825"/>
                <a:gd name="connsiteX3803" fmla="*/ 303847 w 504825"/>
                <a:gd name="connsiteY3803" fmla="*/ 373761 h 885825"/>
                <a:gd name="connsiteX3804" fmla="*/ 303276 w 504825"/>
                <a:gd name="connsiteY3804" fmla="*/ 372999 h 885825"/>
                <a:gd name="connsiteX3805" fmla="*/ 302895 w 504825"/>
                <a:gd name="connsiteY3805" fmla="*/ 372142 h 885825"/>
                <a:gd name="connsiteX3806" fmla="*/ 302514 w 504825"/>
                <a:gd name="connsiteY3806" fmla="*/ 372523 h 885825"/>
                <a:gd name="connsiteX3807" fmla="*/ 301561 w 504825"/>
                <a:gd name="connsiteY3807" fmla="*/ 371856 h 885825"/>
                <a:gd name="connsiteX3808" fmla="*/ 301085 w 504825"/>
                <a:gd name="connsiteY3808" fmla="*/ 372427 h 885825"/>
                <a:gd name="connsiteX3809" fmla="*/ 301276 w 504825"/>
                <a:gd name="connsiteY3809" fmla="*/ 373666 h 885825"/>
                <a:gd name="connsiteX3810" fmla="*/ 302133 w 504825"/>
                <a:gd name="connsiteY3810" fmla="*/ 374999 h 885825"/>
                <a:gd name="connsiteX3811" fmla="*/ 301466 w 504825"/>
                <a:gd name="connsiteY3811" fmla="*/ 374809 h 885825"/>
                <a:gd name="connsiteX3812" fmla="*/ 299942 w 504825"/>
                <a:gd name="connsiteY3812" fmla="*/ 374618 h 885825"/>
                <a:gd name="connsiteX3813" fmla="*/ 299656 w 504825"/>
                <a:gd name="connsiteY3813" fmla="*/ 375285 h 885825"/>
                <a:gd name="connsiteX3814" fmla="*/ 299180 w 504825"/>
                <a:gd name="connsiteY3814" fmla="*/ 375190 h 885825"/>
                <a:gd name="connsiteX3815" fmla="*/ 298704 w 504825"/>
                <a:gd name="connsiteY3815" fmla="*/ 374618 h 885825"/>
                <a:gd name="connsiteX3816" fmla="*/ 298513 w 504825"/>
                <a:gd name="connsiteY3816" fmla="*/ 373856 h 885825"/>
                <a:gd name="connsiteX3817" fmla="*/ 298037 w 504825"/>
                <a:gd name="connsiteY3817" fmla="*/ 374428 h 885825"/>
                <a:gd name="connsiteX3818" fmla="*/ 297561 w 504825"/>
                <a:gd name="connsiteY3818" fmla="*/ 374333 h 885825"/>
                <a:gd name="connsiteX3819" fmla="*/ 297275 w 504825"/>
                <a:gd name="connsiteY3819" fmla="*/ 373761 h 885825"/>
                <a:gd name="connsiteX3820" fmla="*/ 297371 w 504825"/>
                <a:gd name="connsiteY3820" fmla="*/ 372999 h 885825"/>
                <a:gd name="connsiteX3821" fmla="*/ 296037 w 504825"/>
                <a:gd name="connsiteY3821" fmla="*/ 372713 h 885825"/>
                <a:gd name="connsiteX3822" fmla="*/ 293560 w 504825"/>
                <a:gd name="connsiteY3822" fmla="*/ 371666 h 885825"/>
                <a:gd name="connsiteX3823" fmla="*/ 292322 w 504825"/>
                <a:gd name="connsiteY3823" fmla="*/ 371856 h 885825"/>
                <a:gd name="connsiteX3824" fmla="*/ 292798 w 504825"/>
                <a:gd name="connsiteY3824" fmla="*/ 372713 h 885825"/>
                <a:gd name="connsiteX3825" fmla="*/ 292989 w 504825"/>
                <a:gd name="connsiteY3825" fmla="*/ 372999 h 885825"/>
                <a:gd name="connsiteX3826" fmla="*/ 291655 w 504825"/>
                <a:gd name="connsiteY3826" fmla="*/ 372142 h 885825"/>
                <a:gd name="connsiteX3827" fmla="*/ 291084 w 504825"/>
                <a:gd name="connsiteY3827" fmla="*/ 371856 h 885825"/>
                <a:gd name="connsiteX3828" fmla="*/ 290417 w 504825"/>
                <a:gd name="connsiteY3828" fmla="*/ 371856 h 885825"/>
                <a:gd name="connsiteX3829" fmla="*/ 289750 w 504825"/>
                <a:gd name="connsiteY3829" fmla="*/ 372332 h 885825"/>
                <a:gd name="connsiteX3830" fmla="*/ 289084 w 504825"/>
                <a:gd name="connsiteY3830" fmla="*/ 372999 h 885825"/>
                <a:gd name="connsiteX3831" fmla="*/ 288417 w 504825"/>
                <a:gd name="connsiteY3831" fmla="*/ 373380 h 885825"/>
                <a:gd name="connsiteX3832" fmla="*/ 287655 w 504825"/>
                <a:gd name="connsiteY3832" fmla="*/ 372999 h 885825"/>
                <a:gd name="connsiteX3833" fmla="*/ 287464 w 504825"/>
                <a:gd name="connsiteY3833" fmla="*/ 373856 h 885825"/>
                <a:gd name="connsiteX3834" fmla="*/ 286988 w 504825"/>
                <a:gd name="connsiteY3834" fmla="*/ 374618 h 885825"/>
                <a:gd name="connsiteX3835" fmla="*/ 286512 w 504825"/>
                <a:gd name="connsiteY3835" fmla="*/ 374809 h 885825"/>
                <a:gd name="connsiteX3836" fmla="*/ 286226 w 504825"/>
                <a:gd name="connsiteY3836" fmla="*/ 374047 h 885825"/>
                <a:gd name="connsiteX3837" fmla="*/ 285845 w 504825"/>
                <a:gd name="connsiteY3837" fmla="*/ 374714 h 885825"/>
                <a:gd name="connsiteX3838" fmla="*/ 285083 w 504825"/>
                <a:gd name="connsiteY3838" fmla="*/ 376428 h 885825"/>
                <a:gd name="connsiteX3839" fmla="*/ 285083 w 504825"/>
                <a:gd name="connsiteY3839" fmla="*/ 376904 h 885825"/>
                <a:gd name="connsiteX3840" fmla="*/ 285655 w 504825"/>
                <a:gd name="connsiteY3840" fmla="*/ 377666 h 885825"/>
                <a:gd name="connsiteX3841" fmla="*/ 285655 w 504825"/>
                <a:gd name="connsiteY3841" fmla="*/ 378238 h 885825"/>
                <a:gd name="connsiteX3842" fmla="*/ 285179 w 504825"/>
                <a:gd name="connsiteY3842" fmla="*/ 378619 h 885825"/>
                <a:gd name="connsiteX3843" fmla="*/ 284226 w 504825"/>
                <a:gd name="connsiteY3843" fmla="*/ 378619 h 885825"/>
                <a:gd name="connsiteX3844" fmla="*/ 284512 w 504825"/>
                <a:gd name="connsiteY3844" fmla="*/ 378809 h 885825"/>
                <a:gd name="connsiteX3845" fmla="*/ 284702 w 504825"/>
                <a:gd name="connsiteY3845" fmla="*/ 379095 h 885825"/>
                <a:gd name="connsiteX3846" fmla="*/ 284797 w 504825"/>
                <a:gd name="connsiteY3846" fmla="*/ 379476 h 885825"/>
                <a:gd name="connsiteX3847" fmla="*/ 284702 w 504825"/>
                <a:gd name="connsiteY3847" fmla="*/ 379952 h 885825"/>
                <a:gd name="connsiteX3848" fmla="*/ 284321 w 504825"/>
                <a:gd name="connsiteY3848" fmla="*/ 379952 h 885825"/>
                <a:gd name="connsiteX3849" fmla="*/ 284131 w 504825"/>
                <a:gd name="connsiteY3849" fmla="*/ 379285 h 885825"/>
                <a:gd name="connsiteX3850" fmla="*/ 283750 w 504825"/>
                <a:gd name="connsiteY3850" fmla="*/ 379285 h 885825"/>
                <a:gd name="connsiteX3851" fmla="*/ 283369 w 504825"/>
                <a:gd name="connsiteY3851" fmla="*/ 379667 h 885825"/>
                <a:gd name="connsiteX3852" fmla="*/ 283178 w 504825"/>
                <a:gd name="connsiteY3852" fmla="*/ 380333 h 885825"/>
                <a:gd name="connsiteX3853" fmla="*/ 283273 w 504825"/>
                <a:gd name="connsiteY3853" fmla="*/ 380714 h 885825"/>
                <a:gd name="connsiteX3854" fmla="*/ 284035 w 504825"/>
                <a:gd name="connsiteY3854" fmla="*/ 381762 h 885825"/>
                <a:gd name="connsiteX3855" fmla="*/ 284226 w 504825"/>
                <a:gd name="connsiteY3855" fmla="*/ 382143 h 885825"/>
                <a:gd name="connsiteX3856" fmla="*/ 284131 w 504825"/>
                <a:gd name="connsiteY3856" fmla="*/ 383381 h 885825"/>
                <a:gd name="connsiteX3857" fmla="*/ 283559 w 504825"/>
                <a:gd name="connsiteY3857" fmla="*/ 384334 h 885825"/>
                <a:gd name="connsiteX3858" fmla="*/ 282702 w 504825"/>
                <a:gd name="connsiteY3858" fmla="*/ 385000 h 885825"/>
                <a:gd name="connsiteX3859" fmla="*/ 281749 w 504825"/>
                <a:gd name="connsiteY3859" fmla="*/ 385477 h 885825"/>
                <a:gd name="connsiteX3860" fmla="*/ 281749 w 504825"/>
                <a:gd name="connsiteY3860" fmla="*/ 384143 h 885825"/>
                <a:gd name="connsiteX3861" fmla="*/ 281654 w 504825"/>
                <a:gd name="connsiteY3861" fmla="*/ 383476 h 885825"/>
                <a:gd name="connsiteX3862" fmla="*/ 281368 w 504825"/>
                <a:gd name="connsiteY3862" fmla="*/ 382905 h 885825"/>
                <a:gd name="connsiteX3863" fmla="*/ 281273 w 504825"/>
                <a:gd name="connsiteY3863" fmla="*/ 383095 h 885825"/>
                <a:gd name="connsiteX3864" fmla="*/ 281083 w 504825"/>
                <a:gd name="connsiteY3864" fmla="*/ 383381 h 885825"/>
                <a:gd name="connsiteX3865" fmla="*/ 280892 w 504825"/>
                <a:gd name="connsiteY3865" fmla="*/ 383572 h 885825"/>
                <a:gd name="connsiteX3866" fmla="*/ 280606 w 504825"/>
                <a:gd name="connsiteY3866" fmla="*/ 383572 h 885825"/>
                <a:gd name="connsiteX3867" fmla="*/ 280225 w 504825"/>
                <a:gd name="connsiteY3867" fmla="*/ 383191 h 885825"/>
                <a:gd name="connsiteX3868" fmla="*/ 280130 w 504825"/>
                <a:gd name="connsiteY3868" fmla="*/ 383000 h 885825"/>
                <a:gd name="connsiteX3869" fmla="*/ 280225 w 504825"/>
                <a:gd name="connsiteY3869" fmla="*/ 382810 h 885825"/>
                <a:gd name="connsiteX3870" fmla="*/ 280035 w 504825"/>
                <a:gd name="connsiteY3870" fmla="*/ 382048 h 885825"/>
                <a:gd name="connsiteX3871" fmla="*/ 280035 w 504825"/>
                <a:gd name="connsiteY3871" fmla="*/ 381381 h 885825"/>
                <a:gd name="connsiteX3872" fmla="*/ 279940 w 504825"/>
                <a:gd name="connsiteY3872" fmla="*/ 380714 h 885825"/>
                <a:gd name="connsiteX3873" fmla="*/ 279559 w 504825"/>
                <a:gd name="connsiteY3873" fmla="*/ 380238 h 885825"/>
                <a:gd name="connsiteX3874" fmla="*/ 279844 w 504825"/>
                <a:gd name="connsiteY3874" fmla="*/ 379381 h 885825"/>
                <a:gd name="connsiteX3875" fmla="*/ 279940 w 504825"/>
                <a:gd name="connsiteY3875" fmla="*/ 378047 h 885825"/>
                <a:gd name="connsiteX3876" fmla="*/ 279749 w 504825"/>
                <a:gd name="connsiteY3876" fmla="*/ 377000 h 885825"/>
                <a:gd name="connsiteX3877" fmla="*/ 279082 w 504825"/>
                <a:gd name="connsiteY3877" fmla="*/ 376809 h 885825"/>
                <a:gd name="connsiteX3878" fmla="*/ 278892 w 504825"/>
                <a:gd name="connsiteY3878" fmla="*/ 377571 h 885825"/>
                <a:gd name="connsiteX3879" fmla="*/ 278892 w 504825"/>
                <a:gd name="connsiteY3879" fmla="*/ 378809 h 885825"/>
                <a:gd name="connsiteX3880" fmla="*/ 278701 w 504825"/>
                <a:gd name="connsiteY3880" fmla="*/ 379667 h 885825"/>
                <a:gd name="connsiteX3881" fmla="*/ 278035 w 504825"/>
                <a:gd name="connsiteY3881" fmla="*/ 379381 h 885825"/>
                <a:gd name="connsiteX3882" fmla="*/ 276130 w 504825"/>
                <a:gd name="connsiteY3882" fmla="*/ 380333 h 885825"/>
                <a:gd name="connsiteX3883" fmla="*/ 275558 w 504825"/>
                <a:gd name="connsiteY3883" fmla="*/ 381095 h 885825"/>
                <a:gd name="connsiteX3884" fmla="*/ 275558 w 504825"/>
                <a:gd name="connsiteY3884" fmla="*/ 382334 h 885825"/>
                <a:gd name="connsiteX3885" fmla="*/ 275272 w 504825"/>
                <a:gd name="connsiteY3885" fmla="*/ 382334 h 885825"/>
                <a:gd name="connsiteX3886" fmla="*/ 275177 w 504825"/>
                <a:gd name="connsiteY3886" fmla="*/ 381857 h 885825"/>
                <a:gd name="connsiteX3887" fmla="*/ 275082 w 504825"/>
                <a:gd name="connsiteY3887" fmla="*/ 381667 h 885825"/>
                <a:gd name="connsiteX3888" fmla="*/ 274510 w 504825"/>
                <a:gd name="connsiteY3888" fmla="*/ 381286 h 885825"/>
                <a:gd name="connsiteX3889" fmla="*/ 274891 w 504825"/>
                <a:gd name="connsiteY3889" fmla="*/ 382810 h 885825"/>
                <a:gd name="connsiteX3890" fmla="*/ 275749 w 504825"/>
                <a:gd name="connsiteY3890" fmla="*/ 384334 h 885825"/>
                <a:gd name="connsiteX3891" fmla="*/ 276892 w 504825"/>
                <a:gd name="connsiteY3891" fmla="*/ 385572 h 885825"/>
                <a:gd name="connsiteX3892" fmla="*/ 278321 w 504825"/>
                <a:gd name="connsiteY3892" fmla="*/ 386048 h 885825"/>
                <a:gd name="connsiteX3893" fmla="*/ 279178 w 504825"/>
                <a:gd name="connsiteY3893" fmla="*/ 386620 h 885825"/>
                <a:gd name="connsiteX3894" fmla="*/ 281178 w 504825"/>
                <a:gd name="connsiteY3894" fmla="*/ 389001 h 885825"/>
                <a:gd name="connsiteX3895" fmla="*/ 282416 w 504825"/>
                <a:gd name="connsiteY3895" fmla="*/ 389382 h 885825"/>
                <a:gd name="connsiteX3896" fmla="*/ 282416 w 504825"/>
                <a:gd name="connsiteY3896" fmla="*/ 389763 h 885825"/>
                <a:gd name="connsiteX3897" fmla="*/ 281654 w 504825"/>
                <a:gd name="connsiteY3897" fmla="*/ 389858 h 885825"/>
                <a:gd name="connsiteX3898" fmla="*/ 281464 w 504825"/>
                <a:gd name="connsiteY3898" fmla="*/ 390144 h 885825"/>
                <a:gd name="connsiteX3899" fmla="*/ 281654 w 504825"/>
                <a:gd name="connsiteY3899" fmla="*/ 391097 h 885825"/>
                <a:gd name="connsiteX3900" fmla="*/ 281559 w 504825"/>
                <a:gd name="connsiteY3900" fmla="*/ 391763 h 885825"/>
                <a:gd name="connsiteX3901" fmla="*/ 281273 w 504825"/>
                <a:gd name="connsiteY3901" fmla="*/ 391859 h 885825"/>
                <a:gd name="connsiteX3902" fmla="*/ 276511 w 504825"/>
                <a:gd name="connsiteY3902" fmla="*/ 390525 h 885825"/>
                <a:gd name="connsiteX3903" fmla="*/ 275463 w 504825"/>
                <a:gd name="connsiteY3903" fmla="*/ 390811 h 885825"/>
                <a:gd name="connsiteX3904" fmla="*/ 277463 w 504825"/>
                <a:gd name="connsiteY3904" fmla="*/ 392811 h 885825"/>
                <a:gd name="connsiteX3905" fmla="*/ 278035 w 504825"/>
                <a:gd name="connsiteY3905" fmla="*/ 393859 h 885825"/>
                <a:gd name="connsiteX3906" fmla="*/ 277939 w 504825"/>
                <a:gd name="connsiteY3906" fmla="*/ 395287 h 885825"/>
                <a:gd name="connsiteX3907" fmla="*/ 270319 w 504825"/>
                <a:gd name="connsiteY3907" fmla="*/ 393573 h 885825"/>
                <a:gd name="connsiteX3908" fmla="*/ 262318 w 504825"/>
                <a:gd name="connsiteY3908" fmla="*/ 390430 h 885825"/>
                <a:gd name="connsiteX3909" fmla="*/ 261271 w 504825"/>
                <a:gd name="connsiteY3909" fmla="*/ 389668 h 885825"/>
                <a:gd name="connsiteX3910" fmla="*/ 257651 w 504825"/>
                <a:gd name="connsiteY3910" fmla="*/ 385953 h 885825"/>
                <a:gd name="connsiteX3911" fmla="*/ 254127 w 504825"/>
                <a:gd name="connsiteY3911" fmla="*/ 383381 h 885825"/>
                <a:gd name="connsiteX3912" fmla="*/ 252222 w 504825"/>
                <a:gd name="connsiteY3912" fmla="*/ 380619 h 885825"/>
                <a:gd name="connsiteX3913" fmla="*/ 251555 w 504825"/>
                <a:gd name="connsiteY3913" fmla="*/ 380048 h 885825"/>
                <a:gd name="connsiteX3914" fmla="*/ 251555 w 504825"/>
                <a:gd name="connsiteY3914" fmla="*/ 379667 h 885825"/>
                <a:gd name="connsiteX3915" fmla="*/ 252222 w 504825"/>
                <a:gd name="connsiteY3915" fmla="*/ 379190 h 885825"/>
                <a:gd name="connsiteX3916" fmla="*/ 252698 w 504825"/>
                <a:gd name="connsiteY3916" fmla="*/ 378524 h 885825"/>
                <a:gd name="connsiteX3917" fmla="*/ 252984 w 504825"/>
                <a:gd name="connsiteY3917" fmla="*/ 377761 h 885825"/>
                <a:gd name="connsiteX3918" fmla="*/ 253079 w 504825"/>
                <a:gd name="connsiteY3918" fmla="*/ 376904 h 885825"/>
                <a:gd name="connsiteX3919" fmla="*/ 252889 w 504825"/>
                <a:gd name="connsiteY3919" fmla="*/ 376428 h 885825"/>
                <a:gd name="connsiteX3920" fmla="*/ 251936 w 504825"/>
                <a:gd name="connsiteY3920" fmla="*/ 375475 h 885825"/>
                <a:gd name="connsiteX3921" fmla="*/ 251746 w 504825"/>
                <a:gd name="connsiteY3921" fmla="*/ 375094 h 885825"/>
                <a:gd name="connsiteX3922" fmla="*/ 252031 w 504825"/>
                <a:gd name="connsiteY3922" fmla="*/ 373190 h 885825"/>
                <a:gd name="connsiteX3923" fmla="*/ 251936 w 504825"/>
                <a:gd name="connsiteY3923" fmla="*/ 372427 h 885825"/>
                <a:gd name="connsiteX3924" fmla="*/ 251460 w 504825"/>
                <a:gd name="connsiteY3924" fmla="*/ 371475 h 885825"/>
                <a:gd name="connsiteX3925" fmla="*/ 249174 w 504825"/>
                <a:gd name="connsiteY3925" fmla="*/ 369379 h 885825"/>
                <a:gd name="connsiteX3926" fmla="*/ 248507 w 504825"/>
                <a:gd name="connsiteY3926" fmla="*/ 368522 h 885825"/>
                <a:gd name="connsiteX3927" fmla="*/ 248126 w 504825"/>
                <a:gd name="connsiteY3927" fmla="*/ 367665 h 885825"/>
                <a:gd name="connsiteX3928" fmla="*/ 247555 w 504825"/>
                <a:gd name="connsiteY3928" fmla="*/ 365569 h 885825"/>
                <a:gd name="connsiteX3929" fmla="*/ 247364 w 504825"/>
                <a:gd name="connsiteY3929" fmla="*/ 363569 h 885825"/>
                <a:gd name="connsiteX3930" fmla="*/ 245459 w 504825"/>
                <a:gd name="connsiteY3930" fmla="*/ 357092 h 885825"/>
                <a:gd name="connsiteX3931" fmla="*/ 245364 w 504825"/>
                <a:gd name="connsiteY3931" fmla="*/ 356140 h 885825"/>
                <a:gd name="connsiteX3932" fmla="*/ 245364 w 504825"/>
                <a:gd name="connsiteY3932" fmla="*/ 353759 h 885825"/>
                <a:gd name="connsiteX3933" fmla="*/ 245650 w 504825"/>
                <a:gd name="connsiteY3933" fmla="*/ 352901 h 885825"/>
                <a:gd name="connsiteX3934" fmla="*/ 246412 w 504825"/>
                <a:gd name="connsiteY3934" fmla="*/ 352234 h 885825"/>
                <a:gd name="connsiteX3935" fmla="*/ 247459 w 504825"/>
                <a:gd name="connsiteY3935" fmla="*/ 351853 h 885825"/>
                <a:gd name="connsiteX3936" fmla="*/ 248602 w 504825"/>
                <a:gd name="connsiteY3936" fmla="*/ 351663 h 885825"/>
                <a:gd name="connsiteX3937" fmla="*/ 250507 w 504825"/>
                <a:gd name="connsiteY3937" fmla="*/ 351568 h 885825"/>
                <a:gd name="connsiteX3938" fmla="*/ 251460 w 504825"/>
                <a:gd name="connsiteY3938" fmla="*/ 351377 h 885825"/>
                <a:gd name="connsiteX3939" fmla="*/ 251365 w 504825"/>
                <a:gd name="connsiteY3939" fmla="*/ 350806 h 885825"/>
                <a:gd name="connsiteX3940" fmla="*/ 250698 w 504825"/>
                <a:gd name="connsiteY3940" fmla="*/ 350044 h 885825"/>
                <a:gd name="connsiteX3941" fmla="*/ 247364 w 504825"/>
                <a:gd name="connsiteY3941" fmla="*/ 347472 h 885825"/>
                <a:gd name="connsiteX3942" fmla="*/ 246983 w 504825"/>
                <a:gd name="connsiteY3942" fmla="*/ 346996 h 885825"/>
                <a:gd name="connsiteX3943" fmla="*/ 246602 w 504825"/>
                <a:gd name="connsiteY3943" fmla="*/ 346424 h 885825"/>
                <a:gd name="connsiteX3944" fmla="*/ 244411 w 504825"/>
                <a:gd name="connsiteY3944" fmla="*/ 343852 h 885825"/>
                <a:gd name="connsiteX3945" fmla="*/ 244697 w 504825"/>
                <a:gd name="connsiteY3945" fmla="*/ 343662 h 885825"/>
                <a:gd name="connsiteX3946" fmla="*/ 245173 w 504825"/>
                <a:gd name="connsiteY3946" fmla="*/ 343281 h 885825"/>
                <a:gd name="connsiteX3947" fmla="*/ 245459 w 504825"/>
                <a:gd name="connsiteY3947" fmla="*/ 343091 h 885825"/>
                <a:gd name="connsiteX3948" fmla="*/ 244507 w 504825"/>
                <a:gd name="connsiteY3948" fmla="*/ 341852 h 885825"/>
                <a:gd name="connsiteX3949" fmla="*/ 243649 w 504825"/>
                <a:gd name="connsiteY3949" fmla="*/ 340519 h 885825"/>
                <a:gd name="connsiteX3950" fmla="*/ 243078 w 504825"/>
                <a:gd name="connsiteY3950" fmla="*/ 339090 h 885825"/>
                <a:gd name="connsiteX3951" fmla="*/ 242888 w 504825"/>
                <a:gd name="connsiteY3951" fmla="*/ 337661 h 885825"/>
                <a:gd name="connsiteX3952" fmla="*/ 242506 w 504825"/>
                <a:gd name="connsiteY3952" fmla="*/ 336709 h 885825"/>
                <a:gd name="connsiteX3953" fmla="*/ 240792 w 504825"/>
                <a:gd name="connsiteY3953" fmla="*/ 333947 h 885825"/>
                <a:gd name="connsiteX3954" fmla="*/ 240125 w 504825"/>
                <a:gd name="connsiteY3954" fmla="*/ 333375 h 885825"/>
                <a:gd name="connsiteX3955" fmla="*/ 239744 w 504825"/>
                <a:gd name="connsiteY3955" fmla="*/ 332803 h 885825"/>
                <a:gd name="connsiteX3956" fmla="*/ 238696 w 504825"/>
                <a:gd name="connsiteY3956" fmla="*/ 327374 h 885825"/>
                <a:gd name="connsiteX3957" fmla="*/ 238411 w 504825"/>
                <a:gd name="connsiteY3957" fmla="*/ 326326 h 885825"/>
                <a:gd name="connsiteX3958" fmla="*/ 237744 w 504825"/>
                <a:gd name="connsiteY3958" fmla="*/ 325565 h 885825"/>
                <a:gd name="connsiteX3959" fmla="*/ 236410 w 504825"/>
                <a:gd name="connsiteY3959" fmla="*/ 324802 h 885825"/>
                <a:gd name="connsiteX3960" fmla="*/ 234886 w 504825"/>
                <a:gd name="connsiteY3960" fmla="*/ 323564 h 885825"/>
                <a:gd name="connsiteX3961" fmla="*/ 233648 w 504825"/>
                <a:gd name="connsiteY3961" fmla="*/ 321659 h 885825"/>
                <a:gd name="connsiteX3962" fmla="*/ 232981 w 504825"/>
                <a:gd name="connsiteY3962" fmla="*/ 319373 h 885825"/>
                <a:gd name="connsiteX3963" fmla="*/ 233077 w 504825"/>
                <a:gd name="connsiteY3963" fmla="*/ 316992 h 885825"/>
                <a:gd name="connsiteX3964" fmla="*/ 233553 w 504825"/>
                <a:gd name="connsiteY3964" fmla="*/ 315659 h 885825"/>
                <a:gd name="connsiteX3965" fmla="*/ 233934 w 504825"/>
                <a:gd name="connsiteY3965" fmla="*/ 315373 h 885825"/>
                <a:gd name="connsiteX3966" fmla="*/ 234505 w 504825"/>
                <a:gd name="connsiteY3966" fmla="*/ 315659 h 885825"/>
                <a:gd name="connsiteX3967" fmla="*/ 235458 w 504825"/>
                <a:gd name="connsiteY3967" fmla="*/ 315849 h 885825"/>
                <a:gd name="connsiteX3968" fmla="*/ 237458 w 504825"/>
                <a:gd name="connsiteY3968" fmla="*/ 313277 h 885825"/>
                <a:gd name="connsiteX3969" fmla="*/ 237934 w 504825"/>
                <a:gd name="connsiteY3969" fmla="*/ 312420 h 885825"/>
                <a:gd name="connsiteX3970" fmla="*/ 238315 w 504825"/>
                <a:gd name="connsiteY3970" fmla="*/ 311372 h 885825"/>
                <a:gd name="connsiteX3971" fmla="*/ 238792 w 504825"/>
                <a:gd name="connsiteY3971" fmla="*/ 307848 h 885825"/>
                <a:gd name="connsiteX3972" fmla="*/ 239173 w 504825"/>
                <a:gd name="connsiteY3972" fmla="*/ 307181 h 885825"/>
                <a:gd name="connsiteX3973" fmla="*/ 241935 w 504825"/>
                <a:gd name="connsiteY3973" fmla="*/ 304800 h 885825"/>
                <a:gd name="connsiteX3974" fmla="*/ 242602 w 504825"/>
                <a:gd name="connsiteY3974" fmla="*/ 303943 h 885825"/>
                <a:gd name="connsiteX3975" fmla="*/ 242888 w 504825"/>
                <a:gd name="connsiteY3975" fmla="*/ 302895 h 885825"/>
                <a:gd name="connsiteX3976" fmla="*/ 243268 w 504825"/>
                <a:gd name="connsiteY3976" fmla="*/ 301942 h 885825"/>
                <a:gd name="connsiteX3977" fmla="*/ 244221 w 504825"/>
                <a:gd name="connsiteY3977" fmla="*/ 301181 h 885825"/>
                <a:gd name="connsiteX3978" fmla="*/ 246221 w 504825"/>
                <a:gd name="connsiteY3978" fmla="*/ 300037 h 885825"/>
                <a:gd name="connsiteX3979" fmla="*/ 245745 w 504825"/>
                <a:gd name="connsiteY3979" fmla="*/ 299657 h 885825"/>
                <a:gd name="connsiteX3980" fmla="*/ 245269 w 504825"/>
                <a:gd name="connsiteY3980" fmla="*/ 299466 h 885825"/>
                <a:gd name="connsiteX3981" fmla="*/ 244411 w 504825"/>
                <a:gd name="connsiteY3981" fmla="*/ 299275 h 885825"/>
                <a:gd name="connsiteX3982" fmla="*/ 246602 w 504825"/>
                <a:gd name="connsiteY3982" fmla="*/ 296704 h 885825"/>
                <a:gd name="connsiteX3983" fmla="*/ 246888 w 504825"/>
                <a:gd name="connsiteY3983" fmla="*/ 295942 h 885825"/>
                <a:gd name="connsiteX3984" fmla="*/ 246316 w 504825"/>
                <a:gd name="connsiteY3984" fmla="*/ 294799 h 885825"/>
                <a:gd name="connsiteX3985" fmla="*/ 245078 w 504825"/>
                <a:gd name="connsiteY3985" fmla="*/ 294418 h 885825"/>
                <a:gd name="connsiteX3986" fmla="*/ 243840 w 504825"/>
                <a:gd name="connsiteY3986" fmla="*/ 294323 h 885825"/>
                <a:gd name="connsiteX3987" fmla="*/ 243268 w 504825"/>
                <a:gd name="connsiteY3987" fmla="*/ 293846 h 885825"/>
                <a:gd name="connsiteX3988" fmla="*/ 243078 w 504825"/>
                <a:gd name="connsiteY3988" fmla="*/ 292799 h 885825"/>
                <a:gd name="connsiteX3989" fmla="*/ 242221 w 504825"/>
                <a:gd name="connsiteY3989" fmla="*/ 290893 h 885825"/>
                <a:gd name="connsiteX3990" fmla="*/ 242125 w 504825"/>
                <a:gd name="connsiteY3990" fmla="*/ 289560 h 885825"/>
                <a:gd name="connsiteX3991" fmla="*/ 242506 w 504825"/>
                <a:gd name="connsiteY3991" fmla="*/ 287274 h 885825"/>
                <a:gd name="connsiteX3992" fmla="*/ 242888 w 504825"/>
                <a:gd name="connsiteY3992" fmla="*/ 286131 h 885825"/>
                <a:gd name="connsiteX3993" fmla="*/ 243459 w 504825"/>
                <a:gd name="connsiteY3993" fmla="*/ 285274 h 885825"/>
                <a:gd name="connsiteX3994" fmla="*/ 244316 w 504825"/>
                <a:gd name="connsiteY3994" fmla="*/ 284607 h 885825"/>
                <a:gd name="connsiteX3995" fmla="*/ 246888 w 504825"/>
                <a:gd name="connsiteY3995" fmla="*/ 283274 h 885825"/>
                <a:gd name="connsiteX3996" fmla="*/ 248793 w 504825"/>
                <a:gd name="connsiteY3996" fmla="*/ 280987 h 885825"/>
                <a:gd name="connsiteX3997" fmla="*/ 249079 w 504825"/>
                <a:gd name="connsiteY3997" fmla="*/ 280416 h 885825"/>
                <a:gd name="connsiteX3998" fmla="*/ 252698 w 504825"/>
                <a:gd name="connsiteY3998" fmla="*/ 277368 h 885825"/>
                <a:gd name="connsiteX3999" fmla="*/ 253174 w 504825"/>
                <a:gd name="connsiteY3999" fmla="*/ 277177 h 885825"/>
                <a:gd name="connsiteX4000" fmla="*/ 253651 w 504825"/>
                <a:gd name="connsiteY4000" fmla="*/ 277368 h 885825"/>
                <a:gd name="connsiteX4001" fmla="*/ 254032 w 504825"/>
                <a:gd name="connsiteY4001" fmla="*/ 277463 h 885825"/>
                <a:gd name="connsiteX4002" fmla="*/ 254603 w 504825"/>
                <a:gd name="connsiteY4002" fmla="*/ 277273 h 885825"/>
                <a:gd name="connsiteX4003" fmla="*/ 255175 w 504825"/>
                <a:gd name="connsiteY4003" fmla="*/ 276892 h 885825"/>
                <a:gd name="connsiteX4004" fmla="*/ 256794 w 504825"/>
                <a:gd name="connsiteY4004" fmla="*/ 276511 h 885825"/>
                <a:gd name="connsiteX4005" fmla="*/ 257556 w 504825"/>
                <a:gd name="connsiteY4005" fmla="*/ 276034 h 885825"/>
                <a:gd name="connsiteX4006" fmla="*/ 258223 w 504825"/>
                <a:gd name="connsiteY4006" fmla="*/ 275463 h 885825"/>
                <a:gd name="connsiteX4007" fmla="*/ 258889 w 504825"/>
                <a:gd name="connsiteY4007" fmla="*/ 274987 h 885825"/>
                <a:gd name="connsiteX4008" fmla="*/ 260794 w 504825"/>
                <a:gd name="connsiteY4008" fmla="*/ 274510 h 885825"/>
                <a:gd name="connsiteX4009" fmla="*/ 262699 w 504825"/>
                <a:gd name="connsiteY4009" fmla="*/ 274225 h 885825"/>
                <a:gd name="connsiteX4010" fmla="*/ 263461 w 504825"/>
                <a:gd name="connsiteY4010" fmla="*/ 273939 h 885825"/>
                <a:gd name="connsiteX4011" fmla="*/ 266509 w 504825"/>
                <a:gd name="connsiteY4011" fmla="*/ 272320 h 885825"/>
                <a:gd name="connsiteX4012" fmla="*/ 268510 w 504825"/>
                <a:gd name="connsiteY4012" fmla="*/ 271653 h 885825"/>
                <a:gd name="connsiteX4013" fmla="*/ 269367 w 504825"/>
                <a:gd name="connsiteY4013" fmla="*/ 271177 h 885825"/>
                <a:gd name="connsiteX4014" fmla="*/ 269748 w 504825"/>
                <a:gd name="connsiteY4014" fmla="*/ 270319 h 885825"/>
                <a:gd name="connsiteX4015" fmla="*/ 269748 w 504825"/>
                <a:gd name="connsiteY4015" fmla="*/ 269367 h 885825"/>
                <a:gd name="connsiteX4016" fmla="*/ 269938 w 504825"/>
                <a:gd name="connsiteY4016" fmla="*/ 268415 h 885825"/>
                <a:gd name="connsiteX4017" fmla="*/ 270510 w 504825"/>
                <a:gd name="connsiteY4017" fmla="*/ 267652 h 885825"/>
                <a:gd name="connsiteX4018" fmla="*/ 271558 w 504825"/>
                <a:gd name="connsiteY4018" fmla="*/ 267176 h 885825"/>
                <a:gd name="connsiteX4019" fmla="*/ 272986 w 504825"/>
                <a:gd name="connsiteY4019" fmla="*/ 267367 h 885825"/>
                <a:gd name="connsiteX4020" fmla="*/ 273272 w 504825"/>
                <a:gd name="connsiteY4020" fmla="*/ 268319 h 885825"/>
                <a:gd name="connsiteX4021" fmla="*/ 272796 w 504825"/>
                <a:gd name="connsiteY4021" fmla="*/ 269367 h 885825"/>
                <a:gd name="connsiteX4022" fmla="*/ 271177 w 504825"/>
                <a:gd name="connsiteY4022" fmla="*/ 270319 h 885825"/>
                <a:gd name="connsiteX4023" fmla="*/ 270700 w 504825"/>
                <a:gd name="connsiteY4023" fmla="*/ 271462 h 885825"/>
                <a:gd name="connsiteX4024" fmla="*/ 270415 w 504825"/>
                <a:gd name="connsiteY4024" fmla="*/ 272701 h 885825"/>
                <a:gd name="connsiteX4025" fmla="*/ 270034 w 504825"/>
                <a:gd name="connsiteY4025" fmla="*/ 273558 h 885825"/>
                <a:gd name="connsiteX4026" fmla="*/ 267557 w 504825"/>
                <a:gd name="connsiteY4026" fmla="*/ 275273 h 885825"/>
                <a:gd name="connsiteX4027" fmla="*/ 267176 w 504825"/>
                <a:gd name="connsiteY4027" fmla="*/ 277368 h 885825"/>
                <a:gd name="connsiteX4028" fmla="*/ 266986 w 504825"/>
                <a:gd name="connsiteY4028" fmla="*/ 278416 h 885825"/>
                <a:gd name="connsiteX4029" fmla="*/ 266414 w 504825"/>
                <a:gd name="connsiteY4029" fmla="*/ 279368 h 885825"/>
                <a:gd name="connsiteX4030" fmla="*/ 265366 w 504825"/>
                <a:gd name="connsiteY4030" fmla="*/ 280892 h 885825"/>
                <a:gd name="connsiteX4031" fmla="*/ 265747 w 504825"/>
                <a:gd name="connsiteY4031" fmla="*/ 281273 h 885825"/>
                <a:gd name="connsiteX4032" fmla="*/ 266700 w 504825"/>
                <a:gd name="connsiteY4032" fmla="*/ 280130 h 885825"/>
                <a:gd name="connsiteX4033" fmla="*/ 268986 w 504825"/>
                <a:gd name="connsiteY4033" fmla="*/ 278701 h 885825"/>
                <a:gd name="connsiteX4034" fmla="*/ 269748 w 504825"/>
                <a:gd name="connsiteY4034" fmla="*/ 277463 h 885825"/>
                <a:gd name="connsiteX4035" fmla="*/ 269748 w 504825"/>
                <a:gd name="connsiteY4035" fmla="*/ 277177 h 885825"/>
                <a:gd name="connsiteX4036" fmla="*/ 269653 w 504825"/>
                <a:gd name="connsiteY4036" fmla="*/ 276797 h 885825"/>
                <a:gd name="connsiteX4037" fmla="*/ 269653 w 504825"/>
                <a:gd name="connsiteY4037" fmla="*/ 276416 h 885825"/>
                <a:gd name="connsiteX4038" fmla="*/ 269748 w 504825"/>
                <a:gd name="connsiteY4038" fmla="*/ 275939 h 885825"/>
                <a:gd name="connsiteX4039" fmla="*/ 269938 w 504825"/>
                <a:gd name="connsiteY4039" fmla="*/ 275653 h 885825"/>
                <a:gd name="connsiteX4040" fmla="*/ 270129 w 504825"/>
                <a:gd name="connsiteY4040" fmla="*/ 275558 h 885825"/>
                <a:gd name="connsiteX4041" fmla="*/ 270319 w 504825"/>
                <a:gd name="connsiteY4041" fmla="*/ 275463 h 885825"/>
                <a:gd name="connsiteX4042" fmla="*/ 271939 w 504825"/>
                <a:gd name="connsiteY4042" fmla="*/ 273749 h 885825"/>
                <a:gd name="connsiteX4043" fmla="*/ 273748 w 504825"/>
                <a:gd name="connsiteY4043" fmla="*/ 272320 h 885825"/>
                <a:gd name="connsiteX4044" fmla="*/ 275177 w 504825"/>
                <a:gd name="connsiteY4044" fmla="*/ 270415 h 885825"/>
                <a:gd name="connsiteX4045" fmla="*/ 275463 w 504825"/>
                <a:gd name="connsiteY4045" fmla="*/ 270319 h 885825"/>
                <a:gd name="connsiteX4046" fmla="*/ 276320 w 504825"/>
                <a:gd name="connsiteY4046" fmla="*/ 270224 h 885825"/>
                <a:gd name="connsiteX4047" fmla="*/ 276606 w 504825"/>
                <a:gd name="connsiteY4047" fmla="*/ 270034 h 885825"/>
                <a:gd name="connsiteX4048" fmla="*/ 276701 w 504825"/>
                <a:gd name="connsiteY4048" fmla="*/ 269748 h 885825"/>
                <a:gd name="connsiteX4049" fmla="*/ 276606 w 504825"/>
                <a:gd name="connsiteY4049" fmla="*/ 268891 h 885825"/>
                <a:gd name="connsiteX4050" fmla="*/ 276606 w 504825"/>
                <a:gd name="connsiteY4050" fmla="*/ 268510 h 885825"/>
                <a:gd name="connsiteX4051" fmla="*/ 277939 w 504825"/>
                <a:gd name="connsiteY4051" fmla="*/ 266319 h 885825"/>
                <a:gd name="connsiteX4052" fmla="*/ 278130 w 504825"/>
                <a:gd name="connsiteY4052" fmla="*/ 265557 h 885825"/>
                <a:gd name="connsiteX4053" fmla="*/ 277177 w 504825"/>
                <a:gd name="connsiteY4053" fmla="*/ 266224 h 885825"/>
                <a:gd name="connsiteX4054" fmla="*/ 276225 w 504825"/>
                <a:gd name="connsiteY4054" fmla="*/ 267081 h 885825"/>
                <a:gd name="connsiteX4055" fmla="*/ 275939 w 504825"/>
                <a:gd name="connsiteY4055" fmla="*/ 265652 h 885825"/>
                <a:gd name="connsiteX4056" fmla="*/ 277654 w 504825"/>
                <a:gd name="connsiteY4056" fmla="*/ 262223 h 885825"/>
                <a:gd name="connsiteX4057" fmla="*/ 278035 w 504825"/>
                <a:gd name="connsiteY4057" fmla="*/ 260318 h 885825"/>
                <a:gd name="connsiteX4058" fmla="*/ 277654 w 504825"/>
                <a:gd name="connsiteY4058" fmla="*/ 260318 h 885825"/>
                <a:gd name="connsiteX4059" fmla="*/ 277558 w 504825"/>
                <a:gd name="connsiteY4059" fmla="*/ 260699 h 885825"/>
                <a:gd name="connsiteX4060" fmla="*/ 277177 w 504825"/>
                <a:gd name="connsiteY4060" fmla="*/ 261461 h 885825"/>
                <a:gd name="connsiteX4061" fmla="*/ 276511 w 504825"/>
                <a:gd name="connsiteY4061" fmla="*/ 259842 h 885825"/>
                <a:gd name="connsiteX4062" fmla="*/ 276415 w 504825"/>
                <a:gd name="connsiteY4062" fmla="*/ 259270 h 885825"/>
                <a:gd name="connsiteX4063" fmla="*/ 276796 w 504825"/>
                <a:gd name="connsiteY4063" fmla="*/ 258509 h 885825"/>
                <a:gd name="connsiteX4064" fmla="*/ 277749 w 504825"/>
                <a:gd name="connsiteY4064" fmla="*/ 257842 h 885825"/>
                <a:gd name="connsiteX4065" fmla="*/ 277844 w 504825"/>
                <a:gd name="connsiteY4065" fmla="*/ 257556 h 885825"/>
                <a:gd name="connsiteX4066" fmla="*/ 277844 w 504825"/>
                <a:gd name="connsiteY4066" fmla="*/ 256413 h 885825"/>
                <a:gd name="connsiteX4067" fmla="*/ 277939 w 504825"/>
                <a:gd name="connsiteY4067" fmla="*/ 255937 h 885825"/>
                <a:gd name="connsiteX4068" fmla="*/ 278225 w 504825"/>
                <a:gd name="connsiteY4068" fmla="*/ 255460 h 885825"/>
                <a:gd name="connsiteX4069" fmla="*/ 278511 w 504825"/>
                <a:gd name="connsiteY4069" fmla="*/ 255079 h 885825"/>
                <a:gd name="connsiteX4070" fmla="*/ 278987 w 504825"/>
                <a:gd name="connsiteY4070" fmla="*/ 254603 h 885825"/>
                <a:gd name="connsiteX4071" fmla="*/ 280702 w 504825"/>
                <a:gd name="connsiteY4071" fmla="*/ 253175 h 885825"/>
                <a:gd name="connsiteX4072" fmla="*/ 281464 w 504825"/>
                <a:gd name="connsiteY4072" fmla="*/ 252127 h 885825"/>
                <a:gd name="connsiteX4073" fmla="*/ 282797 w 504825"/>
                <a:gd name="connsiteY4073" fmla="*/ 249365 h 885825"/>
                <a:gd name="connsiteX4074" fmla="*/ 283464 w 504825"/>
                <a:gd name="connsiteY4074" fmla="*/ 248507 h 885825"/>
                <a:gd name="connsiteX4075" fmla="*/ 283845 w 504825"/>
                <a:gd name="connsiteY4075" fmla="*/ 247936 h 885825"/>
                <a:gd name="connsiteX4076" fmla="*/ 284893 w 504825"/>
                <a:gd name="connsiteY4076" fmla="*/ 245650 h 885825"/>
                <a:gd name="connsiteX4077" fmla="*/ 285369 w 504825"/>
                <a:gd name="connsiteY4077" fmla="*/ 244126 h 885825"/>
                <a:gd name="connsiteX4078" fmla="*/ 287941 w 504825"/>
                <a:gd name="connsiteY4078" fmla="*/ 239744 h 885825"/>
                <a:gd name="connsiteX4079" fmla="*/ 289369 w 504825"/>
                <a:gd name="connsiteY4079" fmla="*/ 235839 h 885825"/>
                <a:gd name="connsiteX4080" fmla="*/ 290227 w 504825"/>
                <a:gd name="connsiteY4080" fmla="*/ 234220 h 885825"/>
                <a:gd name="connsiteX4081" fmla="*/ 289941 w 504825"/>
                <a:gd name="connsiteY4081" fmla="*/ 233267 h 885825"/>
                <a:gd name="connsiteX4082" fmla="*/ 290608 w 504825"/>
                <a:gd name="connsiteY4082" fmla="*/ 228981 h 885825"/>
                <a:gd name="connsiteX4083" fmla="*/ 291179 w 504825"/>
                <a:gd name="connsiteY4083" fmla="*/ 227648 h 885825"/>
                <a:gd name="connsiteX4084" fmla="*/ 291465 w 504825"/>
                <a:gd name="connsiteY4084" fmla="*/ 227362 h 885825"/>
                <a:gd name="connsiteX4085" fmla="*/ 291846 w 504825"/>
                <a:gd name="connsiteY4085" fmla="*/ 227076 h 885825"/>
                <a:gd name="connsiteX4086" fmla="*/ 292036 w 504825"/>
                <a:gd name="connsiteY4086" fmla="*/ 226504 h 885825"/>
                <a:gd name="connsiteX4087" fmla="*/ 292227 w 504825"/>
                <a:gd name="connsiteY4087" fmla="*/ 225838 h 885825"/>
                <a:gd name="connsiteX4088" fmla="*/ 292513 w 504825"/>
                <a:gd name="connsiteY4088" fmla="*/ 225361 h 885825"/>
                <a:gd name="connsiteX4089" fmla="*/ 293180 w 504825"/>
                <a:gd name="connsiteY4089" fmla="*/ 224504 h 885825"/>
                <a:gd name="connsiteX4090" fmla="*/ 293560 w 504825"/>
                <a:gd name="connsiteY4090" fmla="*/ 223457 h 885825"/>
                <a:gd name="connsiteX4091" fmla="*/ 293560 w 504825"/>
                <a:gd name="connsiteY4091" fmla="*/ 222409 h 885825"/>
                <a:gd name="connsiteX4092" fmla="*/ 293084 w 504825"/>
                <a:gd name="connsiteY4092" fmla="*/ 221456 h 885825"/>
                <a:gd name="connsiteX4093" fmla="*/ 292132 w 504825"/>
                <a:gd name="connsiteY4093" fmla="*/ 220790 h 885825"/>
                <a:gd name="connsiteX4094" fmla="*/ 291560 w 504825"/>
                <a:gd name="connsiteY4094" fmla="*/ 221170 h 885825"/>
                <a:gd name="connsiteX4095" fmla="*/ 291084 w 504825"/>
                <a:gd name="connsiteY4095" fmla="*/ 221647 h 885825"/>
                <a:gd name="connsiteX4096" fmla="*/ 290227 w 504825"/>
                <a:gd name="connsiteY4096" fmla="*/ 221361 h 885825"/>
                <a:gd name="connsiteX4097" fmla="*/ 290036 w 504825"/>
                <a:gd name="connsiteY4097" fmla="*/ 221647 h 885825"/>
                <a:gd name="connsiteX4098" fmla="*/ 289655 w 504825"/>
                <a:gd name="connsiteY4098" fmla="*/ 221933 h 885825"/>
                <a:gd name="connsiteX4099" fmla="*/ 289465 w 504825"/>
                <a:gd name="connsiteY4099" fmla="*/ 222218 h 885825"/>
                <a:gd name="connsiteX4100" fmla="*/ 288988 w 504825"/>
                <a:gd name="connsiteY4100" fmla="*/ 221456 h 885825"/>
                <a:gd name="connsiteX4101" fmla="*/ 287655 w 504825"/>
                <a:gd name="connsiteY4101" fmla="*/ 220504 h 885825"/>
                <a:gd name="connsiteX4102" fmla="*/ 287274 w 504825"/>
                <a:gd name="connsiteY4102" fmla="*/ 219647 h 885825"/>
                <a:gd name="connsiteX4103" fmla="*/ 287369 w 504825"/>
                <a:gd name="connsiteY4103" fmla="*/ 218884 h 885825"/>
                <a:gd name="connsiteX4104" fmla="*/ 287941 w 504825"/>
                <a:gd name="connsiteY4104" fmla="*/ 217265 h 885825"/>
                <a:gd name="connsiteX4105" fmla="*/ 288036 w 504825"/>
                <a:gd name="connsiteY4105" fmla="*/ 216503 h 885825"/>
                <a:gd name="connsiteX4106" fmla="*/ 287941 w 504825"/>
                <a:gd name="connsiteY4106" fmla="*/ 215836 h 885825"/>
                <a:gd name="connsiteX4107" fmla="*/ 287464 w 504825"/>
                <a:gd name="connsiteY4107" fmla="*/ 214312 h 885825"/>
                <a:gd name="connsiteX4108" fmla="*/ 287369 w 504825"/>
                <a:gd name="connsiteY4108" fmla="*/ 213550 h 885825"/>
                <a:gd name="connsiteX4109" fmla="*/ 287655 w 504825"/>
                <a:gd name="connsiteY4109" fmla="*/ 213074 h 885825"/>
                <a:gd name="connsiteX4110" fmla="*/ 288226 w 504825"/>
                <a:gd name="connsiteY4110" fmla="*/ 213265 h 885825"/>
                <a:gd name="connsiteX4111" fmla="*/ 289179 w 504825"/>
                <a:gd name="connsiteY4111" fmla="*/ 214027 h 885825"/>
                <a:gd name="connsiteX4112" fmla="*/ 288703 w 504825"/>
                <a:gd name="connsiteY4112" fmla="*/ 212598 h 885825"/>
                <a:gd name="connsiteX4113" fmla="*/ 287655 w 504825"/>
                <a:gd name="connsiteY4113" fmla="*/ 211169 h 885825"/>
                <a:gd name="connsiteX4114" fmla="*/ 286798 w 504825"/>
                <a:gd name="connsiteY4114" fmla="*/ 210598 h 885825"/>
                <a:gd name="connsiteX4115" fmla="*/ 287083 w 504825"/>
                <a:gd name="connsiteY4115" fmla="*/ 211836 h 885825"/>
                <a:gd name="connsiteX4116" fmla="*/ 286417 w 504825"/>
                <a:gd name="connsiteY4116" fmla="*/ 211265 h 885825"/>
                <a:gd name="connsiteX4117" fmla="*/ 285940 w 504825"/>
                <a:gd name="connsiteY4117" fmla="*/ 209550 h 885825"/>
                <a:gd name="connsiteX4118" fmla="*/ 285083 w 504825"/>
                <a:gd name="connsiteY4118" fmla="*/ 209169 h 885825"/>
                <a:gd name="connsiteX4119" fmla="*/ 284416 w 504825"/>
                <a:gd name="connsiteY4119" fmla="*/ 209264 h 885825"/>
                <a:gd name="connsiteX4120" fmla="*/ 282988 w 504825"/>
                <a:gd name="connsiteY4120" fmla="*/ 209836 h 885825"/>
                <a:gd name="connsiteX4121" fmla="*/ 282321 w 504825"/>
                <a:gd name="connsiteY4121" fmla="*/ 209836 h 885825"/>
                <a:gd name="connsiteX4122" fmla="*/ 281845 w 504825"/>
                <a:gd name="connsiteY4122" fmla="*/ 209645 h 885825"/>
                <a:gd name="connsiteX4123" fmla="*/ 280892 w 504825"/>
                <a:gd name="connsiteY4123" fmla="*/ 208788 h 885825"/>
                <a:gd name="connsiteX4124" fmla="*/ 280416 w 504825"/>
                <a:gd name="connsiteY4124" fmla="*/ 208788 h 885825"/>
                <a:gd name="connsiteX4125" fmla="*/ 280035 w 504825"/>
                <a:gd name="connsiteY4125" fmla="*/ 208978 h 885825"/>
                <a:gd name="connsiteX4126" fmla="*/ 279749 w 504825"/>
                <a:gd name="connsiteY4126" fmla="*/ 209169 h 885825"/>
                <a:gd name="connsiteX4127" fmla="*/ 279559 w 504825"/>
                <a:gd name="connsiteY4127" fmla="*/ 209264 h 885825"/>
                <a:gd name="connsiteX4128" fmla="*/ 278987 w 504825"/>
                <a:gd name="connsiteY4128" fmla="*/ 208883 h 885825"/>
                <a:gd name="connsiteX4129" fmla="*/ 278701 w 504825"/>
                <a:gd name="connsiteY4129" fmla="*/ 208121 h 885825"/>
                <a:gd name="connsiteX4130" fmla="*/ 278606 w 504825"/>
                <a:gd name="connsiteY4130" fmla="*/ 207264 h 885825"/>
                <a:gd name="connsiteX4131" fmla="*/ 278321 w 504825"/>
                <a:gd name="connsiteY4131" fmla="*/ 206692 h 885825"/>
                <a:gd name="connsiteX4132" fmla="*/ 278321 w 504825"/>
                <a:gd name="connsiteY4132" fmla="*/ 205359 h 885825"/>
                <a:gd name="connsiteX4133" fmla="*/ 277558 w 504825"/>
                <a:gd name="connsiteY4133" fmla="*/ 204025 h 885825"/>
                <a:gd name="connsiteX4134" fmla="*/ 276606 w 504825"/>
                <a:gd name="connsiteY4134" fmla="*/ 202787 h 885825"/>
                <a:gd name="connsiteX4135" fmla="*/ 276130 w 504825"/>
                <a:gd name="connsiteY4135" fmla="*/ 201740 h 885825"/>
                <a:gd name="connsiteX4136" fmla="*/ 275939 w 504825"/>
                <a:gd name="connsiteY4136" fmla="*/ 200406 h 885825"/>
                <a:gd name="connsiteX4137" fmla="*/ 274320 w 504825"/>
                <a:gd name="connsiteY4137" fmla="*/ 196310 h 885825"/>
                <a:gd name="connsiteX4138" fmla="*/ 273939 w 504825"/>
                <a:gd name="connsiteY4138" fmla="*/ 194882 h 885825"/>
                <a:gd name="connsiteX4139" fmla="*/ 273939 w 504825"/>
                <a:gd name="connsiteY4139" fmla="*/ 190024 h 885825"/>
                <a:gd name="connsiteX4140" fmla="*/ 273748 w 504825"/>
                <a:gd name="connsiteY4140" fmla="*/ 189548 h 885825"/>
                <a:gd name="connsiteX4141" fmla="*/ 273082 w 504825"/>
                <a:gd name="connsiteY4141" fmla="*/ 188785 h 885825"/>
                <a:gd name="connsiteX4142" fmla="*/ 272891 w 504825"/>
                <a:gd name="connsiteY4142" fmla="*/ 188404 h 885825"/>
                <a:gd name="connsiteX4143" fmla="*/ 272891 w 504825"/>
                <a:gd name="connsiteY4143" fmla="*/ 188024 h 885825"/>
                <a:gd name="connsiteX4144" fmla="*/ 273272 w 504825"/>
                <a:gd name="connsiteY4144" fmla="*/ 187357 h 885825"/>
                <a:gd name="connsiteX4145" fmla="*/ 273272 w 504825"/>
                <a:gd name="connsiteY4145" fmla="*/ 186881 h 885825"/>
                <a:gd name="connsiteX4146" fmla="*/ 273082 w 504825"/>
                <a:gd name="connsiteY4146" fmla="*/ 185642 h 885825"/>
                <a:gd name="connsiteX4147" fmla="*/ 273082 w 504825"/>
                <a:gd name="connsiteY4147" fmla="*/ 185071 h 885825"/>
                <a:gd name="connsiteX4148" fmla="*/ 275368 w 504825"/>
                <a:gd name="connsiteY4148" fmla="*/ 174879 h 885825"/>
                <a:gd name="connsiteX4149" fmla="*/ 275368 w 504825"/>
                <a:gd name="connsiteY4149" fmla="*/ 174212 h 885825"/>
                <a:gd name="connsiteX4150" fmla="*/ 275082 w 504825"/>
                <a:gd name="connsiteY4150" fmla="*/ 172402 h 885825"/>
                <a:gd name="connsiteX4151" fmla="*/ 275082 w 504825"/>
                <a:gd name="connsiteY4151" fmla="*/ 170498 h 885825"/>
                <a:gd name="connsiteX4152" fmla="*/ 274987 w 504825"/>
                <a:gd name="connsiteY4152" fmla="*/ 170021 h 885825"/>
                <a:gd name="connsiteX4153" fmla="*/ 274796 w 504825"/>
                <a:gd name="connsiteY4153" fmla="*/ 169640 h 885825"/>
                <a:gd name="connsiteX4154" fmla="*/ 274606 w 504825"/>
                <a:gd name="connsiteY4154" fmla="*/ 169164 h 885825"/>
                <a:gd name="connsiteX4155" fmla="*/ 274606 w 504825"/>
                <a:gd name="connsiteY4155" fmla="*/ 168497 h 885825"/>
                <a:gd name="connsiteX4156" fmla="*/ 274891 w 504825"/>
                <a:gd name="connsiteY4156" fmla="*/ 167735 h 885825"/>
                <a:gd name="connsiteX4157" fmla="*/ 275177 w 504825"/>
                <a:gd name="connsiteY4157" fmla="*/ 167354 h 885825"/>
                <a:gd name="connsiteX4158" fmla="*/ 276987 w 504825"/>
                <a:gd name="connsiteY4158" fmla="*/ 165735 h 885825"/>
                <a:gd name="connsiteX4159" fmla="*/ 278701 w 504825"/>
                <a:gd name="connsiteY4159" fmla="*/ 164497 h 885825"/>
                <a:gd name="connsiteX4160" fmla="*/ 279559 w 504825"/>
                <a:gd name="connsiteY4160" fmla="*/ 163735 h 885825"/>
                <a:gd name="connsiteX4161" fmla="*/ 280892 w 504825"/>
                <a:gd name="connsiteY4161" fmla="*/ 161925 h 885825"/>
                <a:gd name="connsiteX4162" fmla="*/ 281845 w 504825"/>
                <a:gd name="connsiteY4162" fmla="*/ 160115 h 885825"/>
                <a:gd name="connsiteX4163" fmla="*/ 282511 w 504825"/>
                <a:gd name="connsiteY4163" fmla="*/ 157829 h 885825"/>
                <a:gd name="connsiteX4164" fmla="*/ 282797 w 504825"/>
                <a:gd name="connsiteY4164" fmla="*/ 155448 h 885825"/>
                <a:gd name="connsiteX4165" fmla="*/ 282416 w 504825"/>
                <a:gd name="connsiteY4165" fmla="*/ 153162 h 885825"/>
                <a:gd name="connsiteX4166" fmla="*/ 281368 w 504825"/>
                <a:gd name="connsiteY4166" fmla="*/ 151733 h 885825"/>
                <a:gd name="connsiteX4167" fmla="*/ 280892 w 504825"/>
                <a:gd name="connsiteY4167" fmla="*/ 151448 h 885825"/>
                <a:gd name="connsiteX4168" fmla="*/ 279463 w 504825"/>
                <a:gd name="connsiteY4168" fmla="*/ 150209 h 885825"/>
                <a:gd name="connsiteX4169" fmla="*/ 278987 w 504825"/>
                <a:gd name="connsiteY4169" fmla="*/ 149638 h 885825"/>
                <a:gd name="connsiteX4170" fmla="*/ 278701 w 504825"/>
                <a:gd name="connsiteY4170" fmla="*/ 148685 h 885825"/>
                <a:gd name="connsiteX4171" fmla="*/ 278511 w 504825"/>
                <a:gd name="connsiteY4171" fmla="*/ 146494 h 885825"/>
                <a:gd name="connsiteX4172" fmla="*/ 278130 w 504825"/>
                <a:gd name="connsiteY4172" fmla="*/ 145637 h 885825"/>
                <a:gd name="connsiteX4173" fmla="*/ 277368 w 504825"/>
                <a:gd name="connsiteY4173" fmla="*/ 145256 h 885825"/>
                <a:gd name="connsiteX4174" fmla="*/ 276225 w 504825"/>
                <a:gd name="connsiteY4174" fmla="*/ 145256 h 885825"/>
                <a:gd name="connsiteX4175" fmla="*/ 273748 w 504825"/>
                <a:gd name="connsiteY4175" fmla="*/ 145447 h 885825"/>
                <a:gd name="connsiteX4176" fmla="*/ 273367 w 504825"/>
                <a:gd name="connsiteY4176" fmla="*/ 146114 h 885825"/>
                <a:gd name="connsiteX4177" fmla="*/ 272129 w 504825"/>
                <a:gd name="connsiteY4177" fmla="*/ 150019 h 885825"/>
                <a:gd name="connsiteX4178" fmla="*/ 271939 w 504825"/>
                <a:gd name="connsiteY4178" fmla="*/ 151924 h 885825"/>
                <a:gd name="connsiteX4179" fmla="*/ 271558 w 504825"/>
                <a:gd name="connsiteY4179" fmla="*/ 152495 h 885825"/>
                <a:gd name="connsiteX4180" fmla="*/ 270510 w 504825"/>
                <a:gd name="connsiteY4180" fmla="*/ 152686 h 885825"/>
                <a:gd name="connsiteX4181" fmla="*/ 269843 w 504825"/>
                <a:gd name="connsiteY4181" fmla="*/ 153257 h 885825"/>
                <a:gd name="connsiteX4182" fmla="*/ 267748 w 504825"/>
                <a:gd name="connsiteY4182" fmla="*/ 156496 h 885825"/>
                <a:gd name="connsiteX4183" fmla="*/ 264985 w 504825"/>
                <a:gd name="connsiteY4183" fmla="*/ 158115 h 885825"/>
                <a:gd name="connsiteX4184" fmla="*/ 264319 w 504825"/>
                <a:gd name="connsiteY4184" fmla="*/ 158401 h 885825"/>
                <a:gd name="connsiteX4185" fmla="*/ 261271 w 504825"/>
                <a:gd name="connsiteY4185" fmla="*/ 158782 h 885825"/>
                <a:gd name="connsiteX4186" fmla="*/ 260128 w 504825"/>
                <a:gd name="connsiteY4186" fmla="*/ 158782 h 885825"/>
                <a:gd name="connsiteX4187" fmla="*/ 257842 w 504825"/>
                <a:gd name="connsiteY4187" fmla="*/ 158306 h 885825"/>
                <a:gd name="connsiteX4188" fmla="*/ 248317 w 504825"/>
                <a:gd name="connsiteY4188" fmla="*/ 154591 h 885825"/>
                <a:gd name="connsiteX4189" fmla="*/ 247650 w 504825"/>
                <a:gd name="connsiteY4189" fmla="*/ 154019 h 885825"/>
                <a:gd name="connsiteX4190" fmla="*/ 246888 w 504825"/>
                <a:gd name="connsiteY4190" fmla="*/ 153734 h 885825"/>
                <a:gd name="connsiteX4191" fmla="*/ 246316 w 504825"/>
                <a:gd name="connsiteY4191" fmla="*/ 154495 h 885825"/>
                <a:gd name="connsiteX4192" fmla="*/ 246316 w 504825"/>
                <a:gd name="connsiteY4192" fmla="*/ 155639 h 885825"/>
                <a:gd name="connsiteX4193" fmla="*/ 247079 w 504825"/>
                <a:gd name="connsiteY4193" fmla="*/ 156400 h 885825"/>
                <a:gd name="connsiteX4194" fmla="*/ 247079 w 504825"/>
                <a:gd name="connsiteY4194" fmla="*/ 156782 h 885825"/>
                <a:gd name="connsiteX4195" fmla="*/ 246031 w 504825"/>
                <a:gd name="connsiteY4195" fmla="*/ 155829 h 885825"/>
                <a:gd name="connsiteX4196" fmla="*/ 245173 w 504825"/>
                <a:gd name="connsiteY4196" fmla="*/ 154305 h 885825"/>
                <a:gd name="connsiteX4197" fmla="*/ 244030 w 504825"/>
                <a:gd name="connsiteY4197" fmla="*/ 152876 h 885825"/>
                <a:gd name="connsiteX4198" fmla="*/ 241649 w 504825"/>
                <a:gd name="connsiteY4198" fmla="*/ 152114 h 885825"/>
                <a:gd name="connsiteX4199" fmla="*/ 241268 w 504825"/>
                <a:gd name="connsiteY4199" fmla="*/ 151733 h 885825"/>
                <a:gd name="connsiteX4200" fmla="*/ 240982 w 504825"/>
                <a:gd name="connsiteY4200" fmla="*/ 151257 h 885825"/>
                <a:gd name="connsiteX4201" fmla="*/ 240601 w 504825"/>
                <a:gd name="connsiteY4201" fmla="*/ 150876 h 885825"/>
                <a:gd name="connsiteX4202" fmla="*/ 240221 w 504825"/>
                <a:gd name="connsiteY4202" fmla="*/ 150685 h 885825"/>
                <a:gd name="connsiteX4203" fmla="*/ 239458 w 504825"/>
                <a:gd name="connsiteY4203" fmla="*/ 150590 h 885825"/>
                <a:gd name="connsiteX4204" fmla="*/ 239077 w 504825"/>
                <a:gd name="connsiteY4204" fmla="*/ 150400 h 885825"/>
                <a:gd name="connsiteX4205" fmla="*/ 235172 w 504825"/>
                <a:gd name="connsiteY4205" fmla="*/ 147733 h 885825"/>
                <a:gd name="connsiteX4206" fmla="*/ 233458 w 504825"/>
                <a:gd name="connsiteY4206" fmla="*/ 147257 h 885825"/>
                <a:gd name="connsiteX4207" fmla="*/ 232696 w 504825"/>
                <a:gd name="connsiteY4207" fmla="*/ 146780 h 885825"/>
                <a:gd name="connsiteX4208" fmla="*/ 231934 w 504825"/>
                <a:gd name="connsiteY4208" fmla="*/ 146114 h 885825"/>
                <a:gd name="connsiteX4209" fmla="*/ 226790 w 504825"/>
                <a:gd name="connsiteY4209" fmla="*/ 143447 h 885825"/>
                <a:gd name="connsiteX4210" fmla="*/ 225361 w 504825"/>
                <a:gd name="connsiteY4210" fmla="*/ 142208 h 885825"/>
                <a:gd name="connsiteX4211" fmla="*/ 222790 w 504825"/>
                <a:gd name="connsiteY4211" fmla="*/ 140875 h 885825"/>
                <a:gd name="connsiteX4212" fmla="*/ 222409 w 504825"/>
                <a:gd name="connsiteY4212" fmla="*/ 140494 h 885825"/>
                <a:gd name="connsiteX4213" fmla="*/ 222123 w 504825"/>
                <a:gd name="connsiteY4213" fmla="*/ 140017 h 885825"/>
                <a:gd name="connsiteX4214" fmla="*/ 221742 w 504825"/>
                <a:gd name="connsiteY4214" fmla="*/ 139636 h 885825"/>
                <a:gd name="connsiteX4215" fmla="*/ 221171 w 504825"/>
                <a:gd name="connsiteY4215" fmla="*/ 139446 h 885825"/>
                <a:gd name="connsiteX4216" fmla="*/ 220027 w 504825"/>
                <a:gd name="connsiteY4216" fmla="*/ 139351 h 885825"/>
                <a:gd name="connsiteX4217" fmla="*/ 219456 w 504825"/>
                <a:gd name="connsiteY4217" fmla="*/ 139160 h 885825"/>
                <a:gd name="connsiteX4218" fmla="*/ 219075 w 504825"/>
                <a:gd name="connsiteY4218" fmla="*/ 138875 h 885825"/>
                <a:gd name="connsiteX4219" fmla="*/ 218504 w 504825"/>
                <a:gd name="connsiteY4219" fmla="*/ 138684 h 885825"/>
                <a:gd name="connsiteX4220" fmla="*/ 217837 w 504825"/>
                <a:gd name="connsiteY4220" fmla="*/ 138970 h 885825"/>
                <a:gd name="connsiteX4221" fmla="*/ 217265 w 504825"/>
                <a:gd name="connsiteY4221" fmla="*/ 139446 h 885825"/>
                <a:gd name="connsiteX4222" fmla="*/ 216694 w 504825"/>
                <a:gd name="connsiteY4222" fmla="*/ 139827 h 885825"/>
                <a:gd name="connsiteX4223" fmla="*/ 216217 w 504825"/>
                <a:gd name="connsiteY4223" fmla="*/ 139922 h 885825"/>
                <a:gd name="connsiteX4224" fmla="*/ 215074 w 504825"/>
                <a:gd name="connsiteY4224" fmla="*/ 139827 h 885825"/>
                <a:gd name="connsiteX4225" fmla="*/ 214598 w 504825"/>
                <a:gd name="connsiteY4225" fmla="*/ 139827 h 885825"/>
                <a:gd name="connsiteX4226" fmla="*/ 213836 w 504825"/>
                <a:gd name="connsiteY4226" fmla="*/ 140113 h 885825"/>
                <a:gd name="connsiteX4227" fmla="*/ 211741 w 504825"/>
                <a:gd name="connsiteY4227" fmla="*/ 141160 h 885825"/>
                <a:gd name="connsiteX4228" fmla="*/ 211360 w 504825"/>
                <a:gd name="connsiteY4228" fmla="*/ 141542 h 885825"/>
                <a:gd name="connsiteX4229" fmla="*/ 210979 w 504825"/>
                <a:gd name="connsiteY4229" fmla="*/ 142018 h 885825"/>
                <a:gd name="connsiteX4230" fmla="*/ 210121 w 504825"/>
                <a:gd name="connsiteY4230" fmla="*/ 142494 h 885825"/>
                <a:gd name="connsiteX4231" fmla="*/ 209074 w 504825"/>
                <a:gd name="connsiteY4231" fmla="*/ 142780 h 885825"/>
                <a:gd name="connsiteX4232" fmla="*/ 208121 w 504825"/>
                <a:gd name="connsiteY4232" fmla="*/ 142684 h 885825"/>
                <a:gd name="connsiteX4233" fmla="*/ 207169 w 504825"/>
                <a:gd name="connsiteY4233" fmla="*/ 142018 h 885825"/>
                <a:gd name="connsiteX4234" fmla="*/ 205835 w 504825"/>
                <a:gd name="connsiteY4234" fmla="*/ 139827 h 885825"/>
                <a:gd name="connsiteX4235" fmla="*/ 205073 w 504825"/>
                <a:gd name="connsiteY4235" fmla="*/ 138779 h 885825"/>
                <a:gd name="connsiteX4236" fmla="*/ 204216 w 504825"/>
                <a:gd name="connsiteY4236" fmla="*/ 138398 h 885825"/>
                <a:gd name="connsiteX4237" fmla="*/ 203073 w 504825"/>
                <a:gd name="connsiteY4237" fmla="*/ 138493 h 885825"/>
                <a:gd name="connsiteX4238" fmla="*/ 202025 w 504825"/>
                <a:gd name="connsiteY4238" fmla="*/ 138970 h 885825"/>
                <a:gd name="connsiteX4239" fmla="*/ 201263 w 504825"/>
                <a:gd name="connsiteY4239" fmla="*/ 139732 h 885825"/>
                <a:gd name="connsiteX4240" fmla="*/ 201073 w 504825"/>
                <a:gd name="connsiteY4240" fmla="*/ 140684 h 885825"/>
                <a:gd name="connsiteX4241" fmla="*/ 201073 w 504825"/>
                <a:gd name="connsiteY4241" fmla="*/ 141923 h 885825"/>
                <a:gd name="connsiteX4242" fmla="*/ 200787 w 504825"/>
                <a:gd name="connsiteY4242" fmla="*/ 143066 h 885825"/>
                <a:gd name="connsiteX4243" fmla="*/ 199930 w 504825"/>
                <a:gd name="connsiteY4243" fmla="*/ 143542 h 885825"/>
                <a:gd name="connsiteX4244" fmla="*/ 198977 w 504825"/>
                <a:gd name="connsiteY4244" fmla="*/ 143732 h 885825"/>
                <a:gd name="connsiteX4245" fmla="*/ 196596 w 504825"/>
                <a:gd name="connsiteY4245" fmla="*/ 144590 h 885825"/>
                <a:gd name="connsiteX4246" fmla="*/ 195453 w 504825"/>
                <a:gd name="connsiteY4246" fmla="*/ 144685 h 885825"/>
                <a:gd name="connsiteX4247" fmla="*/ 193167 w 504825"/>
                <a:gd name="connsiteY4247" fmla="*/ 144209 h 885825"/>
                <a:gd name="connsiteX4248" fmla="*/ 192310 w 504825"/>
                <a:gd name="connsiteY4248" fmla="*/ 144399 h 885825"/>
                <a:gd name="connsiteX4249" fmla="*/ 191262 w 504825"/>
                <a:gd name="connsiteY4249" fmla="*/ 145256 h 885825"/>
                <a:gd name="connsiteX4250" fmla="*/ 190214 w 504825"/>
                <a:gd name="connsiteY4250" fmla="*/ 146399 h 885825"/>
                <a:gd name="connsiteX4251" fmla="*/ 189738 w 504825"/>
                <a:gd name="connsiteY4251" fmla="*/ 147257 h 885825"/>
                <a:gd name="connsiteX4252" fmla="*/ 189738 w 504825"/>
                <a:gd name="connsiteY4252" fmla="*/ 148209 h 885825"/>
                <a:gd name="connsiteX4253" fmla="*/ 190405 w 504825"/>
                <a:gd name="connsiteY4253" fmla="*/ 149638 h 885825"/>
                <a:gd name="connsiteX4254" fmla="*/ 190976 w 504825"/>
                <a:gd name="connsiteY4254" fmla="*/ 151733 h 885825"/>
                <a:gd name="connsiteX4255" fmla="*/ 191071 w 504825"/>
                <a:gd name="connsiteY4255" fmla="*/ 154019 h 885825"/>
                <a:gd name="connsiteX4256" fmla="*/ 190690 w 504825"/>
                <a:gd name="connsiteY4256" fmla="*/ 156210 h 885825"/>
                <a:gd name="connsiteX4257" fmla="*/ 190024 w 504825"/>
                <a:gd name="connsiteY4257" fmla="*/ 158020 h 885825"/>
                <a:gd name="connsiteX4258" fmla="*/ 188404 w 504825"/>
                <a:gd name="connsiteY4258" fmla="*/ 160877 h 885825"/>
                <a:gd name="connsiteX4259" fmla="*/ 188214 w 504825"/>
                <a:gd name="connsiteY4259" fmla="*/ 161544 h 885825"/>
                <a:gd name="connsiteX4260" fmla="*/ 188119 w 504825"/>
                <a:gd name="connsiteY4260" fmla="*/ 161734 h 885825"/>
                <a:gd name="connsiteX4261" fmla="*/ 187928 w 504825"/>
                <a:gd name="connsiteY4261" fmla="*/ 161830 h 885825"/>
                <a:gd name="connsiteX4262" fmla="*/ 187642 w 504825"/>
                <a:gd name="connsiteY4262" fmla="*/ 161925 h 885825"/>
                <a:gd name="connsiteX4263" fmla="*/ 187547 w 504825"/>
                <a:gd name="connsiteY4263" fmla="*/ 162020 h 885825"/>
                <a:gd name="connsiteX4264" fmla="*/ 187547 w 504825"/>
                <a:gd name="connsiteY4264" fmla="*/ 162306 h 885825"/>
                <a:gd name="connsiteX4265" fmla="*/ 187642 w 504825"/>
                <a:gd name="connsiteY4265" fmla="*/ 162687 h 885825"/>
                <a:gd name="connsiteX4266" fmla="*/ 187833 w 504825"/>
                <a:gd name="connsiteY4266" fmla="*/ 162877 h 885825"/>
                <a:gd name="connsiteX4267" fmla="*/ 188023 w 504825"/>
                <a:gd name="connsiteY4267" fmla="*/ 162782 h 885825"/>
                <a:gd name="connsiteX4268" fmla="*/ 185071 w 504825"/>
                <a:gd name="connsiteY4268" fmla="*/ 168974 h 885825"/>
                <a:gd name="connsiteX4269" fmla="*/ 184880 w 504825"/>
                <a:gd name="connsiteY4269" fmla="*/ 169735 h 885825"/>
                <a:gd name="connsiteX4270" fmla="*/ 185166 w 504825"/>
                <a:gd name="connsiteY4270" fmla="*/ 170402 h 885825"/>
                <a:gd name="connsiteX4271" fmla="*/ 185356 w 504825"/>
                <a:gd name="connsiteY4271" fmla="*/ 171545 h 885825"/>
                <a:gd name="connsiteX4272" fmla="*/ 185452 w 504825"/>
                <a:gd name="connsiteY4272" fmla="*/ 172784 h 885825"/>
                <a:gd name="connsiteX4273" fmla="*/ 185356 w 504825"/>
                <a:gd name="connsiteY4273" fmla="*/ 173736 h 885825"/>
                <a:gd name="connsiteX4274" fmla="*/ 185166 w 504825"/>
                <a:gd name="connsiteY4274" fmla="*/ 174498 h 885825"/>
                <a:gd name="connsiteX4275" fmla="*/ 184023 w 504825"/>
                <a:gd name="connsiteY4275" fmla="*/ 176879 h 885825"/>
                <a:gd name="connsiteX4276" fmla="*/ 182785 w 504825"/>
                <a:gd name="connsiteY4276" fmla="*/ 178689 h 885825"/>
                <a:gd name="connsiteX4277" fmla="*/ 182689 w 504825"/>
                <a:gd name="connsiteY4277" fmla="*/ 179451 h 885825"/>
                <a:gd name="connsiteX4278" fmla="*/ 182880 w 504825"/>
                <a:gd name="connsiteY4278" fmla="*/ 181737 h 885825"/>
                <a:gd name="connsiteX4279" fmla="*/ 182785 w 504825"/>
                <a:gd name="connsiteY4279" fmla="*/ 182975 h 885825"/>
                <a:gd name="connsiteX4280" fmla="*/ 182499 w 504825"/>
                <a:gd name="connsiteY4280" fmla="*/ 183737 h 885825"/>
                <a:gd name="connsiteX4281" fmla="*/ 181261 w 504825"/>
                <a:gd name="connsiteY4281" fmla="*/ 185261 h 885825"/>
                <a:gd name="connsiteX4282" fmla="*/ 180880 w 504825"/>
                <a:gd name="connsiteY4282" fmla="*/ 186118 h 885825"/>
                <a:gd name="connsiteX4283" fmla="*/ 181165 w 504825"/>
                <a:gd name="connsiteY4283" fmla="*/ 186690 h 885825"/>
                <a:gd name="connsiteX4284" fmla="*/ 181737 w 504825"/>
                <a:gd name="connsiteY4284" fmla="*/ 187261 h 885825"/>
                <a:gd name="connsiteX4285" fmla="*/ 182213 w 504825"/>
                <a:gd name="connsiteY4285" fmla="*/ 188119 h 885825"/>
                <a:gd name="connsiteX4286" fmla="*/ 182213 w 504825"/>
                <a:gd name="connsiteY4286" fmla="*/ 188881 h 885825"/>
                <a:gd name="connsiteX4287" fmla="*/ 182023 w 504825"/>
                <a:gd name="connsiteY4287" fmla="*/ 189928 h 885825"/>
                <a:gd name="connsiteX4288" fmla="*/ 181451 w 504825"/>
                <a:gd name="connsiteY4288" fmla="*/ 190786 h 885825"/>
                <a:gd name="connsiteX4289" fmla="*/ 180499 w 504825"/>
                <a:gd name="connsiteY4289" fmla="*/ 191167 h 885825"/>
                <a:gd name="connsiteX4290" fmla="*/ 179356 w 504825"/>
                <a:gd name="connsiteY4290" fmla="*/ 191357 h 885825"/>
                <a:gd name="connsiteX4291" fmla="*/ 178784 w 504825"/>
                <a:gd name="connsiteY4291" fmla="*/ 191834 h 885825"/>
                <a:gd name="connsiteX4292" fmla="*/ 177736 w 504825"/>
                <a:gd name="connsiteY4292" fmla="*/ 198501 h 885825"/>
                <a:gd name="connsiteX4293" fmla="*/ 178117 w 504825"/>
                <a:gd name="connsiteY4293" fmla="*/ 199453 h 885825"/>
                <a:gd name="connsiteX4294" fmla="*/ 178975 w 504825"/>
                <a:gd name="connsiteY4294" fmla="*/ 199930 h 885825"/>
                <a:gd name="connsiteX4295" fmla="*/ 181261 w 504825"/>
                <a:gd name="connsiteY4295" fmla="*/ 200597 h 885825"/>
                <a:gd name="connsiteX4296" fmla="*/ 181261 w 504825"/>
                <a:gd name="connsiteY4296" fmla="*/ 201835 h 885825"/>
                <a:gd name="connsiteX4297" fmla="*/ 183071 w 504825"/>
                <a:gd name="connsiteY4297" fmla="*/ 205931 h 885825"/>
                <a:gd name="connsiteX4298" fmla="*/ 183547 w 504825"/>
                <a:gd name="connsiteY4298" fmla="*/ 207835 h 885825"/>
                <a:gd name="connsiteX4299" fmla="*/ 183547 w 504825"/>
                <a:gd name="connsiteY4299" fmla="*/ 208502 h 885825"/>
                <a:gd name="connsiteX4300" fmla="*/ 183451 w 504825"/>
                <a:gd name="connsiteY4300" fmla="*/ 208978 h 885825"/>
                <a:gd name="connsiteX4301" fmla="*/ 183261 w 504825"/>
                <a:gd name="connsiteY4301" fmla="*/ 209455 h 885825"/>
                <a:gd name="connsiteX4302" fmla="*/ 182880 w 504825"/>
                <a:gd name="connsiteY4302" fmla="*/ 210026 h 885825"/>
                <a:gd name="connsiteX4303" fmla="*/ 181927 w 504825"/>
                <a:gd name="connsiteY4303" fmla="*/ 211074 h 885825"/>
                <a:gd name="connsiteX4304" fmla="*/ 181737 w 504825"/>
                <a:gd name="connsiteY4304" fmla="*/ 211360 h 885825"/>
                <a:gd name="connsiteX4305" fmla="*/ 181927 w 504825"/>
                <a:gd name="connsiteY4305" fmla="*/ 214503 h 885825"/>
                <a:gd name="connsiteX4306" fmla="*/ 181451 w 504825"/>
                <a:gd name="connsiteY4306" fmla="*/ 216884 h 885825"/>
                <a:gd name="connsiteX4307" fmla="*/ 181356 w 504825"/>
                <a:gd name="connsiteY4307" fmla="*/ 217742 h 885825"/>
                <a:gd name="connsiteX4308" fmla="*/ 181451 w 504825"/>
                <a:gd name="connsiteY4308" fmla="*/ 218218 h 885825"/>
                <a:gd name="connsiteX4309" fmla="*/ 182023 w 504825"/>
                <a:gd name="connsiteY4309" fmla="*/ 218980 h 885825"/>
                <a:gd name="connsiteX4310" fmla="*/ 182118 w 504825"/>
                <a:gd name="connsiteY4310" fmla="*/ 219266 h 885825"/>
                <a:gd name="connsiteX4311" fmla="*/ 183166 w 504825"/>
                <a:gd name="connsiteY4311" fmla="*/ 228695 h 885825"/>
                <a:gd name="connsiteX4312" fmla="*/ 183071 w 504825"/>
                <a:gd name="connsiteY4312" fmla="*/ 230124 h 885825"/>
                <a:gd name="connsiteX4313" fmla="*/ 182689 w 504825"/>
                <a:gd name="connsiteY4313" fmla="*/ 231267 h 885825"/>
                <a:gd name="connsiteX4314" fmla="*/ 178689 w 504825"/>
                <a:gd name="connsiteY4314" fmla="*/ 237363 h 885825"/>
                <a:gd name="connsiteX4315" fmla="*/ 178213 w 504825"/>
                <a:gd name="connsiteY4315" fmla="*/ 237839 h 885825"/>
                <a:gd name="connsiteX4316" fmla="*/ 177832 w 504825"/>
                <a:gd name="connsiteY4316" fmla="*/ 238125 h 885825"/>
                <a:gd name="connsiteX4317" fmla="*/ 177451 w 504825"/>
                <a:gd name="connsiteY4317" fmla="*/ 238411 h 885825"/>
                <a:gd name="connsiteX4318" fmla="*/ 177070 w 504825"/>
                <a:gd name="connsiteY4318" fmla="*/ 239077 h 885825"/>
                <a:gd name="connsiteX4319" fmla="*/ 176879 w 504825"/>
                <a:gd name="connsiteY4319" fmla="*/ 239649 h 885825"/>
                <a:gd name="connsiteX4320" fmla="*/ 176784 w 504825"/>
                <a:gd name="connsiteY4320" fmla="*/ 240220 h 885825"/>
                <a:gd name="connsiteX4321" fmla="*/ 176689 w 504825"/>
                <a:gd name="connsiteY4321" fmla="*/ 241459 h 885825"/>
                <a:gd name="connsiteX4322" fmla="*/ 176879 w 504825"/>
                <a:gd name="connsiteY4322" fmla="*/ 242697 h 885825"/>
                <a:gd name="connsiteX4323" fmla="*/ 177260 w 504825"/>
                <a:gd name="connsiteY4323" fmla="*/ 243935 h 885825"/>
                <a:gd name="connsiteX4324" fmla="*/ 177355 w 504825"/>
                <a:gd name="connsiteY4324" fmla="*/ 245078 h 885825"/>
                <a:gd name="connsiteX4325" fmla="*/ 176403 w 504825"/>
                <a:gd name="connsiteY4325" fmla="*/ 246983 h 885825"/>
                <a:gd name="connsiteX4326" fmla="*/ 176117 w 504825"/>
                <a:gd name="connsiteY4326" fmla="*/ 248222 h 885825"/>
                <a:gd name="connsiteX4327" fmla="*/ 176022 w 504825"/>
                <a:gd name="connsiteY4327" fmla="*/ 249460 h 885825"/>
                <a:gd name="connsiteX4328" fmla="*/ 176308 w 504825"/>
                <a:gd name="connsiteY4328" fmla="*/ 250126 h 885825"/>
                <a:gd name="connsiteX4329" fmla="*/ 176308 w 504825"/>
                <a:gd name="connsiteY4329" fmla="*/ 250508 h 885825"/>
                <a:gd name="connsiteX4330" fmla="*/ 175736 w 504825"/>
                <a:gd name="connsiteY4330" fmla="*/ 250508 h 885825"/>
                <a:gd name="connsiteX4331" fmla="*/ 175355 w 504825"/>
                <a:gd name="connsiteY4331" fmla="*/ 250508 h 885825"/>
                <a:gd name="connsiteX4332" fmla="*/ 175165 w 504825"/>
                <a:gd name="connsiteY4332" fmla="*/ 250412 h 885825"/>
                <a:gd name="connsiteX4333" fmla="*/ 175165 w 504825"/>
                <a:gd name="connsiteY4333" fmla="*/ 250222 h 885825"/>
                <a:gd name="connsiteX4334" fmla="*/ 174688 w 504825"/>
                <a:gd name="connsiteY4334" fmla="*/ 250698 h 885825"/>
                <a:gd name="connsiteX4335" fmla="*/ 175069 w 504825"/>
                <a:gd name="connsiteY4335" fmla="*/ 251746 h 885825"/>
                <a:gd name="connsiteX4336" fmla="*/ 175831 w 504825"/>
                <a:gd name="connsiteY4336" fmla="*/ 253079 h 885825"/>
                <a:gd name="connsiteX4337" fmla="*/ 176308 w 504825"/>
                <a:gd name="connsiteY4337" fmla="*/ 254413 h 885825"/>
                <a:gd name="connsiteX4338" fmla="*/ 175927 w 504825"/>
                <a:gd name="connsiteY4338" fmla="*/ 257175 h 885825"/>
                <a:gd name="connsiteX4339" fmla="*/ 176593 w 504825"/>
                <a:gd name="connsiteY4339" fmla="*/ 259175 h 885825"/>
                <a:gd name="connsiteX4340" fmla="*/ 177832 w 504825"/>
                <a:gd name="connsiteY4340" fmla="*/ 268129 h 885825"/>
                <a:gd name="connsiteX4341" fmla="*/ 178117 w 504825"/>
                <a:gd name="connsiteY4341" fmla="*/ 268510 h 885825"/>
                <a:gd name="connsiteX4342" fmla="*/ 178498 w 504825"/>
                <a:gd name="connsiteY4342" fmla="*/ 268891 h 885825"/>
                <a:gd name="connsiteX4343" fmla="*/ 178784 w 504825"/>
                <a:gd name="connsiteY4343" fmla="*/ 269367 h 885825"/>
                <a:gd name="connsiteX4344" fmla="*/ 178784 w 504825"/>
                <a:gd name="connsiteY4344" fmla="*/ 268224 h 885825"/>
                <a:gd name="connsiteX4345" fmla="*/ 180499 w 504825"/>
                <a:gd name="connsiteY4345" fmla="*/ 270415 h 885825"/>
                <a:gd name="connsiteX4346" fmla="*/ 181165 w 504825"/>
                <a:gd name="connsiteY4346" fmla="*/ 271653 h 885825"/>
                <a:gd name="connsiteX4347" fmla="*/ 181451 w 504825"/>
                <a:gd name="connsiteY4347" fmla="*/ 272891 h 885825"/>
                <a:gd name="connsiteX4348" fmla="*/ 181451 w 504825"/>
                <a:gd name="connsiteY4348" fmla="*/ 275082 h 885825"/>
                <a:gd name="connsiteX4349" fmla="*/ 181261 w 504825"/>
                <a:gd name="connsiteY4349" fmla="*/ 275749 h 885825"/>
                <a:gd name="connsiteX4350" fmla="*/ 180213 w 504825"/>
                <a:gd name="connsiteY4350" fmla="*/ 276797 h 885825"/>
                <a:gd name="connsiteX4351" fmla="*/ 180022 w 504825"/>
                <a:gd name="connsiteY4351" fmla="*/ 277368 h 885825"/>
                <a:gd name="connsiteX4352" fmla="*/ 179546 w 504825"/>
                <a:gd name="connsiteY4352" fmla="*/ 278225 h 885825"/>
                <a:gd name="connsiteX4353" fmla="*/ 177641 w 504825"/>
                <a:gd name="connsiteY4353" fmla="*/ 279844 h 885825"/>
                <a:gd name="connsiteX4354" fmla="*/ 177451 w 504825"/>
                <a:gd name="connsiteY4354" fmla="*/ 280607 h 885825"/>
                <a:gd name="connsiteX4355" fmla="*/ 177927 w 504825"/>
                <a:gd name="connsiteY4355" fmla="*/ 280607 h 885825"/>
                <a:gd name="connsiteX4356" fmla="*/ 178594 w 504825"/>
                <a:gd name="connsiteY4356" fmla="*/ 280321 h 885825"/>
                <a:gd name="connsiteX4357" fmla="*/ 179260 w 504825"/>
                <a:gd name="connsiteY4357" fmla="*/ 280130 h 885825"/>
                <a:gd name="connsiteX4358" fmla="*/ 179641 w 504825"/>
                <a:gd name="connsiteY4358" fmla="*/ 280511 h 885825"/>
                <a:gd name="connsiteX4359" fmla="*/ 179451 w 504825"/>
                <a:gd name="connsiteY4359" fmla="*/ 281083 h 885825"/>
                <a:gd name="connsiteX4360" fmla="*/ 178879 w 504825"/>
                <a:gd name="connsiteY4360" fmla="*/ 281273 h 885825"/>
                <a:gd name="connsiteX4361" fmla="*/ 178308 w 504825"/>
                <a:gd name="connsiteY4361" fmla="*/ 281178 h 885825"/>
                <a:gd name="connsiteX4362" fmla="*/ 177927 w 504825"/>
                <a:gd name="connsiteY4362" fmla="*/ 280987 h 885825"/>
                <a:gd name="connsiteX4363" fmla="*/ 177355 w 504825"/>
                <a:gd name="connsiteY4363" fmla="*/ 281559 h 885825"/>
                <a:gd name="connsiteX4364" fmla="*/ 176784 w 504825"/>
                <a:gd name="connsiteY4364" fmla="*/ 282702 h 885825"/>
                <a:gd name="connsiteX4365" fmla="*/ 176117 w 504825"/>
                <a:gd name="connsiteY4365" fmla="*/ 283274 h 885825"/>
                <a:gd name="connsiteX4366" fmla="*/ 176498 w 504825"/>
                <a:gd name="connsiteY4366" fmla="*/ 281750 h 885825"/>
                <a:gd name="connsiteX4367" fmla="*/ 175736 w 504825"/>
                <a:gd name="connsiteY4367" fmla="*/ 281178 h 885825"/>
                <a:gd name="connsiteX4368" fmla="*/ 173926 w 504825"/>
                <a:gd name="connsiteY4368" fmla="*/ 281368 h 885825"/>
                <a:gd name="connsiteX4369" fmla="*/ 173450 w 504825"/>
                <a:gd name="connsiteY4369" fmla="*/ 281559 h 885825"/>
                <a:gd name="connsiteX4370" fmla="*/ 172498 w 504825"/>
                <a:gd name="connsiteY4370" fmla="*/ 282131 h 885825"/>
                <a:gd name="connsiteX4371" fmla="*/ 171355 w 504825"/>
                <a:gd name="connsiteY4371" fmla="*/ 282416 h 885825"/>
                <a:gd name="connsiteX4372" fmla="*/ 170116 w 504825"/>
                <a:gd name="connsiteY4372" fmla="*/ 282416 h 885825"/>
                <a:gd name="connsiteX4373" fmla="*/ 167640 w 504825"/>
                <a:gd name="connsiteY4373" fmla="*/ 281750 h 885825"/>
                <a:gd name="connsiteX4374" fmla="*/ 166592 w 504825"/>
                <a:gd name="connsiteY4374" fmla="*/ 281178 h 885825"/>
                <a:gd name="connsiteX4375" fmla="*/ 165925 w 504825"/>
                <a:gd name="connsiteY4375" fmla="*/ 280416 h 885825"/>
                <a:gd name="connsiteX4376" fmla="*/ 165640 w 504825"/>
                <a:gd name="connsiteY4376" fmla="*/ 279273 h 885825"/>
                <a:gd name="connsiteX4377" fmla="*/ 165163 w 504825"/>
                <a:gd name="connsiteY4377" fmla="*/ 275844 h 885825"/>
                <a:gd name="connsiteX4378" fmla="*/ 164973 w 504825"/>
                <a:gd name="connsiteY4378" fmla="*/ 275653 h 885825"/>
                <a:gd name="connsiteX4379" fmla="*/ 164592 w 504825"/>
                <a:gd name="connsiteY4379" fmla="*/ 275844 h 885825"/>
                <a:gd name="connsiteX4380" fmla="*/ 163639 w 504825"/>
                <a:gd name="connsiteY4380" fmla="*/ 274796 h 885825"/>
                <a:gd name="connsiteX4381" fmla="*/ 163068 w 504825"/>
                <a:gd name="connsiteY4381" fmla="*/ 274415 h 885825"/>
                <a:gd name="connsiteX4382" fmla="*/ 162401 w 504825"/>
                <a:gd name="connsiteY4382" fmla="*/ 274320 h 885825"/>
                <a:gd name="connsiteX4383" fmla="*/ 161258 w 504825"/>
                <a:gd name="connsiteY4383" fmla="*/ 274320 h 885825"/>
                <a:gd name="connsiteX4384" fmla="*/ 160782 w 504825"/>
                <a:gd name="connsiteY4384" fmla="*/ 273939 h 885825"/>
                <a:gd name="connsiteX4385" fmla="*/ 159258 w 504825"/>
                <a:gd name="connsiteY4385" fmla="*/ 272320 h 885825"/>
                <a:gd name="connsiteX4386" fmla="*/ 158972 w 504825"/>
                <a:gd name="connsiteY4386" fmla="*/ 271843 h 885825"/>
                <a:gd name="connsiteX4387" fmla="*/ 158401 w 504825"/>
                <a:gd name="connsiteY4387" fmla="*/ 271558 h 885825"/>
                <a:gd name="connsiteX4388" fmla="*/ 156019 w 504825"/>
                <a:gd name="connsiteY4388" fmla="*/ 270986 h 885825"/>
                <a:gd name="connsiteX4389" fmla="*/ 155353 w 504825"/>
                <a:gd name="connsiteY4389" fmla="*/ 270510 h 885825"/>
                <a:gd name="connsiteX4390" fmla="*/ 156591 w 504825"/>
                <a:gd name="connsiteY4390" fmla="*/ 265367 h 885825"/>
                <a:gd name="connsiteX4391" fmla="*/ 156591 w 504825"/>
                <a:gd name="connsiteY4391" fmla="*/ 264319 h 885825"/>
                <a:gd name="connsiteX4392" fmla="*/ 156115 w 504825"/>
                <a:gd name="connsiteY4392" fmla="*/ 263461 h 885825"/>
                <a:gd name="connsiteX4393" fmla="*/ 154781 w 504825"/>
                <a:gd name="connsiteY4393" fmla="*/ 263081 h 885825"/>
                <a:gd name="connsiteX4394" fmla="*/ 153638 w 504825"/>
                <a:gd name="connsiteY4394" fmla="*/ 263176 h 885825"/>
                <a:gd name="connsiteX4395" fmla="*/ 152781 w 504825"/>
                <a:gd name="connsiteY4395" fmla="*/ 263366 h 885825"/>
                <a:gd name="connsiteX4396" fmla="*/ 152590 w 504825"/>
                <a:gd name="connsiteY4396" fmla="*/ 263461 h 885825"/>
                <a:gd name="connsiteX4397" fmla="*/ 151733 w 504825"/>
                <a:gd name="connsiteY4397" fmla="*/ 264128 h 885825"/>
                <a:gd name="connsiteX4398" fmla="*/ 151447 w 504825"/>
                <a:gd name="connsiteY4398" fmla="*/ 264128 h 885825"/>
                <a:gd name="connsiteX4399" fmla="*/ 150876 w 504825"/>
                <a:gd name="connsiteY4399" fmla="*/ 264033 h 885825"/>
                <a:gd name="connsiteX4400" fmla="*/ 150590 w 504825"/>
                <a:gd name="connsiteY4400" fmla="*/ 264033 h 885825"/>
                <a:gd name="connsiteX4401" fmla="*/ 150019 w 504825"/>
                <a:gd name="connsiteY4401" fmla="*/ 264509 h 885825"/>
                <a:gd name="connsiteX4402" fmla="*/ 149447 w 504825"/>
                <a:gd name="connsiteY4402" fmla="*/ 265367 h 885825"/>
                <a:gd name="connsiteX4403" fmla="*/ 148971 w 504825"/>
                <a:gd name="connsiteY4403" fmla="*/ 266414 h 885825"/>
                <a:gd name="connsiteX4404" fmla="*/ 148685 w 504825"/>
                <a:gd name="connsiteY4404" fmla="*/ 268700 h 885825"/>
                <a:gd name="connsiteX4405" fmla="*/ 147733 w 504825"/>
                <a:gd name="connsiteY4405" fmla="*/ 272225 h 885825"/>
                <a:gd name="connsiteX4406" fmla="*/ 147638 w 504825"/>
                <a:gd name="connsiteY4406" fmla="*/ 272986 h 885825"/>
                <a:gd name="connsiteX4407" fmla="*/ 147733 w 504825"/>
                <a:gd name="connsiteY4407" fmla="*/ 274701 h 885825"/>
                <a:gd name="connsiteX4408" fmla="*/ 147923 w 504825"/>
                <a:gd name="connsiteY4408" fmla="*/ 275273 h 885825"/>
                <a:gd name="connsiteX4409" fmla="*/ 148685 w 504825"/>
                <a:gd name="connsiteY4409" fmla="*/ 276130 h 885825"/>
                <a:gd name="connsiteX4410" fmla="*/ 148876 w 504825"/>
                <a:gd name="connsiteY4410" fmla="*/ 276606 h 885825"/>
                <a:gd name="connsiteX4411" fmla="*/ 148685 w 504825"/>
                <a:gd name="connsiteY4411" fmla="*/ 277654 h 885825"/>
                <a:gd name="connsiteX4412" fmla="*/ 147923 w 504825"/>
                <a:gd name="connsiteY4412" fmla="*/ 279940 h 885825"/>
                <a:gd name="connsiteX4413" fmla="*/ 147828 w 504825"/>
                <a:gd name="connsiteY4413" fmla="*/ 280797 h 885825"/>
                <a:gd name="connsiteX4414" fmla="*/ 147733 w 504825"/>
                <a:gd name="connsiteY4414" fmla="*/ 286988 h 885825"/>
                <a:gd name="connsiteX4415" fmla="*/ 148495 w 504825"/>
                <a:gd name="connsiteY4415" fmla="*/ 288608 h 885825"/>
                <a:gd name="connsiteX4416" fmla="*/ 149066 w 504825"/>
                <a:gd name="connsiteY4416" fmla="*/ 288036 h 885825"/>
                <a:gd name="connsiteX4417" fmla="*/ 149257 w 504825"/>
                <a:gd name="connsiteY4417" fmla="*/ 287845 h 885825"/>
                <a:gd name="connsiteX4418" fmla="*/ 150019 w 504825"/>
                <a:gd name="connsiteY4418" fmla="*/ 287941 h 885825"/>
                <a:gd name="connsiteX4419" fmla="*/ 150685 w 504825"/>
                <a:gd name="connsiteY4419" fmla="*/ 287084 h 885825"/>
                <a:gd name="connsiteX4420" fmla="*/ 151543 w 504825"/>
                <a:gd name="connsiteY4420" fmla="*/ 286322 h 885825"/>
                <a:gd name="connsiteX4421" fmla="*/ 152876 w 504825"/>
                <a:gd name="connsiteY4421" fmla="*/ 286702 h 885825"/>
                <a:gd name="connsiteX4422" fmla="*/ 153543 w 504825"/>
                <a:gd name="connsiteY4422" fmla="*/ 287465 h 885825"/>
                <a:gd name="connsiteX4423" fmla="*/ 154210 w 504825"/>
                <a:gd name="connsiteY4423" fmla="*/ 288608 h 885825"/>
                <a:gd name="connsiteX4424" fmla="*/ 155067 w 504825"/>
                <a:gd name="connsiteY4424" fmla="*/ 290798 h 885825"/>
                <a:gd name="connsiteX4425" fmla="*/ 155257 w 504825"/>
                <a:gd name="connsiteY4425" fmla="*/ 291941 h 885825"/>
                <a:gd name="connsiteX4426" fmla="*/ 155162 w 504825"/>
                <a:gd name="connsiteY4426" fmla="*/ 292799 h 885825"/>
                <a:gd name="connsiteX4427" fmla="*/ 154876 w 504825"/>
                <a:gd name="connsiteY4427" fmla="*/ 293560 h 885825"/>
                <a:gd name="connsiteX4428" fmla="*/ 154686 w 504825"/>
                <a:gd name="connsiteY4428" fmla="*/ 294513 h 885825"/>
                <a:gd name="connsiteX4429" fmla="*/ 154972 w 504825"/>
                <a:gd name="connsiteY4429" fmla="*/ 296799 h 885825"/>
                <a:gd name="connsiteX4430" fmla="*/ 154686 w 504825"/>
                <a:gd name="connsiteY4430" fmla="*/ 297656 h 885825"/>
                <a:gd name="connsiteX4431" fmla="*/ 153543 w 504825"/>
                <a:gd name="connsiteY4431" fmla="*/ 297942 h 885825"/>
                <a:gd name="connsiteX4432" fmla="*/ 154305 w 504825"/>
                <a:gd name="connsiteY4432" fmla="*/ 299371 h 885825"/>
                <a:gd name="connsiteX4433" fmla="*/ 155448 w 504825"/>
                <a:gd name="connsiteY4433" fmla="*/ 300037 h 885825"/>
                <a:gd name="connsiteX4434" fmla="*/ 156305 w 504825"/>
                <a:gd name="connsiteY4434" fmla="*/ 300800 h 885825"/>
                <a:gd name="connsiteX4435" fmla="*/ 156496 w 504825"/>
                <a:gd name="connsiteY4435" fmla="*/ 302419 h 885825"/>
                <a:gd name="connsiteX4436" fmla="*/ 156210 w 504825"/>
                <a:gd name="connsiteY4436" fmla="*/ 303181 h 885825"/>
                <a:gd name="connsiteX4437" fmla="*/ 155543 w 504825"/>
                <a:gd name="connsiteY4437" fmla="*/ 304609 h 885825"/>
                <a:gd name="connsiteX4438" fmla="*/ 155448 w 504825"/>
                <a:gd name="connsiteY4438" fmla="*/ 305181 h 885825"/>
                <a:gd name="connsiteX4439" fmla="*/ 155543 w 504825"/>
                <a:gd name="connsiteY4439" fmla="*/ 305943 h 885825"/>
                <a:gd name="connsiteX4440" fmla="*/ 156496 w 504825"/>
                <a:gd name="connsiteY4440" fmla="*/ 308039 h 885825"/>
                <a:gd name="connsiteX4441" fmla="*/ 156781 w 504825"/>
                <a:gd name="connsiteY4441" fmla="*/ 307467 h 885825"/>
                <a:gd name="connsiteX4442" fmla="*/ 156877 w 504825"/>
                <a:gd name="connsiteY4442" fmla="*/ 307276 h 885825"/>
                <a:gd name="connsiteX4443" fmla="*/ 157353 w 504825"/>
                <a:gd name="connsiteY4443" fmla="*/ 307658 h 885825"/>
                <a:gd name="connsiteX4444" fmla="*/ 157543 w 504825"/>
                <a:gd name="connsiteY4444" fmla="*/ 308324 h 885825"/>
                <a:gd name="connsiteX4445" fmla="*/ 157639 w 504825"/>
                <a:gd name="connsiteY4445" fmla="*/ 308896 h 885825"/>
                <a:gd name="connsiteX4446" fmla="*/ 157734 w 504825"/>
                <a:gd name="connsiteY4446" fmla="*/ 309182 h 885825"/>
                <a:gd name="connsiteX4447" fmla="*/ 158020 w 504825"/>
                <a:gd name="connsiteY4447" fmla="*/ 309277 h 885825"/>
                <a:gd name="connsiteX4448" fmla="*/ 158305 w 504825"/>
                <a:gd name="connsiteY4448" fmla="*/ 309658 h 885825"/>
                <a:gd name="connsiteX4449" fmla="*/ 158591 w 504825"/>
                <a:gd name="connsiteY4449" fmla="*/ 310039 h 885825"/>
                <a:gd name="connsiteX4450" fmla="*/ 158686 w 504825"/>
                <a:gd name="connsiteY4450" fmla="*/ 310420 h 885825"/>
                <a:gd name="connsiteX4451" fmla="*/ 158305 w 504825"/>
                <a:gd name="connsiteY4451" fmla="*/ 311658 h 885825"/>
                <a:gd name="connsiteX4452" fmla="*/ 157448 w 504825"/>
                <a:gd name="connsiteY4452" fmla="*/ 312515 h 885825"/>
                <a:gd name="connsiteX4453" fmla="*/ 156400 w 504825"/>
                <a:gd name="connsiteY4453" fmla="*/ 312706 h 885825"/>
                <a:gd name="connsiteX4454" fmla="*/ 155448 w 504825"/>
                <a:gd name="connsiteY4454" fmla="*/ 312039 h 885825"/>
                <a:gd name="connsiteX4455" fmla="*/ 155734 w 504825"/>
                <a:gd name="connsiteY4455" fmla="*/ 312801 h 885825"/>
                <a:gd name="connsiteX4456" fmla="*/ 155829 w 504825"/>
                <a:gd name="connsiteY4456" fmla="*/ 313182 h 885825"/>
                <a:gd name="connsiteX4457" fmla="*/ 155829 w 504825"/>
                <a:gd name="connsiteY4457" fmla="*/ 313658 h 885825"/>
                <a:gd name="connsiteX4458" fmla="*/ 155638 w 504825"/>
                <a:gd name="connsiteY4458" fmla="*/ 313944 h 885825"/>
                <a:gd name="connsiteX4459" fmla="*/ 154876 w 504825"/>
                <a:gd name="connsiteY4459" fmla="*/ 314420 h 885825"/>
                <a:gd name="connsiteX4460" fmla="*/ 154781 w 504825"/>
                <a:gd name="connsiteY4460" fmla="*/ 314897 h 885825"/>
                <a:gd name="connsiteX4461" fmla="*/ 155257 w 504825"/>
                <a:gd name="connsiteY4461" fmla="*/ 315849 h 885825"/>
                <a:gd name="connsiteX4462" fmla="*/ 158210 w 504825"/>
                <a:gd name="connsiteY4462" fmla="*/ 318802 h 885825"/>
                <a:gd name="connsiteX4463" fmla="*/ 158782 w 504825"/>
                <a:gd name="connsiteY4463" fmla="*/ 319659 h 885825"/>
                <a:gd name="connsiteX4464" fmla="*/ 159639 w 504825"/>
                <a:gd name="connsiteY4464" fmla="*/ 321469 h 885825"/>
                <a:gd name="connsiteX4465" fmla="*/ 160687 w 504825"/>
                <a:gd name="connsiteY4465" fmla="*/ 323088 h 885825"/>
                <a:gd name="connsiteX4466" fmla="*/ 160877 w 504825"/>
                <a:gd name="connsiteY4466" fmla="*/ 323469 h 885825"/>
                <a:gd name="connsiteX4467" fmla="*/ 160877 w 504825"/>
                <a:gd name="connsiteY4467" fmla="*/ 324707 h 885825"/>
                <a:gd name="connsiteX4468" fmla="*/ 160687 w 504825"/>
                <a:gd name="connsiteY4468" fmla="*/ 325660 h 885825"/>
                <a:gd name="connsiteX4469" fmla="*/ 160687 w 504825"/>
                <a:gd name="connsiteY4469" fmla="*/ 326231 h 885825"/>
                <a:gd name="connsiteX4470" fmla="*/ 160972 w 504825"/>
                <a:gd name="connsiteY4470" fmla="*/ 326422 h 885825"/>
                <a:gd name="connsiteX4471" fmla="*/ 161449 w 504825"/>
                <a:gd name="connsiteY4471" fmla="*/ 326898 h 885825"/>
                <a:gd name="connsiteX4472" fmla="*/ 163258 w 504825"/>
                <a:gd name="connsiteY4472" fmla="*/ 334709 h 885825"/>
                <a:gd name="connsiteX4473" fmla="*/ 163449 w 504825"/>
                <a:gd name="connsiteY4473" fmla="*/ 336899 h 885825"/>
                <a:gd name="connsiteX4474" fmla="*/ 163068 w 504825"/>
                <a:gd name="connsiteY4474" fmla="*/ 341852 h 885825"/>
                <a:gd name="connsiteX4475" fmla="*/ 163449 w 504825"/>
                <a:gd name="connsiteY4475" fmla="*/ 343948 h 885825"/>
                <a:gd name="connsiteX4476" fmla="*/ 164687 w 504825"/>
                <a:gd name="connsiteY4476" fmla="*/ 348043 h 885825"/>
                <a:gd name="connsiteX4477" fmla="*/ 165544 w 504825"/>
                <a:gd name="connsiteY4477" fmla="*/ 347758 h 885825"/>
                <a:gd name="connsiteX4478" fmla="*/ 165735 w 504825"/>
                <a:gd name="connsiteY4478" fmla="*/ 347662 h 885825"/>
                <a:gd name="connsiteX4479" fmla="*/ 165544 w 504825"/>
                <a:gd name="connsiteY4479" fmla="*/ 348043 h 885825"/>
                <a:gd name="connsiteX4480" fmla="*/ 165354 w 504825"/>
                <a:gd name="connsiteY4480" fmla="*/ 348329 h 885825"/>
                <a:gd name="connsiteX4481" fmla="*/ 165068 w 504825"/>
                <a:gd name="connsiteY4481" fmla="*/ 348615 h 885825"/>
                <a:gd name="connsiteX4482" fmla="*/ 164592 w 504825"/>
                <a:gd name="connsiteY4482" fmla="*/ 348806 h 885825"/>
                <a:gd name="connsiteX4483" fmla="*/ 165163 w 504825"/>
                <a:gd name="connsiteY4483" fmla="*/ 349282 h 885825"/>
                <a:gd name="connsiteX4484" fmla="*/ 166497 w 504825"/>
                <a:gd name="connsiteY4484" fmla="*/ 349758 h 885825"/>
                <a:gd name="connsiteX4485" fmla="*/ 166783 w 504825"/>
                <a:gd name="connsiteY4485" fmla="*/ 350425 h 885825"/>
                <a:gd name="connsiteX4486" fmla="*/ 167164 w 504825"/>
                <a:gd name="connsiteY4486" fmla="*/ 350806 h 885825"/>
                <a:gd name="connsiteX4487" fmla="*/ 168021 w 504825"/>
                <a:gd name="connsiteY4487" fmla="*/ 351187 h 885825"/>
                <a:gd name="connsiteX4488" fmla="*/ 168973 w 504825"/>
                <a:gd name="connsiteY4488" fmla="*/ 351377 h 885825"/>
                <a:gd name="connsiteX4489" fmla="*/ 169735 w 504825"/>
                <a:gd name="connsiteY4489" fmla="*/ 351282 h 885825"/>
                <a:gd name="connsiteX4490" fmla="*/ 170307 w 504825"/>
                <a:gd name="connsiteY4490" fmla="*/ 350329 h 885825"/>
                <a:gd name="connsiteX4491" fmla="*/ 170783 w 504825"/>
                <a:gd name="connsiteY4491" fmla="*/ 348520 h 885825"/>
                <a:gd name="connsiteX4492" fmla="*/ 170974 w 504825"/>
                <a:gd name="connsiteY4492" fmla="*/ 346615 h 885825"/>
                <a:gd name="connsiteX4493" fmla="*/ 170688 w 504825"/>
                <a:gd name="connsiteY4493" fmla="*/ 345376 h 885825"/>
                <a:gd name="connsiteX4494" fmla="*/ 171355 w 504825"/>
                <a:gd name="connsiteY4494" fmla="*/ 344615 h 885825"/>
                <a:gd name="connsiteX4495" fmla="*/ 171926 w 504825"/>
                <a:gd name="connsiteY4495" fmla="*/ 344995 h 885825"/>
                <a:gd name="connsiteX4496" fmla="*/ 172498 w 504825"/>
                <a:gd name="connsiteY4496" fmla="*/ 345758 h 885825"/>
                <a:gd name="connsiteX4497" fmla="*/ 173069 w 504825"/>
                <a:gd name="connsiteY4497" fmla="*/ 346139 h 885825"/>
                <a:gd name="connsiteX4498" fmla="*/ 173736 w 504825"/>
                <a:gd name="connsiteY4498" fmla="*/ 346139 h 885825"/>
                <a:gd name="connsiteX4499" fmla="*/ 174117 w 504825"/>
                <a:gd name="connsiteY4499" fmla="*/ 346234 h 885825"/>
                <a:gd name="connsiteX4500" fmla="*/ 174307 w 504825"/>
                <a:gd name="connsiteY4500" fmla="*/ 346519 h 885825"/>
                <a:gd name="connsiteX4501" fmla="*/ 174403 w 504825"/>
                <a:gd name="connsiteY4501" fmla="*/ 347091 h 885825"/>
                <a:gd name="connsiteX4502" fmla="*/ 174593 w 504825"/>
                <a:gd name="connsiteY4502" fmla="*/ 347377 h 885825"/>
                <a:gd name="connsiteX4503" fmla="*/ 174974 w 504825"/>
                <a:gd name="connsiteY4503" fmla="*/ 347472 h 885825"/>
                <a:gd name="connsiteX4504" fmla="*/ 175831 w 504825"/>
                <a:gd name="connsiteY4504" fmla="*/ 347567 h 885825"/>
                <a:gd name="connsiteX4505" fmla="*/ 175641 w 504825"/>
                <a:gd name="connsiteY4505" fmla="*/ 348139 h 885825"/>
                <a:gd name="connsiteX4506" fmla="*/ 175355 w 504825"/>
                <a:gd name="connsiteY4506" fmla="*/ 348615 h 885825"/>
                <a:gd name="connsiteX4507" fmla="*/ 175069 w 504825"/>
                <a:gd name="connsiteY4507" fmla="*/ 348806 h 885825"/>
                <a:gd name="connsiteX4508" fmla="*/ 174784 w 504825"/>
                <a:gd name="connsiteY4508" fmla="*/ 348710 h 885825"/>
                <a:gd name="connsiteX4509" fmla="*/ 174403 w 504825"/>
                <a:gd name="connsiteY4509" fmla="*/ 349186 h 885825"/>
                <a:gd name="connsiteX4510" fmla="*/ 173926 w 504825"/>
                <a:gd name="connsiteY4510" fmla="*/ 349663 h 885825"/>
                <a:gd name="connsiteX4511" fmla="*/ 173450 w 504825"/>
                <a:gd name="connsiteY4511" fmla="*/ 350139 h 885825"/>
                <a:gd name="connsiteX4512" fmla="*/ 173260 w 504825"/>
                <a:gd name="connsiteY4512" fmla="*/ 350710 h 885825"/>
                <a:gd name="connsiteX4513" fmla="*/ 174403 w 504825"/>
                <a:gd name="connsiteY4513" fmla="*/ 351377 h 885825"/>
                <a:gd name="connsiteX4514" fmla="*/ 174784 w 504825"/>
                <a:gd name="connsiteY4514" fmla="*/ 351758 h 885825"/>
                <a:gd name="connsiteX4515" fmla="*/ 174117 w 504825"/>
                <a:gd name="connsiteY4515" fmla="*/ 351949 h 885825"/>
                <a:gd name="connsiteX4516" fmla="*/ 173164 w 504825"/>
                <a:gd name="connsiteY4516" fmla="*/ 352711 h 885825"/>
                <a:gd name="connsiteX4517" fmla="*/ 173736 w 504825"/>
                <a:gd name="connsiteY4517" fmla="*/ 354425 h 885825"/>
                <a:gd name="connsiteX4518" fmla="*/ 175450 w 504825"/>
                <a:gd name="connsiteY4518" fmla="*/ 356807 h 885825"/>
                <a:gd name="connsiteX4519" fmla="*/ 175831 w 504825"/>
                <a:gd name="connsiteY4519" fmla="*/ 356807 h 885825"/>
                <a:gd name="connsiteX4520" fmla="*/ 176117 w 504825"/>
                <a:gd name="connsiteY4520" fmla="*/ 357283 h 885825"/>
                <a:gd name="connsiteX4521" fmla="*/ 176498 w 504825"/>
                <a:gd name="connsiteY4521" fmla="*/ 357473 h 885825"/>
                <a:gd name="connsiteX4522" fmla="*/ 177070 w 504825"/>
                <a:gd name="connsiteY4522" fmla="*/ 357473 h 885825"/>
                <a:gd name="connsiteX4523" fmla="*/ 177641 w 504825"/>
                <a:gd name="connsiteY4523" fmla="*/ 357092 h 885825"/>
                <a:gd name="connsiteX4524" fmla="*/ 179832 w 504825"/>
                <a:gd name="connsiteY4524" fmla="*/ 358521 h 885825"/>
                <a:gd name="connsiteX4525" fmla="*/ 180404 w 504825"/>
                <a:gd name="connsiteY4525" fmla="*/ 359569 h 885825"/>
                <a:gd name="connsiteX4526" fmla="*/ 180594 w 504825"/>
                <a:gd name="connsiteY4526" fmla="*/ 361378 h 885825"/>
                <a:gd name="connsiteX4527" fmla="*/ 180308 w 504825"/>
                <a:gd name="connsiteY4527" fmla="*/ 364617 h 885825"/>
                <a:gd name="connsiteX4528" fmla="*/ 180594 w 504825"/>
                <a:gd name="connsiteY4528" fmla="*/ 366141 h 885825"/>
                <a:gd name="connsiteX4529" fmla="*/ 181642 w 504825"/>
                <a:gd name="connsiteY4529" fmla="*/ 367475 h 885825"/>
                <a:gd name="connsiteX4530" fmla="*/ 182023 w 504825"/>
                <a:gd name="connsiteY4530" fmla="*/ 367665 h 885825"/>
                <a:gd name="connsiteX4531" fmla="*/ 184404 w 504825"/>
                <a:gd name="connsiteY4531" fmla="*/ 368427 h 885825"/>
                <a:gd name="connsiteX4532" fmla="*/ 184594 w 504825"/>
                <a:gd name="connsiteY4532" fmla="*/ 368808 h 885825"/>
                <a:gd name="connsiteX4533" fmla="*/ 184785 w 504825"/>
                <a:gd name="connsiteY4533" fmla="*/ 369189 h 885825"/>
                <a:gd name="connsiteX4534" fmla="*/ 184975 w 504825"/>
                <a:gd name="connsiteY4534" fmla="*/ 369379 h 885825"/>
                <a:gd name="connsiteX4535" fmla="*/ 185738 w 504825"/>
                <a:gd name="connsiteY4535" fmla="*/ 369189 h 885825"/>
                <a:gd name="connsiteX4536" fmla="*/ 186023 w 504825"/>
                <a:gd name="connsiteY4536" fmla="*/ 368808 h 885825"/>
                <a:gd name="connsiteX4537" fmla="*/ 186118 w 504825"/>
                <a:gd name="connsiteY4537" fmla="*/ 368427 h 885825"/>
                <a:gd name="connsiteX4538" fmla="*/ 186309 w 504825"/>
                <a:gd name="connsiteY4538" fmla="*/ 368236 h 885825"/>
                <a:gd name="connsiteX4539" fmla="*/ 186880 w 504825"/>
                <a:gd name="connsiteY4539" fmla="*/ 368141 h 885825"/>
                <a:gd name="connsiteX4540" fmla="*/ 187261 w 504825"/>
                <a:gd name="connsiteY4540" fmla="*/ 368236 h 885825"/>
                <a:gd name="connsiteX4541" fmla="*/ 187642 w 504825"/>
                <a:gd name="connsiteY4541" fmla="*/ 368427 h 885825"/>
                <a:gd name="connsiteX4542" fmla="*/ 188119 w 504825"/>
                <a:gd name="connsiteY4542" fmla="*/ 368522 h 885825"/>
                <a:gd name="connsiteX4543" fmla="*/ 190119 w 504825"/>
                <a:gd name="connsiteY4543" fmla="*/ 368141 h 885825"/>
                <a:gd name="connsiteX4544" fmla="*/ 191357 w 504825"/>
                <a:gd name="connsiteY4544" fmla="*/ 366712 h 885825"/>
                <a:gd name="connsiteX4545" fmla="*/ 191833 w 504825"/>
                <a:gd name="connsiteY4545" fmla="*/ 364617 h 885825"/>
                <a:gd name="connsiteX4546" fmla="*/ 191643 w 504825"/>
                <a:gd name="connsiteY4546" fmla="*/ 362141 h 885825"/>
                <a:gd name="connsiteX4547" fmla="*/ 190690 w 504825"/>
                <a:gd name="connsiteY4547" fmla="*/ 358331 h 885825"/>
                <a:gd name="connsiteX4548" fmla="*/ 190786 w 504825"/>
                <a:gd name="connsiteY4548" fmla="*/ 357473 h 885825"/>
                <a:gd name="connsiteX4549" fmla="*/ 191071 w 504825"/>
                <a:gd name="connsiteY4549" fmla="*/ 356902 h 885825"/>
                <a:gd name="connsiteX4550" fmla="*/ 190881 w 504825"/>
                <a:gd name="connsiteY4550" fmla="*/ 356330 h 885825"/>
                <a:gd name="connsiteX4551" fmla="*/ 188785 w 504825"/>
                <a:gd name="connsiteY4551" fmla="*/ 353949 h 885825"/>
                <a:gd name="connsiteX4552" fmla="*/ 188595 w 504825"/>
                <a:gd name="connsiteY4552" fmla="*/ 352806 h 885825"/>
                <a:gd name="connsiteX4553" fmla="*/ 189071 w 504825"/>
                <a:gd name="connsiteY4553" fmla="*/ 349282 h 885825"/>
                <a:gd name="connsiteX4554" fmla="*/ 189071 w 504825"/>
                <a:gd name="connsiteY4554" fmla="*/ 347186 h 885825"/>
                <a:gd name="connsiteX4555" fmla="*/ 189071 w 504825"/>
                <a:gd name="connsiteY4555" fmla="*/ 346615 h 885825"/>
                <a:gd name="connsiteX4556" fmla="*/ 189452 w 504825"/>
                <a:gd name="connsiteY4556" fmla="*/ 345948 h 885825"/>
                <a:gd name="connsiteX4557" fmla="*/ 190595 w 504825"/>
                <a:gd name="connsiteY4557" fmla="*/ 346519 h 885825"/>
                <a:gd name="connsiteX4558" fmla="*/ 190786 w 504825"/>
                <a:gd name="connsiteY4558" fmla="*/ 344138 h 885825"/>
                <a:gd name="connsiteX4559" fmla="*/ 191262 w 504825"/>
                <a:gd name="connsiteY4559" fmla="*/ 343091 h 885825"/>
                <a:gd name="connsiteX4560" fmla="*/ 192119 w 504825"/>
                <a:gd name="connsiteY4560" fmla="*/ 343186 h 885825"/>
                <a:gd name="connsiteX4561" fmla="*/ 192310 w 504825"/>
                <a:gd name="connsiteY4561" fmla="*/ 344043 h 885825"/>
                <a:gd name="connsiteX4562" fmla="*/ 191643 w 504825"/>
                <a:gd name="connsiteY4562" fmla="*/ 347662 h 885825"/>
                <a:gd name="connsiteX4563" fmla="*/ 192024 w 504825"/>
                <a:gd name="connsiteY4563" fmla="*/ 347282 h 885825"/>
                <a:gd name="connsiteX4564" fmla="*/ 192214 w 504825"/>
                <a:gd name="connsiteY4564" fmla="*/ 347282 h 885825"/>
                <a:gd name="connsiteX4565" fmla="*/ 192405 w 504825"/>
                <a:gd name="connsiteY4565" fmla="*/ 347662 h 885825"/>
                <a:gd name="connsiteX4566" fmla="*/ 192976 w 504825"/>
                <a:gd name="connsiteY4566" fmla="*/ 347091 h 885825"/>
                <a:gd name="connsiteX4567" fmla="*/ 193167 w 504825"/>
                <a:gd name="connsiteY4567" fmla="*/ 346900 h 885825"/>
                <a:gd name="connsiteX4568" fmla="*/ 193072 w 504825"/>
                <a:gd name="connsiteY4568" fmla="*/ 346424 h 885825"/>
                <a:gd name="connsiteX4569" fmla="*/ 193167 w 504825"/>
                <a:gd name="connsiteY4569" fmla="*/ 344710 h 885825"/>
                <a:gd name="connsiteX4570" fmla="*/ 193453 w 504825"/>
                <a:gd name="connsiteY4570" fmla="*/ 345472 h 885825"/>
                <a:gd name="connsiteX4571" fmla="*/ 193548 w 504825"/>
                <a:gd name="connsiteY4571" fmla="*/ 346329 h 885825"/>
                <a:gd name="connsiteX4572" fmla="*/ 193548 w 504825"/>
                <a:gd name="connsiteY4572" fmla="*/ 348234 h 885825"/>
                <a:gd name="connsiteX4573" fmla="*/ 193738 w 504825"/>
                <a:gd name="connsiteY4573" fmla="*/ 348901 h 885825"/>
                <a:gd name="connsiteX4574" fmla="*/ 194310 w 504825"/>
                <a:gd name="connsiteY4574" fmla="*/ 349377 h 885825"/>
                <a:gd name="connsiteX4575" fmla="*/ 195072 w 504825"/>
                <a:gd name="connsiteY4575" fmla="*/ 349663 h 885825"/>
                <a:gd name="connsiteX4576" fmla="*/ 195453 w 504825"/>
                <a:gd name="connsiteY4576" fmla="*/ 349758 h 885825"/>
                <a:gd name="connsiteX4577" fmla="*/ 195739 w 504825"/>
                <a:gd name="connsiteY4577" fmla="*/ 349853 h 885825"/>
                <a:gd name="connsiteX4578" fmla="*/ 198977 w 504825"/>
                <a:gd name="connsiteY4578" fmla="*/ 350425 h 885825"/>
                <a:gd name="connsiteX4579" fmla="*/ 204121 w 504825"/>
                <a:gd name="connsiteY4579" fmla="*/ 350615 h 885825"/>
                <a:gd name="connsiteX4580" fmla="*/ 204692 w 504825"/>
                <a:gd name="connsiteY4580" fmla="*/ 350710 h 885825"/>
                <a:gd name="connsiteX4581" fmla="*/ 204883 w 504825"/>
                <a:gd name="connsiteY4581" fmla="*/ 350996 h 885825"/>
                <a:gd name="connsiteX4582" fmla="*/ 204883 w 504825"/>
                <a:gd name="connsiteY4582" fmla="*/ 351377 h 885825"/>
                <a:gd name="connsiteX4583" fmla="*/ 205073 w 504825"/>
                <a:gd name="connsiteY4583" fmla="*/ 351663 h 885825"/>
                <a:gd name="connsiteX4584" fmla="*/ 207550 w 504825"/>
                <a:gd name="connsiteY4584" fmla="*/ 352711 h 885825"/>
                <a:gd name="connsiteX4585" fmla="*/ 207931 w 504825"/>
                <a:gd name="connsiteY4585" fmla="*/ 353092 h 885825"/>
                <a:gd name="connsiteX4586" fmla="*/ 208216 w 504825"/>
                <a:gd name="connsiteY4586" fmla="*/ 353759 h 885825"/>
                <a:gd name="connsiteX4587" fmla="*/ 209740 w 504825"/>
                <a:gd name="connsiteY4587" fmla="*/ 355854 h 885825"/>
                <a:gd name="connsiteX4588" fmla="*/ 210121 w 504825"/>
                <a:gd name="connsiteY4588" fmla="*/ 356616 h 885825"/>
                <a:gd name="connsiteX4589" fmla="*/ 210502 w 504825"/>
                <a:gd name="connsiteY4589" fmla="*/ 358807 h 885825"/>
                <a:gd name="connsiteX4590" fmla="*/ 210979 w 504825"/>
                <a:gd name="connsiteY4590" fmla="*/ 359950 h 885825"/>
                <a:gd name="connsiteX4591" fmla="*/ 212122 w 504825"/>
                <a:gd name="connsiteY4591" fmla="*/ 361759 h 885825"/>
                <a:gd name="connsiteX4592" fmla="*/ 212312 w 504825"/>
                <a:gd name="connsiteY4592" fmla="*/ 362998 h 885825"/>
                <a:gd name="connsiteX4593" fmla="*/ 212122 w 504825"/>
                <a:gd name="connsiteY4593" fmla="*/ 363950 h 885825"/>
                <a:gd name="connsiteX4594" fmla="*/ 211646 w 504825"/>
                <a:gd name="connsiteY4594" fmla="*/ 364712 h 885825"/>
                <a:gd name="connsiteX4595" fmla="*/ 210217 w 504825"/>
                <a:gd name="connsiteY4595" fmla="*/ 365760 h 885825"/>
                <a:gd name="connsiteX4596" fmla="*/ 209264 w 504825"/>
                <a:gd name="connsiteY4596" fmla="*/ 366712 h 885825"/>
                <a:gd name="connsiteX4597" fmla="*/ 208883 w 504825"/>
                <a:gd name="connsiteY4597" fmla="*/ 366808 h 885825"/>
                <a:gd name="connsiteX4598" fmla="*/ 207740 w 504825"/>
                <a:gd name="connsiteY4598" fmla="*/ 366712 h 885825"/>
                <a:gd name="connsiteX4599" fmla="*/ 207169 w 504825"/>
                <a:gd name="connsiteY4599" fmla="*/ 366712 h 885825"/>
                <a:gd name="connsiteX4600" fmla="*/ 206788 w 504825"/>
                <a:gd name="connsiteY4600" fmla="*/ 366903 h 885825"/>
                <a:gd name="connsiteX4601" fmla="*/ 202121 w 504825"/>
                <a:gd name="connsiteY4601" fmla="*/ 371380 h 885825"/>
                <a:gd name="connsiteX4602" fmla="*/ 200977 w 504825"/>
                <a:gd name="connsiteY4602" fmla="*/ 373190 h 885825"/>
                <a:gd name="connsiteX4603" fmla="*/ 200501 w 504825"/>
                <a:gd name="connsiteY4603" fmla="*/ 373475 h 885825"/>
                <a:gd name="connsiteX4604" fmla="*/ 199263 w 504825"/>
                <a:gd name="connsiteY4604" fmla="*/ 374047 h 885825"/>
                <a:gd name="connsiteX4605" fmla="*/ 198977 w 504825"/>
                <a:gd name="connsiteY4605" fmla="*/ 374333 h 885825"/>
                <a:gd name="connsiteX4606" fmla="*/ 198691 w 504825"/>
                <a:gd name="connsiteY4606" fmla="*/ 374999 h 885825"/>
                <a:gd name="connsiteX4607" fmla="*/ 198025 w 504825"/>
                <a:gd name="connsiteY4607" fmla="*/ 375571 h 885825"/>
                <a:gd name="connsiteX4608" fmla="*/ 197167 w 504825"/>
                <a:gd name="connsiteY4608" fmla="*/ 376047 h 885825"/>
                <a:gd name="connsiteX4609" fmla="*/ 196405 w 504825"/>
                <a:gd name="connsiteY4609" fmla="*/ 376333 h 885825"/>
                <a:gd name="connsiteX4610" fmla="*/ 194310 w 504825"/>
                <a:gd name="connsiteY4610" fmla="*/ 376714 h 885825"/>
                <a:gd name="connsiteX4611" fmla="*/ 193453 w 504825"/>
                <a:gd name="connsiteY4611" fmla="*/ 377095 h 885825"/>
                <a:gd name="connsiteX4612" fmla="*/ 193167 w 504825"/>
                <a:gd name="connsiteY4612" fmla="*/ 377952 h 885825"/>
                <a:gd name="connsiteX4613" fmla="*/ 192691 w 504825"/>
                <a:gd name="connsiteY4613" fmla="*/ 378809 h 885825"/>
                <a:gd name="connsiteX4614" fmla="*/ 191833 w 504825"/>
                <a:gd name="connsiteY4614" fmla="*/ 379857 h 885825"/>
                <a:gd name="connsiteX4615" fmla="*/ 191357 w 504825"/>
                <a:gd name="connsiteY4615" fmla="*/ 380809 h 885825"/>
                <a:gd name="connsiteX4616" fmla="*/ 192119 w 504825"/>
                <a:gd name="connsiteY4616" fmla="*/ 381476 h 885825"/>
                <a:gd name="connsiteX4617" fmla="*/ 192119 w 504825"/>
                <a:gd name="connsiteY4617" fmla="*/ 381857 h 885825"/>
                <a:gd name="connsiteX4618" fmla="*/ 191548 w 504825"/>
                <a:gd name="connsiteY4618" fmla="*/ 382143 h 885825"/>
                <a:gd name="connsiteX4619" fmla="*/ 191167 w 504825"/>
                <a:gd name="connsiteY4619" fmla="*/ 382238 h 885825"/>
                <a:gd name="connsiteX4620" fmla="*/ 190690 w 504825"/>
                <a:gd name="connsiteY4620" fmla="*/ 382238 h 885825"/>
                <a:gd name="connsiteX4621" fmla="*/ 191548 w 504825"/>
                <a:gd name="connsiteY4621" fmla="*/ 382715 h 885825"/>
                <a:gd name="connsiteX4622" fmla="*/ 192024 w 504825"/>
                <a:gd name="connsiteY4622" fmla="*/ 383191 h 885825"/>
                <a:gd name="connsiteX4623" fmla="*/ 191929 w 504825"/>
                <a:gd name="connsiteY4623" fmla="*/ 383667 h 885825"/>
                <a:gd name="connsiteX4624" fmla="*/ 191071 w 504825"/>
                <a:gd name="connsiteY4624" fmla="*/ 384048 h 885825"/>
                <a:gd name="connsiteX4625" fmla="*/ 191071 w 504825"/>
                <a:gd name="connsiteY4625" fmla="*/ 384429 h 885825"/>
                <a:gd name="connsiteX4626" fmla="*/ 192500 w 504825"/>
                <a:gd name="connsiteY4626" fmla="*/ 384905 h 885825"/>
                <a:gd name="connsiteX4627" fmla="*/ 193072 w 504825"/>
                <a:gd name="connsiteY4627" fmla="*/ 386048 h 885825"/>
                <a:gd name="connsiteX4628" fmla="*/ 193167 w 504825"/>
                <a:gd name="connsiteY4628" fmla="*/ 387572 h 885825"/>
                <a:gd name="connsiteX4629" fmla="*/ 192976 w 504825"/>
                <a:gd name="connsiteY4629" fmla="*/ 390716 h 885825"/>
                <a:gd name="connsiteX4630" fmla="*/ 193072 w 504825"/>
                <a:gd name="connsiteY4630" fmla="*/ 391573 h 885825"/>
                <a:gd name="connsiteX4631" fmla="*/ 193738 w 504825"/>
                <a:gd name="connsiteY4631" fmla="*/ 391954 h 885825"/>
                <a:gd name="connsiteX4632" fmla="*/ 193929 w 504825"/>
                <a:gd name="connsiteY4632" fmla="*/ 392240 h 885825"/>
                <a:gd name="connsiteX4633" fmla="*/ 193643 w 504825"/>
                <a:gd name="connsiteY4633" fmla="*/ 392811 h 885825"/>
                <a:gd name="connsiteX4634" fmla="*/ 192976 w 504825"/>
                <a:gd name="connsiteY4634" fmla="*/ 393287 h 885825"/>
                <a:gd name="connsiteX4635" fmla="*/ 192119 w 504825"/>
                <a:gd name="connsiteY4635" fmla="*/ 393383 h 885825"/>
                <a:gd name="connsiteX4636" fmla="*/ 192976 w 504825"/>
                <a:gd name="connsiteY4636" fmla="*/ 395383 h 885825"/>
                <a:gd name="connsiteX4637" fmla="*/ 193072 w 504825"/>
                <a:gd name="connsiteY4637" fmla="*/ 399955 h 885825"/>
                <a:gd name="connsiteX4638" fmla="*/ 193453 w 504825"/>
                <a:gd name="connsiteY4638" fmla="*/ 401860 h 885825"/>
                <a:gd name="connsiteX4639" fmla="*/ 194596 w 504825"/>
                <a:gd name="connsiteY4639" fmla="*/ 403289 h 885825"/>
                <a:gd name="connsiteX4640" fmla="*/ 195358 w 504825"/>
                <a:gd name="connsiteY4640" fmla="*/ 403765 h 885825"/>
                <a:gd name="connsiteX4641" fmla="*/ 195739 w 504825"/>
                <a:gd name="connsiteY4641" fmla="*/ 403098 h 885825"/>
                <a:gd name="connsiteX4642" fmla="*/ 195453 w 504825"/>
                <a:gd name="connsiteY4642" fmla="*/ 402050 h 885825"/>
                <a:gd name="connsiteX4643" fmla="*/ 194977 w 504825"/>
                <a:gd name="connsiteY4643" fmla="*/ 400907 h 885825"/>
                <a:gd name="connsiteX4644" fmla="*/ 194786 w 504825"/>
                <a:gd name="connsiteY4644" fmla="*/ 399955 h 885825"/>
                <a:gd name="connsiteX4645" fmla="*/ 195263 w 504825"/>
                <a:gd name="connsiteY4645" fmla="*/ 399193 h 885825"/>
                <a:gd name="connsiteX4646" fmla="*/ 197453 w 504825"/>
                <a:gd name="connsiteY4646" fmla="*/ 399574 h 885825"/>
                <a:gd name="connsiteX4647" fmla="*/ 198501 w 504825"/>
                <a:gd name="connsiteY4647" fmla="*/ 399383 h 885825"/>
                <a:gd name="connsiteX4648" fmla="*/ 198025 w 504825"/>
                <a:gd name="connsiteY4648" fmla="*/ 398240 h 885825"/>
                <a:gd name="connsiteX4649" fmla="*/ 197263 w 504825"/>
                <a:gd name="connsiteY4649" fmla="*/ 397192 h 885825"/>
                <a:gd name="connsiteX4650" fmla="*/ 197072 w 504825"/>
                <a:gd name="connsiteY4650" fmla="*/ 396240 h 885825"/>
                <a:gd name="connsiteX4651" fmla="*/ 197453 w 504825"/>
                <a:gd name="connsiteY4651" fmla="*/ 395478 h 885825"/>
                <a:gd name="connsiteX4652" fmla="*/ 198406 w 504825"/>
                <a:gd name="connsiteY4652" fmla="*/ 395097 h 885825"/>
                <a:gd name="connsiteX4653" fmla="*/ 199549 w 504825"/>
                <a:gd name="connsiteY4653" fmla="*/ 395097 h 885825"/>
                <a:gd name="connsiteX4654" fmla="*/ 201739 w 504825"/>
                <a:gd name="connsiteY4654" fmla="*/ 395668 h 885825"/>
                <a:gd name="connsiteX4655" fmla="*/ 206502 w 504825"/>
                <a:gd name="connsiteY4655" fmla="*/ 396240 h 885825"/>
                <a:gd name="connsiteX4656" fmla="*/ 207454 w 504825"/>
                <a:gd name="connsiteY4656" fmla="*/ 396526 h 885825"/>
                <a:gd name="connsiteX4657" fmla="*/ 208026 w 504825"/>
                <a:gd name="connsiteY4657" fmla="*/ 397097 h 885825"/>
                <a:gd name="connsiteX4658" fmla="*/ 208312 w 504825"/>
                <a:gd name="connsiteY4658" fmla="*/ 397859 h 885825"/>
                <a:gd name="connsiteX4659" fmla="*/ 208407 w 504825"/>
                <a:gd name="connsiteY4659" fmla="*/ 398812 h 885825"/>
                <a:gd name="connsiteX4660" fmla="*/ 208407 w 504825"/>
                <a:gd name="connsiteY4660" fmla="*/ 399669 h 885825"/>
                <a:gd name="connsiteX4661" fmla="*/ 208312 w 504825"/>
                <a:gd name="connsiteY4661" fmla="*/ 400241 h 885825"/>
                <a:gd name="connsiteX4662" fmla="*/ 208026 w 504825"/>
                <a:gd name="connsiteY4662" fmla="*/ 401384 h 885825"/>
                <a:gd name="connsiteX4663" fmla="*/ 208026 w 504825"/>
                <a:gd name="connsiteY4663" fmla="*/ 402050 h 885825"/>
                <a:gd name="connsiteX4664" fmla="*/ 208216 w 504825"/>
                <a:gd name="connsiteY4664" fmla="*/ 402336 h 885825"/>
                <a:gd name="connsiteX4665" fmla="*/ 209074 w 504825"/>
                <a:gd name="connsiteY4665" fmla="*/ 403193 h 885825"/>
                <a:gd name="connsiteX4666" fmla="*/ 209074 w 504825"/>
                <a:gd name="connsiteY4666" fmla="*/ 403955 h 885825"/>
                <a:gd name="connsiteX4667" fmla="*/ 208883 w 504825"/>
                <a:gd name="connsiteY4667" fmla="*/ 404432 h 885825"/>
                <a:gd name="connsiteX4668" fmla="*/ 208502 w 504825"/>
                <a:gd name="connsiteY4668" fmla="*/ 404717 h 885825"/>
                <a:gd name="connsiteX4669" fmla="*/ 207835 w 504825"/>
                <a:gd name="connsiteY4669" fmla="*/ 404812 h 885825"/>
                <a:gd name="connsiteX4670" fmla="*/ 207645 w 504825"/>
                <a:gd name="connsiteY4670" fmla="*/ 405098 h 885825"/>
                <a:gd name="connsiteX4671" fmla="*/ 207454 w 504825"/>
                <a:gd name="connsiteY4671" fmla="*/ 405765 h 885825"/>
                <a:gd name="connsiteX4672" fmla="*/ 207169 w 504825"/>
                <a:gd name="connsiteY4672" fmla="*/ 406432 h 885825"/>
                <a:gd name="connsiteX4673" fmla="*/ 206692 w 504825"/>
                <a:gd name="connsiteY4673" fmla="*/ 406717 h 885825"/>
                <a:gd name="connsiteX4674" fmla="*/ 206502 w 504825"/>
                <a:gd name="connsiteY4674" fmla="*/ 407003 h 885825"/>
                <a:gd name="connsiteX4675" fmla="*/ 206597 w 504825"/>
                <a:gd name="connsiteY4675" fmla="*/ 407670 h 885825"/>
                <a:gd name="connsiteX4676" fmla="*/ 206883 w 504825"/>
                <a:gd name="connsiteY4676" fmla="*/ 408337 h 885825"/>
                <a:gd name="connsiteX4677" fmla="*/ 207264 w 504825"/>
                <a:gd name="connsiteY4677" fmla="*/ 408623 h 885825"/>
                <a:gd name="connsiteX4678" fmla="*/ 207645 w 504825"/>
                <a:gd name="connsiteY4678" fmla="*/ 408337 h 885825"/>
                <a:gd name="connsiteX4679" fmla="*/ 211741 w 504825"/>
                <a:gd name="connsiteY4679" fmla="*/ 403574 h 885825"/>
                <a:gd name="connsiteX4680" fmla="*/ 212217 w 504825"/>
                <a:gd name="connsiteY4680" fmla="*/ 403384 h 885825"/>
                <a:gd name="connsiteX4681" fmla="*/ 212884 w 504825"/>
                <a:gd name="connsiteY4681" fmla="*/ 403574 h 885825"/>
                <a:gd name="connsiteX4682" fmla="*/ 213550 w 504825"/>
                <a:gd name="connsiteY4682" fmla="*/ 403860 h 885825"/>
                <a:gd name="connsiteX4683" fmla="*/ 214598 w 504825"/>
                <a:gd name="connsiteY4683" fmla="*/ 404527 h 885825"/>
                <a:gd name="connsiteX4684" fmla="*/ 214789 w 504825"/>
                <a:gd name="connsiteY4684" fmla="*/ 404717 h 885825"/>
                <a:gd name="connsiteX4685" fmla="*/ 215551 w 504825"/>
                <a:gd name="connsiteY4685" fmla="*/ 406717 h 885825"/>
                <a:gd name="connsiteX4686" fmla="*/ 215551 w 504825"/>
                <a:gd name="connsiteY4686" fmla="*/ 407575 h 885825"/>
                <a:gd name="connsiteX4687" fmla="*/ 215360 w 504825"/>
                <a:gd name="connsiteY4687" fmla="*/ 408527 h 885825"/>
                <a:gd name="connsiteX4688" fmla="*/ 215265 w 504825"/>
                <a:gd name="connsiteY4688" fmla="*/ 409861 h 885825"/>
                <a:gd name="connsiteX4689" fmla="*/ 215074 w 504825"/>
                <a:gd name="connsiteY4689" fmla="*/ 410432 h 885825"/>
                <a:gd name="connsiteX4690" fmla="*/ 214789 w 504825"/>
                <a:gd name="connsiteY4690" fmla="*/ 410718 h 885825"/>
                <a:gd name="connsiteX4691" fmla="*/ 214598 w 504825"/>
                <a:gd name="connsiteY4691" fmla="*/ 411004 h 885825"/>
                <a:gd name="connsiteX4692" fmla="*/ 214884 w 504825"/>
                <a:gd name="connsiteY4692" fmla="*/ 411480 h 885825"/>
                <a:gd name="connsiteX4693" fmla="*/ 215360 w 504825"/>
                <a:gd name="connsiteY4693" fmla="*/ 411766 h 885825"/>
                <a:gd name="connsiteX4694" fmla="*/ 216598 w 504825"/>
                <a:gd name="connsiteY4694" fmla="*/ 412051 h 885825"/>
                <a:gd name="connsiteX4695" fmla="*/ 217075 w 504825"/>
                <a:gd name="connsiteY4695" fmla="*/ 412242 h 885825"/>
                <a:gd name="connsiteX4696" fmla="*/ 217837 w 504825"/>
                <a:gd name="connsiteY4696" fmla="*/ 411861 h 885825"/>
                <a:gd name="connsiteX4697" fmla="*/ 218694 w 504825"/>
                <a:gd name="connsiteY4697" fmla="*/ 411575 h 885825"/>
                <a:gd name="connsiteX4698" fmla="*/ 220408 w 504825"/>
                <a:gd name="connsiteY4698" fmla="*/ 411194 h 885825"/>
                <a:gd name="connsiteX4699" fmla="*/ 221266 w 504825"/>
                <a:gd name="connsiteY4699" fmla="*/ 411194 h 885825"/>
                <a:gd name="connsiteX4700" fmla="*/ 221837 w 504825"/>
                <a:gd name="connsiteY4700" fmla="*/ 411480 h 885825"/>
                <a:gd name="connsiteX4701" fmla="*/ 222313 w 504825"/>
                <a:gd name="connsiteY4701" fmla="*/ 411766 h 885825"/>
                <a:gd name="connsiteX4702" fmla="*/ 222790 w 504825"/>
                <a:gd name="connsiteY4702" fmla="*/ 411861 h 885825"/>
                <a:gd name="connsiteX4703" fmla="*/ 223742 w 504825"/>
                <a:gd name="connsiteY4703" fmla="*/ 411861 h 885825"/>
                <a:gd name="connsiteX4704" fmla="*/ 224409 w 504825"/>
                <a:gd name="connsiteY4704" fmla="*/ 411956 h 885825"/>
                <a:gd name="connsiteX4705" fmla="*/ 225838 w 504825"/>
                <a:gd name="connsiteY4705" fmla="*/ 412528 h 885825"/>
                <a:gd name="connsiteX4706" fmla="*/ 226028 w 504825"/>
                <a:gd name="connsiteY4706" fmla="*/ 412718 h 885825"/>
                <a:gd name="connsiteX4707" fmla="*/ 226790 w 504825"/>
                <a:gd name="connsiteY4707" fmla="*/ 413194 h 885825"/>
                <a:gd name="connsiteX4708" fmla="*/ 227647 w 504825"/>
                <a:gd name="connsiteY4708" fmla="*/ 413480 h 885825"/>
                <a:gd name="connsiteX4709" fmla="*/ 228695 w 504825"/>
                <a:gd name="connsiteY4709" fmla="*/ 412433 h 885825"/>
                <a:gd name="connsiteX4710" fmla="*/ 231743 w 504825"/>
                <a:gd name="connsiteY4710" fmla="*/ 410147 h 885825"/>
                <a:gd name="connsiteX4711" fmla="*/ 232791 w 504825"/>
                <a:gd name="connsiteY4711" fmla="*/ 409575 h 885825"/>
                <a:gd name="connsiteX4712" fmla="*/ 233553 w 504825"/>
                <a:gd name="connsiteY4712" fmla="*/ 409575 h 885825"/>
                <a:gd name="connsiteX4713" fmla="*/ 235744 w 504825"/>
                <a:gd name="connsiteY4713" fmla="*/ 410051 h 885825"/>
                <a:gd name="connsiteX4714" fmla="*/ 235934 w 504825"/>
                <a:gd name="connsiteY4714" fmla="*/ 409670 h 885825"/>
                <a:gd name="connsiteX4715" fmla="*/ 237554 w 504825"/>
                <a:gd name="connsiteY4715" fmla="*/ 407956 h 885825"/>
                <a:gd name="connsiteX4716" fmla="*/ 236887 w 504825"/>
                <a:gd name="connsiteY4716" fmla="*/ 407670 h 885825"/>
                <a:gd name="connsiteX4717" fmla="*/ 236506 w 504825"/>
                <a:gd name="connsiteY4717" fmla="*/ 407575 h 885825"/>
                <a:gd name="connsiteX4718" fmla="*/ 236029 w 504825"/>
                <a:gd name="connsiteY4718" fmla="*/ 407575 h 885825"/>
                <a:gd name="connsiteX4719" fmla="*/ 236220 w 504825"/>
                <a:gd name="connsiteY4719" fmla="*/ 406241 h 885825"/>
                <a:gd name="connsiteX4720" fmla="*/ 235839 w 504825"/>
                <a:gd name="connsiteY4720" fmla="*/ 402431 h 885825"/>
                <a:gd name="connsiteX4721" fmla="*/ 236982 w 504825"/>
                <a:gd name="connsiteY4721" fmla="*/ 401193 h 885825"/>
                <a:gd name="connsiteX4722" fmla="*/ 238601 w 504825"/>
                <a:gd name="connsiteY4722" fmla="*/ 399478 h 885825"/>
                <a:gd name="connsiteX4723" fmla="*/ 239077 w 504825"/>
                <a:gd name="connsiteY4723" fmla="*/ 399098 h 885825"/>
                <a:gd name="connsiteX4724" fmla="*/ 239363 w 504825"/>
                <a:gd name="connsiteY4724" fmla="*/ 399002 h 885825"/>
                <a:gd name="connsiteX4725" fmla="*/ 240221 w 504825"/>
                <a:gd name="connsiteY4725" fmla="*/ 399002 h 885825"/>
                <a:gd name="connsiteX4726" fmla="*/ 240601 w 504825"/>
                <a:gd name="connsiteY4726" fmla="*/ 398907 h 885825"/>
                <a:gd name="connsiteX4727" fmla="*/ 240982 w 504825"/>
                <a:gd name="connsiteY4727" fmla="*/ 398717 h 885825"/>
                <a:gd name="connsiteX4728" fmla="*/ 241935 w 504825"/>
                <a:gd name="connsiteY4728" fmla="*/ 397954 h 885825"/>
                <a:gd name="connsiteX4729" fmla="*/ 243459 w 504825"/>
                <a:gd name="connsiteY4729" fmla="*/ 397383 h 885825"/>
                <a:gd name="connsiteX4730" fmla="*/ 244126 w 504825"/>
                <a:gd name="connsiteY4730" fmla="*/ 396907 h 885825"/>
                <a:gd name="connsiteX4731" fmla="*/ 244411 w 504825"/>
                <a:gd name="connsiteY4731" fmla="*/ 396907 h 885825"/>
                <a:gd name="connsiteX4732" fmla="*/ 245269 w 504825"/>
                <a:gd name="connsiteY4732" fmla="*/ 397097 h 885825"/>
                <a:gd name="connsiteX4733" fmla="*/ 245745 w 504825"/>
                <a:gd name="connsiteY4733" fmla="*/ 397097 h 885825"/>
                <a:gd name="connsiteX4734" fmla="*/ 246507 w 504825"/>
                <a:gd name="connsiteY4734" fmla="*/ 396240 h 885825"/>
                <a:gd name="connsiteX4735" fmla="*/ 246793 w 504825"/>
                <a:gd name="connsiteY4735" fmla="*/ 396050 h 885825"/>
                <a:gd name="connsiteX4736" fmla="*/ 249269 w 504825"/>
                <a:gd name="connsiteY4736" fmla="*/ 395383 h 885825"/>
                <a:gd name="connsiteX4737" fmla="*/ 249650 w 504825"/>
                <a:gd name="connsiteY4737" fmla="*/ 395097 h 885825"/>
                <a:gd name="connsiteX4738" fmla="*/ 249841 w 504825"/>
                <a:gd name="connsiteY4738" fmla="*/ 394335 h 885825"/>
                <a:gd name="connsiteX4739" fmla="*/ 250793 w 504825"/>
                <a:gd name="connsiteY4739" fmla="*/ 393764 h 885825"/>
                <a:gd name="connsiteX4740" fmla="*/ 251174 w 504825"/>
                <a:gd name="connsiteY4740" fmla="*/ 393001 h 885825"/>
                <a:gd name="connsiteX4741" fmla="*/ 251936 w 504825"/>
                <a:gd name="connsiteY4741" fmla="*/ 393383 h 885825"/>
                <a:gd name="connsiteX4742" fmla="*/ 253936 w 504825"/>
                <a:gd name="connsiteY4742" fmla="*/ 394049 h 885825"/>
                <a:gd name="connsiteX4743" fmla="*/ 254508 w 504825"/>
                <a:gd name="connsiteY4743" fmla="*/ 394240 h 885825"/>
                <a:gd name="connsiteX4744" fmla="*/ 316992 w 504825"/>
                <a:gd name="connsiteY4744" fmla="*/ 744188 h 885825"/>
                <a:gd name="connsiteX4745" fmla="*/ 316516 w 504825"/>
                <a:gd name="connsiteY4745" fmla="*/ 743426 h 885825"/>
                <a:gd name="connsiteX4746" fmla="*/ 315563 w 504825"/>
                <a:gd name="connsiteY4746" fmla="*/ 742474 h 885825"/>
                <a:gd name="connsiteX4747" fmla="*/ 314515 w 504825"/>
                <a:gd name="connsiteY4747" fmla="*/ 741712 h 885825"/>
                <a:gd name="connsiteX4748" fmla="*/ 313563 w 504825"/>
                <a:gd name="connsiteY4748" fmla="*/ 741331 h 885825"/>
                <a:gd name="connsiteX4749" fmla="*/ 312991 w 504825"/>
                <a:gd name="connsiteY4749" fmla="*/ 741617 h 885825"/>
                <a:gd name="connsiteX4750" fmla="*/ 312801 w 504825"/>
                <a:gd name="connsiteY4750" fmla="*/ 742188 h 885825"/>
                <a:gd name="connsiteX4751" fmla="*/ 312706 w 504825"/>
                <a:gd name="connsiteY4751" fmla="*/ 742855 h 885825"/>
                <a:gd name="connsiteX4752" fmla="*/ 312325 w 504825"/>
                <a:gd name="connsiteY4752" fmla="*/ 743331 h 885825"/>
                <a:gd name="connsiteX4753" fmla="*/ 311467 w 504825"/>
                <a:gd name="connsiteY4753" fmla="*/ 743426 h 885825"/>
                <a:gd name="connsiteX4754" fmla="*/ 310801 w 504825"/>
                <a:gd name="connsiteY4754" fmla="*/ 742759 h 885825"/>
                <a:gd name="connsiteX4755" fmla="*/ 310134 w 504825"/>
                <a:gd name="connsiteY4755" fmla="*/ 741998 h 885825"/>
                <a:gd name="connsiteX4756" fmla="*/ 309372 w 504825"/>
                <a:gd name="connsiteY4756" fmla="*/ 741617 h 885825"/>
                <a:gd name="connsiteX4757" fmla="*/ 308038 w 504825"/>
                <a:gd name="connsiteY4757" fmla="*/ 742283 h 885825"/>
                <a:gd name="connsiteX4758" fmla="*/ 307562 w 504825"/>
                <a:gd name="connsiteY4758" fmla="*/ 744093 h 885825"/>
                <a:gd name="connsiteX4759" fmla="*/ 307562 w 504825"/>
                <a:gd name="connsiteY4759" fmla="*/ 746093 h 885825"/>
                <a:gd name="connsiteX4760" fmla="*/ 307848 w 504825"/>
                <a:gd name="connsiteY4760" fmla="*/ 747427 h 885825"/>
                <a:gd name="connsiteX4761" fmla="*/ 308229 w 504825"/>
                <a:gd name="connsiteY4761" fmla="*/ 748284 h 885825"/>
                <a:gd name="connsiteX4762" fmla="*/ 308705 w 504825"/>
                <a:gd name="connsiteY4762" fmla="*/ 748856 h 885825"/>
                <a:gd name="connsiteX4763" fmla="*/ 309277 w 504825"/>
                <a:gd name="connsiteY4763" fmla="*/ 749046 h 885825"/>
                <a:gd name="connsiteX4764" fmla="*/ 310039 w 504825"/>
                <a:gd name="connsiteY4764" fmla="*/ 748856 h 885825"/>
                <a:gd name="connsiteX4765" fmla="*/ 310229 w 504825"/>
                <a:gd name="connsiteY4765" fmla="*/ 748665 h 885825"/>
                <a:gd name="connsiteX4766" fmla="*/ 310515 w 504825"/>
                <a:gd name="connsiteY4766" fmla="*/ 747998 h 885825"/>
                <a:gd name="connsiteX4767" fmla="*/ 310705 w 504825"/>
                <a:gd name="connsiteY4767" fmla="*/ 747712 h 885825"/>
                <a:gd name="connsiteX4768" fmla="*/ 311086 w 504825"/>
                <a:gd name="connsiteY4768" fmla="*/ 747617 h 885825"/>
                <a:gd name="connsiteX4769" fmla="*/ 311753 w 504825"/>
                <a:gd name="connsiteY4769" fmla="*/ 747522 h 885825"/>
                <a:gd name="connsiteX4770" fmla="*/ 312230 w 504825"/>
                <a:gd name="connsiteY4770" fmla="*/ 747427 h 885825"/>
                <a:gd name="connsiteX4771" fmla="*/ 312801 w 504825"/>
                <a:gd name="connsiteY4771" fmla="*/ 747141 h 885825"/>
                <a:gd name="connsiteX4772" fmla="*/ 314325 w 504825"/>
                <a:gd name="connsiteY4772" fmla="*/ 745998 h 885825"/>
                <a:gd name="connsiteX4773" fmla="*/ 314611 w 504825"/>
                <a:gd name="connsiteY4773" fmla="*/ 745998 h 885825"/>
                <a:gd name="connsiteX4774" fmla="*/ 314992 w 504825"/>
                <a:gd name="connsiteY4774" fmla="*/ 746093 h 885825"/>
                <a:gd name="connsiteX4775" fmla="*/ 315373 w 504825"/>
                <a:gd name="connsiteY4775" fmla="*/ 746093 h 885825"/>
                <a:gd name="connsiteX4776" fmla="*/ 315754 w 504825"/>
                <a:gd name="connsiteY4776" fmla="*/ 745712 h 885825"/>
                <a:gd name="connsiteX4777" fmla="*/ 315849 w 504825"/>
                <a:gd name="connsiteY4777" fmla="*/ 745331 h 885825"/>
                <a:gd name="connsiteX4778" fmla="*/ 315754 w 504825"/>
                <a:gd name="connsiteY4778" fmla="*/ 744760 h 885825"/>
                <a:gd name="connsiteX4779" fmla="*/ 315468 w 504825"/>
                <a:gd name="connsiteY4779" fmla="*/ 743902 h 885825"/>
                <a:gd name="connsiteX4780" fmla="*/ 315849 w 504825"/>
                <a:gd name="connsiteY4780" fmla="*/ 744093 h 885825"/>
                <a:gd name="connsiteX4781" fmla="*/ 316992 w 504825"/>
                <a:gd name="connsiteY4781" fmla="*/ 744188 h 885825"/>
                <a:gd name="connsiteX4782" fmla="*/ 281464 w 504825"/>
                <a:gd name="connsiteY4782" fmla="*/ 783717 h 885825"/>
                <a:gd name="connsiteX4783" fmla="*/ 280988 w 504825"/>
                <a:gd name="connsiteY4783" fmla="*/ 783431 h 885825"/>
                <a:gd name="connsiteX4784" fmla="*/ 279654 w 504825"/>
                <a:gd name="connsiteY4784" fmla="*/ 783050 h 885825"/>
                <a:gd name="connsiteX4785" fmla="*/ 279082 w 504825"/>
                <a:gd name="connsiteY4785" fmla="*/ 782860 h 885825"/>
                <a:gd name="connsiteX4786" fmla="*/ 278797 w 504825"/>
                <a:gd name="connsiteY4786" fmla="*/ 782574 h 885825"/>
                <a:gd name="connsiteX4787" fmla="*/ 278511 w 504825"/>
                <a:gd name="connsiteY4787" fmla="*/ 782288 h 885825"/>
                <a:gd name="connsiteX4788" fmla="*/ 278130 w 504825"/>
                <a:gd name="connsiteY4788" fmla="*/ 782002 h 885825"/>
                <a:gd name="connsiteX4789" fmla="*/ 277558 w 504825"/>
                <a:gd name="connsiteY4789" fmla="*/ 781717 h 885825"/>
                <a:gd name="connsiteX4790" fmla="*/ 275177 w 504825"/>
                <a:gd name="connsiteY4790" fmla="*/ 781431 h 885825"/>
                <a:gd name="connsiteX4791" fmla="*/ 274606 w 504825"/>
                <a:gd name="connsiteY4791" fmla="*/ 781241 h 885825"/>
                <a:gd name="connsiteX4792" fmla="*/ 274225 w 504825"/>
                <a:gd name="connsiteY4792" fmla="*/ 780764 h 885825"/>
                <a:gd name="connsiteX4793" fmla="*/ 273939 w 504825"/>
                <a:gd name="connsiteY4793" fmla="*/ 780288 h 885825"/>
                <a:gd name="connsiteX4794" fmla="*/ 273748 w 504825"/>
                <a:gd name="connsiteY4794" fmla="*/ 780098 h 885825"/>
                <a:gd name="connsiteX4795" fmla="*/ 273177 w 504825"/>
                <a:gd name="connsiteY4795" fmla="*/ 780098 h 885825"/>
                <a:gd name="connsiteX4796" fmla="*/ 271843 w 504825"/>
                <a:gd name="connsiteY4796" fmla="*/ 779812 h 885825"/>
                <a:gd name="connsiteX4797" fmla="*/ 271272 w 504825"/>
                <a:gd name="connsiteY4797" fmla="*/ 779621 h 885825"/>
                <a:gd name="connsiteX4798" fmla="*/ 270891 w 504825"/>
                <a:gd name="connsiteY4798" fmla="*/ 779335 h 885825"/>
                <a:gd name="connsiteX4799" fmla="*/ 270129 w 504825"/>
                <a:gd name="connsiteY4799" fmla="*/ 778574 h 885825"/>
                <a:gd name="connsiteX4800" fmla="*/ 269653 w 504825"/>
                <a:gd name="connsiteY4800" fmla="*/ 778383 h 885825"/>
                <a:gd name="connsiteX4801" fmla="*/ 269176 w 504825"/>
                <a:gd name="connsiteY4801" fmla="*/ 778383 h 885825"/>
                <a:gd name="connsiteX4802" fmla="*/ 267748 w 504825"/>
                <a:gd name="connsiteY4802" fmla="*/ 778478 h 885825"/>
                <a:gd name="connsiteX4803" fmla="*/ 266890 w 504825"/>
                <a:gd name="connsiteY4803" fmla="*/ 778669 h 885825"/>
                <a:gd name="connsiteX4804" fmla="*/ 266319 w 504825"/>
                <a:gd name="connsiteY4804" fmla="*/ 779050 h 885825"/>
                <a:gd name="connsiteX4805" fmla="*/ 265557 w 504825"/>
                <a:gd name="connsiteY4805" fmla="*/ 780002 h 885825"/>
                <a:gd name="connsiteX4806" fmla="*/ 263461 w 504825"/>
                <a:gd name="connsiteY4806" fmla="*/ 780859 h 885825"/>
                <a:gd name="connsiteX4807" fmla="*/ 262890 w 504825"/>
                <a:gd name="connsiteY4807" fmla="*/ 781622 h 885825"/>
                <a:gd name="connsiteX4808" fmla="*/ 262509 w 504825"/>
                <a:gd name="connsiteY4808" fmla="*/ 781812 h 885825"/>
                <a:gd name="connsiteX4809" fmla="*/ 257175 w 504825"/>
                <a:gd name="connsiteY4809" fmla="*/ 782288 h 885825"/>
                <a:gd name="connsiteX4810" fmla="*/ 256222 w 504825"/>
                <a:gd name="connsiteY4810" fmla="*/ 782669 h 885825"/>
                <a:gd name="connsiteX4811" fmla="*/ 255651 w 504825"/>
                <a:gd name="connsiteY4811" fmla="*/ 783526 h 885825"/>
                <a:gd name="connsiteX4812" fmla="*/ 255460 w 504825"/>
                <a:gd name="connsiteY4812" fmla="*/ 784860 h 885825"/>
                <a:gd name="connsiteX4813" fmla="*/ 255841 w 504825"/>
                <a:gd name="connsiteY4813" fmla="*/ 786289 h 885825"/>
                <a:gd name="connsiteX4814" fmla="*/ 256794 w 504825"/>
                <a:gd name="connsiteY4814" fmla="*/ 786670 h 885825"/>
                <a:gd name="connsiteX4815" fmla="*/ 257937 w 504825"/>
                <a:gd name="connsiteY4815" fmla="*/ 786765 h 885825"/>
                <a:gd name="connsiteX4816" fmla="*/ 258985 w 504825"/>
                <a:gd name="connsiteY4816" fmla="*/ 787241 h 885825"/>
                <a:gd name="connsiteX4817" fmla="*/ 259271 w 504825"/>
                <a:gd name="connsiteY4817" fmla="*/ 788194 h 885825"/>
                <a:gd name="connsiteX4818" fmla="*/ 259271 w 504825"/>
                <a:gd name="connsiteY4818" fmla="*/ 790956 h 885825"/>
                <a:gd name="connsiteX4819" fmla="*/ 262985 w 504825"/>
                <a:gd name="connsiteY4819" fmla="*/ 794004 h 885825"/>
                <a:gd name="connsiteX4820" fmla="*/ 263176 w 504825"/>
                <a:gd name="connsiteY4820" fmla="*/ 794385 h 885825"/>
                <a:gd name="connsiteX4821" fmla="*/ 263271 w 504825"/>
                <a:gd name="connsiteY4821" fmla="*/ 794861 h 885825"/>
                <a:gd name="connsiteX4822" fmla="*/ 263366 w 504825"/>
                <a:gd name="connsiteY4822" fmla="*/ 796004 h 885825"/>
                <a:gd name="connsiteX4823" fmla="*/ 263652 w 504825"/>
                <a:gd name="connsiteY4823" fmla="*/ 796100 h 885825"/>
                <a:gd name="connsiteX4824" fmla="*/ 265366 w 504825"/>
                <a:gd name="connsiteY4824" fmla="*/ 795814 h 885825"/>
                <a:gd name="connsiteX4825" fmla="*/ 267652 w 504825"/>
                <a:gd name="connsiteY4825" fmla="*/ 795814 h 885825"/>
                <a:gd name="connsiteX4826" fmla="*/ 268605 w 504825"/>
                <a:gd name="connsiteY4826" fmla="*/ 795623 h 885825"/>
                <a:gd name="connsiteX4827" fmla="*/ 271939 w 504825"/>
                <a:gd name="connsiteY4827" fmla="*/ 794290 h 885825"/>
                <a:gd name="connsiteX4828" fmla="*/ 273082 w 504825"/>
                <a:gd name="connsiteY4828" fmla="*/ 794099 h 885825"/>
                <a:gd name="connsiteX4829" fmla="*/ 274320 w 504825"/>
                <a:gd name="connsiteY4829" fmla="*/ 794004 h 885825"/>
                <a:gd name="connsiteX4830" fmla="*/ 275463 w 504825"/>
                <a:gd name="connsiteY4830" fmla="*/ 793623 h 885825"/>
                <a:gd name="connsiteX4831" fmla="*/ 275939 w 504825"/>
                <a:gd name="connsiteY4831" fmla="*/ 792766 h 885825"/>
                <a:gd name="connsiteX4832" fmla="*/ 276225 w 504825"/>
                <a:gd name="connsiteY4832" fmla="*/ 790384 h 885825"/>
                <a:gd name="connsiteX4833" fmla="*/ 276511 w 504825"/>
                <a:gd name="connsiteY4833" fmla="*/ 789527 h 885825"/>
                <a:gd name="connsiteX4834" fmla="*/ 276892 w 504825"/>
                <a:gd name="connsiteY4834" fmla="*/ 788765 h 885825"/>
                <a:gd name="connsiteX4835" fmla="*/ 277368 w 504825"/>
                <a:gd name="connsiteY4835" fmla="*/ 788003 h 885825"/>
                <a:gd name="connsiteX4836" fmla="*/ 277939 w 504825"/>
                <a:gd name="connsiteY4836" fmla="*/ 787336 h 885825"/>
                <a:gd name="connsiteX4837" fmla="*/ 278892 w 504825"/>
                <a:gd name="connsiteY4837" fmla="*/ 786765 h 885825"/>
                <a:gd name="connsiteX4838" fmla="*/ 281368 w 504825"/>
                <a:gd name="connsiteY4838" fmla="*/ 786670 h 885825"/>
                <a:gd name="connsiteX4839" fmla="*/ 282416 w 504825"/>
                <a:gd name="connsiteY4839" fmla="*/ 786289 h 885825"/>
                <a:gd name="connsiteX4840" fmla="*/ 283178 w 504825"/>
                <a:gd name="connsiteY4840" fmla="*/ 785527 h 885825"/>
                <a:gd name="connsiteX4841" fmla="*/ 282892 w 504825"/>
                <a:gd name="connsiteY4841" fmla="*/ 784955 h 885825"/>
                <a:gd name="connsiteX4842" fmla="*/ 281464 w 504825"/>
                <a:gd name="connsiteY4842" fmla="*/ 783717 h 885825"/>
                <a:gd name="connsiteX4843" fmla="*/ 465201 w 504825"/>
                <a:gd name="connsiteY4843" fmla="*/ 766286 h 885825"/>
                <a:gd name="connsiteX4844" fmla="*/ 465010 w 504825"/>
                <a:gd name="connsiteY4844" fmla="*/ 765143 h 885825"/>
                <a:gd name="connsiteX4845" fmla="*/ 465391 w 504825"/>
                <a:gd name="connsiteY4845" fmla="*/ 758381 h 885825"/>
                <a:gd name="connsiteX4846" fmla="*/ 465106 w 504825"/>
                <a:gd name="connsiteY4846" fmla="*/ 757237 h 885825"/>
                <a:gd name="connsiteX4847" fmla="*/ 464344 w 504825"/>
                <a:gd name="connsiteY4847" fmla="*/ 756476 h 885825"/>
                <a:gd name="connsiteX4848" fmla="*/ 463391 w 504825"/>
                <a:gd name="connsiteY4848" fmla="*/ 755809 h 885825"/>
                <a:gd name="connsiteX4849" fmla="*/ 462534 w 504825"/>
                <a:gd name="connsiteY4849" fmla="*/ 754951 h 885825"/>
                <a:gd name="connsiteX4850" fmla="*/ 462343 w 504825"/>
                <a:gd name="connsiteY4850" fmla="*/ 754475 h 885825"/>
                <a:gd name="connsiteX4851" fmla="*/ 462058 w 504825"/>
                <a:gd name="connsiteY4851" fmla="*/ 754094 h 885825"/>
                <a:gd name="connsiteX4852" fmla="*/ 461677 w 504825"/>
                <a:gd name="connsiteY4852" fmla="*/ 753904 h 885825"/>
                <a:gd name="connsiteX4853" fmla="*/ 461200 w 504825"/>
                <a:gd name="connsiteY4853" fmla="*/ 754094 h 885825"/>
                <a:gd name="connsiteX4854" fmla="*/ 461010 w 504825"/>
                <a:gd name="connsiteY4854" fmla="*/ 754856 h 885825"/>
                <a:gd name="connsiteX4855" fmla="*/ 460724 w 504825"/>
                <a:gd name="connsiteY4855" fmla="*/ 757523 h 885825"/>
                <a:gd name="connsiteX4856" fmla="*/ 460343 w 504825"/>
                <a:gd name="connsiteY4856" fmla="*/ 758095 h 885825"/>
                <a:gd name="connsiteX4857" fmla="*/ 459962 w 504825"/>
                <a:gd name="connsiteY4857" fmla="*/ 758285 h 885825"/>
                <a:gd name="connsiteX4858" fmla="*/ 459676 w 504825"/>
                <a:gd name="connsiteY4858" fmla="*/ 758761 h 885825"/>
                <a:gd name="connsiteX4859" fmla="*/ 459486 w 504825"/>
                <a:gd name="connsiteY4859" fmla="*/ 759333 h 885825"/>
                <a:gd name="connsiteX4860" fmla="*/ 459391 w 504825"/>
                <a:gd name="connsiteY4860" fmla="*/ 759904 h 885825"/>
                <a:gd name="connsiteX4861" fmla="*/ 459486 w 504825"/>
                <a:gd name="connsiteY4861" fmla="*/ 760571 h 885825"/>
                <a:gd name="connsiteX4862" fmla="*/ 459676 w 504825"/>
                <a:gd name="connsiteY4862" fmla="*/ 760762 h 885825"/>
                <a:gd name="connsiteX4863" fmla="*/ 459962 w 504825"/>
                <a:gd name="connsiteY4863" fmla="*/ 760857 h 885825"/>
                <a:gd name="connsiteX4864" fmla="*/ 461010 w 504825"/>
                <a:gd name="connsiteY4864" fmla="*/ 761333 h 885825"/>
                <a:gd name="connsiteX4865" fmla="*/ 461486 w 504825"/>
                <a:gd name="connsiteY4865" fmla="*/ 761333 h 885825"/>
                <a:gd name="connsiteX4866" fmla="*/ 461772 w 504825"/>
                <a:gd name="connsiteY4866" fmla="*/ 761524 h 885825"/>
                <a:gd name="connsiteX4867" fmla="*/ 461963 w 504825"/>
                <a:gd name="connsiteY4867" fmla="*/ 763429 h 885825"/>
                <a:gd name="connsiteX4868" fmla="*/ 462153 w 504825"/>
                <a:gd name="connsiteY4868" fmla="*/ 764000 h 885825"/>
                <a:gd name="connsiteX4869" fmla="*/ 462820 w 504825"/>
                <a:gd name="connsiteY4869" fmla="*/ 765334 h 885825"/>
                <a:gd name="connsiteX4870" fmla="*/ 463201 w 504825"/>
                <a:gd name="connsiteY4870" fmla="*/ 767525 h 885825"/>
                <a:gd name="connsiteX4871" fmla="*/ 463677 w 504825"/>
                <a:gd name="connsiteY4871" fmla="*/ 768572 h 885825"/>
                <a:gd name="connsiteX4872" fmla="*/ 464439 w 504825"/>
                <a:gd name="connsiteY4872" fmla="*/ 769525 h 885825"/>
                <a:gd name="connsiteX4873" fmla="*/ 464915 w 504825"/>
                <a:gd name="connsiteY4873" fmla="*/ 769810 h 885825"/>
                <a:gd name="connsiteX4874" fmla="*/ 465296 w 504825"/>
                <a:gd name="connsiteY4874" fmla="*/ 768572 h 885825"/>
                <a:gd name="connsiteX4875" fmla="*/ 465582 w 504825"/>
                <a:gd name="connsiteY4875" fmla="*/ 768001 h 885825"/>
                <a:gd name="connsiteX4876" fmla="*/ 465772 w 504825"/>
                <a:gd name="connsiteY4876" fmla="*/ 767429 h 885825"/>
                <a:gd name="connsiteX4877" fmla="*/ 465677 w 504825"/>
                <a:gd name="connsiteY4877" fmla="*/ 766953 h 885825"/>
                <a:gd name="connsiteX4878" fmla="*/ 465201 w 504825"/>
                <a:gd name="connsiteY4878" fmla="*/ 766286 h 885825"/>
                <a:gd name="connsiteX4879" fmla="*/ 508730 w 504825"/>
                <a:gd name="connsiteY4879" fmla="*/ 749808 h 885825"/>
                <a:gd name="connsiteX4880" fmla="*/ 507016 w 504825"/>
                <a:gd name="connsiteY4880" fmla="*/ 748856 h 885825"/>
                <a:gd name="connsiteX4881" fmla="*/ 506539 w 504825"/>
                <a:gd name="connsiteY4881" fmla="*/ 748570 h 885825"/>
                <a:gd name="connsiteX4882" fmla="*/ 507111 w 504825"/>
                <a:gd name="connsiteY4882" fmla="*/ 747522 h 885825"/>
                <a:gd name="connsiteX4883" fmla="*/ 507206 w 504825"/>
                <a:gd name="connsiteY4883" fmla="*/ 745045 h 885825"/>
                <a:gd name="connsiteX4884" fmla="*/ 507587 w 504825"/>
                <a:gd name="connsiteY4884" fmla="*/ 743807 h 885825"/>
                <a:gd name="connsiteX4885" fmla="*/ 506349 w 504825"/>
                <a:gd name="connsiteY4885" fmla="*/ 742950 h 885825"/>
                <a:gd name="connsiteX4886" fmla="*/ 506158 w 504825"/>
                <a:gd name="connsiteY4886" fmla="*/ 742759 h 885825"/>
                <a:gd name="connsiteX4887" fmla="*/ 506349 w 504825"/>
                <a:gd name="connsiteY4887" fmla="*/ 741902 h 885825"/>
                <a:gd name="connsiteX4888" fmla="*/ 506825 w 504825"/>
                <a:gd name="connsiteY4888" fmla="*/ 741521 h 885825"/>
                <a:gd name="connsiteX4889" fmla="*/ 507397 w 504825"/>
                <a:gd name="connsiteY4889" fmla="*/ 741331 h 885825"/>
                <a:gd name="connsiteX4890" fmla="*/ 507968 w 504825"/>
                <a:gd name="connsiteY4890" fmla="*/ 740950 h 885825"/>
                <a:gd name="connsiteX4891" fmla="*/ 508540 w 504825"/>
                <a:gd name="connsiteY4891" fmla="*/ 739902 h 885825"/>
                <a:gd name="connsiteX4892" fmla="*/ 508444 w 504825"/>
                <a:gd name="connsiteY4892" fmla="*/ 738854 h 885825"/>
                <a:gd name="connsiteX4893" fmla="*/ 508063 w 504825"/>
                <a:gd name="connsiteY4893" fmla="*/ 737711 h 885825"/>
                <a:gd name="connsiteX4894" fmla="*/ 507682 w 504825"/>
                <a:gd name="connsiteY4894" fmla="*/ 735235 h 885825"/>
                <a:gd name="connsiteX4895" fmla="*/ 506635 w 504825"/>
                <a:gd name="connsiteY4895" fmla="*/ 732663 h 885825"/>
                <a:gd name="connsiteX4896" fmla="*/ 506444 w 504825"/>
                <a:gd name="connsiteY4896" fmla="*/ 731425 h 885825"/>
                <a:gd name="connsiteX4897" fmla="*/ 506539 w 504825"/>
                <a:gd name="connsiteY4897" fmla="*/ 728853 h 885825"/>
                <a:gd name="connsiteX4898" fmla="*/ 506730 w 504825"/>
                <a:gd name="connsiteY4898" fmla="*/ 727710 h 885825"/>
                <a:gd name="connsiteX4899" fmla="*/ 507111 w 504825"/>
                <a:gd name="connsiteY4899" fmla="*/ 726567 h 885825"/>
                <a:gd name="connsiteX4900" fmla="*/ 506063 w 504825"/>
                <a:gd name="connsiteY4900" fmla="*/ 726186 h 885825"/>
                <a:gd name="connsiteX4901" fmla="*/ 503396 w 504825"/>
                <a:gd name="connsiteY4901" fmla="*/ 725900 h 885825"/>
                <a:gd name="connsiteX4902" fmla="*/ 502158 w 504825"/>
                <a:gd name="connsiteY4902" fmla="*/ 725138 h 885825"/>
                <a:gd name="connsiteX4903" fmla="*/ 500920 w 504825"/>
                <a:gd name="connsiteY4903" fmla="*/ 723328 h 885825"/>
                <a:gd name="connsiteX4904" fmla="*/ 500729 w 504825"/>
                <a:gd name="connsiteY4904" fmla="*/ 722757 h 885825"/>
                <a:gd name="connsiteX4905" fmla="*/ 500539 w 504825"/>
                <a:gd name="connsiteY4905" fmla="*/ 722471 h 885825"/>
                <a:gd name="connsiteX4906" fmla="*/ 499015 w 504825"/>
                <a:gd name="connsiteY4906" fmla="*/ 721519 h 885825"/>
                <a:gd name="connsiteX4907" fmla="*/ 497967 w 504825"/>
                <a:gd name="connsiteY4907" fmla="*/ 720566 h 885825"/>
                <a:gd name="connsiteX4908" fmla="*/ 497205 w 504825"/>
                <a:gd name="connsiteY4908" fmla="*/ 719233 h 885825"/>
                <a:gd name="connsiteX4909" fmla="*/ 496729 w 504825"/>
                <a:gd name="connsiteY4909" fmla="*/ 717804 h 885825"/>
                <a:gd name="connsiteX4910" fmla="*/ 496729 w 504825"/>
                <a:gd name="connsiteY4910" fmla="*/ 717042 h 885825"/>
                <a:gd name="connsiteX4911" fmla="*/ 496729 w 504825"/>
                <a:gd name="connsiteY4911" fmla="*/ 716470 h 885825"/>
                <a:gd name="connsiteX4912" fmla="*/ 497396 w 504825"/>
                <a:gd name="connsiteY4912" fmla="*/ 715327 h 885825"/>
                <a:gd name="connsiteX4913" fmla="*/ 499491 w 504825"/>
                <a:gd name="connsiteY4913" fmla="*/ 713803 h 885825"/>
                <a:gd name="connsiteX4914" fmla="*/ 500443 w 504825"/>
                <a:gd name="connsiteY4914" fmla="*/ 712851 h 885825"/>
                <a:gd name="connsiteX4915" fmla="*/ 499491 w 504825"/>
                <a:gd name="connsiteY4915" fmla="*/ 711518 h 885825"/>
                <a:gd name="connsiteX4916" fmla="*/ 499300 w 504825"/>
                <a:gd name="connsiteY4916" fmla="*/ 709422 h 885825"/>
                <a:gd name="connsiteX4917" fmla="*/ 499872 w 504825"/>
                <a:gd name="connsiteY4917" fmla="*/ 707517 h 885825"/>
                <a:gd name="connsiteX4918" fmla="*/ 501110 w 504825"/>
                <a:gd name="connsiteY4918" fmla="*/ 706755 h 885825"/>
                <a:gd name="connsiteX4919" fmla="*/ 500539 w 504825"/>
                <a:gd name="connsiteY4919" fmla="*/ 705707 h 885825"/>
                <a:gd name="connsiteX4920" fmla="*/ 500443 w 504825"/>
                <a:gd name="connsiteY4920" fmla="*/ 704945 h 885825"/>
                <a:gd name="connsiteX4921" fmla="*/ 500634 w 504825"/>
                <a:gd name="connsiteY4921" fmla="*/ 704088 h 885825"/>
                <a:gd name="connsiteX4922" fmla="*/ 500920 w 504825"/>
                <a:gd name="connsiteY4922" fmla="*/ 699611 h 885825"/>
                <a:gd name="connsiteX4923" fmla="*/ 500729 w 504825"/>
                <a:gd name="connsiteY4923" fmla="*/ 699040 h 885825"/>
                <a:gd name="connsiteX4924" fmla="*/ 498824 w 504825"/>
                <a:gd name="connsiteY4924" fmla="*/ 700564 h 885825"/>
                <a:gd name="connsiteX4925" fmla="*/ 497205 w 504825"/>
                <a:gd name="connsiteY4925" fmla="*/ 701135 h 885825"/>
                <a:gd name="connsiteX4926" fmla="*/ 496348 w 504825"/>
                <a:gd name="connsiteY4926" fmla="*/ 701611 h 885825"/>
                <a:gd name="connsiteX4927" fmla="*/ 495490 w 504825"/>
                <a:gd name="connsiteY4927" fmla="*/ 701802 h 885825"/>
                <a:gd name="connsiteX4928" fmla="*/ 494729 w 504825"/>
                <a:gd name="connsiteY4928" fmla="*/ 701326 h 885825"/>
                <a:gd name="connsiteX4929" fmla="*/ 494347 w 504825"/>
                <a:gd name="connsiteY4929" fmla="*/ 700278 h 885825"/>
                <a:gd name="connsiteX4930" fmla="*/ 494729 w 504825"/>
                <a:gd name="connsiteY4930" fmla="*/ 699421 h 885825"/>
                <a:gd name="connsiteX4931" fmla="*/ 496348 w 504825"/>
                <a:gd name="connsiteY4931" fmla="*/ 697516 h 885825"/>
                <a:gd name="connsiteX4932" fmla="*/ 496919 w 504825"/>
                <a:gd name="connsiteY4932" fmla="*/ 696182 h 885825"/>
                <a:gd name="connsiteX4933" fmla="*/ 496443 w 504825"/>
                <a:gd name="connsiteY4933" fmla="*/ 695706 h 885825"/>
                <a:gd name="connsiteX4934" fmla="*/ 495681 w 504825"/>
                <a:gd name="connsiteY4934" fmla="*/ 695516 h 885825"/>
                <a:gd name="connsiteX4935" fmla="*/ 495300 w 504825"/>
                <a:gd name="connsiteY4935" fmla="*/ 695134 h 885825"/>
                <a:gd name="connsiteX4936" fmla="*/ 494538 w 504825"/>
                <a:gd name="connsiteY4936" fmla="*/ 693706 h 885825"/>
                <a:gd name="connsiteX4937" fmla="*/ 494347 w 504825"/>
                <a:gd name="connsiteY4937" fmla="*/ 693420 h 885825"/>
                <a:gd name="connsiteX4938" fmla="*/ 493966 w 504825"/>
                <a:gd name="connsiteY4938" fmla="*/ 693229 h 885825"/>
                <a:gd name="connsiteX4939" fmla="*/ 494347 w 504825"/>
                <a:gd name="connsiteY4939" fmla="*/ 692849 h 885825"/>
                <a:gd name="connsiteX4940" fmla="*/ 495014 w 504825"/>
                <a:gd name="connsiteY4940" fmla="*/ 692468 h 885825"/>
                <a:gd name="connsiteX4941" fmla="*/ 495300 w 504825"/>
                <a:gd name="connsiteY4941" fmla="*/ 692372 h 885825"/>
                <a:gd name="connsiteX4942" fmla="*/ 496538 w 504825"/>
                <a:gd name="connsiteY4942" fmla="*/ 690658 h 885825"/>
                <a:gd name="connsiteX4943" fmla="*/ 496919 w 504825"/>
                <a:gd name="connsiteY4943" fmla="*/ 689610 h 885825"/>
                <a:gd name="connsiteX4944" fmla="*/ 496729 w 504825"/>
                <a:gd name="connsiteY4944" fmla="*/ 688753 h 885825"/>
                <a:gd name="connsiteX4945" fmla="*/ 495967 w 504825"/>
                <a:gd name="connsiteY4945" fmla="*/ 688943 h 885825"/>
                <a:gd name="connsiteX4946" fmla="*/ 495776 w 504825"/>
                <a:gd name="connsiteY4946" fmla="*/ 688658 h 885825"/>
                <a:gd name="connsiteX4947" fmla="*/ 495967 w 504825"/>
                <a:gd name="connsiteY4947" fmla="*/ 687419 h 885825"/>
                <a:gd name="connsiteX4948" fmla="*/ 496157 w 504825"/>
                <a:gd name="connsiteY4948" fmla="*/ 686943 h 885825"/>
                <a:gd name="connsiteX4949" fmla="*/ 496729 w 504825"/>
                <a:gd name="connsiteY4949" fmla="*/ 686752 h 885825"/>
                <a:gd name="connsiteX4950" fmla="*/ 498157 w 504825"/>
                <a:gd name="connsiteY4950" fmla="*/ 686848 h 885825"/>
                <a:gd name="connsiteX4951" fmla="*/ 497872 w 504825"/>
                <a:gd name="connsiteY4951" fmla="*/ 686657 h 885825"/>
                <a:gd name="connsiteX4952" fmla="*/ 497586 w 504825"/>
                <a:gd name="connsiteY4952" fmla="*/ 686372 h 885825"/>
                <a:gd name="connsiteX4953" fmla="*/ 497396 w 504825"/>
                <a:gd name="connsiteY4953" fmla="*/ 686181 h 885825"/>
                <a:gd name="connsiteX4954" fmla="*/ 497776 w 504825"/>
                <a:gd name="connsiteY4954" fmla="*/ 685514 h 885825"/>
                <a:gd name="connsiteX4955" fmla="*/ 497586 w 504825"/>
                <a:gd name="connsiteY4955" fmla="*/ 685038 h 885825"/>
                <a:gd name="connsiteX4956" fmla="*/ 496538 w 504825"/>
                <a:gd name="connsiteY4956" fmla="*/ 684276 h 885825"/>
                <a:gd name="connsiteX4957" fmla="*/ 496157 w 504825"/>
                <a:gd name="connsiteY4957" fmla="*/ 683609 h 885825"/>
                <a:gd name="connsiteX4958" fmla="*/ 495967 w 504825"/>
                <a:gd name="connsiteY4958" fmla="*/ 683228 h 885825"/>
                <a:gd name="connsiteX4959" fmla="*/ 495967 w 504825"/>
                <a:gd name="connsiteY4959" fmla="*/ 683038 h 885825"/>
                <a:gd name="connsiteX4960" fmla="*/ 495776 w 504825"/>
                <a:gd name="connsiteY4960" fmla="*/ 683038 h 885825"/>
                <a:gd name="connsiteX4961" fmla="*/ 495490 w 504825"/>
                <a:gd name="connsiteY4961" fmla="*/ 683133 h 885825"/>
                <a:gd name="connsiteX4962" fmla="*/ 495300 w 504825"/>
                <a:gd name="connsiteY4962" fmla="*/ 683324 h 885825"/>
                <a:gd name="connsiteX4963" fmla="*/ 495300 w 504825"/>
                <a:gd name="connsiteY4963" fmla="*/ 683419 h 885825"/>
                <a:gd name="connsiteX4964" fmla="*/ 491871 w 504825"/>
                <a:gd name="connsiteY4964" fmla="*/ 682847 h 885825"/>
                <a:gd name="connsiteX4965" fmla="*/ 490633 w 504825"/>
                <a:gd name="connsiteY4965" fmla="*/ 682276 h 885825"/>
                <a:gd name="connsiteX4966" fmla="*/ 490061 w 504825"/>
                <a:gd name="connsiteY4966" fmla="*/ 682752 h 885825"/>
                <a:gd name="connsiteX4967" fmla="*/ 489394 w 504825"/>
                <a:gd name="connsiteY4967" fmla="*/ 682657 h 885825"/>
                <a:gd name="connsiteX4968" fmla="*/ 488728 w 504825"/>
                <a:gd name="connsiteY4968" fmla="*/ 682371 h 885825"/>
                <a:gd name="connsiteX4969" fmla="*/ 488156 w 504825"/>
                <a:gd name="connsiteY4969" fmla="*/ 682371 h 885825"/>
                <a:gd name="connsiteX4970" fmla="*/ 487871 w 504825"/>
                <a:gd name="connsiteY4970" fmla="*/ 682752 h 885825"/>
                <a:gd name="connsiteX4971" fmla="*/ 488251 w 504825"/>
                <a:gd name="connsiteY4971" fmla="*/ 683133 h 885825"/>
                <a:gd name="connsiteX4972" fmla="*/ 489299 w 504825"/>
                <a:gd name="connsiteY4972" fmla="*/ 683800 h 885825"/>
                <a:gd name="connsiteX4973" fmla="*/ 488728 w 504825"/>
                <a:gd name="connsiteY4973" fmla="*/ 684085 h 885825"/>
                <a:gd name="connsiteX4974" fmla="*/ 488251 w 504825"/>
                <a:gd name="connsiteY4974" fmla="*/ 684085 h 885825"/>
                <a:gd name="connsiteX4975" fmla="*/ 487204 w 504825"/>
                <a:gd name="connsiteY4975" fmla="*/ 683800 h 885825"/>
                <a:gd name="connsiteX4976" fmla="*/ 485489 w 504825"/>
                <a:gd name="connsiteY4976" fmla="*/ 683895 h 885825"/>
                <a:gd name="connsiteX4977" fmla="*/ 485013 w 504825"/>
                <a:gd name="connsiteY4977" fmla="*/ 683800 h 885825"/>
                <a:gd name="connsiteX4978" fmla="*/ 484441 w 504825"/>
                <a:gd name="connsiteY4978" fmla="*/ 683133 h 885825"/>
                <a:gd name="connsiteX4979" fmla="*/ 483489 w 504825"/>
                <a:gd name="connsiteY4979" fmla="*/ 680752 h 885825"/>
                <a:gd name="connsiteX4980" fmla="*/ 482441 w 504825"/>
                <a:gd name="connsiteY4980" fmla="*/ 679609 h 885825"/>
                <a:gd name="connsiteX4981" fmla="*/ 482917 w 504825"/>
                <a:gd name="connsiteY4981" fmla="*/ 678370 h 885825"/>
                <a:gd name="connsiteX4982" fmla="*/ 483965 w 504825"/>
                <a:gd name="connsiteY4982" fmla="*/ 677132 h 885825"/>
                <a:gd name="connsiteX4983" fmla="*/ 485775 w 504825"/>
                <a:gd name="connsiteY4983" fmla="*/ 676370 h 885825"/>
                <a:gd name="connsiteX4984" fmla="*/ 487013 w 504825"/>
                <a:gd name="connsiteY4984" fmla="*/ 675323 h 885825"/>
                <a:gd name="connsiteX4985" fmla="*/ 487680 w 504825"/>
                <a:gd name="connsiteY4985" fmla="*/ 675132 h 885825"/>
                <a:gd name="connsiteX4986" fmla="*/ 488823 w 504825"/>
                <a:gd name="connsiteY4986" fmla="*/ 675132 h 885825"/>
                <a:gd name="connsiteX4987" fmla="*/ 489394 w 504825"/>
                <a:gd name="connsiteY4987" fmla="*/ 675227 h 885825"/>
                <a:gd name="connsiteX4988" fmla="*/ 490061 w 504825"/>
                <a:gd name="connsiteY4988" fmla="*/ 675513 h 885825"/>
                <a:gd name="connsiteX4989" fmla="*/ 490156 w 504825"/>
                <a:gd name="connsiteY4989" fmla="*/ 675323 h 885825"/>
                <a:gd name="connsiteX4990" fmla="*/ 490156 w 504825"/>
                <a:gd name="connsiteY4990" fmla="*/ 675227 h 885825"/>
                <a:gd name="connsiteX4991" fmla="*/ 490156 w 504825"/>
                <a:gd name="connsiteY4991" fmla="*/ 675227 h 885825"/>
                <a:gd name="connsiteX4992" fmla="*/ 490347 w 504825"/>
                <a:gd name="connsiteY4992" fmla="*/ 675132 h 885825"/>
                <a:gd name="connsiteX4993" fmla="*/ 490347 w 504825"/>
                <a:gd name="connsiteY4993" fmla="*/ 674846 h 885825"/>
                <a:gd name="connsiteX4994" fmla="*/ 489299 w 504825"/>
                <a:gd name="connsiteY4994" fmla="*/ 674179 h 885825"/>
                <a:gd name="connsiteX4995" fmla="*/ 488918 w 504825"/>
                <a:gd name="connsiteY4995" fmla="*/ 673703 h 885825"/>
                <a:gd name="connsiteX4996" fmla="*/ 488918 w 504825"/>
                <a:gd name="connsiteY4996" fmla="*/ 672941 h 885825"/>
                <a:gd name="connsiteX4997" fmla="*/ 489204 w 504825"/>
                <a:gd name="connsiteY4997" fmla="*/ 672846 h 885825"/>
                <a:gd name="connsiteX4998" fmla="*/ 491204 w 504825"/>
                <a:gd name="connsiteY4998" fmla="*/ 671512 h 885825"/>
                <a:gd name="connsiteX4999" fmla="*/ 492347 w 504825"/>
                <a:gd name="connsiteY4999" fmla="*/ 671132 h 885825"/>
                <a:gd name="connsiteX5000" fmla="*/ 493205 w 504825"/>
                <a:gd name="connsiteY5000" fmla="*/ 670084 h 885825"/>
                <a:gd name="connsiteX5001" fmla="*/ 493871 w 504825"/>
                <a:gd name="connsiteY5001" fmla="*/ 668750 h 885825"/>
                <a:gd name="connsiteX5002" fmla="*/ 494252 w 504825"/>
                <a:gd name="connsiteY5002" fmla="*/ 667512 h 885825"/>
                <a:gd name="connsiteX5003" fmla="*/ 494347 w 504825"/>
                <a:gd name="connsiteY5003" fmla="*/ 667417 h 885825"/>
                <a:gd name="connsiteX5004" fmla="*/ 494633 w 504825"/>
                <a:gd name="connsiteY5004" fmla="*/ 667036 h 885825"/>
                <a:gd name="connsiteX5005" fmla="*/ 494729 w 504825"/>
                <a:gd name="connsiteY5005" fmla="*/ 666655 h 885825"/>
                <a:gd name="connsiteX5006" fmla="*/ 494062 w 504825"/>
                <a:gd name="connsiteY5006" fmla="*/ 666274 h 885825"/>
                <a:gd name="connsiteX5007" fmla="*/ 494062 w 504825"/>
                <a:gd name="connsiteY5007" fmla="*/ 665798 h 885825"/>
                <a:gd name="connsiteX5008" fmla="*/ 494252 w 504825"/>
                <a:gd name="connsiteY5008" fmla="*/ 665035 h 885825"/>
                <a:gd name="connsiteX5009" fmla="*/ 493585 w 504825"/>
                <a:gd name="connsiteY5009" fmla="*/ 663035 h 885825"/>
                <a:gd name="connsiteX5010" fmla="*/ 493490 w 504825"/>
                <a:gd name="connsiteY5010" fmla="*/ 662368 h 885825"/>
                <a:gd name="connsiteX5011" fmla="*/ 493014 w 504825"/>
                <a:gd name="connsiteY5011" fmla="*/ 661226 h 885825"/>
                <a:gd name="connsiteX5012" fmla="*/ 489204 w 504825"/>
                <a:gd name="connsiteY5012" fmla="*/ 657416 h 885825"/>
                <a:gd name="connsiteX5013" fmla="*/ 488823 w 504825"/>
                <a:gd name="connsiteY5013" fmla="*/ 656844 h 885825"/>
                <a:gd name="connsiteX5014" fmla="*/ 488251 w 504825"/>
                <a:gd name="connsiteY5014" fmla="*/ 655510 h 885825"/>
                <a:gd name="connsiteX5015" fmla="*/ 487966 w 504825"/>
                <a:gd name="connsiteY5015" fmla="*/ 655034 h 885825"/>
                <a:gd name="connsiteX5016" fmla="*/ 487394 w 504825"/>
                <a:gd name="connsiteY5016" fmla="*/ 654844 h 885825"/>
                <a:gd name="connsiteX5017" fmla="*/ 486727 w 504825"/>
                <a:gd name="connsiteY5017" fmla="*/ 654749 h 885825"/>
                <a:gd name="connsiteX5018" fmla="*/ 486156 w 504825"/>
                <a:gd name="connsiteY5018" fmla="*/ 654558 h 885825"/>
                <a:gd name="connsiteX5019" fmla="*/ 485870 w 504825"/>
                <a:gd name="connsiteY5019" fmla="*/ 653986 h 885825"/>
                <a:gd name="connsiteX5020" fmla="*/ 486251 w 504825"/>
                <a:gd name="connsiteY5020" fmla="*/ 651605 h 885825"/>
                <a:gd name="connsiteX5021" fmla="*/ 486251 w 504825"/>
                <a:gd name="connsiteY5021" fmla="*/ 649795 h 885825"/>
                <a:gd name="connsiteX5022" fmla="*/ 486632 w 504825"/>
                <a:gd name="connsiteY5022" fmla="*/ 647414 h 885825"/>
                <a:gd name="connsiteX5023" fmla="*/ 487013 w 504825"/>
                <a:gd name="connsiteY5023" fmla="*/ 646176 h 885825"/>
                <a:gd name="connsiteX5024" fmla="*/ 488061 w 504825"/>
                <a:gd name="connsiteY5024" fmla="*/ 644461 h 885825"/>
                <a:gd name="connsiteX5025" fmla="*/ 488347 w 504825"/>
                <a:gd name="connsiteY5025" fmla="*/ 643509 h 885825"/>
                <a:gd name="connsiteX5026" fmla="*/ 488061 w 504825"/>
                <a:gd name="connsiteY5026" fmla="*/ 642747 h 885825"/>
                <a:gd name="connsiteX5027" fmla="*/ 487013 w 504825"/>
                <a:gd name="connsiteY5027" fmla="*/ 642557 h 885825"/>
                <a:gd name="connsiteX5028" fmla="*/ 485965 w 504825"/>
                <a:gd name="connsiteY5028" fmla="*/ 643128 h 885825"/>
                <a:gd name="connsiteX5029" fmla="*/ 484060 w 504825"/>
                <a:gd name="connsiteY5029" fmla="*/ 645033 h 885825"/>
                <a:gd name="connsiteX5030" fmla="*/ 482251 w 504825"/>
                <a:gd name="connsiteY5030" fmla="*/ 645604 h 885825"/>
                <a:gd name="connsiteX5031" fmla="*/ 481108 w 504825"/>
                <a:gd name="connsiteY5031" fmla="*/ 646176 h 885825"/>
                <a:gd name="connsiteX5032" fmla="*/ 480441 w 504825"/>
                <a:gd name="connsiteY5032" fmla="*/ 646271 h 885825"/>
                <a:gd name="connsiteX5033" fmla="*/ 479869 w 504825"/>
                <a:gd name="connsiteY5033" fmla="*/ 646176 h 885825"/>
                <a:gd name="connsiteX5034" fmla="*/ 479488 w 504825"/>
                <a:gd name="connsiteY5034" fmla="*/ 645985 h 885825"/>
                <a:gd name="connsiteX5035" fmla="*/ 477012 w 504825"/>
                <a:gd name="connsiteY5035" fmla="*/ 643414 h 885825"/>
                <a:gd name="connsiteX5036" fmla="*/ 476250 w 504825"/>
                <a:gd name="connsiteY5036" fmla="*/ 641794 h 885825"/>
                <a:gd name="connsiteX5037" fmla="*/ 475964 w 504825"/>
                <a:gd name="connsiteY5037" fmla="*/ 639985 h 885825"/>
                <a:gd name="connsiteX5038" fmla="*/ 476059 w 504825"/>
                <a:gd name="connsiteY5038" fmla="*/ 637889 h 885825"/>
                <a:gd name="connsiteX5039" fmla="*/ 474631 w 504825"/>
                <a:gd name="connsiteY5039" fmla="*/ 638651 h 885825"/>
                <a:gd name="connsiteX5040" fmla="*/ 474059 w 504825"/>
                <a:gd name="connsiteY5040" fmla="*/ 638747 h 885825"/>
                <a:gd name="connsiteX5041" fmla="*/ 473202 w 504825"/>
                <a:gd name="connsiteY5041" fmla="*/ 638556 h 885825"/>
                <a:gd name="connsiteX5042" fmla="*/ 472630 w 504825"/>
                <a:gd name="connsiteY5042" fmla="*/ 638366 h 885825"/>
                <a:gd name="connsiteX5043" fmla="*/ 472059 w 504825"/>
                <a:gd name="connsiteY5043" fmla="*/ 637984 h 885825"/>
                <a:gd name="connsiteX5044" fmla="*/ 471773 w 504825"/>
                <a:gd name="connsiteY5044" fmla="*/ 637508 h 885825"/>
                <a:gd name="connsiteX5045" fmla="*/ 471773 w 504825"/>
                <a:gd name="connsiteY5045" fmla="*/ 636842 h 885825"/>
                <a:gd name="connsiteX5046" fmla="*/ 472249 w 504825"/>
                <a:gd name="connsiteY5046" fmla="*/ 636365 h 885825"/>
                <a:gd name="connsiteX5047" fmla="*/ 473773 w 504825"/>
                <a:gd name="connsiteY5047" fmla="*/ 635984 h 885825"/>
                <a:gd name="connsiteX5048" fmla="*/ 474345 w 504825"/>
                <a:gd name="connsiteY5048" fmla="*/ 635699 h 885825"/>
                <a:gd name="connsiteX5049" fmla="*/ 474726 w 504825"/>
                <a:gd name="connsiteY5049" fmla="*/ 635318 h 885825"/>
                <a:gd name="connsiteX5050" fmla="*/ 474916 w 504825"/>
                <a:gd name="connsiteY5050" fmla="*/ 634936 h 885825"/>
                <a:gd name="connsiteX5051" fmla="*/ 475012 w 504825"/>
                <a:gd name="connsiteY5051" fmla="*/ 634365 h 885825"/>
                <a:gd name="connsiteX5052" fmla="*/ 475012 w 504825"/>
                <a:gd name="connsiteY5052" fmla="*/ 633508 h 885825"/>
                <a:gd name="connsiteX5053" fmla="*/ 474631 w 504825"/>
                <a:gd name="connsiteY5053" fmla="*/ 633508 h 885825"/>
                <a:gd name="connsiteX5054" fmla="*/ 474535 w 504825"/>
                <a:gd name="connsiteY5054" fmla="*/ 633889 h 885825"/>
                <a:gd name="connsiteX5055" fmla="*/ 473964 w 504825"/>
                <a:gd name="connsiteY5055" fmla="*/ 634936 h 885825"/>
                <a:gd name="connsiteX5056" fmla="*/ 473773 w 504825"/>
                <a:gd name="connsiteY5056" fmla="*/ 634365 h 885825"/>
                <a:gd name="connsiteX5057" fmla="*/ 473297 w 504825"/>
                <a:gd name="connsiteY5057" fmla="*/ 633698 h 885825"/>
                <a:gd name="connsiteX5058" fmla="*/ 473202 w 504825"/>
                <a:gd name="connsiteY5058" fmla="*/ 633222 h 885825"/>
                <a:gd name="connsiteX5059" fmla="*/ 472916 w 504825"/>
                <a:gd name="connsiteY5059" fmla="*/ 632746 h 885825"/>
                <a:gd name="connsiteX5060" fmla="*/ 472345 w 504825"/>
                <a:gd name="connsiteY5060" fmla="*/ 632651 h 885825"/>
                <a:gd name="connsiteX5061" fmla="*/ 471678 w 504825"/>
                <a:gd name="connsiteY5061" fmla="*/ 632651 h 885825"/>
                <a:gd name="connsiteX5062" fmla="*/ 471202 w 504825"/>
                <a:gd name="connsiteY5062" fmla="*/ 632460 h 885825"/>
                <a:gd name="connsiteX5063" fmla="*/ 469487 w 504825"/>
                <a:gd name="connsiteY5063" fmla="*/ 630841 h 885825"/>
                <a:gd name="connsiteX5064" fmla="*/ 468439 w 504825"/>
                <a:gd name="connsiteY5064" fmla="*/ 630269 h 885825"/>
                <a:gd name="connsiteX5065" fmla="*/ 465391 w 504825"/>
                <a:gd name="connsiteY5065" fmla="*/ 629793 h 885825"/>
                <a:gd name="connsiteX5066" fmla="*/ 464915 w 504825"/>
                <a:gd name="connsiteY5066" fmla="*/ 629602 h 885825"/>
                <a:gd name="connsiteX5067" fmla="*/ 464439 w 504825"/>
                <a:gd name="connsiteY5067" fmla="*/ 629222 h 885825"/>
                <a:gd name="connsiteX5068" fmla="*/ 463486 w 504825"/>
                <a:gd name="connsiteY5068" fmla="*/ 628078 h 885825"/>
                <a:gd name="connsiteX5069" fmla="*/ 463010 w 504825"/>
                <a:gd name="connsiteY5069" fmla="*/ 627983 h 885825"/>
                <a:gd name="connsiteX5070" fmla="*/ 461867 w 504825"/>
                <a:gd name="connsiteY5070" fmla="*/ 628078 h 885825"/>
                <a:gd name="connsiteX5071" fmla="*/ 461391 w 504825"/>
                <a:gd name="connsiteY5071" fmla="*/ 628078 h 885825"/>
                <a:gd name="connsiteX5072" fmla="*/ 461010 w 504825"/>
                <a:gd name="connsiteY5072" fmla="*/ 627602 h 885825"/>
                <a:gd name="connsiteX5073" fmla="*/ 460629 w 504825"/>
                <a:gd name="connsiteY5073" fmla="*/ 627317 h 885825"/>
                <a:gd name="connsiteX5074" fmla="*/ 459962 w 504825"/>
                <a:gd name="connsiteY5074" fmla="*/ 627317 h 885825"/>
                <a:gd name="connsiteX5075" fmla="*/ 460153 w 504825"/>
                <a:gd name="connsiteY5075" fmla="*/ 627126 h 885825"/>
                <a:gd name="connsiteX5076" fmla="*/ 460248 w 504825"/>
                <a:gd name="connsiteY5076" fmla="*/ 626935 h 885825"/>
                <a:gd name="connsiteX5077" fmla="*/ 460343 w 504825"/>
                <a:gd name="connsiteY5077" fmla="*/ 626745 h 885825"/>
                <a:gd name="connsiteX5078" fmla="*/ 460438 w 504825"/>
                <a:gd name="connsiteY5078" fmla="*/ 626554 h 885825"/>
                <a:gd name="connsiteX5079" fmla="*/ 459296 w 504825"/>
                <a:gd name="connsiteY5079" fmla="*/ 626745 h 885825"/>
                <a:gd name="connsiteX5080" fmla="*/ 457867 w 504825"/>
                <a:gd name="connsiteY5080" fmla="*/ 626174 h 885825"/>
                <a:gd name="connsiteX5081" fmla="*/ 456629 w 504825"/>
                <a:gd name="connsiteY5081" fmla="*/ 625221 h 885825"/>
                <a:gd name="connsiteX5082" fmla="*/ 456152 w 504825"/>
                <a:gd name="connsiteY5082" fmla="*/ 624268 h 885825"/>
                <a:gd name="connsiteX5083" fmla="*/ 455866 w 504825"/>
                <a:gd name="connsiteY5083" fmla="*/ 622935 h 885825"/>
                <a:gd name="connsiteX5084" fmla="*/ 455200 w 504825"/>
                <a:gd name="connsiteY5084" fmla="*/ 621411 h 885825"/>
                <a:gd name="connsiteX5085" fmla="*/ 454819 w 504825"/>
                <a:gd name="connsiteY5085" fmla="*/ 619887 h 885825"/>
                <a:gd name="connsiteX5086" fmla="*/ 455105 w 504825"/>
                <a:gd name="connsiteY5086" fmla="*/ 618649 h 885825"/>
                <a:gd name="connsiteX5087" fmla="*/ 454057 w 504825"/>
                <a:gd name="connsiteY5087" fmla="*/ 618553 h 885825"/>
                <a:gd name="connsiteX5088" fmla="*/ 452533 w 504825"/>
                <a:gd name="connsiteY5088" fmla="*/ 617792 h 885825"/>
                <a:gd name="connsiteX5089" fmla="*/ 450818 w 504825"/>
                <a:gd name="connsiteY5089" fmla="*/ 617315 h 885825"/>
                <a:gd name="connsiteX5090" fmla="*/ 449866 w 504825"/>
                <a:gd name="connsiteY5090" fmla="*/ 616649 h 885825"/>
                <a:gd name="connsiteX5091" fmla="*/ 449008 w 504825"/>
                <a:gd name="connsiteY5091" fmla="*/ 615791 h 885825"/>
                <a:gd name="connsiteX5092" fmla="*/ 448342 w 504825"/>
                <a:gd name="connsiteY5092" fmla="*/ 615029 h 885825"/>
                <a:gd name="connsiteX5093" fmla="*/ 448151 w 504825"/>
                <a:gd name="connsiteY5093" fmla="*/ 615601 h 885825"/>
                <a:gd name="connsiteX5094" fmla="*/ 445580 w 504825"/>
                <a:gd name="connsiteY5094" fmla="*/ 619792 h 885825"/>
                <a:gd name="connsiteX5095" fmla="*/ 445198 w 504825"/>
                <a:gd name="connsiteY5095" fmla="*/ 620649 h 885825"/>
                <a:gd name="connsiteX5096" fmla="*/ 445008 w 504825"/>
                <a:gd name="connsiteY5096" fmla="*/ 621601 h 885825"/>
                <a:gd name="connsiteX5097" fmla="*/ 445103 w 504825"/>
                <a:gd name="connsiteY5097" fmla="*/ 622554 h 885825"/>
                <a:gd name="connsiteX5098" fmla="*/ 447008 w 504825"/>
                <a:gd name="connsiteY5098" fmla="*/ 629698 h 885825"/>
                <a:gd name="connsiteX5099" fmla="*/ 447104 w 504825"/>
                <a:gd name="connsiteY5099" fmla="*/ 630745 h 885825"/>
                <a:gd name="connsiteX5100" fmla="*/ 447199 w 504825"/>
                <a:gd name="connsiteY5100" fmla="*/ 631317 h 885825"/>
                <a:gd name="connsiteX5101" fmla="*/ 448342 w 504825"/>
                <a:gd name="connsiteY5101" fmla="*/ 634365 h 885825"/>
                <a:gd name="connsiteX5102" fmla="*/ 448532 w 504825"/>
                <a:gd name="connsiteY5102" fmla="*/ 635127 h 885825"/>
                <a:gd name="connsiteX5103" fmla="*/ 448627 w 504825"/>
                <a:gd name="connsiteY5103" fmla="*/ 635413 h 885825"/>
                <a:gd name="connsiteX5104" fmla="*/ 448627 w 504825"/>
                <a:gd name="connsiteY5104" fmla="*/ 637032 h 885825"/>
                <a:gd name="connsiteX5105" fmla="*/ 448723 w 504825"/>
                <a:gd name="connsiteY5105" fmla="*/ 637223 h 885825"/>
                <a:gd name="connsiteX5106" fmla="*/ 449008 w 504825"/>
                <a:gd name="connsiteY5106" fmla="*/ 637508 h 885825"/>
                <a:gd name="connsiteX5107" fmla="*/ 449199 w 504825"/>
                <a:gd name="connsiteY5107" fmla="*/ 637889 h 885825"/>
                <a:gd name="connsiteX5108" fmla="*/ 449580 w 504825"/>
                <a:gd name="connsiteY5108" fmla="*/ 639413 h 885825"/>
                <a:gd name="connsiteX5109" fmla="*/ 450628 w 504825"/>
                <a:gd name="connsiteY5109" fmla="*/ 641128 h 885825"/>
                <a:gd name="connsiteX5110" fmla="*/ 450913 w 504825"/>
                <a:gd name="connsiteY5110" fmla="*/ 642461 h 885825"/>
                <a:gd name="connsiteX5111" fmla="*/ 451390 w 504825"/>
                <a:gd name="connsiteY5111" fmla="*/ 643509 h 885825"/>
                <a:gd name="connsiteX5112" fmla="*/ 451580 w 504825"/>
                <a:gd name="connsiteY5112" fmla="*/ 643985 h 885825"/>
                <a:gd name="connsiteX5113" fmla="*/ 451580 w 504825"/>
                <a:gd name="connsiteY5113" fmla="*/ 644461 h 885825"/>
                <a:gd name="connsiteX5114" fmla="*/ 451485 w 504825"/>
                <a:gd name="connsiteY5114" fmla="*/ 645414 h 885825"/>
                <a:gd name="connsiteX5115" fmla="*/ 451485 w 504825"/>
                <a:gd name="connsiteY5115" fmla="*/ 645890 h 885825"/>
                <a:gd name="connsiteX5116" fmla="*/ 451771 w 504825"/>
                <a:gd name="connsiteY5116" fmla="*/ 646557 h 885825"/>
                <a:gd name="connsiteX5117" fmla="*/ 452152 w 504825"/>
                <a:gd name="connsiteY5117" fmla="*/ 647033 h 885825"/>
                <a:gd name="connsiteX5118" fmla="*/ 452438 w 504825"/>
                <a:gd name="connsiteY5118" fmla="*/ 647605 h 885825"/>
                <a:gd name="connsiteX5119" fmla="*/ 452533 w 504825"/>
                <a:gd name="connsiteY5119" fmla="*/ 648557 h 885825"/>
                <a:gd name="connsiteX5120" fmla="*/ 452438 w 504825"/>
                <a:gd name="connsiteY5120" fmla="*/ 654082 h 885825"/>
                <a:gd name="connsiteX5121" fmla="*/ 452152 w 504825"/>
                <a:gd name="connsiteY5121" fmla="*/ 655987 h 885825"/>
                <a:gd name="connsiteX5122" fmla="*/ 451771 w 504825"/>
                <a:gd name="connsiteY5122" fmla="*/ 657225 h 885825"/>
                <a:gd name="connsiteX5123" fmla="*/ 451294 w 504825"/>
                <a:gd name="connsiteY5123" fmla="*/ 657797 h 885825"/>
                <a:gd name="connsiteX5124" fmla="*/ 448437 w 504825"/>
                <a:gd name="connsiteY5124" fmla="*/ 659416 h 885825"/>
                <a:gd name="connsiteX5125" fmla="*/ 447294 w 504825"/>
                <a:gd name="connsiteY5125" fmla="*/ 659701 h 885825"/>
                <a:gd name="connsiteX5126" fmla="*/ 446151 w 504825"/>
                <a:gd name="connsiteY5126" fmla="*/ 659606 h 885825"/>
                <a:gd name="connsiteX5127" fmla="*/ 443865 w 504825"/>
                <a:gd name="connsiteY5127" fmla="*/ 659130 h 885825"/>
                <a:gd name="connsiteX5128" fmla="*/ 440436 w 504825"/>
                <a:gd name="connsiteY5128" fmla="*/ 658940 h 885825"/>
                <a:gd name="connsiteX5129" fmla="*/ 439198 w 504825"/>
                <a:gd name="connsiteY5129" fmla="*/ 658654 h 885825"/>
                <a:gd name="connsiteX5130" fmla="*/ 438150 w 504825"/>
                <a:gd name="connsiteY5130" fmla="*/ 657892 h 885825"/>
                <a:gd name="connsiteX5131" fmla="*/ 436626 w 504825"/>
                <a:gd name="connsiteY5131" fmla="*/ 655796 h 885825"/>
                <a:gd name="connsiteX5132" fmla="*/ 435959 w 504825"/>
                <a:gd name="connsiteY5132" fmla="*/ 654558 h 885825"/>
                <a:gd name="connsiteX5133" fmla="*/ 435483 w 504825"/>
                <a:gd name="connsiteY5133" fmla="*/ 654082 h 885825"/>
                <a:gd name="connsiteX5134" fmla="*/ 435007 w 504825"/>
                <a:gd name="connsiteY5134" fmla="*/ 654177 h 885825"/>
                <a:gd name="connsiteX5135" fmla="*/ 434530 w 504825"/>
                <a:gd name="connsiteY5135" fmla="*/ 654653 h 885825"/>
                <a:gd name="connsiteX5136" fmla="*/ 434245 w 504825"/>
                <a:gd name="connsiteY5136" fmla="*/ 654939 h 885825"/>
                <a:gd name="connsiteX5137" fmla="*/ 434149 w 504825"/>
                <a:gd name="connsiteY5137" fmla="*/ 655320 h 885825"/>
                <a:gd name="connsiteX5138" fmla="*/ 434149 w 504825"/>
                <a:gd name="connsiteY5138" fmla="*/ 655987 h 885825"/>
                <a:gd name="connsiteX5139" fmla="*/ 434054 w 504825"/>
                <a:gd name="connsiteY5139" fmla="*/ 656653 h 885825"/>
                <a:gd name="connsiteX5140" fmla="*/ 433578 w 504825"/>
                <a:gd name="connsiteY5140" fmla="*/ 657701 h 885825"/>
                <a:gd name="connsiteX5141" fmla="*/ 433483 w 504825"/>
                <a:gd name="connsiteY5141" fmla="*/ 658368 h 885825"/>
                <a:gd name="connsiteX5142" fmla="*/ 433578 w 504825"/>
                <a:gd name="connsiteY5142" fmla="*/ 658844 h 885825"/>
                <a:gd name="connsiteX5143" fmla="*/ 433768 w 504825"/>
                <a:gd name="connsiteY5143" fmla="*/ 659225 h 885825"/>
                <a:gd name="connsiteX5144" fmla="*/ 434054 w 504825"/>
                <a:gd name="connsiteY5144" fmla="*/ 659511 h 885825"/>
                <a:gd name="connsiteX5145" fmla="*/ 434245 w 504825"/>
                <a:gd name="connsiteY5145" fmla="*/ 659797 h 885825"/>
                <a:gd name="connsiteX5146" fmla="*/ 434435 w 504825"/>
                <a:gd name="connsiteY5146" fmla="*/ 660844 h 885825"/>
                <a:gd name="connsiteX5147" fmla="*/ 434054 w 504825"/>
                <a:gd name="connsiteY5147" fmla="*/ 665321 h 885825"/>
                <a:gd name="connsiteX5148" fmla="*/ 433483 w 504825"/>
                <a:gd name="connsiteY5148" fmla="*/ 666083 h 885825"/>
                <a:gd name="connsiteX5149" fmla="*/ 432625 w 504825"/>
                <a:gd name="connsiteY5149" fmla="*/ 666559 h 885825"/>
                <a:gd name="connsiteX5150" fmla="*/ 431482 w 504825"/>
                <a:gd name="connsiteY5150" fmla="*/ 666941 h 885825"/>
                <a:gd name="connsiteX5151" fmla="*/ 430339 w 504825"/>
                <a:gd name="connsiteY5151" fmla="*/ 667607 h 885825"/>
                <a:gd name="connsiteX5152" fmla="*/ 429863 w 504825"/>
                <a:gd name="connsiteY5152" fmla="*/ 667607 h 885825"/>
                <a:gd name="connsiteX5153" fmla="*/ 429196 w 504825"/>
                <a:gd name="connsiteY5153" fmla="*/ 667036 h 885825"/>
                <a:gd name="connsiteX5154" fmla="*/ 428149 w 504825"/>
                <a:gd name="connsiteY5154" fmla="*/ 665321 h 885825"/>
                <a:gd name="connsiteX5155" fmla="*/ 427387 w 504825"/>
                <a:gd name="connsiteY5155" fmla="*/ 664845 h 885825"/>
                <a:gd name="connsiteX5156" fmla="*/ 426148 w 504825"/>
                <a:gd name="connsiteY5156" fmla="*/ 663321 h 885825"/>
                <a:gd name="connsiteX5157" fmla="*/ 425767 w 504825"/>
                <a:gd name="connsiteY5157" fmla="*/ 662940 h 885825"/>
                <a:gd name="connsiteX5158" fmla="*/ 421576 w 504825"/>
                <a:gd name="connsiteY5158" fmla="*/ 660654 h 885825"/>
                <a:gd name="connsiteX5159" fmla="*/ 421100 w 504825"/>
                <a:gd name="connsiteY5159" fmla="*/ 660273 h 885825"/>
                <a:gd name="connsiteX5160" fmla="*/ 420719 w 504825"/>
                <a:gd name="connsiteY5160" fmla="*/ 659606 h 885825"/>
                <a:gd name="connsiteX5161" fmla="*/ 419862 w 504825"/>
                <a:gd name="connsiteY5161" fmla="*/ 659035 h 885825"/>
                <a:gd name="connsiteX5162" fmla="*/ 418814 w 504825"/>
                <a:gd name="connsiteY5162" fmla="*/ 658559 h 885825"/>
                <a:gd name="connsiteX5163" fmla="*/ 417862 w 504825"/>
                <a:gd name="connsiteY5163" fmla="*/ 658273 h 885825"/>
                <a:gd name="connsiteX5164" fmla="*/ 417195 w 504825"/>
                <a:gd name="connsiteY5164" fmla="*/ 658273 h 885825"/>
                <a:gd name="connsiteX5165" fmla="*/ 416623 w 504825"/>
                <a:gd name="connsiteY5165" fmla="*/ 658463 h 885825"/>
                <a:gd name="connsiteX5166" fmla="*/ 416052 w 504825"/>
                <a:gd name="connsiteY5166" fmla="*/ 658463 h 885825"/>
                <a:gd name="connsiteX5167" fmla="*/ 415480 w 504825"/>
                <a:gd name="connsiteY5167" fmla="*/ 658082 h 885825"/>
                <a:gd name="connsiteX5168" fmla="*/ 414909 w 504825"/>
                <a:gd name="connsiteY5168" fmla="*/ 657892 h 885825"/>
                <a:gd name="connsiteX5169" fmla="*/ 414338 w 504825"/>
                <a:gd name="connsiteY5169" fmla="*/ 658177 h 885825"/>
                <a:gd name="connsiteX5170" fmla="*/ 413766 w 504825"/>
                <a:gd name="connsiteY5170" fmla="*/ 658654 h 885825"/>
                <a:gd name="connsiteX5171" fmla="*/ 413385 w 504825"/>
                <a:gd name="connsiteY5171" fmla="*/ 659130 h 885825"/>
                <a:gd name="connsiteX5172" fmla="*/ 412909 w 504825"/>
                <a:gd name="connsiteY5172" fmla="*/ 660178 h 885825"/>
                <a:gd name="connsiteX5173" fmla="*/ 412909 w 504825"/>
                <a:gd name="connsiteY5173" fmla="*/ 661321 h 885825"/>
                <a:gd name="connsiteX5174" fmla="*/ 413290 w 504825"/>
                <a:gd name="connsiteY5174" fmla="*/ 663702 h 885825"/>
                <a:gd name="connsiteX5175" fmla="*/ 413290 w 504825"/>
                <a:gd name="connsiteY5175" fmla="*/ 668179 h 885825"/>
                <a:gd name="connsiteX5176" fmla="*/ 412909 w 504825"/>
                <a:gd name="connsiteY5176" fmla="*/ 670560 h 885825"/>
                <a:gd name="connsiteX5177" fmla="*/ 412909 w 504825"/>
                <a:gd name="connsiteY5177" fmla="*/ 671703 h 885825"/>
                <a:gd name="connsiteX5178" fmla="*/ 413290 w 504825"/>
                <a:gd name="connsiteY5178" fmla="*/ 672751 h 885825"/>
                <a:gd name="connsiteX5179" fmla="*/ 412718 w 504825"/>
                <a:gd name="connsiteY5179" fmla="*/ 673608 h 885825"/>
                <a:gd name="connsiteX5180" fmla="*/ 411956 w 504825"/>
                <a:gd name="connsiteY5180" fmla="*/ 674179 h 885825"/>
                <a:gd name="connsiteX5181" fmla="*/ 411289 w 504825"/>
                <a:gd name="connsiteY5181" fmla="*/ 674846 h 885825"/>
                <a:gd name="connsiteX5182" fmla="*/ 411004 w 504825"/>
                <a:gd name="connsiteY5182" fmla="*/ 675989 h 885825"/>
                <a:gd name="connsiteX5183" fmla="*/ 411289 w 504825"/>
                <a:gd name="connsiteY5183" fmla="*/ 677037 h 885825"/>
                <a:gd name="connsiteX5184" fmla="*/ 412337 w 504825"/>
                <a:gd name="connsiteY5184" fmla="*/ 678847 h 885825"/>
                <a:gd name="connsiteX5185" fmla="*/ 412432 w 504825"/>
                <a:gd name="connsiteY5185" fmla="*/ 679894 h 885825"/>
                <a:gd name="connsiteX5186" fmla="*/ 412242 w 504825"/>
                <a:gd name="connsiteY5186" fmla="*/ 680466 h 885825"/>
                <a:gd name="connsiteX5187" fmla="*/ 411575 w 504825"/>
                <a:gd name="connsiteY5187" fmla="*/ 681418 h 885825"/>
                <a:gd name="connsiteX5188" fmla="*/ 411385 w 504825"/>
                <a:gd name="connsiteY5188" fmla="*/ 681800 h 885825"/>
                <a:gd name="connsiteX5189" fmla="*/ 411194 w 504825"/>
                <a:gd name="connsiteY5189" fmla="*/ 682371 h 885825"/>
                <a:gd name="connsiteX5190" fmla="*/ 411004 w 504825"/>
                <a:gd name="connsiteY5190" fmla="*/ 683990 h 885825"/>
                <a:gd name="connsiteX5191" fmla="*/ 411099 w 504825"/>
                <a:gd name="connsiteY5191" fmla="*/ 684181 h 885825"/>
                <a:gd name="connsiteX5192" fmla="*/ 411289 w 504825"/>
                <a:gd name="connsiteY5192" fmla="*/ 684467 h 885825"/>
                <a:gd name="connsiteX5193" fmla="*/ 411385 w 504825"/>
                <a:gd name="connsiteY5193" fmla="*/ 684752 h 885825"/>
                <a:gd name="connsiteX5194" fmla="*/ 411385 w 504825"/>
                <a:gd name="connsiteY5194" fmla="*/ 685133 h 885825"/>
                <a:gd name="connsiteX5195" fmla="*/ 411194 w 504825"/>
                <a:gd name="connsiteY5195" fmla="*/ 685228 h 885825"/>
                <a:gd name="connsiteX5196" fmla="*/ 410527 w 504825"/>
                <a:gd name="connsiteY5196" fmla="*/ 685419 h 885825"/>
                <a:gd name="connsiteX5197" fmla="*/ 410337 w 504825"/>
                <a:gd name="connsiteY5197" fmla="*/ 685514 h 885825"/>
                <a:gd name="connsiteX5198" fmla="*/ 409480 w 504825"/>
                <a:gd name="connsiteY5198" fmla="*/ 686276 h 885825"/>
                <a:gd name="connsiteX5199" fmla="*/ 409289 w 504825"/>
                <a:gd name="connsiteY5199" fmla="*/ 686657 h 885825"/>
                <a:gd name="connsiteX5200" fmla="*/ 407765 w 504825"/>
                <a:gd name="connsiteY5200" fmla="*/ 686181 h 885825"/>
                <a:gd name="connsiteX5201" fmla="*/ 406717 w 504825"/>
                <a:gd name="connsiteY5201" fmla="*/ 686467 h 885825"/>
                <a:gd name="connsiteX5202" fmla="*/ 406051 w 504825"/>
                <a:gd name="connsiteY5202" fmla="*/ 687419 h 885825"/>
                <a:gd name="connsiteX5203" fmla="*/ 405670 w 504825"/>
                <a:gd name="connsiteY5203" fmla="*/ 688848 h 885825"/>
                <a:gd name="connsiteX5204" fmla="*/ 405289 w 504825"/>
                <a:gd name="connsiteY5204" fmla="*/ 688848 h 885825"/>
                <a:gd name="connsiteX5205" fmla="*/ 405289 w 504825"/>
                <a:gd name="connsiteY5205" fmla="*/ 687705 h 885825"/>
                <a:gd name="connsiteX5206" fmla="*/ 405479 w 504825"/>
                <a:gd name="connsiteY5206" fmla="*/ 686562 h 885825"/>
                <a:gd name="connsiteX5207" fmla="*/ 405860 w 504825"/>
                <a:gd name="connsiteY5207" fmla="*/ 685514 h 885825"/>
                <a:gd name="connsiteX5208" fmla="*/ 406336 w 504825"/>
                <a:gd name="connsiteY5208" fmla="*/ 684562 h 885825"/>
                <a:gd name="connsiteX5209" fmla="*/ 403288 w 504825"/>
                <a:gd name="connsiteY5209" fmla="*/ 684467 h 885825"/>
                <a:gd name="connsiteX5210" fmla="*/ 402336 w 504825"/>
                <a:gd name="connsiteY5210" fmla="*/ 684181 h 885825"/>
                <a:gd name="connsiteX5211" fmla="*/ 401764 w 504825"/>
                <a:gd name="connsiteY5211" fmla="*/ 683800 h 885825"/>
                <a:gd name="connsiteX5212" fmla="*/ 400145 w 504825"/>
                <a:gd name="connsiteY5212" fmla="*/ 681990 h 885825"/>
                <a:gd name="connsiteX5213" fmla="*/ 399383 w 504825"/>
                <a:gd name="connsiteY5213" fmla="*/ 681514 h 885825"/>
                <a:gd name="connsiteX5214" fmla="*/ 398907 w 504825"/>
                <a:gd name="connsiteY5214" fmla="*/ 681323 h 885825"/>
                <a:gd name="connsiteX5215" fmla="*/ 398526 w 504825"/>
                <a:gd name="connsiteY5215" fmla="*/ 681228 h 885825"/>
                <a:gd name="connsiteX5216" fmla="*/ 398431 w 504825"/>
                <a:gd name="connsiteY5216" fmla="*/ 681133 h 885825"/>
                <a:gd name="connsiteX5217" fmla="*/ 397192 w 504825"/>
                <a:gd name="connsiteY5217" fmla="*/ 680847 h 885825"/>
                <a:gd name="connsiteX5218" fmla="*/ 396907 w 504825"/>
                <a:gd name="connsiteY5218" fmla="*/ 680847 h 885825"/>
                <a:gd name="connsiteX5219" fmla="*/ 396621 w 504825"/>
                <a:gd name="connsiteY5219" fmla="*/ 679990 h 885825"/>
                <a:gd name="connsiteX5220" fmla="*/ 396621 w 504825"/>
                <a:gd name="connsiteY5220" fmla="*/ 679133 h 885825"/>
                <a:gd name="connsiteX5221" fmla="*/ 396335 w 504825"/>
                <a:gd name="connsiteY5221" fmla="*/ 678561 h 885825"/>
                <a:gd name="connsiteX5222" fmla="*/ 395002 w 504825"/>
                <a:gd name="connsiteY5222" fmla="*/ 678656 h 885825"/>
                <a:gd name="connsiteX5223" fmla="*/ 393001 w 504825"/>
                <a:gd name="connsiteY5223" fmla="*/ 679514 h 885825"/>
                <a:gd name="connsiteX5224" fmla="*/ 391192 w 504825"/>
                <a:gd name="connsiteY5224" fmla="*/ 680942 h 885825"/>
                <a:gd name="connsiteX5225" fmla="*/ 389668 w 504825"/>
                <a:gd name="connsiteY5225" fmla="*/ 682657 h 885825"/>
                <a:gd name="connsiteX5226" fmla="*/ 388525 w 504825"/>
                <a:gd name="connsiteY5226" fmla="*/ 684467 h 885825"/>
                <a:gd name="connsiteX5227" fmla="*/ 387667 w 504825"/>
                <a:gd name="connsiteY5227" fmla="*/ 686657 h 885825"/>
                <a:gd name="connsiteX5228" fmla="*/ 387477 w 504825"/>
                <a:gd name="connsiteY5228" fmla="*/ 687800 h 885825"/>
                <a:gd name="connsiteX5229" fmla="*/ 387382 w 504825"/>
                <a:gd name="connsiteY5229" fmla="*/ 689801 h 885825"/>
                <a:gd name="connsiteX5230" fmla="*/ 387191 w 504825"/>
                <a:gd name="connsiteY5230" fmla="*/ 690372 h 885825"/>
                <a:gd name="connsiteX5231" fmla="*/ 386715 w 504825"/>
                <a:gd name="connsiteY5231" fmla="*/ 691515 h 885825"/>
                <a:gd name="connsiteX5232" fmla="*/ 386524 w 504825"/>
                <a:gd name="connsiteY5232" fmla="*/ 691801 h 885825"/>
                <a:gd name="connsiteX5233" fmla="*/ 386143 w 504825"/>
                <a:gd name="connsiteY5233" fmla="*/ 692086 h 885825"/>
                <a:gd name="connsiteX5234" fmla="*/ 385953 w 504825"/>
                <a:gd name="connsiteY5234" fmla="*/ 692277 h 885825"/>
                <a:gd name="connsiteX5235" fmla="*/ 385953 w 504825"/>
                <a:gd name="connsiteY5235" fmla="*/ 692563 h 885825"/>
                <a:gd name="connsiteX5236" fmla="*/ 386048 w 504825"/>
                <a:gd name="connsiteY5236" fmla="*/ 693134 h 885825"/>
                <a:gd name="connsiteX5237" fmla="*/ 386048 w 504825"/>
                <a:gd name="connsiteY5237" fmla="*/ 693420 h 885825"/>
                <a:gd name="connsiteX5238" fmla="*/ 385572 w 504825"/>
                <a:gd name="connsiteY5238" fmla="*/ 694277 h 885825"/>
                <a:gd name="connsiteX5239" fmla="*/ 385381 w 504825"/>
                <a:gd name="connsiteY5239" fmla="*/ 694753 h 885825"/>
                <a:gd name="connsiteX5240" fmla="*/ 385286 w 504825"/>
                <a:gd name="connsiteY5240" fmla="*/ 695420 h 885825"/>
                <a:gd name="connsiteX5241" fmla="*/ 385477 w 504825"/>
                <a:gd name="connsiteY5241" fmla="*/ 695992 h 885825"/>
                <a:gd name="connsiteX5242" fmla="*/ 385858 w 504825"/>
                <a:gd name="connsiteY5242" fmla="*/ 696563 h 885825"/>
                <a:gd name="connsiteX5243" fmla="*/ 386048 w 504825"/>
                <a:gd name="connsiteY5243" fmla="*/ 697135 h 885825"/>
                <a:gd name="connsiteX5244" fmla="*/ 385858 w 504825"/>
                <a:gd name="connsiteY5244" fmla="*/ 697706 h 885825"/>
                <a:gd name="connsiteX5245" fmla="*/ 385191 w 504825"/>
                <a:gd name="connsiteY5245" fmla="*/ 698468 h 885825"/>
                <a:gd name="connsiteX5246" fmla="*/ 384334 w 504825"/>
                <a:gd name="connsiteY5246" fmla="*/ 700087 h 885825"/>
                <a:gd name="connsiteX5247" fmla="*/ 383762 w 504825"/>
                <a:gd name="connsiteY5247" fmla="*/ 700754 h 885825"/>
                <a:gd name="connsiteX5248" fmla="*/ 381952 w 504825"/>
                <a:gd name="connsiteY5248" fmla="*/ 701611 h 885825"/>
                <a:gd name="connsiteX5249" fmla="*/ 379666 w 504825"/>
                <a:gd name="connsiteY5249" fmla="*/ 701897 h 885825"/>
                <a:gd name="connsiteX5250" fmla="*/ 373380 w 504825"/>
                <a:gd name="connsiteY5250" fmla="*/ 701897 h 885825"/>
                <a:gd name="connsiteX5251" fmla="*/ 371475 w 504825"/>
                <a:gd name="connsiteY5251" fmla="*/ 702374 h 885825"/>
                <a:gd name="connsiteX5252" fmla="*/ 369856 w 504825"/>
                <a:gd name="connsiteY5252" fmla="*/ 703135 h 885825"/>
                <a:gd name="connsiteX5253" fmla="*/ 368617 w 504825"/>
                <a:gd name="connsiteY5253" fmla="*/ 704088 h 885825"/>
                <a:gd name="connsiteX5254" fmla="*/ 367379 w 504825"/>
                <a:gd name="connsiteY5254" fmla="*/ 705517 h 885825"/>
                <a:gd name="connsiteX5255" fmla="*/ 366617 w 504825"/>
                <a:gd name="connsiteY5255" fmla="*/ 706088 h 885825"/>
                <a:gd name="connsiteX5256" fmla="*/ 365474 w 504825"/>
                <a:gd name="connsiteY5256" fmla="*/ 706279 h 885825"/>
                <a:gd name="connsiteX5257" fmla="*/ 364807 w 504825"/>
                <a:gd name="connsiteY5257" fmla="*/ 706469 h 885825"/>
                <a:gd name="connsiteX5258" fmla="*/ 357854 w 504825"/>
                <a:gd name="connsiteY5258" fmla="*/ 711994 h 885825"/>
                <a:gd name="connsiteX5259" fmla="*/ 355949 w 504825"/>
                <a:gd name="connsiteY5259" fmla="*/ 713042 h 885825"/>
                <a:gd name="connsiteX5260" fmla="*/ 355759 w 504825"/>
                <a:gd name="connsiteY5260" fmla="*/ 713232 h 885825"/>
                <a:gd name="connsiteX5261" fmla="*/ 355092 w 504825"/>
                <a:gd name="connsiteY5261" fmla="*/ 713708 h 885825"/>
                <a:gd name="connsiteX5262" fmla="*/ 354425 w 504825"/>
                <a:gd name="connsiteY5262" fmla="*/ 713994 h 885825"/>
                <a:gd name="connsiteX5263" fmla="*/ 354425 w 504825"/>
                <a:gd name="connsiteY5263" fmla="*/ 713994 h 885825"/>
                <a:gd name="connsiteX5264" fmla="*/ 354425 w 504825"/>
                <a:gd name="connsiteY5264" fmla="*/ 713994 h 885825"/>
                <a:gd name="connsiteX5265" fmla="*/ 354235 w 504825"/>
                <a:gd name="connsiteY5265" fmla="*/ 713803 h 885825"/>
                <a:gd name="connsiteX5266" fmla="*/ 354139 w 504825"/>
                <a:gd name="connsiteY5266" fmla="*/ 713708 h 885825"/>
                <a:gd name="connsiteX5267" fmla="*/ 354139 w 504825"/>
                <a:gd name="connsiteY5267" fmla="*/ 713708 h 885825"/>
                <a:gd name="connsiteX5268" fmla="*/ 354235 w 504825"/>
                <a:gd name="connsiteY5268" fmla="*/ 713137 h 885825"/>
                <a:gd name="connsiteX5269" fmla="*/ 354521 w 504825"/>
                <a:gd name="connsiteY5269" fmla="*/ 712089 h 885825"/>
                <a:gd name="connsiteX5270" fmla="*/ 354616 w 504825"/>
                <a:gd name="connsiteY5270" fmla="*/ 711518 h 885825"/>
                <a:gd name="connsiteX5271" fmla="*/ 354616 w 504825"/>
                <a:gd name="connsiteY5271" fmla="*/ 711518 h 885825"/>
                <a:gd name="connsiteX5272" fmla="*/ 354616 w 504825"/>
                <a:gd name="connsiteY5272" fmla="*/ 711518 h 885825"/>
                <a:gd name="connsiteX5273" fmla="*/ 354997 w 504825"/>
                <a:gd name="connsiteY5273" fmla="*/ 710184 h 885825"/>
                <a:gd name="connsiteX5274" fmla="*/ 355949 w 504825"/>
                <a:gd name="connsiteY5274" fmla="*/ 709708 h 885825"/>
                <a:gd name="connsiteX5275" fmla="*/ 358235 w 504825"/>
                <a:gd name="connsiteY5275" fmla="*/ 709612 h 885825"/>
                <a:gd name="connsiteX5276" fmla="*/ 359378 w 504825"/>
                <a:gd name="connsiteY5276" fmla="*/ 709041 h 885825"/>
                <a:gd name="connsiteX5277" fmla="*/ 364903 w 504825"/>
                <a:gd name="connsiteY5277" fmla="*/ 704088 h 885825"/>
                <a:gd name="connsiteX5278" fmla="*/ 365379 w 504825"/>
                <a:gd name="connsiteY5278" fmla="*/ 703517 h 885825"/>
                <a:gd name="connsiteX5279" fmla="*/ 365474 w 504825"/>
                <a:gd name="connsiteY5279" fmla="*/ 702374 h 885825"/>
                <a:gd name="connsiteX5280" fmla="*/ 364617 w 504825"/>
                <a:gd name="connsiteY5280" fmla="*/ 699326 h 885825"/>
                <a:gd name="connsiteX5281" fmla="*/ 364426 w 504825"/>
                <a:gd name="connsiteY5281" fmla="*/ 692944 h 885825"/>
                <a:gd name="connsiteX5282" fmla="*/ 363950 w 504825"/>
                <a:gd name="connsiteY5282" fmla="*/ 690562 h 885825"/>
                <a:gd name="connsiteX5283" fmla="*/ 363283 w 504825"/>
                <a:gd name="connsiteY5283" fmla="*/ 688276 h 885825"/>
                <a:gd name="connsiteX5284" fmla="*/ 362426 w 504825"/>
                <a:gd name="connsiteY5284" fmla="*/ 686467 h 885825"/>
                <a:gd name="connsiteX5285" fmla="*/ 360235 w 504825"/>
                <a:gd name="connsiteY5285" fmla="*/ 683800 h 885825"/>
                <a:gd name="connsiteX5286" fmla="*/ 359950 w 504825"/>
                <a:gd name="connsiteY5286" fmla="*/ 683038 h 885825"/>
                <a:gd name="connsiteX5287" fmla="*/ 359759 w 504825"/>
                <a:gd name="connsiteY5287" fmla="*/ 682752 h 885825"/>
                <a:gd name="connsiteX5288" fmla="*/ 359092 w 504825"/>
                <a:gd name="connsiteY5288" fmla="*/ 681037 h 885825"/>
                <a:gd name="connsiteX5289" fmla="*/ 359188 w 504825"/>
                <a:gd name="connsiteY5289" fmla="*/ 681037 h 885825"/>
                <a:gd name="connsiteX5290" fmla="*/ 358807 w 504825"/>
                <a:gd name="connsiteY5290" fmla="*/ 680085 h 885825"/>
                <a:gd name="connsiteX5291" fmla="*/ 358521 w 504825"/>
                <a:gd name="connsiteY5291" fmla="*/ 679894 h 885825"/>
                <a:gd name="connsiteX5292" fmla="*/ 358045 w 504825"/>
                <a:gd name="connsiteY5292" fmla="*/ 680276 h 885825"/>
                <a:gd name="connsiteX5293" fmla="*/ 357664 w 504825"/>
                <a:gd name="connsiteY5293" fmla="*/ 680276 h 885825"/>
                <a:gd name="connsiteX5294" fmla="*/ 357283 w 504825"/>
                <a:gd name="connsiteY5294" fmla="*/ 679418 h 885825"/>
                <a:gd name="connsiteX5295" fmla="*/ 356806 w 504825"/>
                <a:gd name="connsiteY5295" fmla="*/ 678942 h 885825"/>
                <a:gd name="connsiteX5296" fmla="*/ 356140 w 504825"/>
                <a:gd name="connsiteY5296" fmla="*/ 678656 h 885825"/>
                <a:gd name="connsiteX5297" fmla="*/ 351854 w 504825"/>
                <a:gd name="connsiteY5297" fmla="*/ 677704 h 885825"/>
                <a:gd name="connsiteX5298" fmla="*/ 352044 w 504825"/>
                <a:gd name="connsiteY5298" fmla="*/ 676751 h 885825"/>
                <a:gd name="connsiteX5299" fmla="*/ 351187 w 504825"/>
                <a:gd name="connsiteY5299" fmla="*/ 676656 h 885825"/>
                <a:gd name="connsiteX5300" fmla="*/ 350425 w 504825"/>
                <a:gd name="connsiteY5300" fmla="*/ 677037 h 885825"/>
                <a:gd name="connsiteX5301" fmla="*/ 351091 w 504825"/>
                <a:gd name="connsiteY5301" fmla="*/ 677704 h 885825"/>
                <a:gd name="connsiteX5302" fmla="*/ 350330 w 504825"/>
                <a:gd name="connsiteY5302" fmla="*/ 678656 h 885825"/>
                <a:gd name="connsiteX5303" fmla="*/ 350044 w 504825"/>
                <a:gd name="connsiteY5303" fmla="*/ 679133 h 885825"/>
                <a:gd name="connsiteX5304" fmla="*/ 349853 w 504825"/>
                <a:gd name="connsiteY5304" fmla="*/ 679704 h 885825"/>
                <a:gd name="connsiteX5305" fmla="*/ 349853 w 504825"/>
                <a:gd name="connsiteY5305" fmla="*/ 680276 h 885825"/>
                <a:gd name="connsiteX5306" fmla="*/ 349758 w 504825"/>
                <a:gd name="connsiteY5306" fmla="*/ 680752 h 885825"/>
                <a:gd name="connsiteX5307" fmla="*/ 349282 w 504825"/>
                <a:gd name="connsiteY5307" fmla="*/ 681323 h 885825"/>
                <a:gd name="connsiteX5308" fmla="*/ 348805 w 504825"/>
                <a:gd name="connsiteY5308" fmla="*/ 680180 h 885825"/>
                <a:gd name="connsiteX5309" fmla="*/ 348615 w 504825"/>
                <a:gd name="connsiteY5309" fmla="*/ 679894 h 885825"/>
                <a:gd name="connsiteX5310" fmla="*/ 348234 w 504825"/>
                <a:gd name="connsiteY5310" fmla="*/ 679704 h 885825"/>
                <a:gd name="connsiteX5311" fmla="*/ 347567 w 504825"/>
                <a:gd name="connsiteY5311" fmla="*/ 679418 h 885825"/>
                <a:gd name="connsiteX5312" fmla="*/ 347377 w 504825"/>
                <a:gd name="connsiteY5312" fmla="*/ 679323 h 885825"/>
                <a:gd name="connsiteX5313" fmla="*/ 347091 w 504825"/>
                <a:gd name="connsiteY5313" fmla="*/ 679133 h 885825"/>
                <a:gd name="connsiteX5314" fmla="*/ 346138 w 504825"/>
                <a:gd name="connsiteY5314" fmla="*/ 679228 h 885825"/>
                <a:gd name="connsiteX5315" fmla="*/ 345757 w 504825"/>
                <a:gd name="connsiteY5315" fmla="*/ 677894 h 885825"/>
                <a:gd name="connsiteX5316" fmla="*/ 345662 w 504825"/>
                <a:gd name="connsiteY5316" fmla="*/ 675132 h 885825"/>
                <a:gd name="connsiteX5317" fmla="*/ 344996 w 504825"/>
                <a:gd name="connsiteY5317" fmla="*/ 675418 h 885825"/>
                <a:gd name="connsiteX5318" fmla="*/ 344329 w 504825"/>
                <a:gd name="connsiteY5318" fmla="*/ 675513 h 885825"/>
                <a:gd name="connsiteX5319" fmla="*/ 343757 w 504825"/>
                <a:gd name="connsiteY5319" fmla="*/ 675323 h 885825"/>
                <a:gd name="connsiteX5320" fmla="*/ 342900 w 504825"/>
                <a:gd name="connsiteY5320" fmla="*/ 674656 h 885825"/>
                <a:gd name="connsiteX5321" fmla="*/ 341566 w 504825"/>
                <a:gd name="connsiteY5321" fmla="*/ 673894 h 885825"/>
                <a:gd name="connsiteX5322" fmla="*/ 341281 w 504825"/>
                <a:gd name="connsiteY5322" fmla="*/ 673894 h 885825"/>
                <a:gd name="connsiteX5323" fmla="*/ 340995 w 504825"/>
                <a:gd name="connsiteY5323" fmla="*/ 673703 h 885825"/>
                <a:gd name="connsiteX5324" fmla="*/ 340233 w 504825"/>
                <a:gd name="connsiteY5324" fmla="*/ 673703 h 885825"/>
                <a:gd name="connsiteX5325" fmla="*/ 339471 w 504825"/>
                <a:gd name="connsiteY5325" fmla="*/ 673894 h 885825"/>
                <a:gd name="connsiteX5326" fmla="*/ 339090 w 504825"/>
                <a:gd name="connsiteY5326" fmla="*/ 674084 h 885825"/>
                <a:gd name="connsiteX5327" fmla="*/ 339185 w 504825"/>
                <a:gd name="connsiteY5327" fmla="*/ 674656 h 885825"/>
                <a:gd name="connsiteX5328" fmla="*/ 339566 w 504825"/>
                <a:gd name="connsiteY5328" fmla="*/ 675323 h 885825"/>
                <a:gd name="connsiteX5329" fmla="*/ 341281 w 504825"/>
                <a:gd name="connsiteY5329" fmla="*/ 677227 h 885825"/>
                <a:gd name="connsiteX5330" fmla="*/ 341471 w 504825"/>
                <a:gd name="connsiteY5330" fmla="*/ 677799 h 885825"/>
                <a:gd name="connsiteX5331" fmla="*/ 340995 w 504825"/>
                <a:gd name="connsiteY5331" fmla="*/ 678085 h 885825"/>
                <a:gd name="connsiteX5332" fmla="*/ 340328 w 504825"/>
                <a:gd name="connsiteY5332" fmla="*/ 678656 h 885825"/>
                <a:gd name="connsiteX5333" fmla="*/ 340042 w 504825"/>
                <a:gd name="connsiteY5333" fmla="*/ 678847 h 885825"/>
                <a:gd name="connsiteX5334" fmla="*/ 339661 w 504825"/>
                <a:gd name="connsiteY5334" fmla="*/ 678847 h 885825"/>
                <a:gd name="connsiteX5335" fmla="*/ 339376 w 504825"/>
                <a:gd name="connsiteY5335" fmla="*/ 678751 h 885825"/>
                <a:gd name="connsiteX5336" fmla="*/ 339090 w 504825"/>
                <a:gd name="connsiteY5336" fmla="*/ 678561 h 885825"/>
                <a:gd name="connsiteX5337" fmla="*/ 338804 w 504825"/>
                <a:gd name="connsiteY5337" fmla="*/ 678466 h 885825"/>
                <a:gd name="connsiteX5338" fmla="*/ 338042 w 504825"/>
                <a:gd name="connsiteY5338" fmla="*/ 678656 h 885825"/>
                <a:gd name="connsiteX5339" fmla="*/ 337661 w 504825"/>
                <a:gd name="connsiteY5339" fmla="*/ 679228 h 885825"/>
                <a:gd name="connsiteX5340" fmla="*/ 336899 w 504825"/>
                <a:gd name="connsiteY5340" fmla="*/ 681704 h 885825"/>
                <a:gd name="connsiteX5341" fmla="*/ 336709 w 504825"/>
                <a:gd name="connsiteY5341" fmla="*/ 682085 h 885825"/>
                <a:gd name="connsiteX5342" fmla="*/ 335947 w 504825"/>
                <a:gd name="connsiteY5342" fmla="*/ 683324 h 885825"/>
                <a:gd name="connsiteX5343" fmla="*/ 335280 w 504825"/>
                <a:gd name="connsiteY5343" fmla="*/ 683990 h 885825"/>
                <a:gd name="connsiteX5344" fmla="*/ 334327 w 504825"/>
                <a:gd name="connsiteY5344" fmla="*/ 684467 h 885825"/>
                <a:gd name="connsiteX5345" fmla="*/ 331184 w 504825"/>
                <a:gd name="connsiteY5345" fmla="*/ 684752 h 885825"/>
                <a:gd name="connsiteX5346" fmla="*/ 330613 w 504825"/>
                <a:gd name="connsiteY5346" fmla="*/ 684657 h 885825"/>
                <a:gd name="connsiteX5347" fmla="*/ 330232 w 504825"/>
                <a:gd name="connsiteY5347" fmla="*/ 684467 h 885825"/>
                <a:gd name="connsiteX5348" fmla="*/ 329660 w 504825"/>
                <a:gd name="connsiteY5348" fmla="*/ 683800 h 885825"/>
                <a:gd name="connsiteX5349" fmla="*/ 329470 w 504825"/>
                <a:gd name="connsiteY5349" fmla="*/ 683609 h 885825"/>
                <a:gd name="connsiteX5350" fmla="*/ 328613 w 504825"/>
                <a:gd name="connsiteY5350" fmla="*/ 683609 h 885825"/>
                <a:gd name="connsiteX5351" fmla="*/ 326803 w 504825"/>
                <a:gd name="connsiteY5351" fmla="*/ 684181 h 885825"/>
                <a:gd name="connsiteX5352" fmla="*/ 322707 w 504825"/>
                <a:gd name="connsiteY5352" fmla="*/ 684752 h 885825"/>
                <a:gd name="connsiteX5353" fmla="*/ 321945 w 504825"/>
                <a:gd name="connsiteY5353" fmla="*/ 685038 h 885825"/>
                <a:gd name="connsiteX5354" fmla="*/ 321278 w 504825"/>
                <a:gd name="connsiteY5354" fmla="*/ 685514 h 885825"/>
                <a:gd name="connsiteX5355" fmla="*/ 320611 w 504825"/>
                <a:gd name="connsiteY5355" fmla="*/ 686276 h 885825"/>
                <a:gd name="connsiteX5356" fmla="*/ 320040 w 504825"/>
                <a:gd name="connsiteY5356" fmla="*/ 687134 h 885825"/>
                <a:gd name="connsiteX5357" fmla="*/ 319754 w 504825"/>
                <a:gd name="connsiteY5357" fmla="*/ 687800 h 885825"/>
                <a:gd name="connsiteX5358" fmla="*/ 319468 w 504825"/>
                <a:gd name="connsiteY5358" fmla="*/ 688753 h 885825"/>
                <a:gd name="connsiteX5359" fmla="*/ 318230 w 504825"/>
                <a:gd name="connsiteY5359" fmla="*/ 690277 h 885825"/>
                <a:gd name="connsiteX5360" fmla="*/ 317849 w 504825"/>
                <a:gd name="connsiteY5360" fmla="*/ 691229 h 885825"/>
                <a:gd name="connsiteX5361" fmla="*/ 317849 w 504825"/>
                <a:gd name="connsiteY5361" fmla="*/ 691801 h 885825"/>
                <a:gd name="connsiteX5362" fmla="*/ 318135 w 504825"/>
                <a:gd name="connsiteY5362" fmla="*/ 692944 h 885825"/>
                <a:gd name="connsiteX5363" fmla="*/ 318230 w 504825"/>
                <a:gd name="connsiteY5363" fmla="*/ 693515 h 885825"/>
                <a:gd name="connsiteX5364" fmla="*/ 318135 w 504825"/>
                <a:gd name="connsiteY5364" fmla="*/ 694087 h 885825"/>
                <a:gd name="connsiteX5365" fmla="*/ 317944 w 504825"/>
                <a:gd name="connsiteY5365" fmla="*/ 694468 h 885825"/>
                <a:gd name="connsiteX5366" fmla="*/ 317754 w 504825"/>
                <a:gd name="connsiteY5366" fmla="*/ 694753 h 885825"/>
                <a:gd name="connsiteX5367" fmla="*/ 317659 w 504825"/>
                <a:gd name="connsiteY5367" fmla="*/ 695039 h 885825"/>
                <a:gd name="connsiteX5368" fmla="*/ 317468 w 504825"/>
                <a:gd name="connsiteY5368" fmla="*/ 695134 h 885825"/>
                <a:gd name="connsiteX5369" fmla="*/ 316516 w 504825"/>
                <a:gd name="connsiteY5369" fmla="*/ 695706 h 885825"/>
                <a:gd name="connsiteX5370" fmla="*/ 316230 w 504825"/>
                <a:gd name="connsiteY5370" fmla="*/ 695992 h 885825"/>
                <a:gd name="connsiteX5371" fmla="*/ 316230 w 504825"/>
                <a:gd name="connsiteY5371" fmla="*/ 696277 h 885825"/>
                <a:gd name="connsiteX5372" fmla="*/ 316421 w 504825"/>
                <a:gd name="connsiteY5372" fmla="*/ 697420 h 885825"/>
                <a:gd name="connsiteX5373" fmla="*/ 316516 w 504825"/>
                <a:gd name="connsiteY5373" fmla="*/ 697801 h 885825"/>
                <a:gd name="connsiteX5374" fmla="*/ 318421 w 504825"/>
                <a:gd name="connsiteY5374" fmla="*/ 699040 h 885825"/>
                <a:gd name="connsiteX5375" fmla="*/ 319088 w 504825"/>
                <a:gd name="connsiteY5375" fmla="*/ 699992 h 885825"/>
                <a:gd name="connsiteX5376" fmla="*/ 318516 w 504825"/>
                <a:gd name="connsiteY5376" fmla="*/ 701231 h 885825"/>
                <a:gd name="connsiteX5377" fmla="*/ 315468 w 504825"/>
                <a:gd name="connsiteY5377" fmla="*/ 703707 h 885825"/>
                <a:gd name="connsiteX5378" fmla="*/ 314325 w 504825"/>
                <a:gd name="connsiteY5378" fmla="*/ 704374 h 885825"/>
                <a:gd name="connsiteX5379" fmla="*/ 313754 w 504825"/>
                <a:gd name="connsiteY5379" fmla="*/ 704564 h 885825"/>
                <a:gd name="connsiteX5380" fmla="*/ 313182 w 504825"/>
                <a:gd name="connsiteY5380" fmla="*/ 704659 h 885825"/>
                <a:gd name="connsiteX5381" fmla="*/ 311944 w 504825"/>
                <a:gd name="connsiteY5381" fmla="*/ 704659 h 885825"/>
                <a:gd name="connsiteX5382" fmla="*/ 311372 w 504825"/>
                <a:gd name="connsiteY5382" fmla="*/ 704755 h 885825"/>
                <a:gd name="connsiteX5383" fmla="*/ 310705 w 504825"/>
                <a:gd name="connsiteY5383" fmla="*/ 705231 h 885825"/>
                <a:gd name="connsiteX5384" fmla="*/ 305657 w 504825"/>
                <a:gd name="connsiteY5384" fmla="*/ 706088 h 885825"/>
                <a:gd name="connsiteX5385" fmla="*/ 304419 w 504825"/>
                <a:gd name="connsiteY5385" fmla="*/ 706088 h 885825"/>
                <a:gd name="connsiteX5386" fmla="*/ 303181 w 504825"/>
                <a:gd name="connsiteY5386" fmla="*/ 705898 h 885825"/>
                <a:gd name="connsiteX5387" fmla="*/ 302133 w 504825"/>
                <a:gd name="connsiteY5387" fmla="*/ 705231 h 885825"/>
                <a:gd name="connsiteX5388" fmla="*/ 301752 w 504825"/>
                <a:gd name="connsiteY5388" fmla="*/ 704088 h 885825"/>
                <a:gd name="connsiteX5389" fmla="*/ 301466 w 504825"/>
                <a:gd name="connsiteY5389" fmla="*/ 703517 h 885825"/>
                <a:gd name="connsiteX5390" fmla="*/ 300895 w 504825"/>
                <a:gd name="connsiteY5390" fmla="*/ 704278 h 885825"/>
                <a:gd name="connsiteX5391" fmla="*/ 299942 w 504825"/>
                <a:gd name="connsiteY5391" fmla="*/ 706088 h 885825"/>
                <a:gd name="connsiteX5392" fmla="*/ 299371 w 504825"/>
                <a:gd name="connsiteY5392" fmla="*/ 706469 h 885825"/>
                <a:gd name="connsiteX5393" fmla="*/ 297371 w 504825"/>
                <a:gd name="connsiteY5393" fmla="*/ 707326 h 885825"/>
                <a:gd name="connsiteX5394" fmla="*/ 293275 w 504825"/>
                <a:gd name="connsiteY5394" fmla="*/ 708184 h 885825"/>
                <a:gd name="connsiteX5395" fmla="*/ 292322 w 504825"/>
                <a:gd name="connsiteY5395" fmla="*/ 708660 h 885825"/>
                <a:gd name="connsiteX5396" fmla="*/ 291941 w 504825"/>
                <a:gd name="connsiteY5396" fmla="*/ 708279 h 885825"/>
                <a:gd name="connsiteX5397" fmla="*/ 291560 w 504825"/>
                <a:gd name="connsiteY5397" fmla="*/ 708279 h 885825"/>
                <a:gd name="connsiteX5398" fmla="*/ 291179 w 504825"/>
                <a:gd name="connsiteY5398" fmla="*/ 708565 h 885825"/>
                <a:gd name="connsiteX5399" fmla="*/ 290989 w 504825"/>
                <a:gd name="connsiteY5399" fmla="*/ 709041 h 885825"/>
                <a:gd name="connsiteX5400" fmla="*/ 290131 w 504825"/>
                <a:gd name="connsiteY5400" fmla="*/ 708565 h 885825"/>
                <a:gd name="connsiteX5401" fmla="*/ 288798 w 504825"/>
                <a:gd name="connsiteY5401" fmla="*/ 708851 h 885825"/>
                <a:gd name="connsiteX5402" fmla="*/ 284702 w 504825"/>
                <a:gd name="connsiteY5402" fmla="*/ 710184 h 885825"/>
                <a:gd name="connsiteX5403" fmla="*/ 282702 w 504825"/>
                <a:gd name="connsiteY5403" fmla="*/ 711327 h 885825"/>
                <a:gd name="connsiteX5404" fmla="*/ 281083 w 504825"/>
                <a:gd name="connsiteY5404" fmla="*/ 711803 h 885825"/>
                <a:gd name="connsiteX5405" fmla="*/ 279559 w 504825"/>
                <a:gd name="connsiteY5405" fmla="*/ 712851 h 885825"/>
                <a:gd name="connsiteX5406" fmla="*/ 278987 w 504825"/>
                <a:gd name="connsiteY5406" fmla="*/ 713327 h 885825"/>
                <a:gd name="connsiteX5407" fmla="*/ 278321 w 504825"/>
                <a:gd name="connsiteY5407" fmla="*/ 714089 h 885825"/>
                <a:gd name="connsiteX5408" fmla="*/ 276987 w 504825"/>
                <a:gd name="connsiteY5408" fmla="*/ 716470 h 885825"/>
                <a:gd name="connsiteX5409" fmla="*/ 272510 w 504825"/>
                <a:gd name="connsiteY5409" fmla="*/ 722090 h 885825"/>
                <a:gd name="connsiteX5410" fmla="*/ 271272 w 504825"/>
                <a:gd name="connsiteY5410" fmla="*/ 724472 h 885825"/>
                <a:gd name="connsiteX5411" fmla="*/ 270796 w 504825"/>
                <a:gd name="connsiteY5411" fmla="*/ 725805 h 885825"/>
                <a:gd name="connsiteX5412" fmla="*/ 271272 w 504825"/>
                <a:gd name="connsiteY5412" fmla="*/ 726376 h 885825"/>
                <a:gd name="connsiteX5413" fmla="*/ 271939 w 504825"/>
                <a:gd name="connsiteY5413" fmla="*/ 726853 h 885825"/>
                <a:gd name="connsiteX5414" fmla="*/ 272224 w 504825"/>
                <a:gd name="connsiteY5414" fmla="*/ 728091 h 885825"/>
                <a:gd name="connsiteX5415" fmla="*/ 272224 w 504825"/>
                <a:gd name="connsiteY5415" fmla="*/ 730377 h 885825"/>
                <a:gd name="connsiteX5416" fmla="*/ 271653 w 504825"/>
                <a:gd name="connsiteY5416" fmla="*/ 732282 h 885825"/>
                <a:gd name="connsiteX5417" fmla="*/ 271748 w 504825"/>
                <a:gd name="connsiteY5417" fmla="*/ 733234 h 885825"/>
                <a:gd name="connsiteX5418" fmla="*/ 273463 w 504825"/>
                <a:gd name="connsiteY5418" fmla="*/ 733997 h 885825"/>
                <a:gd name="connsiteX5419" fmla="*/ 272986 w 504825"/>
                <a:gd name="connsiteY5419" fmla="*/ 734854 h 885825"/>
                <a:gd name="connsiteX5420" fmla="*/ 272034 w 504825"/>
                <a:gd name="connsiteY5420" fmla="*/ 735711 h 885825"/>
                <a:gd name="connsiteX5421" fmla="*/ 271367 w 504825"/>
                <a:gd name="connsiteY5421" fmla="*/ 736187 h 885825"/>
                <a:gd name="connsiteX5422" fmla="*/ 270415 w 504825"/>
                <a:gd name="connsiteY5422" fmla="*/ 736759 h 885825"/>
                <a:gd name="connsiteX5423" fmla="*/ 269748 w 504825"/>
                <a:gd name="connsiteY5423" fmla="*/ 737235 h 885825"/>
                <a:gd name="connsiteX5424" fmla="*/ 269367 w 504825"/>
                <a:gd name="connsiteY5424" fmla="*/ 737997 h 885825"/>
                <a:gd name="connsiteX5425" fmla="*/ 269272 w 504825"/>
                <a:gd name="connsiteY5425" fmla="*/ 739235 h 885825"/>
                <a:gd name="connsiteX5426" fmla="*/ 269176 w 504825"/>
                <a:gd name="connsiteY5426" fmla="*/ 739711 h 885825"/>
                <a:gd name="connsiteX5427" fmla="*/ 268510 w 504825"/>
                <a:gd name="connsiteY5427" fmla="*/ 740664 h 885825"/>
                <a:gd name="connsiteX5428" fmla="*/ 268224 w 504825"/>
                <a:gd name="connsiteY5428" fmla="*/ 741235 h 885825"/>
                <a:gd name="connsiteX5429" fmla="*/ 268129 w 504825"/>
                <a:gd name="connsiteY5429" fmla="*/ 741807 h 885825"/>
                <a:gd name="connsiteX5430" fmla="*/ 268224 w 504825"/>
                <a:gd name="connsiteY5430" fmla="*/ 743522 h 885825"/>
                <a:gd name="connsiteX5431" fmla="*/ 267557 w 504825"/>
                <a:gd name="connsiteY5431" fmla="*/ 745903 h 885825"/>
                <a:gd name="connsiteX5432" fmla="*/ 267462 w 504825"/>
                <a:gd name="connsiteY5432" fmla="*/ 747236 h 885825"/>
                <a:gd name="connsiteX5433" fmla="*/ 268033 w 504825"/>
                <a:gd name="connsiteY5433" fmla="*/ 747808 h 885825"/>
                <a:gd name="connsiteX5434" fmla="*/ 268510 w 504825"/>
                <a:gd name="connsiteY5434" fmla="*/ 747998 h 885825"/>
                <a:gd name="connsiteX5435" fmla="*/ 268605 w 504825"/>
                <a:gd name="connsiteY5435" fmla="*/ 748379 h 885825"/>
                <a:gd name="connsiteX5436" fmla="*/ 268510 w 504825"/>
                <a:gd name="connsiteY5436" fmla="*/ 748856 h 885825"/>
                <a:gd name="connsiteX5437" fmla="*/ 268319 w 504825"/>
                <a:gd name="connsiteY5437" fmla="*/ 749236 h 885825"/>
                <a:gd name="connsiteX5438" fmla="*/ 267938 w 504825"/>
                <a:gd name="connsiteY5438" fmla="*/ 749522 h 885825"/>
                <a:gd name="connsiteX5439" fmla="*/ 266129 w 504825"/>
                <a:gd name="connsiteY5439" fmla="*/ 750379 h 885825"/>
                <a:gd name="connsiteX5440" fmla="*/ 262318 w 504825"/>
                <a:gd name="connsiteY5440" fmla="*/ 753618 h 885825"/>
                <a:gd name="connsiteX5441" fmla="*/ 260413 w 504825"/>
                <a:gd name="connsiteY5441" fmla="*/ 757714 h 885825"/>
                <a:gd name="connsiteX5442" fmla="*/ 260509 w 504825"/>
                <a:gd name="connsiteY5442" fmla="*/ 762095 h 885825"/>
                <a:gd name="connsiteX5443" fmla="*/ 262509 w 504825"/>
                <a:gd name="connsiteY5443" fmla="*/ 766191 h 885825"/>
                <a:gd name="connsiteX5444" fmla="*/ 263747 w 504825"/>
                <a:gd name="connsiteY5444" fmla="*/ 767334 h 885825"/>
                <a:gd name="connsiteX5445" fmla="*/ 267748 w 504825"/>
                <a:gd name="connsiteY5445" fmla="*/ 769525 h 885825"/>
                <a:gd name="connsiteX5446" fmla="*/ 270319 w 504825"/>
                <a:gd name="connsiteY5446" fmla="*/ 770477 h 885825"/>
                <a:gd name="connsiteX5447" fmla="*/ 270796 w 504825"/>
                <a:gd name="connsiteY5447" fmla="*/ 770573 h 885825"/>
                <a:gd name="connsiteX5448" fmla="*/ 272034 w 504825"/>
                <a:gd name="connsiteY5448" fmla="*/ 770573 h 885825"/>
                <a:gd name="connsiteX5449" fmla="*/ 272320 w 504825"/>
                <a:gd name="connsiteY5449" fmla="*/ 770382 h 885825"/>
                <a:gd name="connsiteX5450" fmla="*/ 272891 w 504825"/>
                <a:gd name="connsiteY5450" fmla="*/ 769620 h 885825"/>
                <a:gd name="connsiteX5451" fmla="*/ 273939 w 504825"/>
                <a:gd name="connsiteY5451" fmla="*/ 768858 h 885825"/>
                <a:gd name="connsiteX5452" fmla="*/ 274606 w 504825"/>
                <a:gd name="connsiteY5452" fmla="*/ 767525 h 885825"/>
                <a:gd name="connsiteX5453" fmla="*/ 276415 w 504825"/>
                <a:gd name="connsiteY5453" fmla="*/ 762762 h 885825"/>
                <a:gd name="connsiteX5454" fmla="*/ 278606 w 504825"/>
                <a:gd name="connsiteY5454" fmla="*/ 759809 h 885825"/>
                <a:gd name="connsiteX5455" fmla="*/ 278892 w 504825"/>
                <a:gd name="connsiteY5455" fmla="*/ 758857 h 885825"/>
                <a:gd name="connsiteX5456" fmla="*/ 278987 w 504825"/>
                <a:gd name="connsiteY5456" fmla="*/ 756380 h 885825"/>
                <a:gd name="connsiteX5457" fmla="*/ 279749 w 504825"/>
                <a:gd name="connsiteY5457" fmla="*/ 751903 h 885825"/>
                <a:gd name="connsiteX5458" fmla="*/ 280511 w 504825"/>
                <a:gd name="connsiteY5458" fmla="*/ 749522 h 885825"/>
                <a:gd name="connsiteX5459" fmla="*/ 281559 w 504825"/>
                <a:gd name="connsiteY5459" fmla="*/ 748093 h 885825"/>
                <a:gd name="connsiteX5460" fmla="*/ 282226 w 504825"/>
                <a:gd name="connsiteY5460" fmla="*/ 747903 h 885825"/>
                <a:gd name="connsiteX5461" fmla="*/ 282797 w 504825"/>
                <a:gd name="connsiteY5461" fmla="*/ 747903 h 885825"/>
                <a:gd name="connsiteX5462" fmla="*/ 283369 w 504825"/>
                <a:gd name="connsiteY5462" fmla="*/ 747903 h 885825"/>
                <a:gd name="connsiteX5463" fmla="*/ 283940 w 504825"/>
                <a:gd name="connsiteY5463" fmla="*/ 747522 h 885825"/>
                <a:gd name="connsiteX5464" fmla="*/ 284893 w 504825"/>
                <a:gd name="connsiteY5464" fmla="*/ 745903 h 885825"/>
                <a:gd name="connsiteX5465" fmla="*/ 285369 w 504825"/>
                <a:gd name="connsiteY5465" fmla="*/ 745331 h 885825"/>
                <a:gd name="connsiteX5466" fmla="*/ 285750 w 504825"/>
                <a:gd name="connsiteY5466" fmla="*/ 744379 h 885825"/>
                <a:gd name="connsiteX5467" fmla="*/ 285179 w 504825"/>
                <a:gd name="connsiteY5467" fmla="*/ 743426 h 885825"/>
                <a:gd name="connsiteX5468" fmla="*/ 284416 w 504825"/>
                <a:gd name="connsiteY5468" fmla="*/ 742378 h 885825"/>
                <a:gd name="connsiteX5469" fmla="*/ 284131 w 504825"/>
                <a:gd name="connsiteY5469" fmla="*/ 741235 h 885825"/>
                <a:gd name="connsiteX5470" fmla="*/ 284797 w 504825"/>
                <a:gd name="connsiteY5470" fmla="*/ 740188 h 885825"/>
                <a:gd name="connsiteX5471" fmla="*/ 287179 w 504825"/>
                <a:gd name="connsiteY5471" fmla="*/ 738759 h 885825"/>
                <a:gd name="connsiteX5472" fmla="*/ 287750 w 504825"/>
                <a:gd name="connsiteY5472" fmla="*/ 738187 h 885825"/>
                <a:gd name="connsiteX5473" fmla="*/ 287941 w 504825"/>
                <a:gd name="connsiteY5473" fmla="*/ 737711 h 885825"/>
                <a:gd name="connsiteX5474" fmla="*/ 288417 w 504825"/>
                <a:gd name="connsiteY5474" fmla="*/ 737044 h 885825"/>
                <a:gd name="connsiteX5475" fmla="*/ 288988 w 504825"/>
                <a:gd name="connsiteY5475" fmla="*/ 736568 h 885825"/>
                <a:gd name="connsiteX5476" fmla="*/ 289560 w 504825"/>
                <a:gd name="connsiteY5476" fmla="*/ 736664 h 885825"/>
                <a:gd name="connsiteX5477" fmla="*/ 289560 w 504825"/>
                <a:gd name="connsiteY5477" fmla="*/ 737044 h 885825"/>
                <a:gd name="connsiteX5478" fmla="*/ 289179 w 504825"/>
                <a:gd name="connsiteY5478" fmla="*/ 738854 h 885825"/>
                <a:gd name="connsiteX5479" fmla="*/ 289750 w 504825"/>
                <a:gd name="connsiteY5479" fmla="*/ 738473 h 885825"/>
                <a:gd name="connsiteX5480" fmla="*/ 290417 w 504825"/>
                <a:gd name="connsiteY5480" fmla="*/ 737711 h 885825"/>
                <a:gd name="connsiteX5481" fmla="*/ 290989 w 504825"/>
                <a:gd name="connsiteY5481" fmla="*/ 736854 h 885825"/>
                <a:gd name="connsiteX5482" fmla="*/ 291370 w 504825"/>
                <a:gd name="connsiteY5482" fmla="*/ 736092 h 885825"/>
                <a:gd name="connsiteX5483" fmla="*/ 291370 w 504825"/>
                <a:gd name="connsiteY5483" fmla="*/ 734759 h 885825"/>
                <a:gd name="connsiteX5484" fmla="*/ 290608 w 504825"/>
                <a:gd name="connsiteY5484" fmla="*/ 734663 h 885825"/>
                <a:gd name="connsiteX5485" fmla="*/ 289560 w 504825"/>
                <a:gd name="connsiteY5485" fmla="*/ 734949 h 885825"/>
                <a:gd name="connsiteX5486" fmla="*/ 288607 w 504825"/>
                <a:gd name="connsiteY5486" fmla="*/ 734759 h 885825"/>
                <a:gd name="connsiteX5487" fmla="*/ 288607 w 504825"/>
                <a:gd name="connsiteY5487" fmla="*/ 734092 h 885825"/>
                <a:gd name="connsiteX5488" fmla="*/ 289179 w 504825"/>
                <a:gd name="connsiteY5488" fmla="*/ 733139 h 885825"/>
                <a:gd name="connsiteX5489" fmla="*/ 291370 w 504825"/>
                <a:gd name="connsiteY5489" fmla="*/ 730091 h 885825"/>
                <a:gd name="connsiteX5490" fmla="*/ 292703 w 504825"/>
                <a:gd name="connsiteY5490" fmla="*/ 728567 h 885825"/>
                <a:gd name="connsiteX5491" fmla="*/ 297180 w 504825"/>
                <a:gd name="connsiteY5491" fmla="*/ 725138 h 885825"/>
                <a:gd name="connsiteX5492" fmla="*/ 298323 w 504825"/>
                <a:gd name="connsiteY5492" fmla="*/ 724472 h 885825"/>
                <a:gd name="connsiteX5493" fmla="*/ 298990 w 504825"/>
                <a:gd name="connsiteY5493" fmla="*/ 724376 h 885825"/>
                <a:gd name="connsiteX5494" fmla="*/ 300038 w 504825"/>
                <a:gd name="connsiteY5494" fmla="*/ 723900 h 885825"/>
                <a:gd name="connsiteX5495" fmla="*/ 300514 w 504825"/>
                <a:gd name="connsiteY5495" fmla="*/ 723805 h 885825"/>
                <a:gd name="connsiteX5496" fmla="*/ 302895 w 504825"/>
                <a:gd name="connsiteY5496" fmla="*/ 723805 h 885825"/>
                <a:gd name="connsiteX5497" fmla="*/ 303466 w 504825"/>
                <a:gd name="connsiteY5497" fmla="*/ 724186 h 885825"/>
                <a:gd name="connsiteX5498" fmla="*/ 304324 w 504825"/>
                <a:gd name="connsiteY5498" fmla="*/ 725234 h 885825"/>
                <a:gd name="connsiteX5499" fmla="*/ 304800 w 504825"/>
                <a:gd name="connsiteY5499" fmla="*/ 725615 h 885825"/>
                <a:gd name="connsiteX5500" fmla="*/ 306991 w 504825"/>
                <a:gd name="connsiteY5500" fmla="*/ 725329 h 885825"/>
                <a:gd name="connsiteX5501" fmla="*/ 308229 w 504825"/>
                <a:gd name="connsiteY5501" fmla="*/ 725424 h 885825"/>
                <a:gd name="connsiteX5502" fmla="*/ 308800 w 504825"/>
                <a:gd name="connsiteY5502" fmla="*/ 726186 h 885825"/>
                <a:gd name="connsiteX5503" fmla="*/ 308705 w 504825"/>
                <a:gd name="connsiteY5503" fmla="*/ 727139 h 885825"/>
                <a:gd name="connsiteX5504" fmla="*/ 308419 w 504825"/>
                <a:gd name="connsiteY5504" fmla="*/ 728282 h 885825"/>
                <a:gd name="connsiteX5505" fmla="*/ 308038 w 504825"/>
                <a:gd name="connsiteY5505" fmla="*/ 729329 h 885825"/>
                <a:gd name="connsiteX5506" fmla="*/ 307657 w 504825"/>
                <a:gd name="connsiteY5506" fmla="*/ 729996 h 885825"/>
                <a:gd name="connsiteX5507" fmla="*/ 308038 w 504825"/>
                <a:gd name="connsiteY5507" fmla="*/ 730853 h 885825"/>
                <a:gd name="connsiteX5508" fmla="*/ 308419 w 504825"/>
                <a:gd name="connsiteY5508" fmla="*/ 734092 h 885825"/>
                <a:gd name="connsiteX5509" fmla="*/ 308705 w 504825"/>
                <a:gd name="connsiteY5509" fmla="*/ 734949 h 885825"/>
                <a:gd name="connsiteX5510" fmla="*/ 309277 w 504825"/>
                <a:gd name="connsiteY5510" fmla="*/ 735616 h 885825"/>
                <a:gd name="connsiteX5511" fmla="*/ 309658 w 504825"/>
                <a:gd name="connsiteY5511" fmla="*/ 736378 h 885825"/>
                <a:gd name="connsiteX5512" fmla="*/ 309563 w 504825"/>
                <a:gd name="connsiteY5512" fmla="*/ 737521 h 885825"/>
                <a:gd name="connsiteX5513" fmla="*/ 308515 w 504825"/>
                <a:gd name="connsiteY5513" fmla="*/ 737044 h 885825"/>
                <a:gd name="connsiteX5514" fmla="*/ 307848 w 504825"/>
                <a:gd name="connsiteY5514" fmla="*/ 737140 h 885825"/>
                <a:gd name="connsiteX5515" fmla="*/ 307562 w 504825"/>
                <a:gd name="connsiteY5515" fmla="*/ 737807 h 885825"/>
                <a:gd name="connsiteX5516" fmla="*/ 307657 w 504825"/>
                <a:gd name="connsiteY5516" fmla="*/ 739045 h 885825"/>
                <a:gd name="connsiteX5517" fmla="*/ 307562 w 504825"/>
                <a:gd name="connsiteY5517" fmla="*/ 739045 h 885825"/>
                <a:gd name="connsiteX5518" fmla="*/ 307372 w 504825"/>
                <a:gd name="connsiteY5518" fmla="*/ 739235 h 885825"/>
                <a:gd name="connsiteX5519" fmla="*/ 307276 w 504825"/>
                <a:gd name="connsiteY5519" fmla="*/ 739521 h 885825"/>
                <a:gd name="connsiteX5520" fmla="*/ 307372 w 504825"/>
                <a:gd name="connsiteY5520" fmla="*/ 739807 h 885825"/>
                <a:gd name="connsiteX5521" fmla="*/ 307562 w 504825"/>
                <a:gd name="connsiteY5521" fmla="*/ 739902 h 885825"/>
                <a:gd name="connsiteX5522" fmla="*/ 307848 w 504825"/>
                <a:gd name="connsiteY5522" fmla="*/ 739902 h 885825"/>
                <a:gd name="connsiteX5523" fmla="*/ 308038 w 504825"/>
                <a:gd name="connsiteY5523" fmla="*/ 739807 h 885825"/>
                <a:gd name="connsiteX5524" fmla="*/ 308134 w 504825"/>
                <a:gd name="connsiteY5524" fmla="*/ 739711 h 885825"/>
                <a:gd name="connsiteX5525" fmla="*/ 308324 w 504825"/>
                <a:gd name="connsiteY5525" fmla="*/ 739711 h 885825"/>
                <a:gd name="connsiteX5526" fmla="*/ 308705 w 504825"/>
                <a:gd name="connsiteY5526" fmla="*/ 739902 h 885825"/>
                <a:gd name="connsiteX5527" fmla="*/ 308896 w 504825"/>
                <a:gd name="connsiteY5527" fmla="*/ 740378 h 885825"/>
                <a:gd name="connsiteX5528" fmla="*/ 308610 w 504825"/>
                <a:gd name="connsiteY5528" fmla="*/ 741045 h 885825"/>
                <a:gd name="connsiteX5529" fmla="*/ 309372 w 504825"/>
                <a:gd name="connsiteY5529" fmla="*/ 741331 h 885825"/>
                <a:gd name="connsiteX5530" fmla="*/ 310134 w 504825"/>
                <a:gd name="connsiteY5530" fmla="*/ 741426 h 885825"/>
                <a:gd name="connsiteX5531" fmla="*/ 310896 w 504825"/>
                <a:gd name="connsiteY5531" fmla="*/ 741331 h 885825"/>
                <a:gd name="connsiteX5532" fmla="*/ 311467 w 504825"/>
                <a:gd name="connsiteY5532" fmla="*/ 741140 h 885825"/>
                <a:gd name="connsiteX5533" fmla="*/ 312230 w 504825"/>
                <a:gd name="connsiteY5533" fmla="*/ 740569 h 885825"/>
                <a:gd name="connsiteX5534" fmla="*/ 312325 w 504825"/>
                <a:gd name="connsiteY5534" fmla="*/ 740188 h 885825"/>
                <a:gd name="connsiteX5535" fmla="*/ 312230 w 504825"/>
                <a:gd name="connsiteY5535" fmla="*/ 739711 h 885825"/>
                <a:gd name="connsiteX5536" fmla="*/ 312230 w 504825"/>
                <a:gd name="connsiteY5536" fmla="*/ 738950 h 885825"/>
                <a:gd name="connsiteX5537" fmla="*/ 312515 w 504825"/>
                <a:gd name="connsiteY5537" fmla="*/ 738378 h 885825"/>
                <a:gd name="connsiteX5538" fmla="*/ 313087 w 504825"/>
                <a:gd name="connsiteY5538" fmla="*/ 737616 h 885825"/>
                <a:gd name="connsiteX5539" fmla="*/ 313754 w 504825"/>
                <a:gd name="connsiteY5539" fmla="*/ 736949 h 885825"/>
                <a:gd name="connsiteX5540" fmla="*/ 314420 w 504825"/>
                <a:gd name="connsiteY5540" fmla="*/ 736759 h 885825"/>
                <a:gd name="connsiteX5541" fmla="*/ 314896 w 504825"/>
                <a:gd name="connsiteY5541" fmla="*/ 737235 h 885825"/>
                <a:gd name="connsiteX5542" fmla="*/ 315658 w 504825"/>
                <a:gd name="connsiteY5542" fmla="*/ 739235 h 885825"/>
                <a:gd name="connsiteX5543" fmla="*/ 316135 w 504825"/>
                <a:gd name="connsiteY5543" fmla="*/ 739997 h 885825"/>
                <a:gd name="connsiteX5544" fmla="*/ 317373 w 504825"/>
                <a:gd name="connsiteY5544" fmla="*/ 740283 h 885825"/>
                <a:gd name="connsiteX5545" fmla="*/ 317468 w 504825"/>
                <a:gd name="connsiteY5545" fmla="*/ 740378 h 885825"/>
                <a:gd name="connsiteX5546" fmla="*/ 317944 w 504825"/>
                <a:gd name="connsiteY5546" fmla="*/ 740569 h 885825"/>
                <a:gd name="connsiteX5547" fmla="*/ 318230 w 504825"/>
                <a:gd name="connsiteY5547" fmla="*/ 740854 h 885825"/>
                <a:gd name="connsiteX5548" fmla="*/ 318516 w 504825"/>
                <a:gd name="connsiteY5548" fmla="*/ 741045 h 885825"/>
                <a:gd name="connsiteX5549" fmla="*/ 319088 w 504825"/>
                <a:gd name="connsiteY5549" fmla="*/ 740759 h 885825"/>
                <a:gd name="connsiteX5550" fmla="*/ 319373 w 504825"/>
                <a:gd name="connsiteY5550" fmla="*/ 740188 h 885825"/>
                <a:gd name="connsiteX5551" fmla="*/ 319278 w 504825"/>
                <a:gd name="connsiteY5551" fmla="*/ 738568 h 885825"/>
                <a:gd name="connsiteX5552" fmla="*/ 319373 w 504825"/>
                <a:gd name="connsiteY5552" fmla="*/ 737807 h 885825"/>
                <a:gd name="connsiteX5553" fmla="*/ 319754 w 504825"/>
                <a:gd name="connsiteY5553" fmla="*/ 737044 h 885825"/>
                <a:gd name="connsiteX5554" fmla="*/ 320611 w 504825"/>
                <a:gd name="connsiteY5554" fmla="*/ 735901 h 885825"/>
                <a:gd name="connsiteX5555" fmla="*/ 320897 w 504825"/>
                <a:gd name="connsiteY5555" fmla="*/ 734949 h 885825"/>
                <a:gd name="connsiteX5556" fmla="*/ 320897 w 504825"/>
                <a:gd name="connsiteY5556" fmla="*/ 734473 h 885825"/>
                <a:gd name="connsiteX5557" fmla="*/ 320802 w 504825"/>
                <a:gd name="connsiteY5557" fmla="*/ 734282 h 885825"/>
                <a:gd name="connsiteX5558" fmla="*/ 320611 w 504825"/>
                <a:gd name="connsiteY5558" fmla="*/ 734092 h 885825"/>
                <a:gd name="connsiteX5559" fmla="*/ 320516 w 504825"/>
                <a:gd name="connsiteY5559" fmla="*/ 733711 h 885825"/>
                <a:gd name="connsiteX5560" fmla="*/ 320707 w 504825"/>
                <a:gd name="connsiteY5560" fmla="*/ 733520 h 885825"/>
                <a:gd name="connsiteX5561" fmla="*/ 321373 w 504825"/>
                <a:gd name="connsiteY5561" fmla="*/ 733044 h 885825"/>
                <a:gd name="connsiteX5562" fmla="*/ 321564 w 504825"/>
                <a:gd name="connsiteY5562" fmla="*/ 732853 h 885825"/>
                <a:gd name="connsiteX5563" fmla="*/ 321564 w 504825"/>
                <a:gd name="connsiteY5563" fmla="*/ 732187 h 885825"/>
                <a:gd name="connsiteX5564" fmla="*/ 321373 w 504825"/>
                <a:gd name="connsiteY5564" fmla="*/ 731615 h 885825"/>
                <a:gd name="connsiteX5565" fmla="*/ 321278 w 504825"/>
                <a:gd name="connsiteY5565" fmla="*/ 731044 h 885825"/>
                <a:gd name="connsiteX5566" fmla="*/ 321659 w 504825"/>
                <a:gd name="connsiteY5566" fmla="*/ 730377 h 885825"/>
                <a:gd name="connsiteX5567" fmla="*/ 323088 w 504825"/>
                <a:gd name="connsiteY5567" fmla="*/ 728948 h 885825"/>
                <a:gd name="connsiteX5568" fmla="*/ 323755 w 504825"/>
                <a:gd name="connsiteY5568" fmla="*/ 727901 h 885825"/>
                <a:gd name="connsiteX5569" fmla="*/ 324326 w 504825"/>
                <a:gd name="connsiteY5569" fmla="*/ 726948 h 885825"/>
                <a:gd name="connsiteX5570" fmla="*/ 324898 w 504825"/>
                <a:gd name="connsiteY5570" fmla="*/ 726472 h 885825"/>
                <a:gd name="connsiteX5571" fmla="*/ 325469 w 504825"/>
                <a:gd name="connsiteY5571" fmla="*/ 726948 h 885825"/>
                <a:gd name="connsiteX5572" fmla="*/ 325660 w 504825"/>
                <a:gd name="connsiteY5572" fmla="*/ 727901 h 885825"/>
                <a:gd name="connsiteX5573" fmla="*/ 325755 w 504825"/>
                <a:gd name="connsiteY5573" fmla="*/ 729329 h 885825"/>
                <a:gd name="connsiteX5574" fmla="*/ 326041 w 504825"/>
                <a:gd name="connsiteY5574" fmla="*/ 730663 h 885825"/>
                <a:gd name="connsiteX5575" fmla="*/ 326707 w 504825"/>
                <a:gd name="connsiteY5575" fmla="*/ 731234 h 885825"/>
                <a:gd name="connsiteX5576" fmla="*/ 327850 w 504825"/>
                <a:gd name="connsiteY5576" fmla="*/ 731615 h 885825"/>
                <a:gd name="connsiteX5577" fmla="*/ 328422 w 504825"/>
                <a:gd name="connsiteY5577" fmla="*/ 732473 h 885825"/>
                <a:gd name="connsiteX5578" fmla="*/ 328422 w 504825"/>
                <a:gd name="connsiteY5578" fmla="*/ 733520 h 885825"/>
                <a:gd name="connsiteX5579" fmla="*/ 327850 w 504825"/>
                <a:gd name="connsiteY5579" fmla="*/ 734377 h 885825"/>
                <a:gd name="connsiteX5580" fmla="*/ 326898 w 504825"/>
                <a:gd name="connsiteY5580" fmla="*/ 734759 h 885825"/>
                <a:gd name="connsiteX5581" fmla="*/ 325946 w 504825"/>
                <a:gd name="connsiteY5581" fmla="*/ 734854 h 885825"/>
                <a:gd name="connsiteX5582" fmla="*/ 325183 w 504825"/>
                <a:gd name="connsiteY5582" fmla="*/ 735235 h 885825"/>
                <a:gd name="connsiteX5583" fmla="*/ 324898 w 504825"/>
                <a:gd name="connsiteY5583" fmla="*/ 736378 h 885825"/>
                <a:gd name="connsiteX5584" fmla="*/ 325183 w 504825"/>
                <a:gd name="connsiteY5584" fmla="*/ 737426 h 885825"/>
                <a:gd name="connsiteX5585" fmla="*/ 325850 w 504825"/>
                <a:gd name="connsiteY5585" fmla="*/ 738378 h 885825"/>
                <a:gd name="connsiteX5586" fmla="*/ 327469 w 504825"/>
                <a:gd name="connsiteY5586" fmla="*/ 739807 h 885825"/>
                <a:gd name="connsiteX5587" fmla="*/ 328136 w 504825"/>
                <a:gd name="connsiteY5587" fmla="*/ 740093 h 885825"/>
                <a:gd name="connsiteX5588" fmla="*/ 328993 w 504825"/>
                <a:gd name="connsiteY5588" fmla="*/ 739997 h 885825"/>
                <a:gd name="connsiteX5589" fmla="*/ 329660 w 504825"/>
                <a:gd name="connsiteY5589" fmla="*/ 739616 h 885825"/>
                <a:gd name="connsiteX5590" fmla="*/ 329946 w 504825"/>
                <a:gd name="connsiteY5590" fmla="*/ 738854 h 885825"/>
                <a:gd name="connsiteX5591" fmla="*/ 330327 w 504825"/>
                <a:gd name="connsiteY5591" fmla="*/ 738187 h 885825"/>
                <a:gd name="connsiteX5592" fmla="*/ 331280 w 504825"/>
                <a:gd name="connsiteY5592" fmla="*/ 737711 h 885825"/>
                <a:gd name="connsiteX5593" fmla="*/ 332327 w 504825"/>
                <a:gd name="connsiteY5593" fmla="*/ 737616 h 885825"/>
                <a:gd name="connsiteX5594" fmla="*/ 333184 w 504825"/>
                <a:gd name="connsiteY5594" fmla="*/ 737902 h 885825"/>
                <a:gd name="connsiteX5595" fmla="*/ 333375 w 504825"/>
                <a:gd name="connsiteY5595" fmla="*/ 738283 h 885825"/>
                <a:gd name="connsiteX5596" fmla="*/ 333470 w 504825"/>
                <a:gd name="connsiteY5596" fmla="*/ 738759 h 885825"/>
                <a:gd name="connsiteX5597" fmla="*/ 333470 w 504825"/>
                <a:gd name="connsiteY5597" fmla="*/ 739902 h 885825"/>
                <a:gd name="connsiteX5598" fmla="*/ 333661 w 504825"/>
                <a:gd name="connsiteY5598" fmla="*/ 740188 h 885825"/>
                <a:gd name="connsiteX5599" fmla="*/ 334423 w 504825"/>
                <a:gd name="connsiteY5599" fmla="*/ 740759 h 885825"/>
                <a:gd name="connsiteX5600" fmla="*/ 334899 w 504825"/>
                <a:gd name="connsiteY5600" fmla="*/ 741617 h 885825"/>
                <a:gd name="connsiteX5601" fmla="*/ 336423 w 504825"/>
                <a:gd name="connsiteY5601" fmla="*/ 743236 h 885825"/>
                <a:gd name="connsiteX5602" fmla="*/ 337185 w 504825"/>
                <a:gd name="connsiteY5602" fmla="*/ 743807 h 885825"/>
                <a:gd name="connsiteX5603" fmla="*/ 338899 w 504825"/>
                <a:gd name="connsiteY5603" fmla="*/ 744569 h 885825"/>
                <a:gd name="connsiteX5604" fmla="*/ 340519 w 504825"/>
                <a:gd name="connsiteY5604" fmla="*/ 745808 h 885825"/>
                <a:gd name="connsiteX5605" fmla="*/ 341090 w 504825"/>
                <a:gd name="connsiteY5605" fmla="*/ 745998 h 885825"/>
                <a:gd name="connsiteX5606" fmla="*/ 341662 w 504825"/>
                <a:gd name="connsiteY5606" fmla="*/ 745808 h 885825"/>
                <a:gd name="connsiteX5607" fmla="*/ 342233 w 504825"/>
                <a:gd name="connsiteY5607" fmla="*/ 745045 h 885825"/>
                <a:gd name="connsiteX5608" fmla="*/ 342614 w 504825"/>
                <a:gd name="connsiteY5608" fmla="*/ 743998 h 885825"/>
                <a:gd name="connsiteX5609" fmla="*/ 342614 w 504825"/>
                <a:gd name="connsiteY5609" fmla="*/ 742759 h 885825"/>
                <a:gd name="connsiteX5610" fmla="*/ 342233 w 504825"/>
                <a:gd name="connsiteY5610" fmla="*/ 741617 h 885825"/>
                <a:gd name="connsiteX5611" fmla="*/ 341376 w 504825"/>
                <a:gd name="connsiteY5611" fmla="*/ 740759 h 885825"/>
                <a:gd name="connsiteX5612" fmla="*/ 340423 w 504825"/>
                <a:gd name="connsiteY5612" fmla="*/ 740188 h 885825"/>
                <a:gd name="connsiteX5613" fmla="*/ 339661 w 504825"/>
                <a:gd name="connsiteY5613" fmla="*/ 739521 h 885825"/>
                <a:gd name="connsiteX5614" fmla="*/ 339280 w 504825"/>
                <a:gd name="connsiteY5614" fmla="*/ 738187 h 885825"/>
                <a:gd name="connsiteX5615" fmla="*/ 338804 w 504825"/>
                <a:gd name="connsiteY5615" fmla="*/ 737330 h 885825"/>
                <a:gd name="connsiteX5616" fmla="*/ 337756 w 504825"/>
                <a:gd name="connsiteY5616" fmla="*/ 736283 h 885825"/>
                <a:gd name="connsiteX5617" fmla="*/ 337090 w 504825"/>
                <a:gd name="connsiteY5617" fmla="*/ 735235 h 885825"/>
                <a:gd name="connsiteX5618" fmla="*/ 337566 w 504825"/>
                <a:gd name="connsiteY5618" fmla="*/ 734377 h 885825"/>
                <a:gd name="connsiteX5619" fmla="*/ 338042 w 504825"/>
                <a:gd name="connsiteY5619" fmla="*/ 734377 h 885825"/>
                <a:gd name="connsiteX5620" fmla="*/ 339185 w 504825"/>
                <a:gd name="connsiteY5620" fmla="*/ 735044 h 885825"/>
                <a:gd name="connsiteX5621" fmla="*/ 339376 w 504825"/>
                <a:gd name="connsiteY5621" fmla="*/ 734854 h 885825"/>
                <a:gd name="connsiteX5622" fmla="*/ 339280 w 504825"/>
                <a:gd name="connsiteY5622" fmla="*/ 733711 h 885825"/>
                <a:gd name="connsiteX5623" fmla="*/ 339376 w 504825"/>
                <a:gd name="connsiteY5623" fmla="*/ 733139 h 885825"/>
                <a:gd name="connsiteX5624" fmla="*/ 339566 w 504825"/>
                <a:gd name="connsiteY5624" fmla="*/ 732758 h 885825"/>
                <a:gd name="connsiteX5625" fmla="*/ 340042 w 504825"/>
                <a:gd name="connsiteY5625" fmla="*/ 732568 h 885825"/>
                <a:gd name="connsiteX5626" fmla="*/ 341947 w 504825"/>
                <a:gd name="connsiteY5626" fmla="*/ 732187 h 885825"/>
                <a:gd name="connsiteX5627" fmla="*/ 342519 w 504825"/>
                <a:gd name="connsiteY5627" fmla="*/ 731901 h 885825"/>
                <a:gd name="connsiteX5628" fmla="*/ 343090 w 504825"/>
                <a:gd name="connsiteY5628" fmla="*/ 731520 h 885825"/>
                <a:gd name="connsiteX5629" fmla="*/ 343662 w 504825"/>
                <a:gd name="connsiteY5629" fmla="*/ 731044 h 885825"/>
                <a:gd name="connsiteX5630" fmla="*/ 344138 w 504825"/>
                <a:gd name="connsiteY5630" fmla="*/ 730472 h 885825"/>
                <a:gd name="connsiteX5631" fmla="*/ 344805 w 504825"/>
                <a:gd name="connsiteY5631" fmla="*/ 728091 h 885825"/>
                <a:gd name="connsiteX5632" fmla="*/ 343662 w 504825"/>
                <a:gd name="connsiteY5632" fmla="*/ 726472 h 885825"/>
                <a:gd name="connsiteX5633" fmla="*/ 342233 w 504825"/>
                <a:gd name="connsiteY5633" fmla="*/ 725043 h 885825"/>
                <a:gd name="connsiteX5634" fmla="*/ 342043 w 504825"/>
                <a:gd name="connsiteY5634" fmla="*/ 723233 h 885825"/>
                <a:gd name="connsiteX5635" fmla="*/ 342709 w 504825"/>
                <a:gd name="connsiteY5635" fmla="*/ 722662 h 885825"/>
                <a:gd name="connsiteX5636" fmla="*/ 343948 w 504825"/>
                <a:gd name="connsiteY5636" fmla="*/ 722090 h 885825"/>
                <a:gd name="connsiteX5637" fmla="*/ 345281 w 504825"/>
                <a:gd name="connsiteY5637" fmla="*/ 721614 h 885825"/>
                <a:gd name="connsiteX5638" fmla="*/ 346234 w 504825"/>
                <a:gd name="connsiteY5638" fmla="*/ 721424 h 885825"/>
                <a:gd name="connsiteX5639" fmla="*/ 349567 w 504825"/>
                <a:gd name="connsiteY5639" fmla="*/ 721233 h 885825"/>
                <a:gd name="connsiteX5640" fmla="*/ 350710 w 504825"/>
                <a:gd name="connsiteY5640" fmla="*/ 721424 h 885825"/>
                <a:gd name="connsiteX5641" fmla="*/ 350996 w 504825"/>
                <a:gd name="connsiteY5641" fmla="*/ 721519 h 885825"/>
                <a:gd name="connsiteX5642" fmla="*/ 353282 w 504825"/>
                <a:gd name="connsiteY5642" fmla="*/ 722376 h 885825"/>
                <a:gd name="connsiteX5643" fmla="*/ 354521 w 504825"/>
                <a:gd name="connsiteY5643" fmla="*/ 722471 h 885825"/>
                <a:gd name="connsiteX5644" fmla="*/ 355759 w 504825"/>
                <a:gd name="connsiteY5644" fmla="*/ 722757 h 885825"/>
                <a:gd name="connsiteX5645" fmla="*/ 356806 w 504825"/>
                <a:gd name="connsiteY5645" fmla="*/ 723519 h 885825"/>
                <a:gd name="connsiteX5646" fmla="*/ 359664 w 504825"/>
                <a:gd name="connsiteY5646" fmla="*/ 727329 h 885825"/>
                <a:gd name="connsiteX5647" fmla="*/ 360521 w 504825"/>
                <a:gd name="connsiteY5647" fmla="*/ 727996 h 885825"/>
                <a:gd name="connsiteX5648" fmla="*/ 361759 w 504825"/>
                <a:gd name="connsiteY5648" fmla="*/ 728282 h 885825"/>
                <a:gd name="connsiteX5649" fmla="*/ 364046 w 504825"/>
                <a:gd name="connsiteY5649" fmla="*/ 728377 h 885825"/>
                <a:gd name="connsiteX5650" fmla="*/ 364141 w 504825"/>
                <a:gd name="connsiteY5650" fmla="*/ 728377 h 885825"/>
                <a:gd name="connsiteX5651" fmla="*/ 365379 w 504825"/>
                <a:gd name="connsiteY5651" fmla="*/ 728567 h 885825"/>
                <a:gd name="connsiteX5652" fmla="*/ 366331 w 504825"/>
                <a:gd name="connsiteY5652" fmla="*/ 728948 h 885825"/>
                <a:gd name="connsiteX5653" fmla="*/ 366713 w 504825"/>
                <a:gd name="connsiteY5653" fmla="*/ 728567 h 885825"/>
                <a:gd name="connsiteX5654" fmla="*/ 369284 w 504825"/>
                <a:gd name="connsiteY5654" fmla="*/ 729901 h 885825"/>
                <a:gd name="connsiteX5655" fmla="*/ 372142 w 504825"/>
                <a:gd name="connsiteY5655" fmla="*/ 731996 h 885825"/>
                <a:gd name="connsiteX5656" fmla="*/ 372523 w 504825"/>
                <a:gd name="connsiteY5656" fmla="*/ 731996 h 885825"/>
                <a:gd name="connsiteX5657" fmla="*/ 374904 w 504825"/>
                <a:gd name="connsiteY5657" fmla="*/ 733616 h 885825"/>
                <a:gd name="connsiteX5658" fmla="*/ 376523 w 504825"/>
                <a:gd name="connsiteY5658" fmla="*/ 735806 h 885825"/>
                <a:gd name="connsiteX5659" fmla="*/ 379000 w 504825"/>
                <a:gd name="connsiteY5659" fmla="*/ 741045 h 885825"/>
                <a:gd name="connsiteX5660" fmla="*/ 379571 w 504825"/>
                <a:gd name="connsiteY5660" fmla="*/ 741902 h 885825"/>
                <a:gd name="connsiteX5661" fmla="*/ 380047 w 504825"/>
                <a:gd name="connsiteY5661" fmla="*/ 742188 h 885825"/>
                <a:gd name="connsiteX5662" fmla="*/ 380238 w 504825"/>
                <a:gd name="connsiteY5662" fmla="*/ 742569 h 885825"/>
                <a:gd name="connsiteX5663" fmla="*/ 380714 w 504825"/>
                <a:gd name="connsiteY5663" fmla="*/ 743426 h 885825"/>
                <a:gd name="connsiteX5664" fmla="*/ 381286 w 504825"/>
                <a:gd name="connsiteY5664" fmla="*/ 743712 h 885825"/>
                <a:gd name="connsiteX5665" fmla="*/ 382905 w 504825"/>
                <a:gd name="connsiteY5665" fmla="*/ 743426 h 885825"/>
                <a:gd name="connsiteX5666" fmla="*/ 383572 w 504825"/>
                <a:gd name="connsiteY5666" fmla="*/ 743522 h 885825"/>
                <a:gd name="connsiteX5667" fmla="*/ 384334 w 504825"/>
                <a:gd name="connsiteY5667" fmla="*/ 744093 h 885825"/>
                <a:gd name="connsiteX5668" fmla="*/ 383191 w 504825"/>
                <a:gd name="connsiteY5668" fmla="*/ 746093 h 885825"/>
                <a:gd name="connsiteX5669" fmla="*/ 382905 w 504825"/>
                <a:gd name="connsiteY5669" fmla="*/ 747141 h 885825"/>
                <a:gd name="connsiteX5670" fmla="*/ 382810 w 504825"/>
                <a:gd name="connsiteY5670" fmla="*/ 748475 h 885825"/>
                <a:gd name="connsiteX5671" fmla="*/ 382905 w 504825"/>
                <a:gd name="connsiteY5671" fmla="*/ 750189 h 885825"/>
                <a:gd name="connsiteX5672" fmla="*/ 382810 w 504825"/>
                <a:gd name="connsiteY5672" fmla="*/ 750665 h 885825"/>
                <a:gd name="connsiteX5673" fmla="*/ 382429 w 504825"/>
                <a:gd name="connsiteY5673" fmla="*/ 751142 h 885825"/>
                <a:gd name="connsiteX5674" fmla="*/ 381476 w 504825"/>
                <a:gd name="connsiteY5674" fmla="*/ 751999 h 885825"/>
                <a:gd name="connsiteX5675" fmla="*/ 380905 w 504825"/>
                <a:gd name="connsiteY5675" fmla="*/ 753427 h 885825"/>
                <a:gd name="connsiteX5676" fmla="*/ 380047 w 504825"/>
                <a:gd name="connsiteY5676" fmla="*/ 754380 h 885825"/>
                <a:gd name="connsiteX5677" fmla="*/ 378047 w 504825"/>
                <a:gd name="connsiteY5677" fmla="*/ 755999 h 885825"/>
                <a:gd name="connsiteX5678" fmla="*/ 376047 w 504825"/>
                <a:gd name="connsiteY5678" fmla="*/ 757333 h 885825"/>
                <a:gd name="connsiteX5679" fmla="*/ 374809 w 504825"/>
                <a:gd name="connsiteY5679" fmla="*/ 757904 h 885825"/>
                <a:gd name="connsiteX5680" fmla="*/ 373856 w 504825"/>
                <a:gd name="connsiteY5680" fmla="*/ 758190 h 885825"/>
                <a:gd name="connsiteX5681" fmla="*/ 372713 w 504825"/>
                <a:gd name="connsiteY5681" fmla="*/ 759333 h 885825"/>
                <a:gd name="connsiteX5682" fmla="*/ 370522 w 504825"/>
                <a:gd name="connsiteY5682" fmla="*/ 764572 h 885825"/>
                <a:gd name="connsiteX5683" fmla="*/ 369760 w 504825"/>
                <a:gd name="connsiteY5683" fmla="*/ 767239 h 885825"/>
                <a:gd name="connsiteX5684" fmla="*/ 369665 w 504825"/>
                <a:gd name="connsiteY5684" fmla="*/ 772859 h 885825"/>
                <a:gd name="connsiteX5685" fmla="*/ 369570 w 504825"/>
                <a:gd name="connsiteY5685" fmla="*/ 773335 h 885825"/>
                <a:gd name="connsiteX5686" fmla="*/ 369284 w 504825"/>
                <a:gd name="connsiteY5686" fmla="*/ 774287 h 885825"/>
                <a:gd name="connsiteX5687" fmla="*/ 369284 w 504825"/>
                <a:gd name="connsiteY5687" fmla="*/ 774859 h 885825"/>
                <a:gd name="connsiteX5688" fmla="*/ 369475 w 504825"/>
                <a:gd name="connsiteY5688" fmla="*/ 775335 h 885825"/>
                <a:gd name="connsiteX5689" fmla="*/ 369760 w 504825"/>
                <a:gd name="connsiteY5689" fmla="*/ 775811 h 885825"/>
                <a:gd name="connsiteX5690" fmla="*/ 370141 w 504825"/>
                <a:gd name="connsiteY5690" fmla="*/ 776192 h 885825"/>
                <a:gd name="connsiteX5691" fmla="*/ 370522 w 504825"/>
                <a:gd name="connsiteY5691" fmla="*/ 776383 h 885825"/>
                <a:gd name="connsiteX5692" fmla="*/ 370713 w 504825"/>
                <a:gd name="connsiteY5692" fmla="*/ 776478 h 885825"/>
                <a:gd name="connsiteX5693" fmla="*/ 370808 w 504825"/>
                <a:gd name="connsiteY5693" fmla="*/ 776668 h 885825"/>
                <a:gd name="connsiteX5694" fmla="*/ 370999 w 504825"/>
                <a:gd name="connsiteY5694" fmla="*/ 776764 h 885825"/>
                <a:gd name="connsiteX5695" fmla="*/ 371284 w 504825"/>
                <a:gd name="connsiteY5695" fmla="*/ 776573 h 885825"/>
                <a:gd name="connsiteX5696" fmla="*/ 371856 w 504825"/>
                <a:gd name="connsiteY5696" fmla="*/ 775716 h 885825"/>
                <a:gd name="connsiteX5697" fmla="*/ 371951 w 504825"/>
                <a:gd name="connsiteY5697" fmla="*/ 775621 h 885825"/>
                <a:gd name="connsiteX5698" fmla="*/ 372999 w 504825"/>
                <a:gd name="connsiteY5698" fmla="*/ 776097 h 885825"/>
                <a:gd name="connsiteX5699" fmla="*/ 373189 w 504825"/>
                <a:gd name="connsiteY5699" fmla="*/ 777145 h 885825"/>
                <a:gd name="connsiteX5700" fmla="*/ 373094 w 504825"/>
                <a:gd name="connsiteY5700" fmla="*/ 778193 h 885825"/>
                <a:gd name="connsiteX5701" fmla="*/ 372904 w 504825"/>
                <a:gd name="connsiteY5701" fmla="*/ 779621 h 885825"/>
                <a:gd name="connsiteX5702" fmla="*/ 373856 w 504825"/>
                <a:gd name="connsiteY5702" fmla="*/ 782955 h 885825"/>
                <a:gd name="connsiteX5703" fmla="*/ 374047 w 504825"/>
                <a:gd name="connsiteY5703" fmla="*/ 784193 h 885825"/>
                <a:gd name="connsiteX5704" fmla="*/ 374047 w 504825"/>
                <a:gd name="connsiteY5704" fmla="*/ 788765 h 885825"/>
                <a:gd name="connsiteX5705" fmla="*/ 374047 w 504825"/>
                <a:gd name="connsiteY5705" fmla="*/ 789146 h 885825"/>
                <a:gd name="connsiteX5706" fmla="*/ 373856 w 504825"/>
                <a:gd name="connsiteY5706" fmla="*/ 789337 h 885825"/>
                <a:gd name="connsiteX5707" fmla="*/ 373094 w 504825"/>
                <a:gd name="connsiteY5707" fmla="*/ 789432 h 885825"/>
                <a:gd name="connsiteX5708" fmla="*/ 372808 w 504825"/>
                <a:gd name="connsiteY5708" fmla="*/ 789718 h 885825"/>
                <a:gd name="connsiteX5709" fmla="*/ 372904 w 504825"/>
                <a:gd name="connsiteY5709" fmla="*/ 790384 h 885825"/>
                <a:gd name="connsiteX5710" fmla="*/ 373285 w 504825"/>
                <a:gd name="connsiteY5710" fmla="*/ 791527 h 885825"/>
                <a:gd name="connsiteX5711" fmla="*/ 373380 w 504825"/>
                <a:gd name="connsiteY5711" fmla="*/ 792670 h 885825"/>
                <a:gd name="connsiteX5712" fmla="*/ 374047 w 504825"/>
                <a:gd name="connsiteY5712" fmla="*/ 795337 h 885825"/>
                <a:gd name="connsiteX5713" fmla="*/ 374904 w 504825"/>
                <a:gd name="connsiteY5713" fmla="*/ 797243 h 885825"/>
                <a:gd name="connsiteX5714" fmla="*/ 376238 w 504825"/>
                <a:gd name="connsiteY5714" fmla="*/ 799148 h 885825"/>
                <a:gd name="connsiteX5715" fmla="*/ 379762 w 504825"/>
                <a:gd name="connsiteY5715" fmla="*/ 802862 h 885825"/>
                <a:gd name="connsiteX5716" fmla="*/ 380429 w 504825"/>
                <a:gd name="connsiteY5716" fmla="*/ 803719 h 885825"/>
                <a:gd name="connsiteX5717" fmla="*/ 381095 w 504825"/>
                <a:gd name="connsiteY5717" fmla="*/ 805720 h 885825"/>
                <a:gd name="connsiteX5718" fmla="*/ 381762 w 504825"/>
                <a:gd name="connsiteY5718" fmla="*/ 806672 h 885825"/>
                <a:gd name="connsiteX5719" fmla="*/ 383191 w 504825"/>
                <a:gd name="connsiteY5719" fmla="*/ 808006 h 885825"/>
                <a:gd name="connsiteX5720" fmla="*/ 384048 w 504825"/>
                <a:gd name="connsiteY5720" fmla="*/ 808577 h 885825"/>
                <a:gd name="connsiteX5721" fmla="*/ 390620 w 504825"/>
                <a:gd name="connsiteY5721" fmla="*/ 811435 h 885825"/>
                <a:gd name="connsiteX5722" fmla="*/ 393382 w 504825"/>
                <a:gd name="connsiteY5722" fmla="*/ 812578 h 885825"/>
                <a:gd name="connsiteX5723" fmla="*/ 400717 w 504825"/>
                <a:gd name="connsiteY5723" fmla="*/ 816769 h 885825"/>
                <a:gd name="connsiteX5724" fmla="*/ 401669 w 504825"/>
                <a:gd name="connsiteY5724" fmla="*/ 816959 h 885825"/>
                <a:gd name="connsiteX5725" fmla="*/ 402050 w 504825"/>
                <a:gd name="connsiteY5725" fmla="*/ 817150 h 885825"/>
                <a:gd name="connsiteX5726" fmla="*/ 402241 w 504825"/>
                <a:gd name="connsiteY5726" fmla="*/ 817531 h 885825"/>
                <a:gd name="connsiteX5727" fmla="*/ 402431 w 504825"/>
                <a:gd name="connsiteY5727" fmla="*/ 818007 h 885825"/>
                <a:gd name="connsiteX5728" fmla="*/ 402622 w 504825"/>
                <a:gd name="connsiteY5728" fmla="*/ 818388 h 885825"/>
                <a:gd name="connsiteX5729" fmla="*/ 403098 w 504825"/>
                <a:gd name="connsiteY5729" fmla="*/ 818769 h 885825"/>
                <a:gd name="connsiteX5730" fmla="*/ 404717 w 504825"/>
                <a:gd name="connsiteY5730" fmla="*/ 819531 h 885825"/>
                <a:gd name="connsiteX5731" fmla="*/ 405098 w 504825"/>
                <a:gd name="connsiteY5731" fmla="*/ 819150 h 885825"/>
                <a:gd name="connsiteX5732" fmla="*/ 408527 w 504825"/>
                <a:gd name="connsiteY5732" fmla="*/ 821150 h 885825"/>
                <a:gd name="connsiteX5733" fmla="*/ 409861 w 504825"/>
                <a:gd name="connsiteY5733" fmla="*/ 821626 h 885825"/>
                <a:gd name="connsiteX5734" fmla="*/ 410432 w 504825"/>
                <a:gd name="connsiteY5734" fmla="*/ 821626 h 885825"/>
                <a:gd name="connsiteX5735" fmla="*/ 411099 w 504825"/>
                <a:gd name="connsiteY5735" fmla="*/ 821531 h 885825"/>
                <a:gd name="connsiteX5736" fmla="*/ 411766 w 504825"/>
                <a:gd name="connsiteY5736" fmla="*/ 821531 h 885825"/>
                <a:gd name="connsiteX5737" fmla="*/ 414052 w 504825"/>
                <a:gd name="connsiteY5737" fmla="*/ 822579 h 885825"/>
                <a:gd name="connsiteX5738" fmla="*/ 415480 w 504825"/>
                <a:gd name="connsiteY5738" fmla="*/ 822960 h 885825"/>
                <a:gd name="connsiteX5739" fmla="*/ 420814 w 504825"/>
                <a:gd name="connsiteY5739" fmla="*/ 825532 h 885825"/>
                <a:gd name="connsiteX5740" fmla="*/ 422148 w 504825"/>
                <a:gd name="connsiteY5740" fmla="*/ 825818 h 885825"/>
                <a:gd name="connsiteX5741" fmla="*/ 424148 w 504825"/>
                <a:gd name="connsiteY5741" fmla="*/ 825151 h 885825"/>
                <a:gd name="connsiteX5742" fmla="*/ 426625 w 504825"/>
                <a:gd name="connsiteY5742" fmla="*/ 825722 h 885825"/>
                <a:gd name="connsiteX5743" fmla="*/ 427672 w 504825"/>
                <a:gd name="connsiteY5743" fmla="*/ 825722 h 885825"/>
                <a:gd name="connsiteX5744" fmla="*/ 428720 w 504825"/>
                <a:gd name="connsiteY5744" fmla="*/ 824484 h 885825"/>
                <a:gd name="connsiteX5745" fmla="*/ 429958 w 504825"/>
                <a:gd name="connsiteY5745" fmla="*/ 820865 h 885825"/>
                <a:gd name="connsiteX5746" fmla="*/ 431673 w 504825"/>
                <a:gd name="connsiteY5746" fmla="*/ 815816 h 885825"/>
                <a:gd name="connsiteX5747" fmla="*/ 432149 w 504825"/>
                <a:gd name="connsiteY5747" fmla="*/ 815054 h 885825"/>
                <a:gd name="connsiteX5748" fmla="*/ 432340 w 504825"/>
                <a:gd name="connsiteY5748" fmla="*/ 814578 h 885825"/>
                <a:gd name="connsiteX5749" fmla="*/ 432244 w 504825"/>
                <a:gd name="connsiteY5749" fmla="*/ 813244 h 885825"/>
                <a:gd name="connsiteX5750" fmla="*/ 432340 w 504825"/>
                <a:gd name="connsiteY5750" fmla="*/ 812768 h 885825"/>
                <a:gd name="connsiteX5751" fmla="*/ 432911 w 504825"/>
                <a:gd name="connsiteY5751" fmla="*/ 812578 h 885825"/>
                <a:gd name="connsiteX5752" fmla="*/ 433483 w 504825"/>
                <a:gd name="connsiteY5752" fmla="*/ 812864 h 885825"/>
                <a:gd name="connsiteX5753" fmla="*/ 434149 w 504825"/>
                <a:gd name="connsiteY5753" fmla="*/ 813435 h 885825"/>
                <a:gd name="connsiteX5754" fmla="*/ 436150 w 504825"/>
                <a:gd name="connsiteY5754" fmla="*/ 813435 h 885825"/>
                <a:gd name="connsiteX5755" fmla="*/ 436721 w 504825"/>
                <a:gd name="connsiteY5755" fmla="*/ 813530 h 885825"/>
                <a:gd name="connsiteX5756" fmla="*/ 437293 w 504825"/>
                <a:gd name="connsiteY5756" fmla="*/ 813626 h 885825"/>
                <a:gd name="connsiteX5757" fmla="*/ 437769 w 504825"/>
                <a:gd name="connsiteY5757" fmla="*/ 814102 h 885825"/>
                <a:gd name="connsiteX5758" fmla="*/ 437959 w 504825"/>
                <a:gd name="connsiteY5758" fmla="*/ 814768 h 885825"/>
                <a:gd name="connsiteX5759" fmla="*/ 438721 w 504825"/>
                <a:gd name="connsiteY5759" fmla="*/ 816674 h 885825"/>
                <a:gd name="connsiteX5760" fmla="*/ 438912 w 504825"/>
                <a:gd name="connsiteY5760" fmla="*/ 817531 h 885825"/>
                <a:gd name="connsiteX5761" fmla="*/ 438721 w 504825"/>
                <a:gd name="connsiteY5761" fmla="*/ 819626 h 885825"/>
                <a:gd name="connsiteX5762" fmla="*/ 437959 w 504825"/>
                <a:gd name="connsiteY5762" fmla="*/ 821150 h 885825"/>
                <a:gd name="connsiteX5763" fmla="*/ 435959 w 504825"/>
                <a:gd name="connsiteY5763" fmla="*/ 823627 h 885825"/>
                <a:gd name="connsiteX5764" fmla="*/ 435102 w 504825"/>
                <a:gd name="connsiteY5764" fmla="*/ 825056 h 885825"/>
                <a:gd name="connsiteX5765" fmla="*/ 434721 w 504825"/>
                <a:gd name="connsiteY5765" fmla="*/ 825913 h 885825"/>
                <a:gd name="connsiteX5766" fmla="*/ 434530 w 504825"/>
                <a:gd name="connsiteY5766" fmla="*/ 826770 h 885825"/>
                <a:gd name="connsiteX5767" fmla="*/ 434245 w 504825"/>
                <a:gd name="connsiteY5767" fmla="*/ 827532 h 885825"/>
                <a:gd name="connsiteX5768" fmla="*/ 433768 w 504825"/>
                <a:gd name="connsiteY5768" fmla="*/ 828294 h 885825"/>
                <a:gd name="connsiteX5769" fmla="*/ 433578 w 504825"/>
                <a:gd name="connsiteY5769" fmla="*/ 829151 h 885825"/>
                <a:gd name="connsiteX5770" fmla="*/ 434149 w 504825"/>
                <a:gd name="connsiteY5770" fmla="*/ 830199 h 885825"/>
                <a:gd name="connsiteX5771" fmla="*/ 434530 w 504825"/>
                <a:gd name="connsiteY5771" fmla="*/ 830390 h 885825"/>
                <a:gd name="connsiteX5772" fmla="*/ 435102 w 504825"/>
                <a:gd name="connsiteY5772" fmla="*/ 830580 h 885825"/>
                <a:gd name="connsiteX5773" fmla="*/ 435673 w 504825"/>
                <a:gd name="connsiteY5773" fmla="*/ 830866 h 885825"/>
                <a:gd name="connsiteX5774" fmla="*/ 435864 w 504825"/>
                <a:gd name="connsiteY5774" fmla="*/ 831437 h 885825"/>
                <a:gd name="connsiteX5775" fmla="*/ 435959 w 504825"/>
                <a:gd name="connsiteY5775" fmla="*/ 831914 h 885825"/>
                <a:gd name="connsiteX5776" fmla="*/ 436245 w 504825"/>
                <a:gd name="connsiteY5776" fmla="*/ 832485 h 885825"/>
                <a:gd name="connsiteX5777" fmla="*/ 436531 w 504825"/>
                <a:gd name="connsiteY5777" fmla="*/ 832961 h 885825"/>
                <a:gd name="connsiteX5778" fmla="*/ 436816 w 504825"/>
                <a:gd name="connsiteY5778" fmla="*/ 833152 h 885825"/>
                <a:gd name="connsiteX5779" fmla="*/ 437959 w 504825"/>
                <a:gd name="connsiteY5779" fmla="*/ 833247 h 885825"/>
                <a:gd name="connsiteX5780" fmla="*/ 438721 w 504825"/>
                <a:gd name="connsiteY5780" fmla="*/ 833533 h 885825"/>
                <a:gd name="connsiteX5781" fmla="*/ 439198 w 504825"/>
                <a:gd name="connsiteY5781" fmla="*/ 834104 h 885825"/>
                <a:gd name="connsiteX5782" fmla="*/ 439579 w 504825"/>
                <a:gd name="connsiteY5782" fmla="*/ 834866 h 885825"/>
                <a:gd name="connsiteX5783" fmla="*/ 439864 w 504825"/>
                <a:gd name="connsiteY5783" fmla="*/ 835914 h 885825"/>
                <a:gd name="connsiteX5784" fmla="*/ 439960 w 504825"/>
                <a:gd name="connsiteY5784" fmla="*/ 840105 h 885825"/>
                <a:gd name="connsiteX5785" fmla="*/ 440246 w 504825"/>
                <a:gd name="connsiteY5785" fmla="*/ 840772 h 885825"/>
                <a:gd name="connsiteX5786" fmla="*/ 441007 w 504825"/>
                <a:gd name="connsiteY5786" fmla="*/ 840962 h 885825"/>
                <a:gd name="connsiteX5787" fmla="*/ 443579 w 504825"/>
                <a:gd name="connsiteY5787" fmla="*/ 841058 h 885825"/>
                <a:gd name="connsiteX5788" fmla="*/ 444436 w 504825"/>
                <a:gd name="connsiteY5788" fmla="*/ 841058 h 885825"/>
                <a:gd name="connsiteX5789" fmla="*/ 445198 w 504825"/>
                <a:gd name="connsiteY5789" fmla="*/ 840676 h 885825"/>
                <a:gd name="connsiteX5790" fmla="*/ 446151 w 504825"/>
                <a:gd name="connsiteY5790" fmla="*/ 839724 h 885825"/>
                <a:gd name="connsiteX5791" fmla="*/ 446913 w 504825"/>
                <a:gd name="connsiteY5791" fmla="*/ 838676 h 885825"/>
                <a:gd name="connsiteX5792" fmla="*/ 450247 w 504825"/>
                <a:gd name="connsiteY5792" fmla="*/ 832961 h 885825"/>
                <a:gd name="connsiteX5793" fmla="*/ 455295 w 504825"/>
                <a:gd name="connsiteY5793" fmla="*/ 825818 h 885825"/>
                <a:gd name="connsiteX5794" fmla="*/ 459105 w 504825"/>
                <a:gd name="connsiteY5794" fmla="*/ 821150 h 885825"/>
                <a:gd name="connsiteX5795" fmla="*/ 460057 w 504825"/>
                <a:gd name="connsiteY5795" fmla="*/ 818959 h 885825"/>
                <a:gd name="connsiteX5796" fmla="*/ 460438 w 504825"/>
                <a:gd name="connsiteY5796" fmla="*/ 817435 h 885825"/>
                <a:gd name="connsiteX5797" fmla="*/ 460629 w 504825"/>
                <a:gd name="connsiteY5797" fmla="*/ 817054 h 885825"/>
                <a:gd name="connsiteX5798" fmla="*/ 460819 w 504825"/>
                <a:gd name="connsiteY5798" fmla="*/ 816483 h 885825"/>
                <a:gd name="connsiteX5799" fmla="*/ 460438 w 504825"/>
                <a:gd name="connsiteY5799" fmla="*/ 815435 h 885825"/>
                <a:gd name="connsiteX5800" fmla="*/ 460629 w 504825"/>
                <a:gd name="connsiteY5800" fmla="*/ 814864 h 885825"/>
                <a:gd name="connsiteX5801" fmla="*/ 461200 w 504825"/>
                <a:gd name="connsiteY5801" fmla="*/ 813911 h 885825"/>
                <a:gd name="connsiteX5802" fmla="*/ 461391 w 504825"/>
                <a:gd name="connsiteY5802" fmla="*/ 812768 h 885825"/>
                <a:gd name="connsiteX5803" fmla="*/ 461391 w 504825"/>
                <a:gd name="connsiteY5803" fmla="*/ 811625 h 885825"/>
                <a:gd name="connsiteX5804" fmla="*/ 461200 w 504825"/>
                <a:gd name="connsiteY5804" fmla="*/ 810673 h 885825"/>
                <a:gd name="connsiteX5805" fmla="*/ 458629 w 504825"/>
                <a:gd name="connsiteY5805" fmla="*/ 803815 h 885825"/>
                <a:gd name="connsiteX5806" fmla="*/ 458152 w 504825"/>
                <a:gd name="connsiteY5806" fmla="*/ 803148 h 885825"/>
                <a:gd name="connsiteX5807" fmla="*/ 457962 w 504825"/>
                <a:gd name="connsiteY5807" fmla="*/ 802767 h 885825"/>
                <a:gd name="connsiteX5808" fmla="*/ 457867 w 504825"/>
                <a:gd name="connsiteY5808" fmla="*/ 802195 h 885825"/>
                <a:gd name="connsiteX5809" fmla="*/ 457962 w 504825"/>
                <a:gd name="connsiteY5809" fmla="*/ 801052 h 885825"/>
                <a:gd name="connsiteX5810" fmla="*/ 457962 w 504825"/>
                <a:gd name="connsiteY5810" fmla="*/ 800481 h 885825"/>
                <a:gd name="connsiteX5811" fmla="*/ 457771 w 504825"/>
                <a:gd name="connsiteY5811" fmla="*/ 800005 h 885825"/>
                <a:gd name="connsiteX5812" fmla="*/ 457200 w 504825"/>
                <a:gd name="connsiteY5812" fmla="*/ 799243 h 885825"/>
                <a:gd name="connsiteX5813" fmla="*/ 455676 w 504825"/>
                <a:gd name="connsiteY5813" fmla="*/ 796004 h 885825"/>
                <a:gd name="connsiteX5814" fmla="*/ 455485 w 504825"/>
                <a:gd name="connsiteY5814" fmla="*/ 795242 h 885825"/>
                <a:gd name="connsiteX5815" fmla="*/ 455390 w 504825"/>
                <a:gd name="connsiteY5815" fmla="*/ 793147 h 885825"/>
                <a:gd name="connsiteX5816" fmla="*/ 455009 w 504825"/>
                <a:gd name="connsiteY5816" fmla="*/ 792194 h 885825"/>
                <a:gd name="connsiteX5817" fmla="*/ 454152 w 504825"/>
                <a:gd name="connsiteY5817" fmla="*/ 791242 h 885825"/>
                <a:gd name="connsiteX5818" fmla="*/ 453104 w 504825"/>
                <a:gd name="connsiteY5818" fmla="*/ 790861 h 885825"/>
                <a:gd name="connsiteX5819" fmla="*/ 452152 w 504825"/>
                <a:gd name="connsiteY5819" fmla="*/ 791527 h 885825"/>
                <a:gd name="connsiteX5820" fmla="*/ 450723 w 504825"/>
                <a:gd name="connsiteY5820" fmla="*/ 790099 h 885825"/>
                <a:gd name="connsiteX5821" fmla="*/ 448437 w 504825"/>
                <a:gd name="connsiteY5821" fmla="*/ 787241 h 885825"/>
                <a:gd name="connsiteX5822" fmla="*/ 446722 w 504825"/>
                <a:gd name="connsiteY5822" fmla="*/ 786098 h 885825"/>
                <a:gd name="connsiteX5823" fmla="*/ 446818 w 504825"/>
                <a:gd name="connsiteY5823" fmla="*/ 787527 h 885825"/>
                <a:gd name="connsiteX5824" fmla="*/ 446151 w 504825"/>
                <a:gd name="connsiteY5824" fmla="*/ 787813 h 885825"/>
                <a:gd name="connsiteX5825" fmla="*/ 445294 w 504825"/>
                <a:gd name="connsiteY5825" fmla="*/ 787432 h 885825"/>
                <a:gd name="connsiteX5826" fmla="*/ 444913 w 504825"/>
                <a:gd name="connsiteY5826" fmla="*/ 786956 h 885825"/>
                <a:gd name="connsiteX5827" fmla="*/ 444722 w 504825"/>
                <a:gd name="connsiteY5827" fmla="*/ 785908 h 885825"/>
                <a:gd name="connsiteX5828" fmla="*/ 443960 w 504825"/>
                <a:gd name="connsiteY5828" fmla="*/ 783812 h 885825"/>
                <a:gd name="connsiteX5829" fmla="*/ 443770 w 504825"/>
                <a:gd name="connsiteY5829" fmla="*/ 782955 h 885825"/>
                <a:gd name="connsiteX5830" fmla="*/ 443960 w 504825"/>
                <a:gd name="connsiteY5830" fmla="*/ 780478 h 885825"/>
                <a:gd name="connsiteX5831" fmla="*/ 444436 w 504825"/>
                <a:gd name="connsiteY5831" fmla="*/ 778002 h 885825"/>
                <a:gd name="connsiteX5832" fmla="*/ 445198 w 504825"/>
                <a:gd name="connsiteY5832" fmla="*/ 775716 h 885825"/>
                <a:gd name="connsiteX5833" fmla="*/ 446341 w 504825"/>
                <a:gd name="connsiteY5833" fmla="*/ 773716 h 885825"/>
                <a:gd name="connsiteX5834" fmla="*/ 448723 w 504825"/>
                <a:gd name="connsiteY5834" fmla="*/ 770858 h 885825"/>
                <a:gd name="connsiteX5835" fmla="*/ 449294 w 504825"/>
                <a:gd name="connsiteY5835" fmla="*/ 770382 h 885825"/>
                <a:gd name="connsiteX5836" fmla="*/ 449485 w 504825"/>
                <a:gd name="connsiteY5836" fmla="*/ 769239 h 885825"/>
                <a:gd name="connsiteX5837" fmla="*/ 449675 w 504825"/>
                <a:gd name="connsiteY5837" fmla="*/ 766953 h 885825"/>
                <a:gd name="connsiteX5838" fmla="*/ 450818 w 504825"/>
                <a:gd name="connsiteY5838" fmla="*/ 765048 h 885825"/>
                <a:gd name="connsiteX5839" fmla="*/ 452533 w 504825"/>
                <a:gd name="connsiteY5839" fmla="*/ 764286 h 885825"/>
                <a:gd name="connsiteX5840" fmla="*/ 454342 w 504825"/>
                <a:gd name="connsiteY5840" fmla="*/ 763905 h 885825"/>
                <a:gd name="connsiteX5841" fmla="*/ 455866 w 504825"/>
                <a:gd name="connsiteY5841" fmla="*/ 763048 h 885825"/>
                <a:gd name="connsiteX5842" fmla="*/ 457771 w 504825"/>
                <a:gd name="connsiteY5842" fmla="*/ 761238 h 885825"/>
                <a:gd name="connsiteX5843" fmla="*/ 458057 w 504825"/>
                <a:gd name="connsiteY5843" fmla="*/ 760667 h 885825"/>
                <a:gd name="connsiteX5844" fmla="*/ 458152 w 504825"/>
                <a:gd name="connsiteY5844" fmla="*/ 760190 h 885825"/>
                <a:gd name="connsiteX5845" fmla="*/ 458629 w 504825"/>
                <a:gd name="connsiteY5845" fmla="*/ 759524 h 885825"/>
                <a:gd name="connsiteX5846" fmla="*/ 458819 w 504825"/>
                <a:gd name="connsiteY5846" fmla="*/ 759047 h 885825"/>
                <a:gd name="connsiteX5847" fmla="*/ 458914 w 504825"/>
                <a:gd name="connsiteY5847" fmla="*/ 758000 h 885825"/>
                <a:gd name="connsiteX5848" fmla="*/ 458629 w 504825"/>
                <a:gd name="connsiteY5848" fmla="*/ 754570 h 885825"/>
                <a:gd name="connsiteX5849" fmla="*/ 458819 w 504825"/>
                <a:gd name="connsiteY5849" fmla="*/ 753427 h 885825"/>
                <a:gd name="connsiteX5850" fmla="*/ 459391 w 504825"/>
                <a:gd name="connsiteY5850" fmla="*/ 752380 h 885825"/>
                <a:gd name="connsiteX5851" fmla="*/ 459867 w 504825"/>
                <a:gd name="connsiteY5851" fmla="*/ 751999 h 885825"/>
                <a:gd name="connsiteX5852" fmla="*/ 459867 w 504825"/>
                <a:gd name="connsiteY5852" fmla="*/ 751999 h 885825"/>
                <a:gd name="connsiteX5853" fmla="*/ 460438 w 504825"/>
                <a:gd name="connsiteY5853" fmla="*/ 751523 h 885825"/>
                <a:gd name="connsiteX5854" fmla="*/ 463582 w 504825"/>
                <a:gd name="connsiteY5854" fmla="*/ 749808 h 885825"/>
                <a:gd name="connsiteX5855" fmla="*/ 466725 w 504825"/>
                <a:gd name="connsiteY5855" fmla="*/ 747522 h 885825"/>
                <a:gd name="connsiteX5856" fmla="*/ 467677 w 504825"/>
                <a:gd name="connsiteY5856" fmla="*/ 747236 h 885825"/>
                <a:gd name="connsiteX5857" fmla="*/ 467963 w 504825"/>
                <a:gd name="connsiteY5857" fmla="*/ 747332 h 885825"/>
                <a:gd name="connsiteX5858" fmla="*/ 468725 w 504825"/>
                <a:gd name="connsiteY5858" fmla="*/ 747522 h 885825"/>
                <a:gd name="connsiteX5859" fmla="*/ 469106 w 504825"/>
                <a:gd name="connsiteY5859" fmla="*/ 748284 h 885825"/>
                <a:gd name="connsiteX5860" fmla="*/ 469106 w 504825"/>
                <a:gd name="connsiteY5860" fmla="*/ 749332 h 885825"/>
                <a:gd name="connsiteX5861" fmla="*/ 468916 w 504825"/>
                <a:gd name="connsiteY5861" fmla="*/ 750475 h 885825"/>
                <a:gd name="connsiteX5862" fmla="*/ 468916 w 504825"/>
                <a:gd name="connsiteY5862" fmla="*/ 752570 h 885825"/>
                <a:gd name="connsiteX5863" fmla="*/ 471011 w 504825"/>
                <a:gd name="connsiteY5863" fmla="*/ 757714 h 885825"/>
                <a:gd name="connsiteX5864" fmla="*/ 471392 w 504825"/>
                <a:gd name="connsiteY5864" fmla="*/ 759904 h 885825"/>
                <a:gd name="connsiteX5865" fmla="*/ 471678 w 504825"/>
                <a:gd name="connsiteY5865" fmla="*/ 760667 h 885825"/>
                <a:gd name="connsiteX5866" fmla="*/ 472345 w 504825"/>
                <a:gd name="connsiteY5866" fmla="*/ 761524 h 885825"/>
                <a:gd name="connsiteX5867" fmla="*/ 475488 w 504825"/>
                <a:gd name="connsiteY5867" fmla="*/ 764572 h 885825"/>
                <a:gd name="connsiteX5868" fmla="*/ 476059 w 504825"/>
                <a:gd name="connsiteY5868" fmla="*/ 765715 h 885825"/>
                <a:gd name="connsiteX5869" fmla="*/ 476059 w 504825"/>
                <a:gd name="connsiteY5869" fmla="*/ 766762 h 885825"/>
                <a:gd name="connsiteX5870" fmla="*/ 475583 w 504825"/>
                <a:gd name="connsiteY5870" fmla="*/ 769239 h 885825"/>
                <a:gd name="connsiteX5871" fmla="*/ 475964 w 504825"/>
                <a:gd name="connsiteY5871" fmla="*/ 770192 h 885825"/>
                <a:gd name="connsiteX5872" fmla="*/ 477964 w 504825"/>
                <a:gd name="connsiteY5872" fmla="*/ 773049 h 885825"/>
                <a:gd name="connsiteX5873" fmla="*/ 479012 w 504825"/>
                <a:gd name="connsiteY5873" fmla="*/ 773620 h 885825"/>
                <a:gd name="connsiteX5874" fmla="*/ 480346 w 504825"/>
                <a:gd name="connsiteY5874" fmla="*/ 774001 h 885825"/>
                <a:gd name="connsiteX5875" fmla="*/ 481013 w 504825"/>
                <a:gd name="connsiteY5875" fmla="*/ 774287 h 885825"/>
                <a:gd name="connsiteX5876" fmla="*/ 481203 w 504825"/>
                <a:gd name="connsiteY5876" fmla="*/ 774859 h 885825"/>
                <a:gd name="connsiteX5877" fmla="*/ 481203 w 504825"/>
                <a:gd name="connsiteY5877" fmla="*/ 776287 h 885825"/>
                <a:gd name="connsiteX5878" fmla="*/ 481298 w 504825"/>
                <a:gd name="connsiteY5878" fmla="*/ 777431 h 885825"/>
                <a:gd name="connsiteX5879" fmla="*/ 481870 w 504825"/>
                <a:gd name="connsiteY5879" fmla="*/ 779335 h 885825"/>
                <a:gd name="connsiteX5880" fmla="*/ 481870 w 504825"/>
                <a:gd name="connsiteY5880" fmla="*/ 780478 h 885825"/>
                <a:gd name="connsiteX5881" fmla="*/ 481203 w 504825"/>
                <a:gd name="connsiteY5881" fmla="*/ 783717 h 885825"/>
                <a:gd name="connsiteX5882" fmla="*/ 481108 w 504825"/>
                <a:gd name="connsiteY5882" fmla="*/ 784955 h 885825"/>
                <a:gd name="connsiteX5883" fmla="*/ 481774 w 504825"/>
                <a:gd name="connsiteY5883" fmla="*/ 791527 h 885825"/>
                <a:gd name="connsiteX5884" fmla="*/ 482060 w 504825"/>
                <a:gd name="connsiteY5884" fmla="*/ 792575 h 885825"/>
                <a:gd name="connsiteX5885" fmla="*/ 482727 w 504825"/>
                <a:gd name="connsiteY5885" fmla="*/ 793433 h 885825"/>
                <a:gd name="connsiteX5886" fmla="*/ 484060 w 504825"/>
                <a:gd name="connsiteY5886" fmla="*/ 795909 h 885825"/>
                <a:gd name="connsiteX5887" fmla="*/ 484060 w 504825"/>
                <a:gd name="connsiteY5887" fmla="*/ 796481 h 885825"/>
                <a:gd name="connsiteX5888" fmla="*/ 483965 w 504825"/>
                <a:gd name="connsiteY5888" fmla="*/ 797147 h 885825"/>
                <a:gd name="connsiteX5889" fmla="*/ 483965 w 504825"/>
                <a:gd name="connsiteY5889" fmla="*/ 797814 h 885825"/>
                <a:gd name="connsiteX5890" fmla="*/ 484156 w 504825"/>
                <a:gd name="connsiteY5890" fmla="*/ 798290 h 885825"/>
                <a:gd name="connsiteX5891" fmla="*/ 485965 w 504825"/>
                <a:gd name="connsiteY5891" fmla="*/ 799528 h 885825"/>
                <a:gd name="connsiteX5892" fmla="*/ 486061 w 504825"/>
                <a:gd name="connsiteY5892" fmla="*/ 800100 h 885825"/>
                <a:gd name="connsiteX5893" fmla="*/ 486251 w 504825"/>
                <a:gd name="connsiteY5893" fmla="*/ 802767 h 885825"/>
                <a:gd name="connsiteX5894" fmla="*/ 486442 w 504825"/>
                <a:gd name="connsiteY5894" fmla="*/ 803529 h 885825"/>
                <a:gd name="connsiteX5895" fmla="*/ 487204 w 504825"/>
                <a:gd name="connsiteY5895" fmla="*/ 803719 h 885825"/>
                <a:gd name="connsiteX5896" fmla="*/ 487489 w 504825"/>
                <a:gd name="connsiteY5896" fmla="*/ 802862 h 885825"/>
                <a:gd name="connsiteX5897" fmla="*/ 487680 w 504825"/>
                <a:gd name="connsiteY5897" fmla="*/ 798100 h 885825"/>
                <a:gd name="connsiteX5898" fmla="*/ 488537 w 504825"/>
                <a:gd name="connsiteY5898" fmla="*/ 793909 h 885825"/>
                <a:gd name="connsiteX5899" fmla="*/ 488632 w 504825"/>
                <a:gd name="connsiteY5899" fmla="*/ 786193 h 885825"/>
                <a:gd name="connsiteX5900" fmla="*/ 489490 w 504825"/>
                <a:gd name="connsiteY5900" fmla="*/ 781526 h 885825"/>
                <a:gd name="connsiteX5901" fmla="*/ 490156 w 504825"/>
                <a:gd name="connsiteY5901" fmla="*/ 779335 h 885825"/>
                <a:gd name="connsiteX5902" fmla="*/ 490061 w 504825"/>
                <a:gd name="connsiteY5902" fmla="*/ 778193 h 885825"/>
                <a:gd name="connsiteX5903" fmla="*/ 489490 w 504825"/>
                <a:gd name="connsiteY5903" fmla="*/ 777716 h 885825"/>
                <a:gd name="connsiteX5904" fmla="*/ 488537 w 504825"/>
                <a:gd name="connsiteY5904" fmla="*/ 777050 h 885825"/>
                <a:gd name="connsiteX5905" fmla="*/ 487585 w 504825"/>
                <a:gd name="connsiteY5905" fmla="*/ 776192 h 885825"/>
                <a:gd name="connsiteX5906" fmla="*/ 486823 w 504825"/>
                <a:gd name="connsiteY5906" fmla="*/ 774287 h 885825"/>
                <a:gd name="connsiteX5907" fmla="*/ 486061 w 504825"/>
                <a:gd name="connsiteY5907" fmla="*/ 773240 h 885825"/>
                <a:gd name="connsiteX5908" fmla="*/ 485489 w 504825"/>
                <a:gd name="connsiteY5908" fmla="*/ 772097 h 885825"/>
                <a:gd name="connsiteX5909" fmla="*/ 485680 w 504825"/>
                <a:gd name="connsiteY5909" fmla="*/ 770953 h 885825"/>
                <a:gd name="connsiteX5910" fmla="*/ 486251 w 504825"/>
                <a:gd name="connsiteY5910" fmla="*/ 771716 h 885825"/>
                <a:gd name="connsiteX5911" fmla="*/ 486346 w 504825"/>
                <a:gd name="connsiteY5911" fmla="*/ 772001 h 885825"/>
                <a:gd name="connsiteX5912" fmla="*/ 486727 w 504825"/>
                <a:gd name="connsiteY5912" fmla="*/ 772001 h 885825"/>
                <a:gd name="connsiteX5913" fmla="*/ 486727 w 504825"/>
                <a:gd name="connsiteY5913" fmla="*/ 769810 h 885825"/>
                <a:gd name="connsiteX5914" fmla="*/ 487871 w 504825"/>
                <a:gd name="connsiteY5914" fmla="*/ 769334 h 885825"/>
                <a:gd name="connsiteX5915" fmla="*/ 489490 w 504825"/>
                <a:gd name="connsiteY5915" fmla="*/ 770096 h 885825"/>
                <a:gd name="connsiteX5916" fmla="*/ 490823 w 504825"/>
                <a:gd name="connsiteY5916" fmla="*/ 771620 h 885825"/>
                <a:gd name="connsiteX5917" fmla="*/ 492061 w 504825"/>
                <a:gd name="connsiteY5917" fmla="*/ 775049 h 885825"/>
                <a:gd name="connsiteX5918" fmla="*/ 493014 w 504825"/>
                <a:gd name="connsiteY5918" fmla="*/ 776478 h 885825"/>
                <a:gd name="connsiteX5919" fmla="*/ 494633 w 504825"/>
                <a:gd name="connsiteY5919" fmla="*/ 777050 h 885825"/>
                <a:gd name="connsiteX5920" fmla="*/ 495014 w 504825"/>
                <a:gd name="connsiteY5920" fmla="*/ 776668 h 885825"/>
                <a:gd name="connsiteX5921" fmla="*/ 495109 w 504825"/>
                <a:gd name="connsiteY5921" fmla="*/ 775716 h 885825"/>
                <a:gd name="connsiteX5922" fmla="*/ 495014 w 504825"/>
                <a:gd name="connsiteY5922" fmla="*/ 774573 h 885825"/>
                <a:gd name="connsiteX5923" fmla="*/ 494824 w 504825"/>
                <a:gd name="connsiteY5923" fmla="*/ 773811 h 885825"/>
                <a:gd name="connsiteX5924" fmla="*/ 494347 w 504825"/>
                <a:gd name="connsiteY5924" fmla="*/ 773335 h 885825"/>
                <a:gd name="connsiteX5925" fmla="*/ 492919 w 504825"/>
                <a:gd name="connsiteY5925" fmla="*/ 772097 h 885825"/>
                <a:gd name="connsiteX5926" fmla="*/ 492633 w 504825"/>
                <a:gd name="connsiteY5926" fmla="*/ 771430 h 885825"/>
                <a:gd name="connsiteX5927" fmla="*/ 492728 w 504825"/>
                <a:gd name="connsiteY5927" fmla="*/ 770096 h 885825"/>
                <a:gd name="connsiteX5928" fmla="*/ 493109 w 504825"/>
                <a:gd name="connsiteY5928" fmla="*/ 768477 h 885825"/>
                <a:gd name="connsiteX5929" fmla="*/ 493871 w 504825"/>
                <a:gd name="connsiteY5929" fmla="*/ 766953 h 885825"/>
                <a:gd name="connsiteX5930" fmla="*/ 495205 w 504825"/>
                <a:gd name="connsiteY5930" fmla="*/ 765810 h 885825"/>
                <a:gd name="connsiteX5931" fmla="*/ 496729 w 504825"/>
                <a:gd name="connsiteY5931" fmla="*/ 766477 h 885825"/>
                <a:gd name="connsiteX5932" fmla="*/ 498729 w 504825"/>
                <a:gd name="connsiteY5932" fmla="*/ 766858 h 885825"/>
                <a:gd name="connsiteX5933" fmla="*/ 500539 w 504825"/>
                <a:gd name="connsiteY5933" fmla="*/ 766667 h 885825"/>
                <a:gd name="connsiteX5934" fmla="*/ 501301 w 504825"/>
                <a:gd name="connsiteY5934" fmla="*/ 765619 h 885825"/>
                <a:gd name="connsiteX5935" fmla="*/ 501396 w 504825"/>
                <a:gd name="connsiteY5935" fmla="*/ 763715 h 885825"/>
                <a:gd name="connsiteX5936" fmla="*/ 501777 w 504825"/>
                <a:gd name="connsiteY5936" fmla="*/ 762286 h 885825"/>
                <a:gd name="connsiteX5937" fmla="*/ 502539 w 504825"/>
                <a:gd name="connsiteY5937" fmla="*/ 761048 h 885825"/>
                <a:gd name="connsiteX5938" fmla="*/ 504254 w 504825"/>
                <a:gd name="connsiteY5938" fmla="*/ 759428 h 885825"/>
                <a:gd name="connsiteX5939" fmla="*/ 504634 w 504825"/>
                <a:gd name="connsiteY5939" fmla="*/ 758857 h 885825"/>
                <a:gd name="connsiteX5940" fmla="*/ 505682 w 504825"/>
                <a:gd name="connsiteY5940" fmla="*/ 755999 h 885825"/>
                <a:gd name="connsiteX5941" fmla="*/ 505968 w 504825"/>
                <a:gd name="connsiteY5941" fmla="*/ 755523 h 885825"/>
                <a:gd name="connsiteX5942" fmla="*/ 506349 w 504825"/>
                <a:gd name="connsiteY5942" fmla="*/ 755333 h 885825"/>
                <a:gd name="connsiteX5943" fmla="*/ 506825 w 504825"/>
                <a:gd name="connsiteY5943" fmla="*/ 755237 h 885825"/>
                <a:gd name="connsiteX5944" fmla="*/ 507206 w 504825"/>
                <a:gd name="connsiteY5944" fmla="*/ 755047 h 885825"/>
                <a:gd name="connsiteX5945" fmla="*/ 507397 w 504825"/>
                <a:gd name="connsiteY5945" fmla="*/ 754666 h 885825"/>
                <a:gd name="connsiteX5946" fmla="*/ 507682 w 504825"/>
                <a:gd name="connsiteY5946" fmla="*/ 753713 h 885825"/>
                <a:gd name="connsiteX5947" fmla="*/ 508921 w 504825"/>
                <a:gd name="connsiteY5947" fmla="*/ 752094 h 885825"/>
                <a:gd name="connsiteX5948" fmla="*/ 509206 w 504825"/>
                <a:gd name="connsiteY5948" fmla="*/ 751046 h 885825"/>
                <a:gd name="connsiteX5949" fmla="*/ 508730 w 504825"/>
                <a:gd name="connsiteY5949" fmla="*/ 749808 h 885825"/>
                <a:gd name="connsiteX5950" fmla="*/ 445960 w 504825"/>
                <a:gd name="connsiteY5950" fmla="*/ 847249 h 885825"/>
                <a:gd name="connsiteX5951" fmla="*/ 445198 w 504825"/>
                <a:gd name="connsiteY5951" fmla="*/ 846963 h 885825"/>
                <a:gd name="connsiteX5952" fmla="*/ 443770 w 504825"/>
                <a:gd name="connsiteY5952" fmla="*/ 846963 h 885825"/>
                <a:gd name="connsiteX5953" fmla="*/ 442817 w 504825"/>
                <a:gd name="connsiteY5953" fmla="*/ 847439 h 885825"/>
                <a:gd name="connsiteX5954" fmla="*/ 441960 w 504825"/>
                <a:gd name="connsiteY5954" fmla="*/ 848582 h 885825"/>
                <a:gd name="connsiteX5955" fmla="*/ 441484 w 504825"/>
                <a:gd name="connsiteY5955" fmla="*/ 848963 h 885825"/>
                <a:gd name="connsiteX5956" fmla="*/ 441484 w 504825"/>
                <a:gd name="connsiteY5956" fmla="*/ 849249 h 885825"/>
                <a:gd name="connsiteX5957" fmla="*/ 441960 w 504825"/>
                <a:gd name="connsiteY5957" fmla="*/ 849630 h 885825"/>
                <a:gd name="connsiteX5958" fmla="*/ 442436 w 504825"/>
                <a:gd name="connsiteY5958" fmla="*/ 850106 h 885825"/>
                <a:gd name="connsiteX5959" fmla="*/ 443103 w 504825"/>
                <a:gd name="connsiteY5959" fmla="*/ 850297 h 885825"/>
                <a:gd name="connsiteX5960" fmla="*/ 443960 w 504825"/>
                <a:gd name="connsiteY5960" fmla="*/ 850106 h 885825"/>
                <a:gd name="connsiteX5961" fmla="*/ 444913 w 504825"/>
                <a:gd name="connsiteY5961" fmla="*/ 850011 h 885825"/>
                <a:gd name="connsiteX5962" fmla="*/ 445580 w 504825"/>
                <a:gd name="connsiteY5962" fmla="*/ 850201 h 885825"/>
                <a:gd name="connsiteX5963" fmla="*/ 445960 w 504825"/>
                <a:gd name="connsiteY5963" fmla="*/ 850201 h 885825"/>
                <a:gd name="connsiteX5964" fmla="*/ 446246 w 504825"/>
                <a:gd name="connsiteY5964" fmla="*/ 849725 h 885825"/>
                <a:gd name="connsiteX5965" fmla="*/ 446341 w 504825"/>
                <a:gd name="connsiteY5965" fmla="*/ 848201 h 885825"/>
                <a:gd name="connsiteX5966" fmla="*/ 446246 w 504825"/>
                <a:gd name="connsiteY5966" fmla="*/ 847534 h 885825"/>
                <a:gd name="connsiteX5967" fmla="*/ 445960 w 504825"/>
                <a:gd name="connsiteY5967" fmla="*/ 847249 h 885825"/>
                <a:gd name="connsiteX5968" fmla="*/ 286702 w 504825"/>
                <a:gd name="connsiteY5968" fmla="*/ 351853 h 885825"/>
                <a:gd name="connsiteX5969" fmla="*/ 285845 w 504825"/>
                <a:gd name="connsiteY5969" fmla="*/ 352044 h 885825"/>
                <a:gd name="connsiteX5970" fmla="*/ 284988 w 504825"/>
                <a:gd name="connsiteY5970" fmla="*/ 352520 h 885825"/>
                <a:gd name="connsiteX5971" fmla="*/ 283750 w 504825"/>
                <a:gd name="connsiteY5971" fmla="*/ 352997 h 885825"/>
                <a:gd name="connsiteX5972" fmla="*/ 282416 w 504825"/>
                <a:gd name="connsiteY5972" fmla="*/ 353759 h 885825"/>
                <a:gd name="connsiteX5973" fmla="*/ 282607 w 504825"/>
                <a:gd name="connsiteY5973" fmla="*/ 354616 h 885825"/>
                <a:gd name="connsiteX5974" fmla="*/ 284416 w 504825"/>
                <a:gd name="connsiteY5974" fmla="*/ 354806 h 885825"/>
                <a:gd name="connsiteX5975" fmla="*/ 285559 w 504825"/>
                <a:gd name="connsiteY5975" fmla="*/ 354711 h 885825"/>
                <a:gd name="connsiteX5976" fmla="*/ 286798 w 504825"/>
                <a:gd name="connsiteY5976" fmla="*/ 354425 h 885825"/>
                <a:gd name="connsiteX5977" fmla="*/ 287941 w 504825"/>
                <a:gd name="connsiteY5977" fmla="*/ 353377 h 885825"/>
                <a:gd name="connsiteX5978" fmla="*/ 287846 w 504825"/>
                <a:gd name="connsiteY5978" fmla="*/ 352616 h 885825"/>
                <a:gd name="connsiteX5979" fmla="*/ 287464 w 504825"/>
                <a:gd name="connsiteY5979" fmla="*/ 352330 h 885825"/>
                <a:gd name="connsiteX5980" fmla="*/ 286702 w 504825"/>
                <a:gd name="connsiteY5980" fmla="*/ 351853 h 885825"/>
                <a:gd name="connsiteX5981" fmla="*/ 261080 w 504825"/>
                <a:gd name="connsiteY5981" fmla="*/ 353759 h 885825"/>
                <a:gd name="connsiteX5982" fmla="*/ 260985 w 504825"/>
                <a:gd name="connsiteY5982" fmla="*/ 355187 h 885825"/>
                <a:gd name="connsiteX5983" fmla="*/ 261366 w 504825"/>
                <a:gd name="connsiteY5983" fmla="*/ 356330 h 885825"/>
                <a:gd name="connsiteX5984" fmla="*/ 262604 w 504825"/>
                <a:gd name="connsiteY5984" fmla="*/ 356807 h 885825"/>
                <a:gd name="connsiteX5985" fmla="*/ 263747 w 504825"/>
                <a:gd name="connsiteY5985" fmla="*/ 356521 h 885825"/>
                <a:gd name="connsiteX5986" fmla="*/ 264985 w 504825"/>
                <a:gd name="connsiteY5986" fmla="*/ 355854 h 885825"/>
                <a:gd name="connsiteX5987" fmla="*/ 266033 w 504825"/>
                <a:gd name="connsiteY5987" fmla="*/ 354901 h 885825"/>
                <a:gd name="connsiteX5988" fmla="*/ 267081 w 504825"/>
                <a:gd name="connsiteY5988" fmla="*/ 352234 h 885825"/>
                <a:gd name="connsiteX5989" fmla="*/ 267176 w 504825"/>
                <a:gd name="connsiteY5989" fmla="*/ 351473 h 885825"/>
                <a:gd name="connsiteX5990" fmla="*/ 266605 w 504825"/>
                <a:gd name="connsiteY5990" fmla="*/ 348043 h 885825"/>
                <a:gd name="connsiteX5991" fmla="*/ 266224 w 504825"/>
                <a:gd name="connsiteY5991" fmla="*/ 346900 h 885825"/>
                <a:gd name="connsiteX5992" fmla="*/ 265557 w 504825"/>
                <a:gd name="connsiteY5992" fmla="*/ 345948 h 885825"/>
                <a:gd name="connsiteX5993" fmla="*/ 264605 w 504825"/>
                <a:gd name="connsiteY5993" fmla="*/ 346043 h 885825"/>
                <a:gd name="connsiteX5994" fmla="*/ 264414 w 504825"/>
                <a:gd name="connsiteY5994" fmla="*/ 345281 h 885825"/>
                <a:gd name="connsiteX5995" fmla="*/ 264319 w 504825"/>
                <a:gd name="connsiteY5995" fmla="*/ 344710 h 885825"/>
                <a:gd name="connsiteX5996" fmla="*/ 264223 w 504825"/>
                <a:gd name="connsiteY5996" fmla="*/ 342805 h 885825"/>
                <a:gd name="connsiteX5997" fmla="*/ 264128 w 504825"/>
                <a:gd name="connsiteY5997" fmla="*/ 342519 h 885825"/>
                <a:gd name="connsiteX5998" fmla="*/ 264319 w 504825"/>
                <a:gd name="connsiteY5998" fmla="*/ 342328 h 885825"/>
                <a:gd name="connsiteX5999" fmla="*/ 266033 w 504825"/>
                <a:gd name="connsiteY5999" fmla="*/ 341281 h 885825"/>
                <a:gd name="connsiteX6000" fmla="*/ 266509 w 504825"/>
                <a:gd name="connsiteY6000" fmla="*/ 340900 h 885825"/>
                <a:gd name="connsiteX6001" fmla="*/ 266509 w 504825"/>
                <a:gd name="connsiteY6001" fmla="*/ 340233 h 885825"/>
                <a:gd name="connsiteX6002" fmla="*/ 266129 w 504825"/>
                <a:gd name="connsiteY6002" fmla="*/ 338900 h 885825"/>
                <a:gd name="connsiteX6003" fmla="*/ 265652 w 504825"/>
                <a:gd name="connsiteY6003" fmla="*/ 339185 h 885825"/>
                <a:gd name="connsiteX6004" fmla="*/ 265462 w 504825"/>
                <a:gd name="connsiteY6004" fmla="*/ 338900 h 885825"/>
                <a:gd name="connsiteX6005" fmla="*/ 265557 w 504825"/>
                <a:gd name="connsiteY6005" fmla="*/ 338328 h 885825"/>
                <a:gd name="connsiteX6006" fmla="*/ 266129 w 504825"/>
                <a:gd name="connsiteY6006" fmla="*/ 337757 h 885825"/>
                <a:gd name="connsiteX6007" fmla="*/ 266890 w 504825"/>
                <a:gd name="connsiteY6007" fmla="*/ 337566 h 885825"/>
                <a:gd name="connsiteX6008" fmla="*/ 267462 w 504825"/>
                <a:gd name="connsiteY6008" fmla="*/ 337852 h 885825"/>
                <a:gd name="connsiteX6009" fmla="*/ 268605 w 504825"/>
                <a:gd name="connsiteY6009" fmla="*/ 339185 h 885825"/>
                <a:gd name="connsiteX6010" fmla="*/ 268891 w 504825"/>
                <a:gd name="connsiteY6010" fmla="*/ 338042 h 885825"/>
                <a:gd name="connsiteX6011" fmla="*/ 268414 w 504825"/>
                <a:gd name="connsiteY6011" fmla="*/ 337185 h 885825"/>
                <a:gd name="connsiteX6012" fmla="*/ 267367 w 504825"/>
                <a:gd name="connsiteY6012" fmla="*/ 336709 h 885825"/>
                <a:gd name="connsiteX6013" fmla="*/ 266129 w 504825"/>
                <a:gd name="connsiteY6013" fmla="*/ 336614 h 885825"/>
                <a:gd name="connsiteX6014" fmla="*/ 266414 w 504825"/>
                <a:gd name="connsiteY6014" fmla="*/ 335756 h 885825"/>
                <a:gd name="connsiteX6015" fmla="*/ 266129 w 504825"/>
                <a:gd name="connsiteY6015" fmla="*/ 335090 h 885825"/>
                <a:gd name="connsiteX6016" fmla="*/ 265557 w 504825"/>
                <a:gd name="connsiteY6016" fmla="*/ 334899 h 885825"/>
                <a:gd name="connsiteX6017" fmla="*/ 265081 w 504825"/>
                <a:gd name="connsiteY6017" fmla="*/ 335185 h 885825"/>
                <a:gd name="connsiteX6018" fmla="*/ 264223 w 504825"/>
                <a:gd name="connsiteY6018" fmla="*/ 334709 h 885825"/>
                <a:gd name="connsiteX6019" fmla="*/ 262033 w 504825"/>
                <a:gd name="connsiteY6019" fmla="*/ 334423 h 885825"/>
                <a:gd name="connsiteX6020" fmla="*/ 261080 w 504825"/>
                <a:gd name="connsiteY6020" fmla="*/ 334518 h 885825"/>
                <a:gd name="connsiteX6021" fmla="*/ 260699 w 504825"/>
                <a:gd name="connsiteY6021" fmla="*/ 334994 h 885825"/>
                <a:gd name="connsiteX6022" fmla="*/ 260223 w 504825"/>
                <a:gd name="connsiteY6022" fmla="*/ 335947 h 885825"/>
                <a:gd name="connsiteX6023" fmla="*/ 259175 w 504825"/>
                <a:gd name="connsiteY6023" fmla="*/ 335756 h 885825"/>
                <a:gd name="connsiteX6024" fmla="*/ 257556 w 504825"/>
                <a:gd name="connsiteY6024" fmla="*/ 334804 h 885825"/>
                <a:gd name="connsiteX6025" fmla="*/ 256984 w 504825"/>
                <a:gd name="connsiteY6025" fmla="*/ 335375 h 885825"/>
                <a:gd name="connsiteX6026" fmla="*/ 256604 w 504825"/>
                <a:gd name="connsiteY6026" fmla="*/ 336614 h 885825"/>
                <a:gd name="connsiteX6027" fmla="*/ 256222 w 504825"/>
                <a:gd name="connsiteY6027" fmla="*/ 340233 h 885825"/>
                <a:gd name="connsiteX6028" fmla="*/ 256413 w 504825"/>
                <a:gd name="connsiteY6028" fmla="*/ 340519 h 885825"/>
                <a:gd name="connsiteX6029" fmla="*/ 256889 w 504825"/>
                <a:gd name="connsiteY6029" fmla="*/ 340519 h 885825"/>
                <a:gd name="connsiteX6030" fmla="*/ 257746 w 504825"/>
                <a:gd name="connsiteY6030" fmla="*/ 340804 h 885825"/>
                <a:gd name="connsiteX6031" fmla="*/ 258127 w 504825"/>
                <a:gd name="connsiteY6031" fmla="*/ 341281 h 885825"/>
                <a:gd name="connsiteX6032" fmla="*/ 259271 w 504825"/>
                <a:gd name="connsiteY6032" fmla="*/ 342995 h 885825"/>
                <a:gd name="connsiteX6033" fmla="*/ 259461 w 504825"/>
                <a:gd name="connsiteY6033" fmla="*/ 343567 h 885825"/>
                <a:gd name="connsiteX6034" fmla="*/ 259366 w 504825"/>
                <a:gd name="connsiteY6034" fmla="*/ 345472 h 885825"/>
                <a:gd name="connsiteX6035" fmla="*/ 259556 w 504825"/>
                <a:gd name="connsiteY6035" fmla="*/ 346139 h 885825"/>
                <a:gd name="connsiteX6036" fmla="*/ 260318 w 504825"/>
                <a:gd name="connsiteY6036" fmla="*/ 346424 h 885825"/>
                <a:gd name="connsiteX6037" fmla="*/ 261366 w 504825"/>
                <a:gd name="connsiteY6037" fmla="*/ 347567 h 885825"/>
                <a:gd name="connsiteX6038" fmla="*/ 262128 w 504825"/>
                <a:gd name="connsiteY6038" fmla="*/ 350044 h 885825"/>
                <a:gd name="connsiteX6039" fmla="*/ 262223 w 504825"/>
                <a:gd name="connsiteY6039" fmla="*/ 352139 h 885825"/>
                <a:gd name="connsiteX6040" fmla="*/ 261271 w 504825"/>
                <a:gd name="connsiteY6040" fmla="*/ 352330 h 885825"/>
                <a:gd name="connsiteX6041" fmla="*/ 261080 w 504825"/>
                <a:gd name="connsiteY6041" fmla="*/ 353759 h 885825"/>
                <a:gd name="connsiteX6042" fmla="*/ 207359 w 504825"/>
                <a:gd name="connsiteY6042" fmla="*/ 840295 h 885825"/>
                <a:gd name="connsiteX6043" fmla="*/ 206502 w 504825"/>
                <a:gd name="connsiteY6043" fmla="*/ 839534 h 885825"/>
                <a:gd name="connsiteX6044" fmla="*/ 205835 w 504825"/>
                <a:gd name="connsiteY6044" fmla="*/ 839438 h 885825"/>
                <a:gd name="connsiteX6045" fmla="*/ 205168 w 504825"/>
                <a:gd name="connsiteY6045" fmla="*/ 839629 h 885825"/>
                <a:gd name="connsiteX6046" fmla="*/ 204502 w 504825"/>
                <a:gd name="connsiteY6046" fmla="*/ 840010 h 885825"/>
                <a:gd name="connsiteX6047" fmla="*/ 203930 w 504825"/>
                <a:gd name="connsiteY6047" fmla="*/ 840486 h 885825"/>
                <a:gd name="connsiteX6048" fmla="*/ 203644 w 504825"/>
                <a:gd name="connsiteY6048" fmla="*/ 840962 h 885825"/>
                <a:gd name="connsiteX6049" fmla="*/ 203835 w 504825"/>
                <a:gd name="connsiteY6049" fmla="*/ 841439 h 885825"/>
                <a:gd name="connsiteX6050" fmla="*/ 204311 w 504825"/>
                <a:gd name="connsiteY6050" fmla="*/ 842105 h 885825"/>
                <a:gd name="connsiteX6051" fmla="*/ 204883 w 504825"/>
                <a:gd name="connsiteY6051" fmla="*/ 842677 h 885825"/>
                <a:gd name="connsiteX6052" fmla="*/ 205264 w 504825"/>
                <a:gd name="connsiteY6052" fmla="*/ 842962 h 885825"/>
                <a:gd name="connsiteX6053" fmla="*/ 206788 w 504825"/>
                <a:gd name="connsiteY6053" fmla="*/ 843439 h 885825"/>
                <a:gd name="connsiteX6054" fmla="*/ 207740 w 504825"/>
                <a:gd name="connsiteY6054" fmla="*/ 843248 h 885825"/>
                <a:gd name="connsiteX6055" fmla="*/ 208312 w 504825"/>
                <a:gd name="connsiteY6055" fmla="*/ 842105 h 885825"/>
                <a:gd name="connsiteX6056" fmla="*/ 208026 w 504825"/>
                <a:gd name="connsiteY6056" fmla="*/ 841153 h 885825"/>
                <a:gd name="connsiteX6057" fmla="*/ 207359 w 504825"/>
                <a:gd name="connsiteY6057" fmla="*/ 840295 h 885825"/>
                <a:gd name="connsiteX6058" fmla="*/ 262033 w 504825"/>
                <a:gd name="connsiteY6058" fmla="*/ 814673 h 885825"/>
                <a:gd name="connsiteX6059" fmla="*/ 260604 w 504825"/>
                <a:gd name="connsiteY6059" fmla="*/ 815245 h 885825"/>
                <a:gd name="connsiteX6060" fmla="*/ 258985 w 504825"/>
                <a:gd name="connsiteY6060" fmla="*/ 815245 h 885825"/>
                <a:gd name="connsiteX6061" fmla="*/ 257651 w 504825"/>
                <a:gd name="connsiteY6061" fmla="*/ 814768 h 885825"/>
                <a:gd name="connsiteX6062" fmla="*/ 254889 w 504825"/>
                <a:gd name="connsiteY6062" fmla="*/ 813054 h 885825"/>
                <a:gd name="connsiteX6063" fmla="*/ 254032 w 504825"/>
                <a:gd name="connsiteY6063" fmla="*/ 812864 h 885825"/>
                <a:gd name="connsiteX6064" fmla="*/ 254413 w 504825"/>
                <a:gd name="connsiteY6064" fmla="*/ 813816 h 885825"/>
                <a:gd name="connsiteX6065" fmla="*/ 255460 w 504825"/>
                <a:gd name="connsiteY6065" fmla="*/ 814959 h 885825"/>
                <a:gd name="connsiteX6066" fmla="*/ 258223 w 504825"/>
                <a:gd name="connsiteY6066" fmla="*/ 816769 h 885825"/>
                <a:gd name="connsiteX6067" fmla="*/ 258794 w 504825"/>
                <a:gd name="connsiteY6067" fmla="*/ 816864 h 885825"/>
                <a:gd name="connsiteX6068" fmla="*/ 261175 w 504825"/>
                <a:gd name="connsiteY6068" fmla="*/ 816007 h 885825"/>
                <a:gd name="connsiteX6069" fmla="*/ 262509 w 504825"/>
                <a:gd name="connsiteY6069" fmla="*/ 815340 h 885825"/>
                <a:gd name="connsiteX6070" fmla="*/ 262795 w 504825"/>
                <a:gd name="connsiteY6070" fmla="*/ 815150 h 885825"/>
                <a:gd name="connsiteX6071" fmla="*/ 262604 w 504825"/>
                <a:gd name="connsiteY6071" fmla="*/ 814483 h 885825"/>
                <a:gd name="connsiteX6072" fmla="*/ 262033 w 504825"/>
                <a:gd name="connsiteY6072" fmla="*/ 814673 h 885825"/>
                <a:gd name="connsiteX6073" fmla="*/ 262985 w 504825"/>
                <a:gd name="connsiteY6073" fmla="*/ 382524 h 885825"/>
                <a:gd name="connsiteX6074" fmla="*/ 264033 w 504825"/>
                <a:gd name="connsiteY6074" fmla="*/ 383762 h 885825"/>
                <a:gd name="connsiteX6075" fmla="*/ 264890 w 504825"/>
                <a:gd name="connsiteY6075" fmla="*/ 384334 h 885825"/>
                <a:gd name="connsiteX6076" fmla="*/ 265557 w 504825"/>
                <a:gd name="connsiteY6076" fmla="*/ 384619 h 885825"/>
                <a:gd name="connsiteX6077" fmla="*/ 267652 w 504825"/>
                <a:gd name="connsiteY6077" fmla="*/ 386525 h 885825"/>
                <a:gd name="connsiteX6078" fmla="*/ 271081 w 504825"/>
                <a:gd name="connsiteY6078" fmla="*/ 388810 h 885825"/>
                <a:gd name="connsiteX6079" fmla="*/ 273082 w 504825"/>
                <a:gd name="connsiteY6079" fmla="*/ 390525 h 885825"/>
                <a:gd name="connsiteX6080" fmla="*/ 274225 w 504825"/>
                <a:gd name="connsiteY6080" fmla="*/ 391192 h 885825"/>
                <a:gd name="connsiteX6081" fmla="*/ 275177 w 504825"/>
                <a:gd name="connsiteY6081" fmla="*/ 391192 h 885825"/>
                <a:gd name="connsiteX6082" fmla="*/ 275558 w 504825"/>
                <a:gd name="connsiteY6082" fmla="*/ 389953 h 885825"/>
                <a:gd name="connsiteX6083" fmla="*/ 274987 w 504825"/>
                <a:gd name="connsiteY6083" fmla="*/ 388715 h 885825"/>
                <a:gd name="connsiteX6084" fmla="*/ 273748 w 504825"/>
                <a:gd name="connsiteY6084" fmla="*/ 387667 h 885825"/>
                <a:gd name="connsiteX6085" fmla="*/ 271367 w 504825"/>
                <a:gd name="connsiteY6085" fmla="*/ 386048 h 885825"/>
                <a:gd name="connsiteX6086" fmla="*/ 264605 w 504825"/>
                <a:gd name="connsiteY6086" fmla="*/ 380238 h 885825"/>
                <a:gd name="connsiteX6087" fmla="*/ 264223 w 504825"/>
                <a:gd name="connsiteY6087" fmla="*/ 379667 h 885825"/>
                <a:gd name="connsiteX6088" fmla="*/ 264033 w 504825"/>
                <a:gd name="connsiteY6088" fmla="*/ 379381 h 885825"/>
                <a:gd name="connsiteX6089" fmla="*/ 263652 w 504825"/>
                <a:gd name="connsiteY6089" fmla="*/ 379190 h 885825"/>
                <a:gd name="connsiteX6090" fmla="*/ 262985 w 504825"/>
                <a:gd name="connsiteY6090" fmla="*/ 379095 h 885825"/>
                <a:gd name="connsiteX6091" fmla="*/ 262414 w 504825"/>
                <a:gd name="connsiteY6091" fmla="*/ 379285 h 885825"/>
                <a:gd name="connsiteX6092" fmla="*/ 262033 w 504825"/>
                <a:gd name="connsiteY6092" fmla="*/ 379762 h 885825"/>
                <a:gd name="connsiteX6093" fmla="*/ 261842 w 504825"/>
                <a:gd name="connsiteY6093" fmla="*/ 380428 h 885825"/>
                <a:gd name="connsiteX6094" fmla="*/ 262223 w 504825"/>
                <a:gd name="connsiteY6094" fmla="*/ 381381 h 885825"/>
                <a:gd name="connsiteX6095" fmla="*/ 262985 w 504825"/>
                <a:gd name="connsiteY6095" fmla="*/ 382524 h 885825"/>
                <a:gd name="connsiteX6096" fmla="*/ 232029 w 504825"/>
                <a:gd name="connsiteY6096" fmla="*/ 494252 h 885825"/>
                <a:gd name="connsiteX6097" fmla="*/ 232315 w 504825"/>
                <a:gd name="connsiteY6097" fmla="*/ 494633 h 885825"/>
                <a:gd name="connsiteX6098" fmla="*/ 232505 w 504825"/>
                <a:gd name="connsiteY6098" fmla="*/ 495205 h 885825"/>
                <a:gd name="connsiteX6099" fmla="*/ 232219 w 504825"/>
                <a:gd name="connsiteY6099" fmla="*/ 496252 h 885825"/>
                <a:gd name="connsiteX6100" fmla="*/ 232219 w 504825"/>
                <a:gd name="connsiteY6100" fmla="*/ 496634 h 885825"/>
                <a:gd name="connsiteX6101" fmla="*/ 232410 w 504825"/>
                <a:gd name="connsiteY6101" fmla="*/ 497491 h 885825"/>
                <a:gd name="connsiteX6102" fmla="*/ 232791 w 504825"/>
                <a:gd name="connsiteY6102" fmla="*/ 498348 h 885825"/>
                <a:gd name="connsiteX6103" fmla="*/ 233458 w 504825"/>
                <a:gd name="connsiteY6103" fmla="*/ 498919 h 885825"/>
                <a:gd name="connsiteX6104" fmla="*/ 234410 w 504825"/>
                <a:gd name="connsiteY6104" fmla="*/ 498824 h 885825"/>
                <a:gd name="connsiteX6105" fmla="*/ 235077 w 504825"/>
                <a:gd name="connsiteY6105" fmla="*/ 498158 h 885825"/>
                <a:gd name="connsiteX6106" fmla="*/ 235267 w 504825"/>
                <a:gd name="connsiteY6106" fmla="*/ 497300 h 885825"/>
                <a:gd name="connsiteX6107" fmla="*/ 235077 w 504825"/>
                <a:gd name="connsiteY6107" fmla="*/ 496443 h 885825"/>
                <a:gd name="connsiteX6108" fmla="*/ 234696 w 504825"/>
                <a:gd name="connsiteY6108" fmla="*/ 495586 h 885825"/>
                <a:gd name="connsiteX6109" fmla="*/ 232696 w 504825"/>
                <a:gd name="connsiteY6109" fmla="*/ 493014 h 885825"/>
                <a:gd name="connsiteX6110" fmla="*/ 232219 w 504825"/>
                <a:gd name="connsiteY6110" fmla="*/ 492824 h 885825"/>
                <a:gd name="connsiteX6111" fmla="*/ 232219 w 504825"/>
                <a:gd name="connsiteY6111" fmla="*/ 492919 h 885825"/>
                <a:gd name="connsiteX6112" fmla="*/ 232315 w 504825"/>
                <a:gd name="connsiteY6112" fmla="*/ 493300 h 885825"/>
                <a:gd name="connsiteX6113" fmla="*/ 232029 w 504825"/>
                <a:gd name="connsiteY6113" fmla="*/ 493871 h 885825"/>
                <a:gd name="connsiteX6114" fmla="*/ 232029 w 504825"/>
                <a:gd name="connsiteY6114" fmla="*/ 494252 h 885825"/>
                <a:gd name="connsiteX6115" fmla="*/ 133350 w 504825"/>
                <a:gd name="connsiteY6115" fmla="*/ 878491 h 885825"/>
                <a:gd name="connsiteX6116" fmla="*/ 133159 w 504825"/>
                <a:gd name="connsiteY6116" fmla="*/ 877538 h 885825"/>
                <a:gd name="connsiteX6117" fmla="*/ 133159 w 504825"/>
                <a:gd name="connsiteY6117" fmla="*/ 877062 h 885825"/>
                <a:gd name="connsiteX6118" fmla="*/ 133064 w 504825"/>
                <a:gd name="connsiteY6118" fmla="*/ 876586 h 885825"/>
                <a:gd name="connsiteX6119" fmla="*/ 132969 w 504825"/>
                <a:gd name="connsiteY6119" fmla="*/ 876109 h 885825"/>
                <a:gd name="connsiteX6120" fmla="*/ 132779 w 504825"/>
                <a:gd name="connsiteY6120" fmla="*/ 875728 h 885825"/>
                <a:gd name="connsiteX6121" fmla="*/ 132397 w 504825"/>
                <a:gd name="connsiteY6121" fmla="*/ 875252 h 885825"/>
                <a:gd name="connsiteX6122" fmla="*/ 131826 w 504825"/>
                <a:gd name="connsiteY6122" fmla="*/ 874871 h 885825"/>
                <a:gd name="connsiteX6123" fmla="*/ 131254 w 504825"/>
                <a:gd name="connsiteY6123" fmla="*/ 874681 h 885825"/>
                <a:gd name="connsiteX6124" fmla="*/ 130683 w 504825"/>
                <a:gd name="connsiteY6124" fmla="*/ 874871 h 885825"/>
                <a:gd name="connsiteX6125" fmla="*/ 131350 w 504825"/>
                <a:gd name="connsiteY6125" fmla="*/ 876395 h 885825"/>
                <a:gd name="connsiteX6126" fmla="*/ 131826 w 504825"/>
                <a:gd name="connsiteY6126" fmla="*/ 878015 h 885825"/>
                <a:gd name="connsiteX6127" fmla="*/ 132112 w 504825"/>
                <a:gd name="connsiteY6127" fmla="*/ 881539 h 885825"/>
                <a:gd name="connsiteX6128" fmla="*/ 131826 w 504825"/>
                <a:gd name="connsiteY6128" fmla="*/ 884587 h 885825"/>
                <a:gd name="connsiteX6129" fmla="*/ 131826 w 504825"/>
                <a:gd name="connsiteY6129" fmla="*/ 887825 h 885825"/>
                <a:gd name="connsiteX6130" fmla="*/ 132397 w 504825"/>
                <a:gd name="connsiteY6130" fmla="*/ 887254 h 885825"/>
                <a:gd name="connsiteX6131" fmla="*/ 133921 w 504825"/>
                <a:gd name="connsiteY6131" fmla="*/ 883729 h 885825"/>
                <a:gd name="connsiteX6132" fmla="*/ 134112 w 504825"/>
                <a:gd name="connsiteY6132" fmla="*/ 882968 h 885825"/>
                <a:gd name="connsiteX6133" fmla="*/ 134302 w 504825"/>
                <a:gd name="connsiteY6133" fmla="*/ 882110 h 885825"/>
                <a:gd name="connsiteX6134" fmla="*/ 134302 w 504825"/>
                <a:gd name="connsiteY6134" fmla="*/ 881158 h 885825"/>
                <a:gd name="connsiteX6135" fmla="*/ 134112 w 504825"/>
                <a:gd name="connsiteY6135" fmla="*/ 880301 h 885825"/>
                <a:gd name="connsiteX6136" fmla="*/ 133350 w 504825"/>
                <a:gd name="connsiteY6136" fmla="*/ 878491 h 885825"/>
                <a:gd name="connsiteX6137" fmla="*/ 147542 w 504825"/>
                <a:gd name="connsiteY6137" fmla="*/ 529495 h 885825"/>
                <a:gd name="connsiteX6138" fmla="*/ 148018 w 504825"/>
                <a:gd name="connsiteY6138" fmla="*/ 529971 h 885825"/>
                <a:gd name="connsiteX6139" fmla="*/ 148399 w 504825"/>
                <a:gd name="connsiteY6139" fmla="*/ 530447 h 885825"/>
                <a:gd name="connsiteX6140" fmla="*/ 148399 w 504825"/>
                <a:gd name="connsiteY6140" fmla="*/ 530638 h 885825"/>
                <a:gd name="connsiteX6141" fmla="*/ 148971 w 504825"/>
                <a:gd name="connsiteY6141" fmla="*/ 530352 h 885825"/>
                <a:gd name="connsiteX6142" fmla="*/ 149352 w 504825"/>
                <a:gd name="connsiteY6142" fmla="*/ 529876 h 885825"/>
                <a:gd name="connsiteX6143" fmla="*/ 149733 w 504825"/>
                <a:gd name="connsiteY6143" fmla="*/ 529209 h 885825"/>
                <a:gd name="connsiteX6144" fmla="*/ 150209 w 504825"/>
                <a:gd name="connsiteY6144" fmla="*/ 529304 h 885825"/>
                <a:gd name="connsiteX6145" fmla="*/ 151066 w 504825"/>
                <a:gd name="connsiteY6145" fmla="*/ 529590 h 885825"/>
                <a:gd name="connsiteX6146" fmla="*/ 151733 w 504825"/>
                <a:gd name="connsiteY6146" fmla="*/ 529590 h 885825"/>
                <a:gd name="connsiteX6147" fmla="*/ 151352 w 504825"/>
                <a:gd name="connsiteY6147" fmla="*/ 530257 h 885825"/>
                <a:gd name="connsiteX6148" fmla="*/ 151066 w 504825"/>
                <a:gd name="connsiteY6148" fmla="*/ 531019 h 885825"/>
                <a:gd name="connsiteX6149" fmla="*/ 151162 w 504825"/>
                <a:gd name="connsiteY6149" fmla="*/ 531685 h 885825"/>
                <a:gd name="connsiteX6150" fmla="*/ 151733 w 504825"/>
                <a:gd name="connsiteY6150" fmla="*/ 532162 h 885825"/>
                <a:gd name="connsiteX6151" fmla="*/ 152781 w 504825"/>
                <a:gd name="connsiteY6151" fmla="*/ 530733 h 885825"/>
                <a:gd name="connsiteX6152" fmla="*/ 153638 w 504825"/>
                <a:gd name="connsiteY6152" fmla="*/ 528828 h 885825"/>
                <a:gd name="connsiteX6153" fmla="*/ 154019 w 504825"/>
                <a:gd name="connsiteY6153" fmla="*/ 526733 h 885825"/>
                <a:gd name="connsiteX6154" fmla="*/ 153543 w 504825"/>
                <a:gd name="connsiteY6154" fmla="*/ 524827 h 885825"/>
                <a:gd name="connsiteX6155" fmla="*/ 153067 w 504825"/>
                <a:gd name="connsiteY6155" fmla="*/ 524542 h 885825"/>
                <a:gd name="connsiteX6156" fmla="*/ 152590 w 504825"/>
                <a:gd name="connsiteY6156" fmla="*/ 524542 h 885825"/>
                <a:gd name="connsiteX6157" fmla="*/ 152019 w 504825"/>
                <a:gd name="connsiteY6157" fmla="*/ 524827 h 885825"/>
                <a:gd name="connsiteX6158" fmla="*/ 151447 w 504825"/>
                <a:gd name="connsiteY6158" fmla="*/ 525209 h 885825"/>
                <a:gd name="connsiteX6159" fmla="*/ 152305 w 504825"/>
                <a:gd name="connsiteY6159" fmla="*/ 525590 h 885825"/>
                <a:gd name="connsiteX6160" fmla="*/ 152495 w 504825"/>
                <a:gd name="connsiteY6160" fmla="*/ 526256 h 885825"/>
                <a:gd name="connsiteX6161" fmla="*/ 152305 w 504825"/>
                <a:gd name="connsiteY6161" fmla="*/ 527018 h 885825"/>
                <a:gd name="connsiteX6162" fmla="*/ 151924 w 504825"/>
                <a:gd name="connsiteY6162" fmla="*/ 527780 h 885825"/>
                <a:gd name="connsiteX6163" fmla="*/ 151733 w 504825"/>
                <a:gd name="connsiteY6163" fmla="*/ 527304 h 885825"/>
                <a:gd name="connsiteX6164" fmla="*/ 151447 w 504825"/>
                <a:gd name="connsiteY6164" fmla="*/ 527114 h 885825"/>
                <a:gd name="connsiteX6165" fmla="*/ 151162 w 504825"/>
                <a:gd name="connsiteY6165" fmla="*/ 527209 h 885825"/>
                <a:gd name="connsiteX6166" fmla="*/ 150876 w 504825"/>
                <a:gd name="connsiteY6166" fmla="*/ 527685 h 885825"/>
                <a:gd name="connsiteX6167" fmla="*/ 150400 w 504825"/>
                <a:gd name="connsiteY6167" fmla="*/ 527304 h 885825"/>
                <a:gd name="connsiteX6168" fmla="*/ 149828 w 504825"/>
                <a:gd name="connsiteY6168" fmla="*/ 526447 h 885825"/>
                <a:gd name="connsiteX6169" fmla="*/ 149447 w 504825"/>
                <a:gd name="connsiteY6169" fmla="*/ 525970 h 885825"/>
                <a:gd name="connsiteX6170" fmla="*/ 149352 w 504825"/>
                <a:gd name="connsiteY6170" fmla="*/ 527590 h 885825"/>
                <a:gd name="connsiteX6171" fmla="*/ 149161 w 504825"/>
                <a:gd name="connsiteY6171" fmla="*/ 528542 h 885825"/>
                <a:gd name="connsiteX6172" fmla="*/ 148590 w 504825"/>
                <a:gd name="connsiteY6172" fmla="*/ 528923 h 885825"/>
                <a:gd name="connsiteX6173" fmla="*/ 147733 w 504825"/>
                <a:gd name="connsiteY6173" fmla="*/ 528352 h 885825"/>
                <a:gd name="connsiteX6174" fmla="*/ 146971 w 504825"/>
                <a:gd name="connsiteY6174" fmla="*/ 527399 h 885825"/>
                <a:gd name="connsiteX6175" fmla="*/ 146304 w 504825"/>
                <a:gd name="connsiteY6175" fmla="*/ 526923 h 885825"/>
                <a:gd name="connsiteX6176" fmla="*/ 145637 w 504825"/>
                <a:gd name="connsiteY6176" fmla="*/ 527876 h 885825"/>
                <a:gd name="connsiteX6177" fmla="*/ 146399 w 504825"/>
                <a:gd name="connsiteY6177" fmla="*/ 528066 h 885825"/>
                <a:gd name="connsiteX6178" fmla="*/ 146685 w 504825"/>
                <a:gd name="connsiteY6178" fmla="*/ 529114 h 885825"/>
                <a:gd name="connsiteX6179" fmla="*/ 147256 w 504825"/>
                <a:gd name="connsiteY6179" fmla="*/ 529304 h 885825"/>
                <a:gd name="connsiteX6180" fmla="*/ 147542 w 504825"/>
                <a:gd name="connsiteY6180" fmla="*/ 529495 h 885825"/>
                <a:gd name="connsiteX6181" fmla="*/ 143161 w 504825"/>
                <a:gd name="connsiteY6181" fmla="*/ 576167 h 885825"/>
                <a:gd name="connsiteX6182" fmla="*/ 142684 w 504825"/>
                <a:gd name="connsiteY6182" fmla="*/ 575215 h 885825"/>
                <a:gd name="connsiteX6183" fmla="*/ 142304 w 504825"/>
                <a:gd name="connsiteY6183" fmla="*/ 573024 h 885825"/>
                <a:gd name="connsiteX6184" fmla="*/ 141541 w 504825"/>
                <a:gd name="connsiteY6184" fmla="*/ 572357 h 885825"/>
                <a:gd name="connsiteX6185" fmla="*/ 141637 w 504825"/>
                <a:gd name="connsiteY6185" fmla="*/ 571976 h 885825"/>
                <a:gd name="connsiteX6186" fmla="*/ 141637 w 504825"/>
                <a:gd name="connsiteY6186" fmla="*/ 571691 h 885825"/>
                <a:gd name="connsiteX6187" fmla="*/ 141541 w 504825"/>
                <a:gd name="connsiteY6187" fmla="*/ 571405 h 885825"/>
                <a:gd name="connsiteX6188" fmla="*/ 141256 w 504825"/>
                <a:gd name="connsiteY6188" fmla="*/ 570928 h 885825"/>
                <a:gd name="connsiteX6189" fmla="*/ 141637 w 504825"/>
                <a:gd name="connsiteY6189" fmla="*/ 570738 h 885825"/>
                <a:gd name="connsiteX6190" fmla="*/ 142113 w 504825"/>
                <a:gd name="connsiteY6190" fmla="*/ 570643 h 885825"/>
                <a:gd name="connsiteX6191" fmla="*/ 142589 w 504825"/>
                <a:gd name="connsiteY6191" fmla="*/ 570738 h 885825"/>
                <a:gd name="connsiteX6192" fmla="*/ 143065 w 504825"/>
                <a:gd name="connsiteY6192" fmla="*/ 570928 h 885825"/>
                <a:gd name="connsiteX6193" fmla="*/ 142304 w 504825"/>
                <a:gd name="connsiteY6193" fmla="*/ 569690 h 885825"/>
                <a:gd name="connsiteX6194" fmla="*/ 141637 w 504825"/>
                <a:gd name="connsiteY6194" fmla="*/ 569690 h 885825"/>
                <a:gd name="connsiteX6195" fmla="*/ 140875 w 504825"/>
                <a:gd name="connsiteY6195" fmla="*/ 570071 h 885825"/>
                <a:gd name="connsiteX6196" fmla="*/ 139732 w 504825"/>
                <a:gd name="connsiteY6196" fmla="*/ 570167 h 885825"/>
                <a:gd name="connsiteX6197" fmla="*/ 138970 w 504825"/>
                <a:gd name="connsiteY6197" fmla="*/ 569785 h 885825"/>
                <a:gd name="connsiteX6198" fmla="*/ 138970 w 504825"/>
                <a:gd name="connsiteY6198" fmla="*/ 569214 h 885825"/>
                <a:gd name="connsiteX6199" fmla="*/ 139255 w 504825"/>
                <a:gd name="connsiteY6199" fmla="*/ 568452 h 885825"/>
                <a:gd name="connsiteX6200" fmla="*/ 139446 w 504825"/>
                <a:gd name="connsiteY6200" fmla="*/ 567404 h 885825"/>
                <a:gd name="connsiteX6201" fmla="*/ 139446 w 504825"/>
                <a:gd name="connsiteY6201" fmla="*/ 565404 h 885825"/>
                <a:gd name="connsiteX6202" fmla="*/ 139065 w 504825"/>
                <a:gd name="connsiteY6202" fmla="*/ 563785 h 885825"/>
                <a:gd name="connsiteX6203" fmla="*/ 139255 w 504825"/>
                <a:gd name="connsiteY6203" fmla="*/ 563118 h 885825"/>
                <a:gd name="connsiteX6204" fmla="*/ 139541 w 504825"/>
                <a:gd name="connsiteY6204" fmla="*/ 562451 h 885825"/>
                <a:gd name="connsiteX6205" fmla="*/ 139636 w 504825"/>
                <a:gd name="connsiteY6205" fmla="*/ 561689 h 885825"/>
                <a:gd name="connsiteX6206" fmla="*/ 139160 w 504825"/>
                <a:gd name="connsiteY6206" fmla="*/ 561023 h 885825"/>
                <a:gd name="connsiteX6207" fmla="*/ 138970 w 504825"/>
                <a:gd name="connsiteY6207" fmla="*/ 561118 h 885825"/>
                <a:gd name="connsiteX6208" fmla="*/ 138779 w 504825"/>
                <a:gd name="connsiteY6208" fmla="*/ 561213 h 885825"/>
                <a:gd name="connsiteX6209" fmla="*/ 138113 w 504825"/>
                <a:gd name="connsiteY6209" fmla="*/ 561308 h 885825"/>
                <a:gd name="connsiteX6210" fmla="*/ 137827 w 504825"/>
                <a:gd name="connsiteY6210" fmla="*/ 561499 h 885825"/>
                <a:gd name="connsiteX6211" fmla="*/ 137541 w 504825"/>
                <a:gd name="connsiteY6211" fmla="*/ 561784 h 885825"/>
                <a:gd name="connsiteX6212" fmla="*/ 137160 w 504825"/>
                <a:gd name="connsiteY6212" fmla="*/ 562070 h 885825"/>
                <a:gd name="connsiteX6213" fmla="*/ 136493 w 504825"/>
                <a:gd name="connsiteY6213" fmla="*/ 562166 h 885825"/>
                <a:gd name="connsiteX6214" fmla="*/ 135922 w 504825"/>
                <a:gd name="connsiteY6214" fmla="*/ 561975 h 885825"/>
                <a:gd name="connsiteX6215" fmla="*/ 135541 w 504825"/>
                <a:gd name="connsiteY6215" fmla="*/ 561594 h 885825"/>
                <a:gd name="connsiteX6216" fmla="*/ 135255 w 504825"/>
                <a:gd name="connsiteY6216" fmla="*/ 561023 h 885825"/>
                <a:gd name="connsiteX6217" fmla="*/ 135064 w 504825"/>
                <a:gd name="connsiteY6217" fmla="*/ 559879 h 885825"/>
                <a:gd name="connsiteX6218" fmla="*/ 134588 w 504825"/>
                <a:gd name="connsiteY6218" fmla="*/ 559022 h 885825"/>
                <a:gd name="connsiteX6219" fmla="*/ 134398 w 504825"/>
                <a:gd name="connsiteY6219" fmla="*/ 558451 h 885825"/>
                <a:gd name="connsiteX6220" fmla="*/ 134398 w 504825"/>
                <a:gd name="connsiteY6220" fmla="*/ 557879 h 885825"/>
                <a:gd name="connsiteX6221" fmla="*/ 134683 w 504825"/>
                <a:gd name="connsiteY6221" fmla="*/ 556832 h 885825"/>
                <a:gd name="connsiteX6222" fmla="*/ 134779 w 504825"/>
                <a:gd name="connsiteY6222" fmla="*/ 556355 h 885825"/>
                <a:gd name="connsiteX6223" fmla="*/ 134779 w 504825"/>
                <a:gd name="connsiteY6223" fmla="*/ 555784 h 885825"/>
                <a:gd name="connsiteX6224" fmla="*/ 134493 w 504825"/>
                <a:gd name="connsiteY6224" fmla="*/ 554641 h 885825"/>
                <a:gd name="connsiteX6225" fmla="*/ 134398 w 504825"/>
                <a:gd name="connsiteY6225" fmla="*/ 553974 h 885825"/>
                <a:gd name="connsiteX6226" fmla="*/ 134493 w 504825"/>
                <a:gd name="connsiteY6226" fmla="*/ 553307 h 885825"/>
                <a:gd name="connsiteX6227" fmla="*/ 135064 w 504825"/>
                <a:gd name="connsiteY6227" fmla="*/ 551783 h 885825"/>
                <a:gd name="connsiteX6228" fmla="*/ 135446 w 504825"/>
                <a:gd name="connsiteY6228" fmla="*/ 551498 h 885825"/>
                <a:gd name="connsiteX6229" fmla="*/ 136207 w 504825"/>
                <a:gd name="connsiteY6229" fmla="*/ 551783 h 885825"/>
                <a:gd name="connsiteX6230" fmla="*/ 137350 w 504825"/>
                <a:gd name="connsiteY6230" fmla="*/ 552450 h 885825"/>
                <a:gd name="connsiteX6231" fmla="*/ 137922 w 504825"/>
                <a:gd name="connsiteY6231" fmla="*/ 552069 h 885825"/>
                <a:gd name="connsiteX6232" fmla="*/ 138017 w 504825"/>
                <a:gd name="connsiteY6232" fmla="*/ 551688 h 885825"/>
                <a:gd name="connsiteX6233" fmla="*/ 137446 w 504825"/>
                <a:gd name="connsiteY6233" fmla="*/ 549307 h 885825"/>
                <a:gd name="connsiteX6234" fmla="*/ 136969 w 504825"/>
                <a:gd name="connsiteY6234" fmla="*/ 548640 h 885825"/>
                <a:gd name="connsiteX6235" fmla="*/ 135636 w 504825"/>
                <a:gd name="connsiteY6235" fmla="*/ 547497 h 885825"/>
                <a:gd name="connsiteX6236" fmla="*/ 134969 w 504825"/>
                <a:gd name="connsiteY6236" fmla="*/ 546259 h 885825"/>
                <a:gd name="connsiteX6237" fmla="*/ 135160 w 504825"/>
                <a:gd name="connsiteY6237" fmla="*/ 545116 h 885825"/>
                <a:gd name="connsiteX6238" fmla="*/ 136493 w 504825"/>
                <a:gd name="connsiteY6238" fmla="*/ 542925 h 885825"/>
                <a:gd name="connsiteX6239" fmla="*/ 137255 w 504825"/>
                <a:gd name="connsiteY6239" fmla="*/ 540734 h 885825"/>
                <a:gd name="connsiteX6240" fmla="*/ 137636 w 504825"/>
                <a:gd name="connsiteY6240" fmla="*/ 538543 h 885825"/>
                <a:gd name="connsiteX6241" fmla="*/ 137541 w 504825"/>
                <a:gd name="connsiteY6241" fmla="*/ 536448 h 885825"/>
                <a:gd name="connsiteX6242" fmla="*/ 136779 w 504825"/>
                <a:gd name="connsiteY6242" fmla="*/ 534543 h 885825"/>
                <a:gd name="connsiteX6243" fmla="*/ 136493 w 504825"/>
                <a:gd name="connsiteY6243" fmla="*/ 534829 h 885825"/>
                <a:gd name="connsiteX6244" fmla="*/ 136112 w 504825"/>
                <a:gd name="connsiteY6244" fmla="*/ 535115 h 885825"/>
                <a:gd name="connsiteX6245" fmla="*/ 136017 w 504825"/>
                <a:gd name="connsiteY6245" fmla="*/ 535305 h 885825"/>
                <a:gd name="connsiteX6246" fmla="*/ 135541 w 504825"/>
                <a:gd name="connsiteY6246" fmla="*/ 534924 h 885825"/>
                <a:gd name="connsiteX6247" fmla="*/ 135160 w 504825"/>
                <a:gd name="connsiteY6247" fmla="*/ 534448 h 885825"/>
                <a:gd name="connsiteX6248" fmla="*/ 134969 w 504825"/>
                <a:gd name="connsiteY6248" fmla="*/ 533876 h 885825"/>
                <a:gd name="connsiteX6249" fmla="*/ 134779 w 504825"/>
                <a:gd name="connsiteY6249" fmla="*/ 533305 h 885825"/>
                <a:gd name="connsiteX6250" fmla="*/ 134683 w 504825"/>
                <a:gd name="connsiteY6250" fmla="*/ 533019 h 885825"/>
                <a:gd name="connsiteX6251" fmla="*/ 134683 w 504825"/>
                <a:gd name="connsiteY6251" fmla="*/ 532067 h 885825"/>
                <a:gd name="connsiteX6252" fmla="*/ 134588 w 504825"/>
                <a:gd name="connsiteY6252" fmla="*/ 531400 h 885825"/>
                <a:gd name="connsiteX6253" fmla="*/ 134398 w 504825"/>
                <a:gd name="connsiteY6253" fmla="*/ 530543 h 885825"/>
                <a:gd name="connsiteX6254" fmla="*/ 134017 w 504825"/>
                <a:gd name="connsiteY6254" fmla="*/ 529971 h 885825"/>
                <a:gd name="connsiteX6255" fmla="*/ 133445 w 504825"/>
                <a:gd name="connsiteY6255" fmla="*/ 530066 h 885825"/>
                <a:gd name="connsiteX6256" fmla="*/ 133064 w 504825"/>
                <a:gd name="connsiteY6256" fmla="*/ 530638 h 885825"/>
                <a:gd name="connsiteX6257" fmla="*/ 132874 w 504825"/>
                <a:gd name="connsiteY6257" fmla="*/ 531400 h 885825"/>
                <a:gd name="connsiteX6258" fmla="*/ 132779 w 504825"/>
                <a:gd name="connsiteY6258" fmla="*/ 532924 h 885825"/>
                <a:gd name="connsiteX6259" fmla="*/ 132588 w 504825"/>
                <a:gd name="connsiteY6259" fmla="*/ 533495 h 885825"/>
                <a:gd name="connsiteX6260" fmla="*/ 132112 w 504825"/>
                <a:gd name="connsiteY6260" fmla="*/ 534067 h 885825"/>
                <a:gd name="connsiteX6261" fmla="*/ 131254 w 504825"/>
                <a:gd name="connsiteY6261" fmla="*/ 534924 h 885825"/>
                <a:gd name="connsiteX6262" fmla="*/ 131254 w 504825"/>
                <a:gd name="connsiteY6262" fmla="*/ 534734 h 885825"/>
                <a:gd name="connsiteX6263" fmla="*/ 130969 w 504825"/>
                <a:gd name="connsiteY6263" fmla="*/ 534543 h 885825"/>
                <a:gd name="connsiteX6264" fmla="*/ 130683 w 504825"/>
                <a:gd name="connsiteY6264" fmla="*/ 534543 h 885825"/>
                <a:gd name="connsiteX6265" fmla="*/ 130492 w 504825"/>
                <a:gd name="connsiteY6265" fmla="*/ 534734 h 885825"/>
                <a:gd name="connsiteX6266" fmla="*/ 130492 w 504825"/>
                <a:gd name="connsiteY6266" fmla="*/ 535115 h 885825"/>
                <a:gd name="connsiteX6267" fmla="*/ 130397 w 504825"/>
                <a:gd name="connsiteY6267" fmla="*/ 535400 h 885825"/>
                <a:gd name="connsiteX6268" fmla="*/ 130207 w 504825"/>
                <a:gd name="connsiteY6268" fmla="*/ 535591 h 885825"/>
                <a:gd name="connsiteX6269" fmla="*/ 129921 w 504825"/>
                <a:gd name="connsiteY6269" fmla="*/ 535876 h 885825"/>
                <a:gd name="connsiteX6270" fmla="*/ 129635 w 504825"/>
                <a:gd name="connsiteY6270" fmla="*/ 536734 h 885825"/>
                <a:gd name="connsiteX6271" fmla="*/ 130016 w 504825"/>
                <a:gd name="connsiteY6271" fmla="*/ 539306 h 885825"/>
                <a:gd name="connsiteX6272" fmla="*/ 130016 w 504825"/>
                <a:gd name="connsiteY6272" fmla="*/ 540544 h 885825"/>
                <a:gd name="connsiteX6273" fmla="*/ 129730 w 504825"/>
                <a:gd name="connsiteY6273" fmla="*/ 541306 h 885825"/>
                <a:gd name="connsiteX6274" fmla="*/ 129159 w 504825"/>
                <a:gd name="connsiteY6274" fmla="*/ 542163 h 885825"/>
                <a:gd name="connsiteX6275" fmla="*/ 128492 w 504825"/>
                <a:gd name="connsiteY6275" fmla="*/ 542734 h 885825"/>
                <a:gd name="connsiteX6276" fmla="*/ 127825 w 504825"/>
                <a:gd name="connsiteY6276" fmla="*/ 542639 h 885825"/>
                <a:gd name="connsiteX6277" fmla="*/ 128016 w 504825"/>
                <a:gd name="connsiteY6277" fmla="*/ 543401 h 885825"/>
                <a:gd name="connsiteX6278" fmla="*/ 128397 w 504825"/>
                <a:gd name="connsiteY6278" fmla="*/ 544068 h 885825"/>
                <a:gd name="connsiteX6279" fmla="*/ 129254 w 504825"/>
                <a:gd name="connsiteY6279" fmla="*/ 545211 h 885825"/>
                <a:gd name="connsiteX6280" fmla="*/ 129349 w 504825"/>
                <a:gd name="connsiteY6280" fmla="*/ 545116 h 885825"/>
                <a:gd name="connsiteX6281" fmla="*/ 129826 w 504825"/>
                <a:gd name="connsiteY6281" fmla="*/ 545497 h 885825"/>
                <a:gd name="connsiteX6282" fmla="*/ 130111 w 504825"/>
                <a:gd name="connsiteY6282" fmla="*/ 546164 h 885825"/>
                <a:gd name="connsiteX6283" fmla="*/ 129445 w 504825"/>
                <a:gd name="connsiteY6283" fmla="*/ 547592 h 885825"/>
                <a:gd name="connsiteX6284" fmla="*/ 129445 w 504825"/>
                <a:gd name="connsiteY6284" fmla="*/ 549116 h 885825"/>
                <a:gd name="connsiteX6285" fmla="*/ 129254 w 504825"/>
                <a:gd name="connsiteY6285" fmla="*/ 549783 h 885825"/>
                <a:gd name="connsiteX6286" fmla="*/ 128778 w 504825"/>
                <a:gd name="connsiteY6286" fmla="*/ 550164 h 885825"/>
                <a:gd name="connsiteX6287" fmla="*/ 128302 w 504825"/>
                <a:gd name="connsiteY6287" fmla="*/ 550164 h 885825"/>
                <a:gd name="connsiteX6288" fmla="*/ 127825 w 504825"/>
                <a:gd name="connsiteY6288" fmla="*/ 549974 h 885825"/>
                <a:gd name="connsiteX6289" fmla="*/ 127254 w 504825"/>
                <a:gd name="connsiteY6289" fmla="*/ 549878 h 885825"/>
                <a:gd name="connsiteX6290" fmla="*/ 126492 w 504825"/>
                <a:gd name="connsiteY6290" fmla="*/ 549307 h 885825"/>
                <a:gd name="connsiteX6291" fmla="*/ 125730 w 504825"/>
                <a:gd name="connsiteY6291" fmla="*/ 548164 h 885825"/>
                <a:gd name="connsiteX6292" fmla="*/ 125063 w 504825"/>
                <a:gd name="connsiteY6292" fmla="*/ 547402 h 885825"/>
                <a:gd name="connsiteX6293" fmla="*/ 124587 w 504825"/>
                <a:gd name="connsiteY6293" fmla="*/ 548068 h 885825"/>
                <a:gd name="connsiteX6294" fmla="*/ 124682 w 504825"/>
                <a:gd name="connsiteY6294" fmla="*/ 549497 h 885825"/>
                <a:gd name="connsiteX6295" fmla="*/ 126016 w 504825"/>
                <a:gd name="connsiteY6295" fmla="*/ 551688 h 885825"/>
                <a:gd name="connsiteX6296" fmla="*/ 126397 w 504825"/>
                <a:gd name="connsiteY6296" fmla="*/ 552926 h 885825"/>
                <a:gd name="connsiteX6297" fmla="*/ 125730 w 504825"/>
                <a:gd name="connsiteY6297" fmla="*/ 552926 h 885825"/>
                <a:gd name="connsiteX6298" fmla="*/ 125349 w 504825"/>
                <a:gd name="connsiteY6298" fmla="*/ 552736 h 885825"/>
                <a:gd name="connsiteX6299" fmla="*/ 125063 w 504825"/>
                <a:gd name="connsiteY6299" fmla="*/ 552355 h 885825"/>
                <a:gd name="connsiteX6300" fmla="*/ 124968 w 504825"/>
                <a:gd name="connsiteY6300" fmla="*/ 551783 h 885825"/>
                <a:gd name="connsiteX6301" fmla="*/ 124587 w 504825"/>
                <a:gd name="connsiteY6301" fmla="*/ 551783 h 885825"/>
                <a:gd name="connsiteX6302" fmla="*/ 124587 w 504825"/>
                <a:gd name="connsiteY6302" fmla="*/ 552164 h 885825"/>
                <a:gd name="connsiteX6303" fmla="*/ 124301 w 504825"/>
                <a:gd name="connsiteY6303" fmla="*/ 552926 h 885825"/>
                <a:gd name="connsiteX6304" fmla="*/ 124301 w 504825"/>
                <a:gd name="connsiteY6304" fmla="*/ 555974 h 885825"/>
                <a:gd name="connsiteX6305" fmla="*/ 124587 w 504825"/>
                <a:gd name="connsiteY6305" fmla="*/ 556451 h 885825"/>
                <a:gd name="connsiteX6306" fmla="*/ 125254 w 504825"/>
                <a:gd name="connsiteY6306" fmla="*/ 556451 h 885825"/>
                <a:gd name="connsiteX6307" fmla="*/ 126016 w 504825"/>
                <a:gd name="connsiteY6307" fmla="*/ 556355 h 885825"/>
                <a:gd name="connsiteX6308" fmla="*/ 126492 w 504825"/>
                <a:gd name="connsiteY6308" fmla="*/ 556451 h 885825"/>
                <a:gd name="connsiteX6309" fmla="*/ 126397 w 504825"/>
                <a:gd name="connsiteY6309" fmla="*/ 556736 h 885825"/>
                <a:gd name="connsiteX6310" fmla="*/ 125825 w 504825"/>
                <a:gd name="connsiteY6310" fmla="*/ 557784 h 885825"/>
                <a:gd name="connsiteX6311" fmla="*/ 125730 w 504825"/>
                <a:gd name="connsiteY6311" fmla="*/ 558260 h 885825"/>
                <a:gd name="connsiteX6312" fmla="*/ 126206 w 504825"/>
                <a:gd name="connsiteY6312" fmla="*/ 559403 h 885825"/>
                <a:gd name="connsiteX6313" fmla="*/ 126968 w 504825"/>
                <a:gd name="connsiteY6313" fmla="*/ 559975 h 885825"/>
                <a:gd name="connsiteX6314" fmla="*/ 127921 w 504825"/>
                <a:gd name="connsiteY6314" fmla="*/ 560165 h 885825"/>
                <a:gd name="connsiteX6315" fmla="*/ 128778 w 504825"/>
                <a:gd name="connsiteY6315" fmla="*/ 560165 h 885825"/>
                <a:gd name="connsiteX6316" fmla="*/ 129445 w 504825"/>
                <a:gd name="connsiteY6316" fmla="*/ 560356 h 885825"/>
                <a:gd name="connsiteX6317" fmla="*/ 130302 w 504825"/>
                <a:gd name="connsiteY6317" fmla="*/ 560832 h 885825"/>
                <a:gd name="connsiteX6318" fmla="*/ 131064 w 504825"/>
                <a:gd name="connsiteY6318" fmla="*/ 561403 h 885825"/>
                <a:gd name="connsiteX6319" fmla="*/ 131445 w 504825"/>
                <a:gd name="connsiteY6319" fmla="*/ 561975 h 885825"/>
                <a:gd name="connsiteX6320" fmla="*/ 131254 w 504825"/>
                <a:gd name="connsiteY6320" fmla="*/ 562261 h 885825"/>
                <a:gd name="connsiteX6321" fmla="*/ 130778 w 504825"/>
                <a:gd name="connsiteY6321" fmla="*/ 563023 h 885825"/>
                <a:gd name="connsiteX6322" fmla="*/ 130588 w 504825"/>
                <a:gd name="connsiteY6322" fmla="*/ 563785 h 885825"/>
                <a:gd name="connsiteX6323" fmla="*/ 130873 w 504825"/>
                <a:gd name="connsiteY6323" fmla="*/ 564166 h 885825"/>
                <a:gd name="connsiteX6324" fmla="*/ 131635 w 504825"/>
                <a:gd name="connsiteY6324" fmla="*/ 565785 h 885825"/>
                <a:gd name="connsiteX6325" fmla="*/ 131921 w 504825"/>
                <a:gd name="connsiteY6325" fmla="*/ 566166 h 885825"/>
                <a:gd name="connsiteX6326" fmla="*/ 132112 w 504825"/>
                <a:gd name="connsiteY6326" fmla="*/ 566642 h 885825"/>
                <a:gd name="connsiteX6327" fmla="*/ 132016 w 504825"/>
                <a:gd name="connsiteY6327" fmla="*/ 567118 h 885825"/>
                <a:gd name="connsiteX6328" fmla="*/ 131445 w 504825"/>
                <a:gd name="connsiteY6328" fmla="*/ 567404 h 885825"/>
                <a:gd name="connsiteX6329" fmla="*/ 130778 w 504825"/>
                <a:gd name="connsiteY6329" fmla="*/ 567404 h 885825"/>
                <a:gd name="connsiteX6330" fmla="*/ 130588 w 504825"/>
                <a:gd name="connsiteY6330" fmla="*/ 567118 h 885825"/>
                <a:gd name="connsiteX6331" fmla="*/ 130492 w 504825"/>
                <a:gd name="connsiteY6331" fmla="*/ 566737 h 885825"/>
                <a:gd name="connsiteX6332" fmla="*/ 130111 w 504825"/>
                <a:gd name="connsiteY6332" fmla="*/ 566071 h 885825"/>
                <a:gd name="connsiteX6333" fmla="*/ 129730 w 504825"/>
                <a:gd name="connsiteY6333" fmla="*/ 565499 h 885825"/>
                <a:gd name="connsiteX6334" fmla="*/ 129349 w 504825"/>
                <a:gd name="connsiteY6334" fmla="*/ 565118 h 885825"/>
                <a:gd name="connsiteX6335" fmla="*/ 128968 w 504825"/>
                <a:gd name="connsiteY6335" fmla="*/ 565594 h 885825"/>
                <a:gd name="connsiteX6336" fmla="*/ 128588 w 504825"/>
                <a:gd name="connsiteY6336" fmla="*/ 565499 h 885825"/>
                <a:gd name="connsiteX6337" fmla="*/ 128206 w 504825"/>
                <a:gd name="connsiteY6337" fmla="*/ 565214 h 885825"/>
                <a:gd name="connsiteX6338" fmla="*/ 128016 w 504825"/>
                <a:gd name="connsiteY6338" fmla="*/ 564642 h 885825"/>
                <a:gd name="connsiteX6339" fmla="*/ 127540 w 504825"/>
                <a:gd name="connsiteY6339" fmla="*/ 563880 h 885825"/>
                <a:gd name="connsiteX6340" fmla="*/ 126587 w 504825"/>
                <a:gd name="connsiteY6340" fmla="*/ 563499 h 885825"/>
                <a:gd name="connsiteX6341" fmla="*/ 125730 w 504825"/>
                <a:gd name="connsiteY6341" fmla="*/ 563023 h 885825"/>
                <a:gd name="connsiteX6342" fmla="*/ 125444 w 504825"/>
                <a:gd name="connsiteY6342" fmla="*/ 561975 h 885825"/>
                <a:gd name="connsiteX6343" fmla="*/ 125063 w 504825"/>
                <a:gd name="connsiteY6343" fmla="*/ 561975 h 885825"/>
                <a:gd name="connsiteX6344" fmla="*/ 125063 w 504825"/>
                <a:gd name="connsiteY6344" fmla="*/ 562356 h 885825"/>
                <a:gd name="connsiteX6345" fmla="*/ 124682 w 504825"/>
                <a:gd name="connsiteY6345" fmla="*/ 562356 h 885825"/>
                <a:gd name="connsiteX6346" fmla="*/ 124015 w 504825"/>
                <a:gd name="connsiteY6346" fmla="*/ 561499 h 885825"/>
                <a:gd name="connsiteX6347" fmla="*/ 123444 w 504825"/>
                <a:gd name="connsiteY6347" fmla="*/ 561118 h 885825"/>
                <a:gd name="connsiteX6348" fmla="*/ 123254 w 504825"/>
                <a:gd name="connsiteY6348" fmla="*/ 560546 h 885825"/>
                <a:gd name="connsiteX6349" fmla="*/ 123634 w 504825"/>
                <a:gd name="connsiteY6349" fmla="*/ 559403 h 885825"/>
                <a:gd name="connsiteX6350" fmla="*/ 122967 w 504825"/>
                <a:gd name="connsiteY6350" fmla="*/ 559689 h 885825"/>
                <a:gd name="connsiteX6351" fmla="*/ 122301 w 504825"/>
                <a:gd name="connsiteY6351" fmla="*/ 559784 h 885825"/>
                <a:gd name="connsiteX6352" fmla="*/ 121729 w 504825"/>
                <a:gd name="connsiteY6352" fmla="*/ 559594 h 885825"/>
                <a:gd name="connsiteX6353" fmla="*/ 121348 w 504825"/>
                <a:gd name="connsiteY6353" fmla="*/ 559022 h 885825"/>
                <a:gd name="connsiteX6354" fmla="*/ 122396 w 504825"/>
                <a:gd name="connsiteY6354" fmla="*/ 559022 h 885825"/>
                <a:gd name="connsiteX6355" fmla="*/ 121729 w 504825"/>
                <a:gd name="connsiteY6355" fmla="*/ 557498 h 885825"/>
                <a:gd name="connsiteX6356" fmla="*/ 122110 w 504825"/>
                <a:gd name="connsiteY6356" fmla="*/ 557212 h 885825"/>
                <a:gd name="connsiteX6357" fmla="*/ 122206 w 504825"/>
                <a:gd name="connsiteY6357" fmla="*/ 557022 h 885825"/>
                <a:gd name="connsiteX6358" fmla="*/ 122396 w 504825"/>
                <a:gd name="connsiteY6358" fmla="*/ 556355 h 885825"/>
                <a:gd name="connsiteX6359" fmla="*/ 122015 w 504825"/>
                <a:gd name="connsiteY6359" fmla="*/ 556355 h 885825"/>
                <a:gd name="connsiteX6360" fmla="*/ 121634 w 504825"/>
                <a:gd name="connsiteY6360" fmla="*/ 556641 h 885825"/>
                <a:gd name="connsiteX6361" fmla="*/ 121348 w 504825"/>
                <a:gd name="connsiteY6361" fmla="*/ 556641 h 885825"/>
                <a:gd name="connsiteX6362" fmla="*/ 121063 w 504825"/>
                <a:gd name="connsiteY6362" fmla="*/ 556451 h 885825"/>
                <a:gd name="connsiteX6363" fmla="*/ 120872 w 504825"/>
                <a:gd name="connsiteY6363" fmla="*/ 556069 h 885825"/>
                <a:gd name="connsiteX6364" fmla="*/ 120586 w 504825"/>
                <a:gd name="connsiteY6364" fmla="*/ 556546 h 885825"/>
                <a:gd name="connsiteX6365" fmla="*/ 120491 w 504825"/>
                <a:gd name="connsiteY6365" fmla="*/ 556736 h 885825"/>
                <a:gd name="connsiteX6366" fmla="*/ 120110 w 504825"/>
                <a:gd name="connsiteY6366" fmla="*/ 556736 h 885825"/>
                <a:gd name="connsiteX6367" fmla="*/ 119920 w 504825"/>
                <a:gd name="connsiteY6367" fmla="*/ 555498 h 885825"/>
                <a:gd name="connsiteX6368" fmla="*/ 119063 w 504825"/>
                <a:gd name="connsiteY6368" fmla="*/ 555403 h 885825"/>
                <a:gd name="connsiteX6369" fmla="*/ 118586 w 504825"/>
                <a:gd name="connsiteY6369" fmla="*/ 555879 h 885825"/>
                <a:gd name="connsiteX6370" fmla="*/ 119348 w 504825"/>
                <a:gd name="connsiteY6370" fmla="*/ 556355 h 885825"/>
                <a:gd name="connsiteX6371" fmla="*/ 118872 w 504825"/>
                <a:gd name="connsiteY6371" fmla="*/ 557212 h 885825"/>
                <a:gd name="connsiteX6372" fmla="*/ 119253 w 504825"/>
                <a:gd name="connsiteY6372" fmla="*/ 557593 h 885825"/>
                <a:gd name="connsiteX6373" fmla="*/ 119920 w 504825"/>
                <a:gd name="connsiteY6373" fmla="*/ 557879 h 885825"/>
                <a:gd name="connsiteX6374" fmla="*/ 120396 w 504825"/>
                <a:gd name="connsiteY6374" fmla="*/ 558451 h 885825"/>
                <a:gd name="connsiteX6375" fmla="*/ 120110 w 504825"/>
                <a:gd name="connsiteY6375" fmla="*/ 558641 h 885825"/>
                <a:gd name="connsiteX6376" fmla="*/ 118586 w 504825"/>
                <a:gd name="connsiteY6376" fmla="*/ 560546 h 885825"/>
                <a:gd name="connsiteX6377" fmla="*/ 119348 w 504825"/>
                <a:gd name="connsiteY6377" fmla="*/ 560832 h 885825"/>
                <a:gd name="connsiteX6378" fmla="*/ 120205 w 504825"/>
                <a:gd name="connsiteY6378" fmla="*/ 561213 h 885825"/>
                <a:gd name="connsiteX6379" fmla="*/ 120872 w 504825"/>
                <a:gd name="connsiteY6379" fmla="*/ 561784 h 885825"/>
                <a:gd name="connsiteX6380" fmla="*/ 121158 w 504825"/>
                <a:gd name="connsiteY6380" fmla="*/ 562547 h 885825"/>
                <a:gd name="connsiteX6381" fmla="*/ 121063 w 504825"/>
                <a:gd name="connsiteY6381" fmla="*/ 564070 h 885825"/>
                <a:gd name="connsiteX6382" fmla="*/ 121253 w 504825"/>
                <a:gd name="connsiteY6382" fmla="*/ 564737 h 885825"/>
                <a:gd name="connsiteX6383" fmla="*/ 121825 w 504825"/>
                <a:gd name="connsiteY6383" fmla="*/ 565214 h 885825"/>
                <a:gd name="connsiteX6384" fmla="*/ 122206 w 504825"/>
                <a:gd name="connsiteY6384" fmla="*/ 565214 h 885825"/>
                <a:gd name="connsiteX6385" fmla="*/ 122777 w 504825"/>
                <a:gd name="connsiteY6385" fmla="*/ 564642 h 885825"/>
                <a:gd name="connsiteX6386" fmla="*/ 123158 w 504825"/>
                <a:gd name="connsiteY6386" fmla="*/ 564451 h 885825"/>
                <a:gd name="connsiteX6387" fmla="*/ 123539 w 504825"/>
                <a:gd name="connsiteY6387" fmla="*/ 564642 h 885825"/>
                <a:gd name="connsiteX6388" fmla="*/ 123825 w 504825"/>
                <a:gd name="connsiteY6388" fmla="*/ 565023 h 885825"/>
                <a:gd name="connsiteX6389" fmla="*/ 124015 w 504825"/>
                <a:gd name="connsiteY6389" fmla="*/ 565404 h 885825"/>
                <a:gd name="connsiteX6390" fmla="*/ 124206 w 504825"/>
                <a:gd name="connsiteY6390" fmla="*/ 565785 h 885825"/>
                <a:gd name="connsiteX6391" fmla="*/ 124873 w 504825"/>
                <a:gd name="connsiteY6391" fmla="*/ 566547 h 885825"/>
                <a:gd name="connsiteX6392" fmla="*/ 125063 w 504825"/>
                <a:gd name="connsiteY6392" fmla="*/ 567214 h 885825"/>
                <a:gd name="connsiteX6393" fmla="*/ 123730 w 504825"/>
                <a:gd name="connsiteY6393" fmla="*/ 574358 h 885825"/>
                <a:gd name="connsiteX6394" fmla="*/ 123158 w 504825"/>
                <a:gd name="connsiteY6394" fmla="*/ 575215 h 885825"/>
                <a:gd name="connsiteX6395" fmla="*/ 122206 w 504825"/>
                <a:gd name="connsiteY6395" fmla="*/ 576072 h 885825"/>
                <a:gd name="connsiteX6396" fmla="*/ 121063 w 504825"/>
                <a:gd name="connsiteY6396" fmla="*/ 576548 h 885825"/>
                <a:gd name="connsiteX6397" fmla="*/ 120110 w 504825"/>
                <a:gd name="connsiteY6397" fmla="*/ 576167 h 885825"/>
                <a:gd name="connsiteX6398" fmla="*/ 119920 w 504825"/>
                <a:gd name="connsiteY6398" fmla="*/ 576834 h 885825"/>
                <a:gd name="connsiteX6399" fmla="*/ 120396 w 504825"/>
                <a:gd name="connsiteY6399" fmla="*/ 577501 h 885825"/>
                <a:gd name="connsiteX6400" fmla="*/ 121063 w 504825"/>
                <a:gd name="connsiteY6400" fmla="*/ 578072 h 885825"/>
                <a:gd name="connsiteX6401" fmla="*/ 121539 w 504825"/>
                <a:gd name="connsiteY6401" fmla="*/ 578644 h 885825"/>
                <a:gd name="connsiteX6402" fmla="*/ 120777 w 504825"/>
                <a:gd name="connsiteY6402" fmla="*/ 579406 h 885825"/>
                <a:gd name="connsiteX6403" fmla="*/ 118967 w 504825"/>
                <a:gd name="connsiteY6403" fmla="*/ 579882 h 885825"/>
                <a:gd name="connsiteX6404" fmla="*/ 118396 w 504825"/>
                <a:gd name="connsiteY6404" fmla="*/ 581025 h 885825"/>
                <a:gd name="connsiteX6405" fmla="*/ 118015 w 504825"/>
                <a:gd name="connsiteY6405" fmla="*/ 581216 h 885825"/>
                <a:gd name="connsiteX6406" fmla="*/ 117538 w 504825"/>
                <a:gd name="connsiteY6406" fmla="*/ 581311 h 885825"/>
                <a:gd name="connsiteX6407" fmla="*/ 117157 w 504825"/>
                <a:gd name="connsiteY6407" fmla="*/ 581501 h 885825"/>
                <a:gd name="connsiteX6408" fmla="*/ 116967 w 504825"/>
                <a:gd name="connsiteY6408" fmla="*/ 581787 h 885825"/>
                <a:gd name="connsiteX6409" fmla="*/ 116396 w 504825"/>
                <a:gd name="connsiteY6409" fmla="*/ 583025 h 885825"/>
                <a:gd name="connsiteX6410" fmla="*/ 114871 w 504825"/>
                <a:gd name="connsiteY6410" fmla="*/ 584454 h 885825"/>
                <a:gd name="connsiteX6411" fmla="*/ 113919 w 504825"/>
                <a:gd name="connsiteY6411" fmla="*/ 585026 h 885825"/>
                <a:gd name="connsiteX6412" fmla="*/ 113538 w 504825"/>
                <a:gd name="connsiteY6412" fmla="*/ 584644 h 885825"/>
                <a:gd name="connsiteX6413" fmla="*/ 113062 w 504825"/>
                <a:gd name="connsiteY6413" fmla="*/ 581501 h 885825"/>
                <a:gd name="connsiteX6414" fmla="*/ 112776 w 504825"/>
                <a:gd name="connsiteY6414" fmla="*/ 580834 h 885825"/>
                <a:gd name="connsiteX6415" fmla="*/ 112966 w 504825"/>
                <a:gd name="connsiteY6415" fmla="*/ 580549 h 885825"/>
                <a:gd name="connsiteX6416" fmla="*/ 113062 w 504825"/>
                <a:gd name="connsiteY6416" fmla="*/ 580263 h 885825"/>
                <a:gd name="connsiteX6417" fmla="*/ 113157 w 504825"/>
                <a:gd name="connsiteY6417" fmla="*/ 579692 h 885825"/>
                <a:gd name="connsiteX6418" fmla="*/ 112681 w 504825"/>
                <a:gd name="connsiteY6418" fmla="*/ 580073 h 885825"/>
                <a:gd name="connsiteX6419" fmla="*/ 111633 w 504825"/>
                <a:gd name="connsiteY6419" fmla="*/ 580453 h 885825"/>
                <a:gd name="connsiteX6420" fmla="*/ 111347 w 504825"/>
                <a:gd name="connsiteY6420" fmla="*/ 580834 h 885825"/>
                <a:gd name="connsiteX6421" fmla="*/ 111252 w 504825"/>
                <a:gd name="connsiteY6421" fmla="*/ 581597 h 885825"/>
                <a:gd name="connsiteX6422" fmla="*/ 111538 w 504825"/>
                <a:gd name="connsiteY6422" fmla="*/ 581977 h 885825"/>
                <a:gd name="connsiteX6423" fmla="*/ 112014 w 504825"/>
                <a:gd name="connsiteY6423" fmla="*/ 582359 h 885825"/>
                <a:gd name="connsiteX6424" fmla="*/ 112395 w 504825"/>
                <a:gd name="connsiteY6424" fmla="*/ 583025 h 885825"/>
                <a:gd name="connsiteX6425" fmla="*/ 111252 w 504825"/>
                <a:gd name="connsiteY6425" fmla="*/ 583216 h 885825"/>
                <a:gd name="connsiteX6426" fmla="*/ 110966 w 504825"/>
                <a:gd name="connsiteY6426" fmla="*/ 583597 h 885825"/>
                <a:gd name="connsiteX6427" fmla="*/ 110966 w 504825"/>
                <a:gd name="connsiteY6427" fmla="*/ 584168 h 885825"/>
                <a:gd name="connsiteX6428" fmla="*/ 110585 w 504825"/>
                <a:gd name="connsiteY6428" fmla="*/ 584835 h 885825"/>
                <a:gd name="connsiteX6429" fmla="*/ 109918 w 504825"/>
                <a:gd name="connsiteY6429" fmla="*/ 584454 h 885825"/>
                <a:gd name="connsiteX6430" fmla="*/ 109156 w 504825"/>
                <a:gd name="connsiteY6430" fmla="*/ 584168 h 885825"/>
                <a:gd name="connsiteX6431" fmla="*/ 108299 w 504825"/>
                <a:gd name="connsiteY6431" fmla="*/ 583978 h 885825"/>
                <a:gd name="connsiteX6432" fmla="*/ 107442 w 504825"/>
                <a:gd name="connsiteY6432" fmla="*/ 584073 h 885825"/>
                <a:gd name="connsiteX6433" fmla="*/ 106966 w 504825"/>
                <a:gd name="connsiteY6433" fmla="*/ 584454 h 885825"/>
                <a:gd name="connsiteX6434" fmla="*/ 106299 w 504825"/>
                <a:gd name="connsiteY6434" fmla="*/ 585216 h 885825"/>
                <a:gd name="connsiteX6435" fmla="*/ 105823 w 504825"/>
                <a:gd name="connsiteY6435" fmla="*/ 586073 h 885825"/>
                <a:gd name="connsiteX6436" fmla="*/ 105632 w 504825"/>
                <a:gd name="connsiteY6436" fmla="*/ 586645 h 885825"/>
                <a:gd name="connsiteX6437" fmla="*/ 106013 w 504825"/>
                <a:gd name="connsiteY6437" fmla="*/ 587311 h 885825"/>
                <a:gd name="connsiteX6438" fmla="*/ 106585 w 504825"/>
                <a:gd name="connsiteY6438" fmla="*/ 587216 h 885825"/>
                <a:gd name="connsiteX6439" fmla="*/ 107251 w 504825"/>
                <a:gd name="connsiteY6439" fmla="*/ 586835 h 885825"/>
                <a:gd name="connsiteX6440" fmla="*/ 107728 w 504825"/>
                <a:gd name="connsiteY6440" fmla="*/ 586645 h 885825"/>
                <a:gd name="connsiteX6441" fmla="*/ 108585 w 504825"/>
                <a:gd name="connsiteY6441" fmla="*/ 587026 h 885825"/>
                <a:gd name="connsiteX6442" fmla="*/ 108394 w 504825"/>
                <a:gd name="connsiteY6442" fmla="*/ 587597 h 885825"/>
                <a:gd name="connsiteX6443" fmla="*/ 107918 w 504825"/>
                <a:gd name="connsiteY6443" fmla="*/ 588359 h 885825"/>
                <a:gd name="connsiteX6444" fmla="*/ 108109 w 504825"/>
                <a:gd name="connsiteY6444" fmla="*/ 589217 h 885825"/>
                <a:gd name="connsiteX6445" fmla="*/ 107347 w 504825"/>
                <a:gd name="connsiteY6445" fmla="*/ 589407 h 885825"/>
                <a:gd name="connsiteX6446" fmla="*/ 106489 w 504825"/>
                <a:gd name="connsiteY6446" fmla="*/ 589693 h 885825"/>
                <a:gd name="connsiteX6447" fmla="*/ 105727 w 504825"/>
                <a:gd name="connsiteY6447" fmla="*/ 590074 h 885825"/>
                <a:gd name="connsiteX6448" fmla="*/ 105251 w 504825"/>
                <a:gd name="connsiteY6448" fmla="*/ 590645 h 885825"/>
                <a:gd name="connsiteX6449" fmla="*/ 104870 w 504825"/>
                <a:gd name="connsiteY6449" fmla="*/ 590455 h 885825"/>
                <a:gd name="connsiteX6450" fmla="*/ 104680 w 504825"/>
                <a:gd name="connsiteY6450" fmla="*/ 590455 h 885825"/>
                <a:gd name="connsiteX6451" fmla="*/ 104489 w 504825"/>
                <a:gd name="connsiteY6451" fmla="*/ 590550 h 885825"/>
                <a:gd name="connsiteX6452" fmla="*/ 104108 w 504825"/>
                <a:gd name="connsiteY6452" fmla="*/ 590645 h 885825"/>
                <a:gd name="connsiteX6453" fmla="*/ 104489 w 504825"/>
                <a:gd name="connsiteY6453" fmla="*/ 591312 h 885825"/>
                <a:gd name="connsiteX6454" fmla="*/ 104680 w 504825"/>
                <a:gd name="connsiteY6454" fmla="*/ 592169 h 885825"/>
                <a:gd name="connsiteX6455" fmla="*/ 104584 w 504825"/>
                <a:gd name="connsiteY6455" fmla="*/ 593122 h 885825"/>
                <a:gd name="connsiteX6456" fmla="*/ 104108 w 504825"/>
                <a:gd name="connsiteY6456" fmla="*/ 593884 h 885825"/>
                <a:gd name="connsiteX6457" fmla="*/ 103251 w 504825"/>
                <a:gd name="connsiteY6457" fmla="*/ 594455 h 885825"/>
                <a:gd name="connsiteX6458" fmla="*/ 102489 w 504825"/>
                <a:gd name="connsiteY6458" fmla="*/ 594551 h 885825"/>
                <a:gd name="connsiteX6459" fmla="*/ 101060 w 504825"/>
                <a:gd name="connsiteY6459" fmla="*/ 594265 h 885825"/>
                <a:gd name="connsiteX6460" fmla="*/ 100203 w 504825"/>
                <a:gd name="connsiteY6460" fmla="*/ 594455 h 885825"/>
                <a:gd name="connsiteX6461" fmla="*/ 99155 w 504825"/>
                <a:gd name="connsiteY6461" fmla="*/ 595217 h 885825"/>
                <a:gd name="connsiteX6462" fmla="*/ 98488 w 504825"/>
                <a:gd name="connsiteY6462" fmla="*/ 595408 h 885825"/>
                <a:gd name="connsiteX6463" fmla="*/ 97441 w 504825"/>
                <a:gd name="connsiteY6463" fmla="*/ 595312 h 885825"/>
                <a:gd name="connsiteX6464" fmla="*/ 97060 w 504825"/>
                <a:gd name="connsiteY6464" fmla="*/ 595598 h 885825"/>
                <a:gd name="connsiteX6465" fmla="*/ 96869 w 504825"/>
                <a:gd name="connsiteY6465" fmla="*/ 596456 h 885825"/>
                <a:gd name="connsiteX6466" fmla="*/ 96869 w 504825"/>
                <a:gd name="connsiteY6466" fmla="*/ 597503 h 885825"/>
                <a:gd name="connsiteX6467" fmla="*/ 97155 w 504825"/>
                <a:gd name="connsiteY6467" fmla="*/ 598360 h 885825"/>
                <a:gd name="connsiteX6468" fmla="*/ 98107 w 504825"/>
                <a:gd name="connsiteY6468" fmla="*/ 600170 h 885825"/>
                <a:gd name="connsiteX6469" fmla="*/ 98203 w 504825"/>
                <a:gd name="connsiteY6469" fmla="*/ 600361 h 885825"/>
                <a:gd name="connsiteX6470" fmla="*/ 98203 w 504825"/>
                <a:gd name="connsiteY6470" fmla="*/ 600551 h 885825"/>
                <a:gd name="connsiteX6471" fmla="*/ 97917 w 504825"/>
                <a:gd name="connsiteY6471" fmla="*/ 601218 h 885825"/>
                <a:gd name="connsiteX6472" fmla="*/ 97726 w 504825"/>
                <a:gd name="connsiteY6472" fmla="*/ 601409 h 885825"/>
                <a:gd name="connsiteX6473" fmla="*/ 97346 w 504825"/>
                <a:gd name="connsiteY6473" fmla="*/ 601694 h 885825"/>
                <a:gd name="connsiteX6474" fmla="*/ 96964 w 504825"/>
                <a:gd name="connsiteY6474" fmla="*/ 602075 h 885825"/>
                <a:gd name="connsiteX6475" fmla="*/ 96774 w 504825"/>
                <a:gd name="connsiteY6475" fmla="*/ 602551 h 885825"/>
                <a:gd name="connsiteX6476" fmla="*/ 96202 w 504825"/>
                <a:gd name="connsiteY6476" fmla="*/ 603123 h 885825"/>
                <a:gd name="connsiteX6477" fmla="*/ 95059 w 504825"/>
                <a:gd name="connsiteY6477" fmla="*/ 602742 h 885825"/>
                <a:gd name="connsiteX6478" fmla="*/ 94202 w 504825"/>
                <a:gd name="connsiteY6478" fmla="*/ 602075 h 885825"/>
                <a:gd name="connsiteX6479" fmla="*/ 94488 w 504825"/>
                <a:gd name="connsiteY6479" fmla="*/ 601694 h 885825"/>
                <a:gd name="connsiteX6480" fmla="*/ 94964 w 504825"/>
                <a:gd name="connsiteY6480" fmla="*/ 601313 h 885825"/>
                <a:gd name="connsiteX6481" fmla="*/ 94964 w 504825"/>
                <a:gd name="connsiteY6481" fmla="*/ 600456 h 885825"/>
                <a:gd name="connsiteX6482" fmla="*/ 94679 w 504825"/>
                <a:gd name="connsiteY6482" fmla="*/ 598742 h 885825"/>
                <a:gd name="connsiteX6483" fmla="*/ 94297 w 504825"/>
                <a:gd name="connsiteY6483" fmla="*/ 599313 h 885825"/>
                <a:gd name="connsiteX6484" fmla="*/ 92488 w 504825"/>
                <a:gd name="connsiteY6484" fmla="*/ 603314 h 885825"/>
                <a:gd name="connsiteX6485" fmla="*/ 92107 w 504825"/>
                <a:gd name="connsiteY6485" fmla="*/ 603885 h 885825"/>
                <a:gd name="connsiteX6486" fmla="*/ 89535 w 504825"/>
                <a:gd name="connsiteY6486" fmla="*/ 605123 h 885825"/>
                <a:gd name="connsiteX6487" fmla="*/ 88678 w 504825"/>
                <a:gd name="connsiteY6487" fmla="*/ 605981 h 885825"/>
                <a:gd name="connsiteX6488" fmla="*/ 89249 w 504825"/>
                <a:gd name="connsiteY6488" fmla="*/ 607124 h 885825"/>
                <a:gd name="connsiteX6489" fmla="*/ 88678 w 504825"/>
                <a:gd name="connsiteY6489" fmla="*/ 607600 h 885825"/>
                <a:gd name="connsiteX6490" fmla="*/ 86773 w 504825"/>
                <a:gd name="connsiteY6490" fmla="*/ 610172 h 885825"/>
                <a:gd name="connsiteX6491" fmla="*/ 86392 w 504825"/>
                <a:gd name="connsiteY6491" fmla="*/ 611029 h 885825"/>
                <a:gd name="connsiteX6492" fmla="*/ 86106 w 504825"/>
                <a:gd name="connsiteY6492" fmla="*/ 611886 h 885825"/>
                <a:gd name="connsiteX6493" fmla="*/ 86011 w 504825"/>
                <a:gd name="connsiteY6493" fmla="*/ 612458 h 885825"/>
                <a:gd name="connsiteX6494" fmla="*/ 85439 w 504825"/>
                <a:gd name="connsiteY6494" fmla="*/ 613315 h 885825"/>
                <a:gd name="connsiteX6495" fmla="*/ 82963 w 504825"/>
                <a:gd name="connsiteY6495" fmla="*/ 615696 h 885825"/>
                <a:gd name="connsiteX6496" fmla="*/ 82391 w 504825"/>
                <a:gd name="connsiteY6496" fmla="*/ 617125 h 885825"/>
                <a:gd name="connsiteX6497" fmla="*/ 82010 w 504825"/>
                <a:gd name="connsiteY6497" fmla="*/ 617696 h 885825"/>
                <a:gd name="connsiteX6498" fmla="*/ 77819 w 504825"/>
                <a:gd name="connsiteY6498" fmla="*/ 620840 h 885825"/>
                <a:gd name="connsiteX6499" fmla="*/ 77438 w 504825"/>
                <a:gd name="connsiteY6499" fmla="*/ 621316 h 885825"/>
                <a:gd name="connsiteX6500" fmla="*/ 77057 w 504825"/>
                <a:gd name="connsiteY6500" fmla="*/ 621506 h 885825"/>
                <a:gd name="connsiteX6501" fmla="*/ 76676 w 504825"/>
                <a:gd name="connsiteY6501" fmla="*/ 621601 h 885825"/>
                <a:gd name="connsiteX6502" fmla="*/ 76390 w 504825"/>
                <a:gd name="connsiteY6502" fmla="*/ 621697 h 885825"/>
                <a:gd name="connsiteX6503" fmla="*/ 76200 w 504825"/>
                <a:gd name="connsiteY6503" fmla="*/ 622649 h 885825"/>
                <a:gd name="connsiteX6504" fmla="*/ 75914 w 504825"/>
                <a:gd name="connsiteY6504" fmla="*/ 622840 h 885825"/>
                <a:gd name="connsiteX6505" fmla="*/ 75533 w 504825"/>
                <a:gd name="connsiteY6505" fmla="*/ 622935 h 885825"/>
                <a:gd name="connsiteX6506" fmla="*/ 75152 w 504825"/>
                <a:gd name="connsiteY6506" fmla="*/ 623126 h 885825"/>
                <a:gd name="connsiteX6507" fmla="*/ 74200 w 504825"/>
                <a:gd name="connsiteY6507" fmla="*/ 623887 h 885825"/>
                <a:gd name="connsiteX6508" fmla="*/ 73628 w 504825"/>
                <a:gd name="connsiteY6508" fmla="*/ 624078 h 885825"/>
                <a:gd name="connsiteX6509" fmla="*/ 73057 w 504825"/>
                <a:gd name="connsiteY6509" fmla="*/ 623887 h 885825"/>
                <a:gd name="connsiteX6510" fmla="*/ 72485 w 504825"/>
                <a:gd name="connsiteY6510" fmla="*/ 624554 h 885825"/>
                <a:gd name="connsiteX6511" fmla="*/ 72295 w 504825"/>
                <a:gd name="connsiteY6511" fmla="*/ 625031 h 885825"/>
                <a:gd name="connsiteX6512" fmla="*/ 72390 w 504825"/>
                <a:gd name="connsiteY6512" fmla="*/ 626269 h 885825"/>
                <a:gd name="connsiteX6513" fmla="*/ 72295 w 504825"/>
                <a:gd name="connsiteY6513" fmla="*/ 626840 h 885825"/>
                <a:gd name="connsiteX6514" fmla="*/ 72009 w 504825"/>
                <a:gd name="connsiteY6514" fmla="*/ 627221 h 885825"/>
                <a:gd name="connsiteX6515" fmla="*/ 71723 w 504825"/>
                <a:gd name="connsiteY6515" fmla="*/ 627507 h 885825"/>
                <a:gd name="connsiteX6516" fmla="*/ 71628 w 504825"/>
                <a:gd name="connsiteY6516" fmla="*/ 627793 h 885825"/>
                <a:gd name="connsiteX6517" fmla="*/ 71247 w 504825"/>
                <a:gd name="connsiteY6517" fmla="*/ 628174 h 885825"/>
                <a:gd name="connsiteX6518" fmla="*/ 69723 w 504825"/>
                <a:gd name="connsiteY6518" fmla="*/ 629412 h 885825"/>
                <a:gd name="connsiteX6519" fmla="*/ 68675 w 504825"/>
                <a:gd name="connsiteY6519" fmla="*/ 631317 h 885825"/>
                <a:gd name="connsiteX6520" fmla="*/ 65437 w 504825"/>
                <a:gd name="connsiteY6520" fmla="*/ 633508 h 885825"/>
                <a:gd name="connsiteX6521" fmla="*/ 64198 w 504825"/>
                <a:gd name="connsiteY6521" fmla="*/ 636460 h 885825"/>
                <a:gd name="connsiteX6522" fmla="*/ 63055 w 504825"/>
                <a:gd name="connsiteY6522" fmla="*/ 637223 h 885825"/>
                <a:gd name="connsiteX6523" fmla="*/ 61817 w 504825"/>
                <a:gd name="connsiteY6523" fmla="*/ 637794 h 885825"/>
                <a:gd name="connsiteX6524" fmla="*/ 61055 w 504825"/>
                <a:gd name="connsiteY6524" fmla="*/ 638461 h 885825"/>
                <a:gd name="connsiteX6525" fmla="*/ 60960 w 504825"/>
                <a:gd name="connsiteY6525" fmla="*/ 639032 h 885825"/>
                <a:gd name="connsiteX6526" fmla="*/ 61150 w 504825"/>
                <a:gd name="connsiteY6526" fmla="*/ 640175 h 885825"/>
                <a:gd name="connsiteX6527" fmla="*/ 61055 w 504825"/>
                <a:gd name="connsiteY6527" fmla="*/ 640651 h 885825"/>
                <a:gd name="connsiteX6528" fmla="*/ 60674 w 504825"/>
                <a:gd name="connsiteY6528" fmla="*/ 640937 h 885825"/>
                <a:gd name="connsiteX6529" fmla="*/ 56864 w 504825"/>
                <a:gd name="connsiteY6529" fmla="*/ 643414 h 885825"/>
                <a:gd name="connsiteX6530" fmla="*/ 56388 w 504825"/>
                <a:gd name="connsiteY6530" fmla="*/ 643890 h 885825"/>
                <a:gd name="connsiteX6531" fmla="*/ 55435 w 504825"/>
                <a:gd name="connsiteY6531" fmla="*/ 645414 h 885825"/>
                <a:gd name="connsiteX6532" fmla="*/ 54959 w 504825"/>
                <a:gd name="connsiteY6532" fmla="*/ 645985 h 885825"/>
                <a:gd name="connsiteX6533" fmla="*/ 54292 w 504825"/>
                <a:gd name="connsiteY6533" fmla="*/ 646557 h 885825"/>
                <a:gd name="connsiteX6534" fmla="*/ 53816 w 504825"/>
                <a:gd name="connsiteY6534" fmla="*/ 646271 h 885825"/>
                <a:gd name="connsiteX6535" fmla="*/ 53530 w 504825"/>
                <a:gd name="connsiteY6535" fmla="*/ 645890 h 885825"/>
                <a:gd name="connsiteX6536" fmla="*/ 53435 w 504825"/>
                <a:gd name="connsiteY6536" fmla="*/ 645414 h 885825"/>
                <a:gd name="connsiteX6537" fmla="*/ 53530 w 504825"/>
                <a:gd name="connsiteY6537" fmla="*/ 644843 h 885825"/>
                <a:gd name="connsiteX6538" fmla="*/ 52292 w 504825"/>
                <a:gd name="connsiteY6538" fmla="*/ 645414 h 885825"/>
                <a:gd name="connsiteX6539" fmla="*/ 51149 w 504825"/>
                <a:gd name="connsiteY6539" fmla="*/ 645509 h 885825"/>
                <a:gd name="connsiteX6540" fmla="*/ 49054 w 504825"/>
                <a:gd name="connsiteY6540" fmla="*/ 645224 h 885825"/>
                <a:gd name="connsiteX6541" fmla="*/ 48292 w 504825"/>
                <a:gd name="connsiteY6541" fmla="*/ 645795 h 885825"/>
                <a:gd name="connsiteX6542" fmla="*/ 47054 w 504825"/>
                <a:gd name="connsiteY6542" fmla="*/ 648272 h 885825"/>
                <a:gd name="connsiteX6543" fmla="*/ 46196 w 504825"/>
                <a:gd name="connsiteY6543" fmla="*/ 648843 h 885825"/>
                <a:gd name="connsiteX6544" fmla="*/ 45529 w 504825"/>
                <a:gd name="connsiteY6544" fmla="*/ 649129 h 885825"/>
                <a:gd name="connsiteX6545" fmla="*/ 43434 w 504825"/>
                <a:gd name="connsiteY6545" fmla="*/ 650462 h 885825"/>
                <a:gd name="connsiteX6546" fmla="*/ 42767 w 504825"/>
                <a:gd name="connsiteY6546" fmla="*/ 651129 h 885825"/>
                <a:gd name="connsiteX6547" fmla="*/ 43053 w 504825"/>
                <a:gd name="connsiteY6547" fmla="*/ 651605 h 885825"/>
                <a:gd name="connsiteX6548" fmla="*/ 43148 w 504825"/>
                <a:gd name="connsiteY6548" fmla="*/ 651986 h 885825"/>
                <a:gd name="connsiteX6549" fmla="*/ 42958 w 504825"/>
                <a:gd name="connsiteY6549" fmla="*/ 652367 h 885825"/>
                <a:gd name="connsiteX6550" fmla="*/ 42672 w 504825"/>
                <a:gd name="connsiteY6550" fmla="*/ 652653 h 885825"/>
                <a:gd name="connsiteX6551" fmla="*/ 42577 w 504825"/>
                <a:gd name="connsiteY6551" fmla="*/ 652748 h 885825"/>
                <a:gd name="connsiteX6552" fmla="*/ 41910 w 504825"/>
                <a:gd name="connsiteY6552" fmla="*/ 654558 h 885825"/>
                <a:gd name="connsiteX6553" fmla="*/ 41624 w 504825"/>
                <a:gd name="connsiteY6553" fmla="*/ 655034 h 885825"/>
                <a:gd name="connsiteX6554" fmla="*/ 40957 w 504825"/>
                <a:gd name="connsiteY6554" fmla="*/ 655510 h 885825"/>
                <a:gd name="connsiteX6555" fmla="*/ 40481 w 504825"/>
                <a:gd name="connsiteY6555" fmla="*/ 655701 h 885825"/>
                <a:gd name="connsiteX6556" fmla="*/ 39910 w 504825"/>
                <a:gd name="connsiteY6556" fmla="*/ 655796 h 885825"/>
                <a:gd name="connsiteX6557" fmla="*/ 39433 w 504825"/>
                <a:gd name="connsiteY6557" fmla="*/ 655701 h 885825"/>
                <a:gd name="connsiteX6558" fmla="*/ 39243 w 504825"/>
                <a:gd name="connsiteY6558" fmla="*/ 655320 h 885825"/>
                <a:gd name="connsiteX6559" fmla="*/ 39052 w 504825"/>
                <a:gd name="connsiteY6559" fmla="*/ 654844 h 885825"/>
                <a:gd name="connsiteX6560" fmla="*/ 38671 w 504825"/>
                <a:gd name="connsiteY6560" fmla="*/ 654939 h 885825"/>
                <a:gd name="connsiteX6561" fmla="*/ 38005 w 504825"/>
                <a:gd name="connsiteY6561" fmla="*/ 655510 h 885825"/>
                <a:gd name="connsiteX6562" fmla="*/ 36766 w 504825"/>
                <a:gd name="connsiteY6562" fmla="*/ 655701 h 885825"/>
                <a:gd name="connsiteX6563" fmla="*/ 36100 w 504825"/>
                <a:gd name="connsiteY6563" fmla="*/ 656177 h 885825"/>
                <a:gd name="connsiteX6564" fmla="*/ 35719 w 504825"/>
                <a:gd name="connsiteY6564" fmla="*/ 656939 h 885825"/>
                <a:gd name="connsiteX6565" fmla="*/ 35338 w 504825"/>
                <a:gd name="connsiteY6565" fmla="*/ 658082 h 885825"/>
                <a:gd name="connsiteX6566" fmla="*/ 34385 w 504825"/>
                <a:gd name="connsiteY6566" fmla="*/ 659606 h 885825"/>
                <a:gd name="connsiteX6567" fmla="*/ 30194 w 504825"/>
                <a:gd name="connsiteY6567" fmla="*/ 663131 h 885825"/>
                <a:gd name="connsiteX6568" fmla="*/ 28956 w 504825"/>
                <a:gd name="connsiteY6568" fmla="*/ 664464 h 885825"/>
                <a:gd name="connsiteX6569" fmla="*/ 25336 w 504825"/>
                <a:gd name="connsiteY6569" fmla="*/ 670179 h 885825"/>
                <a:gd name="connsiteX6570" fmla="*/ 24574 w 504825"/>
                <a:gd name="connsiteY6570" fmla="*/ 671132 h 885825"/>
                <a:gd name="connsiteX6571" fmla="*/ 23622 w 504825"/>
                <a:gd name="connsiteY6571" fmla="*/ 671893 h 885825"/>
                <a:gd name="connsiteX6572" fmla="*/ 21431 w 504825"/>
                <a:gd name="connsiteY6572" fmla="*/ 672560 h 885825"/>
                <a:gd name="connsiteX6573" fmla="*/ 20574 w 504825"/>
                <a:gd name="connsiteY6573" fmla="*/ 673418 h 885825"/>
                <a:gd name="connsiteX6574" fmla="*/ 19526 w 504825"/>
                <a:gd name="connsiteY6574" fmla="*/ 675132 h 885825"/>
                <a:gd name="connsiteX6575" fmla="*/ 20288 w 504825"/>
                <a:gd name="connsiteY6575" fmla="*/ 675132 h 885825"/>
                <a:gd name="connsiteX6576" fmla="*/ 19717 w 504825"/>
                <a:gd name="connsiteY6576" fmla="*/ 675894 h 885825"/>
                <a:gd name="connsiteX6577" fmla="*/ 18955 w 504825"/>
                <a:gd name="connsiteY6577" fmla="*/ 676751 h 885825"/>
                <a:gd name="connsiteX6578" fmla="*/ 18192 w 504825"/>
                <a:gd name="connsiteY6578" fmla="*/ 677418 h 885825"/>
                <a:gd name="connsiteX6579" fmla="*/ 17621 w 504825"/>
                <a:gd name="connsiteY6579" fmla="*/ 677704 h 885825"/>
                <a:gd name="connsiteX6580" fmla="*/ 17145 w 504825"/>
                <a:gd name="connsiteY6580" fmla="*/ 678275 h 885825"/>
                <a:gd name="connsiteX6581" fmla="*/ 16859 w 504825"/>
                <a:gd name="connsiteY6581" fmla="*/ 679323 h 885825"/>
                <a:gd name="connsiteX6582" fmla="*/ 16478 w 504825"/>
                <a:gd name="connsiteY6582" fmla="*/ 680180 h 885825"/>
                <a:gd name="connsiteX6583" fmla="*/ 15621 w 504825"/>
                <a:gd name="connsiteY6583" fmla="*/ 679894 h 885825"/>
                <a:gd name="connsiteX6584" fmla="*/ 15811 w 504825"/>
                <a:gd name="connsiteY6584" fmla="*/ 680942 h 885825"/>
                <a:gd name="connsiteX6585" fmla="*/ 15907 w 504825"/>
                <a:gd name="connsiteY6585" fmla="*/ 681037 h 885825"/>
                <a:gd name="connsiteX6586" fmla="*/ 14764 w 504825"/>
                <a:gd name="connsiteY6586" fmla="*/ 682847 h 885825"/>
                <a:gd name="connsiteX6587" fmla="*/ 14288 w 504825"/>
                <a:gd name="connsiteY6587" fmla="*/ 683895 h 885825"/>
                <a:gd name="connsiteX6588" fmla="*/ 14002 w 504825"/>
                <a:gd name="connsiteY6588" fmla="*/ 685228 h 885825"/>
                <a:gd name="connsiteX6589" fmla="*/ 13525 w 504825"/>
                <a:gd name="connsiteY6589" fmla="*/ 685514 h 885825"/>
                <a:gd name="connsiteX6590" fmla="*/ 13335 w 504825"/>
                <a:gd name="connsiteY6590" fmla="*/ 685800 h 885825"/>
                <a:gd name="connsiteX6591" fmla="*/ 13335 w 504825"/>
                <a:gd name="connsiteY6591" fmla="*/ 686086 h 885825"/>
                <a:gd name="connsiteX6592" fmla="*/ 13335 w 504825"/>
                <a:gd name="connsiteY6592" fmla="*/ 686657 h 885825"/>
                <a:gd name="connsiteX6593" fmla="*/ 13335 w 504825"/>
                <a:gd name="connsiteY6593" fmla="*/ 687515 h 885825"/>
                <a:gd name="connsiteX6594" fmla="*/ 13430 w 504825"/>
                <a:gd name="connsiteY6594" fmla="*/ 688658 h 885825"/>
                <a:gd name="connsiteX6595" fmla="*/ 13335 w 504825"/>
                <a:gd name="connsiteY6595" fmla="*/ 689229 h 885825"/>
                <a:gd name="connsiteX6596" fmla="*/ 13144 w 504825"/>
                <a:gd name="connsiteY6596" fmla="*/ 689515 h 885825"/>
                <a:gd name="connsiteX6597" fmla="*/ 12763 w 504825"/>
                <a:gd name="connsiteY6597" fmla="*/ 689896 h 885825"/>
                <a:gd name="connsiteX6598" fmla="*/ 12382 w 504825"/>
                <a:gd name="connsiteY6598" fmla="*/ 690372 h 885825"/>
                <a:gd name="connsiteX6599" fmla="*/ 12097 w 504825"/>
                <a:gd name="connsiteY6599" fmla="*/ 691420 h 885825"/>
                <a:gd name="connsiteX6600" fmla="*/ 11621 w 504825"/>
                <a:gd name="connsiteY6600" fmla="*/ 692468 h 885825"/>
                <a:gd name="connsiteX6601" fmla="*/ 11525 w 504825"/>
                <a:gd name="connsiteY6601" fmla="*/ 693039 h 885825"/>
                <a:gd name="connsiteX6602" fmla="*/ 11621 w 504825"/>
                <a:gd name="connsiteY6602" fmla="*/ 694563 h 885825"/>
                <a:gd name="connsiteX6603" fmla="*/ 12001 w 504825"/>
                <a:gd name="connsiteY6603" fmla="*/ 694753 h 885825"/>
                <a:gd name="connsiteX6604" fmla="*/ 13240 w 504825"/>
                <a:gd name="connsiteY6604" fmla="*/ 693229 h 885825"/>
                <a:gd name="connsiteX6605" fmla="*/ 14668 w 504825"/>
                <a:gd name="connsiteY6605" fmla="*/ 692182 h 885825"/>
                <a:gd name="connsiteX6606" fmla="*/ 15430 w 504825"/>
                <a:gd name="connsiteY6606" fmla="*/ 691420 h 885825"/>
                <a:gd name="connsiteX6607" fmla="*/ 15716 w 504825"/>
                <a:gd name="connsiteY6607" fmla="*/ 690562 h 885825"/>
                <a:gd name="connsiteX6608" fmla="*/ 17526 w 504825"/>
                <a:gd name="connsiteY6608" fmla="*/ 689991 h 885825"/>
                <a:gd name="connsiteX6609" fmla="*/ 17716 w 504825"/>
                <a:gd name="connsiteY6609" fmla="*/ 689705 h 885825"/>
                <a:gd name="connsiteX6610" fmla="*/ 18097 w 504825"/>
                <a:gd name="connsiteY6610" fmla="*/ 688848 h 885825"/>
                <a:gd name="connsiteX6611" fmla="*/ 18288 w 504825"/>
                <a:gd name="connsiteY6611" fmla="*/ 688562 h 885825"/>
                <a:gd name="connsiteX6612" fmla="*/ 19717 w 504825"/>
                <a:gd name="connsiteY6612" fmla="*/ 687515 h 885825"/>
                <a:gd name="connsiteX6613" fmla="*/ 21526 w 504825"/>
                <a:gd name="connsiteY6613" fmla="*/ 686752 h 885825"/>
                <a:gd name="connsiteX6614" fmla="*/ 26479 w 504825"/>
                <a:gd name="connsiteY6614" fmla="*/ 685324 h 885825"/>
                <a:gd name="connsiteX6615" fmla="*/ 27146 w 504825"/>
                <a:gd name="connsiteY6615" fmla="*/ 685324 h 885825"/>
                <a:gd name="connsiteX6616" fmla="*/ 27432 w 504825"/>
                <a:gd name="connsiteY6616" fmla="*/ 685800 h 885825"/>
                <a:gd name="connsiteX6617" fmla="*/ 27622 w 504825"/>
                <a:gd name="connsiteY6617" fmla="*/ 685991 h 885825"/>
                <a:gd name="connsiteX6618" fmla="*/ 28099 w 504825"/>
                <a:gd name="connsiteY6618" fmla="*/ 685895 h 885825"/>
                <a:gd name="connsiteX6619" fmla="*/ 28575 w 504825"/>
                <a:gd name="connsiteY6619" fmla="*/ 685609 h 885825"/>
                <a:gd name="connsiteX6620" fmla="*/ 28765 w 504825"/>
                <a:gd name="connsiteY6620" fmla="*/ 685038 h 885825"/>
                <a:gd name="connsiteX6621" fmla="*/ 29051 w 504825"/>
                <a:gd name="connsiteY6621" fmla="*/ 683895 h 885825"/>
                <a:gd name="connsiteX6622" fmla="*/ 30480 w 504825"/>
                <a:gd name="connsiteY6622" fmla="*/ 681990 h 885825"/>
                <a:gd name="connsiteX6623" fmla="*/ 30861 w 504825"/>
                <a:gd name="connsiteY6623" fmla="*/ 680847 h 885825"/>
                <a:gd name="connsiteX6624" fmla="*/ 30861 w 504825"/>
                <a:gd name="connsiteY6624" fmla="*/ 678656 h 885825"/>
                <a:gd name="connsiteX6625" fmla="*/ 31337 w 504825"/>
                <a:gd name="connsiteY6625" fmla="*/ 677418 h 885825"/>
                <a:gd name="connsiteX6626" fmla="*/ 32575 w 504825"/>
                <a:gd name="connsiteY6626" fmla="*/ 676942 h 885825"/>
                <a:gd name="connsiteX6627" fmla="*/ 35623 w 504825"/>
                <a:gd name="connsiteY6627" fmla="*/ 677323 h 885825"/>
                <a:gd name="connsiteX6628" fmla="*/ 36671 w 504825"/>
                <a:gd name="connsiteY6628" fmla="*/ 677227 h 885825"/>
                <a:gd name="connsiteX6629" fmla="*/ 37624 w 504825"/>
                <a:gd name="connsiteY6629" fmla="*/ 676942 h 885825"/>
                <a:gd name="connsiteX6630" fmla="*/ 38290 w 504825"/>
                <a:gd name="connsiteY6630" fmla="*/ 676561 h 885825"/>
                <a:gd name="connsiteX6631" fmla="*/ 38957 w 504825"/>
                <a:gd name="connsiteY6631" fmla="*/ 676275 h 885825"/>
                <a:gd name="connsiteX6632" fmla="*/ 40100 w 504825"/>
                <a:gd name="connsiteY6632" fmla="*/ 676180 h 885825"/>
                <a:gd name="connsiteX6633" fmla="*/ 41243 w 504825"/>
                <a:gd name="connsiteY6633" fmla="*/ 675894 h 885825"/>
                <a:gd name="connsiteX6634" fmla="*/ 42196 w 504825"/>
                <a:gd name="connsiteY6634" fmla="*/ 675227 h 885825"/>
                <a:gd name="connsiteX6635" fmla="*/ 45720 w 504825"/>
                <a:gd name="connsiteY6635" fmla="*/ 671417 h 885825"/>
                <a:gd name="connsiteX6636" fmla="*/ 49435 w 504825"/>
                <a:gd name="connsiteY6636" fmla="*/ 668465 h 885825"/>
                <a:gd name="connsiteX6637" fmla="*/ 54197 w 504825"/>
                <a:gd name="connsiteY6637" fmla="*/ 665988 h 885825"/>
                <a:gd name="connsiteX6638" fmla="*/ 54864 w 504825"/>
                <a:gd name="connsiteY6638" fmla="*/ 665417 h 885825"/>
                <a:gd name="connsiteX6639" fmla="*/ 57245 w 504825"/>
                <a:gd name="connsiteY6639" fmla="*/ 661987 h 885825"/>
                <a:gd name="connsiteX6640" fmla="*/ 58388 w 504825"/>
                <a:gd name="connsiteY6640" fmla="*/ 659606 h 885825"/>
                <a:gd name="connsiteX6641" fmla="*/ 58864 w 504825"/>
                <a:gd name="connsiteY6641" fmla="*/ 658368 h 885825"/>
                <a:gd name="connsiteX6642" fmla="*/ 59055 w 504825"/>
                <a:gd name="connsiteY6642" fmla="*/ 657416 h 885825"/>
                <a:gd name="connsiteX6643" fmla="*/ 59246 w 504825"/>
                <a:gd name="connsiteY6643" fmla="*/ 657034 h 885825"/>
                <a:gd name="connsiteX6644" fmla="*/ 59626 w 504825"/>
                <a:gd name="connsiteY6644" fmla="*/ 656939 h 885825"/>
                <a:gd name="connsiteX6645" fmla="*/ 60007 w 504825"/>
                <a:gd name="connsiteY6645" fmla="*/ 656939 h 885825"/>
                <a:gd name="connsiteX6646" fmla="*/ 60198 w 504825"/>
                <a:gd name="connsiteY6646" fmla="*/ 656844 h 885825"/>
                <a:gd name="connsiteX6647" fmla="*/ 60198 w 504825"/>
                <a:gd name="connsiteY6647" fmla="*/ 656558 h 885825"/>
                <a:gd name="connsiteX6648" fmla="*/ 60103 w 504825"/>
                <a:gd name="connsiteY6648" fmla="*/ 655987 h 885825"/>
                <a:gd name="connsiteX6649" fmla="*/ 60198 w 504825"/>
                <a:gd name="connsiteY6649" fmla="*/ 655796 h 885825"/>
                <a:gd name="connsiteX6650" fmla="*/ 60960 w 504825"/>
                <a:gd name="connsiteY6650" fmla="*/ 654368 h 885825"/>
                <a:gd name="connsiteX6651" fmla="*/ 61246 w 504825"/>
                <a:gd name="connsiteY6651" fmla="*/ 652748 h 885825"/>
                <a:gd name="connsiteX6652" fmla="*/ 61531 w 504825"/>
                <a:gd name="connsiteY6652" fmla="*/ 652558 h 885825"/>
                <a:gd name="connsiteX6653" fmla="*/ 62960 w 504825"/>
                <a:gd name="connsiteY6653" fmla="*/ 651891 h 885825"/>
                <a:gd name="connsiteX6654" fmla="*/ 63341 w 504825"/>
                <a:gd name="connsiteY6654" fmla="*/ 651605 h 885825"/>
                <a:gd name="connsiteX6655" fmla="*/ 64294 w 504825"/>
                <a:gd name="connsiteY6655" fmla="*/ 651224 h 885825"/>
                <a:gd name="connsiteX6656" fmla="*/ 67532 w 504825"/>
                <a:gd name="connsiteY6656" fmla="*/ 651129 h 885825"/>
                <a:gd name="connsiteX6657" fmla="*/ 68104 w 504825"/>
                <a:gd name="connsiteY6657" fmla="*/ 650843 h 885825"/>
                <a:gd name="connsiteX6658" fmla="*/ 69342 w 504825"/>
                <a:gd name="connsiteY6658" fmla="*/ 650081 h 885825"/>
                <a:gd name="connsiteX6659" fmla="*/ 69913 w 504825"/>
                <a:gd name="connsiteY6659" fmla="*/ 649891 h 885825"/>
                <a:gd name="connsiteX6660" fmla="*/ 72104 w 504825"/>
                <a:gd name="connsiteY6660" fmla="*/ 649891 h 885825"/>
                <a:gd name="connsiteX6661" fmla="*/ 73057 w 504825"/>
                <a:gd name="connsiteY6661" fmla="*/ 649700 h 885825"/>
                <a:gd name="connsiteX6662" fmla="*/ 73628 w 504825"/>
                <a:gd name="connsiteY6662" fmla="*/ 649224 h 885825"/>
                <a:gd name="connsiteX6663" fmla="*/ 74485 w 504825"/>
                <a:gd name="connsiteY6663" fmla="*/ 647795 h 885825"/>
                <a:gd name="connsiteX6664" fmla="*/ 77152 w 504825"/>
                <a:gd name="connsiteY6664" fmla="*/ 645033 h 885825"/>
                <a:gd name="connsiteX6665" fmla="*/ 77914 w 504825"/>
                <a:gd name="connsiteY6665" fmla="*/ 644557 h 885825"/>
                <a:gd name="connsiteX6666" fmla="*/ 78391 w 504825"/>
                <a:gd name="connsiteY6666" fmla="*/ 644461 h 885825"/>
                <a:gd name="connsiteX6667" fmla="*/ 80296 w 504825"/>
                <a:gd name="connsiteY6667" fmla="*/ 643128 h 885825"/>
                <a:gd name="connsiteX6668" fmla="*/ 80581 w 504825"/>
                <a:gd name="connsiteY6668" fmla="*/ 642842 h 885825"/>
                <a:gd name="connsiteX6669" fmla="*/ 82582 w 504825"/>
                <a:gd name="connsiteY6669" fmla="*/ 640175 h 885825"/>
                <a:gd name="connsiteX6670" fmla="*/ 83153 w 504825"/>
                <a:gd name="connsiteY6670" fmla="*/ 639223 h 885825"/>
                <a:gd name="connsiteX6671" fmla="*/ 83439 w 504825"/>
                <a:gd name="connsiteY6671" fmla="*/ 638270 h 885825"/>
                <a:gd name="connsiteX6672" fmla="*/ 83725 w 504825"/>
                <a:gd name="connsiteY6672" fmla="*/ 637699 h 885825"/>
                <a:gd name="connsiteX6673" fmla="*/ 85534 w 504825"/>
                <a:gd name="connsiteY6673" fmla="*/ 635889 h 885825"/>
                <a:gd name="connsiteX6674" fmla="*/ 89630 w 504825"/>
                <a:gd name="connsiteY6674" fmla="*/ 629317 h 885825"/>
                <a:gd name="connsiteX6675" fmla="*/ 89916 w 504825"/>
                <a:gd name="connsiteY6675" fmla="*/ 629126 h 885825"/>
                <a:gd name="connsiteX6676" fmla="*/ 90964 w 504825"/>
                <a:gd name="connsiteY6676" fmla="*/ 628936 h 885825"/>
                <a:gd name="connsiteX6677" fmla="*/ 91154 w 504825"/>
                <a:gd name="connsiteY6677" fmla="*/ 628650 h 885825"/>
                <a:gd name="connsiteX6678" fmla="*/ 91249 w 504825"/>
                <a:gd name="connsiteY6678" fmla="*/ 628269 h 885825"/>
                <a:gd name="connsiteX6679" fmla="*/ 91535 w 504825"/>
                <a:gd name="connsiteY6679" fmla="*/ 627793 h 885825"/>
                <a:gd name="connsiteX6680" fmla="*/ 92011 w 504825"/>
                <a:gd name="connsiteY6680" fmla="*/ 627126 h 885825"/>
                <a:gd name="connsiteX6681" fmla="*/ 92488 w 504825"/>
                <a:gd name="connsiteY6681" fmla="*/ 626174 h 885825"/>
                <a:gd name="connsiteX6682" fmla="*/ 92773 w 504825"/>
                <a:gd name="connsiteY6682" fmla="*/ 625126 h 885825"/>
                <a:gd name="connsiteX6683" fmla="*/ 92678 w 504825"/>
                <a:gd name="connsiteY6683" fmla="*/ 624364 h 885825"/>
                <a:gd name="connsiteX6684" fmla="*/ 94107 w 504825"/>
                <a:gd name="connsiteY6684" fmla="*/ 624268 h 885825"/>
                <a:gd name="connsiteX6685" fmla="*/ 94202 w 504825"/>
                <a:gd name="connsiteY6685" fmla="*/ 623411 h 885825"/>
                <a:gd name="connsiteX6686" fmla="*/ 93345 w 504825"/>
                <a:gd name="connsiteY6686" fmla="*/ 622649 h 885825"/>
                <a:gd name="connsiteX6687" fmla="*/ 91916 w 504825"/>
                <a:gd name="connsiteY6687" fmla="*/ 622840 h 885825"/>
                <a:gd name="connsiteX6688" fmla="*/ 92202 w 504825"/>
                <a:gd name="connsiteY6688" fmla="*/ 622268 h 885825"/>
                <a:gd name="connsiteX6689" fmla="*/ 92107 w 504825"/>
                <a:gd name="connsiteY6689" fmla="*/ 621792 h 885825"/>
                <a:gd name="connsiteX6690" fmla="*/ 91726 w 504825"/>
                <a:gd name="connsiteY6690" fmla="*/ 621411 h 885825"/>
                <a:gd name="connsiteX6691" fmla="*/ 91154 w 504825"/>
                <a:gd name="connsiteY6691" fmla="*/ 621125 h 885825"/>
                <a:gd name="connsiteX6692" fmla="*/ 91345 w 504825"/>
                <a:gd name="connsiteY6692" fmla="*/ 620363 h 885825"/>
                <a:gd name="connsiteX6693" fmla="*/ 91154 w 504825"/>
                <a:gd name="connsiteY6693" fmla="*/ 619411 h 885825"/>
                <a:gd name="connsiteX6694" fmla="*/ 91059 w 504825"/>
                <a:gd name="connsiteY6694" fmla="*/ 618649 h 885825"/>
                <a:gd name="connsiteX6695" fmla="*/ 91726 w 504825"/>
                <a:gd name="connsiteY6695" fmla="*/ 618268 h 885825"/>
                <a:gd name="connsiteX6696" fmla="*/ 92583 w 504825"/>
                <a:gd name="connsiteY6696" fmla="*/ 618363 h 885825"/>
                <a:gd name="connsiteX6697" fmla="*/ 92773 w 504825"/>
                <a:gd name="connsiteY6697" fmla="*/ 618649 h 885825"/>
                <a:gd name="connsiteX6698" fmla="*/ 92583 w 504825"/>
                <a:gd name="connsiteY6698" fmla="*/ 619601 h 885825"/>
                <a:gd name="connsiteX6699" fmla="*/ 92869 w 504825"/>
                <a:gd name="connsiteY6699" fmla="*/ 620363 h 885825"/>
                <a:gd name="connsiteX6700" fmla="*/ 93535 w 504825"/>
                <a:gd name="connsiteY6700" fmla="*/ 620935 h 885825"/>
                <a:gd name="connsiteX6701" fmla="*/ 94392 w 504825"/>
                <a:gd name="connsiteY6701" fmla="*/ 621125 h 885825"/>
                <a:gd name="connsiteX6702" fmla="*/ 95059 w 504825"/>
                <a:gd name="connsiteY6702" fmla="*/ 620840 h 885825"/>
                <a:gd name="connsiteX6703" fmla="*/ 95440 w 504825"/>
                <a:gd name="connsiteY6703" fmla="*/ 617982 h 885825"/>
                <a:gd name="connsiteX6704" fmla="*/ 94964 w 504825"/>
                <a:gd name="connsiteY6704" fmla="*/ 616649 h 885825"/>
                <a:gd name="connsiteX6705" fmla="*/ 93821 w 504825"/>
                <a:gd name="connsiteY6705" fmla="*/ 614458 h 885825"/>
                <a:gd name="connsiteX6706" fmla="*/ 93631 w 504825"/>
                <a:gd name="connsiteY6706" fmla="*/ 612743 h 885825"/>
                <a:gd name="connsiteX6707" fmla="*/ 94012 w 504825"/>
                <a:gd name="connsiteY6707" fmla="*/ 611410 h 885825"/>
                <a:gd name="connsiteX6708" fmla="*/ 94869 w 504825"/>
                <a:gd name="connsiteY6708" fmla="*/ 610267 h 885825"/>
                <a:gd name="connsiteX6709" fmla="*/ 96012 w 504825"/>
                <a:gd name="connsiteY6709" fmla="*/ 609695 h 885825"/>
                <a:gd name="connsiteX6710" fmla="*/ 97250 w 504825"/>
                <a:gd name="connsiteY6710" fmla="*/ 609981 h 885825"/>
                <a:gd name="connsiteX6711" fmla="*/ 98774 w 504825"/>
                <a:gd name="connsiteY6711" fmla="*/ 608933 h 885825"/>
                <a:gd name="connsiteX6712" fmla="*/ 100108 w 504825"/>
                <a:gd name="connsiteY6712" fmla="*/ 608267 h 885825"/>
                <a:gd name="connsiteX6713" fmla="*/ 101632 w 504825"/>
                <a:gd name="connsiteY6713" fmla="*/ 607885 h 885825"/>
                <a:gd name="connsiteX6714" fmla="*/ 104204 w 504825"/>
                <a:gd name="connsiteY6714" fmla="*/ 607790 h 885825"/>
                <a:gd name="connsiteX6715" fmla="*/ 105346 w 504825"/>
                <a:gd name="connsiteY6715" fmla="*/ 607600 h 885825"/>
                <a:gd name="connsiteX6716" fmla="*/ 105918 w 504825"/>
                <a:gd name="connsiteY6716" fmla="*/ 607409 h 885825"/>
                <a:gd name="connsiteX6717" fmla="*/ 106489 w 504825"/>
                <a:gd name="connsiteY6717" fmla="*/ 607124 h 885825"/>
                <a:gd name="connsiteX6718" fmla="*/ 107537 w 504825"/>
                <a:gd name="connsiteY6718" fmla="*/ 606457 h 885825"/>
                <a:gd name="connsiteX6719" fmla="*/ 108013 w 504825"/>
                <a:gd name="connsiteY6719" fmla="*/ 606266 h 885825"/>
                <a:gd name="connsiteX6720" fmla="*/ 108585 w 504825"/>
                <a:gd name="connsiteY6720" fmla="*/ 606171 h 885825"/>
                <a:gd name="connsiteX6721" fmla="*/ 109823 w 504825"/>
                <a:gd name="connsiteY6721" fmla="*/ 606266 h 885825"/>
                <a:gd name="connsiteX6722" fmla="*/ 110395 w 504825"/>
                <a:gd name="connsiteY6722" fmla="*/ 606171 h 885825"/>
                <a:gd name="connsiteX6723" fmla="*/ 110966 w 504825"/>
                <a:gd name="connsiteY6723" fmla="*/ 605885 h 885825"/>
                <a:gd name="connsiteX6724" fmla="*/ 112014 w 504825"/>
                <a:gd name="connsiteY6724" fmla="*/ 605218 h 885825"/>
                <a:gd name="connsiteX6725" fmla="*/ 112585 w 504825"/>
                <a:gd name="connsiteY6725" fmla="*/ 604933 h 885825"/>
                <a:gd name="connsiteX6726" fmla="*/ 114967 w 504825"/>
                <a:gd name="connsiteY6726" fmla="*/ 604266 h 885825"/>
                <a:gd name="connsiteX6727" fmla="*/ 116872 w 504825"/>
                <a:gd name="connsiteY6727" fmla="*/ 603504 h 885825"/>
                <a:gd name="connsiteX6728" fmla="*/ 118205 w 504825"/>
                <a:gd name="connsiteY6728" fmla="*/ 601980 h 885825"/>
                <a:gd name="connsiteX6729" fmla="*/ 119063 w 504825"/>
                <a:gd name="connsiteY6729" fmla="*/ 596932 h 885825"/>
                <a:gd name="connsiteX6730" fmla="*/ 120110 w 504825"/>
                <a:gd name="connsiteY6730" fmla="*/ 594646 h 885825"/>
                <a:gd name="connsiteX6731" fmla="*/ 121634 w 504825"/>
                <a:gd name="connsiteY6731" fmla="*/ 592550 h 885825"/>
                <a:gd name="connsiteX6732" fmla="*/ 125349 w 504825"/>
                <a:gd name="connsiteY6732" fmla="*/ 588931 h 885825"/>
                <a:gd name="connsiteX6733" fmla="*/ 126492 w 504825"/>
                <a:gd name="connsiteY6733" fmla="*/ 588074 h 885825"/>
                <a:gd name="connsiteX6734" fmla="*/ 127540 w 504825"/>
                <a:gd name="connsiteY6734" fmla="*/ 587693 h 885825"/>
                <a:gd name="connsiteX6735" fmla="*/ 128588 w 504825"/>
                <a:gd name="connsiteY6735" fmla="*/ 587502 h 885825"/>
                <a:gd name="connsiteX6736" fmla="*/ 130207 w 504825"/>
                <a:gd name="connsiteY6736" fmla="*/ 586550 h 885825"/>
                <a:gd name="connsiteX6737" fmla="*/ 130969 w 504825"/>
                <a:gd name="connsiteY6737" fmla="*/ 586264 h 885825"/>
                <a:gd name="connsiteX6738" fmla="*/ 131445 w 504825"/>
                <a:gd name="connsiteY6738" fmla="*/ 586264 h 885825"/>
                <a:gd name="connsiteX6739" fmla="*/ 132302 w 504825"/>
                <a:gd name="connsiteY6739" fmla="*/ 586550 h 885825"/>
                <a:gd name="connsiteX6740" fmla="*/ 132969 w 504825"/>
                <a:gd name="connsiteY6740" fmla="*/ 586645 h 885825"/>
                <a:gd name="connsiteX6741" fmla="*/ 135160 w 504825"/>
                <a:gd name="connsiteY6741" fmla="*/ 586645 h 885825"/>
                <a:gd name="connsiteX6742" fmla="*/ 136303 w 504825"/>
                <a:gd name="connsiteY6742" fmla="*/ 586550 h 885825"/>
                <a:gd name="connsiteX6743" fmla="*/ 136969 w 504825"/>
                <a:gd name="connsiteY6743" fmla="*/ 586168 h 885825"/>
                <a:gd name="connsiteX6744" fmla="*/ 137922 w 504825"/>
                <a:gd name="connsiteY6744" fmla="*/ 584835 h 885825"/>
                <a:gd name="connsiteX6745" fmla="*/ 140303 w 504825"/>
                <a:gd name="connsiteY6745" fmla="*/ 582740 h 885825"/>
                <a:gd name="connsiteX6746" fmla="*/ 140779 w 504825"/>
                <a:gd name="connsiteY6746" fmla="*/ 582454 h 885825"/>
                <a:gd name="connsiteX6747" fmla="*/ 141827 w 504825"/>
                <a:gd name="connsiteY6747" fmla="*/ 580834 h 885825"/>
                <a:gd name="connsiteX6748" fmla="*/ 142304 w 504825"/>
                <a:gd name="connsiteY6748" fmla="*/ 580549 h 885825"/>
                <a:gd name="connsiteX6749" fmla="*/ 143542 w 504825"/>
                <a:gd name="connsiteY6749" fmla="*/ 580263 h 885825"/>
                <a:gd name="connsiteX6750" fmla="*/ 143923 w 504825"/>
                <a:gd name="connsiteY6750" fmla="*/ 580073 h 885825"/>
                <a:gd name="connsiteX6751" fmla="*/ 144685 w 504825"/>
                <a:gd name="connsiteY6751" fmla="*/ 578834 h 885825"/>
                <a:gd name="connsiteX6752" fmla="*/ 144113 w 504825"/>
                <a:gd name="connsiteY6752" fmla="*/ 578072 h 885825"/>
                <a:gd name="connsiteX6753" fmla="*/ 143161 w 504825"/>
                <a:gd name="connsiteY6753" fmla="*/ 576167 h 885825"/>
                <a:gd name="connsiteX6754" fmla="*/ 161068 w 504825"/>
                <a:gd name="connsiteY6754" fmla="*/ 575501 h 885825"/>
                <a:gd name="connsiteX6755" fmla="*/ 160496 w 504825"/>
                <a:gd name="connsiteY6755" fmla="*/ 574739 h 885825"/>
                <a:gd name="connsiteX6756" fmla="*/ 159163 w 504825"/>
                <a:gd name="connsiteY6756" fmla="*/ 573976 h 885825"/>
                <a:gd name="connsiteX6757" fmla="*/ 157924 w 504825"/>
                <a:gd name="connsiteY6757" fmla="*/ 573500 h 885825"/>
                <a:gd name="connsiteX6758" fmla="*/ 156305 w 504825"/>
                <a:gd name="connsiteY6758" fmla="*/ 573024 h 885825"/>
                <a:gd name="connsiteX6759" fmla="*/ 154781 w 504825"/>
                <a:gd name="connsiteY6759" fmla="*/ 572357 h 885825"/>
                <a:gd name="connsiteX6760" fmla="*/ 153162 w 504825"/>
                <a:gd name="connsiteY6760" fmla="*/ 571405 h 885825"/>
                <a:gd name="connsiteX6761" fmla="*/ 152686 w 504825"/>
                <a:gd name="connsiteY6761" fmla="*/ 571309 h 885825"/>
                <a:gd name="connsiteX6762" fmla="*/ 152305 w 504825"/>
                <a:gd name="connsiteY6762" fmla="*/ 571405 h 885825"/>
                <a:gd name="connsiteX6763" fmla="*/ 152019 w 504825"/>
                <a:gd name="connsiteY6763" fmla="*/ 571691 h 885825"/>
                <a:gd name="connsiteX6764" fmla="*/ 151543 w 504825"/>
                <a:gd name="connsiteY6764" fmla="*/ 572262 h 885825"/>
                <a:gd name="connsiteX6765" fmla="*/ 150304 w 504825"/>
                <a:gd name="connsiteY6765" fmla="*/ 574453 h 885825"/>
                <a:gd name="connsiteX6766" fmla="*/ 149828 w 504825"/>
                <a:gd name="connsiteY6766" fmla="*/ 575119 h 885825"/>
                <a:gd name="connsiteX6767" fmla="*/ 147638 w 504825"/>
                <a:gd name="connsiteY6767" fmla="*/ 576739 h 885825"/>
                <a:gd name="connsiteX6768" fmla="*/ 147542 w 504825"/>
                <a:gd name="connsiteY6768" fmla="*/ 576929 h 885825"/>
                <a:gd name="connsiteX6769" fmla="*/ 147828 w 504825"/>
                <a:gd name="connsiteY6769" fmla="*/ 577215 h 885825"/>
                <a:gd name="connsiteX6770" fmla="*/ 148304 w 504825"/>
                <a:gd name="connsiteY6770" fmla="*/ 577406 h 885825"/>
                <a:gd name="connsiteX6771" fmla="*/ 148971 w 504825"/>
                <a:gd name="connsiteY6771" fmla="*/ 577120 h 885825"/>
                <a:gd name="connsiteX6772" fmla="*/ 148971 w 504825"/>
                <a:gd name="connsiteY6772" fmla="*/ 579310 h 885825"/>
                <a:gd name="connsiteX6773" fmla="*/ 149161 w 504825"/>
                <a:gd name="connsiteY6773" fmla="*/ 580453 h 885825"/>
                <a:gd name="connsiteX6774" fmla="*/ 149542 w 504825"/>
                <a:gd name="connsiteY6774" fmla="*/ 581311 h 885825"/>
                <a:gd name="connsiteX6775" fmla="*/ 150495 w 504825"/>
                <a:gd name="connsiteY6775" fmla="*/ 581882 h 885825"/>
                <a:gd name="connsiteX6776" fmla="*/ 151257 w 504825"/>
                <a:gd name="connsiteY6776" fmla="*/ 581787 h 885825"/>
                <a:gd name="connsiteX6777" fmla="*/ 152019 w 504825"/>
                <a:gd name="connsiteY6777" fmla="*/ 581406 h 885825"/>
                <a:gd name="connsiteX6778" fmla="*/ 152781 w 504825"/>
                <a:gd name="connsiteY6778" fmla="*/ 581216 h 885825"/>
                <a:gd name="connsiteX6779" fmla="*/ 153733 w 504825"/>
                <a:gd name="connsiteY6779" fmla="*/ 581120 h 885825"/>
                <a:gd name="connsiteX6780" fmla="*/ 154210 w 504825"/>
                <a:gd name="connsiteY6780" fmla="*/ 580930 h 885825"/>
                <a:gd name="connsiteX6781" fmla="*/ 154400 w 504825"/>
                <a:gd name="connsiteY6781" fmla="*/ 580644 h 885825"/>
                <a:gd name="connsiteX6782" fmla="*/ 154591 w 504825"/>
                <a:gd name="connsiteY6782" fmla="*/ 580168 h 885825"/>
                <a:gd name="connsiteX6783" fmla="*/ 155162 w 504825"/>
                <a:gd name="connsiteY6783" fmla="*/ 580168 h 885825"/>
                <a:gd name="connsiteX6784" fmla="*/ 155734 w 504825"/>
                <a:gd name="connsiteY6784" fmla="*/ 580263 h 885825"/>
                <a:gd name="connsiteX6785" fmla="*/ 156115 w 504825"/>
                <a:gd name="connsiteY6785" fmla="*/ 580168 h 885825"/>
                <a:gd name="connsiteX6786" fmla="*/ 156400 w 504825"/>
                <a:gd name="connsiteY6786" fmla="*/ 579310 h 885825"/>
                <a:gd name="connsiteX6787" fmla="*/ 156305 w 504825"/>
                <a:gd name="connsiteY6787" fmla="*/ 578263 h 885825"/>
                <a:gd name="connsiteX6788" fmla="*/ 156019 w 504825"/>
                <a:gd name="connsiteY6788" fmla="*/ 577215 h 885825"/>
                <a:gd name="connsiteX6789" fmla="*/ 155829 w 504825"/>
                <a:gd name="connsiteY6789" fmla="*/ 576167 h 885825"/>
                <a:gd name="connsiteX6790" fmla="*/ 156400 w 504825"/>
                <a:gd name="connsiteY6790" fmla="*/ 576548 h 885825"/>
                <a:gd name="connsiteX6791" fmla="*/ 157639 w 504825"/>
                <a:gd name="connsiteY6791" fmla="*/ 578263 h 885825"/>
                <a:gd name="connsiteX6792" fmla="*/ 157734 w 504825"/>
                <a:gd name="connsiteY6792" fmla="*/ 577977 h 885825"/>
                <a:gd name="connsiteX6793" fmla="*/ 157829 w 504825"/>
                <a:gd name="connsiteY6793" fmla="*/ 577786 h 885825"/>
                <a:gd name="connsiteX6794" fmla="*/ 157924 w 504825"/>
                <a:gd name="connsiteY6794" fmla="*/ 577501 h 885825"/>
                <a:gd name="connsiteX6795" fmla="*/ 157924 w 504825"/>
                <a:gd name="connsiteY6795" fmla="*/ 577120 h 885825"/>
                <a:gd name="connsiteX6796" fmla="*/ 158877 w 504825"/>
                <a:gd name="connsiteY6796" fmla="*/ 577501 h 885825"/>
                <a:gd name="connsiteX6797" fmla="*/ 159734 w 504825"/>
                <a:gd name="connsiteY6797" fmla="*/ 577310 h 885825"/>
                <a:gd name="connsiteX6798" fmla="*/ 160210 w 504825"/>
                <a:gd name="connsiteY6798" fmla="*/ 576834 h 885825"/>
                <a:gd name="connsiteX6799" fmla="*/ 160115 w 504825"/>
                <a:gd name="connsiteY6799" fmla="*/ 576358 h 885825"/>
                <a:gd name="connsiteX6800" fmla="*/ 160115 w 504825"/>
                <a:gd name="connsiteY6800" fmla="*/ 575977 h 885825"/>
                <a:gd name="connsiteX6801" fmla="*/ 161068 w 504825"/>
                <a:gd name="connsiteY6801" fmla="*/ 575501 h 885825"/>
                <a:gd name="connsiteX6802" fmla="*/ 153733 w 504825"/>
                <a:gd name="connsiteY6802" fmla="*/ 501777 h 885825"/>
                <a:gd name="connsiteX6803" fmla="*/ 153448 w 504825"/>
                <a:gd name="connsiteY6803" fmla="*/ 501682 h 885825"/>
                <a:gd name="connsiteX6804" fmla="*/ 153162 w 504825"/>
                <a:gd name="connsiteY6804" fmla="*/ 501491 h 885825"/>
                <a:gd name="connsiteX6805" fmla="*/ 152686 w 504825"/>
                <a:gd name="connsiteY6805" fmla="*/ 501396 h 885825"/>
                <a:gd name="connsiteX6806" fmla="*/ 153448 w 504825"/>
                <a:gd name="connsiteY6806" fmla="*/ 503968 h 885825"/>
                <a:gd name="connsiteX6807" fmla="*/ 153829 w 504825"/>
                <a:gd name="connsiteY6807" fmla="*/ 504730 h 885825"/>
                <a:gd name="connsiteX6808" fmla="*/ 154400 w 504825"/>
                <a:gd name="connsiteY6808" fmla="*/ 505492 h 885825"/>
                <a:gd name="connsiteX6809" fmla="*/ 155734 w 504825"/>
                <a:gd name="connsiteY6809" fmla="*/ 506825 h 885825"/>
                <a:gd name="connsiteX6810" fmla="*/ 156305 w 504825"/>
                <a:gd name="connsiteY6810" fmla="*/ 507683 h 885825"/>
                <a:gd name="connsiteX6811" fmla="*/ 156019 w 504825"/>
                <a:gd name="connsiteY6811" fmla="*/ 507778 h 885825"/>
                <a:gd name="connsiteX6812" fmla="*/ 155543 w 504825"/>
                <a:gd name="connsiteY6812" fmla="*/ 508159 h 885825"/>
                <a:gd name="connsiteX6813" fmla="*/ 155257 w 504825"/>
                <a:gd name="connsiteY6813" fmla="*/ 508349 h 885825"/>
                <a:gd name="connsiteX6814" fmla="*/ 155734 w 504825"/>
                <a:gd name="connsiteY6814" fmla="*/ 508730 h 885825"/>
                <a:gd name="connsiteX6815" fmla="*/ 156210 w 504825"/>
                <a:gd name="connsiteY6815" fmla="*/ 510254 h 885825"/>
                <a:gd name="connsiteX6816" fmla="*/ 156591 w 504825"/>
                <a:gd name="connsiteY6816" fmla="*/ 510921 h 885825"/>
                <a:gd name="connsiteX6817" fmla="*/ 157353 w 504825"/>
                <a:gd name="connsiteY6817" fmla="*/ 511397 h 885825"/>
                <a:gd name="connsiteX6818" fmla="*/ 158210 w 504825"/>
                <a:gd name="connsiteY6818" fmla="*/ 511492 h 885825"/>
                <a:gd name="connsiteX6819" fmla="*/ 158877 w 504825"/>
                <a:gd name="connsiteY6819" fmla="*/ 511016 h 885825"/>
                <a:gd name="connsiteX6820" fmla="*/ 159163 w 504825"/>
                <a:gd name="connsiteY6820" fmla="*/ 509873 h 885825"/>
                <a:gd name="connsiteX6821" fmla="*/ 159544 w 504825"/>
                <a:gd name="connsiteY6821" fmla="*/ 510254 h 885825"/>
                <a:gd name="connsiteX6822" fmla="*/ 159829 w 504825"/>
                <a:gd name="connsiteY6822" fmla="*/ 510254 h 885825"/>
                <a:gd name="connsiteX6823" fmla="*/ 160210 w 504825"/>
                <a:gd name="connsiteY6823" fmla="*/ 509968 h 885825"/>
                <a:gd name="connsiteX6824" fmla="*/ 160591 w 504825"/>
                <a:gd name="connsiteY6824" fmla="*/ 510731 h 885825"/>
                <a:gd name="connsiteX6825" fmla="*/ 160401 w 504825"/>
                <a:gd name="connsiteY6825" fmla="*/ 511492 h 885825"/>
                <a:gd name="connsiteX6826" fmla="*/ 159829 w 504825"/>
                <a:gd name="connsiteY6826" fmla="*/ 512254 h 885825"/>
                <a:gd name="connsiteX6827" fmla="*/ 159067 w 504825"/>
                <a:gd name="connsiteY6827" fmla="*/ 512921 h 885825"/>
                <a:gd name="connsiteX6828" fmla="*/ 159258 w 504825"/>
                <a:gd name="connsiteY6828" fmla="*/ 513302 h 885825"/>
                <a:gd name="connsiteX6829" fmla="*/ 159353 w 504825"/>
                <a:gd name="connsiteY6829" fmla="*/ 513588 h 885825"/>
                <a:gd name="connsiteX6830" fmla="*/ 159448 w 504825"/>
                <a:gd name="connsiteY6830" fmla="*/ 514350 h 885825"/>
                <a:gd name="connsiteX6831" fmla="*/ 159067 w 504825"/>
                <a:gd name="connsiteY6831" fmla="*/ 514350 h 885825"/>
                <a:gd name="connsiteX6832" fmla="*/ 158877 w 504825"/>
                <a:gd name="connsiteY6832" fmla="*/ 513969 h 885825"/>
                <a:gd name="connsiteX6833" fmla="*/ 158686 w 504825"/>
                <a:gd name="connsiteY6833" fmla="*/ 513683 h 885825"/>
                <a:gd name="connsiteX6834" fmla="*/ 157924 w 504825"/>
                <a:gd name="connsiteY6834" fmla="*/ 513207 h 885825"/>
                <a:gd name="connsiteX6835" fmla="*/ 157639 w 504825"/>
                <a:gd name="connsiteY6835" fmla="*/ 514541 h 885825"/>
                <a:gd name="connsiteX6836" fmla="*/ 157829 w 504825"/>
                <a:gd name="connsiteY6836" fmla="*/ 516065 h 885825"/>
                <a:gd name="connsiteX6837" fmla="*/ 158496 w 504825"/>
                <a:gd name="connsiteY6837" fmla="*/ 516922 h 885825"/>
                <a:gd name="connsiteX6838" fmla="*/ 159448 w 504825"/>
                <a:gd name="connsiteY6838" fmla="*/ 516065 h 885825"/>
                <a:gd name="connsiteX6839" fmla="*/ 161068 w 504825"/>
                <a:gd name="connsiteY6839" fmla="*/ 515969 h 885825"/>
                <a:gd name="connsiteX6840" fmla="*/ 162782 w 504825"/>
                <a:gd name="connsiteY6840" fmla="*/ 514541 h 885825"/>
                <a:gd name="connsiteX6841" fmla="*/ 163830 w 504825"/>
                <a:gd name="connsiteY6841" fmla="*/ 512826 h 885825"/>
                <a:gd name="connsiteX6842" fmla="*/ 163068 w 504825"/>
                <a:gd name="connsiteY6842" fmla="*/ 511778 h 885825"/>
                <a:gd name="connsiteX6843" fmla="*/ 163449 w 504825"/>
                <a:gd name="connsiteY6843" fmla="*/ 511492 h 885825"/>
                <a:gd name="connsiteX6844" fmla="*/ 164497 w 504825"/>
                <a:gd name="connsiteY6844" fmla="*/ 510350 h 885825"/>
                <a:gd name="connsiteX6845" fmla="*/ 164306 w 504825"/>
                <a:gd name="connsiteY6845" fmla="*/ 510064 h 885825"/>
                <a:gd name="connsiteX6846" fmla="*/ 164021 w 504825"/>
                <a:gd name="connsiteY6846" fmla="*/ 509778 h 885825"/>
                <a:gd name="connsiteX6847" fmla="*/ 163639 w 504825"/>
                <a:gd name="connsiteY6847" fmla="*/ 509492 h 885825"/>
                <a:gd name="connsiteX6848" fmla="*/ 163163 w 504825"/>
                <a:gd name="connsiteY6848" fmla="*/ 509302 h 885825"/>
                <a:gd name="connsiteX6849" fmla="*/ 163163 w 504825"/>
                <a:gd name="connsiteY6849" fmla="*/ 509683 h 885825"/>
                <a:gd name="connsiteX6850" fmla="*/ 162687 w 504825"/>
                <a:gd name="connsiteY6850" fmla="*/ 509397 h 885825"/>
                <a:gd name="connsiteX6851" fmla="*/ 162496 w 504825"/>
                <a:gd name="connsiteY6851" fmla="*/ 509302 h 885825"/>
                <a:gd name="connsiteX6852" fmla="*/ 162496 w 504825"/>
                <a:gd name="connsiteY6852" fmla="*/ 508921 h 885825"/>
                <a:gd name="connsiteX6853" fmla="*/ 163163 w 504825"/>
                <a:gd name="connsiteY6853" fmla="*/ 508159 h 885825"/>
                <a:gd name="connsiteX6854" fmla="*/ 162973 w 504825"/>
                <a:gd name="connsiteY6854" fmla="*/ 507397 h 885825"/>
                <a:gd name="connsiteX6855" fmla="*/ 163068 w 504825"/>
                <a:gd name="connsiteY6855" fmla="*/ 506920 h 885825"/>
                <a:gd name="connsiteX6856" fmla="*/ 164497 w 504825"/>
                <a:gd name="connsiteY6856" fmla="*/ 506730 h 885825"/>
                <a:gd name="connsiteX6857" fmla="*/ 164878 w 504825"/>
                <a:gd name="connsiteY6857" fmla="*/ 506635 h 885825"/>
                <a:gd name="connsiteX6858" fmla="*/ 164306 w 504825"/>
                <a:gd name="connsiteY6858" fmla="*/ 506349 h 885825"/>
                <a:gd name="connsiteX6859" fmla="*/ 163258 w 504825"/>
                <a:gd name="connsiteY6859" fmla="*/ 506063 h 885825"/>
                <a:gd name="connsiteX6860" fmla="*/ 161830 w 504825"/>
                <a:gd name="connsiteY6860" fmla="*/ 504920 h 885825"/>
                <a:gd name="connsiteX6861" fmla="*/ 161544 w 504825"/>
                <a:gd name="connsiteY6861" fmla="*/ 504825 h 885825"/>
                <a:gd name="connsiteX6862" fmla="*/ 160972 w 504825"/>
                <a:gd name="connsiteY6862" fmla="*/ 504444 h 885825"/>
                <a:gd name="connsiteX6863" fmla="*/ 160687 w 504825"/>
                <a:gd name="connsiteY6863" fmla="*/ 504063 h 885825"/>
                <a:gd name="connsiteX6864" fmla="*/ 161925 w 504825"/>
                <a:gd name="connsiteY6864" fmla="*/ 503777 h 885825"/>
                <a:gd name="connsiteX6865" fmla="*/ 162211 w 504825"/>
                <a:gd name="connsiteY6865" fmla="*/ 503492 h 885825"/>
                <a:gd name="connsiteX6866" fmla="*/ 162211 w 504825"/>
                <a:gd name="connsiteY6866" fmla="*/ 503206 h 885825"/>
                <a:gd name="connsiteX6867" fmla="*/ 161734 w 504825"/>
                <a:gd name="connsiteY6867" fmla="*/ 503110 h 885825"/>
                <a:gd name="connsiteX6868" fmla="*/ 159353 w 504825"/>
                <a:gd name="connsiteY6868" fmla="*/ 503110 h 885825"/>
                <a:gd name="connsiteX6869" fmla="*/ 158401 w 504825"/>
                <a:gd name="connsiteY6869" fmla="*/ 502920 h 885825"/>
                <a:gd name="connsiteX6870" fmla="*/ 158686 w 504825"/>
                <a:gd name="connsiteY6870" fmla="*/ 502349 h 885825"/>
                <a:gd name="connsiteX6871" fmla="*/ 156877 w 504825"/>
                <a:gd name="connsiteY6871" fmla="*/ 501206 h 885825"/>
                <a:gd name="connsiteX6872" fmla="*/ 156400 w 504825"/>
                <a:gd name="connsiteY6872" fmla="*/ 500158 h 885825"/>
                <a:gd name="connsiteX6873" fmla="*/ 155638 w 504825"/>
                <a:gd name="connsiteY6873" fmla="*/ 500443 h 885825"/>
                <a:gd name="connsiteX6874" fmla="*/ 154972 w 504825"/>
                <a:gd name="connsiteY6874" fmla="*/ 501206 h 885825"/>
                <a:gd name="connsiteX6875" fmla="*/ 154876 w 504825"/>
                <a:gd name="connsiteY6875" fmla="*/ 501682 h 885825"/>
                <a:gd name="connsiteX6876" fmla="*/ 155067 w 504825"/>
                <a:gd name="connsiteY6876" fmla="*/ 501777 h 885825"/>
                <a:gd name="connsiteX6877" fmla="*/ 155162 w 504825"/>
                <a:gd name="connsiteY6877" fmla="*/ 502063 h 885825"/>
                <a:gd name="connsiteX6878" fmla="*/ 155067 w 504825"/>
                <a:gd name="connsiteY6878" fmla="*/ 502349 h 885825"/>
                <a:gd name="connsiteX6879" fmla="*/ 154876 w 504825"/>
                <a:gd name="connsiteY6879" fmla="*/ 502444 h 885825"/>
                <a:gd name="connsiteX6880" fmla="*/ 154686 w 504825"/>
                <a:gd name="connsiteY6880" fmla="*/ 502349 h 885825"/>
                <a:gd name="connsiteX6881" fmla="*/ 154400 w 504825"/>
                <a:gd name="connsiteY6881" fmla="*/ 502253 h 885825"/>
                <a:gd name="connsiteX6882" fmla="*/ 154210 w 504825"/>
                <a:gd name="connsiteY6882" fmla="*/ 502158 h 885825"/>
                <a:gd name="connsiteX6883" fmla="*/ 154305 w 504825"/>
                <a:gd name="connsiteY6883" fmla="*/ 502063 h 885825"/>
                <a:gd name="connsiteX6884" fmla="*/ 153733 w 504825"/>
                <a:gd name="connsiteY6884" fmla="*/ 501777 h 885825"/>
                <a:gd name="connsiteX6885" fmla="*/ 15716 w 504825"/>
                <a:gd name="connsiteY6885" fmla="*/ 694563 h 885825"/>
                <a:gd name="connsiteX6886" fmla="*/ 15145 w 504825"/>
                <a:gd name="connsiteY6886" fmla="*/ 694944 h 885825"/>
                <a:gd name="connsiteX6887" fmla="*/ 14764 w 504825"/>
                <a:gd name="connsiteY6887" fmla="*/ 694563 h 885825"/>
                <a:gd name="connsiteX6888" fmla="*/ 14954 w 504825"/>
                <a:gd name="connsiteY6888" fmla="*/ 694373 h 885825"/>
                <a:gd name="connsiteX6889" fmla="*/ 15049 w 504825"/>
                <a:gd name="connsiteY6889" fmla="*/ 694182 h 885825"/>
                <a:gd name="connsiteX6890" fmla="*/ 15145 w 504825"/>
                <a:gd name="connsiteY6890" fmla="*/ 693515 h 885825"/>
                <a:gd name="connsiteX6891" fmla="*/ 12382 w 504825"/>
                <a:gd name="connsiteY6891" fmla="*/ 695801 h 885825"/>
                <a:gd name="connsiteX6892" fmla="*/ 11906 w 504825"/>
                <a:gd name="connsiteY6892" fmla="*/ 696373 h 885825"/>
                <a:gd name="connsiteX6893" fmla="*/ 12382 w 504825"/>
                <a:gd name="connsiteY6893" fmla="*/ 697706 h 885825"/>
                <a:gd name="connsiteX6894" fmla="*/ 13716 w 504825"/>
                <a:gd name="connsiteY6894" fmla="*/ 697516 h 885825"/>
                <a:gd name="connsiteX6895" fmla="*/ 15240 w 504825"/>
                <a:gd name="connsiteY6895" fmla="*/ 696563 h 885825"/>
                <a:gd name="connsiteX6896" fmla="*/ 16288 w 504825"/>
                <a:gd name="connsiteY6896" fmla="*/ 695611 h 885825"/>
                <a:gd name="connsiteX6897" fmla="*/ 16288 w 504825"/>
                <a:gd name="connsiteY6897" fmla="*/ 694944 h 885825"/>
                <a:gd name="connsiteX6898" fmla="*/ 16097 w 504825"/>
                <a:gd name="connsiteY6898" fmla="*/ 694563 h 885825"/>
                <a:gd name="connsiteX6899" fmla="*/ 15716 w 504825"/>
                <a:gd name="connsiteY6899" fmla="*/ 694563 h 885825"/>
                <a:gd name="connsiteX6900" fmla="*/ 12382 w 504825"/>
                <a:gd name="connsiteY6900" fmla="*/ 702278 h 885825"/>
                <a:gd name="connsiteX6901" fmla="*/ 11239 w 504825"/>
                <a:gd name="connsiteY6901" fmla="*/ 702183 h 885825"/>
                <a:gd name="connsiteX6902" fmla="*/ 10573 w 504825"/>
                <a:gd name="connsiteY6902" fmla="*/ 702088 h 885825"/>
                <a:gd name="connsiteX6903" fmla="*/ 10477 w 504825"/>
                <a:gd name="connsiteY6903" fmla="*/ 702659 h 885825"/>
                <a:gd name="connsiteX6904" fmla="*/ 10954 w 504825"/>
                <a:gd name="connsiteY6904" fmla="*/ 703326 h 885825"/>
                <a:gd name="connsiteX6905" fmla="*/ 12192 w 504825"/>
                <a:gd name="connsiteY6905" fmla="*/ 703707 h 885825"/>
                <a:gd name="connsiteX6906" fmla="*/ 13335 w 504825"/>
                <a:gd name="connsiteY6906" fmla="*/ 703421 h 885825"/>
                <a:gd name="connsiteX6907" fmla="*/ 13335 w 504825"/>
                <a:gd name="connsiteY6907" fmla="*/ 702850 h 885825"/>
                <a:gd name="connsiteX6908" fmla="*/ 12382 w 504825"/>
                <a:gd name="connsiteY6908" fmla="*/ 702278 h 885825"/>
                <a:gd name="connsiteX6909" fmla="*/ 6572 w 504825"/>
                <a:gd name="connsiteY6909" fmla="*/ 709993 h 885825"/>
                <a:gd name="connsiteX6910" fmla="*/ 6572 w 504825"/>
                <a:gd name="connsiteY6910" fmla="*/ 709517 h 885825"/>
                <a:gd name="connsiteX6911" fmla="*/ 6763 w 504825"/>
                <a:gd name="connsiteY6911" fmla="*/ 708469 h 885825"/>
                <a:gd name="connsiteX6912" fmla="*/ 6286 w 504825"/>
                <a:gd name="connsiteY6912" fmla="*/ 707803 h 885825"/>
                <a:gd name="connsiteX6913" fmla="*/ 5334 w 504825"/>
                <a:gd name="connsiteY6913" fmla="*/ 707803 h 885825"/>
                <a:gd name="connsiteX6914" fmla="*/ 2953 w 504825"/>
                <a:gd name="connsiteY6914" fmla="*/ 708184 h 885825"/>
                <a:gd name="connsiteX6915" fmla="*/ 2572 w 504825"/>
                <a:gd name="connsiteY6915" fmla="*/ 708565 h 885825"/>
                <a:gd name="connsiteX6916" fmla="*/ 2381 w 504825"/>
                <a:gd name="connsiteY6916" fmla="*/ 709327 h 885825"/>
                <a:gd name="connsiteX6917" fmla="*/ 2096 w 504825"/>
                <a:gd name="connsiteY6917" fmla="*/ 709993 h 885825"/>
                <a:gd name="connsiteX6918" fmla="*/ 1333 w 504825"/>
                <a:gd name="connsiteY6918" fmla="*/ 709993 h 885825"/>
                <a:gd name="connsiteX6919" fmla="*/ 1048 w 504825"/>
                <a:gd name="connsiteY6919" fmla="*/ 709612 h 885825"/>
                <a:gd name="connsiteX6920" fmla="*/ 1048 w 504825"/>
                <a:gd name="connsiteY6920" fmla="*/ 709041 h 885825"/>
                <a:gd name="connsiteX6921" fmla="*/ 952 w 504825"/>
                <a:gd name="connsiteY6921" fmla="*/ 708469 h 885825"/>
                <a:gd name="connsiteX6922" fmla="*/ 381 w 504825"/>
                <a:gd name="connsiteY6922" fmla="*/ 708089 h 885825"/>
                <a:gd name="connsiteX6923" fmla="*/ 0 w 504825"/>
                <a:gd name="connsiteY6923" fmla="*/ 715232 h 885825"/>
                <a:gd name="connsiteX6924" fmla="*/ 0 w 504825"/>
                <a:gd name="connsiteY6924" fmla="*/ 715518 h 885825"/>
                <a:gd name="connsiteX6925" fmla="*/ 1048 w 504825"/>
                <a:gd name="connsiteY6925" fmla="*/ 718185 h 885825"/>
                <a:gd name="connsiteX6926" fmla="*/ 2096 w 504825"/>
                <a:gd name="connsiteY6926" fmla="*/ 719804 h 885825"/>
                <a:gd name="connsiteX6927" fmla="*/ 2381 w 504825"/>
                <a:gd name="connsiteY6927" fmla="*/ 720661 h 885825"/>
                <a:gd name="connsiteX6928" fmla="*/ 2096 w 504825"/>
                <a:gd name="connsiteY6928" fmla="*/ 721519 h 885825"/>
                <a:gd name="connsiteX6929" fmla="*/ 2857 w 504825"/>
                <a:gd name="connsiteY6929" fmla="*/ 721900 h 885825"/>
                <a:gd name="connsiteX6930" fmla="*/ 3715 w 504825"/>
                <a:gd name="connsiteY6930" fmla="*/ 721995 h 885825"/>
                <a:gd name="connsiteX6931" fmla="*/ 4096 w 504825"/>
                <a:gd name="connsiteY6931" fmla="*/ 721709 h 885825"/>
                <a:gd name="connsiteX6932" fmla="*/ 3524 w 504825"/>
                <a:gd name="connsiteY6932" fmla="*/ 720757 h 885825"/>
                <a:gd name="connsiteX6933" fmla="*/ 4381 w 504825"/>
                <a:gd name="connsiteY6933" fmla="*/ 720566 h 885825"/>
                <a:gd name="connsiteX6934" fmla="*/ 5143 w 504825"/>
                <a:gd name="connsiteY6934" fmla="*/ 719995 h 885825"/>
                <a:gd name="connsiteX6935" fmla="*/ 5715 w 504825"/>
                <a:gd name="connsiteY6935" fmla="*/ 719328 h 885825"/>
                <a:gd name="connsiteX6936" fmla="*/ 5905 w 504825"/>
                <a:gd name="connsiteY6936" fmla="*/ 718757 h 885825"/>
                <a:gd name="connsiteX6937" fmla="*/ 6001 w 504825"/>
                <a:gd name="connsiteY6937" fmla="*/ 718661 h 885825"/>
                <a:gd name="connsiteX6938" fmla="*/ 6382 w 504825"/>
                <a:gd name="connsiteY6938" fmla="*/ 718280 h 885825"/>
                <a:gd name="connsiteX6939" fmla="*/ 6477 w 504825"/>
                <a:gd name="connsiteY6939" fmla="*/ 718185 h 885825"/>
                <a:gd name="connsiteX6940" fmla="*/ 6763 w 504825"/>
                <a:gd name="connsiteY6940" fmla="*/ 718090 h 885825"/>
                <a:gd name="connsiteX6941" fmla="*/ 6667 w 504825"/>
                <a:gd name="connsiteY6941" fmla="*/ 717899 h 885825"/>
                <a:gd name="connsiteX6942" fmla="*/ 6286 w 504825"/>
                <a:gd name="connsiteY6942" fmla="*/ 717518 h 885825"/>
                <a:gd name="connsiteX6943" fmla="*/ 6286 w 504825"/>
                <a:gd name="connsiteY6943" fmla="*/ 717423 h 885825"/>
                <a:gd name="connsiteX6944" fmla="*/ 6286 w 504825"/>
                <a:gd name="connsiteY6944" fmla="*/ 716375 h 885825"/>
                <a:gd name="connsiteX6945" fmla="*/ 6382 w 504825"/>
                <a:gd name="connsiteY6945" fmla="*/ 716185 h 885825"/>
                <a:gd name="connsiteX6946" fmla="*/ 6667 w 504825"/>
                <a:gd name="connsiteY6946" fmla="*/ 715709 h 885825"/>
                <a:gd name="connsiteX6947" fmla="*/ 6763 w 504825"/>
                <a:gd name="connsiteY6947" fmla="*/ 715423 h 885825"/>
                <a:gd name="connsiteX6948" fmla="*/ 6667 w 504825"/>
                <a:gd name="connsiteY6948" fmla="*/ 714375 h 885825"/>
                <a:gd name="connsiteX6949" fmla="*/ 6096 w 504825"/>
                <a:gd name="connsiteY6949" fmla="*/ 712470 h 885825"/>
                <a:gd name="connsiteX6950" fmla="*/ 6001 w 504825"/>
                <a:gd name="connsiteY6950" fmla="*/ 711613 h 885825"/>
                <a:gd name="connsiteX6951" fmla="*/ 6286 w 504825"/>
                <a:gd name="connsiteY6951" fmla="*/ 711327 h 885825"/>
                <a:gd name="connsiteX6952" fmla="*/ 6763 w 504825"/>
                <a:gd name="connsiteY6952" fmla="*/ 711041 h 885825"/>
                <a:gd name="connsiteX6953" fmla="*/ 7048 w 504825"/>
                <a:gd name="connsiteY6953" fmla="*/ 710660 h 885825"/>
                <a:gd name="connsiteX6954" fmla="*/ 6572 w 504825"/>
                <a:gd name="connsiteY6954" fmla="*/ 709993 h 885825"/>
                <a:gd name="connsiteX6955" fmla="*/ 6572 w 504825"/>
                <a:gd name="connsiteY6955" fmla="*/ 709993 h 885825"/>
                <a:gd name="connsiteX6956" fmla="*/ 82677 w 504825"/>
                <a:gd name="connsiteY6956" fmla="*/ 762095 h 885825"/>
                <a:gd name="connsiteX6957" fmla="*/ 81915 w 504825"/>
                <a:gd name="connsiteY6957" fmla="*/ 761905 h 885825"/>
                <a:gd name="connsiteX6958" fmla="*/ 81248 w 504825"/>
                <a:gd name="connsiteY6958" fmla="*/ 762000 h 885825"/>
                <a:gd name="connsiteX6959" fmla="*/ 80677 w 504825"/>
                <a:gd name="connsiteY6959" fmla="*/ 762286 h 885825"/>
                <a:gd name="connsiteX6960" fmla="*/ 80010 w 504825"/>
                <a:gd name="connsiteY6960" fmla="*/ 762381 h 885825"/>
                <a:gd name="connsiteX6961" fmla="*/ 79057 w 504825"/>
                <a:gd name="connsiteY6961" fmla="*/ 762191 h 885825"/>
                <a:gd name="connsiteX6962" fmla="*/ 78296 w 504825"/>
                <a:gd name="connsiteY6962" fmla="*/ 762572 h 885825"/>
                <a:gd name="connsiteX6963" fmla="*/ 77819 w 504825"/>
                <a:gd name="connsiteY6963" fmla="*/ 762952 h 885825"/>
                <a:gd name="connsiteX6964" fmla="*/ 77629 w 504825"/>
                <a:gd name="connsiteY6964" fmla="*/ 763429 h 885825"/>
                <a:gd name="connsiteX6965" fmla="*/ 77724 w 504825"/>
                <a:gd name="connsiteY6965" fmla="*/ 764095 h 885825"/>
                <a:gd name="connsiteX6966" fmla="*/ 78105 w 504825"/>
                <a:gd name="connsiteY6966" fmla="*/ 764953 h 885825"/>
                <a:gd name="connsiteX6967" fmla="*/ 78581 w 504825"/>
                <a:gd name="connsiteY6967" fmla="*/ 765334 h 885825"/>
                <a:gd name="connsiteX6968" fmla="*/ 80200 w 504825"/>
                <a:gd name="connsiteY6968" fmla="*/ 765524 h 885825"/>
                <a:gd name="connsiteX6969" fmla="*/ 81629 w 504825"/>
                <a:gd name="connsiteY6969" fmla="*/ 765905 h 885825"/>
                <a:gd name="connsiteX6970" fmla="*/ 82486 w 504825"/>
                <a:gd name="connsiteY6970" fmla="*/ 765905 h 885825"/>
                <a:gd name="connsiteX6971" fmla="*/ 83153 w 504825"/>
                <a:gd name="connsiteY6971" fmla="*/ 765524 h 885825"/>
                <a:gd name="connsiteX6972" fmla="*/ 82582 w 504825"/>
                <a:gd name="connsiteY6972" fmla="*/ 764286 h 885825"/>
                <a:gd name="connsiteX6973" fmla="*/ 82582 w 504825"/>
                <a:gd name="connsiteY6973" fmla="*/ 763715 h 885825"/>
                <a:gd name="connsiteX6974" fmla="*/ 83439 w 504825"/>
                <a:gd name="connsiteY6974" fmla="*/ 764095 h 885825"/>
                <a:gd name="connsiteX6975" fmla="*/ 83820 w 504825"/>
                <a:gd name="connsiteY6975" fmla="*/ 763715 h 885825"/>
                <a:gd name="connsiteX6976" fmla="*/ 83153 w 504825"/>
                <a:gd name="connsiteY6976" fmla="*/ 762572 h 885825"/>
                <a:gd name="connsiteX6977" fmla="*/ 82677 w 504825"/>
                <a:gd name="connsiteY6977" fmla="*/ 762095 h 885825"/>
                <a:gd name="connsiteX6978" fmla="*/ 158686 w 504825"/>
                <a:gd name="connsiteY6978" fmla="*/ 664464 h 885825"/>
                <a:gd name="connsiteX6979" fmla="*/ 158686 w 504825"/>
                <a:gd name="connsiteY6979" fmla="*/ 664464 h 885825"/>
                <a:gd name="connsiteX6980" fmla="*/ 158686 w 504825"/>
                <a:gd name="connsiteY6980" fmla="*/ 664464 h 885825"/>
                <a:gd name="connsiteX6981" fmla="*/ 158686 w 504825"/>
                <a:gd name="connsiteY6981" fmla="*/ 664464 h 885825"/>
                <a:gd name="connsiteX6982" fmla="*/ 158686 w 504825"/>
                <a:gd name="connsiteY6982" fmla="*/ 664464 h 885825"/>
                <a:gd name="connsiteX6983" fmla="*/ 158686 w 504825"/>
                <a:gd name="connsiteY6983" fmla="*/ 664369 h 885825"/>
                <a:gd name="connsiteX6984" fmla="*/ 158686 w 504825"/>
                <a:gd name="connsiteY6984" fmla="*/ 664464 h 885825"/>
                <a:gd name="connsiteX6985" fmla="*/ 158686 w 504825"/>
                <a:gd name="connsiteY6985" fmla="*/ 664464 h 885825"/>
                <a:gd name="connsiteX6986" fmla="*/ 158686 w 504825"/>
                <a:gd name="connsiteY6986" fmla="*/ 664464 h 885825"/>
                <a:gd name="connsiteX6987" fmla="*/ 21050 w 504825"/>
                <a:gd name="connsiteY6987" fmla="*/ 697040 h 885825"/>
                <a:gd name="connsiteX6988" fmla="*/ 21050 w 504825"/>
                <a:gd name="connsiteY6988" fmla="*/ 695516 h 885825"/>
                <a:gd name="connsiteX6989" fmla="*/ 19526 w 504825"/>
                <a:gd name="connsiteY6989" fmla="*/ 694563 h 885825"/>
                <a:gd name="connsiteX6990" fmla="*/ 19336 w 504825"/>
                <a:gd name="connsiteY6990" fmla="*/ 694563 h 885825"/>
                <a:gd name="connsiteX6991" fmla="*/ 19240 w 504825"/>
                <a:gd name="connsiteY6991" fmla="*/ 694563 h 885825"/>
                <a:gd name="connsiteX6992" fmla="*/ 19145 w 504825"/>
                <a:gd name="connsiteY6992" fmla="*/ 694468 h 885825"/>
                <a:gd name="connsiteX6993" fmla="*/ 19145 w 504825"/>
                <a:gd name="connsiteY6993" fmla="*/ 694277 h 885825"/>
                <a:gd name="connsiteX6994" fmla="*/ 18669 w 504825"/>
                <a:gd name="connsiteY6994" fmla="*/ 694658 h 885825"/>
                <a:gd name="connsiteX6995" fmla="*/ 18192 w 504825"/>
                <a:gd name="connsiteY6995" fmla="*/ 694849 h 885825"/>
                <a:gd name="connsiteX6996" fmla="*/ 17716 w 504825"/>
                <a:gd name="connsiteY6996" fmla="*/ 694849 h 885825"/>
                <a:gd name="connsiteX6997" fmla="*/ 17240 w 504825"/>
                <a:gd name="connsiteY6997" fmla="*/ 694563 h 885825"/>
                <a:gd name="connsiteX6998" fmla="*/ 16954 w 504825"/>
                <a:gd name="connsiteY6998" fmla="*/ 695134 h 885825"/>
                <a:gd name="connsiteX6999" fmla="*/ 16764 w 504825"/>
                <a:gd name="connsiteY6999" fmla="*/ 696754 h 885825"/>
                <a:gd name="connsiteX7000" fmla="*/ 16383 w 504825"/>
                <a:gd name="connsiteY7000" fmla="*/ 697516 h 885825"/>
                <a:gd name="connsiteX7001" fmla="*/ 16669 w 504825"/>
                <a:gd name="connsiteY7001" fmla="*/ 698849 h 885825"/>
                <a:gd name="connsiteX7002" fmla="*/ 16859 w 504825"/>
                <a:gd name="connsiteY7002" fmla="*/ 700754 h 885825"/>
                <a:gd name="connsiteX7003" fmla="*/ 17431 w 504825"/>
                <a:gd name="connsiteY7003" fmla="*/ 701993 h 885825"/>
                <a:gd name="connsiteX7004" fmla="*/ 18955 w 504825"/>
                <a:gd name="connsiteY7004" fmla="*/ 701231 h 885825"/>
                <a:gd name="connsiteX7005" fmla="*/ 19621 w 504825"/>
                <a:gd name="connsiteY7005" fmla="*/ 701516 h 885825"/>
                <a:gd name="connsiteX7006" fmla="*/ 20193 w 504825"/>
                <a:gd name="connsiteY7006" fmla="*/ 701326 h 885825"/>
                <a:gd name="connsiteX7007" fmla="*/ 20669 w 504825"/>
                <a:gd name="connsiteY7007" fmla="*/ 700754 h 885825"/>
                <a:gd name="connsiteX7008" fmla="*/ 21146 w 504825"/>
                <a:gd name="connsiteY7008" fmla="*/ 700087 h 885825"/>
                <a:gd name="connsiteX7009" fmla="*/ 20574 w 504825"/>
                <a:gd name="connsiteY7009" fmla="*/ 698754 h 885825"/>
                <a:gd name="connsiteX7010" fmla="*/ 21050 w 504825"/>
                <a:gd name="connsiteY7010" fmla="*/ 697040 h 885825"/>
                <a:gd name="connsiteX7011" fmla="*/ 175260 w 504825"/>
                <a:gd name="connsiteY7011" fmla="*/ 501206 h 885825"/>
                <a:gd name="connsiteX7012" fmla="*/ 174974 w 504825"/>
                <a:gd name="connsiteY7012" fmla="*/ 500825 h 885825"/>
                <a:gd name="connsiteX7013" fmla="*/ 174498 w 504825"/>
                <a:gd name="connsiteY7013" fmla="*/ 500634 h 885825"/>
                <a:gd name="connsiteX7014" fmla="*/ 174022 w 504825"/>
                <a:gd name="connsiteY7014" fmla="*/ 500634 h 885825"/>
                <a:gd name="connsiteX7015" fmla="*/ 171640 w 504825"/>
                <a:gd name="connsiteY7015" fmla="*/ 501586 h 885825"/>
                <a:gd name="connsiteX7016" fmla="*/ 171164 w 504825"/>
                <a:gd name="connsiteY7016" fmla="*/ 501682 h 885825"/>
                <a:gd name="connsiteX7017" fmla="*/ 172974 w 504825"/>
                <a:gd name="connsiteY7017" fmla="*/ 505016 h 885825"/>
                <a:gd name="connsiteX7018" fmla="*/ 173926 w 504825"/>
                <a:gd name="connsiteY7018" fmla="*/ 507683 h 885825"/>
                <a:gd name="connsiteX7019" fmla="*/ 174593 w 504825"/>
                <a:gd name="connsiteY7019" fmla="*/ 508730 h 885825"/>
                <a:gd name="connsiteX7020" fmla="*/ 175165 w 504825"/>
                <a:gd name="connsiteY7020" fmla="*/ 508349 h 885825"/>
                <a:gd name="connsiteX7021" fmla="*/ 175069 w 504825"/>
                <a:gd name="connsiteY7021" fmla="*/ 507968 h 885825"/>
                <a:gd name="connsiteX7022" fmla="*/ 174498 w 504825"/>
                <a:gd name="connsiteY7022" fmla="*/ 506920 h 885825"/>
                <a:gd name="connsiteX7023" fmla="*/ 174403 w 504825"/>
                <a:gd name="connsiteY7023" fmla="*/ 506349 h 885825"/>
                <a:gd name="connsiteX7024" fmla="*/ 174403 w 504825"/>
                <a:gd name="connsiteY7024" fmla="*/ 505777 h 885825"/>
                <a:gd name="connsiteX7025" fmla="*/ 174784 w 504825"/>
                <a:gd name="connsiteY7025" fmla="*/ 504349 h 885825"/>
                <a:gd name="connsiteX7026" fmla="*/ 174688 w 504825"/>
                <a:gd name="connsiteY7026" fmla="*/ 504063 h 885825"/>
                <a:gd name="connsiteX7027" fmla="*/ 174498 w 504825"/>
                <a:gd name="connsiteY7027" fmla="*/ 503777 h 885825"/>
                <a:gd name="connsiteX7028" fmla="*/ 174403 w 504825"/>
                <a:gd name="connsiteY7028" fmla="*/ 503396 h 885825"/>
                <a:gd name="connsiteX7029" fmla="*/ 174593 w 504825"/>
                <a:gd name="connsiteY7029" fmla="*/ 503015 h 885825"/>
                <a:gd name="connsiteX7030" fmla="*/ 174879 w 504825"/>
                <a:gd name="connsiteY7030" fmla="*/ 502920 h 885825"/>
                <a:gd name="connsiteX7031" fmla="*/ 175450 w 504825"/>
                <a:gd name="connsiteY7031" fmla="*/ 502825 h 885825"/>
                <a:gd name="connsiteX7032" fmla="*/ 175546 w 504825"/>
                <a:gd name="connsiteY7032" fmla="*/ 502634 h 885825"/>
                <a:gd name="connsiteX7033" fmla="*/ 175546 w 504825"/>
                <a:gd name="connsiteY7033" fmla="*/ 501586 h 885825"/>
                <a:gd name="connsiteX7034" fmla="*/ 175260 w 504825"/>
                <a:gd name="connsiteY7034" fmla="*/ 501206 h 885825"/>
                <a:gd name="connsiteX7035" fmla="*/ 204597 w 504825"/>
                <a:gd name="connsiteY7035" fmla="*/ 834485 h 885825"/>
                <a:gd name="connsiteX7036" fmla="*/ 205740 w 504825"/>
                <a:gd name="connsiteY7036" fmla="*/ 834104 h 885825"/>
                <a:gd name="connsiteX7037" fmla="*/ 206502 w 504825"/>
                <a:gd name="connsiteY7037" fmla="*/ 833723 h 885825"/>
                <a:gd name="connsiteX7038" fmla="*/ 206978 w 504825"/>
                <a:gd name="connsiteY7038" fmla="*/ 833628 h 885825"/>
                <a:gd name="connsiteX7039" fmla="*/ 206788 w 504825"/>
                <a:gd name="connsiteY7039" fmla="*/ 833152 h 885825"/>
                <a:gd name="connsiteX7040" fmla="*/ 205740 w 504825"/>
                <a:gd name="connsiteY7040" fmla="*/ 832676 h 885825"/>
                <a:gd name="connsiteX7041" fmla="*/ 205168 w 504825"/>
                <a:gd name="connsiteY7041" fmla="*/ 832485 h 885825"/>
                <a:gd name="connsiteX7042" fmla="*/ 204311 w 504825"/>
                <a:gd name="connsiteY7042" fmla="*/ 832485 h 885825"/>
                <a:gd name="connsiteX7043" fmla="*/ 202978 w 504825"/>
                <a:gd name="connsiteY7043" fmla="*/ 833057 h 885825"/>
                <a:gd name="connsiteX7044" fmla="*/ 202406 w 504825"/>
                <a:gd name="connsiteY7044" fmla="*/ 833914 h 885825"/>
                <a:gd name="connsiteX7045" fmla="*/ 202501 w 504825"/>
                <a:gd name="connsiteY7045" fmla="*/ 834485 h 885825"/>
                <a:gd name="connsiteX7046" fmla="*/ 202978 w 504825"/>
                <a:gd name="connsiteY7046" fmla="*/ 834676 h 885825"/>
                <a:gd name="connsiteX7047" fmla="*/ 203644 w 504825"/>
                <a:gd name="connsiteY7047" fmla="*/ 834485 h 885825"/>
                <a:gd name="connsiteX7048" fmla="*/ 204597 w 504825"/>
                <a:gd name="connsiteY7048" fmla="*/ 834485 h 885825"/>
                <a:gd name="connsiteX7049" fmla="*/ 178308 w 504825"/>
                <a:gd name="connsiteY7049" fmla="*/ 497776 h 885825"/>
                <a:gd name="connsiteX7050" fmla="*/ 178308 w 504825"/>
                <a:gd name="connsiteY7050" fmla="*/ 497586 h 885825"/>
                <a:gd name="connsiteX7051" fmla="*/ 178308 w 504825"/>
                <a:gd name="connsiteY7051" fmla="*/ 497491 h 885825"/>
                <a:gd name="connsiteX7052" fmla="*/ 178213 w 504825"/>
                <a:gd name="connsiteY7052" fmla="*/ 497395 h 885825"/>
                <a:gd name="connsiteX7053" fmla="*/ 177927 w 504825"/>
                <a:gd name="connsiteY7053" fmla="*/ 497395 h 885825"/>
                <a:gd name="connsiteX7054" fmla="*/ 177546 w 504825"/>
                <a:gd name="connsiteY7054" fmla="*/ 497872 h 885825"/>
                <a:gd name="connsiteX7055" fmla="*/ 177165 w 504825"/>
                <a:gd name="connsiteY7055" fmla="*/ 497967 h 885825"/>
                <a:gd name="connsiteX7056" fmla="*/ 176974 w 504825"/>
                <a:gd name="connsiteY7056" fmla="*/ 497681 h 885825"/>
                <a:gd name="connsiteX7057" fmla="*/ 177165 w 504825"/>
                <a:gd name="connsiteY7057" fmla="*/ 497015 h 885825"/>
                <a:gd name="connsiteX7058" fmla="*/ 177641 w 504825"/>
                <a:gd name="connsiteY7058" fmla="*/ 496538 h 885825"/>
                <a:gd name="connsiteX7059" fmla="*/ 178117 w 504825"/>
                <a:gd name="connsiteY7059" fmla="*/ 496348 h 885825"/>
                <a:gd name="connsiteX7060" fmla="*/ 178498 w 504825"/>
                <a:gd name="connsiteY7060" fmla="*/ 496062 h 885825"/>
                <a:gd name="connsiteX7061" fmla="*/ 178594 w 504825"/>
                <a:gd name="connsiteY7061" fmla="*/ 495300 h 885825"/>
                <a:gd name="connsiteX7062" fmla="*/ 178308 w 504825"/>
                <a:gd name="connsiteY7062" fmla="*/ 494538 h 885825"/>
                <a:gd name="connsiteX7063" fmla="*/ 177641 w 504825"/>
                <a:gd name="connsiteY7063" fmla="*/ 493681 h 885825"/>
                <a:gd name="connsiteX7064" fmla="*/ 176022 w 504825"/>
                <a:gd name="connsiteY7064" fmla="*/ 492157 h 885825"/>
                <a:gd name="connsiteX7065" fmla="*/ 175927 w 504825"/>
                <a:gd name="connsiteY7065" fmla="*/ 492442 h 885825"/>
                <a:gd name="connsiteX7066" fmla="*/ 175927 w 504825"/>
                <a:gd name="connsiteY7066" fmla="*/ 492442 h 885825"/>
                <a:gd name="connsiteX7067" fmla="*/ 175831 w 504825"/>
                <a:gd name="connsiteY7067" fmla="*/ 492442 h 885825"/>
                <a:gd name="connsiteX7068" fmla="*/ 175641 w 504825"/>
                <a:gd name="connsiteY7068" fmla="*/ 492538 h 885825"/>
                <a:gd name="connsiteX7069" fmla="*/ 175355 w 504825"/>
                <a:gd name="connsiteY7069" fmla="*/ 491585 h 885825"/>
                <a:gd name="connsiteX7070" fmla="*/ 174593 w 504825"/>
                <a:gd name="connsiteY7070" fmla="*/ 491585 h 885825"/>
                <a:gd name="connsiteX7071" fmla="*/ 173831 w 504825"/>
                <a:gd name="connsiteY7071" fmla="*/ 491776 h 885825"/>
                <a:gd name="connsiteX7072" fmla="*/ 173450 w 504825"/>
                <a:gd name="connsiteY7072" fmla="*/ 491204 h 885825"/>
                <a:gd name="connsiteX7073" fmla="*/ 173450 w 504825"/>
                <a:gd name="connsiteY7073" fmla="*/ 489775 h 885825"/>
                <a:gd name="connsiteX7074" fmla="*/ 173355 w 504825"/>
                <a:gd name="connsiteY7074" fmla="*/ 488918 h 885825"/>
                <a:gd name="connsiteX7075" fmla="*/ 172974 w 504825"/>
                <a:gd name="connsiteY7075" fmla="*/ 488061 h 885825"/>
                <a:gd name="connsiteX7076" fmla="*/ 172212 w 504825"/>
                <a:gd name="connsiteY7076" fmla="*/ 487109 h 885825"/>
                <a:gd name="connsiteX7077" fmla="*/ 171926 w 504825"/>
                <a:gd name="connsiteY7077" fmla="*/ 487109 h 885825"/>
                <a:gd name="connsiteX7078" fmla="*/ 171926 w 504825"/>
                <a:gd name="connsiteY7078" fmla="*/ 492157 h 885825"/>
                <a:gd name="connsiteX7079" fmla="*/ 171355 w 504825"/>
                <a:gd name="connsiteY7079" fmla="*/ 491966 h 885825"/>
                <a:gd name="connsiteX7080" fmla="*/ 170879 w 504825"/>
                <a:gd name="connsiteY7080" fmla="*/ 491966 h 885825"/>
                <a:gd name="connsiteX7081" fmla="*/ 170593 w 504825"/>
                <a:gd name="connsiteY7081" fmla="*/ 492252 h 885825"/>
                <a:gd name="connsiteX7082" fmla="*/ 170497 w 504825"/>
                <a:gd name="connsiteY7082" fmla="*/ 492824 h 885825"/>
                <a:gd name="connsiteX7083" fmla="*/ 169164 w 504825"/>
                <a:gd name="connsiteY7083" fmla="*/ 492061 h 885825"/>
                <a:gd name="connsiteX7084" fmla="*/ 166402 w 504825"/>
                <a:gd name="connsiteY7084" fmla="*/ 489871 h 885825"/>
                <a:gd name="connsiteX7085" fmla="*/ 165163 w 504825"/>
                <a:gd name="connsiteY7085" fmla="*/ 489871 h 885825"/>
                <a:gd name="connsiteX7086" fmla="*/ 165163 w 504825"/>
                <a:gd name="connsiteY7086" fmla="*/ 489299 h 885825"/>
                <a:gd name="connsiteX7087" fmla="*/ 165354 w 504825"/>
                <a:gd name="connsiteY7087" fmla="*/ 488823 h 885825"/>
                <a:gd name="connsiteX7088" fmla="*/ 165735 w 504825"/>
                <a:gd name="connsiteY7088" fmla="*/ 488537 h 885825"/>
                <a:gd name="connsiteX7089" fmla="*/ 166306 w 504825"/>
                <a:gd name="connsiteY7089" fmla="*/ 488442 h 885825"/>
                <a:gd name="connsiteX7090" fmla="*/ 165830 w 504825"/>
                <a:gd name="connsiteY7090" fmla="*/ 488251 h 885825"/>
                <a:gd name="connsiteX7091" fmla="*/ 164973 w 504825"/>
                <a:gd name="connsiteY7091" fmla="*/ 488251 h 885825"/>
                <a:gd name="connsiteX7092" fmla="*/ 164497 w 504825"/>
                <a:gd name="connsiteY7092" fmla="*/ 488156 h 885825"/>
                <a:gd name="connsiteX7093" fmla="*/ 164116 w 504825"/>
                <a:gd name="connsiteY7093" fmla="*/ 487870 h 885825"/>
                <a:gd name="connsiteX7094" fmla="*/ 162877 w 504825"/>
                <a:gd name="connsiteY7094" fmla="*/ 486537 h 885825"/>
                <a:gd name="connsiteX7095" fmla="*/ 161449 w 504825"/>
                <a:gd name="connsiteY7095" fmla="*/ 485394 h 885825"/>
                <a:gd name="connsiteX7096" fmla="*/ 160591 w 504825"/>
                <a:gd name="connsiteY7096" fmla="*/ 484823 h 885825"/>
                <a:gd name="connsiteX7097" fmla="*/ 159734 w 504825"/>
                <a:gd name="connsiteY7097" fmla="*/ 484632 h 885825"/>
                <a:gd name="connsiteX7098" fmla="*/ 157734 w 504825"/>
                <a:gd name="connsiteY7098" fmla="*/ 484346 h 885825"/>
                <a:gd name="connsiteX7099" fmla="*/ 156972 w 504825"/>
                <a:gd name="connsiteY7099" fmla="*/ 484060 h 885825"/>
                <a:gd name="connsiteX7100" fmla="*/ 156877 w 504825"/>
                <a:gd name="connsiteY7100" fmla="*/ 483584 h 885825"/>
                <a:gd name="connsiteX7101" fmla="*/ 156781 w 504825"/>
                <a:gd name="connsiteY7101" fmla="*/ 482727 h 885825"/>
                <a:gd name="connsiteX7102" fmla="*/ 156400 w 504825"/>
                <a:gd name="connsiteY7102" fmla="*/ 481870 h 885825"/>
                <a:gd name="connsiteX7103" fmla="*/ 155448 w 504825"/>
                <a:gd name="connsiteY7103" fmla="*/ 481489 h 885825"/>
                <a:gd name="connsiteX7104" fmla="*/ 154210 w 504825"/>
                <a:gd name="connsiteY7104" fmla="*/ 481584 h 885825"/>
                <a:gd name="connsiteX7105" fmla="*/ 153829 w 504825"/>
                <a:gd name="connsiteY7105" fmla="*/ 482346 h 885825"/>
                <a:gd name="connsiteX7106" fmla="*/ 154019 w 504825"/>
                <a:gd name="connsiteY7106" fmla="*/ 484442 h 885825"/>
                <a:gd name="connsiteX7107" fmla="*/ 154400 w 504825"/>
                <a:gd name="connsiteY7107" fmla="*/ 484156 h 885825"/>
                <a:gd name="connsiteX7108" fmla="*/ 154972 w 504825"/>
                <a:gd name="connsiteY7108" fmla="*/ 484060 h 885825"/>
                <a:gd name="connsiteX7109" fmla="*/ 156305 w 504825"/>
                <a:gd name="connsiteY7109" fmla="*/ 484060 h 885825"/>
                <a:gd name="connsiteX7110" fmla="*/ 155353 w 504825"/>
                <a:gd name="connsiteY7110" fmla="*/ 484727 h 885825"/>
                <a:gd name="connsiteX7111" fmla="*/ 154400 w 504825"/>
                <a:gd name="connsiteY7111" fmla="*/ 485013 h 885825"/>
                <a:gd name="connsiteX7112" fmla="*/ 153733 w 504825"/>
                <a:gd name="connsiteY7112" fmla="*/ 485394 h 885825"/>
                <a:gd name="connsiteX7113" fmla="*/ 153448 w 504825"/>
                <a:gd name="connsiteY7113" fmla="*/ 486442 h 885825"/>
                <a:gd name="connsiteX7114" fmla="*/ 153543 w 504825"/>
                <a:gd name="connsiteY7114" fmla="*/ 487204 h 885825"/>
                <a:gd name="connsiteX7115" fmla="*/ 153543 w 504825"/>
                <a:gd name="connsiteY7115" fmla="*/ 487775 h 885825"/>
                <a:gd name="connsiteX7116" fmla="*/ 153448 w 504825"/>
                <a:gd name="connsiteY7116" fmla="*/ 488442 h 885825"/>
                <a:gd name="connsiteX7117" fmla="*/ 153067 w 504825"/>
                <a:gd name="connsiteY7117" fmla="*/ 489014 h 885825"/>
                <a:gd name="connsiteX7118" fmla="*/ 152590 w 504825"/>
                <a:gd name="connsiteY7118" fmla="*/ 489490 h 885825"/>
                <a:gd name="connsiteX7119" fmla="*/ 152495 w 504825"/>
                <a:gd name="connsiteY7119" fmla="*/ 489871 h 885825"/>
                <a:gd name="connsiteX7120" fmla="*/ 153162 w 504825"/>
                <a:gd name="connsiteY7120" fmla="*/ 490252 h 885825"/>
                <a:gd name="connsiteX7121" fmla="*/ 153448 w 504825"/>
                <a:gd name="connsiteY7121" fmla="*/ 489490 h 885825"/>
                <a:gd name="connsiteX7122" fmla="*/ 153829 w 504825"/>
                <a:gd name="connsiteY7122" fmla="*/ 488728 h 885825"/>
                <a:gd name="connsiteX7123" fmla="*/ 154400 w 504825"/>
                <a:gd name="connsiteY7123" fmla="*/ 488156 h 885825"/>
                <a:gd name="connsiteX7124" fmla="*/ 154972 w 504825"/>
                <a:gd name="connsiteY7124" fmla="*/ 487680 h 885825"/>
                <a:gd name="connsiteX7125" fmla="*/ 155543 w 504825"/>
                <a:gd name="connsiteY7125" fmla="*/ 488347 h 885825"/>
                <a:gd name="connsiteX7126" fmla="*/ 155734 w 504825"/>
                <a:gd name="connsiteY7126" fmla="*/ 489109 h 885825"/>
                <a:gd name="connsiteX7127" fmla="*/ 155829 w 504825"/>
                <a:gd name="connsiteY7127" fmla="*/ 489871 h 885825"/>
                <a:gd name="connsiteX7128" fmla="*/ 156210 w 504825"/>
                <a:gd name="connsiteY7128" fmla="*/ 490442 h 885825"/>
                <a:gd name="connsiteX7129" fmla="*/ 156781 w 504825"/>
                <a:gd name="connsiteY7129" fmla="*/ 491014 h 885825"/>
                <a:gd name="connsiteX7130" fmla="*/ 157067 w 504825"/>
                <a:gd name="connsiteY7130" fmla="*/ 491585 h 885825"/>
                <a:gd name="connsiteX7131" fmla="*/ 157163 w 504825"/>
                <a:gd name="connsiteY7131" fmla="*/ 492252 h 885825"/>
                <a:gd name="connsiteX7132" fmla="*/ 157163 w 504825"/>
                <a:gd name="connsiteY7132" fmla="*/ 493014 h 885825"/>
                <a:gd name="connsiteX7133" fmla="*/ 157543 w 504825"/>
                <a:gd name="connsiteY7133" fmla="*/ 494157 h 885825"/>
                <a:gd name="connsiteX7134" fmla="*/ 159067 w 504825"/>
                <a:gd name="connsiteY7134" fmla="*/ 495872 h 885825"/>
                <a:gd name="connsiteX7135" fmla="*/ 159734 w 504825"/>
                <a:gd name="connsiteY7135" fmla="*/ 497395 h 885825"/>
                <a:gd name="connsiteX7136" fmla="*/ 160591 w 504825"/>
                <a:gd name="connsiteY7136" fmla="*/ 498158 h 885825"/>
                <a:gd name="connsiteX7137" fmla="*/ 161639 w 504825"/>
                <a:gd name="connsiteY7137" fmla="*/ 498729 h 885825"/>
                <a:gd name="connsiteX7138" fmla="*/ 162592 w 504825"/>
                <a:gd name="connsiteY7138" fmla="*/ 499015 h 885825"/>
                <a:gd name="connsiteX7139" fmla="*/ 164878 w 504825"/>
                <a:gd name="connsiteY7139" fmla="*/ 498634 h 885825"/>
                <a:gd name="connsiteX7140" fmla="*/ 165449 w 504825"/>
                <a:gd name="connsiteY7140" fmla="*/ 499015 h 885825"/>
                <a:gd name="connsiteX7141" fmla="*/ 166211 w 504825"/>
                <a:gd name="connsiteY7141" fmla="*/ 500443 h 885825"/>
                <a:gd name="connsiteX7142" fmla="*/ 166497 w 504825"/>
                <a:gd name="connsiteY7142" fmla="*/ 500443 h 885825"/>
                <a:gd name="connsiteX7143" fmla="*/ 166688 w 504825"/>
                <a:gd name="connsiteY7143" fmla="*/ 500062 h 885825"/>
                <a:gd name="connsiteX7144" fmla="*/ 166878 w 504825"/>
                <a:gd name="connsiteY7144" fmla="*/ 499872 h 885825"/>
                <a:gd name="connsiteX7145" fmla="*/ 167164 w 504825"/>
                <a:gd name="connsiteY7145" fmla="*/ 499872 h 885825"/>
                <a:gd name="connsiteX7146" fmla="*/ 167640 w 504825"/>
                <a:gd name="connsiteY7146" fmla="*/ 500158 h 885825"/>
                <a:gd name="connsiteX7147" fmla="*/ 167735 w 504825"/>
                <a:gd name="connsiteY7147" fmla="*/ 499396 h 885825"/>
                <a:gd name="connsiteX7148" fmla="*/ 167926 w 504825"/>
                <a:gd name="connsiteY7148" fmla="*/ 498824 h 885825"/>
                <a:gd name="connsiteX7149" fmla="*/ 167926 w 504825"/>
                <a:gd name="connsiteY7149" fmla="*/ 498253 h 885825"/>
                <a:gd name="connsiteX7150" fmla="*/ 167545 w 504825"/>
                <a:gd name="connsiteY7150" fmla="*/ 497586 h 885825"/>
                <a:gd name="connsiteX7151" fmla="*/ 167926 w 504825"/>
                <a:gd name="connsiteY7151" fmla="*/ 497205 h 885825"/>
                <a:gd name="connsiteX7152" fmla="*/ 168688 w 504825"/>
                <a:gd name="connsiteY7152" fmla="*/ 497491 h 885825"/>
                <a:gd name="connsiteX7153" fmla="*/ 169545 w 504825"/>
                <a:gd name="connsiteY7153" fmla="*/ 497586 h 885825"/>
                <a:gd name="connsiteX7154" fmla="*/ 170212 w 504825"/>
                <a:gd name="connsiteY7154" fmla="*/ 497872 h 885825"/>
                <a:gd name="connsiteX7155" fmla="*/ 170307 w 504825"/>
                <a:gd name="connsiteY7155" fmla="*/ 498729 h 885825"/>
                <a:gd name="connsiteX7156" fmla="*/ 170974 w 504825"/>
                <a:gd name="connsiteY7156" fmla="*/ 498443 h 885825"/>
                <a:gd name="connsiteX7157" fmla="*/ 171545 w 504825"/>
                <a:gd name="connsiteY7157" fmla="*/ 498729 h 885825"/>
                <a:gd name="connsiteX7158" fmla="*/ 172117 w 504825"/>
                <a:gd name="connsiteY7158" fmla="*/ 499205 h 885825"/>
                <a:gd name="connsiteX7159" fmla="*/ 172783 w 504825"/>
                <a:gd name="connsiteY7159" fmla="*/ 499491 h 885825"/>
                <a:gd name="connsiteX7160" fmla="*/ 173546 w 504825"/>
                <a:gd name="connsiteY7160" fmla="*/ 499300 h 885825"/>
                <a:gd name="connsiteX7161" fmla="*/ 174117 w 504825"/>
                <a:gd name="connsiteY7161" fmla="*/ 498919 h 885825"/>
                <a:gd name="connsiteX7162" fmla="*/ 174784 w 504825"/>
                <a:gd name="connsiteY7162" fmla="*/ 498634 h 885825"/>
                <a:gd name="connsiteX7163" fmla="*/ 175736 w 504825"/>
                <a:gd name="connsiteY7163" fmla="*/ 498634 h 885825"/>
                <a:gd name="connsiteX7164" fmla="*/ 176213 w 504825"/>
                <a:gd name="connsiteY7164" fmla="*/ 498824 h 885825"/>
                <a:gd name="connsiteX7165" fmla="*/ 176498 w 504825"/>
                <a:gd name="connsiteY7165" fmla="*/ 499110 h 885825"/>
                <a:gd name="connsiteX7166" fmla="*/ 176879 w 504825"/>
                <a:gd name="connsiteY7166" fmla="*/ 499205 h 885825"/>
                <a:gd name="connsiteX7167" fmla="*/ 177641 w 504825"/>
                <a:gd name="connsiteY7167" fmla="*/ 499015 h 885825"/>
                <a:gd name="connsiteX7168" fmla="*/ 178308 w 504825"/>
                <a:gd name="connsiteY7168" fmla="*/ 498729 h 885825"/>
                <a:gd name="connsiteX7169" fmla="*/ 178784 w 504825"/>
                <a:gd name="connsiteY7169" fmla="*/ 498348 h 885825"/>
                <a:gd name="connsiteX7170" fmla="*/ 178975 w 504825"/>
                <a:gd name="connsiteY7170" fmla="*/ 497872 h 885825"/>
                <a:gd name="connsiteX7171" fmla="*/ 178689 w 504825"/>
                <a:gd name="connsiteY7171" fmla="*/ 497110 h 885825"/>
                <a:gd name="connsiteX7172" fmla="*/ 178308 w 504825"/>
                <a:gd name="connsiteY7172" fmla="*/ 497776 h 885825"/>
                <a:gd name="connsiteX7173" fmla="*/ 174498 w 504825"/>
                <a:gd name="connsiteY7173" fmla="*/ 405384 h 885825"/>
                <a:gd name="connsiteX7174" fmla="*/ 174784 w 504825"/>
                <a:gd name="connsiteY7174" fmla="*/ 404812 h 885825"/>
                <a:gd name="connsiteX7175" fmla="*/ 172974 w 504825"/>
                <a:gd name="connsiteY7175" fmla="*/ 402050 h 885825"/>
                <a:gd name="connsiteX7176" fmla="*/ 172212 w 504825"/>
                <a:gd name="connsiteY7176" fmla="*/ 401479 h 885825"/>
                <a:gd name="connsiteX7177" fmla="*/ 171164 w 504825"/>
                <a:gd name="connsiteY7177" fmla="*/ 401002 h 885825"/>
                <a:gd name="connsiteX7178" fmla="*/ 170116 w 504825"/>
                <a:gd name="connsiteY7178" fmla="*/ 400812 h 885825"/>
                <a:gd name="connsiteX7179" fmla="*/ 169354 w 504825"/>
                <a:gd name="connsiteY7179" fmla="*/ 401002 h 885825"/>
                <a:gd name="connsiteX7180" fmla="*/ 169069 w 504825"/>
                <a:gd name="connsiteY7180" fmla="*/ 400431 h 885825"/>
                <a:gd name="connsiteX7181" fmla="*/ 167926 w 504825"/>
                <a:gd name="connsiteY7181" fmla="*/ 399669 h 885825"/>
                <a:gd name="connsiteX7182" fmla="*/ 166592 w 504825"/>
                <a:gd name="connsiteY7182" fmla="*/ 399002 h 885825"/>
                <a:gd name="connsiteX7183" fmla="*/ 165830 w 504825"/>
                <a:gd name="connsiteY7183" fmla="*/ 398717 h 885825"/>
                <a:gd name="connsiteX7184" fmla="*/ 165259 w 504825"/>
                <a:gd name="connsiteY7184" fmla="*/ 398812 h 885825"/>
                <a:gd name="connsiteX7185" fmla="*/ 164878 w 504825"/>
                <a:gd name="connsiteY7185" fmla="*/ 399098 h 885825"/>
                <a:gd name="connsiteX7186" fmla="*/ 164687 w 504825"/>
                <a:gd name="connsiteY7186" fmla="*/ 399478 h 885825"/>
                <a:gd name="connsiteX7187" fmla="*/ 164592 w 504825"/>
                <a:gd name="connsiteY7187" fmla="*/ 400050 h 885825"/>
                <a:gd name="connsiteX7188" fmla="*/ 164782 w 504825"/>
                <a:gd name="connsiteY7188" fmla="*/ 401384 h 885825"/>
                <a:gd name="connsiteX7189" fmla="*/ 165259 w 504825"/>
                <a:gd name="connsiteY7189" fmla="*/ 402622 h 885825"/>
                <a:gd name="connsiteX7190" fmla="*/ 166116 w 504825"/>
                <a:gd name="connsiteY7190" fmla="*/ 403574 h 885825"/>
                <a:gd name="connsiteX7191" fmla="*/ 167830 w 504825"/>
                <a:gd name="connsiteY7191" fmla="*/ 404146 h 885825"/>
                <a:gd name="connsiteX7192" fmla="*/ 168402 w 504825"/>
                <a:gd name="connsiteY7192" fmla="*/ 404908 h 885825"/>
                <a:gd name="connsiteX7193" fmla="*/ 168783 w 504825"/>
                <a:gd name="connsiteY7193" fmla="*/ 405098 h 885825"/>
                <a:gd name="connsiteX7194" fmla="*/ 169450 w 504825"/>
                <a:gd name="connsiteY7194" fmla="*/ 405098 h 885825"/>
                <a:gd name="connsiteX7195" fmla="*/ 170021 w 504825"/>
                <a:gd name="connsiteY7195" fmla="*/ 405193 h 885825"/>
                <a:gd name="connsiteX7196" fmla="*/ 170593 w 504825"/>
                <a:gd name="connsiteY7196" fmla="*/ 405384 h 885825"/>
                <a:gd name="connsiteX7197" fmla="*/ 171164 w 504825"/>
                <a:gd name="connsiteY7197" fmla="*/ 405765 h 885825"/>
                <a:gd name="connsiteX7198" fmla="*/ 171545 w 504825"/>
                <a:gd name="connsiteY7198" fmla="*/ 406241 h 885825"/>
                <a:gd name="connsiteX7199" fmla="*/ 171736 w 504825"/>
                <a:gd name="connsiteY7199" fmla="*/ 406717 h 885825"/>
                <a:gd name="connsiteX7200" fmla="*/ 172021 w 504825"/>
                <a:gd name="connsiteY7200" fmla="*/ 407099 h 885825"/>
                <a:gd name="connsiteX7201" fmla="*/ 172783 w 504825"/>
                <a:gd name="connsiteY7201" fmla="*/ 407289 h 885825"/>
                <a:gd name="connsiteX7202" fmla="*/ 173260 w 504825"/>
                <a:gd name="connsiteY7202" fmla="*/ 407479 h 885825"/>
                <a:gd name="connsiteX7203" fmla="*/ 173641 w 504825"/>
                <a:gd name="connsiteY7203" fmla="*/ 408051 h 885825"/>
                <a:gd name="connsiteX7204" fmla="*/ 174022 w 504825"/>
                <a:gd name="connsiteY7204" fmla="*/ 408718 h 885825"/>
                <a:gd name="connsiteX7205" fmla="*/ 174403 w 504825"/>
                <a:gd name="connsiteY7205" fmla="*/ 409194 h 885825"/>
                <a:gd name="connsiteX7206" fmla="*/ 174593 w 504825"/>
                <a:gd name="connsiteY7206" fmla="*/ 408908 h 885825"/>
                <a:gd name="connsiteX7207" fmla="*/ 175450 w 504825"/>
                <a:gd name="connsiteY7207" fmla="*/ 408242 h 885825"/>
                <a:gd name="connsiteX7208" fmla="*/ 175355 w 504825"/>
                <a:gd name="connsiteY7208" fmla="*/ 407670 h 885825"/>
                <a:gd name="connsiteX7209" fmla="*/ 175069 w 504825"/>
                <a:gd name="connsiteY7209" fmla="*/ 407479 h 885825"/>
                <a:gd name="connsiteX7210" fmla="*/ 174688 w 504825"/>
                <a:gd name="connsiteY7210" fmla="*/ 407384 h 885825"/>
                <a:gd name="connsiteX7211" fmla="*/ 174212 w 504825"/>
                <a:gd name="connsiteY7211" fmla="*/ 407194 h 885825"/>
                <a:gd name="connsiteX7212" fmla="*/ 173831 w 504825"/>
                <a:gd name="connsiteY7212" fmla="*/ 406527 h 885825"/>
                <a:gd name="connsiteX7213" fmla="*/ 174117 w 504825"/>
                <a:gd name="connsiteY7213" fmla="*/ 406051 h 885825"/>
                <a:gd name="connsiteX7214" fmla="*/ 174498 w 504825"/>
                <a:gd name="connsiteY7214" fmla="*/ 405384 h 885825"/>
                <a:gd name="connsiteX7215" fmla="*/ 192024 w 504825"/>
                <a:gd name="connsiteY7215" fmla="*/ 797719 h 885825"/>
                <a:gd name="connsiteX7216" fmla="*/ 191738 w 504825"/>
                <a:gd name="connsiteY7216" fmla="*/ 797243 h 885825"/>
                <a:gd name="connsiteX7217" fmla="*/ 191357 w 504825"/>
                <a:gd name="connsiteY7217" fmla="*/ 796957 h 885825"/>
                <a:gd name="connsiteX7218" fmla="*/ 190881 w 504825"/>
                <a:gd name="connsiteY7218" fmla="*/ 797052 h 885825"/>
                <a:gd name="connsiteX7219" fmla="*/ 190405 w 504825"/>
                <a:gd name="connsiteY7219" fmla="*/ 797433 h 885825"/>
                <a:gd name="connsiteX7220" fmla="*/ 190024 w 504825"/>
                <a:gd name="connsiteY7220" fmla="*/ 797909 h 885825"/>
                <a:gd name="connsiteX7221" fmla="*/ 189738 w 504825"/>
                <a:gd name="connsiteY7221" fmla="*/ 799052 h 885825"/>
                <a:gd name="connsiteX7222" fmla="*/ 188976 w 504825"/>
                <a:gd name="connsiteY7222" fmla="*/ 800195 h 885825"/>
                <a:gd name="connsiteX7223" fmla="*/ 188785 w 504825"/>
                <a:gd name="connsiteY7223" fmla="*/ 800576 h 885825"/>
                <a:gd name="connsiteX7224" fmla="*/ 188595 w 504825"/>
                <a:gd name="connsiteY7224" fmla="*/ 801052 h 885825"/>
                <a:gd name="connsiteX7225" fmla="*/ 188214 w 504825"/>
                <a:gd name="connsiteY7225" fmla="*/ 801719 h 885825"/>
                <a:gd name="connsiteX7226" fmla="*/ 187833 w 504825"/>
                <a:gd name="connsiteY7226" fmla="*/ 802291 h 885825"/>
                <a:gd name="connsiteX7227" fmla="*/ 187452 w 504825"/>
                <a:gd name="connsiteY7227" fmla="*/ 802576 h 885825"/>
                <a:gd name="connsiteX7228" fmla="*/ 186785 w 504825"/>
                <a:gd name="connsiteY7228" fmla="*/ 802672 h 885825"/>
                <a:gd name="connsiteX7229" fmla="*/ 186214 w 504825"/>
                <a:gd name="connsiteY7229" fmla="*/ 802862 h 885825"/>
                <a:gd name="connsiteX7230" fmla="*/ 186023 w 504825"/>
                <a:gd name="connsiteY7230" fmla="*/ 803243 h 885825"/>
                <a:gd name="connsiteX7231" fmla="*/ 186309 w 504825"/>
                <a:gd name="connsiteY7231" fmla="*/ 803815 h 885825"/>
                <a:gd name="connsiteX7232" fmla="*/ 186880 w 504825"/>
                <a:gd name="connsiteY7232" fmla="*/ 804101 h 885825"/>
                <a:gd name="connsiteX7233" fmla="*/ 188976 w 504825"/>
                <a:gd name="connsiteY7233" fmla="*/ 804386 h 885825"/>
                <a:gd name="connsiteX7234" fmla="*/ 189738 w 504825"/>
                <a:gd name="connsiteY7234" fmla="*/ 804386 h 885825"/>
                <a:gd name="connsiteX7235" fmla="*/ 190309 w 504825"/>
                <a:gd name="connsiteY7235" fmla="*/ 804101 h 885825"/>
                <a:gd name="connsiteX7236" fmla="*/ 190690 w 504825"/>
                <a:gd name="connsiteY7236" fmla="*/ 803719 h 885825"/>
                <a:gd name="connsiteX7237" fmla="*/ 190976 w 504825"/>
                <a:gd name="connsiteY7237" fmla="*/ 803243 h 885825"/>
                <a:gd name="connsiteX7238" fmla="*/ 192119 w 504825"/>
                <a:gd name="connsiteY7238" fmla="*/ 799624 h 885825"/>
                <a:gd name="connsiteX7239" fmla="*/ 192119 w 504825"/>
                <a:gd name="connsiteY7239" fmla="*/ 798576 h 885825"/>
                <a:gd name="connsiteX7240" fmla="*/ 192024 w 504825"/>
                <a:gd name="connsiteY7240" fmla="*/ 798100 h 885825"/>
                <a:gd name="connsiteX7241" fmla="*/ 192024 w 504825"/>
                <a:gd name="connsiteY7241" fmla="*/ 797719 h 885825"/>
                <a:gd name="connsiteX7242" fmla="*/ 173260 w 504825"/>
                <a:gd name="connsiteY7242" fmla="*/ 855250 h 885825"/>
                <a:gd name="connsiteX7243" fmla="*/ 172783 w 504825"/>
                <a:gd name="connsiteY7243" fmla="*/ 855345 h 885825"/>
                <a:gd name="connsiteX7244" fmla="*/ 172402 w 504825"/>
                <a:gd name="connsiteY7244" fmla="*/ 855535 h 885825"/>
                <a:gd name="connsiteX7245" fmla="*/ 172021 w 504825"/>
                <a:gd name="connsiteY7245" fmla="*/ 855440 h 885825"/>
                <a:gd name="connsiteX7246" fmla="*/ 171831 w 504825"/>
                <a:gd name="connsiteY7246" fmla="*/ 855059 h 885825"/>
                <a:gd name="connsiteX7247" fmla="*/ 171831 w 504825"/>
                <a:gd name="connsiteY7247" fmla="*/ 852297 h 885825"/>
                <a:gd name="connsiteX7248" fmla="*/ 171736 w 504825"/>
                <a:gd name="connsiteY7248" fmla="*/ 851726 h 885825"/>
                <a:gd name="connsiteX7249" fmla="*/ 171450 w 504825"/>
                <a:gd name="connsiteY7249" fmla="*/ 851344 h 885825"/>
                <a:gd name="connsiteX7250" fmla="*/ 170879 w 504825"/>
                <a:gd name="connsiteY7250" fmla="*/ 851249 h 885825"/>
                <a:gd name="connsiteX7251" fmla="*/ 170307 w 504825"/>
                <a:gd name="connsiteY7251" fmla="*/ 851440 h 885825"/>
                <a:gd name="connsiteX7252" fmla="*/ 169259 w 504825"/>
                <a:gd name="connsiteY7252" fmla="*/ 852107 h 885825"/>
                <a:gd name="connsiteX7253" fmla="*/ 168116 w 504825"/>
                <a:gd name="connsiteY7253" fmla="*/ 852583 h 885825"/>
                <a:gd name="connsiteX7254" fmla="*/ 167449 w 504825"/>
                <a:gd name="connsiteY7254" fmla="*/ 852964 h 885825"/>
                <a:gd name="connsiteX7255" fmla="*/ 166973 w 504825"/>
                <a:gd name="connsiteY7255" fmla="*/ 853631 h 885825"/>
                <a:gd name="connsiteX7256" fmla="*/ 165544 w 504825"/>
                <a:gd name="connsiteY7256" fmla="*/ 854488 h 885825"/>
                <a:gd name="connsiteX7257" fmla="*/ 165354 w 504825"/>
                <a:gd name="connsiteY7257" fmla="*/ 854869 h 885825"/>
                <a:gd name="connsiteX7258" fmla="*/ 165068 w 504825"/>
                <a:gd name="connsiteY7258" fmla="*/ 855821 h 885825"/>
                <a:gd name="connsiteX7259" fmla="*/ 164973 w 504825"/>
                <a:gd name="connsiteY7259" fmla="*/ 856107 h 885825"/>
                <a:gd name="connsiteX7260" fmla="*/ 164401 w 504825"/>
                <a:gd name="connsiteY7260" fmla="*/ 856298 h 885825"/>
                <a:gd name="connsiteX7261" fmla="*/ 164021 w 504825"/>
                <a:gd name="connsiteY7261" fmla="*/ 856202 h 885825"/>
                <a:gd name="connsiteX7262" fmla="*/ 163639 w 504825"/>
                <a:gd name="connsiteY7262" fmla="*/ 856012 h 885825"/>
                <a:gd name="connsiteX7263" fmla="*/ 163068 w 504825"/>
                <a:gd name="connsiteY7263" fmla="*/ 856012 h 885825"/>
                <a:gd name="connsiteX7264" fmla="*/ 162211 w 504825"/>
                <a:gd name="connsiteY7264" fmla="*/ 856964 h 885825"/>
                <a:gd name="connsiteX7265" fmla="*/ 161830 w 504825"/>
                <a:gd name="connsiteY7265" fmla="*/ 857155 h 885825"/>
                <a:gd name="connsiteX7266" fmla="*/ 161354 w 504825"/>
                <a:gd name="connsiteY7266" fmla="*/ 857250 h 885825"/>
                <a:gd name="connsiteX7267" fmla="*/ 160115 w 504825"/>
                <a:gd name="connsiteY7267" fmla="*/ 857726 h 885825"/>
                <a:gd name="connsiteX7268" fmla="*/ 158496 w 504825"/>
                <a:gd name="connsiteY7268" fmla="*/ 858012 h 885825"/>
                <a:gd name="connsiteX7269" fmla="*/ 158115 w 504825"/>
                <a:gd name="connsiteY7269" fmla="*/ 858393 h 885825"/>
                <a:gd name="connsiteX7270" fmla="*/ 157353 w 504825"/>
                <a:gd name="connsiteY7270" fmla="*/ 859726 h 885825"/>
                <a:gd name="connsiteX7271" fmla="*/ 155543 w 504825"/>
                <a:gd name="connsiteY7271" fmla="*/ 860774 h 885825"/>
                <a:gd name="connsiteX7272" fmla="*/ 155257 w 504825"/>
                <a:gd name="connsiteY7272" fmla="*/ 860869 h 885825"/>
                <a:gd name="connsiteX7273" fmla="*/ 154876 w 504825"/>
                <a:gd name="connsiteY7273" fmla="*/ 861155 h 885825"/>
                <a:gd name="connsiteX7274" fmla="*/ 153257 w 504825"/>
                <a:gd name="connsiteY7274" fmla="*/ 861917 h 885825"/>
                <a:gd name="connsiteX7275" fmla="*/ 151352 w 504825"/>
                <a:gd name="connsiteY7275" fmla="*/ 862489 h 885825"/>
                <a:gd name="connsiteX7276" fmla="*/ 150971 w 504825"/>
                <a:gd name="connsiteY7276" fmla="*/ 862679 h 885825"/>
                <a:gd name="connsiteX7277" fmla="*/ 150495 w 504825"/>
                <a:gd name="connsiteY7277" fmla="*/ 863156 h 885825"/>
                <a:gd name="connsiteX7278" fmla="*/ 150876 w 504825"/>
                <a:gd name="connsiteY7278" fmla="*/ 864013 h 885825"/>
                <a:gd name="connsiteX7279" fmla="*/ 150781 w 504825"/>
                <a:gd name="connsiteY7279" fmla="*/ 865823 h 885825"/>
                <a:gd name="connsiteX7280" fmla="*/ 150876 w 504825"/>
                <a:gd name="connsiteY7280" fmla="*/ 866489 h 885825"/>
                <a:gd name="connsiteX7281" fmla="*/ 151447 w 504825"/>
                <a:gd name="connsiteY7281" fmla="*/ 867061 h 885825"/>
                <a:gd name="connsiteX7282" fmla="*/ 151924 w 504825"/>
                <a:gd name="connsiteY7282" fmla="*/ 867061 h 885825"/>
                <a:gd name="connsiteX7283" fmla="*/ 152400 w 504825"/>
                <a:gd name="connsiteY7283" fmla="*/ 866775 h 885825"/>
                <a:gd name="connsiteX7284" fmla="*/ 153067 w 504825"/>
                <a:gd name="connsiteY7284" fmla="*/ 866489 h 885825"/>
                <a:gd name="connsiteX7285" fmla="*/ 154686 w 504825"/>
                <a:gd name="connsiteY7285" fmla="*/ 866489 h 885825"/>
                <a:gd name="connsiteX7286" fmla="*/ 155162 w 504825"/>
                <a:gd name="connsiteY7286" fmla="*/ 866299 h 885825"/>
                <a:gd name="connsiteX7287" fmla="*/ 155924 w 504825"/>
                <a:gd name="connsiteY7287" fmla="*/ 865346 h 885825"/>
                <a:gd name="connsiteX7288" fmla="*/ 156305 w 504825"/>
                <a:gd name="connsiteY7288" fmla="*/ 865060 h 885825"/>
                <a:gd name="connsiteX7289" fmla="*/ 156972 w 504825"/>
                <a:gd name="connsiteY7289" fmla="*/ 865156 h 885825"/>
                <a:gd name="connsiteX7290" fmla="*/ 157448 w 504825"/>
                <a:gd name="connsiteY7290" fmla="*/ 865537 h 885825"/>
                <a:gd name="connsiteX7291" fmla="*/ 158020 w 504825"/>
                <a:gd name="connsiteY7291" fmla="*/ 865632 h 885825"/>
                <a:gd name="connsiteX7292" fmla="*/ 158877 w 504825"/>
                <a:gd name="connsiteY7292" fmla="*/ 864965 h 885825"/>
                <a:gd name="connsiteX7293" fmla="*/ 159258 w 504825"/>
                <a:gd name="connsiteY7293" fmla="*/ 863346 h 885825"/>
                <a:gd name="connsiteX7294" fmla="*/ 159448 w 504825"/>
                <a:gd name="connsiteY7294" fmla="*/ 862965 h 885825"/>
                <a:gd name="connsiteX7295" fmla="*/ 159829 w 504825"/>
                <a:gd name="connsiteY7295" fmla="*/ 862870 h 885825"/>
                <a:gd name="connsiteX7296" fmla="*/ 160306 w 504825"/>
                <a:gd name="connsiteY7296" fmla="*/ 862870 h 885825"/>
                <a:gd name="connsiteX7297" fmla="*/ 160687 w 504825"/>
                <a:gd name="connsiteY7297" fmla="*/ 862775 h 885825"/>
                <a:gd name="connsiteX7298" fmla="*/ 161163 w 504825"/>
                <a:gd name="connsiteY7298" fmla="*/ 862108 h 885825"/>
                <a:gd name="connsiteX7299" fmla="*/ 161354 w 504825"/>
                <a:gd name="connsiteY7299" fmla="*/ 861536 h 885825"/>
                <a:gd name="connsiteX7300" fmla="*/ 161734 w 504825"/>
                <a:gd name="connsiteY7300" fmla="*/ 861155 h 885825"/>
                <a:gd name="connsiteX7301" fmla="*/ 162782 w 504825"/>
                <a:gd name="connsiteY7301" fmla="*/ 860965 h 885825"/>
                <a:gd name="connsiteX7302" fmla="*/ 163354 w 504825"/>
                <a:gd name="connsiteY7302" fmla="*/ 861155 h 885825"/>
                <a:gd name="connsiteX7303" fmla="*/ 164116 w 504825"/>
                <a:gd name="connsiteY7303" fmla="*/ 861441 h 885825"/>
                <a:gd name="connsiteX7304" fmla="*/ 164878 w 504825"/>
                <a:gd name="connsiteY7304" fmla="*/ 861632 h 885825"/>
                <a:gd name="connsiteX7305" fmla="*/ 165640 w 504825"/>
                <a:gd name="connsiteY7305" fmla="*/ 861346 h 885825"/>
                <a:gd name="connsiteX7306" fmla="*/ 166021 w 504825"/>
                <a:gd name="connsiteY7306" fmla="*/ 860584 h 885825"/>
                <a:gd name="connsiteX7307" fmla="*/ 166116 w 504825"/>
                <a:gd name="connsiteY7307" fmla="*/ 858869 h 885825"/>
                <a:gd name="connsiteX7308" fmla="*/ 166688 w 504825"/>
                <a:gd name="connsiteY7308" fmla="*/ 858107 h 885825"/>
                <a:gd name="connsiteX7309" fmla="*/ 166878 w 504825"/>
                <a:gd name="connsiteY7309" fmla="*/ 858584 h 885825"/>
                <a:gd name="connsiteX7310" fmla="*/ 167164 w 504825"/>
                <a:gd name="connsiteY7310" fmla="*/ 859155 h 885825"/>
                <a:gd name="connsiteX7311" fmla="*/ 167545 w 504825"/>
                <a:gd name="connsiteY7311" fmla="*/ 859631 h 885825"/>
                <a:gd name="connsiteX7312" fmla="*/ 167926 w 504825"/>
                <a:gd name="connsiteY7312" fmla="*/ 859822 h 885825"/>
                <a:gd name="connsiteX7313" fmla="*/ 168878 w 504825"/>
                <a:gd name="connsiteY7313" fmla="*/ 859917 h 885825"/>
                <a:gd name="connsiteX7314" fmla="*/ 169164 w 504825"/>
                <a:gd name="connsiteY7314" fmla="*/ 859822 h 885825"/>
                <a:gd name="connsiteX7315" fmla="*/ 169354 w 504825"/>
                <a:gd name="connsiteY7315" fmla="*/ 859631 h 885825"/>
                <a:gd name="connsiteX7316" fmla="*/ 169450 w 504825"/>
                <a:gd name="connsiteY7316" fmla="*/ 859250 h 885825"/>
                <a:gd name="connsiteX7317" fmla="*/ 169640 w 504825"/>
                <a:gd name="connsiteY7317" fmla="*/ 858869 h 885825"/>
                <a:gd name="connsiteX7318" fmla="*/ 170021 w 504825"/>
                <a:gd name="connsiteY7318" fmla="*/ 858774 h 885825"/>
                <a:gd name="connsiteX7319" fmla="*/ 170402 w 504825"/>
                <a:gd name="connsiteY7319" fmla="*/ 859155 h 885825"/>
                <a:gd name="connsiteX7320" fmla="*/ 170402 w 504825"/>
                <a:gd name="connsiteY7320" fmla="*/ 859917 h 885825"/>
                <a:gd name="connsiteX7321" fmla="*/ 170021 w 504825"/>
                <a:gd name="connsiteY7321" fmla="*/ 861441 h 885825"/>
                <a:gd name="connsiteX7322" fmla="*/ 170116 w 504825"/>
                <a:gd name="connsiteY7322" fmla="*/ 862298 h 885825"/>
                <a:gd name="connsiteX7323" fmla="*/ 170497 w 504825"/>
                <a:gd name="connsiteY7323" fmla="*/ 862870 h 885825"/>
                <a:gd name="connsiteX7324" fmla="*/ 171069 w 504825"/>
                <a:gd name="connsiteY7324" fmla="*/ 863251 h 885825"/>
                <a:gd name="connsiteX7325" fmla="*/ 171831 w 504825"/>
                <a:gd name="connsiteY7325" fmla="*/ 863536 h 885825"/>
                <a:gd name="connsiteX7326" fmla="*/ 172402 w 504825"/>
                <a:gd name="connsiteY7326" fmla="*/ 862775 h 885825"/>
                <a:gd name="connsiteX7327" fmla="*/ 172688 w 504825"/>
                <a:gd name="connsiteY7327" fmla="*/ 861632 h 885825"/>
                <a:gd name="connsiteX7328" fmla="*/ 172974 w 504825"/>
                <a:gd name="connsiteY7328" fmla="*/ 859536 h 885825"/>
                <a:gd name="connsiteX7329" fmla="*/ 173831 w 504825"/>
                <a:gd name="connsiteY7329" fmla="*/ 856298 h 885825"/>
                <a:gd name="connsiteX7330" fmla="*/ 173831 w 504825"/>
                <a:gd name="connsiteY7330" fmla="*/ 855535 h 885825"/>
                <a:gd name="connsiteX7331" fmla="*/ 173260 w 504825"/>
                <a:gd name="connsiteY7331" fmla="*/ 855250 h 885825"/>
                <a:gd name="connsiteX7332" fmla="*/ 158591 w 504825"/>
                <a:gd name="connsiteY7332" fmla="*/ 664654 h 885825"/>
                <a:gd name="connsiteX7333" fmla="*/ 158591 w 504825"/>
                <a:gd name="connsiteY7333" fmla="*/ 664654 h 885825"/>
                <a:gd name="connsiteX7334" fmla="*/ 158496 w 504825"/>
                <a:gd name="connsiteY7334" fmla="*/ 664654 h 885825"/>
                <a:gd name="connsiteX7335" fmla="*/ 158591 w 504825"/>
                <a:gd name="connsiteY7335" fmla="*/ 664654 h 885825"/>
                <a:gd name="connsiteX7336" fmla="*/ 158591 w 504825"/>
                <a:gd name="connsiteY7336" fmla="*/ 664654 h 885825"/>
                <a:gd name="connsiteX7337" fmla="*/ 158591 w 504825"/>
                <a:gd name="connsiteY7337" fmla="*/ 664750 h 885825"/>
                <a:gd name="connsiteX7338" fmla="*/ 158591 w 504825"/>
                <a:gd name="connsiteY7338" fmla="*/ 664654 h 885825"/>
                <a:gd name="connsiteX7339" fmla="*/ 158591 w 504825"/>
                <a:gd name="connsiteY7339" fmla="*/ 664654 h 885825"/>
                <a:gd name="connsiteX7340" fmla="*/ 158591 w 504825"/>
                <a:gd name="connsiteY7340" fmla="*/ 664654 h 885825"/>
                <a:gd name="connsiteX7341" fmla="*/ 158305 w 504825"/>
                <a:gd name="connsiteY7341" fmla="*/ 665131 h 885825"/>
                <a:gd name="connsiteX7342" fmla="*/ 158305 w 504825"/>
                <a:gd name="connsiteY7342" fmla="*/ 664940 h 885825"/>
                <a:gd name="connsiteX7343" fmla="*/ 158210 w 504825"/>
                <a:gd name="connsiteY7343" fmla="*/ 665131 h 885825"/>
                <a:gd name="connsiteX7344" fmla="*/ 158305 w 504825"/>
                <a:gd name="connsiteY7344" fmla="*/ 665131 h 885825"/>
                <a:gd name="connsiteX7345" fmla="*/ 158972 w 504825"/>
                <a:gd name="connsiteY7345" fmla="*/ 664940 h 885825"/>
                <a:gd name="connsiteX7346" fmla="*/ 158972 w 504825"/>
                <a:gd name="connsiteY7346" fmla="*/ 664940 h 885825"/>
                <a:gd name="connsiteX7347" fmla="*/ 158782 w 504825"/>
                <a:gd name="connsiteY7347" fmla="*/ 664750 h 885825"/>
                <a:gd name="connsiteX7348" fmla="*/ 158782 w 504825"/>
                <a:gd name="connsiteY7348" fmla="*/ 664940 h 885825"/>
                <a:gd name="connsiteX7349" fmla="*/ 158972 w 504825"/>
                <a:gd name="connsiteY7349" fmla="*/ 664940 h 885825"/>
                <a:gd name="connsiteX7350" fmla="*/ 151543 w 504825"/>
                <a:gd name="connsiteY7350" fmla="*/ 879062 h 885825"/>
                <a:gd name="connsiteX7351" fmla="*/ 150590 w 504825"/>
                <a:gd name="connsiteY7351" fmla="*/ 879253 h 885825"/>
                <a:gd name="connsiteX7352" fmla="*/ 150971 w 504825"/>
                <a:gd name="connsiteY7352" fmla="*/ 879919 h 885825"/>
                <a:gd name="connsiteX7353" fmla="*/ 151733 w 504825"/>
                <a:gd name="connsiteY7353" fmla="*/ 880301 h 885825"/>
                <a:gd name="connsiteX7354" fmla="*/ 152590 w 504825"/>
                <a:gd name="connsiteY7354" fmla="*/ 880301 h 885825"/>
                <a:gd name="connsiteX7355" fmla="*/ 152971 w 504825"/>
                <a:gd name="connsiteY7355" fmla="*/ 880205 h 885825"/>
                <a:gd name="connsiteX7356" fmla="*/ 152781 w 504825"/>
                <a:gd name="connsiteY7356" fmla="*/ 879729 h 885825"/>
                <a:gd name="connsiteX7357" fmla="*/ 151543 w 504825"/>
                <a:gd name="connsiteY7357" fmla="*/ 879062 h 885825"/>
                <a:gd name="connsiteX7358" fmla="*/ 151829 w 504825"/>
                <a:gd name="connsiteY7358" fmla="*/ 876872 h 885825"/>
                <a:gd name="connsiteX7359" fmla="*/ 152114 w 504825"/>
                <a:gd name="connsiteY7359" fmla="*/ 876681 h 885825"/>
                <a:gd name="connsiteX7360" fmla="*/ 152495 w 504825"/>
                <a:gd name="connsiteY7360" fmla="*/ 876300 h 885825"/>
                <a:gd name="connsiteX7361" fmla="*/ 152495 w 504825"/>
                <a:gd name="connsiteY7361" fmla="*/ 875538 h 885825"/>
                <a:gd name="connsiteX7362" fmla="*/ 152114 w 504825"/>
                <a:gd name="connsiteY7362" fmla="*/ 874681 h 885825"/>
                <a:gd name="connsiteX7363" fmla="*/ 150971 w 504825"/>
                <a:gd name="connsiteY7363" fmla="*/ 874204 h 885825"/>
                <a:gd name="connsiteX7364" fmla="*/ 150685 w 504825"/>
                <a:gd name="connsiteY7364" fmla="*/ 873728 h 885825"/>
                <a:gd name="connsiteX7365" fmla="*/ 150114 w 504825"/>
                <a:gd name="connsiteY7365" fmla="*/ 873443 h 885825"/>
                <a:gd name="connsiteX7366" fmla="*/ 149542 w 504825"/>
                <a:gd name="connsiteY7366" fmla="*/ 873728 h 885825"/>
                <a:gd name="connsiteX7367" fmla="*/ 149352 w 504825"/>
                <a:gd name="connsiteY7367" fmla="*/ 874585 h 885825"/>
                <a:gd name="connsiteX7368" fmla="*/ 149828 w 504825"/>
                <a:gd name="connsiteY7368" fmla="*/ 875919 h 885825"/>
                <a:gd name="connsiteX7369" fmla="*/ 150971 w 504825"/>
                <a:gd name="connsiteY7369" fmla="*/ 876776 h 885825"/>
                <a:gd name="connsiteX7370" fmla="*/ 151829 w 504825"/>
                <a:gd name="connsiteY7370" fmla="*/ 876872 h 885825"/>
                <a:gd name="connsiteX7371" fmla="*/ 149733 w 504825"/>
                <a:gd name="connsiteY7371" fmla="*/ 866584 h 885825"/>
                <a:gd name="connsiteX7372" fmla="*/ 149923 w 504825"/>
                <a:gd name="connsiteY7372" fmla="*/ 866680 h 885825"/>
                <a:gd name="connsiteX7373" fmla="*/ 150304 w 504825"/>
                <a:gd name="connsiteY7373" fmla="*/ 866489 h 885825"/>
                <a:gd name="connsiteX7374" fmla="*/ 150495 w 504825"/>
                <a:gd name="connsiteY7374" fmla="*/ 865918 h 885825"/>
                <a:gd name="connsiteX7375" fmla="*/ 150400 w 504825"/>
                <a:gd name="connsiteY7375" fmla="*/ 865251 h 885825"/>
                <a:gd name="connsiteX7376" fmla="*/ 150209 w 504825"/>
                <a:gd name="connsiteY7376" fmla="*/ 864679 h 885825"/>
                <a:gd name="connsiteX7377" fmla="*/ 150114 w 504825"/>
                <a:gd name="connsiteY7377" fmla="*/ 864108 h 885825"/>
                <a:gd name="connsiteX7378" fmla="*/ 150114 w 504825"/>
                <a:gd name="connsiteY7378" fmla="*/ 863441 h 885825"/>
                <a:gd name="connsiteX7379" fmla="*/ 149733 w 504825"/>
                <a:gd name="connsiteY7379" fmla="*/ 863346 h 885825"/>
                <a:gd name="connsiteX7380" fmla="*/ 148971 w 504825"/>
                <a:gd name="connsiteY7380" fmla="*/ 863918 h 885825"/>
                <a:gd name="connsiteX7381" fmla="*/ 148209 w 504825"/>
                <a:gd name="connsiteY7381" fmla="*/ 864584 h 885825"/>
                <a:gd name="connsiteX7382" fmla="*/ 147161 w 504825"/>
                <a:gd name="connsiteY7382" fmla="*/ 866394 h 885825"/>
                <a:gd name="connsiteX7383" fmla="*/ 146971 w 504825"/>
                <a:gd name="connsiteY7383" fmla="*/ 867347 h 885825"/>
                <a:gd name="connsiteX7384" fmla="*/ 147352 w 504825"/>
                <a:gd name="connsiteY7384" fmla="*/ 867727 h 885825"/>
                <a:gd name="connsiteX7385" fmla="*/ 148590 w 504825"/>
                <a:gd name="connsiteY7385" fmla="*/ 867442 h 885825"/>
                <a:gd name="connsiteX7386" fmla="*/ 149161 w 504825"/>
                <a:gd name="connsiteY7386" fmla="*/ 867251 h 885825"/>
                <a:gd name="connsiteX7387" fmla="*/ 149352 w 504825"/>
                <a:gd name="connsiteY7387" fmla="*/ 866870 h 885825"/>
                <a:gd name="connsiteX7388" fmla="*/ 149447 w 504825"/>
                <a:gd name="connsiteY7388" fmla="*/ 866680 h 885825"/>
                <a:gd name="connsiteX7389" fmla="*/ 149733 w 504825"/>
                <a:gd name="connsiteY7389" fmla="*/ 866584 h 88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</a:cxnLst>
              <a:rect l="l" t="t" r="r" b="b"/>
              <a:pathLst>
                <a:path w="504825" h="885825">
                  <a:moveTo>
                    <a:pt x="366713" y="429768"/>
                  </a:moveTo>
                  <a:lnTo>
                    <a:pt x="366713" y="429768"/>
                  </a:lnTo>
                  <a:lnTo>
                    <a:pt x="366617" y="429863"/>
                  </a:lnTo>
                  <a:lnTo>
                    <a:pt x="366617" y="430054"/>
                  </a:lnTo>
                  <a:lnTo>
                    <a:pt x="366713" y="430340"/>
                  </a:lnTo>
                  <a:lnTo>
                    <a:pt x="366713" y="430816"/>
                  </a:lnTo>
                  <a:lnTo>
                    <a:pt x="367093" y="431483"/>
                  </a:lnTo>
                  <a:lnTo>
                    <a:pt x="368046" y="432244"/>
                  </a:lnTo>
                  <a:lnTo>
                    <a:pt x="368998" y="432625"/>
                  </a:lnTo>
                  <a:lnTo>
                    <a:pt x="369951" y="432721"/>
                  </a:lnTo>
                  <a:lnTo>
                    <a:pt x="371094" y="433102"/>
                  </a:lnTo>
                  <a:lnTo>
                    <a:pt x="372142" y="433387"/>
                  </a:lnTo>
                  <a:lnTo>
                    <a:pt x="372523" y="433483"/>
                  </a:lnTo>
                  <a:lnTo>
                    <a:pt x="373285" y="433292"/>
                  </a:lnTo>
                  <a:lnTo>
                    <a:pt x="373666" y="433197"/>
                  </a:lnTo>
                  <a:lnTo>
                    <a:pt x="374237" y="432721"/>
                  </a:lnTo>
                  <a:lnTo>
                    <a:pt x="374523" y="432244"/>
                  </a:lnTo>
                  <a:lnTo>
                    <a:pt x="374809" y="431959"/>
                  </a:lnTo>
                  <a:lnTo>
                    <a:pt x="375094" y="431864"/>
                  </a:lnTo>
                  <a:lnTo>
                    <a:pt x="375761" y="431483"/>
                  </a:lnTo>
                  <a:lnTo>
                    <a:pt x="375761" y="431387"/>
                  </a:lnTo>
                  <a:lnTo>
                    <a:pt x="375666" y="431197"/>
                  </a:lnTo>
                  <a:lnTo>
                    <a:pt x="374904" y="430911"/>
                  </a:lnTo>
                  <a:lnTo>
                    <a:pt x="374237" y="430720"/>
                  </a:lnTo>
                  <a:lnTo>
                    <a:pt x="373761" y="430530"/>
                  </a:lnTo>
                  <a:lnTo>
                    <a:pt x="373380" y="430530"/>
                  </a:lnTo>
                  <a:lnTo>
                    <a:pt x="373285" y="430816"/>
                  </a:lnTo>
                  <a:lnTo>
                    <a:pt x="373285" y="431006"/>
                  </a:lnTo>
                  <a:lnTo>
                    <a:pt x="372999" y="431197"/>
                  </a:lnTo>
                  <a:lnTo>
                    <a:pt x="372618" y="431006"/>
                  </a:lnTo>
                  <a:lnTo>
                    <a:pt x="372237" y="430530"/>
                  </a:lnTo>
                  <a:lnTo>
                    <a:pt x="372142" y="430435"/>
                  </a:lnTo>
                  <a:lnTo>
                    <a:pt x="372046" y="430435"/>
                  </a:lnTo>
                  <a:lnTo>
                    <a:pt x="371380" y="430435"/>
                  </a:lnTo>
                  <a:lnTo>
                    <a:pt x="370999" y="430530"/>
                  </a:lnTo>
                  <a:lnTo>
                    <a:pt x="370522" y="430720"/>
                  </a:lnTo>
                  <a:lnTo>
                    <a:pt x="369284" y="430149"/>
                  </a:lnTo>
                  <a:lnTo>
                    <a:pt x="366713" y="429768"/>
                  </a:lnTo>
                  <a:close/>
                  <a:moveTo>
                    <a:pt x="263366" y="191"/>
                  </a:moveTo>
                  <a:lnTo>
                    <a:pt x="263176" y="0"/>
                  </a:lnTo>
                  <a:lnTo>
                    <a:pt x="262985" y="381"/>
                  </a:lnTo>
                  <a:lnTo>
                    <a:pt x="263080" y="857"/>
                  </a:lnTo>
                  <a:lnTo>
                    <a:pt x="263366" y="191"/>
                  </a:lnTo>
                  <a:close/>
                  <a:moveTo>
                    <a:pt x="373285" y="410527"/>
                  </a:moveTo>
                  <a:lnTo>
                    <a:pt x="373666" y="411194"/>
                  </a:lnTo>
                  <a:lnTo>
                    <a:pt x="373856" y="411956"/>
                  </a:lnTo>
                  <a:lnTo>
                    <a:pt x="373666" y="412718"/>
                  </a:lnTo>
                  <a:lnTo>
                    <a:pt x="374809" y="412718"/>
                  </a:lnTo>
                  <a:lnTo>
                    <a:pt x="375666" y="413004"/>
                  </a:lnTo>
                  <a:lnTo>
                    <a:pt x="377285" y="414147"/>
                  </a:lnTo>
                  <a:lnTo>
                    <a:pt x="380143" y="416719"/>
                  </a:lnTo>
                  <a:lnTo>
                    <a:pt x="381095" y="417100"/>
                  </a:lnTo>
                  <a:lnTo>
                    <a:pt x="381667" y="416719"/>
                  </a:lnTo>
                  <a:lnTo>
                    <a:pt x="382143" y="415766"/>
                  </a:lnTo>
                  <a:lnTo>
                    <a:pt x="382524" y="414718"/>
                  </a:lnTo>
                  <a:lnTo>
                    <a:pt x="382905" y="413957"/>
                  </a:lnTo>
                  <a:lnTo>
                    <a:pt x="383572" y="413480"/>
                  </a:lnTo>
                  <a:lnTo>
                    <a:pt x="384429" y="413099"/>
                  </a:lnTo>
                  <a:lnTo>
                    <a:pt x="385286" y="412909"/>
                  </a:lnTo>
                  <a:lnTo>
                    <a:pt x="385953" y="413099"/>
                  </a:lnTo>
                  <a:lnTo>
                    <a:pt x="386620" y="412814"/>
                  </a:lnTo>
                  <a:lnTo>
                    <a:pt x="387286" y="413671"/>
                  </a:lnTo>
                  <a:lnTo>
                    <a:pt x="387953" y="414814"/>
                  </a:lnTo>
                  <a:lnTo>
                    <a:pt x="388715" y="415385"/>
                  </a:lnTo>
                  <a:lnTo>
                    <a:pt x="388620" y="414623"/>
                  </a:lnTo>
                  <a:lnTo>
                    <a:pt x="389477" y="411385"/>
                  </a:lnTo>
                  <a:lnTo>
                    <a:pt x="389572" y="410337"/>
                  </a:lnTo>
                  <a:lnTo>
                    <a:pt x="389763" y="409956"/>
                  </a:lnTo>
                  <a:lnTo>
                    <a:pt x="390334" y="409861"/>
                  </a:lnTo>
                  <a:lnTo>
                    <a:pt x="391382" y="409861"/>
                  </a:lnTo>
                  <a:lnTo>
                    <a:pt x="392525" y="409480"/>
                  </a:lnTo>
                  <a:lnTo>
                    <a:pt x="392430" y="408623"/>
                  </a:lnTo>
                  <a:lnTo>
                    <a:pt x="391477" y="407099"/>
                  </a:lnTo>
                  <a:lnTo>
                    <a:pt x="391573" y="406527"/>
                  </a:lnTo>
                  <a:lnTo>
                    <a:pt x="391858" y="405384"/>
                  </a:lnTo>
                  <a:lnTo>
                    <a:pt x="392049" y="403860"/>
                  </a:lnTo>
                  <a:lnTo>
                    <a:pt x="391954" y="403384"/>
                  </a:lnTo>
                  <a:lnTo>
                    <a:pt x="391573" y="402812"/>
                  </a:lnTo>
                  <a:lnTo>
                    <a:pt x="392049" y="402812"/>
                  </a:lnTo>
                  <a:lnTo>
                    <a:pt x="393097" y="402431"/>
                  </a:lnTo>
                  <a:lnTo>
                    <a:pt x="392811" y="401669"/>
                  </a:lnTo>
                  <a:lnTo>
                    <a:pt x="392621" y="400907"/>
                  </a:lnTo>
                  <a:lnTo>
                    <a:pt x="392239" y="400241"/>
                  </a:lnTo>
                  <a:lnTo>
                    <a:pt x="391477" y="399859"/>
                  </a:lnTo>
                  <a:lnTo>
                    <a:pt x="392239" y="399288"/>
                  </a:lnTo>
                  <a:lnTo>
                    <a:pt x="393001" y="398812"/>
                  </a:lnTo>
                  <a:lnTo>
                    <a:pt x="393001" y="398431"/>
                  </a:lnTo>
                  <a:lnTo>
                    <a:pt x="389858" y="395859"/>
                  </a:lnTo>
                  <a:lnTo>
                    <a:pt x="388334" y="395192"/>
                  </a:lnTo>
                  <a:lnTo>
                    <a:pt x="387572" y="396621"/>
                  </a:lnTo>
                  <a:lnTo>
                    <a:pt x="387191" y="396621"/>
                  </a:lnTo>
                  <a:lnTo>
                    <a:pt x="387096" y="396335"/>
                  </a:lnTo>
                  <a:lnTo>
                    <a:pt x="387001" y="396145"/>
                  </a:lnTo>
                  <a:lnTo>
                    <a:pt x="386715" y="395764"/>
                  </a:lnTo>
                  <a:lnTo>
                    <a:pt x="387096" y="395383"/>
                  </a:lnTo>
                  <a:lnTo>
                    <a:pt x="386429" y="394430"/>
                  </a:lnTo>
                  <a:lnTo>
                    <a:pt x="385953" y="394049"/>
                  </a:lnTo>
                  <a:lnTo>
                    <a:pt x="385477" y="393859"/>
                  </a:lnTo>
                  <a:lnTo>
                    <a:pt x="385286" y="391668"/>
                  </a:lnTo>
                  <a:lnTo>
                    <a:pt x="384810" y="390239"/>
                  </a:lnTo>
                  <a:lnTo>
                    <a:pt x="384143" y="388906"/>
                  </a:lnTo>
                  <a:lnTo>
                    <a:pt x="383286" y="387763"/>
                  </a:lnTo>
                  <a:lnTo>
                    <a:pt x="382238" y="386810"/>
                  </a:lnTo>
                  <a:lnTo>
                    <a:pt x="381857" y="386525"/>
                  </a:lnTo>
                  <a:lnTo>
                    <a:pt x="381476" y="386525"/>
                  </a:lnTo>
                  <a:lnTo>
                    <a:pt x="381095" y="386620"/>
                  </a:lnTo>
                  <a:lnTo>
                    <a:pt x="380619" y="386906"/>
                  </a:lnTo>
                  <a:lnTo>
                    <a:pt x="379571" y="387953"/>
                  </a:lnTo>
                  <a:lnTo>
                    <a:pt x="378809" y="388144"/>
                  </a:lnTo>
                  <a:lnTo>
                    <a:pt x="378142" y="387286"/>
                  </a:lnTo>
                  <a:lnTo>
                    <a:pt x="377761" y="388049"/>
                  </a:lnTo>
                  <a:lnTo>
                    <a:pt x="377476" y="388906"/>
                  </a:lnTo>
                  <a:lnTo>
                    <a:pt x="377476" y="389763"/>
                  </a:lnTo>
                  <a:lnTo>
                    <a:pt x="377952" y="390525"/>
                  </a:lnTo>
                  <a:lnTo>
                    <a:pt x="378142" y="391001"/>
                  </a:lnTo>
                  <a:lnTo>
                    <a:pt x="377857" y="391477"/>
                  </a:lnTo>
                  <a:lnTo>
                    <a:pt x="377380" y="391859"/>
                  </a:lnTo>
                  <a:lnTo>
                    <a:pt x="377095" y="392144"/>
                  </a:lnTo>
                  <a:lnTo>
                    <a:pt x="377095" y="392620"/>
                  </a:lnTo>
                  <a:lnTo>
                    <a:pt x="377285" y="393573"/>
                  </a:lnTo>
                  <a:lnTo>
                    <a:pt x="378047" y="395668"/>
                  </a:lnTo>
                  <a:lnTo>
                    <a:pt x="378142" y="396621"/>
                  </a:lnTo>
                  <a:lnTo>
                    <a:pt x="377666" y="397574"/>
                  </a:lnTo>
                  <a:lnTo>
                    <a:pt x="377380" y="398335"/>
                  </a:lnTo>
                  <a:lnTo>
                    <a:pt x="377857" y="401479"/>
                  </a:lnTo>
                  <a:lnTo>
                    <a:pt x="377476" y="403574"/>
                  </a:lnTo>
                  <a:lnTo>
                    <a:pt x="376714" y="405479"/>
                  </a:lnTo>
                  <a:lnTo>
                    <a:pt x="375666" y="407003"/>
                  </a:lnTo>
                  <a:lnTo>
                    <a:pt x="374332" y="408146"/>
                  </a:lnTo>
                  <a:lnTo>
                    <a:pt x="372999" y="408908"/>
                  </a:lnTo>
                  <a:lnTo>
                    <a:pt x="372523" y="409480"/>
                  </a:lnTo>
                  <a:lnTo>
                    <a:pt x="372713" y="410147"/>
                  </a:lnTo>
                  <a:lnTo>
                    <a:pt x="373285" y="410527"/>
                  </a:lnTo>
                  <a:close/>
                  <a:moveTo>
                    <a:pt x="362902" y="425291"/>
                  </a:moveTo>
                  <a:lnTo>
                    <a:pt x="362426" y="425196"/>
                  </a:lnTo>
                  <a:lnTo>
                    <a:pt x="362140" y="425196"/>
                  </a:lnTo>
                  <a:lnTo>
                    <a:pt x="361759" y="424815"/>
                  </a:lnTo>
                  <a:lnTo>
                    <a:pt x="360902" y="424243"/>
                  </a:lnTo>
                  <a:lnTo>
                    <a:pt x="360045" y="423862"/>
                  </a:lnTo>
                  <a:lnTo>
                    <a:pt x="359188" y="423577"/>
                  </a:lnTo>
                  <a:lnTo>
                    <a:pt x="359378" y="424243"/>
                  </a:lnTo>
                  <a:lnTo>
                    <a:pt x="360807" y="425577"/>
                  </a:lnTo>
                  <a:lnTo>
                    <a:pt x="361950" y="426339"/>
                  </a:lnTo>
                  <a:lnTo>
                    <a:pt x="362521" y="426149"/>
                  </a:lnTo>
                  <a:lnTo>
                    <a:pt x="363093" y="425482"/>
                  </a:lnTo>
                  <a:lnTo>
                    <a:pt x="362902" y="425291"/>
                  </a:lnTo>
                  <a:close/>
                  <a:moveTo>
                    <a:pt x="367093" y="428149"/>
                  </a:moveTo>
                  <a:lnTo>
                    <a:pt x="367093" y="427577"/>
                  </a:lnTo>
                  <a:lnTo>
                    <a:pt x="366617" y="427482"/>
                  </a:lnTo>
                  <a:lnTo>
                    <a:pt x="366236" y="427292"/>
                  </a:lnTo>
                  <a:lnTo>
                    <a:pt x="365950" y="427006"/>
                  </a:lnTo>
                  <a:lnTo>
                    <a:pt x="363760" y="426244"/>
                  </a:lnTo>
                  <a:lnTo>
                    <a:pt x="363283" y="426244"/>
                  </a:lnTo>
                  <a:lnTo>
                    <a:pt x="362807" y="426529"/>
                  </a:lnTo>
                  <a:lnTo>
                    <a:pt x="362617" y="426720"/>
                  </a:lnTo>
                  <a:lnTo>
                    <a:pt x="363188" y="427482"/>
                  </a:lnTo>
                  <a:lnTo>
                    <a:pt x="363379" y="428244"/>
                  </a:lnTo>
                  <a:lnTo>
                    <a:pt x="363283" y="429197"/>
                  </a:lnTo>
                  <a:lnTo>
                    <a:pt x="362998" y="430054"/>
                  </a:lnTo>
                  <a:lnTo>
                    <a:pt x="363093" y="430720"/>
                  </a:lnTo>
                  <a:lnTo>
                    <a:pt x="363760" y="431768"/>
                  </a:lnTo>
                  <a:lnTo>
                    <a:pt x="364046" y="432054"/>
                  </a:lnTo>
                  <a:lnTo>
                    <a:pt x="364522" y="432911"/>
                  </a:lnTo>
                  <a:lnTo>
                    <a:pt x="365093" y="432911"/>
                  </a:lnTo>
                  <a:lnTo>
                    <a:pt x="366046" y="432435"/>
                  </a:lnTo>
                  <a:lnTo>
                    <a:pt x="366141" y="431959"/>
                  </a:lnTo>
                  <a:lnTo>
                    <a:pt x="365760" y="431292"/>
                  </a:lnTo>
                  <a:lnTo>
                    <a:pt x="365379" y="430435"/>
                  </a:lnTo>
                  <a:lnTo>
                    <a:pt x="365665" y="429387"/>
                  </a:lnTo>
                  <a:lnTo>
                    <a:pt x="367093" y="428149"/>
                  </a:lnTo>
                  <a:close/>
                  <a:moveTo>
                    <a:pt x="431101" y="601027"/>
                  </a:moveTo>
                  <a:lnTo>
                    <a:pt x="431578" y="601885"/>
                  </a:lnTo>
                  <a:lnTo>
                    <a:pt x="432625" y="602647"/>
                  </a:lnTo>
                  <a:lnTo>
                    <a:pt x="434435" y="603694"/>
                  </a:lnTo>
                  <a:lnTo>
                    <a:pt x="436435" y="606933"/>
                  </a:lnTo>
                  <a:lnTo>
                    <a:pt x="437674" y="608457"/>
                  </a:lnTo>
                  <a:lnTo>
                    <a:pt x="437864" y="608933"/>
                  </a:lnTo>
                  <a:lnTo>
                    <a:pt x="437959" y="609314"/>
                  </a:lnTo>
                  <a:lnTo>
                    <a:pt x="438055" y="609695"/>
                  </a:lnTo>
                  <a:lnTo>
                    <a:pt x="438436" y="609981"/>
                  </a:lnTo>
                  <a:lnTo>
                    <a:pt x="439007" y="610076"/>
                  </a:lnTo>
                  <a:lnTo>
                    <a:pt x="439293" y="609791"/>
                  </a:lnTo>
                  <a:lnTo>
                    <a:pt x="439579" y="609409"/>
                  </a:lnTo>
                  <a:lnTo>
                    <a:pt x="440055" y="609219"/>
                  </a:lnTo>
                  <a:lnTo>
                    <a:pt x="440150" y="608933"/>
                  </a:lnTo>
                  <a:lnTo>
                    <a:pt x="439579" y="607219"/>
                  </a:lnTo>
                  <a:lnTo>
                    <a:pt x="439293" y="606076"/>
                  </a:lnTo>
                  <a:lnTo>
                    <a:pt x="438626" y="605123"/>
                  </a:lnTo>
                  <a:lnTo>
                    <a:pt x="437864" y="604361"/>
                  </a:lnTo>
                  <a:lnTo>
                    <a:pt x="437388" y="603694"/>
                  </a:lnTo>
                  <a:lnTo>
                    <a:pt x="436626" y="600075"/>
                  </a:lnTo>
                  <a:lnTo>
                    <a:pt x="436055" y="599123"/>
                  </a:lnTo>
                  <a:lnTo>
                    <a:pt x="435388" y="598646"/>
                  </a:lnTo>
                  <a:lnTo>
                    <a:pt x="433197" y="597789"/>
                  </a:lnTo>
                  <a:lnTo>
                    <a:pt x="432340" y="597027"/>
                  </a:lnTo>
                  <a:lnTo>
                    <a:pt x="431863" y="596741"/>
                  </a:lnTo>
                  <a:lnTo>
                    <a:pt x="431292" y="596741"/>
                  </a:lnTo>
                  <a:lnTo>
                    <a:pt x="430625" y="597503"/>
                  </a:lnTo>
                  <a:lnTo>
                    <a:pt x="430721" y="598646"/>
                  </a:lnTo>
                  <a:lnTo>
                    <a:pt x="431101" y="601027"/>
                  </a:lnTo>
                  <a:close/>
                  <a:moveTo>
                    <a:pt x="414052" y="517398"/>
                  </a:moveTo>
                  <a:lnTo>
                    <a:pt x="413290" y="517017"/>
                  </a:lnTo>
                  <a:lnTo>
                    <a:pt x="413099" y="516731"/>
                  </a:lnTo>
                  <a:lnTo>
                    <a:pt x="413004" y="516350"/>
                  </a:lnTo>
                  <a:lnTo>
                    <a:pt x="412909" y="516065"/>
                  </a:lnTo>
                  <a:lnTo>
                    <a:pt x="412718" y="515874"/>
                  </a:lnTo>
                  <a:lnTo>
                    <a:pt x="412432" y="515684"/>
                  </a:lnTo>
                  <a:lnTo>
                    <a:pt x="410623" y="514636"/>
                  </a:lnTo>
                  <a:lnTo>
                    <a:pt x="410051" y="514064"/>
                  </a:lnTo>
                  <a:lnTo>
                    <a:pt x="409956" y="513969"/>
                  </a:lnTo>
                  <a:lnTo>
                    <a:pt x="409575" y="513969"/>
                  </a:lnTo>
                  <a:lnTo>
                    <a:pt x="409099" y="515017"/>
                  </a:lnTo>
                  <a:lnTo>
                    <a:pt x="409099" y="515493"/>
                  </a:lnTo>
                  <a:lnTo>
                    <a:pt x="409480" y="516065"/>
                  </a:lnTo>
                  <a:lnTo>
                    <a:pt x="409670" y="516541"/>
                  </a:lnTo>
                  <a:lnTo>
                    <a:pt x="409861" y="517208"/>
                  </a:lnTo>
                  <a:lnTo>
                    <a:pt x="410051" y="517779"/>
                  </a:lnTo>
                  <a:lnTo>
                    <a:pt x="410527" y="518065"/>
                  </a:lnTo>
                  <a:lnTo>
                    <a:pt x="411194" y="518350"/>
                  </a:lnTo>
                  <a:lnTo>
                    <a:pt x="411861" y="518922"/>
                  </a:lnTo>
                  <a:lnTo>
                    <a:pt x="412337" y="519779"/>
                  </a:lnTo>
                  <a:lnTo>
                    <a:pt x="412432" y="520636"/>
                  </a:lnTo>
                  <a:lnTo>
                    <a:pt x="412051" y="520446"/>
                  </a:lnTo>
                  <a:lnTo>
                    <a:pt x="411671" y="520351"/>
                  </a:lnTo>
                  <a:lnTo>
                    <a:pt x="412432" y="522160"/>
                  </a:lnTo>
                  <a:lnTo>
                    <a:pt x="413194" y="521494"/>
                  </a:lnTo>
                  <a:lnTo>
                    <a:pt x="413575" y="521779"/>
                  </a:lnTo>
                  <a:lnTo>
                    <a:pt x="413671" y="522351"/>
                  </a:lnTo>
                  <a:lnTo>
                    <a:pt x="413575" y="522542"/>
                  </a:lnTo>
                  <a:lnTo>
                    <a:pt x="414814" y="523970"/>
                  </a:lnTo>
                  <a:lnTo>
                    <a:pt x="415195" y="523780"/>
                  </a:lnTo>
                  <a:lnTo>
                    <a:pt x="415576" y="523303"/>
                  </a:lnTo>
                  <a:lnTo>
                    <a:pt x="415766" y="522732"/>
                  </a:lnTo>
                  <a:lnTo>
                    <a:pt x="415766" y="521494"/>
                  </a:lnTo>
                  <a:lnTo>
                    <a:pt x="415861" y="520922"/>
                  </a:lnTo>
                  <a:lnTo>
                    <a:pt x="416052" y="520351"/>
                  </a:lnTo>
                  <a:lnTo>
                    <a:pt x="415099" y="520160"/>
                  </a:lnTo>
                  <a:lnTo>
                    <a:pt x="414528" y="519875"/>
                  </a:lnTo>
                  <a:lnTo>
                    <a:pt x="414147" y="519493"/>
                  </a:lnTo>
                  <a:lnTo>
                    <a:pt x="413766" y="518922"/>
                  </a:lnTo>
                  <a:lnTo>
                    <a:pt x="413861" y="518160"/>
                  </a:lnTo>
                  <a:lnTo>
                    <a:pt x="414052" y="517398"/>
                  </a:lnTo>
                  <a:close/>
                  <a:moveTo>
                    <a:pt x="391668" y="571500"/>
                  </a:moveTo>
                  <a:lnTo>
                    <a:pt x="391573" y="570167"/>
                  </a:lnTo>
                  <a:lnTo>
                    <a:pt x="391382" y="569500"/>
                  </a:lnTo>
                  <a:lnTo>
                    <a:pt x="391096" y="568833"/>
                  </a:lnTo>
                  <a:lnTo>
                    <a:pt x="390525" y="568166"/>
                  </a:lnTo>
                  <a:lnTo>
                    <a:pt x="389763" y="567785"/>
                  </a:lnTo>
                  <a:lnTo>
                    <a:pt x="389001" y="567690"/>
                  </a:lnTo>
                  <a:lnTo>
                    <a:pt x="388334" y="568071"/>
                  </a:lnTo>
                  <a:lnTo>
                    <a:pt x="387953" y="568643"/>
                  </a:lnTo>
                  <a:lnTo>
                    <a:pt x="387667" y="569404"/>
                  </a:lnTo>
                  <a:lnTo>
                    <a:pt x="387477" y="570262"/>
                  </a:lnTo>
                  <a:lnTo>
                    <a:pt x="387382" y="571024"/>
                  </a:lnTo>
                  <a:lnTo>
                    <a:pt x="387001" y="571976"/>
                  </a:lnTo>
                  <a:lnTo>
                    <a:pt x="386334" y="572738"/>
                  </a:lnTo>
                  <a:lnTo>
                    <a:pt x="386143" y="573405"/>
                  </a:lnTo>
                  <a:lnTo>
                    <a:pt x="387001" y="574167"/>
                  </a:lnTo>
                  <a:lnTo>
                    <a:pt x="391096" y="572167"/>
                  </a:lnTo>
                  <a:lnTo>
                    <a:pt x="391668" y="571500"/>
                  </a:lnTo>
                  <a:close/>
                  <a:moveTo>
                    <a:pt x="397955" y="571500"/>
                  </a:moveTo>
                  <a:lnTo>
                    <a:pt x="398621" y="570262"/>
                  </a:lnTo>
                  <a:lnTo>
                    <a:pt x="397764" y="568833"/>
                  </a:lnTo>
                  <a:lnTo>
                    <a:pt x="395764" y="567785"/>
                  </a:lnTo>
                  <a:lnTo>
                    <a:pt x="394144" y="567785"/>
                  </a:lnTo>
                  <a:lnTo>
                    <a:pt x="392716" y="569404"/>
                  </a:lnTo>
                  <a:lnTo>
                    <a:pt x="392716" y="571309"/>
                  </a:lnTo>
                  <a:lnTo>
                    <a:pt x="395478" y="572262"/>
                  </a:lnTo>
                  <a:lnTo>
                    <a:pt x="397955" y="571500"/>
                  </a:lnTo>
                  <a:close/>
                  <a:moveTo>
                    <a:pt x="403098" y="598170"/>
                  </a:moveTo>
                  <a:lnTo>
                    <a:pt x="403098" y="597789"/>
                  </a:lnTo>
                  <a:lnTo>
                    <a:pt x="402431" y="597884"/>
                  </a:lnTo>
                  <a:lnTo>
                    <a:pt x="402050" y="598075"/>
                  </a:lnTo>
                  <a:lnTo>
                    <a:pt x="401764" y="598360"/>
                  </a:lnTo>
                  <a:lnTo>
                    <a:pt x="401098" y="598837"/>
                  </a:lnTo>
                  <a:lnTo>
                    <a:pt x="400621" y="598932"/>
                  </a:lnTo>
                  <a:lnTo>
                    <a:pt x="400336" y="598932"/>
                  </a:lnTo>
                  <a:lnTo>
                    <a:pt x="400050" y="599218"/>
                  </a:lnTo>
                  <a:lnTo>
                    <a:pt x="399764" y="599503"/>
                  </a:lnTo>
                  <a:lnTo>
                    <a:pt x="399383" y="599599"/>
                  </a:lnTo>
                  <a:lnTo>
                    <a:pt x="399002" y="599503"/>
                  </a:lnTo>
                  <a:lnTo>
                    <a:pt x="398716" y="599789"/>
                  </a:lnTo>
                  <a:lnTo>
                    <a:pt x="398812" y="600551"/>
                  </a:lnTo>
                  <a:lnTo>
                    <a:pt x="398907" y="601123"/>
                  </a:lnTo>
                  <a:lnTo>
                    <a:pt x="398907" y="601599"/>
                  </a:lnTo>
                  <a:lnTo>
                    <a:pt x="399097" y="602170"/>
                  </a:lnTo>
                  <a:lnTo>
                    <a:pt x="399669" y="602551"/>
                  </a:lnTo>
                  <a:lnTo>
                    <a:pt x="400145" y="602075"/>
                  </a:lnTo>
                  <a:lnTo>
                    <a:pt x="400717" y="601218"/>
                  </a:lnTo>
                  <a:lnTo>
                    <a:pt x="401479" y="601027"/>
                  </a:lnTo>
                  <a:lnTo>
                    <a:pt x="402146" y="601218"/>
                  </a:lnTo>
                  <a:lnTo>
                    <a:pt x="402622" y="600837"/>
                  </a:lnTo>
                  <a:lnTo>
                    <a:pt x="402526" y="600075"/>
                  </a:lnTo>
                  <a:lnTo>
                    <a:pt x="402526" y="599313"/>
                  </a:lnTo>
                  <a:lnTo>
                    <a:pt x="403098" y="598170"/>
                  </a:lnTo>
                  <a:close/>
                  <a:moveTo>
                    <a:pt x="391192" y="518350"/>
                  </a:moveTo>
                  <a:lnTo>
                    <a:pt x="391477" y="519589"/>
                  </a:lnTo>
                  <a:lnTo>
                    <a:pt x="392906" y="523208"/>
                  </a:lnTo>
                  <a:lnTo>
                    <a:pt x="393478" y="524161"/>
                  </a:lnTo>
                  <a:lnTo>
                    <a:pt x="395288" y="526066"/>
                  </a:lnTo>
                  <a:lnTo>
                    <a:pt x="395383" y="526256"/>
                  </a:lnTo>
                  <a:lnTo>
                    <a:pt x="395478" y="526637"/>
                  </a:lnTo>
                  <a:lnTo>
                    <a:pt x="395668" y="527018"/>
                  </a:lnTo>
                  <a:lnTo>
                    <a:pt x="395954" y="527209"/>
                  </a:lnTo>
                  <a:lnTo>
                    <a:pt x="396335" y="527209"/>
                  </a:lnTo>
                  <a:lnTo>
                    <a:pt x="396526" y="526923"/>
                  </a:lnTo>
                  <a:lnTo>
                    <a:pt x="396716" y="526447"/>
                  </a:lnTo>
                  <a:lnTo>
                    <a:pt x="397859" y="526447"/>
                  </a:lnTo>
                  <a:lnTo>
                    <a:pt x="399193" y="526828"/>
                  </a:lnTo>
                  <a:lnTo>
                    <a:pt x="402336" y="526828"/>
                  </a:lnTo>
                  <a:lnTo>
                    <a:pt x="403193" y="526542"/>
                  </a:lnTo>
                  <a:lnTo>
                    <a:pt x="403574" y="525875"/>
                  </a:lnTo>
                  <a:lnTo>
                    <a:pt x="404050" y="524066"/>
                  </a:lnTo>
                  <a:lnTo>
                    <a:pt x="403860" y="522923"/>
                  </a:lnTo>
                  <a:lnTo>
                    <a:pt x="402717" y="522446"/>
                  </a:lnTo>
                  <a:lnTo>
                    <a:pt x="402336" y="521875"/>
                  </a:lnTo>
                  <a:lnTo>
                    <a:pt x="401002" y="519112"/>
                  </a:lnTo>
                  <a:lnTo>
                    <a:pt x="400431" y="517208"/>
                  </a:lnTo>
                  <a:lnTo>
                    <a:pt x="399669" y="516445"/>
                  </a:lnTo>
                  <a:lnTo>
                    <a:pt x="398716" y="515874"/>
                  </a:lnTo>
                  <a:lnTo>
                    <a:pt x="397764" y="515493"/>
                  </a:lnTo>
                  <a:lnTo>
                    <a:pt x="397288" y="515398"/>
                  </a:lnTo>
                  <a:lnTo>
                    <a:pt x="395859" y="515493"/>
                  </a:lnTo>
                  <a:lnTo>
                    <a:pt x="393859" y="515398"/>
                  </a:lnTo>
                  <a:lnTo>
                    <a:pt x="393192" y="515493"/>
                  </a:lnTo>
                  <a:lnTo>
                    <a:pt x="390620" y="516255"/>
                  </a:lnTo>
                  <a:lnTo>
                    <a:pt x="389572" y="516160"/>
                  </a:lnTo>
                  <a:lnTo>
                    <a:pt x="389858" y="516636"/>
                  </a:lnTo>
                  <a:lnTo>
                    <a:pt x="391001" y="517969"/>
                  </a:lnTo>
                  <a:lnTo>
                    <a:pt x="391192" y="518350"/>
                  </a:lnTo>
                  <a:close/>
                  <a:moveTo>
                    <a:pt x="262604" y="43339"/>
                  </a:moveTo>
                  <a:lnTo>
                    <a:pt x="263652" y="42958"/>
                  </a:lnTo>
                  <a:lnTo>
                    <a:pt x="264319" y="42196"/>
                  </a:lnTo>
                  <a:lnTo>
                    <a:pt x="264509" y="41624"/>
                  </a:lnTo>
                  <a:lnTo>
                    <a:pt x="264319" y="41243"/>
                  </a:lnTo>
                  <a:lnTo>
                    <a:pt x="264033" y="40862"/>
                  </a:lnTo>
                  <a:lnTo>
                    <a:pt x="263938" y="40100"/>
                  </a:lnTo>
                  <a:lnTo>
                    <a:pt x="264223" y="39719"/>
                  </a:lnTo>
                  <a:lnTo>
                    <a:pt x="265462" y="38671"/>
                  </a:lnTo>
                  <a:lnTo>
                    <a:pt x="267367" y="37338"/>
                  </a:lnTo>
                  <a:lnTo>
                    <a:pt x="267652" y="36862"/>
                  </a:lnTo>
                  <a:lnTo>
                    <a:pt x="267652" y="36290"/>
                  </a:lnTo>
                  <a:lnTo>
                    <a:pt x="267367" y="35909"/>
                  </a:lnTo>
                  <a:lnTo>
                    <a:pt x="266890" y="35624"/>
                  </a:lnTo>
                  <a:lnTo>
                    <a:pt x="266414" y="35528"/>
                  </a:lnTo>
                  <a:lnTo>
                    <a:pt x="265747" y="35814"/>
                  </a:lnTo>
                  <a:lnTo>
                    <a:pt x="264795" y="36385"/>
                  </a:lnTo>
                  <a:lnTo>
                    <a:pt x="264033" y="37052"/>
                  </a:lnTo>
                  <a:lnTo>
                    <a:pt x="263938" y="37529"/>
                  </a:lnTo>
                  <a:lnTo>
                    <a:pt x="261747" y="40767"/>
                  </a:lnTo>
                  <a:lnTo>
                    <a:pt x="261366" y="41720"/>
                  </a:lnTo>
                  <a:lnTo>
                    <a:pt x="261652" y="42958"/>
                  </a:lnTo>
                  <a:lnTo>
                    <a:pt x="262604" y="43339"/>
                  </a:lnTo>
                  <a:close/>
                  <a:moveTo>
                    <a:pt x="137731" y="544640"/>
                  </a:moveTo>
                  <a:lnTo>
                    <a:pt x="138398" y="544925"/>
                  </a:lnTo>
                  <a:lnTo>
                    <a:pt x="138779" y="544735"/>
                  </a:lnTo>
                  <a:lnTo>
                    <a:pt x="139827" y="543973"/>
                  </a:lnTo>
                  <a:lnTo>
                    <a:pt x="140779" y="543116"/>
                  </a:lnTo>
                  <a:lnTo>
                    <a:pt x="141065" y="542639"/>
                  </a:lnTo>
                  <a:lnTo>
                    <a:pt x="140875" y="542163"/>
                  </a:lnTo>
                  <a:lnTo>
                    <a:pt x="140017" y="541592"/>
                  </a:lnTo>
                  <a:lnTo>
                    <a:pt x="139541" y="541687"/>
                  </a:lnTo>
                  <a:lnTo>
                    <a:pt x="139351" y="541877"/>
                  </a:lnTo>
                  <a:lnTo>
                    <a:pt x="139255" y="542068"/>
                  </a:lnTo>
                  <a:lnTo>
                    <a:pt x="139065" y="542258"/>
                  </a:lnTo>
                  <a:lnTo>
                    <a:pt x="138113" y="542734"/>
                  </a:lnTo>
                  <a:lnTo>
                    <a:pt x="138017" y="542734"/>
                  </a:lnTo>
                  <a:lnTo>
                    <a:pt x="137827" y="543211"/>
                  </a:lnTo>
                  <a:lnTo>
                    <a:pt x="137731" y="543973"/>
                  </a:lnTo>
                  <a:lnTo>
                    <a:pt x="137731" y="544640"/>
                  </a:lnTo>
                  <a:close/>
                  <a:moveTo>
                    <a:pt x="228695" y="126778"/>
                  </a:moveTo>
                  <a:lnTo>
                    <a:pt x="229933" y="126968"/>
                  </a:lnTo>
                  <a:lnTo>
                    <a:pt x="234601" y="126587"/>
                  </a:lnTo>
                  <a:lnTo>
                    <a:pt x="235934" y="126301"/>
                  </a:lnTo>
                  <a:lnTo>
                    <a:pt x="237077" y="125730"/>
                  </a:lnTo>
                  <a:lnTo>
                    <a:pt x="238315" y="124873"/>
                  </a:lnTo>
                  <a:lnTo>
                    <a:pt x="237744" y="124873"/>
                  </a:lnTo>
                  <a:lnTo>
                    <a:pt x="237268" y="124777"/>
                  </a:lnTo>
                  <a:lnTo>
                    <a:pt x="236887" y="124492"/>
                  </a:lnTo>
                  <a:lnTo>
                    <a:pt x="236506" y="124111"/>
                  </a:lnTo>
                  <a:lnTo>
                    <a:pt x="235744" y="123539"/>
                  </a:lnTo>
                  <a:lnTo>
                    <a:pt x="235077" y="123444"/>
                  </a:lnTo>
                  <a:lnTo>
                    <a:pt x="233553" y="123730"/>
                  </a:lnTo>
                  <a:lnTo>
                    <a:pt x="231743" y="123920"/>
                  </a:lnTo>
                  <a:lnTo>
                    <a:pt x="228886" y="124873"/>
                  </a:lnTo>
                  <a:lnTo>
                    <a:pt x="227838" y="124968"/>
                  </a:lnTo>
                  <a:lnTo>
                    <a:pt x="227552" y="125254"/>
                  </a:lnTo>
                  <a:lnTo>
                    <a:pt x="227743" y="126016"/>
                  </a:lnTo>
                  <a:lnTo>
                    <a:pt x="228695" y="126778"/>
                  </a:lnTo>
                  <a:close/>
                  <a:moveTo>
                    <a:pt x="140398" y="548068"/>
                  </a:moveTo>
                  <a:lnTo>
                    <a:pt x="138303" y="547211"/>
                  </a:lnTo>
                  <a:lnTo>
                    <a:pt x="138113" y="547973"/>
                  </a:lnTo>
                  <a:lnTo>
                    <a:pt x="138303" y="549974"/>
                  </a:lnTo>
                  <a:lnTo>
                    <a:pt x="138589" y="550259"/>
                  </a:lnTo>
                  <a:lnTo>
                    <a:pt x="139160" y="550640"/>
                  </a:lnTo>
                  <a:lnTo>
                    <a:pt x="139732" y="551212"/>
                  </a:lnTo>
                  <a:lnTo>
                    <a:pt x="140017" y="552069"/>
                  </a:lnTo>
                  <a:lnTo>
                    <a:pt x="140494" y="551783"/>
                  </a:lnTo>
                  <a:lnTo>
                    <a:pt x="140875" y="551593"/>
                  </a:lnTo>
                  <a:lnTo>
                    <a:pt x="141256" y="551593"/>
                  </a:lnTo>
                  <a:lnTo>
                    <a:pt x="141541" y="551783"/>
                  </a:lnTo>
                  <a:lnTo>
                    <a:pt x="141922" y="551783"/>
                  </a:lnTo>
                  <a:lnTo>
                    <a:pt x="141922" y="551021"/>
                  </a:lnTo>
                  <a:lnTo>
                    <a:pt x="141732" y="550259"/>
                  </a:lnTo>
                  <a:lnTo>
                    <a:pt x="141446" y="549497"/>
                  </a:lnTo>
                  <a:lnTo>
                    <a:pt x="141065" y="548831"/>
                  </a:lnTo>
                  <a:lnTo>
                    <a:pt x="140398" y="548068"/>
                  </a:lnTo>
                  <a:close/>
                  <a:moveTo>
                    <a:pt x="156496" y="266986"/>
                  </a:moveTo>
                  <a:lnTo>
                    <a:pt x="157067" y="267367"/>
                  </a:lnTo>
                  <a:lnTo>
                    <a:pt x="158115" y="268795"/>
                  </a:lnTo>
                  <a:lnTo>
                    <a:pt x="159163" y="269653"/>
                  </a:lnTo>
                  <a:lnTo>
                    <a:pt x="159448" y="270034"/>
                  </a:lnTo>
                  <a:lnTo>
                    <a:pt x="160115" y="270510"/>
                  </a:lnTo>
                  <a:lnTo>
                    <a:pt x="160782" y="270415"/>
                  </a:lnTo>
                  <a:lnTo>
                    <a:pt x="161163" y="269939"/>
                  </a:lnTo>
                  <a:lnTo>
                    <a:pt x="161068" y="269176"/>
                  </a:lnTo>
                  <a:lnTo>
                    <a:pt x="160782" y="268415"/>
                  </a:lnTo>
                  <a:lnTo>
                    <a:pt x="160782" y="266033"/>
                  </a:lnTo>
                  <a:lnTo>
                    <a:pt x="160306" y="264985"/>
                  </a:lnTo>
                  <a:lnTo>
                    <a:pt x="160210" y="264604"/>
                  </a:lnTo>
                  <a:lnTo>
                    <a:pt x="160020" y="264319"/>
                  </a:lnTo>
                  <a:lnTo>
                    <a:pt x="159639" y="264033"/>
                  </a:lnTo>
                  <a:lnTo>
                    <a:pt x="159067" y="263938"/>
                  </a:lnTo>
                  <a:lnTo>
                    <a:pt x="158686" y="264319"/>
                  </a:lnTo>
                  <a:lnTo>
                    <a:pt x="158591" y="264604"/>
                  </a:lnTo>
                  <a:lnTo>
                    <a:pt x="158496" y="264795"/>
                  </a:lnTo>
                  <a:lnTo>
                    <a:pt x="158115" y="264985"/>
                  </a:lnTo>
                  <a:lnTo>
                    <a:pt x="157543" y="265176"/>
                  </a:lnTo>
                  <a:lnTo>
                    <a:pt x="156686" y="266033"/>
                  </a:lnTo>
                  <a:lnTo>
                    <a:pt x="156400" y="266509"/>
                  </a:lnTo>
                  <a:lnTo>
                    <a:pt x="156496" y="266986"/>
                  </a:lnTo>
                  <a:close/>
                  <a:moveTo>
                    <a:pt x="262318" y="2762"/>
                  </a:moveTo>
                  <a:lnTo>
                    <a:pt x="262033" y="3238"/>
                  </a:lnTo>
                  <a:lnTo>
                    <a:pt x="262414" y="3143"/>
                  </a:lnTo>
                  <a:lnTo>
                    <a:pt x="262318" y="2762"/>
                  </a:lnTo>
                  <a:close/>
                  <a:moveTo>
                    <a:pt x="233839" y="101060"/>
                  </a:moveTo>
                  <a:lnTo>
                    <a:pt x="234124" y="101536"/>
                  </a:lnTo>
                  <a:lnTo>
                    <a:pt x="234505" y="101822"/>
                  </a:lnTo>
                  <a:lnTo>
                    <a:pt x="234886" y="101917"/>
                  </a:lnTo>
                  <a:lnTo>
                    <a:pt x="235267" y="101917"/>
                  </a:lnTo>
                  <a:lnTo>
                    <a:pt x="235553" y="102013"/>
                  </a:lnTo>
                  <a:lnTo>
                    <a:pt x="237554" y="103251"/>
                  </a:lnTo>
                  <a:lnTo>
                    <a:pt x="237934" y="103537"/>
                  </a:lnTo>
                  <a:lnTo>
                    <a:pt x="239363" y="104108"/>
                  </a:lnTo>
                  <a:lnTo>
                    <a:pt x="239839" y="103918"/>
                  </a:lnTo>
                  <a:lnTo>
                    <a:pt x="240030" y="103632"/>
                  </a:lnTo>
                  <a:lnTo>
                    <a:pt x="240125" y="103251"/>
                  </a:lnTo>
                  <a:lnTo>
                    <a:pt x="240411" y="102965"/>
                  </a:lnTo>
                  <a:lnTo>
                    <a:pt x="240792" y="102965"/>
                  </a:lnTo>
                  <a:lnTo>
                    <a:pt x="241268" y="103060"/>
                  </a:lnTo>
                  <a:lnTo>
                    <a:pt x="241649" y="103060"/>
                  </a:lnTo>
                  <a:lnTo>
                    <a:pt x="241840" y="102870"/>
                  </a:lnTo>
                  <a:lnTo>
                    <a:pt x="241744" y="102489"/>
                  </a:lnTo>
                  <a:lnTo>
                    <a:pt x="241649" y="102203"/>
                  </a:lnTo>
                  <a:lnTo>
                    <a:pt x="241554" y="102013"/>
                  </a:lnTo>
                  <a:lnTo>
                    <a:pt x="241459" y="101822"/>
                  </a:lnTo>
                  <a:lnTo>
                    <a:pt x="241363" y="101632"/>
                  </a:lnTo>
                  <a:lnTo>
                    <a:pt x="240697" y="100870"/>
                  </a:lnTo>
                  <a:lnTo>
                    <a:pt x="240601" y="100489"/>
                  </a:lnTo>
                  <a:lnTo>
                    <a:pt x="240601" y="100298"/>
                  </a:lnTo>
                  <a:lnTo>
                    <a:pt x="240601" y="100108"/>
                  </a:lnTo>
                  <a:lnTo>
                    <a:pt x="240601" y="97441"/>
                  </a:lnTo>
                  <a:lnTo>
                    <a:pt x="240125" y="96774"/>
                  </a:lnTo>
                  <a:lnTo>
                    <a:pt x="239458" y="96869"/>
                  </a:lnTo>
                  <a:lnTo>
                    <a:pt x="238696" y="97250"/>
                  </a:lnTo>
                  <a:lnTo>
                    <a:pt x="237744" y="97441"/>
                  </a:lnTo>
                  <a:lnTo>
                    <a:pt x="236791" y="97345"/>
                  </a:lnTo>
                  <a:lnTo>
                    <a:pt x="233839" y="96298"/>
                  </a:lnTo>
                  <a:lnTo>
                    <a:pt x="232981" y="97345"/>
                  </a:lnTo>
                  <a:lnTo>
                    <a:pt x="232410" y="97631"/>
                  </a:lnTo>
                  <a:lnTo>
                    <a:pt x="231553" y="97726"/>
                  </a:lnTo>
                  <a:lnTo>
                    <a:pt x="231457" y="98012"/>
                  </a:lnTo>
                  <a:lnTo>
                    <a:pt x="233172" y="100012"/>
                  </a:lnTo>
                  <a:lnTo>
                    <a:pt x="233839" y="101060"/>
                  </a:lnTo>
                  <a:close/>
                  <a:moveTo>
                    <a:pt x="379666" y="474535"/>
                  </a:moveTo>
                  <a:lnTo>
                    <a:pt x="378714" y="473869"/>
                  </a:lnTo>
                  <a:lnTo>
                    <a:pt x="378238" y="473774"/>
                  </a:lnTo>
                  <a:lnTo>
                    <a:pt x="378238" y="474345"/>
                  </a:lnTo>
                  <a:lnTo>
                    <a:pt x="378428" y="475488"/>
                  </a:lnTo>
                  <a:lnTo>
                    <a:pt x="379000" y="476726"/>
                  </a:lnTo>
                  <a:lnTo>
                    <a:pt x="380047" y="477584"/>
                  </a:lnTo>
                  <a:lnTo>
                    <a:pt x="380714" y="477107"/>
                  </a:lnTo>
                  <a:lnTo>
                    <a:pt x="380429" y="475678"/>
                  </a:lnTo>
                  <a:lnTo>
                    <a:pt x="379666" y="474535"/>
                  </a:lnTo>
                  <a:close/>
                  <a:moveTo>
                    <a:pt x="260794" y="88964"/>
                  </a:moveTo>
                  <a:lnTo>
                    <a:pt x="261747" y="89535"/>
                  </a:lnTo>
                  <a:lnTo>
                    <a:pt x="262985" y="90773"/>
                  </a:lnTo>
                  <a:lnTo>
                    <a:pt x="263747" y="91059"/>
                  </a:lnTo>
                  <a:lnTo>
                    <a:pt x="264605" y="90678"/>
                  </a:lnTo>
                  <a:lnTo>
                    <a:pt x="265081" y="89916"/>
                  </a:lnTo>
                  <a:lnTo>
                    <a:pt x="265366" y="88011"/>
                  </a:lnTo>
                  <a:lnTo>
                    <a:pt x="265652" y="87344"/>
                  </a:lnTo>
                  <a:lnTo>
                    <a:pt x="265652" y="87058"/>
                  </a:lnTo>
                  <a:lnTo>
                    <a:pt x="265271" y="86773"/>
                  </a:lnTo>
                  <a:lnTo>
                    <a:pt x="264795" y="86487"/>
                  </a:lnTo>
                  <a:lnTo>
                    <a:pt x="264509" y="86392"/>
                  </a:lnTo>
                  <a:lnTo>
                    <a:pt x="264128" y="86487"/>
                  </a:lnTo>
                  <a:lnTo>
                    <a:pt x="263461" y="87154"/>
                  </a:lnTo>
                  <a:lnTo>
                    <a:pt x="263080" y="87344"/>
                  </a:lnTo>
                  <a:lnTo>
                    <a:pt x="262604" y="87344"/>
                  </a:lnTo>
                  <a:lnTo>
                    <a:pt x="261842" y="87249"/>
                  </a:lnTo>
                  <a:lnTo>
                    <a:pt x="260794" y="87440"/>
                  </a:lnTo>
                  <a:lnTo>
                    <a:pt x="260509" y="87440"/>
                  </a:lnTo>
                  <a:lnTo>
                    <a:pt x="260318" y="87535"/>
                  </a:lnTo>
                  <a:lnTo>
                    <a:pt x="260223" y="88106"/>
                  </a:lnTo>
                  <a:lnTo>
                    <a:pt x="260318" y="88678"/>
                  </a:lnTo>
                  <a:lnTo>
                    <a:pt x="260794" y="88964"/>
                  </a:lnTo>
                  <a:close/>
                  <a:moveTo>
                    <a:pt x="257461" y="125635"/>
                  </a:moveTo>
                  <a:lnTo>
                    <a:pt x="257461" y="126778"/>
                  </a:lnTo>
                  <a:lnTo>
                    <a:pt x="257080" y="127540"/>
                  </a:lnTo>
                  <a:lnTo>
                    <a:pt x="257746" y="128111"/>
                  </a:lnTo>
                  <a:lnTo>
                    <a:pt x="258699" y="128207"/>
                  </a:lnTo>
                  <a:lnTo>
                    <a:pt x="259175" y="127730"/>
                  </a:lnTo>
                  <a:lnTo>
                    <a:pt x="259461" y="126587"/>
                  </a:lnTo>
                  <a:lnTo>
                    <a:pt x="260223" y="125635"/>
                  </a:lnTo>
                  <a:lnTo>
                    <a:pt x="262033" y="124111"/>
                  </a:lnTo>
                  <a:lnTo>
                    <a:pt x="262699" y="123349"/>
                  </a:lnTo>
                  <a:lnTo>
                    <a:pt x="263747" y="121729"/>
                  </a:lnTo>
                  <a:lnTo>
                    <a:pt x="265176" y="121158"/>
                  </a:lnTo>
                  <a:lnTo>
                    <a:pt x="265271" y="120491"/>
                  </a:lnTo>
                  <a:lnTo>
                    <a:pt x="264890" y="119729"/>
                  </a:lnTo>
                  <a:lnTo>
                    <a:pt x="264223" y="119158"/>
                  </a:lnTo>
                  <a:lnTo>
                    <a:pt x="263842" y="118777"/>
                  </a:lnTo>
                  <a:lnTo>
                    <a:pt x="263652" y="118300"/>
                  </a:lnTo>
                  <a:lnTo>
                    <a:pt x="263366" y="117919"/>
                  </a:lnTo>
                  <a:lnTo>
                    <a:pt x="262890" y="117729"/>
                  </a:lnTo>
                  <a:lnTo>
                    <a:pt x="262604" y="117824"/>
                  </a:lnTo>
                  <a:lnTo>
                    <a:pt x="261842" y="118205"/>
                  </a:lnTo>
                  <a:lnTo>
                    <a:pt x="261652" y="118300"/>
                  </a:lnTo>
                  <a:lnTo>
                    <a:pt x="261556" y="118491"/>
                  </a:lnTo>
                  <a:lnTo>
                    <a:pt x="261271" y="118396"/>
                  </a:lnTo>
                  <a:lnTo>
                    <a:pt x="260890" y="118205"/>
                  </a:lnTo>
                  <a:lnTo>
                    <a:pt x="260604" y="118205"/>
                  </a:lnTo>
                  <a:lnTo>
                    <a:pt x="260128" y="118682"/>
                  </a:lnTo>
                  <a:lnTo>
                    <a:pt x="259461" y="119825"/>
                  </a:lnTo>
                  <a:lnTo>
                    <a:pt x="259080" y="120015"/>
                  </a:lnTo>
                  <a:lnTo>
                    <a:pt x="259271" y="120396"/>
                  </a:lnTo>
                  <a:lnTo>
                    <a:pt x="259080" y="121158"/>
                  </a:lnTo>
                  <a:lnTo>
                    <a:pt x="258699" y="122015"/>
                  </a:lnTo>
                  <a:lnTo>
                    <a:pt x="258127" y="122682"/>
                  </a:lnTo>
                  <a:lnTo>
                    <a:pt x="259271" y="123920"/>
                  </a:lnTo>
                  <a:lnTo>
                    <a:pt x="258604" y="124873"/>
                  </a:lnTo>
                  <a:lnTo>
                    <a:pt x="257461" y="125635"/>
                  </a:lnTo>
                  <a:close/>
                  <a:moveTo>
                    <a:pt x="258413" y="43434"/>
                  </a:moveTo>
                  <a:lnTo>
                    <a:pt x="257461" y="43529"/>
                  </a:lnTo>
                  <a:lnTo>
                    <a:pt x="257270" y="43815"/>
                  </a:lnTo>
                  <a:lnTo>
                    <a:pt x="257270" y="44196"/>
                  </a:lnTo>
                  <a:lnTo>
                    <a:pt x="257365" y="44958"/>
                  </a:lnTo>
                  <a:lnTo>
                    <a:pt x="257937" y="47625"/>
                  </a:lnTo>
                  <a:lnTo>
                    <a:pt x="258508" y="47625"/>
                  </a:lnTo>
                  <a:lnTo>
                    <a:pt x="258889" y="47530"/>
                  </a:lnTo>
                  <a:lnTo>
                    <a:pt x="260128" y="46387"/>
                  </a:lnTo>
                  <a:lnTo>
                    <a:pt x="260223" y="45434"/>
                  </a:lnTo>
                  <a:lnTo>
                    <a:pt x="259461" y="44291"/>
                  </a:lnTo>
                  <a:lnTo>
                    <a:pt x="258413" y="43434"/>
                  </a:lnTo>
                  <a:close/>
                  <a:moveTo>
                    <a:pt x="256794" y="23717"/>
                  </a:moveTo>
                  <a:lnTo>
                    <a:pt x="257937" y="22574"/>
                  </a:lnTo>
                  <a:lnTo>
                    <a:pt x="258794" y="21146"/>
                  </a:lnTo>
                  <a:lnTo>
                    <a:pt x="259271" y="19717"/>
                  </a:lnTo>
                  <a:lnTo>
                    <a:pt x="259366" y="18955"/>
                  </a:lnTo>
                  <a:lnTo>
                    <a:pt x="259366" y="18097"/>
                  </a:lnTo>
                  <a:lnTo>
                    <a:pt x="259271" y="17240"/>
                  </a:lnTo>
                  <a:lnTo>
                    <a:pt x="259080" y="16478"/>
                  </a:lnTo>
                  <a:lnTo>
                    <a:pt x="258604" y="15907"/>
                  </a:lnTo>
                  <a:lnTo>
                    <a:pt x="258032" y="15907"/>
                  </a:lnTo>
                  <a:lnTo>
                    <a:pt x="257461" y="16288"/>
                  </a:lnTo>
                  <a:lnTo>
                    <a:pt x="257080" y="16954"/>
                  </a:lnTo>
                  <a:lnTo>
                    <a:pt x="256318" y="18859"/>
                  </a:lnTo>
                  <a:lnTo>
                    <a:pt x="255365" y="20383"/>
                  </a:lnTo>
                  <a:lnTo>
                    <a:pt x="254603" y="22003"/>
                  </a:lnTo>
                  <a:lnTo>
                    <a:pt x="254317" y="23527"/>
                  </a:lnTo>
                  <a:lnTo>
                    <a:pt x="255175" y="24193"/>
                  </a:lnTo>
                  <a:lnTo>
                    <a:pt x="256794" y="23717"/>
                  </a:lnTo>
                  <a:close/>
                  <a:moveTo>
                    <a:pt x="224123" y="115538"/>
                  </a:moveTo>
                  <a:lnTo>
                    <a:pt x="226028" y="117253"/>
                  </a:lnTo>
                  <a:lnTo>
                    <a:pt x="226790" y="115729"/>
                  </a:lnTo>
                  <a:lnTo>
                    <a:pt x="226409" y="113728"/>
                  </a:lnTo>
                  <a:lnTo>
                    <a:pt x="225647" y="111633"/>
                  </a:lnTo>
                  <a:lnTo>
                    <a:pt x="225171" y="109347"/>
                  </a:lnTo>
                  <a:lnTo>
                    <a:pt x="224980" y="108966"/>
                  </a:lnTo>
                  <a:lnTo>
                    <a:pt x="224695" y="108680"/>
                  </a:lnTo>
                  <a:lnTo>
                    <a:pt x="224218" y="108394"/>
                  </a:lnTo>
                  <a:lnTo>
                    <a:pt x="224123" y="109633"/>
                  </a:lnTo>
                  <a:lnTo>
                    <a:pt x="223266" y="112014"/>
                  </a:lnTo>
                  <a:lnTo>
                    <a:pt x="223171" y="113348"/>
                  </a:lnTo>
                  <a:lnTo>
                    <a:pt x="223552" y="114586"/>
                  </a:lnTo>
                  <a:lnTo>
                    <a:pt x="224123" y="115538"/>
                  </a:lnTo>
                  <a:close/>
                  <a:moveTo>
                    <a:pt x="398621" y="619411"/>
                  </a:moveTo>
                  <a:lnTo>
                    <a:pt x="399383" y="619601"/>
                  </a:lnTo>
                  <a:lnTo>
                    <a:pt x="400717" y="619792"/>
                  </a:lnTo>
                  <a:lnTo>
                    <a:pt x="402050" y="619792"/>
                  </a:lnTo>
                  <a:lnTo>
                    <a:pt x="402622" y="619506"/>
                  </a:lnTo>
                  <a:lnTo>
                    <a:pt x="402812" y="618839"/>
                  </a:lnTo>
                  <a:lnTo>
                    <a:pt x="404146" y="616077"/>
                  </a:lnTo>
                  <a:lnTo>
                    <a:pt x="401288" y="613982"/>
                  </a:lnTo>
                  <a:lnTo>
                    <a:pt x="400240" y="612839"/>
                  </a:lnTo>
                  <a:lnTo>
                    <a:pt x="401002" y="612362"/>
                  </a:lnTo>
                  <a:lnTo>
                    <a:pt x="402050" y="611981"/>
                  </a:lnTo>
                  <a:lnTo>
                    <a:pt x="402050" y="611124"/>
                  </a:lnTo>
                  <a:lnTo>
                    <a:pt x="401383" y="610172"/>
                  </a:lnTo>
                  <a:lnTo>
                    <a:pt x="400621" y="609409"/>
                  </a:lnTo>
                  <a:lnTo>
                    <a:pt x="401098" y="608457"/>
                  </a:lnTo>
                  <a:lnTo>
                    <a:pt x="401193" y="607981"/>
                  </a:lnTo>
                  <a:lnTo>
                    <a:pt x="401193" y="607124"/>
                  </a:lnTo>
                  <a:lnTo>
                    <a:pt x="401288" y="606076"/>
                  </a:lnTo>
                  <a:lnTo>
                    <a:pt x="401955" y="606838"/>
                  </a:lnTo>
                  <a:lnTo>
                    <a:pt x="402146" y="606361"/>
                  </a:lnTo>
                  <a:lnTo>
                    <a:pt x="402146" y="605409"/>
                  </a:lnTo>
                  <a:lnTo>
                    <a:pt x="402431" y="604076"/>
                  </a:lnTo>
                  <a:lnTo>
                    <a:pt x="401860" y="603504"/>
                  </a:lnTo>
                  <a:lnTo>
                    <a:pt x="400336" y="602742"/>
                  </a:lnTo>
                  <a:lnTo>
                    <a:pt x="399383" y="602170"/>
                  </a:lnTo>
                  <a:lnTo>
                    <a:pt x="398812" y="601980"/>
                  </a:lnTo>
                  <a:lnTo>
                    <a:pt x="397192" y="602075"/>
                  </a:lnTo>
                  <a:lnTo>
                    <a:pt x="396430" y="601694"/>
                  </a:lnTo>
                  <a:lnTo>
                    <a:pt x="394049" y="599599"/>
                  </a:lnTo>
                  <a:lnTo>
                    <a:pt x="393382" y="599789"/>
                  </a:lnTo>
                  <a:lnTo>
                    <a:pt x="392811" y="599123"/>
                  </a:lnTo>
                  <a:lnTo>
                    <a:pt x="392430" y="598170"/>
                  </a:lnTo>
                  <a:lnTo>
                    <a:pt x="392239" y="597408"/>
                  </a:lnTo>
                  <a:lnTo>
                    <a:pt x="391477" y="597884"/>
                  </a:lnTo>
                  <a:lnTo>
                    <a:pt x="390620" y="599218"/>
                  </a:lnTo>
                  <a:lnTo>
                    <a:pt x="390049" y="599694"/>
                  </a:lnTo>
                  <a:lnTo>
                    <a:pt x="389668" y="597503"/>
                  </a:lnTo>
                  <a:lnTo>
                    <a:pt x="388715" y="596932"/>
                  </a:lnTo>
                  <a:lnTo>
                    <a:pt x="385096" y="597408"/>
                  </a:lnTo>
                  <a:lnTo>
                    <a:pt x="382905" y="597408"/>
                  </a:lnTo>
                  <a:lnTo>
                    <a:pt x="380905" y="597789"/>
                  </a:lnTo>
                  <a:lnTo>
                    <a:pt x="379952" y="598170"/>
                  </a:lnTo>
                  <a:lnTo>
                    <a:pt x="379476" y="598551"/>
                  </a:lnTo>
                  <a:lnTo>
                    <a:pt x="378619" y="599694"/>
                  </a:lnTo>
                  <a:lnTo>
                    <a:pt x="378333" y="599980"/>
                  </a:lnTo>
                  <a:lnTo>
                    <a:pt x="377666" y="600456"/>
                  </a:lnTo>
                  <a:lnTo>
                    <a:pt x="377285" y="600837"/>
                  </a:lnTo>
                  <a:lnTo>
                    <a:pt x="377190" y="601313"/>
                  </a:lnTo>
                  <a:lnTo>
                    <a:pt x="377285" y="601790"/>
                  </a:lnTo>
                  <a:lnTo>
                    <a:pt x="377285" y="602170"/>
                  </a:lnTo>
                  <a:lnTo>
                    <a:pt x="375761" y="602551"/>
                  </a:lnTo>
                  <a:lnTo>
                    <a:pt x="375190" y="603123"/>
                  </a:lnTo>
                  <a:lnTo>
                    <a:pt x="374904" y="603980"/>
                  </a:lnTo>
                  <a:lnTo>
                    <a:pt x="374809" y="605028"/>
                  </a:lnTo>
                  <a:lnTo>
                    <a:pt x="373856" y="606743"/>
                  </a:lnTo>
                  <a:lnTo>
                    <a:pt x="371665" y="607695"/>
                  </a:lnTo>
                  <a:lnTo>
                    <a:pt x="369284" y="608267"/>
                  </a:lnTo>
                  <a:lnTo>
                    <a:pt x="367570" y="608933"/>
                  </a:lnTo>
                  <a:lnTo>
                    <a:pt x="367284" y="609314"/>
                  </a:lnTo>
                  <a:lnTo>
                    <a:pt x="367093" y="609791"/>
                  </a:lnTo>
                  <a:lnTo>
                    <a:pt x="366808" y="610172"/>
                  </a:lnTo>
                  <a:lnTo>
                    <a:pt x="366331" y="610362"/>
                  </a:lnTo>
                  <a:lnTo>
                    <a:pt x="365569" y="610076"/>
                  </a:lnTo>
                  <a:lnTo>
                    <a:pt x="365188" y="610172"/>
                  </a:lnTo>
                  <a:lnTo>
                    <a:pt x="364998" y="610838"/>
                  </a:lnTo>
                  <a:lnTo>
                    <a:pt x="364617" y="611600"/>
                  </a:lnTo>
                  <a:lnTo>
                    <a:pt x="362807" y="613219"/>
                  </a:lnTo>
                  <a:lnTo>
                    <a:pt x="362140" y="613982"/>
                  </a:lnTo>
                  <a:lnTo>
                    <a:pt x="361093" y="616077"/>
                  </a:lnTo>
                  <a:lnTo>
                    <a:pt x="360807" y="617220"/>
                  </a:lnTo>
                  <a:lnTo>
                    <a:pt x="360712" y="618458"/>
                  </a:lnTo>
                  <a:lnTo>
                    <a:pt x="361093" y="619411"/>
                  </a:lnTo>
                  <a:lnTo>
                    <a:pt x="361950" y="619601"/>
                  </a:lnTo>
                  <a:lnTo>
                    <a:pt x="362998" y="619506"/>
                  </a:lnTo>
                  <a:lnTo>
                    <a:pt x="363950" y="619697"/>
                  </a:lnTo>
                  <a:lnTo>
                    <a:pt x="364522" y="620363"/>
                  </a:lnTo>
                  <a:lnTo>
                    <a:pt x="364426" y="621316"/>
                  </a:lnTo>
                  <a:lnTo>
                    <a:pt x="364141" y="622364"/>
                  </a:lnTo>
                  <a:lnTo>
                    <a:pt x="363950" y="623507"/>
                  </a:lnTo>
                  <a:lnTo>
                    <a:pt x="364426" y="624364"/>
                  </a:lnTo>
                  <a:lnTo>
                    <a:pt x="365474" y="625031"/>
                  </a:lnTo>
                  <a:lnTo>
                    <a:pt x="367855" y="625793"/>
                  </a:lnTo>
                  <a:lnTo>
                    <a:pt x="374618" y="626935"/>
                  </a:lnTo>
                  <a:lnTo>
                    <a:pt x="382810" y="626364"/>
                  </a:lnTo>
                  <a:lnTo>
                    <a:pt x="384905" y="626459"/>
                  </a:lnTo>
                  <a:lnTo>
                    <a:pt x="386715" y="626269"/>
                  </a:lnTo>
                  <a:lnTo>
                    <a:pt x="389096" y="625602"/>
                  </a:lnTo>
                  <a:lnTo>
                    <a:pt x="391382" y="624650"/>
                  </a:lnTo>
                  <a:lnTo>
                    <a:pt x="392906" y="623507"/>
                  </a:lnTo>
                  <a:lnTo>
                    <a:pt x="393287" y="622935"/>
                  </a:lnTo>
                  <a:lnTo>
                    <a:pt x="393573" y="622459"/>
                  </a:lnTo>
                  <a:lnTo>
                    <a:pt x="393668" y="621887"/>
                  </a:lnTo>
                  <a:lnTo>
                    <a:pt x="393668" y="621220"/>
                  </a:lnTo>
                  <a:lnTo>
                    <a:pt x="393954" y="620554"/>
                  </a:lnTo>
                  <a:lnTo>
                    <a:pt x="394525" y="620173"/>
                  </a:lnTo>
                  <a:lnTo>
                    <a:pt x="395192" y="619982"/>
                  </a:lnTo>
                  <a:lnTo>
                    <a:pt x="395668" y="619697"/>
                  </a:lnTo>
                  <a:lnTo>
                    <a:pt x="397288" y="617982"/>
                  </a:lnTo>
                  <a:lnTo>
                    <a:pt x="397669" y="617696"/>
                  </a:lnTo>
                  <a:lnTo>
                    <a:pt x="398431" y="617792"/>
                  </a:lnTo>
                  <a:lnTo>
                    <a:pt x="398621" y="618173"/>
                  </a:lnTo>
                  <a:lnTo>
                    <a:pt x="398621" y="618744"/>
                  </a:lnTo>
                  <a:lnTo>
                    <a:pt x="398621" y="619411"/>
                  </a:lnTo>
                  <a:close/>
                  <a:moveTo>
                    <a:pt x="413480" y="649319"/>
                  </a:moveTo>
                  <a:lnTo>
                    <a:pt x="413004" y="648462"/>
                  </a:lnTo>
                  <a:lnTo>
                    <a:pt x="412528" y="648081"/>
                  </a:lnTo>
                  <a:lnTo>
                    <a:pt x="411956" y="647891"/>
                  </a:lnTo>
                  <a:lnTo>
                    <a:pt x="411480" y="647319"/>
                  </a:lnTo>
                  <a:lnTo>
                    <a:pt x="410623" y="645985"/>
                  </a:lnTo>
                  <a:lnTo>
                    <a:pt x="408622" y="645414"/>
                  </a:lnTo>
                  <a:lnTo>
                    <a:pt x="406717" y="645795"/>
                  </a:lnTo>
                  <a:lnTo>
                    <a:pt x="405289" y="647033"/>
                  </a:lnTo>
                  <a:lnTo>
                    <a:pt x="404717" y="648938"/>
                  </a:lnTo>
                  <a:lnTo>
                    <a:pt x="405289" y="650748"/>
                  </a:lnTo>
                  <a:lnTo>
                    <a:pt x="406622" y="651986"/>
                  </a:lnTo>
                  <a:lnTo>
                    <a:pt x="409765" y="653510"/>
                  </a:lnTo>
                  <a:lnTo>
                    <a:pt x="410242" y="653606"/>
                  </a:lnTo>
                  <a:lnTo>
                    <a:pt x="410718" y="653606"/>
                  </a:lnTo>
                  <a:lnTo>
                    <a:pt x="411099" y="653701"/>
                  </a:lnTo>
                  <a:lnTo>
                    <a:pt x="411385" y="654463"/>
                  </a:lnTo>
                  <a:lnTo>
                    <a:pt x="411766" y="654558"/>
                  </a:lnTo>
                  <a:lnTo>
                    <a:pt x="412242" y="654463"/>
                  </a:lnTo>
                  <a:lnTo>
                    <a:pt x="412718" y="654272"/>
                  </a:lnTo>
                  <a:lnTo>
                    <a:pt x="413385" y="653606"/>
                  </a:lnTo>
                  <a:lnTo>
                    <a:pt x="413480" y="652748"/>
                  </a:lnTo>
                  <a:lnTo>
                    <a:pt x="413385" y="651891"/>
                  </a:lnTo>
                  <a:lnTo>
                    <a:pt x="413766" y="650367"/>
                  </a:lnTo>
                  <a:lnTo>
                    <a:pt x="413480" y="649319"/>
                  </a:lnTo>
                  <a:close/>
                  <a:moveTo>
                    <a:pt x="354806" y="647700"/>
                  </a:moveTo>
                  <a:lnTo>
                    <a:pt x="355378" y="646938"/>
                  </a:lnTo>
                  <a:lnTo>
                    <a:pt x="355568" y="646176"/>
                  </a:lnTo>
                  <a:lnTo>
                    <a:pt x="354711" y="645795"/>
                  </a:lnTo>
                  <a:lnTo>
                    <a:pt x="354330" y="645509"/>
                  </a:lnTo>
                  <a:lnTo>
                    <a:pt x="353568" y="643890"/>
                  </a:lnTo>
                  <a:lnTo>
                    <a:pt x="353092" y="643128"/>
                  </a:lnTo>
                  <a:lnTo>
                    <a:pt x="352425" y="642937"/>
                  </a:lnTo>
                  <a:lnTo>
                    <a:pt x="351663" y="642937"/>
                  </a:lnTo>
                  <a:lnTo>
                    <a:pt x="350996" y="643223"/>
                  </a:lnTo>
                  <a:lnTo>
                    <a:pt x="350710" y="643795"/>
                  </a:lnTo>
                  <a:lnTo>
                    <a:pt x="350615" y="644652"/>
                  </a:lnTo>
                  <a:lnTo>
                    <a:pt x="350330" y="645033"/>
                  </a:lnTo>
                  <a:lnTo>
                    <a:pt x="349948" y="645224"/>
                  </a:lnTo>
                  <a:lnTo>
                    <a:pt x="348329" y="646557"/>
                  </a:lnTo>
                  <a:lnTo>
                    <a:pt x="347091" y="647224"/>
                  </a:lnTo>
                  <a:lnTo>
                    <a:pt x="345853" y="647414"/>
                  </a:lnTo>
                  <a:lnTo>
                    <a:pt x="344900" y="646843"/>
                  </a:lnTo>
                  <a:lnTo>
                    <a:pt x="343567" y="648081"/>
                  </a:lnTo>
                  <a:lnTo>
                    <a:pt x="343376" y="648652"/>
                  </a:lnTo>
                  <a:lnTo>
                    <a:pt x="343852" y="649415"/>
                  </a:lnTo>
                  <a:lnTo>
                    <a:pt x="348139" y="652462"/>
                  </a:lnTo>
                  <a:lnTo>
                    <a:pt x="349091" y="652843"/>
                  </a:lnTo>
                  <a:lnTo>
                    <a:pt x="350044" y="653034"/>
                  </a:lnTo>
                  <a:lnTo>
                    <a:pt x="351091" y="653034"/>
                  </a:lnTo>
                  <a:lnTo>
                    <a:pt x="351949" y="653320"/>
                  </a:lnTo>
                  <a:lnTo>
                    <a:pt x="352330" y="653320"/>
                  </a:lnTo>
                  <a:lnTo>
                    <a:pt x="352520" y="652843"/>
                  </a:lnTo>
                  <a:lnTo>
                    <a:pt x="352615" y="652462"/>
                  </a:lnTo>
                  <a:lnTo>
                    <a:pt x="352806" y="652177"/>
                  </a:lnTo>
                  <a:lnTo>
                    <a:pt x="353092" y="651986"/>
                  </a:lnTo>
                  <a:lnTo>
                    <a:pt x="353473" y="651891"/>
                  </a:lnTo>
                  <a:lnTo>
                    <a:pt x="354997" y="651986"/>
                  </a:lnTo>
                  <a:lnTo>
                    <a:pt x="355473" y="651891"/>
                  </a:lnTo>
                  <a:lnTo>
                    <a:pt x="355759" y="651701"/>
                  </a:lnTo>
                  <a:lnTo>
                    <a:pt x="356425" y="650843"/>
                  </a:lnTo>
                  <a:lnTo>
                    <a:pt x="356806" y="650653"/>
                  </a:lnTo>
                  <a:lnTo>
                    <a:pt x="356425" y="650176"/>
                  </a:lnTo>
                  <a:lnTo>
                    <a:pt x="355759" y="649795"/>
                  </a:lnTo>
                  <a:lnTo>
                    <a:pt x="355568" y="649795"/>
                  </a:lnTo>
                  <a:lnTo>
                    <a:pt x="354997" y="648938"/>
                  </a:lnTo>
                  <a:lnTo>
                    <a:pt x="354806" y="648557"/>
                  </a:lnTo>
                  <a:lnTo>
                    <a:pt x="354806" y="647986"/>
                  </a:lnTo>
                  <a:lnTo>
                    <a:pt x="354806" y="647700"/>
                  </a:lnTo>
                  <a:close/>
                  <a:moveTo>
                    <a:pt x="360331" y="593503"/>
                  </a:moveTo>
                  <a:lnTo>
                    <a:pt x="361093" y="592931"/>
                  </a:lnTo>
                  <a:lnTo>
                    <a:pt x="362331" y="592741"/>
                  </a:lnTo>
                  <a:lnTo>
                    <a:pt x="363664" y="592645"/>
                  </a:lnTo>
                  <a:lnTo>
                    <a:pt x="364236" y="592360"/>
                  </a:lnTo>
                  <a:lnTo>
                    <a:pt x="365379" y="590550"/>
                  </a:lnTo>
                  <a:lnTo>
                    <a:pt x="366236" y="589883"/>
                  </a:lnTo>
                  <a:lnTo>
                    <a:pt x="369094" y="588359"/>
                  </a:lnTo>
                  <a:lnTo>
                    <a:pt x="369760" y="588169"/>
                  </a:lnTo>
                  <a:lnTo>
                    <a:pt x="369665" y="586264"/>
                  </a:lnTo>
                  <a:lnTo>
                    <a:pt x="369760" y="585787"/>
                  </a:lnTo>
                  <a:lnTo>
                    <a:pt x="370141" y="585407"/>
                  </a:lnTo>
                  <a:lnTo>
                    <a:pt x="370427" y="585502"/>
                  </a:lnTo>
                  <a:lnTo>
                    <a:pt x="370713" y="585883"/>
                  </a:lnTo>
                  <a:lnTo>
                    <a:pt x="370808" y="586454"/>
                  </a:lnTo>
                  <a:lnTo>
                    <a:pt x="371951" y="585692"/>
                  </a:lnTo>
                  <a:lnTo>
                    <a:pt x="372142" y="585216"/>
                  </a:lnTo>
                  <a:lnTo>
                    <a:pt x="371665" y="584454"/>
                  </a:lnTo>
                  <a:lnTo>
                    <a:pt x="371665" y="583978"/>
                  </a:lnTo>
                  <a:lnTo>
                    <a:pt x="372999" y="580644"/>
                  </a:lnTo>
                  <a:lnTo>
                    <a:pt x="373189" y="579692"/>
                  </a:lnTo>
                  <a:lnTo>
                    <a:pt x="373285" y="575501"/>
                  </a:lnTo>
                  <a:lnTo>
                    <a:pt x="373285" y="575215"/>
                  </a:lnTo>
                  <a:lnTo>
                    <a:pt x="372999" y="575024"/>
                  </a:lnTo>
                  <a:lnTo>
                    <a:pt x="372999" y="574739"/>
                  </a:lnTo>
                  <a:lnTo>
                    <a:pt x="373189" y="574453"/>
                  </a:lnTo>
                  <a:lnTo>
                    <a:pt x="373571" y="574167"/>
                  </a:lnTo>
                  <a:lnTo>
                    <a:pt x="373951" y="573976"/>
                  </a:lnTo>
                  <a:lnTo>
                    <a:pt x="374142" y="573976"/>
                  </a:lnTo>
                  <a:lnTo>
                    <a:pt x="373951" y="571976"/>
                  </a:lnTo>
                  <a:lnTo>
                    <a:pt x="372523" y="567690"/>
                  </a:lnTo>
                  <a:lnTo>
                    <a:pt x="372332" y="565594"/>
                  </a:lnTo>
                  <a:lnTo>
                    <a:pt x="372618" y="564451"/>
                  </a:lnTo>
                  <a:lnTo>
                    <a:pt x="373475" y="562356"/>
                  </a:lnTo>
                  <a:lnTo>
                    <a:pt x="373666" y="561023"/>
                  </a:lnTo>
                  <a:lnTo>
                    <a:pt x="373856" y="560451"/>
                  </a:lnTo>
                  <a:lnTo>
                    <a:pt x="374618" y="559213"/>
                  </a:lnTo>
                  <a:lnTo>
                    <a:pt x="374809" y="558641"/>
                  </a:lnTo>
                  <a:lnTo>
                    <a:pt x="374713" y="558070"/>
                  </a:lnTo>
                  <a:lnTo>
                    <a:pt x="374047" y="556832"/>
                  </a:lnTo>
                  <a:lnTo>
                    <a:pt x="373951" y="555879"/>
                  </a:lnTo>
                  <a:lnTo>
                    <a:pt x="374332" y="554165"/>
                  </a:lnTo>
                  <a:lnTo>
                    <a:pt x="374428" y="553022"/>
                  </a:lnTo>
                  <a:lnTo>
                    <a:pt x="373951" y="549878"/>
                  </a:lnTo>
                  <a:lnTo>
                    <a:pt x="374142" y="548735"/>
                  </a:lnTo>
                  <a:lnTo>
                    <a:pt x="373666" y="548926"/>
                  </a:lnTo>
                  <a:lnTo>
                    <a:pt x="373189" y="549021"/>
                  </a:lnTo>
                  <a:lnTo>
                    <a:pt x="372142" y="549116"/>
                  </a:lnTo>
                  <a:lnTo>
                    <a:pt x="371951" y="548926"/>
                  </a:lnTo>
                  <a:lnTo>
                    <a:pt x="371856" y="548545"/>
                  </a:lnTo>
                  <a:lnTo>
                    <a:pt x="371665" y="548164"/>
                  </a:lnTo>
                  <a:lnTo>
                    <a:pt x="371189" y="547973"/>
                  </a:lnTo>
                  <a:lnTo>
                    <a:pt x="371761" y="547021"/>
                  </a:lnTo>
                  <a:lnTo>
                    <a:pt x="373380" y="545116"/>
                  </a:lnTo>
                  <a:lnTo>
                    <a:pt x="373666" y="544163"/>
                  </a:lnTo>
                  <a:lnTo>
                    <a:pt x="373856" y="542163"/>
                  </a:lnTo>
                  <a:lnTo>
                    <a:pt x="374047" y="541115"/>
                  </a:lnTo>
                  <a:lnTo>
                    <a:pt x="374713" y="539591"/>
                  </a:lnTo>
                  <a:lnTo>
                    <a:pt x="374999" y="538067"/>
                  </a:lnTo>
                  <a:lnTo>
                    <a:pt x="375094" y="537686"/>
                  </a:lnTo>
                  <a:lnTo>
                    <a:pt x="373571" y="537305"/>
                  </a:lnTo>
                  <a:lnTo>
                    <a:pt x="372142" y="538258"/>
                  </a:lnTo>
                  <a:lnTo>
                    <a:pt x="369570" y="541687"/>
                  </a:lnTo>
                  <a:lnTo>
                    <a:pt x="368998" y="542639"/>
                  </a:lnTo>
                  <a:lnTo>
                    <a:pt x="368617" y="543687"/>
                  </a:lnTo>
                  <a:lnTo>
                    <a:pt x="368808" y="544449"/>
                  </a:lnTo>
                  <a:lnTo>
                    <a:pt x="369094" y="545020"/>
                  </a:lnTo>
                  <a:lnTo>
                    <a:pt x="369760" y="547878"/>
                  </a:lnTo>
                  <a:lnTo>
                    <a:pt x="369094" y="547402"/>
                  </a:lnTo>
                  <a:lnTo>
                    <a:pt x="368903" y="547116"/>
                  </a:lnTo>
                  <a:lnTo>
                    <a:pt x="368713" y="546735"/>
                  </a:lnTo>
                  <a:lnTo>
                    <a:pt x="368332" y="546735"/>
                  </a:lnTo>
                  <a:lnTo>
                    <a:pt x="368332" y="547973"/>
                  </a:lnTo>
                  <a:lnTo>
                    <a:pt x="367855" y="548735"/>
                  </a:lnTo>
                  <a:lnTo>
                    <a:pt x="367284" y="549402"/>
                  </a:lnTo>
                  <a:lnTo>
                    <a:pt x="366903" y="550354"/>
                  </a:lnTo>
                  <a:lnTo>
                    <a:pt x="367570" y="552259"/>
                  </a:lnTo>
                  <a:lnTo>
                    <a:pt x="367855" y="553498"/>
                  </a:lnTo>
                  <a:lnTo>
                    <a:pt x="366903" y="555117"/>
                  </a:lnTo>
                  <a:lnTo>
                    <a:pt x="363379" y="565118"/>
                  </a:lnTo>
                  <a:lnTo>
                    <a:pt x="362426" y="566547"/>
                  </a:lnTo>
                  <a:lnTo>
                    <a:pt x="360426" y="568738"/>
                  </a:lnTo>
                  <a:lnTo>
                    <a:pt x="359664" y="569881"/>
                  </a:lnTo>
                  <a:lnTo>
                    <a:pt x="358997" y="571119"/>
                  </a:lnTo>
                  <a:lnTo>
                    <a:pt x="358426" y="573310"/>
                  </a:lnTo>
                  <a:lnTo>
                    <a:pt x="357092" y="574929"/>
                  </a:lnTo>
                  <a:lnTo>
                    <a:pt x="356521" y="575977"/>
                  </a:lnTo>
                  <a:lnTo>
                    <a:pt x="356425" y="576643"/>
                  </a:lnTo>
                  <a:lnTo>
                    <a:pt x="356806" y="578358"/>
                  </a:lnTo>
                  <a:lnTo>
                    <a:pt x="356711" y="578929"/>
                  </a:lnTo>
                  <a:lnTo>
                    <a:pt x="356425" y="579310"/>
                  </a:lnTo>
                  <a:lnTo>
                    <a:pt x="356140" y="579596"/>
                  </a:lnTo>
                  <a:lnTo>
                    <a:pt x="356044" y="579882"/>
                  </a:lnTo>
                  <a:lnTo>
                    <a:pt x="355759" y="580739"/>
                  </a:lnTo>
                  <a:lnTo>
                    <a:pt x="351377" y="586645"/>
                  </a:lnTo>
                  <a:lnTo>
                    <a:pt x="350425" y="587597"/>
                  </a:lnTo>
                  <a:lnTo>
                    <a:pt x="349948" y="588454"/>
                  </a:lnTo>
                  <a:lnTo>
                    <a:pt x="349091" y="591788"/>
                  </a:lnTo>
                  <a:lnTo>
                    <a:pt x="346615" y="595217"/>
                  </a:lnTo>
                  <a:lnTo>
                    <a:pt x="345948" y="597599"/>
                  </a:lnTo>
                  <a:lnTo>
                    <a:pt x="345281" y="598837"/>
                  </a:lnTo>
                  <a:lnTo>
                    <a:pt x="343376" y="600932"/>
                  </a:lnTo>
                  <a:lnTo>
                    <a:pt x="341471" y="602456"/>
                  </a:lnTo>
                  <a:lnTo>
                    <a:pt x="340805" y="603409"/>
                  </a:lnTo>
                  <a:lnTo>
                    <a:pt x="340519" y="604742"/>
                  </a:lnTo>
                  <a:lnTo>
                    <a:pt x="340519" y="605885"/>
                  </a:lnTo>
                  <a:lnTo>
                    <a:pt x="340423" y="606361"/>
                  </a:lnTo>
                  <a:lnTo>
                    <a:pt x="340138" y="606743"/>
                  </a:lnTo>
                  <a:lnTo>
                    <a:pt x="339947" y="606647"/>
                  </a:lnTo>
                  <a:lnTo>
                    <a:pt x="339757" y="606361"/>
                  </a:lnTo>
                  <a:lnTo>
                    <a:pt x="339471" y="606171"/>
                  </a:lnTo>
                  <a:lnTo>
                    <a:pt x="338995" y="606361"/>
                  </a:lnTo>
                  <a:lnTo>
                    <a:pt x="338804" y="606743"/>
                  </a:lnTo>
                  <a:lnTo>
                    <a:pt x="338614" y="608362"/>
                  </a:lnTo>
                  <a:lnTo>
                    <a:pt x="338804" y="608648"/>
                  </a:lnTo>
                  <a:lnTo>
                    <a:pt x="339757" y="609124"/>
                  </a:lnTo>
                  <a:lnTo>
                    <a:pt x="339947" y="609409"/>
                  </a:lnTo>
                  <a:lnTo>
                    <a:pt x="339852" y="610743"/>
                  </a:lnTo>
                  <a:lnTo>
                    <a:pt x="339661" y="611791"/>
                  </a:lnTo>
                  <a:lnTo>
                    <a:pt x="337566" y="616744"/>
                  </a:lnTo>
                  <a:lnTo>
                    <a:pt x="334899" y="631508"/>
                  </a:lnTo>
                  <a:lnTo>
                    <a:pt x="334899" y="632651"/>
                  </a:lnTo>
                  <a:lnTo>
                    <a:pt x="335280" y="635603"/>
                  </a:lnTo>
                  <a:lnTo>
                    <a:pt x="335661" y="636746"/>
                  </a:lnTo>
                  <a:lnTo>
                    <a:pt x="336423" y="636842"/>
                  </a:lnTo>
                  <a:lnTo>
                    <a:pt x="337280" y="636365"/>
                  </a:lnTo>
                  <a:lnTo>
                    <a:pt x="337852" y="635794"/>
                  </a:lnTo>
                  <a:lnTo>
                    <a:pt x="340614" y="632555"/>
                  </a:lnTo>
                  <a:lnTo>
                    <a:pt x="341281" y="631412"/>
                  </a:lnTo>
                  <a:lnTo>
                    <a:pt x="341757" y="630841"/>
                  </a:lnTo>
                  <a:lnTo>
                    <a:pt x="342233" y="630460"/>
                  </a:lnTo>
                  <a:lnTo>
                    <a:pt x="343186" y="629888"/>
                  </a:lnTo>
                  <a:lnTo>
                    <a:pt x="343662" y="629412"/>
                  </a:lnTo>
                  <a:lnTo>
                    <a:pt x="344138" y="628459"/>
                  </a:lnTo>
                  <a:lnTo>
                    <a:pt x="344900" y="625888"/>
                  </a:lnTo>
                  <a:lnTo>
                    <a:pt x="345186" y="623887"/>
                  </a:lnTo>
                  <a:lnTo>
                    <a:pt x="350044" y="612553"/>
                  </a:lnTo>
                  <a:lnTo>
                    <a:pt x="350234" y="612362"/>
                  </a:lnTo>
                  <a:lnTo>
                    <a:pt x="350710" y="612172"/>
                  </a:lnTo>
                  <a:lnTo>
                    <a:pt x="351187" y="611886"/>
                  </a:lnTo>
                  <a:lnTo>
                    <a:pt x="351377" y="611410"/>
                  </a:lnTo>
                  <a:lnTo>
                    <a:pt x="351472" y="610362"/>
                  </a:lnTo>
                  <a:lnTo>
                    <a:pt x="352139" y="607600"/>
                  </a:lnTo>
                  <a:lnTo>
                    <a:pt x="352139" y="603409"/>
                  </a:lnTo>
                  <a:lnTo>
                    <a:pt x="352234" y="602933"/>
                  </a:lnTo>
                  <a:lnTo>
                    <a:pt x="352425" y="602456"/>
                  </a:lnTo>
                  <a:lnTo>
                    <a:pt x="352615" y="602075"/>
                  </a:lnTo>
                  <a:lnTo>
                    <a:pt x="352806" y="601790"/>
                  </a:lnTo>
                  <a:lnTo>
                    <a:pt x="353187" y="601504"/>
                  </a:lnTo>
                  <a:lnTo>
                    <a:pt x="353854" y="601313"/>
                  </a:lnTo>
                  <a:lnTo>
                    <a:pt x="354330" y="601027"/>
                  </a:lnTo>
                  <a:lnTo>
                    <a:pt x="354997" y="600456"/>
                  </a:lnTo>
                  <a:lnTo>
                    <a:pt x="355473" y="599884"/>
                  </a:lnTo>
                  <a:lnTo>
                    <a:pt x="355759" y="599123"/>
                  </a:lnTo>
                  <a:lnTo>
                    <a:pt x="355854" y="597979"/>
                  </a:lnTo>
                  <a:lnTo>
                    <a:pt x="356235" y="597122"/>
                  </a:lnTo>
                  <a:lnTo>
                    <a:pt x="359092" y="594836"/>
                  </a:lnTo>
                  <a:lnTo>
                    <a:pt x="360331" y="593503"/>
                  </a:lnTo>
                  <a:close/>
                  <a:moveTo>
                    <a:pt x="426244" y="588359"/>
                  </a:moveTo>
                  <a:lnTo>
                    <a:pt x="426339" y="588550"/>
                  </a:lnTo>
                  <a:lnTo>
                    <a:pt x="427101" y="589598"/>
                  </a:lnTo>
                  <a:lnTo>
                    <a:pt x="427482" y="591312"/>
                  </a:lnTo>
                  <a:lnTo>
                    <a:pt x="428530" y="593312"/>
                  </a:lnTo>
                  <a:lnTo>
                    <a:pt x="430054" y="595027"/>
                  </a:lnTo>
                  <a:lnTo>
                    <a:pt x="431863" y="595693"/>
                  </a:lnTo>
                  <a:lnTo>
                    <a:pt x="431482" y="594836"/>
                  </a:lnTo>
                  <a:lnTo>
                    <a:pt x="431101" y="593408"/>
                  </a:lnTo>
                  <a:lnTo>
                    <a:pt x="431006" y="591884"/>
                  </a:lnTo>
                  <a:lnTo>
                    <a:pt x="431387" y="590741"/>
                  </a:lnTo>
                  <a:lnTo>
                    <a:pt x="432340" y="590550"/>
                  </a:lnTo>
                  <a:lnTo>
                    <a:pt x="436055" y="591979"/>
                  </a:lnTo>
                  <a:lnTo>
                    <a:pt x="437674" y="591598"/>
                  </a:lnTo>
                  <a:lnTo>
                    <a:pt x="438340" y="590741"/>
                  </a:lnTo>
                  <a:lnTo>
                    <a:pt x="438436" y="589502"/>
                  </a:lnTo>
                  <a:lnTo>
                    <a:pt x="438340" y="588264"/>
                  </a:lnTo>
                  <a:lnTo>
                    <a:pt x="438150" y="586835"/>
                  </a:lnTo>
                  <a:lnTo>
                    <a:pt x="437959" y="585883"/>
                  </a:lnTo>
                  <a:lnTo>
                    <a:pt x="437579" y="585121"/>
                  </a:lnTo>
                  <a:lnTo>
                    <a:pt x="436912" y="584359"/>
                  </a:lnTo>
                  <a:lnTo>
                    <a:pt x="436531" y="584359"/>
                  </a:lnTo>
                  <a:lnTo>
                    <a:pt x="436150" y="584930"/>
                  </a:lnTo>
                  <a:lnTo>
                    <a:pt x="435483" y="584359"/>
                  </a:lnTo>
                  <a:lnTo>
                    <a:pt x="434816" y="583311"/>
                  </a:lnTo>
                  <a:lnTo>
                    <a:pt x="434435" y="582549"/>
                  </a:lnTo>
                  <a:lnTo>
                    <a:pt x="434340" y="581787"/>
                  </a:lnTo>
                  <a:lnTo>
                    <a:pt x="434435" y="579787"/>
                  </a:lnTo>
                  <a:lnTo>
                    <a:pt x="434340" y="579120"/>
                  </a:lnTo>
                  <a:lnTo>
                    <a:pt x="433864" y="577977"/>
                  </a:lnTo>
                  <a:lnTo>
                    <a:pt x="433768" y="577310"/>
                  </a:lnTo>
                  <a:lnTo>
                    <a:pt x="434340" y="574643"/>
                  </a:lnTo>
                  <a:lnTo>
                    <a:pt x="434245" y="573595"/>
                  </a:lnTo>
                  <a:lnTo>
                    <a:pt x="433197" y="573119"/>
                  </a:lnTo>
                  <a:lnTo>
                    <a:pt x="432911" y="572643"/>
                  </a:lnTo>
                  <a:lnTo>
                    <a:pt x="430816" y="570167"/>
                  </a:lnTo>
                  <a:lnTo>
                    <a:pt x="430435" y="568643"/>
                  </a:lnTo>
                  <a:lnTo>
                    <a:pt x="430244" y="568261"/>
                  </a:lnTo>
                  <a:lnTo>
                    <a:pt x="429768" y="568071"/>
                  </a:lnTo>
                  <a:lnTo>
                    <a:pt x="428434" y="567690"/>
                  </a:lnTo>
                  <a:lnTo>
                    <a:pt x="425291" y="566166"/>
                  </a:lnTo>
                  <a:lnTo>
                    <a:pt x="424624" y="565499"/>
                  </a:lnTo>
                  <a:lnTo>
                    <a:pt x="424243" y="563213"/>
                  </a:lnTo>
                  <a:lnTo>
                    <a:pt x="424624" y="560737"/>
                  </a:lnTo>
                  <a:lnTo>
                    <a:pt x="426720" y="554165"/>
                  </a:lnTo>
                  <a:lnTo>
                    <a:pt x="426815" y="551878"/>
                  </a:lnTo>
                  <a:lnTo>
                    <a:pt x="426053" y="546926"/>
                  </a:lnTo>
                  <a:lnTo>
                    <a:pt x="426148" y="545211"/>
                  </a:lnTo>
                  <a:lnTo>
                    <a:pt x="426053" y="544735"/>
                  </a:lnTo>
                  <a:lnTo>
                    <a:pt x="425482" y="543687"/>
                  </a:lnTo>
                  <a:lnTo>
                    <a:pt x="425386" y="543020"/>
                  </a:lnTo>
                  <a:lnTo>
                    <a:pt x="425482" y="542734"/>
                  </a:lnTo>
                  <a:lnTo>
                    <a:pt x="425958" y="541877"/>
                  </a:lnTo>
                  <a:lnTo>
                    <a:pt x="426148" y="541401"/>
                  </a:lnTo>
                  <a:lnTo>
                    <a:pt x="426244" y="540829"/>
                  </a:lnTo>
                  <a:lnTo>
                    <a:pt x="426148" y="539210"/>
                  </a:lnTo>
                  <a:lnTo>
                    <a:pt x="425767" y="539210"/>
                  </a:lnTo>
                  <a:lnTo>
                    <a:pt x="425672" y="539877"/>
                  </a:lnTo>
                  <a:lnTo>
                    <a:pt x="425482" y="540258"/>
                  </a:lnTo>
                  <a:lnTo>
                    <a:pt x="425196" y="540258"/>
                  </a:lnTo>
                  <a:lnTo>
                    <a:pt x="425005" y="538925"/>
                  </a:lnTo>
                  <a:lnTo>
                    <a:pt x="424720" y="538734"/>
                  </a:lnTo>
                  <a:lnTo>
                    <a:pt x="424243" y="538734"/>
                  </a:lnTo>
                  <a:lnTo>
                    <a:pt x="423577" y="538448"/>
                  </a:lnTo>
                  <a:lnTo>
                    <a:pt x="423291" y="538258"/>
                  </a:lnTo>
                  <a:lnTo>
                    <a:pt x="423100" y="538162"/>
                  </a:lnTo>
                  <a:lnTo>
                    <a:pt x="422910" y="538067"/>
                  </a:lnTo>
                  <a:lnTo>
                    <a:pt x="422624" y="537782"/>
                  </a:lnTo>
                  <a:lnTo>
                    <a:pt x="422529" y="537496"/>
                  </a:lnTo>
                  <a:lnTo>
                    <a:pt x="422434" y="536924"/>
                  </a:lnTo>
                  <a:lnTo>
                    <a:pt x="422338" y="536829"/>
                  </a:lnTo>
                  <a:lnTo>
                    <a:pt x="422148" y="536543"/>
                  </a:lnTo>
                  <a:lnTo>
                    <a:pt x="422053" y="535876"/>
                  </a:lnTo>
                  <a:lnTo>
                    <a:pt x="422148" y="535210"/>
                  </a:lnTo>
                  <a:lnTo>
                    <a:pt x="422624" y="534352"/>
                  </a:lnTo>
                  <a:lnTo>
                    <a:pt x="423005" y="533114"/>
                  </a:lnTo>
                  <a:lnTo>
                    <a:pt x="423100" y="531876"/>
                  </a:lnTo>
                  <a:lnTo>
                    <a:pt x="422719" y="531304"/>
                  </a:lnTo>
                  <a:lnTo>
                    <a:pt x="422338" y="531114"/>
                  </a:lnTo>
                  <a:lnTo>
                    <a:pt x="421196" y="530161"/>
                  </a:lnTo>
                  <a:lnTo>
                    <a:pt x="420719" y="529876"/>
                  </a:lnTo>
                  <a:lnTo>
                    <a:pt x="420243" y="529781"/>
                  </a:lnTo>
                  <a:lnTo>
                    <a:pt x="418909" y="529876"/>
                  </a:lnTo>
                  <a:lnTo>
                    <a:pt x="418909" y="529781"/>
                  </a:lnTo>
                  <a:lnTo>
                    <a:pt x="418909" y="529590"/>
                  </a:lnTo>
                  <a:lnTo>
                    <a:pt x="418719" y="529304"/>
                  </a:lnTo>
                  <a:lnTo>
                    <a:pt x="418338" y="529209"/>
                  </a:lnTo>
                  <a:lnTo>
                    <a:pt x="418147" y="529304"/>
                  </a:lnTo>
                  <a:lnTo>
                    <a:pt x="418147" y="529781"/>
                  </a:lnTo>
                  <a:lnTo>
                    <a:pt x="417957" y="529876"/>
                  </a:lnTo>
                  <a:lnTo>
                    <a:pt x="417290" y="529781"/>
                  </a:lnTo>
                  <a:lnTo>
                    <a:pt x="416242" y="529304"/>
                  </a:lnTo>
                  <a:lnTo>
                    <a:pt x="415766" y="529209"/>
                  </a:lnTo>
                  <a:lnTo>
                    <a:pt x="415099" y="529685"/>
                  </a:lnTo>
                  <a:lnTo>
                    <a:pt x="413099" y="532543"/>
                  </a:lnTo>
                  <a:lnTo>
                    <a:pt x="410527" y="534829"/>
                  </a:lnTo>
                  <a:lnTo>
                    <a:pt x="408908" y="535686"/>
                  </a:lnTo>
                  <a:lnTo>
                    <a:pt x="407003" y="536162"/>
                  </a:lnTo>
                  <a:lnTo>
                    <a:pt x="404431" y="536067"/>
                  </a:lnTo>
                  <a:lnTo>
                    <a:pt x="402526" y="535305"/>
                  </a:lnTo>
                  <a:lnTo>
                    <a:pt x="401193" y="533876"/>
                  </a:lnTo>
                  <a:lnTo>
                    <a:pt x="399955" y="530543"/>
                  </a:lnTo>
                  <a:lnTo>
                    <a:pt x="399383" y="529876"/>
                  </a:lnTo>
                  <a:lnTo>
                    <a:pt x="397764" y="528733"/>
                  </a:lnTo>
                  <a:lnTo>
                    <a:pt x="397002" y="528542"/>
                  </a:lnTo>
                  <a:lnTo>
                    <a:pt x="396716" y="529590"/>
                  </a:lnTo>
                  <a:lnTo>
                    <a:pt x="396526" y="531876"/>
                  </a:lnTo>
                  <a:lnTo>
                    <a:pt x="394525" y="528542"/>
                  </a:lnTo>
                  <a:lnTo>
                    <a:pt x="393573" y="527399"/>
                  </a:lnTo>
                  <a:lnTo>
                    <a:pt x="390430" y="524827"/>
                  </a:lnTo>
                  <a:lnTo>
                    <a:pt x="389096" y="522923"/>
                  </a:lnTo>
                  <a:lnTo>
                    <a:pt x="388525" y="522637"/>
                  </a:lnTo>
                  <a:lnTo>
                    <a:pt x="388334" y="522732"/>
                  </a:lnTo>
                  <a:lnTo>
                    <a:pt x="387191" y="523303"/>
                  </a:lnTo>
                  <a:lnTo>
                    <a:pt x="386905" y="523399"/>
                  </a:lnTo>
                  <a:lnTo>
                    <a:pt x="386715" y="524256"/>
                  </a:lnTo>
                  <a:lnTo>
                    <a:pt x="387477" y="527494"/>
                  </a:lnTo>
                  <a:lnTo>
                    <a:pt x="388239" y="528733"/>
                  </a:lnTo>
                  <a:lnTo>
                    <a:pt x="388430" y="529495"/>
                  </a:lnTo>
                  <a:lnTo>
                    <a:pt x="388715" y="530161"/>
                  </a:lnTo>
                  <a:lnTo>
                    <a:pt x="389191" y="530733"/>
                  </a:lnTo>
                  <a:lnTo>
                    <a:pt x="389382" y="531209"/>
                  </a:lnTo>
                  <a:lnTo>
                    <a:pt x="388620" y="531590"/>
                  </a:lnTo>
                  <a:lnTo>
                    <a:pt x="389001" y="531971"/>
                  </a:lnTo>
                  <a:lnTo>
                    <a:pt x="389668" y="532257"/>
                  </a:lnTo>
                  <a:lnTo>
                    <a:pt x="390525" y="532543"/>
                  </a:lnTo>
                  <a:lnTo>
                    <a:pt x="390334" y="533019"/>
                  </a:lnTo>
                  <a:lnTo>
                    <a:pt x="389572" y="533591"/>
                  </a:lnTo>
                  <a:lnTo>
                    <a:pt x="389382" y="534067"/>
                  </a:lnTo>
                  <a:lnTo>
                    <a:pt x="389668" y="535019"/>
                  </a:lnTo>
                  <a:lnTo>
                    <a:pt x="390430" y="535972"/>
                  </a:lnTo>
                  <a:lnTo>
                    <a:pt x="391382" y="536543"/>
                  </a:lnTo>
                  <a:lnTo>
                    <a:pt x="392239" y="536448"/>
                  </a:lnTo>
                  <a:lnTo>
                    <a:pt x="392239" y="541401"/>
                  </a:lnTo>
                  <a:lnTo>
                    <a:pt x="392621" y="544735"/>
                  </a:lnTo>
                  <a:lnTo>
                    <a:pt x="392906" y="545401"/>
                  </a:lnTo>
                  <a:lnTo>
                    <a:pt x="393001" y="545783"/>
                  </a:lnTo>
                  <a:lnTo>
                    <a:pt x="392906" y="546164"/>
                  </a:lnTo>
                  <a:lnTo>
                    <a:pt x="392430" y="546926"/>
                  </a:lnTo>
                  <a:lnTo>
                    <a:pt x="392144" y="547783"/>
                  </a:lnTo>
                  <a:lnTo>
                    <a:pt x="391763" y="548450"/>
                  </a:lnTo>
                  <a:lnTo>
                    <a:pt x="391477" y="549211"/>
                  </a:lnTo>
                  <a:lnTo>
                    <a:pt x="391573" y="550069"/>
                  </a:lnTo>
                  <a:lnTo>
                    <a:pt x="392049" y="550831"/>
                  </a:lnTo>
                  <a:lnTo>
                    <a:pt x="392525" y="551212"/>
                  </a:lnTo>
                  <a:lnTo>
                    <a:pt x="392906" y="551688"/>
                  </a:lnTo>
                  <a:lnTo>
                    <a:pt x="393001" y="552736"/>
                  </a:lnTo>
                  <a:lnTo>
                    <a:pt x="392811" y="553593"/>
                  </a:lnTo>
                  <a:lnTo>
                    <a:pt x="392144" y="554545"/>
                  </a:lnTo>
                  <a:lnTo>
                    <a:pt x="391858" y="555212"/>
                  </a:lnTo>
                  <a:lnTo>
                    <a:pt x="391858" y="556260"/>
                  </a:lnTo>
                  <a:lnTo>
                    <a:pt x="392144" y="556451"/>
                  </a:lnTo>
                  <a:lnTo>
                    <a:pt x="392716" y="556355"/>
                  </a:lnTo>
                  <a:lnTo>
                    <a:pt x="393382" y="556355"/>
                  </a:lnTo>
                  <a:lnTo>
                    <a:pt x="394049" y="556260"/>
                  </a:lnTo>
                  <a:lnTo>
                    <a:pt x="394335" y="556451"/>
                  </a:lnTo>
                  <a:lnTo>
                    <a:pt x="394621" y="557975"/>
                  </a:lnTo>
                  <a:lnTo>
                    <a:pt x="394906" y="558070"/>
                  </a:lnTo>
                  <a:lnTo>
                    <a:pt x="395764" y="557784"/>
                  </a:lnTo>
                  <a:lnTo>
                    <a:pt x="395859" y="557975"/>
                  </a:lnTo>
                  <a:lnTo>
                    <a:pt x="397764" y="559499"/>
                  </a:lnTo>
                  <a:lnTo>
                    <a:pt x="398145" y="559499"/>
                  </a:lnTo>
                  <a:lnTo>
                    <a:pt x="398812" y="559213"/>
                  </a:lnTo>
                  <a:lnTo>
                    <a:pt x="399383" y="558641"/>
                  </a:lnTo>
                  <a:lnTo>
                    <a:pt x="400145" y="557593"/>
                  </a:lnTo>
                  <a:lnTo>
                    <a:pt x="400621" y="556355"/>
                  </a:lnTo>
                  <a:lnTo>
                    <a:pt x="400336" y="555403"/>
                  </a:lnTo>
                  <a:lnTo>
                    <a:pt x="399764" y="554450"/>
                  </a:lnTo>
                  <a:lnTo>
                    <a:pt x="399859" y="553688"/>
                  </a:lnTo>
                  <a:lnTo>
                    <a:pt x="400526" y="553117"/>
                  </a:lnTo>
                  <a:lnTo>
                    <a:pt x="401574" y="552736"/>
                  </a:lnTo>
                  <a:lnTo>
                    <a:pt x="402622" y="552641"/>
                  </a:lnTo>
                  <a:lnTo>
                    <a:pt x="403669" y="552736"/>
                  </a:lnTo>
                  <a:lnTo>
                    <a:pt x="404431" y="553117"/>
                  </a:lnTo>
                  <a:lnTo>
                    <a:pt x="404717" y="553974"/>
                  </a:lnTo>
                  <a:lnTo>
                    <a:pt x="405098" y="554355"/>
                  </a:lnTo>
                  <a:lnTo>
                    <a:pt x="407289" y="556069"/>
                  </a:lnTo>
                  <a:lnTo>
                    <a:pt x="408718" y="557879"/>
                  </a:lnTo>
                  <a:lnTo>
                    <a:pt x="409289" y="558927"/>
                  </a:lnTo>
                  <a:lnTo>
                    <a:pt x="409480" y="559879"/>
                  </a:lnTo>
                  <a:lnTo>
                    <a:pt x="409765" y="560260"/>
                  </a:lnTo>
                  <a:lnTo>
                    <a:pt x="411671" y="561880"/>
                  </a:lnTo>
                  <a:lnTo>
                    <a:pt x="411956" y="562356"/>
                  </a:lnTo>
                  <a:lnTo>
                    <a:pt x="413099" y="567500"/>
                  </a:lnTo>
                  <a:lnTo>
                    <a:pt x="413099" y="569976"/>
                  </a:lnTo>
                  <a:lnTo>
                    <a:pt x="412909" y="571024"/>
                  </a:lnTo>
                  <a:lnTo>
                    <a:pt x="411575" y="574262"/>
                  </a:lnTo>
                  <a:lnTo>
                    <a:pt x="411385" y="575310"/>
                  </a:lnTo>
                  <a:lnTo>
                    <a:pt x="411289" y="577691"/>
                  </a:lnTo>
                  <a:lnTo>
                    <a:pt x="411194" y="578072"/>
                  </a:lnTo>
                  <a:lnTo>
                    <a:pt x="410527" y="578929"/>
                  </a:lnTo>
                  <a:lnTo>
                    <a:pt x="410242" y="579406"/>
                  </a:lnTo>
                  <a:lnTo>
                    <a:pt x="410146" y="579787"/>
                  </a:lnTo>
                  <a:lnTo>
                    <a:pt x="409765" y="582263"/>
                  </a:lnTo>
                  <a:lnTo>
                    <a:pt x="409670" y="583692"/>
                  </a:lnTo>
                  <a:lnTo>
                    <a:pt x="409861" y="585026"/>
                  </a:lnTo>
                  <a:lnTo>
                    <a:pt x="410432" y="585597"/>
                  </a:lnTo>
                  <a:lnTo>
                    <a:pt x="411575" y="586073"/>
                  </a:lnTo>
                  <a:lnTo>
                    <a:pt x="412337" y="587311"/>
                  </a:lnTo>
                  <a:lnTo>
                    <a:pt x="412718" y="588740"/>
                  </a:lnTo>
                  <a:lnTo>
                    <a:pt x="412813" y="589978"/>
                  </a:lnTo>
                  <a:lnTo>
                    <a:pt x="412337" y="591979"/>
                  </a:lnTo>
                  <a:lnTo>
                    <a:pt x="411575" y="594169"/>
                  </a:lnTo>
                  <a:lnTo>
                    <a:pt x="411289" y="596265"/>
                  </a:lnTo>
                  <a:lnTo>
                    <a:pt x="412051" y="598075"/>
                  </a:lnTo>
                  <a:lnTo>
                    <a:pt x="412813" y="598551"/>
                  </a:lnTo>
                  <a:lnTo>
                    <a:pt x="413861" y="598742"/>
                  </a:lnTo>
                  <a:lnTo>
                    <a:pt x="416242" y="598837"/>
                  </a:lnTo>
                  <a:lnTo>
                    <a:pt x="417481" y="599027"/>
                  </a:lnTo>
                  <a:lnTo>
                    <a:pt x="418052" y="599503"/>
                  </a:lnTo>
                  <a:lnTo>
                    <a:pt x="418433" y="600170"/>
                  </a:lnTo>
                  <a:lnTo>
                    <a:pt x="419290" y="601027"/>
                  </a:lnTo>
                  <a:lnTo>
                    <a:pt x="419862" y="601218"/>
                  </a:lnTo>
                  <a:lnTo>
                    <a:pt x="420624" y="601313"/>
                  </a:lnTo>
                  <a:lnTo>
                    <a:pt x="421291" y="601599"/>
                  </a:lnTo>
                  <a:lnTo>
                    <a:pt x="421576" y="602266"/>
                  </a:lnTo>
                  <a:lnTo>
                    <a:pt x="421767" y="602551"/>
                  </a:lnTo>
                  <a:lnTo>
                    <a:pt x="424529" y="604742"/>
                  </a:lnTo>
                  <a:lnTo>
                    <a:pt x="425386" y="605028"/>
                  </a:lnTo>
                  <a:lnTo>
                    <a:pt x="425958" y="604552"/>
                  </a:lnTo>
                  <a:lnTo>
                    <a:pt x="425958" y="603504"/>
                  </a:lnTo>
                  <a:lnTo>
                    <a:pt x="425386" y="601123"/>
                  </a:lnTo>
                  <a:lnTo>
                    <a:pt x="425005" y="598837"/>
                  </a:lnTo>
                  <a:lnTo>
                    <a:pt x="423767" y="595408"/>
                  </a:lnTo>
                  <a:lnTo>
                    <a:pt x="423386" y="588264"/>
                  </a:lnTo>
                  <a:lnTo>
                    <a:pt x="422719" y="586740"/>
                  </a:lnTo>
                  <a:lnTo>
                    <a:pt x="423291" y="585787"/>
                  </a:lnTo>
                  <a:lnTo>
                    <a:pt x="424339" y="585692"/>
                  </a:lnTo>
                  <a:lnTo>
                    <a:pt x="425386" y="586073"/>
                  </a:lnTo>
                  <a:lnTo>
                    <a:pt x="425958" y="586645"/>
                  </a:lnTo>
                  <a:lnTo>
                    <a:pt x="425958" y="588550"/>
                  </a:lnTo>
                  <a:lnTo>
                    <a:pt x="426244" y="588359"/>
                  </a:lnTo>
                  <a:close/>
                  <a:moveTo>
                    <a:pt x="392621" y="469106"/>
                  </a:moveTo>
                  <a:lnTo>
                    <a:pt x="392144" y="469201"/>
                  </a:lnTo>
                  <a:lnTo>
                    <a:pt x="390811" y="469868"/>
                  </a:lnTo>
                  <a:lnTo>
                    <a:pt x="390239" y="469868"/>
                  </a:lnTo>
                  <a:lnTo>
                    <a:pt x="389954" y="469773"/>
                  </a:lnTo>
                  <a:lnTo>
                    <a:pt x="387572" y="467963"/>
                  </a:lnTo>
                  <a:lnTo>
                    <a:pt x="387191" y="467773"/>
                  </a:lnTo>
                  <a:lnTo>
                    <a:pt x="386620" y="467963"/>
                  </a:lnTo>
                  <a:lnTo>
                    <a:pt x="386048" y="468440"/>
                  </a:lnTo>
                  <a:lnTo>
                    <a:pt x="385667" y="469106"/>
                  </a:lnTo>
                  <a:lnTo>
                    <a:pt x="385572" y="469773"/>
                  </a:lnTo>
                  <a:lnTo>
                    <a:pt x="385667" y="470535"/>
                  </a:lnTo>
                  <a:lnTo>
                    <a:pt x="389096" y="478441"/>
                  </a:lnTo>
                  <a:lnTo>
                    <a:pt x="391668" y="487204"/>
                  </a:lnTo>
                  <a:lnTo>
                    <a:pt x="392525" y="488728"/>
                  </a:lnTo>
                  <a:lnTo>
                    <a:pt x="393763" y="489490"/>
                  </a:lnTo>
                  <a:lnTo>
                    <a:pt x="393668" y="489680"/>
                  </a:lnTo>
                  <a:lnTo>
                    <a:pt x="393668" y="489680"/>
                  </a:lnTo>
                  <a:lnTo>
                    <a:pt x="393573" y="489775"/>
                  </a:lnTo>
                  <a:lnTo>
                    <a:pt x="394716" y="490823"/>
                  </a:lnTo>
                  <a:lnTo>
                    <a:pt x="397192" y="493776"/>
                  </a:lnTo>
                  <a:lnTo>
                    <a:pt x="399669" y="495491"/>
                  </a:lnTo>
                  <a:lnTo>
                    <a:pt x="401193" y="496252"/>
                  </a:lnTo>
                  <a:lnTo>
                    <a:pt x="402812" y="496062"/>
                  </a:lnTo>
                  <a:lnTo>
                    <a:pt x="404908" y="496538"/>
                  </a:lnTo>
                  <a:lnTo>
                    <a:pt x="407003" y="497395"/>
                  </a:lnTo>
                  <a:lnTo>
                    <a:pt x="409575" y="500158"/>
                  </a:lnTo>
                  <a:lnTo>
                    <a:pt x="409861" y="500729"/>
                  </a:lnTo>
                  <a:lnTo>
                    <a:pt x="410051" y="501491"/>
                  </a:lnTo>
                  <a:lnTo>
                    <a:pt x="410146" y="502920"/>
                  </a:lnTo>
                  <a:lnTo>
                    <a:pt x="410623" y="502634"/>
                  </a:lnTo>
                  <a:lnTo>
                    <a:pt x="411004" y="502634"/>
                  </a:lnTo>
                  <a:lnTo>
                    <a:pt x="411385" y="502825"/>
                  </a:lnTo>
                  <a:lnTo>
                    <a:pt x="411671" y="503301"/>
                  </a:lnTo>
                  <a:lnTo>
                    <a:pt x="410813" y="503873"/>
                  </a:lnTo>
                  <a:lnTo>
                    <a:pt x="411289" y="504349"/>
                  </a:lnTo>
                  <a:lnTo>
                    <a:pt x="412242" y="504444"/>
                  </a:lnTo>
                  <a:lnTo>
                    <a:pt x="413099" y="503492"/>
                  </a:lnTo>
                  <a:lnTo>
                    <a:pt x="413861" y="503492"/>
                  </a:lnTo>
                  <a:lnTo>
                    <a:pt x="414623" y="503968"/>
                  </a:lnTo>
                  <a:lnTo>
                    <a:pt x="414814" y="505111"/>
                  </a:lnTo>
                  <a:lnTo>
                    <a:pt x="414528" y="504825"/>
                  </a:lnTo>
                  <a:lnTo>
                    <a:pt x="414242" y="504634"/>
                  </a:lnTo>
                  <a:lnTo>
                    <a:pt x="413956" y="504539"/>
                  </a:lnTo>
                  <a:lnTo>
                    <a:pt x="413671" y="504349"/>
                  </a:lnTo>
                  <a:lnTo>
                    <a:pt x="412909" y="505873"/>
                  </a:lnTo>
                  <a:lnTo>
                    <a:pt x="413099" y="505968"/>
                  </a:lnTo>
                  <a:lnTo>
                    <a:pt x="413575" y="506254"/>
                  </a:lnTo>
                  <a:lnTo>
                    <a:pt x="413194" y="506254"/>
                  </a:lnTo>
                  <a:lnTo>
                    <a:pt x="412813" y="506254"/>
                  </a:lnTo>
                  <a:lnTo>
                    <a:pt x="412813" y="506635"/>
                  </a:lnTo>
                  <a:lnTo>
                    <a:pt x="414909" y="507301"/>
                  </a:lnTo>
                  <a:lnTo>
                    <a:pt x="418052" y="511778"/>
                  </a:lnTo>
                  <a:lnTo>
                    <a:pt x="419957" y="512826"/>
                  </a:lnTo>
                  <a:lnTo>
                    <a:pt x="420814" y="512540"/>
                  </a:lnTo>
                  <a:lnTo>
                    <a:pt x="423005" y="511302"/>
                  </a:lnTo>
                  <a:lnTo>
                    <a:pt x="423863" y="511016"/>
                  </a:lnTo>
                  <a:lnTo>
                    <a:pt x="425101" y="511302"/>
                  </a:lnTo>
                  <a:lnTo>
                    <a:pt x="426053" y="511969"/>
                  </a:lnTo>
                  <a:lnTo>
                    <a:pt x="426625" y="513017"/>
                  </a:lnTo>
                  <a:lnTo>
                    <a:pt x="426720" y="514255"/>
                  </a:lnTo>
                  <a:lnTo>
                    <a:pt x="425863" y="513778"/>
                  </a:lnTo>
                  <a:lnTo>
                    <a:pt x="425577" y="513493"/>
                  </a:lnTo>
                  <a:lnTo>
                    <a:pt x="424720" y="514636"/>
                  </a:lnTo>
                  <a:lnTo>
                    <a:pt x="423577" y="515874"/>
                  </a:lnTo>
                  <a:lnTo>
                    <a:pt x="423291" y="516541"/>
                  </a:lnTo>
                  <a:lnTo>
                    <a:pt x="423481" y="517303"/>
                  </a:lnTo>
                  <a:lnTo>
                    <a:pt x="423767" y="518160"/>
                  </a:lnTo>
                  <a:lnTo>
                    <a:pt x="423767" y="519017"/>
                  </a:lnTo>
                  <a:lnTo>
                    <a:pt x="423386" y="519779"/>
                  </a:lnTo>
                  <a:lnTo>
                    <a:pt x="422624" y="520732"/>
                  </a:lnTo>
                  <a:lnTo>
                    <a:pt x="421767" y="521589"/>
                  </a:lnTo>
                  <a:lnTo>
                    <a:pt x="421100" y="521970"/>
                  </a:lnTo>
                  <a:lnTo>
                    <a:pt x="418052" y="521970"/>
                  </a:lnTo>
                  <a:lnTo>
                    <a:pt x="418719" y="522827"/>
                  </a:lnTo>
                  <a:lnTo>
                    <a:pt x="418529" y="523113"/>
                  </a:lnTo>
                  <a:lnTo>
                    <a:pt x="417766" y="523208"/>
                  </a:lnTo>
                  <a:lnTo>
                    <a:pt x="416909" y="523399"/>
                  </a:lnTo>
                  <a:lnTo>
                    <a:pt x="416338" y="523875"/>
                  </a:lnTo>
                  <a:lnTo>
                    <a:pt x="415957" y="524351"/>
                  </a:lnTo>
                  <a:lnTo>
                    <a:pt x="415480" y="524827"/>
                  </a:lnTo>
                  <a:lnTo>
                    <a:pt x="414623" y="525209"/>
                  </a:lnTo>
                  <a:lnTo>
                    <a:pt x="415004" y="526066"/>
                  </a:lnTo>
                  <a:lnTo>
                    <a:pt x="415480" y="526733"/>
                  </a:lnTo>
                  <a:lnTo>
                    <a:pt x="416052" y="527209"/>
                  </a:lnTo>
                  <a:lnTo>
                    <a:pt x="416814" y="527494"/>
                  </a:lnTo>
                  <a:lnTo>
                    <a:pt x="417766" y="527590"/>
                  </a:lnTo>
                  <a:lnTo>
                    <a:pt x="418243" y="527304"/>
                  </a:lnTo>
                  <a:lnTo>
                    <a:pt x="419005" y="525590"/>
                  </a:lnTo>
                  <a:lnTo>
                    <a:pt x="419290" y="526351"/>
                  </a:lnTo>
                  <a:lnTo>
                    <a:pt x="419767" y="527018"/>
                  </a:lnTo>
                  <a:lnTo>
                    <a:pt x="420338" y="527590"/>
                  </a:lnTo>
                  <a:lnTo>
                    <a:pt x="421100" y="528066"/>
                  </a:lnTo>
                  <a:lnTo>
                    <a:pt x="421481" y="528161"/>
                  </a:lnTo>
                  <a:lnTo>
                    <a:pt x="422243" y="528257"/>
                  </a:lnTo>
                  <a:lnTo>
                    <a:pt x="422624" y="528447"/>
                  </a:lnTo>
                  <a:lnTo>
                    <a:pt x="423672" y="529304"/>
                  </a:lnTo>
                  <a:lnTo>
                    <a:pt x="424053" y="529495"/>
                  </a:lnTo>
                  <a:lnTo>
                    <a:pt x="423863" y="529876"/>
                  </a:lnTo>
                  <a:lnTo>
                    <a:pt x="423767" y="530161"/>
                  </a:lnTo>
                  <a:lnTo>
                    <a:pt x="423767" y="530543"/>
                  </a:lnTo>
                  <a:lnTo>
                    <a:pt x="423767" y="531019"/>
                  </a:lnTo>
                  <a:lnTo>
                    <a:pt x="423291" y="535305"/>
                  </a:lnTo>
                  <a:lnTo>
                    <a:pt x="423767" y="536829"/>
                  </a:lnTo>
                  <a:lnTo>
                    <a:pt x="425958" y="537210"/>
                  </a:lnTo>
                  <a:lnTo>
                    <a:pt x="428339" y="537019"/>
                  </a:lnTo>
                  <a:lnTo>
                    <a:pt x="430721" y="537210"/>
                  </a:lnTo>
                  <a:lnTo>
                    <a:pt x="432816" y="538162"/>
                  </a:lnTo>
                  <a:lnTo>
                    <a:pt x="434245" y="540163"/>
                  </a:lnTo>
                  <a:lnTo>
                    <a:pt x="434721" y="542449"/>
                  </a:lnTo>
                  <a:lnTo>
                    <a:pt x="435007" y="545306"/>
                  </a:lnTo>
                  <a:lnTo>
                    <a:pt x="435292" y="546068"/>
                  </a:lnTo>
                  <a:lnTo>
                    <a:pt x="435673" y="546735"/>
                  </a:lnTo>
                  <a:lnTo>
                    <a:pt x="436055" y="547116"/>
                  </a:lnTo>
                  <a:lnTo>
                    <a:pt x="436531" y="547307"/>
                  </a:lnTo>
                  <a:lnTo>
                    <a:pt x="436816" y="547402"/>
                  </a:lnTo>
                  <a:lnTo>
                    <a:pt x="437102" y="547307"/>
                  </a:lnTo>
                  <a:lnTo>
                    <a:pt x="437197" y="546926"/>
                  </a:lnTo>
                  <a:lnTo>
                    <a:pt x="437769" y="546068"/>
                  </a:lnTo>
                  <a:lnTo>
                    <a:pt x="437959" y="545592"/>
                  </a:lnTo>
                  <a:lnTo>
                    <a:pt x="438245" y="545211"/>
                  </a:lnTo>
                  <a:lnTo>
                    <a:pt x="439864" y="544544"/>
                  </a:lnTo>
                  <a:lnTo>
                    <a:pt x="440436" y="544449"/>
                  </a:lnTo>
                  <a:lnTo>
                    <a:pt x="440722" y="544830"/>
                  </a:lnTo>
                  <a:lnTo>
                    <a:pt x="441007" y="545116"/>
                  </a:lnTo>
                  <a:lnTo>
                    <a:pt x="442913" y="545401"/>
                  </a:lnTo>
                  <a:lnTo>
                    <a:pt x="443484" y="545687"/>
                  </a:lnTo>
                  <a:lnTo>
                    <a:pt x="444722" y="546830"/>
                  </a:lnTo>
                  <a:lnTo>
                    <a:pt x="445198" y="546164"/>
                  </a:lnTo>
                  <a:lnTo>
                    <a:pt x="445770" y="546164"/>
                  </a:lnTo>
                  <a:lnTo>
                    <a:pt x="446151" y="546735"/>
                  </a:lnTo>
                  <a:lnTo>
                    <a:pt x="446151" y="547592"/>
                  </a:lnTo>
                  <a:lnTo>
                    <a:pt x="447008" y="547211"/>
                  </a:lnTo>
                  <a:lnTo>
                    <a:pt x="447580" y="546735"/>
                  </a:lnTo>
                  <a:lnTo>
                    <a:pt x="448532" y="545592"/>
                  </a:lnTo>
                  <a:lnTo>
                    <a:pt x="449199" y="545687"/>
                  </a:lnTo>
                  <a:lnTo>
                    <a:pt x="450151" y="546354"/>
                  </a:lnTo>
                  <a:lnTo>
                    <a:pt x="451580" y="547687"/>
                  </a:lnTo>
                  <a:lnTo>
                    <a:pt x="451771" y="547021"/>
                  </a:lnTo>
                  <a:lnTo>
                    <a:pt x="452056" y="545116"/>
                  </a:lnTo>
                  <a:lnTo>
                    <a:pt x="452152" y="544735"/>
                  </a:lnTo>
                  <a:lnTo>
                    <a:pt x="452818" y="544544"/>
                  </a:lnTo>
                  <a:lnTo>
                    <a:pt x="453199" y="544259"/>
                  </a:lnTo>
                  <a:lnTo>
                    <a:pt x="453580" y="544068"/>
                  </a:lnTo>
                  <a:lnTo>
                    <a:pt x="454152" y="544354"/>
                  </a:lnTo>
                  <a:lnTo>
                    <a:pt x="454438" y="544830"/>
                  </a:lnTo>
                  <a:lnTo>
                    <a:pt x="454533" y="545401"/>
                  </a:lnTo>
                  <a:lnTo>
                    <a:pt x="454723" y="545878"/>
                  </a:lnTo>
                  <a:lnTo>
                    <a:pt x="455390" y="546068"/>
                  </a:lnTo>
                  <a:lnTo>
                    <a:pt x="455962" y="545878"/>
                  </a:lnTo>
                  <a:lnTo>
                    <a:pt x="457771" y="544830"/>
                  </a:lnTo>
                  <a:lnTo>
                    <a:pt x="458152" y="544449"/>
                  </a:lnTo>
                  <a:lnTo>
                    <a:pt x="458914" y="544830"/>
                  </a:lnTo>
                  <a:lnTo>
                    <a:pt x="459676" y="545497"/>
                  </a:lnTo>
                  <a:lnTo>
                    <a:pt x="459867" y="545783"/>
                  </a:lnTo>
                  <a:lnTo>
                    <a:pt x="460629" y="546164"/>
                  </a:lnTo>
                  <a:lnTo>
                    <a:pt x="460915" y="546259"/>
                  </a:lnTo>
                  <a:lnTo>
                    <a:pt x="460915" y="546544"/>
                  </a:lnTo>
                  <a:lnTo>
                    <a:pt x="460915" y="547497"/>
                  </a:lnTo>
                  <a:lnTo>
                    <a:pt x="460915" y="547783"/>
                  </a:lnTo>
                  <a:lnTo>
                    <a:pt x="461010" y="547973"/>
                  </a:lnTo>
                  <a:lnTo>
                    <a:pt x="461105" y="548164"/>
                  </a:lnTo>
                  <a:lnTo>
                    <a:pt x="461581" y="549974"/>
                  </a:lnTo>
                  <a:lnTo>
                    <a:pt x="462058" y="550354"/>
                  </a:lnTo>
                  <a:lnTo>
                    <a:pt x="463296" y="551021"/>
                  </a:lnTo>
                  <a:lnTo>
                    <a:pt x="463772" y="551402"/>
                  </a:lnTo>
                  <a:lnTo>
                    <a:pt x="464820" y="549783"/>
                  </a:lnTo>
                  <a:lnTo>
                    <a:pt x="463772" y="548068"/>
                  </a:lnTo>
                  <a:lnTo>
                    <a:pt x="462153" y="546354"/>
                  </a:lnTo>
                  <a:lnTo>
                    <a:pt x="461296" y="544640"/>
                  </a:lnTo>
                  <a:lnTo>
                    <a:pt x="461010" y="543116"/>
                  </a:lnTo>
                  <a:lnTo>
                    <a:pt x="460248" y="542353"/>
                  </a:lnTo>
                  <a:lnTo>
                    <a:pt x="459296" y="541782"/>
                  </a:lnTo>
                  <a:lnTo>
                    <a:pt x="456914" y="539972"/>
                  </a:lnTo>
                  <a:lnTo>
                    <a:pt x="456247" y="540068"/>
                  </a:lnTo>
                  <a:lnTo>
                    <a:pt x="456247" y="540829"/>
                  </a:lnTo>
                  <a:lnTo>
                    <a:pt x="457009" y="541782"/>
                  </a:lnTo>
                  <a:lnTo>
                    <a:pt x="455295" y="542353"/>
                  </a:lnTo>
                  <a:lnTo>
                    <a:pt x="453866" y="542163"/>
                  </a:lnTo>
                  <a:lnTo>
                    <a:pt x="453009" y="541115"/>
                  </a:lnTo>
                  <a:lnTo>
                    <a:pt x="453009" y="539210"/>
                  </a:lnTo>
                  <a:lnTo>
                    <a:pt x="453580" y="538162"/>
                  </a:lnTo>
                  <a:lnTo>
                    <a:pt x="456819" y="535781"/>
                  </a:lnTo>
                  <a:lnTo>
                    <a:pt x="457200" y="535115"/>
                  </a:lnTo>
                  <a:lnTo>
                    <a:pt x="457390" y="534257"/>
                  </a:lnTo>
                  <a:lnTo>
                    <a:pt x="457390" y="532828"/>
                  </a:lnTo>
                  <a:lnTo>
                    <a:pt x="457105" y="532733"/>
                  </a:lnTo>
                  <a:lnTo>
                    <a:pt x="456438" y="532162"/>
                  </a:lnTo>
                  <a:lnTo>
                    <a:pt x="455866" y="531495"/>
                  </a:lnTo>
                  <a:lnTo>
                    <a:pt x="455771" y="531209"/>
                  </a:lnTo>
                  <a:lnTo>
                    <a:pt x="455105" y="531019"/>
                  </a:lnTo>
                  <a:lnTo>
                    <a:pt x="454152" y="530257"/>
                  </a:lnTo>
                  <a:lnTo>
                    <a:pt x="453580" y="530066"/>
                  </a:lnTo>
                  <a:lnTo>
                    <a:pt x="453199" y="529781"/>
                  </a:lnTo>
                  <a:lnTo>
                    <a:pt x="453009" y="529209"/>
                  </a:lnTo>
                  <a:lnTo>
                    <a:pt x="452723" y="527876"/>
                  </a:lnTo>
                  <a:lnTo>
                    <a:pt x="452247" y="527971"/>
                  </a:lnTo>
                  <a:lnTo>
                    <a:pt x="451961" y="527971"/>
                  </a:lnTo>
                  <a:lnTo>
                    <a:pt x="451675" y="527876"/>
                  </a:lnTo>
                  <a:lnTo>
                    <a:pt x="451294" y="527780"/>
                  </a:lnTo>
                  <a:lnTo>
                    <a:pt x="451771" y="527018"/>
                  </a:lnTo>
                  <a:lnTo>
                    <a:pt x="451771" y="526161"/>
                  </a:lnTo>
                  <a:lnTo>
                    <a:pt x="451390" y="525304"/>
                  </a:lnTo>
                  <a:lnTo>
                    <a:pt x="450247" y="523589"/>
                  </a:lnTo>
                  <a:lnTo>
                    <a:pt x="450056" y="523113"/>
                  </a:lnTo>
                  <a:lnTo>
                    <a:pt x="449866" y="522351"/>
                  </a:lnTo>
                  <a:lnTo>
                    <a:pt x="449866" y="521017"/>
                  </a:lnTo>
                  <a:lnTo>
                    <a:pt x="449675" y="520636"/>
                  </a:lnTo>
                  <a:lnTo>
                    <a:pt x="449294" y="520351"/>
                  </a:lnTo>
                  <a:lnTo>
                    <a:pt x="448913" y="520351"/>
                  </a:lnTo>
                  <a:lnTo>
                    <a:pt x="448627" y="520256"/>
                  </a:lnTo>
                  <a:lnTo>
                    <a:pt x="448342" y="519779"/>
                  </a:lnTo>
                  <a:lnTo>
                    <a:pt x="448437" y="519017"/>
                  </a:lnTo>
                  <a:lnTo>
                    <a:pt x="448818" y="518350"/>
                  </a:lnTo>
                  <a:lnTo>
                    <a:pt x="449008" y="517874"/>
                  </a:lnTo>
                  <a:lnTo>
                    <a:pt x="448342" y="517589"/>
                  </a:lnTo>
                  <a:lnTo>
                    <a:pt x="448913" y="516731"/>
                  </a:lnTo>
                  <a:lnTo>
                    <a:pt x="449580" y="516636"/>
                  </a:lnTo>
                  <a:lnTo>
                    <a:pt x="450056" y="516350"/>
                  </a:lnTo>
                  <a:lnTo>
                    <a:pt x="450151" y="515017"/>
                  </a:lnTo>
                  <a:lnTo>
                    <a:pt x="449675" y="513017"/>
                  </a:lnTo>
                  <a:lnTo>
                    <a:pt x="449199" y="511969"/>
                  </a:lnTo>
                  <a:lnTo>
                    <a:pt x="448532" y="511874"/>
                  </a:lnTo>
                  <a:lnTo>
                    <a:pt x="447484" y="512350"/>
                  </a:lnTo>
                  <a:lnTo>
                    <a:pt x="447294" y="511397"/>
                  </a:lnTo>
                  <a:lnTo>
                    <a:pt x="447770" y="510445"/>
                  </a:lnTo>
                  <a:lnTo>
                    <a:pt x="449199" y="510921"/>
                  </a:lnTo>
                  <a:lnTo>
                    <a:pt x="449580" y="510635"/>
                  </a:lnTo>
                  <a:lnTo>
                    <a:pt x="449771" y="510159"/>
                  </a:lnTo>
                  <a:lnTo>
                    <a:pt x="449580" y="509683"/>
                  </a:lnTo>
                  <a:lnTo>
                    <a:pt x="448246" y="508444"/>
                  </a:lnTo>
                  <a:lnTo>
                    <a:pt x="447961" y="508064"/>
                  </a:lnTo>
                  <a:lnTo>
                    <a:pt x="447865" y="507492"/>
                  </a:lnTo>
                  <a:lnTo>
                    <a:pt x="447961" y="505873"/>
                  </a:lnTo>
                  <a:lnTo>
                    <a:pt x="447294" y="504349"/>
                  </a:lnTo>
                  <a:lnTo>
                    <a:pt x="447199" y="504063"/>
                  </a:lnTo>
                  <a:lnTo>
                    <a:pt x="447104" y="502920"/>
                  </a:lnTo>
                  <a:lnTo>
                    <a:pt x="447199" y="501872"/>
                  </a:lnTo>
                  <a:lnTo>
                    <a:pt x="447484" y="501015"/>
                  </a:lnTo>
                  <a:lnTo>
                    <a:pt x="448437" y="499777"/>
                  </a:lnTo>
                  <a:lnTo>
                    <a:pt x="449104" y="498634"/>
                  </a:lnTo>
                  <a:lnTo>
                    <a:pt x="449580" y="498062"/>
                  </a:lnTo>
                  <a:lnTo>
                    <a:pt x="451390" y="496634"/>
                  </a:lnTo>
                  <a:lnTo>
                    <a:pt x="451390" y="496062"/>
                  </a:lnTo>
                  <a:lnTo>
                    <a:pt x="450913" y="495300"/>
                  </a:lnTo>
                  <a:lnTo>
                    <a:pt x="450247" y="494633"/>
                  </a:lnTo>
                  <a:lnTo>
                    <a:pt x="449771" y="494252"/>
                  </a:lnTo>
                  <a:lnTo>
                    <a:pt x="449866" y="494062"/>
                  </a:lnTo>
                  <a:lnTo>
                    <a:pt x="449961" y="493681"/>
                  </a:lnTo>
                  <a:lnTo>
                    <a:pt x="450056" y="493490"/>
                  </a:lnTo>
                  <a:lnTo>
                    <a:pt x="448342" y="493585"/>
                  </a:lnTo>
                  <a:lnTo>
                    <a:pt x="447770" y="493300"/>
                  </a:lnTo>
                  <a:lnTo>
                    <a:pt x="447865" y="492347"/>
                  </a:lnTo>
                  <a:lnTo>
                    <a:pt x="448246" y="491871"/>
                  </a:lnTo>
                  <a:lnTo>
                    <a:pt x="448913" y="491585"/>
                  </a:lnTo>
                  <a:lnTo>
                    <a:pt x="450342" y="491204"/>
                  </a:lnTo>
                  <a:lnTo>
                    <a:pt x="450056" y="490823"/>
                  </a:lnTo>
                  <a:lnTo>
                    <a:pt x="449771" y="490537"/>
                  </a:lnTo>
                  <a:lnTo>
                    <a:pt x="449389" y="490347"/>
                  </a:lnTo>
                  <a:lnTo>
                    <a:pt x="448913" y="490157"/>
                  </a:lnTo>
                  <a:lnTo>
                    <a:pt x="449389" y="489966"/>
                  </a:lnTo>
                  <a:lnTo>
                    <a:pt x="450628" y="489775"/>
                  </a:lnTo>
                  <a:lnTo>
                    <a:pt x="451009" y="489490"/>
                  </a:lnTo>
                  <a:lnTo>
                    <a:pt x="451866" y="489871"/>
                  </a:lnTo>
                  <a:lnTo>
                    <a:pt x="451866" y="489299"/>
                  </a:lnTo>
                  <a:lnTo>
                    <a:pt x="451294" y="487870"/>
                  </a:lnTo>
                  <a:lnTo>
                    <a:pt x="450151" y="486442"/>
                  </a:lnTo>
                  <a:lnTo>
                    <a:pt x="449866" y="485870"/>
                  </a:lnTo>
                  <a:lnTo>
                    <a:pt x="449104" y="485966"/>
                  </a:lnTo>
                  <a:lnTo>
                    <a:pt x="447199" y="484537"/>
                  </a:lnTo>
                  <a:lnTo>
                    <a:pt x="446246" y="484060"/>
                  </a:lnTo>
                  <a:lnTo>
                    <a:pt x="444246" y="484156"/>
                  </a:lnTo>
                  <a:lnTo>
                    <a:pt x="443770" y="483870"/>
                  </a:lnTo>
                  <a:lnTo>
                    <a:pt x="444055" y="482822"/>
                  </a:lnTo>
                  <a:lnTo>
                    <a:pt x="443008" y="483584"/>
                  </a:lnTo>
                  <a:lnTo>
                    <a:pt x="442531" y="483775"/>
                  </a:lnTo>
                  <a:lnTo>
                    <a:pt x="441960" y="483584"/>
                  </a:lnTo>
                  <a:lnTo>
                    <a:pt x="442246" y="483203"/>
                  </a:lnTo>
                  <a:lnTo>
                    <a:pt x="442246" y="482917"/>
                  </a:lnTo>
                  <a:lnTo>
                    <a:pt x="442246" y="482536"/>
                  </a:lnTo>
                  <a:lnTo>
                    <a:pt x="442341" y="482060"/>
                  </a:lnTo>
                  <a:lnTo>
                    <a:pt x="441769" y="482251"/>
                  </a:lnTo>
                  <a:lnTo>
                    <a:pt x="440150" y="483203"/>
                  </a:lnTo>
                  <a:lnTo>
                    <a:pt x="440246" y="482917"/>
                  </a:lnTo>
                  <a:lnTo>
                    <a:pt x="440341" y="482251"/>
                  </a:lnTo>
                  <a:lnTo>
                    <a:pt x="440531" y="481965"/>
                  </a:lnTo>
                  <a:lnTo>
                    <a:pt x="440912" y="481775"/>
                  </a:lnTo>
                  <a:lnTo>
                    <a:pt x="439769" y="480822"/>
                  </a:lnTo>
                  <a:lnTo>
                    <a:pt x="440055" y="479489"/>
                  </a:lnTo>
                  <a:lnTo>
                    <a:pt x="441007" y="478250"/>
                  </a:lnTo>
                  <a:lnTo>
                    <a:pt x="441960" y="477679"/>
                  </a:lnTo>
                  <a:lnTo>
                    <a:pt x="441103" y="477012"/>
                  </a:lnTo>
                  <a:lnTo>
                    <a:pt x="440722" y="476536"/>
                  </a:lnTo>
                  <a:lnTo>
                    <a:pt x="440150" y="475107"/>
                  </a:lnTo>
                  <a:lnTo>
                    <a:pt x="439674" y="474535"/>
                  </a:lnTo>
                  <a:lnTo>
                    <a:pt x="438531" y="473869"/>
                  </a:lnTo>
                  <a:lnTo>
                    <a:pt x="437959" y="473202"/>
                  </a:lnTo>
                  <a:lnTo>
                    <a:pt x="437864" y="472250"/>
                  </a:lnTo>
                  <a:lnTo>
                    <a:pt x="436626" y="471107"/>
                  </a:lnTo>
                  <a:lnTo>
                    <a:pt x="434054" y="469487"/>
                  </a:lnTo>
                  <a:lnTo>
                    <a:pt x="432816" y="468249"/>
                  </a:lnTo>
                  <a:lnTo>
                    <a:pt x="432340" y="468059"/>
                  </a:lnTo>
                  <a:lnTo>
                    <a:pt x="431863" y="468154"/>
                  </a:lnTo>
                  <a:lnTo>
                    <a:pt x="431387" y="468344"/>
                  </a:lnTo>
                  <a:lnTo>
                    <a:pt x="430911" y="468440"/>
                  </a:lnTo>
                  <a:lnTo>
                    <a:pt x="429387" y="467963"/>
                  </a:lnTo>
                  <a:lnTo>
                    <a:pt x="428911" y="468249"/>
                  </a:lnTo>
                  <a:lnTo>
                    <a:pt x="428720" y="469392"/>
                  </a:lnTo>
                  <a:lnTo>
                    <a:pt x="428434" y="469773"/>
                  </a:lnTo>
                  <a:lnTo>
                    <a:pt x="427863" y="470154"/>
                  </a:lnTo>
                  <a:lnTo>
                    <a:pt x="427291" y="470535"/>
                  </a:lnTo>
                  <a:lnTo>
                    <a:pt x="426910" y="470725"/>
                  </a:lnTo>
                  <a:lnTo>
                    <a:pt x="426244" y="470725"/>
                  </a:lnTo>
                  <a:lnTo>
                    <a:pt x="425863" y="470535"/>
                  </a:lnTo>
                  <a:lnTo>
                    <a:pt x="425577" y="470344"/>
                  </a:lnTo>
                  <a:lnTo>
                    <a:pt x="425291" y="470249"/>
                  </a:lnTo>
                  <a:lnTo>
                    <a:pt x="425196" y="469964"/>
                  </a:lnTo>
                  <a:lnTo>
                    <a:pt x="424243" y="469392"/>
                  </a:lnTo>
                  <a:lnTo>
                    <a:pt x="423100" y="468916"/>
                  </a:lnTo>
                  <a:lnTo>
                    <a:pt x="422624" y="469011"/>
                  </a:lnTo>
                  <a:lnTo>
                    <a:pt x="422243" y="468154"/>
                  </a:lnTo>
                  <a:lnTo>
                    <a:pt x="421481" y="468344"/>
                  </a:lnTo>
                  <a:lnTo>
                    <a:pt x="420624" y="468916"/>
                  </a:lnTo>
                  <a:lnTo>
                    <a:pt x="419957" y="469201"/>
                  </a:lnTo>
                  <a:lnTo>
                    <a:pt x="419576" y="468820"/>
                  </a:lnTo>
                  <a:lnTo>
                    <a:pt x="419005" y="468249"/>
                  </a:lnTo>
                  <a:lnTo>
                    <a:pt x="418243" y="467582"/>
                  </a:lnTo>
                  <a:lnTo>
                    <a:pt x="417290" y="467297"/>
                  </a:lnTo>
                  <a:lnTo>
                    <a:pt x="417290" y="467677"/>
                  </a:lnTo>
                  <a:lnTo>
                    <a:pt x="417481" y="468344"/>
                  </a:lnTo>
                  <a:lnTo>
                    <a:pt x="417957" y="468820"/>
                  </a:lnTo>
                  <a:lnTo>
                    <a:pt x="418243" y="469297"/>
                  </a:lnTo>
                  <a:lnTo>
                    <a:pt x="417766" y="470059"/>
                  </a:lnTo>
                  <a:lnTo>
                    <a:pt x="417290" y="470440"/>
                  </a:lnTo>
                  <a:lnTo>
                    <a:pt x="416814" y="470630"/>
                  </a:lnTo>
                  <a:lnTo>
                    <a:pt x="406908" y="471392"/>
                  </a:lnTo>
                  <a:lnTo>
                    <a:pt x="402526" y="471011"/>
                  </a:lnTo>
                  <a:lnTo>
                    <a:pt x="401383" y="470725"/>
                  </a:lnTo>
                  <a:lnTo>
                    <a:pt x="400145" y="470630"/>
                  </a:lnTo>
                  <a:lnTo>
                    <a:pt x="399955" y="470725"/>
                  </a:lnTo>
                  <a:lnTo>
                    <a:pt x="399669" y="470916"/>
                  </a:lnTo>
                  <a:lnTo>
                    <a:pt x="399383" y="471011"/>
                  </a:lnTo>
                  <a:lnTo>
                    <a:pt x="399288" y="470821"/>
                  </a:lnTo>
                  <a:lnTo>
                    <a:pt x="399193" y="470725"/>
                  </a:lnTo>
                  <a:lnTo>
                    <a:pt x="398621" y="470344"/>
                  </a:lnTo>
                  <a:lnTo>
                    <a:pt x="398431" y="470249"/>
                  </a:lnTo>
                  <a:lnTo>
                    <a:pt x="395097" y="470154"/>
                  </a:lnTo>
                  <a:lnTo>
                    <a:pt x="394240" y="469868"/>
                  </a:lnTo>
                  <a:lnTo>
                    <a:pt x="392906" y="469201"/>
                  </a:lnTo>
                  <a:lnTo>
                    <a:pt x="392621" y="469106"/>
                  </a:lnTo>
                  <a:close/>
                  <a:moveTo>
                    <a:pt x="475488" y="614077"/>
                  </a:moveTo>
                  <a:lnTo>
                    <a:pt x="475869" y="614077"/>
                  </a:lnTo>
                  <a:lnTo>
                    <a:pt x="476155" y="614267"/>
                  </a:lnTo>
                  <a:lnTo>
                    <a:pt x="476250" y="614648"/>
                  </a:lnTo>
                  <a:lnTo>
                    <a:pt x="476155" y="614934"/>
                  </a:lnTo>
                  <a:lnTo>
                    <a:pt x="476059" y="615125"/>
                  </a:lnTo>
                  <a:lnTo>
                    <a:pt x="476059" y="615315"/>
                  </a:lnTo>
                  <a:lnTo>
                    <a:pt x="477393" y="617125"/>
                  </a:lnTo>
                  <a:lnTo>
                    <a:pt x="478155" y="617982"/>
                  </a:lnTo>
                  <a:lnTo>
                    <a:pt x="478917" y="618649"/>
                  </a:lnTo>
                  <a:lnTo>
                    <a:pt x="478536" y="617601"/>
                  </a:lnTo>
                  <a:lnTo>
                    <a:pt x="479203" y="617601"/>
                  </a:lnTo>
                  <a:lnTo>
                    <a:pt x="481203" y="618363"/>
                  </a:lnTo>
                  <a:lnTo>
                    <a:pt x="482632" y="618458"/>
                  </a:lnTo>
                  <a:lnTo>
                    <a:pt x="483203" y="618363"/>
                  </a:lnTo>
                  <a:lnTo>
                    <a:pt x="483680" y="618077"/>
                  </a:lnTo>
                  <a:lnTo>
                    <a:pt x="484537" y="617315"/>
                  </a:lnTo>
                  <a:lnTo>
                    <a:pt x="485775" y="616839"/>
                  </a:lnTo>
                  <a:lnTo>
                    <a:pt x="485870" y="616077"/>
                  </a:lnTo>
                  <a:lnTo>
                    <a:pt x="485584" y="615220"/>
                  </a:lnTo>
                  <a:lnTo>
                    <a:pt x="485204" y="614553"/>
                  </a:lnTo>
                  <a:lnTo>
                    <a:pt x="484537" y="613886"/>
                  </a:lnTo>
                  <a:lnTo>
                    <a:pt x="483965" y="613505"/>
                  </a:lnTo>
                  <a:lnTo>
                    <a:pt x="483298" y="613219"/>
                  </a:lnTo>
                  <a:lnTo>
                    <a:pt x="482251" y="613124"/>
                  </a:lnTo>
                  <a:lnTo>
                    <a:pt x="482632" y="612648"/>
                  </a:lnTo>
                  <a:lnTo>
                    <a:pt x="483394" y="611886"/>
                  </a:lnTo>
                  <a:lnTo>
                    <a:pt x="483680" y="611315"/>
                  </a:lnTo>
                  <a:lnTo>
                    <a:pt x="483680" y="610743"/>
                  </a:lnTo>
                  <a:lnTo>
                    <a:pt x="483108" y="607885"/>
                  </a:lnTo>
                  <a:lnTo>
                    <a:pt x="480727" y="602551"/>
                  </a:lnTo>
                  <a:lnTo>
                    <a:pt x="480250" y="602361"/>
                  </a:lnTo>
                  <a:lnTo>
                    <a:pt x="479203" y="603123"/>
                  </a:lnTo>
                  <a:lnTo>
                    <a:pt x="478822" y="603694"/>
                  </a:lnTo>
                  <a:lnTo>
                    <a:pt x="478822" y="604171"/>
                  </a:lnTo>
                  <a:lnTo>
                    <a:pt x="479012" y="604647"/>
                  </a:lnTo>
                  <a:lnTo>
                    <a:pt x="479012" y="605123"/>
                  </a:lnTo>
                  <a:lnTo>
                    <a:pt x="478822" y="605600"/>
                  </a:lnTo>
                  <a:lnTo>
                    <a:pt x="475583" y="610743"/>
                  </a:lnTo>
                  <a:lnTo>
                    <a:pt x="475393" y="611505"/>
                  </a:lnTo>
                  <a:lnTo>
                    <a:pt x="475869" y="612076"/>
                  </a:lnTo>
                  <a:lnTo>
                    <a:pt x="476631" y="612458"/>
                  </a:lnTo>
                  <a:lnTo>
                    <a:pt x="477202" y="612743"/>
                  </a:lnTo>
                  <a:lnTo>
                    <a:pt x="476726" y="613219"/>
                  </a:lnTo>
                  <a:lnTo>
                    <a:pt x="476059" y="613505"/>
                  </a:lnTo>
                  <a:lnTo>
                    <a:pt x="475393" y="613601"/>
                  </a:lnTo>
                  <a:lnTo>
                    <a:pt x="474631" y="613505"/>
                  </a:lnTo>
                  <a:lnTo>
                    <a:pt x="475012" y="613982"/>
                  </a:lnTo>
                  <a:lnTo>
                    <a:pt x="475488" y="614077"/>
                  </a:lnTo>
                  <a:close/>
                  <a:moveTo>
                    <a:pt x="472249" y="625888"/>
                  </a:moveTo>
                  <a:lnTo>
                    <a:pt x="473297" y="626650"/>
                  </a:lnTo>
                  <a:lnTo>
                    <a:pt x="473297" y="627031"/>
                  </a:lnTo>
                  <a:lnTo>
                    <a:pt x="473107" y="627031"/>
                  </a:lnTo>
                  <a:lnTo>
                    <a:pt x="472535" y="627031"/>
                  </a:lnTo>
                  <a:lnTo>
                    <a:pt x="472535" y="627412"/>
                  </a:lnTo>
                  <a:lnTo>
                    <a:pt x="473107" y="627412"/>
                  </a:lnTo>
                  <a:lnTo>
                    <a:pt x="473678" y="627507"/>
                  </a:lnTo>
                  <a:lnTo>
                    <a:pt x="474059" y="627793"/>
                  </a:lnTo>
                  <a:lnTo>
                    <a:pt x="473773" y="628650"/>
                  </a:lnTo>
                  <a:lnTo>
                    <a:pt x="474155" y="628650"/>
                  </a:lnTo>
                  <a:lnTo>
                    <a:pt x="474916" y="628459"/>
                  </a:lnTo>
                  <a:lnTo>
                    <a:pt x="475393" y="628174"/>
                  </a:lnTo>
                  <a:lnTo>
                    <a:pt x="475679" y="627412"/>
                  </a:lnTo>
                  <a:lnTo>
                    <a:pt x="475679" y="626554"/>
                  </a:lnTo>
                  <a:lnTo>
                    <a:pt x="475393" y="625888"/>
                  </a:lnTo>
                  <a:lnTo>
                    <a:pt x="476345" y="623887"/>
                  </a:lnTo>
                  <a:lnTo>
                    <a:pt x="476536" y="622744"/>
                  </a:lnTo>
                  <a:lnTo>
                    <a:pt x="475964" y="622268"/>
                  </a:lnTo>
                  <a:lnTo>
                    <a:pt x="475202" y="621792"/>
                  </a:lnTo>
                  <a:lnTo>
                    <a:pt x="475107" y="620649"/>
                  </a:lnTo>
                  <a:lnTo>
                    <a:pt x="475202" y="619411"/>
                  </a:lnTo>
                  <a:lnTo>
                    <a:pt x="475107" y="618553"/>
                  </a:lnTo>
                  <a:lnTo>
                    <a:pt x="474916" y="618744"/>
                  </a:lnTo>
                  <a:lnTo>
                    <a:pt x="474440" y="619030"/>
                  </a:lnTo>
                  <a:lnTo>
                    <a:pt x="474440" y="618553"/>
                  </a:lnTo>
                  <a:lnTo>
                    <a:pt x="474345" y="618268"/>
                  </a:lnTo>
                  <a:lnTo>
                    <a:pt x="474059" y="617887"/>
                  </a:lnTo>
                  <a:lnTo>
                    <a:pt x="473107" y="618363"/>
                  </a:lnTo>
                  <a:lnTo>
                    <a:pt x="472726" y="619506"/>
                  </a:lnTo>
                  <a:lnTo>
                    <a:pt x="472821" y="620744"/>
                  </a:lnTo>
                  <a:lnTo>
                    <a:pt x="473297" y="621601"/>
                  </a:lnTo>
                  <a:lnTo>
                    <a:pt x="473202" y="621983"/>
                  </a:lnTo>
                  <a:lnTo>
                    <a:pt x="473297" y="622554"/>
                  </a:lnTo>
                  <a:lnTo>
                    <a:pt x="473297" y="623030"/>
                  </a:lnTo>
                  <a:lnTo>
                    <a:pt x="473202" y="623507"/>
                  </a:lnTo>
                  <a:lnTo>
                    <a:pt x="473011" y="623697"/>
                  </a:lnTo>
                  <a:lnTo>
                    <a:pt x="472821" y="623792"/>
                  </a:lnTo>
                  <a:lnTo>
                    <a:pt x="472535" y="624173"/>
                  </a:lnTo>
                  <a:lnTo>
                    <a:pt x="472059" y="625316"/>
                  </a:lnTo>
                  <a:lnTo>
                    <a:pt x="471964" y="625888"/>
                  </a:lnTo>
                  <a:lnTo>
                    <a:pt x="472059" y="626364"/>
                  </a:lnTo>
                  <a:lnTo>
                    <a:pt x="472059" y="625888"/>
                  </a:lnTo>
                  <a:close/>
                  <a:moveTo>
                    <a:pt x="463963" y="566166"/>
                  </a:moveTo>
                  <a:lnTo>
                    <a:pt x="463105" y="565214"/>
                  </a:lnTo>
                  <a:lnTo>
                    <a:pt x="462439" y="562547"/>
                  </a:lnTo>
                  <a:lnTo>
                    <a:pt x="461296" y="562070"/>
                  </a:lnTo>
                  <a:lnTo>
                    <a:pt x="460153" y="562737"/>
                  </a:lnTo>
                  <a:lnTo>
                    <a:pt x="459676" y="564166"/>
                  </a:lnTo>
                  <a:lnTo>
                    <a:pt x="459962" y="565594"/>
                  </a:lnTo>
                  <a:lnTo>
                    <a:pt x="460915" y="566261"/>
                  </a:lnTo>
                  <a:lnTo>
                    <a:pt x="462915" y="567118"/>
                  </a:lnTo>
                  <a:lnTo>
                    <a:pt x="463486" y="567500"/>
                  </a:lnTo>
                  <a:lnTo>
                    <a:pt x="464058" y="568166"/>
                  </a:lnTo>
                  <a:lnTo>
                    <a:pt x="464439" y="568452"/>
                  </a:lnTo>
                  <a:lnTo>
                    <a:pt x="465010" y="568547"/>
                  </a:lnTo>
                  <a:lnTo>
                    <a:pt x="465963" y="568547"/>
                  </a:lnTo>
                  <a:lnTo>
                    <a:pt x="466725" y="568452"/>
                  </a:lnTo>
                  <a:lnTo>
                    <a:pt x="467392" y="568071"/>
                  </a:lnTo>
                  <a:lnTo>
                    <a:pt x="467677" y="567500"/>
                  </a:lnTo>
                  <a:lnTo>
                    <a:pt x="467201" y="566737"/>
                  </a:lnTo>
                  <a:lnTo>
                    <a:pt x="466439" y="566452"/>
                  </a:lnTo>
                  <a:lnTo>
                    <a:pt x="464725" y="566547"/>
                  </a:lnTo>
                  <a:lnTo>
                    <a:pt x="463963" y="566166"/>
                  </a:lnTo>
                  <a:close/>
                  <a:moveTo>
                    <a:pt x="458819" y="611505"/>
                  </a:moveTo>
                  <a:lnTo>
                    <a:pt x="459581" y="612076"/>
                  </a:lnTo>
                  <a:lnTo>
                    <a:pt x="460724" y="612267"/>
                  </a:lnTo>
                  <a:lnTo>
                    <a:pt x="461486" y="611886"/>
                  </a:lnTo>
                  <a:lnTo>
                    <a:pt x="461867" y="611124"/>
                  </a:lnTo>
                  <a:lnTo>
                    <a:pt x="461772" y="610172"/>
                  </a:lnTo>
                  <a:lnTo>
                    <a:pt x="461105" y="609409"/>
                  </a:lnTo>
                  <a:lnTo>
                    <a:pt x="460248" y="608552"/>
                  </a:lnTo>
                  <a:lnTo>
                    <a:pt x="459772" y="607695"/>
                  </a:lnTo>
                  <a:lnTo>
                    <a:pt x="460343" y="606838"/>
                  </a:lnTo>
                  <a:lnTo>
                    <a:pt x="459962" y="604742"/>
                  </a:lnTo>
                  <a:lnTo>
                    <a:pt x="459772" y="604361"/>
                  </a:lnTo>
                  <a:lnTo>
                    <a:pt x="460153" y="604076"/>
                  </a:lnTo>
                  <a:lnTo>
                    <a:pt x="460534" y="603314"/>
                  </a:lnTo>
                  <a:lnTo>
                    <a:pt x="460915" y="602456"/>
                  </a:lnTo>
                  <a:lnTo>
                    <a:pt x="461105" y="601790"/>
                  </a:lnTo>
                  <a:lnTo>
                    <a:pt x="461010" y="601123"/>
                  </a:lnTo>
                  <a:lnTo>
                    <a:pt x="460724" y="600456"/>
                  </a:lnTo>
                  <a:lnTo>
                    <a:pt x="459867" y="599408"/>
                  </a:lnTo>
                  <a:lnTo>
                    <a:pt x="459581" y="598646"/>
                  </a:lnTo>
                  <a:lnTo>
                    <a:pt x="459581" y="597694"/>
                  </a:lnTo>
                  <a:lnTo>
                    <a:pt x="459962" y="596265"/>
                  </a:lnTo>
                  <a:lnTo>
                    <a:pt x="459105" y="596456"/>
                  </a:lnTo>
                  <a:lnTo>
                    <a:pt x="458438" y="596075"/>
                  </a:lnTo>
                  <a:lnTo>
                    <a:pt x="458343" y="595503"/>
                  </a:lnTo>
                  <a:lnTo>
                    <a:pt x="458914" y="595217"/>
                  </a:lnTo>
                  <a:lnTo>
                    <a:pt x="458533" y="594836"/>
                  </a:lnTo>
                  <a:lnTo>
                    <a:pt x="459105" y="594074"/>
                  </a:lnTo>
                  <a:lnTo>
                    <a:pt x="458724" y="593312"/>
                  </a:lnTo>
                  <a:lnTo>
                    <a:pt x="457962" y="592741"/>
                  </a:lnTo>
                  <a:lnTo>
                    <a:pt x="457581" y="592265"/>
                  </a:lnTo>
                  <a:lnTo>
                    <a:pt x="457676" y="591598"/>
                  </a:lnTo>
                  <a:lnTo>
                    <a:pt x="458057" y="591407"/>
                  </a:lnTo>
                  <a:lnTo>
                    <a:pt x="458533" y="591502"/>
                  </a:lnTo>
                  <a:lnTo>
                    <a:pt x="458724" y="591598"/>
                  </a:lnTo>
                  <a:lnTo>
                    <a:pt x="458914" y="591122"/>
                  </a:lnTo>
                  <a:lnTo>
                    <a:pt x="459105" y="589788"/>
                  </a:lnTo>
                  <a:lnTo>
                    <a:pt x="460153" y="586168"/>
                  </a:lnTo>
                  <a:lnTo>
                    <a:pt x="460153" y="584264"/>
                  </a:lnTo>
                  <a:lnTo>
                    <a:pt x="459486" y="582549"/>
                  </a:lnTo>
                  <a:lnTo>
                    <a:pt x="458724" y="581311"/>
                  </a:lnTo>
                  <a:lnTo>
                    <a:pt x="458343" y="581025"/>
                  </a:lnTo>
                  <a:lnTo>
                    <a:pt x="457676" y="581120"/>
                  </a:lnTo>
                  <a:lnTo>
                    <a:pt x="457295" y="581501"/>
                  </a:lnTo>
                  <a:lnTo>
                    <a:pt x="457009" y="582073"/>
                  </a:lnTo>
                  <a:lnTo>
                    <a:pt x="456629" y="583406"/>
                  </a:lnTo>
                  <a:lnTo>
                    <a:pt x="456533" y="585407"/>
                  </a:lnTo>
                  <a:lnTo>
                    <a:pt x="456343" y="585978"/>
                  </a:lnTo>
                  <a:lnTo>
                    <a:pt x="455962" y="586168"/>
                  </a:lnTo>
                  <a:lnTo>
                    <a:pt x="455485" y="586264"/>
                  </a:lnTo>
                  <a:lnTo>
                    <a:pt x="455105" y="586168"/>
                  </a:lnTo>
                  <a:lnTo>
                    <a:pt x="454819" y="585502"/>
                  </a:lnTo>
                  <a:lnTo>
                    <a:pt x="454533" y="585407"/>
                  </a:lnTo>
                  <a:lnTo>
                    <a:pt x="454152" y="585407"/>
                  </a:lnTo>
                  <a:lnTo>
                    <a:pt x="453866" y="585502"/>
                  </a:lnTo>
                  <a:lnTo>
                    <a:pt x="453485" y="585883"/>
                  </a:lnTo>
                  <a:lnTo>
                    <a:pt x="453485" y="586168"/>
                  </a:lnTo>
                  <a:lnTo>
                    <a:pt x="453676" y="586454"/>
                  </a:lnTo>
                  <a:lnTo>
                    <a:pt x="453771" y="586835"/>
                  </a:lnTo>
                  <a:lnTo>
                    <a:pt x="453771" y="588074"/>
                  </a:lnTo>
                  <a:lnTo>
                    <a:pt x="453485" y="588359"/>
                  </a:lnTo>
                  <a:lnTo>
                    <a:pt x="452818" y="588454"/>
                  </a:lnTo>
                  <a:lnTo>
                    <a:pt x="451580" y="588835"/>
                  </a:lnTo>
                  <a:lnTo>
                    <a:pt x="451675" y="589598"/>
                  </a:lnTo>
                  <a:lnTo>
                    <a:pt x="452152" y="590550"/>
                  </a:lnTo>
                  <a:lnTo>
                    <a:pt x="451961" y="591312"/>
                  </a:lnTo>
                  <a:lnTo>
                    <a:pt x="452247" y="591598"/>
                  </a:lnTo>
                  <a:lnTo>
                    <a:pt x="452342" y="591788"/>
                  </a:lnTo>
                  <a:lnTo>
                    <a:pt x="452438" y="591979"/>
                  </a:lnTo>
                  <a:lnTo>
                    <a:pt x="452723" y="592169"/>
                  </a:lnTo>
                  <a:lnTo>
                    <a:pt x="452152" y="592836"/>
                  </a:lnTo>
                  <a:lnTo>
                    <a:pt x="452247" y="593503"/>
                  </a:lnTo>
                  <a:lnTo>
                    <a:pt x="452628" y="594265"/>
                  </a:lnTo>
                  <a:lnTo>
                    <a:pt x="452818" y="595122"/>
                  </a:lnTo>
                  <a:lnTo>
                    <a:pt x="452438" y="594741"/>
                  </a:lnTo>
                  <a:lnTo>
                    <a:pt x="452056" y="594551"/>
                  </a:lnTo>
                  <a:lnTo>
                    <a:pt x="451675" y="594551"/>
                  </a:lnTo>
                  <a:lnTo>
                    <a:pt x="451294" y="594741"/>
                  </a:lnTo>
                  <a:lnTo>
                    <a:pt x="451580" y="595598"/>
                  </a:lnTo>
                  <a:lnTo>
                    <a:pt x="451485" y="596741"/>
                  </a:lnTo>
                  <a:lnTo>
                    <a:pt x="451009" y="597694"/>
                  </a:lnTo>
                  <a:lnTo>
                    <a:pt x="450247" y="598075"/>
                  </a:lnTo>
                  <a:lnTo>
                    <a:pt x="450342" y="598646"/>
                  </a:lnTo>
                  <a:lnTo>
                    <a:pt x="450342" y="599980"/>
                  </a:lnTo>
                  <a:lnTo>
                    <a:pt x="450437" y="600266"/>
                  </a:lnTo>
                  <a:lnTo>
                    <a:pt x="451199" y="600551"/>
                  </a:lnTo>
                  <a:lnTo>
                    <a:pt x="451294" y="601218"/>
                  </a:lnTo>
                  <a:lnTo>
                    <a:pt x="451294" y="601980"/>
                  </a:lnTo>
                  <a:lnTo>
                    <a:pt x="451675" y="602551"/>
                  </a:lnTo>
                  <a:lnTo>
                    <a:pt x="452438" y="602647"/>
                  </a:lnTo>
                  <a:lnTo>
                    <a:pt x="452914" y="602266"/>
                  </a:lnTo>
                  <a:lnTo>
                    <a:pt x="453295" y="601694"/>
                  </a:lnTo>
                  <a:lnTo>
                    <a:pt x="453676" y="601409"/>
                  </a:lnTo>
                  <a:lnTo>
                    <a:pt x="454247" y="601599"/>
                  </a:lnTo>
                  <a:lnTo>
                    <a:pt x="454723" y="601790"/>
                  </a:lnTo>
                  <a:lnTo>
                    <a:pt x="455105" y="601790"/>
                  </a:lnTo>
                  <a:lnTo>
                    <a:pt x="455390" y="601123"/>
                  </a:lnTo>
                  <a:lnTo>
                    <a:pt x="455771" y="601123"/>
                  </a:lnTo>
                  <a:lnTo>
                    <a:pt x="456057" y="601599"/>
                  </a:lnTo>
                  <a:lnTo>
                    <a:pt x="456724" y="602456"/>
                  </a:lnTo>
                  <a:lnTo>
                    <a:pt x="456819" y="602742"/>
                  </a:lnTo>
                  <a:lnTo>
                    <a:pt x="456724" y="603409"/>
                  </a:lnTo>
                  <a:lnTo>
                    <a:pt x="456438" y="603599"/>
                  </a:lnTo>
                  <a:lnTo>
                    <a:pt x="456057" y="603409"/>
                  </a:lnTo>
                  <a:lnTo>
                    <a:pt x="455771" y="602933"/>
                  </a:lnTo>
                  <a:lnTo>
                    <a:pt x="455200" y="604076"/>
                  </a:lnTo>
                  <a:lnTo>
                    <a:pt x="455105" y="605314"/>
                  </a:lnTo>
                  <a:lnTo>
                    <a:pt x="455581" y="606171"/>
                  </a:lnTo>
                  <a:lnTo>
                    <a:pt x="456819" y="606171"/>
                  </a:lnTo>
                  <a:lnTo>
                    <a:pt x="456819" y="606552"/>
                  </a:lnTo>
                  <a:lnTo>
                    <a:pt x="456533" y="606838"/>
                  </a:lnTo>
                  <a:lnTo>
                    <a:pt x="456438" y="607124"/>
                  </a:lnTo>
                  <a:lnTo>
                    <a:pt x="456629" y="607409"/>
                  </a:lnTo>
                  <a:lnTo>
                    <a:pt x="457105" y="607695"/>
                  </a:lnTo>
                  <a:lnTo>
                    <a:pt x="456914" y="607695"/>
                  </a:lnTo>
                  <a:lnTo>
                    <a:pt x="456438" y="607695"/>
                  </a:lnTo>
                  <a:lnTo>
                    <a:pt x="457009" y="608362"/>
                  </a:lnTo>
                  <a:lnTo>
                    <a:pt x="458438" y="608838"/>
                  </a:lnTo>
                  <a:lnTo>
                    <a:pt x="458914" y="609219"/>
                  </a:lnTo>
                  <a:lnTo>
                    <a:pt x="459105" y="610172"/>
                  </a:lnTo>
                  <a:lnTo>
                    <a:pt x="459010" y="611029"/>
                  </a:lnTo>
                  <a:lnTo>
                    <a:pt x="458819" y="611505"/>
                  </a:lnTo>
                  <a:close/>
                  <a:moveTo>
                    <a:pt x="290417" y="625602"/>
                  </a:moveTo>
                  <a:lnTo>
                    <a:pt x="292036" y="628936"/>
                  </a:lnTo>
                  <a:lnTo>
                    <a:pt x="292513" y="629412"/>
                  </a:lnTo>
                  <a:lnTo>
                    <a:pt x="293084" y="629602"/>
                  </a:lnTo>
                  <a:lnTo>
                    <a:pt x="293846" y="630174"/>
                  </a:lnTo>
                  <a:lnTo>
                    <a:pt x="294989" y="632651"/>
                  </a:lnTo>
                  <a:lnTo>
                    <a:pt x="295942" y="633508"/>
                  </a:lnTo>
                  <a:lnTo>
                    <a:pt x="296989" y="634746"/>
                  </a:lnTo>
                  <a:lnTo>
                    <a:pt x="297371" y="635413"/>
                  </a:lnTo>
                  <a:lnTo>
                    <a:pt x="297466" y="635699"/>
                  </a:lnTo>
                  <a:lnTo>
                    <a:pt x="298037" y="635889"/>
                  </a:lnTo>
                  <a:lnTo>
                    <a:pt x="298704" y="635889"/>
                  </a:lnTo>
                  <a:lnTo>
                    <a:pt x="299371" y="636079"/>
                  </a:lnTo>
                  <a:lnTo>
                    <a:pt x="299752" y="636460"/>
                  </a:lnTo>
                  <a:lnTo>
                    <a:pt x="300133" y="636937"/>
                  </a:lnTo>
                  <a:lnTo>
                    <a:pt x="300514" y="637413"/>
                  </a:lnTo>
                  <a:lnTo>
                    <a:pt x="300990" y="637603"/>
                  </a:lnTo>
                  <a:lnTo>
                    <a:pt x="301752" y="637794"/>
                  </a:lnTo>
                  <a:lnTo>
                    <a:pt x="304038" y="639032"/>
                  </a:lnTo>
                  <a:lnTo>
                    <a:pt x="305086" y="639318"/>
                  </a:lnTo>
                  <a:lnTo>
                    <a:pt x="308515" y="639509"/>
                  </a:lnTo>
                  <a:lnTo>
                    <a:pt x="309372" y="639794"/>
                  </a:lnTo>
                  <a:lnTo>
                    <a:pt x="310229" y="640366"/>
                  </a:lnTo>
                  <a:lnTo>
                    <a:pt x="311563" y="641699"/>
                  </a:lnTo>
                  <a:lnTo>
                    <a:pt x="312134" y="642557"/>
                  </a:lnTo>
                  <a:lnTo>
                    <a:pt x="312420" y="643509"/>
                  </a:lnTo>
                  <a:lnTo>
                    <a:pt x="312706" y="647033"/>
                  </a:lnTo>
                  <a:lnTo>
                    <a:pt x="314896" y="652272"/>
                  </a:lnTo>
                  <a:lnTo>
                    <a:pt x="316135" y="654368"/>
                  </a:lnTo>
                  <a:lnTo>
                    <a:pt x="317849" y="656082"/>
                  </a:lnTo>
                  <a:lnTo>
                    <a:pt x="320135" y="656844"/>
                  </a:lnTo>
                  <a:lnTo>
                    <a:pt x="320611" y="656749"/>
                  </a:lnTo>
                  <a:lnTo>
                    <a:pt x="321373" y="656273"/>
                  </a:lnTo>
                  <a:lnTo>
                    <a:pt x="322516" y="656082"/>
                  </a:lnTo>
                  <a:lnTo>
                    <a:pt x="323564" y="655606"/>
                  </a:lnTo>
                  <a:lnTo>
                    <a:pt x="324231" y="655510"/>
                  </a:lnTo>
                  <a:lnTo>
                    <a:pt x="326136" y="655510"/>
                  </a:lnTo>
                  <a:lnTo>
                    <a:pt x="326803" y="655320"/>
                  </a:lnTo>
                  <a:lnTo>
                    <a:pt x="330422" y="653129"/>
                  </a:lnTo>
                  <a:lnTo>
                    <a:pt x="330898" y="652462"/>
                  </a:lnTo>
                  <a:lnTo>
                    <a:pt x="331184" y="651605"/>
                  </a:lnTo>
                  <a:lnTo>
                    <a:pt x="334137" y="647414"/>
                  </a:lnTo>
                  <a:lnTo>
                    <a:pt x="335185" y="645224"/>
                  </a:lnTo>
                  <a:lnTo>
                    <a:pt x="335756" y="642842"/>
                  </a:lnTo>
                  <a:lnTo>
                    <a:pt x="335375" y="640651"/>
                  </a:lnTo>
                  <a:lnTo>
                    <a:pt x="334518" y="639604"/>
                  </a:lnTo>
                  <a:lnTo>
                    <a:pt x="333470" y="638651"/>
                  </a:lnTo>
                  <a:lnTo>
                    <a:pt x="332518" y="637699"/>
                  </a:lnTo>
                  <a:lnTo>
                    <a:pt x="331660" y="635318"/>
                  </a:lnTo>
                  <a:lnTo>
                    <a:pt x="330708" y="634460"/>
                  </a:lnTo>
                  <a:lnTo>
                    <a:pt x="329565" y="633793"/>
                  </a:lnTo>
                  <a:lnTo>
                    <a:pt x="328803" y="633032"/>
                  </a:lnTo>
                  <a:lnTo>
                    <a:pt x="328517" y="631793"/>
                  </a:lnTo>
                  <a:lnTo>
                    <a:pt x="328422" y="630936"/>
                  </a:lnTo>
                  <a:lnTo>
                    <a:pt x="327946" y="630365"/>
                  </a:lnTo>
                  <a:lnTo>
                    <a:pt x="326517" y="630174"/>
                  </a:lnTo>
                  <a:lnTo>
                    <a:pt x="325564" y="629602"/>
                  </a:lnTo>
                  <a:lnTo>
                    <a:pt x="326041" y="628459"/>
                  </a:lnTo>
                  <a:lnTo>
                    <a:pt x="326993" y="627888"/>
                  </a:lnTo>
                  <a:lnTo>
                    <a:pt x="327469" y="629031"/>
                  </a:lnTo>
                  <a:lnTo>
                    <a:pt x="327850" y="627602"/>
                  </a:lnTo>
                  <a:lnTo>
                    <a:pt x="325660" y="626078"/>
                  </a:lnTo>
                  <a:lnTo>
                    <a:pt x="325660" y="624650"/>
                  </a:lnTo>
                  <a:lnTo>
                    <a:pt x="326041" y="624459"/>
                  </a:lnTo>
                  <a:lnTo>
                    <a:pt x="326517" y="624554"/>
                  </a:lnTo>
                  <a:lnTo>
                    <a:pt x="326898" y="624554"/>
                  </a:lnTo>
                  <a:lnTo>
                    <a:pt x="327088" y="623792"/>
                  </a:lnTo>
                  <a:lnTo>
                    <a:pt x="327088" y="623221"/>
                  </a:lnTo>
                  <a:lnTo>
                    <a:pt x="327374" y="621983"/>
                  </a:lnTo>
                  <a:lnTo>
                    <a:pt x="326612" y="612839"/>
                  </a:lnTo>
                  <a:lnTo>
                    <a:pt x="326898" y="611600"/>
                  </a:lnTo>
                  <a:lnTo>
                    <a:pt x="327660" y="610648"/>
                  </a:lnTo>
                  <a:lnTo>
                    <a:pt x="329184" y="609028"/>
                  </a:lnTo>
                  <a:lnTo>
                    <a:pt x="329946" y="606647"/>
                  </a:lnTo>
                  <a:lnTo>
                    <a:pt x="330136" y="606361"/>
                  </a:lnTo>
                  <a:lnTo>
                    <a:pt x="330517" y="606076"/>
                  </a:lnTo>
                  <a:lnTo>
                    <a:pt x="330898" y="605695"/>
                  </a:lnTo>
                  <a:lnTo>
                    <a:pt x="331375" y="604361"/>
                  </a:lnTo>
                  <a:lnTo>
                    <a:pt x="333851" y="600742"/>
                  </a:lnTo>
                  <a:lnTo>
                    <a:pt x="334232" y="599789"/>
                  </a:lnTo>
                  <a:lnTo>
                    <a:pt x="334423" y="598742"/>
                  </a:lnTo>
                  <a:lnTo>
                    <a:pt x="334423" y="597503"/>
                  </a:lnTo>
                  <a:lnTo>
                    <a:pt x="334613" y="596265"/>
                  </a:lnTo>
                  <a:lnTo>
                    <a:pt x="336232" y="592931"/>
                  </a:lnTo>
                  <a:lnTo>
                    <a:pt x="336518" y="591884"/>
                  </a:lnTo>
                  <a:lnTo>
                    <a:pt x="336613" y="588359"/>
                  </a:lnTo>
                  <a:lnTo>
                    <a:pt x="336804" y="587216"/>
                  </a:lnTo>
                  <a:lnTo>
                    <a:pt x="337947" y="584835"/>
                  </a:lnTo>
                  <a:lnTo>
                    <a:pt x="338709" y="583311"/>
                  </a:lnTo>
                  <a:lnTo>
                    <a:pt x="339280" y="582454"/>
                  </a:lnTo>
                  <a:lnTo>
                    <a:pt x="343662" y="577691"/>
                  </a:lnTo>
                  <a:lnTo>
                    <a:pt x="344329" y="576453"/>
                  </a:lnTo>
                  <a:lnTo>
                    <a:pt x="345948" y="569404"/>
                  </a:lnTo>
                  <a:lnTo>
                    <a:pt x="346805" y="567309"/>
                  </a:lnTo>
                  <a:lnTo>
                    <a:pt x="348329" y="565214"/>
                  </a:lnTo>
                  <a:lnTo>
                    <a:pt x="348805" y="564166"/>
                  </a:lnTo>
                  <a:lnTo>
                    <a:pt x="349091" y="561689"/>
                  </a:lnTo>
                  <a:lnTo>
                    <a:pt x="348996" y="561403"/>
                  </a:lnTo>
                  <a:lnTo>
                    <a:pt x="348805" y="561213"/>
                  </a:lnTo>
                  <a:lnTo>
                    <a:pt x="348615" y="561213"/>
                  </a:lnTo>
                  <a:lnTo>
                    <a:pt x="348424" y="561213"/>
                  </a:lnTo>
                  <a:lnTo>
                    <a:pt x="348234" y="561118"/>
                  </a:lnTo>
                  <a:lnTo>
                    <a:pt x="347472" y="560070"/>
                  </a:lnTo>
                  <a:lnTo>
                    <a:pt x="347186" y="559594"/>
                  </a:lnTo>
                  <a:lnTo>
                    <a:pt x="346805" y="557498"/>
                  </a:lnTo>
                  <a:lnTo>
                    <a:pt x="346138" y="556736"/>
                  </a:lnTo>
                  <a:lnTo>
                    <a:pt x="345091" y="556355"/>
                  </a:lnTo>
                  <a:lnTo>
                    <a:pt x="343186" y="555879"/>
                  </a:lnTo>
                  <a:lnTo>
                    <a:pt x="342614" y="555689"/>
                  </a:lnTo>
                  <a:lnTo>
                    <a:pt x="342043" y="555593"/>
                  </a:lnTo>
                  <a:lnTo>
                    <a:pt x="341281" y="555784"/>
                  </a:lnTo>
                  <a:lnTo>
                    <a:pt x="340709" y="556165"/>
                  </a:lnTo>
                  <a:lnTo>
                    <a:pt x="340328" y="556641"/>
                  </a:lnTo>
                  <a:lnTo>
                    <a:pt x="339947" y="556832"/>
                  </a:lnTo>
                  <a:lnTo>
                    <a:pt x="339471" y="556546"/>
                  </a:lnTo>
                  <a:lnTo>
                    <a:pt x="339376" y="555974"/>
                  </a:lnTo>
                  <a:lnTo>
                    <a:pt x="339757" y="555498"/>
                  </a:lnTo>
                  <a:lnTo>
                    <a:pt x="339852" y="555117"/>
                  </a:lnTo>
                  <a:lnTo>
                    <a:pt x="339185" y="554736"/>
                  </a:lnTo>
                  <a:lnTo>
                    <a:pt x="338614" y="554831"/>
                  </a:lnTo>
                  <a:lnTo>
                    <a:pt x="337280" y="555403"/>
                  </a:lnTo>
                  <a:lnTo>
                    <a:pt x="336613" y="555498"/>
                  </a:lnTo>
                  <a:lnTo>
                    <a:pt x="335947" y="555212"/>
                  </a:lnTo>
                  <a:lnTo>
                    <a:pt x="334994" y="554355"/>
                  </a:lnTo>
                  <a:lnTo>
                    <a:pt x="334423" y="553974"/>
                  </a:lnTo>
                  <a:lnTo>
                    <a:pt x="334137" y="553879"/>
                  </a:lnTo>
                  <a:lnTo>
                    <a:pt x="333184" y="553974"/>
                  </a:lnTo>
                  <a:lnTo>
                    <a:pt x="332804" y="553784"/>
                  </a:lnTo>
                  <a:lnTo>
                    <a:pt x="332518" y="553402"/>
                  </a:lnTo>
                  <a:lnTo>
                    <a:pt x="332327" y="553022"/>
                  </a:lnTo>
                  <a:lnTo>
                    <a:pt x="332232" y="552831"/>
                  </a:lnTo>
                  <a:lnTo>
                    <a:pt x="329755" y="552736"/>
                  </a:lnTo>
                  <a:lnTo>
                    <a:pt x="327469" y="553784"/>
                  </a:lnTo>
                  <a:lnTo>
                    <a:pt x="323088" y="556546"/>
                  </a:lnTo>
                  <a:lnTo>
                    <a:pt x="322040" y="556927"/>
                  </a:lnTo>
                  <a:lnTo>
                    <a:pt x="320992" y="557117"/>
                  </a:lnTo>
                  <a:lnTo>
                    <a:pt x="318611" y="557212"/>
                  </a:lnTo>
                  <a:lnTo>
                    <a:pt x="318135" y="557498"/>
                  </a:lnTo>
                  <a:lnTo>
                    <a:pt x="316706" y="559118"/>
                  </a:lnTo>
                  <a:lnTo>
                    <a:pt x="316325" y="559784"/>
                  </a:lnTo>
                  <a:lnTo>
                    <a:pt x="316135" y="560260"/>
                  </a:lnTo>
                  <a:lnTo>
                    <a:pt x="316039" y="560642"/>
                  </a:lnTo>
                  <a:lnTo>
                    <a:pt x="315944" y="561784"/>
                  </a:lnTo>
                  <a:lnTo>
                    <a:pt x="316135" y="562070"/>
                  </a:lnTo>
                  <a:lnTo>
                    <a:pt x="316897" y="562642"/>
                  </a:lnTo>
                  <a:lnTo>
                    <a:pt x="317087" y="562927"/>
                  </a:lnTo>
                  <a:lnTo>
                    <a:pt x="317278" y="566357"/>
                  </a:lnTo>
                  <a:lnTo>
                    <a:pt x="317087" y="567500"/>
                  </a:lnTo>
                  <a:lnTo>
                    <a:pt x="315087" y="570833"/>
                  </a:lnTo>
                  <a:lnTo>
                    <a:pt x="315087" y="571309"/>
                  </a:lnTo>
                  <a:lnTo>
                    <a:pt x="313849" y="574072"/>
                  </a:lnTo>
                  <a:lnTo>
                    <a:pt x="311944" y="575977"/>
                  </a:lnTo>
                  <a:lnTo>
                    <a:pt x="311658" y="576453"/>
                  </a:lnTo>
                  <a:lnTo>
                    <a:pt x="311182" y="576834"/>
                  </a:lnTo>
                  <a:lnTo>
                    <a:pt x="310229" y="577120"/>
                  </a:lnTo>
                  <a:lnTo>
                    <a:pt x="309277" y="577596"/>
                  </a:lnTo>
                  <a:lnTo>
                    <a:pt x="308800" y="578549"/>
                  </a:lnTo>
                  <a:lnTo>
                    <a:pt x="309181" y="580834"/>
                  </a:lnTo>
                  <a:lnTo>
                    <a:pt x="311182" y="585026"/>
                  </a:lnTo>
                  <a:lnTo>
                    <a:pt x="311753" y="587407"/>
                  </a:lnTo>
                  <a:lnTo>
                    <a:pt x="310991" y="593884"/>
                  </a:lnTo>
                  <a:lnTo>
                    <a:pt x="311372" y="596170"/>
                  </a:lnTo>
                  <a:lnTo>
                    <a:pt x="312039" y="598456"/>
                  </a:lnTo>
                  <a:lnTo>
                    <a:pt x="312230" y="599789"/>
                  </a:lnTo>
                  <a:lnTo>
                    <a:pt x="311944" y="600742"/>
                  </a:lnTo>
                  <a:lnTo>
                    <a:pt x="310515" y="602456"/>
                  </a:lnTo>
                  <a:lnTo>
                    <a:pt x="309563" y="602933"/>
                  </a:lnTo>
                  <a:lnTo>
                    <a:pt x="308515" y="602361"/>
                  </a:lnTo>
                  <a:lnTo>
                    <a:pt x="307181" y="603218"/>
                  </a:lnTo>
                  <a:lnTo>
                    <a:pt x="304324" y="606171"/>
                  </a:lnTo>
                  <a:lnTo>
                    <a:pt x="303181" y="606743"/>
                  </a:lnTo>
                  <a:lnTo>
                    <a:pt x="300514" y="607314"/>
                  </a:lnTo>
                  <a:lnTo>
                    <a:pt x="299752" y="607790"/>
                  </a:lnTo>
                  <a:lnTo>
                    <a:pt x="298894" y="607409"/>
                  </a:lnTo>
                  <a:lnTo>
                    <a:pt x="295465" y="606743"/>
                  </a:lnTo>
                  <a:lnTo>
                    <a:pt x="294227" y="606743"/>
                  </a:lnTo>
                  <a:lnTo>
                    <a:pt x="292036" y="607314"/>
                  </a:lnTo>
                  <a:lnTo>
                    <a:pt x="290989" y="607409"/>
                  </a:lnTo>
                  <a:lnTo>
                    <a:pt x="290322" y="607885"/>
                  </a:lnTo>
                  <a:lnTo>
                    <a:pt x="289369" y="610267"/>
                  </a:lnTo>
                  <a:lnTo>
                    <a:pt x="287369" y="613886"/>
                  </a:lnTo>
                  <a:lnTo>
                    <a:pt x="286798" y="614458"/>
                  </a:lnTo>
                  <a:lnTo>
                    <a:pt x="286798" y="614743"/>
                  </a:lnTo>
                  <a:lnTo>
                    <a:pt x="287560" y="616268"/>
                  </a:lnTo>
                  <a:lnTo>
                    <a:pt x="287560" y="617982"/>
                  </a:lnTo>
                  <a:lnTo>
                    <a:pt x="287274" y="619982"/>
                  </a:lnTo>
                  <a:lnTo>
                    <a:pt x="287274" y="622078"/>
                  </a:lnTo>
                  <a:lnTo>
                    <a:pt x="287560" y="621887"/>
                  </a:lnTo>
                  <a:lnTo>
                    <a:pt x="288417" y="621506"/>
                  </a:lnTo>
                  <a:lnTo>
                    <a:pt x="288703" y="621316"/>
                  </a:lnTo>
                  <a:lnTo>
                    <a:pt x="288703" y="622078"/>
                  </a:lnTo>
                  <a:lnTo>
                    <a:pt x="288417" y="623507"/>
                  </a:lnTo>
                  <a:lnTo>
                    <a:pt x="288322" y="624268"/>
                  </a:lnTo>
                  <a:lnTo>
                    <a:pt x="288607" y="624078"/>
                  </a:lnTo>
                  <a:lnTo>
                    <a:pt x="289179" y="623792"/>
                  </a:lnTo>
                  <a:lnTo>
                    <a:pt x="289465" y="623602"/>
                  </a:lnTo>
                  <a:lnTo>
                    <a:pt x="290417" y="624554"/>
                  </a:lnTo>
                  <a:lnTo>
                    <a:pt x="290608" y="625031"/>
                  </a:lnTo>
                  <a:lnTo>
                    <a:pt x="290227" y="625507"/>
                  </a:lnTo>
                  <a:lnTo>
                    <a:pt x="290417" y="625602"/>
                  </a:lnTo>
                  <a:close/>
                  <a:moveTo>
                    <a:pt x="256127" y="426910"/>
                  </a:moveTo>
                  <a:lnTo>
                    <a:pt x="257746" y="428625"/>
                  </a:lnTo>
                  <a:lnTo>
                    <a:pt x="258604" y="430054"/>
                  </a:lnTo>
                  <a:lnTo>
                    <a:pt x="259175" y="430435"/>
                  </a:lnTo>
                  <a:lnTo>
                    <a:pt x="259651" y="430625"/>
                  </a:lnTo>
                  <a:lnTo>
                    <a:pt x="260604" y="430720"/>
                  </a:lnTo>
                  <a:lnTo>
                    <a:pt x="261080" y="430816"/>
                  </a:lnTo>
                  <a:lnTo>
                    <a:pt x="262890" y="432435"/>
                  </a:lnTo>
                  <a:lnTo>
                    <a:pt x="263461" y="432721"/>
                  </a:lnTo>
                  <a:lnTo>
                    <a:pt x="263938" y="433102"/>
                  </a:lnTo>
                  <a:lnTo>
                    <a:pt x="264700" y="433864"/>
                  </a:lnTo>
                  <a:lnTo>
                    <a:pt x="265557" y="434435"/>
                  </a:lnTo>
                  <a:lnTo>
                    <a:pt x="266414" y="434245"/>
                  </a:lnTo>
                  <a:lnTo>
                    <a:pt x="268033" y="432816"/>
                  </a:lnTo>
                  <a:lnTo>
                    <a:pt x="268510" y="431864"/>
                  </a:lnTo>
                  <a:lnTo>
                    <a:pt x="268033" y="430720"/>
                  </a:lnTo>
                  <a:lnTo>
                    <a:pt x="269176" y="429197"/>
                  </a:lnTo>
                  <a:lnTo>
                    <a:pt x="272224" y="426053"/>
                  </a:lnTo>
                  <a:lnTo>
                    <a:pt x="272701" y="424434"/>
                  </a:lnTo>
                  <a:lnTo>
                    <a:pt x="272415" y="423958"/>
                  </a:lnTo>
                  <a:lnTo>
                    <a:pt x="271463" y="423291"/>
                  </a:lnTo>
                  <a:lnTo>
                    <a:pt x="271272" y="422815"/>
                  </a:lnTo>
                  <a:lnTo>
                    <a:pt x="271272" y="421862"/>
                  </a:lnTo>
                  <a:lnTo>
                    <a:pt x="271272" y="421481"/>
                  </a:lnTo>
                  <a:lnTo>
                    <a:pt x="271748" y="421481"/>
                  </a:lnTo>
                  <a:lnTo>
                    <a:pt x="272129" y="421386"/>
                  </a:lnTo>
                  <a:lnTo>
                    <a:pt x="272320" y="421100"/>
                  </a:lnTo>
                  <a:lnTo>
                    <a:pt x="271939" y="420148"/>
                  </a:lnTo>
                  <a:lnTo>
                    <a:pt x="270986" y="419386"/>
                  </a:lnTo>
                  <a:lnTo>
                    <a:pt x="269843" y="419100"/>
                  </a:lnTo>
                  <a:lnTo>
                    <a:pt x="269081" y="419576"/>
                  </a:lnTo>
                  <a:lnTo>
                    <a:pt x="268796" y="419481"/>
                  </a:lnTo>
                  <a:lnTo>
                    <a:pt x="268224" y="419100"/>
                  </a:lnTo>
                  <a:lnTo>
                    <a:pt x="268033" y="418909"/>
                  </a:lnTo>
                  <a:lnTo>
                    <a:pt x="268510" y="418433"/>
                  </a:lnTo>
                  <a:lnTo>
                    <a:pt x="268319" y="417862"/>
                  </a:lnTo>
                  <a:lnTo>
                    <a:pt x="267748" y="417576"/>
                  </a:lnTo>
                  <a:lnTo>
                    <a:pt x="266986" y="417862"/>
                  </a:lnTo>
                  <a:lnTo>
                    <a:pt x="267176" y="417100"/>
                  </a:lnTo>
                  <a:lnTo>
                    <a:pt x="266986" y="416528"/>
                  </a:lnTo>
                  <a:lnTo>
                    <a:pt x="266509" y="416052"/>
                  </a:lnTo>
                  <a:lnTo>
                    <a:pt x="265843" y="415576"/>
                  </a:lnTo>
                  <a:lnTo>
                    <a:pt x="265366" y="416719"/>
                  </a:lnTo>
                  <a:lnTo>
                    <a:pt x="264223" y="417100"/>
                  </a:lnTo>
                  <a:lnTo>
                    <a:pt x="262985" y="416814"/>
                  </a:lnTo>
                  <a:lnTo>
                    <a:pt x="262128" y="415957"/>
                  </a:lnTo>
                  <a:lnTo>
                    <a:pt x="261842" y="416242"/>
                  </a:lnTo>
                  <a:lnTo>
                    <a:pt x="261271" y="416814"/>
                  </a:lnTo>
                  <a:lnTo>
                    <a:pt x="260985" y="417100"/>
                  </a:lnTo>
                  <a:lnTo>
                    <a:pt x="259842" y="415385"/>
                  </a:lnTo>
                  <a:lnTo>
                    <a:pt x="259080" y="414623"/>
                  </a:lnTo>
                  <a:lnTo>
                    <a:pt x="258318" y="414814"/>
                  </a:lnTo>
                  <a:lnTo>
                    <a:pt x="258127" y="415195"/>
                  </a:lnTo>
                  <a:lnTo>
                    <a:pt x="258032" y="416719"/>
                  </a:lnTo>
                  <a:lnTo>
                    <a:pt x="257842" y="417195"/>
                  </a:lnTo>
                  <a:lnTo>
                    <a:pt x="256413" y="419672"/>
                  </a:lnTo>
                  <a:lnTo>
                    <a:pt x="256032" y="420148"/>
                  </a:lnTo>
                  <a:lnTo>
                    <a:pt x="255841" y="420910"/>
                  </a:lnTo>
                  <a:lnTo>
                    <a:pt x="255841" y="423767"/>
                  </a:lnTo>
                  <a:lnTo>
                    <a:pt x="256032" y="424529"/>
                  </a:lnTo>
                  <a:lnTo>
                    <a:pt x="256032" y="424910"/>
                  </a:lnTo>
                  <a:lnTo>
                    <a:pt x="255841" y="426149"/>
                  </a:lnTo>
                  <a:lnTo>
                    <a:pt x="256127" y="426910"/>
                  </a:lnTo>
                  <a:close/>
                  <a:moveTo>
                    <a:pt x="360045" y="541782"/>
                  </a:moveTo>
                  <a:lnTo>
                    <a:pt x="358521" y="537496"/>
                  </a:lnTo>
                  <a:lnTo>
                    <a:pt x="358235" y="536924"/>
                  </a:lnTo>
                  <a:lnTo>
                    <a:pt x="357759" y="536734"/>
                  </a:lnTo>
                  <a:lnTo>
                    <a:pt x="357092" y="537210"/>
                  </a:lnTo>
                  <a:lnTo>
                    <a:pt x="356235" y="538258"/>
                  </a:lnTo>
                  <a:lnTo>
                    <a:pt x="355854" y="538925"/>
                  </a:lnTo>
                  <a:lnTo>
                    <a:pt x="355663" y="539496"/>
                  </a:lnTo>
                  <a:lnTo>
                    <a:pt x="355854" y="540734"/>
                  </a:lnTo>
                  <a:lnTo>
                    <a:pt x="357188" y="544163"/>
                  </a:lnTo>
                  <a:lnTo>
                    <a:pt x="357854" y="545020"/>
                  </a:lnTo>
                  <a:lnTo>
                    <a:pt x="358045" y="544925"/>
                  </a:lnTo>
                  <a:lnTo>
                    <a:pt x="361474" y="544544"/>
                  </a:lnTo>
                  <a:lnTo>
                    <a:pt x="361664" y="544163"/>
                  </a:lnTo>
                  <a:lnTo>
                    <a:pt x="361283" y="543592"/>
                  </a:lnTo>
                  <a:lnTo>
                    <a:pt x="360712" y="542830"/>
                  </a:lnTo>
                  <a:lnTo>
                    <a:pt x="360045" y="541782"/>
                  </a:lnTo>
                  <a:close/>
                  <a:moveTo>
                    <a:pt x="333565" y="455295"/>
                  </a:moveTo>
                  <a:lnTo>
                    <a:pt x="333184" y="452628"/>
                  </a:lnTo>
                  <a:lnTo>
                    <a:pt x="332804" y="451961"/>
                  </a:lnTo>
                  <a:lnTo>
                    <a:pt x="332613" y="451390"/>
                  </a:lnTo>
                  <a:lnTo>
                    <a:pt x="332232" y="450914"/>
                  </a:lnTo>
                  <a:lnTo>
                    <a:pt x="331375" y="450437"/>
                  </a:lnTo>
                  <a:lnTo>
                    <a:pt x="330327" y="450914"/>
                  </a:lnTo>
                  <a:lnTo>
                    <a:pt x="328993" y="450437"/>
                  </a:lnTo>
                  <a:lnTo>
                    <a:pt x="327755" y="449580"/>
                  </a:lnTo>
                  <a:lnTo>
                    <a:pt x="326898" y="448723"/>
                  </a:lnTo>
                  <a:lnTo>
                    <a:pt x="326136" y="447008"/>
                  </a:lnTo>
                  <a:lnTo>
                    <a:pt x="326041" y="446818"/>
                  </a:lnTo>
                  <a:lnTo>
                    <a:pt x="325850" y="446151"/>
                  </a:lnTo>
                  <a:lnTo>
                    <a:pt x="325088" y="444817"/>
                  </a:lnTo>
                  <a:lnTo>
                    <a:pt x="324898" y="444151"/>
                  </a:lnTo>
                  <a:lnTo>
                    <a:pt x="324707" y="443865"/>
                  </a:lnTo>
                  <a:lnTo>
                    <a:pt x="323469" y="442817"/>
                  </a:lnTo>
                  <a:lnTo>
                    <a:pt x="322421" y="440626"/>
                  </a:lnTo>
                  <a:lnTo>
                    <a:pt x="321564" y="439388"/>
                  </a:lnTo>
                  <a:lnTo>
                    <a:pt x="321088" y="438817"/>
                  </a:lnTo>
                  <a:lnTo>
                    <a:pt x="320516" y="438341"/>
                  </a:lnTo>
                  <a:lnTo>
                    <a:pt x="319278" y="437483"/>
                  </a:lnTo>
                  <a:lnTo>
                    <a:pt x="318611" y="437102"/>
                  </a:lnTo>
                  <a:lnTo>
                    <a:pt x="317944" y="436912"/>
                  </a:lnTo>
                  <a:lnTo>
                    <a:pt x="317754" y="438245"/>
                  </a:lnTo>
                  <a:lnTo>
                    <a:pt x="316992" y="438626"/>
                  </a:lnTo>
                  <a:lnTo>
                    <a:pt x="316135" y="438722"/>
                  </a:lnTo>
                  <a:lnTo>
                    <a:pt x="315373" y="439198"/>
                  </a:lnTo>
                  <a:lnTo>
                    <a:pt x="315373" y="439865"/>
                  </a:lnTo>
                  <a:lnTo>
                    <a:pt x="315754" y="442912"/>
                  </a:lnTo>
                  <a:lnTo>
                    <a:pt x="316992" y="444246"/>
                  </a:lnTo>
                  <a:lnTo>
                    <a:pt x="320230" y="445008"/>
                  </a:lnTo>
                  <a:lnTo>
                    <a:pt x="321564" y="445865"/>
                  </a:lnTo>
                  <a:lnTo>
                    <a:pt x="321755" y="446246"/>
                  </a:lnTo>
                  <a:lnTo>
                    <a:pt x="321850" y="446723"/>
                  </a:lnTo>
                  <a:lnTo>
                    <a:pt x="322040" y="447103"/>
                  </a:lnTo>
                  <a:lnTo>
                    <a:pt x="322516" y="447294"/>
                  </a:lnTo>
                  <a:lnTo>
                    <a:pt x="322612" y="447580"/>
                  </a:lnTo>
                  <a:lnTo>
                    <a:pt x="323564" y="448532"/>
                  </a:lnTo>
                  <a:lnTo>
                    <a:pt x="323755" y="448627"/>
                  </a:lnTo>
                  <a:lnTo>
                    <a:pt x="324136" y="449390"/>
                  </a:lnTo>
                  <a:lnTo>
                    <a:pt x="328136" y="452914"/>
                  </a:lnTo>
                  <a:lnTo>
                    <a:pt x="328993" y="453390"/>
                  </a:lnTo>
                  <a:lnTo>
                    <a:pt x="330994" y="453771"/>
                  </a:lnTo>
                  <a:lnTo>
                    <a:pt x="331756" y="454247"/>
                  </a:lnTo>
                  <a:lnTo>
                    <a:pt x="332899" y="455390"/>
                  </a:lnTo>
                  <a:lnTo>
                    <a:pt x="336423" y="460343"/>
                  </a:lnTo>
                  <a:lnTo>
                    <a:pt x="338233" y="461677"/>
                  </a:lnTo>
                  <a:lnTo>
                    <a:pt x="337471" y="459391"/>
                  </a:lnTo>
                  <a:lnTo>
                    <a:pt x="333565" y="455295"/>
                  </a:lnTo>
                  <a:close/>
                  <a:moveTo>
                    <a:pt x="299180" y="581977"/>
                  </a:moveTo>
                  <a:lnTo>
                    <a:pt x="300799" y="580549"/>
                  </a:lnTo>
                  <a:lnTo>
                    <a:pt x="302038" y="578644"/>
                  </a:lnTo>
                  <a:lnTo>
                    <a:pt x="303847" y="574453"/>
                  </a:lnTo>
                  <a:lnTo>
                    <a:pt x="304705" y="571500"/>
                  </a:lnTo>
                  <a:lnTo>
                    <a:pt x="304705" y="568643"/>
                  </a:lnTo>
                  <a:lnTo>
                    <a:pt x="303276" y="566452"/>
                  </a:lnTo>
                  <a:lnTo>
                    <a:pt x="302705" y="566166"/>
                  </a:lnTo>
                  <a:lnTo>
                    <a:pt x="301180" y="565023"/>
                  </a:lnTo>
                  <a:lnTo>
                    <a:pt x="300609" y="565785"/>
                  </a:lnTo>
                  <a:lnTo>
                    <a:pt x="299847" y="566452"/>
                  </a:lnTo>
                  <a:lnTo>
                    <a:pt x="299275" y="567214"/>
                  </a:lnTo>
                  <a:lnTo>
                    <a:pt x="298704" y="569214"/>
                  </a:lnTo>
                  <a:lnTo>
                    <a:pt x="297942" y="569595"/>
                  </a:lnTo>
                  <a:lnTo>
                    <a:pt x="296989" y="569785"/>
                  </a:lnTo>
                  <a:lnTo>
                    <a:pt x="296132" y="570167"/>
                  </a:lnTo>
                  <a:lnTo>
                    <a:pt x="295561" y="570833"/>
                  </a:lnTo>
                  <a:lnTo>
                    <a:pt x="294704" y="572452"/>
                  </a:lnTo>
                  <a:lnTo>
                    <a:pt x="294132" y="573215"/>
                  </a:lnTo>
                  <a:lnTo>
                    <a:pt x="293751" y="574072"/>
                  </a:lnTo>
                  <a:lnTo>
                    <a:pt x="293656" y="575215"/>
                  </a:lnTo>
                  <a:lnTo>
                    <a:pt x="294037" y="576072"/>
                  </a:lnTo>
                  <a:lnTo>
                    <a:pt x="294989" y="576262"/>
                  </a:lnTo>
                  <a:lnTo>
                    <a:pt x="294608" y="576739"/>
                  </a:lnTo>
                  <a:lnTo>
                    <a:pt x="293751" y="577120"/>
                  </a:lnTo>
                  <a:lnTo>
                    <a:pt x="293560" y="577501"/>
                  </a:lnTo>
                  <a:lnTo>
                    <a:pt x="293465" y="578072"/>
                  </a:lnTo>
                  <a:lnTo>
                    <a:pt x="293084" y="578358"/>
                  </a:lnTo>
                  <a:lnTo>
                    <a:pt x="292608" y="578453"/>
                  </a:lnTo>
                  <a:lnTo>
                    <a:pt x="291941" y="578453"/>
                  </a:lnTo>
                  <a:lnTo>
                    <a:pt x="291274" y="578739"/>
                  </a:lnTo>
                  <a:lnTo>
                    <a:pt x="291465" y="579310"/>
                  </a:lnTo>
                  <a:lnTo>
                    <a:pt x="291941" y="579787"/>
                  </a:lnTo>
                  <a:lnTo>
                    <a:pt x="292132" y="579882"/>
                  </a:lnTo>
                  <a:lnTo>
                    <a:pt x="292322" y="579977"/>
                  </a:lnTo>
                  <a:lnTo>
                    <a:pt x="292989" y="580073"/>
                  </a:lnTo>
                  <a:lnTo>
                    <a:pt x="293275" y="580263"/>
                  </a:lnTo>
                  <a:lnTo>
                    <a:pt x="293275" y="580453"/>
                  </a:lnTo>
                  <a:lnTo>
                    <a:pt x="293180" y="581120"/>
                  </a:lnTo>
                  <a:lnTo>
                    <a:pt x="293180" y="581406"/>
                  </a:lnTo>
                  <a:lnTo>
                    <a:pt x="293560" y="582549"/>
                  </a:lnTo>
                  <a:lnTo>
                    <a:pt x="293751" y="583025"/>
                  </a:lnTo>
                  <a:lnTo>
                    <a:pt x="294037" y="583216"/>
                  </a:lnTo>
                  <a:lnTo>
                    <a:pt x="294608" y="583025"/>
                  </a:lnTo>
                  <a:lnTo>
                    <a:pt x="295561" y="582263"/>
                  </a:lnTo>
                  <a:lnTo>
                    <a:pt x="295846" y="582073"/>
                  </a:lnTo>
                  <a:lnTo>
                    <a:pt x="296227" y="581692"/>
                  </a:lnTo>
                  <a:lnTo>
                    <a:pt x="297085" y="581025"/>
                  </a:lnTo>
                  <a:lnTo>
                    <a:pt x="297656" y="581025"/>
                  </a:lnTo>
                  <a:lnTo>
                    <a:pt x="297085" y="582454"/>
                  </a:lnTo>
                  <a:lnTo>
                    <a:pt x="299180" y="581977"/>
                  </a:lnTo>
                  <a:close/>
                  <a:moveTo>
                    <a:pt x="357949" y="629317"/>
                  </a:moveTo>
                  <a:lnTo>
                    <a:pt x="358711" y="629507"/>
                  </a:lnTo>
                  <a:lnTo>
                    <a:pt x="359759" y="629412"/>
                  </a:lnTo>
                  <a:lnTo>
                    <a:pt x="360807" y="629031"/>
                  </a:lnTo>
                  <a:lnTo>
                    <a:pt x="362902" y="627507"/>
                  </a:lnTo>
                  <a:lnTo>
                    <a:pt x="363855" y="626459"/>
                  </a:lnTo>
                  <a:lnTo>
                    <a:pt x="364141" y="625793"/>
                  </a:lnTo>
                  <a:lnTo>
                    <a:pt x="363760" y="625316"/>
                  </a:lnTo>
                  <a:lnTo>
                    <a:pt x="362712" y="624650"/>
                  </a:lnTo>
                  <a:lnTo>
                    <a:pt x="361664" y="624840"/>
                  </a:lnTo>
                  <a:lnTo>
                    <a:pt x="359664" y="625697"/>
                  </a:lnTo>
                  <a:lnTo>
                    <a:pt x="358807" y="626174"/>
                  </a:lnTo>
                  <a:lnTo>
                    <a:pt x="358235" y="626650"/>
                  </a:lnTo>
                  <a:lnTo>
                    <a:pt x="357854" y="627031"/>
                  </a:lnTo>
                  <a:lnTo>
                    <a:pt x="357378" y="627317"/>
                  </a:lnTo>
                  <a:lnTo>
                    <a:pt x="356711" y="627507"/>
                  </a:lnTo>
                  <a:lnTo>
                    <a:pt x="356711" y="627698"/>
                  </a:lnTo>
                  <a:lnTo>
                    <a:pt x="357283" y="628078"/>
                  </a:lnTo>
                  <a:lnTo>
                    <a:pt x="357949" y="629317"/>
                  </a:lnTo>
                  <a:close/>
                  <a:moveTo>
                    <a:pt x="379857" y="494919"/>
                  </a:moveTo>
                  <a:lnTo>
                    <a:pt x="379190" y="495491"/>
                  </a:lnTo>
                  <a:lnTo>
                    <a:pt x="378809" y="496157"/>
                  </a:lnTo>
                  <a:lnTo>
                    <a:pt x="379000" y="496634"/>
                  </a:lnTo>
                  <a:lnTo>
                    <a:pt x="379762" y="496919"/>
                  </a:lnTo>
                  <a:lnTo>
                    <a:pt x="380524" y="496824"/>
                  </a:lnTo>
                  <a:lnTo>
                    <a:pt x="381571" y="496157"/>
                  </a:lnTo>
                  <a:lnTo>
                    <a:pt x="382143" y="495681"/>
                  </a:lnTo>
                  <a:lnTo>
                    <a:pt x="383191" y="495586"/>
                  </a:lnTo>
                  <a:lnTo>
                    <a:pt x="383096" y="495014"/>
                  </a:lnTo>
                  <a:lnTo>
                    <a:pt x="381952" y="494633"/>
                  </a:lnTo>
                  <a:lnTo>
                    <a:pt x="380714" y="494728"/>
                  </a:lnTo>
                  <a:lnTo>
                    <a:pt x="379857" y="494919"/>
                  </a:lnTo>
                  <a:close/>
                  <a:moveTo>
                    <a:pt x="280035" y="466058"/>
                  </a:moveTo>
                  <a:lnTo>
                    <a:pt x="279749" y="466534"/>
                  </a:lnTo>
                  <a:lnTo>
                    <a:pt x="279368" y="467677"/>
                  </a:lnTo>
                  <a:lnTo>
                    <a:pt x="279178" y="467963"/>
                  </a:lnTo>
                  <a:lnTo>
                    <a:pt x="278797" y="468154"/>
                  </a:lnTo>
                  <a:lnTo>
                    <a:pt x="278701" y="468440"/>
                  </a:lnTo>
                  <a:lnTo>
                    <a:pt x="278701" y="468820"/>
                  </a:lnTo>
                  <a:lnTo>
                    <a:pt x="278797" y="469106"/>
                  </a:lnTo>
                  <a:lnTo>
                    <a:pt x="278892" y="469392"/>
                  </a:lnTo>
                  <a:lnTo>
                    <a:pt x="278892" y="469583"/>
                  </a:lnTo>
                  <a:lnTo>
                    <a:pt x="278892" y="470725"/>
                  </a:lnTo>
                  <a:lnTo>
                    <a:pt x="279082" y="471678"/>
                  </a:lnTo>
                  <a:lnTo>
                    <a:pt x="279559" y="472631"/>
                  </a:lnTo>
                  <a:lnTo>
                    <a:pt x="280416" y="473678"/>
                  </a:lnTo>
                  <a:lnTo>
                    <a:pt x="282035" y="472250"/>
                  </a:lnTo>
                  <a:lnTo>
                    <a:pt x="282130" y="470344"/>
                  </a:lnTo>
                  <a:lnTo>
                    <a:pt x="281368" y="468344"/>
                  </a:lnTo>
                  <a:lnTo>
                    <a:pt x="280416" y="466630"/>
                  </a:lnTo>
                  <a:lnTo>
                    <a:pt x="280416" y="465868"/>
                  </a:lnTo>
                  <a:lnTo>
                    <a:pt x="280035" y="466058"/>
                  </a:lnTo>
                  <a:close/>
                  <a:moveTo>
                    <a:pt x="348234" y="475393"/>
                  </a:moveTo>
                  <a:lnTo>
                    <a:pt x="347567" y="474535"/>
                  </a:lnTo>
                  <a:lnTo>
                    <a:pt x="347281" y="474345"/>
                  </a:lnTo>
                  <a:lnTo>
                    <a:pt x="345472" y="474345"/>
                  </a:lnTo>
                  <a:lnTo>
                    <a:pt x="344519" y="473964"/>
                  </a:lnTo>
                  <a:lnTo>
                    <a:pt x="343662" y="473297"/>
                  </a:lnTo>
                  <a:lnTo>
                    <a:pt x="341947" y="471583"/>
                  </a:lnTo>
                  <a:lnTo>
                    <a:pt x="341185" y="471202"/>
                  </a:lnTo>
                  <a:lnTo>
                    <a:pt x="340138" y="471107"/>
                  </a:lnTo>
                  <a:lnTo>
                    <a:pt x="339280" y="471202"/>
                  </a:lnTo>
                  <a:lnTo>
                    <a:pt x="338899" y="471583"/>
                  </a:lnTo>
                  <a:lnTo>
                    <a:pt x="338709" y="471583"/>
                  </a:lnTo>
                  <a:lnTo>
                    <a:pt x="338328" y="472154"/>
                  </a:lnTo>
                  <a:lnTo>
                    <a:pt x="338042" y="472821"/>
                  </a:lnTo>
                  <a:lnTo>
                    <a:pt x="338138" y="472821"/>
                  </a:lnTo>
                  <a:lnTo>
                    <a:pt x="338042" y="473011"/>
                  </a:lnTo>
                  <a:lnTo>
                    <a:pt x="338042" y="473488"/>
                  </a:lnTo>
                  <a:lnTo>
                    <a:pt x="337947" y="473678"/>
                  </a:lnTo>
                  <a:lnTo>
                    <a:pt x="337756" y="473774"/>
                  </a:lnTo>
                  <a:lnTo>
                    <a:pt x="337185" y="473774"/>
                  </a:lnTo>
                  <a:lnTo>
                    <a:pt x="337090" y="473774"/>
                  </a:lnTo>
                  <a:lnTo>
                    <a:pt x="336137" y="475012"/>
                  </a:lnTo>
                  <a:lnTo>
                    <a:pt x="335471" y="475393"/>
                  </a:lnTo>
                  <a:lnTo>
                    <a:pt x="335185" y="474726"/>
                  </a:lnTo>
                  <a:lnTo>
                    <a:pt x="335471" y="473774"/>
                  </a:lnTo>
                  <a:lnTo>
                    <a:pt x="336137" y="473202"/>
                  </a:lnTo>
                  <a:lnTo>
                    <a:pt x="336804" y="472726"/>
                  </a:lnTo>
                  <a:lnTo>
                    <a:pt x="337090" y="472345"/>
                  </a:lnTo>
                  <a:lnTo>
                    <a:pt x="336232" y="470440"/>
                  </a:lnTo>
                  <a:lnTo>
                    <a:pt x="336137" y="469583"/>
                  </a:lnTo>
                  <a:lnTo>
                    <a:pt x="337090" y="469773"/>
                  </a:lnTo>
                  <a:lnTo>
                    <a:pt x="337090" y="469583"/>
                  </a:lnTo>
                  <a:lnTo>
                    <a:pt x="337185" y="469487"/>
                  </a:lnTo>
                  <a:lnTo>
                    <a:pt x="336709" y="469392"/>
                  </a:lnTo>
                  <a:lnTo>
                    <a:pt x="336232" y="469106"/>
                  </a:lnTo>
                  <a:lnTo>
                    <a:pt x="335851" y="468725"/>
                  </a:lnTo>
                  <a:lnTo>
                    <a:pt x="335375" y="468344"/>
                  </a:lnTo>
                  <a:lnTo>
                    <a:pt x="334613" y="468154"/>
                  </a:lnTo>
                  <a:lnTo>
                    <a:pt x="333089" y="467868"/>
                  </a:lnTo>
                  <a:lnTo>
                    <a:pt x="332327" y="467487"/>
                  </a:lnTo>
                  <a:lnTo>
                    <a:pt x="331756" y="467201"/>
                  </a:lnTo>
                  <a:lnTo>
                    <a:pt x="331184" y="467011"/>
                  </a:lnTo>
                  <a:lnTo>
                    <a:pt x="330803" y="467106"/>
                  </a:lnTo>
                  <a:lnTo>
                    <a:pt x="330613" y="467773"/>
                  </a:lnTo>
                  <a:lnTo>
                    <a:pt x="331184" y="473964"/>
                  </a:lnTo>
                  <a:lnTo>
                    <a:pt x="331851" y="474535"/>
                  </a:lnTo>
                  <a:lnTo>
                    <a:pt x="332327" y="474917"/>
                  </a:lnTo>
                  <a:lnTo>
                    <a:pt x="332613" y="475298"/>
                  </a:lnTo>
                  <a:lnTo>
                    <a:pt x="332708" y="476155"/>
                  </a:lnTo>
                  <a:lnTo>
                    <a:pt x="332518" y="477393"/>
                  </a:lnTo>
                  <a:lnTo>
                    <a:pt x="331756" y="480060"/>
                  </a:lnTo>
                  <a:lnTo>
                    <a:pt x="331565" y="481679"/>
                  </a:lnTo>
                  <a:lnTo>
                    <a:pt x="331375" y="482441"/>
                  </a:lnTo>
                  <a:lnTo>
                    <a:pt x="329946" y="484442"/>
                  </a:lnTo>
                  <a:lnTo>
                    <a:pt x="329851" y="484537"/>
                  </a:lnTo>
                  <a:lnTo>
                    <a:pt x="329755" y="484632"/>
                  </a:lnTo>
                  <a:lnTo>
                    <a:pt x="329851" y="486251"/>
                  </a:lnTo>
                  <a:lnTo>
                    <a:pt x="329851" y="486632"/>
                  </a:lnTo>
                  <a:lnTo>
                    <a:pt x="330803" y="486251"/>
                  </a:lnTo>
                  <a:lnTo>
                    <a:pt x="331946" y="486156"/>
                  </a:lnTo>
                  <a:lnTo>
                    <a:pt x="333756" y="486251"/>
                  </a:lnTo>
                  <a:lnTo>
                    <a:pt x="333756" y="487204"/>
                  </a:lnTo>
                  <a:lnTo>
                    <a:pt x="333375" y="487680"/>
                  </a:lnTo>
                  <a:lnTo>
                    <a:pt x="332708" y="487966"/>
                  </a:lnTo>
                  <a:lnTo>
                    <a:pt x="331946" y="488442"/>
                  </a:lnTo>
                  <a:lnTo>
                    <a:pt x="332708" y="489394"/>
                  </a:lnTo>
                  <a:lnTo>
                    <a:pt x="332899" y="490061"/>
                  </a:lnTo>
                  <a:lnTo>
                    <a:pt x="332518" y="490347"/>
                  </a:lnTo>
                  <a:lnTo>
                    <a:pt x="331756" y="490442"/>
                  </a:lnTo>
                  <a:lnTo>
                    <a:pt x="331184" y="490823"/>
                  </a:lnTo>
                  <a:lnTo>
                    <a:pt x="330803" y="491395"/>
                  </a:lnTo>
                  <a:lnTo>
                    <a:pt x="330517" y="492157"/>
                  </a:lnTo>
                  <a:lnTo>
                    <a:pt x="329660" y="491776"/>
                  </a:lnTo>
                  <a:lnTo>
                    <a:pt x="329374" y="492728"/>
                  </a:lnTo>
                  <a:lnTo>
                    <a:pt x="329470" y="494728"/>
                  </a:lnTo>
                  <a:lnTo>
                    <a:pt x="329184" y="495300"/>
                  </a:lnTo>
                  <a:lnTo>
                    <a:pt x="328803" y="495776"/>
                  </a:lnTo>
                  <a:lnTo>
                    <a:pt x="328517" y="496348"/>
                  </a:lnTo>
                  <a:lnTo>
                    <a:pt x="328422" y="497110"/>
                  </a:lnTo>
                  <a:lnTo>
                    <a:pt x="328422" y="497776"/>
                  </a:lnTo>
                  <a:lnTo>
                    <a:pt x="328327" y="498253"/>
                  </a:lnTo>
                  <a:lnTo>
                    <a:pt x="328041" y="498634"/>
                  </a:lnTo>
                  <a:lnTo>
                    <a:pt x="327469" y="498729"/>
                  </a:lnTo>
                  <a:lnTo>
                    <a:pt x="326993" y="499205"/>
                  </a:lnTo>
                  <a:lnTo>
                    <a:pt x="326612" y="500253"/>
                  </a:lnTo>
                  <a:lnTo>
                    <a:pt x="326326" y="501491"/>
                  </a:lnTo>
                  <a:lnTo>
                    <a:pt x="326231" y="502539"/>
                  </a:lnTo>
                  <a:lnTo>
                    <a:pt x="326707" y="503206"/>
                  </a:lnTo>
                  <a:lnTo>
                    <a:pt x="327850" y="502539"/>
                  </a:lnTo>
                  <a:lnTo>
                    <a:pt x="332327" y="498443"/>
                  </a:lnTo>
                  <a:lnTo>
                    <a:pt x="335185" y="495014"/>
                  </a:lnTo>
                  <a:lnTo>
                    <a:pt x="335566" y="494252"/>
                  </a:lnTo>
                  <a:lnTo>
                    <a:pt x="335851" y="494062"/>
                  </a:lnTo>
                  <a:lnTo>
                    <a:pt x="336423" y="493967"/>
                  </a:lnTo>
                  <a:lnTo>
                    <a:pt x="336899" y="493776"/>
                  </a:lnTo>
                  <a:lnTo>
                    <a:pt x="337375" y="493204"/>
                  </a:lnTo>
                  <a:lnTo>
                    <a:pt x="337756" y="492538"/>
                  </a:lnTo>
                  <a:lnTo>
                    <a:pt x="338233" y="491109"/>
                  </a:lnTo>
                  <a:lnTo>
                    <a:pt x="339852" y="488823"/>
                  </a:lnTo>
                  <a:lnTo>
                    <a:pt x="340519" y="488156"/>
                  </a:lnTo>
                  <a:lnTo>
                    <a:pt x="341281" y="487775"/>
                  </a:lnTo>
                  <a:lnTo>
                    <a:pt x="342519" y="487394"/>
                  </a:lnTo>
                  <a:lnTo>
                    <a:pt x="343757" y="487299"/>
                  </a:lnTo>
                  <a:lnTo>
                    <a:pt x="344710" y="487680"/>
                  </a:lnTo>
                  <a:lnTo>
                    <a:pt x="345091" y="487966"/>
                  </a:lnTo>
                  <a:lnTo>
                    <a:pt x="346615" y="488633"/>
                  </a:lnTo>
                  <a:lnTo>
                    <a:pt x="346996" y="488918"/>
                  </a:lnTo>
                  <a:lnTo>
                    <a:pt x="347758" y="490061"/>
                  </a:lnTo>
                  <a:lnTo>
                    <a:pt x="349377" y="491681"/>
                  </a:lnTo>
                  <a:lnTo>
                    <a:pt x="350044" y="492538"/>
                  </a:lnTo>
                  <a:lnTo>
                    <a:pt x="350615" y="494633"/>
                  </a:lnTo>
                  <a:lnTo>
                    <a:pt x="351377" y="494824"/>
                  </a:lnTo>
                  <a:lnTo>
                    <a:pt x="352425" y="494728"/>
                  </a:lnTo>
                  <a:lnTo>
                    <a:pt x="353568" y="495109"/>
                  </a:lnTo>
                  <a:lnTo>
                    <a:pt x="352615" y="495205"/>
                  </a:lnTo>
                  <a:lnTo>
                    <a:pt x="352520" y="495872"/>
                  </a:lnTo>
                  <a:lnTo>
                    <a:pt x="352996" y="496634"/>
                  </a:lnTo>
                  <a:lnTo>
                    <a:pt x="354330" y="497205"/>
                  </a:lnTo>
                  <a:lnTo>
                    <a:pt x="354997" y="497776"/>
                  </a:lnTo>
                  <a:lnTo>
                    <a:pt x="355663" y="498539"/>
                  </a:lnTo>
                  <a:lnTo>
                    <a:pt x="356140" y="499205"/>
                  </a:lnTo>
                  <a:lnTo>
                    <a:pt x="356521" y="499205"/>
                  </a:lnTo>
                  <a:lnTo>
                    <a:pt x="356616" y="499015"/>
                  </a:lnTo>
                  <a:lnTo>
                    <a:pt x="356902" y="498539"/>
                  </a:lnTo>
                  <a:lnTo>
                    <a:pt x="357568" y="499967"/>
                  </a:lnTo>
                  <a:lnTo>
                    <a:pt x="356806" y="499967"/>
                  </a:lnTo>
                  <a:lnTo>
                    <a:pt x="356330" y="500253"/>
                  </a:lnTo>
                  <a:lnTo>
                    <a:pt x="355949" y="500729"/>
                  </a:lnTo>
                  <a:lnTo>
                    <a:pt x="355759" y="501396"/>
                  </a:lnTo>
                  <a:lnTo>
                    <a:pt x="356521" y="501872"/>
                  </a:lnTo>
                  <a:lnTo>
                    <a:pt x="357473" y="502825"/>
                  </a:lnTo>
                  <a:lnTo>
                    <a:pt x="358616" y="503396"/>
                  </a:lnTo>
                  <a:lnTo>
                    <a:pt x="359855" y="502825"/>
                  </a:lnTo>
                  <a:lnTo>
                    <a:pt x="361855" y="503682"/>
                  </a:lnTo>
                  <a:lnTo>
                    <a:pt x="362807" y="503873"/>
                  </a:lnTo>
                  <a:lnTo>
                    <a:pt x="363474" y="503492"/>
                  </a:lnTo>
                  <a:lnTo>
                    <a:pt x="364522" y="505016"/>
                  </a:lnTo>
                  <a:lnTo>
                    <a:pt x="365284" y="505777"/>
                  </a:lnTo>
                  <a:lnTo>
                    <a:pt x="367093" y="506349"/>
                  </a:lnTo>
                  <a:lnTo>
                    <a:pt x="368236" y="507587"/>
                  </a:lnTo>
                  <a:lnTo>
                    <a:pt x="369760" y="508159"/>
                  </a:lnTo>
                  <a:lnTo>
                    <a:pt x="371570" y="509683"/>
                  </a:lnTo>
                  <a:lnTo>
                    <a:pt x="372237" y="510445"/>
                  </a:lnTo>
                  <a:lnTo>
                    <a:pt x="373380" y="512635"/>
                  </a:lnTo>
                  <a:lnTo>
                    <a:pt x="374047" y="513588"/>
                  </a:lnTo>
                  <a:lnTo>
                    <a:pt x="374809" y="513493"/>
                  </a:lnTo>
                  <a:lnTo>
                    <a:pt x="374999" y="512635"/>
                  </a:lnTo>
                  <a:lnTo>
                    <a:pt x="374713" y="511588"/>
                  </a:lnTo>
                  <a:lnTo>
                    <a:pt x="374332" y="510540"/>
                  </a:lnTo>
                  <a:lnTo>
                    <a:pt x="374142" y="509683"/>
                  </a:lnTo>
                  <a:lnTo>
                    <a:pt x="374142" y="509111"/>
                  </a:lnTo>
                  <a:lnTo>
                    <a:pt x="374428" y="507683"/>
                  </a:lnTo>
                  <a:lnTo>
                    <a:pt x="374428" y="506444"/>
                  </a:lnTo>
                  <a:lnTo>
                    <a:pt x="374237" y="505682"/>
                  </a:lnTo>
                  <a:lnTo>
                    <a:pt x="372904" y="502920"/>
                  </a:lnTo>
                  <a:lnTo>
                    <a:pt x="371761" y="501396"/>
                  </a:lnTo>
                  <a:lnTo>
                    <a:pt x="371570" y="500825"/>
                  </a:lnTo>
                  <a:lnTo>
                    <a:pt x="372142" y="500348"/>
                  </a:lnTo>
                  <a:lnTo>
                    <a:pt x="371380" y="499491"/>
                  </a:lnTo>
                  <a:lnTo>
                    <a:pt x="371189" y="499110"/>
                  </a:lnTo>
                  <a:lnTo>
                    <a:pt x="370999" y="498539"/>
                  </a:lnTo>
                  <a:lnTo>
                    <a:pt x="371951" y="499205"/>
                  </a:lnTo>
                  <a:lnTo>
                    <a:pt x="372999" y="500825"/>
                  </a:lnTo>
                  <a:lnTo>
                    <a:pt x="373856" y="501396"/>
                  </a:lnTo>
                  <a:lnTo>
                    <a:pt x="373571" y="500539"/>
                  </a:lnTo>
                  <a:lnTo>
                    <a:pt x="373094" y="499586"/>
                  </a:lnTo>
                  <a:lnTo>
                    <a:pt x="370904" y="496824"/>
                  </a:lnTo>
                  <a:lnTo>
                    <a:pt x="370618" y="496348"/>
                  </a:lnTo>
                  <a:lnTo>
                    <a:pt x="370141" y="494538"/>
                  </a:lnTo>
                  <a:lnTo>
                    <a:pt x="369951" y="494062"/>
                  </a:lnTo>
                  <a:lnTo>
                    <a:pt x="369665" y="493776"/>
                  </a:lnTo>
                  <a:lnTo>
                    <a:pt x="368903" y="493490"/>
                  </a:lnTo>
                  <a:lnTo>
                    <a:pt x="368522" y="493300"/>
                  </a:lnTo>
                  <a:lnTo>
                    <a:pt x="365760" y="488823"/>
                  </a:lnTo>
                  <a:lnTo>
                    <a:pt x="365284" y="487775"/>
                  </a:lnTo>
                  <a:lnTo>
                    <a:pt x="365284" y="488156"/>
                  </a:lnTo>
                  <a:lnTo>
                    <a:pt x="364903" y="487490"/>
                  </a:lnTo>
                  <a:lnTo>
                    <a:pt x="364426" y="487585"/>
                  </a:lnTo>
                  <a:lnTo>
                    <a:pt x="363855" y="487966"/>
                  </a:lnTo>
                  <a:lnTo>
                    <a:pt x="363093" y="488061"/>
                  </a:lnTo>
                  <a:lnTo>
                    <a:pt x="361474" y="486442"/>
                  </a:lnTo>
                  <a:lnTo>
                    <a:pt x="360235" y="485680"/>
                  </a:lnTo>
                  <a:lnTo>
                    <a:pt x="359855" y="486537"/>
                  </a:lnTo>
                  <a:lnTo>
                    <a:pt x="360140" y="488918"/>
                  </a:lnTo>
                  <a:lnTo>
                    <a:pt x="358711" y="487490"/>
                  </a:lnTo>
                  <a:lnTo>
                    <a:pt x="355378" y="481775"/>
                  </a:lnTo>
                  <a:lnTo>
                    <a:pt x="354997" y="481298"/>
                  </a:lnTo>
                  <a:lnTo>
                    <a:pt x="354521" y="480917"/>
                  </a:lnTo>
                  <a:lnTo>
                    <a:pt x="353949" y="480536"/>
                  </a:lnTo>
                  <a:lnTo>
                    <a:pt x="353473" y="480441"/>
                  </a:lnTo>
                  <a:lnTo>
                    <a:pt x="352901" y="480441"/>
                  </a:lnTo>
                  <a:lnTo>
                    <a:pt x="352425" y="480346"/>
                  </a:lnTo>
                  <a:lnTo>
                    <a:pt x="352234" y="479965"/>
                  </a:lnTo>
                  <a:lnTo>
                    <a:pt x="351854" y="479108"/>
                  </a:lnTo>
                  <a:lnTo>
                    <a:pt x="351091" y="479203"/>
                  </a:lnTo>
                  <a:lnTo>
                    <a:pt x="349282" y="480155"/>
                  </a:lnTo>
                  <a:lnTo>
                    <a:pt x="349186" y="479489"/>
                  </a:lnTo>
                  <a:lnTo>
                    <a:pt x="349377" y="479012"/>
                  </a:lnTo>
                  <a:lnTo>
                    <a:pt x="349758" y="478726"/>
                  </a:lnTo>
                  <a:lnTo>
                    <a:pt x="350330" y="478631"/>
                  </a:lnTo>
                  <a:lnTo>
                    <a:pt x="350330" y="478250"/>
                  </a:lnTo>
                  <a:lnTo>
                    <a:pt x="349472" y="477774"/>
                  </a:lnTo>
                  <a:lnTo>
                    <a:pt x="348805" y="476726"/>
                  </a:lnTo>
                  <a:lnTo>
                    <a:pt x="348329" y="475678"/>
                  </a:lnTo>
                  <a:lnTo>
                    <a:pt x="348234" y="475393"/>
                  </a:lnTo>
                  <a:close/>
                  <a:moveTo>
                    <a:pt x="382238" y="434816"/>
                  </a:moveTo>
                  <a:lnTo>
                    <a:pt x="381667" y="433864"/>
                  </a:lnTo>
                  <a:lnTo>
                    <a:pt x="380619" y="433292"/>
                  </a:lnTo>
                  <a:lnTo>
                    <a:pt x="378523" y="432721"/>
                  </a:lnTo>
                  <a:lnTo>
                    <a:pt x="377761" y="432816"/>
                  </a:lnTo>
                  <a:lnTo>
                    <a:pt x="377285" y="433102"/>
                  </a:lnTo>
                  <a:lnTo>
                    <a:pt x="375761" y="433673"/>
                  </a:lnTo>
                  <a:lnTo>
                    <a:pt x="374713" y="434054"/>
                  </a:lnTo>
                  <a:lnTo>
                    <a:pt x="374904" y="434435"/>
                  </a:lnTo>
                  <a:lnTo>
                    <a:pt x="376428" y="435007"/>
                  </a:lnTo>
                  <a:lnTo>
                    <a:pt x="377285" y="435197"/>
                  </a:lnTo>
                  <a:lnTo>
                    <a:pt x="378428" y="435197"/>
                  </a:lnTo>
                  <a:lnTo>
                    <a:pt x="379095" y="435388"/>
                  </a:lnTo>
                  <a:lnTo>
                    <a:pt x="379857" y="435674"/>
                  </a:lnTo>
                  <a:lnTo>
                    <a:pt x="381667" y="436054"/>
                  </a:lnTo>
                  <a:lnTo>
                    <a:pt x="382333" y="435769"/>
                  </a:lnTo>
                  <a:lnTo>
                    <a:pt x="382238" y="434816"/>
                  </a:lnTo>
                  <a:close/>
                  <a:moveTo>
                    <a:pt x="272986" y="465201"/>
                  </a:moveTo>
                  <a:lnTo>
                    <a:pt x="273844" y="465296"/>
                  </a:lnTo>
                  <a:lnTo>
                    <a:pt x="274130" y="465106"/>
                  </a:lnTo>
                  <a:lnTo>
                    <a:pt x="274130" y="464249"/>
                  </a:lnTo>
                  <a:lnTo>
                    <a:pt x="273558" y="463772"/>
                  </a:lnTo>
                  <a:lnTo>
                    <a:pt x="271939" y="463296"/>
                  </a:lnTo>
                  <a:lnTo>
                    <a:pt x="271367" y="464629"/>
                  </a:lnTo>
                  <a:lnTo>
                    <a:pt x="269843" y="465392"/>
                  </a:lnTo>
                  <a:lnTo>
                    <a:pt x="266795" y="466249"/>
                  </a:lnTo>
                  <a:lnTo>
                    <a:pt x="265557" y="467297"/>
                  </a:lnTo>
                  <a:lnTo>
                    <a:pt x="265271" y="468440"/>
                  </a:lnTo>
                  <a:lnTo>
                    <a:pt x="265652" y="471583"/>
                  </a:lnTo>
                  <a:lnTo>
                    <a:pt x="265652" y="473392"/>
                  </a:lnTo>
                  <a:lnTo>
                    <a:pt x="265366" y="475393"/>
                  </a:lnTo>
                  <a:lnTo>
                    <a:pt x="264605" y="477012"/>
                  </a:lnTo>
                  <a:lnTo>
                    <a:pt x="262985" y="477679"/>
                  </a:lnTo>
                  <a:lnTo>
                    <a:pt x="262318" y="478726"/>
                  </a:lnTo>
                  <a:lnTo>
                    <a:pt x="261747" y="480917"/>
                  </a:lnTo>
                  <a:lnTo>
                    <a:pt x="261556" y="482917"/>
                  </a:lnTo>
                  <a:lnTo>
                    <a:pt x="262033" y="483299"/>
                  </a:lnTo>
                  <a:lnTo>
                    <a:pt x="264223" y="485489"/>
                  </a:lnTo>
                  <a:lnTo>
                    <a:pt x="264795" y="485775"/>
                  </a:lnTo>
                  <a:lnTo>
                    <a:pt x="265366" y="485870"/>
                  </a:lnTo>
                  <a:lnTo>
                    <a:pt x="265843" y="486156"/>
                  </a:lnTo>
                  <a:lnTo>
                    <a:pt x="266033" y="486823"/>
                  </a:lnTo>
                  <a:lnTo>
                    <a:pt x="265747" y="487966"/>
                  </a:lnTo>
                  <a:lnTo>
                    <a:pt x="265081" y="488537"/>
                  </a:lnTo>
                  <a:lnTo>
                    <a:pt x="264319" y="488347"/>
                  </a:lnTo>
                  <a:lnTo>
                    <a:pt x="263842" y="487109"/>
                  </a:lnTo>
                  <a:lnTo>
                    <a:pt x="263557" y="489775"/>
                  </a:lnTo>
                  <a:lnTo>
                    <a:pt x="263842" y="490633"/>
                  </a:lnTo>
                  <a:lnTo>
                    <a:pt x="265271" y="490728"/>
                  </a:lnTo>
                  <a:lnTo>
                    <a:pt x="264985" y="491585"/>
                  </a:lnTo>
                  <a:lnTo>
                    <a:pt x="265271" y="492347"/>
                  </a:lnTo>
                  <a:lnTo>
                    <a:pt x="266414" y="493585"/>
                  </a:lnTo>
                  <a:lnTo>
                    <a:pt x="266795" y="493585"/>
                  </a:lnTo>
                  <a:lnTo>
                    <a:pt x="266795" y="490823"/>
                  </a:lnTo>
                  <a:lnTo>
                    <a:pt x="266986" y="490442"/>
                  </a:lnTo>
                  <a:lnTo>
                    <a:pt x="267938" y="489585"/>
                  </a:lnTo>
                  <a:lnTo>
                    <a:pt x="268224" y="489204"/>
                  </a:lnTo>
                  <a:lnTo>
                    <a:pt x="268891" y="489966"/>
                  </a:lnTo>
                  <a:lnTo>
                    <a:pt x="268986" y="489109"/>
                  </a:lnTo>
                  <a:lnTo>
                    <a:pt x="268319" y="488442"/>
                  </a:lnTo>
                  <a:lnTo>
                    <a:pt x="267748" y="487680"/>
                  </a:lnTo>
                  <a:lnTo>
                    <a:pt x="268129" y="486727"/>
                  </a:lnTo>
                  <a:lnTo>
                    <a:pt x="268510" y="486156"/>
                  </a:lnTo>
                  <a:lnTo>
                    <a:pt x="270034" y="482251"/>
                  </a:lnTo>
                  <a:lnTo>
                    <a:pt x="270986" y="478441"/>
                  </a:lnTo>
                  <a:lnTo>
                    <a:pt x="271367" y="474535"/>
                  </a:lnTo>
                  <a:lnTo>
                    <a:pt x="272605" y="470821"/>
                  </a:lnTo>
                  <a:lnTo>
                    <a:pt x="272891" y="469106"/>
                  </a:lnTo>
                  <a:lnTo>
                    <a:pt x="272510" y="466153"/>
                  </a:lnTo>
                  <a:lnTo>
                    <a:pt x="272510" y="465677"/>
                  </a:lnTo>
                  <a:lnTo>
                    <a:pt x="272986" y="465201"/>
                  </a:lnTo>
                  <a:close/>
                  <a:moveTo>
                    <a:pt x="355568" y="465773"/>
                  </a:moveTo>
                  <a:lnTo>
                    <a:pt x="355663" y="465392"/>
                  </a:lnTo>
                  <a:lnTo>
                    <a:pt x="355187" y="465201"/>
                  </a:lnTo>
                  <a:lnTo>
                    <a:pt x="352615" y="463677"/>
                  </a:lnTo>
                  <a:lnTo>
                    <a:pt x="351663" y="462534"/>
                  </a:lnTo>
                  <a:lnTo>
                    <a:pt x="351091" y="462058"/>
                  </a:lnTo>
                  <a:lnTo>
                    <a:pt x="350615" y="462058"/>
                  </a:lnTo>
                  <a:lnTo>
                    <a:pt x="350425" y="462820"/>
                  </a:lnTo>
                  <a:lnTo>
                    <a:pt x="350234" y="463867"/>
                  </a:lnTo>
                  <a:lnTo>
                    <a:pt x="350044" y="464534"/>
                  </a:lnTo>
                  <a:lnTo>
                    <a:pt x="349567" y="464249"/>
                  </a:lnTo>
                  <a:lnTo>
                    <a:pt x="349186" y="464249"/>
                  </a:lnTo>
                  <a:lnTo>
                    <a:pt x="349091" y="464915"/>
                  </a:lnTo>
                  <a:lnTo>
                    <a:pt x="349282" y="465392"/>
                  </a:lnTo>
                  <a:lnTo>
                    <a:pt x="357188" y="477107"/>
                  </a:lnTo>
                  <a:lnTo>
                    <a:pt x="358807" y="478631"/>
                  </a:lnTo>
                  <a:lnTo>
                    <a:pt x="358997" y="479108"/>
                  </a:lnTo>
                  <a:lnTo>
                    <a:pt x="359092" y="479584"/>
                  </a:lnTo>
                  <a:lnTo>
                    <a:pt x="359378" y="480155"/>
                  </a:lnTo>
                  <a:lnTo>
                    <a:pt x="359759" y="480536"/>
                  </a:lnTo>
                  <a:lnTo>
                    <a:pt x="360140" y="480727"/>
                  </a:lnTo>
                  <a:lnTo>
                    <a:pt x="360331" y="480441"/>
                  </a:lnTo>
                  <a:lnTo>
                    <a:pt x="360235" y="479774"/>
                  </a:lnTo>
                  <a:lnTo>
                    <a:pt x="359950" y="478726"/>
                  </a:lnTo>
                  <a:lnTo>
                    <a:pt x="360045" y="477488"/>
                  </a:lnTo>
                  <a:lnTo>
                    <a:pt x="360045" y="476917"/>
                  </a:lnTo>
                  <a:lnTo>
                    <a:pt x="359759" y="476631"/>
                  </a:lnTo>
                  <a:lnTo>
                    <a:pt x="359664" y="476345"/>
                  </a:lnTo>
                  <a:lnTo>
                    <a:pt x="359092" y="473583"/>
                  </a:lnTo>
                  <a:lnTo>
                    <a:pt x="358330" y="471868"/>
                  </a:lnTo>
                  <a:lnTo>
                    <a:pt x="358140" y="471011"/>
                  </a:lnTo>
                  <a:lnTo>
                    <a:pt x="357854" y="470154"/>
                  </a:lnTo>
                  <a:lnTo>
                    <a:pt x="357283" y="469106"/>
                  </a:lnTo>
                  <a:lnTo>
                    <a:pt x="356902" y="468059"/>
                  </a:lnTo>
                  <a:lnTo>
                    <a:pt x="357188" y="467106"/>
                  </a:lnTo>
                  <a:lnTo>
                    <a:pt x="356806" y="466534"/>
                  </a:lnTo>
                  <a:lnTo>
                    <a:pt x="356330" y="466153"/>
                  </a:lnTo>
                  <a:lnTo>
                    <a:pt x="355759" y="465963"/>
                  </a:lnTo>
                  <a:lnTo>
                    <a:pt x="354997" y="465963"/>
                  </a:lnTo>
                  <a:lnTo>
                    <a:pt x="355473" y="465773"/>
                  </a:lnTo>
                  <a:lnTo>
                    <a:pt x="355568" y="465773"/>
                  </a:lnTo>
                  <a:close/>
                  <a:moveTo>
                    <a:pt x="289274" y="477679"/>
                  </a:moveTo>
                  <a:lnTo>
                    <a:pt x="290322" y="478060"/>
                  </a:lnTo>
                  <a:lnTo>
                    <a:pt x="291560" y="478250"/>
                  </a:lnTo>
                  <a:lnTo>
                    <a:pt x="292798" y="478631"/>
                  </a:lnTo>
                  <a:lnTo>
                    <a:pt x="293656" y="479679"/>
                  </a:lnTo>
                  <a:lnTo>
                    <a:pt x="294989" y="481870"/>
                  </a:lnTo>
                  <a:lnTo>
                    <a:pt x="295465" y="482251"/>
                  </a:lnTo>
                  <a:lnTo>
                    <a:pt x="296513" y="482536"/>
                  </a:lnTo>
                  <a:lnTo>
                    <a:pt x="296989" y="482822"/>
                  </a:lnTo>
                  <a:lnTo>
                    <a:pt x="297847" y="483965"/>
                  </a:lnTo>
                  <a:lnTo>
                    <a:pt x="298132" y="484156"/>
                  </a:lnTo>
                  <a:lnTo>
                    <a:pt x="298799" y="483870"/>
                  </a:lnTo>
                  <a:lnTo>
                    <a:pt x="299752" y="483299"/>
                  </a:lnTo>
                  <a:lnTo>
                    <a:pt x="300609" y="482536"/>
                  </a:lnTo>
                  <a:lnTo>
                    <a:pt x="301180" y="481870"/>
                  </a:lnTo>
                  <a:lnTo>
                    <a:pt x="302038" y="478060"/>
                  </a:lnTo>
                  <a:lnTo>
                    <a:pt x="302038" y="477298"/>
                  </a:lnTo>
                  <a:lnTo>
                    <a:pt x="301085" y="476059"/>
                  </a:lnTo>
                  <a:lnTo>
                    <a:pt x="300704" y="475393"/>
                  </a:lnTo>
                  <a:lnTo>
                    <a:pt x="300418" y="474726"/>
                  </a:lnTo>
                  <a:lnTo>
                    <a:pt x="300038" y="473583"/>
                  </a:lnTo>
                  <a:lnTo>
                    <a:pt x="299752" y="473202"/>
                  </a:lnTo>
                  <a:lnTo>
                    <a:pt x="299180" y="472916"/>
                  </a:lnTo>
                  <a:lnTo>
                    <a:pt x="297180" y="472535"/>
                  </a:lnTo>
                  <a:lnTo>
                    <a:pt x="291179" y="472535"/>
                  </a:lnTo>
                  <a:lnTo>
                    <a:pt x="289274" y="473011"/>
                  </a:lnTo>
                  <a:lnTo>
                    <a:pt x="288131" y="474154"/>
                  </a:lnTo>
                  <a:lnTo>
                    <a:pt x="288131" y="476059"/>
                  </a:lnTo>
                  <a:lnTo>
                    <a:pt x="288607" y="477012"/>
                  </a:lnTo>
                  <a:lnTo>
                    <a:pt x="289274" y="477679"/>
                  </a:lnTo>
                  <a:close/>
                  <a:moveTo>
                    <a:pt x="264319" y="574643"/>
                  </a:moveTo>
                  <a:lnTo>
                    <a:pt x="262223" y="578549"/>
                  </a:lnTo>
                  <a:lnTo>
                    <a:pt x="262033" y="580739"/>
                  </a:lnTo>
                  <a:lnTo>
                    <a:pt x="263080" y="582549"/>
                  </a:lnTo>
                  <a:lnTo>
                    <a:pt x="264795" y="582740"/>
                  </a:lnTo>
                  <a:lnTo>
                    <a:pt x="266605" y="581977"/>
                  </a:lnTo>
                  <a:lnTo>
                    <a:pt x="267557" y="581120"/>
                  </a:lnTo>
                  <a:lnTo>
                    <a:pt x="267938" y="580834"/>
                  </a:lnTo>
                  <a:lnTo>
                    <a:pt x="271177" y="575405"/>
                  </a:lnTo>
                  <a:lnTo>
                    <a:pt x="272605" y="574262"/>
                  </a:lnTo>
                  <a:lnTo>
                    <a:pt x="273272" y="574167"/>
                  </a:lnTo>
                  <a:lnTo>
                    <a:pt x="273844" y="574167"/>
                  </a:lnTo>
                  <a:lnTo>
                    <a:pt x="274320" y="574072"/>
                  </a:lnTo>
                  <a:lnTo>
                    <a:pt x="274891" y="573691"/>
                  </a:lnTo>
                  <a:lnTo>
                    <a:pt x="277082" y="571881"/>
                  </a:lnTo>
                  <a:lnTo>
                    <a:pt x="277749" y="571500"/>
                  </a:lnTo>
                  <a:lnTo>
                    <a:pt x="278321" y="571500"/>
                  </a:lnTo>
                  <a:lnTo>
                    <a:pt x="278892" y="571691"/>
                  </a:lnTo>
                  <a:lnTo>
                    <a:pt x="279463" y="571691"/>
                  </a:lnTo>
                  <a:lnTo>
                    <a:pt x="279940" y="571405"/>
                  </a:lnTo>
                  <a:lnTo>
                    <a:pt x="280702" y="570833"/>
                  </a:lnTo>
                  <a:lnTo>
                    <a:pt x="281273" y="570643"/>
                  </a:lnTo>
                  <a:lnTo>
                    <a:pt x="281845" y="570548"/>
                  </a:lnTo>
                  <a:lnTo>
                    <a:pt x="283655" y="570643"/>
                  </a:lnTo>
                  <a:lnTo>
                    <a:pt x="283940" y="570548"/>
                  </a:lnTo>
                  <a:lnTo>
                    <a:pt x="284702" y="570071"/>
                  </a:lnTo>
                  <a:lnTo>
                    <a:pt x="285179" y="569976"/>
                  </a:lnTo>
                  <a:lnTo>
                    <a:pt x="289655" y="569214"/>
                  </a:lnTo>
                  <a:lnTo>
                    <a:pt x="294608" y="569024"/>
                  </a:lnTo>
                  <a:lnTo>
                    <a:pt x="296989" y="568547"/>
                  </a:lnTo>
                  <a:lnTo>
                    <a:pt x="297275" y="567309"/>
                  </a:lnTo>
                  <a:lnTo>
                    <a:pt x="297847" y="566928"/>
                  </a:lnTo>
                  <a:lnTo>
                    <a:pt x="297942" y="566547"/>
                  </a:lnTo>
                  <a:lnTo>
                    <a:pt x="297751" y="566261"/>
                  </a:lnTo>
                  <a:lnTo>
                    <a:pt x="297656" y="566166"/>
                  </a:lnTo>
                  <a:lnTo>
                    <a:pt x="298132" y="565404"/>
                  </a:lnTo>
                  <a:lnTo>
                    <a:pt x="298418" y="565118"/>
                  </a:lnTo>
                  <a:lnTo>
                    <a:pt x="299275" y="564451"/>
                  </a:lnTo>
                  <a:lnTo>
                    <a:pt x="299942" y="564070"/>
                  </a:lnTo>
                  <a:lnTo>
                    <a:pt x="300609" y="563785"/>
                  </a:lnTo>
                  <a:lnTo>
                    <a:pt x="301180" y="563690"/>
                  </a:lnTo>
                  <a:lnTo>
                    <a:pt x="302228" y="563118"/>
                  </a:lnTo>
                  <a:lnTo>
                    <a:pt x="302609" y="563023"/>
                  </a:lnTo>
                  <a:lnTo>
                    <a:pt x="303085" y="563118"/>
                  </a:lnTo>
                  <a:lnTo>
                    <a:pt x="303943" y="563594"/>
                  </a:lnTo>
                  <a:lnTo>
                    <a:pt x="304419" y="563690"/>
                  </a:lnTo>
                  <a:lnTo>
                    <a:pt x="305276" y="563309"/>
                  </a:lnTo>
                  <a:lnTo>
                    <a:pt x="306133" y="562547"/>
                  </a:lnTo>
                  <a:lnTo>
                    <a:pt x="307467" y="560737"/>
                  </a:lnTo>
                  <a:lnTo>
                    <a:pt x="308038" y="559118"/>
                  </a:lnTo>
                  <a:lnTo>
                    <a:pt x="307848" y="557784"/>
                  </a:lnTo>
                  <a:lnTo>
                    <a:pt x="307372" y="556451"/>
                  </a:lnTo>
                  <a:lnTo>
                    <a:pt x="307086" y="554736"/>
                  </a:lnTo>
                  <a:lnTo>
                    <a:pt x="307562" y="553688"/>
                  </a:lnTo>
                  <a:lnTo>
                    <a:pt x="308800" y="552450"/>
                  </a:lnTo>
                  <a:lnTo>
                    <a:pt x="310229" y="551402"/>
                  </a:lnTo>
                  <a:lnTo>
                    <a:pt x="311467" y="550831"/>
                  </a:lnTo>
                  <a:lnTo>
                    <a:pt x="311467" y="551593"/>
                  </a:lnTo>
                  <a:lnTo>
                    <a:pt x="312610" y="550640"/>
                  </a:lnTo>
                  <a:lnTo>
                    <a:pt x="312896" y="550545"/>
                  </a:lnTo>
                  <a:lnTo>
                    <a:pt x="313468" y="550640"/>
                  </a:lnTo>
                  <a:lnTo>
                    <a:pt x="313849" y="550926"/>
                  </a:lnTo>
                  <a:lnTo>
                    <a:pt x="314230" y="551117"/>
                  </a:lnTo>
                  <a:lnTo>
                    <a:pt x="314801" y="551021"/>
                  </a:lnTo>
                  <a:lnTo>
                    <a:pt x="315087" y="550545"/>
                  </a:lnTo>
                  <a:lnTo>
                    <a:pt x="315277" y="549402"/>
                  </a:lnTo>
                  <a:lnTo>
                    <a:pt x="315563" y="549116"/>
                  </a:lnTo>
                  <a:lnTo>
                    <a:pt x="316039" y="549211"/>
                  </a:lnTo>
                  <a:lnTo>
                    <a:pt x="316230" y="549593"/>
                  </a:lnTo>
                  <a:lnTo>
                    <a:pt x="316230" y="550069"/>
                  </a:lnTo>
                  <a:lnTo>
                    <a:pt x="316135" y="550640"/>
                  </a:lnTo>
                  <a:lnTo>
                    <a:pt x="317278" y="549974"/>
                  </a:lnTo>
                  <a:lnTo>
                    <a:pt x="317563" y="549593"/>
                  </a:lnTo>
                  <a:lnTo>
                    <a:pt x="317278" y="548926"/>
                  </a:lnTo>
                  <a:lnTo>
                    <a:pt x="318516" y="548450"/>
                  </a:lnTo>
                  <a:lnTo>
                    <a:pt x="319564" y="547783"/>
                  </a:lnTo>
                  <a:lnTo>
                    <a:pt x="320230" y="546830"/>
                  </a:lnTo>
                  <a:lnTo>
                    <a:pt x="320897" y="543973"/>
                  </a:lnTo>
                  <a:lnTo>
                    <a:pt x="321945" y="543687"/>
                  </a:lnTo>
                  <a:lnTo>
                    <a:pt x="323279" y="544068"/>
                  </a:lnTo>
                  <a:lnTo>
                    <a:pt x="324517" y="544640"/>
                  </a:lnTo>
                  <a:lnTo>
                    <a:pt x="324707" y="543782"/>
                  </a:lnTo>
                  <a:lnTo>
                    <a:pt x="325755" y="543020"/>
                  </a:lnTo>
                  <a:lnTo>
                    <a:pt x="326041" y="542258"/>
                  </a:lnTo>
                  <a:lnTo>
                    <a:pt x="325850" y="541496"/>
                  </a:lnTo>
                  <a:lnTo>
                    <a:pt x="325469" y="541115"/>
                  </a:lnTo>
                  <a:lnTo>
                    <a:pt x="325088" y="540829"/>
                  </a:lnTo>
                  <a:lnTo>
                    <a:pt x="324898" y="540353"/>
                  </a:lnTo>
                  <a:lnTo>
                    <a:pt x="324802" y="538448"/>
                  </a:lnTo>
                  <a:lnTo>
                    <a:pt x="324898" y="537591"/>
                  </a:lnTo>
                  <a:lnTo>
                    <a:pt x="325183" y="536543"/>
                  </a:lnTo>
                  <a:lnTo>
                    <a:pt x="325183" y="536448"/>
                  </a:lnTo>
                  <a:lnTo>
                    <a:pt x="325279" y="535019"/>
                  </a:lnTo>
                  <a:lnTo>
                    <a:pt x="325183" y="534924"/>
                  </a:lnTo>
                  <a:lnTo>
                    <a:pt x="325279" y="534543"/>
                  </a:lnTo>
                  <a:lnTo>
                    <a:pt x="325279" y="534162"/>
                  </a:lnTo>
                  <a:lnTo>
                    <a:pt x="325469" y="533972"/>
                  </a:lnTo>
                  <a:lnTo>
                    <a:pt x="326422" y="533781"/>
                  </a:lnTo>
                  <a:lnTo>
                    <a:pt x="326517" y="533591"/>
                  </a:lnTo>
                  <a:lnTo>
                    <a:pt x="326517" y="533305"/>
                  </a:lnTo>
                  <a:lnTo>
                    <a:pt x="327088" y="532352"/>
                  </a:lnTo>
                  <a:lnTo>
                    <a:pt x="327088" y="531590"/>
                  </a:lnTo>
                  <a:lnTo>
                    <a:pt x="326898" y="530066"/>
                  </a:lnTo>
                  <a:lnTo>
                    <a:pt x="327088" y="529209"/>
                  </a:lnTo>
                  <a:lnTo>
                    <a:pt x="327565" y="528447"/>
                  </a:lnTo>
                  <a:lnTo>
                    <a:pt x="327850" y="527685"/>
                  </a:lnTo>
                  <a:lnTo>
                    <a:pt x="327660" y="527018"/>
                  </a:lnTo>
                  <a:lnTo>
                    <a:pt x="326517" y="527209"/>
                  </a:lnTo>
                  <a:lnTo>
                    <a:pt x="326136" y="527114"/>
                  </a:lnTo>
                  <a:lnTo>
                    <a:pt x="326612" y="526351"/>
                  </a:lnTo>
                  <a:lnTo>
                    <a:pt x="326041" y="526447"/>
                  </a:lnTo>
                  <a:lnTo>
                    <a:pt x="325564" y="526351"/>
                  </a:lnTo>
                  <a:lnTo>
                    <a:pt x="325279" y="526066"/>
                  </a:lnTo>
                  <a:lnTo>
                    <a:pt x="325183" y="525494"/>
                  </a:lnTo>
                  <a:lnTo>
                    <a:pt x="325469" y="525113"/>
                  </a:lnTo>
                  <a:lnTo>
                    <a:pt x="326041" y="525018"/>
                  </a:lnTo>
                  <a:lnTo>
                    <a:pt x="326612" y="524923"/>
                  </a:lnTo>
                  <a:lnTo>
                    <a:pt x="326993" y="524732"/>
                  </a:lnTo>
                  <a:lnTo>
                    <a:pt x="327374" y="523875"/>
                  </a:lnTo>
                  <a:lnTo>
                    <a:pt x="327374" y="520636"/>
                  </a:lnTo>
                  <a:lnTo>
                    <a:pt x="326993" y="520636"/>
                  </a:lnTo>
                  <a:lnTo>
                    <a:pt x="326231" y="521970"/>
                  </a:lnTo>
                  <a:lnTo>
                    <a:pt x="324898" y="523303"/>
                  </a:lnTo>
                  <a:lnTo>
                    <a:pt x="323374" y="524256"/>
                  </a:lnTo>
                  <a:lnTo>
                    <a:pt x="320992" y="525018"/>
                  </a:lnTo>
                  <a:lnTo>
                    <a:pt x="319088" y="526542"/>
                  </a:lnTo>
                  <a:lnTo>
                    <a:pt x="317659" y="526923"/>
                  </a:lnTo>
                  <a:lnTo>
                    <a:pt x="316230" y="527494"/>
                  </a:lnTo>
                  <a:lnTo>
                    <a:pt x="314801" y="528542"/>
                  </a:lnTo>
                  <a:lnTo>
                    <a:pt x="313372" y="529209"/>
                  </a:lnTo>
                  <a:lnTo>
                    <a:pt x="312039" y="528733"/>
                  </a:lnTo>
                  <a:lnTo>
                    <a:pt x="312039" y="527780"/>
                  </a:lnTo>
                  <a:lnTo>
                    <a:pt x="312991" y="526637"/>
                  </a:lnTo>
                  <a:lnTo>
                    <a:pt x="315658" y="524732"/>
                  </a:lnTo>
                  <a:lnTo>
                    <a:pt x="313277" y="523780"/>
                  </a:lnTo>
                  <a:lnTo>
                    <a:pt x="312515" y="523684"/>
                  </a:lnTo>
                  <a:lnTo>
                    <a:pt x="311944" y="523399"/>
                  </a:lnTo>
                  <a:lnTo>
                    <a:pt x="311563" y="522732"/>
                  </a:lnTo>
                  <a:lnTo>
                    <a:pt x="311277" y="521875"/>
                  </a:lnTo>
                  <a:lnTo>
                    <a:pt x="310801" y="521113"/>
                  </a:lnTo>
                  <a:lnTo>
                    <a:pt x="309467" y="520351"/>
                  </a:lnTo>
                  <a:lnTo>
                    <a:pt x="307562" y="519970"/>
                  </a:lnTo>
                  <a:lnTo>
                    <a:pt x="305562" y="519875"/>
                  </a:lnTo>
                  <a:lnTo>
                    <a:pt x="303943" y="519970"/>
                  </a:lnTo>
                  <a:lnTo>
                    <a:pt x="304133" y="520160"/>
                  </a:lnTo>
                  <a:lnTo>
                    <a:pt x="304229" y="520351"/>
                  </a:lnTo>
                  <a:lnTo>
                    <a:pt x="304419" y="520541"/>
                  </a:lnTo>
                  <a:lnTo>
                    <a:pt x="304324" y="521017"/>
                  </a:lnTo>
                  <a:lnTo>
                    <a:pt x="303276" y="522160"/>
                  </a:lnTo>
                  <a:lnTo>
                    <a:pt x="302895" y="522446"/>
                  </a:lnTo>
                  <a:lnTo>
                    <a:pt x="302514" y="522637"/>
                  </a:lnTo>
                  <a:lnTo>
                    <a:pt x="302419" y="522923"/>
                  </a:lnTo>
                  <a:lnTo>
                    <a:pt x="302990" y="523589"/>
                  </a:lnTo>
                  <a:lnTo>
                    <a:pt x="302419" y="523589"/>
                  </a:lnTo>
                  <a:lnTo>
                    <a:pt x="302038" y="523399"/>
                  </a:lnTo>
                  <a:lnTo>
                    <a:pt x="301371" y="522637"/>
                  </a:lnTo>
                  <a:lnTo>
                    <a:pt x="300704" y="522160"/>
                  </a:lnTo>
                  <a:lnTo>
                    <a:pt x="300323" y="522351"/>
                  </a:lnTo>
                  <a:lnTo>
                    <a:pt x="300133" y="523208"/>
                  </a:lnTo>
                  <a:lnTo>
                    <a:pt x="300228" y="523494"/>
                  </a:lnTo>
                  <a:lnTo>
                    <a:pt x="300418" y="523970"/>
                  </a:lnTo>
                  <a:lnTo>
                    <a:pt x="300418" y="524447"/>
                  </a:lnTo>
                  <a:lnTo>
                    <a:pt x="299752" y="524732"/>
                  </a:lnTo>
                  <a:lnTo>
                    <a:pt x="299085" y="525209"/>
                  </a:lnTo>
                  <a:lnTo>
                    <a:pt x="298799" y="525304"/>
                  </a:lnTo>
                  <a:lnTo>
                    <a:pt x="297847" y="524827"/>
                  </a:lnTo>
                  <a:lnTo>
                    <a:pt x="297466" y="524066"/>
                  </a:lnTo>
                  <a:lnTo>
                    <a:pt x="297275" y="523208"/>
                  </a:lnTo>
                  <a:lnTo>
                    <a:pt x="297180" y="522923"/>
                  </a:lnTo>
                  <a:lnTo>
                    <a:pt x="296989" y="522446"/>
                  </a:lnTo>
                  <a:lnTo>
                    <a:pt x="296132" y="521779"/>
                  </a:lnTo>
                  <a:lnTo>
                    <a:pt x="292989" y="520541"/>
                  </a:lnTo>
                  <a:lnTo>
                    <a:pt x="290513" y="518065"/>
                  </a:lnTo>
                  <a:lnTo>
                    <a:pt x="289941" y="517684"/>
                  </a:lnTo>
                  <a:lnTo>
                    <a:pt x="289274" y="517398"/>
                  </a:lnTo>
                  <a:lnTo>
                    <a:pt x="288607" y="516826"/>
                  </a:lnTo>
                  <a:lnTo>
                    <a:pt x="286512" y="513683"/>
                  </a:lnTo>
                  <a:lnTo>
                    <a:pt x="285940" y="513398"/>
                  </a:lnTo>
                  <a:lnTo>
                    <a:pt x="283750" y="513207"/>
                  </a:lnTo>
                  <a:lnTo>
                    <a:pt x="282988" y="512921"/>
                  </a:lnTo>
                  <a:lnTo>
                    <a:pt x="281845" y="511874"/>
                  </a:lnTo>
                  <a:lnTo>
                    <a:pt x="280035" y="510635"/>
                  </a:lnTo>
                  <a:lnTo>
                    <a:pt x="278130" y="509873"/>
                  </a:lnTo>
                  <a:lnTo>
                    <a:pt x="272320" y="508635"/>
                  </a:lnTo>
                  <a:lnTo>
                    <a:pt x="271081" y="508064"/>
                  </a:lnTo>
                  <a:lnTo>
                    <a:pt x="269938" y="507301"/>
                  </a:lnTo>
                  <a:lnTo>
                    <a:pt x="268891" y="506349"/>
                  </a:lnTo>
                  <a:lnTo>
                    <a:pt x="267652" y="504730"/>
                  </a:lnTo>
                  <a:lnTo>
                    <a:pt x="267081" y="504349"/>
                  </a:lnTo>
                  <a:lnTo>
                    <a:pt x="265271" y="503777"/>
                  </a:lnTo>
                  <a:lnTo>
                    <a:pt x="265081" y="503587"/>
                  </a:lnTo>
                  <a:lnTo>
                    <a:pt x="264890" y="503206"/>
                  </a:lnTo>
                  <a:lnTo>
                    <a:pt x="264605" y="502825"/>
                  </a:lnTo>
                  <a:lnTo>
                    <a:pt x="264128" y="502634"/>
                  </a:lnTo>
                  <a:lnTo>
                    <a:pt x="263842" y="502634"/>
                  </a:lnTo>
                  <a:lnTo>
                    <a:pt x="263557" y="502920"/>
                  </a:lnTo>
                  <a:lnTo>
                    <a:pt x="263176" y="503015"/>
                  </a:lnTo>
                  <a:lnTo>
                    <a:pt x="262795" y="503206"/>
                  </a:lnTo>
                  <a:lnTo>
                    <a:pt x="262128" y="504253"/>
                  </a:lnTo>
                  <a:lnTo>
                    <a:pt x="261747" y="504444"/>
                  </a:lnTo>
                  <a:lnTo>
                    <a:pt x="260985" y="504539"/>
                  </a:lnTo>
                  <a:lnTo>
                    <a:pt x="260509" y="504730"/>
                  </a:lnTo>
                  <a:lnTo>
                    <a:pt x="260223" y="505206"/>
                  </a:lnTo>
                  <a:lnTo>
                    <a:pt x="260032" y="505968"/>
                  </a:lnTo>
                  <a:lnTo>
                    <a:pt x="260223" y="506540"/>
                  </a:lnTo>
                  <a:lnTo>
                    <a:pt x="260223" y="507683"/>
                  </a:lnTo>
                  <a:lnTo>
                    <a:pt x="260128" y="508730"/>
                  </a:lnTo>
                  <a:lnTo>
                    <a:pt x="259937" y="509207"/>
                  </a:lnTo>
                  <a:lnTo>
                    <a:pt x="259556" y="509492"/>
                  </a:lnTo>
                  <a:lnTo>
                    <a:pt x="258889" y="510159"/>
                  </a:lnTo>
                  <a:lnTo>
                    <a:pt x="258318" y="510921"/>
                  </a:lnTo>
                  <a:lnTo>
                    <a:pt x="258223" y="511302"/>
                  </a:lnTo>
                  <a:lnTo>
                    <a:pt x="258223" y="511397"/>
                  </a:lnTo>
                  <a:lnTo>
                    <a:pt x="258794" y="511778"/>
                  </a:lnTo>
                  <a:lnTo>
                    <a:pt x="259747" y="511874"/>
                  </a:lnTo>
                  <a:lnTo>
                    <a:pt x="261747" y="511778"/>
                  </a:lnTo>
                  <a:lnTo>
                    <a:pt x="262890" y="511874"/>
                  </a:lnTo>
                  <a:lnTo>
                    <a:pt x="263747" y="512159"/>
                  </a:lnTo>
                  <a:lnTo>
                    <a:pt x="265557" y="512921"/>
                  </a:lnTo>
                  <a:lnTo>
                    <a:pt x="267557" y="513302"/>
                  </a:lnTo>
                  <a:lnTo>
                    <a:pt x="269176" y="513398"/>
                  </a:lnTo>
                  <a:lnTo>
                    <a:pt x="270415" y="513874"/>
                  </a:lnTo>
                  <a:lnTo>
                    <a:pt x="271272" y="515493"/>
                  </a:lnTo>
                  <a:lnTo>
                    <a:pt x="271558" y="517398"/>
                  </a:lnTo>
                  <a:lnTo>
                    <a:pt x="270415" y="526161"/>
                  </a:lnTo>
                  <a:lnTo>
                    <a:pt x="270129" y="526542"/>
                  </a:lnTo>
                  <a:lnTo>
                    <a:pt x="269843" y="526828"/>
                  </a:lnTo>
                  <a:lnTo>
                    <a:pt x="269748" y="527114"/>
                  </a:lnTo>
                  <a:lnTo>
                    <a:pt x="269367" y="533400"/>
                  </a:lnTo>
                  <a:lnTo>
                    <a:pt x="269081" y="534543"/>
                  </a:lnTo>
                  <a:lnTo>
                    <a:pt x="268510" y="535495"/>
                  </a:lnTo>
                  <a:lnTo>
                    <a:pt x="268033" y="536543"/>
                  </a:lnTo>
                  <a:lnTo>
                    <a:pt x="268129" y="537782"/>
                  </a:lnTo>
                  <a:lnTo>
                    <a:pt x="268510" y="539020"/>
                  </a:lnTo>
                  <a:lnTo>
                    <a:pt x="268605" y="540163"/>
                  </a:lnTo>
                  <a:lnTo>
                    <a:pt x="268605" y="549211"/>
                  </a:lnTo>
                  <a:lnTo>
                    <a:pt x="268224" y="551688"/>
                  </a:lnTo>
                  <a:lnTo>
                    <a:pt x="264700" y="557689"/>
                  </a:lnTo>
                  <a:lnTo>
                    <a:pt x="263747" y="560451"/>
                  </a:lnTo>
                  <a:lnTo>
                    <a:pt x="263461" y="562070"/>
                  </a:lnTo>
                  <a:lnTo>
                    <a:pt x="262699" y="563690"/>
                  </a:lnTo>
                  <a:lnTo>
                    <a:pt x="262604" y="564642"/>
                  </a:lnTo>
                  <a:lnTo>
                    <a:pt x="262985" y="565785"/>
                  </a:lnTo>
                  <a:lnTo>
                    <a:pt x="264414" y="567309"/>
                  </a:lnTo>
                  <a:lnTo>
                    <a:pt x="264700" y="568071"/>
                  </a:lnTo>
                  <a:lnTo>
                    <a:pt x="265081" y="571405"/>
                  </a:lnTo>
                  <a:lnTo>
                    <a:pt x="265081" y="572643"/>
                  </a:lnTo>
                  <a:lnTo>
                    <a:pt x="264319" y="574643"/>
                  </a:lnTo>
                  <a:close/>
                  <a:moveTo>
                    <a:pt x="226600" y="624935"/>
                  </a:moveTo>
                  <a:lnTo>
                    <a:pt x="226695" y="624745"/>
                  </a:lnTo>
                  <a:lnTo>
                    <a:pt x="226695" y="624364"/>
                  </a:lnTo>
                  <a:lnTo>
                    <a:pt x="226219" y="624840"/>
                  </a:lnTo>
                  <a:lnTo>
                    <a:pt x="225933" y="625411"/>
                  </a:lnTo>
                  <a:lnTo>
                    <a:pt x="225647" y="625983"/>
                  </a:lnTo>
                  <a:lnTo>
                    <a:pt x="225076" y="626174"/>
                  </a:lnTo>
                  <a:lnTo>
                    <a:pt x="224885" y="626364"/>
                  </a:lnTo>
                  <a:lnTo>
                    <a:pt x="224314" y="627507"/>
                  </a:lnTo>
                  <a:lnTo>
                    <a:pt x="224218" y="627983"/>
                  </a:lnTo>
                  <a:lnTo>
                    <a:pt x="224885" y="627602"/>
                  </a:lnTo>
                  <a:lnTo>
                    <a:pt x="225457" y="627031"/>
                  </a:lnTo>
                  <a:lnTo>
                    <a:pt x="226695" y="625411"/>
                  </a:lnTo>
                  <a:lnTo>
                    <a:pt x="226695" y="625221"/>
                  </a:lnTo>
                  <a:lnTo>
                    <a:pt x="226504" y="625031"/>
                  </a:lnTo>
                  <a:lnTo>
                    <a:pt x="226600" y="624935"/>
                  </a:lnTo>
                  <a:lnTo>
                    <a:pt x="226600" y="624935"/>
                  </a:lnTo>
                  <a:close/>
                  <a:moveTo>
                    <a:pt x="3143" y="706945"/>
                  </a:moveTo>
                  <a:lnTo>
                    <a:pt x="3429" y="707517"/>
                  </a:lnTo>
                  <a:lnTo>
                    <a:pt x="3905" y="707993"/>
                  </a:lnTo>
                  <a:lnTo>
                    <a:pt x="4381" y="707517"/>
                  </a:lnTo>
                  <a:lnTo>
                    <a:pt x="4858" y="707422"/>
                  </a:lnTo>
                  <a:lnTo>
                    <a:pt x="5334" y="707326"/>
                  </a:lnTo>
                  <a:lnTo>
                    <a:pt x="5810" y="707041"/>
                  </a:lnTo>
                  <a:lnTo>
                    <a:pt x="5810" y="706660"/>
                  </a:lnTo>
                  <a:lnTo>
                    <a:pt x="5239" y="705041"/>
                  </a:lnTo>
                  <a:lnTo>
                    <a:pt x="4572" y="704374"/>
                  </a:lnTo>
                  <a:lnTo>
                    <a:pt x="3619" y="704755"/>
                  </a:lnTo>
                  <a:lnTo>
                    <a:pt x="2000" y="706088"/>
                  </a:lnTo>
                  <a:lnTo>
                    <a:pt x="2667" y="706374"/>
                  </a:lnTo>
                  <a:lnTo>
                    <a:pt x="3143" y="706945"/>
                  </a:lnTo>
                  <a:close/>
                  <a:moveTo>
                    <a:pt x="240887" y="437769"/>
                  </a:moveTo>
                  <a:lnTo>
                    <a:pt x="239744" y="437483"/>
                  </a:lnTo>
                  <a:lnTo>
                    <a:pt x="238506" y="437483"/>
                  </a:lnTo>
                  <a:lnTo>
                    <a:pt x="237934" y="437578"/>
                  </a:lnTo>
                  <a:lnTo>
                    <a:pt x="237363" y="437769"/>
                  </a:lnTo>
                  <a:lnTo>
                    <a:pt x="236791" y="437769"/>
                  </a:lnTo>
                  <a:lnTo>
                    <a:pt x="236220" y="437388"/>
                  </a:lnTo>
                  <a:lnTo>
                    <a:pt x="236029" y="436817"/>
                  </a:lnTo>
                  <a:lnTo>
                    <a:pt x="236220" y="436245"/>
                  </a:lnTo>
                  <a:lnTo>
                    <a:pt x="236506" y="435674"/>
                  </a:lnTo>
                  <a:lnTo>
                    <a:pt x="236696" y="435102"/>
                  </a:lnTo>
                  <a:lnTo>
                    <a:pt x="236506" y="433959"/>
                  </a:lnTo>
                  <a:lnTo>
                    <a:pt x="235934" y="433197"/>
                  </a:lnTo>
                  <a:lnTo>
                    <a:pt x="235077" y="432721"/>
                  </a:lnTo>
                  <a:lnTo>
                    <a:pt x="233934" y="432530"/>
                  </a:lnTo>
                  <a:lnTo>
                    <a:pt x="233077" y="432054"/>
                  </a:lnTo>
                  <a:lnTo>
                    <a:pt x="230886" y="428530"/>
                  </a:lnTo>
                  <a:lnTo>
                    <a:pt x="224790" y="423482"/>
                  </a:lnTo>
                  <a:lnTo>
                    <a:pt x="223742" y="421481"/>
                  </a:lnTo>
                  <a:lnTo>
                    <a:pt x="223361" y="421481"/>
                  </a:lnTo>
                  <a:lnTo>
                    <a:pt x="222980" y="422148"/>
                  </a:lnTo>
                  <a:lnTo>
                    <a:pt x="222409" y="422529"/>
                  </a:lnTo>
                  <a:lnTo>
                    <a:pt x="221742" y="422719"/>
                  </a:lnTo>
                  <a:lnTo>
                    <a:pt x="221171" y="423005"/>
                  </a:lnTo>
                  <a:lnTo>
                    <a:pt x="220789" y="423291"/>
                  </a:lnTo>
                  <a:lnTo>
                    <a:pt x="220694" y="423386"/>
                  </a:lnTo>
                  <a:lnTo>
                    <a:pt x="220504" y="423672"/>
                  </a:lnTo>
                  <a:lnTo>
                    <a:pt x="220408" y="423958"/>
                  </a:lnTo>
                  <a:lnTo>
                    <a:pt x="220313" y="424815"/>
                  </a:lnTo>
                  <a:lnTo>
                    <a:pt x="220218" y="425196"/>
                  </a:lnTo>
                  <a:lnTo>
                    <a:pt x="219551" y="425196"/>
                  </a:lnTo>
                  <a:lnTo>
                    <a:pt x="219742" y="423386"/>
                  </a:lnTo>
                  <a:lnTo>
                    <a:pt x="218884" y="422815"/>
                  </a:lnTo>
                  <a:lnTo>
                    <a:pt x="215455" y="423005"/>
                  </a:lnTo>
                  <a:lnTo>
                    <a:pt x="214598" y="422529"/>
                  </a:lnTo>
                  <a:lnTo>
                    <a:pt x="213360" y="420434"/>
                  </a:lnTo>
                  <a:lnTo>
                    <a:pt x="212884" y="419957"/>
                  </a:lnTo>
                  <a:lnTo>
                    <a:pt x="212312" y="419767"/>
                  </a:lnTo>
                  <a:lnTo>
                    <a:pt x="211741" y="419195"/>
                  </a:lnTo>
                  <a:lnTo>
                    <a:pt x="211169" y="418528"/>
                  </a:lnTo>
                  <a:lnTo>
                    <a:pt x="210883" y="418052"/>
                  </a:lnTo>
                  <a:lnTo>
                    <a:pt x="211360" y="417957"/>
                  </a:lnTo>
                  <a:lnTo>
                    <a:pt x="211741" y="417767"/>
                  </a:lnTo>
                  <a:lnTo>
                    <a:pt x="212026" y="417385"/>
                  </a:lnTo>
                  <a:lnTo>
                    <a:pt x="212312" y="416909"/>
                  </a:lnTo>
                  <a:lnTo>
                    <a:pt x="212026" y="416719"/>
                  </a:lnTo>
                  <a:lnTo>
                    <a:pt x="211931" y="416528"/>
                  </a:lnTo>
                  <a:lnTo>
                    <a:pt x="211455" y="416719"/>
                  </a:lnTo>
                  <a:lnTo>
                    <a:pt x="211169" y="416719"/>
                  </a:lnTo>
                  <a:lnTo>
                    <a:pt x="210407" y="416528"/>
                  </a:lnTo>
                  <a:lnTo>
                    <a:pt x="210121" y="417481"/>
                  </a:lnTo>
                  <a:lnTo>
                    <a:pt x="209740" y="417767"/>
                  </a:lnTo>
                  <a:lnTo>
                    <a:pt x="209264" y="417862"/>
                  </a:lnTo>
                  <a:lnTo>
                    <a:pt x="208597" y="417195"/>
                  </a:lnTo>
                  <a:lnTo>
                    <a:pt x="207169" y="417957"/>
                  </a:lnTo>
                  <a:lnTo>
                    <a:pt x="202501" y="419005"/>
                  </a:lnTo>
                  <a:lnTo>
                    <a:pt x="200977" y="419576"/>
                  </a:lnTo>
                  <a:lnTo>
                    <a:pt x="200120" y="419767"/>
                  </a:lnTo>
                  <a:lnTo>
                    <a:pt x="199263" y="419672"/>
                  </a:lnTo>
                  <a:lnTo>
                    <a:pt x="198310" y="418719"/>
                  </a:lnTo>
                  <a:lnTo>
                    <a:pt x="197644" y="418433"/>
                  </a:lnTo>
                  <a:lnTo>
                    <a:pt x="196786" y="418909"/>
                  </a:lnTo>
                  <a:lnTo>
                    <a:pt x="196024" y="418338"/>
                  </a:lnTo>
                  <a:lnTo>
                    <a:pt x="194786" y="418148"/>
                  </a:lnTo>
                  <a:lnTo>
                    <a:pt x="192786" y="418148"/>
                  </a:lnTo>
                  <a:lnTo>
                    <a:pt x="191738" y="417957"/>
                  </a:lnTo>
                  <a:lnTo>
                    <a:pt x="191167" y="417767"/>
                  </a:lnTo>
                  <a:lnTo>
                    <a:pt x="190119" y="417195"/>
                  </a:lnTo>
                  <a:lnTo>
                    <a:pt x="189547" y="417195"/>
                  </a:lnTo>
                  <a:lnTo>
                    <a:pt x="188976" y="417290"/>
                  </a:lnTo>
                  <a:lnTo>
                    <a:pt x="188309" y="417385"/>
                  </a:lnTo>
                  <a:lnTo>
                    <a:pt x="185166" y="417290"/>
                  </a:lnTo>
                  <a:lnTo>
                    <a:pt x="181546" y="416433"/>
                  </a:lnTo>
                  <a:lnTo>
                    <a:pt x="180308" y="416433"/>
                  </a:lnTo>
                  <a:lnTo>
                    <a:pt x="179070" y="416909"/>
                  </a:lnTo>
                  <a:lnTo>
                    <a:pt x="178117" y="417576"/>
                  </a:lnTo>
                  <a:lnTo>
                    <a:pt x="177260" y="418528"/>
                  </a:lnTo>
                  <a:lnTo>
                    <a:pt x="176689" y="419672"/>
                  </a:lnTo>
                  <a:lnTo>
                    <a:pt x="176498" y="420910"/>
                  </a:lnTo>
                  <a:lnTo>
                    <a:pt x="176593" y="421767"/>
                  </a:lnTo>
                  <a:lnTo>
                    <a:pt x="176974" y="422624"/>
                  </a:lnTo>
                  <a:lnTo>
                    <a:pt x="177546" y="423386"/>
                  </a:lnTo>
                  <a:lnTo>
                    <a:pt x="178213" y="423958"/>
                  </a:lnTo>
                  <a:lnTo>
                    <a:pt x="179070" y="424243"/>
                  </a:lnTo>
                  <a:lnTo>
                    <a:pt x="179737" y="424053"/>
                  </a:lnTo>
                  <a:lnTo>
                    <a:pt x="180784" y="423196"/>
                  </a:lnTo>
                  <a:lnTo>
                    <a:pt x="181070" y="422910"/>
                  </a:lnTo>
                  <a:lnTo>
                    <a:pt x="181261" y="422624"/>
                  </a:lnTo>
                  <a:lnTo>
                    <a:pt x="181451" y="422339"/>
                  </a:lnTo>
                  <a:lnTo>
                    <a:pt x="181832" y="422053"/>
                  </a:lnTo>
                  <a:lnTo>
                    <a:pt x="182213" y="421958"/>
                  </a:lnTo>
                  <a:lnTo>
                    <a:pt x="183166" y="421767"/>
                  </a:lnTo>
                  <a:lnTo>
                    <a:pt x="183547" y="421767"/>
                  </a:lnTo>
                  <a:lnTo>
                    <a:pt x="184213" y="422148"/>
                  </a:lnTo>
                  <a:lnTo>
                    <a:pt x="184594" y="423005"/>
                  </a:lnTo>
                  <a:lnTo>
                    <a:pt x="184975" y="426815"/>
                  </a:lnTo>
                  <a:lnTo>
                    <a:pt x="185642" y="428530"/>
                  </a:lnTo>
                  <a:lnTo>
                    <a:pt x="186690" y="430054"/>
                  </a:lnTo>
                  <a:lnTo>
                    <a:pt x="188119" y="431387"/>
                  </a:lnTo>
                  <a:lnTo>
                    <a:pt x="187547" y="432435"/>
                  </a:lnTo>
                  <a:lnTo>
                    <a:pt x="188119" y="432721"/>
                  </a:lnTo>
                  <a:lnTo>
                    <a:pt x="189929" y="432530"/>
                  </a:lnTo>
                  <a:lnTo>
                    <a:pt x="190786" y="432911"/>
                  </a:lnTo>
                  <a:lnTo>
                    <a:pt x="191738" y="434150"/>
                  </a:lnTo>
                  <a:lnTo>
                    <a:pt x="194215" y="435007"/>
                  </a:lnTo>
                  <a:lnTo>
                    <a:pt x="195358" y="436435"/>
                  </a:lnTo>
                  <a:lnTo>
                    <a:pt x="197072" y="439865"/>
                  </a:lnTo>
                  <a:lnTo>
                    <a:pt x="199358" y="443008"/>
                  </a:lnTo>
                  <a:lnTo>
                    <a:pt x="200311" y="444627"/>
                  </a:lnTo>
                  <a:lnTo>
                    <a:pt x="200787" y="447580"/>
                  </a:lnTo>
                  <a:lnTo>
                    <a:pt x="201263" y="449199"/>
                  </a:lnTo>
                  <a:lnTo>
                    <a:pt x="201454" y="451771"/>
                  </a:lnTo>
                  <a:lnTo>
                    <a:pt x="201454" y="452247"/>
                  </a:lnTo>
                  <a:lnTo>
                    <a:pt x="201263" y="452533"/>
                  </a:lnTo>
                  <a:lnTo>
                    <a:pt x="200977" y="452818"/>
                  </a:lnTo>
                  <a:lnTo>
                    <a:pt x="200787" y="453200"/>
                  </a:lnTo>
                  <a:lnTo>
                    <a:pt x="200692" y="453676"/>
                  </a:lnTo>
                  <a:lnTo>
                    <a:pt x="201549" y="455104"/>
                  </a:lnTo>
                  <a:lnTo>
                    <a:pt x="201739" y="455771"/>
                  </a:lnTo>
                  <a:lnTo>
                    <a:pt x="201835" y="456343"/>
                  </a:lnTo>
                  <a:lnTo>
                    <a:pt x="202121" y="457391"/>
                  </a:lnTo>
                  <a:lnTo>
                    <a:pt x="202216" y="457962"/>
                  </a:lnTo>
                  <a:lnTo>
                    <a:pt x="202501" y="459200"/>
                  </a:lnTo>
                  <a:lnTo>
                    <a:pt x="203263" y="459486"/>
                  </a:lnTo>
                  <a:lnTo>
                    <a:pt x="204311" y="459486"/>
                  </a:lnTo>
                  <a:lnTo>
                    <a:pt x="205454" y="459962"/>
                  </a:lnTo>
                  <a:lnTo>
                    <a:pt x="206216" y="460819"/>
                  </a:lnTo>
                  <a:lnTo>
                    <a:pt x="207169" y="462725"/>
                  </a:lnTo>
                  <a:lnTo>
                    <a:pt x="208597" y="464344"/>
                  </a:lnTo>
                  <a:lnTo>
                    <a:pt x="209074" y="465296"/>
                  </a:lnTo>
                  <a:lnTo>
                    <a:pt x="209359" y="466344"/>
                  </a:lnTo>
                  <a:lnTo>
                    <a:pt x="209455" y="467392"/>
                  </a:lnTo>
                  <a:lnTo>
                    <a:pt x="208883" y="469583"/>
                  </a:lnTo>
                  <a:lnTo>
                    <a:pt x="208788" y="470821"/>
                  </a:lnTo>
                  <a:lnTo>
                    <a:pt x="209264" y="471392"/>
                  </a:lnTo>
                  <a:lnTo>
                    <a:pt x="209931" y="471773"/>
                  </a:lnTo>
                  <a:lnTo>
                    <a:pt x="212122" y="475583"/>
                  </a:lnTo>
                  <a:lnTo>
                    <a:pt x="212407" y="475964"/>
                  </a:lnTo>
                  <a:lnTo>
                    <a:pt x="212788" y="476059"/>
                  </a:lnTo>
                  <a:lnTo>
                    <a:pt x="214122" y="477298"/>
                  </a:lnTo>
                  <a:lnTo>
                    <a:pt x="214789" y="478441"/>
                  </a:lnTo>
                  <a:lnTo>
                    <a:pt x="215741" y="479489"/>
                  </a:lnTo>
                  <a:lnTo>
                    <a:pt x="216789" y="480346"/>
                  </a:lnTo>
                  <a:lnTo>
                    <a:pt x="217646" y="480822"/>
                  </a:lnTo>
                  <a:lnTo>
                    <a:pt x="217646" y="479774"/>
                  </a:lnTo>
                  <a:lnTo>
                    <a:pt x="218027" y="479679"/>
                  </a:lnTo>
                  <a:lnTo>
                    <a:pt x="219075" y="480441"/>
                  </a:lnTo>
                  <a:lnTo>
                    <a:pt x="219075" y="480632"/>
                  </a:lnTo>
                  <a:lnTo>
                    <a:pt x="219361" y="481584"/>
                  </a:lnTo>
                  <a:lnTo>
                    <a:pt x="219742" y="481393"/>
                  </a:lnTo>
                  <a:lnTo>
                    <a:pt x="220123" y="481393"/>
                  </a:lnTo>
                  <a:lnTo>
                    <a:pt x="220504" y="481584"/>
                  </a:lnTo>
                  <a:lnTo>
                    <a:pt x="219742" y="481965"/>
                  </a:lnTo>
                  <a:lnTo>
                    <a:pt x="219075" y="481870"/>
                  </a:lnTo>
                  <a:lnTo>
                    <a:pt x="218599" y="481393"/>
                  </a:lnTo>
                  <a:lnTo>
                    <a:pt x="218313" y="480536"/>
                  </a:lnTo>
                  <a:lnTo>
                    <a:pt x="217932" y="481965"/>
                  </a:lnTo>
                  <a:lnTo>
                    <a:pt x="218218" y="483489"/>
                  </a:lnTo>
                  <a:lnTo>
                    <a:pt x="218980" y="484727"/>
                  </a:lnTo>
                  <a:lnTo>
                    <a:pt x="219932" y="485203"/>
                  </a:lnTo>
                  <a:lnTo>
                    <a:pt x="223171" y="485203"/>
                  </a:lnTo>
                  <a:lnTo>
                    <a:pt x="223933" y="485489"/>
                  </a:lnTo>
                  <a:lnTo>
                    <a:pt x="225076" y="486632"/>
                  </a:lnTo>
                  <a:lnTo>
                    <a:pt x="225838" y="486632"/>
                  </a:lnTo>
                  <a:lnTo>
                    <a:pt x="226028" y="486347"/>
                  </a:lnTo>
                  <a:lnTo>
                    <a:pt x="227362" y="483679"/>
                  </a:lnTo>
                  <a:lnTo>
                    <a:pt x="228314" y="482727"/>
                  </a:lnTo>
                  <a:lnTo>
                    <a:pt x="228981" y="482346"/>
                  </a:lnTo>
                  <a:lnTo>
                    <a:pt x="229648" y="482156"/>
                  </a:lnTo>
                  <a:lnTo>
                    <a:pt x="230886" y="481108"/>
                  </a:lnTo>
                  <a:lnTo>
                    <a:pt x="231648" y="480727"/>
                  </a:lnTo>
                  <a:lnTo>
                    <a:pt x="232219" y="481584"/>
                  </a:lnTo>
                  <a:lnTo>
                    <a:pt x="233839" y="482536"/>
                  </a:lnTo>
                  <a:lnTo>
                    <a:pt x="233839" y="481965"/>
                  </a:lnTo>
                  <a:lnTo>
                    <a:pt x="233743" y="481584"/>
                  </a:lnTo>
                  <a:lnTo>
                    <a:pt x="233553" y="481298"/>
                  </a:lnTo>
                  <a:lnTo>
                    <a:pt x="233077" y="481108"/>
                  </a:lnTo>
                  <a:lnTo>
                    <a:pt x="233363" y="480632"/>
                  </a:lnTo>
                  <a:lnTo>
                    <a:pt x="233458" y="480155"/>
                  </a:lnTo>
                  <a:lnTo>
                    <a:pt x="233363" y="479679"/>
                  </a:lnTo>
                  <a:lnTo>
                    <a:pt x="233077" y="479298"/>
                  </a:lnTo>
                  <a:lnTo>
                    <a:pt x="233172" y="478345"/>
                  </a:lnTo>
                  <a:lnTo>
                    <a:pt x="234220" y="478250"/>
                  </a:lnTo>
                  <a:lnTo>
                    <a:pt x="236315" y="478822"/>
                  </a:lnTo>
                  <a:lnTo>
                    <a:pt x="236315" y="478441"/>
                  </a:lnTo>
                  <a:lnTo>
                    <a:pt x="235363" y="477393"/>
                  </a:lnTo>
                  <a:lnTo>
                    <a:pt x="234696" y="475774"/>
                  </a:lnTo>
                  <a:lnTo>
                    <a:pt x="234696" y="474250"/>
                  </a:lnTo>
                  <a:lnTo>
                    <a:pt x="235648" y="473678"/>
                  </a:lnTo>
                  <a:lnTo>
                    <a:pt x="235458" y="473202"/>
                  </a:lnTo>
                  <a:lnTo>
                    <a:pt x="235458" y="472916"/>
                  </a:lnTo>
                  <a:lnTo>
                    <a:pt x="235553" y="472631"/>
                  </a:lnTo>
                  <a:lnTo>
                    <a:pt x="235744" y="472250"/>
                  </a:lnTo>
                  <a:lnTo>
                    <a:pt x="236125" y="472631"/>
                  </a:lnTo>
                  <a:lnTo>
                    <a:pt x="236506" y="472250"/>
                  </a:lnTo>
                  <a:lnTo>
                    <a:pt x="236220" y="471868"/>
                  </a:lnTo>
                  <a:lnTo>
                    <a:pt x="236125" y="471487"/>
                  </a:lnTo>
                  <a:lnTo>
                    <a:pt x="236125" y="470630"/>
                  </a:lnTo>
                  <a:lnTo>
                    <a:pt x="236220" y="470154"/>
                  </a:lnTo>
                  <a:lnTo>
                    <a:pt x="236506" y="470154"/>
                  </a:lnTo>
                  <a:lnTo>
                    <a:pt x="236887" y="470249"/>
                  </a:lnTo>
                  <a:lnTo>
                    <a:pt x="237268" y="470154"/>
                  </a:lnTo>
                  <a:lnTo>
                    <a:pt x="238601" y="469297"/>
                  </a:lnTo>
                  <a:lnTo>
                    <a:pt x="239268" y="468725"/>
                  </a:lnTo>
                  <a:lnTo>
                    <a:pt x="241363" y="465677"/>
                  </a:lnTo>
                  <a:lnTo>
                    <a:pt x="241649" y="465487"/>
                  </a:lnTo>
                  <a:lnTo>
                    <a:pt x="241840" y="465487"/>
                  </a:lnTo>
                  <a:lnTo>
                    <a:pt x="242030" y="465392"/>
                  </a:lnTo>
                  <a:lnTo>
                    <a:pt x="242125" y="464058"/>
                  </a:lnTo>
                  <a:lnTo>
                    <a:pt x="242030" y="463677"/>
                  </a:lnTo>
                  <a:lnTo>
                    <a:pt x="241554" y="462820"/>
                  </a:lnTo>
                  <a:lnTo>
                    <a:pt x="241268" y="461962"/>
                  </a:lnTo>
                  <a:lnTo>
                    <a:pt x="241078" y="461105"/>
                  </a:lnTo>
                  <a:lnTo>
                    <a:pt x="240982" y="460439"/>
                  </a:lnTo>
                  <a:lnTo>
                    <a:pt x="240792" y="460058"/>
                  </a:lnTo>
                  <a:lnTo>
                    <a:pt x="239363" y="458248"/>
                  </a:lnTo>
                  <a:lnTo>
                    <a:pt x="238887" y="457009"/>
                  </a:lnTo>
                  <a:lnTo>
                    <a:pt x="238792" y="453676"/>
                  </a:lnTo>
                  <a:lnTo>
                    <a:pt x="238506" y="452152"/>
                  </a:lnTo>
                  <a:lnTo>
                    <a:pt x="238601" y="452152"/>
                  </a:lnTo>
                  <a:lnTo>
                    <a:pt x="238506" y="451390"/>
                  </a:lnTo>
                  <a:lnTo>
                    <a:pt x="238982" y="449199"/>
                  </a:lnTo>
                  <a:lnTo>
                    <a:pt x="238982" y="448342"/>
                  </a:lnTo>
                  <a:lnTo>
                    <a:pt x="238411" y="445008"/>
                  </a:lnTo>
                  <a:lnTo>
                    <a:pt x="238506" y="443770"/>
                  </a:lnTo>
                  <a:lnTo>
                    <a:pt x="238887" y="442627"/>
                  </a:lnTo>
                  <a:lnTo>
                    <a:pt x="239554" y="441674"/>
                  </a:lnTo>
                  <a:lnTo>
                    <a:pt x="241363" y="440436"/>
                  </a:lnTo>
                  <a:lnTo>
                    <a:pt x="242030" y="439674"/>
                  </a:lnTo>
                  <a:lnTo>
                    <a:pt x="242221" y="438531"/>
                  </a:lnTo>
                  <a:lnTo>
                    <a:pt x="241744" y="437483"/>
                  </a:lnTo>
                  <a:lnTo>
                    <a:pt x="240887" y="437769"/>
                  </a:lnTo>
                  <a:close/>
                  <a:moveTo>
                    <a:pt x="250984" y="448151"/>
                  </a:moveTo>
                  <a:lnTo>
                    <a:pt x="250793" y="448151"/>
                  </a:lnTo>
                  <a:lnTo>
                    <a:pt x="250031" y="447961"/>
                  </a:lnTo>
                  <a:lnTo>
                    <a:pt x="249364" y="448151"/>
                  </a:lnTo>
                  <a:lnTo>
                    <a:pt x="248983" y="448818"/>
                  </a:lnTo>
                  <a:lnTo>
                    <a:pt x="249079" y="449390"/>
                  </a:lnTo>
                  <a:lnTo>
                    <a:pt x="249174" y="449580"/>
                  </a:lnTo>
                  <a:lnTo>
                    <a:pt x="249555" y="449866"/>
                  </a:lnTo>
                  <a:lnTo>
                    <a:pt x="249936" y="450342"/>
                  </a:lnTo>
                  <a:lnTo>
                    <a:pt x="250126" y="450437"/>
                  </a:lnTo>
                  <a:lnTo>
                    <a:pt x="250317" y="450342"/>
                  </a:lnTo>
                  <a:lnTo>
                    <a:pt x="250603" y="450628"/>
                  </a:lnTo>
                  <a:lnTo>
                    <a:pt x="250984" y="450628"/>
                  </a:lnTo>
                  <a:lnTo>
                    <a:pt x="251174" y="450437"/>
                  </a:lnTo>
                  <a:lnTo>
                    <a:pt x="250984" y="450247"/>
                  </a:lnTo>
                  <a:lnTo>
                    <a:pt x="250888" y="450056"/>
                  </a:lnTo>
                  <a:lnTo>
                    <a:pt x="251079" y="449961"/>
                  </a:lnTo>
                  <a:lnTo>
                    <a:pt x="251269" y="449961"/>
                  </a:lnTo>
                  <a:lnTo>
                    <a:pt x="251555" y="449675"/>
                  </a:lnTo>
                  <a:lnTo>
                    <a:pt x="251650" y="449199"/>
                  </a:lnTo>
                  <a:lnTo>
                    <a:pt x="251365" y="448627"/>
                  </a:lnTo>
                  <a:lnTo>
                    <a:pt x="250984" y="448151"/>
                  </a:lnTo>
                  <a:close/>
                  <a:moveTo>
                    <a:pt x="245078" y="782098"/>
                  </a:moveTo>
                  <a:lnTo>
                    <a:pt x="244697" y="783050"/>
                  </a:lnTo>
                  <a:lnTo>
                    <a:pt x="244221" y="783526"/>
                  </a:lnTo>
                  <a:lnTo>
                    <a:pt x="243745" y="783812"/>
                  </a:lnTo>
                  <a:lnTo>
                    <a:pt x="244126" y="784384"/>
                  </a:lnTo>
                  <a:lnTo>
                    <a:pt x="244792" y="785146"/>
                  </a:lnTo>
                  <a:lnTo>
                    <a:pt x="245173" y="785908"/>
                  </a:lnTo>
                  <a:lnTo>
                    <a:pt x="245269" y="787051"/>
                  </a:lnTo>
                  <a:lnTo>
                    <a:pt x="245554" y="787432"/>
                  </a:lnTo>
                  <a:lnTo>
                    <a:pt x="245935" y="787146"/>
                  </a:lnTo>
                  <a:lnTo>
                    <a:pt x="246221" y="786003"/>
                  </a:lnTo>
                  <a:lnTo>
                    <a:pt x="246221" y="782384"/>
                  </a:lnTo>
                  <a:lnTo>
                    <a:pt x="245554" y="781622"/>
                  </a:lnTo>
                  <a:lnTo>
                    <a:pt x="245078" y="782098"/>
                  </a:lnTo>
                  <a:close/>
                  <a:moveTo>
                    <a:pt x="218122" y="416433"/>
                  </a:moveTo>
                  <a:lnTo>
                    <a:pt x="217932" y="415100"/>
                  </a:lnTo>
                  <a:lnTo>
                    <a:pt x="217646" y="414623"/>
                  </a:lnTo>
                  <a:lnTo>
                    <a:pt x="217170" y="414528"/>
                  </a:lnTo>
                  <a:lnTo>
                    <a:pt x="216598" y="414814"/>
                  </a:lnTo>
                  <a:lnTo>
                    <a:pt x="216122" y="414909"/>
                  </a:lnTo>
                  <a:lnTo>
                    <a:pt x="215741" y="414814"/>
                  </a:lnTo>
                  <a:lnTo>
                    <a:pt x="215360" y="414814"/>
                  </a:lnTo>
                  <a:lnTo>
                    <a:pt x="215360" y="415195"/>
                  </a:lnTo>
                  <a:lnTo>
                    <a:pt x="216884" y="416528"/>
                  </a:lnTo>
                  <a:lnTo>
                    <a:pt x="217741" y="416814"/>
                  </a:lnTo>
                  <a:lnTo>
                    <a:pt x="218122" y="416433"/>
                  </a:lnTo>
                  <a:close/>
                  <a:moveTo>
                    <a:pt x="238125" y="506063"/>
                  </a:moveTo>
                  <a:lnTo>
                    <a:pt x="236982" y="505968"/>
                  </a:lnTo>
                  <a:lnTo>
                    <a:pt x="236410" y="505968"/>
                  </a:lnTo>
                  <a:lnTo>
                    <a:pt x="235458" y="506349"/>
                  </a:lnTo>
                  <a:lnTo>
                    <a:pt x="234982" y="507016"/>
                  </a:lnTo>
                  <a:lnTo>
                    <a:pt x="234791" y="507492"/>
                  </a:lnTo>
                  <a:lnTo>
                    <a:pt x="235077" y="507587"/>
                  </a:lnTo>
                  <a:lnTo>
                    <a:pt x="235553" y="507301"/>
                  </a:lnTo>
                  <a:lnTo>
                    <a:pt x="235839" y="507206"/>
                  </a:lnTo>
                  <a:lnTo>
                    <a:pt x="236029" y="507397"/>
                  </a:lnTo>
                  <a:lnTo>
                    <a:pt x="236315" y="507492"/>
                  </a:lnTo>
                  <a:lnTo>
                    <a:pt x="236601" y="507492"/>
                  </a:lnTo>
                  <a:lnTo>
                    <a:pt x="237172" y="507683"/>
                  </a:lnTo>
                  <a:lnTo>
                    <a:pt x="238030" y="507873"/>
                  </a:lnTo>
                  <a:lnTo>
                    <a:pt x="239173" y="507873"/>
                  </a:lnTo>
                  <a:lnTo>
                    <a:pt x="240316" y="507301"/>
                  </a:lnTo>
                  <a:lnTo>
                    <a:pt x="240792" y="506825"/>
                  </a:lnTo>
                  <a:lnTo>
                    <a:pt x="239935" y="506349"/>
                  </a:lnTo>
                  <a:lnTo>
                    <a:pt x="238125" y="506063"/>
                  </a:lnTo>
                  <a:close/>
                  <a:moveTo>
                    <a:pt x="224599" y="826484"/>
                  </a:moveTo>
                  <a:lnTo>
                    <a:pt x="224123" y="825913"/>
                  </a:lnTo>
                  <a:lnTo>
                    <a:pt x="223456" y="825436"/>
                  </a:lnTo>
                  <a:lnTo>
                    <a:pt x="222694" y="825056"/>
                  </a:lnTo>
                  <a:lnTo>
                    <a:pt x="221837" y="824960"/>
                  </a:lnTo>
                  <a:lnTo>
                    <a:pt x="221266" y="825246"/>
                  </a:lnTo>
                  <a:lnTo>
                    <a:pt x="220694" y="825722"/>
                  </a:lnTo>
                  <a:lnTo>
                    <a:pt x="220313" y="826389"/>
                  </a:lnTo>
                  <a:lnTo>
                    <a:pt x="220313" y="827151"/>
                  </a:lnTo>
                  <a:lnTo>
                    <a:pt x="220885" y="828103"/>
                  </a:lnTo>
                  <a:lnTo>
                    <a:pt x="221742" y="828199"/>
                  </a:lnTo>
                  <a:lnTo>
                    <a:pt x="223552" y="827532"/>
                  </a:lnTo>
                  <a:lnTo>
                    <a:pt x="225076" y="827627"/>
                  </a:lnTo>
                  <a:lnTo>
                    <a:pt x="225361" y="827532"/>
                  </a:lnTo>
                  <a:lnTo>
                    <a:pt x="225552" y="827056"/>
                  </a:lnTo>
                  <a:lnTo>
                    <a:pt x="225266" y="826770"/>
                  </a:lnTo>
                  <a:lnTo>
                    <a:pt x="224599" y="826484"/>
                  </a:lnTo>
                  <a:close/>
                  <a:moveTo>
                    <a:pt x="217265" y="488347"/>
                  </a:moveTo>
                  <a:lnTo>
                    <a:pt x="217456" y="489109"/>
                  </a:lnTo>
                  <a:lnTo>
                    <a:pt x="217837" y="489585"/>
                  </a:lnTo>
                  <a:lnTo>
                    <a:pt x="218313" y="489871"/>
                  </a:lnTo>
                  <a:lnTo>
                    <a:pt x="218789" y="490252"/>
                  </a:lnTo>
                  <a:lnTo>
                    <a:pt x="219361" y="490537"/>
                  </a:lnTo>
                  <a:lnTo>
                    <a:pt x="219837" y="490442"/>
                  </a:lnTo>
                  <a:lnTo>
                    <a:pt x="220027" y="490157"/>
                  </a:lnTo>
                  <a:lnTo>
                    <a:pt x="219837" y="489585"/>
                  </a:lnTo>
                  <a:lnTo>
                    <a:pt x="219170" y="488442"/>
                  </a:lnTo>
                  <a:lnTo>
                    <a:pt x="219075" y="488347"/>
                  </a:lnTo>
                  <a:lnTo>
                    <a:pt x="218884" y="488156"/>
                  </a:lnTo>
                  <a:lnTo>
                    <a:pt x="218599" y="487680"/>
                  </a:lnTo>
                  <a:lnTo>
                    <a:pt x="218218" y="485870"/>
                  </a:lnTo>
                  <a:lnTo>
                    <a:pt x="217741" y="484632"/>
                  </a:lnTo>
                  <a:lnTo>
                    <a:pt x="216217" y="484060"/>
                  </a:lnTo>
                  <a:lnTo>
                    <a:pt x="215170" y="485489"/>
                  </a:lnTo>
                  <a:lnTo>
                    <a:pt x="215836" y="487109"/>
                  </a:lnTo>
                  <a:lnTo>
                    <a:pt x="216789" y="487585"/>
                  </a:lnTo>
                  <a:lnTo>
                    <a:pt x="217265" y="488347"/>
                  </a:lnTo>
                  <a:close/>
                  <a:moveTo>
                    <a:pt x="208026" y="829723"/>
                  </a:moveTo>
                  <a:lnTo>
                    <a:pt x="207359" y="830675"/>
                  </a:lnTo>
                  <a:lnTo>
                    <a:pt x="207264" y="832294"/>
                  </a:lnTo>
                  <a:lnTo>
                    <a:pt x="208312" y="832771"/>
                  </a:lnTo>
                  <a:lnTo>
                    <a:pt x="209074" y="832199"/>
                  </a:lnTo>
                  <a:lnTo>
                    <a:pt x="209359" y="831056"/>
                  </a:lnTo>
                  <a:lnTo>
                    <a:pt x="208693" y="830009"/>
                  </a:lnTo>
                  <a:lnTo>
                    <a:pt x="208026" y="829723"/>
                  </a:lnTo>
                  <a:close/>
                  <a:moveTo>
                    <a:pt x="214408" y="559594"/>
                  </a:moveTo>
                  <a:lnTo>
                    <a:pt x="214027" y="561213"/>
                  </a:lnTo>
                  <a:lnTo>
                    <a:pt x="214884" y="561975"/>
                  </a:lnTo>
                  <a:lnTo>
                    <a:pt x="216313" y="562070"/>
                  </a:lnTo>
                  <a:lnTo>
                    <a:pt x="217646" y="561784"/>
                  </a:lnTo>
                  <a:lnTo>
                    <a:pt x="217265" y="560832"/>
                  </a:lnTo>
                  <a:lnTo>
                    <a:pt x="218027" y="559118"/>
                  </a:lnTo>
                  <a:lnTo>
                    <a:pt x="218027" y="557879"/>
                  </a:lnTo>
                  <a:lnTo>
                    <a:pt x="217932" y="557117"/>
                  </a:lnTo>
                  <a:lnTo>
                    <a:pt x="217551" y="557212"/>
                  </a:lnTo>
                  <a:lnTo>
                    <a:pt x="216503" y="558165"/>
                  </a:lnTo>
                  <a:lnTo>
                    <a:pt x="214693" y="559308"/>
                  </a:lnTo>
                  <a:lnTo>
                    <a:pt x="214408" y="559594"/>
                  </a:lnTo>
                  <a:close/>
                  <a:moveTo>
                    <a:pt x="234410" y="817054"/>
                  </a:moveTo>
                  <a:lnTo>
                    <a:pt x="233267" y="816769"/>
                  </a:lnTo>
                  <a:lnTo>
                    <a:pt x="230981" y="816864"/>
                  </a:lnTo>
                  <a:lnTo>
                    <a:pt x="229838" y="816769"/>
                  </a:lnTo>
                  <a:lnTo>
                    <a:pt x="227457" y="815721"/>
                  </a:lnTo>
                  <a:lnTo>
                    <a:pt x="226504" y="816197"/>
                  </a:lnTo>
                  <a:lnTo>
                    <a:pt x="225647" y="816959"/>
                  </a:lnTo>
                  <a:lnTo>
                    <a:pt x="224695" y="817245"/>
                  </a:lnTo>
                  <a:lnTo>
                    <a:pt x="223838" y="816483"/>
                  </a:lnTo>
                  <a:lnTo>
                    <a:pt x="222599" y="813816"/>
                  </a:lnTo>
                  <a:lnTo>
                    <a:pt x="221551" y="813244"/>
                  </a:lnTo>
                  <a:lnTo>
                    <a:pt x="220980" y="813054"/>
                  </a:lnTo>
                  <a:lnTo>
                    <a:pt x="219837" y="812387"/>
                  </a:lnTo>
                  <a:lnTo>
                    <a:pt x="219265" y="812197"/>
                  </a:lnTo>
                  <a:lnTo>
                    <a:pt x="218313" y="812101"/>
                  </a:lnTo>
                  <a:lnTo>
                    <a:pt x="217360" y="812101"/>
                  </a:lnTo>
                  <a:lnTo>
                    <a:pt x="215551" y="812006"/>
                  </a:lnTo>
                  <a:lnTo>
                    <a:pt x="215074" y="812101"/>
                  </a:lnTo>
                  <a:lnTo>
                    <a:pt x="214598" y="812483"/>
                  </a:lnTo>
                  <a:lnTo>
                    <a:pt x="213360" y="814102"/>
                  </a:lnTo>
                  <a:lnTo>
                    <a:pt x="212884" y="814387"/>
                  </a:lnTo>
                  <a:lnTo>
                    <a:pt x="211741" y="814483"/>
                  </a:lnTo>
                  <a:lnTo>
                    <a:pt x="210312" y="815435"/>
                  </a:lnTo>
                  <a:lnTo>
                    <a:pt x="208312" y="816293"/>
                  </a:lnTo>
                  <a:lnTo>
                    <a:pt x="207454" y="817150"/>
                  </a:lnTo>
                  <a:lnTo>
                    <a:pt x="206788" y="818198"/>
                  </a:lnTo>
                  <a:lnTo>
                    <a:pt x="206502" y="819150"/>
                  </a:lnTo>
                  <a:lnTo>
                    <a:pt x="206788" y="820102"/>
                  </a:lnTo>
                  <a:lnTo>
                    <a:pt x="207645" y="821245"/>
                  </a:lnTo>
                  <a:lnTo>
                    <a:pt x="207931" y="821436"/>
                  </a:lnTo>
                  <a:lnTo>
                    <a:pt x="208597" y="821626"/>
                  </a:lnTo>
                  <a:lnTo>
                    <a:pt x="208883" y="821817"/>
                  </a:lnTo>
                  <a:lnTo>
                    <a:pt x="208979" y="822008"/>
                  </a:lnTo>
                  <a:lnTo>
                    <a:pt x="208979" y="822293"/>
                  </a:lnTo>
                  <a:lnTo>
                    <a:pt x="208979" y="822579"/>
                  </a:lnTo>
                  <a:lnTo>
                    <a:pt x="209264" y="822865"/>
                  </a:lnTo>
                  <a:lnTo>
                    <a:pt x="209836" y="823055"/>
                  </a:lnTo>
                  <a:lnTo>
                    <a:pt x="210312" y="822960"/>
                  </a:lnTo>
                  <a:lnTo>
                    <a:pt x="211360" y="822484"/>
                  </a:lnTo>
                  <a:lnTo>
                    <a:pt x="213265" y="821245"/>
                  </a:lnTo>
                  <a:lnTo>
                    <a:pt x="213741" y="821055"/>
                  </a:lnTo>
                  <a:lnTo>
                    <a:pt x="215932" y="821436"/>
                  </a:lnTo>
                  <a:lnTo>
                    <a:pt x="216217" y="821626"/>
                  </a:lnTo>
                  <a:lnTo>
                    <a:pt x="216884" y="822579"/>
                  </a:lnTo>
                  <a:lnTo>
                    <a:pt x="217170" y="822865"/>
                  </a:lnTo>
                  <a:lnTo>
                    <a:pt x="217646" y="822865"/>
                  </a:lnTo>
                  <a:lnTo>
                    <a:pt x="218027" y="822674"/>
                  </a:lnTo>
                  <a:lnTo>
                    <a:pt x="219075" y="822008"/>
                  </a:lnTo>
                  <a:lnTo>
                    <a:pt x="223361" y="820102"/>
                  </a:lnTo>
                  <a:lnTo>
                    <a:pt x="225361" y="820007"/>
                  </a:lnTo>
                  <a:lnTo>
                    <a:pt x="226695" y="821341"/>
                  </a:lnTo>
                  <a:lnTo>
                    <a:pt x="226695" y="821817"/>
                  </a:lnTo>
                  <a:lnTo>
                    <a:pt x="226600" y="822389"/>
                  </a:lnTo>
                  <a:lnTo>
                    <a:pt x="226695" y="822960"/>
                  </a:lnTo>
                  <a:lnTo>
                    <a:pt x="227171" y="823627"/>
                  </a:lnTo>
                  <a:lnTo>
                    <a:pt x="227647" y="824008"/>
                  </a:lnTo>
                  <a:lnTo>
                    <a:pt x="228219" y="824293"/>
                  </a:lnTo>
                  <a:lnTo>
                    <a:pt x="228790" y="824293"/>
                  </a:lnTo>
                  <a:lnTo>
                    <a:pt x="229362" y="823912"/>
                  </a:lnTo>
                  <a:lnTo>
                    <a:pt x="230791" y="822293"/>
                  </a:lnTo>
                  <a:lnTo>
                    <a:pt x="231267" y="821912"/>
                  </a:lnTo>
                  <a:lnTo>
                    <a:pt x="231648" y="821722"/>
                  </a:lnTo>
                  <a:lnTo>
                    <a:pt x="233648" y="821436"/>
                  </a:lnTo>
                  <a:lnTo>
                    <a:pt x="233839" y="821531"/>
                  </a:lnTo>
                  <a:lnTo>
                    <a:pt x="233743" y="820674"/>
                  </a:lnTo>
                  <a:lnTo>
                    <a:pt x="233934" y="820007"/>
                  </a:lnTo>
                  <a:lnTo>
                    <a:pt x="234315" y="819817"/>
                  </a:lnTo>
                  <a:lnTo>
                    <a:pt x="234791" y="819817"/>
                  </a:lnTo>
                  <a:lnTo>
                    <a:pt x="235267" y="819531"/>
                  </a:lnTo>
                  <a:lnTo>
                    <a:pt x="235744" y="818388"/>
                  </a:lnTo>
                  <a:lnTo>
                    <a:pt x="235363" y="817435"/>
                  </a:lnTo>
                  <a:lnTo>
                    <a:pt x="234410" y="817054"/>
                  </a:lnTo>
                  <a:close/>
                  <a:moveTo>
                    <a:pt x="278511" y="351473"/>
                  </a:moveTo>
                  <a:lnTo>
                    <a:pt x="278511" y="351758"/>
                  </a:lnTo>
                  <a:lnTo>
                    <a:pt x="279273" y="351282"/>
                  </a:lnTo>
                  <a:lnTo>
                    <a:pt x="279273" y="350139"/>
                  </a:lnTo>
                  <a:lnTo>
                    <a:pt x="278797" y="348996"/>
                  </a:lnTo>
                  <a:lnTo>
                    <a:pt x="278130" y="348520"/>
                  </a:lnTo>
                  <a:lnTo>
                    <a:pt x="277177" y="348615"/>
                  </a:lnTo>
                  <a:lnTo>
                    <a:pt x="276606" y="348520"/>
                  </a:lnTo>
                  <a:lnTo>
                    <a:pt x="276130" y="348139"/>
                  </a:lnTo>
                  <a:lnTo>
                    <a:pt x="275844" y="347567"/>
                  </a:lnTo>
                  <a:lnTo>
                    <a:pt x="275844" y="346996"/>
                  </a:lnTo>
                  <a:lnTo>
                    <a:pt x="276034" y="346519"/>
                  </a:lnTo>
                  <a:lnTo>
                    <a:pt x="276415" y="346234"/>
                  </a:lnTo>
                  <a:lnTo>
                    <a:pt x="274606" y="346234"/>
                  </a:lnTo>
                  <a:lnTo>
                    <a:pt x="273939" y="346519"/>
                  </a:lnTo>
                  <a:lnTo>
                    <a:pt x="273367" y="346519"/>
                  </a:lnTo>
                  <a:lnTo>
                    <a:pt x="272986" y="346234"/>
                  </a:lnTo>
                  <a:lnTo>
                    <a:pt x="272796" y="345472"/>
                  </a:lnTo>
                  <a:lnTo>
                    <a:pt x="272224" y="346043"/>
                  </a:lnTo>
                  <a:lnTo>
                    <a:pt x="272034" y="346234"/>
                  </a:lnTo>
                  <a:lnTo>
                    <a:pt x="271177" y="345948"/>
                  </a:lnTo>
                  <a:lnTo>
                    <a:pt x="271177" y="346329"/>
                  </a:lnTo>
                  <a:lnTo>
                    <a:pt x="271463" y="346996"/>
                  </a:lnTo>
                  <a:lnTo>
                    <a:pt x="271653" y="347567"/>
                  </a:lnTo>
                  <a:lnTo>
                    <a:pt x="271939" y="348043"/>
                  </a:lnTo>
                  <a:lnTo>
                    <a:pt x="272701" y="348234"/>
                  </a:lnTo>
                  <a:lnTo>
                    <a:pt x="274130" y="348520"/>
                  </a:lnTo>
                  <a:lnTo>
                    <a:pt x="278511" y="351473"/>
                  </a:lnTo>
                  <a:close/>
                  <a:moveTo>
                    <a:pt x="254508" y="394240"/>
                  </a:moveTo>
                  <a:lnTo>
                    <a:pt x="255365" y="395097"/>
                  </a:lnTo>
                  <a:lnTo>
                    <a:pt x="255937" y="396050"/>
                  </a:lnTo>
                  <a:lnTo>
                    <a:pt x="256699" y="396907"/>
                  </a:lnTo>
                  <a:lnTo>
                    <a:pt x="258413" y="397383"/>
                  </a:lnTo>
                  <a:lnTo>
                    <a:pt x="258985" y="397669"/>
                  </a:lnTo>
                  <a:lnTo>
                    <a:pt x="259556" y="398050"/>
                  </a:lnTo>
                  <a:lnTo>
                    <a:pt x="260604" y="399002"/>
                  </a:lnTo>
                  <a:lnTo>
                    <a:pt x="261175" y="399193"/>
                  </a:lnTo>
                  <a:lnTo>
                    <a:pt x="261747" y="399288"/>
                  </a:lnTo>
                  <a:lnTo>
                    <a:pt x="262414" y="399478"/>
                  </a:lnTo>
                  <a:lnTo>
                    <a:pt x="263080" y="399859"/>
                  </a:lnTo>
                  <a:lnTo>
                    <a:pt x="264985" y="401574"/>
                  </a:lnTo>
                  <a:lnTo>
                    <a:pt x="265176" y="401669"/>
                  </a:lnTo>
                  <a:lnTo>
                    <a:pt x="266224" y="401669"/>
                  </a:lnTo>
                  <a:lnTo>
                    <a:pt x="266890" y="402050"/>
                  </a:lnTo>
                  <a:lnTo>
                    <a:pt x="267748" y="402812"/>
                  </a:lnTo>
                  <a:lnTo>
                    <a:pt x="268510" y="403098"/>
                  </a:lnTo>
                  <a:lnTo>
                    <a:pt x="268796" y="402050"/>
                  </a:lnTo>
                  <a:lnTo>
                    <a:pt x="270510" y="403384"/>
                  </a:lnTo>
                  <a:lnTo>
                    <a:pt x="271843" y="404908"/>
                  </a:lnTo>
                  <a:lnTo>
                    <a:pt x="274701" y="409480"/>
                  </a:lnTo>
                  <a:lnTo>
                    <a:pt x="275082" y="409956"/>
                  </a:lnTo>
                  <a:lnTo>
                    <a:pt x="275368" y="410432"/>
                  </a:lnTo>
                  <a:lnTo>
                    <a:pt x="275558" y="411385"/>
                  </a:lnTo>
                  <a:lnTo>
                    <a:pt x="275749" y="411861"/>
                  </a:lnTo>
                  <a:lnTo>
                    <a:pt x="276511" y="412337"/>
                  </a:lnTo>
                  <a:lnTo>
                    <a:pt x="278321" y="412433"/>
                  </a:lnTo>
                  <a:lnTo>
                    <a:pt x="279273" y="412718"/>
                  </a:lnTo>
                  <a:lnTo>
                    <a:pt x="279273" y="413480"/>
                  </a:lnTo>
                  <a:lnTo>
                    <a:pt x="282416" y="413480"/>
                  </a:lnTo>
                  <a:lnTo>
                    <a:pt x="283273" y="414433"/>
                  </a:lnTo>
                  <a:lnTo>
                    <a:pt x="283655" y="415195"/>
                  </a:lnTo>
                  <a:lnTo>
                    <a:pt x="285179" y="415766"/>
                  </a:lnTo>
                  <a:lnTo>
                    <a:pt x="285559" y="416242"/>
                  </a:lnTo>
                  <a:lnTo>
                    <a:pt x="286607" y="417195"/>
                  </a:lnTo>
                  <a:lnTo>
                    <a:pt x="286798" y="417576"/>
                  </a:lnTo>
                  <a:lnTo>
                    <a:pt x="286893" y="418243"/>
                  </a:lnTo>
                  <a:lnTo>
                    <a:pt x="286988" y="418624"/>
                  </a:lnTo>
                  <a:lnTo>
                    <a:pt x="292132" y="425482"/>
                  </a:lnTo>
                  <a:lnTo>
                    <a:pt x="293084" y="428625"/>
                  </a:lnTo>
                  <a:lnTo>
                    <a:pt x="292989" y="429482"/>
                  </a:lnTo>
                  <a:lnTo>
                    <a:pt x="292417" y="431387"/>
                  </a:lnTo>
                  <a:lnTo>
                    <a:pt x="292322" y="432435"/>
                  </a:lnTo>
                  <a:lnTo>
                    <a:pt x="295751" y="435388"/>
                  </a:lnTo>
                  <a:lnTo>
                    <a:pt x="296704" y="435959"/>
                  </a:lnTo>
                  <a:lnTo>
                    <a:pt x="297561" y="435769"/>
                  </a:lnTo>
                  <a:lnTo>
                    <a:pt x="298894" y="435197"/>
                  </a:lnTo>
                  <a:lnTo>
                    <a:pt x="300133" y="434531"/>
                  </a:lnTo>
                  <a:lnTo>
                    <a:pt x="300704" y="433959"/>
                  </a:lnTo>
                  <a:lnTo>
                    <a:pt x="300895" y="433578"/>
                  </a:lnTo>
                  <a:lnTo>
                    <a:pt x="301371" y="433387"/>
                  </a:lnTo>
                  <a:lnTo>
                    <a:pt x="301847" y="433197"/>
                  </a:lnTo>
                  <a:lnTo>
                    <a:pt x="302133" y="433007"/>
                  </a:lnTo>
                  <a:lnTo>
                    <a:pt x="302228" y="432530"/>
                  </a:lnTo>
                  <a:lnTo>
                    <a:pt x="302228" y="431864"/>
                  </a:lnTo>
                  <a:lnTo>
                    <a:pt x="302133" y="430720"/>
                  </a:lnTo>
                  <a:lnTo>
                    <a:pt x="301942" y="430340"/>
                  </a:lnTo>
                  <a:lnTo>
                    <a:pt x="301657" y="429959"/>
                  </a:lnTo>
                  <a:lnTo>
                    <a:pt x="301466" y="429577"/>
                  </a:lnTo>
                  <a:lnTo>
                    <a:pt x="301371" y="429006"/>
                  </a:lnTo>
                  <a:lnTo>
                    <a:pt x="301371" y="426815"/>
                  </a:lnTo>
                  <a:lnTo>
                    <a:pt x="301180" y="424815"/>
                  </a:lnTo>
                  <a:lnTo>
                    <a:pt x="300704" y="422624"/>
                  </a:lnTo>
                  <a:lnTo>
                    <a:pt x="300228" y="421576"/>
                  </a:lnTo>
                  <a:lnTo>
                    <a:pt x="299656" y="420624"/>
                  </a:lnTo>
                  <a:lnTo>
                    <a:pt x="297371" y="417862"/>
                  </a:lnTo>
                  <a:lnTo>
                    <a:pt x="296037" y="415766"/>
                  </a:lnTo>
                  <a:lnTo>
                    <a:pt x="295751" y="414909"/>
                  </a:lnTo>
                  <a:lnTo>
                    <a:pt x="297942" y="416624"/>
                  </a:lnTo>
                  <a:lnTo>
                    <a:pt x="299180" y="417195"/>
                  </a:lnTo>
                  <a:lnTo>
                    <a:pt x="299371" y="416338"/>
                  </a:lnTo>
                  <a:lnTo>
                    <a:pt x="298609" y="415481"/>
                  </a:lnTo>
                  <a:lnTo>
                    <a:pt x="294799" y="413194"/>
                  </a:lnTo>
                  <a:lnTo>
                    <a:pt x="292798" y="411290"/>
                  </a:lnTo>
                  <a:lnTo>
                    <a:pt x="292036" y="410147"/>
                  </a:lnTo>
                  <a:lnTo>
                    <a:pt x="291751" y="408813"/>
                  </a:lnTo>
                  <a:lnTo>
                    <a:pt x="291465" y="406432"/>
                  </a:lnTo>
                  <a:lnTo>
                    <a:pt x="291751" y="405384"/>
                  </a:lnTo>
                  <a:lnTo>
                    <a:pt x="292894" y="405670"/>
                  </a:lnTo>
                  <a:lnTo>
                    <a:pt x="292417" y="403765"/>
                  </a:lnTo>
                  <a:lnTo>
                    <a:pt x="292322" y="402622"/>
                  </a:lnTo>
                  <a:lnTo>
                    <a:pt x="292608" y="401860"/>
                  </a:lnTo>
                  <a:lnTo>
                    <a:pt x="292608" y="401193"/>
                  </a:lnTo>
                  <a:lnTo>
                    <a:pt x="292132" y="400241"/>
                  </a:lnTo>
                  <a:lnTo>
                    <a:pt x="289560" y="396526"/>
                  </a:lnTo>
                  <a:lnTo>
                    <a:pt x="289369" y="396145"/>
                  </a:lnTo>
                  <a:lnTo>
                    <a:pt x="288703" y="395859"/>
                  </a:lnTo>
                  <a:lnTo>
                    <a:pt x="288036" y="395192"/>
                  </a:lnTo>
                  <a:lnTo>
                    <a:pt x="287655" y="394335"/>
                  </a:lnTo>
                  <a:lnTo>
                    <a:pt x="287846" y="393573"/>
                  </a:lnTo>
                  <a:lnTo>
                    <a:pt x="288798" y="394430"/>
                  </a:lnTo>
                  <a:lnTo>
                    <a:pt x="290131" y="394907"/>
                  </a:lnTo>
                  <a:lnTo>
                    <a:pt x="293084" y="395097"/>
                  </a:lnTo>
                  <a:lnTo>
                    <a:pt x="294227" y="393668"/>
                  </a:lnTo>
                  <a:lnTo>
                    <a:pt x="294418" y="393764"/>
                  </a:lnTo>
                  <a:lnTo>
                    <a:pt x="294513" y="394049"/>
                  </a:lnTo>
                  <a:lnTo>
                    <a:pt x="295180" y="394811"/>
                  </a:lnTo>
                  <a:lnTo>
                    <a:pt x="295370" y="395287"/>
                  </a:lnTo>
                  <a:lnTo>
                    <a:pt x="296037" y="394907"/>
                  </a:lnTo>
                  <a:lnTo>
                    <a:pt x="296323" y="395383"/>
                  </a:lnTo>
                  <a:lnTo>
                    <a:pt x="296418" y="396145"/>
                  </a:lnTo>
                  <a:lnTo>
                    <a:pt x="296608" y="396526"/>
                  </a:lnTo>
                  <a:lnTo>
                    <a:pt x="297275" y="396621"/>
                  </a:lnTo>
                  <a:lnTo>
                    <a:pt x="297942" y="396907"/>
                  </a:lnTo>
                  <a:lnTo>
                    <a:pt x="298609" y="397288"/>
                  </a:lnTo>
                  <a:lnTo>
                    <a:pt x="300228" y="398907"/>
                  </a:lnTo>
                  <a:lnTo>
                    <a:pt x="300418" y="399383"/>
                  </a:lnTo>
                  <a:lnTo>
                    <a:pt x="300133" y="399764"/>
                  </a:lnTo>
                  <a:lnTo>
                    <a:pt x="299752" y="400050"/>
                  </a:lnTo>
                  <a:lnTo>
                    <a:pt x="299656" y="400241"/>
                  </a:lnTo>
                  <a:lnTo>
                    <a:pt x="300228" y="400907"/>
                  </a:lnTo>
                  <a:lnTo>
                    <a:pt x="300895" y="401288"/>
                  </a:lnTo>
                  <a:lnTo>
                    <a:pt x="301561" y="401193"/>
                  </a:lnTo>
                  <a:lnTo>
                    <a:pt x="302228" y="400622"/>
                  </a:lnTo>
                  <a:lnTo>
                    <a:pt x="302705" y="401002"/>
                  </a:lnTo>
                  <a:lnTo>
                    <a:pt x="304800" y="401384"/>
                  </a:lnTo>
                  <a:lnTo>
                    <a:pt x="305562" y="401765"/>
                  </a:lnTo>
                  <a:lnTo>
                    <a:pt x="306324" y="402336"/>
                  </a:lnTo>
                  <a:lnTo>
                    <a:pt x="306610" y="402812"/>
                  </a:lnTo>
                  <a:lnTo>
                    <a:pt x="305943" y="402812"/>
                  </a:lnTo>
                  <a:lnTo>
                    <a:pt x="305657" y="403193"/>
                  </a:lnTo>
                  <a:lnTo>
                    <a:pt x="305943" y="403574"/>
                  </a:lnTo>
                  <a:lnTo>
                    <a:pt x="305943" y="403193"/>
                  </a:lnTo>
                  <a:lnTo>
                    <a:pt x="307562" y="403955"/>
                  </a:lnTo>
                  <a:lnTo>
                    <a:pt x="308800" y="405003"/>
                  </a:lnTo>
                  <a:lnTo>
                    <a:pt x="311372" y="407860"/>
                  </a:lnTo>
                  <a:lnTo>
                    <a:pt x="308896" y="410051"/>
                  </a:lnTo>
                  <a:lnTo>
                    <a:pt x="309658" y="410718"/>
                  </a:lnTo>
                  <a:lnTo>
                    <a:pt x="311277" y="412623"/>
                  </a:lnTo>
                  <a:lnTo>
                    <a:pt x="312039" y="413004"/>
                  </a:lnTo>
                  <a:lnTo>
                    <a:pt x="312706" y="413290"/>
                  </a:lnTo>
                  <a:lnTo>
                    <a:pt x="315944" y="415671"/>
                  </a:lnTo>
                  <a:lnTo>
                    <a:pt x="317182" y="416909"/>
                  </a:lnTo>
                  <a:lnTo>
                    <a:pt x="317659" y="417195"/>
                  </a:lnTo>
                  <a:lnTo>
                    <a:pt x="318421" y="417290"/>
                  </a:lnTo>
                  <a:lnTo>
                    <a:pt x="319659" y="417767"/>
                  </a:lnTo>
                  <a:lnTo>
                    <a:pt x="320516" y="417862"/>
                  </a:lnTo>
                  <a:lnTo>
                    <a:pt x="322040" y="418243"/>
                  </a:lnTo>
                  <a:lnTo>
                    <a:pt x="324802" y="420052"/>
                  </a:lnTo>
                  <a:lnTo>
                    <a:pt x="326326" y="420434"/>
                  </a:lnTo>
                  <a:lnTo>
                    <a:pt x="327565" y="421100"/>
                  </a:lnTo>
                  <a:lnTo>
                    <a:pt x="328517" y="422624"/>
                  </a:lnTo>
                  <a:lnTo>
                    <a:pt x="328993" y="424434"/>
                  </a:lnTo>
                  <a:lnTo>
                    <a:pt x="328708" y="425958"/>
                  </a:lnTo>
                  <a:lnTo>
                    <a:pt x="330136" y="427482"/>
                  </a:lnTo>
                  <a:lnTo>
                    <a:pt x="330327" y="427958"/>
                  </a:lnTo>
                  <a:lnTo>
                    <a:pt x="330613" y="428816"/>
                  </a:lnTo>
                  <a:lnTo>
                    <a:pt x="330803" y="429292"/>
                  </a:lnTo>
                  <a:lnTo>
                    <a:pt x="331660" y="430244"/>
                  </a:lnTo>
                  <a:lnTo>
                    <a:pt x="333661" y="431578"/>
                  </a:lnTo>
                  <a:lnTo>
                    <a:pt x="334518" y="432530"/>
                  </a:lnTo>
                  <a:lnTo>
                    <a:pt x="334708" y="434531"/>
                  </a:lnTo>
                  <a:lnTo>
                    <a:pt x="333375" y="438722"/>
                  </a:lnTo>
                  <a:lnTo>
                    <a:pt x="334137" y="440626"/>
                  </a:lnTo>
                  <a:lnTo>
                    <a:pt x="333661" y="441293"/>
                  </a:lnTo>
                  <a:lnTo>
                    <a:pt x="333851" y="442246"/>
                  </a:lnTo>
                  <a:lnTo>
                    <a:pt x="334327" y="443198"/>
                  </a:lnTo>
                  <a:lnTo>
                    <a:pt x="334613" y="444056"/>
                  </a:lnTo>
                  <a:lnTo>
                    <a:pt x="335089" y="444436"/>
                  </a:lnTo>
                  <a:lnTo>
                    <a:pt x="336137" y="444056"/>
                  </a:lnTo>
                  <a:lnTo>
                    <a:pt x="337852" y="443103"/>
                  </a:lnTo>
                  <a:lnTo>
                    <a:pt x="339090" y="442722"/>
                  </a:lnTo>
                  <a:lnTo>
                    <a:pt x="339947" y="442722"/>
                  </a:lnTo>
                  <a:lnTo>
                    <a:pt x="340805" y="442912"/>
                  </a:lnTo>
                  <a:lnTo>
                    <a:pt x="341947" y="443008"/>
                  </a:lnTo>
                  <a:lnTo>
                    <a:pt x="342424" y="443389"/>
                  </a:lnTo>
                  <a:lnTo>
                    <a:pt x="343376" y="445199"/>
                  </a:lnTo>
                  <a:lnTo>
                    <a:pt x="344424" y="445770"/>
                  </a:lnTo>
                  <a:lnTo>
                    <a:pt x="345186" y="446913"/>
                  </a:lnTo>
                  <a:lnTo>
                    <a:pt x="345662" y="447389"/>
                  </a:lnTo>
                  <a:lnTo>
                    <a:pt x="346043" y="447580"/>
                  </a:lnTo>
                  <a:lnTo>
                    <a:pt x="346519" y="447675"/>
                  </a:lnTo>
                  <a:lnTo>
                    <a:pt x="347091" y="447866"/>
                  </a:lnTo>
                  <a:lnTo>
                    <a:pt x="348139" y="448437"/>
                  </a:lnTo>
                  <a:lnTo>
                    <a:pt x="348805" y="449009"/>
                  </a:lnTo>
                  <a:lnTo>
                    <a:pt x="350234" y="450723"/>
                  </a:lnTo>
                  <a:lnTo>
                    <a:pt x="350615" y="450914"/>
                  </a:lnTo>
                  <a:lnTo>
                    <a:pt x="351187" y="451104"/>
                  </a:lnTo>
                  <a:lnTo>
                    <a:pt x="352044" y="451294"/>
                  </a:lnTo>
                  <a:lnTo>
                    <a:pt x="352711" y="451294"/>
                  </a:lnTo>
                  <a:lnTo>
                    <a:pt x="352901" y="451294"/>
                  </a:lnTo>
                  <a:lnTo>
                    <a:pt x="352901" y="451104"/>
                  </a:lnTo>
                  <a:lnTo>
                    <a:pt x="353282" y="450533"/>
                  </a:lnTo>
                  <a:lnTo>
                    <a:pt x="353473" y="450056"/>
                  </a:lnTo>
                  <a:lnTo>
                    <a:pt x="353568" y="449580"/>
                  </a:lnTo>
                  <a:lnTo>
                    <a:pt x="353854" y="449199"/>
                  </a:lnTo>
                  <a:lnTo>
                    <a:pt x="354521" y="449009"/>
                  </a:lnTo>
                  <a:lnTo>
                    <a:pt x="355092" y="449009"/>
                  </a:lnTo>
                  <a:lnTo>
                    <a:pt x="355473" y="448818"/>
                  </a:lnTo>
                  <a:lnTo>
                    <a:pt x="355759" y="449009"/>
                  </a:lnTo>
                  <a:lnTo>
                    <a:pt x="354901" y="450151"/>
                  </a:lnTo>
                  <a:lnTo>
                    <a:pt x="354425" y="451294"/>
                  </a:lnTo>
                  <a:lnTo>
                    <a:pt x="355568" y="452342"/>
                  </a:lnTo>
                  <a:lnTo>
                    <a:pt x="355568" y="451771"/>
                  </a:lnTo>
                  <a:lnTo>
                    <a:pt x="355473" y="451390"/>
                  </a:lnTo>
                  <a:lnTo>
                    <a:pt x="355187" y="451104"/>
                  </a:lnTo>
                  <a:lnTo>
                    <a:pt x="355473" y="450914"/>
                  </a:lnTo>
                  <a:lnTo>
                    <a:pt x="356806" y="450818"/>
                  </a:lnTo>
                  <a:lnTo>
                    <a:pt x="357378" y="451009"/>
                  </a:lnTo>
                  <a:lnTo>
                    <a:pt x="357283" y="451390"/>
                  </a:lnTo>
                  <a:lnTo>
                    <a:pt x="356806" y="451771"/>
                  </a:lnTo>
                  <a:lnTo>
                    <a:pt x="356235" y="451961"/>
                  </a:lnTo>
                  <a:lnTo>
                    <a:pt x="356711" y="452723"/>
                  </a:lnTo>
                  <a:lnTo>
                    <a:pt x="356997" y="453485"/>
                  </a:lnTo>
                  <a:lnTo>
                    <a:pt x="357188" y="453390"/>
                  </a:lnTo>
                  <a:lnTo>
                    <a:pt x="357473" y="453200"/>
                  </a:lnTo>
                  <a:lnTo>
                    <a:pt x="357664" y="453104"/>
                  </a:lnTo>
                  <a:lnTo>
                    <a:pt x="358140" y="452818"/>
                  </a:lnTo>
                  <a:lnTo>
                    <a:pt x="358711" y="451866"/>
                  </a:lnTo>
                  <a:lnTo>
                    <a:pt x="358997" y="451675"/>
                  </a:lnTo>
                  <a:lnTo>
                    <a:pt x="359283" y="451771"/>
                  </a:lnTo>
                  <a:lnTo>
                    <a:pt x="359759" y="452247"/>
                  </a:lnTo>
                  <a:lnTo>
                    <a:pt x="360045" y="452342"/>
                  </a:lnTo>
                  <a:lnTo>
                    <a:pt x="360331" y="452247"/>
                  </a:lnTo>
                  <a:lnTo>
                    <a:pt x="360807" y="451961"/>
                  </a:lnTo>
                  <a:lnTo>
                    <a:pt x="362045" y="451675"/>
                  </a:lnTo>
                  <a:lnTo>
                    <a:pt x="362902" y="451104"/>
                  </a:lnTo>
                  <a:lnTo>
                    <a:pt x="364141" y="449770"/>
                  </a:lnTo>
                  <a:lnTo>
                    <a:pt x="364426" y="449009"/>
                  </a:lnTo>
                  <a:lnTo>
                    <a:pt x="364712" y="447866"/>
                  </a:lnTo>
                  <a:lnTo>
                    <a:pt x="365093" y="446818"/>
                  </a:lnTo>
                  <a:lnTo>
                    <a:pt x="365760" y="446342"/>
                  </a:lnTo>
                  <a:lnTo>
                    <a:pt x="366617" y="446532"/>
                  </a:lnTo>
                  <a:lnTo>
                    <a:pt x="368236" y="447294"/>
                  </a:lnTo>
                  <a:lnTo>
                    <a:pt x="369189" y="447484"/>
                  </a:lnTo>
                  <a:lnTo>
                    <a:pt x="371665" y="447103"/>
                  </a:lnTo>
                  <a:lnTo>
                    <a:pt x="372713" y="447389"/>
                  </a:lnTo>
                  <a:lnTo>
                    <a:pt x="373189" y="448723"/>
                  </a:lnTo>
                  <a:lnTo>
                    <a:pt x="372904" y="449770"/>
                  </a:lnTo>
                  <a:lnTo>
                    <a:pt x="372332" y="450723"/>
                  </a:lnTo>
                  <a:lnTo>
                    <a:pt x="371475" y="451485"/>
                  </a:lnTo>
                  <a:lnTo>
                    <a:pt x="370618" y="451866"/>
                  </a:lnTo>
                  <a:lnTo>
                    <a:pt x="370237" y="451771"/>
                  </a:lnTo>
                  <a:lnTo>
                    <a:pt x="369760" y="451580"/>
                  </a:lnTo>
                  <a:lnTo>
                    <a:pt x="369189" y="451485"/>
                  </a:lnTo>
                  <a:lnTo>
                    <a:pt x="368617" y="451771"/>
                  </a:lnTo>
                  <a:lnTo>
                    <a:pt x="368332" y="452247"/>
                  </a:lnTo>
                  <a:lnTo>
                    <a:pt x="368332" y="452818"/>
                  </a:lnTo>
                  <a:lnTo>
                    <a:pt x="368141" y="453200"/>
                  </a:lnTo>
                  <a:lnTo>
                    <a:pt x="367474" y="453390"/>
                  </a:lnTo>
                  <a:lnTo>
                    <a:pt x="366903" y="453485"/>
                  </a:lnTo>
                  <a:lnTo>
                    <a:pt x="366617" y="453581"/>
                  </a:lnTo>
                  <a:lnTo>
                    <a:pt x="366331" y="453581"/>
                  </a:lnTo>
                  <a:lnTo>
                    <a:pt x="365855" y="453390"/>
                  </a:lnTo>
                  <a:lnTo>
                    <a:pt x="365474" y="453104"/>
                  </a:lnTo>
                  <a:lnTo>
                    <a:pt x="364617" y="452247"/>
                  </a:lnTo>
                  <a:lnTo>
                    <a:pt x="364046" y="451961"/>
                  </a:lnTo>
                  <a:lnTo>
                    <a:pt x="363569" y="453009"/>
                  </a:lnTo>
                  <a:lnTo>
                    <a:pt x="362807" y="453771"/>
                  </a:lnTo>
                  <a:lnTo>
                    <a:pt x="361759" y="454152"/>
                  </a:lnTo>
                  <a:lnTo>
                    <a:pt x="360426" y="454152"/>
                  </a:lnTo>
                  <a:lnTo>
                    <a:pt x="361474" y="454819"/>
                  </a:lnTo>
                  <a:lnTo>
                    <a:pt x="362331" y="455200"/>
                  </a:lnTo>
                  <a:lnTo>
                    <a:pt x="362998" y="455771"/>
                  </a:lnTo>
                  <a:lnTo>
                    <a:pt x="363379" y="457105"/>
                  </a:lnTo>
                  <a:lnTo>
                    <a:pt x="363283" y="458248"/>
                  </a:lnTo>
                  <a:lnTo>
                    <a:pt x="363093" y="459295"/>
                  </a:lnTo>
                  <a:lnTo>
                    <a:pt x="363093" y="460343"/>
                  </a:lnTo>
                  <a:lnTo>
                    <a:pt x="364141" y="462343"/>
                  </a:lnTo>
                  <a:lnTo>
                    <a:pt x="364522" y="463391"/>
                  </a:lnTo>
                  <a:lnTo>
                    <a:pt x="364998" y="464153"/>
                  </a:lnTo>
                  <a:lnTo>
                    <a:pt x="366046" y="464629"/>
                  </a:lnTo>
                  <a:lnTo>
                    <a:pt x="366808" y="465487"/>
                  </a:lnTo>
                  <a:lnTo>
                    <a:pt x="367284" y="465392"/>
                  </a:lnTo>
                  <a:lnTo>
                    <a:pt x="367665" y="465296"/>
                  </a:lnTo>
                  <a:lnTo>
                    <a:pt x="367855" y="465392"/>
                  </a:lnTo>
                  <a:lnTo>
                    <a:pt x="367760" y="465963"/>
                  </a:lnTo>
                  <a:lnTo>
                    <a:pt x="369284" y="468249"/>
                  </a:lnTo>
                  <a:lnTo>
                    <a:pt x="370522" y="469392"/>
                  </a:lnTo>
                  <a:lnTo>
                    <a:pt x="371951" y="469868"/>
                  </a:lnTo>
                  <a:lnTo>
                    <a:pt x="373666" y="469964"/>
                  </a:lnTo>
                  <a:lnTo>
                    <a:pt x="374332" y="469868"/>
                  </a:lnTo>
                  <a:lnTo>
                    <a:pt x="374904" y="469678"/>
                  </a:lnTo>
                  <a:lnTo>
                    <a:pt x="375761" y="469011"/>
                  </a:lnTo>
                  <a:lnTo>
                    <a:pt x="376428" y="468820"/>
                  </a:lnTo>
                  <a:lnTo>
                    <a:pt x="375952" y="467773"/>
                  </a:lnTo>
                  <a:lnTo>
                    <a:pt x="375666" y="467392"/>
                  </a:lnTo>
                  <a:lnTo>
                    <a:pt x="376428" y="466820"/>
                  </a:lnTo>
                  <a:lnTo>
                    <a:pt x="376523" y="466439"/>
                  </a:lnTo>
                  <a:lnTo>
                    <a:pt x="376238" y="465868"/>
                  </a:lnTo>
                  <a:lnTo>
                    <a:pt x="376047" y="464915"/>
                  </a:lnTo>
                  <a:lnTo>
                    <a:pt x="376428" y="464153"/>
                  </a:lnTo>
                  <a:lnTo>
                    <a:pt x="377952" y="463106"/>
                  </a:lnTo>
                  <a:lnTo>
                    <a:pt x="378333" y="462343"/>
                  </a:lnTo>
                  <a:lnTo>
                    <a:pt x="379095" y="455867"/>
                  </a:lnTo>
                  <a:lnTo>
                    <a:pt x="379095" y="454914"/>
                  </a:lnTo>
                  <a:lnTo>
                    <a:pt x="378619" y="451485"/>
                  </a:lnTo>
                  <a:lnTo>
                    <a:pt x="377857" y="450247"/>
                  </a:lnTo>
                  <a:lnTo>
                    <a:pt x="377666" y="449390"/>
                  </a:lnTo>
                  <a:lnTo>
                    <a:pt x="377761" y="448913"/>
                  </a:lnTo>
                  <a:lnTo>
                    <a:pt x="378714" y="447008"/>
                  </a:lnTo>
                  <a:lnTo>
                    <a:pt x="379190" y="445484"/>
                  </a:lnTo>
                  <a:lnTo>
                    <a:pt x="379571" y="444913"/>
                  </a:lnTo>
                  <a:lnTo>
                    <a:pt x="380238" y="444151"/>
                  </a:lnTo>
                  <a:lnTo>
                    <a:pt x="380905" y="444532"/>
                  </a:lnTo>
                  <a:lnTo>
                    <a:pt x="381381" y="443960"/>
                  </a:lnTo>
                  <a:lnTo>
                    <a:pt x="381476" y="442912"/>
                  </a:lnTo>
                  <a:lnTo>
                    <a:pt x="381286" y="441960"/>
                  </a:lnTo>
                  <a:lnTo>
                    <a:pt x="380714" y="441579"/>
                  </a:lnTo>
                  <a:lnTo>
                    <a:pt x="379476" y="441103"/>
                  </a:lnTo>
                  <a:lnTo>
                    <a:pt x="378238" y="440817"/>
                  </a:lnTo>
                  <a:lnTo>
                    <a:pt x="377666" y="441008"/>
                  </a:lnTo>
                  <a:lnTo>
                    <a:pt x="377476" y="441769"/>
                  </a:lnTo>
                  <a:lnTo>
                    <a:pt x="376333" y="444056"/>
                  </a:lnTo>
                  <a:lnTo>
                    <a:pt x="375856" y="444532"/>
                  </a:lnTo>
                  <a:lnTo>
                    <a:pt x="375285" y="444151"/>
                  </a:lnTo>
                  <a:lnTo>
                    <a:pt x="372999" y="442150"/>
                  </a:lnTo>
                  <a:lnTo>
                    <a:pt x="372713" y="441484"/>
                  </a:lnTo>
                  <a:lnTo>
                    <a:pt x="372046" y="440722"/>
                  </a:lnTo>
                  <a:lnTo>
                    <a:pt x="371189" y="440055"/>
                  </a:lnTo>
                  <a:lnTo>
                    <a:pt x="370522" y="439674"/>
                  </a:lnTo>
                  <a:lnTo>
                    <a:pt x="368617" y="439198"/>
                  </a:lnTo>
                  <a:lnTo>
                    <a:pt x="368332" y="439198"/>
                  </a:lnTo>
                  <a:lnTo>
                    <a:pt x="368236" y="438722"/>
                  </a:lnTo>
                  <a:lnTo>
                    <a:pt x="367951" y="438436"/>
                  </a:lnTo>
                  <a:lnTo>
                    <a:pt x="367570" y="438341"/>
                  </a:lnTo>
                  <a:lnTo>
                    <a:pt x="366998" y="438341"/>
                  </a:lnTo>
                  <a:lnTo>
                    <a:pt x="366522" y="438150"/>
                  </a:lnTo>
                  <a:lnTo>
                    <a:pt x="365950" y="437388"/>
                  </a:lnTo>
                  <a:lnTo>
                    <a:pt x="365379" y="437293"/>
                  </a:lnTo>
                  <a:lnTo>
                    <a:pt x="364712" y="437483"/>
                  </a:lnTo>
                  <a:lnTo>
                    <a:pt x="364426" y="437864"/>
                  </a:lnTo>
                  <a:lnTo>
                    <a:pt x="364236" y="438341"/>
                  </a:lnTo>
                  <a:lnTo>
                    <a:pt x="363950" y="438817"/>
                  </a:lnTo>
                  <a:lnTo>
                    <a:pt x="361950" y="441389"/>
                  </a:lnTo>
                  <a:lnTo>
                    <a:pt x="361664" y="441579"/>
                  </a:lnTo>
                  <a:lnTo>
                    <a:pt x="360902" y="442246"/>
                  </a:lnTo>
                  <a:lnTo>
                    <a:pt x="360331" y="442436"/>
                  </a:lnTo>
                  <a:lnTo>
                    <a:pt x="359664" y="442436"/>
                  </a:lnTo>
                  <a:lnTo>
                    <a:pt x="359188" y="442341"/>
                  </a:lnTo>
                  <a:lnTo>
                    <a:pt x="358045" y="441769"/>
                  </a:lnTo>
                  <a:lnTo>
                    <a:pt x="358235" y="441293"/>
                  </a:lnTo>
                  <a:lnTo>
                    <a:pt x="358235" y="441008"/>
                  </a:lnTo>
                  <a:lnTo>
                    <a:pt x="358045" y="440626"/>
                  </a:lnTo>
                  <a:lnTo>
                    <a:pt x="358045" y="440245"/>
                  </a:lnTo>
                  <a:lnTo>
                    <a:pt x="359188" y="439865"/>
                  </a:lnTo>
                  <a:lnTo>
                    <a:pt x="359283" y="439198"/>
                  </a:lnTo>
                  <a:lnTo>
                    <a:pt x="358426" y="437674"/>
                  </a:lnTo>
                  <a:lnTo>
                    <a:pt x="358235" y="436817"/>
                  </a:lnTo>
                  <a:lnTo>
                    <a:pt x="358330" y="436150"/>
                  </a:lnTo>
                  <a:lnTo>
                    <a:pt x="358616" y="435388"/>
                  </a:lnTo>
                  <a:lnTo>
                    <a:pt x="358711" y="434435"/>
                  </a:lnTo>
                  <a:lnTo>
                    <a:pt x="359092" y="433007"/>
                  </a:lnTo>
                  <a:lnTo>
                    <a:pt x="360235" y="432530"/>
                  </a:lnTo>
                  <a:lnTo>
                    <a:pt x="363760" y="432721"/>
                  </a:lnTo>
                  <a:lnTo>
                    <a:pt x="363379" y="431959"/>
                  </a:lnTo>
                  <a:lnTo>
                    <a:pt x="362712" y="431197"/>
                  </a:lnTo>
                  <a:lnTo>
                    <a:pt x="362140" y="431006"/>
                  </a:lnTo>
                  <a:lnTo>
                    <a:pt x="361950" y="431959"/>
                  </a:lnTo>
                  <a:lnTo>
                    <a:pt x="361093" y="429577"/>
                  </a:lnTo>
                  <a:lnTo>
                    <a:pt x="360521" y="428434"/>
                  </a:lnTo>
                  <a:lnTo>
                    <a:pt x="359569" y="427958"/>
                  </a:lnTo>
                  <a:lnTo>
                    <a:pt x="358616" y="427577"/>
                  </a:lnTo>
                  <a:lnTo>
                    <a:pt x="357759" y="426720"/>
                  </a:lnTo>
                  <a:lnTo>
                    <a:pt x="357092" y="425482"/>
                  </a:lnTo>
                  <a:lnTo>
                    <a:pt x="356806" y="423958"/>
                  </a:lnTo>
                  <a:lnTo>
                    <a:pt x="356711" y="423482"/>
                  </a:lnTo>
                  <a:lnTo>
                    <a:pt x="356711" y="422910"/>
                  </a:lnTo>
                  <a:lnTo>
                    <a:pt x="356521" y="422624"/>
                  </a:lnTo>
                  <a:lnTo>
                    <a:pt x="355854" y="422148"/>
                  </a:lnTo>
                  <a:lnTo>
                    <a:pt x="355663" y="421958"/>
                  </a:lnTo>
                  <a:lnTo>
                    <a:pt x="354330" y="419672"/>
                  </a:lnTo>
                  <a:lnTo>
                    <a:pt x="353663" y="418814"/>
                  </a:lnTo>
                  <a:lnTo>
                    <a:pt x="350425" y="417100"/>
                  </a:lnTo>
                  <a:lnTo>
                    <a:pt x="350044" y="416719"/>
                  </a:lnTo>
                  <a:lnTo>
                    <a:pt x="349758" y="416433"/>
                  </a:lnTo>
                  <a:lnTo>
                    <a:pt x="348043" y="414147"/>
                  </a:lnTo>
                  <a:lnTo>
                    <a:pt x="347567" y="414528"/>
                  </a:lnTo>
                  <a:lnTo>
                    <a:pt x="347091" y="414718"/>
                  </a:lnTo>
                  <a:lnTo>
                    <a:pt x="346710" y="414528"/>
                  </a:lnTo>
                  <a:lnTo>
                    <a:pt x="346519" y="413957"/>
                  </a:lnTo>
                  <a:lnTo>
                    <a:pt x="346519" y="413385"/>
                  </a:lnTo>
                  <a:lnTo>
                    <a:pt x="346519" y="413099"/>
                  </a:lnTo>
                  <a:lnTo>
                    <a:pt x="346615" y="412814"/>
                  </a:lnTo>
                  <a:lnTo>
                    <a:pt x="346710" y="412528"/>
                  </a:lnTo>
                  <a:lnTo>
                    <a:pt x="346519" y="412337"/>
                  </a:lnTo>
                  <a:lnTo>
                    <a:pt x="346043" y="412242"/>
                  </a:lnTo>
                  <a:lnTo>
                    <a:pt x="346138" y="411099"/>
                  </a:lnTo>
                  <a:lnTo>
                    <a:pt x="347758" y="406622"/>
                  </a:lnTo>
                  <a:lnTo>
                    <a:pt x="348329" y="405860"/>
                  </a:lnTo>
                  <a:lnTo>
                    <a:pt x="349282" y="405575"/>
                  </a:lnTo>
                  <a:lnTo>
                    <a:pt x="350139" y="405860"/>
                  </a:lnTo>
                  <a:lnTo>
                    <a:pt x="351377" y="406527"/>
                  </a:lnTo>
                  <a:lnTo>
                    <a:pt x="352520" y="406908"/>
                  </a:lnTo>
                  <a:lnTo>
                    <a:pt x="352996" y="406527"/>
                  </a:lnTo>
                  <a:lnTo>
                    <a:pt x="353473" y="406146"/>
                  </a:lnTo>
                  <a:lnTo>
                    <a:pt x="354616" y="406146"/>
                  </a:lnTo>
                  <a:lnTo>
                    <a:pt x="357473" y="406622"/>
                  </a:lnTo>
                  <a:lnTo>
                    <a:pt x="359378" y="407575"/>
                  </a:lnTo>
                  <a:lnTo>
                    <a:pt x="360331" y="407765"/>
                  </a:lnTo>
                  <a:lnTo>
                    <a:pt x="361474" y="407289"/>
                  </a:lnTo>
                  <a:lnTo>
                    <a:pt x="362426" y="406241"/>
                  </a:lnTo>
                  <a:lnTo>
                    <a:pt x="363188" y="405193"/>
                  </a:lnTo>
                  <a:lnTo>
                    <a:pt x="363664" y="404717"/>
                  </a:lnTo>
                  <a:lnTo>
                    <a:pt x="365379" y="404812"/>
                  </a:lnTo>
                  <a:lnTo>
                    <a:pt x="366331" y="405003"/>
                  </a:lnTo>
                  <a:lnTo>
                    <a:pt x="367093" y="405384"/>
                  </a:lnTo>
                  <a:lnTo>
                    <a:pt x="367379" y="404908"/>
                  </a:lnTo>
                  <a:lnTo>
                    <a:pt x="367474" y="404717"/>
                  </a:lnTo>
                  <a:lnTo>
                    <a:pt x="367760" y="404717"/>
                  </a:lnTo>
                  <a:lnTo>
                    <a:pt x="368046" y="405193"/>
                  </a:lnTo>
                  <a:lnTo>
                    <a:pt x="368332" y="405575"/>
                  </a:lnTo>
                  <a:lnTo>
                    <a:pt x="369189" y="406336"/>
                  </a:lnTo>
                  <a:lnTo>
                    <a:pt x="369570" y="405575"/>
                  </a:lnTo>
                  <a:lnTo>
                    <a:pt x="369380" y="405003"/>
                  </a:lnTo>
                  <a:lnTo>
                    <a:pt x="368522" y="404146"/>
                  </a:lnTo>
                  <a:lnTo>
                    <a:pt x="367760" y="402622"/>
                  </a:lnTo>
                  <a:lnTo>
                    <a:pt x="367379" y="402241"/>
                  </a:lnTo>
                  <a:lnTo>
                    <a:pt x="366713" y="402050"/>
                  </a:lnTo>
                  <a:lnTo>
                    <a:pt x="365474" y="402050"/>
                  </a:lnTo>
                  <a:lnTo>
                    <a:pt x="364807" y="401860"/>
                  </a:lnTo>
                  <a:lnTo>
                    <a:pt x="364617" y="401669"/>
                  </a:lnTo>
                  <a:lnTo>
                    <a:pt x="364522" y="401479"/>
                  </a:lnTo>
                  <a:lnTo>
                    <a:pt x="364426" y="401288"/>
                  </a:lnTo>
                  <a:lnTo>
                    <a:pt x="360616" y="399669"/>
                  </a:lnTo>
                  <a:lnTo>
                    <a:pt x="358616" y="398240"/>
                  </a:lnTo>
                  <a:lnTo>
                    <a:pt x="356997" y="396431"/>
                  </a:lnTo>
                  <a:lnTo>
                    <a:pt x="355854" y="394430"/>
                  </a:lnTo>
                  <a:lnTo>
                    <a:pt x="354235" y="397097"/>
                  </a:lnTo>
                  <a:lnTo>
                    <a:pt x="350615" y="396431"/>
                  </a:lnTo>
                  <a:lnTo>
                    <a:pt x="346710" y="394907"/>
                  </a:lnTo>
                  <a:lnTo>
                    <a:pt x="344233" y="395097"/>
                  </a:lnTo>
                  <a:lnTo>
                    <a:pt x="343948" y="394049"/>
                  </a:lnTo>
                  <a:lnTo>
                    <a:pt x="343471" y="393478"/>
                  </a:lnTo>
                  <a:lnTo>
                    <a:pt x="342805" y="393192"/>
                  </a:lnTo>
                  <a:lnTo>
                    <a:pt x="341757" y="392906"/>
                  </a:lnTo>
                  <a:lnTo>
                    <a:pt x="341757" y="394049"/>
                  </a:lnTo>
                  <a:lnTo>
                    <a:pt x="341376" y="394716"/>
                  </a:lnTo>
                  <a:lnTo>
                    <a:pt x="340995" y="395192"/>
                  </a:lnTo>
                  <a:lnTo>
                    <a:pt x="340709" y="395859"/>
                  </a:lnTo>
                  <a:lnTo>
                    <a:pt x="340328" y="395859"/>
                  </a:lnTo>
                  <a:lnTo>
                    <a:pt x="340328" y="395192"/>
                  </a:lnTo>
                  <a:lnTo>
                    <a:pt x="340233" y="394621"/>
                  </a:lnTo>
                  <a:lnTo>
                    <a:pt x="339947" y="394049"/>
                  </a:lnTo>
                  <a:lnTo>
                    <a:pt x="339566" y="393573"/>
                  </a:lnTo>
                  <a:lnTo>
                    <a:pt x="339947" y="392716"/>
                  </a:lnTo>
                  <a:lnTo>
                    <a:pt x="338899" y="391192"/>
                  </a:lnTo>
                  <a:lnTo>
                    <a:pt x="339090" y="390239"/>
                  </a:lnTo>
                  <a:lnTo>
                    <a:pt x="338804" y="389858"/>
                  </a:lnTo>
                  <a:lnTo>
                    <a:pt x="338614" y="389953"/>
                  </a:lnTo>
                  <a:lnTo>
                    <a:pt x="338042" y="390144"/>
                  </a:lnTo>
                  <a:lnTo>
                    <a:pt x="338518" y="389001"/>
                  </a:lnTo>
                  <a:lnTo>
                    <a:pt x="338804" y="388620"/>
                  </a:lnTo>
                  <a:lnTo>
                    <a:pt x="338233" y="388715"/>
                  </a:lnTo>
                  <a:lnTo>
                    <a:pt x="337756" y="389001"/>
                  </a:lnTo>
                  <a:lnTo>
                    <a:pt x="336804" y="389858"/>
                  </a:lnTo>
                  <a:lnTo>
                    <a:pt x="336518" y="389668"/>
                  </a:lnTo>
                  <a:lnTo>
                    <a:pt x="336328" y="389096"/>
                  </a:lnTo>
                  <a:lnTo>
                    <a:pt x="336518" y="388429"/>
                  </a:lnTo>
                  <a:lnTo>
                    <a:pt x="337375" y="388239"/>
                  </a:lnTo>
                  <a:lnTo>
                    <a:pt x="336899" y="386334"/>
                  </a:lnTo>
                  <a:lnTo>
                    <a:pt x="336518" y="385572"/>
                  </a:lnTo>
                  <a:lnTo>
                    <a:pt x="335851" y="385286"/>
                  </a:lnTo>
                  <a:lnTo>
                    <a:pt x="335566" y="385477"/>
                  </a:lnTo>
                  <a:lnTo>
                    <a:pt x="335947" y="386429"/>
                  </a:lnTo>
                  <a:lnTo>
                    <a:pt x="335947" y="386810"/>
                  </a:lnTo>
                  <a:lnTo>
                    <a:pt x="335661" y="386906"/>
                  </a:lnTo>
                  <a:lnTo>
                    <a:pt x="334137" y="386810"/>
                  </a:lnTo>
                  <a:lnTo>
                    <a:pt x="334613" y="387382"/>
                  </a:lnTo>
                  <a:lnTo>
                    <a:pt x="334804" y="387572"/>
                  </a:lnTo>
                  <a:lnTo>
                    <a:pt x="334804" y="387953"/>
                  </a:lnTo>
                  <a:lnTo>
                    <a:pt x="333089" y="387096"/>
                  </a:lnTo>
                  <a:lnTo>
                    <a:pt x="332041" y="386715"/>
                  </a:lnTo>
                  <a:lnTo>
                    <a:pt x="331565" y="387001"/>
                  </a:lnTo>
                  <a:lnTo>
                    <a:pt x="332041" y="388429"/>
                  </a:lnTo>
                  <a:lnTo>
                    <a:pt x="331946" y="389001"/>
                  </a:lnTo>
                  <a:lnTo>
                    <a:pt x="330898" y="389477"/>
                  </a:lnTo>
                  <a:lnTo>
                    <a:pt x="331756" y="389953"/>
                  </a:lnTo>
                  <a:lnTo>
                    <a:pt x="331280" y="390334"/>
                  </a:lnTo>
                  <a:lnTo>
                    <a:pt x="330327" y="390716"/>
                  </a:lnTo>
                  <a:lnTo>
                    <a:pt x="329851" y="391097"/>
                  </a:lnTo>
                  <a:lnTo>
                    <a:pt x="330136" y="392049"/>
                  </a:lnTo>
                  <a:lnTo>
                    <a:pt x="330708" y="392716"/>
                  </a:lnTo>
                  <a:lnTo>
                    <a:pt x="333089" y="394240"/>
                  </a:lnTo>
                  <a:lnTo>
                    <a:pt x="333565" y="394335"/>
                  </a:lnTo>
                  <a:lnTo>
                    <a:pt x="334327" y="394335"/>
                  </a:lnTo>
                  <a:lnTo>
                    <a:pt x="334804" y="393954"/>
                  </a:lnTo>
                  <a:lnTo>
                    <a:pt x="335471" y="392335"/>
                  </a:lnTo>
                  <a:lnTo>
                    <a:pt x="336042" y="391763"/>
                  </a:lnTo>
                  <a:lnTo>
                    <a:pt x="336042" y="392430"/>
                  </a:lnTo>
                  <a:lnTo>
                    <a:pt x="335851" y="393287"/>
                  </a:lnTo>
                  <a:lnTo>
                    <a:pt x="335566" y="394049"/>
                  </a:lnTo>
                  <a:lnTo>
                    <a:pt x="335185" y="394335"/>
                  </a:lnTo>
                  <a:lnTo>
                    <a:pt x="334994" y="394525"/>
                  </a:lnTo>
                  <a:lnTo>
                    <a:pt x="333280" y="395764"/>
                  </a:lnTo>
                  <a:lnTo>
                    <a:pt x="333280" y="396526"/>
                  </a:lnTo>
                  <a:lnTo>
                    <a:pt x="334137" y="397764"/>
                  </a:lnTo>
                  <a:lnTo>
                    <a:pt x="334708" y="399764"/>
                  </a:lnTo>
                  <a:lnTo>
                    <a:pt x="335089" y="400431"/>
                  </a:lnTo>
                  <a:lnTo>
                    <a:pt x="334994" y="400812"/>
                  </a:lnTo>
                  <a:lnTo>
                    <a:pt x="334804" y="401193"/>
                  </a:lnTo>
                  <a:lnTo>
                    <a:pt x="334708" y="401574"/>
                  </a:lnTo>
                  <a:lnTo>
                    <a:pt x="334423" y="402241"/>
                  </a:lnTo>
                  <a:lnTo>
                    <a:pt x="332613" y="404432"/>
                  </a:lnTo>
                  <a:lnTo>
                    <a:pt x="332041" y="404717"/>
                  </a:lnTo>
                  <a:lnTo>
                    <a:pt x="330422" y="405384"/>
                  </a:lnTo>
                  <a:lnTo>
                    <a:pt x="329851" y="405479"/>
                  </a:lnTo>
                  <a:lnTo>
                    <a:pt x="326993" y="405193"/>
                  </a:lnTo>
                  <a:lnTo>
                    <a:pt x="325755" y="405289"/>
                  </a:lnTo>
                  <a:lnTo>
                    <a:pt x="324612" y="405860"/>
                  </a:lnTo>
                  <a:lnTo>
                    <a:pt x="324231" y="405860"/>
                  </a:lnTo>
                  <a:lnTo>
                    <a:pt x="323183" y="404812"/>
                  </a:lnTo>
                  <a:lnTo>
                    <a:pt x="322040" y="404050"/>
                  </a:lnTo>
                  <a:lnTo>
                    <a:pt x="321183" y="403003"/>
                  </a:lnTo>
                  <a:lnTo>
                    <a:pt x="320992" y="401098"/>
                  </a:lnTo>
                  <a:lnTo>
                    <a:pt x="321088" y="400526"/>
                  </a:lnTo>
                  <a:lnTo>
                    <a:pt x="321469" y="398431"/>
                  </a:lnTo>
                  <a:lnTo>
                    <a:pt x="321755" y="397764"/>
                  </a:lnTo>
                  <a:lnTo>
                    <a:pt x="322135" y="397383"/>
                  </a:lnTo>
                  <a:lnTo>
                    <a:pt x="322516" y="397288"/>
                  </a:lnTo>
                  <a:lnTo>
                    <a:pt x="322897" y="397097"/>
                  </a:lnTo>
                  <a:lnTo>
                    <a:pt x="323183" y="396621"/>
                  </a:lnTo>
                  <a:lnTo>
                    <a:pt x="323183" y="396145"/>
                  </a:lnTo>
                  <a:lnTo>
                    <a:pt x="322802" y="394716"/>
                  </a:lnTo>
                  <a:lnTo>
                    <a:pt x="322993" y="392240"/>
                  </a:lnTo>
                  <a:lnTo>
                    <a:pt x="322802" y="391477"/>
                  </a:lnTo>
                  <a:lnTo>
                    <a:pt x="322612" y="391477"/>
                  </a:lnTo>
                  <a:lnTo>
                    <a:pt x="321373" y="390716"/>
                  </a:lnTo>
                  <a:lnTo>
                    <a:pt x="320326" y="389573"/>
                  </a:lnTo>
                  <a:lnTo>
                    <a:pt x="320135" y="388429"/>
                  </a:lnTo>
                  <a:lnTo>
                    <a:pt x="320421" y="387667"/>
                  </a:lnTo>
                  <a:lnTo>
                    <a:pt x="320802" y="387001"/>
                  </a:lnTo>
                  <a:lnTo>
                    <a:pt x="320992" y="386143"/>
                  </a:lnTo>
                  <a:lnTo>
                    <a:pt x="320707" y="385477"/>
                  </a:lnTo>
                  <a:lnTo>
                    <a:pt x="320230" y="384905"/>
                  </a:lnTo>
                  <a:lnTo>
                    <a:pt x="319659" y="384715"/>
                  </a:lnTo>
                  <a:lnTo>
                    <a:pt x="319183" y="385000"/>
                  </a:lnTo>
                  <a:lnTo>
                    <a:pt x="318706" y="384239"/>
                  </a:lnTo>
                  <a:lnTo>
                    <a:pt x="316706" y="382048"/>
                  </a:lnTo>
                  <a:lnTo>
                    <a:pt x="316135" y="381572"/>
                  </a:lnTo>
                  <a:lnTo>
                    <a:pt x="314896" y="379762"/>
                  </a:lnTo>
                  <a:lnTo>
                    <a:pt x="314611" y="379571"/>
                  </a:lnTo>
                  <a:lnTo>
                    <a:pt x="314325" y="379476"/>
                  </a:lnTo>
                  <a:lnTo>
                    <a:pt x="313658" y="379476"/>
                  </a:lnTo>
                  <a:lnTo>
                    <a:pt x="313468" y="379381"/>
                  </a:lnTo>
                  <a:lnTo>
                    <a:pt x="313468" y="379095"/>
                  </a:lnTo>
                  <a:lnTo>
                    <a:pt x="313563" y="378714"/>
                  </a:lnTo>
                  <a:lnTo>
                    <a:pt x="313468" y="378428"/>
                  </a:lnTo>
                  <a:lnTo>
                    <a:pt x="311848" y="376523"/>
                  </a:lnTo>
                  <a:lnTo>
                    <a:pt x="310801" y="375761"/>
                  </a:lnTo>
                  <a:lnTo>
                    <a:pt x="309277" y="375475"/>
                  </a:lnTo>
                  <a:lnTo>
                    <a:pt x="308515" y="375475"/>
                  </a:lnTo>
                  <a:lnTo>
                    <a:pt x="308134" y="375285"/>
                  </a:lnTo>
                  <a:lnTo>
                    <a:pt x="307276" y="374333"/>
                  </a:lnTo>
                  <a:lnTo>
                    <a:pt x="307181" y="374047"/>
                  </a:lnTo>
                  <a:lnTo>
                    <a:pt x="307276" y="373856"/>
                  </a:lnTo>
                  <a:lnTo>
                    <a:pt x="307181" y="373666"/>
                  </a:lnTo>
                  <a:lnTo>
                    <a:pt x="306419" y="373570"/>
                  </a:lnTo>
                  <a:lnTo>
                    <a:pt x="306038" y="373475"/>
                  </a:lnTo>
                  <a:lnTo>
                    <a:pt x="305752" y="373190"/>
                  </a:lnTo>
                  <a:lnTo>
                    <a:pt x="305467" y="372809"/>
                  </a:lnTo>
                  <a:lnTo>
                    <a:pt x="304514" y="373856"/>
                  </a:lnTo>
                  <a:lnTo>
                    <a:pt x="303847" y="373761"/>
                  </a:lnTo>
                  <a:lnTo>
                    <a:pt x="303276" y="372999"/>
                  </a:lnTo>
                  <a:lnTo>
                    <a:pt x="302895" y="372142"/>
                  </a:lnTo>
                  <a:lnTo>
                    <a:pt x="302514" y="372523"/>
                  </a:lnTo>
                  <a:lnTo>
                    <a:pt x="301561" y="371856"/>
                  </a:lnTo>
                  <a:lnTo>
                    <a:pt x="301085" y="372427"/>
                  </a:lnTo>
                  <a:lnTo>
                    <a:pt x="301276" y="373666"/>
                  </a:lnTo>
                  <a:lnTo>
                    <a:pt x="302133" y="374999"/>
                  </a:lnTo>
                  <a:lnTo>
                    <a:pt x="301466" y="374809"/>
                  </a:lnTo>
                  <a:lnTo>
                    <a:pt x="299942" y="374618"/>
                  </a:lnTo>
                  <a:lnTo>
                    <a:pt x="299656" y="375285"/>
                  </a:lnTo>
                  <a:lnTo>
                    <a:pt x="299180" y="375190"/>
                  </a:lnTo>
                  <a:lnTo>
                    <a:pt x="298704" y="374618"/>
                  </a:lnTo>
                  <a:lnTo>
                    <a:pt x="298513" y="373856"/>
                  </a:lnTo>
                  <a:lnTo>
                    <a:pt x="298037" y="374428"/>
                  </a:lnTo>
                  <a:lnTo>
                    <a:pt x="297561" y="374333"/>
                  </a:lnTo>
                  <a:lnTo>
                    <a:pt x="297275" y="373761"/>
                  </a:lnTo>
                  <a:lnTo>
                    <a:pt x="297371" y="372999"/>
                  </a:lnTo>
                  <a:lnTo>
                    <a:pt x="296037" y="372713"/>
                  </a:lnTo>
                  <a:lnTo>
                    <a:pt x="293560" y="371666"/>
                  </a:lnTo>
                  <a:lnTo>
                    <a:pt x="292322" y="371856"/>
                  </a:lnTo>
                  <a:lnTo>
                    <a:pt x="292798" y="372713"/>
                  </a:lnTo>
                  <a:lnTo>
                    <a:pt x="292989" y="372999"/>
                  </a:lnTo>
                  <a:lnTo>
                    <a:pt x="291655" y="372142"/>
                  </a:lnTo>
                  <a:lnTo>
                    <a:pt x="291084" y="371856"/>
                  </a:lnTo>
                  <a:lnTo>
                    <a:pt x="290417" y="371856"/>
                  </a:lnTo>
                  <a:lnTo>
                    <a:pt x="289750" y="372332"/>
                  </a:lnTo>
                  <a:lnTo>
                    <a:pt x="289084" y="372999"/>
                  </a:lnTo>
                  <a:lnTo>
                    <a:pt x="288417" y="373380"/>
                  </a:lnTo>
                  <a:lnTo>
                    <a:pt x="287655" y="372999"/>
                  </a:lnTo>
                  <a:lnTo>
                    <a:pt x="287464" y="373856"/>
                  </a:lnTo>
                  <a:lnTo>
                    <a:pt x="286988" y="374618"/>
                  </a:lnTo>
                  <a:lnTo>
                    <a:pt x="286512" y="374809"/>
                  </a:lnTo>
                  <a:lnTo>
                    <a:pt x="286226" y="374047"/>
                  </a:lnTo>
                  <a:lnTo>
                    <a:pt x="285845" y="374714"/>
                  </a:lnTo>
                  <a:lnTo>
                    <a:pt x="285083" y="376428"/>
                  </a:lnTo>
                  <a:lnTo>
                    <a:pt x="285083" y="376904"/>
                  </a:lnTo>
                  <a:lnTo>
                    <a:pt x="285655" y="377666"/>
                  </a:lnTo>
                  <a:lnTo>
                    <a:pt x="285655" y="378238"/>
                  </a:lnTo>
                  <a:lnTo>
                    <a:pt x="285179" y="378619"/>
                  </a:lnTo>
                  <a:lnTo>
                    <a:pt x="284226" y="378619"/>
                  </a:lnTo>
                  <a:lnTo>
                    <a:pt x="284512" y="378809"/>
                  </a:lnTo>
                  <a:lnTo>
                    <a:pt x="284702" y="379095"/>
                  </a:lnTo>
                  <a:lnTo>
                    <a:pt x="284797" y="379476"/>
                  </a:lnTo>
                  <a:lnTo>
                    <a:pt x="284702" y="379952"/>
                  </a:lnTo>
                  <a:lnTo>
                    <a:pt x="284321" y="379952"/>
                  </a:lnTo>
                  <a:lnTo>
                    <a:pt x="284131" y="379285"/>
                  </a:lnTo>
                  <a:lnTo>
                    <a:pt x="283750" y="379285"/>
                  </a:lnTo>
                  <a:lnTo>
                    <a:pt x="283369" y="379667"/>
                  </a:lnTo>
                  <a:lnTo>
                    <a:pt x="283178" y="380333"/>
                  </a:lnTo>
                  <a:lnTo>
                    <a:pt x="283273" y="380714"/>
                  </a:lnTo>
                  <a:lnTo>
                    <a:pt x="284035" y="381762"/>
                  </a:lnTo>
                  <a:lnTo>
                    <a:pt x="284226" y="382143"/>
                  </a:lnTo>
                  <a:lnTo>
                    <a:pt x="284131" y="383381"/>
                  </a:lnTo>
                  <a:lnTo>
                    <a:pt x="283559" y="384334"/>
                  </a:lnTo>
                  <a:lnTo>
                    <a:pt x="282702" y="385000"/>
                  </a:lnTo>
                  <a:lnTo>
                    <a:pt x="281749" y="385477"/>
                  </a:lnTo>
                  <a:lnTo>
                    <a:pt x="281749" y="384143"/>
                  </a:lnTo>
                  <a:lnTo>
                    <a:pt x="281654" y="383476"/>
                  </a:lnTo>
                  <a:lnTo>
                    <a:pt x="281368" y="382905"/>
                  </a:lnTo>
                  <a:lnTo>
                    <a:pt x="281273" y="383095"/>
                  </a:lnTo>
                  <a:lnTo>
                    <a:pt x="281083" y="383381"/>
                  </a:lnTo>
                  <a:lnTo>
                    <a:pt x="280892" y="383572"/>
                  </a:lnTo>
                  <a:lnTo>
                    <a:pt x="280606" y="383572"/>
                  </a:lnTo>
                  <a:lnTo>
                    <a:pt x="280225" y="383191"/>
                  </a:lnTo>
                  <a:lnTo>
                    <a:pt x="280130" y="383000"/>
                  </a:lnTo>
                  <a:lnTo>
                    <a:pt x="280225" y="382810"/>
                  </a:lnTo>
                  <a:lnTo>
                    <a:pt x="280035" y="382048"/>
                  </a:lnTo>
                  <a:lnTo>
                    <a:pt x="280035" y="381381"/>
                  </a:lnTo>
                  <a:lnTo>
                    <a:pt x="279940" y="380714"/>
                  </a:lnTo>
                  <a:lnTo>
                    <a:pt x="279559" y="380238"/>
                  </a:lnTo>
                  <a:lnTo>
                    <a:pt x="279844" y="379381"/>
                  </a:lnTo>
                  <a:lnTo>
                    <a:pt x="279940" y="378047"/>
                  </a:lnTo>
                  <a:lnTo>
                    <a:pt x="279749" y="377000"/>
                  </a:lnTo>
                  <a:lnTo>
                    <a:pt x="279082" y="376809"/>
                  </a:lnTo>
                  <a:lnTo>
                    <a:pt x="278892" y="377571"/>
                  </a:lnTo>
                  <a:lnTo>
                    <a:pt x="278892" y="378809"/>
                  </a:lnTo>
                  <a:lnTo>
                    <a:pt x="278701" y="379667"/>
                  </a:lnTo>
                  <a:lnTo>
                    <a:pt x="278035" y="379381"/>
                  </a:lnTo>
                  <a:lnTo>
                    <a:pt x="276130" y="380333"/>
                  </a:lnTo>
                  <a:lnTo>
                    <a:pt x="275558" y="381095"/>
                  </a:lnTo>
                  <a:lnTo>
                    <a:pt x="275558" y="382334"/>
                  </a:lnTo>
                  <a:lnTo>
                    <a:pt x="275272" y="382334"/>
                  </a:lnTo>
                  <a:lnTo>
                    <a:pt x="275177" y="381857"/>
                  </a:lnTo>
                  <a:lnTo>
                    <a:pt x="275082" y="381667"/>
                  </a:lnTo>
                  <a:lnTo>
                    <a:pt x="274510" y="381286"/>
                  </a:lnTo>
                  <a:lnTo>
                    <a:pt x="274891" y="382810"/>
                  </a:lnTo>
                  <a:lnTo>
                    <a:pt x="275749" y="384334"/>
                  </a:lnTo>
                  <a:lnTo>
                    <a:pt x="276892" y="385572"/>
                  </a:lnTo>
                  <a:lnTo>
                    <a:pt x="278321" y="386048"/>
                  </a:lnTo>
                  <a:lnTo>
                    <a:pt x="279178" y="386620"/>
                  </a:lnTo>
                  <a:lnTo>
                    <a:pt x="281178" y="389001"/>
                  </a:lnTo>
                  <a:lnTo>
                    <a:pt x="282416" y="389382"/>
                  </a:lnTo>
                  <a:lnTo>
                    <a:pt x="282416" y="389763"/>
                  </a:lnTo>
                  <a:lnTo>
                    <a:pt x="281654" y="389858"/>
                  </a:lnTo>
                  <a:lnTo>
                    <a:pt x="281464" y="390144"/>
                  </a:lnTo>
                  <a:lnTo>
                    <a:pt x="281654" y="391097"/>
                  </a:lnTo>
                  <a:lnTo>
                    <a:pt x="281559" y="391763"/>
                  </a:lnTo>
                  <a:lnTo>
                    <a:pt x="281273" y="391859"/>
                  </a:lnTo>
                  <a:lnTo>
                    <a:pt x="276511" y="390525"/>
                  </a:lnTo>
                  <a:lnTo>
                    <a:pt x="275463" y="390811"/>
                  </a:lnTo>
                  <a:lnTo>
                    <a:pt x="277463" y="392811"/>
                  </a:lnTo>
                  <a:lnTo>
                    <a:pt x="278035" y="393859"/>
                  </a:lnTo>
                  <a:lnTo>
                    <a:pt x="277939" y="395287"/>
                  </a:lnTo>
                  <a:lnTo>
                    <a:pt x="270319" y="393573"/>
                  </a:lnTo>
                  <a:lnTo>
                    <a:pt x="262318" y="390430"/>
                  </a:lnTo>
                  <a:lnTo>
                    <a:pt x="261271" y="389668"/>
                  </a:lnTo>
                  <a:lnTo>
                    <a:pt x="257651" y="385953"/>
                  </a:lnTo>
                  <a:lnTo>
                    <a:pt x="254127" y="383381"/>
                  </a:lnTo>
                  <a:lnTo>
                    <a:pt x="252222" y="380619"/>
                  </a:lnTo>
                  <a:lnTo>
                    <a:pt x="251555" y="380048"/>
                  </a:lnTo>
                  <a:lnTo>
                    <a:pt x="251555" y="379667"/>
                  </a:lnTo>
                  <a:lnTo>
                    <a:pt x="252222" y="379190"/>
                  </a:lnTo>
                  <a:lnTo>
                    <a:pt x="252698" y="378524"/>
                  </a:lnTo>
                  <a:lnTo>
                    <a:pt x="252984" y="377761"/>
                  </a:lnTo>
                  <a:lnTo>
                    <a:pt x="253079" y="376904"/>
                  </a:lnTo>
                  <a:lnTo>
                    <a:pt x="252889" y="376428"/>
                  </a:lnTo>
                  <a:lnTo>
                    <a:pt x="251936" y="375475"/>
                  </a:lnTo>
                  <a:lnTo>
                    <a:pt x="251746" y="375094"/>
                  </a:lnTo>
                  <a:lnTo>
                    <a:pt x="252031" y="373190"/>
                  </a:lnTo>
                  <a:lnTo>
                    <a:pt x="251936" y="372427"/>
                  </a:lnTo>
                  <a:lnTo>
                    <a:pt x="251460" y="371475"/>
                  </a:lnTo>
                  <a:lnTo>
                    <a:pt x="249174" y="369379"/>
                  </a:lnTo>
                  <a:lnTo>
                    <a:pt x="248507" y="368522"/>
                  </a:lnTo>
                  <a:lnTo>
                    <a:pt x="248126" y="367665"/>
                  </a:lnTo>
                  <a:lnTo>
                    <a:pt x="247555" y="365569"/>
                  </a:lnTo>
                  <a:lnTo>
                    <a:pt x="247364" y="363569"/>
                  </a:lnTo>
                  <a:lnTo>
                    <a:pt x="245459" y="357092"/>
                  </a:lnTo>
                  <a:lnTo>
                    <a:pt x="245364" y="356140"/>
                  </a:lnTo>
                  <a:lnTo>
                    <a:pt x="245364" y="353759"/>
                  </a:lnTo>
                  <a:lnTo>
                    <a:pt x="245650" y="352901"/>
                  </a:lnTo>
                  <a:lnTo>
                    <a:pt x="246412" y="352234"/>
                  </a:lnTo>
                  <a:lnTo>
                    <a:pt x="247459" y="351853"/>
                  </a:lnTo>
                  <a:lnTo>
                    <a:pt x="248602" y="351663"/>
                  </a:lnTo>
                  <a:lnTo>
                    <a:pt x="250507" y="351568"/>
                  </a:lnTo>
                  <a:lnTo>
                    <a:pt x="251460" y="351377"/>
                  </a:lnTo>
                  <a:lnTo>
                    <a:pt x="251365" y="350806"/>
                  </a:lnTo>
                  <a:lnTo>
                    <a:pt x="250698" y="350044"/>
                  </a:lnTo>
                  <a:lnTo>
                    <a:pt x="247364" y="347472"/>
                  </a:lnTo>
                  <a:lnTo>
                    <a:pt x="246983" y="346996"/>
                  </a:lnTo>
                  <a:lnTo>
                    <a:pt x="246602" y="346424"/>
                  </a:lnTo>
                  <a:lnTo>
                    <a:pt x="244411" y="343852"/>
                  </a:lnTo>
                  <a:lnTo>
                    <a:pt x="244697" y="343662"/>
                  </a:lnTo>
                  <a:lnTo>
                    <a:pt x="245173" y="343281"/>
                  </a:lnTo>
                  <a:lnTo>
                    <a:pt x="245459" y="343091"/>
                  </a:lnTo>
                  <a:lnTo>
                    <a:pt x="244507" y="341852"/>
                  </a:lnTo>
                  <a:lnTo>
                    <a:pt x="243649" y="340519"/>
                  </a:lnTo>
                  <a:lnTo>
                    <a:pt x="243078" y="339090"/>
                  </a:lnTo>
                  <a:lnTo>
                    <a:pt x="242888" y="337661"/>
                  </a:lnTo>
                  <a:lnTo>
                    <a:pt x="242506" y="336709"/>
                  </a:lnTo>
                  <a:lnTo>
                    <a:pt x="240792" y="333947"/>
                  </a:lnTo>
                  <a:lnTo>
                    <a:pt x="240125" y="333375"/>
                  </a:lnTo>
                  <a:lnTo>
                    <a:pt x="239744" y="332803"/>
                  </a:lnTo>
                  <a:lnTo>
                    <a:pt x="238696" y="327374"/>
                  </a:lnTo>
                  <a:lnTo>
                    <a:pt x="238411" y="326326"/>
                  </a:lnTo>
                  <a:lnTo>
                    <a:pt x="237744" y="325565"/>
                  </a:lnTo>
                  <a:lnTo>
                    <a:pt x="236410" y="324802"/>
                  </a:lnTo>
                  <a:lnTo>
                    <a:pt x="234886" y="323564"/>
                  </a:lnTo>
                  <a:lnTo>
                    <a:pt x="233648" y="321659"/>
                  </a:lnTo>
                  <a:lnTo>
                    <a:pt x="232981" y="319373"/>
                  </a:lnTo>
                  <a:lnTo>
                    <a:pt x="233077" y="316992"/>
                  </a:lnTo>
                  <a:lnTo>
                    <a:pt x="233553" y="315659"/>
                  </a:lnTo>
                  <a:lnTo>
                    <a:pt x="233934" y="315373"/>
                  </a:lnTo>
                  <a:lnTo>
                    <a:pt x="234505" y="315659"/>
                  </a:lnTo>
                  <a:lnTo>
                    <a:pt x="235458" y="315849"/>
                  </a:lnTo>
                  <a:lnTo>
                    <a:pt x="237458" y="313277"/>
                  </a:lnTo>
                  <a:lnTo>
                    <a:pt x="237934" y="312420"/>
                  </a:lnTo>
                  <a:lnTo>
                    <a:pt x="238315" y="311372"/>
                  </a:lnTo>
                  <a:lnTo>
                    <a:pt x="238792" y="307848"/>
                  </a:lnTo>
                  <a:lnTo>
                    <a:pt x="239173" y="307181"/>
                  </a:lnTo>
                  <a:lnTo>
                    <a:pt x="241935" y="304800"/>
                  </a:lnTo>
                  <a:lnTo>
                    <a:pt x="242602" y="303943"/>
                  </a:lnTo>
                  <a:lnTo>
                    <a:pt x="242888" y="302895"/>
                  </a:lnTo>
                  <a:lnTo>
                    <a:pt x="243268" y="301942"/>
                  </a:lnTo>
                  <a:lnTo>
                    <a:pt x="244221" y="301181"/>
                  </a:lnTo>
                  <a:lnTo>
                    <a:pt x="246221" y="300037"/>
                  </a:lnTo>
                  <a:lnTo>
                    <a:pt x="245745" y="299657"/>
                  </a:lnTo>
                  <a:lnTo>
                    <a:pt x="245269" y="299466"/>
                  </a:lnTo>
                  <a:lnTo>
                    <a:pt x="244411" y="299275"/>
                  </a:lnTo>
                  <a:lnTo>
                    <a:pt x="246602" y="296704"/>
                  </a:lnTo>
                  <a:lnTo>
                    <a:pt x="246888" y="295942"/>
                  </a:lnTo>
                  <a:lnTo>
                    <a:pt x="246316" y="294799"/>
                  </a:lnTo>
                  <a:lnTo>
                    <a:pt x="245078" y="294418"/>
                  </a:lnTo>
                  <a:lnTo>
                    <a:pt x="243840" y="294323"/>
                  </a:lnTo>
                  <a:lnTo>
                    <a:pt x="243268" y="293846"/>
                  </a:lnTo>
                  <a:lnTo>
                    <a:pt x="243078" y="292799"/>
                  </a:lnTo>
                  <a:lnTo>
                    <a:pt x="242221" y="290893"/>
                  </a:lnTo>
                  <a:lnTo>
                    <a:pt x="242125" y="289560"/>
                  </a:lnTo>
                  <a:lnTo>
                    <a:pt x="242506" y="287274"/>
                  </a:lnTo>
                  <a:lnTo>
                    <a:pt x="242888" y="286131"/>
                  </a:lnTo>
                  <a:lnTo>
                    <a:pt x="243459" y="285274"/>
                  </a:lnTo>
                  <a:lnTo>
                    <a:pt x="244316" y="284607"/>
                  </a:lnTo>
                  <a:lnTo>
                    <a:pt x="246888" y="283274"/>
                  </a:lnTo>
                  <a:lnTo>
                    <a:pt x="248793" y="280987"/>
                  </a:lnTo>
                  <a:lnTo>
                    <a:pt x="249079" y="280416"/>
                  </a:lnTo>
                  <a:lnTo>
                    <a:pt x="252698" y="277368"/>
                  </a:lnTo>
                  <a:lnTo>
                    <a:pt x="253174" y="277177"/>
                  </a:lnTo>
                  <a:lnTo>
                    <a:pt x="253651" y="277368"/>
                  </a:lnTo>
                  <a:lnTo>
                    <a:pt x="254032" y="277463"/>
                  </a:lnTo>
                  <a:lnTo>
                    <a:pt x="254603" y="277273"/>
                  </a:lnTo>
                  <a:lnTo>
                    <a:pt x="255175" y="276892"/>
                  </a:lnTo>
                  <a:lnTo>
                    <a:pt x="256794" y="276511"/>
                  </a:lnTo>
                  <a:lnTo>
                    <a:pt x="257556" y="276034"/>
                  </a:lnTo>
                  <a:lnTo>
                    <a:pt x="258223" y="275463"/>
                  </a:lnTo>
                  <a:lnTo>
                    <a:pt x="258889" y="274987"/>
                  </a:lnTo>
                  <a:lnTo>
                    <a:pt x="260794" y="274510"/>
                  </a:lnTo>
                  <a:lnTo>
                    <a:pt x="262699" y="274225"/>
                  </a:lnTo>
                  <a:lnTo>
                    <a:pt x="263461" y="273939"/>
                  </a:lnTo>
                  <a:lnTo>
                    <a:pt x="266509" y="272320"/>
                  </a:lnTo>
                  <a:lnTo>
                    <a:pt x="268510" y="271653"/>
                  </a:lnTo>
                  <a:lnTo>
                    <a:pt x="269367" y="271177"/>
                  </a:lnTo>
                  <a:lnTo>
                    <a:pt x="269748" y="270319"/>
                  </a:lnTo>
                  <a:lnTo>
                    <a:pt x="269748" y="269367"/>
                  </a:lnTo>
                  <a:lnTo>
                    <a:pt x="269938" y="268415"/>
                  </a:lnTo>
                  <a:lnTo>
                    <a:pt x="270510" y="267652"/>
                  </a:lnTo>
                  <a:lnTo>
                    <a:pt x="271558" y="267176"/>
                  </a:lnTo>
                  <a:lnTo>
                    <a:pt x="272986" y="267367"/>
                  </a:lnTo>
                  <a:lnTo>
                    <a:pt x="273272" y="268319"/>
                  </a:lnTo>
                  <a:lnTo>
                    <a:pt x="272796" y="269367"/>
                  </a:lnTo>
                  <a:lnTo>
                    <a:pt x="271177" y="270319"/>
                  </a:lnTo>
                  <a:lnTo>
                    <a:pt x="270700" y="271462"/>
                  </a:lnTo>
                  <a:lnTo>
                    <a:pt x="270415" y="272701"/>
                  </a:lnTo>
                  <a:lnTo>
                    <a:pt x="270034" y="273558"/>
                  </a:lnTo>
                  <a:lnTo>
                    <a:pt x="267557" y="275273"/>
                  </a:lnTo>
                  <a:lnTo>
                    <a:pt x="267176" y="277368"/>
                  </a:lnTo>
                  <a:lnTo>
                    <a:pt x="266986" y="278416"/>
                  </a:lnTo>
                  <a:lnTo>
                    <a:pt x="266414" y="279368"/>
                  </a:lnTo>
                  <a:lnTo>
                    <a:pt x="265366" y="280892"/>
                  </a:lnTo>
                  <a:lnTo>
                    <a:pt x="265747" y="281273"/>
                  </a:lnTo>
                  <a:lnTo>
                    <a:pt x="266700" y="280130"/>
                  </a:lnTo>
                  <a:lnTo>
                    <a:pt x="268986" y="278701"/>
                  </a:lnTo>
                  <a:lnTo>
                    <a:pt x="269748" y="277463"/>
                  </a:lnTo>
                  <a:lnTo>
                    <a:pt x="269748" y="277177"/>
                  </a:lnTo>
                  <a:lnTo>
                    <a:pt x="269653" y="276797"/>
                  </a:lnTo>
                  <a:lnTo>
                    <a:pt x="269653" y="276416"/>
                  </a:lnTo>
                  <a:lnTo>
                    <a:pt x="269748" y="275939"/>
                  </a:lnTo>
                  <a:lnTo>
                    <a:pt x="269938" y="275653"/>
                  </a:lnTo>
                  <a:lnTo>
                    <a:pt x="270129" y="275558"/>
                  </a:lnTo>
                  <a:lnTo>
                    <a:pt x="270319" y="275463"/>
                  </a:lnTo>
                  <a:lnTo>
                    <a:pt x="271939" y="273749"/>
                  </a:lnTo>
                  <a:lnTo>
                    <a:pt x="273748" y="272320"/>
                  </a:lnTo>
                  <a:lnTo>
                    <a:pt x="275177" y="270415"/>
                  </a:lnTo>
                  <a:lnTo>
                    <a:pt x="275463" y="270319"/>
                  </a:lnTo>
                  <a:lnTo>
                    <a:pt x="276320" y="270224"/>
                  </a:lnTo>
                  <a:lnTo>
                    <a:pt x="276606" y="270034"/>
                  </a:lnTo>
                  <a:lnTo>
                    <a:pt x="276701" y="269748"/>
                  </a:lnTo>
                  <a:lnTo>
                    <a:pt x="276606" y="268891"/>
                  </a:lnTo>
                  <a:lnTo>
                    <a:pt x="276606" y="268510"/>
                  </a:lnTo>
                  <a:lnTo>
                    <a:pt x="277939" y="266319"/>
                  </a:lnTo>
                  <a:lnTo>
                    <a:pt x="278130" y="265557"/>
                  </a:lnTo>
                  <a:lnTo>
                    <a:pt x="277177" y="266224"/>
                  </a:lnTo>
                  <a:lnTo>
                    <a:pt x="276225" y="267081"/>
                  </a:lnTo>
                  <a:lnTo>
                    <a:pt x="275939" y="265652"/>
                  </a:lnTo>
                  <a:lnTo>
                    <a:pt x="277654" y="262223"/>
                  </a:lnTo>
                  <a:lnTo>
                    <a:pt x="278035" y="260318"/>
                  </a:lnTo>
                  <a:lnTo>
                    <a:pt x="277654" y="260318"/>
                  </a:lnTo>
                  <a:lnTo>
                    <a:pt x="277558" y="260699"/>
                  </a:lnTo>
                  <a:lnTo>
                    <a:pt x="277177" y="261461"/>
                  </a:lnTo>
                  <a:lnTo>
                    <a:pt x="276511" y="259842"/>
                  </a:lnTo>
                  <a:lnTo>
                    <a:pt x="276415" y="259270"/>
                  </a:lnTo>
                  <a:lnTo>
                    <a:pt x="276796" y="258509"/>
                  </a:lnTo>
                  <a:lnTo>
                    <a:pt x="277749" y="257842"/>
                  </a:lnTo>
                  <a:lnTo>
                    <a:pt x="277844" y="257556"/>
                  </a:lnTo>
                  <a:lnTo>
                    <a:pt x="277844" y="256413"/>
                  </a:lnTo>
                  <a:lnTo>
                    <a:pt x="277939" y="255937"/>
                  </a:lnTo>
                  <a:lnTo>
                    <a:pt x="278225" y="255460"/>
                  </a:lnTo>
                  <a:lnTo>
                    <a:pt x="278511" y="255079"/>
                  </a:lnTo>
                  <a:lnTo>
                    <a:pt x="278987" y="254603"/>
                  </a:lnTo>
                  <a:lnTo>
                    <a:pt x="280702" y="253175"/>
                  </a:lnTo>
                  <a:lnTo>
                    <a:pt x="281464" y="252127"/>
                  </a:lnTo>
                  <a:lnTo>
                    <a:pt x="282797" y="249365"/>
                  </a:lnTo>
                  <a:lnTo>
                    <a:pt x="283464" y="248507"/>
                  </a:lnTo>
                  <a:lnTo>
                    <a:pt x="283845" y="247936"/>
                  </a:lnTo>
                  <a:lnTo>
                    <a:pt x="284893" y="245650"/>
                  </a:lnTo>
                  <a:lnTo>
                    <a:pt x="285369" y="244126"/>
                  </a:lnTo>
                  <a:lnTo>
                    <a:pt x="287941" y="239744"/>
                  </a:lnTo>
                  <a:lnTo>
                    <a:pt x="289369" y="235839"/>
                  </a:lnTo>
                  <a:lnTo>
                    <a:pt x="290227" y="234220"/>
                  </a:lnTo>
                  <a:lnTo>
                    <a:pt x="289941" y="233267"/>
                  </a:lnTo>
                  <a:lnTo>
                    <a:pt x="290608" y="228981"/>
                  </a:lnTo>
                  <a:lnTo>
                    <a:pt x="291179" y="227648"/>
                  </a:lnTo>
                  <a:lnTo>
                    <a:pt x="291465" y="227362"/>
                  </a:lnTo>
                  <a:lnTo>
                    <a:pt x="291846" y="227076"/>
                  </a:lnTo>
                  <a:lnTo>
                    <a:pt x="292036" y="226504"/>
                  </a:lnTo>
                  <a:lnTo>
                    <a:pt x="292227" y="225838"/>
                  </a:lnTo>
                  <a:lnTo>
                    <a:pt x="292513" y="225361"/>
                  </a:lnTo>
                  <a:lnTo>
                    <a:pt x="293180" y="224504"/>
                  </a:lnTo>
                  <a:lnTo>
                    <a:pt x="293560" y="223457"/>
                  </a:lnTo>
                  <a:lnTo>
                    <a:pt x="293560" y="222409"/>
                  </a:lnTo>
                  <a:lnTo>
                    <a:pt x="293084" y="221456"/>
                  </a:lnTo>
                  <a:lnTo>
                    <a:pt x="292132" y="220790"/>
                  </a:lnTo>
                  <a:lnTo>
                    <a:pt x="291560" y="221170"/>
                  </a:lnTo>
                  <a:lnTo>
                    <a:pt x="291084" y="221647"/>
                  </a:lnTo>
                  <a:lnTo>
                    <a:pt x="290227" y="221361"/>
                  </a:lnTo>
                  <a:lnTo>
                    <a:pt x="290036" y="221647"/>
                  </a:lnTo>
                  <a:lnTo>
                    <a:pt x="289655" y="221933"/>
                  </a:lnTo>
                  <a:lnTo>
                    <a:pt x="289465" y="222218"/>
                  </a:lnTo>
                  <a:lnTo>
                    <a:pt x="288988" y="221456"/>
                  </a:lnTo>
                  <a:lnTo>
                    <a:pt x="287655" y="220504"/>
                  </a:lnTo>
                  <a:lnTo>
                    <a:pt x="287274" y="219647"/>
                  </a:lnTo>
                  <a:lnTo>
                    <a:pt x="287369" y="218884"/>
                  </a:lnTo>
                  <a:lnTo>
                    <a:pt x="287941" y="217265"/>
                  </a:lnTo>
                  <a:lnTo>
                    <a:pt x="288036" y="216503"/>
                  </a:lnTo>
                  <a:lnTo>
                    <a:pt x="287941" y="215836"/>
                  </a:lnTo>
                  <a:lnTo>
                    <a:pt x="287464" y="214312"/>
                  </a:lnTo>
                  <a:lnTo>
                    <a:pt x="287369" y="213550"/>
                  </a:lnTo>
                  <a:lnTo>
                    <a:pt x="287655" y="213074"/>
                  </a:lnTo>
                  <a:lnTo>
                    <a:pt x="288226" y="213265"/>
                  </a:lnTo>
                  <a:lnTo>
                    <a:pt x="289179" y="214027"/>
                  </a:lnTo>
                  <a:lnTo>
                    <a:pt x="288703" y="212598"/>
                  </a:lnTo>
                  <a:lnTo>
                    <a:pt x="287655" y="211169"/>
                  </a:lnTo>
                  <a:lnTo>
                    <a:pt x="286798" y="210598"/>
                  </a:lnTo>
                  <a:lnTo>
                    <a:pt x="287083" y="211836"/>
                  </a:lnTo>
                  <a:lnTo>
                    <a:pt x="286417" y="211265"/>
                  </a:lnTo>
                  <a:lnTo>
                    <a:pt x="285940" y="209550"/>
                  </a:lnTo>
                  <a:lnTo>
                    <a:pt x="285083" y="209169"/>
                  </a:lnTo>
                  <a:lnTo>
                    <a:pt x="284416" y="209264"/>
                  </a:lnTo>
                  <a:lnTo>
                    <a:pt x="282988" y="209836"/>
                  </a:lnTo>
                  <a:lnTo>
                    <a:pt x="282321" y="209836"/>
                  </a:lnTo>
                  <a:lnTo>
                    <a:pt x="281845" y="209645"/>
                  </a:lnTo>
                  <a:lnTo>
                    <a:pt x="280892" y="208788"/>
                  </a:lnTo>
                  <a:lnTo>
                    <a:pt x="280416" y="208788"/>
                  </a:lnTo>
                  <a:lnTo>
                    <a:pt x="280035" y="208978"/>
                  </a:lnTo>
                  <a:lnTo>
                    <a:pt x="279749" y="209169"/>
                  </a:lnTo>
                  <a:lnTo>
                    <a:pt x="279559" y="209264"/>
                  </a:lnTo>
                  <a:lnTo>
                    <a:pt x="278987" y="208883"/>
                  </a:lnTo>
                  <a:lnTo>
                    <a:pt x="278701" y="208121"/>
                  </a:lnTo>
                  <a:lnTo>
                    <a:pt x="278606" y="207264"/>
                  </a:lnTo>
                  <a:lnTo>
                    <a:pt x="278321" y="206692"/>
                  </a:lnTo>
                  <a:lnTo>
                    <a:pt x="278321" y="205359"/>
                  </a:lnTo>
                  <a:lnTo>
                    <a:pt x="277558" y="204025"/>
                  </a:lnTo>
                  <a:lnTo>
                    <a:pt x="276606" y="202787"/>
                  </a:lnTo>
                  <a:lnTo>
                    <a:pt x="276130" y="201740"/>
                  </a:lnTo>
                  <a:lnTo>
                    <a:pt x="275939" y="200406"/>
                  </a:lnTo>
                  <a:lnTo>
                    <a:pt x="274320" y="196310"/>
                  </a:lnTo>
                  <a:lnTo>
                    <a:pt x="273939" y="194882"/>
                  </a:lnTo>
                  <a:lnTo>
                    <a:pt x="273939" y="190024"/>
                  </a:lnTo>
                  <a:lnTo>
                    <a:pt x="273748" y="189548"/>
                  </a:lnTo>
                  <a:lnTo>
                    <a:pt x="273082" y="188785"/>
                  </a:lnTo>
                  <a:lnTo>
                    <a:pt x="272891" y="188404"/>
                  </a:lnTo>
                  <a:lnTo>
                    <a:pt x="272891" y="188024"/>
                  </a:lnTo>
                  <a:lnTo>
                    <a:pt x="273272" y="187357"/>
                  </a:lnTo>
                  <a:lnTo>
                    <a:pt x="273272" y="186881"/>
                  </a:lnTo>
                  <a:lnTo>
                    <a:pt x="273082" y="185642"/>
                  </a:lnTo>
                  <a:lnTo>
                    <a:pt x="273082" y="185071"/>
                  </a:lnTo>
                  <a:lnTo>
                    <a:pt x="275368" y="174879"/>
                  </a:lnTo>
                  <a:lnTo>
                    <a:pt x="275368" y="174212"/>
                  </a:lnTo>
                  <a:lnTo>
                    <a:pt x="275082" y="172402"/>
                  </a:lnTo>
                  <a:lnTo>
                    <a:pt x="275082" y="170498"/>
                  </a:lnTo>
                  <a:lnTo>
                    <a:pt x="274987" y="170021"/>
                  </a:lnTo>
                  <a:lnTo>
                    <a:pt x="274796" y="169640"/>
                  </a:lnTo>
                  <a:lnTo>
                    <a:pt x="274606" y="169164"/>
                  </a:lnTo>
                  <a:lnTo>
                    <a:pt x="274606" y="168497"/>
                  </a:lnTo>
                  <a:lnTo>
                    <a:pt x="274891" y="167735"/>
                  </a:lnTo>
                  <a:lnTo>
                    <a:pt x="275177" y="167354"/>
                  </a:lnTo>
                  <a:lnTo>
                    <a:pt x="276987" y="165735"/>
                  </a:lnTo>
                  <a:lnTo>
                    <a:pt x="278701" y="164497"/>
                  </a:lnTo>
                  <a:lnTo>
                    <a:pt x="279559" y="163735"/>
                  </a:lnTo>
                  <a:lnTo>
                    <a:pt x="280892" y="161925"/>
                  </a:lnTo>
                  <a:lnTo>
                    <a:pt x="281845" y="160115"/>
                  </a:lnTo>
                  <a:lnTo>
                    <a:pt x="282511" y="157829"/>
                  </a:lnTo>
                  <a:lnTo>
                    <a:pt x="282797" y="155448"/>
                  </a:lnTo>
                  <a:lnTo>
                    <a:pt x="282416" y="153162"/>
                  </a:lnTo>
                  <a:lnTo>
                    <a:pt x="281368" y="151733"/>
                  </a:lnTo>
                  <a:lnTo>
                    <a:pt x="280892" y="151448"/>
                  </a:lnTo>
                  <a:lnTo>
                    <a:pt x="279463" y="150209"/>
                  </a:lnTo>
                  <a:lnTo>
                    <a:pt x="278987" y="149638"/>
                  </a:lnTo>
                  <a:lnTo>
                    <a:pt x="278701" y="148685"/>
                  </a:lnTo>
                  <a:lnTo>
                    <a:pt x="278511" y="146494"/>
                  </a:lnTo>
                  <a:lnTo>
                    <a:pt x="278130" y="145637"/>
                  </a:lnTo>
                  <a:lnTo>
                    <a:pt x="277368" y="145256"/>
                  </a:lnTo>
                  <a:lnTo>
                    <a:pt x="276225" y="145256"/>
                  </a:lnTo>
                  <a:lnTo>
                    <a:pt x="273748" y="145447"/>
                  </a:lnTo>
                  <a:lnTo>
                    <a:pt x="273367" y="146114"/>
                  </a:lnTo>
                  <a:lnTo>
                    <a:pt x="272129" y="150019"/>
                  </a:lnTo>
                  <a:lnTo>
                    <a:pt x="271939" y="151924"/>
                  </a:lnTo>
                  <a:lnTo>
                    <a:pt x="271558" y="152495"/>
                  </a:lnTo>
                  <a:lnTo>
                    <a:pt x="270510" y="152686"/>
                  </a:lnTo>
                  <a:lnTo>
                    <a:pt x="269843" y="153257"/>
                  </a:lnTo>
                  <a:lnTo>
                    <a:pt x="267748" y="156496"/>
                  </a:lnTo>
                  <a:lnTo>
                    <a:pt x="264985" y="158115"/>
                  </a:lnTo>
                  <a:lnTo>
                    <a:pt x="264319" y="158401"/>
                  </a:lnTo>
                  <a:lnTo>
                    <a:pt x="261271" y="158782"/>
                  </a:lnTo>
                  <a:lnTo>
                    <a:pt x="260128" y="158782"/>
                  </a:lnTo>
                  <a:lnTo>
                    <a:pt x="257842" y="158306"/>
                  </a:lnTo>
                  <a:lnTo>
                    <a:pt x="248317" y="154591"/>
                  </a:lnTo>
                  <a:lnTo>
                    <a:pt x="247650" y="154019"/>
                  </a:lnTo>
                  <a:lnTo>
                    <a:pt x="246888" y="153734"/>
                  </a:lnTo>
                  <a:lnTo>
                    <a:pt x="246316" y="154495"/>
                  </a:lnTo>
                  <a:lnTo>
                    <a:pt x="246316" y="155639"/>
                  </a:lnTo>
                  <a:lnTo>
                    <a:pt x="247079" y="156400"/>
                  </a:lnTo>
                  <a:lnTo>
                    <a:pt x="247079" y="156782"/>
                  </a:lnTo>
                  <a:lnTo>
                    <a:pt x="246031" y="155829"/>
                  </a:lnTo>
                  <a:lnTo>
                    <a:pt x="245173" y="154305"/>
                  </a:lnTo>
                  <a:lnTo>
                    <a:pt x="244030" y="152876"/>
                  </a:lnTo>
                  <a:lnTo>
                    <a:pt x="241649" y="152114"/>
                  </a:lnTo>
                  <a:lnTo>
                    <a:pt x="241268" y="151733"/>
                  </a:lnTo>
                  <a:lnTo>
                    <a:pt x="240982" y="151257"/>
                  </a:lnTo>
                  <a:lnTo>
                    <a:pt x="240601" y="150876"/>
                  </a:lnTo>
                  <a:lnTo>
                    <a:pt x="240221" y="150685"/>
                  </a:lnTo>
                  <a:lnTo>
                    <a:pt x="239458" y="150590"/>
                  </a:lnTo>
                  <a:lnTo>
                    <a:pt x="239077" y="150400"/>
                  </a:lnTo>
                  <a:lnTo>
                    <a:pt x="235172" y="147733"/>
                  </a:lnTo>
                  <a:lnTo>
                    <a:pt x="233458" y="147257"/>
                  </a:lnTo>
                  <a:lnTo>
                    <a:pt x="232696" y="146780"/>
                  </a:lnTo>
                  <a:lnTo>
                    <a:pt x="231934" y="146114"/>
                  </a:lnTo>
                  <a:lnTo>
                    <a:pt x="226790" y="143447"/>
                  </a:lnTo>
                  <a:lnTo>
                    <a:pt x="225361" y="142208"/>
                  </a:lnTo>
                  <a:lnTo>
                    <a:pt x="222790" y="140875"/>
                  </a:lnTo>
                  <a:lnTo>
                    <a:pt x="222409" y="140494"/>
                  </a:lnTo>
                  <a:lnTo>
                    <a:pt x="222123" y="140017"/>
                  </a:lnTo>
                  <a:lnTo>
                    <a:pt x="221742" y="139636"/>
                  </a:lnTo>
                  <a:lnTo>
                    <a:pt x="221171" y="139446"/>
                  </a:lnTo>
                  <a:lnTo>
                    <a:pt x="220027" y="139351"/>
                  </a:lnTo>
                  <a:lnTo>
                    <a:pt x="219456" y="139160"/>
                  </a:lnTo>
                  <a:lnTo>
                    <a:pt x="219075" y="138875"/>
                  </a:lnTo>
                  <a:lnTo>
                    <a:pt x="218504" y="138684"/>
                  </a:lnTo>
                  <a:lnTo>
                    <a:pt x="217837" y="138970"/>
                  </a:lnTo>
                  <a:lnTo>
                    <a:pt x="217265" y="139446"/>
                  </a:lnTo>
                  <a:lnTo>
                    <a:pt x="216694" y="139827"/>
                  </a:lnTo>
                  <a:lnTo>
                    <a:pt x="216217" y="139922"/>
                  </a:lnTo>
                  <a:lnTo>
                    <a:pt x="215074" y="139827"/>
                  </a:lnTo>
                  <a:lnTo>
                    <a:pt x="214598" y="139827"/>
                  </a:lnTo>
                  <a:lnTo>
                    <a:pt x="213836" y="140113"/>
                  </a:lnTo>
                  <a:lnTo>
                    <a:pt x="211741" y="141160"/>
                  </a:lnTo>
                  <a:lnTo>
                    <a:pt x="211360" y="141542"/>
                  </a:lnTo>
                  <a:lnTo>
                    <a:pt x="210979" y="142018"/>
                  </a:lnTo>
                  <a:lnTo>
                    <a:pt x="210121" y="142494"/>
                  </a:lnTo>
                  <a:lnTo>
                    <a:pt x="209074" y="142780"/>
                  </a:lnTo>
                  <a:lnTo>
                    <a:pt x="208121" y="142684"/>
                  </a:lnTo>
                  <a:lnTo>
                    <a:pt x="207169" y="142018"/>
                  </a:lnTo>
                  <a:lnTo>
                    <a:pt x="205835" y="139827"/>
                  </a:lnTo>
                  <a:lnTo>
                    <a:pt x="205073" y="138779"/>
                  </a:lnTo>
                  <a:lnTo>
                    <a:pt x="204216" y="138398"/>
                  </a:lnTo>
                  <a:lnTo>
                    <a:pt x="203073" y="138493"/>
                  </a:lnTo>
                  <a:lnTo>
                    <a:pt x="202025" y="138970"/>
                  </a:lnTo>
                  <a:lnTo>
                    <a:pt x="201263" y="139732"/>
                  </a:lnTo>
                  <a:lnTo>
                    <a:pt x="201073" y="140684"/>
                  </a:lnTo>
                  <a:lnTo>
                    <a:pt x="201073" y="141923"/>
                  </a:lnTo>
                  <a:lnTo>
                    <a:pt x="200787" y="143066"/>
                  </a:lnTo>
                  <a:lnTo>
                    <a:pt x="199930" y="143542"/>
                  </a:lnTo>
                  <a:lnTo>
                    <a:pt x="198977" y="143732"/>
                  </a:lnTo>
                  <a:lnTo>
                    <a:pt x="196596" y="144590"/>
                  </a:lnTo>
                  <a:lnTo>
                    <a:pt x="195453" y="144685"/>
                  </a:lnTo>
                  <a:lnTo>
                    <a:pt x="193167" y="144209"/>
                  </a:lnTo>
                  <a:lnTo>
                    <a:pt x="192310" y="144399"/>
                  </a:lnTo>
                  <a:lnTo>
                    <a:pt x="191262" y="145256"/>
                  </a:lnTo>
                  <a:lnTo>
                    <a:pt x="190214" y="146399"/>
                  </a:lnTo>
                  <a:lnTo>
                    <a:pt x="189738" y="147257"/>
                  </a:lnTo>
                  <a:lnTo>
                    <a:pt x="189738" y="148209"/>
                  </a:lnTo>
                  <a:lnTo>
                    <a:pt x="190405" y="149638"/>
                  </a:lnTo>
                  <a:lnTo>
                    <a:pt x="190976" y="151733"/>
                  </a:lnTo>
                  <a:lnTo>
                    <a:pt x="191071" y="154019"/>
                  </a:lnTo>
                  <a:lnTo>
                    <a:pt x="190690" y="156210"/>
                  </a:lnTo>
                  <a:lnTo>
                    <a:pt x="190024" y="158020"/>
                  </a:lnTo>
                  <a:lnTo>
                    <a:pt x="188404" y="160877"/>
                  </a:lnTo>
                  <a:lnTo>
                    <a:pt x="188214" y="161544"/>
                  </a:lnTo>
                  <a:lnTo>
                    <a:pt x="188119" y="161734"/>
                  </a:lnTo>
                  <a:lnTo>
                    <a:pt x="187928" y="161830"/>
                  </a:lnTo>
                  <a:lnTo>
                    <a:pt x="187642" y="161925"/>
                  </a:lnTo>
                  <a:lnTo>
                    <a:pt x="187547" y="162020"/>
                  </a:lnTo>
                  <a:lnTo>
                    <a:pt x="187547" y="162306"/>
                  </a:lnTo>
                  <a:lnTo>
                    <a:pt x="187642" y="162687"/>
                  </a:lnTo>
                  <a:lnTo>
                    <a:pt x="187833" y="162877"/>
                  </a:lnTo>
                  <a:lnTo>
                    <a:pt x="188023" y="162782"/>
                  </a:lnTo>
                  <a:lnTo>
                    <a:pt x="185071" y="168974"/>
                  </a:lnTo>
                  <a:lnTo>
                    <a:pt x="184880" y="169735"/>
                  </a:lnTo>
                  <a:lnTo>
                    <a:pt x="185166" y="170402"/>
                  </a:lnTo>
                  <a:lnTo>
                    <a:pt x="185356" y="171545"/>
                  </a:lnTo>
                  <a:lnTo>
                    <a:pt x="185452" y="172784"/>
                  </a:lnTo>
                  <a:lnTo>
                    <a:pt x="185356" y="173736"/>
                  </a:lnTo>
                  <a:lnTo>
                    <a:pt x="185166" y="174498"/>
                  </a:lnTo>
                  <a:lnTo>
                    <a:pt x="184023" y="176879"/>
                  </a:lnTo>
                  <a:lnTo>
                    <a:pt x="182785" y="178689"/>
                  </a:lnTo>
                  <a:lnTo>
                    <a:pt x="182689" y="179451"/>
                  </a:lnTo>
                  <a:lnTo>
                    <a:pt x="182880" y="181737"/>
                  </a:lnTo>
                  <a:lnTo>
                    <a:pt x="182785" y="182975"/>
                  </a:lnTo>
                  <a:lnTo>
                    <a:pt x="182499" y="183737"/>
                  </a:lnTo>
                  <a:lnTo>
                    <a:pt x="181261" y="185261"/>
                  </a:lnTo>
                  <a:lnTo>
                    <a:pt x="180880" y="186118"/>
                  </a:lnTo>
                  <a:lnTo>
                    <a:pt x="181165" y="186690"/>
                  </a:lnTo>
                  <a:lnTo>
                    <a:pt x="181737" y="187261"/>
                  </a:lnTo>
                  <a:lnTo>
                    <a:pt x="182213" y="188119"/>
                  </a:lnTo>
                  <a:lnTo>
                    <a:pt x="182213" y="188881"/>
                  </a:lnTo>
                  <a:lnTo>
                    <a:pt x="182023" y="189928"/>
                  </a:lnTo>
                  <a:lnTo>
                    <a:pt x="181451" y="190786"/>
                  </a:lnTo>
                  <a:lnTo>
                    <a:pt x="180499" y="191167"/>
                  </a:lnTo>
                  <a:lnTo>
                    <a:pt x="179356" y="191357"/>
                  </a:lnTo>
                  <a:lnTo>
                    <a:pt x="178784" y="191834"/>
                  </a:lnTo>
                  <a:lnTo>
                    <a:pt x="177736" y="198501"/>
                  </a:lnTo>
                  <a:lnTo>
                    <a:pt x="178117" y="199453"/>
                  </a:lnTo>
                  <a:lnTo>
                    <a:pt x="178975" y="199930"/>
                  </a:lnTo>
                  <a:lnTo>
                    <a:pt x="181261" y="200597"/>
                  </a:lnTo>
                  <a:lnTo>
                    <a:pt x="181261" y="201835"/>
                  </a:lnTo>
                  <a:lnTo>
                    <a:pt x="183071" y="205931"/>
                  </a:lnTo>
                  <a:lnTo>
                    <a:pt x="183547" y="207835"/>
                  </a:lnTo>
                  <a:lnTo>
                    <a:pt x="183547" y="208502"/>
                  </a:lnTo>
                  <a:lnTo>
                    <a:pt x="183451" y="208978"/>
                  </a:lnTo>
                  <a:lnTo>
                    <a:pt x="183261" y="209455"/>
                  </a:lnTo>
                  <a:lnTo>
                    <a:pt x="182880" y="210026"/>
                  </a:lnTo>
                  <a:lnTo>
                    <a:pt x="181927" y="211074"/>
                  </a:lnTo>
                  <a:lnTo>
                    <a:pt x="181737" y="211360"/>
                  </a:lnTo>
                  <a:lnTo>
                    <a:pt x="181927" y="214503"/>
                  </a:lnTo>
                  <a:lnTo>
                    <a:pt x="181451" y="216884"/>
                  </a:lnTo>
                  <a:lnTo>
                    <a:pt x="181356" y="217742"/>
                  </a:lnTo>
                  <a:lnTo>
                    <a:pt x="181451" y="218218"/>
                  </a:lnTo>
                  <a:lnTo>
                    <a:pt x="182023" y="218980"/>
                  </a:lnTo>
                  <a:lnTo>
                    <a:pt x="182118" y="219266"/>
                  </a:lnTo>
                  <a:lnTo>
                    <a:pt x="183166" y="228695"/>
                  </a:lnTo>
                  <a:lnTo>
                    <a:pt x="183071" y="230124"/>
                  </a:lnTo>
                  <a:lnTo>
                    <a:pt x="182689" y="231267"/>
                  </a:lnTo>
                  <a:lnTo>
                    <a:pt x="178689" y="237363"/>
                  </a:lnTo>
                  <a:lnTo>
                    <a:pt x="178213" y="237839"/>
                  </a:lnTo>
                  <a:lnTo>
                    <a:pt x="177832" y="238125"/>
                  </a:lnTo>
                  <a:lnTo>
                    <a:pt x="177451" y="238411"/>
                  </a:lnTo>
                  <a:lnTo>
                    <a:pt x="177070" y="239077"/>
                  </a:lnTo>
                  <a:lnTo>
                    <a:pt x="176879" y="239649"/>
                  </a:lnTo>
                  <a:lnTo>
                    <a:pt x="176784" y="240220"/>
                  </a:lnTo>
                  <a:lnTo>
                    <a:pt x="176689" y="241459"/>
                  </a:lnTo>
                  <a:lnTo>
                    <a:pt x="176879" y="242697"/>
                  </a:lnTo>
                  <a:lnTo>
                    <a:pt x="177260" y="243935"/>
                  </a:lnTo>
                  <a:lnTo>
                    <a:pt x="177355" y="245078"/>
                  </a:lnTo>
                  <a:lnTo>
                    <a:pt x="176403" y="246983"/>
                  </a:lnTo>
                  <a:lnTo>
                    <a:pt x="176117" y="248222"/>
                  </a:lnTo>
                  <a:lnTo>
                    <a:pt x="176022" y="249460"/>
                  </a:lnTo>
                  <a:lnTo>
                    <a:pt x="176308" y="250126"/>
                  </a:lnTo>
                  <a:lnTo>
                    <a:pt x="176308" y="250508"/>
                  </a:lnTo>
                  <a:lnTo>
                    <a:pt x="175736" y="250508"/>
                  </a:lnTo>
                  <a:lnTo>
                    <a:pt x="175355" y="250508"/>
                  </a:lnTo>
                  <a:lnTo>
                    <a:pt x="175165" y="250412"/>
                  </a:lnTo>
                  <a:lnTo>
                    <a:pt x="175165" y="250222"/>
                  </a:lnTo>
                  <a:lnTo>
                    <a:pt x="174688" y="250698"/>
                  </a:lnTo>
                  <a:lnTo>
                    <a:pt x="175069" y="251746"/>
                  </a:lnTo>
                  <a:lnTo>
                    <a:pt x="175831" y="253079"/>
                  </a:lnTo>
                  <a:lnTo>
                    <a:pt x="176308" y="254413"/>
                  </a:lnTo>
                  <a:lnTo>
                    <a:pt x="175927" y="257175"/>
                  </a:lnTo>
                  <a:lnTo>
                    <a:pt x="176593" y="259175"/>
                  </a:lnTo>
                  <a:lnTo>
                    <a:pt x="177832" y="268129"/>
                  </a:lnTo>
                  <a:lnTo>
                    <a:pt x="178117" y="268510"/>
                  </a:lnTo>
                  <a:lnTo>
                    <a:pt x="178498" y="268891"/>
                  </a:lnTo>
                  <a:lnTo>
                    <a:pt x="178784" y="269367"/>
                  </a:lnTo>
                  <a:lnTo>
                    <a:pt x="178784" y="268224"/>
                  </a:lnTo>
                  <a:lnTo>
                    <a:pt x="180499" y="270415"/>
                  </a:lnTo>
                  <a:lnTo>
                    <a:pt x="181165" y="271653"/>
                  </a:lnTo>
                  <a:lnTo>
                    <a:pt x="181451" y="272891"/>
                  </a:lnTo>
                  <a:lnTo>
                    <a:pt x="181451" y="275082"/>
                  </a:lnTo>
                  <a:lnTo>
                    <a:pt x="181261" y="275749"/>
                  </a:lnTo>
                  <a:lnTo>
                    <a:pt x="180213" y="276797"/>
                  </a:lnTo>
                  <a:lnTo>
                    <a:pt x="180022" y="277368"/>
                  </a:lnTo>
                  <a:lnTo>
                    <a:pt x="179546" y="278225"/>
                  </a:lnTo>
                  <a:lnTo>
                    <a:pt x="177641" y="279844"/>
                  </a:lnTo>
                  <a:lnTo>
                    <a:pt x="177451" y="280607"/>
                  </a:lnTo>
                  <a:lnTo>
                    <a:pt x="177927" y="280607"/>
                  </a:lnTo>
                  <a:lnTo>
                    <a:pt x="178594" y="280321"/>
                  </a:lnTo>
                  <a:lnTo>
                    <a:pt x="179260" y="280130"/>
                  </a:lnTo>
                  <a:lnTo>
                    <a:pt x="179641" y="280511"/>
                  </a:lnTo>
                  <a:lnTo>
                    <a:pt x="179451" y="281083"/>
                  </a:lnTo>
                  <a:lnTo>
                    <a:pt x="178879" y="281273"/>
                  </a:lnTo>
                  <a:lnTo>
                    <a:pt x="178308" y="281178"/>
                  </a:lnTo>
                  <a:lnTo>
                    <a:pt x="177927" y="280987"/>
                  </a:lnTo>
                  <a:lnTo>
                    <a:pt x="177355" y="281559"/>
                  </a:lnTo>
                  <a:lnTo>
                    <a:pt x="176784" y="282702"/>
                  </a:lnTo>
                  <a:lnTo>
                    <a:pt x="176117" y="283274"/>
                  </a:lnTo>
                  <a:lnTo>
                    <a:pt x="176498" y="281750"/>
                  </a:lnTo>
                  <a:lnTo>
                    <a:pt x="175736" y="281178"/>
                  </a:lnTo>
                  <a:lnTo>
                    <a:pt x="173926" y="281368"/>
                  </a:lnTo>
                  <a:lnTo>
                    <a:pt x="173450" y="281559"/>
                  </a:lnTo>
                  <a:lnTo>
                    <a:pt x="172498" y="282131"/>
                  </a:lnTo>
                  <a:lnTo>
                    <a:pt x="171355" y="282416"/>
                  </a:lnTo>
                  <a:lnTo>
                    <a:pt x="170116" y="282416"/>
                  </a:lnTo>
                  <a:lnTo>
                    <a:pt x="167640" y="281750"/>
                  </a:lnTo>
                  <a:lnTo>
                    <a:pt x="166592" y="281178"/>
                  </a:lnTo>
                  <a:lnTo>
                    <a:pt x="165925" y="280416"/>
                  </a:lnTo>
                  <a:lnTo>
                    <a:pt x="165640" y="279273"/>
                  </a:lnTo>
                  <a:lnTo>
                    <a:pt x="165163" y="275844"/>
                  </a:lnTo>
                  <a:lnTo>
                    <a:pt x="164973" y="275653"/>
                  </a:lnTo>
                  <a:lnTo>
                    <a:pt x="164592" y="275844"/>
                  </a:lnTo>
                  <a:lnTo>
                    <a:pt x="163639" y="274796"/>
                  </a:lnTo>
                  <a:lnTo>
                    <a:pt x="163068" y="274415"/>
                  </a:lnTo>
                  <a:lnTo>
                    <a:pt x="162401" y="274320"/>
                  </a:lnTo>
                  <a:lnTo>
                    <a:pt x="161258" y="274320"/>
                  </a:lnTo>
                  <a:lnTo>
                    <a:pt x="160782" y="273939"/>
                  </a:lnTo>
                  <a:lnTo>
                    <a:pt x="159258" y="272320"/>
                  </a:lnTo>
                  <a:lnTo>
                    <a:pt x="158972" y="271843"/>
                  </a:lnTo>
                  <a:lnTo>
                    <a:pt x="158401" y="271558"/>
                  </a:lnTo>
                  <a:lnTo>
                    <a:pt x="156019" y="270986"/>
                  </a:lnTo>
                  <a:lnTo>
                    <a:pt x="155353" y="270510"/>
                  </a:lnTo>
                  <a:lnTo>
                    <a:pt x="156591" y="265367"/>
                  </a:lnTo>
                  <a:lnTo>
                    <a:pt x="156591" y="264319"/>
                  </a:lnTo>
                  <a:lnTo>
                    <a:pt x="156115" y="263461"/>
                  </a:lnTo>
                  <a:lnTo>
                    <a:pt x="154781" y="263081"/>
                  </a:lnTo>
                  <a:lnTo>
                    <a:pt x="153638" y="263176"/>
                  </a:lnTo>
                  <a:lnTo>
                    <a:pt x="152781" y="263366"/>
                  </a:lnTo>
                  <a:lnTo>
                    <a:pt x="152590" y="263461"/>
                  </a:lnTo>
                  <a:lnTo>
                    <a:pt x="151733" y="264128"/>
                  </a:lnTo>
                  <a:lnTo>
                    <a:pt x="151447" y="264128"/>
                  </a:lnTo>
                  <a:lnTo>
                    <a:pt x="150876" y="264033"/>
                  </a:lnTo>
                  <a:lnTo>
                    <a:pt x="150590" y="264033"/>
                  </a:lnTo>
                  <a:lnTo>
                    <a:pt x="150019" y="264509"/>
                  </a:lnTo>
                  <a:lnTo>
                    <a:pt x="149447" y="265367"/>
                  </a:lnTo>
                  <a:lnTo>
                    <a:pt x="148971" y="266414"/>
                  </a:lnTo>
                  <a:lnTo>
                    <a:pt x="148685" y="268700"/>
                  </a:lnTo>
                  <a:lnTo>
                    <a:pt x="147733" y="272225"/>
                  </a:lnTo>
                  <a:lnTo>
                    <a:pt x="147638" y="272986"/>
                  </a:lnTo>
                  <a:lnTo>
                    <a:pt x="147733" y="274701"/>
                  </a:lnTo>
                  <a:lnTo>
                    <a:pt x="147923" y="275273"/>
                  </a:lnTo>
                  <a:lnTo>
                    <a:pt x="148685" y="276130"/>
                  </a:lnTo>
                  <a:lnTo>
                    <a:pt x="148876" y="276606"/>
                  </a:lnTo>
                  <a:lnTo>
                    <a:pt x="148685" y="277654"/>
                  </a:lnTo>
                  <a:lnTo>
                    <a:pt x="147923" y="279940"/>
                  </a:lnTo>
                  <a:lnTo>
                    <a:pt x="147828" y="280797"/>
                  </a:lnTo>
                  <a:lnTo>
                    <a:pt x="147733" y="286988"/>
                  </a:lnTo>
                  <a:lnTo>
                    <a:pt x="148495" y="288608"/>
                  </a:lnTo>
                  <a:lnTo>
                    <a:pt x="149066" y="288036"/>
                  </a:lnTo>
                  <a:lnTo>
                    <a:pt x="149257" y="287845"/>
                  </a:lnTo>
                  <a:lnTo>
                    <a:pt x="150019" y="287941"/>
                  </a:lnTo>
                  <a:lnTo>
                    <a:pt x="150685" y="287084"/>
                  </a:lnTo>
                  <a:lnTo>
                    <a:pt x="151543" y="286322"/>
                  </a:lnTo>
                  <a:lnTo>
                    <a:pt x="152876" y="286702"/>
                  </a:lnTo>
                  <a:lnTo>
                    <a:pt x="153543" y="287465"/>
                  </a:lnTo>
                  <a:lnTo>
                    <a:pt x="154210" y="288608"/>
                  </a:lnTo>
                  <a:lnTo>
                    <a:pt x="155067" y="290798"/>
                  </a:lnTo>
                  <a:lnTo>
                    <a:pt x="155257" y="291941"/>
                  </a:lnTo>
                  <a:lnTo>
                    <a:pt x="155162" y="292799"/>
                  </a:lnTo>
                  <a:lnTo>
                    <a:pt x="154876" y="293560"/>
                  </a:lnTo>
                  <a:lnTo>
                    <a:pt x="154686" y="294513"/>
                  </a:lnTo>
                  <a:lnTo>
                    <a:pt x="154972" y="296799"/>
                  </a:lnTo>
                  <a:lnTo>
                    <a:pt x="154686" y="297656"/>
                  </a:lnTo>
                  <a:lnTo>
                    <a:pt x="153543" y="297942"/>
                  </a:lnTo>
                  <a:lnTo>
                    <a:pt x="154305" y="299371"/>
                  </a:lnTo>
                  <a:lnTo>
                    <a:pt x="155448" y="300037"/>
                  </a:lnTo>
                  <a:lnTo>
                    <a:pt x="156305" y="300800"/>
                  </a:lnTo>
                  <a:lnTo>
                    <a:pt x="156496" y="302419"/>
                  </a:lnTo>
                  <a:lnTo>
                    <a:pt x="156210" y="303181"/>
                  </a:lnTo>
                  <a:lnTo>
                    <a:pt x="155543" y="304609"/>
                  </a:lnTo>
                  <a:lnTo>
                    <a:pt x="155448" y="305181"/>
                  </a:lnTo>
                  <a:lnTo>
                    <a:pt x="155543" y="305943"/>
                  </a:lnTo>
                  <a:lnTo>
                    <a:pt x="156496" y="308039"/>
                  </a:lnTo>
                  <a:lnTo>
                    <a:pt x="156781" y="307467"/>
                  </a:lnTo>
                  <a:lnTo>
                    <a:pt x="156877" y="307276"/>
                  </a:lnTo>
                  <a:lnTo>
                    <a:pt x="157353" y="307658"/>
                  </a:lnTo>
                  <a:lnTo>
                    <a:pt x="157543" y="308324"/>
                  </a:lnTo>
                  <a:lnTo>
                    <a:pt x="157639" y="308896"/>
                  </a:lnTo>
                  <a:lnTo>
                    <a:pt x="157734" y="309182"/>
                  </a:lnTo>
                  <a:lnTo>
                    <a:pt x="158020" y="309277"/>
                  </a:lnTo>
                  <a:lnTo>
                    <a:pt x="158305" y="309658"/>
                  </a:lnTo>
                  <a:lnTo>
                    <a:pt x="158591" y="310039"/>
                  </a:lnTo>
                  <a:lnTo>
                    <a:pt x="158686" y="310420"/>
                  </a:lnTo>
                  <a:lnTo>
                    <a:pt x="158305" y="311658"/>
                  </a:lnTo>
                  <a:lnTo>
                    <a:pt x="157448" y="312515"/>
                  </a:lnTo>
                  <a:lnTo>
                    <a:pt x="156400" y="312706"/>
                  </a:lnTo>
                  <a:lnTo>
                    <a:pt x="155448" y="312039"/>
                  </a:lnTo>
                  <a:lnTo>
                    <a:pt x="155734" y="312801"/>
                  </a:lnTo>
                  <a:lnTo>
                    <a:pt x="155829" y="313182"/>
                  </a:lnTo>
                  <a:lnTo>
                    <a:pt x="155829" y="313658"/>
                  </a:lnTo>
                  <a:lnTo>
                    <a:pt x="155638" y="313944"/>
                  </a:lnTo>
                  <a:lnTo>
                    <a:pt x="154876" y="314420"/>
                  </a:lnTo>
                  <a:lnTo>
                    <a:pt x="154781" y="314897"/>
                  </a:lnTo>
                  <a:lnTo>
                    <a:pt x="155257" y="315849"/>
                  </a:lnTo>
                  <a:lnTo>
                    <a:pt x="158210" y="318802"/>
                  </a:lnTo>
                  <a:lnTo>
                    <a:pt x="158782" y="319659"/>
                  </a:lnTo>
                  <a:lnTo>
                    <a:pt x="159639" y="321469"/>
                  </a:lnTo>
                  <a:lnTo>
                    <a:pt x="160687" y="323088"/>
                  </a:lnTo>
                  <a:lnTo>
                    <a:pt x="160877" y="323469"/>
                  </a:lnTo>
                  <a:lnTo>
                    <a:pt x="160877" y="324707"/>
                  </a:lnTo>
                  <a:lnTo>
                    <a:pt x="160687" y="325660"/>
                  </a:lnTo>
                  <a:lnTo>
                    <a:pt x="160687" y="326231"/>
                  </a:lnTo>
                  <a:lnTo>
                    <a:pt x="160972" y="326422"/>
                  </a:lnTo>
                  <a:lnTo>
                    <a:pt x="161449" y="326898"/>
                  </a:lnTo>
                  <a:lnTo>
                    <a:pt x="163258" y="334709"/>
                  </a:lnTo>
                  <a:lnTo>
                    <a:pt x="163449" y="336899"/>
                  </a:lnTo>
                  <a:lnTo>
                    <a:pt x="163068" y="341852"/>
                  </a:lnTo>
                  <a:lnTo>
                    <a:pt x="163449" y="343948"/>
                  </a:lnTo>
                  <a:lnTo>
                    <a:pt x="164687" y="348043"/>
                  </a:lnTo>
                  <a:lnTo>
                    <a:pt x="165544" y="347758"/>
                  </a:lnTo>
                  <a:lnTo>
                    <a:pt x="165735" y="347662"/>
                  </a:lnTo>
                  <a:lnTo>
                    <a:pt x="165544" y="348043"/>
                  </a:lnTo>
                  <a:lnTo>
                    <a:pt x="165354" y="348329"/>
                  </a:lnTo>
                  <a:lnTo>
                    <a:pt x="165068" y="348615"/>
                  </a:lnTo>
                  <a:lnTo>
                    <a:pt x="164592" y="348806"/>
                  </a:lnTo>
                  <a:lnTo>
                    <a:pt x="165163" y="349282"/>
                  </a:lnTo>
                  <a:lnTo>
                    <a:pt x="166497" y="349758"/>
                  </a:lnTo>
                  <a:lnTo>
                    <a:pt x="166783" y="350425"/>
                  </a:lnTo>
                  <a:lnTo>
                    <a:pt x="167164" y="350806"/>
                  </a:lnTo>
                  <a:lnTo>
                    <a:pt x="168021" y="351187"/>
                  </a:lnTo>
                  <a:lnTo>
                    <a:pt x="168973" y="351377"/>
                  </a:lnTo>
                  <a:lnTo>
                    <a:pt x="169735" y="351282"/>
                  </a:lnTo>
                  <a:lnTo>
                    <a:pt x="170307" y="350329"/>
                  </a:lnTo>
                  <a:lnTo>
                    <a:pt x="170783" y="348520"/>
                  </a:lnTo>
                  <a:lnTo>
                    <a:pt x="170974" y="346615"/>
                  </a:lnTo>
                  <a:lnTo>
                    <a:pt x="170688" y="345376"/>
                  </a:lnTo>
                  <a:lnTo>
                    <a:pt x="171355" y="344615"/>
                  </a:lnTo>
                  <a:lnTo>
                    <a:pt x="171926" y="344995"/>
                  </a:lnTo>
                  <a:lnTo>
                    <a:pt x="172498" y="345758"/>
                  </a:lnTo>
                  <a:lnTo>
                    <a:pt x="173069" y="346139"/>
                  </a:lnTo>
                  <a:lnTo>
                    <a:pt x="173736" y="346139"/>
                  </a:lnTo>
                  <a:lnTo>
                    <a:pt x="174117" y="346234"/>
                  </a:lnTo>
                  <a:lnTo>
                    <a:pt x="174307" y="346519"/>
                  </a:lnTo>
                  <a:lnTo>
                    <a:pt x="174403" y="347091"/>
                  </a:lnTo>
                  <a:lnTo>
                    <a:pt x="174593" y="347377"/>
                  </a:lnTo>
                  <a:lnTo>
                    <a:pt x="174974" y="347472"/>
                  </a:lnTo>
                  <a:lnTo>
                    <a:pt x="175831" y="347567"/>
                  </a:lnTo>
                  <a:lnTo>
                    <a:pt x="175641" y="348139"/>
                  </a:lnTo>
                  <a:lnTo>
                    <a:pt x="175355" y="348615"/>
                  </a:lnTo>
                  <a:lnTo>
                    <a:pt x="175069" y="348806"/>
                  </a:lnTo>
                  <a:lnTo>
                    <a:pt x="174784" y="348710"/>
                  </a:lnTo>
                  <a:lnTo>
                    <a:pt x="174403" y="349186"/>
                  </a:lnTo>
                  <a:lnTo>
                    <a:pt x="173926" y="349663"/>
                  </a:lnTo>
                  <a:lnTo>
                    <a:pt x="173450" y="350139"/>
                  </a:lnTo>
                  <a:lnTo>
                    <a:pt x="173260" y="350710"/>
                  </a:lnTo>
                  <a:lnTo>
                    <a:pt x="174403" y="351377"/>
                  </a:lnTo>
                  <a:lnTo>
                    <a:pt x="174784" y="351758"/>
                  </a:lnTo>
                  <a:lnTo>
                    <a:pt x="174117" y="351949"/>
                  </a:lnTo>
                  <a:lnTo>
                    <a:pt x="173164" y="352711"/>
                  </a:lnTo>
                  <a:lnTo>
                    <a:pt x="173736" y="354425"/>
                  </a:lnTo>
                  <a:lnTo>
                    <a:pt x="175450" y="356807"/>
                  </a:lnTo>
                  <a:lnTo>
                    <a:pt x="175831" y="356807"/>
                  </a:lnTo>
                  <a:lnTo>
                    <a:pt x="176117" y="357283"/>
                  </a:lnTo>
                  <a:lnTo>
                    <a:pt x="176498" y="357473"/>
                  </a:lnTo>
                  <a:lnTo>
                    <a:pt x="177070" y="357473"/>
                  </a:lnTo>
                  <a:lnTo>
                    <a:pt x="177641" y="357092"/>
                  </a:lnTo>
                  <a:lnTo>
                    <a:pt x="179832" y="358521"/>
                  </a:lnTo>
                  <a:lnTo>
                    <a:pt x="180404" y="359569"/>
                  </a:lnTo>
                  <a:lnTo>
                    <a:pt x="180594" y="361378"/>
                  </a:lnTo>
                  <a:lnTo>
                    <a:pt x="180308" y="364617"/>
                  </a:lnTo>
                  <a:lnTo>
                    <a:pt x="180594" y="366141"/>
                  </a:lnTo>
                  <a:lnTo>
                    <a:pt x="181642" y="367475"/>
                  </a:lnTo>
                  <a:lnTo>
                    <a:pt x="182023" y="367665"/>
                  </a:lnTo>
                  <a:lnTo>
                    <a:pt x="184404" y="368427"/>
                  </a:lnTo>
                  <a:lnTo>
                    <a:pt x="184594" y="368808"/>
                  </a:lnTo>
                  <a:lnTo>
                    <a:pt x="184785" y="369189"/>
                  </a:lnTo>
                  <a:lnTo>
                    <a:pt x="184975" y="369379"/>
                  </a:lnTo>
                  <a:lnTo>
                    <a:pt x="185738" y="369189"/>
                  </a:lnTo>
                  <a:lnTo>
                    <a:pt x="186023" y="368808"/>
                  </a:lnTo>
                  <a:lnTo>
                    <a:pt x="186118" y="368427"/>
                  </a:lnTo>
                  <a:lnTo>
                    <a:pt x="186309" y="368236"/>
                  </a:lnTo>
                  <a:lnTo>
                    <a:pt x="186880" y="368141"/>
                  </a:lnTo>
                  <a:lnTo>
                    <a:pt x="187261" y="368236"/>
                  </a:lnTo>
                  <a:lnTo>
                    <a:pt x="187642" y="368427"/>
                  </a:lnTo>
                  <a:lnTo>
                    <a:pt x="188119" y="368522"/>
                  </a:lnTo>
                  <a:lnTo>
                    <a:pt x="190119" y="368141"/>
                  </a:lnTo>
                  <a:lnTo>
                    <a:pt x="191357" y="366712"/>
                  </a:lnTo>
                  <a:lnTo>
                    <a:pt x="191833" y="364617"/>
                  </a:lnTo>
                  <a:lnTo>
                    <a:pt x="191643" y="362141"/>
                  </a:lnTo>
                  <a:lnTo>
                    <a:pt x="190690" y="358331"/>
                  </a:lnTo>
                  <a:lnTo>
                    <a:pt x="190786" y="357473"/>
                  </a:lnTo>
                  <a:lnTo>
                    <a:pt x="191071" y="356902"/>
                  </a:lnTo>
                  <a:lnTo>
                    <a:pt x="190881" y="356330"/>
                  </a:lnTo>
                  <a:lnTo>
                    <a:pt x="188785" y="353949"/>
                  </a:lnTo>
                  <a:lnTo>
                    <a:pt x="188595" y="352806"/>
                  </a:lnTo>
                  <a:lnTo>
                    <a:pt x="189071" y="349282"/>
                  </a:lnTo>
                  <a:lnTo>
                    <a:pt x="189071" y="347186"/>
                  </a:lnTo>
                  <a:lnTo>
                    <a:pt x="189071" y="346615"/>
                  </a:lnTo>
                  <a:lnTo>
                    <a:pt x="189452" y="345948"/>
                  </a:lnTo>
                  <a:lnTo>
                    <a:pt x="190595" y="346519"/>
                  </a:lnTo>
                  <a:lnTo>
                    <a:pt x="190786" y="344138"/>
                  </a:lnTo>
                  <a:lnTo>
                    <a:pt x="191262" y="343091"/>
                  </a:lnTo>
                  <a:lnTo>
                    <a:pt x="192119" y="343186"/>
                  </a:lnTo>
                  <a:lnTo>
                    <a:pt x="192310" y="344043"/>
                  </a:lnTo>
                  <a:lnTo>
                    <a:pt x="191643" y="347662"/>
                  </a:lnTo>
                  <a:lnTo>
                    <a:pt x="192024" y="347282"/>
                  </a:lnTo>
                  <a:lnTo>
                    <a:pt x="192214" y="347282"/>
                  </a:lnTo>
                  <a:lnTo>
                    <a:pt x="192405" y="347662"/>
                  </a:lnTo>
                  <a:lnTo>
                    <a:pt x="192976" y="347091"/>
                  </a:lnTo>
                  <a:lnTo>
                    <a:pt x="193167" y="346900"/>
                  </a:lnTo>
                  <a:lnTo>
                    <a:pt x="193072" y="346424"/>
                  </a:lnTo>
                  <a:lnTo>
                    <a:pt x="193167" y="344710"/>
                  </a:lnTo>
                  <a:lnTo>
                    <a:pt x="193453" y="345472"/>
                  </a:lnTo>
                  <a:lnTo>
                    <a:pt x="193548" y="346329"/>
                  </a:lnTo>
                  <a:lnTo>
                    <a:pt x="193548" y="348234"/>
                  </a:lnTo>
                  <a:lnTo>
                    <a:pt x="193738" y="348901"/>
                  </a:lnTo>
                  <a:lnTo>
                    <a:pt x="194310" y="349377"/>
                  </a:lnTo>
                  <a:lnTo>
                    <a:pt x="195072" y="349663"/>
                  </a:lnTo>
                  <a:lnTo>
                    <a:pt x="195453" y="349758"/>
                  </a:lnTo>
                  <a:lnTo>
                    <a:pt x="195739" y="349853"/>
                  </a:lnTo>
                  <a:lnTo>
                    <a:pt x="198977" y="350425"/>
                  </a:lnTo>
                  <a:lnTo>
                    <a:pt x="204121" y="350615"/>
                  </a:lnTo>
                  <a:lnTo>
                    <a:pt x="204692" y="350710"/>
                  </a:lnTo>
                  <a:lnTo>
                    <a:pt x="204883" y="350996"/>
                  </a:lnTo>
                  <a:lnTo>
                    <a:pt x="204883" y="351377"/>
                  </a:lnTo>
                  <a:lnTo>
                    <a:pt x="205073" y="351663"/>
                  </a:lnTo>
                  <a:lnTo>
                    <a:pt x="207550" y="352711"/>
                  </a:lnTo>
                  <a:lnTo>
                    <a:pt x="207931" y="353092"/>
                  </a:lnTo>
                  <a:lnTo>
                    <a:pt x="208216" y="353759"/>
                  </a:lnTo>
                  <a:lnTo>
                    <a:pt x="209740" y="355854"/>
                  </a:lnTo>
                  <a:lnTo>
                    <a:pt x="210121" y="356616"/>
                  </a:lnTo>
                  <a:lnTo>
                    <a:pt x="210502" y="358807"/>
                  </a:lnTo>
                  <a:lnTo>
                    <a:pt x="210979" y="359950"/>
                  </a:lnTo>
                  <a:lnTo>
                    <a:pt x="212122" y="361759"/>
                  </a:lnTo>
                  <a:lnTo>
                    <a:pt x="212312" y="362998"/>
                  </a:lnTo>
                  <a:lnTo>
                    <a:pt x="212122" y="363950"/>
                  </a:lnTo>
                  <a:lnTo>
                    <a:pt x="211646" y="364712"/>
                  </a:lnTo>
                  <a:lnTo>
                    <a:pt x="210217" y="365760"/>
                  </a:lnTo>
                  <a:lnTo>
                    <a:pt x="209264" y="366712"/>
                  </a:lnTo>
                  <a:lnTo>
                    <a:pt x="208883" y="366808"/>
                  </a:lnTo>
                  <a:lnTo>
                    <a:pt x="207740" y="366712"/>
                  </a:lnTo>
                  <a:lnTo>
                    <a:pt x="207169" y="366712"/>
                  </a:lnTo>
                  <a:lnTo>
                    <a:pt x="206788" y="366903"/>
                  </a:lnTo>
                  <a:lnTo>
                    <a:pt x="202121" y="371380"/>
                  </a:lnTo>
                  <a:lnTo>
                    <a:pt x="200977" y="373190"/>
                  </a:lnTo>
                  <a:lnTo>
                    <a:pt x="200501" y="373475"/>
                  </a:lnTo>
                  <a:lnTo>
                    <a:pt x="199263" y="374047"/>
                  </a:lnTo>
                  <a:lnTo>
                    <a:pt x="198977" y="374333"/>
                  </a:lnTo>
                  <a:lnTo>
                    <a:pt x="198691" y="374999"/>
                  </a:lnTo>
                  <a:lnTo>
                    <a:pt x="198025" y="375571"/>
                  </a:lnTo>
                  <a:lnTo>
                    <a:pt x="197167" y="376047"/>
                  </a:lnTo>
                  <a:lnTo>
                    <a:pt x="196405" y="376333"/>
                  </a:lnTo>
                  <a:lnTo>
                    <a:pt x="194310" y="376714"/>
                  </a:lnTo>
                  <a:lnTo>
                    <a:pt x="193453" y="377095"/>
                  </a:lnTo>
                  <a:lnTo>
                    <a:pt x="193167" y="377952"/>
                  </a:lnTo>
                  <a:lnTo>
                    <a:pt x="192691" y="378809"/>
                  </a:lnTo>
                  <a:lnTo>
                    <a:pt x="191833" y="379857"/>
                  </a:lnTo>
                  <a:lnTo>
                    <a:pt x="191357" y="380809"/>
                  </a:lnTo>
                  <a:lnTo>
                    <a:pt x="192119" y="381476"/>
                  </a:lnTo>
                  <a:lnTo>
                    <a:pt x="192119" y="381857"/>
                  </a:lnTo>
                  <a:lnTo>
                    <a:pt x="191548" y="382143"/>
                  </a:lnTo>
                  <a:lnTo>
                    <a:pt x="191167" y="382238"/>
                  </a:lnTo>
                  <a:lnTo>
                    <a:pt x="190690" y="382238"/>
                  </a:lnTo>
                  <a:lnTo>
                    <a:pt x="191548" y="382715"/>
                  </a:lnTo>
                  <a:lnTo>
                    <a:pt x="192024" y="383191"/>
                  </a:lnTo>
                  <a:lnTo>
                    <a:pt x="191929" y="383667"/>
                  </a:lnTo>
                  <a:lnTo>
                    <a:pt x="191071" y="384048"/>
                  </a:lnTo>
                  <a:lnTo>
                    <a:pt x="191071" y="384429"/>
                  </a:lnTo>
                  <a:lnTo>
                    <a:pt x="192500" y="384905"/>
                  </a:lnTo>
                  <a:lnTo>
                    <a:pt x="193072" y="386048"/>
                  </a:lnTo>
                  <a:lnTo>
                    <a:pt x="193167" y="387572"/>
                  </a:lnTo>
                  <a:lnTo>
                    <a:pt x="192976" y="390716"/>
                  </a:lnTo>
                  <a:lnTo>
                    <a:pt x="193072" y="391573"/>
                  </a:lnTo>
                  <a:lnTo>
                    <a:pt x="193738" y="391954"/>
                  </a:lnTo>
                  <a:lnTo>
                    <a:pt x="193929" y="392240"/>
                  </a:lnTo>
                  <a:lnTo>
                    <a:pt x="193643" y="392811"/>
                  </a:lnTo>
                  <a:lnTo>
                    <a:pt x="192976" y="393287"/>
                  </a:lnTo>
                  <a:lnTo>
                    <a:pt x="192119" y="393383"/>
                  </a:lnTo>
                  <a:lnTo>
                    <a:pt x="192976" y="395383"/>
                  </a:lnTo>
                  <a:lnTo>
                    <a:pt x="193072" y="399955"/>
                  </a:lnTo>
                  <a:lnTo>
                    <a:pt x="193453" y="401860"/>
                  </a:lnTo>
                  <a:lnTo>
                    <a:pt x="194596" y="403289"/>
                  </a:lnTo>
                  <a:lnTo>
                    <a:pt x="195358" y="403765"/>
                  </a:lnTo>
                  <a:lnTo>
                    <a:pt x="195739" y="403098"/>
                  </a:lnTo>
                  <a:lnTo>
                    <a:pt x="195453" y="402050"/>
                  </a:lnTo>
                  <a:lnTo>
                    <a:pt x="194977" y="400907"/>
                  </a:lnTo>
                  <a:lnTo>
                    <a:pt x="194786" y="399955"/>
                  </a:lnTo>
                  <a:lnTo>
                    <a:pt x="195263" y="399193"/>
                  </a:lnTo>
                  <a:lnTo>
                    <a:pt x="197453" y="399574"/>
                  </a:lnTo>
                  <a:lnTo>
                    <a:pt x="198501" y="399383"/>
                  </a:lnTo>
                  <a:lnTo>
                    <a:pt x="198025" y="398240"/>
                  </a:lnTo>
                  <a:lnTo>
                    <a:pt x="197263" y="397192"/>
                  </a:lnTo>
                  <a:lnTo>
                    <a:pt x="197072" y="396240"/>
                  </a:lnTo>
                  <a:lnTo>
                    <a:pt x="197453" y="395478"/>
                  </a:lnTo>
                  <a:lnTo>
                    <a:pt x="198406" y="395097"/>
                  </a:lnTo>
                  <a:lnTo>
                    <a:pt x="199549" y="395097"/>
                  </a:lnTo>
                  <a:lnTo>
                    <a:pt x="201739" y="395668"/>
                  </a:lnTo>
                  <a:lnTo>
                    <a:pt x="206502" y="396240"/>
                  </a:lnTo>
                  <a:lnTo>
                    <a:pt x="207454" y="396526"/>
                  </a:lnTo>
                  <a:lnTo>
                    <a:pt x="208026" y="397097"/>
                  </a:lnTo>
                  <a:lnTo>
                    <a:pt x="208312" y="397859"/>
                  </a:lnTo>
                  <a:lnTo>
                    <a:pt x="208407" y="398812"/>
                  </a:lnTo>
                  <a:lnTo>
                    <a:pt x="208407" y="399669"/>
                  </a:lnTo>
                  <a:lnTo>
                    <a:pt x="208312" y="400241"/>
                  </a:lnTo>
                  <a:lnTo>
                    <a:pt x="208026" y="401384"/>
                  </a:lnTo>
                  <a:lnTo>
                    <a:pt x="208026" y="402050"/>
                  </a:lnTo>
                  <a:lnTo>
                    <a:pt x="208216" y="402336"/>
                  </a:lnTo>
                  <a:lnTo>
                    <a:pt x="209074" y="403193"/>
                  </a:lnTo>
                  <a:lnTo>
                    <a:pt x="209074" y="403955"/>
                  </a:lnTo>
                  <a:lnTo>
                    <a:pt x="208883" y="404432"/>
                  </a:lnTo>
                  <a:lnTo>
                    <a:pt x="208502" y="404717"/>
                  </a:lnTo>
                  <a:lnTo>
                    <a:pt x="207835" y="404812"/>
                  </a:lnTo>
                  <a:lnTo>
                    <a:pt x="207645" y="405098"/>
                  </a:lnTo>
                  <a:lnTo>
                    <a:pt x="207454" y="405765"/>
                  </a:lnTo>
                  <a:lnTo>
                    <a:pt x="207169" y="406432"/>
                  </a:lnTo>
                  <a:lnTo>
                    <a:pt x="206692" y="406717"/>
                  </a:lnTo>
                  <a:lnTo>
                    <a:pt x="206502" y="407003"/>
                  </a:lnTo>
                  <a:lnTo>
                    <a:pt x="206597" y="407670"/>
                  </a:lnTo>
                  <a:lnTo>
                    <a:pt x="206883" y="408337"/>
                  </a:lnTo>
                  <a:lnTo>
                    <a:pt x="207264" y="408623"/>
                  </a:lnTo>
                  <a:lnTo>
                    <a:pt x="207645" y="408337"/>
                  </a:lnTo>
                  <a:lnTo>
                    <a:pt x="211741" y="403574"/>
                  </a:lnTo>
                  <a:lnTo>
                    <a:pt x="212217" y="403384"/>
                  </a:lnTo>
                  <a:lnTo>
                    <a:pt x="212884" y="403574"/>
                  </a:lnTo>
                  <a:lnTo>
                    <a:pt x="213550" y="403860"/>
                  </a:lnTo>
                  <a:lnTo>
                    <a:pt x="214598" y="404527"/>
                  </a:lnTo>
                  <a:lnTo>
                    <a:pt x="214789" y="404717"/>
                  </a:lnTo>
                  <a:lnTo>
                    <a:pt x="215551" y="406717"/>
                  </a:lnTo>
                  <a:lnTo>
                    <a:pt x="215551" y="407575"/>
                  </a:lnTo>
                  <a:lnTo>
                    <a:pt x="215360" y="408527"/>
                  </a:lnTo>
                  <a:lnTo>
                    <a:pt x="215265" y="409861"/>
                  </a:lnTo>
                  <a:lnTo>
                    <a:pt x="215074" y="410432"/>
                  </a:lnTo>
                  <a:lnTo>
                    <a:pt x="214789" y="410718"/>
                  </a:lnTo>
                  <a:lnTo>
                    <a:pt x="214598" y="411004"/>
                  </a:lnTo>
                  <a:lnTo>
                    <a:pt x="214884" y="411480"/>
                  </a:lnTo>
                  <a:lnTo>
                    <a:pt x="215360" y="411766"/>
                  </a:lnTo>
                  <a:lnTo>
                    <a:pt x="216598" y="412051"/>
                  </a:lnTo>
                  <a:lnTo>
                    <a:pt x="217075" y="412242"/>
                  </a:lnTo>
                  <a:lnTo>
                    <a:pt x="217837" y="411861"/>
                  </a:lnTo>
                  <a:lnTo>
                    <a:pt x="218694" y="411575"/>
                  </a:lnTo>
                  <a:lnTo>
                    <a:pt x="220408" y="411194"/>
                  </a:lnTo>
                  <a:lnTo>
                    <a:pt x="221266" y="411194"/>
                  </a:lnTo>
                  <a:lnTo>
                    <a:pt x="221837" y="411480"/>
                  </a:lnTo>
                  <a:lnTo>
                    <a:pt x="222313" y="411766"/>
                  </a:lnTo>
                  <a:lnTo>
                    <a:pt x="222790" y="411861"/>
                  </a:lnTo>
                  <a:lnTo>
                    <a:pt x="223742" y="411861"/>
                  </a:lnTo>
                  <a:lnTo>
                    <a:pt x="224409" y="411956"/>
                  </a:lnTo>
                  <a:lnTo>
                    <a:pt x="225838" y="412528"/>
                  </a:lnTo>
                  <a:lnTo>
                    <a:pt x="226028" y="412718"/>
                  </a:lnTo>
                  <a:lnTo>
                    <a:pt x="226790" y="413194"/>
                  </a:lnTo>
                  <a:lnTo>
                    <a:pt x="227647" y="413480"/>
                  </a:lnTo>
                  <a:lnTo>
                    <a:pt x="228695" y="412433"/>
                  </a:lnTo>
                  <a:lnTo>
                    <a:pt x="231743" y="410147"/>
                  </a:lnTo>
                  <a:lnTo>
                    <a:pt x="232791" y="409575"/>
                  </a:lnTo>
                  <a:lnTo>
                    <a:pt x="233553" y="409575"/>
                  </a:lnTo>
                  <a:lnTo>
                    <a:pt x="235744" y="410051"/>
                  </a:lnTo>
                  <a:lnTo>
                    <a:pt x="235934" y="409670"/>
                  </a:lnTo>
                  <a:lnTo>
                    <a:pt x="237554" y="407956"/>
                  </a:lnTo>
                  <a:lnTo>
                    <a:pt x="236887" y="407670"/>
                  </a:lnTo>
                  <a:lnTo>
                    <a:pt x="236506" y="407575"/>
                  </a:lnTo>
                  <a:lnTo>
                    <a:pt x="236029" y="407575"/>
                  </a:lnTo>
                  <a:lnTo>
                    <a:pt x="236220" y="406241"/>
                  </a:lnTo>
                  <a:lnTo>
                    <a:pt x="235839" y="402431"/>
                  </a:lnTo>
                  <a:lnTo>
                    <a:pt x="236982" y="401193"/>
                  </a:lnTo>
                  <a:lnTo>
                    <a:pt x="238601" y="399478"/>
                  </a:lnTo>
                  <a:lnTo>
                    <a:pt x="239077" y="399098"/>
                  </a:lnTo>
                  <a:lnTo>
                    <a:pt x="239363" y="399002"/>
                  </a:lnTo>
                  <a:lnTo>
                    <a:pt x="240221" y="399002"/>
                  </a:lnTo>
                  <a:lnTo>
                    <a:pt x="240601" y="398907"/>
                  </a:lnTo>
                  <a:lnTo>
                    <a:pt x="240982" y="398717"/>
                  </a:lnTo>
                  <a:lnTo>
                    <a:pt x="241935" y="397954"/>
                  </a:lnTo>
                  <a:lnTo>
                    <a:pt x="243459" y="397383"/>
                  </a:lnTo>
                  <a:lnTo>
                    <a:pt x="244126" y="396907"/>
                  </a:lnTo>
                  <a:lnTo>
                    <a:pt x="244411" y="396907"/>
                  </a:lnTo>
                  <a:lnTo>
                    <a:pt x="245269" y="397097"/>
                  </a:lnTo>
                  <a:lnTo>
                    <a:pt x="245745" y="397097"/>
                  </a:lnTo>
                  <a:lnTo>
                    <a:pt x="246507" y="396240"/>
                  </a:lnTo>
                  <a:lnTo>
                    <a:pt x="246793" y="396050"/>
                  </a:lnTo>
                  <a:lnTo>
                    <a:pt x="249269" y="395383"/>
                  </a:lnTo>
                  <a:lnTo>
                    <a:pt x="249650" y="395097"/>
                  </a:lnTo>
                  <a:lnTo>
                    <a:pt x="249841" y="394335"/>
                  </a:lnTo>
                  <a:lnTo>
                    <a:pt x="250793" y="393764"/>
                  </a:lnTo>
                  <a:lnTo>
                    <a:pt x="251174" y="393001"/>
                  </a:lnTo>
                  <a:lnTo>
                    <a:pt x="251936" y="393383"/>
                  </a:lnTo>
                  <a:lnTo>
                    <a:pt x="253936" y="394049"/>
                  </a:lnTo>
                  <a:lnTo>
                    <a:pt x="254508" y="394240"/>
                  </a:lnTo>
                  <a:close/>
                  <a:moveTo>
                    <a:pt x="316992" y="744188"/>
                  </a:moveTo>
                  <a:lnTo>
                    <a:pt x="316516" y="743426"/>
                  </a:lnTo>
                  <a:lnTo>
                    <a:pt x="315563" y="742474"/>
                  </a:lnTo>
                  <a:lnTo>
                    <a:pt x="314515" y="741712"/>
                  </a:lnTo>
                  <a:lnTo>
                    <a:pt x="313563" y="741331"/>
                  </a:lnTo>
                  <a:lnTo>
                    <a:pt x="312991" y="741617"/>
                  </a:lnTo>
                  <a:lnTo>
                    <a:pt x="312801" y="742188"/>
                  </a:lnTo>
                  <a:lnTo>
                    <a:pt x="312706" y="742855"/>
                  </a:lnTo>
                  <a:lnTo>
                    <a:pt x="312325" y="743331"/>
                  </a:lnTo>
                  <a:lnTo>
                    <a:pt x="311467" y="743426"/>
                  </a:lnTo>
                  <a:lnTo>
                    <a:pt x="310801" y="742759"/>
                  </a:lnTo>
                  <a:lnTo>
                    <a:pt x="310134" y="741998"/>
                  </a:lnTo>
                  <a:lnTo>
                    <a:pt x="309372" y="741617"/>
                  </a:lnTo>
                  <a:lnTo>
                    <a:pt x="308038" y="742283"/>
                  </a:lnTo>
                  <a:lnTo>
                    <a:pt x="307562" y="744093"/>
                  </a:lnTo>
                  <a:lnTo>
                    <a:pt x="307562" y="746093"/>
                  </a:lnTo>
                  <a:lnTo>
                    <a:pt x="307848" y="747427"/>
                  </a:lnTo>
                  <a:lnTo>
                    <a:pt x="308229" y="748284"/>
                  </a:lnTo>
                  <a:lnTo>
                    <a:pt x="308705" y="748856"/>
                  </a:lnTo>
                  <a:lnTo>
                    <a:pt x="309277" y="749046"/>
                  </a:lnTo>
                  <a:lnTo>
                    <a:pt x="310039" y="748856"/>
                  </a:lnTo>
                  <a:lnTo>
                    <a:pt x="310229" y="748665"/>
                  </a:lnTo>
                  <a:lnTo>
                    <a:pt x="310515" y="747998"/>
                  </a:lnTo>
                  <a:lnTo>
                    <a:pt x="310705" y="747712"/>
                  </a:lnTo>
                  <a:lnTo>
                    <a:pt x="311086" y="747617"/>
                  </a:lnTo>
                  <a:lnTo>
                    <a:pt x="311753" y="747522"/>
                  </a:lnTo>
                  <a:lnTo>
                    <a:pt x="312230" y="747427"/>
                  </a:lnTo>
                  <a:lnTo>
                    <a:pt x="312801" y="747141"/>
                  </a:lnTo>
                  <a:lnTo>
                    <a:pt x="314325" y="745998"/>
                  </a:lnTo>
                  <a:lnTo>
                    <a:pt x="314611" y="745998"/>
                  </a:lnTo>
                  <a:lnTo>
                    <a:pt x="314992" y="746093"/>
                  </a:lnTo>
                  <a:lnTo>
                    <a:pt x="315373" y="746093"/>
                  </a:lnTo>
                  <a:lnTo>
                    <a:pt x="315754" y="745712"/>
                  </a:lnTo>
                  <a:lnTo>
                    <a:pt x="315849" y="745331"/>
                  </a:lnTo>
                  <a:lnTo>
                    <a:pt x="315754" y="744760"/>
                  </a:lnTo>
                  <a:lnTo>
                    <a:pt x="315468" y="743902"/>
                  </a:lnTo>
                  <a:lnTo>
                    <a:pt x="315849" y="744093"/>
                  </a:lnTo>
                  <a:lnTo>
                    <a:pt x="316992" y="744188"/>
                  </a:lnTo>
                  <a:close/>
                  <a:moveTo>
                    <a:pt x="281464" y="783717"/>
                  </a:moveTo>
                  <a:lnTo>
                    <a:pt x="280988" y="783431"/>
                  </a:lnTo>
                  <a:lnTo>
                    <a:pt x="279654" y="783050"/>
                  </a:lnTo>
                  <a:lnTo>
                    <a:pt x="279082" y="782860"/>
                  </a:lnTo>
                  <a:lnTo>
                    <a:pt x="278797" y="782574"/>
                  </a:lnTo>
                  <a:lnTo>
                    <a:pt x="278511" y="782288"/>
                  </a:lnTo>
                  <a:lnTo>
                    <a:pt x="278130" y="782002"/>
                  </a:lnTo>
                  <a:lnTo>
                    <a:pt x="277558" y="781717"/>
                  </a:lnTo>
                  <a:lnTo>
                    <a:pt x="275177" y="781431"/>
                  </a:lnTo>
                  <a:lnTo>
                    <a:pt x="274606" y="781241"/>
                  </a:lnTo>
                  <a:lnTo>
                    <a:pt x="274225" y="780764"/>
                  </a:lnTo>
                  <a:lnTo>
                    <a:pt x="273939" y="780288"/>
                  </a:lnTo>
                  <a:lnTo>
                    <a:pt x="273748" y="780098"/>
                  </a:lnTo>
                  <a:lnTo>
                    <a:pt x="273177" y="780098"/>
                  </a:lnTo>
                  <a:lnTo>
                    <a:pt x="271843" y="779812"/>
                  </a:lnTo>
                  <a:lnTo>
                    <a:pt x="271272" y="779621"/>
                  </a:lnTo>
                  <a:lnTo>
                    <a:pt x="270891" y="779335"/>
                  </a:lnTo>
                  <a:lnTo>
                    <a:pt x="270129" y="778574"/>
                  </a:lnTo>
                  <a:lnTo>
                    <a:pt x="269653" y="778383"/>
                  </a:lnTo>
                  <a:lnTo>
                    <a:pt x="269176" y="778383"/>
                  </a:lnTo>
                  <a:lnTo>
                    <a:pt x="267748" y="778478"/>
                  </a:lnTo>
                  <a:lnTo>
                    <a:pt x="266890" y="778669"/>
                  </a:lnTo>
                  <a:lnTo>
                    <a:pt x="266319" y="779050"/>
                  </a:lnTo>
                  <a:lnTo>
                    <a:pt x="265557" y="780002"/>
                  </a:lnTo>
                  <a:lnTo>
                    <a:pt x="263461" y="780859"/>
                  </a:lnTo>
                  <a:lnTo>
                    <a:pt x="262890" y="781622"/>
                  </a:lnTo>
                  <a:lnTo>
                    <a:pt x="262509" y="781812"/>
                  </a:lnTo>
                  <a:lnTo>
                    <a:pt x="257175" y="782288"/>
                  </a:lnTo>
                  <a:lnTo>
                    <a:pt x="256222" y="782669"/>
                  </a:lnTo>
                  <a:lnTo>
                    <a:pt x="255651" y="783526"/>
                  </a:lnTo>
                  <a:lnTo>
                    <a:pt x="255460" y="784860"/>
                  </a:lnTo>
                  <a:lnTo>
                    <a:pt x="255841" y="786289"/>
                  </a:lnTo>
                  <a:lnTo>
                    <a:pt x="256794" y="786670"/>
                  </a:lnTo>
                  <a:lnTo>
                    <a:pt x="257937" y="786765"/>
                  </a:lnTo>
                  <a:lnTo>
                    <a:pt x="258985" y="787241"/>
                  </a:lnTo>
                  <a:lnTo>
                    <a:pt x="259271" y="788194"/>
                  </a:lnTo>
                  <a:lnTo>
                    <a:pt x="259271" y="790956"/>
                  </a:lnTo>
                  <a:lnTo>
                    <a:pt x="262985" y="794004"/>
                  </a:lnTo>
                  <a:lnTo>
                    <a:pt x="263176" y="794385"/>
                  </a:lnTo>
                  <a:lnTo>
                    <a:pt x="263271" y="794861"/>
                  </a:lnTo>
                  <a:lnTo>
                    <a:pt x="263366" y="796004"/>
                  </a:lnTo>
                  <a:lnTo>
                    <a:pt x="263652" y="796100"/>
                  </a:lnTo>
                  <a:lnTo>
                    <a:pt x="265366" y="795814"/>
                  </a:lnTo>
                  <a:lnTo>
                    <a:pt x="267652" y="795814"/>
                  </a:lnTo>
                  <a:lnTo>
                    <a:pt x="268605" y="795623"/>
                  </a:lnTo>
                  <a:lnTo>
                    <a:pt x="271939" y="794290"/>
                  </a:lnTo>
                  <a:lnTo>
                    <a:pt x="273082" y="794099"/>
                  </a:lnTo>
                  <a:lnTo>
                    <a:pt x="274320" y="794004"/>
                  </a:lnTo>
                  <a:lnTo>
                    <a:pt x="275463" y="793623"/>
                  </a:lnTo>
                  <a:lnTo>
                    <a:pt x="275939" y="792766"/>
                  </a:lnTo>
                  <a:lnTo>
                    <a:pt x="276225" y="790384"/>
                  </a:lnTo>
                  <a:lnTo>
                    <a:pt x="276511" y="789527"/>
                  </a:lnTo>
                  <a:lnTo>
                    <a:pt x="276892" y="788765"/>
                  </a:lnTo>
                  <a:lnTo>
                    <a:pt x="277368" y="788003"/>
                  </a:lnTo>
                  <a:lnTo>
                    <a:pt x="277939" y="787336"/>
                  </a:lnTo>
                  <a:lnTo>
                    <a:pt x="278892" y="786765"/>
                  </a:lnTo>
                  <a:lnTo>
                    <a:pt x="281368" y="786670"/>
                  </a:lnTo>
                  <a:lnTo>
                    <a:pt x="282416" y="786289"/>
                  </a:lnTo>
                  <a:lnTo>
                    <a:pt x="283178" y="785527"/>
                  </a:lnTo>
                  <a:lnTo>
                    <a:pt x="282892" y="784955"/>
                  </a:lnTo>
                  <a:lnTo>
                    <a:pt x="281464" y="783717"/>
                  </a:lnTo>
                  <a:close/>
                  <a:moveTo>
                    <a:pt x="465201" y="766286"/>
                  </a:moveTo>
                  <a:lnTo>
                    <a:pt x="465010" y="765143"/>
                  </a:lnTo>
                  <a:lnTo>
                    <a:pt x="465391" y="758381"/>
                  </a:lnTo>
                  <a:lnTo>
                    <a:pt x="465106" y="757237"/>
                  </a:lnTo>
                  <a:lnTo>
                    <a:pt x="464344" y="756476"/>
                  </a:lnTo>
                  <a:lnTo>
                    <a:pt x="463391" y="755809"/>
                  </a:lnTo>
                  <a:lnTo>
                    <a:pt x="462534" y="754951"/>
                  </a:lnTo>
                  <a:lnTo>
                    <a:pt x="462343" y="754475"/>
                  </a:lnTo>
                  <a:lnTo>
                    <a:pt x="462058" y="754094"/>
                  </a:lnTo>
                  <a:lnTo>
                    <a:pt x="461677" y="753904"/>
                  </a:lnTo>
                  <a:lnTo>
                    <a:pt x="461200" y="754094"/>
                  </a:lnTo>
                  <a:lnTo>
                    <a:pt x="461010" y="754856"/>
                  </a:lnTo>
                  <a:lnTo>
                    <a:pt x="460724" y="757523"/>
                  </a:lnTo>
                  <a:lnTo>
                    <a:pt x="460343" y="758095"/>
                  </a:lnTo>
                  <a:lnTo>
                    <a:pt x="459962" y="758285"/>
                  </a:lnTo>
                  <a:lnTo>
                    <a:pt x="459676" y="758761"/>
                  </a:lnTo>
                  <a:lnTo>
                    <a:pt x="459486" y="759333"/>
                  </a:lnTo>
                  <a:lnTo>
                    <a:pt x="459391" y="759904"/>
                  </a:lnTo>
                  <a:lnTo>
                    <a:pt x="459486" y="760571"/>
                  </a:lnTo>
                  <a:lnTo>
                    <a:pt x="459676" y="760762"/>
                  </a:lnTo>
                  <a:lnTo>
                    <a:pt x="459962" y="760857"/>
                  </a:lnTo>
                  <a:lnTo>
                    <a:pt x="461010" y="761333"/>
                  </a:lnTo>
                  <a:lnTo>
                    <a:pt x="461486" y="761333"/>
                  </a:lnTo>
                  <a:lnTo>
                    <a:pt x="461772" y="761524"/>
                  </a:lnTo>
                  <a:lnTo>
                    <a:pt x="461963" y="763429"/>
                  </a:lnTo>
                  <a:lnTo>
                    <a:pt x="462153" y="764000"/>
                  </a:lnTo>
                  <a:lnTo>
                    <a:pt x="462820" y="765334"/>
                  </a:lnTo>
                  <a:lnTo>
                    <a:pt x="463201" y="767525"/>
                  </a:lnTo>
                  <a:lnTo>
                    <a:pt x="463677" y="768572"/>
                  </a:lnTo>
                  <a:lnTo>
                    <a:pt x="464439" y="769525"/>
                  </a:lnTo>
                  <a:lnTo>
                    <a:pt x="464915" y="769810"/>
                  </a:lnTo>
                  <a:lnTo>
                    <a:pt x="465296" y="768572"/>
                  </a:lnTo>
                  <a:lnTo>
                    <a:pt x="465582" y="768001"/>
                  </a:lnTo>
                  <a:lnTo>
                    <a:pt x="465772" y="767429"/>
                  </a:lnTo>
                  <a:lnTo>
                    <a:pt x="465677" y="766953"/>
                  </a:lnTo>
                  <a:lnTo>
                    <a:pt x="465201" y="766286"/>
                  </a:lnTo>
                  <a:close/>
                  <a:moveTo>
                    <a:pt x="508730" y="749808"/>
                  </a:moveTo>
                  <a:lnTo>
                    <a:pt x="507016" y="748856"/>
                  </a:lnTo>
                  <a:lnTo>
                    <a:pt x="506539" y="748570"/>
                  </a:lnTo>
                  <a:lnTo>
                    <a:pt x="507111" y="747522"/>
                  </a:lnTo>
                  <a:lnTo>
                    <a:pt x="507206" y="745045"/>
                  </a:lnTo>
                  <a:lnTo>
                    <a:pt x="507587" y="743807"/>
                  </a:lnTo>
                  <a:lnTo>
                    <a:pt x="506349" y="742950"/>
                  </a:lnTo>
                  <a:lnTo>
                    <a:pt x="506158" y="742759"/>
                  </a:lnTo>
                  <a:lnTo>
                    <a:pt x="506349" y="741902"/>
                  </a:lnTo>
                  <a:lnTo>
                    <a:pt x="506825" y="741521"/>
                  </a:lnTo>
                  <a:lnTo>
                    <a:pt x="507397" y="741331"/>
                  </a:lnTo>
                  <a:lnTo>
                    <a:pt x="507968" y="740950"/>
                  </a:lnTo>
                  <a:lnTo>
                    <a:pt x="508540" y="739902"/>
                  </a:lnTo>
                  <a:lnTo>
                    <a:pt x="508444" y="738854"/>
                  </a:lnTo>
                  <a:lnTo>
                    <a:pt x="508063" y="737711"/>
                  </a:lnTo>
                  <a:lnTo>
                    <a:pt x="507682" y="735235"/>
                  </a:lnTo>
                  <a:lnTo>
                    <a:pt x="506635" y="732663"/>
                  </a:lnTo>
                  <a:lnTo>
                    <a:pt x="506444" y="731425"/>
                  </a:lnTo>
                  <a:lnTo>
                    <a:pt x="506539" y="728853"/>
                  </a:lnTo>
                  <a:lnTo>
                    <a:pt x="506730" y="727710"/>
                  </a:lnTo>
                  <a:lnTo>
                    <a:pt x="507111" y="726567"/>
                  </a:lnTo>
                  <a:lnTo>
                    <a:pt x="506063" y="726186"/>
                  </a:lnTo>
                  <a:lnTo>
                    <a:pt x="503396" y="725900"/>
                  </a:lnTo>
                  <a:lnTo>
                    <a:pt x="502158" y="725138"/>
                  </a:lnTo>
                  <a:lnTo>
                    <a:pt x="500920" y="723328"/>
                  </a:lnTo>
                  <a:lnTo>
                    <a:pt x="500729" y="722757"/>
                  </a:lnTo>
                  <a:lnTo>
                    <a:pt x="500539" y="722471"/>
                  </a:lnTo>
                  <a:lnTo>
                    <a:pt x="499015" y="721519"/>
                  </a:lnTo>
                  <a:lnTo>
                    <a:pt x="497967" y="720566"/>
                  </a:lnTo>
                  <a:lnTo>
                    <a:pt x="497205" y="719233"/>
                  </a:lnTo>
                  <a:lnTo>
                    <a:pt x="496729" y="717804"/>
                  </a:lnTo>
                  <a:lnTo>
                    <a:pt x="496729" y="717042"/>
                  </a:lnTo>
                  <a:lnTo>
                    <a:pt x="496729" y="716470"/>
                  </a:lnTo>
                  <a:lnTo>
                    <a:pt x="497396" y="715327"/>
                  </a:lnTo>
                  <a:lnTo>
                    <a:pt x="499491" y="713803"/>
                  </a:lnTo>
                  <a:lnTo>
                    <a:pt x="500443" y="712851"/>
                  </a:lnTo>
                  <a:lnTo>
                    <a:pt x="499491" y="711518"/>
                  </a:lnTo>
                  <a:lnTo>
                    <a:pt x="499300" y="709422"/>
                  </a:lnTo>
                  <a:lnTo>
                    <a:pt x="499872" y="707517"/>
                  </a:lnTo>
                  <a:lnTo>
                    <a:pt x="501110" y="706755"/>
                  </a:lnTo>
                  <a:lnTo>
                    <a:pt x="500539" y="705707"/>
                  </a:lnTo>
                  <a:lnTo>
                    <a:pt x="500443" y="704945"/>
                  </a:lnTo>
                  <a:lnTo>
                    <a:pt x="500634" y="704088"/>
                  </a:lnTo>
                  <a:lnTo>
                    <a:pt x="500920" y="699611"/>
                  </a:lnTo>
                  <a:lnTo>
                    <a:pt x="500729" y="699040"/>
                  </a:lnTo>
                  <a:lnTo>
                    <a:pt x="498824" y="700564"/>
                  </a:lnTo>
                  <a:lnTo>
                    <a:pt x="497205" y="701135"/>
                  </a:lnTo>
                  <a:lnTo>
                    <a:pt x="496348" y="701611"/>
                  </a:lnTo>
                  <a:lnTo>
                    <a:pt x="495490" y="701802"/>
                  </a:lnTo>
                  <a:lnTo>
                    <a:pt x="494729" y="701326"/>
                  </a:lnTo>
                  <a:lnTo>
                    <a:pt x="494347" y="700278"/>
                  </a:lnTo>
                  <a:lnTo>
                    <a:pt x="494729" y="699421"/>
                  </a:lnTo>
                  <a:lnTo>
                    <a:pt x="496348" y="697516"/>
                  </a:lnTo>
                  <a:lnTo>
                    <a:pt x="496919" y="696182"/>
                  </a:lnTo>
                  <a:lnTo>
                    <a:pt x="496443" y="695706"/>
                  </a:lnTo>
                  <a:lnTo>
                    <a:pt x="495681" y="695516"/>
                  </a:lnTo>
                  <a:lnTo>
                    <a:pt x="495300" y="695134"/>
                  </a:lnTo>
                  <a:lnTo>
                    <a:pt x="494538" y="693706"/>
                  </a:lnTo>
                  <a:lnTo>
                    <a:pt x="494347" y="693420"/>
                  </a:lnTo>
                  <a:lnTo>
                    <a:pt x="493966" y="693229"/>
                  </a:lnTo>
                  <a:lnTo>
                    <a:pt x="494347" y="692849"/>
                  </a:lnTo>
                  <a:lnTo>
                    <a:pt x="495014" y="692468"/>
                  </a:lnTo>
                  <a:lnTo>
                    <a:pt x="495300" y="692372"/>
                  </a:lnTo>
                  <a:lnTo>
                    <a:pt x="496538" y="690658"/>
                  </a:lnTo>
                  <a:lnTo>
                    <a:pt x="496919" y="689610"/>
                  </a:lnTo>
                  <a:lnTo>
                    <a:pt x="496729" y="688753"/>
                  </a:lnTo>
                  <a:lnTo>
                    <a:pt x="495967" y="688943"/>
                  </a:lnTo>
                  <a:lnTo>
                    <a:pt x="495776" y="688658"/>
                  </a:lnTo>
                  <a:lnTo>
                    <a:pt x="495967" y="687419"/>
                  </a:lnTo>
                  <a:lnTo>
                    <a:pt x="496157" y="686943"/>
                  </a:lnTo>
                  <a:lnTo>
                    <a:pt x="496729" y="686752"/>
                  </a:lnTo>
                  <a:lnTo>
                    <a:pt x="498157" y="686848"/>
                  </a:lnTo>
                  <a:lnTo>
                    <a:pt x="497872" y="686657"/>
                  </a:lnTo>
                  <a:lnTo>
                    <a:pt x="497586" y="686372"/>
                  </a:lnTo>
                  <a:lnTo>
                    <a:pt x="497396" y="686181"/>
                  </a:lnTo>
                  <a:lnTo>
                    <a:pt x="497776" y="685514"/>
                  </a:lnTo>
                  <a:lnTo>
                    <a:pt x="497586" y="685038"/>
                  </a:lnTo>
                  <a:lnTo>
                    <a:pt x="496538" y="684276"/>
                  </a:lnTo>
                  <a:lnTo>
                    <a:pt x="496157" y="683609"/>
                  </a:lnTo>
                  <a:lnTo>
                    <a:pt x="495967" y="683228"/>
                  </a:lnTo>
                  <a:lnTo>
                    <a:pt x="495967" y="683038"/>
                  </a:lnTo>
                  <a:lnTo>
                    <a:pt x="495776" y="683038"/>
                  </a:lnTo>
                  <a:lnTo>
                    <a:pt x="495490" y="683133"/>
                  </a:lnTo>
                  <a:lnTo>
                    <a:pt x="495300" y="683324"/>
                  </a:lnTo>
                  <a:lnTo>
                    <a:pt x="495300" y="683419"/>
                  </a:lnTo>
                  <a:lnTo>
                    <a:pt x="491871" y="682847"/>
                  </a:lnTo>
                  <a:lnTo>
                    <a:pt x="490633" y="682276"/>
                  </a:lnTo>
                  <a:lnTo>
                    <a:pt x="490061" y="682752"/>
                  </a:lnTo>
                  <a:lnTo>
                    <a:pt x="489394" y="682657"/>
                  </a:lnTo>
                  <a:lnTo>
                    <a:pt x="488728" y="682371"/>
                  </a:lnTo>
                  <a:lnTo>
                    <a:pt x="488156" y="682371"/>
                  </a:lnTo>
                  <a:lnTo>
                    <a:pt x="487871" y="682752"/>
                  </a:lnTo>
                  <a:lnTo>
                    <a:pt x="488251" y="683133"/>
                  </a:lnTo>
                  <a:lnTo>
                    <a:pt x="489299" y="683800"/>
                  </a:lnTo>
                  <a:lnTo>
                    <a:pt x="488728" y="684085"/>
                  </a:lnTo>
                  <a:lnTo>
                    <a:pt x="488251" y="684085"/>
                  </a:lnTo>
                  <a:lnTo>
                    <a:pt x="487204" y="683800"/>
                  </a:lnTo>
                  <a:lnTo>
                    <a:pt x="485489" y="683895"/>
                  </a:lnTo>
                  <a:lnTo>
                    <a:pt x="485013" y="683800"/>
                  </a:lnTo>
                  <a:lnTo>
                    <a:pt x="484441" y="683133"/>
                  </a:lnTo>
                  <a:lnTo>
                    <a:pt x="483489" y="680752"/>
                  </a:lnTo>
                  <a:lnTo>
                    <a:pt x="482441" y="679609"/>
                  </a:lnTo>
                  <a:lnTo>
                    <a:pt x="482917" y="678370"/>
                  </a:lnTo>
                  <a:lnTo>
                    <a:pt x="483965" y="677132"/>
                  </a:lnTo>
                  <a:lnTo>
                    <a:pt x="485775" y="676370"/>
                  </a:lnTo>
                  <a:lnTo>
                    <a:pt x="487013" y="675323"/>
                  </a:lnTo>
                  <a:lnTo>
                    <a:pt x="487680" y="675132"/>
                  </a:lnTo>
                  <a:lnTo>
                    <a:pt x="488823" y="675132"/>
                  </a:lnTo>
                  <a:lnTo>
                    <a:pt x="489394" y="675227"/>
                  </a:lnTo>
                  <a:lnTo>
                    <a:pt x="490061" y="675513"/>
                  </a:lnTo>
                  <a:lnTo>
                    <a:pt x="490156" y="675323"/>
                  </a:lnTo>
                  <a:lnTo>
                    <a:pt x="490156" y="675227"/>
                  </a:lnTo>
                  <a:lnTo>
                    <a:pt x="490156" y="675227"/>
                  </a:lnTo>
                  <a:lnTo>
                    <a:pt x="490347" y="675132"/>
                  </a:lnTo>
                  <a:lnTo>
                    <a:pt x="490347" y="674846"/>
                  </a:lnTo>
                  <a:lnTo>
                    <a:pt x="489299" y="674179"/>
                  </a:lnTo>
                  <a:lnTo>
                    <a:pt x="488918" y="673703"/>
                  </a:lnTo>
                  <a:lnTo>
                    <a:pt x="488918" y="672941"/>
                  </a:lnTo>
                  <a:lnTo>
                    <a:pt x="489204" y="672846"/>
                  </a:lnTo>
                  <a:lnTo>
                    <a:pt x="491204" y="671512"/>
                  </a:lnTo>
                  <a:lnTo>
                    <a:pt x="492347" y="671132"/>
                  </a:lnTo>
                  <a:lnTo>
                    <a:pt x="493205" y="670084"/>
                  </a:lnTo>
                  <a:lnTo>
                    <a:pt x="493871" y="668750"/>
                  </a:lnTo>
                  <a:lnTo>
                    <a:pt x="494252" y="667512"/>
                  </a:lnTo>
                  <a:lnTo>
                    <a:pt x="494347" y="667417"/>
                  </a:lnTo>
                  <a:lnTo>
                    <a:pt x="494633" y="667036"/>
                  </a:lnTo>
                  <a:lnTo>
                    <a:pt x="494729" y="666655"/>
                  </a:lnTo>
                  <a:lnTo>
                    <a:pt x="494062" y="666274"/>
                  </a:lnTo>
                  <a:lnTo>
                    <a:pt x="494062" y="665798"/>
                  </a:lnTo>
                  <a:lnTo>
                    <a:pt x="494252" y="665035"/>
                  </a:lnTo>
                  <a:lnTo>
                    <a:pt x="493585" y="663035"/>
                  </a:lnTo>
                  <a:lnTo>
                    <a:pt x="493490" y="662368"/>
                  </a:lnTo>
                  <a:lnTo>
                    <a:pt x="493014" y="661226"/>
                  </a:lnTo>
                  <a:lnTo>
                    <a:pt x="489204" y="657416"/>
                  </a:lnTo>
                  <a:lnTo>
                    <a:pt x="488823" y="656844"/>
                  </a:lnTo>
                  <a:lnTo>
                    <a:pt x="488251" y="655510"/>
                  </a:lnTo>
                  <a:lnTo>
                    <a:pt x="487966" y="655034"/>
                  </a:lnTo>
                  <a:lnTo>
                    <a:pt x="487394" y="654844"/>
                  </a:lnTo>
                  <a:lnTo>
                    <a:pt x="486727" y="654749"/>
                  </a:lnTo>
                  <a:lnTo>
                    <a:pt x="486156" y="654558"/>
                  </a:lnTo>
                  <a:lnTo>
                    <a:pt x="485870" y="653986"/>
                  </a:lnTo>
                  <a:lnTo>
                    <a:pt x="486251" y="651605"/>
                  </a:lnTo>
                  <a:lnTo>
                    <a:pt x="486251" y="649795"/>
                  </a:lnTo>
                  <a:lnTo>
                    <a:pt x="486632" y="647414"/>
                  </a:lnTo>
                  <a:lnTo>
                    <a:pt x="487013" y="646176"/>
                  </a:lnTo>
                  <a:lnTo>
                    <a:pt x="488061" y="644461"/>
                  </a:lnTo>
                  <a:lnTo>
                    <a:pt x="488347" y="643509"/>
                  </a:lnTo>
                  <a:lnTo>
                    <a:pt x="488061" y="642747"/>
                  </a:lnTo>
                  <a:lnTo>
                    <a:pt x="487013" y="642557"/>
                  </a:lnTo>
                  <a:lnTo>
                    <a:pt x="485965" y="643128"/>
                  </a:lnTo>
                  <a:lnTo>
                    <a:pt x="484060" y="645033"/>
                  </a:lnTo>
                  <a:lnTo>
                    <a:pt x="482251" y="645604"/>
                  </a:lnTo>
                  <a:lnTo>
                    <a:pt x="481108" y="646176"/>
                  </a:lnTo>
                  <a:lnTo>
                    <a:pt x="480441" y="646271"/>
                  </a:lnTo>
                  <a:lnTo>
                    <a:pt x="479869" y="646176"/>
                  </a:lnTo>
                  <a:lnTo>
                    <a:pt x="479488" y="645985"/>
                  </a:lnTo>
                  <a:lnTo>
                    <a:pt x="477012" y="643414"/>
                  </a:lnTo>
                  <a:lnTo>
                    <a:pt x="476250" y="641794"/>
                  </a:lnTo>
                  <a:lnTo>
                    <a:pt x="475964" y="639985"/>
                  </a:lnTo>
                  <a:lnTo>
                    <a:pt x="476059" y="637889"/>
                  </a:lnTo>
                  <a:lnTo>
                    <a:pt x="474631" y="638651"/>
                  </a:lnTo>
                  <a:lnTo>
                    <a:pt x="474059" y="638747"/>
                  </a:lnTo>
                  <a:lnTo>
                    <a:pt x="473202" y="638556"/>
                  </a:lnTo>
                  <a:lnTo>
                    <a:pt x="472630" y="638366"/>
                  </a:lnTo>
                  <a:lnTo>
                    <a:pt x="472059" y="637984"/>
                  </a:lnTo>
                  <a:lnTo>
                    <a:pt x="471773" y="637508"/>
                  </a:lnTo>
                  <a:lnTo>
                    <a:pt x="471773" y="636842"/>
                  </a:lnTo>
                  <a:lnTo>
                    <a:pt x="472249" y="636365"/>
                  </a:lnTo>
                  <a:lnTo>
                    <a:pt x="473773" y="635984"/>
                  </a:lnTo>
                  <a:lnTo>
                    <a:pt x="474345" y="635699"/>
                  </a:lnTo>
                  <a:lnTo>
                    <a:pt x="474726" y="635318"/>
                  </a:lnTo>
                  <a:lnTo>
                    <a:pt x="474916" y="634936"/>
                  </a:lnTo>
                  <a:lnTo>
                    <a:pt x="475012" y="634365"/>
                  </a:lnTo>
                  <a:lnTo>
                    <a:pt x="475012" y="633508"/>
                  </a:lnTo>
                  <a:lnTo>
                    <a:pt x="474631" y="633508"/>
                  </a:lnTo>
                  <a:lnTo>
                    <a:pt x="474535" y="633889"/>
                  </a:lnTo>
                  <a:lnTo>
                    <a:pt x="473964" y="634936"/>
                  </a:lnTo>
                  <a:lnTo>
                    <a:pt x="473773" y="634365"/>
                  </a:lnTo>
                  <a:lnTo>
                    <a:pt x="473297" y="633698"/>
                  </a:lnTo>
                  <a:lnTo>
                    <a:pt x="473202" y="633222"/>
                  </a:lnTo>
                  <a:lnTo>
                    <a:pt x="472916" y="632746"/>
                  </a:lnTo>
                  <a:lnTo>
                    <a:pt x="472345" y="632651"/>
                  </a:lnTo>
                  <a:lnTo>
                    <a:pt x="471678" y="632651"/>
                  </a:lnTo>
                  <a:lnTo>
                    <a:pt x="471202" y="632460"/>
                  </a:lnTo>
                  <a:lnTo>
                    <a:pt x="469487" y="630841"/>
                  </a:lnTo>
                  <a:lnTo>
                    <a:pt x="468439" y="630269"/>
                  </a:lnTo>
                  <a:lnTo>
                    <a:pt x="465391" y="629793"/>
                  </a:lnTo>
                  <a:lnTo>
                    <a:pt x="464915" y="629602"/>
                  </a:lnTo>
                  <a:lnTo>
                    <a:pt x="464439" y="629222"/>
                  </a:lnTo>
                  <a:lnTo>
                    <a:pt x="463486" y="628078"/>
                  </a:lnTo>
                  <a:lnTo>
                    <a:pt x="463010" y="627983"/>
                  </a:lnTo>
                  <a:lnTo>
                    <a:pt x="461867" y="628078"/>
                  </a:lnTo>
                  <a:lnTo>
                    <a:pt x="461391" y="628078"/>
                  </a:lnTo>
                  <a:lnTo>
                    <a:pt x="461010" y="627602"/>
                  </a:lnTo>
                  <a:lnTo>
                    <a:pt x="460629" y="627317"/>
                  </a:lnTo>
                  <a:lnTo>
                    <a:pt x="459962" y="627317"/>
                  </a:lnTo>
                  <a:lnTo>
                    <a:pt x="460153" y="627126"/>
                  </a:lnTo>
                  <a:lnTo>
                    <a:pt x="460248" y="626935"/>
                  </a:lnTo>
                  <a:lnTo>
                    <a:pt x="460343" y="626745"/>
                  </a:lnTo>
                  <a:lnTo>
                    <a:pt x="460438" y="626554"/>
                  </a:lnTo>
                  <a:lnTo>
                    <a:pt x="459296" y="626745"/>
                  </a:lnTo>
                  <a:lnTo>
                    <a:pt x="457867" y="626174"/>
                  </a:lnTo>
                  <a:lnTo>
                    <a:pt x="456629" y="625221"/>
                  </a:lnTo>
                  <a:lnTo>
                    <a:pt x="456152" y="624268"/>
                  </a:lnTo>
                  <a:lnTo>
                    <a:pt x="455866" y="622935"/>
                  </a:lnTo>
                  <a:lnTo>
                    <a:pt x="455200" y="621411"/>
                  </a:lnTo>
                  <a:lnTo>
                    <a:pt x="454819" y="619887"/>
                  </a:lnTo>
                  <a:lnTo>
                    <a:pt x="455105" y="618649"/>
                  </a:lnTo>
                  <a:lnTo>
                    <a:pt x="454057" y="618553"/>
                  </a:lnTo>
                  <a:lnTo>
                    <a:pt x="452533" y="617792"/>
                  </a:lnTo>
                  <a:lnTo>
                    <a:pt x="450818" y="617315"/>
                  </a:lnTo>
                  <a:lnTo>
                    <a:pt x="449866" y="616649"/>
                  </a:lnTo>
                  <a:lnTo>
                    <a:pt x="449008" y="615791"/>
                  </a:lnTo>
                  <a:lnTo>
                    <a:pt x="448342" y="615029"/>
                  </a:lnTo>
                  <a:lnTo>
                    <a:pt x="448151" y="615601"/>
                  </a:lnTo>
                  <a:lnTo>
                    <a:pt x="445580" y="619792"/>
                  </a:lnTo>
                  <a:lnTo>
                    <a:pt x="445198" y="620649"/>
                  </a:lnTo>
                  <a:lnTo>
                    <a:pt x="445008" y="621601"/>
                  </a:lnTo>
                  <a:lnTo>
                    <a:pt x="445103" y="622554"/>
                  </a:lnTo>
                  <a:lnTo>
                    <a:pt x="447008" y="629698"/>
                  </a:lnTo>
                  <a:lnTo>
                    <a:pt x="447104" y="630745"/>
                  </a:lnTo>
                  <a:lnTo>
                    <a:pt x="447199" y="631317"/>
                  </a:lnTo>
                  <a:lnTo>
                    <a:pt x="448342" y="634365"/>
                  </a:lnTo>
                  <a:lnTo>
                    <a:pt x="448532" y="635127"/>
                  </a:lnTo>
                  <a:lnTo>
                    <a:pt x="448627" y="635413"/>
                  </a:lnTo>
                  <a:lnTo>
                    <a:pt x="448627" y="637032"/>
                  </a:lnTo>
                  <a:lnTo>
                    <a:pt x="448723" y="637223"/>
                  </a:lnTo>
                  <a:lnTo>
                    <a:pt x="449008" y="637508"/>
                  </a:lnTo>
                  <a:lnTo>
                    <a:pt x="449199" y="637889"/>
                  </a:lnTo>
                  <a:lnTo>
                    <a:pt x="449580" y="639413"/>
                  </a:lnTo>
                  <a:lnTo>
                    <a:pt x="450628" y="641128"/>
                  </a:lnTo>
                  <a:lnTo>
                    <a:pt x="450913" y="642461"/>
                  </a:lnTo>
                  <a:lnTo>
                    <a:pt x="451390" y="643509"/>
                  </a:lnTo>
                  <a:lnTo>
                    <a:pt x="451580" y="643985"/>
                  </a:lnTo>
                  <a:lnTo>
                    <a:pt x="451580" y="644461"/>
                  </a:lnTo>
                  <a:lnTo>
                    <a:pt x="451485" y="645414"/>
                  </a:lnTo>
                  <a:lnTo>
                    <a:pt x="451485" y="645890"/>
                  </a:lnTo>
                  <a:lnTo>
                    <a:pt x="451771" y="646557"/>
                  </a:lnTo>
                  <a:lnTo>
                    <a:pt x="452152" y="647033"/>
                  </a:lnTo>
                  <a:lnTo>
                    <a:pt x="452438" y="647605"/>
                  </a:lnTo>
                  <a:lnTo>
                    <a:pt x="452533" y="648557"/>
                  </a:lnTo>
                  <a:lnTo>
                    <a:pt x="452438" y="654082"/>
                  </a:lnTo>
                  <a:lnTo>
                    <a:pt x="452152" y="655987"/>
                  </a:lnTo>
                  <a:lnTo>
                    <a:pt x="451771" y="657225"/>
                  </a:lnTo>
                  <a:lnTo>
                    <a:pt x="451294" y="657797"/>
                  </a:lnTo>
                  <a:lnTo>
                    <a:pt x="448437" y="659416"/>
                  </a:lnTo>
                  <a:lnTo>
                    <a:pt x="447294" y="659701"/>
                  </a:lnTo>
                  <a:lnTo>
                    <a:pt x="446151" y="659606"/>
                  </a:lnTo>
                  <a:lnTo>
                    <a:pt x="443865" y="659130"/>
                  </a:lnTo>
                  <a:lnTo>
                    <a:pt x="440436" y="658940"/>
                  </a:lnTo>
                  <a:lnTo>
                    <a:pt x="439198" y="658654"/>
                  </a:lnTo>
                  <a:lnTo>
                    <a:pt x="438150" y="657892"/>
                  </a:lnTo>
                  <a:lnTo>
                    <a:pt x="436626" y="655796"/>
                  </a:lnTo>
                  <a:lnTo>
                    <a:pt x="435959" y="654558"/>
                  </a:lnTo>
                  <a:lnTo>
                    <a:pt x="435483" y="654082"/>
                  </a:lnTo>
                  <a:lnTo>
                    <a:pt x="435007" y="654177"/>
                  </a:lnTo>
                  <a:lnTo>
                    <a:pt x="434530" y="654653"/>
                  </a:lnTo>
                  <a:lnTo>
                    <a:pt x="434245" y="654939"/>
                  </a:lnTo>
                  <a:lnTo>
                    <a:pt x="434149" y="655320"/>
                  </a:lnTo>
                  <a:lnTo>
                    <a:pt x="434149" y="655987"/>
                  </a:lnTo>
                  <a:lnTo>
                    <a:pt x="434054" y="656653"/>
                  </a:lnTo>
                  <a:lnTo>
                    <a:pt x="433578" y="657701"/>
                  </a:lnTo>
                  <a:lnTo>
                    <a:pt x="433483" y="658368"/>
                  </a:lnTo>
                  <a:lnTo>
                    <a:pt x="433578" y="658844"/>
                  </a:lnTo>
                  <a:lnTo>
                    <a:pt x="433768" y="659225"/>
                  </a:lnTo>
                  <a:lnTo>
                    <a:pt x="434054" y="659511"/>
                  </a:lnTo>
                  <a:lnTo>
                    <a:pt x="434245" y="659797"/>
                  </a:lnTo>
                  <a:lnTo>
                    <a:pt x="434435" y="660844"/>
                  </a:lnTo>
                  <a:lnTo>
                    <a:pt x="434054" y="665321"/>
                  </a:lnTo>
                  <a:lnTo>
                    <a:pt x="433483" y="666083"/>
                  </a:lnTo>
                  <a:lnTo>
                    <a:pt x="432625" y="666559"/>
                  </a:lnTo>
                  <a:lnTo>
                    <a:pt x="431482" y="666941"/>
                  </a:lnTo>
                  <a:lnTo>
                    <a:pt x="430339" y="667607"/>
                  </a:lnTo>
                  <a:lnTo>
                    <a:pt x="429863" y="667607"/>
                  </a:lnTo>
                  <a:lnTo>
                    <a:pt x="429196" y="667036"/>
                  </a:lnTo>
                  <a:lnTo>
                    <a:pt x="428149" y="665321"/>
                  </a:lnTo>
                  <a:lnTo>
                    <a:pt x="427387" y="664845"/>
                  </a:lnTo>
                  <a:lnTo>
                    <a:pt x="426148" y="663321"/>
                  </a:lnTo>
                  <a:lnTo>
                    <a:pt x="425767" y="662940"/>
                  </a:lnTo>
                  <a:lnTo>
                    <a:pt x="421576" y="660654"/>
                  </a:lnTo>
                  <a:lnTo>
                    <a:pt x="421100" y="660273"/>
                  </a:lnTo>
                  <a:lnTo>
                    <a:pt x="420719" y="659606"/>
                  </a:lnTo>
                  <a:lnTo>
                    <a:pt x="419862" y="659035"/>
                  </a:lnTo>
                  <a:lnTo>
                    <a:pt x="418814" y="658559"/>
                  </a:lnTo>
                  <a:lnTo>
                    <a:pt x="417862" y="658273"/>
                  </a:lnTo>
                  <a:lnTo>
                    <a:pt x="417195" y="658273"/>
                  </a:lnTo>
                  <a:lnTo>
                    <a:pt x="416623" y="658463"/>
                  </a:lnTo>
                  <a:lnTo>
                    <a:pt x="416052" y="658463"/>
                  </a:lnTo>
                  <a:lnTo>
                    <a:pt x="415480" y="658082"/>
                  </a:lnTo>
                  <a:lnTo>
                    <a:pt x="414909" y="657892"/>
                  </a:lnTo>
                  <a:lnTo>
                    <a:pt x="414338" y="658177"/>
                  </a:lnTo>
                  <a:lnTo>
                    <a:pt x="413766" y="658654"/>
                  </a:lnTo>
                  <a:lnTo>
                    <a:pt x="413385" y="659130"/>
                  </a:lnTo>
                  <a:lnTo>
                    <a:pt x="412909" y="660178"/>
                  </a:lnTo>
                  <a:lnTo>
                    <a:pt x="412909" y="661321"/>
                  </a:lnTo>
                  <a:lnTo>
                    <a:pt x="413290" y="663702"/>
                  </a:lnTo>
                  <a:lnTo>
                    <a:pt x="413290" y="668179"/>
                  </a:lnTo>
                  <a:lnTo>
                    <a:pt x="412909" y="670560"/>
                  </a:lnTo>
                  <a:lnTo>
                    <a:pt x="412909" y="671703"/>
                  </a:lnTo>
                  <a:lnTo>
                    <a:pt x="413290" y="672751"/>
                  </a:lnTo>
                  <a:lnTo>
                    <a:pt x="412718" y="673608"/>
                  </a:lnTo>
                  <a:lnTo>
                    <a:pt x="411956" y="674179"/>
                  </a:lnTo>
                  <a:lnTo>
                    <a:pt x="411289" y="674846"/>
                  </a:lnTo>
                  <a:lnTo>
                    <a:pt x="411004" y="675989"/>
                  </a:lnTo>
                  <a:lnTo>
                    <a:pt x="411289" y="677037"/>
                  </a:lnTo>
                  <a:lnTo>
                    <a:pt x="412337" y="678847"/>
                  </a:lnTo>
                  <a:lnTo>
                    <a:pt x="412432" y="679894"/>
                  </a:lnTo>
                  <a:lnTo>
                    <a:pt x="412242" y="680466"/>
                  </a:lnTo>
                  <a:lnTo>
                    <a:pt x="411575" y="681418"/>
                  </a:lnTo>
                  <a:lnTo>
                    <a:pt x="411385" y="681800"/>
                  </a:lnTo>
                  <a:lnTo>
                    <a:pt x="411194" y="682371"/>
                  </a:lnTo>
                  <a:lnTo>
                    <a:pt x="411004" y="683990"/>
                  </a:lnTo>
                  <a:lnTo>
                    <a:pt x="411099" y="684181"/>
                  </a:lnTo>
                  <a:lnTo>
                    <a:pt x="411289" y="684467"/>
                  </a:lnTo>
                  <a:lnTo>
                    <a:pt x="411385" y="684752"/>
                  </a:lnTo>
                  <a:lnTo>
                    <a:pt x="411385" y="685133"/>
                  </a:lnTo>
                  <a:lnTo>
                    <a:pt x="411194" y="685228"/>
                  </a:lnTo>
                  <a:lnTo>
                    <a:pt x="410527" y="685419"/>
                  </a:lnTo>
                  <a:lnTo>
                    <a:pt x="410337" y="685514"/>
                  </a:lnTo>
                  <a:lnTo>
                    <a:pt x="409480" y="686276"/>
                  </a:lnTo>
                  <a:lnTo>
                    <a:pt x="409289" y="686657"/>
                  </a:lnTo>
                  <a:lnTo>
                    <a:pt x="407765" y="686181"/>
                  </a:lnTo>
                  <a:lnTo>
                    <a:pt x="406717" y="686467"/>
                  </a:lnTo>
                  <a:lnTo>
                    <a:pt x="406051" y="687419"/>
                  </a:lnTo>
                  <a:lnTo>
                    <a:pt x="405670" y="688848"/>
                  </a:lnTo>
                  <a:lnTo>
                    <a:pt x="405289" y="688848"/>
                  </a:lnTo>
                  <a:lnTo>
                    <a:pt x="405289" y="687705"/>
                  </a:lnTo>
                  <a:lnTo>
                    <a:pt x="405479" y="686562"/>
                  </a:lnTo>
                  <a:lnTo>
                    <a:pt x="405860" y="685514"/>
                  </a:lnTo>
                  <a:lnTo>
                    <a:pt x="406336" y="684562"/>
                  </a:lnTo>
                  <a:lnTo>
                    <a:pt x="403288" y="684467"/>
                  </a:lnTo>
                  <a:lnTo>
                    <a:pt x="402336" y="684181"/>
                  </a:lnTo>
                  <a:lnTo>
                    <a:pt x="401764" y="683800"/>
                  </a:lnTo>
                  <a:lnTo>
                    <a:pt x="400145" y="681990"/>
                  </a:lnTo>
                  <a:lnTo>
                    <a:pt x="399383" y="681514"/>
                  </a:lnTo>
                  <a:lnTo>
                    <a:pt x="398907" y="681323"/>
                  </a:lnTo>
                  <a:lnTo>
                    <a:pt x="398526" y="681228"/>
                  </a:lnTo>
                  <a:lnTo>
                    <a:pt x="398431" y="681133"/>
                  </a:lnTo>
                  <a:lnTo>
                    <a:pt x="397192" y="680847"/>
                  </a:lnTo>
                  <a:lnTo>
                    <a:pt x="396907" y="680847"/>
                  </a:lnTo>
                  <a:lnTo>
                    <a:pt x="396621" y="679990"/>
                  </a:lnTo>
                  <a:lnTo>
                    <a:pt x="396621" y="679133"/>
                  </a:lnTo>
                  <a:lnTo>
                    <a:pt x="396335" y="678561"/>
                  </a:lnTo>
                  <a:lnTo>
                    <a:pt x="395002" y="678656"/>
                  </a:lnTo>
                  <a:lnTo>
                    <a:pt x="393001" y="679514"/>
                  </a:lnTo>
                  <a:lnTo>
                    <a:pt x="391192" y="680942"/>
                  </a:lnTo>
                  <a:lnTo>
                    <a:pt x="389668" y="682657"/>
                  </a:lnTo>
                  <a:lnTo>
                    <a:pt x="388525" y="684467"/>
                  </a:lnTo>
                  <a:lnTo>
                    <a:pt x="387667" y="686657"/>
                  </a:lnTo>
                  <a:lnTo>
                    <a:pt x="387477" y="687800"/>
                  </a:lnTo>
                  <a:lnTo>
                    <a:pt x="387382" y="689801"/>
                  </a:lnTo>
                  <a:lnTo>
                    <a:pt x="387191" y="690372"/>
                  </a:lnTo>
                  <a:lnTo>
                    <a:pt x="386715" y="691515"/>
                  </a:lnTo>
                  <a:lnTo>
                    <a:pt x="386524" y="691801"/>
                  </a:lnTo>
                  <a:lnTo>
                    <a:pt x="386143" y="692086"/>
                  </a:lnTo>
                  <a:lnTo>
                    <a:pt x="385953" y="692277"/>
                  </a:lnTo>
                  <a:lnTo>
                    <a:pt x="385953" y="692563"/>
                  </a:lnTo>
                  <a:lnTo>
                    <a:pt x="386048" y="693134"/>
                  </a:lnTo>
                  <a:lnTo>
                    <a:pt x="386048" y="693420"/>
                  </a:lnTo>
                  <a:lnTo>
                    <a:pt x="385572" y="694277"/>
                  </a:lnTo>
                  <a:lnTo>
                    <a:pt x="385381" y="694753"/>
                  </a:lnTo>
                  <a:lnTo>
                    <a:pt x="385286" y="695420"/>
                  </a:lnTo>
                  <a:lnTo>
                    <a:pt x="385477" y="695992"/>
                  </a:lnTo>
                  <a:lnTo>
                    <a:pt x="385858" y="696563"/>
                  </a:lnTo>
                  <a:lnTo>
                    <a:pt x="386048" y="697135"/>
                  </a:lnTo>
                  <a:lnTo>
                    <a:pt x="385858" y="697706"/>
                  </a:lnTo>
                  <a:lnTo>
                    <a:pt x="385191" y="698468"/>
                  </a:lnTo>
                  <a:lnTo>
                    <a:pt x="384334" y="700087"/>
                  </a:lnTo>
                  <a:lnTo>
                    <a:pt x="383762" y="700754"/>
                  </a:lnTo>
                  <a:lnTo>
                    <a:pt x="381952" y="701611"/>
                  </a:lnTo>
                  <a:lnTo>
                    <a:pt x="379666" y="701897"/>
                  </a:lnTo>
                  <a:lnTo>
                    <a:pt x="373380" y="701897"/>
                  </a:lnTo>
                  <a:lnTo>
                    <a:pt x="371475" y="702374"/>
                  </a:lnTo>
                  <a:lnTo>
                    <a:pt x="369856" y="703135"/>
                  </a:lnTo>
                  <a:lnTo>
                    <a:pt x="368617" y="704088"/>
                  </a:lnTo>
                  <a:lnTo>
                    <a:pt x="367379" y="705517"/>
                  </a:lnTo>
                  <a:lnTo>
                    <a:pt x="366617" y="706088"/>
                  </a:lnTo>
                  <a:lnTo>
                    <a:pt x="365474" y="706279"/>
                  </a:lnTo>
                  <a:lnTo>
                    <a:pt x="364807" y="706469"/>
                  </a:lnTo>
                  <a:lnTo>
                    <a:pt x="357854" y="711994"/>
                  </a:lnTo>
                  <a:lnTo>
                    <a:pt x="355949" y="713042"/>
                  </a:lnTo>
                  <a:lnTo>
                    <a:pt x="355759" y="713232"/>
                  </a:lnTo>
                  <a:lnTo>
                    <a:pt x="355092" y="713708"/>
                  </a:lnTo>
                  <a:lnTo>
                    <a:pt x="354425" y="713994"/>
                  </a:lnTo>
                  <a:lnTo>
                    <a:pt x="354425" y="713994"/>
                  </a:lnTo>
                  <a:lnTo>
                    <a:pt x="354425" y="713994"/>
                  </a:lnTo>
                  <a:lnTo>
                    <a:pt x="354235" y="713803"/>
                  </a:lnTo>
                  <a:lnTo>
                    <a:pt x="354139" y="713708"/>
                  </a:lnTo>
                  <a:lnTo>
                    <a:pt x="354139" y="713708"/>
                  </a:lnTo>
                  <a:lnTo>
                    <a:pt x="354235" y="713137"/>
                  </a:lnTo>
                  <a:lnTo>
                    <a:pt x="354521" y="712089"/>
                  </a:lnTo>
                  <a:lnTo>
                    <a:pt x="354616" y="711518"/>
                  </a:lnTo>
                  <a:lnTo>
                    <a:pt x="354616" y="711518"/>
                  </a:lnTo>
                  <a:lnTo>
                    <a:pt x="354616" y="711518"/>
                  </a:lnTo>
                  <a:lnTo>
                    <a:pt x="354997" y="710184"/>
                  </a:lnTo>
                  <a:lnTo>
                    <a:pt x="355949" y="709708"/>
                  </a:lnTo>
                  <a:lnTo>
                    <a:pt x="358235" y="709612"/>
                  </a:lnTo>
                  <a:lnTo>
                    <a:pt x="359378" y="709041"/>
                  </a:lnTo>
                  <a:lnTo>
                    <a:pt x="364903" y="704088"/>
                  </a:lnTo>
                  <a:lnTo>
                    <a:pt x="365379" y="703517"/>
                  </a:lnTo>
                  <a:lnTo>
                    <a:pt x="365474" y="702374"/>
                  </a:lnTo>
                  <a:lnTo>
                    <a:pt x="364617" y="699326"/>
                  </a:lnTo>
                  <a:lnTo>
                    <a:pt x="364426" y="692944"/>
                  </a:lnTo>
                  <a:lnTo>
                    <a:pt x="363950" y="690562"/>
                  </a:lnTo>
                  <a:lnTo>
                    <a:pt x="363283" y="688276"/>
                  </a:lnTo>
                  <a:lnTo>
                    <a:pt x="362426" y="686467"/>
                  </a:lnTo>
                  <a:lnTo>
                    <a:pt x="360235" y="683800"/>
                  </a:lnTo>
                  <a:lnTo>
                    <a:pt x="359950" y="683038"/>
                  </a:lnTo>
                  <a:lnTo>
                    <a:pt x="359759" y="682752"/>
                  </a:lnTo>
                  <a:lnTo>
                    <a:pt x="359092" y="681037"/>
                  </a:lnTo>
                  <a:lnTo>
                    <a:pt x="359188" y="681037"/>
                  </a:lnTo>
                  <a:lnTo>
                    <a:pt x="358807" y="680085"/>
                  </a:lnTo>
                  <a:lnTo>
                    <a:pt x="358521" y="679894"/>
                  </a:lnTo>
                  <a:lnTo>
                    <a:pt x="358045" y="680276"/>
                  </a:lnTo>
                  <a:lnTo>
                    <a:pt x="357664" y="680276"/>
                  </a:lnTo>
                  <a:lnTo>
                    <a:pt x="357283" y="679418"/>
                  </a:lnTo>
                  <a:lnTo>
                    <a:pt x="356806" y="678942"/>
                  </a:lnTo>
                  <a:lnTo>
                    <a:pt x="356140" y="678656"/>
                  </a:lnTo>
                  <a:lnTo>
                    <a:pt x="351854" y="677704"/>
                  </a:lnTo>
                  <a:lnTo>
                    <a:pt x="352044" y="676751"/>
                  </a:lnTo>
                  <a:lnTo>
                    <a:pt x="351187" y="676656"/>
                  </a:lnTo>
                  <a:lnTo>
                    <a:pt x="350425" y="677037"/>
                  </a:lnTo>
                  <a:lnTo>
                    <a:pt x="351091" y="677704"/>
                  </a:lnTo>
                  <a:lnTo>
                    <a:pt x="350330" y="678656"/>
                  </a:lnTo>
                  <a:lnTo>
                    <a:pt x="350044" y="679133"/>
                  </a:lnTo>
                  <a:lnTo>
                    <a:pt x="349853" y="679704"/>
                  </a:lnTo>
                  <a:lnTo>
                    <a:pt x="349853" y="680276"/>
                  </a:lnTo>
                  <a:lnTo>
                    <a:pt x="349758" y="680752"/>
                  </a:lnTo>
                  <a:lnTo>
                    <a:pt x="349282" y="681323"/>
                  </a:lnTo>
                  <a:lnTo>
                    <a:pt x="348805" y="680180"/>
                  </a:lnTo>
                  <a:lnTo>
                    <a:pt x="348615" y="679894"/>
                  </a:lnTo>
                  <a:lnTo>
                    <a:pt x="348234" y="679704"/>
                  </a:lnTo>
                  <a:lnTo>
                    <a:pt x="347567" y="679418"/>
                  </a:lnTo>
                  <a:lnTo>
                    <a:pt x="347377" y="679323"/>
                  </a:lnTo>
                  <a:lnTo>
                    <a:pt x="347091" y="679133"/>
                  </a:lnTo>
                  <a:lnTo>
                    <a:pt x="346138" y="679228"/>
                  </a:lnTo>
                  <a:lnTo>
                    <a:pt x="345757" y="677894"/>
                  </a:lnTo>
                  <a:lnTo>
                    <a:pt x="345662" y="675132"/>
                  </a:lnTo>
                  <a:lnTo>
                    <a:pt x="344996" y="675418"/>
                  </a:lnTo>
                  <a:lnTo>
                    <a:pt x="344329" y="675513"/>
                  </a:lnTo>
                  <a:lnTo>
                    <a:pt x="343757" y="675323"/>
                  </a:lnTo>
                  <a:lnTo>
                    <a:pt x="342900" y="674656"/>
                  </a:lnTo>
                  <a:lnTo>
                    <a:pt x="341566" y="673894"/>
                  </a:lnTo>
                  <a:lnTo>
                    <a:pt x="341281" y="673894"/>
                  </a:lnTo>
                  <a:lnTo>
                    <a:pt x="340995" y="673703"/>
                  </a:lnTo>
                  <a:lnTo>
                    <a:pt x="340233" y="673703"/>
                  </a:lnTo>
                  <a:lnTo>
                    <a:pt x="339471" y="673894"/>
                  </a:lnTo>
                  <a:lnTo>
                    <a:pt x="339090" y="674084"/>
                  </a:lnTo>
                  <a:lnTo>
                    <a:pt x="339185" y="674656"/>
                  </a:lnTo>
                  <a:lnTo>
                    <a:pt x="339566" y="675323"/>
                  </a:lnTo>
                  <a:lnTo>
                    <a:pt x="341281" y="677227"/>
                  </a:lnTo>
                  <a:lnTo>
                    <a:pt x="341471" y="677799"/>
                  </a:lnTo>
                  <a:lnTo>
                    <a:pt x="340995" y="678085"/>
                  </a:lnTo>
                  <a:lnTo>
                    <a:pt x="340328" y="678656"/>
                  </a:lnTo>
                  <a:lnTo>
                    <a:pt x="340042" y="678847"/>
                  </a:lnTo>
                  <a:lnTo>
                    <a:pt x="339661" y="678847"/>
                  </a:lnTo>
                  <a:lnTo>
                    <a:pt x="339376" y="678751"/>
                  </a:lnTo>
                  <a:lnTo>
                    <a:pt x="339090" y="678561"/>
                  </a:lnTo>
                  <a:lnTo>
                    <a:pt x="338804" y="678466"/>
                  </a:lnTo>
                  <a:lnTo>
                    <a:pt x="338042" y="678656"/>
                  </a:lnTo>
                  <a:lnTo>
                    <a:pt x="337661" y="679228"/>
                  </a:lnTo>
                  <a:lnTo>
                    <a:pt x="336899" y="681704"/>
                  </a:lnTo>
                  <a:lnTo>
                    <a:pt x="336709" y="682085"/>
                  </a:lnTo>
                  <a:lnTo>
                    <a:pt x="335947" y="683324"/>
                  </a:lnTo>
                  <a:lnTo>
                    <a:pt x="335280" y="683990"/>
                  </a:lnTo>
                  <a:lnTo>
                    <a:pt x="334327" y="684467"/>
                  </a:lnTo>
                  <a:lnTo>
                    <a:pt x="331184" y="684752"/>
                  </a:lnTo>
                  <a:lnTo>
                    <a:pt x="330613" y="684657"/>
                  </a:lnTo>
                  <a:lnTo>
                    <a:pt x="330232" y="684467"/>
                  </a:lnTo>
                  <a:lnTo>
                    <a:pt x="329660" y="683800"/>
                  </a:lnTo>
                  <a:lnTo>
                    <a:pt x="329470" y="683609"/>
                  </a:lnTo>
                  <a:lnTo>
                    <a:pt x="328613" y="683609"/>
                  </a:lnTo>
                  <a:lnTo>
                    <a:pt x="326803" y="684181"/>
                  </a:lnTo>
                  <a:lnTo>
                    <a:pt x="322707" y="684752"/>
                  </a:lnTo>
                  <a:lnTo>
                    <a:pt x="321945" y="685038"/>
                  </a:lnTo>
                  <a:lnTo>
                    <a:pt x="321278" y="685514"/>
                  </a:lnTo>
                  <a:lnTo>
                    <a:pt x="320611" y="686276"/>
                  </a:lnTo>
                  <a:lnTo>
                    <a:pt x="320040" y="687134"/>
                  </a:lnTo>
                  <a:lnTo>
                    <a:pt x="319754" y="687800"/>
                  </a:lnTo>
                  <a:lnTo>
                    <a:pt x="319468" y="688753"/>
                  </a:lnTo>
                  <a:lnTo>
                    <a:pt x="318230" y="690277"/>
                  </a:lnTo>
                  <a:lnTo>
                    <a:pt x="317849" y="691229"/>
                  </a:lnTo>
                  <a:lnTo>
                    <a:pt x="317849" y="691801"/>
                  </a:lnTo>
                  <a:lnTo>
                    <a:pt x="318135" y="692944"/>
                  </a:lnTo>
                  <a:lnTo>
                    <a:pt x="318230" y="693515"/>
                  </a:lnTo>
                  <a:lnTo>
                    <a:pt x="318135" y="694087"/>
                  </a:lnTo>
                  <a:lnTo>
                    <a:pt x="317944" y="694468"/>
                  </a:lnTo>
                  <a:lnTo>
                    <a:pt x="317754" y="694753"/>
                  </a:lnTo>
                  <a:lnTo>
                    <a:pt x="317659" y="695039"/>
                  </a:lnTo>
                  <a:lnTo>
                    <a:pt x="317468" y="695134"/>
                  </a:lnTo>
                  <a:lnTo>
                    <a:pt x="316516" y="695706"/>
                  </a:lnTo>
                  <a:lnTo>
                    <a:pt x="316230" y="695992"/>
                  </a:lnTo>
                  <a:lnTo>
                    <a:pt x="316230" y="696277"/>
                  </a:lnTo>
                  <a:lnTo>
                    <a:pt x="316421" y="697420"/>
                  </a:lnTo>
                  <a:lnTo>
                    <a:pt x="316516" y="697801"/>
                  </a:lnTo>
                  <a:lnTo>
                    <a:pt x="318421" y="699040"/>
                  </a:lnTo>
                  <a:lnTo>
                    <a:pt x="319088" y="699992"/>
                  </a:lnTo>
                  <a:lnTo>
                    <a:pt x="318516" y="701231"/>
                  </a:lnTo>
                  <a:lnTo>
                    <a:pt x="315468" y="703707"/>
                  </a:lnTo>
                  <a:lnTo>
                    <a:pt x="314325" y="704374"/>
                  </a:lnTo>
                  <a:lnTo>
                    <a:pt x="313754" y="704564"/>
                  </a:lnTo>
                  <a:lnTo>
                    <a:pt x="313182" y="704659"/>
                  </a:lnTo>
                  <a:lnTo>
                    <a:pt x="311944" y="704659"/>
                  </a:lnTo>
                  <a:lnTo>
                    <a:pt x="311372" y="704755"/>
                  </a:lnTo>
                  <a:lnTo>
                    <a:pt x="310705" y="705231"/>
                  </a:lnTo>
                  <a:lnTo>
                    <a:pt x="305657" y="706088"/>
                  </a:lnTo>
                  <a:lnTo>
                    <a:pt x="304419" y="706088"/>
                  </a:lnTo>
                  <a:lnTo>
                    <a:pt x="303181" y="705898"/>
                  </a:lnTo>
                  <a:lnTo>
                    <a:pt x="302133" y="705231"/>
                  </a:lnTo>
                  <a:lnTo>
                    <a:pt x="301752" y="704088"/>
                  </a:lnTo>
                  <a:lnTo>
                    <a:pt x="301466" y="703517"/>
                  </a:lnTo>
                  <a:lnTo>
                    <a:pt x="300895" y="704278"/>
                  </a:lnTo>
                  <a:lnTo>
                    <a:pt x="299942" y="706088"/>
                  </a:lnTo>
                  <a:lnTo>
                    <a:pt x="299371" y="706469"/>
                  </a:lnTo>
                  <a:lnTo>
                    <a:pt x="297371" y="707326"/>
                  </a:lnTo>
                  <a:lnTo>
                    <a:pt x="293275" y="708184"/>
                  </a:lnTo>
                  <a:lnTo>
                    <a:pt x="292322" y="708660"/>
                  </a:lnTo>
                  <a:lnTo>
                    <a:pt x="291941" y="708279"/>
                  </a:lnTo>
                  <a:lnTo>
                    <a:pt x="291560" y="708279"/>
                  </a:lnTo>
                  <a:lnTo>
                    <a:pt x="291179" y="708565"/>
                  </a:lnTo>
                  <a:lnTo>
                    <a:pt x="290989" y="709041"/>
                  </a:lnTo>
                  <a:lnTo>
                    <a:pt x="290131" y="708565"/>
                  </a:lnTo>
                  <a:lnTo>
                    <a:pt x="288798" y="708851"/>
                  </a:lnTo>
                  <a:lnTo>
                    <a:pt x="284702" y="710184"/>
                  </a:lnTo>
                  <a:lnTo>
                    <a:pt x="282702" y="711327"/>
                  </a:lnTo>
                  <a:lnTo>
                    <a:pt x="281083" y="711803"/>
                  </a:lnTo>
                  <a:lnTo>
                    <a:pt x="279559" y="712851"/>
                  </a:lnTo>
                  <a:lnTo>
                    <a:pt x="278987" y="713327"/>
                  </a:lnTo>
                  <a:lnTo>
                    <a:pt x="278321" y="714089"/>
                  </a:lnTo>
                  <a:lnTo>
                    <a:pt x="276987" y="716470"/>
                  </a:lnTo>
                  <a:lnTo>
                    <a:pt x="272510" y="722090"/>
                  </a:lnTo>
                  <a:lnTo>
                    <a:pt x="271272" y="724472"/>
                  </a:lnTo>
                  <a:lnTo>
                    <a:pt x="270796" y="725805"/>
                  </a:lnTo>
                  <a:lnTo>
                    <a:pt x="271272" y="726376"/>
                  </a:lnTo>
                  <a:lnTo>
                    <a:pt x="271939" y="726853"/>
                  </a:lnTo>
                  <a:lnTo>
                    <a:pt x="272224" y="728091"/>
                  </a:lnTo>
                  <a:lnTo>
                    <a:pt x="272224" y="730377"/>
                  </a:lnTo>
                  <a:lnTo>
                    <a:pt x="271653" y="732282"/>
                  </a:lnTo>
                  <a:lnTo>
                    <a:pt x="271748" y="733234"/>
                  </a:lnTo>
                  <a:lnTo>
                    <a:pt x="273463" y="733997"/>
                  </a:lnTo>
                  <a:lnTo>
                    <a:pt x="272986" y="734854"/>
                  </a:lnTo>
                  <a:lnTo>
                    <a:pt x="272034" y="735711"/>
                  </a:lnTo>
                  <a:lnTo>
                    <a:pt x="271367" y="736187"/>
                  </a:lnTo>
                  <a:lnTo>
                    <a:pt x="270415" y="736759"/>
                  </a:lnTo>
                  <a:lnTo>
                    <a:pt x="269748" y="737235"/>
                  </a:lnTo>
                  <a:lnTo>
                    <a:pt x="269367" y="737997"/>
                  </a:lnTo>
                  <a:lnTo>
                    <a:pt x="269272" y="739235"/>
                  </a:lnTo>
                  <a:lnTo>
                    <a:pt x="269176" y="739711"/>
                  </a:lnTo>
                  <a:lnTo>
                    <a:pt x="268510" y="740664"/>
                  </a:lnTo>
                  <a:lnTo>
                    <a:pt x="268224" y="741235"/>
                  </a:lnTo>
                  <a:lnTo>
                    <a:pt x="268129" y="741807"/>
                  </a:lnTo>
                  <a:lnTo>
                    <a:pt x="268224" y="743522"/>
                  </a:lnTo>
                  <a:lnTo>
                    <a:pt x="267557" y="745903"/>
                  </a:lnTo>
                  <a:lnTo>
                    <a:pt x="267462" y="747236"/>
                  </a:lnTo>
                  <a:lnTo>
                    <a:pt x="268033" y="747808"/>
                  </a:lnTo>
                  <a:lnTo>
                    <a:pt x="268510" y="747998"/>
                  </a:lnTo>
                  <a:lnTo>
                    <a:pt x="268605" y="748379"/>
                  </a:lnTo>
                  <a:lnTo>
                    <a:pt x="268510" y="748856"/>
                  </a:lnTo>
                  <a:lnTo>
                    <a:pt x="268319" y="749236"/>
                  </a:lnTo>
                  <a:lnTo>
                    <a:pt x="267938" y="749522"/>
                  </a:lnTo>
                  <a:lnTo>
                    <a:pt x="266129" y="750379"/>
                  </a:lnTo>
                  <a:lnTo>
                    <a:pt x="262318" y="753618"/>
                  </a:lnTo>
                  <a:lnTo>
                    <a:pt x="260413" y="757714"/>
                  </a:lnTo>
                  <a:lnTo>
                    <a:pt x="260509" y="762095"/>
                  </a:lnTo>
                  <a:lnTo>
                    <a:pt x="262509" y="766191"/>
                  </a:lnTo>
                  <a:lnTo>
                    <a:pt x="263747" y="767334"/>
                  </a:lnTo>
                  <a:lnTo>
                    <a:pt x="267748" y="769525"/>
                  </a:lnTo>
                  <a:lnTo>
                    <a:pt x="270319" y="770477"/>
                  </a:lnTo>
                  <a:lnTo>
                    <a:pt x="270796" y="770573"/>
                  </a:lnTo>
                  <a:lnTo>
                    <a:pt x="272034" y="770573"/>
                  </a:lnTo>
                  <a:lnTo>
                    <a:pt x="272320" y="770382"/>
                  </a:lnTo>
                  <a:lnTo>
                    <a:pt x="272891" y="769620"/>
                  </a:lnTo>
                  <a:lnTo>
                    <a:pt x="273939" y="768858"/>
                  </a:lnTo>
                  <a:lnTo>
                    <a:pt x="274606" y="767525"/>
                  </a:lnTo>
                  <a:lnTo>
                    <a:pt x="276415" y="762762"/>
                  </a:lnTo>
                  <a:lnTo>
                    <a:pt x="278606" y="759809"/>
                  </a:lnTo>
                  <a:lnTo>
                    <a:pt x="278892" y="758857"/>
                  </a:lnTo>
                  <a:lnTo>
                    <a:pt x="278987" y="756380"/>
                  </a:lnTo>
                  <a:lnTo>
                    <a:pt x="279749" y="751903"/>
                  </a:lnTo>
                  <a:lnTo>
                    <a:pt x="280511" y="749522"/>
                  </a:lnTo>
                  <a:lnTo>
                    <a:pt x="281559" y="748093"/>
                  </a:lnTo>
                  <a:lnTo>
                    <a:pt x="282226" y="747903"/>
                  </a:lnTo>
                  <a:lnTo>
                    <a:pt x="282797" y="747903"/>
                  </a:lnTo>
                  <a:lnTo>
                    <a:pt x="283369" y="747903"/>
                  </a:lnTo>
                  <a:lnTo>
                    <a:pt x="283940" y="747522"/>
                  </a:lnTo>
                  <a:lnTo>
                    <a:pt x="284893" y="745903"/>
                  </a:lnTo>
                  <a:lnTo>
                    <a:pt x="285369" y="745331"/>
                  </a:lnTo>
                  <a:lnTo>
                    <a:pt x="285750" y="744379"/>
                  </a:lnTo>
                  <a:lnTo>
                    <a:pt x="285179" y="743426"/>
                  </a:lnTo>
                  <a:lnTo>
                    <a:pt x="284416" y="742378"/>
                  </a:lnTo>
                  <a:lnTo>
                    <a:pt x="284131" y="741235"/>
                  </a:lnTo>
                  <a:lnTo>
                    <a:pt x="284797" y="740188"/>
                  </a:lnTo>
                  <a:lnTo>
                    <a:pt x="287179" y="738759"/>
                  </a:lnTo>
                  <a:lnTo>
                    <a:pt x="287750" y="738187"/>
                  </a:lnTo>
                  <a:lnTo>
                    <a:pt x="287941" y="737711"/>
                  </a:lnTo>
                  <a:lnTo>
                    <a:pt x="288417" y="737044"/>
                  </a:lnTo>
                  <a:lnTo>
                    <a:pt x="288988" y="736568"/>
                  </a:lnTo>
                  <a:lnTo>
                    <a:pt x="289560" y="736664"/>
                  </a:lnTo>
                  <a:lnTo>
                    <a:pt x="289560" y="737044"/>
                  </a:lnTo>
                  <a:lnTo>
                    <a:pt x="289179" y="738854"/>
                  </a:lnTo>
                  <a:lnTo>
                    <a:pt x="289750" y="738473"/>
                  </a:lnTo>
                  <a:lnTo>
                    <a:pt x="290417" y="737711"/>
                  </a:lnTo>
                  <a:lnTo>
                    <a:pt x="290989" y="736854"/>
                  </a:lnTo>
                  <a:lnTo>
                    <a:pt x="291370" y="736092"/>
                  </a:lnTo>
                  <a:lnTo>
                    <a:pt x="291370" y="734759"/>
                  </a:lnTo>
                  <a:lnTo>
                    <a:pt x="290608" y="734663"/>
                  </a:lnTo>
                  <a:lnTo>
                    <a:pt x="289560" y="734949"/>
                  </a:lnTo>
                  <a:lnTo>
                    <a:pt x="288607" y="734759"/>
                  </a:lnTo>
                  <a:lnTo>
                    <a:pt x="288607" y="734092"/>
                  </a:lnTo>
                  <a:lnTo>
                    <a:pt x="289179" y="733139"/>
                  </a:lnTo>
                  <a:lnTo>
                    <a:pt x="291370" y="730091"/>
                  </a:lnTo>
                  <a:lnTo>
                    <a:pt x="292703" y="728567"/>
                  </a:lnTo>
                  <a:lnTo>
                    <a:pt x="297180" y="725138"/>
                  </a:lnTo>
                  <a:lnTo>
                    <a:pt x="298323" y="724472"/>
                  </a:lnTo>
                  <a:lnTo>
                    <a:pt x="298990" y="724376"/>
                  </a:lnTo>
                  <a:lnTo>
                    <a:pt x="300038" y="723900"/>
                  </a:lnTo>
                  <a:lnTo>
                    <a:pt x="300514" y="723805"/>
                  </a:lnTo>
                  <a:lnTo>
                    <a:pt x="302895" y="723805"/>
                  </a:lnTo>
                  <a:lnTo>
                    <a:pt x="303466" y="724186"/>
                  </a:lnTo>
                  <a:lnTo>
                    <a:pt x="304324" y="725234"/>
                  </a:lnTo>
                  <a:lnTo>
                    <a:pt x="304800" y="725615"/>
                  </a:lnTo>
                  <a:lnTo>
                    <a:pt x="306991" y="725329"/>
                  </a:lnTo>
                  <a:lnTo>
                    <a:pt x="308229" y="725424"/>
                  </a:lnTo>
                  <a:lnTo>
                    <a:pt x="308800" y="726186"/>
                  </a:lnTo>
                  <a:lnTo>
                    <a:pt x="308705" y="727139"/>
                  </a:lnTo>
                  <a:lnTo>
                    <a:pt x="308419" y="728282"/>
                  </a:lnTo>
                  <a:lnTo>
                    <a:pt x="308038" y="729329"/>
                  </a:lnTo>
                  <a:lnTo>
                    <a:pt x="307657" y="729996"/>
                  </a:lnTo>
                  <a:lnTo>
                    <a:pt x="308038" y="730853"/>
                  </a:lnTo>
                  <a:lnTo>
                    <a:pt x="308419" y="734092"/>
                  </a:lnTo>
                  <a:lnTo>
                    <a:pt x="308705" y="734949"/>
                  </a:lnTo>
                  <a:lnTo>
                    <a:pt x="309277" y="735616"/>
                  </a:lnTo>
                  <a:lnTo>
                    <a:pt x="309658" y="736378"/>
                  </a:lnTo>
                  <a:lnTo>
                    <a:pt x="309563" y="737521"/>
                  </a:lnTo>
                  <a:lnTo>
                    <a:pt x="308515" y="737044"/>
                  </a:lnTo>
                  <a:lnTo>
                    <a:pt x="307848" y="737140"/>
                  </a:lnTo>
                  <a:lnTo>
                    <a:pt x="307562" y="737807"/>
                  </a:lnTo>
                  <a:lnTo>
                    <a:pt x="307657" y="739045"/>
                  </a:lnTo>
                  <a:lnTo>
                    <a:pt x="307562" y="739045"/>
                  </a:lnTo>
                  <a:lnTo>
                    <a:pt x="307372" y="739235"/>
                  </a:lnTo>
                  <a:lnTo>
                    <a:pt x="307276" y="739521"/>
                  </a:lnTo>
                  <a:lnTo>
                    <a:pt x="307372" y="739807"/>
                  </a:lnTo>
                  <a:lnTo>
                    <a:pt x="307562" y="739902"/>
                  </a:lnTo>
                  <a:lnTo>
                    <a:pt x="307848" y="739902"/>
                  </a:lnTo>
                  <a:lnTo>
                    <a:pt x="308038" y="739807"/>
                  </a:lnTo>
                  <a:lnTo>
                    <a:pt x="308134" y="739711"/>
                  </a:lnTo>
                  <a:lnTo>
                    <a:pt x="308324" y="739711"/>
                  </a:lnTo>
                  <a:lnTo>
                    <a:pt x="308705" y="739902"/>
                  </a:lnTo>
                  <a:lnTo>
                    <a:pt x="308896" y="740378"/>
                  </a:lnTo>
                  <a:lnTo>
                    <a:pt x="308610" y="741045"/>
                  </a:lnTo>
                  <a:lnTo>
                    <a:pt x="309372" y="741331"/>
                  </a:lnTo>
                  <a:lnTo>
                    <a:pt x="310134" y="741426"/>
                  </a:lnTo>
                  <a:lnTo>
                    <a:pt x="310896" y="741331"/>
                  </a:lnTo>
                  <a:lnTo>
                    <a:pt x="311467" y="741140"/>
                  </a:lnTo>
                  <a:lnTo>
                    <a:pt x="312230" y="740569"/>
                  </a:lnTo>
                  <a:lnTo>
                    <a:pt x="312325" y="740188"/>
                  </a:lnTo>
                  <a:lnTo>
                    <a:pt x="312230" y="739711"/>
                  </a:lnTo>
                  <a:lnTo>
                    <a:pt x="312230" y="738950"/>
                  </a:lnTo>
                  <a:lnTo>
                    <a:pt x="312515" y="738378"/>
                  </a:lnTo>
                  <a:lnTo>
                    <a:pt x="313087" y="737616"/>
                  </a:lnTo>
                  <a:lnTo>
                    <a:pt x="313754" y="736949"/>
                  </a:lnTo>
                  <a:lnTo>
                    <a:pt x="314420" y="736759"/>
                  </a:lnTo>
                  <a:lnTo>
                    <a:pt x="314896" y="737235"/>
                  </a:lnTo>
                  <a:lnTo>
                    <a:pt x="315658" y="739235"/>
                  </a:lnTo>
                  <a:lnTo>
                    <a:pt x="316135" y="739997"/>
                  </a:lnTo>
                  <a:lnTo>
                    <a:pt x="317373" y="740283"/>
                  </a:lnTo>
                  <a:lnTo>
                    <a:pt x="317468" y="740378"/>
                  </a:lnTo>
                  <a:lnTo>
                    <a:pt x="317944" y="740569"/>
                  </a:lnTo>
                  <a:lnTo>
                    <a:pt x="318230" y="740854"/>
                  </a:lnTo>
                  <a:lnTo>
                    <a:pt x="318516" y="741045"/>
                  </a:lnTo>
                  <a:lnTo>
                    <a:pt x="319088" y="740759"/>
                  </a:lnTo>
                  <a:lnTo>
                    <a:pt x="319373" y="740188"/>
                  </a:lnTo>
                  <a:lnTo>
                    <a:pt x="319278" y="738568"/>
                  </a:lnTo>
                  <a:lnTo>
                    <a:pt x="319373" y="737807"/>
                  </a:lnTo>
                  <a:lnTo>
                    <a:pt x="319754" y="737044"/>
                  </a:lnTo>
                  <a:lnTo>
                    <a:pt x="320611" y="735901"/>
                  </a:lnTo>
                  <a:lnTo>
                    <a:pt x="320897" y="734949"/>
                  </a:lnTo>
                  <a:lnTo>
                    <a:pt x="320897" y="734473"/>
                  </a:lnTo>
                  <a:lnTo>
                    <a:pt x="320802" y="734282"/>
                  </a:lnTo>
                  <a:lnTo>
                    <a:pt x="320611" y="734092"/>
                  </a:lnTo>
                  <a:lnTo>
                    <a:pt x="320516" y="733711"/>
                  </a:lnTo>
                  <a:lnTo>
                    <a:pt x="320707" y="733520"/>
                  </a:lnTo>
                  <a:lnTo>
                    <a:pt x="321373" y="733044"/>
                  </a:lnTo>
                  <a:lnTo>
                    <a:pt x="321564" y="732853"/>
                  </a:lnTo>
                  <a:lnTo>
                    <a:pt x="321564" y="732187"/>
                  </a:lnTo>
                  <a:lnTo>
                    <a:pt x="321373" y="731615"/>
                  </a:lnTo>
                  <a:lnTo>
                    <a:pt x="321278" y="731044"/>
                  </a:lnTo>
                  <a:lnTo>
                    <a:pt x="321659" y="730377"/>
                  </a:lnTo>
                  <a:lnTo>
                    <a:pt x="323088" y="728948"/>
                  </a:lnTo>
                  <a:lnTo>
                    <a:pt x="323755" y="727901"/>
                  </a:lnTo>
                  <a:lnTo>
                    <a:pt x="324326" y="726948"/>
                  </a:lnTo>
                  <a:lnTo>
                    <a:pt x="324898" y="726472"/>
                  </a:lnTo>
                  <a:lnTo>
                    <a:pt x="325469" y="726948"/>
                  </a:lnTo>
                  <a:lnTo>
                    <a:pt x="325660" y="727901"/>
                  </a:lnTo>
                  <a:lnTo>
                    <a:pt x="325755" y="729329"/>
                  </a:lnTo>
                  <a:lnTo>
                    <a:pt x="326041" y="730663"/>
                  </a:lnTo>
                  <a:lnTo>
                    <a:pt x="326707" y="731234"/>
                  </a:lnTo>
                  <a:lnTo>
                    <a:pt x="327850" y="731615"/>
                  </a:lnTo>
                  <a:lnTo>
                    <a:pt x="328422" y="732473"/>
                  </a:lnTo>
                  <a:lnTo>
                    <a:pt x="328422" y="733520"/>
                  </a:lnTo>
                  <a:lnTo>
                    <a:pt x="327850" y="734377"/>
                  </a:lnTo>
                  <a:lnTo>
                    <a:pt x="326898" y="734759"/>
                  </a:lnTo>
                  <a:lnTo>
                    <a:pt x="325946" y="734854"/>
                  </a:lnTo>
                  <a:lnTo>
                    <a:pt x="325183" y="735235"/>
                  </a:lnTo>
                  <a:lnTo>
                    <a:pt x="324898" y="736378"/>
                  </a:lnTo>
                  <a:lnTo>
                    <a:pt x="325183" y="737426"/>
                  </a:lnTo>
                  <a:lnTo>
                    <a:pt x="325850" y="738378"/>
                  </a:lnTo>
                  <a:lnTo>
                    <a:pt x="327469" y="739807"/>
                  </a:lnTo>
                  <a:lnTo>
                    <a:pt x="328136" y="740093"/>
                  </a:lnTo>
                  <a:lnTo>
                    <a:pt x="328993" y="739997"/>
                  </a:lnTo>
                  <a:lnTo>
                    <a:pt x="329660" y="739616"/>
                  </a:lnTo>
                  <a:lnTo>
                    <a:pt x="329946" y="738854"/>
                  </a:lnTo>
                  <a:lnTo>
                    <a:pt x="330327" y="738187"/>
                  </a:lnTo>
                  <a:lnTo>
                    <a:pt x="331280" y="737711"/>
                  </a:lnTo>
                  <a:lnTo>
                    <a:pt x="332327" y="737616"/>
                  </a:lnTo>
                  <a:lnTo>
                    <a:pt x="333184" y="737902"/>
                  </a:lnTo>
                  <a:lnTo>
                    <a:pt x="333375" y="738283"/>
                  </a:lnTo>
                  <a:lnTo>
                    <a:pt x="333470" y="738759"/>
                  </a:lnTo>
                  <a:lnTo>
                    <a:pt x="333470" y="739902"/>
                  </a:lnTo>
                  <a:lnTo>
                    <a:pt x="333661" y="740188"/>
                  </a:lnTo>
                  <a:lnTo>
                    <a:pt x="334423" y="740759"/>
                  </a:lnTo>
                  <a:lnTo>
                    <a:pt x="334899" y="741617"/>
                  </a:lnTo>
                  <a:lnTo>
                    <a:pt x="336423" y="743236"/>
                  </a:lnTo>
                  <a:lnTo>
                    <a:pt x="337185" y="743807"/>
                  </a:lnTo>
                  <a:lnTo>
                    <a:pt x="338899" y="744569"/>
                  </a:lnTo>
                  <a:lnTo>
                    <a:pt x="340519" y="745808"/>
                  </a:lnTo>
                  <a:lnTo>
                    <a:pt x="341090" y="745998"/>
                  </a:lnTo>
                  <a:lnTo>
                    <a:pt x="341662" y="745808"/>
                  </a:lnTo>
                  <a:lnTo>
                    <a:pt x="342233" y="745045"/>
                  </a:lnTo>
                  <a:lnTo>
                    <a:pt x="342614" y="743998"/>
                  </a:lnTo>
                  <a:lnTo>
                    <a:pt x="342614" y="742759"/>
                  </a:lnTo>
                  <a:lnTo>
                    <a:pt x="342233" y="741617"/>
                  </a:lnTo>
                  <a:lnTo>
                    <a:pt x="341376" y="740759"/>
                  </a:lnTo>
                  <a:lnTo>
                    <a:pt x="340423" y="740188"/>
                  </a:lnTo>
                  <a:lnTo>
                    <a:pt x="339661" y="739521"/>
                  </a:lnTo>
                  <a:lnTo>
                    <a:pt x="339280" y="738187"/>
                  </a:lnTo>
                  <a:lnTo>
                    <a:pt x="338804" y="737330"/>
                  </a:lnTo>
                  <a:lnTo>
                    <a:pt x="337756" y="736283"/>
                  </a:lnTo>
                  <a:lnTo>
                    <a:pt x="337090" y="735235"/>
                  </a:lnTo>
                  <a:lnTo>
                    <a:pt x="337566" y="734377"/>
                  </a:lnTo>
                  <a:lnTo>
                    <a:pt x="338042" y="734377"/>
                  </a:lnTo>
                  <a:lnTo>
                    <a:pt x="339185" y="735044"/>
                  </a:lnTo>
                  <a:lnTo>
                    <a:pt x="339376" y="734854"/>
                  </a:lnTo>
                  <a:lnTo>
                    <a:pt x="339280" y="733711"/>
                  </a:lnTo>
                  <a:lnTo>
                    <a:pt x="339376" y="733139"/>
                  </a:lnTo>
                  <a:lnTo>
                    <a:pt x="339566" y="732758"/>
                  </a:lnTo>
                  <a:lnTo>
                    <a:pt x="340042" y="732568"/>
                  </a:lnTo>
                  <a:lnTo>
                    <a:pt x="341947" y="732187"/>
                  </a:lnTo>
                  <a:lnTo>
                    <a:pt x="342519" y="731901"/>
                  </a:lnTo>
                  <a:lnTo>
                    <a:pt x="343090" y="731520"/>
                  </a:lnTo>
                  <a:lnTo>
                    <a:pt x="343662" y="731044"/>
                  </a:lnTo>
                  <a:lnTo>
                    <a:pt x="344138" y="730472"/>
                  </a:lnTo>
                  <a:lnTo>
                    <a:pt x="344805" y="728091"/>
                  </a:lnTo>
                  <a:lnTo>
                    <a:pt x="343662" y="726472"/>
                  </a:lnTo>
                  <a:lnTo>
                    <a:pt x="342233" y="725043"/>
                  </a:lnTo>
                  <a:lnTo>
                    <a:pt x="342043" y="723233"/>
                  </a:lnTo>
                  <a:lnTo>
                    <a:pt x="342709" y="722662"/>
                  </a:lnTo>
                  <a:lnTo>
                    <a:pt x="343948" y="722090"/>
                  </a:lnTo>
                  <a:lnTo>
                    <a:pt x="345281" y="721614"/>
                  </a:lnTo>
                  <a:lnTo>
                    <a:pt x="346234" y="721424"/>
                  </a:lnTo>
                  <a:lnTo>
                    <a:pt x="349567" y="721233"/>
                  </a:lnTo>
                  <a:lnTo>
                    <a:pt x="350710" y="721424"/>
                  </a:lnTo>
                  <a:lnTo>
                    <a:pt x="350996" y="721519"/>
                  </a:lnTo>
                  <a:lnTo>
                    <a:pt x="353282" y="722376"/>
                  </a:lnTo>
                  <a:lnTo>
                    <a:pt x="354521" y="722471"/>
                  </a:lnTo>
                  <a:lnTo>
                    <a:pt x="355759" y="722757"/>
                  </a:lnTo>
                  <a:lnTo>
                    <a:pt x="356806" y="723519"/>
                  </a:lnTo>
                  <a:lnTo>
                    <a:pt x="359664" y="727329"/>
                  </a:lnTo>
                  <a:lnTo>
                    <a:pt x="360521" y="727996"/>
                  </a:lnTo>
                  <a:lnTo>
                    <a:pt x="361759" y="728282"/>
                  </a:lnTo>
                  <a:lnTo>
                    <a:pt x="364046" y="728377"/>
                  </a:lnTo>
                  <a:lnTo>
                    <a:pt x="364141" y="728377"/>
                  </a:lnTo>
                  <a:lnTo>
                    <a:pt x="365379" y="728567"/>
                  </a:lnTo>
                  <a:lnTo>
                    <a:pt x="366331" y="728948"/>
                  </a:lnTo>
                  <a:lnTo>
                    <a:pt x="366713" y="728567"/>
                  </a:lnTo>
                  <a:lnTo>
                    <a:pt x="369284" y="729901"/>
                  </a:lnTo>
                  <a:lnTo>
                    <a:pt x="372142" y="731996"/>
                  </a:lnTo>
                  <a:lnTo>
                    <a:pt x="372523" y="731996"/>
                  </a:lnTo>
                  <a:lnTo>
                    <a:pt x="374904" y="733616"/>
                  </a:lnTo>
                  <a:lnTo>
                    <a:pt x="376523" y="735806"/>
                  </a:lnTo>
                  <a:lnTo>
                    <a:pt x="379000" y="741045"/>
                  </a:lnTo>
                  <a:lnTo>
                    <a:pt x="379571" y="741902"/>
                  </a:lnTo>
                  <a:lnTo>
                    <a:pt x="380047" y="742188"/>
                  </a:lnTo>
                  <a:lnTo>
                    <a:pt x="380238" y="742569"/>
                  </a:lnTo>
                  <a:lnTo>
                    <a:pt x="380714" y="743426"/>
                  </a:lnTo>
                  <a:lnTo>
                    <a:pt x="381286" y="743712"/>
                  </a:lnTo>
                  <a:lnTo>
                    <a:pt x="382905" y="743426"/>
                  </a:lnTo>
                  <a:lnTo>
                    <a:pt x="383572" y="743522"/>
                  </a:lnTo>
                  <a:lnTo>
                    <a:pt x="384334" y="744093"/>
                  </a:lnTo>
                  <a:lnTo>
                    <a:pt x="383191" y="746093"/>
                  </a:lnTo>
                  <a:lnTo>
                    <a:pt x="382905" y="747141"/>
                  </a:lnTo>
                  <a:lnTo>
                    <a:pt x="382810" y="748475"/>
                  </a:lnTo>
                  <a:lnTo>
                    <a:pt x="382905" y="750189"/>
                  </a:lnTo>
                  <a:lnTo>
                    <a:pt x="382810" y="750665"/>
                  </a:lnTo>
                  <a:lnTo>
                    <a:pt x="382429" y="751142"/>
                  </a:lnTo>
                  <a:lnTo>
                    <a:pt x="381476" y="751999"/>
                  </a:lnTo>
                  <a:lnTo>
                    <a:pt x="380905" y="753427"/>
                  </a:lnTo>
                  <a:lnTo>
                    <a:pt x="380047" y="754380"/>
                  </a:lnTo>
                  <a:lnTo>
                    <a:pt x="378047" y="755999"/>
                  </a:lnTo>
                  <a:lnTo>
                    <a:pt x="376047" y="757333"/>
                  </a:lnTo>
                  <a:lnTo>
                    <a:pt x="374809" y="757904"/>
                  </a:lnTo>
                  <a:lnTo>
                    <a:pt x="373856" y="758190"/>
                  </a:lnTo>
                  <a:lnTo>
                    <a:pt x="372713" y="759333"/>
                  </a:lnTo>
                  <a:lnTo>
                    <a:pt x="370522" y="764572"/>
                  </a:lnTo>
                  <a:lnTo>
                    <a:pt x="369760" y="767239"/>
                  </a:lnTo>
                  <a:lnTo>
                    <a:pt x="369665" y="772859"/>
                  </a:lnTo>
                  <a:lnTo>
                    <a:pt x="369570" y="773335"/>
                  </a:lnTo>
                  <a:lnTo>
                    <a:pt x="369284" y="774287"/>
                  </a:lnTo>
                  <a:lnTo>
                    <a:pt x="369284" y="774859"/>
                  </a:lnTo>
                  <a:lnTo>
                    <a:pt x="369475" y="775335"/>
                  </a:lnTo>
                  <a:lnTo>
                    <a:pt x="369760" y="775811"/>
                  </a:lnTo>
                  <a:lnTo>
                    <a:pt x="370141" y="776192"/>
                  </a:lnTo>
                  <a:lnTo>
                    <a:pt x="370522" y="776383"/>
                  </a:lnTo>
                  <a:lnTo>
                    <a:pt x="370713" y="776478"/>
                  </a:lnTo>
                  <a:lnTo>
                    <a:pt x="370808" y="776668"/>
                  </a:lnTo>
                  <a:lnTo>
                    <a:pt x="370999" y="776764"/>
                  </a:lnTo>
                  <a:lnTo>
                    <a:pt x="371284" y="776573"/>
                  </a:lnTo>
                  <a:lnTo>
                    <a:pt x="371856" y="775716"/>
                  </a:lnTo>
                  <a:lnTo>
                    <a:pt x="371951" y="775621"/>
                  </a:lnTo>
                  <a:lnTo>
                    <a:pt x="372999" y="776097"/>
                  </a:lnTo>
                  <a:lnTo>
                    <a:pt x="373189" y="777145"/>
                  </a:lnTo>
                  <a:lnTo>
                    <a:pt x="373094" y="778193"/>
                  </a:lnTo>
                  <a:lnTo>
                    <a:pt x="372904" y="779621"/>
                  </a:lnTo>
                  <a:lnTo>
                    <a:pt x="373856" y="782955"/>
                  </a:lnTo>
                  <a:lnTo>
                    <a:pt x="374047" y="784193"/>
                  </a:lnTo>
                  <a:lnTo>
                    <a:pt x="374047" y="788765"/>
                  </a:lnTo>
                  <a:lnTo>
                    <a:pt x="374047" y="789146"/>
                  </a:lnTo>
                  <a:lnTo>
                    <a:pt x="373856" y="789337"/>
                  </a:lnTo>
                  <a:lnTo>
                    <a:pt x="373094" y="789432"/>
                  </a:lnTo>
                  <a:lnTo>
                    <a:pt x="372808" y="789718"/>
                  </a:lnTo>
                  <a:lnTo>
                    <a:pt x="372904" y="790384"/>
                  </a:lnTo>
                  <a:lnTo>
                    <a:pt x="373285" y="791527"/>
                  </a:lnTo>
                  <a:lnTo>
                    <a:pt x="373380" y="792670"/>
                  </a:lnTo>
                  <a:lnTo>
                    <a:pt x="374047" y="795337"/>
                  </a:lnTo>
                  <a:lnTo>
                    <a:pt x="374904" y="797243"/>
                  </a:lnTo>
                  <a:lnTo>
                    <a:pt x="376238" y="799148"/>
                  </a:lnTo>
                  <a:lnTo>
                    <a:pt x="379762" y="802862"/>
                  </a:lnTo>
                  <a:lnTo>
                    <a:pt x="380429" y="803719"/>
                  </a:lnTo>
                  <a:lnTo>
                    <a:pt x="381095" y="805720"/>
                  </a:lnTo>
                  <a:lnTo>
                    <a:pt x="381762" y="806672"/>
                  </a:lnTo>
                  <a:lnTo>
                    <a:pt x="383191" y="808006"/>
                  </a:lnTo>
                  <a:lnTo>
                    <a:pt x="384048" y="808577"/>
                  </a:lnTo>
                  <a:lnTo>
                    <a:pt x="390620" y="811435"/>
                  </a:lnTo>
                  <a:lnTo>
                    <a:pt x="393382" y="812578"/>
                  </a:lnTo>
                  <a:lnTo>
                    <a:pt x="400717" y="816769"/>
                  </a:lnTo>
                  <a:lnTo>
                    <a:pt x="401669" y="816959"/>
                  </a:lnTo>
                  <a:lnTo>
                    <a:pt x="402050" y="817150"/>
                  </a:lnTo>
                  <a:lnTo>
                    <a:pt x="402241" y="817531"/>
                  </a:lnTo>
                  <a:lnTo>
                    <a:pt x="402431" y="818007"/>
                  </a:lnTo>
                  <a:lnTo>
                    <a:pt x="402622" y="818388"/>
                  </a:lnTo>
                  <a:lnTo>
                    <a:pt x="403098" y="818769"/>
                  </a:lnTo>
                  <a:lnTo>
                    <a:pt x="404717" y="819531"/>
                  </a:lnTo>
                  <a:lnTo>
                    <a:pt x="405098" y="819150"/>
                  </a:lnTo>
                  <a:lnTo>
                    <a:pt x="408527" y="821150"/>
                  </a:lnTo>
                  <a:lnTo>
                    <a:pt x="409861" y="821626"/>
                  </a:lnTo>
                  <a:lnTo>
                    <a:pt x="410432" y="821626"/>
                  </a:lnTo>
                  <a:lnTo>
                    <a:pt x="411099" y="821531"/>
                  </a:lnTo>
                  <a:lnTo>
                    <a:pt x="411766" y="821531"/>
                  </a:lnTo>
                  <a:lnTo>
                    <a:pt x="414052" y="822579"/>
                  </a:lnTo>
                  <a:lnTo>
                    <a:pt x="415480" y="822960"/>
                  </a:lnTo>
                  <a:lnTo>
                    <a:pt x="420814" y="825532"/>
                  </a:lnTo>
                  <a:lnTo>
                    <a:pt x="422148" y="825818"/>
                  </a:lnTo>
                  <a:lnTo>
                    <a:pt x="424148" y="825151"/>
                  </a:lnTo>
                  <a:lnTo>
                    <a:pt x="426625" y="825722"/>
                  </a:lnTo>
                  <a:lnTo>
                    <a:pt x="427672" y="825722"/>
                  </a:lnTo>
                  <a:lnTo>
                    <a:pt x="428720" y="824484"/>
                  </a:lnTo>
                  <a:lnTo>
                    <a:pt x="429958" y="820865"/>
                  </a:lnTo>
                  <a:lnTo>
                    <a:pt x="431673" y="815816"/>
                  </a:lnTo>
                  <a:lnTo>
                    <a:pt x="432149" y="815054"/>
                  </a:lnTo>
                  <a:lnTo>
                    <a:pt x="432340" y="814578"/>
                  </a:lnTo>
                  <a:lnTo>
                    <a:pt x="432244" y="813244"/>
                  </a:lnTo>
                  <a:lnTo>
                    <a:pt x="432340" y="812768"/>
                  </a:lnTo>
                  <a:lnTo>
                    <a:pt x="432911" y="812578"/>
                  </a:lnTo>
                  <a:lnTo>
                    <a:pt x="433483" y="812864"/>
                  </a:lnTo>
                  <a:lnTo>
                    <a:pt x="434149" y="813435"/>
                  </a:lnTo>
                  <a:lnTo>
                    <a:pt x="436150" y="813435"/>
                  </a:lnTo>
                  <a:lnTo>
                    <a:pt x="436721" y="813530"/>
                  </a:lnTo>
                  <a:lnTo>
                    <a:pt x="437293" y="813626"/>
                  </a:lnTo>
                  <a:lnTo>
                    <a:pt x="437769" y="814102"/>
                  </a:lnTo>
                  <a:lnTo>
                    <a:pt x="437959" y="814768"/>
                  </a:lnTo>
                  <a:lnTo>
                    <a:pt x="438721" y="816674"/>
                  </a:lnTo>
                  <a:lnTo>
                    <a:pt x="438912" y="817531"/>
                  </a:lnTo>
                  <a:lnTo>
                    <a:pt x="438721" y="819626"/>
                  </a:lnTo>
                  <a:lnTo>
                    <a:pt x="437959" y="821150"/>
                  </a:lnTo>
                  <a:lnTo>
                    <a:pt x="435959" y="823627"/>
                  </a:lnTo>
                  <a:lnTo>
                    <a:pt x="435102" y="825056"/>
                  </a:lnTo>
                  <a:lnTo>
                    <a:pt x="434721" y="825913"/>
                  </a:lnTo>
                  <a:lnTo>
                    <a:pt x="434530" y="826770"/>
                  </a:lnTo>
                  <a:lnTo>
                    <a:pt x="434245" y="827532"/>
                  </a:lnTo>
                  <a:lnTo>
                    <a:pt x="433768" y="828294"/>
                  </a:lnTo>
                  <a:lnTo>
                    <a:pt x="433578" y="829151"/>
                  </a:lnTo>
                  <a:lnTo>
                    <a:pt x="434149" y="830199"/>
                  </a:lnTo>
                  <a:lnTo>
                    <a:pt x="434530" y="830390"/>
                  </a:lnTo>
                  <a:lnTo>
                    <a:pt x="435102" y="830580"/>
                  </a:lnTo>
                  <a:lnTo>
                    <a:pt x="435673" y="830866"/>
                  </a:lnTo>
                  <a:lnTo>
                    <a:pt x="435864" y="831437"/>
                  </a:lnTo>
                  <a:lnTo>
                    <a:pt x="435959" y="831914"/>
                  </a:lnTo>
                  <a:lnTo>
                    <a:pt x="436245" y="832485"/>
                  </a:lnTo>
                  <a:lnTo>
                    <a:pt x="436531" y="832961"/>
                  </a:lnTo>
                  <a:lnTo>
                    <a:pt x="436816" y="833152"/>
                  </a:lnTo>
                  <a:lnTo>
                    <a:pt x="437959" y="833247"/>
                  </a:lnTo>
                  <a:lnTo>
                    <a:pt x="438721" y="833533"/>
                  </a:lnTo>
                  <a:lnTo>
                    <a:pt x="439198" y="834104"/>
                  </a:lnTo>
                  <a:lnTo>
                    <a:pt x="439579" y="834866"/>
                  </a:lnTo>
                  <a:lnTo>
                    <a:pt x="439864" y="835914"/>
                  </a:lnTo>
                  <a:lnTo>
                    <a:pt x="439960" y="840105"/>
                  </a:lnTo>
                  <a:lnTo>
                    <a:pt x="440246" y="840772"/>
                  </a:lnTo>
                  <a:lnTo>
                    <a:pt x="441007" y="840962"/>
                  </a:lnTo>
                  <a:lnTo>
                    <a:pt x="443579" y="841058"/>
                  </a:lnTo>
                  <a:lnTo>
                    <a:pt x="444436" y="841058"/>
                  </a:lnTo>
                  <a:lnTo>
                    <a:pt x="445198" y="840676"/>
                  </a:lnTo>
                  <a:lnTo>
                    <a:pt x="446151" y="839724"/>
                  </a:lnTo>
                  <a:lnTo>
                    <a:pt x="446913" y="838676"/>
                  </a:lnTo>
                  <a:lnTo>
                    <a:pt x="450247" y="832961"/>
                  </a:lnTo>
                  <a:lnTo>
                    <a:pt x="455295" y="825818"/>
                  </a:lnTo>
                  <a:lnTo>
                    <a:pt x="459105" y="821150"/>
                  </a:lnTo>
                  <a:lnTo>
                    <a:pt x="460057" y="818959"/>
                  </a:lnTo>
                  <a:lnTo>
                    <a:pt x="460438" y="817435"/>
                  </a:lnTo>
                  <a:lnTo>
                    <a:pt x="460629" y="817054"/>
                  </a:lnTo>
                  <a:lnTo>
                    <a:pt x="460819" y="816483"/>
                  </a:lnTo>
                  <a:lnTo>
                    <a:pt x="460438" y="815435"/>
                  </a:lnTo>
                  <a:lnTo>
                    <a:pt x="460629" y="814864"/>
                  </a:lnTo>
                  <a:lnTo>
                    <a:pt x="461200" y="813911"/>
                  </a:lnTo>
                  <a:lnTo>
                    <a:pt x="461391" y="812768"/>
                  </a:lnTo>
                  <a:lnTo>
                    <a:pt x="461391" y="811625"/>
                  </a:lnTo>
                  <a:lnTo>
                    <a:pt x="461200" y="810673"/>
                  </a:lnTo>
                  <a:lnTo>
                    <a:pt x="458629" y="803815"/>
                  </a:lnTo>
                  <a:lnTo>
                    <a:pt x="458152" y="803148"/>
                  </a:lnTo>
                  <a:lnTo>
                    <a:pt x="457962" y="802767"/>
                  </a:lnTo>
                  <a:lnTo>
                    <a:pt x="457867" y="802195"/>
                  </a:lnTo>
                  <a:lnTo>
                    <a:pt x="457962" y="801052"/>
                  </a:lnTo>
                  <a:lnTo>
                    <a:pt x="457962" y="800481"/>
                  </a:lnTo>
                  <a:lnTo>
                    <a:pt x="457771" y="800005"/>
                  </a:lnTo>
                  <a:lnTo>
                    <a:pt x="457200" y="799243"/>
                  </a:lnTo>
                  <a:lnTo>
                    <a:pt x="455676" y="796004"/>
                  </a:lnTo>
                  <a:lnTo>
                    <a:pt x="455485" y="795242"/>
                  </a:lnTo>
                  <a:lnTo>
                    <a:pt x="455390" y="793147"/>
                  </a:lnTo>
                  <a:lnTo>
                    <a:pt x="455009" y="792194"/>
                  </a:lnTo>
                  <a:lnTo>
                    <a:pt x="454152" y="791242"/>
                  </a:lnTo>
                  <a:lnTo>
                    <a:pt x="453104" y="790861"/>
                  </a:lnTo>
                  <a:lnTo>
                    <a:pt x="452152" y="791527"/>
                  </a:lnTo>
                  <a:lnTo>
                    <a:pt x="450723" y="790099"/>
                  </a:lnTo>
                  <a:lnTo>
                    <a:pt x="448437" y="787241"/>
                  </a:lnTo>
                  <a:lnTo>
                    <a:pt x="446722" y="786098"/>
                  </a:lnTo>
                  <a:lnTo>
                    <a:pt x="446818" y="787527"/>
                  </a:lnTo>
                  <a:lnTo>
                    <a:pt x="446151" y="787813"/>
                  </a:lnTo>
                  <a:lnTo>
                    <a:pt x="445294" y="787432"/>
                  </a:lnTo>
                  <a:lnTo>
                    <a:pt x="444913" y="786956"/>
                  </a:lnTo>
                  <a:lnTo>
                    <a:pt x="444722" y="785908"/>
                  </a:lnTo>
                  <a:lnTo>
                    <a:pt x="443960" y="783812"/>
                  </a:lnTo>
                  <a:lnTo>
                    <a:pt x="443770" y="782955"/>
                  </a:lnTo>
                  <a:lnTo>
                    <a:pt x="443960" y="780478"/>
                  </a:lnTo>
                  <a:lnTo>
                    <a:pt x="444436" y="778002"/>
                  </a:lnTo>
                  <a:lnTo>
                    <a:pt x="445198" y="775716"/>
                  </a:lnTo>
                  <a:lnTo>
                    <a:pt x="446341" y="773716"/>
                  </a:lnTo>
                  <a:lnTo>
                    <a:pt x="448723" y="770858"/>
                  </a:lnTo>
                  <a:lnTo>
                    <a:pt x="449294" y="770382"/>
                  </a:lnTo>
                  <a:lnTo>
                    <a:pt x="449485" y="769239"/>
                  </a:lnTo>
                  <a:lnTo>
                    <a:pt x="449675" y="766953"/>
                  </a:lnTo>
                  <a:lnTo>
                    <a:pt x="450818" y="765048"/>
                  </a:lnTo>
                  <a:lnTo>
                    <a:pt x="452533" y="764286"/>
                  </a:lnTo>
                  <a:lnTo>
                    <a:pt x="454342" y="763905"/>
                  </a:lnTo>
                  <a:lnTo>
                    <a:pt x="455866" y="763048"/>
                  </a:lnTo>
                  <a:lnTo>
                    <a:pt x="457771" y="761238"/>
                  </a:lnTo>
                  <a:lnTo>
                    <a:pt x="458057" y="760667"/>
                  </a:lnTo>
                  <a:lnTo>
                    <a:pt x="458152" y="760190"/>
                  </a:lnTo>
                  <a:lnTo>
                    <a:pt x="458629" y="759524"/>
                  </a:lnTo>
                  <a:lnTo>
                    <a:pt x="458819" y="759047"/>
                  </a:lnTo>
                  <a:lnTo>
                    <a:pt x="458914" y="758000"/>
                  </a:lnTo>
                  <a:lnTo>
                    <a:pt x="458629" y="754570"/>
                  </a:lnTo>
                  <a:lnTo>
                    <a:pt x="458819" y="753427"/>
                  </a:lnTo>
                  <a:lnTo>
                    <a:pt x="459391" y="752380"/>
                  </a:lnTo>
                  <a:lnTo>
                    <a:pt x="459867" y="751999"/>
                  </a:lnTo>
                  <a:lnTo>
                    <a:pt x="459867" y="751999"/>
                  </a:lnTo>
                  <a:lnTo>
                    <a:pt x="460438" y="751523"/>
                  </a:lnTo>
                  <a:lnTo>
                    <a:pt x="463582" y="749808"/>
                  </a:lnTo>
                  <a:lnTo>
                    <a:pt x="466725" y="747522"/>
                  </a:lnTo>
                  <a:lnTo>
                    <a:pt x="467677" y="747236"/>
                  </a:lnTo>
                  <a:lnTo>
                    <a:pt x="467963" y="747332"/>
                  </a:lnTo>
                  <a:lnTo>
                    <a:pt x="468725" y="747522"/>
                  </a:lnTo>
                  <a:lnTo>
                    <a:pt x="469106" y="748284"/>
                  </a:lnTo>
                  <a:lnTo>
                    <a:pt x="469106" y="749332"/>
                  </a:lnTo>
                  <a:lnTo>
                    <a:pt x="468916" y="750475"/>
                  </a:lnTo>
                  <a:lnTo>
                    <a:pt x="468916" y="752570"/>
                  </a:lnTo>
                  <a:lnTo>
                    <a:pt x="471011" y="757714"/>
                  </a:lnTo>
                  <a:lnTo>
                    <a:pt x="471392" y="759904"/>
                  </a:lnTo>
                  <a:lnTo>
                    <a:pt x="471678" y="760667"/>
                  </a:lnTo>
                  <a:lnTo>
                    <a:pt x="472345" y="761524"/>
                  </a:lnTo>
                  <a:lnTo>
                    <a:pt x="475488" y="764572"/>
                  </a:lnTo>
                  <a:lnTo>
                    <a:pt x="476059" y="765715"/>
                  </a:lnTo>
                  <a:lnTo>
                    <a:pt x="476059" y="766762"/>
                  </a:lnTo>
                  <a:lnTo>
                    <a:pt x="475583" y="769239"/>
                  </a:lnTo>
                  <a:lnTo>
                    <a:pt x="475964" y="770192"/>
                  </a:lnTo>
                  <a:lnTo>
                    <a:pt x="477964" y="773049"/>
                  </a:lnTo>
                  <a:lnTo>
                    <a:pt x="479012" y="773620"/>
                  </a:lnTo>
                  <a:lnTo>
                    <a:pt x="480346" y="774001"/>
                  </a:lnTo>
                  <a:lnTo>
                    <a:pt x="481013" y="774287"/>
                  </a:lnTo>
                  <a:lnTo>
                    <a:pt x="481203" y="774859"/>
                  </a:lnTo>
                  <a:lnTo>
                    <a:pt x="481203" y="776287"/>
                  </a:lnTo>
                  <a:lnTo>
                    <a:pt x="481298" y="777431"/>
                  </a:lnTo>
                  <a:lnTo>
                    <a:pt x="481870" y="779335"/>
                  </a:lnTo>
                  <a:lnTo>
                    <a:pt x="481870" y="780478"/>
                  </a:lnTo>
                  <a:lnTo>
                    <a:pt x="481203" y="783717"/>
                  </a:lnTo>
                  <a:lnTo>
                    <a:pt x="481108" y="784955"/>
                  </a:lnTo>
                  <a:lnTo>
                    <a:pt x="481774" y="791527"/>
                  </a:lnTo>
                  <a:lnTo>
                    <a:pt x="482060" y="792575"/>
                  </a:lnTo>
                  <a:lnTo>
                    <a:pt x="482727" y="793433"/>
                  </a:lnTo>
                  <a:lnTo>
                    <a:pt x="484060" y="795909"/>
                  </a:lnTo>
                  <a:lnTo>
                    <a:pt x="484060" y="796481"/>
                  </a:lnTo>
                  <a:lnTo>
                    <a:pt x="483965" y="797147"/>
                  </a:lnTo>
                  <a:lnTo>
                    <a:pt x="483965" y="797814"/>
                  </a:lnTo>
                  <a:lnTo>
                    <a:pt x="484156" y="798290"/>
                  </a:lnTo>
                  <a:lnTo>
                    <a:pt x="485965" y="799528"/>
                  </a:lnTo>
                  <a:lnTo>
                    <a:pt x="486061" y="800100"/>
                  </a:lnTo>
                  <a:lnTo>
                    <a:pt x="486251" y="802767"/>
                  </a:lnTo>
                  <a:lnTo>
                    <a:pt x="486442" y="803529"/>
                  </a:lnTo>
                  <a:lnTo>
                    <a:pt x="487204" y="803719"/>
                  </a:lnTo>
                  <a:lnTo>
                    <a:pt x="487489" y="802862"/>
                  </a:lnTo>
                  <a:lnTo>
                    <a:pt x="487680" y="798100"/>
                  </a:lnTo>
                  <a:lnTo>
                    <a:pt x="488537" y="793909"/>
                  </a:lnTo>
                  <a:lnTo>
                    <a:pt x="488632" y="786193"/>
                  </a:lnTo>
                  <a:lnTo>
                    <a:pt x="489490" y="781526"/>
                  </a:lnTo>
                  <a:lnTo>
                    <a:pt x="490156" y="779335"/>
                  </a:lnTo>
                  <a:lnTo>
                    <a:pt x="490061" y="778193"/>
                  </a:lnTo>
                  <a:lnTo>
                    <a:pt x="489490" y="777716"/>
                  </a:lnTo>
                  <a:lnTo>
                    <a:pt x="488537" y="777050"/>
                  </a:lnTo>
                  <a:lnTo>
                    <a:pt x="487585" y="776192"/>
                  </a:lnTo>
                  <a:lnTo>
                    <a:pt x="486823" y="774287"/>
                  </a:lnTo>
                  <a:lnTo>
                    <a:pt x="486061" y="773240"/>
                  </a:lnTo>
                  <a:lnTo>
                    <a:pt x="485489" y="772097"/>
                  </a:lnTo>
                  <a:lnTo>
                    <a:pt x="485680" y="770953"/>
                  </a:lnTo>
                  <a:lnTo>
                    <a:pt x="486251" y="771716"/>
                  </a:lnTo>
                  <a:lnTo>
                    <a:pt x="486346" y="772001"/>
                  </a:lnTo>
                  <a:lnTo>
                    <a:pt x="486727" y="772001"/>
                  </a:lnTo>
                  <a:lnTo>
                    <a:pt x="486727" y="769810"/>
                  </a:lnTo>
                  <a:lnTo>
                    <a:pt x="487871" y="769334"/>
                  </a:lnTo>
                  <a:lnTo>
                    <a:pt x="489490" y="770096"/>
                  </a:lnTo>
                  <a:lnTo>
                    <a:pt x="490823" y="771620"/>
                  </a:lnTo>
                  <a:lnTo>
                    <a:pt x="492061" y="775049"/>
                  </a:lnTo>
                  <a:lnTo>
                    <a:pt x="493014" y="776478"/>
                  </a:lnTo>
                  <a:lnTo>
                    <a:pt x="494633" y="777050"/>
                  </a:lnTo>
                  <a:lnTo>
                    <a:pt x="495014" y="776668"/>
                  </a:lnTo>
                  <a:lnTo>
                    <a:pt x="495109" y="775716"/>
                  </a:lnTo>
                  <a:lnTo>
                    <a:pt x="495014" y="774573"/>
                  </a:lnTo>
                  <a:lnTo>
                    <a:pt x="494824" y="773811"/>
                  </a:lnTo>
                  <a:lnTo>
                    <a:pt x="494347" y="773335"/>
                  </a:lnTo>
                  <a:lnTo>
                    <a:pt x="492919" y="772097"/>
                  </a:lnTo>
                  <a:lnTo>
                    <a:pt x="492633" y="771430"/>
                  </a:lnTo>
                  <a:lnTo>
                    <a:pt x="492728" y="770096"/>
                  </a:lnTo>
                  <a:lnTo>
                    <a:pt x="493109" y="768477"/>
                  </a:lnTo>
                  <a:lnTo>
                    <a:pt x="493871" y="766953"/>
                  </a:lnTo>
                  <a:lnTo>
                    <a:pt x="495205" y="765810"/>
                  </a:lnTo>
                  <a:lnTo>
                    <a:pt x="496729" y="766477"/>
                  </a:lnTo>
                  <a:lnTo>
                    <a:pt x="498729" y="766858"/>
                  </a:lnTo>
                  <a:lnTo>
                    <a:pt x="500539" y="766667"/>
                  </a:lnTo>
                  <a:lnTo>
                    <a:pt x="501301" y="765619"/>
                  </a:lnTo>
                  <a:lnTo>
                    <a:pt x="501396" y="763715"/>
                  </a:lnTo>
                  <a:lnTo>
                    <a:pt x="501777" y="762286"/>
                  </a:lnTo>
                  <a:lnTo>
                    <a:pt x="502539" y="761048"/>
                  </a:lnTo>
                  <a:lnTo>
                    <a:pt x="504254" y="759428"/>
                  </a:lnTo>
                  <a:lnTo>
                    <a:pt x="504634" y="758857"/>
                  </a:lnTo>
                  <a:lnTo>
                    <a:pt x="505682" y="755999"/>
                  </a:lnTo>
                  <a:lnTo>
                    <a:pt x="505968" y="755523"/>
                  </a:lnTo>
                  <a:lnTo>
                    <a:pt x="506349" y="755333"/>
                  </a:lnTo>
                  <a:lnTo>
                    <a:pt x="506825" y="755237"/>
                  </a:lnTo>
                  <a:lnTo>
                    <a:pt x="507206" y="755047"/>
                  </a:lnTo>
                  <a:lnTo>
                    <a:pt x="507397" y="754666"/>
                  </a:lnTo>
                  <a:lnTo>
                    <a:pt x="507682" y="753713"/>
                  </a:lnTo>
                  <a:lnTo>
                    <a:pt x="508921" y="752094"/>
                  </a:lnTo>
                  <a:lnTo>
                    <a:pt x="509206" y="751046"/>
                  </a:lnTo>
                  <a:lnTo>
                    <a:pt x="508730" y="749808"/>
                  </a:lnTo>
                  <a:close/>
                  <a:moveTo>
                    <a:pt x="445960" y="847249"/>
                  </a:moveTo>
                  <a:lnTo>
                    <a:pt x="445198" y="846963"/>
                  </a:lnTo>
                  <a:lnTo>
                    <a:pt x="443770" y="846963"/>
                  </a:lnTo>
                  <a:lnTo>
                    <a:pt x="442817" y="847439"/>
                  </a:lnTo>
                  <a:lnTo>
                    <a:pt x="441960" y="848582"/>
                  </a:lnTo>
                  <a:lnTo>
                    <a:pt x="441484" y="848963"/>
                  </a:lnTo>
                  <a:lnTo>
                    <a:pt x="441484" y="849249"/>
                  </a:lnTo>
                  <a:lnTo>
                    <a:pt x="441960" y="849630"/>
                  </a:lnTo>
                  <a:lnTo>
                    <a:pt x="442436" y="850106"/>
                  </a:lnTo>
                  <a:lnTo>
                    <a:pt x="443103" y="850297"/>
                  </a:lnTo>
                  <a:lnTo>
                    <a:pt x="443960" y="850106"/>
                  </a:lnTo>
                  <a:lnTo>
                    <a:pt x="444913" y="850011"/>
                  </a:lnTo>
                  <a:lnTo>
                    <a:pt x="445580" y="850201"/>
                  </a:lnTo>
                  <a:lnTo>
                    <a:pt x="445960" y="850201"/>
                  </a:lnTo>
                  <a:lnTo>
                    <a:pt x="446246" y="849725"/>
                  </a:lnTo>
                  <a:lnTo>
                    <a:pt x="446341" y="848201"/>
                  </a:lnTo>
                  <a:lnTo>
                    <a:pt x="446246" y="847534"/>
                  </a:lnTo>
                  <a:lnTo>
                    <a:pt x="445960" y="847249"/>
                  </a:lnTo>
                  <a:close/>
                  <a:moveTo>
                    <a:pt x="286702" y="351853"/>
                  </a:moveTo>
                  <a:lnTo>
                    <a:pt x="285845" y="352044"/>
                  </a:lnTo>
                  <a:lnTo>
                    <a:pt x="284988" y="352520"/>
                  </a:lnTo>
                  <a:lnTo>
                    <a:pt x="283750" y="352997"/>
                  </a:lnTo>
                  <a:lnTo>
                    <a:pt x="282416" y="353759"/>
                  </a:lnTo>
                  <a:lnTo>
                    <a:pt x="282607" y="354616"/>
                  </a:lnTo>
                  <a:lnTo>
                    <a:pt x="284416" y="354806"/>
                  </a:lnTo>
                  <a:lnTo>
                    <a:pt x="285559" y="354711"/>
                  </a:lnTo>
                  <a:lnTo>
                    <a:pt x="286798" y="354425"/>
                  </a:lnTo>
                  <a:lnTo>
                    <a:pt x="287941" y="353377"/>
                  </a:lnTo>
                  <a:lnTo>
                    <a:pt x="287846" y="352616"/>
                  </a:lnTo>
                  <a:lnTo>
                    <a:pt x="287464" y="352330"/>
                  </a:lnTo>
                  <a:lnTo>
                    <a:pt x="286702" y="351853"/>
                  </a:lnTo>
                  <a:close/>
                  <a:moveTo>
                    <a:pt x="261080" y="353759"/>
                  </a:moveTo>
                  <a:lnTo>
                    <a:pt x="260985" y="355187"/>
                  </a:lnTo>
                  <a:lnTo>
                    <a:pt x="261366" y="356330"/>
                  </a:lnTo>
                  <a:lnTo>
                    <a:pt x="262604" y="356807"/>
                  </a:lnTo>
                  <a:lnTo>
                    <a:pt x="263747" y="356521"/>
                  </a:lnTo>
                  <a:lnTo>
                    <a:pt x="264985" y="355854"/>
                  </a:lnTo>
                  <a:lnTo>
                    <a:pt x="266033" y="354901"/>
                  </a:lnTo>
                  <a:lnTo>
                    <a:pt x="267081" y="352234"/>
                  </a:lnTo>
                  <a:lnTo>
                    <a:pt x="267176" y="351473"/>
                  </a:lnTo>
                  <a:lnTo>
                    <a:pt x="266605" y="348043"/>
                  </a:lnTo>
                  <a:lnTo>
                    <a:pt x="266224" y="346900"/>
                  </a:lnTo>
                  <a:lnTo>
                    <a:pt x="265557" y="345948"/>
                  </a:lnTo>
                  <a:lnTo>
                    <a:pt x="264605" y="346043"/>
                  </a:lnTo>
                  <a:lnTo>
                    <a:pt x="264414" y="345281"/>
                  </a:lnTo>
                  <a:lnTo>
                    <a:pt x="264319" y="344710"/>
                  </a:lnTo>
                  <a:lnTo>
                    <a:pt x="264223" y="342805"/>
                  </a:lnTo>
                  <a:lnTo>
                    <a:pt x="264128" y="342519"/>
                  </a:lnTo>
                  <a:lnTo>
                    <a:pt x="264319" y="342328"/>
                  </a:lnTo>
                  <a:lnTo>
                    <a:pt x="266033" y="341281"/>
                  </a:lnTo>
                  <a:lnTo>
                    <a:pt x="266509" y="340900"/>
                  </a:lnTo>
                  <a:lnTo>
                    <a:pt x="266509" y="340233"/>
                  </a:lnTo>
                  <a:lnTo>
                    <a:pt x="266129" y="338900"/>
                  </a:lnTo>
                  <a:lnTo>
                    <a:pt x="265652" y="339185"/>
                  </a:lnTo>
                  <a:lnTo>
                    <a:pt x="265462" y="338900"/>
                  </a:lnTo>
                  <a:lnTo>
                    <a:pt x="265557" y="338328"/>
                  </a:lnTo>
                  <a:lnTo>
                    <a:pt x="266129" y="337757"/>
                  </a:lnTo>
                  <a:lnTo>
                    <a:pt x="266890" y="337566"/>
                  </a:lnTo>
                  <a:lnTo>
                    <a:pt x="267462" y="337852"/>
                  </a:lnTo>
                  <a:lnTo>
                    <a:pt x="268605" y="339185"/>
                  </a:lnTo>
                  <a:lnTo>
                    <a:pt x="268891" y="338042"/>
                  </a:lnTo>
                  <a:lnTo>
                    <a:pt x="268414" y="337185"/>
                  </a:lnTo>
                  <a:lnTo>
                    <a:pt x="267367" y="336709"/>
                  </a:lnTo>
                  <a:lnTo>
                    <a:pt x="266129" y="336614"/>
                  </a:lnTo>
                  <a:lnTo>
                    <a:pt x="266414" y="335756"/>
                  </a:lnTo>
                  <a:lnTo>
                    <a:pt x="266129" y="335090"/>
                  </a:lnTo>
                  <a:lnTo>
                    <a:pt x="265557" y="334899"/>
                  </a:lnTo>
                  <a:lnTo>
                    <a:pt x="265081" y="335185"/>
                  </a:lnTo>
                  <a:lnTo>
                    <a:pt x="264223" y="334709"/>
                  </a:lnTo>
                  <a:lnTo>
                    <a:pt x="262033" y="334423"/>
                  </a:lnTo>
                  <a:lnTo>
                    <a:pt x="261080" y="334518"/>
                  </a:lnTo>
                  <a:lnTo>
                    <a:pt x="260699" y="334994"/>
                  </a:lnTo>
                  <a:lnTo>
                    <a:pt x="260223" y="335947"/>
                  </a:lnTo>
                  <a:lnTo>
                    <a:pt x="259175" y="335756"/>
                  </a:lnTo>
                  <a:lnTo>
                    <a:pt x="257556" y="334804"/>
                  </a:lnTo>
                  <a:lnTo>
                    <a:pt x="256984" y="335375"/>
                  </a:lnTo>
                  <a:lnTo>
                    <a:pt x="256604" y="336614"/>
                  </a:lnTo>
                  <a:lnTo>
                    <a:pt x="256222" y="340233"/>
                  </a:lnTo>
                  <a:lnTo>
                    <a:pt x="256413" y="340519"/>
                  </a:lnTo>
                  <a:lnTo>
                    <a:pt x="256889" y="340519"/>
                  </a:lnTo>
                  <a:lnTo>
                    <a:pt x="257746" y="340804"/>
                  </a:lnTo>
                  <a:lnTo>
                    <a:pt x="258127" y="341281"/>
                  </a:lnTo>
                  <a:lnTo>
                    <a:pt x="259271" y="342995"/>
                  </a:lnTo>
                  <a:lnTo>
                    <a:pt x="259461" y="343567"/>
                  </a:lnTo>
                  <a:lnTo>
                    <a:pt x="259366" y="345472"/>
                  </a:lnTo>
                  <a:lnTo>
                    <a:pt x="259556" y="346139"/>
                  </a:lnTo>
                  <a:lnTo>
                    <a:pt x="260318" y="346424"/>
                  </a:lnTo>
                  <a:lnTo>
                    <a:pt x="261366" y="347567"/>
                  </a:lnTo>
                  <a:lnTo>
                    <a:pt x="262128" y="350044"/>
                  </a:lnTo>
                  <a:lnTo>
                    <a:pt x="262223" y="352139"/>
                  </a:lnTo>
                  <a:lnTo>
                    <a:pt x="261271" y="352330"/>
                  </a:lnTo>
                  <a:lnTo>
                    <a:pt x="261080" y="353759"/>
                  </a:lnTo>
                  <a:close/>
                  <a:moveTo>
                    <a:pt x="207359" y="840295"/>
                  </a:moveTo>
                  <a:lnTo>
                    <a:pt x="206502" y="839534"/>
                  </a:lnTo>
                  <a:lnTo>
                    <a:pt x="205835" y="839438"/>
                  </a:lnTo>
                  <a:lnTo>
                    <a:pt x="205168" y="839629"/>
                  </a:lnTo>
                  <a:lnTo>
                    <a:pt x="204502" y="840010"/>
                  </a:lnTo>
                  <a:lnTo>
                    <a:pt x="203930" y="840486"/>
                  </a:lnTo>
                  <a:lnTo>
                    <a:pt x="203644" y="840962"/>
                  </a:lnTo>
                  <a:lnTo>
                    <a:pt x="203835" y="841439"/>
                  </a:lnTo>
                  <a:lnTo>
                    <a:pt x="204311" y="842105"/>
                  </a:lnTo>
                  <a:lnTo>
                    <a:pt x="204883" y="842677"/>
                  </a:lnTo>
                  <a:lnTo>
                    <a:pt x="205264" y="842962"/>
                  </a:lnTo>
                  <a:lnTo>
                    <a:pt x="206788" y="843439"/>
                  </a:lnTo>
                  <a:lnTo>
                    <a:pt x="207740" y="843248"/>
                  </a:lnTo>
                  <a:lnTo>
                    <a:pt x="208312" y="842105"/>
                  </a:lnTo>
                  <a:lnTo>
                    <a:pt x="208026" y="841153"/>
                  </a:lnTo>
                  <a:lnTo>
                    <a:pt x="207359" y="840295"/>
                  </a:lnTo>
                  <a:close/>
                  <a:moveTo>
                    <a:pt x="262033" y="814673"/>
                  </a:moveTo>
                  <a:lnTo>
                    <a:pt x="260604" y="815245"/>
                  </a:lnTo>
                  <a:lnTo>
                    <a:pt x="258985" y="815245"/>
                  </a:lnTo>
                  <a:lnTo>
                    <a:pt x="257651" y="814768"/>
                  </a:lnTo>
                  <a:lnTo>
                    <a:pt x="254889" y="813054"/>
                  </a:lnTo>
                  <a:lnTo>
                    <a:pt x="254032" y="812864"/>
                  </a:lnTo>
                  <a:lnTo>
                    <a:pt x="254413" y="813816"/>
                  </a:lnTo>
                  <a:lnTo>
                    <a:pt x="255460" y="814959"/>
                  </a:lnTo>
                  <a:lnTo>
                    <a:pt x="258223" y="816769"/>
                  </a:lnTo>
                  <a:lnTo>
                    <a:pt x="258794" y="816864"/>
                  </a:lnTo>
                  <a:lnTo>
                    <a:pt x="261175" y="816007"/>
                  </a:lnTo>
                  <a:lnTo>
                    <a:pt x="262509" y="815340"/>
                  </a:lnTo>
                  <a:lnTo>
                    <a:pt x="262795" y="815150"/>
                  </a:lnTo>
                  <a:lnTo>
                    <a:pt x="262604" y="814483"/>
                  </a:lnTo>
                  <a:lnTo>
                    <a:pt x="262033" y="814673"/>
                  </a:lnTo>
                  <a:close/>
                  <a:moveTo>
                    <a:pt x="262985" y="382524"/>
                  </a:moveTo>
                  <a:lnTo>
                    <a:pt x="264033" y="383762"/>
                  </a:lnTo>
                  <a:lnTo>
                    <a:pt x="264890" y="384334"/>
                  </a:lnTo>
                  <a:lnTo>
                    <a:pt x="265557" y="384619"/>
                  </a:lnTo>
                  <a:lnTo>
                    <a:pt x="267652" y="386525"/>
                  </a:lnTo>
                  <a:lnTo>
                    <a:pt x="271081" y="388810"/>
                  </a:lnTo>
                  <a:lnTo>
                    <a:pt x="273082" y="390525"/>
                  </a:lnTo>
                  <a:lnTo>
                    <a:pt x="274225" y="391192"/>
                  </a:lnTo>
                  <a:lnTo>
                    <a:pt x="275177" y="391192"/>
                  </a:lnTo>
                  <a:lnTo>
                    <a:pt x="275558" y="389953"/>
                  </a:lnTo>
                  <a:lnTo>
                    <a:pt x="274987" y="388715"/>
                  </a:lnTo>
                  <a:lnTo>
                    <a:pt x="273748" y="387667"/>
                  </a:lnTo>
                  <a:lnTo>
                    <a:pt x="271367" y="386048"/>
                  </a:lnTo>
                  <a:lnTo>
                    <a:pt x="264605" y="380238"/>
                  </a:lnTo>
                  <a:lnTo>
                    <a:pt x="264223" y="379667"/>
                  </a:lnTo>
                  <a:lnTo>
                    <a:pt x="264033" y="379381"/>
                  </a:lnTo>
                  <a:lnTo>
                    <a:pt x="263652" y="379190"/>
                  </a:lnTo>
                  <a:lnTo>
                    <a:pt x="262985" y="379095"/>
                  </a:lnTo>
                  <a:lnTo>
                    <a:pt x="262414" y="379285"/>
                  </a:lnTo>
                  <a:lnTo>
                    <a:pt x="262033" y="379762"/>
                  </a:lnTo>
                  <a:lnTo>
                    <a:pt x="261842" y="380428"/>
                  </a:lnTo>
                  <a:lnTo>
                    <a:pt x="262223" y="381381"/>
                  </a:lnTo>
                  <a:lnTo>
                    <a:pt x="262985" y="382524"/>
                  </a:lnTo>
                  <a:close/>
                  <a:moveTo>
                    <a:pt x="232029" y="494252"/>
                  </a:moveTo>
                  <a:lnTo>
                    <a:pt x="232315" y="494633"/>
                  </a:lnTo>
                  <a:lnTo>
                    <a:pt x="232505" y="495205"/>
                  </a:lnTo>
                  <a:lnTo>
                    <a:pt x="232219" y="496252"/>
                  </a:lnTo>
                  <a:lnTo>
                    <a:pt x="232219" y="496634"/>
                  </a:lnTo>
                  <a:lnTo>
                    <a:pt x="232410" y="497491"/>
                  </a:lnTo>
                  <a:lnTo>
                    <a:pt x="232791" y="498348"/>
                  </a:lnTo>
                  <a:lnTo>
                    <a:pt x="233458" y="498919"/>
                  </a:lnTo>
                  <a:lnTo>
                    <a:pt x="234410" y="498824"/>
                  </a:lnTo>
                  <a:lnTo>
                    <a:pt x="235077" y="498158"/>
                  </a:lnTo>
                  <a:lnTo>
                    <a:pt x="235267" y="497300"/>
                  </a:lnTo>
                  <a:lnTo>
                    <a:pt x="235077" y="496443"/>
                  </a:lnTo>
                  <a:lnTo>
                    <a:pt x="234696" y="495586"/>
                  </a:lnTo>
                  <a:lnTo>
                    <a:pt x="232696" y="493014"/>
                  </a:lnTo>
                  <a:lnTo>
                    <a:pt x="232219" y="492824"/>
                  </a:lnTo>
                  <a:lnTo>
                    <a:pt x="232219" y="492919"/>
                  </a:lnTo>
                  <a:lnTo>
                    <a:pt x="232315" y="493300"/>
                  </a:lnTo>
                  <a:lnTo>
                    <a:pt x="232029" y="493871"/>
                  </a:lnTo>
                  <a:lnTo>
                    <a:pt x="232029" y="494252"/>
                  </a:lnTo>
                  <a:close/>
                  <a:moveTo>
                    <a:pt x="133350" y="878491"/>
                  </a:moveTo>
                  <a:lnTo>
                    <a:pt x="133159" y="877538"/>
                  </a:lnTo>
                  <a:lnTo>
                    <a:pt x="133159" y="877062"/>
                  </a:lnTo>
                  <a:lnTo>
                    <a:pt x="133064" y="876586"/>
                  </a:lnTo>
                  <a:lnTo>
                    <a:pt x="132969" y="876109"/>
                  </a:lnTo>
                  <a:lnTo>
                    <a:pt x="132779" y="875728"/>
                  </a:lnTo>
                  <a:lnTo>
                    <a:pt x="132397" y="875252"/>
                  </a:lnTo>
                  <a:lnTo>
                    <a:pt x="131826" y="874871"/>
                  </a:lnTo>
                  <a:lnTo>
                    <a:pt x="131254" y="874681"/>
                  </a:lnTo>
                  <a:lnTo>
                    <a:pt x="130683" y="874871"/>
                  </a:lnTo>
                  <a:lnTo>
                    <a:pt x="131350" y="876395"/>
                  </a:lnTo>
                  <a:lnTo>
                    <a:pt x="131826" y="878015"/>
                  </a:lnTo>
                  <a:lnTo>
                    <a:pt x="132112" y="881539"/>
                  </a:lnTo>
                  <a:lnTo>
                    <a:pt x="131826" y="884587"/>
                  </a:lnTo>
                  <a:lnTo>
                    <a:pt x="131826" y="887825"/>
                  </a:lnTo>
                  <a:lnTo>
                    <a:pt x="132397" y="887254"/>
                  </a:lnTo>
                  <a:lnTo>
                    <a:pt x="133921" y="883729"/>
                  </a:lnTo>
                  <a:lnTo>
                    <a:pt x="134112" y="882968"/>
                  </a:lnTo>
                  <a:lnTo>
                    <a:pt x="134302" y="882110"/>
                  </a:lnTo>
                  <a:lnTo>
                    <a:pt x="134302" y="881158"/>
                  </a:lnTo>
                  <a:lnTo>
                    <a:pt x="134112" y="880301"/>
                  </a:lnTo>
                  <a:lnTo>
                    <a:pt x="133350" y="878491"/>
                  </a:lnTo>
                  <a:close/>
                  <a:moveTo>
                    <a:pt x="147542" y="529495"/>
                  </a:moveTo>
                  <a:lnTo>
                    <a:pt x="148018" y="529971"/>
                  </a:lnTo>
                  <a:lnTo>
                    <a:pt x="148399" y="530447"/>
                  </a:lnTo>
                  <a:lnTo>
                    <a:pt x="148399" y="530638"/>
                  </a:lnTo>
                  <a:lnTo>
                    <a:pt x="148971" y="530352"/>
                  </a:lnTo>
                  <a:lnTo>
                    <a:pt x="149352" y="529876"/>
                  </a:lnTo>
                  <a:lnTo>
                    <a:pt x="149733" y="529209"/>
                  </a:lnTo>
                  <a:lnTo>
                    <a:pt x="150209" y="529304"/>
                  </a:lnTo>
                  <a:lnTo>
                    <a:pt x="151066" y="529590"/>
                  </a:lnTo>
                  <a:lnTo>
                    <a:pt x="151733" y="529590"/>
                  </a:lnTo>
                  <a:lnTo>
                    <a:pt x="151352" y="530257"/>
                  </a:lnTo>
                  <a:lnTo>
                    <a:pt x="151066" y="531019"/>
                  </a:lnTo>
                  <a:lnTo>
                    <a:pt x="151162" y="531685"/>
                  </a:lnTo>
                  <a:lnTo>
                    <a:pt x="151733" y="532162"/>
                  </a:lnTo>
                  <a:lnTo>
                    <a:pt x="152781" y="530733"/>
                  </a:lnTo>
                  <a:lnTo>
                    <a:pt x="153638" y="528828"/>
                  </a:lnTo>
                  <a:lnTo>
                    <a:pt x="154019" y="526733"/>
                  </a:lnTo>
                  <a:lnTo>
                    <a:pt x="153543" y="524827"/>
                  </a:lnTo>
                  <a:lnTo>
                    <a:pt x="153067" y="524542"/>
                  </a:lnTo>
                  <a:lnTo>
                    <a:pt x="152590" y="524542"/>
                  </a:lnTo>
                  <a:lnTo>
                    <a:pt x="152019" y="524827"/>
                  </a:lnTo>
                  <a:lnTo>
                    <a:pt x="151447" y="525209"/>
                  </a:lnTo>
                  <a:lnTo>
                    <a:pt x="152305" y="525590"/>
                  </a:lnTo>
                  <a:lnTo>
                    <a:pt x="152495" y="526256"/>
                  </a:lnTo>
                  <a:lnTo>
                    <a:pt x="152305" y="527018"/>
                  </a:lnTo>
                  <a:lnTo>
                    <a:pt x="151924" y="527780"/>
                  </a:lnTo>
                  <a:lnTo>
                    <a:pt x="151733" y="527304"/>
                  </a:lnTo>
                  <a:lnTo>
                    <a:pt x="151447" y="527114"/>
                  </a:lnTo>
                  <a:lnTo>
                    <a:pt x="151162" y="527209"/>
                  </a:lnTo>
                  <a:lnTo>
                    <a:pt x="150876" y="527685"/>
                  </a:lnTo>
                  <a:lnTo>
                    <a:pt x="150400" y="527304"/>
                  </a:lnTo>
                  <a:lnTo>
                    <a:pt x="149828" y="526447"/>
                  </a:lnTo>
                  <a:lnTo>
                    <a:pt x="149447" y="525970"/>
                  </a:lnTo>
                  <a:lnTo>
                    <a:pt x="149352" y="527590"/>
                  </a:lnTo>
                  <a:lnTo>
                    <a:pt x="149161" y="528542"/>
                  </a:lnTo>
                  <a:lnTo>
                    <a:pt x="148590" y="528923"/>
                  </a:lnTo>
                  <a:lnTo>
                    <a:pt x="147733" y="528352"/>
                  </a:lnTo>
                  <a:lnTo>
                    <a:pt x="146971" y="527399"/>
                  </a:lnTo>
                  <a:lnTo>
                    <a:pt x="146304" y="526923"/>
                  </a:lnTo>
                  <a:lnTo>
                    <a:pt x="145637" y="527876"/>
                  </a:lnTo>
                  <a:lnTo>
                    <a:pt x="146399" y="528066"/>
                  </a:lnTo>
                  <a:lnTo>
                    <a:pt x="146685" y="529114"/>
                  </a:lnTo>
                  <a:lnTo>
                    <a:pt x="147256" y="529304"/>
                  </a:lnTo>
                  <a:lnTo>
                    <a:pt x="147542" y="529495"/>
                  </a:lnTo>
                  <a:close/>
                  <a:moveTo>
                    <a:pt x="143161" y="576167"/>
                  </a:moveTo>
                  <a:lnTo>
                    <a:pt x="142684" y="575215"/>
                  </a:lnTo>
                  <a:lnTo>
                    <a:pt x="142304" y="573024"/>
                  </a:lnTo>
                  <a:lnTo>
                    <a:pt x="141541" y="572357"/>
                  </a:lnTo>
                  <a:lnTo>
                    <a:pt x="141637" y="571976"/>
                  </a:lnTo>
                  <a:lnTo>
                    <a:pt x="141637" y="571691"/>
                  </a:lnTo>
                  <a:lnTo>
                    <a:pt x="141541" y="571405"/>
                  </a:lnTo>
                  <a:lnTo>
                    <a:pt x="141256" y="570928"/>
                  </a:lnTo>
                  <a:lnTo>
                    <a:pt x="141637" y="570738"/>
                  </a:lnTo>
                  <a:lnTo>
                    <a:pt x="142113" y="570643"/>
                  </a:lnTo>
                  <a:lnTo>
                    <a:pt x="142589" y="570738"/>
                  </a:lnTo>
                  <a:lnTo>
                    <a:pt x="143065" y="570928"/>
                  </a:lnTo>
                  <a:lnTo>
                    <a:pt x="142304" y="569690"/>
                  </a:lnTo>
                  <a:lnTo>
                    <a:pt x="141637" y="569690"/>
                  </a:lnTo>
                  <a:lnTo>
                    <a:pt x="140875" y="570071"/>
                  </a:lnTo>
                  <a:lnTo>
                    <a:pt x="139732" y="570167"/>
                  </a:lnTo>
                  <a:lnTo>
                    <a:pt x="138970" y="569785"/>
                  </a:lnTo>
                  <a:lnTo>
                    <a:pt x="138970" y="569214"/>
                  </a:lnTo>
                  <a:lnTo>
                    <a:pt x="139255" y="568452"/>
                  </a:lnTo>
                  <a:lnTo>
                    <a:pt x="139446" y="567404"/>
                  </a:lnTo>
                  <a:lnTo>
                    <a:pt x="139446" y="565404"/>
                  </a:lnTo>
                  <a:lnTo>
                    <a:pt x="139065" y="563785"/>
                  </a:lnTo>
                  <a:lnTo>
                    <a:pt x="139255" y="563118"/>
                  </a:lnTo>
                  <a:lnTo>
                    <a:pt x="139541" y="562451"/>
                  </a:lnTo>
                  <a:lnTo>
                    <a:pt x="139636" y="561689"/>
                  </a:lnTo>
                  <a:lnTo>
                    <a:pt x="139160" y="561023"/>
                  </a:lnTo>
                  <a:lnTo>
                    <a:pt x="138970" y="561118"/>
                  </a:lnTo>
                  <a:lnTo>
                    <a:pt x="138779" y="561213"/>
                  </a:lnTo>
                  <a:lnTo>
                    <a:pt x="138113" y="561308"/>
                  </a:lnTo>
                  <a:lnTo>
                    <a:pt x="137827" y="561499"/>
                  </a:lnTo>
                  <a:lnTo>
                    <a:pt x="137541" y="561784"/>
                  </a:lnTo>
                  <a:lnTo>
                    <a:pt x="137160" y="562070"/>
                  </a:lnTo>
                  <a:lnTo>
                    <a:pt x="136493" y="562166"/>
                  </a:lnTo>
                  <a:lnTo>
                    <a:pt x="135922" y="561975"/>
                  </a:lnTo>
                  <a:lnTo>
                    <a:pt x="135541" y="561594"/>
                  </a:lnTo>
                  <a:lnTo>
                    <a:pt x="135255" y="561023"/>
                  </a:lnTo>
                  <a:lnTo>
                    <a:pt x="135064" y="559879"/>
                  </a:lnTo>
                  <a:lnTo>
                    <a:pt x="134588" y="559022"/>
                  </a:lnTo>
                  <a:lnTo>
                    <a:pt x="134398" y="558451"/>
                  </a:lnTo>
                  <a:lnTo>
                    <a:pt x="134398" y="557879"/>
                  </a:lnTo>
                  <a:lnTo>
                    <a:pt x="134683" y="556832"/>
                  </a:lnTo>
                  <a:lnTo>
                    <a:pt x="134779" y="556355"/>
                  </a:lnTo>
                  <a:lnTo>
                    <a:pt x="134779" y="555784"/>
                  </a:lnTo>
                  <a:lnTo>
                    <a:pt x="134493" y="554641"/>
                  </a:lnTo>
                  <a:lnTo>
                    <a:pt x="134398" y="553974"/>
                  </a:lnTo>
                  <a:lnTo>
                    <a:pt x="134493" y="553307"/>
                  </a:lnTo>
                  <a:lnTo>
                    <a:pt x="135064" y="551783"/>
                  </a:lnTo>
                  <a:lnTo>
                    <a:pt x="135446" y="551498"/>
                  </a:lnTo>
                  <a:lnTo>
                    <a:pt x="136207" y="551783"/>
                  </a:lnTo>
                  <a:lnTo>
                    <a:pt x="137350" y="552450"/>
                  </a:lnTo>
                  <a:lnTo>
                    <a:pt x="137922" y="552069"/>
                  </a:lnTo>
                  <a:lnTo>
                    <a:pt x="138017" y="551688"/>
                  </a:lnTo>
                  <a:lnTo>
                    <a:pt x="137446" y="549307"/>
                  </a:lnTo>
                  <a:lnTo>
                    <a:pt x="136969" y="548640"/>
                  </a:lnTo>
                  <a:lnTo>
                    <a:pt x="135636" y="547497"/>
                  </a:lnTo>
                  <a:lnTo>
                    <a:pt x="134969" y="546259"/>
                  </a:lnTo>
                  <a:lnTo>
                    <a:pt x="135160" y="545116"/>
                  </a:lnTo>
                  <a:lnTo>
                    <a:pt x="136493" y="542925"/>
                  </a:lnTo>
                  <a:lnTo>
                    <a:pt x="137255" y="540734"/>
                  </a:lnTo>
                  <a:lnTo>
                    <a:pt x="137636" y="538543"/>
                  </a:lnTo>
                  <a:lnTo>
                    <a:pt x="137541" y="536448"/>
                  </a:lnTo>
                  <a:lnTo>
                    <a:pt x="136779" y="534543"/>
                  </a:lnTo>
                  <a:lnTo>
                    <a:pt x="136493" y="534829"/>
                  </a:lnTo>
                  <a:lnTo>
                    <a:pt x="136112" y="535115"/>
                  </a:lnTo>
                  <a:lnTo>
                    <a:pt x="136017" y="535305"/>
                  </a:lnTo>
                  <a:lnTo>
                    <a:pt x="135541" y="534924"/>
                  </a:lnTo>
                  <a:lnTo>
                    <a:pt x="135160" y="534448"/>
                  </a:lnTo>
                  <a:lnTo>
                    <a:pt x="134969" y="533876"/>
                  </a:lnTo>
                  <a:lnTo>
                    <a:pt x="134779" y="533305"/>
                  </a:lnTo>
                  <a:lnTo>
                    <a:pt x="134683" y="533019"/>
                  </a:lnTo>
                  <a:lnTo>
                    <a:pt x="134683" y="532067"/>
                  </a:lnTo>
                  <a:lnTo>
                    <a:pt x="134588" y="531400"/>
                  </a:lnTo>
                  <a:lnTo>
                    <a:pt x="134398" y="530543"/>
                  </a:lnTo>
                  <a:lnTo>
                    <a:pt x="134017" y="529971"/>
                  </a:lnTo>
                  <a:lnTo>
                    <a:pt x="133445" y="530066"/>
                  </a:lnTo>
                  <a:lnTo>
                    <a:pt x="133064" y="530638"/>
                  </a:lnTo>
                  <a:lnTo>
                    <a:pt x="132874" y="531400"/>
                  </a:lnTo>
                  <a:lnTo>
                    <a:pt x="132779" y="532924"/>
                  </a:lnTo>
                  <a:lnTo>
                    <a:pt x="132588" y="533495"/>
                  </a:lnTo>
                  <a:lnTo>
                    <a:pt x="132112" y="534067"/>
                  </a:lnTo>
                  <a:lnTo>
                    <a:pt x="131254" y="534924"/>
                  </a:lnTo>
                  <a:lnTo>
                    <a:pt x="131254" y="534734"/>
                  </a:lnTo>
                  <a:lnTo>
                    <a:pt x="130969" y="534543"/>
                  </a:lnTo>
                  <a:lnTo>
                    <a:pt x="130683" y="534543"/>
                  </a:lnTo>
                  <a:lnTo>
                    <a:pt x="130492" y="534734"/>
                  </a:lnTo>
                  <a:lnTo>
                    <a:pt x="130492" y="535115"/>
                  </a:lnTo>
                  <a:lnTo>
                    <a:pt x="130397" y="535400"/>
                  </a:lnTo>
                  <a:lnTo>
                    <a:pt x="130207" y="535591"/>
                  </a:lnTo>
                  <a:lnTo>
                    <a:pt x="129921" y="535876"/>
                  </a:lnTo>
                  <a:lnTo>
                    <a:pt x="129635" y="536734"/>
                  </a:lnTo>
                  <a:lnTo>
                    <a:pt x="130016" y="539306"/>
                  </a:lnTo>
                  <a:lnTo>
                    <a:pt x="130016" y="540544"/>
                  </a:lnTo>
                  <a:lnTo>
                    <a:pt x="129730" y="541306"/>
                  </a:lnTo>
                  <a:lnTo>
                    <a:pt x="129159" y="542163"/>
                  </a:lnTo>
                  <a:lnTo>
                    <a:pt x="128492" y="542734"/>
                  </a:lnTo>
                  <a:lnTo>
                    <a:pt x="127825" y="542639"/>
                  </a:lnTo>
                  <a:lnTo>
                    <a:pt x="128016" y="543401"/>
                  </a:lnTo>
                  <a:lnTo>
                    <a:pt x="128397" y="544068"/>
                  </a:lnTo>
                  <a:lnTo>
                    <a:pt x="129254" y="545211"/>
                  </a:lnTo>
                  <a:lnTo>
                    <a:pt x="129349" y="545116"/>
                  </a:lnTo>
                  <a:lnTo>
                    <a:pt x="129826" y="545497"/>
                  </a:lnTo>
                  <a:lnTo>
                    <a:pt x="130111" y="546164"/>
                  </a:lnTo>
                  <a:lnTo>
                    <a:pt x="129445" y="547592"/>
                  </a:lnTo>
                  <a:lnTo>
                    <a:pt x="129445" y="549116"/>
                  </a:lnTo>
                  <a:lnTo>
                    <a:pt x="129254" y="549783"/>
                  </a:lnTo>
                  <a:lnTo>
                    <a:pt x="128778" y="550164"/>
                  </a:lnTo>
                  <a:lnTo>
                    <a:pt x="128302" y="550164"/>
                  </a:lnTo>
                  <a:lnTo>
                    <a:pt x="127825" y="549974"/>
                  </a:lnTo>
                  <a:lnTo>
                    <a:pt x="127254" y="549878"/>
                  </a:lnTo>
                  <a:lnTo>
                    <a:pt x="126492" y="549307"/>
                  </a:lnTo>
                  <a:lnTo>
                    <a:pt x="125730" y="548164"/>
                  </a:lnTo>
                  <a:lnTo>
                    <a:pt x="125063" y="547402"/>
                  </a:lnTo>
                  <a:lnTo>
                    <a:pt x="124587" y="548068"/>
                  </a:lnTo>
                  <a:lnTo>
                    <a:pt x="124682" y="549497"/>
                  </a:lnTo>
                  <a:lnTo>
                    <a:pt x="126016" y="551688"/>
                  </a:lnTo>
                  <a:lnTo>
                    <a:pt x="126397" y="552926"/>
                  </a:lnTo>
                  <a:lnTo>
                    <a:pt x="125730" y="552926"/>
                  </a:lnTo>
                  <a:lnTo>
                    <a:pt x="125349" y="552736"/>
                  </a:lnTo>
                  <a:lnTo>
                    <a:pt x="125063" y="552355"/>
                  </a:lnTo>
                  <a:lnTo>
                    <a:pt x="124968" y="551783"/>
                  </a:lnTo>
                  <a:lnTo>
                    <a:pt x="124587" y="551783"/>
                  </a:lnTo>
                  <a:lnTo>
                    <a:pt x="124587" y="552164"/>
                  </a:lnTo>
                  <a:lnTo>
                    <a:pt x="124301" y="552926"/>
                  </a:lnTo>
                  <a:lnTo>
                    <a:pt x="124301" y="555974"/>
                  </a:lnTo>
                  <a:lnTo>
                    <a:pt x="124587" y="556451"/>
                  </a:lnTo>
                  <a:lnTo>
                    <a:pt x="125254" y="556451"/>
                  </a:lnTo>
                  <a:lnTo>
                    <a:pt x="126016" y="556355"/>
                  </a:lnTo>
                  <a:lnTo>
                    <a:pt x="126492" y="556451"/>
                  </a:lnTo>
                  <a:lnTo>
                    <a:pt x="126397" y="556736"/>
                  </a:lnTo>
                  <a:lnTo>
                    <a:pt x="125825" y="557784"/>
                  </a:lnTo>
                  <a:lnTo>
                    <a:pt x="125730" y="558260"/>
                  </a:lnTo>
                  <a:lnTo>
                    <a:pt x="126206" y="559403"/>
                  </a:lnTo>
                  <a:lnTo>
                    <a:pt x="126968" y="559975"/>
                  </a:lnTo>
                  <a:lnTo>
                    <a:pt x="127921" y="560165"/>
                  </a:lnTo>
                  <a:lnTo>
                    <a:pt x="128778" y="560165"/>
                  </a:lnTo>
                  <a:lnTo>
                    <a:pt x="129445" y="560356"/>
                  </a:lnTo>
                  <a:lnTo>
                    <a:pt x="130302" y="560832"/>
                  </a:lnTo>
                  <a:lnTo>
                    <a:pt x="131064" y="561403"/>
                  </a:lnTo>
                  <a:lnTo>
                    <a:pt x="131445" y="561975"/>
                  </a:lnTo>
                  <a:lnTo>
                    <a:pt x="131254" y="562261"/>
                  </a:lnTo>
                  <a:lnTo>
                    <a:pt x="130778" y="563023"/>
                  </a:lnTo>
                  <a:lnTo>
                    <a:pt x="130588" y="563785"/>
                  </a:lnTo>
                  <a:lnTo>
                    <a:pt x="130873" y="564166"/>
                  </a:lnTo>
                  <a:lnTo>
                    <a:pt x="131635" y="565785"/>
                  </a:lnTo>
                  <a:lnTo>
                    <a:pt x="131921" y="566166"/>
                  </a:lnTo>
                  <a:lnTo>
                    <a:pt x="132112" y="566642"/>
                  </a:lnTo>
                  <a:lnTo>
                    <a:pt x="132016" y="567118"/>
                  </a:lnTo>
                  <a:lnTo>
                    <a:pt x="131445" y="567404"/>
                  </a:lnTo>
                  <a:lnTo>
                    <a:pt x="130778" y="567404"/>
                  </a:lnTo>
                  <a:lnTo>
                    <a:pt x="130588" y="567118"/>
                  </a:lnTo>
                  <a:lnTo>
                    <a:pt x="130492" y="566737"/>
                  </a:lnTo>
                  <a:lnTo>
                    <a:pt x="130111" y="566071"/>
                  </a:lnTo>
                  <a:lnTo>
                    <a:pt x="129730" y="565499"/>
                  </a:lnTo>
                  <a:lnTo>
                    <a:pt x="129349" y="565118"/>
                  </a:lnTo>
                  <a:lnTo>
                    <a:pt x="128968" y="565594"/>
                  </a:lnTo>
                  <a:lnTo>
                    <a:pt x="128588" y="565499"/>
                  </a:lnTo>
                  <a:lnTo>
                    <a:pt x="128206" y="565214"/>
                  </a:lnTo>
                  <a:lnTo>
                    <a:pt x="128016" y="564642"/>
                  </a:lnTo>
                  <a:lnTo>
                    <a:pt x="127540" y="563880"/>
                  </a:lnTo>
                  <a:lnTo>
                    <a:pt x="126587" y="563499"/>
                  </a:lnTo>
                  <a:lnTo>
                    <a:pt x="125730" y="563023"/>
                  </a:lnTo>
                  <a:lnTo>
                    <a:pt x="125444" y="561975"/>
                  </a:lnTo>
                  <a:lnTo>
                    <a:pt x="125063" y="561975"/>
                  </a:lnTo>
                  <a:lnTo>
                    <a:pt x="125063" y="562356"/>
                  </a:lnTo>
                  <a:lnTo>
                    <a:pt x="124682" y="562356"/>
                  </a:lnTo>
                  <a:lnTo>
                    <a:pt x="124015" y="561499"/>
                  </a:lnTo>
                  <a:lnTo>
                    <a:pt x="123444" y="561118"/>
                  </a:lnTo>
                  <a:lnTo>
                    <a:pt x="123254" y="560546"/>
                  </a:lnTo>
                  <a:lnTo>
                    <a:pt x="123634" y="559403"/>
                  </a:lnTo>
                  <a:lnTo>
                    <a:pt x="122967" y="559689"/>
                  </a:lnTo>
                  <a:lnTo>
                    <a:pt x="122301" y="559784"/>
                  </a:lnTo>
                  <a:lnTo>
                    <a:pt x="121729" y="559594"/>
                  </a:lnTo>
                  <a:lnTo>
                    <a:pt x="121348" y="559022"/>
                  </a:lnTo>
                  <a:lnTo>
                    <a:pt x="122396" y="559022"/>
                  </a:lnTo>
                  <a:lnTo>
                    <a:pt x="121729" y="557498"/>
                  </a:lnTo>
                  <a:lnTo>
                    <a:pt x="122110" y="557212"/>
                  </a:lnTo>
                  <a:lnTo>
                    <a:pt x="122206" y="557022"/>
                  </a:lnTo>
                  <a:lnTo>
                    <a:pt x="122396" y="556355"/>
                  </a:lnTo>
                  <a:lnTo>
                    <a:pt x="122015" y="556355"/>
                  </a:lnTo>
                  <a:lnTo>
                    <a:pt x="121634" y="556641"/>
                  </a:lnTo>
                  <a:lnTo>
                    <a:pt x="121348" y="556641"/>
                  </a:lnTo>
                  <a:lnTo>
                    <a:pt x="121063" y="556451"/>
                  </a:lnTo>
                  <a:lnTo>
                    <a:pt x="120872" y="556069"/>
                  </a:lnTo>
                  <a:lnTo>
                    <a:pt x="120586" y="556546"/>
                  </a:lnTo>
                  <a:lnTo>
                    <a:pt x="120491" y="556736"/>
                  </a:lnTo>
                  <a:lnTo>
                    <a:pt x="120110" y="556736"/>
                  </a:lnTo>
                  <a:lnTo>
                    <a:pt x="119920" y="555498"/>
                  </a:lnTo>
                  <a:lnTo>
                    <a:pt x="119063" y="555403"/>
                  </a:lnTo>
                  <a:lnTo>
                    <a:pt x="118586" y="555879"/>
                  </a:lnTo>
                  <a:lnTo>
                    <a:pt x="119348" y="556355"/>
                  </a:lnTo>
                  <a:lnTo>
                    <a:pt x="118872" y="557212"/>
                  </a:lnTo>
                  <a:lnTo>
                    <a:pt x="119253" y="557593"/>
                  </a:lnTo>
                  <a:lnTo>
                    <a:pt x="119920" y="557879"/>
                  </a:lnTo>
                  <a:lnTo>
                    <a:pt x="120396" y="558451"/>
                  </a:lnTo>
                  <a:lnTo>
                    <a:pt x="120110" y="558641"/>
                  </a:lnTo>
                  <a:lnTo>
                    <a:pt x="118586" y="560546"/>
                  </a:lnTo>
                  <a:lnTo>
                    <a:pt x="119348" y="560832"/>
                  </a:lnTo>
                  <a:lnTo>
                    <a:pt x="120205" y="561213"/>
                  </a:lnTo>
                  <a:lnTo>
                    <a:pt x="120872" y="561784"/>
                  </a:lnTo>
                  <a:lnTo>
                    <a:pt x="121158" y="562547"/>
                  </a:lnTo>
                  <a:lnTo>
                    <a:pt x="121063" y="564070"/>
                  </a:lnTo>
                  <a:lnTo>
                    <a:pt x="121253" y="564737"/>
                  </a:lnTo>
                  <a:lnTo>
                    <a:pt x="121825" y="565214"/>
                  </a:lnTo>
                  <a:lnTo>
                    <a:pt x="122206" y="565214"/>
                  </a:lnTo>
                  <a:lnTo>
                    <a:pt x="122777" y="564642"/>
                  </a:lnTo>
                  <a:lnTo>
                    <a:pt x="123158" y="564451"/>
                  </a:lnTo>
                  <a:lnTo>
                    <a:pt x="123539" y="564642"/>
                  </a:lnTo>
                  <a:lnTo>
                    <a:pt x="123825" y="565023"/>
                  </a:lnTo>
                  <a:lnTo>
                    <a:pt x="124015" y="565404"/>
                  </a:lnTo>
                  <a:lnTo>
                    <a:pt x="124206" y="565785"/>
                  </a:lnTo>
                  <a:lnTo>
                    <a:pt x="124873" y="566547"/>
                  </a:lnTo>
                  <a:lnTo>
                    <a:pt x="125063" y="567214"/>
                  </a:lnTo>
                  <a:lnTo>
                    <a:pt x="123730" y="574358"/>
                  </a:lnTo>
                  <a:lnTo>
                    <a:pt x="123158" y="575215"/>
                  </a:lnTo>
                  <a:lnTo>
                    <a:pt x="122206" y="576072"/>
                  </a:lnTo>
                  <a:lnTo>
                    <a:pt x="121063" y="576548"/>
                  </a:lnTo>
                  <a:lnTo>
                    <a:pt x="120110" y="576167"/>
                  </a:lnTo>
                  <a:lnTo>
                    <a:pt x="119920" y="576834"/>
                  </a:lnTo>
                  <a:lnTo>
                    <a:pt x="120396" y="577501"/>
                  </a:lnTo>
                  <a:lnTo>
                    <a:pt x="121063" y="578072"/>
                  </a:lnTo>
                  <a:lnTo>
                    <a:pt x="121539" y="578644"/>
                  </a:lnTo>
                  <a:lnTo>
                    <a:pt x="120777" y="579406"/>
                  </a:lnTo>
                  <a:lnTo>
                    <a:pt x="118967" y="579882"/>
                  </a:lnTo>
                  <a:lnTo>
                    <a:pt x="118396" y="581025"/>
                  </a:lnTo>
                  <a:lnTo>
                    <a:pt x="118015" y="581216"/>
                  </a:lnTo>
                  <a:lnTo>
                    <a:pt x="117538" y="581311"/>
                  </a:lnTo>
                  <a:lnTo>
                    <a:pt x="117157" y="581501"/>
                  </a:lnTo>
                  <a:lnTo>
                    <a:pt x="116967" y="581787"/>
                  </a:lnTo>
                  <a:lnTo>
                    <a:pt x="116396" y="583025"/>
                  </a:lnTo>
                  <a:lnTo>
                    <a:pt x="114871" y="584454"/>
                  </a:lnTo>
                  <a:lnTo>
                    <a:pt x="113919" y="585026"/>
                  </a:lnTo>
                  <a:lnTo>
                    <a:pt x="113538" y="584644"/>
                  </a:lnTo>
                  <a:lnTo>
                    <a:pt x="113062" y="581501"/>
                  </a:lnTo>
                  <a:lnTo>
                    <a:pt x="112776" y="580834"/>
                  </a:lnTo>
                  <a:lnTo>
                    <a:pt x="112966" y="580549"/>
                  </a:lnTo>
                  <a:lnTo>
                    <a:pt x="113062" y="580263"/>
                  </a:lnTo>
                  <a:lnTo>
                    <a:pt x="113157" y="579692"/>
                  </a:lnTo>
                  <a:lnTo>
                    <a:pt x="112681" y="580073"/>
                  </a:lnTo>
                  <a:lnTo>
                    <a:pt x="111633" y="580453"/>
                  </a:lnTo>
                  <a:lnTo>
                    <a:pt x="111347" y="580834"/>
                  </a:lnTo>
                  <a:lnTo>
                    <a:pt x="111252" y="581597"/>
                  </a:lnTo>
                  <a:lnTo>
                    <a:pt x="111538" y="581977"/>
                  </a:lnTo>
                  <a:lnTo>
                    <a:pt x="112014" y="582359"/>
                  </a:lnTo>
                  <a:lnTo>
                    <a:pt x="112395" y="583025"/>
                  </a:lnTo>
                  <a:lnTo>
                    <a:pt x="111252" y="583216"/>
                  </a:lnTo>
                  <a:lnTo>
                    <a:pt x="110966" y="583597"/>
                  </a:lnTo>
                  <a:lnTo>
                    <a:pt x="110966" y="584168"/>
                  </a:lnTo>
                  <a:lnTo>
                    <a:pt x="110585" y="584835"/>
                  </a:lnTo>
                  <a:lnTo>
                    <a:pt x="109918" y="584454"/>
                  </a:lnTo>
                  <a:lnTo>
                    <a:pt x="109156" y="584168"/>
                  </a:lnTo>
                  <a:lnTo>
                    <a:pt x="108299" y="583978"/>
                  </a:lnTo>
                  <a:lnTo>
                    <a:pt x="107442" y="584073"/>
                  </a:lnTo>
                  <a:lnTo>
                    <a:pt x="106966" y="584454"/>
                  </a:lnTo>
                  <a:lnTo>
                    <a:pt x="106299" y="585216"/>
                  </a:lnTo>
                  <a:lnTo>
                    <a:pt x="105823" y="586073"/>
                  </a:lnTo>
                  <a:lnTo>
                    <a:pt x="105632" y="586645"/>
                  </a:lnTo>
                  <a:lnTo>
                    <a:pt x="106013" y="587311"/>
                  </a:lnTo>
                  <a:lnTo>
                    <a:pt x="106585" y="587216"/>
                  </a:lnTo>
                  <a:lnTo>
                    <a:pt x="107251" y="586835"/>
                  </a:lnTo>
                  <a:lnTo>
                    <a:pt x="107728" y="586645"/>
                  </a:lnTo>
                  <a:lnTo>
                    <a:pt x="108585" y="587026"/>
                  </a:lnTo>
                  <a:lnTo>
                    <a:pt x="108394" y="587597"/>
                  </a:lnTo>
                  <a:lnTo>
                    <a:pt x="107918" y="588359"/>
                  </a:lnTo>
                  <a:lnTo>
                    <a:pt x="108109" y="589217"/>
                  </a:lnTo>
                  <a:lnTo>
                    <a:pt x="107347" y="589407"/>
                  </a:lnTo>
                  <a:lnTo>
                    <a:pt x="106489" y="589693"/>
                  </a:lnTo>
                  <a:lnTo>
                    <a:pt x="105727" y="590074"/>
                  </a:lnTo>
                  <a:lnTo>
                    <a:pt x="105251" y="590645"/>
                  </a:lnTo>
                  <a:lnTo>
                    <a:pt x="104870" y="590455"/>
                  </a:lnTo>
                  <a:lnTo>
                    <a:pt x="104680" y="590455"/>
                  </a:lnTo>
                  <a:lnTo>
                    <a:pt x="104489" y="590550"/>
                  </a:lnTo>
                  <a:lnTo>
                    <a:pt x="104108" y="590645"/>
                  </a:lnTo>
                  <a:lnTo>
                    <a:pt x="104489" y="591312"/>
                  </a:lnTo>
                  <a:lnTo>
                    <a:pt x="104680" y="592169"/>
                  </a:lnTo>
                  <a:lnTo>
                    <a:pt x="104584" y="593122"/>
                  </a:lnTo>
                  <a:lnTo>
                    <a:pt x="104108" y="593884"/>
                  </a:lnTo>
                  <a:lnTo>
                    <a:pt x="103251" y="594455"/>
                  </a:lnTo>
                  <a:lnTo>
                    <a:pt x="102489" y="594551"/>
                  </a:lnTo>
                  <a:lnTo>
                    <a:pt x="101060" y="594265"/>
                  </a:lnTo>
                  <a:lnTo>
                    <a:pt x="100203" y="594455"/>
                  </a:lnTo>
                  <a:lnTo>
                    <a:pt x="99155" y="595217"/>
                  </a:lnTo>
                  <a:lnTo>
                    <a:pt x="98488" y="595408"/>
                  </a:lnTo>
                  <a:lnTo>
                    <a:pt x="97441" y="595312"/>
                  </a:lnTo>
                  <a:lnTo>
                    <a:pt x="97060" y="595598"/>
                  </a:lnTo>
                  <a:lnTo>
                    <a:pt x="96869" y="596456"/>
                  </a:lnTo>
                  <a:lnTo>
                    <a:pt x="96869" y="597503"/>
                  </a:lnTo>
                  <a:lnTo>
                    <a:pt x="97155" y="598360"/>
                  </a:lnTo>
                  <a:lnTo>
                    <a:pt x="98107" y="600170"/>
                  </a:lnTo>
                  <a:lnTo>
                    <a:pt x="98203" y="600361"/>
                  </a:lnTo>
                  <a:lnTo>
                    <a:pt x="98203" y="600551"/>
                  </a:lnTo>
                  <a:lnTo>
                    <a:pt x="97917" y="601218"/>
                  </a:lnTo>
                  <a:lnTo>
                    <a:pt x="97726" y="601409"/>
                  </a:lnTo>
                  <a:lnTo>
                    <a:pt x="97346" y="601694"/>
                  </a:lnTo>
                  <a:lnTo>
                    <a:pt x="96964" y="602075"/>
                  </a:lnTo>
                  <a:lnTo>
                    <a:pt x="96774" y="602551"/>
                  </a:lnTo>
                  <a:lnTo>
                    <a:pt x="96202" y="603123"/>
                  </a:lnTo>
                  <a:lnTo>
                    <a:pt x="95059" y="602742"/>
                  </a:lnTo>
                  <a:lnTo>
                    <a:pt x="94202" y="602075"/>
                  </a:lnTo>
                  <a:lnTo>
                    <a:pt x="94488" y="601694"/>
                  </a:lnTo>
                  <a:lnTo>
                    <a:pt x="94964" y="601313"/>
                  </a:lnTo>
                  <a:lnTo>
                    <a:pt x="94964" y="600456"/>
                  </a:lnTo>
                  <a:lnTo>
                    <a:pt x="94679" y="598742"/>
                  </a:lnTo>
                  <a:lnTo>
                    <a:pt x="94297" y="599313"/>
                  </a:lnTo>
                  <a:lnTo>
                    <a:pt x="92488" y="603314"/>
                  </a:lnTo>
                  <a:lnTo>
                    <a:pt x="92107" y="603885"/>
                  </a:lnTo>
                  <a:lnTo>
                    <a:pt x="89535" y="605123"/>
                  </a:lnTo>
                  <a:lnTo>
                    <a:pt x="88678" y="605981"/>
                  </a:lnTo>
                  <a:lnTo>
                    <a:pt x="89249" y="607124"/>
                  </a:lnTo>
                  <a:lnTo>
                    <a:pt x="88678" y="607600"/>
                  </a:lnTo>
                  <a:lnTo>
                    <a:pt x="86773" y="610172"/>
                  </a:lnTo>
                  <a:lnTo>
                    <a:pt x="86392" y="611029"/>
                  </a:lnTo>
                  <a:lnTo>
                    <a:pt x="86106" y="611886"/>
                  </a:lnTo>
                  <a:lnTo>
                    <a:pt x="86011" y="612458"/>
                  </a:lnTo>
                  <a:lnTo>
                    <a:pt x="85439" y="613315"/>
                  </a:lnTo>
                  <a:lnTo>
                    <a:pt x="82963" y="615696"/>
                  </a:lnTo>
                  <a:lnTo>
                    <a:pt x="82391" y="617125"/>
                  </a:lnTo>
                  <a:lnTo>
                    <a:pt x="82010" y="617696"/>
                  </a:lnTo>
                  <a:lnTo>
                    <a:pt x="77819" y="620840"/>
                  </a:lnTo>
                  <a:lnTo>
                    <a:pt x="77438" y="621316"/>
                  </a:lnTo>
                  <a:lnTo>
                    <a:pt x="77057" y="621506"/>
                  </a:lnTo>
                  <a:lnTo>
                    <a:pt x="76676" y="621601"/>
                  </a:lnTo>
                  <a:lnTo>
                    <a:pt x="76390" y="621697"/>
                  </a:lnTo>
                  <a:lnTo>
                    <a:pt x="76200" y="622649"/>
                  </a:lnTo>
                  <a:lnTo>
                    <a:pt x="75914" y="622840"/>
                  </a:lnTo>
                  <a:lnTo>
                    <a:pt x="75533" y="622935"/>
                  </a:lnTo>
                  <a:lnTo>
                    <a:pt x="75152" y="623126"/>
                  </a:lnTo>
                  <a:lnTo>
                    <a:pt x="74200" y="623887"/>
                  </a:lnTo>
                  <a:lnTo>
                    <a:pt x="73628" y="624078"/>
                  </a:lnTo>
                  <a:lnTo>
                    <a:pt x="73057" y="623887"/>
                  </a:lnTo>
                  <a:lnTo>
                    <a:pt x="72485" y="624554"/>
                  </a:lnTo>
                  <a:lnTo>
                    <a:pt x="72295" y="625031"/>
                  </a:lnTo>
                  <a:lnTo>
                    <a:pt x="72390" y="626269"/>
                  </a:lnTo>
                  <a:lnTo>
                    <a:pt x="72295" y="626840"/>
                  </a:lnTo>
                  <a:lnTo>
                    <a:pt x="72009" y="627221"/>
                  </a:lnTo>
                  <a:lnTo>
                    <a:pt x="71723" y="627507"/>
                  </a:lnTo>
                  <a:lnTo>
                    <a:pt x="71628" y="627793"/>
                  </a:lnTo>
                  <a:lnTo>
                    <a:pt x="71247" y="628174"/>
                  </a:lnTo>
                  <a:lnTo>
                    <a:pt x="69723" y="629412"/>
                  </a:lnTo>
                  <a:lnTo>
                    <a:pt x="68675" y="631317"/>
                  </a:lnTo>
                  <a:lnTo>
                    <a:pt x="65437" y="633508"/>
                  </a:lnTo>
                  <a:lnTo>
                    <a:pt x="64198" y="636460"/>
                  </a:lnTo>
                  <a:lnTo>
                    <a:pt x="63055" y="637223"/>
                  </a:lnTo>
                  <a:lnTo>
                    <a:pt x="61817" y="637794"/>
                  </a:lnTo>
                  <a:lnTo>
                    <a:pt x="61055" y="638461"/>
                  </a:lnTo>
                  <a:lnTo>
                    <a:pt x="60960" y="639032"/>
                  </a:lnTo>
                  <a:lnTo>
                    <a:pt x="61150" y="640175"/>
                  </a:lnTo>
                  <a:lnTo>
                    <a:pt x="61055" y="640651"/>
                  </a:lnTo>
                  <a:lnTo>
                    <a:pt x="60674" y="640937"/>
                  </a:lnTo>
                  <a:lnTo>
                    <a:pt x="56864" y="643414"/>
                  </a:lnTo>
                  <a:lnTo>
                    <a:pt x="56388" y="643890"/>
                  </a:lnTo>
                  <a:lnTo>
                    <a:pt x="55435" y="645414"/>
                  </a:lnTo>
                  <a:lnTo>
                    <a:pt x="54959" y="645985"/>
                  </a:lnTo>
                  <a:lnTo>
                    <a:pt x="54292" y="646557"/>
                  </a:lnTo>
                  <a:lnTo>
                    <a:pt x="53816" y="646271"/>
                  </a:lnTo>
                  <a:lnTo>
                    <a:pt x="53530" y="645890"/>
                  </a:lnTo>
                  <a:lnTo>
                    <a:pt x="53435" y="645414"/>
                  </a:lnTo>
                  <a:lnTo>
                    <a:pt x="53530" y="644843"/>
                  </a:lnTo>
                  <a:lnTo>
                    <a:pt x="52292" y="645414"/>
                  </a:lnTo>
                  <a:lnTo>
                    <a:pt x="51149" y="645509"/>
                  </a:lnTo>
                  <a:lnTo>
                    <a:pt x="49054" y="645224"/>
                  </a:lnTo>
                  <a:lnTo>
                    <a:pt x="48292" y="645795"/>
                  </a:lnTo>
                  <a:lnTo>
                    <a:pt x="47054" y="648272"/>
                  </a:lnTo>
                  <a:lnTo>
                    <a:pt x="46196" y="648843"/>
                  </a:lnTo>
                  <a:lnTo>
                    <a:pt x="45529" y="649129"/>
                  </a:lnTo>
                  <a:lnTo>
                    <a:pt x="43434" y="650462"/>
                  </a:lnTo>
                  <a:lnTo>
                    <a:pt x="42767" y="651129"/>
                  </a:lnTo>
                  <a:lnTo>
                    <a:pt x="43053" y="651605"/>
                  </a:lnTo>
                  <a:lnTo>
                    <a:pt x="43148" y="651986"/>
                  </a:lnTo>
                  <a:lnTo>
                    <a:pt x="42958" y="652367"/>
                  </a:lnTo>
                  <a:lnTo>
                    <a:pt x="42672" y="652653"/>
                  </a:lnTo>
                  <a:lnTo>
                    <a:pt x="42577" y="652748"/>
                  </a:lnTo>
                  <a:lnTo>
                    <a:pt x="41910" y="654558"/>
                  </a:lnTo>
                  <a:lnTo>
                    <a:pt x="41624" y="655034"/>
                  </a:lnTo>
                  <a:lnTo>
                    <a:pt x="40957" y="655510"/>
                  </a:lnTo>
                  <a:lnTo>
                    <a:pt x="40481" y="655701"/>
                  </a:lnTo>
                  <a:lnTo>
                    <a:pt x="39910" y="655796"/>
                  </a:lnTo>
                  <a:lnTo>
                    <a:pt x="39433" y="655701"/>
                  </a:lnTo>
                  <a:lnTo>
                    <a:pt x="39243" y="655320"/>
                  </a:lnTo>
                  <a:lnTo>
                    <a:pt x="39052" y="654844"/>
                  </a:lnTo>
                  <a:lnTo>
                    <a:pt x="38671" y="654939"/>
                  </a:lnTo>
                  <a:lnTo>
                    <a:pt x="38005" y="655510"/>
                  </a:lnTo>
                  <a:lnTo>
                    <a:pt x="36766" y="655701"/>
                  </a:lnTo>
                  <a:lnTo>
                    <a:pt x="36100" y="656177"/>
                  </a:lnTo>
                  <a:lnTo>
                    <a:pt x="35719" y="656939"/>
                  </a:lnTo>
                  <a:lnTo>
                    <a:pt x="35338" y="658082"/>
                  </a:lnTo>
                  <a:lnTo>
                    <a:pt x="34385" y="659606"/>
                  </a:lnTo>
                  <a:lnTo>
                    <a:pt x="30194" y="663131"/>
                  </a:lnTo>
                  <a:lnTo>
                    <a:pt x="28956" y="664464"/>
                  </a:lnTo>
                  <a:lnTo>
                    <a:pt x="25336" y="670179"/>
                  </a:lnTo>
                  <a:lnTo>
                    <a:pt x="24574" y="671132"/>
                  </a:lnTo>
                  <a:lnTo>
                    <a:pt x="23622" y="671893"/>
                  </a:lnTo>
                  <a:lnTo>
                    <a:pt x="21431" y="672560"/>
                  </a:lnTo>
                  <a:lnTo>
                    <a:pt x="20574" y="673418"/>
                  </a:lnTo>
                  <a:lnTo>
                    <a:pt x="19526" y="675132"/>
                  </a:lnTo>
                  <a:lnTo>
                    <a:pt x="20288" y="675132"/>
                  </a:lnTo>
                  <a:lnTo>
                    <a:pt x="19717" y="675894"/>
                  </a:lnTo>
                  <a:lnTo>
                    <a:pt x="18955" y="676751"/>
                  </a:lnTo>
                  <a:lnTo>
                    <a:pt x="18192" y="677418"/>
                  </a:lnTo>
                  <a:lnTo>
                    <a:pt x="17621" y="677704"/>
                  </a:lnTo>
                  <a:lnTo>
                    <a:pt x="17145" y="678275"/>
                  </a:lnTo>
                  <a:lnTo>
                    <a:pt x="16859" y="679323"/>
                  </a:lnTo>
                  <a:lnTo>
                    <a:pt x="16478" y="680180"/>
                  </a:lnTo>
                  <a:lnTo>
                    <a:pt x="15621" y="679894"/>
                  </a:lnTo>
                  <a:lnTo>
                    <a:pt x="15811" y="680942"/>
                  </a:lnTo>
                  <a:lnTo>
                    <a:pt x="15907" y="681037"/>
                  </a:lnTo>
                  <a:lnTo>
                    <a:pt x="14764" y="682847"/>
                  </a:lnTo>
                  <a:lnTo>
                    <a:pt x="14288" y="683895"/>
                  </a:lnTo>
                  <a:lnTo>
                    <a:pt x="14002" y="685228"/>
                  </a:lnTo>
                  <a:lnTo>
                    <a:pt x="13525" y="685514"/>
                  </a:lnTo>
                  <a:lnTo>
                    <a:pt x="13335" y="685800"/>
                  </a:lnTo>
                  <a:lnTo>
                    <a:pt x="13335" y="686086"/>
                  </a:lnTo>
                  <a:lnTo>
                    <a:pt x="13335" y="686657"/>
                  </a:lnTo>
                  <a:lnTo>
                    <a:pt x="13335" y="687515"/>
                  </a:lnTo>
                  <a:lnTo>
                    <a:pt x="13430" y="688658"/>
                  </a:lnTo>
                  <a:lnTo>
                    <a:pt x="13335" y="689229"/>
                  </a:lnTo>
                  <a:lnTo>
                    <a:pt x="13144" y="689515"/>
                  </a:lnTo>
                  <a:lnTo>
                    <a:pt x="12763" y="689896"/>
                  </a:lnTo>
                  <a:lnTo>
                    <a:pt x="12382" y="690372"/>
                  </a:lnTo>
                  <a:lnTo>
                    <a:pt x="12097" y="691420"/>
                  </a:lnTo>
                  <a:lnTo>
                    <a:pt x="11621" y="692468"/>
                  </a:lnTo>
                  <a:lnTo>
                    <a:pt x="11525" y="693039"/>
                  </a:lnTo>
                  <a:lnTo>
                    <a:pt x="11621" y="694563"/>
                  </a:lnTo>
                  <a:lnTo>
                    <a:pt x="12001" y="694753"/>
                  </a:lnTo>
                  <a:lnTo>
                    <a:pt x="13240" y="693229"/>
                  </a:lnTo>
                  <a:lnTo>
                    <a:pt x="14668" y="692182"/>
                  </a:lnTo>
                  <a:lnTo>
                    <a:pt x="15430" y="691420"/>
                  </a:lnTo>
                  <a:lnTo>
                    <a:pt x="15716" y="690562"/>
                  </a:lnTo>
                  <a:lnTo>
                    <a:pt x="17526" y="689991"/>
                  </a:lnTo>
                  <a:lnTo>
                    <a:pt x="17716" y="689705"/>
                  </a:lnTo>
                  <a:lnTo>
                    <a:pt x="18097" y="688848"/>
                  </a:lnTo>
                  <a:lnTo>
                    <a:pt x="18288" y="688562"/>
                  </a:lnTo>
                  <a:lnTo>
                    <a:pt x="19717" y="687515"/>
                  </a:lnTo>
                  <a:lnTo>
                    <a:pt x="21526" y="686752"/>
                  </a:lnTo>
                  <a:lnTo>
                    <a:pt x="26479" y="685324"/>
                  </a:lnTo>
                  <a:lnTo>
                    <a:pt x="27146" y="685324"/>
                  </a:lnTo>
                  <a:lnTo>
                    <a:pt x="27432" y="685800"/>
                  </a:lnTo>
                  <a:lnTo>
                    <a:pt x="27622" y="685991"/>
                  </a:lnTo>
                  <a:lnTo>
                    <a:pt x="28099" y="685895"/>
                  </a:lnTo>
                  <a:lnTo>
                    <a:pt x="28575" y="685609"/>
                  </a:lnTo>
                  <a:lnTo>
                    <a:pt x="28765" y="685038"/>
                  </a:lnTo>
                  <a:lnTo>
                    <a:pt x="29051" y="683895"/>
                  </a:lnTo>
                  <a:lnTo>
                    <a:pt x="30480" y="681990"/>
                  </a:lnTo>
                  <a:lnTo>
                    <a:pt x="30861" y="680847"/>
                  </a:lnTo>
                  <a:lnTo>
                    <a:pt x="30861" y="678656"/>
                  </a:lnTo>
                  <a:lnTo>
                    <a:pt x="31337" y="677418"/>
                  </a:lnTo>
                  <a:lnTo>
                    <a:pt x="32575" y="676942"/>
                  </a:lnTo>
                  <a:lnTo>
                    <a:pt x="35623" y="677323"/>
                  </a:lnTo>
                  <a:lnTo>
                    <a:pt x="36671" y="677227"/>
                  </a:lnTo>
                  <a:lnTo>
                    <a:pt x="37624" y="676942"/>
                  </a:lnTo>
                  <a:lnTo>
                    <a:pt x="38290" y="676561"/>
                  </a:lnTo>
                  <a:lnTo>
                    <a:pt x="38957" y="676275"/>
                  </a:lnTo>
                  <a:lnTo>
                    <a:pt x="40100" y="676180"/>
                  </a:lnTo>
                  <a:lnTo>
                    <a:pt x="41243" y="675894"/>
                  </a:lnTo>
                  <a:lnTo>
                    <a:pt x="42196" y="675227"/>
                  </a:lnTo>
                  <a:lnTo>
                    <a:pt x="45720" y="671417"/>
                  </a:lnTo>
                  <a:lnTo>
                    <a:pt x="49435" y="668465"/>
                  </a:lnTo>
                  <a:lnTo>
                    <a:pt x="54197" y="665988"/>
                  </a:lnTo>
                  <a:lnTo>
                    <a:pt x="54864" y="665417"/>
                  </a:lnTo>
                  <a:lnTo>
                    <a:pt x="57245" y="661987"/>
                  </a:lnTo>
                  <a:lnTo>
                    <a:pt x="58388" y="659606"/>
                  </a:lnTo>
                  <a:lnTo>
                    <a:pt x="58864" y="658368"/>
                  </a:lnTo>
                  <a:lnTo>
                    <a:pt x="59055" y="657416"/>
                  </a:lnTo>
                  <a:lnTo>
                    <a:pt x="59246" y="657034"/>
                  </a:lnTo>
                  <a:lnTo>
                    <a:pt x="59626" y="656939"/>
                  </a:lnTo>
                  <a:lnTo>
                    <a:pt x="60007" y="656939"/>
                  </a:lnTo>
                  <a:lnTo>
                    <a:pt x="60198" y="656844"/>
                  </a:lnTo>
                  <a:lnTo>
                    <a:pt x="60198" y="656558"/>
                  </a:lnTo>
                  <a:lnTo>
                    <a:pt x="60103" y="655987"/>
                  </a:lnTo>
                  <a:lnTo>
                    <a:pt x="60198" y="655796"/>
                  </a:lnTo>
                  <a:lnTo>
                    <a:pt x="60960" y="654368"/>
                  </a:lnTo>
                  <a:lnTo>
                    <a:pt x="61246" y="652748"/>
                  </a:lnTo>
                  <a:lnTo>
                    <a:pt x="61531" y="652558"/>
                  </a:lnTo>
                  <a:lnTo>
                    <a:pt x="62960" y="651891"/>
                  </a:lnTo>
                  <a:lnTo>
                    <a:pt x="63341" y="651605"/>
                  </a:lnTo>
                  <a:lnTo>
                    <a:pt x="64294" y="651224"/>
                  </a:lnTo>
                  <a:lnTo>
                    <a:pt x="67532" y="651129"/>
                  </a:lnTo>
                  <a:lnTo>
                    <a:pt x="68104" y="650843"/>
                  </a:lnTo>
                  <a:lnTo>
                    <a:pt x="69342" y="650081"/>
                  </a:lnTo>
                  <a:lnTo>
                    <a:pt x="69913" y="649891"/>
                  </a:lnTo>
                  <a:lnTo>
                    <a:pt x="72104" y="649891"/>
                  </a:lnTo>
                  <a:lnTo>
                    <a:pt x="73057" y="649700"/>
                  </a:lnTo>
                  <a:lnTo>
                    <a:pt x="73628" y="649224"/>
                  </a:lnTo>
                  <a:lnTo>
                    <a:pt x="74485" y="647795"/>
                  </a:lnTo>
                  <a:lnTo>
                    <a:pt x="77152" y="645033"/>
                  </a:lnTo>
                  <a:lnTo>
                    <a:pt x="77914" y="644557"/>
                  </a:lnTo>
                  <a:lnTo>
                    <a:pt x="78391" y="644461"/>
                  </a:lnTo>
                  <a:lnTo>
                    <a:pt x="80296" y="643128"/>
                  </a:lnTo>
                  <a:lnTo>
                    <a:pt x="80581" y="642842"/>
                  </a:lnTo>
                  <a:lnTo>
                    <a:pt x="82582" y="640175"/>
                  </a:lnTo>
                  <a:lnTo>
                    <a:pt x="83153" y="639223"/>
                  </a:lnTo>
                  <a:lnTo>
                    <a:pt x="83439" y="638270"/>
                  </a:lnTo>
                  <a:lnTo>
                    <a:pt x="83725" y="637699"/>
                  </a:lnTo>
                  <a:lnTo>
                    <a:pt x="85534" y="635889"/>
                  </a:lnTo>
                  <a:lnTo>
                    <a:pt x="89630" y="629317"/>
                  </a:lnTo>
                  <a:lnTo>
                    <a:pt x="89916" y="629126"/>
                  </a:lnTo>
                  <a:lnTo>
                    <a:pt x="90964" y="628936"/>
                  </a:lnTo>
                  <a:lnTo>
                    <a:pt x="91154" y="628650"/>
                  </a:lnTo>
                  <a:lnTo>
                    <a:pt x="91249" y="628269"/>
                  </a:lnTo>
                  <a:lnTo>
                    <a:pt x="91535" y="627793"/>
                  </a:lnTo>
                  <a:lnTo>
                    <a:pt x="92011" y="627126"/>
                  </a:lnTo>
                  <a:lnTo>
                    <a:pt x="92488" y="626174"/>
                  </a:lnTo>
                  <a:lnTo>
                    <a:pt x="92773" y="625126"/>
                  </a:lnTo>
                  <a:lnTo>
                    <a:pt x="92678" y="624364"/>
                  </a:lnTo>
                  <a:lnTo>
                    <a:pt x="94107" y="624268"/>
                  </a:lnTo>
                  <a:lnTo>
                    <a:pt x="94202" y="623411"/>
                  </a:lnTo>
                  <a:lnTo>
                    <a:pt x="93345" y="622649"/>
                  </a:lnTo>
                  <a:lnTo>
                    <a:pt x="91916" y="622840"/>
                  </a:lnTo>
                  <a:lnTo>
                    <a:pt x="92202" y="622268"/>
                  </a:lnTo>
                  <a:lnTo>
                    <a:pt x="92107" y="621792"/>
                  </a:lnTo>
                  <a:lnTo>
                    <a:pt x="91726" y="621411"/>
                  </a:lnTo>
                  <a:lnTo>
                    <a:pt x="91154" y="621125"/>
                  </a:lnTo>
                  <a:lnTo>
                    <a:pt x="91345" y="620363"/>
                  </a:lnTo>
                  <a:lnTo>
                    <a:pt x="91154" y="619411"/>
                  </a:lnTo>
                  <a:lnTo>
                    <a:pt x="91059" y="618649"/>
                  </a:lnTo>
                  <a:lnTo>
                    <a:pt x="91726" y="618268"/>
                  </a:lnTo>
                  <a:lnTo>
                    <a:pt x="92583" y="618363"/>
                  </a:lnTo>
                  <a:lnTo>
                    <a:pt x="92773" y="618649"/>
                  </a:lnTo>
                  <a:lnTo>
                    <a:pt x="92583" y="619601"/>
                  </a:lnTo>
                  <a:lnTo>
                    <a:pt x="92869" y="620363"/>
                  </a:lnTo>
                  <a:lnTo>
                    <a:pt x="93535" y="620935"/>
                  </a:lnTo>
                  <a:lnTo>
                    <a:pt x="94392" y="621125"/>
                  </a:lnTo>
                  <a:lnTo>
                    <a:pt x="95059" y="620840"/>
                  </a:lnTo>
                  <a:lnTo>
                    <a:pt x="95440" y="617982"/>
                  </a:lnTo>
                  <a:lnTo>
                    <a:pt x="94964" y="616649"/>
                  </a:lnTo>
                  <a:lnTo>
                    <a:pt x="93821" y="614458"/>
                  </a:lnTo>
                  <a:lnTo>
                    <a:pt x="93631" y="612743"/>
                  </a:lnTo>
                  <a:lnTo>
                    <a:pt x="94012" y="611410"/>
                  </a:lnTo>
                  <a:lnTo>
                    <a:pt x="94869" y="610267"/>
                  </a:lnTo>
                  <a:lnTo>
                    <a:pt x="96012" y="609695"/>
                  </a:lnTo>
                  <a:lnTo>
                    <a:pt x="97250" y="609981"/>
                  </a:lnTo>
                  <a:lnTo>
                    <a:pt x="98774" y="608933"/>
                  </a:lnTo>
                  <a:lnTo>
                    <a:pt x="100108" y="608267"/>
                  </a:lnTo>
                  <a:lnTo>
                    <a:pt x="101632" y="607885"/>
                  </a:lnTo>
                  <a:lnTo>
                    <a:pt x="104204" y="607790"/>
                  </a:lnTo>
                  <a:lnTo>
                    <a:pt x="105346" y="607600"/>
                  </a:lnTo>
                  <a:lnTo>
                    <a:pt x="105918" y="607409"/>
                  </a:lnTo>
                  <a:lnTo>
                    <a:pt x="106489" y="607124"/>
                  </a:lnTo>
                  <a:lnTo>
                    <a:pt x="107537" y="606457"/>
                  </a:lnTo>
                  <a:lnTo>
                    <a:pt x="108013" y="606266"/>
                  </a:lnTo>
                  <a:lnTo>
                    <a:pt x="108585" y="606171"/>
                  </a:lnTo>
                  <a:lnTo>
                    <a:pt x="109823" y="606266"/>
                  </a:lnTo>
                  <a:lnTo>
                    <a:pt x="110395" y="606171"/>
                  </a:lnTo>
                  <a:lnTo>
                    <a:pt x="110966" y="605885"/>
                  </a:lnTo>
                  <a:lnTo>
                    <a:pt x="112014" y="605218"/>
                  </a:lnTo>
                  <a:lnTo>
                    <a:pt x="112585" y="604933"/>
                  </a:lnTo>
                  <a:lnTo>
                    <a:pt x="114967" y="604266"/>
                  </a:lnTo>
                  <a:lnTo>
                    <a:pt x="116872" y="603504"/>
                  </a:lnTo>
                  <a:lnTo>
                    <a:pt x="118205" y="601980"/>
                  </a:lnTo>
                  <a:lnTo>
                    <a:pt x="119063" y="596932"/>
                  </a:lnTo>
                  <a:lnTo>
                    <a:pt x="120110" y="594646"/>
                  </a:lnTo>
                  <a:lnTo>
                    <a:pt x="121634" y="592550"/>
                  </a:lnTo>
                  <a:lnTo>
                    <a:pt x="125349" y="588931"/>
                  </a:lnTo>
                  <a:lnTo>
                    <a:pt x="126492" y="588074"/>
                  </a:lnTo>
                  <a:lnTo>
                    <a:pt x="127540" y="587693"/>
                  </a:lnTo>
                  <a:lnTo>
                    <a:pt x="128588" y="587502"/>
                  </a:lnTo>
                  <a:lnTo>
                    <a:pt x="130207" y="586550"/>
                  </a:lnTo>
                  <a:lnTo>
                    <a:pt x="130969" y="586264"/>
                  </a:lnTo>
                  <a:lnTo>
                    <a:pt x="131445" y="586264"/>
                  </a:lnTo>
                  <a:lnTo>
                    <a:pt x="132302" y="586550"/>
                  </a:lnTo>
                  <a:lnTo>
                    <a:pt x="132969" y="586645"/>
                  </a:lnTo>
                  <a:lnTo>
                    <a:pt x="135160" y="586645"/>
                  </a:lnTo>
                  <a:lnTo>
                    <a:pt x="136303" y="586550"/>
                  </a:lnTo>
                  <a:lnTo>
                    <a:pt x="136969" y="586168"/>
                  </a:lnTo>
                  <a:lnTo>
                    <a:pt x="137922" y="584835"/>
                  </a:lnTo>
                  <a:lnTo>
                    <a:pt x="140303" y="582740"/>
                  </a:lnTo>
                  <a:lnTo>
                    <a:pt x="140779" y="582454"/>
                  </a:lnTo>
                  <a:lnTo>
                    <a:pt x="141827" y="580834"/>
                  </a:lnTo>
                  <a:lnTo>
                    <a:pt x="142304" y="580549"/>
                  </a:lnTo>
                  <a:lnTo>
                    <a:pt x="143542" y="580263"/>
                  </a:lnTo>
                  <a:lnTo>
                    <a:pt x="143923" y="580073"/>
                  </a:lnTo>
                  <a:lnTo>
                    <a:pt x="144685" y="578834"/>
                  </a:lnTo>
                  <a:lnTo>
                    <a:pt x="144113" y="578072"/>
                  </a:lnTo>
                  <a:lnTo>
                    <a:pt x="143161" y="576167"/>
                  </a:lnTo>
                  <a:close/>
                  <a:moveTo>
                    <a:pt x="161068" y="575501"/>
                  </a:moveTo>
                  <a:lnTo>
                    <a:pt x="160496" y="574739"/>
                  </a:lnTo>
                  <a:lnTo>
                    <a:pt x="159163" y="573976"/>
                  </a:lnTo>
                  <a:lnTo>
                    <a:pt x="157924" y="573500"/>
                  </a:lnTo>
                  <a:lnTo>
                    <a:pt x="156305" y="573024"/>
                  </a:lnTo>
                  <a:lnTo>
                    <a:pt x="154781" y="572357"/>
                  </a:lnTo>
                  <a:lnTo>
                    <a:pt x="153162" y="571405"/>
                  </a:lnTo>
                  <a:lnTo>
                    <a:pt x="152686" y="571309"/>
                  </a:lnTo>
                  <a:lnTo>
                    <a:pt x="152305" y="571405"/>
                  </a:lnTo>
                  <a:lnTo>
                    <a:pt x="152019" y="571691"/>
                  </a:lnTo>
                  <a:lnTo>
                    <a:pt x="151543" y="572262"/>
                  </a:lnTo>
                  <a:lnTo>
                    <a:pt x="150304" y="574453"/>
                  </a:lnTo>
                  <a:lnTo>
                    <a:pt x="149828" y="575119"/>
                  </a:lnTo>
                  <a:lnTo>
                    <a:pt x="147638" y="576739"/>
                  </a:lnTo>
                  <a:lnTo>
                    <a:pt x="147542" y="576929"/>
                  </a:lnTo>
                  <a:lnTo>
                    <a:pt x="147828" y="577215"/>
                  </a:lnTo>
                  <a:lnTo>
                    <a:pt x="148304" y="577406"/>
                  </a:lnTo>
                  <a:lnTo>
                    <a:pt x="148971" y="577120"/>
                  </a:lnTo>
                  <a:lnTo>
                    <a:pt x="148971" y="579310"/>
                  </a:lnTo>
                  <a:lnTo>
                    <a:pt x="149161" y="580453"/>
                  </a:lnTo>
                  <a:lnTo>
                    <a:pt x="149542" y="581311"/>
                  </a:lnTo>
                  <a:lnTo>
                    <a:pt x="150495" y="581882"/>
                  </a:lnTo>
                  <a:lnTo>
                    <a:pt x="151257" y="581787"/>
                  </a:lnTo>
                  <a:lnTo>
                    <a:pt x="152019" y="581406"/>
                  </a:lnTo>
                  <a:lnTo>
                    <a:pt x="152781" y="581216"/>
                  </a:lnTo>
                  <a:lnTo>
                    <a:pt x="153733" y="581120"/>
                  </a:lnTo>
                  <a:lnTo>
                    <a:pt x="154210" y="580930"/>
                  </a:lnTo>
                  <a:lnTo>
                    <a:pt x="154400" y="580644"/>
                  </a:lnTo>
                  <a:lnTo>
                    <a:pt x="154591" y="580168"/>
                  </a:lnTo>
                  <a:lnTo>
                    <a:pt x="155162" y="580168"/>
                  </a:lnTo>
                  <a:lnTo>
                    <a:pt x="155734" y="580263"/>
                  </a:lnTo>
                  <a:lnTo>
                    <a:pt x="156115" y="580168"/>
                  </a:lnTo>
                  <a:lnTo>
                    <a:pt x="156400" y="579310"/>
                  </a:lnTo>
                  <a:lnTo>
                    <a:pt x="156305" y="578263"/>
                  </a:lnTo>
                  <a:lnTo>
                    <a:pt x="156019" y="577215"/>
                  </a:lnTo>
                  <a:lnTo>
                    <a:pt x="155829" y="576167"/>
                  </a:lnTo>
                  <a:lnTo>
                    <a:pt x="156400" y="576548"/>
                  </a:lnTo>
                  <a:lnTo>
                    <a:pt x="157639" y="578263"/>
                  </a:lnTo>
                  <a:lnTo>
                    <a:pt x="157734" y="577977"/>
                  </a:lnTo>
                  <a:lnTo>
                    <a:pt x="157829" y="577786"/>
                  </a:lnTo>
                  <a:lnTo>
                    <a:pt x="157924" y="577501"/>
                  </a:lnTo>
                  <a:lnTo>
                    <a:pt x="157924" y="577120"/>
                  </a:lnTo>
                  <a:lnTo>
                    <a:pt x="158877" y="577501"/>
                  </a:lnTo>
                  <a:lnTo>
                    <a:pt x="159734" y="577310"/>
                  </a:lnTo>
                  <a:lnTo>
                    <a:pt x="160210" y="576834"/>
                  </a:lnTo>
                  <a:lnTo>
                    <a:pt x="160115" y="576358"/>
                  </a:lnTo>
                  <a:lnTo>
                    <a:pt x="160115" y="575977"/>
                  </a:lnTo>
                  <a:lnTo>
                    <a:pt x="161068" y="575501"/>
                  </a:lnTo>
                  <a:close/>
                  <a:moveTo>
                    <a:pt x="153733" y="501777"/>
                  </a:moveTo>
                  <a:lnTo>
                    <a:pt x="153448" y="501682"/>
                  </a:lnTo>
                  <a:lnTo>
                    <a:pt x="153162" y="501491"/>
                  </a:lnTo>
                  <a:lnTo>
                    <a:pt x="152686" y="501396"/>
                  </a:lnTo>
                  <a:lnTo>
                    <a:pt x="153448" y="503968"/>
                  </a:lnTo>
                  <a:lnTo>
                    <a:pt x="153829" y="504730"/>
                  </a:lnTo>
                  <a:lnTo>
                    <a:pt x="154400" y="505492"/>
                  </a:lnTo>
                  <a:lnTo>
                    <a:pt x="155734" y="506825"/>
                  </a:lnTo>
                  <a:lnTo>
                    <a:pt x="156305" y="507683"/>
                  </a:lnTo>
                  <a:lnTo>
                    <a:pt x="156019" y="507778"/>
                  </a:lnTo>
                  <a:lnTo>
                    <a:pt x="155543" y="508159"/>
                  </a:lnTo>
                  <a:lnTo>
                    <a:pt x="155257" y="508349"/>
                  </a:lnTo>
                  <a:lnTo>
                    <a:pt x="155734" y="508730"/>
                  </a:lnTo>
                  <a:lnTo>
                    <a:pt x="156210" y="510254"/>
                  </a:lnTo>
                  <a:lnTo>
                    <a:pt x="156591" y="510921"/>
                  </a:lnTo>
                  <a:lnTo>
                    <a:pt x="157353" y="511397"/>
                  </a:lnTo>
                  <a:lnTo>
                    <a:pt x="158210" y="511492"/>
                  </a:lnTo>
                  <a:lnTo>
                    <a:pt x="158877" y="511016"/>
                  </a:lnTo>
                  <a:lnTo>
                    <a:pt x="159163" y="509873"/>
                  </a:lnTo>
                  <a:lnTo>
                    <a:pt x="159544" y="510254"/>
                  </a:lnTo>
                  <a:lnTo>
                    <a:pt x="159829" y="510254"/>
                  </a:lnTo>
                  <a:lnTo>
                    <a:pt x="160210" y="509968"/>
                  </a:lnTo>
                  <a:lnTo>
                    <a:pt x="160591" y="510731"/>
                  </a:lnTo>
                  <a:lnTo>
                    <a:pt x="160401" y="511492"/>
                  </a:lnTo>
                  <a:lnTo>
                    <a:pt x="159829" y="512254"/>
                  </a:lnTo>
                  <a:lnTo>
                    <a:pt x="159067" y="512921"/>
                  </a:lnTo>
                  <a:lnTo>
                    <a:pt x="159258" y="513302"/>
                  </a:lnTo>
                  <a:lnTo>
                    <a:pt x="159353" y="513588"/>
                  </a:lnTo>
                  <a:lnTo>
                    <a:pt x="159448" y="514350"/>
                  </a:lnTo>
                  <a:lnTo>
                    <a:pt x="159067" y="514350"/>
                  </a:lnTo>
                  <a:lnTo>
                    <a:pt x="158877" y="513969"/>
                  </a:lnTo>
                  <a:lnTo>
                    <a:pt x="158686" y="513683"/>
                  </a:lnTo>
                  <a:lnTo>
                    <a:pt x="157924" y="513207"/>
                  </a:lnTo>
                  <a:lnTo>
                    <a:pt x="157639" y="514541"/>
                  </a:lnTo>
                  <a:lnTo>
                    <a:pt x="157829" y="516065"/>
                  </a:lnTo>
                  <a:lnTo>
                    <a:pt x="158496" y="516922"/>
                  </a:lnTo>
                  <a:lnTo>
                    <a:pt x="159448" y="516065"/>
                  </a:lnTo>
                  <a:lnTo>
                    <a:pt x="161068" y="515969"/>
                  </a:lnTo>
                  <a:lnTo>
                    <a:pt x="162782" y="514541"/>
                  </a:lnTo>
                  <a:lnTo>
                    <a:pt x="163830" y="512826"/>
                  </a:lnTo>
                  <a:lnTo>
                    <a:pt x="163068" y="511778"/>
                  </a:lnTo>
                  <a:lnTo>
                    <a:pt x="163449" y="511492"/>
                  </a:lnTo>
                  <a:lnTo>
                    <a:pt x="164497" y="510350"/>
                  </a:lnTo>
                  <a:lnTo>
                    <a:pt x="164306" y="510064"/>
                  </a:lnTo>
                  <a:lnTo>
                    <a:pt x="164021" y="509778"/>
                  </a:lnTo>
                  <a:lnTo>
                    <a:pt x="163639" y="509492"/>
                  </a:lnTo>
                  <a:lnTo>
                    <a:pt x="163163" y="509302"/>
                  </a:lnTo>
                  <a:lnTo>
                    <a:pt x="163163" y="509683"/>
                  </a:lnTo>
                  <a:lnTo>
                    <a:pt x="162687" y="509397"/>
                  </a:lnTo>
                  <a:lnTo>
                    <a:pt x="162496" y="509302"/>
                  </a:lnTo>
                  <a:lnTo>
                    <a:pt x="162496" y="508921"/>
                  </a:lnTo>
                  <a:lnTo>
                    <a:pt x="163163" y="508159"/>
                  </a:lnTo>
                  <a:lnTo>
                    <a:pt x="162973" y="507397"/>
                  </a:lnTo>
                  <a:lnTo>
                    <a:pt x="163068" y="506920"/>
                  </a:lnTo>
                  <a:lnTo>
                    <a:pt x="164497" y="506730"/>
                  </a:lnTo>
                  <a:lnTo>
                    <a:pt x="164878" y="506635"/>
                  </a:lnTo>
                  <a:lnTo>
                    <a:pt x="164306" y="506349"/>
                  </a:lnTo>
                  <a:lnTo>
                    <a:pt x="163258" y="506063"/>
                  </a:lnTo>
                  <a:lnTo>
                    <a:pt x="161830" y="504920"/>
                  </a:lnTo>
                  <a:lnTo>
                    <a:pt x="161544" y="504825"/>
                  </a:lnTo>
                  <a:lnTo>
                    <a:pt x="160972" y="504444"/>
                  </a:lnTo>
                  <a:lnTo>
                    <a:pt x="160687" y="504063"/>
                  </a:lnTo>
                  <a:lnTo>
                    <a:pt x="161925" y="503777"/>
                  </a:lnTo>
                  <a:lnTo>
                    <a:pt x="162211" y="503492"/>
                  </a:lnTo>
                  <a:lnTo>
                    <a:pt x="162211" y="503206"/>
                  </a:lnTo>
                  <a:lnTo>
                    <a:pt x="161734" y="503110"/>
                  </a:lnTo>
                  <a:lnTo>
                    <a:pt x="159353" y="503110"/>
                  </a:lnTo>
                  <a:lnTo>
                    <a:pt x="158401" y="502920"/>
                  </a:lnTo>
                  <a:lnTo>
                    <a:pt x="158686" y="502349"/>
                  </a:lnTo>
                  <a:lnTo>
                    <a:pt x="156877" y="501206"/>
                  </a:lnTo>
                  <a:lnTo>
                    <a:pt x="156400" y="500158"/>
                  </a:lnTo>
                  <a:lnTo>
                    <a:pt x="155638" y="500443"/>
                  </a:lnTo>
                  <a:lnTo>
                    <a:pt x="154972" y="501206"/>
                  </a:lnTo>
                  <a:lnTo>
                    <a:pt x="154876" y="501682"/>
                  </a:lnTo>
                  <a:lnTo>
                    <a:pt x="155067" y="501777"/>
                  </a:lnTo>
                  <a:lnTo>
                    <a:pt x="155162" y="502063"/>
                  </a:lnTo>
                  <a:lnTo>
                    <a:pt x="155067" y="502349"/>
                  </a:lnTo>
                  <a:lnTo>
                    <a:pt x="154876" y="502444"/>
                  </a:lnTo>
                  <a:lnTo>
                    <a:pt x="154686" y="502349"/>
                  </a:lnTo>
                  <a:lnTo>
                    <a:pt x="154400" y="502253"/>
                  </a:lnTo>
                  <a:lnTo>
                    <a:pt x="154210" y="502158"/>
                  </a:lnTo>
                  <a:lnTo>
                    <a:pt x="154305" y="502063"/>
                  </a:lnTo>
                  <a:lnTo>
                    <a:pt x="153733" y="501777"/>
                  </a:lnTo>
                  <a:close/>
                  <a:moveTo>
                    <a:pt x="15716" y="694563"/>
                  </a:moveTo>
                  <a:lnTo>
                    <a:pt x="15145" y="694944"/>
                  </a:lnTo>
                  <a:lnTo>
                    <a:pt x="14764" y="694563"/>
                  </a:lnTo>
                  <a:lnTo>
                    <a:pt x="14954" y="694373"/>
                  </a:lnTo>
                  <a:lnTo>
                    <a:pt x="15049" y="694182"/>
                  </a:lnTo>
                  <a:lnTo>
                    <a:pt x="15145" y="693515"/>
                  </a:lnTo>
                  <a:lnTo>
                    <a:pt x="12382" y="695801"/>
                  </a:lnTo>
                  <a:lnTo>
                    <a:pt x="11906" y="696373"/>
                  </a:lnTo>
                  <a:lnTo>
                    <a:pt x="12382" y="697706"/>
                  </a:lnTo>
                  <a:lnTo>
                    <a:pt x="13716" y="697516"/>
                  </a:lnTo>
                  <a:lnTo>
                    <a:pt x="15240" y="696563"/>
                  </a:lnTo>
                  <a:lnTo>
                    <a:pt x="16288" y="695611"/>
                  </a:lnTo>
                  <a:lnTo>
                    <a:pt x="16288" y="694944"/>
                  </a:lnTo>
                  <a:lnTo>
                    <a:pt x="16097" y="694563"/>
                  </a:lnTo>
                  <a:lnTo>
                    <a:pt x="15716" y="694563"/>
                  </a:lnTo>
                  <a:close/>
                  <a:moveTo>
                    <a:pt x="12382" y="702278"/>
                  </a:moveTo>
                  <a:lnTo>
                    <a:pt x="11239" y="702183"/>
                  </a:lnTo>
                  <a:lnTo>
                    <a:pt x="10573" y="702088"/>
                  </a:lnTo>
                  <a:lnTo>
                    <a:pt x="10477" y="702659"/>
                  </a:lnTo>
                  <a:lnTo>
                    <a:pt x="10954" y="703326"/>
                  </a:lnTo>
                  <a:lnTo>
                    <a:pt x="12192" y="703707"/>
                  </a:lnTo>
                  <a:lnTo>
                    <a:pt x="13335" y="703421"/>
                  </a:lnTo>
                  <a:lnTo>
                    <a:pt x="13335" y="702850"/>
                  </a:lnTo>
                  <a:lnTo>
                    <a:pt x="12382" y="702278"/>
                  </a:lnTo>
                  <a:close/>
                  <a:moveTo>
                    <a:pt x="6572" y="709993"/>
                  </a:moveTo>
                  <a:lnTo>
                    <a:pt x="6572" y="709517"/>
                  </a:lnTo>
                  <a:lnTo>
                    <a:pt x="6763" y="708469"/>
                  </a:lnTo>
                  <a:lnTo>
                    <a:pt x="6286" y="707803"/>
                  </a:lnTo>
                  <a:lnTo>
                    <a:pt x="5334" y="707803"/>
                  </a:lnTo>
                  <a:lnTo>
                    <a:pt x="2953" y="708184"/>
                  </a:lnTo>
                  <a:lnTo>
                    <a:pt x="2572" y="708565"/>
                  </a:lnTo>
                  <a:lnTo>
                    <a:pt x="2381" y="709327"/>
                  </a:lnTo>
                  <a:lnTo>
                    <a:pt x="2096" y="709993"/>
                  </a:lnTo>
                  <a:lnTo>
                    <a:pt x="1333" y="709993"/>
                  </a:lnTo>
                  <a:lnTo>
                    <a:pt x="1048" y="709612"/>
                  </a:lnTo>
                  <a:lnTo>
                    <a:pt x="1048" y="709041"/>
                  </a:lnTo>
                  <a:lnTo>
                    <a:pt x="952" y="708469"/>
                  </a:lnTo>
                  <a:lnTo>
                    <a:pt x="381" y="708089"/>
                  </a:lnTo>
                  <a:lnTo>
                    <a:pt x="0" y="715232"/>
                  </a:lnTo>
                  <a:lnTo>
                    <a:pt x="0" y="715518"/>
                  </a:lnTo>
                  <a:lnTo>
                    <a:pt x="1048" y="718185"/>
                  </a:lnTo>
                  <a:lnTo>
                    <a:pt x="2096" y="719804"/>
                  </a:lnTo>
                  <a:lnTo>
                    <a:pt x="2381" y="720661"/>
                  </a:lnTo>
                  <a:lnTo>
                    <a:pt x="2096" y="721519"/>
                  </a:lnTo>
                  <a:lnTo>
                    <a:pt x="2857" y="721900"/>
                  </a:lnTo>
                  <a:lnTo>
                    <a:pt x="3715" y="721995"/>
                  </a:lnTo>
                  <a:lnTo>
                    <a:pt x="4096" y="721709"/>
                  </a:lnTo>
                  <a:lnTo>
                    <a:pt x="3524" y="720757"/>
                  </a:lnTo>
                  <a:lnTo>
                    <a:pt x="4381" y="720566"/>
                  </a:lnTo>
                  <a:lnTo>
                    <a:pt x="5143" y="719995"/>
                  </a:lnTo>
                  <a:lnTo>
                    <a:pt x="5715" y="719328"/>
                  </a:lnTo>
                  <a:lnTo>
                    <a:pt x="5905" y="718757"/>
                  </a:lnTo>
                  <a:lnTo>
                    <a:pt x="6001" y="718661"/>
                  </a:lnTo>
                  <a:lnTo>
                    <a:pt x="6382" y="718280"/>
                  </a:lnTo>
                  <a:lnTo>
                    <a:pt x="6477" y="718185"/>
                  </a:lnTo>
                  <a:lnTo>
                    <a:pt x="6763" y="718090"/>
                  </a:lnTo>
                  <a:lnTo>
                    <a:pt x="6667" y="717899"/>
                  </a:lnTo>
                  <a:lnTo>
                    <a:pt x="6286" y="717518"/>
                  </a:lnTo>
                  <a:lnTo>
                    <a:pt x="6286" y="717423"/>
                  </a:lnTo>
                  <a:lnTo>
                    <a:pt x="6286" y="716375"/>
                  </a:lnTo>
                  <a:lnTo>
                    <a:pt x="6382" y="716185"/>
                  </a:lnTo>
                  <a:lnTo>
                    <a:pt x="6667" y="715709"/>
                  </a:lnTo>
                  <a:lnTo>
                    <a:pt x="6763" y="715423"/>
                  </a:lnTo>
                  <a:lnTo>
                    <a:pt x="6667" y="714375"/>
                  </a:lnTo>
                  <a:lnTo>
                    <a:pt x="6096" y="712470"/>
                  </a:lnTo>
                  <a:lnTo>
                    <a:pt x="6001" y="711613"/>
                  </a:lnTo>
                  <a:lnTo>
                    <a:pt x="6286" y="711327"/>
                  </a:lnTo>
                  <a:lnTo>
                    <a:pt x="6763" y="711041"/>
                  </a:lnTo>
                  <a:lnTo>
                    <a:pt x="7048" y="710660"/>
                  </a:lnTo>
                  <a:lnTo>
                    <a:pt x="6572" y="709993"/>
                  </a:lnTo>
                  <a:lnTo>
                    <a:pt x="6572" y="709993"/>
                  </a:lnTo>
                  <a:close/>
                  <a:moveTo>
                    <a:pt x="82677" y="762095"/>
                  </a:moveTo>
                  <a:lnTo>
                    <a:pt x="81915" y="761905"/>
                  </a:lnTo>
                  <a:lnTo>
                    <a:pt x="81248" y="762000"/>
                  </a:lnTo>
                  <a:lnTo>
                    <a:pt x="80677" y="762286"/>
                  </a:lnTo>
                  <a:lnTo>
                    <a:pt x="80010" y="762381"/>
                  </a:lnTo>
                  <a:lnTo>
                    <a:pt x="79057" y="762191"/>
                  </a:lnTo>
                  <a:lnTo>
                    <a:pt x="78296" y="762572"/>
                  </a:lnTo>
                  <a:lnTo>
                    <a:pt x="77819" y="762952"/>
                  </a:lnTo>
                  <a:lnTo>
                    <a:pt x="77629" y="763429"/>
                  </a:lnTo>
                  <a:lnTo>
                    <a:pt x="77724" y="764095"/>
                  </a:lnTo>
                  <a:lnTo>
                    <a:pt x="78105" y="764953"/>
                  </a:lnTo>
                  <a:lnTo>
                    <a:pt x="78581" y="765334"/>
                  </a:lnTo>
                  <a:lnTo>
                    <a:pt x="80200" y="765524"/>
                  </a:lnTo>
                  <a:lnTo>
                    <a:pt x="81629" y="765905"/>
                  </a:lnTo>
                  <a:lnTo>
                    <a:pt x="82486" y="765905"/>
                  </a:lnTo>
                  <a:lnTo>
                    <a:pt x="83153" y="765524"/>
                  </a:lnTo>
                  <a:lnTo>
                    <a:pt x="82582" y="764286"/>
                  </a:lnTo>
                  <a:lnTo>
                    <a:pt x="82582" y="763715"/>
                  </a:lnTo>
                  <a:lnTo>
                    <a:pt x="83439" y="764095"/>
                  </a:lnTo>
                  <a:lnTo>
                    <a:pt x="83820" y="763715"/>
                  </a:lnTo>
                  <a:lnTo>
                    <a:pt x="83153" y="762572"/>
                  </a:lnTo>
                  <a:lnTo>
                    <a:pt x="82677" y="762095"/>
                  </a:lnTo>
                  <a:close/>
                  <a:moveTo>
                    <a:pt x="158686" y="664464"/>
                  </a:moveTo>
                  <a:lnTo>
                    <a:pt x="158686" y="664464"/>
                  </a:lnTo>
                  <a:lnTo>
                    <a:pt x="158686" y="664464"/>
                  </a:lnTo>
                  <a:lnTo>
                    <a:pt x="158686" y="664464"/>
                  </a:lnTo>
                  <a:lnTo>
                    <a:pt x="158686" y="664464"/>
                  </a:lnTo>
                  <a:lnTo>
                    <a:pt x="158686" y="664369"/>
                  </a:lnTo>
                  <a:lnTo>
                    <a:pt x="158686" y="664464"/>
                  </a:lnTo>
                  <a:lnTo>
                    <a:pt x="158686" y="664464"/>
                  </a:lnTo>
                  <a:lnTo>
                    <a:pt x="158686" y="664464"/>
                  </a:lnTo>
                  <a:close/>
                  <a:moveTo>
                    <a:pt x="21050" y="697040"/>
                  </a:moveTo>
                  <a:lnTo>
                    <a:pt x="21050" y="695516"/>
                  </a:lnTo>
                  <a:lnTo>
                    <a:pt x="19526" y="694563"/>
                  </a:lnTo>
                  <a:lnTo>
                    <a:pt x="19336" y="694563"/>
                  </a:lnTo>
                  <a:lnTo>
                    <a:pt x="19240" y="694563"/>
                  </a:lnTo>
                  <a:lnTo>
                    <a:pt x="19145" y="694468"/>
                  </a:lnTo>
                  <a:lnTo>
                    <a:pt x="19145" y="694277"/>
                  </a:lnTo>
                  <a:lnTo>
                    <a:pt x="18669" y="694658"/>
                  </a:lnTo>
                  <a:lnTo>
                    <a:pt x="18192" y="694849"/>
                  </a:lnTo>
                  <a:lnTo>
                    <a:pt x="17716" y="694849"/>
                  </a:lnTo>
                  <a:lnTo>
                    <a:pt x="17240" y="694563"/>
                  </a:lnTo>
                  <a:lnTo>
                    <a:pt x="16954" y="695134"/>
                  </a:lnTo>
                  <a:lnTo>
                    <a:pt x="16764" y="696754"/>
                  </a:lnTo>
                  <a:lnTo>
                    <a:pt x="16383" y="697516"/>
                  </a:lnTo>
                  <a:lnTo>
                    <a:pt x="16669" y="698849"/>
                  </a:lnTo>
                  <a:lnTo>
                    <a:pt x="16859" y="700754"/>
                  </a:lnTo>
                  <a:lnTo>
                    <a:pt x="17431" y="701993"/>
                  </a:lnTo>
                  <a:lnTo>
                    <a:pt x="18955" y="701231"/>
                  </a:lnTo>
                  <a:lnTo>
                    <a:pt x="19621" y="701516"/>
                  </a:lnTo>
                  <a:lnTo>
                    <a:pt x="20193" y="701326"/>
                  </a:lnTo>
                  <a:lnTo>
                    <a:pt x="20669" y="700754"/>
                  </a:lnTo>
                  <a:lnTo>
                    <a:pt x="21146" y="700087"/>
                  </a:lnTo>
                  <a:lnTo>
                    <a:pt x="20574" y="698754"/>
                  </a:lnTo>
                  <a:lnTo>
                    <a:pt x="21050" y="697040"/>
                  </a:lnTo>
                  <a:close/>
                  <a:moveTo>
                    <a:pt x="175260" y="501206"/>
                  </a:moveTo>
                  <a:lnTo>
                    <a:pt x="174974" y="500825"/>
                  </a:lnTo>
                  <a:lnTo>
                    <a:pt x="174498" y="500634"/>
                  </a:lnTo>
                  <a:lnTo>
                    <a:pt x="174022" y="500634"/>
                  </a:lnTo>
                  <a:lnTo>
                    <a:pt x="171640" y="501586"/>
                  </a:lnTo>
                  <a:lnTo>
                    <a:pt x="171164" y="501682"/>
                  </a:lnTo>
                  <a:lnTo>
                    <a:pt x="172974" y="505016"/>
                  </a:lnTo>
                  <a:lnTo>
                    <a:pt x="173926" y="507683"/>
                  </a:lnTo>
                  <a:lnTo>
                    <a:pt x="174593" y="508730"/>
                  </a:lnTo>
                  <a:lnTo>
                    <a:pt x="175165" y="508349"/>
                  </a:lnTo>
                  <a:lnTo>
                    <a:pt x="175069" y="507968"/>
                  </a:lnTo>
                  <a:lnTo>
                    <a:pt x="174498" y="506920"/>
                  </a:lnTo>
                  <a:lnTo>
                    <a:pt x="174403" y="506349"/>
                  </a:lnTo>
                  <a:lnTo>
                    <a:pt x="174403" y="505777"/>
                  </a:lnTo>
                  <a:lnTo>
                    <a:pt x="174784" y="504349"/>
                  </a:lnTo>
                  <a:lnTo>
                    <a:pt x="174688" y="504063"/>
                  </a:lnTo>
                  <a:lnTo>
                    <a:pt x="174498" y="503777"/>
                  </a:lnTo>
                  <a:lnTo>
                    <a:pt x="174403" y="503396"/>
                  </a:lnTo>
                  <a:lnTo>
                    <a:pt x="174593" y="503015"/>
                  </a:lnTo>
                  <a:lnTo>
                    <a:pt x="174879" y="502920"/>
                  </a:lnTo>
                  <a:lnTo>
                    <a:pt x="175450" y="502825"/>
                  </a:lnTo>
                  <a:lnTo>
                    <a:pt x="175546" y="502634"/>
                  </a:lnTo>
                  <a:lnTo>
                    <a:pt x="175546" y="501586"/>
                  </a:lnTo>
                  <a:lnTo>
                    <a:pt x="175260" y="501206"/>
                  </a:lnTo>
                  <a:close/>
                  <a:moveTo>
                    <a:pt x="204597" y="834485"/>
                  </a:moveTo>
                  <a:lnTo>
                    <a:pt x="205740" y="834104"/>
                  </a:lnTo>
                  <a:lnTo>
                    <a:pt x="206502" y="833723"/>
                  </a:lnTo>
                  <a:lnTo>
                    <a:pt x="206978" y="833628"/>
                  </a:lnTo>
                  <a:lnTo>
                    <a:pt x="206788" y="833152"/>
                  </a:lnTo>
                  <a:lnTo>
                    <a:pt x="205740" y="832676"/>
                  </a:lnTo>
                  <a:lnTo>
                    <a:pt x="205168" y="832485"/>
                  </a:lnTo>
                  <a:lnTo>
                    <a:pt x="204311" y="832485"/>
                  </a:lnTo>
                  <a:lnTo>
                    <a:pt x="202978" y="833057"/>
                  </a:lnTo>
                  <a:lnTo>
                    <a:pt x="202406" y="833914"/>
                  </a:lnTo>
                  <a:lnTo>
                    <a:pt x="202501" y="834485"/>
                  </a:lnTo>
                  <a:lnTo>
                    <a:pt x="202978" y="834676"/>
                  </a:lnTo>
                  <a:lnTo>
                    <a:pt x="203644" y="834485"/>
                  </a:lnTo>
                  <a:lnTo>
                    <a:pt x="204597" y="834485"/>
                  </a:lnTo>
                  <a:close/>
                  <a:moveTo>
                    <a:pt x="178308" y="497776"/>
                  </a:moveTo>
                  <a:lnTo>
                    <a:pt x="178308" y="497586"/>
                  </a:lnTo>
                  <a:lnTo>
                    <a:pt x="178308" y="497491"/>
                  </a:lnTo>
                  <a:lnTo>
                    <a:pt x="178213" y="497395"/>
                  </a:lnTo>
                  <a:lnTo>
                    <a:pt x="177927" y="497395"/>
                  </a:lnTo>
                  <a:lnTo>
                    <a:pt x="177546" y="497872"/>
                  </a:lnTo>
                  <a:lnTo>
                    <a:pt x="177165" y="497967"/>
                  </a:lnTo>
                  <a:lnTo>
                    <a:pt x="176974" y="497681"/>
                  </a:lnTo>
                  <a:lnTo>
                    <a:pt x="177165" y="497015"/>
                  </a:lnTo>
                  <a:lnTo>
                    <a:pt x="177641" y="496538"/>
                  </a:lnTo>
                  <a:lnTo>
                    <a:pt x="178117" y="496348"/>
                  </a:lnTo>
                  <a:lnTo>
                    <a:pt x="178498" y="496062"/>
                  </a:lnTo>
                  <a:lnTo>
                    <a:pt x="178594" y="495300"/>
                  </a:lnTo>
                  <a:lnTo>
                    <a:pt x="178308" y="494538"/>
                  </a:lnTo>
                  <a:lnTo>
                    <a:pt x="177641" y="493681"/>
                  </a:lnTo>
                  <a:lnTo>
                    <a:pt x="176022" y="492157"/>
                  </a:lnTo>
                  <a:lnTo>
                    <a:pt x="175927" y="492442"/>
                  </a:lnTo>
                  <a:lnTo>
                    <a:pt x="175927" y="492442"/>
                  </a:lnTo>
                  <a:lnTo>
                    <a:pt x="175831" y="492442"/>
                  </a:lnTo>
                  <a:lnTo>
                    <a:pt x="175641" y="492538"/>
                  </a:lnTo>
                  <a:lnTo>
                    <a:pt x="175355" y="491585"/>
                  </a:lnTo>
                  <a:lnTo>
                    <a:pt x="174593" y="491585"/>
                  </a:lnTo>
                  <a:lnTo>
                    <a:pt x="173831" y="491776"/>
                  </a:lnTo>
                  <a:lnTo>
                    <a:pt x="173450" y="491204"/>
                  </a:lnTo>
                  <a:lnTo>
                    <a:pt x="173450" y="489775"/>
                  </a:lnTo>
                  <a:lnTo>
                    <a:pt x="173355" y="488918"/>
                  </a:lnTo>
                  <a:lnTo>
                    <a:pt x="172974" y="488061"/>
                  </a:lnTo>
                  <a:lnTo>
                    <a:pt x="172212" y="487109"/>
                  </a:lnTo>
                  <a:lnTo>
                    <a:pt x="171926" y="487109"/>
                  </a:lnTo>
                  <a:lnTo>
                    <a:pt x="171926" y="492157"/>
                  </a:lnTo>
                  <a:lnTo>
                    <a:pt x="171355" y="491966"/>
                  </a:lnTo>
                  <a:lnTo>
                    <a:pt x="170879" y="491966"/>
                  </a:lnTo>
                  <a:lnTo>
                    <a:pt x="170593" y="492252"/>
                  </a:lnTo>
                  <a:lnTo>
                    <a:pt x="170497" y="492824"/>
                  </a:lnTo>
                  <a:lnTo>
                    <a:pt x="169164" y="492061"/>
                  </a:lnTo>
                  <a:lnTo>
                    <a:pt x="166402" y="489871"/>
                  </a:lnTo>
                  <a:lnTo>
                    <a:pt x="165163" y="489871"/>
                  </a:lnTo>
                  <a:lnTo>
                    <a:pt x="165163" y="489299"/>
                  </a:lnTo>
                  <a:lnTo>
                    <a:pt x="165354" y="488823"/>
                  </a:lnTo>
                  <a:lnTo>
                    <a:pt x="165735" y="488537"/>
                  </a:lnTo>
                  <a:lnTo>
                    <a:pt x="166306" y="488442"/>
                  </a:lnTo>
                  <a:lnTo>
                    <a:pt x="165830" y="488251"/>
                  </a:lnTo>
                  <a:lnTo>
                    <a:pt x="164973" y="488251"/>
                  </a:lnTo>
                  <a:lnTo>
                    <a:pt x="164497" y="488156"/>
                  </a:lnTo>
                  <a:lnTo>
                    <a:pt x="164116" y="487870"/>
                  </a:lnTo>
                  <a:lnTo>
                    <a:pt x="162877" y="486537"/>
                  </a:lnTo>
                  <a:lnTo>
                    <a:pt x="161449" y="485394"/>
                  </a:lnTo>
                  <a:lnTo>
                    <a:pt x="160591" y="484823"/>
                  </a:lnTo>
                  <a:lnTo>
                    <a:pt x="159734" y="484632"/>
                  </a:lnTo>
                  <a:lnTo>
                    <a:pt x="157734" y="484346"/>
                  </a:lnTo>
                  <a:lnTo>
                    <a:pt x="156972" y="484060"/>
                  </a:lnTo>
                  <a:lnTo>
                    <a:pt x="156877" y="483584"/>
                  </a:lnTo>
                  <a:lnTo>
                    <a:pt x="156781" y="482727"/>
                  </a:lnTo>
                  <a:lnTo>
                    <a:pt x="156400" y="481870"/>
                  </a:lnTo>
                  <a:lnTo>
                    <a:pt x="155448" y="481489"/>
                  </a:lnTo>
                  <a:lnTo>
                    <a:pt x="154210" y="481584"/>
                  </a:lnTo>
                  <a:lnTo>
                    <a:pt x="153829" y="482346"/>
                  </a:lnTo>
                  <a:lnTo>
                    <a:pt x="154019" y="484442"/>
                  </a:lnTo>
                  <a:lnTo>
                    <a:pt x="154400" y="484156"/>
                  </a:lnTo>
                  <a:lnTo>
                    <a:pt x="154972" y="484060"/>
                  </a:lnTo>
                  <a:lnTo>
                    <a:pt x="156305" y="484060"/>
                  </a:lnTo>
                  <a:lnTo>
                    <a:pt x="155353" y="484727"/>
                  </a:lnTo>
                  <a:lnTo>
                    <a:pt x="154400" y="485013"/>
                  </a:lnTo>
                  <a:lnTo>
                    <a:pt x="153733" y="485394"/>
                  </a:lnTo>
                  <a:lnTo>
                    <a:pt x="153448" y="486442"/>
                  </a:lnTo>
                  <a:lnTo>
                    <a:pt x="153543" y="487204"/>
                  </a:lnTo>
                  <a:lnTo>
                    <a:pt x="153543" y="487775"/>
                  </a:lnTo>
                  <a:lnTo>
                    <a:pt x="153448" y="488442"/>
                  </a:lnTo>
                  <a:lnTo>
                    <a:pt x="153067" y="489014"/>
                  </a:lnTo>
                  <a:lnTo>
                    <a:pt x="152590" y="489490"/>
                  </a:lnTo>
                  <a:lnTo>
                    <a:pt x="152495" y="489871"/>
                  </a:lnTo>
                  <a:lnTo>
                    <a:pt x="153162" y="490252"/>
                  </a:lnTo>
                  <a:lnTo>
                    <a:pt x="153448" y="489490"/>
                  </a:lnTo>
                  <a:lnTo>
                    <a:pt x="153829" y="488728"/>
                  </a:lnTo>
                  <a:lnTo>
                    <a:pt x="154400" y="488156"/>
                  </a:lnTo>
                  <a:lnTo>
                    <a:pt x="154972" y="487680"/>
                  </a:lnTo>
                  <a:lnTo>
                    <a:pt x="155543" y="488347"/>
                  </a:lnTo>
                  <a:lnTo>
                    <a:pt x="155734" y="489109"/>
                  </a:lnTo>
                  <a:lnTo>
                    <a:pt x="155829" y="489871"/>
                  </a:lnTo>
                  <a:lnTo>
                    <a:pt x="156210" y="490442"/>
                  </a:lnTo>
                  <a:lnTo>
                    <a:pt x="156781" y="491014"/>
                  </a:lnTo>
                  <a:lnTo>
                    <a:pt x="157067" y="491585"/>
                  </a:lnTo>
                  <a:lnTo>
                    <a:pt x="157163" y="492252"/>
                  </a:lnTo>
                  <a:lnTo>
                    <a:pt x="157163" y="493014"/>
                  </a:lnTo>
                  <a:lnTo>
                    <a:pt x="157543" y="494157"/>
                  </a:lnTo>
                  <a:lnTo>
                    <a:pt x="159067" y="495872"/>
                  </a:lnTo>
                  <a:lnTo>
                    <a:pt x="159734" y="497395"/>
                  </a:lnTo>
                  <a:lnTo>
                    <a:pt x="160591" y="498158"/>
                  </a:lnTo>
                  <a:lnTo>
                    <a:pt x="161639" y="498729"/>
                  </a:lnTo>
                  <a:lnTo>
                    <a:pt x="162592" y="499015"/>
                  </a:lnTo>
                  <a:lnTo>
                    <a:pt x="164878" y="498634"/>
                  </a:lnTo>
                  <a:lnTo>
                    <a:pt x="165449" y="499015"/>
                  </a:lnTo>
                  <a:lnTo>
                    <a:pt x="166211" y="500443"/>
                  </a:lnTo>
                  <a:lnTo>
                    <a:pt x="166497" y="500443"/>
                  </a:lnTo>
                  <a:lnTo>
                    <a:pt x="166688" y="500062"/>
                  </a:lnTo>
                  <a:lnTo>
                    <a:pt x="166878" y="499872"/>
                  </a:lnTo>
                  <a:lnTo>
                    <a:pt x="167164" y="499872"/>
                  </a:lnTo>
                  <a:lnTo>
                    <a:pt x="167640" y="500158"/>
                  </a:lnTo>
                  <a:lnTo>
                    <a:pt x="167735" y="499396"/>
                  </a:lnTo>
                  <a:lnTo>
                    <a:pt x="167926" y="498824"/>
                  </a:lnTo>
                  <a:lnTo>
                    <a:pt x="167926" y="498253"/>
                  </a:lnTo>
                  <a:lnTo>
                    <a:pt x="167545" y="497586"/>
                  </a:lnTo>
                  <a:lnTo>
                    <a:pt x="167926" y="497205"/>
                  </a:lnTo>
                  <a:lnTo>
                    <a:pt x="168688" y="497491"/>
                  </a:lnTo>
                  <a:lnTo>
                    <a:pt x="169545" y="497586"/>
                  </a:lnTo>
                  <a:lnTo>
                    <a:pt x="170212" y="497872"/>
                  </a:lnTo>
                  <a:lnTo>
                    <a:pt x="170307" y="498729"/>
                  </a:lnTo>
                  <a:lnTo>
                    <a:pt x="170974" y="498443"/>
                  </a:lnTo>
                  <a:lnTo>
                    <a:pt x="171545" y="498729"/>
                  </a:lnTo>
                  <a:lnTo>
                    <a:pt x="172117" y="499205"/>
                  </a:lnTo>
                  <a:lnTo>
                    <a:pt x="172783" y="499491"/>
                  </a:lnTo>
                  <a:lnTo>
                    <a:pt x="173546" y="499300"/>
                  </a:lnTo>
                  <a:lnTo>
                    <a:pt x="174117" y="498919"/>
                  </a:lnTo>
                  <a:lnTo>
                    <a:pt x="174784" y="498634"/>
                  </a:lnTo>
                  <a:lnTo>
                    <a:pt x="175736" y="498634"/>
                  </a:lnTo>
                  <a:lnTo>
                    <a:pt x="176213" y="498824"/>
                  </a:lnTo>
                  <a:lnTo>
                    <a:pt x="176498" y="499110"/>
                  </a:lnTo>
                  <a:lnTo>
                    <a:pt x="176879" y="499205"/>
                  </a:lnTo>
                  <a:lnTo>
                    <a:pt x="177641" y="499015"/>
                  </a:lnTo>
                  <a:lnTo>
                    <a:pt x="178308" y="498729"/>
                  </a:lnTo>
                  <a:lnTo>
                    <a:pt x="178784" y="498348"/>
                  </a:lnTo>
                  <a:lnTo>
                    <a:pt x="178975" y="497872"/>
                  </a:lnTo>
                  <a:lnTo>
                    <a:pt x="178689" y="497110"/>
                  </a:lnTo>
                  <a:lnTo>
                    <a:pt x="178308" y="497776"/>
                  </a:lnTo>
                  <a:close/>
                  <a:moveTo>
                    <a:pt x="174498" y="405384"/>
                  </a:moveTo>
                  <a:lnTo>
                    <a:pt x="174784" y="404812"/>
                  </a:lnTo>
                  <a:lnTo>
                    <a:pt x="172974" y="402050"/>
                  </a:lnTo>
                  <a:lnTo>
                    <a:pt x="172212" y="401479"/>
                  </a:lnTo>
                  <a:lnTo>
                    <a:pt x="171164" y="401002"/>
                  </a:lnTo>
                  <a:lnTo>
                    <a:pt x="170116" y="400812"/>
                  </a:lnTo>
                  <a:lnTo>
                    <a:pt x="169354" y="401002"/>
                  </a:lnTo>
                  <a:lnTo>
                    <a:pt x="169069" y="400431"/>
                  </a:lnTo>
                  <a:lnTo>
                    <a:pt x="167926" y="399669"/>
                  </a:lnTo>
                  <a:lnTo>
                    <a:pt x="166592" y="399002"/>
                  </a:lnTo>
                  <a:lnTo>
                    <a:pt x="165830" y="398717"/>
                  </a:lnTo>
                  <a:lnTo>
                    <a:pt x="165259" y="398812"/>
                  </a:lnTo>
                  <a:lnTo>
                    <a:pt x="164878" y="399098"/>
                  </a:lnTo>
                  <a:lnTo>
                    <a:pt x="164687" y="399478"/>
                  </a:lnTo>
                  <a:lnTo>
                    <a:pt x="164592" y="400050"/>
                  </a:lnTo>
                  <a:lnTo>
                    <a:pt x="164782" y="401384"/>
                  </a:lnTo>
                  <a:lnTo>
                    <a:pt x="165259" y="402622"/>
                  </a:lnTo>
                  <a:lnTo>
                    <a:pt x="166116" y="403574"/>
                  </a:lnTo>
                  <a:lnTo>
                    <a:pt x="167830" y="404146"/>
                  </a:lnTo>
                  <a:lnTo>
                    <a:pt x="168402" y="404908"/>
                  </a:lnTo>
                  <a:lnTo>
                    <a:pt x="168783" y="405098"/>
                  </a:lnTo>
                  <a:lnTo>
                    <a:pt x="169450" y="405098"/>
                  </a:lnTo>
                  <a:lnTo>
                    <a:pt x="170021" y="405193"/>
                  </a:lnTo>
                  <a:lnTo>
                    <a:pt x="170593" y="405384"/>
                  </a:lnTo>
                  <a:lnTo>
                    <a:pt x="171164" y="405765"/>
                  </a:lnTo>
                  <a:lnTo>
                    <a:pt x="171545" y="406241"/>
                  </a:lnTo>
                  <a:lnTo>
                    <a:pt x="171736" y="406717"/>
                  </a:lnTo>
                  <a:lnTo>
                    <a:pt x="172021" y="407099"/>
                  </a:lnTo>
                  <a:lnTo>
                    <a:pt x="172783" y="407289"/>
                  </a:lnTo>
                  <a:lnTo>
                    <a:pt x="173260" y="407479"/>
                  </a:lnTo>
                  <a:lnTo>
                    <a:pt x="173641" y="408051"/>
                  </a:lnTo>
                  <a:lnTo>
                    <a:pt x="174022" y="408718"/>
                  </a:lnTo>
                  <a:lnTo>
                    <a:pt x="174403" y="409194"/>
                  </a:lnTo>
                  <a:lnTo>
                    <a:pt x="174593" y="408908"/>
                  </a:lnTo>
                  <a:lnTo>
                    <a:pt x="175450" y="408242"/>
                  </a:lnTo>
                  <a:lnTo>
                    <a:pt x="175355" y="407670"/>
                  </a:lnTo>
                  <a:lnTo>
                    <a:pt x="175069" y="407479"/>
                  </a:lnTo>
                  <a:lnTo>
                    <a:pt x="174688" y="407384"/>
                  </a:lnTo>
                  <a:lnTo>
                    <a:pt x="174212" y="407194"/>
                  </a:lnTo>
                  <a:lnTo>
                    <a:pt x="173831" y="406527"/>
                  </a:lnTo>
                  <a:lnTo>
                    <a:pt x="174117" y="406051"/>
                  </a:lnTo>
                  <a:lnTo>
                    <a:pt x="174498" y="405384"/>
                  </a:lnTo>
                  <a:close/>
                  <a:moveTo>
                    <a:pt x="192024" y="797719"/>
                  </a:moveTo>
                  <a:lnTo>
                    <a:pt x="191738" y="797243"/>
                  </a:lnTo>
                  <a:lnTo>
                    <a:pt x="191357" y="796957"/>
                  </a:lnTo>
                  <a:lnTo>
                    <a:pt x="190881" y="797052"/>
                  </a:lnTo>
                  <a:lnTo>
                    <a:pt x="190405" y="797433"/>
                  </a:lnTo>
                  <a:lnTo>
                    <a:pt x="190024" y="797909"/>
                  </a:lnTo>
                  <a:lnTo>
                    <a:pt x="189738" y="799052"/>
                  </a:lnTo>
                  <a:lnTo>
                    <a:pt x="188976" y="800195"/>
                  </a:lnTo>
                  <a:lnTo>
                    <a:pt x="188785" y="800576"/>
                  </a:lnTo>
                  <a:lnTo>
                    <a:pt x="188595" y="801052"/>
                  </a:lnTo>
                  <a:lnTo>
                    <a:pt x="188214" y="801719"/>
                  </a:lnTo>
                  <a:lnTo>
                    <a:pt x="187833" y="802291"/>
                  </a:lnTo>
                  <a:lnTo>
                    <a:pt x="187452" y="802576"/>
                  </a:lnTo>
                  <a:lnTo>
                    <a:pt x="186785" y="802672"/>
                  </a:lnTo>
                  <a:lnTo>
                    <a:pt x="186214" y="802862"/>
                  </a:lnTo>
                  <a:lnTo>
                    <a:pt x="186023" y="803243"/>
                  </a:lnTo>
                  <a:lnTo>
                    <a:pt x="186309" y="803815"/>
                  </a:lnTo>
                  <a:lnTo>
                    <a:pt x="186880" y="804101"/>
                  </a:lnTo>
                  <a:lnTo>
                    <a:pt x="188976" y="804386"/>
                  </a:lnTo>
                  <a:lnTo>
                    <a:pt x="189738" y="804386"/>
                  </a:lnTo>
                  <a:lnTo>
                    <a:pt x="190309" y="804101"/>
                  </a:lnTo>
                  <a:lnTo>
                    <a:pt x="190690" y="803719"/>
                  </a:lnTo>
                  <a:lnTo>
                    <a:pt x="190976" y="803243"/>
                  </a:lnTo>
                  <a:lnTo>
                    <a:pt x="192119" y="799624"/>
                  </a:lnTo>
                  <a:lnTo>
                    <a:pt x="192119" y="798576"/>
                  </a:lnTo>
                  <a:lnTo>
                    <a:pt x="192024" y="798100"/>
                  </a:lnTo>
                  <a:lnTo>
                    <a:pt x="192024" y="797719"/>
                  </a:lnTo>
                  <a:close/>
                  <a:moveTo>
                    <a:pt x="173260" y="855250"/>
                  </a:moveTo>
                  <a:lnTo>
                    <a:pt x="172783" y="855345"/>
                  </a:lnTo>
                  <a:lnTo>
                    <a:pt x="172402" y="855535"/>
                  </a:lnTo>
                  <a:lnTo>
                    <a:pt x="172021" y="855440"/>
                  </a:lnTo>
                  <a:lnTo>
                    <a:pt x="171831" y="855059"/>
                  </a:lnTo>
                  <a:lnTo>
                    <a:pt x="171831" y="852297"/>
                  </a:lnTo>
                  <a:lnTo>
                    <a:pt x="171736" y="851726"/>
                  </a:lnTo>
                  <a:lnTo>
                    <a:pt x="171450" y="851344"/>
                  </a:lnTo>
                  <a:lnTo>
                    <a:pt x="170879" y="851249"/>
                  </a:lnTo>
                  <a:lnTo>
                    <a:pt x="170307" y="851440"/>
                  </a:lnTo>
                  <a:lnTo>
                    <a:pt x="169259" y="852107"/>
                  </a:lnTo>
                  <a:lnTo>
                    <a:pt x="168116" y="852583"/>
                  </a:lnTo>
                  <a:lnTo>
                    <a:pt x="167449" y="852964"/>
                  </a:lnTo>
                  <a:lnTo>
                    <a:pt x="166973" y="853631"/>
                  </a:lnTo>
                  <a:lnTo>
                    <a:pt x="165544" y="854488"/>
                  </a:lnTo>
                  <a:lnTo>
                    <a:pt x="165354" y="854869"/>
                  </a:lnTo>
                  <a:lnTo>
                    <a:pt x="165068" y="855821"/>
                  </a:lnTo>
                  <a:lnTo>
                    <a:pt x="164973" y="856107"/>
                  </a:lnTo>
                  <a:lnTo>
                    <a:pt x="164401" y="856298"/>
                  </a:lnTo>
                  <a:lnTo>
                    <a:pt x="164021" y="856202"/>
                  </a:lnTo>
                  <a:lnTo>
                    <a:pt x="163639" y="856012"/>
                  </a:lnTo>
                  <a:lnTo>
                    <a:pt x="163068" y="856012"/>
                  </a:lnTo>
                  <a:lnTo>
                    <a:pt x="162211" y="856964"/>
                  </a:lnTo>
                  <a:lnTo>
                    <a:pt x="161830" y="857155"/>
                  </a:lnTo>
                  <a:lnTo>
                    <a:pt x="161354" y="857250"/>
                  </a:lnTo>
                  <a:lnTo>
                    <a:pt x="160115" y="857726"/>
                  </a:lnTo>
                  <a:lnTo>
                    <a:pt x="158496" y="858012"/>
                  </a:lnTo>
                  <a:lnTo>
                    <a:pt x="158115" y="858393"/>
                  </a:lnTo>
                  <a:lnTo>
                    <a:pt x="157353" y="859726"/>
                  </a:lnTo>
                  <a:lnTo>
                    <a:pt x="155543" y="860774"/>
                  </a:lnTo>
                  <a:lnTo>
                    <a:pt x="155257" y="860869"/>
                  </a:lnTo>
                  <a:lnTo>
                    <a:pt x="154876" y="861155"/>
                  </a:lnTo>
                  <a:lnTo>
                    <a:pt x="153257" y="861917"/>
                  </a:lnTo>
                  <a:lnTo>
                    <a:pt x="151352" y="862489"/>
                  </a:lnTo>
                  <a:lnTo>
                    <a:pt x="150971" y="862679"/>
                  </a:lnTo>
                  <a:lnTo>
                    <a:pt x="150495" y="863156"/>
                  </a:lnTo>
                  <a:lnTo>
                    <a:pt x="150876" y="864013"/>
                  </a:lnTo>
                  <a:lnTo>
                    <a:pt x="150781" y="865823"/>
                  </a:lnTo>
                  <a:lnTo>
                    <a:pt x="150876" y="866489"/>
                  </a:lnTo>
                  <a:lnTo>
                    <a:pt x="151447" y="867061"/>
                  </a:lnTo>
                  <a:lnTo>
                    <a:pt x="151924" y="867061"/>
                  </a:lnTo>
                  <a:lnTo>
                    <a:pt x="152400" y="866775"/>
                  </a:lnTo>
                  <a:lnTo>
                    <a:pt x="153067" y="866489"/>
                  </a:lnTo>
                  <a:lnTo>
                    <a:pt x="154686" y="866489"/>
                  </a:lnTo>
                  <a:lnTo>
                    <a:pt x="155162" y="866299"/>
                  </a:lnTo>
                  <a:lnTo>
                    <a:pt x="155924" y="865346"/>
                  </a:lnTo>
                  <a:lnTo>
                    <a:pt x="156305" y="865060"/>
                  </a:lnTo>
                  <a:lnTo>
                    <a:pt x="156972" y="865156"/>
                  </a:lnTo>
                  <a:lnTo>
                    <a:pt x="157448" y="865537"/>
                  </a:lnTo>
                  <a:lnTo>
                    <a:pt x="158020" y="865632"/>
                  </a:lnTo>
                  <a:lnTo>
                    <a:pt x="158877" y="864965"/>
                  </a:lnTo>
                  <a:lnTo>
                    <a:pt x="159258" y="863346"/>
                  </a:lnTo>
                  <a:lnTo>
                    <a:pt x="159448" y="862965"/>
                  </a:lnTo>
                  <a:lnTo>
                    <a:pt x="159829" y="862870"/>
                  </a:lnTo>
                  <a:lnTo>
                    <a:pt x="160306" y="862870"/>
                  </a:lnTo>
                  <a:lnTo>
                    <a:pt x="160687" y="862775"/>
                  </a:lnTo>
                  <a:lnTo>
                    <a:pt x="161163" y="862108"/>
                  </a:lnTo>
                  <a:lnTo>
                    <a:pt x="161354" y="861536"/>
                  </a:lnTo>
                  <a:lnTo>
                    <a:pt x="161734" y="861155"/>
                  </a:lnTo>
                  <a:lnTo>
                    <a:pt x="162782" y="860965"/>
                  </a:lnTo>
                  <a:lnTo>
                    <a:pt x="163354" y="861155"/>
                  </a:lnTo>
                  <a:lnTo>
                    <a:pt x="164116" y="861441"/>
                  </a:lnTo>
                  <a:lnTo>
                    <a:pt x="164878" y="861632"/>
                  </a:lnTo>
                  <a:lnTo>
                    <a:pt x="165640" y="861346"/>
                  </a:lnTo>
                  <a:lnTo>
                    <a:pt x="166021" y="860584"/>
                  </a:lnTo>
                  <a:lnTo>
                    <a:pt x="166116" y="858869"/>
                  </a:lnTo>
                  <a:lnTo>
                    <a:pt x="166688" y="858107"/>
                  </a:lnTo>
                  <a:lnTo>
                    <a:pt x="166878" y="858584"/>
                  </a:lnTo>
                  <a:lnTo>
                    <a:pt x="167164" y="859155"/>
                  </a:lnTo>
                  <a:lnTo>
                    <a:pt x="167545" y="859631"/>
                  </a:lnTo>
                  <a:lnTo>
                    <a:pt x="167926" y="859822"/>
                  </a:lnTo>
                  <a:lnTo>
                    <a:pt x="168878" y="859917"/>
                  </a:lnTo>
                  <a:lnTo>
                    <a:pt x="169164" y="859822"/>
                  </a:lnTo>
                  <a:lnTo>
                    <a:pt x="169354" y="859631"/>
                  </a:lnTo>
                  <a:lnTo>
                    <a:pt x="169450" y="859250"/>
                  </a:lnTo>
                  <a:lnTo>
                    <a:pt x="169640" y="858869"/>
                  </a:lnTo>
                  <a:lnTo>
                    <a:pt x="170021" y="858774"/>
                  </a:lnTo>
                  <a:lnTo>
                    <a:pt x="170402" y="859155"/>
                  </a:lnTo>
                  <a:lnTo>
                    <a:pt x="170402" y="859917"/>
                  </a:lnTo>
                  <a:lnTo>
                    <a:pt x="170021" y="861441"/>
                  </a:lnTo>
                  <a:lnTo>
                    <a:pt x="170116" y="862298"/>
                  </a:lnTo>
                  <a:lnTo>
                    <a:pt x="170497" y="862870"/>
                  </a:lnTo>
                  <a:lnTo>
                    <a:pt x="171069" y="863251"/>
                  </a:lnTo>
                  <a:lnTo>
                    <a:pt x="171831" y="863536"/>
                  </a:lnTo>
                  <a:lnTo>
                    <a:pt x="172402" y="862775"/>
                  </a:lnTo>
                  <a:lnTo>
                    <a:pt x="172688" y="861632"/>
                  </a:lnTo>
                  <a:lnTo>
                    <a:pt x="172974" y="859536"/>
                  </a:lnTo>
                  <a:lnTo>
                    <a:pt x="173831" y="856298"/>
                  </a:lnTo>
                  <a:lnTo>
                    <a:pt x="173831" y="855535"/>
                  </a:lnTo>
                  <a:lnTo>
                    <a:pt x="173260" y="855250"/>
                  </a:lnTo>
                  <a:close/>
                  <a:moveTo>
                    <a:pt x="158591" y="664654"/>
                  </a:moveTo>
                  <a:lnTo>
                    <a:pt x="158591" y="664654"/>
                  </a:lnTo>
                  <a:lnTo>
                    <a:pt x="158496" y="664654"/>
                  </a:lnTo>
                  <a:lnTo>
                    <a:pt x="158591" y="664654"/>
                  </a:lnTo>
                  <a:lnTo>
                    <a:pt x="158591" y="664654"/>
                  </a:lnTo>
                  <a:lnTo>
                    <a:pt x="158591" y="664750"/>
                  </a:lnTo>
                  <a:lnTo>
                    <a:pt x="158591" y="664654"/>
                  </a:lnTo>
                  <a:lnTo>
                    <a:pt x="158591" y="664654"/>
                  </a:lnTo>
                  <a:lnTo>
                    <a:pt x="158591" y="664654"/>
                  </a:lnTo>
                  <a:close/>
                  <a:moveTo>
                    <a:pt x="158305" y="665131"/>
                  </a:moveTo>
                  <a:lnTo>
                    <a:pt x="158305" y="664940"/>
                  </a:lnTo>
                  <a:lnTo>
                    <a:pt x="158210" y="665131"/>
                  </a:lnTo>
                  <a:lnTo>
                    <a:pt x="158305" y="665131"/>
                  </a:lnTo>
                  <a:close/>
                  <a:moveTo>
                    <a:pt x="158972" y="664940"/>
                  </a:moveTo>
                  <a:lnTo>
                    <a:pt x="158972" y="664940"/>
                  </a:lnTo>
                  <a:lnTo>
                    <a:pt x="158782" y="664750"/>
                  </a:lnTo>
                  <a:lnTo>
                    <a:pt x="158782" y="664940"/>
                  </a:lnTo>
                  <a:lnTo>
                    <a:pt x="158972" y="664940"/>
                  </a:lnTo>
                  <a:close/>
                  <a:moveTo>
                    <a:pt x="151543" y="879062"/>
                  </a:moveTo>
                  <a:lnTo>
                    <a:pt x="150590" y="879253"/>
                  </a:lnTo>
                  <a:lnTo>
                    <a:pt x="150971" y="879919"/>
                  </a:lnTo>
                  <a:lnTo>
                    <a:pt x="151733" y="880301"/>
                  </a:lnTo>
                  <a:lnTo>
                    <a:pt x="152590" y="880301"/>
                  </a:lnTo>
                  <a:lnTo>
                    <a:pt x="152971" y="880205"/>
                  </a:lnTo>
                  <a:lnTo>
                    <a:pt x="152781" y="879729"/>
                  </a:lnTo>
                  <a:lnTo>
                    <a:pt x="151543" y="879062"/>
                  </a:lnTo>
                  <a:close/>
                  <a:moveTo>
                    <a:pt x="151829" y="876872"/>
                  </a:moveTo>
                  <a:lnTo>
                    <a:pt x="152114" y="876681"/>
                  </a:lnTo>
                  <a:lnTo>
                    <a:pt x="152495" y="876300"/>
                  </a:lnTo>
                  <a:lnTo>
                    <a:pt x="152495" y="875538"/>
                  </a:lnTo>
                  <a:lnTo>
                    <a:pt x="152114" y="874681"/>
                  </a:lnTo>
                  <a:lnTo>
                    <a:pt x="150971" y="874204"/>
                  </a:lnTo>
                  <a:lnTo>
                    <a:pt x="150685" y="873728"/>
                  </a:lnTo>
                  <a:lnTo>
                    <a:pt x="150114" y="873443"/>
                  </a:lnTo>
                  <a:lnTo>
                    <a:pt x="149542" y="873728"/>
                  </a:lnTo>
                  <a:lnTo>
                    <a:pt x="149352" y="874585"/>
                  </a:lnTo>
                  <a:lnTo>
                    <a:pt x="149828" y="875919"/>
                  </a:lnTo>
                  <a:lnTo>
                    <a:pt x="150971" y="876776"/>
                  </a:lnTo>
                  <a:lnTo>
                    <a:pt x="151829" y="876872"/>
                  </a:lnTo>
                  <a:close/>
                  <a:moveTo>
                    <a:pt x="149733" y="866584"/>
                  </a:moveTo>
                  <a:lnTo>
                    <a:pt x="149923" y="866680"/>
                  </a:lnTo>
                  <a:lnTo>
                    <a:pt x="150304" y="866489"/>
                  </a:lnTo>
                  <a:lnTo>
                    <a:pt x="150495" y="865918"/>
                  </a:lnTo>
                  <a:lnTo>
                    <a:pt x="150400" y="865251"/>
                  </a:lnTo>
                  <a:lnTo>
                    <a:pt x="150209" y="864679"/>
                  </a:lnTo>
                  <a:lnTo>
                    <a:pt x="150114" y="864108"/>
                  </a:lnTo>
                  <a:lnTo>
                    <a:pt x="150114" y="863441"/>
                  </a:lnTo>
                  <a:lnTo>
                    <a:pt x="149733" y="863346"/>
                  </a:lnTo>
                  <a:lnTo>
                    <a:pt x="148971" y="863918"/>
                  </a:lnTo>
                  <a:lnTo>
                    <a:pt x="148209" y="864584"/>
                  </a:lnTo>
                  <a:lnTo>
                    <a:pt x="147161" y="866394"/>
                  </a:lnTo>
                  <a:lnTo>
                    <a:pt x="146971" y="867347"/>
                  </a:lnTo>
                  <a:lnTo>
                    <a:pt x="147352" y="867727"/>
                  </a:lnTo>
                  <a:lnTo>
                    <a:pt x="148590" y="867442"/>
                  </a:lnTo>
                  <a:lnTo>
                    <a:pt x="149161" y="867251"/>
                  </a:lnTo>
                  <a:lnTo>
                    <a:pt x="149352" y="866870"/>
                  </a:lnTo>
                  <a:lnTo>
                    <a:pt x="149447" y="866680"/>
                  </a:lnTo>
                  <a:lnTo>
                    <a:pt x="149733" y="866584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3" name="Freeform: Shape 14">
              <a:extLst>
                <a:ext uri="{FF2B5EF4-FFF2-40B4-BE49-F238E27FC236}">
                  <a16:creationId xmlns:a16="http://schemas.microsoft.com/office/drawing/2014/main" id="{21147ABD-F78B-7580-469F-D1DABF589A1E}"/>
                </a:ext>
              </a:extLst>
            </p:cNvPr>
            <p:cNvSpPr/>
            <p:nvPr/>
          </p:nvSpPr>
          <p:spPr>
            <a:xfrm>
              <a:off x="4020407" y="2802445"/>
              <a:ext cx="847725" cy="809625"/>
            </a:xfrm>
            <a:custGeom>
              <a:avLst/>
              <a:gdLst>
                <a:gd name="connsiteX0" fmla="*/ 348520 w 847725"/>
                <a:gd name="connsiteY0" fmla="*/ 795909 h 809625"/>
                <a:gd name="connsiteX1" fmla="*/ 348710 w 847725"/>
                <a:gd name="connsiteY1" fmla="*/ 795147 h 809625"/>
                <a:gd name="connsiteX2" fmla="*/ 349758 w 847725"/>
                <a:gd name="connsiteY2" fmla="*/ 794671 h 809625"/>
                <a:gd name="connsiteX3" fmla="*/ 349758 w 847725"/>
                <a:gd name="connsiteY3" fmla="*/ 794671 h 809625"/>
                <a:gd name="connsiteX4" fmla="*/ 349377 w 847725"/>
                <a:gd name="connsiteY4" fmla="*/ 794480 h 809625"/>
                <a:gd name="connsiteX5" fmla="*/ 348329 w 847725"/>
                <a:gd name="connsiteY5" fmla="*/ 793813 h 809625"/>
                <a:gd name="connsiteX6" fmla="*/ 345948 w 847725"/>
                <a:gd name="connsiteY6" fmla="*/ 794576 h 809625"/>
                <a:gd name="connsiteX7" fmla="*/ 344710 w 847725"/>
                <a:gd name="connsiteY7" fmla="*/ 794576 h 809625"/>
                <a:gd name="connsiteX8" fmla="*/ 343948 w 847725"/>
                <a:gd name="connsiteY8" fmla="*/ 793813 h 809625"/>
                <a:gd name="connsiteX9" fmla="*/ 344234 w 847725"/>
                <a:gd name="connsiteY9" fmla="*/ 794766 h 809625"/>
                <a:gd name="connsiteX10" fmla="*/ 344424 w 847725"/>
                <a:gd name="connsiteY10" fmla="*/ 795147 h 809625"/>
                <a:gd name="connsiteX11" fmla="*/ 344805 w 847725"/>
                <a:gd name="connsiteY11" fmla="*/ 795814 h 809625"/>
                <a:gd name="connsiteX12" fmla="*/ 345662 w 847725"/>
                <a:gd name="connsiteY12" fmla="*/ 796671 h 809625"/>
                <a:gd name="connsiteX13" fmla="*/ 346615 w 847725"/>
                <a:gd name="connsiteY13" fmla="*/ 797052 h 809625"/>
                <a:gd name="connsiteX14" fmla="*/ 348044 w 847725"/>
                <a:gd name="connsiteY14" fmla="*/ 796671 h 809625"/>
                <a:gd name="connsiteX15" fmla="*/ 348520 w 847725"/>
                <a:gd name="connsiteY15" fmla="*/ 795909 h 809625"/>
                <a:gd name="connsiteX16" fmla="*/ 853726 w 847725"/>
                <a:gd name="connsiteY16" fmla="*/ 126206 h 809625"/>
                <a:gd name="connsiteX17" fmla="*/ 846582 w 847725"/>
                <a:gd name="connsiteY17" fmla="*/ 108966 h 809625"/>
                <a:gd name="connsiteX18" fmla="*/ 839438 w 847725"/>
                <a:gd name="connsiteY18" fmla="*/ 91726 h 809625"/>
                <a:gd name="connsiteX19" fmla="*/ 838676 w 847725"/>
                <a:gd name="connsiteY19" fmla="*/ 91630 h 809625"/>
                <a:gd name="connsiteX20" fmla="*/ 837724 w 847725"/>
                <a:gd name="connsiteY20" fmla="*/ 91154 h 809625"/>
                <a:gd name="connsiteX21" fmla="*/ 837057 w 847725"/>
                <a:gd name="connsiteY21" fmla="*/ 90392 h 809625"/>
                <a:gd name="connsiteX22" fmla="*/ 835819 w 847725"/>
                <a:gd name="connsiteY22" fmla="*/ 88583 h 809625"/>
                <a:gd name="connsiteX23" fmla="*/ 834104 w 847725"/>
                <a:gd name="connsiteY23" fmla="*/ 87344 h 809625"/>
                <a:gd name="connsiteX24" fmla="*/ 830294 w 847725"/>
                <a:gd name="connsiteY24" fmla="*/ 85916 h 809625"/>
                <a:gd name="connsiteX25" fmla="*/ 828485 w 847725"/>
                <a:gd name="connsiteY25" fmla="*/ 84868 h 809625"/>
                <a:gd name="connsiteX26" fmla="*/ 827437 w 847725"/>
                <a:gd name="connsiteY26" fmla="*/ 82772 h 809625"/>
                <a:gd name="connsiteX27" fmla="*/ 828199 w 847725"/>
                <a:gd name="connsiteY27" fmla="*/ 77533 h 809625"/>
                <a:gd name="connsiteX28" fmla="*/ 827723 w 847725"/>
                <a:gd name="connsiteY28" fmla="*/ 75438 h 809625"/>
                <a:gd name="connsiteX29" fmla="*/ 826770 w 847725"/>
                <a:gd name="connsiteY29" fmla="*/ 75152 h 809625"/>
                <a:gd name="connsiteX30" fmla="*/ 824865 w 847725"/>
                <a:gd name="connsiteY30" fmla="*/ 77153 h 809625"/>
                <a:gd name="connsiteX31" fmla="*/ 823627 w 847725"/>
                <a:gd name="connsiteY31" fmla="*/ 77533 h 809625"/>
                <a:gd name="connsiteX32" fmla="*/ 822388 w 847725"/>
                <a:gd name="connsiteY32" fmla="*/ 77533 h 809625"/>
                <a:gd name="connsiteX33" fmla="*/ 821817 w 847725"/>
                <a:gd name="connsiteY33" fmla="*/ 77629 h 809625"/>
                <a:gd name="connsiteX34" fmla="*/ 821246 w 847725"/>
                <a:gd name="connsiteY34" fmla="*/ 77819 h 809625"/>
                <a:gd name="connsiteX35" fmla="*/ 820769 w 847725"/>
                <a:gd name="connsiteY35" fmla="*/ 78200 h 809625"/>
                <a:gd name="connsiteX36" fmla="*/ 820103 w 847725"/>
                <a:gd name="connsiteY36" fmla="*/ 79343 h 809625"/>
                <a:gd name="connsiteX37" fmla="*/ 819722 w 847725"/>
                <a:gd name="connsiteY37" fmla="*/ 79724 h 809625"/>
                <a:gd name="connsiteX38" fmla="*/ 818769 w 847725"/>
                <a:gd name="connsiteY38" fmla="*/ 79915 h 809625"/>
                <a:gd name="connsiteX39" fmla="*/ 817817 w 847725"/>
                <a:gd name="connsiteY39" fmla="*/ 79724 h 809625"/>
                <a:gd name="connsiteX40" fmla="*/ 816864 w 847725"/>
                <a:gd name="connsiteY40" fmla="*/ 79724 h 809625"/>
                <a:gd name="connsiteX41" fmla="*/ 814959 w 847725"/>
                <a:gd name="connsiteY41" fmla="*/ 81153 h 809625"/>
                <a:gd name="connsiteX42" fmla="*/ 814102 w 847725"/>
                <a:gd name="connsiteY42" fmla="*/ 81153 h 809625"/>
                <a:gd name="connsiteX43" fmla="*/ 813245 w 847725"/>
                <a:gd name="connsiteY43" fmla="*/ 80867 h 809625"/>
                <a:gd name="connsiteX44" fmla="*/ 812197 w 847725"/>
                <a:gd name="connsiteY44" fmla="*/ 80677 h 809625"/>
                <a:gd name="connsiteX45" fmla="*/ 810959 w 847725"/>
                <a:gd name="connsiteY45" fmla="*/ 80867 h 809625"/>
                <a:gd name="connsiteX46" fmla="*/ 808482 w 847725"/>
                <a:gd name="connsiteY46" fmla="*/ 81534 h 809625"/>
                <a:gd name="connsiteX47" fmla="*/ 807244 w 847725"/>
                <a:gd name="connsiteY47" fmla="*/ 81439 h 809625"/>
                <a:gd name="connsiteX48" fmla="*/ 805815 w 847725"/>
                <a:gd name="connsiteY48" fmla="*/ 80105 h 809625"/>
                <a:gd name="connsiteX49" fmla="*/ 805244 w 847725"/>
                <a:gd name="connsiteY49" fmla="*/ 77819 h 809625"/>
                <a:gd name="connsiteX50" fmla="*/ 805053 w 847725"/>
                <a:gd name="connsiteY50" fmla="*/ 75152 h 809625"/>
                <a:gd name="connsiteX51" fmla="*/ 804577 w 847725"/>
                <a:gd name="connsiteY51" fmla="*/ 72676 h 809625"/>
                <a:gd name="connsiteX52" fmla="*/ 803243 w 847725"/>
                <a:gd name="connsiteY52" fmla="*/ 70295 h 809625"/>
                <a:gd name="connsiteX53" fmla="*/ 801719 w 847725"/>
                <a:gd name="connsiteY53" fmla="*/ 69437 h 809625"/>
                <a:gd name="connsiteX54" fmla="*/ 797624 w 847725"/>
                <a:gd name="connsiteY54" fmla="*/ 69151 h 809625"/>
                <a:gd name="connsiteX55" fmla="*/ 796004 w 847725"/>
                <a:gd name="connsiteY55" fmla="*/ 68389 h 809625"/>
                <a:gd name="connsiteX56" fmla="*/ 794385 w 847725"/>
                <a:gd name="connsiteY56" fmla="*/ 66770 h 809625"/>
                <a:gd name="connsiteX57" fmla="*/ 793242 w 847725"/>
                <a:gd name="connsiteY57" fmla="*/ 64675 h 809625"/>
                <a:gd name="connsiteX58" fmla="*/ 792956 w 847725"/>
                <a:gd name="connsiteY58" fmla="*/ 62484 h 809625"/>
                <a:gd name="connsiteX59" fmla="*/ 793337 w 847725"/>
                <a:gd name="connsiteY59" fmla="*/ 61436 h 809625"/>
                <a:gd name="connsiteX60" fmla="*/ 794004 w 847725"/>
                <a:gd name="connsiteY60" fmla="*/ 60770 h 809625"/>
                <a:gd name="connsiteX61" fmla="*/ 796576 w 847725"/>
                <a:gd name="connsiteY61" fmla="*/ 59055 h 809625"/>
                <a:gd name="connsiteX62" fmla="*/ 796957 w 847725"/>
                <a:gd name="connsiteY62" fmla="*/ 58674 h 809625"/>
                <a:gd name="connsiteX63" fmla="*/ 797243 w 847725"/>
                <a:gd name="connsiteY63" fmla="*/ 58198 h 809625"/>
                <a:gd name="connsiteX64" fmla="*/ 797243 w 847725"/>
                <a:gd name="connsiteY64" fmla="*/ 57531 h 809625"/>
                <a:gd name="connsiteX65" fmla="*/ 796766 w 847725"/>
                <a:gd name="connsiteY65" fmla="*/ 56388 h 809625"/>
                <a:gd name="connsiteX66" fmla="*/ 796862 w 847725"/>
                <a:gd name="connsiteY66" fmla="*/ 55721 h 809625"/>
                <a:gd name="connsiteX67" fmla="*/ 797528 w 847725"/>
                <a:gd name="connsiteY67" fmla="*/ 54864 h 809625"/>
                <a:gd name="connsiteX68" fmla="*/ 798481 w 847725"/>
                <a:gd name="connsiteY68" fmla="*/ 54388 h 809625"/>
                <a:gd name="connsiteX69" fmla="*/ 799148 w 847725"/>
                <a:gd name="connsiteY69" fmla="*/ 53816 h 809625"/>
                <a:gd name="connsiteX70" fmla="*/ 799052 w 847725"/>
                <a:gd name="connsiteY70" fmla="*/ 52673 h 809625"/>
                <a:gd name="connsiteX71" fmla="*/ 798481 w 847725"/>
                <a:gd name="connsiteY71" fmla="*/ 51816 h 809625"/>
                <a:gd name="connsiteX72" fmla="*/ 797147 w 847725"/>
                <a:gd name="connsiteY72" fmla="*/ 50197 h 809625"/>
                <a:gd name="connsiteX73" fmla="*/ 796766 w 847725"/>
                <a:gd name="connsiteY73" fmla="*/ 49244 h 809625"/>
                <a:gd name="connsiteX74" fmla="*/ 796766 w 847725"/>
                <a:gd name="connsiteY74" fmla="*/ 46672 h 809625"/>
                <a:gd name="connsiteX75" fmla="*/ 797719 w 847725"/>
                <a:gd name="connsiteY75" fmla="*/ 41529 h 809625"/>
                <a:gd name="connsiteX76" fmla="*/ 797338 w 847725"/>
                <a:gd name="connsiteY76" fmla="*/ 39910 h 809625"/>
                <a:gd name="connsiteX77" fmla="*/ 797147 w 847725"/>
                <a:gd name="connsiteY77" fmla="*/ 38862 h 809625"/>
                <a:gd name="connsiteX78" fmla="*/ 797147 w 847725"/>
                <a:gd name="connsiteY78" fmla="*/ 38767 h 809625"/>
                <a:gd name="connsiteX79" fmla="*/ 791813 w 847725"/>
                <a:gd name="connsiteY79" fmla="*/ 28480 h 809625"/>
                <a:gd name="connsiteX80" fmla="*/ 790480 w 847725"/>
                <a:gd name="connsiteY80" fmla="*/ 26860 h 809625"/>
                <a:gd name="connsiteX81" fmla="*/ 787337 w 847725"/>
                <a:gd name="connsiteY81" fmla="*/ 24003 h 809625"/>
                <a:gd name="connsiteX82" fmla="*/ 784098 w 847725"/>
                <a:gd name="connsiteY82" fmla="*/ 21717 h 809625"/>
                <a:gd name="connsiteX83" fmla="*/ 779907 w 847725"/>
                <a:gd name="connsiteY83" fmla="*/ 19717 h 809625"/>
                <a:gd name="connsiteX84" fmla="*/ 775716 w 847725"/>
                <a:gd name="connsiteY84" fmla="*/ 18859 h 809625"/>
                <a:gd name="connsiteX85" fmla="*/ 772382 w 847725"/>
                <a:gd name="connsiteY85" fmla="*/ 20098 h 809625"/>
                <a:gd name="connsiteX86" fmla="*/ 772097 w 847725"/>
                <a:gd name="connsiteY86" fmla="*/ 20764 h 809625"/>
                <a:gd name="connsiteX87" fmla="*/ 771906 w 847725"/>
                <a:gd name="connsiteY87" fmla="*/ 21431 h 809625"/>
                <a:gd name="connsiteX88" fmla="*/ 771620 w 847725"/>
                <a:gd name="connsiteY88" fmla="*/ 21908 h 809625"/>
                <a:gd name="connsiteX89" fmla="*/ 768382 w 847725"/>
                <a:gd name="connsiteY89" fmla="*/ 21717 h 809625"/>
                <a:gd name="connsiteX90" fmla="*/ 767239 w 847725"/>
                <a:gd name="connsiteY90" fmla="*/ 20098 h 809625"/>
                <a:gd name="connsiteX91" fmla="*/ 766858 w 847725"/>
                <a:gd name="connsiteY91" fmla="*/ 17621 h 809625"/>
                <a:gd name="connsiteX92" fmla="*/ 766763 w 847725"/>
                <a:gd name="connsiteY92" fmla="*/ 14954 h 809625"/>
                <a:gd name="connsiteX93" fmla="*/ 766382 w 847725"/>
                <a:gd name="connsiteY93" fmla="*/ 12478 h 809625"/>
                <a:gd name="connsiteX94" fmla="*/ 765524 w 847725"/>
                <a:gd name="connsiteY94" fmla="*/ 10478 h 809625"/>
                <a:gd name="connsiteX95" fmla="*/ 764096 w 847725"/>
                <a:gd name="connsiteY95" fmla="*/ 9049 h 809625"/>
                <a:gd name="connsiteX96" fmla="*/ 762095 w 847725"/>
                <a:gd name="connsiteY96" fmla="*/ 8192 h 809625"/>
                <a:gd name="connsiteX97" fmla="*/ 755904 w 847725"/>
                <a:gd name="connsiteY97" fmla="*/ 6858 h 809625"/>
                <a:gd name="connsiteX98" fmla="*/ 754094 w 847725"/>
                <a:gd name="connsiteY98" fmla="*/ 5810 h 809625"/>
                <a:gd name="connsiteX99" fmla="*/ 752570 w 847725"/>
                <a:gd name="connsiteY99" fmla="*/ 4477 h 809625"/>
                <a:gd name="connsiteX100" fmla="*/ 751808 w 847725"/>
                <a:gd name="connsiteY100" fmla="*/ 4096 h 809625"/>
                <a:gd name="connsiteX101" fmla="*/ 750856 w 847725"/>
                <a:gd name="connsiteY101" fmla="*/ 3905 h 809625"/>
                <a:gd name="connsiteX102" fmla="*/ 746379 w 847725"/>
                <a:gd name="connsiteY102" fmla="*/ 4572 h 809625"/>
                <a:gd name="connsiteX103" fmla="*/ 744379 w 847725"/>
                <a:gd name="connsiteY103" fmla="*/ 4572 h 809625"/>
                <a:gd name="connsiteX104" fmla="*/ 742569 w 847725"/>
                <a:gd name="connsiteY104" fmla="*/ 5048 h 809625"/>
                <a:gd name="connsiteX105" fmla="*/ 741617 w 847725"/>
                <a:gd name="connsiteY105" fmla="*/ 5429 h 809625"/>
                <a:gd name="connsiteX106" fmla="*/ 740855 w 847725"/>
                <a:gd name="connsiteY106" fmla="*/ 6001 h 809625"/>
                <a:gd name="connsiteX107" fmla="*/ 740378 w 847725"/>
                <a:gd name="connsiteY107" fmla="*/ 6858 h 809625"/>
                <a:gd name="connsiteX108" fmla="*/ 739902 w 847725"/>
                <a:gd name="connsiteY108" fmla="*/ 8763 h 809625"/>
                <a:gd name="connsiteX109" fmla="*/ 739616 w 847725"/>
                <a:gd name="connsiteY109" fmla="*/ 9430 h 809625"/>
                <a:gd name="connsiteX110" fmla="*/ 738950 w 847725"/>
                <a:gd name="connsiteY110" fmla="*/ 9716 h 809625"/>
                <a:gd name="connsiteX111" fmla="*/ 738664 w 847725"/>
                <a:gd name="connsiteY111" fmla="*/ 9049 h 809625"/>
                <a:gd name="connsiteX112" fmla="*/ 738378 w 847725"/>
                <a:gd name="connsiteY112" fmla="*/ 7049 h 809625"/>
                <a:gd name="connsiteX113" fmla="*/ 737997 w 847725"/>
                <a:gd name="connsiteY113" fmla="*/ 6287 h 809625"/>
                <a:gd name="connsiteX114" fmla="*/ 736473 w 847725"/>
                <a:gd name="connsiteY114" fmla="*/ 4000 h 809625"/>
                <a:gd name="connsiteX115" fmla="*/ 736473 w 847725"/>
                <a:gd name="connsiteY115" fmla="*/ 4000 h 809625"/>
                <a:gd name="connsiteX116" fmla="*/ 734759 w 847725"/>
                <a:gd name="connsiteY116" fmla="*/ 2572 h 809625"/>
                <a:gd name="connsiteX117" fmla="*/ 730853 w 847725"/>
                <a:gd name="connsiteY117" fmla="*/ 2476 h 809625"/>
                <a:gd name="connsiteX118" fmla="*/ 729425 w 847725"/>
                <a:gd name="connsiteY118" fmla="*/ 1238 h 809625"/>
                <a:gd name="connsiteX119" fmla="*/ 728663 w 847725"/>
                <a:gd name="connsiteY119" fmla="*/ 191 h 809625"/>
                <a:gd name="connsiteX120" fmla="*/ 727805 w 847725"/>
                <a:gd name="connsiteY120" fmla="*/ 0 h 809625"/>
                <a:gd name="connsiteX121" fmla="*/ 725900 w 847725"/>
                <a:gd name="connsiteY121" fmla="*/ 762 h 809625"/>
                <a:gd name="connsiteX122" fmla="*/ 722471 w 847725"/>
                <a:gd name="connsiteY122" fmla="*/ 1619 h 809625"/>
                <a:gd name="connsiteX123" fmla="*/ 721424 w 847725"/>
                <a:gd name="connsiteY123" fmla="*/ 2191 h 809625"/>
                <a:gd name="connsiteX124" fmla="*/ 721709 w 847725"/>
                <a:gd name="connsiteY124" fmla="*/ 2572 h 809625"/>
                <a:gd name="connsiteX125" fmla="*/ 721805 w 847725"/>
                <a:gd name="connsiteY125" fmla="*/ 3048 h 809625"/>
                <a:gd name="connsiteX126" fmla="*/ 721709 w 847725"/>
                <a:gd name="connsiteY126" fmla="*/ 3524 h 809625"/>
                <a:gd name="connsiteX127" fmla="*/ 721519 w 847725"/>
                <a:gd name="connsiteY127" fmla="*/ 4000 h 809625"/>
                <a:gd name="connsiteX128" fmla="*/ 721138 w 847725"/>
                <a:gd name="connsiteY128" fmla="*/ 6096 h 809625"/>
                <a:gd name="connsiteX129" fmla="*/ 720281 w 847725"/>
                <a:gd name="connsiteY129" fmla="*/ 6382 h 809625"/>
                <a:gd name="connsiteX130" fmla="*/ 719233 w 847725"/>
                <a:gd name="connsiteY130" fmla="*/ 5429 h 809625"/>
                <a:gd name="connsiteX131" fmla="*/ 718280 w 847725"/>
                <a:gd name="connsiteY131" fmla="*/ 4000 h 809625"/>
                <a:gd name="connsiteX132" fmla="*/ 718090 w 847725"/>
                <a:gd name="connsiteY132" fmla="*/ 3810 h 809625"/>
                <a:gd name="connsiteX133" fmla="*/ 717899 w 847725"/>
                <a:gd name="connsiteY133" fmla="*/ 3620 h 809625"/>
                <a:gd name="connsiteX134" fmla="*/ 716852 w 847725"/>
                <a:gd name="connsiteY134" fmla="*/ 3238 h 809625"/>
                <a:gd name="connsiteX135" fmla="*/ 715709 w 847725"/>
                <a:gd name="connsiteY135" fmla="*/ 3334 h 809625"/>
                <a:gd name="connsiteX136" fmla="*/ 713518 w 847725"/>
                <a:gd name="connsiteY136" fmla="*/ 3905 h 809625"/>
                <a:gd name="connsiteX137" fmla="*/ 712184 w 847725"/>
                <a:gd name="connsiteY137" fmla="*/ 5048 h 809625"/>
                <a:gd name="connsiteX138" fmla="*/ 707803 w 847725"/>
                <a:gd name="connsiteY138" fmla="*/ 7810 h 809625"/>
                <a:gd name="connsiteX139" fmla="*/ 705231 w 847725"/>
                <a:gd name="connsiteY139" fmla="*/ 9906 h 809625"/>
                <a:gd name="connsiteX140" fmla="*/ 703993 w 847725"/>
                <a:gd name="connsiteY140" fmla="*/ 10382 h 809625"/>
                <a:gd name="connsiteX141" fmla="*/ 700564 w 847725"/>
                <a:gd name="connsiteY141" fmla="*/ 10001 h 809625"/>
                <a:gd name="connsiteX142" fmla="*/ 699707 w 847725"/>
                <a:gd name="connsiteY142" fmla="*/ 10192 h 809625"/>
                <a:gd name="connsiteX143" fmla="*/ 698945 w 847725"/>
                <a:gd name="connsiteY143" fmla="*/ 10763 h 809625"/>
                <a:gd name="connsiteX144" fmla="*/ 698563 w 847725"/>
                <a:gd name="connsiteY144" fmla="*/ 11716 h 809625"/>
                <a:gd name="connsiteX145" fmla="*/ 698278 w 847725"/>
                <a:gd name="connsiteY145" fmla="*/ 14002 h 809625"/>
                <a:gd name="connsiteX146" fmla="*/ 697802 w 847725"/>
                <a:gd name="connsiteY146" fmla="*/ 14668 h 809625"/>
                <a:gd name="connsiteX147" fmla="*/ 694658 w 847725"/>
                <a:gd name="connsiteY147" fmla="*/ 15716 h 809625"/>
                <a:gd name="connsiteX148" fmla="*/ 693134 w 847725"/>
                <a:gd name="connsiteY148" fmla="*/ 15716 h 809625"/>
                <a:gd name="connsiteX149" fmla="*/ 691610 w 847725"/>
                <a:gd name="connsiteY149" fmla="*/ 15145 h 809625"/>
                <a:gd name="connsiteX150" fmla="*/ 689991 w 847725"/>
                <a:gd name="connsiteY150" fmla="*/ 14764 h 809625"/>
                <a:gd name="connsiteX151" fmla="*/ 685705 w 847725"/>
                <a:gd name="connsiteY151" fmla="*/ 12001 h 809625"/>
                <a:gd name="connsiteX152" fmla="*/ 684086 w 847725"/>
                <a:gd name="connsiteY152" fmla="*/ 11335 h 809625"/>
                <a:gd name="connsiteX153" fmla="*/ 680847 w 847725"/>
                <a:gd name="connsiteY153" fmla="*/ 10763 h 809625"/>
                <a:gd name="connsiteX154" fmla="*/ 677609 w 847725"/>
                <a:gd name="connsiteY154" fmla="*/ 10668 h 809625"/>
                <a:gd name="connsiteX155" fmla="*/ 677609 w 847725"/>
                <a:gd name="connsiteY155" fmla="*/ 10668 h 809625"/>
                <a:gd name="connsiteX156" fmla="*/ 677513 w 847725"/>
                <a:gd name="connsiteY156" fmla="*/ 10668 h 809625"/>
                <a:gd name="connsiteX157" fmla="*/ 673894 w 847725"/>
                <a:gd name="connsiteY157" fmla="*/ 10478 h 809625"/>
                <a:gd name="connsiteX158" fmla="*/ 667036 w 847725"/>
                <a:gd name="connsiteY158" fmla="*/ 11621 h 809625"/>
                <a:gd name="connsiteX159" fmla="*/ 665321 w 847725"/>
                <a:gd name="connsiteY159" fmla="*/ 11335 h 809625"/>
                <a:gd name="connsiteX160" fmla="*/ 663702 w 847725"/>
                <a:gd name="connsiteY160" fmla="*/ 11144 h 809625"/>
                <a:gd name="connsiteX161" fmla="*/ 660178 w 847725"/>
                <a:gd name="connsiteY161" fmla="*/ 11621 h 809625"/>
                <a:gd name="connsiteX162" fmla="*/ 657606 w 847725"/>
                <a:gd name="connsiteY162" fmla="*/ 11430 h 809625"/>
                <a:gd name="connsiteX163" fmla="*/ 654939 w 847725"/>
                <a:gd name="connsiteY163" fmla="*/ 12383 h 809625"/>
                <a:gd name="connsiteX164" fmla="*/ 654177 w 847725"/>
                <a:gd name="connsiteY164" fmla="*/ 12478 h 809625"/>
                <a:gd name="connsiteX165" fmla="*/ 653415 w 847725"/>
                <a:gd name="connsiteY165" fmla="*/ 12383 h 809625"/>
                <a:gd name="connsiteX166" fmla="*/ 651891 w 847725"/>
                <a:gd name="connsiteY166" fmla="*/ 12001 h 809625"/>
                <a:gd name="connsiteX167" fmla="*/ 650272 w 847725"/>
                <a:gd name="connsiteY167" fmla="*/ 11811 h 809625"/>
                <a:gd name="connsiteX168" fmla="*/ 642366 w 847725"/>
                <a:gd name="connsiteY168" fmla="*/ 12668 h 809625"/>
                <a:gd name="connsiteX169" fmla="*/ 641509 w 847725"/>
                <a:gd name="connsiteY169" fmla="*/ 12954 h 809625"/>
                <a:gd name="connsiteX170" fmla="*/ 640271 w 847725"/>
                <a:gd name="connsiteY170" fmla="*/ 13811 h 809625"/>
                <a:gd name="connsiteX171" fmla="*/ 639604 w 847725"/>
                <a:gd name="connsiteY171" fmla="*/ 14097 h 809625"/>
                <a:gd name="connsiteX172" fmla="*/ 638842 w 847725"/>
                <a:gd name="connsiteY172" fmla="*/ 14097 h 809625"/>
                <a:gd name="connsiteX173" fmla="*/ 637223 w 847725"/>
                <a:gd name="connsiteY173" fmla="*/ 13430 h 809625"/>
                <a:gd name="connsiteX174" fmla="*/ 635889 w 847725"/>
                <a:gd name="connsiteY174" fmla="*/ 13716 h 809625"/>
                <a:gd name="connsiteX175" fmla="*/ 634651 w 847725"/>
                <a:gd name="connsiteY175" fmla="*/ 14383 h 809625"/>
                <a:gd name="connsiteX176" fmla="*/ 633127 w 847725"/>
                <a:gd name="connsiteY176" fmla="*/ 14859 h 809625"/>
                <a:gd name="connsiteX177" fmla="*/ 628460 w 847725"/>
                <a:gd name="connsiteY177" fmla="*/ 15050 h 809625"/>
                <a:gd name="connsiteX178" fmla="*/ 624078 w 847725"/>
                <a:gd name="connsiteY178" fmla="*/ 14383 h 809625"/>
                <a:gd name="connsiteX179" fmla="*/ 620554 w 847725"/>
                <a:gd name="connsiteY179" fmla="*/ 14668 h 809625"/>
                <a:gd name="connsiteX180" fmla="*/ 617125 w 847725"/>
                <a:gd name="connsiteY180" fmla="*/ 15526 h 809625"/>
                <a:gd name="connsiteX181" fmla="*/ 614553 w 847725"/>
                <a:gd name="connsiteY181" fmla="*/ 16859 h 809625"/>
                <a:gd name="connsiteX182" fmla="*/ 611219 w 847725"/>
                <a:gd name="connsiteY182" fmla="*/ 19621 h 809625"/>
                <a:gd name="connsiteX183" fmla="*/ 610076 w 847725"/>
                <a:gd name="connsiteY183" fmla="*/ 19907 h 809625"/>
                <a:gd name="connsiteX184" fmla="*/ 607695 w 847725"/>
                <a:gd name="connsiteY184" fmla="*/ 19717 h 809625"/>
                <a:gd name="connsiteX185" fmla="*/ 605504 w 847725"/>
                <a:gd name="connsiteY185" fmla="*/ 20383 h 809625"/>
                <a:gd name="connsiteX186" fmla="*/ 603123 w 847725"/>
                <a:gd name="connsiteY186" fmla="*/ 20574 h 809625"/>
                <a:gd name="connsiteX187" fmla="*/ 598456 w 847725"/>
                <a:gd name="connsiteY187" fmla="*/ 21622 h 809625"/>
                <a:gd name="connsiteX188" fmla="*/ 596170 w 847725"/>
                <a:gd name="connsiteY188" fmla="*/ 22574 h 809625"/>
                <a:gd name="connsiteX189" fmla="*/ 595313 w 847725"/>
                <a:gd name="connsiteY189" fmla="*/ 23146 h 809625"/>
                <a:gd name="connsiteX190" fmla="*/ 595122 w 847725"/>
                <a:gd name="connsiteY190" fmla="*/ 24003 h 809625"/>
                <a:gd name="connsiteX191" fmla="*/ 595884 w 847725"/>
                <a:gd name="connsiteY191" fmla="*/ 25241 h 809625"/>
                <a:gd name="connsiteX192" fmla="*/ 596265 w 847725"/>
                <a:gd name="connsiteY192" fmla="*/ 26289 h 809625"/>
                <a:gd name="connsiteX193" fmla="*/ 595313 w 847725"/>
                <a:gd name="connsiteY193" fmla="*/ 26860 h 809625"/>
                <a:gd name="connsiteX194" fmla="*/ 592265 w 847725"/>
                <a:gd name="connsiteY194" fmla="*/ 27242 h 809625"/>
                <a:gd name="connsiteX195" fmla="*/ 590931 w 847725"/>
                <a:gd name="connsiteY195" fmla="*/ 27718 h 809625"/>
                <a:gd name="connsiteX196" fmla="*/ 590264 w 847725"/>
                <a:gd name="connsiteY196" fmla="*/ 28099 h 809625"/>
                <a:gd name="connsiteX197" fmla="*/ 589788 w 847725"/>
                <a:gd name="connsiteY197" fmla="*/ 28670 h 809625"/>
                <a:gd name="connsiteX198" fmla="*/ 589883 w 847725"/>
                <a:gd name="connsiteY198" fmla="*/ 29242 h 809625"/>
                <a:gd name="connsiteX199" fmla="*/ 590074 w 847725"/>
                <a:gd name="connsiteY199" fmla="*/ 29813 h 809625"/>
                <a:gd name="connsiteX200" fmla="*/ 589979 w 847725"/>
                <a:gd name="connsiteY200" fmla="*/ 30385 h 809625"/>
                <a:gd name="connsiteX201" fmla="*/ 589121 w 847725"/>
                <a:gd name="connsiteY201" fmla="*/ 31242 h 809625"/>
                <a:gd name="connsiteX202" fmla="*/ 586931 w 847725"/>
                <a:gd name="connsiteY202" fmla="*/ 31813 h 809625"/>
                <a:gd name="connsiteX203" fmla="*/ 585788 w 847725"/>
                <a:gd name="connsiteY203" fmla="*/ 32385 h 809625"/>
                <a:gd name="connsiteX204" fmla="*/ 584930 w 847725"/>
                <a:gd name="connsiteY204" fmla="*/ 33242 h 809625"/>
                <a:gd name="connsiteX205" fmla="*/ 582454 w 847725"/>
                <a:gd name="connsiteY205" fmla="*/ 34671 h 809625"/>
                <a:gd name="connsiteX206" fmla="*/ 581692 w 847725"/>
                <a:gd name="connsiteY206" fmla="*/ 35242 h 809625"/>
                <a:gd name="connsiteX207" fmla="*/ 581025 w 847725"/>
                <a:gd name="connsiteY207" fmla="*/ 35909 h 809625"/>
                <a:gd name="connsiteX208" fmla="*/ 580358 w 847725"/>
                <a:gd name="connsiteY208" fmla="*/ 36481 h 809625"/>
                <a:gd name="connsiteX209" fmla="*/ 579501 w 847725"/>
                <a:gd name="connsiteY209" fmla="*/ 36767 h 809625"/>
                <a:gd name="connsiteX210" fmla="*/ 576072 w 847725"/>
                <a:gd name="connsiteY210" fmla="*/ 36957 h 809625"/>
                <a:gd name="connsiteX211" fmla="*/ 575024 w 847725"/>
                <a:gd name="connsiteY211" fmla="*/ 37624 h 809625"/>
                <a:gd name="connsiteX212" fmla="*/ 575120 w 847725"/>
                <a:gd name="connsiteY212" fmla="*/ 39719 h 809625"/>
                <a:gd name="connsiteX213" fmla="*/ 575977 w 847725"/>
                <a:gd name="connsiteY213" fmla="*/ 41529 h 809625"/>
                <a:gd name="connsiteX214" fmla="*/ 576167 w 847725"/>
                <a:gd name="connsiteY214" fmla="*/ 42386 h 809625"/>
                <a:gd name="connsiteX215" fmla="*/ 575501 w 847725"/>
                <a:gd name="connsiteY215" fmla="*/ 43148 h 809625"/>
                <a:gd name="connsiteX216" fmla="*/ 574643 w 847725"/>
                <a:gd name="connsiteY216" fmla="*/ 43434 h 809625"/>
                <a:gd name="connsiteX217" fmla="*/ 573786 w 847725"/>
                <a:gd name="connsiteY217" fmla="*/ 43529 h 809625"/>
                <a:gd name="connsiteX218" fmla="*/ 573024 w 847725"/>
                <a:gd name="connsiteY218" fmla="*/ 43243 h 809625"/>
                <a:gd name="connsiteX219" fmla="*/ 571500 w 847725"/>
                <a:gd name="connsiteY219" fmla="*/ 41624 h 809625"/>
                <a:gd name="connsiteX220" fmla="*/ 568452 w 847725"/>
                <a:gd name="connsiteY220" fmla="*/ 39624 h 809625"/>
                <a:gd name="connsiteX221" fmla="*/ 567404 w 847725"/>
                <a:gd name="connsiteY221" fmla="*/ 39148 h 809625"/>
                <a:gd name="connsiteX222" fmla="*/ 566452 w 847725"/>
                <a:gd name="connsiteY222" fmla="*/ 39243 h 809625"/>
                <a:gd name="connsiteX223" fmla="*/ 565976 w 847725"/>
                <a:gd name="connsiteY223" fmla="*/ 39814 h 809625"/>
                <a:gd name="connsiteX224" fmla="*/ 565309 w 847725"/>
                <a:gd name="connsiteY224" fmla="*/ 41815 h 809625"/>
                <a:gd name="connsiteX225" fmla="*/ 564833 w 847725"/>
                <a:gd name="connsiteY225" fmla="*/ 42863 h 809625"/>
                <a:gd name="connsiteX226" fmla="*/ 564452 w 847725"/>
                <a:gd name="connsiteY226" fmla="*/ 43529 h 809625"/>
                <a:gd name="connsiteX227" fmla="*/ 563118 w 847725"/>
                <a:gd name="connsiteY227" fmla="*/ 44863 h 809625"/>
                <a:gd name="connsiteX228" fmla="*/ 562832 w 847725"/>
                <a:gd name="connsiteY228" fmla="*/ 45815 h 809625"/>
                <a:gd name="connsiteX229" fmla="*/ 563404 w 847725"/>
                <a:gd name="connsiteY229" fmla="*/ 46863 h 809625"/>
                <a:gd name="connsiteX230" fmla="*/ 563690 w 847725"/>
                <a:gd name="connsiteY230" fmla="*/ 47720 h 809625"/>
                <a:gd name="connsiteX231" fmla="*/ 562642 w 847725"/>
                <a:gd name="connsiteY231" fmla="*/ 48292 h 809625"/>
                <a:gd name="connsiteX232" fmla="*/ 561404 w 847725"/>
                <a:gd name="connsiteY232" fmla="*/ 48578 h 809625"/>
                <a:gd name="connsiteX233" fmla="*/ 560451 w 847725"/>
                <a:gd name="connsiteY233" fmla="*/ 48958 h 809625"/>
                <a:gd name="connsiteX234" fmla="*/ 559594 w 847725"/>
                <a:gd name="connsiteY234" fmla="*/ 49530 h 809625"/>
                <a:gd name="connsiteX235" fmla="*/ 555593 w 847725"/>
                <a:gd name="connsiteY235" fmla="*/ 54007 h 809625"/>
                <a:gd name="connsiteX236" fmla="*/ 554546 w 847725"/>
                <a:gd name="connsiteY236" fmla="*/ 54864 h 809625"/>
                <a:gd name="connsiteX237" fmla="*/ 551212 w 847725"/>
                <a:gd name="connsiteY237" fmla="*/ 56007 h 809625"/>
                <a:gd name="connsiteX238" fmla="*/ 550926 w 847725"/>
                <a:gd name="connsiteY238" fmla="*/ 56388 h 809625"/>
                <a:gd name="connsiteX239" fmla="*/ 550640 w 847725"/>
                <a:gd name="connsiteY239" fmla="*/ 57817 h 809625"/>
                <a:gd name="connsiteX240" fmla="*/ 550259 w 847725"/>
                <a:gd name="connsiteY240" fmla="*/ 58388 h 809625"/>
                <a:gd name="connsiteX241" fmla="*/ 549783 w 847725"/>
                <a:gd name="connsiteY241" fmla="*/ 58769 h 809625"/>
                <a:gd name="connsiteX242" fmla="*/ 548164 w 847725"/>
                <a:gd name="connsiteY242" fmla="*/ 59531 h 809625"/>
                <a:gd name="connsiteX243" fmla="*/ 546068 w 847725"/>
                <a:gd name="connsiteY243" fmla="*/ 60865 h 809625"/>
                <a:gd name="connsiteX244" fmla="*/ 545783 w 847725"/>
                <a:gd name="connsiteY244" fmla="*/ 61341 h 809625"/>
                <a:gd name="connsiteX245" fmla="*/ 545497 w 847725"/>
                <a:gd name="connsiteY245" fmla="*/ 62675 h 809625"/>
                <a:gd name="connsiteX246" fmla="*/ 545211 w 847725"/>
                <a:gd name="connsiteY246" fmla="*/ 63246 h 809625"/>
                <a:gd name="connsiteX247" fmla="*/ 543497 w 847725"/>
                <a:gd name="connsiteY247" fmla="*/ 64960 h 809625"/>
                <a:gd name="connsiteX248" fmla="*/ 543020 w 847725"/>
                <a:gd name="connsiteY248" fmla="*/ 66008 h 809625"/>
                <a:gd name="connsiteX249" fmla="*/ 543211 w 847725"/>
                <a:gd name="connsiteY249" fmla="*/ 66961 h 809625"/>
                <a:gd name="connsiteX250" fmla="*/ 543306 w 847725"/>
                <a:gd name="connsiteY250" fmla="*/ 67246 h 809625"/>
                <a:gd name="connsiteX251" fmla="*/ 543878 w 847725"/>
                <a:gd name="connsiteY251" fmla="*/ 67818 h 809625"/>
                <a:gd name="connsiteX252" fmla="*/ 545783 w 847725"/>
                <a:gd name="connsiteY252" fmla="*/ 68866 h 809625"/>
                <a:gd name="connsiteX253" fmla="*/ 546545 w 847725"/>
                <a:gd name="connsiteY253" fmla="*/ 69437 h 809625"/>
                <a:gd name="connsiteX254" fmla="*/ 547878 w 847725"/>
                <a:gd name="connsiteY254" fmla="*/ 70866 h 809625"/>
                <a:gd name="connsiteX255" fmla="*/ 549307 w 847725"/>
                <a:gd name="connsiteY255" fmla="*/ 71438 h 809625"/>
                <a:gd name="connsiteX256" fmla="*/ 550831 w 847725"/>
                <a:gd name="connsiteY256" fmla="*/ 71723 h 809625"/>
                <a:gd name="connsiteX257" fmla="*/ 552355 w 847725"/>
                <a:gd name="connsiteY257" fmla="*/ 72390 h 809625"/>
                <a:gd name="connsiteX258" fmla="*/ 553117 w 847725"/>
                <a:gd name="connsiteY258" fmla="*/ 73342 h 809625"/>
                <a:gd name="connsiteX259" fmla="*/ 553307 w 847725"/>
                <a:gd name="connsiteY259" fmla="*/ 75438 h 809625"/>
                <a:gd name="connsiteX260" fmla="*/ 553879 w 847725"/>
                <a:gd name="connsiteY260" fmla="*/ 76391 h 809625"/>
                <a:gd name="connsiteX261" fmla="*/ 556260 w 847725"/>
                <a:gd name="connsiteY261" fmla="*/ 78105 h 809625"/>
                <a:gd name="connsiteX262" fmla="*/ 557022 w 847725"/>
                <a:gd name="connsiteY262" fmla="*/ 79058 h 809625"/>
                <a:gd name="connsiteX263" fmla="*/ 558737 w 847725"/>
                <a:gd name="connsiteY263" fmla="*/ 82201 h 809625"/>
                <a:gd name="connsiteX264" fmla="*/ 559118 w 847725"/>
                <a:gd name="connsiteY264" fmla="*/ 83153 h 809625"/>
                <a:gd name="connsiteX265" fmla="*/ 559213 w 847725"/>
                <a:gd name="connsiteY265" fmla="*/ 83820 h 809625"/>
                <a:gd name="connsiteX266" fmla="*/ 559118 w 847725"/>
                <a:gd name="connsiteY266" fmla="*/ 84392 h 809625"/>
                <a:gd name="connsiteX267" fmla="*/ 559118 w 847725"/>
                <a:gd name="connsiteY267" fmla="*/ 84963 h 809625"/>
                <a:gd name="connsiteX268" fmla="*/ 559308 w 847725"/>
                <a:gd name="connsiteY268" fmla="*/ 85725 h 809625"/>
                <a:gd name="connsiteX269" fmla="*/ 559594 w 847725"/>
                <a:gd name="connsiteY269" fmla="*/ 86201 h 809625"/>
                <a:gd name="connsiteX270" fmla="*/ 560356 w 847725"/>
                <a:gd name="connsiteY270" fmla="*/ 86773 h 809625"/>
                <a:gd name="connsiteX271" fmla="*/ 560737 w 847725"/>
                <a:gd name="connsiteY271" fmla="*/ 87154 h 809625"/>
                <a:gd name="connsiteX272" fmla="*/ 561404 w 847725"/>
                <a:gd name="connsiteY272" fmla="*/ 88297 h 809625"/>
                <a:gd name="connsiteX273" fmla="*/ 561594 w 847725"/>
                <a:gd name="connsiteY273" fmla="*/ 89440 h 809625"/>
                <a:gd name="connsiteX274" fmla="*/ 561308 w 847725"/>
                <a:gd name="connsiteY274" fmla="*/ 90583 h 809625"/>
                <a:gd name="connsiteX275" fmla="*/ 560356 w 847725"/>
                <a:gd name="connsiteY275" fmla="*/ 91821 h 809625"/>
                <a:gd name="connsiteX276" fmla="*/ 559689 w 847725"/>
                <a:gd name="connsiteY276" fmla="*/ 93154 h 809625"/>
                <a:gd name="connsiteX277" fmla="*/ 560165 w 847725"/>
                <a:gd name="connsiteY277" fmla="*/ 94297 h 809625"/>
                <a:gd name="connsiteX278" fmla="*/ 561213 w 847725"/>
                <a:gd name="connsiteY278" fmla="*/ 95155 h 809625"/>
                <a:gd name="connsiteX279" fmla="*/ 564071 w 847725"/>
                <a:gd name="connsiteY279" fmla="*/ 96583 h 809625"/>
                <a:gd name="connsiteX280" fmla="*/ 564928 w 847725"/>
                <a:gd name="connsiteY280" fmla="*/ 97250 h 809625"/>
                <a:gd name="connsiteX281" fmla="*/ 565404 w 847725"/>
                <a:gd name="connsiteY281" fmla="*/ 98203 h 809625"/>
                <a:gd name="connsiteX282" fmla="*/ 565404 w 847725"/>
                <a:gd name="connsiteY282" fmla="*/ 99441 h 809625"/>
                <a:gd name="connsiteX283" fmla="*/ 565023 w 847725"/>
                <a:gd name="connsiteY283" fmla="*/ 100584 h 809625"/>
                <a:gd name="connsiteX284" fmla="*/ 564833 w 847725"/>
                <a:gd name="connsiteY284" fmla="*/ 101822 h 809625"/>
                <a:gd name="connsiteX285" fmla="*/ 565118 w 847725"/>
                <a:gd name="connsiteY285" fmla="*/ 103251 h 809625"/>
                <a:gd name="connsiteX286" fmla="*/ 565404 w 847725"/>
                <a:gd name="connsiteY286" fmla="*/ 103727 h 809625"/>
                <a:gd name="connsiteX287" fmla="*/ 565785 w 847725"/>
                <a:gd name="connsiteY287" fmla="*/ 104299 h 809625"/>
                <a:gd name="connsiteX288" fmla="*/ 566452 w 847725"/>
                <a:gd name="connsiteY288" fmla="*/ 105061 h 809625"/>
                <a:gd name="connsiteX289" fmla="*/ 566928 w 847725"/>
                <a:gd name="connsiteY289" fmla="*/ 105918 h 809625"/>
                <a:gd name="connsiteX290" fmla="*/ 566833 w 847725"/>
                <a:gd name="connsiteY290" fmla="*/ 107156 h 809625"/>
                <a:gd name="connsiteX291" fmla="*/ 566357 w 847725"/>
                <a:gd name="connsiteY291" fmla="*/ 108109 h 809625"/>
                <a:gd name="connsiteX292" fmla="*/ 563785 w 847725"/>
                <a:gd name="connsiteY292" fmla="*/ 110395 h 809625"/>
                <a:gd name="connsiteX293" fmla="*/ 562166 w 847725"/>
                <a:gd name="connsiteY293" fmla="*/ 112490 h 809625"/>
                <a:gd name="connsiteX294" fmla="*/ 562070 w 847725"/>
                <a:gd name="connsiteY294" fmla="*/ 114205 h 809625"/>
                <a:gd name="connsiteX295" fmla="*/ 563023 w 847725"/>
                <a:gd name="connsiteY295" fmla="*/ 115824 h 809625"/>
                <a:gd name="connsiteX296" fmla="*/ 565976 w 847725"/>
                <a:gd name="connsiteY296" fmla="*/ 119158 h 809625"/>
                <a:gd name="connsiteX297" fmla="*/ 567595 w 847725"/>
                <a:gd name="connsiteY297" fmla="*/ 120491 h 809625"/>
                <a:gd name="connsiteX298" fmla="*/ 567785 w 847725"/>
                <a:gd name="connsiteY298" fmla="*/ 121349 h 809625"/>
                <a:gd name="connsiteX299" fmla="*/ 567309 w 847725"/>
                <a:gd name="connsiteY299" fmla="*/ 122587 h 809625"/>
                <a:gd name="connsiteX300" fmla="*/ 565976 w 847725"/>
                <a:gd name="connsiteY300" fmla="*/ 124682 h 809625"/>
                <a:gd name="connsiteX301" fmla="*/ 562356 w 847725"/>
                <a:gd name="connsiteY301" fmla="*/ 127254 h 809625"/>
                <a:gd name="connsiteX302" fmla="*/ 561023 w 847725"/>
                <a:gd name="connsiteY302" fmla="*/ 128968 h 809625"/>
                <a:gd name="connsiteX303" fmla="*/ 560927 w 847725"/>
                <a:gd name="connsiteY303" fmla="*/ 131731 h 809625"/>
                <a:gd name="connsiteX304" fmla="*/ 561213 w 847725"/>
                <a:gd name="connsiteY304" fmla="*/ 132397 h 809625"/>
                <a:gd name="connsiteX305" fmla="*/ 561118 w 847725"/>
                <a:gd name="connsiteY305" fmla="*/ 132969 h 809625"/>
                <a:gd name="connsiteX306" fmla="*/ 560737 w 847725"/>
                <a:gd name="connsiteY306" fmla="*/ 133445 h 809625"/>
                <a:gd name="connsiteX307" fmla="*/ 560165 w 847725"/>
                <a:gd name="connsiteY307" fmla="*/ 133826 h 809625"/>
                <a:gd name="connsiteX308" fmla="*/ 560165 w 847725"/>
                <a:gd name="connsiteY308" fmla="*/ 133826 h 809625"/>
                <a:gd name="connsiteX309" fmla="*/ 560165 w 847725"/>
                <a:gd name="connsiteY309" fmla="*/ 133826 h 809625"/>
                <a:gd name="connsiteX310" fmla="*/ 559784 w 847725"/>
                <a:gd name="connsiteY310" fmla="*/ 134493 h 809625"/>
                <a:gd name="connsiteX311" fmla="*/ 559308 w 847725"/>
                <a:gd name="connsiteY311" fmla="*/ 136017 h 809625"/>
                <a:gd name="connsiteX312" fmla="*/ 558927 w 847725"/>
                <a:gd name="connsiteY312" fmla="*/ 136684 h 809625"/>
                <a:gd name="connsiteX313" fmla="*/ 558451 w 847725"/>
                <a:gd name="connsiteY313" fmla="*/ 137160 h 809625"/>
                <a:gd name="connsiteX314" fmla="*/ 557689 w 847725"/>
                <a:gd name="connsiteY314" fmla="*/ 137446 h 809625"/>
                <a:gd name="connsiteX315" fmla="*/ 551307 w 847725"/>
                <a:gd name="connsiteY315" fmla="*/ 140017 h 809625"/>
                <a:gd name="connsiteX316" fmla="*/ 549402 w 847725"/>
                <a:gd name="connsiteY316" fmla="*/ 141446 h 809625"/>
                <a:gd name="connsiteX317" fmla="*/ 548450 w 847725"/>
                <a:gd name="connsiteY317" fmla="*/ 143446 h 809625"/>
                <a:gd name="connsiteX318" fmla="*/ 547688 w 847725"/>
                <a:gd name="connsiteY318" fmla="*/ 145637 h 809625"/>
                <a:gd name="connsiteX319" fmla="*/ 544925 w 847725"/>
                <a:gd name="connsiteY319" fmla="*/ 149638 h 809625"/>
                <a:gd name="connsiteX320" fmla="*/ 544259 w 847725"/>
                <a:gd name="connsiteY320" fmla="*/ 150304 h 809625"/>
                <a:gd name="connsiteX321" fmla="*/ 542258 w 847725"/>
                <a:gd name="connsiteY321" fmla="*/ 151352 h 809625"/>
                <a:gd name="connsiteX322" fmla="*/ 538544 w 847725"/>
                <a:gd name="connsiteY322" fmla="*/ 154400 h 809625"/>
                <a:gd name="connsiteX323" fmla="*/ 537972 w 847725"/>
                <a:gd name="connsiteY323" fmla="*/ 155162 h 809625"/>
                <a:gd name="connsiteX324" fmla="*/ 537877 w 847725"/>
                <a:gd name="connsiteY324" fmla="*/ 156115 h 809625"/>
                <a:gd name="connsiteX325" fmla="*/ 538258 w 847725"/>
                <a:gd name="connsiteY325" fmla="*/ 157543 h 809625"/>
                <a:gd name="connsiteX326" fmla="*/ 538448 w 847725"/>
                <a:gd name="connsiteY326" fmla="*/ 158877 h 809625"/>
                <a:gd name="connsiteX327" fmla="*/ 538258 w 847725"/>
                <a:gd name="connsiteY327" fmla="*/ 160401 h 809625"/>
                <a:gd name="connsiteX328" fmla="*/ 537686 w 847725"/>
                <a:gd name="connsiteY328" fmla="*/ 161639 h 809625"/>
                <a:gd name="connsiteX329" fmla="*/ 536734 w 847725"/>
                <a:gd name="connsiteY329" fmla="*/ 162116 h 809625"/>
                <a:gd name="connsiteX330" fmla="*/ 534638 w 847725"/>
                <a:gd name="connsiteY330" fmla="*/ 161830 h 809625"/>
                <a:gd name="connsiteX331" fmla="*/ 533495 w 847725"/>
                <a:gd name="connsiteY331" fmla="*/ 161830 h 809625"/>
                <a:gd name="connsiteX332" fmla="*/ 533400 w 847725"/>
                <a:gd name="connsiteY332" fmla="*/ 161925 h 809625"/>
                <a:gd name="connsiteX333" fmla="*/ 532638 w 847725"/>
                <a:gd name="connsiteY333" fmla="*/ 162306 h 809625"/>
                <a:gd name="connsiteX334" fmla="*/ 532067 w 847725"/>
                <a:gd name="connsiteY334" fmla="*/ 163449 h 809625"/>
                <a:gd name="connsiteX335" fmla="*/ 531971 w 847725"/>
                <a:gd name="connsiteY335" fmla="*/ 164878 h 809625"/>
                <a:gd name="connsiteX336" fmla="*/ 532257 w 847725"/>
                <a:gd name="connsiteY336" fmla="*/ 166306 h 809625"/>
                <a:gd name="connsiteX337" fmla="*/ 532733 w 847725"/>
                <a:gd name="connsiteY337" fmla="*/ 167545 h 809625"/>
                <a:gd name="connsiteX338" fmla="*/ 533781 w 847725"/>
                <a:gd name="connsiteY338" fmla="*/ 169164 h 809625"/>
                <a:gd name="connsiteX339" fmla="*/ 535305 w 847725"/>
                <a:gd name="connsiteY339" fmla="*/ 170974 h 809625"/>
                <a:gd name="connsiteX340" fmla="*/ 536924 w 847725"/>
                <a:gd name="connsiteY340" fmla="*/ 172498 h 809625"/>
                <a:gd name="connsiteX341" fmla="*/ 540639 w 847725"/>
                <a:gd name="connsiteY341" fmla="*/ 174593 h 809625"/>
                <a:gd name="connsiteX342" fmla="*/ 540830 w 847725"/>
                <a:gd name="connsiteY342" fmla="*/ 176117 h 809625"/>
                <a:gd name="connsiteX343" fmla="*/ 539306 w 847725"/>
                <a:gd name="connsiteY343" fmla="*/ 180594 h 809625"/>
                <a:gd name="connsiteX344" fmla="*/ 539306 w 847725"/>
                <a:gd name="connsiteY344" fmla="*/ 181737 h 809625"/>
                <a:gd name="connsiteX345" fmla="*/ 539782 w 847725"/>
                <a:gd name="connsiteY345" fmla="*/ 183928 h 809625"/>
                <a:gd name="connsiteX346" fmla="*/ 539972 w 847725"/>
                <a:gd name="connsiteY346" fmla="*/ 185166 h 809625"/>
                <a:gd name="connsiteX347" fmla="*/ 539877 w 847725"/>
                <a:gd name="connsiteY347" fmla="*/ 186690 h 809625"/>
                <a:gd name="connsiteX348" fmla="*/ 539591 w 847725"/>
                <a:gd name="connsiteY348" fmla="*/ 187547 h 809625"/>
                <a:gd name="connsiteX349" fmla="*/ 538163 w 847725"/>
                <a:gd name="connsiteY349" fmla="*/ 189262 h 809625"/>
                <a:gd name="connsiteX350" fmla="*/ 537591 w 847725"/>
                <a:gd name="connsiteY350" fmla="*/ 190500 h 809625"/>
                <a:gd name="connsiteX351" fmla="*/ 537686 w 847725"/>
                <a:gd name="connsiteY351" fmla="*/ 191548 h 809625"/>
                <a:gd name="connsiteX352" fmla="*/ 537877 w 847725"/>
                <a:gd name="connsiteY352" fmla="*/ 192596 h 809625"/>
                <a:gd name="connsiteX353" fmla="*/ 537591 w 847725"/>
                <a:gd name="connsiteY353" fmla="*/ 193834 h 809625"/>
                <a:gd name="connsiteX354" fmla="*/ 536734 w 847725"/>
                <a:gd name="connsiteY354" fmla="*/ 194596 h 809625"/>
                <a:gd name="connsiteX355" fmla="*/ 534162 w 847725"/>
                <a:gd name="connsiteY355" fmla="*/ 195167 h 809625"/>
                <a:gd name="connsiteX356" fmla="*/ 533114 w 847725"/>
                <a:gd name="connsiteY356" fmla="*/ 195548 h 809625"/>
                <a:gd name="connsiteX357" fmla="*/ 532543 w 847725"/>
                <a:gd name="connsiteY357" fmla="*/ 196405 h 809625"/>
                <a:gd name="connsiteX358" fmla="*/ 531971 w 847725"/>
                <a:gd name="connsiteY358" fmla="*/ 196977 h 809625"/>
                <a:gd name="connsiteX359" fmla="*/ 531209 w 847725"/>
                <a:gd name="connsiteY359" fmla="*/ 197263 h 809625"/>
                <a:gd name="connsiteX360" fmla="*/ 530257 w 847725"/>
                <a:gd name="connsiteY360" fmla="*/ 197167 h 809625"/>
                <a:gd name="connsiteX361" fmla="*/ 528828 w 847725"/>
                <a:gd name="connsiteY361" fmla="*/ 196691 h 809625"/>
                <a:gd name="connsiteX362" fmla="*/ 528257 w 847725"/>
                <a:gd name="connsiteY362" fmla="*/ 196882 h 809625"/>
                <a:gd name="connsiteX363" fmla="*/ 528066 w 847725"/>
                <a:gd name="connsiteY363" fmla="*/ 197644 h 809625"/>
                <a:gd name="connsiteX364" fmla="*/ 527113 w 847725"/>
                <a:gd name="connsiteY364" fmla="*/ 199549 h 809625"/>
                <a:gd name="connsiteX365" fmla="*/ 523399 w 847725"/>
                <a:gd name="connsiteY365" fmla="*/ 200216 h 809625"/>
                <a:gd name="connsiteX366" fmla="*/ 516255 w 847725"/>
                <a:gd name="connsiteY366" fmla="*/ 200120 h 809625"/>
                <a:gd name="connsiteX367" fmla="*/ 509207 w 847725"/>
                <a:gd name="connsiteY367" fmla="*/ 201168 h 809625"/>
                <a:gd name="connsiteX368" fmla="*/ 507587 w 847725"/>
                <a:gd name="connsiteY368" fmla="*/ 201073 h 809625"/>
                <a:gd name="connsiteX369" fmla="*/ 503206 w 847725"/>
                <a:gd name="connsiteY369" fmla="*/ 200120 h 809625"/>
                <a:gd name="connsiteX370" fmla="*/ 498920 w 847725"/>
                <a:gd name="connsiteY370" fmla="*/ 199930 h 809625"/>
                <a:gd name="connsiteX371" fmla="*/ 497967 w 847725"/>
                <a:gd name="connsiteY371" fmla="*/ 199644 h 809625"/>
                <a:gd name="connsiteX372" fmla="*/ 496157 w 847725"/>
                <a:gd name="connsiteY372" fmla="*/ 198692 h 809625"/>
                <a:gd name="connsiteX373" fmla="*/ 493205 w 847725"/>
                <a:gd name="connsiteY373" fmla="*/ 198406 h 809625"/>
                <a:gd name="connsiteX374" fmla="*/ 481870 w 847725"/>
                <a:gd name="connsiteY374" fmla="*/ 194405 h 809625"/>
                <a:gd name="connsiteX375" fmla="*/ 480060 w 847725"/>
                <a:gd name="connsiteY375" fmla="*/ 194310 h 809625"/>
                <a:gd name="connsiteX376" fmla="*/ 477298 w 847725"/>
                <a:gd name="connsiteY376" fmla="*/ 194786 h 809625"/>
                <a:gd name="connsiteX377" fmla="*/ 475869 w 847725"/>
                <a:gd name="connsiteY377" fmla="*/ 195263 h 809625"/>
                <a:gd name="connsiteX378" fmla="*/ 475012 w 847725"/>
                <a:gd name="connsiteY378" fmla="*/ 196120 h 809625"/>
                <a:gd name="connsiteX379" fmla="*/ 474917 w 847725"/>
                <a:gd name="connsiteY379" fmla="*/ 197167 h 809625"/>
                <a:gd name="connsiteX380" fmla="*/ 475107 w 847725"/>
                <a:gd name="connsiteY380" fmla="*/ 198120 h 809625"/>
                <a:gd name="connsiteX381" fmla="*/ 475012 w 847725"/>
                <a:gd name="connsiteY381" fmla="*/ 199072 h 809625"/>
                <a:gd name="connsiteX382" fmla="*/ 474059 w 847725"/>
                <a:gd name="connsiteY382" fmla="*/ 200025 h 809625"/>
                <a:gd name="connsiteX383" fmla="*/ 473392 w 847725"/>
                <a:gd name="connsiteY383" fmla="*/ 200978 h 809625"/>
                <a:gd name="connsiteX384" fmla="*/ 473678 w 847725"/>
                <a:gd name="connsiteY384" fmla="*/ 201930 h 809625"/>
                <a:gd name="connsiteX385" fmla="*/ 475202 w 847725"/>
                <a:gd name="connsiteY385" fmla="*/ 203454 h 809625"/>
                <a:gd name="connsiteX386" fmla="*/ 475679 w 847725"/>
                <a:gd name="connsiteY386" fmla="*/ 204311 h 809625"/>
                <a:gd name="connsiteX387" fmla="*/ 476345 w 847725"/>
                <a:gd name="connsiteY387" fmla="*/ 206692 h 809625"/>
                <a:gd name="connsiteX388" fmla="*/ 476821 w 847725"/>
                <a:gd name="connsiteY388" fmla="*/ 207740 h 809625"/>
                <a:gd name="connsiteX389" fmla="*/ 478060 w 847725"/>
                <a:gd name="connsiteY389" fmla="*/ 209550 h 809625"/>
                <a:gd name="connsiteX390" fmla="*/ 478536 w 847725"/>
                <a:gd name="connsiteY390" fmla="*/ 210503 h 809625"/>
                <a:gd name="connsiteX391" fmla="*/ 478917 w 847725"/>
                <a:gd name="connsiteY391" fmla="*/ 211741 h 809625"/>
                <a:gd name="connsiteX392" fmla="*/ 479488 w 847725"/>
                <a:gd name="connsiteY392" fmla="*/ 212979 h 809625"/>
                <a:gd name="connsiteX393" fmla="*/ 480250 w 847725"/>
                <a:gd name="connsiteY393" fmla="*/ 213455 h 809625"/>
                <a:gd name="connsiteX394" fmla="*/ 481489 w 847725"/>
                <a:gd name="connsiteY394" fmla="*/ 213646 h 809625"/>
                <a:gd name="connsiteX395" fmla="*/ 482251 w 847725"/>
                <a:gd name="connsiteY395" fmla="*/ 213741 h 809625"/>
                <a:gd name="connsiteX396" fmla="*/ 485108 w 847725"/>
                <a:gd name="connsiteY396" fmla="*/ 214979 h 809625"/>
                <a:gd name="connsiteX397" fmla="*/ 487394 w 847725"/>
                <a:gd name="connsiteY397" fmla="*/ 214598 h 809625"/>
                <a:gd name="connsiteX398" fmla="*/ 487966 w 847725"/>
                <a:gd name="connsiteY398" fmla="*/ 215265 h 809625"/>
                <a:gd name="connsiteX399" fmla="*/ 488442 w 847725"/>
                <a:gd name="connsiteY399" fmla="*/ 217742 h 809625"/>
                <a:gd name="connsiteX400" fmla="*/ 488728 w 847725"/>
                <a:gd name="connsiteY400" fmla="*/ 218694 h 809625"/>
                <a:gd name="connsiteX401" fmla="*/ 488918 w 847725"/>
                <a:gd name="connsiteY401" fmla="*/ 218980 h 809625"/>
                <a:gd name="connsiteX402" fmla="*/ 489395 w 847725"/>
                <a:gd name="connsiteY402" fmla="*/ 219361 h 809625"/>
                <a:gd name="connsiteX403" fmla="*/ 490252 w 847725"/>
                <a:gd name="connsiteY403" fmla="*/ 219742 h 809625"/>
                <a:gd name="connsiteX404" fmla="*/ 490633 w 847725"/>
                <a:gd name="connsiteY404" fmla="*/ 220028 h 809625"/>
                <a:gd name="connsiteX405" fmla="*/ 490823 w 847725"/>
                <a:gd name="connsiteY405" fmla="*/ 220409 h 809625"/>
                <a:gd name="connsiteX406" fmla="*/ 490823 w 847725"/>
                <a:gd name="connsiteY406" fmla="*/ 221933 h 809625"/>
                <a:gd name="connsiteX407" fmla="*/ 489775 w 847725"/>
                <a:gd name="connsiteY407" fmla="*/ 225933 h 809625"/>
                <a:gd name="connsiteX408" fmla="*/ 489680 w 847725"/>
                <a:gd name="connsiteY408" fmla="*/ 227076 h 809625"/>
                <a:gd name="connsiteX409" fmla="*/ 489871 w 847725"/>
                <a:gd name="connsiteY409" fmla="*/ 228314 h 809625"/>
                <a:gd name="connsiteX410" fmla="*/ 490347 w 847725"/>
                <a:gd name="connsiteY410" fmla="*/ 229457 h 809625"/>
                <a:gd name="connsiteX411" fmla="*/ 491109 w 847725"/>
                <a:gd name="connsiteY411" fmla="*/ 230410 h 809625"/>
                <a:gd name="connsiteX412" fmla="*/ 491490 w 847725"/>
                <a:gd name="connsiteY412" fmla="*/ 230696 h 809625"/>
                <a:gd name="connsiteX413" fmla="*/ 492919 w 847725"/>
                <a:gd name="connsiteY413" fmla="*/ 231172 h 809625"/>
                <a:gd name="connsiteX414" fmla="*/ 493300 w 847725"/>
                <a:gd name="connsiteY414" fmla="*/ 231553 h 809625"/>
                <a:gd name="connsiteX415" fmla="*/ 493681 w 847725"/>
                <a:gd name="connsiteY415" fmla="*/ 232600 h 809625"/>
                <a:gd name="connsiteX416" fmla="*/ 493967 w 847725"/>
                <a:gd name="connsiteY416" fmla="*/ 233077 h 809625"/>
                <a:gd name="connsiteX417" fmla="*/ 496729 w 847725"/>
                <a:gd name="connsiteY417" fmla="*/ 236220 h 809625"/>
                <a:gd name="connsiteX418" fmla="*/ 497586 w 847725"/>
                <a:gd name="connsiteY418" fmla="*/ 238125 h 809625"/>
                <a:gd name="connsiteX419" fmla="*/ 497205 w 847725"/>
                <a:gd name="connsiteY419" fmla="*/ 240221 h 809625"/>
                <a:gd name="connsiteX420" fmla="*/ 488252 w 847725"/>
                <a:gd name="connsiteY420" fmla="*/ 247745 h 809625"/>
                <a:gd name="connsiteX421" fmla="*/ 487204 w 847725"/>
                <a:gd name="connsiteY421" fmla="*/ 248317 h 809625"/>
                <a:gd name="connsiteX422" fmla="*/ 486061 w 847725"/>
                <a:gd name="connsiteY422" fmla="*/ 248221 h 809625"/>
                <a:gd name="connsiteX423" fmla="*/ 484823 w 847725"/>
                <a:gd name="connsiteY423" fmla="*/ 247841 h 809625"/>
                <a:gd name="connsiteX424" fmla="*/ 484156 w 847725"/>
                <a:gd name="connsiteY424" fmla="*/ 248126 h 809625"/>
                <a:gd name="connsiteX425" fmla="*/ 482441 w 847725"/>
                <a:gd name="connsiteY425" fmla="*/ 251460 h 809625"/>
                <a:gd name="connsiteX426" fmla="*/ 482060 w 847725"/>
                <a:gd name="connsiteY426" fmla="*/ 252031 h 809625"/>
                <a:gd name="connsiteX427" fmla="*/ 481394 w 847725"/>
                <a:gd name="connsiteY427" fmla="*/ 252317 h 809625"/>
                <a:gd name="connsiteX428" fmla="*/ 479870 w 847725"/>
                <a:gd name="connsiteY428" fmla="*/ 252222 h 809625"/>
                <a:gd name="connsiteX429" fmla="*/ 479393 w 847725"/>
                <a:gd name="connsiteY429" fmla="*/ 252317 h 809625"/>
                <a:gd name="connsiteX430" fmla="*/ 475488 w 847725"/>
                <a:gd name="connsiteY430" fmla="*/ 254699 h 809625"/>
                <a:gd name="connsiteX431" fmla="*/ 473297 w 847725"/>
                <a:gd name="connsiteY431" fmla="*/ 254889 h 809625"/>
                <a:gd name="connsiteX432" fmla="*/ 469773 w 847725"/>
                <a:gd name="connsiteY432" fmla="*/ 253175 h 809625"/>
                <a:gd name="connsiteX433" fmla="*/ 467773 w 847725"/>
                <a:gd name="connsiteY433" fmla="*/ 253555 h 809625"/>
                <a:gd name="connsiteX434" fmla="*/ 465296 w 847725"/>
                <a:gd name="connsiteY434" fmla="*/ 255365 h 809625"/>
                <a:gd name="connsiteX435" fmla="*/ 464344 w 847725"/>
                <a:gd name="connsiteY435" fmla="*/ 255556 h 809625"/>
                <a:gd name="connsiteX436" fmla="*/ 463867 w 847725"/>
                <a:gd name="connsiteY436" fmla="*/ 255460 h 809625"/>
                <a:gd name="connsiteX437" fmla="*/ 463391 w 847725"/>
                <a:gd name="connsiteY437" fmla="*/ 255270 h 809625"/>
                <a:gd name="connsiteX438" fmla="*/ 462915 w 847725"/>
                <a:gd name="connsiteY438" fmla="*/ 255079 h 809625"/>
                <a:gd name="connsiteX439" fmla="*/ 461200 w 847725"/>
                <a:gd name="connsiteY439" fmla="*/ 255365 h 809625"/>
                <a:gd name="connsiteX440" fmla="*/ 460153 w 847725"/>
                <a:gd name="connsiteY440" fmla="*/ 255365 h 809625"/>
                <a:gd name="connsiteX441" fmla="*/ 458057 w 847725"/>
                <a:gd name="connsiteY441" fmla="*/ 255651 h 809625"/>
                <a:gd name="connsiteX442" fmla="*/ 456343 w 847725"/>
                <a:gd name="connsiteY442" fmla="*/ 256794 h 809625"/>
                <a:gd name="connsiteX443" fmla="*/ 454914 w 847725"/>
                <a:gd name="connsiteY443" fmla="*/ 258604 h 809625"/>
                <a:gd name="connsiteX444" fmla="*/ 454438 w 847725"/>
                <a:gd name="connsiteY444" fmla="*/ 259651 h 809625"/>
                <a:gd name="connsiteX445" fmla="*/ 453962 w 847725"/>
                <a:gd name="connsiteY445" fmla="*/ 260699 h 809625"/>
                <a:gd name="connsiteX446" fmla="*/ 454914 w 847725"/>
                <a:gd name="connsiteY446" fmla="*/ 267462 h 809625"/>
                <a:gd name="connsiteX447" fmla="*/ 454343 w 847725"/>
                <a:gd name="connsiteY447" fmla="*/ 269272 h 809625"/>
                <a:gd name="connsiteX448" fmla="*/ 454057 w 847725"/>
                <a:gd name="connsiteY448" fmla="*/ 269558 h 809625"/>
                <a:gd name="connsiteX449" fmla="*/ 452723 w 847725"/>
                <a:gd name="connsiteY449" fmla="*/ 270605 h 809625"/>
                <a:gd name="connsiteX450" fmla="*/ 451390 w 847725"/>
                <a:gd name="connsiteY450" fmla="*/ 272415 h 809625"/>
                <a:gd name="connsiteX451" fmla="*/ 449580 w 847725"/>
                <a:gd name="connsiteY451" fmla="*/ 273749 h 809625"/>
                <a:gd name="connsiteX452" fmla="*/ 449009 w 847725"/>
                <a:gd name="connsiteY452" fmla="*/ 274606 h 809625"/>
                <a:gd name="connsiteX453" fmla="*/ 449104 w 847725"/>
                <a:gd name="connsiteY453" fmla="*/ 275844 h 809625"/>
                <a:gd name="connsiteX454" fmla="*/ 449390 w 847725"/>
                <a:gd name="connsiteY454" fmla="*/ 276320 h 809625"/>
                <a:gd name="connsiteX455" fmla="*/ 449771 w 847725"/>
                <a:gd name="connsiteY455" fmla="*/ 276701 h 809625"/>
                <a:gd name="connsiteX456" fmla="*/ 450247 w 847725"/>
                <a:gd name="connsiteY456" fmla="*/ 276987 h 809625"/>
                <a:gd name="connsiteX457" fmla="*/ 450723 w 847725"/>
                <a:gd name="connsiteY457" fmla="*/ 277178 h 809625"/>
                <a:gd name="connsiteX458" fmla="*/ 451104 w 847725"/>
                <a:gd name="connsiteY458" fmla="*/ 277463 h 809625"/>
                <a:gd name="connsiteX459" fmla="*/ 451199 w 847725"/>
                <a:gd name="connsiteY459" fmla="*/ 277939 h 809625"/>
                <a:gd name="connsiteX460" fmla="*/ 451295 w 847725"/>
                <a:gd name="connsiteY460" fmla="*/ 278987 h 809625"/>
                <a:gd name="connsiteX461" fmla="*/ 451866 w 847725"/>
                <a:gd name="connsiteY461" fmla="*/ 281083 h 809625"/>
                <a:gd name="connsiteX462" fmla="*/ 451676 w 847725"/>
                <a:gd name="connsiteY462" fmla="*/ 281845 h 809625"/>
                <a:gd name="connsiteX463" fmla="*/ 451009 w 847725"/>
                <a:gd name="connsiteY463" fmla="*/ 283083 h 809625"/>
                <a:gd name="connsiteX464" fmla="*/ 448247 w 847725"/>
                <a:gd name="connsiteY464" fmla="*/ 287274 h 809625"/>
                <a:gd name="connsiteX465" fmla="*/ 447294 w 847725"/>
                <a:gd name="connsiteY465" fmla="*/ 288036 h 809625"/>
                <a:gd name="connsiteX466" fmla="*/ 445103 w 847725"/>
                <a:gd name="connsiteY466" fmla="*/ 288798 h 809625"/>
                <a:gd name="connsiteX467" fmla="*/ 444056 w 847725"/>
                <a:gd name="connsiteY467" fmla="*/ 289465 h 809625"/>
                <a:gd name="connsiteX468" fmla="*/ 442436 w 847725"/>
                <a:gd name="connsiteY468" fmla="*/ 291465 h 809625"/>
                <a:gd name="connsiteX469" fmla="*/ 441484 w 847725"/>
                <a:gd name="connsiteY469" fmla="*/ 293846 h 809625"/>
                <a:gd name="connsiteX470" fmla="*/ 441198 w 847725"/>
                <a:gd name="connsiteY470" fmla="*/ 296418 h 809625"/>
                <a:gd name="connsiteX471" fmla="*/ 441770 w 847725"/>
                <a:gd name="connsiteY471" fmla="*/ 299085 h 809625"/>
                <a:gd name="connsiteX472" fmla="*/ 443103 w 847725"/>
                <a:gd name="connsiteY472" fmla="*/ 302514 h 809625"/>
                <a:gd name="connsiteX473" fmla="*/ 443294 w 847725"/>
                <a:gd name="connsiteY473" fmla="*/ 303847 h 809625"/>
                <a:gd name="connsiteX474" fmla="*/ 443198 w 847725"/>
                <a:gd name="connsiteY474" fmla="*/ 305181 h 809625"/>
                <a:gd name="connsiteX475" fmla="*/ 442817 w 847725"/>
                <a:gd name="connsiteY475" fmla="*/ 307848 h 809625"/>
                <a:gd name="connsiteX476" fmla="*/ 442817 w 847725"/>
                <a:gd name="connsiteY476" fmla="*/ 310515 h 809625"/>
                <a:gd name="connsiteX477" fmla="*/ 442436 w 847725"/>
                <a:gd name="connsiteY477" fmla="*/ 313087 h 809625"/>
                <a:gd name="connsiteX478" fmla="*/ 442436 w 847725"/>
                <a:gd name="connsiteY478" fmla="*/ 314420 h 809625"/>
                <a:gd name="connsiteX479" fmla="*/ 443484 w 847725"/>
                <a:gd name="connsiteY479" fmla="*/ 320326 h 809625"/>
                <a:gd name="connsiteX480" fmla="*/ 445103 w 847725"/>
                <a:gd name="connsiteY480" fmla="*/ 324993 h 809625"/>
                <a:gd name="connsiteX481" fmla="*/ 445199 w 847725"/>
                <a:gd name="connsiteY481" fmla="*/ 325755 h 809625"/>
                <a:gd name="connsiteX482" fmla="*/ 445008 w 847725"/>
                <a:gd name="connsiteY482" fmla="*/ 326136 h 809625"/>
                <a:gd name="connsiteX483" fmla="*/ 444913 w 847725"/>
                <a:gd name="connsiteY483" fmla="*/ 326326 h 809625"/>
                <a:gd name="connsiteX484" fmla="*/ 442341 w 847725"/>
                <a:gd name="connsiteY484" fmla="*/ 328231 h 809625"/>
                <a:gd name="connsiteX485" fmla="*/ 440912 w 847725"/>
                <a:gd name="connsiteY485" fmla="*/ 329755 h 809625"/>
                <a:gd name="connsiteX486" fmla="*/ 435102 w 847725"/>
                <a:gd name="connsiteY486" fmla="*/ 338614 h 809625"/>
                <a:gd name="connsiteX487" fmla="*/ 434340 w 847725"/>
                <a:gd name="connsiteY487" fmla="*/ 339471 h 809625"/>
                <a:gd name="connsiteX488" fmla="*/ 433578 w 847725"/>
                <a:gd name="connsiteY488" fmla="*/ 339947 h 809625"/>
                <a:gd name="connsiteX489" fmla="*/ 432911 w 847725"/>
                <a:gd name="connsiteY489" fmla="*/ 341090 h 809625"/>
                <a:gd name="connsiteX490" fmla="*/ 431292 w 847725"/>
                <a:gd name="connsiteY490" fmla="*/ 342614 h 809625"/>
                <a:gd name="connsiteX491" fmla="*/ 429387 w 847725"/>
                <a:gd name="connsiteY491" fmla="*/ 343948 h 809625"/>
                <a:gd name="connsiteX492" fmla="*/ 427958 w 847725"/>
                <a:gd name="connsiteY492" fmla="*/ 344519 h 809625"/>
                <a:gd name="connsiteX493" fmla="*/ 426053 w 847725"/>
                <a:gd name="connsiteY493" fmla="*/ 344424 h 809625"/>
                <a:gd name="connsiteX494" fmla="*/ 424244 w 847725"/>
                <a:gd name="connsiteY494" fmla="*/ 344996 h 809625"/>
                <a:gd name="connsiteX495" fmla="*/ 420910 w 847725"/>
                <a:gd name="connsiteY495" fmla="*/ 346710 h 809625"/>
                <a:gd name="connsiteX496" fmla="*/ 418814 w 847725"/>
                <a:gd name="connsiteY496" fmla="*/ 346996 h 809625"/>
                <a:gd name="connsiteX497" fmla="*/ 417386 w 847725"/>
                <a:gd name="connsiteY497" fmla="*/ 346043 h 809625"/>
                <a:gd name="connsiteX498" fmla="*/ 414909 w 847725"/>
                <a:gd name="connsiteY498" fmla="*/ 342519 h 809625"/>
                <a:gd name="connsiteX499" fmla="*/ 413576 w 847725"/>
                <a:gd name="connsiteY499" fmla="*/ 340900 h 809625"/>
                <a:gd name="connsiteX500" fmla="*/ 413195 w 847725"/>
                <a:gd name="connsiteY500" fmla="*/ 339947 h 809625"/>
                <a:gd name="connsiteX501" fmla="*/ 413004 w 847725"/>
                <a:gd name="connsiteY501" fmla="*/ 337471 h 809625"/>
                <a:gd name="connsiteX502" fmla="*/ 412623 w 847725"/>
                <a:gd name="connsiteY502" fmla="*/ 336709 h 809625"/>
                <a:gd name="connsiteX503" fmla="*/ 411956 w 847725"/>
                <a:gd name="connsiteY503" fmla="*/ 336328 h 809625"/>
                <a:gd name="connsiteX504" fmla="*/ 409004 w 847725"/>
                <a:gd name="connsiteY504" fmla="*/ 335756 h 809625"/>
                <a:gd name="connsiteX505" fmla="*/ 405956 w 847725"/>
                <a:gd name="connsiteY505" fmla="*/ 334042 h 809625"/>
                <a:gd name="connsiteX506" fmla="*/ 404146 w 847725"/>
                <a:gd name="connsiteY506" fmla="*/ 333375 h 809625"/>
                <a:gd name="connsiteX507" fmla="*/ 403003 w 847725"/>
                <a:gd name="connsiteY507" fmla="*/ 333375 h 809625"/>
                <a:gd name="connsiteX508" fmla="*/ 401765 w 847725"/>
                <a:gd name="connsiteY508" fmla="*/ 333851 h 809625"/>
                <a:gd name="connsiteX509" fmla="*/ 399479 w 847725"/>
                <a:gd name="connsiteY509" fmla="*/ 335089 h 809625"/>
                <a:gd name="connsiteX510" fmla="*/ 398431 w 847725"/>
                <a:gd name="connsiteY510" fmla="*/ 335851 h 809625"/>
                <a:gd name="connsiteX511" fmla="*/ 398621 w 847725"/>
                <a:gd name="connsiteY511" fmla="*/ 336423 h 809625"/>
                <a:gd name="connsiteX512" fmla="*/ 399574 w 847725"/>
                <a:gd name="connsiteY512" fmla="*/ 336804 h 809625"/>
                <a:gd name="connsiteX513" fmla="*/ 400717 w 847725"/>
                <a:gd name="connsiteY513" fmla="*/ 336995 h 809625"/>
                <a:gd name="connsiteX514" fmla="*/ 403860 w 847725"/>
                <a:gd name="connsiteY514" fmla="*/ 336899 h 809625"/>
                <a:gd name="connsiteX515" fmla="*/ 404908 w 847725"/>
                <a:gd name="connsiteY515" fmla="*/ 336995 h 809625"/>
                <a:gd name="connsiteX516" fmla="*/ 405384 w 847725"/>
                <a:gd name="connsiteY516" fmla="*/ 337566 h 809625"/>
                <a:gd name="connsiteX517" fmla="*/ 404717 w 847725"/>
                <a:gd name="connsiteY517" fmla="*/ 338328 h 809625"/>
                <a:gd name="connsiteX518" fmla="*/ 403574 w 847725"/>
                <a:gd name="connsiteY518" fmla="*/ 338995 h 809625"/>
                <a:gd name="connsiteX519" fmla="*/ 402717 w 847725"/>
                <a:gd name="connsiteY519" fmla="*/ 339280 h 809625"/>
                <a:gd name="connsiteX520" fmla="*/ 400717 w 847725"/>
                <a:gd name="connsiteY520" fmla="*/ 338995 h 809625"/>
                <a:gd name="connsiteX521" fmla="*/ 395192 w 847725"/>
                <a:gd name="connsiteY521" fmla="*/ 336995 h 809625"/>
                <a:gd name="connsiteX522" fmla="*/ 393097 w 847725"/>
                <a:gd name="connsiteY522" fmla="*/ 336804 h 809625"/>
                <a:gd name="connsiteX523" fmla="*/ 391001 w 847725"/>
                <a:gd name="connsiteY523" fmla="*/ 336899 h 809625"/>
                <a:gd name="connsiteX524" fmla="*/ 389858 w 847725"/>
                <a:gd name="connsiteY524" fmla="*/ 336709 h 809625"/>
                <a:gd name="connsiteX525" fmla="*/ 389192 w 847725"/>
                <a:gd name="connsiteY525" fmla="*/ 336042 h 809625"/>
                <a:gd name="connsiteX526" fmla="*/ 388620 w 847725"/>
                <a:gd name="connsiteY526" fmla="*/ 335185 h 809625"/>
                <a:gd name="connsiteX527" fmla="*/ 387287 w 847725"/>
                <a:gd name="connsiteY527" fmla="*/ 334137 h 809625"/>
                <a:gd name="connsiteX528" fmla="*/ 386144 w 847725"/>
                <a:gd name="connsiteY528" fmla="*/ 333470 h 809625"/>
                <a:gd name="connsiteX529" fmla="*/ 384810 w 847725"/>
                <a:gd name="connsiteY529" fmla="*/ 332994 h 809625"/>
                <a:gd name="connsiteX530" fmla="*/ 383762 w 847725"/>
                <a:gd name="connsiteY530" fmla="*/ 333089 h 809625"/>
                <a:gd name="connsiteX531" fmla="*/ 383096 w 847725"/>
                <a:gd name="connsiteY531" fmla="*/ 333851 h 809625"/>
                <a:gd name="connsiteX532" fmla="*/ 381953 w 847725"/>
                <a:gd name="connsiteY532" fmla="*/ 336518 h 809625"/>
                <a:gd name="connsiteX533" fmla="*/ 381667 w 847725"/>
                <a:gd name="connsiteY533" fmla="*/ 337090 h 809625"/>
                <a:gd name="connsiteX534" fmla="*/ 381381 w 847725"/>
                <a:gd name="connsiteY534" fmla="*/ 337566 h 809625"/>
                <a:gd name="connsiteX535" fmla="*/ 379667 w 847725"/>
                <a:gd name="connsiteY535" fmla="*/ 339185 h 809625"/>
                <a:gd name="connsiteX536" fmla="*/ 379381 w 847725"/>
                <a:gd name="connsiteY536" fmla="*/ 339757 h 809625"/>
                <a:gd name="connsiteX537" fmla="*/ 379190 w 847725"/>
                <a:gd name="connsiteY537" fmla="*/ 341090 h 809625"/>
                <a:gd name="connsiteX538" fmla="*/ 378905 w 847725"/>
                <a:gd name="connsiteY538" fmla="*/ 341567 h 809625"/>
                <a:gd name="connsiteX539" fmla="*/ 376142 w 847725"/>
                <a:gd name="connsiteY539" fmla="*/ 343091 h 809625"/>
                <a:gd name="connsiteX540" fmla="*/ 375285 w 847725"/>
                <a:gd name="connsiteY540" fmla="*/ 343757 h 809625"/>
                <a:gd name="connsiteX541" fmla="*/ 374714 w 847725"/>
                <a:gd name="connsiteY541" fmla="*/ 344614 h 809625"/>
                <a:gd name="connsiteX542" fmla="*/ 374142 w 847725"/>
                <a:gd name="connsiteY542" fmla="*/ 344900 h 809625"/>
                <a:gd name="connsiteX543" fmla="*/ 372047 w 847725"/>
                <a:gd name="connsiteY543" fmla="*/ 344996 h 809625"/>
                <a:gd name="connsiteX544" fmla="*/ 370427 w 847725"/>
                <a:gd name="connsiteY544" fmla="*/ 344710 h 809625"/>
                <a:gd name="connsiteX545" fmla="*/ 369665 w 847725"/>
                <a:gd name="connsiteY545" fmla="*/ 344710 h 809625"/>
                <a:gd name="connsiteX546" fmla="*/ 368237 w 847725"/>
                <a:gd name="connsiteY546" fmla="*/ 345472 h 809625"/>
                <a:gd name="connsiteX547" fmla="*/ 364998 w 847725"/>
                <a:gd name="connsiteY547" fmla="*/ 349091 h 809625"/>
                <a:gd name="connsiteX548" fmla="*/ 363284 w 847725"/>
                <a:gd name="connsiteY548" fmla="*/ 350330 h 809625"/>
                <a:gd name="connsiteX549" fmla="*/ 362141 w 847725"/>
                <a:gd name="connsiteY549" fmla="*/ 351092 h 809625"/>
                <a:gd name="connsiteX550" fmla="*/ 360521 w 847725"/>
                <a:gd name="connsiteY550" fmla="*/ 351758 h 809625"/>
                <a:gd name="connsiteX551" fmla="*/ 358902 w 847725"/>
                <a:gd name="connsiteY551" fmla="*/ 351949 h 809625"/>
                <a:gd name="connsiteX552" fmla="*/ 355473 w 847725"/>
                <a:gd name="connsiteY552" fmla="*/ 351187 h 809625"/>
                <a:gd name="connsiteX553" fmla="*/ 353854 w 847725"/>
                <a:gd name="connsiteY553" fmla="*/ 351187 h 809625"/>
                <a:gd name="connsiteX554" fmla="*/ 353187 w 847725"/>
                <a:gd name="connsiteY554" fmla="*/ 352234 h 809625"/>
                <a:gd name="connsiteX555" fmla="*/ 353568 w 847725"/>
                <a:gd name="connsiteY555" fmla="*/ 353187 h 809625"/>
                <a:gd name="connsiteX556" fmla="*/ 354330 w 847725"/>
                <a:gd name="connsiteY556" fmla="*/ 354139 h 809625"/>
                <a:gd name="connsiteX557" fmla="*/ 354997 w 847725"/>
                <a:gd name="connsiteY557" fmla="*/ 355187 h 809625"/>
                <a:gd name="connsiteX558" fmla="*/ 355283 w 847725"/>
                <a:gd name="connsiteY558" fmla="*/ 357568 h 809625"/>
                <a:gd name="connsiteX559" fmla="*/ 356045 w 847725"/>
                <a:gd name="connsiteY559" fmla="*/ 358521 h 809625"/>
                <a:gd name="connsiteX560" fmla="*/ 357092 w 847725"/>
                <a:gd name="connsiteY560" fmla="*/ 359188 h 809625"/>
                <a:gd name="connsiteX561" fmla="*/ 358140 w 847725"/>
                <a:gd name="connsiteY561" fmla="*/ 359474 h 809625"/>
                <a:gd name="connsiteX562" fmla="*/ 362522 w 847725"/>
                <a:gd name="connsiteY562" fmla="*/ 358902 h 809625"/>
                <a:gd name="connsiteX563" fmla="*/ 364427 w 847725"/>
                <a:gd name="connsiteY563" fmla="*/ 359474 h 809625"/>
                <a:gd name="connsiteX564" fmla="*/ 364712 w 847725"/>
                <a:gd name="connsiteY564" fmla="*/ 362045 h 809625"/>
                <a:gd name="connsiteX565" fmla="*/ 364141 w 847725"/>
                <a:gd name="connsiteY565" fmla="*/ 363188 h 809625"/>
                <a:gd name="connsiteX566" fmla="*/ 363379 w 847725"/>
                <a:gd name="connsiteY566" fmla="*/ 363569 h 809625"/>
                <a:gd name="connsiteX567" fmla="*/ 361283 w 847725"/>
                <a:gd name="connsiteY567" fmla="*/ 363474 h 809625"/>
                <a:gd name="connsiteX568" fmla="*/ 360426 w 847725"/>
                <a:gd name="connsiteY568" fmla="*/ 363760 h 809625"/>
                <a:gd name="connsiteX569" fmla="*/ 359664 w 847725"/>
                <a:gd name="connsiteY569" fmla="*/ 364331 h 809625"/>
                <a:gd name="connsiteX570" fmla="*/ 358997 w 847725"/>
                <a:gd name="connsiteY570" fmla="*/ 364998 h 809625"/>
                <a:gd name="connsiteX571" fmla="*/ 355664 w 847725"/>
                <a:gd name="connsiteY571" fmla="*/ 367189 h 809625"/>
                <a:gd name="connsiteX572" fmla="*/ 354711 w 847725"/>
                <a:gd name="connsiteY572" fmla="*/ 367570 h 809625"/>
                <a:gd name="connsiteX573" fmla="*/ 351854 w 847725"/>
                <a:gd name="connsiteY573" fmla="*/ 368141 h 809625"/>
                <a:gd name="connsiteX574" fmla="*/ 349949 w 847725"/>
                <a:gd name="connsiteY574" fmla="*/ 368999 h 809625"/>
                <a:gd name="connsiteX575" fmla="*/ 346805 w 847725"/>
                <a:gd name="connsiteY575" fmla="*/ 369380 h 809625"/>
                <a:gd name="connsiteX576" fmla="*/ 343186 w 847725"/>
                <a:gd name="connsiteY576" fmla="*/ 370904 h 809625"/>
                <a:gd name="connsiteX577" fmla="*/ 342233 w 847725"/>
                <a:gd name="connsiteY577" fmla="*/ 371094 h 809625"/>
                <a:gd name="connsiteX578" fmla="*/ 338900 w 847725"/>
                <a:gd name="connsiteY578" fmla="*/ 370808 h 809625"/>
                <a:gd name="connsiteX579" fmla="*/ 336137 w 847725"/>
                <a:gd name="connsiteY579" fmla="*/ 370904 h 809625"/>
                <a:gd name="connsiteX580" fmla="*/ 335280 w 847725"/>
                <a:gd name="connsiteY580" fmla="*/ 370808 h 809625"/>
                <a:gd name="connsiteX581" fmla="*/ 334232 w 847725"/>
                <a:gd name="connsiteY581" fmla="*/ 370427 h 809625"/>
                <a:gd name="connsiteX582" fmla="*/ 332327 w 847725"/>
                <a:gd name="connsiteY582" fmla="*/ 369380 h 809625"/>
                <a:gd name="connsiteX583" fmla="*/ 331280 w 847725"/>
                <a:gd name="connsiteY583" fmla="*/ 369094 h 809625"/>
                <a:gd name="connsiteX584" fmla="*/ 330232 w 847725"/>
                <a:gd name="connsiteY584" fmla="*/ 369094 h 809625"/>
                <a:gd name="connsiteX585" fmla="*/ 328232 w 847725"/>
                <a:gd name="connsiteY585" fmla="*/ 369570 h 809625"/>
                <a:gd name="connsiteX586" fmla="*/ 327184 w 847725"/>
                <a:gd name="connsiteY586" fmla="*/ 369570 h 809625"/>
                <a:gd name="connsiteX587" fmla="*/ 325946 w 847725"/>
                <a:gd name="connsiteY587" fmla="*/ 369380 h 809625"/>
                <a:gd name="connsiteX588" fmla="*/ 325279 w 847725"/>
                <a:gd name="connsiteY588" fmla="*/ 369189 h 809625"/>
                <a:gd name="connsiteX589" fmla="*/ 324898 w 847725"/>
                <a:gd name="connsiteY589" fmla="*/ 368903 h 809625"/>
                <a:gd name="connsiteX590" fmla="*/ 324803 w 847725"/>
                <a:gd name="connsiteY590" fmla="*/ 368427 h 809625"/>
                <a:gd name="connsiteX591" fmla="*/ 324993 w 847725"/>
                <a:gd name="connsiteY591" fmla="*/ 368046 h 809625"/>
                <a:gd name="connsiteX592" fmla="*/ 325279 w 847725"/>
                <a:gd name="connsiteY592" fmla="*/ 367665 h 809625"/>
                <a:gd name="connsiteX593" fmla="*/ 325374 w 847725"/>
                <a:gd name="connsiteY593" fmla="*/ 367189 h 809625"/>
                <a:gd name="connsiteX594" fmla="*/ 325279 w 847725"/>
                <a:gd name="connsiteY594" fmla="*/ 365855 h 809625"/>
                <a:gd name="connsiteX595" fmla="*/ 324898 w 847725"/>
                <a:gd name="connsiteY595" fmla="*/ 364998 h 809625"/>
                <a:gd name="connsiteX596" fmla="*/ 324136 w 847725"/>
                <a:gd name="connsiteY596" fmla="*/ 364617 h 809625"/>
                <a:gd name="connsiteX597" fmla="*/ 320993 w 847725"/>
                <a:gd name="connsiteY597" fmla="*/ 364712 h 809625"/>
                <a:gd name="connsiteX598" fmla="*/ 318992 w 847725"/>
                <a:gd name="connsiteY598" fmla="*/ 365284 h 809625"/>
                <a:gd name="connsiteX599" fmla="*/ 315468 w 847725"/>
                <a:gd name="connsiteY599" fmla="*/ 366998 h 809625"/>
                <a:gd name="connsiteX600" fmla="*/ 313849 w 847725"/>
                <a:gd name="connsiteY600" fmla="*/ 368332 h 809625"/>
                <a:gd name="connsiteX601" fmla="*/ 312611 w 847725"/>
                <a:gd name="connsiteY601" fmla="*/ 369760 h 809625"/>
                <a:gd name="connsiteX602" fmla="*/ 311277 w 847725"/>
                <a:gd name="connsiteY602" fmla="*/ 370808 h 809625"/>
                <a:gd name="connsiteX603" fmla="*/ 309277 w 847725"/>
                <a:gd name="connsiteY603" fmla="*/ 371094 h 809625"/>
                <a:gd name="connsiteX604" fmla="*/ 308039 w 847725"/>
                <a:gd name="connsiteY604" fmla="*/ 371951 h 809625"/>
                <a:gd name="connsiteX605" fmla="*/ 306229 w 847725"/>
                <a:gd name="connsiteY605" fmla="*/ 378809 h 809625"/>
                <a:gd name="connsiteX606" fmla="*/ 305181 w 847725"/>
                <a:gd name="connsiteY606" fmla="*/ 380238 h 809625"/>
                <a:gd name="connsiteX607" fmla="*/ 300228 w 847725"/>
                <a:gd name="connsiteY607" fmla="*/ 385286 h 809625"/>
                <a:gd name="connsiteX608" fmla="*/ 299085 w 847725"/>
                <a:gd name="connsiteY608" fmla="*/ 385858 h 809625"/>
                <a:gd name="connsiteX609" fmla="*/ 291941 w 847725"/>
                <a:gd name="connsiteY609" fmla="*/ 387287 h 809625"/>
                <a:gd name="connsiteX610" fmla="*/ 291084 w 847725"/>
                <a:gd name="connsiteY610" fmla="*/ 387763 h 809625"/>
                <a:gd name="connsiteX611" fmla="*/ 290608 w 847725"/>
                <a:gd name="connsiteY611" fmla="*/ 388620 h 809625"/>
                <a:gd name="connsiteX612" fmla="*/ 285464 w 847725"/>
                <a:gd name="connsiteY612" fmla="*/ 408242 h 809625"/>
                <a:gd name="connsiteX613" fmla="*/ 285274 w 847725"/>
                <a:gd name="connsiteY613" fmla="*/ 410909 h 809625"/>
                <a:gd name="connsiteX614" fmla="*/ 286131 w 847725"/>
                <a:gd name="connsiteY614" fmla="*/ 413290 h 809625"/>
                <a:gd name="connsiteX615" fmla="*/ 287369 w 847725"/>
                <a:gd name="connsiteY615" fmla="*/ 414909 h 809625"/>
                <a:gd name="connsiteX616" fmla="*/ 287750 w 847725"/>
                <a:gd name="connsiteY616" fmla="*/ 415671 h 809625"/>
                <a:gd name="connsiteX617" fmla="*/ 288036 w 847725"/>
                <a:gd name="connsiteY617" fmla="*/ 416909 h 809625"/>
                <a:gd name="connsiteX618" fmla="*/ 288131 w 847725"/>
                <a:gd name="connsiteY618" fmla="*/ 418147 h 809625"/>
                <a:gd name="connsiteX619" fmla="*/ 287179 w 847725"/>
                <a:gd name="connsiteY619" fmla="*/ 426149 h 809625"/>
                <a:gd name="connsiteX620" fmla="*/ 287274 w 847725"/>
                <a:gd name="connsiteY620" fmla="*/ 429863 h 809625"/>
                <a:gd name="connsiteX621" fmla="*/ 287084 w 847725"/>
                <a:gd name="connsiteY621" fmla="*/ 431006 h 809625"/>
                <a:gd name="connsiteX622" fmla="*/ 283655 w 847725"/>
                <a:gd name="connsiteY622" fmla="*/ 437959 h 809625"/>
                <a:gd name="connsiteX623" fmla="*/ 282893 w 847725"/>
                <a:gd name="connsiteY623" fmla="*/ 440246 h 809625"/>
                <a:gd name="connsiteX624" fmla="*/ 282797 w 847725"/>
                <a:gd name="connsiteY624" fmla="*/ 441198 h 809625"/>
                <a:gd name="connsiteX625" fmla="*/ 283083 w 847725"/>
                <a:gd name="connsiteY625" fmla="*/ 442055 h 809625"/>
                <a:gd name="connsiteX626" fmla="*/ 284893 w 847725"/>
                <a:gd name="connsiteY626" fmla="*/ 443389 h 809625"/>
                <a:gd name="connsiteX627" fmla="*/ 287084 w 847725"/>
                <a:gd name="connsiteY627" fmla="*/ 445580 h 809625"/>
                <a:gd name="connsiteX628" fmla="*/ 288703 w 847725"/>
                <a:gd name="connsiteY628" fmla="*/ 446818 h 809625"/>
                <a:gd name="connsiteX629" fmla="*/ 289179 w 847725"/>
                <a:gd name="connsiteY629" fmla="*/ 447389 h 809625"/>
                <a:gd name="connsiteX630" fmla="*/ 288989 w 847725"/>
                <a:gd name="connsiteY630" fmla="*/ 447675 h 809625"/>
                <a:gd name="connsiteX631" fmla="*/ 288512 w 847725"/>
                <a:gd name="connsiteY631" fmla="*/ 447866 h 809625"/>
                <a:gd name="connsiteX632" fmla="*/ 288227 w 847725"/>
                <a:gd name="connsiteY632" fmla="*/ 448056 h 809625"/>
                <a:gd name="connsiteX633" fmla="*/ 287179 w 847725"/>
                <a:gd name="connsiteY633" fmla="*/ 449961 h 809625"/>
                <a:gd name="connsiteX634" fmla="*/ 285750 w 847725"/>
                <a:gd name="connsiteY634" fmla="*/ 451771 h 809625"/>
                <a:gd name="connsiteX635" fmla="*/ 281559 w 847725"/>
                <a:gd name="connsiteY635" fmla="*/ 454819 h 809625"/>
                <a:gd name="connsiteX636" fmla="*/ 277082 w 847725"/>
                <a:gd name="connsiteY636" fmla="*/ 456152 h 809625"/>
                <a:gd name="connsiteX637" fmla="*/ 274034 w 847725"/>
                <a:gd name="connsiteY637" fmla="*/ 457009 h 809625"/>
                <a:gd name="connsiteX638" fmla="*/ 270986 w 847725"/>
                <a:gd name="connsiteY638" fmla="*/ 457867 h 809625"/>
                <a:gd name="connsiteX639" fmla="*/ 267938 w 847725"/>
                <a:gd name="connsiteY639" fmla="*/ 458724 h 809625"/>
                <a:gd name="connsiteX640" fmla="*/ 264890 w 847725"/>
                <a:gd name="connsiteY640" fmla="*/ 459581 h 809625"/>
                <a:gd name="connsiteX641" fmla="*/ 261842 w 847725"/>
                <a:gd name="connsiteY641" fmla="*/ 460438 h 809625"/>
                <a:gd name="connsiteX642" fmla="*/ 258794 w 847725"/>
                <a:gd name="connsiteY642" fmla="*/ 461296 h 809625"/>
                <a:gd name="connsiteX643" fmla="*/ 255746 w 847725"/>
                <a:gd name="connsiteY643" fmla="*/ 462153 h 809625"/>
                <a:gd name="connsiteX644" fmla="*/ 252698 w 847725"/>
                <a:gd name="connsiteY644" fmla="*/ 463010 h 809625"/>
                <a:gd name="connsiteX645" fmla="*/ 249650 w 847725"/>
                <a:gd name="connsiteY645" fmla="*/ 463867 h 809625"/>
                <a:gd name="connsiteX646" fmla="*/ 246602 w 847725"/>
                <a:gd name="connsiteY646" fmla="*/ 464725 h 809625"/>
                <a:gd name="connsiteX647" fmla="*/ 243554 w 847725"/>
                <a:gd name="connsiteY647" fmla="*/ 465582 h 809625"/>
                <a:gd name="connsiteX648" fmla="*/ 240506 w 847725"/>
                <a:gd name="connsiteY648" fmla="*/ 466439 h 809625"/>
                <a:gd name="connsiteX649" fmla="*/ 237458 w 847725"/>
                <a:gd name="connsiteY649" fmla="*/ 467296 h 809625"/>
                <a:gd name="connsiteX650" fmla="*/ 234410 w 847725"/>
                <a:gd name="connsiteY650" fmla="*/ 468154 h 809625"/>
                <a:gd name="connsiteX651" fmla="*/ 231362 w 847725"/>
                <a:gd name="connsiteY651" fmla="*/ 469011 h 809625"/>
                <a:gd name="connsiteX652" fmla="*/ 228314 w 847725"/>
                <a:gd name="connsiteY652" fmla="*/ 469868 h 809625"/>
                <a:gd name="connsiteX653" fmla="*/ 220694 w 847725"/>
                <a:gd name="connsiteY653" fmla="*/ 472059 h 809625"/>
                <a:gd name="connsiteX654" fmla="*/ 218123 w 847725"/>
                <a:gd name="connsiteY654" fmla="*/ 471964 h 809625"/>
                <a:gd name="connsiteX655" fmla="*/ 209360 w 847725"/>
                <a:gd name="connsiteY655" fmla="*/ 470345 h 809625"/>
                <a:gd name="connsiteX656" fmla="*/ 202216 w 847725"/>
                <a:gd name="connsiteY656" fmla="*/ 470249 h 809625"/>
                <a:gd name="connsiteX657" fmla="*/ 192500 w 847725"/>
                <a:gd name="connsiteY657" fmla="*/ 470154 h 809625"/>
                <a:gd name="connsiteX658" fmla="*/ 191357 w 847725"/>
                <a:gd name="connsiteY658" fmla="*/ 470154 h 809625"/>
                <a:gd name="connsiteX659" fmla="*/ 177165 w 847725"/>
                <a:gd name="connsiteY659" fmla="*/ 474440 h 809625"/>
                <a:gd name="connsiteX660" fmla="*/ 175355 w 847725"/>
                <a:gd name="connsiteY660" fmla="*/ 475393 h 809625"/>
                <a:gd name="connsiteX661" fmla="*/ 174117 w 847725"/>
                <a:gd name="connsiteY661" fmla="*/ 476917 h 809625"/>
                <a:gd name="connsiteX662" fmla="*/ 172212 w 847725"/>
                <a:gd name="connsiteY662" fmla="*/ 480631 h 809625"/>
                <a:gd name="connsiteX663" fmla="*/ 170783 w 847725"/>
                <a:gd name="connsiteY663" fmla="*/ 481203 h 809625"/>
                <a:gd name="connsiteX664" fmla="*/ 164783 w 847725"/>
                <a:gd name="connsiteY664" fmla="*/ 478631 h 809625"/>
                <a:gd name="connsiteX665" fmla="*/ 155067 w 847725"/>
                <a:gd name="connsiteY665" fmla="*/ 476726 h 809625"/>
                <a:gd name="connsiteX666" fmla="*/ 143542 w 847725"/>
                <a:gd name="connsiteY666" fmla="*/ 474535 h 809625"/>
                <a:gd name="connsiteX667" fmla="*/ 135541 w 847725"/>
                <a:gd name="connsiteY667" fmla="*/ 475297 h 809625"/>
                <a:gd name="connsiteX668" fmla="*/ 132969 w 847725"/>
                <a:gd name="connsiteY668" fmla="*/ 475583 h 809625"/>
                <a:gd name="connsiteX669" fmla="*/ 130397 w 847725"/>
                <a:gd name="connsiteY669" fmla="*/ 475869 h 809625"/>
                <a:gd name="connsiteX670" fmla="*/ 127730 w 847725"/>
                <a:gd name="connsiteY670" fmla="*/ 476059 h 809625"/>
                <a:gd name="connsiteX671" fmla="*/ 125159 w 847725"/>
                <a:gd name="connsiteY671" fmla="*/ 476345 h 809625"/>
                <a:gd name="connsiteX672" fmla="*/ 122587 w 847725"/>
                <a:gd name="connsiteY672" fmla="*/ 476631 h 809625"/>
                <a:gd name="connsiteX673" fmla="*/ 120015 w 847725"/>
                <a:gd name="connsiteY673" fmla="*/ 476821 h 809625"/>
                <a:gd name="connsiteX674" fmla="*/ 117443 w 847725"/>
                <a:gd name="connsiteY674" fmla="*/ 477107 h 809625"/>
                <a:gd name="connsiteX675" fmla="*/ 114872 w 847725"/>
                <a:gd name="connsiteY675" fmla="*/ 477393 h 809625"/>
                <a:gd name="connsiteX676" fmla="*/ 112300 w 847725"/>
                <a:gd name="connsiteY676" fmla="*/ 477679 h 809625"/>
                <a:gd name="connsiteX677" fmla="*/ 109728 w 847725"/>
                <a:gd name="connsiteY677" fmla="*/ 477964 h 809625"/>
                <a:gd name="connsiteX678" fmla="*/ 107156 w 847725"/>
                <a:gd name="connsiteY678" fmla="*/ 478250 h 809625"/>
                <a:gd name="connsiteX679" fmla="*/ 104585 w 847725"/>
                <a:gd name="connsiteY679" fmla="*/ 478441 h 809625"/>
                <a:gd name="connsiteX680" fmla="*/ 102013 w 847725"/>
                <a:gd name="connsiteY680" fmla="*/ 478726 h 809625"/>
                <a:gd name="connsiteX681" fmla="*/ 99441 w 847725"/>
                <a:gd name="connsiteY681" fmla="*/ 479012 h 809625"/>
                <a:gd name="connsiteX682" fmla="*/ 96869 w 847725"/>
                <a:gd name="connsiteY682" fmla="*/ 479298 h 809625"/>
                <a:gd name="connsiteX683" fmla="*/ 94298 w 847725"/>
                <a:gd name="connsiteY683" fmla="*/ 479584 h 809625"/>
                <a:gd name="connsiteX684" fmla="*/ 92774 w 847725"/>
                <a:gd name="connsiteY684" fmla="*/ 479774 h 809625"/>
                <a:gd name="connsiteX685" fmla="*/ 86201 w 847725"/>
                <a:gd name="connsiteY685" fmla="*/ 480346 h 809625"/>
                <a:gd name="connsiteX686" fmla="*/ 80772 w 847725"/>
                <a:gd name="connsiteY686" fmla="*/ 479298 h 809625"/>
                <a:gd name="connsiteX687" fmla="*/ 75724 w 847725"/>
                <a:gd name="connsiteY687" fmla="*/ 477679 h 809625"/>
                <a:gd name="connsiteX688" fmla="*/ 71342 w 847725"/>
                <a:gd name="connsiteY688" fmla="*/ 476250 h 809625"/>
                <a:gd name="connsiteX689" fmla="*/ 66961 w 847725"/>
                <a:gd name="connsiteY689" fmla="*/ 474821 h 809625"/>
                <a:gd name="connsiteX690" fmla="*/ 62579 w 847725"/>
                <a:gd name="connsiteY690" fmla="*/ 473392 h 809625"/>
                <a:gd name="connsiteX691" fmla="*/ 58198 w 847725"/>
                <a:gd name="connsiteY691" fmla="*/ 471964 h 809625"/>
                <a:gd name="connsiteX692" fmla="*/ 53816 w 847725"/>
                <a:gd name="connsiteY692" fmla="*/ 470535 h 809625"/>
                <a:gd name="connsiteX693" fmla="*/ 49435 w 847725"/>
                <a:gd name="connsiteY693" fmla="*/ 469106 h 809625"/>
                <a:gd name="connsiteX694" fmla="*/ 45053 w 847725"/>
                <a:gd name="connsiteY694" fmla="*/ 467678 h 809625"/>
                <a:gd name="connsiteX695" fmla="*/ 40672 w 847725"/>
                <a:gd name="connsiteY695" fmla="*/ 466249 h 809625"/>
                <a:gd name="connsiteX696" fmla="*/ 36290 w 847725"/>
                <a:gd name="connsiteY696" fmla="*/ 464820 h 809625"/>
                <a:gd name="connsiteX697" fmla="*/ 31909 w 847725"/>
                <a:gd name="connsiteY697" fmla="*/ 463391 h 809625"/>
                <a:gd name="connsiteX698" fmla="*/ 27527 w 847725"/>
                <a:gd name="connsiteY698" fmla="*/ 461963 h 809625"/>
                <a:gd name="connsiteX699" fmla="*/ 22955 w 847725"/>
                <a:gd name="connsiteY699" fmla="*/ 460438 h 809625"/>
                <a:gd name="connsiteX700" fmla="*/ 18574 w 847725"/>
                <a:gd name="connsiteY700" fmla="*/ 459010 h 809625"/>
                <a:gd name="connsiteX701" fmla="*/ 14192 w 847725"/>
                <a:gd name="connsiteY701" fmla="*/ 457581 h 809625"/>
                <a:gd name="connsiteX702" fmla="*/ 9811 w 847725"/>
                <a:gd name="connsiteY702" fmla="*/ 456152 h 809625"/>
                <a:gd name="connsiteX703" fmla="*/ 5429 w 847725"/>
                <a:gd name="connsiteY703" fmla="*/ 454724 h 809625"/>
                <a:gd name="connsiteX704" fmla="*/ 1715 w 847725"/>
                <a:gd name="connsiteY704" fmla="*/ 453485 h 809625"/>
                <a:gd name="connsiteX705" fmla="*/ 0 w 847725"/>
                <a:gd name="connsiteY705" fmla="*/ 452723 h 809625"/>
                <a:gd name="connsiteX706" fmla="*/ 4286 w 847725"/>
                <a:gd name="connsiteY706" fmla="*/ 457771 h 809625"/>
                <a:gd name="connsiteX707" fmla="*/ 7049 w 847725"/>
                <a:gd name="connsiteY707" fmla="*/ 461010 h 809625"/>
                <a:gd name="connsiteX708" fmla="*/ 10478 w 847725"/>
                <a:gd name="connsiteY708" fmla="*/ 465106 h 809625"/>
                <a:gd name="connsiteX709" fmla="*/ 14478 w 847725"/>
                <a:gd name="connsiteY709" fmla="*/ 469868 h 809625"/>
                <a:gd name="connsiteX710" fmla="*/ 18574 w 847725"/>
                <a:gd name="connsiteY710" fmla="*/ 474821 h 809625"/>
                <a:gd name="connsiteX711" fmla="*/ 22955 w 847725"/>
                <a:gd name="connsiteY711" fmla="*/ 479965 h 809625"/>
                <a:gd name="connsiteX712" fmla="*/ 24003 w 847725"/>
                <a:gd name="connsiteY712" fmla="*/ 480822 h 809625"/>
                <a:gd name="connsiteX713" fmla="*/ 25146 w 847725"/>
                <a:gd name="connsiteY713" fmla="*/ 481298 h 809625"/>
                <a:gd name="connsiteX714" fmla="*/ 26099 w 847725"/>
                <a:gd name="connsiteY714" fmla="*/ 481965 h 809625"/>
                <a:gd name="connsiteX715" fmla="*/ 26575 w 847725"/>
                <a:gd name="connsiteY715" fmla="*/ 483489 h 809625"/>
                <a:gd name="connsiteX716" fmla="*/ 26480 w 847725"/>
                <a:gd name="connsiteY716" fmla="*/ 484632 h 809625"/>
                <a:gd name="connsiteX717" fmla="*/ 25813 w 847725"/>
                <a:gd name="connsiteY717" fmla="*/ 486728 h 809625"/>
                <a:gd name="connsiteX718" fmla="*/ 25813 w 847725"/>
                <a:gd name="connsiteY718" fmla="*/ 487871 h 809625"/>
                <a:gd name="connsiteX719" fmla="*/ 26289 w 847725"/>
                <a:gd name="connsiteY719" fmla="*/ 489109 h 809625"/>
                <a:gd name="connsiteX720" fmla="*/ 28004 w 847725"/>
                <a:gd name="connsiteY720" fmla="*/ 490918 h 809625"/>
                <a:gd name="connsiteX721" fmla="*/ 28670 w 847725"/>
                <a:gd name="connsiteY721" fmla="*/ 491966 h 809625"/>
                <a:gd name="connsiteX722" fmla="*/ 28861 w 847725"/>
                <a:gd name="connsiteY722" fmla="*/ 492633 h 809625"/>
                <a:gd name="connsiteX723" fmla="*/ 29051 w 847725"/>
                <a:gd name="connsiteY723" fmla="*/ 494157 h 809625"/>
                <a:gd name="connsiteX724" fmla="*/ 29337 w 847725"/>
                <a:gd name="connsiteY724" fmla="*/ 494824 h 809625"/>
                <a:gd name="connsiteX725" fmla="*/ 29909 w 847725"/>
                <a:gd name="connsiteY725" fmla="*/ 495491 h 809625"/>
                <a:gd name="connsiteX726" fmla="*/ 30385 w 847725"/>
                <a:gd name="connsiteY726" fmla="*/ 495681 h 809625"/>
                <a:gd name="connsiteX727" fmla="*/ 30861 w 847725"/>
                <a:gd name="connsiteY727" fmla="*/ 495776 h 809625"/>
                <a:gd name="connsiteX728" fmla="*/ 31433 w 847725"/>
                <a:gd name="connsiteY728" fmla="*/ 496062 h 809625"/>
                <a:gd name="connsiteX729" fmla="*/ 32004 w 847725"/>
                <a:gd name="connsiteY729" fmla="*/ 496919 h 809625"/>
                <a:gd name="connsiteX730" fmla="*/ 32290 w 847725"/>
                <a:gd name="connsiteY730" fmla="*/ 497967 h 809625"/>
                <a:gd name="connsiteX731" fmla="*/ 32480 w 847725"/>
                <a:gd name="connsiteY731" fmla="*/ 498920 h 809625"/>
                <a:gd name="connsiteX732" fmla="*/ 33338 w 847725"/>
                <a:gd name="connsiteY732" fmla="*/ 499300 h 809625"/>
                <a:gd name="connsiteX733" fmla="*/ 33814 w 847725"/>
                <a:gd name="connsiteY733" fmla="*/ 499681 h 809625"/>
                <a:gd name="connsiteX734" fmla="*/ 34004 w 847725"/>
                <a:gd name="connsiteY734" fmla="*/ 500158 h 809625"/>
                <a:gd name="connsiteX735" fmla="*/ 33814 w 847725"/>
                <a:gd name="connsiteY735" fmla="*/ 500729 h 809625"/>
                <a:gd name="connsiteX736" fmla="*/ 33338 w 847725"/>
                <a:gd name="connsiteY736" fmla="*/ 501205 h 809625"/>
                <a:gd name="connsiteX737" fmla="*/ 32957 w 847725"/>
                <a:gd name="connsiteY737" fmla="*/ 501587 h 809625"/>
                <a:gd name="connsiteX738" fmla="*/ 32766 w 847725"/>
                <a:gd name="connsiteY738" fmla="*/ 501967 h 809625"/>
                <a:gd name="connsiteX739" fmla="*/ 32861 w 847725"/>
                <a:gd name="connsiteY739" fmla="*/ 502349 h 809625"/>
                <a:gd name="connsiteX740" fmla="*/ 33242 w 847725"/>
                <a:gd name="connsiteY740" fmla="*/ 502634 h 809625"/>
                <a:gd name="connsiteX741" fmla="*/ 33909 w 847725"/>
                <a:gd name="connsiteY741" fmla="*/ 502920 h 809625"/>
                <a:gd name="connsiteX742" fmla="*/ 34481 w 847725"/>
                <a:gd name="connsiteY742" fmla="*/ 503396 h 809625"/>
                <a:gd name="connsiteX743" fmla="*/ 34957 w 847725"/>
                <a:gd name="connsiteY743" fmla="*/ 503968 h 809625"/>
                <a:gd name="connsiteX744" fmla="*/ 37148 w 847725"/>
                <a:gd name="connsiteY744" fmla="*/ 509111 h 809625"/>
                <a:gd name="connsiteX745" fmla="*/ 37433 w 847725"/>
                <a:gd name="connsiteY745" fmla="*/ 510254 h 809625"/>
                <a:gd name="connsiteX746" fmla="*/ 37529 w 847725"/>
                <a:gd name="connsiteY746" fmla="*/ 511302 h 809625"/>
                <a:gd name="connsiteX747" fmla="*/ 37814 w 847725"/>
                <a:gd name="connsiteY747" fmla="*/ 512159 h 809625"/>
                <a:gd name="connsiteX748" fmla="*/ 39338 w 847725"/>
                <a:gd name="connsiteY748" fmla="*/ 513874 h 809625"/>
                <a:gd name="connsiteX749" fmla="*/ 40862 w 847725"/>
                <a:gd name="connsiteY749" fmla="*/ 517208 h 809625"/>
                <a:gd name="connsiteX750" fmla="*/ 42386 w 847725"/>
                <a:gd name="connsiteY750" fmla="*/ 519113 h 809625"/>
                <a:gd name="connsiteX751" fmla="*/ 47816 w 847725"/>
                <a:gd name="connsiteY751" fmla="*/ 524066 h 809625"/>
                <a:gd name="connsiteX752" fmla="*/ 50006 w 847725"/>
                <a:gd name="connsiteY752" fmla="*/ 526923 h 809625"/>
                <a:gd name="connsiteX753" fmla="*/ 53340 w 847725"/>
                <a:gd name="connsiteY753" fmla="*/ 529971 h 809625"/>
                <a:gd name="connsiteX754" fmla="*/ 54959 w 847725"/>
                <a:gd name="connsiteY754" fmla="*/ 531876 h 809625"/>
                <a:gd name="connsiteX755" fmla="*/ 55912 w 847725"/>
                <a:gd name="connsiteY755" fmla="*/ 532447 h 809625"/>
                <a:gd name="connsiteX756" fmla="*/ 59055 w 847725"/>
                <a:gd name="connsiteY756" fmla="*/ 533305 h 809625"/>
                <a:gd name="connsiteX757" fmla="*/ 61532 w 847725"/>
                <a:gd name="connsiteY757" fmla="*/ 534734 h 809625"/>
                <a:gd name="connsiteX758" fmla="*/ 63151 w 847725"/>
                <a:gd name="connsiteY758" fmla="*/ 535210 h 809625"/>
                <a:gd name="connsiteX759" fmla="*/ 66675 w 847725"/>
                <a:gd name="connsiteY759" fmla="*/ 535496 h 809625"/>
                <a:gd name="connsiteX760" fmla="*/ 68390 w 847725"/>
                <a:gd name="connsiteY760" fmla="*/ 535876 h 809625"/>
                <a:gd name="connsiteX761" fmla="*/ 72771 w 847725"/>
                <a:gd name="connsiteY761" fmla="*/ 537877 h 809625"/>
                <a:gd name="connsiteX762" fmla="*/ 79724 w 847725"/>
                <a:gd name="connsiteY762" fmla="*/ 539305 h 809625"/>
                <a:gd name="connsiteX763" fmla="*/ 81153 w 847725"/>
                <a:gd name="connsiteY763" fmla="*/ 540068 h 809625"/>
                <a:gd name="connsiteX764" fmla="*/ 81725 w 847725"/>
                <a:gd name="connsiteY764" fmla="*/ 540830 h 809625"/>
                <a:gd name="connsiteX765" fmla="*/ 82201 w 847725"/>
                <a:gd name="connsiteY765" fmla="*/ 541592 h 809625"/>
                <a:gd name="connsiteX766" fmla="*/ 82772 w 847725"/>
                <a:gd name="connsiteY766" fmla="*/ 542354 h 809625"/>
                <a:gd name="connsiteX767" fmla="*/ 83630 w 847725"/>
                <a:gd name="connsiteY767" fmla="*/ 542830 h 809625"/>
                <a:gd name="connsiteX768" fmla="*/ 84487 w 847725"/>
                <a:gd name="connsiteY768" fmla="*/ 543116 h 809625"/>
                <a:gd name="connsiteX769" fmla="*/ 85058 w 847725"/>
                <a:gd name="connsiteY769" fmla="*/ 543497 h 809625"/>
                <a:gd name="connsiteX770" fmla="*/ 85439 w 847725"/>
                <a:gd name="connsiteY770" fmla="*/ 544068 h 809625"/>
                <a:gd name="connsiteX771" fmla="*/ 85820 w 847725"/>
                <a:gd name="connsiteY771" fmla="*/ 545116 h 809625"/>
                <a:gd name="connsiteX772" fmla="*/ 86582 w 847725"/>
                <a:gd name="connsiteY772" fmla="*/ 546354 h 809625"/>
                <a:gd name="connsiteX773" fmla="*/ 89916 w 847725"/>
                <a:gd name="connsiteY773" fmla="*/ 549974 h 809625"/>
                <a:gd name="connsiteX774" fmla="*/ 90964 w 847725"/>
                <a:gd name="connsiteY774" fmla="*/ 550640 h 809625"/>
                <a:gd name="connsiteX775" fmla="*/ 99632 w 847725"/>
                <a:gd name="connsiteY775" fmla="*/ 548926 h 809625"/>
                <a:gd name="connsiteX776" fmla="*/ 100775 w 847725"/>
                <a:gd name="connsiteY776" fmla="*/ 549593 h 809625"/>
                <a:gd name="connsiteX777" fmla="*/ 101060 w 847725"/>
                <a:gd name="connsiteY777" fmla="*/ 551688 h 809625"/>
                <a:gd name="connsiteX778" fmla="*/ 100298 w 847725"/>
                <a:gd name="connsiteY778" fmla="*/ 557784 h 809625"/>
                <a:gd name="connsiteX779" fmla="*/ 99441 w 847725"/>
                <a:gd name="connsiteY779" fmla="*/ 564547 h 809625"/>
                <a:gd name="connsiteX780" fmla="*/ 100394 w 847725"/>
                <a:gd name="connsiteY780" fmla="*/ 568643 h 809625"/>
                <a:gd name="connsiteX781" fmla="*/ 101727 w 847725"/>
                <a:gd name="connsiteY781" fmla="*/ 574358 h 809625"/>
                <a:gd name="connsiteX782" fmla="*/ 102013 w 847725"/>
                <a:gd name="connsiteY782" fmla="*/ 577882 h 809625"/>
                <a:gd name="connsiteX783" fmla="*/ 102489 w 847725"/>
                <a:gd name="connsiteY783" fmla="*/ 582644 h 809625"/>
                <a:gd name="connsiteX784" fmla="*/ 102775 w 847725"/>
                <a:gd name="connsiteY784" fmla="*/ 585597 h 809625"/>
                <a:gd name="connsiteX785" fmla="*/ 103251 w 847725"/>
                <a:gd name="connsiteY785" fmla="*/ 591026 h 809625"/>
                <a:gd name="connsiteX786" fmla="*/ 103537 w 847725"/>
                <a:gd name="connsiteY786" fmla="*/ 594074 h 809625"/>
                <a:gd name="connsiteX787" fmla="*/ 103251 w 847725"/>
                <a:gd name="connsiteY787" fmla="*/ 596551 h 809625"/>
                <a:gd name="connsiteX788" fmla="*/ 100679 w 847725"/>
                <a:gd name="connsiteY788" fmla="*/ 602742 h 809625"/>
                <a:gd name="connsiteX789" fmla="*/ 101727 w 847725"/>
                <a:gd name="connsiteY789" fmla="*/ 603980 h 809625"/>
                <a:gd name="connsiteX790" fmla="*/ 102013 w 847725"/>
                <a:gd name="connsiteY790" fmla="*/ 604647 h 809625"/>
                <a:gd name="connsiteX791" fmla="*/ 101918 w 847725"/>
                <a:gd name="connsiteY791" fmla="*/ 605600 h 809625"/>
                <a:gd name="connsiteX792" fmla="*/ 101632 w 847725"/>
                <a:gd name="connsiteY792" fmla="*/ 606457 h 809625"/>
                <a:gd name="connsiteX793" fmla="*/ 101346 w 847725"/>
                <a:gd name="connsiteY793" fmla="*/ 607124 h 809625"/>
                <a:gd name="connsiteX794" fmla="*/ 100870 w 847725"/>
                <a:gd name="connsiteY794" fmla="*/ 607505 h 809625"/>
                <a:gd name="connsiteX795" fmla="*/ 100013 w 847725"/>
                <a:gd name="connsiteY795" fmla="*/ 607600 h 809625"/>
                <a:gd name="connsiteX796" fmla="*/ 102299 w 847725"/>
                <a:gd name="connsiteY796" fmla="*/ 609600 h 809625"/>
                <a:gd name="connsiteX797" fmla="*/ 103061 w 847725"/>
                <a:gd name="connsiteY797" fmla="*/ 610076 h 809625"/>
                <a:gd name="connsiteX798" fmla="*/ 103442 w 847725"/>
                <a:gd name="connsiteY798" fmla="*/ 610076 h 809625"/>
                <a:gd name="connsiteX799" fmla="*/ 104204 w 847725"/>
                <a:gd name="connsiteY799" fmla="*/ 609695 h 809625"/>
                <a:gd name="connsiteX800" fmla="*/ 104585 w 847725"/>
                <a:gd name="connsiteY800" fmla="*/ 609600 h 809625"/>
                <a:gd name="connsiteX801" fmla="*/ 104966 w 847725"/>
                <a:gd name="connsiteY801" fmla="*/ 609695 h 809625"/>
                <a:gd name="connsiteX802" fmla="*/ 106204 w 847725"/>
                <a:gd name="connsiteY802" fmla="*/ 610362 h 809625"/>
                <a:gd name="connsiteX803" fmla="*/ 107823 w 847725"/>
                <a:gd name="connsiteY803" fmla="*/ 610743 h 809625"/>
                <a:gd name="connsiteX804" fmla="*/ 109252 w 847725"/>
                <a:gd name="connsiteY804" fmla="*/ 610648 h 809625"/>
                <a:gd name="connsiteX805" fmla="*/ 112300 w 847725"/>
                <a:gd name="connsiteY805" fmla="*/ 610076 h 809625"/>
                <a:gd name="connsiteX806" fmla="*/ 113633 w 847725"/>
                <a:gd name="connsiteY806" fmla="*/ 609886 h 809625"/>
                <a:gd name="connsiteX807" fmla="*/ 116396 w 847725"/>
                <a:gd name="connsiteY807" fmla="*/ 609029 h 809625"/>
                <a:gd name="connsiteX808" fmla="*/ 117824 w 847725"/>
                <a:gd name="connsiteY808" fmla="*/ 608933 h 809625"/>
                <a:gd name="connsiteX809" fmla="*/ 118682 w 847725"/>
                <a:gd name="connsiteY809" fmla="*/ 609029 h 809625"/>
                <a:gd name="connsiteX810" fmla="*/ 119348 w 847725"/>
                <a:gd name="connsiteY810" fmla="*/ 609029 h 809625"/>
                <a:gd name="connsiteX811" fmla="*/ 122206 w 847725"/>
                <a:gd name="connsiteY811" fmla="*/ 608076 h 809625"/>
                <a:gd name="connsiteX812" fmla="*/ 122777 w 847725"/>
                <a:gd name="connsiteY812" fmla="*/ 608076 h 809625"/>
                <a:gd name="connsiteX813" fmla="*/ 123444 w 847725"/>
                <a:gd name="connsiteY813" fmla="*/ 608267 h 809625"/>
                <a:gd name="connsiteX814" fmla="*/ 124778 w 847725"/>
                <a:gd name="connsiteY814" fmla="*/ 609505 h 809625"/>
                <a:gd name="connsiteX815" fmla="*/ 125349 w 847725"/>
                <a:gd name="connsiteY815" fmla="*/ 609886 h 809625"/>
                <a:gd name="connsiteX816" fmla="*/ 126683 w 847725"/>
                <a:gd name="connsiteY816" fmla="*/ 610362 h 809625"/>
                <a:gd name="connsiteX817" fmla="*/ 127159 w 847725"/>
                <a:gd name="connsiteY817" fmla="*/ 610648 h 809625"/>
                <a:gd name="connsiteX818" fmla="*/ 127730 w 847725"/>
                <a:gd name="connsiteY818" fmla="*/ 611219 h 809625"/>
                <a:gd name="connsiteX819" fmla="*/ 128492 w 847725"/>
                <a:gd name="connsiteY819" fmla="*/ 612362 h 809625"/>
                <a:gd name="connsiteX820" fmla="*/ 130302 w 847725"/>
                <a:gd name="connsiteY820" fmla="*/ 616363 h 809625"/>
                <a:gd name="connsiteX821" fmla="*/ 129350 w 847725"/>
                <a:gd name="connsiteY821" fmla="*/ 615982 h 809625"/>
                <a:gd name="connsiteX822" fmla="*/ 128207 w 847725"/>
                <a:gd name="connsiteY822" fmla="*/ 615982 h 809625"/>
                <a:gd name="connsiteX823" fmla="*/ 127159 w 847725"/>
                <a:gd name="connsiteY823" fmla="*/ 616458 h 809625"/>
                <a:gd name="connsiteX824" fmla="*/ 126587 w 847725"/>
                <a:gd name="connsiteY824" fmla="*/ 617410 h 809625"/>
                <a:gd name="connsiteX825" fmla="*/ 126397 w 847725"/>
                <a:gd name="connsiteY825" fmla="*/ 617982 h 809625"/>
                <a:gd name="connsiteX826" fmla="*/ 125825 w 847725"/>
                <a:gd name="connsiteY826" fmla="*/ 618744 h 809625"/>
                <a:gd name="connsiteX827" fmla="*/ 125635 w 847725"/>
                <a:gd name="connsiteY827" fmla="*/ 619316 h 809625"/>
                <a:gd name="connsiteX828" fmla="*/ 125540 w 847725"/>
                <a:gd name="connsiteY828" fmla="*/ 619982 h 809625"/>
                <a:gd name="connsiteX829" fmla="*/ 125825 w 847725"/>
                <a:gd name="connsiteY829" fmla="*/ 626650 h 809625"/>
                <a:gd name="connsiteX830" fmla="*/ 126302 w 847725"/>
                <a:gd name="connsiteY830" fmla="*/ 627793 h 809625"/>
                <a:gd name="connsiteX831" fmla="*/ 126968 w 847725"/>
                <a:gd name="connsiteY831" fmla="*/ 628745 h 809625"/>
                <a:gd name="connsiteX832" fmla="*/ 127445 w 847725"/>
                <a:gd name="connsiteY832" fmla="*/ 629698 h 809625"/>
                <a:gd name="connsiteX833" fmla="*/ 127254 w 847725"/>
                <a:gd name="connsiteY833" fmla="*/ 630746 h 809625"/>
                <a:gd name="connsiteX834" fmla="*/ 126492 w 847725"/>
                <a:gd name="connsiteY834" fmla="*/ 631508 h 809625"/>
                <a:gd name="connsiteX835" fmla="*/ 124397 w 847725"/>
                <a:gd name="connsiteY835" fmla="*/ 631888 h 809625"/>
                <a:gd name="connsiteX836" fmla="*/ 123539 w 847725"/>
                <a:gd name="connsiteY836" fmla="*/ 632365 h 809625"/>
                <a:gd name="connsiteX837" fmla="*/ 123158 w 847725"/>
                <a:gd name="connsiteY837" fmla="*/ 633317 h 809625"/>
                <a:gd name="connsiteX838" fmla="*/ 122777 w 847725"/>
                <a:gd name="connsiteY838" fmla="*/ 641795 h 809625"/>
                <a:gd name="connsiteX839" fmla="*/ 122206 w 847725"/>
                <a:gd name="connsiteY839" fmla="*/ 644176 h 809625"/>
                <a:gd name="connsiteX840" fmla="*/ 121063 w 847725"/>
                <a:gd name="connsiteY840" fmla="*/ 645319 h 809625"/>
                <a:gd name="connsiteX841" fmla="*/ 120491 w 847725"/>
                <a:gd name="connsiteY841" fmla="*/ 645319 h 809625"/>
                <a:gd name="connsiteX842" fmla="*/ 120110 w 847725"/>
                <a:gd name="connsiteY842" fmla="*/ 645128 h 809625"/>
                <a:gd name="connsiteX843" fmla="*/ 119729 w 847725"/>
                <a:gd name="connsiteY843" fmla="*/ 644843 h 809625"/>
                <a:gd name="connsiteX844" fmla="*/ 119253 w 847725"/>
                <a:gd name="connsiteY844" fmla="*/ 644652 h 809625"/>
                <a:gd name="connsiteX845" fmla="*/ 118777 w 847725"/>
                <a:gd name="connsiteY845" fmla="*/ 644652 h 809625"/>
                <a:gd name="connsiteX846" fmla="*/ 117253 w 847725"/>
                <a:gd name="connsiteY846" fmla="*/ 645033 h 809625"/>
                <a:gd name="connsiteX847" fmla="*/ 115157 w 847725"/>
                <a:gd name="connsiteY847" fmla="*/ 644938 h 809625"/>
                <a:gd name="connsiteX848" fmla="*/ 113062 w 847725"/>
                <a:gd name="connsiteY848" fmla="*/ 644652 h 809625"/>
                <a:gd name="connsiteX849" fmla="*/ 108299 w 847725"/>
                <a:gd name="connsiteY849" fmla="*/ 644557 h 809625"/>
                <a:gd name="connsiteX850" fmla="*/ 104204 w 847725"/>
                <a:gd name="connsiteY850" fmla="*/ 644462 h 809625"/>
                <a:gd name="connsiteX851" fmla="*/ 100584 w 847725"/>
                <a:gd name="connsiteY851" fmla="*/ 644366 h 809625"/>
                <a:gd name="connsiteX852" fmla="*/ 100013 w 847725"/>
                <a:gd name="connsiteY852" fmla="*/ 644557 h 809625"/>
                <a:gd name="connsiteX853" fmla="*/ 99632 w 847725"/>
                <a:gd name="connsiteY853" fmla="*/ 645128 h 809625"/>
                <a:gd name="connsiteX854" fmla="*/ 99060 w 847725"/>
                <a:gd name="connsiteY854" fmla="*/ 646176 h 809625"/>
                <a:gd name="connsiteX855" fmla="*/ 98679 w 847725"/>
                <a:gd name="connsiteY855" fmla="*/ 646462 h 809625"/>
                <a:gd name="connsiteX856" fmla="*/ 98298 w 847725"/>
                <a:gd name="connsiteY856" fmla="*/ 646652 h 809625"/>
                <a:gd name="connsiteX857" fmla="*/ 97822 w 847725"/>
                <a:gd name="connsiteY857" fmla="*/ 646843 h 809625"/>
                <a:gd name="connsiteX858" fmla="*/ 96203 w 847725"/>
                <a:gd name="connsiteY858" fmla="*/ 647224 h 809625"/>
                <a:gd name="connsiteX859" fmla="*/ 95726 w 847725"/>
                <a:gd name="connsiteY859" fmla="*/ 647224 h 809625"/>
                <a:gd name="connsiteX860" fmla="*/ 95155 w 847725"/>
                <a:gd name="connsiteY860" fmla="*/ 646938 h 809625"/>
                <a:gd name="connsiteX861" fmla="*/ 94583 w 847725"/>
                <a:gd name="connsiteY861" fmla="*/ 646843 h 809625"/>
                <a:gd name="connsiteX862" fmla="*/ 94107 w 847725"/>
                <a:gd name="connsiteY862" fmla="*/ 647129 h 809625"/>
                <a:gd name="connsiteX863" fmla="*/ 93726 w 847725"/>
                <a:gd name="connsiteY863" fmla="*/ 647605 h 809625"/>
                <a:gd name="connsiteX864" fmla="*/ 93250 w 847725"/>
                <a:gd name="connsiteY864" fmla="*/ 647986 h 809625"/>
                <a:gd name="connsiteX865" fmla="*/ 92202 w 847725"/>
                <a:gd name="connsiteY865" fmla="*/ 648367 h 809625"/>
                <a:gd name="connsiteX866" fmla="*/ 83344 w 847725"/>
                <a:gd name="connsiteY866" fmla="*/ 649319 h 809625"/>
                <a:gd name="connsiteX867" fmla="*/ 82868 w 847725"/>
                <a:gd name="connsiteY867" fmla="*/ 649510 h 809625"/>
                <a:gd name="connsiteX868" fmla="*/ 82487 w 847725"/>
                <a:gd name="connsiteY868" fmla="*/ 649796 h 809625"/>
                <a:gd name="connsiteX869" fmla="*/ 82010 w 847725"/>
                <a:gd name="connsiteY869" fmla="*/ 650558 h 809625"/>
                <a:gd name="connsiteX870" fmla="*/ 81725 w 847725"/>
                <a:gd name="connsiteY870" fmla="*/ 650843 h 809625"/>
                <a:gd name="connsiteX871" fmla="*/ 81153 w 847725"/>
                <a:gd name="connsiteY871" fmla="*/ 651034 h 809625"/>
                <a:gd name="connsiteX872" fmla="*/ 80105 w 847725"/>
                <a:gd name="connsiteY872" fmla="*/ 650367 h 809625"/>
                <a:gd name="connsiteX873" fmla="*/ 79629 w 847725"/>
                <a:gd name="connsiteY873" fmla="*/ 650462 h 809625"/>
                <a:gd name="connsiteX874" fmla="*/ 79153 w 847725"/>
                <a:gd name="connsiteY874" fmla="*/ 650653 h 809625"/>
                <a:gd name="connsiteX875" fmla="*/ 78486 w 847725"/>
                <a:gd name="connsiteY875" fmla="*/ 651129 h 809625"/>
                <a:gd name="connsiteX876" fmla="*/ 78010 w 847725"/>
                <a:gd name="connsiteY876" fmla="*/ 651415 h 809625"/>
                <a:gd name="connsiteX877" fmla="*/ 76962 w 847725"/>
                <a:gd name="connsiteY877" fmla="*/ 651796 h 809625"/>
                <a:gd name="connsiteX878" fmla="*/ 76486 w 847725"/>
                <a:gd name="connsiteY878" fmla="*/ 652081 h 809625"/>
                <a:gd name="connsiteX879" fmla="*/ 76200 w 847725"/>
                <a:gd name="connsiteY879" fmla="*/ 652558 h 809625"/>
                <a:gd name="connsiteX880" fmla="*/ 76105 w 847725"/>
                <a:gd name="connsiteY880" fmla="*/ 653034 h 809625"/>
                <a:gd name="connsiteX881" fmla="*/ 76295 w 847725"/>
                <a:gd name="connsiteY881" fmla="*/ 653415 h 809625"/>
                <a:gd name="connsiteX882" fmla="*/ 76486 w 847725"/>
                <a:gd name="connsiteY882" fmla="*/ 653796 h 809625"/>
                <a:gd name="connsiteX883" fmla="*/ 76581 w 847725"/>
                <a:gd name="connsiteY883" fmla="*/ 654177 h 809625"/>
                <a:gd name="connsiteX884" fmla="*/ 76010 w 847725"/>
                <a:gd name="connsiteY884" fmla="*/ 655225 h 809625"/>
                <a:gd name="connsiteX885" fmla="*/ 74390 w 847725"/>
                <a:gd name="connsiteY885" fmla="*/ 656844 h 809625"/>
                <a:gd name="connsiteX886" fmla="*/ 74009 w 847725"/>
                <a:gd name="connsiteY886" fmla="*/ 657606 h 809625"/>
                <a:gd name="connsiteX887" fmla="*/ 74295 w 847725"/>
                <a:gd name="connsiteY887" fmla="*/ 658939 h 809625"/>
                <a:gd name="connsiteX888" fmla="*/ 74771 w 847725"/>
                <a:gd name="connsiteY888" fmla="*/ 659987 h 809625"/>
                <a:gd name="connsiteX889" fmla="*/ 74771 w 847725"/>
                <a:gd name="connsiteY889" fmla="*/ 660845 h 809625"/>
                <a:gd name="connsiteX890" fmla="*/ 73628 w 847725"/>
                <a:gd name="connsiteY890" fmla="*/ 661416 h 809625"/>
                <a:gd name="connsiteX891" fmla="*/ 71628 w 847725"/>
                <a:gd name="connsiteY891" fmla="*/ 661130 h 809625"/>
                <a:gd name="connsiteX892" fmla="*/ 69247 w 847725"/>
                <a:gd name="connsiteY892" fmla="*/ 660273 h 809625"/>
                <a:gd name="connsiteX893" fmla="*/ 67247 w 847725"/>
                <a:gd name="connsiteY893" fmla="*/ 659987 h 809625"/>
                <a:gd name="connsiteX894" fmla="*/ 66389 w 847725"/>
                <a:gd name="connsiteY894" fmla="*/ 661416 h 809625"/>
                <a:gd name="connsiteX895" fmla="*/ 66199 w 847725"/>
                <a:gd name="connsiteY895" fmla="*/ 662845 h 809625"/>
                <a:gd name="connsiteX896" fmla="*/ 65723 w 847725"/>
                <a:gd name="connsiteY896" fmla="*/ 663416 h 809625"/>
                <a:gd name="connsiteX897" fmla="*/ 63532 w 847725"/>
                <a:gd name="connsiteY897" fmla="*/ 663797 h 809625"/>
                <a:gd name="connsiteX898" fmla="*/ 62484 w 847725"/>
                <a:gd name="connsiteY898" fmla="*/ 664178 h 809625"/>
                <a:gd name="connsiteX899" fmla="*/ 61532 w 847725"/>
                <a:gd name="connsiteY899" fmla="*/ 664655 h 809625"/>
                <a:gd name="connsiteX900" fmla="*/ 59627 w 847725"/>
                <a:gd name="connsiteY900" fmla="*/ 665893 h 809625"/>
                <a:gd name="connsiteX901" fmla="*/ 53245 w 847725"/>
                <a:gd name="connsiteY901" fmla="*/ 667703 h 809625"/>
                <a:gd name="connsiteX902" fmla="*/ 52007 w 847725"/>
                <a:gd name="connsiteY902" fmla="*/ 668655 h 809625"/>
                <a:gd name="connsiteX903" fmla="*/ 51245 w 847725"/>
                <a:gd name="connsiteY903" fmla="*/ 670179 h 809625"/>
                <a:gd name="connsiteX904" fmla="*/ 50768 w 847725"/>
                <a:gd name="connsiteY904" fmla="*/ 671989 h 809625"/>
                <a:gd name="connsiteX905" fmla="*/ 50292 w 847725"/>
                <a:gd name="connsiteY905" fmla="*/ 675513 h 809625"/>
                <a:gd name="connsiteX906" fmla="*/ 49911 w 847725"/>
                <a:gd name="connsiteY906" fmla="*/ 678656 h 809625"/>
                <a:gd name="connsiteX907" fmla="*/ 49435 w 847725"/>
                <a:gd name="connsiteY907" fmla="*/ 682276 h 809625"/>
                <a:gd name="connsiteX908" fmla="*/ 48768 w 847725"/>
                <a:gd name="connsiteY908" fmla="*/ 687134 h 809625"/>
                <a:gd name="connsiteX909" fmla="*/ 48197 w 847725"/>
                <a:gd name="connsiteY909" fmla="*/ 691229 h 809625"/>
                <a:gd name="connsiteX910" fmla="*/ 47911 w 847725"/>
                <a:gd name="connsiteY910" fmla="*/ 692277 h 809625"/>
                <a:gd name="connsiteX911" fmla="*/ 47149 w 847725"/>
                <a:gd name="connsiteY911" fmla="*/ 693230 h 809625"/>
                <a:gd name="connsiteX912" fmla="*/ 46196 w 847725"/>
                <a:gd name="connsiteY912" fmla="*/ 693420 h 809625"/>
                <a:gd name="connsiteX913" fmla="*/ 45149 w 847725"/>
                <a:gd name="connsiteY913" fmla="*/ 693420 h 809625"/>
                <a:gd name="connsiteX914" fmla="*/ 44006 w 847725"/>
                <a:gd name="connsiteY914" fmla="*/ 693706 h 809625"/>
                <a:gd name="connsiteX915" fmla="*/ 42863 w 847725"/>
                <a:gd name="connsiteY915" fmla="*/ 695230 h 809625"/>
                <a:gd name="connsiteX916" fmla="*/ 43148 w 847725"/>
                <a:gd name="connsiteY916" fmla="*/ 697325 h 809625"/>
                <a:gd name="connsiteX917" fmla="*/ 43720 w 847725"/>
                <a:gd name="connsiteY917" fmla="*/ 699611 h 809625"/>
                <a:gd name="connsiteX918" fmla="*/ 43529 w 847725"/>
                <a:gd name="connsiteY918" fmla="*/ 701612 h 809625"/>
                <a:gd name="connsiteX919" fmla="*/ 43244 w 847725"/>
                <a:gd name="connsiteY919" fmla="*/ 702088 h 809625"/>
                <a:gd name="connsiteX920" fmla="*/ 42482 w 847725"/>
                <a:gd name="connsiteY920" fmla="*/ 702850 h 809625"/>
                <a:gd name="connsiteX921" fmla="*/ 42196 w 847725"/>
                <a:gd name="connsiteY921" fmla="*/ 703421 h 809625"/>
                <a:gd name="connsiteX922" fmla="*/ 42005 w 847725"/>
                <a:gd name="connsiteY922" fmla="*/ 704279 h 809625"/>
                <a:gd name="connsiteX923" fmla="*/ 41815 w 847725"/>
                <a:gd name="connsiteY923" fmla="*/ 707708 h 809625"/>
                <a:gd name="connsiteX924" fmla="*/ 41529 w 847725"/>
                <a:gd name="connsiteY924" fmla="*/ 712660 h 809625"/>
                <a:gd name="connsiteX925" fmla="*/ 41148 w 847725"/>
                <a:gd name="connsiteY925" fmla="*/ 718471 h 809625"/>
                <a:gd name="connsiteX926" fmla="*/ 40862 w 847725"/>
                <a:gd name="connsiteY926" fmla="*/ 723329 h 809625"/>
                <a:gd name="connsiteX927" fmla="*/ 39148 w 847725"/>
                <a:gd name="connsiteY927" fmla="*/ 728186 h 809625"/>
                <a:gd name="connsiteX928" fmla="*/ 40386 w 847725"/>
                <a:gd name="connsiteY928" fmla="*/ 728281 h 809625"/>
                <a:gd name="connsiteX929" fmla="*/ 41053 w 847725"/>
                <a:gd name="connsiteY929" fmla="*/ 728091 h 809625"/>
                <a:gd name="connsiteX930" fmla="*/ 41624 w 847725"/>
                <a:gd name="connsiteY930" fmla="*/ 728091 h 809625"/>
                <a:gd name="connsiteX931" fmla="*/ 42482 w 847725"/>
                <a:gd name="connsiteY931" fmla="*/ 728281 h 809625"/>
                <a:gd name="connsiteX932" fmla="*/ 44196 w 847725"/>
                <a:gd name="connsiteY932" fmla="*/ 728186 h 809625"/>
                <a:gd name="connsiteX933" fmla="*/ 44768 w 847725"/>
                <a:gd name="connsiteY933" fmla="*/ 728281 h 809625"/>
                <a:gd name="connsiteX934" fmla="*/ 45244 w 847725"/>
                <a:gd name="connsiteY934" fmla="*/ 728472 h 809625"/>
                <a:gd name="connsiteX935" fmla="*/ 45530 w 847725"/>
                <a:gd name="connsiteY935" fmla="*/ 728758 h 809625"/>
                <a:gd name="connsiteX936" fmla="*/ 45815 w 847725"/>
                <a:gd name="connsiteY936" fmla="*/ 728948 h 809625"/>
                <a:gd name="connsiteX937" fmla="*/ 46482 w 847725"/>
                <a:gd name="connsiteY937" fmla="*/ 729043 h 809625"/>
                <a:gd name="connsiteX938" fmla="*/ 46768 w 847725"/>
                <a:gd name="connsiteY938" fmla="*/ 729139 h 809625"/>
                <a:gd name="connsiteX939" fmla="*/ 47435 w 847725"/>
                <a:gd name="connsiteY939" fmla="*/ 729710 h 809625"/>
                <a:gd name="connsiteX940" fmla="*/ 47720 w 847725"/>
                <a:gd name="connsiteY940" fmla="*/ 729805 h 809625"/>
                <a:gd name="connsiteX941" fmla="*/ 48006 w 847725"/>
                <a:gd name="connsiteY941" fmla="*/ 729710 h 809625"/>
                <a:gd name="connsiteX942" fmla="*/ 48482 w 847725"/>
                <a:gd name="connsiteY942" fmla="*/ 729234 h 809625"/>
                <a:gd name="connsiteX943" fmla="*/ 48673 w 847725"/>
                <a:gd name="connsiteY943" fmla="*/ 729139 h 809625"/>
                <a:gd name="connsiteX944" fmla="*/ 49054 w 847725"/>
                <a:gd name="connsiteY944" fmla="*/ 729043 h 809625"/>
                <a:gd name="connsiteX945" fmla="*/ 49340 w 847725"/>
                <a:gd name="connsiteY945" fmla="*/ 728853 h 809625"/>
                <a:gd name="connsiteX946" fmla="*/ 49530 w 847725"/>
                <a:gd name="connsiteY946" fmla="*/ 729043 h 809625"/>
                <a:gd name="connsiteX947" fmla="*/ 49530 w 847725"/>
                <a:gd name="connsiteY947" fmla="*/ 729901 h 809625"/>
                <a:gd name="connsiteX948" fmla="*/ 49340 w 847725"/>
                <a:gd name="connsiteY948" fmla="*/ 730472 h 809625"/>
                <a:gd name="connsiteX949" fmla="*/ 48673 w 847725"/>
                <a:gd name="connsiteY949" fmla="*/ 731425 h 809625"/>
                <a:gd name="connsiteX950" fmla="*/ 48482 w 847725"/>
                <a:gd name="connsiteY950" fmla="*/ 732092 h 809625"/>
                <a:gd name="connsiteX951" fmla="*/ 48387 w 847725"/>
                <a:gd name="connsiteY951" fmla="*/ 732854 h 809625"/>
                <a:gd name="connsiteX952" fmla="*/ 48292 w 847725"/>
                <a:gd name="connsiteY952" fmla="*/ 733234 h 809625"/>
                <a:gd name="connsiteX953" fmla="*/ 47720 w 847725"/>
                <a:gd name="connsiteY953" fmla="*/ 733901 h 809625"/>
                <a:gd name="connsiteX954" fmla="*/ 46863 w 847725"/>
                <a:gd name="connsiteY954" fmla="*/ 734663 h 809625"/>
                <a:gd name="connsiteX955" fmla="*/ 46673 w 847725"/>
                <a:gd name="connsiteY955" fmla="*/ 735139 h 809625"/>
                <a:gd name="connsiteX956" fmla="*/ 47054 w 847725"/>
                <a:gd name="connsiteY956" fmla="*/ 735901 h 809625"/>
                <a:gd name="connsiteX957" fmla="*/ 46482 w 847725"/>
                <a:gd name="connsiteY957" fmla="*/ 736473 h 809625"/>
                <a:gd name="connsiteX958" fmla="*/ 46196 w 847725"/>
                <a:gd name="connsiteY958" fmla="*/ 737711 h 809625"/>
                <a:gd name="connsiteX959" fmla="*/ 46673 w 847725"/>
                <a:gd name="connsiteY959" fmla="*/ 738664 h 809625"/>
                <a:gd name="connsiteX960" fmla="*/ 48006 w 847725"/>
                <a:gd name="connsiteY960" fmla="*/ 739140 h 809625"/>
                <a:gd name="connsiteX961" fmla="*/ 49911 w 847725"/>
                <a:gd name="connsiteY961" fmla="*/ 738854 h 809625"/>
                <a:gd name="connsiteX962" fmla="*/ 51149 w 847725"/>
                <a:gd name="connsiteY962" fmla="*/ 738378 h 809625"/>
                <a:gd name="connsiteX963" fmla="*/ 52197 w 847725"/>
                <a:gd name="connsiteY963" fmla="*/ 737711 h 809625"/>
                <a:gd name="connsiteX964" fmla="*/ 52864 w 847725"/>
                <a:gd name="connsiteY964" fmla="*/ 737711 h 809625"/>
                <a:gd name="connsiteX965" fmla="*/ 53435 w 847725"/>
                <a:gd name="connsiteY965" fmla="*/ 736092 h 809625"/>
                <a:gd name="connsiteX966" fmla="*/ 53912 w 847725"/>
                <a:gd name="connsiteY966" fmla="*/ 735616 h 809625"/>
                <a:gd name="connsiteX967" fmla="*/ 54102 w 847725"/>
                <a:gd name="connsiteY967" fmla="*/ 735139 h 809625"/>
                <a:gd name="connsiteX968" fmla="*/ 54674 w 847725"/>
                <a:gd name="connsiteY968" fmla="*/ 733997 h 809625"/>
                <a:gd name="connsiteX969" fmla="*/ 57245 w 847725"/>
                <a:gd name="connsiteY969" fmla="*/ 733616 h 809625"/>
                <a:gd name="connsiteX970" fmla="*/ 60389 w 847725"/>
                <a:gd name="connsiteY970" fmla="*/ 733711 h 809625"/>
                <a:gd name="connsiteX971" fmla="*/ 62865 w 847725"/>
                <a:gd name="connsiteY971" fmla="*/ 733997 h 809625"/>
                <a:gd name="connsiteX972" fmla="*/ 64961 w 847725"/>
                <a:gd name="connsiteY972" fmla="*/ 734092 h 809625"/>
                <a:gd name="connsiteX973" fmla="*/ 66104 w 847725"/>
                <a:gd name="connsiteY973" fmla="*/ 733711 h 809625"/>
                <a:gd name="connsiteX974" fmla="*/ 65627 w 847725"/>
                <a:gd name="connsiteY974" fmla="*/ 733044 h 809625"/>
                <a:gd name="connsiteX975" fmla="*/ 65056 w 847725"/>
                <a:gd name="connsiteY975" fmla="*/ 732472 h 809625"/>
                <a:gd name="connsiteX976" fmla="*/ 64770 w 847725"/>
                <a:gd name="connsiteY976" fmla="*/ 731139 h 809625"/>
                <a:gd name="connsiteX977" fmla="*/ 64008 w 847725"/>
                <a:gd name="connsiteY977" fmla="*/ 730472 h 809625"/>
                <a:gd name="connsiteX978" fmla="*/ 64484 w 847725"/>
                <a:gd name="connsiteY978" fmla="*/ 729520 h 809625"/>
                <a:gd name="connsiteX979" fmla="*/ 65151 w 847725"/>
                <a:gd name="connsiteY979" fmla="*/ 728377 h 809625"/>
                <a:gd name="connsiteX980" fmla="*/ 66389 w 847725"/>
                <a:gd name="connsiteY980" fmla="*/ 727901 h 809625"/>
                <a:gd name="connsiteX981" fmla="*/ 68580 w 847725"/>
                <a:gd name="connsiteY981" fmla="*/ 727138 h 809625"/>
                <a:gd name="connsiteX982" fmla="*/ 71057 w 847725"/>
                <a:gd name="connsiteY982" fmla="*/ 727043 h 809625"/>
                <a:gd name="connsiteX983" fmla="*/ 72866 w 847725"/>
                <a:gd name="connsiteY983" fmla="*/ 727424 h 809625"/>
                <a:gd name="connsiteX984" fmla="*/ 74390 w 847725"/>
                <a:gd name="connsiteY984" fmla="*/ 727520 h 809625"/>
                <a:gd name="connsiteX985" fmla="*/ 75533 w 847725"/>
                <a:gd name="connsiteY985" fmla="*/ 728186 h 809625"/>
                <a:gd name="connsiteX986" fmla="*/ 76676 w 847725"/>
                <a:gd name="connsiteY986" fmla="*/ 729043 h 809625"/>
                <a:gd name="connsiteX987" fmla="*/ 77057 w 847725"/>
                <a:gd name="connsiteY987" fmla="*/ 730091 h 809625"/>
                <a:gd name="connsiteX988" fmla="*/ 77819 w 847725"/>
                <a:gd name="connsiteY988" fmla="*/ 731520 h 809625"/>
                <a:gd name="connsiteX989" fmla="*/ 77629 w 847725"/>
                <a:gd name="connsiteY989" fmla="*/ 732187 h 809625"/>
                <a:gd name="connsiteX990" fmla="*/ 77248 w 847725"/>
                <a:gd name="connsiteY990" fmla="*/ 732282 h 809625"/>
                <a:gd name="connsiteX991" fmla="*/ 76772 w 847725"/>
                <a:gd name="connsiteY991" fmla="*/ 732282 h 809625"/>
                <a:gd name="connsiteX992" fmla="*/ 76295 w 847725"/>
                <a:gd name="connsiteY992" fmla="*/ 732472 h 809625"/>
                <a:gd name="connsiteX993" fmla="*/ 76105 w 847725"/>
                <a:gd name="connsiteY993" fmla="*/ 732663 h 809625"/>
                <a:gd name="connsiteX994" fmla="*/ 75914 w 847725"/>
                <a:gd name="connsiteY994" fmla="*/ 732758 h 809625"/>
                <a:gd name="connsiteX995" fmla="*/ 75724 w 847725"/>
                <a:gd name="connsiteY995" fmla="*/ 732949 h 809625"/>
                <a:gd name="connsiteX996" fmla="*/ 74486 w 847725"/>
                <a:gd name="connsiteY996" fmla="*/ 733997 h 809625"/>
                <a:gd name="connsiteX997" fmla="*/ 76295 w 847725"/>
                <a:gd name="connsiteY997" fmla="*/ 734473 h 809625"/>
                <a:gd name="connsiteX998" fmla="*/ 78867 w 847725"/>
                <a:gd name="connsiteY998" fmla="*/ 734663 h 809625"/>
                <a:gd name="connsiteX999" fmla="*/ 81058 w 847725"/>
                <a:gd name="connsiteY999" fmla="*/ 734663 h 809625"/>
                <a:gd name="connsiteX1000" fmla="*/ 81344 w 847725"/>
                <a:gd name="connsiteY1000" fmla="*/ 733806 h 809625"/>
                <a:gd name="connsiteX1001" fmla="*/ 80582 w 847725"/>
                <a:gd name="connsiteY1001" fmla="*/ 733425 h 809625"/>
                <a:gd name="connsiteX1002" fmla="*/ 79439 w 847725"/>
                <a:gd name="connsiteY1002" fmla="*/ 733139 h 809625"/>
                <a:gd name="connsiteX1003" fmla="*/ 78772 w 847725"/>
                <a:gd name="connsiteY1003" fmla="*/ 732472 h 809625"/>
                <a:gd name="connsiteX1004" fmla="*/ 78581 w 847725"/>
                <a:gd name="connsiteY1004" fmla="*/ 731615 h 809625"/>
                <a:gd name="connsiteX1005" fmla="*/ 78962 w 847725"/>
                <a:gd name="connsiteY1005" fmla="*/ 730758 h 809625"/>
                <a:gd name="connsiteX1006" fmla="*/ 79534 w 847725"/>
                <a:gd name="connsiteY1006" fmla="*/ 729996 h 809625"/>
                <a:gd name="connsiteX1007" fmla="*/ 80105 w 847725"/>
                <a:gd name="connsiteY1007" fmla="*/ 729425 h 809625"/>
                <a:gd name="connsiteX1008" fmla="*/ 81153 w 847725"/>
                <a:gd name="connsiteY1008" fmla="*/ 728663 h 809625"/>
                <a:gd name="connsiteX1009" fmla="*/ 82677 w 847725"/>
                <a:gd name="connsiteY1009" fmla="*/ 727805 h 809625"/>
                <a:gd name="connsiteX1010" fmla="*/ 84296 w 847725"/>
                <a:gd name="connsiteY1010" fmla="*/ 727424 h 809625"/>
                <a:gd name="connsiteX1011" fmla="*/ 85630 w 847725"/>
                <a:gd name="connsiteY1011" fmla="*/ 727805 h 809625"/>
                <a:gd name="connsiteX1012" fmla="*/ 86678 w 847725"/>
                <a:gd name="connsiteY1012" fmla="*/ 727424 h 809625"/>
                <a:gd name="connsiteX1013" fmla="*/ 85535 w 847725"/>
                <a:gd name="connsiteY1013" fmla="*/ 726853 h 809625"/>
                <a:gd name="connsiteX1014" fmla="*/ 85439 w 847725"/>
                <a:gd name="connsiteY1014" fmla="*/ 726091 h 809625"/>
                <a:gd name="connsiteX1015" fmla="*/ 86106 w 847725"/>
                <a:gd name="connsiteY1015" fmla="*/ 724853 h 809625"/>
                <a:gd name="connsiteX1016" fmla="*/ 88773 w 847725"/>
                <a:gd name="connsiteY1016" fmla="*/ 724567 h 809625"/>
                <a:gd name="connsiteX1017" fmla="*/ 92869 w 847725"/>
                <a:gd name="connsiteY1017" fmla="*/ 724472 h 809625"/>
                <a:gd name="connsiteX1018" fmla="*/ 101632 w 847725"/>
                <a:gd name="connsiteY1018" fmla="*/ 724662 h 809625"/>
                <a:gd name="connsiteX1019" fmla="*/ 110681 w 847725"/>
                <a:gd name="connsiteY1019" fmla="*/ 726662 h 809625"/>
                <a:gd name="connsiteX1020" fmla="*/ 115157 w 847725"/>
                <a:gd name="connsiteY1020" fmla="*/ 727043 h 809625"/>
                <a:gd name="connsiteX1021" fmla="*/ 116396 w 847725"/>
                <a:gd name="connsiteY1021" fmla="*/ 726853 h 809625"/>
                <a:gd name="connsiteX1022" fmla="*/ 119634 w 847725"/>
                <a:gd name="connsiteY1022" fmla="*/ 725043 h 809625"/>
                <a:gd name="connsiteX1023" fmla="*/ 121253 w 847725"/>
                <a:gd name="connsiteY1023" fmla="*/ 724662 h 809625"/>
                <a:gd name="connsiteX1024" fmla="*/ 123063 w 847725"/>
                <a:gd name="connsiteY1024" fmla="*/ 724853 h 809625"/>
                <a:gd name="connsiteX1025" fmla="*/ 126492 w 847725"/>
                <a:gd name="connsiteY1025" fmla="*/ 725805 h 809625"/>
                <a:gd name="connsiteX1026" fmla="*/ 128969 w 847725"/>
                <a:gd name="connsiteY1026" fmla="*/ 726853 h 809625"/>
                <a:gd name="connsiteX1027" fmla="*/ 129826 w 847725"/>
                <a:gd name="connsiteY1027" fmla="*/ 726948 h 809625"/>
                <a:gd name="connsiteX1028" fmla="*/ 133445 w 847725"/>
                <a:gd name="connsiteY1028" fmla="*/ 726567 h 809625"/>
                <a:gd name="connsiteX1029" fmla="*/ 135255 w 847725"/>
                <a:gd name="connsiteY1029" fmla="*/ 726853 h 809625"/>
                <a:gd name="connsiteX1030" fmla="*/ 138303 w 847725"/>
                <a:gd name="connsiteY1030" fmla="*/ 728186 h 809625"/>
                <a:gd name="connsiteX1031" fmla="*/ 140018 w 847725"/>
                <a:gd name="connsiteY1031" fmla="*/ 728472 h 809625"/>
                <a:gd name="connsiteX1032" fmla="*/ 140303 w 847725"/>
                <a:gd name="connsiteY1032" fmla="*/ 728377 h 809625"/>
                <a:gd name="connsiteX1033" fmla="*/ 140589 w 847725"/>
                <a:gd name="connsiteY1033" fmla="*/ 728091 h 809625"/>
                <a:gd name="connsiteX1034" fmla="*/ 140780 w 847725"/>
                <a:gd name="connsiteY1034" fmla="*/ 727710 h 809625"/>
                <a:gd name="connsiteX1035" fmla="*/ 140875 w 847725"/>
                <a:gd name="connsiteY1035" fmla="*/ 727329 h 809625"/>
                <a:gd name="connsiteX1036" fmla="*/ 140875 w 847725"/>
                <a:gd name="connsiteY1036" fmla="*/ 726948 h 809625"/>
                <a:gd name="connsiteX1037" fmla="*/ 140780 w 847725"/>
                <a:gd name="connsiteY1037" fmla="*/ 726758 h 809625"/>
                <a:gd name="connsiteX1038" fmla="*/ 140494 w 847725"/>
                <a:gd name="connsiteY1038" fmla="*/ 726567 h 809625"/>
                <a:gd name="connsiteX1039" fmla="*/ 138875 w 847725"/>
                <a:gd name="connsiteY1039" fmla="*/ 724662 h 809625"/>
                <a:gd name="connsiteX1040" fmla="*/ 138494 w 847725"/>
                <a:gd name="connsiteY1040" fmla="*/ 723900 h 809625"/>
                <a:gd name="connsiteX1041" fmla="*/ 138208 w 847725"/>
                <a:gd name="connsiteY1041" fmla="*/ 722947 h 809625"/>
                <a:gd name="connsiteX1042" fmla="*/ 139065 w 847725"/>
                <a:gd name="connsiteY1042" fmla="*/ 723233 h 809625"/>
                <a:gd name="connsiteX1043" fmla="*/ 139637 w 847725"/>
                <a:gd name="connsiteY1043" fmla="*/ 722852 h 809625"/>
                <a:gd name="connsiteX1044" fmla="*/ 140399 w 847725"/>
                <a:gd name="connsiteY1044" fmla="*/ 721424 h 809625"/>
                <a:gd name="connsiteX1045" fmla="*/ 141827 w 847725"/>
                <a:gd name="connsiteY1045" fmla="*/ 719804 h 809625"/>
                <a:gd name="connsiteX1046" fmla="*/ 142685 w 847725"/>
                <a:gd name="connsiteY1046" fmla="*/ 719138 h 809625"/>
                <a:gd name="connsiteX1047" fmla="*/ 143637 w 847725"/>
                <a:gd name="connsiteY1047" fmla="*/ 718661 h 809625"/>
                <a:gd name="connsiteX1048" fmla="*/ 145352 w 847725"/>
                <a:gd name="connsiteY1048" fmla="*/ 718090 h 809625"/>
                <a:gd name="connsiteX1049" fmla="*/ 148781 w 847725"/>
                <a:gd name="connsiteY1049" fmla="*/ 717518 h 809625"/>
                <a:gd name="connsiteX1050" fmla="*/ 152400 w 847725"/>
                <a:gd name="connsiteY1050" fmla="*/ 717423 h 809625"/>
                <a:gd name="connsiteX1051" fmla="*/ 155924 w 847725"/>
                <a:gd name="connsiteY1051" fmla="*/ 717995 h 809625"/>
                <a:gd name="connsiteX1052" fmla="*/ 161258 w 847725"/>
                <a:gd name="connsiteY1052" fmla="*/ 719995 h 809625"/>
                <a:gd name="connsiteX1053" fmla="*/ 163259 w 847725"/>
                <a:gd name="connsiteY1053" fmla="*/ 720376 h 809625"/>
                <a:gd name="connsiteX1054" fmla="*/ 164592 w 847725"/>
                <a:gd name="connsiteY1054" fmla="*/ 719804 h 809625"/>
                <a:gd name="connsiteX1055" fmla="*/ 165545 w 847725"/>
                <a:gd name="connsiteY1055" fmla="*/ 720185 h 809625"/>
                <a:gd name="connsiteX1056" fmla="*/ 166497 w 847725"/>
                <a:gd name="connsiteY1056" fmla="*/ 720185 h 809625"/>
                <a:gd name="connsiteX1057" fmla="*/ 168497 w 847725"/>
                <a:gd name="connsiteY1057" fmla="*/ 719900 h 809625"/>
                <a:gd name="connsiteX1058" fmla="*/ 169450 w 847725"/>
                <a:gd name="connsiteY1058" fmla="*/ 719900 h 809625"/>
                <a:gd name="connsiteX1059" fmla="*/ 169831 w 847725"/>
                <a:gd name="connsiteY1059" fmla="*/ 719804 h 809625"/>
                <a:gd name="connsiteX1060" fmla="*/ 170498 w 847725"/>
                <a:gd name="connsiteY1060" fmla="*/ 718756 h 809625"/>
                <a:gd name="connsiteX1061" fmla="*/ 169545 w 847725"/>
                <a:gd name="connsiteY1061" fmla="*/ 716756 h 809625"/>
                <a:gd name="connsiteX1062" fmla="*/ 168878 w 847725"/>
                <a:gd name="connsiteY1062" fmla="*/ 715709 h 809625"/>
                <a:gd name="connsiteX1063" fmla="*/ 168116 w 847725"/>
                <a:gd name="connsiteY1063" fmla="*/ 715709 h 809625"/>
                <a:gd name="connsiteX1064" fmla="*/ 167354 w 847725"/>
                <a:gd name="connsiteY1064" fmla="*/ 716471 h 809625"/>
                <a:gd name="connsiteX1065" fmla="*/ 166878 w 847725"/>
                <a:gd name="connsiteY1065" fmla="*/ 716756 h 809625"/>
                <a:gd name="connsiteX1066" fmla="*/ 166497 w 847725"/>
                <a:gd name="connsiteY1066" fmla="*/ 716471 h 809625"/>
                <a:gd name="connsiteX1067" fmla="*/ 166116 w 847725"/>
                <a:gd name="connsiteY1067" fmla="*/ 715423 h 809625"/>
                <a:gd name="connsiteX1068" fmla="*/ 165830 w 847725"/>
                <a:gd name="connsiteY1068" fmla="*/ 715613 h 809625"/>
                <a:gd name="connsiteX1069" fmla="*/ 165068 w 847725"/>
                <a:gd name="connsiteY1069" fmla="*/ 715804 h 809625"/>
                <a:gd name="connsiteX1070" fmla="*/ 165735 w 847725"/>
                <a:gd name="connsiteY1070" fmla="*/ 715042 h 809625"/>
                <a:gd name="connsiteX1071" fmla="*/ 168688 w 847725"/>
                <a:gd name="connsiteY1071" fmla="*/ 713613 h 809625"/>
                <a:gd name="connsiteX1072" fmla="*/ 169259 w 847725"/>
                <a:gd name="connsiteY1072" fmla="*/ 714089 h 809625"/>
                <a:gd name="connsiteX1073" fmla="*/ 170593 w 847725"/>
                <a:gd name="connsiteY1073" fmla="*/ 713994 h 809625"/>
                <a:gd name="connsiteX1074" fmla="*/ 172974 w 847725"/>
                <a:gd name="connsiteY1074" fmla="*/ 713422 h 809625"/>
                <a:gd name="connsiteX1075" fmla="*/ 173641 w 847725"/>
                <a:gd name="connsiteY1075" fmla="*/ 713422 h 809625"/>
                <a:gd name="connsiteX1076" fmla="*/ 174212 w 847725"/>
                <a:gd name="connsiteY1076" fmla="*/ 713518 h 809625"/>
                <a:gd name="connsiteX1077" fmla="*/ 174403 w 847725"/>
                <a:gd name="connsiteY1077" fmla="*/ 713804 h 809625"/>
                <a:gd name="connsiteX1078" fmla="*/ 174212 w 847725"/>
                <a:gd name="connsiteY1078" fmla="*/ 714661 h 809625"/>
                <a:gd name="connsiteX1079" fmla="*/ 173641 w 847725"/>
                <a:gd name="connsiteY1079" fmla="*/ 714851 h 809625"/>
                <a:gd name="connsiteX1080" fmla="*/ 172403 w 847725"/>
                <a:gd name="connsiteY1080" fmla="*/ 714566 h 809625"/>
                <a:gd name="connsiteX1081" fmla="*/ 171831 w 847725"/>
                <a:gd name="connsiteY1081" fmla="*/ 714566 h 809625"/>
                <a:gd name="connsiteX1082" fmla="*/ 171164 w 847725"/>
                <a:gd name="connsiteY1082" fmla="*/ 714661 h 809625"/>
                <a:gd name="connsiteX1083" fmla="*/ 170593 w 847725"/>
                <a:gd name="connsiteY1083" fmla="*/ 714947 h 809625"/>
                <a:gd name="connsiteX1084" fmla="*/ 170402 w 847725"/>
                <a:gd name="connsiteY1084" fmla="*/ 715518 h 809625"/>
                <a:gd name="connsiteX1085" fmla="*/ 170593 w 847725"/>
                <a:gd name="connsiteY1085" fmla="*/ 716280 h 809625"/>
                <a:gd name="connsiteX1086" fmla="*/ 171069 w 847725"/>
                <a:gd name="connsiteY1086" fmla="*/ 716756 h 809625"/>
                <a:gd name="connsiteX1087" fmla="*/ 171545 w 847725"/>
                <a:gd name="connsiteY1087" fmla="*/ 717042 h 809625"/>
                <a:gd name="connsiteX1088" fmla="*/ 171831 w 847725"/>
                <a:gd name="connsiteY1088" fmla="*/ 717328 h 809625"/>
                <a:gd name="connsiteX1089" fmla="*/ 171641 w 847725"/>
                <a:gd name="connsiteY1089" fmla="*/ 718376 h 809625"/>
                <a:gd name="connsiteX1090" fmla="*/ 171164 w 847725"/>
                <a:gd name="connsiteY1090" fmla="*/ 719423 h 809625"/>
                <a:gd name="connsiteX1091" fmla="*/ 171164 w 847725"/>
                <a:gd name="connsiteY1091" fmla="*/ 720280 h 809625"/>
                <a:gd name="connsiteX1092" fmla="*/ 175832 w 847725"/>
                <a:gd name="connsiteY1092" fmla="*/ 721233 h 809625"/>
                <a:gd name="connsiteX1093" fmla="*/ 179070 w 847725"/>
                <a:gd name="connsiteY1093" fmla="*/ 721328 h 809625"/>
                <a:gd name="connsiteX1094" fmla="*/ 179451 w 847725"/>
                <a:gd name="connsiteY1094" fmla="*/ 721614 h 809625"/>
                <a:gd name="connsiteX1095" fmla="*/ 180118 w 847725"/>
                <a:gd name="connsiteY1095" fmla="*/ 722376 h 809625"/>
                <a:gd name="connsiteX1096" fmla="*/ 180594 w 847725"/>
                <a:gd name="connsiteY1096" fmla="*/ 722567 h 809625"/>
                <a:gd name="connsiteX1097" fmla="*/ 182880 w 847725"/>
                <a:gd name="connsiteY1097" fmla="*/ 722757 h 809625"/>
                <a:gd name="connsiteX1098" fmla="*/ 185071 w 847725"/>
                <a:gd name="connsiteY1098" fmla="*/ 723329 h 809625"/>
                <a:gd name="connsiteX1099" fmla="*/ 186214 w 847725"/>
                <a:gd name="connsiteY1099" fmla="*/ 723995 h 809625"/>
                <a:gd name="connsiteX1100" fmla="*/ 188024 w 847725"/>
                <a:gd name="connsiteY1100" fmla="*/ 725805 h 809625"/>
                <a:gd name="connsiteX1101" fmla="*/ 189167 w 847725"/>
                <a:gd name="connsiteY1101" fmla="*/ 726186 h 809625"/>
                <a:gd name="connsiteX1102" fmla="*/ 189643 w 847725"/>
                <a:gd name="connsiteY1102" fmla="*/ 726091 h 809625"/>
                <a:gd name="connsiteX1103" fmla="*/ 190691 w 847725"/>
                <a:gd name="connsiteY1103" fmla="*/ 725805 h 809625"/>
                <a:gd name="connsiteX1104" fmla="*/ 191357 w 847725"/>
                <a:gd name="connsiteY1104" fmla="*/ 725710 h 809625"/>
                <a:gd name="connsiteX1105" fmla="*/ 192024 w 847725"/>
                <a:gd name="connsiteY1105" fmla="*/ 725424 h 809625"/>
                <a:gd name="connsiteX1106" fmla="*/ 192786 w 847725"/>
                <a:gd name="connsiteY1106" fmla="*/ 724186 h 809625"/>
                <a:gd name="connsiteX1107" fmla="*/ 193453 w 847725"/>
                <a:gd name="connsiteY1107" fmla="*/ 723709 h 809625"/>
                <a:gd name="connsiteX1108" fmla="*/ 194405 w 847725"/>
                <a:gd name="connsiteY1108" fmla="*/ 723709 h 809625"/>
                <a:gd name="connsiteX1109" fmla="*/ 195929 w 847725"/>
                <a:gd name="connsiteY1109" fmla="*/ 723995 h 809625"/>
                <a:gd name="connsiteX1110" fmla="*/ 197358 w 847725"/>
                <a:gd name="connsiteY1110" fmla="*/ 724472 h 809625"/>
                <a:gd name="connsiteX1111" fmla="*/ 198311 w 847725"/>
                <a:gd name="connsiteY1111" fmla="*/ 725043 h 809625"/>
                <a:gd name="connsiteX1112" fmla="*/ 199168 w 847725"/>
                <a:gd name="connsiteY1112" fmla="*/ 726376 h 809625"/>
                <a:gd name="connsiteX1113" fmla="*/ 199168 w 847725"/>
                <a:gd name="connsiteY1113" fmla="*/ 727329 h 809625"/>
                <a:gd name="connsiteX1114" fmla="*/ 197739 w 847725"/>
                <a:gd name="connsiteY1114" fmla="*/ 729520 h 809625"/>
                <a:gd name="connsiteX1115" fmla="*/ 198501 w 847725"/>
                <a:gd name="connsiteY1115" fmla="*/ 729520 h 809625"/>
                <a:gd name="connsiteX1116" fmla="*/ 199835 w 847725"/>
                <a:gd name="connsiteY1116" fmla="*/ 729901 h 809625"/>
                <a:gd name="connsiteX1117" fmla="*/ 200597 w 847725"/>
                <a:gd name="connsiteY1117" fmla="*/ 729901 h 809625"/>
                <a:gd name="connsiteX1118" fmla="*/ 203073 w 847725"/>
                <a:gd name="connsiteY1118" fmla="*/ 729139 h 809625"/>
                <a:gd name="connsiteX1119" fmla="*/ 203454 w 847725"/>
                <a:gd name="connsiteY1119" fmla="*/ 729139 h 809625"/>
                <a:gd name="connsiteX1120" fmla="*/ 203359 w 847725"/>
                <a:gd name="connsiteY1120" fmla="*/ 728472 h 809625"/>
                <a:gd name="connsiteX1121" fmla="*/ 202692 w 847725"/>
                <a:gd name="connsiteY1121" fmla="*/ 728091 h 809625"/>
                <a:gd name="connsiteX1122" fmla="*/ 201835 w 847725"/>
                <a:gd name="connsiteY1122" fmla="*/ 727805 h 809625"/>
                <a:gd name="connsiteX1123" fmla="*/ 201263 w 847725"/>
                <a:gd name="connsiteY1123" fmla="*/ 727520 h 809625"/>
                <a:gd name="connsiteX1124" fmla="*/ 200978 w 847725"/>
                <a:gd name="connsiteY1124" fmla="*/ 726948 h 809625"/>
                <a:gd name="connsiteX1125" fmla="*/ 200978 w 847725"/>
                <a:gd name="connsiteY1125" fmla="*/ 726281 h 809625"/>
                <a:gd name="connsiteX1126" fmla="*/ 201263 w 847725"/>
                <a:gd name="connsiteY1126" fmla="*/ 724757 h 809625"/>
                <a:gd name="connsiteX1127" fmla="*/ 201740 w 847725"/>
                <a:gd name="connsiteY1127" fmla="*/ 723519 h 809625"/>
                <a:gd name="connsiteX1128" fmla="*/ 202692 w 847725"/>
                <a:gd name="connsiteY1128" fmla="*/ 722281 h 809625"/>
                <a:gd name="connsiteX1129" fmla="*/ 203930 w 847725"/>
                <a:gd name="connsiteY1129" fmla="*/ 721328 h 809625"/>
                <a:gd name="connsiteX1130" fmla="*/ 205264 w 847725"/>
                <a:gd name="connsiteY1130" fmla="*/ 720757 h 809625"/>
                <a:gd name="connsiteX1131" fmla="*/ 208598 w 847725"/>
                <a:gd name="connsiteY1131" fmla="*/ 720471 h 809625"/>
                <a:gd name="connsiteX1132" fmla="*/ 210312 w 847725"/>
                <a:gd name="connsiteY1132" fmla="*/ 720662 h 809625"/>
                <a:gd name="connsiteX1133" fmla="*/ 211455 w 847725"/>
                <a:gd name="connsiteY1133" fmla="*/ 721138 h 809625"/>
                <a:gd name="connsiteX1134" fmla="*/ 212979 w 847725"/>
                <a:gd name="connsiteY1134" fmla="*/ 720471 h 809625"/>
                <a:gd name="connsiteX1135" fmla="*/ 214598 w 847725"/>
                <a:gd name="connsiteY1135" fmla="*/ 720566 h 809625"/>
                <a:gd name="connsiteX1136" fmla="*/ 217742 w 847725"/>
                <a:gd name="connsiteY1136" fmla="*/ 721138 h 809625"/>
                <a:gd name="connsiteX1137" fmla="*/ 220980 w 847725"/>
                <a:gd name="connsiteY1137" fmla="*/ 721138 h 809625"/>
                <a:gd name="connsiteX1138" fmla="*/ 221837 w 847725"/>
                <a:gd name="connsiteY1138" fmla="*/ 721233 h 809625"/>
                <a:gd name="connsiteX1139" fmla="*/ 223457 w 847725"/>
                <a:gd name="connsiteY1139" fmla="*/ 721709 h 809625"/>
                <a:gd name="connsiteX1140" fmla="*/ 224981 w 847725"/>
                <a:gd name="connsiteY1140" fmla="*/ 721900 h 809625"/>
                <a:gd name="connsiteX1141" fmla="*/ 226314 w 847725"/>
                <a:gd name="connsiteY1141" fmla="*/ 722281 h 809625"/>
                <a:gd name="connsiteX1142" fmla="*/ 226981 w 847725"/>
                <a:gd name="connsiteY1142" fmla="*/ 722281 h 809625"/>
                <a:gd name="connsiteX1143" fmla="*/ 227743 w 847725"/>
                <a:gd name="connsiteY1143" fmla="*/ 722090 h 809625"/>
                <a:gd name="connsiteX1144" fmla="*/ 228314 w 847725"/>
                <a:gd name="connsiteY1144" fmla="*/ 721805 h 809625"/>
                <a:gd name="connsiteX1145" fmla="*/ 228695 w 847725"/>
                <a:gd name="connsiteY1145" fmla="*/ 721424 h 809625"/>
                <a:gd name="connsiteX1146" fmla="*/ 229934 w 847725"/>
                <a:gd name="connsiteY1146" fmla="*/ 719328 h 809625"/>
                <a:gd name="connsiteX1147" fmla="*/ 231077 w 847725"/>
                <a:gd name="connsiteY1147" fmla="*/ 717995 h 809625"/>
                <a:gd name="connsiteX1148" fmla="*/ 232505 w 847725"/>
                <a:gd name="connsiteY1148" fmla="*/ 717423 h 809625"/>
                <a:gd name="connsiteX1149" fmla="*/ 234220 w 847725"/>
                <a:gd name="connsiteY1149" fmla="*/ 718280 h 809625"/>
                <a:gd name="connsiteX1150" fmla="*/ 235363 w 847725"/>
                <a:gd name="connsiteY1150" fmla="*/ 717613 h 809625"/>
                <a:gd name="connsiteX1151" fmla="*/ 236601 w 847725"/>
                <a:gd name="connsiteY1151" fmla="*/ 717137 h 809625"/>
                <a:gd name="connsiteX1152" fmla="*/ 238030 w 847725"/>
                <a:gd name="connsiteY1152" fmla="*/ 716851 h 809625"/>
                <a:gd name="connsiteX1153" fmla="*/ 239744 w 847725"/>
                <a:gd name="connsiteY1153" fmla="*/ 716756 h 809625"/>
                <a:gd name="connsiteX1154" fmla="*/ 239268 w 847725"/>
                <a:gd name="connsiteY1154" fmla="*/ 717709 h 809625"/>
                <a:gd name="connsiteX1155" fmla="*/ 238982 w 847725"/>
                <a:gd name="connsiteY1155" fmla="*/ 717995 h 809625"/>
                <a:gd name="connsiteX1156" fmla="*/ 239935 w 847725"/>
                <a:gd name="connsiteY1156" fmla="*/ 718280 h 809625"/>
                <a:gd name="connsiteX1157" fmla="*/ 241078 w 847725"/>
                <a:gd name="connsiteY1157" fmla="*/ 717899 h 809625"/>
                <a:gd name="connsiteX1158" fmla="*/ 242316 w 847725"/>
                <a:gd name="connsiteY1158" fmla="*/ 717423 h 809625"/>
                <a:gd name="connsiteX1159" fmla="*/ 243459 w 847725"/>
                <a:gd name="connsiteY1159" fmla="*/ 717137 h 809625"/>
                <a:gd name="connsiteX1160" fmla="*/ 244507 w 847725"/>
                <a:gd name="connsiteY1160" fmla="*/ 717233 h 809625"/>
                <a:gd name="connsiteX1161" fmla="*/ 251936 w 847725"/>
                <a:gd name="connsiteY1161" fmla="*/ 719328 h 809625"/>
                <a:gd name="connsiteX1162" fmla="*/ 253079 w 847725"/>
                <a:gd name="connsiteY1162" fmla="*/ 719423 h 809625"/>
                <a:gd name="connsiteX1163" fmla="*/ 254127 w 847725"/>
                <a:gd name="connsiteY1163" fmla="*/ 719233 h 809625"/>
                <a:gd name="connsiteX1164" fmla="*/ 256889 w 847725"/>
                <a:gd name="connsiteY1164" fmla="*/ 717899 h 809625"/>
                <a:gd name="connsiteX1165" fmla="*/ 259080 w 847725"/>
                <a:gd name="connsiteY1165" fmla="*/ 717518 h 809625"/>
                <a:gd name="connsiteX1166" fmla="*/ 260890 w 847725"/>
                <a:gd name="connsiteY1166" fmla="*/ 716471 h 809625"/>
                <a:gd name="connsiteX1167" fmla="*/ 262128 w 847725"/>
                <a:gd name="connsiteY1167" fmla="*/ 716089 h 809625"/>
                <a:gd name="connsiteX1168" fmla="*/ 263938 w 847725"/>
                <a:gd name="connsiteY1168" fmla="*/ 715232 h 809625"/>
                <a:gd name="connsiteX1169" fmla="*/ 265176 w 847725"/>
                <a:gd name="connsiteY1169" fmla="*/ 715137 h 809625"/>
                <a:gd name="connsiteX1170" fmla="*/ 267462 w 847725"/>
                <a:gd name="connsiteY1170" fmla="*/ 715232 h 809625"/>
                <a:gd name="connsiteX1171" fmla="*/ 271653 w 847725"/>
                <a:gd name="connsiteY1171" fmla="*/ 714566 h 809625"/>
                <a:gd name="connsiteX1172" fmla="*/ 275082 w 847725"/>
                <a:gd name="connsiteY1172" fmla="*/ 713613 h 809625"/>
                <a:gd name="connsiteX1173" fmla="*/ 279845 w 847725"/>
                <a:gd name="connsiteY1173" fmla="*/ 713613 h 809625"/>
                <a:gd name="connsiteX1174" fmla="*/ 281273 w 847725"/>
                <a:gd name="connsiteY1174" fmla="*/ 713232 h 809625"/>
                <a:gd name="connsiteX1175" fmla="*/ 282988 w 847725"/>
                <a:gd name="connsiteY1175" fmla="*/ 712565 h 809625"/>
                <a:gd name="connsiteX1176" fmla="*/ 284702 w 847725"/>
                <a:gd name="connsiteY1176" fmla="*/ 712089 h 809625"/>
                <a:gd name="connsiteX1177" fmla="*/ 286131 w 847725"/>
                <a:gd name="connsiteY1177" fmla="*/ 712375 h 809625"/>
                <a:gd name="connsiteX1178" fmla="*/ 287846 w 847725"/>
                <a:gd name="connsiteY1178" fmla="*/ 711899 h 809625"/>
                <a:gd name="connsiteX1179" fmla="*/ 290322 w 847725"/>
                <a:gd name="connsiteY1179" fmla="*/ 712470 h 809625"/>
                <a:gd name="connsiteX1180" fmla="*/ 294418 w 847725"/>
                <a:gd name="connsiteY1180" fmla="*/ 714280 h 809625"/>
                <a:gd name="connsiteX1181" fmla="*/ 295942 w 847725"/>
                <a:gd name="connsiteY1181" fmla="*/ 715518 h 809625"/>
                <a:gd name="connsiteX1182" fmla="*/ 296894 w 847725"/>
                <a:gd name="connsiteY1182" fmla="*/ 716185 h 809625"/>
                <a:gd name="connsiteX1183" fmla="*/ 297656 w 847725"/>
                <a:gd name="connsiteY1183" fmla="*/ 716280 h 809625"/>
                <a:gd name="connsiteX1184" fmla="*/ 298323 w 847725"/>
                <a:gd name="connsiteY1184" fmla="*/ 715328 h 809625"/>
                <a:gd name="connsiteX1185" fmla="*/ 297561 w 847725"/>
                <a:gd name="connsiteY1185" fmla="*/ 714375 h 809625"/>
                <a:gd name="connsiteX1186" fmla="*/ 295466 w 847725"/>
                <a:gd name="connsiteY1186" fmla="*/ 713042 h 809625"/>
                <a:gd name="connsiteX1187" fmla="*/ 297275 w 847725"/>
                <a:gd name="connsiteY1187" fmla="*/ 711422 h 809625"/>
                <a:gd name="connsiteX1188" fmla="*/ 296418 w 847725"/>
                <a:gd name="connsiteY1188" fmla="*/ 710755 h 809625"/>
                <a:gd name="connsiteX1189" fmla="*/ 295370 w 847725"/>
                <a:gd name="connsiteY1189" fmla="*/ 710565 h 809625"/>
                <a:gd name="connsiteX1190" fmla="*/ 294323 w 847725"/>
                <a:gd name="connsiteY1190" fmla="*/ 710851 h 809625"/>
                <a:gd name="connsiteX1191" fmla="*/ 293561 w 847725"/>
                <a:gd name="connsiteY1191" fmla="*/ 711422 h 809625"/>
                <a:gd name="connsiteX1192" fmla="*/ 292989 w 847725"/>
                <a:gd name="connsiteY1192" fmla="*/ 710851 h 809625"/>
                <a:gd name="connsiteX1193" fmla="*/ 292227 w 847725"/>
                <a:gd name="connsiteY1193" fmla="*/ 709613 h 809625"/>
                <a:gd name="connsiteX1194" fmla="*/ 291751 w 847725"/>
                <a:gd name="connsiteY1194" fmla="*/ 709041 h 809625"/>
                <a:gd name="connsiteX1195" fmla="*/ 291179 w 847725"/>
                <a:gd name="connsiteY1195" fmla="*/ 708755 h 809625"/>
                <a:gd name="connsiteX1196" fmla="*/ 290513 w 847725"/>
                <a:gd name="connsiteY1196" fmla="*/ 708565 h 809625"/>
                <a:gd name="connsiteX1197" fmla="*/ 289941 w 847725"/>
                <a:gd name="connsiteY1197" fmla="*/ 708279 h 809625"/>
                <a:gd name="connsiteX1198" fmla="*/ 289751 w 847725"/>
                <a:gd name="connsiteY1198" fmla="*/ 707708 h 809625"/>
                <a:gd name="connsiteX1199" fmla="*/ 289084 w 847725"/>
                <a:gd name="connsiteY1199" fmla="*/ 707326 h 809625"/>
                <a:gd name="connsiteX1200" fmla="*/ 287655 w 847725"/>
                <a:gd name="connsiteY1200" fmla="*/ 707326 h 809625"/>
                <a:gd name="connsiteX1201" fmla="*/ 286036 w 847725"/>
                <a:gd name="connsiteY1201" fmla="*/ 707517 h 809625"/>
                <a:gd name="connsiteX1202" fmla="*/ 284893 w 847725"/>
                <a:gd name="connsiteY1202" fmla="*/ 707898 h 809625"/>
                <a:gd name="connsiteX1203" fmla="*/ 284798 w 847725"/>
                <a:gd name="connsiteY1203" fmla="*/ 708184 h 809625"/>
                <a:gd name="connsiteX1204" fmla="*/ 284893 w 847725"/>
                <a:gd name="connsiteY1204" fmla="*/ 708565 h 809625"/>
                <a:gd name="connsiteX1205" fmla="*/ 284893 w 847725"/>
                <a:gd name="connsiteY1205" fmla="*/ 708946 h 809625"/>
                <a:gd name="connsiteX1206" fmla="*/ 284702 w 847725"/>
                <a:gd name="connsiteY1206" fmla="*/ 709136 h 809625"/>
                <a:gd name="connsiteX1207" fmla="*/ 284417 w 847725"/>
                <a:gd name="connsiteY1207" fmla="*/ 709136 h 809625"/>
                <a:gd name="connsiteX1208" fmla="*/ 284131 w 847725"/>
                <a:gd name="connsiteY1208" fmla="*/ 709231 h 809625"/>
                <a:gd name="connsiteX1209" fmla="*/ 283940 w 847725"/>
                <a:gd name="connsiteY1209" fmla="*/ 709327 h 809625"/>
                <a:gd name="connsiteX1210" fmla="*/ 283750 w 847725"/>
                <a:gd name="connsiteY1210" fmla="*/ 709517 h 809625"/>
                <a:gd name="connsiteX1211" fmla="*/ 282988 w 847725"/>
                <a:gd name="connsiteY1211" fmla="*/ 710470 h 809625"/>
                <a:gd name="connsiteX1212" fmla="*/ 282416 w 847725"/>
                <a:gd name="connsiteY1212" fmla="*/ 710946 h 809625"/>
                <a:gd name="connsiteX1213" fmla="*/ 281750 w 847725"/>
                <a:gd name="connsiteY1213" fmla="*/ 711137 h 809625"/>
                <a:gd name="connsiteX1214" fmla="*/ 277559 w 847725"/>
                <a:gd name="connsiteY1214" fmla="*/ 711899 h 809625"/>
                <a:gd name="connsiteX1215" fmla="*/ 276130 w 847725"/>
                <a:gd name="connsiteY1215" fmla="*/ 711899 h 809625"/>
                <a:gd name="connsiteX1216" fmla="*/ 276416 w 847725"/>
                <a:gd name="connsiteY1216" fmla="*/ 711327 h 809625"/>
                <a:gd name="connsiteX1217" fmla="*/ 276892 w 847725"/>
                <a:gd name="connsiteY1217" fmla="*/ 710660 h 809625"/>
                <a:gd name="connsiteX1218" fmla="*/ 277463 w 847725"/>
                <a:gd name="connsiteY1218" fmla="*/ 710089 h 809625"/>
                <a:gd name="connsiteX1219" fmla="*/ 278035 w 847725"/>
                <a:gd name="connsiteY1219" fmla="*/ 709898 h 809625"/>
                <a:gd name="connsiteX1220" fmla="*/ 278321 w 847725"/>
                <a:gd name="connsiteY1220" fmla="*/ 709613 h 809625"/>
                <a:gd name="connsiteX1221" fmla="*/ 279273 w 847725"/>
                <a:gd name="connsiteY1221" fmla="*/ 707517 h 809625"/>
                <a:gd name="connsiteX1222" fmla="*/ 279845 w 847725"/>
                <a:gd name="connsiteY1222" fmla="*/ 706564 h 809625"/>
                <a:gd name="connsiteX1223" fmla="*/ 280702 w 847725"/>
                <a:gd name="connsiteY1223" fmla="*/ 705707 h 809625"/>
                <a:gd name="connsiteX1224" fmla="*/ 281750 w 847725"/>
                <a:gd name="connsiteY1224" fmla="*/ 705041 h 809625"/>
                <a:gd name="connsiteX1225" fmla="*/ 283655 w 847725"/>
                <a:gd name="connsiteY1225" fmla="*/ 704659 h 809625"/>
                <a:gd name="connsiteX1226" fmla="*/ 284131 w 847725"/>
                <a:gd name="connsiteY1226" fmla="*/ 704374 h 809625"/>
                <a:gd name="connsiteX1227" fmla="*/ 284417 w 847725"/>
                <a:gd name="connsiteY1227" fmla="*/ 704088 h 809625"/>
                <a:gd name="connsiteX1228" fmla="*/ 284607 w 847725"/>
                <a:gd name="connsiteY1228" fmla="*/ 703993 h 809625"/>
                <a:gd name="connsiteX1229" fmla="*/ 285274 w 847725"/>
                <a:gd name="connsiteY1229" fmla="*/ 703993 h 809625"/>
                <a:gd name="connsiteX1230" fmla="*/ 286322 w 847725"/>
                <a:gd name="connsiteY1230" fmla="*/ 704374 h 809625"/>
                <a:gd name="connsiteX1231" fmla="*/ 286988 w 847725"/>
                <a:gd name="connsiteY1231" fmla="*/ 704469 h 809625"/>
                <a:gd name="connsiteX1232" fmla="*/ 288893 w 847725"/>
                <a:gd name="connsiteY1232" fmla="*/ 704279 h 809625"/>
                <a:gd name="connsiteX1233" fmla="*/ 289941 w 847725"/>
                <a:gd name="connsiteY1233" fmla="*/ 703897 h 809625"/>
                <a:gd name="connsiteX1234" fmla="*/ 290798 w 847725"/>
                <a:gd name="connsiteY1234" fmla="*/ 703231 h 809625"/>
                <a:gd name="connsiteX1235" fmla="*/ 290608 w 847725"/>
                <a:gd name="connsiteY1235" fmla="*/ 704469 h 809625"/>
                <a:gd name="connsiteX1236" fmla="*/ 291370 w 847725"/>
                <a:gd name="connsiteY1236" fmla="*/ 705136 h 809625"/>
                <a:gd name="connsiteX1237" fmla="*/ 292703 w 847725"/>
                <a:gd name="connsiteY1237" fmla="*/ 705231 h 809625"/>
                <a:gd name="connsiteX1238" fmla="*/ 294037 w 847725"/>
                <a:gd name="connsiteY1238" fmla="*/ 704850 h 809625"/>
                <a:gd name="connsiteX1239" fmla="*/ 294418 w 847725"/>
                <a:gd name="connsiteY1239" fmla="*/ 705707 h 809625"/>
                <a:gd name="connsiteX1240" fmla="*/ 296228 w 847725"/>
                <a:gd name="connsiteY1240" fmla="*/ 707612 h 809625"/>
                <a:gd name="connsiteX1241" fmla="*/ 296513 w 847725"/>
                <a:gd name="connsiteY1241" fmla="*/ 708279 h 809625"/>
                <a:gd name="connsiteX1242" fmla="*/ 296704 w 847725"/>
                <a:gd name="connsiteY1242" fmla="*/ 709041 h 809625"/>
                <a:gd name="connsiteX1243" fmla="*/ 296990 w 847725"/>
                <a:gd name="connsiteY1243" fmla="*/ 709517 h 809625"/>
                <a:gd name="connsiteX1244" fmla="*/ 297656 w 847725"/>
                <a:gd name="connsiteY1244" fmla="*/ 709327 h 809625"/>
                <a:gd name="connsiteX1245" fmla="*/ 297752 w 847725"/>
                <a:gd name="connsiteY1245" fmla="*/ 709613 h 809625"/>
                <a:gd name="connsiteX1246" fmla="*/ 297942 w 847725"/>
                <a:gd name="connsiteY1246" fmla="*/ 709898 h 809625"/>
                <a:gd name="connsiteX1247" fmla="*/ 298037 w 847725"/>
                <a:gd name="connsiteY1247" fmla="*/ 710184 h 809625"/>
                <a:gd name="connsiteX1248" fmla="*/ 298990 w 847725"/>
                <a:gd name="connsiteY1248" fmla="*/ 709613 h 809625"/>
                <a:gd name="connsiteX1249" fmla="*/ 299561 w 847725"/>
                <a:gd name="connsiteY1249" fmla="*/ 711137 h 809625"/>
                <a:gd name="connsiteX1250" fmla="*/ 300038 w 847725"/>
                <a:gd name="connsiteY1250" fmla="*/ 713137 h 809625"/>
                <a:gd name="connsiteX1251" fmla="*/ 300800 w 847725"/>
                <a:gd name="connsiteY1251" fmla="*/ 714184 h 809625"/>
                <a:gd name="connsiteX1252" fmla="*/ 302038 w 847725"/>
                <a:gd name="connsiteY1252" fmla="*/ 714947 h 809625"/>
                <a:gd name="connsiteX1253" fmla="*/ 302228 w 847725"/>
                <a:gd name="connsiteY1253" fmla="*/ 716471 h 809625"/>
                <a:gd name="connsiteX1254" fmla="*/ 301562 w 847725"/>
                <a:gd name="connsiteY1254" fmla="*/ 717613 h 809625"/>
                <a:gd name="connsiteX1255" fmla="*/ 300228 w 847725"/>
                <a:gd name="connsiteY1255" fmla="*/ 717233 h 809625"/>
                <a:gd name="connsiteX1256" fmla="*/ 299942 w 847725"/>
                <a:gd name="connsiteY1256" fmla="*/ 718376 h 809625"/>
                <a:gd name="connsiteX1257" fmla="*/ 300609 w 847725"/>
                <a:gd name="connsiteY1257" fmla="*/ 719328 h 809625"/>
                <a:gd name="connsiteX1258" fmla="*/ 302419 w 847725"/>
                <a:gd name="connsiteY1258" fmla="*/ 720471 h 809625"/>
                <a:gd name="connsiteX1259" fmla="*/ 305181 w 847725"/>
                <a:gd name="connsiteY1259" fmla="*/ 723233 h 809625"/>
                <a:gd name="connsiteX1260" fmla="*/ 305753 w 847725"/>
                <a:gd name="connsiteY1260" fmla="*/ 723709 h 809625"/>
                <a:gd name="connsiteX1261" fmla="*/ 306515 w 847725"/>
                <a:gd name="connsiteY1261" fmla="*/ 724091 h 809625"/>
                <a:gd name="connsiteX1262" fmla="*/ 308420 w 847725"/>
                <a:gd name="connsiteY1262" fmla="*/ 725805 h 809625"/>
                <a:gd name="connsiteX1263" fmla="*/ 308801 w 847725"/>
                <a:gd name="connsiteY1263" fmla="*/ 726281 h 809625"/>
                <a:gd name="connsiteX1264" fmla="*/ 308991 w 847725"/>
                <a:gd name="connsiteY1264" fmla="*/ 727329 h 809625"/>
                <a:gd name="connsiteX1265" fmla="*/ 309848 w 847725"/>
                <a:gd name="connsiteY1265" fmla="*/ 729139 h 809625"/>
                <a:gd name="connsiteX1266" fmla="*/ 309848 w 847725"/>
                <a:gd name="connsiteY1266" fmla="*/ 730377 h 809625"/>
                <a:gd name="connsiteX1267" fmla="*/ 309563 w 847725"/>
                <a:gd name="connsiteY1267" fmla="*/ 731330 h 809625"/>
                <a:gd name="connsiteX1268" fmla="*/ 308610 w 847725"/>
                <a:gd name="connsiteY1268" fmla="*/ 732663 h 809625"/>
                <a:gd name="connsiteX1269" fmla="*/ 308134 w 847725"/>
                <a:gd name="connsiteY1269" fmla="*/ 733616 h 809625"/>
                <a:gd name="connsiteX1270" fmla="*/ 307848 w 847725"/>
                <a:gd name="connsiteY1270" fmla="*/ 734759 h 809625"/>
                <a:gd name="connsiteX1271" fmla="*/ 307753 w 847725"/>
                <a:gd name="connsiteY1271" fmla="*/ 738188 h 809625"/>
                <a:gd name="connsiteX1272" fmla="*/ 306896 w 847725"/>
                <a:gd name="connsiteY1272" fmla="*/ 742569 h 809625"/>
                <a:gd name="connsiteX1273" fmla="*/ 306896 w 847725"/>
                <a:gd name="connsiteY1273" fmla="*/ 744760 h 809625"/>
                <a:gd name="connsiteX1274" fmla="*/ 308134 w 847725"/>
                <a:gd name="connsiteY1274" fmla="*/ 745426 h 809625"/>
                <a:gd name="connsiteX1275" fmla="*/ 308134 w 847725"/>
                <a:gd name="connsiteY1275" fmla="*/ 745808 h 809625"/>
                <a:gd name="connsiteX1276" fmla="*/ 306705 w 847725"/>
                <a:gd name="connsiteY1276" fmla="*/ 746570 h 809625"/>
                <a:gd name="connsiteX1277" fmla="*/ 305657 w 847725"/>
                <a:gd name="connsiteY1277" fmla="*/ 747808 h 809625"/>
                <a:gd name="connsiteX1278" fmla="*/ 305562 w 847725"/>
                <a:gd name="connsiteY1278" fmla="*/ 748951 h 809625"/>
                <a:gd name="connsiteX1279" fmla="*/ 306896 w 847725"/>
                <a:gd name="connsiteY1279" fmla="*/ 749427 h 809625"/>
                <a:gd name="connsiteX1280" fmla="*/ 307467 w 847725"/>
                <a:gd name="connsiteY1280" fmla="*/ 749332 h 809625"/>
                <a:gd name="connsiteX1281" fmla="*/ 308801 w 847725"/>
                <a:gd name="connsiteY1281" fmla="*/ 748855 h 809625"/>
                <a:gd name="connsiteX1282" fmla="*/ 311563 w 847725"/>
                <a:gd name="connsiteY1282" fmla="*/ 748570 h 809625"/>
                <a:gd name="connsiteX1283" fmla="*/ 312134 w 847725"/>
                <a:gd name="connsiteY1283" fmla="*/ 748379 h 809625"/>
                <a:gd name="connsiteX1284" fmla="*/ 313373 w 847725"/>
                <a:gd name="connsiteY1284" fmla="*/ 749046 h 809625"/>
                <a:gd name="connsiteX1285" fmla="*/ 314706 w 847725"/>
                <a:gd name="connsiteY1285" fmla="*/ 748760 h 809625"/>
                <a:gd name="connsiteX1286" fmla="*/ 316135 w 847725"/>
                <a:gd name="connsiteY1286" fmla="*/ 748284 h 809625"/>
                <a:gd name="connsiteX1287" fmla="*/ 317659 w 847725"/>
                <a:gd name="connsiteY1287" fmla="*/ 748379 h 809625"/>
                <a:gd name="connsiteX1288" fmla="*/ 318802 w 847725"/>
                <a:gd name="connsiteY1288" fmla="*/ 749046 h 809625"/>
                <a:gd name="connsiteX1289" fmla="*/ 319754 w 847725"/>
                <a:gd name="connsiteY1289" fmla="*/ 749903 h 809625"/>
                <a:gd name="connsiteX1290" fmla="*/ 320802 w 847725"/>
                <a:gd name="connsiteY1290" fmla="*/ 750570 h 809625"/>
                <a:gd name="connsiteX1291" fmla="*/ 322040 w 847725"/>
                <a:gd name="connsiteY1291" fmla="*/ 750760 h 809625"/>
                <a:gd name="connsiteX1292" fmla="*/ 321755 w 847725"/>
                <a:gd name="connsiteY1292" fmla="*/ 750284 h 809625"/>
                <a:gd name="connsiteX1293" fmla="*/ 321659 w 847725"/>
                <a:gd name="connsiteY1293" fmla="*/ 749808 h 809625"/>
                <a:gd name="connsiteX1294" fmla="*/ 321659 w 847725"/>
                <a:gd name="connsiteY1294" fmla="*/ 748760 h 809625"/>
                <a:gd name="connsiteX1295" fmla="*/ 322040 w 847725"/>
                <a:gd name="connsiteY1295" fmla="*/ 748760 h 809625"/>
                <a:gd name="connsiteX1296" fmla="*/ 322421 w 847725"/>
                <a:gd name="connsiteY1296" fmla="*/ 749332 h 809625"/>
                <a:gd name="connsiteX1297" fmla="*/ 323183 w 847725"/>
                <a:gd name="connsiteY1297" fmla="*/ 749999 h 809625"/>
                <a:gd name="connsiteX1298" fmla="*/ 324136 w 847725"/>
                <a:gd name="connsiteY1298" fmla="*/ 750475 h 809625"/>
                <a:gd name="connsiteX1299" fmla="*/ 325088 w 847725"/>
                <a:gd name="connsiteY1299" fmla="*/ 750665 h 809625"/>
                <a:gd name="connsiteX1300" fmla="*/ 327279 w 847725"/>
                <a:gd name="connsiteY1300" fmla="*/ 752284 h 809625"/>
                <a:gd name="connsiteX1301" fmla="*/ 328232 w 847725"/>
                <a:gd name="connsiteY1301" fmla="*/ 752666 h 809625"/>
                <a:gd name="connsiteX1302" fmla="*/ 327755 w 847725"/>
                <a:gd name="connsiteY1302" fmla="*/ 751427 h 809625"/>
                <a:gd name="connsiteX1303" fmla="*/ 328136 w 847725"/>
                <a:gd name="connsiteY1303" fmla="*/ 751046 h 809625"/>
                <a:gd name="connsiteX1304" fmla="*/ 329089 w 847725"/>
                <a:gd name="connsiteY1304" fmla="*/ 751427 h 809625"/>
                <a:gd name="connsiteX1305" fmla="*/ 329660 w 847725"/>
                <a:gd name="connsiteY1305" fmla="*/ 751427 h 809625"/>
                <a:gd name="connsiteX1306" fmla="*/ 330232 w 847725"/>
                <a:gd name="connsiteY1306" fmla="*/ 751237 h 809625"/>
                <a:gd name="connsiteX1307" fmla="*/ 331184 w 847725"/>
                <a:gd name="connsiteY1307" fmla="*/ 751142 h 809625"/>
                <a:gd name="connsiteX1308" fmla="*/ 331661 w 847725"/>
                <a:gd name="connsiteY1308" fmla="*/ 751332 h 809625"/>
                <a:gd name="connsiteX1309" fmla="*/ 332042 w 847725"/>
                <a:gd name="connsiteY1309" fmla="*/ 751808 h 809625"/>
                <a:gd name="connsiteX1310" fmla="*/ 332327 w 847725"/>
                <a:gd name="connsiteY1310" fmla="*/ 752380 h 809625"/>
                <a:gd name="connsiteX1311" fmla="*/ 332613 w 847725"/>
                <a:gd name="connsiteY1311" fmla="*/ 753618 h 809625"/>
                <a:gd name="connsiteX1312" fmla="*/ 333089 w 847725"/>
                <a:gd name="connsiteY1312" fmla="*/ 753713 h 809625"/>
                <a:gd name="connsiteX1313" fmla="*/ 334994 w 847725"/>
                <a:gd name="connsiteY1313" fmla="*/ 753332 h 809625"/>
                <a:gd name="connsiteX1314" fmla="*/ 335566 w 847725"/>
                <a:gd name="connsiteY1314" fmla="*/ 753047 h 809625"/>
                <a:gd name="connsiteX1315" fmla="*/ 336042 w 847725"/>
                <a:gd name="connsiteY1315" fmla="*/ 752951 h 809625"/>
                <a:gd name="connsiteX1316" fmla="*/ 336709 w 847725"/>
                <a:gd name="connsiteY1316" fmla="*/ 753428 h 809625"/>
                <a:gd name="connsiteX1317" fmla="*/ 337280 w 847725"/>
                <a:gd name="connsiteY1317" fmla="*/ 754189 h 809625"/>
                <a:gd name="connsiteX1318" fmla="*/ 337185 w 847725"/>
                <a:gd name="connsiteY1318" fmla="*/ 754666 h 809625"/>
                <a:gd name="connsiteX1319" fmla="*/ 335661 w 847725"/>
                <a:gd name="connsiteY1319" fmla="*/ 755428 h 809625"/>
                <a:gd name="connsiteX1320" fmla="*/ 334328 w 847725"/>
                <a:gd name="connsiteY1320" fmla="*/ 756380 h 809625"/>
                <a:gd name="connsiteX1321" fmla="*/ 332994 w 847725"/>
                <a:gd name="connsiteY1321" fmla="*/ 757618 h 809625"/>
                <a:gd name="connsiteX1322" fmla="*/ 332042 w 847725"/>
                <a:gd name="connsiteY1322" fmla="*/ 759143 h 809625"/>
                <a:gd name="connsiteX1323" fmla="*/ 331661 w 847725"/>
                <a:gd name="connsiteY1323" fmla="*/ 760762 h 809625"/>
                <a:gd name="connsiteX1324" fmla="*/ 331756 w 847725"/>
                <a:gd name="connsiteY1324" fmla="*/ 761905 h 809625"/>
                <a:gd name="connsiteX1325" fmla="*/ 332137 w 847725"/>
                <a:gd name="connsiteY1325" fmla="*/ 762095 h 809625"/>
                <a:gd name="connsiteX1326" fmla="*/ 332804 w 847725"/>
                <a:gd name="connsiteY1326" fmla="*/ 761905 h 809625"/>
                <a:gd name="connsiteX1327" fmla="*/ 333756 w 847725"/>
                <a:gd name="connsiteY1327" fmla="*/ 761809 h 809625"/>
                <a:gd name="connsiteX1328" fmla="*/ 334709 w 847725"/>
                <a:gd name="connsiteY1328" fmla="*/ 762000 h 809625"/>
                <a:gd name="connsiteX1329" fmla="*/ 335471 w 847725"/>
                <a:gd name="connsiteY1329" fmla="*/ 762381 h 809625"/>
                <a:gd name="connsiteX1330" fmla="*/ 336995 w 847725"/>
                <a:gd name="connsiteY1330" fmla="*/ 763334 h 809625"/>
                <a:gd name="connsiteX1331" fmla="*/ 336137 w 847725"/>
                <a:gd name="connsiteY1331" fmla="*/ 763714 h 809625"/>
                <a:gd name="connsiteX1332" fmla="*/ 335185 w 847725"/>
                <a:gd name="connsiteY1332" fmla="*/ 763810 h 809625"/>
                <a:gd name="connsiteX1333" fmla="*/ 334232 w 847725"/>
                <a:gd name="connsiteY1333" fmla="*/ 763714 h 809625"/>
                <a:gd name="connsiteX1334" fmla="*/ 333375 w 847725"/>
                <a:gd name="connsiteY1334" fmla="*/ 763429 h 809625"/>
                <a:gd name="connsiteX1335" fmla="*/ 333470 w 847725"/>
                <a:gd name="connsiteY1335" fmla="*/ 764286 h 809625"/>
                <a:gd name="connsiteX1336" fmla="*/ 333661 w 847725"/>
                <a:gd name="connsiteY1336" fmla="*/ 765143 h 809625"/>
                <a:gd name="connsiteX1337" fmla="*/ 333947 w 847725"/>
                <a:gd name="connsiteY1337" fmla="*/ 766001 h 809625"/>
                <a:gd name="connsiteX1338" fmla="*/ 334423 w 847725"/>
                <a:gd name="connsiteY1338" fmla="*/ 766667 h 809625"/>
                <a:gd name="connsiteX1339" fmla="*/ 335661 w 847725"/>
                <a:gd name="connsiteY1339" fmla="*/ 766858 h 809625"/>
                <a:gd name="connsiteX1340" fmla="*/ 335852 w 847725"/>
                <a:gd name="connsiteY1340" fmla="*/ 767239 h 809625"/>
                <a:gd name="connsiteX1341" fmla="*/ 334804 w 847725"/>
                <a:gd name="connsiteY1341" fmla="*/ 768191 h 809625"/>
                <a:gd name="connsiteX1342" fmla="*/ 335852 w 847725"/>
                <a:gd name="connsiteY1342" fmla="*/ 769334 h 809625"/>
                <a:gd name="connsiteX1343" fmla="*/ 336709 w 847725"/>
                <a:gd name="connsiteY1343" fmla="*/ 770572 h 809625"/>
                <a:gd name="connsiteX1344" fmla="*/ 337280 w 847725"/>
                <a:gd name="connsiteY1344" fmla="*/ 771906 h 809625"/>
                <a:gd name="connsiteX1345" fmla="*/ 337376 w 847725"/>
                <a:gd name="connsiteY1345" fmla="*/ 773430 h 809625"/>
                <a:gd name="connsiteX1346" fmla="*/ 338138 w 847725"/>
                <a:gd name="connsiteY1346" fmla="*/ 772954 h 809625"/>
                <a:gd name="connsiteX1347" fmla="*/ 338519 w 847725"/>
                <a:gd name="connsiteY1347" fmla="*/ 772668 h 809625"/>
                <a:gd name="connsiteX1348" fmla="*/ 338804 w 847725"/>
                <a:gd name="connsiteY1348" fmla="*/ 772287 h 809625"/>
                <a:gd name="connsiteX1349" fmla="*/ 338138 w 847725"/>
                <a:gd name="connsiteY1349" fmla="*/ 774859 h 809625"/>
                <a:gd name="connsiteX1350" fmla="*/ 338042 w 847725"/>
                <a:gd name="connsiteY1350" fmla="*/ 776383 h 809625"/>
                <a:gd name="connsiteX1351" fmla="*/ 338614 w 847725"/>
                <a:gd name="connsiteY1351" fmla="*/ 777050 h 809625"/>
                <a:gd name="connsiteX1352" fmla="*/ 340805 w 847725"/>
                <a:gd name="connsiteY1352" fmla="*/ 777050 h 809625"/>
                <a:gd name="connsiteX1353" fmla="*/ 341757 w 847725"/>
                <a:gd name="connsiteY1353" fmla="*/ 777240 h 809625"/>
                <a:gd name="connsiteX1354" fmla="*/ 342805 w 847725"/>
                <a:gd name="connsiteY1354" fmla="*/ 777812 h 809625"/>
                <a:gd name="connsiteX1355" fmla="*/ 341471 w 847725"/>
                <a:gd name="connsiteY1355" fmla="*/ 777621 h 809625"/>
                <a:gd name="connsiteX1356" fmla="*/ 339852 w 847725"/>
                <a:gd name="connsiteY1356" fmla="*/ 777812 h 809625"/>
                <a:gd name="connsiteX1357" fmla="*/ 338804 w 847725"/>
                <a:gd name="connsiteY1357" fmla="*/ 778574 h 809625"/>
                <a:gd name="connsiteX1358" fmla="*/ 339185 w 847725"/>
                <a:gd name="connsiteY1358" fmla="*/ 780097 h 809625"/>
                <a:gd name="connsiteX1359" fmla="*/ 338995 w 847725"/>
                <a:gd name="connsiteY1359" fmla="*/ 780383 h 809625"/>
                <a:gd name="connsiteX1360" fmla="*/ 338709 w 847725"/>
                <a:gd name="connsiteY1360" fmla="*/ 780955 h 809625"/>
                <a:gd name="connsiteX1361" fmla="*/ 338423 w 847725"/>
                <a:gd name="connsiteY1361" fmla="*/ 781336 h 809625"/>
                <a:gd name="connsiteX1362" fmla="*/ 338900 w 847725"/>
                <a:gd name="connsiteY1362" fmla="*/ 782003 h 809625"/>
                <a:gd name="connsiteX1363" fmla="*/ 339090 w 847725"/>
                <a:gd name="connsiteY1363" fmla="*/ 782479 h 809625"/>
                <a:gd name="connsiteX1364" fmla="*/ 339185 w 847725"/>
                <a:gd name="connsiteY1364" fmla="*/ 785336 h 809625"/>
                <a:gd name="connsiteX1365" fmla="*/ 339281 w 847725"/>
                <a:gd name="connsiteY1365" fmla="*/ 786098 h 809625"/>
                <a:gd name="connsiteX1366" fmla="*/ 339566 w 847725"/>
                <a:gd name="connsiteY1366" fmla="*/ 786860 h 809625"/>
                <a:gd name="connsiteX1367" fmla="*/ 340900 w 847725"/>
                <a:gd name="connsiteY1367" fmla="*/ 789337 h 809625"/>
                <a:gd name="connsiteX1368" fmla="*/ 341471 w 847725"/>
                <a:gd name="connsiteY1368" fmla="*/ 790766 h 809625"/>
                <a:gd name="connsiteX1369" fmla="*/ 341662 w 847725"/>
                <a:gd name="connsiteY1369" fmla="*/ 792671 h 809625"/>
                <a:gd name="connsiteX1370" fmla="*/ 342329 w 847725"/>
                <a:gd name="connsiteY1370" fmla="*/ 793528 h 809625"/>
                <a:gd name="connsiteX1371" fmla="*/ 343853 w 847725"/>
                <a:gd name="connsiteY1371" fmla="*/ 793718 h 809625"/>
                <a:gd name="connsiteX1372" fmla="*/ 346901 w 847725"/>
                <a:gd name="connsiteY1372" fmla="*/ 793528 h 809625"/>
                <a:gd name="connsiteX1373" fmla="*/ 348329 w 847725"/>
                <a:gd name="connsiteY1373" fmla="*/ 793909 h 809625"/>
                <a:gd name="connsiteX1374" fmla="*/ 349472 w 847725"/>
                <a:gd name="connsiteY1374" fmla="*/ 794480 h 809625"/>
                <a:gd name="connsiteX1375" fmla="*/ 350520 w 847725"/>
                <a:gd name="connsiteY1375" fmla="*/ 794576 h 809625"/>
                <a:gd name="connsiteX1376" fmla="*/ 351758 w 847725"/>
                <a:gd name="connsiteY1376" fmla="*/ 793528 h 809625"/>
                <a:gd name="connsiteX1377" fmla="*/ 351568 w 847725"/>
                <a:gd name="connsiteY1377" fmla="*/ 794385 h 809625"/>
                <a:gd name="connsiteX1378" fmla="*/ 350996 w 847725"/>
                <a:gd name="connsiteY1378" fmla="*/ 794956 h 809625"/>
                <a:gd name="connsiteX1379" fmla="*/ 349568 w 847725"/>
                <a:gd name="connsiteY1379" fmla="*/ 795909 h 809625"/>
                <a:gd name="connsiteX1380" fmla="*/ 348806 w 847725"/>
                <a:gd name="connsiteY1380" fmla="*/ 795623 h 809625"/>
                <a:gd name="connsiteX1381" fmla="*/ 348234 w 847725"/>
                <a:gd name="connsiteY1381" fmla="*/ 796195 h 809625"/>
                <a:gd name="connsiteX1382" fmla="*/ 347377 w 847725"/>
                <a:gd name="connsiteY1382" fmla="*/ 798195 h 809625"/>
                <a:gd name="connsiteX1383" fmla="*/ 348044 w 847725"/>
                <a:gd name="connsiteY1383" fmla="*/ 798481 h 809625"/>
                <a:gd name="connsiteX1384" fmla="*/ 350330 w 847725"/>
                <a:gd name="connsiteY1384" fmla="*/ 798957 h 809625"/>
                <a:gd name="connsiteX1385" fmla="*/ 349949 w 847725"/>
                <a:gd name="connsiteY1385" fmla="*/ 800195 h 809625"/>
                <a:gd name="connsiteX1386" fmla="*/ 349758 w 847725"/>
                <a:gd name="connsiteY1386" fmla="*/ 801148 h 809625"/>
                <a:gd name="connsiteX1387" fmla="*/ 349853 w 847725"/>
                <a:gd name="connsiteY1387" fmla="*/ 801719 h 809625"/>
                <a:gd name="connsiteX1388" fmla="*/ 350425 w 847725"/>
                <a:gd name="connsiteY1388" fmla="*/ 801814 h 809625"/>
                <a:gd name="connsiteX1389" fmla="*/ 350996 w 847725"/>
                <a:gd name="connsiteY1389" fmla="*/ 801529 h 809625"/>
                <a:gd name="connsiteX1390" fmla="*/ 351568 w 847725"/>
                <a:gd name="connsiteY1390" fmla="*/ 801148 h 809625"/>
                <a:gd name="connsiteX1391" fmla="*/ 352139 w 847725"/>
                <a:gd name="connsiteY1391" fmla="*/ 800957 h 809625"/>
                <a:gd name="connsiteX1392" fmla="*/ 351663 w 847725"/>
                <a:gd name="connsiteY1392" fmla="*/ 801529 h 809625"/>
                <a:gd name="connsiteX1393" fmla="*/ 350996 w 847725"/>
                <a:gd name="connsiteY1393" fmla="*/ 802767 h 809625"/>
                <a:gd name="connsiteX1394" fmla="*/ 350615 w 847725"/>
                <a:gd name="connsiteY1394" fmla="*/ 803243 h 809625"/>
                <a:gd name="connsiteX1395" fmla="*/ 350044 w 847725"/>
                <a:gd name="connsiteY1395" fmla="*/ 803529 h 809625"/>
                <a:gd name="connsiteX1396" fmla="*/ 349663 w 847725"/>
                <a:gd name="connsiteY1396" fmla="*/ 803529 h 809625"/>
                <a:gd name="connsiteX1397" fmla="*/ 349282 w 847725"/>
                <a:gd name="connsiteY1397" fmla="*/ 803529 h 809625"/>
                <a:gd name="connsiteX1398" fmla="*/ 348806 w 847725"/>
                <a:gd name="connsiteY1398" fmla="*/ 803624 h 809625"/>
                <a:gd name="connsiteX1399" fmla="*/ 349472 w 847725"/>
                <a:gd name="connsiteY1399" fmla="*/ 804101 h 809625"/>
                <a:gd name="connsiteX1400" fmla="*/ 352425 w 847725"/>
                <a:gd name="connsiteY1400" fmla="*/ 804767 h 809625"/>
                <a:gd name="connsiteX1401" fmla="*/ 351854 w 847725"/>
                <a:gd name="connsiteY1401" fmla="*/ 804291 h 809625"/>
                <a:gd name="connsiteX1402" fmla="*/ 351568 w 847725"/>
                <a:gd name="connsiteY1402" fmla="*/ 803624 h 809625"/>
                <a:gd name="connsiteX1403" fmla="*/ 351663 w 847725"/>
                <a:gd name="connsiteY1403" fmla="*/ 803148 h 809625"/>
                <a:gd name="connsiteX1404" fmla="*/ 352425 w 847725"/>
                <a:gd name="connsiteY1404" fmla="*/ 803148 h 809625"/>
                <a:gd name="connsiteX1405" fmla="*/ 352997 w 847725"/>
                <a:gd name="connsiteY1405" fmla="*/ 803720 h 809625"/>
                <a:gd name="connsiteX1406" fmla="*/ 353378 w 847725"/>
                <a:gd name="connsiteY1406" fmla="*/ 804386 h 809625"/>
                <a:gd name="connsiteX1407" fmla="*/ 353854 w 847725"/>
                <a:gd name="connsiteY1407" fmla="*/ 804672 h 809625"/>
                <a:gd name="connsiteX1408" fmla="*/ 354616 w 847725"/>
                <a:gd name="connsiteY1408" fmla="*/ 803910 h 809625"/>
                <a:gd name="connsiteX1409" fmla="*/ 354711 w 847725"/>
                <a:gd name="connsiteY1409" fmla="*/ 804958 h 809625"/>
                <a:gd name="connsiteX1410" fmla="*/ 355283 w 847725"/>
                <a:gd name="connsiteY1410" fmla="*/ 805625 h 809625"/>
                <a:gd name="connsiteX1411" fmla="*/ 356045 w 847725"/>
                <a:gd name="connsiteY1411" fmla="*/ 805910 h 809625"/>
                <a:gd name="connsiteX1412" fmla="*/ 356807 w 847725"/>
                <a:gd name="connsiteY1412" fmla="*/ 805529 h 809625"/>
                <a:gd name="connsiteX1413" fmla="*/ 357188 w 847725"/>
                <a:gd name="connsiteY1413" fmla="*/ 804481 h 809625"/>
                <a:gd name="connsiteX1414" fmla="*/ 357188 w 847725"/>
                <a:gd name="connsiteY1414" fmla="*/ 802100 h 809625"/>
                <a:gd name="connsiteX1415" fmla="*/ 357854 w 847725"/>
                <a:gd name="connsiteY1415" fmla="*/ 801148 h 809625"/>
                <a:gd name="connsiteX1416" fmla="*/ 357854 w 847725"/>
                <a:gd name="connsiteY1416" fmla="*/ 801338 h 809625"/>
                <a:gd name="connsiteX1417" fmla="*/ 357854 w 847725"/>
                <a:gd name="connsiteY1417" fmla="*/ 801529 h 809625"/>
                <a:gd name="connsiteX1418" fmla="*/ 357950 w 847725"/>
                <a:gd name="connsiteY1418" fmla="*/ 801624 h 809625"/>
                <a:gd name="connsiteX1419" fmla="*/ 358140 w 847725"/>
                <a:gd name="connsiteY1419" fmla="*/ 801624 h 809625"/>
                <a:gd name="connsiteX1420" fmla="*/ 358140 w 847725"/>
                <a:gd name="connsiteY1420" fmla="*/ 802005 h 809625"/>
                <a:gd name="connsiteX1421" fmla="*/ 357854 w 847725"/>
                <a:gd name="connsiteY1421" fmla="*/ 802672 h 809625"/>
                <a:gd name="connsiteX1422" fmla="*/ 357378 w 847725"/>
                <a:gd name="connsiteY1422" fmla="*/ 805910 h 809625"/>
                <a:gd name="connsiteX1423" fmla="*/ 357188 w 847725"/>
                <a:gd name="connsiteY1423" fmla="*/ 806482 h 809625"/>
                <a:gd name="connsiteX1424" fmla="*/ 356997 w 847725"/>
                <a:gd name="connsiteY1424" fmla="*/ 806958 h 809625"/>
                <a:gd name="connsiteX1425" fmla="*/ 356807 w 847725"/>
                <a:gd name="connsiteY1425" fmla="*/ 807434 h 809625"/>
                <a:gd name="connsiteX1426" fmla="*/ 356711 w 847725"/>
                <a:gd name="connsiteY1426" fmla="*/ 808101 h 809625"/>
                <a:gd name="connsiteX1427" fmla="*/ 356807 w 847725"/>
                <a:gd name="connsiteY1427" fmla="*/ 808672 h 809625"/>
                <a:gd name="connsiteX1428" fmla="*/ 357092 w 847725"/>
                <a:gd name="connsiteY1428" fmla="*/ 808768 h 809625"/>
                <a:gd name="connsiteX1429" fmla="*/ 357569 w 847725"/>
                <a:gd name="connsiteY1429" fmla="*/ 808672 h 809625"/>
                <a:gd name="connsiteX1430" fmla="*/ 358140 w 847725"/>
                <a:gd name="connsiteY1430" fmla="*/ 808672 h 809625"/>
                <a:gd name="connsiteX1431" fmla="*/ 360140 w 847725"/>
                <a:gd name="connsiteY1431" fmla="*/ 809149 h 809625"/>
                <a:gd name="connsiteX1432" fmla="*/ 361283 w 847725"/>
                <a:gd name="connsiteY1432" fmla="*/ 809244 h 809625"/>
                <a:gd name="connsiteX1433" fmla="*/ 362141 w 847725"/>
                <a:gd name="connsiteY1433" fmla="*/ 809054 h 809625"/>
                <a:gd name="connsiteX1434" fmla="*/ 362712 w 847725"/>
                <a:gd name="connsiteY1434" fmla="*/ 808292 h 809625"/>
                <a:gd name="connsiteX1435" fmla="*/ 362617 w 847725"/>
                <a:gd name="connsiteY1435" fmla="*/ 807434 h 809625"/>
                <a:gd name="connsiteX1436" fmla="*/ 362045 w 847725"/>
                <a:gd name="connsiteY1436" fmla="*/ 806672 h 809625"/>
                <a:gd name="connsiteX1437" fmla="*/ 361379 w 847725"/>
                <a:gd name="connsiteY1437" fmla="*/ 806196 h 809625"/>
                <a:gd name="connsiteX1438" fmla="*/ 364236 w 847725"/>
                <a:gd name="connsiteY1438" fmla="*/ 807530 h 809625"/>
                <a:gd name="connsiteX1439" fmla="*/ 365760 w 847725"/>
                <a:gd name="connsiteY1439" fmla="*/ 808006 h 809625"/>
                <a:gd name="connsiteX1440" fmla="*/ 367284 w 847725"/>
                <a:gd name="connsiteY1440" fmla="*/ 808196 h 809625"/>
                <a:gd name="connsiteX1441" fmla="*/ 367665 w 847725"/>
                <a:gd name="connsiteY1441" fmla="*/ 807434 h 809625"/>
                <a:gd name="connsiteX1442" fmla="*/ 368237 w 847725"/>
                <a:gd name="connsiteY1442" fmla="*/ 803624 h 809625"/>
                <a:gd name="connsiteX1443" fmla="*/ 368522 w 847725"/>
                <a:gd name="connsiteY1443" fmla="*/ 802386 h 809625"/>
                <a:gd name="connsiteX1444" fmla="*/ 368903 w 847725"/>
                <a:gd name="connsiteY1444" fmla="*/ 802862 h 809625"/>
                <a:gd name="connsiteX1445" fmla="*/ 368999 w 847725"/>
                <a:gd name="connsiteY1445" fmla="*/ 804958 h 809625"/>
                <a:gd name="connsiteX1446" fmla="*/ 369189 w 847725"/>
                <a:gd name="connsiteY1446" fmla="*/ 805815 h 809625"/>
                <a:gd name="connsiteX1447" fmla="*/ 369951 w 847725"/>
                <a:gd name="connsiteY1447" fmla="*/ 804958 h 809625"/>
                <a:gd name="connsiteX1448" fmla="*/ 370427 w 847725"/>
                <a:gd name="connsiteY1448" fmla="*/ 804672 h 809625"/>
                <a:gd name="connsiteX1449" fmla="*/ 370808 w 847725"/>
                <a:gd name="connsiteY1449" fmla="*/ 804767 h 809625"/>
                <a:gd name="connsiteX1450" fmla="*/ 371094 w 847725"/>
                <a:gd name="connsiteY1450" fmla="*/ 805243 h 809625"/>
                <a:gd name="connsiteX1451" fmla="*/ 370999 w 847725"/>
                <a:gd name="connsiteY1451" fmla="*/ 806005 h 809625"/>
                <a:gd name="connsiteX1452" fmla="*/ 371285 w 847725"/>
                <a:gd name="connsiteY1452" fmla="*/ 806577 h 809625"/>
                <a:gd name="connsiteX1453" fmla="*/ 371666 w 847725"/>
                <a:gd name="connsiteY1453" fmla="*/ 806768 h 809625"/>
                <a:gd name="connsiteX1454" fmla="*/ 372142 w 847725"/>
                <a:gd name="connsiteY1454" fmla="*/ 806768 h 809625"/>
                <a:gd name="connsiteX1455" fmla="*/ 372618 w 847725"/>
                <a:gd name="connsiteY1455" fmla="*/ 806863 h 809625"/>
                <a:gd name="connsiteX1456" fmla="*/ 372809 w 847725"/>
                <a:gd name="connsiteY1456" fmla="*/ 807244 h 809625"/>
                <a:gd name="connsiteX1457" fmla="*/ 372999 w 847725"/>
                <a:gd name="connsiteY1457" fmla="*/ 807815 h 809625"/>
                <a:gd name="connsiteX1458" fmla="*/ 373475 w 847725"/>
                <a:gd name="connsiteY1458" fmla="*/ 808196 h 809625"/>
                <a:gd name="connsiteX1459" fmla="*/ 374047 w 847725"/>
                <a:gd name="connsiteY1459" fmla="*/ 808482 h 809625"/>
                <a:gd name="connsiteX1460" fmla="*/ 374618 w 847725"/>
                <a:gd name="connsiteY1460" fmla="*/ 808672 h 809625"/>
                <a:gd name="connsiteX1461" fmla="*/ 374714 w 847725"/>
                <a:gd name="connsiteY1461" fmla="*/ 808482 h 809625"/>
                <a:gd name="connsiteX1462" fmla="*/ 375190 w 847725"/>
                <a:gd name="connsiteY1462" fmla="*/ 808196 h 809625"/>
                <a:gd name="connsiteX1463" fmla="*/ 375761 w 847725"/>
                <a:gd name="connsiteY1463" fmla="*/ 808101 h 809625"/>
                <a:gd name="connsiteX1464" fmla="*/ 376047 w 847725"/>
                <a:gd name="connsiteY1464" fmla="*/ 808387 h 809625"/>
                <a:gd name="connsiteX1465" fmla="*/ 376142 w 847725"/>
                <a:gd name="connsiteY1465" fmla="*/ 808863 h 809625"/>
                <a:gd name="connsiteX1466" fmla="*/ 376333 w 847725"/>
                <a:gd name="connsiteY1466" fmla="*/ 809530 h 809625"/>
                <a:gd name="connsiteX1467" fmla="*/ 376619 w 847725"/>
                <a:gd name="connsiteY1467" fmla="*/ 810197 h 809625"/>
                <a:gd name="connsiteX1468" fmla="*/ 376904 w 847725"/>
                <a:gd name="connsiteY1468" fmla="*/ 810482 h 809625"/>
                <a:gd name="connsiteX1469" fmla="*/ 377476 w 847725"/>
                <a:gd name="connsiteY1469" fmla="*/ 810101 h 809625"/>
                <a:gd name="connsiteX1470" fmla="*/ 378047 w 847725"/>
                <a:gd name="connsiteY1470" fmla="*/ 809054 h 809625"/>
                <a:gd name="connsiteX1471" fmla="*/ 379000 w 847725"/>
                <a:gd name="connsiteY1471" fmla="*/ 806958 h 809625"/>
                <a:gd name="connsiteX1472" fmla="*/ 378333 w 847725"/>
                <a:gd name="connsiteY1472" fmla="*/ 805625 h 809625"/>
                <a:gd name="connsiteX1473" fmla="*/ 376904 w 847725"/>
                <a:gd name="connsiteY1473" fmla="*/ 800672 h 809625"/>
                <a:gd name="connsiteX1474" fmla="*/ 377476 w 847725"/>
                <a:gd name="connsiteY1474" fmla="*/ 800862 h 809625"/>
                <a:gd name="connsiteX1475" fmla="*/ 378714 w 847725"/>
                <a:gd name="connsiteY1475" fmla="*/ 801719 h 809625"/>
                <a:gd name="connsiteX1476" fmla="*/ 379571 w 847725"/>
                <a:gd name="connsiteY1476" fmla="*/ 801624 h 809625"/>
                <a:gd name="connsiteX1477" fmla="*/ 379476 w 847725"/>
                <a:gd name="connsiteY1477" fmla="*/ 802291 h 809625"/>
                <a:gd name="connsiteX1478" fmla="*/ 379095 w 847725"/>
                <a:gd name="connsiteY1478" fmla="*/ 803815 h 809625"/>
                <a:gd name="connsiteX1479" fmla="*/ 379381 w 847725"/>
                <a:gd name="connsiteY1479" fmla="*/ 805148 h 809625"/>
                <a:gd name="connsiteX1480" fmla="*/ 380048 w 847725"/>
                <a:gd name="connsiteY1480" fmla="*/ 806291 h 809625"/>
                <a:gd name="connsiteX1481" fmla="*/ 380905 w 847725"/>
                <a:gd name="connsiteY1481" fmla="*/ 807244 h 809625"/>
                <a:gd name="connsiteX1482" fmla="*/ 381667 w 847725"/>
                <a:gd name="connsiteY1482" fmla="*/ 807815 h 809625"/>
                <a:gd name="connsiteX1483" fmla="*/ 381667 w 847725"/>
                <a:gd name="connsiteY1483" fmla="*/ 808196 h 809625"/>
                <a:gd name="connsiteX1484" fmla="*/ 380905 w 847725"/>
                <a:gd name="connsiteY1484" fmla="*/ 808196 h 809625"/>
                <a:gd name="connsiteX1485" fmla="*/ 380524 w 847725"/>
                <a:gd name="connsiteY1485" fmla="*/ 808387 h 809625"/>
                <a:gd name="connsiteX1486" fmla="*/ 380143 w 847725"/>
                <a:gd name="connsiteY1486" fmla="*/ 809339 h 809625"/>
                <a:gd name="connsiteX1487" fmla="*/ 380048 w 847725"/>
                <a:gd name="connsiteY1487" fmla="*/ 809625 h 809625"/>
                <a:gd name="connsiteX1488" fmla="*/ 380143 w 847725"/>
                <a:gd name="connsiteY1488" fmla="*/ 810673 h 809625"/>
                <a:gd name="connsiteX1489" fmla="*/ 379952 w 847725"/>
                <a:gd name="connsiteY1489" fmla="*/ 810863 h 809625"/>
                <a:gd name="connsiteX1490" fmla="*/ 379190 w 847725"/>
                <a:gd name="connsiteY1490" fmla="*/ 811435 h 809625"/>
                <a:gd name="connsiteX1491" fmla="*/ 379000 w 847725"/>
                <a:gd name="connsiteY1491" fmla="*/ 811816 h 809625"/>
                <a:gd name="connsiteX1492" fmla="*/ 379476 w 847725"/>
                <a:gd name="connsiteY1492" fmla="*/ 812959 h 809625"/>
                <a:gd name="connsiteX1493" fmla="*/ 380429 w 847725"/>
                <a:gd name="connsiteY1493" fmla="*/ 813816 h 809625"/>
                <a:gd name="connsiteX1494" fmla="*/ 381381 w 847725"/>
                <a:gd name="connsiteY1494" fmla="*/ 813816 h 809625"/>
                <a:gd name="connsiteX1495" fmla="*/ 381572 w 847725"/>
                <a:gd name="connsiteY1495" fmla="*/ 812387 h 809625"/>
                <a:gd name="connsiteX1496" fmla="*/ 383096 w 847725"/>
                <a:gd name="connsiteY1496" fmla="*/ 813816 h 809625"/>
                <a:gd name="connsiteX1497" fmla="*/ 384048 w 847725"/>
                <a:gd name="connsiteY1497" fmla="*/ 814578 h 809625"/>
                <a:gd name="connsiteX1498" fmla="*/ 384524 w 847725"/>
                <a:gd name="connsiteY1498" fmla="*/ 814483 h 809625"/>
                <a:gd name="connsiteX1499" fmla="*/ 384429 w 847725"/>
                <a:gd name="connsiteY1499" fmla="*/ 813435 h 809625"/>
                <a:gd name="connsiteX1500" fmla="*/ 383858 w 847725"/>
                <a:gd name="connsiteY1500" fmla="*/ 811816 h 809625"/>
                <a:gd name="connsiteX1501" fmla="*/ 383858 w 847725"/>
                <a:gd name="connsiteY1501" fmla="*/ 810768 h 809625"/>
                <a:gd name="connsiteX1502" fmla="*/ 384143 w 847725"/>
                <a:gd name="connsiteY1502" fmla="*/ 809625 h 809625"/>
                <a:gd name="connsiteX1503" fmla="*/ 385096 w 847725"/>
                <a:gd name="connsiteY1503" fmla="*/ 807339 h 809625"/>
                <a:gd name="connsiteX1504" fmla="*/ 385286 w 847725"/>
                <a:gd name="connsiteY1504" fmla="*/ 806196 h 809625"/>
                <a:gd name="connsiteX1505" fmla="*/ 385191 w 847725"/>
                <a:gd name="connsiteY1505" fmla="*/ 805910 h 809625"/>
                <a:gd name="connsiteX1506" fmla="*/ 384715 w 847725"/>
                <a:gd name="connsiteY1506" fmla="*/ 805148 h 809625"/>
                <a:gd name="connsiteX1507" fmla="*/ 384524 w 847725"/>
                <a:gd name="connsiteY1507" fmla="*/ 804767 h 809625"/>
                <a:gd name="connsiteX1508" fmla="*/ 384429 w 847725"/>
                <a:gd name="connsiteY1508" fmla="*/ 804196 h 809625"/>
                <a:gd name="connsiteX1509" fmla="*/ 384524 w 847725"/>
                <a:gd name="connsiteY1509" fmla="*/ 802386 h 809625"/>
                <a:gd name="connsiteX1510" fmla="*/ 385858 w 847725"/>
                <a:gd name="connsiteY1510" fmla="*/ 805910 h 809625"/>
                <a:gd name="connsiteX1511" fmla="*/ 385858 w 847725"/>
                <a:gd name="connsiteY1511" fmla="*/ 806005 h 809625"/>
                <a:gd name="connsiteX1512" fmla="*/ 385858 w 847725"/>
                <a:gd name="connsiteY1512" fmla="*/ 805910 h 809625"/>
                <a:gd name="connsiteX1513" fmla="*/ 387096 w 847725"/>
                <a:gd name="connsiteY1513" fmla="*/ 804005 h 809625"/>
                <a:gd name="connsiteX1514" fmla="*/ 387477 w 847725"/>
                <a:gd name="connsiteY1514" fmla="*/ 803720 h 809625"/>
                <a:gd name="connsiteX1515" fmla="*/ 388430 w 847725"/>
                <a:gd name="connsiteY1515" fmla="*/ 803338 h 809625"/>
                <a:gd name="connsiteX1516" fmla="*/ 388811 w 847725"/>
                <a:gd name="connsiteY1516" fmla="*/ 803148 h 809625"/>
                <a:gd name="connsiteX1517" fmla="*/ 389001 w 847725"/>
                <a:gd name="connsiteY1517" fmla="*/ 803148 h 809625"/>
                <a:gd name="connsiteX1518" fmla="*/ 389477 w 847725"/>
                <a:gd name="connsiteY1518" fmla="*/ 803243 h 809625"/>
                <a:gd name="connsiteX1519" fmla="*/ 389668 w 847725"/>
                <a:gd name="connsiteY1519" fmla="*/ 803243 h 809625"/>
                <a:gd name="connsiteX1520" fmla="*/ 389858 w 847725"/>
                <a:gd name="connsiteY1520" fmla="*/ 803053 h 809625"/>
                <a:gd name="connsiteX1521" fmla="*/ 389763 w 847725"/>
                <a:gd name="connsiteY1521" fmla="*/ 802862 h 809625"/>
                <a:gd name="connsiteX1522" fmla="*/ 389573 w 847725"/>
                <a:gd name="connsiteY1522" fmla="*/ 802672 h 809625"/>
                <a:gd name="connsiteX1523" fmla="*/ 389477 w 847725"/>
                <a:gd name="connsiteY1523" fmla="*/ 802576 h 809625"/>
                <a:gd name="connsiteX1524" fmla="*/ 389573 w 847725"/>
                <a:gd name="connsiteY1524" fmla="*/ 802196 h 809625"/>
                <a:gd name="connsiteX1525" fmla="*/ 389573 w 847725"/>
                <a:gd name="connsiteY1525" fmla="*/ 801719 h 809625"/>
                <a:gd name="connsiteX1526" fmla="*/ 389668 w 847725"/>
                <a:gd name="connsiteY1526" fmla="*/ 801243 h 809625"/>
                <a:gd name="connsiteX1527" fmla="*/ 390144 w 847725"/>
                <a:gd name="connsiteY1527" fmla="*/ 800862 h 809625"/>
                <a:gd name="connsiteX1528" fmla="*/ 390716 w 847725"/>
                <a:gd name="connsiteY1528" fmla="*/ 800767 h 809625"/>
                <a:gd name="connsiteX1529" fmla="*/ 390906 w 847725"/>
                <a:gd name="connsiteY1529" fmla="*/ 801053 h 809625"/>
                <a:gd name="connsiteX1530" fmla="*/ 391001 w 847725"/>
                <a:gd name="connsiteY1530" fmla="*/ 801529 h 809625"/>
                <a:gd name="connsiteX1531" fmla="*/ 391287 w 847725"/>
                <a:gd name="connsiteY1531" fmla="*/ 802100 h 809625"/>
                <a:gd name="connsiteX1532" fmla="*/ 392049 w 847725"/>
                <a:gd name="connsiteY1532" fmla="*/ 802481 h 809625"/>
                <a:gd name="connsiteX1533" fmla="*/ 392811 w 847725"/>
                <a:gd name="connsiteY1533" fmla="*/ 802196 h 809625"/>
                <a:gd name="connsiteX1534" fmla="*/ 393478 w 847725"/>
                <a:gd name="connsiteY1534" fmla="*/ 801529 h 809625"/>
                <a:gd name="connsiteX1535" fmla="*/ 393954 w 847725"/>
                <a:gd name="connsiteY1535" fmla="*/ 800767 h 809625"/>
                <a:gd name="connsiteX1536" fmla="*/ 393859 w 847725"/>
                <a:gd name="connsiteY1536" fmla="*/ 800386 h 809625"/>
                <a:gd name="connsiteX1537" fmla="*/ 393668 w 847725"/>
                <a:gd name="connsiteY1537" fmla="*/ 799814 h 809625"/>
                <a:gd name="connsiteX1538" fmla="*/ 393668 w 847725"/>
                <a:gd name="connsiteY1538" fmla="*/ 799338 h 809625"/>
                <a:gd name="connsiteX1539" fmla="*/ 394335 w 847725"/>
                <a:gd name="connsiteY1539" fmla="*/ 799243 h 809625"/>
                <a:gd name="connsiteX1540" fmla="*/ 394621 w 847725"/>
                <a:gd name="connsiteY1540" fmla="*/ 799433 h 809625"/>
                <a:gd name="connsiteX1541" fmla="*/ 394811 w 847725"/>
                <a:gd name="connsiteY1541" fmla="*/ 799909 h 809625"/>
                <a:gd name="connsiteX1542" fmla="*/ 394907 w 847725"/>
                <a:gd name="connsiteY1542" fmla="*/ 800481 h 809625"/>
                <a:gd name="connsiteX1543" fmla="*/ 394907 w 847725"/>
                <a:gd name="connsiteY1543" fmla="*/ 800957 h 809625"/>
                <a:gd name="connsiteX1544" fmla="*/ 396621 w 847725"/>
                <a:gd name="connsiteY1544" fmla="*/ 799719 h 809625"/>
                <a:gd name="connsiteX1545" fmla="*/ 399002 w 847725"/>
                <a:gd name="connsiteY1545" fmla="*/ 799338 h 809625"/>
                <a:gd name="connsiteX1546" fmla="*/ 405098 w 847725"/>
                <a:gd name="connsiteY1546" fmla="*/ 799338 h 809625"/>
                <a:gd name="connsiteX1547" fmla="*/ 410337 w 847725"/>
                <a:gd name="connsiteY1547" fmla="*/ 799338 h 809625"/>
                <a:gd name="connsiteX1548" fmla="*/ 414433 w 847725"/>
                <a:gd name="connsiteY1548" fmla="*/ 799338 h 809625"/>
                <a:gd name="connsiteX1549" fmla="*/ 414433 w 847725"/>
                <a:gd name="connsiteY1549" fmla="*/ 791337 h 809625"/>
                <a:gd name="connsiteX1550" fmla="*/ 414433 w 847725"/>
                <a:gd name="connsiteY1550" fmla="*/ 785336 h 809625"/>
                <a:gd name="connsiteX1551" fmla="*/ 414433 w 847725"/>
                <a:gd name="connsiteY1551" fmla="*/ 780764 h 809625"/>
                <a:gd name="connsiteX1552" fmla="*/ 415576 w 847725"/>
                <a:gd name="connsiteY1552" fmla="*/ 778383 h 809625"/>
                <a:gd name="connsiteX1553" fmla="*/ 418338 w 847725"/>
                <a:gd name="connsiteY1553" fmla="*/ 778478 h 809625"/>
                <a:gd name="connsiteX1554" fmla="*/ 419100 w 847725"/>
                <a:gd name="connsiteY1554" fmla="*/ 779621 h 809625"/>
                <a:gd name="connsiteX1555" fmla="*/ 419386 w 847725"/>
                <a:gd name="connsiteY1555" fmla="*/ 782955 h 809625"/>
                <a:gd name="connsiteX1556" fmla="*/ 420434 w 847725"/>
                <a:gd name="connsiteY1556" fmla="*/ 783717 h 809625"/>
                <a:gd name="connsiteX1557" fmla="*/ 421005 w 847725"/>
                <a:gd name="connsiteY1557" fmla="*/ 783241 h 809625"/>
                <a:gd name="connsiteX1558" fmla="*/ 422624 w 847725"/>
                <a:gd name="connsiteY1558" fmla="*/ 780193 h 809625"/>
                <a:gd name="connsiteX1559" fmla="*/ 422815 w 847725"/>
                <a:gd name="connsiteY1559" fmla="*/ 779717 h 809625"/>
                <a:gd name="connsiteX1560" fmla="*/ 422910 w 847725"/>
                <a:gd name="connsiteY1560" fmla="*/ 779240 h 809625"/>
                <a:gd name="connsiteX1561" fmla="*/ 423196 w 847725"/>
                <a:gd name="connsiteY1561" fmla="*/ 778859 h 809625"/>
                <a:gd name="connsiteX1562" fmla="*/ 423958 w 847725"/>
                <a:gd name="connsiteY1562" fmla="*/ 778764 h 809625"/>
                <a:gd name="connsiteX1563" fmla="*/ 424434 w 847725"/>
                <a:gd name="connsiteY1563" fmla="*/ 778955 h 809625"/>
                <a:gd name="connsiteX1564" fmla="*/ 424910 w 847725"/>
                <a:gd name="connsiteY1564" fmla="*/ 779335 h 809625"/>
                <a:gd name="connsiteX1565" fmla="*/ 425291 w 847725"/>
                <a:gd name="connsiteY1565" fmla="*/ 779812 h 809625"/>
                <a:gd name="connsiteX1566" fmla="*/ 426339 w 847725"/>
                <a:gd name="connsiteY1566" fmla="*/ 781622 h 809625"/>
                <a:gd name="connsiteX1567" fmla="*/ 427101 w 847725"/>
                <a:gd name="connsiteY1567" fmla="*/ 782384 h 809625"/>
                <a:gd name="connsiteX1568" fmla="*/ 428054 w 847725"/>
                <a:gd name="connsiteY1568" fmla="*/ 782479 h 809625"/>
                <a:gd name="connsiteX1569" fmla="*/ 429482 w 847725"/>
                <a:gd name="connsiteY1569" fmla="*/ 781907 h 809625"/>
                <a:gd name="connsiteX1570" fmla="*/ 431673 w 847725"/>
                <a:gd name="connsiteY1570" fmla="*/ 780669 h 809625"/>
                <a:gd name="connsiteX1571" fmla="*/ 432721 w 847725"/>
                <a:gd name="connsiteY1571" fmla="*/ 780479 h 809625"/>
                <a:gd name="connsiteX1572" fmla="*/ 433959 w 847725"/>
                <a:gd name="connsiteY1572" fmla="*/ 780859 h 809625"/>
                <a:gd name="connsiteX1573" fmla="*/ 436912 w 847725"/>
                <a:gd name="connsiteY1573" fmla="*/ 782288 h 809625"/>
                <a:gd name="connsiteX1574" fmla="*/ 437864 w 847725"/>
                <a:gd name="connsiteY1574" fmla="*/ 782479 h 809625"/>
                <a:gd name="connsiteX1575" fmla="*/ 439960 w 847725"/>
                <a:gd name="connsiteY1575" fmla="*/ 782193 h 809625"/>
                <a:gd name="connsiteX1576" fmla="*/ 443865 w 847725"/>
                <a:gd name="connsiteY1576" fmla="*/ 780764 h 809625"/>
                <a:gd name="connsiteX1577" fmla="*/ 458724 w 847725"/>
                <a:gd name="connsiteY1577" fmla="*/ 781145 h 809625"/>
                <a:gd name="connsiteX1578" fmla="*/ 460248 w 847725"/>
                <a:gd name="connsiteY1578" fmla="*/ 781812 h 809625"/>
                <a:gd name="connsiteX1579" fmla="*/ 464344 w 847725"/>
                <a:gd name="connsiteY1579" fmla="*/ 786193 h 809625"/>
                <a:gd name="connsiteX1580" fmla="*/ 466630 w 847725"/>
                <a:gd name="connsiteY1580" fmla="*/ 787337 h 809625"/>
                <a:gd name="connsiteX1581" fmla="*/ 469487 w 847725"/>
                <a:gd name="connsiteY1581" fmla="*/ 787718 h 809625"/>
                <a:gd name="connsiteX1582" fmla="*/ 480155 w 847725"/>
                <a:gd name="connsiteY1582" fmla="*/ 787527 h 809625"/>
                <a:gd name="connsiteX1583" fmla="*/ 482441 w 847725"/>
                <a:gd name="connsiteY1583" fmla="*/ 787051 h 809625"/>
                <a:gd name="connsiteX1584" fmla="*/ 484346 w 847725"/>
                <a:gd name="connsiteY1584" fmla="*/ 785431 h 809625"/>
                <a:gd name="connsiteX1585" fmla="*/ 484918 w 847725"/>
                <a:gd name="connsiteY1585" fmla="*/ 784384 h 809625"/>
                <a:gd name="connsiteX1586" fmla="*/ 486156 w 847725"/>
                <a:gd name="connsiteY1586" fmla="*/ 780764 h 809625"/>
                <a:gd name="connsiteX1587" fmla="*/ 486728 w 847725"/>
                <a:gd name="connsiteY1587" fmla="*/ 779812 h 809625"/>
                <a:gd name="connsiteX1588" fmla="*/ 487394 w 847725"/>
                <a:gd name="connsiteY1588" fmla="*/ 779431 h 809625"/>
                <a:gd name="connsiteX1589" fmla="*/ 489204 w 847725"/>
                <a:gd name="connsiteY1589" fmla="*/ 779240 h 809625"/>
                <a:gd name="connsiteX1590" fmla="*/ 492252 w 847725"/>
                <a:gd name="connsiteY1590" fmla="*/ 778193 h 809625"/>
                <a:gd name="connsiteX1591" fmla="*/ 493300 w 847725"/>
                <a:gd name="connsiteY1591" fmla="*/ 778097 h 809625"/>
                <a:gd name="connsiteX1592" fmla="*/ 494348 w 847725"/>
                <a:gd name="connsiteY1592" fmla="*/ 777907 h 809625"/>
                <a:gd name="connsiteX1593" fmla="*/ 496253 w 847725"/>
                <a:gd name="connsiteY1593" fmla="*/ 776478 h 809625"/>
                <a:gd name="connsiteX1594" fmla="*/ 497300 w 847725"/>
                <a:gd name="connsiteY1594" fmla="*/ 776002 h 809625"/>
                <a:gd name="connsiteX1595" fmla="*/ 500158 w 847725"/>
                <a:gd name="connsiteY1595" fmla="*/ 775811 h 809625"/>
                <a:gd name="connsiteX1596" fmla="*/ 501110 w 847725"/>
                <a:gd name="connsiteY1596" fmla="*/ 775430 h 809625"/>
                <a:gd name="connsiteX1597" fmla="*/ 503492 w 847725"/>
                <a:gd name="connsiteY1597" fmla="*/ 773716 h 809625"/>
                <a:gd name="connsiteX1598" fmla="*/ 509016 w 847725"/>
                <a:gd name="connsiteY1598" fmla="*/ 772382 h 809625"/>
                <a:gd name="connsiteX1599" fmla="*/ 511207 w 847725"/>
                <a:gd name="connsiteY1599" fmla="*/ 772382 h 809625"/>
                <a:gd name="connsiteX1600" fmla="*/ 511874 w 847725"/>
                <a:gd name="connsiteY1600" fmla="*/ 773811 h 809625"/>
                <a:gd name="connsiteX1601" fmla="*/ 511588 w 847725"/>
                <a:gd name="connsiteY1601" fmla="*/ 774383 h 809625"/>
                <a:gd name="connsiteX1602" fmla="*/ 510635 w 847725"/>
                <a:gd name="connsiteY1602" fmla="*/ 774954 h 809625"/>
                <a:gd name="connsiteX1603" fmla="*/ 510350 w 847725"/>
                <a:gd name="connsiteY1603" fmla="*/ 775335 h 809625"/>
                <a:gd name="connsiteX1604" fmla="*/ 510350 w 847725"/>
                <a:gd name="connsiteY1604" fmla="*/ 776002 h 809625"/>
                <a:gd name="connsiteX1605" fmla="*/ 510826 w 847725"/>
                <a:gd name="connsiteY1605" fmla="*/ 778002 h 809625"/>
                <a:gd name="connsiteX1606" fmla="*/ 511112 w 847725"/>
                <a:gd name="connsiteY1606" fmla="*/ 780288 h 809625"/>
                <a:gd name="connsiteX1607" fmla="*/ 511492 w 847725"/>
                <a:gd name="connsiteY1607" fmla="*/ 781145 h 809625"/>
                <a:gd name="connsiteX1608" fmla="*/ 512350 w 847725"/>
                <a:gd name="connsiteY1608" fmla="*/ 782003 h 809625"/>
                <a:gd name="connsiteX1609" fmla="*/ 514255 w 847725"/>
                <a:gd name="connsiteY1609" fmla="*/ 782955 h 809625"/>
                <a:gd name="connsiteX1610" fmla="*/ 521303 w 847725"/>
                <a:gd name="connsiteY1610" fmla="*/ 783526 h 809625"/>
                <a:gd name="connsiteX1611" fmla="*/ 522351 w 847725"/>
                <a:gd name="connsiteY1611" fmla="*/ 783241 h 809625"/>
                <a:gd name="connsiteX1612" fmla="*/ 524351 w 847725"/>
                <a:gd name="connsiteY1612" fmla="*/ 782193 h 809625"/>
                <a:gd name="connsiteX1613" fmla="*/ 525399 w 847725"/>
                <a:gd name="connsiteY1613" fmla="*/ 781812 h 809625"/>
                <a:gd name="connsiteX1614" fmla="*/ 526352 w 847725"/>
                <a:gd name="connsiteY1614" fmla="*/ 781622 h 809625"/>
                <a:gd name="connsiteX1615" fmla="*/ 526637 w 847725"/>
                <a:gd name="connsiteY1615" fmla="*/ 781241 h 809625"/>
                <a:gd name="connsiteX1616" fmla="*/ 525971 w 847725"/>
                <a:gd name="connsiteY1616" fmla="*/ 780288 h 809625"/>
                <a:gd name="connsiteX1617" fmla="*/ 525780 w 847725"/>
                <a:gd name="connsiteY1617" fmla="*/ 779240 h 809625"/>
                <a:gd name="connsiteX1618" fmla="*/ 526637 w 847725"/>
                <a:gd name="connsiteY1618" fmla="*/ 778193 h 809625"/>
                <a:gd name="connsiteX1619" fmla="*/ 529876 w 847725"/>
                <a:gd name="connsiteY1619" fmla="*/ 776002 h 809625"/>
                <a:gd name="connsiteX1620" fmla="*/ 530828 w 847725"/>
                <a:gd name="connsiteY1620" fmla="*/ 775716 h 809625"/>
                <a:gd name="connsiteX1621" fmla="*/ 531876 w 847725"/>
                <a:gd name="connsiteY1621" fmla="*/ 775811 h 809625"/>
                <a:gd name="connsiteX1622" fmla="*/ 533019 w 847725"/>
                <a:gd name="connsiteY1622" fmla="*/ 776288 h 809625"/>
                <a:gd name="connsiteX1623" fmla="*/ 534067 w 847725"/>
                <a:gd name="connsiteY1623" fmla="*/ 776288 h 809625"/>
                <a:gd name="connsiteX1624" fmla="*/ 534638 w 847725"/>
                <a:gd name="connsiteY1624" fmla="*/ 775906 h 809625"/>
                <a:gd name="connsiteX1625" fmla="*/ 535019 w 847725"/>
                <a:gd name="connsiteY1625" fmla="*/ 775240 h 809625"/>
                <a:gd name="connsiteX1626" fmla="*/ 535591 w 847725"/>
                <a:gd name="connsiteY1626" fmla="*/ 774573 h 809625"/>
                <a:gd name="connsiteX1627" fmla="*/ 538163 w 847725"/>
                <a:gd name="connsiteY1627" fmla="*/ 773621 h 809625"/>
                <a:gd name="connsiteX1628" fmla="*/ 538639 w 847725"/>
                <a:gd name="connsiteY1628" fmla="*/ 773049 h 809625"/>
                <a:gd name="connsiteX1629" fmla="*/ 538258 w 847725"/>
                <a:gd name="connsiteY1629" fmla="*/ 771620 h 809625"/>
                <a:gd name="connsiteX1630" fmla="*/ 536448 w 847725"/>
                <a:gd name="connsiteY1630" fmla="*/ 771049 h 809625"/>
                <a:gd name="connsiteX1631" fmla="*/ 534353 w 847725"/>
                <a:gd name="connsiteY1631" fmla="*/ 770668 h 809625"/>
                <a:gd name="connsiteX1632" fmla="*/ 533114 w 847725"/>
                <a:gd name="connsiteY1632" fmla="*/ 770001 h 809625"/>
                <a:gd name="connsiteX1633" fmla="*/ 532924 w 847725"/>
                <a:gd name="connsiteY1633" fmla="*/ 769620 h 809625"/>
                <a:gd name="connsiteX1634" fmla="*/ 532829 w 847725"/>
                <a:gd name="connsiteY1634" fmla="*/ 769239 h 809625"/>
                <a:gd name="connsiteX1635" fmla="*/ 532829 w 847725"/>
                <a:gd name="connsiteY1635" fmla="*/ 768763 h 809625"/>
                <a:gd name="connsiteX1636" fmla="*/ 532924 w 847725"/>
                <a:gd name="connsiteY1636" fmla="*/ 768287 h 809625"/>
                <a:gd name="connsiteX1637" fmla="*/ 533019 w 847725"/>
                <a:gd name="connsiteY1637" fmla="*/ 767143 h 809625"/>
                <a:gd name="connsiteX1638" fmla="*/ 533210 w 847725"/>
                <a:gd name="connsiteY1638" fmla="*/ 766763 h 809625"/>
                <a:gd name="connsiteX1639" fmla="*/ 533305 w 847725"/>
                <a:gd name="connsiteY1639" fmla="*/ 766381 h 809625"/>
                <a:gd name="connsiteX1640" fmla="*/ 533210 w 847725"/>
                <a:gd name="connsiteY1640" fmla="*/ 766001 h 809625"/>
                <a:gd name="connsiteX1641" fmla="*/ 533019 w 847725"/>
                <a:gd name="connsiteY1641" fmla="*/ 765715 h 809625"/>
                <a:gd name="connsiteX1642" fmla="*/ 531971 w 847725"/>
                <a:gd name="connsiteY1642" fmla="*/ 764858 h 809625"/>
                <a:gd name="connsiteX1643" fmla="*/ 531781 w 847725"/>
                <a:gd name="connsiteY1643" fmla="*/ 763238 h 809625"/>
                <a:gd name="connsiteX1644" fmla="*/ 532162 w 847725"/>
                <a:gd name="connsiteY1644" fmla="*/ 761429 h 809625"/>
                <a:gd name="connsiteX1645" fmla="*/ 532924 w 847725"/>
                <a:gd name="connsiteY1645" fmla="*/ 760095 h 809625"/>
                <a:gd name="connsiteX1646" fmla="*/ 536448 w 847725"/>
                <a:gd name="connsiteY1646" fmla="*/ 758380 h 809625"/>
                <a:gd name="connsiteX1647" fmla="*/ 537496 w 847725"/>
                <a:gd name="connsiteY1647" fmla="*/ 757618 h 809625"/>
                <a:gd name="connsiteX1648" fmla="*/ 537115 w 847725"/>
                <a:gd name="connsiteY1648" fmla="*/ 757047 h 809625"/>
                <a:gd name="connsiteX1649" fmla="*/ 536067 w 847725"/>
                <a:gd name="connsiteY1649" fmla="*/ 755428 h 809625"/>
                <a:gd name="connsiteX1650" fmla="*/ 534257 w 847725"/>
                <a:gd name="connsiteY1650" fmla="*/ 750380 h 809625"/>
                <a:gd name="connsiteX1651" fmla="*/ 531114 w 847725"/>
                <a:gd name="connsiteY1651" fmla="*/ 745426 h 809625"/>
                <a:gd name="connsiteX1652" fmla="*/ 529685 w 847725"/>
                <a:gd name="connsiteY1652" fmla="*/ 742379 h 809625"/>
                <a:gd name="connsiteX1653" fmla="*/ 528542 w 847725"/>
                <a:gd name="connsiteY1653" fmla="*/ 739140 h 809625"/>
                <a:gd name="connsiteX1654" fmla="*/ 526733 w 847725"/>
                <a:gd name="connsiteY1654" fmla="*/ 731234 h 809625"/>
                <a:gd name="connsiteX1655" fmla="*/ 526161 w 847725"/>
                <a:gd name="connsiteY1655" fmla="*/ 729805 h 809625"/>
                <a:gd name="connsiteX1656" fmla="*/ 525304 w 847725"/>
                <a:gd name="connsiteY1656" fmla="*/ 728663 h 809625"/>
                <a:gd name="connsiteX1657" fmla="*/ 521970 w 847725"/>
                <a:gd name="connsiteY1657" fmla="*/ 725805 h 809625"/>
                <a:gd name="connsiteX1658" fmla="*/ 520160 w 847725"/>
                <a:gd name="connsiteY1658" fmla="*/ 723805 h 809625"/>
                <a:gd name="connsiteX1659" fmla="*/ 519589 w 847725"/>
                <a:gd name="connsiteY1659" fmla="*/ 722662 h 809625"/>
                <a:gd name="connsiteX1660" fmla="*/ 519303 w 847725"/>
                <a:gd name="connsiteY1660" fmla="*/ 721328 h 809625"/>
                <a:gd name="connsiteX1661" fmla="*/ 518922 w 847725"/>
                <a:gd name="connsiteY1661" fmla="*/ 719900 h 809625"/>
                <a:gd name="connsiteX1662" fmla="*/ 516827 w 847725"/>
                <a:gd name="connsiteY1662" fmla="*/ 717613 h 809625"/>
                <a:gd name="connsiteX1663" fmla="*/ 515969 w 847725"/>
                <a:gd name="connsiteY1663" fmla="*/ 716375 h 809625"/>
                <a:gd name="connsiteX1664" fmla="*/ 515588 w 847725"/>
                <a:gd name="connsiteY1664" fmla="*/ 714375 h 809625"/>
                <a:gd name="connsiteX1665" fmla="*/ 515874 w 847725"/>
                <a:gd name="connsiteY1665" fmla="*/ 707708 h 809625"/>
                <a:gd name="connsiteX1666" fmla="*/ 516160 w 847725"/>
                <a:gd name="connsiteY1666" fmla="*/ 702564 h 809625"/>
                <a:gd name="connsiteX1667" fmla="*/ 515969 w 847725"/>
                <a:gd name="connsiteY1667" fmla="*/ 700183 h 809625"/>
                <a:gd name="connsiteX1668" fmla="*/ 514826 w 847725"/>
                <a:gd name="connsiteY1668" fmla="*/ 698659 h 809625"/>
                <a:gd name="connsiteX1669" fmla="*/ 512731 w 847725"/>
                <a:gd name="connsiteY1669" fmla="*/ 698278 h 809625"/>
                <a:gd name="connsiteX1670" fmla="*/ 510731 w 847725"/>
                <a:gd name="connsiteY1670" fmla="*/ 698849 h 809625"/>
                <a:gd name="connsiteX1671" fmla="*/ 508730 w 847725"/>
                <a:gd name="connsiteY1671" fmla="*/ 699706 h 809625"/>
                <a:gd name="connsiteX1672" fmla="*/ 506635 w 847725"/>
                <a:gd name="connsiteY1672" fmla="*/ 700183 h 809625"/>
                <a:gd name="connsiteX1673" fmla="*/ 500444 w 847725"/>
                <a:gd name="connsiteY1673" fmla="*/ 700373 h 809625"/>
                <a:gd name="connsiteX1674" fmla="*/ 497491 w 847725"/>
                <a:gd name="connsiteY1674" fmla="*/ 699706 h 809625"/>
                <a:gd name="connsiteX1675" fmla="*/ 495395 w 847725"/>
                <a:gd name="connsiteY1675" fmla="*/ 698945 h 809625"/>
                <a:gd name="connsiteX1676" fmla="*/ 494633 w 847725"/>
                <a:gd name="connsiteY1676" fmla="*/ 698373 h 809625"/>
                <a:gd name="connsiteX1677" fmla="*/ 493871 w 847725"/>
                <a:gd name="connsiteY1677" fmla="*/ 697039 h 809625"/>
                <a:gd name="connsiteX1678" fmla="*/ 492824 w 847725"/>
                <a:gd name="connsiteY1678" fmla="*/ 693801 h 809625"/>
                <a:gd name="connsiteX1679" fmla="*/ 491871 w 847725"/>
                <a:gd name="connsiteY1679" fmla="*/ 692563 h 809625"/>
                <a:gd name="connsiteX1680" fmla="*/ 489680 w 847725"/>
                <a:gd name="connsiteY1680" fmla="*/ 690658 h 809625"/>
                <a:gd name="connsiteX1681" fmla="*/ 487585 w 847725"/>
                <a:gd name="connsiteY1681" fmla="*/ 688181 h 809625"/>
                <a:gd name="connsiteX1682" fmla="*/ 485870 w 847725"/>
                <a:gd name="connsiteY1682" fmla="*/ 685419 h 809625"/>
                <a:gd name="connsiteX1683" fmla="*/ 484918 w 847725"/>
                <a:gd name="connsiteY1683" fmla="*/ 682466 h 809625"/>
                <a:gd name="connsiteX1684" fmla="*/ 484918 w 847725"/>
                <a:gd name="connsiteY1684" fmla="*/ 681609 h 809625"/>
                <a:gd name="connsiteX1685" fmla="*/ 485394 w 847725"/>
                <a:gd name="connsiteY1685" fmla="*/ 678561 h 809625"/>
                <a:gd name="connsiteX1686" fmla="*/ 485394 w 847725"/>
                <a:gd name="connsiteY1686" fmla="*/ 676466 h 809625"/>
                <a:gd name="connsiteX1687" fmla="*/ 485585 w 847725"/>
                <a:gd name="connsiteY1687" fmla="*/ 675513 h 809625"/>
                <a:gd name="connsiteX1688" fmla="*/ 488442 w 847725"/>
                <a:gd name="connsiteY1688" fmla="*/ 670751 h 809625"/>
                <a:gd name="connsiteX1689" fmla="*/ 489204 w 847725"/>
                <a:gd name="connsiteY1689" fmla="*/ 668560 h 809625"/>
                <a:gd name="connsiteX1690" fmla="*/ 489490 w 847725"/>
                <a:gd name="connsiteY1690" fmla="*/ 666464 h 809625"/>
                <a:gd name="connsiteX1691" fmla="*/ 489109 w 847725"/>
                <a:gd name="connsiteY1691" fmla="*/ 664083 h 809625"/>
                <a:gd name="connsiteX1692" fmla="*/ 489013 w 847725"/>
                <a:gd name="connsiteY1692" fmla="*/ 662940 h 809625"/>
                <a:gd name="connsiteX1693" fmla="*/ 489299 w 847725"/>
                <a:gd name="connsiteY1693" fmla="*/ 661797 h 809625"/>
                <a:gd name="connsiteX1694" fmla="*/ 489775 w 847725"/>
                <a:gd name="connsiteY1694" fmla="*/ 660559 h 809625"/>
                <a:gd name="connsiteX1695" fmla="*/ 489966 w 847725"/>
                <a:gd name="connsiteY1695" fmla="*/ 659511 h 809625"/>
                <a:gd name="connsiteX1696" fmla="*/ 489775 w 847725"/>
                <a:gd name="connsiteY1696" fmla="*/ 657225 h 809625"/>
                <a:gd name="connsiteX1697" fmla="*/ 490061 w 847725"/>
                <a:gd name="connsiteY1697" fmla="*/ 652367 h 809625"/>
                <a:gd name="connsiteX1698" fmla="*/ 489775 w 847725"/>
                <a:gd name="connsiteY1698" fmla="*/ 650176 h 809625"/>
                <a:gd name="connsiteX1699" fmla="*/ 488252 w 847725"/>
                <a:gd name="connsiteY1699" fmla="*/ 648272 h 809625"/>
                <a:gd name="connsiteX1700" fmla="*/ 486346 w 847725"/>
                <a:gd name="connsiteY1700" fmla="*/ 647224 h 809625"/>
                <a:gd name="connsiteX1701" fmla="*/ 484346 w 847725"/>
                <a:gd name="connsiteY1701" fmla="*/ 646747 h 809625"/>
                <a:gd name="connsiteX1702" fmla="*/ 471678 w 847725"/>
                <a:gd name="connsiteY1702" fmla="*/ 647224 h 809625"/>
                <a:gd name="connsiteX1703" fmla="*/ 469392 w 847725"/>
                <a:gd name="connsiteY1703" fmla="*/ 646367 h 809625"/>
                <a:gd name="connsiteX1704" fmla="*/ 465582 w 847725"/>
                <a:gd name="connsiteY1704" fmla="*/ 642938 h 809625"/>
                <a:gd name="connsiteX1705" fmla="*/ 463391 w 847725"/>
                <a:gd name="connsiteY1705" fmla="*/ 641509 h 809625"/>
                <a:gd name="connsiteX1706" fmla="*/ 455200 w 847725"/>
                <a:gd name="connsiteY1706" fmla="*/ 638175 h 809625"/>
                <a:gd name="connsiteX1707" fmla="*/ 453581 w 847725"/>
                <a:gd name="connsiteY1707" fmla="*/ 636365 h 809625"/>
                <a:gd name="connsiteX1708" fmla="*/ 453200 w 847725"/>
                <a:gd name="connsiteY1708" fmla="*/ 633984 h 809625"/>
                <a:gd name="connsiteX1709" fmla="*/ 454343 w 847725"/>
                <a:gd name="connsiteY1709" fmla="*/ 627031 h 809625"/>
                <a:gd name="connsiteX1710" fmla="*/ 455486 w 847725"/>
                <a:gd name="connsiteY1710" fmla="*/ 619792 h 809625"/>
                <a:gd name="connsiteX1711" fmla="*/ 456914 w 847725"/>
                <a:gd name="connsiteY1711" fmla="*/ 615315 h 809625"/>
                <a:gd name="connsiteX1712" fmla="*/ 459105 w 847725"/>
                <a:gd name="connsiteY1712" fmla="*/ 611600 h 809625"/>
                <a:gd name="connsiteX1713" fmla="*/ 463867 w 847725"/>
                <a:gd name="connsiteY1713" fmla="*/ 606838 h 809625"/>
                <a:gd name="connsiteX1714" fmla="*/ 467296 w 847725"/>
                <a:gd name="connsiteY1714" fmla="*/ 604456 h 809625"/>
                <a:gd name="connsiteX1715" fmla="*/ 473488 w 847725"/>
                <a:gd name="connsiteY1715" fmla="*/ 598551 h 809625"/>
                <a:gd name="connsiteX1716" fmla="*/ 476631 w 847725"/>
                <a:gd name="connsiteY1716" fmla="*/ 593408 h 809625"/>
                <a:gd name="connsiteX1717" fmla="*/ 481108 w 847725"/>
                <a:gd name="connsiteY1717" fmla="*/ 589026 h 809625"/>
                <a:gd name="connsiteX1718" fmla="*/ 482346 w 847725"/>
                <a:gd name="connsiteY1718" fmla="*/ 587312 h 809625"/>
                <a:gd name="connsiteX1719" fmla="*/ 486251 w 847725"/>
                <a:gd name="connsiteY1719" fmla="*/ 575881 h 809625"/>
                <a:gd name="connsiteX1720" fmla="*/ 486823 w 847725"/>
                <a:gd name="connsiteY1720" fmla="*/ 574834 h 809625"/>
                <a:gd name="connsiteX1721" fmla="*/ 491395 w 847725"/>
                <a:gd name="connsiteY1721" fmla="*/ 570071 h 809625"/>
                <a:gd name="connsiteX1722" fmla="*/ 491966 w 847725"/>
                <a:gd name="connsiteY1722" fmla="*/ 569500 h 809625"/>
                <a:gd name="connsiteX1723" fmla="*/ 495586 w 847725"/>
                <a:gd name="connsiteY1723" fmla="*/ 566833 h 809625"/>
                <a:gd name="connsiteX1724" fmla="*/ 498538 w 847725"/>
                <a:gd name="connsiteY1724" fmla="*/ 563594 h 809625"/>
                <a:gd name="connsiteX1725" fmla="*/ 499491 w 847725"/>
                <a:gd name="connsiteY1725" fmla="*/ 562928 h 809625"/>
                <a:gd name="connsiteX1726" fmla="*/ 500444 w 847725"/>
                <a:gd name="connsiteY1726" fmla="*/ 562642 h 809625"/>
                <a:gd name="connsiteX1727" fmla="*/ 502444 w 847725"/>
                <a:gd name="connsiteY1727" fmla="*/ 562356 h 809625"/>
                <a:gd name="connsiteX1728" fmla="*/ 504444 w 847725"/>
                <a:gd name="connsiteY1728" fmla="*/ 561499 h 809625"/>
                <a:gd name="connsiteX1729" fmla="*/ 505492 w 847725"/>
                <a:gd name="connsiteY1729" fmla="*/ 561213 h 809625"/>
                <a:gd name="connsiteX1730" fmla="*/ 506635 w 847725"/>
                <a:gd name="connsiteY1730" fmla="*/ 561404 h 809625"/>
                <a:gd name="connsiteX1731" fmla="*/ 508159 w 847725"/>
                <a:gd name="connsiteY1731" fmla="*/ 561880 h 809625"/>
                <a:gd name="connsiteX1732" fmla="*/ 509683 w 847725"/>
                <a:gd name="connsiteY1732" fmla="*/ 562642 h 809625"/>
                <a:gd name="connsiteX1733" fmla="*/ 511016 w 847725"/>
                <a:gd name="connsiteY1733" fmla="*/ 563689 h 809625"/>
                <a:gd name="connsiteX1734" fmla="*/ 512731 w 847725"/>
                <a:gd name="connsiteY1734" fmla="*/ 565690 h 809625"/>
                <a:gd name="connsiteX1735" fmla="*/ 514255 w 847725"/>
                <a:gd name="connsiteY1735" fmla="*/ 566928 h 809625"/>
                <a:gd name="connsiteX1736" fmla="*/ 514921 w 847725"/>
                <a:gd name="connsiteY1736" fmla="*/ 567690 h 809625"/>
                <a:gd name="connsiteX1737" fmla="*/ 515398 w 847725"/>
                <a:gd name="connsiteY1737" fmla="*/ 568928 h 809625"/>
                <a:gd name="connsiteX1738" fmla="*/ 515207 w 847725"/>
                <a:gd name="connsiteY1738" fmla="*/ 571119 h 809625"/>
                <a:gd name="connsiteX1739" fmla="*/ 515398 w 847725"/>
                <a:gd name="connsiteY1739" fmla="*/ 572262 h 809625"/>
                <a:gd name="connsiteX1740" fmla="*/ 517017 w 847725"/>
                <a:gd name="connsiteY1740" fmla="*/ 576072 h 809625"/>
                <a:gd name="connsiteX1741" fmla="*/ 519017 w 847725"/>
                <a:gd name="connsiteY1741" fmla="*/ 579025 h 809625"/>
                <a:gd name="connsiteX1742" fmla="*/ 521684 w 847725"/>
                <a:gd name="connsiteY1742" fmla="*/ 580834 h 809625"/>
                <a:gd name="connsiteX1743" fmla="*/ 525399 w 847725"/>
                <a:gd name="connsiteY1743" fmla="*/ 581311 h 809625"/>
                <a:gd name="connsiteX1744" fmla="*/ 529685 w 847725"/>
                <a:gd name="connsiteY1744" fmla="*/ 580358 h 809625"/>
                <a:gd name="connsiteX1745" fmla="*/ 535686 w 847725"/>
                <a:gd name="connsiteY1745" fmla="*/ 577405 h 809625"/>
                <a:gd name="connsiteX1746" fmla="*/ 542163 w 847725"/>
                <a:gd name="connsiteY1746" fmla="*/ 574167 h 809625"/>
                <a:gd name="connsiteX1747" fmla="*/ 546163 w 847725"/>
                <a:gd name="connsiteY1747" fmla="*/ 572834 h 809625"/>
                <a:gd name="connsiteX1748" fmla="*/ 550640 w 847725"/>
                <a:gd name="connsiteY1748" fmla="*/ 571881 h 809625"/>
                <a:gd name="connsiteX1749" fmla="*/ 555212 w 847725"/>
                <a:gd name="connsiteY1749" fmla="*/ 571500 h 809625"/>
                <a:gd name="connsiteX1750" fmla="*/ 559403 w 847725"/>
                <a:gd name="connsiteY1750" fmla="*/ 571881 h 809625"/>
                <a:gd name="connsiteX1751" fmla="*/ 563785 w 847725"/>
                <a:gd name="connsiteY1751" fmla="*/ 571500 h 809625"/>
                <a:gd name="connsiteX1752" fmla="*/ 571214 w 847725"/>
                <a:gd name="connsiteY1752" fmla="*/ 569214 h 809625"/>
                <a:gd name="connsiteX1753" fmla="*/ 579596 w 847725"/>
                <a:gd name="connsiteY1753" fmla="*/ 566642 h 809625"/>
                <a:gd name="connsiteX1754" fmla="*/ 580358 w 847725"/>
                <a:gd name="connsiteY1754" fmla="*/ 566071 h 809625"/>
                <a:gd name="connsiteX1755" fmla="*/ 580644 w 847725"/>
                <a:gd name="connsiteY1755" fmla="*/ 565213 h 809625"/>
                <a:gd name="connsiteX1756" fmla="*/ 581216 w 847725"/>
                <a:gd name="connsiteY1756" fmla="*/ 557975 h 809625"/>
                <a:gd name="connsiteX1757" fmla="*/ 581501 w 847725"/>
                <a:gd name="connsiteY1757" fmla="*/ 556831 h 809625"/>
                <a:gd name="connsiteX1758" fmla="*/ 582073 w 847725"/>
                <a:gd name="connsiteY1758" fmla="*/ 555593 h 809625"/>
                <a:gd name="connsiteX1759" fmla="*/ 586264 w 847725"/>
                <a:gd name="connsiteY1759" fmla="*/ 550069 h 809625"/>
                <a:gd name="connsiteX1760" fmla="*/ 592741 w 847725"/>
                <a:gd name="connsiteY1760" fmla="*/ 544735 h 809625"/>
                <a:gd name="connsiteX1761" fmla="*/ 594836 w 847725"/>
                <a:gd name="connsiteY1761" fmla="*/ 542544 h 809625"/>
                <a:gd name="connsiteX1762" fmla="*/ 596265 w 847725"/>
                <a:gd name="connsiteY1762" fmla="*/ 539972 h 809625"/>
                <a:gd name="connsiteX1763" fmla="*/ 597313 w 847725"/>
                <a:gd name="connsiteY1763" fmla="*/ 537115 h 809625"/>
                <a:gd name="connsiteX1764" fmla="*/ 600361 w 847725"/>
                <a:gd name="connsiteY1764" fmla="*/ 525113 h 809625"/>
                <a:gd name="connsiteX1765" fmla="*/ 601599 w 847725"/>
                <a:gd name="connsiteY1765" fmla="*/ 522637 h 809625"/>
                <a:gd name="connsiteX1766" fmla="*/ 605504 w 847725"/>
                <a:gd name="connsiteY1766" fmla="*/ 517874 h 809625"/>
                <a:gd name="connsiteX1767" fmla="*/ 606933 w 847725"/>
                <a:gd name="connsiteY1767" fmla="*/ 516826 h 809625"/>
                <a:gd name="connsiteX1768" fmla="*/ 614458 w 847725"/>
                <a:gd name="connsiteY1768" fmla="*/ 512921 h 809625"/>
                <a:gd name="connsiteX1769" fmla="*/ 621411 w 847725"/>
                <a:gd name="connsiteY1769" fmla="*/ 509302 h 809625"/>
                <a:gd name="connsiteX1770" fmla="*/ 627412 w 847725"/>
                <a:gd name="connsiteY1770" fmla="*/ 506159 h 809625"/>
                <a:gd name="connsiteX1771" fmla="*/ 634175 w 847725"/>
                <a:gd name="connsiteY1771" fmla="*/ 502634 h 809625"/>
                <a:gd name="connsiteX1772" fmla="*/ 635032 w 847725"/>
                <a:gd name="connsiteY1772" fmla="*/ 502063 h 809625"/>
                <a:gd name="connsiteX1773" fmla="*/ 635699 w 847725"/>
                <a:gd name="connsiteY1773" fmla="*/ 501205 h 809625"/>
                <a:gd name="connsiteX1774" fmla="*/ 637413 w 847725"/>
                <a:gd name="connsiteY1774" fmla="*/ 497014 h 809625"/>
                <a:gd name="connsiteX1775" fmla="*/ 638747 w 847725"/>
                <a:gd name="connsiteY1775" fmla="*/ 494729 h 809625"/>
                <a:gd name="connsiteX1776" fmla="*/ 641985 w 847725"/>
                <a:gd name="connsiteY1776" fmla="*/ 490347 h 809625"/>
                <a:gd name="connsiteX1777" fmla="*/ 646081 w 847725"/>
                <a:gd name="connsiteY1777" fmla="*/ 482441 h 809625"/>
                <a:gd name="connsiteX1778" fmla="*/ 648653 w 847725"/>
                <a:gd name="connsiteY1778" fmla="*/ 477488 h 809625"/>
                <a:gd name="connsiteX1779" fmla="*/ 651510 w 847725"/>
                <a:gd name="connsiteY1779" fmla="*/ 471868 h 809625"/>
                <a:gd name="connsiteX1780" fmla="*/ 654272 w 847725"/>
                <a:gd name="connsiteY1780" fmla="*/ 463010 h 809625"/>
                <a:gd name="connsiteX1781" fmla="*/ 656558 w 847725"/>
                <a:gd name="connsiteY1781" fmla="*/ 455676 h 809625"/>
                <a:gd name="connsiteX1782" fmla="*/ 658844 w 847725"/>
                <a:gd name="connsiteY1782" fmla="*/ 448342 h 809625"/>
                <a:gd name="connsiteX1783" fmla="*/ 659606 w 847725"/>
                <a:gd name="connsiteY1783" fmla="*/ 447389 h 809625"/>
                <a:gd name="connsiteX1784" fmla="*/ 668655 w 847725"/>
                <a:gd name="connsiteY1784" fmla="*/ 443103 h 809625"/>
                <a:gd name="connsiteX1785" fmla="*/ 678275 w 847725"/>
                <a:gd name="connsiteY1785" fmla="*/ 440912 h 809625"/>
                <a:gd name="connsiteX1786" fmla="*/ 680276 w 847725"/>
                <a:gd name="connsiteY1786" fmla="*/ 439769 h 809625"/>
                <a:gd name="connsiteX1787" fmla="*/ 689038 w 847725"/>
                <a:gd name="connsiteY1787" fmla="*/ 432435 h 809625"/>
                <a:gd name="connsiteX1788" fmla="*/ 689134 w 847725"/>
                <a:gd name="connsiteY1788" fmla="*/ 431483 h 809625"/>
                <a:gd name="connsiteX1789" fmla="*/ 689229 w 847725"/>
                <a:gd name="connsiteY1789" fmla="*/ 430721 h 809625"/>
                <a:gd name="connsiteX1790" fmla="*/ 688467 w 847725"/>
                <a:gd name="connsiteY1790" fmla="*/ 428054 h 809625"/>
                <a:gd name="connsiteX1791" fmla="*/ 687229 w 847725"/>
                <a:gd name="connsiteY1791" fmla="*/ 425482 h 809625"/>
                <a:gd name="connsiteX1792" fmla="*/ 686181 w 847725"/>
                <a:gd name="connsiteY1792" fmla="*/ 423863 h 809625"/>
                <a:gd name="connsiteX1793" fmla="*/ 683609 w 847725"/>
                <a:gd name="connsiteY1793" fmla="*/ 422434 h 809625"/>
                <a:gd name="connsiteX1794" fmla="*/ 683800 w 847725"/>
                <a:gd name="connsiteY1794" fmla="*/ 422148 h 809625"/>
                <a:gd name="connsiteX1795" fmla="*/ 684181 w 847725"/>
                <a:gd name="connsiteY1795" fmla="*/ 421196 h 809625"/>
                <a:gd name="connsiteX1796" fmla="*/ 685038 w 847725"/>
                <a:gd name="connsiteY1796" fmla="*/ 420338 h 809625"/>
                <a:gd name="connsiteX1797" fmla="*/ 686086 w 847725"/>
                <a:gd name="connsiteY1797" fmla="*/ 419767 h 809625"/>
                <a:gd name="connsiteX1798" fmla="*/ 687038 w 847725"/>
                <a:gd name="connsiteY1798" fmla="*/ 419862 h 809625"/>
                <a:gd name="connsiteX1799" fmla="*/ 686943 w 847725"/>
                <a:gd name="connsiteY1799" fmla="*/ 419481 h 809625"/>
                <a:gd name="connsiteX1800" fmla="*/ 686848 w 847725"/>
                <a:gd name="connsiteY1800" fmla="*/ 418624 h 809625"/>
                <a:gd name="connsiteX1801" fmla="*/ 686753 w 847725"/>
                <a:gd name="connsiteY1801" fmla="*/ 418243 h 809625"/>
                <a:gd name="connsiteX1802" fmla="*/ 687610 w 847725"/>
                <a:gd name="connsiteY1802" fmla="*/ 418529 h 809625"/>
                <a:gd name="connsiteX1803" fmla="*/ 688277 w 847725"/>
                <a:gd name="connsiteY1803" fmla="*/ 418433 h 809625"/>
                <a:gd name="connsiteX1804" fmla="*/ 688753 w 847725"/>
                <a:gd name="connsiteY1804" fmla="*/ 418052 h 809625"/>
                <a:gd name="connsiteX1805" fmla="*/ 691420 w 847725"/>
                <a:gd name="connsiteY1805" fmla="*/ 414338 h 809625"/>
                <a:gd name="connsiteX1806" fmla="*/ 691706 w 847725"/>
                <a:gd name="connsiteY1806" fmla="*/ 413575 h 809625"/>
                <a:gd name="connsiteX1807" fmla="*/ 692182 w 847725"/>
                <a:gd name="connsiteY1807" fmla="*/ 413099 h 809625"/>
                <a:gd name="connsiteX1808" fmla="*/ 694277 w 847725"/>
                <a:gd name="connsiteY1808" fmla="*/ 412528 h 809625"/>
                <a:gd name="connsiteX1809" fmla="*/ 694944 w 847725"/>
                <a:gd name="connsiteY1809" fmla="*/ 411766 h 809625"/>
                <a:gd name="connsiteX1810" fmla="*/ 695135 w 847725"/>
                <a:gd name="connsiteY1810" fmla="*/ 410337 h 809625"/>
                <a:gd name="connsiteX1811" fmla="*/ 694944 w 847725"/>
                <a:gd name="connsiteY1811" fmla="*/ 409194 h 809625"/>
                <a:gd name="connsiteX1812" fmla="*/ 694849 w 847725"/>
                <a:gd name="connsiteY1812" fmla="*/ 408146 h 809625"/>
                <a:gd name="connsiteX1813" fmla="*/ 695420 w 847725"/>
                <a:gd name="connsiteY1813" fmla="*/ 407003 h 809625"/>
                <a:gd name="connsiteX1814" fmla="*/ 696182 w 847725"/>
                <a:gd name="connsiteY1814" fmla="*/ 406051 h 809625"/>
                <a:gd name="connsiteX1815" fmla="*/ 696944 w 847725"/>
                <a:gd name="connsiteY1815" fmla="*/ 405384 h 809625"/>
                <a:gd name="connsiteX1816" fmla="*/ 697802 w 847725"/>
                <a:gd name="connsiteY1816" fmla="*/ 404813 h 809625"/>
                <a:gd name="connsiteX1817" fmla="*/ 698945 w 847725"/>
                <a:gd name="connsiteY1817" fmla="*/ 404241 h 809625"/>
                <a:gd name="connsiteX1818" fmla="*/ 700183 w 847725"/>
                <a:gd name="connsiteY1818" fmla="*/ 403955 h 809625"/>
                <a:gd name="connsiteX1819" fmla="*/ 700564 w 847725"/>
                <a:gd name="connsiteY1819" fmla="*/ 403670 h 809625"/>
                <a:gd name="connsiteX1820" fmla="*/ 700754 w 847725"/>
                <a:gd name="connsiteY1820" fmla="*/ 402812 h 809625"/>
                <a:gd name="connsiteX1821" fmla="*/ 700945 w 847725"/>
                <a:gd name="connsiteY1821" fmla="*/ 402336 h 809625"/>
                <a:gd name="connsiteX1822" fmla="*/ 701707 w 847725"/>
                <a:gd name="connsiteY1822" fmla="*/ 401764 h 809625"/>
                <a:gd name="connsiteX1823" fmla="*/ 702088 w 847725"/>
                <a:gd name="connsiteY1823" fmla="*/ 400526 h 809625"/>
                <a:gd name="connsiteX1824" fmla="*/ 702469 w 847725"/>
                <a:gd name="connsiteY1824" fmla="*/ 400050 h 809625"/>
                <a:gd name="connsiteX1825" fmla="*/ 703326 w 847725"/>
                <a:gd name="connsiteY1825" fmla="*/ 399288 h 809625"/>
                <a:gd name="connsiteX1826" fmla="*/ 704374 w 847725"/>
                <a:gd name="connsiteY1826" fmla="*/ 397669 h 809625"/>
                <a:gd name="connsiteX1827" fmla="*/ 704850 w 847725"/>
                <a:gd name="connsiteY1827" fmla="*/ 397192 h 809625"/>
                <a:gd name="connsiteX1828" fmla="*/ 705612 w 847725"/>
                <a:gd name="connsiteY1828" fmla="*/ 396621 h 809625"/>
                <a:gd name="connsiteX1829" fmla="*/ 705993 w 847725"/>
                <a:gd name="connsiteY1829" fmla="*/ 396145 h 809625"/>
                <a:gd name="connsiteX1830" fmla="*/ 705898 w 847725"/>
                <a:gd name="connsiteY1830" fmla="*/ 395764 h 809625"/>
                <a:gd name="connsiteX1831" fmla="*/ 705422 w 847725"/>
                <a:gd name="connsiteY1831" fmla="*/ 394525 h 809625"/>
                <a:gd name="connsiteX1832" fmla="*/ 705612 w 847725"/>
                <a:gd name="connsiteY1832" fmla="*/ 394240 h 809625"/>
                <a:gd name="connsiteX1833" fmla="*/ 706660 w 847725"/>
                <a:gd name="connsiteY1833" fmla="*/ 393954 h 809625"/>
                <a:gd name="connsiteX1834" fmla="*/ 707708 w 847725"/>
                <a:gd name="connsiteY1834" fmla="*/ 393097 h 809625"/>
                <a:gd name="connsiteX1835" fmla="*/ 708279 w 847725"/>
                <a:gd name="connsiteY1835" fmla="*/ 392049 h 809625"/>
                <a:gd name="connsiteX1836" fmla="*/ 707898 w 847725"/>
                <a:gd name="connsiteY1836" fmla="*/ 390906 h 809625"/>
                <a:gd name="connsiteX1837" fmla="*/ 708279 w 847725"/>
                <a:gd name="connsiteY1837" fmla="*/ 390239 h 809625"/>
                <a:gd name="connsiteX1838" fmla="*/ 708755 w 847725"/>
                <a:gd name="connsiteY1838" fmla="*/ 389668 h 809625"/>
                <a:gd name="connsiteX1839" fmla="*/ 709327 w 847725"/>
                <a:gd name="connsiteY1839" fmla="*/ 389287 h 809625"/>
                <a:gd name="connsiteX1840" fmla="*/ 709994 w 847725"/>
                <a:gd name="connsiteY1840" fmla="*/ 389096 h 809625"/>
                <a:gd name="connsiteX1841" fmla="*/ 710565 w 847725"/>
                <a:gd name="connsiteY1841" fmla="*/ 389192 h 809625"/>
                <a:gd name="connsiteX1842" fmla="*/ 711899 w 847725"/>
                <a:gd name="connsiteY1842" fmla="*/ 389572 h 809625"/>
                <a:gd name="connsiteX1843" fmla="*/ 713042 w 847725"/>
                <a:gd name="connsiteY1843" fmla="*/ 389668 h 809625"/>
                <a:gd name="connsiteX1844" fmla="*/ 713423 w 847725"/>
                <a:gd name="connsiteY1844" fmla="*/ 389192 h 809625"/>
                <a:gd name="connsiteX1845" fmla="*/ 713613 w 847725"/>
                <a:gd name="connsiteY1845" fmla="*/ 388334 h 809625"/>
                <a:gd name="connsiteX1846" fmla="*/ 714185 w 847725"/>
                <a:gd name="connsiteY1846" fmla="*/ 387287 h 809625"/>
                <a:gd name="connsiteX1847" fmla="*/ 715137 w 847725"/>
                <a:gd name="connsiteY1847" fmla="*/ 386429 h 809625"/>
                <a:gd name="connsiteX1848" fmla="*/ 715994 w 847725"/>
                <a:gd name="connsiteY1848" fmla="*/ 385953 h 809625"/>
                <a:gd name="connsiteX1849" fmla="*/ 716947 w 847725"/>
                <a:gd name="connsiteY1849" fmla="*/ 385763 h 809625"/>
                <a:gd name="connsiteX1850" fmla="*/ 718090 w 847725"/>
                <a:gd name="connsiteY1850" fmla="*/ 385763 h 809625"/>
                <a:gd name="connsiteX1851" fmla="*/ 719138 w 847725"/>
                <a:gd name="connsiteY1851" fmla="*/ 385381 h 809625"/>
                <a:gd name="connsiteX1852" fmla="*/ 719995 w 847725"/>
                <a:gd name="connsiteY1852" fmla="*/ 384524 h 809625"/>
                <a:gd name="connsiteX1853" fmla="*/ 720757 w 847725"/>
                <a:gd name="connsiteY1853" fmla="*/ 383572 h 809625"/>
                <a:gd name="connsiteX1854" fmla="*/ 721519 w 847725"/>
                <a:gd name="connsiteY1854" fmla="*/ 382810 h 809625"/>
                <a:gd name="connsiteX1855" fmla="*/ 721519 w 847725"/>
                <a:gd name="connsiteY1855" fmla="*/ 381571 h 809625"/>
                <a:gd name="connsiteX1856" fmla="*/ 722281 w 847725"/>
                <a:gd name="connsiteY1856" fmla="*/ 380524 h 809625"/>
                <a:gd name="connsiteX1857" fmla="*/ 723424 w 847725"/>
                <a:gd name="connsiteY1857" fmla="*/ 379667 h 809625"/>
                <a:gd name="connsiteX1858" fmla="*/ 726472 w 847725"/>
                <a:gd name="connsiteY1858" fmla="*/ 378047 h 809625"/>
                <a:gd name="connsiteX1859" fmla="*/ 725996 w 847725"/>
                <a:gd name="connsiteY1859" fmla="*/ 377476 h 809625"/>
                <a:gd name="connsiteX1860" fmla="*/ 725043 w 847725"/>
                <a:gd name="connsiteY1860" fmla="*/ 376618 h 809625"/>
                <a:gd name="connsiteX1861" fmla="*/ 724281 w 847725"/>
                <a:gd name="connsiteY1861" fmla="*/ 376142 h 809625"/>
                <a:gd name="connsiteX1862" fmla="*/ 723233 w 847725"/>
                <a:gd name="connsiteY1862" fmla="*/ 376142 h 809625"/>
                <a:gd name="connsiteX1863" fmla="*/ 720947 w 847725"/>
                <a:gd name="connsiteY1863" fmla="*/ 376523 h 809625"/>
                <a:gd name="connsiteX1864" fmla="*/ 720090 w 847725"/>
                <a:gd name="connsiteY1864" fmla="*/ 376142 h 809625"/>
                <a:gd name="connsiteX1865" fmla="*/ 719423 w 847725"/>
                <a:gd name="connsiteY1865" fmla="*/ 375285 h 809625"/>
                <a:gd name="connsiteX1866" fmla="*/ 718947 w 847725"/>
                <a:gd name="connsiteY1866" fmla="*/ 374523 h 809625"/>
                <a:gd name="connsiteX1867" fmla="*/ 718661 w 847725"/>
                <a:gd name="connsiteY1867" fmla="*/ 373666 h 809625"/>
                <a:gd name="connsiteX1868" fmla="*/ 718471 w 847725"/>
                <a:gd name="connsiteY1868" fmla="*/ 372523 h 809625"/>
                <a:gd name="connsiteX1869" fmla="*/ 718661 w 847725"/>
                <a:gd name="connsiteY1869" fmla="*/ 371284 h 809625"/>
                <a:gd name="connsiteX1870" fmla="*/ 719519 w 847725"/>
                <a:gd name="connsiteY1870" fmla="*/ 368808 h 809625"/>
                <a:gd name="connsiteX1871" fmla="*/ 719519 w 847725"/>
                <a:gd name="connsiteY1871" fmla="*/ 366046 h 809625"/>
                <a:gd name="connsiteX1872" fmla="*/ 719900 w 847725"/>
                <a:gd name="connsiteY1872" fmla="*/ 364617 h 809625"/>
                <a:gd name="connsiteX1873" fmla="*/ 721995 w 847725"/>
                <a:gd name="connsiteY1873" fmla="*/ 359378 h 809625"/>
                <a:gd name="connsiteX1874" fmla="*/ 722662 w 847725"/>
                <a:gd name="connsiteY1874" fmla="*/ 358330 h 809625"/>
                <a:gd name="connsiteX1875" fmla="*/ 723519 w 847725"/>
                <a:gd name="connsiteY1875" fmla="*/ 357283 h 809625"/>
                <a:gd name="connsiteX1876" fmla="*/ 724186 w 847725"/>
                <a:gd name="connsiteY1876" fmla="*/ 356330 h 809625"/>
                <a:gd name="connsiteX1877" fmla="*/ 724472 w 847725"/>
                <a:gd name="connsiteY1877" fmla="*/ 355187 h 809625"/>
                <a:gd name="connsiteX1878" fmla="*/ 724376 w 847725"/>
                <a:gd name="connsiteY1878" fmla="*/ 354044 h 809625"/>
                <a:gd name="connsiteX1879" fmla="*/ 722757 w 847725"/>
                <a:gd name="connsiteY1879" fmla="*/ 351568 h 809625"/>
                <a:gd name="connsiteX1880" fmla="*/ 721233 w 847725"/>
                <a:gd name="connsiteY1880" fmla="*/ 345758 h 809625"/>
                <a:gd name="connsiteX1881" fmla="*/ 718280 w 847725"/>
                <a:gd name="connsiteY1881" fmla="*/ 340328 h 809625"/>
                <a:gd name="connsiteX1882" fmla="*/ 717709 w 847725"/>
                <a:gd name="connsiteY1882" fmla="*/ 339662 h 809625"/>
                <a:gd name="connsiteX1883" fmla="*/ 717899 w 847725"/>
                <a:gd name="connsiteY1883" fmla="*/ 339471 h 809625"/>
                <a:gd name="connsiteX1884" fmla="*/ 718471 w 847725"/>
                <a:gd name="connsiteY1884" fmla="*/ 338518 h 809625"/>
                <a:gd name="connsiteX1885" fmla="*/ 718566 w 847725"/>
                <a:gd name="connsiteY1885" fmla="*/ 338423 h 809625"/>
                <a:gd name="connsiteX1886" fmla="*/ 718947 w 847725"/>
                <a:gd name="connsiteY1886" fmla="*/ 338233 h 809625"/>
                <a:gd name="connsiteX1887" fmla="*/ 719138 w 847725"/>
                <a:gd name="connsiteY1887" fmla="*/ 338138 h 809625"/>
                <a:gd name="connsiteX1888" fmla="*/ 719233 w 847725"/>
                <a:gd name="connsiteY1888" fmla="*/ 337852 h 809625"/>
                <a:gd name="connsiteX1889" fmla="*/ 719423 w 847725"/>
                <a:gd name="connsiteY1889" fmla="*/ 337090 h 809625"/>
                <a:gd name="connsiteX1890" fmla="*/ 719519 w 847725"/>
                <a:gd name="connsiteY1890" fmla="*/ 336804 h 809625"/>
                <a:gd name="connsiteX1891" fmla="*/ 719900 w 847725"/>
                <a:gd name="connsiteY1891" fmla="*/ 336233 h 809625"/>
                <a:gd name="connsiteX1892" fmla="*/ 720090 w 847725"/>
                <a:gd name="connsiteY1892" fmla="*/ 336042 h 809625"/>
                <a:gd name="connsiteX1893" fmla="*/ 720185 w 847725"/>
                <a:gd name="connsiteY1893" fmla="*/ 335756 h 809625"/>
                <a:gd name="connsiteX1894" fmla="*/ 720185 w 847725"/>
                <a:gd name="connsiteY1894" fmla="*/ 334899 h 809625"/>
                <a:gd name="connsiteX1895" fmla="*/ 720376 w 847725"/>
                <a:gd name="connsiteY1895" fmla="*/ 333566 h 809625"/>
                <a:gd name="connsiteX1896" fmla="*/ 720852 w 847725"/>
                <a:gd name="connsiteY1896" fmla="*/ 332613 h 809625"/>
                <a:gd name="connsiteX1897" fmla="*/ 721614 w 847725"/>
                <a:gd name="connsiteY1897" fmla="*/ 331756 h 809625"/>
                <a:gd name="connsiteX1898" fmla="*/ 725615 w 847725"/>
                <a:gd name="connsiteY1898" fmla="*/ 328708 h 809625"/>
                <a:gd name="connsiteX1899" fmla="*/ 726472 w 847725"/>
                <a:gd name="connsiteY1899" fmla="*/ 328422 h 809625"/>
                <a:gd name="connsiteX1900" fmla="*/ 727138 w 847725"/>
                <a:gd name="connsiteY1900" fmla="*/ 327850 h 809625"/>
                <a:gd name="connsiteX1901" fmla="*/ 728663 w 847725"/>
                <a:gd name="connsiteY1901" fmla="*/ 324993 h 809625"/>
                <a:gd name="connsiteX1902" fmla="*/ 732092 w 847725"/>
                <a:gd name="connsiteY1902" fmla="*/ 325660 h 809625"/>
                <a:gd name="connsiteX1903" fmla="*/ 733139 w 847725"/>
                <a:gd name="connsiteY1903" fmla="*/ 325469 h 809625"/>
                <a:gd name="connsiteX1904" fmla="*/ 734092 w 847725"/>
                <a:gd name="connsiteY1904" fmla="*/ 323850 h 809625"/>
                <a:gd name="connsiteX1905" fmla="*/ 734568 w 847725"/>
                <a:gd name="connsiteY1905" fmla="*/ 321659 h 809625"/>
                <a:gd name="connsiteX1906" fmla="*/ 735521 w 847725"/>
                <a:gd name="connsiteY1906" fmla="*/ 320326 h 809625"/>
                <a:gd name="connsiteX1907" fmla="*/ 737902 w 847725"/>
                <a:gd name="connsiteY1907" fmla="*/ 321183 h 809625"/>
                <a:gd name="connsiteX1908" fmla="*/ 738759 w 847725"/>
                <a:gd name="connsiteY1908" fmla="*/ 320135 h 809625"/>
                <a:gd name="connsiteX1909" fmla="*/ 739807 w 847725"/>
                <a:gd name="connsiteY1909" fmla="*/ 319945 h 809625"/>
                <a:gd name="connsiteX1910" fmla="*/ 740950 w 847725"/>
                <a:gd name="connsiteY1910" fmla="*/ 320040 h 809625"/>
                <a:gd name="connsiteX1911" fmla="*/ 742188 w 847725"/>
                <a:gd name="connsiteY1911" fmla="*/ 319850 h 809625"/>
                <a:gd name="connsiteX1912" fmla="*/ 742855 w 847725"/>
                <a:gd name="connsiteY1912" fmla="*/ 319468 h 809625"/>
                <a:gd name="connsiteX1913" fmla="*/ 743141 w 847725"/>
                <a:gd name="connsiteY1913" fmla="*/ 318992 h 809625"/>
                <a:gd name="connsiteX1914" fmla="*/ 743331 w 847725"/>
                <a:gd name="connsiteY1914" fmla="*/ 318516 h 809625"/>
                <a:gd name="connsiteX1915" fmla="*/ 743712 w 847725"/>
                <a:gd name="connsiteY1915" fmla="*/ 317945 h 809625"/>
                <a:gd name="connsiteX1916" fmla="*/ 744188 w 847725"/>
                <a:gd name="connsiteY1916" fmla="*/ 317659 h 809625"/>
                <a:gd name="connsiteX1917" fmla="*/ 745522 w 847725"/>
                <a:gd name="connsiteY1917" fmla="*/ 317754 h 809625"/>
                <a:gd name="connsiteX1918" fmla="*/ 746093 w 847725"/>
                <a:gd name="connsiteY1918" fmla="*/ 317754 h 809625"/>
                <a:gd name="connsiteX1919" fmla="*/ 745712 w 847725"/>
                <a:gd name="connsiteY1919" fmla="*/ 316039 h 809625"/>
                <a:gd name="connsiteX1920" fmla="*/ 746665 w 847725"/>
                <a:gd name="connsiteY1920" fmla="*/ 315849 h 809625"/>
                <a:gd name="connsiteX1921" fmla="*/ 749903 w 847725"/>
                <a:gd name="connsiteY1921" fmla="*/ 317087 h 809625"/>
                <a:gd name="connsiteX1922" fmla="*/ 750380 w 847725"/>
                <a:gd name="connsiteY1922" fmla="*/ 317087 h 809625"/>
                <a:gd name="connsiteX1923" fmla="*/ 750856 w 847725"/>
                <a:gd name="connsiteY1923" fmla="*/ 316897 h 809625"/>
                <a:gd name="connsiteX1924" fmla="*/ 751427 w 847725"/>
                <a:gd name="connsiteY1924" fmla="*/ 316325 h 809625"/>
                <a:gd name="connsiteX1925" fmla="*/ 751904 w 847725"/>
                <a:gd name="connsiteY1925" fmla="*/ 316135 h 809625"/>
                <a:gd name="connsiteX1926" fmla="*/ 753142 w 847725"/>
                <a:gd name="connsiteY1926" fmla="*/ 316516 h 809625"/>
                <a:gd name="connsiteX1927" fmla="*/ 753809 w 847725"/>
                <a:gd name="connsiteY1927" fmla="*/ 316611 h 809625"/>
                <a:gd name="connsiteX1928" fmla="*/ 753713 w 847725"/>
                <a:gd name="connsiteY1928" fmla="*/ 315182 h 809625"/>
                <a:gd name="connsiteX1929" fmla="*/ 754952 w 847725"/>
                <a:gd name="connsiteY1929" fmla="*/ 314039 h 809625"/>
                <a:gd name="connsiteX1930" fmla="*/ 756571 w 847725"/>
                <a:gd name="connsiteY1930" fmla="*/ 313182 h 809625"/>
                <a:gd name="connsiteX1931" fmla="*/ 757809 w 847725"/>
                <a:gd name="connsiteY1931" fmla="*/ 312801 h 809625"/>
                <a:gd name="connsiteX1932" fmla="*/ 758476 w 847725"/>
                <a:gd name="connsiteY1932" fmla="*/ 312706 h 809625"/>
                <a:gd name="connsiteX1933" fmla="*/ 760095 w 847725"/>
                <a:gd name="connsiteY1933" fmla="*/ 312801 h 809625"/>
                <a:gd name="connsiteX1934" fmla="*/ 760286 w 847725"/>
                <a:gd name="connsiteY1934" fmla="*/ 312134 h 809625"/>
                <a:gd name="connsiteX1935" fmla="*/ 760857 w 847725"/>
                <a:gd name="connsiteY1935" fmla="*/ 310039 h 809625"/>
                <a:gd name="connsiteX1936" fmla="*/ 761333 w 847725"/>
                <a:gd name="connsiteY1936" fmla="*/ 308991 h 809625"/>
                <a:gd name="connsiteX1937" fmla="*/ 763048 w 847725"/>
                <a:gd name="connsiteY1937" fmla="*/ 307086 h 809625"/>
                <a:gd name="connsiteX1938" fmla="*/ 763619 w 847725"/>
                <a:gd name="connsiteY1938" fmla="*/ 305848 h 809625"/>
                <a:gd name="connsiteX1939" fmla="*/ 763334 w 847725"/>
                <a:gd name="connsiteY1939" fmla="*/ 304419 h 809625"/>
                <a:gd name="connsiteX1940" fmla="*/ 762000 w 847725"/>
                <a:gd name="connsiteY1940" fmla="*/ 302705 h 809625"/>
                <a:gd name="connsiteX1941" fmla="*/ 760476 w 847725"/>
                <a:gd name="connsiteY1941" fmla="*/ 301466 h 809625"/>
                <a:gd name="connsiteX1942" fmla="*/ 756857 w 847725"/>
                <a:gd name="connsiteY1942" fmla="*/ 298513 h 809625"/>
                <a:gd name="connsiteX1943" fmla="*/ 755047 w 847725"/>
                <a:gd name="connsiteY1943" fmla="*/ 297466 h 809625"/>
                <a:gd name="connsiteX1944" fmla="*/ 751332 w 847725"/>
                <a:gd name="connsiteY1944" fmla="*/ 296609 h 809625"/>
                <a:gd name="connsiteX1945" fmla="*/ 749522 w 847725"/>
                <a:gd name="connsiteY1945" fmla="*/ 295561 h 809625"/>
                <a:gd name="connsiteX1946" fmla="*/ 747522 w 847725"/>
                <a:gd name="connsiteY1946" fmla="*/ 293942 h 809625"/>
                <a:gd name="connsiteX1947" fmla="*/ 745903 w 847725"/>
                <a:gd name="connsiteY1947" fmla="*/ 293275 h 809625"/>
                <a:gd name="connsiteX1948" fmla="*/ 744188 w 847725"/>
                <a:gd name="connsiteY1948" fmla="*/ 293465 h 809625"/>
                <a:gd name="connsiteX1949" fmla="*/ 741998 w 847725"/>
                <a:gd name="connsiteY1949" fmla="*/ 294418 h 809625"/>
                <a:gd name="connsiteX1950" fmla="*/ 739807 w 847725"/>
                <a:gd name="connsiteY1950" fmla="*/ 294608 h 809625"/>
                <a:gd name="connsiteX1951" fmla="*/ 736187 w 847725"/>
                <a:gd name="connsiteY1951" fmla="*/ 292799 h 809625"/>
                <a:gd name="connsiteX1952" fmla="*/ 734187 w 847725"/>
                <a:gd name="connsiteY1952" fmla="*/ 292894 h 809625"/>
                <a:gd name="connsiteX1953" fmla="*/ 732282 w 847725"/>
                <a:gd name="connsiteY1953" fmla="*/ 293560 h 809625"/>
                <a:gd name="connsiteX1954" fmla="*/ 730282 w 847725"/>
                <a:gd name="connsiteY1954" fmla="*/ 293656 h 809625"/>
                <a:gd name="connsiteX1955" fmla="*/ 728377 w 847725"/>
                <a:gd name="connsiteY1955" fmla="*/ 292989 h 809625"/>
                <a:gd name="connsiteX1956" fmla="*/ 726948 w 847725"/>
                <a:gd name="connsiteY1956" fmla="*/ 291275 h 809625"/>
                <a:gd name="connsiteX1957" fmla="*/ 725329 w 847725"/>
                <a:gd name="connsiteY1957" fmla="*/ 286893 h 809625"/>
                <a:gd name="connsiteX1958" fmla="*/ 725138 w 847725"/>
                <a:gd name="connsiteY1958" fmla="*/ 285655 h 809625"/>
                <a:gd name="connsiteX1959" fmla="*/ 725519 w 847725"/>
                <a:gd name="connsiteY1959" fmla="*/ 284512 h 809625"/>
                <a:gd name="connsiteX1960" fmla="*/ 726091 w 847725"/>
                <a:gd name="connsiteY1960" fmla="*/ 283464 h 809625"/>
                <a:gd name="connsiteX1961" fmla="*/ 726472 w 847725"/>
                <a:gd name="connsiteY1961" fmla="*/ 282416 h 809625"/>
                <a:gd name="connsiteX1962" fmla="*/ 726567 w 847725"/>
                <a:gd name="connsiteY1962" fmla="*/ 281178 h 809625"/>
                <a:gd name="connsiteX1963" fmla="*/ 726186 w 847725"/>
                <a:gd name="connsiteY1963" fmla="*/ 278606 h 809625"/>
                <a:gd name="connsiteX1964" fmla="*/ 726186 w 847725"/>
                <a:gd name="connsiteY1964" fmla="*/ 277273 h 809625"/>
                <a:gd name="connsiteX1965" fmla="*/ 726567 w 847725"/>
                <a:gd name="connsiteY1965" fmla="*/ 275844 h 809625"/>
                <a:gd name="connsiteX1966" fmla="*/ 727901 w 847725"/>
                <a:gd name="connsiteY1966" fmla="*/ 273272 h 809625"/>
                <a:gd name="connsiteX1967" fmla="*/ 728282 w 847725"/>
                <a:gd name="connsiteY1967" fmla="*/ 271939 h 809625"/>
                <a:gd name="connsiteX1968" fmla="*/ 728091 w 847725"/>
                <a:gd name="connsiteY1968" fmla="*/ 270510 h 809625"/>
                <a:gd name="connsiteX1969" fmla="*/ 727329 w 847725"/>
                <a:gd name="connsiteY1969" fmla="*/ 269938 h 809625"/>
                <a:gd name="connsiteX1970" fmla="*/ 726377 w 847725"/>
                <a:gd name="connsiteY1970" fmla="*/ 270129 h 809625"/>
                <a:gd name="connsiteX1971" fmla="*/ 725424 w 847725"/>
                <a:gd name="connsiteY1971" fmla="*/ 271081 h 809625"/>
                <a:gd name="connsiteX1972" fmla="*/ 724948 w 847725"/>
                <a:gd name="connsiteY1972" fmla="*/ 272320 h 809625"/>
                <a:gd name="connsiteX1973" fmla="*/ 724757 w 847725"/>
                <a:gd name="connsiteY1973" fmla="*/ 273367 h 809625"/>
                <a:gd name="connsiteX1974" fmla="*/ 724376 w 847725"/>
                <a:gd name="connsiteY1974" fmla="*/ 274320 h 809625"/>
                <a:gd name="connsiteX1975" fmla="*/ 723329 w 847725"/>
                <a:gd name="connsiteY1975" fmla="*/ 275082 h 809625"/>
                <a:gd name="connsiteX1976" fmla="*/ 722281 w 847725"/>
                <a:gd name="connsiteY1976" fmla="*/ 275368 h 809625"/>
                <a:gd name="connsiteX1977" fmla="*/ 719519 w 847725"/>
                <a:gd name="connsiteY1977" fmla="*/ 275844 h 809625"/>
                <a:gd name="connsiteX1978" fmla="*/ 718471 w 847725"/>
                <a:gd name="connsiteY1978" fmla="*/ 275844 h 809625"/>
                <a:gd name="connsiteX1979" fmla="*/ 717613 w 847725"/>
                <a:gd name="connsiteY1979" fmla="*/ 275368 h 809625"/>
                <a:gd name="connsiteX1980" fmla="*/ 716090 w 847725"/>
                <a:gd name="connsiteY1980" fmla="*/ 273844 h 809625"/>
                <a:gd name="connsiteX1981" fmla="*/ 715232 w 847725"/>
                <a:gd name="connsiteY1981" fmla="*/ 273367 h 809625"/>
                <a:gd name="connsiteX1982" fmla="*/ 714185 w 847725"/>
                <a:gd name="connsiteY1982" fmla="*/ 273463 h 809625"/>
                <a:gd name="connsiteX1983" fmla="*/ 712470 w 847725"/>
                <a:gd name="connsiteY1983" fmla="*/ 274510 h 809625"/>
                <a:gd name="connsiteX1984" fmla="*/ 711518 w 847725"/>
                <a:gd name="connsiteY1984" fmla="*/ 274796 h 809625"/>
                <a:gd name="connsiteX1985" fmla="*/ 710375 w 847725"/>
                <a:gd name="connsiteY1985" fmla="*/ 274606 h 809625"/>
                <a:gd name="connsiteX1986" fmla="*/ 709517 w 847725"/>
                <a:gd name="connsiteY1986" fmla="*/ 274034 h 809625"/>
                <a:gd name="connsiteX1987" fmla="*/ 708851 w 847725"/>
                <a:gd name="connsiteY1987" fmla="*/ 273082 h 809625"/>
                <a:gd name="connsiteX1988" fmla="*/ 708374 w 847725"/>
                <a:gd name="connsiteY1988" fmla="*/ 271939 h 809625"/>
                <a:gd name="connsiteX1989" fmla="*/ 708851 w 847725"/>
                <a:gd name="connsiteY1989" fmla="*/ 271177 h 809625"/>
                <a:gd name="connsiteX1990" fmla="*/ 708946 w 847725"/>
                <a:gd name="connsiteY1990" fmla="*/ 271081 h 809625"/>
                <a:gd name="connsiteX1991" fmla="*/ 709232 w 847725"/>
                <a:gd name="connsiteY1991" fmla="*/ 270605 h 809625"/>
                <a:gd name="connsiteX1992" fmla="*/ 709803 w 847725"/>
                <a:gd name="connsiteY1992" fmla="*/ 269462 h 809625"/>
                <a:gd name="connsiteX1993" fmla="*/ 709994 w 847725"/>
                <a:gd name="connsiteY1993" fmla="*/ 268129 h 809625"/>
                <a:gd name="connsiteX1994" fmla="*/ 709327 w 847725"/>
                <a:gd name="connsiteY1994" fmla="*/ 264890 h 809625"/>
                <a:gd name="connsiteX1995" fmla="*/ 709232 w 847725"/>
                <a:gd name="connsiteY1995" fmla="*/ 261747 h 809625"/>
                <a:gd name="connsiteX1996" fmla="*/ 708660 w 847725"/>
                <a:gd name="connsiteY1996" fmla="*/ 260318 h 809625"/>
                <a:gd name="connsiteX1997" fmla="*/ 707231 w 847725"/>
                <a:gd name="connsiteY1997" fmla="*/ 259366 h 809625"/>
                <a:gd name="connsiteX1998" fmla="*/ 702374 w 847725"/>
                <a:gd name="connsiteY1998" fmla="*/ 258509 h 809625"/>
                <a:gd name="connsiteX1999" fmla="*/ 700373 w 847725"/>
                <a:gd name="connsiteY1999" fmla="*/ 257366 h 809625"/>
                <a:gd name="connsiteX2000" fmla="*/ 697421 w 847725"/>
                <a:gd name="connsiteY2000" fmla="*/ 253365 h 809625"/>
                <a:gd name="connsiteX2001" fmla="*/ 695706 w 847725"/>
                <a:gd name="connsiteY2001" fmla="*/ 251650 h 809625"/>
                <a:gd name="connsiteX2002" fmla="*/ 693801 w 847725"/>
                <a:gd name="connsiteY2002" fmla="*/ 250317 h 809625"/>
                <a:gd name="connsiteX2003" fmla="*/ 692372 w 847725"/>
                <a:gd name="connsiteY2003" fmla="*/ 248888 h 809625"/>
                <a:gd name="connsiteX2004" fmla="*/ 691610 w 847725"/>
                <a:gd name="connsiteY2004" fmla="*/ 246983 h 809625"/>
                <a:gd name="connsiteX2005" fmla="*/ 691801 w 847725"/>
                <a:gd name="connsiteY2005" fmla="*/ 244221 h 809625"/>
                <a:gd name="connsiteX2006" fmla="*/ 692277 w 847725"/>
                <a:gd name="connsiteY2006" fmla="*/ 243078 h 809625"/>
                <a:gd name="connsiteX2007" fmla="*/ 693134 w 847725"/>
                <a:gd name="connsiteY2007" fmla="*/ 242506 h 809625"/>
                <a:gd name="connsiteX2008" fmla="*/ 695135 w 847725"/>
                <a:gd name="connsiteY2008" fmla="*/ 241745 h 809625"/>
                <a:gd name="connsiteX2009" fmla="*/ 695992 w 847725"/>
                <a:gd name="connsiteY2009" fmla="*/ 241078 h 809625"/>
                <a:gd name="connsiteX2010" fmla="*/ 696659 w 847725"/>
                <a:gd name="connsiteY2010" fmla="*/ 240316 h 809625"/>
                <a:gd name="connsiteX2011" fmla="*/ 697230 w 847725"/>
                <a:gd name="connsiteY2011" fmla="*/ 239459 h 809625"/>
                <a:gd name="connsiteX2012" fmla="*/ 697706 w 847725"/>
                <a:gd name="connsiteY2012" fmla="*/ 238411 h 809625"/>
                <a:gd name="connsiteX2013" fmla="*/ 699326 w 847725"/>
                <a:gd name="connsiteY2013" fmla="*/ 233839 h 809625"/>
                <a:gd name="connsiteX2014" fmla="*/ 700469 w 847725"/>
                <a:gd name="connsiteY2014" fmla="*/ 229076 h 809625"/>
                <a:gd name="connsiteX2015" fmla="*/ 699611 w 847725"/>
                <a:gd name="connsiteY2015" fmla="*/ 225647 h 809625"/>
                <a:gd name="connsiteX2016" fmla="*/ 696754 w 847725"/>
                <a:gd name="connsiteY2016" fmla="*/ 223361 h 809625"/>
                <a:gd name="connsiteX2017" fmla="*/ 693420 w 847725"/>
                <a:gd name="connsiteY2017" fmla="*/ 221551 h 809625"/>
                <a:gd name="connsiteX2018" fmla="*/ 690944 w 847725"/>
                <a:gd name="connsiteY2018" fmla="*/ 219361 h 809625"/>
                <a:gd name="connsiteX2019" fmla="*/ 690467 w 847725"/>
                <a:gd name="connsiteY2019" fmla="*/ 218504 h 809625"/>
                <a:gd name="connsiteX2020" fmla="*/ 690182 w 847725"/>
                <a:gd name="connsiteY2020" fmla="*/ 217551 h 809625"/>
                <a:gd name="connsiteX2021" fmla="*/ 690086 w 847725"/>
                <a:gd name="connsiteY2021" fmla="*/ 216599 h 809625"/>
                <a:gd name="connsiteX2022" fmla="*/ 690182 w 847725"/>
                <a:gd name="connsiteY2022" fmla="*/ 214789 h 809625"/>
                <a:gd name="connsiteX2023" fmla="*/ 690372 w 847725"/>
                <a:gd name="connsiteY2023" fmla="*/ 213931 h 809625"/>
                <a:gd name="connsiteX2024" fmla="*/ 690658 w 847725"/>
                <a:gd name="connsiteY2024" fmla="*/ 213170 h 809625"/>
                <a:gd name="connsiteX2025" fmla="*/ 690944 w 847725"/>
                <a:gd name="connsiteY2025" fmla="*/ 212408 h 809625"/>
                <a:gd name="connsiteX2026" fmla="*/ 692753 w 847725"/>
                <a:gd name="connsiteY2026" fmla="*/ 209169 h 809625"/>
                <a:gd name="connsiteX2027" fmla="*/ 693992 w 847725"/>
                <a:gd name="connsiteY2027" fmla="*/ 208026 h 809625"/>
                <a:gd name="connsiteX2028" fmla="*/ 699707 w 847725"/>
                <a:gd name="connsiteY2028" fmla="*/ 207074 h 809625"/>
                <a:gd name="connsiteX2029" fmla="*/ 701612 w 847725"/>
                <a:gd name="connsiteY2029" fmla="*/ 206216 h 809625"/>
                <a:gd name="connsiteX2030" fmla="*/ 703421 w 847725"/>
                <a:gd name="connsiteY2030" fmla="*/ 204883 h 809625"/>
                <a:gd name="connsiteX2031" fmla="*/ 704850 w 847725"/>
                <a:gd name="connsiteY2031" fmla="*/ 203454 h 809625"/>
                <a:gd name="connsiteX2032" fmla="*/ 706088 w 847725"/>
                <a:gd name="connsiteY2032" fmla="*/ 201644 h 809625"/>
                <a:gd name="connsiteX2033" fmla="*/ 706565 w 847725"/>
                <a:gd name="connsiteY2033" fmla="*/ 199644 h 809625"/>
                <a:gd name="connsiteX2034" fmla="*/ 705898 w 847725"/>
                <a:gd name="connsiteY2034" fmla="*/ 197644 h 809625"/>
                <a:gd name="connsiteX2035" fmla="*/ 704279 w 847725"/>
                <a:gd name="connsiteY2035" fmla="*/ 196501 h 809625"/>
                <a:gd name="connsiteX2036" fmla="*/ 702374 w 847725"/>
                <a:gd name="connsiteY2036" fmla="*/ 196596 h 809625"/>
                <a:gd name="connsiteX2037" fmla="*/ 700373 w 847725"/>
                <a:gd name="connsiteY2037" fmla="*/ 197072 h 809625"/>
                <a:gd name="connsiteX2038" fmla="*/ 698468 w 847725"/>
                <a:gd name="connsiteY2038" fmla="*/ 197167 h 809625"/>
                <a:gd name="connsiteX2039" fmla="*/ 695706 w 847725"/>
                <a:gd name="connsiteY2039" fmla="*/ 196120 h 809625"/>
                <a:gd name="connsiteX2040" fmla="*/ 694658 w 847725"/>
                <a:gd name="connsiteY2040" fmla="*/ 196025 h 809625"/>
                <a:gd name="connsiteX2041" fmla="*/ 691039 w 847725"/>
                <a:gd name="connsiteY2041" fmla="*/ 196977 h 809625"/>
                <a:gd name="connsiteX2042" fmla="*/ 689420 w 847725"/>
                <a:gd name="connsiteY2042" fmla="*/ 196691 h 809625"/>
                <a:gd name="connsiteX2043" fmla="*/ 687896 w 847725"/>
                <a:gd name="connsiteY2043" fmla="*/ 195548 h 809625"/>
                <a:gd name="connsiteX2044" fmla="*/ 686753 w 847725"/>
                <a:gd name="connsiteY2044" fmla="*/ 193834 h 809625"/>
                <a:gd name="connsiteX2045" fmla="*/ 686276 w 847725"/>
                <a:gd name="connsiteY2045" fmla="*/ 191929 h 809625"/>
                <a:gd name="connsiteX2046" fmla="*/ 686753 w 847725"/>
                <a:gd name="connsiteY2046" fmla="*/ 190024 h 809625"/>
                <a:gd name="connsiteX2047" fmla="*/ 687991 w 847725"/>
                <a:gd name="connsiteY2047" fmla="*/ 188690 h 809625"/>
                <a:gd name="connsiteX2048" fmla="*/ 691134 w 847725"/>
                <a:gd name="connsiteY2048" fmla="*/ 186976 h 809625"/>
                <a:gd name="connsiteX2049" fmla="*/ 692087 w 847725"/>
                <a:gd name="connsiteY2049" fmla="*/ 186023 h 809625"/>
                <a:gd name="connsiteX2050" fmla="*/ 692277 w 847725"/>
                <a:gd name="connsiteY2050" fmla="*/ 184690 h 809625"/>
                <a:gd name="connsiteX2051" fmla="*/ 691896 w 847725"/>
                <a:gd name="connsiteY2051" fmla="*/ 183356 h 809625"/>
                <a:gd name="connsiteX2052" fmla="*/ 691134 w 847725"/>
                <a:gd name="connsiteY2052" fmla="*/ 182118 h 809625"/>
                <a:gd name="connsiteX2053" fmla="*/ 689991 w 847725"/>
                <a:gd name="connsiteY2053" fmla="*/ 178975 h 809625"/>
                <a:gd name="connsiteX2054" fmla="*/ 689134 w 847725"/>
                <a:gd name="connsiteY2054" fmla="*/ 177927 h 809625"/>
                <a:gd name="connsiteX2055" fmla="*/ 687515 w 847725"/>
                <a:gd name="connsiteY2055" fmla="*/ 177737 h 809625"/>
                <a:gd name="connsiteX2056" fmla="*/ 685991 w 847725"/>
                <a:gd name="connsiteY2056" fmla="*/ 177927 h 809625"/>
                <a:gd name="connsiteX2057" fmla="*/ 684657 w 847725"/>
                <a:gd name="connsiteY2057" fmla="*/ 177737 h 809625"/>
                <a:gd name="connsiteX2058" fmla="*/ 683419 w 847725"/>
                <a:gd name="connsiteY2058" fmla="*/ 177260 h 809625"/>
                <a:gd name="connsiteX2059" fmla="*/ 682085 w 847725"/>
                <a:gd name="connsiteY2059" fmla="*/ 176498 h 809625"/>
                <a:gd name="connsiteX2060" fmla="*/ 680942 w 847725"/>
                <a:gd name="connsiteY2060" fmla="*/ 175260 h 809625"/>
                <a:gd name="connsiteX2061" fmla="*/ 680561 w 847725"/>
                <a:gd name="connsiteY2061" fmla="*/ 173736 h 809625"/>
                <a:gd name="connsiteX2062" fmla="*/ 680847 w 847725"/>
                <a:gd name="connsiteY2062" fmla="*/ 172117 h 809625"/>
                <a:gd name="connsiteX2063" fmla="*/ 681704 w 847725"/>
                <a:gd name="connsiteY2063" fmla="*/ 170688 h 809625"/>
                <a:gd name="connsiteX2064" fmla="*/ 682276 w 847725"/>
                <a:gd name="connsiteY2064" fmla="*/ 170307 h 809625"/>
                <a:gd name="connsiteX2065" fmla="*/ 683609 w 847725"/>
                <a:gd name="connsiteY2065" fmla="*/ 169640 h 809625"/>
                <a:gd name="connsiteX2066" fmla="*/ 684086 w 847725"/>
                <a:gd name="connsiteY2066" fmla="*/ 169164 h 809625"/>
                <a:gd name="connsiteX2067" fmla="*/ 684371 w 847725"/>
                <a:gd name="connsiteY2067" fmla="*/ 168402 h 809625"/>
                <a:gd name="connsiteX2068" fmla="*/ 684467 w 847725"/>
                <a:gd name="connsiteY2068" fmla="*/ 166021 h 809625"/>
                <a:gd name="connsiteX2069" fmla="*/ 684467 w 847725"/>
                <a:gd name="connsiteY2069" fmla="*/ 166021 h 809625"/>
                <a:gd name="connsiteX2070" fmla="*/ 685324 w 847725"/>
                <a:gd name="connsiteY2070" fmla="*/ 164592 h 809625"/>
                <a:gd name="connsiteX2071" fmla="*/ 687800 w 847725"/>
                <a:gd name="connsiteY2071" fmla="*/ 162782 h 809625"/>
                <a:gd name="connsiteX2072" fmla="*/ 688562 w 847725"/>
                <a:gd name="connsiteY2072" fmla="*/ 161544 h 809625"/>
                <a:gd name="connsiteX2073" fmla="*/ 688562 w 847725"/>
                <a:gd name="connsiteY2073" fmla="*/ 159734 h 809625"/>
                <a:gd name="connsiteX2074" fmla="*/ 688181 w 847725"/>
                <a:gd name="connsiteY2074" fmla="*/ 158115 h 809625"/>
                <a:gd name="connsiteX2075" fmla="*/ 688277 w 847725"/>
                <a:gd name="connsiteY2075" fmla="*/ 156591 h 809625"/>
                <a:gd name="connsiteX2076" fmla="*/ 689801 w 847725"/>
                <a:gd name="connsiteY2076" fmla="*/ 155258 h 809625"/>
                <a:gd name="connsiteX2077" fmla="*/ 690563 w 847725"/>
                <a:gd name="connsiteY2077" fmla="*/ 154876 h 809625"/>
                <a:gd name="connsiteX2078" fmla="*/ 698945 w 847725"/>
                <a:gd name="connsiteY2078" fmla="*/ 153448 h 809625"/>
                <a:gd name="connsiteX2079" fmla="*/ 700278 w 847725"/>
                <a:gd name="connsiteY2079" fmla="*/ 152781 h 809625"/>
                <a:gd name="connsiteX2080" fmla="*/ 704183 w 847725"/>
                <a:gd name="connsiteY2080" fmla="*/ 149828 h 809625"/>
                <a:gd name="connsiteX2081" fmla="*/ 707517 w 847725"/>
                <a:gd name="connsiteY2081" fmla="*/ 148495 h 809625"/>
                <a:gd name="connsiteX2082" fmla="*/ 710851 w 847725"/>
                <a:gd name="connsiteY2082" fmla="*/ 148209 h 809625"/>
                <a:gd name="connsiteX2083" fmla="*/ 714185 w 847725"/>
                <a:gd name="connsiteY2083" fmla="*/ 148780 h 809625"/>
                <a:gd name="connsiteX2084" fmla="*/ 727520 w 847725"/>
                <a:gd name="connsiteY2084" fmla="*/ 153638 h 809625"/>
                <a:gd name="connsiteX2085" fmla="*/ 746093 w 847725"/>
                <a:gd name="connsiteY2085" fmla="*/ 157353 h 809625"/>
                <a:gd name="connsiteX2086" fmla="*/ 751046 w 847725"/>
                <a:gd name="connsiteY2086" fmla="*/ 157067 h 809625"/>
                <a:gd name="connsiteX2087" fmla="*/ 754475 w 847725"/>
                <a:gd name="connsiteY2087" fmla="*/ 156305 h 809625"/>
                <a:gd name="connsiteX2088" fmla="*/ 756380 w 847725"/>
                <a:gd name="connsiteY2088" fmla="*/ 156305 h 809625"/>
                <a:gd name="connsiteX2089" fmla="*/ 756952 w 847725"/>
                <a:gd name="connsiteY2089" fmla="*/ 156686 h 809625"/>
                <a:gd name="connsiteX2090" fmla="*/ 756952 w 847725"/>
                <a:gd name="connsiteY2090" fmla="*/ 156686 h 809625"/>
                <a:gd name="connsiteX2091" fmla="*/ 757619 w 847725"/>
                <a:gd name="connsiteY2091" fmla="*/ 157067 h 809625"/>
                <a:gd name="connsiteX2092" fmla="*/ 758381 w 847725"/>
                <a:gd name="connsiteY2092" fmla="*/ 158305 h 809625"/>
                <a:gd name="connsiteX2093" fmla="*/ 759238 w 847725"/>
                <a:gd name="connsiteY2093" fmla="*/ 159258 h 809625"/>
                <a:gd name="connsiteX2094" fmla="*/ 761333 w 847725"/>
                <a:gd name="connsiteY2094" fmla="*/ 160782 h 809625"/>
                <a:gd name="connsiteX2095" fmla="*/ 763524 w 847725"/>
                <a:gd name="connsiteY2095" fmla="*/ 161830 h 809625"/>
                <a:gd name="connsiteX2096" fmla="*/ 777431 w 847725"/>
                <a:gd name="connsiteY2096" fmla="*/ 165545 h 809625"/>
                <a:gd name="connsiteX2097" fmla="*/ 779717 w 847725"/>
                <a:gd name="connsiteY2097" fmla="*/ 165640 h 809625"/>
                <a:gd name="connsiteX2098" fmla="*/ 782765 w 847725"/>
                <a:gd name="connsiteY2098" fmla="*/ 164878 h 809625"/>
                <a:gd name="connsiteX2099" fmla="*/ 783908 w 847725"/>
                <a:gd name="connsiteY2099" fmla="*/ 164878 h 809625"/>
                <a:gd name="connsiteX2100" fmla="*/ 786098 w 847725"/>
                <a:gd name="connsiteY2100" fmla="*/ 165163 h 809625"/>
                <a:gd name="connsiteX2101" fmla="*/ 787051 w 847725"/>
                <a:gd name="connsiteY2101" fmla="*/ 164878 h 809625"/>
                <a:gd name="connsiteX2102" fmla="*/ 788099 w 847725"/>
                <a:gd name="connsiteY2102" fmla="*/ 164021 h 809625"/>
                <a:gd name="connsiteX2103" fmla="*/ 791147 w 847725"/>
                <a:gd name="connsiteY2103" fmla="*/ 160877 h 809625"/>
                <a:gd name="connsiteX2104" fmla="*/ 794576 w 847725"/>
                <a:gd name="connsiteY2104" fmla="*/ 158305 h 809625"/>
                <a:gd name="connsiteX2105" fmla="*/ 796004 w 847725"/>
                <a:gd name="connsiteY2105" fmla="*/ 157829 h 809625"/>
                <a:gd name="connsiteX2106" fmla="*/ 796385 w 847725"/>
                <a:gd name="connsiteY2106" fmla="*/ 157639 h 809625"/>
                <a:gd name="connsiteX2107" fmla="*/ 797052 w 847725"/>
                <a:gd name="connsiteY2107" fmla="*/ 156781 h 809625"/>
                <a:gd name="connsiteX2108" fmla="*/ 798100 w 847725"/>
                <a:gd name="connsiteY2108" fmla="*/ 154972 h 809625"/>
                <a:gd name="connsiteX2109" fmla="*/ 798957 w 847725"/>
                <a:gd name="connsiteY2109" fmla="*/ 154210 h 809625"/>
                <a:gd name="connsiteX2110" fmla="*/ 800767 w 847725"/>
                <a:gd name="connsiteY2110" fmla="*/ 153829 h 809625"/>
                <a:gd name="connsiteX2111" fmla="*/ 804101 w 847725"/>
                <a:gd name="connsiteY2111" fmla="*/ 155258 h 809625"/>
                <a:gd name="connsiteX2112" fmla="*/ 805815 w 847725"/>
                <a:gd name="connsiteY2112" fmla="*/ 155162 h 809625"/>
                <a:gd name="connsiteX2113" fmla="*/ 811435 w 847725"/>
                <a:gd name="connsiteY2113" fmla="*/ 153734 h 809625"/>
                <a:gd name="connsiteX2114" fmla="*/ 818674 w 847725"/>
                <a:gd name="connsiteY2114" fmla="*/ 149542 h 809625"/>
                <a:gd name="connsiteX2115" fmla="*/ 820674 w 847725"/>
                <a:gd name="connsiteY2115" fmla="*/ 148780 h 809625"/>
                <a:gd name="connsiteX2116" fmla="*/ 822674 w 847725"/>
                <a:gd name="connsiteY2116" fmla="*/ 149066 h 809625"/>
                <a:gd name="connsiteX2117" fmla="*/ 824960 w 847725"/>
                <a:gd name="connsiteY2117" fmla="*/ 150781 h 809625"/>
                <a:gd name="connsiteX2118" fmla="*/ 825818 w 847725"/>
                <a:gd name="connsiteY2118" fmla="*/ 151067 h 809625"/>
                <a:gd name="connsiteX2119" fmla="*/ 826770 w 847725"/>
                <a:gd name="connsiteY2119" fmla="*/ 151067 h 809625"/>
                <a:gd name="connsiteX2120" fmla="*/ 831342 w 847725"/>
                <a:gd name="connsiteY2120" fmla="*/ 150114 h 809625"/>
                <a:gd name="connsiteX2121" fmla="*/ 832009 w 847725"/>
                <a:gd name="connsiteY2121" fmla="*/ 149733 h 809625"/>
                <a:gd name="connsiteX2122" fmla="*/ 836771 w 847725"/>
                <a:gd name="connsiteY2122" fmla="*/ 145161 h 809625"/>
                <a:gd name="connsiteX2123" fmla="*/ 837248 w 847725"/>
                <a:gd name="connsiteY2123" fmla="*/ 143923 h 809625"/>
                <a:gd name="connsiteX2124" fmla="*/ 837057 w 847725"/>
                <a:gd name="connsiteY2124" fmla="*/ 140494 h 809625"/>
                <a:gd name="connsiteX2125" fmla="*/ 837438 w 847725"/>
                <a:gd name="connsiteY2125" fmla="*/ 139065 h 809625"/>
                <a:gd name="connsiteX2126" fmla="*/ 838676 w 847725"/>
                <a:gd name="connsiteY2126" fmla="*/ 138017 h 809625"/>
                <a:gd name="connsiteX2127" fmla="*/ 840486 w 847725"/>
                <a:gd name="connsiteY2127" fmla="*/ 137350 h 809625"/>
                <a:gd name="connsiteX2128" fmla="*/ 842391 w 847725"/>
                <a:gd name="connsiteY2128" fmla="*/ 137160 h 809625"/>
                <a:gd name="connsiteX2129" fmla="*/ 843820 w 847725"/>
                <a:gd name="connsiteY2129" fmla="*/ 137541 h 809625"/>
                <a:gd name="connsiteX2130" fmla="*/ 845249 w 847725"/>
                <a:gd name="connsiteY2130" fmla="*/ 138398 h 809625"/>
                <a:gd name="connsiteX2131" fmla="*/ 846011 w 847725"/>
                <a:gd name="connsiteY2131" fmla="*/ 138589 h 809625"/>
                <a:gd name="connsiteX2132" fmla="*/ 846677 w 847725"/>
                <a:gd name="connsiteY2132" fmla="*/ 138017 h 809625"/>
                <a:gd name="connsiteX2133" fmla="*/ 847725 w 847725"/>
                <a:gd name="connsiteY2133" fmla="*/ 136874 h 809625"/>
                <a:gd name="connsiteX2134" fmla="*/ 850868 w 847725"/>
                <a:gd name="connsiteY2134" fmla="*/ 134303 h 809625"/>
                <a:gd name="connsiteX2135" fmla="*/ 851726 w 847725"/>
                <a:gd name="connsiteY2135" fmla="*/ 133255 h 809625"/>
                <a:gd name="connsiteX2136" fmla="*/ 852107 w 847725"/>
                <a:gd name="connsiteY2136" fmla="*/ 131254 h 809625"/>
                <a:gd name="connsiteX2137" fmla="*/ 851630 w 847725"/>
                <a:gd name="connsiteY2137" fmla="*/ 129445 h 809625"/>
                <a:gd name="connsiteX2138" fmla="*/ 851440 w 847725"/>
                <a:gd name="connsiteY2138" fmla="*/ 127921 h 809625"/>
                <a:gd name="connsiteX2139" fmla="*/ 852488 w 847725"/>
                <a:gd name="connsiteY2139" fmla="*/ 126587 h 809625"/>
                <a:gd name="connsiteX2140" fmla="*/ 853726 w 847725"/>
                <a:gd name="connsiteY2140" fmla="*/ 126206 h 80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</a:cxnLst>
              <a:rect l="l" t="t" r="r" b="b"/>
              <a:pathLst>
                <a:path w="847725" h="809625">
                  <a:moveTo>
                    <a:pt x="348520" y="795909"/>
                  </a:moveTo>
                  <a:lnTo>
                    <a:pt x="348710" y="795147"/>
                  </a:lnTo>
                  <a:lnTo>
                    <a:pt x="349758" y="794671"/>
                  </a:lnTo>
                  <a:lnTo>
                    <a:pt x="349758" y="794671"/>
                  </a:lnTo>
                  <a:lnTo>
                    <a:pt x="349377" y="794480"/>
                  </a:lnTo>
                  <a:lnTo>
                    <a:pt x="348329" y="793813"/>
                  </a:lnTo>
                  <a:lnTo>
                    <a:pt x="345948" y="794576"/>
                  </a:lnTo>
                  <a:lnTo>
                    <a:pt x="344710" y="794576"/>
                  </a:lnTo>
                  <a:lnTo>
                    <a:pt x="343948" y="793813"/>
                  </a:lnTo>
                  <a:lnTo>
                    <a:pt x="344234" y="794766"/>
                  </a:lnTo>
                  <a:lnTo>
                    <a:pt x="344424" y="795147"/>
                  </a:lnTo>
                  <a:lnTo>
                    <a:pt x="344805" y="795814"/>
                  </a:lnTo>
                  <a:lnTo>
                    <a:pt x="345662" y="796671"/>
                  </a:lnTo>
                  <a:lnTo>
                    <a:pt x="346615" y="797052"/>
                  </a:lnTo>
                  <a:lnTo>
                    <a:pt x="348044" y="796671"/>
                  </a:lnTo>
                  <a:lnTo>
                    <a:pt x="348520" y="795909"/>
                  </a:lnTo>
                  <a:close/>
                  <a:moveTo>
                    <a:pt x="853726" y="126206"/>
                  </a:moveTo>
                  <a:lnTo>
                    <a:pt x="846582" y="108966"/>
                  </a:lnTo>
                  <a:lnTo>
                    <a:pt x="839438" y="91726"/>
                  </a:lnTo>
                  <a:lnTo>
                    <a:pt x="838676" y="91630"/>
                  </a:lnTo>
                  <a:lnTo>
                    <a:pt x="837724" y="91154"/>
                  </a:lnTo>
                  <a:lnTo>
                    <a:pt x="837057" y="90392"/>
                  </a:lnTo>
                  <a:lnTo>
                    <a:pt x="835819" y="88583"/>
                  </a:lnTo>
                  <a:lnTo>
                    <a:pt x="834104" y="87344"/>
                  </a:lnTo>
                  <a:lnTo>
                    <a:pt x="830294" y="85916"/>
                  </a:lnTo>
                  <a:lnTo>
                    <a:pt x="828485" y="84868"/>
                  </a:lnTo>
                  <a:lnTo>
                    <a:pt x="827437" y="82772"/>
                  </a:lnTo>
                  <a:lnTo>
                    <a:pt x="828199" y="77533"/>
                  </a:lnTo>
                  <a:lnTo>
                    <a:pt x="827723" y="75438"/>
                  </a:lnTo>
                  <a:lnTo>
                    <a:pt x="826770" y="75152"/>
                  </a:lnTo>
                  <a:lnTo>
                    <a:pt x="824865" y="77153"/>
                  </a:lnTo>
                  <a:lnTo>
                    <a:pt x="823627" y="77533"/>
                  </a:lnTo>
                  <a:lnTo>
                    <a:pt x="822388" y="77533"/>
                  </a:lnTo>
                  <a:lnTo>
                    <a:pt x="821817" y="77629"/>
                  </a:lnTo>
                  <a:lnTo>
                    <a:pt x="821246" y="77819"/>
                  </a:lnTo>
                  <a:lnTo>
                    <a:pt x="820769" y="78200"/>
                  </a:lnTo>
                  <a:lnTo>
                    <a:pt x="820103" y="79343"/>
                  </a:lnTo>
                  <a:lnTo>
                    <a:pt x="819722" y="79724"/>
                  </a:lnTo>
                  <a:lnTo>
                    <a:pt x="818769" y="79915"/>
                  </a:lnTo>
                  <a:lnTo>
                    <a:pt x="817817" y="79724"/>
                  </a:lnTo>
                  <a:lnTo>
                    <a:pt x="816864" y="79724"/>
                  </a:lnTo>
                  <a:lnTo>
                    <a:pt x="814959" y="81153"/>
                  </a:lnTo>
                  <a:lnTo>
                    <a:pt x="814102" y="81153"/>
                  </a:lnTo>
                  <a:lnTo>
                    <a:pt x="813245" y="80867"/>
                  </a:lnTo>
                  <a:lnTo>
                    <a:pt x="812197" y="80677"/>
                  </a:lnTo>
                  <a:lnTo>
                    <a:pt x="810959" y="80867"/>
                  </a:lnTo>
                  <a:lnTo>
                    <a:pt x="808482" y="81534"/>
                  </a:lnTo>
                  <a:lnTo>
                    <a:pt x="807244" y="81439"/>
                  </a:lnTo>
                  <a:lnTo>
                    <a:pt x="805815" y="80105"/>
                  </a:lnTo>
                  <a:lnTo>
                    <a:pt x="805244" y="77819"/>
                  </a:lnTo>
                  <a:lnTo>
                    <a:pt x="805053" y="75152"/>
                  </a:lnTo>
                  <a:lnTo>
                    <a:pt x="804577" y="72676"/>
                  </a:lnTo>
                  <a:lnTo>
                    <a:pt x="803243" y="70295"/>
                  </a:lnTo>
                  <a:lnTo>
                    <a:pt x="801719" y="69437"/>
                  </a:lnTo>
                  <a:lnTo>
                    <a:pt x="797624" y="69151"/>
                  </a:lnTo>
                  <a:lnTo>
                    <a:pt x="796004" y="68389"/>
                  </a:lnTo>
                  <a:lnTo>
                    <a:pt x="794385" y="66770"/>
                  </a:lnTo>
                  <a:lnTo>
                    <a:pt x="793242" y="64675"/>
                  </a:lnTo>
                  <a:lnTo>
                    <a:pt x="792956" y="62484"/>
                  </a:lnTo>
                  <a:lnTo>
                    <a:pt x="793337" y="61436"/>
                  </a:lnTo>
                  <a:lnTo>
                    <a:pt x="794004" y="60770"/>
                  </a:lnTo>
                  <a:lnTo>
                    <a:pt x="796576" y="59055"/>
                  </a:lnTo>
                  <a:lnTo>
                    <a:pt x="796957" y="58674"/>
                  </a:lnTo>
                  <a:lnTo>
                    <a:pt x="797243" y="58198"/>
                  </a:lnTo>
                  <a:lnTo>
                    <a:pt x="797243" y="57531"/>
                  </a:lnTo>
                  <a:lnTo>
                    <a:pt x="796766" y="56388"/>
                  </a:lnTo>
                  <a:lnTo>
                    <a:pt x="796862" y="55721"/>
                  </a:lnTo>
                  <a:lnTo>
                    <a:pt x="797528" y="54864"/>
                  </a:lnTo>
                  <a:lnTo>
                    <a:pt x="798481" y="54388"/>
                  </a:lnTo>
                  <a:lnTo>
                    <a:pt x="799148" y="53816"/>
                  </a:lnTo>
                  <a:lnTo>
                    <a:pt x="799052" y="52673"/>
                  </a:lnTo>
                  <a:lnTo>
                    <a:pt x="798481" y="51816"/>
                  </a:lnTo>
                  <a:lnTo>
                    <a:pt x="797147" y="50197"/>
                  </a:lnTo>
                  <a:lnTo>
                    <a:pt x="796766" y="49244"/>
                  </a:lnTo>
                  <a:lnTo>
                    <a:pt x="796766" y="46672"/>
                  </a:lnTo>
                  <a:lnTo>
                    <a:pt x="797719" y="41529"/>
                  </a:lnTo>
                  <a:lnTo>
                    <a:pt x="797338" y="39910"/>
                  </a:lnTo>
                  <a:lnTo>
                    <a:pt x="797147" y="38862"/>
                  </a:lnTo>
                  <a:lnTo>
                    <a:pt x="797147" y="38767"/>
                  </a:lnTo>
                  <a:lnTo>
                    <a:pt x="791813" y="28480"/>
                  </a:lnTo>
                  <a:lnTo>
                    <a:pt x="790480" y="26860"/>
                  </a:lnTo>
                  <a:lnTo>
                    <a:pt x="787337" y="24003"/>
                  </a:lnTo>
                  <a:lnTo>
                    <a:pt x="784098" y="21717"/>
                  </a:lnTo>
                  <a:lnTo>
                    <a:pt x="779907" y="19717"/>
                  </a:lnTo>
                  <a:lnTo>
                    <a:pt x="775716" y="18859"/>
                  </a:lnTo>
                  <a:lnTo>
                    <a:pt x="772382" y="20098"/>
                  </a:lnTo>
                  <a:lnTo>
                    <a:pt x="772097" y="20764"/>
                  </a:lnTo>
                  <a:lnTo>
                    <a:pt x="771906" y="21431"/>
                  </a:lnTo>
                  <a:lnTo>
                    <a:pt x="771620" y="21908"/>
                  </a:lnTo>
                  <a:lnTo>
                    <a:pt x="768382" y="21717"/>
                  </a:lnTo>
                  <a:lnTo>
                    <a:pt x="767239" y="20098"/>
                  </a:lnTo>
                  <a:lnTo>
                    <a:pt x="766858" y="17621"/>
                  </a:lnTo>
                  <a:lnTo>
                    <a:pt x="766763" y="14954"/>
                  </a:lnTo>
                  <a:lnTo>
                    <a:pt x="766382" y="12478"/>
                  </a:lnTo>
                  <a:lnTo>
                    <a:pt x="765524" y="10478"/>
                  </a:lnTo>
                  <a:lnTo>
                    <a:pt x="764096" y="9049"/>
                  </a:lnTo>
                  <a:lnTo>
                    <a:pt x="762095" y="8192"/>
                  </a:lnTo>
                  <a:lnTo>
                    <a:pt x="755904" y="6858"/>
                  </a:lnTo>
                  <a:lnTo>
                    <a:pt x="754094" y="5810"/>
                  </a:lnTo>
                  <a:lnTo>
                    <a:pt x="752570" y="4477"/>
                  </a:lnTo>
                  <a:lnTo>
                    <a:pt x="751808" y="4096"/>
                  </a:lnTo>
                  <a:lnTo>
                    <a:pt x="750856" y="3905"/>
                  </a:lnTo>
                  <a:lnTo>
                    <a:pt x="746379" y="4572"/>
                  </a:lnTo>
                  <a:lnTo>
                    <a:pt x="744379" y="4572"/>
                  </a:lnTo>
                  <a:lnTo>
                    <a:pt x="742569" y="5048"/>
                  </a:lnTo>
                  <a:lnTo>
                    <a:pt x="741617" y="5429"/>
                  </a:lnTo>
                  <a:lnTo>
                    <a:pt x="740855" y="6001"/>
                  </a:lnTo>
                  <a:lnTo>
                    <a:pt x="740378" y="6858"/>
                  </a:lnTo>
                  <a:lnTo>
                    <a:pt x="739902" y="8763"/>
                  </a:lnTo>
                  <a:lnTo>
                    <a:pt x="739616" y="9430"/>
                  </a:lnTo>
                  <a:lnTo>
                    <a:pt x="738950" y="9716"/>
                  </a:lnTo>
                  <a:lnTo>
                    <a:pt x="738664" y="9049"/>
                  </a:lnTo>
                  <a:lnTo>
                    <a:pt x="738378" y="7049"/>
                  </a:lnTo>
                  <a:lnTo>
                    <a:pt x="737997" y="6287"/>
                  </a:lnTo>
                  <a:lnTo>
                    <a:pt x="736473" y="4000"/>
                  </a:lnTo>
                  <a:lnTo>
                    <a:pt x="736473" y="4000"/>
                  </a:lnTo>
                  <a:lnTo>
                    <a:pt x="734759" y="2572"/>
                  </a:lnTo>
                  <a:lnTo>
                    <a:pt x="730853" y="2476"/>
                  </a:lnTo>
                  <a:lnTo>
                    <a:pt x="729425" y="1238"/>
                  </a:lnTo>
                  <a:lnTo>
                    <a:pt x="728663" y="191"/>
                  </a:lnTo>
                  <a:lnTo>
                    <a:pt x="727805" y="0"/>
                  </a:lnTo>
                  <a:lnTo>
                    <a:pt x="725900" y="762"/>
                  </a:lnTo>
                  <a:lnTo>
                    <a:pt x="722471" y="1619"/>
                  </a:lnTo>
                  <a:lnTo>
                    <a:pt x="721424" y="2191"/>
                  </a:lnTo>
                  <a:lnTo>
                    <a:pt x="721709" y="2572"/>
                  </a:lnTo>
                  <a:lnTo>
                    <a:pt x="721805" y="3048"/>
                  </a:lnTo>
                  <a:lnTo>
                    <a:pt x="721709" y="3524"/>
                  </a:lnTo>
                  <a:lnTo>
                    <a:pt x="721519" y="4000"/>
                  </a:lnTo>
                  <a:lnTo>
                    <a:pt x="721138" y="6096"/>
                  </a:lnTo>
                  <a:lnTo>
                    <a:pt x="720281" y="6382"/>
                  </a:lnTo>
                  <a:lnTo>
                    <a:pt x="719233" y="5429"/>
                  </a:lnTo>
                  <a:lnTo>
                    <a:pt x="718280" y="4000"/>
                  </a:lnTo>
                  <a:lnTo>
                    <a:pt x="718090" y="3810"/>
                  </a:lnTo>
                  <a:lnTo>
                    <a:pt x="717899" y="3620"/>
                  </a:lnTo>
                  <a:lnTo>
                    <a:pt x="716852" y="3238"/>
                  </a:lnTo>
                  <a:lnTo>
                    <a:pt x="715709" y="3334"/>
                  </a:lnTo>
                  <a:lnTo>
                    <a:pt x="713518" y="3905"/>
                  </a:lnTo>
                  <a:lnTo>
                    <a:pt x="712184" y="5048"/>
                  </a:lnTo>
                  <a:lnTo>
                    <a:pt x="707803" y="7810"/>
                  </a:lnTo>
                  <a:lnTo>
                    <a:pt x="705231" y="9906"/>
                  </a:lnTo>
                  <a:lnTo>
                    <a:pt x="703993" y="10382"/>
                  </a:lnTo>
                  <a:lnTo>
                    <a:pt x="700564" y="10001"/>
                  </a:lnTo>
                  <a:lnTo>
                    <a:pt x="699707" y="10192"/>
                  </a:lnTo>
                  <a:lnTo>
                    <a:pt x="698945" y="10763"/>
                  </a:lnTo>
                  <a:lnTo>
                    <a:pt x="698563" y="11716"/>
                  </a:lnTo>
                  <a:lnTo>
                    <a:pt x="698278" y="14002"/>
                  </a:lnTo>
                  <a:lnTo>
                    <a:pt x="697802" y="14668"/>
                  </a:lnTo>
                  <a:lnTo>
                    <a:pt x="694658" y="15716"/>
                  </a:lnTo>
                  <a:lnTo>
                    <a:pt x="693134" y="15716"/>
                  </a:lnTo>
                  <a:lnTo>
                    <a:pt x="691610" y="15145"/>
                  </a:lnTo>
                  <a:lnTo>
                    <a:pt x="689991" y="14764"/>
                  </a:lnTo>
                  <a:lnTo>
                    <a:pt x="685705" y="12001"/>
                  </a:lnTo>
                  <a:lnTo>
                    <a:pt x="684086" y="11335"/>
                  </a:lnTo>
                  <a:lnTo>
                    <a:pt x="680847" y="10763"/>
                  </a:lnTo>
                  <a:lnTo>
                    <a:pt x="677609" y="10668"/>
                  </a:lnTo>
                  <a:lnTo>
                    <a:pt x="677609" y="10668"/>
                  </a:lnTo>
                  <a:lnTo>
                    <a:pt x="677513" y="10668"/>
                  </a:lnTo>
                  <a:lnTo>
                    <a:pt x="673894" y="10478"/>
                  </a:lnTo>
                  <a:lnTo>
                    <a:pt x="667036" y="11621"/>
                  </a:lnTo>
                  <a:lnTo>
                    <a:pt x="665321" y="11335"/>
                  </a:lnTo>
                  <a:lnTo>
                    <a:pt x="663702" y="11144"/>
                  </a:lnTo>
                  <a:lnTo>
                    <a:pt x="660178" y="11621"/>
                  </a:lnTo>
                  <a:lnTo>
                    <a:pt x="657606" y="11430"/>
                  </a:lnTo>
                  <a:lnTo>
                    <a:pt x="654939" y="12383"/>
                  </a:lnTo>
                  <a:lnTo>
                    <a:pt x="654177" y="12478"/>
                  </a:lnTo>
                  <a:lnTo>
                    <a:pt x="653415" y="12383"/>
                  </a:lnTo>
                  <a:lnTo>
                    <a:pt x="651891" y="12001"/>
                  </a:lnTo>
                  <a:lnTo>
                    <a:pt x="650272" y="11811"/>
                  </a:lnTo>
                  <a:lnTo>
                    <a:pt x="642366" y="12668"/>
                  </a:lnTo>
                  <a:lnTo>
                    <a:pt x="641509" y="12954"/>
                  </a:lnTo>
                  <a:lnTo>
                    <a:pt x="640271" y="13811"/>
                  </a:lnTo>
                  <a:lnTo>
                    <a:pt x="639604" y="14097"/>
                  </a:lnTo>
                  <a:lnTo>
                    <a:pt x="638842" y="14097"/>
                  </a:lnTo>
                  <a:lnTo>
                    <a:pt x="637223" y="13430"/>
                  </a:lnTo>
                  <a:lnTo>
                    <a:pt x="635889" y="13716"/>
                  </a:lnTo>
                  <a:lnTo>
                    <a:pt x="634651" y="14383"/>
                  </a:lnTo>
                  <a:lnTo>
                    <a:pt x="633127" y="14859"/>
                  </a:lnTo>
                  <a:lnTo>
                    <a:pt x="628460" y="15050"/>
                  </a:lnTo>
                  <a:lnTo>
                    <a:pt x="624078" y="14383"/>
                  </a:lnTo>
                  <a:lnTo>
                    <a:pt x="620554" y="14668"/>
                  </a:lnTo>
                  <a:lnTo>
                    <a:pt x="617125" y="15526"/>
                  </a:lnTo>
                  <a:lnTo>
                    <a:pt x="614553" y="16859"/>
                  </a:lnTo>
                  <a:lnTo>
                    <a:pt x="611219" y="19621"/>
                  </a:lnTo>
                  <a:lnTo>
                    <a:pt x="610076" y="19907"/>
                  </a:lnTo>
                  <a:lnTo>
                    <a:pt x="607695" y="19717"/>
                  </a:lnTo>
                  <a:lnTo>
                    <a:pt x="605504" y="20383"/>
                  </a:lnTo>
                  <a:lnTo>
                    <a:pt x="603123" y="20574"/>
                  </a:lnTo>
                  <a:lnTo>
                    <a:pt x="598456" y="21622"/>
                  </a:lnTo>
                  <a:lnTo>
                    <a:pt x="596170" y="22574"/>
                  </a:lnTo>
                  <a:lnTo>
                    <a:pt x="595313" y="23146"/>
                  </a:lnTo>
                  <a:lnTo>
                    <a:pt x="595122" y="24003"/>
                  </a:lnTo>
                  <a:lnTo>
                    <a:pt x="595884" y="25241"/>
                  </a:lnTo>
                  <a:lnTo>
                    <a:pt x="596265" y="26289"/>
                  </a:lnTo>
                  <a:lnTo>
                    <a:pt x="595313" y="26860"/>
                  </a:lnTo>
                  <a:lnTo>
                    <a:pt x="592265" y="27242"/>
                  </a:lnTo>
                  <a:lnTo>
                    <a:pt x="590931" y="27718"/>
                  </a:lnTo>
                  <a:lnTo>
                    <a:pt x="590264" y="28099"/>
                  </a:lnTo>
                  <a:lnTo>
                    <a:pt x="589788" y="28670"/>
                  </a:lnTo>
                  <a:lnTo>
                    <a:pt x="589883" y="29242"/>
                  </a:lnTo>
                  <a:lnTo>
                    <a:pt x="590074" y="29813"/>
                  </a:lnTo>
                  <a:lnTo>
                    <a:pt x="589979" y="30385"/>
                  </a:lnTo>
                  <a:lnTo>
                    <a:pt x="589121" y="31242"/>
                  </a:lnTo>
                  <a:lnTo>
                    <a:pt x="586931" y="31813"/>
                  </a:lnTo>
                  <a:lnTo>
                    <a:pt x="585788" y="32385"/>
                  </a:lnTo>
                  <a:lnTo>
                    <a:pt x="584930" y="33242"/>
                  </a:lnTo>
                  <a:lnTo>
                    <a:pt x="582454" y="34671"/>
                  </a:lnTo>
                  <a:lnTo>
                    <a:pt x="581692" y="35242"/>
                  </a:lnTo>
                  <a:lnTo>
                    <a:pt x="581025" y="35909"/>
                  </a:lnTo>
                  <a:lnTo>
                    <a:pt x="580358" y="36481"/>
                  </a:lnTo>
                  <a:lnTo>
                    <a:pt x="579501" y="36767"/>
                  </a:lnTo>
                  <a:lnTo>
                    <a:pt x="576072" y="36957"/>
                  </a:lnTo>
                  <a:lnTo>
                    <a:pt x="575024" y="37624"/>
                  </a:lnTo>
                  <a:lnTo>
                    <a:pt x="575120" y="39719"/>
                  </a:lnTo>
                  <a:lnTo>
                    <a:pt x="575977" y="41529"/>
                  </a:lnTo>
                  <a:lnTo>
                    <a:pt x="576167" y="42386"/>
                  </a:lnTo>
                  <a:lnTo>
                    <a:pt x="575501" y="43148"/>
                  </a:lnTo>
                  <a:lnTo>
                    <a:pt x="574643" y="43434"/>
                  </a:lnTo>
                  <a:lnTo>
                    <a:pt x="573786" y="43529"/>
                  </a:lnTo>
                  <a:lnTo>
                    <a:pt x="573024" y="43243"/>
                  </a:lnTo>
                  <a:lnTo>
                    <a:pt x="571500" y="41624"/>
                  </a:lnTo>
                  <a:lnTo>
                    <a:pt x="568452" y="39624"/>
                  </a:lnTo>
                  <a:lnTo>
                    <a:pt x="567404" y="39148"/>
                  </a:lnTo>
                  <a:lnTo>
                    <a:pt x="566452" y="39243"/>
                  </a:lnTo>
                  <a:lnTo>
                    <a:pt x="565976" y="39814"/>
                  </a:lnTo>
                  <a:lnTo>
                    <a:pt x="565309" y="41815"/>
                  </a:lnTo>
                  <a:lnTo>
                    <a:pt x="564833" y="42863"/>
                  </a:lnTo>
                  <a:lnTo>
                    <a:pt x="564452" y="43529"/>
                  </a:lnTo>
                  <a:lnTo>
                    <a:pt x="563118" y="44863"/>
                  </a:lnTo>
                  <a:lnTo>
                    <a:pt x="562832" y="45815"/>
                  </a:lnTo>
                  <a:lnTo>
                    <a:pt x="563404" y="46863"/>
                  </a:lnTo>
                  <a:lnTo>
                    <a:pt x="563690" y="47720"/>
                  </a:lnTo>
                  <a:lnTo>
                    <a:pt x="562642" y="48292"/>
                  </a:lnTo>
                  <a:lnTo>
                    <a:pt x="561404" y="48578"/>
                  </a:lnTo>
                  <a:lnTo>
                    <a:pt x="560451" y="48958"/>
                  </a:lnTo>
                  <a:lnTo>
                    <a:pt x="559594" y="49530"/>
                  </a:lnTo>
                  <a:lnTo>
                    <a:pt x="555593" y="54007"/>
                  </a:lnTo>
                  <a:lnTo>
                    <a:pt x="554546" y="54864"/>
                  </a:lnTo>
                  <a:lnTo>
                    <a:pt x="551212" y="56007"/>
                  </a:lnTo>
                  <a:lnTo>
                    <a:pt x="550926" y="56388"/>
                  </a:lnTo>
                  <a:lnTo>
                    <a:pt x="550640" y="57817"/>
                  </a:lnTo>
                  <a:lnTo>
                    <a:pt x="550259" y="58388"/>
                  </a:lnTo>
                  <a:lnTo>
                    <a:pt x="549783" y="58769"/>
                  </a:lnTo>
                  <a:lnTo>
                    <a:pt x="548164" y="59531"/>
                  </a:lnTo>
                  <a:lnTo>
                    <a:pt x="546068" y="60865"/>
                  </a:lnTo>
                  <a:lnTo>
                    <a:pt x="545783" y="61341"/>
                  </a:lnTo>
                  <a:lnTo>
                    <a:pt x="545497" y="62675"/>
                  </a:lnTo>
                  <a:lnTo>
                    <a:pt x="545211" y="63246"/>
                  </a:lnTo>
                  <a:lnTo>
                    <a:pt x="543497" y="64960"/>
                  </a:lnTo>
                  <a:lnTo>
                    <a:pt x="543020" y="66008"/>
                  </a:lnTo>
                  <a:lnTo>
                    <a:pt x="543211" y="66961"/>
                  </a:lnTo>
                  <a:lnTo>
                    <a:pt x="543306" y="67246"/>
                  </a:lnTo>
                  <a:lnTo>
                    <a:pt x="543878" y="67818"/>
                  </a:lnTo>
                  <a:lnTo>
                    <a:pt x="545783" y="68866"/>
                  </a:lnTo>
                  <a:lnTo>
                    <a:pt x="546545" y="69437"/>
                  </a:lnTo>
                  <a:lnTo>
                    <a:pt x="547878" y="70866"/>
                  </a:lnTo>
                  <a:lnTo>
                    <a:pt x="549307" y="71438"/>
                  </a:lnTo>
                  <a:lnTo>
                    <a:pt x="550831" y="71723"/>
                  </a:lnTo>
                  <a:lnTo>
                    <a:pt x="552355" y="72390"/>
                  </a:lnTo>
                  <a:lnTo>
                    <a:pt x="553117" y="73342"/>
                  </a:lnTo>
                  <a:lnTo>
                    <a:pt x="553307" y="75438"/>
                  </a:lnTo>
                  <a:lnTo>
                    <a:pt x="553879" y="76391"/>
                  </a:lnTo>
                  <a:lnTo>
                    <a:pt x="556260" y="78105"/>
                  </a:lnTo>
                  <a:lnTo>
                    <a:pt x="557022" y="79058"/>
                  </a:lnTo>
                  <a:lnTo>
                    <a:pt x="558737" y="82201"/>
                  </a:lnTo>
                  <a:lnTo>
                    <a:pt x="559118" y="83153"/>
                  </a:lnTo>
                  <a:lnTo>
                    <a:pt x="559213" y="83820"/>
                  </a:lnTo>
                  <a:lnTo>
                    <a:pt x="559118" y="84392"/>
                  </a:lnTo>
                  <a:lnTo>
                    <a:pt x="559118" y="84963"/>
                  </a:lnTo>
                  <a:lnTo>
                    <a:pt x="559308" y="85725"/>
                  </a:lnTo>
                  <a:lnTo>
                    <a:pt x="559594" y="86201"/>
                  </a:lnTo>
                  <a:lnTo>
                    <a:pt x="560356" y="86773"/>
                  </a:lnTo>
                  <a:lnTo>
                    <a:pt x="560737" y="87154"/>
                  </a:lnTo>
                  <a:lnTo>
                    <a:pt x="561404" y="88297"/>
                  </a:lnTo>
                  <a:lnTo>
                    <a:pt x="561594" y="89440"/>
                  </a:lnTo>
                  <a:lnTo>
                    <a:pt x="561308" y="90583"/>
                  </a:lnTo>
                  <a:lnTo>
                    <a:pt x="560356" y="91821"/>
                  </a:lnTo>
                  <a:lnTo>
                    <a:pt x="559689" y="93154"/>
                  </a:lnTo>
                  <a:lnTo>
                    <a:pt x="560165" y="94297"/>
                  </a:lnTo>
                  <a:lnTo>
                    <a:pt x="561213" y="95155"/>
                  </a:lnTo>
                  <a:lnTo>
                    <a:pt x="564071" y="96583"/>
                  </a:lnTo>
                  <a:lnTo>
                    <a:pt x="564928" y="97250"/>
                  </a:lnTo>
                  <a:lnTo>
                    <a:pt x="565404" y="98203"/>
                  </a:lnTo>
                  <a:lnTo>
                    <a:pt x="565404" y="99441"/>
                  </a:lnTo>
                  <a:lnTo>
                    <a:pt x="565023" y="100584"/>
                  </a:lnTo>
                  <a:lnTo>
                    <a:pt x="564833" y="101822"/>
                  </a:lnTo>
                  <a:lnTo>
                    <a:pt x="565118" y="103251"/>
                  </a:lnTo>
                  <a:lnTo>
                    <a:pt x="565404" y="103727"/>
                  </a:lnTo>
                  <a:lnTo>
                    <a:pt x="565785" y="104299"/>
                  </a:lnTo>
                  <a:lnTo>
                    <a:pt x="566452" y="105061"/>
                  </a:lnTo>
                  <a:lnTo>
                    <a:pt x="566928" y="105918"/>
                  </a:lnTo>
                  <a:lnTo>
                    <a:pt x="566833" y="107156"/>
                  </a:lnTo>
                  <a:lnTo>
                    <a:pt x="566357" y="108109"/>
                  </a:lnTo>
                  <a:lnTo>
                    <a:pt x="563785" y="110395"/>
                  </a:lnTo>
                  <a:lnTo>
                    <a:pt x="562166" y="112490"/>
                  </a:lnTo>
                  <a:lnTo>
                    <a:pt x="562070" y="114205"/>
                  </a:lnTo>
                  <a:lnTo>
                    <a:pt x="563023" y="115824"/>
                  </a:lnTo>
                  <a:lnTo>
                    <a:pt x="565976" y="119158"/>
                  </a:lnTo>
                  <a:lnTo>
                    <a:pt x="567595" y="120491"/>
                  </a:lnTo>
                  <a:lnTo>
                    <a:pt x="567785" y="121349"/>
                  </a:lnTo>
                  <a:lnTo>
                    <a:pt x="567309" y="122587"/>
                  </a:lnTo>
                  <a:lnTo>
                    <a:pt x="565976" y="124682"/>
                  </a:lnTo>
                  <a:lnTo>
                    <a:pt x="562356" y="127254"/>
                  </a:lnTo>
                  <a:lnTo>
                    <a:pt x="561023" y="128968"/>
                  </a:lnTo>
                  <a:lnTo>
                    <a:pt x="560927" y="131731"/>
                  </a:lnTo>
                  <a:lnTo>
                    <a:pt x="561213" y="132397"/>
                  </a:lnTo>
                  <a:lnTo>
                    <a:pt x="561118" y="132969"/>
                  </a:lnTo>
                  <a:lnTo>
                    <a:pt x="560737" y="133445"/>
                  </a:lnTo>
                  <a:lnTo>
                    <a:pt x="560165" y="133826"/>
                  </a:lnTo>
                  <a:lnTo>
                    <a:pt x="560165" y="133826"/>
                  </a:lnTo>
                  <a:lnTo>
                    <a:pt x="560165" y="133826"/>
                  </a:lnTo>
                  <a:lnTo>
                    <a:pt x="559784" y="134493"/>
                  </a:lnTo>
                  <a:lnTo>
                    <a:pt x="559308" y="136017"/>
                  </a:lnTo>
                  <a:lnTo>
                    <a:pt x="558927" y="136684"/>
                  </a:lnTo>
                  <a:lnTo>
                    <a:pt x="558451" y="137160"/>
                  </a:lnTo>
                  <a:lnTo>
                    <a:pt x="557689" y="137446"/>
                  </a:lnTo>
                  <a:lnTo>
                    <a:pt x="551307" y="140017"/>
                  </a:lnTo>
                  <a:lnTo>
                    <a:pt x="549402" y="141446"/>
                  </a:lnTo>
                  <a:lnTo>
                    <a:pt x="548450" y="143446"/>
                  </a:lnTo>
                  <a:lnTo>
                    <a:pt x="547688" y="145637"/>
                  </a:lnTo>
                  <a:lnTo>
                    <a:pt x="544925" y="149638"/>
                  </a:lnTo>
                  <a:lnTo>
                    <a:pt x="544259" y="150304"/>
                  </a:lnTo>
                  <a:lnTo>
                    <a:pt x="542258" y="151352"/>
                  </a:lnTo>
                  <a:lnTo>
                    <a:pt x="538544" y="154400"/>
                  </a:lnTo>
                  <a:lnTo>
                    <a:pt x="537972" y="155162"/>
                  </a:lnTo>
                  <a:lnTo>
                    <a:pt x="537877" y="156115"/>
                  </a:lnTo>
                  <a:lnTo>
                    <a:pt x="538258" y="157543"/>
                  </a:lnTo>
                  <a:lnTo>
                    <a:pt x="538448" y="158877"/>
                  </a:lnTo>
                  <a:lnTo>
                    <a:pt x="538258" y="160401"/>
                  </a:lnTo>
                  <a:lnTo>
                    <a:pt x="537686" y="161639"/>
                  </a:lnTo>
                  <a:lnTo>
                    <a:pt x="536734" y="162116"/>
                  </a:lnTo>
                  <a:lnTo>
                    <a:pt x="534638" y="161830"/>
                  </a:lnTo>
                  <a:lnTo>
                    <a:pt x="533495" y="161830"/>
                  </a:lnTo>
                  <a:lnTo>
                    <a:pt x="533400" y="161925"/>
                  </a:lnTo>
                  <a:lnTo>
                    <a:pt x="532638" y="162306"/>
                  </a:lnTo>
                  <a:lnTo>
                    <a:pt x="532067" y="163449"/>
                  </a:lnTo>
                  <a:lnTo>
                    <a:pt x="531971" y="164878"/>
                  </a:lnTo>
                  <a:lnTo>
                    <a:pt x="532257" y="166306"/>
                  </a:lnTo>
                  <a:lnTo>
                    <a:pt x="532733" y="167545"/>
                  </a:lnTo>
                  <a:lnTo>
                    <a:pt x="533781" y="169164"/>
                  </a:lnTo>
                  <a:lnTo>
                    <a:pt x="535305" y="170974"/>
                  </a:lnTo>
                  <a:lnTo>
                    <a:pt x="536924" y="172498"/>
                  </a:lnTo>
                  <a:lnTo>
                    <a:pt x="540639" y="174593"/>
                  </a:lnTo>
                  <a:lnTo>
                    <a:pt x="540830" y="176117"/>
                  </a:lnTo>
                  <a:lnTo>
                    <a:pt x="539306" y="180594"/>
                  </a:lnTo>
                  <a:lnTo>
                    <a:pt x="539306" y="181737"/>
                  </a:lnTo>
                  <a:lnTo>
                    <a:pt x="539782" y="183928"/>
                  </a:lnTo>
                  <a:lnTo>
                    <a:pt x="539972" y="185166"/>
                  </a:lnTo>
                  <a:lnTo>
                    <a:pt x="539877" y="186690"/>
                  </a:lnTo>
                  <a:lnTo>
                    <a:pt x="539591" y="187547"/>
                  </a:lnTo>
                  <a:lnTo>
                    <a:pt x="538163" y="189262"/>
                  </a:lnTo>
                  <a:lnTo>
                    <a:pt x="537591" y="190500"/>
                  </a:lnTo>
                  <a:lnTo>
                    <a:pt x="537686" y="191548"/>
                  </a:lnTo>
                  <a:lnTo>
                    <a:pt x="537877" y="192596"/>
                  </a:lnTo>
                  <a:lnTo>
                    <a:pt x="537591" y="193834"/>
                  </a:lnTo>
                  <a:lnTo>
                    <a:pt x="536734" y="194596"/>
                  </a:lnTo>
                  <a:lnTo>
                    <a:pt x="534162" y="195167"/>
                  </a:lnTo>
                  <a:lnTo>
                    <a:pt x="533114" y="195548"/>
                  </a:lnTo>
                  <a:lnTo>
                    <a:pt x="532543" y="196405"/>
                  </a:lnTo>
                  <a:lnTo>
                    <a:pt x="531971" y="196977"/>
                  </a:lnTo>
                  <a:lnTo>
                    <a:pt x="531209" y="197263"/>
                  </a:lnTo>
                  <a:lnTo>
                    <a:pt x="530257" y="197167"/>
                  </a:lnTo>
                  <a:lnTo>
                    <a:pt x="528828" y="196691"/>
                  </a:lnTo>
                  <a:lnTo>
                    <a:pt x="528257" y="196882"/>
                  </a:lnTo>
                  <a:lnTo>
                    <a:pt x="528066" y="197644"/>
                  </a:lnTo>
                  <a:lnTo>
                    <a:pt x="527113" y="199549"/>
                  </a:lnTo>
                  <a:lnTo>
                    <a:pt x="523399" y="200216"/>
                  </a:lnTo>
                  <a:lnTo>
                    <a:pt x="516255" y="200120"/>
                  </a:lnTo>
                  <a:lnTo>
                    <a:pt x="509207" y="201168"/>
                  </a:lnTo>
                  <a:lnTo>
                    <a:pt x="507587" y="201073"/>
                  </a:lnTo>
                  <a:lnTo>
                    <a:pt x="503206" y="200120"/>
                  </a:lnTo>
                  <a:lnTo>
                    <a:pt x="498920" y="199930"/>
                  </a:lnTo>
                  <a:lnTo>
                    <a:pt x="497967" y="199644"/>
                  </a:lnTo>
                  <a:lnTo>
                    <a:pt x="496157" y="198692"/>
                  </a:lnTo>
                  <a:lnTo>
                    <a:pt x="493205" y="198406"/>
                  </a:lnTo>
                  <a:lnTo>
                    <a:pt x="481870" y="194405"/>
                  </a:lnTo>
                  <a:lnTo>
                    <a:pt x="480060" y="194310"/>
                  </a:lnTo>
                  <a:lnTo>
                    <a:pt x="477298" y="194786"/>
                  </a:lnTo>
                  <a:lnTo>
                    <a:pt x="475869" y="195263"/>
                  </a:lnTo>
                  <a:lnTo>
                    <a:pt x="475012" y="196120"/>
                  </a:lnTo>
                  <a:lnTo>
                    <a:pt x="474917" y="197167"/>
                  </a:lnTo>
                  <a:lnTo>
                    <a:pt x="475107" y="198120"/>
                  </a:lnTo>
                  <a:lnTo>
                    <a:pt x="475012" y="199072"/>
                  </a:lnTo>
                  <a:lnTo>
                    <a:pt x="474059" y="200025"/>
                  </a:lnTo>
                  <a:lnTo>
                    <a:pt x="473392" y="200978"/>
                  </a:lnTo>
                  <a:lnTo>
                    <a:pt x="473678" y="201930"/>
                  </a:lnTo>
                  <a:lnTo>
                    <a:pt x="475202" y="203454"/>
                  </a:lnTo>
                  <a:lnTo>
                    <a:pt x="475679" y="204311"/>
                  </a:lnTo>
                  <a:lnTo>
                    <a:pt x="476345" y="206692"/>
                  </a:lnTo>
                  <a:lnTo>
                    <a:pt x="476821" y="207740"/>
                  </a:lnTo>
                  <a:lnTo>
                    <a:pt x="478060" y="209550"/>
                  </a:lnTo>
                  <a:lnTo>
                    <a:pt x="478536" y="210503"/>
                  </a:lnTo>
                  <a:lnTo>
                    <a:pt x="478917" y="211741"/>
                  </a:lnTo>
                  <a:lnTo>
                    <a:pt x="479488" y="212979"/>
                  </a:lnTo>
                  <a:lnTo>
                    <a:pt x="480250" y="213455"/>
                  </a:lnTo>
                  <a:lnTo>
                    <a:pt x="481489" y="213646"/>
                  </a:lnTo>
                  <a:lnTo>
                    <a:pt x="482251" y="213741"/>
                  </a:lnTo>
                  <a:lnTo>
                    <a:pt x="485108" y="214979"/>
                  </a:lnTo>
                  <a:lnTo>
                    <a:pt x="487394" y="214598"/>
                  </a:lnTo>
                  <a:lnTo>
                    <a:pt x="487966" y="215265"/>
                  </a:lnTo>
                  <a:lnTo>
                    <a:pt x="488442" y="217742"/>
                  </a:lnTo>
                  <a:lnTo>
                    <a:pt x="488728" y="218694"/>
                  </a:lnTo>
                  <a:lnTo>
                    <a:pt x="488918" y="218980"/>
                  </a:lnTo>
                  <a:lnTo>
                    <a:pt x="489395" y="219361"/>
                  </a:lnTo>
                  <a:lnTo>
                    <a:pt x="490252" y="219742"/>
                  </a:lnTo>
                  <a:lnTo>
                    <a:pt x="490633" y="220028"/>
                  </a:lnTo>
                  <a:lnTo>
                    <a:pt x="490823" y="220409"/>
                  </a:lnTo>
                  <a:lnTo>
                    <a:pt x="490823" y="221933"/>
                  </a:lnTo>
                  <a:lnTo>
                    <a:pt x="489775" y="225933"/>
                  </a:lnTo>
                  <a:lnTo>
                    <a:pt x="489680" y="227076"/>
                  </a:lnTo>
                  <a:lnTo>
                    <a:pt x="489871" y="228314"/>
                  </a:lnTo>
                  <a:lnTo>
                    <a:pt x="490347" y="229457"/>
                  </a:lnTo>
                  <a:lnTo>
                    <a:pt x="491109" y="230410"/>
                  </a:lnTo>
                  <a:lnTo>
                    <a:pt x="491490" y="230696"/>
                  </a:lnTo>
                  <a:lnTo>
                    <a:pt x="492919" y="231172"/>
                  </a:lnTo>
                  <a:lnTo>
                    <a:pt x="493300" y="231553"/>
                  </a:lnTo>
                  <a:lnTo>
                    <a:pt x="493681" y="232600"/>
                  </a:lnTo>
                  <a:lnTo>
                    <a:pt x="493967" y="233077"/>
                  </a:lnTo>
                  <a:lnTo>
                    <a:pt x="496729" y="236220"/>
                  </a:lnTo>
                  <a:lnTo>
                    <a:pt x="497586" y="238125"/>
                  </a:lnTo>
                  <a:lnTo>
                    <a:pt x="497205" y="240221"/>
                  </a:lnTo>
                  <a:lnTo>
                    <a:pt x="488252" y="247745"/>
                  </a:lnTo>
                  <a:lnTo>
                    <a:pt x="487204" y="248317"/>
                  </a:lnTo>
                  <a:lnTo>
                    <a:pt x="486061" y="248221"/>
                  </a:lnTo>
                  <a:lnTo>
                    <a:pt x="484823" y="247841"/>
                  </a:lnTo>
                  <a:lnTo>
                    <a:pt x="484156" y="248126"/>
                  </a:lnTo>
                  <a:lnTo>
                    <a:pt x="482441" y="251460"/>
                  </a:lnTo>
                  <a:lnTo>
                    <a:pt x="482060" y="252031"/>
                  </a:lnTo>
                  <a:lnTo>
                    <a:pt x="481394" y="252317"/>
                  </a:lnTo>
                  <a:lnTo>
                    <a:pt x="479870" y="252222"/>
                  </a:lnTo>
                  <a:lnTo>
                    <a:pt x="479393" y="252317"/>
                  </a:lnTo>
                  <a:lnTo>
                    <a:pt x="475488" y="254699"/>
                  </a:lnTo>
                  <a:lnTo>
                    <a:pt x="473297" y="254889"/>
                  </a:lnTo>
                  <a:lnTo>
                    <a:pt x="469773" y="253175"/>
                  </a:lnTo>
                  <a:lnTo>
                    <a:pt x="467773" y="253555"/>
                  </a:lnTo>
                  <a:lnTo>
                    <a:pt x="465296" y="255365"/>
                  </a:lnTo>
                  <a:lnTo>
                    <a:pt x="464344" y="255556"/>
                  </a:lnTo>
                  <a:lnTo>
                    <a:pt x="463867" y="255460"/>
                  </a:lnTo>
                  <a:lnTo>
                    <a:pt x="463391" y="255270"/>
                  </a:lnTo>
                  <a:lnTo>
                    <a:pt x="462915" y="255079"/>
                  </a:lnTo>
                  <a:lnTo>
                    <a:pt x="461200" y="255365"/>
                  </a:lnTo>
                  <a:lnTo>
                    <a:pt x="460153" y="255365"/>
                  </a:lnTo>
                  <a:lnTo>
                    <a:pt x="458057" y="255651"/>
                  </a:lnTo>
                  <a:lnTo>
                    <a:pt x="456343" y="256794"/>
                  </a:lnTo>
                  <a:lnTo>
                    <a:pt x="454914" y="258604"/>
                  </a:lnTo>
                  <a:lnTo>
                    <a:pt x="454438" y="259651"/>
                  </a:lnTo>
                  <a:lnTo>
                    <a:pt x="453962" y="260699"/>
                  </a:lnTo>
                  <a:lnTo>
                    <a:pt x="454914" y="267462"/>
                  </a:lnTo>
                  <a:lnTo>
                    <a:pt x="454343" y="269272"/>
                  </a:lnTo>
                  <a:lnTo>
                    <a:pt x="454057" y="269558"/>
                  </a:lnTo>
                  <a:lnTo>
                    <a:pt x="452723" y="270605"/>
                  </a:lnTo>
                  <a:lnTo>
                    <a:pt x="451390" y="272415"/>
                  </a:lnTo>
                  <a:lnTo>
                    <a:pt x="449580" y="273749"/>
                  </a:lnTo>
                  <a:lnTo>
                    <a:pt x="449009" y="274606"/>
                  </a:lnTo>
                  <a:lnTo>
                    <a:pt x="449104" y="275844"/>
                  </a:lnTo>
                  <a:lnTo>
                    <a:pt x="449390" y="276320"/>
                  </a:lnTo>
                  <a:lnTo>
                    <a:pt x="449771" y="276701"/>
                  </a:lnTo>
                  <a:lnTo>
                    <a:pt x="450247" y="276987"/>
                  </a:lnTo>
                  <a:lnTo>
                    <a:pt x="450723" y="277178"/>
                  </a:lnTo>
                  <a:lnTo>
                    <a:pt x="451104" y="277463"/>
                  </a:lnTo>
                  <a:lnTo>
                    <a:pt x="451199" y="277939"/>
                  </a:lnTo>
                  <a:lnTo>
                    <a:pt x="451295" y="278987"/>
                  </a:lnTo>
                  <a:lnTo>
                    <a:pt x="451866" y="281083"/>
                  </a:lnTo>
                  <a:lnTo>
                    <a:pt x="451676" y="281845"/>
                  </a:lnTo>
                  <a:lnTo>
                    <a:pt x="451009" y="283083"/>
                  </a:lnTo>
                  <a:lnTo>
                    <a:pt x="448247" y="287274"/>
                  </a:lnTo>
                  <a:lnTo>
                    <a:pt x="447294" y="288036"/>
                  </a:lnTo>
                  <a:lnTo>
                    <a:pt x="445103" y="288798"/>
                  </a:lnTo>
                  <a:lnTo>
                    <a:pt x="444056" y="289465"/>
                  </a:lnTo>
                  <a:lnTo>
                    <a:pt x="442436" y="291465"/>
                  </a:lnTo>
                  <a:lnTo>
                    <a:pt x="441484" y="293846"/>
                  </a:lnTo>
                  <a:lnTo>
                    <a:pt x="441198" y="296418"/>
                  </a:lnTo>
                  <a:lnTo>
                    <a:pt x="441770" y="299085"/>
                  </a:lnTo>
                  <a:lnTo>
                    <a:pt x="443103" y="302514"/>
                  </a:lnTo>
                  <a:lnTo>
                    <a:pt x="443294" y="303847"/>
                  </a:lnTo>
                  <a:lnTo>
                    <a:pt x="443198" y="305181"/>
                  </a:lnTo>
                  <a:lnTo>
                    <a:pt x="442817" y="307848"/>
                  </a:lnTo>
                  <a:lnTo>
                    <a:pt x="442817" y="310515"/>
                  </a:lnTo>
                  <a:lnTo>
                    <a:pt x="442436" y="313087"/>
                  </a:lnTo>
                  <a:lnTo>
                    <a:pt x="442436" y="314420"/>
                  </a:lnTo>
                  <a:lnTo>
                    <a:pt x="443484" y="320326"/>
                  </a:lnTo>
                  <a:lnTo>
                    <a:pt x="445103" y="324993"/>
                  </a:lnTo>
                  <a:lnTo>
                    <a:pt x="445199" y="325755"/>
                  </a:lnTo>
                  <a:lnTo>
                    <a:pt x="445008" y="326136"/>
                  </a:lnTo>
                  <a:lnTo>
                    <a:pt x="444913" y="326326"/>
                  </a:lnTo>
                  <a:lnTo>
                    <a:pt x="442341" y="328231"/>
                  </a:lnTo>
                  <a:lnTo>
                    <a:pt x="440912" y="329755"/>
                  </a:lnTo>
                  <a:lnTo>
                    <a:pt x="435102" y="338614"/>
                  </a:lnTo>
                  <a:lnTo>
                    <a:pt x="434340" y="339471"/>
                  </a:lnTo>
                  <a:lnTo>
                    <a:pt x="433578" y="339947"/>
                  </a:lnTo>
                  <a:lnTo>
                    <a:pt x="432911" y="341090"/>
                  </a:lnTo>
                  <a:lnTo>
                    <a:pt x="431292" y="342614"/>
                  </a:lnTo>
                  <a:lnTo>
                    <a:pt x="429387" y="343948"/>
                  </a:lnTo>
                  <a:lnTo>
                    <a:pt x="427958" y="344519"/>
                  </a:lnTo>
                  <a:lnTo>
                    <a:pt x="426053" y="344424"/>
                  </a:lnTo>
                  <a:lnTo>
                    <a:pt x="424244" y="344996"/>
                  </a:lnTo>
                  <a:lnTo>
                    <a:pt x="420910" y="346710"/>
                  </a:lnTo>
                  <a:lnTo>
                    <a:pt x="418814" y="346996"/>
                  </a:lnTo>
                  <a:lnTo>
                    <a:pt x="417386" y="346043"/>
                  </a:lnTo>
                  <a:lnTo>
                    <a:pt x="414909" y="342519"/>
                  </a:lnTo>
                  <a:lnTo>
                    <a:pt x="413576" y="340900"/>
                  </a:lnTo>
                  <a:lnTo>
                    <a:pt x="413195" y="339947"/>
                  </a:lnTo>
                  <a:lnTo>
                    <a:pt x="413004" y="337471"/>
                  </a:lnTo>
                  <a:lnTo>
                    <a:pt x="412623" y="336709"/>
                  </a:lnTo>
                  <a:lnTo>
                    <a:pt x="411956" y="336328"/>
                  </a:lnTo>
                  <a:lnTo>
                    <a:pt x="409004" y="335756"/>
                  </a:lnTo>
                  <a:lnTo>
                    <a:pt x="405956" y="334042"/>
                  </a:lnTo>
                  <a:lnTo>
                    <a:pt x="404146" y="333375"/>
                  </a:lnTo>
                  <a:lnTo>
                    <a:pt x="403003" y="333375"/>
                  </a:lnTo>
                  <a:lnTo>
                    <a:pt x="401765" y="333851"/>
                  </a:lnTo>
                  <a:lnTo>
                    <a:pt x="399479" y="335089"/>
                  </a:lnTo>
                  <a:lnTo>
                    <a:pt x="398431" y="335851"/>
                  </a:lnTo>
                  <a:lnTo>
                    <a:pt x="398621" y="336423"/>
                  </a:lnTo>
                  <a:lnTo>
                    <a:pt x="399574" y="336804"/>
                  </a:lnTo>
                  <a:lnTo>
                    <a:pt x="400717" y="336995"/>
                  </a:lnTo>
                  <a:lnTo>
                    <a:pt x="403860" y="336899"/>
                  </a:lnTo>
                  <a:lnTo>
                    <a:pt x="404908" y="336995"/>
                  </a:lnTo>
                  <a:lnTo>
                    <a:pt x="405384" y="337566"/>
                  </a:lnTo>
                  <a:lnTo>
                    <a:pt x="404717" y="338328"/>
                  </a:lnTo>
                  <a:lnTo>
                    <a:pt x="403574" y="338995"/>
                  </a:lnTo>
                  <a:lnTo>
                    <a:pt x="402717" y="339280"/>
                  </a:lnTo>
                  <a:lnTo>
                    <a:pt x="400717" y="338995"/>
                  </a:lnTo>
                  <a:lnTo>
                    <a:pt x="395192" y="336995"/>
                  </a:lnTo>
                  <a:lnTo>
                    <a:pt x="393097" y="336804"/>
                  </a:lnTo>
                  <a:lnTo>
                    <a:pt x="391001" y="336899"/>
                  </a:lnTo>
                  <a:lnTo>
                    <a:pt x="389858" y="336709"/>
                  </a:lnTo>
                  <a:lnTo>
                    <a:pt x="389192" y="336042"/>
                  </a:lnTo>
                  <a:lnTo>
                    <a:pt x="388620" y="335185"/>
                  </a:lnTo>
                  <a:lnTo>
                    <a:pt x="387287" y="334137"/>
                  </a:lnTo>
                  <a:lnTo>
                    <a:pt x="386144" y="333470"/>
                  </a:lnTo>
                  <a:lnTo>
                    <a:pt x="384810" y="332994"/>
                  </a:lnTo>
                  <a:lnTo>
                    <a:pt x="383762" y="333089"/>
                  </a:lnTo>
                  <a:lnTo>
                    <a:pt x="383096" y="333851"/>
                  </a:lnTo>
                  <a:lnTo>
                    <a:pt x="381953" y="336518"/>
                  </a:lnTo>
                  <a:lnTo>
                    <a:pt x="381667" y="337090"/>
                  </a:lnTo>
                  <a:lnTo>
                    <a:pt x="381381" y="337566"/>
                  </a:lnTo>
                  <a:lnTo>
                    <a:pt x="379667" y="339185"/>
                  </a:lnTo>
                  <a:lnTo>
                    <a:pt x="379381" y="339757"/>
                  </a:lnTo>
                  <a:lnTo>
                    <a:pt x="379190" y="341090"/>
                  </a:lnTo>
                  <a:lnTo>
                    <a:pt x="378905" y="341567"/>
                  </a:lnTo>
                  <a:lnTo>
                    <a:pt x="376142" y="343091"/>
                  </a:lnTo>
                  <a:lnTo>
                    <a:pt x="375285" y="343757"/>
                  </a:lnTo>
                  <a:lnTo>
                    <a:pt x="374714" y="344614"/>
                  </a:lnTo>
                  <a:lnTo>
                    <a:pt x="374142" y="344900"/>
                  </a:lnTo>
                  <a:lnTo>
                    <a:pt x="372047" y="344996"/>
                  </a:lnTo>
                  <a:lnTo>
                    <a:pt x="370427" y="344710"/>
                  </a:lnTo>
                  <a:lnTo>
                    <a:pt x="369665" y="344710"/>
                  </a:lnTo>
                  <a:lnTo>
                    <a:pt x="368237" y="345472"/>
                  </a:lnTo>
                  <a:lnTo>
                    <a:pt x="364998" y="349091"/>
                  </a:lnTo>
                  <a:lnTo>
                    <a:pt x="363284" y="350330"/>
                  </a:lnTo>
                  <a:lnTo>
                    <a:pt x="362141" y="351092"/>
                  </a:lnTo>
                  <a:lnTo>
                    <a:pt x="360521" y="351758"/>
                  </a:lnTo>
                  <a:lnTo>
                    <a:pt x="358902" y="351949"/>
                  </a:lnTo>
                  <a:lnTo>
                    <a:pt x="355473" y="351187"/>
                  </a:lnTo>
                  <a:lnTo>
                    <a:pt x="353854" y="351187"/>
                  </a:lnTo>
                  <a:lnTo>
                    <a:pt x="353187" y="352234"/>
                  </a:lnTo>
                  <a:lnTo>
                    <a:pt x="353568" y="353187"/>
                  </a:lnTo>
                  <a:lnTo>
                    <a:pt x="354330" y="354139"/>
                  </a:lnTo>
                  <a:lnTo>
                    <a:pt x="354997" y="355187"/>
                  </a:lnTo>
                  <a:lnTo>
                    <a:pt x="355283" y="357568"/>
                  </a:lnTo>
                  <a:lnTo>
                    <a:pt x="356045" y="358521"/>
                  </a:lnTo>
                  <a:lnTo>
                    <a:pt x="357092" y="359188"/>
                  </a:lnTo>
                  <a:lnTo>
                    <a:pt x="358140" y="359474"/>
                  </a:lnTo>
                  <a:lnTo>
                    <a:pt x="362522" y="358902"/>
                  </a:lnTo>
                  <a:lnTo>
                    <a:pt x="364427" y="359474"/>
                  </a:lnTo>
                  <a:lnTo>
                    <a:pt x="364712" y="362045"/>
                  </a:lnTo>
                  <a:lnTo>
                    <a:pt x="364141" y="363188"/>
                  </a:lnTo>
                  <a:lnTo>
                    <a:pt x="363379" y="363569"/>
                  </a:lnTo>
                  <a:lnTo>
                    <a:pt x="361283" y="363474"/>
                  </a:lnTo>
                  <a:lnTo>
                    <a:pt x="360426" y="363760"/>
                  </a:lnTo>
                  <a:lnTo>
                    <a:pt x="359664" y="364331"/>
                  </a:lnTo>
                  <a:lnTo>
                    <a:pt x="358997" y="364998"/>
                  </a:lnTo>
                  <a:lnTo>
                    <a:pt x="355664" y="367189"/>
                  </a:lnTo>
                  <a:lnTo>
                    <a:pt x="354711" y="367570"/>
                  </a:lnTo>
                  <a:lnTo>
                    <a:pt x="351854" y="368141"/>
                  </a:lnTo>
                  <a:lnTo>
                    <a:pt x="349949" y="368999"/>
                  </a:lnTo>
                  <a:lnTo>
                    <a:pt x="346805" y="369380"/>
                  </a:lnTo>
                  <a:lnTo>
                    <a:pt x="343186" y="370904"/>
                  </a:lnTo>
                  <a:lnTo>
                    <a:pt x="342233" y="371094"/>
                  </a:lnTo>
                  <a:lnTo>
                    <a:pt x="338900" y="370808"/>
                  </a:lnTo>
                  <a:lnTo>
                    <a:pt x="336137" y="370904"/>
                  </a:lnTo>
                  <a:lnTo>
                    <a:pt x="335280" y="370808"/>
                  </a:lnTo>
                  <a:lnTo>
                    <a:pt x="334232" y="370427"/>
                  </a:lnTo>
                  <a:lnTo>
                    <a:pt x="332327" y="369380"/>
                  </a:lnTo>
                  <a:lnTo>
                    <a:pt x="331280" y="369094"/>
                  </a:lnTo>
                  <a:lnTo>
                    <a:pt x="330232" y="369094"/>
                  </a:lnTo>
                  <a:lnTo>
                    <a:pt x="328232" y="369570"/>
                  </a:lnTo>
                  <a:lnTo>
                    <a:pt x="327184" y="369570"/>
                  </a:lnTo>
                  <a:lnTo>
                    <a:pt x="325946" y="369380"/>
                  </a:lnTo>
                  <a:lnTo>
                    <a:pt x="325279" y="369189"/>
                  </a:lnTo>
                  <a:lnTo>
                    <a:pt x="324898" y="368903"/>
                  </a:lnTo>
                  <a:lnTo>
                    <a:pt x="324803" y="368427"/>
                  </a:lnTo>
                  <a:lnTo>
                    <a:pt x="324993" y="368046"/>
                  </a:lnTo>
                  <a:lnTo>
                    <a:pt x="325279" y="367665"/>
                  </a:lnTo>
                  <a:lnTo>
                    <a:pt x="325374" y="367189"/>
                  </a:lnTo>
                  <a:lnTo>
                    <a:pt x="325279" y="365855"/>
                  </a:lnTo>
                  <a:lnTo>
                    <a:pt x="324898" y="364998"/>
                  </a:lnTo>
                  <a:lnTo>
                    <a:pt x="324136" y="364617"/>
                  </a:lnTo>
                  <a:lnTo>
                    <a:pt x="320993" y="364712"/>
                  </a:lnTo>
                  <a:lnTo>
                    <a:pt x="318992" y="365284"/>
                  </a:lnTo>
                  <a:lnTo>
                    <a:pt x="315468" y="366998"/>
                  </a:lnTo>
                  <a:lnTo>
                    <a:pt x="313849" y="368332"/>
                  </a:lnTo>
                  <a:lnTo>
                    <a:pt x="312611" y="369760"/>
                  </a:lnTo>
                  <a:lnTo>
                    <a:pt x="311277" y="370808"/>
                  </a:lnTo>
                  <a:lnTo>
                    <a:pt x="309277" y="371094"/>
                  </a:lnTo>
                  <a:lnTo>
                    <a:pt x="308039" y="371951"/>
                  </a:lnTo>
                  <a:lnTo>
                    <a:pt x="306229" y="378809"/>
                  </a:lnTo>
                  <a:lnTo>
                    <a:pt x="305181" y="380238"/>
                  </a:lnTo>
                  <a:lnTo>
                    <a:pt x="300228" y="385286"/>
                  </a:lnTo>
                  <a:lnTo>
                    <a:pt x="299085" y="385858"/>
                  </a:lnTo>
                  <a:lnTo>
                    <a:pt x="291941" y="387287"/>
                  </a:lnTo>
                  <a:lnTo>
                    <a:pt x="291084" y="387763"/>
                  </a:lnTo>
                  <a:lnTo>
                    <a:pt x="290608" y="388620"/>
                  </a:lnTo>
                  <a:lnTo>
                    <a:pt x="285464" y="408242"/>
                  </a:lnTo>
                  <a:lnTo>
                    <a:pt x="285274" y="410909"/>
                  </a:lnTo>
                  <a:lnTo>
                    <a:pt x="286131" y="413290"/>
                  </a:lnTo>
                  <a:lnTo>
                    <a:pt x="287369" y="414909"/>
                  </a:lnTo>
                  <a:lnTo>
                    <a:pt x="287750" y="415671"/>
                  </a:lnTo>
                  <a:lnTo>
                    <a:pt x="288036" y="416909"/>
                  </a:lnTo>
                  <a:lnTo>
                    <a:pt x="288131" y="418147"/>
                  </a:lnTo>
                  <a:lnTo>
                    <a:pt x="287179" y="426149"/>
                  </a:lnTo>
                  <a:lnTo>
                    <a:pt x="287274" y="429863"/>
                  </a:lnTo>
                  <a:lnTo>
                    <a:pt x="287084" y="431006"/>
                  </a:lnTo>
                  <a:lnTo>
                    <a:pt x="283655" y="437959"/>
                  </a:lnTo>
                  <a:lnTo>
                    <a:pt x="282893" y="440246"/>
                  </a:lnTo>
                  <a:lnTo>
                    <a:pt x="282797" y="441198"/>
                  </a:lnTo>
                  <a:lnTo>
                    <a:pt x="283083" y="442055"/>
                  </a:lnTo>
                  <a:lnTo>
                    <a:pt x="284893" y="443389"/>
                  </a:lnTo>
                  <a:lnTo>
                    <a:pt x="287084" y="445580"/>
                  </a:lnTo>
                  <a:lnTo>
                    <a:pt x="288703" y="446818"/>
                  </a:lnTo>
                  <a:lnTo>
                    <a:pt x="289179" y="447389"/>
                  </a:lnTo>
                  <a:lnTo>
                    <a:pt x="288989" y="447675"/>
                  </a:lnTo>
                  <a:lnTo>
                    <a:pt x="288512" y="447866"/>
                  </a:lnTo>
                  <a:lnTo>
                    <a:pt x="288227" y="448056"/>
                  </a:lnTo>
                  <a:lnTo>
                    <a:pt x="287179" y="449961"/>
                  </a:lnTo>
                  <a:lnTo>
                    <a:pt x="285750" y="451771"/>
                  </a:lnTo>
                  <a:lnTo>
                    <a:pt x="281559" y="454819"/>
                  </a:lnTo>
                  <a:lnTo>
                    <a:pt x="277082" y="456152"/>
                  </a:lnTo>
                  <a:lnTo>
                    <a:pt x="274034" y="457009"/>
                  </a:lnTo>
                  <a:lnTo>
                    <a:pt x="270986" y="457867"/>
                  </a:lnTo>
                  <a:lnTo>
                    <a:pt x="267938" y="458724"/>
                  </a:lnTo>
                  <a:lnTo>
                    <a:pt x="264890" y="459581"/>
                  </a:lnTo>
                  <a:lnTo>
                    <a:pt x="261842" y="460438"/>
                  </a:lnTo>
                  <a:lnTo>
                    <a:pt x="258794" y="461296"/>
                  </a:lnTo>
                  <a:lnTo>
                    <a:pt x="255746" y="462153"/>
                  </a:lnTo>
                  <a:lnTo>
                    <a:pt x="252698" y="463010"/>
                  </a:lnTo>
                  <a:lnTo>
                    <a:pt x="249650" y="463867"/>
                  </a:lnTo>
                  <a:lnTo>
                    <a:pt x="246602" y="464725"/>
                  </a:lnTo>
                  <a:lnTo>
                    <a:pt x="243554" y="465582"/>
                  </a:lnTo>
                  <a:lnTo>
                    <a:pt x="240506" y="466439"/>
                  </a:lnTo>
                  <a:lnTo>
                    <a:pt x="237458" y="467296"/>
                  </a:lnTo>
                  <a:lnTo>
                    <a:pt x="234410" y="468154"/>
                  </a:lnTo>
                  <a:lnTo>
                    <a:pt x="231362" y="469011"/>
                  </a:lnTo>
                  <a:lnTo>
                    <a:pt x="228314" y="469868"/>
                  </a:lnTo>
                  <a:lnTo>
                    <a:pt x="220694" y="472059"/>
                  </a:lnTo>
                  <a:lnTo>
                    <a:pt x="218123" y="471964"/>
                  </a:lnTo>
                  <a:lnTo>
                    <a:pt x="209360" y="470345"/>
                  </a:lnTo>
                  <a:lnTo>
                    <a:pt x="202216" y="470249"/>
                  </a:lnTo>
                  <a:lnTo>
                    <a:pt x="192500" y="470154"/>
                  </a:lnTo>
                  <a:lnTo>
                    <a:pt x="191357" y="470154"/>
                  </a:lnTo>
                  <a:lnTo>
                    <a:pt x="177165" y="474440"/>
                  </a:lnTo>
                  <a:lnTo>
                    <a:pt x="175355" y="475393"/>
                  </a:lnTo>
                  <a:lnTo>
                    <a:pt x="174117" y="476917"/>
                  </a:lnTo>
                  <a:lnTo>
                    <a:pt x="172212" y="480631"/>
                  </a:lnTo>
                  <a:lnTo>
                    <a:pt x="170783" y="481203"/>
                  </a:lnTo>
                  <a:lnTo>
                    <a:pt x="164783" y="478631"/>
                  </a:lnTo>
                  <a:lnTo>
                    <a:pt x="155067" y="476726"/>
                  </a:lnTo>
                  <a:lnTo>
                    <a:pt x="143542" y="474535"/>
                  </a:lnTo>
                  <a:lnTo>
                    <a:pt x="135541" y="475297"/>
                  </a:lnTo>
                  <a:lnTo>
                    <a:pt x="132969" y="475583"/>
                  </a:lnTo>
                  <a:lnTo>
                    <a:pt x="130397" y="475869"/>
                  </a:lnTo>
                  <a:lnTo>
                    <a:pt x="127730" y="476059"/>
                  </a:lnTo>
                  <a:lnTo>
                    <a:pt x="125159" y="476345"/>
                  </a:lnTo>
                  <a:lnTo>
                    <a:pt x="122587" y="476631"/>
                  </a:lnTo>
                  <a:lnTo>
                    <a:pt x="120015" y="476821"/>
                  </a:lnTo>
                  <a:lnTo>
                    <a:pt x="117443" y="477107"/>
                  </a:lnTo>
                  <a:lnTo>
                    <a:pt x="114872" y="477393"/>
                  </a:lnTo>
                  <a:lnTo>
                    <a:pt x="112300" y="477679"/>
                  </a:lnTo>
                  <a:lnTo>
                    <a:pt x="109728" y="477964"/>
                  </a:lnTo>
                  <a:lnTo>
                    <a:pt x="107156" y="478250"/>
                  </a:lnTo>
                  <a:lnTo>
                    <a:pt x="104585" y="478441"/>
                  </a:lnTo>
                  <a:lnTo>
                    <a:pt x="102013" y="478726"/>
                  </a:lnTo>
                  <a:lnTo>
                    <a:pt x="99441" y="479012"/>
                  </a:lnTo>
                  <a:lnTo>
                    <a:pt x="96869" y="479298"/>
                  </a:lnTo>
                  <a:lnTo>
                    <a:pt x="94298" y="479584"/>
                  </a:lnTo>
                  <a:lnTo>
                    <a:pt x="92774" y="479774"/>
                  </a:lnTo>
                  <a:lnTo>
                    <a:pt x="86201" y="480346"/>
                  </a:lnTo>
                  <a:lnTo>
                    <a:pt x="80772" y="479298"/>
                  </a:lnTo>
                  <a:lnTo>
                    <a:pt x="75724" y="477679"/>
                  </a:lnTo>
                  <a:lnTo>
                    <a:pt x="71342" y="476250"/>
                  </a:lnTo>
                  <a:lnTo>
                    <a:pt x="66961" y="474821"/>
                  </a:lnTo>
                  <a:lnTo>
                    <a:pt x="62579" y="473392"/>
                  </a:lnTo>
                  <a:lnTo>
                    <a:pt x="58198" y="471964"/>
                  </a:lnTo>
                  <a:lnTo>
                    <a:pt x="53816" y="470535"/>
                  </a:lnTo>
                  <a:lnTo>
                    <a:pt x="49435" y="469106"/>
                  </a:lnTo>
                  <a:lnTo>
                    <a:pt x="45053" y="467678"/>
                  </a:lnTo>
                  <a:lnTo>
                    <a:pt x="40672" y="466249"/>
                  </a:lnTo>
                  <a:lnTo>
                    <a:pt x="36290" y="464820"/>
                  </a:lnTo>
                  <a:lnTo>
                    <a:pt x="31909" y="463391"/>
                  </a:lnTo>
                  <a:lnTo>
                    <a:pt x="27527" y="461963"/>
                  </a:lnTo>
                  <a:lnTo>
                    <a:pt x="22955" y="460438"/>
                  </a:lnTo>
                  <a:lnTo>
                    <a:pt x="18574" y="459010"/>
                  </a:lnTo>
                  <a:lnTo>
                    <a:pt x="14192" y="457581"/>
                  </a:lnTo>
                  <a:lnTo>
                    <a:pt x="9811" y="456152"/>
                  </a:lnTo>
                  <a:lnTo>
                    <a:pt x="5429" y="454724"/>
                  </a:lnTo>
                  <a:lnTo>
                    <a:pt x="1715" y="453485"/>
                  </a:lnTo>
                  <a:lnTo>
                    <a:pt x="0" y="452723"/>
                  </a:lnTo>
                  <a:lnTo>
                    <a:pt x="4286" y="457771"/>
                  </a:lnTo>
                  <a:lnTo>
                    <a:pt x="7049" y="461010"/>
                  </a:lnTo>
                  <a:lnTo>
                    <a:pt x="10478" y="465106"/>
                  </a:lnTo>
                  <a:lnTo>
                    <a:pt x="14478" y="469868"/>
                  </a:lnTo>
                  <a:lnTo>
                    <a:pt x="18574" y="474821"/>
                  </a:lnTo>
                  <a:lnTo>
                    <a:pt x="22955" y="479965"/>
                  </a:lnTo>
                  <a:lnTo>
                    <a:pt x="24003" y="480822"/>
                  </a:lnTo>
                  <a:lnTo>
                    <a:pt x="25146" y="481298"/>
                  </a:lnTo>
                  <a:lnTo>
                    <a:pt x="26099" y="481965"/>
                  </a:lnTo>
                  <a:lnTo>
                    <a:pt x="26575" y="483489"/>
                  </a:lnTo>
                  <a:lnTo>
                    <a:pt x="26480" y="484632"/>
                  </a:lnTo>
                  <a:lnTo>
                    <a:pt x="25813" y="486728"/>
                  </a:lnTo>
                  <a:lnTo>
                    <a:pt x="25813" y="487871"/>
                  </a:lnTo>
                  <a:lnTo>
                    <a:pt x="26289" y="489109"/>
                  </a:lnTo>
                  <a:lnTo>
                    <a:pt x="28004" y="490918"/>
                  </a:lnTo>
                  <a:lnTo>
                    <a:pt x="28670" y="491966"/>
                  </a:lnTo>
                  <a:lnTo>
                    <a:pt x="28861" y="492633"/>
                  </a:lnTo>
                  <a:lnTo>
                    <a:pt x="29051" y="494157"/>
                  </a:lnTo>
                  <a:lnTo>
                    <a:pt x="29337" y="494824"/>
                  </a:lnTo>
                  <a:lnTo>
                    <a:pt x="29909" y="495491"/>
                  </a:lnTo>
                  <a:lnTo>
                    <a:pt x="30385" y="495681"/>
                  </a:lnTo>
                  <a:lnTo>
                    <a:pt x="30861" y="495776"/>
                  </a:lnTo>
                  <a:lnTo>
                    <a:pt x="31433" y="496062"/>
                  </a:lnTo>
                  <a:lnTo>
                    <a:pt x="32004" y="496919"/>
                  </a:lnTo>
                  <a:lnTo>
                    <a:pt x="32290" y="497967"/>
                  </a:lnTo>
                  <a:lnTo>
                    <a:pt x="32480" y="498920"/>
                  </a:lnTo>
                  <a:lnTo>
                    <a:pt x="33338" y="499300"/>
                  </a:lnTo>
                  <a:lnTo>
                    <a:pt x="33814" y="499681"/>
                  </a:lnTo>
                  <a:lnTo>
                    <a:pt x="34004" y="500158"/>
                  </a:lnTo>
                  <a:lnTo>
                    <a:pt x="33814" y="500729"/>
                  </a:lnTo>
                  <a:lnTo>
                    <a:pt x="33338" y="501205"/>
                  </a:lnTo>
                  <a:lnTo>
                    <a:pt x="32957" y="501587"/>
                  </a:lnTo>
                  <a:lnTo>
                    <a:pt x="32766" y="501967"/>
                  </a:lnTo>
                  <a:lnTo>
                    <a:pt x="32861" y="502349"/>
                  </a:lnTo>
                  <a:lnTo>
                    <a:pt x="33242" y="502634"/>
                  </a:lnTo>
                  <a:lnTo>
                    <a:pt x="33909" y="502920"/>
                  </a:lnTo>
                  <a:lnTo>
                    <a:pt x="34481" y="503396"/>
                  </a:lnTo>
                  <a:lnTo>
                    <a:pt x="34957" y="503968"/>
                  </a:lnTo>
                  <a:lnTo>
                    <a:pt x="37148" y="509111"/>
                  </a:lnTo>
                  <a:lnTo>
                    <a:pt x="37433" y="510254"/>
                  </a:lnTo>
                  <a:lnTo>
                    <a:pt x="37529" y="511302"/>
                  </a:lnTo>
                  <a:lnTo>
                    <a:pt x="37814" y="512159"/>
                  </a:lnTo>
                  <a:lnTo>
                    <a:pt x="39338" y="513874"/>
                  </a:lnTo>
                  <a:lnTo>
                    <a:pt x="40862" y="517208"/>
                  </a:lnTo>
                  <a:lnTo>
                    <a:pt x="42386" y="519113"/>
                  </a:lnTo>
                  <a:lnTo>
                    <a:pt x="47816" y="524066"/>
                  </a:lnTo>
                  <a:lnTo>
                    <a:pt x="50006" y="526923"/>
                  </a:lnTo>
                  <a:lnTo>
                    <a:pt x="53340" y="529971"/>
                  </a:lnTo>
                  <a:lnTo>
                    <a:pt x="54959" y="531876"/>
                  </a:lnTo>
                  <a:lnTo>
                    <a:pt x="55912" y="532447"/>
                  </a:lnTo>
                  <a:lnTo>
                    <a:pt x="59055" y="533305"/>
                  </a:lnTo>
                  <a:lnTo>
                    <a:pt x="61532" y="534734"/>
                  </a:lnTo>
                  <a:lnTo>
                    <a:pt x="63151" y="535210"/>
                  </a:lnTo>
                  <a:lnTo>
                    <a:pt x="66675" y="535496"/>
                  </a:lnTo>
                  <a:lnTo>
                    <a:pt x="68390" y="535876"/>
                  </a:lnTo>
                  <a:lnTo>
                    <a:pt x="72771" y="537877"/>
                  </a:lnTo>
                  <a:lnTo>
                    <a:pt x="79724" y="539305"/>
                  </a:lnTo>
                  <a:lnTo>
                    <a:pt x="81153" y="540068"/>
                  </a:lnTo>
                  <a:lnTo>
                    <a:pt x="81725" y="540830"/>
                  </a:lnTo>
                  <a:lnTo>
                    <a:pt x="82201" y="541592"/>
                  </a:lnTo>
                  <a:lnTo>
                    <a:pt x="82772" y="542354"/>
                  </a:lnTo>
                  <a:lnTo>
                    <a:pt x="83630" y="542830"/>
                  </a:lnTo>
                  <a:lnTo>
                    <a:pt x="84487" y="543116"/>
                  </a:lnTo>
                  <a:lnTo>
                    <a:pt x="85058" y="543497"/>
                  </a:lnTo>
                  <a:lnTo>
                    <a:pt x="85439" y="544068"/>
                  </a:lnTo>
                  <a:lnTo>
                    <a:pt x="85820" y="545116"/>
                  </a:lnTo>
                  <a:lnTo>
                    <a:pt x="86582" y="546354"/>
                  </a:lnTo>
                  <a:lnTo>
                    <a:pt x="89916" y="549974"/>
                  </a:lnTo>
                  <a:lnTo>
                    <a:pt x="90964" y="550640"/>
                  </a:lnTo>
                  <a:lnTo>
                    <a:pt x="99632" y="548926"/>
                  </a:lnTo>
                  <a:lnTo>
                    <a:pt x="100775" y="549593"/>
                  </a:lnTo>
                  <a:lnTo>
                    <a:pt x="101060" y="551688"/>
                  </a:lnTo>
                  <a:lnTo>
                    <a:pt x="100298" y="557784"/>
                  </a:lnTo>
                  <a:lnTo>
                    <a:pt x="99441" y="564547"/>
                  </a:lnTo>
                  <a:lnTo>
                    <a:pt x="100394" y="568643"/>
                  </a:lnTo>
                  <a:lnTo>
                    <a:pt x="101727" y="574358"/>
                  </a:lnTo>
                  <a:lnTo>
                    <a:pt x="102013" y="577882"/>
                  </a:lnTo>
                  <a:lnTo>
                    <a:pt x="102489" y="582644"/>
                  </a:lnTo>
                  <a:lnTo>
                    <a:pt x="102775" y="585597"/>
                  </a:lnTo>
                  <a:lnTo>
                    <a:pt x="103251" y="591026"/>
                  </a:lnTo>
                  <a:lnTo>
                    <a:pt x="103537" y="594074"/>
                  </a:lnTo>
                  <a:lnTo>
                    <a:pt x="103251" y="596551"/>
                  </a:lnTo>
                  <a:lnTo>
                    <a:pt x="100679" y="602742"/>
                  </a:lnTo>
                  <a:lnTo>
                    <a:pt x="101727" y="603980"/>
                  </a:lnTo>
                  <a:lnTo>
                    <a:pt x="102013" y="604647"/>
                  </a:lnTo>
                  <a:lnTo>
                    <a:pt x="101918" y="605600"/>
                  </a:lnTo>
                  <a:lnTo>
                    <a:pt x="101632" y="606457"/>
                  </a:lnTo>
                  <a:lnTo>
                    <a:pt x="101346" y="607124"/>
                  </a:lnTo>
                  <a:lnTo>
                    <a:pt x="100870" y="607505"/>
                  </a:lnTo>
                  <a:lnTo>
                    <a:pt x="100013" y="607600"/>
                  </a:lnTo>
                  <a:lnTo>
                    <a:pt x="102299" y="609600"/>
                  </a:lnTo>
                  <a:lnTo>
                    <a:pt x="103061" y="610076"/>
                  </a:lnTo>
                  <a:lnTo>
                    <a:pt x="103442" y="610076"/>
                  </a:lnTo>
                  <a:lnTo>
                    <a:pt x="104204" y="609695"/>
                  </a:lnTo>
                  <a:lnTo>
                    <a:pt x="104585" y="609600"/>
                  </a:lnTo>
                  <a:lnTo>
                    <a:pt x="104966" y="609695"/>
                  </a:lnTo>
                  <a:lnTo>
                    <a:pt x="106204" y="610362"/>
                  </a:lnTo>
                  <a:lnTo>
                    <a:pt x="107823" y="610743"/>
                  </a:lnTo>
                  <a:lnTo>
                    <a:pt x="109252" y="610648"/>
                  </a:lnTo>
                  <a:lnTo>
                    <a:pt x="112300" y="610076"/>
                  </a:lnTo>
                  <a:lnTo>
                    <a:pt x="113633" y="609886"/>
                  </a:lnTo>
                  <a:lnTo>
                    <a:pt x="116396" y="609029"/>
                  </a:lnTo>
                  <a:lnTo>
                    <a:pt x="117824" y="608933"/>
                  </a:lnTo>
                  <a:lnTo>
                    <a:pt x="118682" y="609029"/>
                  </a:lnTo>
                  <a:lnTo>
                    <a:pt x="119348" y="609029"/>
                  </a:lnTo>
                  <a:lnTo>
                    <a:pt x="122206" y="608076"/>
                  </a:lnTo>
                  <a:lnTo>
                    <a:pt x="122777" y="608076"/>
                  </a:lnTo>
                  <a:lnTo>
                    <a:pt x="123444" y="608267"/>
                  </a:lnTo>
                  <a:lnTo>
                    <a:pt x="124778" y="609505"/>
                  </a:lnTo>
                  <a:lnTo>
                    <a:pt x="125349" y="609886"/>
                  </a:lnTo>
                  <a:lnTo>
                    <a:pt x="126683" y="610362"/>
                  </a:lnTo>
                  <a:lnTo>
                    <a:pt x="127159" y="610648"/>
                  </a:lnTo>
                  <a:lnTo>
                    <a:pt x="127730" y="611219"/>
                  </a:lnTo>
                  <a:lnTo>
                    <a:pt x="128492" y="612362"/>
                  </a:lnTo>
                  <a:lnTo>
                    <a:pt x="130302" y="616363"/>
                  </a:lnTo>
                  <a:lnTo>
                    <a:pt x="129350" y="615982"/>
                  </a:lnTo>
                  <a:lnTo>
                    <a:pt x="128207" y="615982"/>
                  </a:lnTo>
                  <a:lnTo>
                    <a:pt x="127159" y="616458"/>
                  </a:lnTo>
                  <a:lnTo>
                    <a:pt x="126587" y="617410"/>
                  </a:lnTo>
                  <a:lnTo>
                    <a:pt x="126397" y="617982"/>
                  </a:lnTo>
                  <a:lnTo>
                    <a:pt x="125825" y="618744"/>
                  </a:lnTo>
                  <a:lnTo>
                    <a:pt x="125635" y="619316"/>
                  </a:lnTo>
                  <a:lnTo>
                    <a:pt x="125540" y="619982"/>
                  </a:lnTo>
                  <a:lnTo>
                    <a:pt x="125825" y="626650"/>
                  </a:lnTo>
                  <a:lnTo>
                    <a:pt x="126302" y="627793"/>
                  </a:lnTo>
                  <a:lnTo>
                    <a:pt x="126968" y="628745"/>
                  </a:lnTo>
                  <a:lnTo>
                    <a:pt x="127445" y="629698"/>
                  </a:lnTo>
                  <a:lnTo>
                    <a:pt x="127254" y="630746"/>
                  </a:lnTo>
                  <a:lnTo>
                    <a:pt x="126492" y="631508"/>
                  </a:lnTo>
                  <a:lnTo>
                    <a:pt x="124397" y="631888"/>
                  </a:lnTo>
                  <a:lnTo>
                    <a:pt x="123539" y="632365"/>
                  </a:lnTo>
                  <a:lnTo>
                    <a:pt x="123158" y="633317"/>
                  </a:lnTo>
                  <a:lnTo>
                    <a:pt x="122777" y="641795"/>
                  </a:lnTo>
                  <a:lnTo>
                    <a:pt x="122206" y="644176"/>
                  </a:lnTo>
                  <a:lnTo>
                    <a:pt x="121063" y="645319"/>
                  </a:lnTo>
                  <a:lnTo>
                    <a:pt x="120491" y="645319"/>
                  </a:lnTo>
                  <a:lnTo>
                    <a:pt x="120110" y="645128"/>
                  </a:lnTo>
                  <a:lnTo>
                    <a:pt x="119729" y="644843"/>
                  </a:lnTo>
                  <a:lnTo>
                    <a:pt x="119253" y="644652"/>
                  </a:lnTo>
                  <a:lnTo>
                    <a:pt x="118777" y="644652"/>
                  </a:lnTo>
                  <a:lnTo>
                    <a:pt x="117253" y="645033"/>
                  </a:lnTo>
                  <a:lnTo>
                    <a:pt x="115157" y="644938"/>
                  </a:lnTo>
                  <a:lnTo>
                    <a:pt x="113062" y="644652"/>
                  </a:lnTo>
                  <a:lnTo>
                    <a:pt x="108299" y="644557"/>
                  </a:lnTo>
                  <a:lnTo>
                    <a:pt x="104204" y="644462"/>
                  </a:lnTo>
                  <a:lnTo>
                    <a:pt x="100584" y="644366"/>
                  </a:lnTo>
                  <a:lnTo>
                    <a:pt x="100013" y="644557"/>
                  </a:lnTo>
                  <a:lnTo>
                    <a:pt x="99632" y="645128"/>
                  </a:lnTo>
                  <a:lnTo>
                    <a:pt x="99060" y="646176"/>
                  </a:lnTo>
                  <a:lnTo>
                    <a:pt x="98679" y="646462"/>
                  </a:lnTo>
                  <a:lnTo>
                    <a:pt x="98298" y="646652"/>
                  </a:lnTo>
                  <a:lnTo>
                    <a:pt x="97822" y="646843"/>
                  </a:lnTo>
                  <a:lnTo>
                    <a:pt x="96203" y="647224"/>
                  </a:lnTo>
                  <a:lnTo>
                    <a:pt x="95726" y="647224"/>
                  </a:lnTo>
                  <a:lnTo>
                    <a:pt x="95155" y="646938"/>
                  </a:lnTo>
                  <a:lnTo>
                    <a:pt x="94583" y="646843"/>
                  </a:lnTo>
                  <a:lnTo>
                    <a:pt x="94107" y="647129"/>
                  </a:lnTo>
                  <a:lnTo>
                    <a:pt x="93726" y="647605"/>
                  </a:lnTo>
                  <a:lnTo>
                    <a:pt x="93250" y="647986"/>
                  </a:lnTo>
                  <a:lnTo>
                    <a:pt x="92202" y="648367"/>
                  </a:lnTo>
                  <a:lnTo>
                    <a:pt x="83344" y="649319"/>
                  </a:lnTo>
                  <a:lnTo>
                    <a:pt x="82868" y="649510"/>
                  </a:lnTo>
                  <a:lnTo>
                    <a:pt x="82487" y="649796"/>
                  </a:lnTo>
                  <a:lnTo>
                    <a:pt x="82010" y="650558"/>
                  </a:lnTo>
                  <a:lnTo>
                    <a:pt x="81725" y="650843"/>
                  </a:lnTo>
                  <a:lnTo>
                    <a:pt x="81153" y="651034"/>
                  </a:lnTo>
                  <a:lnTo>
                    <a:pt x="80105" y="650367"/>
                  </a:lnTo>
                  <a:lnTo>
                    <a:pt x="79629" y="650462"/>
                  </a:lnTo>
                  <a:lnTo>
                    <a:pt x="79153" y="650653"/>
                  </a:lnTo>
                  <a:lnTo>
                    <a:pt x="78486" y="651129"/>
                  </a:lnTo>
                  <a:lnTo>
                    <a:pt x="78010" y="651415"/>
                  </a:lnTo>
                  <a:lnTo>
                    <a:pt x="76962" y="651796"/>
                  </a:lnTo>
                  <a:lnTo>
                    <a:pt x="76486" y="652081"/>
                  </a:lnTo>
                  <a:lnTo>
                    <a:pt x="76200" y="652558"/>
                  </a:lnTo>
                  <a:lnTo>
                    <a:pt x="76105" y="653034"/>
                  </a:lnTo>
                  <a:lnTo>
                    <a:pt x="76295" y="653415"/>
                  </a:lnTo>
                  <a:lnTo>
                    <a:pt x="76486" y="653796"/>
                  </a:lnTo>
                  <a:lnTo>
                    <a:pt x="76581" y="654177"/>
                  </a:lnTo>
                  <a:lnTo>
                    <a:pt x="76010" y="655225"/>
                  </a:lnTo>
                  <a:lnTo>
                    <a:pt x="74390" y="656844"/>
                  </a:lnTo>
                  <a:lnTo>
                    <a:pt x="74009" y="657606"/>
                  </a:lnTo>
                  <a:lnTo>
                    <a:pt x="74295" y="658939"/>
                  </a:lnTo>
                  <a:lnTo>
                    <a:pt x="74771" y="659987"/>
                  </a:lnTo>
                  <a:lnTo>
                    <a:pt x="74771" y="660845"/>
                  </a:lnTo>
                  <a:lnTo>
                    <a:pt x="73628" y="661416"/>
                  </a:lnTo>
                  <a:lnTo>
                    <a:pt x="71628" y="661130"/>
                  </a:lnTo>
                  <a:lnTo>
                    <a:pt x="69247" y="660273"/>
                  </a:lnTo>
                  <a:lnTo>
                    <a:pt x="67247" y="659987"/>
                  </a:lnTo>
                  <a:lnTo>
                    <a:pt x="66389" y="661416"/>
                  </a:lnTo>
                  <a:lnTo>
                    <a:pt x="66199" y="662845"/>
                  </a:lnTo>
                  <a:lnTo>
                    <a:pt x="65723" y="663416"/>
                  </a:lnTo>
                  <a:lnTo>
                    <a:pt x="63532" y="663797"/>
                  </a:lnTo>
                  <a:lnTo>
                    <a:pt x="62484" y="664178"/>
                  </a:lnTo>
                  <a:lnTo>
                    <a:pt x="61532" y="664655"/>
                  </a:lnTo>
                  <a:lnTo>
                    <a:pt x="59627" y="665893"/>
                  </a:lnTo>
                  <a:lnTo>
                    <a:pt x="53245" y="667703"/>
                  </a:lnTo>
                  <a:lnTo>
                    <a:pt x="52007" y="668655"/>
                  </a:lnTo>
                  <a:lnTo>
                    <a:pt x="51245" y="670179"/>
                  </a:lnTo>
                  <a:lnTo>
                    <a:pt x="50768" y="671989"/>
                  </a:lnTo>
                  <a:lnTo>
                    <a:pt x="50292" y="675513"/>
                  </a:lnTo>
                  <a:lnTo>
                    <a:pt x="49911" y="678656"/>
                  </a:lnTo>
                  <a:lnTo>
                    <a:pt x="49435" y="682276"/>
                  </a:lnTo>
                  <a:lnTo>
                    <a:pt x="48768" y="687134"/>
                  </a:lnTo>
                  <a:lnTo>
                    <a:pt x="48197" y="691229"/>
                  </a:lnTo>
                  <a:lnTo>
                    <a:pt x="47911" y="692277"/>
                  </a:lnTo>
                  <a:lnTo>
                    <a:pt x="47149" y="693230"/>
                  </a:lnTo>
                  <a:lnTo>
                    <a:pt x="46196" y="693420"/>
                  </a:lnTo>
                  <a:lnTo>
                    <a:pt x="45149" y="693420"/>
                  </a:lnTo>
                  <a:lnTo>
                    <a:pt x="44006" y="693706"/>
                  </a:lnTo>
                  <a:lnTo>
                    <a:pt x="42863" y="695230"/>
                  </a:lnTo>
                  <a:lnTo>
                    <a:pt x="43148" y="697325"/>
                  </a:lnTo>
                  <a:lnTo>
                    <a:pt x="43720" y="699611"/>
                  </a:lnTo>
                  <a:lnTo>
                    <a:pt x="43529" y="701612"/>
                  </a:lnTo>
                  <a:lnTo>
                    <a:pt x="43244" y="702088"/>
                  </a:lnTo>
                  <a:lnTo>
                    <a:pt x="42482" y="702850"/>
                  </a:lnTo>
                  <a:lnTo>
                    <a:pt x="42196" y="703421"/>
                  </a:lnTo>
                  <a:lnTo>
                    <a:pt x="42005" y="704279"/>
                  </a:lnTo>
                  <a:lnTo>
                    <a:pt x="41815" y="707708"/>
                  </a:lnTo>
                  <a:lnTo>
                    <a:pt x="41529" y="712660"/>
                  </a:lnTo>
                  <a:lnTo>
                    <a:pt x="41148" y="718471"/>
                  </a:lnTo>
                  <a:lnTo>
                    <a:pt x="40862" y="723329"/>
                  </a:lnTo>
                  <a:lnTo>
                    <a:pt x="39148" y="728186"/>
                  </a:lnTo>
                  <a:lnTo>
                    <a:pt x="40386" y="728281"/>
                  </a:lnTo>
                  <a:lnTo>
                    <a:pt x="41053" y="728091"/>
                  </a:lnTo>
                  <a:lnTo>
                    <a:pt x="41624" y="728091"/>
                  </a:lnTo>
                  <a:lnTo>
                    <a:pt x="42482" y="728281"/>
                  </a:lnTo>
                  <a:lnTo>
                    <a:pt x="44196" y="728186"/>
                  </a:lnTo>
                  <a:lnTo>
                    <a:pt x="44768" y="728281"/>
                  </a:lnTo>
                  <a:lnTo>
                    <a:pt x="45244" y="728472"/>
                  </a:lnTo>
                  <a:lnTo>
                    <a:pt x="45530" y="728758"/>
                  </a:lnTo>
                  <a:lnTo>
                    <a:pt x="45815" y="728948"/>
                  </a:lnTo>
                  <a:lnTo>
                    <a:pt x="46482" y="729043"/>
                  </a:lnTo>
                  <a:lnTo>
                    <a:pt x="46768" y="729139"/>
                  </a:lnTo>
                  <a:lnTo>
                    <a:pt x="47435" y="729710"/>
                  </a:lnTo>
                  <a:lnTo>
                    <a:pt x="47720" y="729805"/>
                  </a:lnTo>
                  <a:lnTo>
                    <a:pt x="48006" y="729710"/>
                  </a:lnTo>
                  <a:lnTo>
                    <a:pt x="48482" y="729234"/>
                  </a:lnTo>
                  <a:lnTo>
                    <a:pt x="48673" y="729139"/>
                  </a:lnTo>
                  <a:lnTo>
                    <a:pt x="49054" y="729043"/>
                  </a:lnTo>
                  <a:lnTo>
                    <a:pt x="49340" y="728853"/>
                  </a:lnTo>
                  <a:lnTo>
                    <a:pt x="49530" y="729043"/>
                  </a:lnTo>
                  <a:lnTo>
                    <a:pt x="49530" y="729901"/>
                  </a:lnTo>
                  <a:lnTo>
                    <a:pt x="49340" y="730472"/>
                  </a:lnTo>
                  <a:lnTo>
                    <a:pt x="48673" y="731425"/>
                  </a:lnTo>
                  <a:lnTo>
                    <a:pt x="48482" y="732092"/>
                  </a:lnTo>
                  <a:lnTo>
                    <a:pt x="48387" y="732854"/>
                  </a:lnTo>
                  <a:lnTo>
                    <a:pt x="48292" y="733234"/>
                  </a:lnTo>
                  <a:lnTo>
                    <a:pt x="47720" y="733901"/>
                  </a:lnTo>
                  <a:lnTo>
                    <a:pt x="46863" y="734663"/>
                  </a:lnTo>
                  <a:lnTo>
                    <a:pt x="46673" y="735139"/>
                  </a:lnTo>
                  <a:lnTo>
                    <a:pt x="47054" y="735901"/>
                  </a:lnTo>
                  <a:lnTo>
                    <a:pt x="46482" y="736473"/>
                  </a:lnTo>
                  <a:lnTo>
                    <a:pt x="46196" y="737711"/>
                  </a:lnTo>
                  <a:lnTo>
                    <a:pt x="46673" y="738664"/>
                  </a:lnTo>
                  <a:lnTo>
                    <a:pt x="48006" y="739140"/>
                  </a:lnTo>
                  <a:lnTo>
                    <a:pt x="49911" y="738854"/>
                  </a:lnTo>
                  <a:lnTo>
                    <a:pt x="51149" y="738378"/>
                  </a:lnTo>
                  <a:lnTo>
                    <a:pt x="52197" y="737711"/>
                  </a:lnTo>
                  <a:lnTo>
                    <a:pt x="52864" y="737711"/>
                  </a:lnTo>
                  <a:lnTo>
                    <a:pt x="53435" y="736092"/>
                  </a:lnTo>
                  <a:lnTo>
                    <a:pt x="53912" y="735616"/>
                  </a:lnTo>
                  <a:lnTo>
                    <a:pt x="54102" y="735139"/>
                  </a:lnTo>
                  <a:lnTo>
                    <a:pt x="54674" y="733997"/>
                  </a:lnTo>
                  <a:lnTo>
                    <a:pt x="57245" y="733616"/>
                  </a:lnTo>
                  <a:lnTo>
                    <a:pt x="60389" y="733711"/>
                  </a:lnTo>
                  <a:lnTo>
                    <a:pt x="62865" y="733997"/>
                  </a:lnTo>
                  <a:lnTo>
                    <a:pt x="64961" y="734092"/>
                  </a:lnTo>
                  <a:lnTo>
                    <a:pt x="66104" y="733711"/>
                  </a:lnTo>
                  <a:lnTo>
                    <a:pt x="65627" y="733044"/>
                  </a:lnTo>
                  <a:lnTo>
                    <a:pt x="65056" y="732472"/>
                  </a:lnTo>
                  <a:lnTo>
                    <a:pt x="64770" y="731139"/>
                  </a:lnTo>
                  <a:lnTo>
                    <a:pt x="64008" y="730472"/>
                  </a:lnTo>
                  <a:lnTo>
                    <a:pt x="64484" y="729520"/>
                  </a:lnTo>
                  <a:lnTo>
                    <a:pt x="65151" y="728377"/>
                  </a:lnTo>
                  <a:lnTo>
                    <a:pt x="66389" y="727901"/>
                  </a:lnTo>
                  <a:lnTo>
                    <a:pt x="68580" y="727138"/>
                  </a:lnTo>
                  <a:lnTo>
                    <a:pt x="71057" y="727043"/>
                  </a:lnTo>
                  <a:lnTo>
                    <a:pt x="72866" y="727424"/>
                  </a:lnTo>
                  <a:lnTo>
                    <a:pt x="74390" y="727520"/>
                  </a:lnTo>
                  <a:lnTo>
                    <a:pt x="75533" y="728186"/>
                  </a:lnTo>
                  <a:lnTo>
                    <a:pt x="76676" y="729043"/>
                  </a:lnTo>
                  <a:lnTo>
                    <a:pt x="77057" y="730091"/>
                  </a:lnTo>
                  <a:lnTo>
                    <a:pt x="77819" y="731520"/>
                  </a:lnTo>
                  <a:lnTo>
                    <a:pt x="77629" y="732187"/>
                  </a:lnTo>
                  <a:lnTo>
                    <a:pt x="77248" y="732282"/>
                  </a:lnTo>
                  <a:lnTo>
                    <a:pt x="76772" y="732282"/>
                  </a:lnTo>
                  <a:lnTo>
                    <a:pt x="76295" y="732472"/>
                  </a:lnTo>
                  <a:lnTo>
                    <a:pt x="76105" y="732663"/>
                  </a:lnTo>
                  <a:lnTo>
                    <a:pt x="75914" y="732758"/>
                  </a:lnTo>
                  <a:lnTo>
                    <a:pt x="75724" y="732949"/>
                  </a:lnTo>
                  <a:lnTo>
                    <a:pt x="74486" y="733997"/>
                  </a:lnTo>
                  <a:lnTo>
                    <a:pt x="76295" y="734473"/>
                  </a:lnTo>
                  <a:lnTo>
                    <a:pt x="78867" y="734663"/>
                  </a:lnTo>
                  <a:lnTo>
                    <a:pt x="81058" y="734663"/>
                  </a:lnTo>
                  <a:lnTo>
                    <a:pt x="81344" y="733806"/>
                  </a:lnTo>
                  <a:lnTo>
                    <a:pt x="80582" y="733425"/>
                  </a:lnTo>
                  <a:lnTo>
                    <a:pt x="79439" y="733139"/>
                  </a:lnTo>
                  <a:lnTo>
                    <a:pt x="78772" y="732472"/>
                  </a:lnTo>
                  <a:lnTo>
                    <a:pt x="78581" y="731615"/>
                  </a:lnTo>
                  <a:lnTo>
                    <a:pt x="78962" y="730758"/>
                  </a:lnTo>
                  <a:lnTo>
                    <a:pt x="79534" y="729996"/>
                  </a:lnTo>
                  <a:lnTo>
                    <a:pt x="80105" y="729425"/>
                  </a:lnTo>
                  <a:lnTo>
                    <a:pt x="81153" y="728663"/>
                  </a:lnTo>
                  <a:lnTo>
                    <a:pt x="82677" y="727805"/>
                  </a:lnTo>
                  <a:lnTo>
                    <a:pt x="84296" y="727424"/>
                  </a:lnTo>
                  <a:lnTo>
                    <a:pt x="85630" y="727805"/>
                  </a:lnTo>
                  <a:lnTo>
                    <a:pt x="86678" y="727424"/>
                  </a:lnTo>
                  <a:lnTo>
                    <a:pt x="85535" y="726853"/>
                  </a:lnTo>
                  <a:lnTo>
                    <a:pt x="85439" y="726091"/>
                  </a:lnTo>
                  <a:lnTo>
                    <a:pt x="86106" y="724853"/>
                  </a:lnTo>
                  <a:lnTo>
                    <a:pt x="88773" y="724567"/>
                  </a:lnTo>
                  <a:lnTo>
                    <a:pt x="92869" y="724472"/>
                  </a:lnTo>
                  <a:lnTo>
                    <a:pt x="101632" y="724662"/>
                  </a:lnTo>
                  <a:lnTo>
                    <a:pt x="110681" y="726662"/>
                  </a:lnTo>
                  <a:lnTo>
                    <a:pt x="115157" y="727043"/>
                  </a:lnTo>
                  <a:lnTo>
                    <a:pt x="116396" y="726853"/>
                  </a:lnTo>
                  <a:lnTo>
                    <a:pt x="119634" y="725043"/>
                  </a:lnTo>
                  <a:lnTo>
                    <a:pt x="121253" y="724662"/>
                  </a:lnTo>
                  <a:lnTo>
                    <a:pt x="123063" y="724853"/>
                  </a:lnTo>
                  <a:lnTo>
                    <a:pt x="126492" y="725805"/>
                  </a:lnTo>
                  <a:lnTo>
                    <a:pt x="128969" y="726853"/>
                  </a:lnTo>
                  <a:lnTo>
                    <a:pt x="129826" y="726948"/>
                  </a:lnTo>
                  <a:lnTo>
                    <a:pt x="133445" y="726567"/>
                  </a:lnTo>
                  <a:lnTo>
                    <a:pt x="135255" y="726853"/>
                  </a:lnTo>
                  <a:lnTo>
                    <a:pt x="138303" y="728186"/>
                  </a:lnTo>
                  <a:lnTo>
                    <a:pt x="140018" y="728472"/>
                  </a:lnTo>
                  <a:lnTo>
                    <a:pt x="140303" y="728377"/>
                  </a:lnTo>
                  <a:lnTo>
                    <a:pt x="140589" y="728091"/>
                  </a:lnTo>
                  <a:lnTo>
                    <a:pt x="140780" y="727710"/>
                  </a:lnTo>
                  <a:lnTo>
                    <a:pt x="140875" y="727329"/>
                  </a:lnTo>
                  <a:lnTo>
                    <a:pt x="140875" y="726948"/>
                  </a:lnTo>
                  <a:lnTo>
                    <a:pt x="140780" y="726758"/>
                  </a:lnTo>
                  <a:lnTo>
                    <a:pt x="140494" y="726567"/>
                  </a:lnTo>
                  <a:lnTo>
                    <a:pt x="138875" y="724662"/>
                  </a:lnTo>
                  <a:lnTo>
                    <a:pt x="138494" y="723900"/>
                  </a:lnTo>
                  <a:lnTo>
                    <a:pt x="138208" y="722947"/>
                  </a:lnTo>
                  <a:lnTo>
                    <a:pt x="139065" y="723233"/>
                  </a:lnTo>
                  <a:lnTo>
                    <a:pt x="139637" y="722852"/>
                  </a:lnTo>
                  <a:lnTo>
                    <a:pt x="140399" y="721424"/>
                  </a:lnTo>
                  <a:lnTo>
                    <a:pt x="141827" y="719804"/>
                  </a:lnTo>
                  <a:lnTo>
                    <a:pt x="142685" y="719138"/>
                  </a:lnTo>
                  <a:lnTo>
                    <a:pt x="143637" y="718661"/>
                  </a:lnTo>
                  <a:lnTo>
                    <a:pt x="145352" y="718090"/>
                  </a:lnTo>
                  <a:lnTo>
                    <a:pt x="148781" y="717518"/>
                  </a:lnTo>
                  <a:lnTo>
                    <a:pt x="152400" y="717423"/>
                  </a:lnTo>
                  <a:lnTo>
                    <a:pt x="155924" y="717995"/>
                  </a:lnTo>
                  <a:lnTo>
                    <a:pt x="161258" y="719995"/>
                  </a:lnTo>
                  <a:lnTo>
                    <a:pt x="163259" y="720376"/>
                  </a:lnTo>
                  <a:lnTo>
                    <a:pt x="164592" y="719804"/>
                  </a:lnTo>
                  <a:lnTo>
                    <a:pt x="165545" y="720185"/>
                  </a:lnTo>
                  <a:lnTo>
                    <a:pt x="166497" y="720185"/>
                  </a:lnTo>
                  <a:lnTo>
                    <a:pt x="168497" y="719900"/>
                  </a:lnTo>
                  <a:lnTo>
                    <a:pt x="169450" y="719900"/>
                  </a:lnTo>
                  <a:lnTo>
                    <a:pt x="169831" y="719804"/>
                  </a:lnTo>
                  <a:lnTo>
                    <a:pt x="170498" y="718756"/>
                  </a:lnTo>
                  <a:lnTo>
                    <a:pt x="169545" y="716756"/>
                  </a:lnTo>
                  <a:lnTo>
                    <a:pt x="168878" y="715709"/>
                  </a:lnTo>
                  <a:lnTo>
                    <a:pt x="168116" y="715709"/>
                  </a:lnTo>
                  <a:lnTo>
                    <a:pt x="167354" y="716471"/>
                  </a:lnTo>
                  <a:lnTo>
                    <a:pt x="166878" y="716756"/>
                  </a:lnTo>
                  <a:lnTo>
                    <a:pt x="166497" y="716471"/>
                  </a:lnTo>
                  <a:lnTo>
                    <a:pt x="166116" y="715423"/>
                  </a:lnTo>
                  <a:lnTo>
                    <a:pt x="165830" y="715613"/>
                  </a:lnTo>
                  <a:lnTo>
                    <a:pt x="165068" y="715804"/>
                  </a:lnTo>
                  <a:lnTo>
                    <a:pt x="165735" y="715042"/>
                  </a:lnTo>
                  <a:lnTo>
                    <a:pt x="168688" y="713613"/>
                  </a:lnTo>
                  <a:lnTo>
                    <a:pt x="169259" y="714089"/>
                  </a:lnTo>
                  <a:lnTo>
                    <a:pt x="170593" y="713994"/>
                  </a:lnTo>
                  <a:lnTo>
                    <a:pt x="172974" y="713422"/>
                  </a:lnTo>
                  <a:lnTo>
                    <a:pt x="173641" y="713422"/>
                  </a:lnTo>
                  <a:lnTo>
                    <a:pt x="174212" y="713518"/>
                  </a:lnTo>
                  <a:lnTo>
                    <a:pt x="174403" y="713804"/>
                  </a:lnTo>
                  <a:lnTo>
                    <a:pt x="174212" y="714661"/>
                  </a:lnTo>
                  <a:lnTo>
                    <a:pt x="173641" y="714851"/>
                  </a:lnTo>
                  <a:lnTo>
                    <a:pt x="172403" y="714566"/>
                  </a:lnTo>
                  <a:lnTo>
                    <a:pt x="171831" y="714566"/>
                  </a:lnTo>
                  <a:lnTo>
                    <a:pt x="171164" y="714661"/>
                  </a:lnTo>
                  <a:lnTo>
                    <a:pt x="170593" y="714947"/>
                  </a:lnTo>
                  <a:lnTo>
                    <a:pt x="170402" y="715518"/>
                  </a:lnTo>
                  <a:lnTo>
                    <a:pt x="170593" y="716280"/>
                  </a:lnTo>
                  <a:lnTo>
                    <a:pt x="171069" y="716756"/>
                  </a:lnTo>
                  <a:lnTo>
                    <a:pt x="171545" y="717042"/>
                  </a:lnTo>
                  <a:lnTo>
                    <a:pt x="171831" y="717328"/>
                  </a:lnTo>
                  <a:lnTo>
                    <a:pt x="171641" y="718376"/>
                  </a:lnTo>
                  <a:lnTo>
                    <a:pt x="171164" y="719423"/>
                  </a:lnTo>
                  <a:lnTo>
                    <a:pt x="171164" y="720280"/>
                  </a:lnTo>
                  <a:lnTo>
                    <a:pt x="175832" y="721233"/>
                  </a:lnTo>
                  <a:lnTo>
                    <a:pt x="179070" y="721328"/>
                  </a:lnTo>
                  <a:lnTo>
                    <a:pt x="179451" y="721614"/>
                  </a:lnTo>
                  <a:lnTo>
                    <a:pt x="180118" y="722376"/>
                  </a:lnTo>
                  <a:lnTo>
                    <a:pt x="180594" y="722567"/>
                  </a:lnTo>
                  <a:lnTo>
                    <a:pt x="182880" y="722757"/>
                  </a:lnTo>
                  <a:lnTo>
                    <a:pt x="185071" y="723329"/>
                  </a:lnTo>
                  <a:lnTo>
                    <a:pt x="186214" y="723995"/>
                  </a:lnTo>
                  <a:lnTo>
                    <a:pt x="188024" y="725805"/>
                  </a:lnTo>
                  <a:lnTo>
                    <a:pt x="189167" y="726186"/>
                  </a:lnTo>
                  <a:lnTo>
                    <a:pt x="189643" y="726091"/>
                  </a:lnTo>
                  <a:lnTo>
                    <a:pt x="190691" y="725805"/>
                  </a:lnTo>
                  <a:lnTo>
                    <a:pt x="191357" y="725710"/>
                  </a:lnTo>
                  <a:lnTo>
                    <a:pt x="192024" y="725424"/>
                  </a:lnTo>
                  <a:lnTo>
                    <a:pt x="192786" y="724186"/>
                  </a:lnTo>
                  <a:lnTo>
                    <a:pt x="193453" y="723709"/>
                  </a:lnTo>
                  <a:lnTo>
                    <a:pt x="194405" y="723709"/>
                  </a:lnTo>
                  <a:lnTo>
                    <a:pt x="195929" y="723995"/>
                  </a:lnTo>
                  <a:lnTo>
                    <a:pt x="197358" y="724472"/>
                  </a:lnTo>
                  <a:lnTo>
                    <a:pt x="198311" y="725043"/>
                  </a:lnTo>
                  <a:lnTo>
                    <a:pt x="199168" y="726376"/>
                  </a:lnTo>
                  <a:lnTo>
                    <a:pt x="199168" y="727329"/>
                  </a:lnTo>
                  <a:lnTo>
                    <a:pt x="197739" y="729520"/>
                  </a:lnTo>
                  <a:lnTo>
                    <a:pt x="198501" y="729520"/>
                  </a:lnTo>
                  <a:lnTo>
                    <a:pt x="199835" y="729901"/>
                  </a:lnTo>
                  <a:lnTo>
                    <a:pt x="200597" y="729901"/>
                  </a:lnTo>
                  <a:lnTo>
                    <a:pt x="203073" y="729139"/>
                  </a:lnTo>
                  <a:lnTo>
                    <a:pt x="203454" y="729139"/>
                  </a:lnTo>
                  <a:lnTo>
                    <a:pt x="203359" y="728472"/>
                  </a:lnTo>
                  <a:lnTo>
                    <a:pt x="202692" y="728091"/>
                  </a:lnTo>
                  <a:lnTo>
                    <a:pt x="201835" y="727805"/>
                  </a:lnTo>
                  <a:lnTo>
                    <a:pt x="201263" y="727520"/>
                  </a:lnTo>
                  <a:lnTo>
                    <a:pt x="200978" y="726948"/>
                  </a:lnTo>
                  <a:lnTo>
                    <a:pt x="200978" y="726281"/>
                  </a:lnTo>
                  <a:lnTo>
                    <a:pt x="201263" y="724757"/>
                  </a:lnTo>
                  <a:lnTo>
                    <a:pt x="201740" y="723519"/>
                  </a:lnTo>
                  <a:lnTo>
                    <a:pt x="202692" y="722281"/>
                  </a:lnTo>
                  <a:lnTo>
                    <a:pt x="203930" y="721328"/>
                  </a:lnTo>
                  <a:lnTo>
                    <a:pt x="205264" y="720757"/>
                  </a:lnTo>
                  <a:lnTo>
                    <a:pt x="208598" y="720471"/>
                  </a:lnTo>
                  <a:lnTo>
                    <a:pt x="210312" y="720662"/>
                  </a:lnTo>
                  <a:lnTo>
                    <a:pt x="211455" y="721138"/>
                  </a:lnTo>
                  <a:lnTo>
                    <a:pt x="212979" y="720471"/>
                  </a:lnTo>
                  <a:lnTo>
                    <a:pt x="214598" y="720566"/>
                  </a:lnTo>
                  <a:lnTo>
                    <a:pt x="217742" y="721138"/>
                  </a:lnTo>
                  <a:lnTo>
                    <a:pt x="220980" y="721138"/>
                  </a:lnTo>
                  <a:lnTo>
                    <a:pt x="221837" y="721233"/>
                  </a:lnTo>
                  <a:lnTo>
                    <a:pt x="223457" y="721709"/>
                  </a:lnTo>
                  <a:lnTo>
                    <a:pt x="224981" y="721900"/>
                  </a:lnTo>
                  <a:lnTo>
                    <a:pt x="226314" y="722281"/>
                  </a:lnTo>
                  <a:lnTo>
                    <a:pt x="226981" y="722281"/>
                  </a:lnTo>
                  <a:lnTo>
                    <a:pt x="227743" y="722090"/>
                  </a:lnTo>
                  <a:lnTo>
                    <a:pt x="228314" y="721805"/>
                  </a:lnTo>
                  <a:lnTo>
                    <a:pt x="228695" y="721424"/>
                  </a:lnTo>
                  <a:lnTo>
                    <a:pt x="229934" y="719328"/>
                  </a:lnTo>
                  <a:lnTo>
                    <a:pt x="231077" y="717995"/>
                  </a:lnTo>
                  <a:lnTo>
                    <a:pt x="232505" y="717423"/>
                  </a:lnTo>
                  <a:lnTo>
                    <a:pt x="234220" y="718280"/>
                  </a:lnTo>
                  <a:lnTo>
                    <a:pt x="235363" y="717613"/>
                  </a:lnTo>
                  <a:lnTo>
                    <a:pt x="236601" y="717137"/>
                  </a:lnTo>
                  <a:lnTo>
                    <a:pt x="238030" y="716851"/>
                  </a:lnTo>
                  <a:lnTo>
                    <a:pt x="239744" y="716756"/>
                  </a:lnTo>
                  <a:lnTo>
                    <a:pt x="239268" y="717709"/>
                  </a:lnTo>
                  <a:lnTo>
                    <a:pt x="238982" y="717995"/>
                  </a:lnTo>
                  <a:lnTo>
                    <a:pt x="239935" y="718280"/>
                  </a:lnTo>
                  <a:lnTo>
                    <a:pt x="241078" y="717899"/>
                  </a:lnTo>
                  <a:lnTo>
                    <a:pt x="242316" y="717423"/>
                  </a:lnTo>
                  <a:lnTo>
                    <a:pt x="243459" y="717137"/>
                  </a:lnTo>
                  <a:lnTo>
                    <a:pt x="244507" y="717233"/>
                  </a:lnTo>
                  <a:lnTo>
                    <a:pt x="251936" y="719328"/>
                  </a:lnTo>
                  <a:lnTo>
                    <a:pt x="253079" y="719423"/>
                  </a:lnTo>
                  <a:lnTo>
                    <a:pt x="254127" y="719233"/>
                  </a:lnTo>
                  <a:lnTo>
                    <a:pt x="256889" y="717899"/>
                  </a:lnTo>
                  <a:lnTo>
                    <a:pt x="259080" y="717518"/>
                  </a:lnTo>
                  <a:lnTo>
                    <a:pt x="260890" y="716471"/>
                  </a:lnTo>
                  <a:lnTo>
                    <a:pt x="262128" y="716089"/>
                  </a:lnTo>
                  <a:lnTo>
                    <a:pt x="263938" y="715232"/>
                  </a:lnTo>
                  <a:lnTo>
                    <a:pt x="265176" y="715137"/>
                  </a:lnTo>
                  <a:lnTo>
                    <a:pt x="267462" y="715232"/>
                  </a:lnTo>
                  <a:lnTo>
                    <a:pt x="271653" y="714566"/>
                  </a:lnTo>
                  <a:lnTo>
                    <a:pt x="275082" y="713613"/>
                  </a:lnTo>
                  <a:lnTo>
                    <a:pt x="279845" y="713613"/>
                  </a:lnTo>
                  <a:lnTo>
                    <a:pt x="281273" y="713232"/>
                  </a:lnTo>
                  <a:lnTo>
                    <a:pt x="282988" y="712565"/>
                  </a:lnTo>
                  <a:lnTo>
                    <a:pt x="284702" y="712089"/>
                  </a:lnTo>
                  <a:lnTo>
                    <a:pt x="286131" y="712375"/>
                  </a:lnTo>
                  <a:lnTo>
                    <a:pt x="287846" y="711899"/>
                  </a:lnTo>
                  <a:lnTo>
                    <a:pt x="290322" y="712470"/>
                  </a:lnTo>
                  <a:lnTo>
                    <a:pt x="294418" y="714280"/>
                  </a:lnTo>
                  <a:lnTo>
                    <a:pt x="295942" y="715518"/>
                  </a:lnTo>
                  <a:lnTo>
                    <a:pt x="296894" y="716185"/>
                  </a:lnTo>
                  <a:lnTo>
                    <a:pt x="297656" y="716280"/>
                  </a:lnTo>
                  <a:lnTo>
                    <a:pt x="298323" y="715328"/>
                  </a:lnTo>
                  <a:lnTo>
                    <a:pt x="297561" y="714375"/>
                  </a:lnTo>
                  <a:lnTo>
                    <a:pt x="295466" y="713042"/>
                  </a:lnTo>
                  <a:lnTo>
                    <a:pt x="297275" y="711422"/>
                  </a:lnTo>
                  <a:lnTo>
                    <a:pt x="296418" y="710755"/>
                  </a:lnTo>
                  <a:lnTo>
                    <a:pt x="295370" y="710565"/>
                  </a:lnTo>
                  <a:lnTo>
                    <a:pt x="294323" y="710851"/>
                  </a:lnTo>
                  <a:lnTo>
                    <a:pt x="293561" y="711422"/>
                  </a:lnTo>
                  <a:lnTo>
                    <a:pt x="292989" y="710851"/>
                  </a:lnTo>
                  <a:lnTo>
                    <a:pt x="292227" y="709613"/>
                  </a:lnTo>
                  <a:lnTo>
                    <a:pt x="291751" y="709041"/>
                  </a:lnTo>
                  <a:lnTo>
                    <a:pt x="291179" y="708755"/>
                  </a:lnTo>
                  <a:lnTo>
                    <a:pt x="290513" y="708565"/>
                  </a:lnTo>
                  <a:lnTo>
                    <a:pt x="289941" y="708279"/>
                  </a:lnTo>
                  <a:lnTo>
                    <a:pt x="289751" y="707708"/>
                  </a:lnTo>
                  <a:lnTo>
                    <a:pt x="289084" y="707326"/>
                  </a:lnTo>
                  <a:lnTo>
                    <a:pt x="287655" y="707326"/>
                  </a:lnTo>
                  <a:lnTo>
                    <a:pt x="286036" y="707517"/>
                  </a:lnTo>
                  <a:lnTo>
                    <a:pt x="284893" y="707898"/>
                  </a:lnTo>
                  <a:lnTo>
                    <a:pt x="284798" y="708184"/>
                  </a:lnTo>
                  <a:lnTo>
                    <a:pt x="284893" y="708565"/>
                  </a:lnTo>
                  <a:lnTo>
                    <a:pt x="284893" y="708946"/>
                  </a:lnTo>
                  <a:lnTo>
                    <a:pt x="284702" y="709136"/>
                  </a:lnTo>
                  <a:lnTo>
                    <a:pt x="284417" y="709136"/>
                  </a:lnTo>
                  <a:lnTo>
                    <a:pt x="284131" y="709231"/>
                  </a:lnTo>
                  <a:lnTo>
                    <a:pt x="283940" y="709327"/>
                  </a:lnTo>
                  <a:lnTo>
                    <a:pt x="283750" y="709517"/>
                  </a:lnTo>
                  <a:lnTo>
                    <a:pt x="282988" y="710470"/>
                  </a:lnTo>
                  <a:lnTo>
                    <a:pt x="282416" y="710946"/>
                  </a:lnTo>
                  <a:lnTo>
                    <a:pt x="281750" y="711137"/>
                  </a:lnTo>
                  <a:lnTo>
                    <a:pt x="277559" y="711899"/>
                  </a:lnTo>
                  <a:lnTo>
                    <a:pt x="276130" y="711899"/>
                  </a:lnTo>
                  <a:lnTo>
                    <a:pt x="276416" y="711327"/>
                  </a:lnTo>
                  <a:lnTo>
                    <a:pt x="276892" y="710660"/>
                  </a:lnTo>
                  <a:lnTo>
                    <a:pt x="277463" y="710089"/>
                  </a:lnTo>
                  <a:lnTo>
                    <a:pt x="278035" y="709898"/>
                  </a:lnTo>
                  <a:lnTo>
                    <a:pt x="278321" y="709613"/>
                  </a:lnTo>
                  <a:lnTo>
                    <a:pt x="279273" y="707517"/>
                  </a:lnTo>
                  <a:lnTo>
                    <a:pt x="279845" y="706564"/>
                  </a:lnTo>
                  <a:lnTo>
                    <a:pt x="280702" y="705707"/>
                  </a:lnTo>
                  <a:lnTo>
                    <a:pt x="281750" y="705041"/>
                  </a:lnTo>
                  <a:lnTo>
                    <a:pt x="283655" y="704659"/>
                  </a:lnTo>
                  <a:lnTo>
                    <a:pt x="284131" y="704374"/>
                  </a:lnTo>
                  <a:lnTo>
                    <a:pt x="284417" y="704088"/>
                  </a:lnTo>
                  <a:lnTo>
                    <a:pt x="284607" y="703993"/>
                  </a:lnTo>
                  <a:lnTo>
                    <a:pt x="285274" y="703993"/>
                  </a:lnTo>
                  <a:lnTo>
                    <a:pt x="286322" y="704374"/>
                  </a:lnTo>
                  <a:lnTo>
                    <a:pt x="286988" y="704469"/>
                  </a:lnTo>
                  <a:lnTo>
                    <a:pt x="288893" y="704279"/>
                  </a:lnTo>
                  <a:lnTo>
                    <a:pt x="289941" y="703897"/>
                  </a:lnTo>
                  <a:lnTo>
                    <a:pt x="290798" y="703231"/>
                  </a:lnTo>
                  <a:lnTo>
                    <a:pt x="290608" y="704469"/>
                  </a:lnTo>
                  <a:lnTo>
                    <a:pt x="291370" y="705136"/>
                  </a:lnTo>
                  <a:lnTo>
                    <a:pt x="292703" y="705231"/>
                  </a:lnTo>
                  <a:lnTo>
                    <a:pt x="294037" y="704850"/>
                  </a:lnTo>
                  <a:lnTo>
                    <a:pt x="294418" y="705707"/>
                  </a:lnTo>
                  <a:lnTo>
                    <a:pt x="296228" y="707612"/>
                  </a:lnTo>
                  <a:lnTo>
                    <a:pt x="296513" y="708279"/>
                  </a:lnTo>
                  <a:lnTo>
                    <a:pt x="296704" y="709041"/>
                  </a:lnTo>
                  <a:lnTo>
                    <a:pt x="296990" y="709517"/>
                  </a:lnTo>
                  <a:lnTo>
                    <a:pt x="297656" y="709327"/>
                  </a:lnTo>
                  <a:lnTo>
                    <a:pt x="297752" y="709613"/>
                  </a:lnTo>
                  <a:lnTo>
                    <a:pt x="297942" y="709898"/>
                  </a:lnTo>
                  <a:lnTo>
                    <a:pt x="298037" y="710184"/>
                  </a:lnTo>
                  <a:lnTo>
                    <a:pt x="298990" y="709613"/>
                  </a:lnTo>
                  <a:lnTo>
                    <a:pt x="299561" y="711137"/>
                  </a:lnTo>
                  <a:lnTo>
                    <a:pt x="300038" y="713137"/>
                  </a:lnTo>
                  <a:lnTo>
                    <a:pt x="300800" y="714184"/>
                  </a:lnTo>
                  <a:lnTo>
                    <a:pt x="302038" y="714947"/>
                  </a:lnTo>
                  <a:lnTo>
                    <a:pt x="302228" y="716471"/>
                  </a:lnTo>
                  <a:lnTo>
                    <a:pt x="301562" y="717613"/>
                  </a:lnTo>
                  <a:lnTo>
                    <a:pt x="300228" y="717233"/>
                  </a:lnTo>
                  <a:lnTo>
                    <a:pt x="299942" y="718376"/>
                  </a:lnTo>
                  <a:lnTo>
                    <a:pt x="300609" y="719328"/>
                  </a:lnTo>
                  <a:lnTo>
                    <a:pt x="302419" y="720471"/>
                  </a:lnTo>
                  <a:lnTo>
                    <a:pt x="305181" y="723233"/>
                  </a:lnTo>
                  <a:lnTo>
                    <a:pt x="305753" y="723709"/>
                  </a:lnTo>
                  <a:lnTo>
                    <a:pt x="306515" y="724091"/>
                  </a:lnTo>
                  <a:lnTo>
                    <a:pt x="308420" y="725805"/>
                  </a:lnTo>
                  <a:lnTo>
                    <a:pt x="308801" y="726281"/>
                  </a:lnTo>
                  <a:lnTo>
                    <a:pt x="308991" y="727329"/>
                  </a:lnTo>
                  <a:lnTo>
                    <a:pt x="309848" y="729139"/>
                  </a:lnTo>
                  <a:lnTo>
                    <a:pt x="309848" y="730377"/>
                  </a:lnTo>
                  <a:lnTo>
                    <a:pt x="309563" y="731330"/>
                  </a:lnTo>
                  <a:lnTo>
                    <a:pt x="308610" y="732663"/>
                  </a:lnTo>
                  <a:lnTo>
                    <a:pt x="308134" y="733616"/>
                  </a:lnTo>
                  <a:lnTo>
                    <a:pt x="307848" y="734759"/>
                  </a:lnTo>
                  <a:lnTo>
                    <a:pt x="307753" y="738188"/>
                  </a:lnTo>
                  <a:lnTo>
                    <a:pt x="306896" y="742569"/>
                  </a:lnTo>
                  <a:lnTo>
                    <a:pt x="306896" y="744760"/>
                  </a:lnTo>
                  <a:lnTo>
                    <a:pt x="308134" y="745426"/>
                  </a:lnTo>
                  <a:lnTo>
                    <a:pt x="308134" y="745808"/>
                  </a:lnTo>
                  <a:lnTo>
                    <a:pt x="306705" y="746570"/>
                  </a:lnTo>
                  <a:lnTo>
                    <a:pt x="305657" y="747808"/>
                  </a:lnTo>
                  <a:lnTo>
                    <a:pt x="305562" y="748951"/>
                  </a:lnTo>
                  <a:lnTo>
                    <a:pt x="306896" y="749427"/>
                  </a:lnTo>
                  <a:lnTo>
                    <a:pt x="307467" y="749332"/>
                  </a:lnTo>
                  <a:lnTo>
                    <a:pt x="308801" y="748855"/>
                  </a:lnTo>
                  <a:lnTo>
                    <a:pt x="311563" y="748570"/>
                  </a:lnTo>
                  <a:lnTo>
                    <a:pt x="312134" y="748379"/>
                  </a:lnTo>
                  <a:lnTo>
                    <a:pt x="313373" y="749046"/>
                  </a:lnTo>
                  <a:lnTo>
                    <a:pt x="314706" y="748760"/>
                  </a:lnTo>
                  <a:lnTo>
                    <a:pt x="316135" y="748284"/>
                  </a:lnTo>
                  <a:lnTo>
                    <a:pt x="317659" y="748379"/>
                  </a:lnTo>
                  <a:lnTo>
                    <a:pt x="318802" y="749046"/>
                  </a:lnTo>
                  <a:lnTo>
                    <a:pt x="319754" y="749903"/>
                  </a:lnTo>
                  <a:lnTo>
                    <a:pt x="320802" y="750570"/>
                  </a:lnTo>
                  <a:lnTo>
                    <a:pt x="322040" y="750760"/>
                  </a:lnTo>
                  <a:lnTo>
                    <a:pt x="321755" y="750284"/>
                  </a:lnTo>
                  <a:lnTo>
                    <a:pt x="321659" y="749808"/>
                  </a:lnTo>
                  <a:lnTo>
                    <a:pt x="321659" y="748760"/>
                  </a:lnTo>
                  <a:lnTo>
                    <a:pt x="322040" y="748760"/>
                  </a:lnTo>
                  <a:lnTo>
                    <a:pt x="322421" y="749332"/>
                  </a:lnTo>
                  <a:lnTo>
                    <a:pt x="323183" y="749999"/>
                  </a:lnTo>
                  <a:lnTo>
                    <a:pt x="324136" y="750475"/>
                  </a:lnTo>
                  <a:lnTo>
                    <a:pt x="325088" y="750665"/>
                  </a:lnTo>
                  <a:lnTo>
                    <a:pt x="327279" y="752284"/>
                  </a:lnTo>
                  <a:lnTo>
                    <a:pt x="328232" y="752666"/>
                  </a:lnTo>
                  <a:lnTo>
                    <a:pt x="327755" y="751427"/>
                  </a:lnTo>
                  <a:lnTo>
                    <a:pt x="328136" y="751046"/>
                  </a:lnTo>
                  <a:lnTo>
                    <a:pt x="329089" y="751427"/>
                  </a:lnTo>
                  <a:lnTo>
                    <a:pt x="329660" y="751427"/>
                  </a:lnTo>
                  <a:lnTo>
                    <a:pt x="330232" y="751237"/>
                  </a:lnTo>
                  <a:lnTo>
                    <a:pt x="331184" y="751142"/>
                  </a:lnTo>
                  <a:lnTo>
                    <a:pt x="331661" y="751332"/>
                  </a:lnTo>
                  <a:lnTo>
                    <a:pt x="332042" y="751808"/>
                  </a:lnTo>
                  <a:lnTo>
                    <a:pt x="332327" y="752380"/>
                  </a:lnTo>
                  <a:lnTo>
                    <a:pt x="332613" y="753618"/>
                  </a:lnTo>
                  <a:lnTo>
                    <a:pt x="333089" y="753713"/>
                  </a:lnTo>
                  <a:lnTo>
                    <a:pt x="334994" y="753332"/>
                  </a:lnTo>
                  <a:lnTo>
                    <a:pt x="335566" y="753047"/>
                  </a:lnTo>
                  <a:lnTo>
                    <a:pt x="336042" y="752951"/>
                  </a:lnTo>
                  <a:lnTo>
                    <a:pt x="336709" y="753428"/>
                  </a:lnTo>
                  <a:lnTo>
                    <a:pt x="337280" y="754189"/>
                  </a:lnTo>
                  <a:lnTo>
                    <a:pt x="337185" y="754666"/>
                  </a:lnTo>
                  <a:lnTo>
                    <a:pt x="335661" y="755428"/>
                  </a:lnTo>
                  <a:lnTo>
                    <a:pt x="334328" y="756380"/>
                  </a:lnTo>
                  <a:lnTo>
                    <a:pt x="332994" y="757618"/>
                  </a:lnTo>
                  <a:lnTo>
                    <a:pt x="332042" y="759143"/>
                  </a:lnTo>
                  <a:lnTo>
                    <a:pt x="331661" y="760762"/>
                  </a:lnTo>
                  <a:lnTo>
                    <a:pt x="331756" y="761905"/>
                  </a:lnTo>
                  <a:lnTo>
                    <a:pt x="332137" y="762095"/>
                  </a:lnTo>
                  <a:lnTo>
                    <a:pt x="332804" y="761905"/>
                  </a:lnTo>
                  <a:lnTo>
                    <a:pt x="333756" y="761809"/>
                  </a:lnTo>
                  <a:lnTo>
                    <a:pt x="334709" y="762000"/>
                  </a:lnTo>
                  <a:lnTo>
                    <a:pt x="335471" y="762381"/>
                  </a:lnTo>
                  <a:lnTo>
                    <a:pt x="336995" y="763334"/>
                  </a:lnTo>
                  <a:lnTo>
                    <a:pt x="336137" y="763714"/>
                  </a:lnTo>
                  <a:lnTo>
                    <a:pt x="335185" y="763810"/>
                  </a:lnTo>
                  <a:lnTo>
                    <a:pt x="334232" y="763714"/>
                  </a:lnTo>
                  <a:lnTo>
                    <a:pt x="333375" y="763429"/>
                  </a:lnTo>
                  <a:lnTo>
                    <a:pt x="333470" y="764286"/>
                  </a:lnTo>
                  <a:lnTo>
                    <a:pt x="333661" y="765143"/>
                  </a:lnTo>
                  <a:lnTo>
                    <a:pt x="333947" y="766001"/>
                  </a:lnTo>
                  <a:lnTo>
                    <a:pt x="334423" y="766667"/>
                  </a:lnTo>
                  <a:lnTo>
                    <a:pt x="335661" y="766858"/>
                  </a:lnTo>
                  <a:lnTo>
                    <a:pt x="335852" y="767239"/>
                  </a:lnTo>
                  <a:lnTo>
                    <a:pt x="334804" y="768191"/>
                  </a:lnTo>
                  <a:lnTo>
                    <a:pt x="335852" y="769334"/>
                  </a:lnTo>
                  <a:lnTo>
                    <a:pt x="336709" y="770572"/>
                  </a:lnTo>
                  <a:lnTo>
                    <a:pt x="337280" y="771906"/>
                  </a:lnTo>
                  <a:lnTo>
                    <a:pt x="337376" y="773430"/>
                  </a:lnTo>
                  <a:lnTo>
                    <a:pt x="338138" y="772954"/>
                  </a:lnTo>
                  <a:lnTo>
                    <a:pt x="338519" y="772668"/>
                  </a:lnTo>
                  <a:lnTo>
                    <a:pt x="338804" y="772287"/>
                  </a:lnTo>
                  <a:lnTo>
                    <a:pt x="338138" y="774859"/>
                  </a:lnTo>
                  <a:lnTo>
                    <a:pt x="338042" y="776383"/>
                  </a:lnTo>
                  <a:lnTo>
                    <a:pt x="338614" y="777050"/>
                  </a:lnTo>
                  <a:lnTo>
                    <a:pt x="340805" y="777050"/>
                  </a:lnTo>
                  <a:lnTo>
                    <a:pt x="341757" y="777240"/>
                  </a:lnTo>
                  <a:lnTo>
                    <a:pt x="342805" y="777812"/>
                  </a:lnTo>
                  <a:lnTo>
                    <a:pt x="341471" y="777621"/>
                  </a:lnTo>
                  <a:lnTo>
                    <a:pt x="339852" y="777812"/>
                  </a:lnTo>
                  <a:lnTo>
                    <a:pt x="338804" y="778574"/>
                  </a:lnTo>
                  <a:lnTo>
                    <a:pt x="339185" y="780097"/>
                  </a:lnTo>
                  <a:lnTo>
                    <a:pt x="338995" y="780383"/>
                  </a:lnTo>
                  <a:lnTo>
                    <a:pt x="338709" y="780955"/>
                  </a:lnTo>
                  <a:lnTo>
                    <a:pt x="338423" y="781336"/>
                  </a:lnTo>
                  <a:lnTo>
                    <a:pt x="338900" y="782003"/>
                  </a:lnTo>
                  <a:lnTo>
                    <a:pt x="339090" y="782479"/>
                  </a:lnTo>
                  <a:lnTo>
                    <a:pt x="339185" y="785336"/>
                  </a:lnTo>
                  <a:lnTo>
                    <a:pt x="339281" y="786098"/>
                  </a:lnTo>
                  <a:lnTo>
                    <a:pt x="339566" y="786860"/>
                  </a:lnTo>
                  <a:lnTo>
                    <a:pt x="340900" y="789337"/>
                  </a:lnTo>
                  <a:lnTo>
                    <a:pt x="341471" y="790766"/>
                  </a:lnTo>
                  <a:lnTo>
                    <a:pt x="341662" y="792671"/>
                  </a:lnTo>
                  <a:lnTo>
                    <a:pt x="342329" y="793528"/>
                  </a:lnTo>
                  <a:lnTo>
                    <a:pt x="343853" y="793718"/>
                  </a:lnTo>
                  <a:lnTo>
                    <a:pt x="346901" y="793528"/>
                  </a:lnTo>
                  <a:lnTo>
                    <a:pt x="348329" y="793909"/>
                  </a:lnTo>
                  <a:lnTo>
                    <a:pt x="349472" y="794480"/>
                  </a:lnTo>
                  <a:lnTo>
                    <a:pt x="350520" y="794576"/>
                  </a:lnTo>
                  <a:lnTo>
                    <a:pt x="351758" y="793528"/>
                  </a:lnTo>
                  <a:lnTo>
                    <a:pt x="351568" y="794385"/>
                  </a:lnTo>
                  <a:lnTo>
                    <a:pt x="350996" y="794956"/>
                  </a:lnTo>
                  <a:lnTo>
                    <a:pt x="349568" y="795909"/>
                  </a:lnTo>
                  <a:lnTo>
                    <a:pt x="348806" y="795623"/>
                  </a:lnTo>
                  <a:lnTo>
                    <a:pt x="348234" y="796195"/>
                  </a:lnTo>
                  <a:lnTo>
                    <a:pt x="347377" y="798195"/>
                  </a:lnTo>
                  <a:lnTo>
                    <a:pt x="348044" y="798481"/>
                  </a:lnTo>
                  <a:lnTo>
                    <a:pt x="350330" y="798957"/>
                  </a:lnTo>
                  <a:lnTo>
                    <a:pt x="349949" y="800195"/>
                  </a:lnTo>
                  <a:lnTo>
                    <a:pt x="349758" y="801148"/>
                  </a:lnTo>
                  <a:lnTo>
                    <a:pt x="349853" y="801719"/>
                  </a:lnTo>
                  <a:lnTo>
                    <a:pt x="350425" y="801814"/>
                  </a:lnTo>
                  <a:lnTo>
                    <a:pt x="350996" y="801529"/>
                  </a:lnTo>
                  <a:lnTo>
                    <a:pt x="351568" y="801148"/>
                  </a:lnTo>
                  <a:lnTo>
                    <a:pt x="352139" y="800957"/>
                  </a:lnTo>
                  <a:lnTo>
                    <a:pt x="351663" y="801529"/>
                  </a:lnTo>
                  <a:lnTo>
                    <a:pt x="350996" y="802767"/>
                  </a:lnTo>
                  <a:lnTo>
                    <a:pt x="350615" y="803243"/>
                  </a:lnTo>
                  <a:lnTo>
                    <a:pt x="350044" y="803529"/>
                  </a:lnTo>
                  <a:lnTo>
                    <a:pt x="349663" y="803529"/>
                  </a:lnTo>
                  <a:lnTo>
                    <a:pt x="349282" y="803529"/>
                  </a:lnTo>
                  <a:lnTo>
                    <a:pt x="348806" y="803624"/>
                  </a:lnTo>
                  <a:lnTo>
                    <a:pt x="349472" y="804101"/>
                  </a:lnTo>
                  <a:lnTo>
                    <a:pt x="352425" y="804767"/>
                  </a:lnTo>
                  <a:lnTo>
                    <a:pt x="351854" y="804291"/>
                  </a:lnTo>
                  <a:lnTo>
                    <a:pt x="351568" y="803624"/>
                  </a:lnTo>
                  <a:lnTo>
                    <a:pt x="351663" y="803148"/>
                  </a:lnTo>
                  <a:lnTo>
                    <a:pt x="352425" y="803148"/>
                  </a:lnTo>
                  <a:lnTo>
                    <a:pt x="352997" y="803720"/>
                  </a:lnTo>
                  <a:lnTo>
                    <a:pt x="353378" y="804386"/>
                  </a:lnTo>
                  <a:lnTo>
                    <a:pt x="353854" y="804672"/>
                  </a:lnTo>
                  <a:lnTo>
                    <a:pt x="354616" y="803910"/>
                  </a:lnTo>
                  <a:lnTo>
                    <a:pt x="354711" y="804958"/>
                  </a:lnTo>
                  <a:lnTo>
                    <a:pt x="355283" y="805625"/>
                  </a:lnTo>
                  <a:lnTo>
                    <a:pt x="356045" y="805910"/>
                  </a:lnTo>
                  <a:lnTo>
                    <a:pt x="356807" y="805529"/>
                  </a:lnTo>
                  <a:lnTo>
                    <a:pt x="357188" y="804481"/>
                  </a:lnTo>
                  <a:lnTo>
                    <a:pt x="357188" y="802100"/>
                  </a:lnTo>
                  <a:lnTo>
                    <a:pt x="357854" y="801148"/>
                  </a:lnTo>
                  <a:lnTo>
                    <a:pt x="357854" y="801338"/>
                  </a:lnTo>
                  <a:lnTo>
                    <a:pt x="357854" y="801529"/>
                  </a:lnTo>
                  <a:lnTo>
                    <a:pt x="357950" y="801624"/>
                  </a:lnTo>
                  <a:lnTo>
                    <a:pt x="358140" y="801624"/>
                  </a:lnTo>
                  <a:lnTo>
                    <a:pt x="358140" y="802005"/>
                  </a:lnTo>
                  <a:lnTo>
                    <a:pt x="357854" y="802672"/>
                  </a:lnTo>
                  <a:lnTo>
                    <a:pt x="357378" y="805910"/>
                  </a:lnTo>
                  <a:lnTo>
                    <a:pt x="357188" y="806482"/>
                  </a:lnTo>
                  <a:lnTo>
                    <a:pt x="356997" y="806958"/>
                  </a:lnTo>
                  <a:lnTo>
                    <a:pt x="356807" y="807434"/>
                  </a:lnTo>
                  <a:lnTo>
                    <a:pt x="356711" y="808101"/>
                  </a:lnTo>
                  <a:lnTo>
                    <a:pt x="356807" y="808672"/>
                  </a:lnTo>
                  <a:lnTo>
                    <a:pt x="357092" y="808768"/>
                  </a:lnTo>
                  <a:lnTo>
                    <a:pt x="357569" y="808672"/>
                  </a:lnTo>
                  <a:lnTo>
                    <a:pt x="358140" y="808672"/>
                  </a:lnTo>
                  <a:lnTo>
                    <a:pt x="360140" y="809149"/>
                  </a:lnTo>
                  <a:lnTo>
                    <a:pt x="361283" y="809244"/>
                  </a:lnTo>
                  <a:lnTo>
                    <a:pt x="362141" y="809054"/>
                  </a:lnTo>
                  <a:lnTo>
                    <a:pt x="362712" y="808292"/>
                  </a:lnTo>
                  <a:lnTo>
                    <a:pt x="362617" y="807434"/>
                  </a:lnTo>
                  <a:lnTo>
                    <a:pt x="362045" y="806672"/>
                  </a:lnTo>
                  <a:lnTo>
                    <a:pt x="361379" y="806196"/>
                  </a:lnTo>
                  <a:lnTo>
                    <a:pt x="364236" y="807530"/>
                  </a:lnTo>
                  <a:lnTo>
                    <a:pt x="365760" y="808006"/>
                  </a:lnTo>
                  <a:lnTo>
                    <a:pt x="367284" y="808196"/>
                  </a:lnTo>
                  <a:lnTo>
                    <a:pt x="367665" y="807434"/>
                  </a:lnTo>
                  <a:lnTo>
                    <a:pt x="368237" y="803624"/>
                  </a:lnTo>
                  <a:lnTo>
                    <a:pt x="368522" y="802386"/>
                  </a:lnTo>
                  <a:lnTo>
                    <a:pt x="368903" y="802862"/>
                  </a:lnTo>
                  <a:lnTo>
                    <a:pt x="368999" y="804958"/>
                  </a:lnTo>
                  <a:lnTo>
                    <a:pt x="369189" y="805815"/>
                  </a:lnTo>
                  <a:lnTo>
                    <a:pt x="369951" y="804958"/>
                  </a:lnTo>
                  <a:lnTo>
                    <a:pt x="370427" y="804672"/>
                  </a:lnTo>
                  <a:lnTo>
                    <a:pt x="370808" y="804767"/>
                  </a:lnTo>
                  <a:lnTo>
                    <a:pt x="371094" y="805243"/>
                  </a:lnTo>
                  <a:lnTo>
                    <a:pt x="370999" y="806005"/>
                  </a:lnTo>
                  <a:lnTo>
                    <a:pt x="371285" y="806577"/>
                  </a:lnTo>
                  <a:lnTo>
                    <a:pt x="371666" y="806768"/>
                  </a:lnTo>
                  <a:lnTo>
                    <a:pt x="372142" y="806768"/>
                  </a:lnTo>
                  <a:lnTo>
                    <a:pt x="372618" y="806863"/>
                  </a:lnTo>
                  <a:lnTo>
                    <a:pt x="372809" y="807244"/>
                  </a:lnTo>
                  <a:lnTo>
                    <a:pt x="372999" y="807815"/>
                  </a:lnTo>
                  <a:lnTo>
                    <a:pt x="373475" y="808196"/>
                  </a:lnTo>
                  <a:lnTo>
                    <a:pt x="374047" y="808482"/>
                  </a:lnTo>
                  <a:lnTo>
                    <a:pt x="374618" y="808672"/>
                  </a:lnTo>
                  <a:lnTo>
                    <a:pt x="374714" y="808482"/>
                  </a:lnTo>
                  <a:lnTo>
                    <a:pt x="375190" y="808196"/>
                  </a:lnTo>
                  <a:lnTo>
                    <a:pt x="375761" y="808101"/>
                  </a:lnTo>
                  <a:lnTo>
                    <a:pt x="376047" y="808387"/>
                  </a:lnTo>
                  <a:lnTo>
                    <a:pt x="376142" y="808863"/>
                  </a:lnTo>
                  <a:lnTo>
                    <a:pt x="376333" y="809530"/>
                  </a:lnTo>
                  <a:lnTo>
                    <a:pt x="376619" y="810197"/>
                  </a:lnTo>
                  <a:lnTo>
                    <a:pt x="376904" y="810482"/>
                  </a:lnTo>
                  <a:lnTo>
                    <a:pt x="377476" y="810101"/>
                  </a:lnTo>
                  <a:lnTo>
                    <a:pt x="378047" y="809054"/>
                  </a:lnTo>
                  <a:lnTo>
                    <a:pt x="379000" y="806958"/>
                  </a:lnTo>
                  <a:lnTo>
                    <a:pt x="378333" y="805625"/>
                  </a:lnTo>
                  <a:lnTo>
                    <a:pt x="376904" y="800672"/>
                  </a:lnTo>
                  <a:lnTo>
                    <a:pt x="377476" y="800862"/>
                  </a:lnTo>
                  <a:lnTo>
                    <a:pt x="378714" y="801719"/>
                  </a:lnTo>
                  <a:lnTo>
                    <a:pt x="379571" y="801624"/>
                  </a:lnTo>
                  <a:lnTo>
                    <a:pt x="379476" y="802291"/>
                  </a:lnTo>
                  <a:lnTo>
                    <a:pt x="379095" y="803815"/>
                  </a:lnTo>
                  <a:lnTo>
                    <a:pt x="379381" y="805148"/>
                  </a:lnTo>
                  <a:lnTo>
                    <a:pt x="380048" y="806291"/>
                  </a:lnTo>
                  <a:lnTo>
                    <a:pt x="380905" y="807244"/>
                  </a:lnTo>
                  <a:lnTo>
                    <a:pt x="381667" y="807815"/>
                  </a:lnTo>
                  <a:lnTo>
                    <a:pt x="381667" y="808196"/>
                  </a:lnTo>
                  <a:lnTo>
                    <a:pt x="380905" y="808196"/>
                  </a:lnTo>
                  <a:lnTo>
                    <a:pt x="380524" y="808387"/>
                  </a:lnTo>
                  <a:lnTo>
                    <a:pt x="380143" y="809339"/>
                  </a:lnTo>
                  <a:lnTo>
                    <a:pt x="380048" y="809625"/>
                  </a:lnTo>
                  <a:lnTo>
                    <a:pt x="380143" y="810673"/>
                  </a:lnTo>
                  <a:lnTo>
                    <a:pt x="379952" y="810863"/>
                  </a:lnTo>
                  <a:lnTo>
                    <a:pt x="379190" y="811435"/>
                  </a:lnTo>
                  <a:lnTo>
                    <a:pt x="379000" y="811816"/>
                  </a:lnTo>
                  <a:lnTo>
                    <a:pt x="379476" y="812959"/>
                  </a:lnTo>
                  <a:lnTo>
                    <a:pt x="380429" y="813816"/>
                  </a:lnTo>
                  <a:lnTo>
                    <a:pt x="381381" y="813816"/>
                  </a:lnTo>
                  <a:lnTo>
                    <a:pt x="381572" y="812387"/>
                  </a:lnTo>
                  <a:lnTo>
                    <a:pt x="383096" y="813816"/>
                  </a:lnTo>
                  <a:lnTo>
                    <a:pt x="384048" y="814578"/>
                  </a:lnTo>
                  <a:lnTo>
                    <a:pt x="384524" y="814483"/>
                  </a:lnTo>
                  <a:lnTo>
                    <a:pt x="384429" y="813435"/>
                  </a:lnTo>
                  <a:lnTo>
                    <a:pt x="383858" y="811816"/>
                  </a:lnTo>
                  <a:lnTo>
                    <a:pt x="383858" y="810768"/>
                  </a:lnTo>
                  <a:lnTo>
                    <a:pt x="384143" y="809625"/>
                  </a:lnTo>
                  <a:lnTo>
                    <a:pt x="385096" y="807339"/>
                  </a:lnTo>
                  <a:lnTo>
                    <a:pt x="385286" y="806196"/>
                  </a:lnTo>
                  <a:lnTo>
                    <a:pt x="385191" y="805910"/>
                  </a:lnTo>
                  <a:lnTo>
                    <a:pt x="384715" y="805148"/>
                  </a:lnTo>
                  <a:lnTo>
                    <a:pt x="384524" y="804767"/>
                  </a:lnTo>
                  <a:lnTo>
                    <a:pt x="384429" y="804196"/>
                  </a:lnTo>
                  <a:lnTo>
                    <a:pt x="384524" y="802386"/>
                  </a:lnTo>
                  <a:lnTo>
                    <a:pt x="385858" y="805910"/>
                  </a:lnTo>
                  <a:lnTo>
                    <a:pt x="385858" y="806005"/>
                  </a:lnTo>
                  <a:lnTo>
                    <a:pt x="385858" y="805910"/>
                  </a:lnTo>
                  <a:lnTo>
                    <a:pt x="387096" y="804005"/>
                  </a:lnTo>
                  <a:lnTo>
                    <a:pt x="387477" y="803720"/>
                  </a:lnTo>
                  <a:lnTo>
                    <a:pt x="388430" y="803338"/>
                  </a:lnTo>
                  <a:lnTo>
                    <a:pt x="388811" y="803148"/>
                  </a:lnTo>
                  <a:lnTo>
                    <a:pt x="389001" y="803148"/>
                  </a:lnTo>
                  <a:lnTo>
                    <a:pt x="389477" y="803243"/>
                  </a:lnTo>
                  <a:lnTo>
                    <a:pt x="389668" y="803243"/>
                  </a:lnTo>
                  <a:lnTo>
                    <a:pt x="389858" y="803053"/>
                  </a:lnTo>
                  <a:lnTo>
                    <a:pt x="389763" y="802862"/>
                  </a:lnTo>
                  <a:lnTo>
                    <a:pt x="389573" y="802672"/>
                  </a:lnTo>
                  <a:lnTo>
                    <a:pt x="389477" y="802576"/>
                  </a:lnTo>
                  <a:lnTo>
                    <a:pt x="389573" y="802196"/>
                  </a:lnTo>
                  <a:lnTo>
                    <a:pt x="389573" y="801719"/>
                  </a:lnTo>
                  <a:lnTo>
                    <a:pt x="389668" y="801243"/>
                  </a:lnTo>
                  <a:lnTo>
                    <a:pt x="390144" y="800862"/>
                  </a:lnTo>
                  <a:lnTo>
                    <a:pt x="390716" y="800767"/>
                  </a:lnTo>
                  <a:lnTo>
                    <a:pt x="390906" y="801053"/>
                  </a:lnTo>
                  <a:lnTo>
                    <a:pt x="391001" y="801529"/>
                  </a:lnTo>
                  <a:lnTo>
                    <a:pt x="391287" y="802100"/>
                  </a:lnTo>
                  <a:lnTo>
                    <a:pt x="392049" y="802481"/>
                  </a:lnTo>
                  <a:lnTo>
                    <a:pt x="392811" y="802196"/>
                  </a:lnTo>
                  <a:lnTo>
                    <a:pt x="393478" y="801529"/>
                  </a:lnTo>
                  <a:lnTo>
                    <a:pt x="393954" y="800767"/>
                  </a:lnTo>
                  <a:lnTo>
                    <a:pt x="393859" y="800386"/>
                  </a:lnTo>
                  <a:lnTo>
                    <a:pt x="393668" y="799814"/>
                  </a:lnTo>
                  <a:lnTo>
                    <a:pt x="393668" y="799338"/>
                  </a:lnTo>
                  <a:lnTo>
                    <a:pt x="394335" y="799243"/>
                  </a:lnTo>
                  <a:lnTo>
                    <a:pt x="394621" y="799433"/>
                  </a:lnTo>
                  <a:lnTo>
                    <a:pt x="394811" y="799909"/>
                  </a:lnTo>
                  <a:lnTo>
                    <a:pt x="394907" y="800481"/>
                  </a:lnTo>
                  <a:lnTo>
                    <a:pt x="394907" y="800957"/>
                  </a:lnTo>
                  <a:lnTo>
                    <a:pt x="396621" y="799719"/>
                  </a:lnTo>
                  <a:lnTo>
                    <a:pt x="399002" y="799338"/>
                  </a:lnTo>
                  <a:lnTo>
                    <a:pt x="405098" y="799338"/>
                  </a:lnTo>
                  <a:lnTo>
                    <a:pt x="410337" y="799338"/>
                  </a:lnTo>
                  <a:lnTo>
                    <a:pt x="414433" y="799338"/>
                  </a:lnTo>
                  <a:lnTo>
                    <a:pt x="414433" y="791337"/>
                  </a:lnTo>
                  <a:lnTo>
                    <a:pt x="414433" y="785336"/>
                  </a:lnTo>
                  <a:lnTo>
                    <a:pt x="414433" y="780764"/>
                  </a:lnTo>
                  <a:lnTo>
                    <a:pt x="415576" y="778383"/>
                  </a:lnTo>
                  <a:lnTo>
                    <a:pt x="418338" y="778478"/>
                  </a:lnTo>
                  <a:lnTo>
                    <a:pt x="419100" y="779621"/>
                  </a:lnTo>
                  <a:lnTo>
                    <a:pt x="419386" y="782955"/>
                  </a:lnTo>
                  <a:lnTo>
                    <a:pt x="420434" y="783717"/>
                  </a:lnTo>
                  <a:lnTo>
                    <a:pt x="421005" y="783241"/>
                  </a:lnTo>
                  <a:lnTo>
                    <a:pt x="422624" y="780193"/>
                  </a:lnTo>
                  <a:lnTo>
                    <a:pt x="422815" y="779717"/>
                  </a:lnTo>
                  <a:lnTo>
                    <a:pt x="422910" y="779240"/>
                  </a:lnTo>
                  <a:lnTo>
                    <a:pt x="423196" y="778859"/>
                  </a:lnTo>
                  <a:lnTo>
                    <a:pt x="423958" y="778764"/>
                  </a:lnTo>
                  <a:lnTo>
                    <a:pt x="424434" y="778955"/>
                  </a:lnTo>
                  <a:lnTo>
                    <a:pt x="424910" y="779335"/>
                  </a:lnTo>
                  <a:lnTo>
                    <a:pt x="425291" y="779812"/>
                  </a:lnTo>
                  <a:lnTo>
                    <a:pt x="426339" y="781622"/>
                  </a:lnTo>
                  <a:lnTo>
                    <a:pt x="427101" y="782384"/>
                  </a:lnTo>
                  <a:lnTo>
                    <a:pt x="428054" y="782479"/>
                  </a:lnTo>
                  <a:lnTo>
                    <a:pt x="429482" y="781907"/>
                  </a:lnTo>
                  <a:lnTo>
                    <a:pt x="431673" y="780669"/>
                  </a:lnTo>
                  <a:lnTo>
                    <a:pt x="432721" y="780479"/>
                  </a:lnTo>
                  <a:lnTo>
                    <a:pt x="433959" y="780859"/>
                  </a:lnTo>
                  <a:lnTo>
                    <a:pt x="436912" y="782288"/>
                  </a:lnTo>
                  <a:lnTo>
                    <a:pt x="437864" y="782479"/>
                  </a:lnTo>
                  <a:lnTo>
                    <a:pt x="439960" y="782193"/>
                  </a:lnTo>
                  <a:lnTo>
                    <a:pt x="443865" y="780764"/>
                  </a:lnTo>
                  <a:lnTo>
                    <a:pt x="458724" y="781145"/>
                  </a:lnTo>
                  <a:lnTo>
                    <a:pt x="460248" y="781812"/>
                  </a:lnTo>
                  <a:lnTo>
                    <a:pt x="464344" y="786193"/>
                  </a:lnTo>
                  <a:lnTo>
                    <a:pt x="466630" y="787337"/>
                  </a:lnTo>
                  <a:lnTo>
                    <a:pt x="469487" y="787718"/>
                  </a:lnTo>
                  <a:lnTo>
                    <a:pt x="480155" y="787527"/>
                  </a:lnTo>
                  <a:lnTo>
                    <a:pt x="482441" y="787051"/>
                  </a:lnTo>
                  <a:lnTo>
                    <a:pt x="484346" y="785431"/>
                  </a:lnTo>
                  <a:lnTo>
                    <a:pt x="484918" y="784384"/>
                  </a:lnTo>
                  <a:lnTo>
                    <a:pt x="486156" y="780764"/>
                  </a:lnTo>
                  <a:lnTo>
                    <a:pt x="486728" y="779812"/>
                  </a:lnTo>
                  <a:lnTo>
                    <a:pt x="487394" y="779431"/>
                  </a:lnTo>
                  <a:lnTo>
                    <a:pt x="489204" y="779240"/>
                  </a:lnTo>
                  <a:lnTo>
                    <a:pt x="492252" y="778193"/>
                  </a:lnTo>
                  <a:lnTo>
                    <a:pt x="493300" y="778097"/>
                  </a:lnTo>
                  <a:lnTo>
                    <a:pt x="494348" y="777907"/>
                  </a:lnTo>
                  <a:lnTo>
                    <a:pt x="496253" y="776478"/>
                  </a:lnTo>
                  <a:lnTo>
                    <a:pt x="497300" y="776002"/>
                  </a:lnTo>
                  <a:lnTo>
                    <a:pt x="500158" y="775811"/>
                  </a:lnTo>
                  <a:lnTo>
                    <a:pt x="501110" y="775430"/>
                  </a:lnTo>
                  <a:lnTo>
                    <a:pt x="503492" y="773716"/>
                  </a:lnTo>
                  <a:lnTo>
                    <a:pt x="509016" y="772382"/>
                  </a:lnTo>
                  <a:lnTo>
                    <a:pt x="511207" y="772382"/>
                  </a:lnTo>
                  <a:lnTo>
                    <a:pt x="511874" y="773811"/>
                  </a:lnTo>
                  <a:lnTo>
                    <a:pt x="511588" y="774383"/>
                  </a:lnTo>
                  <a:lnTo>
                    <a:pt x="510635" y="774954"/>
                  </a:lnTo>
                  <a:lnTo>
                    <a:pt x="510350" y="775335"/>
                  </a:lnTo>
                  <a:lnTo>
                    <a:pt x="510350" y="776002"/>
                  </a:lnTo>
                  <a:lnTo>
                    <a:pt x="510826" y="778002"/>
                  </a:lnTo>
                  <a:lnTo>
                    <a:pt x="511112" y="780288"/>
                  </a:lnTo>
                  <a:lnTo>
                    <a:pt x="511492" y="781145"/>
                  </a:lnTo>
                  <a:lnTo>
                    <a:pt x="512350" y="782003"/>
                  </a:lnTo>
                  <a:lnTo>
                    <a:pt x="514255" y="782955"/>
                  </a:lnTo>
                  <a:lnTo>
                    <a:pt x="521303" y="783526"/>
                  </a:lnTo>
                  <a:lnTo>
                    <a:pt x="522351" y="783241"/>
                  </a:lnTo>
                  <a:lnTo>
                    <a:pt x="524351" y="782193"/>
                  </a:lnTo>
                  <a:lnTo>
                    <a:pt x="525399" y="781812"/>
                  </a:lnTo>
                  <a:lnTo>
                    <a:pt x="526352" y="781622"/>
                  </a:lnTo>
                  <a:lnTo>
                    <a:pt x="526637" y="781241"/>
                  </a:lnTo>
                  <a:lnTo>
                    <a:pt x="525971" y="780288"/>
                  </a:lnTo>
                  <a:lnTo>
                    <a:pt x="525780" y="779240"/>
                  </a:lnTo>
                  <a:lnTo>
                    <a:pt x="526637" y="778193"/>
                  </a:lnTo>
                  <a:lnTo>
                    <a:pt x="529876" y="776002"/>
                  </a:lnTo>
                  <a:lnTo>
                    <a:pt x="530828" y="775716"/>
                  </a:lnTo>
                  <a:lnTo>
                    <a:pt x="531876" y="775811"/>
                  </a:lnTo>
                  <a:lnTo>
                    <a:pt x="533019" y="776288"/>
                  </a:lnTo>
                  <a:lnTo>
                    <a:pt x="534067" y="776288"/>
                  </a:lnTo>
                  <a:lnTo>
                    <a:pt x="534638" y="775906"/>
                  </a:lnTo>
                  <a:lnTo>
                    <a:pt x="535019" y="775240"/>
                  </a:lnTo>
                  <a:lnTo>
                    <a:pt x="535591" y="774573"/>
                  </a:lnTo>
                  <a:lnTo>
                    <a:pt x="538163" y="773621"/>
                  </a:lnTo>
                  <a:lnTo>
                    <a:pt x="538639" y="773049"/>
                  </a:lnTo>
                  <a:lnTo>
                    <a:pt x="538258" y="771620"/>
                  </a:lnTo>
                  <a:lnTo>
                    <a:pt x="536448" y="771049"/>
                  </a:lnTo>
                  <a:lnTo>
                    <a:pt x="534353" y="770668"/>
                  </a:lnTo>
                  <a:lnTo>
                    <a:pt x="533114" y="770001"/>
                  </a:lnTo>
                  <a:lnTo>
                    <a:pt x="532924" y="769620"/>
                  </a:lnTo>
                  <a:lnTo>
                    <a:pt x="532829" y="769239"/>
                  </a:lnTo>
                  <a:lnTo>
                    <a:pt x="532829" y="768763"/>
                  </a:lnTo>
                  <a:lnTo>
                    <a:pt x="532924" y="768287"/>
                  </a:lnTo>
                  <a:lnTo>
                    <a:pt x="533019" y="767143"/>
                  </a:lnTo>
                  <a:lnTo>
                    <a:pt x="533210" y="766763"/>
                  </a:lnTo>
                  <a:lnTo>
                    <a:pt x="533305" y="766381"/>
                  </a:lnTo>
                  <a:lnTo>
                    <a:pt x="533210" y="766001"/>
                  </a:lnTo>
                  <a:lnTo>
                    <a:pt x="533019" y="765715"/>
                  </a:lnTo>
                  <a:lnTo>
                    <a:pt x="531971" y="764858"/>
                  </a:lnTo>
                  <a:lnTo>
                    <a:pt x="531781" y="763238"/>
                  </a:lnTo>
                  <a:lnTo>
                    <a:pt x="532162" y="761429"/>
                  </a:lnTo>
                  <a:lnTo>
                    <a:pt x="532924" y="760095"/>
                  </a:lnTo>
                  <a:lnTo>
                    <a:pt x="536448" y="758380"/>
                  </a:lnTo>
                  <a:lnTo>
                    <a:pt x="537496" y="757618"/>
                  </a:lnTo>
                  <a:lnTo>
                    <a:pt x="537115" y="757047"/>
                  </a:lnTo>
                  <a:lnTo>
                    <a:pt x="536067" y="755428"/>
                  </a:lnTo>
                  <a:lnTo>
                    <a:pt x="534257" y="750380"/>
                  </a:lnTo>
                  <a:lnTo>
                    <a:pt x="531114" y="745426"/>
                  </a:lnTo>
                  <a:lnTo>
                    <a:pt x="529685" y="742379"/>
                  </a:lnTo>
                  <a:lnTo>
                    <a:pt x="528542" y="739140"/>
                  </a:lnTo>
                  <a:lnTo>
                    <a:pt x="526733" y="731234"/>
                  </a:lnTo>
                  <a:lnTo>
                    <a:pt x="526161" y="729805"/>
                  </a:lnTo>
                  <a:lnTo>
                    <a:pt x="525304" y="728663"/>
                  </a:lnTo>
                  <a:lnTo>
                    <a:pt x="521970" y="725805"/>
                  </a:lnTo>
                  <a:lnTo>
                    <a:pt x="520160" y="723805"/>
                  </a:lnTo>
                  <a:lnTo>
                    <a:pt x="519589" y="722662"/>
                  </a:lnTo>
                  <a:lnTo>
                    <a:pt x="519303" y="721328"/>
                  </a:lnTo>
                  <a:lnTo>
                    <a:pt x="518922" y="719900"/>
                  </a:lnTo>
                  <a:lnTo>
                    <a:pt x="516827" y="717613"/>
                  </a:lnTo>
                  <a:lnTo>
                    <a:pt x="515969" y="716375"/>
                  </a:lnTo>
                  <a:lnTo>
                    <a:pt x="515588" y="714375"/>
                  </a:lnTo>
                  <a:lnTo>
                    <a:pt x="515874" y="707708"/>
                  </a:lnTo>
                  <a:lnTo>
                    <a:pt x="516160" y="702564"/>
                  </a:lnTo>
                  <a:lnTo>
                    <a:pt x="515969" y="700183"/>
                  </a:lnTo>
                  <a:lnTo>
                    <a:pt x="514826" y="698659"/>
                  </a:lnTo>
                  <a:lnTo>
                    <a:pt x="512731" y="698278"/>
                  </a:lnTo>
                  <a:lnTo>
                    <a:pt x="510731" y="698849"/>
                  </a:lnTo>
                  <a:lnTo>
                    <a:pt x="508730" y="699706"/>
                  </a:lnTo>
                  <a:lnTo>
                    <a:pt x="506635" y="700183"/>
                  </a:lnTo>
                  <a:lnTo>
                    <a:pt x="500444" y="700373"/>
                  </a:lnTo>
                  <a:lnTo>
                    <a:pt x="497491" y="699706"/>
                  </a:lnTo>
                  <a:lnTo>
                    <a:pt x="495395" y="698945"/>
                  </a:lnTo>
                  <a:lnTo>
                    <a:pt x="494633" y="698373"/>
                  </a:lnTo>
                  <a:lnTo>
                    <a:pt x="493871" y="697039"/>
                  </a:lnTo>
                  <a:lnTo>
                    <a:pt x="492824" y="693801"/>
                  </a:lnTo>
                  <a:lnTo>
                    <a:pt x="491871" y="692563"/>
                  </a:lnTo>
                  <a:lnTo>
                    <a:pt x="489680" y="690658"/>
                  </a:lnTo>
                  <a:lnTo>
                    <a:pt x="487585" y="688181"/>
                  </a:lnTo>
                  <a:lnTo>
                    <a:pt x="485870" y="685419"/>
                  </a:lnTo>
                  <a:lnTo>
                    <a:pt x="484918" y="682466"/>
                  </a:lnTo>
                  <a:lnTo>
                    <a:pt x="484918" y="681609"/>
                  </a:lnTo>
                  <a:lnTo>
                    <a:pt x="485394" y="678561"/>
                  </a:lnTo>
                  <a:lnTo>
                    <a:pt x="485394" y="676466"/>
                  </a:lnTo>
                  <a:lnTo>
                    <a:pt x="485585" y="675513"/>
                  </a:lnTo>
                  <a:lnTo>
                    <a:pt x="488442" y="670751"/>
                  </a:lnTo>
                  <a:lnTo>
                    <a:pt x="489204" y="668560"/>
                  </a:lnTo>
                  <a:lnTo>
                    <a:pt x="489490" y="666464"/>
                  </a:lnTo>
                  <a:lnTo>
                    <a:pt x="489109" y="664083"/>
                  </a:lnTo>
                  <a:lnTo>
                    <a:pt x="489013" y="662940"/>
                  </a:lnTo>
                  <a:lnTo>
                    <a:pt x="489299" y="661797"/>
                  </a:lnTo>
                  <a:lnTo>
                    <a:pt x="489775" y="660559"/>
                  </a:lnTo>
                  <a:lnTo>
                    <a:pt x="489966" y="659511"/>
                  </a:lnTo>
                  <a:lnTo>
                    <a:pt x="489775" y="657225"/>
                  </a:lnTo>
                  <a:lnTo>
                    <a:pt x="490061" y="652367"/>
                  </a:lnTo>
                  <a:lnTo>
                    <a:pt x="489775" y="650176"/>
                  </a:lnTo>
                  <a:lnTo>
                    <a:pt x="488252" y="648272"/>
                  </a:lnTo>
                  <a:lnTo>
                    <a:pt x="486346" y="647224"/>
                  </a:lnTo>
                  <a:lnTo>
                    <a:pt x="484346" y="646747"/>
                  </a:lnTo>
                  <a:lnTo>
                    <a:pt x="471678" y="647224"/>
                  </a:lnTo>
                  <a:lnTo>
                    <a:pt x="469392" y="646367"/>
                  </a:lnTo>
                  <a:lnTo>
                    <a:pt x="465582" y="642938"/>
                  </a:lnTo>
                  <a:lnTo>
                    <a:pt x="463391" y="641509"/>
                  </a:lnTo>
                  <a:lnTo>
                    <a:pt x="455200" y="638175"/>
                  </a:lnTo>
                  <a:lnTo>
                    <a:pt x="453581" y="636365"/>
                  </a:lnTo>
                  <a:lnTo>
                    <a:pt x="453200" y="633984"/>
                  </a:lnTo>
                  <a:lnTo>
                    <a:pt x="454343" y="627031"/>
                  </a:lnTo>
                  <a:lnTo>
                    <a:pt x="455486" y="619792"/>
                  </a:lnTo>
                  <a:lnTo>
                    <a:pt x="456914" y="615315"/>
                  </a:lnTo>
                  <a:lnTo>
                    <a:pt x="459105" y="611600"/>
                  </a:lnTo>
                  <a:lnTo>
                    <a:pt x="463867" y="606838"/>
                  </a:lnTo>
                  <a:lnTo>
                    <a:pt x="467296" y="604456"/>
                  </a:lnTo>
                  <a:lnTo>
                    <a:pt x="473488" y="598551"/>
                  </a:lnTo>
                  <a:lnTo>
                    <a:pt x="476631" y="593408"/>
                  </a:lnTo>
                  <a:lnTo>
                    <a:pt x="481108" y="589026"/>
                  </a:lnTo>
                  <a:lnTo>
                    <a:pt x="482346" y="587312"/>
                  </a:lnTo>
                  <a:lnTo>
                    <a:pt x="486251" y="575881"/>
                  </a:lnTo>
                  <a:lnTo>
                    <a:pt x="486823" y="574834"/>
                  </a:lnTo>
                  <a:lnTo>
                    <a:pt x="491395" y="570071"/>
                  </a:lnTo>
                  <a:lnTo>
                    <a:pt x="491966" y="569500"/>
                  </a:lnTo>
                  <a:lnTo>
                    <a:pt x="495586" y="566833"/>
                  </a:lnTo>
                  <a:lnTo>
                    <a:pt x="498538" y="563594"/>
                  </a:lnTo>
                  <a:lnTo>
                    <a:pt x="499491" y="562928"/>
                  </a:lnTo>
                  <a:lnTo>
                    <a:pt x="500444" y="562642"/>
                  </a:lnTo>
                  <a:lnTo>
                    <a:pt x="502444" y="562356"/>
                  </a:lnTo>
                  <a:lnTo>
                    <a:pt x="504444" y="561499"/>
                  </a:lnTo>
                  <a:lnTo>
                    <a:pt x="505492" y="561213"/>
                  </a:lnTo>
                  <a:lnTo>
                    <a:pt x="506635" y="561404"/>
                  </a:lnTo>
                  <a:lnTo>
                    <a:pt x="508159" y="561880"/>
                  </a:lnTo>
                  <a:lnTo>
                    <a:pt x="509683" y="562642"/>
                  </a:lnTo>
                  <a:lnTo>
                    <a:pt x="511016" y="563689"/>
                  </a:lnTo>
                  <a:lnTo>
                    <a:pt x="512731" y="565690"/>
                  </a:lnTo>
                  <a:lnTo>
                    <a:pt x="514255" y="566928"/>
                  </a:lnTo>
                  <a:lnTo>
                    <a:pt x="514921" y="567690"/>
                  </a:lnTo>
                  <a:lnTo>
                    <a:pt x="515398" y="568928"/>
                  </a:lnTo>
                  <a:lnTo>
                    <a:pt x="515207" y="571119"/>
                  </a:lnTo>
                  <a:lnTo>
                    <a:pt x="515398" y="572262"/>
                  </a:lnTo>
                  <a:lnTo>
                    <a:pt x="517017" y="576072"/>
                  </a:lnTo>
                  <a:lnTo>
                    <a:pt x="519017" y="579025"/>
                  </a:lnTo>
                  <a:lnTo>
                    <a:pt x="521684" y="580834"/>
                  </a:lnTo>
                  <a:lnTo>
                    <a:pt x="525399" y="581311"/>
                  </a:lnTo>
                  <a:lnTo>
                    <a:pt x="529685" y="580358"/>
                  </a:lnTo>
                  <a:lnTo>
                    <a:pt x="535686" y="577405"/>
                  </a:lnTo>
                  <a:lnTo>
                    <a:pt x="542163" y="574167"/>
                  </a:lnTo>
                  <a:lnTo>
                    <a:pt x="546163" y="572834"/>
                  </a:lnTo>
                  <a:lnTo>
                    <a:pt x="550640" y="571881"/>
                  </a:lnTo>
                  <a:lnTo>
                    <a:pt x="555212" y="571500"/>
                  </a:lnTo>
                  <a:lnTo>
                    <a:pt x="559403" y="571881"/>
                  </a:lnTo>
                  <a:lnTo>
                    <a:pt x="563785" y="571500"/>
                  </a:lnTo>
                  <a:lnTo>
                    <a:pt x="571214" y="569214"/>
                  </a:lnTo>
                  <a:lnTo>
                    <a:pt x="579596" y="566642"/>
                  </a:lnTo>
                  <a:lnTo>
                    <a:pt x="580358" y="566071"/>
                  </a:lnTo>
                  <a:lnTo>
                    <a:pt x="580644" y="565213"/>
                  </a:lnTo>
                  <a:lnTo>
                    <a:pt x="581216" y="557975"/>
                  </a:lnTo>
                  <a:lnTo>
                    <a:pt x="581501" y="556831"/>
                  </a:lnTo>
                  <a:lnTo>
                    <a:pt x="582073" y="555593"/>
                  </a:lnTo>
                  <a:lnTo>
                    <a:pt x="586264" y="550069"/>
                  </a:lnTo>
                  <a:lnTo>
                    <a:pt x="592741" y="544735"/>
                  </a:lnTo>
                  <a:lnTo>
                    <a:pt x="594836" y="542544"/>
                  </a:lnTo>
                  <a:lnTo>
                    <a:pt x="596265" y="539972"/>
                  </a:lnTo>
                  <a:lnTo>
                    <a:pt x="597313" y="537115"/>
                  </a:lnTo>
                  <a:lnTo>
                    <a:pt x="600361" y="525113"/>
                  </a:lnTo>
                  <a:lnTo>
                    <a:pt x="601599" y="522637"/>
                  </a:lnTo>
                  <a:lnTo>
                    <a:pt x="605504" y="517874"/>
                  </a:lnTo>
                  <a:lnTo>
                    <a:pt x="606933" y="516826"/>
                  </a:lnTo>
                  <a:lnTo>
                    <a:pt x="614458" y="512921"/>
                  </a:lnTo>
                  <a:lnTo>
                    <a:pt x="621411" y="509302"/>
                  </a:lnTo>
                  <a:lnTo>
                    <a:pt x="627412" y="506159"/>
                  </a:lnTo>
                  <a:lnTo>
                    <a:pt x="634175" y="502634"/>
                  </a:lnTo>
                  <a:lnTo>
                    <a:pt x="635032" y="502063"/>
                  </a:lnTo>
                  <a:lnTo>
                    <a:pt x="635699" y="501205"/>
                  </a:lnTo>
                  <a:lnTo>
                    <a:pt x="637413" y="497014"/>
                  </a:lnTo>
                  <a:lnTo>
                    <a:pt x="638747" y="494729"/>
                  </a:lnTo>
                  <a:lnTo>
                    <a:pt x="641985" y="490347"/>
                  </a:lnTo>
                  <a:lnTo>
                    <a:pt x="646081" y="482441"/>
                  </a:lnTo>
                  <a:lnTo>
                    <a:pt x="648653" y="477488"/>
                  </a:lnTo>
                  <a:lnTo>
                    <a:pt x="651510" y="471868"/>
                  </a:lnTo>
                  <a:lnTo>
                    <a:pt x="654272" y="463010"/>
                  </a:lnTo>
                  <a:lnTo>
                    <a:pt x="656558" y="455676"/>
                  </a:lnTo>
                  <a:lnTo>
                    <a:pt x="658844" y="448342"/>
                  </a:lnTo>
                  <a:lnTo>
                    <a:pt x="659606" y="447389"/>
                  </a:lnTo>
                  <a:lnTo>
                    <a:pt x="668655" y="443103"/>
                  </a:lnTo>
                  <a:lnTo>
                    <a:pt x="678275" y="440912"/>
                  </a:lnTo>
                  <a:lnTo>
                    <a:pt x="680276" y="439769"/>
                  </a:lnTo>
                  <a:lnTo>
                    <a:pt x="689038" y="432435"/>
                  </a:lnTo>
                  <a:lnTo>
                    <a:pt x="689134" y="431483"/>
                  </a:lnTo>
                  <a:lnTo>
                    <a:pt x="689229" y="430721"/>
                  </a:lnTo>
                  <a:lnTo>
                    <a:pt x="688467" y="428054"/>
                  </a:lnTo>
                  <a:lnTo>
                    <a:pt x="687229" y="425482"/>
                  </a:lnTo>
                  <a:lnTo>
                    <a:pt x="686181" y="423863"/>
                  </a:lnTo>
                  <a:lnTo>
                    <a:pt x="683609" y="422434"/>
                  </a:lnTo>
                  <a:lnTo>
                    <a:pt x="683800" y="422148"/>
                  </a:lnTo>
                  <a:lnTo>
                    <a:pt x="684181" y="421196"/>
                  </a:lnTo>
                  <a:lnTo>
                    <a:pt x="685038" y="420338"/>
                  </a:lnTo>
                  <a:lnTo>
                    <a:pt x="686086" y="419767"/>
                  </a:lnTo>
                  <a:lnTo>
                    <a:pt x="687038" y="419862"/>
                  </a:lnTo>
                  <a:lnTo>
                    <a:pt x="686943" y="419481"/>
                  </a:lnTo>
                  <a:lnTo>
                    <a:pt x="686848" y="418624"/>
                  </a:lnTo>
                  <a:lnTo>
                    <a:pt x="686753" y="418243"/>
                  </a:lnTo>
                  <a:lnTo>
                    <a:pt x="687610" y="418529"/>
                  </a:lnTo>
                  <a:lnTo>
                    <a:pt x="688277" y="418433"/>
                  </a:lnTo>
                  <a:lnTo>
                    <a:pt x="688753" y="418052"/>
                  </a:lnTo>
                  <a:lnTo>
                    <a:pt x="691420" y="414338"/>
                  </a:lnTo>
                  <a:lnTo>
                    <a:pt x="691706" y="413575"/>
                  </a:lnTo>
                  <a:lnTo>
                    <a:pt x="692182" y="413099"/>
                  </a:lnTo>
                  <a:lnTo>
                    <a:pt x="694277" y="412528"/>
                  </a:lnTo>
                  <a:lnTo>
                    <a:pt x="694944" y="411766"/>
                  </a:lnTo>
                  <a:lnTo>
                    <a:pt x="695135" y="410337"/>
                  </a:lnTo>
                  <a:lnTo>
                    <a:pt x="694944" y="409194"/>
                  </a:lnTo>
                  <a:lnTo>
                    <a:pt x="694849" y="408146"/>
                  </a:lnTo>
                  <a:lnTo>
                    <a:pt x="695420" y="407003"/>
                  </a:lnTo>
                  <a:lnTo>
                    <a:pt x="696182" y="406051"/>
                  </a:lnTo>
                  <a:lnTo>
                    <a:pt x="696944" y="405384"/>
                  </a:lnTo>
                  <a:lnTo>
                    <a:pt x="697802" y="404813"/>
                  </a:lnTo>
                  <a:lnTo>
                    <a:pt x="698945" y="404241"/>
                  </a:lnTo>
                  <a:lnTo>
                    <a:pt x="700183" y="403955"/>
                  </a:lnTo>
                  <a:lnTo>
                    <a:pt x="700564" y="403670"/>
                  </a:lnTo>
                  <a:lnTo>
                    <a:pt x="700754" y="402812"/>
                  </a:lnTo>
                  <a:lnTo>
                    <a:pt x="700945" y="402336"/>
                  </a:lnTo>
                  <a:lnTo>
                    <a:pt x="701707" y="401764"/>
                  </a:lnTo>
                  <a:lnTo>
                    <a:pt x="702088" y="400526"/>
                  </a:lnTo>
                  <a:lnTo>
                    <a:pt x="702469" y="400050"/>
                  </a:lnTo>
                  <a:lnTo>
                    <a:pt x="703326" y="399288"/>
                  </a:lnTo>
                  <a:lnTo>
                    <a:pt x="704374" y="397669"/>
                  </a:lnTo>
                  <a:lnTo>
                    <a:pt x="704850" y="397192"/>
                  </a:lnTo>
                  <a:lnTo>
                    <a:pt x="705612" y="396621"/>
                  </a:lnTo>
                  <a:lnTo>
                    <a:pt x="705993" y="396145"/>
                  </a:lnTo>
                  <a:lnTo>
                    <a:pt x="705898" y="395764"/>
                  </a:lnTo>
                  <a:lnTo>
                    <a:pt x="705422" y="394525"/>
                  </a:lnTo>
                  <a:lnTo>
                    <a:pt x="705612" y="394240"/>
                  </a:lnTo>
                  <a:lnTo>
                    <a:pt x="706660" y="393954"/>
                  </a:lnTo>
                  <a:lnTo>
                    <a:pt x="707708" y="393097"/>
                  </a:lnTo>
                  <a:lnTo>
                    <a:pt x="708279" y="392049"/>
                  </a:lnTo>
                  <a:lnTo>
                    <a:pt x="707898" y="390906"/>
                  </a:lnTo>
                  <a:lnTo>
                    <a:pt x="708279" y="390239"/>
                  </a:lnTo>
                  <a:lnTo>
                    <a:pt x="708755" y="389668"/>
                  </a:lnTo>
                  <a:lnTo>
                    <a:pt x="709327" y="389287"/>
                  </a:lnTo>
                  <a:lnTo>
                    <a:pt x="709994" y="389096"/>
                  </a:lnTo>
                  <a:lnTo>
                    <a:pt x="710565" y="389192"/>
                  </a:lnTo>
                  <a:lnTo>
                    <a:pt x="711899" y="389572"/>
                  </a:lnTo>
                  <a:lnTo>
                    <a:pt x="713042" y="389668"/>
                  </a:lnTo>
                  <a:lnTo>
                    <a:pt x="713423" y="389192"/>
                  </a:lnTo>
                  <a:lnTo>
                    <a:pt x="713613" y="388334"/>
                  </a:lnTo>
                  <a:lnTo>
                    <a:pt x="714185" y="387287"/>
                  </a:lnTo>
                  <a:lnTo>
                    <a:pt x="715137" y="386429"/>
                  </a:lnTo>
                  <a:lnTo>
                    <a:pt x="715994" y="385953"/>
                  </a:lnTo>
                  <a:lnTo>
                    <a:pt x="716947" y="385763"/>
                  </a:lnTo>
                  <a:lnTo>
                    <a:pt x="718090" y="385763"/>
                  </a:lnTo>
                  <a:lnTo>
                    <a:pt x="719138" y="385381"/>
                  </a:lnTo>
                  <a:lnTo>
                    <a:pt x="719995" y="384524"/>
                  </a:lnTo>
                  <a:lnTo>
                    <a:pt x="720757" y="383572"/>
                  </a:lnTo>
                  <a:lnTo>
                    <a:pt x="721519" y="382810"/>
                  </a:lnTo>
                  <a:lnTo>
                    <a:pt x="721519" y="381571"/>
                  </a:lnTo>
                  <a:lnTo>
                    <a:pt x="722281" y="380524"/>
                  </a:lnTo>
                  <a:lnTo>
                    <a:pt x="723424" y="379667"/>
                  </a:lnTo>
                  <a:lnTo>
                    <a:pt x="726472" y="378047"/>
                  </a:lnTo>
                  <a:lnTo>
                    <a:pt x="725996" y="377476"/>
                  </a:lnTo>
                  <a:lnTo>
                    <a:pt x="725043" y="376618"/>
                  </a:lnTo>
                  <a:lnTo>
                    <a:pt x="724281" y="376142"/>
                  </a:lnTo>
                  <a:lnTo>
                    <a:pt x="723233" y="376142"/>
                  </a:lnTo>
                  <a:lnTo>
                    <a:pt x="720947" y="376523"/>
                  </a:lnTo>
                  <a:lnTo>
                    <a:pt x="720090" y="376142"/>
                  </a:lnTo>
                  <a:lnTo>
                    <a:pt x="719423" y="375285"/>
                  </a:lnTo>
                  <a:lnTo>
                    <a:pt x="718947" y="374523"/>
                  </a:lnTo>
                  <a:lnTo>
                    <a:pt x="718661" y="373666"/>
                  </a:lnTo>
                  <a:lnTo>
                    <a:pt x="718471" y="372523"/>
                  </a:lnTo>
                  <a:lnTo>
                    <a:pt x="718661" y="371284"/>
                  </a:lnTo>
                  <a:lnTo>
                    <a:pt x="719519" y="368808"/>
                  </a:lnTo>
                  <a:lnTo>
                    <a:pt x="719519" y="366046"/>
                  </a:lnTo>
                  <a:lnTo>
                    <a:pt x="719900" y="364617"/>
                  </a:lnTo>
                  <a:lnTo>
                    <a:pt x="721995" y="359378"/>
                  </a:lnTo>
                  <a:lnTo>
                    <a:pt x="722662" y="358330"/>
                  </a:lnTo>
                  <a:lnTo>
                    <a:pt x="723519" y="357283"/>
                  </a:lnTo>
                  <a:lnTo>
                    <a:pt x="724186" y="356330"/>
                  </a:lnTo>
                  <a:lnTo>
                    <a:pt x="724472" y="355187"/>
                  </a:lnTo>
                  <a:lnTo>
                    <a:pt x="724376" y="354044"/>
                  </a:lnTo>
                  <a:lnTo>
                    <a:pt x="722757" y="351568"/>
                  </a:lnTo>
                  <a:lnTo>
                    <a:pt x="721233" y="345758"/>
                  </a:lnTo>
                  <a:lnTo>
                    <a:pt x="718280" y="340328"/>
                  </a:lnTo>
                  <a:lnTo>
                    <a:pt x="717709" y="339662"/>
                  </a:lnTo>
                  <a:lnTo>
                    <a:pt x="717899" y="339471"/>
                  </a:lnTo>
                  <a:lnTo>
                    <a:pt x="718471" y="338518"/>
                  </a:lnTo>
                  <a:lnTo>
                    <a:pt x="718566" y="338423"/>
                  </a:lnTo>
                  <a:lnTo>
                    <a:pt x="718947" y="338233"/>
                  </a:lnTo>
                  <a:lnTo>
                    <a:pt x="719138" y="338138"/>
                  </a:lnTo>
                  <a:lnTo>
                    <a:pt x="719233" y="337852"/>
                  </a:lnTo>
                  <a:lnTo>
                    <a:pt x="719423" y="337090"/>
                  </a:lnTo>
                  <a:lnTo>
                    <a:pt x="719519" y="336804"/>
                  </a:lnTo>
                  <a:lnTo>
                    <a:pt x="719900" y="336233"/>
                  </a:lnTo>
                  <a:lnTo>
                    <a:pt x="720090" y="336042"/>
                  </a:lnTo>
                  <a:lnTo>
                    <a:pt x="720185" y="335756"/>
                  </a:lnTo>
                  <a:lnTo>
                    <a:pt x="720185" y="334899"/>
                  </a:lnTo>
                  <a:lnTo>
                    <a:pt x="720376" y="333566"/>
                  </a:lnTo>
                  <a:lnTo>
                    <a:pt x="720852" y="332613"/>
                  </a:lnTo>
                  <a:lnTo>
                    <a:pt x="721614" y="331756"/>
                  </a:lnTo>
                  <a:lnTo>
                    <a:pt x="725615" y="328708"/>
                  </a:lnTo>
                  <a:lnTo>
                    <a:pt x="726472" y="328422"/>
                  </a:lnTo>
                  <a:lnTo>
                    <a:pt x="727138" y="327850"/>
                  </a:lnTo>
                  <a:lnTo>
                    <a:pt x="728663" y="324993"/>
                  </a:lnTo>
                  <a:lnTo>
                    <a:pt x="732092" y="325660"/>
                  </a:lnTo>
                  <a:lnTo>
                    <a:pt x="733139" y="325469"/>
                  </a:lnTo>
                  <a:lnTo>
                    <a:pt x="734092" y="323850"/>
                  </a:lnTo>
                  <a:lnTo>
                    <a:pt x="734568" y="321659"/>
                  </a:lnTo>
                  <a:lnTo>
                    <a:pt x="735521" y="320326"/>
                  </a:lnTo>
                  <a:lnTo>
                    <a:pt x="737902" y="321183"/>
                  </a:lnTo>
                  <a:lnTo>
                    <a:pt x="738759" y="320135"/>
                  </a:lnTo>
                  <a:lnTo>
                    <a:pt x="739807" y="319945"/>
                  </a:lnTo>
                  <a:lnTo>
                    <a:pt x="740950" y="320040"/>
                  </a:lnTo>
                  <a:lnTo>
                    <a:pt x="742188" y="319850"/>
                  </a:lnTo>
                  <a:lnTo>
                    <a:pt x="742855" y="319468"/>
                  </a:lnTo>
                  <a:lnTo>
                    <a:pt x="743141" y="318992"/>
                  </a:lnTo>
                  <a:lnTo>
                    <a:pt x="743331" y="318516"/>
                  </a:lnTo>
                  <a:lnTo>
                    <a:pt x="743712" y="317945"/>
                  </a:lnTo>
                  <a:lnTo>
                    <a:pt x="744188" y="317659"/>
                  </a:lnTo>
                  <a:lnTo>
                    <a:pt x="745522" y="317754"/>
                  </a:lnTo>
                  <a:lnTo>
                    <a:pt x="746093" y="317754"/>
                  </a:lnTo>
                  <a:lnTo>
                    <a:pt x="745712" y="316039"/>
                  </a:lnTo>
                  <a:lnTo>
                    <a:pt x="746665" y="315849"/>
                  </a:lnTo>
                  <a:lnTo>
                    <a:pt x="749903" y="317087"/>
                  </a:lnTo>
                  <a:lnTo>
                    <a:pt x="750380" y="317087"/>
                  </a:lnTo>
                  <a:lnTo>
                    <a:pt x="750856" y="316897"/>
                  </a:lnTo>
                  <a:lnTo>
                    <a:pt x="751427" y="316325"/>
                  </a:lnTo>
                  <a:lnTo>
                    <a:pt x="751904" y="316135"/>
                  </a:lnTo>
                  <a:lnTo>
                    <a:pt x="753142" y="316516"/>
                  </a:lnTo>
                  <a:lnTo>
                    <a:pt x="753809" y="316611"/>
                  </a:lnTo>
                  <a:lnTo>
                    <a:pt x="753713" y="315182"/>
                  </a:lnTo>
                  <a:lnTo>
                    <a:pt x="754952" y="314039"/>
                  </a:lnTo>
                  <a:lnTo>
                    <a:pt x="756571" y="313182"/>
                  </a:lnTo>
                  <a:lnTo>
                    <a:pt x="757809" y="312801"/>
                  </a:lnTo>
                  <a:lnTo>
                    <a:pt x="758476" y="312706"/>
                  </a:lnTo>
                  <a:lnTo>
                    <a:pt x="760095" y="312801"/>
                  </a:lnTo>
                  <a:lnTo>
                    <a:pt x="760286" y="312134"/>
                  </a:lnTo>
                  <a:lnTo>
                    <a:pt x="760857" y="310039"/>
                  </a:lnTo>
                  <a:lnTo>
                    <a:pt x="761333" y="308991"/>
                  </a:lnTo>
                  <a:lnTo>
                    <a:pt x="763048" y="307086"/>
                  </a:lnTo>
                  <a:lnTo>
                    <a:pt x="763619" y="305848"/>
                  </a:lnTo>
                  <a:lnTo>
                    <a:pt x="763334" y="304419"/>
                  </a:lnTo>
                  <a:lnTo>
                    <a:pt x="762000" y="302705"/>
                  </a:lnTo>
                  <a:lnTo>
                    <a:pt x="760476" y="301466"/>
                  </a:lnTo>
                  <a:lnTo>
                    <a:pt x="756857" y="298513"/>
                  </a:lnTo>
                  <a:lnTo>
                    <a:pt x="755047" y="297466"/>
                  </a:lnTo>
                  <a:lnTo>
                    <a:pt x="751332" y="296609"/>
                  </a:lnTo>
                  <a:lnTo>
                    <a:pt x="749522" y="295561"/>
                  </a:lnTo>
                  <a:lnTo>
                    <a:pt x="747522" y="293942"/>
                  </a:lnTo>
                  <a:lnTo>
                    <a:pt x="745903" y="293275"/>
                  </a:lnTo>
                  <a:lnTo>
                    <a:pt x="744188" y="293465"/>
                  </a:lnTo>
                  <a:lnTo>
                    <a:pt x="741998" y="294418"/>
                  </a:lnTo>
                  <a:lnTo>
                    <a:pt x="739807" y="294608"/>
                  </a:lnTo>
                  <a:lnTo>
                    <a:pt x="736187" y="292799"/>
                  </a:lnTo>
                  <a:lnTo>
                    <a:pt x="734187" y="292894"/>
                  </a:lnTo>
                  <a:lnTo>
                    <a:pt x="732282" y="293560"/>
                  </a:lnTo>
                  <a:lnTo>
                    <a:pt x="730282" y="293656"/>
                  </a:lnTo>
                  <a:lnTo>
                    <a:pt x="728377" y="292989"/>
                  </a:lnTo>
                  <a:lnTo>
                    <a:pt x="726948" y="291275"/>
                  </a:lnTo>
                  <a:lnTo>
                    <a:pt x="725329" y="286893"/>
                  </a:lnTo>
                  <a:lnTo>
                    <a:pt x="725138" y="285655"/>
                  </a:lnTo>
                  <a:lnTo>
                    <a:pt x="725519" y="284512"/>
                  </a:lnTo>
                  <a:lnTo>
                    <a:pt x="726091" y="283464"/>
                  </a:lnTo>
                  <a:lnTo>
                    <a:pt x="726472" y="282416"/>
                  </a:lnTo>
                  <a:lnTo>
                    <a:pt x="726567" y="281178"/>
                  </a:lnTo>
                  <a:lnTo>
                    <a:pt x="726186" y="278606"/>
                  </a:lnTo>
                  <a:lnTo>
                    <a:pt x="726186" y="277273"/>
                  </a:lnTo>
                  <a:lnTo>
                    <a:pt x="726567" y="275844"/>
                  </a:lnTo>
                  <a:lnTo>
                    <a:pt x="727901" y="273272"/>
                  </a:lnTo>
                  <a:lnTo>
                    <a:pt x="728282" y="271939"/>
                  </a:lnTo>
                  <a:lnTo>
                    <a:pt x="728091" y="270510"/>
                  </a:lnTo>
                  <a:lnTo>
                    <a:pt x="727329" y="269938"/>
                  </a:lnTo>
                  <a:lnTo>
                    <a:pt x="726377" y="270129"/>
                  </a:lnTo>
                  <a:lnTo>
                    <a:pt x="725424" y="271081"/>
                  </a:lnTo>
                  <a:lnTo>
                    <a:pt x="724948" y="272320"/>
                  </a:lnTo>
                  <a:lnTo>
                    <a:pt x="724757" y="273367"/>
                  </a:lnTo>
                  <a:lnTo>
                    <a:pt x="724376" y="274320"/>
                  </a:lnTo>
                  <a:lnTo>
                    <a:pt x="723329" y="275082"/>
                  </a:lnTo>
                  <a:lnTo>
                    <a:pt x="722281" y="275368"/>
                  </a:lnTo>
                  <a:lnTo>
                    <a:pt x="719519" y="275844"/>
                  </a:lnTo>
                  <a:lnTo>
                    <a:pt x="718471" y="275844"/>
                  </a:lnTo>
                  <a:lnTo>
                    <a:pt x="717613" y="275368"/>
                  </a:lnTo>
                  <a:lnTo>
                    <a:pt x="716090" y="273844"/>
                  </a:lnTo>
                  <a:lnTo>
                    <a:pt x="715232" y="273367"/>
                  </a:lnTo>
                  <a:lnTo>
                    <a:pt x="714185" y="273463"/>
                  </a:lnTo>
                  <a:lnTo>
                    <a:pt x="712470" y="274510"/>
                  </a:lnTo>
                  <a:lnTo>
                    <a:pt x="711518" y="274796"/>
                  </a:lnTo>
                  <a:lnTo>
                    <a:pt x="710375" y="274606"/>
                  </a:lnTo>
                  <a:lnTo>
                    <a:pt x="709517" y="274034"/>
                  </a:lnTo>
                  <a:lnTo>
                    <a:pt x="708851" y="273082"/>
                  </a:lnTo>
                  <a:lnTo>
                    <a:pt x="708374" y="271939"/>
                  </a:lnTo>
                  <a:lnTo>
                    <a:pt x="708851" y="271177"/>
                  </a:lnTo>
                  <a:lnTo>
                    <a:pt x="708946" y="271081"/>
                  </a:lnTo>
                  <a:lnTo>
                    <a:pt x="709232" y="270605"/>
                  </a:lnTo>
                  <a:lnTo>
                    <a:pt x="709803" y="269462"/>
                  </a:lnTo>
                  <a:lnTo>
                    <a:pt x="709994" y="268129"/>
                  </a:lnTo>
                  <a:lnTo>
                    <a:pt x="709327" y="264890"/>
                  </a:lnTo>
                  <a:lnTo>
                    <a:pt x="709232" y="261747"/>
                  </a:lnTo>
                  <a:lnTo>
                    <a:pt x="708660" y="260318"/>
                  </a:lnTo>
                  <a:lnTo>
                    <a:pt x="707231" y="259366"/>
                  </a:lnTo>
                  <a:lnTo>
                    <a:pt x="702374" y="258509"/>
                  </a:lnTo>
                  <a:lnTo>
                    <a:pt x="700373" y="257366"/>
                  </a:lnTo>
                  <a:lnTo>
                    <a:pt x="697421" y="253365"/>
                  </a:lnTo>
                  <a:lnTo>
                    <a:pt x="695706" y="251650"/>
                  </a:lnTo>
                  <a:lnTo>
                    <a:pt x="693801" y="250317"/>
                  </a:lnTo>
                  <a:lnTo>
                    <a:pt x="692372" y="248888"/>
                  </a:lnTo>
                  <a:lnTo>
                    <a:pt x="691610" y="246983"/>
                  </a:lnTo>
                  <a:lnTo>
                    <a:pt x="691801" y="244221"/>
                  </a:lnTo>
                  <a:lnTo>
                    <a:pt x="692277" y="243078"/>
                  </a:lnTo>
                  <a:lnTo>
                    <a:pt x="693134" y="242506"/>
                  </a:lnTo>
                  <a:lnTo>
                    <a:pt x="695135" y="241745"/>
                  </a:lnTo>
                  <a:lnTo>
                    <a:pt x="695992" y="241078"/>
                  </a:lnTo>
                  <a:lnTo>
                    <a:pt x="696659" y="240316"/>
                  </a:lnTo>
                  <a:lnTo>
                    <a:pt x="697230" y="239459"/>
                  </a:lnTo>
                  <a:lnTo>
                    <a:pt x="697706" y="238411"/>
                  </a:lnTo>
                  <a:lnTo>
                    <a:pt x="699326" y="233839"/>
                  </a:lnTo>
                  <a:lnTo>
                    <a:pt x="700469" y="229076"/>
                  </a:lnTo>
                  <a:lnTo>
                    <a:pt x="699611" y="225647"/>
                  </a:lnTo>
                  <a:lnTo>
                    <a:pt x="696754" y="223361"/>
                  </a:lnTo>
                  <a:lnTo>
                    <a:pt x="693420" y="221551"/>
                  </a:lnTo>
                  <a:lnTo>
                    <a:pt x="690944" y="219361"/>
                  </a:lnTo>
                  <a:lnTo>
                    <a:pt x="690467" y="218504"/>
                  </a:lnTo>
                  <a:lnTo>
                    <a:pt x="690182" y="217551"/>
                  </a:lnTo>
                  <a:lnTo>
                    <a:pt x="690086" y="216599"/>
                  </a:lnTo>
                  <a:lnTo>
                    <a:pt x="690182" y="214789"/>
                  </a:lnTo>
                  <a:lnTo>
                    <a:pt x="690372" y="213931"/>
                  </a:lnTo>
                  <a:lnTo>
                    <a:pt x="690658" y="213170"/>
                  </a:lnTo>
                  <a:lnTo>
                    <a:pt x="690944" y="212408"/>
                  </a:lnTo>
                  <a:lnTo>
                    <a:pt x="692753" y="209169"/>
                  </a:lnTo>
                  <a:lnTo>
                    <a:pt x="693992" y="208026"/>
                  </a:lnTo>
                  <a:lnTo>
                    <a:pt x="699707" y="207074"/>
                  </a:lnTo>
                  <a:lnTo>
                    <a:pt x="701612" y="206216"/>
                  </a:lnTo>
                  <a:lnTo>
                    <a:pt x="703421" y="204883"/>
                  </a:lnTo>
                  <a:lnTo>
                    <a:pt x="704850" y="203454"/>
                  </a:lnTo>
                  <a:lnTo>
                    <a:pt x="706088" y="201644"/>
                  </a:lnTo>
                  <a:lnTo>
                    <a:pt x="706565" y="199644"/>
                  </a:lnTo>
                  <a:lnTo>
                    <a:pt x="705898" y="197644"/>
                  </a:lnTo>
                  <a:lnTo>
                    <a:pt x="704279" y="196501"/>
                  </a:lnTo>
                  <a:lnTo>
                    <a:pt x="702374" y="196596"/>
                  </a:lnTo>
                  <a:lnTo>
                    <a:pt x="700373" y="197072"/>
                  </a:lnTo>
                  <a:lnTo>
                    <a:pt x="698468" y="197167"/>
                  </a:lnTo>
                  <a:lnTo>
                    <a:pt x="695706" y="196120"/>
                  </a:lnTo>
                  <a:lnTo>
                    <a:pt x="694658" y="196025"/>
                  </a:lnTo>
                  <a:lnTo>
                    <a:pt x="691039" y="196977"/>
                  </a:lnTo>
                  <a:lnTo>
                    <a:pt x="689420" y="196691"/>
                  </a:lnTo>
                  <a:lnTo>
                    <a:pt x="687896" y="195548"/>
                  </a:lnTo>
                  <a:lnTo>
                    <a:pt x="686753" y="193834"/>
                  </a:lnTo>
                  <a:lnTo>
                    <a:pt x="686276" y="191929"/>
                  </a:lnTo>
                  <a:lnTo>
                    <a:pt x="686753" y="190024"/>
                  </a:lnTo>
                  <a:lnTo>
                    <a:pt x="687991" y="188690"/>
                  </a:lnTo>
                  <a:lnTo>
                    <a:pt x="691134" y="186976"/>
                  </a:lnTo>
                  <a:lnTo>
                    <a:pt x="692087" y="186023"/>
                  </a:lnTo>
                  <a:lnTo>
                    <a:pt x="692277" y="184690"/>
                  </a:lnTo>
                  <a:lnTo>
                    <a:pt x="691896" y="183356"/>
                  </a:lnTo>
                  <a:lnTo>
                    <a:pt x="691134" y="182118"/>
                  </a:lnTo>
                  <a:lnTo>
                    <a:pt x="689991" y="178975"/>
                  </a:lnTo>
                  <a:lnTo>
                    <a:pt x="689134" y="177927"/>
                  </a:lnTo>
                  <a:lnTo>
                    <a:pt x="687515" y="177737"/>
                  </a:lnTo>
                  <a:lnTo>
                    <a:pt x="685991" y="177927"/>
                  </a:lnTo>
                  <a:lnTo>
                    <a:pt x="684657" y="177737"/>
                  </a:lnTo>
                  <a:lnTo>
                    <a:pt x="683419" y="177260"/>
                  </a:lnTo>
                  <a:lnTo>
                    <a:pt x="682085" y="176498"/>
                  </a:lnTo>
                  <a:lnTo>
                    <a:pt x="680942" y="175260"/>
                  </a:lnTo>
                  <a:lnTo>
                    <a:pt x="680561" y="173736"/>
                  </a:lnTo>
                  <a:lnTo>
                    <a:pt x="680847" y="172117"/>
                  </a:lnTo>
                  <a:lnTo>
                    <a:pt x="681704" y="170688"/>
                  </a:lnTo>
                  <a:lnTo>
                    <a:pt x="682276" y="170307"/>
                  </a:lnTo>
                  <a:lnTo>
                    <a:pt x="683609" y="169640"/>
                  </a:lnTo>
                  <a:lnTo>
                    <a:pt x="684086" y="169164"/>
                  </a:lnTo>
                  <a:lnTo>
                    <a:pt x="684371" y="168402"/>
                  </a:lnTo>
                  <a:lnTo>
                    <a:pt x="684467" y="166021"/>
                  </a:lnTo>
                  <a:lnTo>
                    <a:pt x="684467" y="166021"/>
                  </a:lnTo>
                  <a:lnTo>
                    <a:pt x="685324" y="164592"/>
                  </a:lnTo>
                  <a:lnTo>
                    <a:pt x="687800" y="162782"/>
                  </a:lnTo>
                  <a:lnTo>
                    <a:pt x="688562" y="161544"/>
                  </a:lnTo>
                  <a:lnTo>
                    <a:pt x="688562" y="159734"/>
                  </a:lnTo>
                  <a:lnTo>
                    <a:pt x="688181" y="158115"/>
                  </a:lnTo>
                  <a:lnTo>
                    <a:pt x="688277" y="156591"/>
                  </a:lnTo>
                  <a:lnTo>
                    <a:pt x="689801" y="155258"/>
                  </a:lnTo>
                  <a:lnTo>
                    <a:pt x="690563" y="154876"/>
                  </a:lnTo>
                  <a:lnTo>
                    <a:pt x="698945" y="153448"/>
                  </a:lnTo>
                  <a:lnTo>
                    <a:pt x="700278" y="152781"/>
                  </a:lnTo>
                  <a:lnTo>
                    <a:pt x="704183" y="149828"/>
                  </a:lnTo>
                  <a:lnTo>
                    <a:pt x="707517" y="148495"/>
                  </a:lnTo>
                  <a:lnTo>
                    <a:pt x="710851" y="148209"/>
                  </a:lnTo>
                  <a:lnTo>
                    <a:pt x="714185" y="148780"/>
                  </a:lnTo>
                  <a:lnTo>
                    <a:pt x="727520" y="153638"/>
                  </a:lnTo>
                  <a:lnTo>
                    <a:pt x="746093" y="157353"/>
                  </a:lnTo>
                  <a:lnTo>
                    <a:pt x="751046" y="157067"/>
                  </a:lnTo>
                  <a:lnTo>
                    <a:pt x="754475" y="156305"/>
                  </a:lnTo>
                  <a:lnTo>
                    <a:pt x="756380" y="156305"/>
                  </a:lnTo>
                  <a:lnTo>
                    <a:pt x="756952" y="156686"/>
                  </a:lnTo>
                  <a:lnTo>
                    <a:pt x="756952" y="156686"/>
                  </a:lnTo>
                  <a:lnTo>
                    <a:pt x="757619" y="157067"/>
                  </a:lnTo>
                  <a:lnTo>
                    <a:pt x="758381" y="158305"/>
                  </a:lnTo>
                  <a:lnTo>
                    <a:pt x="759238" y="159258"/>
                  </a:lnTo>
                  <a:lnTo>
                    <a:pt x="761333" y="160782"/>
                  </a:lnTo>
                  <a:lnTo>
                    <a:pt x="763524" y="161830"/>
                  </a:lnTo>
                  <a:lnTo>
                    <a:pt x="777431" y="165545"/>
                  </a:lnTo>
                  <a:lnTo>
                    <a:pt x="779717" y="165640"/>
                  </a:lnTo>
                  <a:lnTo>
                    <a:pt x="782765" y="164878"/>
                  </a:lnTo>
                  <a:lnTo>
                    <a:pt x="783908" y="164878"/>
                  </a:lnTo>
                  <a:lnTo>
                    <a:pt x="786098" y="165163"/>
                  </a:lnTo>
                  <a:lnTo>
                    <a:pt x="787051" y="164878"/>
                  </a:lnTo>
                  <a:lnTo>
                    <a:pt x="788099" y="164021"/>
                  </a:lnTo>
                  <a:lnTo>
                    <a:pt x="791147" y="160877"/>
                  </a:lnTo>
                  <a:lnTo>
                    <a:pt x="794576" y="158305"/>
                  </a:lnTo>
                  <a:lnTo>
                    <a:pt x="796004" y="157829"/>
                  </a:lnTo>
                  <a:lnTo>
                    <a:pt x="796385" y="157639"/>
                  </a:lnTo>
                  <a:lnTo>
                    <a:pt x="797052" y="156781"/>
                  </a:lnTo>
                  <a:lnTo>
                    <a:pt x="798100" y="154972"/>
                  </a:lnTo>
                  <a:lnTo>
                    <a:pt x="798957" y="154210"/>
                  </a:lnTo>
                  <a:lnTo>
                    <a:pt x="800767" y="153829"/>
                  </a:lnTo>
                  <a:lnTo>
                    <a:pt x="804101" y="155258"/>
                  </a:lnTo>
                  <a:lnTo>
                    <a:pt x="805815" y="155162"/>
                  </a:lnTo>
                  <a:lnTo>
                    <a:pt x="811435" y="153734"/>
                  </a:lnTo>
                  <a:lnTo>
                    <a:pt x="818674" y="149542"/>
                  </a:lnTo>
                  <a:lnTo>
                    <a:pt x="820674" y="148780"/>
                  </a:lnTo>
                  <a:lnTo>
                    <a:pt x="822674" y="149066"/>
                  </a:lnTo>
                  <a:lnTo>
                    <a:pt x="824960" y="150781"/>
                  </a:lnTo>
                  <a:lnTo>
                    <a:pt x="825818" y="151067"/>
                  </a:lnTo>
                  <a:lnTo>
                    <a:pt x="826770" y="151067"/>
                  </a:lnTo>
                  <a:lnTo>
                    <a:pt x="831342" y="150114"/>
                  </a:lnTo>
                  <a:lnTo>
                    <a:pt x="832009" y="149733"/>
                  </a:lnTo>
                  <a:lnTo>
                    <a:pt x="836771" y="145161"/>
                  </a:lnTo>
                  <a:lnTo>
                    <a:pt x="837248" y="143923"/>
                  </a:lnTo>
                  <a:lnTo>
                    <a:pt x="837057" y="140494"/>
                  </a:lnTo>
                  <a:lnTo>
                    <a:pt x="837438" y="139065"/>
                  </a:lnTo>
                  <a:lnTo>
                    <a:pt x="838676" y="138017"/>
                  </a:lnTo>
                  <a:lnTo>
                    <a:pt x="840486" y="137350"/>
                  </a:lnTo>
                  <a:lnTo>
                    <a:pt x="842391" y="137160"/>
                  </a:lnTo>
                  <a:lnTo>
                    <a:pt x="843820" y="137541"/>
                  </a:lnTo>
                  <a:lnTo>
                    <a:pt x="845249" y="138398"/>
                  </a:lnTo>
                  <a:lnTo>
                    <a:pt x="846011" y="138589"/>
                  </a:lnTo>
                  <a:lnTo>
                    <a:pt x="846677" y="138017"/>
                  </a:lnTo>
                  <a:lnTo>
                    <a:pt x="847725" y="136874"/>
                  </a:lnTo>
                  <a:lnTo>
                    <a:pt x="850868" y="134303"/>
                  </a:lnTo>
                  <a:lnTo>
                    <a:pt x="851726" y="133255"/>
                  </a:lnTo>
                  <a:lnTo>
                    <a:pt x="852107" y="131254"/>
                  </a:lnTo>
                  <a:lnTo>
                    <a:pt x="851630" y="129445"/>
                  </a:lnTo>
                  <a:lnTo>
                    <a:pt x="851440" y="127921"/>
                  </a:lnTo>
                  <a:lnTo>
                    <a:pt x="852488" y="126587"/>
                  </a:lnTo>
                  <a:lnTo>
                    <a:pt x="853726" y="126206"/>
                  </a:ln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4" name="Freeform: Shape 16">
              <a:extLst>
                <a:ext uri="{FF2B5EF4-FFF2-40B4-BE49-F238E27FC236}">
                  <a16:creationId xmlns:a16="http://schemas.microsoft.com/office/drawing/2014/main" id="{2F569AD2-D9D9-1534-2D22-1CBD78838DC4}"/>
                </a:ext>
              </a:extLst>
            </p:cNvPr>
            <p:cNvSpPr/>
            <p:nvPr/>
          </p:nvSpPr>
          <p:spPr>
            <a:xfrm>
              <a:off x="7358824" y="2393632"/>
              <a:ext cx="333375" cy="361950"/>
            </a:xfrm>
            <a:custGeom>
              <a:avLst/>
              <a:gdLst>
                <a:gd name="connsiteX0" fmla="*/ 24956 w 333375"/>
                <a:gd name="connsiteY0" fmla="*/ 245078 h 361950"/>
                <a:gd name="connsiteX1" fmla="*/ 25622 w 333375"/>
                <a:gd name="connsiteY1" fmla="*/ 245078 h 361950"/>
                <a:gd name="connsiteX2" fmla="*/ 26003 w 333375"/>
                <a:gd name="connsiteY2" fmla="*/ 244697 h 361950"/>
                <a:gd name="connsiteX3" fmla="*/ 26194 w 333375"/>
                <a:gd name="connsiteY3" fmla="*/ 243935 h 361950"/>
                <a:gd name="connsiteX4" fmla="*/ 26194 w 333375"/>
                <a:gd name="connsiteY4" fmla="*/ 243173 h 361950"/>
                <a:gd name="connsiteX5" fmla="*/ 26003 w 333375"/>
                <a:gd name="connsiteY5" fmla="*/ 242697 h 361950"/>
                <a:gd name="connsiteX6" fmla="*/ 25432 w 333375"/>
                <a:gd name="connsiteY6" fmla="*/ 242792 h 361950"/>
                <a:gd name="connsiteX7" fmla="*/ 25146 w 333375"/>
                <a:gd name="connsiteY7" fmla="*/ 243364 h 361950"/>
                <a:gd name="connsiteX8" fmla="*/ 24860 w 333375"/>
                <a:gd name="connsiteY8" fmla="*/ 243745 h 361950"/>
                <a:gd name="connsiteX9" fmla="*/ 24956 w 333375"/>
                <a:gd name="connsiteY9" fmla="*/ 244126 h 361950"/>
                <a:gd name="connsiteX10" fmla="*/ 24765 w 333375"/>
                <a:gd name="connsiteY10" fmla="*/ 244697 h 361950"/>
                <a:gd name="connsiteX11" fmla="*/ 24956 w 333375"/>
                <a:gd name="connsiteY11" fmla="*/ 245078 h 361950"/>
                <a:gd name="connsiteX12" fmla="*/ 25146 w 333375"/>
                <a:gd name="connsiteY12" fmla="*/ 242316 h 361950"/>
                <a:gd name="connsiteX13" fmla="*/ 25622 w 333375"/>
                <a:gd name="connsiteY13" fmla="*/ 241744 h 361950"/>
                <a:gd name="connsiteX14" fmla="*/ 25718 w 333375"/>
                <a:gd name="connsiteY14" fmla="*/ 241078 h 361950"/>
                <a:gd name="connsiteX15" fmla="*/ 25337 w 333375"/>
                <a:gd name="connsiteY15" fmla="*/ 240601 h 361950"/>
                <a:gd name="connsiteX16" fmla="*/ 24384 w 333375"/>
                <a:gd name="connsiteY16" fmla="*/ 240506 h 361950"/>
                <a:gd name="connsiteX17" fmla="*/ 23051 w 333375"/>
                <a:gd name="connsiteY17" fmla="*/ 240887 h 361950"/>
                <a:gd name="connsiteX18" fmla="*/ 22289 w 333375"/>
                <a:gd name="connsiteY18" fmla="*/ 240983 h 361950"/>
                <a:gd name="connsiteX19" fmla="*/ 22098 w 333375"/>
                <a:gd name="connsiteY19" fmla="*/ 240887 h 361950"/>
                <a:gd name="connsiteX20" fmla="*/ 21241 w 333375"/>
                <a:gd name="connsiteY20" fmla="*/ 241649 h 361950"/>
                <a:gd name="connsiteX21" fmla="*/ 20765 w 333375"/>
                <a:gd name="connsiteY21" fmla="*/ 241935 h 361950"/>
                <a:gd name="connsiteX22" fmla="*/ 20384 w 333375"/>
                <a:gd name="connsiteY22" fmla="*/ 242221 h 361950"/>
                <a:gd name="connsiteX23" fmla="*/ 20288 w 333375"/>
                <a:gd name="connsiteY23" fmla="*/ 242697 h 361950"/>
                <a:gd name="connsiteX24" fmla="*/ 20479 w 333375"/>
                <a:gd name="connsiteY24" fmla="*/ 242792 h 361950"/>
                <a:gd name="connsiteX25" fmla="*/ 20669 w 333375"/>
                <a:gd name="connsiteY25" fmla="*/ 242602 h 361950"/>
                <a:gd name="connsiteX26" fmla="*/ 22860 w 333375"/>
                <a:gd name="connsiteY26" fmla="*/ 241935 h 361950"/>
                <a:gd name="connsiteX27" fmla="*/ 23717 w 333375"/>
                <a:gd name="connsiteY27" fmla="*/ 242602 h 361950"/>
                <a:gd name="connsiteX28" fmla="*/ 24479 w 333375"/>
                <a:gd name="connsiteY28" fmla="*/ 242602 h 361950"/>
                <a:gd name="connsiteX29" fmla="*/ 25146 w 333375"/>
                <a:gd name="connsiteY29" fmla="*/ 242316 h 361950"/>
                <a:gd name="connsiteX30" fmla="*/ 21336 w 333375"/>
                <a:gd name="connsiteY30" fmla="*/ 248888 h 361950"/>
                <a:gd name="connsiteX31" fmla="*/ 21336 w 333375"/>
                <a:gd name="connsiteY31" fmla="*/ 248793 h 361950"/>
                <a:gd name="connsiteX32" fmla="*/ 21241 w 333375"/>
                <a:gd name="connsiteY32" fmla="*/ 248221 h 361950"/>
                <a:gd name="connsiteX33" fmla="*/ 20669 w 333375"/>
                <a:gd name="connsiteY33" fmla="*/ 248793 h 361950"/>
                <a:gd name="connsiteX34" fmla="*/ 20193 w 333375"/>
                <a:gd name="connsiteY34" fmla="*/ 248984 h 361950"/>
                <a:gd name="connsiteX35" fmla="*/ 20193 w 333375"/>
                <a:gd name="connsiteY35" fmla="*/ 249555 h 361950"/>
                <a:gd name="connsiteX36" fmla="*/ 20384 w 333375"/>
                <a:gd name="connsiteY36" fmla="*/ 250126 h 361950"/>
                <a:gd name="connsiteX37" fmla="*/ 20669 w 333375"/>
                <a:gd name="connsiteY37" fmla="*/ 250317 h 361950"/>
                <a:gd name="connsiteX38" fmla="*/ 20860 w 333375"/>
                <a:gd name="connsiteY38" fmla="*/ 250317 h 361950"/>
                <a:gd name="connsiteX39" fmla="*/ 21527 w 333375"/>
                <a:gd name="connsiteY39" fmla="*/ 249936 h 361950"/>
                <a:gd name="connsiteX40" fmla="*/ 21431 w 333375"/>
                <a:gd name="connsiteY40" fmla="*/ 249174 h 361950"/>
                <a:gd name="connsiteX41" fmla="*/ 21336 w 333375"/>
                <a:gd name="connsiteY41" fmla="*/ 248888 h 361950"/>
                <a:gd name="connsiteX42" fmla="*/ 1524 w 333375"/>
                <a:gd name="connsiteY42" fmla="*/ 224218 h 361950"/>
                <a:gd name="connsiteX43" fmla="*/ 1524 w 333375"/>
                <a:gd name="connsiteY43" fmla="*/ 224028 h 361950"/>
                <a:gd name="connsiteX44" fmla="*/ 1334 w 333375"/>
                <a:gd name="connsiteY44" fmla="*/ 223933 h 361950"/>
                <a:gd name="connsiteX45" fmla="*/ 1238 w 333375"/>
                <a:gd name="connsiteY45" fmla="*/ 223647 h 361950"/>
                <a:gd name="connsiteX46" fmla="*/ 1143 w 333375"/>
                <a:gd name="connsiteY46" fmla="*/ 223552 h 361950"/>
                <a:gd name="connsiteX47" fmla="*/ 1048 w 333375"/>
                <a:gd name="connsiteY47" fmla="*/ 223456 h 361950"/>
                <a:gd name="connsiteX48" fmla="*/ 858 w 333375"/>
                <a:gd name="connsiteY48" fmla="*/ 223456 h 361950"/>
                <a:gd name="connsiteX49" fmla="*/ 667 w 333375"/>
                <a:gd name="connsiteY49" fmla="*/ 223552 h 361950"/>
                <a:gd name="connsiteX50" fmla="*/ 572 w 333375"/>
                <a:gd name="connsiteY50" fmla="*/ 223647 h 361950"/>
                <a:gd name="connsiteX51" fmla="*/ 667 w 333375"/>
                <a:gd name="connsiteY51" fmla="*/ 223838 h 361950"/>
                <a:gd name="connsiteX52" fmla="*/ 476 w 333375"/>
                <a:gd name="connsiteY52" fmla="*/ 223933 h 361950"/>
                <a:gd name="connsiteX53" fmla="*/ 381 w 333375"/>
                <a:gd name="connsiteY53" fmla="*/ 223933 h 361950"/>
                <a:gd name="connsiteX54" fmla="*/ 476 w 333375"/>
                <a:gd name="connsiteY54" fmla="*/ 224218 h 361950"/>
                <a:gd name="connsiteX55" fmla="*/ 191 w 333375"/>
                <a:gd name="connsiteY55" fmla="*/ 224504 h 361950"/>
                <a:gd name="connsiteX56" fmla="*/ 95 w 333375"/>
                <a:gd name="connsiteY56" fmla="*/ 224695 h 361950"/>
                <a:gd name="connsiteX57" fmla="*/ 0 w 333375"/>
                <a:gd name="connsiteY57" fmla="*/ 224980 h 361950"/>
                <a:gd name="connsiteX58" fmla="*/ 0 w 333375"/>
                <a:gd name="connsiteY58" fmla="*/ 225266 h 361950"/>
                <a:gd name="connsiteX59" fmla="*/ 0 w 333375"/>
                <a:gd name="connsiteY59" fmla="*/ 225266 h 361950"/>
                <a:gd name="connsiteX60" fmla="*/ 191 w 333375"/>
                <a:gd name="connsiteY60" fmla="*/ 225266 h 361950"/>
                <a:gd name="connsiteX61" fmla="*/ 476 w 333375"/>
                <a:gd name="connsiteY61" fmla="*/ 225362 h 361950"/>
                <a:gd name="connsiteX62" fmla="*/ 572 w 333375"/>
                <a:gd name="connsiteY62" fmla="*/ 225552 h 361950"/>
                <a:gd name="connsiteX63" fmla="*/ 762 w 333375"/>
                <a:gd name="connsiteY63" fmla="*/ 225552 h 361950"/>
                <a:gd name="connsiteX64" fmla="*/ 858 w 333375"/>
                <a:gd name="connsiteY64" fmla="*/ 225362 h 361950"/>
                <a:gd name="connsiteX65" fmla="*/ 1048 w 333375"/>
                <a:gd name="connsiteY65" fmla="*/ 225076 h 361950"/>
                <a:gd name="connsiteX66" fmla="*/ 1334 w 333375"/>
                <a:gd name="connsiteY66" fmla="*/ 225076 h 361950"/>
                <a:gd name="connsiteX67" fmla="*/ 1429 w 333375"/>
                <a:gd name="connsiteY67" fmla="*/ 224885 h 361950"/>
                <a:gd name="connsiteX68" fmla="*/ 1619 w 333375"/>
                <a:gd name="connsiteY68" fmla="*/ 224790 h 361950"/>
                <a:gd name="connsiteX69" fmla="*/ 1715 w 333375"/>
                <a:gd name="connsiteY69" fmla="*/ 224600 h 361950"/>
                <a:gd name="connsiteX70" fmla="*/ 1715 w 333375"/>
                <a:gd name="connsiteY70" fmla="*/ 224409 h 361950"/>
                <a:gd name="connsiteX71" fmla="*/ 1524 w 333375"/>
                <a:gd name="connsiteY71" fmla="*/ 224409 h 361950"/>
                <a:gd name="connsiteX72" fmla="*/ 1524 w 333375"/>
                <a:gd name="connsiteY72" fmla="*/ 224218 h 361950"/>
                <a:gd name="connsiteX73" fmla="*/ 43244 w 333375"/>
                <a:gd name="connsiteY73" fmla="*/ 357092 h 361950"/>
                <a:gd name="connsiteX74" fmla="*/ 43148 w 333375"/>
                <a:gd name="connsiteY74" fmla="*/ 357473 h 361950"/>
                <a:gd name="connsiteX75" fmla="*/ 43244 w 333375"/>
                <a:gd name="connsiteY75" fmla="*/ 357759 h 361950"/>
                <a:gd name="connsiteX76" fmla="*/ 43244 w 333375"/>
                <a:gd name="connsiteY76" fmla="*/ 357854 h 361950"/>
                <a:gd name="connsiteX77" fmla="*/ 43244 w 333375"/>
                <a:gd name="connsiteY77" fmla="*/ 358140 h 361950"/>
                <a:gd name="connsiteX78" fmla="*/ 43053 w 333375"/>
                <a:gd name="connsiteY78" fmla="*/ 358235 h 361950"/>
                <a:gd name="connsiteX79" fmla="*/ 42672 w 333375"/>
                <a:gd name="connsiteY79" fmla="*/ 358045 h 361950"/>
                <a:gd name="connsiteX80" fmla="*/ 42291 w 333375"/>
                <a:gd name="connsiteY80" fmla="*/ 357950 h 361950"/>
                <a:gd name="connsiteX81" fmla="*/ 42005 w 333375"/>
                <a:gd name="connsiteY81" fmla="*/ 358140 h 361950"/>
                <a:gd name="connsiteX82" fmla="*/ 41815 w 333375"/>
                <a:gd name="connsiteY82" fmla="*/ 358426 h 361950"/>
                <a:gd name="connsiteX83" fmla="*/ 41529 w 333375"/>
                <a:gd name="connsiteY83" fmla="*/ 358616 h 361950"/>
                <a:gd name="connsiteX84" fmla="*/ 41529 w 333375"/>
                <a:gd name="connsiteY84" fmla="*/ 358902 h 361950"/>
                <a:gd name="connsiteX85" fmla="*/ 41910 w 333375"/>
                <a:gd name="connsiteY85" fmla="*/ 359092 h 361950"/>
                <a:gd name="connsiteX86" fmla="*/ 42482 w 333375"/>
                <a:gd name="connsiteY86" fmla="*/ 359092 h 361950"/>
                <a:gd name="connsiteX87" fmla="*/ 42958 w 333375"/>
                <a:gd name="connsiteY87" fmla="*/ 358902 h 361950"/>
                <a:gd name="connsiteX88" fmla="*/ 43529 w 333375"/>
                <a:gd name="connsiteY88" fmla="*/ 358330 h 361950"/>
                <a:gd name="connsiteX89" fmla="*/ 43720 w 333375"/>
                <a:gd name="connsiteY89" fmla="*/ 358330 h 361950"/>
                <a:gd name="connsiteX90" fmla="*/ 43815 w 333375"/>
                <a:gd name="connsiteY90" fmla="*/ 358330 h 361950"/>
                <a:gd name="connsiteX91" fmla="*/ 44006 w 333375"/>
                <a:gd name="connsiteY91" fmla="*/ 357854 h 361950"/>
                <a:gd name="connsiteX92" fmla="*/ 43815 w 333375"/>
                <a:gd name="connsiteY92" fmla="*/ 357188 h 361950"/>
                <a:gd name="connsiteX93" fmla="*/ 43244 w 333375"/>
                <a:gd name="connsiteY93" fmla="*/ 357092 h 361950"/>
                <a:gd name="connsiteX94" fmla="*/ 51530 w 333375"/>
                <a:gd name="connsiteY94" fmla="*/ 358235 h 361950"/>
                <a:gd name="connsiteX95" fmla="*/ 51245 w 333375"/>
                <a:gd name="connsiteY95" fmla="*/ 358235 h 361950"/>
                <a:gd name="connsiteX96" fmla="*/ 50292 w 333375"/>
                <a:gd name="connsiteY96" fmla="*/ 358616 h 361950"/>
                <a:gd name="connsiteX97" fmla="*/ 49244 w 333375"/>
                <a:gd name="connsiteY97" fmla="*/ 359378 h 361950"/>
                <a:gd name="connsiteX98" fmla="*/ 48959 w 333375"/>
                <a:gd name="connsiteY98" fmla="*/ 359569 h 361950"/>
                <a:gd name="connsiteX99" fmla="*/ 49054 w 333375"/>
                <a:gd name="connsiteY99" fmla="*/ 359950 h 361950"/>
                <a:gd name="connsiteX100" fmla="*/ 49340 w 333375"/>
                <a:gd name="connsiteY100" fmla="*/ 360521 h 361950"/>
                <a:gd name="connsiteX101" fmla="*/ 49816 w 333375"/>
                <a:gd name="connsiteY101" fmla="*/ 360426 h 361950"/>
                <a:gd name="connsiteX102" fmla="*/ 50578 w 333375"/>
                <a:gd name="connsiteY102" fmla="*/ 359759 h 361950"/>
                <a:gd name="connsiteX103" fmla="*/ 51245 w 333375"/>
                <a:gd name="connsiteY103" fmla="*/ 358997 h 361950"/>
                <a:gd name="connsiteX104" fmla="*/ 51530 w 333375"/>
                <a:gd name="connsiteY104" fmla="*/ 358902 h 361950"/>
                <a:gd name="connsiteX105" fmla="*/ 51626 w 333375"/>
                <a:gd name="connsiteY105" fmla="*/ 358807 h 361950"/>
                <a:gd name="connsiteX106" fmla="*/ 51530 w 333375"/>
                <a:gd name="connsiteY106" fmla="*/ 358521 h 361950"/>
                <a:gd name="connsiteX107" fmla="*/ 51530 w 333375"/>
                <a:gd name="connsiteY107" fmla="*/ 358235 h 361950"/>
                <a:gd name="connsiteX108" fmla="*/ 30575 w 333375"/>
                <a:gd name="connsiteY108" fmla="*/ 311658 h 361950"/>
                <a:gd name="connsiteX109" fmla="*/ 31052 w 333375"/>
                <a:gd name="connsiteY109" fmla="*/ 312230 h 361950"/>
                <a:gd name="connsiteX110" fmla="*/ 32195 w 333375"/>
                <a:gd name="connsiteY110" fmla="*/ 311277 h 361950"/>
                <a:gd name="connsiteX111" fmla="*/ 33147 w 333375"/>
                <a:gd name="connsiteY111" fmla="*/ 312039 h 361950"/>
                <a:gd name="connsiteX112" fmla="*/ 34195 w 333375"/>
                <a:gd name="connsiteY112" fmla="*/ 312515 h 361950"/>
                <a:gd name="connsiteX113" fmla="*/ 36481 w 333375"/>
                <a:gd name="connsiteY113" fmla="*/ 313182 h 361950"/>
                <a:gd name="connsiteX114" fmla="*/ 36291 w 333375"/>
                <a:gd name="connsiteY114" fmla="*/ 312420 h 361950"/>
                <a:gd name="connsiteX115" fmla="*/ 35433 w 333375"/>
                <a:gd name="connsiteY115" fmla="*/ 310896 h 361950"/>
                <a:gd name="connsiteX116" fmla="*/ 35147 w 333375"/>
                <a:gd name="connsiteY116" fmla="*/ 310420 h 361950"/>
                <a:gd name="connsiteX117" fmla="*/ 34576 w 333375"/>
                <a:gd name="connsiteY117" fmla="*/ 310039 h 361950"/>
                <a:gd name="connsiteX118" fmla="*/ 33719 w 333375"/>
                <a:gd name="connsiteY118" fmla="*/ 309753 h 361950"/>
                <a:gd name="connsiteX119" fmla="*/ 33433 w 333375"/>
                <a:gd name="connsiteY119" fmla="*/ 309086 h 361950"/>
                <a:gd name="connsiteX120" fmla="*/ 32766 w 333375"/>
                <a:gd name="connsiteY120" fmla="*/ 309277 h 361950"/>
                <a:gd name="connsiteX121" fmla="*/ 30766 w 333375"/>
                <a:gd name="connsiteY121" fmla="*/ 310515 h 361950"/>
                <a:gd name="connsiteX122" fmla="*/ 30575 w 333375"/>
                <a:gd name="connsiteY122" fmla="*/ 311658 h 361950"/>
                <a:gd name="connsiteX123" fmla="*/ 33052 w 333375"/>
                <a:gd name="connsiteY123" fmla="*/ 243935 h 361950"/>
                <a:gd name="connsiteX124" fmla="*/ 32099 w 333375"/>
                <a:gd name="connsiteY124" fmla="*/ 245650 h 361950"/>
                <a:gd name="connsiteX125" fmla="*/ 33338 w 333375"/>
                <a:gd name="connsiteY125" fmla="*/ 244983 h 361950"/>
                <a:gd name="connsiteX126" fmla="*/ 34385 w 333375"/>
                <a:gd name="connsiteY126" fmla="*/ 244792 h 361950"/>
                <a:gd name="connsiteX127" fmla="*/ 35528 w 333375"/>
                <a:gd name="connsiteY127" fmla="*/ 243459 h 361950"/>
                <a:gd name="connsiteX128" fmla="*/ 37052 w 333375"/>
                <a:gd name="connsiteY128" fmla="*/ 242506 h 361950"/>
                <a:gd name="connsiteX129" fmla="*/ 38195 w 333375"/>
                <a:gd name="connsiteY129" fmla="*/ 241840 h 361950"/>
                <a:gd name="connsiteX130" fmla="*/ 37529 w 333375"/>
                <a:gd name="connsiteY130" fmla="*/ 240316 h 361950"/>
                <a:gd name="connsiteX131" fmla="*/ 36957 w 333375"/>
                <a:gd name="connsiteY131" fmla="*/ 238887 h 361950"/>
                <a:gd name="connsiteX132" fmla="*/ 37624 w 333375"/>
                <a:gd name="connsiteY132" fmla="*/ 238601 h 361950"/>
                <a:gd name="connsiteX133" fmla="*/ 37910 w 333375"/>
                <a:gd name="connsiteY133" fmla="*/ 238125 h 361950"/>
                <a:gd name="connsiteX134" fmla="*/ 36481 w 333375"/>
                <a:gd name="connsiteY134" fmla="*/ 237458 h 361950"/>
                <a:gd name="connsiteX135" fmla="*/ 35528 w 333375"/>
                <a:gd name="connsiteY135" fmla="*/ 237554 h 361950"/>
                <a:gd name="connsiteX136" fmla="*/ 35624 w 333375"/>
                <a:gd name="connsiteY136" fmla="*/ 238125 h 361950"/>
                <a:gd name="connsiteX137" fmla="*/ 34957 w 333375"/>
                <a:gd name="connsiteY137" fmla="*/ 238696 h 361950"/>
                <a:gd name="connsiteX138" fmla="*/ 34957 w 333375"/>
                <a:gd name="connsiteY138" fmla="*/ 239649 h 361950"/>
                <a:gd name="connsiteX139" fmla="*/ 34100 w 333375"/>
                <a:gd name="connsiteY139" fmla="*/ 240125 h 361950"/>
                <a:gd name="connsiteX140" fmla="*/ 34100 w 333375"/>
                <a:gd name="connsiteY140" fmla="*/ 241268 h 361950"/>
                <a:gd name="connsiteX141" fmla="*/ 34385 w 333375"/>
                <a:gd name="connsiteY141" fmla="*/ 241459 h 361950"/>
                <a:gd name="connsiteX142" fmla="*/ 34290 w 333375"/>
                <a:gd name="connsiteY142" fmla="*/ 241744 h 361950"/>
                <a:gd name="connsiteX143" fmla="*/ 34290 w 333375"/>
                <a:gd name="connsiteY143" fmla="*/ 242030 h 361950"/>
                <a:gd name="connsiteX144" fmla="*/ 33719 w 333375"/>
                <a:gd name="connsiteY144" fmla="*/ 242125 h 361950"/>
                <a:gd name="connsiteX145" fmla="*/ 33623 w 333375"/>
                <a:gd name="connsiteY145" fmla="*/ 242411 h 361950"/>
                <a:gd name="connsiteX146" fmla="*/ 34385 w 333375"/>
                <a:gd name="connsiteY146" fmla="*/ 243173 h 361950"/>
                <a:gd name="connsiteX147" fmla="*/ 34004 w 333375"/>
                <a:gd name="connsiteY147" fmla="*/ 243935 h 361950"/>
                <a:gd name="connsiteX148" fmla="*/ 33052 w 333375"/>
                <a:gd name="connsiteY148" fmla="*/ 243935 h 361950"/>
                <a:gd name="connsiteX149" fmla="*/ 340519 w 333375"/>
                <a:gd name="connsiteY149" fmla="*/ 50101 h 361950"/>
                <a:gd name="connsiteX150" fmla="*/ 339947 w 333375"/>
                <a:gd name="connsiteY150" fmla="*/ 49435 h 361950"/>
                <a:gd name="connsiteX151" fmla="*/ 339852 w 333375"/>
                <a:gd name="connsiteY151" fmla="*/ 48482 h 361950"/>
                <a:gd name="connsiteX152" fmla="*/ 339852 w 333375"/>
                <a:gd name="connsiteY152" fmla="*/ 46672 h 361950"/>
                <a:gd name="connsiteX153" fmla="*/ 339662 w 333375"/>
                <a:gd name="connsiteY153" fmla="*/ 44958 h 361950"/>
                <a:gd name="connsiteX154" fmla="*/ 339090 w 333375"/>
                <a:gd name="connsiteY154" fmla="*/ 43720 h 361950"/>
                <a:gd name="connsiteX155" fmla="*/ 338233 w 333375"/>
                <a:gd name="connsiteY155" fmla="*/ 42767 h 361950"/>
                <a:gd name="connsiteX156" fmla="*/ 336995 w 333375"/>
                <a:gd name="connsiteY156" fmla="*/ 42386 h 361950"/>
                <a:gd name="connsiteX157" fmla="*/ 336042 w 333375"/>
                <a:gd name="connsiteY157" fmla="*/ 41624 h 361950"/>
                <a:gd name="connsiteX158" fmla="*/ 335375 w 333375"/>
                <a:gd name="connsiteY158" fmla="*/ 40672 h 361950"/>
                <a:gd name="connsiteX159" fmla="*/ 334518 w 333375"/>
                <a:gd name="connsiteY159" fmla="*/ 38005 h 361950"/>
                <a:gd name="connsiteX160" fmla="*/ 334328 w 333375"/>
                <a:gd name="connsiteY160" fmla="*/ 37624 h 361950"/>
                <a:gd name="connsiteX161" fmla="*/ 334042 w 333375"/>
                <a:gd name="connsiteY161" fmla="*/ 37433 h 361950"/>
                <a:gd name="connsiteX162" fmla="*/ 333851 w 333375"/>
                <a:gd name="connsiteY162" fmla="*/ 37052 h 361950"/>
                <a:gd name="connsiteX163" fmla="*/ 333756 w 333375"/>
                <a:gd name="connsiteY163" fmla="*/ 36290 h 361950"/>
                <a:gd name="connsiteX164" fmla="*/ 333661 w 333375"/>
                <a:gd name="connsiteY164" fmla="*/ 36004 h 361950"/>
                <a:gd name="connsiteX165" fmla="*/ 332994 w 333375"/>
                <a:gd name="connsiteY165" fmla="*/ 34576 h 361950"/>
                <a:gd name="connsiteX166" fmla="*/ 332708 w 333375"/>
                <a:gd name="connsiteY166" fmla="*/ 33242 h 361950"/>
                <a:gd name="connsiteX167" fmla="*/ 332423 w 333375"/>
                <a:gd name="connsiteY167" fmla="*/ 30480 h 361950"/>
                <a:gd name="connsiteX168" fmla="*/ 332232 w 333375"/>
                <a:gd name="connsiteY168" fmla="*/ 29718 h 361950"/>
                <a:gd name="connsiteX169" fmla="*/ 331470 w 333375"/>
                <a:gd name="connsiteY169" fmla="*/ 28861 h 361950"/>
                <a:gd name="connsiteX170" fmla="*/ 330518 w 333375"/>
                <a:gd name="connsiteY170" fmla="*/ 28956 h 361950"/>
                <a:gd name="connsiteX171" fmla="*/ 329660 w 333375"/>
                <a:gd name="connsiteY171" fmla="*/ 29623 h 361950"/>
                <a:gd name="connsiteX172" fmla="*/ 328994 w 333375"/>
                <a:gd name="connsiteY172" fmla="*/ 30670 h 361950"/>
                <a:gd name="connsiteX173" fmla="*/ 329851 w 333375"/>
                <a:gd name="connsiteY173" fmla="*/ 31813 h 361950"/>
                <a:gd name="connsiteX174" fmla="*/ 329660 w 333375"/>
                <a:gd name="connsiteY174" fmla="*/ 32861 h 361950"/>
                <a:gd name="connsiteX175" fmla="*/ 328898 w 333375"/>
                <a:gd name="connsiteY175" fmla="*/ 33242 h 361950"/>
                <a:gd name="connsiteX176" fmla="*/ 327755 w 333375"/>
                <a:gd name="connsiteY176" fmla="*/ 32385 h 361950"/>
                <a:gd name="connsiteX177" fmla="*/ 327470 w 333375"/>
                <a:gd name="connsiteY177" fmla="*/ 31623 h 361950"/>
                <a:gd name="connsiteX178" fmla="*/ 327660 w 333375"/>
                <a:gd name="connsiteY178" fmla="*/ 30194 h 361950"/>
                <a:gd name="connsiteX179" fmla="*/ 327565 w 333375"/>
                <a:gd name="connsiteY179" fmla="*/ 29623 h 361950"/>
                <a:gd name="connsiteX180" fmla="*/ 327184 w 333375"/>
                <a:gd name="connsiteY180" fmla="*/ 29242 h 361950"/>
                <a:gd name="connsiteX181" fmla="*/ 326803 w 333375"/>
                <a:gd name="connsiteY181" fmla="*/ 29242 h 361950"/>
                <a:gd name="connsiteX182" fmla="*/ 326327 w 333375"/>
                <a:gd name="connsiteY182" fmla="*/ 29242 h 361950"/>
                <a:gd name="connsiteX183" fmla="*/ 325755 w 333375"/>
                <a:gd name="connsiteY183" fmla="*/ 29051 h 361950"/>
                <a:gd name="connsiteX184" fmla="*/ 322136 w 333375"/>
                <a:gd name="connsiteY184" fmla="*/ 25908 h 361950"/>
                <a:gd name="connsiteX185" fmla="*/ 321755 w 333375"/>
                <a:gd name="connsiteY185" fmla="*/ 24670 h 361950"/>
                <a:gd name="connsiteX186" fmla="*/ 318897 w 333375"/>
                <a:gd name="connsiteY186" fmla="*/ 21717 h 361950"/>
                <a:gd name="connsiteX187" fmla="*/ 317850 w 333375"/>
                <a:gd name="connsiteY187" fmla="*/ 19240 h 361950"/>
                <a:gd name="connsiteX188" fmla="*/ 317850 w 333375"/>
                <a:gd name="connsiteY188" fmla="*/ 16478 h 361950"/>
                <a:gd name="connsiteX189" fmla="*/ 318611 w 333375"/>
                <a:gd name="connsiteY189" fmla="*/ 10382 h 361950"/>
                <a:gd name="connsiteX190" fmla="*/ 317659 w 333375"/>
                <a:gd name="connsiteY190" fmla="*/ 7810 h 361950"/>
                <a:gd name="connsiteX191" fmla="*/ 315278 w 333375"/>
                <a:gd name="connsiteY191" fmla="*/ 7429 h 361950"/>
                <a:gd name="connsiteX192" fmla="*/ 312516 w 333375"/>
                <a:gd name="connsiteY192" fmla="*/ 7525 h 361950"/>
                <a:gd name="connsiteX193" fmla="*/ 310325 w 333375"/>
                <a:gd name="connsiteY193" fmla="*/ 6477 h 361950"/>
                <a:gd name="connsiteX194" fmla="*/ 310991 w 333375"/>
                <a:gd name="connsiteY194" fmla="*/ 5905 h 361950"/>
                <a:gd name="connsiteX195" fmla="*/ 311563 w 333375"/>
                <a:gd name="connsiteY195" fmla="*/ 4858 h 361950"/>
                <a:gd name="connsiteX196" fmla="*/ 311944 w 333375"/>
                <a:gd name="connsiteY196" fmla="*/ 3715 h 361950"/>
                <a:gd name="connsiteX197" fmla="*/ 312134 w 333375"/>
                <a:gd name="connsiteY197" fmla="*/ 2762 h 361950"/>
                <a:gd name="connsiteX198" fmla="*/ 311468 w 333375"/>
                <a:gd name="connsiteY198" fmla="*/ 2095 h 361950"/>
                <a:gd name="connsiteX199" fmla="*/ 310039 w 333375"/>
                <a:gd name="connsiteY199" fmla="*/ 2476 h 361950"/>
                <a:gd name="connsiteX200" fmla="*/ 307562 w 333375"/>
                <a:gd name="connsiteY200" fmla="*/ 3524 h 361950"/>
                <a:gd name="connsiteX201" fmla="*/ 305467 w 333375"/>
                <a:gd name="connsiteY201" fmla="*/ 3619 h 361950"/>
                <a:gd name="connsiteX202" fmla="*/ 304800 w 333375"/>
                <a:gd name="connsiteY202" fmla="*/ 3524 h 361950"/>
                <a:gd name="connsiteX203" fmla="*/ 304038 w 333375"/>
                <a:gd name="connsiteY203" fmla="*/ 3143 h 361950"/>
                <a:gd name="connsiteX204" fmla="*/ 303562 w 333375"/>
                <a:gd name="connsiteY204" fmla="*/ 2667 h 361950"/>
                <a:gd name="connsiteX205" fmla="*/ 301943 w 333375"/>
                <a:gd name="connsiteY205" fmla="*/ 476 h 361950"/>
                <a:gd name="connsiteX206" fmla="*/ 301562 w 333375"/>
                <a:gd name="connsiteY206" fmla="*/ 95 h 361950"/>
                <a:gd name="connsiteX207" fmla="*/ 300895 w 333375"/>
                <a:gd name="connsiteY207" fmla="*/ 0 h 361950"/>
                <a:gd name="connsiteX208" fmla="*/ 300323 w 333375"/>
                <a:gd name="connsiteY208" fmla="*/ 95 h 361950"/>
                <a:gd name="connsiteX209" fmla="*/ 299371 w 333375"/>
                <a:gd name="connsiteY209" fmla="*/ 762 h 361950"/>
                <a:gd name="connsiteX210" fmla="*/ 298800 w 333375"/>
                <a:gd name="connsiteY210" fmla="*/ 1048 h 361950"/>
                <a:gd name="connsiteX211" fmla="*/ 298990 w 333375"/>
                <a:gd name="connsiteY211" fmla="*/ 1619 h 361950"/>
                <a:gd name="connsiteX212" fmla="*/ 299276 w 333375"/>
                <a:gd name="connsiteY212" fmla="*/ 2000 h 361950"/>
                <a:gd name="connsiteX213" fmla="*/ 299657 w 333375"/>
                <a:gd name="connsiteY213" fmla="*/ 2286 h 361950"/>
                <a:gd name="connsiteX214" fmla="*/ 300133 w 333375"/>
                <a:gd name="connsiteY214" fmla="*/ 2476 h 361950"/>
                <a:gd name="connsiteX215" fmla="*/ 299371 w 333375"/>
                <a:gd name="connsiteY215" fmla="*/ 2762 h 361950"/>
                <a:gd name="connsiteX216" fmla="*/ 297752 w 333375"/>
                <a:gd name="connsiteY216" fmla="*/ 2953 h 361950"/>
                <a:gd name="connsiteX217" fmla="*/ 297180 w 333375"/>
                <a:gd name="connsiteY217" fmla="*/ 3429 h 361950"/>
                <a:gd name="connsiteX218" fmla="*/ 296990 w 333375"/>
                <a:gd name="connsiteY218" fmla="*/ 4191 h 361950"/>
                <a:gd name="connsiteX219" fmla="*/ 296990 w 333375"/>
                <a:gd name="connsiteY219" fmla="*/ 5810 h 361950"/>
                <a:gd name="connsiteX220" fmla="*/ 296704 w 333375"/>
                <a:gd name="connsiteY220" fmla="*/ 6572 h 361950"/>
                <a:gd name="connsiteX221" fmla="*/ 296323 w 333375"/>
                <a:gd name="connsiteY221" fmla="*/ 7334 h 361950"/>
                <a:gd name="connsiteX222" fmla="*/ 294513 w 333375"/>
                <a:gd name="connsiteY222" fmla="*/ 12382 h 361950"/>
                <a:gd name="connsiteX223" fmla="*/ 294323 w 333375"/>
                <a:gd name="connsiteY223" fmla="*/ 14573 h 361950"/>
                <a:gd name="connsiteX224" fmla="*/ 294037 w 333375"/>
                <a:gd name="connsiteY224" fmla="*/ 15526 h 361950"/>
                <a:gd name="connsiteX225" fmla="*/ 293180 w 333375"/>
                <a:gd name="connsiteY225" fmla="*/ 17335 h 361950"/>
                <a:gd name="connsiteX226" fmla="*/ 292513 w 333375"/>
                <a:gd name="connsiteY226" fmla="*/ 18859 h 361950"/>
                <a:gd name="connsiteX227" fmla="*/ 292322 w 333375"/>
                <a:gd name="connsiteY227" fmla="*/ 19621 h 361950"/>
                <a:gd name="connsiteX228" fmla="*/ 292227 w 333375"/>
                <a:gd name="connsiteY228" fmla="*/ 20479 h 361950"/>
                <a:gd name="connsiteX229" fmla="*/ 292322 w 333375"/>
                <a:gd name="connsiteY229" fmla="*/ 21812 h 361950"/>
                <a:gd name="connsiteX230" fmla="*/ 292703 w 333375"/>
                <a:gd name="connsiteY230" fmla="*/ 22288 h 361950"/>
                <a:gd name="connsiteX231" fmla="*/ 293275 w 333375"/>
                <a:gd name="connsiteY231" fmla="*/ 22574 h 361950"/>
                <a:gd name="connsiteX232" fmla="*/ 293942 w 333375"/>
                <a:gd name="connsiteY232" fmla="*/ 23146 h 361950"/>
                <a:gd name="connsiteX233" fmla="*/ 294037 w 333375"/>
                <a:gd name="connsiteY233" fmla="*/ 23717 h 361950"/>
                <a:gd name="connsiteX234" fmla="*/ 293656 w 333375"/>
                <a:gd name="connsiteY234" fmla="*/ 24193 h 361950"/>
                <a:gd name="connsiteX235" fmla="*/ 293275 w 333375"/>
                <a:gd name="connsiteY235" fmla="*/ 24860 h 361950"/>
                <a:gd name="connsiteX236" fmla="*/ 293466 w 333375"/>
                <a:gd name="connsiteY236" fmla="*/ 25908 h 361950"/>
                <a:gd name="connsiteX237" fmla="*/ 292132 w 333375"/>
                <a:gd name="connsiteY237" fmla="*/ 26194 h 361950"/>
                <a:gd name="connsiteX238" fmla="*/ 291656 w 333375"/>
                <a:gd name="connsiteY238" fmla="*/ 27146 h 361950"/>
                <a:gd name="connsiteX239" fmla="*/ 291941 w 333375"/>
                <a:gd name="connsiteY239" fmla="*/ 28099 h 361950"/>
                <a:gd name="connsiteX240" fmla="*/ 292799 w 333375"/>
                <a:gd name="connsiteY240" fmla="*/ 28289 h 361950"/>
                <a:gd name="connsiteX241" fmla="*/ 292799 w 333375"/>
                <a:gd name="connsiteY241" fmla="*/ 28765 h 361950"/>
                <a:gd name="connsiteX242" fmla="*/ 291370 w 333375"/>
                <a:gd name="connsiteY242" fmla="*/ 30290 h 361950"/>
                <a:gd name="connsiteX243" fmla="*/ 291084 w 333375"/>
                <a:gd name="connsiteY243" fmla="*/ 32766 h 361950"/>
                <a:gd name="connsiteX244" fmla="*/ 291179 w 333375"/>
                <a:gd name="connsiteY244" fmla="*/ 35528 h 361950"/>
                <a:gd name="connsiteX245" fmla="*/ 290894 w 333375"/>
                <a:gd name="connsiteY245" fmla="*/ 38100 h 361950"/>
                <a:gd name="connsiteX246" fmla="*/ 289560 w 333375"/>
                <a:gd name="connsiteY246" fmla="*/ 40481 h 361950"/>
                <a:gd name="connsiteX247" fmla="*/ 287846 w 333375"/>
                <a:gd name="connsiteY247" fmla="*/ 40767 h 361950"/>
                <a:gd name="connsiteX248" fmla="*/ 285845 w 333375"/>
                <a:gd name="connsiteY248" fmla="*/ 40195 h 361950"/>
                <a:gd name="connsiteX249" fmla="*/ 283655 w 333375"/>
                <a:gd name="connsiteY249" fmla="*/ 40005 h 361950"/>
                <a:gd name="connsiteX250" fmla="*/ 283845 w 333375"/>
                <a:gd name="connsiteY250" fmla="*/ 40862 h 361950"/>
                <a:gd name="connsiteX251" fmla="*/ 283750 w 333375"/>
                <a:gd name="connsiteY251" fmla="*/ 41815 h 361950"/>
                <a:gd name="connsiteX252" fmla="*/ 283369 w 333375"/>
                <a:gd name="connsiteY252" fmla="*/ 42577 h 361950"/>
                <a:gd name="connsiteX253" fmla="*/ 282035 w 333375"/>
                <a:gd name="connsiteY253" fmla="*/ 43053 h 361950"/>
                <a:gd name="connsiteX254" fmla="*/ 281845 w 333375"/>
                <a:gd name="connsiteY254" fmla="*/ 43529 h 361950"/>
                <a:gd name="connsiteX255" fmla="*/ 281845 w 333375"/>
                <a:gd name="connsiteY255" fmla="*/ 44196 h 361950"/>
                <a:gd name="connsiteX256" fmla="*/ 281559 w 333375"/>
                <a:gd name="connsiteY256" fmla="*/ 44958 h 361950"/>
                <a:gd name="connsiteX257" fmla="*/ 281083 w 333375"/>
                <a:gd name="connsiteY257" fmla="*/ 45339 h 361950"/>
                <a:gd name="connsiteX258" fmla="*/ 280511 w 333375"/>
                <a:gd name="connsiteY258" fmla="*/ 45434 h 361950"/>
                <a:gd name="connsiteX259" fmla="*/ 280035 w 333375"/>
                <a:gd name="connsiteY259" fmla="*/ 45148 h 361950"/>
                <a:gd name="connsiteX260" fmla="*/ 279845 w 333375"/>
                <a:gd name="connsiteY260" fmla="*/ 44386 h 361950"/>
                <a:gd name="connsiteX261" fmla="*/ 279464 w 333375"/>
                <a:gd name="connsiteY261" fmla="*/ 43815 h 361950"/>
                <a:gd name="connsiteX262" fmla="*/ 277940 w 333375"/>
                <a:gd name="connsiteY262" fmla="*/ 42958 h 361950"/>
                <a:gd name="connsiteX263" fmla="*/ 277559 w 333375"/>
                <a:gd name="connsiteY263" fmla="*/ 42386 h 361950"/>
                <a:gd name="connsiteX264" fmla="*/ 274987 w 333375"/>
                <a:gd name="connsiteY264" fmla="*/ 40195 h 361950"/>
                <a:gd name="connsiteX265" fmla="*/ 274225 w 333375"/>
                <a:gd name="connsiteY265" fmla="*/ 40195 h 361950"/>
                <a:gd name="connsiteX266" fmla="*/ 273558 w 333375"/>
                <a:gd name="connsiteY266" fmla="*/ 40576 h 361950"/>
                <a:gd name="connsiteX267" fmla="*/ 272987 w 333375"/>
                <a:gd name="connsiteY267" fmla="*/ 40957 h 361950"/>
                <a:gd name="connsiteX268" fmla="*/ 272510 w 333375"/>
                <a:gd name="connsiteY268" fmla="*/ 41148 h 361950"/>
                <a:gd name="connsiteX269" fmla="*/ 271748 w 333375"/>
                <a:gd name="connsiteY269" fmla="*/ 40862 h 361950"/>
                <a:gd name="connsiteX270" fmla="*/ 271272 w 333375"/>
                <a:gd name="connsiteY270" fmla="*/ 40005 h 361950"/>
                <a:gd name="connsiteX271" fmla="*/ 270701 w 333375"/>
                <a:gd name="connsiteY271" fmla="*/ 39815 h 361950"/>
                <a:gd name="connsiteX272" fmla="*/ 270034 w 333375"/>
                <a:gd name="connsiteY272" fmla="*/ 40005 h 361950"/>
                <a:gd name="connsiteX273" fmla="*/ 269939 w 333375"/>
                <a:gd name="connsiteY273" fmla="*/ 40481 h 361950"/>
                <a:gd name="connsiteX274" fmla="*/ 270225 w 333375"/>
                <a:gd name="connsiteY274" fmla="*/ 41148 h 361950"/>
                <a:gd name="connsiteX275" fmla="*/ 270701 w 333375"/>
                <a:gd name="connsiteY275" fmla="*/ 41719 h 361950"/>
                <a:gd name="connsiteX276" fmla="*/ 269939 w 333375"/>
                <a:gd name="connsiteY276" fmla="*/ 42196 h 361950"/>
                <a:gd name="connsiteX277" fmla="*/ 269367 w 333375"/>
                <a:gd name="connsiteY277" fmla="*/ 41338 h 361950"/>
                <a:gd name="connsiteX278" fmla="*/ 268796 w 333375"/>
                <a:gd name="connsiteY278" fmla="*/ 41624 h 361950"/>
                <a:gd name="connsiteX279" fmla="*/ 268319 w 333375"/>
                <a:gd name="connsiteY279" fmla="*/ 42672 h 361950"/>
                <a:gd name="connsiteX280" fmla="*/ 268129 w 333375"/>
                <a:gd name="connsiteY280" fmla="*/ 43910 h 361950"/>
                <a:gd name="connsiteX281" fmla="*/ 267748 w 333375"/>
                <a:gd name="connsiteY281" fmla="*/ 44101 h 361950"/>
                <a:gd name="connsiteX282" fmla="*/ 264891 w 333375"/>
                <a:gd name="connsiteY282" fmla="*/ 44672 h 361950"/>
                <a:gd name="connsiteX283" fmla="*/ 264509 w 333375"/>
                <a:gd name="connsiteY283" fmla="*/ 44958 h 361950"/>
                <a:gd name="connsiteX284" fmla="*/ 264224 w 333375"/>
                <a:gd name="connsiteY284" fmla="*/ 45434 h 361950"/>
                <a:gd name="connsiteX285" fmla="*/ 264033 w 333375"/>
                <a:gd name="connsiteY285" fmla="*/ 46006 h 361950"/>
                <a:gd name="connsiteX286" fmla="*/ 264033 w 333375"/>
                <a:gd name="connsiteY286" fmla="*/ 46672 h 361950"/>
                <a:gd name="connsiteX287" fmla="*/ 264319 w 333375"/>
                <a:gd name="connsiteY287" fmla="*/ 46958 h 361950"/>
                <a:gd name="connsiteX288" fmla="*/ 264605 w 333375"/>
                <a:gd name="connsiteY288" fmla="*/ 47149 h 361950"/>
                <a:gd name="connsiteX289" fmla="*/ 264700 w 333375"/>
                <a:gd name="connsiteY289" fmla="*/ 47530 h 361950"/>
                <a:gd name="connsiteX290" fmla="*/ 264414 w 333375"/>
                <a:gd name="connsiteY290" fmla="*/ 48577 h 361950"/>
                <a:gd name="connsiteX291" fmla="*/ 263843 w 333375"/>
                <a:gd name="connsiteY291" fmla="*/ 48958 h 361950"/>
                <a:gd name="connsiteX292" fmla="*/ 262128 w 333375"/>
                <a:gd name="connsiteY292" fmla="*/ 48958 h 361950"/>
                <a:gd name="connsiteX293" fmla="*/ 262128 w 333375"/>
                <a:gd name="connsiteY293" fmla="*/ 49530 h 361950"/>
                <a:gd name="connsiteX294" fmla="*/ 262604 w 333375"/>
                <a:gd name="connsiteY294" fmla="*/ 49530 h 361950"/>
                <a:gd name="connsiteX295" fmla="*/ 263081 w 333375"/>
                <a:gd name="connsiteY295" fmla="*/ 49720 h 361950"/>
                <a:gd name="connsiteX296" fmla="*/ 263462 w 333375"/>
                <a:gd name="connsiteY296" fmla="*/ 50006 h 361950"/>
                <a:gd name="connsiteX297" fmla="*/ 263843 w 333375"/>
                <a:gd name="connsiteY297" fmla="*/ 50387 h 361950"/>
                <a:gd name="connsiteX298" fmla="*/ 263176 w 333375"/>
                <a:gd name="connsiteY298" fmla="*/ 50863 h 361950"/>
                <a:gd name="connsiteX299" fmla="*/ 263081 w 333375"/>
                <a:gd name="connsiteY299" fmla="*/ 51340 h 361950"/>
                <a:gd name="connsiteX300" fmla="*/ 263081 w 333375"/>
                <a:gd name="connsiteY300" fmla="*/ 51911 h 361950"/>
                <a:gd name="connsiteX301" fmla="*/ 262890 w 333375"/>
                <a:gd name="connsiteY301" fmla="*/ 52483 h 361950"/>
                <a:gd name="connsiteX302" fmla="*/ 262414 w 333375"/>
                <a:gd name="connsiteY302" fmla="*/ 52768 h 361950"/>
                <a:gd name="connsiteX303" fmla="*/ 261842 w 333375"/>
                <a:gd name="connsiteY303" fmla="*/ 52959 h 361950"/>
                <a:gd name="connsiteX304" fmla="*/ 261366 w 333375"/>
                <a:gd name="connsiteY304" fmla="*/ 53340 h 361950"/>
                <a:gd name="connsiteX305" fmla="*/ 261271 w 333375"/>
                <a:gd name="connsiteY305" fmla="*/ 54197 h 361950"/>
                <a:gd name="connsiteX306" fmla="*/ 261557 w 333375"/>
                <a:gd name="connsiteY306" fmla="*/ 54673 h 361950"/>
                <a:gd name="connsiteX307" fmla="*/ 262700 w 333375"/>
                <a:gd name="connsiteY307" fmla="*/ 54769 h 361950"/>
                <a:gd name="connsiteX308" fmla="*/ 262985 w 333375"/>
                <a:gd name="connsiteY308" fmla="*/ 55435 h 361950"/>
                <a:gd name="connsiteX309" fmla="*/ 262795 w 333375"/>
                <a:gd name="connsiteY309" fmla="*/ 55817 h 361950"/>
                <a:gd name="connsiteX310" fmla="*/ 262414 w 333375"/>
                <a:gd name="connsiteY310" fmla="*/ 56197 h 361950"/>
                <a:gd name="connsiteX311" fmla="*/ 262033 w 333375"/>
                <a:gd name="connsiteY311" fmla="*/ 56578 h 361950"/>
                <a:gd name="connsiteX312" fmla="*/ 261080 w 333375"/>
                <a:gd name="connsiteY312" fmla="*/ 57721 h 361950"/>
                <a:gd name="connsiteX313" fmla="*/ 259556 w 333375"/>
                <a:gd name="connsiteY313" fmla="*/ 59150 h 361950"/>
                <a:gd name="connsiteX314" fmla="*/ 258033 w 333375"/>
                <a:gd name="connsiteY314" fmla="*/ 60865 h 361950"/>
                <a:gd name="connsiteX315" fmla="*/ 257270 w 333375"/>
                <a:gd name="connsiteY315" fmla="*/ 61341 h 361950"/>
                <a:gd name="connsiteX316" fmla="*/ 256413 w 333375"/>
                <a:gd name="connsiteY316" fmla="*/ 61246 h 361950"/>
                <a:gd name="connsiteX317" fmla="*/ 255175 w 333375"/>
                <a:gd name="connsiteY317" fmla="*/ 60484 h 361950"/>
                <a:gd name="connsiteX318" fmla="*/ 255079 w 333375"/>
                <a:gd name="connsiteY318" fmla="*/ 61722 h 361950"/>
                <a:gd name="connsiteX319" fmla="*/ 254508 w 333375"/>
                <a:gd name="connsiteY319" fmla="*/ 62674 h 361950"/>
                <a:gd name="connsiteX320" fmla="*/ 253079 w 333375"/>
                <a:gd name="connsiteY320" fmla="*/ 64198 h 361950"/>
                <a:gd name="connsiteX321" fmla="*/ 252127 w 333375"/>
                <a:gd name="connsiteY321" fmla="*/ 64675 h 361950"/>
                <a:gd name="connsiteX322" fmla="*/ 250889 w 333375"/>
                <a:gd name="connsiteY322" fmla="*/ 64865 h 361950"/>
                <a:gd name="connsiteX323" fmla="*/ 249746 w 333375"/>
                <a:gd name="connsiteY323" fmla="*/ 65151 h 361950"/>
                <a:gd name="connsiteX324" fmla="*/ 249269 w 333375"/>
                <a:gd name="connsiteY324" fmla="*/ 66103 h 361950"/>
                <a:gd name="connsiteX325" fmla="*/ 248508 w 333375"/>
                <a:gd name="connsiteY325" fmla="*/ 68961 h 361950"/>
                <a:gd name="connsiteX326" fmla="*/ 246602 w 333375"/>
                <a:gd name="connsiteY326" fmla="*/ 69628 h 361950"/>
                <a:gd name="connsiteX327" fmla="*/ 245554 w 333375"/>
                <a:gd name="connsiteY327" fmla="*/ 69342 h 361950"/>
                <a:gd name="connsiteX328" fmla="*/ 242030 w 333375"/>
                <a:gd name="connsiteY328" fmla="*/ 68390 h 361950"/>
                <a:gd name="connsiteX329" fmla="*/ 236982 w 333375"/>
                <a:gd name="connsiteY329" fmla="*/ 68104 h 361950"/>
                <a:gd name="connsiteX330" fmla="*/ 236411 w 333375"/>
                <a:gd name="connsiteY330" fmla="*/ 69342 h 361950"/>
                <a:gd name="connsiteX331" fmla="*/ 234982 w 333375"/>
                <a:gd name="connsiteY331" fmla="*/ 69628 h 361950"/>
                <a:gd name="connsiteX332" fmla="*/ 231077 w 333375"/>
                <a:gd name="connsiteY332" fmla="*/ 69342 h 361950"/>
                <a:gd name="connsiteX333" fmla="*/ 230505 w 333375"/>
                <a:gd name="connsiteY333" fmla="*/ 69532 h 361950"/>
                <a:gd name="connsiteX334" fmla="*/ 230029 w 333375"/>
                <a:gd name="connsiteY334" fmla="*/ 70009 h 361950"/>
                <a:gd name="connsiteX335" fmla="*/ 229267 w 333375"/>
                <a:gd name="connsiteY335" fmla="*/ 71152 h 361950"/>
                <a:gd name="connsiteX336" fmla="*/ 228791 w 333375"/>
                <a:gd name="connsiteY336" fmla="*/ 71438 h 361950"/>
                <a:gd name="connsiteX337" fmla="*/ 228219 w 333375"/>
                <a:gd name="connsiteY337" fmla="*/ 71056 h 361950"/>
                <a:gd name="connsiteX338" fmla="*/ 227743 w 333375"/>
                <a:gd name="connsiteY338" fmla="*/ 70961 h 361950"/>
                <a:gd name="connsiteX339" fmla="*/ 225552 w 333375"/>
                <a:gd name="connsiteY339" fmla="*/ 71818 h 361950"/>
                <a:gd name="connsiteX340" fmla="*/ 224790 w 333375"/>
                <a:gd name="connsiteY340" fmla="*/ 71723 h 361950"/>
                <a:gd name="connsiteX341" fmla="*/ 222980 w 333375"/>
                <a:gd name="connsiteY341" fmla="*/ 70866 h 361950"/>
                <a:gd name="connsiteX342" fmla="*/ 220504 w 333375"/>
                <a:gd name="connsiteY342" fmla="*/ 70961 h 361950"/>
                <a:gd name="connsiteX343" fmla="*/ 219456 w 333375"/>
                <a:gd name="connsiteY343" fmla="*/ 70104 h 361950"/>
                <a:gd name="connsiteX344" fmla="*/ 218218 w 333375"/>
                <a:gd name="connsiteY344" fmla="*/ 69723 h 361950"/>
                <a:gd name="connsiteX345" fmla="*/ 212884 w 333375"/>
                <a:gd name="connsiteY345" fmla="*/ 69247 h 361950"/>
                <a:gd name="connsiteX346" fmla="*/ 204407 w 333375"/>
                <a:gd name="connsiteY346" fmla="*/ 71628 h 361950"/>
                <a:gd name="connsiteX347" fmla="*/ 202025 w 333375"/>
                <a:gd name="connsiteY347" fmla="*/ 71723 h 361950"/>
                <a:gd name="connsiteX348" fmla="*/ 200978 w 333375"/>
                <a:gd name="connsiteY348" fmla="*/ 72009 h 361950"/>
                <a:gd name="connsiteX349" fmla="*/ 200311 w 333375"/>
                <a:gd name="connsiteY349" fmla="*/ 72961 h 361950"/>
                <a:gd name="connsiteX350" fmla="*/ 200216 w 333375"/>
                <a:gd name="connsiteY350" fmla="*/ 74009 h 361950"/>
                <a:gd name="connsiteX351" fmla="*/ 201263 w 333375"/>
                <a:gd name="connsiteY351" fmla="*/ 80010 h 361950"/>
                <a:gd name="connsiteX352" fmla="*/ 201644 w 333375"/>
                <a:gd name="connsiteY352" fmla="*/ 81153 h 361950"/>
                <a:gd name="connsiteX353" fmla="*/ 202121 w 333375"/>
                <a:gd name="connsiteY353" fmla="*/ 82105 h 361950"/>
                <a:gd name="connsiteX354" fmla="*/ 203835 w 333375"/>
                <a:gd name="connsiteY354" fmla="*/ 82677 h 361950"/>
                <a:gd name="connsiteX355" fmla="*/ 204121 w 333375"/>
                <a:gd name="connsiteY355" fmla="*/ 84011 h 361950"/>
                <a:gd name="connsiteX356" fmla="*/ 206597 w 333375"/>
                <a:gd name="connsiteY356" fmla="*/ 88773 h 361950"/>
                <a:gd name="connsiteX357" fmla="*/ 207169 w 333375"/>
                <a:gd name="connsiteY357" fmla="*/ 90202 h 361950"/>
                <a:gd name="connsiteX358" fmla="*/ 207359 w 333375"/>
                <a:gd name="connsiteY358" fmla="*/ 91726 h 361950"/>
                <a:gd name="connsiteX359" fmla="*/ 208788 w 333375"/>
                <a:gd name="connsiteY359" fmla="*/ 93059 h 361950"/>
                <a:gd name="connsiteX360" fmla="*/ 210788 w 333375"/>
                <a:gd name="connsiteY360" fmla="*/ 94678 h 361950"/>
                <a:gd name="connsiteX361" fmla="*/ 212217 w 333375"/>
                <a:gd name="connsiteY361" fmla="*/ 95345 h 361950"/>
                <a:gd name="connsiteX362" fmla="*/ 213170 w 333375"/>
                <a:gd name="connsiteY362" fmla="*/ 96488 h 361950"/>
                <a:gd name="connsiteX363" fmla="*/ 213836 w 333375"/>
                <a:gd name="connsiteY363" fmla="*/ 97917 h 361950"/>
                <a:gd name="connsiteX364" fmla="*/ 213932 w 333375"/>
                <a:gd name="connsiteY364" fmla="*/ 99155 h 361950"/>
                <a:gd name="connsiteX365" fmla="*/ 214979 w 333375"/>
                <a:gd name="connsiteY365" fmla="*/ 100679 h 361950"/>
                <a:gd name="connsiteX366" fmla="*/ 214217 w 333375"/>
                <a:gd name="connsiteY366" fmla="*/ 103442 h 361950"/>
                <a:gd name="connsiteX367" fmla="*/ 208883 w 333375"/>
                <a:gd name="connsiteY367" fmla="*/ 113252 h 361950"/>
                <a:gd name="connsiteX368" fmla="*/ 206788 w 333375"/>
                <a:gd name="connsiteY368" fmla="*/ 115252 h 361950"/>
                <a:gd name="connsiteX369" fmla="*/ 204597 w 333375"/>
                <a:gd name="connsiteY369" fmla="*/ 115062 h 361950"/>
                <a:gd name="connsiteX370" fmla="*/ 205359 w 333375"/>
                <a:gd name="connsiteY370" fmla="*/ 114109 h 361950"/>
                <a:gd name="connsiteX371" fmla="*/ 204597 w 333375"/>
                <a:gd name="connsiteY371" fmla="*/ 113633 h 361950"/>
                <a:gd name="connsiteX372" fmla="*/ 203740 w 333375"/>
                <a:gd name="connsiteY372" fmla="*/ 114395 h 361950"/>
                <a:gd name="connsiteX373" fmla="*/ 202502 w 333375"/>
                <a:gd name="connsiteY373" fmla="*/ 114395 h 361950"/>
                <a:gd name="connsiteX374" fmla="*/ 201549 w 333375"/>
                <a:gd name="connsiteY374" fmla="*/ 113633 h 361950"/>
                <a:gd name="connsiteX375" fmla="*/ 201740 w 333375"/>
                <a:gd name="connsiteY375" fmla="*/ 112109 h 361950"/>
                <a:gd name="connsiteX376" fmla="*/ 200883 w 333375"/>
                <a:gd name="connsiteY376" fmla="*/ 112586 h 361950"/>
                <a:gd name="connsiteX377" fmla="*/ 200406 w 333375"/>
                <a:gd name="connsiteY377" fmla="*/ 112776 h 361950"/>
                <a:gd name="connsiteX378" fmla="*/ 199930 w 333375"/>
                <a:gd name="connsiteY378" fmla="*/ 112681 h 361950"/>
                <a:gd name="connsiteX379" fmla="*/ 199739 w 333375"/>
                <a:gd name="connsiteY379" fmla="*/ 111919 h 361950"/>
                <a:gd name="connsiteX380" fmla="*/ 199835 w 333375"/>
                <a:gd name="connsiteY380" fmla="*/ 110680 h 361950"/>
                <a:gd name="connsiteX381" fmla="*/ 199835 w 333375"/>
                <a:gd name="connsiteY381" fmla="*/ 109442 h 361950"/>
                <a:gd name="connsiteX382" fmla="*/ 199263 w 333375"/>
                <a:gd name="connsiteY382" fmla="*/ 108680 h 361950"/>
                <a:gd name="connsiteX383" fmla="*/ 198787 w 333375"/>
                <a:gd name="connsiteY383" fmla="*/ 109347 h 361950"/>
                <a:gd name="connsiteX384" fmla="*/ 198406 w 333375"/>
                <a:gd name="connsiteY384" fmla="*/ 109823 h 361950"/>
                <a:gd name="connsiteX385" fmla="*/ 197834 w 333375"/>
                <a:gd name="connsiteY385" fmla="*/ 110109 h 361950"/>
                <a:gd name="connsiteX386" fmla="*/ 196215 w 333375"/>
                <a:gd name="connsiteY386" fmla="*/ 108680 h 361950"/>
                <a:gd name="connsiteX387" fmla="*/ 194120 w 333375"/>
                <a:gd name="connsiteY387" fmla="*/ 108966 h 361950"/>
                <a:gd name="connsiteX388" fmla="*/ 192977 w 333375"/>
                <a:gd name="connsiteY388" fmla="*/ 109347 h 361950"/>
                <a:gd name="connsiteX389" fmla="*/ 192500 w 333375"/>
                <a:gd name="connsiteY389" fmla="*/ 109823 h 361950"/>
                <a:gd name="connsiteX390" fmla="*/ 192119 w 333375"/>
                <a:gd name="connsiteY390" fmla="*/ 110966 h 361950"/>
                <a:gd name="connsiteX391" fmla="*/ 191262 w 333375"/>
                <a:gd name="connsiteY391" fmla="*/ 111347 h 361950"/>
                <a:gd name="connsiteX392" fmla="*/ 190214 w 333375"/>
                <a:gd name="connsiteY392" fmla="*/ 111157 h 361950"/>
                <a:gd name="connsiteX393" fmla="*/ 189262 w 333375"/>
                <a:gd name="connsiteY393" fmla="*/ 110490 h 361950"/>
                <a:gd name="connsiteX394" fmla="*/ 187928 w 333375"/>
                <a:gd name="connsiteY394" fmla="*/ 110966 h 361950"/>
                <a:gd name="connsiteX395" fmla="*/ 182975 w 333375"/>
                <a:gd name="connsiteY395" fmla="*/ 110776 h 361950"/>
                <a:gd name="connsiteX396" fmla="*/ 181547 w 333375"/>
                <a:gd name="connsiteY396" fmla="*/ 110204 h 361950"/>
                <a:gd name="connsiteX397" fmla="*/ 181261 w 333375"/>
                <a:gd name="connsiteY397" fmla="*/ 110204 h 361950"/>
                <a:gd name="connsiteX398" fmla="*/ 180689 w 333375"/>
                <a:gd name="connsiteY398" fmla="*/ 111157 h 361950"/>
                <a:gd name="connsiteX399" fmla="*/ 180213 w 333375"/>
                <a:gd name="connsiteY399" fmla="*/ 111347 h 361950"/>
                <a:gd name="connsiteX400" fmla="*/ 179832 w 333375"/>
                <a:gd name="connsiteY400" fmla="*/ 111157 h 361950"/>
                <a:gd name="connsiteX401" fmla="*/ 178118 w 333375"/>
                <a:gd name="connsiteY401" fmla="*/ 109918 h 361950"/>
                <a:gd name="connsiteX402" fmla="*/ 176117 w 333375"/>
                <a:gd name="connsiteY402" fmla="*/ 109347 h 361950"/>
                <a:gd name="connsiteX403" fmla="*/ 175355 w 333375"/>
                <a:gd name="connsiteY403" fmla="*/ 108585 h 361950"/>
                <a:gd name="connsiteX404" fmla="*/ 175260 w 333375"/>
                <a:gd name="connsiteY404" fmla="*/ 107061 h 361950"/>
                <a:gd name="connsiteX405" fmla="*/ 174403 w 333375"/>
                <a:gd name="connsiteY405" fmla="*/ 107537 h 361950"/>
                <a:gd name="connsiteX406" fmla="*/ 173450 w 333375"/>
                <a:gd name="connsiteY406" fmla="*/ 107251 h 361950"/>
                <a:gd name="connsiteX407" fmla="*/ 172498 w 333375"/>
                <a:gd name="connsiteY407" fmla="*/ 106775 h 361950"/>
                <a:gd name="connsiteX408" fmla="*/ 171641 w 333375"/>
                <a:gd name="connsiteY408" fmla="*/ 106490 h 361950"/>
                <a:gd name="connsiteX409" fmla="*/ 170783 w 333375"/>
                <a:gd name="connsiteY409" fmla="*/ 106775 h 361950"/>
                <a:gd name="connsiteX410" fmla="*/ 170021 w 333375"/>
                <a:gd name="connsiteY410" fmla="*/ 107251 h 361950"/>
                <a:gd name="connsiteX411" fmla="*/ 169164 w 333375"/>
                <a:gd name="connsiteY411" fmla="*/ 107632 h 361950"/>
                <a:gd name="connsiteX412" fmla="*/ 168021 w 333375"/>
                <a:gd name="connsiteY412" fmla="*/ 107537 h 361950"/>
                <a:gd name="connsiteX413" fmla="*/ 167831 w 333375"/>
                <a:gd name="connsiteY413" fmla="*/ 107347 h 361950"/>
                <a:gd name="connsiteX414" fmla="*/ 167545 w 333375"/>
                <a:gd name="connsiteY414" fmla="*/ 107061 h 361950"/>
                <a:gd name="connsiteX415" fmla="*/ 167164 w 333375"/>
                <a:gd name="connsiteY415" fmla="*/ 106775 h 361950"/>
                <a:gd name="connsiteX416" fmla="*/ 166688 w 333375"/>
                <a:gd name="connsiteY416" fmla="*/ 106585 h 361950"/>
                <a:gd name="connsiteX417" fmla="*/ 166307 w 333375"/>
                <a:gd name="connsiteY417" fmla="*/ 106680 h 361950"/>
                <a:gd name="connsiteX418" fmla="*/ 165354 w 333375"/>
                <a:gd name="connsiteY418" fmla="*/ 107061 h 361950"/>
                <a:gd name="connsiteX419" fmla="*/ 164878 w 333375"/>
                <a:gd name="connsiteY419" fmla="*/ 107156 h 361950"/>
                <a:gd name="connsiteX420" fmla="*/ 162783 w 333375"/>
                <a:gd name="connsiteY420" fmla="*/ 106966 h 361950"/>
                <a:gd name="connsiteX421" fmla="*/ 161830 w 333375"/>
                <a:gd name="connsiteY421" fmla="*/ 106680 h 361950"/>
                <a:gd name="connsiteX422" fmla="*/ 160877 w 333375"/>
                <a:gd name="connsiteY422" fmla="*/ 106299 h 361950"/>
                <a:gd name="connsiteX423" fmla="*/ 161163 w 333375"/>
                <a:gd name="connsiteY423" fmla="*/ 106108 h 361950"/>
                <a:gd name="connsiteX424" fmla="*/ 161639 w 333375"/>
                <a:gd name="connsiteY424" fmla="*/ 105727 h 361950"/>
                <a:gd name="connsiteX425" fmla="*/ 161925 w 333375"/>
                <a:gd name="connsiteY425" fmla="*/ 105251 h 361950"/>
                <a:gd name="connsiteX426" fmla="*/ 161925 w 333375"/>
                <a:gd name="connsiteY426" fmla="*/ 104775 h 361950"/>
                <a:gd name="connsiteX427" fmla="*/ 161544 w 333375"/>
                <a:gd name="connsiteY427" fmla="*/ 104394 h 361950"/>
                <a:gd name="connsiteX428" fmla="*/ 161163 w 333375"/>
                <a:gd name="connsiteY428" fmla="*/ 104394 h 361950"/>
                <a:gd name="connsiteX429" fmla="*/ 160782 w 333375"/>
                <a:gd name="connsiteY429" fmla="*/ 104584 h 361950"/>
                <a:gd name="connsiteX430" fmla="*/ 160306 w 333375"/>
                <a:gd name="connsiteY430" fmla="*/ 104680 h 361950"/>
                <a:gd name="connsiteX431" fmla="*/ 159544 w 333375"/>
                <a:gd name="connsiteY431" fmla="*/ 104489 h 361950"/>
                <a:gd name="connsiteX432" fmla="*/ 158401 w 333375"/>
                <a:gd name="connsiteY432" fmla="*/ 103632 h 361950"/>
                <a:gd name="connsiteX433" fmla="*/ 157639 w 333375"/>
                <a:gd name="connsiteY433" fmla="*/ 103251 h 361950"/>
                <a:gd name="connsiteX434" fmla="*/ 157258 w 333375"/>
                <a:gd name="connsiteY434" fmla="*/ 103537 h 361950"/>
                <a:gd name="connsiteX435" fmla="*/ 156591 w 333375"/>
                <a:gd name="connsiteY435" fmla="*/ 104965 h 361950"/>
                <a:gd name="connsiteX436" fmla="*/ 156210 w 333375"/>
                <a:gd name="connsiteY436" fmla="*/ 105251 h 361950"/>
                <a:gd name="connsiteX437" fmla="*/ 155925 w 333375"/>
                <a:gd name="connsiteY437" fmla="*/ 105061 h 361950"/>
                <a:gd name="connsiteX438" fmla="*/ 155734 w 333375"/>
                <a:gd name="connsiteY438" fmla="*/ 104775 h 361950"/>
                <a:gd name="connsiteX439" fmla="*/ 155448 w 333375"/>
                <a:gd name="connsiteY439" fmla="*/ 104489 h 361950"/>
                <a:gd name="connsiteX440" fmla="*/ 154972 w 333375"/>
                <a:gd name="connsiteY440" fmla="*/ 104394 h 361950"/>
                <a:gd name="connsiteX441" fmla="*/ 154210 w 333375"/>
                <a:gd name="connsiteY441" fmla="*/ 104870 h 361950"/>
                <a:gd name="connsiteX442" fmla="*/ 153829 w 333375"/>
                <a:gd name="connsiteY442" fmla="*/ 104965 h 361950"/>
                <a:gd name="connsiteX443" fmla="*/ 153448 w 333375"/>
                <a:gd name="connsiteY443" fmla="*/ 104299 h 361950"/>
                <a:gd name="connsiteX444" fmla="*/ 153067 w 333375"/>
                <a:gd name="connsiteY444" fmla="*/ 104108 h 361950"/>
                <a:gd name="connsiteX445" fmla="*/ 152591 w 333375"/>
                <a:gd name="connsiteY445" fmla="*/ 104013 h 361950"/>
                <a:gd name="connsiteX446" fmla="*/ 152210 w 333375"/>
                <a:gd name="connsiteY446" fmla="*/ 103918 h 361950"/>
                <a:gd name="connsiteX447" fmla="*/ 152876 w 333375"/>
                <a:gd name="connsiteY447" fmla="*/ 102679 h 361950"/>
                <a:gd name="connsiteX448" fmla="*/ 153829 w 333375"/>
                <a:gd name="connsiteY448" fmla="*/ 101727 h 361950"/>
                <a:gd name="connsiteX449" fmla="*/ 154972 w 333375"/>
                <a:gd name="connsiteY449" fmla="*/ 101060 h 361950"/>
                <a:gd name="connsiteX450" fmla="*/ 156115 w 333375"/>
                <a:gd name="connsiteY450" fmla="*/ 100584 h 361950"/>
                <a:gd name="connsiteX451" fmla="*/ 155353 w 333375"/>
                <a:gd name="connsiteY451" fmla="*/ 99917 h 361950"/>
                <a:gd name="connsiteX452" fmla="*/ 152591 w 333375"/>
                <a:gd name="connsiteY452" fmla="*/ 98869 h 361950"/>
                <a:gd name="connsiteX453" fmla="*/ 151733 w 333375"/>
                <a:gd name="connsiteY453" fmla="*/ 98679 h 361950"/>
                <a:gd name="connsiteX454" fmla="*/ 152019 w 333375"/>
                <a:gd name="connsiteY454" fmla="*/ 98012 h 361950"/>
                <a:gd name="connsiteX455" fmla="*/ 152114 w 333375"/>
                <a:gd name="connsiteY455" fmla="*/ 97726 h 361950"/>
                <a:gd name="connsiteX456" fmla="*/ 150495 w 333375"/>
                <a:gd name="connsiteY456" fmla="*/ 97060 h 361950"/>
                <a:gd name="connsiteX457" fmla="*/ 149733 w 333375"/>
                <a:gd name="connsiteY457" fmla="*/ 96488 h 361950"/>
                <a:gd name="connsiteX458" fmla="*/ 149257 w 333375"/>
                <a:gd name="connsiteY458" fmla="*/ 95821 h 361950"/>
                <a:gd name="connsiteX459" fmla="*/ 149066 w 333375"/>
                <a:gd name="connsiteY459" fmla="*/ 94774 h 361950"/>
                <a:gd name="connsiteX460" fmla="*/ 149257 w 333375"/>
                <a:gd name="connsiteY460" fmla="*/ 94107 h 361950"/>
                <a:gd name="connsiteX461" fmla="*/ 149828 w 333375"/>
                <a:gd name="connsiteY461" fmla="*/ 93821 h 361950"/>
                <a:gd name="connsiteX462" fmla="*/ 150686 w 333375"/>
                <a:gd name="connsiteY462" fmla="*/ 93917 h 361950"/>
                <a:gd name="connsiteX463" fmla="*/ 150209 w 333375"/>
                <a:gd name="connsiteY463" fmla="*/ 93059 h 361950"/>
                <a:gd name="connsiteX464" fmla="*/ 149066 w 333375"/>
                <a:gd name="connsiteY464" fmla="*/ 91249 h 361950"/>
                <a:gd name="connsiteX465" fmla="*/ 148876 w 333375"/>
                <a:gd name="connsiteY465" fmla="*/ 90297 h 361950"/>
                <a:gd name="connsiteX466" fmla="*/ 148400 w 333375"/>
                <a:gd name="connsiteY466" fmla="*/ 90392 h 361950"/>
                <a:gd name="connsiteX467" fmla="*/ 146590 w 333375"/>
                <a:gd name="connsiteY467" fmla="*/ 88963 h 361950"/>
                <a:gd name="connsiteX468" fmla="*/ 145637 w 333375"/>
                <a:gd name="connsiteY468" fmla="*/ 88201 h 361950"/>
                <a:gd name="connsiteX469" fmla="*/ 144399 w 333375"/>
                <a:gd name="connsiteY469" fmla="*/ 87916 h 361950"/>
                <a:gd name="connsiteX470" fmla="*/ 143733 w 333375"/>
                <a:gd name="connsiteY470" fmla="*/ 87916 h 361950"/>
                <a:gd name="connsiteX471" fmla="*/ 143447 w 333375"/>
                <a:gd name="connsiteY471" fmla="*/ 87535 h 361950"/>
                <a:gd name="connsiteX472" fmla="*/ 143351 w 333375"/>
                <a:gd name="connsiteY472" fmla="*/ 86011 h 361950"/>
                <a:gd name="connsiteX473" fmla="*/ 142875 w 333375"/>
                <a:gd name="connsiteY473" fmla="*/ 85534 h 361950"/>
                <a:gd name="connsiteX474" fmla="*/ 141732 w 333375"/>
                <a:gd name="connsiteY474" fmla="*/ 85915 h 361950"/>
                <a:gd name="connsiteX475" fmla="*/ 140589 w 333375"/>
                <a:gd name="connsiteY475" fmla="*/ 86677 h 361950"/>
                <a:gd name="connsiteX476" fmla="*/ 140113 w 333375"/>
                <a:gd name="connsiteY476" fmla="*/ 87440 h 361950"/>
                <a:gd name="connsiteX477" fmla="*/ 139446 w 333375"/>
                <a:gd name="connsiteY477" fmla="*/ 89249 h 361950"/>
                <a:gd name="connsiteX478" fmla="*/ 136493 w 333375"/>
                <a:gd name="connsiteY478" fmla="*/ 90488 h 361950"/>
                <a:gd name="connsiteX479" fmla="*/ 135827 w 333375"/>
                <a:gd name="connsiteY479" fmla="*/ 92202 h 361950"/>
                <a:gd name="connsiteX480" fmla="*/ 135446 w 333375"/>
                <a:gd name="connsiteY480" fmla="*/ 92869 h 361950"/>
                <a:gd name="connsiteX481" fmla="*/ 134588 w 333375"/>
                <a:gd name="connsiteY481" fmla="*/ 92297 h 361950"/>
                <a:gd name="connsiteX482" fmla="*/ 132969 w 333375"/>
                <a:gd name="connsiteY482" fmla="*/ 90583 h 361950"/>
                <a:gd name="connsiteX483" fmla="*/ 132207 w 333375"/>
                <a:gd name="connsiteY483" fmla="*/ 90011 h 361950"/>
                <a:gd name="connsiteX484" fmla="*/ 131445 w 333375"/>
                <a:gd name="connsiteY484" fmla="*/ 89725 h 361950"/>
                <a:gd name="connsiteX485" fmla="*/ 130588 w 333375"/>
                <a:gd name="connsiteY485" fmla="*/ 89725 h 361950"/>
                <a:gd name="connsiteX486" fmla="*/ 129731 w 333375"/>
                <a:gd name="connsiteY486" fmla="*/ 90106 h 361950"/>
                <a:gd name="connsiteX487" fmla="*/ 130112 w 333375"/>
                <a:gd name="connsiteY487" fmla="*/ 90964 h 361950"/>
                <a:gd name="connsiteX488" fmla="*/ 130778 w 333375"/>
                <a:gd name="connsiteY488" fmla="*/ 91535 h 361950"/>
                <a:gd name="connsiteX489" fmla="*/ 131541 w 333375"/>
                <a:gd name="connsiteY489" fmla="*/ 92011 h 361950"/>
                <a:gd name="connsiteX490" fmla="*/ 132302 w 333375"/>
                <a:gd name="connsiteY490" fmla="*/ 92583 h 361950"/>
                <a:gd name="connsiteX491" fmla="*/ 131445 w 333375"/>
                <a:gd name="connsiteY491" fmla="*/ 93059 h 361950"/>
                <a:gd name="connsiteX492" fmla="*/ 129731 w 333375"/>
                <a:gd name="connsiteY492" fmla="*/ 94583 h 361950"/>
                <a:gd name="connsiteX493" fmla="*/ 129159 w 333375"/>
                <a:gd name="connsiteY493" fmla="*/ 94964 h 361950"/>
                <a:gd name="connsiteX494" fmla="*/ 127254 w 333375"/>
                <a:gd name="connsiteY494" fmla="*/ 94869 h 361950"/>
                <a:gd name="connsiteX495" fmla="*/ 126397 w 333375"/>
                <a:gd name="connsiteY495" fmla="*/ 95059 h 361950"/>
                <a:gd name="connsiteX496" fmla="*/ 125540 w 333375"/>
                <a:gd name="connsiteY496" fmla="*/ 96774 h 361950"/>
                <a:gd name="connsiteX497" fmla="*/ 123730 w 333375"/>
                <a:gd name="connsiteY497" fmla="*/ 98774 h 361950"/>
                <a:gd name="connsiteX498" fmla="*/ 123730 w 333375"/>
                <a:gd name="connsiteY498" fmla="*/ 99631 h 361950"/>
                <a:gd name="connsiteX499" fmla="*/ 124301 w 333375"/>
                <a:gd name="connsiteY499" fmla="*/ 100584 h 361950"/>
                <a:gd name="connsiteX500" fmla="*/ 124492 w 333375"/>
                <a:gd name="connsiteY500" fmla="*/ 101536 h 361950"/>
                <a:gd name="connsiteX501" fmla="*/ 124301 w 333375"/>
                <a:gd name="connsiteY501" fmla="*/ 102489 h 361950"/>
                <a:gd name="connsiteX502" fmla="*/ 123349 w 333375"/>
                <a:gd name="connsiteY502" fmla="*/ 104394 h 361950"/>
                <a:gd name="connsiteX503" fmla="*/ 122492 w 333375"/>
                <a:gd name="connsiteY503" fmla="*/ 107537 h 361950"/>
                <a:gd name="connsiteX504" fmla="*/ 120682 w 333375"/>
                <a:gd name="connsiteY504" fmla="*/ 110490 h 361950"/>
                <a:gd name="connsiteX505" fmla="*/ 120301 w 333375"/>
                <a:gd name="connsiteY505" fmla="*/ 111347 h 361950"/>
                <a:gd name="connsiteX506" fmla="*/ 120682 w 333375"/>
                <a:gd name="connsiteY506" fmla="*/ 113157 h 361950"/>
                <a:gd name="connsiteX507" fmla="*/ 121444 w 333375"/>
                <a:gd name="connsiteY507" fmla="*/ 115348 h 361950"/>
                <a:gd name="connsiteX508" fmla="*/ 121444 w 333375"/>
                <a:gd name="connsiteY508" fmla="*/ 117157 h 361950"/>
                <a:gd name="connsiteX509" fmla="*/ 119634 w 333375"/>
                <a:gd name="connsiteY509" fmla="*/ 117729 h 361950"/>
                <a:gd name="connsiteX510" fmla="*/ 119634 w 333375"/>
                <a:gd name="connsiteY510" fmla="*/ 117253 h 361950"/>
                <a:gd name="connsiteX511" fmla="*/ 119920 w 333375"/>
                <a:gd name="connsiteY511" fmla="*/ 117062 h 361950"/>
                <a:gd name="connsiteX512" fmla="*/ 120110 w 333375"/>
                <a:gd name="connsiteY512" fmla="*/ 116872 h 361950"/>
                <a:gd name="connsiteX513" fmla="*/ 120206 w 333375"/>
                <a:gd name="connsiteY513" fmla="*/ 116586 h 361950"/>
                <a:gd name="connsiteX514" fmla="*/ 120396 w 333375"/>
                <a:gd name="connsiteY514" fmla="*/ 116300 h 361950"/>
                <a:gd name="connsiteX515" fmla="*/ 118872 w 333375"/>
                <a:gd name="connsiteY515" fmla="*/ 116300 h 361950"/>
                <a:gd name="connsiteX516" fmla="*/ 117253 w 333375"/>
                <a:gd name="connsiteY516" fmla="*/ 117538 h 361950"/>
                <a:gd name="connsiteX517" fmla="*/ 114681 w 333375"/>
                <a:gd name="connsiteY517" fmla="*/ 120682 h 361950"/>
                <a:gd name="connsiteX518" fmla="*/ 114110 w 333375"/>
                <a:gd name="connsiteY518" fmla="*/ 121539 h 361950"/>
                <a:gd name="connsiteX519" fmla="*/ 112871 w 333375"/>
                <a:gd name="connsiteY519" fmla="*/ 124396 h 361950"/>
                <a:gd name="connsiteX520" fmla="*/ 112300 w 333375"/>
                <a:gd name="connsiteY520" fmla="*/ 125254 h 361950"/>
                <a:gd name="connsiteX521" fmla="*/ 110966 w 333375"/>
                <a:gd name="connsiteY521" fmla="*/ 126587 h 361950"/>
                <a:gd name="connsiteX522" fmla="*/ 110395 w 333375"/>
                <a:gd name="connsiteY522" fmla="*/ 127349 h 361950"/>
                <a:gd name="connsiteX523" fmla="*/ 109061 w 333375"/>
                <a:gd name="connsiteY523" fmla="*/ 130397 h 361950"/>
                <a:gd name="connsiteX524" fmla="*/ 108585 w 333375"/>
                <a:gd name="connsiteY524" fmla="*/ 131159 h 361950"/>
                <a:gd name="connsiteX525" fmla="*/ 107823 w 333375"/>
                <a:gd name="connsiteY525" fmla="*/ 131826 h 361950"/>
                <a:gd name="connsiteX526" fmla="*/ 101822 w 333375"/>
                <a:gd name="connsiteY526" fmla="*/ 135350 h 361950"/>
                <a:gd name="connsiteX527" fmla="*/ 100584 w 333375"/>
                <a:gd name="connsiteY527" fmla="*/ 136493 h 361950"/>
                <a:gd name="connsiteX528" fmla="*/ 101346 w 333375"/>
                <a:gd name="connsiteY528" fmla="*/ 137827 h 361950"/>
                <a:gd name="connsiteX529" fmla="*/ 100775 w 333375"/>
                <a:gd name="connsiteY529" fmla="*/ 138779 h 361950"/>
                <a:gd name="connsiteX530" fmla="*/ 100013 w 333375"/>
                <a:gd name="connsiteY530" fmla="*/ 139541 h 361950"/>
                <a:gd name="connsiteX531" fmla="*/ 99441 w 333375"/>
                <a:gd name="connsiteY531" fmla="*/ 140303 h 361950"/>
                <a:gd name="connsiteX532" fmla="*/ 99632 w 333375"/>
                <a:gd name="connsiteY532" fmla="*/ 141161 h 361950"/>
                <a:gd name="connsiteX533" fmla="*/ 99060 w 333375"/>
                <a:gd name="connsiteY533" fmla="*/ 141351 h 361950"/>
                <a:gd name="connsiteX534" fmla="*/ 98584 w 333375"/>
                <a:gd name="connsiteY534" fmla="*/ 141637 h 361950"/>
                <a:gd name="connsiteX535" fmla="*/ 98203 w 333375"/>
                <a:gd name="connsiteY535" fmla="*/ 142018 h 361950"/>
                <a:gd name="connsiteX536" fmla="*/ 97822 w 333375"/>
                <a:gd name="connsiteY536" fmla="*/ 142589 h 361950"/>
                <a:gd name="connsiteX537" fmla="*/ 97917 w 333375"/>
                <a:gd name="connsiteY537" fmla="*/ 143161 h 361950"/>
                <a:gd name="connsiteX538" fmla="*/ 97631 w 333375"/>
                <a:gd name="connsiteY538" fmla="*/ 144018 h 361950"/>
                <a:gd name="connsiteX539" fmla="*/ 96584 w 333375"/>
                <a:gd name="connsiteY539" fmla="*/ 145637 h 361950"/>
                <a:gd name="connsiteX540" fmla="*/ 95726 w 333375"/>
                <a:gd name="connsiteY540" fmla="*/ 146304 h 361950"/>
                <a:gd name="connsiteX541" fmla="*/ 94774 w 333375"/>
                <a:gd name="connsiteY541" fmla="*/ 146494 h 361950"/>
                <a:gd name="connsiteX542" fmla="*/ 93821 w 333375"/>
                <a:gd name="connsiteY542" fmla="*/ 146780 h 361950"/>
                <a:gd name="connsiteX543" fmla="*/ 93250 w 333375"/>
                <a:gd name="connsiteY543" fmla="*/ 147828 h 361950"/>
                <a:gd name="connsiteX544" fmla="*/ 94107 w 333375"/>
                <a:gd name="connsiteY544" fmla="*/ 147733 h 361950"/>
                <a:gd name="connsiteX545" fmla="*/ 94774 w 333375"/>
                <a:gd name="connsiteY545" fmla="*/ 147828 h 361950"/>
                <a:gd name="connsiteX546" fmla="*/ 95060 w 333375"/>
                <a:gd name="connsiteY546" fmla="*/ 148114 h 361950"/>
                <a:gd name="connsiteX547" fmla="*/ 94679 w 333375"/>
                <a:gd name="connsiteY547" fmla="*/ 148780 h 361950"/>
                <a:gd name="connsiteX548" fmla="*/ 94012 w 333375"/>
                <a:gd name="connsiteY548" fmla="*/ 149161 h 361950"/>
                <a:gd name="connsiteX549" fmla="*/ 92393 w 333375"/>
                <a:gd name="connsiteY549" fmla="*/ 149352 h 361950"/>
                <a:gd name="connsiteX550" fmla="*/ 91631 w 333375"/>
                <a:gd name="connsiteY550" fmla="*/ 149923 h 361950"/>
                <a:gd name="connsiteX551" fmla="*/ 90964 w 333375"/>
                <a:gd name="connsiteY551" fmla="*/ 150304 h 361950"/>
                <a:gd name="connsiteX552" fmla="*/ 90297 w 333375"/>
                <a:gd name="connsiteY552" fmla="*/ 149828 h 361950"/>
                <a:gd name="connsiteX553" fmla="*/ 89726 w 333375"/>
                <a:gd name="connsiteY553" fmla="*/ 149161 h 361950"/>
                <a:gd name="connsiteX554" fmla="*/ 89154 w 333375"/>
                <a:gd name="connsiteY554" fmla="*/ 148780 h 361950"/>
                <a:gd name="connsiteX555" fmla="*/ 88297 w 333375"/>
                <a:gd name="connsiteY555" fmla="*/ 148876 h 361950"/>
                <a:gd name="connsiteX556" fmla="*/ 87630 w 333375"/>
                <a:gd name="connsiteY556" fmla="*/ 149161 h 361950"/>
                <a:gd name="connsiteX557" fmla="*/ 85439 w 333375"/>
                <a:gd name="connsiteY557" fmla="*/ 150686 h 361950"/>
                <a:gd name="connsiteX558" fmla="*/ 84963 w 333375"/>
                <a:gd name="connsiteY558" fmla="*/ 150781 h 361950"/>
                <a:gd name="connsiteX559" fmla="*/ 82677 w 333375"/>
                <a:gd name="connsiteY559" fmla="*/ 149733 h 361950"/>
                <a:gd name="connsiteX560" fmla="*/ 82201 w 333375"/>
                <a:gd name="connsiteY560" fmla="*/ 149638 h 361950"/>
                <a:gd name="connsiteX561" fmla="*/ 81725 w 333375"/>
                <a:gd name="connsiteY561" fmla="*/ 149638 h 361950"/>
                <a:gd name="connsiteX562" fmla="*/ 81439 w 333375"/>
                <a:gd name="connsiteY562" fmla="*/ 149923 h 361950"/>
                <a:gd name="connsiteX563" fmla="*/ 81248 w 333375"/>
                <a:gd name="connsiteY563" fmla="*/ 150400 h 361950"/>
                <a:gd name="connsiteX564" fmla="*/ 80963 w 333375"/>
                <a:gd name="connsiteY564" fmla="*/ 150876 h 361950"/>
                <a:gd name="connsiteX565" fmla="*/ 80486 w 333375"/>
                <a:gd name="connsiteY565" fmla="*/ 151067 h 361950"/>
                <a:gd name="connsiteX566" fmla="*/ 78867 w 333375"/>
                <a:gd name="connsiteY566" fmla="*/ 151352 h 361950"/>
                <a:gd name="connsiteX567" fmla="*/ 78772 w 333375"/>
                <a:gd name="connsiteY567" fmla="*/ 151447 h 361950"/>
                <a:gd name="connsiteX568" fmla="*/ 77629 w 333375"/>
                <a:gd name="connsiteY568" fmla="*/ 152209 h 361950"/>
                <a:gd name="connsiteX569" fmla="*/ 75629 w 333375"/>
                <a:gd name="connsiteY569" fmla="*/ 154781 h 361950"/>
                <a:gd name="connsiteX570" fmla="*/ 77153 w 333375"/>
                <a:gd name="connsiteY570" fmla="*/ 156591 h 361950"/>
                <a:gd name="connsiteX571" fmla="*/ 77629 w 333375"/>
                <a:gd name="connsiteY571" fmla="*/ 157639 h 361950"/>
                <a:gd name="connsiteX572" fmla="*/ 76867 w 333375"/>
                <a:gd name="connsiteY572" fmla="*/ 158115 h 361950"/>
                <a:gd name="connsiteX573" fmla="*/ 73724 w 333375"/>
                <a:gd name="connsiteY573" fmla="*/ 158210 h 361950"/>
                <a:gd name="connsiteX574" fmla="*/ 73628 w 333375"/>
                <a:gd name="connsiteY574" fmla="*/ 158020 h 361950"/>
                <a:gd name="connsiteX575" fmla="*/ 73247 w 333375"/>
                <a:gd name="connsiteY575" fmla="*/ 157448 h 361950"/>
                <a:gd name="connsiteX576" fmla="*/ 72485 w 333375"/>
                <a:gd name="connsiteY576" fmla="*/ 156781 h 361950"/>
                <a:gd name="connsiteX577" fmla="*/ 71723 w 333375"/>
                <a:gd name="connsiteY577" fmla="*/ 156591 h 361950"/>
                <a:gd name="connsiteX578" fmla="*/ 71152 w 333375"/>
                <a:gd name="connsiteY578" fmla="*/ 157067 h 361950"/>
                <a:gd name="connsiteX579" fmla="*/ 70866 w 333375"/>
                <a:gd name="connsiteY579" fmla="*/ 158401 h 361950"/>
                <a:gd name="connsiteX580" fmla="*/ 70771 w 333375"/>
                <a:gd name="connsiteY580" fmla="*/ 159925 h 361950"/>
                <a:gd name="connsiteX581" fmla="*/ 70390 w 333375"/>
                <a:gd name="connsiteY581" fmla="*/ 160687 h 361950"/>
                <a:gd name="connsiteX582" fmla="*/ 69723 w 333375"/>
                <a:gd name="connsiteY582" fmla="*/ 160972 h 361950"/>
                <a:gd name="connsiteX583" fmla="*/ 67533 w 333375"/>
                <a:gd name="connsiteY583" fmla="*/ 161068 h 361950"/>
                <a:gd name="connsiteX584" fmla="*/ 66866 w 333375"/>
                <a:gd name="connsiteY584" fmla="*/ 161258 h 361950"/>
                <a:gd name="connsiteX585" fmla="*/ 66389 w 333375"/>
                <a:gd name="connsiteY585" fmla="*/ 161639 h 361950"/>
                <a:gd name="connsiteX586" fmla="*/ 65913 w 333375"/>
                <a:gd name="connsiteY586" fmla="*/ 162401 h 361950"/>
                <a:gd name="connsiteX587" fmla="*/ 65723 w 333375"/>
                <a:gd name="connsiteY587" fmla="*/ 162973 h 361950"/>
                <a:gd name="connsiteX588" fmla="*/ 65723 w 333375"/>
                <a:gd name="connsiteY588" fmla="*/ 163925 h 361950"/>
                <a:gd name="connsiteX589" fmla="*/ 65532 w 333375"/>
                <a:gd name="connsiteY589" fmla="*/ 164401 h 361950"/>
                <a:gd name="connsiteX590" fmla="*/ 65056 w 333375"/>
                <a:gd name="connsiteY590" fmla="*/ 164687 h 361950"/>
                <a:gd name="connsiteX591" fmla="*/ 64103 w 333375"/>
                <a:gd name="connsiteY591" fmla="*/ 164497 h 361950"/>
                <a:gd name="connsiteX592" fmla="*/ 63722 w 333375"/>
                <a:gd name="connsiteY592" fmla="*/ 164782 h 361950"/>
                <a:gd name="connsiteX593" fmla="*/ 63532 w 333375"/>
                <a:gd name="connsiteY593" fmla="*/ 165735 h 361950"/>
                <a:gd name="connsiteX594" fmla="*/ 63532 w 333375"/>
                <a:gd name="connsiteY594" fmla="*/ 165830 h 361950"/>
                <a:gd name="connsiteX595" fmla="*/ 63627 w 333375"/>
                <a:gd name="connsiteY595" fmla="*/ 166688 h 361950"/>
                <a:gd name="connsiteX596" fmla="*/ 63437 w 333375"/>
                <a:gd name="connsiteY596" fmla="*/ 167164 h 361950"/>
                <a:gd name="connsiteX597" fmla="*/ 62294 w 333375"/>
                <a:gd name="connsiteY597" fmla="*/ 167164 h 361950"/>
                <a:gd name="connsiteX598" fmla="*/ 62008 w 333375"/>
                <a:gd name="connsiteY598" fmla="*/ 166973 h 361950"/>
                <a:gd name="connsiteX599" fmla="*/ 61341 w 333375"/>
                <a:gd name="connsiteY599" fmla="*/ 166402 h 361950"/>
                <a:gd name="connsiteX600" fmla="*/ 60865 w 333375"/>
                <a:gd name="connsiteY600" fmla="*/ 166211 h 361950"/>
                <a:gd name="connsiteX601" fmla="*/ 60484 w 333375"/>
                <a:gd name="connsiteY601" fmla="*/ 166211 h 361950"/>
                <a:gd name="connsiteX602" fmla="*/ 59436 w 333375"/>
                <a:gd name="connsiteY602" fmla="*/ 166592 h 361950"/>
                <a:gd name="connsiteX603" fmla="*/ 58769 w 333375"/>
                <a:gd name="connsiteY603" fmla="*/ 166306 h 361950"/>
                <a:gd name="connsiteX604" fmla="*/ 58008 w 333375"/>
                <a:gd name="connsiteY604" fmla="*/ 165925 h 361950"/>
                <a:gd name="connsiteX605" fmla="*/ 57245 w 333375"/>
                <a:gd name="connsiteY605" fmla="*/ 166021 h 361950"/>
                <a:gd name="connsiteX606" fmla="*/ 56388 w 333375"/>
                <a:gd name="connsiteY606" fmla="*/ 166402 h 361950"/>
                <a:gd name="connsiteX607" fmla="*/ 56102 w 333375"/>
                <a:gd name="connsiteY607" fmla="*/ 167164 h 361950"/>
                <a:gd name="connsiteX608" fmla="*/ 55817 w 333375"/>
                <a:gd name="connsiteY608" fmla="*/ 167830 h 361950"/>
                <a:gd name="connsiteX609" fmla="*/ 55341 w 333375"/>
                <a:gd name="connsiteY609" fmla="*/ 168307 h 361950"/>
                <a:gd name="connsiteX610" fmla="*/ 54578 w 333375"/>
                <a:gd name="connsiteY610" fmla="*/ 168592 h 361950"/>
                <a:gd name="connsiteX611" fmla="*/ 53245 w 333375"/>
                <a:gd name="connsiteY611" fmla="*/ 169164 h 361950"/>
                <a:gd name="connsiteX612" fmla="*/ 51435 w 333375"/>
                <a:gd name="connsiteY612" fmla="*/ 169736 h 361950"/>
                <a:gd name="connsiteX613" fmla="*/ 49911 w 333375"/>
                <a:gd name="connsiteY613" fmla="*/ 170402 h 361950"/>
                <a:gd name="connsiteX614" fmla="*/ 48863 w 333375"/>
                <a:gd name="connsiteY614" fmla="*/ 171164 h 361950"/>
                <a:gd name="connsiteX615" fmla="*/ 47911 w 333375"/>
                <a:gd name="connsiteY615" fmla="*/ 171736 h 361950"/>
                <a:gd name="connsiteX616" fmla="*/ 46577 w 333375"/>
                <a:gd name="connsiteY616" fmla="*/ 172307 h 361950"/>
                <a:gd name="connsiteX617" fmla="*/ 45720 w 333375"/>
                <a:gd name="connsiteY617" fmla="*/ 172784 h 361950"/>
                <a:gd name="connsiteX618" fmla="*/ 44482 w 333375"/>
                <a:gd name="connsiteY618" fmla="*/ 173165 h 361950"/>
                <a:gd name="connsiteX619" fmla="*/ 43148 w 333375"/>
                <a:gd name="connsiteY619" fmla="*/ 173641 h 361950"/>
                <a:gd name="connsiteX620" fmla="*/ 42672 w 333375"/>
                <a:gd name="connsiteY620" fmla="*/ 174498 h 361950"/>
                <a:gd name="connsiteX621" fmla="*/ 42672 w 333375"/>
                <a:gd name="connsiteY621" fmla="*/ 175450 h 361950"/>
                <a:gd name="connsiteX622" fmla="*/ 43339 w 333375"/>
                <a:gd name="connsiteY622" fmla="*/ 176308 h 361950"/>
                <a:gd name="connsiteX623" fmla="*/ 43910 w 333375"/>
                <a:gd name="connsiteY623" fmla="*/ 177165 h 361950"/>
                <a:gd name="connsiteX624" fmla="*/ 44291 w 333375"/>
                <a:gd name="connsiteY624" fmla="*/ 178022 h 361950"/>
                <a:gd name="connsiteX625" fmla="*/ 44006 w 333375"/>
                <a:gd name="connsiteY625" fmla="*/ 178689 h 361950"/>
                <a:gd name="connsiteX626" fmla="*/ 43244 w 333375"/>
                <a:gd name="connsiteY626" fmla="*/ 178975 h 361950"/>
                <a:gd name="connsiteX627" fmla="*/ 42196 w 333375"/>
                <a:gd name="connsiteY627" fmla="*/ 179070 h 361950"/>
                <a:gd name="connsiteX628" fmla="*/ 41148 w 333375"/>
                <a:gd name="connsiteY628" fmla="*/ 178975 h 361950"/>
                <a:gd name="connsiteX629" fmla="*/ 39719 w 333375"/>
                <a:gd name="connsiteY629" fmla="*/ 179261 h 361950"/>
                <a:gd name="connsiteX630" fmla="*/ 38481 w 333375"/>
                <a:gd name="connsiteY630" fmla="*/ 179165 h 361950"/>
                <a:gd name="connsiteX631" fmla="*/ 38005 w 333375"/>
                <a:gd name="connsiteY631" fmla="*/ 178975 h 361950"/>
                <a:gd name="connsiteX632" fmla="*/ 37624 w 333375"/>
                <a:gd name="connsiteY632" fmla="*/ 178784 h 361950"/>
                <a:gd name="connsiteX633" fmla="*/ 37433 w 333375"/>
                <a:gd name="connsiteY633" fmla="*/ 178498 h 361950"/>
                <a:gd name="connsiteX634" fmla="*/ 36957 w 333375"/>
                <a:gd name="connsiteY634" fmla="*/ 177736 h 361950"/>
                <a:gd name="connsiteX635" fmla="*/ 36386 w 333375"/>
                <a:gd name="connsiteY635" fmla="*/ 177260 h 361950"/>
                <a:gd name="connsiteX636" fmla="*/ 36100 w 333375"/>
                <a:gd name="connsiteY636" fmla="*/ 177641 h 361950"/>
                <a:gd name="connsiteX637" fmla="*/ 35719 w 333375"/>
                <a:gd name="connsiteY637" fmla="*/ 178498 h 361950"/>
                <a:gd name="connsiteX638" fmla="*/ 33909 w 333375"/>
                <a:gd name="connsiteY638" fmla="*/ 180880 h 361950"/>
                <a:gd name="connsiteX639" fmla="*/ 31337 w 333375"/>
                <a:gd name="connsiteY639" fmla="*/ 183451 h 361950"/>
                <a:gd name="connsiteX640" fmla="*/ 30194 w 333375"/>
                <a:gd name="connsiteY640" fmla="*/ 184213 h 361950"/>
                <a:gd name="connsiteX641" fmla="*/ 28956 w 333375"/>
                <a:gd name="connsiteY641" fmla="*/ 184499 h 361950"/>
                <a:gd name="connsiteX642" fmla="*/ 28099 w 333375"/>
                <a:gd name="connsiteY642" fmla="*/ 185071 h 361950"/>
                <a:gd name="connsiteX643" fmla="*/ 27527 w 333375"/>
                <a:gd name="connsiteY643" fmla="*/ 186499 h 361950"/>
                <a:gd name="connsiteX644" fmla="*/ 27051 w 333375"/>
                <a:gd name="connsiteY644" fmla="*/ 188119 h 361950"/>
                <a:gd name="connsiteX645" fmla="*/ 26479 w 333375"/>
                <a:gd name="connsiteY645" fmla="*/ 189262 h 361950"/>
                <a:gd name="connsiteX646" fmla="*/ 25432 w 333375"/>
                <a:gd name="connsiteY646" fmla="*/ 189738 h 361950"/>
                <a:gd name="connsiteX647" fmla="*/ 22765 w 333375"/>
                <a:gd name="connsiteY647" fmla="*/ 190309 h 361950"/>
                <a:gd name="connsiteX648" fmla="*/ 21908 w 333375"/>
                <a:gd name="connsiteY648" fmla="*/ 190881 h 361950"/>
                <a:gd name="connsiteX649" fmla="*/ 21050 w 333375"/>
                <a:gd name="connsiteY649" fmla="*/ 191834 h 361950"/>
                <a:gd name="connsiteX650" fmla="*/ 18955 w 333375"/>
                <a:gd name="connsiteY650" fmla="*/ 193167 h 361950"/>
                <a:gd name="connsiteX651" fmla="*/ 18098 w 333375"/>
                <a:gd name="connsiteY651" fmla="*/ 193929 h 361950"/>
                <a:gd name="connsiteX652" fmla="*/ 17907 w 333375"/>
                <a:gd name="connsiteY652" fmla="*/ 194310 h 361950"/>
                <a:gd name="connsiteX653" fmla="*/ 17812 w 333375"/>
                <a:gd name="connsiteY653" fmla="*/ 195072 h 361950"/>
                <a:gd name="connsiteX654" fmla="*/ 17717 w 333375"/>
                <a:gd name="connsiteY654" fmla="*/ 195358 h 361950"/>
                <a:gd name="connsiteX655" fmla="*/ 17431 w 333375"/>
                <a:gd name="connsiteY655" fmla="*/ 195548 h 361950"/>
                <a:gd name="connsiteX656" fmla="*/ 16859 w 333375"/>
                <a:gd name="connsiteY656" fmla="*/ 195643 h 361950"/>
                <a:gd name="connsiteX657" fmla="*/ 16669 w 333375"/>
                <a:gd name="connsiteY657" fmla="*/ 195739 h 361950"/>
                <a:gd name="connsiteX658" fmla="*/ 9144 w 333375"/>
                <a:gd name="connsiteY658" fmla="*/ 202882 h 361950"/>
                <a:gd name="connsiteX659" fmla="*/ 8287 w 333375"/>
                <a:gd name="connsiteY659" fmla="*/ 203740 h 361950"/>
                <a:gd name="connsiteX660" fmla="*/ 8858 w 333375"/>
                <a:gd name="connsiteY660" fmla="*/ 204788 h 361950"/>
                <a:gd name="connsiteX661" fmla="*/ 9049 w 333375"/>
                <a:gd name="connsiteY661" fmla="*/ 206026 h 361950"/>
                <a:gd name="connsiteX662" fmla="*/ 9430 w 333375"/>
                <a:gd name="connsiteY662" fmla="*/ 207169 h 361950"/>
                <a:gd name="connsiteX663" fmla="*/ 10383 w 333375"/>
                <a:gd name="connsiteY663" fmla="*/ 208026 h 361950"/>
                <a:gd name="connsiteX664" fmla="*/ 11621 w 333375"/>
                <a:gd name="connsiteY664" fmla="*/ 208217 h 361950"/>
                <a:gd name="connsiteX665" fmla="*/ 14097 w 333375"/>
                <a:gd name="connsiteY665" fmla="*/ 208312 h 361950"/>
                <a:gd name="connsiteX666" fmla="*/ 15145 w 333375"/>
                <a:gd name="connsiteY666" fmla="*/ 208883 h 361950"/>
                <a:gd name="connsiteX667" fmla="*/ 13335 w 333375"/>
                <a:gd name="connsiteY667" fmla="*/ 209359 h 361950"/>
                <a:gd name="connsiteX668" fmla="*/ 11621 w 333375"/>
                <a:gd name="connsiteY668" fmla="*/ 208693 h 361950"/>
                <a:gd name="connsiteX669" fmla="*/ 10097 w 333375"/>
                <a:gd name="connsiteY669" fmla="*/ 208502 h 361950"/>
                <a:gd name="connsiteX670" fmla="*/ 8858 w 333375"/>
                <a:gd name="connsiteY670" fmla="*/ 210217 h 361950"/>
                <a:gd name="connsiteX671" fmla="*/ 8763 w 333375"/>
                <a:gd name="connsiteY671" fmla="*/ 214313 h 361950"/>
                <a:gd name="connsiteX672" fmla="*/ 8477 w 333375"/>
                <a:gd name="connsiteY672" fmla="*/ 215265 h 361950"/>
                <a:gd name="connsiteX673" fmla="*/ 7906 w 333375"/>
                <a:gd name="connsiteY673" fmla="*/ 215741 h 361950"/>
                <a:gd name="connsiteX674" fmla="*/ 7144 w 333375"/>
                <a:gd name="connsiteY674" fmla="*/ 215932 h 361950"/>
                <a:gd name="connsiteX675" fmla="*/ 6382 w 333375"/>
                <a:gd name="connsiteY675" fmla="*/ 216313 h 361950"/>
                <a:gd name="connsiteX676" fmla="*/ 5810 w 333375"/>
                <a:gd name="connsiteY676" fmla="*/ 217170 h 361950"/>
                <a:gd name="connsiteX677" fmla="*/ 6191 w 333375"/>
                <a:gd name="connsiteY677" fmla="*/ 217360 h 361950"/>
                <a:gd name="connsiteX678" fmla="*/ 6572 w 333375"/>
                <a:gd name="connsiteY678" fmla="*/ 217646 h 361950"/>
                <a:gd name="connsiteX679" fmla="*/ 6953 w 333375"/>
                <a:gd name="connsiteY679" fmla="*/ 218027 h 361950"/>
                <a:gd name="connsiteX680" fmla="*/ 7334 w 333375"/>
                <a:gd name="connsiteY680" fmla="*/ 218504 h 361950"/>
                <a:gd name="connsiteX681" fmla="*/ 8096 w 333375"/>
                <a:gd name="connsiteY681" fmla="*/ 219932 h 361950"/>
                <a:gd name="connsiteX682" fmla="*/ 9525 w 333375"/>
                <a:gd name="connsiteY682" fmla="*/ 220218 h 361950"/>
                <a:gd name="connsiteX683" fmla="*/ 9906 w 333375"/>
                <a:gd name="connsiteY683" fmla="*/ 220409 h 361950"/>
                <a:gd name="connsiteX684" fmla="*/ 10001 w 333375"/>
                <a:gd name="connsiteY684" fmla="*/ 220789 h 361950"/>
                <a:gd name="connsiteX685" fmla="*/ 10192 w 333375"/>
                <a:gd name="connsiteY685" fmla="*/ 222028 h 361950"/>
                <a:gd name="connsiteX686" fmla="*/ 10383 w 333375"/>
                <a:gd name="connsiteY686" fmla="*/ 222313 h 361950"/>
                <a:gd name="connsiteX687" fmla="*/ 10478 w 333375"/>
                <a:gd name="connsiteY687" fmla="*/ 222409 h 361950"/>
                <a:gd name="connsiteX688" fmla="*/ 10668 w 333375"/>
                <a:gd name="connsiteY688" fmla="*/ 222980 h 361950"/>
                <a:gd name="connsiteX689" fmla="*/ 10859 w 333375"/>
                <a:gd name="connsiteY689" fmla="*/ 223171 h 361950"/>
                <a:gd name="connsiteX690" fmla="*/ 11144 w 333375"/>
                <a:gd name="connsiteY690" fmla="*/ 223171 h 361950"/>
                <a:gd name="connsiteX691" fmla="*/ 11335 w 333375"/>
                <a:gd name="connsiteY691" fmla="*/ 222980 h 361950"/>
                <a:gd name="connsiteX692" fmla="*/ 11525 w 333375"/>
                <a:gd name="connsiteY692" fmla="*/ 222790 h 361950"/>
                <a:gd name="connsiteX693" fmla="*/ 11716 w 333375"/>
                <a:gd name="connsiteY693" fmla="*/ 222694 h 361950"/>
                <a:gd name="connsiteX694" fmla="*/ 16193 w 333375"/>
                <a:gd name="connsiteY694" fmla="*/ 223552 h 361950"/>
                <a:gd name="connsiteX695" fmla="*/ 18002 w 333375"/>
                <a:gd name="connsiteY695" fmla="*/ 223647 h 361950"/>
                <a:gd name="connsiteX696" fmla="*/ 18479 w 333375"/>
                <a:gd name="connsiteY696" fmla="*/ 223838 h 361950"/>
                <a:gd name="connsiteX697" fmla="*/ 18574 w 333375"/>
                <a:gd name="connsiteY697" fmla="*/ 224314 h 361950"/>
                <a:gd name="connsiteX698" fmla="*/ 18383 w 333375"/>
                <a:gd name="connsiteY698" fmla="*/ 225742 h 361950"/>
                <a:gd name="connsiteX699" fmla="*/ 18574 w 333375"/>
                <a:gd name="connsiteY699" fmla="*/ 226314 h 361950"/>
                <a:gd name="connsiteX700" fmla="*/ 19526 w 333375"/>
                <a:gd name="connsiteY700" fmla="*/ 226885 h 361950"/>
                <a:gd name="connsiteX701" fmla="*/ 19717 w 333375"/>
                <a:gd name="connsiteY701" fmla="*/ 227267 h 361950"/>
                <a:gd name="connsiteX702" fmla="*/ 19622 w 333375"/>
                <a:gd name="connsiteY702" fmla="*/ 227933 h 361950"/>
                <a:gd name="connsiteX703" fmla="*/ 19336 w 333375"/>
                <a:gd name="connsiteY703" fmla="*/ 228981 h 361950"/>
                <a:gd name="connsiteX704" fmla="*/ 19241 w 333375"/>
                <a:gd name="connsiteY704" fmla="*/ 229552 h 361950"/>
                <a:gd name="connsiteX705" fmla="*/ 19336 w 333375"/>
                <a:gd name="connsiteY705" fmla="*/ 230124 h 361950"/>
                <a:gd name="connsiteX706" fmla="*/ 19717 w 333375"/>
                <a:gd name="connsiteY706" fmla="*/ 230314 h 361950"/>
                <a:gd name="connsiteX707" fmla="*/ 20193 w 333375"/>
                <a:gd name="connsiteY707" fmla="*/ 230410 h 361950"/>
                <a:gd name="connsiteX708" fmla="*/ 20669 w 333375"/>
                <a:gd name="connsiteY708" fmla="*/ 230696 h 361950"/>
                <a:gd name="connsiteX709" fmla="*/ 20860 w 333375"/>
                <a:gd name="connsiteY709" fmla="*/ 231076 h 361950"/>
                <a:gd name="connsiteX710" fmla="*/ 21241 w 333375"/>
                <a:gd name="connsiteY710" fmla="*/ 231838 h 361950"/>
                <a:gd name="connsiteX711" fmla="*/ 21431 w 333375"/>
                <a:gd name="connsiteY711" fmla="*/ 232124 h 361950"/>
                <a:gd name="connsiteX712" fmla="*/ 21812 w 333375"/>
                <a:gd name="connsiteY712" fmla="*/ 232124 h 361950"/>
                <a:gd name="connsiteX713" fmla="*/ 22289 w 333375"/>
                <a:gd name="connsiteY713" fmla="*/ 231838 h 361950"/>
                <a:gd name="connsiteX714" fmla="*/ 22670 w 333375"/>
                <a:gd name="connsiteY714" fmla="*/ 231838 h 361950"/>
                <a:gd name="connsiteX715" fmla="*/ 22860 w 333375"/>
                <a:gd name="connsiteY715" fmla="*/ 232791 h 361950"/>
                <a:gd name="connsiteX716" fmla="*/ 22574 w 333375"/>
                <a:gd name="connsiteY716" fmla="*/ 233743 h 361950"/>
                <a:gd name="connsiteX717" fmla="*/ 21908 w 333375"/>
                <a:gd name="connsiteY717" fmla="*/ 234220 h 361950"/>
                <a:gd name="connsiteX718" fmla="*/ 21717 w 333375"/>
                <a:gd name="connsiteY718" fmla="*/ 235458 h 361950"/>
                <a:gd name="connsiteX719" fmla="*/ 20765 w 333375"/>
                <a:gd name="connsiteY719" fmla="*/ 236601 h 361950"/>
                <a:gd name="connsiteX720" fmla="*/ 21050 w 333375"/>
                <a:gd name="connsiteY720" fmla="*/ 237363 h 361950"/>
                <a:gd name="connsiteX721" fmla="*/ 21241 w 333375"/>
                <a:gd name="connsiteY721" fmla="*/ 237554 h 361950"/>
                <a:gd name="connsiteX722" fmla="*/ 21431 w 333375"/>
                <a:gd name="connsiteY722" fmla="*/ 237649 h 361950"/>
                <a:gd name="connsiteX723" fmla="*/ 21812 w 333375"/>
                <a:gd name="connsiteY723" fmla="*/ 237744 h 361950"/>
                <a:gd name="connsiteX724" fmla="*/ 21622 w 333375"/>
                <a:gd name="connsiteY724" fmla="*/ 238220 h 361950"/>
                <a:gd name="connsiteX725" fmla="*/ 21527 w 333375"/>
                <a:gd name="connsiteY725" fmla="*/ 238411 h 361950"/>
                <a:gd name="connsiteX726" fmla="*/ 21527 w 333375"/>
                <a:gd name="connsiteY726" fmla="*/ 238696 h 361950"/>
                <a:gd name="connsiteX727" fmla="*/ 22289 w 333375"/>
                <a:gd name="connsiteY727" fmla="*/ 239173 h 361950"/>
                <a:gd name="connsiteX728" fmla="*/ 22479 w 333375"/>
                <a:gd name="connsiteY728" fmla="*/ 238887 h 361950"/>
                <a:gd name="connsiteX729" fmla="*/ 22955 w 333375"/>
                <a:gd name="connsiteY729" fmla="*/ 237649 h 361950"/>
                <a:gd name="connsiteX730" fmla="*/ 24289 w 333375"/>
                <a:gd name="connsiteY730" fmla="*/ 236982 h 361950"/>
                <a:gd name="connsiteX731" fmla="*/ 25337 w 333375"/>
                <a:gd name="connsiteY731" fmla="*/ 235934 h 361950"/>
                <a:gd name="connsiteX732" fmla="*/ 26479 w 333375"/>
                <a:gd name="connsiteY732" fmla="*/ 235267 h 361950"/>
                <a:gd name="connsiteX733" fmla="*/ 27432 w 333375"/>
                <a:gd name="connsiteY733" fmla="*/ 235648 h 361950"/>
                <a:gd name="connsiteX734" fmla="*/ 27908 w 333375"/>
                <a:gd name="connsiteY734" fmla="*/ 235458 h 361950"/>
                <a:gd name="connsiteX735" fmla="*/ 27432 w 333375"/>
                <a:gd name="connsiteY735" fmla="*/ 234696 h 361950"/>
                <a:gd name="connsiteX736" fmla="*/ 27242 w 333375"/>
                <a:gd name="connsiteY736" fmla="*/ 234029 h 361950"/>
                <a:gd name="connsiteX737" fmla="*/ 27813 w 333375"/>
                <a:gd name="connsiteY737" fmla="*/ 233553 h 361950"/>
                <a:gd name="connsiteX738" fmla="*/ 28480 w 333375"/>
                <a:gd name="connsiteY738" fmla="*/ 233553 h 361950"/>
                <a:gd name="connsiteX739" fmla="*/ 28670 w 333375"/>
                <a:gd name="connsiteY739" fmla="*/ 232505 h 361950"/>
                <a:gd name="connsiteX740" fmla="*/ 28004 w 333375"/>
                <a:gd name="connsiteY740" fmla="*/ 232315 h 361950"/>
                <a:gd name="connsiteX741" fmla="*/ 28004 w 333375"/>
                <a:gd name="connsiteY741" fmla="*/ 231648 h 361950"/>
                <a:gd name="connsiteX742" fmla="*/ 28289 w 333375"/>
                <a:gd name="connsiteY742" fmla="*/ 231076 h 361950"/>
                <a:gd name="connsiteX743" fmla="*/ 28289 w 333375"/>
                <a:gd name="connsiteY743" fmla="*/ 230219 h 361950"/>
                <a:gd name="connsiteX744" fmla="*/ 28480 w 333375"/>
                <a:gd name="connsiteY744" fmla="*/ 229457 h 361950"/>
                <a:gd name="connsiteX745" fmla="*/ 28194 w 333375"/>
                <a:gd name="connsiteY745" fmla="*/ 228695 h 361950"/>
                <a:gd name="connsiteX746" fmla="*/ 27813 w 333375"/>
                <a:gd name="connsiteY746" fmla="*/ 228124 h 361950"/>
                <a:gd name="connsiteX747" fmla="*/ 27623 w 333375"/>
                <a:gd name="connsiteY747" fmla="*/ 227457 h 361950"/>
                <a:gd name="connsiteX748" fmla="*/ 27623 w 333375"/>
                <a:gd name="connsiteY748" fmla="*/ 226790 h 361950"/>
                <a:gd name="connsiteX749" fmla="*/ 27908 w 333375"/>
                <a:gd name="connsiteY749" fmla="*/ 226028 h 361950"/>
                <a:gd name="connsiteX750" fmla="*/ 28480 w 333375"/>
                <a:gd name="connsiteY750" fmla="*/ 226885 h 361950"/>
                <a:gd name="connsiteX751" fmla="*/ 28670 w 333375"/>
                <a:gd name="connsiteY751" fmla="*/ 228409 h 361950"/>
                <a:gd name="connsiteX752" fmla="*/ 29242 w 333375"/>
                <a:gd name="connsiteY752" fmla="*/ 228791 h 361950"/>
                <a:gd name="connsiteX753" fmla="*/ 30766 w 333375"/>
                <a:gd name="connsiteY753" fmla="*/ 228886 h 361950"/>
                <a:gd name="connsiteX754" fmla="*/ 30956 w 333375"/>
                <a:gd name="connsiteY754" fmla="*/ 229552 h 361950"/>
                <a:gd name="connsiteX755" fmla="*/ 31433 w 333375"/>
                <a:gd name="connsiteY755" fmla="*/ 229743 h 361950"/>
                <a:gd name="connsiteX756" fmla="*/ 32576 w 333375"/>
                <a:gd name="connsiteY756" fmla="*/ 229934 h 361950"/>
                <a:gd name="connsiteX757" fmla="*/ 33433 w 333375"/>
                <a:gd name="connsiteY757" fmla="*/ 230219 h 361950"/>
                <a:gd name="connsiteX758" fmla="*/ 34290 w 333375"/>
                <a:gd name="connsiteY758" fmla="*/ 230696 h 361950"/>
                <a:gd name="connsiteX759" fmla="*/ 35052 w 333375"/>
                <a:gd name="connsiteY759" fmla="*/ 231362 h 361950"/>
                <a:gd name="connsiteX760" fmla="*/ 35624 w 333375"/>
                <a:gd name="connsiteY760" fmla="*/ 232219 h 361950"/>
                <a:gd name="connsiteX761" fmla="*/ 36100 w 333375"/>
                <a:gd name="connsiteY761" fmla="*/ 234220 h 361950"/>
                <a:gd name="connsiteX762" fmla="*/ 36671 w 333375"/>
                <a:gd name="connsiteY762" fmla="*/ 234601 h 361950"/>
                <a:gd name="connsiteX763" fmla="*/ 37338 w 333375"/>
                <a:gd name="connsiteY763" fmla="*/ 234791 h 361950"/>
                <a:gd name="connsiteX764" fmla="*/ 37910 w 333375"/>
                <a:gd name="connsiteY764" fmla="*/ 235267 h 361950"/>
                <a:gd name="connsiteX765" fmla="*/ 38386 w 333375"/>
                <a:gd name="connsiteY765" fmla="*/ 234125 h 361950"/>
                <a:gd name="connsiteX766" fmla="*/ 38958 w 333375"/>
                <a:gd name="connsiteY766" fmla="*/ 234220 h 361950"/>
                <a:gd name="connsiteX767" fmla="*/ 40481 w 333375"/>
                <a:gd name="connsiteY767" fmla="*/ 235744 h 361950"/>
                <a:gd name="connsiteX768" fmla="*/ 40958 w 333375"/>
                <a:gd name="connsiteY768" fmla="*/ 235839 h 361950"/>
                <a:gd name="connsiteX769" fmla="*/ 41434 w 333375"/>
                <a:gd name="connsiteY769" fmla="*/ 235839 h 361950"/>
                <a:gd name="connsiteX770" fmla="*/ 41815 w 333375"/>
                <a:gd name="connsiteY770" fmla="*/ 235934 h 361950"/>
                <a:gd name="connsiteX771" fmla="*/ 42005 w 333375"/>
                <a:gd name="connsiteY771" fmla="*/ 236410 h 361950"/>
                <a:gd name="connsiteX772" fmla="*/ 42291 w 333375"/>
                <a:gd name="connsiteY772" fmla="*/ 236696 h 361950"/>
                <a:gd name="connsiteX773" fmla="*/ 43434 w 333375"/>
                <a:gd name="connsiteY773" fmla="*/ 237744 h 361950"/>
                <a:gd name="connsiteX774" fmla="*/ 43815 w 333375"/>
                <a:gd name="connsiteY774" fmla="*/ 238030 h 361950"/>
                <a:gd name="connsiteX775" fmla="*/ 44482 w 333375"/>
                <a:gd name="connsiteY775" fmla="*/ 238220 h 361950"/>
                <a:gd name="connsiteX776" fmla="*/ 44958 w 333375"/>
                <a:gd name="connsiteY776" fmla="*/ 238220 h 361950"/>
                <a:gd name="connsiteX777" fmla="*/ 45816 w 333375"/>
                <a:gd name="connsiteY777" fmla="*/ 238030 h 361950"/>
                <a:gd name="connsiteX778" fmla="*/ 46482 w 333375"/>
                <a:gd name="connsiteY778" fmla="*/ 238125 h 361950"/>
                <a:gd name="connsiteX779" fmla="*/ 46673 w 333375"/>
                <a:gd name="connsiteY779" fmla="*/ 238411 h 361950"/>
                <a:gd name="connsiteX780" fmla="*/ 46768 w 333375"/>
                <a:gd name="connsiteY780" fmla="*/ 238792 h 361950"/>
                <a:gd name="connsiteX781" fmla="*/ 47054 w 333375"/>
                <a:gd name="connsiteY781" fmla="*/ 239363 h 361950"/>
                <a:gd name="connsiteX782" fmla="*/ 47244 w 333375"/>
                <a:gd name="connsiteY782" fmla="*/ 239839 h 361950"/>
                <a:gd name="connsiteX783" fmla="*/ 47244 w 333375"/>
                <a:gd name="connsiteY783" fmla="*/ 240316 h 361950"/>
                <a:gd name="connsiteX784" fmla="*/ 47339 w 333375"/>
                <a:gd name="connsiteY784" fmla="*/ 240697 h 361950"/>
                <a:gd name="connsiteX785" fmla="*/ 47816 w 333375"/>
                <a:gd name="connsiteY785" fmla="*/ 240792 h 361950"/>
                <a:gd name="connsiteX786" fmla="*/ 50197 w 333375"/>
                <a:gd name="connsiteY786" fmla="*/ 240792 h 361950"/>
                <a:gd name="connsiteX787" fmla="*/ 50006 w 333375"/>
                <a:gd name="connsiteY787" fmla="*/ 240411 h 361950"/>
                <a:gd name="connsiteX788" fmla="*/ 49625 w 333375"/>
                <a:gd name="connsiteY788" fmla="*/ 239363 h 361950"/>
                <a:gd name="connsiteX789" fmla="*/ 49435 w 333375"/>
                <a:gd name="connsiteY789" fmla="*/ 238982 h 361950"/>
                <a:gd name="connsiteX790" fmla="*/ 52959 w 333375"/>
                <a:gd name="connsiteY790" fmla="*/ 238982 h 361950"/>
                <a:gd name="connsiteX791" fmla="*/ 52197 w 333375"/>
                <a:gd name="connsiteY791" fmla="*/ 240221 h 361950"/>
                <a:gd name="connsiteX792" fmla="*/ 52673 w 333375"/>
                <a:gd name="connsiteY792" fmla="*/ 240697 h 361950"/>
                <a:gd name="connsiteX793" fmla="*/ 53626 w 333375"/>
                <a:gd name="connsiteY793" fmla="*/ 240983 h 361950"/>
                <a:gd name="connsiteX794" fmla="*/ 54102 w 333375"/>
                <a:gd name="connsiteY794" fmla="*/ 241649 h 361950"/>
                <a:gd name="connsiteX795" fmla="*/ 54293 w 333375"/>
                <a:gd name="connsiteY795" fmla="*/ 241840 h 361950"/>
                <a:gd name="connsiteX796" fmla="*/ 55721 w 333375"/>
                <a:gd name="connsiteY796" fmla="*/ 243554 h 361950"/>
                <a:gd name="connsiteX797" fmla="*/ 56198 w 333375"/>
                <a:gd name="connsiteY797" fmla="*/ 243840 h 361950"/>
                <a:gd name="connsiteX798" fmla="*/ 56674 w 333375"/>
                <a:gd name="connsiteY798" fmla="*/ 243745 h 361950"/>
                <a:gd name="connsiteX799" fmla="*/ 57150 w 333375"/>
                <a:gd name="connsiteY799" fmla="*/ 243459 h 361950"/>
                <a:gd name="connsiteX800" fmla="*/ 58293 w 333375"/>
                <a:gd name="connsiteY800" fmla="*/ 243078 h 361950"/>
                <a:gd name="connsiteX801" fmla="*/ 63818 w 333375"/>
                <a:gd name="connsiteY801" fmla="*/ 240221 h 361950"/>
                <a:gd name="connsiteX802" fmla="*/ 64579 w 333375"/>
                <a:gd name="connsiteY802" fmla="*/ 239649 h 361950"/>
                <a:gd name="connsiteX803" fmla="*/ 64961 w 333375"/>
                <a:gd name="connsiteY803" fmla="*/ 240506 h 361950"/>
                <a:gd name="connsiteX804" fmla="*/ 64866 w 333375"/>
                <a:gd name="connsiteY804" fmla="*/ 241459 h 361950"/>
                <a:gd name="connsiteX805" fmla="*/ 64389 w 333375"/>
                <a:gd name="connsiteY805" fmla="*/ 242125 h 361950"/>
                <a:gd name="connsiteX806" fmla="*/ 62865 w 333375"/>
                <a:gd name="connsiteY806" fmla="*/ 242697 h 361950"/>
                <a:gd name="connsiteX807" fmla="*/ 62484 w 333375"/>
                <a:gd name="connsiteY807" fmla="*/ 243459 h 361950"/>
                <a:gd name="connsiteX808" fmla="*/ 62294 w 333375"/>
                <a:gd name="connsiteY808" fmla="*/ 244412 h 361950"/>
                <a:gd name="connsiteX809" fmla="*/ 62008 w 333375"/>
                <a:gd name="connsiteY809" fmla="*/ 245269 h 361950"/>
                <a:gd name="connsiteX810" fmla="*/ 61055 w 333375"/>
                <a:gd name="connsiteY810" fmla="*/ 246317 h 361950"/>
                <a:gd name="connsiteX811" fmla="*/ 60103 w 333375"/>
                <a:gd name="connsiteY811" fmla="*/ 247079 h 361950"/>
                <a:gd name="connsiteX812" fmla="*/ 59341 w 333375"/>
                <a:gd name="connsiteY812" fmla="*/ 248126 h 361950"/>
                <a:gd name="connsiteX813" fmla="*/ 59150 w 333375"/>
                <a:gd name="connsiteY813" fmla="*/ 249936 h 361950"/>
                <a:gd name="connsiteX814" fmla="*/ 59627 w 333375"/>
                <a:gd name="connsiteY814" fmla="*/ 249650 h 361950"/>
                <a:gd name="connsiteX815" fmla="*/ 60198 w 333375"/>
                <a:gd name="connsiteY815" fmla="*/ 249460 h 361950"/>
                <a:gd name="connsiteX816" fmla="*/ 60770 w 333375"/>
                <a:gd name="connsiteY816" fmla="*/ 249364 h 361950"/>
                <a:gd name="connsiteX817" fmla="*/ 61341 w 333375"/>
                <a:gd name="connsiteY817" fmla="*/ 249364 h 361950"/>
                <a:gd name="connsiteX818" fmla="*/ 60103 w 333375"/>
                <a:gd name="connsiteY818" fmla="*/ 251174 h 361950"/>
                <a:gd name="connsiteX819" fmla="*/ 59912 w 333375"/>
                <a:gd name="connsiteY819" fmla="*/ 252127 h 361950"/>
                <a:gd name="connsiteX820" fmla="*/ 60960 w 333375"/>
                <a:gd name="connsiteY820" fmla="*/ 252508 h 361950"/>
                <a:gd name="connsiteX821" fmla="*/ 64199 w 333375"/>
                <a:gd name="connsiteY821" fmla="*/ 252984 h 361950"/>
                <a:gd name="connsiteX822" fmla="*/ 65342 w 333375"/>
                <a:gd name="connsiteY822" fmla="*/ 252984 h 361950"/>
                <a:gd name="connsiteX823" fmla="*/ 65056 w 333375"/>
                <a:gd name="connsiteY823" fmla="*/ 253746 h 361950"/>
                <a:gd name="connsiteX824" fmla="*/ 64579 w 333375"/>
                <a:gd name="connsiteY824" fmla="*/ 254222 h 361950"/>
                <a:gd name="connsiteX825" fmla="*/ 63437 w 333375"/>
                <a:gd name="connsiteY825" fmla="*/ 254889 h 361950"/>
                <a:gd name="connsiteX826" fmla="*/ 63151 w 333375"/>
                <a:gd name="connsiteY826" fmla="*/ 254698 h 361950"/>
                <a:gd name="connsiteX827" fmla="*/ 62960 w 333375"/>
                <a:gd name="connsiteY827" fmla="*/ 254603 h 361950"/>
                <a:gd name="connsiteX828" fmla="*/ 62389 w 333375"/>
                <a:gd name="connsiteY828" fmla="*/ 254413 h 361950"/>
                <a:gd name="connsiteX829" fmla="*/ 62865 w 333375"/>
                <a:gd name="connsiteY829" fmla="*/ 255079 h 361950"/>
                <a:gd name="connsiteX830" fmla="*/ 63151 w 333375"/>
                <a:gd name="connsiteY830" fmla="*/ 255270 h 361950"/>
                <a:gd name="connsiteX831" fmla="*/ 62770 w 333375"/>
                <a:gd name="connsiteY831" fmla="*/ 256413 h 361950"/>
                <a:gd name="connsiteX832" fmla="*/ 63056 w 333375"/>
                <a:gd name="connsiteY832" fmla="*/ 257270 h 361950"/>
                <a:gd name="connsiteX833" fmla="*/ 63722 w 333375"/>
                <a:gd name="connsiteY833" fmla="*/ 257842 h 361950"/>
                <a:gd name="connsiteX834" fmla="*/ 64579 w 333375"/>
                <a:gd name="connsiteY834" fmla="*/ 257937 h 361950"/>
                <a:gd name="connsiteX835" fmla="*/ 63913 w 333375"/>
                <a:gd name="connsiteY835" fmla="*/ 258604 h 361950"/>
                <a:gd name="connsiteX836" fmla="*/ 61913 w 333375"/>
                <a:gd name="connsiteY836" fmla="*/ 262318 h 361950"/>
                <a:gd name="connsiteX837" fmla="*/ 62008 w 333375"/>
                <a:gd name="connsiteY837" fmla="*/ 262985 h 361950"/>
                <a:gd name="connsiteX838" fmla="*/ 62484 w 333375"/>
                <a:gd name="connsiteY838" fmla="*/ 263462 h 361950"/>
                <a:gd name="connsiteX839" fmla="*/ 62770 w 333375"/>
                <a:gd name="connsiteY839" fmla="*/ 264509 h 361950"/>
                <a:gd name="connsiteX840" fmla="*/ 61627 w 333375"/>
                <a:gd name="connsiteY840" fmla="*/ 264033 h 361950"/>
                <a:gd name="connsiteX841" fmla="*/ 60389 w 333375"/>
                <a:gd name="connsiteY841" fmla="*/ 264033 h 361950"/>
                <a:gd name="connsiteX842" fmla="*/ 59246 w 333375"/>
                <a:gd name="connsiteY842" fmla="*/ 264605 h 361950"/>
                <a:gd name="connsiteX843" fmla="*/ 58484 w 333375"/>
                <a:gd name="connsiteY843" fmla="*/ 265938 h 361950"/>
                <a:gd name="connsiteX844" fmla="*/ 58674 w 333375"/>
                <a:gd name="connsiteY844" fmla="*/ 266509 h 361950"/>
                <a:gd name="connsiteX845" fmla="*/ 59150 w 333375"/>
                <a:gd name="connsiteY845" fmla="*/ 267081 h 361950"/>
                <a:gd name="connsiteX846" fmla="*/ 59341 w 333375"/>
                <a:gd name="connsiteY846" fmla="*/ 267557 h 361950"/>
                <a:gd name="connsiteX847" fmla="*/ 58769 w 333375"/>
                <a:gd name="connsiteY847" fmla="*/ 267748 h 361950"/>
                <a:gd name="connsiteX848" fmla="*/ 57436 w 333375"/>
                <a:gd name="connsiteY848" fmla="*/ 267748 h 361950"/>
                <a:gd name="connsiteX849" fmla="*/ 56864 w 333375"/>
                <a:gd name="connsiteY849" fmla="*/ 268034 h 361950"/>
                <a:gd name="connsiteX850" fmla="*/ 56388 w 333375"/>
                <a:gd name="connsiteY850" fmla="*/ 268700 h 361950"/>
                <a:gd name="connsiteX851" fmla="*/ 56769 w 333375"/>
                <a:gd name="connsiteY851" fmla="*/ 269081 h 361950"/>
                <a:gd name="connsiteX852" fmla="*/ 56674 w 333375"/>
                <a:gd name="connsiteY852" fmla="*/ 269367 h 361950"/>
                <a:gd name="connsiteX853" fmla="*/ 56483 w 333375"/>
                <a:gd name="connsiteY853" fmla="*/ 269653 h 361950"/>
                <a:gd name="connsiteX854" fmla="*/ 56388 w 333375"/>
                <a:gd name="connsiteY854" fmla="*/ 270129 h 361950"/>
                <a:gd name="connsiteX855" fmla="*/ 56388 w 333375"/>
                <a:gd name="connsiteY855" fmla="*/ 270700 h 361950"/>
                <a:gd name="connsiteX856" fmla="*/ 56293 w 333375"/>
                <a:gd name="connsiteY856" fmla="*/ 271177 h 361950"/>
                <a:gd name="connsiteX857" fmla="*/ 56483 w 333375"/>
                <a:gd name="connsiteY857" fmla="*/ 271558 h 361950"/>
                <a:gd name="connsiteX858" fmla="*/ 56483 w 333375"/>
                <a:gd name="connsiteY858" fmla="*/ 272034 h 361950"/>
                <a:gd name="connsiteX859" fmla="*/ 56293 w 333375"/>
                <a:gd name="connsiteY859" fmla="*/ 272510 h 361950"/>
                <a:gd name="connsiteX860" fmla="*/ 56198 w 333375"/>
                <a:gd name="connsiteY860" fmla="*/ 272987 h 361950"/>
                <a:gd name="connsiteX861" fmla="*/ 58865 w 333375"/>
                <a:gd name="connsiteY861" fmla="*/ 273367 h 361950"/>
                <a:gd name="connsiteX862" fmla="*/ 57817 w 333375"/>
                <a:gd name="connsiteY862" fmla="*/ 273653 h 361950"/>
                <a:gd name="connsiteX863" fmla="*/ 56483 w 333375"/>
                <a:gd name="connsiteY863" fmla="*/ 273558 h 361950"/>
                <a:gd name="connsiteX864" fmla="*/ 55436 w 333375"/>
                <a:gd name="connsiteY864" fmla="*/ 273558 h 361950"/>
                <a:gd name="connsiteX865" fmla="*/ 54864 w 333375"/>
                <a:gd name="connsiteY865" fmla="*/ 274510 h 361950"/>
                <a:gd name="connsiteX866" fmla="*/ 54483 w 333375"/>
                <a:gd name="connsiteY866" fmla="*/ 275654 h 361950"/>
                <a:gd name="connsiteX867" fmla="*/ 53531 w 333375"/>
                <a:gd name="connsiteY867" fmla="*/ 276987 h 361950"/>
                <a:gd name="connsiteX868" fmla="*/ 52388 w 333375"/>
                <a:gd name="connsiteY868" fmla="*/ 278892 h 361950"/>
                <a:gd name="connsiteX869" fmla="*/ 51721 w 333375"/>
                <a:gd name="connsiteY869" fmla="*/ 279940 h 361950"/>
                <a:gd name="connsiteX870" fmla="*/ 51816 w 333375"/>
                <a:gd name="connsiteY870" fmla="*/ 280702 h 361950"/>
                <a:gd name="connsiteX871" fmla="*/ 51245 w 333375"/>
                <a:gd name="connsiteY871" fmla="*/ 281845 h 361950"/>
                <a:gd name="connsiteX872" fmla="*/ 50387 w 333375"/>
                <a:gd name="connsiteY872" fmla="*/ 283178 h 361950"/>
                <a:gd name="connsiteX873" fmla="*/ 49911 w 333375"/>
                <a:gd name="connsiteY873" fmla="*/ 284797 h 361950"/>
                <a:gd name="connsiteX874" fmla="*/ 49340 w 333375"/>
                <a:gd name="connsiteY874" fmla="*/ 286417 h 361950"/>
                <a:gd name="connsiteX875" fmla="*/ 49244 w 333375"/>
                <a:gd name="connsiteY875" fmla="*/ 287560 h 361950"/>
                <a:gd name="connsiteX876" fmla="*/ 49054 w 333375"/>
                <a:gd name="connsiteY876" fmla="*/ 290036 h 361950"/>
                <a:gd name="connsiteX877" fmla="*/ 48863 w 333375"/>
                <a:gd name="connsiteY877" fmla="*/ 291179 h 361950"/>
                <a:gd name="connsiteX878" fmla="*/ 48578 w 333375"/>
                <a:gd name="connsiteY878" fmla="*/ 292322 h 361950"/>
                <a:gd name="connsiteX879" fmla="*/ 48959 w 333375"/>
                <a:gd name="connsiteY879" fmla="*/ 294132 h 361950"/>
                <a:gd name="connsiteX880" fmla="*/ 49530 w 333375"/>
                <a:gd name="connsiteY880" fmla="*/ 294704 h 361950"/>
                <a:gd name="connsiteX881" fmla="*/ 50292 w 333375"/>
                <a:gd name="connsiteY881" fmla="*/ 295084 h 361950"/>
                <a:gd name="connsiteX882" fmla="*/ 50578 w 333375"/>
                <a:gd name="connsiteY882" fmla="*/ 295846 h 361950"/>
                <a:gd name="connsiteX883" fmla="*/ 51149 w 333375"/>
                <a:gd name="connsiteY883" fmla="*/ 296704 h 361950"/>
                <a:gd name="connsiteX884" fmla="*/ 52673 w 333375"/>
                <a:gd name="connsiteY884" fmla="*/ 296609 h 361950"/>
                <a:gd name="connsiteX885" fmla="*/ 53435 w 333375"/>
                <a:gd name="connsiteY885" fmla="*/ 294418 h 361950"/>
                <a:gd name="connsiteX886" fmla="*/ 53150 w 333375"/>
                <a:gd name="connsiteY886" fmla="*/ 292798 h 361950"/>
                <a:gd name="connsiteX887" fmla="*/ 54007 w 333375"/>
                <a:gd name="connsiteY887" fmla="*/ 292989 h 361950"/>
                <a:gd name="connsiteX888" fmla="*/ 54674 w 333375"/>
                <a:gd name="connsiteY888" fmla="*/ 293656 h 361950"/>
                <a:gd name="connsiteX889" fmla="*/ 54959 w 333375"/>
                <a:gd name="connsiteY889" fmla="*/ 294418 h 361950"/>
                <a:gd name="connsiteX890" fmla="*/ 54674 w 333375"/>
                <a:gd name="connsiteY890" fmla="*/ 295084 h 361950"/>
                <a:gd name="connsiteX891" fmla="*/ 55054 w 333375"/>
                <a:gd name="connsiteY891" fmla="*/ 295370 h 361950"/>
                <a:gd name="connsiteX892" fmla="*/ 55436 w 333375"/>
                <a:gd name="connsiteY892" fmla="*/ 295561 h 361950"/>
                <a:gd name="connsiteX893" fmla="*/ 54388 w 333375"/>
                <a:gd name="connsiteY893" fmla="*/ 296799 h 361950"/>
                <a:gd name="connsiteX894" fmla="*/ 54197 w 333375"/>
                <a:gd name="connsiteY894" fmla="*/ 297371 h 361950"/>
                <a:gd name="connsiteX895" fmla="*/ 54483 w 333375"/>
                <a:gd name="connsiteY895" fmla="*/ 298133 h 361950"/>
                <a:gd name="connsiteX896" fmla="*/ 55150 w 333375"/>
                <a:gd name="connsiteY896" fmla="*/ 298799 h 361950"/>
                <a:gd name="connsiteX897" fmla="*/ 55912 w 333375"/>
                <a:gd name="connsiteY897" fmla="*/ 299085 h 361950"/>
                <a:gd name="connsiteX898" fmla="*/ 56769 w 333375"/>
                <a:gd name="connsiteY898" fmla="*/ 299085 h 361950"/>
                <a:gd name="connsiteX899" fmla="*/ 57531 w 333375"/>
                <a:gd name="connsiteY899" fmla="*/ 298799 h 361950"/>
                <a:gd name="connsiteX900" fmla="*/ 57531 w 333375"/>
                <a:gd name="connsiteY900" fmla="*/ 298418 h 361950"/>
                <a:gd name="connsiteX901" fmla="*/ 57245 w 333375"/>
                <a:gd name="connsiteY901" fmla="*/ 298228 h 361950"/>
                <a:gd name="connsiteX902" fmla="*/ 56960 w 333375"/>
                <a:gd name="connsiteY902" fmla="*/ 297847 h 361950"/>
                <a:gd name="connsiteX903" fmla="*/ 56864 w 333375"/>
                <a:gd name="connsiteY903" fmla="*/ 297466 h 361950"/>
                <a:gd name="connsiteX904" fmla="*/ 57150 w 333375"/>
                <a:gd name="connsiteY904" fmla="*/ 297085 h 361950"/>
                <a:gd name="connsiteX905" fmla="*/ 57436 w 333375"/>
                <a:gd name="connsiteY905" fmla="*/ 297085 h 361950"/>
                <a:gd name="connsiteX906" fmla="*/ 57626 w 333375"/>
                <a:gd name="connsiteY906" fmla="*/ 297371 h 361950"/>
                <a:gd name="connsiteX907" fmla="*/ 57722 w 333375"/>
                <a:gd name="connsiteY907" fmla="*/ 297751 h 361950"/>
                <a:gd name="connsiteX908" fmla="*/ 57817 w 333375"/>
                <a:gd name="connsiteY908" fmla="*/ 297942 h 361950"/>
                <a:gd name="connsiteX909" fmla="*/ 59246 w 333375"/>
                <a:gd name="connsiteY909" fmla="*/ 298133 h 361950"/>
                <a:gd name="connsiteX910" fmla="*/ 59722 w 333375"/>
                <a:gd name="connsiteY910" fmla="*/ 297847 h 361950"/>
                <a:gd name="connsiteX911" fmla="*/ 60008 w 333375"/>
                <a:gd name="connsiteY911" fmla="*/ 296989 h 361950"/>
                <a:gd name="connsiteX912" fmla="*/ 60389 w 333375"/>
                <a:gd name="connsiteY912" fmla="*/ 296989 h 361950"/>
                <a:gd name="connsiteX913" fmla="*/ 60960 w 333375"/>
                <a:gd name="connsiteY913" fmla="*/ 297942 h 361950"/>
                <a:gd name="connsiteX914" fmla="*/ 61817 w 333375"/>
                <a:gd name="connsiteY914" fmla="*/ 298133 h 361950"/>
                <a:gd name="connsiteX915" fmla="*/ 63437 w 333375"/>
                <a:gd name="connsiteY915" fmla="*/ 297371 h 361950"/>
                <a:gd name="connsiteX916" fmla="*/ 64199 w 333375"/>
                <a:gd name="connsiteY916" fmla="*/ 296894 h 361950"/>
                <a:gd name="connsiteX917" fmla="*/ 63818 w 333375"/>
                <a:gd name="connsiteY917" fmla="*/ 296418 h 361950"/>
                <a:gd name="connsiteX918" fmla="*/ 63437 w 333375"/>
                <a:gd name="connsiteY918" fmla="*/ 296037 h 361950"/>
                <a:gd name="connsiteX919" fmla="*/ 62960 w 333375"/>
                <a:gd name="connsiteY919" fmla="*/ 295751 h 361950"/>
                <a:gd name="connsiteX920" fmla="*/ 63722 w 333375"/>
                <a:gd name="connsiteY920" fmla="*/ 295656 h 361950"/>
                <a:gd name="connsiteX921" fmla="*/ 64103 w 333375"/>
                <a:gd name="connsiteY921" fmla="*/ 295180 h 361950"/>
                <a:gd name="connsiteX922" fmla="*/ 64294 w 333375"/>
                <a:gd name="connsiteY922" fmla="*/ 294608 h 361950"/>
                <a:gd name="connsiteX923" fmla="*/ 64484 w 333375"/>
                <a:gd name="connsiteY923" fmla="*/ 294322 h 361950"/>
                <a:gd name="connsiteX924" fmla="*/ 64961 w 333375"/>
                <a:gd name="connsiteY924" fmla="*/ 294227 h 361950"/>
                <a:gd name="connsiteX925" fmla="*/ 64961 w 333375"/>
                <a:gd name="connsiteY925" fmla="*/ 294322 h 361950"/>
                <a:gd name="connsiteX926" fmla="*/ 64866 w 333375"/>
                <a:gd name="connsiteY926" fmla="*/ 294608 h 361950"/>
                <a:gd name="connsiteX927" fmla="*/ 66199 w 333375"/>
                <a:gd name="connsiteY927" fmla="*/ 297085 h 361950"/>
                <a:gd name="connsiteX928" fmla="*/ 66485 w 333375"/>
                <a:gd name="connsiteY928" fmla="*/ 297561 h 361950"/>
                <a:gd name="connsiteX929" fmla="*/ 67151 w 333375"/>
                <a:gd name="connsiteY929" fmla="*/ 297847 h 361950"/>
                <a:gd name="connsiteX930" fmla="*/ 68390 w 333375"/>
                <a:gd name="connsiteY930" fmla="*/ 297847 h 361950"/>
                <a:gd name="connsiteX931" fmla="*/ 69056 w 333375"/>
                <a:gd name="connsiteY931" fmla="*/ 297942 h 361950"/>
                <a:gd name="connsiteX932" fmla="*/ 69914 w 333375"/>
                <a:gd name="connsiteY932" fmla="*/ 298609 h 361950"/>
                <a:gd name="connsiteX933" fmla="*/ 72295 w 333375"/>
                <a:gd name="connsiteY933" fmla="*/ 301657 h 361950"/>
                <a:gd name="connsiteX934" fmla="*/ 72866 w 333375"/>
                <a:gd name="connsiteY934" fmla="*/ 301942 h 361950"/>
                <a:gd name="connsiteX935" fmla="*/ 73914 w 333375"/>
                <a:gd name="connsiteY935" fmla="*/ 302038 h 361950"/>
                <a:gd name="connsiteX936" fmla="*/ 74486 w 333375"/>
                <a:gd name="connsiteY936" fmla="*/ 302228 h 361950"/>
                <a:gd name="connsiteX937" fmla="*/ 74771 w 333375"/>
                <a:gd name="connsiteY937" fmla="*/ 302514 h 361950"/>
                <a:gd name="connsiteX938" fmla="*/ 75438 w 333375"/>
                <a:gd name="connsiteY938" fmla="*/ 303562 h 361950"/>
                <a:gd name="connsiteX939" fmla="*/ 75914 w 333375"/>
                <a:gd name="connsiteY939" fmla="*/ 304038 h 361950"/>
                <a:gd name="connsiteX940" fmla="*/ 74867 w 333375"/>
                <a:gd name="connsiteY940" fmla="*/ 304324 h 361950"/>
                <a:gd name="connsiteX941" fmla="*/ 73438 w 333375"/>
                <a:gd name="connsiteY941" fmla="*/ 304038 h 361950"/>
                <a:gd name="connsiteX942" fmla="*/ 72104 w 333375"/>
                <a:gd name="connsiteY942" fmla="*/ 303276 h 361950"/>
                <a:gd name="connsiteX943" fmla="*/ 71533 w 333375"/>
                <a:gd name="connsiteY943" fmla="*/ 302323 h 361950"/>
                <a:gd name="connsiteX944" fmla="*/ 71342 w 333375"/>
                <a:gd name="connsiteY944" fmla="*/ 301847 h 361950"/>
                <a:gd name="connsiteX945" fmla="*/ 70961 w 333375"/>
                <a:gd name="connsiteY945" fmla="*/ 301276 h 361950"/>
                <a:gd name="connsiteX946" fmla="*/ 70485 w 333375"/>
                <a:gd name="connsiteY946" fmla="*/ 300800 h 361950"/>
                <a:gd name="connsiteX947" fmla="*/ 69914 w 333375"/>
                <a:gd name="connsiteY947" fmla="*/ 300609 h 361950"/>
                <a:gd name="connsiteX948" fmla="*/ 69723 w 333375"/>
                <a:gd name="connsiteY948" fmla="*/ 300990 h 361950"/>
                <a:gd name="connsiteX949" fmla="*/ 69533 w 333375"/>
                <a:gd name="connsiteY949" fmla="*/ 301657 h 361950"/>
                <a:gd name="connsiteX950" fmla="*/ 69247 w 333375"/>
                <a:gd name="connsiteY950" fmla="*/ 302323 h 361950"/>
                <a:gd name="connsiteX951" fmla="*/ 68580 w 333375"/>
                <a:gd name="connsiteY951" fmla="*/ 302419 h 361950"/>
                <a:gd name="connsiteX952" fmla="*/ 68294 w 333375"/>
                <a:gd name="connsiteY952" fmla="*/ 302038 h 361950"/>
                <a:gd name="connsiteX953" fmla="*/ 68104 w 333375"/>
                <a:gd name="connsiteY953" fmla="*/ 300800 h 361950"/>
                <a:gd name="connsiteX954" fmla="*/ 67818 w 333375"/>
                <a:gd name="connsiteY954" fmla="*/ 300133 h 361950"/>
                <a:gd name="connsiteX955" fmla="*/ 65437 w 333375"/>
                <a:gd name="connsiteY955" fmla="*/ 298704 h 361950"/>
                <a:gd name="connsiteX956" fmla="*/ 64866 w 333375"/>
                <a:gd name="connsiteY956" fmla="*/ 298894 h 361950"/>
                <a:gd name="connsiteX957" fmla="*/ 64579 w 333375"/>
                <a:gd name="connsiteY957" fmla="*/ 299371 h 361950"/>
                <a:gd name="connsiteX958" fmla="*/ 64484 w 333375"/>
                <a:gd name="connsiteY958" fmla="*/ 299847 h 361950"/>
                <a:gd name="connsiteX959" fmla="*/ 64389 w 333375"/>
                <a:gd name="connsiteY959" fmla="*/ 300038 h 361950"/>
                <a:gd name="connsiteX960" fmla="*/ 63722 w 333375"/>
                <a:gd name="connsiteY960" fmla="*/ 299942 h 361950"/>
                <a:gd name="connsiteX961" fmla="*/ 62484 w 333375"/>
                <a:gd name="connsiteY961" fmla="*/ 299561 h 361950"/>
                <a:gd name="connsiteX962" fmla="*/ 62008 w 333375"/>
                <a:gd name="connsiteY962" fmla="*/ 299466 h 361950"/>
                <a:gd name="connsiteX963" fmla="*/ 60484 w 333375"/>
                <a:gd name="connsiteY963" fmla="*/ 299371 h 361950"/>
                <a:gd name="connsiteX964" fmla="*/ 59246 w 333375"/>
                <a:gd name="connsiteY964" fmla="*/ 299847 h 361950"/>
                <a:gd name="connsiteX965" fmla="*/ 58388 w 333375"/>
                <a:gd name="connsiteY965" fmla="*/ 300418 h 361950"/>
                <a:gd name="connsiteX966" fmla="*/ 57817 w 333375"/>
                <a:gd name="connsiteY966" fmla="*/ 301085 h 361950"/>
                <a:gd name="connsiteX967" fmla="*/ 57341 w 333375"/>
                <a:gd name="connsiteY967" fmla="*/ 301276 h 361950"/>
                <a:gd name="connsiteX968" fmla="*/ 56769 w 333375"/>
                <a:gd name="connsiteY968" fmla="*/ 301847 h 361950"/>
                <a:gd name="connsiteX969" fmla="*/ 55531 w 333375"/>
                <a:gd name="connsiteY969" fmla="*/ 301466 h 361950"/>
                <a:gd name="connsiteX970" fmla="*/ 54959 w 333375"/>
                <a:gd name="connsiteY970" fmla="*/ 300990 h 361950"/>
                <a:gd name="connsiteX971" fmla="*/ 54578 w 333375"/>
                <a:gd name="connsiteY971" fmla="*/ 300990 h 361950"/>
                <a:gd name="connsiteX972" fmla="*/ 53340 w 333375"/>
                <a:gd name="connsiteY972" fmla="*/ 301752 h 361950"/>
                <a:gd name="connsiteX973" fmla="*/ 52578 w 333375"/>
                <a:gd name="connsiteY973" fmla="*/ 301847 h 361950"/>
                <a:gd name="connsiteX974" fmla="*/ 51721 w 333375"/>
                <a:gd name="connsiteY974" fmla="*/ 302038 h 361950"/>
                <a:gd name="connsiteX975" fmla="*/ 51245 w 333375"/>
                <a:gd name="connsiteY975" fmla="*/ 301752 h 361950"/>
                <a:gd name="connsiteX976" fmla="*/ 50959 w 333375"/>
                <a:gd name="connsiteY976" fmla="*/ 301085 h 361950"/>
                <a:gd name="connsiteX977" fmla="*/ 50483 w 333375"/>
                <a:gd name="connsiteY977" fmla="*/ 300895 h 361950"/>
                <a:gd name="connsiteX978" fmla="*/ 50387 w 333375"/>
                <a:gd name="connsiteY978" fmla="*/ 301752 h 361950"/>
                <a:gd name="connsiteX979" fmla="*/ 50673 w 333375"/>
                <a:gd name="connsiteY979" fmla="*/ 302705 h 361950"/>
                <a:gd name="connsiteX980" fmla="*/ 50483 w 333375"/>
                <a:gd name="connsiteY980" fmla="*/ 303181 h 361950"/>
                <a:gd name="connsiteX981" fmla="*/ 49244 w 333375"/>
                <a:gd name="connsiteY981" fmla="*/ 303371 h 361950"/>
                <a:gd name="connsiteX982" fmla="*/ 48768 w 333375"/>
                <a:gd name="connsiteY982" fmla="*/ 302419 h 361950"/>
                <a:gd name="connsiteX983" fmla="*/ 48197 w 333375"/>
                <a:gd name="connsiteY983" fmla="*/ 301371 h 361950"/>
                <a:gd name="connsiteX984" fmla="*/ 47435 w 333375"/>
                <a:gd name="connsiteY984" fmla="*/ 301085 h 361950"/>
                <a:gd name="connsiteX985" fmla="*/ 47054 w 333375"/>
                <a:gd name="connsiteY985" fmla="*/ 301657 h 361950"/>
                <a:gd name="connsiteX986" fmla="*/ 47149 w 333375"/>
                <a:gd name="connsiteY986" fmla="*/ 302419 h 361950"/>
                <a:gd name="connsiteX987" fmla="*/ 47530 w 333375"/>
                <a:gd name="connsiteY987" fmla="*/ 303181 h 361950"/>
                <a:gd name="connsiteX988" fmla="*/ 48101 w 333375"/>
                <a:gd name="connsiteY988" fmla="*/ 303752 h 361950"/>
                <a:gd name="connsiteX989" fmla="*/ 47911 w 333375"/>
                <a:gd name="connsiteY989" fmla="*/ 304705 h 361950"/>
                <a:gd name="connsiteX990" fmla="*/ 47911 w 333375"/>
                <a:gd name="connsiteY990" fmla="*/ 305943 h 361950"/>
                <a:gd name="connsiteX991" fmla="*/ 47530 w 333375"/>
                <a:gd name="connsiteY991" fmla="*/ 306705 h 361950"/>
                <a:gd name="connsiteX992" fmla="*/ 46196 w 333375"/>
                <a:gd name="connsiteY992" fmla="*/ 305848 h 361950"/>
                <a:gd name="connsiteX993" fmla="*/ 44958 w 333375"/>
                <a:gd name="connsiteY993" fmla="*/ 306514 h 361950"/>
                <a:gd name="connsiteX994" fmla="*/ 43815 w 333375"/>
                <a:gd name="connsiteY994" fmla="*/ 307562 h 361950"/>
                <a:gd name="connsiteX995" fmla="*/ 43053 w 333375"/>
                <a:gd name="connsiteY995" fmla="*/ 306705 h 361950"/>
                <a:gd name="connsiteX996" fmla="*/ 42767 w 333375"/>
                <a:gd name="connsiteY996" fmla="*/ 306038 h 361950"/>
                <a:gd name="connsiteX997" fmla="*/ 42291 w 333375"/>
                <a:gd name="connsiteY997" fmla="*/ 306134 h 361950"/>
                <a:gd name="connsiteX998" fmla="*/ 41720 w 333375"/>
                <a:gd name="connsiteY998" fmla="*/ 306514 h 361950"/>
                <a:gd name="connsiteX999" fmla="*/ 40672 w 333375"/>
                <a:gd name="connsiteY999" fmla="*/ 305943 h 361950"/>
                <a:gd name="connsiteX1000" fmla="*/ 39910 w 333375"/>
                <a:gd name="connsiteY1000" fmla="*/ 305943 h 361950"/>
                <a:gd name="connsiteX1001" fmla="*/ 39719 w 333375"/>
                <a:gd name="connsiteY1001" fmla="*/ 306419 h 361950"/>
                <a:gd name="connsiteX1002" fmla="*/ 40481 w 333375"/>
                <a:gd name="connsiteY1002" fmla="*/ 307086 h 361950"/>
                <a:gd name="connsiteX1003" fmla="*/ 40577 w 333375"/>
                <a:gd name="connsiteY1003" fmla="*/ 307658 h 361950"/>
                <a:gd name="connsiteX1004" fmla="*/ 40481 w 333375"/>
                <a:gd name="connsiteY1004" fmla="*/ 308229 h 361950"/>
                <a:gd name="connsiteX1005" fmla="*/ 40386 w 333375"/>
                <a:gd name="connsiteY1005" fmla="*/ 308991 h 361950"/>
                <a:gd name="connsiteX1006" fmla="*/ 40577 w 333375"/>
                <a:gd name="connsiteY1006" fmla="*/ 309658 h 361950"/>
                <a:gd name="connsiteX1007" fmla="*/ 41529 w 333375"/>
                <a:gd name="connsiteY1007" fmla="*/ 310420 h 361950"/>
                <a:gd name="connsiteX1008" fmla="*/ 41815 w 333375"/>
                <a:gd name="connsiteY1008" fmla="*/ 311087 h 361950"/>
                <a:gd name="connsiteX1009" fmla="*/ 41529 w 333375"/>
                <a:gd name="connsiteY1009" fmla="*/ 312230 h 361950"/>
                <a:gd name="connsiteX1010" fmla="*/ 40767 w 333375"/>
                <a:gd name="connsiteY1010" fmla="*/ 313849 h 361950"/>
                <a:gd name="connsiteX1011" fmla="*/ 39910 w 333375"/>
                <a:gd name="connsiteY1011" fmla="*/ 315373 h 361950"/>
                <a:gd name="connsiteX1012" fmla="*/ 39243 w 333375"/>
                <a:gd name="connsiteY1012" fmla="*/ 316135 h 361950"/>
                <a:gd name="connsiteX1013" fmla="*/ 39338 w 333375"/>
                <a:gd name="connsiteY1013" fmla="*/ 315182 h 361950"/>
                <a:gd name="connsiteX1014" fmla="*/ 39243 w 333375"/>
                <a:gd name="connsiteY1014" fmla="*/ 314706 h 361950"/>
                <a:gd name="connsiteX1015" fmla="*/ 38958 w 333375"/>
                <a:gd name="connsiteY1015" fmla="*/ 314611 h 361950"/>
                <a:gd name="connsiteX1016" fmla="*/ 38576 w 333375"/>
                <a:gd name="connsiteY1016" fmla="*/ 314801 h 361950"/>
                <a:gd name="connsiteX1017" fmla="*/ 38005 w 333375"/>
                <a:gd name="connsiteY1017" fmla="*/ 315468 h 361950"/>
                <a:gd name="connsiteX1018" fmla="*/ 37338 w 333375"/>
                <a:gd name="connsiteY1018" fmla="*/ 317468 h 361950"/>
                <a:gd name="connsiteX1019" fmla="*/ 36957 w 333375"/>
                <a:gd name="connsiteY1019" fmla="*/ 318230 h 361950"/>
                <a:gd name="connsiteX1020" fmla="*/ 34671 w 333375"/>
                <a:gd name="connsiteY1020" fmla="*/ 321850 h 361950"/>
                <a:gd name="connsiteX1021" fmla="*/ 34481 w 333375"/>
                <a:gd name="connsiteY1021" fmla="*/ 322517 h 361950"/>
                <a:gd name="connsiteX1022" fmla="*/ 33909 w 333375"/>
                <a:gd name="connsiteY1022" fmla="*/ 326708 h 361950"/>
                <a:gd name="connsiteX1023" fmla="*/ 33909 w 333375"/>
                <a:gd name="connsiteY1023" fmla="*/ 327850 h 361950"/>
                <a:gd name="connsiteX1024" fmla="*/ 34004 w 333375"/>
                <a:gd name="connsiteY1024" fmla="*/ 328422 h 361950"/>
                <a:gd name="connsiteX1025" fmla="*/ 34766 w 333375"/>
                <a:gd name="connsiteY1025" fmla="*/ 329279 h 361950"/>
                <a:gd name="connsiteX1026" fmla="*/ 36291 w 333375"/>
                <a:gd name="connsiteY1026" fmla="*/ 330327 h 361950"/>
                <a:gd name="connsiteX1027" fmla="*/ 39053 w 333375"/>
                <a:gd name="connsiteY1027" fmla="*/ 329946 h 361950"/>
                <a:gd name="connsiteX1028" fmla="*/ 40386 w 333375"/>
                <a:gd name="connsiteY1028" fmla="*/ 330517 h 361950"/>
                <a:gd name="connsiteX1029" fmla="*/ 37148 w 333375"/>
                <a:gd name="connsiteY1029" fmla="*/ 332804 h 361950"/>
                <a:gd name="connsiteX1030" fmla="*/ 36576 w 333375"/>
                <a:gd name="connsiteY1030" fmla="*/ 332994 h 361950"/>
                <a:gd name="connsiteX1031" fmla="*/ 35243 w 333375"/>
                <a:gd name="connsiteY1031" fmla="*/ 330803 h 361950"/>
                <a:gd name="connsiteX1032" fmla="*/ 34385 w 333375"/>
                <a:gd name="connsiteY1032" fmla="*/ 330232 h 361950"/>
                <a:gd name="connsiteX1033" fmla="*/ 33147 w 333375"/>
                <a:gd name="connsiteY1033" fmla="*/ 330517 h 361950"/>
                <a:gd name="connsiteX1034" fmla="*/ 32576 w 333375"/>
                <a:gd name="connsiteY1034" fmla="*/ 331089 h 361950"/>
                <a:gd name="connsiteX1035" fmla="*/ 31718 w 333375"/>
                <a:gd name="connsiteY1035" fmla="*/ 332708 h 361950"/>
                <a:gd name="connsiteX1036" fmla="*/ 31337 w 333375"/>
                <a:gd name="connsiteY1036" fmla="*/ 333184 h 361950"/>
                <a:gd name="connsiteX1037" fmla="*/ 29147 w 333375"/>
                <a:gd name="connsiteY1037" fmla="*/ 333661 h 361950"/>
                <a:gd name="connsiteX1038" fmla="*/ 28766 w 333375"/>
                <a:gd name="connsiteY1038" fmla="*/ 333851 h 361950"/>
                <a:gd name="connsiteX1039" fmla="*/ 28385 w 333375"/>
                <a:gd name="connsiteY1039" fmla="*/ 335185 h 361950"/>
                <a:gd name="connsiteX1040" fmla="*/ 27337 w 333375"/>
                <a:gd name="connsiteY1040" fmla="*/ 335756 h 361950"/>
                <a:gd name="connsiteX1041" fmla="*/ 24860 w 333375"/>
                <a:gd name="connsiteY1041" fmla="*/ 335947 h 361950"/>
                <a:gd name="connsiteX1042" fmla="*/ 23622 w 333375"/>
                <a:gd name="connsiteY1042" fmla="*/ 336423 h 361950"/>
                <a:gd name="connsiteX1043" fmla="*/ 23241 w 333375"/>
                <a:gd name="connsiteY1043" fmla="*/ 337185 h 361950"/>
                <a:gd name="connsiteX1044" fmla="*/ 23717 w 333375"/>
                <a:gd name="connsiteY1044" fmla="*/ 337852 h 361950"/>
                <a:gd name="connsiteX1045" fmla="*/ 29909 w 333375"/>
                <a:gd name="connsiteY1045" fmla="*/ 338995 h 361950"/>
                <a:gd name="connsiteX1046" fmla="*/ 32385 w 333375"/>
                <a:gd name="connsiteY1046" fmla="*/ 338709 h 361950"/>
                <a:gd name="connsiteX1047" fmla="*/ 33719 w 333375"/>
                <a:gd name="connsiteY1047" fmla="*/ 338328 h 361950"/>
                <a:gd name="connsiteX1048" fmla="*/ 34290 w 333375"/>
                <a:gd name="connsiteY1048" fmla="*/ 337852 h 361950"/>
                <a:gd name="connsiteX1049" fmla="*/ 34766 w 333375"/>
                <a:gd name="connsiteY1049" fmla="*/ 336709 h 361950"/>
                <a:gd name="connsiteX1050" fmla="*/ 35814 w 333375"/>
                <a:gd name="connsiteY1050" fmla="*/ 337185 h 361950"/>
                <a:gd name="connsiteX1051" fmla="*/ 37529 w 333375"/>
                <a:gd name="connsiteY1051" fmla="*/ 338995 h 361950"/>
                <a:gd name="connsiteX1052" fmla="*/ 41529 w 333375"/>
                <a:gd name="connsiteY1052" fmla="*/ 341376 h 361950"/>
                <a:gd name="connsiteX1053" fmla="*/ 42291 w 333375"/>
                <a:gd name="connsiteY1053" fmla="*/ 340900 h 361950"/>
                <a:gd name="connsiteX1054" fmla="*/ 44863 w 333375"/>
                <a:gd name="connsiteY1054" fmla="*/ 340423 h 361950"/>
                <a:gd name="connsiteX1055" fmla="*/ 47435 w 333375"/>
                <a:gd name="connsiteY1055" fmla="*/ 339185 h 361950"/>
                <a:gd name="connsiteX1056" fmla="*/ 48292 w 333375"/>
                <a:gd name="connsiteY1056" fmla="*/ 338995 h 361950"/>
                <a:gd name="connsiteX1057" fmla="*/ 49054 w 333375"/>
                <a:gd name="connsiteY1057" fmla="*/ 339185 h 361950"/>
                <a:gd name="connsiteX1058" fmla="*/ 50864 w 333375"/>
                <a:gd name="connsiteY1058" fmla="*/ 339852 h 361950"/>
                <a:gd name="connsiteX1059" fmla="*/ 51816 w 333375"/>
                <a:gd name="connsiteY1059" fmla="*/ 340042 h 361950"/>
                <a:gd name="connsiteX1060" fmla="*/ 53912 w 333375"/>
                <a:gd name="connsiteY1060" fmla="*/ 340042 h 361950"/>
                <a:gd name="connsiteX1061" fmla="*/ 54769 w 333375"/>
                <a:gd name="connsiteY1061" fmla="*/ 340423 h 361950"/>
                <a:gd name="connsiteX1062" fmla="*/ 55245 w 333375"/>
                <a:gd name="connsiteY1062" fmla="*/ 341471 h 361950"/>
                <a:gd name="connsiteX1063" fmla="*/ 54197 w 333375"/>
                <a:gd name="connsiteY1063" fmla="*/ 342043 h 361950"/>
                <a:gd name="connsiteX1064" fmla="*/ 53816 w 333375"/>
                <a:gd name="connsiteY1064" fmla="*/ 344329 h 361950"/>
                <a:gd name="connsiteX1065" fmla="*/ 52673 w 333375"/>
                <a:gd name="connsiteY1065" fmla="*/ 344234 h 361950"/>
                <a:gd name="connsiteX1066" fmla="*/ 52388 w 333375"/>
                <a:gd name="connsiteY1066" fmla="*/ 343852 h 361950"/>
                <a:gd name="connsiteX1067" fmla="*/ 52292 w 333375"/>
                <a:gd name="connsiteY1067" fmla="*/ 343186 h 361950"/>
                <a:gd name="connsiteX1068" fmla="*/ 52102 w 333375"/>
                <a:gd name="connsiteY1068" fmla="*/ 342614 h 361950"/>
                <a:gd name="connsiteX1069" fmla="*/ 51530 w 333375"/>
                <a:gd name="connsiteY1069" fmla="*/ 342329 h 361950"/>
                <a:gd name="connsiteX1070" fmla="*/ 49244 w 333375"/>
                <a:gd name="connsiteY1070" fmla="*/ 342805 h 361950"/>
                <a:gd name="connsiteX1071" fmla="*/ 47054 w 333375"/>
                <a:gd name="connsiteY1071" fmla="*/ 342805 h 361950"/>
                <a:gd name="connsiteX1072" fmla="*/ 46577 w 333375"/>
                <a:gd name="connsiteY1072" fmla="*/ 343281 h 361950"/>
                <a:gd name="connsiteX1073" fmla="*/ 46768 w 333375"/>
                <a:gd name="connsiteY1073" fmla="*/ 344519 h 361950"/>
                <a:gd name="connsiteX1074" fmla="*/ 47054 w 333375"/>
                <a:gd name="connsiteY1074" fmla="*/ 345376 h 361950"/>
                <a:gd name="connsiteX1075" fmla="*/ 47244 w 333375"/>
                <a:gd name="connsiteY1075" fmla="*/ 345567 h 361950"/>
                <a:gd name="connsiteX1076" fmla="*/ 47530 w 333375"/>
                <a:gd name="connsiteY1076" fmla="*/ 345662 h 361950"/>
                <a:gd name="connsiteX1077" fmla="*/ 48673 w 333375"/>
                <a:gd name="connsiteY1077" fmla="*/ 346615 h 361950"/>
                <a:gd name="connsiteX1078" fmla="*/ 49244 w 333375"/>
                <a:gd name="connsiteY1078" fmla="*/ 346805 h 361950"/>
                <a:gd name="connsiteX1079" fmla="*/ 49816 w 333375"/>
                <a:gd name="connsiteY1079" fmla="*/ 346710 h 361950"/>
                <a:gd name="connsiteX1080" fmla="*/ 50387 w 333375"/>
                <a:gd name="connsiteY1080" fmla="*/ 346234 h 361950"/>
                <a:gd name="connsiteX1081" fmla="*/ 50768 w 333375"/>
                <a:gd name="connsiteY1081" fmla="*/ 346710 h 361950"/>
                <a:gd name="connsiteX1082" fmla="*/ 50292 w 333375"/>
                <a:gd name="connsiteY1082" fmla="*/ 347377 h 361950"/>
                <a:gd name="connsiteX1083" fmla="*/ 49721 w 333375"/>
                <a:gd name="connsiteY1083" fmla="*/ 347758 h 361950"/>
                <a:gd name="connsiteX1084" fmla="*/ 48959 w 333375"/>
                <a:gd name="connsiteY1084" fmla="*/ 347948 h 361950"/>
                <a:gd name="connsiteX1085" fmla="*/ 48101 w 333375"/>
                <a:gd name="connsiteY1085" fmla="*/ 348043 h 361950"/>
                <a:gd name="connsiteX1086" fmla="*/ 47149 w 333375"/>
                <a:gd name="connsiteY1086" fmla="*/ 347853 h 361950"/>
                <a:gd name="connsiteX1087" fmla="*/ 45720 w 333375"/>
                <a:gd name="connsiteY1087" fmla="*/ 346996 h 361950"/>
                <a:gd name="connsiteX1088" fmla="*/ 44958 w 333375"/>
                <a:gd name="connsiteY1088" fmla="*/ 346710 h 361950"/>
                <a:gd name="connsiteX1089" fmla="*/ 44196 w 333375"/>
                <a:gd name="connsiteY1089" fmla="*/ 346805 h 361950"/>
                <a:gd name="connsiteX1090" fmla="*/ 42863 w 333375"/>
                <a:gd name="connsiteY1090" fmla="*/ 347758 h 361950"/>
                <a:gd name="connsiteX1091" fmla="*/ 42196 w 333375"/>
                <a:gd name="connsiteY1091" fmla="*/ 348043 h 361950"/>
                <a:gd name="connsiteX1092" fmla="*/ 41243 w 333375"/>
                <a:gd name="connsiteY1092" fmla="*/ 348139 h 361950"/>
                <a:gd name="connsiteX1093" fmla="*/ 40577 w 333375"/>
                <a:gd name="connsiteY1093" fmla="*/ 348520 h 361950"/>
                <a:gd name="connsiteX1094" fmla="*/ 40100 w 333375"/>
                <a:gd name="connsiteY1094" fmla="*/ 349187 h 361950"/>
                <a:gd name="connsiteX1095" fmla="*/ 39910 w 333375"/>
                <a:gd name="connsiteY1095" fmla="*/ 350330 h 361950"/>
                <a:gd name="connsiteX1096" fmla="*/ 40386 w 333375"/>
                <a:gd name="connsiteY1096" fmla="*/ 350139 h 361950"/>
                <a:gd name="connsiteX1097" fmla="*/ 41720 w 333375"/>
                <a:gd name="connsiteY1097" fmla="*/ 349377 h 361950"/>
                <a:gd name="connsiteX1098" fmla="*/ 41339 w 333375"/>
                <a:gd name="connsiteY1098" fmla="*/ 350806 h 361950"/>
                <a:gd name="connsiteX1099" fmla="*/ 41720 w 333375"/>
                <a:gd name="connsiteY1099" fmla="*/ 351663 h 361950"/>
                <a:gd name="connsiteX1100" fmla="*/ 42577 w 333375"/>
                <a:gd name="connsiteY1100" fmla="*/ 352044 h 361950"/>
                <a:gd name="connsiteX1101" fmla="*/ 43720 w 333375"/>
                <a:gd name="connsiteY1101" fmla="*/ 352139 h 361950"/>
                <a:gd name="connsiteX1102" fmla="*/ 44291 w 333375"/>
                <a:gd name="connsiteY1102" fmla="*/ 352330 h 361950"/>
                <a:gd name="connsiteX1103" fmla="*/ 45720 w 333375"/>
                <a:gd name="connsiteY1103" fmla="*/ 353568 h 361950"/>
                <a:gd name="connsiteX1104" fmla="*/ 46292 w 333375"/>
                <a:gd name="connsiteY1104" fmla="*/ 353759 h 361950"/>
                <a:gd name="connsiteX1105" fmla="*/ 49340 w 333375"/>
                <a:gd name="connsiteY1105" fmla="*/ 354235 h 361950"/>
                <a:gd name="connsiteX1106" fmla="*/ 50292 w 333375"/>
                <a:gd name="connsiteY1106" fmla="*/ 354235 h 361950"/>
                <a:gd name="connsiteX1107" fmla="*/ 51149 w 333375"/>
                <a:gd name="connsiteY1107" fmla="*/ 353949 h 361950"/>
                <a:gd name="connsiteX1108" fmla="*/ 51911 w 333375"/>
                <a:gd name="connsiteY1108" fmla="*/ 353282 h 361950"/>
                <a:gd name="connsiteX1109" fmla="*/ 52483 w 333375"/>
                <a:gd name="connsiteY1109" fmla="*/ 352234 h 361950"/>
                <a:gd name="connsiteX1110" fmla="*/ 52959 w 333375"/>
                <a:gd name="connsiteY1110" fmla="*/ 350996 h 361950"/>
                <a:gd name="connsiteX1111" fmla="*/ 53531 w 333375"/>
                <a:gd name="connsiteY1111" fmla="*/ 350044 h 361950"/>
                <a:gd name="connsiteX1112" fmla="*/ 54578 w 333375"/>
                <a:gd name="connsiteY1112" fmla="*/ 349853 h 361950"/>
                <a:gd name="connsiteX1113" fmla="*/ 54388 w 333375"/>
                <a:gd name="connsiteY1113" fmla="*/ 351092 h 361950"/>
                <a:gd name="connsiteX1114" fmla="*/ 56674 w 333375"/>
                <a:gd name="connsiteY1114" fmla="*/ 352425 h 361950"/>
                <a:gd name="connsiteX1115" fmla="*/ 57055 w 333375"/>
                <a:gd name="connsiteY1115" fmla="*/ 353568 h 361950"/>
                <a:gd name="connsiteX1116" fmla="*/ 56388 w 333375"/>
                <a:gd name="connsiteY1116" fmla="*/ 354806 h 361950"/>
                <a:gd name="connsiteX1117" fmla="*/ 54102 w 333375"/>
                <a:gd name="connsiteY1117" fmla="*/ 356235 h 361950"/>
                <a:gd name="connsiteX1118" fmla="*/ 53435 w 333375"/>
                <a:gd name="connsiteY1118" fmla="*/ 357188 h 361950"/>
                <a:gd name="connsiteX1119" fmla="*/ 56674 w 333375"/>
                <a:gd name="connsiteY1119" fmla="*/ 357188 h 361950"/>
                <a:gd name="connsiteX1120" fmla="*/ 56864 w 333375"/>
                <a:gd name="connsiteY1120" fmla="*/ 357378 h 361950"/>
                <a:gd name="connsiteX1121" fmla="*/ 57055 w 333375"/>
                <a:gd name="connsiteY1121" fmla="*/ 357664 h 361950"/>
                <a:gd name="connsiteX1122" fmla="*/ 57055 w 333375"/>
                <a:gd name="connsiteY1122" fmla="*/ 357950 h 361950"/>
                <a:gd name="connsiteX1123" fmla="*/ 57055 w 333375"/>
                <a:gd name="connsiteY1123" fmla="*/ 358045 h 361950"/>
                <a:gd name="connsiteX1124" fmla="*/ 58008 w 333375"/>
                <a:gd name="connsiteY1124" fmla="*/ 357759 h 361950"/>
                <a:gd name="connsiteX1125" fmla="*/ 59055 w 333375"/>
                <a:gd name="connsiteY1125" fmla="*/ 357092 h 361950"/>
                <a:gd name="connsiteX1126" fmla="*/ 60674 w 333375"/>
                <a:gd name="connsiteY1126" fmla="*/ 355759 h 361950"/>
                <a:gd name="connsiteX1127" fmla="*/ 60198 w 333375"/>
                <a:gd name="connsiteY1127" fmla="*/ 355568 h 361950"/>
                <a:gd name="connsiteX1128" fmla="*/ 59817 w 333375"/>
                <a:gd name="connsiteY1128" fmla="*/ 355283 h 361950"/>
                <a:gd name="connsiteX1129" fmla="*/ 59436 w 333375"/>
                <a:gd name="connsiteY1129" fmla="*/ 354901 h 361950"/>
                <a:gd name="connsiteX1130" fmla="*/ 59150 w 333375"/>
                <a:gd name="connsiteY1130" fmla="*/ 354425 h 361950"/>
                <a:gd name="connsiteX1131" fmla="*/ 60293 w 333375"/>
                <a:gd name="connsiteY1131" fmla="*/ 354139 h 361950"/>
                <a:gd name="connsiteX1132" fmla="*/ 61722 w 333375"/>
                <a:gd name="connsiteY1132" fmla="*/ 354425 h 361950"/>
                <a:gd name="connsiteX1133" fmla="*/ 63151 w 333375"/>
                <a:gd name="connsiteY1133" fmla="*/ 355092 h 361950"/>
                <a:gd name="connsiteX1134" fmla="*/ 64103 w 333375"/>
                <a:gd name="connsiteY1134" fmla="*/ 355949 h 361950"/>
                <a:gd name="connsiteX1135" fmla="*/ 64199 w 333375"/>
                <a:gd name="connsiteY1135" fmla="*/ 354806 h 361950"/>
                <a:gd name="connsiteX1136" fmla="*/ 63246 w 333375"/>
                <a:gd name="connsiteY1136" fmla="*/ 353854 h 361950"/>
                <a:gd name="connsiteX1137" fmla="*/ 61913 w 333375"/>
                <a:gd name="connsiteY1137" fmla="*/ 353092 h 361950"/>
                <a:gd name="connsiteX1138" fmla="*/ 60865 w 333375"/>
                <a:gd name="connsiteY1138" fmla="*/ 352711 h 361950"/>
                <a:gd name="connsiteX1139" fmla="*/ 61436 w 333375"/>
                <a:gd name="connsiteY1139" fmla="*/ 352425 h 361950"/>
                <a:gd name="connsiteX1140" fmla="*/ 62103 w 333375"/>
                <a:gd name="connsiteY1140" fmla="*/ 352330 h 361950"/>
                <a:gd name="connsiteX1141" fmla="*/ 63437 w 333375"/>
                <a:gd name="connsiteY1141" fmla="*/ 352330 h 361950"/>
                <a:gd name="connsiteX1142" fmla="*/ 63341 w 333375"/>
                <a:gd name="connsiteY1142" fmla="*/ 352139 h 361950"/>
                <a:gd name="connsiteX1143" fmla="*/ 63246 w 333375"/>
                <a:gd name="connsiteY1143" fmla="*/ 351758 h 361950"/>
                <a:gd name="connsiteX1144" fmla="*/ 63056 w 333375"/>
                <a:gd name="connsiteY1144" fmla="*/ 351472 h 361950"/>
                <a:gd name="connsiteX1145" fmla="*/ 64199 w 333375"/>
                <a:gd name="connsiteY1145" fmla="*/ 350901 h 361950"/>
                <a:gd name="connsiteX1146" fmla="*/ 64675 w 333375"/>
                <a:gd name="connsiteY1146" fmla="*/ 351282 h 361950"/>
                <a:gd name="connsiteX1147" fmla="*/ 65151 w 333375"/>
                <a:gd name="connsiteY1147" fmla="*/ 351949 h 361950"/>
                <a:gd name="connsiteX1148" fmla="*/ 66199 w 333375"/>
                <a:gd name="connsiteY1148" fmla="*/ 352330 h 361950"/>
                <a:gd name="connsiteX1149" fmla="*/ 67628 w 333375"/>
                <a:gd name="connsiteY1149" fmla="*/ 352616 h 361950"/>
                <a:gd name="connsiteX1150" fmla="*/ 67533 w 333375"/>
                <a:gd name="connsiteY1150" fmla="*/ 353282 h 361950"/>
                <a:gd name="connsiteX1151" fmla="*/ 66008 w 333375"/>
                <a:gd name="connsiteY1151" fmla="*/ 354997 h 361950"/>
                <a:gd name="connsiteX1152" fmla="*/ 66389 w 333375"/>
                <a:gd name="connsiteY1152" fmla="*/ 355663 h 361950"/>
                <a:gd name="connsiteX1153" fmla="*/ 66961 w 333375"/>
                <a:gd name="connsiteY1153" fmla="*/ 356140 h 361950"/>
                <a:gd name="connsiteX1154" fmla="*/ 67723 w 333375"/>
                <a:gd name="connsiteY1154" fmla="*/ 356235 h 361950"/>
                <a:gd name="connsiteX1155" fmla="*/ 68580 w 333375"/>
                <a:gd name="connsiteY1155" fmla="*/ 355854 h 361950"/>
                <a:gd name="connsiteX1156" fmla="*/ 68390 w 333375"/>
                <a:gd name="connsiteY1156" fmla="*/ 357568 h 361950"/>
                <a:gd name="connsiteX1157" fmla="*/ 67437 w 333375"/>
                <a:gd name="connsiteY1157" fmla="*/ 357854 h 361950"/>
                <a:gd name="connsiteX1158" fmla="*/ 64866 w 333375"/>
                <a:gd name="connsiteY1158" fmla="*/ 357188 h 361950"/>
                <a:gd name="connsiteX1159" fmla="*/ 63722 w 333375"/>
                <a:gd name="connsiteY1159" fmla="*/ 357473 h 361950"/>
                <a:gd name="connsiteX1160" fmla="*/ 62484 w 333375"/>
                <a:gd name="connsiteY1160" fmla="*/ 358140 h 361950"/>
                <a:gd name="connsiteX1161" fmla="*/ 61341 w 333375"/>
                <a:gd name="connsiteY1161" fmla="*/ 358997 h 361950"/>
                <a:gd name="connsiteX1162" fmla="*/ 60674 w 333375"/>
                <a:gd name="connsiteY1162" fmla="*/ 359950 h 361950"/>
                <a:gd name="connsiteX1163" fmla="*/ 61627 w 333375"/>
                <a:gd name="connsiteY1163" fmla="*/ 360331 h 361950"/>
                <a:gd name="connsiteX1164" fmla="*/ 63437 w 333375"/>
                <a:gd name="connsiteY1164" fmla="*/ 359950 h 361950"/>
                <a:gd name="connsiteX1165" fmla="*/ 64294 w 333375"/>
                <a:gd name="connsiteY1165" fmla="*/ 360426 h 361950"/>
                <a:gd name="connsiteX1166" fmla="*/ 61436 w 333375"/>
                <a:gd name="connsiteY1166" fmla="*/ 361759 h 361950"/>
                <a:gd name="connsiteX1167" fmla="*/ 60008 w 333375"/>
                <a:gd name="connsiteY1167" fmla="*/ 361379 h 361950"/>
                <a:gd name="connsiteX1168" fmla="*/ 59246 w 333375"/>
                <a:gd name="connsiteY1168" fmla="*/ 362902 h 361950"/>
                <a:gd name="connsiteX1169" fmla="*/ 58484 w 333375"/>
                <a:gd name="connsiteY1169" fmla="*/ 366331 h 361950"/>
                <a:gd name="connsiteX1170" fmla="*/ 59150 w 333375"/>
                <a:gd name="connsiteY1170" fmla="*/ 366998 h 361950"/>
                <a:gd name="connsiteX1171" fmla="*/ 59912 w 333375"/>
                <a:gd name="connsiteY1171" fmla="*/ 366713 h 361950"/>
                <a:gd name="connsiteX1172" fmla="*/ 60484 w 333375"/>
                <a:gd name="connsiteY1172" fmla="*/ 365855 h 361950"/>
                <a:gd name="connsiteX1173" fmla="*/ 60770 w 333375"/>
                <a:gd name="connsiteY1173" fmla="*/ 364712 h 361950"/>
                <a:gd name="connsiteX1174" fmla="*/ 61246 w 333375"/>
                <a:gd name="connsiteY1174" fmla="*/ 364331 h 361950"/>
                <a:gd name="connsiteX1175" fmla="*/ 62198 w 333375"/>
                <a:gd name="connsiteY1175" fmla="*/ 364141 h 361950"/>
                <a:gd name="connsiteX1176" fmla="*/ 64008 w 333375"/>
                <a:gd name="connsiteY1176" fmla="*/ 364046 h 361950"/>
                <a:gd name="connsiteX1177" fmla="*/ 65913 w 333375"/>
                <a:gd name="connsiteY1177" fmla="*/ 363284 h 361950"/>
                <a:gd name="connsiteX1178" fmla="*/ 66770 w 333375"/>
                <a:gd name="connsiteY1178" fmla="*/ 361759 h 361950"/>
                <a:gd name="connsiteX1179" fmla="*/ 67437 w 333375"/>
                <a:gd name="connsiteY1179" fmla="*/ 360140 h 361950"/>
                <a:gd name="connsiteX1180" fmla="*/ 68675 w 333375"/>
                <a:gd name="connsiteY1180" fmla="*/ 358997 h 361950"/>
                <a:gd name="connsiteX1181" fmla="*/ 68294 w 333375"/>
                <a:gd name="connsiteY1181" fmla="*/ 360045 h 361950"/>
                <a:gd name="connsiteX1182" fmla="*/ 68771 w 333375"/>
                <a:gd name="connsiteY1182" fmla="*/ 360521 h 361950"/>
                <a:gd name="connsiteX1183" fmla="*/ 69437 w 333375"/>
                <a:gd name="connsiteY1183" fmla="*/ 360617 h 361950"/>
                <a:gd name="connsiteX1184" fmla="*/ 69818 w 333375"/>
                <a:gd name="connsiteY1184" fmla="*/ 360521 h 361950"/>
                <a:gd name="connsiteX1185" fmla="*/ 70009 w 333375"/>
                <a:gd name="connsiteY1185" fmla="*/ 359759 h 361950"/>
                <a:gd name="connsiteX1186" fmla="*/ 70390 w 333375"/>
                <a:gd name="connsiteY1186" fmla="*/ 359378 h 361950"/>
                <a:gd name="connsiteX1187" fmla="*/ 70961 w 333375"/>
                <a:gd name="connsiteY1187" fmla="*/ 359378 h 361950"/>
                <a:gd name="connsiteX1188" fmla="*/ 71628 w 333375"/>
                <a:gd name="connsiteY1188" fmla="*/ 359759 h 361950"/>
                <a:gd name="connsiteX1189" fmla="*/ 71533 w 333375"/>
                <a:gd name="connsiteY1189" fmla="*/ 359950 h 361950"/>
                <a:gd name="connsiteX1190" fmla="*/ 71533 w 333375"/>
                <a:gd name="connsiteY1190" fmla="*/ 360045 h 361950"/>
                <a:gd name="connsiteX1191" fmla="*/ 71533 w 333375"/>
                <a:gd name="connsiteY1191" fmla="*/ 360140 h 361950"/>
                <a:gd name="connsiteX1192" fmla="*/ 71342 w 333375"/>
                <a:gd name="connsiteY1192" fmla="*/ 360331 h 361950"/>
                <a:gd name="connsiteX1193" fmla="*/ 71819 w 333375"/>
                <a:gd name="connsiteY1193" fmla="*/ 360807 h 361950"/>
                <a:gd name="connsiteX1194" fmla="*/ 72295 w 333375"/>
                <a:gd name="connsiteY1194" fmla="*/ 361093 h 361950"/>
                <a:gd name="connsiteX1195" fmla="*/ 72771 w 333375"/>
                <a:gd name="connsiteY1195" fmla="*/ 361188 h 361950"/>
                <a:gd name="connsiteX1196" fmla="*/ 73343 w 333375"/>
                <a:gd name="connsiteY1196" fmla="*/ 361188 h 361950"/>
                <a:gd name="connsiteX1197" fmla="*/ 73724 w 333375"/>
                <a:gd name="connsiteY1197" fmla="*/ 360902 h 361950"/>
                <a:gd name="connsiteX1198" fmla="*/ 73724 w 333375"/>
                <a:gd name="connsiteY1198" fmla="*/ 360331 h 361950"/>
                <a:gd name="connsiteX1199" fmla="*/ 73533 w 333375"/>
                <a:gd name="connsiteY1199" fmla="*/ 359378 h 361950"/>
                <a:gd name="connsiteX1200" fmla="*/ 73247 w 333375"/>
                <a:gd name="connsiteY1200" fmla="*/ 358616 h 361950"/>
                <a:gd name="connsiteX1201" fmla="*/ 73152 w 333375"/>
                <a:gd name="connsiteY1201" fmla="*/ 358140 h 361950"/>
                <a:gd name="connsiteX1202" fmla="*/ 73343 w 333375"/>
                <a:gd name="connsiteY1202" fmla="*/ 357950 h 361950"/>
                <a:gd name="connsiteX1203" fmla="*/ 74391 w 333375"/>
                <a:gd name="connsiteY1203" fmla="*/ 357950 h 361950"/>
                <a:gd name="connsiteX1204" fmla="*/ 74771 w 333375"/>
                <a:gd name="connsiteY1204" fmla="*/ 357664 h 361950"/>
                <a:gd name="connsiteX1205" fmla="*/ 74962 w 333375"/>
                <a:gd name="connsiteY1205" fmla="*/ 356997 h 361950"/>
                <a:gd name="connsiteX1206" fmla="*/ 74581 w 333375"/>
                <a:gd name="connsiteY1206" fmla="*/ 356806 h 361950"/>
                <a:gd name="connsiteX1207" fmla="*/ 73819 w 333375"/>
                <a:gd name="connsiteY1207" fmla="*/ 356044 h 361950"/>
                <a:gd name="connsiteX1208" fmla="*/ 74771 w 333375"/>
                <a:gd name="connsiteY1208" fmla="*/ 354806 h 361950"/>
                <a:gd name="connsiteX1209" fmla="*/ 74581 w 333375"/>
                <a:gd name="connsiteY1209" fmla="*/ 353282 h 361950"/>
                <a:gd name="connsiteX1210" fmla="*/ 74104 w 333375"/>
                <a:gd name="connsiteY1210" fmla="*/ 351758 h 361950"/>
                <a:gd name="connsiteX1211" fmla="*/ 74295 w 333375"/>
                <a:gd name="connsiteY1211" fmla="*/ 350234 h 361950"/>
                <a:gd name="connsiteX1212" fmla="*/ 75057 w 333375"/>
                <a:gd name="connsiteY1212" fmla="*/ 350901 h 361950"/>
                <a:gd name="connsiteX1213" fmla="*/ 75629 w 333375"/>
                <a:gd name="connsiteY1213" fmla="*/ 351568 h 361950"/>
                <a:gd name="connsiteX1214" fmla="*/ 76295 w 333375"/>
                <a:gd name="connsiteY1214" fmla="*/ 352044 h 361950"/>
                <a:gd name="connsiteX1215" fmla="*/ 77153 w 333375"/>
                <a:gd name="connsiteY1215" fmla="*/ 352044 h 361950"/>
                <a:gd name="connsiteX1216" fmla="*/ 78010 w 333375"/>
                <a:gd name="connsiteY1216" fmla="*/ 351758 h 361950"/>
                <a:gd name="connsiteX1217" fmla="*/ 78772 w 333375"/>
                <a:gd name="connsiteY1217" fmla="*/ 351377 h 361950"/>
                <a:gd name="connsiteX1218" fmla="*/ 79439 w 333375"/>
                <a:gd name="connsiteY1218" fmla="*/ 350901 h 361950"/>
                <a:gd name="connsiteX1219" fmla="*/ 80105 w 333375"/>
                <a:gd name="connsiteY1219" fmla="*/ 350234 h 361950"/>
                <a:gd name="connsiteX1220" fmla="*/ 79724 w 333375"/>
                <a:gd name="connsiteY1220" fmla="*/ 349758 h 361950"/>
                <a:gd name="connsiteX1221" fmla="*/ 79343 w 333375"/>
                <a:gd name="connsiteY1221" fmla="*/ 350139 h 361950"/>
                <a:gd name="connsiteX1222" fmla="*/ 78962 w 333375"/>
                <a:gd name="connsiteY1222" fmla="*/ 350330 h 361950"/>
                <a:gd name="connsiteX1223" fmla="*/ 78010 w 333375"/>
                <a:gd name="connsiteY1223" fmla="*/ 350330 h 361950"/>
                <a:gd name="connsiteX1224" fmla="*/ 78486 w 333375"/>
                <a:gd name="connsiteY1224" fmla="*/ 349377 h 361950"/>
                <a:gd name="connsiteX1225" fmla="*/ 79153 w 333375"/>
                <a:gd name="connsiteY1225" fmla="*/ 348520 h 361950"/>
                <a:gd name="connsiteX1226" fmla="*/ 78581 w 333375"/>
                <a:gd name="connsiteY1226" fmla="*/ 348234 h 361950"/>
                <a:gd name="connsiteX1227" fmla="*/ 78105 w 333375"/>
                <a:gd name="connsiteY1227" fmla="*/ 348139 h 361950"/>
                <a:gd name="connsiteX1228" fmla="*/ 77534 w 333375"/>
                <a:gd name="connsiteY1228" fmla="*/ 348234 h 361950"/>
                <a:gd name="connsiteX1229" fmla="*/ 76962 w 333375"/>
                <a:gd name="connsiteY1229" fmla="*/ 348425 h 361950"/>
                <a:gd name="connsiteX1230" fmla="*/ 77343 w 333375"/>
                <a:gd name="connsiteY1230" fmla="*/ 347091 h 361950"/>
                <a:gd name="connsiteX1231" fmla="*/ 76867 w 333375"/>
                <a:gd name="connsiteY1231" fmla="*/ 346710 h 361950"/>
                <a:gd name="connsiteX1232" fmla="*/ 75057 w 333375"/>
                <a:gd name="connsiteY1232" fmla="*/ 346996 h 361950"/>
                <a:gd name="connsiteX1233" fmla="*/ 74009 w 333375"/>
                <a:gd name="connsiteY1233" fmla="*/ 346615 h 361950"/>
                <a:gd name="connsiteX1234" fmla="*/ 72676 w 333375"/>
                <a:gd name="connsiteY1234" fmla="*/ 345758 h 361950"/>
                <a:gd name="connsiteX1235" fmla="*/ 71723 w 333375"/>
                <a:gd name="connsiteY1235" fmla="*/ 344614 h 361950"/>
                <a:gd name="connsiteX1236" fmla="*/ 71723 w 333375"/>
                <a:gd name="connsiteY1236" fmla="*/ 343567 h 361950"/>
                <a:gd name="connsiteX1237" fmla="*/ 72676 w 333375"/>
                <a:gd name="connsiteY1237" fmla="*/ 343091 h 361950"/>
                <a:gd name="connsiteX1238" fmla="*/ 74009 w 333375"/>
                <a:gd name="connsiteY1238" fmla="*/ 343091 h 361950"/>
                <a:gd name="connsiteX1239" fmla="*/ 75343 w 333375"/>
                <a:gd name="connsiteY1239" fmla="*/ 343376 h 361950"/>
                <a:gd name="connsiteX1240" fmla="*/ 77438 w 333375"/>
                <a:gd name="connsiteY1240" fmla="*/ 344329 h 361950"/>
                <a:gd name="connsiteX1241" fmla="*/ 78391 w 333375"/>
                <a:gd name="connsiteY1241" fmla="*/ 344519 h 361950"/>
                <a:gd name="connsiteX1242" fmla="*/ 80582 w 333375"/>
                <a:gd name="connsiteY1242" fmla="*/ 344614 h 361950"/>
                <a:gd name="connsiteX1243" fmla="*/ 81058 w 333375"/>
                <a:gd name="connsiteY1243" fmla="*/ 344805 h 361950"/>
                <a:gd name="connsiteX1244" fmla="*/ 82010 w 333375"/>
                <a:gd name="connsiteY1244" fmla="*/ 345376 h 361950"/>
                <a:gd name="connsiteX1245" fmla="*/ 82582 w 333375"/>
                <a:gd name="connsiteY1245" fmla="*/ 345472 h 361950"/>
                <a:gd name="connsiteX1246" fmla="*/ 83344 w 333375"/>
                <a:gd name="connsiteY1246" fmla="*/ 345567 h 361950"/>
                <a:gd name="connsiteX1247" fmla="*/ 83629 w 333375"/>
                <a:gd name="connsiteY1247" fmla="*/ 345853 h 361950"/>
                <a:gd name="connsiteX1248" fmla="*/ 83534 w 333375"/>
                <a:gd name="connsiteY1248" fmla="*/ 347091 h 361950"/>
                <a:gd name="connsiteX1249" fmla="*/ 83534 w 333375"/>
                <a:gd name="connsiteY1249" fmla="*/ 347853 h 361950"/>
                <a:gd name="connsiteX1250" fmla="*/ 83629 w 333375"/>
                <a:gd name="connsiteY1250" fmla="*/ 348329 h 361950"/>
                <a:gd name="connsiteX1251" fmla="*/ 83916 w 333375"/>
                <a:gd name="connsiteY1251" fmla="*/ 348615 h 361950"/>
                <a:gd name="connsiteX1252" fmla="*/ 85154 w 333375"/>
                <a:gd name="connsiteY1252" fmla="*/ 348901 h 361950"/>
                <a:gd name="connsiteX1253" fmla="*/ 85439 w 333375"/>
                <a:gd name="connsiteY1253" fmla="*/ 349377 h 361950"/>
                <a:gd name="connsiteX1254" fmla="*/ 85630 w 333375"/>
                <a:gd name="connsiteY1254" fmla="*/ 350044 h 361950"/>
                <a:gd name="connsiteX1255" fmla="*/ 88297 w 333375"/>
                <a:gd name="connsiteY1255" fmla="*/ 354139 h 361950"/>
                <a:gd name="connsiteX1256" fmla="*/ 89154 w 333375"/>
                <a:gd name="connsiteY1256" fmla="*/ 355092 h 361950"/>
                <a:gd name="connsiteX1257" fmla="*/ 89726 w 333375"/>
                <a:gd name="connsiteY1257" fmla="*/ 355473 h 361950"/>
                <a:gd name="connsiteX1258" fmla="*/ 90011 w 333375"/>
                <a:gd name="connsiteY1258" fmla="*/ 355568 h 361950"/>
                <a:gd name="connsiteX1259" fmla="*/ 90392 w 333375"/>
                <a:gd name="connsiteY1259" fmla="*/ 355568 h 361950"/>
                <a:gd name="connsiteX1260" fmla="*/ 91059 w 333375"/>
                <a:gd name="connsiteY1260" fmla="*/ 355663 h 361950"/>
                <a:gd name="connsiteX1261" fmla="*/ 91631 w 333375"/>
                <a:gd name="connsiteY1261" fmla="*/ 355854 h 361950"/>
                <a:gd name="connsiteX1262" fmla="*/ 92202 w 333375"/>
                <a:gd name="connsiteY1262" fmla="*/ 356140 h 361950"/>
                <a:gd name="connsiteX1263" fmla="*/ 92774 w 333375"/>
                <a:gd name="connsiteY1263" fmla="*/ 356521 h 361950"/>
                <a:gd name="connsiteX1264" fmla="*/ 93250 w 333375"/>
                <a:gd name="connsiteY1264" fmla="*/ 356997 h 361950"/>
                <a:gd name="connsiteX1265" fmla="*/ 93154 w 333375"/>
                <a:gd name="connsiteY1265" fmla="*/ 356044 h 361950"/>
                <a:gd name="connsiteX1266" fmla="*/ 92678 w 333375"/>
                <a:gd name="connsiteY1266" fmla="*/ 354235 h 361950"/>
                <a:gd name="connsiteX1267" fmla="*/ 92583 w 333375"/>
                <a:gd name="connsiteY1267" fmla="*/ 353568 h 361950"/>
                <a:gd name="connsiteX1268" fmla="*/ 92202 w 333375"/>
                <a:gd name="connsiteY1268" fmla="*/ 353282 h 361950"/>
                <a:gd name="connsiteX1269" fmla="*/ 91440 w 333375"/>
                <a:gd name="connsiteY1269" fmla="*/ 352616 h 361950"/>
                <a:gd name="connsiteX1270" fmla="*/ 91059 w 333375"/>
                <a:gd name="connsiteY1270" fmla="*/ 351758 h 361950"/>
                <a:gd name="connsiteX1271" fmla="*/ 91821 w 333375"/>
                <a:gd name="connsiteY1271" fmla="*/ 351092 h 361950"/>
                <a:gd name="connsiteX1272" fmla="*/ 92393 w 333375"/>
                <a:gd name="connsiteY1272" fmla="*/ 351282 h 361950"/>
                <a:gd name="connsiteX1273" fmla="*/ 93250 w 333375"/>
                <a:gd name="connsiteY1273" fmla="*/ 351949 h 361950"/>
                <a:gd name="connsiteX1274" fmla="*/ 94012 w 333375"/>
                <a:gd name="connsiteY1274" fmla="*/ 352806 h 361950"/>
                <a:gd name="connsiteX1275" fmla="*/ 94393 w 333375"/>
                <a:gd name="connsiteY1275" fmla="*/ 353568 h 361950"/>
                <a:gd name="connsiteX1276" fmla="*/ 94679 w 333375"/>
                <a:gd name="connsiteY1276" fmla="*/ 354901 h 361950"/>
                <a:gd name="connsiteX1277" fmla="*/ 95345 w 333375"/>
                <a:gd name="connsiteY1277" fmla="*/ 354901 h 361950"/>
                <a:gd name="connsiteX1278" fmla="*/ 96869 w 333375"/>
                <a:gd name="connsiteY1278" fmla="*/ 353759 h 361950"/>
                <a:gd name="connsiteX1279" fmla="*/ 97060 w 333375"/>
                <a:gd name="connsiteY1279" fmla="*/ 356806 h 361950"/>
                <a:gd name="connsiteX1280" fmla="*/ 97250 w 333375"/>
                <a:gd name="connsiteY1280" fmla="*/ 358330 h 361950"/>
                <a:gd name="connsiteX1281" fmla="*/ 97727 w 333375"/>
                <a:gd name="connsiteY1281" fmla="*/ 358521 h 361950"/>
                <a:gd name="connsiteX1282" fmla="*/ 98489 w 333375"/>
                <a:gd name="connsiteY1282" fmla="*/ 358426 h 361950"/>
                <a:gd name="connsiteX1283" fmla="*/ 99060 w 333375"/>
                <a:gd name="connsiteY1283" fmla="*/ 359664 h 361950"/>
                <a:gd name="connsiteX1284" fmla="*/ 99727 w 333375"/>
                <a:gd name="connsiteY1284" fmla="*/ 362331 h 361950"/>
                <a:gd name="connsiteX1285" fmla="*/ 102203 w 333375"/>
                <a:gd name="connsiteY1285" fmla="*/ 362807 h 361950"/>
                <a:gd name="connsiteX1286" fmla="*/ 102394 w 333375"/>
                <a:gd name="connsiteY1286" fmla="*/ 362331 h 361950"/>
                <a:gd name="connsiteX1287" fmla="*/ 102584 w 333375"/>
                <a:gd name="connsiteY1287" fmla="*/ 361379 h 361950"/>
                <a:gd name="connsiteX1288" fmla="*/ 102679 w 333375"/>
                <a:gd name="connsiteY1288" fmla="*/ 360521 h 361950"/>
                <a:gd name="connsiteX1289" fmla="*/ 102394 w 333375"/>
                <a:gd name="connsiteY1289" fmla="*/ 359855 h 361950"/>
                <a:gd name="connsiteX1290" fmla="*/ 102013 w 333375"/>
                <a:gd name="connsiteY1290" fmla="*/ 358426 h 361950"/>
                <a:gd name="connsiteX1291" fmla="*/ 101822 w 333375"/>
                <a:gd name="connsiteY1291" fmla="*/ 357378 h 361950"/>
                <a:gd name="connsiteX1292" fmla="*/ 101727 w 333375"/>
                <a:gd name="connsiteY1292" fmla="*/ 357092 h 361950"/>
                <a:gd name="connsiteX1293" fmla="*/ 101822 w 333375"/>
                <a:gd name="connsiteY1293" fmla="*/ 356902 h 361950"/>
                <a:gd name="connsiteX1294" fmla="*/ 102299 w 333375"/>
                <a:gd name="connsiteY1294" fmla="*/ 356425 h 361950"/>
                <a:gd name="connsiteX1295" fmla="*/ 103346 w 333375"/>
                <a:gd name="connsiteY1295" fmla="*/ 355663 h 361950"/>
                <a:gd name="connsiteX1296" fmla="*/ 104489 w 333375"/>
                <a:gd name="connsiteY1296" fmla="*/ 355378 h 361950"/>
                <a:gd name="connsiteX1297" fmla="*/ 106394 w 333375"/>
                <a:gd name="connsiteY1297" fmla="*/ 355473 h 361950"/>
                <a:gd name="connsiteX1298" fmla="*/ 107633 w 333375"/>
                <a:gd name="connsiteY1298" fmla="*/ 355378 h 361950"/>
                <a:gd name="connsiteX1299" fmla="*/ 108680 w 333375"/>
                <a:gd name="connsiteY1299" fmla="*/ 354997 h 361950"/>
                <a:gd name="connsiteX1300" fmla="*/ 112776 w 333375"/>
                <a:gd name="connsiteY1300" fmla="*/ 352806 h 361950"/>
                <a:gd name="connsiteX1301" fmla="*/ 113824 w 333375"/>
                <a:gd name="connsiteY1301" fmla="*/ 352425 h 361950"/>
                <a:gd name="connsiteX1302" fmla="*/ 114872 w 333375"/>
                <a:gd name="connsiteY1302" fmla="*/ 352234 h 361950"/>
                <a:gd name="connsiteX1303" fmla="*/ 115253 w 333375"/>
                <a:gd name="connsiteY1303" fmla="*/ 352520 h 361950"/>
                <a:gd name="connsiteX1304" fmla="*/ 116491 w 333375"/>
                <a:gd name="connsiteY1304" fmla="*/ 354711 h 361950"/>
                <a:gd name="connsiteX1305" fmla="*/ 116967 w 333375"/>
                <a:gd name="connsiteY1305" fmla="*/ 355092 h 361950"/>
                <a:gd name="connsiteX1306" fmla="*/ 124301 w 333375"/>
                <a:gd name="connsiteY1306" fmla="*/ 359759 h 361950"/>
                <a:gd name="connsiteX1307" fmla="*/ 125159 w 333375"/>
                <a:gd name="connsiteY1307" fmla="*/ 359950 h 361950"/>
                <a:gd name="connsiteX1308" fmla="*/ 126587 w 333375"/>
                <a:gd name="connsiteY1308" fmla="*/ 359092 h 361950"/>
                <a:gd name="connsiteX1309" fmla="*/ 126587 w 333375"/>
                <a:gd name="connsiteY1309" fmla="*/ 359092 h 361950"/>
                <a:gd name="connsiteX1310" fmla="*/ 127730 w 333375"/>
                <a:gd name="connsiteY1310" fmla="*/ 358426 h 361950"/>
                <a:gd name="connsiteX1311" fmla="*/ 128207 w 333375"/>
                <a:gd name="connsiteY1311" fmla="*/ 358330 h 361950"/>
                <a:gd name="connsiteX1312" fmla="*/ 128397 w 333375"/>
                <a:gd name="connsiteY1312" fmla="*/ 357283 h 361950"/>
                <a:gd name="connsiteX1313" fmla="*/ 128969 w 333375"/>
                <a:gd name="connsiteY1313" fmla="*/ 356425 h 361950"/>
                <a:gd name="connsiteX1314" fmla="*/ 128969 w 333375"/>
                <a:gd name="connsiteY1314" fmla="*/ 356425 h 361950"/>
                <a:gd name="connsiteX1315" fmla="*/ 128588 w 333375"/>
                <a:gd name="connsiteY1315" fmla="*/ 350710 h 361950"/>
                <a:gd name="connsiteX1316" fmla="*/ 128873 w 333375"/>
                <a:gd name="connsiteY1316" fmla="*/ 349091 h 361950"/>
                <a:gd name="connsiteX1317" fmla="*/ 129540 w 333375"/>
                <a:gd name="connsiteY1317" fmla="*/ 348615 h 361950"/>
                <a:gd name="connsiteX1318" fmla="*/ 130493 w 333375"/>
                <a:gd name="connsiteY1318" fmla="*/ 348520 h 361950"/>
                <a:gd name="connsiteX1319" fmla="*/ 131826 w 333375"/>
                <a:gd name="connsiteY1319" fmla="*/ 348043 h 361950"/>
                <a:gd name="connsiteX1320" fmla="*/ 133922 w 333375"/>
                <a:gd name="connsiteY1320" fmla="*/ 346329 h 361950"/>
                <a:gd name="connsiteX1321" fmla="*/ 138398 w 333375"/>
                <a:gd name="connsiteY1321" fmla="*/ 339471 h 361950"/>
                <a:gd name="connsiteX1322" fmla="*/ 139351 w 333375"/>
                <a:gd name="connsiteY1322" fmla="*/ 338518 h 361950"/>
                <a:gd name="connsiteX1323" fmla="*/ 141351 w 333375"/>
                <a:gd name="connsiteY1323" fmla="*/ 336899 h 361950"/>
                <a:gd name="connsiteX1324" fmla="*/ 142208 w 333375"/>
                <a:gd name="connsiteY1324" fmla="*/ 335947 h 361950"/>
                <a:gd name="connsiteX1325" fmla="*/ 143256 w 333375"/>
                <a:gd name="connsiteY1325" fmla="*/ 333280 h 361950"/>
                <a:gd name="connsiteX1326" fmla="*/ 144018 w 333375"/>
                <a:gd name="connsiteY1326" fmla="*/ 331470 h 361950"/>
                <a:gd name="connsiteX1327" fmla="*/ 144685 w 333375"/>
                <a:gd name="connsiteY1327" fmla="*/ 330613 h 361950"/>
                <a:gd name="connsiteX1328" fmla="*/ 144971 w 333375"/>
                <a:gd name="connsiteY1328" fmla="*/ 330232 h 361950"/>
                <a:gd name="connsiteX1329" fmla="*/ 147828 w 333375"/>
                <a:gd name="connsiteY1329" fmla="*/ 327850 h 361950"/>
                <a:gd name="connsiteX1330" fmla="*/ 151162 w 333375"/>
                <a:gd name="connsiteY1330" fmla="*/ 325755 h 361950"/>
                <a:gd name="connsiteX1331" fmla="*/ 154686 w 333375"/>
                <a:gd name="connsiteY1331" fmla="*/ 324326 h 361950"/>
                <a:gd name="connsiteX1332" fmla="*/ 158115 w 333375"/>
                <a:gd name="connsiteY1332" fmla="*/ 323945 h 361950"/>
                <a:gd name="connsiteX1333" fmla="*/ 159829 w 333375"/>
                <a:gd name="connsiteY1333" fmla="*/ 324136 h 361950"/>
                <a:gd name="connsiteX1334" fmla="*/ 166307 w 333375"/>
                <a:gd name="connsiteY1334" fmla="*/ 323564 h 361950"/>
                <a:gd name="connsiteX1335" fmla="*/ 171355 w 333375"/>
                <a:gd name="connsiteY1335" fmla="*/ 325088 h 361950"/>
                <a:gd name="connsiteX1336" fmla="*/ 172974 w 333375"/>
                <a:gd name="connsiteY1336" fmla="*/ 324898 h 361950"/>
                <a:gd name="connsiteX1337" fmla="*/ 176117 w 333375"/>
                <a:gd name="connsiteY1337" fmla="*/ 323945 h 361950"/>
                <a:gd name="connsiteX1338" fmla="*/ 186309 w 333375"/>
                <a:gd name="connsiteY1338" fmla="*/ 323088 h 361950"/>
                <a:gd name="connsiteX1339" fmla="*/ 186690 w 333375"/>
                <a:gd name="connsiteY1339" fmla="*/ 323374 h 361950"/>
                <a:gd name="connsiteX1340" fmla="*/ 187357 w 333375"/>
                <a:gd name="connsiteY1340" fmla="*/ 324326 h 361950"/>
                <a:gd name="connsiteX1341" fmla="*/ 188024 w 333375"/>
                <a:gd name="connsiteY1341" fmla="*/ 324993 h 361950"/>
                <a:gd name="connsiteX1342" fmla="*/ 188786 w 333375"/>
                <a:gd name="connsiteY1342" fmla="*/ 325184 h 361950"/>
                <a:gd name="connsiteX1343" fmla="*/ 192310 w 333375"/>
                <a:gd name="connsiteY1343" fmla="*/ 324421 h 361950"/>
                <a:gd name="connsiteX1344" fmla="*/ 197834 w 333375"/>
                <a:gd name="connsiteY1344" fmla="*/ 324707 h 361950"/>
                <a:gd name="connsiteX1345" fmla="*/ 201454 w 333375"/>
                <a:gd name="connsiteY1345" fmla="*/ 324421 h 361950"/>
                <a:gd name="connsiteX1346" fmla="*/ 205073 w 333375"/>
                <a:gd name="connsiteY1346" fmla="*/ 323183 h 361950"/>
                <a:gd name="connsiteX1347" fmla="*/ 208407 w 333375"/>
                <a:gd name="connsiteY1347" fmla="*/ 320992 h 361950"/>
                <a:gd name="connsiteX1348" fmla="*/ 211169 w 333375"/>
                <a:gd name="connsiteY1348" fmla="*/ 318040 h 361950"/>
                <a:gd name="connsiteX1349" fmla="*/ 212408 w 333375"/>
                <a:gd name="connsiteY1349" fmla="*/ 316325 h 361950"/>
                <a:gd name="connsiteX1350" fmla="*/ 213455 w 333375"/>
                <a:gd name="connsiteY1350" fmla="*/ 314516 h 361950"/>
                <a:gd name="connsiteX1351" fmla="*/ 214122 w 333375"/>
                <a:gd name="connsiteY1351" fmla="*/ 312420 h 361950"/>
                <a:gd name="connsiteX1352" fmla="*/ 214313 w 333375"/>
                <a:gd name="connsiteY1352" fmla="*/ 310039 h 361950"/>
                <a:gd name="connsiteX1353" fmla="*/ 213836 w 333375"/>
                <a:gd name="connsiteY1353" fmla="*/ 307753 h 361950"/>
                <a:gd name="connsiteX1354" fmla="*/ 213741 w 333375"/>
                <a:gd name="connsiteY1354" fmla="*/ 306610 h 361950"/>
                <a:gd name="connsiteX1355" fmla="*/ 214122 w 333375"/>
                <a:gd name="connsiteY1355" fmla="*/ 305752 h 361950"/>
                <a:gd name="connsiteX1356" fmla="*/ 215551 w 333375"/>
                <a:gd name="connsiteY1356" fmla="*/ 304609 h 361950"/>
                <a:gd name="connsiteX1357" fmla="*/ 218504 w 333375"/>
                <a:gd name="connsiteY1357" fmla="*/ 303085 h 361950"/>
                <a:gd name="connsiteX1358" fmla="*/ 218504 w 333375"/>
                <a:gd name="connsiteY1358" fmla="*/ 303085 h 361950"/>
                <a:gd name="connsiteX1359" fmla="*/ 218313 w 333375"/>
                <a:gd name="connsiteY1359" fmla="*/ 301847 h 361950"/>
                <a:gd name="connsiteX1360" fmla="*/ 218313 w 333375"/>
                <a:gd name="connsiteY1360" fmla="*/ 300609 h 361950"/>
                <a:gd name="connsiteX1361" fmla="*/ 218218 w 333375"/>
                <a:gd name="connsiteY1361" fmla="*/ 299656 h 361950"/>
                <a:gd name="connsiteX1362" fmla="*/ 218218 w 333375"/>
                <a:gd name="connsiteY1362" fmla="*/ 299466 h 361950"/>
                <a:gd name="connsiteX1363" fmla="*/ 217551 w 333375"/>
                <a:gd name="connsiteY1363" fmla="*/ 298228 h 361950"/>
                <a:gd name="connsiteX1364" fmla="*/ 217075 w 333375"/>
                <a:gd name="connsiteY1364" fmla="*/ 297751 h 361950"/>
                <a:gd name="connsiteX1365" fmla="*/ 216218 w 333375"/>
                <a:gd name="connsiteY1365" fmla="*/ 297180 h 361950"/>
                <a:gd name="connsiteX1366" fmla="*/ 215837 w 333375"/>
                <a:gd name="connsiteY1366" fmla="*/ 296799 h 361950"/>
                <a:gd name="connsiteX1367" fmla="*/ 214217 w 333375"/>
                <a:gd name="connsiteY1367" fmla="*/ 294227 h 361950"/>
                <a:gd name="connsiteX1368" fmla="*/ 213551 w 333375"/>
                <a:gd name="connsiteY1368" fmla="*/ 294418 h 361950"/>
                <a:gd name="connsiteX1369" fmla="*/ 211169 w 333375"/>
                <a:gd name="connsiteY1369" fmla="*/ 295751 h 361950"/>
                <a:gd name="connsiteX1370" fmla="*/ 210408 w 333375"/>
                <a:gd name="connsiteY1370" fmla="*/ 296037 h 361950"/>
                <a:gd name="connsiteX1371" fmla="*/ 204121 w 333375"/>
                <a:gd name="connsiteY1371" fmla="*/ 288226 h 361950"/>
                <a:gd name="connsiteX1372" fmla="*/ 200120 w 333375"/>
                <a:gd name="connsiteY1372" fmla="*/ 287274 h 361950"/>
                <a:gd name="connsiteX1373" fmla="*/ 199073 w 333375"/>
                <a:gd name="connsiteY1373" fmla="*/ 286131 h 361950"/>
                <a:gd name="connsiteX1374" fmla="*/ 197263 w 333375"/>
                <a:gd name="connsiteY1374" fmla="*/ 283273 h 361950"/>
                <a:gd name="connsiteX1375" fmla="*/ 196310 w 333375"/>
                <a:gd name="connsiteY1375" fmla="*/ 282702 h 361950"/>
                <a:gd name="connsiteX1376" fmla="*/ 195834 w 333375"/>
                <a:gd name="connsiteY1376" fmla="*/ 282512 h 361950"/>
                <a:gd name="connsiteX1377" fmla="*/ 195453 w 333375"/>
                <a:gd name="connsiteY1377" fmla="*/ 282130 h 361950"/>
                <a:gd name="connsiteX1378" fmla="*/ 195167 w 333375"/>
                <a:gd name="connsiteY1378" fmla="*/ 281559 h 361950"/>
                <a:gd name="connsiteX1379" fmla="*/ 194977 w 333375"/>
                <a:gd name="connsiteY1379" fmla="*/ 280511 h 361950"/>
                <a:gd name="connsiteX1380" fmla="*/ 194786 w 333375"/>
                <a:gd name="connsiteY1380" fmla="*/ 280035 h 361950"/>
                <a:gd name="connsiteX1381" fmla="*/ 194501 w 333375"/>
                <a:gd name="connsiteY1381" fmla="*/ 279844 h 361950"/>
                <a:gd name="connsiteX1382" fmla="*/ 194120 w 333375"/>
                <a:gd name="connsiteY1382" fmla="*/ 280035 h 361950"/>
                <a:gd name="connsiteX1383" fmla="*/ 193643 w 333375"/>
                <a:gd name="connsiteY1383" fmla="*/ 280511 h 361950"/>
                <a:gd name="connsiteX1384" fmla="*/ 193453 w 333375"/>
                <a:gd name="connsiteY1384" fmla="*/ 280225 h 361950"/>
                <a:gd name="connsiteX1385" fmla="*/ 193262 w 333375"/>
                <a:gd name="connsiteY1385" fmla="*/ 279368 h 361950"/>
                <a:gd name="connsiteX1386" fmla="*/ 191453 w 333375"/>
                <a:gd name="connsiteY1386" fmla="*/ 277559 h 361950"/>
                <a:gd name="connsiteX1387" fmla="*/ 190691 w 333375"/>
                <a:gd name="connsiteY1387" fmla="*/ 276416 h 361950"/>
                <a:gd name="connsiteX1388" fmla="*/ 190405 w 333375"/>
                <a:gd name="connsiteY1388" fmla="*/ 275463 h 361950"/>
                <a:gd name="connsiteX1389" fmla="*/ 190024 w 333375"/>
                <a:gd name="connsiteY1389" fmla="*/ 274796 h 361950"/>
                <a:gd name="connsiteX1390" fmla="*/ 188404 w 333375"/>
                <a:gd name="connsiteY1390" fmla="*/ 272415 h 361950"/>
                <a:gd name="connsiteX1391" fmla="*/ 187166 w 333375"/>
                <a:gd name="connsiteY1391" fmla="*/ 270319 h 361950"/>
                <a:gd name="connsiteX1392" fmla="*/ 186595 w 333375"/>
                <a:gd name="connsiteY1392" fmla="*/ 269748 h 361950"/>
                <a:gd name="connsiteX1393" fmla="*/ 185833 w 333375"/>
                <a:gd name="connsiteY1393" fmla="*/ 269653 h 361950"/>
                <a:gd name="connsiteX1394" fmla="*/ 182213 w 333375"/>
                <a:gd name="connsiteY1394" fmla="*/ 269653 h 361950"/>
                <a:gd name="connsiteX1395" fmla="*/ 181451 w 333375"/>
                <a:gd name="connsiteY1395" fmla="*/ 269462 h 361950"/>
                <a:gd name="connsiteX1396" fmla="*/ 180975 w 333375"/>
                <a:gd name="connsiteY1396" fmla="*/ 268891 h 361950"/>
                <a:gd name="connsiteX1397" fmla="*/ 180499 w 333375"/>
                <a:gd name="connsiteY1397" fmla="*/ 268224 h 361950"/>
                <a:gd name="connsiteX1398" fmla="*/ 179927 w 333375"/>
                <a:gd name="connsiteY1398" fmla="*/ 267748 h 361950"/>
                <a:gd name="connsiteX1399" fmla="*/ 178594 w 333375"/>
                <a:gd name="connsiteY1399" fmla="*/ 267367 h 361950"/>
                <a:gd name="connsiteX1400" fmla="*/ 174593 w 333375"/>
                <a:gd name="connsiteY1400" fmla="*/ 267748 h 361950"/>
                <a:gd name="connsiteX1401" fmla="*/ 173546 w 333375"/>
                <a:gd name="connsiteY1401" fmla="*/ 267081 h 361950"/>
                <a:gd name="connsiteX1402" fmla="*/ 172498 w 333375"/>
                <a:gd name="connsiteY1402" fmla="*/ 264509 h 361950"/>
                <a:gd name="connsiteX1403" fmla="*/ 171545 w 333375"/>
                <a:gd name="connsiteY1403" fmla="*/ 264605 h 361950"/>
                <a:gd name="connsiteX1404" fmla="*/ 171545 w 333375"/>
                <a:gd name="connsiteY1404" fmla="*/ 264985 h 361950"/>
                <a:gd name="connsiteX1405" fmla="*/ 171641 w 333375"/>
                <a:gd name="connsiteY1405" fmla="*/ 265652 h 361950"/>
                <a:gd name="connsiteX1406" fmla="*/ 171450 w 333375"/>
                <a:gd name="connsiteY1406" fmla="*/ 266224 h 361950"/>
                <a:gd name="connsiteX1407" fmla="*/ 170402 w 333375"/>
                <a:gd name="connsiteY1407" fmla="*/ 266414 h 361950"/>
                <a:gd name="connsiteX1408" fmla="*/ 169831 w 333375"/>
                <a:gd name="connsiteY1408" fmla="*/ 266129 h 361950"/>
                <a:gd name="connsiteX1409" fmla="*/ 168688 w 333375"/>
                <a:gd name="connsiteY1409" fmla="*/ 264890 h 361950"/>
                <a:gd name="connsiteX1410" fmla="*/ 168116 w 333375"/>
                <a:gd name="connsiteY1410" fmla="*/ 264605 h 361950"/>
                <a:gd name="connsiteX1411" fmla="*/ 167354 w 333375"/>
                <a:gd name="connsiteY1411" fmla="*/ 264033 h 361950"/>
                <a:gd name="connsiteX1412" fmla="*/ 166783 w 333375"/>
                <a:gd name="connsiteY1412" fmla="*/ 262700 h 361950"/>
                <a:gd name="connsiteX1413" fmla="*/ 166211 w 333375"/>
                <a:gd name="connsiteY1413" fmla="*/ 261461 h 361950"/>
                <a:gd name="connsiteX1414" fmla="*/ 166592 w 333375"/>
                <a:gd name="connsiteY1414" fmla="*/ 259556 h 361950"/>
                <a:gd name="connsiteX1415" fmla="*/ 167069 w 333375"/>
                <a:gd name="connsiteY1415" fmla="*/ 257651 h 361950"/>
                <a:gd name="connsiteX1416" fmla="*/ 167640 w 333375"/>
                <a:gd name="connsiteY1416" fmla="*/ 255842 h 361950"/>
                <a:gd name="connsiteX1417" fmla="*/ 167545 w 333375"/>
                <a:gd name="connsiteY1417" fmla="*/ 255460 h 361950"/>
                <a:gd name="connsiteX1418" fmla="*/ 167354 w 333375"/>
                <a:gd name="connsiteY1418" fmla="*/ 254984 h 361950"/>
                <a:gd name="connsiteX1419" fmla="*/ 167354 w 333375"/>
                <a:gd name="connsiteY1419" fmla="*/ 254603 h 361950"/>
                <a:gd name="connsiteX1420" fmla="*/ 167831 w 333375"/>
                <a:gd name="connsiteY1420" fmla="*/ 254413 h 361950"/>
                <a:gd name="connsiteX1421" fmla="*/ 168212 w 333375"/>
                <a:gd name="connsiteY1421" fmla="*/ 254508 h 361950"/>
                <a:gd name="connsiteX1422" fmla="*/ 168593 w 333375"/>
                <a:gd name="connsiteY1422" fmla="*/ 254698 h 361950"/>
                <a:gd name="connsiteX1423" fmla="*/ 168878 w 333375"/>
                <a:gd name="connsiteY1423" fmla="*/ 254984 h 361950"/>
                <a:gd name="connsiteX1424" fmla="*/ 169164 w 333375"/>
                <a:gd name="connsiteY1424" fmla="*/ 255365 h 361950"/>
                <a:gd name="connsiteX1425" fmla="*/ 169641 w 333375"/>
                <a:gd name="connsiteY1425" fmla="*/ 255079 h 361950"/>
                <a:gd name="connsiteX1426" fmla="*/ 171260 w 333375"/>
                <a:gd name="connsiteY1426" fmla="*/ 254698 h 361950"/>
                <a:gd name="connsiteX1427" fmla="*/ 171641 w 333375"/>
                <a:gd name="connsiteY1427" fmla="*/ 254222 h 361950"/>
                <a:gd name="connsiteX1428" fmla="*/ 171355 w 333375"/>
                <a:gd name="connsiteY1428" fmla="*/ 253079 h 361950"/>
                <a:gd name="connsiteX1429" fmla="*/ 170593 w 333375"/>
                <a:gd name="connsiteY1429" fmla="*/ 252793 h 361950"/>
                <a:gd name="connsiteX1430" fmla="*/ 169736 w 333375"/>
                <a:gd name="connsiteY1430" fmla="*/ 253079 h 361950"/>
                <a:gd name="connsiteX1431" fmla="*/ 169069 w 333375"/>
                <a:gd name="connsiteY1431" fmla="*/ 253555 h 361950"/>
                <a:gd name="connsiteX1432" fmla="*/ 168497 w 333375"/>
                <a:gd name="connsiteY1432" fmla="*/ 253270 h 361950"/>
                <a:gd name="connsiteX1433" fmla="*/ 167259 w 333375"/>
                <a:gd name="connsiteY1433" fmla="*/ 252889 h 361950"/>
                <a:gd name="connsiteX1434" fmla="*/ 166688 w 333375"/>
                <a:gd name="connsiteY1434" fmla="*/ 252603 h 361950"/>
                <a:gd name="connsiteX1435" fmla="*/ 166688 w 333375"/>
                <a:gd name="connsiteY1435" fmla="*/ 252127 h 361950"/>
                <a:gd name="connsiteX1436" fmla="*/ 169164 w 333375"/>
                <a:gd name="connsiteY1436" fmla="*/ 251174 h 361950"/>
                <a:gd name="connsiteX1437" fmla="*/ 169450 w 333375"/>
                <a:gd name="connsiteY1437" fmla="*/ 250888 h 361950"/>
                <a:gd name="connsiteX1438" fmla="*/ 169831 w 333375"/>
                <a:gd name="connsiteY1438" fmla="*/ 250317 h 361950"/>
                <a:gd name="connsiteX1439" fmla="*/ 169926 w 333375"/>
                <a:gd name="connsiteY1439" fmla="*/ 250126 h 361950"/>
                <a:gd name="connsiteX1440" fmla="*/ 171450 w 333375"/>
                <a:gd name="connsiteY1440" fmla="*/ 248602 h 361950"/>
                <a:gd name="connsiteX1441" fmla="*/ 172117 w 333375"/>
                <a:gd name="connsiteY1441" fmla="*/ 248126 h 361950"/>
                <a:gd name="connsiteX1442" fmla="*/ 172784 w 333375"/>
                <a:gd name="connsiteY1442" fmla="*/ 248412 h 361950"/>
                <a:gd name="connsiteX1443" fmla="*/ 173260 w 333375"/>
                <a:gd name="connsiteY1443" fmla="*/ 249174 h 361950"/>
                <a:gd name="connsiteX1444" fmla="*/ 173450 w 333375"/>
                <a:gd name="connsiteY1444" fmla="*/ 250126 h 361950"/>
                <a:gd name="connsiteX1445" fmla="*/ 175260 w 333375"/>
                <a:gd name="connsiteY1445" fmla="*/ 252698 h 361950"/>
                <a:gd name="connsiteX1446" fmla="*/ 174498 w 333375"/>
                <a:gd name="connsiteY1446" fmla="*/ 254508 h 361950"/>
                <a:gd name="connsiteX1447" fmla="*/ 174117 w 333375"/>
                <a:gd name="connsiteY1447" fmla="*/ 255556 h 361950"/>
                <a:gd name="connsiteX1448" fmla="*/ 174212 w 333375"/>
                <a:gd name="connsiteY1448" fmla="*/ 256413 h 361950"/>
                <a:gd name="connsiteX1449" fmla="*/ 174784 w 333375"/>
                <a:gd name="connsiteY1449" fmla="*/ 257175 h 361950"/>
                <a:gd name="connsiteX1450" fmla="*/ 175355 w 333375"/>
                <a:gd name="connsiteY1450" fmla="*/ 257366 h 361950"/>
                <a:gd name="connsiteX1451" fmla="*/ 175927 w 333375"/>
                <a:gd name="connsiteY1451" fmla="*/ 257080 h 361950"/>
                <a:gd name="connsiteX1452" fmla="*/ 176308 w 333375"/>
                <a:gd name="connsiteY1452" fmla="*/ 256413 h 361950"/>
                <a:gd name="connsiteX1453" fmla="*/ 176308 w 333375"/>
                <a:gd name="connsiteY1453" fmla="*/ 254508 h 361950"/>
                <a:gd name="connsiteX1454" fmla="*/ 174879 w 333375"/>
                <a:gd name="connsiteY1454" fmla="*/ 247745 h 361950"/>
                <a:gd name="connsiteX1455" fmla="*/ 174117 w 333375"/>
                <a:gd name="connsiteY1455" fmla="*/ 243173 h 361950"/>
                <a:gd name="connsiteX1456" fmla="*/ 174975 w 333375"/>
                <a:gd name="connsiteY1456" fmla="*/ 240316 h 361950"/>
                <a:gd name="connsiteX1457" fmla="*/ 176975 w 333375"/>
                <a:gd name="connsiteY1457" fmla="*/ 237363 h 361950"/>
                <a:gd name="connsiteX1458" fmla="*/ 176784 w 333375"/>
                <a:gd name="connsiteY1458" fmla="*/ 235839 h 361950"/>
                <a:gd name="connsiteX1459" fmla="*/ 175832 w 333375"/>
                <a:gd name="connsiteY1459" fmla="*/ 234505 h 361950"/>
                <a:gd name="connsiteX1460" fmla="*/ 174498 w 333375"/>
                <a:gd name="connsiteY1460" fmla="*/ 233934 h 361950"/>
                <a:gd name="connsiteX1461" fmla="*/ 174022 w 333375"/>
                <a:gd name="connsiteY1461" fmla="*/ 234029 h 361950"/>
                <a:gd name="connsiteX1462" fmla="*/ 173641 w 333375"/>
                <a:gd name="connsiteY1462" fmla="*/ 233743 h 361950"/>
                <a:gd name="connsiteX1463" fmla="*/ 173450 w 333375"/>
                <a:gd name="connsiteY1463" fmla="*/ 232981 h 361950"/>
                <a:gd name="connsiteX1464" fmla="*/ 173355 w 333375"/>
                <a:gd name="connsiteY1464" fmla="*/ 231362 h 361950"/>
                <a:gd name="connsiteX1465" fmla="*/ 173069 w 333375"/>
                <a:gd name="connsiteY1465" fmla="*/ 230314 h 361950"/>
                <a:gd name="connsiteX1466" fmla="*/ 173069 w 333375"/>
                <a:gd name="connsiteY1466" fmla="*/ 229743 h 361950"/>
                <a:gd name="connsiteX1467" fmla="*/ 173165 w 333375"/>
                <a:gd name="connsiteY1467" fmla="*/ 229171 h 361950"/>
                <a:gd name="connsiteX1468" fmla="*/ 173641 w 333375"/>
                <a:gd name="connsiteY1468" fmla="*/ 228124 h 361950"/>
                <a:gd name="connsiteX1469" fmla="*/ 173736 w 333375"/>
                <a:gd name="connsiteY1469" fmla="*/ 227647 h 361950"/>
                <a:gd name="connsiteX1470" fmla="*/ 174117 w 333375"/>
                <a:gd name="connsiteY1470" fmla="*/ 227076 h 361950"/>
                <a:gd name="connsiteX1471" fmla="*/ 175641 w 333375"/>
                <a:gd name="connsiteY1471" fmla="*/ 226123 h 361950"/>
                <a:gd name="connsiteX1472" fmla="*/ 176308 w 333375"/>
                <a:gd name="connsiteY1472" fmla="*/ 224600 h 361950"/>
                <a:gd name="connsiteX1473" fmla="*/ 177070 w 333375"/>
                <a:gd name="connsiteY1473" fmla="*/ 223742 h 361950"/>
                <a:gd name="connsiteX1474" fmla="*/ 177927 w 333375"/>
                <a:gd name="connsiteY1474" fmla="*/ 223075 h 361950"/>
                <a:gd name="connsiteX1475" fmla="*/ 178689 w 333375"/>
                <a:gd name="connsiteY1475" fmla="*/ 222790 h 361950"/>
                <a:gd name="connsiteX1476" fmla="*/ 179546 w 333375"/>
                <a:gd name="connsiteY1476" fmla="*/ 221361 h 361950"/>
                <a:gd name="connsiteX1477" fmla="*/ 180880 w 333375"/>
                <a:gd name="connsiteY1477" fmla="*/ 222028 h 361950"/>
                <a:gd name="connsiteX1478" fmla="*/ 181642 w 333375"/>
                <a:gd name="connsiteY1478" fmla="*/ 222980 h 361950"/>
                <a:gd name="connsiteX1479" fmla="*/ 182499 w 333375"/>
                <a:gd name="connsiteY1479" fmla="*/ 222313 h 361950"/>
                <a:gd name="connsiteX1480" fmla="*/ 183356 w 333375"/>
                <a:gd name="connsiteY1480" fmla="*/ 220123 h 361950"/>
                <a:gd name="connsiteX1481" fmla="*/ 184976 w 333375"/>
                <a:gd name="connsiteY1481" fmla="*/ 219551 h 361950"/>
                <a:gd name="connsiteX1482" fmla="*/ 186785 w 333375"/>
                <a:gd name="connsiteY1482" fmla="*/ 219837 h 361950"/>
                <a:gd name="connsiteX1483" fmla="*/ 188404 w 333375"/>
                <a:gd name="connsiteY1483" fmla="*/ 218980 h 361950"/>
                <a:gd name="connsiteX1484" fmla="*/ 188500 w 333375"/>
                <a:gd name="connsiteY1484" fmla="*/ 218313 h 361950"/>
                <a:gd name="connsiteX1485" fmla="*/ 187738 w 333375"/>
                <a:gd name="connsiteY1485" fmla="*/ 217646 h 361950"/>
                <a:gd name="connsiteX1486" fmla="*/ 192596 w 333375"/>
                <a:gd name="connsiteY1486" fmla="*/ 217170 h 361950"/>
                <a:gd name="connsiteX1487" fmla="*/ 193072 w 333375"/>
                <a:gd name="connsiteY1487" fmla="*/ 216503 h 361950"/>
                <a:gd name="connsiteX1488" fmla="*/ 193453 w 333375"/>
                <a:gd name="connsiteY1488" fmla="*/ 213646 h 361950"/>
                <a:gd name="connsiteX1489" fmla="*/ 193453 w 333375"/>
                <a:gd name="connsiteY1489" fmla="*/ 212408 h 361950"/>
                <a:gd name="connsiteX1490" fmla="*/ 194310 w 333375"/>
                <a:gd name="connsiteY1490" fmla="*/ 210884 h 361950"/>
                <a:gd name="connsiteX1491" fmla="*/ 195548 w 333375"/>
                <a:gd name="connsiteY1491" fmla="*/ 211741 h 361950"/>
                <a:gd name="connsiteX1492" fmla="*/ 196025 w 333375"/>
                <a:gd name="connsiteY1492" fmla="*/ 211550 h 361950"/>
                <a:gd name="connsiteX1493" fmla="*/ 196406 w 333375"/>
                <a:gd name="connsiteY1493" fmla="*/ 211074 h 361950"/>
                <a:gd name="connsiteX1494" fmla="*/ 197263 w 333375"/>
                <a:gd name="connsiteY1494" fmla="*/ 209550 h 361950"/>
                <a:gd name="connsiteX1495" fmla="*/ 197644 w 333375"/>
                <a:gd name="connsiteY1495" fmla="*/ 209264 h 361950"/>
                <a:gd name="connsiteX1496" fmla="*/ 198120 w 333375"/>
                <a:gd name="connsiteY1496" fmla="*/ 209169 h 361950"/>
                <a:gd name="connsiteX1497" fmla="*/ 198692 w 333375"/>
                <a:gd name="connsiteY1497" fmla="*/ 208883 h 361950"/>
                <a:gd name="connsiteX1498" fmla="*/ 199073 w 333375"/>
                <a:gd name="connsiteY1498" fmla="*/ 208502 h 361950"/>
                <a:gd name="connsiteX1499" fmla="*/ 199263 w 333375"/>
                <a:gd name="connsiteY1499" fmla="*/ 208121 h 361950"/>
                <a:gd name="connsiteX1500" fmla="*/ 199358 w 333375"/>
                <a:gd name="connsiteY1500" fmla="*/ 207169 h 361950"/>
                <a:gd name="connsiteX1501" fmla="*/ 199644 w 333375"/>
                <a:gd name="connsiteY1501" fmla="*/ 206883 h 361950"/>
                <a:gd name="connsiteX1502" fmla="*/ 206597 w 333375"/>
                <a:gd name="connsiteY1502" fmla="*/ 208121 h 361950"/>
                <a:gd name="connsiteX1503" fmla="*/ 206788 w 333375"/>
                <a:gd name="connsiteY1503" fmla="*/ 208407 h 361950"/>
                <a:gd name="connsiteX1504" fmla="*/ 206978 w 333375"/>
                <a:gd name="connsiteY1504" fmla="*/ 208693 h 361950"/>
                <a:gd name="connsiteX1505" fmla="*/ 207454 w 333375"/>
                <a:gd name="connsiteY1505" fmla="*/ 208788 h 361950"/>
                <a:gd name="connsiteX1506" fmla="*/ 207931 w 333375"/>
                <a:gd name="connsiteY1506" fmla="*/ 208693 h 361950"/>
                <a:gd name="connsiteX1507" fmla="*/ 208883 w 333375"/>
                <a:gd name="connsiteY1507" fmla="*/ 208121 h 361950"/>
                <a:gd name="connsiteX1508" fmla="*/ 209455 w 333375"/>
                <a:gd name="connsiteY1508" fmla="*/ 207931 h 361950"/>
                <a:gd name="connsiteX1509" fmla="*/ 209931 w 333375"/>
                <a:gd name="connsiteY1509" fmla="*/ 207931 h 361950"/>
                <a:gd name="connsiteX1510" fmla="*/ 211074 w 333375"/>
                <a:gd name="connsiteY1510" fmla="*/ 208026 h 361950"/>
                <a:gd name="connsiteX1511" fmla="*/ 211550 w 333375"/>
                <a:gd name="connsiteY1511" fmla="*/ 207931 h 361950"/>
                <a:gd name="connsiteX1512" fmla="*/ 211169 w 333375"/>
                <a:gd name="connsiteY1512" fmla="*/ 206121 h 361950"/>
                <a:gd name="connsiteX1513" fmla="*/ 211646 w 333375"/>
                <a:gd name="connsiteY1513" fmla="*/ 205359 h 361950"/>
                <a:gd name="connsiteX1514" fmla="*/ 213075 w 333375"/>
                <a:gd name="connsiteY1514" fmla="*/ 204692 h 361950"/>
                <a:gd name="connsiteX1515" fmla="*/ 213932 w 333375"/>
                <a:gd name="connsiteY1515" fmla="*/ 205454 h 361950"/>
                <a:gd name="connsiteX1516" fmla="*/ 215075 w 333375"/>
                <a:gd name="connsiteY1516" fmla="*/ 207645 h 361950"/>
                <a:gd name="connsiteX1517" fmla="*/ 216408 w 333375"/>
                <a:gd name="connsiteY1517" fmla="*/ 208026 h 361950"/>
                <a:gd name="connsiteX1518" fmla="*/ 216979 w 333375"/>
                <a:gd name="connsiteY1518" fmla="*/ 205359 h 361950"/>
                <a:gd name="connsiteX1519" fmla="*/ 218408 w 333375"/>
                <a:gd name="connsiteY1519" fmla="*/ 203359 h 361950"/>
                <a:gd name="connsiteX1520" fmla="*/ 219837 w 333375"/>
                <a:gd name="connsiteY1520" fmla="*/ 203168 h 361950"/>
                <a:gd name="connsiteX1521" fmla="*/ 220885 w 333375"/>
                <a:gd name="connsiteY1521" fmla="*/ 203359 h 361950"/>
                <a:gd name="connsiteX1522" fmla="*/ 222123 w 333375"/>
                <a:gd name="connsiteY1522" fmla="*/ 202787 h 361950"/>
                <a:gd name="connsiteX1523" fmla="*/ 222885 w 333375"/>
                <a:gd name="connsiteY1523" fmla="*/ 202406 h 361950"/>
                <a:gd name="connsiteX1524" fmla="*/ 223838 w 333375"/>
                <a:gd name="connsiteY1524" fmla="*/ 201359 h 361950"/>
                <a:gd name="connsiteX1525" fmla="*/ 224600 w 333375"/>
                <a:gd name="connsiteY1525" fmla="*/ 200596 h 361950"/>
                <a:gd name="connsiteX1526" fmla="*/ 226219 w 333375"/>
                <a:gd name="connsiteY1526" fmla="*/ 200596 h 361950"/>
                <a:gd name="connsiteX1527" fmla="*/ 227171 w 333375"/>
                <a:gd name="connsiteY1527" fmla="*/ 200025 h 361950"/>
                <a:gd name="connsiteX1528" fmla="*/ 227648 w 333375"/>
                <a:gd name="connsiteY1528" fmla="*/ 199453 h 361950"/>
                <a:gd name="connsiteX1529" fmla="*/ 228029 w 333375"/>
                <a:gd name="connsiteY1529" fmla="*/ 198406 h 361950"/>
                <a:gd name="connsiteX1530" fmla="*/ 229838 w 333375"/>
                <a:gd name="connsiteY1530" fmla="*/ 197453 h 361950"/>
                <a:gd name="connsiteX1531" fmla="*/ 230410 w 333375"/>
                <a:gd name="connsiteY1531" fmla="*/ 196977 h 361950"/>
                <a:gd name="connsiteX1532" fmla="*/ 231458 w 333375"/>
                <a:gd name="connsiteY1532" fmla="*/ 197072 h 361950"/>
                <a:gd name="connsiteX1533" fmla="*/ 232220 w 333375"/>
                <a:gd name="connsiteY1533" fmla="*/ 197453 h 361950"/>
                <a:gd name="connsiteX1534" fmla="*/ 232601 w 333375"/>
                <a:gd name="connsiteY1534" fmla="*/ 197453 h 361950"/>
                <a:gd name="connsiteX1535" fmla="*/ 232886 w 333375"/>
                <a:gd name="connsiteY1535" fmla="*/ 197167 h 361950"/>
                <a:gd name="connsiteX1536" fmla="*/ 233267 w 333375"/>
                <a:gd name="connsiteY1536" fmla="*/ 196691 h 361950"/>
                <a:gd name="connsiteX1537" fmla="*/ 233744 w 333375"/>
                <a:gd name="connsiteY1537" fmla="*/ 196215 h 361950"/>
                <a:gd name="connsiteX1538" fmla="*/ 234506 w 333375"/>
                <a:gd name="connsiteY1538" fmla="*/ 195929 h 361950"/>
                <a:gd name="connsiteX1539" fmla="*/ 234410 w 333375"/>
                <a:gd name="connsiteY1539" fmla="*/ 194310 h 361950"/>
                <a:gd name="connsiteX1540" fmla="*/ 234696 w 333375"/>
                <a:gd name="connsiteY1540" fmla="*/ 193262 h 361950"/>
                <a:gd name="connsiteX1541" fmla="*/ 234315 w 333375"/>
                <a:gd name="connsiteY1541" fmla="*/ 192786 h 361950"/>
                <a:gd name="connsiteX1542" fmla="*/ 234125 w 333375"/>
                <a:gd name="connsiteY1542" fmla="*/ 192119 h 361950"/>
                <a:gd name="connsiteX1543" fmla="*/ 232696 w 333375"/>
                <a:gd name="connsiteY1543" fmla="*/ 191548 h 361950"/>
                <a:gd name="connsiteX1544" fmla="*/ 232029 w 333375"/>
                <a:gd name="connsiteY1544" fmla="*/ 191167 h 361950"/>
                <a:gd name="connsiteX1545" fmla="*/ 232125 w 333375"/>
                <a:gd name="connsiteY1545" fmla="*/ 189357 h 361950"/>
                <a:gd name="connsiteX1546" fmla="*/ 233077 w 333375"/>
                <a:gd name="connsiteY1546" fmla="*/ 188309 h 361950"/>
                <a:gd name="connsiteX1547" fmla="*/ 234029 w 333375"/>
                <a:gd name="connsiteY1547" fmla="*/ 187833 h 361950"/>
                <a:gd name="connsiteX1548" fmla="*/ 234125 w 333375"/>
                <a:gd name="connsiteY1548" fmla="*/ 188500 h 361950"/>
                <a:gd name="connsiteX1549" fmla="*/ 234791 w 333375"/>
                <a:gd name="connsiteY1549" fmla="*/ 188500 h 361950"/>
                <a:gd name="connsiteX1550" fmla="*/ 235744 w 333375"/>
                <a:gd name="connsiteY1550" fmla="*/ 187071 h 361950"/>
                <a:gd name="connsiteX1551" fmla="*/ 237554 w 333375"/>
                <a:gd name="connsiteY1551" fmla="*/ 186499 h 361950"/>
                <a:gd name="connsiteX1552" fmla="*/ 239173 w 333375"/>
                <a:gd name="connsiteY1552" fmla="*/ 186785 h 361950"/>
                <a:gd name="connsiteX1553" fmla="*/ 239840 w 333375"/>
                <a:gd name="connsiteY1553" fmla="*/ 186023 h 361950"/>
                <a:gd name="connsiteX1554" fmla="*/ 240697 w 333375"/>
                <a:gd name="connsiteY1554" fmla="*/ 186023 h 361950"/>
                <a:gd name="connsiteX1555" fmla="*/ 242411 w 333375"/>
                <a:gd name="connsiteY1555" fmla="*/ 185452 h 361950"/>
                <a:gd name="connsiteX1556" fmla="*/ 243269 w 333375"/>
                <a:gd name="connsiteY1556" fmla="*/ 184594 h 361950"/>
                <a:gd name="connsiteX1557" fmla="*/ 244888 w 333375"/>
                <a:gd name="connsiteY1557" fmla="*/ 184309 h 361950"/>
                <a:gd name="connsiteX1558" fmla="*/ 246983 w 333375"/>
                <a:gd name="connsiteY1558" fmla="*/ 182499 h 361950"/>
                <a:gd name="connsiteX1559" fmla="*/ 250984 w 333375"/>
                <a:gd name="connsiteY1559" fmla="*/ 178213 h 361950"/>
                <a:gd name="connsiteX1560" fmla="*/ 253841 w 333375"/>
                <a:gd name="connsiteY1560" fmla="*/ 177260 h 361950"/>
                <a:gd name="connsiteX1561" fmla="*/ 256318 w 333375"/>
                <a:gd name="connsiteY1561" fmla="*/ 177355 h 361950"/>
                <a:gd name="connsiteX1562" fmla="*/ 258318 w 333375"/>
                <a:gd name="connsiteY1562" fmla="*/ 174688 h 361950"/>
                <a:gd name="connsiteX1563" fmla="*/ 260223 w 333375"/>
                <a:gd name="connsiteY1563" fmla="*/ 172307 h 361950"/>
                <a:gd name="connsiteX1564" fmla="*/ 260414 w 333375"/>
                <a:gd name="connsiteY1564" fmla="*/ 171545 h 361950"/>
                <a:gd name="connsiteX1565" fmla="*/ 260700 w 333375"/>
                <a:gd name="connsiteY1565" fmla="*/ 170974 h 361950"/>
                <a:gd name="connsiteX1566" fmla="*/ 261271 w 333375"/>
                <a:gd name="connsiteY1566" fmla="*/ 170783 h 361950"/>
                <a:gd name="connsiteX1567" fmla="*/ 261366 w 333375"/>
                <a:gd name="connsiteY1567" fmla="*/ 169069 h 361950"/>
                <a:gd name="connsiteX1568" fmla="*/ 261366 w 333375"/>
                <a:gd name="connsiteY1568" fmla="*/ 168402 h 361950"/>
                <a:gd name="connsiteX1569" fmla="*/ 261652 w 333375"/>
                <a:gd name="connsiteY1569" fmla="*/ 168021 h 361950"/>
                <a:gd name="connsiteX1570" fmla="*/ 262033 w 333375"/>
                <a:gd name="connsiteY1570" fmla="*/ 167545 h 361950"/>
                <a:gd name="connsiteX1571" fmla="*/ 262223 w 333375"/>
                <a:gd name="connsiteY1571" fmla="*/ 167164 h 361950"/>
                <a:gd name="connsiteX1572" fmla="*/ 262414 w 333375"/>
                <a:gd name="connsiteY1572" fmla="*/ 166497 h 361950"/>
                <a:gd name="connsiteX1573" fmla="*/ 262604 w 333375"/>
                <a:gd name="connsiteY1573" fmla="*/ 166116 h 361950"/>
                <a:gd name="connsiteX1574" fmla="*/ 262700 w 333375"/>
                <a:gd name="connsiteY1574" fmla="*/ 165259 h 361950"/>
                <a:gd name="connsiteX1575" fmla="*/ 262795 w 333375"/>
                <a:gd name="connsiteY1575" fmla="*/ 164878 h 361950"/>
                <a:gd name="connsiteX1576" fmla="*/ 263081 w 333375"/>
                <a:gd name="connsiteY1576" fmla="*/ 164401 h 361950"/>
                <a:gd name="connsiteX1577" fmla="*/ 263081 w 333375"/>
                <a:gd name="connsiteY1577" fmla="*/ 163925 h 361950"/>
                <a:gd name="connsiteX1578" fmla="*/ 263081 w 333375"/>
                <a:gd name="connsiteY1578" fmla="*/ 163544 h 361950"/>
                <a:gd name="connsiteX1579" fmla="*/ 263366 w 333375"/>
                <a:gd name="connsiteY1579" fmla="*/ 162782 h 361950"/>
                <a:gd name="connsiteX1580" fmla="*/ 263652 w 333375"/>
                <a:gd name="connsiteY1580" fmla="*/ 162020 h 361950"/>
                <a:gd name="connsiteX1581" fmla="*/ 264509 w 333375"/>
                <a:gd name="connsiteY1581" fmla="*/ 161353 h 361950"/>
                <a:gd name="connsiteX1582" fmla="*/ 265557 w 333375"/>
                <a:gd name="connsiteY1582" fmla="*/ 161163 h 361950"/>
                <a:gd name="connsiteX1583" fmla="*/ 266414 w 333375"/>
                <a:gd name="connsiteY1583" fmla="*/ 161258 h 361950"/>
                <a:gd name="connsiteX1584" fmla="*/ 266795 w 333375"/>
                <a:gd name="connsiteY1584" fmla="*/ 161925 h 361950"/>
                <a:gd name="connsiteX1585" fmla="*/ 267272 w 333375"/>
                <a:gd name="connsiteY1585" fmla="*/ 162877 h 361950"/>
                <a:gd name="connsiteX1586" fmla="*/ 267748 w 333375"/>
                <a:gd name="connsiteY1586" fmla="*/ 163354 h 361950"/>
                <a:gd name="connsiteX1587" fmla="*/ 268129 w 333375"/>
                <a:gd name="connsiteY1587" fmla="*/ 163544 h 361950"/>
                <a:gd name="connsiteX1588" fmla="*/ 268510 w 333375"/>
                <a:gd name="connsiteY1588" fmla="*/ 162592 h 361950"/>
                <a:gd name="connsiteX1589" fmla="*/ 269367 w 333375"/>
                <a:gd name="connsiteY1589" fmla="*/ 160496 h 361950"/>
                <a:gd name="connsiteX1590" fmla="*/ 270034 w 333375"/>
                <a:gd name="connsiteY1590" fmla="*/ 159353 h 361950"/>
                <a:gd name="connsiteX1591" fmla="*/ 270701 w 333375"/>
                <a:gd name="connsiteY1591" fmla="*/ 158591 h 361950"/>
                <a:gd name="connsiteX1592" fmla="*/ 272701 w 333375"/>
                <a:gd name="connsiteY1592" fmla="*/ 157543 h 361950"/>
                <a:gd name="connsiteX1593" fmla="*/ 274701 w 333375"/>
                <a:gd name="connsiteY1593" fmla="*/ 156115 h 361950"/>
                <a:gd name="connsiteX1594" fmla="*/ 277273 w 333375"/>
                <a:gd name="connsiteY1594" fmla="*/ 155257 h 361950"/>
                <a:gd name="connsiteX1595" fmla="*/ 278797 w 333375"/>
                <a:gd name="connsiteY1595" fmla="*/ 155353 h 361950"/>
                <a:gd name="connsiteX1596" fmla="*/ 279464 w 333375"/>
                <a:gd name="connsiteY1596" fmla="*/ 155162 h 361950"/>
                <a:gd name="connsiteX1597" fmla="*/ 280226 w 333375"/>
                <a:gd name="connsiteY1597" fmla="*/ 154305 h 361950"/>
                <a:gd name="connsiteX1598" fmla="*/ 281273 w 333375"/>
                <a:gd name="connsiteY1598" fmla="*/ 154115 h 361950"/>
                <a:gd name="connsiteX1599" fmla="*/ 281464 w 333375"/>
                <a:gd name="connsiteY1599" fmla="*/ 152781 h 361950"/>
                <a:gd name="connsiteX1600" fmla="*/ 282416 w 333375"/>
                <a:gd name="connsiteY1600" fmla="*/ 152019 h 361950"/>
                <a:gd name="connsiteX1601" fmla="*/ 283750 w 333375"/>
                <a:gd name="connsiteY1601" fmla="*/ 152114 h 361950"/>
                <a:gd name="connsiteX1602" fmla="*/ 284417 w 333375"/>
                <a:gd name="connsiteY1602" fmla="*/ 151924 h 361950"/>
                <a:gd name="connsiteX1603" fmla="*/ 285274 w 333375"/>
                <a:gd name="connsiteY1603" fmla="*/ 152114 h 361950"/>
                <a:gd name="connsiteX1604" fmla="*/ 286226 w 333375"/>
                <a:gd name="connsiteY1604" fmla="*/ 151924 h 361950"/>
                <a:gd name="connsiteX1605" fmla="*/ 287179 w 333375"/>
                <a:gd name="connsiteY1605" fmla="*/ 152114 h 361950"/>
                <a:gd name="connsiteX1606" fmla="*/ 288322 w 333375"/>
                <a:gd name="connsiteY1606" fmla="*/ 151924 h 361950"/>
                <a:gd name="connsiteX1607" fmla="*/ 289084 w 333375"/>
                <a:gd name="connsiteY1607" fmla="*/ 151638 h 361950"/>
                <a:gd name="connsiteX1608" fmla="*/ 289465 w 333375"/>
                <a:gd name="connsiteY1608" fmla="*/ 152305 h 361950"/>
                <a:gd name="connsiteX1609" fmla="*/ 290036 w 333375"/>
                <a:gd name="connsiteY1609" fmla="*/ 152400 h 361950"/>
                <a:gd name="connsiteX1610" fmla="*/ 290513 w 333375"/>
                <a:gd name="connsiteY1610" fmla="*/ 151447 h 361950"/>
                <a:gd name="connsiteX1611" fmla="*/ 291179 w 333375"/>
                <a:gd name="connsiteY1611" fmla="*/ 149828 h 361950"/>
                <a:gd name="connsiteX1612" fmla="*/ 290989 w 333375"/>
                <a:gd name="connsiteY1612" fmla="*/ 148495 h 361950"/>
                <a:gd name="connsiteX1613" fmla="*/ 291941 w 333375"/>
                <a:gd name="connsiteY1613" fmla="*/ 147161 h 361950"/>
                <a:gd name="connsiteX1614" fmla="*/ 291751 w 333375"/>
                <a:gd name="connsiteY1614" fmla="*/ 146685 h 361950"/>
                <a:gd name="connsiteX1615" fmla="*/ 292132 w 333375"/>
                <a:gd name="connsiteY1615" fmla="*/ 145161 h 361950"/>
                <a:gd name="connsiteX1616" fmla="*/ 292608 w 333375"/>
                <a:gd name="connsiteY1616" fmla="*/ 144780 h 361950"/>
                <a:gd name="connsiteX1617" fmla="*/ 291846 w 333375"/>
                <a:gd name="connsiteY1617" fmla="*/ 144304 h 361950"/>
                <a:gd name="connsiteX1618" fmla="*/ 290894 w 333375"/>
                <a:gd name="connsiteY1618" fmla="*/ 143065 h 361950"/>
                <a:gd name="connsiteX1619" fmla="*/ 290703 w 333375"/>
                <a:gd name="connsiteY1619" fmla="*/ 142399 h 361950"/>
                <a:gd name="connsiteX1620" fmla="*/ 290322 w 333375"/>
                <a:gd name="connsiteY1620" fmla="*/ 139255 h 361950"/>
                <a:gd name="connsiteX1621" fmla="*/ 290322 w 333375"/>
                <a:gd name="connsiteY1621" fmla="*/ 136969 h 361950"/>
                <a:gd name="connsiteX1622" fmla="*/ 290417 w 333375"/>
                <a:gd name="connsiteY1622" fmla="*/ 135922 h 361950"/>
                <a:gd name="connsiteX1623" fmla="*/ 290798 w 333375"/>
                <a:gd name="connsiteY1623" fmla="*/ 134969 h 361950"/>
                <a:gd name="connsiteX1624" fmla="*/ 289941 w 333375"/>
                <a:gd name="connsiteY1624" fmla="*/ 132397 h 361950"/>
                <a:gd name="connsiteX1625" fmla="*/ 290322 w 333375"/>
                <a:gd name="connsiteY1625" fmla="*/ 129349 h 361950"/>
                <a:gd name="connsiteX1626" fmla="*/ 292418 w 333375"/>
                <a:gd name="connsiteY1626" fmla="*/ 120586 h 361950"/>
                <a:gd name="connsiteX1627" fmla="*/ 292989 w 333375"/>
                <a:gd name="connsiteY1627" fmla="*/ 119063 h 361950"/>
                <a:gd name="connsiteX1628" fmla="*/ 293846 w 333375"/>
                <a:gd name="connsiteY1628" fmla="*/ 118396 h 361950"/>
                <a:gd name="connsiteX1629" fmla="*/ 293846 w 333375"/>
                <a:gd name="connsiteY1629" fmla="*/ 118015 h 361950"/>
                <a:gd name="connsiteX1630" fmla="*/ 294227 w 333375"/>
                <a:gd name="connsiteY1630" fmla="*/ 116491 h 361950"/>
                <a:gd name="connsiteX1631" fmla="*/ 294323 w 333375"/>
                <a:gd name="connsiteY1631" fmla="*/ 116300 h 361950"/>
                <a:gd name="connsiteX1632" fmla="*/ 294513 w 333375"/>
                <a:gd name="connsiteY1632" fmla="*/ 115348 h 361950"/>
                <a:gd name="connsiteX1633" fmla="*/ 294799 w 333375"/>
                <a:gd name="connsiteY1633" fmla="*/ 115062 h 361950"/>
                <a:gd name="connsiteX1634" fmla="*/ 294894 w 333375"/>
                <a:gd name="connsiteY1634" fmla="*/ 114871 h 361950"/>
                <a:gd name="connsiteX1635" fmla="*/ 294418 w 333375"/>
                <a:gd name="connsiteY1635" fmla="*/ 114205 h 361950"/>
                <a:gd name="connsiteX1636" fmla="*/ 294132 w 333375"/>
                <a:gd name="connsiteY1636" fmla="*/ 114109 h 361950"/>
                <a:gd name="connsiteX1637" fmla="*/ 293370 w 333375"/>
                <a:gd name="connsiteY1637" fmla="*/ 114300 h 361950"/>
                <a:gd name="connsiteX1638" fmla="*/ 292989 w 333375"/>
                <a:gd name="connsiteY1638" fmla="*/ 114300 h 361950"/>
                <a:gd name="connsiteX1639" fmla="*/ 292418 w 333375"/>
                <a:gd name="connsiteY1639" fmla="*/ 113824 h 361950"/>
                <a:gd name="connsiteX1640" fmla="*/ 291656 w 333375"/>
                <a:gd name="connsiteY1640" fmla="*/ 112776 h 361950"/>
                <a:gd name="connsiteX1641" fmla="*/ 291275 w 333375"/>
                <a:gd name="connsiteY1641" fmla="*/ 111823 h 361950"/>
                <a:gd name="connsiteX1642" fmla="*/ 290132 w 333375"/>
                <a:gd name="connsiteY1642" fmla="*/ 111919 h 361950"/>
                <a:gd name="connsiteX1643" fmla="*/ 289465 w 333375"/>
                <a:gd name="connsiteY1643" fmla="*/ 111252 h 361950"/>
                <a:gd name="connsiteX1644" fmla="*/ 288417 w 333375"/>
                <a:gd name="connsiteY1644" fmla="*/ 110204 h 361950"/>
                <a:gd name="connsiteX1645" fmla="*/ 287274 w 333375"/>
                <a:gd name="connsiteY1645" fmla="*/ 108680 h 361950"/>
                <a:gd name="connsiteX1646" fmla="*/ 286893 w 333375"/>
                <a:gd name="connsiteY1646" fmla="*/ 106585 h 361950"/>
                <a:gd name="connsiteX1647" fmla="*/ 287179 w 333375"/>
                <a:gd name="connsiteY1647" fmla="*/ 105537 h 361950"/>
                <a:gd name="connsiteX1648" fmla="*/ 287369 w 333375"/>
                <a:gd name="connsiteY1648" fmla="*/ 104394 h 361950"/>
                <a:gd name="connsiteX1649" fmla="*/ 286703 w 333375"/>
                <a:gd name="connsiteY1649" fmla="*/ 102775 h 361950"/>
                <a:gd name="connsiteX1650" fmla="*/ 287750 w 333375"/>
                <a:gd name="connsiteY1650" fmla="*/ 100870 h 361950"/>
                <a:gd name="connsiteX1651" fmla="*/ 288512 w 333375"/>
                <a:gd name="connsiteY1651" fmla="*/ 97917 h 361950"/>
                <a:gd name="connsiteX1652" fmla="*/ 288893 w 333375"/>
                <a:gd name="connsiteY1652" fmla="*/ 95631 h 361950"/>
                <a:gd name="connsiteX1653" fmla="*/ 290132 w 333375"/>
                <a:gd name="connsiteY1653" fmla="*/ 93821 h 361950"/>
                <a:gd name="connsiteX1654" fmla="*/ 291560 w 333375"/>
                <a:gd name="connsiteY1654" fmla="*/ 93250 h 361950"/>
                <a:gd name="connsiteX1655" fmla="*/ 292037 w 333375"/>
                <a:gd name="connsiteY1655" fmla="*/ 92392 h 361950"/>
                <a:gd name="connsiteX1656" fmla="*/ 292703 w 333375"/>
                <a:gd name="connsiteY1656" fmla="*/ 89916 h 361950"/>
                <a:gd name="connsiteX1657" fmla="*/ 293370 w 333375"/>
                <a:gd name="connsiteY1657" fmla="*/ 87916 h 361950"/>
                <a:gd name="connsiteX1658" fmla="*/ 295370 w 333375"/>
                <a:gd name="connsiteY1658" fmla="*/ 86582 h 361950"/>
                <a:gd name="connsiteX1659" fmla="*/ 296037 w 333375"/>
                <a:gd name="connsiteY1659" fmla="*/ 86487 h 361950"/>
                <a:gd name="connsiteX1660" fmla="*/ 296894 w 333375"/>
                <a:gd name="connsiteY1660" fmla="*/ 87916 h 361950"/>
                <a:gd name="connsiteX1661" fmla="*/ 297371 w 333375"/>
                <a:gd name="connsiteY1661" fmla="*/ 87440 h 361950"/>
                <a:gd name="connsiteX1662" fmla="*/ 297466 w 333375"/>
                <a:gd name="connsiteY1662" fmla="*/ 86296 h 361950"/>
                <a:gd name="connsiteX1663" fmla="*/ 298228 w 333375"/>
                <a:gd name="connsiteY1663" fmla="*/ 85630 h 361950"/>
                <a:gd name="connsiteX1664" fmla="*/ 298990 w 333375"/>
                <a:gd name="connsiteY1664" fmla="*/ 83344 h 361950"/>
                <a:gd name="connsiteX1665" fmla="*/ 298895 w 333375"/>
                <a:gd name="connsiteY1665" fmla="*/ 80963 h 361950"/>
                <a:gd name="connsiteX1666" fmla="*/ 299276 w 333375"/>
                <a:gd name="connsiteY1666" fmla="*/ 79153 h 361950"/>
                <a:gd name="connsiteX1667" fmla="*/ 299657 w 333375"/>
                <a:gd name="connsiteY1667" fmla="*/ 77629 h 361950"/>
                <a:gd name="connsiteX1668" fmla="*/ 300514 w 333375"/>
                <a:gd name="connsiteY1668" fmla="*/ 77152 h 361950"/>
                <a:gd name="connsiteX1669" fmla="*/ 301752 w 333375"/>
                <a:gd name="connsiteY1669" fmla="*/ 77629 h 361950"/>
                <a:gd name="connsiteX1670" fmla="*/ 302228 w 333375"/>
                <a:gd name="connsiteY1670" fmla="*/ 78295 h 361950"/>
                <a:gd name="connsiteX1671" fmla="*/ 302609 w 333375"/>
                <a:gd name="connsiteY1671" fmla="*/ 78486 h 361950"/>
                <a:gd name="connsiteX1672" fmla="*/ 303181 w 333375"/>
                <a:gd name="connsiteY1672" fmla="*/ 78010 h 361950"/>
                <a:gd name="connsiteX1673" fmla="*/ 303371 w 333375"/>
                <a:gd name="connsiteY1673" fmla="*/ 76676 h 361950"/>
                <a:gd name="connsiteX1674" fmla="*/ 303467 w 333375"/>
                <a:gd name="connsiteY1674" fmla="*/ 76390 h 361950"/>
                <a:gd name="connsiteX1675" fmla="*/ 303752 w 333375"/>
                <a:gd name="connsiteY1675" fmla="*/ 75533 h 361950"/>
                <a:gd name="connsiteX1676" fmla="*/ 303848 w 333375"/>
                <a:gd name="connsiteY1676" fmla="*/ 74867 h 361950"/>
                <a:gd name="connsiteX1677" fmla="*/ 303657 w 333375"/>
                <a:gd name="connsiteY1677" fmla="*/ 75057 h 361950"/>
                <a:gd name="connsiteX1678" fmla="*/ 304229 w 333375"/>
                <a:gd name="connsiteY1678" fmla="*/ 74104 h 361950"/>
                <a:gd name="connsiteX1679" fmla="*/ 304610 w 333375"/>
                <a:gd name="connsiteY1679" fmla="*/ 73819 h 361950"/>
                <a:gd name="connsiteX1680" fmla="*/ 305086 w 333375"/>
                <a:gd name="connsiteY1680" fmla="*/ 73628 h 361950"/>
                <a:gd name="connsiteX1681" fmla="*/ 304610 w 333375"/>
                <a:gd name="connsiteY1681" fmla="*/ 72866 h 361950"/>
                <a:gd name="connsiteX1682" fmla="*/ 304324 w 333375"/>
                <a:gd name="connsiteY1682" fmla="*/ 72485 h 361950"/>
                <a:gd name="connsiteX1683" fmla="*/ 303943 w 333375"/>
                <a:gd name="connsiteY1683" fmla="*/ 72199 h 361950"/>
                <a:gd name="connsiteX1684" fmla="*/ 304991 w 333375"/>
                <a:gd name="connsiteY1684" fmla="*/ 71628 h 361950"/>
                <a:gd name="connsiteX1685" fmla="*/ 305086 w 333375"/>
                <a:gd name="connsiteY1685" fmla="*/ 70199 h 361950"/>
                <a:gd name="connsiteX1686" fmla="*/ 305753 w 333375"/>
                <a:gd name="connsiteY1686" fmla="*/ 69913 h 361950"/>
                <a:gd name="connsiteX1687" fmla="*/ 306419 w 333375"/>
                <a:gd name="connsiteY1687" fmla="*/ 71438 h 361950"/>
                <a:gd name="connsiteX1688" fmla="*/ 306800 w 333375"/>
                <a:gd name="connsiteY1688" fmla="*/ 71247 h 361950"/>
                <a:gd name="connsiteX1689" fmla="*/ 306896 w 333375"/>
                <a:gd name="connsiteY1689" fmla="*/ 70104 h 361950"/>
                <a:gd name="connsiteX1690" fmla="*/ 307372 w 333375"/>
                <a:gd name="connsiteY1690" fmla="*/ 68390 h 361950"/>
                <a:gd name="connsiteX1691" fmla="*/ 307658 w 333375"/>
                <a:gd name="connsiteY1691" fmla="*/ 67913 h 361950"/>
                <a:gd name="connsiteX1692" fmla="*/ 307753 w 333375"/>
                <a:gd name="connsiteY1692" fmla="*/ 67342 h 361950"/>
                <a:gd name="connsiteX1693" fmla="*/ 308515 w 333375"/>
                <a:gd name="connsiteY1693" fmla="*/ 67246 h 361950"/>
                <a:gd name="connsiteX1694" fmla="*/ 308515 w 333375"/>
                <a:gd name="connsiteY1694" fmla="*/ 66675 h 361950"/>
                <a:gd name="connsiteX1695" fmla="*/ 308801 w 333375"/>
                <a:gd name="connsiteY1695" fmla="*/ 65342 h 361950"/>
                <a:gd name="connsiteX1696" fmla="*/ 309848 w 333375"/>
                <a:gd name="connsiteY1696" fmla="*/ 64579 h 361950"/>
                <a:gd name="connsiteX1697" fmla="*/ 311277 w 333375"/>
                <a:gd name="connsiteY1697" fmla="*/ 64579 h 361950"/>
                <a:gd name="connsiteX1698" fmla="*/ 311944 w 333375"/>
                <a:gd name="connsiteY1698" fmla="*/ 64960 h 361950"/>
                <a:gd name="connsiteX1699" fmla="*/ 312801 w 333375"/>
                <a:gd name="connsiteY1699" fmla="*/ 65722 h 361950"/>
                <a:gd name="connsiteX1700" fmla="*/ 313277 w 333375"/>
                <a:gd name="connsiteY1700" fmla="*/ 65818 h 361950"/>
                <a:gd name="connsiteX1701" fmla="*/ 313658 w 333375"/>
                <a:gd name="connsiteY1701" fmla="*/ 65532 h 361950"/>
                <a:gd name="connsiteX1702" fmla="*/ 313468 w 333375"/>
                <a:gd name="connsiteY1702" fmla="*/ 65056 h 361950"/>
                <a:gd name="connsiteX1703" fmla="*/ 313277 w 333375"/>
                <a:gd name="connsiteY1703" fmla="*/ 64960 h 361950"/>
                <a:gd name="connsiteX1704" fmla="*/ 314039 w 333375"/>
                <a:gd name="connsiteY1704" fmla="*/ 64008 h 361950"/>
                <a:gd name="connsiteX1705" fmla="*/ 314611 w 333375"/>
                <a:gd name="connsiteY1705" fmla="*/ 63627 h 361950"/>
                <a:gd name="connsiteX1706" fmla="*/ 315087 w 333375"/>
                <a:gd name="connsiteY1706" fmla="*/ 63817 h 361950"/>
                <a:gd name="connsiteX1707" fmla="*/ 315373 w 333375"/>
                <a:gd name="connsiteY1707" fmla="*/ 63817 h 361950"/>
                <a:gd name="connsiteX1708" fmla="*/ 315659 w 333375"/>
                <a:gd name="connsiteY1708" fmla="*/ 59722 h 361950"/>
                <a:gd name="connsiteX1709" fmla="*/ 315563 w 333375"/>
                <a:gd name="connsiteY1709" fmla="*/ 58769 h 361950"/>
                <a:gd name="connsiteX1710" fmla="*/ 316230 w 333375"/>
                <a:gd name="connsiteY1710" fmla="*/ 58674 h 361950"/>
                <a:gd name="connsiteX1711" fmla="*/ 316992 w 333375"/>
                <a:gd name="connsiteY1711" fmla="*/ 58102 h 361950"/>
                <a:gd name="connsiteX1712" fmla="*/ 318135 w 333375"/>
                <a:gd name="connsiteY1712" fmla="*/ 56483 h 361950"/>
                <a:gd name="connsiteX1713" fmla="*/ 320421 w 333375"/>
                <a:gd name="connsiteY1713" fmla="*/ 54197 h 361950"/>
                <a:gd name="connsiteX1714" fmla="*/ 321088 w 333375"/>
                <a:gd name="connsiteY1714" fmla="*/ 54292 h 361950"/>
                <a:gd name="connsiteX1715" fmla="*/ 321469 w 333375"/>
                <a:gd name="connsiteY1715" fmla="*/ 55531 h 361950"/>
                <a:gd name="connsiteX1716" fmla="*/ 321088 w 333375"/>
                <a:gd name="connsiteY1716" fmla="*/ 57055 h 361950"/>
                <a:gd name="connsiteX1717" fmla="*/ 320993 w 333375"/>
                <a:gd name="connsiteY1717" fmla="*/ 58102 h 361950"/>
                <a:gd name="connsiteX1718" fmla="*/ 321564 w 333375"/>
                <a:gd name="connsiteY1718" fmla="*/ 58007 h 361950"/>
                <a:gd name="connsiteX1719" fmla="*/ 322231 w 333375"/>
                <a:gd name="connsiteY1719" fmla="*/ 57531 h 361950"/>
                <a:gd name="connsiteX1720" fmla="*/ 322421 w 333375"/>
                <a:gd name="connsiteY1720" fmla="*/ 55912 h 361950"/>
                <a:gd name="connsiteX1721" fmla="*/ 323279 w 333375"/>
                <a:gd name="connsiteY1721" fmla="*/ 55721 h 361950"/>
                <a:gd name="connsiteX1722" fmla="*/ 323660 w 333375"/>
                <a:gd name="connsiteY1722" fmla="*/ 54769 h 361950"/>
                <a:gd name="connsiteX1723" fmla="*/ 324231 w 333375"/>
                <a:gd name="connsiteY1723" fmla="*/ 54578 h 361950"/>
                <a:gd name="connsiteX1724" fmla="*/ 323755 w 333375"/>
                <a:gd name="connsiteY1724" fmla="*/ 53721 h 361950"/>
                <a:gd name="connsiteX1725" fmla="*/ 324136 w 333375"/>
                <a:gd name="connsiteY1725" fmla="*/ 52864 h 361950"/>
                <a:gd name="connsiteX1726" fmla="*/ 324708 w 333375"/>
                <a:gd name="connsiteY1726" fmla="*/ 52673 h 361950"/>
                <a:gd name="connsiteX1727" fmla="*/ 325469 w 333375"/>
                <a:gd name="connsiteY1727" fmla="*/ 53626 h 361950"/>
                <a:gd name="connsiteX1728" fmla="*/ 325850 w 333375"/>
                <a:gd name="connsiteY1728" fmla="*/ 53721 h 361950"/>
                <a:gd name="connsiteX1729" fmla="*/ 326136 w 333375"/>
                <a:gd name="connsiteY1729" fmla="*/ 53245 h 361950"/>
                <a:gd name="connsiteX1730" fmla="*/ 326136 w 333375"/>
                <a:gd name="connsiteY1730" fmla="*/ 52483 h 361950"/>
                <a:gd name="connsiteX1731" fmla="*/ 325755 w 333375"/>
                <a:gd name="connsiteY1731" fmla="*/ 52292 h 361950"/>
                <a:gd name="connsiteX1732" fmla="*/ 325374 w 333375"/>
                <a:gd name="connsiteY1732" fmla="*/ 52197 h 361950"/>
                <a:gd name="connsiteX1733" fmla="*/ 325088 w 333375"/>
                <a:gd name="connsiteY1733" fmla="*/ 51721 h 361950"/>
                <a:gd name="connsiteX1734" fmla="*/ 325088 w 333375"/>
                <a:gd name="connsiteY1734" fmla="*/ 51244 h 361950"/>
                <a:gd name="connsiteX1735" fmla="*/ 324993 w 333375"/>
                <a:gd name="connsiteY1735" fmla="*/ 50292 h 361950"/>
                <a:gd name="connsiteX1736" fmla="*/ 325469 w 333375"/>
                <a:gd name="connsiteY1736" fmla="*/ 49625 h 361950"/>
                <a:gd name="connsiteX1737" fmla="*/ 326136 w 333375"/>
                <a:gd name="connsiteY1737" fmla="*/ 49149 h 361950"/>
                <a:gd name="connsiteX1738" fmla="*/ 326231 w 333375"/>
                <a:gd name="connsiteY1738" fmla="*/ 48577 h 361950"/>
                <a:gd name="connsiteX1739" fmla="*/ 326231 w 333375"/>
                <a:gd name="connsiteY1739" fmla="*/ 47911 h 361950"/>
                <a:gd name="connsiteX1740" fmla="*/ 326898 w 333375"/>
                <a:gd name="connsiteY1740" fmla="*/ 47911 h 361950"/>
                <a:gd name="connsiteX1741" fmla="*/ 327565 w 333375"/>
                <a:gd name="connsiteY1741" fmla="*/ 48387 h 361950"/>
                <a:gd name="connsiteX1742" fmla="*/ 328041 w 333375"/>
                <a:gd name="connsiteY1742" fmla="*/ 49054 h 361950"/>
                <a:gd name="connsiteX1743" fmla="*/ 328898 w 333375"/>
                <a:gd name="connsiteY1743" fmla="*/ 48863 h 361950"/>
                <a:gd name="connsiteX1744" fmla="*/ 329565 w 333375"/>
                <a:gd name="connsiteY1744" fmla="*/ 48101 h 361950"/>
                <a:gd name="connsiteX1745" fmla="*/ 329375 w 333375"/>
                <a:gd name="connsiteY1745" fmla="*/ 47244 h 361950"/>
                <a:gd name="connsiteX1746" fmla="*/ 330137 w 333375"/>
                <a:gd name="connsiteY1746" fmla="*/ 46863 h 361950"/>
                <a:gd name="connsiteX1747" fmla="*/ 331661 w 333375"/>
                <a:gd name="connsiteY1747" fmla="*/ 47149 h 361950"/>
                <a:gd name="connsiteX1748" fmla="*/ 332137 w 333375"/>
                <a:gd name="connsiteY1748" fmla="*/ 47720 h 361950"/>
                <a:gd name="connsiteX1749" fmla="*/ 333280 w 333375"/>
                <a:gd name="connsiteY1749" fmla="*/ 48387 h 361950"/>
                <a:gd name="connsiteX1750" fmla="*/ 334804 w 333375"/>
                <a:gd name="connsiteY1750" fmla="*/ 48577 h 361950"/>
                <a:gd name="connsiteX1751" fmla="*/ 335471 w 333375"/>
                <a:gd name="connsiteY1751" fmla="*/ 49054 h 361950"/>
                <a:gd name="connsiteX1752" fmla="*/ 336137 w 333375"/>
                <a:gd name="connsiteY1752" fmla="*/ 49720 h 361950"/>
                <a:gd name="connsiteX1753" fmla="*/ 336328 w 333375"/>
                <a:gd name="connsiteY1753" fmla="*/ 50197 h 361950"/>
                <a:gd name="connsiteX1754" fmla="*/ 336328 w 333375"/>
                <a:gd name="connsiteY1754" fmla="*/ 50959 h 361950"/>
                <a:gd name="connsiteX1755" fmla="*/ 336328 w 333375"/>
                <a:gd name="connsiteY1755" fmla="*/ 52292 h 361950"/>
                <a:gd name="connsiteX1756" fmla="*/ 336709 w 333375"/>
                <a:gd name="connsiteY1756" fmla="*/ 52292 h 361950"/>
                <a:gd name="connsiteX1757" fmla="*/ 337376 w 333375"/>
                <a:gd name="connsiteY1757" fmla="*/ 51625 h 361950"/>
                <a:gd name="connsiteX1758" fmla="*/ 338138 w 333375"/>
                <a:gd name="connsiteY1758" fmla="*/ 51435 h 361950"/>
                <a:gd name="connsiteX1759" fmla="*/ 340043 w 333375"/>
                <a:gd name="connsiteY1759" fmla="*/ 50863 h 361950"/>
                <a:gd name="connsiteX1760" fmla="*/ 341567 w 333375"/>
                <a:gd name="connsiteY1760" fmla="*/ 50482 h 361950"/>
                <a:gd name="connsiteX1761" fmla="*/ 341757 w 333375"/>
                <a:gd name="connsiteY1761" fmla="*/ 50006 h 361950"/>
                <a:gd name="connsiteX1762" fmla="*/ 340519 w 333375"/>
                <a:gd name="connsiteY1762" fmla="*/ 50101 h 361950"/>
                <a:gd name="connsiteX1763" fmla="*/ 58960 w 333375"/>
                <a:gd name="connsiteY1763" fmla="*/ 361759 h 361950"/>
                <a:gd name="connsiteX1764" fmla="*/ 57436 w 333375"/>
                <a:gd name="connsiteY1764" fmla="*/ 362426 h 361950"/>
                <a:gd name="connsiteX1765" fmla="*/ 57055 w 333375"/>
                <a:gd name="connsiteY1765" fmla="*/ 362521 h 361950"/>
                <a:gd name="connsiteX1766" fmla="*/ 56864 w 333375"/>
                <a:gd name="connsiteY1766" fmla="*/ 362617 h 361950"/>
                <a:gd name="connsiteX1767" fmla="*/ 56769 w 333375"/>
                <a:gd name="connsiteY1767" fmla="*/ 362807 h 361950"/>
                <a:gd name="connsiteX1768" fmla="*/ 56674 w 333375"/>
                <a:gd name="connsiteY1768" fmla="*/ 362902 h 361950"/>
                <a:gd name="connsiteX1769" fmla="*/ 56388 w 333375"/>
                <a:gd name="connsiteY1769" fmla="*/ 362902 h 361950"/>
                <a:gd name="connsiteX1770" fmla="*/ 56293 w 333375"/>
                <a:gd name="connsiteY1770" fmla="*/ 363474 h 361950"/>
                <a:gd name="connsiteX1771" fmla="*/ 56198 w 333375"/>
                <a:gd name="connsiteY1771" fmla="*/ 363950 h 361950"/>
                <a:gd name="connsiteX1772" fmla="*/ 55626 w 333375"/>
                <a:gd name="connsiteY1772" fmla="*/ 363760 h 361950"/>
                <a:gd name="connsiteX1773" fmla="*/ 54864 w 333375"/>
                <a:gd name="connsiteY1773" fmla="*/ 364141 h 361950"/>
                <a:gd name="connsiteX1774" fmla="*/ 53340 w 333375"/>
                <a:gd name="connsiteY1774" fmla="*/ 365950 h 361950"/>
                <a:gd name="connsiteX1775" fmla="*/ 53626 w 333375"/>
                <a:gd name="connsiteY1775" fmla="*/ 366427 h 361950"/>
                <a:gd name="connsiteX1776" fmla="*/ 54674 w 333375"/>
                <a:gd name="connsiteY1776" fmla="*/ 366236 h 361950"/>
                <a:gd name="connsiteX1777" fmla="*/ 55436 w 333375"/>
                <a:gd name="connsiteY1777" fmla="*/ 365760 h 361950"/>
                <a:gd name="connsiteX1778" fmla="*/ 55912 w 333375"/>
                <a:gd name="connsiteY1778" fmla="*/ 365284 h 361950"/>
                <a:gd name="connsiteX1779" fmla="*/ 57341 w 333375"/>
                <a:gd name="connsiteY1779" fmla="*/ 364426 h 361950"/>
                <a:gd name="connsiteX1780" fmla="*/ 58198 w 333375"/>
                <a:gd name="connsiteY1780" fmla="*/ 363474 h 361950"/>
                <a:gd name="connsiteX1781" fmla="*/ 59531 w 333375"/>
                <a:gd name="connsiteY1781" fmla="*/ 361664 h 361950"/>
                <a:gd name="connsiteX1782" fmla="*/ 58960 w 333375"/>
                <a:gd name="connsiteY1782" fmla="*/ 361759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</a:cxnLst>
              <a:rect l="l" t="t" r="r" b="b"/>
              <a:pathLst>
                <a:path w="333375" h="361950">
                  <a:moveTo>
                    <a:pt x="24956" y="245078"/>
                  </a:moveTo>
                  <a:lnTo>
                    <a:pt x="25622" y="245078"/>
                  </a:lnTo>
                  <a:lnTo>
                    <a:pt x="26003" y="244697"/>
                  </a:lnTo>
                  <a:lnTo>
                    <a:pt x="26194" y="243935"/>
                  </a:lnTo>
                  <a:lnTo>
                    <a:pt x="26194" y="243173"/>
                  </a:lnTo>
                  <a:lnTo>
                    <a:pt x="26003" y="242697"/>
                  </a:lnTo>
                  <a:lnTo>
                    <a:pt x="25432" y="242792"/>
                  </a:lnTo>
                  <a:lnTo>
                    <a:pt x="25146" y="243364"/>
                  </a:lnTo>
                  <a:lnTo>
                    <a:pt x="24860" y="243745"/>
                  </a:lnTo>
                  <a:lnTo>
                    <a:pt x="24956" y="244126"/>
                  </a:lnTo>
                  <a:lnTo>
                    <a:pt x="24765" y="244697"/>
                  </a:lnTo>
                  <a:lnTo>
                    <a:pt x="24956" y="245078"/>
                  </a:lnTo>
                  <a:close/>
                  <a:moveTo>
                    <a:pt x="25146" y="242316"/>
                  </a:moveTo>
                  <a:lnTo>
                    <a:pt x="25622" y="241744"/>
                  </a:lnTo>
                  <a:lnTo>
                    <a:pt x="25718" y="241078"/>
                  </a:lnTo>
                  <a:lnTo>
                    <a:pt x="25337" y="240601"/>
                  </a:lnTo>
                  <a:lnTo>
                    <a:pt x="24384" y="240506"/>
                  </a:lnTo>
                  <a:lnTo>
                    <a:pt x="23051" y="240887"/>
                  </a:lnTo>
                  <a:lnTo>
                    <a:pt x="22289" y="240983"/>
                  </a:lnTo>
                  <a:lnTo>
                    <a:pt x="22098" y="240887"/>
                  </a:lnTo>
                  <a:lnTo>
                    <a:pt x="21241" y="241649"/>
                  </a:lnTo>
                  <a:lnTo>
                    <a:pt x="20765" y="241935"/>
                  </a:lnTo>
                  <a:lnTo>
                    <a:pt x="20384" y="242221"/>
                  </a:lnTo>
                  <a:lnTo>
                    <a:pt x="20288" y="242697"/>
                  </a:lnTo>
                  <a:lnTo>
                    <a:pt x="20479" y="242792"/>
                  </a:lnTo>
                  <a:lnTo>
                    <a:pt x="20669" y="242602"/>
                  </a:lnTo>
                  <a:lnTo>
                    <a:pt x="22860" y="241935"/>
                  </a:lnTo>
                  <a:lnTo>
                    <a:pt x="23717" y="242602"/>
                  </a:lnTo>
                  <a:lnTo>
                    <a:pt x="24479" y="242602"/>
                  </a:lnTo>
                  <a:lnTo>
                    <a:pt x="25146" y="242316"/>
                  </a:lnTo>
                  <a:close/>
                  <a:moveTo>
                    <a:pt x="21336" y="248888"/>
                  </a:moveTo>
                  <a:lnTo>
                    <a:pt x="21336" y="248793"/>
                  </a:lnTo>
                  <a:lnTo>
                    <a:pt x="21241" y="248221"/>
                  </a:lnTo>
                  <a:lnTo>
                    <a:pt x="20669" y="248793"/>
                  </a:lnTo>
                  <a:lnTo>
                    <a:pt x="20193" y="248984"/>
                  </a:lnTo>
                  <a:lnTo>
                    <a:pt x="20193" y="249555"/>
                  </a:lnTo>
                  <a:lnTo>
                    <a:pt x="20384" y="250126"/>
                  </a:lnTo>
                  <a:lnTo>
                    <a:pt x="20669" y="250317"/>
                  </a:lnTo>
                  <a:lnTo>
                    <a:pt x="20860" y="250317"/>
                  </a:lnTo>
                  <a:lnTo>
                    <a:pt x="21527" y="249936"/>
                  </a:lnTo>
                  <a:lnTo>
                    <a:pt x="21431" y="249174"/>
                  </a:lnTo>
                  <a:lnTo>
                    <a:pt x="21336" y="248888"/>
                  </a:lnTo>
                  <a:close/>
                  <a:moveTo>
                    <a:pt x="1524" y="224218"/>
                  </a:moveTo>
                  <a:lnTo>
                    <a:pt x="1524" y="224028"/>
                  </a:lnTo>
                  <a:lnTo>
                    <a:pt x="1334" y="223933"/>
                  </a:lnTo>
                  <a:lnTo>
                    <a:pt x="1238" y="223647"/>
                  </a:lnTo>
                  <a:lnTo>
                    <a:pt x="1143" y="223552"/>
                  </a:lnTo>
                  <a:lnTo>
                    <a:pt x="1048" y="223456"/>
                  </a:lnTo>
                  <a:lnTo>
                    <a:pt x="858" y="223456"/>
                  </a:lnTo>
                  <a:lnTo>
                    <a:pt x="667" y="223552"/>
                  </a:lnTo>
                  <a:lnTo>
                    <a:pt x="572" y="223647"/>
                  </a:lnTo>
                  <a:lnTo>
                    <a:pt x="667" y="223838"/>
                  </a:lnTo>
                  <a:lnTo>
                    <a:pt x="476" y="223933"/>
                  </a:lnTo>
                  <a:lnTo>
                    <a:pt x="381" y="223933"/>
                  </a:lnTo>
                  <a:lnTo>
                    <a:pt x="476" y="224218"/>
                  </a:lnTo>
                  <a:lnTo>
                    <a:pt x="191" y="224504"/>
                  </a:lnTo>
                  <a:lnTo>
                    <a:pt x="95" y="224695"/>
                  </a:lnTo>
                  <a:lnTo>
                    <a:pt x="0" y="224980"/>
                  </a:lnTo>
                  <a:lnTo>
                    <a:pt x="0" y="225266"/>
                  </a:lnTo>
                  <a:lnTo>
                    <a:pt x="0" y="225266"/>
                  </a:lnTo>
                  <a:lnTo>
                    <a:pt x="191" y="225266"/>
                  </a:lnTo>
                  <a:lnTo>
                    <a:pt x="476" y="225362"/>
                  </a:lnTo>
                  <a:lnTo>
                    <a:pt x="572" y="225552"/>
                  </a:lnTo>
                  <a:lnTo>
                    <a:pt x="762" y="225552"/>
                  </a:lnTo>
                  <a:lnTo>
                    <a:pt x="858" y="225362"/>
                  </a:lnTo>
                  <a:lnTo>
                    <a:pt x="1048" y="225076"/>
                  </a:lnTo>
                  <a:lnTo>
                    <a:pt x="1334" y="225076"/>
                  </a:lnTo>
                  <a:lnTo>
                    <a:pt x="1429" y="224885"/>
                  </a:lnTo>
                  <a:lnTo>
                    <a:pt x="1619" y="224790"/>
                  </a:lnTo>
                  <a:lnTo>
                    <a:pt x="1715" y="224600"/>
                  </a:lnTo>
                  <a:lnTo>
                    <a:pt x="1715" y="224409"/>
                  </a:lnTo>
                  <a:lnTo>
                    <a:pt x="1524" y="224409"/>
                  </a:lnTo>
                  <a:lnTo>
                    <a:pt x="1524" y="224218"/>
                  </a:lnTo>
                  <a:close/>
                  <a:moveTo>
                    <a:pt x="43244" y="357092"/>
                  </a:moveTo>
                  <a:lnTo>
                    <a:pt x="43148" y="357473"/>
                  </a:lnTo>
                  <a:lnTo>
                    <a:pt x="43244" y="357759"/>
                  </a:lnTo>
                  <a:lnTo>
                    <a:pt x="43244" y="357854"/>
                  </a:lnTo>
                  <a:lnTo>
                    <a:pt x="43244" y="358140"/>
                  </a:lnTo>
                  <a:lnTo>
                    <a:pt x="43053" y="358235"/>
                  </a:lnTo>
                  <a:lnTo>
                    <a:pt x="42672" y="358045"/>
                  </a:lnTo>
                  <a:lnTo>
                    <a:pt x="42291" y="357950"/>
                  </a:lnTo>
                  <a:lnTo>
                    <a:pt x="42005" y="358140"/>
                  </a:lnTo>
                  <a:lnTo>
                    <a:pt x="41815" y="358426"/>
                  </a:lnTo>
                  <a:lnTo>
                    <a:pt x="41529" y="358616"/>
                  </a:lnTo>
                  <a:lnTo>
                    <a:pt x="41529" y="358902"/>
                  </a:lnTo>
                  <a:lnTo>
                    <a:pt x="41910" y="359092"/>
                  </a:lnTo>
                  <a:lnTo>
                    <a:pt x="42482" y="359092"/>
                  </a:lnTo>
                  <a:lnTo>
                    <a:pt x="42958" y="358902"/>
                  </a:lnTo>
                  <a:lnTo>
                    <a:pt x="43529" y="358330"/>
                  </a:lnTo>
                  <a:lnTo>
                    <a:pt x="43720" y="358330"/>
                  </a:lnTo>
                  <a:lnTo>
                    <a:pt x="43815" y="358330"/>
                  </a:lnTo>
                  <a:lnTo>
                    <a:pt x="44006" y="357854"/>
                  </a:lnTo>
                  <a:lnTo>
                    <a:pt x="43815" y="357188"/>
                  </a:lnTo>
                  <a:lnTo>
                    <a:pt x="43244" y="357092"/>
                  </a:lnTo>
                  <a:close/>
                  <a:moveTo>
                    <a:pt x="51530" y="358235"/>
                  </a:moveTo>
                  <a:lnTo>
                    <a:pt x="51245" y="358235"/>
                  </a:lnTo>
                  <a:lnTo>
                    <a:pt x="50292" y="358616"/>
                  </a:lnTo>
                  <a:lnTo>
                    <a:pt x="49244" y="359378"/>
                  </a:lnTo>
                  <a:lnTo>
                    <a:pt x="48959" y="359569"/>
                  </a:lnTo>
                  <a:lnTo>
                    <a:pt x="49054" y="359950"/>
                  </a:lnTo>
                  <a:lnTo>
                    <a:pt x="49340" y="360521"/>
                  </a:lnTo>
                  <a:lnTo>
                    <a:pt x="49816" y="360426"/>
                  </a:lnTo>
                  <a:lnTo>
                    <a:pt x="50578" y="359759"/>
                  </a:lnTo>
                  <a:lnTo>
                    <a:pt x="51245" y="358997"/>
                  </a:lnTo>
                  <a:lnTo>
                    <a:pt x="51530" y="358902"/>
                  </a:lnTo>
                  <a:lnTo>
                    <a:pt x="51626" y="358807"/>
                  </a:lnTo>
                  <a:lnTo>
                    <a:pt x="51530" y="358521"/>
                  </a:lnTo>
                  <a:lnTo>
                    <a:pt x="51530" y="358235"/>
                  </a:lnTo>
                  <a:close/>
                  <a:moveTo>
                    <a:pt x="30575" y="311658"/>
                  </a:moveTo>
                  <a:lnTo>
                    <a:pt x="31052" y="312230"/>
                  </a:lnTo>
                  <a:lnTo>
                    <a:pt x="32195" y="311277"/>
                  </a:lnTo>
                  <a:lnTo>
                    <a:pt x="33147" y="312039"/>
                  </a:lnTo>
                  <a:lnTo>
                    <a:pt x="34195" y="312515"/>
                  </a:lnTo>
                  <a:lnTo>
                    <a:pt x="36481" y="313182"/>
                  </a:lnTo>
                  <a:lnTo>
                    <a:pt x="36291" y="312420"/>
                  </a:lnTo>
                  <a:lnTo>
                    <a:pt x="35433" y="310896"/>
                  </a:lnTo>
                  <a:lnTo>
                    <a:pt x="35147" y="310420"/>
                  </a:lnTo>
                  <a:lnTo>
                    <a:pt x="34576" y="310039"/>
                  </a:lnTo>
                  <a:lnTo>
                    <a:pt x="33719" y="309753"/>
                  </a:lnTo>
                  <a:lnTo>
                    <a:pt x="33433" y="309086"/>
                  </a:lnTo>
                  <a:lnTo>
                    <a:pt x="32766" y="309277"/>
                  </a:lnTo>
                  <a:lnTo>
                    <a:pt x="30766" y="310515"/>
                  </a:lnTo>
                  <a:lnTo>
                    <a:pt x="30575" y="311658"/>
                  </a:lnTo>
                  <a:close/>
                  <a:moveTo>
                    <a:pt x="33052" y="243935"/>
                  </a:moveTo>
                  <a:lnTo>
                    <a:pt x="32099" y="245650"/>
                  </a:lnTo>
                  <a:lnTo>
                    <a:pt x="33338" y="244983"/>
                  </a:lnTo>
                  <a:lnTo>
                    <a:pt x="34385" y="244792"/>
                  </a:lnTo>
                  <a:lnTo>
                    <a:pt x="35528" y="243459"/>
                  </a:lnTo>
                  <a:lnTo>
                    <a:pt x="37052" y="242506"/>
                  </a:lnTo>
                  <a:lnTo>
                    <a:pt x="38195" y="241840"/>
                  </a:lnTo>
                  <a:lnTo>
                    <a:pt x="37529" y="240316"/>
                  </a:lnTo>
                  <a:lnTo>
                    <a:pt x="36957" y="238887"/>
                  </a:lnTo>
                  <a:lnTo>
                    <a:pt x="37624" y="238601"/>
                  </a:lnTo>
                  <a:lnTo>
                    <a:pt x="37910" y="238125"/>
                  </a:lnTo>
                  <a:lnTo>
                    <a:pt x="36481" y="237458"/>
                  </a:lnTo>
                  <a:lnTo>
                    <a:pt x="35528" y="237554"/>
                  </a:lnTo>
                  <a:lnTo>
                    <a:pt x="35624" y="238125"/>
                  </a:lnTo>
                  <a:lnTo>
                    <a:pt x="34957" y="238696"/>
                  </a:lnTo>
                  <a:lnTo>
                    <a:pt x="34957" y="239649"/>
                  </a:lnTo>
                  <a:lnTo>
                    <a:pt x="34100" y="240125"/>
                  </a:lnTo>
                  <a:lnTo>
                    <a:pt x="34100" y="241268"/>
                  </a:lnTo>
                  <a:lnTo>
                    <a:pt x="34385" y="241459"/>
                  </a:lnTo>
                  <a:lnTo>
                    <a:pt x="34290" y="241744"/>
                  </a:lnTo>
                  <a:lnTo>
                    <a:pt x="34290" y="242030"/>
                  </a:lnTo>
                  <a:lnTo>
                    <a:pt x="33719" y="242125"/>
                  </a:lnTo>
                  <a:lnTo>
                    <a:pt x="33623" y="242411"/>
                  </a:lnTo>
                  <a:lnTo>
                    <a:pt x="34385" y="243173"/>
                  </a:lnTo>
                  <a:lnTo>
                    <a:pt x="34004" y="243935"/>
                  </a:lnTo>
                  <a:lnTo>
                    <a:pt x="33052" y="243935"/>
                  </a:lnTo>
                  <a:close/>
                  <a:moveTo>
                    <a:pt x="340519" y="50101"/>
                  </a:moveTo>
                  <a:lnTo>
                    <a:pt x="339947" y="49435"/>
                  </a:lnTo>
                  <a:lnTo>
                    <a:pt x="339852" y="48482"/>
                  </a:lnTo>
                  <a:lnTo>
                    <a:pt x="339852" y="46672"/>
                  </a:lnTo>
                  <a:lnTo>
                    <a:pt x="339662" y="44958"/>
                  </a:lnTo>
                  <a:lnTo>
                    <a:pt x="339090" y="43720"/>
                  </a:lnTo>
                  <a:lnTo>
                    <a:pt x="338233" y="42767"/>
                  </a:lnTo>
                  <a:lnTo>
                    <a:pt x="336995" y="42386"/>
                  </a:lnTo>
                  <a:lnTo>
                    <a:pt x="336042" y="41624"/>
                  </a:lnTo>
                  <a:lnTo>
                    <a:pt x="335375" y="40672"/>
                  </a:lnTo>
                  <a:lnTo>
                    <a:pt x="334518" y="38005"/>
                  </a:lnTo>
                  <a:lnTo>
                    <a:pt x="334328" y="37624"/>
                  </a:lnTo>
                  <a:lnTo>
                    <a:pt x="334042" y="37433"/>
                  </a:lnTo>
                  <a:lnTo>
                    <a:pt x="333851" y="37052"/>
                  </a:lnTo>
                  <a:lnTo>
                    <a:pt x="333756" y="36290"/>
                  </a:lnTo>
                  <a:lnTo>
                    <a:pt x="333661" y="36004"/>
                  </a:lnTo>
                  <a:lnTo>
                    <a:pt x="332994" y="34576"/>
                  </a:lnTo>
                  <a:lnTo>
                    <a:pt x="332708" y="33242"/>
                  </a:lnTo>
                  <a:lnTo>
                    <a:pt x="332423" y="30480"/>
                  </a:lnTo>
                  <a:lnTo>
                    <a:pt x="332232" y="29718"/>
                  </a:lnTo>
                  <a:lnTo>
                    <a:pt x="331470" y="28861"/>
                  </a:lnTo>
                  <a:lnTo>
                    <a:pt x="330518" y="28956"/>
                  </a:lnTo>
                  <a:lnTo>
                    <a:pt x="329660" y="29623"/>
                  </a:lnTo>
                  <a:lnTo>
                    <a:pt x="328994" y="30670"/>
                  </a:lnTo>
                  <a:lnTo>
                    <a:pt x="329851" y="31813"/>
                  </a:lnTo>
                  <a:lnTo>
                    <a:pt x="329660" y="32861"/>
                  </a:lnTo>
                  <a:lnTo>
                    <a:pt x="328898" y="33242"/>
                  </a:lnTo>
                  <a:lnTo>
                    <a:pt x="327755" y="32385"/>
                  </a:lnTo>
                  <a:lnTo>
                    <a:pt x="327470" y="31623"/>
                  </a:lnTo>
                  <a:lnTo>
                    <a:pt x="327660" y="30194"/>
                  </a:lnTo>
                  <a:lnTo>
                    <a:pt x="327565" y="29623"/>
                  </a:lnTo>
                  <a:lnTo>
                    <a:pt x="327184" y="29242"/>
                  </a:lnTo>
                  <a:lnTo>
                    <a:pt x="326803" y="29242"/>
                  </a:lnTo>
                  <a:lnTo>
                    <a:pt x="326327" y="29242"/>
                  </a:lnTo>
                  <a:lnTo>
                    <a:pt x="325755" y="29051"/>
                  </a:lnTo>
                  <a:lnTo>
                    <a:pt x="322136" y="25908"/>
                  </a:lnTo>
                  <a:lnTo>
                    <a:pt x="321755" y="24670"/>
                  </a:lnTo>
                  <a:lnTo>
                    <a:pt x="318897" y="21717"/>
                  </a:lnTo>
                  <a:lnTo>
                    <a:pt x="317850" y="19240"/>
                  </a:lnTo>
                  <a:lnTo>
                    <a:pt x="317850" y="16478"/>
                  </a:lnTo>
                  <a:lnTo>
                    <a:pt x="318611" y="10382"/>
                  </a:lnTo>
                  <a:lnTo>
                    <a:pt x="317659" y="7810"/>
                  </a:lnTo>
                  <a:lnTo>
                    <a:pt x="315278" y="7429"/>
                  </a:lnTo>
                  <a:lnTo>
                    <a:pt x="312516" y="7525"/>
                  </a:lnTo>
                  <a:lnTo>
                    <a:pt x="310325" y="6477"/>
                  </a:lnTo>
                  <a:lnTo>
                    <a:pt x="310991" y="5905"/>
                  </a:lnTo>
                  <a:lnTo>
                    <a:pt x="311563" y="4858"/>
                  </a:lnTo>
                  <a:lnTo>
                    <a:pt x="311944" y="3715"/>
                  </a:lnTo>
                  <a:lnTo>
                    <a:pt x="312134" y="2762"/>
                  </a:lnTo>
                  <a:lnTo>
                    <a:pt x="311468" y="2095"/>
                  </a:lnTo>
                  <a:lnTo>
                    <a:pt x="310039" y="2476"/>
                  </a:lnTo>
                  <a:lnTo>
                    <a:pt x="307562" y="3524"/>
                  </a:lnTo>
                  <a:lnTo>
                    <a:pt x="305467" y="3619"/>
                  </a:lnTo>
                  <a:lnTo>
                    <a:pt x="304800" y="3524"/>
                  </a:lnTo>
                  <a:lnTo>
                    <a:pt x="304038" y="3143"/>
                  </a:lnTo>
                  <a:lnTo>
                    <a:pt x="303562" y="2667"/>
                  </a:lnTo>
                  <a:lnTo>
                    <a:pt x="301943" y="476"/>
                  </a:lnTo>
                  <a:lnTo>
                    <a:pt x="301562" y="95"/>
                  </a:lnTo>
                  <a:lnTo>
                    <a:pt x="300895" y="0"/>
                  </a:lnTo>
                  <a:lnTo>
                    <a:pt x="300323" y="95"/>
                  </a:lnTo>
                  <a:lnTo>
                    <a:pt x="299371" y="762"/>
                  </a:lnTo>
                  <a:lnTo>
                    <a:pt x="298800" y="1048"/>
                  </a:lnTo>
                  <a:lnTo>
                    <a:pt x="298990" y="1619"/>
                  </a:lnTo>
                  <a:lnTo>
                    <a:pt x="299276" y="2000"/>
                  </a:lnTo>
                  <a:lnTo>
                    <a:pt x="299657" y="2286"/>
                  </a:lnTo>
                  <a:lnTo>
                    <a:pt x="300133" y="2476"/>
                  </a:lnTo>
                  <a:lnTo>
                    <a:pt x="299371" y="2762"/>
                  </a:lnTo>
                  <a:lnTo>
                    <a:pt x="297752" y="2953"/>
                  </a:lnTo>
                  <a:lnTo>
                    <a:pt x="297180" y="3429"/>
                  </a:lnTo>
                  <a:lnTo>
                    <a:pt x="296990" y="4191"/>
                  </a:lnTo>
                  <a:lnTo>
                    <a:pt x="296990" y="5810"/>
                  </a:lnTo>
                  <a:lnTo>
                    <a:pt x="296704" y="6572"/>
                  </a:lnTo>
                  <a:lnTo>
                    <a:pt x="296323" y="7334"/>
                  </a:lnTo>
                  <a:lnTo>
                    <a:pt x="294513" y="12382"/>
                  </a:lnTo>
                  <a:lnTo>
                    <a:pt x="294323" y="14573"/>
                  </a:lnTo>
                  <a:lnTo>
                    <a:pt x="294037" y="15526"/>
                  </a:lnTo>
                  <a:lnTo>
                    <a:pt x="293180" y="17335"/>
                  </a:lnTo>
                  <a:lnTo>
                    <a:pt x="292513" y="18859"/>
                  </a:lnTo>
                  <a:lnTo>
                    <a:pt x="292322" y="19621"/>
                  </a:lnTo>
                  <a:lnTo>
                    <a:pt x="292227" y="20479"/>
                  </a:lnTo>
                  <a:lnTo>
                    <a:pt x="292322" y="21812"/>
                  </a:lnTo>
                  <a:lnTo>
                    <a:pt x="292703" y="22288"/>
                  </a:lnTo>
                  <a:lnTo>
                    <a:pt x="293275" y="22574"/>
                  </a:lnTo>
                  <a:lnTo>
                    <a:pt x="293942" y="23146"/>
                  </a:lnTo>
                  <a:lnTo>
                    <a:pt x="294037" y="23717"/>
                  </a:lnTo>
                  <a:lnTo>
                    <a:pt x="293656" y="24193"/>
                  </a:lnTo>
                  <a:lnTo>
                    <a:pt x="293275" y="24860"/>
                  </a:lnTo>
                  <a:lnTo>
                    <a:pt x="293466" y="25908"/>
                  </a:lnTo>
                  <a:lnTo>
                    <a:pt x="292132" y="26194"/>
                  </a:lnTo>
                  <a:lnTo>
                    <a:pt x="291656" y="27146"/>
                  </a:lnTo>
                  <a:lnTo>
                    <a:pt x="291941" y="28099"/>
                  </a:lnTo>
                  <a:lnTo>
                    <a:pt x="292799" y="28289"/>
                  </a:lnTo>
                  <a:lnTo>
                    <a:pt x="292799" y="28765"/>
                  </a:lnTo>
                  <a:lnTo>
                    <a:pt x="291370" y="30290"/>
                  </a:lnTo>
                  <a:lnTo>
                    <a:pt x="291084" y="32766"/>
                  </a:lnTo>
                  <a:lnTo>
                    <a:pt x="291179" y="35528"/>
                  </a:lnTo>
                  <a:lnTo>
                    <a:pt x="290894" y="38100"/>
                  </a:lnTo>
                  <a:lnTo>
                    <a:pt x="289560" y="40481"/>
                  </a:lnTo>
                  <a:lnTo>
                    <a:pt x="287846" y="40767"/>
                  </a:lnTo>
                  <a:lnTo>
                    <a:pt x="285845" y="40195"/>
                  </a:lnTo>
                  <a:lnTo>
                    <a:pt x="283655" y="40005"/>
                  </a:lnTo>
                  <a:lnTo>
                    <a:pt x="283845" y="40862"/>
                  </a:lnTo>
                  <a:lnTo>
                    <a:pt x="283750" y="41815"/>
                  </a:lnTo>
                  <a:lnTo>
                    <a:pt x="283369" y="42577"/>
                  </a:lnTo>
                  <a:lnTo>
                    <a:pt x="282035" y="43053"/>
                  </a:lnTo>
                  <a:lnTo>
                    <a:pt x="281845" y="43529"/>
                  </a:lnTo>
                  <a:lnTo>
                    <a:pt x="281845" y="44196"/>
                  </a:lnTo>
                  <a:lnTo>
                    <a:pt x="281559" y="44958"/>
                  </a:lnTo>
                  <a:lnTo>
                    <a:pt x="281083" y="45339"/>
                  </a:lnTo>
                  <a:lnTo>
                    <a:pt x="280511" y="45434"/>
                  </a:lnTo>
                  <a:lnTo>
                    <a:pt x="280035" y="45148"/>
                  </a:lnTo>
                  <a:lnTo>
                    <a:pt x="279845" y="44386"/>
                  </a:lnTo>
                  <a:lnTo>
                    <a:pt x="279464" y="43815"/>
                  </a:lnTo>
                  <a:lnTo>
                    <a:pt x="277940" y="42958"/>
                  </a:lnTo>
                  <a:lnTo>
                    <a:pt x="277559" y="42386"/>
                  </a:lnTo>
                  <a:lnTo>
                    <a:pt x="274987" y="40195"/>
                  </a:lnTo>
                  <a:lnTo>
                    <a:pt x="274225" y="40195"/>
                  </a:lnTo>
                  <a:lnTo>
                    <a:pt x="273558" y="40576"/>
                  </a:lnTo>
                  <a:lnTo>
                    <a:pt x="272987" y="40957"/>
                  </a:lnTo>
                  <a:lnTo>
                    <a:pt x="272510" y="41148"/>
                  </a:lnTo>
                  <a:lnTo>
                    <a:pt x="271748" y="40862"/>
                  </a:lnTo>
                  <a:lnTo>
                    <a:pt x="271272" y="40005"/>
                  </a:lnTo>
                  <a:lnTo>
                    <a:pt x="270701" y="39815"/>
                  </a:lnTo>
                  <a:lnTo>
                    <a:pt x="270034" y="40005"/>
                  </a:lnTo>
                  <a:lnTo>
                    <a:pt x="269939" y="40481"/>
                  </a:lnTo>
                  <a:lnTo>
                    <a:pt x="270225" y="41148"/>
                  </a:lnTo>
                  <a:lnTo>
                    <a:pt x="270701" y="41719"/>
                  </a:lnTo>
                  <a:lnTo>
                    <a:pt x="269939" y="42196"/>
                  </a:lnTo>
                  <a:lnTo>
                    <a:pt x="269367" y="41338"/>
                  </a:lnTo>
                  <a:lnTo>
                    <a:pt x="268796" y="41624"/>
                  </a:lnTo>
                  <a:lnTo>
                    <a:pt x="268319" y="42672"/>
                  </a:lnTo>
                  <a:lnTo>
                    <a:pt x="268129" y="43910"/>
                  </a:lnTo>
                  <a:lnTo>
                    <a:pt x="267748" y="44101"/>
                  </a:lnTo>
                  <a:lnTo>
                    <a:pt x="264891" y="44672"/>
                  </a:lnTo>
                  <a:lnTo>
                    <a:pt x="264509" y="44958"/>
                  </a:lnTo>
                  <a:lnTo>
                    <a:pt x="264224" y="45434"/>
                  </a:lnTo>
                  <a:lnTo>
                    <a:pt x="264033" y="46006"/>
                  </a:lnTo>
                  <a:lnTo>
                    <a:pt x="264033" y="46672"/>
                  </a:lnTo>
                  <a:lnTo>
                    <a:pt x="264319" y="46958"/>
                  </a:lnTo>
                  <a:lnTo>
                    <a:pt x="264605" y="47149"/>
                  </a:lnTo>
                  <a:lnTo>
                    <a:pt x="264700" y="47530"/>
                  </a:lnTo>
                  <a:lnTo>
                    <a:pt x="264414" y="48577"/>
                  </a:lnTo>
                  <a:lnTo>
                    <a:pt x="263843" y="48958"/>
                  </a:lnTo>
                  <a:lnTo>
                    <a:pt x="262128" y="48958"/>
                  </a:lnTo>
                  <a:lnTo>
                    <a:pt x="262128" y="49530"/>
                  </a:lnTo>
                  <a:lnTo>
                    <a:pt x="262604" y="49530"/>
                  </a:lnTo>
                  <a:lnTo>
                    <a:pt x="263081" y="49720"/>
                  </a:lnTo>
                  <a:lnTo>
                    <a:pt x="263462" y="50006"/>
                  </a:lnTo>
                  <a:lnTo>
                    <a:pt x="263843" y="50387"/>
                  </a:lnTo>
                  <a:lnTo>
                    <a:pt x="263176" y="50863"/>
                  </a:lnTo>
                  <a:lnTo>
                    <a:pt x="263081" y="51340"/>
                  </a:lnTo>
                  <a:lnTo>
                    <a:pt x="263081" y="51911"/>
                  </a:lnTo>
                  <a:lnTo>
                    <a:pt x="262890" y="52483"/>
                  </a:lnTo>
                  <a:lnTo>
                    <a:pt x="262414" y="52768"/>
                  </a:lnTo>
                  <a:lnTo>
                    <a:pt x="261842" y="52959"/>
                  </a:lnTo>
                  <a:lnTo>
                    <a:pt x="261366" y="53340"/>
                  </a:lnTo>
                  <a:lnTo>
                    <a:pt x="261271" y="54197"/>
                  </a:lnTo>
                  <a:lnTo>
                    <a:pt x="261557" y="54673"/>
                  </a:lnTo>
                  <a:lnTo>
                    <a:pt x="262700" y="54769"/>
                  </a:lnTo>
                  <a:lnTo>
                    <a:pt x="262985" y="55435"/>
                  </a:lnTo>
                  <a:lnTo>
                    <a:pt x="262795" y="55817"/>
                  </a:lnTo>
                  <a:lnTo>
                    <a:pt x="262414" y="56197"/>
                  </a:lnTo>
                  <a:lnTo>
                    <a:pt x="262033" y="56578"/>
                  </a:lnTo>
                  <a:lnTo>
                    <a:pt x="261080" y="57721"/>
                  </a:lnTo>
                  <a:lnTo>
                    <a:pt x="259556" y="59150"/>
                  </a:lnTo>
                  <a:lnTo>
                    <a:pt x="258033" y="60865"/>
                  </a:lnTo>
                  <a:lnTo>
                    <a:pt x="257270" y="61341"/>
                  </a:lnTo>
                  <a:lnTo>
                    <a:pt x="256413" y="61246"/>
                  </a:lnTo>
                  <a:lnTo>
                    <a:pt x="255175" y="60484"/>
                  </a:lnTo>
                  <a:lnTo>
                    <a:pt x="255079" y="61722"/>
                  </a:lnTo>
                  <a:lnTo>
                    <a:pt x="254508" y="62674"/>
                  </a:lnTo>
                  <a:lnTo>
                    <a:pt x="253079" y="64198"/>
                  </a:lnTo>
                  <a:lnTo>
                    <a:pt x="252127" y="64675"/>
                  </a:lnTo>
                  <a:lnTo>
                    <a:pt x="250889" y="64865"/>
                  </a:lnTo>
                  <a:lnTo>
                    <a:pt x="249746" y="65151"/>
                  </a:lnTo>
                  <a:lnTo>
                    <a:pt x="249269" y="66103"/>
                  </a:lnTo>
                  <a:lnTo>
                    <a:pt x="248508" y="68961"/>
                  </a:lnTo>
                  <a:lnTo>
                    <a:pt x="246602" y="69628"/>
                  </a:lnTo>
                  <a:lnTo>
                    <a:pt x="245554" y="69342"/>
                  </a:lnTo>
                  <a:lnTo>
                    <a:pt x="242030" y="68390"/>
                  </a:lnTo>
                  <a:lnTo>
                    <a:pt x="236982" y="68104"/>
                  </a:lnTo>
                  <a:lnTo>
                    <a:pt x="236411" y="69342"/>
                  </a:lnTo>
                  <a:lnTo>
                    <a:pt x="234982" y="69628"/>
                  </a:lnTo>
                  <a:lnTo>
                    <a:pt x="231077" y="69342"/>
                  </a:lnTo>
                  <a:lnTo>
                    <a:pt x="230505" y="69532"/>
                  </a:lnTo>
                  <a:lnTo>
                    <a:pt x="230029" y="70009"/>
                  </a:lnTo>
                  <a:lnTo>
                    <a:pt x="229267" y="71152"/>
                  </a:lnTo>
                  <a:lnTo>
                    <a:pt x="228791" y="71438"/>
                  </a:lnTo>
                  <a:lnTo>
                    <a:pt x="228219" y="71056"/>
                  </a:lnTo>
                  <a:lnTo>
                    <a:pt x="227743" y="70961"/>
                  </a:lnTo>
                  <a:lnTo>
                    <a:pt x="225552" y="71818"/>
                  </a:lnTo>
                  <a:lnTo>
                    <a:pt x="224790" y="71723"/>
                  </a:lnTo>
                  <a:lnTo>
                    <a:pt x="222980" y="70866"/>
                  </a:lnTo>
                  <a:lnTo>
                    <a:pt x="220504" y="70961"/>
                  </a:lnTo>
                  <a:lnTo>
                    <a:pt x="219456" y="70104"/>
                  </a:lnTo>
                  <a:lnTo>
                    <a:pt x="218218" y="69723"/>
                  </a:lnTo>
                  <a:lnTo>
                    <a:pt x="212884" y="69247"/>
                  </a:lnTo>
                  <a:lnTo>
                    <a:pt x="204407" y="71628"/>
                  </a:lnTo>
                  <a:lnTo>
                    <a:pt x="202025" y="71723"/>
                  </a:lnTo>
                  <a:lnTo>
                    <a:pt x="200978" y="72009"/>
                  </a:lnTo>
                  <a:lnTo>
                    <a:pt x="200311" y="72961"/>
                  </a:lnTo>
                  <a:lnTo>
                    <a:pt x="200216" y="74009"/>
                  </a:lnTo>
                  <a:lnTo>
                    <a:pt x="201263" y="80010"/>
                  </a:lnTo>
                  <a:lnTo>
                    <a:pt x="201644" y="81153"/>
                  </a:lnTo>
                  <a:lnTo>
                    <a:pt x="202121" y="82105"/>
                  </a:lnTo>
                  <a:lnTo>
                    <a:pt x="203835" y="82677"/>
                  </a:lnTo>
                  <a:lnTo>
                    <a:pt x="204121" y="84011"/>
                  </a:lnTo>
                  <a:lnTo>
                    <a:pt x="206597" y="88773"/>
                  </a:lnTo>
                  <a:lnTo>
                    <a:pt x="207169" y="90202"/>
                  </a:lnTo>
                  <a:lnTo>
                    <a:pt x="207359" y="91726"/>
                  </a:lnTo>
                  <a:lnTo>
                    <a:pt x="208788" y="93059"/>
                  </a:lnTo>
                  <a:lnTo>
                    <a:pt x="210788" y="94678"/>
                  </a:lnTo>
                  <a:lnTo>
                    <a:pt x="212217" y="95345"/>
                  </a:lnTo>
                  <a:lnTo>
                    <a:pt x="213170" y="96488"/>
                  </a:lnTo>
                  <a:lnTo>
                    <a:pt x="213836" y="97917"/>
                  </a:lnTo>
                  <a:lnTo>
                    <a:pt x="213932" y="99155"/>
                  </a:lnTo>
                  <a:lnTo>
                    <a:pt x="214979" y="100679"/>
                  </a:lnTo>
                  <a:lnTo>
                    <a:pt x="214217" y="103442"/>
                  </a:lnTo>
                  <a:lnTo>
                    <a:pt x="208883" y="113252"/>
                  </a:lnTo>
                  <a:lnTo>
                    <a:pt x="206788" y="115252"/>
                  </a:lnTo>
                  <a:lnTo>
                    <a:pt x="204597" y="115062"/>
                  </a:lnTo>
                  <a:lnTo>
                    <a:pt x="205359" y="114109"/>
                  </a:lnTo>
                  <a:lnTo>
                    <a:pt x="204597" y="113633"/>
                  </a:lnTo>
                  <a:lnTo>
                    <a:pt x="203740" y="114395"/>
                  </a:lnTo>
                  <a:lnTo>
                    <a:pt x="202502" y="114395"/>
                  </a:lnTo>
                  <a:lnTo>
                    <a:pt x="201549" y="113633"/>
                  </a:lnTo>
                  <a:lnTo>
                    <a:pt x="201740" y="112109"/>
                  </a:lnTo>
                  <a:lnTo>
                    <a:pt x="200883" y="112586"/>
                  </a:lnTo>
                  <a:lnTo>
                    <a:pt x="200406" y="112776"/>
                  </a:lnTo>
                  <a:lnTo>
                    <a:pt x="199930" y="112681"/>
                  </a:lnTo>
                  <a:lnTo>
                    <a:pt x="199739" y="111919"/>
                  </a:lnTo>
                  <a:lnTo>
                    <a:pt x="199835" y="110680"/>
                  </a:lnTo>
                  <a:lnTo>
                    <a:pt x="199835" y="109442"/>
                  </a:lnTo>
                  <a:lnTo>
                    <a:pt x="199263" y="108680"/>
                  </a:lnTo>
                  <a:lnTo>
                    <a:pt x="198787" y="109347"/>
                  </a:lnTo>
                  <a:lnTo>
                    <a:pt x="198406" y="109823"/>
                  </a:lnTo>
                  <a:lnTo>
                    <a:pt x="197834" y="110109"/>
                  </a:lnTo>
                  <a:lnTo>
                    <a:pt x="196215" y="108680"/>
                  </a:lnTo>
                  <a:lnTo>
                    <a:pt x="194120" y="108966"/>
                  </a:lnTo>
                  <a:lnTo>
                    <a:pt x="192977" y="109347"/>
                  </a:lnTo>
                  <a:lnTo>
                    <a:pt x="192500" y="109823"/>
                  </a:lnTo>
                  <a:lnTo>
                    <a:pt x="192119" y="110966"/>
                  </a:lnTo>
                  <a:lnTo>
                    <a:pt x="191262" y="111347"/>
                  </a:lnTo>
                  <a:lnTo>
                    <a:pt x="190214" y="111157"/>
                  </a:lnTo>
                  <a:lnTo>
                    <a:pt x="189262" y="110490"/>
                  </a:lnTo>
                  <a:lnTo>
                    <a:pt x="187928" y="110966"/>
                  </a:lnTo>
                  <a:lnTo>
                    <a:pt x="182975" y="110776"/>
                  </a:lnTo>
                  <a:lnTo>
                    <a:pt x="181547" y="110204"/>
                  </a:lnTo>
                  <a:lnTo>
                    <a:pt x="181261" y="110204"/>
                  </a:lnTo>
                  <a:lnTo>
                    <a:pt x="180689" y="111157"/>
                  </a:lnTo>
                  <a:lnTo>
                    <a:pt x="180213" y="111347"/>
                  </a:lnTo>
                  <a:lnTo>
                    <a:pt x="179832" y="111157"/>
                  </a:lnTo>
                  <a:lnTo>
                    <a:pt x="178118" y="109918"/>
                  </a:lnTo>
                  <a:lnTo>
                    <a:pt x="176117" y="109347"/>
                  </a:lnTo>
                  <a:lnTo>
                    <a:pt x="175355" y="108585"/>
                  </a:lnTo>
                  <a:lnTo>
                    <a:pt x="175260" y="107061"/>
                  </a:lnTo>
                  <a:lnTo>
                    <a:pt x="174403" y="107537"/>
                  </a:lnTo>
                  <a:lnTo>
                    <a:pt x="173450" y="107251"/>
                  </a:lnTo>
                  <a:lnTo>
                    <a:pt x="172498" y="106775"/>
                  </a:lnTo>
                  <a:lnTo>
                    <a:pt x="171641" y="106490"/>
                  </a:lnTo>
                  <a:lnTo>
                    <a:pt x="170783" y="106775"/>
                  </a:lnTo>
                  <a:lnTo>
                    <a:pt x="170021" y="107251"/>
                  </a:lnTo>
                  <a:lnTo>
                    <a:pt x="169164" y="107632"/>
                  </a:lnTo>
                  <a:lnTo>
                    <a:pt x="168021" y="107537"/>
                  </a:lnTo>
                  <a:lnTo>
                    <a:pt x="167831" y="107347"/>
                  </a:lnTo>
                  <a:lnTo>
                    <a:pt x="167545" y="107061"/>
                  </a:lnTo>
                  <a:lnTo>
                    <a:pt x="167164" y="106775"/>
                  </a:lnTo>
                  <a:lnTo>
                    <a:pt x="166688" y="106585"/>
                  </a:lnTo>
                  <a:lnTo>
                    <a:pt x="166307" y="106680"/>
                  </a:lnTo>
                  <a:lnTo>
                    <a:pt x="165354" y="107061"/>
                  </a:lnTo>
                  <a:lnTo>
                    <a:pt x="164878" y="107156"/>
                  </a:lnTo>
                  <a:lnTo>
                    <a:pt x="162783" y="106966"/>
                  </a:lnTo>
                  <a:lnTo>
                    <a:pt x="161830" y="106680"/>
                  </a:lnTo>
                  <a:lnTo>
                    <a:pt x="160877" y="106299"/>
                  </a:lnTo>
                  <a:lnTo>
                    <a:pt x="161163" y="106108"/>
                  </a:lnTo>
                  <a:lnTo>
                    <a:pt x="161639" y="105727"/>
                  </a:lnTo>
                  <a:lnTo>
                    <a:pt x="161925" y="105251"/>
                  </a:lnTo>
                  <a:lnTo>
                    <a:pt x="161925" y="104775"/>
                  </a:lnTo>
                  <a:lnTo>
                    <a:pt x="161544" y="104394"/>
                  </a:lnTo>
                  <a:lnTo>
                    <a:pt x="161163" y="104394"/>
                  </a:lnTo>
                  <a:lnTo>
                    <a:pt x="160782" y="104584"/>
                  </a:lnTo>
                  <a:lnTo>
                    <a:pt x="160306" y="104680"/>
                  </a:lnTo>
                  <a:lnTo>
                    <a:pt x="159544" y="104489"/>
                  </a:lnTo>
                  <a:lnTo>
                    <a:pt x="158401" y="103632"/>
                  </a:lnTo>
                  <a:lnTo>
                    <a:pt x="157639" y="103251"/>
                  </a:lnTo>
                  <a:lnTo>
                    <a:pt x="157258" y="103537"/>
                  </a:lnTo>
                  <a:lnTo>
                    <a:pt x="156591" y="104965"/>
                  </a:lnTo>
                  <a:lnTo>
                    <a:pt x="156210" y="105251"/>
                  </a:lnTo>
                  <a:lnTo>
                    <a:pt x="155925" y="105061"/>
                  </a:lnTo>
                  <a:lnTo>
                    <a:pt x="155734" y="104775"/>
                  </a:lnTo>
                  <a:lnTo>
                    <a:pt x="155448" y="104489"/>
                  </a:lnTo>
                  <a:lnTo>
                    <a:pt x="154972" y="104394"/>
                  </a:lnTo>
                  <a:lnTo>
                    <a:pt x="154210" y="104870"/>
                  </a:lnTo>
                  <a:lnTo>
                    <a:pt x="153829" y="104965"/>
                  </a:lnTo>
                  <a:lnTo>
                    <a:pt x="153448" y="104299"/>
                  </a:lnTo>
                  <a:lnTo>
                    <a:pt x="153067" y="104108"/>
                  </a:lnTo>
                  <a:lnTo>
                    <a:pt x="152591" y="104013"/>
                  </a:lnTo>
                  <a:lnTo>
                    <a:pt x="152210" y="103918"/>
                  </a:lnTo>
                  <a:lnTo>
                    <a:pt x="152876" y="102679"/>
                  </a:lnTo>
                  <a:lnTo>
                    <a:pt x="153829" y="101727"/>
                  </a:lnTo>
                  <a:lnTo>
                    <a:pt x="154972" y="101060"/>
                  </a:lnTo>
                  <a:lnTo>
                    <a:pt x="156115" y="100584"/>
                  </a:lnTo>
                  <a:lnTo>
                    <a:pt x="155353" y="99917"/>
                  </a:lnTo>
                  <a:lnTo>
                    <a:pt x="152591" y="98869"/>
                  </a:lnTo>
                  <a:lnTo>
                    <a:pt x="151733" y="98679"/>
                  </a:lnTo>
                  <a:lnTo>
                    <a:pt x="152019" y="98012"/>
                  </a:lnTo>
                  <a:lnTo>
                    <a:pt x="152114" y="97726"/>
                  </a:lnTo>
                  <a:lnTo>
                    <a:pt x="150495" y="97060"/>
                  </a:lnTo>
                  <a:lnTo>
                    <a:pt x="149733" y="96488"/>
                  </a:lnTo>
                  <a:lnTo>
                    <a:pt x="149257" y="95821"/>
                  </a:lnTo>
                  <a:lnTo>
                    <a:pt x="149066" y="94774"/>
                  </a:lnTo>
                  <a:lnTo>
                    <a:pt x="149257" y="94107"/>
                  </a:lnTo>
                  <a:lnTo>
                    <a:pt x="149828" y="93821"/>
                  </a:lnTo>
                  <a:lnTo>
                    <a:pt x="150686" y="93917"/>
                  </a:lnTo>
                  <a:lnTo>
                    <a:pt x="150209" y="93059"/>
                  </a:lnTo>
                  <a:lnTo>
                    <a:pt x="149066" y="91249"/>
                  </a:lnTo>
                  <a:lnTo>
                    <a:pt x="148876" y="90297"/>
                  </a:lnTo>
                  <a:lnTo>
                    <a:pt x="148400" y="90392"/>
                  </a:lnTo>
                  <a:lnTo>
                    <a:pt x="146590" y="88963"/>
                  </a:lnTo>
                  <a:lnTo>
                    <a:pt x="145637" y="88201"/>
                  </a:lnTo>
                  <a:lnTo>
                    <a:pt x="144399" y="87916"/>
                  </a:lnTo>
                  <a:lnTo>
                    <a:pt x="143733" y="87916"/>
                  </a:lnTo>
                  <a:lnTo>
                    <a:pt x="143447" y="87535"/>
                  </a:lnTo>
                  <a:lnTo>
                    <a:pt x="143351" y="86011"/>
                  </a:lnTo>
                  <a:lnTo>
                    <a:pt x="142875" y="85534"/>
                  </a:lnTo>
                  <a:lnTo>
                    <a:pt x="141732" y="85915"/>
                  </a:lnTo>
                  <a:lnTo>
                    <a:pt x="140589" y="86677"/>
                  </a:lnTo>
                  <a:lnTo>
                    <a:pt x="140113" y="87440"/>
                  </a:lnTo>
                  <a:lnTo>
                    <a:pt x="139446" y="89249"/>
                  </a:lnTo>
                  <a:lnTo>
                    <a:pt x="136493" y="90488"/>
                  </a:lnTo>
                  <a:lnTo>
                    <a:pt x="135827" y="92202"/>
                  </a:lnTo>
                  <a:lnTo>
                    <a:pt x="135446" y="92869"/>
                  </a:lnTo>
                  <a:lnTo>
                    <a:pt x="134588" y="92297"/>
                  </a:lnTo>
                  <a:lnTo>
                    <a:pt x="132969" y="90583"/>
                  </a:lnTo>
                  <a:lnTo>
                    <a:pt x="132207" y="90011"/>
                  </a:lnTo>
                  <a:lnTo>
                    <a:pt x="131445" y="89725"/>
                  </a:lnTo>
                  <a:lnTo>
                    <a:pt x="130588" y="89725"/>
                  </a:lnTo>
                  <a:lnTo>
                    <a:pt x="129731" y="90106"/>
                  </a:lnTo>
                  <a:lnTo>
                    <a:pt x="130112" y="90964"/>
                  </a:lnTo>
                  <a:lnTo>
                    <a:pt x="130778" y="91535"/>
                  </a:lnTo>
                  <a:lnTo>
                    <a:pt x="131541" y="92011"/>
                  </a:lnTo>
                  <a:lnTo>
                    <a:pt x="132302" y="92583"/>
                  </a:lnTo>
                  <a:lnTo>
                    <a:pt x="131445" y="93059"/>
                  </a:lnTo>
                  <a:lnTo>
                    <a:pt x="129731" y="94583"/>
                  </a:lnTo>
                  <a:lnTo>
                    <a:pt x="129159" y="94964"/>
                  </a:lnTo>
                  <a:lnTo>
                    <a:pt x="127254" y="94869"/>
                  </a:lnTo>
                  <a:lnTo>
                    <a:pt x="126397" y="95059"/>
                  </a:lnTo>
                  <a:lnTo>
                    <a:pt x="125540" y="96774"/>
                  </a:lnTo>
                  <a:lnTo>
                    <a:pt x="123730" y="98774"/>
                  </a:lnTo>
                  <a:lnTo>
                    <a:pt x="123730" y="99631"/>
                  </a:lnTo>
                  <a:lnTo>
                    <a:pt x="124301" y="100584"/>
                  </a:lnTo>
                  <a:lnTo>
                    <a:pt x="124492" y="101536"/>
                  </a:lnTo>
                  <a:lnTo>
                    <a:pt x="124301" y="102489"/>
                  </a:lnTo>
                  <a:lnTo>
                    <a:pt x="123349" y="104394"/>
                  </a:lnTo>
                  <a:lnTo>
                    <a:pt x="122492" y="107537"/>
                  </a:lnTo>
                  <a:lnTo>
                    <a:pt x="120682" y="110490"/>
                  </a:lnTo>
                  <a:lnTo>
                    <a:pt x="120301" y="111347"/>
                  </a:lnTo>
                  <a:lnTo>
                    <a:pt x="120682" y="113157"/>
                  </a:lnTo>
                  <a:lnTo>
                    <a:pt x="121444" y="115348"/>
                  </a:lnTo>
                  <a:lnTo>
                    <a:pt x="121444" y="117157"/>
                  </a:lnTo>
                  <a:lnTo>
                    <a:pt x="119634" y="117729"/>
                  </a:lnTo>
                  <a:lnTo>
                    <a:pt x="119634" y="117253"/>
                  </a:lnTo>
                  <a:lnTo>
                    <a:pt x="119920" y="117062"/>
                  </a:lnTo>
                  <a:lnTo>
                    <a:pt x="120110" y="116872"/>
                  </a:lnTo>
                  <a:lnTo>
                    <a:pt x="120206" y="116586"/>
                  </a:lnTo>
                  <a:lnTo>
                    <a:pt x="120396" y="116300"/>
                  </a:lnTo>
                  <a:lnTo>
                    <a:pt x="118872" y="116300"/>
                  </a:lnTo>
                  <a:lnTo>
                    <a:pt x="117253" y="117538"/>
                  </a:lnTo>
                  <a:lnTo>
                    <a:pt x="114681" y="120682"/>
                  </a:lnTo>
                  <a:lnTo>
                    <a:pt x="114110" y="121539"/>
                  </a:lnTo>
                  <a:lnTo>
                    <a:pt x="112871" y="124396"/>
                  </a:lnTo>
                  <a:lnTo>
                    <a:pt x="112300" y="125254"/>
                  </a:lnTo>
                  <a:lnTo>
                    <a:pt x="110966" y="126587"/>
                  </a:lnTo>
                  <a:lnTo>
                    <a:pt x="110395" y="127349"/>
                  </a:lnTo>
                  <a:lnTo>
                    <a:pt x="109061" y="130397"/>
                  </a:lnTo>
                  <a:lnTo>
                    <a:pt x="108585" y="131159"/>
                  </a:lnTo>
                  <a:lnTo>
                    <a:pt x="107823" y="131826"/>
                  </a:lnTo>
                  <a:lnTo>
                    <a:pt x="101822" y="135350"/>
                  </a:lnTo>
                  <a:lnTo>
                    <a:pt x="100584" y="136493"/>
                  </a:lnTo>
                  <a:lnTo>
                    <a:pt x="101346" y="137827"/>
                  </a:lnTo>
                  <a:lnTo>
                    <a:pt x="100775" y="138779"/>
                  </a:lnTo>
                  <a:lnTo>
                    <a:pt x="100013" y="139541"/>
                  </a:lnTo>
                  <a:lnTo>
                    <a:pt x="99441" y="140303"/>
                  </a:lnTo>
                  <a:lnTo>
                    <a:pt x="99632" y="141161"/>
                  </a:lnTo>
                  <a:lnTo>
                    <a:pt x="99060" y="141351"/>
                  </a:lnTo>
                  <a:lnTo>
                    <a:pt x="98584" y="141637"/>
                  </a:lnTo>
                  <a:lnTo>
                    <a:pt x="98203" y="142018"/>
                  </a:lnTo>
                  <a:lnTo>
                    <a:pt x="97822" y="142589"/>
                  </a:lnTo>
                  <a:lnTo>
                    <a:pt x="97917" y="143161"/>
                  </a:lnTo>
                  <a:lnTo>
                    <a:pt x="97631" y="144018"/>
                  </a:lnTo>
                  <a:lnTo>
                    <a:pt x="96584" y="145637"/>
                  </a:lnTo>
                  <a:lnTo>
                    <a:pt x="95726" y="146304"/>
                  </a:lnTo>
                  <a:lnTo>
                    <a:pt x="94774" y="146494"/>
                  </a:lnTo>
                  <a:lnTo>
                    <a:pt x="93821" y="146780"/>
                  </a:lnTo>
                  <a:lnTo>
                    <a:pt x="93250" y="147828"/>
                  </a:lnTo>
                  <a:lnTo>
                    <a:pt x="94107" y="147733"/>
                  </a:lnTo>
                  <a:lnTo>
                    <a:pt x="94774" y="147828"/>
                  </a:lnTo>
                  <a:lnTo>
                    <a:pt x="95060" y="148114"/>
                  </a:lnTo>
                  <a:lnTo>
                    <a:pt x="94679" y="148780"/>
                  </a:lnTo>
                  <a:lnTo>
                    <a:pt x="94012" y="149161"/>
                  </a:lnTo>
                  <a:lnTo>
                    <a:pt x="92393" y="149352"/>
                  </a:lnTo>
                  <a:lnTo>
                    <a:pt x="91631" y="149923"/>
                  </a:lnTo>
                  <a:lnTo>
                    <a:pt x="90964" y="150304"/>
                  </a:lnTo>
                  <a:lnTo>
                    <a:pt x="90297" y="149828"/>
                  </a:lnTo>
                  <a:lnTo>
                    <a:pt x="89726" y="149161"/>
                  </a:lnTo>
                  <a:lnTo>
                    <a:pt x="89154" y="148780"/>
                  </a:lnTo>
                  <a:lnTo>
                    <a:pt x="88297" y="148876"/>
                  </a:lnTo>
                  <a:lnTo>
                    <a:pt x="87630" y="149161"/>
                  </a:lnTo>
                  <a:lnTo>
                    <a:pt x="85439" y="150686"/>
                  </a:lnTo>
                  <a:lnTo>
                    <a:pt x="84963" y="150781"/>
                  </a:lnTo>
                  <a:lnTo>
                    <a:pt x="82677" y="149733"/>
                  </a:lnTo>
                  <a:lnTo>
                    <a:pt x="82201" y="149638"/>
                  </a:lnTo>
                  <a:lnTo>
                    <a:pt x="81725" y="149638"/>
                  </a:lnTo>
                  <a:lnTo>
                    <a:pt x="81439" y="149923"/>
                  </a:lnTo>
                  <a:lnTo>
                    <a:pt x="81248" y="150400"/>
                  </a:lnTo>
                  <a:lnTo>
                    <a:pt x="80963" y="150876"/>
                  </a:lnTo>
                  <a:lnTo>
                    <a:pt x="80486" y="151067"/>
                  </a:lnTo>
                  <a:lnTo>
                    <a:pt x="78867" y="151352"/>
                  </a:lnTo>
                  <a:lnTo>
                    <a:pt x="78772" y="151447"/>
                  </a:lnTo>
                  <a:lnTo>
                    <a:pt x="77629" y="152209"/>
                  </a:lnTo>
                  <a:lnTo>
                    <a:pt x="75629" y="154781"/>
                  </a:lnTo>
                  <a:lnTo>
                    <a:pt x="77153" y="156591"/>
                  </a:lnTo>
                  <a:lnTo>
                    <a:pt x="77629" y="157639"/>
                  </a:lnTo>
                  <a:lnTo>
                    <a:pt x="76867" y="158115"/>
                  </a:lnTo>
                  <a:lnTo>
                    <a:pt x="73724" y="158210"/>
                  </a:lnTo>
                  <a:lnTo>
                    <a:pt x="73628" y="158020"/>
                  </a:lnTo>
                  <a:lnTo>
                    <a:pt x="73247" y="157448"/>
                  </a:lnTo>
                  <a:lnTo>
                    <a:pt x="72485" y="156781"/>
                  </a:lnTo>
                  <a:lnTo>
                    <a:pt x="71723" y="156591"/>
                  </a:lnTo>
                  <a:lnTo>
                    <a:pt x="71152" y="157067"/>
                  </a:lnTo>
                  <a:lnTo>
                    <a:pt x="70866" y="158401"/>
                  </a:lnTo>
                  <a:lnTo>
                    <a:pt x="70771" y="159925"/>
                  </a:lnTo>
                  <a:lnTo>
                    <a:pt x="70390" y="160687"/>
                  </a:lnTo>
                  <a:lnTo>
                    <a:pt x="69723" y="160972"/>
                  </a:lnTo>
                  <a:lnTo>
                    <a:pt x="67533" y="161068"/>
                  </a:lnTo>
                  <a:lnTo>
                    <a:pt x="66866" y="161258"/>
                  </a:lnTo>
                  <a:lnTo>
                    <a:pt x="66389" y="161639"/>
                  </a:lnTo>
                  <a:lnTo>
                    <a:pt x="65913" y="162401"/>
                  </a:lnTo>
                  <a:lnTo>
                    <a:pt x="65723" y="162973"/>
                  </a:lnTo>
                  <a:lnTo>
                    <a:pt x="65723" y="163925"/>
                  </a:lnTo>
                  <a:lnTo>
                    <a:pt x="65532" y="164401"/>
                  </a:lnTo>
                  <a:lnTo>
                    <a:pt x="65056" y="164687"/>
                  </a:lnTo>
                  <a:lnTo>
                    <a:pt x="64103" y="164497"/>
                  </a:lnTo>
                  <a:lnTo>
                    <a:pt x="63722" y="164782"/>
                  </a:lnTo>
                  <a:lnTo>
                    <a:pt x="63532" y="165735"/>
                  </a:lnTo>
                  <a:lnTo>
                    <a:pt x="63532" y="165830"/>
                  </a:lnTo>
                  <a:lnTo>
                    <a:pt x="63627" y="166688"/>
                  </a:lnTo>
                  <a:lnTo>
                    <a:pt x="63437" y="167164"/>
                  </a:lnTo>
                  <a:lnTo>
                    <a:pt x="62294" y="167164"/>
                  </a:lnTo>
                  <a:lnTo>
                    <a:pt x="62008" y="166973"/>
                  </a:lnTo>
                  <a:lnTo>
                    <a:pt x="61341" y="166402"/>
                  </a:lnTo>
                  <a:lnTo>
                    <a:pt x="60865" y="166211"/>
                  </a:lnTo>
                  <a:lnTo>
                    <a:pt x="60484" y="166211"/>
                  </a:lnTo>
                  <a:lnTo>
                    <a:pt x="59436" y="166592"/>
                  </a:lnTo>
                  <a:lnTo>
                    <a:pt x="58769" y="166306"/>
                  </a:lnTo>
                  <a:lnTo>
                    <a:pt x="58008" y="165925"/>
                  </a:lnTo>
                  <a:lnTo>
                    <a:pt x="57245" y="166021"/>
                  </a:lnTo>
                  <a:lnTo>
                    <a:pt x="56388" y="166402"/>
                  </a:lnTo>
                  <a:lnTo>
                    <a:pt x="56102" y="167164"/>
                  </a:lnTo>
                  <a:lnTo>
                    <a:pt x="55817" y="167830"/>
                  </a:lnTo>
                  <a:lnTo>
                    <a:pt x="55341" y="168307"/>
                  </a:lnTo>
                  <a:lnTo>
                    <a:pt x="54578" y="168592"/>
                  </a:lnTo>
                  <a:lnTo>
                    <a:pt x="53245" y="169164"/>
                  </a:lnTo>
                  <a:lnTo>
                    <a:pt x="51435" y="169736"/>
                  </a:lnTo>
                  <a:lnTo>
                    <a:pt x="49911" y="170402"/>
                  </a:lnTo>
                  <a:lnTo>
                    <a:pt x="48863" y="171164"/>
                  </a:lnTo>
                  <a:lnTo>
                    <a:pt x="47911" y="171736"/>
                  </a:lnTo>
                  <a:lnTo>
                    <a:pt x="46577" y="172307"/>
                  </a:lnTo>
                  <a:lnTo>
                    <a:pt x="45720" y="172784"/>
                  </a:lnTo>
                  <a:lnTo>
                    <a:pt x="44482" y="173165"/>
                  </a:lnTo>
                  <a:lnTo>
                    <a:pt x="43148" y="173641"/>
                  </a:lnTo>
                  <a:lnTo>
                    <a:pt x="42672" y="174498"/>
                  </a:lnTo>
                  <a:lnTo>
                    <a:pt x="42672" y="175450"/>
                  </a:lnTo>
                  <a:lnTo>
                    <a:pt x="43339" y="176308"/>
                  </a:lnTo>
                  <a:lnTo>
                    <a:pt x="43910" y="177165"/>
                  </a:lnTo>
                  <a:lnTo>
                    <a:pt x="44291" y="178022"/>
                  </a:lnTo>
                  <a:lnTo>
                    <a:pt x="44006" y="178689"/>
                  </a:lnTo>
                  <a:lnTo>
                    <a:pt x="43244" y="178975"/>
                  </a:lnTo>
                  <a:lnTo>
                    <a:pt x="42196" y="179070"/>
                  </a:lnTo>
                  <a:lnTo>
                    <a:pt x="41148" y="178975"/>
                  </a:lnTo>
                  <a:lnTo>
                    <a:pt x="39719" y="179261"/>
                  </a:lnTo>
                  <a:lnTo>
                    <a:pt x="38481" y="179165"/>
                  </a:lnTo>
                  <a:lnTo>
                    <a:pt x="38005" y="178975"/>
                  </a:lnTo>
                  <a:lnTo>
                    <a:pt x="37624" y="178784"/>
                  </a:lnTo>
                  <a:lnTo>
                    <a:pt x="37433" y="178498"/>
                  </a:lnTo>
                  <a:lnTo>
                    <a:pt x="36957" y="177736"/>
                  </a:lnTo>
                  <a:lnTo>
                    <a:pt x="36386" y="177260"/>
                  </a:lnTo>
                  <a:lnTo>
                    <a:pt x="36100" y="177641"/>
                  </a:lnTo>
                  <a:lnTo>
                    <a:pt x="35719" y="178498"/>
                  </a:lnTo>
                  <a:lnTo>
                    <a:pt x="33909" y="180880"/>
                  </a:lnTo>
                  <a:lnTo>
                    <a:pt x="31337" y="183451"/>
                  </a:lnTo>
                  <a:lnTo>
                    <a:pt x="30194" y="184213"/>
                  </a:lnTo>
                  <a:lnTo>
                    <a:pt x="28956" y="184499"/>
                  </a:lnTo>
                  <a:lnTo>
                    <a:pt x="28099" y="185071"/>
                  </a:lnTo>
                  <a:lnTo>
                    <a:pt x="27527" y="186499"/>
                  </a:lnTo>
                  <a:lnTo>
                    <a:pt x="27051" y="188119"/>
                  </a:lnTo>
                  <a:lnTo>
                    <a:pt x="26479" y="189262"/>
                  </a:lnTo>
                  <a:lnTo>
                    <a:pt x="25432" y="189738"/>
                  </a:lnTo>
                  <a:lnTo>
                    <a:pt x="22765" y="190309"/>
                  </a:lnTo>
                  <a:lnTo>
                    <a:pt x="21908" y="190881"/>
                  </a:lnTo>
                  <a:lnTo>
                    <a:pt x="21050" y="191834"/>
                  </a:lnTo>
                  <a:lnTo>
                    <a:pt x="18955" y="193167"/>
                  </a:lnTo>
                  <a:lnTo>
                    <a:pt x="18098" y="193929"/>
                  </a:lnTo>
                  <a:lnTo>
                    <a:pt x="17907" y="194310"/>
                  </a:lnTo>
                  <a:lnTo>
                    <a:pt x="17812" y="195072"/>
                  </a:lnTo>
                  <a:lnTo>
                    <a:pt x="17717" y="195358"/>
                  </a:lnTo>
                  <a:lnTo>
                    <a:pt x="17431" y="195548"/>
                  </a:lnTo>
                  <a:lnTo>
                    <a:pt x="16859" y="195643"/>
                  </a:lnTo>
                  <a:lnTo>
                    <a:pt x="16669" y="195739"/>
                  </a:lnTo>
                  <a:lnTo>
                    <a:pt x="9144" y="202882"/>
                  </a:lnTo>
                  <a:lnTo>
                    <a:pt x="8287" y="203740"/>
                  </a:lnTo>
                  <a:lnTo>
                    <a:pt x="8858" y="204788"/>
                  </a:lnTo>
                  <a:lnTo>
                    <a:pt x="9049" y="206026"/>
                  </a:lnTo>
                  <a:lnTo>
                    <a:pt x="9430" y="207169"/>
                  </a:lnTo>
                  <a:lnTo>
                    <a:pt x="10383" y="208026"/>
                  </a:lnTo>
                  <a:lnTo>
                    <a:pt x="11621" y="208217"/>
                  </a:lnTo>
                  <a:lnTo>
                    <a:pt x="14097" y="208312"/>
                  </a:lnTo>
                  <a:lnTo>
                    <a:pt x="15145" y="208883"/>
                  </a:lnTo>
                  <a:lnTo>
                    <a:pt x="13335" y="209359"/>
                  </a:lnTo>
                  <a:lnTo>
                    <a:pt x="11621" y="208693"/>
                  </a:lnTo>
                  <a:lnTo>
                    <a:pt x="10097" y="208502"/>
                  </a:lnTo>
                  <a:lnTo>
                    <a:pt x="8858" y="210217"/>
                  </a:lnTo>
                  <a:lnTo>
                    <a:pt x="8763" y="214313"/>
                  </a:lnTo>
                  <a:lnTo>
                    <a:pt x="8477" y="215265"/>
                  </a:lnTo>
                  <a:lnTo>
                    <a:pt x="7906" y="215741"/>
                  </a:lnTo>
                  <a:lnTo>
                    <a:pt x="7144" y="215932"/>
                  </a:lnTo>
                  <a:lnTo>
                    <a:pt x="6382" y="216313"/>
                  </a:lnTo>
                  <a:lnTo>
                    <a:pt x="5810" y="217170"/>
                  </a:lnTo>
                  <a:lnTo>
                    <a:pt x="6191" y="217360"/>
                  </a:lnTo>
                  <a:lnTo>
                    <a:pt x="6572" y="217646"/>
                  </a:lnTo>
                  <a:lnTo>
                    <a:pt x="6953" y="218027"/>
                  </a:lnTo>
                  <a:lnTo>
                    <a:pt x="7334" y="218504"/>
                  </a:lnTo>
                  <a:lnTo>
                    <a:pt x="8096" y="219932"/>
                  </a:lnTo>
                  <a:lnTo>
                    <a:pt x="9525" y="220218"/>
                  </a:lnTo>
                  <a:lnTo>
                    <a:pt x="9906" y="220409"/>
                  </a:lnTo>
                  <a:lnTo>
                    <a:pt x="10001" y="220789"/>
                  </a:lnTo>
                  <a:lnTo>
                    <a:pt x="10192" y="222028"/>
                  </a:lnTo>
                  <a:lnTo>
                    <a:pt x="10383" y="222313"/>
                  </a:lnTo>
                  <a:lnTo>
                    <a:pt x="10478" y="222409"/>
                  </a:lnTo>
                  <a:lnTo>
                    <a:pt x="10668" y="222980"/>
                  </a:lnTo>
                  <a:lnTo>
                    <a:pt x="10859" y="223171"/>
                  </a:lnTo>
                  <a:lnTo>
                    <a:pt x="11144" y="223171"/>
                  </a:lnTo>
                  <a:lnTo>
                    <a:pt x="11335" y="222980"/>
                  </a:lnTo>
                  <a:lnTo>
                    <a:pt x="11525" y="222790"/>
                  </a:lnTo>
                  <a:lnTo>
                    <a:pt x="11716" y="222694"/>
                  </a:lnTo>
                  <a:lnTo>
                    <a:pt x="16193" y="223552"/>
                  </a:lnTo>
                  <a:lnTo>
                    <a:pt x="18002" y="223647"/>
                  </a:lnTo>
                  <a:lnTo>
                    <a:pt x="18479" y="223838"/>
                  </a:lnTo>
                  <a:lnTo>
                    <a:pt x="18574" y="224314"/>
                  </a:lnTo>
                  <a:lnTo>
                    <a:pt x="18383" y="225742"/>
                  </a:lnTo>
                  <a:lnTo>
                    <a:pt x="18574" y="226314"/>
                  </a:lnTo>
                  <a:lnTo>
                    <a:pt x="19526" y="226885"/>
                  </a:lnTo>
                  <a:lnTo>
                    <a:pt x="19717" y="227267"/>
                  </a:lnTo>
                  <a:lnTo>
                    <a:pt x="19622" y="227933"/>
                  </a:lnTo>
                  <a:lnTo>
                    <a:pt x="19336" y="228981"/>
                  </a:lnTo>
                  <a:lnTo>
                    <a:pt x="19241" y="229552"/>
                  </a:lnTo>
                  <a:lnTo>
                    <a:pt x="19336" y="230124"/>
                  </a:lnTo>
                  <a:lnTo>
                    <a:pt x="19717" y="230314"/>
                  </a:lnTo>
                  <a:lnTo>
                    <a:pt x="20193" y="230410"/>
                  </a:lnTo>
                  <a:lnTo>
                    <a:pt x="20669" y="230696"/>
                  </a:lnTo>
                  <a:lnTo>
                    <a:pt x="20860" y="231076"/>
                  </a:lnTo>
                  <a:lnTo>
                    <a:pt x="21241" y="231838"/>
                  </a:lnTo>
                  <a:lnTo>
                    <a:pt x="21431" y="232124"/>
                  </a:lnTo>
                  <a:lnTo>
                    <a:pt x="21812" y="232124"/>
                  </a:lnTo>
                  <a:lnTo>
                    <a:pt x="22289" y="231838"/>
                  </a:lnTo>
                  <a:lnTo>
                    <a:pt x="22670" y="231838"/>
                  </a:lnTo>
                  <a:lnTo>
                    <a:pt x="22860" y="232791"/>
                  </a:lnTo>
                  <a:lnTo>
                    <a:pt x="22574" y="233743"/>
                  </a:lnTo>
                  <a:lnTo>
                    <a:pt x="21908" y="234220"/>
                  </a:lnTo>
                  <a:lnTo>
                    <a:pt x="21717" y="235458"/>
                  </a:lnTo>
                  <a:lnTo>
                    <a:pt x="20765" y="236601"/>
                  </a:lnTo>
                  <a:lnTo>
                    <a:pt x="21050" y="237363"/>
                  </a:lnTo>
                  <a:lnTo>
                    <a:pt x="21241" y="237554"/>
                  </a:lnTo>
                  <a:lnTo>
                    <a:pt x="21431" y="237649"/>
                  </a:lnTo>
                  <a:lnTo>
                    <a:pt x="21812" y="237744"/>
                  </a:lnTo>
                  <a:lnTo>
                    <a:pt x="21622" y="238220"/>
                  </a:lnTo>
                  <a:lnTo>
                    <a:pt x="21527" y="238411"/>
                  </a:lnTo>
                  <a:lnTo>
                    <a:pt x="21527" y="238696"/>
                  </a:lnTo>
                  <a:lnTo>
                    <a:pt x="22289" y="239173"/>
                  </a:lnTo>
                  <a:lnTo>
                    <a:pt x="22479" y="238887"/>
                  </a:lnTo>
                  <a:lnTo>
                    <a:pt x="22955" y="237649"/>
                  </a:lnTo>
                  <a:lnTo>
                    <a:pt x="24289" y="236982"/>
                  </a:lnTo>
                  <a:lnTo>
                    <a:pt x="25337" y="235934"/>
                  </a:lnTo>
                  <a:lnTo>
                    <a:pt x="26479" y="235267"/>
                  </a:lnTo>
                  <a:lnTo>
                    <a:pt x="27432" y="235648"/>
                  </a:lnTo>
                  <a:lnTo>
                    <a:pt x="27908" y="235458"/>
                  </a:lnTo>
                  <a:lnTo>
                    <a:pt x="27432" y="234696"/>
                  </a:lnTo>
                  <a:lnTo>
                    <a:pt x="27242" y="234029"/>
                  </a:lnTo>
                  <a:lnTo>
                    <a:pt x="27813" y="233553"/>
                  </a:lnTo>
                  <a:lnTo>
                    <a:pt x="28480" y="233553"/>
                  </a:lnTo>
                  <a:lnTo>
                    <a:pt x="28670" y="232505"/>
                  </a:lnTo>
                  <a:lnTo>
                    <a:pt x="28004" y="232315"/>
                  </a:lnTo>
                  <a:lnTo>
                    <a:pt x="28004" y="231648"/>
                  </a:lnTo>
                  <a:lnTo>
                    <a:pt x="28289" y="231076"/>
                  </a:lnTo>
                  <a:lnTo>
                    <a:pt x="28289" y="230219"/>
                  </a:lnTo>
                  <a:lnTo>
                    <a:pt x="28480" y="229457"/>
                  </a:lnTo>
                  <a:lnTo>
                    <a:pt x="28194" y="228695"/>
                  </a:lnTo>
                  <a:lnTo>
                    <a:pt x="27813" y="228124"/>
                  </a:lnTo>
                  <a:lnTo>
                    <a:pt x="27623" y="227457"/>
                  </a:lnTo>
                  <a:lnTo>
                    <a:pt x="27623" y="226790"/>
                  </a:lnTo>
                  <a:lnTo>
                    <a:pt x="27908" y="226028"/>
                  </a:lnTo>
                  <a:lnTo>
                    <a:pt x="28480" y="226885"/>
                  </a:lnTo>
                  <a:lnTo>
                    <a:pt x="28670" y="228409"/>
                  </a:lnTo>
                  <a:lnTo>
                    <a:pt x="29242" y="228791"/>
                  </a:lnTo>
                  <a:lnTo>
                    <a:pt x="30766" y="228886"/>
                  </a:lnTo>
                  <a:lnTo>
                    <a:pt x="30956" y="229552"/>
                  </a:lnTo>
                  <a:lnTo>
                    <a:pt x="31433" y="229743"/>
                  </a:lnTo>
                  <a:lnTo>
                    <a:pt x="32576" y="229934"/>
                  </a:lnTo>
                  <a:lnTo>
                    <a:pt x="33433" y="230219"/>
                  </a:lnTo>
                  <a:lnTo>
                    <a:pt x="34290" y="230696"/>
                  </a:lnTo>
                  <a:lnTo>
                    <a:pt x="35052" y="231362"/>
                  </a:lnTo>
                  <a:lnTo>
                    <a:pt x="35624" y="232219"/>
                  </a:lnTo>
                  <a:lnTo>
                    <a:pt x="36100" y="234220"/>
                  </a:lnTo>
                  <a:lnTo>
                    <a:pt x="36671" y="234601"/>
                  </a:lnTo>
                  <a:lnTo>
                    <a:pt x="37338" y="234791"/>
                  </a:lnTo>
                  <a:lnTo>
                    <a:pt x="37910" y="235267"/>
                  </a:lnTo>
                  <a:lnTo>
                    <a:pt x="38386" y="234125"/>
                  </a:lnTo>
                  <a:lnTo>
                    <a:pt x="38958" y="234220"/>
                  </a:lnTo>
                  <a:lnTo>
                    <a:pt x="40481" y="235744"/>
                  </a:lnTo>
                  <a:lnTo>
                    <a:pt x="40958" y="235839"/>
                  </a:lnTo>
                  <a:lnTo>
                    <a:pt x="41434" y="235839"/>
                  </a:lnTo>
                  <a:lnTo>
                    <a:pt x="41815" y="235934"/>
                  </a:lnTo>
                  <a:lnTo>
                    <a:pt x="42005" y="236410"/>
                  </a:lnTo>
                  <a:lnTo>
                    <a:pt x="42291" y="236696"/>
                  </a:lnTo>
                  <a:lnTo>
                    <a:pt x="43434" y="237744"/>
                  </a:lnTo>
                  <a:lnTo>
                    <a:pt x="43815" y="238030"/>
                  </a:lnTo>
                  <a:lnTo>
                    <a:pt x="44482" y="238220"/>
                  </a:lnTo>
                  <a:lnTo>
                    <a:pt x="44958" y="238220"/>
                  </a:lnTo>
                  <a:lnTo>
                    <a:pt x="45816" y="238030"/>
                  </a:lnTo>
                  <a:lnTo>
                    <a:pt x="46482" y="238125"/>
                  </a:lnTo>
                  <a:lnTo>
                    <a:pt x="46673" y="238411"/>
                  </a:lnTo>
                  <a:lnTo>
                    <a:pt x="46768" y="238792"/>
                  </a:lnTo>
                  <a:lnTo>
                    <a:pt x="47054" y="239363"/>
                  </a:lnTo>
                  <a:lnTo>
                    <a:pt x="47244" y="239839"/>
                  </a:lnTo>
                  <a:lnTo>
                    <a:pt x="47244" y="240316"/>
                  </a:lnTo>
                  <a:lnTo>
                    <a:pt x="47339" y="240697"/>
                  </a:lnTo>
                  <a:lnTo>
                    <a:pt x="47816" y="240792"/>
                  </a:lnTo>
                  <a:lnTo>
                    <a:pt x="50197" y="240792"/>
                  </a:lnTo>
                  <a:lnTo>
                    <a:pt x="50006" y="240411"/>
                  </a:lnTo>
                  <a:lnTo>
                    <a:pt x="49625" y="239363"/>
                  </a:lnTo>
                  <a:lnTo>
                    <a:pt x="49435" y="238982"/>
                  </a:lnTo>
                  <a:lnTo>
                    <a:pt x="52959" y="238982"/>
                  </a:lnTo>
                  <a:lnTo>
                    <a:pt x="52197" y="240221"/>
                  </a:lnTo>
                  <a:lnTo>
                    <a:pt x="52673" y="240697"/>
                  </a:lnTo>
                  <a:lnTo>
                    <a:pt x="53626" y="240983"/>
                  </a:lnTo>
                  <a:lnTo>
                    <a:pt x="54102" y="241649"/>
                  </a:lnTo>
                  <a:lnTo>
                    <a:pt x="54293" y="241840"/>
                  </a:lnTo>
                  <a:lnTo>
                    <a:pt x="55721" y="243554"/>
                  </a:lnTo>
                  <a:lnTo>
                    <a:pt x="56198" y="243840"/>
                  </a:lnTo>
                  <a:lnTo>
                    <a:pt x="56674" y="243745"/>
                  </a:lnTo>
                  <a:lnTo>
                    <a:pt x="57150" y="243459"/>
                  </a:lnTo>
                  <a:lnTo>
                    <a:pt x="58293" y="243078"/>
                  </a:lnTo>
                  <a:lnTo>
                    <a:pt x="63818" y="240221"/>
                  </a:lnTo>
                  <a:lnTo>
                    <a:pt x="64579" y="239649"/>
                  </a:lnTo>
                  <a:lnTo>
                    <a:pt x="64961" y="240506"/>
                  </a:lnTo>
                  <a:lnTo>
                    <a:pt x="64866" y="241459"/>
                  </a:lnTo>
                  <a:lnTo>
                    <a:pt x="64389" y="242125"/>
                  </a:lnTo>
                  <a:lnTo>
                    <a:pt x="62865" y="242697"/>
                  </a:lnTo>
                  <a:lnTo>
                    <a:pt x="62484" y="243459"/>
                  </a:lnTo>
                  <a:lnTo>
                    <a:pt x="62294" y="244412"/>
                  </a:lnTo>
                  <a:lnTo>
                    <a:pt x="62008" y="245269"/>
                  </a:lnTo>
                  <a:lnTo>
                    <a:pt x="61055" y="246317"/>
                  </a:lnTo>
                  <a:lnTo>
                    <a:pt x="60103" y="247079"/>
                  </a:lnTo>
                  <a:lnTo>
                    <a:pt x="59341" y="248126"/>
                  </a:lnTo>
                  <a:lnTo>
                    <a:pt x="59150" y="249936"/>
                  </a:lnTo>
                  <a:lnTo>
                    <a:pt x="59627" y="249650"/>
                  </a:lnTo>
                  <a:lnTo>
                    <a:pt x="60198" y="249460"/>
                  </a:lnTo>
                  <a:lnTo>
                    <a:pt x="60770" y="249364"/>
                  </a:lnTo>
                  <a:lnTo>
                    <a:pt x="61341" y="249364"/>
                  </a:lnTo>
                  <a:lnTo>
                    <a:pt x="60103" y="251174"/>
                  </a:lnTo>
                  <a:lnTo>
                    <a:pt x="59912" y="252127"/>
                  </a:lnTo>
                  <a:lnTo>
                    <a:pt x="60960" y="252508"/>
                  </a:lnTo>
                  <a:lnTo>
                    <a:pt x="64199" y="252984"/>
                  </a:lnTo>
                  <a:lnTo>
                    <a:pt x="65342" y="252984"/>
                  </a:lnTo>
                  <a:lnTo>
                    <a:pt x="65056" y="253746"/>
                  </a:lnTo>
                  <a:lnTo>
                    <a:pt x="64579" y="254222"/>
                  </a:lnTo>
                  <a:lnTo>
                    <a:pt x="63437" y="254889"/>
                  </a:lnTo>
                  <a:lnTo>
                    <a:pt x="63151" y="254698"/>
                  </a:lnTo>
                  <a:lnTo>
                    <a:pt x="62960" y="254603"/>
                  </a:lnTo>
                  <a:lnTo>
                    <a:pt x="62389" y="254413"/>
                  </a:lnTo>
                  <a:lnTo>
                    <a:pt x="62865" y="255079"/>
                  </a:lnTo>
                  <a:lnTo>
                    <a:pt x="63151" y="255270"/>
                  </a:lnTo>
                  <a:lnTo>
                    <a:pt x="62770" y="256413"/>
                  </a:lnTo>
                  <a:lnTo>
                    <a:pt x="63056" y="257270"/>
                  </a:lnTo>
                  <a:lnTo>
                    <a:pt x="63722" y="257842"/>
                  </a:lnTo>
                  <a:lnTo>
                    <a:pt x="64579" y="257937"/>
                  </a:lnTo>
                  <a:lnTo>
                    <a:pt x="63913" y="258604"/>
                  </a:lnTo>
                  <a:lnTo>
                    <a:pt x="61913" y="262318"/>
                  </a:lnTo>
                  <a:lnTo>
                    <a:pt x="62008" y="262985"/>
                  </a:lnTo>
                  <a:lnTo>
                    <a:pt x="62484" y="263462"/>
                  </a:lnTo>
                  <a:lnTo>
                    <a:pt x="62770" y="264509"/>
                  </a:lnTo>
                  <a:lnTo>
                    <a:pt x="61627" y="264033"/>
                  </a:lnTo>
                  <a:lnTo>
                    <a:pt x="60389" y="264033"/>
                  </a:lnTo>
                  <a:lnTo>
                    <a:pt x="59246" y="264605"/>
                  </a:lnTo>
                  <a:lnTo>
                    <a:pt x="58484" y="265938"/>
                  </a:lnTo>
                  <a:lnTo>
                    <a:pt x="58674" y="266509"/>
                  </a:lnTo>
                  <a:lnTo>
                    <a:pt x="59150" y="267081"/>
                  </a:lnTo>
                  <a:lnTo>
                    <a:pt x="59341" y="267557"/>
                  </a:lnTo>
                  <a:lnTo>
                    <a:pt x="58769" y="267748"/>
                  </a:lnTo>
                  <a:lnTo>
                    <a:pt x="57436" y="267748"/>
                  </a:lnTo>
                  <a:lnTo>
                    <a:pt x="56864" y="268034"/>
                  </a:lnTo>
                  <a:lnTo>
                    <a:pt x="56388" y="268700"/>
                  </a:lnTo>
                  <a:lnTo>
                    <a:pt x="56769" y="269081"/>
                  </a:lnTo>
                  <a:lnTo>
                    <a:pt x="56674" y="269367"/>
                  </a:lnTo>
                  <a:lnTo>
                    <a:pt x="56483" y="269653"/>
                  </a:lnTo>
                  <a:lnTo>
                    <a:pt x="56388" y="270129"/>
                  </a:lnTo>
                  <a:lnTo>
                    <a:pt x="56388" y="270700"/>
                  </a:lnTo>
                  <a:lnTo>
                    <a:pt x="56293" y="271177"/>
                  </a:lnTo>
                  <a:lnTo>
                    <a:pt x="56483" y="271558"/>
                  </a:lnTo>
                  <a:lnTo>
                    <a:pt x="56483" y="272034"/>
                  </a:lnTo>
                  <a:lnTo>
                    <a:pt x="56293" y="272510"/>
                  </a:lnTo>
                  <a:lnTo>
                    <a:pt x="56198" y="272987"/>
                  </a:lnTo>
                  <a:lnTo>
                    <a:pt x="58865" y="273367"/>
                  </a:lnTo>
                  <a:lnTo>
                    <a:pt x="57817" y="273653"/>
                  </a:lnTo>
                  <a:lnTo>
                    <a:pt x="56483" y="273558"/>
                  </a:lnTo>
                  <a:lnTo>
                    <a:pt x="55436" y="273558"/>
                  </a:lnTo>
                  <a:lnTo>
                    <a:pt x="54864" y="274510"/>
                  </a:lnTo>
                  <a:lnTo>
                    <a:pt x="54483" y="275654"/>
                  </a:lnTo>
                  <a:lnTo>
                    <a:pt x="53531" y="276987"/>
                  </a:lnTo>
                  <a:lnTo>
                    <a:pt x="52388" y="278892"/>
                  </a:lnTo>
                  <a:lnTo>
                    <a:pt x="51721" y="279940"/>
                  </a:lnTo>
                  <a:lnTo>
                    <a:pt x="51816" y="280702"/>
                  </a:lnTo>
                  <a:lnTo>
                    <a:pt x="51245" y="281845"/>
                  </a:lnTo>
                  <a:lnTo>
                    <a:pt x="50387" y="283178"/>
                  </a:lnTo>
                  <a:lnTo>
                    <a:pt x="49911" y="284797"/>
                  </a:lnTo>
                  <a:lnTo>
                    <a:pt x="49340" y="286417"/>
                  </a:lnTo>
                  <a:lnTo>
                    <a:pt x="49244" y="287560"/>
                  </a:lnTo>
                  <a:lnTo>
                    <a:pt x="49054" y="290036"/>
                  </a:lnTo>
                  <a:lnTo>
                    <a:pt x="48863" y="291179"/>
                  </a:lnTo>
                  <a:lnTo>
                    <a:pt x="48578" y="292322"/>
                  </a:lnTo>
                  <a:lnTo>
                    <a:pt x="48959" y="294132"/>
                  </a:lnTo>
                  <a:lnTo>
                    <a:pt x="49530" y="294704"/>
                  </a:lnTo>
                  <a:lnTo>
                    <a:pt x="50292" y="295084"/>
                  </a:lnTo>
                  <a:lnTo>
                    <a:pt x="50578" y="295846"/>
                  </a:lnTo>
                  <a:lnTo>
                    <a:pt x="51149" y="296704"/>
                  </a:lnTo>
                  <a:lnTo>
                    <a:pt x="52673" y="296609"/>
                  </a:lnTo>
                  <a:lnTo>
                    <a:pt x="53435" y="294418"/>
                  </a:lnTo>
                  <a:lnTo>
                    <a:pt x="53150" y="292798"/>
                  </a:lnTo>
                  <a:lnTo>
                    <a:pt x="54007" y="292989"/>
                  </a:lnTo>
                  <a:lnTo>
                    <a:pt x="54674" y="293656"/>
                  </a:lnTo>
                  <a:lnTo>
                    <a:pt x="54959" y="294418"/>
                  </a:lnTo>
                  <a:lnTo>
                    <a:pt x="54674" y="295084"/>
                  </a:lnTo>
                  <a:lnTo>
                    <a:pt x="55054" y="295370"/>
                  </a:lnTo>
                  <a:lnTo>
                    <a:pt x="55436" y="295561"/>
                  </a:lnTo>
                  <a:lnTo>
                    <a:pt x="54388" y="296799"/>
                  </a:lnTo>
                  <a:lnTo>
                    <a:pt x="54197" y="297371"/>
                  </a:lnTo>
                  <a:lnTo>
                    <a:pt x="54483" y="298133"/>
                  </a:lnTo>
                  <a:lnTo>
                    <a:pt x="55150" y="298799"/>
                  </a:lnTo>
                  <a:lnTo>
                    <a:pt x="55912" y="299085"/>
                  </a:lnTo>
                  <a:lnTo>
                    <a:pt x="56769" y="299085"/>
                  </a:lnTo>
                  <a:lnTo>
                    <a:pt x="57531" y="298799"/>
                  </a:lnTo>
                  <a:lnTo>
                    <a:pt x="57531" y="298418"/>
                  </a:lnTo>
                  <a:lnTo>
                    <a:pt x="57245" y="298228"/>
                  </a:lnTo>
                  <a:lnTo>
                    <a:pt x="56960" y="297847"/>
                  </a:lnTo>
                  <a:lnTo>
                    <a:pt x="56864" y="297466"/>
                  </a:lnTo>
                  <a:lnTo>
                    <a:pt x="57150" y="297085"/>
                  </a:lnTo>
                  <a:lnTo>
                    <a:pt x="57436" y="297085"/>
                  </a:lnTo>
                  <a:lnTo>
                    <a:pt x="57626" y="297371"/>
                  </a:lnTo>
                  <a:lnTo>
                    <a:pt x="57722" y="297751"/>
                  </a:lnTo>
                  <a:lnTo>
                    <a:pt x="57817" y="297942"/>
                  </a:lnTo>
                  <a:lnTo>
                    <a:pt x="59246" y="298133"/>
                  </a:lnTo>
                  <a:lnTo>
                    <a:pt x="59722" y="297847"/>
                  </a:lnTo>
                  <a:lnTo>
                    <a:pt x="60008" y="296989"/>
                  </a:lnTo>
                  <a:lnTo>
                    <a:pt x="60389" y="296989"/>
                  </a:lnTo>
                  <a:lnTo>
                    <a:pt x="60960" y="297942"/>
                  </a:lnTo>
                  <a:lnTo>
                    <a:pt x="61817" y="298133"/>
                  </a:lnTo>
                  <a:lnTo>
                    <a:pt x="63437" y="297371"/>
                  </a:lnTo>
                  <a:lnTo>
                    <a:pt x="64199" y="296894"/>
                  </a:lnTo>
                  <a:lnTo>
                    <a:pt x="63818" y="296418"/>
                  </a:lnTo>
                  <a:lnTo>
                    <a:pt x="63437" y="296037"/>
                  </a:lnTo>
                  <a:lnTo>
                    <a:pt x="62960" y="295751"/>
                  </a:lnTo>
                  <a:lnTo>
                    <a:pt x="63722" y="295656"/>
                  </a:lnTo>
                  <a:lnTo>
                    <a:pt x="64103" y="295180"/>
                  </a:lnTo>
                  <a:lnTo>
                    <a:pt x="64294" y="294608"/>
                  </a:lnTo>
                  <a:lnTo>
                    <a:pt x="64484" y="294322"/>
                  </a:lnTo>
                  <a:lnTo>
                    <a:pt x="64961" y="294227"/>
                  </a:lnTo>
                  <a:lnTo>
                    <a:pt x="64961" y="294322"/>
                  </a:lnTo>
                  <a:lnTo>
                    <a:pt x="64866" y="294608"/>
                  </a:lnTo>
                  <a:lnTo>
                    <a:pt x="66199" y="297085"/>
                  </a:lnTo>
                  <a:lnTo>
                    <a:pt x="66485" y="297561"/>
                  </a:lnTo>
                  <a:lnTo>
                    <a:pt x="67151" y="297847"/>
                  </a:lnTo>
                  <a:lnTo>
                    <a:pt x="68390" y="297847"/>
                  </a:lnTo>
                  <a:lnTo>
                    <a:pt x="69056" y="297942"/>
                  </a:lnTo>
                  <a:lnTo>
                    <a:pt x="69914" y="298609"/>
                  </a:lnTo>
                  <a:lnTo>
                    <a:pt x="72295" y="301657"/>
                  </a:lnTo>
                  <a:lnTo>
                    <a:pt x="72866" y="301942"/>
                  </a:lnTo>
                  <a:lnTo>
                    <a:pt x="73914" y="302038"/>
                  </a:lnTo>
                  <a:lnTo>
                    <a:pt x="74486" y="302228"/>
                  </a:lnTo>
                  <a:lnTo>
                    <a:pt x="74771" y="302514"/>
                  </a:lnTo>
                  <a:lnTo>
                    <a:pt x="75438" y="303562"/>
                  </a:lnTo>
                  <a:lnTo>
                    <a:pt x="75914" y="304038"/>
                  </a:lnTo>
                  <a:lnTo>
                    <a:pt x="74867" y="304324"/>
                  </a:lnTo>
                  <a:lnTo>
                    <a:pt x="73438" y="304038"/>
                  </a:lnTo>
                  <a:lnTo>
                    <a:pt x="72104" y="303276"/>
                  </a:lnTo>
                  <a:lnTo>
                    <a:pt x="71533" y="302323"/>
                  </a:lnTo>
                  <a:lnTo>
                    <a:pt x="71342" y="301847"/>
                  </a:lnTo>
                  <a:lnTo>
                    <a:pt x="70961" y="301276"/>
                  </a:lnTo>
                  <a:lnTo>
                    <a:pt x="70485" y="300800"/>
                  </a:lnTo>
                  <a:lnTo>
                    <a:pt x="69914" y="300609"/>
                  </a:lnTo>
                  <a:lnTo>
                    <a:pt x="69723" y="300990"/>
                  </a:lnTo>
                  <a:lnTo>
                    <a:pt x="69533" y="301657"/>
                  </a:lnTo>
                  <a:lnTo>
                    <a:pt x="69247" y="302323"/>
                  </a:lnTo>
                  <a:lnTo>
                    <a:pt x="68580" y="302419"/>
                  </a:lnTo>
                  <a:lnTo>
                    <a:pt x="68294" y="302038"/>
                  </a:lnTo>
                  <a:lnTo>
                    <a:pt x="68104" y="300800"/>
                  </a:lnTo>
                  <a:lnTo>
                    <a:pt x="67818" y="300133"/>
                  </a:lnTo>
                  <a:lnTo>
                    <a:pt x="65437" y="298704"/>
                  </a:lnTo>
                  <a:lnTo>
                    <a:pt x="64866" y="298894"/>
                  </a:lnTo>
                  <a:lnTo>
                    <a:pt x="64579" y="299371"/>
                  </a:lnTo>
                  <a:lnTo>
                    <a:pt x="64484" y="299847"/>
                  </a:lnTo>
                  <a:lnTo>
                    <a:pt x="64389" y="300038"/>
                  </a:lnTo>
                  <a:lnTo>
                    <a:pt x="63722" y="299942"/>
                  </a:lnTo>
                  <a:lnTo>
                    <a:pt x="62484" y="299561"/>
                  </a:lnTo>
                  <a:lnTo>
                    <a:pt x="62008" y="299466"/>
                  </a:lnTo>
                  <a:lnTo>
                    <a:pt x="60484" y="299371"/>
                  </a:lnTo>
                  <a:lnTo>
                    <a:pt x="59246" y="299847"/>
                  </a:lnTo>
                  <a:lnTo>
                    <a:pt x="58388" y="300418"/>
                  </a:lnTo>
                  <a:lnTo>
                    <a:pt x="57817" y="301085"/>
                  </a:lnTo>
                  <a:lnTo>
                    <a:pt x="57341" y="301276"/>
                  </a:lnTo>
                  <a:lnTo>
                    <a:pt x="56769" y="301847"/>
                  </a:lnTo>
                  <a:lnTo>
                    <a:pt x="55531" y="301466"/>
                  </a:lnTo>
                  <a:lnTo>
                    <a:pt x="54959" y="300990"/>
                  </a:lnTo>
                  <a:lnTo>
                    <a:pt x="54578" y="300990"/>
                  </a:lnTo>
                  <a:lnTo>
                    <a:pt x="53340" y="301752"/>
                  </a:lnTo>
                  <a:lnTo>
                    <a:pt x="52578" y="301847"/>
                  </a:lnTo>
                  <a:lnTo>
                    <a:pt x="51721" y="302038"/>
                  </a:lnTo>
                  <a:lnTo>
                    <a:pt x="51245" y="301752"/>
                  </a:lnTo>
                  <a:lnTo>
                    <a:pt x="50959" y="301085"/>
                  </a:lnTo>
                  <a:lnTo>
                    <a:pt x="50483" y="300895"/>
                  </a:lnTo>
                  <a:lnTo>
                    <a:pt x="50387" y="301752"/>
                  </a:lnTo>
                  <a:lnTo>
                    <a:pt x="50673" y="302705"/>
                  </a:lnTo>
                  <a:lnTo>
                    <a:pt x="50483" y="303181"/>
                  </a:lnTo>
                  <a:lnTo>
                    <a:pt x="49244" y="303371"/>
                  </a:lnTo>
                  <a:lnTo>
                    <a:pt x="48768" y="302419"/>
                  </a:lnTo>
                  <a:lnTo>
                    <a:pt x="48197" y="301371"/>
                  </a:lnTo>
                  <a:lnTo>
                    <a:pt x="47435" y="301085"/>
                  </a:lnTo>
                  <a:lnTo>
                    <a:pt x="47054" y="301657"/>
                  </a:lnTo>
                  <a:lnTo>
                    <a:pt x="47149" y="302419"/>
                  </a:lnTo>
                  <a:lnTo>
                    <a:pt x="47530" y="303181"/>
                  </a:lnTo>
                  <a:lnTo>
                    <a:pt x="48101" y="303752"/>
                  </a:lnTo>
                  <a:lnTo>
                    <a:pt x="47911" y="304705"/>
                  </a:lnTo>
                  <a:lnTo>
                    <a:pt x="47911" y="305943"/>
                  </a:lnTo>
                  <a:lnTo>
                    <a:pt x="47530" y="306705"/>
                  </a:lnTo>
                  <a:lnTo>
                    <a:pt x="46196" y="305848"/>
                  </a:lnTo>
                  <a:lnTo>
                    <a:pt x="44958" y="306514"/>
                  </a:lnTo>
                  <a:lnTo>
                    <a:pt x="43815" y="307562"/>
                  </a:lnTo>
                  <a:lnTo>
                    <a:pt x="43053" y="306705"/>
                  </a:lnTo>
                  <a:lnTo>
                    <a:pt x="42767" y="306038"/>
                  </a:lnTo>
                  <a:lnTo>
                    <a:pt x="42291" y="306134"/>
                  </a:lnTo>
                  <a:lnTo>
                    <a:pt x="41720" y="306514"/>
                  </a:lnTo>
                  <a:lnTo>
                    <a:pt x="40672" y="305943"/>
                  </a:lnTo>
                  <a:lnTo>
                    <a:pt x="39910" y="305943"/>
                  </a:lnTo>
                  <a:lnTo>
                    <a:pt x="39719" y="306419"/>
                  </a:lnTo>
                  <a:lnTo>
                    <a:pt x="40481" y="307086"/>
                  </a:lnTo>
                  <a:lnTo>
                    <a:pt x="40577" y="307658"/>
                  </a:lnTo>
                  <a:lnTo>
                    <a:pt x="40481" y="308229"/>
                  </a:lnTo>
                  <a:lnTo>
                    <a:pt x="40386" y="308991"/>
                  </a:lnTo>
                  <a:lnTo>
                    <a:pt x="40577" y="309658"/>
                  </a:lnTo>
                  <a:lnTo>
                    <a:pt x="41529" y="310420"/>
                  </a:lnTo>
                  <a:lnTo>
                    <a:pt x="41815" y="311087"/>
                  </a:lnTo>
                  <a:lnTo>
                    <a:pt x="41529" y="312230"/>
                  </a:lnTo>
                  <a:lnTo>
                    <a:pt x="40767" y="313849"/>
                  </a:lnTo>
                  <a:lnTo>
                    <a:pt x="39910" y="315373"/>
                  </a:lnTo>
                  <a:lnTo>
                    <a:pt x="39243" y="316135"/>
                  </a:lnTo>
                  <a:lnTo>
                    <a:pt x="39338" y="315182"/>
                  </a:lnTo>
                  <a:lnTo>
                    <a:pt x="39243" y="314706"/>
                  </a:lnTo>
                  <a:lnTo>
                    <a:pt x="38958" y="314611"/>
                  </a:lnTo>
                  <a:lnTo>
                    <a:pt x="38576" y="314801"/>
                  </a:lnTo>
                  <a:lnTo>
                    <a:pt x="38005" y="315468"/>
                  </a:lnTo>
                  <a:lnTo>
                    <a:pt x="37338" y="317468"/>
                  </a:lnTo>
                  <a:lnTo>
                    <a:pt x="36957" y="318230"/>
                  </a:lnTo>
                  <a:lnTo>
                    <a:pt x="34671" y="321850"/>
                  </a:lnTo>
                  <a:lnTo>
                    <a:pt x="34481" y="322517"/>
                  </a:lnTo>
                  <a:lnTo>
                    <a:pt x="33909" y="326708"/>
                  </a:lnTo>
                  <a:lnTo>
                    <a:pt x="33909" y="327850"/>
                  </a:lnTo>
                  <a:lnTo>
                    <a:pt x="34004" y="328422"/>
                  </a:lnTo>
                  <a:lnTo>
                    <a:pt x="34766" y="329279"/>
                  </a:lnTo>
                  <a:lnTo>
                    <a:pt x="36291" y="330327"/>
                  </a:lnTo>
                  <a:lnTo>
                    <a:pt x="39053" y="329946"/>
                  </a:lnTo>
                  <a:lnTo>
                    <a:pt x="40386" y="330517"/>
                  </a:lnTo>
                  <a:lnTo>
                    <a:pt x="37148" y="332804"/>
                  </a:lnTo>
                  <a:lnTo>
                    <a:pt x="36576" y="332994"/>
                  </a:lnTo>
                  <a:lnTo>
                    <a:pt x="35243" y="330803"/>
                  </a:lnTo>
                  <a:lnTo>
                    <a:pt x="34385" y="330232"/>
                  </a:lnTo>
                  <a:lnTo>
                    <a:pt x="33147" y="330517"/>
                  </a:lnTo>
                  <a:lnTo>
                    <a:pt x="32576" y="331089"/>
                  </a:lnTo>
                  <a:lnTo>
                    <a:pt x="31718" y="332708"/>
                  </a:lnTo>
                  <a:lnTo>
                    <a:pt x="31337" y="333184"/>
                  </a:lnTo>
                  <a:lnTo>
                    <a:pt x="29147" y="333661"/>
                  </a:lnTo>
                  <a:lnTo>
                    <a:pt x="28766" y="333851"/>
                  </a:lnTo>
                  <a:lnTo>
                    <a:pt x="28385" y="335185"/>
                  </a:lnTo>
                  <a:lnTo>
                    <a:pt x="27337" y="335756"/>
                  </a:lnTo>
                  <a:lnTo>
                    <a:pt x="24860" y="335947"/>
                  </a:lnTo>
                  <a:lnTo>
                    <a:pt x="23622" y="336423"/>
                  </a:lnTo>
                  <a:lnTo>
                    <a:pt x="23241" y="337185"/>
                  </a:lnTo>
                  <a:lnTo>
                    <a:pt x="23717" y="337852"/>
                  </a:lnTo>
                  <a:lnTo>
                    <a:pt x="29909" y="338995"/>
                  </a:lnTo>
                  <a:lnTo>
                    <a:pt x="32385" y="338709"/>
                  </a:lnTo>
                  <a:lnTo>
                    <a:pt x="33719" y="338328"/>
                  </a:lnTo>
                  <a:lnTo>
                    <a:pt x="34290" y="337852"/>
                  </a:lnTo>
                  <a:lnTo>
                    <a:pt x="34766" y="336709"/>
                  </a:lnTo>
                  <a:lnTo>
                    <a:pt x="35814" y="337185"/>
                  </a:lnTo>
                  <a:lnTo>
                    <a:pt x="37529" y="338995"/>
                  </a:lnTo>
                  <a:lnTo>
                    <a:pt x="41529" y="341376"/>
                  </a:lnTo>
                  <a:lnTo>
                    <a:pt x="42291" y="340900"/>
                  </a:lnTo>
                  <a:lnTo>
                    <a:pt x="44863" y="340423"/>
                  </a:lnTo>
                  <a:lnTo>
                    <a:pt x="47435" y="339185"/>
                  </a:lnTo>
                  <a:lnTo>
                    <a:pt x="48292" y="338995"/>
                  </a:lnTo>
                  <a:lnTo>
                    <a:pt x="49054" y="339185"/>
                  </a:lnTo>
                  <a:lnTo>
                    <a:pt x="50864" y="339852"/>
                  </a:lnTo>
                  <a:lnTo>
                    <a:pt x="51816" y="340042"/>
                  </a:lnTo>
                  <a:lnTo>
                    <a:pt x="53912" y="340042"/>
                  </a:lnTo>
                  <a:lnTo>
                    <a:pt x="54769" y="340423"/>
                  </a:lnTo>
                  <a:lnTo>
                    <a:pt x="55245" y="341471"/>
                  </a:lnTo>
                  <a:lnTo>
                    <a:pt x="54197" y="342043"/>
                  </a:lnTo>
                  <a:lnTo>
                    <a:pt x="53816" y="344329"/>
                  </a:lnTo>
                  <a:lnTo>
                    <a:pt x="52673" y="344234"/>
                  </a:lnTo>
                  <a:lnTo>
                    <a:pt x="52388" y="343852"/>
                  </a:lnTo>
                  <a:lnTo>
                    <a:pt x="52292" y="343186"/>
                  </a:lnTo>
                  <a:lnTo>
                    <a:pt x="52102" y="342614"/>
                  </a:lnTo>
                  <a:lnTo>
                    <a:pt x="51530" y="342329"/>
                  </a:lnTo>
                  <a:lnTo>
                    <a:pt x="49244" y="342805"/>
                  </a:lnTo>
                  <a:lnTo>
                    <a:pt x="47054" y="342805"/>
                  </a:lnTo>
                  <a:lnTo>
                    <a:pt x="46577" y="343281"/>
                  </a:lnTo>
                  <a:lnTo>
                    <a:pt x="46768" y="344519"/>
                  </a:lnTo>
                  <a:lnTo>
                    <a:pt x="47054" y="345376"/>
                  </a:lnTo>
                  <a:lnTo>
                    <a:pt x="47244" y="345567"/>
                  </a:lnTo>
                  <a:lnTo>
                    <a:pt x="47530" y="345662"/>
                  </a:lnTo>
                  <a:lnTo>
                    <a:pt x="48673" y="346615"/>
                  </a:lnTo>
                  <a:lnTo>
                    <a:pt x="49244" y="346805"/>
                  </a:lnTo>
                  <a:lnTo>
                    <a:pt x="49816" y="346710"/>
                  </a:lnTo>
                  <a:lnTo>
                    <a:pt x="50387" y="346234"/>
                  </a:lnTo>
                  <a:lnTo>
                    <a:pt x="50768" y="346710"/>
                  </a:lnTo>
                  <a:lnTo>
                    <a:pt x="50292" y="347377"/>
                  </a:lnTo>
                  <a:lnTo>
                    <a:pt x="49721" y="347758"/>
                  </a:lnTo>
                  <a:lnTo>
                    <a:pt x="48959" y="347948"/>
                  </a:lnTo>
                  <a:lnTo>
                    <a:pt x="48101" y="348043"/>
                  </a:lnTo>
                  <a:lnTo>
                    <a:pt x="47149" y="347853"/>
                  </a:lnTo>
                  <a:lnTo>
                    <a:pt x="45720" y="346996"/>
                  </a:lnTo>
                  <a:lnTo>
                    <a:pt x="44958" y="346710"/>
                  </a:lnTo>
                  <a:lnTo>
                    <a:pt x="44196" y="346805"/>
                  </a:lnTo>
                  <a:lnTo>
                    <a:pt x="42863" y="347758"/>
                  </a:lnTo>
                  <a:lnTo>
                    <a:pt x="42196" y="348043"/>
                  </a:lnTo>
                  <a:lnTo>
                    <a:pt x="41243" y="348139"/>
                  </a:lnTo>
                  <a:lnTo>
                    <a:pt x="40577" y="348520"/>
                  </a:lnTo>
                  <a:lnTo>
                    <a:pt x="40100" y="349187"/>
                  </a:lnTo>
                  <a:lnTo>
                    <a:pt x="39910" y="350330"/>
                  </a:lnTo>
                  <a:lnTo>
                    <a:pt x="40386" y="350139"/>
                  </a:lnTo>
                  <a:lnTo>
                    <a:pt x="41720" y="349377"/>
                  </a:lnTo>
                  <a:lnTo>
                    <a:pt x="41339" y="350806"/>
                  </a:lnTo>
                  <a:lnTo>
                    <a:pt x="41720" y="351663"/>
                  </a:lnTo>
                  <a:lnTo>
                    <a:pt x="42577" y="352044"/>
                  </a:lnTo>
                  <a:lnTo>
                    <a:pt x="43720" y="352139"/>
                  </a:lnTo>
                  <a:lnTo>
                    <a:pt x="44291" y="352330"/>
                  </a:lnTo>
                  <a:lnTo>
                    <a:pt x="45720" y="353568"/>
                  </a:lnTo>
                  <a:lnTo>
                    <a:pt x="46292" y="353759"/>
                  </a:lnTo>
                  <a:lnTo>
                    <a:pt x="49340" y="354235"/>
                  </a:lnTo>
                  <a:lnTo>
                    <a:pt x="50292" y="354235"/>
                  </a:lnTo>
                  <a:lnTo>
                    <a:pt x="51149" y="353949"/>
                  </a:lnTo>
                  <a:lnTo>
                    <a:pt x="51911" y="353282"/>
                  </a:lnTo>
                  <a:lnTo>
                    <a:pt x="52483" y="352234"/>
                  </a:lnTo>
                  <a:lnTo>
                    <a:pt x="52959" y="350996"/>
                  </a:lnTo>
                  <a:lnTo>
                    <a:pt x="53531" y="350044"/>
                  </a:lnTo>
                  <a:lnTo>
                    <a:pt x="54578" y="349853"/>
                  </a:lnTo>
                  <a:lnTo>
                    <a:pt x="54388" y="351092"/>
                  </a:lnTo>
                  <a:lnTo>
                    <a:pt x="56674" y="352425"/>
                  </a:lnTo>
                  <a:lnTo>
                    <a:pt x="57055" y="353568"/>
                  </a:lnTo>
                  <a:lnTo>
                    <a:pt x="56388" y="354806"/>
                  </a:lnTo>
                  <a:lnTo>
                    <a:pt x="54102" y="356235"/>
                  </a:lnTo>
                  <a:lnTo>
                    <a:pt x="53435" y="357188"/>
                  </a:lnTo>
                  <a:lnTo>
                    <a:pt x="56674" y="357188"/>
                  </a:lnTo>
                  <a:lnTo>
                    <a:pt x="56864" y="357378"/>
                  </a:lnTo>
                  <a:lnTo>
                    <a:pt x="57055" y="357664"/>
                  </a:lnTo>
                  <a:lnTo>
                    <a:pt x="57055" y="357950"/>
                  </a:lnTo>
                  <a:lnTo>
                    <a:pt x="57055" y="358045"/>
                  </a:lnTo>
                  <a:lnTo>
                    <a:pt x="58008" y="357759"/>
                  </a:lnTo>
                  <a:lnTo>
                    <a:pt x="59055" y="357092"/>
                  </a:lnTo>
                  <a:lnTo>
                    <a:pt x="60674" y="355759"/>
                  </a:lnTo>
                  <a:lnTo>
                    <a:pt x="60198" y="355568"/>
                  </a:lnTo>
                  <a:lnTo>
                    <a:pt x="59817" y="355283"/>
                  </a:lnTo>
                  <a:lnTo>
                    <a:pt x="59436" y="354901"/>
                  </a:lnTo>
                  <a:lnTo>
                    <a:pt x="59150" y="354425"/>
                  </a:lnTo>
                  <a:lnTo>
                    <a:pt x="60293" y="354139"/>
                  </a:lnTo>
                  <a:lnTo>
                    <a:pt x="61722" y="354425"/>
                  </a:lnTo>
                  <a:lnTo>
                    <a:pt x="63151" y="355092"/>
                  </a:lnTo>
                  <a:lnTo>
                    <a:pt x="64103" y="355949"/>
                  </a:lnTo>
                  <a:lnTo>
                    <a:pt x="64199" y="354806"/>
                  </a:lnTo>
                  <a:lnTo>
                    <a:pt x="63246" y="353854"/>
                  </a:lnTo>
                  <a:lnTo>
                    <a:pt x="61913" y="353092"/>
                  </a:lnTo>
                  <a:lnTo>
                    <a:pt x="60865" y="352711"/>
                  </a:lnTo>
                  <a:lnTo>
                    <a:pt x="61436" y="352425"/>
                  </a:lnTo>
                  <a:lnTo>
                    <a:pt x="62103" y="352330"/>
                  </a:lnTo>
                  <a:lnTo>
                    <a:pt x="63437" y="352330"/>
                  </a:lnTo>
                  <a:lnTo>
                    <a:pt x="63341" y="352139"/>
                  </a:lnTo>
                  <a:lnTo>
                    <a:pt x="63246" y="351758"/>
                  </a:lnTo>
                  <a:lnTo>
                    <a:pt x="63056" y="351472"/>
                  </a:lnTo>
                  <a:lnTo>
                    <a:pt x="64199" y="350901"/>
                  </a:lnTo>
                  <a:lnTo>
                    <a:pt x="64675" y="351282"/>
                  </a:lnTo>
                  <a:lnTo>
                    <a:pt x="65151" y="351949"/>
                  </a:lnTo>
                  <a:lnTo>
                    <a:pt x="66199" y="352330"/>
                  </a:lnTo>
                  <a:lnTo>
                    <a:pt x="67628" y="352616"/>
                  </a:lnTo>
                  <a:lnTo>
                    <a:pt x="67533" y="353282"/>
                  </a:lnTo>
                  <a:lnTo>
                    <a:pt x="66008" y="354997"/>
                  </a:lnTo>
                  <a:lnTo>
                    <a:pt x="66389" y="355663"/>
                  </a:lnTo>
                  <a:lnTo>
                    <a:pt x="66961" y="356140"/>
                  </a:lnTo>
                  <a:lnTo>
                    <a:pt x="67723" y="356235"/>
                  </a:lnTo>
                  <a:lnTo>
                    <a:pt x="68580" y="355854"/>
                  </a:lnTo>
                  <a:lnTo>
                    <a:pt x="68390" y="357568"/>
                  </a:lnTo>
                  <a:lnTo>
                    <a:pt x="67437" y="357854"/>
                  </a:lnTo>
                  <a:lnTo>
                    <a:pt x="64866" y="357188"/>
                  </a:lnTo>
                  <a:lnTo>
                    <a:pt x="63722" y="357473"/>
                  </a:lnTo>
                  <a:lnTo>
                    <a:pt x="62484" y="358140"/>
                  </a:lnTo>
                  <a:lnTo>
                    <a:pt x="61341" y="358997"/>
                  </a:lnTo>
                  <a:lnTo>
                    <a:pt x="60674" y="359950"/>
                  </a:lnTo>
                  <a:lnTo>
                    <a:pt x="61627" y="360331"/>
                  </a:lnTo>
                  <a:lnTo>
                    <a:pt x="63437" y="359950"/>
                  </a:lnTo>
                  <a:lnTo>
                    <a:pt x="64294" y="360426"/>
                  </a:lnTo>
                  <a:lnTo>
                    <a:pt x="61436" y="361759"/>
                  </a:lnTo>
                  <a:lnTo>
                    <a:pt x="60008" y="361379"/>
                  </a:lnTo>
                  <a:lnTo>
                    <a:pt x="59246" y="362902"/>
                  </a:lnTo>
                  <a:lnTo>
                    <a:pt x="58484" y="366331"/>
                  </a:lnTo>
                  <a:lnTo>
                    <a:pt x="59150" y="366998"/>
                  </a:lnTo>
                  <a:lnTo>
                    <a:pt x="59912" y="366713"/>
                  </a:lnTo>
                  <a:lnTo>
                    <a:pt x="60484" y="365855"/>
                  </a:lnTo>
                  <a:lnTo>
                    <a:pt x="60770" y="364712"/>
                  </a:lnTo>
                  <a:lnTo>
                    <a:pt x="61246" y="364331"/>
                  </a:lnTo>
                  <a:lnTo>
                    <a:pt x="62198" y="364141"/>
                  </a:lnTo>
                  <a:lnTo>
                    <a:pt x="64008" y="364046"/>
                  </a:lnTo>
                  <a:lnTo>
                    <a:pt x="65913" y="363284"/>
                  </a:lnTo>
                  <a:lnTo>
                    <a:pt x="66770" y="361759"/>
                  </a:lnTo>
                  <a:lnTo>
                    <a:pt x="67437" y="360140"/>
                  </a:lnTo>
                  <a:lnTo>
                    <a:pt x="68675" y="358997"/>
                  </a:lnTo>
                  <a:lnTo>
                    <a:pt x="68294" y="360045"/>
                  </a:lnTo>
                  <a:lnTo>
                    <a:pt x="68771" y="360521"/>
                  </a:lnTo>
                  <a:lnTo>
                    <a:pt x="69437" y="360617"/>
                  </a:lnTo>
                  <a:lnTo>
                    <a:pt x="69818" y="360521"/>
                  </a:lnTo>
                  <a:lnTo>
                    <a:pt x="70009" y="359759"/>
                  </a:lnTo>
                  <a:lnTo>
                    <a:pt x="70390" y="359378"/>
                  </a:lnTo>
                  <a:lnTo>
                    <a:pt x="70961" y="359378"/>
                  </a:lnTo>
                  <a:lnTo>
                    <a:pt x="71628" y="359759"/>
                  </a:lnTo>
                  <a:lnTo>
                    <a:pt x="71533" y="359950"/>
                  </a:lnTo>
                  <a:lnTo>
                    <a:pt x="71533" y="360045"/>
                  </a:lnTo>
                  <a:lnTo>
                    <a:pt x="71533" y="360140"/>
                  </a:lnTo>
                  <a:lnTo>
                    <a:pt x="71342" y="360331"/>
                  </a:lnTo>
                  <a:lnTo>
                    <a:pt x="71819" y="360807"/>
                  </a:lnTo>
                  <a:lnTo>
                    <a:pt x="72295" y="361093"/>
                  </a:lnTo>
                  <a:lnTo>
                    <a:pt x="72771" y="361188"/>
                  </a:lnTo>
                  <a:lnTo>
                    <a:pt x="73343" y="361188"/>
                  </a:lnTo>
                  <a:lnTo>
                    <a:pt x="73724" y="360902"/>
                  </a:lnTo>
                  <a:lnTo>
                    <a:pt x="73724" y="360331"/>
                  </a:lnTo>
                  <a:lnTo>
                    <a:pt x="73533" y="359378"/>
                  </a:lnTo>
                  <a:lnTo>
                    <a:pt x="73247" y="358616"/>
                  </a:lnTo>
                  <a:lnTo>
                    <a:pt x="73152" y="358140"/>
                  </a:lnTo>
                  <a:lnTo>
                    <a:pt x="73343" y="357950"/>
                  </a:lnTo>
                  <a:lnTo>
                    <a:pt x="74391" y="357950"/>
                  </a:lnTo>
                  <a:lnTo>
                    <a:pt x="74771" y="357664"/>
                  </a:lnTo>
                  <a:lnTo>
                    <a:pt x="74962" y="356997"/>
                  </a:lnTo>
                  <a:lnTo>
                    <a:pt x="74581" y="356806"/>
                  </a:lnTo>
                  <a:lnTo>
                    <a:pt x="73819" y="356044"/>
                  </a:lnTo>
                  <a:lnTo>
                    <a:pt x="74771" y="354806"/>
                  </a:lnTo>
                  <a:lnTo>
                    <a:pt x="74581" y="353282"/>
                  </a:lnTo>
                  <a:lnTo>
                    <a:pt x="74104" y="351758"/>
                  </a:lnTo>
                  <a:lnTo>
                    <a:pt x="74295" y="350234"/>
                  </a:lnTo>
                  <a:lnTo>
                    <a:pt x="75057" y="350901"/>
                  </a:lnTo>
                  <a:lnTo>
                    <a:pt x="75629" y="351568"/>
                  </a:lnTo>
                  <a:lnTo>
                    <a:pt x="76295" y="352044"/>
                  </a:lnTo>
                  <a:lnTo>
                    <a:pt x="77153" y="352044"/>
                  </a:lnTo>
                  <a:lnTo>
                    <a:pt x="78010" y="351758"/>
                  </a:lnTo>
                  <a:lnTo>
                    <a:pt x="78772" y="351377"/>
                  </a:lnTo>
                  <a:lnTo>
                    <a:pt x="79439" y="350901"/>
                  </a:lnTo>
                  <a:lnTo>
                    <a:pt x="80105" y="350234"/>
                  </a:lnTo>
                  <a:lnTo>
                    <a:pt x="79724" y="349758"/>
                  </a:lnTo>
                  <a:lnTo>
                    <a:pt x="79343" y="350139"/>
                  </a:lnTo>
                  <a:lnTo>
                    <a:pt x="78962" y="350330"/>
                  </a:lnTo>
                  <a:lnTo>
                    <a:pt x="78010" y="350330"/>
                  </a:lnTo>
                  <a:lnTo>
                    <a:pt x="78486" y="349377"/>
                  </a:lnTo>
                  <a:lnTo>
                    <a:pt x="79153" y="348520"/>
                  </a:lnTo>
                  <a:lnTo>
                    <a:pt x="78581" y="348234"/>
                  </a:lnTo>
                  <a:lnTo>
                    <a:pt x="78105" y="348139"/>
                  </a:lnTo>
                  <a:lnTo>
                    <a:pt x="77534" y="348234"/>
                  </a:lnTo>
                  <a:lnTo>
                    <a:pt x="76962" y="348425"/>
                  </a:lnTo>
                  <a:lnTo>
                    <a:pt x="77343" y="347091"/>
                  </a:lnTo>
                  <a:lnTo>
                    <a:pt x="76867" y="346710"/>
                  </a:lnTo>
                  <a:lnTo>
                    <a:pt x="75057" y="346996"/>
                  </a:lnTo>
                  <a:lnTo>
                    <a:pt x="74009" y="346615"/>
                  </a:lnTo>
                  <a:lnTo>
                    <a:pt x="72676" y="345758"/>
                  </a:lnTo>
                  <a:lnTo>
                    <a:pt x="71723" y="344614"/>
                  </a:lnTo>
                  <a:lnTo>
                    <a:pt x="71723" y="343567"/>
                  </a:lnTo>
                  <a:lnTo>
                    <a:pt x="72676" y="343091"/>
                  </a:lnTo>
                  <a:lnTo>
                    <a:pt x="74009" y="343091"/>
                  </a:lnTo>
                  <a:lnTo>
                    <a:pt x="75343" y="343376"/>
                  </a:lnTo>
                  <a:lnTo>
                    <a:pt x="77438" y="344329"/>
                  </a:lnTo>
                  <a:lnTo>
                    <a:pt x="78391" y="344519"/>
                  </a:lnTo>
                  <a:lnTo>
                    <a:pt x="80582" y="344614"/>
                  </a:lnTo>
                  <a:lnTo>
                    <a:pt x="81058" y="344805"/>
                  </a:lnTo>
                  <a:lnTo>
                    <a:pt x="82010" y="345376"/>
                  </a:lnTo>
                  <a:lnTo>
                    <a:pt x="82582" y="345472"/>
                  </a:lnTo>
                  <a:lnTo>
                    <a:pt x="83344" y="345567"/>
                  </a:lnTo>
                  <a:lnTo>
                    <a:pt x="83629" y="345853"/>
                  </a:lnTo>
                  <a:lnTo>
                    <a:pt x="83534" y="347091"/>
                  </a:lnTo>
                  <a:lnTo>
                    <a:pt x="83534" y="347853"/>
                  </a:lnTo>
                  <a:lnTo>
                    <a:pt x="83629" y="348329"/>
                  </a:lnTo>
                  <a:lnTo>
                    <a:pt x="83916" y="348615"/>
                  </a:lnTo>
                  <a:lnTo>
                    <a:pt x="85154" y="348901"/>
                  </a:lnTo>
                  <a:lnTo>
                    <a:pt x="85439" y="349377"/>
                  </a:lnTo>
                  <a:lnTo>
                    <a:pt x="85630" y="350044"/>
                  </a:lnTo>
                  <a:lnTo>
                    <a:pt x="88297" y="354139"/>
                  </a:lnTo>
                  <a:lnTo>
                    <a:pt x="89154" y="355092"/>
                  </a:lnTo>
                  <a:lnTo>
                    <a:pt x="89726" y="355473"/>
                  </a:lnTo>
                  <a:lnTo>
                    <a:pt x="90011" y="355568"/>
                  </a:lnTo>
                  <a:lnTo>
                    <a:pt x="90392" y="355568"/>
                  </a:lnTo>
                  <a:lnTo>
                    <a:pt x="91059" y="355663"/>
                  </a:lnTo>
                  <a:lnTo>
                    <a:pt x="91631" y="355854"/>
                  </a:lnTo>
                  <a:lnTo>
                    <a:pt x="92202" y="356140"/>
                  </a:lnTo>
                  <a:lnTo>
                    <a:pt x="92774" y="356521"/>
                  </a:lnTo>
                  <a:lnTo>
                    <a:pt x="93250" y="356997"/>
                  </a:lnTo>
                  <a:lnTo>
                    <a:pt x="93154" y="356044"/>
                  </a:lnTo>
                  <a:lnTo>
                    <a:pt x="92678" y="354235"/>
                  </a:lnTo>
                  <a:lnTo>
                    <a:pt x="92583" y="353568"/>
                  </a:lnTo>
                  <a:lnTo>
                    <a:pt x="92202" y="353282"/>
                  </a:lnTo>
                  <a:lnTo>
                    <a:pt x="91440" y="352616"/>
                  </a:lnTo>
                  <a:lnTo>
                    <a:pt x="91059" y="351758"/>
                  </a:lnTo>
                  <a:lnTo>
                    <a:pt x="91821" y="351092"/>
                  </a:lnTo>
                  <a:lnTo>
                    <a:pt x="92393" y="351282"/>
                  </a:lnTo>
                  <a:lnTo>
                    <a:pt x="93250" y="351949"/>
                  </a:lnTo>
                  <a:lnTo>
                    <a:pt x="94012" y="352806"/>
                  </a:lnTo>
                  <a:lnTo>
                    <a:pt x="94393" y="353568"/>
                  </a:lnTo>
                  <a:lnTo>
                    <a:pt x="94679" y="354901"/>
                  </a:lnTo>
                  <a:lnTo>
                    <a:pt x="95345" y="354901"/>
                  </a:lnTo>
                  <a:lnTo>
                    <a:pt x="96869" y="353759"/>
                  </a:lnTo>
                  <a:lnTo>
                    <a:pt x="97060" y="356806"/>
                  </a:lnTo>
                  <a:lnTo>
                    <a:pt x="97250" y="358330"/>
                  </a:lnTo>
                  <a:lnTo>
                    <a:pt x="97727" y="358521"/>
                  </a:lnTo>
                  <a:lnTo>
                    <a:pt x="98489" y="358426"/>
                  </a:lnTo>
                  <a:lnTo>
                    <a:pt x="99060" y="359664"/>
                  </a:lnTo>
                  <a:lnTo>
                    <a:pt x="99727" y="362331"/>
                  </a:lnTo>
                  <a:lnTo>
                    <a:pt x="102203" y="362807"/>
                  </a:lnTo>
                  <a:lnTo>
                    <a:pt x="102394" y="362331"/>
                  </a:lnTo>
                  <a:lnTo>
                    <a:pt x="102584" y="361379"/>
                  </a:lnTo>
                  <a:lnTo>
                    <a:pt x="102679" y="360521"/>
                  </a:lnTo>
                  <a:lnTo>
                    <a:pt x="102394" y="359855"/>
                  </a:lnTo>
                  <a:lnTo>
                    <a:pt x="102013" y="358426"/>
                  </a:lnTo>
                  <a:lnTo>
                    <a:pt x="101822" y="357378"/>
                  </a:lnTo>
                  <a:lnTo>
                    <a:pt x="101727" y="357092"/>
                  </a:lnTo>
                  <a:lnTo>
                    <a:pt x="101822" y="356902"/>
                  </a:lnTo>
                  <a:lnTo>
                    <a:pt x="102299" y="356425"/>
                  </a:lnTo>
                  <a:lnTo>
                    <a:pt x="103346" y="355663"/>
                  </a:lnTo>
                  <a:lnTo>
                    <a:pt x="104489" y="355378"/>
                  </a:lnTo>
                  <a:lnTo>
                    <a:pt x="106394" y="355473"/>
                  </a:lnTo>
                  <a:lnTo>
                    <a:pt x="107633" y="355378"/>
                  </a:lnTo>
                  <a:lnTo>
                    <a:pt x="108680" y="354997"/>
                  </a:lnTo>
                  <a:lnTo>
                    <a:pt x="112776" y="352806"/>
                  </a:lnTo>
                  <a:lnTo>
                    <a:pt x="113824" y="352425"/>
                  </a:lnTo>
                  <a:lnTo>
                    <a:pt x="114872" y="352234"/>
                  </a:lnTo>
                  <a:lnTo>
                    <a:pt x="115253" y="352520"/>
                  </a:lnTo>
                  <a:lnTo>
                    <a:pt x="116491" y="354711"/>
                  </a:lnTo>
                  <a:lnTo>
                    <a:pt x="116967" y="355092"/>
                  </a:lnTo>
                  <a:lnTo>
                    <a:pt x="124301" y="359759"/>
                  </a:lnTo>
                  <a:lnTo>
                    <a:pt x="125159" y="359950"/>
                  </a:lnTo>
                  <a:lnTo>
                    <a:pt x="126587" y="359092"/>
                  </a:lnTo>
                  <a:lnTo>
                    <a:pt x="126587" y="359092"/>
                  </a:lnTo>
                  <a:lnTo>
                    <a:pt x="127730" y="358426"/>
                  </a:lnTo>
                  <a:lnTo>
                    <a:pt x="128207" y="358330"/>
                  </a:lnTo>
                  <a:lnTo>
                    <a:pt x="128397" y="357283"/>
                  </a:lnTo>
                  <a:lnTo>
                    <a:pt x="128969" y="356425"/>
                  </a:lnTo>
                  <a:lnTo>
                    <a:pt x="128969" y="356425"/>
                  </a:lnTo>
                  <a:lnTo>
                    <a:pt x="128588" y="350710"/>
                  </a:lnTo>
                  <a:lnTo>
                    <a:pt x="128873" y="349091"/>
                  </a:lnTo>
                  <a:lnTo>
                    <a:pt x="129540" y="348615"/>
                  </a:lnTo>
                  <a:lnTo>
                    <a:pt x="130493" y="348520"/>
                  </a:lnTo>
                  <a:lnTo>
                    <a:pt x="131826" y="348043"/>
                  </a:lnTo>
                  <a:lnTo>
                    <a:pt x="133922" y="346329"/>
                  </a:lnTo>
                  <a:lnTo>
                    <a:pt x="138398" y="339471"/>
                  </a:lnTo>
                  <a:lnTo>
                    <a:pt x="139351" y="338518"/>
                  </a:lnTo>
                  <a:lnTo>
                    <a:pt x="141351" y="336899"/>
                  </a:lnTo>
                  <a:lnTo>
                    <a:pt x="142208" y="335947"/>
                  </a:lnTo>
                  <a:lnTo>
                    <a:pt x="143256" y="333280"/>
                  </a:lnTo>
                  <a:lnTo>
                    <a:pt x="144018" y="331470"/>
                  </a:lnTo>
                  <a:lnTo>
                    <a:pt x="144685" y="330613"/>
                  </a:lnTo>
                  <a:lnTo>
                    <a:pt x="144971" y="330232"/>
                  </a:lnTo>
                  <a:lnTo>
                    <a:pt x="147828" y="327850"/>
                  </a:lnTo>
                  <a:lnTo>
                    <a:pt x="151162" y="325755"/>
                  </a:lnTo>
                  <a:lnTo>
                    <a:pt x="154686" y="324326"/>
                  </a:lnTo>
                  <a:lnTo>
                    <a:pt x="158115" y="323945"/>
                  </a:lnTo>
                  <a:lnTo>
                    <a:pt x="159829" y="324136"/>
                  </a:lnTo>
                  <a:lnTo>
                    <a:pt x="166307" y="323564"/>
                  </a:lnTo>
                  <a:lnTo>
                    <a:pt x="171355" y="325088"/>
                  </a:lnTo>
                  <a:lnTo>
                    <a:pt x="172974" y="324898"/>
                  </a:lnTo>
                  <a:lnTo>
                    <a:pt x="176117" y="323945"/>
                  </a:lnTo>
                  <a:lnTo>
                    <a:pt x="186309" y="323088"/>
                  </a:lnTo>
                  <a:lnTo>
                    <a:pt x="186690" y="323374"/>
                  </a:lnTo>
                  <a:lnTo>
                    <a:pt x="187357" y="324326"/>
                  </a:lnTo>
                  <a:lnTo>
                    <a:pt x="188024" y="324993"/>
                  </a:lnTo>
                  <a:lnTo>
                    <a:pt x="188786" y="325184"/>
                  </a:lnTo>
                  <a:lnTo>
                    <a:pt x="192310" y="324421"/>
                  </a:lnTo>
                  <a:lnTo>
                    <a:pt x="197834" y="324707"/>
                  </a:lnTo>
                  <a:lnTo>
                    <a:pt x="201454" y="324421"/>
                  </a:lnTo>
                  <a:lnTo>
                    <a:pt x="205073" y="323183"/>
                  </a:lnTo>
                  <a:lnTo>
                    <a:pt x="208407" y="320992"/>
                  </a:lnTo>
                  <a:lnTo>
                    <a:pt x="211169" y="318040"/>
                  </a:lnTo>
                  <a:lnTo>
                    <a:pt x="212408" y="316325"/>
                  </a:lnTo>
                  <a:lnTo>
                    <a:pt x="213455" y="314516"/>
                  </a:lnTo>
                  <a:lnTo>
                    <a:pt x="214122" y="312420"/>
                  </a:lnTo>
                  <a:lnTo>
                    <a:pt x="214313" y="310039"/>
                  </a:lnTo>
                  <a:lnTo>
                    <a:pt x="213836" y="307753"/>
                  </a:lnTo>
                  <a:lnTo>
                    <a:pt x="213741" y="306610"/>
                  </a:lnTo>
                  <a:lnTo>
                    <a:pt x="214122" y="305752"/>
                  </a:lnTo>
                  <a:lnTo>
                    <a:pt x="215551" y="304609"/>
                  </a:lnTo>
                  <a:lnTo>
                    <a:pt x="218504" y="303085"/>
                  </a:lnTo>
                  <a:lnTo>
                    <a:pt x="218504" y="303085"/>
                  </a:lnTo>
                  <a:lnTo>
                    <a:pt x="218313" y="301847"/>
                  </a:lnTo>
                  <a:lnTo>
                    <a:pt x="218313" y="300609"/>
                  </a:lnTo>
                  <a:lnTo>
                    <a:pt x="218218" y="299656"/>
                  </a:lnTo>
                  <a:lnTo>
                    <a:pt x="218218" y="299466"/>
                  </a:lnTo>
                  <a:lnTo>
                    <a:pt x="217551" y="298228"/>
                  </a:lnTo>
                  <a:lnTo>
                    <a:pt x="217075" y="297751"/>
                  </a:lnTo>
                  <a:lnTo>
                    <a:pt x="216218" y="297180"/>
                  </a:lnTo>
                  <a:lnTo>
                    <a:pt x="215837" y="296799"/>
                  </a:lnTo>
                  <a:lnTo>
                    <a:pt x="214217" y="294227"/>
                  </a:lnTo>
                  <a:lnTo>
                    <a:pt x="213551" y="294418"/>
                  </a:lnTo>
                  <a:lnTo>
                    <a:pt x="211169" y="295751"/>
                  </a:lnTo>
                  <a:lnTo>
                    <a:pt x="210408" y="296037"/>
                  </a:lnTo>
                  <a:lnTo>
                    <a:pt x="204121" y="288226"/>
                  </a:lnTo>
                  <a:lnTo>
                    <a:pt x="200120" y="287274"/>
                  </a:lnTo>
                  <a:lnTo>
                    <a:pt x="199073" y="286131"/>
                  </a:lnTo>
                  <a:lnTo>
                    <a:pt x="197263" y="283273"/>
                  </a:lnTo>
                  <a:lnTo>
                    <a:pt x="196310" y="282702"/>
                  </a:lnTo>
                  <a:lnTo>
                    <a:pt x="195834" y="282512"/>
                  </a:lnTo>
                  <a:lnTo>
                    <a:pt x="195453" y="282130"/>
                  </a:lnTo>
                  <a:lnTo>
                    <a:pt x="195167" y="281559"/>
                  </a:lnTo>
                  <a:lnTo>
                    <a:pt x="194977" y="280511"/>
                  </a:lnTo>
                  <a:lnTo>
                    <a:pt x="194786" y="280035"/>
                  </a:lnTo>
                  <a:lnTo>
                    <a:pt x="194501" y="279844"/>
                  </a:lnTo>
                  <a:lnTo>
                    <a:pt x="194120" y="280035"/>
                  </a:lnTo>
                  <a:lnTo>
                    <a:pt x="193643" y="280511"/>
                  </a:lnTo>
                  <a:lnTo>
                    <a:pt x="193453" y="280225"/>
                  </a:lnTo>
                  <a:lnTo>
                    <a:pt x="193262" y="279368"/>
                  </a:lnTo>
                  <a:lnTo>
                    <a:pt x="191453" y="277559"/>
                  </a:lnTo>
                  <a:lnTo>
                    <a:pt x="190691" y="276416"/>
                  </a:lnTo>
                  <a:lnTo>
                    <a:pt x="190405" y="275463"/>
                  </a:lnTo>
                  <a:lnTo>
                    <a:pt x="190024" y="274796"/>
                  </a:lnTo>
                  <a:lnTo>
                    <a:pt x="188404" y="272415"/>
                  </a:lnTo>
                  <a:lnTo>
                    <a:pt x="187166" y="270319"/>
                  </a:lnTo>
                  <a:lnTo>
                    <a:pt x="186595" y="269748"/>
                  </a:lnTo>
                  <a:lnTo>
                    <a:pt x="185833" y="269653"/>
                  </a:lnTo>
                  <a:lnTo>
                    <a:pt x="182213" y="269653"/>
                  </a:lnTo>
                  <a:lnTo>
                    <a:pt x="181451" y="269462"/>
                  </a:lnTo>
                  <a:lnTo>
                    <a:pt x="180975" y="268891"/>
                  </a:lnTo>
                  <a:lnTo>
                    <a:pt x="180499" y="268224"/>
                  </a:lnTo>
                  <a:lnTo>
                    <a:pt x="179927" y="267748"/>
                  </a:lnTo>
                  <a:lnTo>
                    <a:pt x="178594" y="267367"/>
                  </a:lnTo>
                  <a:lnTo>
                    <a:pt x="174593" y="267748"/>
                  </a:lnTo>
                  <a:lnTo>
                    <a:pt x="173546" y="267081"/>
                  </a:lnTo>
                  <a:lnTo>
                    <a:pt x="172498" y="264509"/>
                  </a:lnTo>
                  <a:lnTo>
                    <a:pt x="171545" y="264605"/>
                  </a:lnTo>
                  <a:lnTo>
                    <a:pt x="171545" y="264985"/>
                  </a:lnTo>
                  <a:lnTo>
                    <a:pt x="171641" y="265652"/>
                  </a:lnTo>
                  <a:lnTo>
                    <a:pt x="171450" y="266224"/>
                  </a:lnTo>
                  <a:lnTo>
                    <a:pt x="170402" y="266414"/>
                  </a:lnTo>
                  <a:lnTo>
                    <a:pt x="169831" y="266129"/>
                  </a:lnTo>
                  <a:lnTo>
                    <a:pt x="168688" y="264890"/>
                  </a:lnTo>
                  <a:lnTo>
                    <a:pt x="168116" y="264605"/>
                  </a:lnTo>
                  <a:lnTo>
                    <a:pt x="167354" y="264033"/>
                  </a:lnTo>
                  <a:lnTo>
                    <a:pt x="166783" y="262700"/>
                  </a:lnTo>
                  <a:lnTo>
                    <a:pt x="166211" y="261461"/>
                  </a:lnTo>
                  <a:lnTo>
                    <a:pt x="166592" y="259556"/>
                  </a:lnTo>
                  <a:lnTo>
                    <a:pt x="167069" y="257651"/>
                  </a:lnTo>
                  <a:lnTo>
                    <a:pt x="167640" y="255842"/>
                  </a:lnTo>
                  <a:lnTo>
                    <a:pt x="167545" y="255460"/>
                  </a:lnTo>
                  <a:lnTo>
                    <a:pt x="167354" y="254984"/>
                  </a:lnTo>
                  <a:lnTo>
                    <a:pt x="167354" y="254603"/>
                  </a:lnTo>
                  <a:lnTo>
                    <a:pt x="167831" y="254413"/>
                  </a:lnTo>
                  <a:lnTo>
                    <a:pt x="168212" y="254508"/>
                  </a:lnTo>
                  <a:lnTo>
                    <a:pt x="168593" y="254698"/>
                  </a:lnTo>
                  <a:lnTo>
                    <a:pt x="168878" y="254984"/>
                  </a:lnTo>
                  <a:lnTo>
                    <a:pt x="169164" y="255365"/>
                  </a:lnTo>
                  <a:lnTo>
                    <a:pt x="169641" y="255079"/>
                  </a:lnTo>
                  <a:lnTo>
                    <a:pt x="171260" y="254698"/>
                  </a:lnTo>
                  <a:lnTo>
                    <a:pt x="171641" y="254222"/>
                  </a:lnTo>
                  <a:lnTo>
                    <a:pt x="171355" y="253079"/>
                  </a:lnTo>
                  <a:lnTo>
                    <a:pt x="170593" y="252793"/>
                  </a:lnTo>
                  <a:lnTo>
                    <a:pt x="169736" y="253079"/>
                  </a:lnTo>
                  <a:lnTo>
                    <a:pt x="169069" y="253555"/>
                  </a:lnTo>
                  <a:lnTo>
                    <a:pt x="168497" y="253270"/>
                  </a:lnTo>
                  <a:lnTo>
                    <a:pt x="167259" y="252889"/>
                  </a:lnTo>
                  <a:lnTo>
                    <a:pt x="166688" y="252603"/>
                  </a:lnTo>
                  <a:lnTo>
                    <a:pt x="166688" y="252127"/>
                  </a:lnTo>
                  <a:lnTo>
                    <a:pt x="169164" y="251174"/>
                  </a:lnTo>
                  <a:lnTo>
                    <a:pt x="169450" y="250888"/>
                  </a:lnTo>
                  <a:lnTo>
                    <a:pt x="169831" y="250317"/>
                  </a:lnTo>
                  <a:lnTo>
                    <a:pt x="169926" y="250126"/>
                  </a:lnTo>
                  <a:lnTo>
                    <a:pt x="171450" y="248602"/>
                  </a:lnTo>
                  <a:lnTo>
                    <a:pt x="172117" y="248126"/>
                  </a:lnTo>
                  <a:lnTo>
                    <a:pt x="172784" y="248412"/>
                  </a:lnTo>
                  <a:lnTo>
                    <a:pt x="173260" y="249174"/>
                  </a:lnTo>
                  <a:lnTo>
                    <a:pt x="173450" y="250126"/>
                  </a:lnTo>
                  <a:lnTo>
                    <a:pt x="175260" y="252698"/>
                  </a:lnTo>
                  <a:lnTo>
                    <a:pt x="174498" y="254508"/>
                  </a:lnTo>
                  <a:lnTo>
                    <a:pt x="174117" y="255556"/>
                  </a:lnTo>
                  <a:lnTo>
                    <a:pt x="174212" y="256413"/>
                  </a:lnTo>
                  <a:lnTo>
                    <a:pt x="174784" y="257175"/>
                  </a:lnTo>
                  <a:lnTo>
                    <a:pt x="175355" y="257366"/>
                  </a:lnTo>
                  <a:lnTo>
                    <a:pt x="175927" y="257080"/>
                  </a:lnTo>
                  <a:lnTo>
                    <a:pt x="176308" y="256413"/>
                  </a:lnTo>
                  <a:lnTo>
                    <a:pt x="176308" y="254508"/>
                  </a:lnTo>
                  <a:lnTo>
                    <a:pt x="174879" y="247745"/>
                  </a:lnTo>
                  <a:lnTo>
                    <a:pt x="174117" y="243173"/>
                  </a:lnTo>
                  <a:lnTo>
                    <a:pt x="174975" y="240316"/>
                  </a:lnTo>
                  <a:lnTo>
                    <a:pt x="176975" y="237363"/>
                  </a:lnTo>
                  <a:lnTo>
                    <a:pt x="176784" y="235839"/>
                  </a:lnTo>
                  <a:lnTo>
                    <a:pt x="175832" y="234505"/>
                  </a:lnTo>
                  <a:lnTo>
                    <a:pt x="174498" y="233934"/>
                  </a:lnTo>
                  <a:lnTo>
                    <a:pt x="174022" y="234029"/>
                  </a:lnTo>
                  <a:lnTo>
                    <a:pt x="173641" y="233743"/>
                  </a:lnTo>
                  <a:lnTo>
                    <a:pt x="173450" y="232981"/>
                  </a:lnTo>
                  <a:lnTo>
                    <a:pt x="173355" y="231362"/>
                  </a:lnTo>
                  <a:lnTo>
                    <a:pt x="173069" y="230314"/>
                  </a:lnTo>
                  <a:lnTo>
                    <a:pt x="173069" y="229743"/>
                  </a:lnTo>
                  <a:lnTo>
                    <a:pt x="173165" y="229171"/>
                  </a:lnTo>
                  <a:lnTo>
                    <a:pt x="173641" y="228124"/>
                  </a:lnTo>
                  <a:lnTo>
                    <a:pt x="173736" y="227647"/>
                  </a:lnTo>
                  <a:lnTo>
                    <a:pt x="174117" y="227076"/>
                  </a:lnTo>
                  <a:lnTo>
                    <a:pt x="175641" y="226123"/>
                  </a:lnTo>
                  <a:lnTo>
                    <a:pt x="176308" y="224600"/>
                  </a:lnTo>
                  <a:lnTo>
                    <a:pt x="177070" y="223742"/>
                  </a:lnTo>
                  <a:lnTo>
                    <a:pt x="177927" y="223075"/>
                  </a:lnTo>
                  <a:lnTo>
                    <a:pt x="178689" y="222790"/>
                  </a:lnTo>
                  <a:lnTo>
                    <a:pt x="179546" y="221361"/>
                  </a:lnTo>
                  <a:lnTo>
                    <a:pt x="180880" y="222028"/>
                  </a:lnTo>
                  <a:lnTo>
                    <a:pt x="181642" y="222980"/>
                  </a:lnTo>
                  <a:lnTo>
                    <a:pt x="182499" y="222313"/>
                  </a:lnTo>
                  <a:lnTo>
                    <a:pt x="183356" y="220123"/>
                  </a:lnTo>
                  <a:lnTo>
                    <a:pt x="184976" y="219551"/>
                  </a:lnTo>
                  <a:lnTo>
                    <a:pt x="186785" y="219837"/>
                  </a:lnTo>
                  <a:lnTo>
                    <a:pt x="188404" y="218980"/>
                  </a:lnTo>
                  <a:lnTo>
                    <a:pt x="188500" y="218313"/>
                  </a:lnTo>
                  <a:lnTo>
                    <a:pt x="187738" y="217646"/>
                  </a:lnTo>
                  <a:lnTo>
                    <a:pt x="192596" y="217170"/>
                  </a:lnTo>
                  <a:lnTo>
                    <a:pt x="193072" y="216503"/>
                  </a:lnTo>
                  <a:lnTo>
                    <a:pt x="193453" y="213646"/>
                  </a:lnTo>
                  <a:lnTo>
                    <a:pt x="193453" y="212408"/>
                  </a:lnTo>
                  <a:lnTo>
                    <a:pt x="194310" y="210884"/>
                  </a:lnTo>
                  <a:lnTo>
                    <a:pt x="195548" y="211741"/>
                  </a:lnTo>
                  <a:lnTo>
                    <a:pt x="196025" y="211550"/>
                  </a:lnTo>
                  <a:lnTo>
                    <a:pt x="196406" y="211074"/>
                  </a:lnTo>
                  <a:lnTo>
                    <a:pt x="197263" y="209550"/>
                  </a:lnTo>
                  <a:lnTo>
                    <a:pt x="197644" y="209264"/>
                  </a:lnTo>
                  <a:lnTo>
                    <a:pt x="198120" y="209169"/>
                  </a:lnTo>
                  <a:lnTo>
                    <a:pt x="198692" y="208883"/>
                  </a:lnTo>
                  <a:lnTo>
                    <a:pt x="199073" y="208502"/>
                  </a:lnTo>
                  <a:lnTo>
                    <a:pt x="199263" y="208121"/>
                  </a:lnTo>
                  <a:lnTo>
                    <a:pt x="199358" y="207169"/>
                  </a:lnTo>
                  <a:lnTo>
                    <a:pt x="199644" y="206883"/>
                  </a:lnTo>
                  <a:lnTo>
                    <a:pt x="206597" y="208121"/>
                  </a:lnTo>
                  <a:lnTo>
                    <a:pt x="206788" y="208407"/>
                  </a:lnTo>
                  <a:lnTo>
                    <a:pt x="206978" y="208693"/>
                  </a:lnTo>
                  <a:lnTo>
                    <a:pt x="207454" y="208788"/>
                  </a:lnTo>
                  <a:lnTo>
                    <a:pt x="207931" y="208693"/>
                  </a:lnTo>
                  <a:lnTo>
                    <a:pt x="208883" y="208121"/>
                  </a:lnTo>
                  <a:lnTo>
                    <a:pt x="209455" y="207931"/>
                  </a:lnTo>
                  <a:lnTo>
                    <a:pt x="209931" y="207931"/>
                  </a:lnTo>
                  <a:lnTo>
                    <a:pt x="211074" y="208026"/>
                  </a:lnTo>
                  <a:lnTo>
                    <a:pt x="211550" y="207931"/>
                  </a:lnTo>
                  <a:lnTo>
                    <a:pt x="211169" y="206121"/>
                  </a:lnTo>
                  <a:lnTo>
                    <a:pt x="211646" y="205359"/>
                  </a:lnTo>
                  <a:lnTo>
                    <a:pt x="213075" y="204692"/>
                  </a:lnTo>
                  <a:lnTo>
                    <a:pt x="213932" y="205454"/>
                  </a:lnTo>
                  <a:lnTo>
                    <a:pt x="215075" y="207645"/>
                  </a:lnTo>
                  <a:lnTo>
                    <a:pt x="216408" y="208026"/>
                  </a:lnTo>
                  <a:lnTo>
                    <a:pt x="216979" y="205359"/>
                  </a:lnTo>
                  <a:lnTo>
                    <a:pt x="218408" y="203359"/>
                  </a:lnTo>
                  <a:lnTo>
                    <a:pt x="219837" y="203168"/>
                  </a:lnTo>
                  <a:lnTo>
                    <a:pt x="220885" y="203359"/>
                  </a:lnTo>
                  <a:lnTo>
                    <a:pt x="222123" y="202787"/>
                  </a:lnTo>
                  <a:lnTo>
                    <a:pt x="222885" y="202406"/>
                  </a:lnTo>
                  <a:lnTo>
                    <a:pt x="223838" y="201359"/>
                  </a:lnTo>
                  <a:lnTo>
                    <a:pt x="224600" y="200596"/>
                  </a:lnTo>
                  <a:lnTo>
                    <a:pt x="226219" y="200596"/>
                  </a:lnTo>
                  <a:lnTo>
                    <a:pt x="227171" y="200025"/>
                  </a:lnTo>
                  <a:lnTo>
                    <a:pt x="227648" y="199453"/>
                  </a:lnTo>
                  <a:lnTo>
                    <a:pt x="228029" y="198406"/>
                  </a:lnTo>
                  <a:lnTo>
                    <a:pt x="229838" y="197453"/>
                  </a:lnTo>
                  <a:lnTo>
                    <a:pt x="230410" y="196977"/>
                  </a:lnTo>
                  <a:lnTo>
                    <a:pt x="231458" y="197072"/>
                  </a:lnTo>
                  <a:lnTo>
                    <a:pt x="232220" y="197453"/>
                  </a:lnTo>
                  <a:lnTo>
                    <a:pt x="232601" y="197453"/>
                  </a:lnTo>
                  <a:lnTo>
                    <a:pt x="232886" y="197167"/>
                  </a:lnTo>
                  <a:lnTo>
                    <a:pt x="233267" y="196691"/>
                  </a:lnTo>
                  <a:lnTo>
                    <a:pt x="233744" y="196215"/>
                  </a:lnTo>
                  <a:lnTo>
                    <a:pt x="234506" y="195929"/>
                  </a:lnTo>
                  <a:lnTo>
                    <a:pt x="234410" y="194310"/>
                  </a:lnTo>
                  <a:lnTo>
                    <a:pt x="234696" y="193262"/>
                  </a:lnTo>
                  <a:lnTo>
                    <a:pt x="234315" y="192786"/>
                  </a:lnTo>
                  <a:lnTo>
                    <a:pt x="234125" y="192119"/>
                  </a:lnTo>
                  <a:lnTo>
                    <a:pt x="232696" y="191548"/>
                  </a:lnTo>
                  <a:lnTo>
                    <a:pt x="232029" y="191167"/>
                  </a:lnTo>
                  <a:lnTo>
                    <a:pt x="232125" y="189357"/>
                  </a:lnTo>
                  <a:lnTo>
                    <a:pt x="233077" y="188309"/>
                  </a:lnTo>
                  <a:lnTo>
                    <a:pt x="234029" y="187833"/>
                  </a:lnTo>
                  <a:lnTo>
                    <a:pt x="234125" y="188500"/>
                  </a:lnTo>
                  <a:lnTo>
                    <a:pt x="234791" y="188500"/>
                  </a:lnTo>
                  <a:lnTo>
                    <a:pt x="235744" y="187071"/>
                  </a:lnTo>
                  <a:lnTo>
                    <a:pt x="237554" y="186499"/>
                  </a:lnTo>
                  <a:lnTo>
                    <a:pt x="239173" y="186785"/>
                  </a:lnTo>
                  <a:lnTo>
                    <a:pt x="239840" y="186023"/>
                  </a:lnTo>
                  <a:lnTo>
                    <a:pt x="240697" y="186023"/>
                  </a:lnTo>
                  <a:lnTo>
                    <a:pt x="242411" y="185452"/>
                  </a:lnTo>
                  <a:lnTo>
                    <a:pt x="243269" y="184594"/>
                  </a:lnTo>
                  <a:lnTo>
                    <a:pt x="244888" y="184309"/>
                  </a:lnTo>
                  <a:lnTo>
                    <a:pt x="246983" y="182499"/>
                  </a:lnTo>
                  <a:lnTo>
                    <a:pt x="250984" y="178213"/>
                  </a:lnTo>
                  <a:lnTo>
                    <a:pt x="253841" y="177260"/>
                  </a:lnTo>
                  <a:lnTo>
                    <a:pt x="256318" y="177355"/>
                  </a:lnTo>
                  <a:lnTo>
                    <a:pt x="258318" y="174688"/>
                  </a:lnTo>
                  <a:lnTo>
                    <a:pt x="260223" y="172307"/>
                  </a:lnTo>
                  <a:lnTo>
                    <a:pt x="260414" y="171545"/>
                  </a:lnTo>
                  <a:lnTo>
                    <a:pt x="260700" y="170974"/>
                  </a:lnTo>
                  <a:lnTo>
                    <a:pt x="261271" y="170783"/>
                  </a:lnTo>
                  <a:lnTo>
                    <a:pt x="261366" y="169069"/>
                  </a:lnTo>
                  <a:lnTo>
                    <a:pt x="261366" y="168402"/>
                  </a:lnTo>
                  <a:lnTo>
                    <a:pt x="261652" y="168021"/>
                  </a:lnTo>
                  <a:lnTo>
                    <a:pt x="262033" y="167545"/>
                  </a:lnTo>
                  <a:lnTo>
                    <a:pt x="262223" y="167164"/>
                  </a:lnTo>
                  <a:lnTo>
                    <a:pt x="262414" y="166497"/>
                  </a:lnTo>
                  <a:lnTo>
                    <a:pt x="262604" y="166116"/>
                  </a:lnTo>
                  <a:lnTo>
                    <a:pt x="262700" y="165259"/>
                  </a:lnTo>
                  <a:lnTo>
                    <a:pt x="262795" y="164878"/>
                  </a:lnTo>
                  <a:lnTo>
                    <a:pt x="263081" y="164401"/>
                  </a:lnTo>
                  <a:lnTo>
                    <a:pt x="263081" y="163925"/>
                  </a:lnTo>
                  <a:lnTo>
                    <a:pt x="263081" y="163544"/>
                  </a:lnTo>
                  <a:lnTo>
                    <a:pt x="263366" y="162782"/>
                  </a:lnTo>
                  <a:lnTo>
                    <a:pt x="263652" y="162020"/>
                  </a:lnTo>
                  <a:lnTo>
                    <a:pt x="264509" y="161353"/>
                  </a:lnTo>
                  <a:lnTo>
                    <a:pt x="265557" y="161163"/>
                  </a:lnTo>
                  <a:lnTo>
                    <a:pt x="266414" y="161258"/>
                  </a:lnTo>
                  <a:lnTo>
                    <a:pt x="266795" y="161925"/>
                  </a:lnTo>
                  <a:lnTo>
                    <a:pt x="267272" y="162877"/>
                  </a:lnTo>
                  <a:lnTo>
                    <a:pt x="267748" y="163354"/>
                  </a:lnTo>
                  <a:lnTo>
                    <a:pt x="268129" y="163544"/>
                  </a:lnTo>
                  <a:lnTo>
                    <a:pt x="268510" y="162592"/>
                  </a:lnTo>
                  <a:lnTo>
                    <a:pt x="269367" y="160496"/>
                  </a:lnTo>
                  <a:lnTo>
                    <a:pt x="270034" y="159353"/>
                  </a:lnTo>
                  <a:lnTo>
                    <a:pt x="270701" y="158591"/>
                  </a:lnTo>
                  <a:lnTo>
                    <a:pt x="272701" y="157543"/>
                  </a:lnTo>
                  <a:lnTo>
                    <a:pt x="274701" y="156115"/>
                  </a:lnTo>
                  <a:lnTo>
                    <a:pt x="277273" y="155257"/>
                  </a:lnTo>
                  <a:lnTo>
                    <a:pt x="278797" y="155353"/>
                  </a:lnTo>
                  <a:lnTo>
                    <a:pt x="279464" y="155162"/>
                  </a:lnTo>
                  <a:lnTo>
                    <a:pt x="280226" y="154305"/>
                  </a:lnTo>
                  <a:lnTo>
                    <a:pt x="281273" y="154115"/>
                  </a:lnTo>
                  <a:lnTo>
                    <a:pt x="281464" y="152781"/>
                  </a:lnTo>
                  <a:lnTo>
                    <a:pt x="282416" y="152019"/>
                  </a:lnTo>
                  <a:lnTo>
                    <a:pt x="283750" y="152114"/>
                  </a:lnTo>
                  <a:lnTo>
                    <a:pt x="284417" y="151924"/>
                  </a:lnTo>
                  <a:lnTo>
                    <a:pt x="285274" y="152114"/>
                  </a:lnTo>
                  <a:lnTo>
                    <a:pt x="286226" y="151924"/>
                  </a:lnTo>
                  <a:lnTo>
                    <a:pt x="287179" y="152114"/>
                  </a:lnTo>
                  <a:lnTo>
                    <a:pt x="288322" y="151924"/>
                  </a:lnTo>
                  <a:lnTo>
                    <a:pt x="289084" y="151638"/>
                  </a:lnTo>
                  <a:lnTo>
                    <a:pt x="289465" y="152305"/>
                  </a:lnTo>
                  <a:lnTo>
                    <a:pt x="290036" y="152400"/>
                  </a:lnTo>
                  <a:lnTo>
                    <a:pt x="290513" y="151447"/>
                  </a:lnTo>
                  <a:lnTo>
                    <a:pt x="291179" y="149828"/>
                  </a:lnTo>
                  <a:lnTo>
                    <a:pt x="290989" y="148495"/>
                  </a:lnTo>
                  <a:lnTo>
                    <a:pt x="291941" y="147161"/>
                  </a:lnTo>
                  <a:lnTo>
                    <a:pt x="291751" y="146685"/>
                  </a:lnTo>
                  <a:lnTo>
                    <a:pt x="292132" y="145161"/>
                  </a:lnTo>
                  <a:lnTo>
                    <a:pt x="292608" y="144780"/>
                  </a:lnTo>
                  <a:lnTo>
                    <a:pt x="291846" y="144304"/>
                  </a:lnTo>
                  <a:lnTo>
                    <a:pt x="290894" y="143065"/>
                  </a:lnTo>
                  <a:lnTo>
                    <a:pt x="290703" y="142399"/>
                  </a:lnTo>
                  <a:lnTo>
                    <a:pt x="290322" y="139255"/>
                  </a:lnTo>
                  <a:lnTo>
                    <a:pt x="290322" y="136969"/>
                  </a:lnTo>
                  <a:lnTo>
                    <a:pt x="290417" y="135922"/>
                  </a:lnTo>
                  <a:lnTo>
                    <a:pt x="290798" y="134969"/>
                  </a:lnTo>
                  <a:lnTo>
                    <a:pt x="289941" y="132397"/>
                  </a:lnTo>
                  <a:lnTo>
                    <a:pt x="290322" y="129349"/>
                  </a:lnTo>
                  <a:lnTo>
                    <a:pt x="292418" y="120586"/>
                  </a:lnTo>
                  <a:lnTo>
                    <a:pt x="292989" y="119063"/>
                  </a:lnTo>
                  <a:lnTo>
                    <a:pt x="293846" y="118396"/>
                  </a:lnTo>
                  <a:lnTo>
                    <a:pt x="293846" y="118015"/>
                  </a:lnTo>
                  <a:lnTo>
                    <a:pt x="294227" y="116491"/>
                  </a:lnTo>
                  <a:lnTo>
                    <a:pt x="294323" y="116300"/>
                  </a:lnTo>
                  <a:lnTo>
                    <a:pt x="294513" y="115348"/>
                  </a:lnTo>
                  <a:lnTo>
                    <a:pt x="294799" y="115062"/>
                  </a:lnTo>
                  <a:lnTo>
                    <a:pt x="294894" y="114871"/>
                  </a:lnTo>
                  <a:lnTo>
                    <a:pt x="294418" y="114205"/>
                  </a:lnTo>
                  <a:lnTo>
                    <a:pt x="294132" y="114109"/>
                  </a:lnTo>
                  <a:lnTo>
                    <a:pt x="293370" y="114300"/>
                  </a:lnTo>
                  <a:lnTo>
                    <a:pt x="292989" y="114300"/>
                  </a:lnTo>
                  <a:lnTo>
                    <a:pt x="292418" y="113824"/>
                  </a:lnTo>
                  <a:lnTo>
                    <a:pt x="291656" y="112776"/>
                  </a:lnTo>
                  <a:lnTo>
                    <a:pt x="291275" y="111823"/>
                  </a:lnTo>
                  <a:lnTo>
                    <a:pt x="290132" y="111919"/>
                  </a:lnTo>
                  <a:lnTo>
                    <a:pt x="289465" y="111252"/>
                  </a:lnTo>
                  <a:lnTo>
                    <a:pt x="288417" y="110204"/>
                  </a:lnTo>
                  <a:lnTo>
                    <a:pt x="287274" y="108680"/>
                  </a:lnTo>
                  <a:lnTo>
                    <a:pt x="286893" y="106585"/>
                  </a:lnTo>
                  <a:lnTo>
                    <a:pt x="287179" y="105537"/>
                  </a:lnTo>
                  <a:lnTo>
                    <a:pt x="287369" y="104394"/>
                  </a:lnTo>
                  <a:lnTo>
                    <a:pt x="286703" y="102775"/>
                  </a:lnTo>
                  <a:lnTo>
                    <a:pt x="287750" y="100870"/>
                  </a:lnTo>
                  <a:lnTo>
                    <a:pt x="288512" y="97917"/>
                  </a:lnTo>
                  <a:lnTo>
                    <a:pt x="288893" y="95631"/>
                  </a:lnTo>
                  <a:lnTo>
                    <a:pt x="290132" y="93821"/>
                  </a:lnTo>
                  <a:lnTo>
                    <a:pt x="291560" y="93250"/>
                  </a:lnTo>
                  <a:lnTo>
                    <a:pt x="292037" y="92392"/>
                  </a:lnTo>
                  <a:lnTo>
                    <a:pt x="292703" y="89916"/>
                  </a:lnTo>
                  <a:lnTo>
                    <a:pt x="293370" y="87916"/>
                  </a:lnTo>
                  <a:lnTo>
                    <a:pt x="295370" y="86582"/>
                  </a:lnTo>
                  <a:lnTo>
                    <a:pt x="296037" y="86487"/>
                  </a:lnTo>
                  <a:lnTo>
                    <a:pt x="296894" y="87916"/>
                  </a:lnTo>
                  <a:lnTo>
                    <a:pt x="297371" y="87440"/>
                  </a:lnTo>
                  <a:lnTo>
                    <a:pt x="297466" y="86296"/>
                  </a:lnTo>
                  <a:lnTo>
                    <a:pt x="298228" y="85630"/>
                  </a:lnTo>
                  <a:lnTo>
                    <a:pt x="298990" y="83344"/>
                  </a:lnTo>
                  <a:lnTo>
                    <a:pt x="298895" y="80963"/>
                  </a:lnTo>
                  <a:lnTo>
                    <a:pt x="299276" y="79153"/>
                  </a:lnTo>
                  <a:lnTo>
                    <a:pt x="299657" y="77629"/>
                  </a:lnTo>
                  <a:lnTo>
                    <a:pt x="300514" y="77152"/>
                  </a:lnTo>
                  <a:lnTo>
                    <a:pt x="301752" y="77629"/>
                  </a:lnTo>
                  <a:lnTo>
                    <a:pt x="302228" y="78295"/>
                  </a:lnTo>
                  <a:lnTo>
                    <a:pt x="302609" y="78486"/>
                  </a:lnTo>
                  <a:lnTo>
                    <a:pt x="303181" y="78010"/>
                  </a:lnTo>
                  <a:lnTo>
                    <a:pt x="303371" y="76676"/>
                  </a:lnTo>
                  <a:lnTo>
                    <a:pt x="303467" y="76390"/>
                  </a:lnTo>
                  <a:lnTo>
                    <a:pt x="303752" y="75533"/>
                  </a:lnTo>
                  <a:lnTo>
                    <a:pt x="303848" y="74867"/>
                  </a:lnTo>
                  <a:lnTo>
                    <a:pt x="303657" y="75057"/>
                  </a:lnTo>
                  <a:lnTo>
                    <a:pt x="304229" y="74104"/>
                  </a:lnTo>
                  <a:lnTo>
                    <a:pt x="304610" y="73819"/>
                  </a:lnTo>
                  <a:lnTo>
                    <a:pt x="305086" y="73628"/>
                  </a:lnTo>
                  <a:lnTo>
                    <a:pt x="304610" y="72866"/>
                  </a:lnTo>
                  <a:lnTo>
                    <a:pt x="304324" y="72485"/>
                  </a:lnTo>
                  <a:lnTo>
                    <a:pt x="303943" y="72199"/>
                  </a:lnTo>
                  <a:lnTo>
                    <a:pt x="304991" y="71628"/>
                  </a:lnTo>
                  <a:lnTo>
                    <a:pt x="305086" y="70199"/>
                  </a:lnTo>
                  <a:lnTo>
                    <a:pt x="305753" y="69913"/>
                  </a:lnTo>
                  <a:lnTo>
                    <a:pt x="306419" y="71438"/>
                  </a:lnTo>
                  <a:lnTo>
                    <a:pt x="306800" y="71247"/>
                  </a:lnTo>
                  <a:lnTo>
                    <a:pt x="306896" y="70104"/>
                  </a:lnTo>
                  <a:lnTo>
                    <a:pt x="307372" y="68390"/>
                  </a:lnTo>
                  <a:lnTo>
                    <a:pt x="307658" y="67913"/>
                  </a:lnTo>
                  <a:lnTo>
                    <a:pt x="307753" y="67342"/>
                  </a:lnTo>
                  <a:lnTo>
                    <a:pt x="308515" y="67246"/>
                  </a:lnTo>
                  <a:lnTo>
                    <a:pt x="308515" y="66675"/>
                  </a:lnTo>
                  <a:lnTo>
                    <a:pt x="308801" y="65342"/>
                  </a:lnTo>
                  <a:lnTo>
                    <a:pt x="309848" y="64579"/>
                  </a:lnTo>
                  <a:lnTo>
                    <a:pt x="311277" y="64579"/>
                  </a:lnTo>
                  <a:lnTo>
                    <a:pt x="311944" y="64960"/>
                  </a:lnTo>
                  <a:lnTo>
                    <a:pt x="312801" y="65722"/>
                  </a:lnTo>
                  <a:lnTo>
                    <a:pt x="313277" y="65818"/>
                  </a:lnTo>
                  <a:lnTo>
                    <a:pt x="313658" y="65532"/>
                  </a:lnTo>
                  <a:lnTo>
                    <a:pt x="313468" y="65056"/>
                  </a:lnTo>
                  <a:lnTo>
                    <a:pt x="313277" y="64960"/>
                  </a:lnTo>
                  <a:lnTo>
                    <a:pt x="314039" y="64008"/>
                  </a:lnTo>
                  <a:lnTo>
                    <a:pt x="314611" y="63627"/>
                  </a:lnTo>
                  <a:lnTo>
                    <a:pt x="315087" y="63817"/>
                  </a:lnTo>
                  <a:lnTo>
                    <a:pt x="315373" y="63817"/>
                  </a:lnTo>
                  <a:lnTo>
                    <a:pt x="315659" y="59722"/>
                  </a:lnTo>
                  <a:lnTo>
                    <a:pt x="315563" y="58769"/>
                  </a:lnTo>
                  <a:lnTo>
                    <a:pt x="316230" y="58674"/>
                  </a:lnTo>
                  <a:lnTo>
                    <a:pt x="316992" y="58102"/>
                  </a:lnTo>
                  <a:lnTo>
                    <a:pt x="318135" y="56483"/>
                  </a:lnTo>
                  <a:lnTo>
                    <a:pt x="320421" y="54197"/>
                  </a:lnTo>
                  <a:lnTo>
                    <a:pt x="321088" y="54292"/>
                  </a:lnTo>
                  <a:lnTo>
                    <a:pt x="321469" y="55531"/>
                  </a:lnTo>
                  <a:lnTo>
                    <a:pt x="321088" y="57055"/>
                  </a:lnTo>
                  <a:lnTo>
                    <a:pt x="320993" y="58102"/>
                  </a:lnTo>
                  <a:lnTo>
                    <a:pt x="321564" y="58007"/>
                  </a:lnTo>
                  <a:lnTo>
                    <a:pt x="322231" y="57531"/>
                  </a:lnTo>
                  <a:lnTo>
                    <a:pt x="322421" y="55912"/>
                  </a:lnTo>
                  <a:lnTo>
                    <a:pt x="323279" y="55721"/>
                  </a:lnTo>
                  <a:lnTo>
                    <a:pt x="323660" y="54769"/>
                  </a:lnTo>
                  <a:lnTo>
                    <a:pt x="324231" y="54578"/>
                  </a:lnTo>
                  <a:lnTo>
                    <a:pt x="323755" y="53721"/>
                  </a:lnTo>
                  <a:lnTo>
                    <a:pt x="324136" y="52864"/>
                  </a:lnTo>
                  <a:lnTo>
                    <a:pt x="324708" y="52673"/>
                  </a:lnTo>
                  <a:lnTo>
                    <a:pt x="325469" y="53626"/>
                  </a:lnTo>
                  <a:lnTo>
                    <a:pt x="325850" y="53721"/>
                  </a:lnTo>
                  <a:lnTo>
                    <a:pt x="326136" y="53245"/>
                  </a:lnTo>
                  <a:lnTo>
                    <a:pt x="326136" y="52483"/>
                  </a:lnTo>
                  <a:lnTo>
                    <a:pt x="325755" y="52292"/>
                  </a:lnTo>
                  <a:lnTo>
                    <a:pt x="325374" y="52197"/>
                  </a:lnTo>
                  <a:lnTo>
                    <a:pt x="325088" y="51721"/>
                  </a:lnTo>
                  <a:lnTo>
                    <a:pt x="325088" y="51244"/>
                  </a:lnTo>
                  <a:lnTo>
                    <a:pt x="324993" y="50292"/>
                  </a:lnTo>
                  <a:lnTo>
                    <a:pt x="325469" y="49625"/>
                  </a:lnTo>
                  <a:lnTo>
                    <a:pt x="326136" y="49149"/>
                  </a:lnTo>
                  <a:lnTo>
                    <a:pt x="326231" y="48577"/>
                  </a:lnTo>
                  <a:lnTo>
                    <a:pt x="326231" y="47911"/>
                  </a:lnTo>
                  <a:lnTo>
                    <a:pt x="326898" y="47911"/>
                  </a:lnTo>
                  <a:lnTo>
                    <a:pt x="327565" y="48387"/>
                  </a:lnTo>
                  <a:lnTo>
                    <a:pt x="328041" y="49054"/>
                  </a:lnTo>
                  <a:lnTo>
                    <a:pt x="328898" y="48863"/>
                  </a:lnTo>
                  <a:lnTo>
                    <a:pt x="329565" y="48101"/>
                  </a:lnTo>
                  <a:lnTo>
                    <a:pt x="329375" y="47244"/>
                  </a:lnTo>
                  <a:lnTo>
                    <a:pt x="330137" y="46863"/>
                  </a:lnTo>
                  <a:lnTo>
                    <a:pt x="331661" y="47149"/>
                  </a:lnTo>
                  <a:lnTo>
                    <a:pt x="332137" y="47720"/>
                  </a:lnTo>
                  <a:lnTo>
                    <a:pt x="333280" y="48387"/>
                  </a:lnTo>
                  <a:lnTo>
                    <a:pt x="334804" y="48577"/>
                  </a:lnTo>
                  <a:lnTo>
                    <a:pt x="335471" y="49054"/>
                  </a:lnTo>
                  <a:lnTo>
                    <a:pt x="336137" y="49720"/>
                  </a:lnTo>
                  <a:lnTo>
                    <a:pt x="336328" y="50197"/>
                  </a:lnTo>
                  <a:lnTo>
                    <a:pt x="336328" y="50959"/>
                  </a:lnTo>
                  <a:lnTo>
                    <a:pt x="336328" y="52292"/>
                  </a:lnTo>
                  <a:lnTo>
                    <a:pt x="336709" y="52292"/>
                  </a:lnTo>
                  <a:lnTo>
                    <a:pt x="337376" y="51625"/>
                  </a:lnTo>
                  <a:lnTo>
                    <a:pt x="338138" y="51435"/>
                  </a:lnTo>
                  <a:lnTo>
                    <a:pt x="340043" y="50863"/>
                  </a:lnTo>
                  <a:lnTo>
                    <a:pt x="341567" y="50482"/>
                  </a:lnTo>
                  <a:lnTo>
                    <a:pt x="341757" y="50006"/>
                  </a:lnTo>
                  <a:lnTo>
                    <a:pt x="340519" y="50101"/>
                  </a:lnTo>
                  <a:close/>
                  <a:moveTo>
                    <a:pt x="58960" y="361759"/>
                  </a:moveTo>
                  <a:lnTo>
                    <a:pt x="57436" y="362426"/>
                  </a:lnTo>
                  <a:lnTo>
                    <a:pt x="57055" y="362521"/>
                  </a:lnTo>
                  <a:lnTo>
                    <a:pt x="56864" y="362617"/>
                  </a:lnTo>
                  <a:lnTo>
                    <a:pt x="56769" y="362807"/>
                  </a:lnTo>
                  <a:lnTo>
                    <a:pt x="56674" y="362902"/>
                  </a:lnTo>
                  <a:lnTo>
                    <a:pt x="56388" y="362902"/>
                  </a:lnTo>
                  <a:lnTo>
                    <a:pt x="56293" y="363474"/>
                  </a:lnTo>
                  <a:lnTo>
                    <a:pt x="56198" y="363950"/>
                  </a:lnTo>
                  <a:lnTo>
                    <a:pt x="55626" y="363760"/>
                  </a:lnTo>
                  <a:lnTo>
                    <a:pt x="54864" y="364141"/>
                  </a:lnTo>
                  <a:lnTo>
                    <a:pt x="53340" y="365950"/>
                  </a:lnTo>
                  <a:lnTo>
                    <a:pt x="53626" y="366427"/>
                  </a:lnTo>
                  <a:lnTo>
                    <a:pt x="54674" y="366236"/>
                  </a:lnTo>
                  <a:lnTo>
                    <a:pt x="55436" y="365760"/>
                  </a:lnTo>
                  <a:lnTo>
                    <a:pt x="55912" y="365284"/>
                  </a:lnTo>
                  <a:lnTo>
                    <a:pt x="57341" y="364426"/>
                  </a:lnTo>
                  <a:lnTo>
                    <a:pt x="58198" y="363474"/>
                  </a:lnTo>
                  <a:lnTo>
                    <a:pt x="59531" y="361664"/>
                  </a:lnTo>
                  <a:lnTo>
                    <a:pt x="58960" y="361759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5" name="Freeform: Shape 17">
              <a:extLst>
                <a:ext uri="{FF2B5EF4-FFF2-40B4-BE49-F238E27FC236}">
                  <a16:creationId xmlns:a16="http://schemas.microsoft.com/office/drawing/2014/main" id="{3EC1FCFF-242B-5F4D-A782-14FFDED66749}"/>
                </a:ext>
              </a:extLst>
            </p:cNvPr>
            <p:cNvSpPr/>
            <p:nvPr/>
          </p:nvSpPr>
          <p:spPr>
            <a:xfrm>
              <a:off x="5031200" y="3221450"/>
              <a:ext cx="428625" cy="238125"/>
            </a:xfrm>
            <a:custGeom>
              <a:avLst/>
              <a:gdLst>
                <a:gd name="connsiteX0" fmla="*/ 428720 w 428625"/>
                <a:gd name="connsiteY0" fmla="*/ 218122 h 238125"/>
                <a:gd name="connsiteX1" fmla="*/ 428244 w 428625"/>
                <a:gd name="connsiteY1" fmla="*/ 215836 h 238125"/>
                <a:gd name="connsiteX2" fmla="*/ 428053 w 428625"/>
                <a:gd name="connsiteY2" fmla="*/ 213265 h 238125"/>
                <a:gd name="connsiteX3" fmla="*/ 427863 w 428625"/>
                <a:gd name="connsiteY3" fmla="*/ 212312 h 238125"/>
                <a:gd name="connsiteX4" fmla="*/ 427387 w 428625"/>
                <a:gd name="connsiteY4" fmla="*/ 211360 h 238125"/>
                <a:gd name="connsiteX5" fmla="*/ 426244 w 428625"/>
                <a:gd name="connsiteY5" fmla="*/ 209550 h 238125"/>
                <a:gd name="connsiteX6" fmla="*/ 425767 w 428625"/>
                <a:gd name="connsiteY6" fmla="*/ 208693 h 238125"/>
                <a:gd name="connsiteX7" fmla="*/ 425005 w 428625"/>
                <a:gd name="connsiteY7" fmla="*/ 206597 h 238125"/>
                <a:gd name="connsiteX8" fmla="*/ 423958 w 428625"/>
                <a:gd name="connsiteY8" fmla="*/ 204692 h 238125"/>
                <a:gd name="connsiteX9" fmla="*/ 422815 w 428625"/>
                <a:gd name="connsiteY9" fmla="*/ 203168 h 238125"/>
                <a:gd name="connsiteX10" fmla="*/ 422148 w 428625"/>
                <a:gd name="connsiteY10" fmla="*/ 202501 h 238125"/>
                <a:gd name="connsiteX11" fmla="*/ 421291 w 428625"/>
                <a:gd name="connsiteY11" fmla="*/ 202120 h 238125"/>
                <a:gd name="connsiteX12" fmla="*/ 420434 w 428625"/>
                <a:gd name="connsiteY12" fmla="*/ 201549 h 238125"/>
                <a:gd name="connsiteX13" fmla="*/ 419386 w 428625"/>
                <a:gd name="connsiteY13" fmla="*/ 199453 h 238125"/>
                <a:gd name="connsiteX14" fmla="*/ 418624 w 428625"/>
                <a:gd name="connsiteY14" fmla="*/ 198596 h 238125"/>
                <a:gd name="connsiteX15" fmla="*/ 418338 w 428625"/>
                <a:gd name="connsiteY15" fmla="*/ 198215 h 238125"/>
                <a:gd name="connsiteX16" fmla="*/ 418243 w 428625"/>
                <a:gd name="connsiteY16" fmla="*/ 197739 h 238125"/>
                <a:gd name="connsiteX17" fmla="*/ 418338 w 428625"/>
                <a:gd name="connsiteY17" fmla="*/ 197167 h 238125"/>
                <a:gd name="connsiteX18" fmla="*/ 419100 w 428625"/>
                <a:gd name="connsiteY18" fmla="*/ 195453 h 238125"/>
                <a:gd name="connsiteX19" fmla="*/ 419290 w 428625"/>
                <a:gd name="connsiteY19" fmla="*/ 191357 h 238125"/>
                <a:gd name="connsiteX20" fmla="*/ 420148 w 428625"/>
                <a:gd name="connsiteY20" fmla="*/ 189547 h 238125"/>
                <a:gd name="connsiteX21" fmla="*/ 421386 w 428625"/>
                <a:gd name="connsiteY21" fmla="*/ 186690 h 238125"/>
                <a:gd name="connsiteX22" fmla="*/ 421767 w 428625"/>
                <a:gd name="connsiteY22" fmla="*/ 185261 h 238125"/>
                <a:gd name="connsiteX23" fmla="*/ 421576 w 428625"/>
                <a:gd name="connsiteY23" fmla="*/ 184594 h 238125"/>
                <a:gd name="connsiteX24" fmla="*/ 420910 w 428625"/>
                <a:gd name="connsiteY24" fmla="*/ 183451 h 238125"/>
                <a:gd name="connsiteX25" fmla="*/ 420719 w 428625"/>
                <a:gd name="connsiteY25" fmla="*/ 182785 h 238125"/>
                <a:gd name="connsiteX26" fmla="*/ 420624 w 428625"/>
                <a:gd name="connsiteY26" fmla="*/ 181927 h 238125"/>
                <a:gd name="connsiteX27" fmla="*/ 420814 w 428625"/>
                <a:gd name="connsiteY27" fmla="*/ 181261 h 238125"/>
                <a:gd name="connsiteX28" fmla="*/ 421291 w 428625"/>
                <a:gd name="connsiteY28" fmla="*/ 179927 h 238125"/>
                <a:gd name="connsiteX29" fmla="*/ 421481 w 428625"/>
                <a:gd name="connsiteY29" fmla="*/ 179546 h 238125"/>
                <a:gd name="connsiteX30" fmla="*/ 421672 w 428625"/>
                <a:gd name="connsiteY30" fmla="*/ 179260 h 238125"/>
                <a:gd name="connsiteX31" fmla="*/ 421957 w 428625"/>
                <a:gd name="connsiteY31" fmla="*/ 178879 h 238125"/>
                <a:gd name="connsiteX32" fmla="*/ 422053 w 428625"/>
                <a:gd name="connsiteY32" fmla="*/ 178403 h 238125"/>
                <a:gd name="connsiteX33" fmla="*/ 421957 w 428625"/>
                <a:gd name="connsiteY33" fmla="*/ 178117 h 238125"/>
                <a:gd name="connsiteX34" fmla="*/ 421481 w 428625"/>
                <a:gd name="connsiteY34" fmla="*/ 177641 h 238125"/>
                <a:gd name="connsiteX35" fmla="*/ 421386 w 428625"/>
                <a:gd name="connsiteY35" fmla="*/ 177355 h 238125"/>
                <a:gd name="connsiteX36" fmla="*/ 421100 w 428625"/>
                <a:gd name="connsiteY36" fmla="*/ 176213 h 238125"/>
                <a:gd name="connsiteX37" fmla="*/ 421005 w 428625"/>
                <a:gd name="connsiteY37" fmla="*/ 175641 h 238125"/>
                <a:gd name="connsiteX38" fmla="*/ 421100 w 428625"/>
                <a:gd name="connsiteY38" fmla="*/ 175069 h 238125"/>
                <a:gd name="connsiteX39" fmla="*/ 422434 w 428625"/>
                <a:gd name="connsiteY39" fmla="*/ 172021 h 238125"/>
                <a:gd name="connsiteX40" fmla="*/ 425767 w 428625"/>
                <a:gd name="connsiteY40" fmla="*/ 166497 h 238125"/>
                <a:gd name="connsiteX41" fmla="*/ 427006 w 428625"/>
                <a:gd name="connsiteY41" fmla="*/ 161544 h 238125"/>
                <a:gd name="connsiteX42" fmla="*/ 427768 w 428625"/>
                <a:gd name="connsiteY42" fmla="*/ 160020 h 238125"/>
                <a:gd name="connsiteX43" fmla="*/ 428339 w 428625"/>
                <a:gd name="connsiteY43" fmla="*/ 158496 h 238125"/>
                <a:gd name="connsiteX44" fmla="*/ 428053 w 428625"/>
                <a:gd name="connsiteY44" fmla="*/ 156115 h 238125"/>
                <a:gd name="connsiteX45" fmla="*/ 428625 w 428625"/>
                <a:gd name="connsiteY45" fmla="*/ 154972 h 238125"/>
                <a:gd name="connsiteX46" fmla="*/ 428530 w 428625"/>
                <a:gd name="connsiteY46" fmla="*/ 154305 h 238125"/>
                <a:gd name="connsiteX47" fmla="*/ 428149 w 428625"/>
                <a:gd name="connsiteY47" fmla="*/ 153924 h 238125"/>
                <a:gd name="connsiteX48" fmla="*/ 427387 w 428625"/>
                <a:gd name="connsiteY48" fmla="*/ 153734 h 238125"/>
                <a:gd name="connsiteX49" fmla="*/ 426148 w 428625"/>
                <a:gd name="connsiteY49" fmla="*/ 153352 h 238125"/>
                <a:gd name="connsiteX50" fmla="*/ 424910 w 428625"/>
                <a:gd name="connsiteY50" fmla="*/ 153162 h 238125"/>
                <a:gd name="connsiteX51" fmla="*/ 422624 w 428625"/>
                <a:gd name="connsiteY51" fmla="*/ 151828 h 238125"/>
                <a:gd name="connsiteX52" fmla="*/ 421481 w 428625"/>
                <a:gd name="connsiteY52" fmla="*/ 151447 h 238125"/>
                <a:gd name="connsiteX53" fmla="*/ 420814 w 428625"/>
                <a:gd name="connsiteY53" fmla="*/ 151543 h 238125"/>
                <a:gd name="connsiteX54" fmla="*/ 419481 w 428625"/>
                <a:gd name="connsiteY54" fmla="*/ 152114 h 238125"/>
                <a:gd name="connsiteX55" fmla="*/ 418719 w 428625"/>
                <a:gd name="connsiteY55" fmla="*/ 152209 h 238125"/>
                <a:gd name="connsiteX56" fmla="*/ 418147 w 428625"/>
                <a:gd name="connsiteY56" fmla="*/ 152114 h 238125"/>
                <a:gd name="connsiteX57" fmla="*/ 417005 w 428625"/>
                <a:gd name="connsiteY57" fmla="*/ 151543 h 238125"/>
                <a:gd name="connsiteX58" fmla="*/ 416433 w 428625"/>
                <a:gd name="connsiteY58" fmla="*/ 151352 h 238125"/>
                <a:gd name="connsiteX59" fmla="*/ 412337 w 428625"/>
                <a:gd name="connsiteY59" fmla="*/ 151162 h 238125"/>
                <a:gd name="connsiteX60" fmla="*/ 411289 w 428625"/>
                <a:gd name="connsiteY60" fmla="*/ 150590 h 238125"/>
                <a:gd name="connsiteX61" fmla="*/ 410718 w 428625"/>
                <a:gd name="connsiteY61" fmla="*/ 150685 h 238125"/>
                <a:gd name="connsiteX62" fmla="*/ 410051 w 428625"/>
                <a:gd name="connsiteY62" fmla="*/ 151638 h 238125"/>
                <a:gd name="connsiteX63" fmla="*/ 409289 w 428625"/>
                <a:gd name="connsiteY63" fmla="*/ 153257 h 238125"/>
                <a:gd name="connsiteX64" fmla="*/ 408242 w 428625"/>
                <a:gd name="connsiteY64" fmla="*/ 154686 h 238125"/>
                <a:gd name="connsiteX65" fmla="*/ 407003 w 428625"/>
                <a:gd name="connsiteY65" fmla="*/ 155829 h 238125"/>
                <a:gd name="connsiteX66" fmla="*/ 405479 w 428625"/>
                <a:gd name="connsiteY66" fmla="*/ 156496 h 238125"/>
                <a:gd name="connsiteX67" fmla="*/ 404146 w 428625"/>
                <a:gd name="connsiteY67" fmla="*/ 156686 h 238125"/>
                <a:gd name="connsiteX68" fmla="*/ 402907 w 428625"/>
                <a:gd name="connsiteY68" fmla="*/ 156210 h 238125"/>
                <a:gd name="connsiteX69" fmla="*/ 401955 w 428625"/>
                <a:gd name="connsiteY69" fmla="*/ 155829 h 238125"/>
                <a:gd name="connsiteX70" fmla="*/ 400717 w 428625"/>
                <a:gd name="connsiteY70" fmla="*/ 155638 h 238125"/>
                <a:gd name="connsiteX71" fmla="*/ 399955 w 428625"/>
                <a:gd name="connsiteY71" fmla="*/ 155829 h 238125"/>
                <a:gd name="connsiteX72" fmla="*/ 398240 w 428625"/>
                <a:gd name="connsiteY72" fmla="*/ 156686 h 238125"/>
                <a:gd name="connsiteX73" fmla="*/ 397383 w 428625"/>
                <a:gd name="connsiteY73" fmla="*/ 156686 h 238125"/>
                <a:gd name="connsiteX74" fmla="*/ 397002 w 428625"/>
                <a:gd name="connsiteY74" fmla="*/ 156400 h 238125"/>
                <a:gd name="connsiteX75" fmla="*/ 396716 w 428625"/>
                <a:gd name="connsiteY75" fmla="*/ 155829 h 238125"/>
                <a:gd name="connsiteX76" fmla="*/ 396526 w 428625"/>
                <a:gd name="connsiteY76" fmla="*/ 155353 h 238125"/>
                <a:gd name="connsiteX77" fmla="*/ 396240 w 428625"/>
                <a:gd name="connsiteY77" fmla="*/ 155067 h 238125"/>
                <a:gd name="connsiteX78" fmla="*/ 395192 w 428625"/>
                <a:gd name="connsiteY78" fmla="*/ 154781 h 238125"/>
                <a:gd name="connsiteX79" fmla="*/ 394335 w 428625"/>
                <a:gd name="connsiteY79" fmla="*/ 154876 h 238125"/>
                <a:gd name="connsiteX80" fmla="*/ 392239 w 428625"/>
                <a:gd name="connsiteY80" fmla="*/ 155448 h 238125"/>
                <a:gd name="connsiteX81" fmla="*/ 387572 w 428625"/>
                <a:gd name="connsiteY81" fmla="*/ 156781 h 238125"/>
                <a:gd name="connsiteX82" fmla="*/ 386620 w 428625"/>
                <a:gd name="connsiteY82" fmla="*/ 156781 h 238125"/>
                <a:gd name="connsiteX83" fmla="*/ 386620 w 428625"/>
                <a:gd name="connsiteY83" fmla="*/ 155829 h 238125"/>
                <a:gd name="connsiteX84" fmla="*/ 387286 w 428625"/>
                <a:gd name="connsiteY84" fmla="*/ 154876 h 238125"/>
                <a:gd name="connsiteX85" fmla="*/ 387477 w 428625"/>
                <a:gd name="connsiteY85" fmla="*/ 154114 h 238125"/>
                <a:gd name="connsiteX86" fmla="*/ 386334 w 428625"/>
                <a:gd name="connsiteY86" fmla="*/ 153734 h 238125"/>
                <a:gd name="connsiteX87" fmla="*/ 384905 w 428625"/>
                <a:gd name="connsiteY87" fmla="*/ 154210 h 238125"/>
                <a:gd name="connsiteX88" fmla="*/ 383762 w 428625"/>
                <a:gd name="connsiteY88" fmla="*/ 155353 h 238125"/>
                <a:gd name="connsiteX89" fmla="*/ 382524 w 428625"/>
                <a:gd name="connsiteY89" fmla="*/ 156019 h 238125"/>
                <a:gd name="connsiteX90" fmla="*/ 379476 w 428625"/>
                <a:gd name="connsiteY90" fmla="*/ 155257 h 238125"/>
                <a:gd name="connsiteX91" fmla="*/ 376809 w 428625"/>
                <a:gd name="connsiteY91" fmla="*/ 155543 h 238125"/>
                <a:gd name="connsiteX92" fmla="*/ 375380 w 428625"/>
                <a:gd name="connsiteY92" fmla="*/ 155448 h 238125"/>
                <a:gd name="connsiteX93" fmla="*/ 373380 w 428625"/>
                <a:gd name="connsiteY93" fmla="*/ 154400 h 238125"/>
                <a:gd name="connsiteX94" fmla="*/ 370427 w 428625"/>
                <a:gd name="connsiteY94" fmla="*/ 150590 h 238125"/>
                <a:gd name="connsiteX95" fmla="*/ 368808 w 428625"/>
                <a:gd name="connsiteY95" fmla="*/ 148780 h 238125"/>
                <a:gd name="connsiteX96" fmla="*/ 367474 w 428625"/>
                <a:gd name="connsiteY96" fmla="*/ 148018 h 238125"/>
                <a:gd name="connsiteX97" fmla="*/ 366617 w 428625"/>
                <a:gd name="connsiteY97" fmla="*/ 147923 h 238125"/>
                <a:gd name="connsiteX98" fmla="*/ 366236 w 428625"/>
                <a:gd name="connsiteY98" fmla="*/ 148018 h 238125"/>
                <a:gd name="connsiteX99" fmla="*/ 365665 w 428625"/>
                <a:gd name="connsiteY99" fmla="*/ 148209 h 238125"/>
                <a:gd name="connsiteX100" fmla="*/ 364045 w 428625"/>
                <a:gd name="connsiteY100" fmla="*/ 148495 h 238125"/>
                <a:gd name="connsiteX101" fmla="*/ 362712 w 428625"/>
                <a:gd name="connsiteY101" fmla="*/ 148399 h 238125"/>
                <a:gd name="connsiteX102" fmla="*/ 361569 w 428625"/>
                <a:gd name="connsiteY102" fmla="*/ 147828 h 238125"/>
                <a:gd name="connsiteX103" fmla="*/ 360712 w 428625"/>
                <a:gd name="connsiteY103" fmla="*/ 146875 h 238125"/>
                <a:gd name="connsiteX104" fmla="*/ 360235 w 428625"/>
                <a:gd name="connsiteY104" fmla="*/ 145447 h 238125"/>
                <a:gd name="connsiteX105" fmla="*/ 360235 w 428625"/>
                <a:gd name="connsiteY105" fmla="*/ 145447 h 238125"/>
                <a:gd name="connsiteX106" fmla="*/ 358807 w 428625"/>
                <a:gd name="connsiteY106" fmla="*/ 144304 h 238125"/>
                <a:gd name="connsiteX107" fmla="*/ 355092 w 428625"/>
                <a:gd name="connsiteY107" fmla="*/ 144399 h 238125"/>
                <a:gd name="connsiteX108" fmla="*/ 353473 w 428625"/>
                <a:gd name="connsiteY108" fmla="*/ 143827 h 238125"/>
                <a:gd name="connsiteX109" fmla="*/ 353092 w 428625"/>
                <a:gd name="connsiteY109" fmla="*/ 143065 h 238125"/>
                <a:gd name="connsiteX110" fmla="*/ 353282 w 428625"/>
                <a:gd name="connsiteY110" fmla="*/ 141256 h 238125"/>
                <a:gd name="connsiteX111" fmla="*/ 353092 w 428625"/>
                <a:gd name="connsiteY111" fmla="*/ 140589 h 238125"/>
                <a:gd name="connsiteX112" fmla="*/ 352330 w 428625"/>
                <a:gd name="connsiteY112" fmla="*/ 139922 h 238125"/>
                <a:gd name="connsiteX113" fmla="*/ 351377 w 428625"/>
                <a:gd name="connsiteY113" fmla="*/ 139255 h 238125"/>
                <a:gd name="connsiteX114" fmla="*/ 350330 w 428625"/>
                <a:gd name="connsiteY114" fmla="*/ 138874 h 238125"/>
                <a:gd name="connsiteX115" fmla="*/ 349377 w 428625"/>
                <a:gd name="connsiteY115" fmla="*/ 138779 h 238125"/>
                <a:gd name="connsiteX116" fmla="*/ 348710 w 428625"/>
                <a:gd name="connsiteY116" fmla="*/ 139160 h 238125"/>
                <a:gd name="connsiteX117" fmla="*/ 347567 w 428625"/>
                <a:gd name="connsiteY117" fmla="*/ 140208 h 238125"/>
                <a:gd name="connsiteX118" fmla="*/ 346805 w 428625"/>
                <a:gd name="connsiteY118" fmla="*/ 140398 h 238125"/>
                <a:gd name="connsiteX119" fmla="*/ 345948 w 428625"/>
                <a:gd name="connsiteY119" fmla="*/ 140017 h 238125"/>
                <a:gd name="connsiteX120" fmla="*/ 345281 w 428625"/>
                <a:gd name="connsiteY120" fmla="*/ 139351 h 238125"/>
                <a:gd name="connsiteX121" fmla="*/ 344519 w 428625"/>
                <a:gd name="connsiteY121" fmla="*/ 138779 h 238125"/>
                <a:gd name="connsiteX122" fmla="*/ 343662 w 428625"/>
                <a:gd name="connsiteY122" fmla="*/ 138970 h 238125"/>
                <a:gd name="connsiteX123" fmla="*/ 343186 w 428625"/>
                <a:gd name="connsiteY123" fmla="*/ 139636 h 238125"/>
                <a:gd name="connsiteX124" fmla="*/ 342995 w 428625"/>
                <a:gd name="connsiteY124" fmla="*/ 140494 h 238125"/>
                <a:gd name="connsiteX125" fmla="*/ 342995 w 428625"/>
                <a:gd name="connsiteY125" fmla="*/ 141446 h 238125"/>
                <a:gd name="connsiteX126" fmla="*/ 342900 w 428625"/>
                <a:gd name="connsiteY126" fmla="*/ 142303 h 238125"/>
                <a:gd name="connsiteX127" fmla="*/ 342519 w 428625"/>
                <a:gd name="connsiteY127" fmla="*/ 143161 h 238125"/>
                <a:gd name="connsiteX128" fmla="*/ 342043 w 428625"/>
                <a:gd name="connsiteY128" fmla="*/ 143732 h 238125"/>
                <a:gd name="connsiteX129" fmla="*/ 341757 w 428625"/>
                <a:gd name="connsiteY129" fmla="*/ 144399 h 238125"/>
                <a:gd name="connsiteX130" fmla="*/ 341757 w 428625"/>
                <a:gd name="connsiteY130" fmla="*/ 145447 h 238125"/>
                <a:gd name="connsiteX131" fmla="*/ 341757 w 428625"/>
                <a:gd name="connsiteY131" fmla="*/ 146875 h 238125"/>
                <a:gd name="connsiteX132" fmla="*/ 341757 w 428625"/>
                <a:gd name="connsiteY132" fmla="*/ 146875 h 238125"/>
                <a:gd name="connsiteX133" fmla="*/ 341376 w 428625"/>
                <a:gd name="connsiteY133" fmla="*/ 147923 h 238125"/>
                <a:gd name="connsiteX134" fmla="*/ 340709 w 428625"/>
                <a:gd name="connsiteY134" fmla="*/ 148780 h 238125"/>
                <a:gd name="connsiteX135" fmla="*/ 339566 w 428625"/>
                <a:gd name="connsiteY135" fmla="*/ 149447 h 238125"/>
                <a:gd name="connsiteX136" fmla="*/ 337661 w 428625"/>
                <a:gd name="connsiteY136" fmla="*/ 150400 h 238125"/>
                <a:gd name="connsiteX137" fmla="*/ 336899 w 428625"/>
                <a:gd name="connsiteY137" fmla="*/ 150495 h 238125"/>
                <a:gd name="connsiteX138" fmla="*/ 335851 w 428625"/>
                <a:gd name="connsiteY138" fmla="*/ 150019 h 238125"/>
                <a:gd name="connsiteX139" fmla="*/ 334137 w 428625"/>
                <a:gd name="connsiteY139" fmla="*/ 148590 h 238125"/>
                <a:gd name="connsiteX140" fmla="*/ 333661 w 428625"/>
                <a:gd name="connsiteY140" fmla="*/ 148304 h 238125"/>
                <a:gd name="connsiteX141" fmla="*/ 333184 w 428625"/>
                <a:gd name="connsiteY141" fmla="*/ 148399 h 238125"/>
                <a:gd name="connsiteX142" fmla="*/ 332708 w 428625"/>
                <a:gd name="connsiteY142" fmla="*/ 148685 h 238125"/>
                <a:gd name="connsiteX143" fmla="*/ 332327 w 428625"/>
                <a:gd name="connsiteY143" fmla="*/ 148780 h 238125"/>
                <a:gd name="connsiteX144" fmla="*/ 331756 w 428625"/>
                <a:gd name="connsiteY144" fmla="*/ 148685 h 238125"/>
                <a:gd name="connsiteX145" fmla="*/ 331280 w 428625"/>
                <a:gd name="connsiteY145" fmla="*/ 148399 h 238125"/>
                <a:gd name="connsiteX146" fmla="*/ 330041 w 428625"/>
                <a:gd name="connsiteY146" fmla="*/ 146780 h 238125"/>
                <a:gd name="connsiteX147" fmla="*/ 329184 w 428625"/>
                <a:gd name="connsiteY147" fmla="*/ 146113 h 238125"/>
                <a:gd name="connsiteX148" fmla="*/ 328136 w 428625"/>
                <a:gd name="connsiteY148" fmla="*/ 145828 h 238125"/>
                <a:gd name="connsiteX149" fmla="*/ 327088 w 428625"/>
                <a:gd name="connsiteY149" fmla="*/ 145732 h 238125"/>
                <a:gd name="connsiteX150" fmla="*/ 326041 w 428625"/>
                <a:gd name="connsiteY150" fmla="*/ 145447 h 238125"/>
                <a:gd name="connsiteX151" fmla="*/ 326041 w 428625"/>
                <a:gd name="connsiteY151" fmla="*/ 145447 h 238125"/>
                <a:gd name="connsiteX152" fmla="*/ 325945 w 428625"/>
                <a:gd name="connsiteY152" fmla="*/ 145447 h 238125"/>
                <a:gd name="connsiteX153" fmla="*/ 325184 w 428625"/>
                <a:gd name="connsiteY153" fmla="*/ 144970 h 238125"/>
                <a:gd name="connsiteX154" fmla="*/ 324802 w 428625"/>
                <a:gd name="connsiteY154" fmla="*/ 144304 h 238125"/>
                <a:gd name="connsiteX155" fmla="*/ 324517 w 428625"/>
                <a:gd name="connsiteY155" fmla="*/ 142589 h 238125"/>
                <a:gd name="connsiteX156" fmla="*/ 324136 w 428625"/>
                <a:gd name="connsiteY156" fmla="*/ 141922 h 238125"/>
                <a:gd name="connsiteX157" fmla="*/ 323659 w 428625"/>
                <a:gd name="connsiteY157" fmla="*/ 141446 h 238125"/>
                <a:gd name="connsiteX158" fmla="*/ 323564 w 428625"/>
                <a:gd name="connsiteY158" fmla="*/ 140875 h 238125"/>
                <a:gd name="connsiteX159" fmla="*/ 324040 w 428625"/>
                <a:gd name="connsiteY159" fmla="*/ 139827 h 238125"/>
                <a:gd name="connsiteX160" fmla="*/ 324421 w 428625"/>
                <a:gd name="connsiteY160" fmla="*/ 138684 h 238125"/>
                <a:gd name="connsiteX161" fmla="*/ 324326 w 428625"/>
                <a:gd name="connsiteY161" fmla="*/ 137160 h 238125"/>
                <a:gd name="connsiteX162" fmla="*/ 323755 w 428625"/>
                <a:gd name="connsiteY162" fmla="*/ 136017 h 238125"/>
                <a:gd name="connsiteX163" fmla="*/ 322707 w 428625"/>
                <a:gd name="connsiteY163" fmla="*/ 135826 h 238125"/>
                <a:gd name="connsiteX164" fmla="*/ 318135 w 428625"/>
                <a:gd name="connsiteY164" fmla="*/ 140589 h 238125"/>
                <a:gd name="connsiteX165" fmla="*/ 318230 w 428625"/>
                <a:gd name="connsiteY165" fmla="*/ 141160 h 238125"/>
                <a:gd name="connsiteX166" fmla="*/ 318802 w 428625"/>
                <a:gd name="connsiteY166" fmla="*/ 142113 h 238125"/>
                <a:gd name="connsiteX167" fmla="*/ 318992 w 428625"/>
                <a:gd name="connsiteY167" fmla="*/ 142494 h 238125"/>
                <a:gd name="connsiteX168" fmla="*/ 318897 w 428625"/>
                <a:gd name="connsiteY168" fmla="*/ 142875 h 238125"/>
                <a:gd name="connsiteX169" fmla="*/ 318706 w 428625"/>
                <a:gd name="connsiteY169" fmla="*/ 143827 h 238125"/>
                <a:gd name="connsiteX170" fmla="*/ 318706 w 428625"/>
                <a:gd name="connsiteY170" fmla="*/ 144304 h 238125"/>
                <a:gd name="connsiteX171" fmla="*/ 318611 w 428625"/>
                <a:gd name="connsiteY171" fmla="*/ 144685 h 238125"/>
                <a:gd name="connsiteX172" fmla="*/ 318706 w 428625"/>
                <a:gd name="connsiteY172" fmla="*/ 145066 h 238125"/>
                <a:gd name="connsiteX173" fmla="*/ 319183 w 428625"/>
                <a:gd name="connsiteY173" fmla="*/ 145447 h 238125"/>
                <a:gd name="connsiteX174" fmla="*/ 319183 w 428625"/>
                <a:gd name="connsiteY174" fmla="*/ 145447 h 238125"/>
                <a:gd name="connsiteX175" fmla="*/ 319183 w 428625"/>
                <a:gd name="connsiteY175" fmla="*/ 145447 h 238125"/>
                <a:gd name="connsiteX176" fmla="*/ 319183 w 428625"/>
                <a:gd name="connsiteY176" fmla="*/ 145447 h 238125"/>
                <a:gd name="connsiteX177" fmla="*/ 319659 w 428625"/>
                <a:gd name="connsiteY177" fmla="*/ 146018 h 238125"/>
                <a:gd name="connsiteX178" fmla="*/ 319659 w 428625"/>
                <a:gd name="connsiteY178" fmla="*/ 146494 h 238125"/>
                <a:gd name="connsiteX179" fmla="*/ 319564 w 428625"/>
                <a:gd name="connsiteY179" fmla="*/ 146971 h 238125"/>
                <a:gd name="connsiteX180" fmla="*/ 319564 w 428625"/>
                <a:gd name="connsiteY180" fmla="*/ 147638 h 238125"/>
                <a:gd name="connsiteX181" fmla="*/ 319849 w 428625"/>
                <a:gd name="connsiteY181" fmla="*/ 148114 h 238125"/>
                <a:gd name="connsiteX182" fmla="*/ 320135 w 428625"/>
                <a:gd name="connsiteY182" fmla="*/ 148399 h 238125"/>
                <a:gd name="connsiteX183" fmla="*/ 320421 w 428625"/>
                <a:gd name="connsiteY183" fmla="*/ 148876 h 238125"/>
                <a:gd name="connsiteX184" fmla="*/ 320421 w 428625"/>
                <a:gd name="connsiteY184" fmla="*/ 149447 h 238125"/>
                <a:gd name="connsiteX185" fmla="*/ 320135 w 428625"/>
                <a:gd name="connsiteY185" fmla="*/ 149733 h 238125"/>
                <a:gd name="connsiteX186" fmla="*/ 318516 w 428625"/>
                <a:gd name="connsiteY186" fmla="*/ 151352 h 238125"/>
                <a:gd name="connsiteX187" fmla="*/ 317754 w 428625"/>
                <a:gd name="connsiteY187" fmla="*/ 151733 h 238125"/>
                <a:gd name="connsiteX188" fmla="*/ 317373 w 428625"/>
                <a:gd name="connsiteY188" fmla="*/ 151733 h 238125"/>
                <a:gd name="connsiteX189" fmla="*/ 317182 w 428625"/>
                <a:gd name="connsiteY189" fmla="*/ 151828 h 238125"/>
                <a:gd name="connsiteX190" fmla="*/ 315944 w 428625"/>
                <a:gd name="connsiteY190" fmla="*/ 151638 h 238125"/>
                <a:gd name="connsiteX191" fmla="*/ 313468 w 428625"/>
                <a:gd name="connsiteY191" fmla="*/ 151924 h 238125"/>
                <a:gd name="connsiteX192" fmla="*/ 312515 w 428625"/>
                <a:gd name="connsiteY192" fmla="*/ 151543 h 238125"/>
                <a:gd name="connsiteX193" fmla="*/ 311944 w 428625"/>
                <a:gd name="connsiteY193" fmla="*/ 150114 h 238125"/>
                <a:gd name="connsiteX194" fmla="*/ 311944 w 428625"/>
                <a:gd name="connsiteY194" fmla="*/ 148876 h 238125"/>
                <a:gd name="connsiteX195" fmla="*/ 312230 w 428625"/>
                <a:gd name="connsiteY195" fmla="*/ 147733 h 238125"/>
                <a:gd name="connsiteX196" fmla="*/ 312230 w 428625"/>
                <a:gd name="connsiteY196" fmla="*/ 146590 h 238125"/>
                <a:gd name="connsiteX197" fmla="*/ 311563 w 428625"/>
                <a:gd name="connsiteY197" fmla="*/ 145447 h 238125"/>
                <a:gd name="connsiteX198" fmla="*/ 309753 w 428625"/>
                <a:gd name="connsiteY198" fmla="*/ 143827 h 238125"/>
                <a:gd name="connsiteX199" fmla="*/ 309181 w 428625"/>
                <a:gd name="connsiteY199" fmla="*/ 142970 h 238125"/>
                <a:gd name="connsiteX200" fmla="*/ 308705 w 428625"/>
                <a:gd name="connsiteY200" fmla="*/ 141637 h 238125"/>
                <a:gd name="connsiteX201" fmla="*/ 308705 w 428625"/>
                <a:gd name="connsiteY201" fmla="*/ 140875 h 238125"/>
                <a:gd name="connsiteX202" fmla="*/ 308800 w 428625"/>
                <a:gd name="connsiteY202" fmla="*/ 140303 h 238125"/>
                <a:gd name="connsiteX203" fmla="*/ 308705 w 428625"/>
                <a:gd name="connsiteY203" fmla="*/ 139732 h 238125"/>
                <a:gd name="connsiteX204" fmla="*/ 307753 w 428625"/>
                <a:gd name="connsiteY204" fmla="*/ 138589 h 238125"/>
                <a:gd name="connsiteX205" fmla="*/ 307467 w 428625"/>
                <a:gd name="connsiteY205" fmla="*/ 137255 h 238125"/>
                <a:gd name="connsiteX206" fmla="*/ 307276 w 428625"/>
                <a:gd name="connsiteY206" fmla="*/ 136588 h 238125"/>
                <a:gd name="connsiteX207" fmla="*/ 306514 w 428625"/>
                <a:gd name="connsiteY207" fmla="*/ 135731 h 238125"/>
                <a:gd name="connsiteX208" fmla="*/ 305371 w 428625"/>
                <a:gd name="connsiteY208" fmla="*/ 134969 h 238125"/>
                <a:gd name="connsiteX209" fmla="*/ 303085 w 428625"/>
                <a:gd name="connsiteY209" fmla="*/ 133921 h 238125"/>
                <a:gd name="connsiteX210" fmla="*/ 301657 w 428625"/>
                <a:gd name="connsiteY210" fmla="*/ 133064 h 238125"/>
                <a:gd name="connsiteX211" fmla="*/ 300514 w 428625"/>
                <a:gd name="connsiteY211" fmla="*/ 132017 h 238125"/>
                <a:gd name="connsiteX212" fmla="*/ 299561 w 428625"/>
                <a:gd name="connsiteY212" fmla="*/ 130683 h 238125"/>
                <a:gd name="connsiteX213" fmla="*/ 298704 w 428625"/>
                <a:gd name="connsiteY213" fmla="*/ 129159 h 238125"/>
                <a:gd name="connsiteX214" fmla="*/ 298609 w 428625"/>
                <a:gd name="connsiteY214" fmla="*/ 126492 h 238125"/>
                <a:gd name="connsiteX215" fmla="*/ 298323 w 428625"/>
                <a:gd name="connsiteY215" fmla="*/ 125158 h 238125"/>
                <a:gd name="connsiteX216" fmla="*/ 297656 w 428625"/>
                <a:gd name="connsiteY216" fmla="*/ 125349 h 238125"/>
                <a:gd name="connsiteX217" fmla="*/ 297466 w 428625"/>
                <a:gd name="connsiteY217" fmla="*/ 125825 h 238125"/>
                <a:gd name="connsiteX218" fmla="*/ 297466 w 428625"/>
                <a:gd name="connsiteY218" fmla="*/ 126397 h 238125"/>
                <a:gd name="connsiteX219" fmla="*/ 297370 w 428625"/>
                <a:gd name="connsiteY219" fmla="*/ 126968 h 238125"/>
                <a:gd name="connsiteX220" fmla="*/ 296989 w 428625"/>
                <a:gd name="connsiteY220" fmla="*/ 127254 h 238125"/>
                <a:gd name="connsiteX221" fmla="*/ 295942 w 428625"/>
                <a:gd name="connsiteY221" fmla="*/ 127635 h 238125"/>
                <a:gd name="connsiteX222" fmla="*/ 295465 w 428625"/>
                <a:gd name="connsiteY222" fmla="*/ 128016 h 238125"/>
                <a:gd name="connsiteX223" fmla="*/ 294037 w 428625"/>
                <a:gd name="connsiteY223" fmla="*/ 130207 h 238125"/>
                <a:gd name="connsiteX224" fmla="*/ 293370 w 428625"/>
                <a:gd name="connsiteY224" fmla="*/ 130207 h 238125"/>
                <a:gd name="connsiteX225" fmla="*/ 292703 w 428625"/>
                <a:gd name="connsiteY225" fmla="*/ 129540 h 238125"/>
                <a:gd name="connsiteX226" fmla="*/ 291655 w 428625"/>
                <a:gd name="connsiteY226" fmla="*/ 128778 h 238125"/>
                <a:gd name="connsiteX227" fmla="*/ 290513 w 428625"/>
                <a:gd name="connsiteY227" fmla="*/ 128492 h 238125"/>
                <a:gd name="connsiteX228" fmla="*/ 289274 w 428625"/>
                <a:gd name="connsiteY228" fmla="*/ 128302 h 238125"/>
                <a:gd name="connsiteX229" fmla="*/ 288036 w 428625"/>
                <a:gd name="connsiteY229" fmla="*/ 128302 h 238125"/>
                <a:gd name="connsiteX230" fmla="*/ 286893 w 428625"/>
                <a:gd name="connsiteY230" fmla="*/ 128588 h 238125"/>
                <a:gd name="connsiteX231" fmla="*/ 285369 w 428625"/>
                <a:gd name="connsiteY231" fmla="*/ 127730 h 238125"/>
                <a:gd name="connsiteX232" fmla="*/ 284607 w 428625"/>
                <a:gd name="connsiteY232" fmla="*/ 127444 h 238125"/>
                <a:gd name="connsiteX233" fmla="*/ 283750 w 428625"/>
                <a:gd name="connsiteY233" fmla="*/ 127540 h 238125"/>
                <a:gd name="connsiteX234" fmla="*/ 282988 w 428625"/>
                <a:gd name="connsiteY234" fmla="*/ 128016 h 238125"/>
                <a:gd name="connsiteX235" fmla="*/ 281749 w 428625"/>
                <a:gd name="connsiteY235" fmla="*/ 129349 h 238125"/>
                <a:gd name="connsiteX236" fmla="*/ 280892 w 428625"/>
                <a:gd name="connsiteY236" fmla="*/ 129730 h 238125"/>
                <a:gd name="connsiteX237" fmla="*/ 280035 w 428625"/>
                <a:gd name="connsiteY237" fmla="*/ 129635 h 238125"/>
                <a:gd name="connsiteX238" fmla="*/ 279463 w 428625"/>
                <a:gd name="connsiteY238" fmla="*/ 129159 h 238125"/>
                <a:gd name="connsiteX239" fmla="*/ 278987 w 428625"/>
                <a:gd name="connsiteY239" fmla="*/ 128683 h 238125"/>
                <a:gd name="connsiteX240" fmla="*/ 278320 w 428625"/>
                <a:gd name="connsiteY240" fmla="*/ 128302 h 238125"/>
                <a:gd name="connsiteX241" fmla="*/ 277654 w 428625"/>
                <a:gd name="connsiteY241" fmla="*/ 128397 h 238125"/>
                <a:gd name="connsiteX242" fmla="*/ 276225 w 428625"/>
                <a:gd name="connsiteY242" fmla="*/ 129064 h 238125"/>
                <a:gd name="connsiteX243" fmla="*/ 275463 w 428625"/>
                <a:gd name="connsiteY243" fmla="*/ 129254 h 238125"/>
                <a:gd name="connsiteX244" fmla="*/ 274606 w 428625"/>
                <a:gd name="connsiteY244" fmla="*/ 129254 h 238125"/>
                <a:gd name="connsiteX245" fmla="*/ 273653 w 428625"/>
                <a:gd name="connsiteY245" fmla="*/ 128968 h 238125"/>
                <a:gd name="connsiteX246" fmla="*/ 272701 w 428625"/>
                <a:gd name="connsiteY246" fmla="*/ 128588 h 238125"/>
                <a:gd name="connsiteX247" fmla="*/ 270986 w 428625"/>
                <a:gd name="connsiteY247" fmla="*/ 127063 h 238125"/>
                <a:gd name="connsiteX248" fmla="*/ 269938 w 428625"/>
                <a:gd name="connsiteY248" fmla="*/ 127254 h 238125"/>
                <a:gd name="connsiteX249" fmla="*/ 268891 w 428625"/>
                <a:gd name="connsiteY249" fmla="*/ 127825 h 238125"/>
                <a:gd name="connsiteX250" fmla="*/ 267557 w 428625"/>
                <a:gd name="connsiteY250" fmla="*/ 127730 h 238125"/>
                <a:gd name="connsiteX251" fmla="*/ 266414 w 428625"/>
                <a:gd name="connsiteY251" fmla="*/ 127063 h 238125"/>
                <a:gd name="connsiteX252" fmla="*/ 266033 w 428625"/>
                <a:gd name="connsiteY252" fmla="*/ 126206 h 238125"/>
                <a:gd name="connsiteX253" fmla="*/ 266128 w 428625"/>
                <a:gd name="connsiteY253" fmla="*/ 125444 h 238125"/>
                <a:gd name="connsiteX254" fmla="*/ 266319 w 428625"/>
                <a:gd name="connsiteY254" fmla="*/ 123634 h 238125"/>
                <a:gd name="connsiteX255" fmla="*/ 266319 w 428625"/>
                <a:gd name="connsiteY255" fmla="*/ 122492 h 238125"/>
                <a:gd name="connsiteX256" fmla="*/ 265938 w 428625"/>
                <a:gd name="connsiteY256" fmla="*/ 119253 h 238125"/>
                <a:gd name="connsiteX257" fmla="*/ 266224 w 428625"/>
                <a:gd name="connsiteY257" fmla="*/ 118681 h 238125"/>
                <a:gd name="connsiteX258" fmla="*/ 267557 w 428625"/>
                <a:gd name="connsiteY258" fmla="*/ 117824 h 238125"/>
                <a:gd name="connsiteX259" fmla="*/ 267938 w 428625"/>
                <a:gd name="connsiteY259" fmla="*/ 117062 h 238125"/>
                <a:gd name="connsiteX260" fmla="*/ 267938 w 428625"/>
                <a:gd name="connsiteY260" fmla="*/ 115919 h 238125"/>
                <a:gd name="connsiteX261" fmla="*/ 268034 w 428625"/>
                <a:gd name="connsiteY261" fmla="*/ 115538 h 238125"/>
                <a:gd name="connsiteX262" fmla="*/ 268319 w 428625"/>
                <a:gd name="connsiteY262" fmla="*/ 115157 h 238125"/>
                <a:gd name="connsiteX263" fmla="*/ 269272 w 428625"/>
                <a:gd name="connsiteY263" fmla="*/ 114776 h 238125"/>
                <a:gd name="connsiteX264" fmla="*/ 269653 w 428625"/>
                <a:gd name="connsiteY264" fmla="*/ 114490 h 238125"/>
                <a:gd name="connsiteX265" fmla="*/ 269938 w 428625"/>
                <a:gd name="connsiteY265" fmla="*/ 113919 h 238125"/>
                <a:gd name="connsiteX266" fmla="*/ 270129 w 428625"/>
                <a:gd name="connsiteY266" fmla="*/ 113443 h 238125"/>
                <a:gd name="connsiteX267" fmla="*/ 270700 w 428625"/>
                <a:gd name="connsiteY267" fmla="*/ 110395 h 238125"/>
                <a:gd name="connsiteX268" fmla="*/ 270319 w 428625"/>
                <a:gd name="connsiteY268" fmla="*/ 109728 h 238125"/>
                <a:gd name="connsiteX269" fmla="*/ 267748 w 428625"/>
                <a:gd name="connsiteY269" fmla="*/ 108871 h 238125"/>
                <a:gd name="connsiteX270" fmla="*/ 265747 w 428625"/>
                <a:gd name="connsiteY270" fmla="*/ 107537 h 238125"/>
                <a:gd name="connsiteX271" fmla="*/ 264700 w 428625"/>
                <a:gd name="connsiteY271" fmla="*/ 107156 h 238125"/>
                <a:gd name="connsiteX272" fmla="*/ 263557 w 428625"/>
                <a:gd name="connsiteY272" fmla="*/ 107347 h 238125"/>
                <a:gd name="connsiteX273" fmla="*/ 263176 w 428625"/>
                <a:gd name="connsiteY273" fmla="*/ 107728 h 238125"/>
                <a:gd name="connsiteX274" fmla="*/ 262795 w 428625"/>
                <a:gd name="connsiteY274" fmla="*/ 108204 h 238125"/>
                <a:gd name="connsiteX275" fmla="*/ 262318 w 428625"/>
                <a:gd name="connsiteY275" fmla="*/ 109252 h 238125"/>
                <a:gd name="connsiteX276" fmla="*/ 261938 w 428625"/>
                <a:gd name="connsiteY276" fmla="*/ 109728 h 238125"/>
                <a:gd name="connsiteX277" fmla="*/ 261556 w 428625"/>
                <a:gd name="connsiteY277" fmla="*/ 110014 h 238125"/>
                <a:gd name="connsiteX278" fmla="*/ 260985 w 428625"/>
                <a:gd name="connsiteY278" fmla="*/ 110109 h 238125"/>
                <a:gd name="connsiteX279" fmla="*/ 259461 w 428625"/>
                <a:gd name="connsiteY279" fmla="*/ 110966 h 238125"/>
                <a:gd name="connsiteX280" fmla="*/ 259175 w 428625"/>
                <a:gd name="connsiteY280" fmla="*/ 111347 h 238125"/>
                <a:gd name="connsiteX281" fmla="*/ 258509 w 428625"/>
                <a:gd name="connsiteY281" fmla="*/ 112681 h 238125"/>
                <a:gd name="connsiteX282" fmla="*/ 258032 w 428625"/>
                <a:gd name="connsiteY282" fmla="*/ 113062 h 238125"/>
                <a:gd name="connsiteX283" fmla="*/ 257556 w 428625"/>
                <a:gd name="connsiteY283" fmla="*/ 113252 h 238125"/>
                <a:gd name="connsiteX284" fmla="*/ 256984 w 428625"/>
                <a:gd name="connsiteY284" fmla="*/ 113157 h 238125"/>
                <a:gd name="connsiteX285" fmla="*/ 256127 w 428625"/>
                <a:gd name="connsiteY285" fmla="*/ 112871 h 238125"/>
                <a:gd name="connsiteX286" fmla="*/ 255460 w 428625"/>
                <a:gd name="connsiteY286" fmla="*/ 112776 h 238125"/>
                <a:gd name="connsiteX287" fmla="*/ 252603 w 428625"/>
                <a:gd name="connsiteY287" fmla="*/ 112967 h 238125"/>
                <a:gd name="connsiteX288" fmla="*/ 251936 w 428625"/>
                <a:gd name="connsiteY288" fmla="*/ 112871 h 238125"/>
                <a:gd name="connsiteX289" fmla="*/ 251269 w 428625"/>
                <a:gd name="connsiteY289" fmla="*/ 112585 h 238125"/>
                <a:gd name="connsiteX290" fmla="*/ 250317 w 428625"/>
                <a:gd name="connsiteY290" fmla="*/ 111919 h 238125"/>
                <a:gd name="connsiteX291" fmla="*/ 248984 w 428625"/>
                <a:gd name="connsiteY291" fmla="*/ 110299 h 238125"/>
                <a:gd name="connsiteX292" fmla="*/ 247936 w 428625"/>
                <a:gd name="connsiteY292" fmla="*/ 109728 h 238125"/>
                <a:gd name="connsiteX293" fmla="*/ 245554 w 428625"/>
                <a:gd name="connsiteY293" fmla="*/ 109633 h 238125"/>
                <a:gd name="connsiteX294" fmla="*/ 244888 w 428625"/>
                <a:gd name="connsiteY294" fmla="*/ 109156 h 238125"/>
                <a:gd name="connsiteX295" fmla="*/ 245173 w 428625"/>
                <a:gd name="connsiteY295" fmla="*/ 106394 h 238125"/>
                <a:gd name="connsiteX296" fmla="*/ 244507 w 428625"/>
                <a:gd name="connsiteY296" fmla="*/ 105918 h 238125"/>
                <a:gd name="connsiteX297" fmla="*/ 243554 w 428625"/>
                <a:gd name="connsiteY297" fmla="*/ 105727 h 238125"/>
                <a:gd name="connsiteX298" fmla="*/ 242506 w 428625"/>
                <a:gd name="connsiteY298" fmla="*/ 105346 h 238125"/>
                <a:gd name="connsiteX299" fmla="*/ 242125 w 428625"/>
                <a:gd name="connsiteY299" fmla="*/ 104870 h 238125"/>
                <a:gd name="connsiteX300" fmla="*/ 241649 w 428625"/>
                <a:gd name="connsiteY300" fmla="*/ 103822 h 238125"/>
                <a:gd name="connsiteX301" fmla="*/ 241173 w 428625"/>
                <a:gd name="connsiteY301" fmla="*/ 103537 h 238125"/>
                <a:gd name="connsiteX302" fmla="*/ 238220 w 428625"/>
                <a:gd name="connsiteY302" fmla="*/ 103060 h 238125"/>
                <a:gd name="connsiteX303" fmla="*/ 237172 w 428625"/>
                <a:gd name="connsiteY303" fmla="*/ 102679 h 238125"/>
                <a:gd name="connsiteX304" fmla="*/ 236315 w 428625"/>
                <a:gd name="connsiteY304" fmla="*/ 102203 h 238125"/>
                <a:gd name="connsiteX305" fmla="*/ 235458 w 428625"/>
                <a:gd name="connsiteY305" fmla="*/ 101822 h 238125"/>
                <a:gd name="connsiteX306" fmla="*/ 234220 w 428625"/>
                <a:gd name="connsiteY306" fmla="*/ 101822 h 238125"/>
                <a:gd name="connsiteX307" fmla="*/ 232886 w 428625"/>
                <a:gd name="connsiteY307" fmla="*/ 101441 h 238125"/>
                <a:gd name="connsiteX308" fmla="*/ 232219 w 428625"/>
                <a:gd name="connsiteY308" fmla="*/ 100298 h 238125"/>
                <a:gd name="connsiteX309" fmla="*/ 231457 w 428625"/>
                <a:gd name="connsiteY309" fmla="*/ 97536 h 238125"/>
                <a:gd name="connsiteX310" fmla="*/ 230981 w 428625"/>
                <a:gd name="connsiteY310" fmla="*/ 96964 h 238125"/>
                <a:gd name="connsiteX311" fmla="*/ 229838 w 428625"/>
                <a:gd name="connsiteY311" fmla="*/ 96012 h 238125"/>
                <a:gd name="connsiteX312" fmla="*/ 228981 w 428625"/>
                <a:gd name="connsiteY312" fmla="*/ 94583 h 238125"/>
                <a:gd name="connsiteX313" fmla="*/ 228409 w 428625"/>
                <a:gd name="connsiteY313" fmla="*/ 94107 h 238125"/>
                <a:gd name="connsiteX314" fmla="*/ 227838 w 428625"/>
                <a:gd name="connsiteY314" fmla="*/ 93821 h 238125"/>
                <a:gd name="connsiteX315" fmla="*/ 224218 w 428625"/>
                <a:gd name="connsiteY315" fmla="*/ 93059 h 238125"/>
                <a:gd name="connsiteX316" fmla="*/ 221551 w 428625"/>
                <a:gd name="connsiteY316" fmla="*/ 91440 h 238125"/>
                <a:gd name="connsiteX317" fmla="*/ 220980 w 428625"/>
                <a:gd name="connsiteY317" fmla="*/ 90678 h 238125"/>
                <a:gd name="connsiteX318" fmla="*/ 220027 w 428625"/>
                <a:gd name="connsiteY318" fmla="*/ 89059 h 238125"/>
                <a:gd name="connsiteX319" fmla="*/ 221361 w 428625"/>
                <a:gd name="connsiteY319" fmla="*/ 83915 h 238125"/>
                <a:gd name="connsiteX320" fmla="*/ 220789 w 428625"/>
                <a:gd name="connsiteY320" fmla="*/ 83153 h 238125"/>
                <a:gd name="connsiteX321" fmla="*/ 219551 w 428625"/>
                <a:gd name="connsiteY321" fmla="*/ 82772 h 238125"/>
                <a:gd name="connsiteX322" fmla="*/ 218408 w 428625"/>
                <a:gd name="connsiteY322" fmla="*/ 82010 h 238125"/>
                <a:gd name="connsiteX323" fmla="*/ 218122 w 428625"/>
                <a:gd name="connsiteY323" fmla="*/ 80200 h 238125"/>
                <a:gd name="connsiteX324" fmla="*/ 217932 w 428625"/>
                <a:gd name="connsiteY324" fmla="*/ 79629 h 238125"/>
                <a:gd name="connsiteX325" fmla="*/ 217551 w 428625"/>
                <a:gd name="connsiteY325" fmla="*/ 79153 h 238125"/>
                <a:gd name="connsiteX326" fmla="*/ 216408 w 428625"/>
                <a:gd name="connsiteY326" fmla="*/ 78010 h 238125"/>
                <a:gd name="connsiteX327" fmla="*/ 216122 w 428625"/>
                <a:gd name="connsiteY327" fmla="*/ 76867 h 238125"/>
                <a:gd name="connsiteX328" fmla="*/ 216598 w 428625"/>
                <a:gd name="connsiteY328" fmla="*/ 75914 h 238125"/>
                <a:gd name="connsiteX329" fmla="*/ 217360 w 428625"/>
                <a:gd name="connsiteY329" fmla="*/ 74962 h 238125"/>
                <a:gd name="connsiteX330" fmla="*/ 217646 w 428625"/>
                <a:gd name="connsiteY330" fmla="*/ 73914 h 238125"/>
                <a:gd name="connsiteX331" fmla="*/ 217360 w 428625"/>
                <a:gd name="connsiteY331" fmla="*/ 73057 h 238125"/>
                <a:gd name="connsiteX332" fmla="*/ 216598 w 428625"/>
                <a:gd name="connsiteY332" fmla="*/ 72961 h 238125"/>
                <a:gd name="connsiteX333" fmla="*/ 215741 w 428625"/>
                <a:gd name="connsiteY333" fmla="*/ 73152 h 238125"/>
                <a:gd name="connsiteX334" fmla="*/ 215074 w 428625"/>
                <a:gd name="connsiteY334" fmla="*/ 72961 h 238125"/>
                <a:gd name="connsiteX335" fmla="*/ 214693 w 428625"/>
                <a:gd name="connsiteY335" fmla="*/ 72295 h 238125"/>
                <a:gd name="connsiteX336" fmla="*/ 214408 w 428625"/>
                <a:gd name="connsiteY336" fmla="*/ 70675 h 238125"/>
                <a:gd name="connsiteX337" fmla="*/ 213836 w 428625"/>
                <a:gd name="connsiteY337" fmla="*/ 70104 h 238125"/>
                <a:gd name="connsiteX338" fmla="*/ 212979 w 428625"/>
                <a:gd name="connsiteY338" fmla="*/ 70104 h 238125"/>
                <a:gd name="connsiteX339" fmla="*/ 211931 w 428625"/>
                <a:gd name="connsiteY339" fmla="*/ 70485 h 238125"/>
                <a:gd name="connsiteX340" fmla="*/ 210979 w 428625"/>
                <a:gd name="connsiteY340" fmla="*/ 70675 h 238125"/>
                <a:gd name="connsiteX341" fmla="*/ 210312 w 428625"/>
                <a:gd name="connsiteY341" fmla="*/ 69913 h 238125"/>
                <a:gd name="connsiteX342" fmla="*/ 209836 w 428625"/>
                <a:gd name="connsiteY342" fmla="*/ 69247 h 238125"/>
                <a:gd name="connsiteX343" fmla="*/ 209169 w 428625"/>
                <a:gd name="connsiteY343" fmla="*/ 69151 h 238125"/>
                <a:gd name="connsiteX344" fmla="*/ 208502 w 428625"/>
                <a:gd name="connsiteY344" fmla="*/ 69342 h 238125"/>
                <a:gd name="connsiteX345" fmla="*/ 207835 w 428625"/>
                <a:gd name="connsiteY345" fmla="*/ 69628 h 238125"/>
                <a:gd name="connsiteX346" fmla="*/ 207740 w 428625"/>
                <a:gd name="connsiteY346" fmla="*/ 68866 h 238125"/>
                <a:gd name="connsiteX347" fmla="*/ 207454 w 428625"/>
                <a:gd name="connsiteY347" fmla="*/ 68389 h 238125"/>
                <a:gd name="connsiteX348" fmla="*/ 206978 w 428625"/>
                <a:gd name="connsiteY348" fmla="*/ 68104 h 238125"/>
                <a:gd name="connsiteX349" fmla="*/ 206311 w 428625"/>
                <a:gd name="connsiteY349" fmla="*/ 68008 h 238125"/>
                <a:gd name="connsiteX350" fmla="*/ 205645 w 428625"/>
                <a:gd name="connsiteY350" fmla="*/ 68008 h 238125"/>
                <a:gd name="connsiteX351" fmla="*/ 204597 w 428625"/>
                <a:gd name="connsiteY351" fmla="*/ 68104 h 238125"/>
                <a:gd name="connsiteX352" fmla="*/ 202978 w 428625"/>
                <a:gd name="connsiteY352" fmla="*/ 68580 h 238125"/>
                <a:gd name="connsiteX353" fmla="*/ 202692 w 428625"/>
                <a:gd name="connsiteY353" fmla="*/ 68866 h 238125"/>
                <a:gd name="connsiteX354" fmla="*/ 202216 w 428625"/>
                <a:gd name="connsiteY354" fmla="*/ 69723 h 238125"/>
                <a:gd name="connsiteX355" fmla="*/ 201835 w 428625"/>
                <a:gd name="connsiteY355" fmla="*/ 69913 h 238125"/>
                <a:gd name="connsiteX356" fmla="*/ 200596 w 428625"/>
                <a:gd name="connsiteY356" fmla="*/ 70294 h 238125"/>
                <a:gd name="connsiteX357" fmla="*/ 198215 w 428625"/>
                <a:gd name="connsiteY357" fmla="*/ 71438 h 238125"/>
                <a:gd name="connsiteX358" fmla="*/ 197072 w 428625"/>
                <a:gd name="connsiteY358" fmla="*/ 71533 h 238125"/>
                <a:gd name="connsiteX359" fmla="*/ 195739 w 428625"/>
                <a:gd name="connsiteY359" fmla="*/ 71438 h 238125"/>
                <a:gd name="connsiteX360" fmla="*/ 194405 w 428625"/>
                <a:gd name="connsiteY360" fmla="*/ 71438 h 238125"/>
                <a:gd name="connsiteX361" fmla="*/ 193072 w 428625"/>
                <a:gd name="connsiteY361" fmla="*/ 71914 h 238125"/>
                <a:gd name="connsiteX362" fmla="*/ 192024 w 428625"/>
                <a:gd name="connsiteY362" fmla="*/ 72961 h 238125"/>
                <a:gd name="connsiteX363" fmla="*/ 191643 w 428625"/>
                <a:gd name="connsiteY363" fmla="*/ 73914 h 238125"/>
                <a:gd name="connsiteX364" fmla="*/ 191452 w 428625"/>
                <a:gd name="connsiteY364" fmla="*/ 75057 h 238125"/>
                <a:gd name="connsiteX365" fmla="*/ 190976 w 428625"/>
                <a:gd name="connsiteY365" fmla="*/ 75819 h 238125"/>
                <a:gd name="connsiteX366" fmla="*/ 190976 w 428625"/>
                <a:gd name="connsiteY366" fmla="*/ 75914 h 238125"/>
                <a:gd name="connsiteX367" fmla="*/ 190119 w 428625"/>
                <a:gd name="connsiteY367" fmla="*/ 76200 h 238125"/>
                <a:gd name="connsiteX368" fmla="*/ 189357 w 428625"/>
                <a:gd name="connsiteY368" fmla="*/ 76200 h 238125"/>
                <a:gd name="connsiteX369" fmla="*/ 187261 w 428625"/>
                <a:gd name="connsiteY369" fmla="*/ 75724 h 238125"/>
                <a:gd name="connsiteX370" fmla="*/ 186595 w 428625"/>
                <a:gd name="connsiteY370" fmla="*/ 75438 h 238125"/>
                <a:gd name="connsiteX371" fmla="*/ 186023 w 428625"/>
                <a:gd name="connsiteY371" fmla="*/ 74962 h 238125"/>
                <a:gd name="connsiteX372" fmla="*/ 184690 w 428625"/>
                <a:gd name="connsiteY372" fmla="*/ 74771 h 238125"/>
                <a:gd name="connsiteX373" fmla="*/ 184023 w 428625"/>
                <a:gd name="connsiteY373" fmla="*/ 74485 h 238125"/>
                <a:gd name="connsiteX374" fmla="*/ 183737 w 428625"/>
                <a:gd name="connsiteY374" fmla="*/ 74009 h 238125"/>
                <a:gd name="connsiteX375" fmla="*/ 183547 w 428625"/>
                <a:gd name="connsiteY375" fmla="*/ 73342 h 238125"/>
                <a:gd name="connsiteX376" fmla="*/ 183451 w 428625"/>
                <a:gd name="connsiteY376" fmla="*/ 72104 h 238125"/>
                <a:gd name="connsiteX377" fmla="*/ 182975 w 428625"/>
                <a:gd name="connsiteY377" fmla="*/ 69818 h 238125"/>
                <a:gd name="connsiteX378" fmla="*/ 182499 w 428625"/>
                <a:gd name="connsiteY378" fmla="*/ 68961 h 238125"/>
                <a:gd name="connsiteX379" fmla="*/ 181546 w 428625"/>
                <a:gd name="connsiteY379" fmla="*/ 68294 h 238125"/>
                <a:gd name="connsiteX380" fmla="*/ 180118 w 428625"/>
                <a:gd name="connsiteY380" fmla="*/ 67723 h 238125"/>
                <a:gd name="connsiteX381" fmla="*/ 179451 w 428625"/>
                <a:gd name="connsiteY381" fmla="*/ 67151 h 238125"/>
                <a:gd name="connsiteX382" fmla="*/ 178975 w 428625"/>
                <a:gd name="connsiteY382" fmla="*/ 65437 h 238125"/>
                <a:gd name="connsiteX383" fmla="*/ 178498 w 428625"/>
                <a:gd name="connsiteY383" fmla="*/ 65056 h 238125"/>
                <a:gd name="connsiteX384" fmla="*/ 177832 w 428625"/>
                <a:gd name="connsiteY384" fmla="*/ 64675 h 238125"/>
                <a:gd name="connsiteX385" fmla="*/ 177165 w 428625"/>
                <a:gd name="connsiteY385" fmla="*/ 64103 h 238125"/>
                <a:gd name="connsiteX386" fmla="*/ 176879 w 428625"/>
                <a:gd name="connsiteY386" fmla="*/ 63246 h 238125"/>
                <a:gd name="connsiteX387" fmla="*/ 176974 w 428625"/>
                <a:gd name="connsiteY387" fmla="*/ 62579 h 238125"/>
                <a:gd name="connsiteX388" fmla="*/ 176879 w 428625"/>
                <a:gd name="connsiteY388" fmla="*/ 61913 h 238125"/>
                <a:gd name="connsiteX389" fmla="*/ 175260 w 428625"/>
                <a:gd name="connsiteY389" fmla="*/ 60579 h 238125"/>
                <a:gd name="connsiteX390" fmla="*/ 175165 w 428625"/>
                <a:gd name="connsiteY390" fmla="*/ 59817 h 238125"/>
                <a:gd name="connsiteX391" fmla="*/ 175355 w 428625"/>
                <a:gd name="connsiteY391" fmla="*/ 58864 h 238125"/>
                <a:gd name="connsiteX392" fmla="*/ 175165 w 428625"/>
                <a:gd name="connsiteY392" fmla="*/ 57817 h 238125"/>
                <a:gd name="connsiteX393" fmla="*/ 173736 w 428625"/>
                <a:gd name="connsiteY393" fmla="*/ 56388 h 238125"/>
                <a:gd name="connsiteX394" fmla="*/ 170402 w 428625"/>
                <a:gd name="connsiteY394" fmla="*/ 57055 h 238125"/>
                <a:gd name="connsiteX395" fmla="*/ 169450 w 428625"/>
                <a:gd name="connsiteY395" fmla="*/ 55817 h 238125"/>
                <a:gd name="connsiteX396" fmla="*/ 169545 w 428625"/>
                <a:gd name="connsiteY396" fmla="*/ 55054 h 238125"/>
                <a:gd name="connsiteX397" fmla="*/ 169831 w 428625"/>
                <a:gd name="connsiteY397" fmla="*/ 54673 h 238125"/>
                <a:gd name="connsiteX398" fmla="*/ 170117 w 428625"/>
                <a:gd name="connsiteY398" fmla="*/ 54292 h 238125"/>
                <a:gd name="connsiteX399" fmla="*/ 170307 w 428625"/>
                <a:gd name="connsiteY399" fmla="*/ 53816 h 238125"/>
                <a:gd name="connsiteX400" fmla="*/ 170212 w 428625"/>
                <a:gd name="connsiteY400" fmla="*/ 52959 h 238125"/>
                <a:gd name="connsiteX401" fmla="*/ 169735 w 428625"/>
                <a:gd name="connsiteY401" fmla="*/ 52102 h 238125"/>
                <a:gd name="connsiteX402" fmla="*/ 168497 w 428625"/>
                <a:gd name="connsiteY402" fmla="*/ 50863 h 238125"/>
                <a:gd name="connsiteX403" fmla="*/ 168116 w 428625"/>
                <a:gd name="connsiteY403" fmla="*/ 50673 h 238125"/>
                <a:gd name="connsiteX404" fmla="*/ 167259 w 428625"/>
                <a:gd name="connsiteY404" fmla="*/ 50387 h 238125"/>
                <a:gd name="connsiteX405" fmla="*/ 166878 w 428625"/>
                <a:gd name="connsiteY405" fmla="*/ 50101 h 238125"/>
                <a:gd name="connsiteX406" fmla="*/ 166688 w 428625"/>
                <a:gd name="connsiteY406" fmla="*/ 49816 h 238125"/>
                <a:gd name="connsiteX407" fmla="*/ 166497 w 428625"/>
                <a:gd name="connsiteY407" fmla="*/ 49054 h 238125"/>
                <a:gd name="connsiteX408" fmla="*/ 166306 w 428625"/>
                <a:gd name="connsiteY408" fmla="*/ 48673 h 238125"/>
                <a:gd name="connsiteX409" fmla="*/ 165640 w 428625"/>
                <a:gd name="connsiteY409" fmla="*/ 48196 h 238125"/>
                <a:gd name="connsiteX410" fmla="*/ 164973 w 428625"/>
                <a:gd name="connsiteY410" fmla="*/ 47911 h 238125"/>
                <a:gd name="connsiteX411" fmla="*/ 164401 w 428625"/>
                <a:gd name="connsiteY411" fmla="*/ 47911 h 238125"/>
                <a:gd name="connsiteX412" fmla="*/ 163163 w 428625"/>
                <a:gd name="connsiteY412" fmla="*/ 48006 h 238125"/>
                <a:gd name="connsiteX413" fmla="*/ 161734 w 428625"/>
                <a:gd name="connsiteY413" fmla="*/ 48387 h 238125"/>
                <a:gd name="connsiteX414" fmla="*/ 161353 w 428625"/>
                <a:gd name="connsiteY414" fmla="*/ 48482 h 238125"/>
                <a:gd name="connsiteX415" fmla="*/ 161163 w 428625"/>
                <a:gd name="connsiteY415" fmla="*/ 49149 h 238125"/>
                <a:gd name="connsiteX416" fmla="*/ 160972 w 428625"/>
                <a:gd name="connsiteY416" fmla="*/ 50006 h 238125"/>
                <a:gd name="connsiteX417" fmla="*/ 160687 w 428625"/>
                <a:gd name="connsiteY417" fmla="*/ 50673 h 238125"/>
                <a:gd name="connsiteX418" fmla="*/ 159925 w 428625"/>
                <a:gd name="connsiteY418" fmla="*/ 50673 h 238125"/>
                <a:gd name="connsiteX419" fmla="*/ 159353 w 428625"/>
                <a:gd name="connsiteY419" fmla="*/ 50292 h 238125"/>
                <a:gd name="connsiteX420" fmla="*/ 158591 w 428625"/>
                <a:gd name="connsiteY420" fmla="*/ 48768 h 238125"/>
                <a:gd name="connsiteX421" fmla="*/ 158210 w 428625"/>
                <a:gd name="connsiteY421" fmla="*/ 48196 h 238125"/>
                <a:gd name="connsiteX422" fmla="*/ 155162 w 428625"/>
                <a:gd name="connsiteY422" fmla="*/ 45529 h 238125"/>
                <a:gd name="connsiteX423" fmla="*/ 154591 w 428625"/>
                <a:gd name="connsiteY423" fmla="*/ 45434 h 238125"/>
                <a:gd name="connsiteX424" fmla="*/ 153448 w 428625"/>
                <a:gd name="connsiteY424" fmla="*/ 45625 h 238125"/>
                <a:gd name="connsiteX425" fmla="*/ 152876 w 428625"/>
                <a:gd name="connsiteY425" fmla="*/ 45529 h 238125"/>
                <a:gd name="connsiteX426" fmla="*/ 152400 w 428625"/>
                <a:gd name="connsiteY426" fmla="*/ 45244 h 238125"/>
                <a:gd name="connsiteX427" fmla="*/ 151638 w 428625"/>
                <a:gd name="connsiteY427" fmla="*/ 44291 h 238125"/>
                <a:gd name="connsiteX428" fmla="*/ 151162 w 428625"/>
                <a:gd name="connsiteY428" fmla="*/ 44101 h 238125"/>
                <a:gd name="connsiteX429" fmla="*/ 150114 w 428625"/>
                <a:gd name="connsiteY429" fmla="*/ 44577 h 238125"/>
                <a:gd name="connsiteX430" fmla="*/ 148971 w 428625"/>
                <a:gd name="connsiteY430" fmla="*/ 45434 h 238125"/>
                <a:gd name="connsiteX431" fmla="*/ 147828 w 428625"/>
                <a:gd name="connsiteY431" fmla="*/ 45815 h 238125"/>
                <a:gd name="connsiteX432" fmla="*/ 147066 w 428625"/>
                <a:gd name="connsiteY432" fmla="*/ 44767 h 238125"/>
                <a:gd name="connsiteX433" fmla="*/ 146780 w 428625"/>
                <a:gd name="connsiteY433" fmla="*/ 44005 h 238125"/>
                <a:gd name="connsiteX434" fmla="*/ 146209 w 428625"/>
                <a:gd name="connsiteY434" fmla="*/ 43624 h 238125"/>
                <a:gd name="connsiteX435" fmla="*/ 145542 w 428625"/>
                <a:gd name="connsiteY435" fmla="*/ 43434 h 238125"/>
                <a:gd name="connsiteX436" fmla="*/ 144970 w 428625"/>
                <a:gd name="connsiteY436" fmla="*/ 43053 h 238125"/>
                <a:gd name="connsiteX437" fmla="*/ 144304 w 428625"/>
                <a:gd name="connsiteY437" fmla="*/ 42577 h 238125"/>
                <a:gd name="connsiteX438" fmla="*/ 143351 w 428625"/>
                <a:gd name="connsiteY438" fmla="*/ 41053 h 238125"/>
                <a:gd name="connsiteX439" fmla="*/ 140208 w 428625"/>
                <a:gd name="connsiteY439" fmla="*/ 38481 h 238125"/>
                <a:gd name="connsiteX440" fmla="*/ 139732 w 428625"/>
                <a:gd name="connsiteY440" fmla="*/ 37528 h 238125"/>
                <a:gd name="connsiteX441" fmla="*/ 139827 w 428625"/>
                <a:gd name="connsiteY441" fmla="*/ 36767 h 238125"/>
                <a:gd name="connsiteX442" fmla="*/ 140113 w 428625"/>
                <a:gd name="connsiteY442" fmla="*/ 36195 h 238125"/>
                <a:gd name="connsiteX443" fmla="*/ 140113 w 428625"/>
                <a:gd name="connsiteY443" fmla="*/ 35719 h 238125"/>
                <a:gd name="connsiteX444" fmla="*/ 139446 w 428625"/>
                <a:gd name="connsiteY444" fmla="*/ 35242 h 238125"/>
                <a:gd name="connsiteX445" fmla="*/ 138874 w 428625"/>
                <a:gd name="connsiteY445" fmla="*/ 35242 h 238125"/>
                <a:gd name="connsiteX446" fmla="*/ 137827 w 428625"/>
                <a:gd name="connsiteY446" fmla="*/ 35623 h 238125"/>
                <a:gd name="connsiteX447" fmla="*/ 137255 w 428625"/>
                <a:gd name="connsiteY447" fmla="*/ 35623 h 238125"/>
                <a:gd name="connsiteX448" fmla="*/ 136398 w 428625"/>
                <a:gd name="connsiteY448" fmla="*/ 34957 h 238125"/>
                <a:gd name="connsiteX449" fmla="*/ 132302 w 428625"/>
                <a:gd name="connsiteY449" fmla="*/ 29908 h 238125"/>
                <a:gd name="connsiteX450" fmla="*/ 131350 w 428625"/>
                <a:gd name="connsiteY450" fmla="*/ 29337 h 238125"/>
                <a:gd name="connsiteX451" fmla="*/ 128873 w 428625"/>
                <a:gd name="connsiteY451" fmla="*/ 28575 h 238125"/>
                <a:gd name="connsiteX452" fmla="*/ 127825 w 428625"/>
                <a:gd name="connsiteY452" fmla="*/ 28003 h 238125"/>
                <a:gd name="connsiteX453" fmla="*/ 126873 w 428625"/>
                <a:gd name="connsiteY453" fmla="*/ 27337 h 238125"/>
                <a:gd name="connsiteX454" fmla="*/ 126016 w 428625"/>
                <a:gd name="connsiteY454" fmla="*/ 26479 h 238125"/>
                <a:gd name="connsiteX455" fmla="*/ 125349 w 428625"/>
                <a:gd name="connsiteY455" fmla="*/ 25622 h 238125"/>
                <a:gd name="connsiteX456" fmla="*/ 124587 w 428625"/>
                <a:gd name="connsiteY456" fmla="*/ 25051 h 238125"/>
                <a:gd name="connsiteX457" fmla="*/ 123730 w 428625"/>
                <a:gd name="connsiteY457" fmla="*/ 25051 h 238125"/>
                <a:gd name="connsiteX458" fmla="*/ 122968 w 428625"/>
                <a:gd name="connsiteY458" fmla="*/ 25241 h 238125"/>
                <a:gd name="connsiteX459" fmla="*/ 122110 w 428625"/>
                <a:gd name="connsiteY459" fmla="*/ 25051 h 238125"/>
                <a:gd name="connsiteX460" fmla="*/ 121634 w 428625"/>
                <a:gd name="connsiteY460" fmla="*/ 24670 h 238125"/>
                <a:gd name="connsiteX461" fmla="*/ 120967 w 428625"/>
                <a:gd name="connsiteY461" fmla="*/ 23717 h 238125"/>
                <a:gd name="connsiteX462" fmla="*/ 120586 w 428625"/>
                <a:gd name="connsiteY462" fmla="*/ 23336 h 238125"/>
                <a:gd name="connsiteX463" fmla="*/ 119348 w 428625"/>
                <a:gd name="connsiteY463" fmla="*/ 23050 h 238125"/>
                <a:gd name="connsiteX464" fmla="*/ 118300 w 428625"/>
                <a:gd name="connsiteY464" fmla="*/ 23050 h 238125"/>
                <a:gd name="connsiteX465" fmla="*/ 117253 w 428625"/>
                <a:gd name="connsiteY465" fmla="*/ 22860 h 238125"/>
                <a:gd name="connsiteX466" fmla="*/ 114871 w 428625"/>
                <a:gd name="connsiteY466" fmla="*/ 21336 h 238125"/>
                <a:gd name="connsiteX467" fmla="*/ 113919 w 428625"/>
                <a:gd name="connsiteY467" fmla="*/ 21526 h 238125"/>
                <a:gd name="connsiteX468" fmla="*/ 112967 w 428625"/>
                <a:gd name="connsiteY468" fmla="*/ 21907 h 238125"/>
                <a:gd name="connsiteX469" fmla="*/ 111919 w 428625"/>
                <a:gd name="connsiteY469" fmla="*/ 21717 h 238125"/>
                <a:gd name="connsiteX470" fmla="*/ 111347 w 428625"/>
                <a:gd name="connsiteY470" fmla="*/ 21050 h 238125"/>
                <a:gd name="connsiteX471" fmla="*/ 110871 w 428625"/>
                <a:gd name="connsiteY471" fmla="*/ 19812 h 238125"/>
                <a:gd name="connsiteX472" fmla="*/ 110585 w 428625"/>
                <a:gd name="connsiteY472" fmla="*/ 18574 h 238125"/>
                <a:gd name="connsiteX473" fmla="*/ 110490 w 428625"/>
                <a:gd name="connsiteY473" fmla="*/ 17717 h 238125"/>
                <a:gd name="connsiteX474" fmla="*/ 111728 w 428625"/>
                <a:gd name="connsiteY474" fmla="*/ 15430 h 238125"/>
                <a:gd name="connsiteX475" fmla="*/ 112014 w 428625"/>
                <a:gd name="connsiteY475" fmla="*/ 14288 h 238125"/>
                <a:gd name="connsiteX476" fmla="*/ 111157 w 428625"/>
                <a:gd name="connsiteY476" fmla="*/ 13525 h 238125"/>
                <a:gd name="connsiteX477" fmla="*/ 109823 w 428625"/>
                <a:gd name="connsiteY477" fmla="*/ 13049 h 238125"/>
                <a:gd name="connsiteX478" fmla="*/ 108871 w 428625"/>
                <a:gd name="connsiteY478" fmla="*/ 12287 h 238125"/>
                <a:gd name="connsiteX479" fmla="*/ 108299 w 428625"/>
                <a:gd name="connsiteY479" fmla="*/ 11239 h 238125"/>
                <a:gd name="connsiteX480" fmla="*/ 108109 w 428625"/>
                <a:gd name="connsiteY480" fmla="*/ 9715 h 238125"/>
                <a:gd name="connsiteX481" fmla="*/ 108680 w 428625"/>
                <a:gd name="connsiteY481" fmla="*/ 6191 h 238125"/>
                <a:gd name="connsiteX482" fmla="*/ 108490 w 428625"/>
                <a:gd name="connsiteY482" fmla="*/ 5239 h 238125"/>
                <a:gd name="connsiteX483" fmla="*/ 107632 w 428625"/>
                <a:gd name="connsiteY483" fmla="*/ 4858 h 238125"/>
                <a:gd name="connsiteX484" fmla="*/ 106394 w 428625"/>
                <a:gd name="connsiteY484" fmla="*/ 4667 h 238125"/>
                <a:gd name="connsiteX485" fmla="*/ 104203 w 428625"/>
                <a:gd name="connsiteY485" fmla="*/ 4858 h 238125"/>
                <a:gd name="connsiteX486" fmla="*/ 103632 w 428625"/>
                <a:gd name="connsiteY486" fmla="*/ 5048 h 238125"/>
                <a:gd name="connsiteX487" fmla="*/ 103156 w 428625"/>
                <a:gd name="connsiteY487" fmla="*/ 5239 h 238125"/>
                <a:gd name="connsiteX488" fmla="*/ 102679 w 428625"/>
                <a:gd name="connsiteY488" fmla="*/ 5429 h 238125"/>
                <a:gd name="connsiteX489" fmla="*/ 102108 w 428625"/>
                <a:gd name="connsiteY489" fmla="*/ 5334 h 238125"/>
                <a:gd name="connsiteX490" fmla="*/ 101822 w 428625"/>
                <a:gd name="connsiteY490" fmla="*/ 5048 h 238125"/>
                <a:gd name="connsiteX491" fmla="*/ 101155 w 428625"/>
                <a:gd name="connsiteY491" fmla="*/ 4096 h 238125"/>
                <a:gd name="connsiteX492" fmla="*/ 100679 w 428625"/>
                <a:gd name="connsiteY492" fmla="*/ 3810 h 238125"/>
                <a:gd name="connsiteX493" fmla="*/ 99631 w 428625"/>
                <a:gd name="connsiteY493" fmla="*/ 3619 h 238125"/>
                <a:gd name="connsiteX494" fmla="*/ 97822 w 428625"/>
                <a:gd name="connsiteY494" fmla="*/ 3715 h 238125"/>
                <a:gd name="connsiteX495" fmla="*/ 95536 w 428625"/>
                <a:gd name="connsiteY495" fmla="*/ 2762 h 238125"/>
                <a:gd name="connsiteX496" fmla="*/ 94393 w 428625"/>
                <a:gd name="connsiteY496" fmla="*/ 2953 h 238125"/>
                <a:gd name="connsiteX497" fmla="*/ 93345 w 428625"/>
                <a:gd name="connsiteY497" fmla="*/ 3334 h 238125"/>
                <a:gd name="connsiteX498" fmla="*/ 92107 w 428625"/>
                <a:gd name="connsiteY498" fmla="*/ 3524 h 238125"/>
                <a:gd name="connsiteX499" fmla="*/ 90964 w 428625"/>
                <a:gd name="connsiteY499" fmla="*/ 3238 h 238125"/>
                <a:gd name="connsiteX500" fmla="*/ 84582 w 428625"/>
                <a:gd name="connsiteY500" fmla="*/ 381 h 238125"/>
                <a:gd name="connsiteX501" fmla="*/ 83439 w 428625"/>
                <a:gd name="connsiteY501" fmla="*/ 0 h 238125"/>
                <a:gd name="connsiteX502" fmla="*/ 82296 w 428625"/>
                <a:gd name="connsiteY502" fmla="*/ 95 h 238125"/>
                <a:gd name="connsiteX503" fmla="*/ 81915 w 428625"/>
                <a:gd name="connsiteY503" fmla="*/ 476 h 238125"/>
                <a:gd name="connsiteX504" fmla="*/ 81724 w 428625"/>
                <a:gd name="connsiteY504" fmla="*/ 1048 h 238125"/>
                <a:gd name="connsiteX505" fmla="*/ 81439 w 428625"/>
                <a:gd name="connsiteY505" fmla="*/ 1524 h 238125"/>
                <a:gd name="connsiteX506" fmla="*/ 80772 w 428625"/>
                <a:gd name="connsiteY506" fmla="*/ 1905 h 238125"/>
                <a:gd name="connsiteX507" fmla="*/ 79724 w 428625"/>
                <a:gd name="connsiteY507" fmla="*/ 2095 h 238125"/>
                <a:gd name="connsiteX508" fmla="*/ 79343 w 428625"/>
                <a:gd name="connsiteY508" fmla="*/ 2286 h 238125"/>
                <a:gd name="connsiteX509" fmla="*/ 79153 w 428625"/>
                <a:gd name="connsiteY509" fmla="*/ 2762 h 238125"/>
                <a:gd name="connsiteX510" fmla="*/ 78486 w 428625"/>
                <a:gd name="connsiteY510" fmla="*/ 5143 h 238125"/>
                <a:gd name="connsiteX511" fmla="*/ 77914 w 428625"/>
                <a:gd name="connsiteY511" fmla="*/ 5334 h 238125"/>
                <a:gd name="connsiteX512" fmla="*/ 76581 w 428625"/>
                <a:gd name="connsiteY512" fmla="*/ 5143 h 238125"/>
                <a:gd name="connsiteX513" fmla="*/ 75438 w 428625"/>
                <a:gd name="connsiteY513" fmla="*/ 4572 h 238125"/>
                <a:gd name="connsiteX514" fmla="*/ 73533 w 428625"/>
                <a:gd name="connsiteY514" fmla="*/ 2667 h 238125"/>
                <a:gd name="connsiteX515" fmla="*/ 72580 w 428625"/>
                <a:gd name="connsiteY515" fmla="*/ 2286 h 238125"/>
                <a:gd name="connsiteX516" fmla="*/ 71533 w 428625"/>
                <a:gd name="connsiteY516" fmla="*/ 2572 h 238125"/>
                <a:gd name="connsiteX517" fmla="*/ 71342 w 428625"/>
                <a:gd name="connsiteY517" fmla="*/ 3334 h 238125"/>
                <a:gd name="connsiteX518" fmla="*/ 71533 w 428625"/>
                <a:gd name="connsiteY518" fmla="*/ 4381 h 238125"/>
                <a:gd name="connsiteX519" fmla="*/ 71247 w 428625"/>
                <a:gd name="connsiteY519" fmla="*/ 5143 h 238125"/>
                <a:gd name="connsiteX520" fmla="*/ 70675 w 428625"/>
                <a:gd name="connsiteY520" fmla="*/ 6096 h 238125"/>
                <a:gd name="connsiteX521" fmla="*/ 70485 w 428625"/>
                <a:gd name="connsiteY521" fmla="*/ 7048 h 238125"/>
                <a:gd name="connsiteX522" fmla="*/ 70485 w 428625"/>
                <a:gd name="connsiteY522" fmla="*/ 9144 h 238125"/>
                <a:gd name="connsiteX523" fmla="*/ 70580 w 428625"/>
                <a:gd name="connsiteY523" fmla="*/ 9715 h 238125"/>
                <a:gd name="connsiteX524" fmla="*/ 70961 w 428625"/>
                <a:gd name="connsiteY524" fmla="*/ 10668 h 238125"/>
                <a:gd name="connsiteX525" fmla="*/ 70961 w 428625"/>
                <a:gd name="connsiteY525" fmla="*/ 11144 h 238125"/>
                <a:gd name="connsiteX526" fmla="*/ 70771 w 428625"/>
                <a:gd name="connsiteY526" fmla="*/ 11716 h 238125"/>
                <a:gd name="connsiteX527" fmla="*/ 70199 w 428625"/>
                <a:gd name="connsiteY527" fmla="*/ 12859 h 238125"/>
                <a:gd name="connsiteX528" fmla="*/ 69913 w 428625"/>
                <a:gd name="connsiteY528" fmla="*/ 14764 h 238125"/>
                <a:gd name="connsiteX529" fmla="*/ 69532 w 428625"/>
                <a:gd name="connsiteY529" fmla="*/ 15716 h 238125"/>
                <a:gd name="connsiteX530" fmla="*/ 68866 w 428625"/>
                <a:gd name="connsiteY530" fmla="*/ 16573 h 238125"/>
                <a:gd name="connsiteX531" fmla="*/ 68104 w 428625"/>
                <a:gd name="connsiteY531" fmla="*/ 17145 h 238125"/>
                <a:gd name="connsiteX532" fmla="*/ 67437 w 428625"/>
                <a:gd name="connsiteY532" fmla="*/ 17240 h 238125"/>
                <a:gd name="connsiteX533" fmla="*/ 66580 w 428625"/>
                <a:gd name="connsiteY533" fmla="*/ 17240 h 238125"/>
                <a:gd name="connsiteX534" fmla="*/ 65722 w 428625"/>
                <a:gd name="connsiteY534" fmla="*/ 17240 h 238125"/>
                <a:gd name="connsiteX535" fmla="*/ 65151 w 428625"/>
                <a:gd name="connsiteY535" fmla="*/ 17717 h 238125"/>
                <a:gd name="connsiteX536" fmla="*/ 65151 w 428625"/>
                <a:gd name="connsiteY536" fmla="*/ 18097 h 238125"/>
                <a:gd name="connsiteX537" fmla="*/ 65532 w 428625"/>
                <a:gd name="connsiteY537" fmla="*/ 19050 h 238125"/>
                <a:gd name="connsiteX538" fmla="*/ 65627 w 428625"/>
                <a:gd name="connsiteY538" fmla="*/ 19526 h 238125"/>
                <a:gd name="connsiteX539" fmla="*/ 65437 w 428625"/>
                <a:gd name="connsiteY539" fmla="*/ 20383 h 238125"/>
                <a:gd name="connsiteX540" fmla="*/ 65246 w 428625"/>
                <a:gd name="connsiteY540" fmla="*/ 20860 h 238125"/>
                <a:gd name="connsiteX541" fmla="*/ 65151 w 428625"/>
                <a:gd name="connsiteY541" fmla="*/ 21050 h 238125"/>
                <a:gd name="connsiteX542" fmla="*/ 64675 w 428625"/>
                <a:gd name="connsiteY542" fmla="*/ 21431 h 238125"/>
                <a:gd name="connsiteX543" fmla="*/ 63722 w 428625"/>
                <a:gd name="connsiteY543" fmla="*/ 21717 h 238125"/>
                <a:gd name="connsiteX544" fmla="*/ 62960 w 428625"/>
                <a:gd name="connsiteY544" fmla="*/ 22193 h 238125"/>
                <a:gd name="connsiteX545" fmla="*/ 63055 w 428625"/>
                <a:gd name="connsiteY545" fmla="*/ 23908 h 238125"/>
                <a:gd name="connsiteX546" fmla="*/ 62484 w 428625"/>
                <a:gd name="connsiteY546" fmla="*/ 24765 h 238125"/>
                <a:gd name="connsiteX547" fmla="*/ 61341 w 428625"/>
                <a:gd name="connsiteY547" fmla="*/ 24955 h 238125"/>
                <a:gd name="connsiteX548" fmla="*/ 58864 w 428625"/>
                <a:gd name="connsiteY548" fmla="*/ 23908 h 238125"/>
                <a:gd name="connsiteX549" fmla="*/ 57626 w 428625"/>
                <a:gd name="connsiteY549" fmla="*/ 23908 h 238125"/>
                <a:gd name="connsiteX550" fmla="*/ 56197 w 428625"/>
                <a:gd name="connsiteY550" fmla="*/ 24289 h 238125"/>
                <a:gd name="connsiteX551" fmla="*/ 55531 w 428625"/>
                <a:gd name="connsiteY551" fmla="*/ 23717 h 238125"/>
                <a:gd name="connsiteX552" fmla="*/ 55531 w 428625"/>
                <a:gd name="connsiteY552" fmla="*/ 23622 h 238125"/>
                <a:gd name="connsiteX553" fmla="*/ 54959 w 428625"/>
                <a:gd name="connsiteY553" fmla="*/ 20955 h 238125"/>
                <a:gd name="connsiteX554" fmla="*/ 54578 w 428625"/>
                <a:gd name="connsiteY554" fmla="*/ 20002 h 238125"/>
                <a:gd name="connsiteX555" fmla="*/ 53340 w 428625"/>
                <a:gd name="connsiteY555" fmla="*/ 18002 h 238125"/>
                <a:gd name="connsiteX556" fmla="*/ 52673 w 428625"/>
                <a:gd name="connsiteY556" fmla="*/ 16002 h 238125"/>
                <a:gd name="connsiteX557" fmla="*/ 52102 w 428625"/>
                <a:gd name="connsiteY557" fmla="*/ 14859 h 238125"/>
                <a:gd name="connsiteX558" fmla="*/ 51435 w 428625"/>
                <a:gd name="connsiteY558" fmla="*/ 13811 h 238125"/>
                <a:gd name="connsiteX559" fmla="*/ 50863 w 428625"/>
                <a:gd name="connsiteY559" fmla="*/ 13335 h 238125"/>
                <a:gd name="connsiteX560" fmla="*/ 50482 w 428625"/>
                <a:gd name="connsiteY560" fmla="*/ 13335 h 238125"/>
                <a:gd name="connsiteX561" fmla="*/ 46958 w 428625"/>
                <a:gd name="connsiteY561" fmla="*/ 14573 h 238125"/>
                <a:gd name="connsiteX562" fmla="*/ 46006 w 428625"/>
                <a:gd name="connsiteY562" fmla="*/ 14383 h 238125"/>
                <a:gd name="connsiteX563" fmla="*/ 45529 w 428625"/>
                <a:gd name="connsiteY563" fmla="*/ 13240 h 238125"/>
                <a:gd name="connsiteX564" fmla="*/ 44958 w 428625"/>
                <a:gd name="connsiteY564" fmla="*/ 12478 h 238125"/>
                <a:gd name="connsiteX565" fmla="*/ 44101 w 428625"/>
                <a:gd name="connsiteY565" fmla="*/ 13144 h 238125"/>
                <a:gd name="connsiteX566" fmla="*/ 43243 w 428625"/>
                <a:gd name="connsiteY566" fmla="*/ 14288 h 238125"/>
                <a:gd name="connsiteX567" fmla="*/ 42481 w 428625"/>
                <a:gd name="connsiteY567" fmla="*/ 14954 h 238125"/>
                <a:gd name="connsiteX568" fmla="*/ 43148 w 428625"/>
                <a:gd name="connsiteY568" fmla="*/ 16573 h 238125"/>
                <a:gd name="connsiteX569" fmla="*/ 42100 w 428625"/>
                <a:gd name="connsiteY569" fmla="*/ 18193 h 238125"/>
                <a:gd name="connsiteX570" fmla="*/ 38957 w 428625"/>
                <a:gd name="connsiteY570" fmla="*/ 20574 h 238125"/>
                <a:gd name="connsiteX571" fmla="*/ 38195 w 428625"/>
                <a:gd name="connsiteY571" fmla="*/ 21336 h 238125"/>
                <a:gd name="connsiteX572" fmla="*/ 36671 w 428625"/>
                <a:gd name="connsiteY572" fmla="*/ 23908 h 238125"/>
                <a:gd name="connsiteX573" fmla="*/ 36100 w 428625"/>
                <a:gd name="connsiteY573" fmla="*/ 24479 h 238125"/>
                <a:gd name="connsiteX574" fmla="*/ 34195 w 428625"/>
                <a:gd name="connsiteY574" fmla="*/ 25717 h 238125"/>
                <a:gd name="connsiteX575" fmla="*/ 32861 w 428625"/>
                <a:gd name="connsiteY575" fmla="*/ 27051 h 238125"/>
                <a:gd name="connsiteX576" fmla="*/ 32194 w 428625"/>
                <a:gd name="connsiteY576" fmla="*/ 27527 h 238125"/>
                <a:gd name="connsiteX577" fmla="*/ 31147 w 428625"/>
                <a:gd name="connsiteY577" fmla="*/ 27813 h 238125"/>
                <a:gd name="connsiteX578" fmla="*/ 29242 w 428625"/>
                <a:gd name="connsiteY578" fmla="*/ 28003 h 238125"/>
                <a:gd name="connsiteX579" fmla="*/ 28480 w 428625"/>
                <a:gd name="connsiteY579" fmla="*/ 28480 h 238125"/>
                <a:gd name="connsiteX580" fmla="*/ 28099 w 428625"/>
                <a:gd name="connsiteY580" fmla="*/ 29527 h 238125"/>
                <a:gd name="connsiteX581" fmla="*/ 27337 w 428625"/>
                <a:gd name="connsiteY581" fmla="*/ 31718 h 238125"/>
                <a:gd name="connsiteX582" fmla="*/ 26194 w 428625"/>
                <a:gd name="connsiteY582" fmla="*/ 33623 h 238125"/>
                <a:gd name="connsiteX583" fmla="*/ 23527 w 428625"/>
                <a:gd name="connsiteY583" fmla="*/ 36957 h 238125"/>
                <a:gd name="connsiteX584" fmla="*/ 22384 w 428625"/>
                <a:gd name="connsiteY584" fmla="*/ 37909 h 238125"/>
                <a:gd name="connsiteX585" fmla="*/ 19240 w 428625"/>
                <a:gd name="connsiteY585" fmla="*/ 38767 h 238125"/>
                <a:gd name="connsiteX586" fmla="*/ 17812 w 428625"/>
                <a:gd name="connsiteY586" fmla="*/ 39910 h 238125"/>
                <a:gd name="connsiteX587" fmla="*/ 17050 w 428625"/>
                <a:gd name="connsiteY587" fmla="*/ 41529 h 238125"/>
                <a:gd name="connsiteX588" fmla="*/ 17050 w 428625"/>
                <a:gd name="connsiteY588" fmla="*/ 43148 h 238125"/>
                <a:gd name="connsiteX589" fmla="*/ 17621 w 428625"/>
                <a:gd name="connsiteY589" fmla="*/ 44577 h 238125"/>
                <a:gd name="connsiteX590" fmla="*/ 18288 w 428625"/>
                <a:gd name="connsiteY590" fmla="*/ 46196 h 238125"/>
                <a:gd name="connsiteX591" fmla="*/ 18764 w 428625"/>
                <a:gd name="connsiteY591" fmla="*/ 47815 h 238125"/>
                <a:gd name="connsiteX592" fmla="*/ 18669 w 428625"/>
                <a:gd name="connsiteY592" fmla="*/ 49149 h 238125"/>
                <a:gd name="connsiteX593" fmla="*/ 18097 w 428625"/>
                <a:gd name="connsiteY593" fmla="*/ 50387 h 238125"/>
                <a:gd name="connsiteX594" fmla="*/ 16859 w 428625"/>
                <a:gd name="connsiteY594" fmla="*/ 51721 h 238125"/>
                <a:gd name="connsiteX595" fmla="*/ 16573 w 428625"/>
                <a:gd name="connsiteY595" fmla="*/ 51911 h 238125"/>
                <a:gd name="connsiteX596" fmla="*/ 15907 w 428625"/>
                <a:gd name="connsiteY596" fmla="*/ 52292 h 238125"/>
                <a:gd name="connsiteX597" fmla="*/ 15621 w 428625"/>
                <a:gd name="connsiteY597" fmla="*/ 52578 h 238125"/>
                <a:gd name="connsiteX598" fmla="*/ 15430 w 428625"/>
                <a:gd name="connsiteY598" fmla="*/ 52959 h 238125"/>
                <a:gd name="connsiteX599" fmla="*/ 15526 w 428625"/>
                <a:gd name="connsiteY599" fmla="*/ 53340 h 238125"/>
                <a:gd name="connsiteX600" fmla="*/ 15621 w 428625"/>
                <a:gd name="connsiteY600" fmla="*/ 53626 h 238125"/>
                <a:gd name="connsiteX601" fmla="*/ 15621 w 428625"/>
                <a:gd name="connsiteY601" fmla="*/ 54007 h 238125"/>
                <a:gd name="connsiteX602" fmla="*/ 15240 w 428625"/>
                <a:gd name="connsiteY602" fmla="*/ 54483 h 238125"/>
                <a:gd name="connsiteX603" fmla="*/ 14859 w 428625"/>
                <a:gd name="connsiteY603" fmla="*/ 54959 h 238125"/>
                <a:gd name="connsiteX604" fmla="*/ 13716 w 428625"/>
                <a:gd name="connsiteY604" fmla="*/ 55817 h 238125"/>
                <a:gd name="connsiteX605" fmla="*/ 13716 w 428625"/>
                <a:gd name="connsiteY605" fmla="*/ 55817 h 238125"/>
                <a:gd name="connsiteX606" fmla="*/ 13240 w 428625"/>
                <a:gd name="connsiteY606" fmla="*/ 56388 h 238125"/>
                <a:gd name="connsiteX607" fmla="*/ 12763 w 428625"/>
                <a:gd name="connsiteY607" fmla="*/ 56769 h 238125"/>
                <a:gd name="connsiteX608" fmla="*/ 12478 w 428625"/>
                <a:gd name="connsiteY608" fmla="*/ 57150 h 238125"/>
                <a:gd name="connsiteX609" fmla="*/ 12287 w 428625"/>
                <a:gd name="connsiteY609" fmla="*/ 57912 h 238125"/>
                <a:gd name="connsiteX610" fmla="*/ 12001 w 428625"/>
                <a:gd name="connsiteY610" fmla="*/ 58483 h 238125"/>
                <a:gd name="connsiteX611" fmla="*/ 10477 w 428625"/>
                <a:gd name="connsiteY611" fmla="*/ 58960 h 238125"/>
                <a:gd name="connsiteX612" fmla="*/ 9906 w 428625"/>
                <a:gd name="connsiteY612" fmla="*/ 59436 h 238125"/>
                <a:gd name="connsiteX613" fmla="*/ 9620 w 428625"/>
                <a:gd name="connsiteY613" fmla="*/ 60484 h 238125"/>
                <a:gd name="connsiteX614" fmla="*/ 10001 w 428625"/>
                <a:gd name="connsiteY614" fmla="*/ 61436 h 238125"/>
                <a:gd name="connsiteX615" fmla="*/ 11144 w 428625"/>
                <a:gd name="connsiteY615" fmla="*/ 63436 h 238125"/>
                <a:gd name="connsiteX616" fmla="*/ 11525 w 428625"/>
                <a:gd name="connsiteY616" fmla="*/ 65913 h 238125"/>
                <a:gd name="connsiteX617" fmla="*/ 11811 w 428625"/>
                <a:gd name="connsiteY617" fmla="*/ 66484 h 238125"/>
                <a:gd name="connsiteX618" fmla="*/ 12287 w 428625"/>
                <a:gd name="connsiteY618" fmla="*/ 66580 h 238125"/>
                <a:gd name="connsiteX619" fmla="*/ 12763 w 428625"/>
                <a:gd name="connsiteY619" fmla="*/ 66580 h 238125"/>
                <a:gd name="connsiteX620" fmla="*/ 13144 w 428625"/>
                <a:gd name="connsiteY620" fmla="*/ 66865 h 238125"/>
                <a:gd name="connsiteX621" fmla="*/ 13335 w 428625"/>
                <a:gd name="connsiteY621" fmla="*/ 68008 h 238125"/>
                <a:gd name="connsiteX622" fmla="*/ 13049 w 428625"/>
                <a:gd name="connsiteY622" fmla="*/ 69437 h 238125"/>
                <a:gd name="connsiteX623" fmla="*/ 12001 w 428625"/>
                <a:gd name="connsiteY623" fmla="*/ 73342 h 238125"/>
                <a:gd name="connsiteX624" fmla="*/ 11525 w 428625"/>
                <a:gd name="connsiteY624" fmla="*/ 73247 h 238125"/>
                <a:gd name="connsiteX625" fmla="*/ 10858 w 428625"/>
                <a:gd name="connsiteY625" fmla="*/ 72676 h 238125"/>
                <a:gd name="connsiteX626" fmla="*/ 9906 w 428625"/>
                <a:gd name="connsiteY626" fmla="*/ 72866 h 238125"/>
                <a:gd name="connsiteX627" fmla="*/ 9620 w 428625"/>
                <a:gd name="connsiteY627" fmla="*/ 73723 h 238125"/>
                <a:gd name="connsiteX628" fmla="*/ 10573 w 428625"/>
                <a:gd name="connsiteY628" fmla="*/ 76200 h 238125"/>
                <a:gd name="connsiteX629" fmla="*/ 10668 w 428625"/>
                <a:gd name="connsiteY629" fmla="*/ 77152 h 238125"/>
                <a:gd name="connsiteX630" fmla="*/ 10001 w 428625"/>
                <a:gd name="connsiteY630" fmla="*/ 77914 h 238125"/>
                <a:gd name="connsiteX631" fmla="*/ 9049 w 428625"/>
                <a:gd name="connsiteY631" fmla="*/ 78200 h 238125"/>
                <a:gd name="connsiteX632" fmla="*/ 7906 w 428625"/>
                <a:gd name="connsiteY632" fmla="*/ 78200 h 238125"/>
                <a:gd name="connsiteX633" fmla="*/ 7048 w 428625"/>
                <a:gd name="connsiteY633" fmla="*/ 78105 h 238125"/>
                <a:gd name="connsiteX634" fmla="*/ 5429 w 428625"/>
                <a:gd name="connsiteY634" fmla="*/ 78867 h 238125"/>
                <a:gd name="connsiteX635" fmla="*/ 4381 w 428625"/>
                <a:gd name="connsiteY635" fmla="*/ 81153 h 238125"/>
                <a:gd name="connsiteX636" fmla="*/ 3905 w 428625"/>
                <a:gd name="connsiteY636" fmla="*/ 83820 h 238125"/>
                <a:gd name="connsiteX637" fmla="*/ 4096 w 428625"/>
                <a:gd name="connsiteY637" fmla="*/ 85820 h 238125"/>
                <a:gd name="connsiteX638" fmla="*/ 4096 w 428625"/>
                <a:gd name="connsiteY638" fmla="*/ 85820 h 238125"/>
                <a:gd name="connsiteX639" fmla="*/ 3619 w 428625"/>
                <a:gd name="connsiteY639" fmla="*/ 86868 h 238125"/>
                <a:gd name="connsiteX640" fmla="*/ 2857 w 428625"/>
                <a:gd name="connsiteY640" fmla="*/ 87439 h 238125"/>
                <a:gd name="connsiteX641" fmla="*/ 2000 w 428625"/>
                <a:gd name="connsiteY641" fmla="*/ 87916 h 238125"/>
                <a:gd name="connsiteX642" fmla="*/ 1238 w 428625"/>
                <a:gd name="connsiteY642" fmla="*/ 88582 h 238125"/>
                <a:gd name="connsiteX643" fmla="*/ 571 w 428625"/>
                <a:gd name="connsiteY643" fmla="*/ 89535 h 238125"/>
                <a:gd name="connsiteX644" fmla="*/ 190 w 428625"/>
                <a:gd name="connsiteY644" fmla="*/ 90488 h 238125"/>
                <a:gd name="connsiteX645" fmla="*/ 0 w 428625"/>
                <a:gd name="connsiteY645" fmla="*/ 91630 h 238125"/>
                <a:gd name="connsiteX646" fmla="*/ 0 w 428625"/>
                <a:gd name="connsiteY646" fmla="*/ 92869 h 238125"/>
                <a:gd name="connsiteX647" fmla="*/ 286 w 428625"/>
                <a:gd name="connsiteY647" fmla="*/ 95250 h 238125"/>
                <a:gd name="connsiteX648" fmla="*/ 1333 w 428625"/>
                <a:gd name="connsiteY648" fmla="*/ 96012 h 238125"/>
                <a:gd name="connsiteX649" fmla="*/ 2286 w 428625"/>
                <a:gd name="connsiteY649" fmla="*/ 96202 h 238125"/>
                <a:gd name="connsiteX650" fmla="*/ 2762 w 428625"/>
                <a:gd name="connsiteY650" fmla="*/ 96298 h 238125"/>
                <a:gd name="connsiteX651" fmla="*/ 4381 w 428625"/>
                <a:gd name="connsiteY651" fmla="*/ 97345 h 238125"/>
                <a:gd name="connsiteX652" fmla="*/ 6191 w 428625"/>
                <a:gd name="connsiteY652" fmla="*/ 99631 h 238125"/>
                <a:gd name="connsiteX653" fmla="*/ 6953 w 428625"/>
                <a:gd name="connsiteY653" fmla="*/ 100298 h 238125"/>
                <a:gd name="connsiteX654" fmla="*/ 7906 w 428625"/>
                <a:gd name="connsiteY654" fmla="*/ 100584 h 238125"/>
                <a:gd name="connsiteX655" fmla="*/ 9811 w 428625"/>
                <a:gd name="connsiteY655" fmla="*/ 100965 h 238125"/>
                <a:gd name="connsiteX656" fmla="*/ 10668 w 428625"/>
                <a:gd name="connsiteY656" fmla="*/ 101536 h 238125"/>
                <a:gd name="connsiteX657" fmla="*/ 10954 w 428625"/>
                <a:gd name="connsiteY657" fmla="*/ 101917 h 238125"/>
                <a:gd name="connsiteX658" fmla="*/ 11525 w 428625"/>
                <a:gd name="connsiteY658" fmla="*/ 102870 h 238125"/>
                <a:gd name="connsiteX659" fmla="*/ 11906 w 428625"/>
                <a:gd name="connsiteY659" fmla="*/ 103251 h 238125"/>
                <a:gd name="connsiteX660" fmla="*/ 12382 w 428625"/>
                <a:gd name="connsiteY660" fmla="*/ 103537 h 238125"/>
                <a:gd name="connsiteX661" fmla="*/ 13335 w 428625"/>
                <a:gd name="connsiteY661" fmla="*/ 103727 h 238125"/>
                <a:gd name="connsiteX662" fmla="*/ 13716 w 428625"/>
                <a:gd name="connsiteY662" fmla="*/ 104108 h 238125"/>
                <a:gd name="connsiteX663" fmla="*/ 15145 w 428625"/>
                <a:gd name="connsiteY663" fmla="*/ 107061 h 238125"/>
                <a:gd name="connsiteX664" fmla="*/ 15811 w 428625"/>
                <a:gd name="connsiteY664" fmla="*/ 107823 h 238125"/>
                <a:gd name="connsiteX665" fmla="*/ 16859 w 428625"/>
                <a:gd name="connsiteY665" fmla="*/ 108204 h 238125"/>
                <a:gd name="connsiteX666" fmla="*/ 17812 w 428625"/>
                <a:gd name="connsiteY666" fmla="*/ 108109 h 238125"/>
                <a:gd name="connsiteX667" fmla="*/ 18859 w 428625"/>
                <a:gd name="connsiteY667" fmla="*/ 107823 h 238125"/>
                <a:gd name="connsiteX668" fmla="*/ 19907 w 428625"/>
                <a:gd name="connsiteY668" fmla="*/ 107823 h 238125"/>
                <a:gd name="connsiteX669" fmla="*/ 20860 w 428625"/>
                <a:gd name="connsiteY669" fmla="*/ 108394 h 238125"/>
                <a:gd name="connsiteX670" fmla="*/ 23146 w 428625"/>
                <a:gd name="connsiteY670" fmla="*/ 111061 h 238125"/>
                <a:gd name="connsiteX671" fmla="*/ 24098 w 428625"/>
                <a:gd name="connsiteY671" fmla="*/ 111633 h 238125"/>
                <a:gd name="connsiteX672" fmla="*/ 24384 w 428625"/>
                <a:gd name="connsiteY672" fmla="*/ 110871 h 238125"/>
                <a:gd name="connsiteX673" fmla="*/ 23908 w 428625"/>
                <a:gd name="connsiteY673" fmla="*/ 107061 h 238125"/>
                <a:gd name="connsiteX674" fmla="*/ 24098 w 428625"/>
                <a:gd name="connsiteY674" fmla="*/ 106013 h 238125"/>
                <a:gd name="connsiteX675" fmla="*/ 24574 w 428625"/>
                <a:gd name="connsiteY675" fmla="*/ 105251 h 238125"/>
                <a:gd name="connsiteX676" fmla="*/ 25717 w 428625"/>
                <a:gd name="connsiteY676" fmla="*/ 104680 h 238125"/>
                <a:gd name="connsiteX677" fmla="*/ 26575 w 428625"/>
                <a:gd name="connsiteY677" fmla="*/ 104680 h 238125"/>
                <a:gd name="connsiteX678" fmla="*/ 27718 w 428625"/>
                <a:gd name="connsiteY678" fmla="*/ 104680 h 238125"/>
                <a:gd name="connsiteX679" fmla="*/ 27813 w 428625"/>
                <a:gd name="connsiteY679" fmla="*/ 105061 h 238125"/>
                <a:gd name="connsiteX680" fmla="*/ 27813 w 428625"/>
                <a:gd name="connsiteY680" fmla="*/ 105537 h 238125"/>
                <a:gd name="connsiteX681" fmla="*/ 27718 w 428625"/>
                <a:gd name="connsiteY681" fmla="*/ 106108 h 238125"/>
                <a:gd name="connsiteX682" fmla="*/ 28099 w 428625"/>
                <a:gd name="connsiteY682" fmla="*/ 106585 h 238125"/>
                <a:gd name="connsiteX683" fmla="*/ 29051 w 428625"/>
                <a:gd name="connsiteY683" fmla="*/ 107061 h 238125"/>
                <a:gd name="connsiteX684" fmla="*/ 29908 w 428625"/>
                <a:gd name="connsiteY684" fmla="*/ 107442 h 238125"/>
                <a:gd name="connsiteX685" fmla="*/ 31909 w 428625"/>
                <a:gd name="connsiteY685" fmla="*/ 107728 h 238125"/>
                <a:gd name="connsiteX686" fmla="*/ 32575 w 428625"/>
                <a:gd name="connsiteY686" fmla="*/ 108204 h 238125"/>
                <a:gd name="connsiteX687" fmla="*/ 33623 w 428625"/>
                <a:gd name="connsiteY687" fmla="*/ 110204 h 238125"/>
                <a:gd name="connsiteX688" fmla="*/ 34195 w 428625"/>
                <a:gd name="connsiteY688" fmla="*/ 110966 h 238125"/>
                <a:gd name="connsiteX689" fmla="*/ 35052 w 428625"/>
                <a:gd name="connsiteY689" fmla="*/ 111347 h 238125"/>
                <a:gd name="connsiteX690" fmla="*/ 36671 w 428625"/>
                <a:gd name="connsiteY690" fmla="*/ 111823 h 238125"/>
                <a:gd name="connsiteX691" fmla="*/ 37528 w 428625"/>
                <a:gd name="connsiteY691" fmla="*/ 112395 h 238125"/>
                <a:gd name="connsiteX692" fmla="*/ 39624 w 428625"/>
                <a:gd name="connsiteY692" fmla="*/ 114490 h 238125"/>
                <a:gd name="connsiteX693" fmla="*/ 40481 w 428625"/>
                <a:gd name="connsiteY693" fmla="*/ 115062 h 238125"/>
                <a:gd name="connsiteX694" fmla="*/ 41434 w 428625"/>
                <a:gd name="connsiteY694" fmla="*/ 115252 h 238125"/>
                <a:gd name="connsiteX695" fmla="*/ 43624 w 428625"/>
                <a:gd name="connsiteY695" fmla="*/ 115252 h 238125"/>
                <a:gd name="connsiteX696" fmla="*/ 44386 w 428625"/>
                <a:gd name="connsiteY696" fmla="*/ 115538 h 238125"/>
                <a:gd name="connsiteX697" fmla="*/ 44767 w 428625"/>
                <a:gd name="connsiteY697" fmla="*/ 116491 h 238125"/>
                <a:gd name="connsiteX698" fmla="*/ 44863 w 428625"/>
                <a:gd name="connsiteY698" fmla="*/ 117348 h 238125"/>
                <a:gd name="connsiteX699" fmla="*/ 45148 w 428625"/>
                <a:gd name="connsiteY699" fmla="*/ 118205 h 238125"/>
                <a:gd name="connsiteX700" fmla="*/ 46101 w 428625"/>
                <a:gd name="connsiteY700" fmla="*/ 118872 h 238125"/>
                <a:gd name="connsiteX701" fmla="*/ 46958 w 428625"/>
                <a:gd name="connsiteY701" fmla="*/ 119158 h 238125"/>
                <a:gd name="connsiteX702" fmla="*/ 48006 w 428625"/>
                <a:gd name="connsiteY702" fmla="*/ 119443 h 238125"/>
                <a:gd name="connsiteX703" fmla="*/ 48958 w 428625"/>
                <a:gd name="connsiteY703" fmla="*/ 119443 h 238125"/>
                <a:gd name="connsiteX704" fmla="*/ 49816 w 428625"/>
                <a:gd name="connsiteY704" fmla="*/ 119158 h 238125"/>
                <a:gd name="connsiteX705" fmla="*/ 50482 w 428625"/>
                <a:gd name="connsiteY705" fmla="*/ 119539 h 238125"/>
                <a:gd name="connsiteX706" fmla="*/ 50673 w 428625"/>
                <a:gd name="connsiteY706" fmla="*/ 120110 h 238125"/>
                <a:gd name="connsiteX707" fmla="*/ 50768 w 428625"/>
                <a:gd name="connsiteY707" fmla="*/ 120872 h 238125"/>
                <a:gd name="connsiteX708" fmla="*/ 51149 w 428625"/>
                <a:gd name="connsiteY708" fmla="*/ 121539 h 238125"/>
                <a:gd name="connsiteX709" fmla="*/ 53530 w 428625"/>
                <a:gd name="connsiteY709" fmla="*/ 122015 h 238125"/>
                <a:gd name="connsiteX710" fmla="*/ 58769 w 428625"/>
                <a:gd name="connsiteY710" fmla="*/ 122968 h 238125"/>
                <a:gd name="connsiteX711" fmla="*/ 60007 w 428625"/>
                <a:gd name="connsiteY711" fmla="*/ 123634 h 238125"/>
                <a:gd name="connsiteX712" fmla="*/ 61150 w 428625"/>
                <a:gd name="connsiteY712" fmla="*/ 125063 h 238125"/>
                <a:gd name="connsiteX713" fmla="*/ 62198 w 428625"/>
                <a:gd name="connsiteY713" fmla="*/ 128588 h 238125"/>
                <a:gd name="connsiteX714" fmla="*/ 62865 w 428625"/>
                <a:gd name="connsiteY714" fmla="*/ 130207 h 238125"/>
                <a:gd name="connsiteX715" fmla="*/ 66008 w 428625"/>
                <a:gd name="connsiteY715" fmla="*/ 133731 h 238125"/>
                <a:gd name="connsiteX716" fmla="*/ 66675 w 428625"/>
                <a:gd name="connsiteY716" fmla="*/ 135160 h 238125"/>
                <a:gd name="connsiteX717" fmla="*/ 65913 w 428625"/>
                <a:gd name="connsiteY717" fmla="*/ 135541 h 238125"/>
                <a:gd name="connsiteX718" fmla="*/ 65627 w 428625"/>
                <a:gd name="connsiteY718" fmla="*/ 136017 h 238125"/>
                <a:gd name="connsiteX719" fmla="*/ 66008 w 428625"/>
                <a:gd name="connsiteY719" fmla="*/ 136493 h 238125"/>
                <a:gd name="connsiteX720" fmla="*/ 66865 w 428625"/>
                <a:gd name="connsiteY720" fmla="*/ 136684 h 238125"/>
                <a:gd name="connsiteX721" fmla="*/ 66675 w 428625"/>
                <a:gd name="connsiteY721" fmla="*/ 137541 h 238125"/>
                <a:gd name="connsiteX722" fmla="*/ 67246 w 428625"/>
                <a:gd name="connsiteY722" fmla="*/ 137827 h 238125"/>
                <a:gd name="connsiteX723" fmla="*/ 68104 w 428625"/>
                <a:gd name="connsiteY723" fmla="*/ 137636 h 238125"/>
                <a:gd name="connsiteX724" fmla="*/ 68866 w 428625"/>
                <a:gd name="connsiteY724" fmla="*/ 137255 h 238125"/>
                <a:gd name="connsiteX725" fmla="*/ 69342 w 428625"/>
                <a:gd name="connsiteY725" fmla="*/ 136588 h 238125"/>
                <a:gd name="connsiteX726" fmla="*/ 69628 w 428625"/>
                <a:gd name="connsiteY726" fmla="*/ 135826 h 238125"/>
                <a:gd name="connsiteX727" fmla="*/ 69913 w 428625"/>
                <a:gd name="connsiteY727" fmla="*/ 135255 h 238125"/>
                <a:gd name="connsiteX728" fmla="*/ 70771 w 428625"/>
                <a:gd name="connsiteY728" fmla="*/ 135160 h 238125"/>
                <a:gd name="connsiteX729" fmla="*/ 71914 w 428625"/>
                <a:gd name="connsiteY729" fmla="*/ 135636 h 238125"/>
                <a:gd name="connsiteX730" fmla="*/ 73057 w 428625"/>
                <a:gd name="connsiteY730" fmla="*/ 136398 h 238125"/>
                <a:gd name="connsiteX731" fmla="*/ 74009 w 428625"/>
                <a:gd name="connsiteY731" fmla="*/ 137446 h 238125"/>
                <a:gd name="connsiteX732" fmla="*/ 74676 w 428625"/>
                <a:gd name="connsiteY732" fmla="*/ 138493 h 238125"/>
                <a:gd name="connsiteX733" fmla="*/ 74962 w 428625"/>
                <a:gd name="connsiteY733" fmla="*/ 139351 h 238125"/>
                <a:gd name="connsiteX734" fmla="*/ 75057 w 428625"/>
                <a:gd name="connsiteY734" fmla="*/ 140017 h 238125"/>
                <a:gd name="connsiteX735" fmla="*/ 75247 w 428625"/>
                <a:gd name="connsiteY735" fmla="*/ 140589 h 238125"/>
                <a:gd name="connsiteX736" fmla="*/ 76009 w 428625"/>
                <a:gd name="connsiteY736" fmla="*/ 141160 h 238125"/>
                <a:gd name="connsiteX737" fmla="*/ 80677 w 428625"/>
                <a:gd name="connsiteY737" fmla="*/ 143637 h 238125"/>
                <a:gd name="connsiteX738" fmla="*/ 81724 w 428625"/>
                <a:gd name="connsiteY738" fmla="*/ 144304 h 238125"/>
                <a:gd name="connsiteX739" fmla="*/ 82486 w 428625"/>
                <a:gd name="connsiteY739" fmla="*/ 145447 h 238125"/>
                <a:gd name="connsiteX740" fmla="*/ 82486 w 428625"/>
                <a:gd name="connsiteY740" fmla="*/ 145447 h 238125"/>
                <a:gd name="connsiteX741" fmla="*/ 82486 w 428625"/>
                <a:gd name="connsiteY741" fmla="*/ 145447 h 238125"/>
                <a:gd name="connsiteX742" fmla="*/ 83534 w 428625"/>
                <a:gd name="connsiteY742" fmla="*/ 146209 h 238125"/>
                <a:gd name="connsiteX743" fmla="*/ 86106 w 428625"/>
                <a:gd name="connsiteY743" fmla="*/ 146875 h 238125"/>
                <a:gd name="connsiteX744" fmla="*/ 87344 w 428625"/>
                <a:gd name="connsiteY744" fmla="*/ 147352 h 238125"/>
                <a:gd name="connsiteX745" fmla="*/ 88487 w 428625"/>
                <a:gd name="connsiteY745" fmla="*/ 148209 h 238125"/>
                <a:gd name="connsiteX746" fmla="*/ 90583 w 428625"/>
                <a:gd name="connsiteY746" fmla="*/ 150495 h 238125"/>
                <a:gd name="connsiteX747" fmla="*/ 93250 w 428625"/>
                <a:gd name="connsiteY747" fmla="*/ 152019 h 238125"/>
                <a:gd name="connsiteX748" fmla="*/ 94678 w 428625"/>
                <a:gd name="connsiteY748" fmla="*/ 153067 h 238125"/>
                <a:gd name="connsiteX749" fmla="*/ 96202 w 428625"/>
                <a:gd name="connsiteY749" fmla="*/ 154019 h 238125"/>
                <a:gd name="connsiteX750" fmla="*/ 97631 w 428625"/>
                <a:gd name="connsiteY750" fmla="*/ 154114 h 238125"/>
                <a:gd name="connsiteX751" fmla="*/ 98869 w 428625"/>
                <a:gd name="connsiteY751" fmla="*/ 153257 h 238125"/>
                <a:gd name="connsiteX752" fmla="*/ 100965 w 428625"/>
                <a:gd name="connsiteY752" fmla="*/ 150781 h 238125"/>
                <a:gd name="connsiteX753" fmla="*/ 102489 w 428625"/>
                <a:gd name="connsiteY753" fmla="*/ 150019 h 238125"/>
                <a:gd name="connsiteX754" fmla="*/ 105251 w 428625"/>
                <a:gd name="connsiteY754" fmla="*/ 150304 h 238125"/>
                <a:gd name="connsiteX755" fmla="*/ 106394 w 428625"/>
                <a:gd name="connsiteY755" fmla="*/ 150781 h 238125"/>
                <a:gd name="connsiteX756" fmla="*/ 106489 w 428625"/>
                <a:gd name="connsiteY756" fmla="*/ 150781 h 238125"/>
                <a:gd name="connsiteX757" fmla="*/ 107537 w 428625"/>
                <a:gd name="connsiteY757" fmla="*/ 151638 h 238125"/>
                <a:gd name="connsiteX758" fmla="*/ 108490 w 428625"/>
                <a:gd name="connsiteY758" fmla="*/ 152686 h 238125"/>
                <a:gd name="connsiteX759" fmla="*/ 109442 w 428625"/>
                <a:gd name="connsiteY759" fmla="*/ 153257 h 238125"/>
                <a:gd name="connsiteX760" fmla="*/ 111728 w 428625"/>
                <a:gd name="connsiteY760" fmla="*/ 154114 h 238125"/>
                <a:gd name="connsiteX761" fmla="*/ 118015 w 428625"/>
                <a:gd name="connsiteY761" fmla="*/ 159353 h 238125"/>
                <a:gd name="connsiteX762" fmla="*/ 122110 w 428625"/>
                <a:gd name="connsiteY762" fmla="*/ 161353 h 238125"/>
                <a:gd name="connsiteX763" fmla="*/ 124968 w 428625"/>
                <a:gd name="connsiteY763" fmla="*/ 164306 h 238125"/>
                <a:gd name="connsiteX764" fmla="*/ 126968 w 428625"/>
                <a:gd name="connsiteY764" fmla="*/ 164878 h 238125"/>
                <a:gd name="connsiteX765" fmla="*/ 131540 w 428625"/>
                <a:gd name="connsiteY765" fmla="*/ 164401 h 238125"/>
                <a:gd name="connsiteX766" fmla="*/ 138113 w 428625"/>
                <a:gd name="connsiteY766" fmla="*/ 162687 h 238125"/>
                <a:gd name="connsiteX767" fmla="*/ 139255 w 428625"/>
                <a:gd name="connsiteY767" fmla="*/ 163163 h 238125"/>
                <a:gd name="connsiteX768" fmla="*/ 139541 w 428625"/>
                <a:gd name="connsiteY768" fmla="*/ 163259 h 238125"/>
                <a:gd name="connsiteX769" fmla="*/ 140494 w 428625"/>
                <a:gd name="connsiteY769" fmla="*/ 164687 h 238125"/>
                <a:gd name="connsiteX770" fmla="*/ 141160 w 428625"/>
                <a:gd name="connsiteY770" fmla="*/ 166973 h 238125"/>
                <a:gd name="connsiteX771" fmla="*/ 141637 w 428625"/>
                <a:gd name="connsiteY771" fmla="*/ 171450 h 238125"/>
                <a:gd name="connsiteX772" fmla="*/ 142208 w 428625"/>
                <a:gd name="connsiteY772" fmla="*/ 173641 h 238125"/>
                <a:gd name="connsiteX773" fmla="*/ 143446 w 428625"/>
                <a:gd name="connsiteY773" fmla="*/ 175069 h 238125"/>
                <a:gd name="connsiteX774" fmla="*/ 149923 w 428625"/>
                <a:gd name="connsiteY774" fmla="*/ 175450 h 238125"/>
                <a:gd name="connsiteX775" fmla="*/ 151257 w 428625"/>
                <a:gd name="connsiteY775" fmla="*/ 175927 h 238125"/>
                <a:gd name="connsiteX776" fmla="*/ 153638 w 428625"/>
                <a:gd name="connsiteY776" fmla="*/ 177260 h 238125"/>
                <a:gd name="connsiteX777" fmla="*/ 156972 w 428625"/>
                <a:gd name="connsiteY777" fmla="*/ 178117 h 238125"/>
                <a:gd name="connsiteX778" fmla="*/ 163449 w 428625"/>
                <a:gd name="connsiteY778" fmla="*/ 178022 h 238125"/>
                <a:gd name="connsiteX779" fmla="*/ 165354 w 428625"/>
                <a:gd name="connsiteY779" fmla="*/ 178784 h 238125"/>
                <a:gd name="connsiteX780" fmla="*/ 168021 w 428625"/>
                <a:gd name="connsiteY780" fmla="*/ 181070 h 238125"/>
                <a:gd name="connsiteX781" fmla="*/ 168688 w 428625"/>
                <a:gd name="connsiteY781" fmla="*/ 181737 h 238125"/>
                <a:gd name="connsiteX782" fmla="*/ 169259 w 428625"/>
                <a:gd name="connsiteY782" fmla="*/ 182880 h 238125"/>
                <a:gd name="connsiteX783" fmla="*/ 169640 w 428625"/>
                <a:gd name="connsiteY783" fmla="*/ 183737 h 238125"/>
                <a:gd name="connsiteX784" fmla="*/ 170117 w 428625"/>
                <a:gd name="connsiteY784" fmla="*/ 184309 h 238125"/>
                <a:gd name="connsiteX785" fmla="*/ 171355 w 428625"/>
                <a:gd name="connsiteY785" fmla="*/ 184690 h 238125"/>
                <a:gd name="connsiteX786" fmla="*/ 172498 w 428625"/>
                <a:gd name="connsiteY786" fmla="*/ 184690 h 238125"/>
                <a:gd name="connsiteX787" fmla="*/ 173545 w 428625"/>
                <a:gd name="connsiteY787" fmla="*/ 184118 h 238125"/>
                <a:gd name="connsiteX788" fmla="*/ 174403 w 428625"/>
                <a:gd name="connsiteY788" fmla="*/ 183166 h 238125"/>
                <a:gd name="connsiteX789" fmla="*/ 175546 w 428625"/>
                <a:gd name="connsiteY789" fmla="*/ 181546 h 238125"/>
                <a:gd name="connsiteX790" fmla="*/ 175927 w 428625"/>
                <a:gd name="connsiteY790" fmla="*/ 180784 h 238125"/>
                <a:gd name="connsiteX791" fmla="*/ 176022 w 428625"/>
                <a:gd name="connsiteY791" fmla="*/ 180022 h 238125"/>
                <a:gd name="connsiteX792" fmla="*/ 175165 w 428625"/>
                <a:gd name="connsiteY792" fmla="*/ 178975 h 238125"/>
                <a:gd name="connsiteX793" fmla="*/ 175069 w 428625"/>
                <a:gd name="connsiteY793" fmla="*/ 178308 h 238125"/>
                <a:gd name="connsiteX794" fmla="*/ 175165 w 428625"/>
                <a:gd name="connsiteY794" fmla="*/ 177546 h 238125"/>
                <a:gd name="connsiteX795" fmla="*/ 175450 w 428625"/>
                <a:gd name="connsiteY795" fmla="*/ 176974 h 238125"/>
                <a:gd name="connsiteX796" fmla="*/ 176879 w 428625"/>
                <a:gd name="connsiteY796" fmla="*/ 176498 h 238125"/>
                <a:gd name="connsiteX797" fmla="*/ 181832 w 428625"/>
                <a:gd name="connsiteY797" fmla="*/ 176498 h 238125"/>
                <a:gd name="connsiteX798" fmla="*/ 187547 w 428625"/>
                <a:gd name="connsiteY798" fmla="*/ 177355 h 238125"/>
                <a:gd name="connsiteX799" fmla="*/ 191452 w 428625"/>
                <a:gd name="connsiteY799" fmla="*/ 178784 h 238125"/>
                <a:gd name="connsiteX800" fmla="*/ 198692 w 428625"/>
                <a:gd name="connsiteY800" fmla="*/ 182689 h 238125"/>
                <a:gd name="connsiteX801" fmla="*/ 201168 w 428625"/>
                <a:gd name="connsiteY801" fmla="*/ 183547 h 238125"/>
                <a:gd name="connsiteX802" fmla="*/ 201454 w 428625"/>
                <a:gd name="connsiteY802" fmla="*/ 183832 h 238125"/>
                <a:gd name="connsiteX803" fmla="*/ 201454 w 428625"/>
                <a:gd name="connsiteY803" fmla="*/ 183928 h 238125"/>
                <a:gd name="connsiteX804" fmla="*/ 201835 w 428625"/>
                <a:gd name="connsiteY804" fmla="*/ 183356 h 238125"/>
                <a:gd name="connsiteX805" fmla="*/ 202120 w 428625"/>
                <a:gd name="connsiteY805" fmla="*/ 183070 h 238125"/>
                <a:gd name="connsiteX806" fmla="*/ 202692 w 428625"/>
                <a:gd name="connsiteY806" fmla="*/ 182880 h 238125"/>
                <a:gd name="connsiteX807" fmla="*/ 202692 w 428625"/>
                <a:gd name="connsiteY807" fmla="*/ 182404 h 238125"/>
                <a:gd name="connsiteX808" fmla="*/ 202501 w 428625"/>
                <a:gd name="connsiteY808" fmla="*/ 181832 h 238125"/>
                <a:gd name="connsiteX809" fmla="*/ 202406 w 428625"/>
                <a:gd name="connsiteY809" fmla="*/ 181261 h 238125"/>
                <a:gd name="connsiteX810" fmla="*/ 200882 w 428625"/>
                <a:gd name="connsiteY810" fmla="*/ 179546 h 238125"/>
                <a:gd name="connsiteX811" fmla="*/ 200406 w 428625"/>
                <a:gd name="connsiteY811" fmla="*/ 178689 h 238125"/>
                <a:gd name="connsiteX812" fmla="*/ 201454 w 428625"/>
                <a:gd name="connsiteY812" fmla="*/ 178213 h 238125"/>
                <a:gd name="connsiteX813" fmla="*/ 203835 w 428625"/>
                <a:gd name="connsiteY813" fmla="*/ 178022 h 238125"/>
                <a:gd name="connsiteX814" fmla="*/ 205073 w 428625"/>
                <a:gd name="connsiteY814" fmla="*/ 177736 h 238125"/>
                <a:gd name="connsiteX815" fmla="*/ 205073 w 428625"/>
                <a:gd name="connsiteY815" fmla="*/ 177736 h 238125"/>
                <a:gd name="connsiteX816" fmla="*/ 205740 w 428625"/>
                <a:gd name="connsiteY816" fmla="*/ 177927 h 238125"/>
                <a:gd name="connsiteX817" fmla="*/ 207835 w 428625"/>
                <a:gd name="connsiteY817" fmla="*/ 178308 h 238125"/>
                <a:gd name="connsiteX818" fmla="*/ 209550 w 428625"/>
                <a:gd name="connsiteY818" fmla="*/ 178213 h 238125"/>
                <a:gd name="connsiteX819" fmla="*/ 210693 w 428625"/>
                <a:gd name="connsiteY819" fmla="*/ 177451 h 238125"/>
                <a:gd name="connsiteX820" fmla="*/ 213360 w 428625"/>
                <a:gd name="connsiteY820" fmla="*/ 174212 h 238125"/>
                <a:gd name="connsiteX821" fmla="*/ 214408 w 428625"/>
                <a:gd name="connsiteY821" fmla="*/ 173736 h 238125"/>
                <a:gd name="connsiteX822" fmla="*/ 215360 w 428625"/>
                <a:gd name="connsiteY822" fmla="*/ 173926 h 238125"/>
                <a:gd name="connsiteX823" fmla="*/ 215551 w 428625"/>
                <a:gd name="connsiteY823" fmla="*/ 175069 h 238125"/>
                <a:gd name="connsiteX824" fmla="*/ 216027 w 428625"/>
                <a:gd name="connsiteY824" fmla="*/ 175546 h 238125"/>
                <a:gd name="connsiteX825" fmla="*/ 216598 w 428625"/>
                <a:gd name="connsiteY825" fmla="*/ 175927 h 238125"/>
                <a:gd name="connsiteX826" fmla="*/ 217837 w 428625"/>
                <a:gd name="connsiteY826" fmla="*/ 176403 h 238125"/>
                <a:gd name="connsiteX827" fmla="*/ 218408 w 428625"/>
                <a:gd name="connsiteY827" fmla="*/ 176974 h 238125"/>
                <a:gd name="connsiteX828" fmla="*/ 218980 w 428625"/>
                <a:gd name="connsiteY828" fmla="*/ 178403 h 238125"/>
                <a:gd name="connsiteX829" fmla="*/ 219456 w 428625"/>
                <a:gd name="connsiteY829" fmla="*/ 178498 h 238125"/>
                <a:gd name="connsiteX830" fmla="*/ 220980 w 428625"/>
                <a:gd name="connsiteY830" fmla="*/ 178308 h 238125"/>
                <a:gd name="connsiteX831" fmla="*/ 221742 w 428625"/>
                <a:gd name="connsiteY831" fmla="*/ 178784 h 238125"/>
                <a:gd name="connsiteX832" fmla="*/ 222218 w 428625"/>
                <a:gd name="connsiteY832" fmla="*/ 179927 h 238125"/>
                <a:gd name="connsiteX833" fmla="*/ 223266 w 428625"/>
                <a:gd name="connsiteY833" fmla="*/ 181356 h 238125"/>
                <a:gd name="connsiteX834" fmla="*/ 224409 w 428625"/>
                <a:gd name="connsiteY834" fmla="*/ 182023 h 238125"/>
                <a:gd name="connsiteX835" fmla="*/ 239554 w 428625"/>
                <a:gd name="connsiteY835" fmla="*/ 184880 h 238125"/>
                <a:gd name="connsiteX836" fmla="*/ 241078 w 428625"/>
                <a:gd name="connsiteY836" fmla="*/ 185928 h 238125"/>
                <a:gd name="connsiteX837" fmla="*/ 242411 w 428625"/>
                <a:gd name="connsiteY837" fmla="*/ 187928 h 238125"/>
                <a:gd name="connsiteX838" fmla="*/ 243268 w 428625"/>
                <a:gd name="connsiteY838" fmla="*/ 190024 h 238125"/>
                <a:gd name="connsiteX839" fmla="*/ 243840 w 428625"/>
                <a:gd name="connsiteY839" fmla="*/ 192214 h 238125"/>
                <a:gd name="connsiteX840" fmla="*/ 243935 w 428625"/>
                <a:gd name="connsiteY840" fmla="*/ 194500 h 238125"/>
                <a:gd name="connsiteX841" fmla="*/ 243649 w 428625"/>
                <a:gd name="connsiteY841" fmla="*/ 196882 h 238125"/>
                <a:gd name="connsiteX842" fmla="*/ 243078 w 428625"/>
                <a:gd name="connsiteY842" fmla="*/ 198120 h 238125"/>
                <a:gd name="connsiteX843" fmla="*/ 242316 w 428625"/>
                <a:gd name="connsiteY843" fmla="*/ 199453 h 238125"/>
                <a:gd name="connsiteX844" fmla="*/ 241840 w 428625"/>
                <a:gd name="connsiteY844" fmla="*/ 200787 h 238125"/>
                <a:gd name="connsiteX845" fmla="*/ 242221 w 428625"/>
                <a:gd name="connsiteY845" fmla="*/ 202120 h 238125"/>
                <a:gd name="connsiteX846" fmla="*/ 242888 w 428625"/>
                <a:gd name="connsiteY846" fmla="*/ 202597 h 238125"/>
                <a:gd name="connsiteX847" fmla="*/ 249269 w 428625"/>
                <a:gd name="connsiteY847" fmla="*/ 204311 h 238125"/>
                <a:gd name="connsiteX848" fmla="*/ 249841 w 428625"/>
                <a:gd name="connsiteY848" fmla="*/ 204311 h 238125"/>
                <a:gd name="connsiteX849" fmla="*/ 250507 w 428625"/>
                <a:gd name="connsiteY849" fmla="*/ 203740 h 238125"/>
                <a:gd name="connsiteX850" fmla="*/ 251365 w 428625"/>
                <a:gd name="connsiteY850" fmla="*/ 203454 h 238125"/>
                <a:gd name="connsiteX851" fmla="*/ 252222 w 428625"/>
                <a:gd name="connsiteY851" fmla="*/ 203644 h 238125"/>
                <a:gd name="connsiteX852" fmla="*/ 252793 w 428625"/>
                <a:gd name="connsiteY852" fmla="*/ 204502 h 238125"/>
                <a:gd name="connsiteX853" fmla="*/ 252793 w 428625"/>
                <a:gd name="connsiteY853" fmla="*/ 204502 h 238125"/>
                <a:gd name="connsiteX854" fmla="*/ 254032 w 428625"/>
                <a:gd name="connsiteY854" fmla="*/ 205264 h 238125"/>
                <a:gd name="connsiteX855" fmla="*/ 256603 w 428625"/>
                <a:gd name="connsiteY855" fmla="*/ 206121 h 238125"/>
                <a:gd name="connsiteX856" fmla="*/ 257842 w 428625"/>
                <a:gd name="connsiteY856" fmla="*/ 206788 h 238125"/>
                <a:gd name="connsiteX857" fmla="*/ 258604 w 428625"/>
                <a:gd name="connsiteY857" fmla="*/ 207931 h 238125"/>
                <a:gd name="connsiteX858" fmla="*/ 258889 w 428625"/>
                <a:gd name="connsiteY858" fmla="*/ 209169 h 238125"/>
                <a:gd name="connsiteX859" fmla="*/ 259366 w 428625"/>
                <a:gd name="connsiteY859" fmla="*/ 210217 h 238125"/>
                <a:gd name="connsiteX860" fmla="*/ 260509 w 428625"/>
                <a:gd name="connsiteY860" fmla="*/ 210884 h 238125"/>
                <a:gd name="connsiteX861" fmla="*/ 261175 w 428625"/>
                <a:gd name="connsiteY861" fmla="*/ 211074 h 238125"/>
                <a:gd name="connsiteX862" fmla="*/ 261842 w 428625"/>
                <a:gd name="connsiteY862" fmla="*/ 211169 h 238125"/>
                <a:gd name="connsiteX863" fmla="*/ 262795 w 428625"/>
                <a:gd name="connsiteY863" fmla="*/ 211645 h 238125"/>
                <a:gd name="connsiteX864" fmla="*/ 262699 w 428625"/>
                <a:gd name="connsiteY864" fmla="*/ 212503 h 238125"/>
                <a:gd name="connsiteX865" fmla="*/ 262795 w 428625"/>
                <a:gd name="connsiteY865" fmla="*/ 213265 h 238125"/>
                <a:gd name="connsiteX866" fmla="*/ 264128 w 428625"/>
                <a:gd name="connsiteY866" fmla="*/ 213360 h 238125"/>
                <a:gd name="connsiteX867" fmla="*/ 267081 w 428625"/>
                <a:gd name="connsiteY867" fmla="*/ 212217 h 238125"/>
                <a:gd name="connsiteX868" fmla="*/ 268319 w 428625"/>
                <a:gd name="connsiteY868" fmla="*/ 212122 h 238125"/>
                <a:gd name="connsiteX869" fmla="*/ 270319 w 428625"/>
                <a:gd name="connsiteY869" fmla="*/ 212979 h 238125"/>
                <a:gd name="connsiteX870" fmla="*/ 270510 w 428625"/>
                <a:gd name="connsiteY870" fmla="*/ 214789 h 238125"/>
                <a:gd name="connsiteX871" fmla="*/ 270605 w 428625"/>
                <a:gd name="connsiteY871" fmla="*/ 216789 h 238125"/>
                <a:gd name="connsiteX872" fmla="*/ 272129 w 428625"/>
                <a:gd name="connsiteY872" fmla="*/ 218408 h 238125"/>
                <a:gd name="connsiteX873" fmla="*/ 276987 w 428625"/>
                <a:gd name="connsiteY873" fmla="*/ 219646 h 238125"/>
                <a:gd name="connsiteX874" fmla="*/ 277749 w 428625"/>
                <a:gd name="connsiteY874" fmla="*/ 219646 h 238125"/>
                <a:gd name="connsiteX875" fmla="*/ 279559 w 428625"/>
                <a:gd name="connsiteY875" fmla="*/ 219075 h 238125"/>
                <a:gd name="connsiteX876" fmla="*/ 280416 w 428625"/>
                <a:gd name="connsiteY876" fmla="*/ 218503 h 238125"/>
                <a:gd name="connsiteX877" fmla="*/ 280511 w 428625"/>
                <a:gd name="connsiteY877" fmla="*/ 218313 h 238125"/>
                <a:gd name="connsiteX878" fmla="*/ 281273 w 428625"/>
                <a:gd name="connsiteY878" fmla="*/ 217456 h 238125"/>
                <a:gd name="connsiteX879" fmla="*/ 282130 w 428625"/>
                <a:gd name="connsiteY879" fmla="*/ 216694 h 238125"/>
                <a:gd name="connsiteX880" fmla="*/ 283083 w 428625"/>
                <a:gd name="connsiteY880" fmla="*/ 216694 h 238125"/>
                <a:gd name="connsiteX881" fmla="*/ 284035 w 428625"/>
                <a:gd name="connsiteY881" fmla="*/ 216979 h 238125"/>
                <a:gd name="connsiteX882" fmla="*/ 284988 w 428625"/>
                <a:gd name="connsiteY882" fmla="*/ 216694 h 238125"/>
                <a:gd name="connsiteX883" fmla="*/ 286893 w 428625"/>
                <a:gd name="connsiteY883" fmla="*/ 215646 h 238125"/>
                <a:gd name="connsiteX884" fmla="*/ 289179 w 428625"/>
                <a:gd name="connsiteY884" fmla="*/ 214408 h 238125"/>
                <a:gd name="connsiteX885" fmla="*/ 293370 w 428625"/>
                <a:gd name="connsiteY885" fmla="*/ 212788 h 238125"/>
                <a:gd name="connsiteX886" fmla="*/ 293942 w 428625"/>
                <a:gd name="connsiteY886" fmla="*/ 212979 h 238125"/>
                <a:gd name="connsiteX887" fmla="*/ 298037 w 428625"/>
                <a:gd name="connsiteY887" fmla="*/ 215265 h 238125"/>
                <a:gd name="connsiteX888" fmla="*/ 298799 w 428625"/>
                <a:gd name="connsiteY888" fmla="*/ 216217 h 238125"/>
                <a:gd name="connsiteX889" fmla="*/ 299180 w 428625"/>
                <a:gd name="connsiteY889" fmla="*/ 218218 h 238125"/>
                <a:gd name="connsiteX890" fmla="*/ 298799 w 428625"/>
                <a:gd name="connsiteY890" fmla="*/ 222504 h 238125"/>
                <a:gd name="connsiteX891" fmla="*/ 299371 w 428625"/>
                <a:gd name="connsiteY891" fmla="*/ 224599 h 238125"/>
                <a:gd name="connsiteX892" fmla="*/ 300133 w 428625"/>
                <a:gd name="connsiteY892" fmla="*/ 225457 h 238125"/>
                <a:gd name="connsiteX893" fmla="*/ 302990 w 428625"/>
                <a:gd name="connsiteY893" fmla="*/ 227743 h 238125"/>
                <a:gd name="connsiteX894" fmla="*/ 303467 w 428625"/>
                <a:gd name="connsiteY894" fmla="*/ 227838 h 238125"/>
                <a:gd name="connsiteX895" fmla="*/ 303943 w 428625"/>
                <a:gd name="connsiteY895" fmla="*/ 227647 h 238125"/>
                <a:gd name="connsiteX896" fmla="*/ 304514 w 428625"/>
                <a:gd name="connsiteY896" fmla="*/ 227552 h 238125"/>
                <a:gd name="connsiteX897" fmla="*/ 304895 w 428625"/>
                <a:gd name="connsiteY897" fmla="*/ 227933 h 238125"/>
                <a:gd name="connsiteX898" fmla="*/ 304990 w 428625"/>
                <a:gd name="connsiteY898" fmla="*/ 228409 h 238125"/>
                <a:gd name="connsiteX899" fmla="*/ 304990 w 428625"/>
                <a:gd name="connsiteY899" fmla="*/ 228886 h 238125"/>
                <a:gd name="connsiteX900" fmla="*/ 305086 w 428625"/>
                <a:gd name="connsiteY900" fmla="*/ 229362 h 238125"/>
                <a:gd name="connsiteX901" fmla="*/ 305467 w 428625"/>
                <a:gd name="connsiteY901" fmla="*/ 229648 h 238125"/>
                <a:gd name="connsiteX902" fmla="*/ 306324 w 428625"/>
                <a:gd name="connsiteY902" fmla="*/ 229552 h 238125"/>
                <a:gd name="connsiteX903" fmla="*/ 307467 w 428625"/>
                <a:gd name="connsiteY903" fmla="*/ 228886 h 238125"/>
                <a:gd name="connsiteX904" fmla="*/ 311086 w 428625"/>
                <a:gd name="connsiteY904" fmla="*/ 225742 h 238125"/>
                <a:gd name="connsiteX905" fmla="*/ 312039 w 428625"/>
                <a:gd name="connsiteY905" fmla="*/ 225266 h 238125"/>
                <a:gd name="connsiteX906" fmla="*/ 313277 w 428625"/>
                <a:gd name="connsiteY906" fmla="*/ 225076 h 238125"/>
                <a:gd name="connsiteX907" fmla="*/ 315087 w 428625"/>
                <a:gd name="connsiteY907" fmla="*/ 224504 h 238125"/>
                <a:gd name="connsiteX908" fmla="*/ 316706 w 428625"/>
                <a:gd name="connsiteY908" fmla="*/ 225076 h 238125"/>
                <a:gd name="connsiteX909" fmla="*/ 320326 w 428625"/>
                <a:gd name="connsiteY909" fmla="*/ 227267 h 238125"/>
                <a:gd name="connsiteX910" fmla="*/ 320611 w 428625"/>
                <a:gd name="connsiteY910" fmla="*/ 227552 h 238125"/>
                <a:gd name="connsiteX911" fmla="*/ 320992 w 428625"/>
                <a:gd name="connsiteY911" fmla="*/ 227647 h 238125"/>
                <a:gd name="connsiteX912" fmla="*/ 322135 w 428625"/>
                <a:gd name="connsiteY912" fmla="*/ 227647 h 238125"/>
                <a:gd name="connsiteX913" fmla="*/ 322231 w 428625"/>
                <a:gd name="connsiteY913" fmla="*/ 227647 h 238125"/>
                <a:gd name="connsiteX914" fmla="*/ 322517 w 428625"/>
                <a:gd name="connsiteY914" fmla="*/ 227647 h 238125"/>
                <a:gd name="connsiteX915" fmla="*/ 323374 w 428625"/>
                <a:gd name="connsiteY915" fmla="*/ 227933 h 238125"/>
                <a:gd name="connsiteX916" fmla="*/ 323659 w 428625"/>
                <a:gd name="connsiteY916" fmla="*/ 228124 h 238125"/>
                <a:gd name="connsiteX917" fmla="*/ 323945 w 428625"/>
                <a:gd name="connsiteY917" fmla="*/ 228409 h 238125"/>
                <a:gd name="connsiteX918" fmla="*/ 324326 w 428625"/>
                <a:gd name="connsiteY918" fmla="*/ 228600 h 238125"/>
                <a:gd name="connsiteX919" fmla="*/ 324802 w 428625"/>
                <a:gd name="connsiteY919" fmla="*/ 228695 h 238125"/>
                <a:gd name="connsiteX920" fmla="*/ 325184 w 428625"/>
                <a:gd name="connsiteY920" fmla="*/ 228600 h 238125"/>
                <a:gd name="connsiteX921" fmla="*/ 326422 w 428625"/>
                <a:gd name="connsiteY921" fmla="*/ 227838 h 238125"/>
                <a:gd name="connsiteX922" fmla="*/ 328422 w 428625"/>
                <a:gd name="connsiteY922" fmla="*/ 227171 h 238125"/>
                <a:gd name="connsiteX923" fmla="*/ 329470 w 428625"/>
                <a:gd name="connsiteY923" fmla="*/ 226981 h 238125"/>
                <a:gd name="connsiteX924" fmla="*/ 330422 w 428625"/>
                <a:gd name="connsiteY924" fmla="*/ 227171 h 238125"/>
                <a:gd name="connsiteX925" fmla="*/ 330803 w 428625"/>
                <a:gd name="connsiteY925" fmla="*/ 227552 h 238125"/>
                <a:gd name="connsiteX926" fmla="*/ 330803 w 428625"/>
                <a:gd name="connsiteY926" fmla="*/ 228409 h 238125"/>
                <a:gd name="connsiteX927" fmla="*/ 331184 w 428625"/>
                <a:gd name="connsiteY927" fmla="*/ 228790 h 238125"/>
                <a:gd name="connsiteX928" fmla="*/ 331565 w 428625"/>
                <a:gd name="connsiteY928" fmla="*/ 228886 h 238125"/>
                <a:gd name="connsiteX929" fmla="*/ 332708 w 428625"/>
                <a:gd name="connsiteY929" fmla="*/ 228695 h 238125"/>
                <a:gd name="connsiteX930" fmla="*/ 333184 w 428625"/>
                <a:gd name="connsiteY930" fmla="*/ 228695 h 238125"/>
                <a:gd name="connsiteX931" fmla="*/ 334709 w 428625"/>
                <a:gd name="connsiteY931" fmla="*/ 229267 h 238125"/>
                <a:gd name="connsiteX932" fmla="*/ 337947 w 428625"/>
                <a:gd name="connsiteY932" fmla="*/ 231076 h 238125"/>
                <a:gd name="connsiteX933" fmla="*/ 339566 w 428625"/>
                <a:gd name="connsiteY933" fmla="*/ 231648 h 238125"/>
                <a:gd name="connsiteX934" fmla="*/ 340614 w 428625"/>
                <a:gd name="connsiteY934" fmla="*/ 231934 h 238125"/>
                <a:gd name="connsiteX935" fmla="*/ 341376 w 428625"/>
                <a:gd name="connsiteY935" fmla="*/ 232410 h 238125"/>
                <a:gd name="connsiteX936" fmla="*/ 342138 w 428625"/>
                <a:gd name="connsiteY936" fmla="*/ 233077 h 238125"/>
                <a:gd name="connsiteX937" fmla="*/ 342805 w 428625"/>
                <a:gd name="connsiteY937" fmla="*/ 233839 h 238125"/>
                <a:gd name="connsiteX938" fmla="*/ 342900 w 428625"/>
                <a:gd name="connsiteY938" fmla="*/ 233839 h 238125"/>
                <a:gd name="connsiteX939" fmla="*/ 343948 w 428625"/>
                <a:gd name="connsiteY939" fmla="*/ 234505 h 238125"/>
                <a:gd name="connsiteX940" fmla="*/ 347472 w 428625"/>
                <a:gd name="connsiteY940" fmla="*/ 236125 h 238125"/>
                <a:gd name="connsiteX941" fmla="*/ 351187 w 428625"/>
                <a:gd name="connsiteY941" fmla="*/ 238315 h 238125"/>
                <a:gd name="connsiteX942" fmla="*/ 352139 w 428625"/>
                <a:gd name="connsiteY942" fmla="*/ 238601 h 238125"/>
                <a:gd name="connsiteX943" fmla="*/ 352615 w 428625"/>
                <a:gd name="connsiteY943" fmla="*/ 238125 h 238125"/>
                <a:gd name="connsiteX944" fmla="*/ 352996 w 428625"/>
                <a:gd name="connsiteY944" fmla="*/ 237458 h 238125"/>
                <a:gd name="connsiteX945" fmla="*/ 353377 w 428625"/>
                <a:gd name="connsiteY945" fmla="*/ 236887 h 238125"/>
                <a:gd name="connsiteX946" fmla="*/ 354139 w 428625"/>
                <a:gd name="connsiteY946" fmla="*/ 236792 h 238125"/>
                <a:gd name="connsiteX947" fmla="*/ 355949 w 428625"/>
                <a:gd name="connsiteY947" fmla="*/ 237458 h 238125"/>
                <a:gd name="connsiteX948" fmla="*/ 356521 w 428625"/>
                <a:gd name="connsiteY948" fmla="*/ 237553 h 238125"/>
                <a:gd name="connsiteX949" fmla="*/ 357854 w 428625"/>
                <a:gd name="connsiteY949" fmla="*/ 237172 h 238125"/>
                <a:gd name="connsiteX950" fmla="*/ 359092 w 428625"/>
                <a:gd name="connsiteY950" fmla="*/ 236315 h 238125"/>
                <a:gd name="connsiteX951" fmla="*/ 360140 w 428625"/>
                <a:gd name="connsiteY951" fmla="*/ 235172 h 238125"/>
                <a:gd name="connsiteX952" fmla="*/ 360712 w 428625"/>
                <a:gd name="connsiteY952" fmla="*/ 233839 h 238125"/>
                <a:gd name="connsiteX953" fmla="*/ 362331 w 428625"/>
                <a:gd name="connsiteY953" fmla="*/ 232886 h 238125"/>
                <a:gd name="connsiteX954" fmla="*/ 363760 w 428625"/>
                <a:gd name="connsiteY954" fmla="*/ 232410 h 238125"/>
                <a:gd name="connsiteX955" fmla="*/ 365760 w 428625"/>
                <a:gd name="connsiteY955" fmla="*/ 231648 h 238125"/>
                <a:gd name="connsiteX956" fmla="*/ 366427 w 428625"/>
                <a:gd name="connsiteY956" fmla="*/ 231172 h 238125"/>
                <a:gd name="connsiteX957" fmla="*/ 368046 w 428625"/>
                <a:gd name="connsiteY957" fmla="*/ 229552 h 238125"/>
                <a:gd name="connsiteX958" fmla="*/ 368808 w 428625"/>
                <a:gd name="connsiteY958" fmla="*/ 228886 h 238125"/>
                <a:gd name="connsiteX959" fmla="*/ 369380 w 428625"/>
                <a:gd name="connsiteY959" fmla="*/ 228886 h 238125"/>
                <a:gd name="connsiteX960" fmla="*/ 369570 w 428625"/>
                <a:gd name="connsiteY960" fmla="*/ 229934 h 238125"/>
                <a:gd name="connsiteX961" fmla="*/ 369570 w 428625"/>
                <a:gd name="connsiteY961" fmla="*/ 230981 h 238125"/>
                <a:gd name="connsiteX962" fmla="*/ 370142 w 428625"/>
                <a:gd name="connsiteY962" fmla="*/ 233839 h 238125"/>
                <a:gd name="connsiteX963" fmla="*/ 370142 w 428625"/>
                <a:gd name="connsiteY963" fmla="*/ 233839 h 238125"/>
                <a:gd name="connsiteX964" fmla="*/ 370142 w 428625"/>
                <a:gd name="connsiteY964" fmla="*/ 233839 h 238125"/>
                <a:gd name="connsiteX965" fmla="*/ 370713 w 428625"/>
                <a:gd name="connsiteY965" fmla="*/ 235553 h 238125"/>
                <a:gd name="connsiteX966" fmla="*/ 371570 w 428625"/>
                <a:gd name="connsiteY966" fmla="*/ 237553 h 238125"/>
                <a:gd name="connsiteX967" fmla="*/ 372809 w 428625"/>
                <a:gd name="connsiteY967" fmla="*/ 239173 h 238125"/>
                <a:gd name="connsiteX968" fmla="*/ 374332 w 428625"/>
                <a:gd name="connsiteY968" fmla="*/ 239744 h 238125"/>
                <a:gd name="connsiteX969" fmla="*/ 377095 w 428625"/>
                <a:gd name="connsiteY969" fmla="*/ 239459 h 238125"/>
                <a:gd name="connsiteX970" fmla="*/ 378714 w 428625"/>
                <a:gd name="connsiteY970" fmla="*/ 238982 h 238125"/>
                <a:gd name="connsiteX971" fmla="*/ 379285 w 428625"/>
                <a:gd name="connsiteY971" fmla="*/ 239459 h 238125"/>
                <a:gd name="connsiteX972" fmla="*/ 379667 w 428625"/>
                <a:gd name="connsiteY972" fmla="*/ 240411 h 238125"/>
                <a:gd name="connsiteX973" fmla="*/ 380143 w 428625"/>
                <a:gd name="connsiteY973" fmla="*/ 241173 h 238125"/>
                <a:gd name="connsiteX974" fmla="*/ 380809 w 428625"/>
                <a:gd name="connsiteY974" fmla="*/ 241554 h 238125"/>
                <a:gd name="connsiteX975" fmla="*/ 383000 w 428625"/>
                <a:gd name="connsiteY975" fmla="*/ 242602 h 238125"/>
                <a:gd name="connsiteX976" fmla="*/ 383762 w 428625"/>
                <a:gd name="connsiteY976" fmla="*/ 242697 h 238125"/>
                <a:gd name="connsiteX977" fmla="*/ 384429 w 428625"/>
                <a:gd name="connsiteY977" fmla="*/ 242125 h 238125"/>
                <a:gd name="connsiteX978" fmla="*/ 385381 w 428625"/>
                <a:gd name="connsiteY978" fmla="*/ 240030 h 238125"/>
                <a:gd name="connsiteX979" fmla="*/ 385953 w 428625"/>
                <a:gd name="connsiteY979" fmla="*/ 239173 h 238125"/>
                <a:gd name="connsiteX980" fmla="*/ 387477 w 428625"/>
                <a:gd name="connsiteY980" fmla="*/ 238315 h 238125"/>
                <a:gd name="connsiteX981" fmla="*/ 389096 w 428625"/>
                <a:gd name="connsiteY981" fmla="*/ 237839 h 238125"/>
                <a:gd name="connsiteX982" fmla="*/ 390906 w 428625"/>
                <a:gd name="connsiteY982" fmla="*/ 237744 h 238125"/>
                <a:gd name="connsiteX983" fmla="*/ 392525 w 428625"/>
                <a:gd name="connsiteY983" fmla="*/ 238030 h 238125"/>
                <a:gd name="connsiteX984" fmla="*/ 396240 w 428625"/>
                <a:gd name="connsiteY984" fmla="*/ 240220 h 238125"/>
                <a:gd name="connsiteX985" fmla="*/ 398145 w 428625"/>
                <a:gd name="connsiteY985" fmla="*/ 240697 h 238125"/>
                <a:gd name="connsiteX986" fmla="*/ 400050 w 428625"/>
                <a:gd name="connsiteY986" fmla="*/ 239839 h 238125"/>
                <a:gd name="connsiteX987" fmla="*/ 401384 w 428625"/>
                <a:gd name="connsiteY987" fmla="*/ 238792 h 238125"/>
                <a:gd name="connsiteX988" fmla="*/ 401955 w 428625"/>
                <a:gd name="connsiteY988" fmla="*/ 238411 h 238125"/>
                <a:gd name="connsiteX989" fmla="*/ 403098 w 428625"/>
                <a:gd name="connsiteY989" fmla="*/ 238030 h 238125"/>
                <a:gd name="connsiteX990" fmla="*/ 403955 w 428625"/>
                <a:gd name="connsiteY990" fmla="*/ 238506 h 238125"/>
                <a:gd name="connsiteX991" fmla="*/ 404622 w 428625"/>
                <a:gd name="connsiteY991" fmla="*/ 239077 h 238125"/>
                <a:gd name="connsiteX992" fmla="*/ 405574 w 428625"/>
                <a:gd name="connsiteY992" fmla="*/ 239173 h 238125"/>
                <a:gd name="connsiteX993" fmla="*/ 406336 w 428625"/>
                <a:gd name="connsiteY993" fmla="*/ 238792 h 238125"/>
                <a:gd name="connsiteX994" fmla="*/ 406717 w 428625"/>
                <a:gd name="connsiteY994" fmla="*/ 237934 h 238125"/>
                <a:gd name="connsiteX995" fmla="*/ 407003 w 428625"/>
                <a:gd name="connsiteY995" fmla="*/ 236696 h 238125"/>
                <a:gd name="connsiteX996" fmla="*/ 407670 w 428625"/>
                <a:gd name="connsiteY996" fmla="*/ 236410 h 238125"/>
                <a:gd name="connsiteX997" fmla="*/ 408622 w 428625"/>
                <a:gd name="connsiteY997" fmla="*/ 236696 h 238125"/>
                <a:gd name="connsiteX998" fmla="*/ 409575 w 428625"/>
                <a:gd name="connsiteY998" fmla="*/ 237268 h 238125"/>
                <a:gd name="connsiteX999" fmla="*/ 410527 w 428625"/>
                <a:gd name="connsiteY999" fmla="*/ 237268 h 238125"/>
                <a:gd name="connsiteX1000" fmla="*/ 412051 w 428625"/>
                <a:gd name="connsiteY1000" fmla="*/ 235839 h 238125"/>
                <a:gd name="connsiteX1001" fmla="*/ 413004 w 428625"/>
                <a:gd name="connsiteY1001" fmla="*/ 235648 h 238125"/>
                <a:gd name="connsiteX1002" fmla="*/ 413099 w 428625"/>
                <a:gd name="connsiteY1002" fmla="*/ 235839 h 238125"/>
                <a:gd name="connsiteX1003" fmla="*/ 414338 w 428625"/>
                <a:gd name="connsiteY1003" fmla="*/ 236887 h 238125"/>
                <a:gd name="connsiteX1004" fmla="*/ 414433 w 428625"/>
                <a:gd name="connsiteY1004" fmla="*/ 236887 h 238125"/>
                <a:gd name="connsiteX1005" fmla="*/ 414718 w 428625"/>
                <a:gd name="connsiteY1005" fmla="*/ 237363 h 238125"/>
                <a:gd name="connsiteX1006" fmla="*/ 415099 w 428625"/>
                <a:gd name="connsiteY1006" fmla="*/ 238411 h 238125"/>
                <a:gd name="connsiteX1007" fmla="*/ 415385 w 428625"/>
                <a:gd name="connsiteY1007" fmla="*/ 238982 h 238125"/>
                <a:gd name="connsiteX1008" fmla="*/ 416147 w 428625"/>
                <a:gd name="connsiteY1008" fmla="*/ 239649 h 238125"/>
                <a:gd name="connsiteX1009" fmla="*/ 417862 w 428625"/>
                <a:gd name="connsiteY1009" fmla="*/ 240697 h 238125"/>
                <a:gd name="connsiteX1010" fmla="*/ 418624 w 428625"/>
                <a:gd name="connsiteY1010" fmla="*/ 241363 h 238125"/>
                <a:gd name="connsiteX1011" fmla="*/ 420243 w 428625"/>
                <a:gd name="connsiteY1011" fmla="*/ 241173 h 238125"/>
                <a:gd name="connsiteX1012" fmla="*/ 422243 w 428625"/>
                <a:gd name="connsiteY1012" fmla="*/ 239077 h 238125"/>
                <a:gd name="connsiteX1013" fmla="*/ 423767 w 428625"/>
                <a:gd name="connsiteY1013" fmla="*/ 236220 h 238125"/>
                <a:gd name="connsiteX1014" fmla="*/ 424243 w 428625"/>
                <a:gd name="connsiteY1014" fmla="*/ 233839 h 238125"/>
                <a:gd name="connsiteX1015" fmla="*/ 424243 w 428625"/>
                <a:gd name="connsiteY1015" fmla="*/ 233839 h 238125"/>
                <a:gd name="connsiteX1016" fmla="*/ 424053 w 428625"/>
                <a:gd name="connsiteY1016" fmla="*/ 233172 h 238125"/>
                <a:gd name="connsiteX1017" fmla="*/ 424053 w 428625"/>
                <a:gd name="connsiteY1017" fmla="*/ 232505 h 238125"/>
                <a:gd name="connsiteX1018" fmla="*/ 424434 w 428625"/>
                <a:gd name="connsiteY1018" fmla="*/ 231267 h 238125"/>
                <a:gd name="connsiteX1019" fmla="*/ 425196 w 428625"/>
                <a:gd name="connsiteY1019" fmla="*/ 228790 h 238125"/>
                <a:gd name="connsiteX1020" fmla="*/ 427577 w 428625"/>
                <a:gd name="connsiteY1020" fmla="*/ 224123 h 238125"/>
                <a:gd name="connsiteX1021" fmla="*/ 428530 w 428625"/>
                <a:gd name="connsiteY1021" fmla="*/ 221551 h 238125"/>
                <a:gd name="connsiteX1022" fmla="*/ 428720 w 428625"/>
                <a:gd name="connsiteY1022" fmla="*/ 220409 h 238125"/>
                <a:gd name="connsiteX1023" fmla="*/ 428815 w 428625"/>
                <a:gd name="connsiteY1023" fmla="*/ 21926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428625" h="238125">
                  <a:moveTo>
                    <a:pt x="428720" y="218122"/>
                  </a:moveTo>
                  <a:lnTo>
                    <a:pt x="428244" y="215836"/>
                  </a:lnTo>
                  <a:lnTo>
                    <a:pt x="428053" y="213265"/>
                  </a:lnTo>
                  <a:lnTo>
                    <a:pt x="427863" y="212312"/>
                  </a:lnTo>
                  <a:lnTo>
                    <a:pt x="427387" y="211360"/>
                  </a:lnTo>
                  <a:lnTo>
                    <a:pt x="426244" y="209550"/>
                  </a:lnTo>
                  <a:lnTo>
                    <a:pt x="425767" y="208693"/>
                  </a:lnTo>
                  <a:lnTo>
                    <a:pt x="425005" y="206597"/>
                  </a:lnTo>
                  <a:lnTo>
                    <a:pt x="423958" y="204692"/>
                  </a:lnTo>
                  <a:lnTo>
                    <a:pt x="422815" y="203168"/>
                  </a:lnTo>
                  <a:lnTo>
                    <a:pt x="422148" y="202501"/>
                  </a:lnTo>
                  <a:lnTo>
                    <a:pt x="421291" y="202120"/>
                  </a:lnTo>
                  <a:lnTo>
                    <a:pt x="420434" y="201549"/>
                  </a:lnTo>
                  <a:lnTo>
                    <a:pt x="419386" y="199453"/>
                  </a:lnTo>
                  <a:lnTo>
                    <a:pt x="418624" y="198596"/>
                  </a:lnTo>
                  <a:lnTo>
                    <a:pt x="418338" y="198215"/>
                  </a:lnTo>
                  <a:lnTo>
                    <a:pt x="418243" y="197739"/>
                  </a:lnTo>
                  <a:lnTo>
                    <a:pt x="418338" y="197167"/>
                  </a:lnTo>
                  <a:lnTo>
                    <a:pt x="419100" y="195453"/>
                  </a:lnTo>
                  <a:lnTo>
                    <a:pt x="419290" y="191357"/>
                  </a:lnTo>
                  <a:lnTo>
                    <a:pt x="420148" y="189547"/>
                  </a:lnTo>
                  <a:lnTo>
                    <a:pt x="421386" y="186690"/>
                  </a:lnTo>
                  <a:lnTo>
                    <a:pt x="421767" y="185261"/>
                  </a:lnTo>
                  <a:lnTo>
                    <a:pt x="421576" y="184594"/>
                  </a:lnTo>
                  <a:lnTo>
                    <a:pt x="420910" y="183451"/>
                  </a:lnTo>
                  <a:lnTo>
                    <a:pt x="420719" y="182785"/>
                  </a:lnTo>
                  <a:lnTo>
                    <a:pt x="420624" y="181927"/>
                  </a:lnTo>
                  <a:lnTo>
                    <a:pt x="420814" y="181261"/>
                  </a:lnTo>
                  <a:lnTo>
                    <a:pt x="421291" y="179927"/>
                  </a:lnTo>
                  <a:lnTo>
                    <a:pt x="421481" y="179546"/>
                  </a:lnTo>
                  <a:lnTo>
                    <a:pt x="421672" y="179260"/>
                  </a:lnTo>
                  <a:lnTo>
                    <a:pt x="421957" y="178879"/>
                  </a:lnTo>
                  <a:lnTo>
                    <a:pt x="422053" y="178403"/>
                  </a:lnTo>
                  <a:lnTo>
                    <a:pt x="421957" y="178117"/>
                  </a:lnTo>
                  <a:lnTo>
                    <a:pt x="421481" y="177641"/>
                  </a:lnTo>
                  <a:lnTo>
                    <a:pt x="421386" y="177355"/>
                  </a:lnTo>
                  <a:lnTo>
                    <a:pt x="421100" y="176213"/>
                  </a:lnTo>
                  <a:lnTo>
                    <a:pt x="421005" y="175641"/>
                  </a:lnTo>
                  <a:lnTo>
                    <a:pt x="421100" y="175069"/>
                  </a:lnTo>
                  <a:lnTo>
                    <a:pt x="422434" y="172021"/>
                  </a:lnTo>
                  <a:lnTo>
                    <a:pt x="425767" y="166497"/>
                  </a:lnTo>
                  <a:lnTo>
                    <a:pt x="427006" y="161544"/>
                  </a:lnTo>
                  <a:lnTo>
                    <a:pt x="427768" y="160020"/>
                  </a:lnTo>
                  <a:lnTo>
                    <a:pt x="428339" y="158496"/>
                  </a:lnTo>
                  <a:lnTo>
                    <a:pt x="428053" y="156115"/>
                  </a:lnTo>
                  <a:lnTo>
                    <a:pt x="428625" y="154972"/>
                  </a:lnTo>
                  <a:lnTo>
                    <a:pt x="428530" y="154305"/>
                  </a:lnTo>
                  <a:lnTo>
                    <a:pt x="428149" y="153924"/>
                  </a:lnTo>
                  <a:lnTo>
                    <a:pt x="427387" y="153734"/>
                  </a:lnTo>
                  <a:lnTo>
                    <a:pt x="426148" y="153352"/>
                  </a:lnTo>
                  <a:lnTo>
                    <a:pt x="424910" y="153162"/>
                  </a:lnTo>
                  <a:lnTo>
                    <a:pt x="422624" y="151828"/>
                  </a:lnTo>
                  <a:lnTo>
                    <a:pt x="421481" y="151447"/>
                  </a:lnTo>
                  <a:lnTo>
                    <a:pt x="420814" y="151543"/>
                  </a:lnTo>
                  <a:lnTo>
                    <a:pt x="419481" y="152114"/>
                  </a:lnTo>
                  <a:lnTo>
                    <a:pt x="418719" y="152209"/>
                  </a:lnTo>
                  <a:lnTo>
                    <a:pt x="418147" y="152114"/>
                  </a:lnTo>
                  <a:lnTo>
                    <a:pt x="417005" y="151543"/>
                  </a:lnTo>
                  <a:lnTo>
                    <a:pt x="416433" y="151352"/>
                  </a:lnTo>
                  <a:lnTo>
                    <a:pt x="412337" y="151162"/>
                  </a:lnTo>
                  <a:lnTo>
                    <a:pt x="411289" y="150590"/>
                  </a:lnTo>
                  <a:lnTo>
                    <a:pt x="410718" y="150685"/>
                  </a:lnTo>
                  <a:lnTo>
                    <a:pt x="410051" y="151638"/>
                  </a:lnTo>
                  <a:lnTo>
                    <a:pt x="409289" y="153257"/>
                  </a:lnTo>
                  <a:lnTo>
                    <a:pt x="408242" y="154686"/>
                  </a:lnTo>
                  <a:lnTo>
                    <a:pt x="407003" y="155829"/>
                  </a:lnTo>
                  <a:lnTo>
                    <a:pt x="405479" y="156496"/>
                  </a:lnTo>
                  <a:lnTo>
                    <a:pt x="404146" y="156686"/>
                  </a:lnTo>
                  <a:lnTo>
                    <a:pt x="402907" y="156210"/>
                  </a:lnTo>
                  <a:lnTo>
                    <a:pt x="401955" y="155829"/>
                  </a:lnTo>
                  <a:lnTo>
                    <a:pt x="400717" y="155638"/>
                  </a:lnTo>
                  <a:lnTo>
                    <a:pt x="399955" y="155829"/>
                  </a:lnTo>
                  <a:lnTo>
                    <a:pt x="398240" y="156686"/>
                  </a:lnTo>
                  <a:lnTo>
                    <a:pt x="397383" y="156686"/>
                  </a:lnTo>
                  <a:lnTo>
                    <a:pt x="397002" y="156400"/>
                  </a:lnTo>
                  <a:lnTo>
                    <a:pt x="396716" y="155829"/>
                  </a:lnTo>
                  <a:lnTo>
                    <a:pt x="396526" y="155353"/>
                  </a:lnTo>
                  <a:lnTo>
                    <a:pt x="396240" y="155067"/>
                  </a:lnTo>
                  <a:lnTo>
                    <a:pt x="395192" y="154781"/>
                  </a:lnTo>
                  <a:lnTo>
                    <a:pt x="394335" y="154876"/>
                  </a:lnTo>
                  <a:lnTo>
                    <a:pt x="392239" y="155448"/>
                  </a:lnTo>
                  <a:lnTo>
                    <a:pt x="387572" y="156781"/>
                  </a:lnTo>
                  <a:lnTo>
                    <a:pt x="386620" y="156781"/>
                  </a:lnTo>
                  <a:lnTo>
                    <a:pt x="386620" y="155829"/>
                  </a:lnTo>
                  <a:lnTo>
                    <a:pt x="387286" y="154876"/>
                  </a:lnTo>
                  <a:lnTo>
                    <a:pt x="387477" y="154114"/>
                  </a:lnTo>
                  <a:lnTo>
                    <a:pt x="386334" y="153734"/>
                  </a:lnTo>
                  <a:lnTo>
                    <a:pt x="384905" y="154210"/>
                  </a:lnTo>
                  <a:lnTo>
                    <a:pt x="383762" y="155353"/>
                  </a:lnTo>
                  <a:lnTo>
                    <a:pt x="382524" y="156019"/>
                  </a:lnTo>
                  <a:lnTo>
                    <a:pt x="379476" y="155257"/>
                  </a:lnTo>
                  <a:lnTo>
                    <a:pt x="376809" y="155543"/>
                  </a:lnTo>
                  <a:lnTo>
                    <a:pt x="375380" y="155448"/>
                  </a:lnTo>
                  <a:lnTo>
                    <a:pt x="373380" y="154400"/>
                  </a:lnTo>
                  <a:lnTo>
                    <a:pt x="370427" y="150590"/>
                  </a:lnTo>
                  <a:lnTo>
                    <a:pt x="368808" y="148780"/>
                  </a:lnTo>
                  <a:lnTo>
                    <a:pt x="367474" y="148018"/>
                  </a:lnTo>
                  <a:lnTo>
                    <a:pt x="366617" y="147923"/>
                  </a:lnTo>
                  <a:lnTo>
                    <a:pt x="366236" y="148018"/>
                  </a:lnTo>
                  <a:lnTo>
                    <a:pt x="365665" y="148209"/>
                  </a:lnTo>
                  <a:lnTo>
                    <a:pt x="364045" y="148495"/>
                  </a:lnTo>
                  <a:lnTo>
                    <a:pt x="362712" y="148399"/>
                  </a:lnTo>
                  <a:lnTo>
                    <a:pt x="361569" y="147828"/>
                  </a:lnTo>
                  <a:lnTo>
                    <a:pt x="360712" y="146875"/>
                  </a:lnTo>
                  <a:lnTo>
                    <a:pt x="360235" y="145447"/>
                  </a:lnTo>
                  <a:lnTo>
                    <a:pt x="360235" y="145447"/>
                  </a:lnTo>
                  <a:lnTo>
                    <a:pt x="358807" y="144304"/>
                  </a:lnTo>
                  <a:lnTo>
                    <a:pt x="355092" y="144399"/>
                  </a:lnTo>
                  <a:lnTo>
                    <a:pt x="353473" y="143827"/>
                  </a:lnTo>
                  <a:lnTo>
                    <a:pt x="353092" y="143065"/>
                  </a:lnTo>
                  <a:lnTo>
                    <a:pt x="353282" y="141256"/>
                  </a:lnTo>
                  <a:lnTo>
                    <a:pt x="353092" y="140589"/>
                  </a:lnTo>
                  <a:lnTo>
                    <a:pt x="352330" y="139922"/>
                  </a:lnTo>
                  <a:lnTo>
                    <a:pt x="351377" y="139255"/>
                  </a:lnTo>
                  <a:lnTo>
                    <a:pt x="350330" y="138874"/>
                  </a:lnTo>
                  <a:lnTo>
                    <a:pt x="349377" y="138779"/>
                  </a:lnTo>
                  <a:lnTo>
                    <a:pt x="348710" y="139160"/>
                  </a:lnTo>
                  <a:lnTo>
                    <a:pt x="347567" y="140208"/>
                  </a:lnTo>
                  <a:lnTo>
                    <a:pt x="346805" y="140398"/>
                  </a:lnTo>
                  <a:lnTo>
                    <a:pt x="345948" y="140017"/>
                  </a:lnTo>
                  <a:lnTo>
                    <a:pt x="345281" y="139351"/>
                  </a:lnTo>
                  <a:lnTo>
                    <a:pt x="344519" y="138779"/>
                  </a:lnTo>
                  <a:lnTo>
                    <a:pt x="343662" y="138970"/>
                  </a:lnTo>
                  <a:lnTo>
                    <a:pt x="343186" y="139636"/>
                  </a:lnTo>
                  <a:lnTo>
                    <a:pt x="342995" y="140494"/>
                  </a:lnTo>
                  <a:lnTo>
                    <a:pt x="342995" y="141446"/>
                  </a:lnTo>
                  <a:lnTo>
                    <a:pt x="342900" y="142303"/>
                  </a:lnTo>
                  <a:lnTo>
                    <a:pt x="342519" y="143161"/>
                  </a:lnTo>
                  <a:lnTo>
                    <a:pt x="342043" y="143732"/>
                  </a:lnTo>
                  <a:lnTo>
                    <a:pt x="341757" y="144399"/>
                  </a:lnTo>
                  <a:lnTo>
                    <a:pt x="341757" y="145447"/>
                  </a:lnTo>
                  <a:lnTo>
                    <a:pt x="341757" y="146875"/>
                  </a:lnTo>
                  <a:lnTo>
                    <a:pt x="341757" y="146875"/>
                  </a:lnTo>
                  <a:lnTo>
                    <a:pt x="341376" y="147923"/>
                  </a:lnTo>
                  <a:lnTo>
                    <a:pt x="340709" y="148780"/>
                  </a:lnTo>
                  <a:lnTo>
                    <a:pt x="339566" y="149447"/>
                  </a:lnTo>
                  <a:lnTo>
                    <a:pt x="337661" y="150400"/>
                  </a:lnTo>
                  <a:lnTo>
                    <a:pt x="336899" y="150495"/>
                  </a:lnTo>
                  <a:lnTo>
                    <a:pt x="335851" y="150019"/>
                  </a:lnTo>
                  <a:lnTo>
                    <a:pt x="334137" y="148590"/>
                  </a:lnTo>
                  <a:lnTo>
                    <a:pt x="333661" y="148304"/>
                  </a:lnTo>
                  <a:lnTo>
                    <a:pt x="333184" y="148399"/>
                  </a:lnTo>
                  <a:lnTo>
                    <a:pt x="332708" y="148685"/>
                  </a:lnTo>
                  <a:lnTo>
                    <a:pt x="332327" y="148780"/>
                  </a:lnTo>
                  <a:lnTo>
                    <a:pt x="331756" y="148685"/>
                  </a:lnTo>
                  <a:lnTo>
                    <a:pt x="331280" y="148399"/>
                  </a:lnTo>
                  <a:lnTo>
                    <a:pt x="330041" y="146780"/>
                  </a:lnTo>
                  <a:lnTo>
                    <a:pt x="329184" y="146113"/>
                  </a:lnTo>
                  <a:lnTo>
                    <a:pt x="328136" y="145828"/>
                  </a:lnTo>
                  <a:lnTo>
                    <a:pt x="327088" y="145732"/>
                  </a:lnTo>
                  <a:lnTo>
                    <a:pt x="326041" y="145447"/>
                  </a:lnTo>
                  <a:lnTo>
                    <a:pt x="326041" y="145447"/>
                  </a:lnTo>
                  <a:lnTo>
                    <a:pt x="325945" y="145447"/>
                  </a:lnTo>
                  <a:lnTo>
                    <a:pt x="325184" y="144970"/>
                  </a:lnTo>
                  <a:lnTo>
                    <a:pt x="324802" y="144304"/>
                  </a:lnTo>
                  <a:lnTo>
                    <a:pt x="324517" y="142589"/>
                  </a:lnTo>
                  <a:lnTo>
                    <a:pt x="324136" y="141922"/>
                  </a:lnTo>
                  <a:lnTo>
                    <a:pt x="323659" y="141446"/>
                  </a:lnTo>
                  <a:lnTo>
                    <a:pt x="323564" y="140875"/>
                  </a:lnTo>
                  <a:lnTo>
                    <a:pt x="324040" y="139827"/>
                  </a:lnTo>
                  <a:lnTo>
                    <a:pt x="324421" y="138684"/>
                  </a:lnTo>
                  <a:lnTo>
                    <a:pt x="324326" y="137160"/>
                  </a:lnTo>
                  <a:lnTo>
                    <a:pt x="323755" y="136017"/>
                  </a:lnTo>
                  <a:lnTo>
                    <a:pt x="322707" y="135826"/>
                  </a:lnTo>
                  <a:lnTo>
                    <a:pt x="318135" y="140589"/>
                  </a:lnTo>
                  <a:lnTo>
                    <a:pt x="318230" y="141160"/>
                  </a:lnTo>
                  <a:lnTo>
                    <a:pt x="318802" y="142113"/>
                  </a:lnTo>
                  <a:lnTo>
                    <a:pt x="318992" y="142494"/>
                  </a:lnTo>
                  <a:lnTo>
                    <a:pt x="318897" y="142875"/>
                  </a:lnTo>
                  <a:lnTo>
                    <a:pt x="318706" y="143827"/>
                  </a:lnTo>
                  <a:lnTo>
                    <a:pt x="318706" y="144304"/>
                  </a:lnTo>
                  <a:lnTo>
                    <a:pt x="318611" y="144685"/>
                  </a:lnTo>
                  <a:lnTo>
                    <a:pt x="318706" y="145066"/>
                  </a:lnTo>
                  <a:lnTo>
                    <a:pt x="319183" y="145447"/>
                  </a:lnTo>
                  <a:lnTo>
                    <a:pt x="319183" y="145447"/>
                  </a:lnTo>
                  <a:lnTo>
                    <a:pt x="319183" y="145447"/>
                  </a:lnTo>
                  <a:lnTo>
                    <a:pt x="319183" y="145447"/>
                  </a:lnTo>
                  <a:lnTo>
                    <a:pt x="319659" y="146018"/>
                  </a:lnTo>
                  <a:lnTo>
                    <a:pt x="319659" y="146494"/>
                  </a:lnTo>
                  <a:lnTo>
                    <a:pt x="319564" y="146971"/>
                  </a:lnTo>
                  <a:lnTo>
                    <a:pt x="319564" y="147638"/>
                  </a:lnTo>
                  <a:lnTo>
                    <a:pt x="319849" y="148114"/>
                  </a:lnTo>
                  <a:lnTo>
                    <a:pt x="320135" y="148399"/>
                  </a:lnTo>
                  <a:lnTo>
                    <a:pt x="320421" y="148876"/>
                  </a:lnTo>
                  <a:lnTo>
                    <a:pt x="320421" y="149447"/>
                  </a:lnTo>
                  <a:lnTo>
                    <a:pt x="320135" y="149733"/>
                  </a:lnTo>
                  <a:lnTo>
                    <a:pt x="318516" y="151352"/>
                  </a:lnTo>
                  <a:lnTo>
                    <a:pt x="317754" y="151733"/>
                  </a:lnTo>
                  <a:lnTo>
                    <a:pt x="317373" y="151733"/>
                  </a:lnTo>
                  <a:lnTo>
                    <a:pt x="317182" y="151828"/>
                  </a:lnTo>
                  <a:lnTo>
                    <a:pt x="315944" y="151638"/>
                  </a:lnTo>
                  <a:lnTo>
                    <a:pt x="313468" y="151924"/>
                  </a:lnTo>
                  <a:lnTo>
                    <a:pt x="312515" y="151543"/>
                  </a:lnTo>
                  <a:lnTo>
                    <a:pt x="311944" y="150114"/>
                  </a:lnTo>
                  <a:lnTo>
                    <a:pt x="311944" y="148876"/>
                  </a:lnTo>
                  <a:lnTo>
                    <a:pt x="312230" y="147733"/>
                  </a:lnTo>
                  <a:lnTo>
                    <a:pt x="312230" y="146590"/>
                  </a:lnTo>
                  <a:lnTo>
                    <a:pt x="311563" y="145447"/>
                  </a:lnTo>
                  <a:lnTo>
                    <a:pt x="309753" y="143827"/>
                  </a:lnTo>
                  <a:lnTo>
                    <a:pt x="309181" y="142970"/>
                  </a:lnTo>
                  <a:lnTo>
                    <a:pt x="308705" y="141637"/>
                  </a:lnTo>
                  <a:lnTo>
                    <a:pt x="308705" y="140875"/>
                  </a:lnTo>
                  <a:lnTo>
                    <a:pt x="308800" y="140303"/>
                  </a:lnTo>
                  <a:lnTo>
                    <a:pt x="308705" y="139732"/>
                  </a:lnTo>
                  <a:lnTo>
                    <a:pt x="307753" y="138589"/>
                  </a:lnTo>
                  <a:lnTo>
                    <a:pt x="307467" y="137255"/>
                  </a:lnTo>
                  <a:lnTo>
                    <a:pt x="307276" y="136588"/>
                  </a:lnTo>
                  <a:lnTo>
                    <a:pt x="306514" y="135731"/>
                  </a:lnTo>
                  <a:lnTo>
                    <a:pt x="305371" y="134969"/>
                  </a:lnTo>
                  <a:lnTo>
                    <a:pt x="303085" y="133921"/>
                  </a:lnTo>
                  <a:lnTo>
                    <a:pt x="301657" y="133064"/>
                  </a:lnTo>
                  <a:lnTo>
                    <a:pt x="300514" y="132017"/>
                  </a:lnTo>
                  <a:lnTo>
                    <a:pt x="299561" y="130683"/>
                  </a:lnTo>
                  <a:lnTo>
                    <a:pt x="298704" y="129159"/>
                  </a:lnTo>
                  <a:lnTo>
                    <a:pt x="298609" y="126492"/>
                  </a:lnTo>
                  <a:lnTo>
                    <a:pt x="298323" y="125158"/>
                  </a:lnTo>
                  <a:lnTo>
                    <a:pt x="297656" y="125349"/>
                  </a:lnTo>
                  <a:lnTo>
                    <a:pt x="297466" y="125825"/>
                  </a:lnTo>
                  <a:lnTo>
                    <a:pt x="297466" y="126397"/>
                  </a:lnTo>
                  <a:lnTo>
                    <a:pt x="297370" y="126968"/>
                  </a:lnTo>
                  <a:lnTo>
                    <a:pt x="296989" y="127254"/>
                  </a:lnTo>
                  <a:lnTo>
                    <a:pt x="295942" y="127635"/>
                  </a:lnTo>
                  <a:lnTo>
                    <a:pt x="295465" y="128016"/>
                  </a:lnTo>
                  <a:lnTo>
                    <a:pt x="294037" y="130207"/>
                  </a:lnTo>
                  <a:lnTo>
                    <a:pt x="293370" y="130207"/>
                  </a:lnTo>
                  <a:lnTo>
                    <a:pt x="292703" y="129540"/>
                  </a:lnTo>
                  <a:lnTo>
                    <a:pt x="291655" y="128778"/>
                  </a:lnTo>
                  <a:lnTo>
                    <a:pt x="290513" y="128492"/>
                  </a:lnTo>
                  <a:lnTo>
                    <a:pt x="289274" y="128302"/>
                  </a:lnTo>
                  <a:lnTo>
                    <a:pt x="288036" y="128302"/>
                  </a:lnTo>
                  <a:lnTo>
                    <a:pt x="286893" y="128588"/>
                  </a:lnTo>
                  <a:lnTo>
                    <a:pt x="285369" y="127730"/>
                  </a:lnTo>
                  <a:lnTo>
                    <a:pt x="284607" y="127444"/>
                  </a:lnTo>
                  <a:lnTo>
                    <a:pt x="283750" y="127540"/>
                  </a:lnTo>
                  <a:lnTo>
                    <a:pt x="282988" y="128016"/>
                  </a:lnTo>
                  <a:lnTo>
                    <a:pt x="281749" y="129349"/>
                  </a:lnTo>
                  <a:lnTo>
                    <a:pt x="280892" y="129730"/>
                  </a:lnTo>
                  <a:lnTo>
                    <a:pt x="280035" y="129635"/>
                  </a:lnTo>
                  <a:lnTo>
                    <a:pt x="279463" y="129159"/>
                  </a:lnTo>
                  <a:lnTo>
                    <a:pt x="278987" y="128683"/>
                  </a:lnTo>
                  <a:lnTo>
                    <a:pt x="278320" y="128302"/>
                  </a:lnTo>
                  <a:lnTo>
                    <a:pt x="277654" y="128397"/>
                  </a:lnTo>
                  <a:lnTo>
                    <a:pt x="276225" y="129064"/>
                  </a:lnTo>
                  <a:lnTo>
                    <a:pt x="275463" y="129254"/>
                  </a:lnTo>
                  <a:lnTo>
                    <a:pt x="274606" y="129254"/>
                  </a:lnTo>
                  <a:lnTo>
                    <a:pt x="273653" y="128968"/>
                  </a:lnTo>
                  <a:lnTo>
                    <a:pt x="272701" y="128588"/>
                  </a:lnTo>
                  <a:lnTo>
                    <a:pt x="270986" y="127063"/>
                  </a:lnTo>
                  <a:lnTo>
                    <a:pt x="269938" y="127254"/>
                  </a:lnTo>
                  <a:lnTo>
                    <a:pt x="268891" y="127825"/>
                  </a:lnTo>
                  <a:lnTo>
                    <a:pt x="267557" y="127730"/>
                  </a:lnTo>
                  <a:lnTo>
                    <a:pt x="266414" y="127063"/>
                  </a:lnTo>
                  <a:lnTo>
                    <a:pt x="266033" y="126206"/>
                  </a:lnTo>
                  <a:lnTo>
                    <a:pt x="266128" y="125444"/>
                  </a:lnTo>
                  <a:lnTo>
                    <a:pt x="266319" y="123634"/>
                  </a:lnTo>
                  <a:lnTo>
                    <a:pt x="266319" y="122492"/>
                  </a:lnTo>
                  <a:lnTo>
                    <a:pt x="265938" y="119253"/>
                  </a:lnTo>
                  <a:lnTo>
                    <a:pt x="266224" y="118681"/>
                  </a:lnTo>
                  <a:lnTo>
                    <a:pt x="267557" y="117824"/>
                  </a:lnTo>
                  <a:lnTo>
                    <a:pt x="267938" y="117062"/>
                  </a:lnTo>
                  <a:lnTo>
                    <a:pt x="267938" y="115919"/>
                  </a:lnTo>
                  <a:lnTo>
                    <a:pt x="268034" y="115538"/>
                  </a:lnTo>
                  <a:lnTo>
                    <a:pt x="268319" y="115157"/>
                  </a:lnTo>
                  <a:lnTo>
                    <a:pt x="269272" y="114776"/>
                  </a:lnTo>
                  <a:lnTo>
                    <a:pt x="269653" y="114490"/>
                  </a:lnTo>
                  <a:lnTo>
                    <a:pt x="269938" y="113919"/>
                  </a:lnTo>
                  <a:lnTo>
                    <a:pt x="270129" y="113443"/>
                  </a:lnTo>
                  <a:lnTo>
                    <a:pt x="270700" y="110395"/>
                  </a:lnTo>
                  <a:lnTo>
                    <a:pt x="270319" y="109728"/>
                  </a:lnTo>
                  <a:lnTo>
                    <a:pt x="267748" y="108871"/>
                  </a:lnTo>
                  <a:lnTo>
                    <a:pt x="265747" y="107537"/>
                  </a:lnTo>
                  <a:lnTo>
                    <a:pt x="264700" y="107156"/>
                  </a:lnTo>
                  <a:lnTo>
                    <a:pt x="263557" y="107347"/>
                  </a:lnTo>
                  <a:lnTo>
                    <a:pt x="263176" y="107728"/>
                  </a:lnTo>
                  <a:lnTo>
                    <a:pt x="262795" y="108204"/>
                  </a:lnTo>
                  <a:lnTo>
                    <a:pt x="262318" y="109252"/>
                  </a:lnTo>
                  <a:lnTo>
                    <a:pt x="261938" y="109728"/>
                  </a:lnTo>
                  <a:lnTo>
                    <a:pt x="261556" y="110014"/>
                  </a:lnTo>
                  <a:lnTo>
                    <a:pt x="260985" y="110109"/>
                  </a:lnTo>
                  <a:lnTo>
                    <a:pt x="259461" y="110966"/>
                  </a:lnTo>
                  <a:lnTo>
                    <a:pt x="259175" y="111347"/>
                  </a:lnTo>
                  <a:lnTo>
                    <a:pt x="258509" y="112681"/>
                  </a:lnTo>
                  <a:lnTo>
                    <a:pt x="258032" y="113062"/>
                  </a:lnTo>
                  <a:lnTo>
                    <a:pt x="257556" y="113252"/>
                  </a:lnTo>
                  <a:lnTo>
                    <a:pt x="256984" y="113157"/>
                  </a:lnTo>
                  <a:lnTo>
                    <a:pt x="256127" y="112871"/>
                  </a:lnTo>
                  <a:lnTo>
                    <a:pt x="255460" y="112776"/>
                  </a:lnTo>
                  <a:lnTo>
                    <a:pt x="252603" y="112967"/>
                  </a:lnTo>
                  <a:lnTo>
                    <a:pt x="251936" y="112871"/>
                  </a:lnTo>
                  <a:lnTo>
                    <a:pt x="251269" y="112585"/>
                  </a:lnTo>
                  <a:lnTo>
                    <a:pt x="250317" y="111919"/>
                  </a:lnTo>
                  <a:lnTo>
                    <a:pt x="248984" y="110299"/>
                  </a:lnTo>
                  <a:lnTo>
                    <a:pt x="247936" y="109728"/>
                  </a:lnTo>
                  <a:lnTo>
                    <a:pt x="245554" y="109633"/>
                  </a:lnTo>
                  <a:lnTo>
                    <a:pt x="244888" y="109156"/>
                  </a:lnTo>
                  <a:lnTo>
                    <a:pt x="245173" y="106394"/>
                  </a:lnTo>
                  <a:lnTo>
                    <a:pt x="244507" y="105918"/>
                  </a:lnTo>
                  <a:lnTo>
                    <a:pt x="243554" y="105727"/>
                  </a:lnTo>
                  <a:lnTo>
                    <a:pt x="242506" y="105346"/>
                  </a:lnTo>
                  <a:lnTo>
                    <a:pt x="242125" y="104870"/>
                  </a:lnTo>
                  <a:lnTo>
                    <a:pt x="241649" y="103822"/>
                  </a:lnTo>
                  <a:lnTo>
                    <a:pt x="241173" y="103537"/>
                  </a:lnTo>
                  <a:lnTo>
                    <a:pt x="238220" y="103060"/>
                  </a:lnTo>
                  <a:lnTo>
                    <a:pt x="237172" y="102679"/>
                  </a:lnTo>
                  <a:lnTo>
                    <a:pt x="236315" y="102203"/>
                  </a:lnTo>
                  <a:lnTo>
                    <a:pt x="235458" y="101822"/>
                  </a:lnTo>
                  <a:lnTo>
                    <a:pt x="234220" y="101822"/>
                  </a:lnTo>
                  <a:lnTo>
                    <a:pt x="232886" y="101441"/>
                  </a:lnTo>
                  <a:lnTo>
                    <a:pt x="232219" y="100298"/>
                  </a:lnTo>
                  <a:lnTo>
                    <a:pt x="231457" y="97536"/>
                  </a:lnTo>
                  <a:lnTo>
                    <a:pt x="230981" y="96964"/>
                  </a:lnTo>
                  <a:lnTo>
                    <a:pt x="229838" y="96012"/>
                  </a:lnTo>
                  <a:lnTo>
                    <a:pt x="228981" y="94583"/>
                  </a:lnTo>
                  <a:lnTo>
                    <a:pt x="228409" y="94107"/>
                  </a:lnTo>
                  <a:lnTo>
                    <a:pt x="227838" y="93821"/>
                  </a:lnTo>
                  <a:lnTo>
                    <a:pt x="224218" y="93059"/>
                  </a:lnTo>
                  <a:lnTo>
                    <a:pt x="221551" y="91440"/>
                  </a:lnTo>
                  <a:lnTo>
                    <a:pt x="220980" y="90678"/>
                  </a:lnTo>
                  <a:lnTo>
                    <a:pt x="220027" y="89059"/>
                  </a:lnTo>
                  <a:lnTo>
                    <a:pt x="221361" y="83915"/>
                  </a:lnTo>
                  <a:lnTo>
                    <a:pt x="220789" y="83153"/>
                  </a:lnTo>
                  <a:lnTo>
                    <a:pt x="219551" y="82772"/>
                  </a:lnTo>
                  <a:lnTo>
                    <a:pt x="218408" y="82010"/>
                  </a:lnTo>
                  <a:lnTo>
                    <a:pt x="218122" y="80200"/>
                  </a:lnTo>
                  <a:lnTo>
                    <a:pt x="217932" y="79629"/>
                  </a:lnTo>
                  <a:lnTo>
                    <a:pt x="217551" y="79153"/>
                  </a:lnTo>
                  <a:lnTo>
                    <a:pt x="216408" y="78010"/>
                  </a:lnTo>
                  <a:lnTo>
                    <a:pt x="216122" y="76867"/>
                  </a:lnTo>
                  <a:lnTo>
                    <a:pt x="216598" y="75914"/>
                  </a:lnTo>
                  <a:lnTo>
                    <a:pt x="217360" y="74962"/>
                  </a:lnTo>
                  <a:lnTo>
                    <a:pt x="217646" y="73914"/>
                  </a:lnTo>
                  <a:lnTo>
                    <a:pt x="217360" y="73057"/>
                  </a:lnTo>
                  <a:lnTo>
                    <a:pt x="216598" y="72961"/>
                  </a:lnTo>
                  <a:lnTo>
                    <a:pt x="215741" y="73152"/>
                  </a:lnTo>
                  <a:lnTo>
                    <a:pt x="215074" y="72961"/>
                  </a:lnTo>
                  <a:lnTo>
                    <a:pt x="214693" y="72295"/>
                  </a:lnTo>
                  <a:lnTo>
                    <a:pt x="214408" y="70675"/>
                  </a:lnTo>
                  <a:lnTo>
                    <a:pt x="213836" y="70104"/>
                  </a:lnTo>
                  <a:lnTo>
                    <a:pt x="212979" y="70104"/>
                  </a:lnTo>
                  <a:lnTo>
                    <a:pt x="211931" y="70485"/>
                  </a:lnTo>
                  <a:lnTo>
                    <a:pt x="210979" y="70675"/>
                  </a:lnTo>
                  <a:lnTo>
                    <a:pt x="210312" y="69913"/>
                  </a:lnTo>
                  <a:lnTo>
                    <a:pt x="209836" y="69247"/>
                  </a:lnTo>
                  <a:lnTo>
                    <a:pt x="209169" y="69151"/>
                  </a:lnTo>
                  <a:lnTo>
                    <a:pt x="208502" y="69342"/>
                  </a:lnTo>
                  <a:lnTo>
                    <a:pt x="207835" y="69628"/>
                  </a:lnTo>
                  <a:lnTo>
                    <a:pt x="207740" y="68866"/>
                  </a:lnTo>
                  <a:lnTo>
                    <a:pt x="207454" y="68389"/>
                  </a:lnTo>
                  <a:lnTo>
                    <a:pt x="206978" y="68104"/>
                  </a:lnTo>
                  <a:lnTo>
                    <a:pt x="206311" y="68008"/>
                  </a:lnTo>
                  <a:lnTo>
                    <a:pt x="205645" y="68008"/>
                  </a:lnTo>
                  <a:lnTo>
                    <a:pt x="204597" y="68104"/>
                  </a:lnTo>
                  <a:lnTo>
                    <a:pt x="202978" y="68580"/>
                  </a:lnTo>
                  <a:lnTo>
                    <a:pt x="202692" y="68866"/>
                  </a:lnTo>
                  <a:lnTo>
                    <a:pt x="202216" y="69723"/>
                  </a:lnTo>
                  <a:lnTo>
                    <a:pt x="201835" y="69913"/>
                  </a:lnTo>
                  <a:lnTo>
                    <a:pt x="200596" y="70294"/>
                  </a:lnTo>
                  <a:lnTo>
                    <a:pt x="198215" y="71438"/>
                  </a:lnTo>
                  <a:lnTo>
                    <a:pt x="197072" y="71533"/>
                  </a:lnTo>
                  <a:lnTo>
                    <a:pt x="195739" y="71438"/>
                  </a:lnTo>
                  <a:lnTo>
                    <a:pt x="194405" y="71438"/>
                  </a:lnTo>
                  <a:lnTo>
                    <a:pt x="193072" y="71914"/>
                  </a:lnTo>
                  <a:lnTo>
                    <a:pt x="192024" y="72961"/>
                  </a:lnTo>
                  <a:lnTo>
                    <a:pt x="191643" y="73914"/>
                  </a:lnTo>
                  <a:lnTo>
                    <a:pt x="191452" y="75057"/>
                  </a:lnTo>
                  <a:lnTo>
                    <a:pt x="190976" y="75819"/>
                  </a:lnTo>
                  <a:lnTo>
                    <a:pt x="190976" y="75914"/>
                  </a:lnTo>
                  <a:lnTo>
                    <a:pt x="190119" y="76200"/>
                  </a:lnTo>
                  <a:lnTo>
                    <a:pt x="189357" y="76200"/>
                  </a:lnTo>
                  <a:lnTo>
                    <a:pt x="187261" y="75724"/>
                  </a:lnTo>
                  <a:lnTo>
                    <a:pt x="186595" y="75438"/>
                  </a:lnTo>
                  <a:lnTo>
                    <a:pt x="186023" y="74962"/>
                  </a:lnTo>
                  <a:lnTo>
                    <a:pt x="184690" y="74771"/>
                  </a:lnTo>
                  <a:lnTo>
                    <a:pt x="184023" y="74485"/>
                  </a:lnTo>
                  <a:lnTo>
                    <a:pt x="183737" y="74009"/>
                  </a:lnTo>
                  <a:lnTo>
                    <a:pt x="183547" y="73342"/>
                  </a:lnTo>
                  <a:lnTo>
                    <a:pt x="183451" y="72104"/>
                  </a:lnTo>
                  <a:lnTo>
                    <a:pt x="182975" y="69818"/>
                  </a:lnTo>
                  <a:lnTo>
                    <a:pt x="182499" y="68961"/>
                  </a:lnTo>
                  <a:lnTo>
                    <a:pt x="181546" y="68294"/>
                  </a:lnTo>
                  <a:lnTo>
                    <a:pt x="180118" y="67723"/>
                  </a:lnTo>
                  <a:lnTo>
                    <a:pt x="179451" y="67151"/>
                  </a:lnTo>
                  <a:lnTo>
                    <a:pt x="178975" y="65437"/>
                  </a:lnTo>
                  <a:lnTo>
                    <a:pt x="178498" y="65056"/>
                  </a:lnTo>
                  <a:lnTo>
                    <a:pt x="177832" y="64675"/>
                  </a:lnTo>
                  <a:lnTo>
                    <a:pt x="177165" y="64103"/>
                  </a:lnTo>
                  <a:lnTo>
                    <a:pt x="176879" y="63246"/>
                  </a:lnTo>
                  <a:lnTo>
                    <a:pt x="176974" y="62579"/>
                  </a:lnTo>
                  <a:lnTo>
                    <a:pt x="176879" y="61913"/>
                  </a:lnTo>
                  <a:lnTo>
                    <a:pt x="175260" y="60579"/>
                  </a:lnTo>
                  <a:lnTo>
                    <a:pt x="175165" y="59817"/>
                  </a:lnTo>
                  <a:lnTo>
                    <a:pt x="175355" y="58864"/>
                  </a:lnTo>
                  <a:lnTo>
                    <a:pt x="175165" y="57817"/>
                  </a:lnTo>
                  <a:lnTo>
                    <a:pt x="173736" y="56388"/>
                  </a:lnTo>
                  <a:lnTo>
                    <a:pt x="170402" y="57055"/>
                  </a:lnTo>
                  <a:lnTo>
                    <a:pt x="169450" y="55817"/>
                  </a:lnTo>
                  <a:lnTo>
                    <a:pt x="169545" y="55054"/>
                  </a:lnTo>
                  <a:lnTo>
                    <a:pt x="169831" y="54673"/>
                  </a:lnTo>
                  <a:lnTo>
                    <a:pt x="170117" y="54292"/>
                  </a:lnTo>
                  <a:lnTo>
                    <a:pt x="170307" y="53816"/>
                  </a:lnTo>
                  <a:lnTo>
                    <a:pt x="170212" y="52959"/>
                  </a:lnTo>
                  <a:lnTo>
                    <a:pt x="169735" y="52102"/>
                  </a:lnTo>
                  <a:lnTo>
                    <a:pt x="168497" y="50863"/>
                  </a:lnTo>
                  <a:lnTo>
                    <a:pt x="168116" y="50673"/>
                  </a:lnTo>
                  <a:lnTo>
                    <a:pt x="167259" y="50387"/>
                  </a:lnTo>
                  <a:lnTo>
                    <a:pt x="166878" y="50101"/>
                  </a:lnTo>
                  <a:lnTo>
                    <a:pt x="166688" y="49816"/>
                  </a:lnTo>
                  <a:lnTo>
                    <a:pt x="166497" y="49054"/>
                  </a:lnTo>
                  <a:lnTo>
                    <a:pt x="166306" y="48673"/>
                  </a:lnTo>
                  <a:lnTo>
                    <a:pt x="165640" y="48196"/>
                  </a:lnTo>
                  <a:lnTo>
                    <a:pt x="164973" y="47911"/>
                  </a:lnTo>
                  <a:lnTo>
                    <a:pt x="164401" y="47911"/>
                  </a:lnTo>
                  <a:lnTo>
                    <a:pt x="163163" y="48006"/>
                  </a:lnTo>
                  <a:lnTo>
                    <a:pt x="161734" y="48387"/>
                  </a:lnTo>
                  <a:lnTo>
                    <a:pt x="161353" y="48482"/>
                  </a:lnTo>
                  <a:lnTo>
                    <a:pt x="161163" y="49149"/>
                  </a:lnTo>
                  <a:lnTo>
                    <a:pt x="160972" y="50006"/>
                  </a:lnTo>
                  <a:lnTo>
                    <a:pt x="160687" y="50673"/>
                  </a:lnTo>
                  <a:lnTo>
                    <a:pt x="159925" y="50673"/>
                  </a:lnTo>
                  <a:lnTo>
                    <a:pt x="159353" y="50292"/>
                  </a:lnTo>
                  <a:lnTo>
                    <a:pt x="158591" y="48768"/>
                  </a:lnTo>
                  <a:lnTo>
                    <a:pt x="158210" y="48196"/>
                  </a:lnTo>
                  <a:lnTo>
                    <a:pt x="155162" y="45529"/>
                  </a:lnTo>
                  <a:lnTo>
                    <a:pt x="154591" y="45434"/>
                  </a:lnTo>
                  <a:lnTo>
                    <a:pt x="153448" y="45625"/>
                  </a:lnTo>
                  <a:lnTo>
                    <a:pt x="152876" y="45529"/>
                  </a:lnTo>
                  <a:lnTo>
                    <a:pt x="152400" y="45244"/>
                  </a:lnTo>
                  <a:lnTo>
                    <a:pt x="151638" y="44291"/>
                  </a:lnTo>
                  <a:lnTo>
                    <a:pt x="151162" y="44101"/>
                  </a:lnTo>
                  <a:lnTo>
                    <a:pt x="150114" y="44577"/>
                  </a:lnTo>
                  <a:lnTo>
                    <a:pt x="148971" y="45434"/>
                  </a:lnTo>
                  <a:lnTo>
                    <a:pt x="147828" y="45815"/>
                  </a:lnTo>
                  <a:lnTo>
                    <a:pt x="147066" y="44767"/>
                  </a:lnTo>
                  <a:lnTo>
                    <a:pt x="146780" y="44005"/>
                  </a:lnTo>
                  <a:lnTo>
                    <a:pt x="146209" y="43624"/>
                  </a:lnTo>
                  <a:lnTo>
                    <a:pt x="145542" y="43434"/>
                  </a:lnTo>
                  <a:lnTo>
                    <a:pt x="144970" y="43053"/>
                  </a:lnTo>
                  <a:lnTo>
                    <a:pt x="144304" y="42577"/>
                  </a:lnTo>
                  <a:lnTo>
                    <a:pt x="143351" y="41053"/>
                  </a:lnTo>
                  <a:lnTo>
                    <a:pt x="140208" y="38481"/>
                  </a:lnTo>
                  <a:lnTo>
                    <a:pt x="139732" y="37528"/>
                  </a:lnTo>
                  <a:lnTo>
                    <a:pt x="139827" y="36767"/>
                  </a:lnTo>
                  <a:lnTo>
                    <a:pt x="140113" y="36195"/>
                  </a:lnTo>
                  <a:lnTo>
                    <a:pt x="140113" y="35719"/>
                  </a:lnTo>
                  <a:lnTo>
                    <a:pt x="139446" y="35242"/>
                  </a:lnTo>
                  <a:lnTo>
                    <a:pt x="138874" y="35242"/>
                  </a:lnTo>
                  <a:lnTo>
                    <a:pt x="137827" y="35623"/>
                  </a:lnTo>
                  <a:lnTo>
                    <a:pt x="137255" y="35623"/>
                  </a:lnTo>
                  <a:lnTo>
                    <a:pt x="136398" y="34957"/>
                  </a:lnTo>
                  <a:lnTo>
                    <a:pt x="132302" y="29908"/>
                  </a:lnTo>
                  <a:lnTo>
                    <a:pt x="131350" y="29337"/>
                  </a:lnTo>
                  <a:lnTo>
                    <a:pt x="128873" y="28575"/>
                  </a:lnTo>
                  <a:lnTo>
                    <a:pt x="127825" y="28003"/>
                  </a:lnTo>
                  <a:lnTo>
                    <a:pt x="126873" y="27337"/>
                  </a:lnTo>
                  <a:lnTo>
                    <a:pt x="126016" y="26479"/>
                  </a:lnTo>
                  <a:lnTo>
                    <a:pt x="125349" y="25622"/>
                  </a:lnTo>
                  <a:lnTo>
                    <a:pt x="124587" y="25051"/>
                  </a:lnTo>
                  <a:lnTo>
                    <a:pt x="123730" y="25051"/>
                  </a:lnTo>
                  <a:lnTo>
                    <a:pt x="122968" y="25241"/>
                  </a:lnTo>
                  <a:lnTo>
                    <a:pt x="122110" y="25051"/>
                  </a:lnTo>
                  <a:lnTo>
                    <a:pt x="121634" y="24670"/>
                  </a:lnTo>
                  <a:lnTo>
                    <a:pt x="120967" y="23717"/>
                  </a:lnTo>
                  <a:lnTo>
                    <a:pt x="120586" y="23336"/>
                  </a:lnTo>
                  <a:lnTo>
                    <a:pt x="119348" y="23050"/>
                  </a:lnTo>
                  <a:lnTo>
                    <a:pt x="118300" y="23050"/>
                  </a:lnTo>
                  <a:lnTo>
                    <a:pt x="117253" y="22860"/>
                  </a:lnTo>
                  <a:lnTo>
                    <a:pt x="114871" y="21336"/>
                  </a:lnTo>
                  <a:lnTo>
                    <a:pt x="113919" y="21526"/>
                  </a:lnTo>
                  <a:lnTo>
                    <a:pt x="112967" y="21907"/>
                  </a:lnTo>
                  <a:lnTo>
                    <a:pt x="111919" y="21717"/>
                  </a:lnTo>
                  <a:lnTo>
                    <a:pt x="111347" y="21050"/>
                  </a:lnTo>
                  <a:lnTo>
                    <a:pt x="110871" y="19812"/>
                  </a:lnTo>
                  <a:lnTo>
                    <a:pt x="110585" y="18574"/>
                  </a:lnTo>
                  <a:lnTo>
                    <a:pt x="110490" y="17717"/>
                  </a:lnTo>
                  <a:lnTo>
                    <a:pt x="111728" y="15430"/>
                  </a:lnTo>
                  <a:lnTo>
                    <a:pt x="112014" y="14288"/>
                  </a:lnTo>
                  <a:lnTo>
                    <a:pt x="111157" y="13525"/>
                  </a:lnTo>
                  <a:lnTo>
                    <a:pt x="109823" y="13049"/>
                  </a:lnTo>
                  <a:lnTo>
                    <a:pt x="108871" y="12287"/>
                  </a:lnTo>
                  <a:lnTo>
                    <a:pt x="108299" y="11239"/>
                  </a:lnTo>
                  <a:lnTo>
                    <a:pt x="108109" y="9715"/>
                  </a:lnTo>
                  <a:lnTo>
                    <a:pt x="108680" y="6191"/>
                  </a:lnTo>
                  <a:lnTo>
                    <a:pt x="108490" y="5239"/>
                  </a:lnTo>
                  <a:lnTo>
                    <a:pt x="107632" y="4858"/>
                  </a:lnTo>
                  <a:lnTo>
                    <a:pt x="106394" y="4667"/>
                  </a:lnTo>
                  <a:lnTo>
                    <a:pt x="104203" y="4858"/>
                  </a:lnTo>
                  <a:lnTo>
                    <a:pt x="103632" y="5048"/>
                  </a:lnTo>
                  <a:lnTo>
                    <a:pt x="103156" y="5239"/>
                  </a:lnTo>
                  <a:lnTo>
                    <a:pt x="102679" y="5429"/>
                  </a:lnTo>
                  <a:lnTo>
                    <a:pt x="102108" y="5334"/>
                  </a:lnTo>
                  <a:lnTo>
                    <a:pt x="101822" y="5048"/>
                  </a:lnTo>
                  <a:lnTo>
                    <a:pt x="101155" y="4096"/>
                  </a:lnTo>
                  <a:lnTo>
                    <a:pt x="100679" y="3810"/>
                  </a:lnTo>
                  <a:lnTo>
                    <a:pt x="99631" y="3619"/>
                  </a:lnTo>
                  <a:lnTo>
                    <a:pt x="97822" y="3715"/>
                  </a:lnTo>
                  <a:lnTo>
                    <a:pt x="95536" y="2762"/>
                  </a:lnTo>
                  <a:lnTo>
                    <a:pt x="94393" y="2953"/>
                  </a:lnTo>
                  <a:lnTo>
                    <a:pt x="93345" y="3334"/>
                  </a:lnTo>
                  <a:lnTo>
                    <a:pt x="92107" y="3524"/>
                  </a:lnTo>
                  <a:lnTo>
                    <a:pt x="90964" y="3238"/>
                  </a:lnTo>
                  <a:lnTo>
                    <a:pt x="84582" y="381"/>
                  </a:lnTo>
                  <a:lnTo>
                    <a:pt x="83439" y="0"/>
                  </a:lnTo>
                  <a:lnTo>
                    <a:pt x="82296" y="95"/>
                  </a:lnTo>
                  <a:lnTo>
                    <a:pt x="81915" y="476"/>
                  </a:lnTo>
                  <a:lnTo>
                    <a:pt x="81724" y="1048"/>
                  </a:lnTo>
                  <a:lnTo>
                    <a:pt x="81439" y="1524"/>
                  </a:lnTo>
                  <a:lnTo>
                    <a:pt x="80772" y="1905"/>
                  </a:lnTo>
                  <a:lnTo>
                    <a:pt x="79724" y="2095"/>
                  </a:lnTo>
                  <a:lnTo>
                    <a:pt x="79343" y="2286"/>
                  </a:lnTo>
                  <a:lnTo>
                    <a:pt x="79153" y="2762"/>
                  </a:lnTo>
                  <a:lnTo>
                    <a:pt x="78486" y="5143"/>
                  </a:lnTo>
                  <a:lnTo>
                    <a:pt x="77914" y="5334"/>
                  </a:lnTo>
                  <a:lnTo>
                    <a:pt x="76581" y="5143"/>
                  </a:lnTo>
                  <a:lnTo>
                    <a:pt x="75438" y="4572"/>
                  </a:lnTo>
                  <a:lnTo>
                    <a:pt x="73533" y="2667"/>
                  </a:lnTo>
                  <a:lnTo>
                    <a:pt x="72580" y="2286"/>
                  </a:lnTo>
                  <a:lnTo>
                    <a:pt x="71533" y="2572"/>
                  </a:lnTo>
                  <a:lnTo>
                    <a:pt x="71342" y="3334"/>
                  </a:lnTo>
                  <a:lnTo>
                    <a:pt x="71533" y="4381"/>
                  </a:lnTo>
                  <a:lnTo>
                    <a:pt x="71247" y="5143"/>
                  </a:lnTo>
                  <a:lnTo>
                    <a:pt x="70675" y="6096"/>
                  </a:lnTo>
                  <a:lnTo>
                    <a:pt x="70485" y="7048"/>
                  </a:lnTo>
                  <a:lnTo>
                    <a:pt x="70485" y="9144"/>
                  </a:lnTo>
                  <a:lnTo>
                    <a:pt x="70580" y="9715"/>
                  </a:lnTo>
                  <a:lnTo>
                    <a:pt x="70961" y="10668"/>
                  </a:lnTo>
                  <a:lnTo>
                    <a:pt x="70961" y="11144"/>
                  </a:lnTo>
                  <a:lnTo>
                    <a:pt x="70771" y="11716"/>
                  </a:lnTo>
                  <a:lnTo>
                    <a:pt x="70199" y="12859"/>
                  </a:lnTo>
                  <a:lnTo>
                    <a:pt x="69913" y="14764"/>
                  </a:lnTo>
                  <a:lnTo>
                    <a:pt x="69532" y="15716"/>
                  </a:lnTo>
                  <a:lnTo>
                    <a:pt x="68866" y="16573"/>
                  </a:lnTo>
                  <a:lnTo>
                    <a:pt x="68104" y="17145"/>
                  </a:lnTo>
                  <a:lnTo>
                    <a:pt x="67437" y="17240"/>
                  </a:lnTo>
                  <a:lnTo>
                    <a:pt x="66580" y="17240"/>
                  </a:lnTo>
                  <a:lnTo>
                    <a:pt x="65722" y="17240"/>
                  </a:lnTo>
                  <a:lnTo>
                    <a:pt x="65151" y="17717"/>
                  </a:lnTo>
                  <a:lnTo>
                    <a:pt x="65151" y="18097"/>
                  </a:lnTo>
                  <a:lnTo>
                    <a:pt x="65532" y="19050"/>
                  </a:lnTo>
                  <a:lnTo>
                    <a:pt x="65627" y="19526"/>
                  </a:lnTo>
                  <a:lnTo>
                    <a:pt x="65437" y="20383"/>
                  </a:lnTo>
                  <a:lnTo>
                    <a:pt x="65246" y="20860"/>
                  </a:lnTo>
                  <a:lnTo>
                    <a:pt x="65151" y="21050"/>
                  </a:lnTo>
                  <a:lnTo>
                    <a:pt x="64675" y="21431"/>
                  </a:lnTo>
                  <a:lnTo>
                    <a:pt x="63722" y="21717"/>
                  </a:lnTo>
                  <a:lnTo>
                    <a:pt x="62960" y="22193"/>
                  </a:lnTo>
                  <a:lnTo>
                    <a:pt x="63055" y="23908"/>
                  </a:lnTo>
                  <a:lnTo>
                    <a:pt x="62484" y="24765"/>
                  </a:lnTo>
                  <a:lnTo>
                    <a:pt x="61341" y="24955"/>
                  </a:lnTo>
                  <a:lnTo>
                    <a:pt x="58864" y="23908"/>
                  </a:lnTo>
                  <a:lnTo>
                    <a:pt x="57626" y="23908"/>
                  </a:lnTo>
                  <a:lnTo>
                    <a:pt x="56197" y="24289"/>
                  </a:lnTo>
                  <a:lnTo>
                    <a:pt x="55531" y="23717"/>
                  </a:lnTo>
                  <a:lnTo>
                    <a:pt x="55531" y="23622"/>
                  </a:lnTo>
                  <a:lnTo>
                    <a:pt x="54959" y="20955"/>
                  </a:lnTo>
                  <a:lnTo>
                    <a:pt x="54578" y="20002"/>
                  </a:lnTo>
                  <a:lnTo>
                    <a:pt x="53340" y="18002"/>
                  </a:lnTo>
                  <a:lnTo>
                    <a:pt x="52673" y="16002"/>
                  </a:lnTo>
                  <a:lnTo>
                    <a:pt x="52102" y="14859"/>
                  </a:lnTo>
                  <a:lnTo>
                    <a:pt x="51435" y="13811"/>
                  </a:lnTo>
                  <a:lnTo>
                    <a:pt x="50863" y="13335"/>
                  </a:lnTo>
                  <a:lnTo>
                    <a:pt x="50482" y="13335"/>
                  </a:lnTo>
                  <a:lnTo>
                    <a:pt x="46958" y="14573"/>
                  </a:lnTo>
                  <a:lnTo>
                    <a:pt x="46006" y="14383"/>
                  </a:lnTo>
                  <a:lnTo>
                    <a:pt x="45529" y="13240"/>
                  </a:lnTo>
                  <a:lnTo>
                    <a:pt x="44958" y="12478"/>
                  </a:lnTo>
                  <a:lnTo>
                    <a:pt x="44101" y="13144"/>
                  </a:lnTo>
                  <a:lnTo>
                    <a:pt x="43243" y="14288"/>
                  </a:lnTo>
                  <a:lnTo>
                    <a:pt x="42481" y="14954"/>
                  </a:lnTo>
                  <a:lnTo>
                    <a:pt x="43148" y="16573"/>
                  </a:lnTo>
                  <a:lnTo>
                    <a:pt x="42100" y="18193"/>
                  </a:lnTo>
                  <a:lnTo>
                    <a:pt x="38957" y="20574"/>
                  </a:lnTo>
                  <a:lnTo>
                    <a:pt x="38195" y="21336"/>
                  </a:lnTo>
                  <a:lnTo>
                    <a:pt x="36671" y="23908"/>
                  </a:lnTo>
                  <a:lnTo>
                    <a:pt x="36100" y="24479"/>
                  </a:lnTo>
                  <a:lnTo>
                    <a:pt x="34195" y="25717"/>
                  </a:lnTo>
                  <a:lnTo>
                    <a:pt x="32861" y="27051"/>
                  </a:lnTo>
                  <a:lnTo>
                    <a:pt x="32194" y="27527"/>
                  </a:lnTo>
                  <a:lnTo>
                    <a:pt x="31147" y="27813"/>
                  </a:lnTo>
                  <a:lnTo>
                    <a:pt x="29242" y="28003"/>
                  </a:lnTo>
                  <a:lnTo>
                    <a:pt x="28480" y="28480"/>
                  </a:lnTo>
                  <a:lnTo>
                    <a:pt x="28099" y="29527"/>
                  </a:lnTo>
                  <a:lnTo>
                    <a:pt x="27337" y="31718"/>
                  </a:lnTo>
                  <a:lnTo>
                    <a:pt x="26194" y="33623"/>
                  </a:lnTo>
                  <a:lnTo>
                    <a:pt x="23527" y="36957"/>
                  </a:lnTo>
                  <a:lnTo>
                    <a:pt x="22384" y="37909"/>
                  </a:lnTo>
                  <a:lnTo>
                    <a:pt x="19240" y="38767"/>
                  </a:lnTo>
                  <a:lnTo>
                    <a:pt x="17812" y="39910"/>
                  </a:lnTo>
                  <a:lnTo>
                    <a:pt x="17050" y="41529"/>
                  </a:lnTo>
                  <a:lnTo>
                    <a:pt x="17050" y="43148"/>
                  </a:lnTo>
                  <a:lnTo>
                    <a:pt x="17621" y="44577"/>
                  </a:lnTo>
                  <a:lnTo>
                    <a:pt x="18288" y="46196"/>
                  </a:lnTo>
                  <a:lnTo>
                    <a:pt x="18764" y="47815"/>
                  </a:lnTo>
                  <a:lnTo>
                    <a:pt x="18669" y="49149"/>
                  </a:lnTo>
                  <a:lnTo>
                    <a:pt x="18097" y="50387"/>
                  </a:lnTo>
                  <a:lnTo>
                    <a:pt x="16859" y="51721"/>
                  </a:lnTo>
                  <a:lnTo>
                    <a:pt x="16573" y="51911"/>
                  </a:lnTo>
                  <a:lnTo>
                    <a:pt x="15907" y="52292"/>
                  </a:lnTo>
                  <a:lnTo>
                    <a:pt x="15621" y="52578"/>
                  </a:lnTo>
                  <a:lnTo>
                    <a:pt x="15430" y="52959"/>
                  </a:lnTo>
                  <a:lnTo>
                    <a:pt x="15526" y="53340"/>
                  </a:lnTo>
                  <a:lnTo>
                    <a:pt x="15621" y="53626"/>
                  </a:lnTo>
                  <a:lnTo>
                    <a:pt x="15621" y="54007"/>
                  </a:lnTo>
                  <a:lnTo>
                    <a:pt x="15240" y="54483"/>
                  </a:lnTo>
                  <a:lnTo>
                    <a:pt x="14859" y="54959"/>
                  </a:lnTo>
                  <a:lnTo>
                    <a:pt x="13716" y="55817"/>
                  </a:lnTo>
                  <a:lnTo>
                    <a:pt x="13716" y="55817"/>
                  </a:lnTo>
                  <a:lnTo>
                    <a:pt x="13240" y="56388"/>
                  </a:lnTo>
                  <a:lnTo>
                    <a:pt x="12763" y="56769"/>
                  </a:lnTo>
                  <a:lnTo>
                    <a:pt x="12478" y="57150"/>
                  </a:lnTo>
                  <a:lnTo>
                    <a:pt x="12287" y="57912"/>
                  </a:lnTo>
                  <a:lnTo>
                    <a:pt x="12001" y="58483"/>
                  </a:lnTo>
                  <a:lnTo>
                    <a:pt x="10477" y="58960"/>
                  </a:lnTo>
                  <a:lnTo>
                    <a:pt x="9906" y="59436"/>
                  </a:lnTo>
                  <a:lnTo>
                    <a:pt x="9620" y="60484"/>
                  </a:lnTo>
                  <a:lnTo>
                    <a:pt x="10001" y="61436"/>
                  </a:lnTo>
                  <a:lnTo>
                    <a:pt x="11144" y="63436"/>
                  </a:lnTo>
                  <a:lnTo>
                    <a:pt x="11525" y="65913"/>
                  </a:lnTo>
                  <a:lnTo>
                    <a:pt x="11811" y="66484"/>
                  </a:lnTo>
                  <a:lnTo>
                    <a:pt x="12287" y="66580"/>
                  </a:lnTo>
                  <a:lnTo>
                    <a:pt x="12763" y="66580"/>
                  </a:lnTo>
                  <a:lnTo>
                    <a:pt x="13144" y="66865"/>
                  </a:lnTo>
                  <a:lnTo>
                    <a:pt x="13335" y="68008"/>
                  </a:lnTo>
                  <a:lnTo>
                    <a:pt x="13049" y="69437"/>
                  </a:lnTo>
                  <a:lnTo>
                    <a:pt x="12001" y="73342"/>
                  </a:lnTo>
                  <a:lnTo>
                    <a:pt x="11525" y="73247"/>
                  </a:lnTo>
                  <a:lnTo>
                    <a:pt x="10858" y="72676"/>
                  </a:lnTo>
                  <a:lnTo>
                    <a:pt x="9906" y="72866"/>
                  </a:lnTo>
                  <a:lnTo>
                    <a:pt x="9620" y="73723"/>
                  </a:lnTo>
                  <a:lnTo>
                    <a:pt x="10573" y="76200"/>
                  </a:lnTo>
                  <a:lnTo>
                    <a:pt x="10668" y="77152"/>
                  </a:lnTo>
                  <a:lnTo>
                    <a:pt x="10001" y="77914"/>
                  </a:lnTo>
                  <a:lnTo>
                    <a:pt x="9049" y="78200"/>
                  </a:lnTo>
                  <a:lnTo>
                    <a:pt x="7906" y="78200"/>
                  </a:lnTo>
                  <a:lnTo>
                    <a:pt x="7048" y="78105"/>
                  </a:lnTo>
                  <a:lnTo>
                    <a:pt x="5429" y="78867"/>
                  </a:lnTo>
                  <a:lnTo>
                    <a:pt x="4381" y="81153"/>
                  </a:lnTo>
                  <a:lnTo>
                    <a:pt x="3905" y="83820"/>
                  </a:lnTo>
                  <a:lnTo>
                    <a:pt x="4096" y="85820"/>
                  </a:lnTo>
                  <a:lnTo>
                    <a:pt x="4096" y="85820"/>
                  </a:lnTo>
                  <a:lnTo>
                    <a:pt x="3619" y="86868"/>
                  </a:lnTo>
                  <a:lnTo>
                    <a:pt x="2857" y="87439"/>
                  </a:lnTo>
                  <a:lnTo>
                    <a:pt x="2000" y="87916"/>
                  </a:lnTo>
                  <a:lnTo>
                    <a:pt x="1238" y="88582"/>
                  </a:lnTo>
                  <a:lnTo>
                    <a:pt x="571" y="89535"/>
                  </a:lnTo>
                  <a:lnTo>
                    <a:pt x="190" y="90488"/>
                  </a:lnTo>
                  <a:lnTo>
                    <a:pt x="0" y="91630"/>
                  </a:lnTo>
                  <a:lnTo>
                    <a:pt x="0" y="92869"/>
                  </a:lnTo>
                  <a:lnTo>
                    <a:pt x="286" y="95250"/>
                  </a:lnTo>
                  <a:lnTo>
                    <a:pt x="1333" y="96012"/>
                  </a:lnTo>
                  <a:lnTo>
                    <a:pt x="2286" y="96202"/>
                  </a:lnTo>
                  <a:lnTo>
                    <a:pt x="2762" y="96298"/>
                  </a:lnTo>
                  <a:lnTo>
                    <a:pt x="4381" y="97345"/>
                  </a:lnTo>
                  <a:lnTo>
                    <a:pt x="6191" y="99631"/>
                  </a:lnTo>
                  <a:lnTo>
                    <a:pt x="6953" y="100298"/>
                  </a:lnTo>
                  <a:lnTo>
                    <a:pt x="7906" y="100584"/>
                  </a:lnTo>
                  <a:lnTo>
                    <a:pt x="9811" y="100965"/>
                  </a:lnTo>
                  <a:lnTo>
                    <a:pt x="10668" y="101536"/>
                  </a:lnTo>
                  <a:lnTo>
                    <a:pt x="10954" y="101917"/>
                  </a:lnTo>
                  <a:lnTo>
                    <a:pt x="11525" y="102870"/>
                  </a:lnTo>
                  <a:lnTo>
                    <a:pt x="11906" y="103251"/>
                  </a:lnTo>
                  <a:lnTo>
                    <a:pt x="12382" y="103537"/>
                  </a:lnTo>
                  <a:lnTo>
                    <a:pt x="13335" y="103727"/>
                  </a:lnTo>
                  <a:lnTo>
                    <a:pt x="13716" y="104108"/>
                  </a:lnTo>
                  <a:lnTo>
                    <a:pt x="15145" y="107061"/>
                  </a:lnTo>
                  <a:lnTo>
                    <a:pt x="15811" y="107823"/>
                  </a:lnTo>
                  <a:lnTo>
                    <a:pt x="16859" y="108204"/>
                  </a:lnTo>
                  <a:lnTo>
                    <a:pt x="17812" y="108109"/>
                  </a:lnTo>
                  <a:lnTo>
                    <a:pt x="18859" y="107823"/>
                  </a:lnTo>
                  <a:lnTo>
                    <a:pt x="19907" y="107823"/>
                  </a:lnTo>
                  <a:lnTo>
                    <a:pt x="20860" y="108394"/>
                  </a:lnTo>
                  <a:lnTo>
                    <a:pt x="23146" y="111061"/>
                  </a:lnTo>
                  <a:lnTo>
                    <a:pt x="24098" y="111633"/>
                  </a:lnTo>
                  <a:lnTo>
                    <a:pt x="24384" y="110871"/>
                  </a:lnTo>
                  <a:lnTo>
                    <a:pt x="23908" y="107061"/>
                  </a:lnTo>
                  <a:lnTo>
                    <a:pt x="24098" y="106013"/>
                  </a:lnTo>
                  <a:lnTo>
                    <a:pt x="24574" y="105251"/>
                  </a:lnTo>
                  <a:lnTo>
                    <a:pt x="25717" y="104680"/>
                  </a:lnTo>
                  <a:lnTo>
                    <a:pt x="26575" y="104680"/>
                  </a:lnTo>
                  <a:lnTo>
                    <a:pt x="27718" y="104680"/>
                  </a:lnTo>
                  <a:lnTo>
                    <a:pt x="27813" y="105061"/>
                  </a:lnTo>
                  <a:lnTo>
                    <a:pt x="27813" y="105537"/>
                  </a:lnTo>
                  <a:lnTo>
                    <a:pt x="27718" y="106108"/>
                  </a:lnTo>
                  <a:lnTo>
                    <a:pt x="28099" y="106585"/>
                  </a:lnTo>
                  <a:lnTo>
                    <a:pt x="29051" y="107061"/>
                  </a:lnTo>
                  <a:lnTo>
                    <a:pt x="29908" y="107442"/>
                  </a:lnTo>
                  <a:lnTo>
                    <a:pt x="31909" y="107728"/>
                  </a:lnTo>
                  <a:lnTo>
                    <a:pt x="32575" y="108204"/>
                  </a:lnTo>
                  <a:lnTo>
                    <a:pt x="33623" y="110204"/>
                  </a:lnTo>
                  <a:lnTo>
                    <a:pt x="34195" y="110966"/>
                  </a:lnTo>
                  <a:lnTo>
                    <a:pt x="35052" y="111347"/>
                  </a:lnTo>
                  <a:lnTo>
                    <a:pt x="36671" y="111823"/>
                  </a:lnTo>
                  <a:lnTo>
                    <a:pt x="37528" y="112395"/>
                  </a:lnTo>
                  <a:lnTo>
                    <a:pt x="39624" y="114490"/>
                  </a:lnTo>
                  <a:lnTo>
                    <a:pt x="40481" y="115062"/>
                  </a:lnTo>
                  <a:lnTo>
                    <a:pt x="41434" y="115252"/>
                  </a:lnTo>
                  <a:lnTo>
                    <a:pt x="43624" y="115252"/>
                  </a:lnTo>
                  <a:lnTo>
                    <a:pt x="44386" y="115538"/>
                  </a:lnTo>
                  <a:lnTo>
                    <a:pt x="44767" y="116491"/>
                  </a:lnTo>
                  <a:lnTo>
                    <a:pt x="44863" y="117348"/>
                  </a:lnTo>
                  <a:lnTo>
                    <a:pt x="45148" y="118205"/>
                  </a:lnTo>
                  <a:lnTo>
                    <a:pt x="46101" y="118872"/>
                  </a:lnTo>
                  <a:lnTo>
                    <a:pt x="46958" y="119158"/>
                  </a:lnTo>
                  <a:lnTo>
                    <a:pt x="48006" y="119443"/>
                  </a:lnTo>
                  <a:lnTo>
                    <a:pt x="48958" y="119443"/>
                  </a:lnTo>
                  <a:lnTo>
                    <a:pt x="49816" y="119158"/>
                  </a:lnTo>
                  <a:lnTo>
                    <a:pt x="50482" y="119539"/>
                  </a:lnTo>
                  <a:lnTo>
                    <a:pt x="50673" y="120110"/>
                  </a:lnTo>
                  <a:lnTo>
                    <a:pt x="50768" y="120872"/>
                  </a:lnTo>
                  <a:lnTo>
                    <a:pt x="51149" y="121539"/>
                  </a:lnTo>
                  <a:lnTo>
                    <a:pt x="53530" y="122015"/>
                  </a:lnTo>
                  <a:lnTo>
                    <a:pt x="58769" y="122968"/>
                  </a:lnTo>
                  <a:lnTo>
                    <a:pt x="60007" y="123634"/>
                  </a:lnTo>
                  <a:lnTo>
                    <a:pt x="61150" y="125063"/>
                  </a:lnTo>
                  <a:lnTo>
                    <a:pt x="62198" y="128588"/>
                  </a:lnTo>
                  <a:lnTo>
                    <a:pt x="62865" y="130207"/>
                  </a:lnTo>
                  <a:lnTo>
                    <a:pt x="66008" y="133731"/>
                  </a:lnTo>
                  <a:lnTo>
                    <a:pt x="66675" y="135160"/>
                  </a:lnTo>
                  <a:lnTo>
                    <a:pt x="65913" y="135541"/>
                  </a:lnTo>
                  <a:lnTo>
                    <a:pt x="65627" y="136017"/>
                  </a:lnTo>
                  <a:lnTo>
                    <a:pt x="66008" y="136493"/>
                  </a:lnTo>
                  <a:lnTo>
                    <a:pt x="66865" y="136684"/>
                  </a:lnTo>
                  <a:lnTo>
                    <a:pt x="66675" y="137541"/>
                  </a:lnTo>
                  <a:lnTo>
                    <a:pt x="67246" y="137827"/>
                  </a:lnTo>
                  <a:lnTo>
                    <a:pt x="68104" y="137636"/>
                  </a:lnTo>
                  <a:lnTo>
                    <a:pt x="68866" y="137255"/>
                  </a:lnTo>
                  <a:lnTo>
                    <a:pt x="69342" y="136588"/>
                  </a:lnTo>
                  <a:lnTo>
                    <a:pt x="69628" y="135826"/>
                  </a:lnTo>
                  <a:lnTo>
                    <a:pt x="69913" y="135255"/>
                  </a:lnTo>
                  <a:lnTo>
                    <a:pt x="70771" y="135160"/>
                  </a:lnTo>
                  <a:lnTo>
                    <a:pt x="71914" y="135636"/>
                  </a:lnTo>
                  <a:lnTo>
                    <a:pt x="73057" y="136398"/>
                  </a:lnTo>
                  <a:lnTo>
                    <a:pt x="74009" y="137446"/>
                  </a:lnTo>
                  <a:lnTo>
                    <a:pt x="74676" y="138493"/>
                  </a:lnTo>
                  <a:lnTo>
                    <a:pt x="74962" y="139351"/>
                  </a:lnTo>
                  <a:lnTo>
                    <a:pt x="75057" y="140017"/>
                  </a:lnTo>
                  <a:lnTo>
                    <a:pt x="75247" y="140589"/>
                  </a:lnTo>
                  <a:lnTo>
                    <a:pt x="76009" y="141160"/>
                  </a:lnTo>
                  <a:lnTo>
                    <a:pt x="80677" y="143637"/>
                  </a:lnTo>
                  <a:lnTo>
                    <a:pt x="81724" y="144304"/>
                  </a:lnTo>
                  <a:lnTo>
                    <a:pt x="82486" y="145447"/>
                  </a:lnTo>
                  <a:lnTo>
                    <a:pt x="82486" y="145447"/>
                  </a:lnTo>
                  <a:lnTo>
                    <a:pt x="82486" y="145447"/>
                  </a:lnTo>
                  <a:lnTo>
                    <a:pt x="83534" y="146209"/>
                  </a:lnTo>
                  <a:lnTo>
                    <a:pt x="86106" y="146875"/>
                  </a:lnTo>
                  <a:lnTo>
                    <a:pt x="87344" y="147352"/>
                  </a:lnTo>
                  <a:lnTo>
                    <a:pt x="88487" y="148209"/>
                  </a:lnTo>
                  <a:lnTo>
                    <a:pt x="90583" y="150495"/>
                  </a:lnTo>
                  <a:lnTo>
                    <a:pt x="93250" y="152019"/>
                  </a:lnTo>
                  <a:lnTo>
                    <a:pt x="94678" y="153067"/>
                  </a:lnTo>
                  <a:lnTo>
                    <a:pt x="96202" y="154019"/>
                  </a:lnTo>
                  <a:lnTo>
                    <a:pt x="97631" y="154114"/>
                  </a:lnTo>
                  <a:lnTo>
                    <a:pt x="98869" y="153257"/>
                  </a:lnTo>
                  <a:lnTo>
                    <a:pt x="100965" y="150781"/>
                  </a:lnTo>
                  <a:lnTo>
                    <a:pt x="102489" y="150019"/>
                  </a:lnTo>
                  <a:lnTo>
                    <a:pt x="105251" y="150304"/>
                  </a:lnTo>
                  <a:lnTo>
                    <a:pt x="106394" y="150781"/>
                  </a:lnTo>
                  <a:lnTo>
                    <a:pt x="106489" y="150781"/>
                  </a:lnTo>
                  <a:lnTo>
                    <a:pt x="107537" y="151638"/>
                  </a:lnTo>
                  <a:lnTo>
                    <a:pt x="108490" y="152686"/>
                  </a:lnTo>
                  <a:lnTo>
                    <a:pt x="109442" y="153257"/>
                  </a:lnTo>
                  <a:lnTo>
                    <a:pt x="111728" y="154114"/>
                  </a:lnTo>
                  <a:lnTo>
                    <a:pt x="118015" y="159353"/>
                  </a:lnTo>
                  <a:lnTo>
                    <a:pt x="122110" y="161353"/>
                  </a:lnTo>
                  <a:lnTo>
                    <a:pt x="124968" y="164306"/>
                  </a:lnTo>
                  <a:lnTo>
                    <a:pt x="126968" y="164878"/>
                  </a:lnTo>
                  <a:lnTo>
                    <a:pt x="131540" y="164401"/>
                  </a:lnTo>
                  <a:lnTo>
                    <a:pt x="138113" y="162687"/>
                  </a:lnTo>
                  <a:lnTo>
                    <a:pt x="139255" y="163163"/>
                  </a:lnTo>
                  <a:lnTo>
                    <a:pt x="139541" y="163259"/>
                  </a:lnTo>
                  <a:lnTo>
                    <a:pt x="140494" y="164687"/>
                  </a:lnTo>
                  <a:lnTo>
                    <a:pt x="141160" y="166973"/>
                  </a:lnTo>
                  <a:lnTo>
                    <a:pt x="141637" y="171450"/>
                  </a:lnTo>
                  <a:lnTo>
                    <a:pt x="142208" y="173641"/>
                  </a:lnTo>
                  <a:lnTo>
                    <a:pt x="143446" y="175069"/>
                  </a:lnTo>
                  <a:lnTo>
                    <a:pt x="149923" y="175450"/>
                  </a:lnTo>
                  <a:lnTo>
                    <a:pt x="151257" y="175927"/>
                  </a:lnTo>
                  <a:lnTo>
                    <a:pt x="153638" y="177260"/>
                  </a:lnTo>
                  <a:lnTo>
                    <a:pt x="156972" y="178117"/>
                  </a:lnTo>
                  <a:lnTo>
                    <a:pt x="163449" y="178022"/>
                  </a:lnTo>
                  <a:lnTo>
                    <a:pt x="165354" y="178784"/>
                  </a:lnTo>
                  <a:lnTo>
                    <a:pt x="168021" y="181070"/>
                  </a:lnTo>
                  <a:lnTo>
                    <a:pt x="168688" y="181737"/>
                  </a:lnTo>
                  <a:lnTo>
                    <a:pt x="169259" y="182880"/>
                  </a:lnTo>
                  <a:lnTo>
                    <a:pt x="169640" y="183737"/>
                  </a:lnTo>
                  <a:lnTo>
                    <a:pt x="170117" y="184309"/>
                  </a:lnTo>
                  <a:lnTo>
                    <a:pt x="171355" y="184690"/>
                  </a:lnTo>
                  <a:lnTo>
                    <a:pt x="172498" y="184690"/>
                  </a:lnTo>
                  <a:lnTo>
                    <a:pt x="173545" y="184118"/>
                  </a:lnTo>
                  <a:lnTo>
                    <a:pt x="174403" y="183166"/>
                  </a:lnTo>
                  <a:lnTo>
                    <a:pt x="175546" y="181546"/>
                  </a:lnTo>
                  <a:lnTo>
                    <a:pt x="175927" y="180784"/>
                  </a:lnTo>
                  <a:lnTo>
                    <a:pt x="176022" y="180022"/>
                  </a:lnTo>
                  <a:lnTo>
                    <a:pt x="175165" y="178975"/>
                  </a:lnTo>
                  <a:lnTo>
                    <a:pt x="175069" y="178308"/>
                  </a:lnTo>
                  <a:lnTo>
                    <a:pt x="175165" y="177546"/>
                  </a:lnTo>
                  <a:lnTo>
                    <a:pt x="175450" y="176974"/>
                  </a:lnTo>
                  <a:lnTo>
                    <a:pt x="176879" y="176498"/>
                  </a:lnTo>
                  <a:lnTo>
                    <a:pt x="181832" y="176498"/>
                  </a:lnTo>
                  <a:lnTo>
                    <a:pt x="187547" y="177355"/>
                  </a:lnTo>
                  <a:lnTo>
                    <a:pt x="191452" y="178784"/>
                  </a:lnTo>
                  <a:lnTo>
                    <a:pt x="198692" y="182689"/>
                  </a:lnTo>
                  <a:lnTo>
                    <a:pt x="201168" y="183547"/>
                  </a:lnTo>
                  <a:lnTo>
                    <a:pt x="201454" y="183832"/>
                  </a:lnTo>
                  <a:lnTo>
                    <a:pt x="201454" y="183928"/>
                  </a:lnTo>
                  <a:lnTo>
                    <a:pt x="201835" y="183356"/>
                  </a:lnTo>
                  <a:lnTo>
                    <a:pt x="202120" y="183070"/>
                  </a:lnTo>
                  <a:lnTo>
                    <a:pt x="202692" y="182880"/>
                  </a:lnTo>
                  <a:lnTo>
                    <a:pt x="202692" y="182404"/>
                  </a:lnTo>
                  <a:lnTo>
                    <a:pt x="202501" y="181832"/>
                  </a:lnTo>
                  <a:lnTo>
                    <a:pt x="202406" y="181261"/>
                  </a:lnTo>
                  <a:lnTo>
                    <a:pt x="200882" y="179546"/>
                  </a:lnTo>
                  <a:lnTo>
                    <a:pt x="200406" y="178689"/>
                  </a:lnTo>
                  <a:lnTo>
                    <a:pt x="201454" y="178213"/>
                  </a:lnTo>
                  <a:lnTo>
                    <a:pt x="203835" y="178022"/>
                  </a:lnTo>
                  <a:lnTo>
                    <a:pt x="205073" y="177736"/>
                  </a:lnTo>
                  <a:lnTo>
                    <a:pt x="205073" y="177736"/>
                  </a:lnTo>
                  <a:lnTo>
                    <a:pt x="205740" y="177927"/>
                  </a:lnTo>
                  <a:lnTo>
                    <a:pt x="207835" y="178308"/>
                  </a:lnTo>
                  <a:lnTo>
                    <a:pt x="209550" y="178213"/>
                  </a:lnTo>
                  <a:lnTo>
                    <a:pt x="210693" y="177451"/>
                  </a:lnTo>
                  <a:lnTo>
                    <a:pt x="213360" y="174212"/>
                  </a:lnTo>
                  <a:lnTo>
                    <a:pt x="214408" y="173736"/>
                  </a:lnTo>
                  <a:lnTo>
                    <a:pt x="215360" y="173926"/>
                  </a:lnTo>
                  <a:lnTo>
                    <a:pt x="215551" y="175069"/>
                  </a:lnTo>
                  <a:lnTo>
                    <a:pt x="216027" y="175546"/>
                  </a:lnTo>
                  <a:lnTo>
                    <a:pt x="216598" y="175927"/>
                  </a:lnTo>
                  <a:lnTo>
                    <a:pt x="217837" y="176403"/>
                  </a:lnTo>
                  <a:lnTo>
                    <a:pt x="218408" y="176974"/>
                  </a:lnTo>
                  <a:lnTo>
                    <a:pt x="218980" y="178403"/>
                  </a:lnTo>
                  <a:lnTo>
                    <a:pt x="219456" y="178498"/>
                  </a:lnTo>
                  <a:lnTo>
                    <a:pt x="220980" y="178308"/>
                  </a:lnTo>
                  <a:lnTo>
                    <a:pt x="221742" y="178784"/>
                  </a:lnTo>
                  <a:lnTo>
                    <a:pt x="222218" y="179927"/>
                  </a:lnTo>
                  <a:lnTo>
                    <a:pt x="223266" y="181356"/>
                  </a:lnTo>
                  <a:lnTo>
                    <a:pt x="224409" y="182023"/>
                  </a:lnTo>
                  <a:lnTo>
                    <a:pt x="239554" y="184880"/>
                  </a:lnTo>
                  <a:lnTo>
                    <a:pt x="241078" y="185928"/>
                  </a:lnTo>
                  <a:lnTo>
                    <a:pt x="242411" y="187928"/>
                  </a:lnTo>
                  <a:lnTo>
                    <a:pt x="243268" y="190024"/>
                  </a:lnTo>
                  <a:lnTo>
                    <a:pt x="243840" y="192214"/>
                  </a:lnTo>
                  <a:lnTo>
                    <a:pt x="243935" y="194500"/>
                  </a:lnTo>
                  <a:lnTo>
                    <a:pt x="243649" y="196882"/>
                  </a:lnTo>
                  <a:lnTo>
                    <a:pt x="243078" y="198120"/>
                  </a:lnTo>
                  <a:lnTo>
                    <a:pt x="242316" y="199453"/>
                  </a:lnTo>
                  <a:lnTo>
                    <a:pt x="241840" y="200787"/>
                  </a:lnTo>
                  <a:lnTo>
                    <a:pt x="242221" y="202120"/>
                  </a:lnTo>
                  <a:lnTo>
                    <a:pt x="242888" y="202597"/>
                  </a:lnTo>
                  <a:lnTo>
                    <a:pt x="249269" y="204311"/>
                  </a:lnTo>
                  <a:lnTo>
                    <a:pt x="249841" y="204311"/>
                  </a:lnTo>
                  <a:lnTo>
                    <a:pt x="250507" y="203740"/>
                  </a:lnTo>
                  <a:lnTo>
                    <a:pt x="251365" y="203454"/>
                  </a:lnTo>
                  <a:lnTo>
                    <a:pt x="252222" y="203644"/>
                  </a:lnTo>
                  <a:lnTo>
                    <a:pt x="252793" y="204502"/>
                  </a:lnTo>
                  <a:lnTo>
                    <a:pt x="252793" y="204502"/>
                  </a:lnTo>
                  <a:lnTo>
                    <a:pt x="254032" y="205264"/>
                  </a:lnTo>
                  <a:lnTo>
                    <a:pt x="256603" y="206121"/>
                  </a:lnTo>
                  <a:lnTo>
                    <a:pt x="257842" y="206788"/>
                  </a:lnTo>
                  <a:lnTo>
                    <a:pt x="258604" y="207931"/>
                  </a:lnTo>
                  <a:lnTo>
                    <a:pt x="258889" y="209169"/>
                  </a:lnTo>
                  <a:lnTo>
                    <a:pt x="259366" y="210217"/>
                  </a:lnTo>
                  <a:lnTo>
                    <a:pt x="260509" y="210884"/>
                  </a:lnTo>
                  <a:lnTo>
                    <a:pt x="261175" y="211074"/>
                  </a:lnTo>
                  <a:lnTo>
                    <a:pt x="261842" y="211169"/>
                  </a:lnTo>
                  <a:lnTo>
                    <a:pt x="262795" y="211645"/>
                  </a:lnTo>
                  <a:lnTo>
                    <a:pt x="262699" y="212503"/>
                  </a:lnTo>
                  <a:lnTo>
                    <a:pt x="262795" y="213265"/>
                  </a:lnTo>
                  <a:lnTo>
                    <a:pt x="264128" y="213360"/>
                  </a:lnTo>
                  <a:lnTo>
                    <a:pt x="267081" y="212217"/>
                  </a:lnTo>
                  <a:lnTo>
                    <a:pt x="268319" y="212122"/>
                  </a:lnTo>
                  <a:lnTo>
                    <a:pt x="270319" y="212979"/>
                  </a:lnTo>
                  <a:lnTo>
                    <a:pt x="270510" y="214789"/>
                  </a:lnTo>
                  <a:lnTo>
                    <a:pt x="270605" y="216789"/>
                  </a:lnTo>
                  <a:lnTo>
                    <a:pt x="272129" y="218408"/>
                  </a:lnTo>
                  <a:lnTo>
                    <a:pt x="276987" y="219646"/>
                  </a:lnTo>
                  <a:lnTo>
                    <a:pt x="277749" y="219646"/>
                  </a:lnTo>
                  <a:lnTo>
                    <a:pt x="279559" y="219075"/>
                  </a:lnTo>
                  <a:lnTo>
                    <a:pt x="280416" y="218503"/>
                  </a:lnTo>
                  <a:lnTo>
                    <a:pt x="280511" y="218313"/>
                  </a:lnTo>
                  <a:lnTo>
                    <a:pt x="281273" y="217456"/>
                  </a:lnTo>
                  <a:lnTo>
                    <a:pt x="282130" y="216694"/>
                  </a:lnTo>
                  <a:lnTo>
                    <a:pt x="283083" y="216694"/>
                  </a:lnTo>
                  <a:lnTo>
                    <a:pt x="284035" y="216979"/>
                  </a:lnTo>
                  <a:lnTo>
                    <a:pt x="284988" y="216694"/>
                  </a:lnTo>
                  <a:lnTo>
                    <a:pt x="286893" y="215646"/>
                  </a:lnTo>
                  <a:lnTo>
                    <a:pt x="289179" y="214408"/>
                  </a:lnTo>
                  <a:lnTo>
                    <a:pt x="293370" y="212788"/>
                  </a:lnTo>
                  <a:lnTo>
                    <a:pt x="293942" y="212979"/>
                  </a:lnTo>
                  <a:lnTo>
                    <a:pt x="298037" y="215265"/>
                  </a:lnTo>
                  <a:lnTo>
                    <a:pt x="298799" y="216217"/>
                  </a:lnTo>
                  <a:lnTo>
                    <a:pt x="299180" y="218218"/>
                  </a:lnTo>
                  <a:lnTo>
                    <a:pt x="298799" y="222504"/>
                  </a:lnTo>
                  <a:lnTo>
                    <a:pt x="299371" y="224599"/>
                  </a:lnTo>
                  <a:lnTo>
                    <a:pt x="300133" y="225457"/>
                  </a:lnTo>
                  <a:lnTo>
                    <a:pt x="302990" y="227743"/>
                  </a:lnTo>
                  <a:lnTo>
                    <a:pt x="303467" y="227838"/>
                  </a:lnTo>
                  <a:lnTo>
                    <a:pt x="303943" y="227647"/>
                  </a:lnTo>
                  <a:lnTo>
                    <a:pt x="304514" y="227552"/>
                  </a:lnTo>
                  <a:lnTo>
                    <a:pt x="304895" y="227933"/>
                  </a:lnTo>
                  <a:lnTo>
                    <a:pt x="304990" y="228409"/>
                  </a:lnTo>
                  <a:lnTo>
                    <a:pt x="304990" y="228886"/>
                  </a:lnTo>
                  <a:lnTo>
                    <a:pt x="305086" y="229362"/>
                  </a:lnTo>
                  <a:lnTo>
                    <a:pt x="305467" y="229648"/>
                  </a:lnTo>
                  <a:lnTo>
                    <a:pt x="306324" y="229552"/>
                  </a:lnTo>
                  <a:lnTo>
                    <a:pt x="307467" y="228886"/>
                  </a:lnTo>
                  <a:lnTo>
                    <a:pt x="311086" y="225742"/>
                  </a:lnTo>
                  <a:lnTo>
                    <a:pt x="312039" y="225266"/>
                  </a:lnTo>
                  <a:lnTo>
                    <a:pt x="313277" y="225076"/>
                  </a:lnTo>
                  <a:lnTo>
                    <a:pt x="315087" y="224504"/>
                  </a:lnTo>
                  <a:lnTo>
                    <a:pt x="316706" y="225076"/>
                  </a:lnTo>
                  <a:lnTo>
                    <a:pt x="320326" y="227267"/>
                  </a:lnTo>
                  <a:lnTo>
                    <a:pt x="320611" y="227552"/>
                  </a:lnTo>
                  <a:lnTo>
                    <a:pt x="320992" y="227647"/>
                  </a:lnTo>
                  <a:lnTo>
                    <a:pt x="322135" y="227647"/>
                  </a:lnTo>
                  <a:lnTo>
                    <a:pt x="322231" y="227647"/>
                  </a:lnTo>
                  <a:lnTo>
                    <a:pt x="322517" y="227647"/>
                  </a:lnTo>
                  <a:lnTo>
                    <a:pt x="323374" y="227933"/>
                  </a:lnTo>
                  <a:lnTo>
                    <a:pt x="323659" y="228124"/>
                  </a:lnTo>
                  <a:lnTo>
                    <a:pt x="323945" y="228409"/>
                  </a:lnTo>
                  <a:lnTo>
                    <a:pt x="324326" y="228600"/>
                  </a:lnTo>
                  <a:lnTo>
                    <a:pt x="324802" y="228695"/>
                  </a:lnTo>
                  <a:lnTo>
                    <a:pt x="325184" y="228600"/>
                  </a:lnTo>
                  <a:lnTo>
                    <a:pt x="326422" y="227838"/>
                  </a:lnTo>
                  <a:lnTo>
                    <a:pt x="328422" y="227171"/>
                  </a:lnTo>
                  <a:lnTo>
                    <a:pt x="329470" y="226981"/>
                  </a:lnTo>
                  <a:lnTo>
                    <a:pt x="330422" y="227171"/>
                  </a:lnTo>
                  <a:lnTo>
                    <a:pt x="330803" y="227552"/>
                  </a:lnTo>
                  <a:lnTo>
                    <a:pt x="330803" y="228409"/>
                  </a:lnTo>
                  <a:lnTo>
                    <a:pt x="331184" y="228790"/>
                  </a:lnTo>
                  <a:lnTo>
                    <a:pt x="331565" y="228886"/>
                  </a:lnTo>
                  <a:lnTo>
                    <a:pt x="332708" y="228695"/>
                  </a:lnTo>
                  <a:lnTo>
                    <a:pt x="333184" y="228695"/>
                  </a:lnTo>
                  <a:lnTo>
                    <a:pt x="334709" y="229267"/>
                  </a:lnTo>
                  <a:lnTo>
                    <a:pt x="337947" y="231076"/>
                  </a:lnTo>
                  <a:lnTo>
                    <a:pt x="339566" y="231648"/>
                  </a:lnTo>
                  <a:lnTo>
                    <a:pt x="340614" y="231934"/>
                  </a:lnTo>
                  <a:lnTo>
                    <a:pt x="341376" y="232410"/>
                  </a:lnTo>
                  <a:lnTo>
                    <a:pt x="342138" y="233077"/>
                  </a:lnTo>
                  <a:lnTo>
                    <a:pt x="342805" y="233839"/>
                  </a:lnTo>
                  <a:lnTo>
                    <a:pt x="342900" y="233839"/>
                  </a:lnTo>
                  <a:lnTo>
                    <a:pt x="343948" y="234505"/>
                  </a:lnTo>
                  <a:lnTo>
                    <a:pt x="347472" y="236125"/>
                  </a:lnTo>
                  <a:lnTo>
                    <a:pt x="351187" y="238315"/>
                  </a:lnTo>
                  <a:lnTo>
                    <a:pt x="352139" y="238601"/>
                  </a:lnTo>
                  <a:lnTo>
                    <a:pt x="352615" y="238125"/>
                  </a:lnTo>
                  <a:lnTo>
                    <a:pt x="352996" y="237458"/>
                  </a:lnTo>
                  <a:lnTo>
                    <a:pt x="353377" y="236887"/>
                  </a:lnTo>
                  <a:lnTo>
                    <a:pt x="354139" y="236792"/>
                  </a:lnTo>
                  <a:lnTo>
                    <a:pt x="355949" y="237458"/>
                  </a:lnTo>
                  <a:lnTo>
                    <a:pt x="356521" y="237553"/>
                  </a:lnTo>
                  <a:lnTo>
                    <a:pt x="357854" y="237172"/>
                  </a:lnTo>
                  <a:lnTo>
                    <a:pt x="359092" y="236315"/>
                  </a:lnTo>
                  <a:lnTo>
                    <a:pt x="360140" y="235172"/>
                  </a:lnTo>
                  <a:lnTo>
                    <a:pt x="360712" y="233839"/>
                  </a:lnTo>
                  <a:lnTo>
                    <a:pt x="362331" y="232886"/>
                  </a:lnTo>
                  <a:lnTo>
                    <a:pt x="363760" y="232410"/>
                  </a:lnTo>
                  <a:lnTo>
                    <a:pt x="365760" y="231648"/>
                  </a:lnTo>
                  <a:lnTo>
                    <a:pt x="366427" y="231172"/>
                  </a:lnTo>
                  <a:lnTo>
                    <a:pt x="368046" y="229552"/>
                  </a:lnTo>
                  <a:lnTo>
                    <a:pt x="368808" y="228886"/>
                  </a:lnTo>
                  <a:lnTo>
                    <a:pt x="369380" y="228886"/>
                  </a:lnTo>
                  <a:lnTo>
                    <a:pt x="369570" y="229934"/>
                  </a:lnTo>
                  <a:lnTo>
                    <a:pt x="369570" y="230981"/>
                  </a:lnTo>
                  <a:lnTo>
                    <a:pt x="370142" y="233839"/>
                  </a:lnTo>
                  <a:lnTo>
                    <a:pt x="370142" y="233839"/>
                  </a:lnTo>
                  <a:lnTo>
                    <a:pt x="370142" y="233839"/>
                  </a:lnTo>
                  <a:lnTo>
                    <a:pt x="370713" y="235553"/>
                  </a:lnTo>
                  <a:lnTo>
                    <a:pt x="371570" y="237553"/>
                  </a:lnTo>
                  <a:lnTo>
                    <a:pt x="372809" y="239173"/>
                  </a:lnTo>
                  <a:lnTo>
                    <a:pt x="374332" y="239744"/>
                  </a:lnTo>
                  <a:lnTo>
                    <a:pt x="377095" y="239459"/>
                  </a:lnTo>
                  <a:lnTo>
                    <a:pt x="378714" y="238982"/>
                  </a:lnTo>
                  <a:lnTo>
                    <a:pt x="379285" y="239459"/>
                  </a:lnTo>
                  <a:lnTo>
                    <a:pt x="379667" y="240411"/>
                  </a:lnTo>
                  <a:lnTo>
                    <a:pt x="380143" y="241173"/>
                  </a:lnTo>
                  <a:lnTo>
                    <a:pt x="380809" y="241554"/>
                  </a:lnTo>
                  <a:lnTo>
                    <a:pt x="383000" y="242602"/>
                  </a:lnTo>
                  <a:lnTo>
                    <a:pt x="383762" y="242697"/>
                  </a:lnTo>
                  <a:lnTo>
                    <a:pt x="384429" y="242125"/>
                  </a:lnTo>
                  <a:lnTo>
                    <a:pt x="385381" y="240030"/>
                  </a:lnTo>
                  <a:lnTo>
                    <a:pt x="385953" y="239173"/>
                  </a:lnTo>
                  <a:lnTo>
                    <a:pt x="387477" y="238315"/>
                  </a:lnTo>
                  <a:lnTo>
                    <a:pt x="389096" y="237839"/>
                  </a:lnTo>
                  <a:lnTo>
                    <a:pt x="390906" y="237744"/>
                  </a:lnTo>
                  <a:lnTo>
                    <a:pt x="392525" y="238030"/>
                  </a:lnTo>
                  <a:lnTo>
                    <a:pt x="396240" y="240220"/>
                  </a:lnTo>
                  <a:lnTo>
                    <a:pt x="398145" y="240697"/>
                  </a:lnTo>
                  <a:lnTo>
                    <a:pt x="400050" y="239839"/>
                  </a:lnTo>
                  <a:lnTo>
                    <a:pt x="401384" y="238792"/>
                  </a:lnTo>
                  <a:lnTo>
                    <a:pt x="401955" y="238411"/>
                  </a:lnTo>
                  <a:lnTo>
                    <a:pt x="403098" y="238030"/>
                  </a:lnTo>
                  <a:lnTo>
                    <a:pt x="403955" y="238506"/>
                  </a:lnTo>
                  <a:lnTo>
                    <a:pt x="404622" y="239077"/>
                  </a:lnTo>
                  <a:lnTo>
                    <a:pt x="405574" y="239173"/>
                  </a:lnTo>
                  <a:lnTo>
                    <a:pt x="406336" y="238792"/>
                  </a:lnTo>
                  <a:lnTo>
                    <a:pt x="406717" y="237934"/>
                  </a:lnTo>
                  <a:lnTo>
                    <a:pt x="407003" y="236696"/>
                  </a:lnTo>
                  <a:lnTo>
                    <a:pt x="407670" y="236410"/>
                  </a:lnTo>
                  <a:lnTo>
                    <a:pt x="408622" y="236696"/>
                  </a:lnTo>
                  <a:lnTo>
                    <a:pt x="409575" y="237268"/>
                  </a:lnTo>
                  <a:lnTo>
                    <a:pt x="410527" y="237268"/>
                  </a:lnTo>
                  <a:lnTo>
                    <a:pt x="412051" y="235839"/>
                  </a:lnTo>
                  <a:lnTo>
                    <a:pt x="413004" y="235648"/>
                  </a:lnTo>
                  <a:lnTo>
                    <a:pt x="413099" y="235839"/>
                  </a:lnTo>
                  <a:lnTo>
                    <a:pt x="414338" y="236887"/>
                  </a:lnTo>
                  <a:lnTo>
                    <a:pt x="414433" y="236887"/>
                  </a:lnTo>
                  <a:lnTo>
                    <a:pt x="414718" y="237363"/>
                  </a:lnTo>
                  <a:lnTo>
                    <a:pt x="415099" y="238411"/>
                  </a:lnTo>
                  <a:lnTo>
                    <a:pt x="415385" y="238982"/>
                  </a:lnTo>
                  <a:lnTo>
                    <a:pt x="416147" y="239649"/>
                  </a:lnTo>
                  <a:lnTo>
                    <a:pt x="417862" y="240697"/>
                  </a:lnTo>
                  <a:lnTo>
                    <a:pt x="418624" y="241363"/>
                  </a:lnTo>
                  <a:lnTo>
                    <a:pt x="420243" y="241173"/>
                  </a:lnTo>
                  <a:lnTo>
                    <a:pt x="422243" y="239077"/>
                  </a:lnTo>
                  <a:lnTo>
                    <a:pt x="423767" y="236220"/>
                  </a:lnTo>
                  <a:lnTo>
                    <a:pt x="424243" y="233839"/>
                  </a:lnTo>
                  <a:lnTo>
                    <a:pt x="424243" y="233839"/>
                  </a:lnTo>
                  <a:lnTo>
                    <a:pt x="424053" y="233172"/>
                  </a:lnTo>
                  <a:lnTo>
                    <a:pt x="424053" y="232505"/>
                  </a:lnTo>
                  <a:lnTo>
                    <a:pt x="424434" y="231267"/>
                  </a:lnTo>
                  <a:lnTo>
                    <a:pt x="425196" y="228790"/>
                  </a:lnTo>
                  <a:lnTo>
                    <a:pt x="427577" y="224123"/>
                  </a:lnTo>
                  <a:lnTo>
                    <a:pt x="428530" y="221551"/>
                  </a:lnTo>
                  <a:lnTo>
                    <a:pt x="428720" y="220409"/>
                  </a:lnTo>
                  <a:lnTo>
                    <a:pt x="428815" y="219265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6" name="Freeform: Shape 18">
              <a:extLst>
                <a:ext uri="{FF2B5EF4-FFF2-40B4-BE49-F238E27FC236}">
                  <a16:creationId xmlns:a16="http://schemas.microsoft.com/office/drawing/2014/main" id="{CBFAF330-B3D8-2252-FC1B-F76A9F91AE1C}"/>
                </a:ext>
              </a:extLst>
            </p:cNvPr>
            <p:cNvSpPr/>
            <p:nvPr/>
          </p:nvSpPr>
          <p:spPr>
            <a:xfrm>
              <a:off x="5669851" y="3334892"/>
              <a:ext cx="466725" cy="1038225"/>
            </a:xfrm>
            <a:custGeom>
              <a:avLst/>
              <a:gdLst>
                <a:gd name="connsiteX0" fmla="*/ 300323 w 466725"/>
                <a:gd name="connsiteY0" fmla="*/ 883920 h 1038225"/>
                <a:gd name="connsiteX1" fmla="*/ 299752 w 466725"/>
                <a:gd name="connsiteY1" fmla="*/ 883920 h 1038225"/>
                <a:gd name="connsiteX2" fmla="*/ 299371 w 466725"/>
                <a:gd name="connsiteY2" fmla="*/ 884587 h 1038225"/>
                <a:gd name="connsiteX3" fmla="*/ 299466 w 466725"/>
                <a:gd name="connsiteY3" fmla="*/ 885730 h 1038225"/>
                <a:gd name="connsiteX4" fmla="*/ 300323 w 466725"/>
                <a:gd name="connsiteY4" fmla="*/ 886016 h 1038225"/>
                <a:gd name="connsiteX5" fmla="*/ 300895 w 466725"/>
                <a:gd name="connsiteY5" fmla="*/ 886016 h 1038225"/>
                <a:gd name="connsiteX6" fmla="*/ 301181 w 466725"/>
                <a:gd name="connsiteY6" fmla="*/ 885635 h 1038225"/>
                <a:gd name="connsiteX7" fmla="*/ 300990 w 466725"/>
                <a:gd name="connsiteY7" fmla="*/ 884777 h 1038225"/>
                <a:gd name="connsiteX8" fmla="*/ 300323 w 466725"/>
                <a:gd name="connsiteY8" fmla="*/ 883920 h 1038225"/>
                <a:gd name="connsiteX9" fmla="*/ 290608 w 466725"/>
                <a:gd name="connsiteY9" fmla="*/ 737521 h 1038225"/>
                <a:gd name="connsiteX10" fmla="*/ 290798 w 466725"/>
                <a:gd name="connsiteY10" fmla="*/ 736663 h 1038225"/>
                <a:gd name="connsiteX11" fmla="*/ 290798 w 466725"/>
                <a:gd name="connsiteY11" fmla="*/ 735806 h 1038225"/>
                <a:gd name="connsiteX12" fmla="*/ 290417 w 466725"/>
                <a:gd name="connsiteY12" fmla="*/ 734949 h 1038225"/>
                <a:gd name="connsiteX13" fmla="*/ 290322 w 466725"/>
                <a:gd name="connsiteY13" fmla="*/ 734473 h 1038225"/>
                <a:gd name="connsiteX14" fmla="*/ 290132 w 466725"/>
                <a:gd name="connsiteY14" fmla="*/ 734092 h 1038225"/>
                <a:gd name="connsiteX15" fmla="*/ 289941 w 466725"/>
                <a:gd name="connsiteY15" fmla="*/ 733806 h 1038225"/>
                <a:gd name="connsiteX16" fmla="*/ 289655 w 466725"/>
                <a:gd name="connsiteY16" fmla="*/ 733520 h 1038225"/>
                <a:gd name="connsiteX17" fmla="*/ 290036 w 466725"/>
                <a:gd name="connsiteY17" fmla="*/ 737235 h 1038225"/>
                <a:gd name="connsiteX18" fmla="*/ 290417 w 466725"/>
                <a:gd name="connsiteY18" fmla="*/ 738283 h 1038225"/>
                <a:gd name="connsiteX19" fmla="*/ 290608 w 466725"/>
                <a:gd name="connsiteY19" fmla="*/ 737521 h 1038225"/>
                <a:gd name="connsiteX20" fmla="*/ 290417 w 466725"/>
                <a:gd name="connsiteY20" fmla="*/ 932212 h 1038225"/>
                <a:gd name="connsiteX21" fmla="*/ 289274 w 466725"/>
                <a:gd name="connsiteY21" fmla="*/ 933545 h 1038225"/>
                <a:gd name="connsiteX22" fmla="*/ 289274 w 466725"/>
                <a:gd name="connsiteY22" fmla="*/ 934212 h 1038225"/>
                <a:gd name="connsiteX23" fmla="*/ 289655 w 466725"/>
                <a:gd name="connsiteY23" fmla="*/ 935450 h 1038225"/>
                <a:gd name="connsiteX24" fmla="*/ 290513 w 466725"/>
                <a:gd name="connsiteY24" fmla="*/ 935831 h 1038225"/>
                <a:gd name="connsiteX25" fmla="*/ 290703 w 466725"/>
                <a:gd name="connsiteY25" fmla="*/ 935831 h 1038225"/>
                <a:gd name="connsiteX26" fmla="*/ 290417 w 466725"/>
                <a:gd name="connsiteY26" fmla="*/ 934498 h 1038225"/>
                <a:gd name="connsiteX27" fmla="*/ 290513 w 466725"/>
                <a:gd name="connsiteY27" fmla="*/ 934212 h 1038225"/>
                <a:gd name="connsiteX28" fmla="*/ 290893 w 466725"/>
                <a:gd name="connsiteY28" fmla="*/ 933736 h 1038225"/>
                <a:gd name="connsiteX29" fmla="*/ 290989 w 466725"/>
                <a:gd name="connsiteY29" fmla="*/ 933164 h 1038225"/>
                <a:gd name="connsiteX30" fmla="*/ 290798 w 466725"/>
                <a:gd name="connsiteY30" fmla="*/ 932688 h 1038225"/>
                <a:gd name="connsiteX31" fmla="*/ 290417 w 466725"/>
                <a:gd name="connsiteY31" fmla="*/ 932212 h 1038225"/>
                <a:gd name="connsiteX32" fmla="*/ 304419 w 466725"/>
                <a:gd name="connsiteY32" fmla="*/ 1008983 h 1038225"/>
                <a:gd name="connsiteX33" fmla="*/ 304133 w 466725"/>
                <a:gd name="connsiteY33" fmla="*/ 1008697 h 1038225"/>
                <a:gd name="connsiteX34" fmla="*/ 303848 w 466725"/>
                <a:gd name="connsiteY34" fmla="*/ 1008793 h 1038225"/>
                <a:gd name="connsiteX35" fmla="*/ 303276 w 466725"/>
                <a:gd name="connsiteY35" fmla="*/ 1008793 h 1038225"/>
                <a:gd name="connsiteX36" fmla="*/ 302990 w 466725"/>
                <a:gd name="connsiteY36" fmla="*/ 1008507 h 1038225"/>
                <a:gd name="connsiteX37" fmla="*/ 303467 w 466725"/>
                <a:gd name="connsiteY37" fmla="*/ 1007745 h 1038225"/>
                <a:gd name="connsiteX38" fmla="*/ 302705 w 466725"/>
                <a:gd name="connsiteY38" fmla="*/ 1008126 h 1038225"/>
                <a:gd name="connsiteX39" fmla="*/ 302514 w 466725"/>
                <a:gd name="connsiteY39" fmla="*/ 1008983 h 1038225"/>
                <a:gd name="connsiteX40" fmla="*/ 302705 w 466725"/>
                <a:gd name="connsiteY40" fmla="*/ 1009936 h 1038225"/>
                <a:gd name="connsiteX41" fmla="*/ 303085 w 466725"/>
                <a:gd name="connsiteY41" fmla="*/ 1010603 h 1038225"/>
                <a:gd name="connsiteX42" fmla="*/ 302324 w 466725"/>
                <a:gd name="connsiteY42" fmla="*/ 1011650 h 1038225"/>
                <a:gd name="connsiteX43" fmla="*/ 302514 w 466725"/>
                <a:gd name="connsiteY43" fmla="*/ 1012412 h 1038225"/>
                <a:gd name="connsiteX44" fmla="*/ 303371 w 466725"/>
                <a:gd name="connsiteY44" fmla="*/ 1012603 h 1038225"/>
                <a:gd name="connsiteX45" fmla="*/ 304514 w 466725"/>
                <a:gd name="connsiteY45" fmla="*/ 1012031 h 1038225"/>
                <a:gd name="connsiteX46" fmla="*/ 304229 w 466725"/>
                <a:gd name="connsiteY46" fmla="*/ 1011746 h 1038225"/>
                <a:gd name="connsiteX47" fmla="*/ 303752 w 466725"/>
                <a:gd name="connsiteY47" fmla="*/ 1010888 h 1038225"/>
                <a:gd name="connsiteX48" fmla="*/ 304229 w 466725"/>
                <a:gd name="connsiteY48" fmla="*/ 1010888 h 1038225"/>
                <a:gd name="connsiteX49" fmla="*/ 304609 w 466725"/>
                <a:gd name="connsiteY49" fmla="*/ 1010793 h 1038225"/>
                <a:gd name="connsiteX50" fmla="*/ 304895 w 466725"/>
                <a:gd name="connsiteY50" fmla="*/ 1010603 h 1038225"/>
                <a:gd name="connsiteX51" fmla="*/ 305181 w 466725"/>
                <a:gd name="connsiteY51" fmla="*/ 1010317 h 1038225"/>
                <a:gd name="connsiteX52" fmla="*/ 304800 w 466725"/>
                <a:gd name="connsiteY52" fmla="*/ 1009364 h 1038225"/>
                <a:gd name="connsiteX53" fmla="*/ 304419 w 466725"/>
                <a:gd name="connsiteY53" fmla="*/ 1008983 h 1038225"/>
                <a:gd name="connsiteX54" fmla="*/ 300418 w 466725"/>
                <a:gd name="connsiteY54" fmla="*/ 896207 h 1038225"/>
                <a:gd name="connsiteX55" fmla="*/ 300228 w 466725"/>
                <a:gd name="connsiteY55" fmla="*/ 895350 h 1038225"/>
                <a:gd name="connsiteX56" fmla="*/ 300038 w 466725"/>
                <a:gd name="connsiteY56" fmla="*/ 895160 h 1038225"/>
                <a:gd name="connsiteX57" fmla="*/ 299561 w 466725"/>
                <a:gd name="connsiteY57" fmla="*/ 895255 h 1038225"/>
                <a:gd name="connsiteX58" fmla="*/ 299085 w 466725"/>
                <a:gd name="connsiteY58" fmla="*/ 895541 h 1038225"/>
                <a:gd name="connsiteX59" fmla="*/ 298895 w 466725"/>
                <a:gd name="connsiteY59" fmla="*/ 895731 h 1038225"/>
                <a:gd name="connsiteX60" fmla="*/ 299085 w 466725"/>
                <a:gd name="connsiteY60" fmla="*/ 896207 h 1038225"/>
                <a:gd name="connsiteX61" fmla="*/ 299371 w 466725"/>
                <a:gd name="connsiteY61" fmla="*/ 896398 h 1038225"/>
                <a:gd name="connsiteX62" fmla="*/ 299561 w 466725"/>
                <a:gd name="connsiteY62" fmla="*/ 896588 h 1038225"/>
                <a:gd name="connsiteX63" fmla="*/ 299275 w 466725"/>
                <a:gd name="connsiteY63" fmla="*/ 896969 h 1038225"/>
                <a:gd name="connsiteX64" fmla="*/ 299275 w 466725"/>
                <a:gd name="connsiteY64" fmla="*/ 897350 h 1038225"/>
                <a:gd name="connsiteX65" fmla="*/ 299561 w 466725"/>
                <a:gd name="connsiteY65" fmla="*/ 897255 h 1038225"/>
                <a:gd name="connsiteX66" fmla="*/ 299752 w 466725"/>
                <a:gd name="connsiteY66" fmla="*/ 897255 h 1038225"/>
                <a:gd name="connsiteX67" fmla="*/ 299847 w 466725"/>
                <a:gd name="connsiteY67" fmla="*/ 897350 h 1038225"/>
                <a:gd name="connsiteX68" fmla="*/ 299942 w 466725"/>
                <a:gd name="connsiteY68" fmla="*/ 897731 h 1038225"/>
                <a:gd name="connsiteX69" fmla="*/ 300133 w 466725"/>
                <a:gd name="connsiteY69" fmla="*/ 897922 h 1038225"/>
                <a:gd name="connsiteX70" fmla="*/ 300228 w 466725"/>
                <a:gd name="connsiteY70" fmla="*/ 898017 h 1038225"/>
                <a:gd name="connsiteX71" fmla="*/ 300323 w 466725"/>
                <a:gd name="connsiteY71" fmla="*/ 898112 h 1038225"/>
                <a:gd name="connsiteX72" fmla="*/ 300323 w 466725"/>
                <a:gd name="connsiteY72" fmla="*/ 898398 h 1038225"/>
                <a:gd name="connsiteX73" fmla="*/ 300990 w 466725"/>
                <a:gd name="connsiteY73" fmla="*/ 897160 h 1038225"/>
                <a:gd name="connsiteX74" fmla="*/ 300895 w 466725"/>
                <a:gd name="connsiteY74" fmla="*/ 896588 h 1038225"/>
                <a:gd name="connsiteX75" fmla="*/ 300418 w 466725"/>
                <a:gd name="connsiteY75" fmla="*/ 896207 h 1038225"/>
                <a:gd name="connsiteX76" fmla="*/ 313563 w 466725"/>
                <a:gd name="connsiteY76" fmla="*/ 916114 h 1038225"/>
                <a:gd name="connsiteX77" fmla="*/ 313944 w 466725"/>
                <a:gd name="connsiteY77" fmla="*/ 915734 h 1038225"/>
                <a:gd name="connsiteX78" fmla="*/ 314230 w 466725"/>
                <a:gd name="connsiteY78" fmla="*/ 915353 h 1038225"/>
                <a:gd name="connsiteX79" fmla="*/ 314420 w 466725"/>
                <a:gd name="connsiteY79" fmla="*/ 914876 h 1038225"/>
                <a:gd name="connsiteX80" fmla="*/ 314611 w 466725"/>
                <a:gd name="connsiteY80" fmla="*/ 913829 h 1038225"/>
                <a:gd name="connsiteX81" fmla="*/ 314611 w 466725"/>
                <a:gd name="connsiteY81" fmla="*/ 913257 h 1038225"/>
                <a:gd name="connsiteX82" fmla="*/ 314420 w 466725"/>
                <a:gd name="connsiteY82" fmla="*/ 912400 h 1038225"/>
                <a:gd name="connsiteX83" fmla="*/ 313849 w 466725"/>
                <a:gd name="connsiteY83" fmla="*/ 911923 h 1038225"/>
                <a:gd name="connsiteX84" fmla="*/ 312992 w 466725"/>
                <a:gd name="connsiteY84" fmla="*/ 911733 h 1038225"/>
                <a:gd name="connsiteX85" fmla="*/ 311944 w 466725"/>
                <a:gd name="connsiteY85" fmla="*/ 911733 h 1038225"/>
                <a:gd name="connsiteX86" fmla="*/ 311277 w 466725"/>
                <a:gd name="connsiteY86" fmla="*/ 912209 h 1038225"/>
                <a:gd name="connsiteX87" fmla="*/ 310610 w 466725"/>
                <a:gd name="connsiteY87" fmla="*/ 913257 h 1038225"/>
                <a:gd name="connsiteX88" fmla="*/ 310134 w 466725"/>
                <a:gd name="connsiteY88" fmla="*/ 914495 h 1038225"/>
                <a:gd name="connsiteX89" fmla="*/ 310039 w 466725"/>
                <a:gd name="connsiteY89" fmla="*/ 915448 h 1038225"/>
                <a:gd name="connsiteX90" fmla="*/ 310325 w 466725"/>
                <a:gd name="connsiteY90" fmla="*/ 916210 h 1038225"/>
                <a:gd name="connsiteX91" fmla="*/ 311372 w 466725"/>
                <a:gd name="connsiteY91" fmla="*/ 917258 h 1038225"/>
                <a:gd name="connsiteX92" fmla="*/ 312134 w 466725"/>
                <a:gd name="connsiteY92" fmla="*/ 918496 h 1038225"/>
                <a:gd name="connsiteX93" fmla="*/ 312230 w 466725"/>
                <a:gd name="connsiteY93" fmla="*/ 918591 h 1038225"/>
                <a:gd name="connsiteX94" fmla="*/ 312325 w 466725"/>
                <a:gd name="connsiteY94" fmla="*/ 918686 h 1038225"/>
                <a:gd name="connsiteX95" fmla="*/ 312610 w 466725"/>
                <a:gd name="connsiteY95" fmla="*/ 918877 h 1038225"/>
                <a:gd name="connsiteX96" fmla="*/ 313563 w 466725"/>
                <a:gd name="connsiteY96" fmla="*/ 918305 h 1038225"/>
                <a:gd name="connsiteX97" fmla="*/ 314420 w 466725"/>
                <a:gd name="connsiteY97" fmla="*/ 918496 h 1038225"/>
                <a:gd name="connsiteX98" fmla="*/ 315087 w 466725"/>
                <a:gd name="connsiteY98" fmla="*/ 919163 h 1038225"/>
                <a:gd name="connsiteX99" fmla="*/ 315468 w 466725"/>
                <a:gd name="connsiteY99" fmla="*/ 919925 h 1038225"/>
                <a:gd name="connsiteX100" fmla="*/ 315563 w 466725"/>
                <a:gd name="connsiteY100" fmla="*/ 919448 h 1038225"/>
                <a:gd name="connsiteX101" fmla="*/ 315468 w 466725"/>
                <a:gd name="connsiteY101" fmla="*/ 917162 h 1038225"/>
                <a:gd name="connsiteX102" fmla="*/ 315182 w 466725"/>
                <a:gd name="connsiteY102" fmla="*/ 916781 h 1038225"/>
                <a:gd name="connsiteX103" fmla="*/ 314516 w 466725"/>
                <a:gd name="connsiteY103" fmla="*/ 916781 h 1038225"/>
                <a:gd name="connsiteX104" fmla="*/ 313754 w 466725"/>
                <a:gd name="connsiteY104" fmla="*/ 917067 h 1038225"/>
                <a:gd name="connsiteX105" fmla="*/ 313277 w 466725"/>
                <a:gd name="connsiteY105" fmla="*/ 917353 h 1038225"/>
                <a:gd name="connsiteX106" fmla="*/ 313373 w 466725"/>
                <a:gd name="connsiteY106" fmla="*/ 916686 h 1038225"/>
                <a:gd name="connsiteX107" fmla="*/ 313563 w 466725"/>
                <a:gd name="connsiteY107" fmla="*/ 916114 h 1038225"/>
                <a:gd name="connsiteX108" fmla="*/ 303467 w 466725"/>
                <a:gd name="connsiteY108" fmla="*/ 984599 h 1038225"/>
                <a:gd name="connsiteX109" fmla="*/ 302609 w 466725"/>
                <a:gd name="connsiteY109" fmla="*/ 985171 h 1038225"/>
                <a:gd name="connsiteX110" fmla="*/ 302324 w 466725"/>
                <a:gd name="connsiteY110" fmla="*/ 986695 h 1038225"/>
                <a:gd name="connsiteX111" fmla="*/ 302514 w 466725"/>
                <a:gd name="connsiteY111" fmla="*/ 987266 h 1038225"/>
                <a:gd name="connsiteX112" fmla="*/ 302514 w 466725"/>
                <a:gd name="connsiteY112" fmla="*/ 987743 h 1038225"/>
                <a:gd name="connsiteX113" fmla="*/ 302324 w 466725"/>
                <a:gd name="connsiteY113" fmla="*/ 988219 h 1038225"/>
                <a:gd name="connsiteX114" fmla="*/ 301942 w 466725"/>
                <a:gd name="connsiteY114" fmla="*/ 988790 h 1038225"/>
                <a:gd name="connsiteX115" fmla="*/ 303276 w 466725"/>
                <a:gd name="connsiteY115" fmla="*/ 988123 h 1038225"/>
                <a:gd name="connsiteX116" fmla="*/ 304229 w 466725"/>
                <a:gd name="connsiteY116" fmla="*/ 987362 h 1038225"/>
                <a:gd name="connsiteX117" fmla="*/ 304895 w 466725"/>
                <a:gd name="connsiteY117" fmla="*/ 986314 h 1038225"/>
                <a:gd name="connsiteX118" fmla="*/ 305467 w 466725"/>
                <a:gd name="connsiteY118" fmla="*/ 984885 h 1038225"/>
                <a:gd name="connsiteX119" fmla="*/ 304419 w 466725"/>
                <a:gd name="connsiteY119" fmla="*/ 984599 h 1038225"/>
                <a:gd name="connsiteX120" fmla="*/ 303467 w 466725"/>
                <a:gd name="connsiteY120" fmla="*/ 984599 h 1038225"/>
                <a:gd name="connsiteX121" fmla="*/ 308515 w 466725"/>
                <a:gd name="connsiteY121" fmla="*/ 910876 h 1038225"/>
                <a:gd name="connsiteX122" fmla="*/ 308610 w 466725"/>
                <a:gd name="connsiteY122" fmla="*/ 910590 h 1038225"/>
                <a:gd name="connsiteX123" fmla="*/ 309086 w 466725"/>
                <a:gd name="connsiteY123" fmla="*/ 910495 h 1038225"/>
                <a:gd name="connsiteX124" fmla="*/ 309658 w 466725"/>
                <a:gd name="connsiteY124" fmla="*/ 910304 h 1038225"/>
                <a:gd name="connsiteX125" fmla="*/ 310229 w 466725"/>
                <a:gd name="connsiteY125" fmla="*/ 909923 h 1038225"/>
                <a:gd name="connsiteX126" fmla="*/ 310706 w 466725"/>
                <a:gd name="connsiteY126" fmla="*/ 909542 h 1038225"/>
                <a:gd name="connsiteX127" fmla="*/ 311563 w 466725"/>
                <a:gd name="connsiteY127" fmla="*/ 907923 h 1038225"/>
                <a:gd name="connsiteX128" fmla="*/ 311563 w 466725"/>
                <a:gd name="connsiteY128" fmla="*/ 907637 h 1038225"/>
                <a:gd name="connsiteX129" fmla="*/ 312039 w 466725"/>
                <a:gd name="connsiteY129" fmla="*/ 907733 h 1038225"/>
                <a:gd name="connsiteX130" fmla="*/ 312420 w 466725"/>
                <a:gd name="connsiteY130" fmla="*/ 907923 h 1038225"/>
                <a:gd name="connsiteX131" fmla="*/ 312706 w 466725"/>
                <a:gd name="connsiteY131" fmla="*/ 907923 h 1038225"/>
                <a:gd name="connsiteX132" fmla="*/ 313182 w 466725"/>
                <a:gd name="connsiteY132" fmla="*/ 907637 h 1038225"/>
                <a:gd name="connsiteX133" fmla="*/ 313563 w 466725"/>
                <a:gd name="connsiteY133" fmla="*/ 906685 h 1038225"/>
                <a:gd name="connsiteX134" fmla="*/ 313373 w 466725"/>
                <a:gd name="connsiteY134" fmla="*/ 905542 h 1038225"/>
                <a:gd name="connsiteX135" fmla="*/ 312801 w 466725"/>
                <a:gd name="connsiteY135" fmla="*/ 904589 h 1038225"/>
                <a:gd name="connsiteX136" fmla="*/ 312039 w 466725"/>
                <a:gd name="connsiteY136" fmla="*/ 904304 h 1038225"/>
                <a:gd name="connsiteX137" fmla="*/ 311849 w 466725"/>
                <a:gd name="connsiteY137" fmla="*/ 904589 h 1038225"/>
                <a:gd name="connsiteX138" fmla="*/ 311658 w 466725"/>
                <a:gd name="connsiteY138" fmla="*/ 905256 h 1038225"/>
                <a:gd name="connsiteX139" fmla="*/ 311372 w 466725"/>
                <a:gd name="connsiteY139" fmla="*/ 905923 h 1038225"/>
                <a:gd name="connsiteX140" fmla="*/ 310420 w 466725"/>
                <a:gd name="connsiteY140" fmla="*/ 906399 h 1038225"/>
                <a:gd name="connsiteX141" fmla="*/ 310229 w 466725"/>
                <a:gd name="connsiteY141" fmla="*/ 906875 h 1038225"/>
                <a:gd name="connsiteX142" fmla="*/ 310229 w 466725"/>
                <a:gd name="connsiteY142" fmla="*/ 907447 h 1038225"/>
                <a:gd name="connsiteX143" fmla="*/ 310229 w 466725"/>
                <a:gd name="connsiteY143" fmla="*/ 908018 h 1038225"/>
                <a:gd name="connsiteX144" fmla="*/ 309753 w 466725"/>
                <a:gd name="connsiteY144" fmla="*/ 907923 h 1038225"/>
                <a:gd name="connsiteX145" fmla="*/ 309467 w 466725"/>
                <a:gd name="connsiteY145" fmla="*/ 907923 h 1038225"/>
                <a:gd name="connsiteX146" fmla="*/ 308800 w 466725"/>
                <a:gd name="connsiteY146" fmla="*/ 908018 h 1038225"/>
                <a:gd name="connsiteX147" fmla="*/ 308324 w 466725"/>
                <a:gd name="connsiteY147" fmla="*/ 907542 h 1038225"/>
                <a:gd name="connsiteX148" fmla="*/ 308229 w 466725"/>
                <a:gd name="connsiteY148" fmla="*/ 907161 h 1038225"/>
                <a:gd name="connsiteX149" fmla="*/ 308420 w 466725"/>
                <a:gd name="connsiteY149" fmla="*/ 906780 h 1038225"/>
                <a:gd name="connsiteX150" fmla="*/ 308896 w 466725"/>
                <a:gd name="connsiteY150" fmla="*/ 906304 h 1038225"/>
                <a:gd name="connsiteX151" fmla="*/ 309182 w 466725"/>
                <a:gd name="connsiteY151" fmla="*/ 905828 h 1038225"/>
                <a:gd name="connsiteX152" fmla="*/ 308896 w 466725"/>
                <a:gd name="connsiteY152" fmla="*/ 905637 h 1038225"/>
                <a:gd name="connsiteX153" fmla="*/ 308324 w 466725"/>
                <a:gd name="connsiteY153" fmla="*/ 905732 h 1038225"/>
                <a:gd name="connsiteX154" fmla="*/ 306705 w 466725"/>
                <a:gd name="connsiteY154" fmla="*/ 906685 h 1038225"/>
                <a:gd name="connsiteX155" fmla="*/ 305562 w 466725"/>
                <a:gd name="connsiteY155" fmla="*/ 907066 h 1038225"/>
                <a:gd name="connsiteX156" fmla="*/ 304800 w 466725"/>
                <a:gd name="connsiteY156" fmla="*/ 907637 h 1038225"/>
                <a:gd name="connsiteX157" fmla="*/ 304705 w 466725"/>
                <a:gd name="connsiteY157" fmla="*/ 909161 h 1038225"/>
                <a:gd name="connsiteX158" fmla="*/ 305086 w 466725"/>
                <a:gd name="connsiteY158" fmla="*/ 909161 h 1038225"/>
                <a:gd name="connsiteX159" fmla="*/ 305276 w 466725"/>
                <a:gd name="connsiteY159" fmla="*/ 908780 h 1038225"/>
                <a:gd name="connsiteX160" fmla="*/ 305467 w 466725"/>
                <a:gd name="connsiteY160" fmla="*/ 908495 h 1038225"/>
                <a:gd name="connsiteX161" fmla="*/ 306134 w 466725"/>
                <a:gd name="connsiteY161" fmla="*/ 908018 h 1038225"/>
                <a:gd name="connsiteX162" fmla="*/ 306419 w 466725"/>
                <a:gd name="connsiteY162" fmla="*/ 908780 h 1038225"/>
                <a:gd name="connsiteX163" fmla="*/ 305848 w 466725"/>
                <a:gd name="connsiteY163" fmla="*/ 909352 h 1038225"/>
                <a:gd name="connsiteX164" fmla="*/ 305181 w 466725"/>
                <a:gd name="connsiteY164" fmla="*/ 909923 h 1038225"/>
                <a:gd name="connsiteX165" fmla="*/ 304991 w 466725"/>
                <a:gd name="connsiteY165" fmla="*/ 910685 h 1038225"/>
                <a:gd name="connsiteX166" fmla="*/ 305467 w 466725"/>
                <a:gd name="connsiteY166" fmla="*/ 910971 h 1038225"/>
                <a:gd name="connsiteX167" fmla="*/ 306229 w 466725"/>
                <a:gd name="connsiteY167" fmla="*/ 910876 h 1038225"/>
                <a:gd name="connsiteX168" fmla="*/ 306896 w 466725"/>
                <a:gd name="connsiteY168" fmla="*/ 910971 h 1038225"/>
                <a:gd name="connsiteX169" fmla="*/ 307086 w 466725"/>
                <a:gd name="connsiteY169" fmla="*/ 911828 h 1038225"/>
                <a:gd name="connsiteX170" fmla="*/ 307276 w 466725"/>
                <a:gd name="connsiteY170" fmla="*/ 912019 h 1038225"/>
                <a:gd name="connsiteX171" fmla="*/ 307753 w 466725"/>
                <a:gd name="connsiteY171" fmla="*/ 912971 h 1038225"/>
                <a:gd name="connsiteX172" fmla="*/ 308515 w 466725"/>
                <a:gd name="connsiteY172" fmla="*/ 910876 h 1038225"/>
                <a:gd name="connsiteX173" fmla="*/ 310515 w 466725"/>
                <a:gd name="connsiteY173" fmla="*/ 1042988 h 1038225"/>
                <a:gd name="connsiteX174" fmla="*/ 309658 w 466725"/>
                <a:gd name="connsiteY174" fmla="*/ 1042702 h 1038225"/>
                <a:gd name="connsiteX175" fmla="*/ 308896 w 466725"/>
                <a:gd name="connsiteY175" fmla="*/ 1043083 h 1038225"/>
                <a:gd name="connsiteX176" fmla="*/ 308515 w 466725"/>
                <a:gd name="connsiteY176" fmla="*/ 1044130 h 1038225"/>
                <a:gd name="connsiteX177" fmla="*/ 309086 w 466725"/>
                <a:gd name="connsiteY177" fmla="*/ 1044797 h 1038225"/>
                <a:gd name="connsiteX178" fmla="*/ 310134 w 466725"/>
                <a:gd name="connsiteY178" fmla="*/ 1044988 h 1038225"/>
                <a:gd name="connsiteX179" fmla="*/ 311182 w 466725"/>
                <a:gd name="connsiteY179" fmla="*/ 1044702 h 1038225"/>
                <a:gd name="connsiteX180" fmla="*/ 311182 w 466725"/>
                <a:gd name="connsiteY180" fmla="*/ 1043750 h 1038225"/>
                <a:gd name="connsiteX181" fmla="*/ 310515 w 466725"/>
                <a:gd name="connsiteY181" fmla="*/ 1042988 h 1038225"/>
                <a:gd name="connsiteX182" fmla="*/ 304133 w 466725"/>
                <a:gd name="connsiteY182" fmla="*/ 831437 h 1038225"/>
                <a:gd name="connsiteX183" fmla="*/ 304324 w 466725"/>
                <a:gd name="connsiteY183" fmla="*/ 829437 h 1038225"/>
                <a:gd name="connsiteX184" fmla="*/ 304514 w 466725"/>
                <a:gd name="connsiteY184" fmla="*/ 828389 h 1038225"/>
                <a:gd name="connsiteX185" fmla="*/ 304800 w 466725"/>
                <a:gd name="connsiteY185" fmla="*/ 827818 h 1038225"/>
                <a:gd name="connsiteX186" fmla="*/ 304419 w 466725"/>
                <a:gd name="connsiteY186" fmla="*/ 827437 h 1038225"/>
                <a:gd name="connsiteX187" fmla="*/ 303752 w 466725"/>
                <a:gd name="connsiteY187" fmla="*/ 827722 h 1038225"/>
                <a:gd name="connsiteX188" fmla="*/ 303562 w 466725"/>
                <a:gd name="connsiteY188" fmla="*/ 829056 h 1038225"/>
                <a:gd name="connsiteX189" fmla="*/ 303562 w 466725"/>
                <a:gd name="connsiteY189" fmla="*/ 830580 h 1038225"/>
                <a:gd name="connsiteX190" fmla="*/ 303657 w 466725"/>
                <a:gd name="connsiteY190" fmla="*/ 831437 h 1038225"/>
                <a:gd name="connsiteX191" fmla="*/ 304133 w 466725"/>
                <a:gd name="connsiteY191" fmla="*/ 831437 h 1038225"/>
                <a:gd name="connsiteX192" fmla="*/ 81248 w 466725"/>
                <a:gd name="connsiteY192" fmla="*/ 771716 h 1038225"/>
                <a:gd name="connsiteX193" fmla="*/ 80867 w 466725"/>
                <a:gd name="connsiteY193" fmla="*/ 772573 h 1038225"/>
                <a:gd name="connsiteX194" fmla="*/ 80296 w 466725"/>
                <a:gd name="connsiteY194" fmla="*/ 773239 h 1038225"/>
                <a:gd name="connsiteX195" fmla="*/ 81058 w 466725"/>
                <a:gd name="connsiteY195" fmla="*/ 773335 h 1038225"/>
                <a:gd name="connsiteX196" fmla="*/ 81820 w 466725"/>
                <a:gd name="connsiteY196" fmla="*/ 772668 h 1038225"/>
                <a:gd name="connsiteX197" fmla="*/ 82487 w 466725"/>
                <a:gd name="connsiteY197" fmla="*/ 771620 h 1038225"/>
                <a:gd name="connsiteX198" fmla="*/ 82963 w 466725"/>
                <a:gd name="connsiteY198" fmla="*/ 770668 h 1038225"/>
                <a:gd name="connsiteX199" fmla="*/ 82963 w 466725"/>
                <a:gd name="connsiteY199" fmla="*/ 770287 h 1038225"/>
                <a:gd name="connsiteX200" fmla="*/ 81915 w 466725"/>
                <a:gd name="connsiteY200" fmla="*/ 770763 h 1038225"/>
                <a:gd name="connsiteX201" fmla="*/ 81248 w 466725"/>
                <a:gd name="connsiteY201" fmla="*/ 771716 h 1038225"/>
                <a:gd name="connsiteX202" fmla="*/ 285274 w 466725"/>
                <a:gd name="connsiteY202" fmla="*/ 697516 h 1038225"/>
                <a:gd name="connsiteX203" fmla="*/ 285464 w 466725"/>
                <a:gd name="connsiteY203" fmla="*/ 695516 h 1038225"/>
                <a:gd name="connsiteX204" fmla="*/ 285369 w 466725"/>
                <a:gd name="connsiteY204" fmla="*/ 695039 h 1038225"/>
                <a:gd name="connsiteX205" fmla="*/ 285559 w 466725"/>
                <a:gd name="connsiteY205" fmla="*/ 694277 h 1038225"/>
                <a:gd name="connsiteX206" fmla="*/ 285845 w 466725"/>
                <a:gd name="connsiteY206" fmla="*/ 693801 h 1038225"/>
                <a:gd name="connsiteX207" fmla="*/ 286226 w 466725"/>
                <a:gd name="connsiteY207" fmla="*/ 693325 h 1038225"/>
                <a:gd name="connsiteX208" fmla="*/ 286512 w 466725"/>
                <a:gd name="connsiteY208" fmla="*/ 692753 h 1038225"/>
                <a:gd name="connsiteX209" fmla="*/ 286607 w 466725"/>
                <a:gd name="connsiteY209" fmla="*/ 691610 h 1038225"/>
                <a:gd name="connsiteX210" fmla="*/ 286512 w 466725"/>
                <a:gd name="connsiteY210" fmla="*/ 689515 h 1038225"/>
                <a:gd name="connsiteX211" fmla="*/ 286512 w 466725"/>
                <a:gd name="connsiteY211" fmla="*/ 688658 h 1038225"/>
                <a:gd name="connsiteX212" fmla="*/ 287655 w 466725"/>
                <a:gd name="connsiteY212" fmla="*/ 686943 h 1038225"/>
                <a:gd name="connsiteX213" fmla="*/ 287655 w 466725"/>
                <a:gd name="connsiteY213" fmla="*/ 685991 h 1038225"/>
                <a:gd name="connsiteX214" fmla="*/ 287465 w 466725"/>
                <a:gd name="connsiteY214" fmla="*/ 684943 h 1038225"/>
                <a:gd name="connsiteX215" fmla="*/ 286322 w 466725"/>
                <a:gd name="connsiteY215" fmla="*/ 684847 h 1038225"/>
                <a:gd name="connsiteX216" fmla="*/ 285083 w 466725"/>
                <a:gd name="connsiteY216" fmla="*/ 684467 h 1038225"/>
                <a:gd name="connsiteX217" fmla="*/ 282892 w 466725"/>
                <a:gd name="connsiteY217" fmla="*/ 683419 h 1038225"/>
                <a:gd name="connsiteX218" fmla="*/ 282035 w 466725"/>
                <a:gd name="connsiteY218" fmla="*/ 683609 h 1038225"/>
                <a:gd name="connsiteX219" fmla="*/ 281083 w 466725"/>
                <a:gd name="connsiteY219" fmla="*/ 683990 h 1038225"/>
                <a:gd name="connsiteX220" fmla="*/ 280225 w 466725"/>
                <a:gd name="connsiteY220" fmla="*/ 684562 h 1038225"/>
                <a:gd name="connsiteX221" fmla="*/ 279654 w 466725"/>
                <a:gd name="connsiteY221" fmla="*/ 685324 h 1038225"/>
                <a:gd name="connsiteX222" fmla="*/ 280035 w 466725"/>
                <a:gd name="connsiteY222" fmla="*/ 685895 h 1038225"/>
                <a:gd name="connsiteX223" fmla="*/ 279845 w 466725"/>
                <a:gd name="connsiteY223" fmla="*/ 686181 h 1038225"/>
                <a:gd name="connsiteX224" fmla="*/ 279464 w 466725"/>
                <a:gd name="connsiteY224" fmla="*/ 686467 h 1038225"/>
                <a:gd name="connsiteX225" fmla="*/ 279273 w 466725"/>
                <a:gd name="connsiteY225" fmla="*/ 686848 h 1038225"/>
                <a:gd name="connsiteX226" fmla="*/ 279368 w 466725"/>
                <a:gd name="connsiteY226" fmla="*/ 687514 h 1038225"/>
                <a:gd name="connsiteX227" fmla="*/ 279654 w 466725"/>
                <a:gd name="connsiteY227" fmla="*/ 688086 h 1038225"/>
                <a:gd name="connsiteX228" fmla="*/ 280321 w 466725"/>
                <a:gd name="connsiteY228" fmla="*/ 689038 h 1038225"/>
                <a:gd name="connsiteX229" fmla="*/ 280702 w 466725"/>
                <a:gd name="connsiteY229" fmla="*/ 690086 h 1038225"/>
                <a:gd name="connsiteX230" fmla="*/ 280988 w 466725"/>
                <a:gd name="connsiteY230" fmla="*/ 691420 h 1038225"/>
                <a:gd name="connsiteX231" fmla="*/ 280892 w 466725"/>
                <a:gd name="connsiteY231" fmla="*/ 692658 h 1038225"/>
                <a:gd name="connsiteX232" fmla="*/ 280225 w 466725"/>
                <a:gd name="connsiteY232" fmla="*/ 693134 h 1038225"/>
                <a:gd name="connsiteX233" fmla="*/ 279654 w 466725"/>
                <a:gd name="connsiteY233" fmla="*/ 694849 h 1038225"/>
                <a:gd name="connsiteX234" fmla="*/ 281750 w 466725"/>
                <a:gd name="connsiteY234" fmla="*/ 696563 h 1038225"/>
                <a:gd name="connsiteX235" fmla="*/ 282321 w 466725"/>
                <a:gd name="connsiteY235" fmla="*/ 697421 h 1038225"/>
                <a:gd name="connsiteX236" fmla="*/ 282702 w 466725"/>
                <a:gd name="connsiteY236" fmla="*/ 699802 h 1038225"/>
                <a:gd name="connsiteX237" fmla="*/ 284321 w 466725"/>
                <a:gd name="connsiteY237" fmla="*/ 700373 h 1038225"/>
                <a:gd name="connsiteX238" fmla="*/ 285559 w 466725"/>
                <a:gd name="connsiteY238" fmla="*/ 699135 h 1038225"/>
                <a:gd name="connsiteX239" fmla="*/ 285274 w 466725"/>
                <a:gd name="connsiteY239" fmla="*/ 697516 h 1038225"/>
                <a:gd name="connsiteX240" fmla="*/ 65246 w 466725"/>
                <a:gd name="connsiteY240" fmla="*/ 811435 h 1038225"/>
                <a:gd name="connsiteX241" fmla="*/ 65056 w 466725"/>
                <a:gd name="connsiteY241" fmla="*/ 811625 h 1038225"/>
                <a:gd name="connsiteX242" fmla="*/ 64865 w 466725"/>
                <a:gd name="connsiteY242" fmla="*/ 812292 h 1038225"/>
                <a:gd name="connsiteX243" fmla="*/ 64389 w 466725"/>
                <a:gd name="connsiteY243" fmla="*/ 816293 h 1038225"/>
                <a:gd name="connsiteX244" fmla="*/ 65437 w 466725"/>
                <a:gd name="connsiteY244" fmla="*/ 815626 h 1038225"/>
                <a:gd name="connsiteX245" fmla="*/ 65723 w 466725"/>
                <a:gd name="connsiteY245" fmla="*/ 814578 h 1038225"/>
                <a:gd name="connsiteX246" fmla="*/ 65532 w 466725"/>
                <a:gd name="connsiteY246" fmla="*/ 812197 h 1038225"/>
                <a:gd name="connsiteX247" fmla="*/ 65246 w 466725"/>
                <a:gd name="connsiteY247" fmla="*/ 811435 h 1038225"/>
                <a:gd name="connsiteX248" fmla="*/ 45434 w 466725"/>
                <a:gd name="connsiteY248" fmla="*/ 496253 h 1038225"/>
                <a:gd name="connsiteX249" fmla="*/ 42958 w 466725"/>
                <a:gd name="connsiteY249" fmla="*/ 489776 h 1038225"/>
                <a:gd name="connsiteX250" fmla="*/ 42767 w 466725"/>
                <a:gd name="connsiteY250" fmla="*/ 489014 h 1038225"/>
                <a:gd name="connsiteX251" fmla="*/ 42672 w 466725"/>
                <a:gd name="connsiteY251" fmla="*/ 488537 h 1038225"/>
                <a:gd name="connsiteX252" fmla="*/ 42482 w 466725"/>
                <a:gd name="connsiteY252" fmla="*/ 488061 h 1038225"/>
                <a:gd name="connsiteX253" fmla="*/ 42196 w 466725"/>
                <a:gd name="connsiteY253" fmla="*/ 487585 h 1038225"/>
                <a:gd name="connsiteX254" fmla="*/ 41815 w 466725"/>
                <a:gd name="connsiteY254" fmla="*/ 487204 h 1038225"/>
                <a:gd name="connsiteX255" fmla="*/ 40862 w 466725"/>
                <a:gd name="connsiteY255" fmla="*/ 486632 h 1038225"/>
                <a:gd name="connsiteX256" fmla="*/ 40481 w 466725"/>
                <a:gd name="connsiteY256" fmla="*/ 486251 h 1038225"/>
                <a:gd name="connsiteX257" fmla="*/ 40196 w 466725"/>
                <a:gd name="connsiteY257" fmla="*/ 486156 h 1038225"/>
                <a:gd name="connsiteX258" fmla="*/ 39910 w 466725"/>
                <a:gd name="connsiteY258" fmla="*/ 486442 h 1038225"/>
                <a:gd name="connsiteX259" fmla="*/ 39719 w 466725"/>
                <a:gd name="connsiteY259" fmla="*/ 487013 h 1038225"/>
                <a:gd name="connsiteX260" fmla="*/ 39719 w 466725"/>
                <a:gd name="connsiteY260" fmla="*/ 487585 h 1038225"/>
                <a:gd name="connsiteX261" fmla="*/ 40005 w 466725"/>
                <a:gd name="connsiteY261" fmla="*/ 487871 h 1038225"/>
                <a:gd name="connsiteX262" fmla="*/ 40291 w 466725"/>
                <a:gd name="connsiteY262" fmla="*/ 488061 h 1038225"/>
                <a:gd name="connsiteX263" fmla="*/ 40386 w 466725"/>
                <a:gd name="connsiteY263" fmla="*/ 488347 h 1038225"/>
                <a:gd name="connsiteX264" fmla="*/ 40576 w 466725"/>
                <a:gd name="connsiteY264" fmla="*/ 489299 h 1038225"/>
                <a:gd name="connsiteX265" fmla="*/ 43815 w 466725"/>
                <a:gd name="connsiteY265" fmla="*/ 495300 h 1038225"/>
                <a:gd name="connsiteX266" fmla="*/ 44577 w 466725"/>
                <a:gd name="connsiteY266" fmla="*/ 496348 h 1038225"/>
                <a:gd name="connsiteX267" fmla="*/ 44958 w 466725"/>
                <a:gd name="connsiteY267" fmla="*/ 497300 h 1038225"/>
                <a:gd name="connsiteX268" fmla="*/ 45244 w 466725"/>
                <a:gd name="connsiteY268" fmla="*/ 499681 h 1038225"/>
                <a:gd name="connsiteX269" fmla="*/ 45530 w 466725"/>
                <a:gd name="connsiteY269" fmla="*/ 500729 h 1038225"/>
                <a:gd name="connsiteX270" fmla="*/ 45910 w 466725"/>
                <a:gd name="connsiteY270" fmla="*/ 500729 h 1038225"/>
                <a:gd name="connsiteX271" fmla="*/ 45720 w 466725"/>
                <a:gd name="connsiteY271" fmla="*/ 498348 h 1038225"/>
                <a:gd name="connsiteX272" fmla="*/ 45434 w 466725"/>
                <a:gd name="connsiteY272" fmla="*/ 496253 h 1038225"/>
                <a:gd name="connsiteX273" fmla="*/ 72009 w 466725"/>
                <a:gd name="connsiteY273" fmla="*/ 504254 h 1038225"/>
                <a:gd name="connsiteX274" fmla="*/ 71914 w 466725"/>
                <a:gd name="connsiteY274" fmla="*/ 503396 h 1038225"/>
                <a:gd name="connsiteX275" fmla="*/ 71342 w 466725"/>
                <a:gd name="connsiteY275" fmla="*/ 501682 h 1038225"/>
                <a:gd name="connsiteX276" fmla="*/ 71152 w 466725"/>
                <a:gd name="connsiteY276" fmla="*/ 500634 h 1038225"/>
                <a:gd name="connsiteX277" fmla="*/ 71342 w 466725"/>
                <a:gd name="connsiteY277" fmla="*/ 498062 h 1038225"/>
                <a:gd name="connsiteX278" fmla="*/ 70961 w 466725"/>
                <a:gd name="connsiteY278" fmla="*/ 497205 h 1038225"/>
                <a:gd name="connsiteX279" fmla="*/ 70199 w 466725"/>
                <a:gd name="connsiteY279" fmla="*/ 496634 h 1038225"/>
                <a:gd name="connsiteX280" fmla="*/ 69437 w 466725"/>
                <a:gd name="connsiteY280" fmla="*/ 496157 h 1038225"/>
                <a:gd name="connsiteX281" fmla="*/ 69056 w 466725"/>
                <a:gd name="connsiteY281" fmla="*/ 495681 h 1038225"/>
                <a:gd name="connsiteX282" fmla="*/ 68866 w 466725"/>
                <a:gd name="connsiteY282" fmla="*/ 495300 h 1038225"/>
                <a:gd name="connsiteX283" fmla="*/ 68485 w 466725"/>
                <a:gd name="connsiteY283" fmla="*/ 494824 h 1038225"/>
                <a:gd name="connsiteX284" fmla="*/ 67913 w 466725"/>
                <a:gd name="connsiteY284" fmla="*/ 494252 h 1038225"/>
                <a:gd name="connsiteX285" fmla="*/ 66866 w 466725"/>
                <a:gd name="connsiteY285" fmla="*/ 493490 h 1038225"/>
                <a:gd name="connsiteX286" fmla="*/ 65818 w 466725"/>
                <a:gd name="connsiteY286" fmla="*/ 493395 h 1038225"/>
                <a:gd name="connsiteX287" fmla="*/ 66008 w 466725"/>
                <a:gd name="connsiteY287" fmla="*/ 495205 h 1038225"/>
                <a:gd name="connsiteX288" fmla="*/ 67818 w 466725"/>
                <a:gd name="connsiteY288" fmla="*/ 501301 h 1038225"/>
                <a:gd name="connsiteX289" fmla="*/ 68675 w 466725"/>
                <a:gd name="connsiteY289" fmla="*/ 502539 h 1038225"/>
                <a:gd name="connsiteX290" fmla="*/ 71628 w 466725"/>
                <a:gd name="connsiteY290" fmla="*/ 504920 h 1038225"/>
                <a:gd name="connsiteX291" fmla="*/ 72009 w 466725"/>
                <a:gd name="connsiteY291" fmla="*/ 504254 h 1038225"/>
                <a:gd name="connsiteX292" fmla="*/ 141065 w 466725"/>
                <a:gd name="connsiteY292" fmla="*/ 715899 h 1038225"/>
                <a:gd name="connsiteX293" fmla="*/ 140970 w 466725"/>
                <a:gd name="connsiteY293" fmla="*/ 715042 h 1038225"/>
                <a:gd name="connsiteX294" fmla="*/ 140970 w 466725"/>
                <a:gd name="connsiteY294" fmla="*/ 715042 h 1038225"/>
                <a:gd name="connsiteX295" fmla="*/ 140684 w 466725"/>
                <a:gd name="connsiteY295" fmla="*/ 714280 h 1038225"/>
                <a:gd name="connsiteX296" fmla="*/ 139827 w 466725"/>
                <a:gd name="connsiteY296" fmla="*/ 715042 h 1038225"/>
                <a:gd name="connsiteX297" fmla="*/ 138398 w 466725"/>
                <a:gd name="connsiteY297" fmla="*/ 717042 h 1038225"/>
                <a:gd name="connsiteX298" fmla="*/ 137350 w 466725"/>
                <a:gd name="connsiteY298" fmla="*/ 719328 h 1038225"/>
                <a:gd name="connsiteX299" fmla="*/ 136589 w 466725"/>
                <a:gd name="connsiteY299" fmla="*/ 720376 h 1038225"/>
                <a:gd name="connsiteX300" fmla="*/ 135541 w 466725"/>
                <a:gd name="connsiteY300" fmla="*/ 721138 h 1038225"/>
                <a:gd name="connsiteX301" fmla="*/ 135541 w 466725"/>
                <a:gd name="connsiteY301" fmla="*/ 721519 h 1038225"/>
                <a:gd name="connsiteX302" fmla="*/ 136779 w 466725"/>
                <a:gd name="connsiteY302" fmla="*/ 722186 h 1038225"/>
                <a:gd name="connsiteX303" fmla="*/ 138398 w 466725"/>
                <a:gd name="connsiteY303" fmla="*/ 722662 h 1038225"/>
                <a:gd name="connsiteX304" fmla="*/ 139732 w 466725"/>
                <a:gd name="connsiteY304" fmla="*/ 722376 h 1038225"/>
                <a:gd name="connsiteX305" fmla="*/ 140494 w 466725"/>
                <a:gd name="connsiteY305" fmla="*/ 720280 h 1038225"/>
                <a:gd name="connsiteX306" fmla="*/ 141446 w 466725"/>
                <a:gd name="connsiteY306" fmla="*/ 718661 h 1038225"/>
                <a:gd name="connsiteX307" fmla="*/ 141637 w 466725"/>
                <a:gd name="connsiteY307" fmla="*/ 717899 h 1038225"/>
                <a:gd name="connsiteX308" fmla="*/ 141542 w 466725"/>
                <a:gd name="connsiteY308" fmla="*/ 717233 h 1038225"/>
                <a:gd name="connsiteX309" fmla="*/ 141065 w 466725"/>
                <a:gd name="connsiteY309" fmla="*/ 715899 h 1038225"/>
                <a:gd name="connsiteX310" fmla="*/ 279749 w 466725"/>
                <a:gd name="connsiteY310" fmla="*/ 937927 h 1038225"/>
                <a:gd name="connsiteX311" fmla="*/ 278797 w 466725"/>
                <a:gd name="connsiteY311" fmla="*/ 937927 h 1038225"/>
                <a:gd name="connsiteX312" fmla="*/ 279559 w 466725"/>
                <a:gd name="connsiteY312" fmla="*/ 938689 h 1038225"/>
                <a:gd name="connsiteX313" fmla="*/ 279845 w 466725"/>
                <a:gd name="connsiteY313" fmla="*/ 938879 h 1038225"/>
                <a:gd name="connsiteX314" fmla="*/ 280607 w 466725"/>
                <a:gd name="connsiteY314" fmla="*/ 939070 h 1038225"/>
                <a:gd name="connsiteX315" fmla="*/ 280416 w 466725"/>
                <a:gd name="connsiteY315" fmla="*/ 938498 h 1038225"/>
                <a:gd name="connsiteX316" fmla="*/ 279749 w 466725"/>
                <a:gd name="connsiteY316" fmla="*/ 937927 h 1038225"/>
                <a:gd name="connsiteX317" fmla="*/ 84106 w 466725"/>
                <a:gd name="connsiteY317" fmla="*/ 558260 h 1038225"/>
                <a:gd name="connsiteX318" fmla="*/ 84010 w 466725"/>
                <a:gd name="connsiteY318" fmla="*/ 557594 h 1038225"/>
                <a:gd name="connsiteX319" fmla="*/ 84010 w 466725"/>
                <a:gd name="connsiteY319" fmla="*/ 557022 h 1038225"/>
                <a:gd name="connsiteX320" fmla="*/ 84296 w 466725"/>
                <a:gd name="connsiteY320" fmla="*/ 555403 h 1038225"/>
                <a:gd name="connsiteX321" fmla="*/ 84201 w 466725"/>
                <a:gd name="connsiteY321" fmla="*/ 554069 h 1038225"/>
                <a:gd name="connsiteX322" fmla="*/ 83820 w 466725"/>
                <a:gd name="connsiteY322" fmla="*/ 553688 h 1038225"/>
                <a:gd name="connsiteX323" fmla="*/ 82010 w 466725"/>
                <a:gd name="connsiteY323" fmla="*/ 553879 h 1038225"/>
                <a:gd name="connsiteX324" fmla="*/ 80772 w 466725"/>
                <a:gd name="connsiteY324" fmla="*/ 553879 h 1038225"/>
                <a:gd name="connsiteX325" fmla="*/ 80200 w 466725"/>
                <a:gd name="connsiteY325" fmla="*/ 553784 h 1038225"/>
                <a:gd name="connsiteX326" fmla="*/ 79724 w 466725"/>
                <a:gd name="connsiteY326" fmla="*/ 553593 h 1038225"/>
                <a:gd name="connsiteX327" fmla="*/ 78581 w 466725"/>
                <a:gd name="connsiteY327" fmla="*/ 552736 h 1038225"/>
                <a:gd name="connsiteX328" fmla="*/ 77533 w 466725"/>
                <a:gd name="connsiteY328" fmla="*/ 551593 h 1038225"/>
                <a:gd name="connsiteX329" fmla="*/ 76962 w 466725"/>
                <a:gd name="connsiteY329" fmla="*/ 551879 h 1038225"/>
                <a:gd name="connsiteX330" fmla="*/ 76391 w 466725"/>
                <a:gd name="connsiteY330" fmla="*/ 552736 h 1038225"/>
                <a:gd name="connsiteX331" fmla="*/ 75152 w 466725"/>
                <a:gd name="connsiteY331" fmla="*/ 553212 h 1038225"/>
                <a:gd name="connsiteX332" fmla="*/ 70295 w 466725"/>
                <a:gd name="connsiteY332" fmla="*/ 553593 h 1038225"/>
                <a:gd name="connsiteX333" fmla="*/ 70771 w 466725"/>
                <a:gd name="connsiteY333" fmla="*/ 555022 h 1038225"/>
                <a:gd name="connsiteX334" fmla="*/ 71057 w 466725"/>
                <a:gd name="connsiteY334" fmla="*/ 555498 h 1038225"/>
                <a:gd name="connsiteX335" fmla="*/ 76105 w 466725"/>
                <a:gd name="connsiteY335" fmla="*/ 561594 h 1038225"/>
                <a:gd name="connsiteX336" fmla="*/ 77438 w 466725"/>
                <a:gd name="connsiteY336" fmla="*/ 562642 h 1038225"/>
                <a:gd name="connsiteX337" fmla="*/ 78105 w 466725"/>
                <a:gd name="connsiteY337" fmla="*/ 563309 h 1038225"/>
                <a:gd name="connsiteX338" fmla="*/ 78391 w 466725"/>
                <a:gd name="connsiteY338" fmla="*/ 563975 h 1038225"/>
                <a:gd name="connsiteX339" fmla="*/ 78867 w 466725"/>
                <a:gd name="connsiteY339" fmla="*/ 564356 h 1038225"/>
                <a:gd name="connsiteX340" fmla="*/ 80010 w 466725"/>
                <a:gd name="connsiteY340" fmla="*/ 564642 h 1038225"/>
                <a:gd name="connsiteX341" fmla="*/ 81343 w 466725"/>
                <a:gd name="connsiteY341" fmla="*/ 564737 h 1038225"/>
                <a:gd name="connsiteX342" fmla="*/ 82296 w 466725"/>
                <a:gd name="connsiteY342" fmla="*/ 564547 h 1038225"/>
                <a:gd name="connsiteX343" fmla="*/ 83344 w 466725"/>
                <a:gd name="connsiteY343" fmla="*/ 563785 h 1038225"/>
                <a:gd name="connsiteX344" fmla="*/ 84106 w 466725"/>
                <a:gd name="connsiteY344" fmla="*/ 562737 h 1038225"/>
                <a:gd name="connsiteX345" fmla="*/ 84582 w 466725"/>
                <a:gd name="connsiteY345" fmla="*/ 561499 h 1038225"/>
                <a:gd name="connsiteX346" fmla="*/ 84773 w 466725"/>
                <a:gd name="connsiteY346" fmla="*/ 560165 h 1038225"/>
                <a:gd name="connsiteX347" fmla="*/ 84677 w 466725"/>
                <a:gd name="connsiteY347" fmla="*/ 559594 h 1038225"/>
                <a:gd name="connsiteX348" fmla="*/ 84106 w 466725"/>
                <a:gd name="connsiteY348" fmla="*/ 558260 h 1038225"/>
                <a:gd name="connsiteX349" fmla="*/ 127921 w 466725"/>
                <a:gd name="connsiteY349" fmla="*/ 710565 h 1038225"/>
                <a:gd name="connsiteX350" fmla="*/ 130588 w 466725"/>
                <a:gd name="connsiteY350" fmla="*/ 707231 h 1038225"/>
                <a:gd name="connsiteX351" fmla="*/ 131921 w 466725"/>
                <a:gd name="connsiteY351" fmla="*/ 704660 h 1038225"/>
                <a:gd name="connsiteX352" fmla="*/ 132588 w 466725"/>
                <a:gd name="connsiteY352" fmla="*/ 701897 h 1038225"/>
                <a:gd name="connsiteX353" fmla="*/ 132302 w 466725"/>
                <a:gd name="connsiteY353" fmla="*/ 699135 h 1038225"/>
                <a:gd name="connsiteX354" fmla="*/ 131255 w 466725"/>
                <a:gd name="connsiteY354" fmla="*/ 697802 h 1038225"/>
                <a:gd name="connsiteX355" fmla="*/ 129635 w 466725"/>
                <a:gd name="connsiteY355" fmla="*/ 699135 h 1038225"/>
                <a:gd name="connsiteX356" fmla="*/ 126397 w 466725"/>
                <a:gd name="connsiteY356" fmla="*/ 703136 h 1038225"/>
                <a:gd name="connsiteX357" fmla="*/ 124777 w 466725"/>
                <a:gd name="connsiteY357" fmla="*/ 704660 h 1038225"/>
                <a:gd name="connsiteX358" fmla="*/ 124397 w 466725"/>
                <a:gd name="connsiteY358" fmla="*/ 705326 h 1038225"/>
                <a:gd name="connsiteX359" fmla="*/ 123634 w 466725"/>
                <a:gd name="connsiteY359" fmla="*/ 707041 h 1038225"/>
                <a:gd name="connsiteX360" fmla="*/ 123063 w 466725"/>
                <a:gd name="connsiteY360" fmla="*/ 707898 h 1038225"/>
                <a:gd name="connsiteX361" fmla="*/ 121349 w 466725"/>
                <a:gd name="connsiteY361" fmla="*/ 709231 h 1038225"/>
                <a:gd name="connsiteX362" fmla="*/ 119443 w 466725"/>
                <a:gd name="connsiteY362" fmla="*/ 710089 h 1038225"/>
                <a:gd name="connsiteX363" fmla="*/ 118015 w 466725"/>
                <a:gd name="connsiteY363" fmla="*/ 711041 h 1038225"/>
                <a:gd name="connsiteX364" fmla="*/ 117634 w 466725"/>
                <a:gd name="connsiteY364" fmla="*/ 712756 h 1038225"/>
                <a:gd name="connsiteX365" fmla="*/ 119063 w 466725"/>
                <a:gd name="connsiteY365" fmla="*/ 716185 h 1038225"/>
                <a:gd name="connsiteX366" fmla="*/ 119443 w 466725"/>
                <a:gd name="connsiteY366" fmla="*/ 718090 h 1038225"/>
                <a:gd name="connsiteX367" fmla="*/ 118682 w 466725"/>
                <a:gd name="connsiteY367" fmla="*/ 719423 h 1038225"/>
                <a:gd name="connsiteX368" fmla="*/ 118682 w 466725"/>
                <a:gd name="connsiteY368" fmla="*/ 719804 h 1038225"/>
                <a:gd name="connsiteX369" fmla="*/ 119063 w 466725"/>
                <a:gd name="connsiteY369" fmla="*/ 719804 h 1038225"/>
                <a:gd name="connsiteX370" fmla="*/ 120301 w 466725"/>
                <a:gd name="connsiteY370" fmla="*/ 718185 h 1038225"/>
                <a:gd name="connsiteX371" fmla="*/ 120682 w 466725"/>
                <a:gd name="connsiteY371" fmla="*/ 717328 h 1038225"/>
                <a:gd name="connsiteX372" fmla="*/ 120491 w 466725"/>
                <a:gd name="connsiteY372" fmla="*/ 716471 h 1038225"/>
                <a:gd name="connsiteX373" fmla="*/ 120967 w 466725"/>
                <a:gd name="connsiteY373" fmla="*/ 715804 h 1038225"/>
                <a:gd name="connsiteX374" fmla="*/ 122110 w 466725"/>
                <a:gd name="connsiteY374" fmla="*/ 714851 h 1038225"/>
                <a:gd name="connsiteX375" fmla="*/ 122682 w 466725"/>
                <a:gd name="connsiteY375" fmla="*/ 714185 h 1038225"/>
                <a:gd name="connsiteX376" fmla="*/ 122682 w 466725"/>
                <a:gd name="connsiteY376" fmla="*/ 713804 h 1038225"/>
                <a:gd name="connsiteX377" fmla="*/ 122587 w 466725"/>
                <a:gd name="connsiteY377" fmla="*/ 713327 h 1038225"/>
                <a:gd name="connsiteX378" fmla="*/ 122587 w 466725"/>
                <a:gd name="connsiteY378" fmla="*/ 712851 h 1038225"/>
                <a:gd name="connsiteX379" fmla="*/ 122873 w 466725"/>
                <a:gd name="connsiteY379" fmla="*/ 712565 h 1038225"/>
                <a:gd name="connsiteX380" fmla="*/ 123634 w 466725"/>
                <a:gd name="connsiteY380" fmla="*/ 712089 h 1038225"/>
                <a:gd name="connsiteX381" fmla="*/ 126492 w 466725"/>
                <a:gd name="connsiteY381" fmla="*/ 711137 h 1038225"/>
                <a:gd name="connsiteX382" fmla="*/ 127349 w 466725"/>
                <a:gd name="connsiteY382" fmla="*/ 710755 h 1038225"/>
                <a:gd name="connsiteX383" fmla="*/ 127921 w 466725"/>
                <a:gd name="connsiteY383" fmla="*/ 710565 h 1038225"/>
                <a:gd name="connsiteX384" fmla="*/ 324231 w 466725"/>
                <a:gd name="connsiteY384" fmla="*/ 871442 h 1038225"/>
                <a:gd name="connsiteX385" fmla="*/ 324517 w 466725"/>
                <a:gd name="connsiteY385" fmla="*/ 871156 h 1038225"/>
                <a:gd name="connsiteX386" fmla="*/ 324802 w 466725"/>
                <a:gd name="connsiteY386" fmla="*/ 870966 h 1038225"/>
                <a:gd name="connsiteX387" fmla="*/ 325184 w 466725"/>
                <a:gd name="connsiteY387" fmla="*/ 870490 h 1038225"/>
                <a:gd name="connsiteX388" fmla="*/ 325755 w 466725"/>
                <a:gd name="connsiteY388" fmla="*/ 869918 h 1038225"/>
                <a:gd name="connsiteX389" fmla="*/ 325850 w 466725"/>
                <a:gd name="connsiteY389" fmla="*/ 869537 h 1038225"/>
                <a:gd name="connsiteX390" fmla="*/ 325469 w 466725"/>
                <a:gd name="connsiteY390" fmla="*/ 868966 h 1038225"/>
                <a:gd name="connsiteX391" fmla="*/ 324898 w 466725"/>
                <a:gd name="connsiteY391" fmla="*/ 868585 h 1038225"/>
                <a:gd name="connsiteX392" fmla="*/ 324517 w 466725"/>
                <a:gd name="connsiteY392" fmla="*/ 868775 h 1038225"/>
                <a:gd name="connsiteX393" fmla="*/ 324136 w 466725"/>
                <a:gd name="connsiteY393" fmla="*/ 869061 h 1038225"/>
                <a:gd name="connsiteX394" fmla="*/ 323755 w 466725"/>
                <a:gd name="connsiteY394" fmla="*/ 868966 h 1038225"/>
                <a:gd name="connsiteX395" fmla="*/ 323374 w 466725"/>
                <a:gd name="connsiteY395" fmla="*/ 868204 h 1038225"/>
                <a:gd name="connsiteX396" fmla="*/ 322326 w 466725"/>
                <a:gd name="connsiteY396" fmla="*/ 862775 h 1038225"/>
                <a:gd name="connsiteX397" fmla="*/ 321945 w 466725"/>
                <a:gd name="connsiteY397" fmla="*/ 861917 h 1038225"/>
                <a:gd name="connsiteX398" fmla="*/ 321183 w 466725"/>
                <a:gd name="connsiteY398" fmla="*/ 861917 h 1038225"/>
                <a:gd name="connsiteX399" fmla="*/ 320897 w 466725"/>
                <a:gd name="connsiteY399" fmla="*/ 862489 h 1038225"/>
                <a:gd name="connsiteX400" fmla="*/ 320707 w 466725"/>
                <a:gd name="connsiteY400" fmla="*/ 864870 h 1038225"/>
                <a:gd name="connsiteX401" fmla="*/ 320802 w 466725"/>
                <a:gd name="connsiteY401" fmla="*/ 865918 h 1038225"/>
                <a:gd name="connsiteX402" fmla="*/ 321088 w 466725"/>
                <a:gd name="connsiteY402" fmla="*/ 867061 h 1038225"/>
                <a:gd name="connsiteX403" fmla="*/ 322326 w 466725"/>
                <a:gd name="connsiteY403" fmla="*/ 870395 h 1038225"/>
                <a:gd name="connsiteX404" fmla="*/ 322993 w 466725"/>
                <a:gd name="connsiteY404" fmla="*/ 873823 h 1038225"/>
                <a:gd name="connsiteX405" fmla="*/ 323374 w 466725"/>
                <a:gd name="connsiteY405" fmla="*/ 874871 h 1038225"/>
                <a:gd name="connsiteX406" fmla="*/ 323374 w 466725"/>
                <a:gd name="connsiteY406" fmla="*/ 875824 h 1038225"/>
                <a:gd name="connsiteX407" fmla="*/ 324041 w 466725"/>
                <a:gd name="connsiteY407" fmla="*/ 877062 h 1038225"/>
                <a:gd name="connsiteX408" fmla="*/ 324041 w 466725"/>
                <a:gd name="connsiteY408" fmla="*/ 878110 h 1038225"/>
                <a:gd name="connsiteX409" fmla="*/ 324707 w 466725"/>
                <a:gd name="connsiteY409" fmla="*/ 877443 h 1038225"/>
                <a:gd name="connsiteX410" fmla="*/ 324707 w 466725"/>
                <a:gd name="connsiteY410" fmla="*/ 876300 h 1038225"/>
                <a:gd name="connsiteX411" fmla="*/ 324136 w 466725"/>
                <a:gd name="connsiteY411" fmla="*/ 874014 h 1038225"/>
                <a:gd name="connsiteX412" fmla="*/ 324041 w 466725"/>
                <a:gd name="connsiteY412" fmla="*/ 872300 h 1038225"/>
                <a:gd name="connsiteX413" fmla="*/ 324136 w 466725"/>
                <a:gd name="connsiteY413" fmla="*/ 871823 h 1038225"/>
                <a:gd name="connsiteX414" fmla="*/ 324231 w 466725"/>
                <a:gd name="connsiteY414" fmla="*/ 871442 h 1038225"/>
                <a:gd name="connsiteX415" fmla="*/ 335471 w 466725"/>
                <a:gd name="connsiteY415" fmla="*/ 990791 h 1038225"/>
                <a:gd name="connsiteX416" fmla="*/ 335090 w 466725"/>
                <a:gd name="connsiteY416" fmla="*/ 990791 h 1038225"/>
                <a:gd name="connsiteX417" fmla="*/ 334613 w 466725"/>
                <a:gd name="connsiteY417" fmla="*/ 990981 h 1038225"/>
                <a:gd name="connsiteX418" fmla="*/ 334327 w 466725"/>
                <a:gd name="connsiteY418" fmla="*/ 991648 h 1038225"/>
                <a:gd name="connsiteX419" fmla="*/ 334899 w 466725"/>
                <a:gd name="connsiteY419" fmla="*/ 992029 h 1038225"/>
                <a:gd name="connsiteX420" fmla="*/ 335851 w 466725"/>
                <a:gd name="connsiteY420" fmla="*/ 992029 h 1038225"/>
                <a:gd name="connsiteX421" fmla="*/ 336614 w 466725"/>
                <a:gd name="connsiteY421" fmla="*/ 991553 h 1038225"/>
                <a:gd name="connsiteX422" fmla="*/ 337280 w 466725"/>
                <a:gd name="connsiteY422" fmla="*/ 989647 h 1038225"/>
                <a:gd name="connsiteX423" fmla="*/ 336709 w 466725"/>
                <a:gd name="connsiteY423" fmla="*/ 988219 h 1038225"/>
                <a:gd name="connsiteX424" fmla="*/ 335471 w 466725"/>
                <a:gd name="connsiteY424" fmla="*/ 987171 h 1038225"/>
                <a:gd name="connsiteX425" fmla="*/ 334137 w 466725"/>
                <a:gd name="connsiteY425" fmla="*/ 986504 h 1038225"/>
                <a:gd name="connsiteX426" fmla="*/ 334042 w 466725"/>
                <a:gd name="connsiteY426" fmla="*/ 987076 h 1038225"/>
                <a:gd name="connsiteX427" fmla="*/ 334042 w 466725"/>
                <a:gd name="connsiteY427" fmla="*/ 987838 h 1038225"/>
                <a:gd name="connsiteX428" fmla="*/ 334232 w 466725"/>
                <a:gd name="connsiteY428" fmla="*/ 988695 h 1038225"/>
                <a:gd name="connsiteX429" fmla="*/ 334518 w 466725"/>
                <a:gd name="connsiteY429" fmla="*/ 989457 h 1038225"/>
                <a:gd name="connsiteX430" fmla="*/ 334518 w 466725"/>
                <a:gd name="connsiteY430" fmla="*/ 990219 h 1038225"/>
                <a:gd name="connsiteX431" fmla="*/ 334994 w 466725"/>
                <a:gd name="connsiteY431" fmla="*/ 989933 h 1038225"/>
                <a:gd name="connsiteX432" fmla="*/ 335471 w 466725"/>
                <a:gd name="connsiteY432" fmla="*/ 989838 h 1038225"/>
                <a:gd name="connsiteX433" fmla="*/ 335851 w 466725"/>
                <a:gd name="connsiteY433" fmla="*/ 989933 h 1038225"/>
                <a:gd name="connsiteX434" fmla="*/ 336042 w 466725"/>
                <a:gd name="connsiteY434" fmla="*/ 990314 h 1038225"/>
                <a:gd name="connsiteX435" fmla="*/ 335947 w 466725"/>
                <a:gd name="connsiteY435" fmla="*/ 990791 h 1038225"/>
                <a:gd name="connsiteX436" fmla="*/ 335471 w 466725"/>
                <a:gd name="connsiteY436" fmla="*/ 990791 h 1038225"/>
                <a:gd name="connsiteX437" fmla="*/ 312610 w 466725"/>
                <a:gd name="connsiteY437" fmla="*/ 946213 h 1038225"/>
                <a:gd name="connsiteX438" fmla="*/ 312325 w 466725"/>
                <a:gd name="connsiteY438" fmla="*/ 945737 h 1038225"/>
                <a:gd name="connsiteX439" fmla="*/ 311372 w 466725"/>
                <a:gd name="connsiteY439" fmla="*/ 944689 h 1038225"/>
                <a:gd name="connsiteX440" fmla="*/ 311658 w 466725"/>
                <a:gd name="connsiteY440" fmla="*/ 944213 h 1038225"/>
                <a:gd name="connsiteX441" fmla="*/ 311658 w 466725"/>
                <a:gd name="connsiteY441" fmla="*/ 943737 h 1038225"/>
                <a:gd name="connsiteX442" fmla="*/ 311467 w 466725"/>
                <a:gd name="connsiteY442" fmla="*/ 943451 h 1038225"/>
                <a:gd name="connsiteX443" fmla="*/ 311087 w 466725"/>
                <a:gd name="connsiteY443" fmla="*/ 943261 h 1038225"/>
                <a:gd name="connsiteX444" fmla="*/ 311658 w 466725"/>
                <a:gd name="connsiteY444" fmla="*/ 942975 h 1038225"/>
                <a:gd name="connsiteX445" fmla="*/ 312134 w 466725"/>
                <a:gd name="connsiteY445" fmla="*/ 942594 h 1038225"/>
                <a:gd name="connsiteX446" fmla="*/ 312420 w 466725"/>
                <a:gd name="connsiteY446" fmla="*/ 942118 h 1038225"/>
                <a:gd name="connsiteX447" fmla="*/ 312515 w 466725"/>
                <a:gd name="connsiteY447" fmla="*/ 941451 h 1038225"/>
                <a:gd name="connsiteX448" fmla="*/ 311277 w 466725"/>
                <a:gd name="connsiteY448" fmla="*/ 941737 h 1038225"/>
                <a:gd name="connsiteX449" fmla="*/ 310991 w 466725"/>
                <a:gd name="connsiteY449" fmla="*/ 940689 h 1038225"/>
                <a:gd name="connsiteX450" fmla="*/ 310991 w 466725"/>
                <a:gd name="connsiteY450" fmla="*/ 939260 h 1038225"/>
                <a:gd name="connsiteX451" fmla="*/ 310610 w 466725"/>
                <a:gd name="connsiteY451" fmla="*/ 938594 h 1038225"/>
                <a:gd name="connsiteX452" fmla="*/ 309277 w 466725"/>
                <a:gd name="connsiteY452" fmla="*/ 937451 h 1038225"/>
                <a:gd name="connsiteX453" fmla="*/ 308991 w 466725"/>
                <a:gd name="connsiteY453" fmla="*/ 937070 h 1038225"/>
                <a:gd name="connsiteX454" fmla="*/ 308896 w 466725"/>
                <a:gd name="connsiteY454" fmla="*/ 936498 h 1038225"/>
                <a:gd name="connsiteX455" fmla="*/ 308991 w 466725"/>
                <a:gd name="connsiteY455" fmla="*/ 934498 h 1038225"/>
                <a:gd name="connsiteX456" fmla="*/ 308229 w 466725"/>
                <a:gd name="connsiteY456" fmla="*/ 935736 h 1038225"/>
                <a:gd name="connsiteX457" fmla="*/ 308896 w 466725"/>
                <a:gd name="connsiteY457" fmla="*/ 938689 h 1038225"/>
                <a:gd name="connsiteX458" fmla="*/ 308610 w 466725"/>
                <a:gd name="connsiteY458" fmla="*/ 940022 h 1038225"/>
                <a:gd name="connsiteX459" fmla="*/ 309372 w 466725"/>
                <a:gd name="connsiteY459" fmla="*/ 940308 h 1038225"/>
                <a:gd name="connsiteX460" fmla="*/ 309658 w 466725"/>
                <a:gd name="connsiteY460" fmla="*/ 941356 h 1038225"/>
                <a:gd name="connsiteX461" fmla="*/ 309658 w 466725"/>
                <a:gd name="connsiteY461" fmla="*/ 942404 h 1038225"/>
                <a:gd name="connsiteX462" fmla="*/ 309467 w 466725"/>
                <a:gd name="connsiteY462" fmla="*/ 942880 h 1038225"/>
                <a:gd name="connsiteX463" fmla="*/ 308800 w 466725"/>
                <a:gd name="connsiteY463" fmla="*/ 943070 h 1038225"/>
                <a:gd name="connsiteX464" fmla="*/ 309086 w 466725"/>
                <a:gd name="connsiteY464" fmla="*/ 943451 h 1038225"/>
                <a:gd name="connsiteX465" fmla="*/ 310039 w 466725"/>
                <a:gd name="connsiteY465" fmla="*/ 944023 h 1038225"/>
                <a:gd name="connsiteX466" fmla="*/ 310801 w 466725"/>
                <a:gd name="connsiteY466" fmla="*/ 945261 h 1038225"/>
                <a:gd name="connsiteX467" fmla="*/ 311087 w 466725"/>
                <a:gd name="connsiteY467" fmla="*/ 945547 h 1038225"/>
                <a:gd name="connsiteX468" fmla="*/ 311182 w 466725"/>
                <a:gd name="connsiteY468" fmla="*/ 945928 h 1038225"/>
                <a:gd name="connsiteX469" fmla="*/ 311563 w 466725"/>
                <a:gd name="connsiteY469" fmla="*/ 946309 h 1038225"/>
                <a:gd name="connsiteX470" fmla="*/ 312896 w 466725"/>
                <a:gd name="connsiteY470" fmla="*/ 947071 h 1038225"/>
                <a:gd name="connsiteX471" fmla="*/ 312610 w 466725"/>
                <a:gd name="connsiteY471" fmla="*/ 946213 h 1038225"/>
                <a:gd name="connsiteX472" fmla="*/ 330899 w 466725"/>
                <a:gd name="connsiteY472" fmla="*/ 950309 h 1038225"/>
                <a:gd name="connsiteX473" fmla="*/ 331375 w 466725"/>
                <a:gd name="connsiteY473" fmla="*/ 950405 h 1038225"/>
                <a:gd name="connsiteX474" fmla="*/ 332232 w 466725"/>
                <a:gd name="connsiteY474" fmla="*/ 949357 h 1038225"/>
                <a:gd name="connsiteX475" fmla="*/ 332518 w 466725"/>
                <a:gd name="connsiteY475" fmla="*/ 949833 h 1038225"/>
                <a:gd name="connsiteX476" fmla="*/ 333089 w 466725"/>
                <a:gd name="connsiteY476" fmla="*/ 950119 h 1038225"/>
                <a:gd name="connsiteX477" fmla="*/ 333756 w 466725"/>
                <a:gd name="connsiteY477" fmla="*/ 950309 h 1038225"/>
                <a:gd name="connsiteX478" fmla="*/ 334327 w 466725"/>
                <a:gd name="connsiteY478" fmla="*/ 950500 h 1038225"/>
                <a:gd name="connsiteX479" fmla="*/ 334804 w 466725"/>
                <a:gd name="connsiteY479" fmla="*/ 950881 h 1038225"/>
                <a:gd name="connsiteX480" fmla="*/ 335661 w 466725"/>
                <a:gd name="connsiteY480" fmla="*/ 951929 h 1038225"/>
                <a:gd name="connsiteX481" fmla="*/ 336233 w 466725"/>
                <a:gd name="connsiteY481" fmla="*/ 952310 h 1038225"/>
                <a:gd name="connsiteX482" fmla="*/ 336137 w 466725"/>
                <a:gd name="connsiteY482" fmla="*/ 951547 h 1038225"/>
                <a:gd name="connsiteX483" fmla="*/ 335851 w 466725"/>
                <a:gd name="connsiteY483" fmla="*/ 950214 h 1038225"/>
                <a:gd name="connsiteX484" fmla="*/ 335756 w 466725"/>
                <a:gd name="connsiteY484" fmla="*/ 949452 h 1038225"/>
                <a:gd name="connsiteX485" fmla="*/ 335947 w 466725"/>
                <a:gd name="connsiteY485" fmla="*/ 948785 h 1038225"/>
                <a:gd name="connsiteX486" fmla="*/ 336709 w 466725"/>
                <a:gd name="connsiteY486" fmla="*/ 947928 h 1038225"/>
                <a:gd name="connsiteX487" fmla="*/ 336899 w 466725"/>
                <a:gd name="connsiteY487" fmla="*/ 947261 h 1038225"/>
                <a:gd name="connsiteX488" fmla="*/ 336709 w 466725"/>
                <a:gd name="connsiteY488" fmla="*/ 943166 h 1038225"/>
                <a:gd name="connsiteX489" fmla="*/ 337185 w 466725"/>
                <a:gd name="connsiteY489" fmla="*/ 941642 h 1038225"/>
                <a:gd name="connsiteX490" fmla="*/ 337185 w 466725"/>
                <a:gd name="connsiteY490" fmla="*/ 940022 h 1038225"/>
                <a:gd name="connsiteX491" fmla="*/ 337090 w 466725"/>
                <a:gd name="connsiteY491" fmla="*/ 939451 h 1038225"/>
                <a:gd name="connsiteX492" fmla="*/ 336899 w 466725"/>
                <a:gd name="connsiteY492" fmla="*/ 938784 h 1038225"/>
                <a:gd name="connsiteX493" fmla="*/ 336709 w 466725"/>
                <a:gd name="connsiteY493" fmla="*/ 938213 h 1038225"/>
                <a:gd name="connsiteX494" fmla="*/ 336423 w 466725"/>
                <a:gd name="connsiteY494" fmla="*/ 937831 h 1038225"/>
                <a:gd name="connsiteX495" fmla="*/ 335947 w 466725"/>
                <a:gd name="connsiteY495" fmla="*/ 937546 h 1038225"/>
                <a:gd name="connsiteX496" fmla="*/ 335280 w 466725"/>
                <a:gd name="connsiteY496" fmla="*/ 937451 h 1038225"/>
                <a:gd name="connsiteX497" fmla="*/ 334042 w 466725"/>
                <a:gd name="connsiteY497" fmla="*/ 937831 h 1038225"/>
                <a:gd name="connsiteX498" fmla="*/ 333375 w 466725"/>
                <a:gd name="connsiteY498" fmla="*/ 937927 h 1038225"/>
                <a:gd name="connsiteX499" fmla="*/ 331851 w 466725"/>
                <a:gd name="connsiteY499" fmla="*/ 937546 h 1038225"/>
                <a:gd name="connsiteX500" fmla="*/ 331184 w 466725"/>
                <a:gd name="connsiteY500" fmla="*/ 937546 h 1038225"/>
                <a:gd name="connsiteX501" fmla="*/ 331280 w 466725"/>
                <a:gd name="connsiteY501" fmla="*/ 937927 h 1038225"/>
                <a:gd name="connsiteX502" fmla="*/ 331375 w 466725"/>
                <a:gd name="connsiteY502" fmla="*/ 938117 h 1038225"/>
                <a:gd name="connsiteX503" fmla="*/ 331565 w 466725"/>
                <a:gd name="connsiteY503" fmla="*/ 938308 h 1038225"/>
                <a:gd name="connsiteX504" fmla="*/ 330803 w 466725"/>
                <a:gd name="connsiteY504" fmla="*/ 938403 h 1038225"/>
                <a:gd name="connsiteX505" fmla="*/ 328422 w 466725"/>
                <a:gd name="connsiteY505" fmla="*/ 938022 h 1038225"/>
                <a:gd name="connsiteX506" fmla="*/ 327184 w 466725"/>
                <a:gd name="connsiteY506" fmla="*/ 938308 h 1038225"/>
                <a:gd name="connsiteX507" fmla="*/ 327470 w 466725"/>
                <a:gd name="connsiteY507" fmla="*/ 938784 h 1038225"/>
                <a:gd name="connsiteX508" fmla="*/ 327850 w 466725"/>
                <a:gd name="connsiteY508" fmla="*/ 938975 h 1038225"/>
                <a:gd name="connsiteX509" fmla="*/ 328327 w 466725"/>
                <a:gd name="connsiteY509" fmla="*/ 938975 h 1038225"/>
                <a:gd name="connsiteX510" fmla="*/ 328898 w 466725"/>
                <a:gd name="connsiteY510" fmla="*/ 938975 h 1038225"/>
                <a:gd name="connsiteX511" fmla="*/ 329470 w 466725"/>
                <a:gd name="connsiteY511" fmla="*/ 939070 h 1038225"/>
                <a:gd name="connsiteX512" fmla="*/ 329375 w 466725"/>
                <a:gd name="connsiteY512" fmla="*/ 939355 h 1038225"/>
                <a:gd name="connsiteX513" fmla="*/ 328993 w 466725"/>
                <a:gd name="connsiteY513" fmla="*/ 939641 h 1038225"/>
                <a:gd name="connsiteX514" fmla="*/ 328803 w 466725"/>
                <a:gd name="connsiteY514" fmla="*/ 939737 h 1038225"/>
                <a:gd name="connsiteX515" fmla="*/ 328517 w 466725"/>
                <a:gd name="connsiteY515" fmla="*/ 940022 h 1038225"/>
                <a:gd name="connsiteX516" fmla="*/ 328136 w 466725"/>
                <a:gd name="connsiteY516" fmla="*/ 940118 h 1038225"/>
                <a:gd name="connsiteX517" fmla="*/ 327850 w 466725"/>
                <a:gd name="connsiteY517" fmla="*/ 940403 h 1038225"/>
                <a:gd name="connsiteX518" fmla="*/ 327755 w 466725"/>
                <a:gd name="connsiteY518" fmla="*/ 941070 h 1038225"/>
                <a:gd name="connsiteX519" fmla="*/ 327946 w 466725"/>
                <a:gd name="connsiteY519" fmla="*/ 941451 h 1038225"/>
                <a:gd name="connsiteX520" fmla="*/ 328898 w 466725"/>
                <a:gd name="connsiteY520" fmla="*/ 942213 h 1038225"/>
                <a:gd name="connsiteX521" fmla="*/ 329184 w 466725"/>
                <a:gd name="connsiteY521" fmla="*/ 942689 h 1038225"/>
                <a:gd name="connsiteX522" fmla="*/ 327946 w 466725"/>
                <a:gd name="connsiteY522" fmla="*/ 942880 h 1038225"/>
                <a:gd name="connsiteX523" fmla="*/ 327850 w 466725"/>
                <a:gd name="connsiteY523" fmla="*/ 943547 h 1038225"/>
                <a:gd name="connsiteX524" fmla="*/ 328517 w 466725"/>
                <a:gd name="connsiteY524" fmla="*/ 945071 h 1038225"/>
                <a:gd name="connsiteX525" fmla="*/ 328898 w 466725"/>
                <a:gd name="connsiteY525" fmla="*/ 945452 h 1038225"/>
                <a:gd name="connsiteX526" fmla="*/ 329565 w 466725"/>
                <a:gd name="connsiteY526" fmla="*/ 945928 h 1038225"/>
                <a:gd name="connsiteX527" fmla="*/ 329946 w 466725"/>
                <a:gd name="connsiteY527" fmla="*/ 946690 h 1038225"/>
                <a:gd name="connsiteX528" fmla="*/ 329565 w 466725"/>
                <a:gd name="connsiteY528" fmla="*/ 947833 h 1038225"/>
                <a:gd name="connsiteX529" fmla="*/ 329756 w 466725"/>
                <a:gd name="connsiteY529" fmla="*/ 948214 h 1038225"/>
                <a:gd name="connsiteX530" fmla="*/ 329946 w 466725"/>
                <a:gd name="connsiteY530" fmla="*/ 948500 h 1038225"/>
                <a:gd name="connsiteX531" fmla="*/ 330232 w 466725"/>
                <a:gd name="connsiteY531" fmla="*/ 948500 h 1038225"/>
                <a:gd name="connsiteX532" fmla="*/ 330613 w 466725"/>
                <a:gd name="connsiteY532" fmla="*/ 948214 h 1038225"/>
                <a:gd name="connsiteX533" fmla="*/ 330517 w 466725"/>
                <a:gd name="connsiteY533" fmla="*/ 949357 h 1038225"/>
                <a:gd name="connsiteX534" fmla="*/ 330899 w 466725"/>
                <a:gd name="connsiteY534" fmla="*/ 950309 h 1038225"/>
                <a:gd name="connsiteX535" fmla="*/ 331565 w 466725"/>
                <a:gd name="connsiteY535" fmla="*/ 921734 h 1038225"/>
                <a:gd name="connsiteX536" fmla="*/ 331184 w 466725"/>
                <a:gd name="connsiteY536" fmla="*/ 921163 h 1038225"/>
                <a:gd name="connsiteX537" fmla="*/ 330803 w 466725"/>
                <a:gd name="connsiteY537" fmla="*/ 921734 h 1038225"/>
                <a:gd name="connsiteX538" fmla="*/ 330803 w 466725"/>
                <a:gd name="connsiteY538" fmla="*/ 922401 h 1038225"/>
                <a:gd name="connsiteX539" fmla="*/ 331184 w 466725"/>
                <a:gd name="connsiteY539" fmla="*/ 924020 h 1038225"/>
                <a:gd name="connsiteX540" fmla="*/ 331184 w 466725"/>
                <a:gd name="connsiteY540" fmla="*/ 925639 h 1038225"/>
                <a:gd name="connsiteX541" fmla="*/ 331280 w 466725"/>
                <a:gd name="connsiteY541" fmla="*/ 926211 h 1038225"/>
                <a:gd name="connsiteX542" fmla="*/ 331470 w 466725"/>
                <a:gd name="connsiteY542" fmla="*/ 926497 h 1038225"/>
                <a:gd name="connsiteX543" fmla="*/ 331756 w 466725"/>
                <a:gd name="connsiteY543" fmla="*/ 926687 h 1038225"/>
                <a:gd name="connsiteX544" fmla="*/ 332327 w 466725"/>
                <a:gd name="connsiteY544" fmla="*/ 927354 h 1038225"/>
                <a:gd name="connsiteX545" fmla="*/ 332708 w 466725"/>
                <a:gd name="connsiteY545" fmla="*/ 927545 h 1038225"/>
                <a:gd name="connsiteX546" fmla="*/ 332994 w 466725"/>
                <a:gd name="connsiteY546" fmla="*/ 927830 h 1038225"/>
                <a:gd name="connsiteX547" fmla="*/ 333089 w 466725"/>
                <a:gd name="connsiteY547" fmla="*/ 928402 h 1038225"/>
                <a:gd name="connsiteX548" fmla="*/ 332994 w 466725"/>
                <a:gd name="connsiteY548" fmla="*/ 928783 h 1038225"/>
                <a:gd name="connsiteX549" fmla="*/ 332518 w 466725"/>
                <a:gd name="connsiteY549" fmla="*/ 929545 h 1038225"/>
                <a:gd name="connsiteX550" fmla="*/ 332423 w 466725"/>
                <a:gd name="connsiteY550" fmla="*/ 929926 h 1038225"/>
                <a:gd name="connsiteX551" fmla="*/ 332423 w 466725"/>
                <a:gd name="connsiteY551" fmla="*/ 930688 h 1038225"/>
                <a:gd name="connsiteX552" fmla="*/ 332613 w 466725"/>
                <a:gd name="connsiteY552" fmla="*/ 931355 h 1038225"/>
                <a:gd name="connsiteX553" fmla="*/ 333375 w 466725"/>
                <a:gd name="connsiteY553" fmla="*/ 932974 h 1038225"/>
                <a:gd name="connsiteX554" fmla="*/ 334327 w 466725"/>
                <a:gd name="connsiteY554" fmla="*/ 933069 h 1038225"/>
                <a:gd name="connsiteX555" fmla="*/ 335375 w 466725"/>
                <a:gd name="connsiteY555" fmla="*/ 932688 h 1038225"/>
                <a:gd name="connsiteX556" fmla="*/ 336423 w 466725"/>
                <a:gd name="connsiteY556" fmla="*/ 932021 h 1038225"/>
                <a:gd name="connsiteX557" fmla="*/ 337280 w 466725"/>
                <a:gd name="connsiteY557" fmla="*/ 931259 h 1038225"/>
                <a:gd name="connsiteX558" fmla="*/ 338328 w 466725"/>
                <a:gd name="connsiteY558" fmla="*/ 930783 h 1038225"/>
                <a:gd name="connsiteX559" fmla="*/ 341471 w 466725"/>
                <a:gd name="connsiteY559" fmla="*/ 930783 h 1038225"/>
                <a:gd name="connsiteX560" fmla="*/ 342900 w 466725"/>
                <a:gd name="connsiteY560" fmla="*/ 930402 h 1038225"/>
                <a:gd name="connsiteX561" fmla="*/ 342900 w 466725"/>
                <a:gd name="connsiteY561" fmla="*/ 930783 h 1038225"/>
                <a:gd name="connsiteX562" fmla="*/ 342995 w 466725"/>
                <a:gd name="connsiteY562" fmla="*/ 930021 h 1038225"/>
                <a:gd name="connsiteX563" fmla="*/ 342138 w 466725"/>
                <a:gd name="connsiteY563" fmla="*/ 929545 h 1038225"/>
                <a:gd name="connsiteX564" fmla="*/ 340138 w 466725"/>
                <a:gd name="connsiteY564" fmla="*/ 928973 h 1038225"/>
                <a:gd name="connsiteX565" fmla="*/ 338614 w 466725"/>
                <a:gd name="connsiteY565" fmla="*/ 927640 h 1038225"/>
                <a:gd name="connsiteX566" fmla="*/ 337852 w 466725"/>
                <a:gd name="connsiteY566" fmla="*/ 927259 h 1038225"/>
                <a:gd name="connsiteX567" fmla="*/ 336899 w 466725"/>
                <a:gd name="connsiteY567" fmla="*/ 927545 h 1038225"/>
                <a:gd name="connsiteX568" fmla="*/ 335756 w 466725"/>
                <a:gd name="connsiteY568" fmla="*/ 926878 h 1038225"/>
                <a:gd name="connsiteX569" fmla="*/ 335185 w 466725"/>
                <a:gd name="connsiteY569" fmla="*/ 926402 h 1038225"/>
                <a:gd name="connsiteX570" fmla="*/ 334327 w 466725"/>
                <a:gd name="connsiteY570" fmla="*/ 924687 h 1038225"/>
                <a:gd name="connsiteX571" fmla="*/ 333280 w 466725"/>
                <a:gd name="connsiteY571" fmla="*/ 923163 h 1038225"/>
                <a:gd name="connsiteX572" fmla="*/ 331565 w 466725"/>
                <a:gd name="connsiteY572" fmla="*/ 921734 h 1038225"/>
                <a:gd name="connsiteX573" fmla="*/ 78486 w 466725"/>
                <a:gd name="connsiteY573" fmla="*/ 519303 h 1038225"/>
                <a:gd name="connsiteX574" fmla="*/ 79439 w 466725"/>
                <a:gd name="connsiteY574" fmla="*/ 521208 h 1038225"/>
                <a:gd name="connsiteX575" fmla="*/ 80010 w 466725"/>
                <a:gd name="connsiteY575" fmla="*/ 521780 h 1038225"/>
                <a:gd name="connsiteX576" fmla="*/ 80772 w 466725"/>
                <a:gd name="connsiteY576" fmla="*/ 522256 h 1038225"/>
                <a:gd name="connsiteX577" fmla="*/ 82487 w 466725"/>
                <a:gd name="connsiteY577" fmla="*/ 522827 h 1038225"/>
                <a:gd name="connsiteX578" fmla="*/ 83249 w 466725"/>
                <a:gd name="connsiteY578" fmla="*/ 523304 h 1038225"/>
                <a:gd name="connsiteX579" fmla="*/ 83630 w 466725"/>
                <a:gd name="connsiteY579" fmla="*/ 524161 h 1038225"/>
                <a:gd name="connsiteX580" fmla="*/ 83534 w 466725"/>
                <a:gd name="connsiteY580" fmla="*/ 524542 h 1038225"/>
                <a:gd name="connsiteX581" fmla="*/ 83249 w 466725"/>
                <a:gd name="connsiteY581" fmla="*/ 524542 h 1038225"/>
                <a:gd name="connsiteX582" fmla="*/ 82963 w 466725"/>
                <a:gd name="connsiteY582" fmla="*/ 524542 h 1038225"/>
                <a:gd name="connsiteX583" fmla="*/ 82867 w 466725"/>
                <a:gd name="connsiteY583" fmla="*/ 524732 h 1038225"/>
                <a:gd name="connsiteX584" fmla="*/ 82963 w 466725"/>
                <a:gd name="connsiteY584" fmla="*/ 525018 h 1038225"/>
                <a:gd name="connsiteX585" fmla="*/ 83058 w 466725"/>
                <a:gd name="connsiteY585" fmla="*/ 525209 h 1038225"/>
                <a:gd name="connsiteX586" fmla="*/ 83153 w 466725"/>
                <a:gd name="connsiteY586" fmla="*/ 525304 h 1038225"/>
                <a:gd name="connsiteX587" fmla="*/ 83249 w 466725"/>
                <a:gd name="connsiteY587" fmla="*/ 525494 h 1038225"/>
                <a:gd name="connsiteX588" fmla="*/ 83344 w 466725"/>
                <a:gd name="connsiteY588" fmla="*/ 526066 h 1038225"/>
                <a:gd name="connsiteX589" fmla="*/ 83820 w 466725"/>
                <a:gd name="connsiteY589" fmla="*/ 526733 h 1038225"/>
                <a:gd name="connsiteX590" fmla="*/ 83915 w 466725"/>
                <a:gd name="connsiteY590" fmla="*/ 527304 h 1038225"/>
                <a:gd name="connsiteX591" fmla="*/ 84106 w 466725"/>
                <a:gd name="connsiteY591" fmla="*/ 527971 h 1038225"/>
                <a:gd name="connsiteX592" fmla="*/ 85344 w 466725"/>
                <a:gd name="connsiteY592" fmla="*/ 529876 h 1038225"/>
                <a:gd name="connsiteX593" fmla="*/ 86011 w 466725"/>
                <a:gd name="connsiteY593" fmla="*/ 530543 h 1038225"/>
                <a:gd name="connsiteX594" fmla="*/ 86582 w 466725"/>
                <a:gd name="connsiteY594" fmla="*/ 531019 h 1038225"/>
                <a:gd name="connsiteX595" fmla="*/ 86868 w 466725"/>
                <a:gd name="connsiteY595" fmla="*/ 531114 h 1038225"/>
                <a:gd name="connsiteX596" fmla="*/ 88011 w 466725"/>
                <a:gd name="connsiteY596" fmla="*/ 531019 h 1038225"/>
                <a:gd name="connsiteX597" fmla="*/ 89154 w 466725"/>
                <a:gd name="connsiteY597" fmla="*/ 531114 h 1038225"/>
                <a:gd name="connsiteX598" fmla="*/ 89725 w 466725"/>
                <a:gd name="connsiteY598" fmla="*/ 531114 h 1038225"/>
                <a:gd name="connsiteX599" fmla="*/ 90107 w 466725"/>
                <a:gd name="connsiteY599" fmla="*/ 530923 h 1038225"/>
                <a:gd name="connsiteX600" fmla="*/ 90202 w 466725"/>
                <a:gd name="connsiteY600" fmla="*/ 530447 h 1038225"/>
                <a:gd name="connsiteX601" fmla="*/ 90011 w 466725"/>
                <a:gd name="connsiteY601" fmla="*/ 529971 h 1038225"/>
                <a:gd name="connsiteX602" fmla="*/ 90011 w 466725"/>
                <a:gd name="connsiteY602" fmla="*/ 529495 h 1038225"/>
                <a:gd name="connsiteX603" fmla="*/ 90678 w 466725"/>
                <a:gd name="connsiteY603" fmla="*/ 529114 h 1038225"/>
                <a:gd name="connsiteX604" fmla="*/ 90868 w 466725"/>
                <a:gd name="connsiteY604" fmla="*/ 529209 h 1038225"/>
                <a:gd name="connsiteX605" fmla="*/ 90964 w 466725"/>
                <a:gd name="connsiteY605" fmla="*/ 529495 h 1038225"/>
                <a:gd name="connsiteX606" fmla="*/ 91059 w 466725"/>
                <a:gd name="connsiteY606" fmla="*/ 529780 h 1038225"/>
                <a:gd name="connsiteX607" fmla="*/ 91345 w 466725"/>
                <a:gd name="connsiteY607" fmla="*/ 529876 h 1038225"/>
                <a:gd name="connsiteX608" fmla="*/ 91631 w 466725"/>
                <a:gd name="connsiteY608" fmla="*/ 529780 h 1038225"/>
                <a:gd name="connsiteX609" fmla="*/ 91821 w 466725"/>
                <a:gd name="connsiteY609" fmla="*/ 529685 h 1038225"/>
                <a:gd name="connsiteX610" fmla="*/ 91916 w 466725"/>
                <a:gd name="connsiteY610" fmla="*/ 529590 h 1038225"/>
                <a:gd name="connsiteX611" fmla="*/ 92774 w 466725"/>
                <a:gd name="connsiteY611" fmla="*/ 528828 h 1038225"/>
                <a:gd name="connsiteX612" fmla="*/ 94012 w 466725"/>
                <a:gd name="connsiteY612" fmla="*/ 527113 h 1038225"/>
                <a:gd name="connsiteX613" fmla="*/ 94774 w 466725"/>
                <a:gd name="connsiteY613" fmla="*/ 526733 h 1038225"/>
                <a:gd name="connsiteX614" fmla="*/ 95441 w 466725"/>
                <a:gd name="connsiteY614" fmla="*/ 526256 h 1038225"/>
                <a:gd name="connsiteX615" fmla="*/ 95822 w 466725"/>
                <a:gd name="connsiteY615" fmla="*/ 525209 h 1038225"/>
                <a:gd name="connsiteX616" fmla="*/ 95917 w 466725"/>
                <a:gd name="connsiteY616" fmla="*/ 524066 h 1038225"/>
                <a:gd name="connsiteX617" fmla="*/ 95726 w 466725"/>
                <a:gd name="connsiteY617" fmla="*/ 523304 h 1038225"/>
                <a:gd name="connsiteX618" fmla="*/ 94964 w 466725"/>
                <a:gd name="connsiteY618" fmla="*/ 522446 h 1038225"/>
                <a:gd name="connsiteX619" fmla="*/ 92964 w 466725"/>
                <a:gd name="connsiteY619" fmla="*/ 521208 h 1038225"/>
                <a:gd name="connsiteX620" fmla="*/ 92012 w 466725"/>
                <a:gd name="connsiteY620" fmla="*/ 520446 h 1038225"/>
                <a:gd name="connsiteX621" fmla="*/ 90964 w 466725"/>
                <a:gd name="connsiteY621" fmla="*/ 519779 h 1038225"/>
                <a:gd name="connsiteX622" fmla="*/ 89821 w 466725"/>
                <a:gd name="connsiteY622" fmla="*/ 519589 h 1038225"/>
                <a:gd name="connsiteX623" fmla="*/ 88678 w 466725"/>
                <a:gd name="connsiteY623" fmla="*/ 519779 h 1038225"/>
                <a:gd name="connsiteX624" fmla="*/ 87821 w 466725"/>
                <a:gd name="connsiteY624" fmla="*/ 520255 h 1038225"/>
                <a:gd name="connsiteX625" fmla="*/ 86963 w 466725"/>
                <a:gd name="connsiteY625" fmla="*/ 519398 h 1038225"/>
                <a:gd name="connsiteX626" fmla="*/ 84487 w 466725"/>
                <a:gd name="connsiteY626" fmla="*/ 517398 h 1038225"/>
                <a:gd name="connsiteX627" fmla="*/ 84201 w 466725"/>
                <a:gd name="connsiteY627" fmla="*/ 516922 h 1038225"/>
                <a:gd name="connsiteX628" fmla="*/ 84010 w 466725"/>
                <a:gd name="connsiteY628" fmla="*/ 516446 h 1038225"/>
                <a:gd name="connsiteX629" fmla="*/ 83725 w 466725"/>
                <a:gd name="connsiteY629" fmla="*/ 516064 h 1038225"/>
                <a:gd name="connsiteX630" fmla="*/ 83249 w 466725"/>
                <a:gd name="connsiteY630" fmla="*/ 515684 h 1038225"/>
                <a:gd name="connsiteX631" fmla="*/ 82867 w 466725"/>
                <a:gd name="connsiteY631" fmla="*/ 515588 h 1038225"/>
                <a:gd name="connsiteX632" fmla="*/ 81915 w 466725"/>
                <a:gd name="connsiteY632" fmla="*/ 515493 h 1038225"/>
                <a:gd name="connsiteX633" fmla="*/ 81534 w 466725"/>
                <a:gd name="connsiteY633" fmla="*/ 515398 h 1038225"/>
                <a:gd name="connsiteX634" fmla="*/ 81058 w 466725"/>
                <a:gd name="connsiteY634" fmla="*/ 515398 h 1038225"/>
                <a:gd name="connsiteX635" fmla="*/ 78962 w 466725"/>
                <a:gd name="connsiteY635" fmla="*/ 517970 h 1038225"/>
                <a:gd name="connsiteX636" fmla="*/ 79343 w 466725"/>
                <a:gd name="connsiteY636" fmla="*/ 518446 h 1038225"/>
                <a:gd name="connsiteX637" fmla="*/ 79439 w 466725"/>
                <a:gd name="connsiteY637" fmla="*/ 518827 h 1038225"/>
                <a:gd name="connsiteX638" fmla="*/ 79248 w 466725"/>
                <a:gd name="connsiteY638" fmla="*/ 519017 h 1038225"/>
                <a:gd name="connsiteX639" fmla="*/ 78486 w 466725"/>
                <a:gd name="connsiteY639" fmla="*/ 519303 h 1038225"/>
                <a:gd name="connsiteX640" fmla="*/ 332137 w 466725"/>
                <a:gd name="connsiteY640" fmla="*/ 902684 h 1038225"/>
                <a:gd name="connsiteX641" fmla="*/ 332613 w 466725"/>
                <a:gd name="connsiteY641" fmla="*/ 901446 h 1038225"/>
                <a:gd name="connsiteX642" fmla="*/ 332899 w 466725"/>
                <a:gd name="connsiteY642" fmla="*/ 899446 h 1038225"/>
                <a:gd name="connsiteX643" fmla="*/ 332899 w 466725"/>
                <a:gd name="connsiteY643" fmla="*/ 897350 h 1038225"/>
                <a:gd name="connsiteX644" fmla="*/ 332708 w 466725"/>
                <a:gd name="connsiteY644" fmla="*/ 895826 h 1038225"/>
                <a:gd name="connsiteX645" fmla="*/ 331946 w 466725"/>
                <a:gd name="connsiteY645" fmla="*/ 894779 h 1038225"/>
                <a:gd name="connsiteX646" fmla="*/ 331280 w 466725"/>
                <a:gd name="connsiteY646" fmla="*/ 895636 h 1038225"/>
                <a:gd name="connsiteX647" fmla="*/ 330803 w 466725"/>
                <a:gd name="connsiteY647" fmla="*/ 897350 h 1038225"/>
                <a:gd name="connsiteX648" fmla="*/ 330613 w 466725"/>
                <a:gd name="connsiteY648" fmla="*/ 898779 h 1038225"/>
                <a:gd name="connsiteX649" fmla="*/ 329375 w 466725"/>
                <a:gd name="connsiteY649" fmla="*/ 896493 h 1038225"/>
                <a:gd name="connsiteX650" fmla="*/ 329184 w 466725"/>
                <a:gd name="connsiteY650" fmla="*/ 895636 h 1038225"/>
                <a:gd name="connsiteX651" fmla="*/ 329565 w 466725"/>
                <a:gd name="connsiteY651" fmla="*/ 893350 h 1038225"/>
                <a:gd name="connsiteX652" fmla="*/ 329565 w 466725"/>
                <a:gd name="connsiteY652" fmla="*/ 892873 h 1038225"/>
                <a:gd name="connsiteX653" fmla="*/ 328613 w 466725"/>
                <a:gd name="connsiteY653" fmla="*/ 891826 h 1038225"/>
                <a:gd name="connsiteX654" fmla="*/ 325755 w 466725"/>
                <a:gd name="connsiteY654" fmla="*/ 891064 h 1038225"/>
                <a:gd name="connsiteX655" fmla="*/ 324802 w 466725"/>
                <a:gd name="connsiteY655" fmla="*/ 890206 h 1038225"/>
                <a:gd name="connsiteX656" fmla="*/ 324041 w 466725"/>
                <a:gd name="connsiteY656" fmla="*/ 892397 h 1038225"/>
                <a:gd name="connsiteX657" fmla="*/ 324041 w 466725"/>
                <a:gd name="connsiteY657" fmla="*/ 894969 h 1038225"/>
                <a:gd name="connsiteX658" fmla="*/ 324612 w 466725"/>
                <a:gd name="connsiteY658" fmla="*/ 897350 h 1038225"/>
                <a:gd name="connsiteX659" fmla="*/ 325565 w 466725"/>
                <a:gd name="connsiteY659" fmla="*/ 899160 h 1038225"/>
                <a:gd name="connsiteX660" fmla="*/ 325565 w 466725"/>
                <a:gd name="connsiteY660" fmla="*/ 899541 h 1038225"/>
                <a:gd name="connsiteX661" fmla="*/ 325184 w 466725"/>
                <a:gd name="connsiteY661" fmla="*/ 899827 h 1038225"/>
                <a:gd name="connsiteX662" fmla="*/ 324802 w 466725"/>
                <a:gd name="connsiteY662" fmla="*/ 900113 h 1038225"/>
                <a:gd name="connsiteX663" fmla="*/ 324612 w 466725"/>
                <a:gd name="connsiteY663" fmla="*/ 900398 h 1038225"/>
                <a:gd name="connsiteX664" fmla="*/ 324612 w 466725"/>
                <a:gd name="connsiteY664" fmla="*/ 900684 h 1038225"/>
                <a:gd name="connsiteX665" fmla="*/ 324898 w 466725"/>
                <a:gd name="connsiteY665" fmla="*/ 900875 h 1038225"/>
                <a:gd name="connsiteX666" fmla="*/ 325088 w 466725"/>
                <a:gd name="connsiteY666" fmla="*/ 901541 h 1038225"/>
                <a:gd name="connsiteX667" fmla="*/ 325565 w 466725"/>
                <a:gd name="connsiteY667" fmla="*/ 902303 h 1038225"/>
                <a:gd name="connsiteX668" fmla="*/ 325660 w 466725"/>
                <a:gd name="connsiteY668" fmla="*/ 902780 h 1038225"/>
                <a:gd name="connsiteX669" fmla="*/ 325469 w 466725"/>
                <a:gd name="connsiteY669" fmla="*/ 904018 h 1038225"/>
                <a:gd name="connsiteX670" fmla="*/ 324707 w 466725"/>
                <a:gd name="connsiteY670" fmla="*/ 906209 h 1038225"/>
                <a:gd name="connsiteX671" fmla="*/ 324517 w 466725"/>
                <a:gd name="connsiteY671" fmla="*/ 907352 h 1038225"/>
                <a:gd name="connsiteX672" fmla="*/ 324326 w 466725"/>
                <a:gd name="connsiteY672" fmla="*/ 907637 h 1038225"/>
                <a:gd name="connsiteX673" fmla="*/ 323850 w 466725"/>
                <a:gd name="connsiteY673" fmla="*/ 908780 h 1038225"/>
                <a:gd name="connsiteX674" fmla="*/ 326326 w 466725"/>
                <a:gd name="connsiteY674" fmla="*/ 909447 h 1038225"/>
                <a:gd name="connsiteX675" fmla="*/ 328517 w 466725"/>
                <a:gd name="connsiteY675" fmla="*/ 907542 h 1038225"/>
                <a:gd name="connsiteX676" fmla="*/ 332137 w 466725"/>
                <a:gd name="connsiteY676" fmla="*/ 902684 h 1038225"/>
                <a:gd name="connsiteX677" fmla="*/ 475012 w 466725"/>
                <a:gd name="connsiteY677" fmla="*/ 401384 h 1038225"/>
                <a:gd name="connsiteX678" fmla="*/ 475298 w 466725"/>
                <a:gd name="connsiteY678" fmla="*/ 400717 h 1038225"/>
                <a:gd name="connsiteX679" fmla="*/ 474917 w 466725"/>
                <a:gd name="connsiteY679" fmla="*/ 400050 h 1038225"/>
                <a:gd name="connsiteX680" fmla="*/ 475012 w 466725"/>
                <a:gd name="connsiteY680" fmla="*/ 399193 h 1038225"/>
                <a:gd name="connsiteX681" fmla="*/ 474631 w 466725"/>
                <a:gd name="connsiteY681" fmla="*/ 398050 h 1038225"/>
                <a:gd name="connsiteX682" fmla="*/ 473964 w 466725"/>
                <a:gd name="connsiteY682" fmla="*/ 397002 h 1038225"/>
                <a:gd name="connsiteX683" fmla="*/ 473297 w 466725"/>
                <a:gd name="connsiteY683" fmla="*/ 396526 h 1038225"/>
                <a:gd name="connsiteX684" fmla="*/ 472821 w 466725"/>
                <a:gd name="connsiteY684" fmla="*/ 395954 h 1038225"/>
                <a:gd name="connsiteX685" fmla="*/ 472631 w 466725"/>
                <a:gd name="connsiteY685" fmla="*/ 393192 h 1038225"/>
                <a:gd name="connsiteX686" fmla="*/ 472345 w 466725"/>
                <a:gd name="connsiteY686" fmla="*/ 392335 h 1038225"/>
                <a:gd name="connsiteX687" fmla="*/ 470440 w 466725"/>
                <a:gd name="connsiteY687" fmla="*/ 391954 h 1038225"/>
                <a:gd name="connsiteX688" fmla="*/ 469678 w 466725"/>
                <a:gd name="connsiteY688" fmla="*/ 392240 h 1038225"/>
                <a:gd name="connsiteX689" fmla="*/ 469011 w 466725"/>
                <a:gd name="connsiteY689" fmla="*/ 392621 h 1038225"/>
                <a:gd name="connsiteX690" fmla="*/ 468344 w 466725"/>
                <a:gd name="connsiteY690" fmla="*/ 393097 h 1038225"/>
                <a:gd name="connsiteX691" fmla="*/ 465677 w 466725"/>
                <a:gd name="connsiteY691" fmla="*/ 395002 h 1038225"/>
                <a:gd name="connsiteX692" fmla="*/ 464725 w 466725"/>
                <a:gd name="connsiteY692" fmla="*/ 395383 h 1038225"/>
                <a:gd name="connsiteX693" fmla="*/ 459581 w 466725"/>
                <a:gd name="connsiteY693" fmla="*/ 396907 h 1038225"/>
                <a:gd name="connsiteX694" fmla="*/ 457295 w 466725"/>
                <a:gd name="connsiteY694" fmla="*/ 398050 h 1038225"/>
                <a:gd name="connsiteX695" fmla="*/ 455295 w 466725"/>
                <a:gd name="connsiteY695" fmla="*/ 399860 h 1038225"/>
                <a:gd name="connsiteX696" fmla="*/ 453200 w 466725"/>
                <a:gd name="connsiteY696" fmla="*/ 403003 h 1038225"/>
                <a:gd name="connsiteX697" fmla="*/ 450437 w 466725"/>
                <a:gd name="connsiteY697" fmla="*/ 406051 h 1038225"/>
                <a:gd name="connsiteX698" fmla="*/ 448247 w 466725"/>
                <a:gd name="connsiteY698" fmla="*/ 407194 h 1038225"/>
                <a:gd name="connsiteX699" fmla="*/ 448247 w 466725"/>
                <a:gd name="connsiteY699" fmla="*/ 407194 h 1038225"/>
                <a:gd name="connsiteX700" fmla="*/ 448247 w 466725"/>
                <a:gd name="connsiteY700" fmla="*/ 407194 h 1038225"/>
                <a:gd name="connsiteX701" fmla="*/ 448247 w 466725"/>
                <a:gd name="connsiteY701" fmla="*/ 407194 h 1038225"/>
                <a:gd name="connsiteX702" fmla="*/ 447389 w 466725"/>
                <a:gd name="connsiteY702" fmla="*/ 408051 h 1038225"/>
                <a:gd name="connsiteX703" fmla="*/ 446151 w 466725"/>
                <a:gd name="connsiteY703" fmla="*/ 408623 h 1038225"/>
                <a:gd name="connsiteX704" fmla="*/ 443484 w 466725"/>
                <a:gd name="connsiteY704" fmla="*/ 409385 h 1038225"/>
                <a:gd name="connsiteX705" fmla="*/ 442150 w 466725"/>
                <a:gd name="connsiteY705" fmla="*/ 409480 h 1038225"/>
                <a:gd name="connsiteX706" fmla="*/ 439579 w 466725"/>
                <a:gd name="connsiteY706" fmla="*/ 409004 h 1038225"/>
                <a:gd name="connsiteX707" fmla="*/ 438341 w 466725"/>
                <a:gd name="connsiteY707" fmla="*/ 409289 h 1038225"/>
                <a:gd name="connsiteX708" fmla="*/ 437388 w 466725"/>
                <a:gd name="connsiteY708" fmla="*/ 409385 h 1038225"/>
                <a:gd name="connsiteX709" fmla="*/ 436721 w 466725"/>
                <a:gd name="connsiteY709" fmla="*/ 408908 h 1038225"/>
                <a:gd name="connsiteX710" fmla="*/ 436245 w 466725"/>
                <a:gd name="connsiteY710" fmla="*/ 408051 h 1038225"/>
                <a:gd name="connsiteX711" fmla="*/ 435959 w 466725"/>
                <a:gd name="connsiteY711" fmla="*/ 407099 h 1038225"/>
                <a:gd name="connsiteX712" fmla="*/ 434340 w 466725"/>
                <a:gd name="connsiteY712" fmla="*/ 405765 h 1038225"/>
                <a:gd name="connsiteX713" fmla="*/ 433483 w 466725"/>
                <a:gd name="connsiteY713" fmla="*/ 405289 h 1038225"/>
                <a:gd name="connsiteX714" fmla="*/ 432435 w 466725"/>
                <a:gd name="connsiteY714" fmla="*/ 405098 h 1038225"/>
                <a:gd name="connsiteX715" fmla="*/ 431292 w 466725"/>
                <a:gd name="connsiteY715" fmla="*/ 405194 h 1038225"/>
                <a:gd name="connsiteX716" fmla="*/ 430530 w 466725"/>
                <a:gd name="connsiteY716" fmla="*/ 405575 h 1038225"/>
                <a:gd name="connsiteX717" fmla="*/ 429863 w 466725"/>
                <a:gd name="connsiteY717" fmla="*/ 406241 h 1038225"/>
                <a:gd name="connsiteX718" fmla="*/ 429197 w 466725"/>
                <a:gd name="connsiteY718" fmla="*/ 407194 h 1038225"/>
                <a:gd name="connsiteX719" fmla="*/ 429197 w 466725"/>
                <a:gd name="connsiteY719" fmla="*/ 407194 h 1038225"/>
                <a:gd name="connsiteX720" fmla="*/ 429197 w 466725"/>
                <a:gd name="connsiteY720" fmla="*/ 407194 h 1038225"/>
                <a:gd name="connsiteX721" fmla="*/ 429197 w 466725"/>
                <a:gd name="connsiteY721" fmla="*/ 407194 h 1038225"/>
                <a:gd name="connsiteX722" fmla="*/ 428530 w 466725"/>
                <a:gd name="connsiteY722" fmla="*/ 407861 h 1038225"/>
                <a:gd name="connsiteX723" fmla="*/ 427768 w 466725"/>
                <a:gd name="connsiteY723" fmla="*/ 408337 h 1038225"/>
                <a:gd name="connsiteX724" fmla="*/ 426149 w 466725"/>
                <a:gd name="connsiteY724" fmla="*/ 408908 h 1038225"/>
                <a:gd name="connsiteX725" fmla="*/ 425387 w 466725"/>
                <a:gd name="connsiteY725" fmla="*/ 409289 h 1038225"/>
                <a:gd name="connsiteX726" fmla="*/ 423672 w 466725"/>
                <a:gd name="connsiteY726" fmla="*/ 410623 h 1038225"/>
                <a:gd name="connsiteX727" fmla="*/ 423100 w 466725"/>
                <a:gd name="connsiteY727" fmla="*/ 410909 h 1038225"/>
                <a:gd name="connsiteX728" fmla="*/ 421767 w 466725"/>
                <a:gd name="connsiteY728" fmla="*/ 410432 h 1038225"/>
                <a:gd name="connsiteX729" fmla="*/ 419957 w 466725"/>
                <a:gd name="connsiteY729" fmla="*/ 407861 h 1038225"/>
                <a:gd name="connsiteX730" fmla="*/ 418909 w 466725"/>
                <a:gd name="connsiteY730" fmla="*/ 407099 h 1038225"/>
                <a:gd name="connsiteX731" fmla="*/ 418338 w 466725"/>
                <a:gd name="connsiteY731" fmla="*/ 406337 h 1038225"/>
                <a:gd name="connsiteX732" fmla="*/ 417957 w 466725"/>
                <a:gd name="connsiteY732" fmla="*/ 405194 h 1038225"/>
                <a:gd name="connsiteX733" fmla="*/ 417767 w 466725"/>
                <a:gd name="connsiteY733" fmla="*/ 403955 h 1038225"/>
                <a:gd name="connsiteX734" fmla="*/ 417767 w 466725"/>
                <a:gd name="connsiteY734" fmla="*/ 403003 h 1038225"/>
                <a:gd name="connsiteX735" fmla="*/ 417957 w 466725"/>
                <a:gd name="connsiteY735" fmla="*/ 402241 h 1038225"/>
                <a:gd name="connsiteX736" fmla="*/ 418243 w 466725"/>
                <a:gd name="connsiteY736" fmla="*/ 401288 h 1038225"/>
                <a:gd name="connsiteX737" fmla="*/ 418719 w 466725"/>
                <a:gd name="connsiteY737" fmla="*/ 400336 h 1038225"/>
                <a:gd name="connsiteX738" fmla="*/ 419386 w 466725"/>
                <a:gd name="connsiteY738" fmla="*/ 399574 h 1038225"/>
                <a:gd name="connsiteX739" fmla="*/ 419957 w 466725"/>
                <a:gd name="connsiteY739" fmla="*/ 399288 h 1038225"/>
                <a:gd name="connsiteX740" fmla="*/ 420529 w 466725"/>
                <a:gd name="connsiteY740" fmla="*/ 399193 h 1038225"/>
                <a:gd name="connsiteX741" fmla="*/ 420910 w 466725"/>
                <a:gd name="connsiteY741" fmla="*/ 399002 h 1038225"/>
                <a:gd name="connsiteX742" fmla="*/ 421005 w 466725"/>
                <a:gd name="connsiteY742" fmla="*/ 398526 h 1038225"/>
                <a:gd name="connsiteX743" fmla="*/ 420815 w 466725"/>
                <a:gd name="connsiteY743" fmla="*/ 398240 h 1038225"/>
                <a:gd name="connsiteX744" fmla="*/ 420434 w 466725"/>
                <a:gd name="connsiteY744" fmla="*/ 397859 h 1038225"/>
                <a:gd name="connsiteX745" fmla="*/ 419672 w 466725"/>
                <a:gd name="connsiteY745" fmla="*/ 397193 h 1038225"/>
                <a:gd name="connsiteX746" fmla="*/ 417671 w 466725"/>
                <a:gd name="connsiteY746" fmla="*/ 396621 h 1038225"/>
                <a:gd name="connsiteX747" fmla="*/ 413195 w 466725"/>
                <a:gd name="connsiteY747" fmla="*/ 396526 h 1038225"/>
                <a:gd name="connsiteX748" fmla="*/ 411290 w 466725"/>
                <a:gd name="connsiteY748" fmla="*/ 395478 h 1038225"/>
                <a:gd name="connsiteX749" fmla="*/ 410718 w 466725"/>
                <a:gd name="connsiteY749" fmla="*/ 394525 h 1038225"/>
                <a:gd name="connsiteX750" fmla="*/ 410147 w 466725"/>
                <a:gd name="connsiteY750" fmla="*/ 391382 h 1038225"/>
                <a:gd name="connsiteX751" fmla="*/ 409289 w 466725"/>
                <a:gd name="connsiteY751" fmla="*/ 389382 h 1038225"/>
                <a:gd name="connsiteX752" fmla="*/ 409099 w 466725"/>
                <a:gd name="connsiteY752" fmla="*/ 388430 h 1038225"/>
                <a:gd name="connsiteX753" fmla="*/ 409194 w 466725"/>
                <a:gd name="connsiteY753" fmla="*/ 387191 h 1038225"/>
                <a:gd name="connsiteX754" fmla="*/ 411004 w 466725"/>
                <a:gd name="connsiteY754" fmla="*/ 383096 h 1038225"/>
                <a:gd name="connsiteX755" fmla="*/ 411575 w 466725"/>
                <a:gd name="connsiteY755" fmla="*/ 380905 h 1038225"/>
                <a:gd name="connsiteX756" fmla="*/ 410813 w 466725"/>
                <a:gd name="connsiteY756" fmla="*/ 379095 h 1038225"/>
                <a:gd name="connsiteX757" fmla="*/ 410242 w 466725"/>
                <a:gd name="connsiteY757" fmla="*/ 378524 h 1038225"/>
                <a:gd name="connsiteX758" fmla="*/ 409956 w 466725"/>
                <a:gd name="connsiteY758" fmla="*/ 377762 h 1038225"/>
                <a:gd name="connsiteX759" fmla="*/ 409956 w 466725"/>
                <a:gd name="connsiteY759" fmla="*/ 377000 h 1038225"/>
                <a:gd name="connsiteX760" fmla="*/ 410337 w 466725"/>
                <a:gd name="connsiteY760" fmla="*/ 376238 h 1038225"/>
                <a:gd name="connsiteX761" fmla="*/ 406337 w 466725"/>
                <a:gd name="connsiteY761" fmla="*/ 375571 h 1038225"/>
                <a:gd name="connsiteX762" fmla="*/ 405289 w 466725"/>
                <a:gd name="connsiteY762" fmla="*/ 375761 h 1038225"/>
                <a:gd name="connsiteX763" fmla="*/ 405003 w 466725"/>
                <a:gd name="connsiteY763" fmla="*/ 376238 h 1038225"/>
                <a:gd name="connsiteX764" fmla="*/ 405003 w 466725"/>
                <a:gd name="connsiteY764" fmla="*/ 377381 h 1038225"/>
                <a:gd name="connsiteX765" fmla="*/ 404622 w 466725"/>
                <a:gd name="connsiteY765" fmla="*/ 377762 h 1038225"/>
                <a:gd name="connsiteX766" fmla="*/ 403955 w 466725"/>
                <a:gd name="connsiteY766" fmla="*/ 377857 h 1038225"/>
                <a:gd name="connsiteX767" fmla="*/ 403574 w 466725"/>
                <a:gd name="connsiteY767" fmla="*/ 377571 h 1038225"/>
                <a:gd name="connsiteX768" fmla="*/ 403289 w 466725"/>
                <a:gd name="connsiteY768" fmla="*/ 377095 h 1038225"/>
                <a:gd name="connsiteX769" fmla="*/ 402908 w 466725"/>
                <a:gd name="connsiteY769" fmla="*/ 376714 h 1038225"/>
                <a:gd name="connsiteX770" fmla="*/ 399669 w 466725"/>
                <a:gd name="connsiteY770" fmla="*/ 375095 h 1038225"/>
                <a:gd name="connsiteX771" fmla="*/ 398812 w 466725"/>
                <a:gd name="connsiteY771" fmla="*/ 374904 h 1038225"/>
                <a:gd name="connsiteX772" fmla="*/ 397764 w 466725"/>
                <a:gd name="connsiteY772" fmla="*/ 375475 h 1038225"/>
                <a:gd name="connsiteX773" fmla="*/ 397192 w 466725"/>
                <a:gd name="connsiteY773" fmla="*/ 376238 h 1038225"/>
                <a:gd name="connsiteX774" fmla="*/ 396716 w 466725"/>
                <a:gd name="connsiteY774" fmla="*/ 376714 h 1038225"/>
                <a:gd name="connsiteX775" fmla="*/ 395668 w 466725"/>
                <a:gd name="connsiteY775" fmla="*/ 376142 h 1038225"/>
                <a:gd name="connsiteX776" fmla="*/ 395383 w 466725"/>
                <a:gd name="connsiteY776" fmla="*/ 375857 h 1038225"/>
                <a:gd name="connsiteX777" fmla="*/ 394907 w 466725"/>
                <a:gd name="connsiteY777" fmla="*/ 374904 h 1038225"/>
                <a:gd name="connsiteX778" fmla="*/ 394525 w 466725"/>
                <a:gd name="connsiteY778" fmla="*/ 374428 h 1038225"/>
                <a:gd name="connsiteX779" fmla="*/ 394049 w 466725"/>
                <a:gd name="connsiteY779" fmla="*/ 374142 h 1038225"/>
                <a:gd name="connsiteX780" fmla="*/ 389096 w 466725"/>
                <a:gd name="connsiteY780" fmla="*/ 372904 h 1038225"/>
                <a:gd name="connsiteX781" fmla="*/ 387287 w 466725"/>
                <a:gd name="connsiteY781" fmla="*/ 373094 h 1038225"/>
                <a:gd name="connsiteX782" fmla="*/ 386525 w 466725"/>
                <a:gd name="connsiteY782" fmla="*/ 372999 h 1038225"/>
                <a:gd name="connsiteX783" fmla="*/ 383762 w 466725"/>
                <a:gd name="connsiteY783" fmla="*/ 371856 h 1038225"/>
                <a:gd name="connsiteX784" fmla="*/ 383000 w 466725"/>
                <a:gd name="connsiteY784" fmla="*/ 371951 h 1038225"/>
                <a:gd name="connsiteX785" fmla="*/ 379857 w 466725"/>
                <a:gd name="connsiteY785" fmla="*/ 373285 h 1038225"/>
                <a:gd name="connsiteX786" fmla="*/ 378047 w 466725"/>
                <a:gd name="connsiteY786" fmla="*/ 373475 h 1038225"/>
                <a:gd name="connsiteX787" fmla="*/ 373951 w 466725"/>
                <a:gd name="connsiteY787" fmla="*/ 373094 h 1038225"/>
                <a:gd name="connsiteX788" fmla="*/ 371856 w 466725"/>
                <a:gd name="connsiteY788" fmla="*/ 372523 h 1038225"/>
                <a:gd name="connsiteX789" fmla="*/ 369475 w 466725"/>
                <a:gd name="connsiteY789" fmla="*/ 371380 h 1038225"/>
                <a:gd name="connsiteX790" fmla="*/ 368332 w 466725"/>
                <a:gd name="connsiteY790" fmla="*/ 370142 h 1038225"/>
                <a:gd name="connsiteX791" fmla="*/ 369951 w 466725"/>
                <a:gd name="connsiteY791" fmla="*/ 369284 h 1038225"/>
                <a:gd name="connsiteX792" fmla="*/ 369094 w 466725"/>
                <a:gd name="connsiteY792" fmla="*/ 368427 h 1038225"/>
                <a:gd name="connsiteX793" fmla="*/ 369475 w 466725"/>
                <a:gd name="connsiteY793" fmla="*/ 367284 h 1038225"/>
                <a:gd name="connsiteX794" fmla="*/ 371189 w 466725"/>
                <a:gd name="connsiteY794" fmla="*/ 364998 h 1038225"/>
                <a:gd name="connsiteX795" fmla="*/ 371570 w 466725"/>
                <a:gd name="connsiteY795" fmla="*/ 364141 h 1038225"/>
                <a:gd name="connsiteX796" fmla="*/ 372237 w 466725"/>
                <a:gd name="connsiteY796" fmla="*/ 361379 h 1038225"/>
                <a:gd name="connsiteX797" fmla="*/ 372618 w 466725"/>
                <a:gd name="connsiteY797" fmla="*/ 360712 h 1038225"/>
                <a:gd name="connsiteX798" fmla="*/ 373571 w 466725"/>
                <a:gd name="connsiteY798" fmla="*/ 359569 h 1038225"/>
                <a:gd name="connsiteX799" fmla="*/ 373856 w 466725"/>
                <a:gd name="connsiteY799" fmla="*/ 358902 h 1038225"/>
                <a:gd name="connsiteX800" fmla="*/ 373761 w 466725"/>
                <a:gd name="connsiteY800" fmla="*/ 358235 h 1038225"/>
                <a:gd name="connsiteX801" fmla="*/ 373475 w 466725"/>
                <a:gd name="connsiteY801" fmla="*/ 357854 h 1038225"/>
                <a:gd name="connsiteX802" fmla="*/ 373285 w 466725"/>
                <a:gd name="connsiteY802" fmla="*/ 357473 h 1038225"/>
                <a:gd name="connsiteX803" fmla="*/ 373571 w 466725"/>
                <a:gd name="connsiteY803" fmla="*/ 356711 h 1038225"/>
                <a:gd name="connsiteX804" fmla="*/ 375666 w 466725"/>
                <a:gd name="connsiteY804" fmla="*/ 355664 h 1038225"/>
                <a:gd name="connsiteX805" fmla="*/ 378905 w 466725"/>
                <a:gd name="connsiteY805" fmla="*/ 352235 h 1038225"/>
                <a:gd name="connsiteX806" fmla="*/ 379381 w 466725"/>
                <a:gd name="connsiteY806" fmla="*/ 351568 h 1038225"/>
                <a:gd name="connsiteX807" fmla="*/ 379571 w 466725"/>
                <a:gd name="connsiteY807" fmla="*/ 350901 h 1038225"/>
                <a:gd name="connsiteX808" fmla="*/ 379476 w 466725"/>
                <a:gd name="connsiteY808" fmla="*/ 350330 h 1038225"/>
                <a:gd name="connsiteX809" fmla="*/ 379000 w 466725"/>
                <a:gd name="connsiteY809" fmla="*/ 349377 h 1038225"/>
                <a:gd name="connsiteX810" fmla="*/ 378905 w 466725"/>
                <a:gd name="connsiteY810" fmla="*/ 348806 h 1038225"/>
                <a:gd name="connsiteX811" fmla="*/ 379095 w 466725"/>
                <a:gd name="connsiteY811" fmla="*/ 347663 h 1038225"/>
                <a:gd name="connsiteX812" fmla="*/ 379667 w 466725"/>
                <a:gd name="connsiteY812" fmla="*/ 345758 h 1038225"/>
                <a:gd name="connsiteX813" fmla="*/ 379571 w 466725"/>
                <a:gd name="connsiteY813" fmla="*/ 344519 h 1038225"/>
                <a:gd name="connsiteX814" fmla="*/ 377095 w 466725"/>
                <a:gd name="connsiteY814" fmla="*/ 338233 h 1038225"/>
                <a:gd name="connsiteX815" fmla="*/ 377095 w 466725"/>
                <a:gd name="connsiteY815" fmla="*/ 336804 h 1038225"/>
                <a:gd name="connsiteX816" fmla="*/ 377571 w 466725"/>
                <a:gd name="connsiteY816" fmla="*/ 336328 h 1038225"/>
                <a:gd name="connsiteX817" fmla="*/ 378142 w 466725"/>
                <a:gd name="connsiteY817" fmla="*/ 335947 h 1038225"/>
                <a:gd name="connsiteX818" fmla="*/ 378714 w 466725"/>
                <a:gd name="connsiteY818" fmla="*/ 335661 h 1038225"/>
                <a:gd name="connsiteX819" fmla="*/ 379381 w 466725"/>
                <a:gd name="connsiteY819" fmla="*/ 335471 h 1038225"/>
                <a:gd name="connsiteX820" fmla="*/ 379857 w 466725"/>
                <a:gd name="connsiteY820" fmla="*/ 335090 h 1038225"/>
                <a:gd name="connsiteX821" fmla="*/ 380905 w 466725"/>
                <a:gd name="connsiteY821" fmla="*/ 332899 h 1038225"/>
                <a:gd name="connsiteX822" fmla="*/ 382238 w 466725"/>
                <a:gd name="connsiteY822" fmla="*/ 331280 h 1038225"/>
                <a:gd name="connsiteX823" fmla="*/ 382810 w 466725"/>
                <a:gd name="connsiteY823" fmla="*/ 330422 h 1038225"/>
                <a:gd name="connsiteX824" fmla="*/ 382905 w 466725"/>
                <a:gd name="connsiteY824" fmla="*/ 329470 h 1038225"/>
                <a:gd name="connsiteX825" fmla="*/ 382619 w 466725"/>
                <a:gd name="connsiteY825" fmla="*/ 326898 h 1038225"/>
                <a:gd name="connsiteX826" fmla="*/ 382715 w 466725"/>
                <a:gd name="connsiteY826" fmla="*/ 326231 h 1038225"/>
                <a:gd name="connsiteX827" fmla="*/ 383572 w 466725"/>
                <a:gd name="connsiteY827" fmla="*/ 325850 h 1038225"/>
                <a:gd name="connsiteX828" fmla="*/ 386429 w 466725"/>
                <a:gd name="connsiteY828" fmla="*/ 327374 h 1038225"/>
                <a:gd name="connsiteX829" fmla="*/ 388049 w 466725"/>
                <a:gd name="connsiteY829" fmla="*/ 327470 h 1038225"/>
                <a:gd name="connsiteX830" fmla="*/ 389287 w 466725"/>
                <a:gd name="connsiteY830" fmla="*/ 326517 h 1038225"/>
                <a:gd name="connsiteX831" fmla="*/ 389096 w 466725"/>
                <a:gd name="connsiteY831" fmla="*/ 325184 h 1038225"/>
                <a:gd name="connsiteX832" fmla="*/ 387191 w 466725"/>
                <a:gd name="connsiteY832" fmla="*/ 322612 h 1038225"/>
                <a:gd name="connsiteX833" fmla="*/ 386715 w 466725"/>
                <a:gd name="connsiteY833" fmla="*/ 321659 h 1038225"/>
                <a:gd name="connsiteX834" fmla="*/ 386810 w 466725"/>
                <a:gd name="connsiteY834" fmla="*/ 320707 h 1038225"/>
                <a:gd name="connsiteX835" fmla="*/ 387001 w 466725"/>
                <a:gd name="connsiteY835" fmla="*/ 319850 h 1038225"/>
                <a:gd name="connsiteX836" fmla="*/ 386906 w 466725"/>
                <a:gd name="connsiteY836" fmla="*/ 319088 h 1038225"/>
                <a:gd name="connsiteX837" fmla="*/ 386143 w 466725"/>
                <a:gd name="connsiteY837" fmla="*/ 318611 h 1038225"/>
                <a:gd name="connsiteX838" fmla="*/ 382238 w 466725"/>
                <a:gd name="connsiteY838" fmla="*/ 318516 h 1038225"/>
                <a:gd name="connsiteX839" fmla="*/ 381095 w 466725"/>
                <a:gd name="connsiteY839" fmla="*/ 317754 h 1038225"/>
                <a:gd name="connsiteX840" fmla="*/ 379476 w 466725"/>
                <a:gd name="connsiteY840" fmla="*/ 315659 h 1038225"/>
                <a:gd name="connsiteX841" fmla="*/ 378619 w 466725"/>
                <a:gd name="connsiteY841" fmla="*/ 315087 h 1038225"/>
                <a:gd name="connsiteX842" fmla="*/ 377571 w 466725"/>
                <a:gd name="connsiteY842" fmla="*/ 315278 h 1038225"/>
                <a:gd name="connsiteX843" fmla="*/ 376904 w 466725"/>
                <a:gd name="connsiteY843" fmla="*/ 316040 h 1038225"/>
                <a:gd name="connsiteX844" fmla="*/ 376523 w 466725"/>
                <a:gd name="connsiteY844" fmla="*/ 316897 h 1038225"/>
                <a:gd name="connsiteX845" fmla="*/ 376047 w 466725"/>
                <a:gd name="connsiteY845" fmla="*/ 317373 h 1038225"/>
                <a:gd name="connsiteX846" fmla="*/ 375095 w 466725"/>
                <a:gd name="connsiteY846" fmla="*/ 317659 h 1038225"/>
                <a:gd name="connsiteX847" fmla="*/ 374618 w 466725"/>
                <a:gd name="connsiteY847" fmla="*/ 317945 h 1038225"/>
                <a:gd name="connsiteX848" fmla="*/ 373475 w 466725"/>
                <a:gd name="connsiteY848" fmla="*/ 318897 h 1038225"/>
                <a:gd name="connsiteX849" fmla="*/ 372904 w 466725"/>
                <a:gd name="connsiteY849" fmla="*/ 319183 h 1038225"/>
                <a:gd name="connsiteX850" fmla="*/ 372427 w 466725"/>
                <a:gd name="connsiteY850" fmla="*/ 319183 h 1038225"/>
                <a:gd name="connsiteX851" fmla="*/ 372047 w 466725"/>
                <a:gd name="connsiteY851" fmla="*/ 318897 h 1038225"/>
                <a:gd name="connsiteX852" fmla="*/ 371666 w 466725"/>
                <a:gd name="connsiteY852" fmla="*/ 318611 h 1038225"/>
                <a:gd name="connsiteX853" fmla="*/ 371570 w 466725"/>
                <a:gd name="connsiteY853" fmla="*/ 318230 h 1038225"/>
                <a:gd name="connsiteX854" fmla="*/ 371570 w 466725"/>
                <a:gd name="connsiteY854" fmla="*/ 317183 h 1038225"/>
                <a:gd name="connsiteX855" fmla="*/ 371284 w 466725"/>
                <a:gd name="connsiteY855" fmla="*/ 316992 h 1038225"/>
                <a:gd name="connsiteX856" fmla="*/ 370808 w 466725"/>
                <a:gd name="connsiteY856" fmla="*/ 317087 h 1038225"/>
                <a:gd name="connsiteX857" fmla="*/ 370713 w 466725"/>
                <a:gd name="connsiteY857" fmla="*/ 317087 h 1038225"/>
                <a:gd name="connsiteX858" fmla="*/ 370523 w 466725"/>
                <a:gd name="connsiteY858" fmla="*/ 316992 h 1038225"/>
                <a:gd name="connsiteX859" fmla="*/ 369760 w 466725"/>
                <a:gd name="connsiteY859" fmla="*/ 316897 h 1038225"/>
                <a:gd name="connsiteX860" fmla="*/ 368427 w 466725"/>
                <a:gd name="connsiteY860" fmla="*/ 316516 h 1038225"/>
                <a:gd name="connsiteX861" fmla="*/ 367951 w 466725"/>
                <a:gd name="connsiteY861" fmla="*/ 316421 h 1038225"/>
                <a:gd name="connsiteX862" fmla="*/ 365950 w 466725"/>
                <a:gd name="connsiteY862" fmla="*/ 316706 h 1038225"/>
                <a:gd name="connsiteX863" fmla="*/ 364998 w 466725"/>
                <a:gd name="connsiteY863" fmla="*/ 316706 h 1038225"/>
                <a:gd name="connsiteX864" fmla="*/ 363950 w 466725"/>
                <a:gd name="connsiteY864" fmla="*/ 316230 h 1038225"/>
                <a:gd name="connsiteX865" fmla="*/ 363093 w 466725"/>
                <a:gd name="connsiteY865" fmla="*/ 315182 h 1038225"/>
                <a:gd name="connsiteX866" fmla="*/ 362807 w 466725"/>
                <a:gd name="connsiteY866" fmla="*/ 314039 h 1038225"/>
                <a:gd name="connsiteX867" fmla="*/ 362426 w 466725"/>
                <a:gd name="connsiteY867" fmla="*/ 313277 h 1038225"/>
                <a:gd name="connsiteX868" fmla="*/ 361569 w 466725"/>
                <a:gd name="connsiteY868" fmla="*/ 313182 h 1038225"/>
                <a:gd name="connsiteX869" fmla="*/ 360617 w 466725"/>
                <a:gd name="connsiteY869" fmla="*/ 313277 h 1038225"/>
                <a:gd name="connsiteX870" fmla="*/ 359569 w 466725"/>
                <a:gd name="connsiteY870" fmla="*/ 313182 h 1038225"/>
                <a:gd name="connsiteX871" fmla="*/ 357568 w 466725"/>
                <a:gd name="connsiteY871" fmla="*/ 312611 h 1038225"/>
                <a:gd name="connsiteX872" fmla="*/ 353663 w 466725"/>
                <a:gd name="connsiteY872" fmla="*/ 312230 h 1038225"/>
                <a:gd name="connsiteX873" fmla="*/ 353759 w 466725"/>
                <a:gd name="connsiteY873" fmla="*/ 310325 h 1038225"/>
                <a:gd name="connsiteX874" fmla="*/ 356425 w 466725"/>
                <a:gd name="connsiteY874" fmla="*/ 305467 h 1038225"/>
                <a:gd name="connsiteX875" fmla="*/ 355664 w 466725"/>
                <a:gd name="connsiteY875" fmla="*/ 304038 h 1038225"/>
                <a:gd name="connsiteX876" fmla="*/ 353759 w 466725"/>
                <a:gd name="connsiteY876" fmla="*/ 304133 h 1038225"/>
                <a:gd name="connsiteX877" fmla="*/ 353377 w 466725"/>
                <a:gd name="connsiteY877" fmla="*/ 304038 h 1038225"/>
                <a:gd name="connsiteX878" fmla="*/ 353377 w 466725"/>
                <a:gd name="connsiteY878" fmla="*/ 303467 h 1038225"/>
                <a:gd name="connsiteX879" fmla="*/ 353854 w 466725"/>
                <a:gd name="connsiteY879" fmla="*/ 303181 h 1038225"/>
                <a:gd name="connsiteX880" fmla="*/ 354425 w 466725"/>
                <a:gd name="connsiteY880" fmla="*/ 302990 h 1038225"/>
                <a:gd name="connsiteX881" fmla="*/ 354806 w 466725"/>
                <a:gd name="connsiteY881" fmla="*/ 302705 h 1038225"/>
                <a:gd name="connsiteX882" fmla="*/ 355283 w 466725"/>
                <a:gd name="connsiteY882" fmla="*/ 301657 h 1038225"/>
                <a:gd name="connsiteX883" fmla="*/ 355378 w 466725"/>
                <a:gd name="connsiteY883" fmla="*/ 300609 h 1038225"/>
                <a:gd name="connsiteX884" fmla="*/ 355283 w 466725"/>
                <a:gd name="connsiteY884" fmla="*/ 299466 h 1038225"/>
                <a:gd name="connsiteX885" fmla="*/ 354521 w 466725"/>
                <a:gd name="connsiteY885" fmla="*/ 297180 h 1038225"/>
                <a:gd name="connsiteX886" fmla="*/ 353949 w 466725"/>
                <a:gd name="connsiteY886" fmla="*/ 296037 h 1038225"/>
                <a:gd name="connsiteX887" fmla="*/ 353187 w 466725"/>
                <a:gd name="connsiteY887" fmla="*/ 295275 h 1038225"/>
                <a:gd name="connsiteX888" fmla="*/ 352234 w 466725"/>
                <a:gd name="connsiteY888" fmla="*/ 295275 h 1038225"/>
                <a:gd name="connsiteX889" fmla="*/ 351187 w 466725"/>
                <a:gd name="connsiteY889" fmla="*/ 295656 h 1038225"/>
                <a:gd name="connsiteX890" fmla="*/ 350710 w 466725"/>
                <a:gd name="connsiteY890" fmla="*/ 295275 h 1038225"/>
                <a:gd name="connsiteX891" fmla="*/ 349663 w 466725"/>
                <a:gd name="connsiteY891" fmla="*/ 292322 h 1038225"/>
                <a:gd name="connsiteX892" fmla="*/ 349853 w 466725"/>
                <a:gd name="connsiteY892" fmla="*/ 291560 h 1038225"/>
                <a:gd name="connsiteX893" fmla="*/ 350520 w 466725"/>
                <a:gd name="connsiteY893" fmla="*/ 290894 h 1038225"/>
                <a:gd name="connsiteX894" fmla="*/ 352997 w 466725"/>
                <a:gd name="connsiteY894" fmla="*/ 289370 h 1038225"/>
                <a:gd name="connsiteX895" fmla="*/ 353377 w 466725"/>
                <a:gd name="connsiteY895" fmla="*/ 288989 h 1038225"/>
                <a:gd name="connsiteX896" fmla="*/ 353759 w 466725"/>
                <a:gd name="connsiteY896" fmla="*/ 288227 h 1038225"/>
                <a:gd name="connsiteX897" fmla="*/ 353663 w 466725"/>
                <a:gd name="connsiteY897" fmla="*/ 287941 h 1038225"/>
                <a:gd name="connsiteX898" fmla="*/ 353282 w 466725"/>
                <a:gd name="connsiteY898" fmla="*/ 287655 h 1038225"/>
                <a:gd name="connsiteX899" fmla="*/ 351092 w 466725"/>
                <a:gd name="connsiteY899" fmla="*/ 284131 h 1038225"/>
                <a:gd name="connsiteX900" fmla="*/ 350710 w 466725"/>
                <a:gd name="connsiteY900" fmla="*/ 283178 h 1038225"/>
                <a:gd name="connsiteX901" fmla="*/ 350615 w 466725"/>
                <a:gd name="connsiteY901" fmla="*/ 280321 h 1038225"/>
                <a:gd name="connsiteX902" fmla="*/ 350330 w 466725"/>
                <a:gd name="connsiteY902" fmla="*/ 279464 h 1038225"/>
                <a:gd name="connsiteX903" fmla="*/ 349567 w 466725"/>
                <a:gd name="connsiteY903" fmla="*/ 278797 h 1038225"/>
                <a:gd name="connsiteX904" fmla="*/ 347472 w 466725"/>
                <a:gd name="connsiteY904" fmla="*/ 278416 h 1038225"/>
                <a:gd name="connsiteX905" fmla="*/ 345853 w 466725"/>
                <a:gd name="connsiteY905" fmla="*/ 277844 h 1038225"/>
                <a:gd name="connsiteX906" fmla="*/ 344615 w 466725"/>
                <a:gd name="connsiteY906" fmla="*/ 277844 h 1038225"/>
                <a:gd name="connsiteX907" fmla="*/ 344138 w 466725"/>
                <a:gd name="connsiteY907" fmla="*/ 277654 h 1038225"/>
                <a:gd name="connsiteX908" fmla="*/ 343472 w 466725"/>
                <a:gd name="connsiteY908" fmla="*/ 277082 h 1038225"/>
                <a:gd name="connsiteX909" fmla="*/ 343472 w 466725"/>
                <a:gd name="connsiteY909" fmla="*/ 276701 h 1038225"/>
                <a:gd name="connsiteX910" fmla="*/ 343757 w 466725"/>
                <a:gd name="connsiteY910" fmla="*/ 276416 h 1038225"/>
                <a:gd name="connsiteX911" fmla="*/ 343948 w 466725"/>
                <a:gd name="connsiteY911" fmla="*/ 275939 h 1038225"/>
                <a:gd name="connsiteX912" fmla="*/ 343567 w 466725"/>
                <a:gd name="connsiteY912" fmla="*/ 271748 h 1038225"/>
                <a:gd name="connsiteX913" fmla="*/ 343567 w 466725"/>
                <a:gd name="connsiteY913" fmla="*/ 270986 h 1038225"/>
                <a:gd name="connsiteX914" fmla="*/ 343948 w 466725"/>
                <a:gd name="connsiteY914" fmla="*/ 269558 h 1038225"/>
                <a:gd name="connsiteX915" fmla="*/ 344043 w 466725"/>
                <a:gd name="connsiteY915" fmla="*/ 269081 h 1038225"/>
                <a:gd name="connsiteX916" fmla="*/ 343567 w 466725"/>
                <a:gd name="connsiteY916" fmla="*/ 268129 h 1038225"/>
                <a:gd name="connsiteX917" fmla="*/ 343186 w 466725"/>
                <a:gd name="connsiteY917" fmla="*/ 267653 h 1038225"/>
                <a:gd name="connsiteX918" fmla="*/ 343376 w 466725"/>
                <a:gd name="connsiteY918" fmla="*/ 267176 h 1038225"/>
                <a:gd name="connsiteX919" fmla="*/ 344234 w 466725"/>
                <a:gd name="connsiteY919" fmla="*/ 266795 h 1038225"/>
                <a:gd name="connsiteX920" fmla="*/ 345281 w 466725"/>
                <a:gd name="connsiteY920" fmla="*/ 266510 h 1038225"/>
                <a:gd name="connsiteX921" fmla="*/ 346234 w 466725"/>
                <a:gd name="connsiteY921" fmla="*/ 266129 h 1038225"/>
                <a:gd name="connsiteX922" fmla="*/ 348806 w 466725"/>
                <a:gd name="connsiteY922" fmla="*/ 263938 h 1038225"/>
                <a:gd name="connsiteX923" fmla="*/ 353568 w 466725"/>
                <a:gd name="connsiteY923" fmla="*/ 260699 h 1038225"/>
                <a:gd name="connsiteX924" fmla="*/ 354521 w 466725"/>
                <a:gd name="connsiteY924" fmla="*/ 258985 h 1038225"/>
                <a:gd name="connsiteX925" fmla="*/ 354140 w 466725"/>
                <a:gd name="connsiteY925" fmla="*/ 257366 h 1038225"/>
                <a:gd name="connsiteX926" fmla="*/ 354044 w 466725"/>
                <a:gd name="connsiteY926" fmla="*/ 257270 h 1038225"/>
                <a:gd name="connsiteX927" fmla="*/ 353473 w 466725"/>
                <a:gd name="connsiteY927" fmla="*/ 257651 h 1038225"/>
                <a:gd name="connsiteX928" fmla="*/ 351473 w 466725"/>
                <a:gd name="connsiteY928" fmla="*/ 258223 h 1038225"/>
                <a:gd name="connsiteX929" fmla="*/ 346139 w 466725"/>
                <a:gd name="connsiteY929" fmla="*/ 258699 h 1038225"/>
                <a:gd name="connsiteX930" fmla="*/ 344329 w 466725"/>
                <a:gd name="connsiteY930" fmla="*/ 259556 h 1038225"/>
                <a:gd name="connsiteX931" fmla="*/ 342138 w 466725"/>
                <a:gd name="connsiteY931" fmla="*/ 259937 h 1038225"/>
                <a:gd name="connsiteX932" fmla="*/ 340614 w 466725"/>
                <a:gd name="connsiteY932" fmla="*/ 260699 h 1038225"/>
                <a:gd name="connsiteX933" fmla="*/ 339852 w 466725"/>
                <a:gd name="connsiteY933" fmla="*/ 260985 h 1038225"/>
                <a:gd name="connsiteX934" fmla="*/ 339185 w 466725"/>
                <a:gd name="connsiteY934" fmla="*/ 261366 h 1038225"/>
                <a:gd name="connsiteX935" fmla="*/ 338423 w 466725"/>
                <a:gd name="connsiteY935" fmla="*/ 260985 h 1038225"/>
                <a:gd name="connsiteX936" fmla="*/ 336995 w 466725"/>
                <a:gd name="connsiteY936" fmla="*/ 260318 h 1038225"/>
                <a:gd name="connsiteX937" fmla="*/ 334899 w 466725"/>
                <a:gd name="connsiteY937" fmla="*/ 258699 h 1038225"/>
                <a:gd name="connsiteX938" fmla="*/ 333375 w 466725"/>
                <a:gd name="connsiteY938" fmla="*/ 258318 h 1038225"/>
                <a:gd name="connsiteX939" fmla="*/ 331280 w 466725"/>
                <a:gd name="connsiteY939" fmla="*/ 258223 h 1038225"/>
                <a:gd name="connsiteX940" fmla="*/ 329184 w 466725"/>
                <a:gd name="connsiteY940" fmla="*/ 258318 h 1038225"/>
                <a:gd name="connsiteX941" fmla="*/ 328327 w 466725"/>
                <a:gd name="connsiteY941" fmla="*/ 258604 h 1038225"/>
                <a:gd name="connsiteX942" fmla="*/ 326708 w 466725"/>
                <a:gd name="connsiteY942" fmla="*/ 259652 h 1038225"/>
                <a:gd name="connsiteX943" fmla="*/ 325850 w 466725"/>
                <a:gd name="connsiteY943" fmla="*/ 259937 h 1038225"/>
                <a:gd name="connsiteX944" fmla="*/ 323850 w 466725"/>
                <a:gd name="connsiteY944" fmla="*/ 259937 h 1038225"/>
                <a:gd name="connsiteX945" fmla="*/ 319945 w 466725"/>
                <a:gd name="connsiteY945" fmla="*/ 258985 h 1038225"/>
                <a:gd name="connsiteX946" fmla="*/ 317945 w 466725"/>
                <a:gd name="connsiteY946" fmla="*/ 258890 h 1038225"/>
                <a:gd name="connsiteX947" fmla="*/ 313944 w 466725"/>
                <a:gd name="connsiteY947" fmla="*/ 259842 h 1038225"/>
                <a:gd name="connsiteX948" fmla="*/ 302609 w 466725"/>
                <a:gd name="connsiteY948" fmla="*/ 264414 h 1038225"/>
                <a:gd name="connsiteX949" fmla="*/ 301942 w 466725"/>
                <a:gd name="connsiteY949" fmla="*/ 264890 h 1038225"/>
                <a:gd name="connsiteX950" fmla="*/ 299847 w 466725"/>
                <a:gd name="connsiteY950" fmla="*/ 267367 h 1038225"/>
                <a:gd name="connsiteX951" fmla="*/ 298895 w 466725"/>
                <a:gd name="connsiteY951" fmla="*/ 268129 h 1038225"/>
                <a:gd name="connsiteX952" fmla="*/ 298133 w 466725"/>
                <a:gd name="connsiteY952" fmla="*/ 268319 h 1038225"/>
                <a:gd name="connsiteX953" fmla="*/ 297371 w 466725"/>
                <a:gd name="connsiteY953" fmla="*/ 268415 h 1038225"/>
                <a:gd name="connsiteX954" fmla="*/ 296227 w 466725"/>
                <a:gd name="connsiteY954" fmla="*/ 268796 h 1038225"/>
                <a:gd name="connsiteX955" fmla="*/ 295180 w 466725"/>
                <a:gd name="connsiteY955" fmla="*/ 269462 h 1038225"/>
                <a:gd name="connsiteX956" fmla="*/ 292513 w 466725"/>
                <a:gd name="connsiteY956" fmla="*/ 272129 h 1038225"/>
                <a:gd name="connsiteX957" fmla="*/ 291465 w 466725"/>
                <a:gd name="connsiteY957" fmla="*/ 272606 h 1038225"/>
                <a:gd name="connsiteX958" fmla="*/ 290322 w 466725"/>
                <a:gd name="connsiteY958" fmla="*/ 272987 h 1038225"/>
                <a:gd name="connsiteX959" fmla="*/ 289846 w 466725"/>
                <a:gd name="connsiteY959" fmla="*/ 273177 h 1038225"/>
                <a:gd name="connsiteX960" fmla="*/ 289274 w 466725"/>
                <a:gd name="connsiteY960" fmla="*/ 273463 h 1038225"/>
                <a:gd name="connsiteX961" fmla="*/ 288608 w 466725"/>
                <a:gd name="connsiteY961" fmla="*/ 274415 h 1038225"/>
                <a:gd name="connsiteX962" fmla="*/ 288322 w 466725"/>
                <a:gd name="connsiteY962" fmla="*/ 273272 h 1038225"/>
                <a:gd name="connsiteX963" fmla="*/ 288131 w 466725"/>
                <a:gd name="connsiteY963" fmla="*/ 272701 h 1038225"/>
                <a:gd name="connsiteX964" fmla="*/ 287846 w 466725"/>
                <a:gd name="connsiteY964" fmla="*/ 272225 h 1038225"/>
                <a:gd name="connsiteX965" fmla="*/ 285845 w 466725"/>
                <a:gd name="connsiteY965" fmla="*/ 270796 h 1038225"/>
                <a:gd name="connsiteX966" fmla="*/ 283750 w 466725"/>
                <a:gd name="connsiteY966" fmla="*/ 269843 h 1038225"/>
                <a:gd name="connsiteX967" fmla="*/ 282892 w 466725"/>
                <a:gd name="connsiteY967" fmla="*/ 268700 h 1038225"/>
                <a:gd name="connsiteX968" fmla="*/ 292989 w 466725"/>
                <a:gd name="connsiteY968" fmla="*/ 258223 h 1038225"/>
                <a:gd name="connsiteX969" fmla="*/ 293656 w 466725"/>
                <a:gd name="connsiteY969" fmla="*/ 256985 h 1038225"/>
                <a:gd name="connsiteX970" fmla="*/ 293846 w 466725"/>
                <a:gd name="connsiteY970" fmla="*/ 255651 h 1038225"/>
                <a:gd name="connsiteX971" fmla="*/ 293656 w 466725"/>
                <a:gd name="connsiteY971" fmla="*/ 255079 h 1038225"/>
                <a:gd name="connsiteX972" fmla="*/ 292894 w 466725"/>
                <a:gd name="connsiteY972" fmla="*/ 254032 h 1038225"/>
                <a:gd name="connsiteX973" fmla="*/ 292703 w 466725"/>
                <a:gd name="connsiteY973" fmla="*/ 253365 h 1038225"/>
                <a:gd name="connsiteX974" fmla="*/ 292894 w 466725"/>
                <a:gd name="connsiteY974" fmla="*/ 252698 h 1038225"/>
                <a:gd name="connsiteX975" fmla="*/ 293275 w 466725"/>
                <a:gd name="connsiteY975" fmla="*/ 252317 h 1038225"/>
                <a:gd name="connsiteX976" fmla="*/ 293656 w 466725"/>
                <a:gd name="connsiteY976" fmla="*/ 252032 h 1038225"/>
                <a:gd name="connsiteX977" fmla="*/ 293942 w 466725"/>
                <a:gd name="connsiteY977" fmla="*/ 251650 h 1038225"/>
                <a:gd name="connsiteX978" fmla="*/ 293656 w 466725"/>
                <a:gd name="connsiteY978" fmla="*/ 249555 h 1038225"/>
                <a:gd name="connsiteX979" fmla="*/ 289750 w 466725"/>
                <a:gd name="connsiteY979" fmla="*/ 248126 h 1038225"/>
                <a:gd name="connsiteX980" fmla="*/ 289370 w 466725"/>
                <a:gd name="connsiteY980" fmla="*/ 246602 h 1038225"/>
                <a:gd name="connsiteX981" fmla="*/ 290132 w 466725"/>
                <a:gd name="connsiteY981" fmla="*/ 246031 h 1038225"/>
                <a:gd name="connsiteX982" fmla="*/ 291179 w 466725"/>
                <a:gd name="connsiteY982" fmla="*/ 245936 h 1038225"/>
                <a:gd name="connsiteX983" fmla="*/ 291941 w 466725"/>
                <a:gd name="connsiteY983" fmla="*/ 245650 h 1038225"/>
                <a:gd name="connsiteX984" fmla="*/ 291846 w 466725"/>
                <a:gd name="connsiteY984" fmla="*/ 244412 h 1038225"/>
                <a:gd name="connsiteX985" fmla="*/ 291465 w 466725"/>
                <a:gd name="connsiteY985" fmla="*/ 243840 h 1038225"/>
                <a:gd name="connsiteX986" fmla="*/ 290513 w 466725"/>
                <a:gd name="connsiteY986" fmla="*/ 243173 h 1038225"/>
                <a:gd name="connsiteX987" fmla="*/ 290227 w 466725"/>
                <a:gd name="connsiteY987" fmla="*/ 242507 h 1038225"/>
                <a:gd name="connsiteX988" fmla="*/ 290132 w 466725"/>
                <a:gd name="connsiteY988" fmla="*/ 241935 h 1038225"/>
                <a:gd name="connsiteX989" fmla="*/ 289941 w 466725"/>
                <a:gd name="connsiteY989" fmla="*/ 241364 h 1038225"/>
                <a:gd name="connsiteX990" fmla="*/ 289655 w 466725"/>
                <a:gd name="connsiteY990" fmla="*/ 240792 h 1038225"/>
                <a:gd name="connsiteX991" fmla="*/ 289274 w 466725"/>
                <a:gd name="connsiteY991" fmla="*/ 240411 h 1038225"/>
                <a:gd name="connsiteX992" fmla="*/ 288417 w 466725"/>
                <a:gd name="connsiteY992" fmla="*/ 240221 h 1038225"/>
                <a:gd name="connsiteX993" fmla="*/ 287179 w 466725"/>
                <a:gd name="connsiteY993" fmla="*/ 240221 h 1038225"/>
                <a:gd name="connsiteX994" fmla="*/ 282892 w 466725"/>
                <a:gd name="connsiteY994" fmla="*/ 240887 h 1038225"/>
                <a:gd name="connsiteX995" fmla="*/ 282512 w 466725"/>
                <a:gd name="connsiteY995" fmla="*/ 240411 h 1038225"/>
                <a:gd name="connsiteX996" fmla="*/ 282512 w 466725"/>
                <a:gd name="connsiteY996" fmla="*/ 239078 h 1038225"/>
                <a:gd name="connsiteX997" fmla="*/ 283845 w 466725"/>
                <a:gd name="connsiteY997" fmla="*/ 231267 h 1038225"/>
                <a:gd name="connsiteX998" fmla="*/ 283559 w 466725"/>
                <a:gd name="connsiteY998" fmla="*/ 224028 h 1038225"/>
                <a:gd name="connsiteX999" fmla="*/ 283750 w 466725"/>
                <a:gd name="connsiteY999" fmla="*/ 222790 h 1038225"/>
                <a:gd name="connsiteX1000" fmla="*/ 283750 w 466725"/>
                <a:gd name="connsiteY1000" fmla="*/ 222790 h 1038225"/>
                <a:gd name="connsiteX1001" fmla="*/ 287369 w 466725"/>
                <a:gd name="connsiteY1001" fmla="*/ 220409 h 1038225"/>
                <a:gd name="connsiteX1002" fmla="*/ 289370 w 466725"/>
                <a:gd name="connsiteY1002" fmla="*/ 218694 h 1038225"/>
                <a:gd name="connsiteX1003" fmla="*/ 290513 w 466725"/>
                <a:gd name="connsiteY1003" fmla="*/ 217932 h 1038225"/>
                <a:gd name="connsiteX1004" fmla="*/ 291656 w 466725"/>
                <a:gd name="connsiteY1004" fmla="*/ 217742 h 1038225"/>
                <a:gd name="connsiteX1005" fmla="*/ 293846 w 466725"/>
                <a:gd name="connsiteY1005" fmla="*/ 218123 h 1038225"/>
                <a:gd name="connsiteX1006" fmla="*/ 294989 w 466725"/>
                <a:gd name="connsiteY1006" fmla="*/ 218123 h 1038225"/>
                <a:gd name="connsiteX1007" fmla="*/ 295847 w 466725"/>
                <a:gd name="connsiteY1007" fmla="*/ 217646 h 1038225"/>
                <a:gd name="connsiteX1008" fmla="*/ 296227 w 466725"/>
                <a:gd name="connsiteY1008" fmla="*/ 216503 h 1038225"/>
                <a:gd name="connsiteX1009" fmla="*/ 295561 w 466725"/>
                <a:gd name="connsiteY1009" fmla="*/ 215646 h 1038225"/>
                <a:gd name="connsiteX1010" fmla="*/ 293656 w 466725"/>
                <a:gd name="connsiteY1010" fmla="*/ 214122 h 1038225"/>
                <a:gd name="connsiteX1011" fmla="*/ 292799 w 466725"/>
                <a:gd name="connsiteY1011" fmla="*/ 212408 h 1038225"/>
                <a:gd name="connsiteX1012" fmla="*/ 292513 w 466725"/>
                <a:gd name="connsiteY1012" fmla="*/ 210503 h 1038225"/>
                <a:gd name="connsiteX1013" fmla="*/ 292608 w 466725"/>
                <a:gd name="connsiteY1013" fmla="*/ 206502 h 1038225"/>
                <a:gd name="connsiteX1014" fmla="*/ 292322 w 466725"/>
                <a:gd name="connsiteY1014" fmla="*/ 204407 h 1038225"/>
                <a:gd name="connsiteX1015" fmla="*/ 292513 w 466725"/>
                <a:gd name="connsiteY1015" fmla="*/ 203930 h 1038225"/>
                <a:gd name="connsiteX1016" fmla="*/ 293465 w 466725"/>
                <a:gd name="connsiteY1016" fmla="*/ 203645 h 1038225"/>
                <a:gd name="connsiteX1017" fmla="*/ 294323 w 466725"/>
                <a:gd name="connsiteY1017" fmla="*/ 202978 h 1038225"/>
                <a:gd name="connsiteX1018" fmla="*/ 295180 w 466725"/>
                <a:gd name="connsiteY1018" fmla="*/ 201644 h 1038225"/>
                <a:gd name="connsiteX1019" fmla="*/ 296418 w 466725"/>
                <a:gd name="connsiteY1019" fmla="*/ 199073 h 1038225"/>
                <a:gd name="connsiteX1020" fmla="*/ 297656 w 466725"/>
                <a:gd name="connsiteY1020" fmla="*/ 194500 h 1038225"/>
                <a:gd name="connsiteX1021" fmla="*/ 298895 w 466725"/>
                <a:gd name="connsiteY1021" fmla="*/ 193072 h 1038225"/>
                <a:gd name="connsiteX1022" fmla="*/ 300800 w 466725"/>
                <a:gd name="connsiteY1022" fmla="*/ 194120 h 1038225"/>
                <a:gd name="connsiteX1023" fmla="*/ 301371 w 466725"/>
                <a:gd name="connsiteY1023" fmla="*/ 195072 h 1038225"/>
                <a:gd name="connsiteX1024" fmla="*/ 301752 w 466725"/>
                <a:gd name="connsiteY1024" fmla="*/ 195929 h 1038225"/>
                <a:gd name="connsiteX1025" fmla="*/ 302324 w 466725"/>
                <a:gd name="connsiteY1025" fmla="*/ 196406 h 1038225"/>
                <a:gd name="connsiteX1026" fmla="*/ 303467 w 466725"/>
                <a:gd name="connsiteY1026" fmla="*/ 196310 h 1038225"/>
                <a:gd name="connsiteX1027" fmla="*/ 304609 w 466725"/>
                <a:gd name="connsiteY1027" fmla="*/ 195644 h 1038225"/>
                <a:gd name="connsiteX1028" fmla="*/ 306991 w 466725"/>
                <a:gd name="connsiteY1028" fmla="*/ 192500 h 1038225"/>
                <a:gd name="connsiteX1029" fmla="*/ 307848 w 466725"/>
                <a:gd name="connsiteY1029" fmla="*/ 191929 h 1038225"/>
                <a:gd name="connsiteX1030" fmla="*/ 310039 w 466725"/>
                <a:gd name="connsiteY1030" fmla="*/ 190881 h 1038225"/>
                <a:gd name="connsiteX1031" fmla="*/ 310610 w 466725"/>
                <a:gd name="connsiteY1031" fmla="*/ 190310 h 1038225"/>
                <a:gd name="connsiteX1032" fmla="*/ 311563 w 466725"/>
                <a:gd name="connsiteY1032" fmla="*/ 187833 h 1038225"/>
                <a:gd name="connsiteX1033" fmla="*/ 312230 w 466725"/>
                <a:gd name="connsiteY1033" fmla="*/ 186595 h 1038225"/>
                <a:gd name="connsiteX1034" fmla="*/ 312992 w 466725"/>
                <a:gd name="connsiteY1034" fmla="*/ 186023 h 1038225"/>
                <a:gd name="connsiteX1035" fmla="*/ 313944 w 466725"/>
                <a:gd name="connsiteY1035" fmla="*/ 185833 h 1038225"/>
                <a:gd name="connsiteX1036" fmla="*/ 314134 w 466725"/>
                <a:gd name="connsiteY1036" fmla="*/ 185452 h 1038225"/>
                <a:gd name="connsiteX1037" fmla="*/ 314039 w 466725"/>
                <a:gd name="connsiteY1037" fmla="*/ 184595 h 1038225"/>
                <a:gd name="connsiteX1038" fmla="*/ 314134 w 466725"/>
                <a:gd name="connsiteY1038" fmla="*/ 182404 h 1038225"/>
                <a:gd name="connsiteX1039" fmla="*/ 313944 w 466725"/>
                <a:gd name="connsiteY1039" fmla="*/ 181832 h 1038225"/>
                <a:gd name="connsiteX1040" fmla="*/ 313754 w 466725"/>
                <a:gd name="connsiteY1040" fmla="*/ 181356 h 1038225"/>
                <a:gd name="connsiteX1041" fmla="*/ 313468 w 466725"/>
                <a:gd name="connsiteY1041" fmla="*/ 179832 h 1038225"/>
                <a:gd name="connsiteX1042" fmla="*/ 313468 w 466725"/>
                <a:gd name="connsiteY1042" fmla="*/ 179451 h 1038225"/>
                <a:gd name="connsiteX1043" fmla="*/ 313754 w 466725"/>
                <a:gd name="connsiteY1043" fmla="*/ 179070 h 1038225"/>
                <a:gd name="connsiteX1044" fmla="*/ 314706 w 466725"/>
                <a:gd name="connsiteY1044" fmla="*/ 178213 h 1038225"/>
                <a:gd name="connsiteX1045" fmla="*/ 315277 w 466725"/>
                <a:gd name="connsiteY1045" fmla="*/ 177451 h 1038225"/>
                <a:gd name="connsiteX1046" fmla="*/ 315563 w 466725"/>
                <a:gd name="connsiteY1046" fmla="*/ 176594 h 1038225"/>
                <a:gd name="connsiteX1047" fmla="*/ 315468 w 466725"/>
                <a:gd name="connsiteY1047" fmla="*/ 173736 h 1038225"/>
                <a:gd name="connsiteX1048" fmla="*/ 315563 w 466725"/>
                <a:gd name="connsiteY1048" fmla="*/ 172974 h 1038225"/>
                <a:gd name="connsiteX1049" fmla="*/ 316135 w 466725"/>
                <a:gd name="connsiteY1049" fmla="*/ 172879 h 1038225"/>
                <a:gd name="connsiteX1050" fmla="*/ 320421 w 466725"/>
                <a:gd name="connsiteY1050" fmla="*/ 174403 h 1038225"/>
                <a:gd name="connsiteX1051" fmla="*/ 321183 w 466725"/>
                <a:gd name="connsiteY1051" fmla="*/ 174784 h 1038225"/>
                <a:gd name="connsiteX1052" fmla="*/ 322707 w 466725"/>
                <a:gd name="connsiteY1052" fmla="*/ 176308 h 1038225"/>
                <a:gd name="connsiteX1053" fmla="*/ 323374 w 466725"/>
                <a:gd name="connsiteY1053" fmla="*/ 176403 h 1038225"/>
                <a:gd name="connsiteX1054" fmla="*/ 324612 w 466725"/>
                <a:gd name="connsiteY1054" fmla="*/ 176022 h 1038225"/>
                <a:gd name="connsiteX1055" fmla="*/ 325660 w 466725"/>
                <a:gd name="connsiteY1055" fmla="*/ 175450 h 1038225"/>
                <a:gd name="connsiteX1056" fmla="*/ 326422 w 466725"/>
                <a:gd name="connsiteY1056" fmla="*/ 174784 h 1038225"/>
                <a:gd name="connsiteX1057" fmla="*/ 326993 w 466725"/>
                <a:gd name="connsiteY1057" fmla="*/ 173927 h 1038225"/>
                <a:gd name="connsiteX1058" fmla="*/ 327660 w 466725"/>
                <a:gd name="connsiteY1058" fmla="*/ 171355 h 1038225"/>
                <a:gd name="connsiteX1059" fmla="*/ 327946 w 466725"/>
                <a:gd name="connsiteY1059" fmla="*/ 170593 h 1038225"/>
                <a:gd name="connsiteX1060" fmla="*/ 329946 w 466725"/>
                <a:gd name="connsiteY1060" fmla="*/ 168116 h 1038225"/>
                <a:gd name="connsiteX1061" fmla="*/ 330137 w 466725"/>
                <a:gd name="connsiteY1061" fmla="*/ 167640 h 1038225"/>
                <a:gd name="connsiteX1062" fmla="*/ 330137 w 466725"/>
                <a:gd name="connsiteY1062" fmla="*/ 166878 h 1038225"/>
                <a:gd name="connsiteX1063" fmla="*/ 330232 w 466725"/>
                <a:gd name="connsiteY1063" fmla="*/ 166211 h 1038225"/>
                <a:gd name="connsiteX1064" fmla="*/ 330517 w 466725"/>
                <a:gd name="connsiteY1064" fmla="*/ 165830 h 1038225"/>
                <a:gd name="connsiteX1065" fmla="*/ 330899 w 466725"/>
                <a:gd name="connsiteY1065" fmla="*/ 165545 h 1038225"/>
                <a:gd name="connsiteX1066" fmla="*/ 331280 w 466725"/>
                <a:gd name="connsiteY1066" fmla="*/ 165068 h 1038225"/>
                <a:gd name="connsiteX1067" fmla="*/ 331946 w 466725"/>
                <a:gd name="connsiteY1067" fmla="*/ 163068 h 1038225"/>
                <a:gd name="connsiteX1068" fmla="*/ 332423 w 466725"/>
                <a:gd name="connsiteY1068" fmla="*/ 162116 h 1038225"/>
                <a:gd name="connsiteX1069" fmla="*/ 333089 w 466725"/>
                <a:gd name="connsiteY1069" fmla="*/ 161449 h 1038225"/>
                <a:gd name="connsiteX1070" fmla="*/ 334327 w 466725"/>
                <a:gd name="connsiteY1070" fmla="*/ 160020 h 1038225"/>
                <a:gd name="connsiteX1071" fmla="*/ 334899 w 466725"/>
                <a:gd name="connsiteY1071" fmla="*/ 159639 h 1038225"/>
                <a:gd name="connsiteX1072" fmla="*/ 335851 w 466725"/>
                <a:gd name="connsiteY1072" fmla="*/ 159639 h 1038225"/>
                <a:gd name="connsiteX1073" fmla="*/ 336518 w 466725"/>
                <a:gd name="connsiteY1073" fmla="*/ 159925 h 1038225"/>
                <a:gd name="connsiteX1074" fmla="*/ 337757 w 466725"/>
                <a:gd name="connsiteY1074" fmla="*/ 160973 h 1038225"/>
                <a:gd name="connsiteX1075" fmla="*/ 339281 w 466725"/>
                <a:gd name="connsiteY1075" fmla="*/ 161544 h 1038225"/>
                <a:gd name="connsiteX1076" fmla="*/ 339757 w 466725"/>
                <a:gd name="connsiteY1076" fmla="*/ 161830 h 1038225"/>
                <a:gd name="connsiteX1077" fmla="*/ 340233 w 466725"/>
                <a:gd name="connsiteY1077" fmla="*/ 161925 h 1038225"/>
                <a:gd name="connsiteX1078" fmla="*/ 341090 w 466725"/>
                <a:gd name="connsiteY1078" fmla="*/ 161544 h 1038225"/>
                <a:gd name="connsiteX1079" fmla="*/ 343852 w 466725"/>
                <a:gd name="connsiteY1079" fmla="*/ 159353 h 1038225"/>
                <a:gd name="connsiteX1080" fmla="*/ 344234 w 466725"/>
                <a:gd name="connsiteY1080" fmla="*/ 158782 h 1038225"/>
                <a:gd name="connsiteX1081" fmla="*/ 344519 w 466725"/>
                <a:gd name="connsiteY1081" fmla="*/ 158020 h 1038225"/>
                <a:gd name="connsiteX1082" fmla="*/ 344615 w 466725"/>
                <a:gd name="connsiteY1082" fmla="*/ 157258 h 1038225"/>
                <a:gd name="connsiteX1083" fmla="*/ 344519 w 466725"/>
                <a:gd name="connsiteY1083" fmla="*/ 156496 h 1038225"/>
                <a:gd name="connsiteX1084" fmla="*/ 344234 w 466725"/>
                <a:gd name="connsiteY1084" fmla="*/ 156115 h 1038225"/>
                <a:gd name="connsiteX1085" fmla="*/ 343567 w 466725"/>
                <a:gd name="connsiteY1085" fmla="*/ 155829 h 1038225"/>
                <a:gd name="connsiteX1086" fmla="*/ 343281 w 466725"/>
                <a:gd name="connsiteY1086" fmla="*/ 155639 h 1038225"/>
                <a:gd name="connsiteX1087" fmla="*/ 342805 w 466725"/>
                <a:gd name="connsiteY1087" fmla="*/ 154496 h 1038225"/>
                <a:gd name="connsiteX1088" fmla="*/ 341090 w 466725"/>
                <a:gd name="connsiteY1088" fmla="*/ 151829 h 1038225"/>
                <a:gd name="connsiteX1089" fmla="*/ 340614 w 466725"/>
                <a:gd name="connsiteY1089" fmla="*/ 151257 h 1038225"/>
                <a:gd name="connsiteX1090" fmla="*/ 339947 w 466725"/>
                <a:gd name="connsiteY1090" fmla="*/ 151067 h 1038225"/>
                <a:gd name="connsiteX1091" fmla="*/ 339281 w 466725"/>
                <a:gd name="connsiteY1091" fmla="*/ 151162 h 1038225"/>
                <a:gd name="connsiteX1092" fmla="*/ 338709 w 466725"/>
                <a:gd name="connsiteY1092" fmla="*/ 151067 h 1038225"/>
                <a:gd name="connsiteX1093" fmla="*/ 338328 w 466725"/>
                <a:gd name="connsiteY1093" fmla="*/ 150304 h 1038225"/>
                <a:gd name="connsiteX1094" fmla="*/ 338423 w 466725"/>
                <a:gd name="connsiteY1094" fmla="*/ 148971 h 1038225"/>
                <a:gd name="connsiteX1095" fmla="*/ 338233 w 466725"/>
                <a:gd name="connsiteY1095" fmla="*/ 147923 h 1038225"/>
                <a:gd name="connsiteX1096" fmla="*/ 337280 w 466725"/>
                <a:gd name="connsiteY1096" fmla="*/ 145828 h 1038225"/>
                <a:gd name="connsiteX1097" fmla="*/ 336899 w 466725"/>
                <a:gd name="connsiteY1097" fmla="*/ 144780 h 1038225"/>
                <a:gd name="connsiteX1098" fmla="*/ 336804 w 466725"/>
                <a:gd name="connsiteY1098" fmla="*/ 143732 h 1038225"/>
                <a:gd name="connsiteX1099" fmla="*/ 337090 w 466725"/>
                <a:gd name="connsiteY1099" fmla="*/ 142875 h 1038225"/>
                <a:gd name="connsiteX1100" fmla="*/ 337757 w 466725"/>
                <a:gd name="connsiteY1100" fmla="*/ 142304 h 1038225"/>
                <a:gd name="connsiteX1101" fmla="*/ 339852 w 466725"/>
                <a:gd name="connsiteY1101" fmla="*/ 141827 h 1038225"/>
                <a:gd name="connsiteX1102" fmla="*/ 340709 w 466725"/>
                <a:gd name="connsiteY1102" fmla="*/ 141446 h 1038225"/>
                <a:gd name="connsiteX1103" fmla="*/ 341090 w 466725"/>
                <a:gd name="connsiteY1103" fmla="*/ 141542 h 1038225"/>
                <a:gd name="connsiteX1104" fmla="*/ 340995 w 466725"/>
                <a:gd name="connsiteY1104" fmla="*/ 143637 h 1038225"/>
                <a:gd name="connsiteX1105" fmla="*/ 341376 w 466725"/>
                <a:gd name="connsiteY1105" fmla="*/ 144304 h 1038225"/>
                <a:gd name="connsiteX1106" fmla="*/ 342138 w 466725"/>
                <a:gd name="connsiteY1106" fmla="*/ 144209 h 1038225"/>
                <a:gd name="connsiteX1107" fmla="*/ 344043 w 466725"/>
                <a:gd name="connsiteY1107" fmla="*/ 142589 h 1038225"/>
                <a:gd name="connsiteX1108" fmla="*/ 344329 w 466725"/>
                <a:gd name="connsiteY1108" fmla="*/ 142113 h 1038225"/>
                <a:gd name="connsiteX1109" fmla="*/ 344329 w 466725"/>
                <a:gd name="connsiteY1109" fmla="*/ 140875 h 1038225"/>
                <a:gd name="connsiteX1110" fmla="*/ 344615 w 466725"/>
                <a:gd name="connsiteY1110" fmla="*/ 140494 h 1038225"/>
                <a:gd name="connsiteX1111" fmla="*/ 344996 w 466725"/>
                <a:gd name="connsiteY1111" fmla="*/ 140208 h 1038225"/>
                <a:gd name="connsiteX1112" fmla="*/ 345281 w 466725"/>
                <a:gd name="connsiteY1112" fmla="*/ 139637 h 1038225"/>
                <a:gd name="connsiteX1113" fmla="*/ 345091 w 466725"/>
                <a:gd name="connsiteY1113" fmla="*/ 138684 h 1038225"/>
                <a:gd name="connsiteX1114" fmla="*/ 343852 w 466725"/>
                <a:gd name="connsiteY1114" fmla="*/ 135827 h 1038225"/>
                <a:gd name="connsiteX1115" fmla="*/ 343376 w 466725"/>
                <a:gd name="connsiteY1115" fmla="*/ 135350 h 1038225"/>
                <a:gd name="connsiteX1116" fmla="*/ 342329 w 466725"/>
                <a:gd name="connsiteY1116" fmla="*/ 135541 h 1038225"/>
                <a:gd name="connsiteX1117" fmla="*/ 342043 w 466725"/>
                <a:gd name="connsiteY1117" fmla="*/ 134969 h 1038225"/>
                <a:gd name="connsiteX1118" fmla="*/ 342138 w 466725"/>
                <a:gd name="connsiteY1118" fmla="*/ 134017 h 1038225"/>
                <a:gd name="connsiteX1119" fmla="*/ 342424 w 466725"/>
                <a:gd name="connsiteY1119" fmla="*/ 132874 h 1038225"/>
                <a:gd name="connsiteX1120" fmla="*/ 342900 w 466725"/>
                <a:gd name="connsiteY1120" fmla="*/ 131636 h 1038225"/>
                <a:gd name="connsiteX1121" fmla="*/ 344996 w 466725"/>
                <a:gd name="connsiteY1121" fmla="*/ 129159 h 1038225"/>
                <a:gd name="connsiteX1122" fmla="*/ 345472 w 466725"/>
                <a:gd name="connsiteY1122" fmla="*/ 128207 h 1038225"/>
                <a:gd name="connsiteX1123" fmla="*/ 345758 w 466725"/>
                <a:gd name="connsiteY1123" fmla="*/ 127159 h 1038225"/>
                <a:gd name="connsiteX1124" fmla="*/ 345948 w 466725"/>
                <a:gd name="connsiteY1124" fmla="*/ 126016 h 1038225"/>
                <a:gd name="connsiteX1125" fmla="*/ 346139 w 466725"/>
                <a:gd name="connsiteY1125" fmla="*/ 118396 h 1038225"/>
                <a:gd name="connsiteX1126" fmla="*/ 346520 w 466725"/>
                <a:gd name="connsiteY1126" fmla="*/ 116396 h 1038225"/>
                <a:gd name="connsiteX1127" fmla="*/ 347567 w 466725"/>
                <a:gd name="connsiteY1127" fmla="*/ 114395 h 1038225"/>
                <a:gd name="connsiteX1128" fmla="*/ 347948 w 466725"/>
                <a:gd name="connsiteY1128" fmla="*/ 113252 h 1038225"/>
                <a:gd name="connsiteX1129" fmla="*/ 347663 w 466725"/>
                <a:gd name="connsiteY1129" fmla="*/ 112014 h 1038225"/>
                <a:gd name="connsiteX1130" fmla="*/ 347472 w 466725"/>
                <a:gd name="connsiteY1130" fmla="*/ 111443 h 1038225"/>
                <a:gd name="connsiteX1131" fmla="*/ 347472 w 466725"/>
                <a:gd name="connsiteY1131" fmla="*/ 110966 h 1038225"/>
                <a:gd name="connsiteX1132" fmla="*/ 347472 w 466725"/>
                <a:gd name="connsiteY1132" fmla="*/ 110490 h 1038225"/>
                <a:gd name="connsiteX1133" fmla="*/ 347472 w 466725"/>
                <a:gd name="connsiteY1133" fmla="*/ 110014 h 1038225"/>
                <a:gd name="connsiteX1134" fmla="*/ 346710 w 466725"/>
                <a:gd name="connsiteY1134" fmla="*/ 108109 h 1038225"/>
                <a:gd name="connsiteX1135" fmla="*/ 346805 w 466725"/>
                <a:gd name="connsiteY1135" fmla="*/ 106871 h 1038225"/>
                <a:gd name="connsiteX1136" fmla="*/ 347567 w 466725"/>
                <a:gd name="connsiteY1136" fmla="*/ 104680 h 1038225"/>
                <a:gd name="connsiteX1137" fmla="*/ 347663 w 466725"/>
                <a:gd name="connsiteY1137" fmla="*/ 103442 h 1038225"/>
                <a:gd name="connsiteX1138" fmla="*/ 347282 w 466725"/>
                <a:gd name="connsiteY1138" fmla="*/ 102394 h 1038225"/>
                <a:gd name="connsiteX1139" fmla="*/ 346043 w 466725"/>
                <a:gd name="connsiteY1139" fmla="*/ 100489 h 1038225"/>
                <a:gd name="connsiteX1140" fmla="*/ 345853 w 466725"/>
                <a:gd name="connsiteY1140" fmla="*/ 99346 h 1038225"/>
                <a:gd name="connsiteX1141" fmla="*/ 346043 w 466725"/>
                <a:gd name="connsiteY1141" fmla="*/ 98679 h 1038225"/>
                <a:gd name="connsiteX1142" fmla="*/ 346805 w 466725"/>
                <a:gd name="connsiteY1142" fmla="*/ 97822 h 1038225"/>
                <a:gd name="connsiteX1143" fmla="*/ 346996 w 466725"/>
                <a:gd name="connsiteY1143" fmla="*/ 97250 h 1038225"/>
                <a:gd name="connsiteX1144" fmla="*/ 346996 w 466725"/>
                <a:gd name="connsiteY1144" fmla="*/ 96679 h 1038225"/>
                <a:gd name="connsiteX1145" fmla="*/ 345758 w 466725"/>
                <a:gd name="connsiteY1145" fmla="*/ 91535 h 1038225"/>
                <a:gd name="connsiteX1146" fmla="*/ 346139 w 466725"/>
                <a:gd name="connsiteY1146" fmla="*/ 90392 h 1038225"/>
                <a:gd name="connsiteX1147" fmla="*/ 346710 w 466725"/>
                <a:gd name="connsiteY1147" fmla="*/ 89345 h 1038225"/>
                <a:gd name="connsiteX1148" fmla="*/ 346996 w 466725"/>
                <a:gd name="connsiteY1148" fmla="*/ 88297 h 1038225"/>
                <a:gd name="connsiteX1149" fmla="*/ 346615 w 466725"/>
                <a:gd name="connsiteY1149" fmla="*/ 87154 h 1038225"/>
                <a:gd name="connsiteX1150" fmla="*/ 345853 w 466725"/>
                <a:gd name="connsiteY1150" fmla="*/ 86392 h 1038225"/>
                <a:gd name="connsiteX1151" fmla="*/ 345091 w 466725"/>
                <a:gd name="connsiteY1151" fmla="*/ 86106 h 1038225"/>
                <a:gd name="connsiteX1152" fmla="*/ 344519 w 466725"/>
                <a:gd name="connsiteY1152" fmla="*/ 85725 h 1038225"/>
                <a:gd name="connsiteX1153" fmla="*/ 344043 w 466725"/>
                <a:gd name="connsiteY1153" fmla="*/ 84677 h 1038225"/>
                <a:gd name="connsiteX1154" fmla="*/ 343472 w 466725"/>
                <a:gd name="connsiteY1154" fmla="*/ 80772 h 1038225"/>
                <a:gd name="connsiteX1155" fmla="*/ 343472 w 466725"/>
                <a:gd name="connsiteY1155" fmla="*/ 78867 h 1038225"/>
                <a:gd name="connsiteX1156" fmla="*/ 343852 w 466725"/>
                <a:gd name="connsiteY1156" fmla="*/ 77153 h 1038225"/>
                <a:gd name="connsiteX1157" fmla="*/ 345091 w 466725"/>
                <a:gd name="connsiteY1157" fmla="*/ 73152 h 1038225"/>
                <a:gd name="connsiteX1158" fmla="*/ 345281 w 466725"/>
                <a:gd name="connsiteY1158" fmla="*/ 71152 h 1038225"/>
                <a:gd name="connsiteX1159" fmla="*/ 344710 w 466725"/>
                <a:gd name="connsiteY1159" fmla="*/ 69247 h 1038225"/>
                <a:gd name="connsiteX1160" fmla="*/ 344329 w 466725"/>
                <a:gd name="connsiteY1160" fmla="*/ 68961 h 1038225"/>
                <a:gd name="connsiteX1161" fmla="*/ 343948 w 466725"/>
                <a:gd name="connsiteY1161" fmla="*/ 68961 h 1038225"/>
                <a:gd name="connsiteX1162" fmla="*/ 343567 w 466725"/>
                <a:gd name="connsiteY1162" fmla="*/ 68866 h 1038225"/>
                <a:gd name="connsiteX1163" fmla="*/ 343376 w 466725"/>
                <a:gd name="connsiteY1163" fmla="*/ 68199 h 1038225"/>
                <a:gd name="connsiteX1164" fmla="*/ 343091 w 466725"/>
                <a:gd name="connsiteY1164" fmla="*/ 62960 h 1038225"/>
                <a:gd name="connsiteX1165" fmla="*/ 343186 w 466725"/>
                <a:gd name="connsiteY1165" fmla="*/ 60579 h 1038225"/>
                <a:gd name="connsiteX1166" fmla="*/ 343757 w 466725"/>
                <a:gd name="connsiteY1166" fmla="*/ 58198 h 1038225"/>
                <a:gd name="connsiteX1167" fmla="*/ 343662 w 466725"/>
                <a:gd name="connsiteY1167" fmla="*/ 56960 h 1038225"/>
                <a:gd name="connsiteX1168" fmla="*/ 343376 w 466725"/>
                <a:gd name="connsiteY1168" fmla="*/ 56483 h 1038225"/>
                <a:gd name="connsiteX1169" fmla="*/ 342900 w 466725"/>
                <a:gd name="connsiteY1169" fmla="*/ 55817 h 1038225"/>
                <a:gd name="connsiteX1170" fmla="*/ 342424 w 466725"/>
                <a:gd name="connsiteY1170" fmla="*/ 55245 h 1038225"/>
                <a:gd name="connsiteX1171" fmla="*/ 341948 w 466725"/>
                <a:gd name="connsiteY1171" fmla="*/ 54959 h 1038225"/>
                <a:gd name="connsiteX1172" fmla="*/ 341281 w 466725"/>
                <a:gd name="connsiteY1172" fmla="*/ 54959 h 1038225"/>
                <a:gd name="connsiteX1173" fmla="*/ 340805 w 466725"/>
                <a:gd name="connsiteY1173" fmla="*/ 55245 h 1038225"/>
                <a:gd name="connsiteX1174" fmla="*/ 340328 w 466725"/>
                <a:gd name="connsiteY1174" fmla="*/ 55626 h 1038225"/>
                <a:gd name="connsiteX1175" fmla="*/ 339662 w 466725"/>
                <a:gd name="connsiteY1175" fmla="*/ 56007 h 1038225"/>
                <a:gd name="connsiteX1176" fmla="*/ 338328 w 466725"/>
                <a:gd name="connsiteY1176" fmla="*/ 56102 h 1038225"/>
                <a:gd name="connsiteX1177" fmla="*/ 337566 w 466725"/>
                <a:gd name="connsiteY1177" fmla="*/ 55436 h 1038225"/>
                <a:gd name="connsiteX1178" fmla="*/ 336423 w 466725"/>
                <a:gd name="connsiteY1178" fmla="*/ 53150 h 1038225"/>
                <a:gd name="connsiteX1179" fmla="*/ 335280 w 466725"/>
                <a:gd name="connsiteY1179" fmla="*/ 52292 h 1038225"/>
                <a:gd name="connsiteX1180" fmla="*/ 333661 w 466725"/>
                <a:gd name="connsiteY1180" fmla="*/ 53054 h 1038225"/>
                <a:gd name="connsiteX1181" fmla="*/ 332708 w 466725"/>
                <a:gd name="connsiteY1181" fmla="*/ 52197 h 1038225"/>
                <a:gd name="connsiteX1182" fmla="*/ 329946 w 466725"/>
                <a:gd name="connsiteY1182" fmla="*/ 50768 h 1038225"/>
                <a:gd name="connsiteX1183" fmla="*/ 329279 w 466725"/>
                <a:gd name="connsiteY1183" fmla="*/ 50578 h 1038225"/>
                <a:gd name="connsiteX1184" fmla="*/ 328708 w 466725"/>
                <a:gd name="connsiteY1184" fmla="*/ 51054 h 1038225"/>
                <a:gd name="connsiteX1185" fmla="*/ 328613 w 466725"/>
                <a:gd name="connsiteY1185" fmla="*/ 52197 h 1038225"/>
                <a:gd name="connsiteX1186" fmla="*/ 328613 w 466725"/>
                <a:gd name="connsiteY1186" fmla="*/ 54388 h 1038225"/>
                <a:gd name="connsiteX1187" fmla="*/ 328327 w 466725"/>
                <a:gd name="connsiteY1187" fmla="*/ 56293 h 1038225"/>
                <a:gd name="connsiteX1188" fmla="*/ 327850 w 466725"/>
                <a:gd name="connsiteY1188" fmla="*/ 58103 h 1038225"/>
                <a:gd name="connsiteX1189" fmla="*/ 326803 w 466725"/>
                <a:gd name="connsiteY1189" fmla="*/ 59531 h 1038225"/>
                <a:gd name="connsiteX1190" fmla="*/ 324898 w 466725"/>
                <a:gd name="connsiteY1190" fmla="*/ 60103 h 1038225"/>
                <a:gd name="connsiteX1191" fmla="*/ 323088 w 466725"/>
                <a:gd name="connsiteY1191" fmla="*/ 59341 h 1038225"/>
                <a:gd name="connsiteX1192" fmla="*/ 322135 w 466725"/>
                <a:gd name="connsiteY1192" fmla="*/ 57341 h 1038225"/>
                <a:gd name="connsiteX1193" fmla="*/ 320992 w 466725"/>
                <a:gd name="connsiteY1193" fmla="*/ 52769 h 1038225"/>
                <a:gd name="connsiteX1194" fmla="*/ 320135 w 466725"/>
                <a:gd name="connsiteY1194" fmla="*/ 50864 h 1038225"/>
                <a:gd name="connsiteX1195" fmla="*/ 318325 w 466725"/>
                <a:gd name="connsiteY1195" fmla="*/ 48101 h 1038225"/>
                <a:gd name="connsiteX1196" fmla="*/ 318230 w 466725"/>
                <a:gd name="connsiteY1196" fmla="*/ 47530 h 1038225"/>
                <a:gd name="connsiteX1197" fmla="*/ 318707 w 466725"/>
                <a:gd name="connsiteY1197" fmla="*/ 46101 h 1038225"/>
                <a:gd name="connsiteX1198" fmla="*/ 318516 w 466725"/>
                <a:gd name="connsiteY1198" fmla="*/ 45720 h 1038225"/>
                <a:gd name="connsiteX1199" fmla="*/ 318135 w 466725"/>
                <a:gd name="connsiteY1199" fmla="*/ 45434 h 1038225"/>
                <a:gd name="connsiteX1200" fmla="*/ 317945 w 466725"/>
                <a:gd name="connsiteY1200" fmla="*/ 44863 h 1038225"/>
                <a:gd name="connsiteX1201" fmla="*/ 317945 w 466725"/>
                <a:gd name="connsiteY1201" fmla="*/ 43720 h 1038225"/>
                <a:gd name="connsiteX1202" fmla="*/ 318040 w 466725"/>
                <a:gd name="connsiteY1202" fmla="*/ 42958 h 1038225"/>
                <a:gd name="connsiteX1203" fmla="*/ 317849 w 466725"/>
                <a:gd name="connsiteY1203" fmla="*/ 42386 h 1038225"/>
                <a:gd name="connsiteX1204" fmla="*/ 316040 w 466725"/>
                <a:gd name="connsiteY1204" fmla="*/ 41243 h 1038225"/>
                <a:gd name="connsiteX1205" fmla="*/ 315182 w 466725"/>
                <a:gd name="connsiteY1205" fmla="*/ 40196 h 1038225"/>
                <a:gd name="connsiteX1206" fmla="*/ 314897 w 466725"/>
                <a:gd name="connsiteY1206" fmla="*/ 39148 h 1038225"/>
                <a:gd name="connsiteX1207" fmla="*/ 315754 w 466725"/>
                <a:gd name="connsiteY1207" fmla="*/ 38481 h 1038225"/>
                <a:gd name="connsiteX1208" fmla="*/ 316801 w 466725"/>
                <a:gd name="connsiteY1208" fmla="*/ 37910 h 1038225"/>
                <a:gd name="connsiteX1209" fmla="*/ 316801 w 466725"/>
                <a:gd name="connsiteY1209" fmla="*/ 37052 h 1038225"/>
                <a:gd name="connsiteX1210" fmla="*/ 316230 w 466725"/>
                <a:gd name="connsiteY1210" fmla="*/ 36100 h 1038225"/>
                <a:gd name="connsiteX1211" fmla="*/ 315373 w 466725"/>
                <a:gd name="connsiteY1211" fmla="*/ 35243 h 1038225"/>
                <a:gd name="connsiteX1212" fmla="*/ 313468 w 466725"/>
                <a:gd name="connsiteY1212" fmla="*/ 34195 h 1038225"/>
                <a:gd name="connsiteX1213" fmla="*/ 313087 w 466725"/>
                <a:gd name="connsiteY1213" fmla="*/ 33528 h 1038225"/>
                <a:gd name="connsiteX1214" fmla="*/ 313658 w 466725"/>
                <a:gd name="connsiteY1214" fmla="*/ 32290 h 1038225"/>
                <a:gd name="connsiteX1215" fmla="*/ 313849 w 466725"/>
                <a:gd name="connsiteY1215" fmla="*/ 31052 h 1038225"/>
                <a:gd name="connsiteX1216" fmla="*/ 314134 w 466725"/>
                <a:gd name="connsiteY1216" fmla="*/ 25718 h 1038225"/>
                <a:gd name="connsiteX1217" fmla="*/ 314039 w 466725"/>
                <a:gd name="connsiteY1217" fmla="*/ 24575 h 1038225"/>
                <a:gd name="connsiteX1218" fmla="*/ 313563 w 466725"/>
                <a:gd name="connsiteY1218" fmla="*/ 23622 h 1038225"/>
                <a:gd name="connsiteX1219" fmla="*/ 313373 w 466725"/>
                <a:gd name="connsiteY1219" fmla="*/ 23432 h 1038225"/>
                <a:gd name="connsiteX1220" fmla="*/ 309848 w 466725"/>
                <a:gd name="connsiteY1220" fmla="*/ 20098 h 1038225"/>
                <a:gd name="connsiteX1221" fmla="*/ 308896 w 466725"/>
                <a:gd name="connsiteY1221" fmla="*/ 19621 h 1038225"/>
                <a:gd name="connsiteX1222" fmla="*/ 306800 w 466725"/>
                <a:gd name="connsiteY1222" fmla="*/ 19241 h 1038225"/>
                <a:gd name="connsiteX1223" fmla="*/ 306515 w 466725"/>
                <a:gd name="connsiteY1223" fmla="*/ 18669 h 1038225"/>
                <a:gd name="connsiteX1224" fmla="*/ 306991 w 466725"/>
                <a:gd name="connsiteY1224" fmla="*/ 16954 h 1038225"/>
                <a:gd name="connsiteX1225" fmla="*/ 306991 w 466725"/>
                <a:gd name="connsiteY1225" fmla="*/ 16002 h 1038225"/>
                <a:gd name="connsiteX1226" fmla="*/ 306229 w 466725"/>
                <a:gd name="connsiteY1226" fmla="*/ 15335 h 1038225"/>
                <a:gd name="connsiteX1227" fmla="*/ 304419 w 466725"/>
                <a:gd name="connsiteY1227" fmla="*/ 14288 h 1038225"/>
                <a:gd name="connsiteX1228" fmla="*/ 301942 w 466725"/>
                <a:gd name="connsiteY1228" fmla="*/ 10954 h 1038225"/>
                <a:gd name="connsiteX1229" fmla="*/ 299942 w 466725"/>
                <a:gd name="connsiteY1229" fmla="*/ 10096 h 1038225"/>
                <a:gd name="connsiteX1230" fmla="*/ 296704 w 466725"/>
                <a:gd name="connsiteY1230" fmla="*/ 11621 h 1038225"/>
                <a:gd name="connsiteX1231" fmla="*/ 294989 w 466725"/>
                <a:gd name="connsiteY1231" fmla="*/ 11144 h 1038225"/>
                <a:gd name="connsiteX1232" fmla="*/ 293656 w 466725"/>
                <a:gd name="connsiteY1232" fmla="*/ 9335 h 1038225"/>
                <a:gd name="connsiteX1233" fmla="*/ 291560 w 466725"/>
                <a:gd name="connsiteY1233" fmla="*/ 3048 h 1038225"/>
                <a:gd name="connsiteX1234" fmla="*/ 290036 w 466725"/>
                <a:gd name="connsiteY1234" fmla="*/ 1619 h 1038225"/>
                <a:gd name="connsiteX1235" fmla="*/ 288512 w 466725"/>
                <a:gd name="connsiteY1235" fmla="*/ 2381 h 1038225"/>
                <a:gd name="connsiteX1236" fmla="*/ 287084 w 466725"/>
                <a:gd name="connsiteY1236" fmla="*/ 3334 h 1038225"/>
                <a:gd name="connsiteX1237" fmla="*/ 285845 w 466725"/>
                <a:gd name="connsiteY1237" fmla="*/ 2572 h 1038225"/>
                <a:gd name="connsiteX1238" fmla="*/ 284702 w 466725"/>
                <a:gd name="connsiteY1238" fmla="*/ 762 h 1038225"/>
                <a:gd name="connsiteX1239" fmla="*/ 283559 w 466725"/>
                <a:gd name="connsiteY1239" fmla="*/ 0 h 1038225"/>
                <a:gd name="connsiteX1240" fmla="*/ 282607 w 466725"/>
                <a:gd name="connsiteY1240" fmla="*/ 571 h 1038225"/>
                <a:gd name="connsiteX1241" fmla="*/ 281845 w 466725"/>
                <a:gd name="connsiteY1241" fmla="*/ 2667 h 1038225"/>
                <a:gd name="connsiteX1242" fmla="*/ 281273 w 466725"/>
                <a:gd name="connsiteY1242" fmla="*/ 3715 h 1038225"/>
                <a:gd name="connsiteX1243" fmla="*/ 280511 w 466725"/>
                <a:gd name="connsiteY1243" fmla="*/ 5810 h 1038225"/>
                <a:gd name="connsiteX1244" fmla="*/ 279749 w 466725"/>
                <a:gd name="connsiteY1244" fmla="*/ 6763 h 1038225"/>
                <a:gd name="connsiteX1245" fmla="*/ 279559 w 466725"/>
                <a:gd name="connsiteY1245" fmla="*/ 7429 h 1038225"/>
                <a:gd name="connsiteX1246" fmla="*/ 279273 w 466725"/>
                <a:gd name="connsiteY1246" fmla="*/ 7906 h 1038225"/>
                <a:gd name="connsiteX1247" fmla="*/ 278416 w 466725"/>
                <a:gd name="connsiteY1247" fmla="*/ 8763 h 1038225"/>
                <a:gd name="connsiteX1248" fmla="*/ 278130 w 466725"/>
                <a:gd name="connsiteY1248" fmla="*/ 9335 h 1038225"/>
                <a:gd name="connsiteX1249" fmla="*/ 278225 w 466725"/>
                <a:gd name="connsiteY1249" fmla="*/ 9906 h 1038225"/>
                <a:gd name="connsiteX1250" fmla="*/ 278416 w 466725"/>
                <a:gd name="connsiteY1250" fmla="*/ 10478 h 1038225"/>
                <a:gd name="connsiteX1251" fmla="*/ 278511 w 466725"/>
                <a:gd name="connsiteY1251" fmla="*/ 11049 h 1038225"/>
                <a:gd name="connsiteX1252" fmla="*/ 278511 w 466725"/>
                <a:gd name="connsiteY1252" fmla="*/ 13335 h 1038225"/>
                <a:gd name="connsiteX1253" fmla="*/ 278321 w 466725"/>
                <a:gd name="connsiteY1253" fmla="*/ 14573 h 1038225"/>
                <a:gd name="connsiteX1254" fmla="*/ 277749 w 466725"/>
                <a:gd name="connsiteY1254" fmla="*/ 15240 h 1038225"/>
                <a:gd name="connsiteX1255" fmla="*/ 276701 w 466725"/>
                <a:gd name="connsiteY1255" fmla="*/ 15240 h 1038225"/>
                <a:gd name="connsiteX1256" fmla="*/ 275749 w 466725"/>
                <a:gd name="connsiteY1256" fmla="*/ 15050 h 1038225"/>
                <a:gd name="connsiteX1257" fmla="*/ 274987 w 466725"/>
                <a:gd name="connsiteY1257" fmla="*/ 15240 h 1038225"/>
                <a:gd name="connsiteX1258" fmla="*/ 274606 w 466725"/>
                <a:gd name="connsiteY1258" fmla="*/ 16478 h 1038225"/>
                <a:gd name="connsiteX1259" fmla="*/ 274225 w 466725"/>
                <a:gd name="connsiteY1259" fmla="*/ 17050 h 1038225"/>
                <a:gd name="connsiteX1260" fmla="*/ 272320 w 466725"/>
                <a:gd name="connsiteY1260" fmla="*/ 18098 h 1038225"/>
                <a:gd name="connsiteX1261" fmla="*/ 271748 w 466725"/>
                <a:gd name="connsiteY1261" fmla="*/ 19145 h 1038225"/>
                <a:gd name="connsiteX1262" fmla="*/ 272034 w 466725"/>
                <a:gd name="connsiteY1262" fmla="*/ 20765 h 1038225"/>
                <a:gd name="connsiteX1263" fmla="*/ 270415 w 466725"/>
                <a:gd name="connsiteY1263" fmla="*/ 24384 h 1038225"/>
                <a:gd name="connsiteX1264" fmla="*/ 270129 w 466725"/>
                <a:gd name="connsiteY1264" fmla="*/ 26384 h 1038225"/>
                <a:gd name="connsiteX1265" fmla="*/ 270891 w 466725"/>
                <a:gd name="connsiteY1265" fmla="*/ 27908 h 1038225"/>
                <a:gd name="connsiteX1266" fmla="*/ 273463 w 466725"/>
                <a:gd name="connsiteY1266" fmla="*/ 30671 h 1038225"/>
                <a:gd name="connsiteX1267" fmla="*/ 273844 w 466725"/>
                <a:gd name="connsiteY1267" fmla="*/ 32385 h 1038225"/>
                <a:gd name="connsiteX1268" fmla="*/ 273558 w 466725"/>
                <a:gd name="connsiteY1268" fmla="*/ 33242 h 1038225"/>
                <a:gd name="connsiteX1269" fmla="*/ 272701 w 466725"/>
                <a:gd name="connsiteY1269" fmla="*/ 34957 h 1038225"/>
                <a:gd name="connsiteX1270" fmla="*/ 272510 w 466725"/>
                <a:gd name="connsiteY1270" fmla="*/ 35909 h 1038225"/>
                <a:gd name="connsiteX1271" fmla="*/ 272510 w 466725"/>
                <a:gd name="connsiteY1271" fmla="*/ 37243 h 1038225"/>
                <a:gd name="connsiteX1272" fmla="*/ 272606 w 466725"/>
                <a:gd name="connsiteY1272" fmla="*/ 37910 h 1038225"/>
                <a:gd name="connsiteX1273" fmla="*/ 272320 w 466725"/>
                <a:gd name="connsiteY1273" fmla="*/ 38386 h 1038225"/>
                <a:gd name="connsiteX1274" fmla="*/ 271367 w 466725"/>
                <a:gd name="connsiteY1274" fmla="*/ 38957 h 1038225"/>
                <a:gd name="connsiteX1275" fmla="*/ 270224 w 466725"/>
                <a:gd name="connsiteY1275" fmla="*/ 39338 h 1038225"/>
                <a:gd name="connsiteX1276" fmla="*/ 270034 w 466725"/>
                <a:gd name="connsiteY1276" fmla="*/ 38957 h 1038225"/>
                <a:gd name="connsiteX1277" fmla="*/ 270034 w 466725"/>
                <a:gd name="connsiteY1277" fmla="*/ 38195 h 1038225"/>
                <a:gd name="connsiteX1278" fmla="*/ 269367 w 466725"/>
                <a:gd name="connsiteY1278" fmla="*/ 37433 h 1038225"/>
                <a:gd name="connsiteX1279" fmla="*/ 268510 w 466725"/>
                <a:gd name="connsiteY1279" fmla="*/ 37338 h 1038225"/>
                <a:gd name="connsiteX1280" fmla="*/ 267462 w 466725"/>
                <a:gd name="connsiteY1280" fmla="*/ 37624 h 1038225"/>
                <a:gd name="connsiteX1281" fmla="*/ 266509 w 466725"/>
                <a:gd name="connsiteY1281" fmla="*/ 38100 h 1038225"/>
                <a:gd name="connsiteX1282" fmla="*/ 265843 w 466725"/>
                <a:gd name="connsiteY1282" fmla="*/ 38671 h 1038225"/>
                <a:gd name="connsiteX1283" fmla="*/ 265176 w 466725"/>
                <a:gd name="connsiteY1283" fmla="*/ 39624 h 1038225"/>
                <a:gd name="connsiteX1284" fmla="*/ 264319 w 466725"/>
                <a:gd name="connsiteY1284" fmla="*/ 40577 h 1038225"/>
                <a:gd name="connsiteX1285" fmla="*/ 261652 w 466725"/>
                <a:gd name="connsiteY1285" fmla="*/ 42958 h 1038225"/>
                <a:gd name="connsiteX1286" fmla="*/ 261175 w 466725"/>
                <a:gd name="connsiteY1286" fmla="*/ 43244 h 1038225"/>
                <a:gd name="connsiteX1287" fmla="*/ 260604 w 466725"/>
                <a:gd name="connsiteY1287" fmla="*/ 43434 h 1038225"/>
                <a:gd name="connsiteX1288" fmla="*/ 260223 w 466725"/>
                <a:gd name="connsiteY1288" fmla="*/ 43625 h 1038225"/>
                <a:gd name="connsiteX1289" fmla="*/ 259842 w 466725"/>
                <a:gd name="connsiteY1289" fmla="*/ 44482 h 1038225"/>
                <a:gd name="connsiteX1290" fmla="*/ 259556 w 466725"/>
                <a:gd name="connsiteY1290" fmla="*/ 44768 h 1038225"/>
                <a:gd name="connsiteX1291" fmla="*/ 258509 w 466725"/>
                <a:gd name="connsiteY1291" fmla="*/ 45149 h 1038225"/>
                <a:gd name="connsiteX1292" fmla="*/ 258127 w 466725"/>
                <a:gd name="connsiteY1292" fmla="*/ 45434 h 1038225"/>
                <a:gd name="connsiteX1293" fmla="*/ 257937 w 466725"/>
                <a:gd name="connsiteY1293" fmla="*/ 46101 h 1038225"/>
                <a:gd name="connsiteX1294" fmla="*/ 257842 w 466725"/>
                <a:gd name="connsiteY1294" fmla="*/ 46863 h 1038225"/>
                <a:gd name="connsiteX1295" fmla="*/ 257651 w 466725"/>
                <a:gd name="connsiteY1295" fmla="*/ 47054 h 1038225"/>
                <a:gd name="connsiteX1296" fmla="*/ 257270 w 466725"/>
                <a:gd name="connsiteY1296" fmla="*/ 47054 h 1038225"/>
                <a:gd name="connsiteX1297" fmla="*/ 256508 w 466725"/>
                <a:gd name="connsiteY1297" fmla="*/ 47244 h 1038225"/>
                <a:gd name="connsiteX1298" fmla="*/ 254794 w 466725"/>
                <a:gd name="connsiteY1298" fmla="*/ 47720 h 1038225"/>
                <a:gd name="connsiteX1299" fmla="*/ 254127 w 466725"/>
                <a:gd name="connsiteY1299" fmla="*/ 48196 h 1038225"/>
                <a:gd name="connsiteX1300" fmla="*/ 252317 w 466725"/>
                <a:gd name="connsiteY1300" fmla="*/ 50483 h 1038225"/>
                <a:gd name="connsiteX1301" fmla="*/ 251365 w 466725"/>
                <a:gd name="connsiteY1301" fmla="*/ 51340 h 1038225"/>
                <a:gd name="connsiteX1302" fmla="*/ 249269 w 466725"/>
                <a:gd name="connsiteY1302" fmla="*/ 52769 h 1038225"/>
                <a:gd name="connsiteX1303" fmla="*/ 248412 w 466725"/>
                <a:gd name="connsiteY1303" fmla="*/ 53531 h 1038225"/>
                <a:gd name="connsiteX1304" fmla="*/ 247745 w 466725"/>
                <a:gd name="connsiteY1304" fmla="*/ 54578 h 1038225"/>
                <a:gd name="connsiteX1305" fmla="*/ 247364 w 466725"/>
                <a:gd name="connsiteY1305" fmla="*/ 55721 h 1038225"/>
                <a:gd name="connsiteX1306" fmla="*/ 247364 w 466725"/>
                <a:gd name="connsiteY1306" fmla="*/ 56960 h 1038225"/>
                <a:gd name="connsiteX1307" fmla="*/ 247555 w 466725"/>
                <a:gd name="connsiteY1307" fmla="*/ 57531 h 1038225"/>
                <a:gd name="connsiteX1308" fmla="*/ 248126 w 466725"/>
                <a:gd name="connsiteY1308" fmla="*/ 58483 h 1038225"/>
                <a:gd name="connsiteX1309" fmla="*/ 248317 w 466725"/>
                <a:gd name="connsiteY1309" fmla="*/ 59055 h 1038225"/>
                <a:gd name="connsiteX1310" fmla="*/ 248317 w 466725"/>
                <a:gd name="connsiteY1310" fmla="*/ 59627 h 1038225"/>
                <a:gd name="connsiteX1311" fmla="*/ 248507 w 466725"/>
                <a:gd name="connsiteY1311" fmla="*/ 60674 h 1038225"/>
                <a:gd name="connsiteX1312" fmla="*/ 248698 w 466725"/>
                <a:gd name="connsiteY1312" fmla="*/ 61150 h 1038225"/>
                <a:gd name="connsiteX1313" fmla="*/ 248793 w 466725"/>
                <a:gd name="connsiteY1313" fmla="*/ 62008 h 1038225"/>
                <a:gd name="connsiteX1314" fmla="*/ 248126 w 466725"/>
                <a:gd name="connsiteY1314" fmla="*/ 63722 h 1038225"/>
                <a:gd name="connsiteX1315" fmla="*/ 248317 w 466725"/>
                <a:gd name="connsiteY1315" fmla="*/ 64865 h 1038225"/>
                <a:gd name="connsiteX1316" fmla="*/ 249555 w 466725"/>
                <a:gd name="connsiteY1316" fmla="*/ 66961 h 1038225"/>
                <a:gd name="connsiteX1317" fmla="*/ 258127 w 466725"/>
                <a:gd name="connsiteY1317" fmla="*/ 78200 h 1038225"/>
                <a:gd name="connsiteX1318" fmla="*/ 259556 w 466725"/>
                <a:gd name="connsiteY1318" fmla="*/ 79724 h 1038225"/>
                <a:gd name="connsiteX1319" fmla="*/ 259842 w 466725"/>
                <a:gd name="connsiteY1319" fmla="*/ 80200 h 1038225"/>
                <a:gd name="connsiteX1320" fmla="*/ 259842 w 466725"/>
                <a:gd name="connsiteY1320" fmla="*/ 81248 h 1038225"/>
                <a:gd name="connsiteX1321" fmla="*/ 259937 w 466725"/>
                <a:gd name="connsiteY1321" fmla="*/ 81820 h 1038225"/>
                <a:gd name="connsiteX1322" fmla="*/ 260318 w 466725"/>
                <a:gd name="connsiteY1322" fmla="*/ 82201 h 1038225"/>
                <a:gd name="connsiteX1323" fmla="*/ 260795 w 466725"/>
                <a:gd name="connsiteY1323" fmla="*/ 82487 h 1038225"/>
                <a:gd name="connsiteX1324" fmla="*/ 261271 w 466725"/>
                <a:gd name="connsiteY1324" fmla="*/ 82868 h 1038225"/>
                <a:gd name="connsiteX1325" fmla="*/ 261557 w 466725"/>
                <a:gd name="connsiteY1325" fmla="*/ 83534 h 1038225"/>
                <a:gd name="connsiteX1326" fmla="*/ 261461 w 466725"/>
                <a:gd name="connsiteY1326" fmla="*/ 84011 h 1038225"/>
                <a:gd name="connsiteX1327" fmla="*/ 260890 w 466725"/>
                <a:gd name="connsiteY1327" fmla="*/ 85535 h 1038225"/>
                <a:gd name="connsiteX1328" fmla="*/ 260699 w 466725"/>
                <a:gd name="connsiteY1328" fmla="*/ 85916 h 1038225"/>
                <a:gd name="connsiteX1329" fmla="*/ 260033 w 466725"/>
                <a:gd name="connsiteY1329" fmla="*/ 86201 h 1038225"/>
                <a:gd name="connsiteX1330" fmla="*/ 259651 w 466725"/>
                <a:gd name="connsiteY1330" fmla="*/ 86011 h 1038225"/>
                <a:gd name="connsiteX1331" fmla="*/ 259271 w 466725"/>
                <a:gd name="connsiteY1331" fmla="*/ 85630 h 1038225"/>
                <a:gd name="connsiteX1332" fmla="*/ 258604 w 466725"/>
                <a:gd name="connsiteY1332" fmla="*/ 85344 h 1038225"/>
                <a:gd name="connsiteX1333" fmla="*/ 258032 w 466725"/>
                <a:gd name="connsiteY1333" fmla="*/ 85439 h 1038225"/>
                <a:gd name="connsiteX1334" fmla="*/ 257651 w 466725"/>
                <a:gd name="connsiteY1334" fmla="*/ 85630 h 1038225"/>
                <a:gd name="connsiteX1335" fmla="*/ 257080 w 466725"/>
                <a:gd name="connsiteY1335" fmla="*/ 85916 h 1038225"/>
                <a:gd name="connsiteX1336" fmla="*/ 256604 w 466725"/>
                <a:gd name="connsiteY1336" fmla="*/ 85916 h 1038225"/>
                <a:gd name="connsiteX1337" fmla="*/ 256032 w 466725"/>
                <a:gd name="connsiteY1337" fmla="*/ 85630 h 1038225"/>
                <a:gd name="connsiteX1338" fmla="*/ 255651 w 466725"/>
                <a:gd name="connsiteY1338" fmla="*/ 85249 h 1038225"/>
                <a:gd name="connsiteX1339" fmla="*/ 255270 w 466725"/>
                <a:gd name="connsiteY1339" fmla="*/ 84773 h 1038225"/>
                <a:gd name="connsiteX1340" fmla="*/ 254794 w 466725"/>
                <a:gd name="connsiteY1340" fmla="*/ 84296 h 1038225"/>
                <a:gd name="connsiteX1341" fmla="*/ 247555 w 466725"/>
                <a:gd name="connsiteY1341" fmla="*/ 80963 h 1038225"/>
                <a:gd name="connsiteX1342" fmla="*/ 246317 w 466725"/>
                <a:gd name="connsiteY1342" fmla="*/ 80010 h 1038225"/>
                <a:gd name="connsiteX1343" fmla="*/ 246317 w 466725"/>
                <a:gd name="connsiteY1343" fmla="*/ 79058 h 1038225"/>
                <a:gd name="connsiteX1344" fmla="*/ 246793 w 466725"/>
                <a:gd name="connsiteY1344" fmla="*/ 78105 h 1038225"/>
                <a:gd name="connsiteX1345" fmla="*/ 247269 w 466725"/>
                <a:gd name="connsiteY1345" fmla="*/ 76962 h 1038225"/>
                <a:gd name="connsiteX1346" fmla="*/ 246983 w 466725"/>
                <a:gd name="connsiteY1346" fmla="*/ 76486 h 1038225"/>
                <a:gd name="connsiteX1347" fmla="*/ 245269 w 466725"/>
                <a:gd name="connsiteY1347" fmla="*/ 75057 h 1038225"/>
                <a:gd name="connsiteX1348" fmla="*/ 244697 w 466725"/>
                <a:gd name="connsiteY1348" fmla="*/ 74295 h 1038225"/>
                <a:gd name="connsiteX1349" fmla="*/ 243554 w 466725"/>
                <a:gd name="connsiteY1349" fmla="*/ 72390 h 1038225"/>
                <a:gd name="connsiteX1350" fmla="*/ 242888 w 466725"/>
                <a:gd name="connsiteY1350" fmla="*/ 71628 h 1038225"/>
                <a:gd name="connsiteX1351" fmla="*/ 241935 w 466725"/>
                <a:gd name="connsiteY1351" fmla="*/ 70961 h 1038225"/>
                <a:gd name="connsiteX1352" fmla="*/ 240125 w 466725"/>
                <a:gd name="connsiteY1352" fmla="*/ 70104 h 1038225"/>
                <a:gd name="connsiteX1353" fmla="*/ 239173 w 466725"/>
                <a:gd name="connsiteY1353" fmla="*/ 69818 h 1038225"/>
                <a:gd name="connsiteX1354" fmla="*/ 238220 w 466725"/>
                <a:gd name="connsiteY1354" fmla="*/ 69723 h 1038225"/>
                <a:gd name="connsiteX1355" fmla="*/ 237649 w 466725"/>
                <a:gd name="connsiteY1355" fmla="*/ 70009 h 1038225"/>
                <a:gd name="connsiteX1356" fmla="*/ 236792 w 466725"/>
                <a:gd name="connsiteY1356" fmla="*/ 70961 h 1038225"/>
                <a:gd name="connsiteX1357" fmla="*/ 236220 w 466725"/>
                <a:gd name="connsiteY1357" fmla="*/ 71247 h 1038225"/>
                <a:gd name="connsiteX1358" fmla="*/ 235553 w 466725"/>
                <a:gd name="connsiteY1358" fmla="*/ 71247 h 1038225"/>
                <a:gd name="connsiteX1359" fmla="*/ 235172 w 466725"/>
                <a:gd name="connsiteY1359" fmla="*/ 71057 h 1038225"/>
                <a:gd name="connsiteX1360" fmla="*/ 234887 w 466725"/>
                <a:gd name="connsiteY1360" fmla="*/ 70771 h 1038225"/>
                <a:gd name="connsiteX1361" fmla="*/ 234410 w 466725"/>
                <a:gd name="connsiteY1361" fmla="*/ 70485 h 1038225"/>
                <a:gd name="connsiteX1362" fmla="*/ 232982 w 466725"/>
                <a:gd name="connsiteY1362" fmla="*/ 70199 h 1038225"/>
                <a:gd name="connsiteX1363" fmla="*/ 232410 w 466725"/>
                <a:gd name="connsiteY1363" fmla="*/ 70675 h 1038225"/>
                <a:gd name="connsiteX1364" fmla="*/ 231934 w 466725"/>
                <a:gd name="connsiteY1364" fmla="*/ 71723 h 1038225"/>
                <a:gd name="connsiteX1365" fmla="*/ 230886 w 466725"/>
                <a:gd name="connsiteY1365" fmla="*/ 72962 h 1038225"/>
                <a:gd name="connsiteX1366" fmla="*/ 230029 w 466725"/>
                <a:gd name="connsiteY1366" fmla="*/ 73438 h 1038225"/>
                <a:gd name="connsiteX1367" fmla="*/ 228886 w 466725"/>
                <a:gd name="connsiteY1367" fmla="*/ 73819 h 1038225"/>
                <a:gd name="connsiteX1368" fmla="*/ 227743 w 466725"/>
                <a:gd name="connsiteY1368" fmla="*/ 73914 h 1038225"/>
                <a:gd name="connsiteX1369" fmla="*/ 226981 w 466725"/>
                <a:gd name="connsiteY1369" fmla="*/ 73628 h 1038225"/>
                <a:gd name="connsiteX1370" fmla="*/ 223457 w 466725"/>
                <a:gd name="connsiteY1370" fmla="*/ 73438 h 1038225"/>
                <a:gd name="connsiteX1371" fmla="*/ 209455 w 466725"/>
                <a:gd name="connsiteY1371" fmla="*/ 75819 h 1038225"/>
                <a:gd name="connsiteX1372" fmla="*/ 205835 w 466725"/>
                <a:gd name="connsiteY1372" fmla="*/ 77438 h 1038225"/>
                <a:gd name="connsiteX1373" fmla="*/ 202597 w 466725"/>
                <a:gd name="connsiteY1373" fmla="*/ 79724 h 1038225"/>
                <a:gd name="connsiteX1374" fmla="*/ 200597 w 466725"/>
                <a:gd name="connsiteY1374" fmla="*/ 82582 h 1038225"/>
                <a:gd name="connsiteX1375" fmla="*/ 198692 w 466725"/>
                <a:gd name="connsiteY1375" fmla="*/ 86296 h 1038225"/>
                <a:gd name="connsiteX1376" fmla="*/ 197549 w 466725"/>
                <a:gd name="connsiteY1376" fmla="*/ 88011 h 1038225"/>
                <a:gd name="connsiteX1377" fmla="*/ 196120 w 466725"/>
                <a:gd name="connsiteY1377" fmla="*/ 89440 h 1038225"/>
                <a:gd name="connsiteX1378" fmla="*/ 194691 w 466725"/>
                <a:gd name="connsiteY1378" fmla="*/ 90202 h 1038225"/>
                <a:gd name="connsiteX1379" fmla="*/ 191738 w 466725"/>
                <a:gd name="connsiteY1379" fmla="*/ 90773 h 1038225"/>
                <a:gd name="connsiteX1380" fmla="*/ 190309 w 466725"/>
                <a:gd name="connsiteY1380" fmla="*/ 91345 h 1038225"/>
                <a:gd name="connsiteX1381" fmla="*/ 188024 w 466725"/>
                <a:gd name="connsiteY1381" fmla="*/ 94202 h 1038225"/>
                <a:gd name="connsiteX1382" fmla="*/ 186690 w 466725"/>
                <a:gd name="connsiteY1382" fmla="*/ 96583 h 1038225"/>
                <a:gd name="connsiteX1383" fmla="*/ 186214 w 466725"/>
                <a:gd name="connsiteY1383" fmla="*/ 97250 h 1038225"/>
                <a:gd name="connsiteX1384" fmla="*/ 185547 w 466725"/>
                <a:gd name="connsiteY1384" fmla="*/ 97536 h 1038225"/>
                <a:gd name="connsiteX1385" fmla="*/ 183166 w 466725"/>
                <a:gd name="connsiteY1385" fmla="*/ 97822 h 1038225"/>
                <a:gd name="connsiteX1386" fmla="*/ 182309 w 466725"/>
                <a:gd name="connsiteY1386" fmla="*/ 98203 h 1038225"/>
                <a:gd name="connsiteX1387" fmla="*/ 181737 w 466725"/>
                <a:gd name="connsiteY1387" fmla="*/ 98965 h 1038225"/>
                <a:gd name="connsiteX1388" fmla="*/ 181261 w 466725"/>
                <a:gd name="connsiteY1388" fmla="*/ 100394 h 1038225"/>
                <a:gd name="connsiteX1389" fmla="*/ 180594 w 466725"/>
                <a:gd name="connsiteY1389" fmla="*/ 101632 h 1038225"/>
                <a:gd name="connsiteX1390" fmla="*/ 179737 w 466725"/>
                <a:gd name="connsiteY1390" fmla="*/ 102108 h 1038225"/>
                <a:gd name="connsiteX1391" fmla="*/ 178689 w 466725"/>
                <a:gd name="connsiteY1391" fmla="*/ 102108 h 1038225"/>
                <a:gd name="connsiteX1392" fmla="*/ 177451 w 466725"/>
                <a:gd name="connsiteY1392" fmla="*/ 101918 h 1038225"/>
                <a:gd name="connsiteX1393" fmla="*/ 175260 w 466725"/>
                <a:gd name="connsiteY1393" fmla="*/ 102489 h 1038225"/>
                <a:gd name="connsiteX1394" fmla="*/ 173831 w 466725"/>
                <a:gd name="connsiteY1394" fmla="*/ 104489 h 1038225"/>
                <a:gd name="connsiteX1395" fmla="*/ 172593 w 466725"/>
                <a:gd name="connsiteY1395" fmla="*/ 106966 h 1038225"/>
                <a:gd name="connsiteX1396" fmla="*/ 171069 w 466725"/>
                <a:gd name="connsiteY1396" fmla="*/ 108966 h 1038225"/>
                <a:gd name="connsiteX1397" fmla="*/ 170117 w 466725"/>
                <a:gd name="connsiteY1397" fmla="*/ 109538 h 1038225"/>
                <a:gd name="connsiteX1398" fmla="*/ 166116 w 466725"/>
                <a:gd name="connsiteY1398" fmla="*/ 110871 h 1038225"/>
                <a:gd name="connsiteX1399" fmla="*/ 164116 w 466725"/>
                <a:gd name="connsiteY1399" fmla="*/ 111824 h 1038225"/>
                <a:gd name="connsiteX1400" fmla="*/ 163163 w 466725"/>
                <a:gd name="connsiteY1400" fmla="*/ 112109 h 1038225"/>
                <a:gd name="connsiteX1401" fmla="*/ 162401 w 466725"/>
                <a:gd name="connsiteY1401" fmla="*/ 112014 h 1038225"/>
                <a:gd name="connsiteX1402" fmla="*/ 162020 w 466725"/>
                <a:gd name="connsiteY1402" fmla="*/ 112014 h 1038225"/>
                <a:gd name="connsiteX1403" fmla="*/ 161163 w 466725"/>
                <a:gd name="connsiteY1403" fmla="*/ 110776 h 1038225"/>
                <a:gd name="connsiteX1404" fmla="*/ 160210 w 466725"/>
                <a:gd name="connsiteY1404" fmla="*/ 110966 h 1038225"/>
                <a:gd name="connsiteX1405" fmla="*/ 159734 w 466725"/>
                <a:gd name="connsiteY1405" fmla="*/ 111347 h 1038225"/>
                <a:gd name="connsiteX1406" fmla="*/ 158972 w 466725"/>
                <a:gd name="connsiteY1406" fmla="*/ 112490 h 1038225"/>
                <a:gd name="connsiteX1407" fmla="*/ 158496 w 466725"/>
                <a:gd name="connsiteY1407" fmla="*/ 112967 h 1038225"/>
                <a:gd name="connsiteX1408" fmla="*/ 158020 w 466725"/>
                <a:gd name="connsiteY1408" fmla="*/ 113252 h 1038225"/>
                <a:gd name="connsiteX1409" fmla="*/ 156877 w 466725"/>
                <a:gd name="connsiteY1409" fmla="*/ 113538 h 1038225"/>
                <a:gd name="connsiteX1410" fmla="*/ 156400 w 466725"/>
                <a:gd name="connsiteY1410" fmla="*/ 113824 h 1038225"/>
                <a:gd name="connsiteX1411" fmla="*/ 155924 w 466725"/>
                <a:gd name="connsiteY1411" fmla="*/ 114395 h 1038225"/>
                <a:gd name="connsiteX1412" fmla="*/ 155734 w 466725"/>
                <a:gd name="connsiteY1412" fmla="*/ 114871 h 1038225"/>
                <a:gd name="connsiteX1413" fmla="*/ 155543 w 466725"/>
                <a:gd name="connsiteY1413" fmla="*/ 116586 h 1038225"/>
                <a:gd name="connsiteX1414" fmla="*/ 155543 w 466725"/>
                <a:gd name="connsiteY1414" fmla="*/ 116967 h 1038225"/>
                <a:gd name="connsiteX1415" fmla="*/ 155448 w 466725"/>
                <a:gd name="connsiteY1415" fmla="*/ 117348 h 1038225"/>
                <a:gd name="connsiteX1416" fmla="*/ 155162 w 466725"/>
                <a:gd name="connsiteY1416" fmla="*/ 118015 h 1038225"/>
                <a:gd name="connsiteX1417" fmla="*/ 154591 w 466725"/>
                <a:gd name="connsiteY1417" fmla="*/ 118872 h 1038225"/>
                <a:gd name="connsiteX1418" fmla="*/ 153067 w 466725"/>
                <a:gd name="connsiteY1418" fmla="*/ 120587 h 1038225"/>
                <a:gd name="connsiteX1419" fmla="*/ 152209 w 466725"/>
                <a:gd name="connsiteY1419" fmla="*/ 121253 h 1038225"/>
                <a:gd name="connsiteX1420" fmla="*/ 152209 w 466725"/>
                <a:gd name="connsiteY1420" fmla="*/ 121253 h 1038225"/>
                <a:gd name="connsiteX1421" fmla="*/ 151448 w 466725"/>
                <a:gd name="connsiteY1421" fmla="*/ 122396 h 1038225"/>
                <a:gd name="connsiteX1422" fmla="*/ 151543 w 466725"/>
                <a:gd name="connsiteY1422" fmla="*/ 123349 h 1038225"/>
                <a:gd name="connsiteX1423" fmla="*/ 152591 w 466725"/>
                <a:gd name="connsiteY1423" fmla="*/ 125254 h 1038225"/>
                <a:gd name="connsiteX1424" fmla="*/ 152781 w 466725"/>
                <a:gd name="connsiteY1424" fmla="*/ 126397 h 1038225"/>
                <a:gd name="connsiteX1425" fmla="*/ 152686 w 466725"/>
                <a:gd name="connsiteY1425" fmla="*/ 127254 h 1038225"/>
                <a:gd name="connsiteX1426" fmla="*/ 151924 w 466725"/>
                <a:gd name="connsiteY1426" fmla="*/ 129254 h 1038225"/>
                <a:gd name="connsiteX1427" fmla="*/ 151543 w 466725"/>
                <a:gd name="connsiteY1427" fmla="*/ 131064 h 1038225"/>
                <a:gd name="connsiteX1428" fmla="*/ 151448 w 466725"/>
                <a:gd name="connsiteY1428" fmla="*/ 133445 h 1038225"/>
                <a:gd name="connsiteX1429" fmla="*/ 151638 w 466725"/>
                <a:gd name="connsiteY1429" fmla="*/ 135731 h 1038225"/>
                <a:gd name="connsiteX1430" fmla="*/ 152305 w 466725"/>
                <a:gd name="connsiteY1430" fmla="*/ 137541 h 1038225"/>
                <a:gd name="connsiteX1431" fmla="*/ 152686 w 466725"/>
                <a:gd name="connsiteY1431" fmla="*/ 137922 h 1038225"/>
                <a:gd name="connsiteX1432" fmla="*/ 153067 w 466725"/>
                <a:gd name="connsiteY1432" fmla="*/ 138113 h 1038225"/>
                <a:gd name="connsiteX1433" fmla="*/ 153543 w 466725"/>
                <a:gd name="connsiteY1433" fmla="*/ 138208 h 1038225"/>
                <a:gd name="connsiteX1434" fmla="*/ 153924 w 466725"/>
                <a:gd name="connsiteY1434" fmla="*/ 138398 h 1038225"/>
                <a:gd name="connsiteX1435" fmla="*/ 154115 w 466725"/>
                <a:gd name="connsiteY1435" fmla="*/ 138875 h 1038225"/>
                <a:gd name="connsiteX1436" fmla="*/ 153829 w 466725"/>
                <a:gd name="connsiteY1436" fmla="*/ 139351 h 1038225"/>
                <a:gd name="connsiteX1437" fmla="*/ 153448 w 466725"/>
                <a:gd name="connsiteY1437" fmla="*/ 139827 h 1038225"/>
                <a:gd name="connsiteX1438" fmla="*/ 153257 w 466725"/>
                <a:gd name="connsiteY1438" fmla="*/ 140303 h 1038225"/>
                <a:gd name="connsiteX1439" fmla="*/ 153734 w 466725"/>
                <a:gd name="connsiteY1439" fmla="*/ 144209 h 1038225"/>
                <a:gd name="connsiteX1440" fmla="*/ 154400 w 466725"/>
                <a:gd name="connsiteY1440" fmla="*/ 144875 h 1038225"/>
                <a:gd name="connsiteX1441" fmla="*/ 156305 w 466725"/>
                <a:gd name="connsiteY1441" fmla="*/ 145447 h 1038225"/>
                <a:gd name="connsiteX1442" fmla="*/ 156972 w 466725"/>
                <a:gd name="connsiteY1442" fmla="*/ 146114 h 1038225"/>
                <a:gd name="connsiteX1443" fmla="*/ 157067 w 466725"/>
                <a:gd name="connsiteY1443" fmla="*/ 147352 h 1038225"/>
                <a:gd name="connsiteX1444" fmla="*/ 156400 w 466725"/>
                <a:gd name="connsiteY1444" fmla="*/ 148495 h 1038225"/>
                <a:gd name="connsiteX1445" fmla="*/ 154781 w 466725"/>
                <a:gd name="connsiteY1445" fmla="*/ 150495 h 1038225"/>
                <a:gd name="connsiteX1446" fmla="*/ 152591 w 466725"/>
                <a:gd name="connsiteY1446" fmla="*/ 152876 h 1038225"/>
                <a:gd name="connsiteX1447" fmla="*/ 151733 w 466725"/>
                <a:gd name="connsiteY1447" fmla="*/ 153448 h 1038225"/>
                <a:gd name="connsiteX1448" fmla="*/ 149733 w 466725"/>
                <a:gd name="connsiteY1448" fmla="*/ 154210 h 1038225"/>
                <a:gd name="connsiteX1449" fmla="*/ 149162 w 466725"/>
                <a:gd name="connsiteY1449" fmla="*/ 154781 h 1038225"/>
                <a:gd name="connsiteX1450" fmla="*/ 148781 w 466725"/>
                <a:gd name="connsiteY1450" fmla="*/ 156020 h 1038225"/>
                <a:gd name="connsiteX1451" fmla="*/ 148781 w 466725"/>
                <a:gd name="connsiteY1451" fmla="*/ 157163 h 1038225"/>
                <a:gd name="connsiteX1452" fmla="*/ 149828 w 466725"/>
                <a:gd name="connsiteY1452" fmla="*/ 163163 h 1038225"/>
                <a:gd name="connsiteX1453" fmla="*/ 149924 w 466725"/>
                <a:gd name="connsiteY1453" fmla="*/ 164497 h 1038225"/>
                <a:gd name="connsiteX1454" fmla="*/ 149542 w 466725"/>
                <a:gd name="connsiteY1454" fmla="*/ 165545 h 1038225"/>
                <a:gd name="connsiteX1455" fmla="*/ 149066 w 466725"/>
                <a:gd name="connsiteY1455" fmla="*/ 165830 h 1038225"/>
                <a:gd name="connsiteX1456" fmla="*/ 147923 w 466725"/>
                <a:gd name="connsiteY1456" fmla="*/ 166021 h 1038225"/>
                <a:gd name="connsiteX1457" fmla="*/ 147447 w 466725"/>
                <a:gd name="connsiteY1457" fmla="*/ 166211 h 1038225"/>
                <a:gd name="connsiteX1458" fmla="*/ 147066 w 466725"/>
                <a:gd name="connsiteY1458" fmla="*/ 166688 h 1038225"/>
                <a:gd name="connsiteX1459" fmla="*/ 142304 w 466725"/>
                <a:gd name="connsiteY1459" fmla="*/ 173641 h 1038225"/>
                <a:gd name="connsiteX1460" fmla="*/ 142113 w 466725"/>
                <a:gd name="connsiteY1460" fmla="*/ 173831 h 1038225"/>
                <a:gd name="connsiteX1461" fmla="*/ 141542 w 466725"/>
                <a:gd name="connsiteY1461" fmla="*/ 174117 h 1038225"/>
                <a:gd name="connsiteX1462" fmla="*/ 141351 w 466725"/>
                <a:gd name="connsiteY1462" fmla="*/ 174308 h 1038225"/>
                <a:gd name="connsiteX1463" fmla="*/ 141351 w 466725"/>
                <a:gd name="connsiteY1463" fmla="*/ 174593 h 1038225"/>
                <a:gd name="connsiteX1464" fmla="*/ 141732 w 466725"/>
                <a:gd name="connsiteY1464" fmla="*/ 175165 h 1038225"/>
                <a:gd name="connsiteX1465" fmla="*/ 141732 w 466725"/>
                <a:gd name="connsiteY1465" fmla="*/ 175450 h 1038225"/>
                <a:gd name="connsiteX1466" fmla="*/ 141256 w 466725"/>
                <a:gd name="connsiteY1466" fmla="*/ 175736 h 1038225"/>
                <a:gd name="connsiteX1467" fmla="*/ 140208 w 466725"/>
                <a:gd name="connsiteY1467" fmla="*/ 175736 h 1038225"/>
                <a:gd name="connsiteX1468" fmla="*/ 139732 w 466725"/>
                <a:gd name="connsiteY1468" fmla="*/ 175927 h 1038225"/>
                <a:gd name="connsiteX1469" fmla="*/ 138970 w 466725"/>
                <a:gd name="connsiteY1469" fmla="*/ 176879 h 1038225"/>
                <a:gd name="connsiteX1470" fmla="*/ 137636 w 466725"/>
                <a:gd name="connsiteY1470" fmla="*/ 179070 h 1038225"/>
                <a:gd name="connsiteX1471" fmla="*/ 136684 w 466725"/>
                <a:gd name="connsiteY1471" fmla="*/ 179832 h 1038225"/>
                <a:gd name="connsiteX1472" fmla="*/ 135731 w 466725"/>
                <a:gd name="connsiteY1472" fmla="*/ 180118 h 1038225"/>
                <a:gd name="connsiteX1473" fmla="*/ 133922 w 466725"/>
                <a:gd name="connsiteY1473" fmla="*/ 180308 h 1038225"/>
                <a:gd name="connsiteX1474" fmla="*/ 132874 w 466725"/>
                <a:gd name="connsiteY1474" fmla="*/ 180689 h 1038225"/>
                <a:gd name="connsiteX1475" fmla="*/ 131159 w 466725"/>
                <a:gd name="connsiteY1475" fmla="*/ 181928 h 1038225"/>
                <a:gd name="connsiteX1476" fmla="*/ 130683 w 466725"/>
                <a:gd name="connsiteY1476" fmla="*/ 182404 h 1038225"/>
                <a:gd name="connsiteX1477" fmla="*/ 129635 w 466725"/>
                <a:gd name="connsiteY1477" fmla="*/ 183547 h 1038225"/>
                <a:gd name="connsiteX1478" fmla="*/ 128397 w 466725"/>
                <a:gd name="connsiteY1478" fmla="*/ 185452 h 1038225"/>
                <a:gd name="connsiteX1479" fmla="*/ 125349 w 466725"/>
                <a:gd name="connsiteY1479" fmla="*/ 194120 h 1038225"/>
                <a:gd name="connsiteX1480" fmla="*/ 125540 w 466725"/>
                <a:gd name="connsiteY1480" fmla="*/ 196501 h 1038225"/>
                <a:gd name="connsiteX1481" fmla="*/ 126778 w 466725"/>
                <a:gd name="connsiteY1481" fmla="*/ 198311 h 1038225"/>
                <a:gd name="connsiteX1482" fmla="*/ 128683 w 466725"/>
                <a:gd name="connsiteY1482" fmla="*/ 199073 h 1038225"/>
                <a:gd name="connsiteX1483" fmla="*/ 130778 w 466725"/>
                <a:gd name="connsiteY1483" fmla="*/ 199454 h 1038225"/>
                <a:gd name="connsiteX1484" fmla="*/ 132683 w 466725"/>
                <a:gd name="connsiteY1484" fmla="*/ 200311 h 1038225"/>
                <a:gd name="connsiteX1485" fmla="*/ 133636 w 466725"/>
                <a:gd name="connsiteY1485" fmla="*/ 201930 h 1038225"/>
                <a:gd name="connsiteX1486" fmla="*/ 134017 w 466725"/>
                <a:gd name="connsiteY1486" fmla="*/ 204311 h 1038225"/>
                <a:gd name="connsiteX1487" fmla="*/ 133731 w 466725"/>
                <a:gd name="connsiteY1487" fmla="*/ 206788 h 1038225"/>
                <a:gd name="connsiteX1488" fmla="*/ 132779 w 466725"/>
                <a:gd name="connsiteY1488" fmla="*/ 208598 h 1038225"/>
                <a:gd name="connsiteX1489" fmla="*/ 131921 w 466725"/>
                <a:gd name="connsiteY1489" fmla="*/ 209741 h 1038225"/>
                <a:gd name="connsiteX1490" fmla="*/ 130969 w 466725"/>
                <a:gd name="connsiteY1490" fmla="*/ 214694 h 1038225"/>
                <a:gd name="connsiteX1491" fmla="*/ 130112 w 466725"/>
                <a:gd name="connsiteY1491" fmla="*/ 216218 h 1038225"/>
                <a:gd name="connsiteX1492" fmla="*/ 128016 w 466725"/>
                <a:gd name="connsiteY1492" fmla="*/ 219075 h 1038225"/>
                <a:gd name="connsiteX1493" fmla="*/ 127730 w 466725"/>
                <a:gd name="connsiteY1493" fmla="*/ 220790 h 1038225"/>
                <a:gd name="connsiteX1494" fmla="*/ 127730 w 466725"/>
                <a:gd name="connsiteY1494" fmla="*/ 221837 h 1038225"/>
                <a:gd name="connsiteX1495" fmla="*/ 127540 w 466725"/>
                <a:gd name="connsiteY1495" fmla="*/ 222885 h 1038225"/>
                <a:gd name="connsiteX1496" fmla="*/ 127159 w 466725"/>
                <a:gd name="connsiteY1496" fmla="*/ 223838 h 1038225"/>
                <a:gd name="connsiteX1497" fmla="*/ 126492 w 466725"/>
                <a:gd name="connsiteY1497" fmla="*/ 224600 h 1038225"/>
                <a:gd name="connsiteX1498" fmla="*/ 125730 w 466725"/>
                <a:gd name="connsiteY1498" fmla="*/ 224981 h 1038225"/>
                <a:gd name="connsiteX1499" fmla="*/ 125063 w 466725"/>
                <a:gd name="connsiteY1499" fmla="*/ 225076 h 1038225"/>
                <a:gd name="connsiteX1500" fmla="*/ 124397 w 466725"/>
                <a:gd name="connsiteY1500" fmla="*/ 225076 h 1038225"/>
                <a:gd name="connsiteX1501" fmla="*/ 123634 w 466725"/>
                <a:gd name="connsiteY1501" fmla="*/ 225266 h 1038225"/>
                <a:gd name="connsiteX1502" fmla="*/ 123158 w 466725"/>
                <a:gd name="connsiteY1502" fmla="*/ 226219 h 1038225"/>
                <a:gd name="connsiteX1503" fmla="*/ 122015 w 466725"/>
                <a:gd name="connsiteY1503" fmla="*/ 230124 h 1038225"/>
                <a:gd name="connsiteX1504" fmla="*/ 121349 w 466725"/>
                <a:gd name="connsiteY1504" fmla="*/ 231458 h 1038225"/>
                <a:gd name="connsiteX1505" fmla="*/ 118967 w 466725"/>
                <a:gd name="connsiteY1505" fmla="*/ 232982 h 1038225"/>
                <a:gd name="connsiteX1506" fmla="*/ 118300 w 466725"/>
                <a:gd name="connsiteY1506" fmla="*/ 233553 h 1038225"/>
                <a:gd name="connsiteX1507" fmla="*/ 117920 w 466725"/>
                <a:gd name="connsiteY1507" fmla="*/ 234410 h 1038225"/>
                <a:gd name="connsiteX1508" fmla="*/ 117158 w 466725"/>
                <a:gd name="connsiteY1508" fmla="*/ 237363 h 1038225"/>
                <a:gd name="connsiteX1509" fmla="*/ 116396 w 466725"/>
                <a:gd name="connsiteY1509" fmla="*/ 237839 h 1038225"/>
                <a:gd name="connsiteX1510" fmla="*/ 115824 w 466725"/>
                <a:gd name="connsiteY1510" fmla="*/ 238316 h 1038225"/>
                <a:gd name="connsiteX1511" fmla="*/ 115443 w 466725"/>
                <a:gd name="connsiteY1511" fmla="*/ 238982 h 1038225"/>
                <a:gd name="connsiteX1512" fmla="*/ 115348 w 466725"/>
                <a:gd name="connsiteY1512" fmla="*/ 241268 h 1038225"/>
                <a:gd name="connsiteX1513" fmla="*/ 114872 w 466725"/>
                <a:gd name="connsiteY1513" fmla="*/ 241935 h 1038225"/>
                <a:gd name="connsiteX1514" fmla="*/ 114205 w 466725"/>
                <a:gd name="connsiteY1514" fmla="*/ 242411 h 1038225"/>
                <a:gd name="connsiteX1515" fmla="*/ 113633 w 466725"/>
                <a:gd name="connsiteY1515" fmla="*/ 243078 h 1038225"/>
                <a:gd name="connsiteX1516" fmla="*/ 113633 w 466725"/>
                <a:gd name="connsiteY1516" fmla="*/ 243459 h 1038225"/>
                <a:gd name="connsiteX1517" fmla="*/ 113824 w 466725"/>
                <a:gd name="connsiteY1517" fmla="*/ 244507 h 1038225"/>
                <a:gd name="connsiteX1518" fmla="*/ 113729 w 466725"/>
                <a:gd name="connsiteY1518" fmla="*/ 244983 h 1038225"/>
                <a:gd name="connsiteX1519" fmla="*/ 113348 w 466725"/>
                <a:gd name="connsiteY1519" fmla="*/ 245459 h 1038225"/>
                <a:gd name="connsiteX1520" fmla="*/ 112205 w 466725"/>
                <a:gd name="connsiteY1520" fmla="*/ 246221 h 1038225"/>
                <a:gd name="connsiteX1521" fmla="*/ 111824 w 466725"/>
                <a:gd name="connsiteY1521" fmla="*/ 246698 h 1038225"/>
                <a:gd name="connsiteX1522" fmla="*/ 111538 w 466725"/>
                <a:gd name="connsiteY1522" fmla="*/ 247650 h 1038225"/>
                <a:gd name="connsiteX1523" fmla="*/ 111347 w 466725"/>
                <a:gd name="connsiteY1523" fmla="*/ 249555 h 1038225"/>
                <a:gd name="connsiteX1524" fmla="*/ 111157 w 466725"/>
                <a:gd name="connsiteY1524" fmla="*/ 250508 h 1038225"/>
                <a:gd name="connsiteX1525" fmla="*/ 108585 w 466725"/>
                <a:gd name="connsiteY1525" fmla="*/ 256604 h 1038225"/>
                <a:gd name="connsiteX1526" fmla="*/ 108014 w 466725"/>
                <a:gd name="connsiteY1526" fmla="*/ 258794 h 1038225"/>
                <a:gd name="connsiteX1527" fmla="*/ 107823 w 466725"/>
                <a:gd name="connsiteY1527" fmla="*/ 260890 h 1038225"/>
                <a:gd name="connsiteX1528" fmla="*/ 107633 w 466725"/>
                <a:gd name="connsiteY1528" fmla="*/ 261842 h 1038225"/>
                <a:gd name="connsiteX1529" fmla="*/ 107061 w 466725"/>
                <a:gd name="connsiteY1529" fmla="*/ 262509 h 1038225"/>
                <a:gd name="connsiteX1530" fmla="*/ 106775 w 466725"/>
                <a:gd name="connsiteY1530" fmla="*/ 263081 h 1038225"/>
                <a:gd name="connsiteX1531" fmla="*/ 106490 w 466725"/>
                <a:gd name="connsiteY1531" fmla="*/ 265271 h 1038225"/>
                <a:gd name="connsiteX1532" fmla="*/ 106299 w 466725"/>
                <a:gd name="connsiteY1532" fmla="*/ 266129 h 1038225"/>
                <a:gd name="connsiteX1533" fmla="*/ 103918 w 466725"/>
                <a:gd name="connsiteY1533" fmla="*/ 269367 h 1038225"/>
                <a:gd name="connsiteX1534" fmla="*/ 103442 w 466725"/>
                <a:gd name="connsiteY1534" fmla="*/ 270510 h 1038225"/>
                <a:gd name="connsiteX1535" fmla="*/ 103346 w 466725"/>
                <a:gd name="connsiteY1535" fmla="*/ 271653 h 1038225"/>
                <a:gd name="connsiteX1536" fmla="*/ 103442 w 466725"/>
                <a:gd name="connsiteY1536" fmla="*/ 272891 h 1038225"/>
                <a:gd name="connsiteX1537" fmla="*/ 103251 w 466725"/>
                <a:gd name="connsiteY1537" fmla="*/ 274034 h 1038225"/>
                <a:gd name="connsiteX1538" fmla="*/ 103060 w 466725"/>
                <a:gd name="connsiteY1538" fmla="*/ 274225 h 1038225"/>
                <a:gd name="connsiteX1539" fmla="*/ 102394 w 466725"/>
                <a:gd name="connsiteY1539" fmla="*/ 274892 h 1038225"/>
                <a:gd name="connsiteX1540" fmla="*/ 101537 w 466725"/>
                <a:gd name="connsiteY1540" fmla="*/ 274796 h 1038225"/>
                <a:gd name="connsiteX1541" fmla="*/ 100775 w 466725"/>
                <a:gd name="connsiteY1541" fmla="*/ 273939 h 1038225"/>
                <a:gd name="connsiteX1542" fmla="*/ 100013 w 466725"/>
                <a:gd name="connsiteY1542" fmla="*/ 272891 h 1038225"/>
                <a:gd name="connsiteX1543" fmla="*/ 99155 w 466725"/>
                <a:gd name="connsiteY1543" fmla="*/ 272225 h 1038225"/>
                <a:gd name="connsiteX1544" fmla="*/ 96107 w 466725"/>
                <a:gd name="connsiteY1544" fmla="*/ 270605 h 1038225"/>
                <a:gd name="connsiteX1545" fmla="*/ 94869 w 466725"/>
                <a:gd name="connsiteY1545" fmla="*/ 270415 h 1038225"/>
                <a:gd name="connsiteX1546" fmla="*/ 93059 w 466725"/>
                <a:gd name="connsiteY1546" fmla="*/ 269939 h 1038225"/>
                <a:gd name="connsiteX1547" fmla="*/ 91535 w 466725"/>
                <a:gd name="connsiteY1547" fmla="*/ 269367 h 1038225"/>
                <a:gd name="connsiteX1548" fmla="*/ 90011 w 466725"/>
                <a:gd name="connsiteY1548" fmla="*/ 268986 h 1038225"/>
                <a:gd name="connsiteX1549" fmla="*/ 85820 w 466725"/>
                <a:gd name="connsiteY1549" fmla="*/ 269558 h 1038225"/>
                <a:gd name="connsiteX1550" fmla="*/ 84677 w 466725"/>
                <a:gd name="connsiteY1550" fmla="*/ 268986 h 1038225"/>
                <a:gd name="connsiteX1551" fmla="*/ 82582 w 466725"/>
                <a:gd name="connsiteY1551" fmla="*/ 266129 h 1038225"/>
                <a:gd name="connsiteX1552" fmla="*/ 80867 w 466725"/>
                <a:gd name="connsiteY1552" fmla="*/ 265557 h 1038225"/>
                <a:gd name="connsiteX1553" fmla="*/ 78200 w 466725"/>
                <a:gd name="connsiteY1553" fmla="*/ 265271 h 1038225"/>
                <a:gd name="connsiteX1554" fmla="*/ 75629 w 466725"/>
                <a:gd name="connsiteY1554" fmla="*/ 265367 h 1038225"/>
                <a:gd name="connsiteX1555" fmla="*/ 74295 w 466725"/>
                <a:gd name="connsiteY1555" fmla="*/ 266129 h 1038225"/>
                <a:gd name="connsiteX1556" fmla="*/ 74200 w 466725"/>
                <a:gd name="connsiteY1556" fmla="*/ 266605 h 1038225"/>
                <a:gd name="connsiteX1557" fmla="*/ 74009 w 466725"/>
                <a:gd name="connsiteY1557" fmla="*/ 267081 h 1038225"/>
                <a:gd name="connsiteX1558" fmla="*/ 73724 w 466725"/>
                <a:gd name="connsiteY1558" fmla="*/ 267462 h 1038225"/>
                <a:gd name="connsiteX1559" fmla="*/ 73438 w 466725"/>
                <a:gd name="connsiteY1559" fmla="*/ 267748 h 1038225"/>
                <a:gd name="connsiteX1560" fmla="*/ 72962 w 466725"/>
                <a:gd name="connsiteY1560" fmla="*/ 267843 h 1038225"/>
                <a:gd name="connsiteX1561" fmla="*/ 72676 w 466725"/>
                <a:gd name="connsiteY1561" fmla="*/ 267557 h 1038225"/>
                <a:gd name="connsiteX1562" fmla="*/ 72390 w 466725"/>
                <a:gd name="connsiteY1562" fmla="*/ 267176 h 1038225"/>
                <a:gd name="connsiteX1563" fmla="*/ 72009 w 466725"/>
                <a:gd name="connsiteY1563" fmla="*/ 266986 h 1038225"/>
                <a:gd name="connsiteX1564" fmla="*/ 71152 w 466725"/>
                <a:gd name="connsiteY1564" fmla="*/ 267271 h 1038225"/>
                <a:gd name="connsiteX1565" fmla="*/ 69533 w 466725"/>
                <a:gd name="connsiteY1565" fmla="*/ 268224 h 1038225"/>
                <a:gd name="connsiteX1566" fmla="*/ 68390 w 466725"/>
                <a:gd name="connsiteY1566" fmla="*/ 268319 h 1038225"/>
                <a:gd name="connsiteX1567" fmla="*/ 67437 w 466725"/>
                <a:gd name="connsiteY1567" fmla="*/ 268224 h 1038225"/>
                <a:gd name="connsiteX1568" fmla="*/ 67056 w 466725"/>
                <a:gd name="connsiteY1568" fmla="*/ 267748 h 1038225"/>
                <a:gd name="connsiteX1569" fmla="*/ 66866 w 466725"/>
                <a:gd name="connsiteY1569" fmla="*/ 266986 h 1038225"/>
                <a:gd name="connsiteX1570" fmla="*/ 66484 w 466725"/>
                <a:gd name="connsiteY1570" fmla="*/ 266224 h 1038225"/>
                <a:gd name="connsiteX1571" fmla="*/ 64770 w 466725"/>
                <a:gd name="connsiteY1571" fmla="*/ 264509 h 1038225"/>
                <a:gd name="connsiteX1572" fmla="*/ 64199 w 466725"/>
                <a:gd name="connsiteY1572" fmla="*/ 263843 h 1038225"/>
                <a:gd name="connsiteX1573" fmla="*/ 62675 w 466725"/>
                <a:gd name="connsiteY1573" fmla="*/ 261461 h 1038225"/>
                <a:gd name="connsiteX1574" fmla="*/ 61627 w 466725"/>
                <a:gd name="connsiteY1574" fmla="*/ 260890 h 1038225"/>
                <a:gd name="connsiteX1575" fmla="*/ 60198 w 466725"/>
                <a:gd name="connsiteY1575" fmla="*/ 261366 h 1038225"/>
                <a:gd name="connsiteX1576" fmla="*/ 59531 w 466725"/>
                <a:gd name="connsiteY1576" fmla="*/ 262319 h 1038225"/>
                <a:gd name="connsiteX1577" fmla="*/ 59150 w 466725"/>
                <a:gd name="connsiteY1577" fmla="*/ 263652 h 1038225"/>
                <a:gd name="connsiteX1578" fmla="*/ 59150 w 466725"/>
                <a:gd name="connsiteY1578" fmla="*/ 263938 h 1038225"/>
                <a:gd name="connsiteX1579" fmla="*/ 59055 w 466725"/>
                <a:gd name="connsiteY1579" fmla="*/ 265081 h 1038225"/>
                <a:gd name="connsiteX1580" fmla="*/ 59150 w 466725"/>
                <a:gd name="connsiteY1580" fmla="*/ 266319 h 1038225"/>
                <a:gd name="connsiteX1581" fmla="*/ 59436 w 466725"/>
                <a:gd name="connsiteY1581" fmla="*/ 267367 h 1038225"/>
                <a:gd name="connsiteX1582" fmla="*/ 59817 w 466725"/>
                <a:gd name="connsiteY1582" fmla="*/ 268319 h 1038225"/>
                <a:gd name="connsiteX1583" fmla="*/ 60960 w 466725"/>
                <a:gd name="connsiteY1583" fmla="*/ 270224 h 1038225"/>
                <a:gd name="connsiteX1584" fmla="*/ 61436 w 466725"/>
                <a:gd name="connsiteY1584" fmla="*/ 270796 h 1038225"/>
                <a:gd name="connsiteX1585" fmla="*/ 61722 w 466725"/>
                <a:gd name="connsiteY1585" fmla="*/ 271082 h 1038225"/>
                <a:gd name="connsiteX1586" fmla="*/ 61913 w 466725"/>
                <a:gd name="connsiteY1586" fmla="*/ 271463 h 1038225"/>
                <a:gd name="connsiteX1587" fmla="*/ 62103 w 466725"/>
                <a:gd name="connsiteY1587" fmla="*/ 272415 h 1038225"/>
                <a:gd name="connsiteX1588" fmla="*/ 62008 w 466725"/>
                <a:gd name="connsiteY1588" fmla="*/ 274415 h 1038225"/>
                <a:gd name="connsiteX1589" fmla="*/ 62865 w 466725"/>
                <a:gd name="connsiteY1589" fmla="*/ 281083 h 1038225"/>
                <a:gd name="connsiteX1590" fmla="*/ 64484 w 466725"/>
                <a:gd name="connsiteY1590" fmla="*/ 282226 h 1038225"/>
                <a:gd name="connsiteX1591" fmla="*/ 64770 w 466725"/>
                <a:gd name="connsiteY1591" fmla="*/ 282797 h 1038225"/>
                <a:gd name="connsiteX1592" fmla="*/ 65532 w 466725"/>
                <a:gd name="connsiteY1592" fmla="*/ 283845 h 1038225"/>
                <a:gd name="connsiteX1593" fmla="*/ 65723 w 466725"/>
                <a:gd name="connsiteY1593" fmla="*/ 284417 h 1038225"/>
                <a:gd name="connsiteX1594" fmla="*/ 65818 w 466725"/>
                <a:gd name="connsiteY1594" fmla="*/ 286321 h 1038225"/>
                <a:gd name="connsiteX1595" fmla="*/ 64103 w 466725"/>
                <a:gd name="connsiteY1595" fmla="*/ 297371 h 1038225"/>
                <a:gd name="connsiteX1596" fmla="*/ 64103 w 466725"/>
                <a:gd name="connsiteY1596" fmla="*/ 298990 h 1038225"/>
                <a:gd name="connsiteX1597" fmla="*/ 64389 w 466725"/>
                <a:gd name="connsiteY1597" fmla="*/ 302324 h 1038225"/>
                <a:gd name="connsiteX1598" fmla="*/ 64484 w 466725"/>
                <a:gd name="connsiteY1598" fmla="*/ 302990 h 1038225"/>
                <a:gd name="connsiteX1599" fmla="*/ 64484 w 466725"/>
                <a:gd name="connsiteY1599" fmla="*/ 303467 h 1038225"/>
                <a:gd name="connsiteX1600" fmla="*/ 64294 w 466725"/>
                <a:gd name="connsiteY1600" fmla="*/ 303943 h 1038225"/>
                <a:gd name="connsiteX1601" fmla="*/ 63246 w 466725"/>
                <a:gd name="connsiteY1601" fmla="*/ 305371 h 1038225"/>
                <a:gd name="connsiteX1602" fmla="*/ 62960 w 466725"/>
                <a:gd name="connsiteY1602" fmla="*/ 306324 h 1038225"/>
                <a:gd name="connsiteX1603" fmla="*/ 62865 w 466725"/>
                <a:gd name="connsiteY1603" fmla="*/ 307277 h 1038225"/>
                <a:gd name="connsiteX1604" fmla="*/ 63056 w 466725"/>
                <a:gd name="connsiteY1604" fmla="*/ 309658 h 1038225"/>
                <a:gd name="connsiteX1605" fmla="*/ 62675 w 466725"/>
                <a:gd name="connsiteY1605" fmla="*/ 313468 h 1038225"/>
                <a:gd name="connsiteX1606" fmla="*/ 62675 w 466725"/>
                <a:gd name="connsiteY1606" fmla="*/ 314325 h 1038225"/>
                <a:gd name="connsiteX1607" fmla="*/ 62770 w 466725"/>
                <a:gd name="connsiteY1607" fmla="*/ 314992 h 1038225"/>
                <a:gd name="connsiteX1608" fmla="*/ 62770 w 466725"/>
                <a:gd name="connsiteY1608" fmla="*/ 315659 h 1038225"/>
                <a:gd name="connsiteX1609" fmla="*/ 60579 w 466725"/>
                <a:gd name="connsiteY1609" fmla="*/ 320040 h 1038225"/>
                <a:gd name="connsiteX1610" fmla="*/ 59817 w 466725"/>
                <a:gd name="connsiteY1610" fmla="*/ 321088 h 1038225"/>
                <a:gd name="connsiteX1611" fmla="*/ 58769 w 466725"/>
                <a:gd name="connsiteY1611" fmla="*/ 321945 h 1038225"/>
                <a:gd name="connsiteX1612" fmla="*/ 57436 w 466725"/>
                <a:gd name="connsiteY1612" fmla="*/ 322612 h 1038225"/>
                <a:gd name="connsiteX1613" fmla="*/ 56102 w 466725"/>
                <a:gd name="connsiteY1613" fmla="*/ 322707 h 1038225"/>
                <a:gd name="connsiteX1614" fmla="*/ 54959 w 466725"/>
                <a:gd name="connsiteY1614" fmla="*/ 321850 h 1038225"/>
                <a:gd name="connsiteX1615" fmla="*/ 54292 w 466725"/>
                <a:gd name="connsiteY1615" fmla="*/ 320707 h 1038225"/>
                <a:gd name="connsiteX1616" fmla="*/ 53435 w 466725"/>
                <a:gd name="connsiteY1616" fmla="*/ 319945 h 1038225"/>
                <a:gd name="connsiteX1617" fmla="*/ 52388 w 466725"/>
                <a:gd name="connsiteY1617" fmla="*/ 319659 h 1038225"/>
                <a:gd name="connsiteX1618" fmla="*/ 51054 w 466725"/>
                <a:gd name="connsiteY1618" fmla="*/ 320135 h 1038225"/>
                <a:gd name="connsiteX1619" fmla="*/ 50387 w 466725"/>
                <a:gd name="connsiteY1619" fmla="*/ 321183 h 1038225"/>
                <a:gd name="connsiteX1620" fmla="*/ 50292 w 466725"/>
                <a:gd name="connsiteY1620" fmla="*/ 322707 h 1038225"/>
                <a:gd name="connsiteX1621" fmla="*/ 50578 w 466725"/>
                <a:gd name="connsiteY1621" fmla="*/ 324326 h 1038225"/>
                <a:gd name="connsiteX1622" fmla="*/ 50959 w 466725"/>
                <a:gd name="connsiteY1622" fmla="*/ 325565 h 1038225"/>
                <a:gd name="connsiteX1623" fmla="*/ 52007 w 466725"/>
                <a:gd name="connsiteY1623" fmla="*/ 327565 h 1038225"/>
                <a:gd name="connsiteX1624" fmla="*/ 52388 w 466725"/>
                <a:gd name="connsiteY1624" fmla="*/ 328708 h 1038225"/>
                <a:gd name="connsiteX1625" fmla="*/ 52292 w 466725"/>
                <a:gd name="connsiteY1625" fmla="*/ 329756 h 1038225"/>
                <a:gd name="connsiteX1626" fmla="*/ 51530 w 466725"/>
                <a:gd name="connsiteY1626" fmla="*/ 330899 h 1038225"/>
                <a:gd name="connsiteX1627" fmla="*/ 49625 w 466725"/>
                <a:gd name="connsiteY1627" fmla="*/ 333185 h 1038225"/>
                <a:gd name="connsiteX1628" fmla="*/ 49149 w 466725"/>
                <a:gd name="connsiteY1628" fmla="*/ 334518 h 1038225"/>
                <a:gd name="connsiteX1629" fmla="*/ 48958 w 466725"/>
                <a:gd name="connsiteY1629" fmla="*/ 334423 h 1038225"/>
                <a:gd name="connsiteX1630" fmla="*/ 47244 w 466725"/>
                <a:gd name="connsiteY1630" fmla="*/ 335947 h 1038225"/>
                <a:gd name="connsiteX1631" fmla="*/ 46768 w 466725"/>
                <a:gd name="connsiteY1631" fmla="*/ 340519 h 1038225"/>
                <a:gd name="connsiteX1632" fmla="*/ 46958 w 466725"/>
                <a:gd name="connsiteY1632" fmla="*/ 341757 h 1038225"/>
                <a:gd name="connsiteX1633" fmla="*/ 47339 w 466725"/>
                <a:gd name="connsiteY1633" fmla="*/ 342805 h 1038225"/>
                <a:gd name="connsiteX1634" fmla="*/ 48482 w 466725"/>
                <a:gd name="connsiteY1634" fmla="*/ 344900 h 1038225"/>
                <a:gd name="connsiteX1635" fmla="*/ 48768 w 466725"/>
                <a:gd name="connsiteY1635" fmla="*/ 346043 h 1038225"/>
                <a:gd name="connsiteX1636" fmla="*/ 48673 w 466725"/>
                <a:gd name="connsiteY1636" fmla="*/ 347282 h 1038225"/>
                <a:gd name="connsiteX1637" fmla="*/ 48101 w 466725"/>
                <a:gd name="connsiteY1637" fmla="*/ 349472 h 1038225"/>
                <a:gd name="connsiteX1638" fmla="*/ 48101 w 466725"/>
                <a:gd name="connsiteY1638" fmla="*/ 350806 h 1038225"/>
                <a:gd name="connsiteX1639" fmla="*/ 48673 w 466725"/>
                <a:gd name="connsiteY1639" fmla="*/ 352711 h 1038225"/>
                <a:gd name="connsiteX1640" fmla="*/ 49149 w 466725"/>
                <a:gd name="connsiteY1640" fmla="*/ 353663 h 1038225"/>
                <a:gd name="connsiteX1641" fmla="*/ 51054 w 466725"/>
                <a:gd name="connsiteY1641" fmla="*/ 355664 h 1038225"/>
                <a:gd name="connsiteX1642" fmla="*/ 51721 w 466725"/>
                <a:gd name="connsiteY1642" fmla="*/ 357950 h 1038225"/>
                <a:gd name="connsiteX1643" fmla="*/ 52197 w 466725"/>
                <a:gd name="connsiteY1643" fmla="*/ 364617 h 1038225"/>
                <a:gd name="connsiteX1644" fmla="*/ 52197 w 466725"/>
                <a:gd name="connsiteY1644" fmla="*/ 365189 h 1038225"/>
                <a:gd name="connsiteX1645" fmla="*/ 51911 w 466725"/>
                <a:gd name="connsiteY1645" fmla="*/ 365855 h 1038225"/>
                <a:gd name="connsiteX1646" fmla="*/ 51530 w 466725"/>
                <a:gd name="connsiteY1646" fmla="*/ 366141 h 1038225"/>
                <a:gd name="connsiteX1647" fmla="*/ 51054 w 466725"/>
                <a:gd name="connsiteY1647" fmla="*/ 366236 h 1038225"/>
                <a:gd name="connsiteX1648" fmla="*/ 49911 w 466725"/>
                <a:gd name="connsiteY1648" fmla="*/ 366713 h 1038225"/>
                <a:gd name="connsiteX1649" fmla="*/ 49625 w 466725"/>
                <a:gd name="connsiteY1649" fmla="*/ 366713 h 1038225"/>
                <a:gd name="connsiteX1650" fmla="*/ 49530 w 466725"/>
                <a:gd name="connsiteY1650" fmla="*/ 366808 h 1038225"/>
                <a:gd name="connsiteX1651" fmla="*/ 49530 w 466725"/>
                <a:gd name="connsiteY1651" fmla="*/ 367475 h 1038225"/>
                <a:gd name="connsiteX1652" fmla="*/ 50483 w 466725"/>
                <a:gd name="connsiteY1652" fmla="*/ 369189 h 1038225"/>
                <a:gd name="connsiteX1653" fmla="*/ 49340 w 466725"/>
                <a:gd name="connsiteY1653" fmla="*/ 369570 h 1038225"/>
                <a:gd name="connsiteX1654" fmla="*/ 48577 w 466725"/>
                <a:gd name="connsiteY1654" fmla="*/ 369189 h 1038225"/>
                <a:gd name="connsiteX1655" fmla="*/ 47816 w 466725"/>
                <a:gd name="connsiteY1655" fmla="*/ 368618 h 1038225"/>
                <a:gd name="connsiteX1656" fmla="*/ 46863 w 466725"/>
                <a:gd name="connsiteY1656" fmla="*/ 368332 h 1038225"/>
                <a:gd name="connsiteX1657" fmla="*/ 45434 w 466725"/>
                <a:gd name="connsiteY1657" fmla="*/ 368046 h 1038225"/>
                <a:gd name="connsiteX1658" fmla="*/ 44958 w 466725"/>
                <a:gd name="connsiteY1658" fmla="*/ 368046 h 1038225"/>
                <a:gd name="connsiteX1659" fmla="*/ 44291 w 466725"/>
                <a:gd name="connsiteY1659" fmla="*/ 368332 h 1038225"/>
                <a:gd name="connsiteX1660" fmla="*/ 44196 w 466725"/>
                <a:gd name="connsiteY1660" fmla="*/ 368618 h 1038225"/>
                <a:gd name="connsiteX1661" fmla="*/ 44291 w 466725"/>
                <a:gd name="connsiteY1661" fmla="*/ 368999 h 1038225"/>
                <a:gd name="connsiteX1662" fmla="*/ 44196 w 466725"/>
                <a:gd name="connsiteY1662" fmla="*/ 372809 h 1038225"/>
                <a:gd name="connsiteX1663" fmla="*/ 44387 w 466725"/>
                <a:gd name="connsiteY1663" fmla="*/ 373285 h 1038225"/>
                <a:gd name="connsiteX1664" fmla="*/ 43434 w 466725"/>
                <a:gd name="connsiteY1664" fmla="*/ 373666 h 1038225"/>
                <a:gd name="connsiteX1665" fmla="*/ 42767 w 466725"/>
                <a:gd name="connsiteY1665" fmla="*/ 373856 h 1038225"/>
                <a:gd name="connsiteX1666" fmla="*/ 42291 w 466725"/>
                <a:gd name="connsiteY1666" fmla="*/ 374237 h 1038225"/>
                <a:gd name="connsiteX1667" fmla="*/ 41339 w 466725"/>
                <a:gd name="connsiteY1667" fmla="*/ 376142 h 1038225"/>
                <a:gd name="connsiteX1668" fmla="*/ 41243 w 466725"/>
                <a:gd name="connsiteY1668" fmla="*/ 376904 h 1038225"/>
                <a:gd name="connsiteX1669" fmla="*/ 41434 w 466725"/>
                <a:gd name="connsiteY1669" fmla="*/ 377666 h 1038225"/>
                <a:gd name="connsiteX1670" fmla="*/ 41815 w 466725"/>
                <a:gd name="connsiteY1670" fmla="*/ 378428 h 1038225"/>
                <a:gd name="connsiteX1671" fmla="*/ 42005 w 466725"/>
                <a:gd name="connsiteY1671" fmla="*/ 378809 h 1038225"/>
                <a:gd name="connsiteX1672" fmla="*/ 42100 w 466725"/>
                <a:gd name="connsiteY1672" fmla="*/ 379190 h 1038225"/>
                <a:gd name="connsiteX1673" fmla="*/ 42100 w 466725"/>
                <a:gd name="connsiteY1673" fmla="*/ 379571 h 1038225"/>
                <a:gd name="connsiteX1674" fmla="*/ 42100 w 466725"/>
                <a:gd name="connsiteY1674" fmla="*/ 379952 h 1038225"/>
                <a:gd name="connsiteX1675" fmla="*/ 42005 w 466725"/>
                <a:gd name="connsiteY1675" fmla="*/ 380048 h 1038225"/>
                <a:gd name="connsiteX1676" fmla="*/ 41910 w 466725"/>
                <a:gd name="connsiteY1676" fmla="*/ 380143 h 1038225"/>
                <a:gd name="connsiteX1677" fmla="*/ 41529 w 466725"/>
                <a:gd name="connsiteY1677" fmla="*/ 380333 h 1038225"/>
                <a:gd name="connsiteX1678" fmla="*/ 41148 w 466725"/>
                <a:gd name="connsiteY1678" fmla="*/ 380333 h 1038225"/>
                <a:gd name="connsiteX1679" fmla="*/ 40862 w 466725"/>
                <a:gd name="connsiteY1679" fmla="*/ 380143 h 1038225"/>
                <a:gd name="connsiteX1680" fmla="*/ 40576 w 466725"/>
                <a:gd name="connsiteY1680" fmla="*/ 379857 h 1038225"/>
                <a:gd name="connsiteX1681" fmla="*/ 39910 w 466725"/>
                <a:gd name="connsiteY1681" fmla="*/ 378809 h 1038225"/>
                <a:gd name="connsiteX1682" fmla="*/ 39052 w 466725"/>
                <a:gd name="connsiteY1682" fmla="*/ 378333 h 1038225"/>
                <a:gd name="connsiteX1683" fmla="*/ 38291 w 466725"/>
                <a:gd name="connsiteY1683" fmla="*/ 378619 h 1038225"/>
                <a:gd name="connsiteX1684" fmla="*/ 37909 w 466725"/>
                <a:gd name="connsiteY1684" fmla="*/ 379857 h 1038225"/>
                <a:gd name="connsiteX1685" fmla="*/ 37433 w 466725"/>
                <a:gd name="connsiteY1685" fmla="*/ 381476 h 1038225"/>
                <a:gd name="connsiteX1686" fmla="*/ 36767 w 466725"/>
                <a:gd name="connsiteY1686" fmla="*/ 382048 h 1038225"/>
                <a:gd name="connsiteX1687" fmla="*/ 36195 w 466725"/>
                <a:gd name="connsiteY1687" fmla="*/ 381476 h 1038225"/>
                <a:gd name="connsiteX1688" fmla="*/ 35909 w 466725"/>
                <a:gd name="connsiteY1688" fmla="*/ 379857 h 1038225"/>
                <a:gd name="connsiteX1689" fmla="*/ 35433 w 466725"/>
                <a:gd name="connsiteY1689" fmla="*/ 378238 h 1038225"/>
                <a:gd name="connsiteX1690" fmla="*/ 34481 w 466725"/>
                <a:gd name="connsiteY1690" fmla="*/ 377000 h 1038225"/>
                <a:gd name="connsiteX1691" fmla="*/ 31051 w 466725"/>
                <a:gd name="connsiteY1691" fmla="*/ 373761 h 1038225"/>
                <a:gd name="connsiteX1692" fmla="*/ 27718 w 466725"/>
                <a:gd name="connsiteY1692" fmla="*/ 371285 h 1038225"/>
                <a:gd name="connsiteX1693" fmla="*/ 26479 w 466725"/>
                <a:gd name="connsiteY1693" fmla="*/ 370904 h 1038225"/>
                <a:gd name="connsiteX1694" fmla="*/ 26003 w 466725"/>
                <a:gd name="connsiteY1694" fmla="*/ 371285 h 1038225"/>
                <a:gd name="connsiteX1695" fmla="*/ 25813 w 466725"/>
                <a:gd name="connsiteY1695" fmla="*/ 372046 h 1038225"/>
                <a:gd name="connsiteX1696" fmla="*/ 26003 w 466725"/>
                <a:gd name="connsiteY1696" fmla="*/ 373666 h 1038225"/>
                <a:gd name="connsiteX1697" fmla="*/ 26003 w 466725"/>
                <a:gd name="connsiteY1697" fmla="*/ 374237 h 1038225"/>
                <a:gd name="connsiteX1698" fmla="*/ 25813 w 466725"/>
                <a:gd name="connsiteY1698" fmla="*/ 374333 h 1038225"/>
                <a:gd name="connsiteX1699" fmla="*/ 25527 w 466725"/>
                <a:gd name="connsiteY1699" fmla="*/ 374237 h 1038225"/>
                <a:gd name="connsiteX1700" fmla="*/ 25432 w 466725"/>
                <a:gd name="connsiteY1700" fmla="*/ 374237 h 1038225"/>
                <a:gd name="connsiteX1701" fmla="*/ 25146 w 466725"/>
                <a:gd name="connsiteY1701" fmla="*/ 375380 h 1038225"/>
                <a:gd name="connsiteX1702" fmla="*/ 25146 w 466725"/>
                <a:gd name="connsiteY1702" fmla="*/ 376238 h 1038225"/>
                <a:gd name="connsiteX1703" fmla="*/ 25241 w 466725"/>
                <a:gd name="connsiteY1703" fmla="*/ 377000 h 1038225"/>
                <a:gd name="connsiteX1704" fmla="*/ 25241 w 466725"/>
                <a:gd name="connsiteY1704" fmla="*/ 377762 h 1038225"/>
                <a:gd name="connsiteX1705" fmla="*/ 24860 w 466725"/>
                <a:gd name="connsiteY1705" fmla="*/ 378524 h 1038225"/>
                <a:gd name="connsiteX1706" fmla="*/ 24289 w 466725"/>
                <a:gd name="connsiteY1706" fmla="*/ 378809 h 1038225"/>
                <a:gd name="connsiteX1707" fmla="*/ 23622 w 466725"/>
                <a:gd name="connsiteY1707" fmla="*/ 378905 h 1038225"/>
                <a:gd name="connsiteX1708" fmla="*/ 22955 w 466725"/>
                <a:gd name="connsiteY1708" fmla="*/ 379095 h 1038225"/>
                <a:gd name="connsiteX1709" fmla="*/ 22384 w 466725"/>
                <a:gd name="connsiteY1709" fmla="*/ 379857 h 1038225"/>
                <a:gd name="connsiteX1710" fmla="*/ 22098 w 466725"/>
                <a:gd name="connsiteY1710" fmla="*/ 380238 h 1038225"/>
                <a:gd name="connsiteX1711" fmla="*/ 21717 w 466725"/>
                <a:gd name="connsiteY1711" fmla="*/ 380524 h 1038225"/>
                <a:gd name="connsiteX1712" fmla="*/ 21336 w 466725"/>
                <a:gd name="connsiteY1712" fmla="*/ 380714 h 1038225"/>
                <a:gd name="connsiteX1713" fmla="*/ 20955 w 466725"/>
                <a:gd name="connsiteY1713" fmla="*/ 380905 h 1038225"/>
                <a:gd name="connsiteX1714" fmla="*/ 21717 w 466725"/>
                <a:gd name="connsiteY1714" fmla="*/ 384334 h 1038225"/>
                <a:gd name="connsiteX1715" fmla="*/ 21908 w 466725"/>
                <a:gd name="connsiteY1715" fmla="*/ 386048 h 1038225"/>
                <a:gd name="connsiteX1716" fmla="*/ 20955 w 466725"/>
                <a:gd name="connsiteY1716" fmla="*/ 394716 h 1038225"/>
                <a:gd name="connsiteX1717" fmla="*/ 21717 w 466725"/>
                <a:gd name="connsiteY1717" fmla="*/ 408146 h 1038225"/>
                <a:gd name="connsiteX1718" fmla="*/ 21812 w 466725"/>
                <a:gd name="connsiteY1718" fmla="*/ 409575 h 1038225"/>
                <a:gd name="connsiteX1719" fmla="*/ 22384 w 466725"/>
                <a:gd name="connsiteY1719" fmla="*/ 412433 h 1038225"/>
                <a:gd name="connsiteX1720" fmla="*/ 24289 w 466725"/>
                <a:gd name="connsiteY1720" fmla="*/ 418148 h 1038225"/>
                <a:gd name="connsiteX1721" fmla="*/ 24384 w 466725"/>
                <a:gd name="connsiteY1721" fmla="*/ 418719 h 1038225"/>
                <a:gd name="connsiteX1722" fmla="*/ 24479 w 466725"/>
                <a:gd name="connsiteY1722" fmla="*/ 419291 h 1038225"/>
                <a:gd name="connsiteX1723" fmla="*/ 24003 w 466725"/>
                <a:gd name="connsiteY1723" fmla="*/ 420243 h 1038225"/>
                <a:gd name="connsiteX1724" fmla="*/ 22955 w 466725"/>
                <a:gd name="connsiteY1724" fmla="*/ 421291 h 1038225"/>
                <a:gd name="connsiteX1725" fmla="*/ 21717 w 466725"/>
                <a:gd name="connsiteY1725" fmla="*/ 422053 h 1038225"/>
                <a:gd name="connsiteX1726" fmla="*/ 20669 w 466725"/>
                <a:gd name="connsiteY1726" fmla="*/ 422148 h 1038225"/>
                <a:gd name="connsiteX1727" fmla="*/ 20003 w 466725"/>
                <a:gd name="connsiteY1727" fmla="*/ 421481 h 1038225"/>
                <a:gd name="connsiteX1728" fmla="*/ 19622 w 466725"/>
                <a:gd name="connsiteY1728" fmla="*/ 420338 h 1038225"/>
                <a:gd name="connsiteX1729" fmla="*/ 19241 w 466725"/>
                <a:gd name="connsiteY1729" fmla="*/ 418052 h 1038225"/>
                <a:gd name="connsiteX1730" fmla="*/ 18193 w 466725"/>
                <a:gd name="connsiteY1730" fmla="*/ 415766 h 1038225"/>
                <a:gd name="connsiteX1731" fmla="*/ 16859 w 466725"/>
                <a:gd name="connsiteY1731" fmla="*/ 415481 h 1038225"/>
                <a:gd name="connsiteX1732" fmla="*/ 15145 w 466725"/>
                <a:gd name="connsiteY1732" fmla="*/ 415862 h 1038225"/>
                <a:gd name="connsiteX1733" fmla="*/ 12954 w 466725"/>
                <a:gd name="connsiteY1733" fmla="*/ 415671 h 1038225"/>
                <a:gd name="connsiteX1734" fmla="*/ 11716 w 466725"/>
                <a:gd name="connsiteY1734" fmla="*/ 415290 h 1038225"/>
                <a:gd name="connsiteX1735" fmla="*/ 11144 w 466725"/>
                <a:gd name="connsiteY1735" fmla="*/ 415004 h 1038225"/>
                <a:gd name="connsiteX1736" fmla="*/ 10668 w 466725"/>
                <a:gd name="connsiteY1736" fmla="*/ 414528 h 1038225"/>
                <a:gd name="connsiteX1737" fmla="*/ 10287 w 466725"/>
                <a:gd name="connsiteY1737" fmla="*/ 413575 h 1038225"/>
                <a:gd name="connsiteX1738" fmla="*/ 10192 w 466725"/>
                <a:gd name="connsiteY1738" fmla="*/ 412623 h 1038225"/>
                <a:gd name="connsiteX1739" fmla="*/ 10001 w 466725"/>
                <a:gd name="connsiteY1739" fmla="*/ 411671 h 1038225"/>
                <a:gd name="connsiteX1740" fmla="*/ 9335 w 466725"/>
                <a:gd name="connsiteY1740" fmla="*/ 410718 h 1038225"/>
                <a:gd name="connsiteX1741" fmla="*/ 7620 w 466725"/>
                <a:gd name="connsiteY1741" fmla="*/ 410146 h 1038225"/>
                <a:gd name="connsiteX1742" fmla="*/ 5620 w 466725"/>
                <a:gd name="connsiteY1742" fmla="*/ 412528 h 1038225"/>
                <a:gd name="connsiteX1743" fmla="*/ 4000 w 466725"/>
                <a:gd name="connsiteY1743" fmla="*/ 412528 h 1038225"/>
                <a:gd name="connsiteX1744" fmla="*/ 3143 w 466725"/>
                <a:gd name="connsiteY1744" fmla="*/ 412623 h 1038225"/>
                <a:gd name="connsiteX1745" fmla="*/ 2572 w 466725"/>
                <a:gd name="connsiteY1745" fmla="*/ 413766 h 1038225"/>
                <a:gd name="connsiteX1746" fmla="*/ 1905 w 466725"/>
                <a:gd name="connsiteY1746" fmla="*/ 416147 h 1038225"/>
                <a:gd name="connsiteX1747" fmla="*/ 476 w 466725"/>
                <a:gd name="connsiteY1747" fmla="*/ 418243 h 1038225"/>
                <a:gd name="connsiteX1748" fmla="*/ 191 w 466725"/>
                <a:gd name="connsiteY1748" fmla="*/ 419195 h 1038225"/>
                <a:gd name="connsiteX1749" fmla="*/ 191 w 466725"/>
                <a:gd name="connsiteY1749" fmla="*/ 420338 h 1038225"/>
                <a:gd name="connsiteX1750" fmla="*/ 572 w 466725"/>
                <a:gd name="connsiteY1750" fmla="*/ 422529 h 1038225"/>
                <a:gd name="connsiteX1751" fmla="*/ 476 w 466725"/>
                <a:gd name="connsiteY1751" fmla="*/ 423672 h 1038225"/>
                <a:gd name="connsiteX1752" fmla="*/ 191 w 466725"/>
                <a:gd name="connsiteY1752" fmla="*/ 425291 h 1038225"/>
                <a:gd name="connsiteX1753" fmla="*/ 0 w 466725"/>
                <a:gd name="connsiteY1753" fmla="*/ 426149 h 1038225"/>
                <a:gd name="connsiteX1754" fmla="*/ 286 w 466725"/>
                <a:gd name="connsiteY1754" fmla="*/ 427101 h 1038225"/>
                <a:gd name="connsiteX1755" fmla="*/ 667 w 466725"/>
                <a:gd name="connsiteY1755" fmla="*/ 427863 h 1038225"/>
                <a:gd name="connsiteX1756" fmla="*/ 1905 w 466725"/>
                <a:gd name="connsiteY1756" fmla="*/ 429006 h 1038225"/>
                <a:gd name="connsiteX1757" fmla="*/ 2286 w 466725"/>
                <a:gd name="connsiteY1757" fmla="*/ 429863 h 1038225"/>
                <a:gd name="connsiteX1758" fmla="*/ 2572 w 466725"/>
                <a:gd name="connsiteY1758" fmla="*/ 430721 h 1038225"/>
                <a:gd name="connsiteX1759" fmla="*/ 4763 w 466725"/>
                <a:gd name="connsiteY1759" fmla="*/ 432530 h 1038225"/>
                <a:gd name="connsiteX1760" fmla="*/ 5048 w 466725"/>
                <a:gd name="connsiteY1760" fmla="*/ 433197 h 1038225"/>
                <a:gd name="connsiteX1761" fmla="*/ 5620 w 466725"/>
                <a:gd name="connsiteY1761" fmla="*/ 438245 h 1038225"/>
                <a:gd name="connsiteX1762" fmla="*/ 6001 w 466725"/>
                <a:gd name="connsiteY1762" fmla="*/ 439103 h 1038225"/>
                <a:gd name="connsiteX1763" fmla="*/ 6953 w 466725"/>
                <a:gd name="connsiteY1763" fmla="*/ 440531 h 1038225"/>
                <a:gd name="connsiteX1764" fmla="*/ 9906 w 466725"/>
                <a:gd name="connsiteY1764" fmla="*/ 449009 h 1038225"/>
                <a:gd name="connsiteX1765" fmla="*/ 10478 w 466725"/>
                <a:gd name="connsiteY1765" fmla="*/ 451580 h 1038225"/>
                <a:gd name="connsiteX1766" fmla="*/ 11049 w 466725"/>
                <a:gd name="connsiteY1766" fmla="*/ 452819 h 1038225"/>
                <a:gd name="connsiteX1767" fmla="*/ 11906 w 466725"/>
                <a:gd name="connsiteY1767" fmla="*/ 453295 h 1038225"/>
                <a:gd name="connsiteX1768" fmla="*/ 12478 w 466725"/>
                <a:gd name="connsiteY1768" fmla="*/ 453485 h 1038225"/>
                <a:gd name="connsiteX1769" fmla="*/ 13525 w 466725"/>
                <a:gd name="connsiteY1769" fmla="*/ 454247 h 1038225"/>
                <a:gd name="connsiteX1770" fmla="*/ 14097 w 466725"/>
                <a:gd name="connsiteY1770" fmla="*/ 454438 h 1038225"/>
                <a:gd name="connsiteX1771" fmla="*/ 14859 w 466725"/>
                <a:gd name="connsiteY1771" fmla="*/ 454533 h 1038225"/>
                <a:gd name="connsiteX1772" fmla="*/ 15145 w 466725"/>
                <a:gd name="connsiteY1772" fmla="*/ 454914 h 1038225"/>
                <a:gd name="connsiteX1773" fmla="*/ 15335 w 466725"/>
                <a:gd name="connsiteY1773" fmla="*/ 455390 h 1038225"/>
                <a:gd name="connsiteX1774" fmla="*/ 15716 w 466725"/>
                <a:gd name="connsiteY1774" fmla="*/ 455962 h 1038225"/>
                <a:gd name="connsiteX1775" fmla="*/ 17621 w 466725"/>
                <a:gd name="connsiteY1775" fmla="*/ 457867 h 1038225"/>
                <a:gd name="connsiteX1776" fmla="*/ 18288 w 466725"/>
                <a:gd name="connsiteY1776" fmla="*/ 459010 h 1038225"/>
                <a:gd name="connsiteX1777" fmla="*/ 18764 w 466725"/>
                <a:gd name="connsiteY1777" fmla="*/ 461582 h 1038225"/>
                <a:gd name="connsiteX1778" fmla="*/ 19336 w 466725"/>
                <a:gd name="connsiteY1778" fmla="*/ 462439 h 1038225"/>
                <a:gd name="connsiteX1779" fmla="*/ 24194 w 466725"/>
                <a:gd name="connsiteY1779" fmla="*/ 466916 h 1038225"/>
                <a:gd name="connsiteX1780" fmla="*/ 25241 w 466725"/>
                <a:gd name="connsiteY1780" fmla="*/ 468535 h 1038225"/>
                <a:gd name="connsiteX1781" fmla="*/ 27527 w 466725"/>
                <a:gd name="connsiteY1781" fmla="*/ 474631 h 1038225"/>
                <a:gd name="connsiteX1782" fmla="*/ 28004 w 466725"/>
                <a:gd name="connsiteY1782" fmla="*/ 475488 h 1038225"/>
                <a:gd name="connsiteX1783" fmla="*/ 28956 w 466725"/>
                <a:gd name="connsiteY1783" fmla="*/ 476726 h 1038225"/>
                <a:gd name="connsiteX1784" fmla="*/ 29337 w 466725"/>
                <a:gd name="connsiteY1784" fmla="*/ 477393 h 1038225"/>
                <a:gd name="connsiteX1785" fmla="*/ 29718 w 466725"/>
                <a:gd name="connsiteY1785" fmla="*/ 476250 h 1038225"/>
                <a:gd name="connsiteX1786" fmla="*/ 29337 w 466725"/>
                <a:gd name="connsiteY1786" fmla="*/ 470535 h 1038225"/>
                <a:gd name="connsiteX1787" fmla="*/ 29718 w 466725"/>
                <a:gd name="connsiteY1787" fmla="*/ 467963 h 1038225"/>
                <a:gd name="connsiteX1788" fmla="*/ 29623 w 466725"/>
                <a:gd name="connsiteY1788" fmla="*/ 467011 h 1038225"/>
                <a:gd name="connsiteX1789" fmla="*/ 28575 w 466725"/>
                <a:gd name="connsiteY1789" fmla="*/ 463963 h 1038225"/>
                <a:gd name="connsiteX1790" fmla="*/ 28099 w 466725"/>
                <a:gd name="connsiteY1790" fmla="*/ 459581 h 1038225"/>
                <a:gd name="connsiteX1791" fmla="*/ 27908 w 466725"/>
                <a:gd name="connsiteY1791" fmla="*/ 459010 h 1038225"/>
                <a:gd name="connsiteX1792" fmla="*/ 25527 w 466725"/>
                <a:gd name="connsiteY1792" fmla="*/ 455390 h 1038225"/>
                <a:gd name="connsiteX1793" fmla="*/ 24289 w 466725"/>
                <a:gd name="connsiteY1793" fmla="*/ 452914 h 1038225"/>
                <a:gd name="connsiteX1794" fmla="*/ 25718 w 466725"/>
                <a:gd name="connsiteY1794" fmla="*/ 453962 h 1038225"/>
                <a:gd name="connsiteX1795" fmla="*/ 27623 w 466725"/>
                <a:gd name="connsiteY1795" fmla="*/ 457295 h 1038225"/>
                <a:gd name="connsiteX1796" fmla="*/ 28766 w 466725"/>
                <a:gd name="connsiteY1796" fmla="*/ 458819 h 1038225"/>
                <a:gd name="connsiteX1797" fmla="*/ 29623 w 466725"/>
                <a:gd name="connsiteY1797" fmla="*/ 460439 h 1038225"/>
                <a:gd name="connsiteX1798" fmla="*/ 29908 w 466725"/>
                <a:gd name="connsiteY1798" fmla="*/ 462344 h 1038225"/>
                <a:gd name="connsiteX1799" fmla="*/ 30385 w 466725"/>
                <a:gd name="connsiteY1799" fmla="*/ 464058 h 1038225"/>
                <a:gd name="connsiteX1800" fmla="*/ 31814 w 466725"/>
                <a:gd name="connsiteY1800" fmla="*/ 465201 h 1038225"/>
                <a:gd name="connsiteX1801" fmla="*/ 31528 w 466725"/>
                <a:gd name="connsiteY1801" fmla="*/ 465296 h 1038225"/>
                <a:gd name="connsiteX1802" fmla="*/ 30766 w 466725"/>
                <a:gd name="connsiteY1802" fmla="*/ 465582 h 1038225"/>
                <a:gd name="connsiteX1803" fmla="*/ 31337 w 466725"/>
                <a:gd name="connsiteY1803" fmla="*/ 466535 h 1038225"/>
                <a:gd name="connsiteX1804" fmla="*/ 32195 w 466725"/>
                <a:gd name="connsiteY1804" fmla="*/ 466058 h 1038225"/>
                <a:gd name="connsiteX1805" fmla="*/ 32766 w 466725"/>
                <a:gd name="connsiteY1805" fmla="*/ 464915 h 1038225"/>
                <a:gd name="connsiteX1806" fmla="*/ 32575 w 466725"/>
                <a:gd name="connsiteY1806" fmla="*/ 463677 h 1038225"/>
                <a:gd name="connsiteX1807" fmla="*/ 33814 w 466725"/>
                <a:gd name="connsiteY1807" fmla="*/ 463772 h 1038225"/>
                <a:gd name="connsiteX1808" fmla="*/ 34385 w 466725"/>
                <a:gd name="connsiteY1808" fmla="*/ 464344 h 1038225"/>
                <a:gd name="connsiteX1809" fmla="*/ 34671 w 466725"/>
                <a:gd name="connsiteY1809" fmla="*/ 465201 h 1038225"/>
                <a:gd name="connsiteX1810" fmla="*/ 35147 w 466725"/>
                <a:gd name="connsiteY1810" fmla="*/ 470154 h 1038225"/>
                <a:gd name="connsiteX1811" fmla="*/ 35528 w 466725"/>
                <a:gd name="connsiteY1811" fmla="*/ 470916 h 1038225"/>
                <a:gd name="connsiteX1812" fmla="*/ 36005 w 466725"/>
                <a:gd name="connsiteY1812" fmla="*/ 471488 h 1038225"/>
                <a:gd name="connsiteX1813" fmla="*/ 37243 w 466725"/>
                <a:gd name="connsiteY1813" fmla="*/ 472535 h 1038225"/>
                <a:gd name="connsiteX1814" fmla="*/ 37624 w 466725"/>
                <a:gd name="connsiteY1814" fmla="*/ 473012 h 1038225"/>
                <a:gd name="connsiteX1815" fmla="*/ 37719 w 466725"/>
                <a:gd name="connsiteY1815" fmla="*/ 473393 h 1038225"/>
                <a:gd name="connsiteX1816" fmla="*/ 37909 w 466725"/>
                <a:gd name="connsiteY1816" fmla="*/ 473583 h 1038225"/>
                <a:gd name="connsiteX1817" fmla="*/ 38576 w 466725"/>
                <a:gd name="connsiteY1817" fmla="*/ 473678 h 1038225"/>
                <a:gd name="connsiteX1818" fmla="*/ 39624 w 466725"/>
                <a:gd name="connsiteY1818" fmla="*/ 473678 h 1038225"/>
                <a:gd name="connsiteX1819" fmla="*/ 40100 w 466725"/>
                <a:gd name="connsiteY1819" fmla="*/ 473774 h 1038225"/>
                <a:gd name="connsiteX1820" fmla="*/ 40576 w 466725"/>
                <a:gd name="connsiteY1820" fmla="*/ 474059 h 1038225"/>
                <a:gd name="connsiteX1821" fmla="*/ 38386 w 466725"/>
                <a:gd name="connsiteY1821" fmla="*/ 474821 h 1038225"/>
                <a:gd name="connsiteX1822" fmla="*/ 36385 w 466725"/>
                <a:gd name="connsiteY1822" fmla="*/ 475202 h 1038225"/>
                <a:gd name="connsiteX1823" fmla="*/ 32957 w 466725"/>
                <a:gd name="connsiteY1823" fmla="*/ 477488 h 1038225"/>
                <a:gd name="connsiteX1824" fmla="*/ 32290 w 466725"/>
                <a:gd name="connsiteY1824" fmla="*/ 478250 h 1038225"/>
                <a:gd name="connsiteX1825" fmla="*/ 31814 w 466725"/>
                <a:gd name="connsiteY1825" fmla="*/ 479012 h 1038225"/>
                <a:gd name="connsiteX1826" fmla="*/ 31623 w 466725"/>
                <a:gd name="connsiteY1826" fmla="*/ 479870 h 1038225"/>
                <a:gd name="connsiteX1827" fmla="*/ 31528 w 466725"/>
                <a:gd name="connsiteY1827" fmla="*/ 480727 h 1038225"/>
                <a:gd name="connsiteX1828" fmla="*/ 32099 w 466725"/>
                <a:gd name="connsiteY1828" fmla="*/ 481394 h 1038225"/>
                <a:gd name="connsiteX1829" fmla="*/ 35433 w 466725"/>
                <a:gd name="connsiteY1829" fmla="*/ 483965 h 1038225"/>
                <a:gd name="connsiteX1830" fmla="*/ 35909 w 466725"/>
                <a:gd name="connsiteY1830" fmla="*/ 484632 h 1038225"/>
                <a:gd name="connsiteX1831" fmla="*/ 36195 w 466725"/>
                <a:gd name="connsiteY1831" fmla="*/ 484918 h 1038225"/>
                <a:gd name="connsiteX1832" fmla="*/ 36576 w 466725"/>
                <a:gd name="connsiteY1832" fmla="*/ 485108 h 1038225"/>
                <a:gd name="connsiteX1833" fmla="*/ 37243 w 466725"/>
                <a:gd name="connsiteY1833" fmla="*/ 485013 h 1038225"/>
                <a:gd name="connsiteX1834" fmla="*/ 37719 w 466725"/>
                <a:gd name="connsiteY1834" fmla="*/ 484727 h 1038225"/>
                <a:gd name="connsiteX1835" fmla="*/ 38005 w 466725"/>
                <a:gd name="connsiteY1835" fmla="*/ 484442 h 1038225"/>
                <a:gd name="connsiteX1836" fmla="*/ 38195 w 466725"/>
                <a:gd name="connsiteY1836" fmla="*/ 484346 h 1038225"/>
                <a:gd name="connsiteX1837" fmla="*/ 40196 w 466725"/>
                <a:gd name="connsiteY1837" fmla="*/ 480060 h 1038225"/>
                <a:gd name="connsiteX1838" fmla="*/ 43243 w 466725"/>
                <a:gd name="connsiteY1838" fmla="*/ 475869 h 1038225"/>
                <a:gd name="connsiteX1839" fmla="*/ 44387 w 466725"/>
                <a:gd name="connsiteY1839" fmla="*/ 473774 h 1038225"/>
                <a:gd name="connsiteX1840" fmla="*/ 44863 w 466725"/>
                <a:gd name="connsiteY1840" fmla="*/ 471297 h 1038225"/>
                <a:gd name="connsiteX1841" fmla="*/ 44577 w 466725"/>
                <a:gd name="connsiteY1841" fmla="*/ 468154 h 1038225"/>
                <a:gd name="connsiteX1842" fmla="*/ 44672 w 466725"/>
                <a:gd name="connsiteY1842" fmla="*/ 466535 h 1038225"/>
                <a:gd name="connsiteX1843" fmla="*/ 45339 w 466725"/>
                <a:gd name="connsiteY1843" fmla="*/ 465296 h 1038225"/>
                <a:gd name="connsiteX1844" fmla="*/ 46006 w 466725"/>
                <a:gd name="connsiteY1844" fmla="*/ 464344 h 1038225"/>
                <a:gd name="connsiteX1845" fmla="*/ 46577 w 466725"/>
                <a:gd name="connsiteY1845" fmla="*/ 463106 h 1038225"/>
                <a:gd name="connsiteX1846" fmla="*/ 47054 w 466725"/>
                <a:gd name="connsiteY1846" fmla="*/ 461867 h 1038225"/>
                <a:gd name="connsiteX1847" fmla="*/ 47339 w 466725"/>
                <a:gd name="connsiteY1847" fmla="*/ 460820 h 1038225"/>
                <a:gd name="connsiteX1848" fmla="*/ 48006 w 466725"/>
                <a:gd name="connsiteY1848" fmla="*/ 462058 h 1038225"/>
                <a:gd name="connsiteX1849" fmla="*/ 47244 w 466725"/>
                <a:gd name="connsiteY1849" fmla="*/ 464153 h 1038225"/>
                <a:gd name="connsiteX1850" fmla="*/ 45244 w 466725"/>
                <a:gd name="connsiteY1850" fmla="*/ 467773 h 1038225"/>
                <a:gd name="connsiteX1851" fmla="*/ 45149 w 466725"/>
                <a:gd name="connsiteY1851" fmla="*/ 469011 h 1038225"/>
                <a:gd name="connsiteX1852" fmla="*/ 45339 w 466725"/>
                <a:gd name="connsiteY1852" fmla="*/ 470440 h 1038225"/>
                <a:gd name="connsiteX1853" fmla="*/ 45815 w 466725"/>
                <a:gd name="connsiteY1853" fmla="*/ 471488 h 1038225"/>
                <a:gd name="connsiteX1854" fmla="*/ 46673 w 466725"/>
                <a:gd name="connsiteY1854" fmla="*/ 471678 h 1038225"/>
                <a:gd name="connsiteX1855" fmla="*/ 47339 w 466725"/>
                <a:gd name="connsiteY1855" fmla="*/ 470916 h 1038225"/>
                <a:gd name="connsiteX1856" fmla="*/ 47816 w 466725"/>
                <a:gd name="connsiteY1856" fmla="*/ 468630 h 1038225"/>
                <a:gd name="connsiteX1857" fmla="*/ 48768 w 466725"/>
                <a:gd name="connsiteY1857" fmla="*/ 467868 h 1038225"/>
                <a:gd name="connsiteX1858" fmla="*/ 48292 w 466725"/>
                <a:gd name="connsiteY1858" fmla="*/ 470630 h 1038225"/>
                <a:gd name="connsiteX1859" fmla="*/ 47720 w 466725"/>
                <a:gd name="connsiteY1859" fmla="*/ 471869 h 1038225"/>
                <a:gd name="connsiteX1860" fmla="*/ 46387 w 466725"/>
                <a:gd name="connsiteY1860" fmla="*/ 472440 h 1038225"/>
                <a:gd name="connsiteX1861" fmla="*/ 45625 w 466725"/>
                <a:gd name="connsiteY1861" fmla="*/ 473393 h 1038225"/>
                <a:gd name="connsiteX1862" fmla="*/ 44482 w 466725"/>
                <a:gd name="connsiteY1862" fmla="*/ 477584 h 1038225"/>
                <a:gd name="connsiteX1863" fmla="*/ 43529 w 466725"/>
                <a:gd name="connsiteY1863" fmla="*/ 478536 h 1038225"/>
                <a:gd name="connsiteX1864" fmla="*/ 42767 w 466725"/>
                <a:gd name="connsiteY1864" fmla="*/ 481489 h 1038225"/>
                <a:gd name="connsiteX1865" fmla="*/ 42958 w 466725"/>
                <a:gd name="connsiteY1865" fmla="*/ 483299 h 1038225"/>
                <a:gd name="connsiteX1866" fmla="*/ 44482 w 466725"/>
                <a:gd name="connsiteY1866" fmla="*/ 483584 h 1038225"/>
                <a:gd name="connsiteX1867" fmla="*/ 46006 w 466725"/>
                <a:gd name="connsiteY1867" fmla="*/ 482537 h 1038225"/>
                <a:gd name="connsiteX1868" fmla="*/ 48197 w 466725"/>
                <a:gd name="connsiteY1868" fmla="*/ 480155 h 1038225"/>
                <a:gd name="connsiteX1869" fmla="*/ 49911 w 466725"/>
                <a:gd name="connsiteY1869" fmla="*/ 479679 h 1038225"/>
                <a:gd name="connsiteX1870" fmla="*/ 49911 w 466725"/>
                <a:gd name="connsiteY1870" fmla="*/ 480060 h 1038225"/>
                <a:gd name="connsiteX1871" fmla="*/ 49625 w 466725"/>
                <a:gd name="connsiteY1871" fmla="*/ 480536 h 1038225"/>
                <a:gd name="connsiteX1872" fmla="*/ 48482 w 466725"/>
                <a:gd name="connsiteY1872" fmla="*/ 483489 h 1038225"/>
                <a:gd name="connsiteX1873" fmla="*/ 48101 w 466725"/>
                <a:gd name="connsiteY1873" fmla="*/ 483489 h 1038225"/>
                <a:gd name="connsiteX1874" fmla="*/ 48101 w 466725"/>
                <a:gd name="connsiteY1874" fmla="*/ 483108 h 1038225"/>
                <a:gd name="connsiteX1875" fmla="*/ 48006 w 466725"/>
                <a:gd name="connsiteY1875" fmla="*/ 482822 h 1038225"/>
                <a:gd name="connsiteX1876" fmla="*/ 47911 w 466725"/>
                <a:gd name="connsiteY1876" fmla="*/ 482632 h 1038225"/>
                <a:gd name="connsiteX1877" fmla="*/ 47816 w 466725"/>
                <a:gd name="connsiteY1877" fmla="*/ 482346 h 1038225"/>
                <a:gd name="connsiteX1878" fmla="*/ 46958 w 466725"/>
                <a:gd name="connsiteY1878" fmla="*/ 483680 h 1038225"/>
                <a:gd name="connsiteX1879" fmla="*/ 46387 w 466725"/>
                <a:gd name="connsiteY1879" fmla="*/ 484346 h 1038225"/>
                <a:gd name="connsiteX1880" fmla="*/ 45720 w 466725"/>
                <a:gd name="connsiteY1880" fmla="*/ 484632 h 1038225"/>
                <a:gd name="connsiteX1881" fmla="*/ 42863 w 466725"/>
                <a:gd name="connsiteY1881" fmla="*/ 484918 h 1038225"/>
                <a:gd name="connsiteX1882" fmla="*/ 41910 w 466725"/>
                <a:gd name="connsiteY1882" fmla="*/ 484632 h 1038225"/>
                <a:gd name="connsiteX1883" fmla="*/ 42100 w 466725"/>
                <a:gd name="connsiteY1883" fmla="*/ 485299 h 1038225"/>
                <a:gd name="connsiteX1884" fmla="*/ 42196 w 466725"/>
                <a:gd name="connsiteY1884" fmla="*/ 486918 h 1038225"/>
                <a:gd name="connsiteX1885" fmla="*/ 42482 w 466725"/>
                <a:gd name="connsiteY1885" fmla="*/ 487490 h 1038225"/>
                <a:gd name="connsiteX1886" fmla="*/ 43053 w 466725"/>
                <a:gd name="connsiteY1886" fmla="*/ 488061 h 1038225"/>
                <a:gd name="connsiteX1887" fmla="*/ 44101 w 466725"/>
                <a:gd name="connsiteY1887" fmla="*/ 489585 h 1038225"/>
                <a:gd name="connsiteX1888" fmla="*/ 45530 w 466725"/>
                <a:gd name="connsiteY1888" fmla="*/ 491109 h 1038225"/>
                <a:gd name="connsiteX1889" fmla="*/ 46101 w 466725"/>
                <a:gd name="connsiteY1889" fmla="*/ 492157 h 1038225"/>
                <a:gd name="connsiteX1890" fmla="*/ 46292 w 466725"/>
                <a:gd name="connsiteY1890" fmla="*/ 493681 h 1038225"/>
                <a:gd name="connsiteX1891" fmla="*/ 46673 w 466725"/>
                <a:gd name="connsiteY1891" fmla="*/ 494633 h 1038225"/>
                <a:gd name="connsiteX1892" fmla="*/ 49435 w 466725"/>
                <a:gd name="connsiteY1892" fmla="*/ 498920 h 1038225"/>
                <a:gd name="connsiteX1893" fmla="*/ 50101 w 466725"/>
                <a:gd name="connsiteY1893" fmla="*/ 500444 h 1038225"/>
                <a:gd name="connsiteX1894" fmla="*/ 50578 w 466725"/>
                <a:gd name="connsiteY1894" fmla="*/ 501110 h 1038225"/>
                <a:gd name="connsiteX1895" fmla="*/ 50864 w 466725"/>
                <a:gd name="connsiteY1895" fmla="*/ 501205 h 1038225"/>
                <a:gd name="connsiteX1896" fmla="*/ 51340 w 466725"/>
                <a:gd name="connsiteY1896" fmla="*/ 501396 h 1038225"/>
                <a:gd name="connsiteX1897" fmla="*/ 52388 w 466725"/>
                <a:gd name="connsiteY1897" fmla="*/ 502634 h 1038225"/>
                <a:gd name="connsiteX1898" fmla="*/ 52388 w 466725"/>
                <a:gd name="connsiteY1898" fmla="*/ 502539 h 1038225"/>
                <a:gd name="connsiteX1899" fmla="*/ 51816 w 466725"/>
                <a:gd name="connsiteY1899" fmla="*/ 501777 h 1038225"/>
                <a:gd name="connsiteX1900" fmla="*/ 51625 w 466725"/>
                <a:gd name="connsiteY1900" fmla="*/ 501587 h 1038225"/>
                <a:gd name="connsiteX1901" fmla="*/ 51340 w 466725"/>
                <a:gd name="connsiteY1901" fmla="*/ 501491 h 1038225"/>
                <a:gd name="connsiteX1902" fmla="*/ 51149 w 466725"/>
                <a:gd name="connsiteY1902" fmla="*/ 501301 h 1038225"/>
                <a:gd name="connsiteX1903" fmla="*/ 50483 w 466725"/>
                <a:gd name="connsiteY1903" fmla="*/ 500444 h 1038225"/>
                <a:gd name="connsiteX1904" fmla="*/ 50197 w 466725"/>
                <a:gd name="connsiteY1904" fmla="*/ 499681 h 1038225"/>
                <a:gd name="connsiteX1905" fmla="*/ 49911 w 466725"/>
                <a:gd name="connsiteY1905" fmla="*/ 497967 h 1038225"/>
                <a:gd name="connsiteX1906" fmla="*/ 48958 w 466725"/>
                <a:gd name="connsiteY1906" fmla="*/ 495967 h 1038225"/>
                <a:gd name="connsiteX1907" fmla="*/ 48768 w 466725"/>
                <a:gd name="connsiteY1907" fmla="*/ 494062 h 1038225"/>
                <a:gd name="connsiteX1908" fmla="*/ 49149 w 466725"/>
                <a:gd name="connsiteY1908" fmla="*/ 492443 h 1038225"/>
                <a:gd name="connsiteX1909" fmla="*/ 50292 w 466725"/>
                <a:gd name="connsiteY1909" fmla="*/ 491776 h 1038225"/>
                <a:gd name="connsiteX1910" fmla="*/ 51149 w 466725"/>
                <a:gd name="connsiteY1910" fmla="*/ 492443 h 1038225"/>
                <a:gd name="connsiteX1911" fmla="*/ 51816 w 466725"/>
                <a:gd name="connsiteY1911" fmla="*/ 493967 h 1038225"/>
                <a:gd name="connsiteX1912" fmla="*/ 52673 w 466725"/>
                <a:gd name="connsiteY1912" fmla="*/ 496729 h 1038225"/>
                <a:gd name="connsiteX1913" fmla="*/ 54007 w 466725"/>
                <a:gd name="connsiteY1913" fmla="*/ 499681 h 1038225"/>
                <a:gd name="connsiteX1914" fmla="*/ 54864 w 466725"/>
                <a:gd name="connsiteY1914" fmla="*/ 501110 h 1038225"/>
                <a:gd name="connsiteX1915" fmla="*/ 55912 w 466725"/>
                <a:gd name="connsiteY1915" fmla="*/ 501968 h 1038225"/>
                <a:gd name="connsiteX1916" fmla="*/ 55817 w 466725"/>
                <a:gd name="connsiteY1916" fmla="*/ 500539 h 1038225"/>
                <a:gd name="connsiteX1917" fmla="*/ 52673 w 466725"/>
                <a:gd name="connsiteY1917" fmla="*/ 494443 h 1038225"/>
                <a:gd name="connsiteX1918" fmla="*/ 51625 w 466725"/>
                <a:gd name="connsiteY1918" fmla="*/ 490633 h 1038225"/>
                <a:gd name="connsiteX1919" fmla="*/ 50578 w 466725"/>
                <a:gd name="connsiteY1919" fmla="*/ 488823 h 1038225"/>
                <a:gd name="connsiteX1920" fmla="*/ 50197 w 466725"/>
                <a:gd name="connsiteY1920" fmla="*/ 487966 h 1038225"/>
                <a:gd name="connsiteX1921" fmla="*/ 50101 w 466725"/>
                <a:gd name="connsiteY1921" fmla="*/ 486918 h 1038225"/>
                <a:gd name="connsiteX1922" fmla="*/ 50483 w 466725"/>
                <a:gd name="connsiteY1922" fmla="*/ 487680 h 1038225"/>
                <a:gd name="connsiteX1923" fmla="*/ 51054 w 466725"/>
                <a:gd name="connsiteY1923" fmla="*/ 488347 h 1038225"/>
                <a:gd name="connsiteX1924" fmla="*/ 51816 w 466725"/>
                <a:gd name="connsiteY1924" fmla="*/ 488823 h 1038225"/>
                <a:gd name="connsiteX1925" fmla="*/ 52578 w 466725"/>
                <a:gd name="connsiteY1925" fmla="*/ 489204 h 1038225"/>
                <a:gd name="connsiteX1926" fmla="*/ 53340 w 466725"/>
                <a:gd name="connsiteY1926" fmla="*/ 488633 h 1038225"/>
                <a:gd name="connsiteX1927" fmla="*/ 54674 w 466725"/>
                <a:gd name="connsiteY1927" fmla="*/ 488918 h 1038225"/>
                <a:gd name="connsiteX1928" fmla="*/ 56198 w 466725"/>
                <a:gd name="connsiteY1928" fmla="*/ 489395 h 1038225"/>
                <a:gd name="connsiteX1929" fmla="*/ 57626 w 466725"/>
                <a:gd name="connsiteY1929" fmla="*/ 489490 h 1038225"/>
                <a:gd name="connsiteX1930" fmla="*/ 58769 w 466725"/>
                <a:gd name="connsiteY1930" fmla="*/ 489109 h 1038225"/>
                <a:gd name="connsiteX1931" fmla="*/ 59722 w 466725"/>
                <a:gd name="connsiteY1931" fmla="*/ 488442 h 1038225"/>
                <a:gd name="connsiteX1932" fmla="*/ 60484 w 466725"/>
                <a:gd name="connsiteY1932" fmla="*/ 487585 h 1038225"/>
                <a:gd name="connsiteX1933" fmla="*/ 60865 w 466725"/>
                <a:gd name="connsiteY1933" fmla="*/ 486442 h 1038225"/>
                <a:gd name="connsiteX1934" fmla="*/ 61246 w 466725"/>
                <a:gd name="connsiteY1934" fmla="*/ 486442 h 1038225"/>
                <a:gd name="connsiteX1935" fmla="*/ 62008 w 466725"/>
                <a:gd name="connsiteY1935" fmla="*/ 489966 h 1038225"/>
                <a:gd name="connsiteX1936" fmla="*/ 62293 w 466725"/>
                <a:gd name="connsiteY1936" fmla="*/ 490633 h 1038225"/>
                <a:gd name="connsiteX1937" fmla="*/ 62865 w 466725"/>
                <a:gd name="connsiteY1937" fmla="*/ 490347 h 1038225"/>
                <a:gd name="connsiteX1938" fmla="*/ 62960 w 466725"/>
                <a:gd name="connsiteY1938" fmla="*/ 489204 h 1038225"/>
                <a:gd name="connsiteX1939" fmla="*/ 62960 w 466725"/>
                <a:gd name="connsiteY1939" fmla="*/ 487109 h 1038225"/>
                <a:gd name="connsiteX1940" fmla="*/ 63341 w 466725"/>
                <a:gd name="connsiteY1940" fmla="*/ 487109 h 1038225"/>
                <a:gd name="connsiteX1941" fmla="*/ 63437 w 466725"/>
                <a:gd name="connsiteY1941" fmla="*/ 488442 h 1038225"/>
                <a:gd name="connsiteX1942" fmla="*/ 64484 w 466725"/>
                <a:gd name="connsiteY1942" fmla="*/ 491300 h 1038225"/>
                <a:gd name="connsiteX1943" fmla="*/ 64770 w 466725"/>
                <a:gd name="connsiteY1943" fmla="*/ 492633 h 1038225"/>
                <a:gd name="connsiteX1944" fmla="*/ 64960 w 466725"/>
                <a:gd name="connsiteY1944" fmla="*/ 493205 h 1038225"/>
                <a:gd name="connsiteX1945" fmla="*/ 65437 w 466725"/>
                <a:gd name="connsiteY1945" fmla="*/ 493871 h 1038225"/>
                <a:gd name="connsiteX1946" fmla="*/ 66104 w 466725"/>
                <a:gd name="connsiteY1946" fmla="*/ 494443 h 1038225"/>
                <a:gd name="connsiteX1947" fmla="*/ 66675 w 466725"/>
                <a:gd name="connsiteY1947" fmla="*/ 494633 h 1038225"/>
                <a:gd name="connsiteX1948" fmla="*/ 67247 w 466725"/>
                <a:gd name="connsiteY1948" fmla="*/ 494443 h 1038225"/>
                <a:gd name="connsiteX1949" fmla="*/ 67532 w 466725"/>
                <a:gd name="connsiteY1949" fmla="*/ 494062 h 1038225"/>
                <a:gd name="connsiteX1950" fmla="*/ 67913 w 466725"/>
                <a:gd name="connsiteY1950" fmla="*/ 492823 h 1038225"/>
                <a:gd name="connsiteX1951" fmla="*/ 68199 w 466725"/>
                <a:gd name="connsiteY1951" fmla="*/ 493109 h 1038225"/>
                <a:gd name="connsiteX1952" fmla="*/ 68866 w 466725"/>
                <a:gd name="connsiteY1952" fmla="*/ 493586 h 1038225"/>
                <a:gd name="connsiteX1953" fmla="*/ 69151 w 466725"/>
                <a:gd name="connsiteY1953" fmla="*/ 493871 h 1038225"/>
                <a:gd name="connsiteX1954" fmla="*/ 69342 w 466725"/>
                <a:gd name="connsiteY1954" fmla="*/ 493205 h 1038225"/>
                <a:gd name="connsiteX1955" fmla="*/ 69723 w 466725"/>
                <a:gd name="connsiteY1955" fmla="*/ 492728 h 1038225"/>
                <a:gd name="connsiteX1956" fmla="*/ 70295 w 466725"/>
                <a:gd name="connsiteY1956" fmla="*/ 492347 h 1038225"/>
                <a:gd name="connsiteX1957" fmla="*/ 70961 w 466725"/>
                <a:gd name="connsiteY1957" fmla="*/ 491966 h 1038225"/>
                <a:gd name="connsiteX1958" fmla="*/ 71152 w 466725"/>
                <a:gd name="connsiteY1958" fmla="*/ 492347 h 1038225"/>
                <a:gd name="connsiteX1959" fmla="*/ 71247 w 466725"/>
                <a:gd name="connsiteY1959" fmla="*/ 492728 h 1038225"/>
                <a:gd name="connsiteX1960" fmla="*/ 70485 w 466725"/>
                <a:gd name="connsiteY1960" fmla="*/ 492919 h 1038225"/>
                <a:gd name="connsiteX1961" fmla="*/ 70199 w 466725"/>
                <a:gd name="connsiteY1961" fmla="*/ 493490 h 1038225"/>
                <a:gd name="connsiteX1962" fmla="*/ 70485 w 466725"/>
                <a:gd name="connsiteY1962" fmla="*/ 494157 h 1038225"/>
                <a:gd name="connsiteX1963" fmla="*/ 71247 w 466725"/>
                <a:gd name="connsiteY1963" fmla="*/ 494538 h 1038225"/>
                <a:gd name="connsiteX1964" fmla="*/ 70485 w 466725"/>
                <a:gd name="connsiteY1964" fmla="*/ 495205 h 1038225"/>
                <a:gd name="connsiteX1965" fmla="*/ 71057 w 466725"/>
                <a:gd name="connsiteY1965" fmla="*/ 495776 h 1038225"/>
                <a:gd name="connsiteX1966" fmla="*/ 72962 w 466725"/>
                <a:gd name="connsiteY1966" fmla="*/ 496538 h 1038225"/>
                <a:gd name="connsiteX1967" fmla="*/ 72581 w 466725"/>
                <a:gd name="connsiteY1967" fmla="*/ 496729 h 1038225"/>
                <a:gd name="connsiteX1968" fmla="*/ 72200 w 466725"/>
                <a:gd name="connsiteY1968" fmla="*/ 497110 h 1038225"/>
                <a:gd name="connsiteX1969" fmla="*/ 71914 w 466725"/>
                <a:gd name="connsiteY1969" fmla="*/ 497300 h 1038225"/>
                <a:gd name="connsiteX1970" fmla="*/ 72295 w 466725"/>
                <a:gd name="connsiteY1970" fmla="*/ 497777 h 1038225"/>
                <a:gd name="connsiteX1971" fmla="*/ 72962 w 466725"/>
                <a:gd name="connsiteY1971" fmla="*/ 498253 h 1038225"/>
                <a:gd name="connsiteX1972" fmla="*/ 73724 w 466725"/>
                <a:gd name="connsiteY1972" fmla="*/ 498538 h 1038225"/>
                <a:gd name="connsiteX1973" fmla="*/ 74390 w 466725"/>
                <a:gd name="connsiteY1973" fmla="*/ 498443 h 1038225"/>
                <a:gd name="connsiteX1974" fmla="*/ 74771 w 466725"/>
                <a:gd name="connsiteY1974" fmla="*/ 498062 h 1038225"/>
                <a:gd name="connsiteX1975" fmla="*/ 75152 w 466725"/>
                <a:gd name="connsiteY1975" fmla="*/ 497014 h 1038225"/>
                <a:gd name="connsiteX1976" fmla="*/ 75343 w 466725"/>
                <a:gd name="connsiteY1976" fmla="*/ 496824 h 1038225"/>
                <a:gd name="connsiteX1977" fmla="*/ 76295 w 466725"/>
                <a:gd name="connsiteY1977" fmla="*/ 496824 h 1038225"/>
                <a:gd name="connsiteX1978" fmla="*/ 76772 w 466725"/>
                <a:gd name="connsiteY1978" fmla="*/ 496824 h 1038225"/>
                <a:gd name="connsiteX1979" fmla="*/ 77152 w 466725"/>
                <a:gd name="connsiteY1979" fmla="*/ 496634 h 1038225"/>
                <a:gd name="connsiteX1980" fmla="*/ 77724 w 466725"/>
                <a:gd name="connsiteY1980" fmla="*/ 496443 h 1038225"/>
                <a:gd name="connsiteX1981" fmla="*/ 80391 w 466725"/>
                <a:gd name="connsiteY1981" fmla="*/ 496443 h 1038225"/>
                <a:gd name="connsiteX1982" fmla="*/ 80582 w 466725"/>
                <a:gd name="connsiteY1982" fmla="*/ 496253 h 1038225"/>
                <a:gd name="connsiteX1983" fmla="*/ 80582 w 466725"/>
                <a:gd name="connsiteY1983" fmla="*/ 495491 h 1038225"/>
                <a:gd name="connsiteX1984" fmla="*/ 80867 w 466725"/>
                <a:gd name="connsiteY1984" fmla="*/ 495300 h 1038225"/>
                <a:gd name="connsiteX1985" fmla="*/ 81343 w 466725"/>
                <a:gd name="connsiteY1985" fmla="*/ 495395 h 1038225"/>
                <a:gd name="connsiteX1986" fmla="*/ 81725 w 466725"/>
                <a:gd name="connsiteY1986" fmla="*/ 495681 h 1038225"/>
                <a:gd name="connsiteX1987" fmla="*/ 82106 w 466725"/>
                <a:gd name="connsiteY1987" fmla="*/ 496062 h 1038225"/>
                <a:gd name="connsiteX1988" fmla="*/ 82391 w 466725"/>
                <a:gd name="connsiteY1988" fmla="*/ 496538 h 1038225"/>
                <a:gd name="connsiteX1989" fmla="*/ 81629 w 466725"/>
                <a:gd name="connsiteY1989" fmla="*/ 496634 h 1038225"/>
                <a:gd name="connsiteX1990" fmla="*/ 81343 w 466725"/>
                <a:gd name="connsiteY1990" fmla="*/ 497110 h 1038225"/>
                <a:gd name="connsiteX1991" fmla="*/ 81534 w 466725"/>
                <a:gd name="connsiteY1991" fmla="*/ 497777 h 1038225"/>
                <a:gd name="connsiteX1992" fmla="*/ 82010 w 466725"/>
                <a:gd name="connsiteY1992" fmla="*/ 498443 h 1038225"/>
                <a:gd name="connsiteX1993" fmla="*/ 80200 w 466725"/>
                <a:gd name="connsiteY1993" fmla="*/ 498253 h 1038225"/>
                <a:gd name="connsiteX1994" fmla="*/ 78962 w 466725"/>
                <a:gd name="connsiteY1994" fmla="*/ 498348 h 1038225"/>
                <a:gd name="connsiteX1995" fmla="*/ 77915 w 466725"/>
                <a:gd name="connsiteY1995" fmla="*/ 499015 h 1038225"/>
                <a:gd name="connsiteX1996" fmla="*/ 75057 w 466725"/>
                <a:gd name="connsiteY1996" fmla="*/ 503206 h 1038225"/>
                <a:gd name="connsiteX1997" fmla="*/ 74771 w 466725"/>
                <a:gd name="connsiteY1997" fmla="*/ 503872 h 1038225"/>
                <a:gd name="connsiteX1998" fmla="*/ 74771 w 466725"/>
                <a:gd name="connsiteY1998" fmla="*/ 507492 h 1038225"/>
                <a:gd name="connsiteX1999" fmla="*/ 75533 w 466725"/>
                <a:gd name="connsiteY1999" fmla="*/ 507206 h 1038225"/>
                <a:gd name="connsiteX2000" fmla="*/ 75914 w 466725"/>
                <a:gd name="connsiteY2000" fmla="*/ 506635 h 1038225"/>
                <a:gd name="connsiteX2001" fmla="*/ 76581 w 466725"/>
                <a:gd name="connsiteY2001" fmla="*/ 505206 h 1038225"/>
                <a:gd name="connsiteX2002" fmla="*/ 76581 w 466725"/>
                <a:gd name="connsiteY2002" fmla="*/ 506539 h 1038225"/>
                <a:gd name="connsiteX2003" fmla="*/ 77248 w 466725"/>
                <a:gd name="connsiteY2003" fmla="*/ 507111 h 1038225"/>
                <a:gd name="connsiteX2004" fmla="*/ 79629 w 466725"/>
                <a:gd name="connsiteY2004" fmla="*/ 507111 h 1038225"/>
                <a:gd name="connsiteX2005" fmla="*/ 80105 w 466725"/>
                <a:gd name="connsiteY2005" fmla="*/ 506539 h 1038225"/>
                <a:gd name="connsiteX2006" fmla="*/ 80486 w 466725"/>
                <a:gd name="connsiteY2006" fmla="*/ 505492 h 1038225"/>
                <a:gd name="connsiteX2007" fmla="*/ 81153 w 466725"/>
                <a:gd name="connsiteY2007" fmla="*/ 504635 h 1038225"/>
                <a:gd name="connsiteX2008" fmla="*/ 82677 w 466725"/>
                <a:gd name="connsiteY2008" fmla="*/ 504825 h 1038225"/>
                <a:gd name="connsiteX2009" fmla="*/ 82201 w 466725"/>
                <a:gd name="connsiteY2009" fmla="*/ 505492 h 1038225"/>
                <a:gd name="connsiteX2010" fmla="*/ 80963 w 466725"/>
                <a:gd name="connsiteY2010" fmla="*/ 506063 h 1038225"/>
                <a:gd name="connsiteX2011" fmla="*/ 80582 w 466725"/>
                <a:gd name="connsiteY2011" fmla="*/ 506730 h 1038225"/>
                <a:gd name="connsiteX2012" fmla="*/ 80486 w 466725"/>
                <a:gd name="connsiteY2012" fmla="*/ 507778 h 1038225"/>
                <a:gd name="connsiteX2013" fmla="*/ 80677 w 466725"/>
                <a:gd name="connsiteY2013" fmla="*/ 508635 h 1038225"/>
                <a:gd name="connsiteX2014" fmla="*/ 81058 w 466725"/>
                <a:gd name="connsiteY2014" fmla="*/ 509302 h 1038225"/>
                <a:gd name="connsiteX2015" fmla="*/ 81629 w 466725"/>
                <a:gd name="connsiteY2015" fmla="*/ 509683 h 1038225"/>
                <a:gd name="connsiteX2016" fmla="*/ 83249 w 466725"/>
                <a:gd name="connsiteY2016" fmla="*/ 509873 h 1038225"/>
                <a:gd name="connsiteX2017" fmla="*/ 84487 w 466725"/>
                <a:gd name="connsiteY2017" fmla="*/ 509016 h 1038225"/>
                <a:gd name="connsiteX2018" fmla="*/ 85249 w 466725"/>
                <a:gd name="connsiteY2018" fmla="*/ 507492 h 1038225"/>
                <a:gd name="connsiteX2019" fmla="*/ 85630 w 466725"/>
                <a:gd name="connsiteY2019" fmla="*/ 505968 h 1038225"/>
                <a:gd name="connsiteX2020" fmla="*/ 86011 w 466725"/>
                <a:gd name="connsiteY2020" fmla="*/ 506349 h 1038225"/>
                <a:gd name="connsiteX2021" fmla="*/ 86773 w 466725"/>
                <a:gd name="connsiteY2021" fmla="*/ 507492 h 1038225"/>
                <a:gd name="connsiteX2022" fmla="*/ 86201 w 466725"/>
                <a:gd name="connsiteY2022" fmla="*/ 508349 h 1038225"/>
                <a:gd name="connsiteX2023" fmla="*/ 85439 w 466725"/>
                <a:gd name="connsiteY2023" fmla="*/ 509111 h 1038225"/>
                <a:gd name="connsiteX2024" fmla="*/ 85058 w 466725"/>
                <a:gd name="connsiteY2024" fmla="*/ 509969 h 1038225"/>
                <a:gd name="connsiteX2025" fmla="*/ 85344 w 466725"/>
                <a:gd name="connsiteY2025" fmla="*/ 510921 h 1038225"/>
                <a:gd name="connsiteX2026" fmla="*/ 84201 w 466725"/>
                <a:gd name="connsiteY2026" fmla="*/ 510540 h 1038225"/>
                <a:gd name="connsiteX2027" fmla="*/ 82963 w 466725"/>
                <a:gd name="connsiteY2027" fmla="*/ 510635 h 1038225"/>
                <a:gd name="connsiteX2028" fmla="*/ 82010 w 466725"/>
                <a:gd name="connsiteY2028" fmla="*/ 511207 h 1038225"/>
                <a:gd name="connsiteX2029" fmla="*/ 81629 w 466725"/>
                <a:gd name="connsiteY2029" fmla="*/ 512255 h 1038225"/>
                <a:gd name="connsiteX2030" fmla="*/ 82106 w 466725"/>
                <a:gd name="connsiteY2030" fmla="*/ 513112 h 1038225"/>
                <a:gd name="connsiteX2031" fmla="*/ 84106 w 466725"/>
                <a:gd name="connsiteY2031" fmla="*/ 513874 h 1038225"/>
                <a:gd name="connsiteX2032" fmla="*/ 84582 w 466725"/>
                <a:gd name="connsiteY2032" fmla="*/ 514541 h 1038225"/>
                <a:gd name="connsiteX2033" fmla="*/ 85058 w 466725"/>
                <a:gd name="connsiteY2033" fmla="*/ 515684 h 1038225"/>
                <a:gd name="connsiteX2034" fmla="*/ 86106 w 466725"/>
                <a:gd name="connsiteY2034" fmla="*/ 516731 h 1038225"/>
                <a:gd name="connsiteX2035" fmla="*/ 88201 w 466725"/>
                <a:gd name="connsiteY2035" fmla="*/ 518160 h 1038225"/>
                <a:gd name="connsiteX2036" fmla="*/ 89630 w 466725"/>
                <a:gd name="connsiteY2036" fmla="*/ 519589 h 1038225"/>
                <a:gd name="connsiteX2037" fmla="*/ 90202 w 466725"/>
                <a:gd name="connsiteY2037" fmla="*/ 519779 h 1038225"/>
                <a:gd name="connsiteX2038" fmla="*/ 91440 w 466725"/>
                <a:gd name="connsiteY2038" fmla="*/ 519779 h 1038225"/>
                <a:gd name="connsiteX2039" fmla="*/ 92012 w 466725"/>
                <a:gd name="connsiteY2039" fmla="*/ 519875 h 1038225"/>
                <a:gd name="connsiteX2040" fmla="*/ 92583 w 466725"/>
                <a:gd name="connsiteY2040" fmla="*/ 520160 h 1038225"/>
                <a:gd name="connsiteX2041" fmla="*/ 91631 w 466725"/>
                <a:gd name="connsiteY2041" fmla="*/ 520541 h 1038225"/>
                <a:gd name="connsiteX2042" fmla="*/ 91345 w 466725"/>
                <a:gd name="connsiteY2042" fmla="*/ 521208 h 1038225"/>
                <a:gd name="connsiteX2043" fmla="*/ 91821 w 466725"/>
                <a:gd name="connsiteY2043" fmla="*/ 521780 h 1038225"/>
                <a:gd name="connsiteX2044" fmla="*/ 93059 w 466725"/>
                <a:gd name="connsiteY2044" fmla="*/ 522065 h 1038225"/>
                <a:gd name="connsiteX2045" fmla="*/ 94679 w 466725"/>
                <a:gd name="connsiteY2045" fmla="*/ 521780 h 1038225"/>
                <a:gd name="connsiteX2046" fmla="*/ 94964 w 466725"/>
                <a:gd name="connsiteY2046" fmla="*/ 521780 h 1038225"/>
                <a:gd name="connsiteX2047" fmla="*/ 95345 w 466725"/>
                <a:gd name="connsiteY2047" fmla="*/ 522161 h 1038225"/>
                <a:gd name="connsiteX2048" fmla="*/ 95345 w 466725"/>
                <a:gd name="connsiteY2048" fmla="*/ 522542 h 1038225"/>
                <a:gd name="connsiteX2049" fmla="*/ 95059 w 466725"/>
                <a:gd name="connsiteY2049" fmla="*/ 523208 h 1038225"/>
                <a:gd name="connsiteX2050" fmla="*/ 95250 w 466725"/>
                <a:gd name="connsiteY2050" fmla="*/ 525018 h 1038225"/>
                <a:gd name="connsiteX2051" fmla="*/ 95250 w 466725"/>
                <a:gd name="connsiteY2051" fmla="*/ 526066 h 1038225"/>
                <a:gd name="connsiteX2052" fmla="*/ 94869 w 466725"/>
                <a:gd name="connsiteY2052" fmla="*/ 526828 h 1038225"/>
                <a:gd name="connsiteX2053" fmla="*/ 94012 w 466725"/>
                <a:gd name="connsiteY2053" fmla="*/ 528161 h 1038225"/>
                <a:gd name="connsiteX2054" fmla="*/ 93917 w 466725"/>
                <a:gd name="connsiteY2054" fmla="*/ 528256 h 1038225"/>
                <a:gd name="connsiteX2055" fmla="*/ 93440 w 466725"/>
                <a:gd name="connsiteY2055" fmla="*/ 528447 h 1038225"/>
                <a:gd name="connsiteX2056" fmla="*/ 93250 w 466725"/>
                <a:gd name="connsiteY2056" fmla="*/ 528542 h 1038225"/>
                <a:gd name="connsiteX2057" fmla="*/ 93155 w 466725"/>
                <a:gd name="connsiteY2057" fmla="*/ 528733 h 1038225"/>
                <a:gd name="connsiteX2058" fmla="*/ 93250 w 466725"/>
                <a:gd name="connsiteY2058" fmla="*/ 529400 h 1038225"/>
                <a:gd name="connsiteX2059" fmla="*/ 93250 w 466725"/>
                <a:gd name="connsiteY2059" fmla="*/ 529685 h 1038225"/>
                <a:gd name="connsiteX2060" fmla="*/ 92202 w 466725"/>
                <a:gd name="connsiteY2060" fmla="*/ 530828 h 1038225"/>
                <a:gd name="connsiteX2061" fmla="*/ 88773 w 466725"/>
                <a:gd name="connsiteY2061" fmla="*/ 533400 h 1038225"/>
                <a:gd name="connsiteX2062" fmla="*/ 87154 w 466725"/>
                <a:gd name="connsiteY2062" fmla="*/ 534257 h 1038225"/>
                <a:gd name="connsiteX2063" fmla="*/ 85154 w 466725"/>
                <a:gd name="connsiteY2063" fmla="*/ 534448 h 1038225"/>
                <a:gd name="connsiteX2064" fmla="*/ 82963 w 466725"/>
                <a:gd name="connsiteY2064" fmla="*/ 533781 h 1038225"/>
                <a:gd name="connsiteX2065" fmla="*/ 81248 w 466725"/>
                <a:gd name="connsiteY2065" fmla="*/ 532543 h 1038225"/>
                <a:gd name="connsiteX2066" fmla="*/ 80963 w 466725"/>
                <a:gd name="connsiteY2066" fmla="*/ 531209 h 1038225"/>
                <a:gd name="connsiteX2067" fmla="*/ 79343 w 466725"/>
                <a:gd name="connsiteY2067" fmla="*/ 531019 h 1038225"/>
                <a:gd name="connsiteX2068" fmla="*/ 78200 w 466725"/>
                <a:gd name="connsiteY2068" fmla="*/ 530543 h 1038225"/>
                <a:gd name="connsiteX2069" fmla="*/ 75914 w 466725"/>
                <a:gd name="connsiteY2069" fmla="*/ 528923 h 1038225"/>
                <a:gd name="connsiteX2070" fmla="*/ 76772 w 466725"/>
                <a:gd name="connsiteY2070" fmla="*/ 528161 h 1038225"/>
                <a:gd name="connsiteX2071" fmla="*/ 76486 w 466725"/>
                <a:gd name="connsiteY2071" fmla="*/ 526828 h 1038225"/>
                <a:gd name="connsiteX2072" fmla="*/ 75438 w 466725"/>
                <a:gd name="connsiteY2072" fmla="*/ 525113 h 1038225"/>
                <a:gd name="connsiteX2073" fmla="*/ 73628 w 466725"/>
                <a:gd name="connsiteY2073" fmla="*/ 525113 h 1038225"/>
                <a:gd name="connsiteX2074" fmla="*/ 73152 w 466725"/>
                <a:gd name="connsiteY2074" fmla="*/ 524923 h 1038225"/>
                <a:gd name="connsiteX2075" fmla="*/ 72962 w 466725"/>
                <a:gd name="connsiteY2075" fmla="*/ 524447 h 1038225"/>
                <a:gd name="connsiteX2076" fmla="*/ 72771 w 466725"/>
                <a:gd name="connsiteY2076" fmla="*/ 523970 h 1038225"/>
                <a:gd name="connsiteX2077" fmla="*/ 72390 w 466725"/>
                <a:gd name="connsiteY2077" fmla="*/ 523589 h 1038225"/>
                <a:gd name="connsiteX2078" fmla="*/ 71152 w 466725"/>
                <a:gd name="connsiteY2078" fmla="*/ 523494 h 1038225"/>
                <a:gd name="connsiteX2079" fmla="*/ 70009 w 466725"/>
                <a:gd name="connsiteY2079" fmla="*/ 524066 h 1038225"/>
                <a:gd name="connsiteX2080" fmla="*/ 69151 w 466725"/>
                <a:gd name="connsiteY2080" fmla="*/ 524923 h 1038225"/>
                <a:gd name="connsiteX2081" fmla="*/ 68771 w 466725"/>
                <a:gd name="connsiteY2081" fmla="*/ 525780 h 1038225"/>
                <a:gd name="connsiteX2082" fmla="*/ 68771 w 466725"/>
                <a:gd name="connsiteY2082" fmla="*/ 528161 h 1038225"/>
                <a:gd name="connsiteX2083" fmla="*/ 68961 w 466725"/>
                <a:gd name="connsiteY2083" fmla="*/ 529114 h 1038225"/>
                <a:gd name="connsiteX2084" fmla="*/ 69533 w 466725"/>
                <a:gd name="connsiteY2084" fmla="*/ 530257 h 1038225"/>
                <a:gd name="connsiteX2085" fmla="*/ 72581 w 466725"/>
                <a:gd name="connsiteY2085" fmla="*/ 534448 h 1038225"/>
                <a:gd name="connsiteX2086" fmla="*/ 73152 w 466725"/>
                <a:gd name="connsiteY2086" fmla="*/ 534829 h 1038225"/>
                <a:gd name="connsiteX2087" fmla="*/ 74581 w 466725"/>
                <a:gd name="connsiteY2087" fmla="*/ 537877 h 1038225"/>
                <a:gd name="connsiteX2088" fmla="*/ 75248 w 466725"/>
                <a:gd name="connsiteY2088" fmla="*/ 538639 h 1038225"/>
                <a:gd name="connsiteX2089" fmla="*/ 77057 w 466725"/>
                <a:gd name="connsiteY2089" fmla="*/ 540163 h 1038225"/>
                <a:gd name="connsiteX2090" fmla="*/ 77438 w 466725"/>
                <a:gd name="connsiteY2090" fmla="*/ 541020 h 1038225"/>
                <a:gd name="connsiteX2091" fmla="*/ 77533 w 466725"/>
                <a:gd name="connsiteY2091" fmla="*/ 541592 h 1038225"/>
                <a:gd name="connsiteX2092" fmla="*/ 77724 w 466725"/>
                <a:gd name="connsiteY2092" fmla="*/ 542258 h 1038225"/>
                <a:gd name="connsiteX2093" fmla="*/ 78010 w 466725"/>
                <a:gd name="connsiteY2093" fmla="*/ 542925 h 1038225"/>
                <a:gd name="connsiteX2094" fmla="*/ 78296 w 466725"/>
                <a:gd name="connsiteY2094" fmla="*/ 543401 h 1038225"/>
                <a:gd name="connsiteX2095" fmla="*/ 78581 w 466725"/>
                <a:gd name="connsiteY2095" fmla="*/ 543973 h 1038225"/>
                <a:gd name="connsiteX2096" fmla="*/ 78391 w 466725"/>
                <a:gd name="connsiteY2096" fmla="*/ 545211 h 1038225"/>
                <a:gd name="connsiteX2097" fmla="*/ 78486 w 466725"/>
                <a:gd name="connsiteY2097" fmla="*/ 545878 h 1038225"/>
                <a:gd name="connsiteX2098" fmla="*/ 78962 w 466725"/>
                <a:gd name="connsiteY2098" fmla="*/ 546640 h 1038225"/>
                <a:gd name="connsiteX2099" fmla="*/ 79343 w 466725"/>
                <a:gd name="connsiteY2099" fmla="*/ 546735 h 1038225"/>
                <a:gd name="connsiteX2100" fmla="*/ 79724 w 466725"/>
                <a:gd name="connsiteY2100" fmla="*/ 546640 h 1038225"/>
                <a:gd name="connsiteX2101" fmla="*/ 80296 w 466725"/>
                <a:gd name="connsiteY2101" fmla="*/ 546735 h 1038225"/>
                <a:gd name="connsiteX2102" fmla="*/ 80867 w 466725"/>
                <a:gd name="connsiteY2102" fmla="*/ 547211 h 1038225"/>
                <a:gd name="connsiteX2103" fmla="*/ 81248 w 466725"/>
                <a:gd name="connsiteY2103" fmla="*/ 547688 h 1038225"/>
                <a:gd name="connsiteX2104" fmla="*/ 81534 w 466725"/>
                <a:gd name="connsiteY2104" fmla="*/ 548164 h 1038225"/>
                <a:gd name="connsiteX2105" fmla="*/ 81915 w 466725"/>
                <a:gd name="connsiteY2105" fmla="*/ 548735 h 1038225"/>
                <a:gd name="connsiteX2106" fmla="*/ 82772 w 466725"/>
                <a:gd name="connsiteY2106" fmla="*/ 549307 h 1038225"/>
                <a:gd name="connsiteX2107" fmla="*/ 85058 w 466725"/>
                <a:gd name="connsiteY2107" fmla="*/ 550259 h 1038225"/>
                <a:gd name="connsiteX2108" fmla="*/ 86106 w 466725"/>
                <a:gd name="connsiteY2108" fmla="*/ 550831 h 1038225"/>
                <a:gd name="connsiteX2109" fmla="*/ 88868 w 466725"/>
                <a:gd name="connsiteY2109" fmla="*/ 553498 h 1038225"/>
                <a:gd name="connsiteX2110" fmla="*/ 91059 w 466725"/>
                <a:gd name="connsiteY2110" fmla="*/ 554260 h 1038225"/>
                <a:gd name="connsiteX2111" fmla="*/ 91726 w 466725"/>
                <a:gd name="connsiteY2111" fmla="*/ 555022 h 1038225"/>
                <a:gd name="connsiteX2112" fmla="*/ 92297 w 466725"/>
                <a:gd name="connsiteY2112" fmla="*/ 555498 h 1038225"/>
                <a:gd name="connsiteX2113" fmla="*/ 93059 w 466725"/>
                <a:gd name="connsiteY2113" fmla="*/ 554927 h 1038225"/>
                <a:gd name="connsiteX2114" fmla="*/ 92964 w 466725"/>
                <a:gd name="connsiteY2114" fmla="*/ 554831 h 1038225"/>
                <a:gd name="connsiteX2115" fmla="*/ 92774 w 466725"/>
                <a:gd name="connsiteY2115" fmla="*/ 554450 h 1038225"/>
                <a:gd name="connsiteX2116" fmla="*/ 92678 w 466725"/>
                <a:gd name="connsiteY2116" fmla="*/ 554069 h 1038225"/>
                <a:gd name="connsiteX2117" fmla="*/ 92678 w 466725"/>
                <a:gd name="connsiteY2117" fmla="*/ 553784 h 1038225"/>
                <a:gd name="connsiteX2118" fmla="*/ 92774 w 466725"/>
                <a:gd name="connsiteY2118" fmla="*/ 553688 h 1038225"/>
                <a:gd name="connsiteX2119" fmla="*/ 93250 w 466725"/>
                <a:gd name="connsiteY2119" fmla="*/ 553498 h 1038225"/>
                <a:gd name="connsiteX2120" fmla="*/ 93345 w 466725"/>
                <a:gd name="connsiteY2120" fmla="*/ 553403 h 1038225"/>
                <a:gd name="connsiteX2121" fmla="*/ 94583 w 466725"/>
                <a:gd name="connsiteY2121" fmla="*/ 551879 h 1038225"/>
                <a:gd name="connsiteX2122" fmla="*/ 94774 w 466725"/>
                <a:gd name="connsiteY2122" fmla="*/ 551307 h 1038225"/>
                <a:gd name="connsiteX2123" fmla="*/ 94869 w 466725"/>
                <a:gd name="connsiteY2123" fmla="*/ 550831 h 1038225"/>
                <a:gd name="connsiteX2124" fmla="*/ 95155 w 466725"/>
                <a:gd name="connsiteY2124" fmla="*/ 549973 h 1038225"/>
                <a:gd name="connsiteX2125" fmla="*/ 95250 w 466725"/>
                <a:gd name="connsiteY2125" fmla="*/ 549402 h 1038225"/>
                <a:gd name="connsiteX2126" fmla="*/ 95059 w 466725"/>
                <a:gd name="connsiteY2126" fmla="*/ 548735 h 1038225"/>
                <a:gd name="connsiteX2127" fmla="*/ 94202 w 466725"/>
                <a:gd name="connsiteY2127" fmla="*/ 547592 h 1038225"/>
                <a:gd name="connsiteX2128" fmla="*/ 93821 w 466725"/>
                <a:gd name="connsiteY2128" fmla="*/ 547021 h 1038225"/>
                <a:gd name="connsiteX2129" fmla="*/ 93535 w 466725"/>
                <a:gd name="connsiteY2129" fmla="*/ 545878 h 1038225"/>
                <a:gd name="connsiteX2130" fmla="*/ 93440 w 466725"/>
                <a:gd name="connsiteY2130" fmla="*/ 542258 h 1038225"/>
                <a:gd name="connsiteX2131" fmla="*/ 93535 w 466725"/>
                <a:gd name="connsiteY2131" fmla="*/ 541592 h 1038225"/>
                <a:gd name="connsiteX2132" fmla="*/ 93726 w 466725"/>
                <a:gd name="connsiteY2132" fmla="*/ 541115 h 1038225"/>
                <a:gd name="connsiteX2133" fmla="*/ 93726 w 466725"/>
                <a:gd name="connsiteY2133" fmla="*/ 540639 h 1038225"/>
                <a:gd name="connsiteX2134" fmla="*/ 93250 w 466725"/>
                <a:gd name="connsiteY2134" fmla="*/ 539972 h 1038225"/>
                <a:gd name="connsiteX2135" fmla="*/ 91535 w 466725"/>
                <a:gd name="connsiteY2135" fmla="*/ 538258 h 1038225"/>
                <a:gd name="connsiteX2136" fmla="*/ 91250 w 466725"/>
                <a:gd name="connsiteY2136" fmla="*/ 537877 h 1038225"/>
                <a:gd name="connsiteX2137" fmla="*/ 91250 w 466725"/>
                <a:gd name="connsiteY2137" fmla="*/ 537115 h 1038225"/>
                <a:gd name="connsiteX2138" fmla="*/ 91535 w 466725"/>
                <a:gd name="connsiteY2138" fmla="*/ 536353 h 1038225"/>
                <a:gd name="connsiteX2139" fmla="*/ 92012 w 466725"/>
                <a:gd name="connsiteY2139" fmla="*/ 535972 h 1038225"/>
                <a:gd name="connsiteX2140" fmla="*/ 92678 w 466725"/>
                <a:gd name="connsiteY2140" fmla="*/ 536258 h 1038225"/>
                <a:gd name="connsiteX2141" fmla="*/ 92869 w 466725"/>
                <a:gd name="connsiteY2141" fmla="*/ 536829 h 1038225"/>
                <a:gd name="connsiteX2142" fmla="*/ 92964 w 466725"/>
                <a:gd name="connsiteY2142" fmla="*/ 538258 h 1038225"/>
                <a:gd name="connsiteX2143" fmla="*/ 93250 w 466725"/>
                <a:gd name="connsiteY2143" fmla="*/ 538829 h 1038225"/>
                <a:gd name="connsiteX2144" fmla="*/ 94679 w 466725"/>
                <a:gd name="connsiteY2144" fmla="*/ 539591 h 1038225"/>
                <a:gd name="connsiteX2145" fmla="*/ 95822 w 466725"/>
                <a:gd name="connsiteY2145" fmla="*/ 538829 h 1038225"/>
                <a:gd name="connsiteX2146" fmla="*/ 96679 w 466725"/>
                <a:gd name="connsiteY2146" fmla="*/ 537686 h 1038225"/>
                <a:gd name="connsiteX2147" fmla="*/ 97346 w 466725"/>
                <a:gd name="connsiteY2147" fmla="*/ 537115 h 1038225"/>
                <a:gd name="connsiteX2148" fmla="*/ 97917 w 466725"/>
                <a:gd name="connsiteY2148" fmla="*/ 536353 h 1038225"/>
                <a:gd name="connsiteX2149" fmla="*/ 97917 w 466725"/>
                <a:gd name="connsiteY2149" fmla="*/ 534638 h 1038225"/>
                <a:gd name="connsiteX2150" fmla="*/ 97536 w 466725"/>
                <a:gd name="connsiteY2150" fmla="*/ 531781 h 1038225"/>
                <a:gd name="connsiteX2151" fmla="*/ 97822 w 466725"/>
                <a:gd name="connsiteY2151" fmla="*/ 530162 h 1038225"/>
                <a:gd name="connsiteX2152" fmla="*/ 99250 w 466725"/>
                <a:gd name="connsiteY2152" fmla="*/ 527495 h 1038225"/>
                <a:gd name="connsiteX2153" fmla="*/ 99727 w 466725"/>
                <a:gd name="connsiteY2153" fmla="*/ 526066 h 1038225"/>
                <a:gd name="connsiteX2154" fmla="*/ 100108 w 466725"/>
                <a:gd name="connsiteY2154" fmla="*/ 526923 h 1038225"/>
                <a:gd name="connsiteX2155" fmla="*/ 99917 w 466725"/>
                <a:gd name="connsiteY2155" fmla="*/ 528161 h 1038225"/>
                <a:gd name="connsiteX2156" fmla="*/ 99441 w 466725"/>
                <a:gd name="connsiteY2156" fmla="*/ 529304 h 1038225"/>
                <a:gd name="connsiteX2157" fmla="*/ 98965 w 466725"/>
                <a:gd name="connsiteY2157" fmla="*/ 529780 h 1038225"/>
                <a:gd name="connsiteX2158" fmla="*/ 98774 w 466725"/>
                <a:gd name="connsiteY2158" fmla="*/ 530638 h 1038225"/>
                <a:gd name="connsiteX2159" fmla="*/ 99155 w 466725"/>
                <a:gd name="connsiteY2159" fmla="*/ 535305 h 1038225"/>
                <a:gd name="connsiteX2160" fmla="*/ 98965 w 466725"/>
                <a:gd name="connsiteY2160" fmla="*/ 536067 h 1038225"/>
                <a:gd name="connsiteX2161" fmla="*/ 98298 w 466725"/>
                <a:gd name="connsiteY2161" fmla="*/ 537496 h 1038225"/>
                <a:gd name="connsiteX2162" fmla="*/ 98012 w 466725"/>
                <a:gd name="connsiteY2162" fmla="*/ 538163 h 1038225"/>
                <a:gd name="connsiteX2163" fmla="*/ 98012 w 466725"/>
                <a:gd name="connsiteY2163" fmla="*/ 539020 h 1038225"/>
                <a:gd name="connsiteX2164" fmla="*/ 98298 w 466725"/>
                <a:gd name="connsiteY2164" fmla="*/ 540258 h 1038225"/>
                <a:gd name="connsiteX2165" fmla="*/ 98393 w 466725"/>
                <a:gd name="connsiteY2165" fmla="*/ 540830 h 1038225"/>
                <a:gd name="connsiteX2166" fmla="*/ 98108 w 466725"/>
                <a:gd name="connsiteY2166" fmla="*/ 541687 h 1038225"/>
                <a:gd name="connsiteX2167" fmla="*/ 97822 w 466725"/>
                <a:gd name="connsiteY2167" fmla="*/ 542258 h 1038225"/>
                <a:gd name="connsiteX2168" fmla="*/ 97917 w 466725"/>
                <a:gd name="connsiteY2168" fmla="*/ 542639 h 1038225"/>
                <a:gd name="connsiteX2169" fmla="*/ 98774 w 466725"/>
                <a:gd name="connsiteY2169" fmla="*/ 543020 h 1038225"/>
                <a:gd name="connsiteX2170" fmla="*/ 99346 w 466725"/>
                <a:gd name="connsiteY2170" fmla="*/ 543020 h 1038225"/>
                <a:gd name="connsiteX2171" fmla="*/ 100584 w 466725"/>
                <a:gd name="connsiteY2171" fmla="*/ 542639 h 1038225"/>
                <a:gd name="connsiteX2172" fmla="*/ 101346 w 466725"/>
                <a:gd name="connsiteY2172" fmla="*/ 542639 h 1038225"/>
                <a:gd name="connsiteX2173" fmla="*/ 100965 w 466725"/>
                <a:gd name="connsiteY2173" fmla="*/ 543020 h 1038225"/>
                <a:gd name="connsiteX2174" fmla="*/ 99536 w 466725"/>
                <a:gd name="connsiteY2174" fmla="*/ 543973 h 1038225"/>
                <a:gd name="connsiteX2175" fmla="*/ 99632 w 466725"/>
                <a:gd name="connsiteY2175" fmla="*/ 544354 h 1038225"/>
                <a:gd name="connsiteX2176" fmla="*/ 99727 w 466725"/>
                <a:gd name="connsiteY2176" fmla="*/ 544735 h 1038225"/>
                <a:gd name="connsiteX2177" fmla="*/ 99822 w 466725"/>
                <a:gd name="connsiteY2177" fmla="*/ 545116 h 1038225"/>
                <a:gd name="connsiteX2178" fmla="*/ 99727 w 466725"/>
                <a:gd name="connsiteY2178" fmla="*/ 545306 h 1038225"/>
                <a:gd name="connsiteX2179" fmla="*/ 99155 w 466725"/>
                <a:gd name="connsiteY2179" fmla="*/ 546259 h 1038225"/>
                <a:gd name="connsiteX2180" fmla="*/ 99060 w 466725"/>
                <a:gd name="connsiteY2180" fmla="*/ 546640 h 1038225"/>
                <a:gd name="connsiteX2181" fmla="*/ 98584 w 466725"/>
                <a:gd name="connsiteY2181" fmla="*/ 547592 h 1038225"/>
                <a:gd name="connsiteX2182" fmla="*/ 98489 w 466725"/>
                <a:gd name="connsiteY2182" fmla="*/ 548259 h 1038225"/>
                <a:gd name="connsiteX2183" fmla="*/ 98584 w 466725"/>
                <a:gd name="connsiteY2183" fmla="*/ 549021 h 1038225"/>
                <a:gd name="connsiteX2184" fmla="*/ 99250 w 466725"/>
                <a:gd name="connsiteY2184" fmla="*/ 550926 h 1038225"/>
                <a:gd name="connsiteX2185" fmla="*/ 98393 w 466725"/>
                <a:gd name="connsiteY2185" fmla="*/ 551974 h 1038225"/>
                <a:gd name="connsiteX2186" fmla="*/ 98108 w 466725"/>
                <a:gd name="connsiteY2186" fmla="*/ 553593 h 1038225"/>
                <a:gd name="connsiteX2187" fmla="*/ 98393 w 466725"/>
                <a:gd name="connsiteY2187" fmla="*/ 555212 h 1038225"/>
                <a:gd name="connsiteX2188" fmla="*/ 99155 w 466725"/>
                <a:gd name="connsiteY2188" fmla="*/ 556260 h 1038225"/>
                <a:gd name="connsiteX2189" fmla="*/ 99346 w 466725"/>
                <a:gd name="connsiteY2189" fmla="*/ 556070 h 1038225"/>
                <a:gd name="connsiteX2190" fmla="*/ 99822 w 466725"/>
                <a:gd name="connsiteY2190" fmla="*/ 555784 h 1038225"/>
                <a:gd name="connsiteX2191" fmla="*/ 100393 w 466725"/>
                <a:gd name="connsiteY2191" fmla="*/ 556641 h 1038225"/>
                <a:gd name="connsiteX2192" fmla="*/ 101441 w 466725"/>
                <a:gd name="connsiteY2192" fmla="*/ 557308 h 1038225"/>
                <a:gd name="connsiteX2193" fmla="*/ 102584 w 466725"/>
                <a:gd name="connsiteY2193" fmla="*/ 557594 h 1038225"/>
                <a:gd name="connsiteX2194" fmla="*/ 103346 w 466725"/>
                <a:gd name="connsiteY2194" fmla="*/ 557403 h 1038225"/>
                <a:gd name="connsiteX2195" fmla="*/ 103251 w 466725"/>
                <a:gd name="connsiteY2195" fmla="*/ 556736 h 1038225"/>
                <a:gd name="connsiteX2196" fmla="*/ 103251 w 466725"/>
                <a:gd name="connsiteY2196" fmla="*/ 555974 h 1038225"/>
                <a:gd name="connsiteX2197" fmla="*/ 103537 w 466725"/>
                <a:gd name="connsiteY2197" fmla="*/ 555212 h 1038225"/>
                <a:gd name="connsiteX2198" fmla="*/ 104108 w 466725"/>
                <a:gd name="connsiteY2198" fmla="*/ 554736 h 1038225"/>
                <a:gd name="connsiteX2199" fmla="*/ 104013 w 466725"/>
                <a:gd name="connsiteY2199" fmla="*/ 556355 h 1038225"/>
                <a:gd name="connsiteX2200" fmla="*/ 104299 w 466725"/>
                <a:gd name="connsiteY2200" fmla="*/ 557403 h 1038225"/>
                <a:gd name="connsiteX2201" fmla="*/ 105918 w 466725"/>
                <a:gd name="connsiteY2201" fmla="*/ 559403 h 1038225"/>
                <a:gd name="connsiteX2202" fmla="*/ 107442 w 466725"/>
                <a:gd name="connsiteY2202" fmla="*/ 561785 h 1038225"/>
                <a:gd name="connsiteX2203" fmla="*/ 108299 w 466725"/>
                <a:gd name="connsiteY2203" fmla="*/ 562166 h 1038225"/>
                <a:gd name="connsiteX2204" fmla="*/ 109538 w 466725"/>
                <a:gd name="connsiteY2204" fmla="*/ 561213 h 1038225"/>
                <a:gd name="connsiteX2205" fmla="*/ 110109 w 466725"/>
                <a:gd name="connsiteY2205" fmla="*/ 561594 h 1038225"/>
                <a:gd name="connsiteX2206" fmla="*/ 110966 w 466725"/>
                <a:gd name="connsiteY2206" fmla="*/ 561975 h 1038225"/>
                <a:gd name="connsiteX2207" fmla="*/ 107442 w 466725"/>
                <a:gd name="connsiteY2207" fmla="*/ 562737 h 1038225"/>
                <a:gd name="connsiteX2208" fmla="*/ 105442 w 466725"/>
                <a:gd name="connsiteY2208" fmla="*/ 562737 h 1038225"/>
                <a:gd name="connsiteX2209" fmla="*/ 104489 w 466725"/>
                <a:gd name="connsiteY2209" fmla="*/ 561975 h 1038225"/>
                <a:gd name="connsiteX2210" fmla="*/ 104108 w 466725"/>
                <a:gd name="connsiteY2210" fmla="*/ 561975 h 1038225"/>
                <a:gd name="connsiteX2211" fmla="*/ 104108 w 466725"/>
                <a:gd name="connsiteY2211" fmla="*/ 562356 h 1038225"/>
                <a:gd name="connsiteX2212" fmla="*/ 109347 w 466725"/>
                <a:gd name="connsiteY2212" fmla="*/ 567404 h 1038225"/>
                <a:gd name="connsiteX2213" fmla="*/ 109538 w 466725"/>
                <a:gd name="connsiteY2213" fmla="*/ 567976 h 1038225"/>
                <a:gd name="connsiteX2214" fmla="*/ 110014 w 466725"/>
                <a:gd name="connsiteY2214" fmla="*/ 572548 h 1038225"/>
                <a:gd name="connsiteX2215" fmla="*/ 109823 w 466725"/>
                <a:gd name="connsiteY2215" fmla="*/ 573024 h 1038225"/>
                <a:gd name="connsiteX2216" fmla="*/ 109061 w 466725"/>
                <a:gd name="connsiteY2216" fmla="*/ 572834 h 1038225"/>
                <a:gd name="connsiteX2217" fmla="*/ 109823 w 466725"/>
                <a:gd name="connsiteY2217" fmla="*/ 574548 h 1038225"/>
                <a:gd name="connsiteX2218" fmla="*/ 110871 w 466725"/>
                <a:gd name="connsiteY2218" fmla="*/ 576167 h 1038225"/>
                <a:gd name="connsiteX2219" fmla="*/ 113538 w 466725"/>
                <a:gd name="connsiteY2219" fmla="*/ 579120 h 1038225"/>
                <a:gd name="connsiteX2220" fmla="*/ 113919 w 466725"/>
                <a:gd name="connsiteY2220" fmla="*/ 579977 h 1038225"/>
                <a:gd name="connsiteX2221" fmla="*/ 114205 w 466725"/>
                <a:gd name="connsiteY2221" fmla="*/ 581025 h 1038225"/>
                <a:gd name="connsiteX2222" fmla="*/ 114586 w 466725"/>
                <a:gd name="connsiteY2222" fmla="*/ 581882 h 1038225"/>
                <a:gd name="connsiteX2223" fmla="*/ 115348 w 466725"/>
                <a:gd name="connsiteY2223" fmla="*/ 582263 h 1038225"/>
                <a:gd name="connsiteX2224" fmla="*/ 116586 w 466725"/>
                <a:gd name="connsiteY2224" fmla="*/ 582549 h 1038225"/>
                <a:gd name="connsiteX2225" fmla="*/ 117062 w 466725"/>
                <a:gd name="connsiteY2225" fmla="*/ 583311 h 1038225"/>
                <a:gd name="connsiteX2226" fmla="*/ 117348 w 466725"/>
                <a:gd name="connsiteY2226" fmla="*/ 584263 h 1038225"/>
                <a:gd name="connsiteX2227" fmla="*/ 117920 w 466725"/>
                <a:gd name="connsiteY2227" fmla="*/ 585121 h 1038225"/>
                <a:gd name="connsiteX2228" fmla="*/ 117539 w 466725"/>
                <a:gd name="connsiteY2228" fmla="*/ 585406 h 1038225"/>
                <a:gd name="connsiteX2229" fmla="*/ 116872 w 466725"/>
                <a:gd name="connsiteY2229" fmla="*/ 586359 h 1038225"/>
                <a:gd name="connsiteX2230" fmla="*/ 116491 w 466725"/>
                <a:gd name="connsiteY2230" fmla="*/ 586645 h 1038225"/>
                <a:gd name="connsiteX2231" fmla="*/ 115919 w 466725"/>
                <a:gd name="connsiteY2231" fmla="*/ 586550 h 1038225"/>
                <a:gd name="connsiteX2232" fmla="*/ 115252 w 466725"/>
                <a:gd name="connsiteY2232" fmla="*/ 585883 h 1038225"/>
                <a:gd name="connsiteX2233" fmla="*/ 114395 w 466725"/>
                <a:gd name="connsiteY2233" fmla="*/ 586169 h 1038225"/>
                <a:gd name="connsiteX2234" fmla="*/ 113824 w 466725"/>
                <a:gd name="connsiteY2234" fmla="*/ 585406 h 1038225"/>
                <a:gd name="connsiteX2235" fmla="*/ 113443 w 466725"/>
                <a:gd name="connsiteY2235" fmla="*/ 585597 h 1038225"/>
                <a:gd name="connsiteX2236" fmla="*/ 113252 w 466725"/>
                <a:gd name="connsiteY2236" fmla="*/ 586073 h 1038225"/>
                <a:gd name="connsiteX2237" fmla="*/ 113157 w 466725"/>
                <a:gd name="connsiteY2237" fmla="*/ 586835 h 1038225"/>
                <a:gd name="connsiteX2238" fmla="*/ 113157 w 466725"/>
                <a:gd name="connsiteY2238" fmla="*/ 587597 h 1038225"/>
                <a:gd name="connsiteX2239" fmla="*/ 113252 w 466725"/>
                <a:gd name="connsiteY2239" fmla="*/ 588073 h 1038225"/>
                <a:gd name="connsiteX2240" fmla="*/ 114014 w 466725"/>
                <a:gd name="connsiteY2240" fmla="*/ 588740 h 1038225"/>
                <a:gd name="connsiteX2241" fmla="*/ 115062 w 466725"/>
                <a:gd name="connsiteY2241" fmla="*/ 588836 h 1038225"/>
                <a:gd name="connsiteX2242" fmla="*/ 117443 w 466725"/>
                <a:gd name="connsiteY2242" fmla="*/ 588550 h 1038225"/>
                <a:gd name="connsiteX2243" fmla="*/ 118300 w 466725"/>
                <a:gd name="connsiteY2243" fmla="*/ 589026 h 1038225"/>
                <a:gd name="connsiteX2244" fmla="*/ 118682 w 466725"/>
                <a:gd name="connsiteY2244" fmla="*/ 590169 h 1038225"/>
                <a:gd name="connsiteX2245" fmla="*/ 119063 w 466725"/>
                <a:gd name="connsiteY2245" fmla="*/ 592360 h 1038225"/>
                <a:gd name="connsiteX2246" fmla="*/ 119253 w 466725"/>
                <a:gd name="connsiteY2246" fmla="*/ 592646 h 1038225"/>
                <a:gd name="connsiteX2247" fmla="*/ 119825 w 466725"/>
                <a:gd name="connsiteY2247" fmla="*/ 593312 h 1038225"/>
                <a:gd name="connsiteX2248" fmla="*/ 120110 w 466725"/>
                <a:gd name="connsiteY2248" fmla="*/ 593788 h 1038225"/>
                <a:gd name="connsiteX2249" fmla="*/ 120301 w 466725"/>
                <a:gd name="connsiteY2249" fmla="*/ 594455 h 1038225"/>
                <a:gd name="connsiteX2250" fmla="*/ 120301 w 466725"/>
                <a:gd name="connsiteY2250" fmla="*/ 595122 h 1038225"/>
                <a:gd name="connsiteX2251" fmla="*/ 120396 w 466725"/>
                <a:gd name="connsiteY2251" fmla="*/ 595694 h 1038225"/>
                <a:gd name="connsiteX2252" fmla="*/ 121444 w 466725"/>
                <a:gd name="connsiteY2252" fmla="*/ 597218 h 1038225"/>
                <a:gd name="connsiteX2253" fmla="*/ 121920 w 466725"/>
                <a:gd name="connsiteY2253" fmla="*/ 598456 h 1038225"/>
                <a:gd name="connsiteX2254" fmla="*/ 122110 w 466725"/>
                <a:gd name="connsiteY2254" fmla="*/ 599789 h 1038225"/>
                <a:gd name="connsiteX2255" fmla="*/ 122015 w 466725"/>
                <a:gd name="connsiteY2255" fmla="*/ 601028 h 1038225"/>
                <a:gd name="connsiteX2256" fmla="*/ 121444 w 466725"/>
                <a:gd name="connsiteY2256" fmla="*/ 601599 h 1038225"/>
                <a:gd name="connsiteX2257" fmla="*/ 119825 w 466725"/>
                <a:gd name="connsiteY2257" fmla="*/ 602266 h 1038225"/>
                <a:gd name="connsiteX2258" fmla="*/ 119443 w 466725"/>
                <a:gd name="connsiteY2258" fmla="*/ 603028 h 1038225"/>
                <a:gd name="connsiteX2259" fmla="*/ 119634 w 466725"/>
                <a:gd name="connsiteY2259" fmla="*/ 603885 h 1038225"/>
                <a:gd name="connsiteX2260" fmla="*/ 121539 w 466725"/>
                <a:gd name="connsiteY2260" fmla="*/ 607790 h 1038225"/>
                <a:gd name="connsiteX2261" fmla="*/ 121825 w 466725"/>
                <a:gd name="connsiteY2261" fmla="*/ 609219 h 1038225"/>
                <a:gd name="connsiteX2262" fmla="*/ 121920 w 466725"/>
                <a:gd name="connsiteY2262" fmla="*/ 612458 h 1038225"/>
                <a:gd name="connsiteX2263" fmla="*/ 122396 w 466725"/>
                <a:gd name="connsiteY2263" fmla="*/ 614077 h 1038225"/>
                <a:gd name="connsiteX2264" fmla="*/ 124587 w 466725"/>
                <a:gd name="connsiteY2264" fmla="*/ 616172 h 1038225"/>
                <a:gd name="connsiteX2265" fmla="*/ 125063 w 466725"/>
                <a:gd name="connsiteY2265" fmla="*/ 617315 h 1038225"/>
                <a:gd name="connsiteX2266" fmla="*/ 125254 w 466725"/>
                <a:gd name="connsiteY2266" fmla="*/ 619792 h 1038225"/>
                <a:gd name="connsiteX2267" fmla="*/ 125540 w 466725"/>
                <a:gd name="connsiteY2267" fmla="*/ 620935 h 1038225"/>
                <a:gd name="connsiteX2268" fmla="*/ 126111 w 466725"/>
                <a:gd name="connsiteY2268" fmla="*/ 621983 h 1038225"/>
                <a:gd name="connsiteX2269" fmla="*/ 126968 w 466725"/>
                <a:gd name="connsiteY2269" fmla="*/ 622840 h 1038225"/>
                <a:gd name="connsiteX2270" fmla="*/ 127254 w 466725"/>
                <a:gd name="connsiteY2270" fmla="*/ 623411 h 1038225"/>
                <a:gd name="connsiteX2271" fmla="*/ 127064 w 466725"/>
                <a:gd name="connsiteY2271" fmla="*/ 623983 h 1038225"/>
                <a:gd name="connsiteX2272" fmla="*/ 127064 w 466725"/>
                <a:gd name="connsiteY2272" fmla="*/ 624554 h 1038225"/>
                <a:gd name="connsiteX2273" fmla="*/ 128016 w 466725"/>
                <a:gd name="connsiteY2273" fmla="*/ 626364 h 1038225"/>
                <a:gd name="connsiteX2274" fmla="*/ 128302 w 466725"/>
                <a:gd name="connsiteY2274" fmla="*/ 627126 h 1038225"/>
                <a:gd name="connsiteX2275" fmla="*/ 127349 w 466725"/>
                <a:gd name="connsiteY2275" fmla="*/ 626459 h 1038225"/>
                <a:gd name="connsiteX2276" fmla="*/ 126301 w 466725"/>
                <a:gd name="connsiteY2276" fmla="*/ 625412 h 1038225"/>
                <a:gd name="connsiteX2277" fmla="*/ 125444 w 466725"/>
                <a:gd name="connsiteY2277" fmla="*/ 625126 h 1038225"/>
                <a:gd name="connsiteX2278" fmla="*/ 125063 w 466725"/>
                <a:gd name="connsiteY2278" fmla="*/ 626555 h 1038225"/>
                <a:gd name="connsiteX2279" fmla="*/ 125063 w 466725"/>
                <a:gd name="connsiteY2279" fmla="*/ 627221 h 1038225"/>
                <a:gd name="connsiteX2280" fmla="*/ 125158 w 466725"/>
                <a:gd name="connsiteY2280" fmla="*/ 627507 h 1038225"/>
                <a:gd name="connsiteX2281" fmla="*/ 125349 w 466725"/>
                <a:gd name="connsiteY2281" fmla="*/ 627793 h 1038225"/>
                <a:gd name="connsiteX2282" fmla="*/ 125730 w 466725"/>
                <a:gd name="connsiteY2282" fmla="*/ 628555 h 1038225"/>
                <a:gd name="connsiteX2283" fmla="*/ 125921 w 466725"/>
                <a:gd name="connsiteY2283" fmla="*/ 629317 h 1038225"/>
                <a:gd name="connsiteX2284" fmla="*/ 125921 w 466725"/>
                <a:gd name="connsiteY2284" fmla="*/ 629888 h 1038225"/>
                <a:gd name="connsiteX2285" fmla="*/ 125730 w 466725"/>
                <a:gd name="connsiteY2285" fmla="*/ 630841 h 1038225"/>
                <a:gd name="connsiteX2286" fmla="*/ 125825 w 466725"/>
                <a:gd name="connsiteY2286" fmla="*/ 631603 h 1038225"/>
                <a:gd name="connsiteX2287" fmla="*/ 126301 w 466725"/>
                <a:gd name="connsiteY2287" fmla="*/ 637318 h 1038225"/>
                <a:gd name="connsiteX2288" fmla="*/ 127254 w 466725"/>
                <a:gd name="connsiteY2288" fmla="*/ 640937 h 1038225"/>
                <a:gd name="connsiteX2289" fmla="*/ 126778 w 466725"/>
                <a:gd name="connsiteY2289" fmla="*/ 640366 h 1038225"/>
                <a:gd name="connsiteX2290" fmla="*/ 126111 w 466725"/>
                <a:gd name="connsiteY2290" fmla="*/ 639985 h 1038225"/>
                <a:gd name="connsiteX2291" fmla="*/ 125444 w 466725"/>
                <a:gd name="connsiteY2291" fmla="*/ 639699 h 1038225"/>
                <a:gd name="connsiteX2292" fmla="*/ 124777 w 466725"/>
                <a:gd name="connsiteY2292" fmla="*/ 639509 h 1038225"/>
                <a:gd name="connsiteX2293" fmla="*/ 124777 w 466725"/>
                <a:gd name="connsiteY2293" fmla="*/ 640842 h 1038225"/>
                <a:gd name="connsiteX2294" fmla="*/ 124111 w 466725"/>
                <a:gd name="connsiteY2294" fmla="*/ 641128 h 1038225"/>
                <a:gd name="connsiteX2295" fmla="*/ 123349 w 466725"/>
                <a:gd name="connsiteY2295" fmla="*/ 641223 h 1038225"/>
                <a:gd name="connsiteX2296" fmla="*/ 122968 w 466725"/>
                <a:gd name="connsiteY2296" fmla="*/ 641985 h 1038225"/>
                <a:gd name="connsiteX2297" fmla="*/ 122777 w 466725"/>
                <a:gd name="connsiteY2297" fmla="*/ 644462 h 1038225"/>
                <a:gd name="connsiteX2298" fmla="*/ 122968 w 466725"/>
                <a:gd name="connsiteY2298" fmla="*/ 645223 h 1038225"/>
                <a:gd name="connsiteX2299" fmla="*/ 123254 w 466725"/>
                <a:gd name="connsiteY2299" fmla="*/ 645509 h 1038225"/>
                <a:gd name="connsiteX2300" fmla="*/ 123730 w 466725"/>
                <a:gd name="connsiteY2300" fmla="*/ 645700 h 1038225"/>
                <a:gd name="connsiteX2301" fmla="*/ 124206 w 466725"/>
                <a:gd name="connsiteY2301" fmla="*/ 645986 h 1038225"/>
                <a:gd name="connsiteX2302" fmla="*/ 124492 w 466725"/>
                <a:gd name="connsiteY2302" fmla="*/ 646462 h 1038225"/>
                <a:gd name="connsiteX2303" fmla="*/ 124397 w 466725"/>
                <a:gd name="connsiteY2303" fmla="*/ 646938 h 1038225"/>
                <a:gd name="connsiteX2304" fmla="*/ 124016 w 466725"/>
                <a:gd name="connsiteY2304" fmla="*/ 647224 h 1038225"/>
                <a:gd name="connsiteX2305" fmla="*/ 123634 w 466725"/>
                <a:gd name="connsiteY2305" fmla="*/ 647414 h 1038225"/>
                <a:gd name="connsiteX2306" fmla="*/ 123444 w 466725"/>
                <a:gd name="connsiteY2306" fmla="*/ 647700 h 1038225"/>
                <a:gd name="connsiteX2307" fmla="*/ 123063 w 466725"/>
                <a:gd name="connsiteY2307" fmla="*/ 647891 h 1038225"/>
                <a:gd name="connsiteX2308" fmla="*/ 120587 w 466725"/>
                <a:gd name="connsiteY2308" fmla="*/ 646747 h 1038225"/>
                <a:gd name="connsiteX2309" fmla="*/ 120015 w 466725"/>
                <a:gd name="connsiteY2309" fmla="*/ 647224 h 1038225"/>
                <a:gd name="connsiteX2310" fmla="*/ 119920 w 466725"/>
                <a:gd name="connsiteY2310" fmla="*/ 647986 h 1038225"/>
                <a:gd name="connsiteX2311" fmla="*/ 120206 w 466725"/>
                <a:gd name="connsiteY2311" fmla="*/ 648653 h 1038225"/>
                <a:gd name="connsiteX2312" fmla="*/ 121634 w 466725"/>
                <a:gd name="connsiteY2312" fmla="*/ 649319 h 1038225"/>
                <a:gd name="connsiteX2313" fmla="*/ 121825 w 466725"/>
                <a:gd name="connsiteY2313" fmla="*/ 650272 h 1038225"/>
                <a:gd name="connsiteX2314" fmla="*/ 121539 w 466725"/>
                <a:gd name="connsiteY2314" fmla="*/ 651320 h 1038225"/>
                <a:gd name="connsiteX2315" fmla="*/ 121253 w 466725"/>
                <a:gd name="connsiteY2315" fmla="*/ 651986 h 1038225"/>
                <a:gd name="connsiteX2316" fmla="*/ 120396 w 466725"/>
                <a:gd name="connsiteY2316" fmla="*/ 653225 h 1038225"/>
                <a:gd name="connsiteX2317" fmla="*/ 120206 w 466725"/>
                <a:gd name="connsiteY2317" fmla="*/ 653796 h 1038225"/>
                <a:gd name="connsiteX2318" fmla="*/ 120110 w 466725"/>
                <a:gd name="connsiteY2318" fmla="*/ 654272 h 1038225"/>
                <a:gd name="connsiteX2319" fmla="*/ 120206 w 466725"/>
                <a:gd name="connsiteY2319" fmla="*/ 657987 h 1038225"/>
                <a:gd name="connsiteX2320" fmla="*/ 120015 w 466725"/>
                <a:gd name="connsiteY2320" fmla="*/ 658939 h 1038225"/>
                <a:gd name="connsiteX2321" fmla="*/ 119539 w 466725"/>
                <a:gd name="connsiteY2321" fmla="*/ 659797 h 1038225"/>
                <a:gd name="connsiteX2322" fmla="*/ 120587 w 466725"/>
                <a:gd name="connsiteY2322" fmla="*/ 659797 h 1038225"/>
                <a:gd name="connsiteX2323" fmla="*/ 119063 w 466725"/>
                <a:gd name="connsiteY2323" fmla="*/ 661988 h 1038225"/>
                <a:gd name="connsiteX2324" fmla="*/ 118396 w 466725"/>
                <a:gd name="connsiteY2324" fmla="*/ 662464 h 1038225"/>
                <a:gd name="connsiteX2325" fmla="*/ 117824 w 466725"/>
                <a:gd name="connsiteY2325" fmla="*/ 662464 h 1038225"/>
                <a:gd name="connsiteX2326" fmla="*/ 117253 w 466725"/>
                <a:gd name="connsiteY2326" fmla="*/ 662273 h 1038225"/>
                <a:gd name="connsiteX2327" fmla="*/ 116776 w 466725"/>
                <a:gd name="connsiteY2327" fmla="*/ 662178 h 1038225"/>
                <a:gd name="connsiteX2328" fmla="*/ 116300 w 466725"/>
                <a:gd name="connsiteY2328" fmla="*/ 662464 h 1038225"/>
                <a:gd name="connsiteX2329" fmla="*/ 116110 w 466725"/>
                <a:gd name="connsiteY2329" fmla="*/ 663226 h 1038225"/>
                <a:gd name="connsiteX2330" fmla="*/ 116396 w 466725"/>
                <a:gd name="connsiteY2330" fmla="*/ 664083 h 1038225"/>
                <a:gd name="connsiteX2331" fmla="*/ 117062 w 466725"/>
                <a:gd name="connsiteY2331" fmla="*/ 665512 h 1038225"/>
                <a:gd name="connsiteX2332" fmla="*/ 117253 w 466725"/>
                <a:gd name="connsiteY2332" fmla="*/ 666369 h 1038225"/>
                <a:gd name="connsiteX2333" fmla="*/ 117348 w 466725"/>
                <a:gd name="connsiteY2333" fmla="*/ 668655 h 1038225"/>
                <a:gd name="connsiteX2334" fmla="*/ 117158 w 466725"/>
                <a:gd name="connsiteY2334" fmla="*/ 669322 h 1038225"/>
                <a:gd name="connsiteX2335" fmla="*/ 116205 w 466725"/>
                <a:gd name="connsiteY2335" fmla="*/ 670465 h 1038225"/>
                <a:gd name="connsiteX2336" fmla="*/ 116015 w 466725"/>
                <a:gd name="connsiteY2336" fmla="*/ 671227 h 1038225"/>
                <a:gd name="connsiteX2337" fmla="*/ 115919 w 466725"/>
                <a:gd name="connsiteY2337" fmla="*/ 671894 h 1038225"/>
                <a:gd name="connsiteX2338" fmla="*/ 115443 w 466725"/>
                <a:gd name="connsiteY2338" fmla="*/ 673418 h 1038225"/>
                <a:gd name="connsiteX2339" fmla="*/ 115348 w 466725"/>
                <a:gd name="connsiteY2339" fmla="*/ 674275 h 1038225"/>
                <a:gd name="connsiteX2340" fmla="*/ 115348 w 466725"/>
                <a:gd name="connsiteY2340" fmla="*/ 677037 h 1038225"/>
                <a:gd name="connsiteX2341" fmla="*/ 114872 w 466725"/>
                <a:gd name="connsiteY2341" fmla="*/ 677989 h 1038225"/>
                <a:gd name="connsiteX2342" fmla="*/ 113633 w 466725"/>
                <a:gd name="connsiteY2342" fmla="*/ 678656 h 1038225"/>
                <a:gd name="connsiteX2343" fmla="*/ 113633 w 466725"/>
                <a:gd name="connsiteY2343" fmla="*/ 679037 h 1038225"/>
                <a:gd name="connsiteX2344" fmla="*/ 114586 w 466725"/>
                <a:gd name="connsiteY2344" fmla="*/ 679418 h 1038225"/>
                <a:gd name="connsiteX2345" fmla="*/ 114776 w 466725"/>
                <a:gd name="connsiteY2345" fmla="*/ 680180 h 1038225"/>
                <a:gd name="connsiteX2346" fmla="*/ 114395 w 466725"/>
                <a:gd name="connsiteY2346" fmla="*/ 681800 h 1038225"/>
                <a:gd name="connsiteX2347" fmla="*/ 113824 w 466725"/>
                <a:gd name="connsiteY2347" fmla="*/ 682847 h 1038225"/>
                <a:gd name="connsiteX2348" fmla="*/ 112681 w 466725"/>
                <a:gd name="connsiteY2348" fmla="*/ 682847 h 1038225"/>
                <a:gd name="connsiteX2349" fmla="*/ 110776 w 466725"/>
                <a:gd name="connsiteY2349" fmla="*/ 682276 h 1038225"/>
                <a:gd name="connsiteX2350" fmla="*/ 110490 w 466725"/>
                <a:gd name="connsiteY2350" fmla="*/ 682847 h 1038225"/>
                <a:gd name="connsiteX2351" fmla="*/ 110776 w 466725"/>
                <a:gd name="connsiteY2351" fmla="*/ 686181 h 1038225"/>
                <a:gd name="connsiteX2352" fmla="*/ 110014 w 466725"/>
                <a:gd name="connsiteY2352" fmla="*/ 690467 h 1038225"/>
                <a:gd name="connsiteX2353" fmla="*/ 109728 w 466725"/>
                <a:gd name="connsiteY2353" fmla="*/ 690944 h 1038225"/>
                <a:gd name="connsiteX2354" fmla="*/ 109061 w 466725"/>
                <a:gd name="connsiteY2354" fmla="*/ 691705 h 1038225"/>
                <a:gd name="connsiteX2355" fmla="*/ 108871 w 466725"/>
                <a:gd name="connsiteY2355" fmla="*/ 691991 h 1038225"/>
                <a:gd name="connsiteX2356" fmla="*/ 108680 w 466725"/>
                <a:gd name="connsiteY2356" fmla="*/ 692658 h 1038225"/>
                <a:gd name="connsiteX2357" fmla="*/ 108775 w 466725"/>
                <a:gd name="connsiteY2357" fmla="*/ 696754 h 1038225"/>
                <a:gd name="connsiteX2358" fmla="*/ 107537 w 466725"/>
                <a:gd name="connsiteY2358" fmla="*/ 703040 h 1038225"/>
                <a:gd name="connsiteX2359" fmla="*/ 107251 w 466725"/>
                <a:gd name="connsiteY2359" fmla="*/ 709231 h 1038225"/>
                <a:gd name="connsiteX2360" fmla="*/ 107251 w 466725"/>
                <a:gd name="connsiteY2360" fmla="*/ 710089 h 1038225"/>
                <a:gd name="connsiteX2361" fmla="*/ 107537 w 466725"/>
                <a:gd name="connsiteY2361" fmla="*/ 710851 h 1038225"/>
                <a:gd name="connsiteX2362" fmla="*/ 108871 w 466725"/>
                <a:gd name="connsiteY2362" fmla="*/ 712946 h 1038225"/>
                <a:gd name="connsiteX2363" fmla="*/ 109538 w 466725"/>
                <a:gd name="connsiteY2363" fmla="*/ 713327 h 1038225"/>
                <a:gd name="connsiteX2364" fmla="*/ 110300 w 466725"/>
                <a:gd name="connsiteY2364" fmla="*/ 712946 h 1038225"/>
                <a:gd name="connsiteX2365" fmla="*/ 111442 w 466725"/>
                <a:gd name="connsiteY2365" fmla="*/ 711708 h 1038225"/>
                <a:gd name="connsiteX2366" fmla="*/ 112205 w 466725"/>
                <a:gd name="connsiteY2366" fmla="*/ 712089 h 1038225"/>
                <a:gd name="connsiteX2367" fmla="*/ 113252 w 466725"/>
                <a:gd name="connsiteY2367" fmla="*/ 712089 h 1038225"/>
                <a:gd name="connsiteX2368" fmla="*/ 114205 w 466725"/>
                <a:gd name="connsiteY2368" fmla="*/ 711708 h 1038225"/>
                <a:gd name="connsiteX2369" fmla="*/ 114586 w 466725"/>
                <a:gd name="connsiteY2369" fmla="*/ 711137 h 1038225"/>
                <a:gd name="connsiteX2370" fmla="*/ 114776 w 466725"/>
                <a:gd name="connsiteY2370" fmla="*/ 709613 h 1038225"/>
                <a:gd name="connsiteX2371" fmla="*/ 115252 w 466725"/>
                <a:gd name="connsiteY2371" fmla="*/ 708755 h 1038225"/>
                <a:gd name="connsiteX2372" fmla="*/ 116015 w 466725"/>
                <a:gd name="connsiteY2372" fmla="*/ 708374 h 1038225"/>
                <a:gd name="connsiteX2373" fmla="*/ 117158 w 466725"/>
                <a:gd name="connsiteY2373" fmla="*/ 708184 h 1038225"/>
                <a:gd name="connsiteX2374" fmla="*/ 118777 w 466725"/>
                <a:gd name="connsiteY2374" fmla="*/ 707327 h 1038225"/>
                <a:gd name="connsiteX2375" fmla="*/ 120206 w 466725"/>
                <a:gd name="connsiteY2375" fmla="*/ 705612 h 1038225"/>
                <a:gd name="connsiteX2376" fmla="*/ 122873 w 466725"/>
                <a:gd name="connsiteY2376" fmla="*/ 701040 h 1038225"/>
                <a:gd name="connsiteX2377" fmla="*/ 123158 w 466725"/>
                <a:gd name="connsiteY2377" fmla="*/ 700183 h 1038225"/>
                <a:gd name="connsiteX2378" fmla="*/ 123349 w 466725"/>
                <a:gd name="connsiteY2378" fmla="*/ 699135 h 1038225"/>
                <a:gd name="connsiteX2379" fmla="*/ 123444 w 466725"/>
                <a:gd name="connsiteY2379" fmla="*/ 697897 h 1038225"/>
                <a:gd name="connsiteX2380" fmla="*/ 123254 w 466725"/>
                <a:gd name="connsiteY2380" fmla="*/ 695706 h 1038225"/>
                <a:gd name="connsiteX2381" fmla="*/ 123539 w 466725"/>
                <a:gd name="connsiteY2381" fmla="*/ 695230 h 1038225"/>
                <a:gd name="connsiteX2382" fmla="*/ 124492 w 466725"/>
                <a:gd name="connsiteY2382" fmla="*/ 695420 h 1038225"/>
                <a:gd name="connsiteX2383" fmla="*/ 124873 w 466725"/>
                <a:gd name="connsiteY2383" fmla="*/ 695706 h 1038225"/>
                <a:gd name="connsiteX2384" fmla="*/ 125254 w 466725"/>
                <a:gd name="connsiteY2384" fmla="*/ 696087 h 1038225"/>
                <a:gd name="connsiteX2385" fmla="*/ 125635 w 466725"/>
                <a:gd name="connsiteY2385" fmla="*/ 696373 h 1038225"/>
                <a:gd name="connsiteX2386" fmla="*/ 126301 w 466725"/>
                <a:gd name="connsiteY2386" fmla="*/ 696468 h 1038225"/>
                <a:gd name="connsiteX2387" fmla="*/ 126778 w 466725"/>
                <a:gd name="connsiteY2387" fmla="*/ 696278 h 1038225"/>
                <a:gd name="connsiteX2388" fmla="*/ 127254 w 466725"/>
                <a:gd name="connsiteY2388" fmla="*/ 695801 h 1038225"/>
                <a:gd name="connsiteX2389" fmla="*/ 127635 w 466725"/>
                <a:gd name="connsiteY2389" fmla="*/ 695230 h 1038225"/>
                <a:gd name="connsiteX2390" fmla="*/ 128016 w 466725"/>
                <a:gd name="connsiteY2390" fmla="*/ 693420 h 1038225"/>
                <a:gd name="connsiteX2391" fmla="*/ 128588 w 466725"/>
                <a:gd name="connsiteY2391" fmla="*/ 692563 h 1038225"/>
                <a:gd name="connsiteX2392" fmla="*/ 129159 w 466725"/>
                <a:gd name="connsiteY2392" fmla="*/ 692468 h 1038225"/>
                <a:gd name="connsiteX2393" fmla="*/ 129445 w 466725"/>
                <a:gd name="connsiteY2393" fmla="*/ 693420 h 1038225"/>
                <a:gd name="connsiteX2394" fmla="*/ 128397 w 466725"/>
                <a:gd name="connsiteY2394" fmla="*/ 695611 h 1038225"/>
                <a:gd name="connsiteX2395" fmla="*/ 127254 w 466725"/>
                <a:gd name="connsiteY2395" fmla="*/ 697039 h 1038225"/>
                <a:gd name="connsiteX2396" fmla="*/ 126683 w 466725"/>
                <a:gd name="connsiteY2396" fmla="*/ 697897 h 1038225"/>
                <a:gd name="connsiteX2397" fmla="*/ 126778 w 466725"/>
                <a:gd name="connsiteY2397" fmla="*/ 698278 h 1038225"/>
                <a:gd name="connsiteX2398" fmla="*/ 128016 w 466725"/>
                <a:gd name="connsiteY2398" fmla="*/ 697897 h 1038225"/>
                <a:gd name="connsiteX2399" fmla="*/ 129159 w 466725"/>
                <a:gd name="connsiteY2399" fmla="*/ 696944 h 1038225"/>
                <a:gd name="connsiteX2400" fmla="*/ 130016 w 466725"/>
                <a:gd name="connsiteY2400" fmla="*/ 695706 h 1038225"/>
                <a:gd name="connsiteX2401" fmla="*/ 130302 w 466725"/>
                <a:gd name="connsiteY2401" fmla="*/ 694372 h 1038225"/>
                <a:gd name="connsiteX2402" fmla="*/ 130588 w 466725"/>
                <a:gd name="connsiteY2402" fmla="*/ 693611 h 1038225"/>
                <a:gd name="connsiteX2403" fmla="*/ 131826 w 466725"/>
                <a:gd name="connsiteY2403" fmla="*/ 692182 h 1038225"/>
                <a:gd name="connsiteX2404" fmla="*/ 132112 w 466725"/>
                <a:gd name="connsiteY2404" fmla="*/ 691325 h 1038225"/>
                <a:gd name="connsiteX2405" fmla="*/ 132112 w 466725"/>
                <a:gd name="connsiteY2405" fmla="*/ 688181 h 1038225"/>
                <a:gd name="connsiteX2406" fmla="*/ 131350 w 466725"/>
                <a:gd name="connsiteY2406" fmla="*/ 683419 h 1038225"/>
                <a:gd name="connsiteX2407" fmla="*/ 131731 w 466725"/>
                <a:gd name="connsiteY2407" fmla="*/ 682180 h 1038225"/>
                <a:gd name="connsiteX2408" fmla="*/ 132112 w 466725"/>
                <a:gd name="connsiteY2408" fmla="*/ 683323 h 1038225"/>
                <a:gd name="connsiteX2409" fmla="*/ 132779 w 466725"/>
                <a:gd name="connsiteY2409" fmla="*/ 683419 h 1038225"/>
                <a:gd name="connsiteX2410" fmla="*/ 134588 w 466725"/>
                <a:gd name="connsiteY2410" fmla="*/ 682562 h 1038225"/>
                <a:gd name="connsiteX2411" fmla="*/ 134588 w 466725"/>
                <a:gd name="connsiteY2411" fmla="*/ 683323 h 1038225"/>
                <a:gd name="connsiteX2412" fmla="*/ 134302 w 466725"/>
                <a:gd name="connsiteY2412" fmla="*/ 683609 h 1038225"/>
                <a:gd name="connsiteX2413" fmla="*/ 133922 w 466725"/>
                <a:gd name="connsiteY2413" fmla="*/ 683705 h 1038225"/>
                <a:gd name="connsiteX2414" fmla="*/ 133541 w 466725"/>
                <a:gd name="connsiteY2414" fmla="*/ 683990 h 1038225"/>
                <a:gd name="connsiteX2415" fmla="*/ 133255 w 466725"/>
                <a:gd name="connsiteY2415" fmla="*/ 684657 h 1038225"/>
                <a:gd name="connsiteX2416" fmla="*/ 133255 w 466725"/>
                <a:gd name="connsiteY2416" fmla="*/ 685229 h 1038225"/>
                <a:gd name="connsiteX2417" fmla="*/ 134112 w 466725"/>
                <a:gd name="connsiteY2417" fmla="*/ 690372 h 1038225"/>
                <a:gd name="connsiteX2418" fmla="*/ 134684 w 466725"/>
                <a:gd name="connsiteY2418" fmla="*/ 690944 h 1038225"/>
                <a:gd name="connsiteX2419" fmla="*/ 134684 w 466725"/>
                <a:gd name="connsiteY2419" fmla="*/ 691325 h 1038225"/>
                <a:gd name="connsiteX2420" fmla="*/ 134017 w 466725"/>
                <a:gd name="connsiteY2420" fmla="*/ 691229 h 1038225"/>
                <a:gd name="connsiteX2421" fmla="*/ 133541 w 466725"/>
                <a:gd name="connsiteY2421" fmla="*/ 691325 h 1038225"/>
                <a:gd name="connsiteX2422" fmla="*/ 133255 w 466725"/>
                <a:gd name="connsiteY2422" fmla="*/ 691705 h 1038225"/>
                <a:gd name="connsiteX2423" fmla="*/ 132207 w 466725"/>
                <a:gd name="connsiteY2423" fmla="*/ 695039 h 1038225"/>
                <a:gd name="connsiteX2424" fmla="*/ 131540 w 466725"/>
                <a:gd name="connsiteY2424" fmla="*/ 695992 h 1038225"/>
                <a:gd name="connsiteX2425" fmla="*/ 131064 w 466725"/>
                <a:gd name="connsiteY2425" fmla="*/ 696944 h 1038225"/>
                <a:gd name="connsiteX2426" fmla="*/ 131255 w 466725"/>
                <a:gd name="connsiteY2426" fmla="*/ 697897 h 1038225"/>
                <a:gd name="connsiteX2427" fmla="*/ 132017 w 466725"/>
                <a:gd name="connsiteY2427" fmla="*/ 699611 h 1038225"/>
                <a:gd name="connsiteX2428" fmla="*/ 132207 w 466725"/>
                <a:gd name="connsiteY2428" fmla="*/ 701993 h 1038225"/>
                <a:gd name="connsiteX2429" fmla="*/ 131826 w 466725"/>
                <a:gd name="connsiteY2429" fmla="*/ 704374 h 1038225"/>
                <a:gd name="connsiteX2430" fmla="*/ 130969 w 466725"/>
                <a:gd name="connsiteY2430" fmla="*/ 706660 h 1038225"/>
                <a:gd name="connsiteX2431" fmla="*/ 129826 w 466725"/>
                <a:gd name="connsiteY2431" fmla="*/ 708565 h 1038225"/>
                <a:gd name="connsiteX2432" fmla="*/ 126968 w 466725"/>
                <a:gd name="connsiteY2432" fmla="*/ 711232 h 1038225"/>
                <a:gd name="connsiteX2433" fmla="*/ 125540 w 466725"/>
                <a:gd name="connsiteY2433" fmla="*/ 713137 h 1038225"/>
                <a:gd name="connsiteX2434" fmla="*/ 125730 w 466725"/>
                <a:gd name="connsiteY2434" fmla="*/ 714566 h 1038225"/>
                <a:gd name="connsiteX2435" fmla="*/ 126968 w 466725"/>
                <a:gd name="connsiteY2435" fmla="*/ 714756 h 1038225"/>
                <a:gd name="connsiteX2436" fmla="*/ 128302 w 466725"/>
                <a:gd name="connsiteY2436" fmla="*/ 714089 h 1038225"/>
                <a:gd name="connsiteX2437" fmla="*/ 131255 w 466725"/>
                <a:gd name="connsiteY2437" fmla="*/ 711232 h 1038225"/>
                <a:gd name="connsiteX2438" fmla="*/ 132207 w 466725"/>
                <a:gd name="connsiteY2438" fmla="*/ 710660 h 1038225"/>
                <a:gd name="connsiteX2439" fmla="*/ 133064 w 466725"/>
                <a:gd name="connsiteY2439" fmla="*/ 709898 h 1038225"/>
                <a:gd name="connsiteX2440" fmla="*/ 133731 w 466725"/>
                <a:gd name="connsiteY2440" fmla="*/ 708565 h 1038225"/>
                <a:gd name="connsiteX2441" fmla="*/ 134112 w 466725"/>
                <a:gd name="connsiteY2441" fmla="*/ 707517 h 1038225"/>
                <a:gd name="connsiteX2442" fmla="*/ 135541 w 466725"/>
                <a:gd name="connsiteY2442" fmla="*/ 705136 h 1038225"/>
                <a:gd name="connsiteX2443" fmla="*/ 136303 w 466725"/>
                <a:gd name="connsiteY2443" fmla="*/ 703421 h 1038225"/>
                <a:gd name="connsiteX2444" fmla="*/ 136779 w 466725"/>
                <a:gd name="connsiteY2444" fmla="*/ 702755 h 1038225"/>
                <a:gd name="connsiteX2445" fmla="*/ 137732 w 466725"/>
                <a:gd name="connsiteY2445" fmla="*/ 702183 h 1038225"/>
                <a:gd name="connsiteX2446" fmla="*/ 137636 w 466725"/>
                <a:gd name="connsiteY2446" fmla="*/ 702945 h 1038225"/>
                <a:gd name="connsiteX2447" fmla="*/ 137255 w 466725"/>
                <a:gd name="connsiteY2447" fmla="*/ 703421 h 1038225"/>
                <a:gd name="connsiteX2448" fmla="*/ 136779 w 466725"/>
                <a:gd name="connsiteY2448" fmla="*/ 703707 h 1038225"/>
                <a:gd name="connsiteX2449" fmla="*/ 136589 w 466725"/>
                <a:gd name="connsiteY2449" fmla="*/ 703897 h 1038225"/>
                <a:gd name="connsiteX2450" fmla="*/ 136589 w 466725"/>
                <a:gd name="connsiteY2450" fmla="*/ 705041 h 1038225"/>
                <a:gd name="connsiteX2451" fmla="*/ 136493 w 466725"/>
                <a:gd name="connsiteY2451" fmla="*/ 705517 h 1038225"/>
                <a:gd name="connsiteX2452" fmla="*/ 136303 w 466725"/>
                <a:gd name="connsiteY2452" fmla="*/ 705993 h 1038225"/>
                <a:gd name="connsiteX2453" fmla="*/ 135922 w 466725"/>
                <a:gd name="connsiteY2453" fmla="*/ 706564 h 1038225"/>
                <a:gd name="connsiteX2454" fmla="*/ 135446 w 466725"/>
                <a:gd name="connsiteY2454" fmla="*/ 706946 h 1038225"/>
                <a:gd name="connsiteX2455" fmla="*/ 135065 w 466725"/>
                <a:gd name="connsiteY2455" fmla="*/ 707422 h 1038225"/>
                <a:gd name="connsiteX2456" fmla="*/ 134588 w 466725"/>
                <a:gd name="connsiteY2456" fmla="*/ 710184 h 1038225"/>
                <a:gd name="connsiteX2457" fmla="*/ 133064 w 466725"/>
                <a:gd name="connsiteY2457" fmla="*/ 712089 h 1038225"/>
                <a:gd name="connsiteX2458" fmla="*/ 131064 w 466725"/>
                <a:gd name="connsiteY2458" fmla="*/ 713422 h 1038225"/>
                <a:gd name="connsiteX2459" fmla="*/ 129159 w 466725"/>
                <a:gd name="connsiteY2459" fmla="*/ 714470 h 1038225"/>
                <a:gd name="connsiteX2460" fmla="*/ 127730 w 466725"/>
                <a:gd name="connsiteY2460" fmla="*/ 715423 h 1038225"/>
                <a:gd name="connsiteX2461" fmla="*/ 128207 w 466725"/>
                <a:gd name="connsiteY2461" fmla="*/ 716280 h 1038225"/>
                <a:gd name="connsiteX2462" fmla="*/ 128873 w 466725"/>
                <a:gd name="connsiteY2462" fmla="*/ 717042 h 1038225"/>
                <a:gd name="connsiteX2463" fmla="*/ 129445 w 466725"/>
                <a:gd name="connsiteY2463" fmla="*/ 717137 h 1038225"/>
                <a:gd name="connsiteX2464" fmla="*/ 129635 w 466725"/>
                <a:gd name="connsiteY2464" fmla="*/ 716185 h 1038225"/>
                <a:gd name="connsiteX2465" fmla="*/ 130112 w 466725"/>
                <a:gd name="connsiteY2465" fmla="*/ 717328 h 1038225"/>
                <a:gd name="connsiteX2466" fmla="*/ 130302 w 466725"/>
                <a:gd name="connsiteY2466" fmla="*/ 718376 h 1038225"/>
                <a:gd name="connsiteX2467" fmla="*/ 130778 w 466725"/>
                <a:gd name="connsiteY2467" fmla="*/ 719138 h 1038225"/>
                <a:gd name="connsiteX2468" fmla="*/ 132112 w 466725"/>
                <a:gd name="connsiteY2468" fmla="*/ 719519 h 1038225"/>
                <a:gd name="connsiteX2469" fmla="*/ 133159 w 466725"/>
                <a:gd name="connsiteY2469" fmla="*/ 719423 h 1038225"/>
                <a:gd name="connsiteX2470" fmla="*/ 134112 w 466725"/>
                <a:gd name="connsiteY2470" fmla="*/ 718947 h 1038225"/>
                <a:gd name="connsiteX2471" fmla="*/ 134874 w 466725"/>
                <a:gd name="connsiteY2471" fmla="*/ 718280 h 1038225"/>
                <a:gd name="connsiteX2472" fmla="*/ 135446 w 466725"/>
                <a:gd name="connsiteY2472" fmla="*/ 717613 h 1038225"/>
                <a:gd name="connsiteX2473" fmla="*/ 136970 w 466725"/>
                <a:gd name="connsiteY2473" fmla="*/ 714185 h 1038225"/>
                <a:gd name="connsiteX2474" fmla="*/ 137636 w 466725"/>
                <a:gd name="connsiteY2474" fmla="*/ 713137 h 1038225"/>
                <a:gd name="connsiteX2475" fmla="*/ 140780 w 466725"/>
                <a:gd name="connsiteY2475" fmla="*/ 711041 h 1038225"/>
                <a:gd name="connsiteX2476" fmla="*/ 141256 w 466725"/>
                <a:gd name="connsiteY2476" fmla="*/ 710279 h 1038225"/>
                <a:gd name="connsiteX2477" fmla="*/ 141351 w 466725"/>
                <a:gd name="connsiteY2477" fmla="*/ 709994 h 1038225"/>
                <a:gd name="connsiteX2478" fmla="*/ 142018 w 466725"/>
                <a:gd name="connsiteY2478" fmla="*/ 708755 h 1038225"/>
                <a:gd name="connsiteX2479" fmla="*/ 141923 w 466725"/>
                <a:gd name="connsiteY2479" fmla="*/ 708470 h 1038225"/>
                <a:gd name="connsiteX2480" fmla="*/ 141732 w 466725"/>
                <a:gd name="connsiteY2480" fmla="*/ 708279 h 1038225"/>
                <a:gd name="connsiteX2481" fmla="*/ 141637 w 466725"/>
                <a:gd name="connsiteY2481" fmla="*/ 707993 h 1038225"/>
                <a:gd name="connsiteX2482" fmla="*/ 141542 w 466725"/>
                <a:gd name="connsiteY2482" fmla="*/ 707422 h 1038225"/>
                <a:gd name="connsiteX2483" fmla="*/ 141065 w 466725"/>
                <a:gd name="connsiteY2483" fmla="*/ 706279 h 1038225"/>
                <a:gd name="connsiteX2484" fmla="*/ 140970 w 466725"/>
                <a:gd name="connsiteY2484" fmla="*/ 705707 h 1038225"/>
                <a:gd name="connsiteX2485" fmla="*/ 141065 w 466725"/>
                <a:gd name="connsiteY2485" fmla="*/ 703326 h 1038225"/>
                <a:gd name="connsiteX2486" fmla="*/ 141351 w 466725"/>
                <a:gd name="connsiteY2486" fmla="*/ 702183 h 1038225"/>
                <a:gd name="connsiteX2487" fmla="*/ 141923 w 466725"/>
                <a:gd name="connsiteY2487" fmla="*/ 701707 h 1038225"/>
                <a:gd name="connsiteX2488" fmla="*/ 142018 w 466725"/>
                <a:gd name="connsiteY2488" fmla="*/ 701421 h 1038225"/>
                <a:gd name="connsiteX2489" fmla="*/ 143351 w 466725"/>
                <a:gd name="connsiteY2489" fmla="*/ 699706 h 1038225"/>
                <a:gd name="connsiteX2490" fmla="*/ 143827 w 466725"/>
                <a:gd name="connsiteY2490" fmla="*/ 699516 h 1038225"/>
                <a:gd name="connsiteX2491" fmla="*/ 144971 w 466725"/>
                <a:gd name="connsiteY2491" fmla="*/ 699516 h 1038225"/>
                <a:gd name="connsiteX2492" fmla="*/ 145923 w 466725"/>
                <a:gd name="connsiteY2492" fmla="*/ 699135 h 1038225"/>
                <a:gd name="connsiteX2493" fmla="*/ 147161 w 466725"/>
                <a:gd name="connsiteY2493" fmla="*/ 698945 h 1038225"/>
                <a:gd name="connsiteX2494" fmla="*/ 147447 w 466725"/>
                <a:gd name="connsiteY2494" fmla="*/ 698563 h 1038225"/>
                <a:gd name="connsiteX2495" fmla="*/ 147638 w 466725"/>
                <a:gd name="connsiteY2495" fmla="*/ 698278 h 1038225"/>
                <a:gd name="connsiteX2496" fmla="*/ 148304 w 466725"/>
                <a:gd name="connsiteY2496" fmla="*/ 697611 h 1038225"/>
                <a:gd name="connsiteX2497" fmla="*/ 148495 w 466725"/>
                <a:gd name="connsiteY2497" fmla="*/ 697230 h 1038225"/>
                <a:gd name="connsiteX2498" fmla="*/ 148209 w 466725"/>
                <a:gd name="connsiteY2498" fmla="*/ 698278 h 1038225"/>
                <a:gd name="connsiteX2499" fmla="*/ 147542 w 466725"/>
                <a:gd name="connsiteY2499" fmla="*/ 699230 h 1038225"/>
                <a:gd name="connsiteX2500" fmla="*/ 146685 w 466725"/>
                <a:gd name="connsiteY2500" fmla="*/ 699992 h 1038225"/>
                <a:gd name="connsiteX2501" fmla="*/ 145733 w 466725"/>
                <a:gd name="connsiteY2501" fmla="*/ 700278 h 1038225"/>
                <a:gd name="connsiteX2502" fmla="*/ 144494 w 466725"/>
                <a:gd name="connsiteY2502" fmla="*/ 700469 h 1038225"/>
                <a:gd name="connsiteX2503" fmla="*/ 143542 w 466725"/>
                <a:gd name="connsiteY2503" fmla="*/ 700945 h 1038225"/>
                <a:gd name="connsiteX2504" fmla="*/ 142875 w 466725"/>
                <a:gd name="connsiteY2504" fmla="*/ 701612 h 1038225"/>
                <a:gd name="connsiteX2505" fmla="*/ 141923 w 466725"/>
                <a:gd name="connsiteY2505" fmla="*/ 703136 h 1038225"/>
                <a:gd name="connsiteX2506" fmla="*/ 141637 w 466725"/>
                <a:gd name="connsiteY2506" fmla="*/ 703897 h 1038225"/>
                <a:gd name="connsiteX2507" fmla="*/ 141637 w 466725"/>
                <a:gd name="connsiteY2507" fmla="*/ 704755 h 1038225"/>
                <a:gd name="connsiteX2508" fmla="*/ 142494 w 466725"/>
                <a:gd name="connsiteY2508" fmla="*/ 706469 h 1038225"/>
                <a:gd name="connsiteX2509" fmla="*/ 142684 w 466725"/>
                <a:gd name="connsiteY2509" fmla="*/ 708851 h 1038225"/>
                <a:gd name="connsiteX2510" fmla="*/ 142970 w 466725"/>
                <a:gd name="connsiteY2510" fmla="*/ 709898 h 1038225"/>
                <a:gd name="connsiteX2511" fmla="*/ 144780 w 466725"/>
                <a:gd name="connsiteY2511" fmla="*/ 708755 h 1038225"/>
                <a:gd name="connsiteX2512" fmla="*/ 144590 w 466725"/>
                <a:gd name="connsiteY2512" fmla="*/ 709803 h 1038225"/>
                <a:gd name="connsiteX2513" fmla="*/ 143923 w 466725"/>
                <a:gd name="connsiteY2513" fmla="*/ 710470 h 1038225"/>
                <a:gd name="connsiteX2514" fmla="*/ 142970 w 466725"/>
                <a:gd name="connsiteY2514" fmla="*/ 710851 h 1038225"/>
                <a:gd name="connsiteX2515" fmla="*/ 142113 w 466725"/>
                <a:gd name="connsiteY2515" fmla="*/ 710946 h 1038225"/>
                <a:gd name="connsiteX2516" fmla="*/ 141637 w 466725"/>
                <a:gd name="connsiteY2516" fmla="*/ 711232 h 1038225"/>
                <a:gd name="connsiteX2517" fmla="*/ 140970 w 466725"/>
                <a:gd name="connsiteY2517" fmla="*/ 711994 h 1038225"/>
                <a:gd name="connsiteX2518" fmla="*/ 140399 w 466725"/>
                <a:gd name="connsiteY2518" fmla="*/ 712851 h 1038225"/>
                <a:gd name="connsiteX2519" fmla="*/ 140113 w 466725"/>
                <a:gd name="connsiteY2519" fmla="*/ 713518 h 1038225"/>
                <a:gd name="connsiteX2520" fmla="*/ 140208 w 466725"/>
                <a:gd name="connsiteY2520" fmla="*/ 714185 h 1038225"/>
                <a:gd name="connsiteX2521" fmla="*/ 140875 w 466725"/>
                <a:gd name="connsiteY2521" fmla="*/ 715709 h 1038225"/>
                <a:gd name="connsiteX2522" fmla="*/ 140970 w 466725"/>
                <a:gd name="connsiteY2522" fmla="*/ 716375 h 1038225"/>
                <a:gd name="connsiteX2523" fmla="*/ 140875 w 466725"/>
                <a:gd name="connsiteY2523" fmla="*/ 718090 h 1038225"/>
                <a:gd name="connsiteX2524" fmla="*/ 141160 w 466725"/>
                <a:gd name="connsiteY2524" fmla="*/ 719328 h 1038225"/>
                <a:gd name="connsiteX2525" fmla="*/ 141732 w 466725"/>
                <a:gd name="connsiteY2525" fmla="*/ 719138 h 1038225"/>
                <a:gd name="connsiteX2526" fmla="*/ 142684 w 466725"/>
                <a:gd name="connsiteY2526" fmla="*/ 717899 h 1038225"/>
                <a:gd name="connsiteX2527" fmla="*/ 142970 w 466725"/>
                <a:gd name="connsiteY2527" fmla="*/ 718090 h 1038225"/>
                <a:gd name="connsiteX2528" fmla="*/ 143256 w 466725"/>
                <a:gd name="connsiteY2528" fmla="*/ 718471 h 1038225"/>
                <a:gd name="connsiteX2529" fmla="*/ 143447 w 466725"/>
                <a:gd name="connsiteY2529" fmla="*/ 718947 h 1038225"/>
                <a:gd name="connsiteX2530" fmla="*/ 143447 w 466725"/>
                <a:gd name="connsiteY2530" fmla="*/ 719423 h 1038225"/>
                <a:gd name="connsiteX2531" fmla="*/ 143066 w 466725"/>
                <a:gd name="connsiteY2531" fmla="*/ 720090 h 1038225"/>
                <a:gd name="connsiteX2532" fmla="*/ 142589 w 466725"/>
                <a:gd name="connsiteY2532" fmla="*/ 720471 h 1038225"/>
                <a:gd name="connsiteX2533" fmla="*/ 142018 w 466725"/>
                <a:gd name="connsiteY2533" fmla="*/ 720757 h 1038225"/>
                <a:gd name="connsiteX2534" fmla="*/ 141446 w 466725"/>
                <a:gd name="connsiteY2534" fmla="*/ 721138 h 1038225"/>
                <a:gd name="connsiteX2535" fmla="*/ 140780 w 466725"/>
                <a:gd name="connsiteY2535" fmla="*/ 722090 h 1038225"/>
                <a:gd name="connsiteX2536" fmla="*/ 141446 w 466725"/>
                <a:gd name="connsiteY2536" fmla="*/ 722567 h 1038225"/>
                <a:gd name="connsiteX2537" fmla="*/ 143827 w 466725"/>
                <a:gd name="connsiteY2537" fmla="*/ 722852 h 1038225"/>
                <a:gd name="connsiteX2538" fmla="*/ 145637 w 466725"/>
                <a:gd name="connsiteY2538" fmla="*/ 723614 h 1038225"/>
                <a:gd name="connsiteX2539" fmla="*/ 146304 w 466725"/>
                <a:gd name="connsiteY2539" fmla="*/ 723710 h 1038225"/>
                <a:gd name="connsiteX2540" fmla="*/ 147638 w 466725"/>
                <a:gd name="connsiteY2540" fmla="*/ 723614 h 1038225"/>
                <a:gd name="connsiteX2541" fmla="*/ 147923 w 466725"/>
                <a:gd name="connsiteY2541" fmla="*/ 723424 h 1038225"/>
                <a:gd name="connsiteX2542" fmla="*/ 148209 w 466725"/>
                <a:gd name="connsiteY2542" fmla="*/ 723043 h 1038225"/>
                <a:gd name="connsiteX2543" fmla="*/ 148400 w 466725"/>
                <a:gd name="connsiteY2543" fmla="*/ 722662 h 1038225"/>
                <a:gd name="connsiteX2544" fmla="*/ 148495 w 466725"/>
                <a:gd name="connsiteY2544" fmla="*/ 722281 h 1038225"/>
                <a:gd name="connsiteX2545" fmla="*/ 148781 w 466725"/>
                <a:gd name="connsiteY2545" fmla="*/ 721900 h 1038225"/>
                <a:gd name="connsiteX2546" fmla="*/ 149447 w 466725"/>
                <a:gd name="connsiteY2546" fmla="*/ 721709 h 1038225"/>
                <a:gd name="connsiteX2547" fmla="*/ 150209 w 466725"/>
                <a:gd name="connsiteY2547" fmla="*/ 721519 h 1038225"/>
                <a:gd name="connsiteX2548" fmla="*/ 150781 w 466725"/>
                <a:gd name="connsiteY2548" fmla="*/ 721328 h 1038225"/>
                <a:gd name="connsiteX2549" fmla="*/ 151448 w 466725"/>
                <a:gd name="connsiteY2549" fmla="*/ 720471 h 1038225"/>
                <a:gd name="connsiteX2550" fmla="*/ 151829 w 466725"/>
                <a:gd name="connsiteY2550" fmla="*/ 719138 h 1038225"/>
                <a:gd name="connsiteX2551" fmla="*/ 152781 w 466725"/>
                <a:gd name="connsiteY2551" fmla="*/ 712375 h 1038225"/>
                <a:gd name="connsiteX2552" fmla="*/ 152781 w 466725"/>
                <a:gd name="connsiteY2552" fmla="*/ 710946 h 1038225"/>
                <a:gd name="connsiteX2553" fmla="*/ 152495 w 466725"/>
                <a:gd name="connsiteY2553" fmla="*/ 708184 h 1038225"/>
                <a:gd name="connsiteX2554" fmla="*/ 152591 w 466725"/>
                <a:gd name="connsiteY2554" fmla="*/ 706755 h 1038225"/>
                <a:gd name="connsiteX2555" fmla="*/ 153829 w 466725"/>
                <a:gd name="connsiteY2555" fmla="*/ 705707 h 1038225"/>
                <a:gd name="connsiteX2556" fmla="*/ 155258 w 466725"/>
                <a:gd name="connsiteY2556" fmla="*/ 703612 h 1038225"/>
                <a:gd name="connsiteX2557" fmla="*/ 155639 w 466725"/>
                <a:gd name="connsiteY2557" fmla="*/ 702659 h 1038225"/>
                <a:gd name="connsiteX2558" fmla="*/ 156020 w 466725"/>
                <a:gd name="connsiteY2558" fmla="*/ 702659 h 1038225"/>
                <a:gd name="connsiteX2559" fmla="*/ 156400 w 466725"/>
                <a:gd name="connsiteY2559" fmla="*/ 703421 h 1038225"/>
                <a:gd name="connsiteX2560" fmla="*/ 156686 w 466725"/>
                <a:gd name="connsiteY2560" fmla="*/ 703612 h 1038225"/>
                <a:gd name="connsiteX2561" fmla="*/ 157067 w 466725"/>
                <a:gd name="connsiteY2561" fmla="*/ 703517 h 1038225"/>
                <a:gd name="connsiteX2562" fmla="*/ 157448 w 466725"/>
                <a:gd name="connsiteY2562" fmla="*/ 703517 h 1038225"/>
                <a:gd name="connsiteX2563" fmla="*/ 158210 w 466725"/>
                <a:gd name="connsiteY2563" fmla="*/ 703231 h 1038225"/>
                <a:gd name="connsiteX2564" fmla="*/ 158496 w 466725"/>
                <a:gd name="connsiteY2564" fmla="*/ 703136 h 1038225"/>
                <a:gd name="connsiteX2565" fmla="*/ 158782 w 466725"/>
                <a:gd name="connsiteY2565" fmla="*/ 703231 h 1038225"/>
                <a:gd name="connsiteX2566" fmla="*/ 159067 w 466725"/>
                <a:gd name="connsiteY2566" fmla="*/ 703707 h 1038225"/>
                <a:gd name="connsiteX2567" fmla="*/ 159449 w 466725"/>
                <a:gd name="connsiteY2567" fmla="*/ 703802 h 1038225"/>
                <a:gd name="connsiteX2568" fmla="*/ 160020 w 466725"/>
                <a:gd name="connsiteY2568" fmla="*/ 703802 h 1038225"/>
                <a:gd name="connsiteX2569" fmla="*/ 160592 w 466725"/>
                <a:gd name="connsiteY2569" fmla="*/ 703897 h 1038225"/>
                <a:gd name="connsiteX2570" fmla="*/ 160782 w 466725"/>
                <a:gd name="connsiteY2570" fmla="*/ 704088 h 1038225"/>
                <a:gd name="connsiteX2571" fmla="*/ 160306 w 466725"/>
                <a:gd name="connsiteY2571" fmla="*/ 704469 h 1038225"/>
                <a:gd name="connsiteX2572" fmla="*/ 159734 w 466725"/>
                <a:gd name="connsiteY2572" fmla="*/ 704564 h 1038225"/>
                <a:gd name="connsiteX2573" fmla="*/ 157925 w 466725"/>
                <a:gd name="connsiteY2573" fmla="*/ 704469 h 1038225"/>
                <a:gd name="connsiteX2574" fmla="*/ 156020 w 466725"/>
                <a:gd name="connsiteY2574" fmla="*/ 705231 h 1038225"/>
                <a:gd name="connsiteX2575" fmla="*/ 154591 w 466725"/>
                <a:gd name="connsiteY2575" fmla="*/ 707041 h 1038225"/>
                <a:gd name="connsiteX2576" fmla="*/ 153924 w 466725"/>
                <a:gd name="connsiteY2576" fmla="*/ 709327 h 1038225"/>
                <a:gd name="connsiteX2577" fmla="*/ 154496 w 466725"/>
                <a:gd name="connsiteY2577" fmla="*/ 711613 h 1038225"/>
                <a:gd name="connsiteX2578" fmla="*/ 155639 w 466725"/>
                <a:gd name="connsiteY2578" fmla="*/ 708660 h 1038225"/>
                <a:gd name="connsiteX2579" fmla="*/ 156115 w 466725"/>
                <a:gd name="connsiteY2579" fmla="*/ 710375 h 1038225"/>
                <a:gd name="connsiteX2580" fmla="*/ 154972 w 466725"/>
                <a:gd name="connsiteY2580" fmla="*/ 716471 h 1038225"/>
                <a:gd name="connsiteX2581" fmla="*/ 154972 w 466725"/>
                <a:gd name="connsiteY2581" fmla="*/ 718566 h 1038225"/>
                <a:gd name="connsiteX2582" fmla="*/ 155448 w 466725"/>
                <a:gd name="connsiteY2582" fmla="*/ 720566 h 1038225"/>
                <a:gd name="connsiteX2583" fmla="*/ 156400 w 466725"/>
                <a:gd name="connsiteY2583" fmla="*/ 722090 h 1038225"/>
                <a:gd name="connsiteX2584" fmla="*/ 157925 w 466725"/>
                <a:gd name="connsiteY2584" fmla="*/ 722662 h 1038225"/>
                <a:gd name="connsiteX2585" fmla="*/ 160020 w 466725"/>
                <a:gd name="connsiteY2585" fmla="*/ 722186 h 1038225"/>
                <a:gd name="connsiteX2586" fmla="*/ 160592 w 466725"/>
                <a:gd name="connsiteY2586" fmla="*/ 720947 h 1038225"/>
                <a:gd name="connsiteX2587" fmla="*/ 160210 w 466725"/>
                <a:gd name="connsiteY2587" fmla="*/ 716947 h 1038225"/>
                <a:gd name="connsiteX2588" fmla="*/ 160592 w 466725"/>
                <a:gd name="connsiteY2588" fmla="*/ 715042 h 1038225"/>
                <a:gd name="connsiteX2589" fmla="*/ 161354 w 466725"/>
                <a:gd name="connsiteY2589" fmla="*/ 713327 h 1038225"/>
                <a:gd name="connsiteX2590" fmla="*/ 163163 w 466725"/>
                <a:gd name="connsiteY2590" fmla="*/ 710375 h 1038225"/>
                <a:gd name="connsiteX2591" fmla="*/ 163354 w 466725"/>
                <a:gd name="connsiteY2591" fmla="*/ 712184 h 1038225"/>
                <a:gd name="connsiteX2592" fmla="*/ 162687 w 466725"/>
                <a:gd name="connsiteY2592" fmla="*/ 713804 h 1038225"/>
                <a:gd name="connsiteX2593" fmla="*/ 161830 w 466725"/>
                <a:gd name="connsiteY2593" fmla="*/ 715232 h 1038225"/>
                <a:gd name="connsiteX2594" fmla="*/ 161449 w 466725"/>
                <a:gd name="connsiteY2594" fmla="*/ 716375 h 1038225"/>
                <a:gd name="connsiteX2595" fmla="*/ 162116 w 466725"/>
                <a:gd name="connsiteY2595" fmla="*/ 717804 h 1038225"/>
                <a:gd name="connsiteX2596" fmla="*/ 163354 w 466725"/>
                <a:gd name="connsiteY2596" fmla="*/ 717328 h 1038225"/>
                <a:gd name="connsiteX2597" fmla="*/ 164497 w 466725"/>
                <a:gd name="connsiteY2597" fmla="*/ 715899 h 1038225"/>
                <a:gd name="connsiteX2598" fmla="*/ 165259 w 466725"/>
                <a:gd name="connsiteY2598" fmla="*/ 713518 h 1038225"/>
                <a:gd name="connsiteX2599" fmla="*/ 166878 w 466725"/>
                <a:gd name="connsiteY2599" fmla="*/ 711518 h 1038225"/>
                <a:gd name="connsiteX2600" fmla="*/ 167068 w 466725"/>
                <a:gd name="connsiteY2600" fmla="*/ 710851 h 1038225"/>
                <a:gd name="connsiteX2601" fmla="*/ 167259 w 466725"/>
                <a:gd name="connsiteY2601" fmla="*/ 708374 h 1038225"/>
                <a:gd name="connsiteX2602" fmla="*/ 167068 w 466725"/>
                <a:gd name="connsiteY2602" fmla="*/ 707327 h 1038225"/>
                <a:gd name="connsiteX2603" fmla="*/ 166307 w 466725"/>
                <a:gd name="connsiteY2603" fmla="*/ 705707 h 1038225"/>
                <a:gd name="connsiteX2604" fmla="*/ 166116 w 466725"/>
                <a:gd name="connsiteY2604" fmla="*/ 704850 h 1038225"/>
                <a:gd name="connsiteX2605" fmla="*/ 166307 w 466725"/>
                <a:gd name="connsiteY2605" fmla="*/ 704183 h 1038225"/>
                <a:gd name="connsiteX2606" fmla="*/ 166688 w 466725"/>
                <a:gd name="connsiteY2606" fmla="*/ 703612 h 1038225"/>
                <a:gd name="connsiteX2607" fmla="*/ 167164 w 466725"/>
                <a:gd name="connsiteY2607" fmla="*/ 703136 h 1038225"/>
                <a:gd name="connsiteX2608" fmla="*/ 167545 w 466725"/>
                <a:gd name="connsiteY2608" fmla="*/ 702659 h 1038225"/>
                <a:gd name="connsiteX2609" fmla="*/ 167831 w 466725"/>
                <a:gd name="connsiteY2609" fmla="*/ 702659 h 1038225"/>
                <a:gd name="connsiteX2610" fmla="*/ 167545 w 466725"/>
                <a:gd name="connsiteY2610" fmla="*/ 703707 h 1038225"/>
                <a:gd name="connsiteX2611" fmla="*/ 167164 w 466725"/>
                <a:gd name="connsiteY2611" fmla="*/ 704374 h 1038225"/>
                <a:gd name="connsiteX2612" fmla="*/ 166973 w 466725"/>
                <a:gd name="connsiteY2612" fmla="*/ 705041 h 1038225"/>
                <a:gd name="connsiteX2613" fmla="*/ 167164 w 466725"/>
                <a:gd name="connsiteY2613" fmla="*/ 706088 h 1038225"/>
                <a:gd name="connsiteX2614" fmla="*/ 167926 w 466725"/>
                <a:gd name="connsiteY2614" fmla="*/ 707803 h 1038225"/>
                <a:gd name="connsiteX2615" fmla="*/ 168212 w 466725"/>
                <a:gd name="connsiteY2615" fmla="*/ 708660 h 1038225"/>
                <a:gd name="connsiteX2616" fmla="*/ 168212 w 466725"/>
                <a:gd name="connsiteY2616" fmla="*/ 709803 h 1038225"/>
                <a:gd name="connsiteX2617" fmla="*/ 167926 w 466725"/>
                <a:gd name="connsiteY2617" fmla="*/ 711613 h 1038225"/>
                <a:gd name="connsiteX2618" fmla="*/ 167450 w 466725"/>
                <a:gd name="connsiteY2618" fmla="*/ 713422 h 1038225"/>
                <a:gd name="connsiteX2619" fmla="*/ 166592 w 466725"/>
                <a:gd name="connsiteY2619" fmla="*/ 715042 h 1038225"/>
                <a:gd name="connsiteX2620" fmla="*/ 165259 w 466725"/>
                <a:gd name="connsiteY2620" fmla="*/ 716185 h 1038225"/>
                <a:gd name="connsiteX2621" fmla="*/ 165449 w 466725"/>
                <a:gd name="connsiteY2621" fmla="*/ 717042 h 1038225"/>
                <a:gd name="connsiteX2622" fmla="*/ 165164 w 466725"/>
                <a:gd name="connsiteY2622" fmla="*/ 717995 h 1038225"/>
                <a:gd name="connsiteX2623" fmla="*/ 164592 w 466725"/>
                <a:gd name="connsiteY2623" fmla="*/ 718756 h 1038225"/>
                <a:gd name="connsiteX2624" fmla="*/ 163925 w 466725"/>
                <a:gd name="connsiteY2624" fmla="*/ 719042 h 1038225"/>
                <a:gd name="connsiteX2625" fmla="*/ 163544 w 466725"/>
                <a:gd name="connsiteY2625" fmla="*/ 719519 h 1038225"/>
                <a:gd name="connsiteX2626" fmla="*/ 163830 w 466725"/>
                <a:gd name="connsiteY2626" fmla="*/ 724853 h 1038225"/>
                <a:gd name="connsiteX2627" fmla="*/ 164211 w 466725"/>
                <a:gd name="connsiteY2627" fmla="*/ 725519 h 1038225"/>
                <a:gd name="connsiteX2628" fmla="*/ 165068 w 466725"/>
                <a:gd name="connsiteY2628" fmla="*/ 725805 h 1038225"/>
                <a:gd name="connsiteX2629" fmla="*/ 168402 w 466725"/>
                <a:gd name="connsiteY2629" fmla="*/ 726281 h 1038225"/>
                <a:gd name="connsiteX2630" fmla="*/ 169545 w 466725"/>
                <a:gd name="connsiteY2630" fmla="*/ 726186 h 1038225"/>
                <a:gd name="connsiteX2631" fmla="*/ 170593 w 466725"/>
                <a:gd name="connsiteY2631" fmla="*/ 725805 h 1038225"/>
                <a:gd name="connsiteX2632" fmla="*/ 171450 w 466725"/>
                <a:gd name="connsiteY2632" fmla="*/ 725234 h 1038225"/>
                <a:gd name="connsiteX2633" fmla="*/ 172974 w 466725"/>
                <a:gd name="connsiteY2633" fmla="*/ 723710 h 1038225"/>
                <a:gd name="connsiteX2634" fmla="*/ 176213 w 466725"/>
                <a:gd name="connsiteY2634" fmla="*/ 721328 h 1038225"/>
                <a:gd name="connsiteX2635" fmla="*/ 183642 w 466725"/>
                <a:gd name="connsiteY2635" fmla="*/ 713422 h 1038225"/>
                <a:gd name="connsiteX2636" fmla="*/ 184880 w 466725"/>
                <a:gd name="connsiteY2636" fmla="*/ 711327 h 1038225"/>
                <a:gd name="connsiteX2637" fmla="*/ 185071 w 466725"/>
                <a:gd name="connsiteY2637" fmla="*/ 710660 h 1038225"/>
                <a:gd name="connsiteX2638" fmla="*/ 185071 w 466725"/>
                <a:gd name="connsiteY2638" fmla="*/ 708088 h 1038225"/>
                <a:gd name="connsiteX2639" fmla="*/ 185452 w 466725"/>
                <a:gd name="connsiteY2639" fmla="*/ 707136 h 1038225"/>
                <a:gd name="connsiteX2640" fmla="*/ 186976 w 466725"/>
                <a:gd name="connsiteY2640" fmla="*/ 704945 h 1038225"/>
                <a:gd name="connsiteX2641" fmla="*/ 187357 w 466725"/>
                <a:gd name="connsiteY2641" fmla="*/ 703802 h 1038225"/>
                <a:gd name="connsiteX2642" fmla="*/ 186976 w 466725"/>
                <a:gd name="connsiteY2642" fmla="*/ 698563 h 1038225"/>
                <a:gd name="connsiteX2643" fmla="*/ 187452 w 466725"/>
                <a:gd name="connsiteY2643" fmla="*/ 699135 h 1038225"/>
                <a:gd name="connsiteX2644" fmla="*/ 187833 w 466725"/>
                <a:gd name="connsiteY2644" fmla="*/ 700088 h 1038225"/>
                <a:gd name="connsiteX2645" fmla="*/ 188024 w 466725"/>
                <a:gd name="connsiteY2645" fmla="*/ 701230 h 1038225"/>
                <a:gd name="connsiteX2646" fmla="*/ 188119 w 466725"/>
                <a:gd name="connsiteY2646" fmla="*/ 702088 h 1038225"/>
                <a:gd name="connsiteX2647" fmla="*/ 188595 w 466725"/>
                <a:gd name="connsiteY2647" fmla="*/ 702850 h 1038225"/>
                <a:gd name="connsiteX2648" fmla="*/ 189738 w 466725"/>
                <a:gd name="connsiteY2648" fmla="*/ 703136 h 1038225"/>
                <a:gd name="connsiteX2649" fmla="*/ 190881 w 466725"/>
                <a:gd name="connsiteY2649" fmla="*/ 702945 h 1038225"/>
                <a:gd name="connsiteX2650" fmla="*/ 191929 w 466725"/>
                <a:gd name="connsiteY2650" fmla="*/ 701230 h 1038225"/>
                <a:gd name="connsiteX2651" fmla="*/ 195739 w 466725"/>
                <a:gd name="connsiteY2651" fmla="*/ 697516 h 1038225"/>
                <a:gd name="connsiteX2652" fmla="*/ 195548 w 466725"/>
                <a:gd name="connsiteY2652" fmla="*/ 698945 h 1038225"/>
                <a:gd name="connsiteX2653" fmla="*/ 195358 w 466725"/>
                <a:gd name="connsiteY2653" fmla="*/ 699421 h 1038225"/>
                <a:gd name="connsiteX2654" fmla="*/ 196691 w 466725"/>
                <a:gd name="connsiteY2654" fmla="*/ 699326 h 1038225"/>
                <a:gd name="connsiteX2655" fmla="*/ 197453 w 466725"/>
                <a:gd name="connsiteY2655" fmla="*/ 698563 h 1038225"/>
                <a:gd name="connsiteX2656" fmla="*/ 198025 w 466725"/>
                <a:gd name="connsiteY2656" fmla="*/ 697611 h 1038225"/>
                <a:gd name="connsiteX2657" fmla="*/ 198977 w 466725"/>
                <a:gd name="connsiteY2657" fmla="*/ 696849 h 1038225"/>
                <a:gd name="connsiteX2658" fmla="*/ 198787 w 466725"/>
                <a:gd name="connsiteY2658" fmla="*/ 697802 h 1038225"/>
                <a:gd name="connsiteX2659" fmla="*/ 198406 w 466725"/>
                <a:gd name="connsiteY2659" fmla="*/ 698468 h 1038225"/>
                <a:gd name="connsiteX2660" fmla="*/ 198406 w 466725"/>
                <a:gd name="connsiteY2660" fmla="*/ 698849 h 1038225"/>
                <a:gd name="connsiteX2661" fmla="*/ 199454 w 466725"/>
                <a:gd name="connsiteY2661" fmla="*/ 698945 h 1038225"/>
                <a:gd name="connsiteX2662" fmla="*/ 200406 w 466725"/>
                <a:gd name="connsiteY2662" fmla="*/ 698563 h 1038225"/>
                <a:gd name="connsiteX2663" fmla="*/ 202406 w 466725"/>
                <a:gd name="connsiteY2663" fmla="*/ 696754 h 1038225"/>
                <a:gd name="connsiteX2664" fmla="*/ 204978 w 466725"/>
                <a:gd name="connsiteY2664" fmla="*/ 693801 h 1038225"/>
                <a:gd name="connsiteX2665" fmla="*/ 204883 w 466725"/>
                <a:gd name="connsiteY2665" fmla="*/ 692372 h 1038225"/>
                <a:gd name="connsiteX2666" fmla="*/ 201740 w 466725"/>
                <a:gd name="connsiteY2666" fmla="*/ 689515 h 1038225"/>
                <a:gd name="connsiteX2667" fmla="*/ 205454 w 466725"/>
                <a:gd name="connsiteY2667" fmla="*/ 690944 h 1038225"/>
                <a:gd name="connsiteX2668" fmla="*/ 206026 w 466725"/>
                <a:gd name="connsiteY2668" fmla="*/ 691515 h 1038225"/>
                <a:gd name="connsiteX2669" fmla="*/ 206502 w 466725"/>
                <a:gd name="connsiteY2669" fmla="*/ 692658 h 1038225"/>
                <a:gd name="connsiteX2670" fmla="*/ 207645 w 466725"/>
                <a:gd name="connsiteY2670" fmla="*/ 693039 h 1038225"/>
                <a:gd name="connsiteX2671" fmla="*/ 208979 w 466725"/>
                <a:gd name="connsiteY2671" fmla="*/ 692848 h 1038225"/>
                <a:gd name="connsiteX2672" fmla="*/ 210026 w 466725"/>
                <a:gd name="connsiteY2672" fmla="*/ 692468 h 1038225"/>
                <a:gd name="connsiteX2673" fmla="*/ 213074 w 466725"/>
                <a:gd name="connsiteY2673" fmla="*/ 691801 h 1038225"/>
                <a:gd name="connsiteX2674" fmla="*/ 216408 w 466725"/>
                <a:gd name="connsiteY2674" fmla="*/ 690658 h 1038225"/>
                <a:gd name="connsiteX2675" fmla="*/ 217456 w 466725"/>
                <a:gd name="connsiteY2675" fmla="*/ 688467 h 1038225"/>
                <a:gd name="connsiteX2676" fmla="*/ 218313 w 466725"/>
                <a:gd name="connsiteY2676" fmla="*/ 687991 h 1038225"/>
                <a:gd name="connsiteX2677" fmla="*/ 219075 w 466725"/>
                <a:gd name="connsiteY2677" fmla="*/ 686657 h 1038225"/>
                <a:gd name="connsiteX2678" fmla="*/ 218599 w 466725"/>
                <a:gd name="connsiteY2678" fmla="*/ 685895 h 1038225"/>
                <a:gd name="connsiteX2679" fmla="*/ 217646 w 466725"/>
                <a:gd name="connsiteY2679" fmla="*/ 685324 h 1038225"/>
                <a:gd name="connsiteX2680" fmla="*/ 216789 w 466725"/>
                <a:gd name="connsiteY2680" fmla="*/ 683895 h 1038225"/>
                <a:gd name="connsiteX2681" fmla="*/ 214217 w 466725"/>
                <a:gd name="connsiteY2681" fmla="*/ 680466 h 1038225"/>
                <a:gd name="connsiteX2682" fmla="*/ 213646 w 466725"/>
                <a:gd name="connsiteY2682" fmla="*/ 679323 h 1038225"/>
                <a:gd name="connsiteX2683" fmla="*/ 213550 w 466725"/>
                <a:gd name="connsiteY2683" fmla="*/ 678752 h 1038225"/>
                <a:gd name="connsiteX2684" fmla="*/ 213646 w 466725"/>
                <a:gd name="connsiteY2684" fmla="*/ 678180 h 1038225"/>
                <a:gd name="connsiteX2685" fmla="*/ 214217 w 466725"/>
                <a:gd name="connsiteY2685" fmla="*/ 677037 h 1038225"/>
                <a:gd name="connsiteX2686" fmla="*/ 214313 w 466725"/>
                <a:gd name="connsiteY2686" fmla="*/ 676370 h 1038225"/>
                <a:gd name="connsiteX2687" fmla="*/ 214027 w 466725"/>
                <a:gd name="connsiteY2687" fmla="*/ 675322 h 1038225"/>
                <a:gd name="connsiteX2688" fmla="*/ 212693 w 466725"/>
                <a:gd name="connsiteY2688" fmla="*/ 673703 h 1038225"/>
                <a:gd name="connsiteX2689" fmla="*/ 212122 w 466725"/>
                <a:gd name="connsiteY2689" fmla="*/ 672751 h 1038225"/>
                <a:gd name="connsiteX2690" fmla="*/ 211741 w 466725"/>
                <a:gd name="connsiteY2690" fmla="*/ 670655 h 1038225"/>
                <a:gd name="connsiteX2691" fmla="*/ 211550 w 466725"/>
                <a:gd name="connsiteY2691" fmla="*/ 670179 h 1038225"/>
                <a:gd name="connsiteX2692" fmla="*/ 210598 w 466725"/>
                <a:gd name="connsiteY2692" fmla="*/ 669131 h 1038225"/>
                <a:gd name="connsiteX2693" fmla="*/ 210312 w 466725"/>
                <a:gd name="connsiteY2693" fmla="*/ 668655 h 1038225"/>
                <a:gd name="connsiteX2694" fmla="*/ 212217 w 466725"/>
                <a:gd name="connsiteY2694" fmla="*/ 668369 h 1038225"/>
                <a:gd name="connsiteX2695" fmla="*/ 214884 w 466725"/>
                <a:gd name="connsiteY2695" fmla="*/ 666274 h 1038225"/>
                <a:gd name="connsiteX2696" fmla="*/ 216408 w 466725"/>
                <a:gd name="connsiteY2696" fmla="*/ 666464 h 1038225"/>
                <a:gd name="connsiteX2697" fmla="*/ 215741 w 466725"/>
                <a:gd name="connsiteY2697" fmla="*/ 667036 h 1038225"/>
                <a:gd name="connsiteX2698" fmla="*/ 213646 w 466725"/>
                <a:gd name="connsiteY2698" fmla="*/ 668464 h 1038225"/>
                <a:gd name="connsiteX2699" fmla="*/ 213170 w 466725"/>
                <a:gd name="connsiteY2699" fmla="*/ 669322 h 1038225"/>
                <a:gd name="connsiteX2700" fmla="*/ 213170 w 466725"/>
                <a:gd name="connsiteY2700" fmla="*/ 670560 h 1038225"/>
                <a:gd name="connsiteX2701" fmla="*/ 213360 w 466725"/>
                <a:gd name="connsiteY2701" fmla="*/ 671703 h 1038225"/>
                <a:gd name="connsiteX2702" fmla="*/ 213646 w 466725"/>
                <a:gd name="connsiteY2702" fmla="*/ 672846 h 1038225"/>
                <a:gd name="connsiteX2703" fmla="*/ 214693 w 466725"/>
                <a:gd name="connsiteY2703" fmla="*/ 675037 h 1038225"/>
                <a:gd name="connsiteX2704" fmla="*/ 214979 w 466725"/>
                <a:gd name="connsiteY2704" fmla="*/ 675989 h 1038225"/>
                <a:gd name="connsiteX2705" fmla="*/ 215170 w 466725"/>
                <a:gd name="connsiteY2705" fmla="*/ 677037 h 1038225"/>
                <a:gd name="connsiteX2706" fmla="*/ 215170 w 466725"/>
                <a:gd name="connsiteY2706" fmla="*/ 678371 h 1038225"/>
                <a:gd name="connsiteX2707" fmla="*/ 215551 w 466725"/>
                <a:gd name="connsiteY2707" fmla="*/ 679133 h 1038225"/>
                <a:gd name="connsiteX2708" fmla="*/ 216408 w 466725"/>
                <a:gd name="connsiteY2708" fmla="*/ 679990 h 1038225"/>
                <a:gd name="connsiteX2709" fmla="*/ 219932 w 466725"/>
                <a:gd name="connsiteY2709" fmla="*/ 682657 h 1038225"/>
                <a:gd name="connsiteX2710" fmla="*/ 220980 w 466725"/>
                <a:gd name="connsiteY2710" fmla="*/ 683228 h 1038225"/>
                <a:gd name="connsiteX2711" fmla="*/ 222218 w 466725"/>
                <a:gd name="connsiteY2711" fmla="*/ 683419 h 1038225"/>
                <a:gd name="connsiteX2712" fmla="*/ 224123 w 466725"/>
                <a:gd name="connsiteY2712" fmla="*/ 684847 h 1038225"/>
                <a:gd name="connsiteX2713" fmla="*/ 227362 w 466725"/>
                <a:gd name="connsiteY2713" fmla="*/ 684467 h 1038225"/>
                <a:gd name="connsiteX2714" fmla="*/ 230600 w 466725"/>
                <a:gd name="connsiteY2714" fmla="*/ 683800 h 1038225"/>
                <a:gd name="connsiteX2715" fmla="*/ 233648 w 466725"/>
                <a:gd name="connsiteY2715" fmla="*/ 682657 h 1038225"/>
                <a:gd name="connsiteX2716" fmla="*/ 234887 w 466725"/>
                <a:gd name="connsiteY2716" fmla="*/ 681133 h 1038225"/>
                <a:gd name="connsiteX2717" fmla="*/ 236982 w 466725"/>
                <a:gd name="connsiteY2717" fmla="*/ 679513 h 1038225"/>
                <a:gd name="connsiteX2718" fmla="*/ 237934 w 466725"/>
                <a:gd name="connsiteY2718" fmla="*/ 676466 h 1038225"/>
                <a:gd name="connsiteX2719" fmla="*/ 238887 w 466725"/>
                <a:gd name="connsiteY2719" fmla="*/ 674942 h 1038225"/>
                <a:gd name="connsiteX2720" fmla="*/ 239363 w 466725"/>
                <a:gd name="connsiteY2720" fmla="*/ 674370 h 1038225"/>
                <a:gd name="connsiteX2721" fmla="*/ 241459 w 466725"/>
                <a:gd name="connsiteY2721" fmla="*/ 672846 h 1038225"/>
                <a:gd name="connsiteX2722" fmla="*/ 242316 w 466725"/>
                <a:gd name="connsiteY2722" fmla="*/ 671989 h 1038225"/>
                <a:gd name="connsiteX2723" fmla="*/ 243268 w 466725"/>
                <a:gd name="connsiteY2723" fmla="*/ 670655 h 1038225"/>
                <a:gd name="connsiteX2724" fmla="*/ 242697 w 466725"/>
                <a:gd name="connsiteY2724" fmla="*/ 670084 h 1038225"/>
                <a:gd name="connsiteX2725" fmla="*/ 242602 w 466725"/>
                <a:gd name="connsiteY2725" fmla="*/ 669608 h 1038225"/>
                <a:gd name="connsiteX2726" fmla="*/ 242983 w 466725"/>
                <a:gd name="connsiteY2726" fmla="*/ 669227 h 1038225"/>
                <a:gd name="connsiteX2727" fmla="*/ 243745 w 466725"/>
                <a:gd name="connsiteY2727" fmla="*/ 669131 h 1038225"/>
                <a:gd name="connsiteX2728" fmla="*/ 244507 w 466725"/>
                <a:gd name="connsiteY2728" fmla="*/ 667226 h 1038225"/>
                <a:gd name="connsiteX2729" fmla="*/ 244792 w 466725"/>
                <a:gd name="connsiteY2729" fmla="*/ 665988 h 1038225"/>
                <a:gd name="connsiteX2730" fmla="*/ 245555 w 466725"/>
                <a:gd name="connsiteY2730" fmla="*/ 664750 h 1038225"/>
                <a:gd name="connsiteX2731" fmla="*/ 245650 w 466725"/>
                <a:gd name="connsiteY2731" fmla="*/ 663893 h 1038225"/>
                <a:gd name="connsiteX2732" fmla="*/ 245364 w 466725"/>
                <a:gd name="connsiteY2732" fmla="*/ 663130 h 1038225"/>
                <a:gd name="connsiteX2733" fmla="*/ 244888 w 466725"/>
                <a:gd name="connsiteY2733" fmla="*/ 662464 h 1038225"/>
                <a:gd name="connsiteX2734" fmla="*/ 244221 w 466725"/>
                <a:gd name="connsiteY2734" fmla="*/ 661988 h 1038225"/>
                <a:gd name="connsiteX2735" fmla="*/ 243459 w 466725"/>
                <a:gd name="connsiteY2735" fmla="*/ 661606 h 1038225"/>
                <a:gd name="connsiteX2736" fmla="*/ 243459 w 466725"/>
                <a:gd name="connsiteY2736" fmla="*/ 661226 h 1038225"/>
                <a:gd name="connsiteX2737" fmla="*/ 244126 w 466725"/>
                <a:gd name="connsiteY2737" fmla="*/ 661321 h 1038225"/>
                <a:gd name="connsiteX2738" fmla="*/ 245269 w 466725"/>
                <a:gd name="connsiteY2738" fmla="*/ 661606 h 1038225"/>
                <a:gd name="connsiteX2739" fmla="*/ 245935 w 466725"/>
                <a:gd name="connsiteY2739" fmla="*/ 661702 h 1038225"/>
                <a:gd name="connsiteX2740" fmla="*/ 245555 w 466725"/>
                <a:gd name="connsiteY2740" fmla="*/ 661226 h 1038225"/>
                <a:gd name="connsiteX2741" fmla="*/ 245269 w 466725"/>
                <a:gd name="connsiteY2741" fmla="*/ 660749 h 1038225"/>
                <a:gd name="connsiteX2742" fmla="*/ 245078 w 466725"/>
                <a:gd name="connsiteY2742" fmla="*/ 660273 h 1038225"/>
                <a:gd name="connsiteX2743" fmla="*/ 244888 w 466725"/>
                <a:gd name="connsiteY2743" fmla="*/ 659702 h 1038225"/>
                <a:gd name="connsiteX2744" fmla="*/ 246602 w 466725"/>
                <a:gd name="connsiteY2744" fmla="*/ 660083 h 1038225"/>
                <a:gd name="connsiteX2745" fmla="*/ 247174 w 466725"/>
                <a:gd name="connsiteY2745" fmla="*/ 659702 h 1038225"/>
                <a:gd name="connsiteX2746" fmla="*/ 247555 w 466725"/>
                <a:gd name="connsiteY2746" fmla="*/ 657225 h 1038225"/>
                <a:gd name="connsiteX2747" fmla="*/ 248507 w 466725"/>
                <a:gd name="connsiteY2747" fmla="*/ 655511 h 1038225"/>
                <a:gd name="connsiteX2748" fmla="*/ 248793 w 466725"/>
                <a:gd name="connsiteY2748" fmla="*/ 654748 h 1038225"/>
                <a:gd name="connsiteX2749" fmla="*/ 248793 w 466725"/>
                <a:gd name="connsiteY2749" fmla="*/ 652463 h 1038225"/>
                <a:gd name="connsiteX2750" fmla="*/ 248031 w 466725"/>
                <a:gd name="connsiteY2750" fmla="*/ 650558 h 1038225"/>
                <a:gd name="connsiteX2751" fmla="*/ 245935 w 466725"/>
                <a:gd name="connsiteY2751" fmla="*/ 646843 h 1038225"/>
                <a:gd name="connsiteX2752" fmla="*/ 245555 w 466725"/>
                <a:gd name="connsiteY2752" fmla="*/ 644462 h 1038225"/>
                <a:gd name="connsiteX2753" fmla="*/ 246412 w 466725"/>
                <a:gd name="connsiteY2753" fmla="*/ 642938 h 1038225"/>
                <a:gd name="connsiteX2754" fmla="*/ 247745 w 466725"/>
                <a:gd name="connsiteY2754" fmla="*/ 641795 h 1038225"/>
                <a:gd name="connsiteX2755" fmla="*/ 248793 w 466725"/>
                <a:gd name="connsiteY2755" fmla="*/ 640461 h 1038225"/>
                <a:gd name="connsiteX2756" fmla="*/ 248793 w 466725"/>
                <a:gd name="connsiteY2756" fmla="*/ 638651 h 1038225"/>
                <a:gd name="connsiteX2757" fmla="*/ 247459 w 466725"/>
                <a:gd name="connsiteY2757" fmla="*/ 637413 h 1038225"/>
                <a:gd name="connsiteX2758" fmla="*/ 245745 w 466725"/>
                <a:gd name="connsiteY2758" fmla="*/ 636270 h 1038225"/>
                <a:gd name="connsiteX2759" fmla="*/ 244507 w 466725"/>
                <a:gd name="connsiteY2759" fmla="*/ 634651 h 1038225"/>
                <a:gd name="connsiteX2760" fmla="*/ 244126 w 466725"/>
                <a:gd name="connsiteY2760" fmla="*/ 634270 h 1038225"/>
                <a:gd name="connsiteX2761" fmla="*/ 244316 w 466725"/>
                <a:gd name="connsiteY2761" fmla="*/ 634079 h 1038225"/>
                <a:gd name="connsiteX2762" fmla="*/ 244602 w 466725"/>
                <a:gd name="connsiteY2762" fmla="*/ 633889 h 1038225"/>
                <a:gd name="connsiteX2763" fmla="*/ 244888 w 466725"/>
                <a:gd name="connsiteY2763" fmla="*/ 633698 h 1038225"/>
                <a:gd name="connsiteX2764" fmla="*/ 245269 w 466725"/>
                <a:gd name="connsiteY2764" fmla="*/ 633508 h 1038225"/>
                <a:gd name="connsiteX2765" fmla="*/ 245364 w 466725"/>
                <a:gd name="connsiteY2765" fmla="*/ 633889 h 1038225"/>
                <a:gd name="connsiteX2766" fmla="*/ 245745 w 466725"/>
                <a:gd name="connsiteY2766" fmla="*/ 634365 h 1038225"/>
                <a:gd name="connsiteX2767" fmla="*/ 245935 w 466725"/>
                <a:gd name="connsiteY2767" fmla="*/ 634651 h 1038225"/>
                <a:gd name="connsiteX2768" fmla="*/ 246317 w 466725"/>
                <a:gd name="connsiteY2768" fmla="*/ 633794 h 1038225"/>
                <a:gd name="connsiteX2769" fmla="*/ 246698 w 466725"/>
                <a:gd name="connsiteY2769" fmla="*/ 631698 h 1038225"/>
                <a:gd name="connsiteX2770" fmla="*/ 247269 w 466725"/>
                <a:gd name="connsiteY2770" fmla="*/ 630841 h 1038225"/>
                <a:gd name="connsiteX2771" fmla="*/ 247555 w 466725"/>
                <a:gd name="connsiteY2771" fmla="*/ 631603 h 1038225"/>
                <a:gd name="connsiteX2772" fmla="*/ 247459 w 466725"/>
                <a:gd name="connsiteY2772" fmla="*/ 633413 h 1038225"/>
                <a:gd name="connsiteX2773" fmla="*/ 247650 w 466725"/>
                <a:gd name="connsiteY2773" fmla="*/ 634365 h 1038225"/>
                <a:gd name="connsiteX2774" fmla="*/ 247936 w 466725"/>
                <a:gd name="connsiteY2774" fmla="*/ 634937 h 1038225"/>
                <a:gd name="connsiteX2775" fmla="*/ 248412 w 466725"/>
                <a:gd name="connsiteY2775" fmla="*/ 635413 h 1038225"/>
                <a:gd name="connsiteX2776" fmla="*/ 254127 w 466725"/>
                <a:gd name="connsiteY2776" fmla="*/ 639604 h 1038225"/>
                <a:gd name="connsiteX2777" fmla="*/ 253841 w 466725"/>
                <a:gd name="connsiteY2777" fmla="*/ 640747 h 1038225"/>
                <a:gd name="connsiteX2778" fmla="*/ 254699 w 466725"/>
                <a:gd name="connsiteY2778" fmla="*/ 641318 h 1038225"/>
                <a:gd name="connsiteX2779" fmla="*/ 256032 w 466725"/>
                <a:gd name="connsiteY2779" fmla="*/ 641699 h 1038225"/>
                <a:gd name="connsiteX2780" fmla="*/ 257080 w 466725"/>
                <a:gd name="connsiteY2780" fmla="*/ 642176 h 1038225"/>
                <a:gd name="connsiteX2781" fmla="*/ 257556 w 466725"/>
                <a:gd name="connsiteY2781" fmla="*/ 643319 h 1038225"/>
                <a:gd name="connsiteX2782" fmla="*/ 257747 w 466725"/>
                <a:gd name="connsiteY2782" fmla="*/ 644462 h 1038225"/>
                <a:gd name="connsiteX2783" fmla="*/ 258127 w 466725"/>
                <a:gd name="connsiteY2783" fmla="*/ 645319 h 1038225"/>
                <a:gd name="connsiteX2784" fmla="*/ 259271 w 466725"/>
                <a:gd name="connsiteY2784" fmla="*/ 645509 h 1038225"/>
                <a:gd name="connsiteX2785" fmla="*/ 259271 w 466725"/>
                <a:gd name="connsiteY2785" fmla="*/ 645890 h 1038225"/>
                <a:gd name="connsiteX2786" fmla="*/ 258509 w 466725"/>
                <a:gd name="connsiteY2786" fmla="*/ 646843 h 1038225"/>
                <a:gd name="connsiteX2787" fmla="*/ 258699 w 466725"/>
                <a:gd name="connsiteY2787" fmla="*/ 648557 h 1038225"/>
                <a:gd name="connsiteX2788" fmla="*/ 259461 w 466725"/>
                <a:gd name="connsiteY2788" fmla="*/ 650367 h 1038225"/>
                <a:gd name="connsiteX2789" fmla="*/ 260318 w 466725"/>
                <a:gd name="connsiteY2789" fmla="*/ 651510 h 1038225"/>
                <a:gd name="connsiteX2790" fmla="*/ 260890 w 466725"/>
                <a:gd name="connsiteY2790" fmla="*/ 650462 h 1038225"/>
                <a:gd name="connsiteX2791" fmla="*/ 261175 w 466725"/>
                <a:gd name="connsiteY2791" fmla="*/ 649510 h 1038225"/>
                <a:gd name="connsiteX2792" fmla="*/ 261747 w 466725"/>
                <a:gd name="connsiteY2792" fmla="*/ 648843 h 1038225"/>
                <a:gd name="connsiteX2793" fmla="*/ 262985 w 466725"/>
                <a:gd name="connsiteY2793" fmla="*/ 648557 h 1038225"/>
                <a:gd name="connsiteX2794" fmla="*/ 264128 w 466725"/>
                <a:gd name="connsiteY2794" fmla="*/ 648653 h 1038225"/>
                <a:gd name="connsiteX2795" fmla="*/ 265176 w 466725"/>
                <a:gd name="connsiteY2795" fmla="*/ 649034 h 1038225"/>
                <a:gd name="connsiteX2796" fmla="*/ 267176 w 466725"/>
                <a:gd name="connsiteY2796" fmla="*/ 649986 h 1038225"/>
                <a:gd name="connsiteX2797" fmla="*/ 265748 w 466725"/>
                <a:gd name="connsiteY2797" fmla="*/ 650653 h 1038225"/>
                <a:gd name="connsiteX2798" fmla="*/ 264128 w 466725"/>
                <a:gd name="connsiteY2798" fmla="*/ 650081 h 1038225"/>
                <a:gd name="connsiteX2799" fmla="*/ 262604 w 466725"/>
                <a:gd name="connsiteY2799" fmla="*/ 649700 h 1038225"/>
                <a:gd name="connsiteX2800" fmla="*/ 261747 w 466725"/>
                <a:gd name="connsiteY2800" fmla="*/ 651129 h 1038225"/>
                <a:gd name="connsiteX2801" fmla="*/ 261842 w 466725"/>
                <a:gd name="connsiteY2801" fmla="*/ 651891 h 1038225"/>
                <a:gd name="connsiteX2802" fmla="*/ 262128 w 466725"/>
                <a:gd name="connsiteY2802" fmla="*/ 652653 h 1038225"/>
                <a:gd name="connsiteX2803" fmla="*/ 262509 w 466725"/>
                <a:gd name="connsiteY2803" fmla="*/ 653320 h 1038225"/>
                <a:gd name="connsiteX2804" fmla="*/ 262890 w 466725"/>
                <a:gd name="connsiteY2804" fmla="*/ 653796 h 1038225"/>
                <a:gd name="connsiteX2805" fmla="*/ 263747 w 466725"/>
                <a:gd name="connsiteY2805" fmla="*/ 654748 h 1038225"/>
                <a:gd name="connsiteX2806" fmla="*/ 263938 w 466725"/>
                <a:gd name="connsiteY2806" fmla="*/ 655225 h 1038225"/>
                <a:gd name="connsiteX2807" fmla="*/ 263938 w 466725"/>
                <a:gd name="connsiteY2807" fmla="*/ 656082 h 1038225"/>
                <a:gd name="connsiteX2808" fmla="*/ 263271 w 466725"/>
                <a:gd name="connsiteY2808" fmla="*/ 658844 h 1038225"/>
                <a:gd name="connsiteX2809" fmla="*/ 263081 w 466725"/>
                <a:gd name="connsiteY2809" fmla="*/ 660273 h 1038225"/>
                <a:gd name="connsiteX2810" fmla="*/ 263557 w 466725"/>
                <a:gd name="connsiteY2810" fmla="*/ 661416 h 1038225"/>
                <a:gd name="connsiteX2811" fmla="*/ 264128 w 466725"/>
                <a:gd name="connsiteY2811" fmla="*/ 661130 h 1038225"/>
                <a:gd name="connsiteX2812" fmla="*/ 264605 w 466725"/>
                <a:gd name="connsiteY2812" fmla="*/ 661035 h 1038225"/>
                <a:gd name="connsiteX2813" fmla="*/ 264985 w 466725"/>
                <a:gd name="connsiteY2813" fmla="*/ 661416 h 1038225"/>
                <a:gd name="connsiteX2814" fmla="*/ 264224 w 466725"/>
                <a:gd name="connsiteY2814" fmla="*/ 662845 h 1038225"/>
                <a:gd name="connsiteX2815" fmla="*/ 264128 w 466725"/>
                <a:gd name="connsiteY2815" fmla="*/ 663702 h 1038225"/>
                <a:gd name="connsiteX2816" fmla="*/ 264128 w 466725"/>
                <a:gd name="connsiteY2816" fmla="*/ 664464 h 1038225"/>
                <a:gd name="connsiteX2817" fmla="*/ 264319 w 466725"/>
                <a:gd name="connsiteY2817" fmla="*/ 665131 h 1038225"/>
                <a:gd name="connsiteX2818" fmla="*/ 264890 w 466725"/>
                <a:gd name="connsiteY2818" fmla="*/ 665512 h 1038225"/>
                <a:gd name="connsiteX2819" fmla="*/ 264985 w 466725"/>
                <a:gd name="connsiteY2819" fmla="*/ 664750 h 1038225"/>
                <a:gd name="connsiteX2820" fmla="*/ 265176 w 466725"/>
                <a:gd name="connsiteY2820" fmla="*/ 664083 h 1038225"/>
                <a:gd name="connsiteX2821" fmla="*/ 265652 w 466725"/>
                <a:gd name="connsiteY2821" fmla="*/ 662940 h 1038225"/>
                <a:gd name="connsiteX2822" fmla="*/ 266033 w 466725"/>
                <a:gd name="connsiteY2822" fmla="*/ 662940 h 1038225"/>
                <a:gd name="connsiteX2823" fmla="*/ 265652 w 466725"/>
                <a:gd name="connsiteY2823" fmla="*/ 664369 h 1038225"/>
                <a:gd name="connsiteX2824" fmla="*/ 265652 w 466725"/>
                <a:gd name="connsiteY2824" fmla="*/ 664845 h 1038225"/>
                <a:gd name="connsiteX2825" fmla="*/ 265748 w 466725"/>
                <a:gd name="connsiteY2825" fmla="*/ 665417 h 1038225"/>
                <a:gd name="connsiteX2826" fmla="*/ 266224 w 466725"/>
                <a:gd name="connsiteY2826" fmla="*/ 666083 h 1038225"/>
                <a:gd name="connsiteX2827" fmla="*/ 265462 w 466725"/>
                <a:gd name="connsiteY2827" fmla="*/ 667226 h 1038225"/>
                <a:gd name="connsiteX2828" fmla="*/ 265462 w 466725"/>
                <a:gd name="connsiteY2828" fmla="*/ 668750 h 1038225"/>
                <a:gd name="connsiteX2829" fmla="*/ 266033 w 466725"/>
                <a:gd name="connsiteY2829" fmla="*/ 670751 h 1038225"/>
                <a:gd name="connsiteX2830" fmla="*/ 266795 w 466725"/>
                <a:gd name="connsiteY2830" fmla="*/ 672655 h 1038225"/>
                <a:gd name="connsiteX2831" fmla="*/ 268415 w 466725"/>
                <a:gd name="connsiteY2831" fmla="*/ 674751 h 1038225"/>
                <a:gd name="connsiteX2832" fmla="*/ 269748 w 466725"/>
                <a:gd name="connsiteY2832" fmla="*/ 675132 h 1038225"/>
                <a:gd name="connsiteX2833" fmla="*/ 270700 w 466725"/>
                <a:gd name="connsiteY2833" fmla="*/ 673608 h 1038225"/>
                <a:gd name="connsiteX2834" fmla="*/ 271082 w 466725"/>
                <a:gd name="connsiteY2834" fmla="*/ 674942 h 1038225"/>
                <a:gd name="connsiteX2835" fmla="*/ 271082 w 466725"/>
                <a:gd name="connsiteY2835" fmla="*/ 676275 h 1038225"/>
                <a:gd name="connsiteX2836" fmla="*/ 272796 w 466725"/>
                <a:gd name="connsiteY2836" fmla="*/ 684371 h 1038225"/>
                <a:gd name="connsiteX2837" fmla="*/ 273653 w 466725"/>
                <a:gd name="connsiteY2837" fmla="*/ 683228 h 1038225"/>
                <a:gd name="connsiteX2838" fmla="*/ 274510 w 466725"/>
                <a:gd name="connsiteY2838" fmla="*/ 682562 h 1038225"/>
                <a:gd name="connsiteX2839" fmla="*/ 275558 w 466725"/>
                <a:gd name="connsiteY2839" fmla="*/ 682180 h 1038225"/>
                <a:gd name="connsiteX2840" fmla="*/ 277082 w 466725"/>
                <a:gd name="connsiteY2840" fmla="*/ 682085 h 1038225"/>
                <a:gd name="connsiteX2841" fmla="*/ 277463 w 466725"/>
                <a:gd name="connsiteY2841" fmla="*/ 682180 h 1038225"/>
                <a:gd name="connsiteX2842" fmla="*/ 278130 w 466725"/>
                <a:gd name="connsiteY2842" fmla="*/ 682371 h 1038225"/>
                <a:gd name="connsiteX2843" fmla="*/ 278416 w 466725"/>
                <a:gd name="connsiteY2843" fmla="*/ 682466 h 1038225"/>
                <a:gd name="connsiteX2844" fmla="*/ 278797 w 466725"/>
                <a:gd name="connsiteY2844" fmla="*/ 682371 h 1038225"/>
                <a:gd name="connsiteX2845" fmla="*/ 279083 w 466725"/>
                <a:gd name="connsiteY2845" fmla="*/ 682180 h 1038225"/>
                <a:gd name="connsiteX2846" fmla="*/ 279368 w 466725"/>
                <a:gd name="connsiteY2846" fmla="*/ 681895 h 1038225"/>
                <a:gd name="connsiteX2847" fmla="*/ 279654 w 466725"/>
                <a:gd name="connsiteY2847" fmla="*/ 681704 h 1038225"/>
                <a:gd name="connsiteX2848" fmla="*/ 280892 w 466725"/>
                <a:gd name="connsiteY2848" fmla="*/ 681419 h 1038225"/>
                <a:gd name="connsiteX2849" fmla="*/ 282226 w 466725"/>
                <a:gd name="connsiteY2849" fmla="*/ 681323 h 1038225"/>
                <a:gd name="connsiteX2850" fmla="*/ 285655 w 466725"/>
                <a:gd name="connsiteY2850" fmla="*/ 681704 h 1038225"/>
                <a:gd name="connsiteX2851" fmla="*/ 286607 w 466725"/>
                <a:gd name="connsiteY2851" fmla="*/ 681609 h 1038225"/>
                <a:gd name="connsiteX2852" fmla="*/ 287750 w 466725"/>
                <a:gd name="connsiteY2852" fmla="*/ 681228 h 1038225"/>
                <a:gd name="connsiteX2853" fmla="*/ 290417 w 466725"/>
                <a:gd name="connsiteY2853" fmla="*/ 679418 h 1038225"/>
                <a:gd name="connsiteX2854" fmla="*/ 290893 w 466725"/>
                <a:gd name="connsiteY2854" fmla="*/ 679037 h 1038225"/>
                <a:gd name="connsiteX2855" fmla="*/ 291370 w 466725"/>
                <a:gd name="connsiteY2855" fmla="*/ 679228 h 1038225"/>
                <a:gd name="connsiteX2856" fmla="*/ 291751 w 466725"/>
                <a:gd name="connsiteY2856" fmla="*/ 679418 h 1038225"/>
                <a:gd name="connsiteX2857" fmla="*/ 292037 w 466725"/>
                <a:gd name="connsiteY2857" fmla="*/ 679704 h 1038225"/>
                <a:gd name="connsiteX2858" fmla="*/ 292322 w 466725"/>
                <a:gd name="connsiteY2858" fmla="*/ 680085 h 1038225"/>
                <a:gd name="connsiteX2859" fmla="*/ 292322 w 466725"/>
                <a:gd name="connsiteY2859" fmla="*/ 680085 h 1038225"/>
                <a:gd name="connsiteX2860" fmla="*/ 290417 w 466725"/>
                <a:gd name="connsiteY2860" fmla="*/ 680466 h 1038225"/>
                <a:gd name="connsiteX2861" fmla="*/ 288893 w 466725"/>
                <a:gd name="connsiteY2861" fmla="*/ 681514 h 1038225"/>
                <a:gd name="connsiteX2862" fmla="*/ 287750 w 466725"/>
                <a:gd name="connsiteY2862" fmla="*/ 682943 h 1038225"/>
                <a:gd name="connsiteX2863" fmla="*/ 286988 w 466725"/>
                <a:gd name="connsiteY2863" fmla="*/ 684562 h 1038225"/>
                <a:gd name="connsiteX2864" fmla="*/ 286417 w 466725"/>
                <a:gd name="connsiteY2864" fmla="*/ 686753 h 1038225"/>
                <a:gd name="connsiteX2865" fmla="*/ 286226 w 466725"/>
                <a:gd name="connsiteY2865" fmla="*/ 689134 h 1038225"/>
                <a:gd name="connsiteX2866" fmla="*/ 286417 w 466725"/>
                <a:gd name="connsiteY2866" fmla="*/ 691515 h 1038225"/>
                <a:gd name="connsiteX2867" fmla="*/ 286988 w 466725"/>
                <a:gd name="connsiteY2867" fmla="*/ 693706 h 1038225"/>
                <a:gd name="connsiteX2868" fmla="*/ 287465 w 466725"/>
                <a:gd name="connsiteY2868" fmla="*/ 694754 h 1038225"/>
                <a:gd name="connsiteX2869" fmla="*/ 287655 w 466725"/>
                <a:gd name="connsiteY2869" fmla="*/ 695230 h 1038225"/>
                <a:gd name="connsiteX2870" fmla="*/ 287750 w 466725"/>
                <a:gd name="connsiteY2870" fmla="*/ 695897 h 1038225"/>
                <a:gd name="connsiteX2871" fmla="*/ 287655 w 466725"/>
                <a:gd name="connsiteY2871" fmla="*/ 696563 h 1038225"/>
                <a:gd name="connsiteX2872" fmla="*/ 287179 w 466725"/>
                <a:gd name="connsiteY2872" fmla="*/ 697706 h 1038225"/>
                <a:gd name="connsiteX2873" fmla="*/ 286131 w 466725"/>
                <a:gd name="connsiteY2873" fmla="*/ 703897 h 1038225"/>
                <a:gd name="connsiteX2874" fmla="*/ 285750 w 466725"/>
                <a:gd name="connsiteY2874" fmla="*/ 704850 h 1038225"/>
                <a:gd name="connsiteX2875" fmla="*/ 285179 w 466725"/>
                <a:gd name="connsiteY2875" fmla="*/ 705612 h 1038225"/>
                <a:gd name="connsiteX2876" fmla="*/ 284417 w 466725"/>
                <a:gd name="connsiteY2876" fmla="*/ 705993 h 1038225"/>
                <a:gd name="connsiteX2877" fmla="*/ 283940 w 466725"/>
                <a:gd name="connsiteY2877" fmla="*/ 706088 h 1038225"/>
                <a:gd name="connsiteX2878" fmla="*/ 283655 w 466725"/>
                <a:gd name="connsiteY2878" fmla="*/ 706374 h 1038225"/>
                <a:gd name="connsiteX2879" fmla="*/ 283559 w 466725"/>
                <a:gd name="connsiteY2879" fmla="*/ 706755 h 1038225"/>
                <a:gd name="connsiteX2880" fmla="*/ 283559 w 466725"/>
                <a:gd name="connsiteY2880" fmla="*/ 707327 h 1038225"/>
                <a:gd name="connsiteX2881" fmla="*/ 283940 w 466725"/>
                <a:gd name="connsiteY2881" fmla="*/ 709517 h 1038225"/>
                <a:gd name="connsiteX2882" fmla="*/ 283940 w 466725"/>
                <a:gd name="connsiteY2882" fmla="*/ 709803 h 1038225"/>
                <a:gd name="connsiteX2883" fmla="*/ 284321 w 466725"/>
                <a:gd name="connsiteY2883" fmla="*/ 710279 h 1038225"/>
                <a:gd name="connsiteX2884" fmla="*/ 285750 w 466725"/>
                <a:gd name="connsiteY2884" fmla="*/ 711613 h 1038225"/>
                <a:gd name="connsiteX2885" fmla="*/ 287179 w 466725"/>
                <a:gd name="connsiteY2885" fmla="*/ 713518 h 1038225"/>
                <a:gd name="connsiteX2886" fmla="*/ 290036 w 466725"/>
                <a:gd name="connsiteY2886" fmla="*/ 715518 h 1038225"/>
                <a:gd name="connsiteX2887" fmla="*/ 291179 w 466725"/>
                <a:gd name="connsiteY2887" fmla="*/ 716852 h 1038225"/>
                <a:gd name="connsiteX2888" fmla="*/ 290893 w 466725"/>
                <a:gd name="connsiteY2888" fmla="*/ 718376 h 1038225"/>
                <a:gd name="connsiteX2889" fmla="*/ 291656 w 466725"/>
                <a:gd name="connsiteY2889" fmla="*/ 718566 h 1038225"/>
                <a:gd name="connsiteX2890" fmla="*/ 291941 w 466725"/>
                <a:gd name="connsiteY2890" fmla="*/ 719233 h 1038225"/>
                <a:gd name="connsiteX2891" fmla="*/ 291941 w 466725"/>
                <a:gd name="connsiteY2891" fmla="*/ 722757 h 1038225"/>
                <a:gd name="connsiteX2892" fmla="*/ 291751 w 466725"/>
                <a:gd name="connsiteY2892" fmla="*/ 723043 h 1038225"/>
                <a:gd name="connsiteX2893" fmla="*/ 291275 w 466725"/>
                <a:gd name="connsiteY2893" fmla="*/ 723519 h 1038225"/>
                <a:gd name="connsiteX2894" fmla="*/ 291179 w 466725"/>
                <a:gd name="connsiteY2894" fmla="*/ 723805 h 1038225"/>
                <a:gd name="connsiteX2895" fmla="*/ 291370 w 466725"/>
                <a:gd name="connsiteY2895" fmla="*/ 724186 h 1038225"/>
                <a:gd name="connsiteX2896" fmla="*/ 292132 w 466725"/>
                <a:gd name="connsiteY2896" fmla="*/ 725043 h 1038225"/>
                <a:gd name="connsiteX2897" fmla="*/ 292322 w 466725"/>
                <a:gd name="connsiteY2897" fmla="*/ 725424 h 1038225"/>
                <a:gd name="connsiteX2898" fmla="*/ 292227 w 466725"/>
                <a:gd name="connsiteY2898" fmla="*/ 725900 h 1038225"/>
                <a:gd name="connsiteX2899" fmla="*/ 292037 w 466725"/>
                <a:gd name="connsiteY2899" fmla="*/ 726377 h 1038225"/>
                <a:gd name="connsiteX2900" fmla="*/ 291941 w 466725"/>
                <a:gd name="connsiteY2900" fmla="*/ 726853 h 1038225"/>
                <a:gd name="connsiteX2901" fmla="*/ 292227 w 466725"/>
                <a:gd name="connsiteY2901" fmla="*/ 727329 h 1038225"/>
                <a:gd name="connsiteX2902" fmla="*/ 292703 w 466725"/>
                <a:gd name="connsiteY2902" fmla="*/ 727996 h 1038225"/>
                <a:gd name="connsiteX2903" fmla="*/ 292989 w 466725"/>
                <a:gd name="connsiteY2903" fmla="*/ 728853 h 1038225"/>
                <a:gd name="connsiteX2904" fmla="*/ 292989 w 466725"/>
                <a:gd name="connsiteY2904" fmla="*/ 729615 h 1038225"/>
                <a:gd name="connsiteX2905" fmla="*/ 292799 w 466725"/>
                <a:gd name="connsiteY2905" fmla="*/ 730091 h 1038225"/>
                <a:gd name="connsiteX2906" fmla="*/ 292989 w 466725"/>
                <a:gd name="connsiteY2906" fmla="*/ 730472 h 1038225"/>
                <a:gd name="connsiteX2907" fmla="*/ 293084 w 466725"/>
                <a:gd name="connsiteY2907" fmla="*/ 730948 h 1038225"/>
                <a:gd name="connsiteX2908" fmla="*/ 293084 w 466725"/>
                <a:gd name="connsiteY2908" fmla="*/ 731425 h 1038225"/>
                <a:gd name="connsiteX2909" fmla="*/ 292894 w 466725"/>
                <a:gd name="connsiteY2909" fmla="*/ 731806 h 1038225"/>
                <a:gd name="connsiteX2910" fmla="*/ 292894 w 466725"/>
                <a:gd name="connsiteY2910" fmla="*/ 732092 h 1038225"/>
                <a:gd name="connsiteX2911" fmla="*/ 294227 w 466725"/>
                <a:gd name="connsiteY2911" fmla="*/ 735330 h 1038225"/>
                <a:gd name="connsiteX2912" fmla="*/ 294608 w 466725"/>
                <a:gd name="connsiteY2912" fmla="*/ 735997 h 1038225"/>
                <a:gd name="connsiteX2913" fmla="*/ 293942 w 466725"/>
                <a:gd name="connsiteY2913" fmla="*/ 737521 h 1038225"/>
                <a:gd name="connsiteX2914" fmla="*/ 293942 w 466725"/>
                <a:gd name="connsiteY2914" fmla="*/ 738283 h 1038225"/>
                <a:gd name="connsiteX2915" fmla="*/ 295275 w 466725"/>
                <a:gd name="connsiteY2915" fmla="*/ 742188 h 1038225"/>
                <a:gd name="connsiteX2916" fmla="*/ 295656 w 466725"/>
                <a:gd name="connsiteY2916" fmla="*/ 742855 h 1038225"/>
                <a:gd name="connsiteX2917" fmla="*/ 294608 w 466725"/>
                <a:gd name="connsiteY2917" fmla="*/ 743617 h 1038225"/>
                <a:gd name="connsiteX2918" fmla="*/ 294132 w 466725"/>
                <a:gd name="connsiteY2918" fmla="*/ 743807 h 1038225"/>
                <a:gd name="connsiteX2919" fmla="*/ 293846 w 466725"/>
                <a:gd name="connsiteY2919" fmla="*/ 743522 h 1038225"/>
                <a:gd name="connsiteX2920" fmla="*/ 293275 w 466725"/>
                <a:gd name="connsiteY2920" fmla="*/ 745331 h 1038225"/>
                <a:gd name="connsiteX2921" fmla="*/ 292799 w 466725"/>
                <a:gd name="connsiteY2921" fmla="*/ 745427 h 1038225"/>
                <a:gd name="connsiteX2922" fmla="*/ 292417 w 466725"/>
                <a:gd name="connsiteY2922" fmla="*/ 745617 h 1038225"/>
                <a:gd name="connsiteX2923" fmla="*/ 292132 w 466725"/>
                <a:gd name="connsiteY2923" fmla="*/ 745998 h 1038225"/>
                <a:gd name="connsiteX2924" fmla="*/ 291941 w 466725"/>
                <a:gd name="connsiteY2924" fmla="*/ 746474 h 1038225"/>
                <a:gd name="connsiteX2925" fmla="*/ 292608 w 466725"/>
                <a:gd name="connsiteY2925" fmla="*/ 747046 h 1038225"/>
                <a:gd name="connsiteX2926" fmla="*/ 292799 w 466725"/>
                <a:gd name="connsiteY2926" fmla="*/ 747617 h 1038225"/>
                <a:gd name="connsiteX2927" fmla="*/ 292703 w 466725"/>
                <a:gd name="connsiteY2927" fmla="*/ 749046 h 1038225"/>
                <a:gd name="connsiteX2928" fmla="*/ 292703 w 466725"/>
                <a:gd name="connsiteY2928" fmla="*/ 749903 h 1038225"/>
                <a:gd name="connsiteX2929" fmla="*/ 292799 w 466725"/>
                <a:gd name="connsiteY2929" fmla="*/ 750380 h 1038225"/>
                <a:gd name="connsiteX2930" fmla="*/ 294132 w 466725"/>
                <a:gd name="connsiteY2930" fmla="*/ 752761 h 1038225"/>
                <a:gd name="connsiteX2931" fmla="*/ 294704 w 466725"/>
                <a:gd name="connsiteY2931" fmla="*/ 753428 h 1038225"/>
                <a:gd name="connsiteX2932" fmla="*/ 295466 w 466725"/>
                <a:gd name="connsiteY2932" fmla="*/ 753618 h 1038225"/>
                <a:gd name="connsiteX2933" fmla="*/ 296894 w 466725"/>
                <a:gd name="connsiteY2933" fmla="*/ 753618 h 1038225"/>
                <a:gd name="connsiteX2934" fmla="*/ 296227 w 466725"/>
                <a:gd name="connsiteY2934" fmla="*/ 754571 h 1038225"/>
                <a:gd name="connsiteX2935" fmla="*/ 296037 w 466725"/>
                <a:gd name="connsiteY2935" fmla="*/ 755428 h 1038225"/>
                <a:gd name="connsiteX2936" fmla="*/ 296227 w 466725"/>
                <a:gd name="connsiteY2936" fmla="*/ 759809 h 1038225"/>
                <a:gd name="connsiteX2937" fmla="*/ 296037 w 466725"/>
                <a:gd name="connsiteY2937" fmla="*/ 760857 h 1038225"/>
                <a:gd name="connsiteX2938" fmla="*/ 295370 w 466725"/>
                <a:gd name="connsiteY2938" fmla="*/ 761714 h 1038225"/>
                <a:gd name="connsiteX2939" fmla="*/ 295561 w 466725"/>
                <a:gd name="connsiteY2939" fmla="*/ 762095 h 1038225"/>
                <a:gd name="connsiteX2940" fmla="*/ 295847 w 466725"/>
                <a:gd name="connsiteY2940" fmla="*/ 762857 h 1038225"/>
                <a:gd name="connsiteX2941" fmla="*/ 296037 w 466725"/>
                <a:gd name="connsiteY2941" fmla="*/ 763238 h 1038225"/>
                <a:gd name="connsiteX2942" fmla="*/ 295466 w 466725"/>
                <a:gd name="connsiteY2942" fmla="*/ 763143 h 1038225"/>
                <a:gd name="connsiteX2943" fmla="*/ 294989 w 466725"/>
                <a:gd name="connsiteY2943" fmla="*/ 763238 h 1038225"/>
                <a:gd name="connsiteX2944" fmla="*/ 294608 w 466725"/>
                <a:gd name="connsiteY2944" fmla="*/ 763524 h 1038225"/>
                <a:gd name="connsiteX2945" fmla="*/ 294323 w 466725"/>
                <a:gd name="connsiteY2945" fmla="*/ 764000 h 1038225"/>
                <a:gd name="connsiteX2946" fmla="*/ 295180 w 466725"/>
                <a:gd name="connsiteY2946" fmla="*/ 764477 h 1038225"/>
                <a:gd name="connsiteX2947" fmla="*/ 295847 w 466725"/>
                <a:gd name="connsiteY2947" fmla="*/ 765048 h 1038225"/>
                <a:gd name="connsiteX2948" fmla="*/ 296323 w 466725"/>
                <a:gd name="connsiteY2948" fmla="*/ 765905 h 1038225"/>
                <a:gd name="connsiteX2949" fmla="*/ 296513 w 466725"/>
                <a:gd name="connsiteY2949" fmla="*/ 767239 h 1038225"/>
                <a:gd name="connsiteX2950" fmla="*/ 296418 w 466725"/>
                <a:gd name="connsiteY2950" fmla="*/ 767715 h 1038225"/>
                <a:gd name="connsiteX2951" fmla="*/ 295942 w 466725"/>
                <a:gd name="connsiteY2951" fmla="*/ 768477 h 1038225"/>
                <a:gd name="connsiteX2952" fmla="*/ 295847 w 466725"/>
                <a:gd name="connsiteY2952" fmla="*/ 769048 h 1038225"/>
                <a:gd name="connsiteX2953" fmla="*/ 295847 w 466725"/>
                <a:gd name="connsiteY2953" fmla="*/ 770287 h 1038225"/>
                <a:gd name="connsiteX2954" fmla="*/ 295751 w 466725"/>
                <a:gd name="connsiteY2954" fmla="*/ 770858 h 1038225"/>
                <a:gd name="connsiteX2955" fmla="*/ 295466 w 466725"/>
                <a:gd name="connsiteY2955" fmla="*/ 771430 h 1038225"/>
                <a:gd name="connsiteX2956" fmla="*/ 295466 w 466725"/>
                <a:gd name="connsiteY2956" fmla="*/ 771430 h 1038225"/>
                <a:gd name="connsiteX2957" fmla="*/ 296513 w 466725"/>
                <a:gd name="connsiteY2957" fmla="*/ 773049 h 1038225"/>
                <a:gd name="connsiteX2958" fmla="*/ 297942 w 466725"/>
                <a:gd name="connsiteY2958" fmla="*/ 779240 h 1038225"/>
                <a:gd name="connsiteX2959" fmla="*/ 298133 w 466725"/>
                <a:gd name="connsiteY2959" fmla="*/ 779621 h 1038225"/>
                <a:gd name="connsiteX2960" fmla="*/ 298323 w 466725"/>
                <a:gd name="connsiteY2960" fmla="*/ 780002 h 1038225"/>
                <a:gd name="connsiteX2961" fmla="*/ 298609 w 466725"/>
                <a:gd name="connsiteY2961" fmla="*/ 780288 h 1038225"/>
                <a:gd name="connsiteX2962" fmla="*/ 298990 w 466725"/>
                <a:gd name="connsiteY2962" fmla="*/ 780479 h 1038225"/>
                <a:gd name="connsiteX2963" fmla="*/ 299657 w 466725"/>
                <a:gd name="connsiteY2963" fmla="*/ 780479 h 1038225"/>
                <a:gd name="connsiteX2964" fmla="*/ 300038 w 466725"/>
                <a:gd name="connsiteY2964" fmla="*/ 780193 h 1038225"/>
                <a:gd name="connsiteX2965" fmla="*/ 300323 w 466725"/>
                <a:gd name="connsiteY2965" fmla="*/ 779907 h 1038225"/>
                <a:gd name="connsiteX2966" fmla="*/ 300609 w 466725"/>
                <a:gd name="connsiteY2966" fmla="*/ 779812 h 1038225"/>
                <a:gd name="connsiteX2967" fmla="*/ 301085 w 466725"/>
                <a:gd name="connsiteY2967" fmla="*/ 779336 h 1038225"/>
                <a:gd name="connsiteX2968" fmla="*/ 300704 w 466725"/>
                <a:gd name="connsiteY2968" fmla="*/ 777050 h 1038225"/>
                <a:gd name="connsiteX2969" fmla="*/ 300800 w 466725"/>
                <a:gd name="connsiteY2969" fmla="*/ 776097 h 1038225"/>
                <a:gd name="connsiteX2970" fmla="*/ 301181 w 466725"/>
                <a:gd name="connsiteY2970" fmla="*/ 776097 h 1038225"/>
                <a:gd name="connsiteX2971" fmla="*/ 301276 w 466725"/>
                <a:gd name="connsiteY2971" fmla="*/ 777240 h 1038225"/>
                <a:gd name="connsiteX2972" fmla="*/ 301847 w 466725"/>
                <a:gd name="connsiteY2972" fmla="*/ 778193 h 1038225"/>
                <a:gd name="connsiteX2973" fmla="*/ 302609 w 466725"/>
                <a:gd name="connsiteY2973" fmla="*/ 778573 h 1038225"/>
                <a:gd name="connsiteX2974" fmla="*/ 303371 w 466725"/>
                <a:gd name="connsiteY2974" fmla="*/ 778002 h 1038225"/>
                <a:gd name="connsiteX2975" fmla="*/ 303371 w 466725"/>
                <a:gd name="connsiteY2975" fmla="*/ 777716 h 1038225"/>
                <a:gd name="connsiteX2976" fmla="*/ 303181 w 466725"/>
                <a:gd name="connsiteY2976" fmla="*/ 777335 h 1038225"/>
                <a:gd name="connsiteX2977" fmla="*/ 302990 w 466725"/>
                <a:gd name="connsiteY2977" fmla="*/ 777050 h 1038225"/>
                <a:gd name="connsiteX2978" fmla="*/ 302895 w 466725"/>
                <a:gd name="connsiteY2978" fmla="*/ 776954 h 1038225"/>
                <a:gd name="connsiteX2979" fmla="*/ 303276 w 466725"/>
                <a:gd name="connsiteY2979" fmla="*/ 776383 h 1038225"/>
                <a:gd name="connsiteX2980" fmla="*/ 303562 w 466725"/>
                <a:gd name="connsiteY2980" fmla="*/ 776192 h 1038225"/>
                <a:gd name="connsiteX2981" fmla="*/ 303657 w 466725"/>
                <a:gd name="connsiteY2981" fmla="*/ 776478 h 1038225"/>
                <a:gd name="connsiteX2982" fmla="*/ 303752 w 466725"/>
                <a:gd name="connsiteY2982" fmla="*/ 776859 h 1038225"/>
                <a:gd name="connsiteX2983" fmla="*/ 304038 w 466725"/>
                <a:gd name="connsiteY2983" fmla="*/ 777335 h 1038225"/>
                <a:gd name="connsiteX2984" fmla="*/ 304419 w 466725"/>
                <a:gd name="connsiteY2984" fmla="*/ 777812 h 1038225"/>
                <a:gd name="connsiteX2985" fmla="*/ 304800 w 466725"/>
                <a:gd name="connsiteY2985" fmla="*/ 778097 h 1038225"/>
                <a:gd name="connsiteX2986" fmla="*/ 304324 w 466725"/>
                <a:gd name="connsiteY2986" fmla="*/ 778955 h 1038225"/>
                <a:gd name="connsiteX2987" fmla="*/ 304705 w 466725"/>
                <a:gd name="connsiteY2987" fmla="*/ 779526 h 1038225"/>
                <a:gd name="connsiteX2988" fmla="*/ 305467 w 466725"/>
                <a:gd name="connsiteY2988" fmla="*/ 779907 h 1038225"/>
                <a:gd name="connsiteX2989" fmla="*/ 306229 w 466725"/>
                <a:gd name="connsiteY2989" fmla="*/ 780288 h 1038225"/>
                <a:gd name="connsiteX2990" fmla="*/ 305276 w 466725"/>
                <a:gd name="connsiteY2990" fmla="*/ 780669 h 1038225"/>
                <a:gd name="connsiteX2991" fmla="*/ 305848 w 466725"/>
                <a:gd name="connsiteY2991" fmla="*/ 781907 h 1038225"/>
                <a:gd name="connsiteX2992" fmla="*/ 307658 w 466725"/>
                <a:gd name="connsiteY2992" fmla="*/ 784384 h 1038225"/>
                <a:gd name="connsiteX2993" fmla="*/ 305848 w 466725"/>
                <a:gd name="connsiteY2993" fmla="*/ 783527 h 1038225"/>
                <a:gd name="connsiteX2994" fmla="*/ 304609 w 466725"/>
                <a:gd name="connsiteY2994" fmla="*/ 781717 h 1038225"/>
                <a:gd name="connsiteX2995" fmla="*/ 303276 w 466725"/>
                <a:gd name="connsiteY2995" fmla="*/ 780479 h 1038225"/>
                <a:gd name="connsiteX2996" fmla="*/ 301181 w 466725"/>
                <a:gd name="connsiteY2996" fmla="*/ 781050 h 1038225"/>
                <a:gd name="connsiteX2997" fmla="*/ 300228 w 466725"/>
                <a:gd name="connsiteY2997" fmla="*/ 782384 h 1038225"/>
                <a:gd name="connsiteX2998" fmla="*/ 300228 w 466725"/>
                <a:gd name="connsiteY2998" fmla="*/ 783908 h 1038225"/>
                <a:gd name="connsiteX2999" fmla="*/ 300990 w 466725"/>
                <a:gd name="connsiteY2999" fmla="*/ 785336 h 1038225"/>
                <a:gd name="connsiteX3000" fmla="*/ 302324 w 466725"/>
                <a:gd name="connsiteY3000" fmla="*/ 786289 h 1038225"/>
                <a:gd name="connsiteX3001" fmla="*/ 301752 w 466725"/>
                <a:gd name="connsiteY3001" fmla="*/ 787718 h 1038225"/>
                <a:gd name="connsiteX3002" fmla="*/ 302133 w 466725"/>
                <a:gd name="connsiteY3002" fmla="*/ 789337 h 1038225"/>
                <a:gd name="connsiteX3003" fmla="*/ 303752 w 466725"/>
                <a:gd name="connsiteY3003" fmla="*/ 792289 h 1038225"/>
                <a:gd name="connsiteX3004" fmla="*/ 304324 w 466725"/>
                <a:gd name="connsiteY3004" fmla="*/ 794766 h 1038225"/>
                <a:gd name="connsiteX3005" fmla="*/ 304514 w 466725"/>
                <a:gd name="connsiteY3005" fmla="*/ 795242 h 1038225"/>
                <a:gd name="connsiteX3006" fmla="*/ 305086 w 466725"/>
                <a:gd name="connsiteY3006" fmla="*/ 795528 h 1038225"/>
                <a:gd name="connsiteX3007" fmla="*/ 305467 w 466725"/>
                <a:gd name="connsiteY3007" fmla="*/ 795242 h 1038225"/>
                <a:gd name="connsiteX3008" fmla="*/ 305848 w 466725"/>
                <a:gd name="connsiteY3008" fmla="*/ 794671 h 1038225"/>
                <a:gd name="connsiteX3009" fmla="*/ 306324 w 466725"/>
                <a:gd name="connsiteY3009" fmla="*/ 794195 h 1038225"/>
                <a:gd name="connsiteX3010" fmla="*/ 306134 w 466725"/>
                <a:gd name="connsiteY3010" fmla="*/ 795242 h 1038225"/>
                <a:gd name="connsiteX3011" fmla="*/ 305467 w 466725"/>
                <a:gd name="connsiteY3011" fmla="*/ 796862 h 1038225"/>
                <a:gd name="connsiteX3012" fmla="*/ 305276 w 466725"/>
                <a:gd name="connsiteY3012" fmla="*/ 798005 h 1038225"/>
                <a:gd name="connsiteX3013" fmla="*/ 305372 w 466725"/>
                <a:gd name="connsiteY3013" fmla="*/ 799147 h 1038225"/>
                <a:gd name="connsiteX3014" fmla="*/ 305657 w 466725"/>
                <a:gd name="connsiteY3014" fmla="*/ 800481 h 1038225"/>
                <a:gd name="connsiteX3015" fmla="*/ 306038 w 466725"/>
                <a:gd name="connsiteY3015" fmla="*/ 801719 h 1038225"/>
                <a:gd name="connsiteX3016" fmla="*/ 307181 w 466725"/>
                <a:gd name="connsiteY3016" fmla="*/ 803434 h 1038225"/>
                <a:gd name="connsiteX3017" fmla="*/ 308610 w 466725"/>
                <a:gd name="connsiteY3017" fmla="*/ 806482 h 1038225"/>
                <a:gd name="connsiteX3018" fmla="*/ 311087 w 466725"/>
                <a:gd name="connsiteY3018" fmla="*/ 809816 h 1038225"/>
                <a:gd name="connsiteX3019" fmla="*/ 311372 w 466725"/>
                <a:gd name="connsiteY3019" fmla="*/ 809149 h 1038225"/>
                <a:gd name="connsiteX3020" fmla="*/ 311658 w 466725"/>
                <a:gd name="connsiteY3020" fmla="*/ 809244 h 1038225"/>
                <a:gd name="connsiteX3021" fmla="*/ 311944 w 466725"/>
                <a:gd name="connsiteY3021" fmla="*/ 809816 h 1038225"/>
                <a:gd name="connsiteX3022" fmla="*/ 312134 w 466725"/>
                <a:gd name="connsiteY3022" fmla="*/ 810578 h 1038225"/>
                <a:gd name="connsiteX3023" fmla="*/ 311372 w 466725"/>
                <a:gd name="connsiteY3023" fmla="*/ 810578 h 1038225"/>
                <a:gd name="connsiteX3024" fmla="*/ 312039 w 466725"/>
                <a:gd name="connsiteY3024" fmla="*/ 812483 h 1038225"/>
                <a:gd name="connsiteX3025" fmla="*/ 312134 w 466725"/>
                <a:gd name="connsiteY3025" fmla="*/ 812959 h 1038225"/>
                <a:gd name="connsiteX3026" fmla="*/ 312039 w 466725"/>
                <a:gd name="connsiteY3026" fmla="*/ 813626 h 1038225"/>
                <a:gd name="connsiteX3027" fmla="*/ 311467 w 466725"/>
                <a:gd name="connsiteY3027" fmla="*/ 814578 h 1038225"/>
                <a:gd name="connsiteX3028" fmla="*/ 311372 w 466725"/>
                <a:gd name="connsiteY3028" fmla="*/ 815340 h 1038225"/>
                <a:gd name="connsiteX3029" fmla="*/ 310991 w 466725"/>
                <a:gd name="connsiteY3029" fmla="*/ 816197 h 1038225"/>
                <a:gd name="connsiteX3030" fmla="*/ 309848 w 466725"/>
                <a:gd name="connsiteY3030" fmla="*/ 817817 h 1038225"/>
                <a:gd name="connsiteX3031" fmla="*/ 309658 w 466725"/>
                <a:gd name="connsiteY3031" fmla="*/ 819055 h 1038225"/>
                <a:gd name="connsiteX3032" fmla="*/ 309848 w 466725"/>
                <a:gd name="connsiteY3032" fmla="*/ 820198 h 1038225"/>
                <a:gd name="connsiteX3033" fmla="*/ 310610 w 466725"/>
                <a:gd name="connsiteY3033" fmla="*/ 822388 h 1038225"/>
                <a:gd name="connsiteX3034" fmla="*/ 310801 w 466725"/>
                <a:gd name="connsiteY3034" fmla="*/ 823627 h 1038225"/>
                <a:gd name="connsiteX3035" fmla="*/ 310991 w 466725"/>
                <a:gd name="connsiteY3035" fmla="*/ 824008 h 1038225"/>
                <a:gd name="connsiteX3036" fmla="*/ 311372 w 466725"/>
                <a:gd name="connsiteY3036" fmla="*/ 824294 h 1038225"/>
                <a:gd name="connsiteX3037" fmla="*/ 311849 w 466725"/>
                <a:gd name="connsiteY3037" fmla="*/ 824484 h 1038225"/>
                <a:gd name="connsiteX3038" fmla="*/ 312134 w 466725"/>
                <a:gd name="connsiteY3038" fmla="*/ 824579 h 1038225"/>
                <a:gd name="connsiteX3039" fmla="*/ 312325 w 466725"/>
                <a:gd name="connsiteY3039" fmla="*/ 824770 h 1038225"/>
                <a:gd name="connsiteX3040" fmla="*/ 312230 w 466725"/>
                <a:gd name="connsiteY3040" fmla="*/ 825246 h 1038225"/>
                <a:gd name="connsiteX3041" fmla="*/ 311944 w 466725"/>
                <a:gd name="connsiteY3041" fmla="*/ 826103 h 1038225"/>
                <a:gd name="connsiteX3042" fmla="*/ 311944 w 466725"/>
                <a:gd name="connsiteY3042" fmla="*/ 828389 h 1038225"/>
                <a:gd name="connsiteX3043" fmla="*/ 312230 w 466725"/>
                <a:gd name="connsiteY3043" fmla="*/ 830771 h 1038225"/>
                <a:gd name="connsiteX3044" fmla="*/ 311087 w 466725"/>
                <a:gd name="connsiteY3044" fmla="*/ 830485 h 1038225"/>
                <a:gd name="connsiteX3045" fmla="*/ 310801 w 466725"/>
                <a:gd name="connsiteY3045" fmla="*/ 831818 h 1038225"/>
                <a:gd name="connsiteX3046" fmla="*/ 311277 w 466725"/>
                <a:gd name="connsiteY3046" fmla="*/ 833438 h 1038225"/>
                <a:gd name="connsiteX3047" fmla="*/ 312610 w 466725"/>
                <a:gd name="connsiteY3047" fmla="*/ 834009 h 1038225"/>
                <a:gd name="connsiteX3048" fmla="*/ 312420 w 466725"/>
                <a:gd name="connsiteY3048" fmla="*/ 834390 h 1038225"/>
                <a:gd name="connsiteX3049" fmla="*/ 312039 w 466725"/>
                <a:gd name="connsiteY3049" fmla="*/ 835247 h 1038225"/>
                <a:gd name="connsiteX3050" fmla="*/ 311849 w 466725"/>
                <a:gd name="connsiteY3050" fmla="*/ 835533 h 1038225"/>
                <a:gd name="connsiteX3051" fmla="*/ 312515 w 466725"/>
                <a:gd name="connsiteY3051" fmla="*/ 835819 h 1038225"/>
                <a:gd name="connsiteX3052" fmla="*/ 312896 w 466725"/>
                <a:gd name="connsiteY3052" fmla="*/ 835914 h 1038225"/>
                <a:gd name="connsiteX3053" fmla="*/ 314134 w 466725"/>
                <a:gd name="connsiteY3053" fmla="*/ 835819 h 1038225"/>
                <a:gd name="connsiteX3054" fmla="*/ 314801 w 466725"/>
                <a:gd name="connsiteY3054" fmla="*/ 836105 h 1038225"/>
                <a:gd name="connsiteX3055" fmla="*/ 315277 w 466725"/>
                <a:gd name="connsiteY3055" fmla="*/ 836581 h 1038225"/>
                <a:gd name="connsiteX3056" fmla="*/ 315182 w 466725"/>
                <a:gd name="connsiteY3056" fmla="*/ 836962 h 1038225"/>
                <a:gd name="connsiteX3057" fmla="*/ 314325 w 466725"/>
                <a:gd name="connsiteY3057" fmla="*/ 836962 h 1038225"/>
                <a:gd name="connsiteX3058" fmla="*/ 314706 w 466725"/>
                <a:gd name="connsiteY3058" fmla="*/ 837819 h 1038225"/>
                <a:gd name="connsiteX3059" fmla="*/ 314706 w 466725"/>
                <a:gd name="connsiteY3059" fmla="*/ 838676 h 1038225"/>
                <a:gd name="connsiteX3060" fmla="*/ 314325 w 466725"/>
                <a:gd name="connsiteY3060" fmla="*/ 839343 h 1038225"/>
                <a:gd name="connsiteX3061" fmla="*/ 313563 w 466725"/>
                <a:gd name="connsiteY3061" fmla="*/ 839534 h 1038225"/>
                <a:gd name="connsiteX3062" fmla="*/ 313754 w 466725"/>
                <a:gd name="connsiteY3062" fmla="*/ 839819 h 1038225"/>
                <a:gd name="connsiteX3063" fmla="*/ 314039 w 466725"/>
                <a:gd name="connsiteY3063" fmla="*/ 840391 h 1038225"/>
                <a:gd name="connsiteX3064" fmla="*/ 314230 w 466725"/>
                <a:gd name="connsiteY3064" fmla="*/ 840677 h 1038225"/>
                <a:gd name="connsiteX3065" fmla="*/ 313849 w 466725"/>
                <a:gd name="connsiteY3065" fmla="*/ 840962 h 1038225"/>
                <a:gd name="connsiteX3066" fmla="*/ 313373 w 466725"/>
                <a:gd name="connsiteY3066" fmla="*/ 841438 h 1038225"/>
                <a:gd name="connsiteX3067" fmla="*/ 313087 w 466725"/>
                <a:gd name="connsiteY3067" fmla="*/ 841915 h 1038225"/>
                <a:gd name="connsiteX3068" fmla="*/ 313373 w 466725"/>
                <a:gd name="connsiteY3068" fmla="*/ 842105 h 1038225"/>
                <a:gd name="connsiteX3069" fmla="*/ 313754 w 466725"/>
                <a:gd name="connsiteY3069" fmla="*/ 842391 h 1038225"/>
                <a:gd name="connsiteX3070" fmla="*/ 313849 w 466725"/>
                <a:gd name="connsiteY3070" fmla="*/ 843058 h 1038225"/>
                <a:gd name="connsiteX3071" fmla="*/ 313849 w 466725"/>
                <a:gd name="connsiteY3071" fmla="*/ 843820 h 1038225"/>
                <a:gd name="connsiteX3072" fmla="*/ 313944 w 466725"/>
                <a:gd name="connsiteY3072" fmla="*/ 844391 h 1038225"/>
                <a:gd name="connsiteX3073" fmla="*/ 314039 w 466725"/>
                <a:gd name="connsiteY3073" fmla="*/ 844105 h 1038225"/>
                <a:gd name="connsiteX3074" fmla="*/ 314230 w 466725"/>
                <a:gd name="connsiteY3074" fmla="*/ 843725 h 1038225"/>
                <a:gd name="connsiteX3075" fmla="*/ 314325 w 466725"/>
                <a:gd name="connsiteY3075" fmla="*/ 843344 h 1038225"/>
                <a:gd name="connsiteX3076" fmla="*/ 314992 w 466725"/>
                <a:gd name="connsiteY3076" fmla="*/ 844105 h 1038225"/>
                <a:gd name="connsiteX3077" fmla="*/ 315373 w 466725"/>
                <a:gd name="connsiteY3077" fmla="*/ 844391 h 1038225"/>
                <a:gd name="connsiteX3078" fmla="*/ 315754 w 466725"/>
                <a:gd name="connsiteY3078" fmla="*/ 844391 h 1038225"/>
                <a:gd name="connsiteX3079" fmla="*/ 316135 w 466725"/>
                <a:gd name="connsiteY3079" fmla="*/ 844010 h 1038225"/>
                <a:gd name="connsiteX3080" fmla="*/ 315944 w 466725"/>
                <a:gd name="connsiteY3080" fmla="*/ 843629 h 1038225"/>
                <a:gd name="connsiteX3081" fmla="*/ 315277 w 466725"/>
                <a:gd name="connsiteY3081" fmla="*/ 842963 h 1038225"/>
                <a:gd name="connsiteX3082" fmla="*/ 315087 w 466725"/>
                <a:gd name="connsiteY3082" fmla="*/ 841820 h 1038225"/>
                <a:gd name="connsiteX3083" fmla="*/ 315087 w 466725"/>
                <a:gd name="connsiteY3083" fmla="*/ 841343 h 1038225"/>
                <a:gd name="connsiteX3084" fmla="*/ 315182 w 466725"/>
                <a:gd name="connsiteY3084" fmla="*/ 840677 h 1038225"/>
                <a:gd name="connsiteX3085" fmla="*/ 315373 w 466725"/>
                <a:gd name="connsiteY3085" fmla="*/ 840105 h 1038225"/>
                <a:gd name="connsiteX3086" fmla="*/ 315563 w 466725"/>
                <a:gd name="connsiteY3086" fmla="*/ 839819 h 1038225"/>
                <a:gd name="connsiteX3087" fmla="*/ 315754 w 466725"/>
                <a:gd name="connsiteY3087" fmla="*/ 839534 h 1038225"/>
                <a:gd name="connsiteX3088" fmla="*/ 315944 w 466725"/>
                <a:gd name="connsiteY3088" fmla="*/ 839248 h 1038225"/>
                <a:gd name="connsiteX3089" fmla="*/ 316325 w 466725"/>
                <a:gd name="connsiteY3089" fmla="*/ 838200 h 1038225"/>
                <a:gd name="connsiteX3090" fmla="*/ 316516 w 466725"/>
                <a:gd name="connsiteY3090" fmla="*/ 837343 h 1038225"/>
                <a:gd name="connsiteX3091" fmla="*/ 316421 w 466725"/>
                <a:gd name="connsiteY3091" fmla="*/ 836390 h 1038225"/>
                <a:gd name="connsiteX3092" fmla="*/ 315659 w 466725"/>
                <a:gd name="connsiteY3092" fmla="*/ 833914 h 1038225"/>
                <a:gd name="connsiteX3093" fmla="*/ 316135 w 466725"/>
                <a:gd name="connsiteY3093" fmla="*/ 829437 h 1038225"/>
                <a:gd name="connsiteX3094" fmla="*/ 316611 w 466725"/>
                <a:gd name="connsiteY3094" fmla="*/ 827532 h 1038225"/>
                <a:gd name="connsiteX3095" fmla="*/ 316706 w 466725"/>
                <a:gd name="connsiteY3095" fmla="*/ 826484 h 1038225"/>
                <a:gd name="connsiteX3096" fmla="*/ 316516 w 466725"/>
                <a:gd name="connsiteY3096" fmla="*/ 825532 h 1038225"/>
                <a:gd name="connsiteX3097" fmla="*/ 315754 w 466725"/>
                <a:gd name="connsiteY3097" fmla="*/ 823531 h 1038225"/>
                <a:gd name="connsiteX3098" fmla="*/ 315849 w 466725"/>
                <a:gd name="connsiteY3098" fmla="*/ 822865 h 1038225"/>
                <a:gd name="connsiteX3099" fmla="*/ 316421 w 466725"/>
                <a:gd name="connsiteY3099" fmla="*/ 822103 h 1038225"/>
                <a:gd name="connsiteX3100" fmla="*/ 316706 w 466725"/>
                <a:gd name="connsiteY3100" fmla="*/ 821436 h 1038225"/>
                <a:gd name="connsiteX3101" fmla="*/ 316801 w 466725"/>
                <a:gd name="connsiteY3101" fmla="*/ 819912 h 1038225"/>
                <a:gd name="connsiteX3102" fmla="*/ 316611 w 466725"/>
                <a:gd name="connsiteY3102" fmla="*/ 819626 h 1038225"/>
                <a:gd name="connsiteX3103" fmla="*/ 315849 w 466725"/>
                <a:gd name="connsiteY3103" fmla="*/ 818769 h 1038225"/>
                <a:gd name="connsiteX3104" fmla="*/ 315659 w 466725"/>
                <a:gd name="connsiteY3104" fmla="*/ 818483 h 1038225"/>
                <a:gd name="connsiteX3105" fmla="*/ 315754 w 466725"/>
                <a:gd name="connsiteY3105" fmla="*/ 817817 h 1038225"/>
                <a:gd name="connsiteX3106" fmla="*/ 316040 w 466725"/>
                <a:gd name="connsiteY3106" fmla="*/ 816673 h 1038225"/>
                <a:gd name="connsiteX3107" fmla="*/ 316135 w 466725"/>
                <a:gd name="connsiteY3107" fmla="*/ 816007 h 1038225"/>
                <a:gd name="connsiteX3108" fmla="*/ 316516 w 466725"/>
                <a:gd name="connsiteY3108" fmla="*/ 816007 h 1038225"/>
                <a:gd name="connsiteX3109" fmla="*/ 316801 w 466725"/>
                <a:gd name="connsiteY3109" fmla="*/ 816864 h 1038225"/>
                <a:gd name="connsiteX3110" fmla="*/ 317373 w 466725"/>
                <a:gd name="connsiteY3110" fmla="*/ 817912 h 1038225"/>
                <a:gd name="connsiteX3111" fmla="*/ 318135 w 466725"/>
                <a:gd name="connsiteY3111" fmla="*/ 818769 h 1038225"/>
                <a:gd name="connsiteX3112" fmla="*/ 318707 w 466725"/>
                <a:gd name="connsiteY3112" fmla="*/ 819341 h 1038225"/>
                <a:gd name="connsiteX3113" fmla="*/ 318707 w 466725"/>
                <a:gd name="connsiteY3113" fmla="*/ 819626 h 1038225"/>
                <a:gd name="connsiteX3114" fmla="*/ 318325 w 466725"/>
                <a:gd name="connsiteY3114" fmla="*/ 820007 h 1038225"/>
                <a:gd name="connsiteX3115" fmla="*/ 318325 w 466725"/>
                <a:gd name="connsiteY3115" fmla="*/ 820388 h 1038225"/>
                <a:gd name="connsiteX3116" fmla="*/ 318516 w 466725"/>
                <a:gd name="connsiteY3116" fmla="*/ 820864 h 1038225"/>
                <a:gd name="connsiteX3117" fmla="*/ 318611 w 466725"/>
                <a:gd name="connsiteY3117" fmla="*/ 821436 h 1038225"/>
                <a:gd name="connsiteX3118" fmla="*/ 318611 w 466725"/>
                <a:gd name="connsiteY3118" fmla="*/ 823817 h 1038225"/>
                <a:gd name="connsiteX3119" fmla="*/ 319373 w 466725"/>
                <a:gd name="connsiteY3119" fmla="*/ 826770 h 1038225"/>
                <a:gd name="connsiteX3120" fmla="*/ 319659 w 466725"/>
                <a:gd name="connsiteY3120" fmla="*/ 827342 h 1038225"/>
                <a:gd name="connsiteX3121" fmla="*/ 319278 w 466725"/>
                <a:gd name="connsiteY3121" fmla="*/ 828104 h 1038225"/>
                <a:gd name="connsiteX3122" fmla="*/ 319278 w 466725"/>
                <a:gd name="connsiteY3122" fmla="*/ 828770 h 1038225"/>
                <a:gd name="connsiteX3123" fmla="*/ 319468 w 466725"/>
                <a:gd name="connsiteY3123" fmla="*/ 829437 h 1038225"/>
                <a:gd name="connsiteX3124" fmla="*/ 319564 w 466725"/>
                <a:gd name="connsiteY3124" fmla="*/ 830199 h 1038225"/>
                <a:gd name="connsiteX3125" fmla="*/ 319468 w 466725"/>
                <a:gd name="connsiteY3125" fmla="*/ 831056 h 1038225"/>
                <a:gd name="connsiteX3126" fmla="*/ 318897 w 466725"/>
                <a:gd name="connsiteY3126" fmla="*/ 833056 h 1038225"/>
                <a:gd name="connsiteX3127" fmla="*/ 319088 w 466725"/>
                <a:gd name="connsiteY3127" fmla="*/ 834771 h 1038225"/>
                <a:gd name="connsiteX3128" fmla="*/ 319754 w 466725"/>
                <a:gd name="connsiteY3128" fmla="*/ 835152 h 1038225"/>
                <a:gd name="connsiteX3129" fmla="*/ 320802 w 466725"/>
                <a:gd name="connsiteY3129" fmla="*/ 835152 h 1038225"/>
                <a:gd name="connsiteX3130" fmla="*/ 322135 w 466725"/>
                <a:gd name="connsiteY3130" fmla="*/ 835533 h 1038225"/>
                <a:gd name="connsiteX3131" fmla="*/ 321755 w 466725"/>
                <a:gd name="connsiteY3131" fmla="*/ 836200 h 1038225"/>
                <a:gd name="connsiteX3132" fmla="*/ 321374 w 466725"/>
                <a:gd name="connsiteY3132" fmla="*/ 835819 h 1038225"/>
                <a:gd name="connsiteX3133" fmla="*/ 321945 w 466725"/>
                <a:gd name="connsiteY3133" fmla="*/ 837057 h 1038225"/>
                <a:gd name="connsiteX3134" fmla="*/ 323945 w 466725"/>
                <a:gd name="connsiteY3134" fmla="*/ 839819 h 1038225"/>
                <a:gd name="connsiteX3135" fmla="*/ 323945 w 466725"/>
                <a:gd name="connsiteY3135" fmla="*/ 840962 h 1038225"/>
                <a:gd name="connsiteX3136" fmla="*/ 324993 w 466725"/>
                <a:gd name="connsiteY3136" fmla="*/ 841724 h 1038225"/>
                <a:gd name="connsiteX3137" fmla="*/ 325184 w 466725"/>
                <a:gd name="connsiteY3137" fmla="*/ 842201 h 1038225"/>
                <a:gd name="connsiteX3138" fmla="*/ 324993 w 466725"/>
                <a:gd name="connsiteY3138" fmla="*/ 842867 h 1038225"/>
                <a:gd name="connsiteX3139" fmla="*/ 325660 w 466725"/>
                <a:gd name="connsiteY3139" fmla="*/ 843058 h 1038225"/>
                <a:gd name="connsiteX3140" fmla="*/ 326326 w 466725"/>
                <a:gd name="connsiteY3140" fmla="*/ 843439 h 1038225"/>
                <a:gd name="connsiteX3141" fmla="*/ 326898 w 466725"/>
                <a:gd name="connsiteY3141" fmla="*/ 843915 h 1038225"/>
                <a:gd name="connsiteX3142" fmla="*/ 327374 w 466725"/>
                <a:gd name="connsiteY3142" fmla="*/ 845058 h 1038225"/>
                <a:gd name="connsiteX3143" fmla="*/ 328613 w 466725"/>
                <a:gd name="connsiteY3143" fmla="*/ 846772 h 1038225"/>
                <a:gd name="connsiteX3144" fmla="*/ 328898 w 466725"/>
                <a:gd name="connsiteY3144" fmla="*/ 847344 h 1038225"/>
                <a:gd name="connsiteX3145" fmla="*/ 328803 w 466725"/>
                <a:gd name="connsiteY3145" fmla="*/ 847725 h 1038225"/>
                <a:gd name="connsiteX3146" fmla="*/ 328327 w 466725"/>
                <a:gd name="connsiteY3146" fmla="*/ 848201 h 1038225"/>
                <a:gd name="connsiteX3147" fmla="*/ 328327 w 466725"/>
                <a:gd name="connsiteY3147" fmla="*/ 848582 h 1038225"/>
                <a:gd name="connsiteX3148" fmla="*/ 328517 w 466725"/>
                <a:gd name="connsiteY3148" fmla="*/ 848963 h 1038225"/>
                <a:gd name="connsiteX3149" fmla="*/ 328803 w 466725"/>
                <a:gd name="connsiteY3149" fmla="*/ 849249 h 1038225"/>
                <a:gd name="connsiteX3150" fmla="*/ 329089 w 466725"/>
                <a:gd name="connsiteY3150" fmla="*/ 849439 h 1038225"/>
                <a:gd name="connsiteX3151" fmla="*/ 329375 w 466725"/>
                <a:gd name="connsiteY3151" fmla="*/ 849630 h 1038225"/>
                <a:gd name="connsiteX3152" fmla="*/ 329756 w 466725"/>
                <a:gd name="connsiteY3152" fmla="*/ 850202 h 1038225"/>
                <a:gd name="connsiteX3153" fmla="*/ 330041 w 466725"/>
                <a:gd name="connsiteY3153" fmla="*/ 850868 h 1038225"/>
                <a:gd name="connsiteX3154" fmla="*/ 330232 w 466725"/>
                <a:gd name="connsiteY3154" fmla="*/ 851630 h 1038225"/>
                <a:gd name="connsiteX3155" fmla="*/ 330232 w 466725"/>
                <a:gd name="connsiteY3155" fmla="*/ 852488 h 1038225"/>
                <a:gd name="connsiteX3156" fmla="*/ 330517 w 466725"/>
                <a:gd name="connsiteY3156" fmla="*/ 851345 h 1038225"/>
                <a:gd name="connsiteX3157" fmla="*/ 330803 w 466725"/>
                <a:gd name="connsiteY3157" fmla="*/ 850963 h 1038225"/>
                <a:gd name="connsiteX3158" fmla="*/ 331280 w 466725"/>
                <a:gd name="connsiteY3158" fmla="*/ 850678 h 1038225"/>
                <a:gd name="connsiteX3159" fmla="*/ 331184 w 466725"/>
                <a:gd name="connsiteY3159" fmla="*/ 851726 h 1038225"/>
                <a:gd name="connsiteX3160" fmla="*/ 331184 w 466725"/>
                <a:gd name="connsiteY3160" fmla="*/ 852106 h 1038225"/>
                <a:gd name="connsiteX3161" fmla="*/ 331280 w 466725"/>
                <a:gd name="connsiteY3161" fmla="*/ 852488 h 1038225"/>
                <a:gd name="connsiteX3162" fmla="*/ 330613 w 466725"/>
                <a:gd name="connsiteY3162" fmla="*/ 853059 h 1038225"/>
                <a:gd name="connsiteX3163" fmla="*/ 330613 w 466725"/>
                <a:gd name="connsiteY3163" fmla="*/ 853821 h 1038225"/>
                <a:gd name="connsiteX3164" fmla="*/ 331280 w 466725"/>
                <a:gd name="connsiteY3164" fmla="*/ 855440 h 1038225"/>
                <a:gd name="connsiteX3165" fmla="*/ 331280 w 466725"/>
                <a:gd name="connsiteY3165" fmla="*/ 856012 h 1038225"/>
                <a:gd name="connsiteX3166" fmla="*/ 331280 w 466725"/>
                <a:gd name="connsiteY3166" fmla="*/ 856583 h 1038225"/>
                <a:gd name="connsiteX3167" fmla="*/ 331375 w 466725"/>
                <a:gd name="connsiteY3167" fmla="*/ 857155 h 1038225"/>
                <a:gd name="connsiteX3168" fmla="*/ 331660 w 466725"/>
                <a:gd name="connsiteY3168" fmla="*/ 857631 h 1038225"/>
                <a:gd name="connsiteX3169" fmla="*/ 332137 w 466725"/>
                <a:gd name="connsiteY3169" fmla="*/ 856869 h 1038225"/>
                <a:gd name="connsiteX3170" fmla="*/ 332423 w 466725"/>
                <a:gd name="connsiteY3170" fmla="*/ 857536 h 1038225"/>
                <a:gd name="connsiteX3171" fmla="*/ 332708 w 466725"/>
                <a:gd name="connsiteY3171" fmla="*/ 859441 h 1038225"/>
                <a:gd name="connsiteX3172" fmla="*/ 335471 w 466725"/>
                <a:gd name="connsiteY3172" fmla="*/ 861631 h 1038225"/>
                <a:gd name="connsiteX3173" fmla="*/ 336137 w 466725"/>
                <a:gd name="connsiteY3173" fmla="*/ 862013 h 1038225"/>
                <a:gd name="connsiteX3174" fmla="*/ 336804 w 466725"/>
                <a:gd name="connsiteY3174" fmla="*/ 862775 h 1038225"/>
                <a:gd name="connsiteX3175" fmla="*/ 337090 w 466725"/>
                <a:gd name="connsiteY3175" fmla="*/ 866680 h 1038225"/>
                <a:gd name="connsiteX3176" fmla="*/ 337471 w 466725"/>
                <a:gd name="connsiteY3176" fmla="*/ 868299 h 1038225"/>
                <a:gd name="connsiteX3177" fmla="*/ 337090 w 466725"/>
                <a:gd name="connsiteY3177" fmla="*/ 868680 h 1038225"/>
                <a:gd name="connsiteX3178" fmla="*/ 336995 w 466725"/>
                <a:gd name="connsiteY3178" fmla="*/ 869347 h 1038225"/>
                <a:gd name="connsiteX3179" fmla="*/ 337185 w 466725"/>
                <a:gd name="connsiteY3179" fmla="*/ 871442 h 1038225"/>
                <a:gd name="connsiteX3180" fmla="*/ 337280 w 466725"/>
                <a:gd name="connsiteY3180" fmla="*/ 872014 h 1038225"/>
                <a:gd name="connsiteX3181" fmla="*/ 337852 w 466725"/>
                <a:gd name="connsiteY3181" fmla="*/ 873157 h 1038225"/>
                <a:gd name="connsiteX3182" fmla="*/ 338614 w 466725"/>
                <a:gd name="connsiteY3182" fmla="*/ 875062 h 1038225"/>
                <a:gd name="connsiteX3183" fmla="*/ 338804 w 466725"/>
                <a:gd name="connsiteY3183" fmla="*/ 875347 h 1038225"/>
                <a:gd name="connsiteX3184" fmla="*/ 338423 w 466725"/>
                <a:gd name="connsiteY3184" fmla="*/ 875538 h 1038225"/>
                <a:gd name="connsiteX3185" fmla="*/ 338042 w 466725"/>
                <a:gd name="connsiteY3185" fmla="*/ 876014 h 1038225"/>
                <a:gd name="connsiteX3186" fmla="*/ 337471 w 466725"/>
                <a:gd name="connsiteY3186" fmla="*/ 877157 h 1038225"/>
                <a:gd name="connsiteX3187" fmla="*/ 338042 w 466725"/>
                <a:gd name="connsiteY3187" fmla="*/ 877634 h 1038225"/>
                <a:gd name="connsiteX3188" fmla="*/ 339281 w 466725"/>
                <a:gd name="connsiteY3188" fmla="*/ 879062 h 1038225"/>
                <a:gd name="connsiteX3189" fmla="*/ 339757 w 466725"/>
                <a:gd name="connsiteY3189" fmla="*/ 879348 h 1038225"/>
                <a:gd name="connsiteX3190" fmla="*/ 340614 w 466725"/>
                <a:gd name="connsiteY3190" fmla="*/ 883730 h 1038225"/>
                <a:gd name="connsiteX3191" fmla="*/ 340424 w 466725"/>
                <a:gd name="connsiteY3191" fmla="*/ 884396 h 1038225"/>
                <a:gd name="connsiteX3192" fmla="*/ 340138 w 466725"/>
                <a:gd name="connsiteY3192" fmla="*/ 884587 h 1038225"/>
                <a:gd name="connsiteX3193" fmla="*/ 339757 w 466725"/>
                <a:gd name="connsiteY3193" fmla="*/ 884682 h 1038225"/>
                <a:gd name="connsiteX3194" fmla="*/ 339185 w 466725"/>
                <a:gd name="connsiteY3194" fmla="*/ 884968 h 1038225"/>
                <a:gd name="connsiteX3195" fmla="*/ 338900 w 466725"/>
                <a:gd name="connsiteY3195" fmla="*/ 885063 h 1038225"/>
                <a:gd name="connsiteX3196" fmla="*/ 338804 w 466725"/>
                <a:gd name="connsiteY3196" fmla="*/ 884968 h 1038225"/>
                <a:gd name="connsiteX3197" fmla="*/ 338804 w 466725"/>
                <a:gd name="connsiteY3197" fmla="*/ 885539 h 1038225"/>
                <a:gd name="connsiteX3198" fmla="*/ 339281 w 466725"/>
                <a:gd name="connsiteY3198" fmla="*/ 886111 h 1038225"/>
                <a:gd name="connsiteX3199" fmla="*/ 341567 w 466725"/>
                <a:gd name="connsiteY3199" fmla="*/ 885825 h 1038225"/>
                <a:gd name="connsiteX3200" fmla="*/ 342043 w 466725"/>
                <a:gd name="connsiteY3200" fmla="*/ 886111 h 1038225"/>
                <a:gd name="connsiteX3201" fmla="*/ 341757 w 466725"/>
                <a:gd name="connsiteY3201" fmla="*/ 886587 h 1038225"/>
                <a:gd name="connsiteX3202" fmla="*/ 341281 w 466725"/>
                <a:gd name="connsiteY3202" fmla="*/ 886682 h 1038225"/>
                <a:gd name="connsiteX3203" fmla="*/ 340709 w 466725"/>
                <a:gd name="connsiteY3203" fmla="*/ 886682 h 1038225"/>
                <a:gd name="connsiteX3204" fmla="*/ 340328 w 466725"/>
                <a:gd name="connsiteY3204" fmla="*/ 886873 h 1038225"/>
                <a:gd name="connsiteX3205" fmla="*/ 340138 w 466725"/>
                <a:gd name="connsiteY3205" fmla="*/ 887254 h 1038225"/>
                <a:gd name="connsiteX3206" fmla="*/ 340138 w 466725"/>
                <a:gd name="connsiteY3206" fmla="*/ 887635 h 1038225"/>
                <a:gd name="connsiteX3207" fmla="*/ 340519 w 466725"/>
                <a:gd name="connsiteY3207" fmla="*/ 887921 h 1038225"/>
                <a:gd name="connsiteX3208" fmla="*/ 341185 w 466725"/>
                <a:gd name="connsiteY3208" fmla="*/ 888016 h 1038225"/>
                <a:gd name="connsiteX3209" fmla="*/ 342614 w 466725"/>
                <a:gd name="connsiteY3209" fmla="*/ 887635 h 1038225"/>
                <a:gd name="connsiteX3210" fmla="*/ 342805 w 466725"/>
                <a:gd name="connsiteY3210" fmla="*/ 887825 h 1038225"/>
                <a:gd name="connsiteX3211" fmla="*/ 342709 w 466725"/>
                <a:gd name="connsiteY3211" fmla="*/ 888587 h 1038225"/>
                <a:gd name="connsiteX3212" fmla="*/ 342519 w 466725"/>
                <a:gd name="connsiteY3212" fmla="*/ 888968 h 1038225"/>
                <a:gd name="connsiteX3213" fmla="*/ 342138 w 466725"/>
                <a:gd name="connsiteY3213" fmla="*/ 889254 h 1038225"/>
                <a:gd name="connsiteX3214" fmla="*/ 341757 w 466725"/>
                <a:gd name="connsiteY3214" fmla="*/ 889730 h 1038225"/>
                <a:gd name="connsiteX3215" fmla="*/ 341471 w 466725"/>
                <a:gd name="connsiteY3215" fmla="*/ 890397 h 1038225"/>
                <a:gd name="connsiteX3216" fmla="*/ 341376 w 466725"/>
                <a:gd name="connsiteY3216" fmla="*/ 891921 h 1038225"/>
                <a:gd name="connsiteX3217" fmla="*/ 341757 w 466725"/>
                <a:gd name="connsiteY3217" fmla="*/ 892683 h 1038225"/>
                <a:gd name="connsiteX3218" fmla="*/ 341757 w 466725"/>
                <a:gd name="connsiteY3218" fmla="*/ 893064 h 1038225"/>
                <a:gd name="connsiteX3219" fmla="*/ 341567 w 466725"/>
                <a:gd name="connsiteY3219" fmla="*/ 893159 h 1038225"/>
                <a:gd name="connsiteX3220" fmla="*/ 341185 w 466725"/>
                <a:gd name="connsiteY3220" fmla="*/ 893064 h 1038225"/>
                <a:gd name="connsiteX3221" fmla="*/ 340805 w 466725"/>
                <a:gd name="connsiteY3221" fmla="*/ 893064 h 1038225"/>
                <a:gd name="connsiteX3222" fmla="*/ 340614 w 466725"/>
                <a:gd name="connsiteY3222" fmla="*/ 893255 h 1038225"/>
                <a:gd name="connsiteX3223" fmla="*/ 340233 w 466725"/>
                <a:gd name="connsiteY3223" fmla="*/ 894397 h 1038225"/>
                <a:gd name="connsiteX3224" fmla="*/ 339566 w 466725"/>
                <a:gd name="connsiteY3224" fmla="*/ 895541 h 1038225"/>
                <a:gd name="connsiteX3225" fmla="*/ 339185 w 466725"/>
                <a:gd name="connsiteY3225" fmla="*/ 896684 h 1038225"/>
                <a:gd name="connsiteX3226" fmla="*/ 339566 w 466725"/>
                <a:gd name="connsiteY3226" fmla="*/ 897827 h 1038225"/>
                <a:gd name="connsiteX3227" fmla="*/ 340042 w 466725"/>
                <a:gd name="connsiteY3227" fmla="*/ 898112 h 1038225"/>
                <a:gd name="connsiteX3228" fmla="*/ 340614 w 466725"/>
                <a:gd name="connsiteY3228" fmla="*/ 898208 h 1038225"/>
                <a:gd name="connsiteX3229" fmla="*/ 341185 w 466725"/>
                <a:gd name="connsiteY3229" fmla="*/ 898208 h 1038225"/>
                <a:gd name="connsiteX3230" fmla="*/ 341757 w 466725"/>
                <a:gd name="connsiteY3230" fmla="*/ 898303 h 1038225"/>
                <a:gd name="connsiteX3231" fmla="*/ 342233 w 466725"/>
                <a:gd name="connsiteY3231" fmla="*/ 898493 h 1038225"/>
                <a:gd name="connsiteX3232" fmla="*/ 342900 w 466725"/>
                <a:gd name="connsiteY3232" fmla="*/ 898970 h 1038225"/>
                <a:gd name="connsiteX3233" fmla="*/ 343376 w 466725"/>
                <a:gd name="connsiteY3233" fmla="*/ 899065 h 1038225"/>
                <a:gd name="connsiteX3234" fmla="*/ 343757 w 466725"/>
                <a:gd name="connsiteY3234" fmla="*/ 899255 h 1038225"/>
                <a:gd name="connsiteX3235" fmla="*/ 343662 w 466725"/>
                <a:gd name="connsiteY3235" fmla="*/ 899636 h 1038225"/>
                <a:gd name="connsiteX3236" fmla="*/ 343281 w 466725"/>
                <a:gd name="connsiteY3236" fmla="*/ 900017 h 1038225"/>
                <a:gd name="connsiteX3237" fmla="*/ 342614 w 466725"/>
                <a:gd name="connsiteY3237" fmla="*/ 900208 h 1038225"/>
                <a:gd name="connsiteX3238" fmla="*/ 340614 w 466725"/>
                <a:gd name="connsiteY3238" fmla="*/ 900208 h 1038225"/>
                <a:gd name="connsiteX3239" fmla="*/ 339376 w 466725"/>
                <a:gd name="connsiteY3239" fmla="*/ 900398 h 1038225"/>
                <a:gd name="connsiteX3240" fmla="*/ 338709 w 466725"/>
                <a:gd name="connsiteY3240" fmla="*/ 900779 h 1038225"/>
                <a:gd name="connsiteX3241" fmla="*/ 338423 w 466725"/>
                <a:gd name="connsiteY3241" fmla="*/ 901446 h 1038225"/>
                <a:gd name="connsiteX3242" fmla="*/ 338328 w 466725"/>
                <a:gd name="connsiteY3242" fmla="*/ 902684 h 1038225"/>
                <a:gd name="connsiteX3243" fmla="*/ 338042 w 466725"/>
                <a:gd name="connsiteY3243" fmla="*/ 903827 h 1038225"/>
                <a:gd name="connsiteX3244" fmla="*/ 338138 w 466725"/>
                <a:gd name="connsiteY3244" fmla="*/ 904399 h 1038225"/>
                <a:gd name="connsiteX3245" fmla="*/ 338804 w 466725"/>
                <a:gd name="connsiteY3245" fmla="*/ 904685 h 1038225"/>
                <a:gd name="connsiteX3246" fmla="*/ 339090 w 466725"/>
                <a:gd name="connsiteY3246" fmla="*/ 904875 h 1038225"/>
                <a:gd name="connsiteX3247" fmla="*/ 340424 w 466725"/>
                <a:gd name="connsiteY3247" fmla="*/ 906113 h 1038225"/>
                <a:gd name="connsiteX3248" fmla="*/ 342138 w 466725"/>
                <a:gd name="connsiteY3248" fmla="*/ 906780 h 1038225"/>
                <a:gd name="connsiteX3249" fmla="*/ 342995 w 466725"/>
                <a:gd name="connsiteY3249" fmla="*/ 907256 h 1038225"/>
                <a:gd name="connsiteX3250" fmla="*/ 343376 w 466725"/>
                <a:gd name="connsiteY3250" fmla="*/ 908113 h 1038225"/>
                <a:gd name="connsiteX3251" fmla="*/ 342900 w 466725"/>
                <a:gd name="connsiteY3251" fmla="*/ 909161 h 1038225"/>
                <a:gd name="connsiteX3252" fmla="*/ 341757 w 466725"/>
                <a:gd name="connsiteY3252" fmla="*/ 909828 h 1038225"/>
                <a:gd name="connsiteX3253" fmla="*/ 337090 w 466725"/>
                <a:gd name="connsiteY3253" fmla="*/ 910780 h 1038225"/>
                <a:gd name="connsiteX3254" fmla="*/ 336042 w 466725"/>
                <a:gd name="connsiteY3254" fmla="*/ 911066 h 1038225"/>
                <a:gd name="connsiteX3255" fmla="*/ 335185 w 466725"/>
                <a:gd name="connsiteY3255" fmla="*/ 911638 h 1038225"/>
                <a:gd name="connsiteX3256" fmla="*/ 334518 w 466725"/>
                <a:gd name="connsiteY3256" fmla="*/ 912590 h 1038225"/>
                <a:gd name="connsiteX3257" fmla="*/ 334423 w 466725"/>
                <a:gd name="connsiteY3257" fmla="*/ 913638 h 1038225"/>
                <a:gd name="connsiteX3258" fmla="*/ 334804 w 466725"/>
                <a:gd name="connsiteY3258" fmla="*/ 914591 h 1038225"/>
                <a:gd name="connsiteX3259" fmla="*/ 335661 w 466725"/>
                <a:gd name="connsiteY3259" fmla="*/ 915448 h 1038225"/>
                <a:gd name="connsiteX3260" fmla="*/ 336042 w 466725"/>
                <a:gd name="connsiteY3260" fmla="*/ 915638 h 1038225"/>
                <a:gd name="connsiteX3261" fmla="*/ 336995 w 466725"/>
                <a:gd name="connsiteY3261" fmla="*/ 915924 h 1038225"/>
                <a:gd name="connsiteX3262" fmla="*/ 337471 w 466725"/>
                <a:gd name="connsiteY3262" fmla="*/ 916114 h 1038225"/>
                <a:gd name="connsiteX3263" fmla="*/ 338804 w 466725"/>
                <a:gd name="connsiteY3263" fmla="*/ 915353 h 1038225"/>
                <a:gd name="connsiteX3264" fmla="*/ 339852 w 466725"/>
                <a:gd name="connsiteY3264" fmla="*/ 914495 h 1038225"/>
                <a:gd name="connsiteX3265" fmla="*/ 340995 w 466725"/>
                <a:gd name="connsiteY3265" fmla="*/ 913829 h 1038225"/>
                <a:gd name="connsiteX3266" fmla="*/ 342709 w 466725"/>
                <a:gd name="connsiteY3266" fmla="*/ 913543 h 1038225"/>
                <a:gd name="connsiteX3267" fmla="*/ 343091 w 466725"/>
                <a:gd name="connsiteY3267" fmla="*/ 913733 h 1038225"/>
                <a:gd name="connsiteX3268" fmla="*/ 343472 w 466725"/>
                <a:gd name="connsiteY3268" fmla="*/ 914210 h 1038225"/>
                <a:gd name="connsiteX3269" fmla="*/ 343662 w 466725"/>
                <a:gd name="connsiteY3269" fmla="*/ 914876 h 1038225"/>
                <a:gd name="connsiteX3270" fmla="*/ 343472 w 466725"/>
                <a:gd name="connsiteY3270" fmla="*/ 915448 h 1038225"/>
                <a:gd name="connsiteX3271" fmla="*/ 342709 w 466725"/>
                <a:gd name="connsiteY3271" fmla="*/ 916019 h 1038225"/>
                <a:gd name="connsiteX3272" fmla="*/ 341185 w 466725"/>
                <a:gd name="connsiteY3272" fmla="*/ 916877 h 1038225"/>
                <a:gd name="connsiteX3273" fmla="*/ 340709 w 466725"/>
                <a:gd name="connsiteY3273" fmla="*/ 917448 h 1038225"/>
                <a:gd name="connsiteX3274" fmla="*/ 341471 w 466725"/>
                <a:gd name="connsiteY3274" fmla="*/ 917448 h 1038225"/>
                <a:gd name="connsiteX3275" fmla="*/ 341471 w 466725"/>
                <a:gd name="connsiteY3275" fmla="*/ 917829 h 1038225"/>
                <a:gd name="connsiteX3276" fmla="*/ 340328 w 466725"/>
                <a:gd name="connsiteY3276" fmla="*/ 918020 h 1038225"/>
                <a:gd name="connsiteX3277" fmla="*/ 339662 w 466725"/>
                <a:gd name="connsiteY3277" fmla="*/ 918210 h 1038225"/>
                <a:gd name="connsiteX3278" fmla="*/ 339281 w 466725"/>
                <a:gd name="connsiteY3278" fmla="*/ 918496 h 1038225"/>
                <a:gd name="connsiteX3279" fmla="*/ 339185 w 466725"/>
                <a:gd name="connsiteY3279" fmla="*/ 919258 h 1038225"/>
                <a:gd name="connsiteX3280" fmla="*/ 339566 w 466725"/>
                <a:gd name="connsiteY3280" fmla="*/ 919734 h 1038225"/>
                <a:gd name="connsiteX3281" fmla="*/ 339852 w 466725"/>
                <a:gd name="connsiteY3281" fmla="*/ 920210 h 1038225"/>
                <a:gd name="connsiteX3282" fmla="*/ 339471 w 466725"/>
                <a:gd name="connsiteY3282" fmla="*/ 920877 h 1038225"/>
                <a:gd name="connsiteX3283" fmla="*/ 339471 w 466725"/>
                <a:gd name="connsiteY3283" fmla="*/ 921448 h 1038225"/>
                <a:gd name="connsiteX3284" fmla="*/ 340042 w 466725"/>
                <a:gd name="connsiteY3284" fmla="*/ 922115 h 1038225"/>
                <a:gd name="connsiteX3285" fmla="*/ 340709 w 466725"/>
                <a:gd name="connsiteY3285" fmla="*/ 922687 h 1038225"/>
                <a:gd name="connsiteX3286" fmla="*/ 341090 w 466725"/>
                <a:gd name="connsiteY3286" fmla="*/ 923068 h 1038225"/>
                <a:gd name="connsiteX3287" fmla="*/ 343567 w 466725"/>
                <a:gd name="connsiteY3287" fmla="*/ 922877 h 1038225"/>
                <a:gd name="connsiteX3288" fmla="*/ 343091 w 466725"/>
                <a:gd name="connsiteY3288" fmla="*/ 923735 h 1038225"/>
                <a:gd name="connsiteX3289" fmla="*/ 343186 w 466725"/>
                <a:gd name="connsiteY3289" fmla="*/ 924306 h 1038225"/>
                <a:gd name="connsiteX3290" fmla="*/ 343567 w 466725"/>
                <a:gd name="connsiteY3290" fmla="*/ 924973 h 1038225"/>
                <a:gd name="connsiteX3291" fmla="*/ 343948 w 466725"/>
                <a:gd name="connsiteY3291" fmla="*/ 925830 h 1038225"/>
                <a:gd name="connsiteX3292" fmla="*/ 344043 w 466725"/>
                <a:gd name="connsiteY3292" fmla="*/ 926402 h 1038225"/>
                <a:gd name="connsiteX3293" fmla="*/ 343948 w 466725"/>
                <a:gd name="connsiteY3293" fmla="*/ 928211 h 1038225"/>
                <a:gd name="connsiteX3294" fmla="*/ 343662 w 466725"/>
                <a:gd name="connsiteY3294" fmla="*/ 928402 h 1038225"/>
                <a:gd name="connsiteX3295" fmla="*/ 342995 w 466725"/>
                <a:gd name="connsiteY3295" fmla="*/ 928497 h 1038225"/>
                <a:gd name="connsiteX3296" fmla="*/ 342329 w 466725"/>
                <a:gd name="connsiteY3296" fmla="*/ 928783 h 1038225"/>
                <a:gd name="connsiteX3297" fmla="*/ 341662 w 466725"/>
                <a:gd name="connsiteY3297" fmla="*/ 929926 h 1038225"/>
                <a:gd name="connsiteX3298" fmla="*/ 340900 w 466725"/>
                <a:gd name="connsiteY3298" fmla="*/ 930593 h 1038225"/>
                <a:gd name="connsiteX3299" fmla="*/ 339947 w 466725"/>
                <a:gd name="connsiteY3299" fmla="*/ 931164 h 1038225"/>
                <a:gd name="connsiteX3300" fmla="*/ 338995 w 466725"/>
                <a:gd name="connsiteY3300" fmla="*/ 931355 h 1038225"/>
                <a:gd name="connsiteX3301" fmla="*/ 336423 w 466725"/>
                <a:gd name="connsiteY3301" fmla="*/ 931355 h 1038225"/>
                <a:gd name="connsiteX3302" fmla="*/ 335375 w 466725"/>
                <a:gd name="connsiteY3302" fmla="*/ 931736 h 1038225"/>
                <a:gd name="connsiteX3303" fmla="*/ 334899 w 466725"/>
                <a:gd name="connsiteY3303" fmla="*/ 932879 h 1038225"/>
                <a:gd name="connsiteX3304" fmla="*/ 339185 w 466725"/>
                <a:gd name="connsiteY3304" fmla="*/ 932879 h 1038225"/>
                <a:gd name="connsiteX3305" fmla="*/ 341376 w 466725"/>
                <a:gd name="connsiteY3305" fmla="*/ 932117 h 1038225"/>
                <a:gd name="connsiteX3306" fmla="*/ 342519 w 466725"/>
                <a:gd name="connsiteY3306" fmla="*/ 932117 h 1038225"/>
                <a:gd name="connsiteX3307" fmla="*/ 343186 w 466725"/>
                <a:gd name="connsiteY3307" fmla="*/ 932879 h 1038225"/>
                <a:gd name="connsiteX3308" fmla="*/ 341852 w 466725"/>
                <a:gd name="connsiteY3308" fmla="*/ 932974 h 1038225"/>
                <a:gd name="connsiteX3309" fmla="*/ 341185 w 466725"/>
                <a:gd name="connsiteY3309" fmla="*/ 933736 h 1038225"/>
                <a:gd name="connsiteX3310" fmla="*/ 340805 w 466725"/>
                <a:gd name="connsiteY3310" fmla="*/ 934688 h 1038225"/>
                <a:gd name="connsiteX3311" fmla="*/ 340328 w 466725"/>
                <a:gd name="connsiteY3311" fmla="*/ 935450 h 1038225"/>
                <a:gd name="connsiteX3312" fmla="*/ 340138 w 466725"/>
                <a:gd name="connsiteY3312" fmla="*/ 935355 h 1038225"/>
                <a:gd name="connsiteX3313" fmla="*/ 339757 w 466725"/>
                <a:gd name="connsiteY3313" fmla="*/ 935355 h 1038225"/>
                <a:gd name="connsiteX3314" fmla="*/ 339281 w 466725"/>
                <a:gd name="connsiteY3314" fmla="*/ 935355 h 1038225"/>
                <a:gd name="connsiteX3315" fmla="*/ 338900 w 466725"/>
                <a:gd name="connsiteY3315" fmla="*/ 935450 h 1038225"/>
                <a:gd name="connsiteX3316" fmla="*/ 338614 w 466725"/>
                <a:gd name="connsiteY3316" fmla="*/ 935641 h 1038225"/>
                <a:gd name="connsiteX3317" fmla="*/ 337757 w 466725"/>
                <a:gd name="connsiteY3317" fmla="*/ 936879 h 1038225"/>
                <a:gd name="connsiteX3318" fmla="*/ 339185 w 466725"/>
                <a:gd name="connsiteY3318" fmla="*/ 936879 h 1038225"/>
                <a:gd name="connsiteX3319" fmla="*/ 339281 w 466725"/>
                <a:gd name="connsiteY3319" fmla="*/ 937451 h 1038225"/>
                <a:gd name="connsiteX3320" fmla="*/ 339090 w 466725"/>
                <a:gd name="connsiteY3320" fmla="*/ 937451 h 1038225"/>
                <a:gd name="connsiteX3321" fmla="*/ 338804 w 466725"/>
                <a:gd name="connsiteY3321" fmla="*/ 937355 h 1038225"/>
                <a:gd name="connsiteX3322" fmla="*/ 338518 w 466725"/>
                <a:gd name="connsiteY3322" fmla="*/ 937546 h 1038225"/>
                <a:gd name="connsiteX3323" fmla="*/ 337852 w 466725"/>
                <a:gd name="connsiteY3323" fmla="*/ 938594 h 1038225"/>
                <a:gd name="connsiteX3324" fmla="*/ 337757 w 466725"/>
                <a:gd name="connsiteY3324" fmla="*/ 938975 h 1038225"/>
                <a:gd name="connsiteX3325" fmla="*/ 337757 w 466725"/>
                <a:gd name="connsiteY3325" fmla="*/ 939451 h 1038225"/>
                <a:gd name="connsiteX3326" fmla="*/ 338042 w 466725"/>
                <a:gd name="connsiteY3326" fmla="*/ 940118 h 1038225"/>
                <a:gd name="connsiteX3327" fmla="*/ 338138 w 466725"/>
                <a:gd name="connsiteY3327" fmla="*/ 940689 h 1038225"/>
                <a:gd name="connsiteX3328" fmla="*/ 338518 w 466725"/>
                <a:gd name="connsiteY3328" fmla="*/ 941070 h 1038225"/>
                <a:gd name="connsiteX3329" fmla="*/ 340138 w 466725"/>
                <a:gd name="connsiteY3329" fmla="*/ 942308 h 1038225"/>
                <a:gd name="connsiteX3330" fmla="*/ 341567 w 466725"/>
                <a:gd name="connsiteY3330" fmla="*/ 943166 h 1038225"/>
                <a:gd name="connsiteX3331" fmla="*/ 342138 w 466725"/>
                <a:gd name="connsiteY3331" fmla="*/ 943261 h 1038225"/>
                <a:gd name="connsiteX3332" fmla="*/ 342614 w 466725"/>
                <a:gd name="connsiteY3332" fmla="*/ 943070 h 1038225"/>
                <a:gd name="connsiteX3333" fmla="*/ 343186 w 466725"/>
                <a:gd name="connsiteY3333" fmla="*/ 942499 h 1038225"/>
                <a:gd name="connsiteX3334" fmla="*/ 343472 w 466725"/>
                <a:gd name="connsiteY3334" fmla="*/ 941832 h 1038225"/>
                <a:gd name="connsiteX3335" fmla="*/ 343472 w 466725"/>
                <a:gd name="connsiteY3335" fmla="*/ 941070 h 1038225"/>
                <a:gd name="connsiteX3336" fmla="*/ 343662 w 466725"/>
                <a:gd name="connsiteY3336" fmla="*/ 940403 h 1038225"/>
                <a:gd name="connsiteX3337" fmla="*/ 344234 w 466725"/>
                <a:gd name="connsiteY3337" fmla="*/ 940118 h 1038225"/>
                <a:gd name="connsiteX3338" fmla="*/ 344329 w 466725"/>
                <a:gd name="connsiteY3338" fmla="*/ 939927 h 1038225"/>
                <a:gd name="connsiteX3339" fmla="*/ 344996 w 466725"/>
                <a:gd name="connsiteY3339" fmla="*/ 939260 h 1038225"/>
                <a:gd name="connsiteX3340" fmla="*/ 345186 w 466725"/>
                <a:gd name="connsiteY3340" fmla="*/ 939165 h 1038225"/>
                <a:gd name="connsiteX3341" fmla="*/ 345376 w 466725"/>
                <a:gd name="connsiteY3341" fmla="*/ 938975 h 1038225"/>
                <a:gd name="connsiteX3342" fmla="*/ 346329 w 466725"/>
                <a:gd name="connsiteY3342" fmla="*/ 939070 h 1038225"/>
                <a:gd name="connsiteX3343" fmla="*/ 346710 w 466725"/>
                <a:gd name="connsiteY3343" fmla="*/ 938975 h 1038225"/>
                <a:gd name="connsiteX3344" fmla="*/ 347948 w 466725"/>
                <a:gd name="connsiteY3344" fmla="*/ 936784 h 1038225"/>
                <a:gd name="connsiteX3345" fmla="*/ 348425 w 466725"/>
                <a:gd name="connsiteY3345" fmla="*/ 936212 h 1038225"/>
                <a:gd name="connsiteX3346" fmla="*/ 348901 w 466725"/>
                <a:gd name="connsiteY3346" fmla="*/ 935736 h 1038225"/>
                <a:gd name="connsiteX3347" fmla="*/ 349187 w 466725"/>
                <a:gd name="connsiteY3347" fmla="*/ 935069 h 1038225"/>
                <a:gd name="connsiteX3348" fmla="*/ 348806 w 466725"/>
                <a:gd name="connsiteY3348" fmla="*/ 934117 h 1038225"/>
                <a:gd name="connsiteX3349" fmla="*/ 349663 w 466725"/>
                <a:gd name="connsiteY3349" fmla="*/ 935450 h 1038225"/>
                <a:gd name="connsiteX3350" fmla="*/ 348901 w 466725"/>
                <a:gd name="connsiteY3350" fmla="*/ 936688 h 1038225"/>
                <a:gd name="connsiteX3351" fmla="*/ 347758 w 466725"/>
                <a:gd name="connsiteY3351" fmla="*/ 937927 h 1038225"/>
                <a:gd name="connsiteX3352" fmla="*/ 347377 w 466725"/>
                <a:gd name="connsiteY3352" fmla="*/ 939260 h 1038225"/>
                <a:gd name="connsiteX3353" fmla="*/ 348520 w 466725"/>
                <a:gd name="connsiteY3353" fmla="*/ 940213 h 1038225"/>
                <a:gd name="connsiteX3354" fmla="*/ 352330 w 466725"/>
                <a:gd name="connsiteY3354" fmla="*/ 940975 h 1038225"/>
                <a:gd name="connsiteX3355" fmla="*/ 353092 w 466725"/>
                <a:gd name="connsiteY3355" fmla="*/ 942499 h 1038225"/>
                <a:gd name="connsiteX3356" fmla="*/ 354711 w 466725"/>
                <a:gd name="connsiteY3356" fmla="*/ 942499 h 1038225"/>
                <a:gd name="connsiteX3357" fmla="*/ 354044 w 466725"/>
                <a:gd name="connsiteY3357" fmla="*/ 942118 h 1038225"/>
                <a:gd name="connsiteX3358" fmla="*/ 353092 w 466725"/>
                <a:gd name="connsiteY3358" fmla="*/ 941832 h 1038225"/>
                <a:gd name="connsiteX3359" fmla="*/ 352139 w 466725"/>
                <a:gd name="connsiteY3359" fmla="*/ 941642 h 1038225"/>
                <a:gd name="connsiteX3360" fmla="*/ 351473 w 466725"/>
                <a:gd name="connsiteY3360" fmla="*/ 941737 h 1038225"/>
                <a:gd name="connsiteX3361" fmla="*/ 351282 w 466725"/>
                <a:gd name="connsiteY3361" fmla="*/ 942213 h 1038225"/>
                <a:gd name="connsiteX3362" fmla="*/ 351282 w 466725"/>
                <a:gd name="connsiteY3362" fmla="*/ 942785 h 1038225"/>
                <a:gd name="connsiteX3363" fmla="*/ 351187 w 466725"/>
                <a:gd name="connsiteY3363" fmla="*/ 943356 h 1038225"/>
                <a:gd name="connsiteX3364" fmla="*/ 350615 w 466725"/>
                <a:gd name="connsiteY3364" fmla="*/ 943547 h 1038225"/>
                <a:gd name="connsiteX3365" fmla="*/ 350044 w 466725"/>
                <a:gd name="connsiteY3365" fmla="*/ 943356 h 1038225"/>
                <a:gd name="connsiteX3366" fmla="*/ 349663 w 466725"/>
                <a:gd name="connsiteY3366" fmla="*/ 942975 h 1038225"/>
                <a:gd name="connsiteX3367" fmla="*/ 349282 w 466725"/>
                <a:gd name="connsiteY3367" fmla="*/ 942785 h 1038225"/>
                <a:gd name="connsiteX3368" fmla="*/ 348615 w 466725"/>
                <a:gd name="connsiteY3368" fmla="*/ 943166 h 1038225"/>
                <a:gd name="connsiteX3369" fmla="*/ 347758 w 466725"/>
                <a:gd name="connsiteY3369" fmla="*/ 943070 h 1038225"/>
                <a:gd name="connsiteX3370" fmla="*/ 347186 w 466725"/>
                <a:gd name="connsiteY3370" fmla="*/ 943928 h 1038225"/>
                <a:gd name="connsiteX3371" fmla="*/ 346900 w 466725"/>
                <a:gd name="connsiteY3371" fmla="*/ 945166 h 1038225"/>
                <a:gd name="connsiteX3372" fmla="*/ 346805 w 466725"/>
                <a:gd name="connsiteY3372" fmla="*/ 946118 h 1038225"/>
                <a:gd name="connsiteX3373" fmla="*/ 346996 w 466725"/>
                <a:gd name="connsiteY3373" fmla="*/ 948023 h 1038225"/>
                <a:gd name="connsiteX3374" fmla="*/ 346805 w 466725"/>
                <a:gd name="connsiteY3374" fmla="*/ 948880 h 1038225"/>
                <a:gd name="connsiteX3375" fmla="*/ 346139 w 466725"/>
                <a:gd name="connsiteY3375" fmla="*/ 949738 h 1038225"/>
                <a:gd name="connsiteX3376" fmla="*/ 346424 w 466725"/>
                <a:gd name="connsiteY3376" fmla="*/ 950214 h 1038225"/>
                <a:gd name="connsiteX3377" fmla="*/ 346043 w 466725"/>
                <a:gd name="connsiteY3377" fmla="*/ 951071 h 1038225"/>
                <a:gd name="connsiteX3378" fmla="*/ 346139 w 466725"/>
                <a:gd name="connsiteY3378" fmla="*/ 951547 h 1038225"/>
                <a:gd name="connsiteX3379" fmla="*/ 346615 w 466725"/>
                <a:gd name="connsiteY3379" fmla="*/ 951833 h 1038225"/>
                <a:gd name="connsiteX3380" fmla="*/ 347472 w 466725"/>
                <a:gd name="connsiteY3380" fmla="*/ 951452 h 1038225"/>
                <a:gd name="connsiteX3381" fmla="*/ 347948 w 466725"/>
                <a:gd name="connsiteY3381" fmla="*/ 951547 h 1038225"/>
                <a:gd name="connsiteX3382" fmla="*/ 348425 w 466725"/>
                <a:gd name="connsiteY3382" fmla="*/ 952405 h 1038225"/>
                <a:gd name="connsiteX3383" fmla="*/ 348520 w 466725"/>
                <a:gd name="connsiteY3383" fmla="*/ 954500 h 1038225"/>
                <a:gd name="connsiteX3384" fmla="*/ 348996 w 466725"/>
                <a:gd name="connsiteY3384" fmla="*/ 955262 h 1038225"/>
                <a:gd name="connsiteX3385" fmla="*/ 346900 w 466725"/>
                <a:gd name="connsiteY3385" fmla="*/ 955453 h 1038225"/>
                <a:gd name="connsiteX3386" fmla="*/ 345853 w 466725"/>
                <a:gd name="connsiteY3386" fmla="*/ 955834 h 1038225"/>
                <a:gd name="connsiteX3387" fmla="*/ 345376 w 466725"/>
                <a:gd name="connsiteY3387" fmla="*/ 956881 h 1038225"/>
                <a:gd name="connsiteX3388" fmla="*/ 344900 w 466725"/>
                <a:gd name="connsiteY3388" fmla="*/ 958787 h 1038225"/>
                <a:gd name="connsiteX3389" fmla="*/ 345186 w 466725"/>
                <a:gd name="connsiteY3389" fmla="*/ 959263 h 1038225"/>
                <a:gd name="connsiteX3390" fmla="*/ 346424 w 466725"/>
                <a:gd name="connsiteY3390" fmla="*/ 958977 h 1038225"/>
                <a:gd name="connsiteX3391" fmla="*/ 346139 w 466725"/>
                <a:gd name="connsiteY3391" fmla="*/ 959930 h 1038225"/>
                <a:gd name="connsiteX3392" fmla="*/ 346139 w 466725"/>
                <a:gd name="connsiteY3392" fmla="*/ 960882 h 1038225"/>
                <a:gd name="connsiteX3393" fmla="*/ 346424 w 466725"/>
                <a:gd name="connsiteY3393" fmla="*/ 961739 h 1038225"/>
                <a:gd name="connsiteX3394" fmla="*/ 347472 w 466725"/>
                <a:gd name="connsiteY3394" fmla="*/ 964311 h 1038225"/>
                <a:gd name="connsiteX3395" fmla="*/ 348139 w 466725"/>
                <a:gd name="connsiteY3395" fmla="*/ 965168 h 1038225"/>
                <a:gd name="connsiteX3396" fmla="*/ 348043 w 466725"/>
                <a:gd name="connsiteY3396" fmla="*/ 965454 h 1038225"/>
                <a:gd name="connsiteX3397" fmla="*/ 347758 w 466725"/>
                <a:gd name="connsiteY3397" fmla="*/ 965835 h 1038225"/>
                <a:gd name="connsiteX3398" fmla="*/ 347472 w 466725"/>
                <a:gd name="connsiteY3398" fmla="*/ 966978 h 1038225"/>
                <a:gd name="connsiteX3399" fmla="*/ 346805 w 466725"/>
                <a:gd name="connsiteY3399" fmla="*/ 968502 h 1038225"/>
                <a:gd name="connsiteX3400" fmla="*/ 346805 w 466725"/>
                <a:gd name="connsiteY3400" fmla="*/ 970121 h 1038225"/>
                <a:gd name="connsiteX3401" fmla="*/ 346329 w 466725"/>
                <a:gd name="connsiteY3401" fmla="*/ 971169 h 1038225"/>
                <a:gd name="connsiteX3402" fmla="*/ 345186 w 466725"/>
                <a:gd name="connsiteY3402" fmla="*/ 971836 h 1038225"/>
                <a:gd name="connsiteX3403" fmla="*/ 342805 w 466725"/>
                <a:gd name="connsiteY3403" fmla="*/ 972503 h 1038225"/>
                <a:gd name="connsiteX3404" fmla="*/ 343757 w 466725"/>
                <a:gd name="connsiteY3404" fmla="*/ 974217 h 1038225"/>
                <a:gd name="connsiteX3405" fmla="*/ 344424 w 466725"/>
                <a:gd name="connsiteY3405" fmla="*/ 974598 h 1038225"/>
                <a:gd name="connsiteX3406" fmla="*/ 345376 w 466725"/>
                <a:gd name="connsiteY3406" fmla="*/ 974312 h 1038225"/>
                <a:gd name="connsiteX3407" fmla="*/ 345567 w 466725"/>
                <a:gd name="connsiteY3407" fmla="*/ 975455 h 1038225"/>
                <a:gd name="connsiteX3408" fmla="*/ 345948 w 466725"/>
                <a:gd name="connsiteY3408" fmla="*/ 976408 h 1038225"/>
                <a:gd name="connsiteX3409" fmla="*/ 346139 w 466725"/>
                <a:gd name="connsiteY3409" fmla="*/ 977170 h 1038225"/>
                <a:gd name="connsiteX3410" fmla="*/ 345853 w 466725"/>
                <a:gd name="connsiteY3410" fmla="*/ 977837 h 1038225"/>
                <a:gd name="connsiteX3411" fmla="*/ 345472 w 466725"/>
                <a:gd name="connsiteY3411" fmla="*/ 978122 h 1038225"/>
                <a:gd name="connsiteX3412" fmla="*/ 345091 w 466725"/>
                <a:gd name="connsiteY3412" fmla="*/ 978218 h 1038225"/>
                <a:gd name="connsiteX3413" fmla="*/ 344805 w 466725"/>
                <a:gd name="connsiteY3413" fmla="*/ 978503 h 1038225"/>
                <a:gd name="connsiteX3414" fmla="*/ 344710 w 466725"/>
                <a:gd name="connsiteY3414" fmla="*/ 979170 h 1038225"/>
                <a:gd name="connsiteX3415" fmla="*/ 344900 w 466725"/>
                <a:gd name="connsiteY3415" fmla="*/ 979456 h 1038225"/>
                <a:gd name="connsiteX3416" fmla="*/ 345853 w 466725"/>
                <a:gd name="connsiteY3416" fmla="*/ 980122 h 1038225"/>
                <a:gd name="connsiteX3417" fmla="*/ 346234 w 466725"/>
                <a:gd name="connsiteY3417" fmla="*/ 980599 h 1038225"/>
                <a:gd name="connsiteX3418" fmla="*/ 345853 w 466725"/>
                <a:gd name="connsiteY3418" fmla="*/ 980980 h 1038225"/>
                <a:gd name="connsiteX3419" fmla="*/ 346139 w 466725"/>
                <a:gd name="connsiteY3419" fmla="*/ 981742 h 1038225"/>
                <a:gd name="connsiteX3420" fmla="*/ 346139 w 466725"/>
                <a:gd name="connsiteY3420" fmla="*/ 982694 h 1038225"/>
                <a:gd name="connsiteX3421" fmla="*/ 345948 w 466725"/>
                <a:gd name="connsiteY3421" fmla="*/ 983647 h 1038225"/>
                <a:gd name="connsiteX3422" fmla="*/ 345662 w 466725"/>
                <a:gd name="connsiteY3422" fmla="*/ 984218 h 1038225"/>
                <a:gd name="connsiteX3423" fmla="*/ 345472 w 466725"/>
                <a:gd name="connsiteY3423" fmla="*/ 984028 h 1038225"/>
                <a:gd name="connsiteX3424" fmla="*/ 344710 w 466725"/>
                <a:gd name="connsiteY3424" fmla="*/ 984218 h 1038225"/>
                <a:gd name="connsiteX3425" fmla="*/ 343948 w 466725"/>
                <a:gd name="connsiteY3425" fmla="*/ 984504 h 1038225"/>
                <a:gd name="connsiteX3426" fmla="*/ 343852 w 466725"/>
                <a:gd name="connsiteY3426" fmla="*/ 984695 h 1038225"/>
                <a:gd name="connsiteX3427" fmla="*/ 343376 w 466725"/>
                <a:gd name="connsiteY3427" fmla="*/ 984504 h 1038225"/>
                <a:gd name="connsiteX3428" fmla="*/ 342805 w 466725"/>
                <a:gd name="connsiteY3428" fmla="*/ 984028 h 1038225"/>
                <a:gd name="connsiteX3429" fmla="*/ 342519 w 466725"/>
                <a:gd name="connsiteY3429" fmla="*/ 983933 h 1038225"/>
                <a:gd name="connsiteX3430" fmla="*/ 341757 w 466725"/>
                <a:gd name="connsiteY3430" fmla="*/ 984218 h 1038225"/>
                <a:gd name="connsiteX3431" fmla="*/ 341281 w 466725"/>
                <a:gd name="connsiteY3431" fmla="*/ 984885 h 1038225"/>
                <a:gd name="connsiteX3432" fmla="*/ 340709 w 466725"/>
                <a:gd name="connsiteY3432" fmla="*/ 985552 h 1038225"/>
                <a:gd name="connsiteX3433" fmla="*/ 338995 w 466725"/>
                <a:gd name="connsiteY3433" fmla="*/ 986028 h 1038225"/>
                <a:gd name="connsiteX3434" fmla="*/ 338900 w 466725"/>
                <a:gd name="connsiteY3434" fmla="*/ 986409 h 1038225"/>
                <a:gd name="connsiteX3435" fmla="*/ 339090 w 466725"/>
                <a:gd name="connsiteY3435" fmla="*/ 986790 h 1038225"/>
                <a:gd name="connsiteX3436" fmla="*/ 339376 w 466725"/>
                <a:gd name="connsiteY3436" fmla="*/ 987171 h 1038225"/>
                <a:gd name="connsiteX3437" fmla="*/ 339852 w 466725"/>
                <a:gd name="connsiteY3437" fmla="*/ 987362 h 1038225"/>
                <a:gd name="connsiteX3438" fmla="*/ 341185 w 466725"/>
                <a:gd name="connsiteY3438" fmla="*/ 987457 h 1038225"/>
                <a:gd name="connsiteX3439" fmla="*/ 341757 w 466725"/>
                <a:gd name="connsiteY3439" fmla="*/ 987647 h 1038225"/>
                <a:gd name="connsiteX3440" fmla="*/ 341376 w 466725"/>
                <a:gd name="connsiteY3440" fmla="*/ 988028 h 1038225"/>
                <a:gd name="connsiteX3441" fmla="*/ 340995 w 466725"/>
                <a:gd name="connsiteY3441" fmla="*/ 988314 h 1038225"/>
                <a:gd name="connsiteX3442" fmla="*/ 340519 w 466725"/>
                <a:gd name="connsiteY3442" fmla="*/ 988409 h 1038225"/>
                <a:gd name="connsiteX3443" fmla="*/ 339947 w 466725"/>
                <a:gd name="connsiteY3443" fmla="*/ 988409 h 1038225"/>
                <a:gd name="connsiteX3444" fmla="*/ 340233 w 466725"/>
                <a:gd name="connsiteY3444" fmla="*/ 989362 h 1038225"/>
                <a:gd name="connsiteX3445" fmla="*/ 340042 w 466725"/>
                <a:gd name="connsiteY3445" fmla="*/ 990124 h 1038225"/>
                <a:gd name="connsiteX3446" fmla="*/ 339185 w 466725"/>
                <a:gd name="connsiteY3446" fmla="*/ 991362 h 1038225"/>
                <a:gd name="connsiteX3447" fmla="*/ 338900 w 466725"/>
                <a:gd name="connsiteY3447" fmla="*/ 991934 h 1038225"/>
                <a:gd name="connsiteX3448" fmla="*/ 338518 w 466725"/>
                <a:gd name="connsiteY3448" fmla="*/ 993362 h 1038225"/>
                <a:gd name="connsiteX3449" fmla="*/ 338138 w 466725"/>
                <a:gd name="connsiteY3449" fmla="*/ 994220 h 1038225"/>
                <a:gd name="connsiteX3450" fmla="*/ 337661 w 466725"/>
                <a:gd name="connsiteY3450" fmla="*/ 993648 h 1038225"/>
                <a:gd name="connsiteX3451" fmla="*/ 337090 w 466725"/>
                <a:gd name="connsiteY3451" fmla="*/ 993267 h 1038225"/>
                <a:gd name="connsiteX3452" fmla="*/ 336518 w 466725"/>
                <a:gd name="connsiteY3452" fmla="*/ 993172 h 1038225"/>
                <a:gd name="connsiteX3453" fmla="*/ 335947 w 466725"/>
                <a:gd name="connsiteY3453" fmla="*/ 993458 h 1038225"/>
                <a:gd name="connsiteX3454" fmla="*/ 336518 w 466725"/>
                <a:gd name="connsiteY3454" fmla="*/ 993934 h 1038225"/>
                <a:gd name="connsiteX3455" fmla="*/ 336899 w 466725"/>
                <a:gd name="connsiteY3455" fmla="*/ 994696 h 1038225"/>
                <a:gd name="connsiteX3456" fmla="*/ 336899 w 466725"/>
                <a:gd name="connsiteY3456" fmla="*/ 995458 h 1038225"/>
                <a:gd name="connsiteX3457" fmla="*/ 336328 w 466725"/>
                <a:gd name="connsiteY3457" fmla="*/ 996029 h 1038225"/>
                <a:gd name="connsiteX3458" fmla="*/ 335375 w 466725"/>
                <a:gd name="connsiteY3458" fmla="*/ 994410 h 1038225"/>
                <a:gd name="connsiteX3459" fmla="*/ 334709 w 466725"/>
                <a:gd name="connsiteY3459" fmla="*/ 993934 h 1038225"/>
                <a:gd name="connsiteX3460" fmla="*/ 333566 w 466725"/>
                <a:gd name="connsiteY3460" fmla="*/ 993743 h 1038225"/>
                <a:gd name="connsiteX3461" fmla="*/ 332899 w 466725"/>
                <a:gd name="connsiteY3461" fmla="*/ 994029 h 1038225"/>
                <a:gd name="connsiteX3462" fmla="*/ 332708 w 466725"/>
                <a:gd name="connsiteY3462" fmla="*/ 994791 h 1038225"/>
                <a:gd name="connsiteX3463" fmla="*/ 332708 w 466725"/>
                <a:gd name="connsiteY3463" fmla="*/ 997077 h 1038225"/>
                <a:gd name="connsiteX3464" fmla="*/ 332899 w 466725"/>
                <a:gd name="connsiteY3464" fmla="*/ 999363 h 1038225"/>
                <a:gd name="connsiteX3465" fmla="*/ 334613 w 466725"/>
                <a:gd name="connsiteY3465" fmla="*/ 1003268 h 1038225"/>
                <a:gd name="connsiteX3466" fmla="*/ 334899 w 466725"/>
                <a:gd name="connsiteY3466" fmla="*/ 1005459 h 1038225"/>
                <a:gd name="connsiteX3467" fmla="*/ 334518 w 466725"/>
                <a:gd name="connsiteY3467" fmla="*/ 1007745 h 1038225"/>
                <a:gd name="connsiteX3468" fmla="*/ 334518 w 466725"/>
                <a:gd name="connsiteY3468" fmla="*/ 1008793 h 1038225"/>
                <a:gd name="connsiteX3469" fmla="*/ 335471 w 466725"/>
                <a:gd name="connsiteY3469" fmla="*/ 1010317 h 1038225"/>
                <a:gd name="connsiteX3470" fmla="*/ 336328 w 466725"/>
                <a:gd name="connsiteY3470" fmla="*/ 1013460 h 1038225"/>
                <a:gd name="connsiteX3471" fmla="*/ 336328 w 466725"/>
                <a:gd name="connsiteY3471" fmla="*/ 1014603 h 1038225"/>
                <a:gd name="connsiteX3472" fmla="*/ 335756 w 466725"/>
                <a:gd name="connsiteY3472" fmla="*/ 1016508 h 1038225"/>
                <a:gd name="connsiteX3473" fmla="*/ 335471 w 466725"/>
                <a:gd name="connsiteY3473" fmla="*/ 1018985 h 1038225"/>
                <a:gd name="connsiteX3474" fmla="*/ 335185 w 466725"/>
                <a:gd name="connsiteY3474" fmla="*/ 1019842 h 1038225"/>
                <a:gd name="connsiteX3475" fmla="*/ 334327 w 466725"/>
                <a:gd name="connsiteY3475" fmla="*/ 1022033 h 1038225"/>
                <a:gd name="connsiteX3476" fmla="*/ 334232 w 466725"/>
                <a:gd name="connsiteY3476" fmla="*/ 1022413 h 1038225"/>
                <a:gd name="connsiteX3477" fmla="*/ 334232 w 466725"/>
                <a:gd name="connsiteY3477" fmla="*/ 1022795 h 1038225"/>
                <a:gd name="connsiteX3478" fmla="*/ 334423 w 466725"/>
                <a:gd name="connsiteY3478" fmla="*/ 1023366 h 1038225"/>
                <a:gd name="connsiteX3479" fmla="*/ 335471 w 466725"/>
                <a:gd name="connsiteY3479" fmla="*/ 1025080 h 1038225"/>
                <a:gd name="connsiteX3480" fmla="*/ 335471 w 466725"/>
                <a:gd name="connsiteY3480" fmla="*/ 1027462 h 1038225"/>
                <a:gd name="connsiteX3481" fmla="*/ 335756 w 466725"/>
                <a:gd name="connsiteY3481" fmla="*/ 1029176 h 1038225"/>
                <a:gd name="connsiteX3482" fmla="*/ 335756 w 466725"/>
                <a:gd name="connsiteY3482" fmla="*/ 1029653 h 1038225"/>
                <a:gd name="connsiteX3483" fmla="*/ 335661 w 466725"/>
                <a:gd name="connsiteY3483" fmla="*/ 1030796 h 1038225"/>
                <a:gd name="connsiteX3484" fmla="*/ 335661 w 466725"/>
                <a:gd name="connsiteY3484" fmla="*/ 1031272 h 1038225"/>
                <a:gd name="connsiteX3485" fmla="*/ 335851 w 466725"/>
                <a:gd name="connsiteY3485" fmla="*/ 1031653 h 1038225"/>
                <a:gd name="connsiteX3486" fmla="*/ 336328 w 466725"/>
                <a:gd name="connsiteY3486" fmla="*/ 1032415 h 1038225"/>
                <a:gd name="connsiteX3487" fmla="*/ 336423 w 466725"/>
                <a:gd name="connsiteY3487" fmla="*/ 1032891 h 1038225"/>
                <a:gd name="connsiteX3488" fmla="*/ 336804 w 466725"/>
                <a:gd name="connsiteY3488" fmla="*/ 1033463 h 1038225"/>
                <a:gd name="connsiteX3489" fmla="*/ 337757 w 466725"/>
                <a:gd name="connsiteY3489" fmla="*/ 1032701 h 1038225"/>
                <a:gd name="connsiteX3490" fmla="*/ 339281 w 466725"/>
                <a:gd name="connsiteY3490" fmla="*/ 1030605 h 1038225"/>
                <a:gd name="connsiteX3491" fmla="*/ 342138 w 466725"/>
                <a:gd name="connsiteY3491" fmla="*/ 1024604 h 1038225"/>
                <a:gd name="connsiteX3492" fmla="*/ 343281 w 466725"/>
                <a:gd name="connsiteY3492" fmla="*/ 1022985 h 1038225"/>
                <a:gd name="connsiteX3493" fmla="*/ 344424 w 466725"/>
                <a:gd name="connsiteY3493" fmla="*/ 1021747 h 1038225"/>
                <a:gd name="connsiteX3494" fmla="*/ 344900 w 466725"/>
                <a:gd name="connsiteY3494" fmla="*/ 1020889 h 1038225"/>
                <a:gd name="connsiteX3495" fmla="*/ 345281 w 466725"/>
                <a:gd name="connsiteY3495" fmla="*/ 1018794 h 1038225"/>
                <a:gd name="connsiteX3496" fmla="*/ 346139 w 466725"/>
                <a:gd name="connsiteY3496" fmla="*/ 1016127 h 1038225"/>
                <a:gd name="connsiteX3497" fmla="*/ 346805 w 466725"/>
                <a:gd name="connsiteY3497" fmla="*/ 1014794 h 1038225"/>
                <a:gd name="connsiteX3498" fmla="*/ 346996 w 466725"/>
                <a:gd name="connsiteY3498" fmla="*/ 1014508 h 1038225"/>
                <a:gd name="connsiteX3499" fmla="*/ 347282 w 466725"/>
                <a:gd name="connsiteY3499" fmla="*/ 1014317 h 1038225"/>
                <a:gd name="connsiteX3500" fmla="*/ 347663 w 466725"/>
                <a:gd name="connsiteY3500" fmla="*/ 1014127 h 1038225"/>
                <a:gd name="connsiteX3501" fmla="*/ 348615 w 466725"/>
                <a:gd name="connsiteY3501" fmla="*/ 1010888 h 1038225"/>
                <a:gd name="connsiteX3502" fmla="*/ 349187 w 466725"/>
                <a:gd name="connsiteY3502" fmla="*/ 1008126 h 1038225"/>
                <a:gd name="connsiteX3503" fmla="*/ 349949 w 466725"/>
                <a:gd name="connsiteY3503" fmla="*/ 1006126 h 1038225"/>
                <a:gd name="connsiteX3504" fmla="*/ 349949 w 466725"/>
                <a:gd name="connsiteY3504" fmla="*/ 1005078 h 1038225"/>
                <a:gd name="connsiteX3505" fmla="*/ 349187 w 466725"/>
                <a:gd name="connsiteY3505" fmla="*/ 1001744 h 1038225"/>
                <a:gd name="connsiteX3506" fmla="*/ 348806 w 466725"/>
                <a:gd name="connsiteY3506" fmla="*/ 1001173 h 1038225"/>
                <a:gd name="connsiteX3507" fmla="*/ 347758 w 466725"/>
                <a:gd name="connsiteY3507" fmla="*/ 1000316 h 1038225"/>
                <a:gd name="connsiteX3508" fmla="*/ 347567 w 466725"/>
                <a:gd name="connsiteY3508" fmla="*/ 999649 h 1038225"/>
                <a:gd name="connsiteX3509" fmla="*/ 348043 w 466725"/>
                <a:gd name="connsiteY3509" fmla="*/ 997363 h 1038225"/>
                <a:gd name="connsiteX3510" fmla="*/ 348520 w 466725"/>
                <a:gd name="connsiteY3510" fmla="*/ 996125 h 1038225"/>
                <a:gd name="connsiteX3511" fmla="*/ 350806 w 466725"/>
                <a:gd name="connsiteY3511" fmla="*/ 993077 h 1038225"/>
                <a:gd name="connsiteX3512" fmla="*/ 351854 w 466725"/>
                <a:gd name="connsiteY3512" fmla="*/ 992219 h 1038225"/>
                <a:gd name="connsiteX3513" fmla="*/ 352330 w 466725"/>
                <a:gd name="connsiteY3513" fmla="*/ 992029 h 1038225"/>
                <a:gd name="connsiteX3514" fmla="*/ 353473 w 466725"/>
                <a:gd name="connsiteY3514" fmla="*/ 991934 h 1038225"/>
                <a:gd name="connsiteX3515" fmla="*/ 353854 w 466725"/>
                <a:gd name="connsiteY3515" fmla="*/ 991838 h 1038225"/>
                <a:gd name="connsiteX3516" fmla="*/ 354235 w 466725"/>
                <a:gd name="connsiteY3516" fmla="*/ 991362 h 1038225"/>
                <a:gd name="connsiteX3517" fmla="*/ 354425 w 466725"/>
                <a:gd name="connsiteY3517" fmla="*/ 990886 h 1038225"/>
                <a:gd name="connsiteX3518" fmla="*/ 354616 w 466725"/>
                <a:gd name="connsiteY3518" fmla="*/ 990314 h 1038225"/>
                <a:gd name="connsiteX3519" fmla="*/ 355092 w 466725"/>
                <a:gd name="connsiteY3519" fmla="*/ 989838 h 1038225"/>
                <a:gd name="connsiteX3520" fmla="*/ 355759 w 466725"/>
                <a:gd name="connsiteY3520" fmla="*/ 989552 h 1038225"/>
                <a:gd name="connsiteX3521" fmla="*/ 356235 w 466725"/>
                <a:gd name="connsiteY3521" fmla="*/ 989647 h 1038225"/>
                <a:gd name="connsiteX3522" fmla="*/ 356711 w 466725"/>
                <a:gd name="connsiteY3522" fmla="*/ 989838 h 1038225"/>
                <a:gd name="connsiteX3523" fmla="*/ 357283 w 466725"/>
                <a:gd name="connsiteY3523" fmla="*/ 989838 h 1038225"/>
                <a:gd name="connsiteX3524" fmla="*/ 359188 w 466725"/>
                <a:gd name="connsiteY3524" fmla="*/ 988981 h 1038225"/>
                <a:gd name="connsiteX3525" fmla="*/ 359474 w 466725"/>
                <a:gd name="connsiteY3525" fmla="*/ 988886 h 1038225"/>
                <a:gd name="connsiteX3526" fmla="*/ 359855 w 466725"/>
                <a:gd name="connsiteY3526" fmla="*/ 988409 h 1038225"/>
                <a:gd name="connsiteX3527" fmla="*/ 360045 w 466725"/>
                <a:gd name="connsiteY3527" fmla="*/ 988028 h 1038225"/>
                <a:gd name="connsiteX3528" fmla="*/ 360235 w 466725"/>
                <a:gd name="connsiteY3528" fmla="*/ 986980 h 1038225"/>
                <a:gd name="connsiteX3529" fmla="*/ 360235 w 466725"/>
                <a:gd name="connsiteY3529" fmla="*/ 986219 h 1038225"/>
                <a:gd name="connsiteX3530" fmla="*/ 359855 w 466725"/>
                <a:gd name="connsiteY3530" fmla="*/ 985171 h 1038225"/>
                <a:gd name="connsiteX3531" fmla="*/ 359759 w 466725"/>
                <a:gd name="connsiteY3531" fmla="*/ 984504 h 1038225"/>
                <a:gd name="connsiteX3532" fmla="*/ 359759 w 466725"/>
                <a:gd name="connsiteY3532" fmla="*/ 983933 h 1038225"/>
                <a:gd name="connsiteX3533" fmla="*/ 359855 w 466725"/>
                <a:gd name="connsiteY3533" fmla="*/ 983361 h 1038225"/>
                <a:gd name="connsiteX3534" fmla="*/ 360045 w 466725"/>
                <a:gd name="connsiteY3534" fmla="*/ 982789 h 1038225"/>
                <a:gd name="connsiteX3535" fmla="*/ 360331 w 466725"/>
                <a:gd name="connsiteY3535" fmla="*/ 982313 h 1038225"/>
                <a:gd name="connsiteX3536" fmla="*/ 360807 w 466725"/>
                <a:gd name="connsiteY3536" fmla="*/ 981837 h 1038225"/>
                <a:gd name="connsiteX3537" fmla="*/ 360998 w 466725"/>
                <a:gd name="connsiteY3537" fmla="*/ 981742 h 1038225"/>
                <a:gd name="connsiteX3538" fmla="*/ 361283 w 466725"/>
                <a:gd name="connsiteY3538" fmla="*/ 981837 h 1038225"/>
                <a:gd name="connsiteX3539" fmla="*/ 361950 w 466725"/>
                <a:gd name="connsiteY3539" fmla="*/ 981932 h 1038225"/>
                <a:gd name="connsiteX3540" fmla="*/ 362522 w 466725"/>
                <a:gd name="connsiteY3540" fmla="*/ 982123 h 1038225"/>
                <a:gd name="connsiteX3541" fmla="*/ 363093 w 466725"/>
                <a:gd name="connsiteY3541" fmla="*/ 982409 h 1038225"/>
                <a:gd name="connsiteX3542" fmla="*/ 363569 w 466725"/>
                <a:gd name="connsiteY3542" fmla="*/ 982409 h 1038225"/>
                <a:gd name="connsiteX3543" fmla="*/ 364046 w 466725"/>
                <a:gd name="connsiteY3543" fmla="*/ 981742 h 1038225"/>
                <a:gd name="connsiteX3544" fmla="*/ 364522 w 466725"/>
                <a:gd name="connsiteY3544" fmla="*/ 980122 h 1038225"/>
                <a:gd name="connsiteX3545" fmla="*/ 364712 w 466725"/>
                <a:gd name="connsiteY3545" fmla="*/ 979646 h 1038225"/>
                <a:gd name="connsiteX3546" fmla="*/ 365570 w 466725"/>
                <a:gd name="connsiteY3546" fmla="*/ 978789 h 1038225"/>
                <a:gd name="connsiteX3547" fmla="*/ 367665 w 466725"/>
                <a:gd name="connsiteY3547" fmla="*/ 977741 h 1038225"/>
                <a:gd name="connsiteX3548" fmla="*/ 368046 w 466725"/>
                <a:gd name="connsiteY3548" fmla="*/ 977455 h 1038225"/>
                <a:gd name="connsiteX3549" fmla="*/ 368617 w 466725"/>
                <a:gd name="connsiteY3549" fmla="*/ 976979 h 1038225"/>
                <a:gd name="connsiteX3550" fmla="*/ 368999 w 466725"/>
                <a:gd name="connsiteY3550" fmla="*/ 976503 h 1038225"/>
                <a:gd name="connsiteX3551" fmla="*/ 369475 w 466725"/>
                <a:gd name="connsiteY3551" fmla="*/ 975360 h 1038225"/>
                <a:gd name="connsiteX3552" fmla="*/ 369856 w 466725"/>
                <a:gd name="connsiteY3552" fmla="*/ 974884 h 1038225"/>
                <a:gd name="connsiteX3553" fmla="*/ 370332 w 466725"/>
                <a:gd name="connsiteY3553" fmla="*/ 974598 h 1038225"/>
                <a:gd name="connsiteX3554" fmla="*/ 371475 w 466725"/>
                <a:gd name="connsiteY3554" fmla="*/ 974217 h 1038225"/>
                <a:gd name="connsiteX3555" fmla="*/ 371856 w 466725"/>
                <a:gd name="connsiteY3555" fmla="*/ 973741 h 1038225"/>
                <a:gd name="connsiteX3556" fmla="*/ 373475 w 466725"/>
                <a:gd name="connsiteY3556" fmla="*/ 968978 h 1038225"/>
                <a:gd name="connsiteX3557" fmla="*/ 374142 w 466725"/>
                <a:gd name="connsiteY3557" fmla="*/ 967740 h 1038225"/>
                <a:gd name="connsiteX3558" fmla="*/ 375857 w 466725"/>
                <a:gd name="connsiteY3558" fmla="*/ 965740 h 1038225"/>
                <a:gd name="connsiteX3559" fmla="*/ 376523 w 466725"/>
                <a:gd name="connsiteY3559" fmla="*/ 964502 h 1038225"/>
                <a:gd name="connsiteX3560" fmla="*/ 377285 w 466725"/>
                <a:gd name="connsiteY3560" fmla="*/ 962311 h 1038225"/>
                <a:gd name="connsiteX3561" fmla="*/ 377857 w 466725"/>
                <a:gd name="connsiteY3561" fmla="*/ 961454 h 1038225"/>
                <a:gd name="connsiteX3562" fmla="*/ 379857 w 466725"/>
                <a:gd name="connsiteY3562" fmla="*/ 959263 h 1038225"/>
                <a:gd name="connsiteX3563" fmla="*/ 380143 w 466725"/>
                <a:gd name="connsiteY3563" fmla="*/ 958405 h 1038225"/>
                <a:gd name="connsiteX3564" fmla="*/ 380238 w 466725"/>
                <a:gd name="connsiteY3564" fmla="*/ 957453 h 1038225"/>
                <a:gd name="connsiteX3565" fmla="*/ 380524 w 466725"/>
                <a:gd name="connsiteY3565" fmla="*/ 956120 h 1038225"/>
                <a:gd name="connsiteX3566" fmla="*/ 381000 w 466725"/>
                <a:gd name="connsiteY3566" fmla="*/ 955262 h 1038225"/>
                <a:gd name="connsiteX3567" fmla="*/ 382524 w 466725"/>
                <a:gd name="connsiteY3567" fmla="*/ 953738 h 1038225"/>
                <a:gd name="connsiteX3568" fmla="*/ 383191 w 466725"/>
                <a:gd name="connsiteY3568" fmla="*/ 952881 h 1038225"/>
                <a:gd name="connsiteX3569" fmla="*/ 383667 w 466725"/>
                <a:gd name="connsiteY3569" fmla="*/ 951833 h 1038225"/>
                <a:gd name="connsiteX3570" fmla="*/ 383858 w 466725"/>
                <a:gd name="connsiteY3570" fmla="*/ 950976 h 1038225"/>
                <a:gd name="connsiteX3571" fmla="*/ 383762 w 466725"/>
                <a:gd name="connsiteY3571" fmla="*/ 948785 h 1038225"/>
                <a:gd name="connsiteX3572" fmla="*/ 383858 w 466725"/>
                <a:gd name="connsiteY3572" fmla="*/ 947547 h 1038225"/>
                <a:gd name="connsiteX3573" fmla="*/ 384334 w 466725"/>
                <a:gd name="connsiteY3573" fmla="*/ 946690 h 1038225"/>
                <a:gd name="connsiteX3574" fmla="*/ 385191 w 466725"/>
                <a:gd name="connsiteY3574" fmla="*/ 946118 h 1038225"/>
                <a:gd name="connsiteX3575" fmla="*/ 386429 w 466725"/>
                <a:gd name="connsiteY3575" fmla="*/ 945833 h 1038225"/>
                <a:gd name="connsiteX3576" fmla="*/ 388620 w 466725"/>
                <a:gd name="connsiteY3576" fmla="*/ 945737 h 1038225"/>
                <a:gd name="connsiteX3577" fmla="*/ 389287 w 466725"/>
                <a:gd name="connsiteY3577" fmla="*/ 945261 h 1038225"/>
                <a:gd name="connsiteX3578" fmla="*/ 392716 w 466725"/>
                <a:gd name="connsiteY3578" fmla="*/ 940689 h 1038225"/>
                <a:gd name="connsiteX3579" fmla="*/ 393192 w 466725"/>
                <a:gd name="connsiteY3579" fmla="*/ 939451 h 1038225"/>
                <a:gd name="connsiteX3580" fmla="*/ 393954 w 466725"/>
                <a:gd name="connsiteY3580" fmla="*/ 935927 h 1038225"/>
                <a:gd name="connsiteX3581" fmla="*/ 393859 w 466725"/>
                <a:gd name="connsiteY3581" fmla="*/ 935450 h 1038225"/>
                <a:gd name="connsiteX3582" fmla="*/ 393001 w 466725"/>
                <a:gd name="connsiteY3582" fmla="*/ 935164 h 1038225"/>
                <a:gd name="connsiteX3583" fmla="*/ 391954 w 466725"/>
                <a:gd name="connsiteY3583" fmla="*/ 934498 h 1038225"/>
                <a:gd name="connsiteX3584" fmla="*/ 391001 w 466725"/>
                <a:gd name="connsiteY3584" fmla="*/ 933641 h 1038225"/>
                <a:gd name="connsiteX3585" fmla="*/ 390334 w 466725"/>
                <a:gd name="connsiteY3585" fmla="*/ 932783 h 1038225"/>
                <a:gd name="connsiteX3586" fmla="*/ 389954 w 466725"/>
                <a:gd name="connsiteY3586" fmla="*/ 931545 h 1038225"/>
                <a:gd name="connsiteX3587" fmla="*/ 390144 w 466725"/>
                <a:gd name="connsiteY3587" fmla="*/ 930402 h 1038225"/>
                <a:gd name="connsiteX3588" fmla="*/ 391001 w 466725"/>
                <a:gd name="connsiteY3588" fmla="*/ 928211 h 1038225"/>
                <a:gd name="connsiteX3589" fmla="*/ 391097 w 466725"/>
                <a:gd name="connsiteY3589" fmla="*/ 927163 h 1038225"/>
                <a:gd name="connsiteX3590" fmla="*/ 390716 w 466725"/>
                <a:gd name="connsiteY3590" fmla="*/ 926211 h 1038225"/>
                <a:gd name="connsiteX3591" fmla="*/ 389954 w 466725"/>
                <a:gd name="connsiteY3591" fmla="*/ 925544 h 1038225"/>
                <a:gd name="connsiteX3592" fmla="*/ 389001 w 466725"/>
                <a:gd name="connsiteY3592" fmla="*/ 925259 h 1038225"/>
                <a:gd name="connsiteX3593" fmla="*/ 388144 w 466725"/>
                <a:gd name="connsiteY3593" fmla="*/ 924497 h 1038225"/>
                <a:gd name="connsiteX3594" fmla="*/ 388334 w 466725"/>
                <a:gd name="connsiteY3594" fmla="*/ 922972 h 1038225"/>
                <a:gd name="connsiteX3595" fmla="*/ 389192 w 466725"/>
                <a:gd name="connsiteY3595" fmla="*/ 920401 h 1038225"/>
                <a:gd name="connsiteX3596" fmla="*/ 389287 w 466725"/>
                <a:gd name="connsiteY3596" fmla="*/ 919829 h 1038225"/>
                <a:gd name="connsiteX3597" fmla="*/ 389477 w 466725"/>
                <a:gd name="connsiteY3597" fmla="*/ 919258 h 1038225"/>
                <a:gd name="connsiteX3598" fmla="*/ 389573 w 466725"/>
                <a:gd name="connsiteY3598" fmla="*/ 918781 h 1038225"/>
                <a:gd name="connsiteX3599" fmla="*/ 389382 w 466725"/>
                <a:gd name="connsiteY3599" fmla="*/ 918305 h 1038225"/>
                <a:gd name="connsiteX3600" fmla="*/ 388906 w 466725"/>
                <a:gd name="connsiteY3600" fmla="*/ 918115 h 1038225"/>
                <a:gd name="connsiteX3601" fmla="*/ 388334 w 466725"/>
                <a:gd name="connsiteY3601" fmla="*/ 918115 h 1038225"/>
                <a:gd name="connsiteX3602" fmla="*/ 385382 w 466725"/>
                <a:gd name="connsiteY3602" fmla="*/ 919067 h 1038225"/>
                <a:gd name="connsiteX3603" fmla="*/ 384620 w 466725"/>
                <a:gd name="connsiteY3603" fmla="*/ 918877 h 1038225"/>
                <a:gd name="connsiteX3604" fmla="*/ 384429 w 466725"/>
                <a:gd name="connsiteY3604" fmla="*/ 917924 h 1038225"/>
                <a:gd name="connsiteX3605" fmla="*/ 384715 w 466725"/>
                <a:gd name="connsiteY3605" fmla="*/ 917448 h 1038225"/>
                <a:gd name="connsiteX3606" fmla="*/ 385191 w 466725"/>
                <a:gd name="connsiteY3606" fmla="*/ 917067 h 1038225"/>
                <a:gd name="connsiteX3607" fmla="*/ 385667 w 466725"/>
                <a:gd name="connsiteY3607" fmla="*/ 916591 h 1038225"/>
                <a:gd name="connsiteX3608" fmla="*/ 385763 w 466725"/>
                <a:gd name="connsiteY3608" fmla="*/ 915829 h 1038225"/>
                <a:gd name="connsiteX3609" fmla="*/ 385572 w 466725"/>
                <a:gd name="connsiteY3609" fmla="*/ 915257 h 1038225"/>
                <a:gd name="connsiteX3610" fmla="*/ 385000 w 466725"/>
                <a:gd name="connsiteY3610" fmla="*/ 914210 h 1038225"/>
                <a:gd name="connsiteX3611" fmla="*/ 384810 w 466725"/>
                <a:gd name="connsiteY3611" fmla="*/ 913638 h 1038225"/>
                <a:gd name="connsiteX3612" fmla="*/ 384810 w 466725"/>
                <a:gd name="connsiteY3612" fmla="*/ 913067 h 1038225"/>
                <a:gd name="connsiteX3613" fmla="*/ 384905 w 466725"/>
                <a:gd name="connsiteY3613" fmla="*/ 912114 h 1038225"/>
                <a:gd name="connsiteX3614" fmla="*/ 384810 w 466725"/>
                <a:gd name="connsiteY3614" fmla="*/ 911543 h 1038225"/>
                <a:gd name="connsiteX3615" fmla="*/ 384429 w 466725"/>
                <a:gd name="connsiteY3615" fmla="*/ 910971 h 1038225"/>
                <a:gd name="connsiteX3616" fmla="*/ 383667 w 466725"/>
                <a:gd name="connsiteY3616" fmla="*/ 910019 h 1038225"/>
                <a:gd name="connsiteX3617" fmla="*/ 383381 w 466725"/>
                <a:gd name="connsiteY3617" fmla="*/ 909352 h 1038225"/>
                <a:gd name="connsiteX3618" fmla="*/ 383191 w 466725"/>
                <a:gd name="connsiteY3618" fmla="*/ 908304 h 1038225"/>
                <a:gd name="connsiteX3619" fmla="*/ 383096 w 466725"/>
                <a:gd name="connsiteY3619" fmla="*/ 905351 h 1038225"/>
                <a:gd name="connsiteX3620" fmla="*/ 382715 w 466725"/>
                <a:gd name="connsiteY3620" fmla="*/ 904208 h 1038225"/>
                <a:gd name="connsiteX3621" fmla="*/ 381476 w 466725"/>
                <a:gd name="connsiteY3621" fmla="*/ 902018 h 1038225"/>
                <a:gd name="connsiteX3622" fmla="*/ 381286 w 466725"/>
                <a:gd name="connsiteY3622" fmla="*/ 900875 h 1038225"/>
                <a:gd name="connsiteX3623" fmla="*/ 381381 w 466725"/>
                <a:gd name="connsiteY3623" fmla="*/ 900303 h 1038225"/>
                <a:gd name="connsiteX3624" fmla="*/ 381952 w 466725"/>
                <a:gd name="connsiteY3624" fmla="*/ 899160 h 1038225"/>
                <a:gd name="connsiteX3625" fmla="*/ 382143 w 466725"/>
                <a:gd name="connsiteY3625" fmla="*/ 898588 h 1038225"/>
                <a:gd name="connsiteX3626" fmla="*/ 382334 w 466725"/>
                <a:gd name="connsiteY3626" fmla="*/ 897446 h 1038225"/>
                <a:gd name="connsiteX3627" fmla="*/ 382334 w 466725"/>
                <a:gd name="connsiteY3627" fmla="*/ 896303 h 1038225"/>
                <a:gd name="connsiteX3628" fmla="*/ 382238 w 466725"/>
                <a:gd name="connsiteY3628" fmla="*/ 895445 h 1038225"/>
                <a:gd name="connsiteX3629" fmla="*/ 382143 w 466725"/>
                <a:gd name="connsiteY3629" fmla="*/ 894969 h 1038225"/>
                <a:gd name="connsiteX3630" fmla="*/ 381667 w 466725"/>
                <a:gd name="connsiteY3630" fmla="*/ 894207 h 1038225"/>
                <a:gd name="connsiteX3631" fmla="*/ 379095 w 466725"/>
                <a:gd name="connsiteY3631" fmla="*/ 892778 h 1038225"/>
                <a:gd name="connsiteX3632" fmla="*/ 378524 w 466725"/>
                <a:gd name="connsiteY3632" fmla="*/ 892302 h 1038225"/>
                <a:gd name="connsiteX3633" fmla="*/ 378047 w 466725"/>
                <a:gd name="connsiteY3633" fmla="*/ 891730 h 1038225"/>
                <a:gd name="connsiteX3634" fmla="*/ 377666 w 466725"/>
                <a:gd name="connsiteY3634" fmla="*/ 891159 h 1038225"/>
                <a:gd name="connsiteX3635" fmla="*/ 377285 w 466725"/>
                <a:gd name="connsiteY3635" fmla="*/ 890778 h 1038225"/>
                <a:gd name="connsiteX3636" fmla="*/ 376047 w 466725"/>
                <a:gd name="connsiteY3636" fmla="*/ 890397 h 1038225"/>
                <a:gd name="connsiteX3637" fmla="*/ 375571 w 466725"/>
                <a:gd name="connsiteY3637" fmla="*/ 890111 h 1038225"/>
                <a:gd name="connsiteX3638" fmla="*/ 375380 w 466725"/>
                <a:gd name="connsiteY3638" fmla="*/ 889730 h 1038225"/>
                <a:gd name="connsiteX3639" fmla="*/ 375285 w 466725"/>
                <a:gd name="connsiteY3639" fmla="*/ 888683 h 1038225"/>
                <a:gd name="connsiteX3640" fmla="*/ 375095 w 466725"/>
                <a:gd name="connsiteY3640" fmla="*/ 888206 h 1038225"/>
                <a:gd name="connsiteX3641" fmla="*/ 374523 w 466725"/>
                <a:gd name="connsiteY3641" fmla="*/ 887825 h 1038225"/>
                <a:gd name="connsiteX3642" fmla="*/ 373285 w 466725"/>
                <a:gd name="connsiteY3642" fmla="*/ 887635 h 1038225"/>
                <a:gd name="connsiteX3643" fmla="*/ 372809 w 466725"/>
                <a:gd name="connsiteY3643" fmla="*/ 887444 h 1038225"/>
                <a:gd name="connsiteX3644" fmla="*/ 372237 w 466725"/>
                <a:gd name="connsiteY3644" fmla="*/ 886492 h 1038225"/>
                <a:gd name="connsiteX3645" fmla="*/ 372237 w 466725"/>
                <a:gd name="connsiteY3645" fmla="*/ 885539 h 1038225"/>
                <a:gd name="connsiteX3646" fmla="*/ 372332 w 466725"/>
                <a:gd name="connsiteY3646" fmla="*/ 884492 h 1038225"/>
                <a:gd name="connsiteX3647" fmla="*/ 372142 w 466725"/>
                <a:gd name="connsiteY3647" fmla="*/ 883348 h 1038225"/>
                <a:gd name="connsiteX3648" fmla="*/ 371761 w 466725"/>
                <a:gd name="connsiteY3648" fmla="*/ 882682 h 1038225"/>
                <a:gd name="connsiteX3649" fmla="*/ 370713 w 466725"/>
                <a:gd name="connsiteY3649" fmla="*/ 881634 h 1038225"/>
                <a:gd name="connsiteX3650" fmla="*/ 370332 w 466725"/>
                <a:gd name="connsiteY3650" fmla="*/ 881063 h 1038225"/>
                <a:gd name="connsiteX3651" fmla="*/ 370142 w 466725"/>
                <a:gd name="connsiteY3651" fmla="*/ 880491 h 1038225"/>
                <a:gd name="connsiteX3652" fmla="*/ 369951 w 466725"/>
                <a:gd name="connsiteY3652" fmla="*/ 878872 h 1038225"/>
                <a:gd name="connsiteX3653" fmla="*/ 369284 w 466725"/>
                <a:gd name="connsiteY3653" fmla="*/ 877253 h 1038225"/>
                <a:gd name="connsiteX3654" fmla="*/ 369189 w 466725"/>
                <a:gd name="connsiteY3654" fmla="*/ 876776 h 1038225"/>
                <a:gd name="connsiteX3655" fmla="*/ 369284 w 466725"/>
                <a:gd name="connsiteY3655" fmla="*/ 876110 h 1038225"/>
                <a:gd name="connsiteX3656" fmla="*/ 369475 w 466725"/>
                <a:gd name="connsiteY3656" fmla="*/ 875633 h 1038225"/>
                <a:gd name="connsiteX3657" fmla="*/ 369760 w 466725"/>
                <a:gd name="connsiteY3657" fmla="*/ 875157 h 1038225"/>
                <a:gd name="connsiteX3658" fmla="*/ 369951 w 466725"/>
                <a:gd name="connsiteY3658" fmla="*/ 874586 h 1038225"/>
                <a:gd name="connsiteX3659" fmla="*/ 369856 w 466725"/>
                <a:gd name="connsiteY3659" fmla="*/ 873538 h 1038225"/>
                <a:gd name="connsiteX3660" fmla="*/ 369094 w 466725"/>
                <a:gd name="connsiteY3660" fmla="*/ 872490 h 1038225"/>
                <a:gd name="connsiteX3661" fmla="*/ 368141 w 466725"/>
                <a:gd name="connsiteY3661" fmla="*/ 871633 h 1038225"/>
                <a:gd name="connsiteX3662" fmla="*/ 367284 w 466725"/>
                <a:gd name="connsiteY3662" fmla="*/ 871061 h 1038225"/>
                <a:gd name="connsiteX3663" fmla="*/ 366141 w 466725"/>
                <a:gd name="connsiteY3663" fmla="*/ 870204 h 1038225"/>
                <a:gd name="connsiteX3664" fmla="*/ 365855 w 466725"/>
                <a:gd name="connsiteY3664" fmla="*/ 869156 h 1038225"/>
                <a:gd name="connsiteX3665" fmla="*/ 366141 w 466725"/>
                <a:gd name="connsiteY3665" fmla="*/ 867918 h 1038225"/>
                <a:gd name="connsiteX3666" fmla="*/ 366617 w 466725"/>
                <a:gd name="connsiteY3666" fmla="*/ 866680 h 1038225"/>
                <a:gd name="connsiteX3667" fmla="*/ 366808 w 466725"/>
                <a:gd name="connsiteY3667" fmla="*/ 865346 h 1038225"/>
                <a:gd name="connsiteX3668" fmla="*/ 366617 w 466725"/>
                <a:gd name="connsiteY3668" fmla="*/ 864108 h 1038225"/>
                <a:gd name="connsiteX3669" fmla="*/ 366617 w 466725"/>
                <a:gd name="connsiteY3669" fmla="*/ 863060 h 1038225"/>
                <a:gd name="connsiteX3670" fmla="*/ 367284 w 466725"/>
                <a:gd name="connsiteY3670" fmla="*/ 862203 h 1038225"/>
                <a:gd name="connsiteX3671" fmla="*/ 368332 w 466725"/>
                <a:gd name="connsiteY3671" fmla="*/ 861822 h 1038225"/>
                <a:gd name="connsiteX3672" fmla="*/ 370427 w 466725"/>
                <a:gd name="connsiteY3672" fmla="*/ 861631 h 1038225"/>
                <a:gd name="connsiteX3673" fmla="*/ 371189 w 466725"/>
                <a:gd name="connsiteY3673" fmla="*/ 860965 h 1038225"/>
                <a:gd name="connsiteX3674" fmla="*/ 371189 w 466725"/>
                <a:gd name="connsiteY3674" fmla="*/ 860965 h 1038225"/>
                <a:gd name="connsiteX3675" fmla="*/ 371380 w 466725"/>
                <a:gd name="connsiteY3675" fmla="*/ 860012 h 1038225"/>
                <a:gd name="connsiteX3676" fmla="*/ 371189 w 466725"/>
                <a:gd name="connsiteY3676" fmla="*/ 858869 h 1038225"/>
                <a:gd name="connsiteX3677" fmla="*/ 370523 w 466725"/>
                <a:gd name="connsiteY3677" fmla="*/ 856869 h 1038225"/>
                <a:gd name="connsiteX3678" fmla="*/ 370523 w 466725"/>
                <a:gd name="connsiteY3678" fmla="*/ 856107 h 1038225"/>
                <a:gd name="connsiteX3679" fmla="*/ 370713 w 466725"/>
                <a:gd name="connsiteY3679" fmla="*/ 855631 h 1038225"/>
                <a:gd name="connsiteX3680" fmla="*/ 370999 w 466725"/>
                <a:gd name="connsiteY3680" fmla="*/ 855155 h 1038225"/>
                <a:gd name="connsiteX3681" fmla="*/ 371189 w 466725"/>
                <a:gd name="connsiteY3681" fmla="*/ 854583 h 1038225"/>
                <a:gd name="connsiteX3682" fmla="*/ 371189 w 466725"/>
                <a:gd name="connsiteY3682" fmla="*/ 854107 h 1038225"/>
                <a:gd name="connsiteX3683" fmla="*/ 370999 w 466725"/>
                <a:gd name="connsiteY3683" fmla="*/ 853059 h 1038225"/>
                <a:gd name="connsiteX3684" fmla="*/ 371284 w 466725"/>
                <a:gd name="connsiteY3684" fmla="*/ 850392 h 1038225"/>
                <a:gd name="connsiteX3685" fmla="*/ 371189 w 466725"/>
                <a:gd name="connsiteY3685" fmla="*/ 849344 h 1038225"/>
                <a:gd name="connsiteX3686" fmla="*/ 369284 w 466725"/>
                <a:gd name="connsiteY3686" fmla="*/ 840962 h 1038225"/>
                <a:gd name="connsiteX3687" fmla="*/ 369189 w 466725"/>
                <a:gd name="connsiteY3687" fmla="*/ 836390 h 1038225"/>
                <a:gd name="connsiteX3688" fmla="*/ 369380 w 466725"/>
                <a:gd name="connsiteY3688" fmla="*/ 835152 h 1038225"/>
                <a:gd name="connsiteX3689" fmla="*/ 369380 w 466725"/>
                <a:gd name="connsiteY3689" fmla="*/ 833723 h 1038225"/>
                <a:gd name="connsiteX3690" fmla="*/ 369094 w 466725"/>
                <a:gd name="connsiteY3690" fmla="*/ 833247 h 1038225"/>
                <a:gd name="connsiteX3691" fmla="*/ 368808 w 466725"/>
                <a:gd name="connsiteY3691" fmla="*/ 832771 h 1038225"/>
                <a:gd name="connsiteX3692" fmla="*/ 367093 w 466725"/>
                <a:gd name="connsiteY3692" fmla="*/ 831152 h 1038225"/>
                <a:gd name="connsiteX3693" fmla="*/ 366713 w 466725"/>
                <a:gd name="connsiteY3693" fmla="*/ 830294 h 1038225"/>
                <a:gd name="connsiteX3694" fmla="*/ 366141 w 466725"/>
                <a:gd name="connsiteY3694" fmla="*/ 827722 h 1038225"/>
                <a:gd name="connsiteX3695" fmla="*/ 366141 w 466725"/>
                <a:gd name="connsiteY3695" fmla="*/ 826770 h 1038225"/>
                <a:gd name="connsiteX3696" fmla="*/ 366236 w 466725"/>
                <a:gd name="connsiteY3696" fmla="*/ 826103 h 1038225"/>
                <a:gd name="connsiteX3697" fmla="*/ 366236 w 466725"/>
                <a:gd name="connsiteY3697" fmla="*/ 825722 h 1038225"/>
                <a:gd name="connsiteX3698" fmla="*/ 366141 w 466725"/>
                <a:gd name="connsiteY3698" fmla="*/ 825341 h 1038225"/>
                <a:gd name="connsiteX3699" fmla="*/ 365855 w 466725"/>
                <a:gd name="connsiteY3699" fmla="*/ 824865 h 1038225"/>
                <a:gd name="connsiteX3700" fmla="*/ 365570 w 466725"/>
                <a:gd name="connsiteY3700" fmla="*/ 824675 h 1038225"/>
                <a:gd name="connsiteX3701" fmla="*/ 364808 w 466725"/>
                <a:gd name="connsiteY3701" fmla="*/ 824484 h 1038225"/>
                <a:gd name="connsiteX3702" fmla="*/ 364522 w 466725"/>
                <a:gd name="connsiteY3702" fmla="*/ 824294 h 1038225"/>
                <a:gd name="connsiteX3703" fmla="*/ 364331 w 466725"/>
                <a:gd name="connsiteY3703" fmla="*/ 824008 h 1038225"/>
                <a:gd name="connsiteX3704" fmla="*/ 364046 w 466725"/>
                <a:gd name="connsiteY3704" fmla="*/ 823246 h 1038225"/>
                <a:gd name="connsiteX3705" fmla="*/ 363855 w 466725"/>
                <a:gd name="connsiteY3705" fmla="*/ 822960 h 1038225"/>
                <a:gd name="connsiteX3706" fmla="*/ 362236 w 466725"/>
                <a:gd name="connsiteY3706" fmla="*/ 821722 h 1038225"/>
                <a:gd name="connsiteX3707" fmla="*/ 361759 w 466725"/>
                <a:gd name="connsiteY3707" fmla="*/ 821055 h 1038225"/>
                <a:gd name="connsiteX3708" fmla="*/ 361188 w 466725"/>
                <a:gd name="connsiteY3708" fmla="*/ 819817 h 1038225"/>
                <a:gd name="connsiteX3709" fmla="*/ 360521 w 466725"/>
                <a:gd name="connsiteY3709" fmla="*/ 818769 h 1038225"/>
                <a:gd name="connsiteX3710" fmla="*/ 358807 w 466725"/>
                <a:gd name="connsiteY3710" fmla="*/ 816769 h 1038225"/>
                <a:gd name="connsiteX3711" fmla="*/ 358521 w 466725"/>
                <a:gd name="connsiteY3711" fmla="*/ 815816 h 1038225"/>
                <a:gd name="connsiteX3712" fmla="*/ 358426 w 466725"/>
                <a:gd name="connsiteY3712" fmla="*/ 814578 h 1038225"/>
                <a:gd name="connsiteX3713" fmla="*/ 357950 w 466725"/>
                <a:gd name="connsiteY3713" fmla="*/ 813721 h 1038225"/>
                <a:gd name="connsiteX3714" fmla="*/ 356997 w 466725"/>
                <a:gd name="connsiteY3714" fmla="*/ 813149 h 1038225"/>
                <a:gd name="connsiteX3715" fmla="*/ 355759 w 466725"/>
                <a:gd name="connsiteY3715" fmla="*/ 812768 h 1038225"/>
                <a:gd name="connsiteX3716" fmla="*/ 354616 w 466725"/>
                <a:gd name="connsiteY3716" fmla="*/ 812292 h 1038225"/>
                <a:gd name="connsiteX3717" fmla="*/ 348329 w 466725"/>
                <a:gd name="connsiteY3717" fmla="*/ 807530 h 1038225"/>
                <a:gd name="connsiteX3718" fmla="*/ 347091 w 466725"/>
                <a:gd name="connsiteY3718" fmla="*/ 806291 h 1038225"/>
                <a:gd name="connsiteX3719" fmla="*/ 345853 w 466725"/>
                <a:gd name="connsiteY3719" fmla="*/ 803815 h 1038225"/>
                <a:gd name="connsiteX3720" fmla="*/ 345376 w 466725"/>
                <a:gd name="connsiteY3720" fmla="*/ 803720 h 1038225"/>
                <a:gd name="connsiteX3721" fmla="*/ 344710 w 466725"/>
                <a:gd name="connsiteY3721" fmla="*/ 803910 h 1038225"/>
                <a:gd name="connsiteX3722" fmla="*/ 343948 w 466725"/>
                <a:gd name="connsiteY3722" fmla="*/ 803910 h 1038225"/>
                <a:gd name="connsiteX3723" fmla="*/ 343567 w 466725"/>
                <a:gd name="connsiteY3723" fmla="*/ 803624 h 1038225"/>
                <a:gd name="connsiteX3724" fmla="*/ 342900 w 466725"/>
                <a:gd name="connsiteY3724" fmla="*/ 802767 h 1038225"/>
                <a:gd name="connsiteX3725" fmla="*/ 342519 w 466725"/>
                <a:gd name="connsiteY3725" fmla="*/ 802386 h 1038225"/>
                <a:gd name="connsiteX3726" fmla="*/ 342138 w 466725"/>
                <a:gd name="connsiteY3726" fmla="*/ 802196 h 1038225"/>
                <a:gd name="connsiteX3727" fmla="*/ 341281 w 466725"/>
                <a:gd name="connsiteY3727" fmla="*/ 802005 h 1038225"/>
                <a:gd name="connsiteX3728" fmla="*/ 340900 w 466725"/>
                <a:gd name="connsiteY3728" fmla="*/ 801814 h 1038225"/>
                <a:gd name="connsiteX3729" fmla="*/ 340233 w 466725"/>
                <a:gd name="connsiteY3729" fmla="*/ 801338 h 1038225"/>
                <a:gd name="connsiteX3730" fmla="*/ 339757 w 466725"/>
                <a:gd name="connsiteY3730" fmla="*/ 800957 h 1038225"/>
                <a:gd name="connsiteX3731" fmla="*/ 337375 w 466725"/>
                <a:gd name="connsiteY3731" fmla="*/ 797909 h 1038225"/>
                <a:gd name="connsiteX3732" fmla="*/ 333756 w 466725"/>
                <a:gd name="connsiteY3732" fmla="*/ 790385 h 1038225"/>
                <a:gd name="connsiteX3733" fmla="*/ 333089 w 466725"/>
                <a:gd name="connsiteY3733" fmla="*/ 790004 h 1038225"/>
                <a:gd name="connsiteX3734" fmla="*/ 332423 w 466725"/>
                <a:gd name="connsiteY3734" fmla="*/ 789718 h 1038225"/>
                <a:gd name="connsiteX3735" fmla="*/ 332042 w 466725"/>
                <a:gd name="connsiteY3735" fmla="*/ 788956 h 1038225"/>
                <a:gd name="connsiteX3736" fmla="*/ 331756 w 466725"/>
                <a:gd name="connsiteY3736" fmla="*/ 787622 h 1038225"/>
                <a:gd name="connsiteX3737" fmla="*/ 331280 w 466725"/>
                <a:gd name="connsiteY3737" fmla="*/ 786479 h 1038225"/>
                <a:gd name="connsiteX3738" fmla="*/ 330613 w 466725"/>
                <a:gd name="connsiteY3738" fmla="*/ 785431 h 1038225"/>
                <a:gd name="connsiteX3739" fmla="*/ 324231 w 466725"/>
                <a:gd name="connsiteY3739" fmla="*/ 779240 h 1038225"/>
                <a:gd name="connsiteX3740" fmla="*/ 321374 w 466725"/>
                <a:gd name="connsiteY3740" fmla="*/ 774668 h 1038225"/>
                <a:gd name="connsiteX3741" fmla="*/ 320992 w 466725"/>
                <a:gd name="connsiteY3741" fmla="*/ 773621 h 1038225"/>
                <a:gd name="connsiteX3742" fmla="*/ 321183 w 466725"/>
                <a:gd name="connsiteY3742" fmla="*/ 772859 h 1038225"/>
                <a:gd name="connsiteX3743" fmla="*/ 321183 w 466725"/>
                <a:gd name="connsiteY3743" fmla="*/ 772573 h 1038225"/>
                <a:gd name="connsiteX3744" fmla="*/ 320992 w 466725"/>
                <a:gd name="connsiteY3744" fmla="*/ 772192 h 1038225"/>
                <a:gd name="connsiteX3745" fmla="*/ 320421 w 466725"/>
                <a:gd name="connsiteY3745" fmla="*/ 771716 h 1038225"/>
                <a:gd name="connsiteX3746" fmla="*/ 320231 w 466725"/>
                <a:gd name="connsiteY3746" fmla="*/ 771430 h 1038225"/>
                <a:gd name="connsiteX3747" fmla="*/ 320135 w 466725"/>
                <a:gd name="connsiteY3747" fmla="*/ 770287 h 1038225"/>
                <a:gd name="connsiteX3748" fmla="*/ 320231 w 466725"/>
                <a:gd name="connsiteY3748" fmla="*/ 768287 h 1038225"/>
                <a:gd name="connsiteX3749" fmla="*/ 319850 w 466725"/>
                <a:gd name="connsiteY3749" fmla="*/ 767048 h 1038225"/>
                <a:gd name="connsiteX3750" fmla="*/ 318802 w 466725"/>
                <a:gd name="connsiteY3750" fmla="*/ 765143 h 1038225"/>
                <a:gd name="connsiteX3751" fmla="*/ 318611 w 466725"/>
                <a:gd name="connsiteY3751" fmla="*/ 764572 h 1038225"/>
                <a:gd name="connsiteX3752" fmla="*/ 318611 w 466725"/>
                <a:gd name="connsiteY3752" fmla="*/ 764286 h 1038225"/>
                <a:gd name="connsiteX3753" fmla="*/ 318611 w 466725"/>
                <a:gd name="connsiteY3753" fmla="*/ 763810 h 1038225"/>
                <a:gd name="connsiteX3754" fmla="*/ 318802 w 466725"/>
                <a:gd name="connsiteY3754" fmla="*/ 763334 h 1038225"/>
                <a:gd name="connsiteX3755" fmla="*/ 319088 w 466725"/>
                <a:gd name="connsiteY3755" fmla="*/ 762857 h 1038225"/>
                <a:gd name="connsiteX3756" fmla="*/ 319278 w 466725"/>
                <a:gd name="connsiteY3756" fmla="*/ 762286 h 1038225"/>
                <a:gd name="connsiteX3757" fmla="*/ 318992 w 466725"/>
                <a:gd name="connsiteY3757" fmla="*/ 761143 h 1038225"/>
                <a:gd name="connsiteX3758" fmla="*/ 318992 w 466725"/>
                <a:gd name="connsiteY3758" fmla="*/ 761143 h 1038225"/>
                <a:gd name="connsiteX3759" fmla="*/ 317373 w 466725"/>
                <a:gd name="connsiteY3759" fmla="*/ 759428 h 1038225"/>
                <a:gd name="connsiteX3760" fmla="*/ 317373 w 466725"/>
                <a:gd name="connsiteY3760" fmla="*/ 759428 h 1038225"/>
                <a:gd name="connsiteX3761" fmla="*/ 316992 w 466725"/>
                <a:gd name="connsiteY3761" fmla="*/ 758190 h 1038225"/>
                <a:gd name="connsiteX3762" fmla="*/ 317278 w 466725"/>
                <a:gd name="connsiteY3762" fmla="*/ 757142 h 1038225"/>
                <a:gd name="connsiteX3763" fmla="*/ 318325 w 466725"/>
                <a:gd name="connsiteY3763" fmla="*/ 755237 h 1038225"/>
                <a:gd name="connsiteX3764" fmla="*/ 318611 w 466725"/>
                <a:gd name="connsiteY3764" fmla="*/ 754285 h 1038225"/>
                <a:gd name="connsiteX3765" fmla="*/ 318325 w 466725"/>
                <a:gd name="connsiteY3765" fmla="*/ 753523 h 1038225"/>
                <a:gd name="connsiteX3766" fmla="*/ 317945 w 466725"/>
                <a:gd name="connsiteY3766" fmla="*/ 752666 h 1038225"/>
                <a:gd name="connsiteX3767" fmla="*/ 317945 w 466725"/>
                <a:gd name="connsiteY3767" fmla="*/ 752666 h 1038225"/>
                <a:gd name="connsiteX3768" fmla="*/ 317945 w 466725"/>
                <a:gd name="connsiteY3768" fmla="*/ 751999 h 1038225"/>
                <a:gd name="connsiteX3769" fmla="*/ 319564 w 466725"/>
                <a:gd name="connsiteY3769" fmla="*/ 752094 h 1038225"/>
                <a:gd name="connsiteX3770" fmla="*/ 319945 w 466725"/>
                <a:gd name="connsiteY3770" fmla="*/ 752094 h 1038225"/>
                <a:gd name="connsiteX3771" fmla="*/ 320897 w 466725"/>
                <a:gd name="connsiteY3771" fmla="*/ 751713 h 1038225"/>
                <a:gd name="connsiteX3772" fmla="*/ 321659 w 466725"/>
                <a:gd name="connsiteY3772" fmla="*/ 750951 h 1038225"/>
                <a:gd name="connsiteX3773" fmla="*/ 323564 w 466725"/>
                <a:gd name="connsiteY3773" fmla="*/ 748284 h 1038225"/>
                <a:gd name="connsiteX3774" fmla="*/ 324231 w 466725"/>
                <a:gd name="connsiteY3774" fmla="*/ 748189 h 1038225"/>
                <a:gd name="connsiteX3775" fmla="*/ 325469 w 466725"/>
                <a:gd name="connsiteY3775" fmla="*/ 748379 h 1038225"/>
                <a:gd name="connsiteX3776" fmla="*/ 326422 w 466725"/>
                <a:gd name="connsiteY3776" fmla="*/ 748760 h 1038225"/>
                <a:gd name="connsiteX3777" fmla="*/ 328232 w 466725"/>
                <a:gd name="connsiteY3777" fmla="*/ 749903 h 1038225"/>
                <a:gd name="connsiteX3778" fmla="*/ 328993 w 466725"/>
                <a:gd name="connsiteY3778" fmla="*/ 750189 h 1038225"/>
                <a:gd name="connsiteX3779" fmla="*/ 329375 w 466725"/>
                <a:gd name="connsiteY3779" fmla="*/ 750094 h 1038225"/>
                <a:gd name="connsiteX3780" fmla="*/ 329470 w 466725"/>
                <a:gd name="connsiteY3780" fmla="*/ 749713 h 1038225"/>
                <a:gd name="connsiteX3781" fmla="*/ 329470 w 466725"/>
                <a:gd name="connsiteY3781" fmla="*/ 748855 h 1038225"/>
                <a:gd name="connsiteX3782" fmla="*/ 329375 w 466725"/>
                <a:gd name="connsiteY3782" fmla="*/ 748570 h 1038225"/>
                <a:gd name="connsiteX3783" fmla="*/ 329089 w 466725"/>
                <a:gd name="connsiteY3783" fmla="*/ 748284 h 1038225"/>
                <a:gd name="connsiteX3784" fmla="*/ 328803 w 466725"/>
                <a:gd name="connsiteY3784" fmla="*/ 748094 h 1038225"/>
                <a:gd name="connsiteX3785" fmla="*/ 328708 w 466725"/>
                <a:gd name="connsiteY3785" fmla="*/ 747903 h 1038225"/>
                <a:gd name="connsiteX3786" fmla="*/ 328803 w 466725"/>
                <a:gd name="connsiteY3786" fmla="*/ 747617 h 1038225"/>
                <a:gd name="connsiteX3787" fmla="*/ 328898 w 466725"/>
                <a:gd name="connsiteY3787" fmla="*/ 747331 h 1038225"/>
                <a:gd name="connsiteX3788" fmla="*/ 328993 w 466725"/>
                <a:gd name="connsiteY3788" fmla="*/ 747141 h 1038225"/>
                <a:gd name="connsiteX3789" fmla="*/ 329089 w 466725"/>
                <a:gd name="connsiteY3789" fmla="*/ 747046 h 1038225"/>
                <a:gd name="connsiteX3790" fmla="*/ 329565 w 466725"/>
                <a:gd name="connsiteY3790" fmla="*/ 746760 h 1038225"/>
                <a:gd name="connsiteX3791" fmla="*/ 329851 w 466725"/>
                <a:gd name="connsiteY3791" fmla="*/ 746474 h 1038225"/>
                <a:gd name="connsiteX3792" fmla="*/ 329946 w 466725"/>
                <a:gd name="connsiteY3792" fmla="*/ 745998 h 1038225"/>
                <a:gd name="connsiteX3793" fmla="*/ 329756 w 466725"/>
                <a:gd name="connsiteY3793" fmla="*/ 745046 h 1038225"/>
                <a:gd name="connsiteX3794" fmla="*/ 329756 w 466725"/>
                <a:gd name="connsiteY3794" fmla="*/ 744569 h 1038225"/>
                <a:gd name="connsiteX3795" fmla="*/ 330137 w 466725"/>
                <a:gd name="connsiteY3795" fmla="*/ 744379 h 1038225"/>
                <a:gd name="connsiteX3796" fmla="*/ 332042 w 466725"/>
                <a:gd name="connsiteY3796" fmla="*/ 743998 h 1038225"/>
                <a:gd name="connsiteX3797" fmla="*/ 332899 w 466725"/>
                <a:gd name="connsiteY3797" fmla="*/ 743712 h 1038225"/>
                <a:gd name="connsiteX3798" fmla="*/ 333947 w 466725"/>
                <a:gd name="connsiteY3798" fmla="*/ 743141 h 1038225"/>
                <a:gd name="connsiteX3799" fmla="*/ 334994 w 466725"/>
                <a:gd name="connsiteY3799" fmla="*/ 743617 h 1038225"/>
                <a:gd name="connsiteX3800" fmla="*/ 336042 w 466725"/>
                <a:gd name="connsiteY3800" fmla="*/ 744188 h 1038225"/>
                <a:gd name="connsiteX3801" fmla="*/ 336804 w 466725"/>
                <a:gd name="connsiteY3801" fmla="*/ 745046 h 1038225"/>
                <a:gd name="connsiteX3802" fmla="*/ 336995 w 466725"/>
                <a:gd name="connsiteY3802" fmla="*/ 746188 h 1038225"/>
                <a:gd name="connsiteX3803" fmla="*/ 338423 w 466725"/>
                <a:gd name="connsiteY3803" fmla="*/ 744569 h 1038225"/>
                <a:gd name="connsiteX3804" fmla="*/ 338900 w 466725"/>
                <a:gd name="connsiteY3804" fmla="*/ 741997 h 1038225"/>
                <a:gd name="connsiteX3805" fmla="*/ 338804 w 466725"/>
                <a:gd name="connsiteY3805" fmla="*/ 739235 h 1038225"/>
                <a:gd name="connsiteX3806" fmla="*/ 337566 w 466725"/>
                <a:gd name="connsiteY3806" fmla="*/ 731139 h 1038225"/>
                <a:gd name="connsiteX3807" fmla="*/ 337661 w 466725"/>
                <a:gd name="connsiteY3807" fmla="*/ 727996 h 1038225"/>
                <a:gd name="connsiteX3808" fmla="*/ 337566 w 466725"/>
                <a:gd name="connsiteY3808" fmla="*/ 727138 h 1038225"/>
                <a:gd name="connsiteX3809" fmla="*/ 337375 w 466725"/>
                <a:gd name="connsiteY3809" fmla="*/ 725138 h 1038225"/>
                <a:gd name="connsiteX3810" fmla="*/ 337566 w 466725"/>
                <a:gd name="connsiteY3810" fmla="*/ 723900 h 1038225"/>
                <a:gd name="connsiteX3811" fmla="*/ 339185 w 466725"/>
                <a:gd name="connsiteY3811" fmla="*/ 718471 h 1038225"/>
                <a:gd name="connsiteX3812" fmla="*/ 339281 w 466725"/>
                <a:gd name="connsiteY3812" fmla="*/ 717518 h 1038225"/>
                <a:gd name="connsiteX3813" fmla="*/ 338900 w 466725"/>
                <a:gd name="connsiteY3813" fmla="*/ 715232 h 1038225"/>
                <a:gd name="connsiteX3814" fmla="*/ 338900 w 466725"/>
                <a:gd name="connsiteY3814" fmla="*/ 713899 h 1038225"/>
                <a:gd name="connsiteX3815" fmla="*/ 339566 w 466725"/>
                <a:gd name="connsiteY3815" fmla="*/ 711803 h 1038225"/>
                <a:gd name="connsiteX3816" fmla="*/ 339757 w 466725"/>
                <a:gd name="connsiteY3816" fmla="*/ 710851 h 1038225"/>
                <a:gd name="connsiteX3817" fmla="*/ 339376 w 466725"/>
                <a:gd name="connsiteY3817" fmla="*/ 709803 h 1038225"/>
                <a:gd name="connsiteX3818" fmla="*/ 337947 w 466725"/>
                <a:gd name="connsiteY3818" fmla="*/ 707803 h 1038225"/>
                <a:gd name="connsiteX3819" fmla="*/ 337757 w 466725"/>
                <a:gd name="connsiteY3819" fmla="*/ 707041 h 1038225"/>
                <a:gd name="connsiteX3820" fmla="*/ 338233 w 466725"/>
                <a:gd name="connsiteY3820" fmla="*/ 706564 h 1038225"/>
                <a:gd name="connsiteX3821" fmla="*/ 338804 w 466725"/>
                <a:gd name="connsiteY3821" fmla="*/ 706660 h 1038225"/>
                <a:gd name="connsiteX3822" fmla="*/ 339471 w 466725"/>
                <a:gd name="connsiteY3822" fmla="*/ 706946 h 1038225"/>
                <a:gd name="connsiteX3823" fmla="*/ 340042 w 466725"/>
                <a:gd name="connsiteY3823" fmla="*/ 707136 h 1038225"/>
                <a:gd name="connsiteX3824" fmla="*/ 340709 w 466725"/>
                <a:gd name="connsiteY3824" fmla="*/ 707136 h 1038225"/>
                <a:gd name="connsiteX3825" fmla="*/ 341185 w 466725"/>
                <a:gd name="connsiteY3825" fmla="*/ 707041 h 1038225"/>
                <a:gd name="connsiteX3826" fmla="*/ 341567 w 466725"/>
                <a:gd name="connsiteY3826" fmla="*/ 706850 h 1038225"/>
                <a:gd name="connsiteX3827" fmla="*/ 342138 w 466725"/>
                <a:gd name="connsiteY3827" fmla="*/ 706374 h 1038225"/>
                <a:gd name="connsiteX3828" fmla="*/ 342900 w 466725"/>
                <a:gd name="connsiteY3828" fmla="*/ 705326 h 1038225"/>
                <a:gd name="connsiteX3829" fmla="*/ 343186 w 466725"/>
                <a:gd name="connsiteY3829" fmla="*/ 704279 h 1038225"/>
                <a:gd name="connsiteX3830" fmla="*/ 343662 w 466725"/>
                <a:gd name="connsiteY3830" fmla="*/ 703421 h 1038225"/>
                <a:gd name="connsiteX3831" fmla="*/ 344805 w 466725"/>
                <a:gd name="connsiteY3831" fmla="*/ 702850 h 1038225"/>
                <a:gd name="connsiteX3832" fmla="*/ 345758 w 466725"/>
                <a:gd name="connsiteY3832" fmla="*/ 702850 h 1038225"/>
                <a:gd name="connsiteX3833" fmla="*/ 348996 w 466725"/>
                <a:gd name="connsiteY3833" fmla="*/ 703231 h 1038225"/>
                <a:gd name="connsiteX3834" fmla="*/ 349663 w 466725"/>
                <a:gd name="connsiteY3834" fmla="*/ 703517 h 1038225"/>
                <a:gd name="connsiteX3835" fmla="*/ 349949 w 466725"/>
                <a:gd name="connsiteY3835" fmla="*/ 703897 h 1038225"/>
                <a:gd name="connsiteX3836" fmla="*/ 350330 w 466725"/>
                <a:gd name="connsiteY3836" fmla="*/ 704183 h 1038225"/>
                <a:gd name="connsiteX3837" fmla="*/ 351092 w 466725"/>
                <a:gd name="connsiteY3837" fmla="*/ 704088 h 1038225"/>
                <a:gd name="connsiteX3838" fmla="*/ 351568 w 466725"/>
                <a:gd name="connsiteY3838" fmla="*/ 703707 h 1038225"/>
                <a:gd name="connsiteX3839" fmla="*/ 352806 w 466725"/>
                <a:gd name="connsiteY3839" fmla="*/ 702373 h 1038225"/>
                <a:gd name="connsiteX3840" fmla="*/ 353092 w 466725"/>
                <a:gd name="connsiteY3840" fmla="*/ 701897 h 1038225"/>
                <a:gd name="connsiteX3841" fmla="*/ 353092 w 466725"/>
                <a:gd name="connsiteY3841" fmla="*/ 700659 h 1038225"/>
                <a:gd name="connsiteX3842" fmla="*/ 353187 w 466725"/>
                <a:gd name="connsiteY3842" fmla="*/ 699516 h 1038225"/>
                <a:gd name="connsiteX3843" fmla="*/ 353568 w 466725"/>
                <a:gd name="connsiteY3843" fmla="*/ 698468 h 1038225"/>
                <a:gd name="connsiteX3844" fmla="*/ 354235 w 466725"/>
                <a:gd name="connsiteY3844" fmla="*/ 697516 h 1038225"/>
                <a:gd name="connsiteX3845" fmla="*/ 355759 w 466725"/>
                <a:gd name="connsiteY3845" fmla="*/ 695801 h 1038225"/>
                <a:gd name="connsiteX3846" fmla="*/ 356045 w 466725"/>
                <a:gd name="connsiteY3846" fmla="*/ 694944 h 1038225"/>
                <a:gd name="connsiteX3847" fmla="*/ 356330 w 466725"/>
                <a:gd name="connsiteY3847" fmla="*/ 692468 h 1038225"/>
                <a:gd name="connsiteX3848" fmla="*/ 356902 w 466725"/>
                <a:gd name="connsiteY3848" fmla="*/ 690086 h 1038225"/>
                <a:gd name="connsiteX3849" fmla="*/ 356902 w 466725"/>
                <a:gd name="connsiteY3849" fmla="*/ 689134 h 1038225"/>
                <a:gd name="connsiteX3850" fmla="*/ 355949 w 466725"/>
                <a:gd name="connsiteY3850" fmla="*/ 687800 h 1038225"/>
                <a:gd name="connsiteX3851" fmla="*/ 354711 w 466725"/>
                <a:gd name="connsiteY3851" fmla="*/ 687038 h 1038225"/>
                <a:gd name="connsiteX3852" fmla="*/ 353759 w 466725"/>
                <a:gd name="connsiteY3852" fmla="*/ 686086 h 1038225"/>
                <a:gd name="connsiteX3853" fmla="*/ 353568 w 466725"/>
                <a:gd name="connsiteY3853" fmla="*/ 684181 h 1038225"/>
                <a:gd name="connsiteX3854" fmla="*/ 352425 w 466725"/>
                <a:gd name="connsiteY3854" fmla="*/ 685133 h 1038225"/>
                <a:gd name="connsiteX3855" fmla="*/ 351949 w 466725"/>
                <a:gd name="connsiteY3855" fmla="*/ 685991 h 1038225"/>
                <a:gd name="connsiteX3856" fmla="*/ 351473 w 466725"/>
                <a:gd name="connsiteY3856" fmla="*/ 688277 h 1038225"/>
                <a:gd name="connsiteX3857" fmla="*/ 350806 w 466725"/>
                <a:gd name="connsiteY3857" fmla="*/ 689610 h 1038225"/>
                <a:gd name="connsiteX3858" fmla="*/ 347663 w 466725"/>
                <a:gd name="connsiteY3858" fmla="*/ 692182 h 1038225"/>
                <a:gd name="connsiteX3859" fmla="*/ 346043 w 466725"/>
                <a:gd name="connsiteY3859" fmla="*/ 694563 h 1038225"/>
                <a:gd name="connsiteX3860" fmla="*/ 345186 w 466725"/>
                <a:gd name="connsiteY3860" fmla="*/ 695230 h 1038225"/>
                <a:gd name="connsiteX3861" fmla="*/ 344138 w 466725"/>
                <a:gd name="connsiteY3861" fmla="*/ 694468 h 1038225"/>
                <a:gd name="connsiteX3862" fmla="*/ 343757 w 466725"/>
                <a:gd name="connsiteY3862" fmla="*/ 693611 h 1038225"/>
                <a:gd name="connsiteX3863" fmla="*/ 342995 w 466725"/>
                <a:gd name="connsiteY3863" fmla="*/ 689705 h 1038225"/>
                <a:gd name="connsiteX3864" fmla="*/ 342329 w 466725"/>
                <a:gd name="connsiteY3864" fmla="*/ 688086 h 1038225"/>
                <a:gd name="connsiteX3865" fmla="*/ 342233 w 466725"/>
                <a:gd name="connsiteY3865" fmla="*/ 687514 h 1038225"/>
                <a:gd name="connsiteX3866" fmla="*/ 342805 w 466725"/>
                <a:gd name="connsiteY3866" fmla="*/ 686372 h 1038225"/>
                <a:gd name="connsiteX3867" fmla="*/ 342900 w 466725"/>
                <a:gd name="connsiteY3867" fmla="*/ 685800 h 1038225"/>
                <a:gd name="connsiteX3868" fmla="*/ 342519 w 466725"/>
                <a:gd name="connsiteY3868" fmla="*/ 684847 h 1038225"/>
                <a:gd name="connsiteX3869" fmla="*/ 339281 w 466725"/>
                <a:gd name="connsiteY3869" fmla="*/ 680561 h 1038225"/>
                <a:gd name="connsiteX3870" fmla="*/ 338995 w 466725"/>
                <a:gd name="connsiteY3870" fmla="*/ 679990 h 1038225"/>
                <a:gd name="connsiteX3871" fmla="*/ 338995 w 466725"/>
                <a:gd name="connsiteY3871" fmla="*/ 679418 h 1038225"/>
                <a:gd name="connsiteX3872" fmla="*/ 339185 w 466725"/>
                <a:gd name="connsiteY3872" fmla="*/ 678847 h 1038225"/>
                <a:gd name="connsiteX3873" fmla="*/ 339185 w 466725"/>
                <a:gd name="connsiteY3873" fmla="*/ 678371 h 1038225"/>
                <a:gd name="connsiteX3874" fmla="*/ 339090 w 466725"/>
                <a:gd name="connsiteY3874" fmla="*/ 677894 h 1038225"/>
                <a:gd name="connsiteX3875" fmla="*/ 338900 w 466725"/>
                <a:gd name="connsiteY3875" fmla="*/ 677323 h 1038225"/>
                <a:gd name="connsiteX3876" fmla="*/ 338138 w 466725"/>
                <a:gd name="connsiteY3876" fmla="*/ 676275 h 1038225"/>
                <a:gd name="connsiteX3877" fmla="*/ 336328 w 466725"/>
                <a:gd name="connsiteY3877" fmla="*/ 675037 h 1038225"/>
                <a:gd name="connsiteX3878" fmla="*/ 335566 w 466725"/>
                <a:gd name="connsiteY3878" fmla="*/ 673989 h 1038225"/>
                <a:gd name="connsiteX3879" fmla="*/ 335185 w 466725"/>
                <a:gd name="connsiteY3879" fmla="*/ 672465 h 1038225"/>
                <a:gd name="connsiteX3880" fmla="*/ 334899 w 466725"/>
                <a:gd name="connsiteY3880" fmla="*/ 671798 h 1038225"/>
                <a:gd name="connsiteX3881" fmla="*/ 333375 w 466725"/>
                <a:gd name="connsiteY3881" fmla="*/ 670560 h 1038225"/>
                <a:gd name="connsiteX3882" fmla="*/ 333280 w 466725"/>
                <a:gd name="connsiteY3882" fmla="*/ 669608 h 1038225"/>
                <a:gd name="connsiteX3883" fmla="*/ 333661 w 466725"/>
                <a:gd name="connsiteY3883" fmla="*/ 668560 h 1038225"/>
                <a:gd name="connsiteX3884" fmla="*/ 334327 w 466725"/>
                <a:gd name="connsiteY3884" fmla="*/ 667703 h 1038225"/>
                <a:gd name="connsiteX3885" fmla="*/ 335090 w 466725"/>
                <a:gd name="connsiteY3885" fmla="*/ 667512 h 1038225"/>
                <a:gd name="connsiteX3886" fmla="*/ 335947 w 466725"/>
                <a:gd name="connsiteY3886" fmla="*/ 666941 h 1038225"/>
                <a:gd name="connsiteX3887" fmla="*/ 336614 w 466725"/>
                <a:gd name="connsiteY3887" fmla="*/ 666274 h 1038225"/>
                <a:gd name="connsiteX3888" fmla="*/ 336804 w 466725"/>
                <a:gd name="connsiteY3888" fmla="*/ 665702 h 1038225"/>
                <a:gd name="connsiteX3889" fmla="*/ 336423 w 466725"/>
                <a:gd name="connsiteY3889" fmla="*/ 665226 h 1038225"/>
                <a:gd name="connsiteX3890" fmla="*/ 335947 w 466725"/>
                <a:gd name="connsiteY3890" fmla="*/ 665036 h 1038225"/>
                <a:gd name="connsiteX3891" fmla="*/ 335471 w 466725"/>
                <a:gd name="connsiteY3891" fmla="*/ 664750 h 1038225"/>
                <a:gd name="connsiteX3892" fmla="*/ 335280 w 466725"/>
                <a:gd name="connsiteY3892" fmla="*/ 664083 h 1038225"/>
                <a:gd name="connsiteX3893" fmla="*/ 335375 w 466725"/>
                <a:gd name="connsiteY3893" fmla="*/ 663321 h 1038225"/>
                <a:gd name="connsiteX3894" fmla="*/ 335756 w 466725"/>
                <a:gd name="connsiteY3894" fmla="*/ 663035 h 1038225"/>
                <a:gd name="connsiteX3895" fmla="*/ 336328 w 466725"/>
                <a:gd name="connsiteY3895" fmla="*/ 663226 h 1038225"/>
                <a:gd name="connsiteX3896" fmla="*/ 336995 w 466725"/>
                <a:gd name="connsiteY3896" fmla="*/ 663702 h 1038225"/>
                <a:gd name="connsiteX3897" fmla="*/ 336518 w 466725"/>
                <a:gd name="connsiteY3897" fmla="*/ 662178 h 1038225"/>
                <a:gd name="connsiteX3898" fmla="*/ 336137 w 466725"/>
                <a:gd name="connsiteY3898" fmla="*/ 661416 h 1038225"/>
                <a:gd name="connsiteX3899" fmla="*/ 335661 w 466725"/>
                <a:gd name="connsiteY3899" fmla="*/ 661035 h 1038225"/>
                <a:gd name="connsiteX3900" fmla="*/ 334804 w 466725"/>
                <a:gd name="connsiteY3900" fmla="*/ 660654 h 1038225"/>
                <a:gd name="connsiteX3901" fmla="*/ 334613 w 466725"/>
                <a:gd name="connsiteY3901" fmla="*/ 659892 h 1038225"/>
                <a:gd name="connsiteX3902" fmla="*/ 334613 w 466725"/>
                <a:gd name="connsiteY3902" fmla="*/ 658939 h 1038225"/>
                <a:gd name="connsiteX3903" fmla="*/ 334327 w 466725"/>
                <a:gd name="connsiteY3903" fmla="*/ 658178 h 1038225"/>
                <a:gd name="connsiteX3904" fmla="*/ 333756 w 466725"/>
                <a:gd name="connsiteY3904" fmla="*/ 657416 h 1038225"/>
                <a:gd name="connsiteX3905" fmla="*/ 332899 w 466725"/>
                <a:gd name="connsiteY3905" fmla="*/ 655606 h 1038225"/>
                <a:gd name="connsiteX3906" fmla="*/ 332327 w 466725"/>
                <a:gd name="connsiteY3906" fmla="*/ 654748 h 1038225"/>
                <a:gd name="connsiteX3907" fmla="*/ 331375 w 466725"/>
                <a:gd name="connsiteY3907" fmla="*/ 653796 h 1038225"/>
                <a:gd name="connsiteX3908" fmla="*/ 330422 w 466725"/>
                <a:gd name="connsiteY3908" fmla="*/ 653225 h 1038225"/>
                <a:gd name="connsiteX3909" fmla="*/ 329375 w 466725"/>
                <a:gd name="connsiteY3909" fmla="*/ 652939 h 1038225"/>
                <a:gd name="connsiteX3910" fmla="*/ 326803 w 466725"/>
                <a:gd name="connsiteY3910" fmla="*/ 652844 h 1038225"/>
                <a:gd name="connsiteX3911" fmla="*/ 325850 w 466725"/>
                <a:gd name="connsiteY3911" fmla="*/ 652558 h 1038225"/>
                <a:gd name="connsiteX3912" fmla="*/ 325088 w 466725"/>
                <a:gd name="connsiteY3912" fmla="*/ 651891 h 1038225"/>
                <a:gd name="connsiteX3913" fmla="*/ 324326 w 466725"/>
                <a:gd name="connsiteY3913" fmla="*/ 650653 h 1038225"/>
                <a:gd name="connsiteX3914" fmla="*/ 324517 w 466725"/>
                <a:gd name="connsiteY3914" fmla="*/ 650462 h 1038225"/>
                <a:gd name="connsiteX3915" fmla="*/ 324802 w 466725"/>
                <a:gd name="connsiteY3915" fmla="*/ 649986 h 1038225"/>
                <a:gd name="connsiteX3916" fmla="*/ 324802 w 466725"/>
                <a:gd name="connsiteY3916" fmla="*/ 649605 h 1038225"/>
                <a:gd name="connsiteX3917" fmla="*/ 323469 w 466725"/>
                <a:gd name="connsiteY3917" fmla="*/ 649605 h 1038225"/>
                <a:gd name="connsiteX3918" fmla="*/ 323374 w 466725"/>
                <a:gd name="connsiteY3918" fmla="*/ 649129 h 1038225"/>
                <a:gd name="connsiteX3919" fmla="*/ 323659 w 466725"/>
                <a:gd name="connsiteY3919" fmla="*/ 648462 h 1038225"/>
                <a:gd name="connsiteX3920" fmla="*/ 324136 w 466725"/>
                <a:gd name="connsiteY3920" fmla="*/ 647986 h 1038225"/>
                <a:gd name="connsiteX3921" fmla="*/ 322898 w 466725"/>
                <a:gd name="connsiteY3921" fmla="*/ 647129 h 1038225"/>
                <a:gd name="connsiteX3922" fmla="*/ 320992 w 466725"/>
                <a:gd name="connsiteY3922" fmla="*/ 644462 h 1038225"/>
                <a:gd name="connsiteX3923" fmla="*/ 319945 w 466725"/>
                <a:gd name="connsiteY3923" fmla="*/ 643604 h 1038225"/>
                <a:gd name="connsiteX3924" fmla="*/ 319088 w 466725"/>
                <a:gd name="connsiteY3924" fmla="*/ 643128 h 1038225"/>
                <a:gd name="connsiteX3925" fmla="*/ 314611 w 466725"/>
                <a:gd name="connsiteY3925" fmla="*/ 638842 h 1038225"/>
                <a:gd name="connsiteX3926" fmla="*/ 314230 w 466725"/>
                <a:gd name="connsiteY3926" fmla="*/ 638270 h 1038225"/>
                <a:gd name="connsiteX3927" fmla="*/ 314134 w 466725"/>
                <a:gd name="connsiteY3927" fmla="*/ 637604 h 1038225"/>
                <a:gd name="connsiteX3928" fmla="*/ 314325 w 466725"/>
                <a:gd name="connsiteY3928" fmla="*/ 636461 h 1038225"/>
                <a:gd name="connsiteX3929" fmla="*/ 314325 w 466725"/>
                <a:gd name="connsiteY3929" fmla="*/ 635794 h 1038225"/>
                <a:gd name="connsiteX3930" fmla="*/ 314039 w 466725"/>
                <a:gd name="connsiteY3930" fmla="*/ 635032 h 1038225"/>
                <a:gd name="connsiteX3931" fmla="*/ 313373 w 466725"/>
                <a:gd name="connsiteY3931" fmla="*/ 634651 h 1038225"/>
                <a:gd name="connsiteX3932" fmla="*/ 312610 w 466725"/>
                <a:gd name="connsiteY3932" fmla="*/ 634365 h 1038225"/>
                <a:gd name="connsiteX3933" fmla="*/ 311849 w 466725"/>
                <a:gd name="connsiteY3933" fmla="*/ 633984 h 1038225"/>
                <a:gd name="connsiteX3934" fmla="*/ 311182 w 466725"/>
                <a:gd name="connsiteY3934" fmla="*/ 633222 h 1038225"/>
                <a:gd name="connsiteX3935" fmla="*/ 310801 w 466725"/>
                <a:gd name="connsiteY3935" fmla="*/ 632460 h 1038225"/>
                <a:gd name="connsiteX3936" fmla="*/ 310229 w 466725"/>
                <a:gd name="connsiteY3936" fmla="*/ 630841 h 1038225"/>
                <a:gd name="connsiteX3937" fmla="*/ 309086 w 466725"/>
                <a:gd name="connsiteY3937" fmla="*/ 629031 h 1038225"/>
                <a:gd name="connsiteX3938" fmla="*/ 308896 w 466725"/>
                <a:gd name="connsiteY3938" fmla="*/ 628174 h 1038225"/>
                <a:gd name="connsiteX3939" fmla="*/ 308420 w 466725"/>
                <a:gd name="connsiteY3939" fmla="*/ 627602 h 1038225"/>
                <a:gd name="connsiteX3940" fmla="*/ 307848 w 466725"/>
                <a:gd name="connsiteY3940" fmla="*/ 627221 h 1038225"/>
                <a:gd name="connsiteX3941" fmla="*/ 306610 w 466725"/>
                <a:gd name="connsiteY3941" fmla="*/ 626650 h 1038225"/>
                <a:gd name="connsiteX3942" fmla="*/ 305848 w 466725"/>
                <a:gd name="connsiteY3942" fmla="*/ 626173 h 1038225"/>
                <a:gd name="connsiteX3943" fmla="*/ 304514 w 466725"/>
                <a:gd name="connsiteY3943" fmla="*/ 624935 h 1038225"/>
                <a:gd name="connsiteX3944" fmla="*/ 297180 w 466725"/>
                <a:gd name="connsiteY3944" fmla="*/ 618077 h 1038225"/>
                <a:gd name="connsiteX3945" fmla="*/ 296704 w 466725"/>
                <a:gd name="connsiteY3945" fmla="*/ 617411 h 1038225"/>
                <a:gd name="connsiteX3946" fmla="*/ 296418 w 466725"/>
                <a:gd name="connsiteY3946" fmla="*/ 616648 h 1038225"/>
                <a:gd name="connsiteX3947" fmla="*/ 296323 w 466725"/>
                <a:gd name="connsiteY3947" fmla="*/ 615982 h 1038225"/>
                <a:gd name="connsiteX3948" fmla="*/ 296323 w 466725"/>
                <a:gd name="connsiteY3948" fmla="*/ 615315 h 1038225"/>
                <a:gd name="connsiteX3949" fmla="*/ 296227 w 466725"/>
                <a:gd name="connsiteY3949" fmla="*/ 614744 h 1038225"/>
                <a:gd name="connsiteX3950" fmla="*/ 295751 w 466725"/>
                <a:gd name="connsiteY3950" fmla="*/ 614172 h 1038225"/>
                <a:gd name="connsiteX3951" fmla="*/ 294513 w 466725"/>
                <a:gd name="connsiteY3951" fmla="*/ 613124 h 1038225"/>
                <a:gd name="connsiteX3952" fmla="*/ 294227 w 466725"/>
                <a:gd name="connsiteY3952" fmla="*/ 612458 h 1038225"/>
                <a:gd name="connsiteX3953" fmla="*/ 293942 w 466725"/>
                <a:gd name="connsiteY3953" fmla="*/ 611696 h 1038225"/>
                <a:gd name="connsiteX3954" fmla="*/ 293370 w 466725"/>
                <a:gd name="connsiteY3954" fmla="*/ 611029 h 1038225"/>
                <a:gd name="connsiteX3955" fmla="*/ 292703 w 466725"/>
                <a:gd name="connsiteY3955" fmla="*/ 610457 h 1038225"/>
                <a:gd name="connsiteX3956" fmla="*/ 292322 w 466725"/>
                <a:gd name="connsiteY3956" fmla="*/ 609695 h 1038225"/>
                <a:gd name="connsiteX3957" fmla="*/ 293560 w 466725"/>
                <a:gd name="connsiteY3957" fmla="*/ 609505 h 1038225"/>
                <a:gd name="connsiteX3958" fmla="*/ 292799 w 466725"/>
                <a:gd name="connsiteY3958" fmla="*/ 606933 h 1038225"/>
                <a:gd name="connsiteX3959" fmla="*/ 293180 w 466725"/>
                <a:gd name="connsiteY3959" fmla="*/ 606076 h 1038225"/>
                <a:gd name="connsiteX3960" fmla="*/ 294704 w 466725"/>
                <a:gd name="connsiteY3960" fmla="*/ 603409 h 1038225"/>
                <a:gd name="connsiteX3961" fmla="*/ 296132 w 466725"/>
                <a:gd name="connsiteY3961" fmla="*/ 602456 h 1038225"/>
                <a:gd name="connsiteX3962" fmla="*/ 296323 w 466725"/>
                <a:gd name="connsiteY3962" fmla="*/ 602266 h 1038225"/>
                <a:gd name="connsiteX3963" fmla="*/ 296513 w 466725"/>
                <a:gd name="connsiteY3963" fmla="*/ 601980 h 1038225"/>
                <a:gd name="connsiteX3964" fmla="*/ 296418 w 466725"/>
                <a:gd name="connsiteY3964" fmla="*/ 601313 h 1038225"/>
                <a:gd name="connsiteX3965" fmla="*/ 296132 w 466725"/>
                <a:gd name="connsiteY3965" fmla="*/ 600647 h 1038225"/>
                <a:gd name="connsiteX3966" fmla="*/ 295942 w 466725"/>
                <a:gd name="connsiteY3966" fmla="*/ 600361 h 1038225"/>
                <a:gd name="connsiteX3967" fmla="*/ 295751 w 466725"/>
                <a:gd name="connsiteY3967" fmla="*/ 600075 h 1038225"/>
                <a:gd name="connsiteX3968" fmla="*/ 294989 w 466725"/>
                <a:gd name="connsiteY3968" fmla="*/ 598170 h 1038225"/>
                <a:gd name="connsiteX3969" fmla="*/ 294799 w 466725"/>
                <a:gd name="connsiteY3969" fmla="*/ 597503 h 1038225"/>
                <a:gd name="connsiteX3970" fmla="*/ 294704 w 466725"/>
                <a:gd name="connsiteY3970" fmla="*/ 597313 h 1038225"/>
                <a:gd name="connsiteX3971" fmla="*/ 293942 w 466725"/>
                <a:gd name="connsiteY3971" fmla="*/ 596932 h 1038225"/>
                <a:gd name="connsiteX3972" fmla="*/ 293751 w 466725"/>
                <a:gd name="connsiteY3972" fmla="*/ 596837 h 1038225"/>
                <a:gd name="connsiteX3973" fmla="*/ 293560 w 466725"/>
                <a:gd name="connsiteY3973" fmla="*/ 596932 h 1038225"/>
                <a:gd name="connsiteX3974" fmla="*/ 293370 w 466725"/>
                <a:gd name="connsiteY3974" fmla="*/ 596932 h 1038225"/>
                <a:gd name="connsiteX3975" fmla="*/ 293275 w 466725"/>
                <a:gd name="connsiteY3975" fmla="*/ 596455 h 1038225"/>
                <a:gd name="connsiteX3976" fmla="*/ 293275 w 466725"/>
                <a:gd name="connsiteY3976" fmla="*/ 596170 h 1038225"/>
                <a:gd name="connsiteX3977" fmla="*/ 293465 w 466725"/>
                <a:gd name="connsiteY3977" fmla="*/ 595694 h 1038225"/>
                <a:gd name="connsiteX3978" fmla="*/ 293560 w 466725"/>
                <a:gd name="connsiteY3978" fmla="*/ 595313 h 1038225"/>
                <a:gd name="connsiteX3979" fmla="*/ 293465 w 466725"/>
                <a:gd name="connsiteY3979" fmla="*/ 594741 h 1038225"/>
                <a:gd name="connsiteX3980" fmla="*/ 292989 w 466725"/>
                <a:gd name="connsiteY3980" fmla="*/ 593693 h 1038225"/>
                <a:gd name="connsiteX3981" fmla="*/ 292894 w 466725"/>
                <a:gd name="connsiteY3981" fmla="*/ 593027 h 1038225"/>
                <a:gd name="connsiteX3982" fmla="*/ 292894 w 466725"/>
                <a:gd name="connsiteY3982" fmla="*/ 592550 h 1038225"/>
                <a:gd name="connsiteX3983" fmla="*/ 292799 w 466725"/>
                <a:gd name="connsiteY3983" fmla="*/ 592264 h 1038225"/>
                <a:gd name="connsiteX3984" fmla="*/ 292608 w 466725"/>
                <a:gd name="connsiteY3984" fmla="*/ 591884 h 1038225"/>
                <a:gd name="connsiteX3985" fmla="*/ 289941 w 466725"/>
                <a:gd name="connsiteY3985" fmla="*/ 588169 h 1038225"/>
                <a:gd name="connsiteX3986" fmla="*/ 289370 w 466725"/>
                <a:gd name="connsiteY3986" fmla="*/ 587026 h 1038225"/>
                <a:gd name="connsiteX3987" fmla="*/ 289560 w 466725"/>
                <a:gd name="connsiteY3987" fmla="*/ 586550 h 1038225"/>
                <a:gd name="connsiteX3988" fmla="*/ 290322 w 466725"/>
                <a:gd name="connsiteY3988" fmla="*/ 586169 h 1038225"/>
                <a:gd name="connsiteX3989" fmla="*/ 290703 w 466725"/>
                <a:gd name="connsiteY3989" fmla="*/ 585311 h 1038225"/>
                <a:gd name="connsiteX3990" fmla="*/ 290703 w 466725"/>
                <a:gd name="connsiteY3990" fmla="*/ 584263 h 1038225"/>
                <a:gd name="connsiteX3991" fmla="*/ 290322 w 466725"/>
                <a:gd name="connsiteY3991" fmla="*/ 583406 h 1038225"/>
                <a:gd name="connsiteX3992" fmla="*/ 289655 w 466725"/>
                <a:gd name="connsiteY3992" fmla="*/ 583025 h 1038225"/>
                <a:gd name="connsiteX3993" fmla="*/ 286988 w 466725"/>
                <a:gd name="connsiteY3993" fmla="*/ 581978 h 1038225"/>
                <a:gd name="connsiteX3994" fmla="*/ 286417 w 466725"/>
                <a:gd name="connsiteY3994" fmla="*/ 582168 h 1038225"/>
                <a:gd name="connsiteX3995" fmla="*/ 286322 w 466725"/>
                <a:gd name="connsiteY3995" fmla="*/ 582263 h 1038225"/>
                <a:gd name="connsiteX3996" fmla="*/ 285369 w 466725"/>
                <a:gd name="connsiteY3996" fmla="*/ 584930 h 1038225"/>
                <a:gd name="connsiteX3997" fmla="*/ 285179 w 466725"/>
                <a:gd name="connsiteY3997" fmla="*/ 585311 h 1038225"/>
                <a:gd name="connsiteX3998" fmla="*/ 284702 w 466725"/>
                <a:gd name="connsiteY3998" fmla="*/ 585692 h 1038225"/>
                <a:gd name="connsiteX3999" fmla="*/ 283655 w 466725"/>
                <a:gd name="connsiteY3999" fmla="*/ 585121 h 1038225"/>
                <a:gd name="connsiteX4000" fmla="*/ 282512 w 466725"/>
                <a:gd name="connsiteY4000" fmla="*/ 584263 h 1038225"/>
                <a:gd name="connsiteX4001" fmla="*/ 281464 w 466725"/>
                <a:gd name="connsiteY4001" fmla="*/ 583216 h 1038225"/>
                <a:gd name="connsiteX4002" fmla="*/ 280702 w 466725"/>
                <a:gd name="connsiteY4002" fmla="*/ 581978 h 1038225"/>
                <a:gd name="connsiteX4003" fmla="*/ 280416 w 466725"/>
                <a:gd name="connsiteY4003" fmla="*/ 580644 h 1038225"/>
                <a:gd name="connsiteX4004" fmla="*/ 280416 w 466725"/>
                <a:gd name="connsiteY4004" fmla="*/ 579406 h 1038225"/>
                <a:gd name="connsiteX4005" fmla="*/ 280225 w 466725"/>
                <a:gd name="connsiteY4005" fmla="*/ 578168 h 1038225"/>
                <a:gd name="connsiteX4006" fmla="*/ 278892 w 466725"/>
                <a:gd name="connsiteY4006" fmla="*/ 576072 h 1038225"/>
                <a:gd name="connsiteX4007" fmla="*/ 277654 w 466725"/>
                <a:gd name="connsiteY4007" fmla="*/ 573500 h 1038225"/>
                <a:gd name="connsiteX4008" fmla="*/ 277463 w 466725"/>
                <a:gd name="connsiteY4008" fmla="*/ 572643 h 1038225"/>
                <a:gd name="connsiteX4009" fmla="*/ 276892 w 466725"/>
                <a:gd name="connsiteY4009" fmla="*/ 571595 h 1038225"/>
                <a:gd name="connsiteX4010" fmla="*/ 275749 w 466725"/>
                <a:gd name="connsiteY4010" fmla="*/ 570547 h 1038225"/>
                <a:gd name="connsiteX4011" fmla="*/ 275368 w 466725"/>
                <a:gd name="connsiteY4011" fmla="*/ 569881 h 1038225"/>
                <a:gd name="connsiteX4012" fmla="*/ 276511 w 466725"/>
                <a:gd name="connsiteY4012" fmla="*/ 569976 h 1038225"/>
                <a:gd name="connsiteX4013" fmla="*/ 276892 w 466725"/>
                <a:gd name="connsiteY4013" fmla="*/ 570071 h 1038225"/>
                <a:gd name="connsiteX4014" fmla="*/ 277368 w 466725"/>
                <a:gd name="connsiteY4014" fmla="*/ 570357 h 1038225"/>
                <a:gd name="connsiteX4015" fmla="*/ 278416 w 466725"/>
                <a:gd name="connsiteY4015" fmla="*/ 572072 h 1038225"/>
                <a:gd name="connsiteX4016" fmla="*/ 278606 w 466725"/>
                <a:gd name="connsiteY4016" fmla="*/ 572548 h 1038225"/>
                <a:gd name="connsiteX4017" fmla="*/ 278797 w 466725"/>
                <a:gd name="connsiteY4017" fmla="*/ 572929 h 1038225"/>
                <a:gd name="connsiteX4018" fmla="*/ 279368 w 466725"/>
                <a:gd name="connsiteY4018" fmla="*/ 573310 h 1038225"/>
                <a:gd name="connsiteX4019" fmla="*/ 279940 w 466725"/>
                <a:gd name="connsiteY4019" fmla="*/ 573405 h 1038225"/>
                <a:gd name="connsiteX4020" fmla="*/ 281273 w 466725"/>
                <a:gd name="connsiteY4020" fmla="*/ 573119 h 1038225"/>
                <a:gd name="connsiteX4021" fmla="*/ 283750 w 466725"/>
                <a:gd name="connsiteY4021" fmla="*/ 573214 h 1038225"/>
                <a:gd name="connsiteX4022" fmla="*/ 285750 w 466725"/>
                <a:gd name="connsiteY4022" fmla="*/ 572262 h 1038225"/>
                <a:gd name="connsiteX4023" fmla="*/ 289370 w 466725"/>
                <a:gd name="connsiteY4023" fmla="*/ 569786 h 1038225"/>
                <a:gd name="connsiteX4024" fmla="*/ 290417 w 466725"/>
                <a:gd name="connsiteY4024" fmla="*/ 569405 h 1038225"/>
                <a:gd name="connsiteX4025" fmla="*/ 293180 w 466725"/>
                <a:gd name="connsiteY4025" fmla="*/ 569500 h 1038225"/>
                <a:gd name="connsiteX4026" fmla="*/ 295656 w 466725"/>
                <a:gd name="connsiteY4026" fmla="*/ 568833 h 1038225"/>
                <a:gd name="connsiteX4027" fmla="*/ 295942 w 466725"/>
                <a:gd name="connsiteY4027" fmla="*/ 568928 h 1038225"/>
                <a:gd name="connsiteX4028" fmla="*/ 296132 w 466725"/>
                <a:gd name="connsiteY4028" fmla="*/ 568833 h 1038225"/>
                <a:gd name="connsiteX4029" fmla="*/ 296418 w 466725"/>
                <a:gd name="connsiteY4029" fmla="*/ 568166 h 1038225"/>
                <a:gd name="connsiteX4030" fmla="*/ 296799 w 466725"/>
                <a:gd name="connsiteY4030" fmla="*/ 565976 h 1038225"/>
                <a:gd name="connsiteX4031" fmla="*/ 296418 w 466725"/>
                <a:gd name="connsiteY4031" fmla="*/ 563689 h 1038225"/>
                <a:gd name="connsiteX4032" fmla="*/ 295847 w 466725"/>
                <a:gd name="connsiteY4032" fmla="*/ 561499 h 1038225"/>
                <a:gd name="connsiteX4033" fmla="*/ 295561 w 466725"/>
                <a:gd name="connsiteY4033" fmla="*/ 559403 h 1038225"/>
                <a:gd name="connsiteX4034" fmla="*/ 295561 w 466725"/>
                <a:gd name="connsiteY4034" fmla="*/ 558165 h 1038225"/>
                <a:gd name="connsiteX4035" fmla="*/ 295370 w 466725"/>
                <a:gd name="connsiteY4035" fmla="*/ 557213 h 1038225"/>
                <a:gd name="connsiteX4036" fmla="*/ 294704 w 466725"/>
                <a:gd name="connsiteY4036" fmla="*/ 555212 h 1038225"/>
                <a:gd name="connsiteX4037" fmla="*/ 294704 w 466725"/>
                <a:gd name="connsiteY4037" fmla="*/ 554736 h 1038225"/>
                <a:gd name="connsiteX4038" fmla="*/ 294894 w 466725"/>
                <a:gd name="connsiteY4038" fmla="*/ 553307 h 1038225"/>
                <a:gd name="connsiteX4039" fmla="*/ 294704 w 466725"/>
                <a:gd name="connsiteY4039" fmla="*/ 552641 h 1038225"/>
                <a:gd name="connsiteX4040" fmla="*/ 294132 w 466725"/>
                <a:gd name="connsiteY4040" fmla="*/ 552069 h 1038225"/>
                <a:gd name="connsiteX4041" fmla="*/ 292894 w 466725"/>
                <a:gd name="connsiteY4041" fmla="*/ 551117 h 1038225"/>
                <a:gd name="connsiteX4042" fmla="*/ 291656 w 466725"/>
                <a:gd name="connsiteY4042" fmla="*/ 549973 h 1038225"/>
                <a:gd name="connsiteX4043" fmla="*/ 291465 w 466725"/>
                <a:gd name="connsiteY4043" fmla="*/ 549307 h 1038225"/>
                <a:gd name="connsiteX4044" fmla="*/ 292037 w 466725"/>
                <a:gd name="connsiteY4044" fmla="*/ 548735 h 1038225"/>
                <a:gd name="connsiteX4045" fmla="*/ 293180 w 466725"/>
                <a:gd name="connsiteY4045" fmla="*/ 547973 h 1038225"/>
                <a:gd name="connsiteX4046" fmla="*/ 293942 w 466725"/>
                <a:gd name="connsiteY4046" fmla="*/ 547116 h 1038225"/>
                <a:gd name="connsiteX4047" fmla="*/ 294323 w 466725"/>
                <a:gd name="connsiteY4047" fmla="*/ 546259 h 1038225"/>
                <a:gd name="connsiteX4048" fmla="*/ 294704 w 466725"/>
                <a:gd name="connsiteY4048" fmla="*/ 544163 h 1038225"/>
                <a:gd name="connsiteX4049" fmla="*/ 295275 w 466725"/>
                <a:gd name="connsiteY4049" fmla="*/ 543116 h 1038225"/>
                <a:gd name="connsiteX4050" fmla="*/ 298514 w 466725"/>
                <a:gd name="connsiteY4050" fmla="*/ 540639 h 1038225"/>
                <a:gd name="connsiteX4051" fmla="*/ 299275 w 466725"/>
                <a:gd name="connsiteY4051" fmla="*/ 539782 h 1038225"/>
                <a:gd name="connsiteX4052" fmla="*/ 299657 w 466725"/>
                <a:gd name="connsiteY4052" fmla="*/ 539020 h 1038225"/>
                <a:gd name="connsiteX4053" fmla="*/ 299847 w 466725"/>
                <a:gd name="connsiteY4053" fmla="*/ 534638 h 1038225"/>
                <a:gd name="connsiteX4054" fmla="*/ 299752 w 466725"/>
                <a:gd name="connsiteY4054" fmla="*/ 533686 h 1038225"/>
                <a:gd name="connsiteX4055" fmla="*/ 299371 w 466725"/>
                <a:gd name="connsiteY4055" fmla="*/ 532638 h 1038225"/>
                <a:gd name="connsiteX4056" fmla="*/ 298895 w 466725"/>
                <a:gd name="connsiteY4056" fmla="*/ 532162 h 1038225"/>
                <a:gd name="connsiteX4057" fmla="*/ 297466 w 466725"/>
                <a:gd name="connsiteY4057" fmla="*/ 531019 h 1038225"/>
                <a:gd name="connsiteX4058" fmla="*/ 297180 w 466725"/>
                <a:gd name="connsiteY4058" fmla="*/ 530543 h 1038225"/>
                <a:gd name="connsiteX4059" fmla="*/ 297371 w 466725"/>
                <a:gd name="connsiteY4059" fmla="*/ 529971 h 1038225"/>
                <a:gd name="connsiteX4060" fmla="*/ 297847 w 466725"/>
                <a:gd name="connsiteY4060" fmla="*/ 529876 h 1038225"/>
                <a:gd name="connsiteX4061" fmla="*/ 298418 w 466725"/>
                <a:gd name="connsiteY4061" fmla="*/ 529876 h 1038225"/>
                <a:gd name="connsiteX4062" fmla="*/ 298895 w 466725"/>
                <a:gd name="connsiteY4062" fmla="*/ 529685 h 1038225"/>
                <a:gd name="connsiteX4063" fmla="*/ 299275 w 466725"/>
                <a:gd name="connsiteY4063" fmla="*/ 528638 h 1038225"/>
                <a:gd name="connsiteX4064" fmla="*/ 298799 w 466725"/>
                <a:gd name="connsiteY4064" fmla="*/ 527685 h 1038225"/>
                <a:gd name="connsiteX4065" fmla="*/ 298037 w 466725"/>
                <a:gd name="connsiteY4065" fmla="*/ 526637 h 1038225"/>
                <a:gd name="connsiteX4066" fmla="*/ 297656 w 466725"/>
                <a:gd name="connsiteY4066" fmla="*/ 525304 h 1038225"/>
                <a:gd name="connsiteX4067" fmla="*/ 297561 w 466725"/>
                <a:gd name="connsiteY4067" fmla="*/ 524732 h 1038225"/>
                <a:gd name="connsiteX4068" fmla="*/ 297180 w 466725"/>
                <a:gd name="connsiteY4068" fmla="*/ 523685 h 1038225"/>
                <a:gd name="connsiteX4069" fmla="*/ 297180 w 466725"/>
                <a:gd name="connsiteY4069" fmla="*/ 523304 h 1038225"/>
                <a:gd name="connsiteX4070" fmla="*/ 298895 w 466725"/>
                <a:gd name="connsiteY4070" fmla="*/ 520922 h 1038225"/>
                <a:gd name="connsiteX4071" fmla="*/ 300609 w 466725"/>
                <a:gd name="connsiteY4071" fmla="*/ 519398 h 1038225"/>
                <a:gd name="connsiteX4072" fmla="*/ 301085 w 466725"/>
                <a:gd name="connsiteY4072" fmla="*/ 518827 h 1038225"/>
                <a:gd name="connsiteX4073" fmla="*/ 301466 w 466725"/>
                <a:gd name="connsiteY4073" fmla="*/ 517970 h 1038225"/>
                <a:gd name="connsiteX4074" fmla="*/ 301466 w 466725"/>
                <a:gd name="connsiteY4074" fmla="*/ 517684 h 1038225"/>
                <a:gd name="connsiteX4075" fmla="*/ 301276 w 466725"/>
                <a:gd name="connsiteY4075" fmla="*/ 517398 h 1038225"/>
                <a:gd name="connsiteX4076" fmla="*/ 301085 w 466725"/>
                <a:gd name="connsiteY4076" fmla="*/ 516731 h 1038225"/>
                <a:gd name="connsiteX4077" fmla="*/ 300990 w 466725"/>
                <a:gd name="connsiteY4077" fmla="*/ 515588 h 1038225"/>
                <a:gd name="connsiteX4078" fmla="*/ 300990 w 466725"/>
                <a:gd name="connsiteY4078" fmla="*/ 514541 h 1038225"/>
                <a:gd name="connsiteX4079" fmla="*/ 301466 w 466725"/>
                <a:gd name="connsiteY4079" fmla="*/ 513874 h 1038225"/>
                <a:gd name="connsiteX4080" fmla="*/ 302514 w 466725"/>
                <a:gd name="connsiteY4080" fmla="*/ 513683 h 1038225"/>
                <a:gd name="connsiteX4081" fmla="*/ 303371 w 466725"/>
                <a:gd name="connsiteY4081" fmla="*/ 513588 h 1038225"/>
                <a:gd name="connsiteX4082" fmla="*/ 306610 w 466725"/>
                <a:gd name="connsiteY4082" fmla="*/ 511969 h 1038225"/>
                <a:gd name="connsiteX4083" fmla="*/ 306991 w 466725"/>
                <a:gd name="connsiteY4083" fmla="*/ 511588 h 1038225"/>
                <a:gd name="connsiteX4084" fmla="*/ 307753 w 466725"/>
                <a:gd name="connsiteY4084" fmla="*/ 510635 h 1038225"/>
                <a:gd name="connsiteX4085" fmla="*/ 308229 w 466725"/>
                <a:gd name="connsiteY4085" fmla="*/ 510254 h 1038225"/>
                <a:gd name="connsiteX4086" fmla="*/ 308800 w 466725"/>
                <a:gd name="connsiteY4086" fmla="*/ 510064 h 1038225"/>
                <a:gd name="connsiteX4087" fmla="*/ 309277 w 466725"/>
                <a:gd name="connsiteY4087" fmla="*/ 510064 h 1038225"/>
                <a:gd name="connsiteX4088" fmla="*/ 309658 w 466725"/>
                <a:gd name="connsiteY4088" fmla="*/ 509873 h 1038225"/>
                <a:gd name="connsiteX4089" fmla="*/ 309943 w 466725"/>
                <a:gd name="connsiteY4089" fmla="*/ 509206 h 1038225"/>
                <a:gd name="connsiteX4090" fmla="*/ 309943 w 466725"/>
                <a:gd name="connsiteY4090" fmla="*/ 508254 h 1038225"/>
                <a:gd name="connsiteX4091" fmla="*/ 309467 w 466725"/>
                <a:gd name="connsiteY4091" fmla="*/ 506254 h 1038225"/>
                <a:gd name="connsiteX4092" fmla="*/ 309372 w 466725"/>
                <a:gd name="connsiteY4092" fmla="*/ 505206 h 1038225"/>
                <a:gd name="connsiteX4093" fmla="*/ 310039 w 466725"/>
                <a:gd name="connsiteY4093" fmla="*/ 501587 h 1038225"/>
                <a:gd name="connsiteX4094" fmla="*/ 310420 w 466725"/>
                <a:gd name="connsiteY4094" fmla="*/ 500825 h 1038225"/>
                <a:gd name="connsiteX4095" fmla="*/ 311563 w 466725"/>
                <a:gd name="connsiteY4095" fmla="*/ 500539 h 1038225"/>
                <a:gd name="connsiteX4096" fmla="*/ 312325 w 466725"/>
                <a:gd name="connsiteY4096" fmla="*/ 501301 h 1038225"/>
                <a:gd name="connsiteX4097" fmla="*/ 312992 w 466725"/>
                <a:gd name="connsiteY4097" fmla="*/ 502253 h 1038225"/>
                <a:gd name="connsiteX4098" fmla="*/ 313658 w 466725"/>
                <a:gd name="connsiteY4098" fmla="*/ 502444 h 1038225"/>
                <a:gd name="connsiteX4099" fmla="*/ 314992 w 466725"/>
                <a:gd name="connsiteY4099" fmla="*/ 502253 h 1038225"/>
                <a:gd name="connsiteX4100" fmla="*/ 316135 w 466725"/>
                <a:gd name="connsiteY4100" fmla="*/ 502825 h 1038225"/>
                <a:gd name="connsiteX4101" fmla="*/ 318230 w 466725"/>
                <a:gd name="connsiteY4101" fmla="*/ 504730 h 1038225"/>
                <a:gd name="connsiteX4102" fmla="*/ 320040 w 466725"/>
                <a:gd name="connsiteY4102" fmla="*/ 505301 h 1038225"/>
                <a:gd name="connsiteX4103" fmla="*/ 320421 w 466725"/>
                <a:gd name="connsiteY4103" fmla="*/ 505492 h 1038225"/>
                <a:gd name="connsiteX4104" fmla="*/ 320707 w 466725"/>
                <a:gd name="connsiteY4104" fmla="*/ 506063 h 1038225"/>
                <a:gd name="connsiteX4105" fmla="*/ 319468 w 466725"/>
                <a:gd name="connsiteY4105" fmla="*/ 508445 h 1038225"/>
                <a:gd name="connsiteX4106" fmla="*/ 319564 w 466725"/>
                <a:gd name="connsiteY4106" fmla="*/ 509016 h 1038225"/>
                <a:gd name="connsiteX4107" fmla="*/ 320516 w 466725"/>
                <a:gd name="connsiteY4107" fmla="*/ 509683 h 1038225"/>
                <a:gd name="connsiteX4108" fmla="*/ 321850 w 466725"/>
                <a:gd name="connsiteY4108" fmla="*/ 509397 h 1038225"/>
                <a:gd name="connsiteX4109" fmla="*/ 324231 w 466725"/>
                <a:gd name="connsiteY4109" fmla="*/ 508254 h 1038225"/>
                <a:gd name="connsiteX4110" fmla="*/ 326326 w 466725"/>
                <a:gd name="connsiteY4110" fmla="*/ 508254 h 1038225"/>
                <a:gd name="connsiteX4111" fmla="*/ 328803 w 466725"/>
                <a:gd name="connsiteY4111" fmla="*/ 508540 h 1038225"/>
                <a:gd name="connsiteX4112" fmla="*/ 331184 w 466725"/>
                <a:gd name="connsiteY4112" fmla="*/ 508445 h 1038225"/>
                <a:gd name="connsiteX4113" fmla="*/ 332994 w 466725"/>
                <a:gd name="connsiteY4113" fmla="*/ 507492 h 1038225"/>
                <a:gd name="connsiteX4114" fmla="*/ 333184 w 466725"/>
                <a:gd name="connsiteY4114" fmla="*/ 507492 h 1038225"/>
                <a:gd name="connsiteX4115" fmla="*/ 333756 w 466725"/>
                <a:gd name="connsiteY4115" fmla="*/ 507397 h 1038225"/>
                <a:gd name="connsiteX4116" fmla="*/ 334232 w 466725"/>
                <a:gd name="connsiteY4116" fmla="*/ 507778 h 1038225"/>
                <a:gd name="connsiteX4117" fmla="*/ 334613 w 466725"/>
                <a:gd name="connsiteY4117" fmla="*/ 508254 h 1038225"/>
                <a:gd name="connsiteX4118" fmla="*/ 335185 w 466725"/>
                <a:gd name="connsiteY4118" fmla="*/ 508730 h 1038225"/>
                <a:gd name="connsiteX4119" fmla="*/ 336042 w 466725"/>
                <a:gd name="connsiteY4119" fmla="*/ 509111 h 1038225"/>
                <a:gd name="connsiteX4120" fmla="*/ 336233 w 466725"/>
                <a:gd name="connsiteY4120" fmla="*/ 509016 h 1038225"/>
                <a:gd name="connsiteX4121" fmla="*/ 336328 w 466725"/>
                <a:gd name="connsiteY4121" fmla="*/ 508635 h 1038225"/>
                <a:gd name="connsiteX4122" fmla="*/ 336899 w 466725"/>
                <a:gd name="connsiteY4122" fmla="*/ 508159 h 1038225"/>
                <a:gd name="connsiteX4123" fmla="*/ 337947 w 466725"/>
                <a:gd name="connsiteY4123" fmla="*/ 507778 h 1038225"/>
                <a:gd name="connsiteX4124" fmla="*/ 339090 w 466725"/>
                <a:gd name="connsiteY4124" fmla="*/ 507587 h 1038225"/>
                <a:gd name="connsiteX4125" fmla="*/ 339471 w 466725"/>
                <a:gd name="connsiteY4125" fmla="*/ 507302 h 1038225"/>
                <a:gd name="connsiteX4126" fmla="*/ 340328 w 466725"/>
                <a:gd name="connsiteY4126" fmla="*/ 506159 h 1038225"/>
                <a:gd name="connsiteX4127" fmla="*/ 340805 w 466725"/>
                <a:gd name="connsiteY4127" fmla="*/ 505778 h 1038225"/>
                <a:gd name="connsiteX4128" fmla="*/ 341757 w 466725"/>
                <a:gd name="connsiteY4128" fmla="*/ 505396 h 1038225"/>
                <a:gd name="connsiteX4129" fmla="*/ 346424 w 466725"/>
                <a:gd name="connsiteY4129" fmla="*/ 504730 h 1038225"/>
                <a:gd name="connsiteX4130" fmla="*/ 347472 w 466725"/>
                <a:gd name="connsiteY4130" fmla="*/ 504349 h 1038225"/>
                <a:gd name="connsiteX4131" fmla="*/ 350520 w 466725"/>
                <a:gd name="connsiteY4131" fmla="*/ 501968 h 1038225"/>
                <a:gd name="connsiteX4132" fmla="*/ 352139 w 466725"/>
                <a:gd name="connsiteY4132" fmla="*/ 502730 h 1038225"/>
                <a:gd name="connsiteX4133" fmla="*/ 352901 w 466725"/>
                <a:gd name="connsiteY4133" fmla="*/ 503206 h 1038225"/>
                <a:gd name="connsiteX4134" fmla="*/ 353568 w 466725"/>
                <a:gd name="connsiteY4134" fmla="*/ 503777 h 1038225"/>
                <a:gd name="connsiteX4135" fmla="*/ 354616 w 466725"/>
                <a:gd name="connsiteY4135" fmla="*/ 505301 h 1038225"/>
                <a:gd name="connsiteX4136" fmla="*/ 355473 w 466725"/>
                <a:gd name="connsiteY4136" fmla="*/ 505111 h 1038225"/>
                <a:gd name="connsiteX4137" fmla="*/ 357378 w 466725"/>
                <a:gd name="connsiteY4137" fmla="*/ 503777 h 1038225"/>
                <a:gd name="connsiteX4138" fmla="*/ 359378 w 466725"/>
                <a:gd name="connsiteY4138" fmla="*/ 502920 h 1038225"/>
                <a:gd name="connsiteX4139" fmla="*/ 360140 w 466725"/>
                <a:gd name="connsiteY4139" fmla="*/ 502253 h 1038225"/>
                <a:gd name="connsiteX4140" fmla="*/ 360807 w 466725"/>
                <a:gd name="connsiteY4140" fmla="*/ 501015 h 1038225"/>
                <a:gd name="connsiteX4141" fmla="*/ 361188 w 466725"/>
                <a:gd name="connsiteY4141" fmla="*/ 499586 h 1038225"/>
                <a:gd name="connsiteX4142" fmla="*/ 361093 w 466725"/>
                <a:gd name="connsiteY4142" fmla="*/ 498538 h 1038225"/>
                <a:gd name="connsiteX4143" fmla="*/ 360807 w 466725"/>
                <a:gd name="connsiteY4143" fmla="*/ 497491 h 1038225"/>
                <a:gd name="connsiteX4144" fmla="*/ 360617 w 466725"/>
                <a:gd name="connsiteY4144" fmla="*/ 496157 h 1038225"/>
                <a:gd name="connsiteX4145" fmla="*/ 360712 w 466725"/>
                <a:gd name="connsiteY4145" fmla="*/ 495586 h 1038225"/>
                <a:gd name="connsiteX4146" fmla="*/ 360998 w 466725"/>
                <a:gd name="connsiteY4146" fmla="*/ 495205 h 1038225"/>
                <a:gd name="connsiteX4147" fmla="*/ 361283 w 466725"/>
                <a:gd name="connsiteY4147" fmla="*/ 494919 h 1038225"/>
                <a:gd name="connsiteX4148" fmla="*/ 361379 w 466725"/>
                <a:gd name="connsiteY4148" fmla="*/ 494633 h 1038225"/>
                <a:gd name="connsiteX4149" fmla="*/ 361379 w 466725"/>
                <a:gd name="connsiteY4149" fmla="*/ 494157 h 1038225"/>
                <a:gd name="connsiteX4150" fmla="*/ 361093 w 466725"/>
                <a:gd name="connsiteY4150" fmla="*/ 493109 h 1038225"/>
                <a:gd name="connsiteX4151" fmla="*/ 360998 w 466725"/>
                <a:gd name="connsiteY4151" fmla="*/ 492538 h 1038225"/>
                <a:gd name="connsiteX4152" fmla="*/ 361569 w 466725"/>
                <a:gd name="connsiteY4152" fmla="*/ 488728 h 1038225"/>
                <a:gd name="connsiteX4153" fmla="*/ 362617 w 466725"/>
                <a:gd name="connsiteY4153" fmla="*/ 486823 h 1038225"/>
                <a:gd name="connsiteX4154" fmla="*/ 364522 w 466725"/>
                <a:gd name="connsiteY4154" fmla="*/ 485394 h 1038225"/>
                <a:gd name="connsiteX4155" fmla="*/ 366808 w 466725"/>
                <a:gd name="connsiteY4155" fmla="*/ 484442 h 1038225"/>
                <a:gd name="connsiteX4156" fmla="*/ 368999 w 466725"/>
                <a:gd name="connsiteY4156" fmla="*/ 484156 h 1038225"/>
                <a:gd name="connsiteX4157" fmla="*/ 370046 w 466725"/>
                <a:gd name="connsiteY4157" fmla="*/ 484251 h 1038225"/>
                <a:gd name="connsiteX4158" fmla="*/ 372237 w 466725"/>
                <a:gd name="connsiteY4158" fmla="*/ 484918 h 1038225"/>
                <a:gd name="connsiteX4159" fmla="*/ 373190 w 466725"/>
                <a:gd name="connsiteY4159" fmla="*/ 485394 h 1038225"/>
                <a:gd name="connsiteX4160" fmla="*/ 375285 w 466725"/>
                <a:gd name="connsiteY4160" fmla="*/ 487109 h 1038225"/>
                <a:gd name="connsiteX4161" fmla="*/ 376333 w 466725"/>
                <a:gd name="connsiteY4161" fmla="*/ 487680 h 1038225"/>
                <a:gd name="connsiteX4162" fmla="*/ 377666 w 466725"/>
                <a:gd name="connsiteY4162" fmla="*/ 487490 h 1038225"/>
                <a:gd name="connsiteX4163" fmla="*/ 383953 w 466725"/>
                <a:gd name="connsiteY4163" fmla="*/ 485489 h 1038225"/>
                <a:gd name="connsiteX4164" fmla="*/ 385667 w 466725"/>
                <a:gd name="connsiteY4164" fmla="*/ 484061 h 1038225"/>
                <a:gd name="connsiteX4165" fmla="*/ 386334 w 466725"/>
                <a:gd name="connsiteY4165" fmla="*/ 483299 h 1038225"/>
                <a:gd name="connsiteX4166" fmla="*/ 387001 w 466725"/>
                <a:gd name="connsiteY4166" fmla="*/ 483013 h 1038225"/>
                <a:gd name="connsiteX4167" fmla="*/ 387477 w 466725"/>
                <a:gd name="connsiteY4167" fmla="*/ 482632 h 1038225"/>
                <a:gd name="connsiteX4168" fmla="*/ 387572 w 466725"/>
                <a:gd name="connsiteY4168" fmla="*/ 482537 h 1038225"/>
                <a:gd name="connsiteX4169" fmla="*/ 388144 w 466725"/>
                <a:gd name="connsiteY4169" fmla="*/ 481584 h 1038225"/>
                <a:gd name="connsiteX4170" fmla="*/ 388430 w 466725"/>
                <a:gd name="connsiteY4170" fmla="*/ 480155 h 1038225"/>
                <a:gd name="connsiteX4171" fmla="*/ 388049 w 466725"/>
                <a:gd name="connsiteY4171" fmla="*/ 479298 h 1038225"/>
                <a:gd name="connsiteX4172" fmla="*/ 386334 w 466725"/>
                <a:gd name="connsiteY4172" fmla="*/ 477393 h 1038225"/>
                <a:gd name="connsiteX4173" fmla="*/ 385763 w 466725"/>
                <a:gd name="connsiteY4173" fmla="*/ 474155 h 1038225"/>
                <a:gd name="connsiteX4174" fmla="*/ 385286 w 466725"/>
                <a:gd name="connsiteY4174" fmla="*/ 473107 h 1038225"/>
                <a:gd name="connsiteX4175" fmla="*/ 383381 w 466725"/>
                <a:gd name="connsiteY4175" fmla="*/ 471107 h 1038225"/>
                <a:gd name="connsiteX4176" fmla="*/ 382905 w 466725"/>
                <a:gd name="connsiteY4176" fmla="*/ 470154 h 1038225"/>
                <a:gd name="connsiteX4177" fmla="*/ 383953 w 466725"/>
                <a:gd name="connsiteY4177" fmla="*/ 469773 h 1038225"/>
                <a:gd name="connsiteX4178" fmla="*/ 384715 w 466725"/>
                <a:gd name="connsiteY4178" fmla="*/ 470059 h 1038225"/>
                <a:gd name="connsiteX4179" fmla="*/ 387287 w 466725"/>
                <a:gd name="connsiteY4179" fmla="*/ 471869 h 1038225"/>
                <a:gd name="connsiteX4180" fmla="*/ 391287 w 466725"/>
                <a:gd name="connsiteY4180" fmla="*/ 473202 h 1038225"/>
                <a:gd name="connsiteX4181" fmla="*/ 391763 w 466725"/>
                <a:gd name="connsiteY4181" fmla="*/ 473202 h 1038225"/>
                <a:gd name="connsiteX4182" fmla="*/ 392716 w 466725"/>
                <a:gd name="connsiteY4182" fmla="*/ 473107 h 1038225"/>
                <a:gd name="connsiteX4183" fmla="*/ 393287 w 466725"/>
                <a:gd name="connsiteY4183" fmla="*/ 473107 h 1038225"/>
                <a:gd name="connsiteX4184" fmla="*/ 393764 w 466725"/>
                <a:gd name="connsiteY4184" fmla="*/ 473297 h 1038225"/>
                <a:gd name="connsiteX4185" fmla="*/ 394525 w 466725"/>
                <a:gd name="connsiteY4185" fmla="*/ 473869 h 1038225"/>
                <a:gd name="connsiteX4186" fmla="*/ 395002 w 466725"/>
                <a:gd name="connsiteY4186" fmla="*/ 473964 h 1038225"/>
                <a:gd name="connsiteX4187" fmla="*/ 396050 w 466725"/>
                <a:gd name="connsiteY4187" fmla="*/ 473774 h 1038225"/>
                <a:gd name="connsiteX4188" fmla="*/ 398050 w 466725"/>
                <a:gd name="connsiteY4188" fmla="*/ 472916 h 1038225"/>
                <a:gd name="connsiteX4189" fmla="*/ 399098 w 466725"/>
                <a:gd name="connsiteY4189" fmla="*/ 472726 h 1038225"/>
                <a:gd name="connsiteX4190" fmla="*/ 401193 w 466725"/>
                <a:gd name="connsiteY4190" fmla="*/ 472726 h 1038225"/>
                <a:gd name="connsiteX4191" fmla="*/ 402146 w 466725"/>
                <a:gd name="connsiteY4191" fmla="*/ 472440 h 1038225"/>
                <a:gd name="connsiteX4192" fmla="*/ 403003 w 466725"/>
                <a:gd name="connsiteY4192" fmla="*/ 471583 h 1038225"/>
                <a:gd name="connsiteX4193" fmla="*/ 403479 w 466725"/>
                <a:gd name="connsiteY4193" fmla="*/ 470630 h 1038225"/>
                <a:gd name="connsiteX4194" fmla="*/ 404146 w 466725"/>
                <a:gd name="connsiteY4194" fmla="*/ 468630 h 1038225"/>
                <a:gd name="connsiteX4195" fmla="*/ 404717 w 466725"/>
                <a:gd name="connsiteY4195" fmla="*/ 467773 h 1038225"/>
                <a:gd name="connsiteX4196" fmla="*/ 405670 w 466725"/>
                <a:gd name="connsiteY4196" fmla="*/ 467106 h 1038225"/>
                <a:gd name="connsiteX4197" fmla="*/ 406813 w 466725"/>
                <a:gd name="connsiteY4197" fmla="*/ 466725 h 1038225"/>
                <a:gd name="connsiteX4198" fmla="*/ 409670 w 466725"/>
                <a:gd name="connsiteY4198" fmla="*/ 466344 h 1038225"/>
                <a:gd name="connsiteX4199" fmla="*/ 409956 w 466725"/>
                <a:gd name="connsiteY4199" fmla="*/ 466249 h 1038225"/>
                <a:gd name="connsiteX4200" fmla="*/ 410242 w 466725"/>
                <a:gd name="connsiteY4200" fmla="*/ 466344 h 1038225"/>
                <a:gd name="connsiteX4201" fmla="*/ 410813 w 466725"/>
                <a:gd name="connsiteY4201" fmla="*/ 466820 h 1038225"/>
                <a:gd name="connsiteX4202" fmla="*/ 411194 w 466725"/>
                <a:gd name="connsiteY4202" fmla="*/ 467296 h 1038225"/>
                <a:gd name="connsiteX4203" fmla="*/ 411290 w 466725"/>
                <a:gd name="connsiteY4203" fmla="*/ 467868 h 1038225"/>
                <a:gd name="connsiteX4204" fmla="*/ 411480 w 466725"/>
                <a:gd name="connsiteY4204" fmla="*/ 468344 h 1038225"/>
                <a:gd name="connsiteX4205" fmla="*/ 411956 w 466725"/>
                <a:gd name="connsiteY4205" fmla="*/ 468821 h 1038225"/>
                <a:gd name="connsiteX4206" fmla="*/ 412528 w 466725"/>
                <a:gd name="connsiteY4206" fmla="*/ 469583 h 1038225"/>
                <a:gd name="connsiteX4207" fmla="*/ 413099 w 466725"/>
                <a:gd name="connsiteY4207" fmla="*/ 469773 h 1038225"/>
                <a:gd name="connsiteX4208" fmla="*/ 413671 w 466725"/>
                <a:gd name="connsiteY4208" fmla="*/ 469773 h 1038225"/>
                <a:gd name="connsiteX4209" fmla="*/ 414433 w 466725"/>
                <a:gd name="connsiteY4209" fmla="*/ 469964 h 1038225"/>
                <a:gd name="connsiteX4210" fmla="*/ 415100 w 466725"/>
                <a:gd name="connsiteY4210" fmla="*/ 470345 h 1038225"/>
                <a:gd name="connsiteX4211" fmla="*/ 415481 w 466725"/>
                <a:gd name="connsiteY4211" fmla="*/ 470821 h 1038225"/>
                <a:gd name="connsiteX4212" fmla="*/ 415766 w 466725"/>
                <a:gd name="connsiteY4212" fmla="*/ 471392 h 1038225"/>
                <a:gd name="connsiteX4213" fmla="*/ 416147 w 466725"/>
                <a:gd name="connsiteY4213" fmla="*/ 472059 h 1038225"/>
                <a:gd name="connsiteX4214" fmla="*/ 418433 w 466725"/>
                <a:gd name="connsiteY4214" fmla="*/ 473488 h 1038225"/>
                <a:gd name="connsiteX4215" fmla="*/ 418338 w 466725"/>
                <a:gd name="connsiteY4215" fmla="*/ 472535 h 1038225"/>
                <a:gd name="connsiteX4216" fmla="*/ 418338 w 466725"/>
                <a:gd name="connsiteY4216" fmla="*/ 471773 h 1038225"/>
                <a:gd name="connsiteX4217" fmla="*/ 418529 w 466725"/>
                <a:gd name="connsiteY4217" fmla="*/ 471011 h 1038225"/>
                <a:gd name="connsiteX4218" fmla="*/ 419100 w 466725"/>
                <a:gd name="connsiteY4218" fmla="*/ 470345 h 1038225"/>
                <a:gd name="connsiteX4219" fmla="*/ 419576 w 466725"/>
                <a:gd name="connsiteY4219" fmla="*/ 469583 h 1038225"/>
                <a:gd name="connsiteX4220" fmla="*/ 419767 w 466725"/>
                <a:gd name="connsiteY4220" fmla="*/ 468630 h 1038225"/>
                <a:gd name="connsiteX4221" fmla="*/ 419862 w 466725"/>
                <a:gd name="connsiteY4221" fmla="*/ 467392 h 1038225"/>
                <a:gd name="connsiteX4222" fmla="*/ 420338 w 466725"/>
                <a:gd name="connsiteY4222" fmla="*/ 465677 h 1038225"/>
                <a:gd name="connsiteX4223" fmla="*/ 421005 w 466725"/>
                <a:gd name="connsiteY4223" fmla="*/ 460724 h 1038225"/>
                <a:gd name="connsiteX4224" fmla="*/ 421576 w 466725"/>
                <a:gd name="connsiteY4224" fmla="*/ 458819 h 1038225"/>
                <a:gd name="connsiteX4225" fmla="*/ 422243 w 466725"/>
                <a:gd name="connsiteY4225" fmla="*/ 457295 h 1038225"/>
                <a:gd name="connsiteX4226" fmla="*/ 422243 w 466725"/>
                <a:gd name="connsiteY4226" fmla="*/ 456533 h 1038225"/>
                <a:gd name="connsiteX4227" fmla="*/ 422624 w 466725"/>
                <a:gd name="connsiteY4227" fmla="*/ 455676 h 1038225"/>
                <a:gd name="connsiteX4228" fmla="*/ 423767 w 466725"/>
                <a:gd name="connsiteY4228" fmla="*/ 454057 h 1038225"/>
                <a:gd name="connsiteX4229" fmla="*/ 424053 w 466725"/>
                <a:gd name="connsiteY4229" fmla="*/ 453295 h 1038225"/>
                <a:gd name="connsiteX4230" fmla="*/ 424243 w 466725"/>
                <a:gd name="connsiteY4230" fmla="*/ 452342 h 1038225"/>
                <a:gd name="connsiteX4231" fmla="*/ 424815 w 466725"/>
                <a:gd name="connsiteY4231" fmla="*/ 451675 h 1038225"/>
                <a:gd name="connsiteX4232" fmla="*/ 426244 w 466725"/>
                <a:gd name="connsiteY4232" fmla="*/ 450437 h 1038225"/>
                <a:gd name="connsiteX4233" fmla="*/ 427577 w 466725"/>
                <a:gd name="connsiteY4233" fmla="*/ 448723 h 1038225"/>
                <a:gd name="connsiteX4234" fmla="*/ 428434 w 466725"/>
                <a:gd name="connsiteY4234" fmla="*/ 447961 h 1038225"/>
                <a:gd name="connsiteX4235" fmla="*/ 430530 w 466725"/>
                <a:gd name="connsiteY4235" fmla="*/ 447294 h 1038225"/>
                <a:gd name="connsiteX4236" fmla="*/ 431197 w 466725"/>
                <a:gd name="connsiteY4236" fmla="*/ 446532 h 1038225"/>
                <a:gd name="connsiteX4237" fmla="*/ 431673 w 466725"/>
                <a:gd name="connsiteY4237" fmla="*/ 445675 h 1038225"/>
                <a:gd name="connsiteX4238" fmla="*/ 432435 w 466725"/>
                <a:gd name="connsiteY4238" fmla="*/ 444913 h 1038225"/>
                <a:gd name="connsiteX4239" fmla="*/ 433388 w 466725"/>
                <a:gd name="connsiteY4239" fmla="*/ 444722 h 1038225"/>
                <a:gd name="connsiteX4240" fmla="*/ 437959 w 466725"/>
                <a:gd name="connsiteY4240" fmla="*/ 445484 h 1038225"/>
                <a:gd name="connsiteX4241" fmla="*/ 440246 w 466725"/>
                <a:gd name="connsiteY4241" fmla="*/ 446151 h 1038225"/>
                <a:gd name="connsiteX4242" fmla="*/ 441484 w 466725"/>
                <a:gd name="connsiteY4242" fmla="*/ 446151 h 1038225"/>
                <a:gd name="connsiteX4243" fmla="*/ 443198 w 466725"/>
                <a:gd name="connsiteY4243" fmla="*/ 445580 h 1038225"/>
                <a:gd name="connsiteX4244" fmla="*/ 444817 w 466725"/>
                <a:gd name="connsiteY4244" fmla="*/ 444722 h 1038225"/>
                <a:gd name="connsiteX4245" fmla="*/ 445294 w 466725"/>
                <a:gd name="connsiteY4245" fmla="*/ 444341 h 1038225"/>
                <a:gd name="connsiteX4246" fmla="*/ 446246 w 466725"/>
                <a:gd name="connsiteY4246" fmla="*/ 443579 h 1038225"/>
                <a:gd name="connsiteX4247" fmla="*/ 447580 w 466725"/>
                <a:gd name="connsiteY4247" fmla="*/ 442246 h 1038225"/>
                <a:gd name="connsiteX4248" fmla="*/ 447580 w 466725"/>
                <a:gd name="connsiteY4248" fmla="*/ 441865 h 1038225"/>
                <a:gd name="connsiteX4249" fmla="*/ 446056 w 466725"/>
                <a:gd name="connsiteY4249" fmla="*/ 441579 h 1038225"/>
                <a:gd name="connsiteX4250" fmla="*/ 441389 w 466725"/>
                <a:gd name="connsiteY4250" fmla="*/ 442436 h 1038225"/>
                <a:gd name="connsiteX4251" fmla="*/ 440436 w 466725"/>
                <a:gd name="connsiteY4251" fmla="*/ 441770 h 1038225"/>
                <a:gd name="connsiteX4252" fmla="*/ 440531 w 466725"/>
                <a:gd name="connsiteY4252" fmla="*/ 440627 h 1038225"/>
                <a:gd name="connsiteX4253" fmla="*/ 441008 w 466725"/>
                <a:gd name="connsiteY4253" fmla="*/ 438341 h 1038225"/>
                <a:gd name="connsiteX4254" fmla="*/ 441103 w 466725"/>
                <a:gd name="connsiteY4254" fmla="*/ 437102 h 1038225"/>
                <a:gd name="connsiteX4255" fmla="*/ 441293 w 466725"/>
                <a:gd name="connsiteY4255" fmla="*/ 436817 h 1038225"/>
                <a:gd name="connsiteX4256" fmla="*/ 442246 w 466725"/>
                <a:gd name="connsiteY4256" fmla="*/ 436150 h 1038225"/>
                <a:gd name="connsiteX4257" fmla="*/ 442532 w 466725"/>
                <a:gd name="connsiteY4257" fmla="*/ 435769 h 1038225"/>
                <a:gd name="connsiteX4258" fmla="*/ 442436 w 466725"/>
                <a:gd name="connsiteY4258" fmla="*/ 435293 h 1038225"/>
                <a:gd name="connsiteX4259" fmla="*/ 441770 w 466725"/>
                <a:gd name="connsiteY4259" fmla="*/ 433769 h 1038225"/>
                <a:gd name="connsiteX4260" fmla="*/ 442722 w 466725"/>
                <a:gd name="connsiteY4260" fmla="*/ 433388 h 1038225"/>
                <a:gd name="connsiteX4261" fmla="*/ 445103 w 466725"/>
                <a:gd name="connsiteY4261" fmla="*/ 432911 h 1038225"/>
                <a:gd name="connsiteX4262" fmla="*/ 446056 w 466725"/>
                <a:gd name="connsiteY4262" fmla="*/ 432340 h 1038225"/>
                <a:gd name="connsiteX4263" fmla="*/ 446723 w 466725"/>
                <a:gd name="connsiteY4263" fmla="*/ 431483 h 1038225"/>
                <a:gd name="connsiteX4264" fmla="*/ 449485 w 466725"/>
                <a:gd name="connsiteY4264" fmla="*/ 426434 h 1038225"/>
                <a:gd name="connsiteX4265" fmla="*/ 451104 w 466725"/>
                <a:gd name="connsiteY4265" fmla="*/ 419576 h 1038225"/>
                <a:gd name="connsiteX4266" fmla="*/ 451199 w 466725"/>
                <a:gd name="connsiteY4266" fmla="*/ 418910 h 1038225"/>
                <a:gd name="connsiteX4267" fmla="*/ 451199 w 466725"/>
                <a:gd name="connsiteY4267" fmla="*/ 418338 h 1038225"/>
                <a:gd name="connsiteX4268" fmla="*/ 451390 w 466725"/>
                <a:gd name="connsiteY4268" fmla="*/ 417862 h 1038225"/>
                <a:gd name="connsiteX4269" fmla="*/ 452057 w 466725"/>
                <a:gd name="connsiteY4269" fmla="*/ 417671 h 1038225"/>
                <a:gd name="connsiteX4270" fmla="*/ 452533 w 466725"/>
                <a:gd name="connsiteY4270" fmla="*/ 417671 h 1038225"/>
                <a:gd name="connsiteX4271" fmla="*/ 453009 w 466725"/>
                <a:gd name="connsiteY4271" fmla="*/ 417767 h 1038225"/>
                <a:gd name="connsiteX4272" fmla="*/ 453485 w 466725"/>
                <a:gd name="connsiteY4272" fmla="*/ 417957 h 1038225"/>
                <a:gd name="connsiteX4273" fmla="*/ 453866 w 466725"/>
                <a:gd name="connsiteY4273" fmla="*/ 418243 h 1038225"/>
                <a:gd name="connsiteX4274" fmla="*/ 454914 w 466725"/>
                <a:gd name="connsiteY4274" fmla="*/ 418624 h 1038225"/>
                <a:gd name="connsiteX4275" fmla="*/ 456152 w 466725"/>
                <a:gd name="connsiteY4275" fmla="*/ 418433 h 1038225"/>
                <a:gd name="connsiteX4276" fmla="*/ 458057 w 466725"/>
                <a:gd name="connsiteY4276" fmla="*/ 417576 h 1038225"/>
                <a:gd name="connsiteX4277" fmla="*/ 458629 w 466725"/>
                <a:gd name="connsiteY4277" fmla="*/ 417100 h 1038225"/>
                <a:gd name="connsiteX4278" fmla="*/ 460439 w 466725"/>
                <a:gd name="connsiteY4278" fmla="*/ 415290 h 1038225"/>
                <a:gd name="connsiteX4279" fmla="*/ 461200 w 466725"/>
                <a:gd name="connsiteY4279" fmla="*/ 415004 h 1038225"/>
                <a:gd name="connsiteX4280" fmla="*/ 466154 w 466725"/>
                <a:gd name="connsiteY4280" fmla="*/ 412433 h 1038225"/>
                <a:gd name="connsiteX4281" fmla="*/ 473488 w 466725"/>
                <a:gd name="connsiteY4281" fmla="*/ 406432 h 1038225"/>
                <a:gd name="connsiteX4282" fmla="*/ 474250 w 466725"/>
                <a:gd name="connsiteY4282" fmla="*/ 406051 h 1038225"/>
                <a:gd name="connsiteX4283" fmla="*/ 474440 w 466725"/>
                <a:gd name="connsiteY4283" fmla="*/ 405194 h 1038225"/>
                <a:gd name="connsiteX4284" fmla="*/ 474345 w 466725"/>
                <a:gd name="connsiteY4284" fmla="*/ 404146 h 1038225"/>
                <a:gd name="connsiteX4285" fmla="*/ 474059 w 466725"/>
                <a:gd name="connsiteY4285" fmla="*/ 403289 h 1038225"/>
                <a:gd name="connsiteX4286" fmla="*/ 474250 w 466725"/>
                <a:gd name="connsiteY4286" fmla="*/ 402241 h 1038225"/>
                <a:gd name="connsiteX4287" fmla="*/ 475012 w 466725"/>
                <a:gd name="connsiteY4287" fmla="*/ 401384 h 1038225"/>
                <a:gd name="connsiteX4288" fmla="*/ 334899 w 466725"/>
                <a:gd name="connsiteY4288" fmla="*/ 979170 h 1038225"/>
                <a:gd name="connsiteX4289" fmla="*/ 334518 w 466725"/>
                <a:gd name="connsiteY4289" fmla="*/ 979551 h 1038225"/>
                <a:gd name="connsiteX4290" fmla="*/ 333661 w 466725"/>
                <a:gd name="connsiteY4290" fmla="*/ 980218 h 1038225"/>
                <a:gd name="connsiteX4291" fmla="*/ 333184 w 466725"/>
                <a:gd name="connsiteY4291" fmla="*/ 980980 h 1038225"/>
                <a:gd name="connsiteX4292" fmla="*/ 333089 w 466725"/>
                <a:gd name="connsiteY4292" fmla="*/ 982028 h 1038225"/>
                <a:gd name="connsiteX4293" fmla="*/ 333566 w 466725"/>
                <a:gd name="connsiteY4293" fmla="*/ 982980 h 1038225"/>
                <a:gd name="connsiteX4294" fmla="*/ 334709 w 466725"/>
                <a:gd name="connsiteY4294" fmla="*/ 983456 h 1038225"/>
                <a:gd name="connsiteX4295" fmla="*/ 334709 w 466725"/>
                <a:gd name="connsiteY4295" fmla="*/ 982885 h 1038225"/>
                <a:gd name="connsiteX4296" fmla="*/ 334899 w 466725"/>
                <a:gd name="connsiteY4296" fmla="*/ 982409 h 1038225"/>
                <a:gd name="connsiteX4297" fmla="*/ 335280 w 466725"/>
                <a:gd name="connsiteY4297" fmla="*/ 982123 h 1038225"/>
                <a:gd name="connsiteX4298" fmla="*/ 335756 w 466725"/>
                <a:gd name="connsiteY4298" fmla="*/ 981932 h 1038225"/>
                <a:gd name="connsiteX4299" fmla="*/ 335756 w 466725"/>
                <a:gd name="connsiteY4299" fmla="*/ 982313 h 1038225"/>
                <a:gd name="connsiteX4300" fmla="*/ 335851 w 466725"/>
                <a:gd name="connsiteY4300" fmla="*/ 982789 h 1038225"/>
                <a:gd name="connsiteX4301" fmla="*/ 336042 w 466725"/>
                <a:gd name="connsiteY4301" fmla="*/ 983171 h 1038225"/>
                <a:gd name="connsiteX4302" fmla="*/ 336423 w 466725"/>
                <a:gd name="connsiteY4302" fmla="*/ 982980 h 1038225"/>
                <a:gd name="connsiteX4303" fmla="*/ 336518 w 466725"/>
                <a:gd name="connsiteY4303" fmla="*/ 982599 h 1038225"/>
                <a:gd name="connsiteX4304" fmla="*/ 336423 w 466725"/>
                <a:gd name="connsiteY4304" fmla="*/ 981075 h 1038225"/>
                <a:gd name="connsiteX4305" fmla="*/ 336614 w 466725"/>
                <a:gd name="connsiteY4305" fmla="*/ 979551 h 1038225"/>
                <a:gd name="connsiteX4306" fmla="*/ 336614 w 466725"/>
                <a:gd name="connsiteY4306" fmla="*/ 978789 h 1038225"/>
                <a:gd name="connsiteX4307" fmla="*/ 336233 w 466725"/>
                <a:gd name="connsiteY4307" fmla="*/ 976789 h 1038225"/>
                <a:gd name="connsiteX4308" fmla="*/ 335947 w 466725"/>
                <a:gd name="connsiteY4308" fmla="*/ 976027 h 1038225"/>
                <a:gd name="connsiteX4309" fmla="*/ 335566 w 466725"/>
                <a:gd name="connsiteY4309" fmla="*/ 975836 h 1038225"/>
                <a:gd name="connsiteX4310" fmla="*/ 334994 w 466725"/>
                <a:gd name="connsiteY4310" fmla="*/ 976694 h 1038225"/>
                <a:gd name="connsiteX4311" fmla="*/ 334994 w 466725"/>
                <a:gd name="connsiteY4311" fmla="*/ 977075 h 1038225"/>
                <a:gd name="connsiteX4312" fmla="*/ 335090 w 466725"/>
                <a:gd name="connsiteY4312" fmla="*/ 978027 h 1038225"/>
                <a:gd name="connsiteX4313" fmla="*/ 334994 w 466725"/>
                <a:gd name="connsiteY4313" fmla="*/ 978503 h 1038225"/>
                <a:gd name="connsiteX4314" fmla="*/ 334899 w 466725"/>
                <a:gd name="connsiteY4314" fmla="*/ 979170 h 1038225"/>
                <a:gd name="connsiteX4315" fmla="*/ 331375 w 466725"/>
                <a:gd name="connsiteY4315" fmla="*/ 980408 h 1038225"/>
                <a:gd name="connsiteX4316" fmla="*/ 330899 w 466725"/>
                <a:gd name="connsiteY4316" fmla="*/ 980885 h 1038225"/>
                <a:gd name="connsiteX4317" fmla="*/ 330708 w 466725"/>
                <a:gd name="connsiteY4317" fmla="*/ 981742 h 1038225"/>
                <a:gd name="connsiteX4318" fmla="*/ 330899 w 466725"/>
                <a:gd name="connsiteY4318" fmla="*/ 982409 h 1038225"/>
                <a:gd name="connsiteX4319" fmla="*/ 331280 w 466725"/>
                <a:gd name="connsiteY4319" fmla="*/ 982409 h 1038225"/>
                <a:gd name="connsiteX4320" fmla="*/ 331660 w 466725"/>
                <a:gd name="connsiteY4320" fmla="*/ 981932 h 1038225"/>
                <a:gd name="connsiteX4321" fmla="*/ 331946 w 466725"/>
                <a:gd name="connsiteY4321" fmla="*/ 981266 h 1038225"/>
                <a:gd name="connsiteX4322" fmla="*/ 331851 w 466725"/>
                <a:gd name="connsiteY4322" fmla="*/ 980408 h 1038225"/>
                <a:gd name="connsiteX4323" fmla="*/ 331375 w 466725"/>
                <a:gd name="connsiteY4323" fmla="*/ 980408 h 1038225"/>
                <a:gd name="connsiteX4324" fmla="*/ 334899 w 466725"/>
                <a:gd name="connsiteY4324" fmla="*/ 905161 h 1038225"/>
                <a:gd name="connsiteX4325" fmla="*/ 335185 w 466725"/>
                <a:gd name="connsiteY4325" fmla="*/ 904399 h 1038225"/>
                <a:gd name="connsiteX4326" fmla="*/ 335375 w 466725"/>
                <a:gd name="connsiteY4326" fmla="*/ 901446 h 1038225"/>
                <a:gd name="connsiteX4327" fmla="*/ 335185 w 466725"/>
                <a:gd name="connsiteY4327" fmla="*/ 900589 h 1038225"/>
                <a:gd name="connsiteX4328" fmla="*/ 334423 w 466725"/>
                <a:gd name="connsiteY4328" fmla="*/ 899636 h 1038225"/>
                <a:gd name="connsiteX4329" fmla="*/ 333851 w 466725"/>
                <a:gd name="connsiteY4329" fmla="*/ 900684 h 1038225"/>
                <a:gd name="connsiteX4330" fmla="*/ 333089 w 466725"/>
                <a:gd name="connsiteY4330" fmla="*/ 904304 h 1038225"/>
                <a:gd name="connsiteX4331" fmla="*/ 333470 w 466725"/>
                <a:gd name="connsiteY4331" fmla="*/ 905066 h 1038225"/>
                <a:gd name="connsiteX4332" fmla="*/ 334137 w 466725"/>
                <a:gd name="connsiteY4332" fmla="*/ 905351 h 1038225"/>
                <a:gd name="connsiteX4333" fmla="*/ 334899 w 466725"/>
                <a:gd name="connsiteY4333" fmla="*/ 905161 h 1038225"/>
                <a:gd name="connsiteX4334" fmla="*/ 319754 w 466725"/>
                <a:gd name="connsiteY4334" fmla="*/ 1007364 h 1038225"/>
                <a:gd name="connsiteX4335" fmla="*/ 320135 w 466725"/>
                <a:gd name="connsiteY4335" fmla="*/ 1006221 h 1038225"/>
                <a:gd name="connsiteX4336" fmla="*/ 320231 w 466725"/>
                <a:gd name="connsiteY4336" fmla="*/ 1006126 h 1038225"/>
                <a:gd name="connsiteX4337" fmla="*/ 320326 w 466725"/>
                <a:gd name="connsiteY4337" fmla="*/ 1005840 h 1038225"/>
                <a:gd name="connsiteX4338" fmla="*/ 320421 w 466725"/>
                <a:gd name="connsiteY4338" fmla="*/ 1005745 h 1038225"/>
                <a:gd name="connsiteX4339" fmla="*/ 319564 w 466725"/>
                <a:gd name="connsiteY4339" fmla="*/ 1005745 h 1038225"/>
                <a:gd name="connsiteX4340" fmla="*/ 318707 w 466725"/>
                <a:gd name="connsiteY4340" fmla="*/ 1005935 h 1038225"/>
                <a:gd name="connsiteX4341" fmla="*/ 318040 w 466725"/>
                <a:gd name="connsiteY4341" fmla="*/ 1006412 h 1038225"/>
                <a:gd name="connsiteX4342" fmla="*/ 317849 w 466725"/>
                <a:gd name="connsiteY4342" fmla="*/ 1007173 h 1038225"/>
                <a:gd name="connsiteX4343" fmla="*/ 318230 w 466725"/>
                <a:gd name="connsiteY4343" fmla="*/ 1008126 h 1038225"/>
                <a:gd name="connsiteX4344" fmla="*/ 318992 w 466725"/>
                <a:gd name="connsiteY4344" fmla="*/ 1008031 h 1038225"/>
                <a:gd name="connsiteX4345" fmla="*/ 319754 w 466725"/>
                <a:gd name="connsiteY4345" fmla="*/ 1007364 h 1038225"/>
                <a:gd name="connsiteX4346" fmla="*/ 317278 w 466725"/>
                <a:gd name="connsiteY4346" fmla="*/ 1025366 h 1038225"/>
                <a:gd name="connsiteX4347" fmla="*/ 317087 w 466725"/>
                <a:gd name="connsiteY4347" fmla="*/ 1025938 h 1038225"/>
                <a:gd name="connsiteX4348" fmla="*/ 317183 w 466725"/>
                <a:gd name="connsiteY4348" fmla="*/ 1026319 h 1038225"/>
                <a:gd name="connsiteX4349" fmla="*/ 317659 w 466725"/>
                <a:gd name="connsiteY4349" fmla="*/ 1026986 h 1038225"/>
                <a:gd name="connsiteX4350" fmla="*/ 317754 w 466725"/>
                <a:gd name="connsiteY4350" fmla="*/ 1027271 h 1038225"/>
                <a:gd name="connsiteX4351" fmla="*/ 317754 w 466725"/>
                <a:gd name="connsiteY4351" fmla="*/ 1031462 h 1038225"/>
                <a:gd name="connsiteX4352" fmla="*/ 318230 w 466725"/>
                <a:gd name="connsiteY4352" fmla="*/ 1029938 h 1038225"/>
                <a:gd name="connsiteX4353" fmla="*/ 318516 w 466725"/>
                <a:gd name="connsiteY4353" fmla="*/ 1027367 h 1038225"/>
                <a:gd name="connsiteX4354" fmla="*/ 318897 w 466725"/>
                <a:gd name="connsiteY4354" fmla="*/ 1026795 h 1038225"/>
                <a:gd name="connsiteX4355" fmla="*/ 319468 w 466725"/>
                <a:gd name="connsiteY4355" fmla="*/ 1026414 h 1038225"/>
                <a:gd name="connsiteX4356" fmla="*/ 320326 w 466725"/>
                <a:gd name="connsiteY4356" fmla="*/ 1025938 h 1038225"/>
                <a:gd name="connsiteX4357" fmla="*/ 320040 w 466725"/>
                <a:gd name="connsiteY4357" fmla="*/ 1025557 h 1038225"/>
                <a:gd name="connsiteX4358" fmla="*/ 320040 w 466725"/>
                <a:gd name="connsiteY4358" fmla="*/ 1025271 h 1038225"/>
                <a:gd name="connsiteX4359" fmla="*/ 320231 w 466725"/>
                <a:gd name="connsiteY4359" fmla="*/ 1025080 h 1038225"/>
                <a:gd name="connsiteX4360" fmla="*/ 320421 w 466725"/>
                <a:gd name="connsiteY4360" fmla="*/ 1024795 h 1038225"/>
                <a:gd name="connsiteX4361" fmla="*/ 320612 w 466725"/>
                <a:gd name="connsiteY4361" fmla="*/ 1024795 h 1038225"/>
                <a:gd name="connsiteX4362" fmla="*/ 320802 w 466725"/>
                <a:gd name="connsiteY4362" fmla="*/ 1024795 h 1038225"/>
                <a:gd name="connsiteX4363" fmla="*/ 320897 w 466725"/>
                <a:gd name="connsiteY4363" fmla="*/ 1024700 h 1038225"/>
                <a:gd name="connsiteX4364" fmla="*/ 320897 w 466725"/>
                <a:gd name="connsiteY4364" fmla="*/ 1024414 h 1038225"/>
                <a:gd name="connsiteX4365" fmla="*/ 319945 w 466725"/>
                <a:gd name="connsiteY4365" fmla="*/ 1024128 h 1038225"/>
                <a:gd name="connsiteX4366" fmla="*/ 318611 w 466725"/>
                <a:gd name="connsiteY4366" fmla="*/ 1023271 h 1038225"/>
                <a:gd name="connsiteX4367" fmla="*/ 317754 w 466725"/>
                <a:gd name="connsiteY4367" fmla="*/ 1023271 h 1038225"/>
                <a:gd name="connsiteX4368" fmla="*/ 317754 w 466725"/>
                <a:gd name="connsiteY4368" fmla="*/ 1023652 h 1038225"/>
                <a:gd name="connsiteX4369" fmla="*/ 318040 w 466725"/>
                <a:gd name="connsiteY4369" fmla="*/ 1024128 h 1038225"/>
                <a:gd name="connsiteX4370" fmla="*/ 317849 w 466725"/>
                <a:gd name="connsiteY4370" fmla="*/ 1024604 h 1038225"/>
                <a:gd name="connsiteX4371" fmla="*/ 317278 w 466725"/>
                <a:gd name="connsiteY4371" fmla="*/ 1025366 h 1038225"/>
                <a:gd name="connsiteX4372" fmla="*/ 321088 w 466725"/>
                <a:gd name="connsiteY4372" fmla="*/ 931164 h 1038225"/>
                <a:gd name="connsiteX4373" fmla="*/ 321469 w 466725"/>
                <a:gd name="connsiteY4373" fmla="*/ 931259 h 1038225"/>
                <a:gd name="connsiteX4374" fmla="*/ 321850 w 466725"/>
                <a:gd name="connsiteY4374" fmla="*/ 931069 h 1038225"/>
                <a:gd name="connsiteX4375" fmla="*/ 322135 w 466725"/>
                <a:gd name="connsiteY4375" fmla="*/ 930688 h 1038225"/>
                <a:gd name="connsiteX4376" fmla="*/ 322135 w 466725"/>
                <a:gd name="connsiteY4376" fmla="*/ 930212 h 1038225"/>
                <a:gd name="connsiteX4377" fmla="*/ 321850 w 466725"/>
                <a:gd name="connsiteY4377" fmla="*/ 929164 h 1038225"/>
                <a:gd name="connsiteX4378" fmla="*/ 321755 w 466725"/>
                <a:gd name="connsiteY4378" fmla="*/ 928688 h 1038225"/>
                <a:gd name="connsiteX4379" fmla="*/ 321278 w 466725"/>
                <a:gd name="connsiteY4379" fmla="*/ 928497 h 1038225"/>
                <a:gd name="connsiteX4380" fmla="*/ 320421 w 466725"/>
                <a:gd name="connsiteY4380" fmla="*/ 928878 h 1038225"/>
                <a:gd name="connsiteX4381" fmla="*/ 319945 w 466725"/>
                <a:gd name="connsiteY4381" fmla="*/ 929640 h 1038225"/>
                <a:gd name="connsiteX4382" fmla="*/ 321088 w 466725"/>
                <a:gd name="connsiteY4382" fmla="*/ 931164 h 1038225"/>
                <a:gd name="connsiteX4383" fmla="*/ 323659 w 466725"/>
                <a:gd name="connsiteY4383" fmla="*/ 992219 h 1038225"/>
                <a:gd name="connsiteX4384" fmla="*/ 322612 w 466725"/>
                <a:gd name="connsiteY4384" fmla="*/ 992124 h 1038225"/>
                <a:gd name="connsiteX4385" fmla="*/ 322326 w 466725"/>
                <a:gd name="connsiteY4385" fmla="*/ 991362 h 1038225"/>
                <a:gd name="connsiteX4386" fmla="*/ 322326 w 466725"/>
                <a:gd name="connsiteY4386" fmla="*/ 990314 h 1038225"/>
                <a:gd name="connsiteX4387" fmla="*/ 322135 w 466725"/>
                <a:gd name="connsiteY4387" fmla="*/ 989362 h 1038225"/>
                <a:gd name="connsiteX4388" fmla="*/ 321564 w 466725"/>
                <a:gd name="connsiteY4388" fmla="*/ 988695 h 1038225"/>
                <a:gd name="connsiteX4389" fmla="*/ 320802 w 466725"/>
                <a:gd name="connsiteY4389" fmla="*/ 988219 h 1038225"/>
                <a:gd name="connsiteX4390" fmla="*/ 320135 w 466725"/>
                <a:gd name="connsiteY4390" fmla="*/ 987647 h 1038225"/>
                <a:gd name="connsiteX4391" fmla="*/ 319850 w 466725"/>
                <a:gd name="connsiteY4391" fmla="*/ 986695 h 1038225"/>
                <a:gd name="connsiteX4392" fmla="*/ 319754 w 466725"/>
                <a:gd name="connsiteY4392" fmla="*/ 985647 h 1038225"/>
                <a:gd name="connsiteX4393" fmla="*/ 319564 w 466725"/>
                <a:gd name="connsiteY4393" fmla="*/ 984599 h 1038225"/>
                <a:gd name="connsiteX4394" fmla="*/ 319183 w 466725"/>
                <a:gd name="connsiteY4394" fmla="*/ 983647 h 1038225"/>
                <a:gd name="connsiteX4395" fmla="*/ 318707 w 466725"/>
                <a:gd name="connsiteY4395" fmla="*/ 982789 h 1038225"/>
                <a:gd name="connsiteX4396" fmla="*/ 317945 w 466725"/>
                <a:gd name="connsiteY4396" fmla="*/ 982218 h 1038225"/>
                <a:gd name="connsiteX4397" fmla="*/ 316897 w 466725"/>
                <a:gd name="connsiteY4397" fmla="*/ 981837 h 1038225"/>
                <a:gd name="connsiteX4398" fmla="*/ 315944 w 466725"/>
                <a:gd name="connsiteY4398" fmla="*/ 981742 h 1038225"/>
                <a:gd name="connsiteX4399" fmla="*/ 315277 w 466725"/>
                <a:gd name="connsiteY4399" fmla="*/ 981932 h 1038225"/>
                <a:gd name="connsiteX4400" fmla="*/ 315087 w 466725"/>
                <a:gd name="connsiteY4400" fmla="*/ 982313 h 1038225"/>
                <a:gd name="connsiteX4401" fmla="*/ 314897 w 466725"/>
                <a:gd name="connsiteY4401" fmla="*/ 983266 h 1038225"/>
                <a:gd name="connsiteX4402" fmla="*/ 314801 w 466725"/>
                <a:gd name="connsiteY4402" fmla="*/ 983647 h 1038225"/>
                <a:gd name="connsiteX4403" fmla="*/ 314516 w 466725"/>
                <a:gd name="connsiteY4403" fmla="*/ 983837 h 1038225"/>
                <a:gd name="connsiteX4404" fmla="*/ 313849 w 466725"/>
                <a:gd name="connsiteY4404" fmla="*/ 984313 h 1038225"/>
                <a:gd name="connsiteX4405" fmla="*/ 313658 w 466725"/>
                <a:gd name="connsiteY4405" fmla="*/ 984599 h 1038225"/>
                <a:gd name="connsiteX4406" fmla="*/ 312420 w 466725"/>
                <a:gd name="connsiteY4406" fmla="*/ 985933 h 1038225"/>
                <a:gd name="connsiteX4407" fmla="*/ 311944 w 466725"/>
                <a:gd name="connsiteY4407" fmla="*/ 986790 h 1038225"/>
                <a:gd name="connsiteX4408" fmla="*/ 312610 w 466725"/>
                <a:gd name="connsiteY4408" fmla="*/ 987362 h 1038225"/>
                <a:gd name="connsiteX4409" fmla="*/ 313182 w 466725"/>
                <a:gd name="connsiteY4409" fmla="*/ 987171 h 1038225"/>
                <a:gd name="connsiteX4410" fmla="*/ 314801 w 466725"/>
                <a:gd name="connsiteY4410" fmla="*/ 986028 h 1038225"/>
                <a:gd name="connsiteX4411" fmla="*/ 315182 w 466725"/>
                <a:gd name="connsiteY4411" fmla="*/ 985647 h 1038225"/>
                <a:gd name="connsiteX4412" fmla="*/ 315277 w 466725"/>
                <a:gd name="connsiteY4412" fmla="*/ 985076 h 1038225"/>
                <a:gd name="connsiteX4413" fmla="*/ 315659 w 466725"/>
                <a:gd name="connsiteY4413" fmla="*/ 984790 h 1038225"/>
                <a:gd name="connsiteX4414" fmla="*/ 316135 w 466725"/>
                <a:gd name="connsiteY4414" fmla="*/ 984790 h 1038225"/>
                <a:gd name="connsiteX4415" fmla="*/ 316611 w 466725"/>
                <a:gd name="connsiteY4415" fmla="*/ 985076 h 1038225"/>
                <a:gd name="connsiteX4416" fmla="*/ 316992 w 466725"/>
                <a:gd name="connsiteY4416" fmla="*/ 986885 h 1038225"/>
                <a:gd name="connsiteX4417" fmla="*/ 317087 w 466725"/>
                <a:gd name="connsiteY4417" fmla="*/ 986695 h 1038225"/>
                <a:gd name="connsiteX4418" fmla="*/ 317278 w 466725"/>
                <a:gd name="connsiteY4418" fmla="*/ 986409 h 1038225"/>
                <a:gd name="connsiteX4419" fmla="*/ 317373 w 466725"/>
                <a:gd name="connsiteY4419" fmla="*/ 986123 h 1038225"/>
                <a:gd name="connsiteX4420" fmla="*/ 318421 w 466725"/>
                <a:gd name="connsiteY4420" fmla="*/ 986980 h 1038225"/>
                <a:gd name="connsiteX4421" fmla="*/ 319373 w 466725"/>
                <a:gd name="connsiteY4421" fmla="*/ 988123 h 1038225"/>
                <a:gd name="connsiteX4422" fmla="*/ 319468 w 466725"/>
                <a:gd name="connsiteY4422" fmla="*/ 988314 h 1038225"/>
                <a:gd name="connsiteX4423" fmla="*/ 319468 w 466725"/>
                <a:gd name="connsiteY4423" fmla="*/ 988600 h 1038225"/>
                <a:gd name="connsiteX4424" fmla="*/ 319468 w 466725"/>
                <a:gd name="connsiteY4424" fmla="*/ 989076 h 1038225"/>
                <a:gd name="connsiteX4425" fmla="*/ 319659 w 466725"/>
                <a:gd name="connsiteY4425" fmla="*/ 989267 h 1038225"/>
                <a:gd name="connsiteX4426" fmla="*/ 320421 w 466725"/>
                <a:gd name="connsiteY4426" fmla="*/ 989457 h 1038225"/>
                <a:gd name="connsiteX4427" fmla="*/ 320612 w 466725"/>
                <a:gd name="connsiteY4427" fmla="*/ 989552 h 1038225"/>
                <a:gd name="connsiteX4428" fmla="*/ 320707 w 466725"/>
                <a:gd name="connsiteY4428" fmla="*/ 990410 h 1038225"/>
                <a:gd name="connsiteX4429" fmla="*/ 320326 w 466725"/>
                <a:gd name="connsiteY4429" fmla="*/ 992124 h 1038225"/>
                <a:gd name="connsiteX4430" fmla="*/ 320326 w 466725"/>
                <a:gd name="connsiteY4430" fmla="*/ 992886 h 1038225"/>
                <a:gd name="connsiteX4431" fmla="*/ 321278 w 466725"/>
                <a:gd name="connsiteY4431" fmla="*/ 993553 h 1038225"/>
                <a:gd name="connsiteX4432" fmla="*/ 321469 w 466725"/>
                <a:gd name="connsiteY4432" fmla="*/ 994029 h 1038225"/>
                <a:gd name="connsiteX4433" fmla="*/ 320707 w 466725"/>
                <a:gd name="connsiteY4433" fmla="*/ 994696 h 1038225"/>
                <a:gd name="connsiteX4434" fmla="*/ 320612 w 466725"/>
                <a:gd name="connsiteY4434" fmla="*/ 994505 h 1038225"/>
                <a:gd name="connsiteX4435" fmla="*/ 320421 w 466725"/>
                <a:gd name="connsiteY4435" fmla="*/ 994315 h 1038225"/>
                <a:gd name="connsiteX4436" fmla="*/ 320326 w 466725"/>
                <a:gd name="connsiteY4436" fmla="*/ 996029 h 1038225"/>
                <a:gd name="connsiteX4437" fmla="*/ 320612 w 466725"/>
                <a:gd name="connsiteY4437" fmla="*/ 996601 h 1038225"/>
                <a:gd name="connsiteX4438" fmla="*/ 321374 w 466725"/>
                <a:gd name="connsiteY4438" fmla="*/ 996791 h 1038225"/>
                <a:gd name="connsiteX4439" fmla="*/ 322231 w 466725"/>
                <a:gd name="connsiteY4439" fmla="*/ 996601 h 1038225"/>
                <a:gd name="connsiteX4440" fmla="*/ 322707 w 466725"/>
                <a:gd name="connsiteY4440" fmla="*/ 996125 h 1038225"/>
                <a:gd name="connsiteX4441" fmla="*/ 323279 w 466725"/>
                <a:gd name="connsiteY4441" fmla="*/ 994981 h 1038225"/>
                <a:gd name="connsiteX4442" fmla="*/ 323374 w 466725"/>
                <a:gd name="connsiteY4442" fmla="*/ 994791 h 1038225"/>
                <a:gd name="connsiteX4443" fmla="*/ 323374 w 466725"/>
                <a:gd name="connsiteY4443" fmla="*/ 994601 h 1038225"/>
                <a:gd name="connsiteX4444" fmla="*/ 323469 w 466725"/>
                <a:gd name="connsiteY4444" fmla="*/ 994505 h 1038225"/>
                <a:gd name="connsiteX4445" fmla="*/ 323755 w 466725"/>
                <a:gd name="connsiteY4445" fmla="*/ 994505 h 1038225"/>
                <a:gd name="connsiteX4446" fmla="*/ 323183 w 466725"/>
                <a:gd name="connsiteY4446" fmla="*/ 993934 h 1038225"/>
                <a:gd name="connsiteX4447" fmla="*/ 323088 w 466725"/>
                <a:gd name="connsiteY4447" fmla="*/ 993362 h 1038225"/>
                <a:gd name="connsiteX4448" fmla="*/ 323279 w 466725"/>
                <a:gd name="connsiteY4448" fmla="*/ 992696 h 1038225"/>
                <a:gd name="connsiteX4449" fmla="*/ 323659 w 466725"/>
                <a:gd name="connsiteY4449" fmla="*/ 992219 h 1038225"/>
                <a:gd name="connsiteX4450" fmla="*/ 322802 w 466725"/>
                <a:gd name="connsiteY4450" fmla="*/ 1030700 h 1038225"/>
                <a:gd name="connsiteX4451" fmla="*/ 322612 w 466725"/>
                <a:gd name="connsiteY4451" fmla="*/ 1030891 h 1038225"/>
                <a:gd name="connsiteX4452" fmla="*/ 321469 w 466725"/>
                <a:gd name="connsiteY4452" fmla="*/ 1030510 h 1038225"/>
                <a:gd name="connsiteX4453" fmla="*/ 320421 w 466725"/>
                <a:gd name="connsiteY4453" fmla="*/ 1030986 h 1038225"/>
                <a:gd name="connsiteX4454" fmla="*/ 318897 w 466725"/>
                <a:gd name="connsiteY4454" fmla="*/ 1032320 h 1038225"/>
                <a:gd name="connsiteX4455" fmla="*/ 317468 w 466725"/>
                <a:gd name="connsiteY4455" fmla="*/ 1033081 h 1038225"/>
                <a:gd name="connsiteX4456" fmla="*/ 317087 w 466725"/>
                <a:gd name="connsiteY4456" fmla="*/ 1033367 h 1038225"/>
                <a:gd name="connsiteX4457" fmla="*/ 316897 w 466725"/>
                <a:gd name="connsiteY4457" fmla="*/ 1033748 h 1038225"/>
                <a:gd name="connsiteX4458" fmla="*/ 316706 w 466725"/>
                <a:gd name="connsiteY4458" fmla="*/ 1034225 h 1038225"/>
                <a:gd name="connsiteX4459" fmla="*/ 316516 w 466725"/>
                <a:gd name="connsiteY4459" fmla="*/ 1034701 h 1038225"/>
                <a:gd name="connsiteX4460" fmla="*/ 316230 w 466725"/>
                <a:gd name="connsiteY4460" fmla="*/ 1034891 h 1038225"/>
                <a:gd name="connsiteX4461" fmla="*/ 316135 w 466725"/>
                <a:gd name="connsiteY4461" fmla="*/ 1035082 h 1038225"/>
                <a:gd name="connsiteX4462" fmla="*/ 315944 w 466725"/>
                <a:gd name="connsiteY4462" fmla="*/ 1035463 h 1038225"/>
                <a:gd name="connsiteX4463" fmla="*/ 315563 w 466725"/>
                <a:gd name="connsiteY4463" fmla="*/ 1035844 h 1038225"/>
                <a:gd name="connsiteX4464" fmla="*/ 314897 w 466725"/>
                <a:gd name="connsiteY4464" fmla="*/ 1036034 h 1038225"/>
                <a:gd name="connsiteX4465" fmla="*/ 314706 w 466725"/>
                <a:gd name="connsiteY4465" fmla="*/ 1037558 h 1038225"/>
                <a:gd name="connsiteX4466" fmla="*/ 314516 w 466725"/>
                <a:gd name="connsiteY4466" fmla="*/ 1038035 h 1038225"/>
                <a:gd name="connsiteX4467" fmla="*/ 314420 w 466725"/>
                <a:gd name="connsiteY4467" fmla="*/ 1038797 h 1038225"/>
                <a:gd name="connsiteX4468" fmla="*/ 314325 w 466725"/>
                <a:gd name="connsiteY4468" fmla="*/ 1040225 h 1038225"/>
                <a:gd name="connsiteX4469" fmla="*/ 314516 w 466725"/>
                <a:gd name="connsiteY4469" fmla="*/ 1041368 h 1038225"/>
                <a:gd name="connsiteX4470" fmla="*/ 315087 w 466725"/>
                <a:gd name="connsiteY4470" fmla="*/ 1041178 h 1038225"/>
                <a:gd name="connsiteX4471" fmla="*/ 315182 w 466725"/>
                <a:gd name="connsiteY4471" fmla="*/ 1042226 h 1038225"/>
                <a:gd name="connsiteX4472" fmla="*/ 315849 w 466725"/>
                <a:gd name="connsiteY4472" fmla="*/ 1041654 h 1038225"/>
                <a:gd name="connsiteX4473" fmla="*/ 317183 w 466725"/>
                <a:gd name="connsiteY4473" fmla="*/ 1039463 h 1038225"/>
                <a:gd name="connsiteX4474" fmla="*/ 316992 w 466725"/>
                <a:gd name="connsiteY4474" fmla="*/ 1039082 h 1038225"/>
                <a:gd name="connsiteX4475" fmla="*/ 317087 w 466725"/>
                <a:gd name="connsiteY4475" fmla="*/ 1038701 h 1038225"/>
                <a:gd name="connsiteX4476" fmla="*/ 317373 w 466725"/>
                <a:gd name="connsiteY4476" fmla="*/ 1038225 h 1038225"/>
                <a:gd name="connsiteX4477" fmla="*/ 317564 w 466725"/>
                <a:gd name="connsiteY4477" fmla="*/ 1037654 h 1038225"/>
                <a:gd name="connsiteX4478" fmla="*/ 318325 w 466725"/>
                <a:gd name="connsiteY4478" fmla="*/ 1037749 h 1038225"/>
                <a:gd name="connsiteX4479" fmla="*/ 320135 w 466725"/>
                <a:gd name="connsiteY4479" fmla="*/ 1036511 h 1038225"/>
                <a:gd name="connsiteX4480" fmla="*/ 320992 w 466725"/>
                <a:gd name="connsiteY4480" fmla="*/ 1036225 h 1038225"/>
                <a:gd name="connsiteX4481" fmla="*/ 321374 w 466725"/>
                <a:gd name="connsiteY4481" fmla="*/ 1035748 h 1038225"/>
                <a:gd name="connsiteX4482" fmla="*/ 321755 w 466725"/>
                <a:gd name="connsiteY4482" fmla="*/ 1034796 h 1038225"/>
                <a:gd name="connsiteX4483" fmla="*/ 322326 w 466725"/>
                <a:gd name="connsiteY4483" fmla="*/ 1033939 h 1038225"/>
                <a:gd name="connsiteX4484" fmla="*/ 323374 w 466725"/>
                <a:gd name="connsiteY4484" fmla="*/ 1033653 h 1038225"/>
                <a:gd name="connsiteX4485" fmla="*/ 323659 w 466725"/>
                <a:gd name="connsiteY4485" fmla="*/ 1033081 h 1038225"/>
                <a:gd name="connsiteX4486" fmla="*/ 323374 w 466725"/>
                <a:gd name="connsiteY4486" fmla="*/ 1032796 h 1038225"/>
                <a:gd name="connsiteX4487" fmla="*/ 322898 w 466725"/>
                <a:gd name="connsiteY4487" fmla="*/ 1032605 h 1038225"/>
                <a:gd name="connsiteX4488" fmla="*/ 322612 w 466725"/>
                <a:gd name="connsiteY4488" fmla="*/ 1032224 h 1038225"/>
                <a:gd name="connsiteX4489" fmla="*/ 322517 w 466725"/>
                <a:gd name="connsiteY4489" fmla="*/ 1031843 h 1038225"/>
                <a:gd name="connsiteX4490" fmla="*/ 322517 w 466725"/>
                <a:gd name="connsiteY4490" fmla="*/ 1031558 h 1038225"/>
                <a:gd name="connsiteX4491" fmla="*/ 322802 w 466725"/>
                <a:gd name="connsiteY4491" fmla="*/ 1031367 h 1038225"/>
                <a:gd name="connsiteX4492" fmla="*/ 323659 w 466725"/>
                <a:gd name="connsiteY4492" fmla="*/ 1031462 h 1038225"/>
                <a:gd name="connsiteX4493" fmla="*/ 323659 w 466725"/>
                <a:gd name="connsiteY4493" fmla="*/ 1031081 h 1038225"/>
                <a:gd name="connsiteX4494" fmla="*/ 322993 w 466725"/>
                <a:gd name="connsiteY4494" fmla="*/ 1030891 h 1038225"/>
                <a:gd name="connsiteX4495" fmla="*/ 322802 w 466725"/>
                <a:gd name="connsiteY4495" fmla="*/ 1030700 h 1038225"/>
                <a:gd name="connsiteX4496" fmla="*/ 321564 w 466725"/>
                <a:gd name="connsiteY4496" fmla="*/ 932402 h 1038225"/>
                <a:gd name="connsiteX4497" fmla="*/ 321469 w 466725"/>
                <a:gd name="connsiteY4497" fmla="*/ 933450 h 1038225"/>
                <a:gd name="connsiteX4498" fmla="*/ 321469 w 466725"/>
                <a:gd name="connsiteY4498" fmla="*/ 934784 h 1038225"/>
                <a:gd name="connsiteX4499" fmla="*/ 321850 w 466725"/>
                <a:gd name="connsiteY4499" fmla="*/ 934974 h 1038225"/>
                <a:gd name="connsiteX4500" fmla="*/ 322517 w 466725"/>
                <a:gd name="connsiteY4500" fmla="*/ 934974 h 1038225"/>
                <a:gd name="connsiteX4501" fmla="*/ 323088 w 466725"/>
                <a:gd name="connsiteY4501" fmla="*/ 934307 h 1038225"/>
                <a:gd name="connsiteX4502" fmla="*/ 323374 w 466725"/>
                <a:gd name="connsiteY4502" fmla="*/ 933450 h 1038225"/>
                <a:gd name="connsiteX4503" fmla="*/ 323183 w 466725"/>
                <a:gd name="connsiteY4503" fmla="*/ 932688 h 1038225"/>
                <a:gd name="connsiteX4504" fmla="*/ 322135 w 466725"/>
                <a:gd name="connsiteY4504" fmla="*/ 932021 h 1038225"/>
                <a:gd name="connsiteX4505" fmla="*/ 321564 w 466725"/>
                <a:gd name="connsiteY4505" fmla="*/ 932402 h 1038225"/>
                <a:gd name="connsiteX4506" fmla="*/ 320421 w 466725"/>
                <a:gd name="connsiteY4506" fmla="*/ 897541 h 1038225"/>
                <a:gd name="connsiteX4507" fmla="*/ 320231 w 466725"/>
                <a:gd name="connsiteY4507" fmla="*/ 898970 h 1038225"/>
                <a:gd name="connsiteX4508" fmla="*/ 320231 w 466725"/>
                <a:gd name="connsiteY4508" fmla="*/ 899541 h 1038225"/>
                <a:gd name="connsiteX4509" fmla="*/ 320612 w 466725"/>
                <a:gd name="connsiteY4509" fmla="*/ 900113 h 1038225"/>
                <a:gd name="connsiteX4510" fmla="*/ 321850 w 466725"/>
                <a:gd name="connsiteY4510" fmla="*/ 900684 h 1038225"/>
                <a:gd name="connsiteX4511" fmla="*/ 322993 w 466725"/>
                <a:gd name="connsiteY4511" fmla="*/ 900208 h 1038225"/>
                <a:gd name="connsiteX4512" fmla="*/ 323374 w 466725"/>
                <a:gd name="connsiteY4512" fmla="*/ 898970 h 1038225"/>
                <a:gd name="connsiteX4513" fmla="*/ 322231 w 466725"/>
                <a:gd name="connsiteY4513" fmla="*/ 897350 h 1038225"/>
                <a:gd name="connsiteX4514" fmla="*/ 322231 w 466725"/>
                <a:gd name="connsiteY4514" fmla="*/ 897160 h 1038225"/>
                <a:gd name="connsiteX4515" fmla="*/ 321945 w 466725"/>
                <a:gd name="connsiteY4515" fmla="*/ 896684 h 1038225"/>
                <a:gd name="connsiteX4516" fmla="*/ 321659 w 466725"/>
                <a:gd name="connsiteY4516" fmla="*/ 896398 h 1038225"/>
                <a:gd name="connsiteX4517" fmla="*/ 321564 w 466725"/>
                <a:gd name="connsiteY4517" fmla="*/ 896779 h 1038225"/>
                <a:gd name="connsiteX4518" fmla="*/ 321374 w 466725"/>
                <a:gd name="connsiteY4518" fmla="*/ 897160 h 1038225"/>
                <a:gd name="connsiteX4519" fmla="*/ 320992 w 466725"/>
                <a:gd name="connsiteY4519" fmla="*/ 897255 h 1038225"/>
                <a:gd name="connsiteX4520" fmla="*/ 320612 w 466725"/>
                <a:gd name="connsiteY4520" fmla="*/ 897255 h 1038225"/>
                <a:gd name="connsiteX4521" fmla="*/ 320421 w 466725"/>
                <a:gd name="connsiteY4521" fmla="*/ 897541 h 1038225"/>
                <a:gd name="connsiteX4522" fmla="*/ 324231 w 466725"/>
                <a:gd name="connsiteY4522" fmla="*/ 939070 h 1038225"/>
                <a:gd name="connsiteX4523" fmla="*/ 323469 w 466725"/>
                <a:gd name="connsiteY4523" fmla="*/ 937927 h 1038225"/>
                <a:gd name="connsiteX4524" fmla="*/ 322802 w 466725"/>
                <a:gd name="connsiteY4524" fmla="*/ 937927 h 1038225"/>
                <a:gd name="connsiteX4525" fmla="*/ 322517 w 466725"/>
                <a:gd name="connsiteY4525" fmla="*/ 938689 h 1038225"/>
                <a:gd name="connsiteX4526" fmla="*/ 322231 w 466725"/>
                <a:gd name="connsiteY4526" fmla="*/ 941070 h 1038225"/>
                <a:gd name="connsiteX4527" fmla="*/ 320707 w 466725"/>
                <a:gd name="connsiteY4527" fmla="*/ 944023 h 1038225"/>
                <a:gd name="connsiteX4528" fmla="*/ 320421 w 466725"/>
                <a:gd name="connsiteY4528" fmla="*/ 945166 h 1038225"/>
                <a:gd name="connsiteX4529" fmla="*/ 320421 w 466725"/>
                <a:gd name="connsiteY4529" fmla="*/ 945737 h 1038225"/>
                <a:gd name="connsiteX4530" fmla="*/ 320802 w 466725"/>
                <a:gd name="connsiteY4530" fmla="*/ 946785 h 1038225"/>
                <a:gd name="connsiteX4531" fmla="*/ 320802 w 466725"/>
                <a:gd name="connsiteY4531" fmla="*/ 947356 h 1038225"/>
                <a:gd name="connsiteX4532" fmla="*/ 320612 w 466725"/>
                <a:gd name="connsiteY4532" fmla="*/ 947452 h 1038225"/>
                <a:gd name="connsiteX4533" fmla="*/ 320231 w 466725"/>
                <a:gd name="connsiteY4533" fmla="*/ 947547 h 1038225"/>
                <a:gd name="connsiteX4534" fmla="*/ 319850 w 466725"/>
                <a:gd name="connsiteY4534" fmla="*/ 947738 h 1038225"/>
                <a:gd name="connsiteX4535" fmla="*/ 319564 w 466725"/>
                <a:gd name="connsiteY4535" fmla="*/ 948690 h 1038225"/>
                <a:gd name="connsiteX4536" fmla="*/ 318802 w 466725"/>
                <a:gd name="connsiteY4536" fmla="*/ 949166 h 1038225"/>
                <a:gd name="connsiteX4537" fmla="*/ 318611 w 466725"/>
                <a:gd name="connsiteY4537" fmla="*/ 949643 h 1038225"/>
                <a:gd name="connsiteX4538" fmla="*/ 318707 w 466725"/>
                <a:gd name="connsiteY4538" fmla="*/ 950214 h 1038225"/>
                <a:gd name="connsiteX4539" fmla="*/ 318992 w 466725"/>
                <a:gd name="connsiteY4539" fmla="*/ 950405 h 1038225"/>
                <a:gd name="connsiteX4540" fmla="*/ 319278 w 466725"/>
                <a:gd name="connsiteY4540" fmla="*/ 950595 h 1038225"/>
                <a:gd name="connsiteX4541" fmla="*/ 319373 w 466725"/>
                <a:gd name="connsiteY4541" fmla="*/ 950976 h 1038225"/>
                <a:gd name="connsiteX4542" fmla="*/ 319088 w 466725"/>
                <a:gd name="connsiteY4542" fmla="*/ 951262 h 1038225"/>
                <a:gd name="connsiteX4543" fmla="*/ 318516 w 466725"/>
                <a:gd name="connsiteY4543" fmla="*/ 951547 h 1038225"/>
                <a:gd name="connsiteX4544" fmla="*/ 318040 w 466725"/>
                <a:gd name="connsiteY4544" fmla="*/ 951929 h 1038225"/>
                <a:gd name="connsiteX4545" fmla="*/ 318135 w 466725"/>
                <a:gd name="connsiteY4545" fmla="*/ 952405 h 1038225"/>
                <a:gd name="connsiteX4546" fmla="*/ 318325 w 466725"/>
                <a:gd name="connsiteY4546" fmla="*/ 952786 h 1038225"/>
                <a:gd name="connsiteX4547" fmla="*/ 318516 w 466725"/>
                <a:gd name="connsiteY4547" fmla="*/ 953929 h 1038225"/>
                <a:gd name="connsiteX4548" fmla="*/ 318707 w 466725"/>
                <a:gd name="connsiteY4548" fmla="*/ 954405 h 1038225"/>
                <a:gd name="connsiteX4549" fmla="*/ 318325 w 466725"/>
                <a:gd name="connsiteY4549" fmla="*/ 954881 h 1038225"/>
                <a:gd name="connsiteX4550" fmla="*/ 317849 w 466725"/>
                <a:gd name="connsiteY4550" fmla="*/ 955167 h 1038225"/>
                <a:gd name="connsiteX4551" fmla="*/ 317373 w 466725"/>
                <a:gd name="connsiteY4551" fmla="*/ 955262 h 1038225"/>
                <a:gd name="connsiteX4552" fmla="*/ 316897 w 466725"/>
                <a:gd name="connsiteY4552" fmla="*/ 955072 h 1038225"/>
                <a:gd name="connsiteX4553" fmla="*/ 316897 w 466725"/>
                <a:gd name="connsiteY4553" fmla="*/ 955929 h 1038225"/>
                <a:gd name="connsiteX4554" fmla="*/ 316897 w 466725"/>
                <a:gd name="connsiteY4554" fmla="*/ 956215 h 1038225"/>
                <a:gd name="connsiteX4555" fmla="*/ 317468 w 466725"/>
                <a:gd name="connsiteY4555" fmla="*/ 956405 h 1038225"/>
                <a:gd name="connsiteX4556" fmla="*/ 318040 w 466725"/>
                <a:gd name="connsiteY4556" fmla="*/ 956501 h 1038225"/>
                <a:gd name="connsiteX4557" fmla="*/ 318707 w 466725"/>
                <a:gd name="connsiteY4557" fmla="*/ 956501 h 1038225"/>
                <a:gd name="connsiteX4558" fmla="*/ 319278 w 466725"/>
                <a:gd name="connsiteY4558" fmla="*/ 956405 h 1038225"/>
                <a:gd name="connsiteX4559" fmla="*/ 319754 w 466725"/>
                <a:gd name="connsiteY4559" fmla="*/ 956120 h 1038225"/>
                <a:gd name="connsiteX4560" fmla="*/ 318992 w 466725"/>
                <a:gd name="connsiteY4560" fmla="*/ 955834 h 1038225"/>
                <a:gd name="connsiteX4561" fmla="*/ 318897 w 466725"/>
                <a:gd name="connsiteY4561" fmla="*/ 955453 h 1038225"/>
                <a:gd name="connsiteX4562" fmla="*/ 319278 w 466725"/>
                <a:gd name="connsiteY4562" fmla="*/ 955072 h 1038225"/>
                <a:gd name="connsiteX4563" fmla="*/ 320135 w 466725"/>
                <a:gd name="connsiteY4563" fmla="*/ 954977 h 1038225"/>
                <a:gd name="connsiteX4564" fmla="*/ 319945 w 466725"/>
                <a:gd name="connsiteY4564" fmla="*/ 954500 h 1038225"/>
                <a:gd name="connsiteX4565" fmla="*/ 319945 w 466725"/>
                <a:gd name="connsiteY4565" fmla="*/ 954214 h 1038225"/>
                <a:gd name="connsiteX4566" fmla="*/ 320135 w 466725"/>
                <a:gd name="connsiteY4566" fmla="*/ 953929 h 1038225"/>
                <a:gd name="connsiteX4567" fmla="*/ 320516 w 466725"/>
                <a:gd name="connsiteY4567" fmla="*/ 953548 h 1038225"/>
                <a:gd name="connsiteX4568" fmla="*/ 320707 w 466725"/>
                <a:gd name="connsiteY4568" fmla="*/ 953929 h 1038225"/>
                <a:gd name="connsiteX4569" fmla="*/ 321469 w 466725"/>
                <a:gd name="connsiteY4569" fmla="*/ 954881 h 1038225"/>
                <a:gd name="connsiteX4570" fmla="*/ 321945 w 466725"/>
                <a:gd name="connsiteY4570" fmla="*/ 955358 h 1038225"/>
                <a:gd name="connsiteX4571" fmla="*/ 321945 w 466725"/>
                <a:gd name="connsiteY4571" fmla="*/ 954977 h 1038225"/>
                <a:gd name="connsiteX4572" fmla="*/ 322040 w 466725"/>
                <a:gd name="connsiteY4572" fmla="*/ 954691 h 1038225"/>
                <a:gd name="connsiteX4573" fmla="*/ 322135 w 466725"/>
                <a:gd name="connsiteY4573" fmla="*/ 954500 h 1038225"/>
                <a:gd name="connsiteX4574" fmla="*/ 322231 w 466725"/>
                <a:gd name="connsiteY4574" fmla="*/ 954214 h 1038225"/>
                <a:gd name="connsiteX4575" fmla="*/ 322612 w 466725"/>
                <a:gd name="connsiteY4575" fmla="*/ 954596 h 1038225"/>
                <a:gd name="connsiteX4576" fmla="*/ 323088 w 466725"/>
                <a:gd name="connsiteY4576" fmla="*/ 953072 h 1038225"/>
                <a:gd name="connsiteX4577" fmla="*/ 323088 w 466725"/>
                <a:gd name="connsiteY4577" fmla="*/ 950023 h 1038225"/>
                <a:gd name="connsiteX4578" fmla="*/ 323755 w 466725"/>
                <a:gd name="connsiteY4578" fmla="*/ 948690 h 1038225"/>
                <a:gd name="connsiteX4579" fmla="*/ 323374 w 466725"/>
                <a:gd name="connsiteY4579" fmla="*/ 947642 h 1038225"/>
                <a:gd name="connsiteX4580" fmla="*/ 323469 w 466725"/>
                <a:gd name="connsiteY4580" fmla="*/ 946499 h 1038225"/>
                <a:gd name="connsiteX4581" fmla="*/ 324136 w 466725"/>
                <a:gd name="connsiteY4581" fmla="*/ 944309 h 1038225"/>
                <a:gd name="connsiteX4582" fmla="*/ 324041 w 466725"/>
                <a:gd name="connsiteY4582" fmla="*/ 942594 h 1038225"/>
                <a:gd name="connsiteX4583" fmla="*/ 324136 w 466725"/>
                <a:gd name="connsiteY4583" fmla="*/ 942118 h 1038225"/>
                <a:gd name="connsiteX4584" fmla="*/ 324326 w 466725"/>
                <a:gd name="connsiteY4584" fmla="*/ 941927 h 1038225"/>
                <a:gd name="connsiteX4585" fmla="*/ 324707 w 466725"/>
                <a:gd name="connsiteY4585" fmla="*/ 941832 h 1038225"/>
                <a:gd name="connsiteX4586" fmla="*/ 325088 w 466725"/>
                <a:gd name="connsiteY4586" fmla="*/ 941642 h 1038225"/>
                <a:gd name="connsiteX4587" fmla="*/ 325279 w 466725"/>
                <a:gd name="connsiteY4587" fmla="*/ 941165 h 1038225"/>
                <a:gd name="connsiteX4588" fmla="*/ 324993 w 466725"/>
                <a:gd name="connsiteY4588" fmla="*/ 940118 h 1038225"/>
                <a:gd name="connsiteX4589" fmla="*/ 324231 w 466725"/>
                <a:gd name="connsiteY4589" fmla="*/ 939070 h 1038225"/>
                <a:gd name="connsiteX4590" fmla="*/ 323374 w 466725"/>
                <a:gd name="connsiteY4590" fmla="*/ 967359 h 1038225"/>
                <a:gd name="connsiteX4591" fmla="*/ 322898 w 466725"/>
                <a:gd name="connsiteY4591" fmla="*/ 967454 h 1038225"/>
                <a:gd name="connsiteX4592" fmla="*/ 322612 w 466725"/>
                <a:gd name="connsiteY4592" fmla="*/ 967359 h 1038225"/>
                <a:gd name="connsiteX4593" fmla="*/ 322612 w 466725"/>
                <a:gd name="connsiteY4593" fmla="*/ 966883 h 1038225"/>
                <a:gd name="connsiteX4594" fmla="*/ 322993 w 466725"/>
                <a:gd name="connsiteY4594" fmla="*/ 965835 h 1038225"/>
                <a:gd name="connsiteX4595" fmla="*/ 321469 w 466725"/>
                <a:gd name="connsiteY4595" fmla="*/ 965835 h 1038225"/>
                <a:gd name="connsiteX4596" fmla="*/ 320326 w 466725"/>
                <a:gd name="connsiteY4596" fmla="*/ 965930 h 1038225"/>
                <a:gd name="connsiteX4597" fmla="*/ 319754 w 466725"/>
                <a:gd name="connsiteY4597" fmla="*/ 966216 h 1038225"/>
                <a:gd name="connsiteX4598" fmla="*/ 319850 w 466725"/>
                <a:gd name="connsiteY4598" fmla="*/ 966597 h 1038225"/>
                <a:gd name="connsiteX4599" fmla="*/ 320421 w 466725"/>
                <a:gd name="connsiteY4599" fmla="*/ 967073 h 1038225"/>
                <a:gd name="connsiteX4600" fmla="*/ 320992 w 466725"/>
                <a:gd name="connsiteY4600" fmla="*/ 967645 h 1038225"/>
                <a:gd name="connsiteX4601" fmla="*/ 321183 w 466725"/>
                <a:gd name="connsiteY4601" fmla="*/ 968502 h 1038225"/>
                <a:gd name="connsiteX4602" fmla="*/ 321183 w 466725"/>
                <a:gd name="connsiteY4602" fmla="*/ 969169 h 1038225"/>
                <a:gd name="connsiteX4603" fmla="*/ 322898 w 466725"/>
                <a:gd name="connsiteY4603" fmla="*/ 968693 h 1038225"/>
                <a:gd name="connsiteX4604" fmla="*/ 323755 w 466725"/>
                <a:gd name="connsiteY4604" fmla="*/ 968312 h 1038225"/>
                <a:gd name="connsiteX4605" fmla="*/ 324136 w 466725"/>
                <a:gd name="connsiteY4605" fmla="*/ 967740 h 1038225"/>
                <a:gd name="connsiteX4606" fmla="*/ 323945 w 466725"/>
                <a:gd name="connsiteY4606" fmla="*/ 967359 h 1038225"/>
                <a:gd name="connsiteX4607" fmla="*/ 323374 w 466725"/>
                <a:gd name="connsiteY4607" fmla="*/ 967359 h 1038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</a:cxnLst>
              <a:rect l="l" t="t" r="r" b="b"/>
              <a:pathLst>
                <a:path w="466725" h="1038225">
                  <a:moveTo>
                    <a:pt x="300323" y="883920"/>
                  </a:moveTo>
                  <a:lnTo>
                    <a:pt x="299752" y="883920"/>
                  </a:lnTo>
                  <a:lnTo>
                    <a:pt x="299371" y="884587"/>
                  </a:lnTo>
                  <a:lnTo>
                    <a:pt x="299466" y="885730"/>
                  </a:lnTo>
                  <a:lnTo>
                    <a:pt x="300323" y="886016"/>
                  </a:lnTo>
                  <a:lnTo>
                    <a:pt x="300895" y="886016"/>
                  </a:lnTo>
                  <a:lnTo>
                    <a:pt x="301181" y="885635"/>
                  </a:lnTo>
                  <a:lnTo>
                    <a:pt x="300990" y="884777"/>
                  </a:lnTo>
                  <a:lnTo>
                    <a:pt x="300323" y="883920"/>
                  </a:lnTo>
                  <a:close/>
                  <a:moveTo>
                    <a:pt x="290608" y="737521"/>
                  </a:moveTo>
                  <a:lnTo>
                    <a:pt x="290798" y="736663"/>
                  </a:lnTo>
                  <a:lnTo>
                    <a:pt x="290798" y="735806"/>
                  </a:lnTo>
                  <a:lnTo>
                    <a:pt x="290417" y="734949"/>
                  </a:lnTo>
                  <a:lnTo>
                    <a:pt x="290322" y="734473"/>
                  </a:lnTo>
                  <a:lnTo>
                    <a:pt x="290132" y="734092"/>
                  </a:lnTo>
                  <a:lnTo>
                    <a:pt x="289941" y="733806"/>
                  </a:lnTo>
                  <a:lnTo>
                    <a:pt x="289655" y="733520"/>
                  </a:lnTo>
                  <a:lnTo>
                    <a:pt x="290036" y="737235"/>
                  </a:lnTo>
                  <a:lnTo>
                    <a:pt x="290417" y="738283"/>
                  </a:lnTo>
                  <a:lnTo>
                    <a:pt x="290608" y="737521"/>
                  </a:lnTo>
                  <a:close/>
                  <a:moveTo>
                    <a:pt x="290417" y="932212"/>
                  </a:moveTo>
                  <a:lnTo>
                    <a:pt x="289274" y="933545"/>
                  </a:lnTo>
                  <a:lnTo>
                    <a:pt x="289274" y="934212"/>
                  </a:lnTo>
                  <a:lnTo>
                    <a:pt x="289655" y="935450"/>
                  </a:lnTo>
                  <a:lnTo>
                    <a:pt x="290513" y="935831"/>
                  </a:lnTo>
                  <a:lnTo>
                    <a:pt x="290703" y="935831"/>
                  </a:lnTo>
                  <a:lnTo>
                    <a:pt x="290417" y="934498"/>
                  </a:lnTo>
                  <a:lnTo>
                    <a:pt x="290513" y="934212"/>
                  </a:lnTo>
                  <a:lnTo>
                    <a:pt x="290893" y="933736"/>
                  </a:lnTo>
                  <a:lnTo>
                    <a:pt x="290989" y="933164"/>
                  </a:lnTo>
                  <a:lnTo>
                    <a:pt x="290798" y="932688"/>
                  </a:lnTo>
                  <a:lnTo>
                    <a:pt x="290417" y="932212"/>
                  </a:lnTo>
                  <a:close/>
                  <a:moveTo>
                    <a:pt x="304419" y="1008983"/>
                  </a:moveTo>
                  <a:lnTo>
                    <a:pt x="304133" y="1008697"/>
                  </a:lnTo>
                  <a:lnTo>
                    <a:pt x="303848" y="1008793"/>
                  </a:lnTo>
                  <a:lnTo>
                    <a:pt x="303276" y="1008793"/>
                  </a:lnTo>
                  <a:lnTo>
                    <a:pt x="302990" y="1008507"/>
                  </a:lnTo>
                  <a:lnTo>
                    <a:pt x="303467" y="1007745"/>
                  </a:lnTo>
                  <a:lnTo>
                    <a:pt x="302705" y="1008126"/>
                  </a:lnTo>
                  <a:lnTo>
                    <a:pt x="302514" y="1008983"/>
                  </a:lnTo>
                  <a:lnTo>
                    <a:pt x="302705" y="1009936"/>
                  </a:lnTo>
                  <a:lnTo>
                    <a:pt x="303085" y="1010603"/>
                  </a:lnTo>
                  <a:lnTo>
                    <a:pt x="302324" y="1011650"/>
                  </a:lnTo>
                  <a:lnTo>
                    <a:pt x="302514" y="1012412"/>
                  </a:lnTo>
                  <a:lnTo>
                    <a:pt x="303371" y="1012603"/>
                  </a:lnTo>
                  <a:lnTo>
                    <a:pt x="304514" y="1012031"/>
                  </a:lnTo>
                  <a:lnTo>
                    <a:pt x="304229" y="1011746"/>
                  </a:lnTo>
                  <a:lnTo>
                    <a:pt x="303752" y="1010888"/>
                  </a:lnTo>
                  <a:lnTo>
                    <a:pt x="304229" y="1010888"/>
                  </a:lnTo>
                  <a:lnTo>
                    <a:pt x="304609" y="1010793"/>
                  </a:lnTo>
                  <a:lnTo>
                    <a:pt x="304895" y="1010603"/>
                  </a:lnTo>
                  <a:lnTo>
                    <a:pt x="305181" y="1010317"/>
                  </a:lnTo>
                  <a:lnTo>
                    <a:pt x="304800" y="1009364"/>
                  </a:lnTo>
                  <a:lnTo>
                    <a:pt x="304419" y="1008983"/>
                  </a:lnTo>
                  <a:close/>
                  <a:moveTo>
                    <a:pt x="300418" y="896207"/>
                  </a:moveTo>
                  <a:lnTo>
                    <a:pt x="300228" y="895350"/>
                  </a:lnTo>
                  <a:lnTo>
                    <a:pt x="300038" y="895160"/>
                  </a:lnTo>
                  <a:lnTo>
                    <a:pt x="299561" y="895255"/>
                  </a:lnTo>
                  <a:lnTo>
                    <a:pt x="299085" y="895541"/>
                  </a:lnTo>
                  <a:lnTo>
                    <a:pt x="298895" y="895731"/>
                  </a:lnTo>
                  <a:lnTo>
                    <a:pt x="299085" y="896207"/>
                  </a:lnTo>
                  <a:lnTo>
                    <a:pt x="299371" y="896398"/>
                  </a:lnTo>
                  <a:lnTo>
                    <a:pt x="299561" y="896588"/>
                  </a:lnTo>
                  <a:lnTo>
                    <a:pt x="299275" y="896969"/>
                  </a:lnTo>
                  <a:lnTo>
                    <a:pt x="299275" y="897350"/>
                  </a:lnTo>
                  <a:lnTo>
                    <a:pt x="299561" y="897255"/>
                  </a:lnTo>
                  <a:lnTo>
                    <a:pt x="299752" y="897255"/>
                  </a:lnTo>
                  <a:lnTo>
                    <a:pt x="299847" y="897350"/>
                  </a:lnTo>
                  <a:lnTo>
                    <a:pt x="299942" y="897731"/>
                  </a:lnTo>
                  <a:lnTo>
                    <a:pt x="300133" y="897922"/>
                  </a:lnTo>
                  <a:lnTo>
                    <a:pt x="300228" y="898017"/>
                  </a:lnTo>
                  <a:lnTo>
                    <a:pt x="300323" y="898112"/>
                  </a:lnTo>
                  <a:lnTo>
                    <a:pt x="300323" y="898398"/>
                  </a:lnTo>
                  <a:lnTo>
                    <a:pt x="300990" y="897160"/>
                  </a:lnTo>
                  <a:lnTo>
                    <a:pt x="300895" y="896588"/>
                  </a:lnTo>
                  <a:lnTo>
                    <a:pt x="300418" y="896207"/>
                  </a:lnTo>
                  <a:close/>
                  <a:moveTo>
                    <a:pt x="313563" y="916114"/>
                  </a:moveTo>
                  <a:lnTo>
                    <a:pt x="313944" y="915734"/>
                  </a:lnTo>
                  <a:lnTo>
                    <a:pt x="314230" y="915353"/>
                  </a:lnTo>
                  <a:lnTo>
                    <a:pt x="314420" y="914876"/>
                  </a:lnTo>
                  <a:lnTo>
                    <a:pt x="314611" y="913829"/>
                  </a:lnTo>
                  <a:lnTo>
                    <a:pt x="314611" y="913257"/>
                  </a:lnTo>
                  <a:lnTo>
                    <a:pt x="314420" y="912400"/>
                  </a:lnTo>
                  <a:lnTo>
                    <a:pt x="313849" y="911923"/>
                  </a:lnTo>
                  <a:lnTo>
                    <a:pt x="312992" y="911733"/>
                  </a:lnTo>
                  <a:lnTo>
                    <a:pt x="311944" y="911733"/>
                  </a:lnTo>
                  <a:lnTo>
                    <a:pt x="311277" y="912209"/>
                  </a:lnTo>
                  <a:lnTo>
                    <a:pt x="310610" y="913257"/>
                  </a:lnTo>
                  <a:lnTo>
                    <a:pt x="310134" y="914495"/>
                  </a:lnTo>
                  <a:lnTo>
                    <a:pt x="310039" y="915448"/>
                  </a:lnTo>
                  <a:lnTo>
                    <a:pt x="310325" y="916210"/>
                  </a:lnTo>
                  <a:lnTo>
                    <a:pt x="311372" y="917258"/>
                  </a:lnTo>
                  <a:lnTo>
                    <a:pt x="312134" y="918496"/>
                  </a:lnTo>
                  <a:lnTo>
                    <a:pt x="312230" y="918591"/>
                  </a:lnTo>
                  <a:lnTo>
                    <a:pt x="312325" y="918686"/>
                  </a:lnTo>
                  <a:lnTo>
                    <a:pt x="312610" y="918877"/>
                  </a:lnTo>
                  <a:lnTo>
                    <a:pt x="313563" y="918305"/>
                  </a:lnTo>
                  <a:lnTo>
                    <a:pt x="314420" y="918496"/>
                  </a:lnTo>
                  <a:lnTo>
                    <a:pt x="315087" y="919163"/>
                  </a:lnTo>
                  <a:lnTo>
                    <a:pt x="315468" y="919925"/>
                  </a:lnTo>
                  <a:lnTo>
                    <a:pt x="315563" y="919448"/>
                  </a:lnTo>
                  <a:lnTo>
                    <a:pt x="315468" y="917162"/>
                  </a:lnTo>
                  <a:lnTo>
                    <a:pt x="315182" y="916781"/>
                  </a:lnTo>
                  <a:lnTo>
                    <a:pt x="314516" y="916781"/>
                  </a:lnTo>
                  <a:lnTo>
                    <a:pt x="313754" y="917067"/>
                  </a:lnTo>
                  <a:lnTo>
                    <a:pt x="313277" y="917353"/>
                  </a:lnTo>
                  <a:lnTo>
                    <a:pt x="313373" y="916686"/>
                  </a:lnTo>
                  <a:lnTo>
                    <a:pt x="313563" y="916114"/>
                  </a:lnTo>
                  <a:close/>
                  <a:moveTo>
                    <a:pt x="303467" y="984599"/>
                  </a:moveTo>
                  <a:lnTo>
                    <a:pt x="302609" y="985171"/>
                  </a:lnTo>
                  <a:lnTo>
                    <a:pt x="302324" y="986695"/>
                  </a:lnTo>
                  <a:lnTo>
                    <a:pt x="302514" y="987266"/>
                  </a:lnTo>
                  <a:lnTo>
                    <a:pt x="302514" y="987743"/>
                  </a:lnTo>
                  <a:lnTo>
                    <a:pt x="302324" y="988219"/>
                  </a:lnTo>
                  <a:lnTo>
                    <a:pt x="301942" y="988790"/>
                  </a:lnTo>
                  <a:lnTo>
                    <a:pt x="303276" y="988123"/>
                  </a:lnTo>
                  <a:lnTo>
                    <a:pt x="304229" y="987362"/>
                  </a:lnTo>
                  <a:lnTo>
                    <a:pt x="304895" y="986314"/>
                  </a:lnTo>
                  <a:lnTo>
                    <a:pt x="305467" y="984885"/>
                  </a:lnTo>
                  <a:lnTo>
                    <a:pt x="304419" y="984599"/>
                  </a:lnTo>
                  <a:lnTo>
                    <a:pt x="303467" y="984599"/>
                  </a:lnTo>
                  <a:close/>
                  <a:moveTo>
                    <a:pt x="308515" y="910876"/>
                  </a:moveTo>
                  <a:lnTo>
                    <a:pt x="308610" y="910590"/>
                  </a:lnTo>
                  <a:lnTo>
                    <a:pt x="309086" y="910495"/>
                  </a:lnTo>
                  <a:lnTo>
                    <a:pt x="309658" y="910304"/>
                  </a:lnTo>
                  <a:lnTo>
                    <a:pt x="310229" y="909923"/>
                  </a:lnTo>
                  <a:lnTo>
                    <a:pt x="310706" y="909542"/>
                  </a:lnTo>
                  <a:lnTo>
                    <a:pt x="311563" y="907923"/>
                  </a:lnTo>
                  <a:lnTo>
                    <a:pt x="311563" y="907637"/>
                  </a:lnTo>
                  <a:lnTo>
                    <a:pt x="312039" y="907733"/>
                  </a:lnTo>
                  <a:lnTo>
                    <a:pt x="312420" y="907923"/>
                  </a:lnTo>
                  <a:lnTo>
                    <a:pt x="312706" y="907923"/>
                  </a:lnTo>
                  <a:lnTo>
                    <a:pt x="313182" y="907637"/>
                  </a:lnTo>
                  <a:lnTo>
                    <a:pt x="313563" y="906685"/>
                  </a:lnTo>
                  <a:lnTo>
                    <a:pt x="313373" y="905542"/>
                  </a:lnTo>
                  <a:lnTo>
                    <a:pt x="312801" y="904589"/>
                  </a:lnTo>
                  <a:lnTo>
                    <a:pt x="312039" y="904304"/>
                  </a:lnTo>
                  <a:lnTo>
                    <a:pt x="311849" y="904589"/>
                  </a:lnTo>
                  <a:lnTo>
                    <a:pt x="311658" y="905256"/>
                  </a:lnTo>
                  <a:lnTo>
                    <a:pt x="311372" y="905923"/>
                  </a:lnTo>
                  <a:lnTo>
                    <a:pt x="310420" y="906399"/>
                  </a:lnTo>
                  <a:lnTo>
                    <a:pt x="310229" y="906875"/>
                  </a:lnTo>
                  <a:lnTo>
                    <a:pt x="310229" y="907447"/>
                  </a:lnTo>
                  <a:lnTo>
                    <a:pt x="310229" y="908018"/>
                  </a:lnTo>
                  <a:lnTo>
                    <a:pt x="309753" y="907923"/>
                  </a:lnTo>
                  <a:lnTo>
                    <a:pt x="309467" y="907923"/>
                  </a:lnTo>
                  <a:lnTo>
                    <a:pt x="308800" y="908018"/>
                  </a:lnTo>
                  <a:lnTo>
                    <a:pt x="308324" y="907542"/>
                  </a:lnTo>
                  <a:lnTo>
                    <a:pt x="308229" y="907161"/>
                  </a:lnTo>
                  <a:lnTo>
                    <a:pt x="308420" y="906780"/>
                  </a:lnTo>
                  <a:lnTo>
                    <a:pt x="308896" y="906304"/>
                  </a:lnTo>
                  <a:lnTo>
                    <a:pt x="309182" y="905828"/>
                  </a:lnTo>
                  <a:lnTo>
                    <a:pt x="308896" y="905637"/>
                  </a:lnTo>
                  <a:lnTo>
                    <a:pt x="308324" y="905732"/>
                  </a:lnTo>
                  <a:lnTo>
                    <a:pt x="306705" y="906685"/>
                  </a:lnTo>
                  <a:lnTo>
                    <a:pt x="305562" y="907066"/>
                  </a:lnTo>
                  <a:lnTo>
                    <a:pt x="304800" y="907637"/>
                  </a:lnTo>
                  <a:lnTo>
                    <a:pt x="304705" y="909161"/>
                  </a:lnTo>
                  <a:lnTo>
                    <a:pt x="305086" y="909161"/>
                  </a:lnTo>
                  <a:lnTo>
                    <a:pt x="305276" y="908780"/>
                  </a:lnTo>
                  <a:lnTo>
                    <a:pt x="305467" y="908495"/>
                  </a:lnTo>
                  <a:lnTo>
                    <a:pt x="306134" y="908018"/>
                  </a:lnTo>
                  <a:lnTo>
                    <a:pt x="306419" y="908780"/>
                  </a:lnTo>
                  <a:lnTo>
                    <a:pt x="305848" y="909352"/>
                  </a:lnTo>
                  <a:lnTo>
                    <a:pt x="305181" y="909923"/>
                  </a:lnTo>
                  <a:lnTo>
                    <a:pt x="304991" y="910685"/>
                  </a:lnTo>
                  <a:lnTo>
                    <a:pt x="305467" y="910971"/>
                  </a:lnTo>
                  <a:lnTo>
                    <a:pt x="306229" y="910876"/>
                  </a:lnTo>
                  <a:lnTo>
                    <a:pt x="306896" y="910971"/>
                  </a:lnTo>
                  <a:lnTo>
                    <a:pt x="307086" y="911828"/>
                  </a:lnTo>
                  <a:lnTo>
                    <a:pt x="307276" y="912019"/>
                  </a:lnTo>
                  <a:lnTo>
                    <a:pt x="307753" y="912971"/>
                  </a:lnTo>
                  <a:lnTo>
                    <a:pt x="308515" y="910876"/>
                  </a:lnTo>
                  <a:close/>
                  <a:moveTo>
                    <a:pt x="310515" y="1042988"/>
                  </a:moveTo>
                  <a:lnTo>
                    <a:pt x="309658" y="1042702"/>
                  </a:lnTo>
                  <a:lnTo>
                    <a:pt x="308896" y="1043083"/>
                  </a:lnTo>
                  <a:lnTo>
                    <a:pt x="308515" y="1044130"/>
                  </a:lnTo>
                  <a:lnTo>
                    <a:pt x="309086" y="1044797"/>
                  </a:lnTo>
                  <a:lnTo>
                    <a:pt x="310134" y="1044988"/>
                  </a:lnTo>
                  <a:lnTo>
                    <a:pt x="311182" y="1044702"/>
                  </a:lnTo>
                  <a:lnTo>
                    <a:pt x="311182" y="1043750"/>
                  </a:lnTo>
                  <a:lnTo>
                    <a:pt x="310515" y="1042988"/>
                  </a:lnTo>
                  <a:close/>
                  <a:moveTo>
                    <a:pt x="304133" y="831437"/>
                  </a:moveTo>
                  <a:lnTo>
                    <a:pt x="304324" y="829437"/>
                  </a:lnTo>
                  <a:lnTo>
                    <a:pt x="304514" y="828389"/>
                  </a:lnTo>
                  <a:lnTo>
                    <a:pt x="304800" y="827818"/>
                  </a:lnTo>
                  <a:lnTo>
                    <a:pt x="304419" y="827437"/>
                  </a:lnTo>
                  <a:lnTo>
                    <a:pt x="303752" y="827722"/>
                  </a:lnTo>
                  <a:lnTo>
                    <a:pt x="303562" y="829056"/>
                  </a:lnTo>
                  <a:lnTo>
                    <a:pt x="303562" y="830580"/>
                  </a:lnTo>
                  <a:lnTo>
                    <a:pt x="303657" y="831437"/>
                  </a:lnTo>
                  <a:lnTo>
                    <a:pt x="304133" y="831437"/>
                  </a:lnTo>
                  <a:close/>
                  <a:moveTo>
                    <a:pt x="81248" y="771716"/>
                  </a:moveTo>
                  <a:lnTo>
                    <a:pt x="80867" y="772573"/>
                  </a:lnTo>
                  <a:lnTo>
                    <a:pt x="80296" y="773239"/>
                  </a:lnTo>
                  <a:lnTo>
                    <a:pt x="81058" y="773335"/>
                  </a:lnTo>
                  <a:lnTo>
                    <a:pt x="81820" y="772668"/>
                  </a:lnTo>
                  <a:lnTo>
                    <a:pt x="82487" y="771620"/>
                  </a:lnTo>
                  <a:lnTo>
                    <a:pt x="82963" y="770668"/>
                  </a:lnTo>
                  <a:lnTo>
                    <a:pt x="82963" y="770287"/>
                  </a:lnTo>
                  <a:lnTo>
                    <a:pt x="81915" y="770763"/>
                  </a:lnTo>
                  <a:lnTo>
                    <a:pt x="81248" y="771716"/>
                  </a:lnTo>
                  <a:close/>
                  <a:moveTo>
                    <a:pt x="285274" y="697516"/>
                  </a:moveTo>
                  <a:lnTo>
                    <a:pt x="285464" y="695516"/>
                  </a:lnTo>
                  <a:lnTo>
                    <a:pt x="285369" y="695039"/>
                  </a:lnTo>
                  <a:lnTo>
                    <a:pt x="285559" y="694277"/>
                  </a:lnTo>
                  <a:lnTo>
                    <a:pt x="285845" y="693801"/>
                  </a:lnTo>
                  <a:lnTo>
                    <a:pt x="286226" y="693325"/>
                  </a:lnTo>
                  <a:lnTo>
                    <a:pt x="286512" y="692753"/>
                  </a:lnTo>
                  <a:lnTo>
                    <a:pt x="286607" y="691610"/>
                  </a:lnTo>
                  <a:lnTo>
                    <a:pt x="286512" y="689515"/>
                  </a:lnTo>
                  <a:lnTo>
                    <a:pt x="286512" y="688658"/>
                  </a:lnTo>
                  <a:lnTo>
                    <a:pt x="287655" y="686943"/>
                  </a:lnTo>
                  <a:lnTo>
                    <a:pt x="287655" y="685991"/>
                  </a:lnTo>
                  <a:lnTo>
                    <a:pt x="287465" y="684943"/>
                  </a:lnTo>
                  <a:lnTo>
                    <a:pt x="286322" y="684847"/>
                  </a:lnTo>
                  <a:lnTo>
                    <a:pt x="285083" y="684467"/>
                  </a:lnTo>
                  <a:lnTo>
                    <a:pt x="282892" y="683419"/>
                  </a:lnTo>
                  <a:lnTo>
                    <a:pt x="282035" y="683609"/>
                  </a:lnTo>
                  <a:lnTo>
                    <a:pt x="281083" y="683990"/>
                  </a:lnTo>
                  <a:lnTo>
                    <a:pt x="280225" y="684562"/>
                  </a:lnTo>
                  <a:lnTo>
                    <a:pt x="279654" y="685324"/>
                  </a:lnTo>
                  <a:lnTo>
                    <a:pt x="280035" y="685895"/>
                  </a:lnTo>
                  <a:lnTo>
                    <a:pt x="279845" y="686181"/>
                  </a:lnTo>
                  <a:lnTo>
                    <a:pt x="279464" y="686467"/>
                  </a:lnTo>
                  <a:lnTo>
                    <a:pt x="279273" y="686848"/>
                  </a:lnTo>
                  <a:lnTo>
                    <a:pt x="279368" y="687514"/>
                  </a:lnTo>
                  <a:lnTo>
                    <a:pt x="279654" y="688086"/>
                  </a:lnTo>
                  <a:lnTo>
                    <a:pt x="280321" y="689038"/>
                  </a:lnTo>
                  <a:lnTo>
                    <a:pt x="280702" y="690086"/>
                  </a:lnTo>
                  <a:lnTo>
                    <a:pt x="280988" y="691420"/>
                  </a:lnTo>
                  <a:lnTo>
                    <a:pt x="280892" y="692658"/>
                  </a:lnTo>
                  <a:lnTo>
                    <a:pt x="280225" y="693134"/>
                  </a:lnTo>
                  <a:lnTo>
                    <a:pt x="279654" y="694849"/>
                  </a:lnTo>
                  <a:lnTo>
                    <a:pt x="281750" y="696563"/>
                  </a:lnTo>
                  <a:lnTo>
                    <a:pt x="282321" y="697421"/>
                  </a:lnTo>
                  <a:lnTo>
                    <a:pt x="282702" y="699802"/>
                  </a:lnTo>
                  <a:lnTo>
                    <a:pt x="284321" y="700373"/>
                  </a:lnTo>
                  <a:lnTo>
                    <a:pt x="285559" y="699135"/>
                  </a:lnTo>
                  <a:lnTo>
                    <a:pt x="285274" y="697516"/>
                  </a:lnTo>
                  <a:close/>
                  <a:moveTo>
                    <a:pt x="65246" y="811435"/>
                  </a:moveTo>
                  <a:lnTo>
                    <a:pt x="65056" y="811625"/>
                  </a:lnTo>
                  <a:lnTo>
                    <a:pt x="64865" y="812292"/>
                  </a:lnTo>
                  <a:lnTo>
                    <a:pt x="64389" y="816293"/>
                  </a:lnTo>
                  <a:lnTo>
                    <a:pt x="65437" y="815626"/>
                  </a:lnTo>
                  <a:lnTo>
                    <a:pt x="65723" y="814578"/>
                  </a:lnTo>
                  <a:lnTo>
                    <a:pt x="65532" y="812197"/>
                  </a:lnTo>
                  <a:lnTo>
                    <a:pt x="65246" y="811435"/>
                  </a:lnTo>
                  <a:close/>
                  <a:moveTo>
                    <a:pt x="45434" y="496253"/>
                  </a:moveTo>
                  <a:lnTo>
                    <a:pt x="42958" y="489776"/>
                  </a:lnTo>
                  <a:lnTo>
                    <a:pt x="42767" y="489014"/>
                  </a:lnTo>
                  <a:lnTo>
                    <a:pt x="42672" y="488537"/>
                  </a:lnTo>
                  <a:lnTo>
                    <a:pt x="42482" y="488061"/>
                  </a:lnTo>
                  <a:lnTo>
                    <a:pt x="42196" y="487585"/>
                  </a:lnTo>
                  <a:lnTo>
                    <a:pt x="41815" y="487204"/>
                  </a:lnTo>
                  <a:lnTo>
                    <a:pt x="40862" y="486632"/>
                  </a:lnTo>
                  <a:lnTo>
                    <a:pt x="40481" y="486251"/>
                  </a:lnTo>
                  <a:lnTo>
                    <a:pt x="40196" y="486156"/>
                  </a:lnTo>
                  <a:lnTo>
                    <a:pt x="39910" y="486442"/>
                  </a:lnTo>
                  <a:lnTo>
                    <a:pt x="39719" y="487013"/>
                  </a:lnTo>
                  <a:lnTo>
                    <a:pt x="39719" y="487585"/>
                  </a:lnTo>
                  <a:lnTo>
                    <a:pt x="40005" y="487871"/>
                  </a:lnTo>
                  <a:lnTo>
                    <a:pt x="40291" y="488061"/>
                  </a:lnTo>
                  <a:lnTo>
                    <a:pt x="40386" y="488347"/>
                  </a:lnTo>
                  <a:lnTo>
                    <a:pt x="40576" y="489299"/>
                  </a:lnTo>
                  <a:lnTo>
                    <a:pt x="43815" y="495300"/>
                  </a:lnTo>
                  <a:lnTo>
                    <a:pt x="44577" y="496348"/>
                  </a:lnTo>
                  <a:lnTo>
                    <a:pt x="44958" y="497300"/>
                  </a:lnTo>
                  <a:lnTo>
                    <a:pt x="45244" y="499681"/>
                  </a:lnTo>
                  <a:lnTo>
                    <a:pt x="45530" y="500729"/>
                  </a:lnTo>
                  <a:lnTo>
                    <a:pt x="45910" y="500729"/>
                  </a:lnTo>
                  <a:lnTo>
                    <a:pt x="45720" y="498348"/>
                  </a:lnTo>
                  <a:lnTo>
                    <a:pt x="45434" y="496253"/>
                  </a:lnTo>
                  <a:close/>
                  <a:moveTo>
                    <a:pt x="72009" y="504254"/>
                  </a:moveTo>
                  <a:lnTo>
                    <a:pt x="71914" y="503396"/>
                  </a:lnTo>
                  <a:lnTo>
                    <a:pt x="71342" y="501682"/>
                  </a:lnTo>
                  <a:lnTo>
                    <a:pt x="71152" y="500634"/>
                  </a:lnTo>
                  <a:lnTo>
                    <a:pt x="71342" y="498062"/>
                  </a:lnTo>
                  <a:lnTo>
                    <a:pt x="70961" y="497205"/>
                  </a:lnTo>
                  <a:lnTo>
                    <a:pt x="70199" y="496634"/>
                  </a:lnTo>
                  <a:lnTo>
                    <a:pt x="69437" y="496157"/>
                  </a:lnTo>
                  <a:lnTo>
                    <a:pt x="69056" y="495681"/>
                  </a:lnTo>
                  <a:lnTo>
                    <a:pt x="68866" y="495300"/>
                  </a:lnTo>
                  <a:lnTo>
                    <a:pt x="68485" y="494824"/>
                  </a:lnTo>
                  <a:lnTo>
                    <a:pt x="67913" y="494252"/>
                  </a:lnTo>
                  <a:lnTo>
                    <a:pt x="66866" y="493490"/>
                  </a:lnTo>
                  <a:lnTo>
                    <a:pt x="65818" y="493395"/>
                  </a:lnTo>
                  <a:lnTo>
                    <a:pt x="66008" y="495205"/>
                  </a:lnTo>
                  <a:lnTo>
                    <a:pt x="67818" y="501301"/>
                  </a:lnTo>
                  <a:lnTo>
                    <a:pt x="68675" y="502539"/>
                  </a:lnTo>
                  <a:lnTo>
                    <a:pt x="71628" y="504920"/>
                  </a:lnTo>
                  <a:lnTo>
                    <a:pt x="72009" y="504254"/>
                  </a:lnTo>
                  <a:close/>
                  <a:moveTo>
                    <a:pt x="141065" y="715899"/>
                  </a:moveTo>
                  <a:lnTo>
                    <a:pt x="140970" y="715042"/>
                  </a:lnTo>
                  <a:lnTo>
                    <a:pt x="140970" y="715042"/>
                  </a:lnTo>
                  <a:lnTo>
                    <a:pt x="140684" y="714280"/>
                  </a:lnTo>
                  <a:lnTo>
                    <a:pt x="139827" y="715042"/>
                  </a:lnTo>
                  <a:lnTo>
                    <a:pt x="138398" y="717042"/>
                  </a:lnTo>
                  <a:lnTo>
                    <a:pt x="137350" y="719328"/>
                  </a:lnTo>
                  <a:lnTo>
                    <a:pt x="136589" y="720376"/>
                  </a:lnTo>
                  <a:lnTo>
                    <a:pt x="135541" y="721138"/>
                  </a:lnTo>
                  <a:lnTo>
                    <a:pt x="135541" y="721519"/>
                  </a:lnTo>
                  <a:lnTo>
                    <a:pt x="136779" y="722186"/>
                  </a:lnTo>
                  <a:lnTo>
                    <a:pt x="138398" y="722662"/>
                  </a:lnTo>
                  <a:lnTo>
                    <a:pt x="139732" y="722376"/>
                  </a:lnTo>
                  <a:lnTo>
                    <a:pt x="140494" y="720280"/>
                  </a:lnTo>
                  <a:lnTo>
                    <a:pt x="141446" y="718661"/>
                  </a:lnTo>
                  <a:lnTo>
                    <a:pt x="141637" y="717899"/>
                  </a:lnTo>
                  <a:lnTo>
                    <a:pt x="141542" y="717233"/>
                  </a:lnTo>
                  <a:lnTo>
                    <a:pt x="141065" y="715899"/>
                  </a:lnTo>
                  <a:close/>
                  <a:moveTo>
                    <a:pt x="279749" y="937927"/>
                  </a:moveTo>
                  <a:lnTo>
                    <a:pt x="278797" y="937927"/>
                  </a:lnTo>
                  <a:lnTo>
                    <a:pt x="279559" y="938689"/>
                  </a:lnTo>
                  <a:lnTo>
                    <a:pt x="279845" y="938879"/>
                  </a:lnTo>
                  <a:lnTo>
                    <a:pt x="280607" y="939070"/>
                  </a:lnTo>
                  <a:lnTo>
                    <a:pt x="280416" y="938498"/>
                  </a:lnTo>
                  <a:lnTo>
                    <a:pt x="279749" y="937927"/>
                  </a:lnTo>
                  <a:close/>
                  <a:moveTo>
                    <a:pt x="84106" y="558260"/>
                  </a:moveTo>
                  <a:lnTo>
                    <a:pt x="84010" y="557594"/>
                  </a:lnTo>
                  <a:lnTo>
                    <a:pt x="84010" y="557022"/>
                  </a:lnTo>
                  <a:lnTo>
                    <a:pt x="84296" y="555403"/>
                  </a:lnTo>
                  <a:lnTo>
                    <a:pt x="84201" y="554069"/>
                  </a:lnTo>
                  <a:lnTo>
                    <a:pt x="83820" y="553688"/>
                  </a:lnTo>
                  <a:lnTo>
                    <a:pt x="82010" y="553879"/>
                  </a:lnTo>
                  <a:lnTo>
                    <a:pt x="80772" y="553879"/>
                  </a:lnTo>
                  <a:lnTo>
                    <a:pt x="80200" y="553784"/>
                  </a:lnTo>
                  <a:lnTo>
                    <a:pt x="79724" y="553593"/>
                  </a:lnTo>
                  <a:lnTo>
                    <a:pt x="78581" y="552736"/>
                  </a:lnTo>
                  <a:lnTo>
                    <a:pt x="77533" y="551593"/>
                  </a:lnTo>
                  <a:lnTo>
                    <a:pt x="76962" y="551879"/>
                  </a:lnTo>
                  <a:lnTo>
                    <a:pt x="76391" y="552736"/>
                  </a:lnTo>
                  <a:lnTo>
                    <a:pt x="75152" y="553212"/>
                  </a:lnTo>
                  <a:lnTo>
                    <a:pt x="70295" y="553593"/>
                  </a:lnTo>
                  <a:lnTo>
                    <a:pt x="70771" y="555022"/>
                  </a:lnTo>
                  <a:lnTo>
                    <a:pt x="71057" y="555498"/>
                  </a:lnTo>
                  <a:lnTo>
                    <a:pt x="76105" y="561594"/>
                  </a:lnTo>
                  <a:lnTo>
                    <a:pt x="77438" y="562642"/>
                  </a:lnTo>
                  <a:lnTo>
                    <a:pt x="78105" y="563309"/>
                  </a:lnTo>
                  <a:lnTo>
                    <a:pt x="78391" y="563975"/>
                  </a:lnTo>
                  <a:lnTo>
                    <a:pt x="78867" y="564356"/>
                  </a:lnTo>
                  <a:lnTo>
                    <a:pt x="80010" y="564642"/>
                  </a:lnTo>
                  <a:lnTo>
                    <a:pt x="81343" y="564737"/>
                  </a:lnTo>
                  <a:lnTo>
                    <a:pt x="82296" y="564547"/>
                  </a:lnTo>
                  <a:lnTo>
                    <a:pt x="83344" y="563785"/>
                  </a:lnTo>
                  <a:lnTo>
                    <a:pt x="84106" y="562737"/>
                  </a:lnTo>
                  <a:lnTo>
                    <a:pt x="84582" y="561499"/>
                  </a:lnTo>
                  <a:lnTo>
                    <a:pt x="84773" y="560165"/>
                  </a:lnTo>
                  <a:lnTo>
                    <a:pt x="84677" y="559594"/>
                  </a:lnTo>
                  <a:lnTo>
                    <a:pt x="84106" y="558260"/>
                  </a:lnTo>
                  <a:close/>
                  <a:moveTo>
                    <a:pt x="127921" y="710565"/>
                  </a:moveTo>
                  <a:lnTo>
                    <a:pt x="130588" y="707231"/>
                  </a:lnTo>
                  <a:lnTo>
                    <a:pt x="131921" y="704660"/>
                  </a:lnTo>
                  <a:lnTo>
                    <a:pt x="132588" y="701897"/>
                  </a:lnTo>
                  <a:lnTo>
                    <a:pt x="132302" y="699135"/>
                  </a:lnTo>
                  <a:lnTo>
                    <a:pt x="131255" y="697802"/>
                  </a:lnTo>
                  <a:lnTo>
                    <a:pt x="129635" y="699135"/>
                  </a:lnTo>
                  <a:lnTo>
                    <a:pt x="126397" y="703136"/>
                  </a:lnTo>
                  <a:lnTo>
                    <a:pt x="124777" y="704660"/>
                  </a:lnTo>
                  <a:lnTo>
                    <a:pt x="124397" y="705326"/>
                  </a:lnTo>
                  <a:lnTo>
                    <a:pt x="123634" y="707041"/>
                  </a:lnTo>
                  <a:lnTo>
                    <a:pt x="123063" y="707898"/>
                  </a:lnTo>
                  <a:lnTo>
                    <a:pt x="121349" y="709231"/>
                  </a:lnTo>
                  <a:lnTo>
                    <a:pt x="119443" y="710089"/>
                  </a:lnTo>
                  <a:lnTo>
                    <a:pt x="118015" y="711041"/>
                  </a:lnTo>
                  <a:lnTo>
                    <a:pt x="117634" y="712756"/>
                  </a:lnTo>
                  <a:lnTo>
                    <a:pt x="119063" y="716185"/>
                  </a:lnTo>
                  <a:lnTo>
                    <a:pt x="119443" y="718090"/>
                  </a:lnTo>
                  <a:lnTo>
                    <a:pt x="118682" y="719423"/>
                  </a:lnTo>
                  <a:lnTo>
                    <a:pt x="118682" y="719804"/>
                  </a:lnTo>
                  <a:lnTo>
                    <a:pt x="119063" y="719804"/>
                  </a:lnTo>
                  <a:lnTo>
                    <a:pt x="120301" y="718185"/>
                  </a:lnTo>
                  <a:lnTo>
                    <a:pt x="120682" y="717328"/>
                  </a:lnTo>
                  <a:lnTo>
                    <a:pt x="120491" y="716471"/>
                  </a:lnTo>
                  <a:lnTo>
                    <a:pt x="120967" y="715804"/>
                  </a:lnTo>
                  <a:lnTo>
                    <a:pt x="122110" y="714851"/>
                  </a:lnTo>
                  <a:lnTo>
                    <a:pt x="122682" y="714185"/>
                  </a:lnTo>
                  <a:lnTo>
                    <a:pt x="122682" y="713804"/>
                  </a:lnTo>
                  <a:lnTo>
                    <a:pt x="122587" y="713327"/>
                  </a:lnTo>
                  <a:lnTo>
                    <a:pt x="122587" y="712851"/>
                  </a:lnTo>
                  <a:lnTo>
                    <a:pt x="122873" y="712565"/>
                  </a:lnTo>
                  <a:lnTo>
                    <a:pt x="123634" y="712089"/>
                  </a:lnTo>
                  <a:lnTo>
                    <a:pt x="126492" y="711137"/>
                  </a:lnTo>
                  <a:lnTo>
                    <a:pt x="127349" y="710755"/>
                  </a:lnTo>
                  <a:lnTo>
                    <a:pt x="127921" y="710565"/>
                  </a:lnTo>
                  <a:close/>
                  <a:moveTo>
                    <a:pt x="324231" y="871442"/>
                  </a:moveTo>
                  <a:lnTo>
                    <a:pt x="324517" y="871156"/>
                  </a:lnTo>
                  <a:lnTo>
                    <a:pt x="324802" y="870966"/>
                  </a:lnTo>
                  <a:lnTo>
                    <a:pt x="325184" y="870490"/>
                  </a:lnTo>
                  <a:lnTo>
                    <a:pt x="325755" y="869918"/>
                  </a:lnTo>
                  <a:lnTo>
                    <a:pt x="325850" y="869537"/>
                  </a:lnTo>
                  <a:lnTo>
                    <a:pt x="325469" y="868966"/>
                  </a:lnTo>
                  <a:lnTo>
                    <a:pt x="324898" y="868585"/>
                  </a:lnTo>
                  <a:lnTo>
                    <a:pt x="324517" y="868775"/>
                  </a:lnTo>
                  <a:lnTo>
                    <a:pt x="324136" y="869061"/>
                  </a:lnTo>
                  <a:lnTo>
                    <a:pt x="323755" y="868966"/>
                  </a:lnTo>
                  <a:lnTo>
                    <a:pt x="323374" y="868204"/>
                  </a:lnTo>
                  <a:lnTo>
                    <a:pt x="322326" y="862775"/>
                  </a:lnTo>
                  <a:lnTo>
                    <a:pt x="321945" y="861917"/>
                  </a:lnTo>
                  <a:lnTo>
                    <a:pt x="321183" y="861917"/>
                  </a:lnTo>
                  <a:lnTo>
                    <a:pt x="320897" y="862489"/>
                  </a:lnTo>
                  <a:lnTo>
                    <a:pt x="320707" y="864870"/>
                  </a:lnTo>
                  <a:lnTo>
                    <a:pt x="320802" y="865918"/>
                  </a:lnTo>
                  <a:lnTo>
                    <a:pt x="321088" y="867061"/>
                  </a:lnTo>
                  <a:lnTo>
                    <a:pt x="322326" y="870395"/>
                  </a:lnTo>
                  <a:lnTo>
                    <a:pt x="322993" y="873823"/>
                  </a:lnTo>
                  <a:lnTo>
                    <a:pt x="323374" y="874871"/>
                  </a:lnTo>
                  <a:lnTo>
                    <a:pt x="323374" y="875824"/>
                  </a:lnTo>
                  <a:lnTo>
                    <a:pt x="324041" y="877062"/>
                  </a:lnTo>
                  <a:lnTo>
                    <a:pt x="324041" y="878110"/>
                  </a:lnTo>
                  <a:lnTo>
                    <a:pt x="324707" y="877443"/>
                  </a:lnTo>
                  <a:lnTo>
                    <a:pt x="324707" y="876300"/>
                  </a:lnTo>
                  <a:lnTo>
                    <a:pt x="324136" y="874014"/>
                  </a:lnTo>
                  <a:lnTo>
                    <a:pt x="324041" y="872300"/>
                  </a:lnTo>
                  <a:lnTo>
                    <a:pt x="324136" y="871823"/>
                  </a:lnTo>
                  <a:lnTo>
                    <a:pt x="324231" y="871442"/>
                  </a:lnTo>
                  <a:close/>
                  <a:moveTo>
                    <a:pt x="335471" y="990791"/>
                  </a:moveTo>
                  <a:lnTo>
                    <a:pt x="335090" y="990791"/>
                  </a:lnTo>
                  <a:lnTo>
                    <a:pt x="334613" y="990981"/>
                  </a:lnTo>
                  <a:lnTo>
                    <a:pt x="334327" y="991648"/>
                  </a:lnTo>
                  <a:lnTo>
                    <a:pt x="334899" y="992029"/>
                  </a:lnTo>
                  <a:lnTo>
                    <a:pt x="335851" y="992029"/>
                  </a:lnTo>
                  <a:lnTo>
                    <a:pt x="336614" y="991553"/>
                  </a:lnTo>
                  <a:lnTo>
                    <a:pt x="337280" y="989647"/>
                  </a:lnTo>
                  <a:lnTo>
                    <a:pt x="336709" y="988219"/>
                  </a:lnTo>
                  <a:lnTo>
                    <a:pt x="335471" y="987171"/>
                  </a:lnTo>
                  <a:lnTo>
                    <a:pt x="334137" y="986504"/>
                  </a:lnTo>
                  <a:lnTo>
                    <a:pt x="334042" y="987076"/>
                  </a:lnTo>
                  <a:lnTo>
                    <a:pt x="334042" y="987838"/>
                  </a:lnTo>
                  <a:lnTo>
                    <a:pt x="334232" y="988695"/>
                  </a:lnTo>
                  <a:lnTo>
                    <a:pt x="334518" y="989457"/>
                  </a:lnTo>
                  <a:lnTo>
                    <a:pt x="334518" y="990219"/>
                  </a:lnTo>
                  <a:lnTo>
                    <a:pt x="334994" y="989933"/>
                  </a:lnTo>
                  <a:lnTo>
                    <a:pt x="335471" y="989838"/>
                  </a:lnTo>
                  <a:lnTo>
                    <a:pt x="335851" y="989933"/>
                  </a:lnTo>
                  <a:lnTo>
                    <a:pt x="336042" y="990314"/>
                  </a:lnTo>
                  <a:lnTo>
                    <a:pt x="335947" y="990791"/>
                  </a:lnTo>
                  <a:lnTo>
                    <a:pt x="335471" y="990791"/>
                  </a:lnTo>
                  <a:close/>
                  <a:moveTo>
                    <a:pt x="312610" y="946213"/>
                  </a:moveTo>
                  <a:lnTo>
                    <a:pt x="312325" y="945737"/>
                  </a:lnTo>
                  <a:lnTo>
                    <a:pt x="311372" y="944689"/>
                  </a:lnTo>
                  <a:lnTo>
                    <a:pt x="311658" y="944213"/>
                  </a:lnTo>
                  <a:lnTo>
                    <a:pt x="311658" y="943737"/>
                  </a:lnTo>
                  <a:lnTo>
                    <a:pt x="311467" y="943451"/>
                  </a:lnTo>
                  <a:lnTo>
                    <a:pt x="311087" y="943261"/>
                  </a:lnTo>
                  <a:lnTo>
                    <a:pt x="311658" y="942975"/>
                  </a:lnTo>
                  <a:lnTo>
                    <a:pt x="312134" y="942594"/>
                  </a:lnTo>
                  <a:lnTo>
                    <a:pt x="312420" y="942118"/>
                  </a:lnTo>
                  <a:lnTo>
                    <a:pt x="312515" y="941451"/>
                  </a:lnTo>
                  <a:lnTo>
                    <a:pt x="311277" y="941737"/>
                  </a:lnTo>
                  <a:lnTo>
                    <a:pt x="310991" y="940689"/>
                  </a:lnTo>
                  <a:lnTo>
                    <a:pt x="310991" y="939260"/>
                  </a:lnTo>
                  <a:lnTo>
                    <a:pt x="310610" y="938594"/>
                  </a:lnTo>
                  <a:lnTo>
                    <a:pt x="309277" y="937451"/>
                  </a:lnTo>
                  <a:lnTo>
                    <a:pt x="308991" y="937070"/>
                  </a:lnTo>
                  <a:lnTo>
                    <a:pt x="308896" y="936498"/>
                  </a:lnTo>
                  <a:lnTo>
                    <a:pt x="308991" y="934498"/>
                  </a:lnTo>
                  <a:lnTo>
                    <a:pt x="308229" y="935736"/>
                  </a:lnTo>
                  <a:lnTo>
                    <a:pt x="308896" y="938689"/>
                  </a:lnTo>
                  <a:lnTo>
                    <a:pt x="308610" y="940022"/>
                  </a:lnTo>
                  <a:lnTo>
                    <a:pt x="309372" y="940308"/>
                  </a:lnTo>
                  <a:lnTo>
                    <a:pt x="309658" y="941356"/>
                  </a:lnTo>
                  <a:lnTo>
                    <a:pt x="309658" y="942404"/>
                  </a:lnTo>
                  <a:lnTo>
                    <a:pt x="309467" y="942880"/>
                  </a:lnTo>
                  <a:lnTo>
                    <a:pt x="308800" y="943070"/>
                  </a:lnTo>
                  <a:lnTo>
                    <a:pt x="309086" y="943451"/>
                  </a:lnTo>
                  <a:lnTo>
                    <a:pt x="310039" y="944023"/>
                  </a:lnTo>
                  <a:lnTo>
                    <a:pt x="310801" y="945261"/>
                  </a:lnTo>
                  <a:lnTo>
                    <a:pt x="311087" y="945547"/>
                  </a:lnTo>
                  <a:lnTo>
                    <a:pt x="311182" y="945928"/>
                  </a:lnTo>
                  <a:lnTo>
                    <a:pt x="311563" y="946309"/>
                  </a:lnTo>
                  <a:lnTo>
                    <a:pt x="312896" y="947071"/>
                  </a:lnTo>
                  <a:lnTo>
                    <a:pt x="312610" y="946213"/>
                  </a:lnTo>
                  <a:close/>
                  <a:moveTo>
                    <a:pt x="330899" y="950309"/>
                  </a:moveTo>
                  <a:lnTo>
                    <a:pt x="331375" y="950405"/>
                  </a:lnTo>
                  <a:lnTo>
                    <a:pt x="332232" y="949357"/>
                  </a:lnTo>
                  <a:lnTo>
                    <a:pt x="332518" y="949833"/>
                  </a:lnTo>
                  <a:lnTo>
                    <a:pt x="333089" y="950119"/>
                  </a:lnTo>
                  <a:lnTo>
                    <a:pt x="333756" y="950309"/>
                  </a:lnTo>
                  <a:lnTo>
                    <a:pt x="334327" y="950500"/>
                  </a:lnTo>
                  <a:lnTo>
                    <a:pt x="334804" y="950881"/>
                  </a:lnTo>
                  <a:lnTo>
                    <a:pt x="335661" y="951929"/>
                  </a:lnTo>
                  <a:lnTo>
                    <a:pt x="336233" y="952310"/>
                  </a:lnTo>
                  <a:lnTo>
                    <a:pt x="336137" y="951547"/>
                  </a:lnTo>
                  <a:lnTo>
                    <a:pt x="335851" y="950214"/>
                  </a:lnTo>
                  <a:lnTo>
                    <a:pt x="335756" y="949452"/>
                  </a:lnTo>
                  <a:lnTo>
                    <a:pt x="335947" y="948785"/>
                  </a:lnTo>
                  <a:lnTo>
                    <a:pt x="336709" y="947928"/>
                  </a:lnTo>
                  <a:lnTo>
                    <a:pt x="336899" y="947261"/>
                  </a:lnTo>
                  <a:lnTo>
                    <a:pt x="336709" y="943166"/>
                  </a:lnTo>
                  <a:lnTo>
                    <a:pt x="337185" y="941642"/>
                  </a:lnTo>
                  <a:lnTo>
                    <a:pt x="337185" y="940022"/>
                  </a:lnTo>
                  <a:lnTo>
                    <a:pt x="337090" y="939451"/>
                  </a:lnTo>
                  <a:lnTo>
                    <a:pt x="336899" y="938784"/>
                  </a:lnTo>
                  <a:lnTo>
                    <a:pt x="336709" y="938213"/>
                  </a:lnTo>
                  <a:lnTo>
                    <a:pt x="336423" y="937831"/>
                  </a:lnTo>
                  <a:lnTo>
                    <a:pt x="335947" y="937546"/>
                  </a:lnTo>
                  <a:lnTo>
                    <a:pt x="335280" y="937451"/>
                  </a:lnTo>
                  <a:lnTo>
                    <a:pt x="334042" y="937831"/>
                  </a:lnTo>
                  <a:lnTo>
                    <a:pt x="333375" y="937927"/>
                  </a:lnTo>
                  <a:lnTo>
                    <a:pt x="331851" y="937546"/>
                  </a:lnTo>
                  <a:lnTo>
                    <a:pt x="331184" y="937546"/>
                  </a:lnTo>
                  <a:lnTo>
                    <a:pt x="331280" y="937927"/>
                  </a:lnTo>
                  <a:lnTo>
                    <a:pt x="331375" y="938117"/>
                  </a:lnTo>
                  <a:lnTo>
                    <a:pt x="331565" y="938308"/>
                  </a:lnTo>
                  <a:lnTo>
                    <a:pt x="330803" y="938403"/>
                  </a:lnTo>
                  <a:lnTo>
                    <a:pt x="328422" y="938022"/>
                  </a:lnTo>
                  <a:lnTo>
                    <a:pt x="327184" y="938308"/>
                  </a:lnTo>
                  <a:lnTo>
                    <a:pt x="327470" y="938784"/>
                  </a:lnTo>
                  <a:lnTo>
                    <a:pt x="327850" y="938975"/>
                  </a:lnTo>
                  <a:lnTo>
                    <a:pt x="328327" y="938975"/>
                  </a:lnTo>
                  <a:lnTo>
                    <a:pt x="328898" y="938975"/>
                  </a:lnTo>
                  <a:lnTo>
                    <a:pt x="329470" y="939070"/>
                  </a:lnTo>
                  <a:lnTo>
                    <a:pt x="329375" y="939355"/>
                  </a:lnTo>
                  <a:lnTo>
                    <a:pt x="328993" y="939641"/>
                  </a:lnTo>
                  <a:lnTo>
                    <a:pt x="328803" y="939737"/>
                  </a:lnTo>
                  <a:lnTo>
                    <a:pt x="328517" y="940022"/>
                  </a:lnTo>
                  <a:lnTo>
                    <a:pt x="328136" y="940118"/>
                  </a:lnTo>
                  <a:lnTo>
                    <a:pt x="327850" y="940403"/>
                  </a:lnTo>
                  <a:lnTo>
                    <a:pt x="327755" y="941070"/>
                  </a:lnTo>
                  <a:lnTo>
                    <a:pt x="327946" y="941451"/>
                  </a:lnTo>
                  <a:lnTo>
                    <a:pt x="328898" y="942213"/>
                  </a:lnTo>
                  <a:lnTo>
                    <a:pt x="329184" y="942689"/>
                  </a:lnTo>
                  <a:lnTo>
                    <a:pt x="327946" y="942880"/>
                  </a:lnTo>
                  <a:lnTo>
                    <a:pt x="327850" y="943547"/>
                  </a:lnTo>
                  <a:lnTo>
                    <a:pt x="328517" y="945071"/>
                  </a:lnTo>
                  <a:lnTo>
                    <a:pt x="328898" y="945452"/>
                  </a:lnTo>
                  <a:lnTo>
                    <a:pt x="329565" y="945928"/>
                  </a:lnTo>
                  <a:lnTo>
                    <a:pt x="329946" y="946690"/>
                  </a:lnTo>
                  <a:lnTo>
                    <a:pt x="329565" y="947833"/>
                  </a:lnTo>
                  <a:lnTo>
                    <a:pt x="329756" y="948214"/>
                  </a:lnTo>
                  <a:lnTo>
                    <a:pt x="329946" y="948500"/>
                  </a:lnTo>
                  <a:lnTo>
                    <a:pt x="330232" y="948500"/>
                  </a:lnTo>
                  <a:lnTo>
                    <a:pt x="330613" y="948214"/>
                  </a:lnTo>
                  <a:lnTo>
                    <a:pt x="330517" y="949357"/>
                  </a:lnTo>
                  <a:lnTo>
                    <a:pt x="330899" y="950309"/>
                  </a:lnTo>
                  <a:close/>
                  <a:moveTo>
                    <a:pt x="331565" y="921734"/>
                  </a:moveTo>
                  <a:lnTo>
                    <a:pt x="331184" y="921163"/>
                  </a:lnTo>
                  <a:lnTo>
                    <a:pt x="330803" y="921734"/>
                  </a:lnTo>
                  <a:lnTo>
                    <a:pt x="330803" y="922401"/>
                  </a:lnTo>
                  <a:lnTo>
                    <a:pt x="331184" y="924020"/>
                  </a:lnTo>
                  <a:lnTo>
                    <a:pt x="331184" y="925639"/>
                  </a:lnTo>
                  <a:lnTo>
                    <a:pt x="331280" y="926211"/>
                  </a:lnTo>
                  <a:lnTo>
                    <a:pt x="331470" y="926497"/>
                  </a:lnTo>
                  <a:lnTo>
                    <a:pt x="331756" y="926687"/>
                  </a:lnTo>
                  <a:lnTo>
                    <a:pt x="332327" y="927354"/>
                  </a:lnTo>
                  <a:lnTo>
                    <a:pt x="332708" y="927545"/>
                  </a:lnTo>
                  <a:lnTo>
                    <a:pt x="332994" y="927830"/>
                  </a:lnTo>
                  <a:lnTo>
                    <a:pt x="333089" y="928402"/>
                  </a:lnTo>
                  <a:lnTo>
                    <a:pt x="332994" y="928783"/>
                  </a:lnTo>
                  <a:lnTo>
                    <a:pt x="332518" y="929545"/>
                  </a:lnTo>
                  <a:lnTo>
                    <a:pt x="332423" y="929926"/>
                  </a:lnTo>
                  <a:lnTo>
                    <a:pt x="332423" y="930688"/>
                  </a:lnTo>
                  <a:lnTo>
                    <a:pt x="332613" y="931355"/>
                  </a:lnTo>
                  <a:lnTo>
                    <a:pt x="333375" y="932974"/>
                  </a:lnTo>
                  <a:lnTo>
                    <a:pt x="334327" y="933069"/>
                  </a:lnTo>
                  <a:lnTo>
                    <a:pt x="335375" y="932688"/>
                  </a:lnTo>
                  <a:lnTo>
                    <a:pt x="336423" y="932021"/>
                  </a:lnTo>
                  <a:lnTo>
                    <a:pt x="337280" y="931259"/>
                  </a:lnTo>
                  <a:lnTo>
                    <a:pt x="338328" y="930783"/>
                  </a:lnTo>
                  <a:lnTo>
                    <a:pt x="341471" y="930783"/>
                  </a:lnTo>
                  <a:lnTo>
                    <a:pt x="342900" y="930402"/>
                  </a:lnTo>
                  <a:lnTo>
                    <a:pt x="342900" y="930783"/>
                  </a:lnTo>
                  <a:lnTo>
                    <a:pt x="342995" y="930021"/>
                  </a:lnTo>
                  <a:lnTo>
                    <a:pt x="342138" y="929545"/>
                  </a:lnTo>
                  <a:lnTo>
                    <a:pt x="340138" y="928973"/>
                  </a:lnTo>
                  <a:lnTo>
                    <a:pt x="338614" y="927640"/>
                  </a:lnTo>
                  <a:lnTo>
                    <a:pt x="337852" y="927259"/>
                  </a:lnTo>
                  <a:lnTo>
                    <a:pt x="336899" y="927545"/>
                  </a:lnTo>
                  <a:lnTo>
                    <a:pt x="335756" y="926878"/>
                  </a:lnTo>
                  <a:lnTo>
                    <a:pt x="335185" y="926402"/>
                  </a:lnTo>
                  <a:lnTo>
                    <a:pt x="334327" y="924687"/>
                  </a:lnTo>
                  <a:lnTo>
                    <a:pt x="333280" y="923163"/>
                  </a:lnTo>
                  <a:lnTo>
                    <a:pt x="331565" y="921734"/>
                  </a:lnTo>
                  <a:close/>
                  <a:moveTo>
                    <a:pt x="78486" y="519303"/>
                  </a:moveTo>
                  <a:lnTo>
                    <a:pt x="79439" y="521208"/>
                  </a:lnTo>
                  <a:lnTo>
                    <a:pt x="80010" y="521780"/>
                  </a:lnTo>
                  <a:lnTo>
                    <a:pt x="80772" y="522256"/>
                  </a:lnTo>
                  <a:lnTo>
                    <a:pt x="82487" y="522827"/>
                  </a:lnTo>
                  <a:lnTo>
                    <a:pt x="83249" y="523304"/>
                  </a:lnTo>
                  <a:lnTo>
                    <a:pt x="83630" y="524161"/>
                  </a:lnTo>
                  <a:lnTo>
                    <a:pt x="83534" y="524542"/>
                  </a:lnTo>
                  <a:lnTo>
                    <a:pt x="83249" y="524542"/>
                  </a:lnTo>
                  <a:lnTo>
                    <a:pt x="82963" y="524542"/>
                  </a:lnTo>
                  <a:lnTo>
                    <a:pt x="82867" y="524732"/>
                  </a:lnTo>
                  <a:lnTo>
                    <a:pt x="82963" y="525018"/>
                  </a:lnTo>
                  <a:lnTo>
                    <a:pt x="83058" y="525209"/>
                  </a:lnTo>
                  <a:lnTo>
                    <a:pt x="83153" y="525304"/>
                  </a:lnTo>
                  <a:lnTo>
                    <a:pt x="83249" y="525494"/>
                  </a:lnTo>
                  <a:lnTo>
                    <a:pt x="83344" y="526066"/>
                  </a:lnTo>
                  <a:lnTo>
                    <a:pt x="83820" y="526733"/>
                  </a:lnTo>
                  <a:lnTo>
                    <a:pt x="83915" y="527304"/>
                  </a:lnTo>
                  <a:lnTo>
                    <a:pt x="84106" y="527971"/>
                  </a:lnTo>
                  <a:lnTo>
                    <a:pt x="85344" y="529876"/>
                  </a:lnTo>
                  <a:lnTo>
                    <a:pt x="86011" y="530543"/>
                  </a:lnTo>
                  <a:lnTo>
                    <a:pt x="86582" y="531019"/>
                  </a:lnTo>
                  <a:lnTo>
                    <a:pt x="86868" y="531114"/>
                  </a:lnTo>
                  <a:lnTo>
                    <a:pt x="88011" y="531019"/>
                  </a:lnTo>
                  <a:lnTo>
                    <a:pt x="89154" y="531114"/>
                  </a:lnTo>
                  <a:lnTo>
                    <a:pt x="89725" y="531114"/>
                  </a:lnTo>
                  <a:lnTo>
                    <a:pt x="90107" y="530923"/>
                  </a:lnTo>
                  <a:lnTo>
                    <a:pt x="90202" y="530447"/>
                  </a:lnTo>
                  <a:lnTo>
                    <a:pt x="90011" y="529971"/>
                  </a:lnTo>
                  <a:lnTo>
                    <a:pt x="90011" y="529495"/>
                  </a:lnTo>
                  <a:lnTo>
                    <a:pt x="90678" y="529114"/>
                  </a:lnTo>
                  <a:lnTo>
                    <a:pt x="90868" y="529209"/>
                  </a:lnTo>
                  <a:lnTo>
                    <a:pt x="90964" y="529495"/>
                  </a:lnTo>
                  <a:lnTo>
                    <a:pt x="91059" y="529780"/>
                  </a:lnTo>
                  <a:lnTo>
                    <a:pt x="91345" y="529876"/>
                  </a:lnTo>
                  <a:lnTo>
                    <a:pt x="91631" y="529780"/>
                  </a:lnTo>
                  <a:lnTo>
                    <a:pt x="91821" y="529685"/>
                  </a:lnTo>
                  <a:lnTo>
                    <a:pt x="91916" y="529590"/>
                  </a:lnTo>
                  <a:lnTo>
                    <a:pt x="92774" y="528828"/>
                  </a:lnTo>
                  <a:lnTo>
                    <a:pt x="94012" y="527113"/>
                  </a:lnTo>
                  <a:lnTo>
                    <a:pt x="94774" y="526733"/>
                  </a:lnTo>
                  <a:lnTo>
                    <a:pt x="95441" y="526256"/>
                  </a:lnTo>
                  <a:lnTo>
                    <a:pt x="95822" y="525209"/>
                  </a:lnTo>
                  <a:lnTo>
                    <a:pt x="95917" y="524066"/>
                  </a:lnTo>
                  <a:lnTo>
                    <a:pt x="95726" y="523304"/>
                  </a:lnTo>
                  <a:lnTo>
                    <a:pt x="94964" y="522446"/>
                  </a:lnTo>
                  <a:lnTo>
                    <a:pt x="92964" y="521208"/>
                  </a:lnTo>
                  <a:lnTo>
                    <a:pt x="92012" y="520446"/>
                  </a:lnTo>
                  <a:lnTo>
                    <a:pt x="90964" y="519779"/>
                  </a:lnTo>
                  <a:lnTo>
                    <a:pt x="89821" y="519589"/>
                  </a:lnTo>
                  <a:lnTo>
                    <a:pt x="88678" y="519779"/>
                  </a:lnTo>
                  <a:lnTo>
                    <a:pt x="87821" y="520255"/>
                  </a:lnTo>
                  <a:lnTo>
                    <a:pt x="86963" y="519398"/>
                  </a:lnTo>
                  <a:lnTo>
                    <a:pt x="84487" y="517398"/>
                  </a:lnTo>
                  <a:lnTo>
                    <a:pt x="84201" y="516922"/>
                  </a:lnTo>
                  <a:lnTo>
                    <a:pt x="84010" y="516446"/>
                  </a:lnTo>
                  <a:lnTo>
                    <a:pt x="83725" y="516064"/>
                  </a:lnTo>
                  <a:lnTo>
                    <a:pt x="83249" y="515684"/>
                  </a:lnTo>
                  <a:lnTo>
                    <a:pt x="82867" y="515588"/>
                  </a:lnTo>
                  <a:lnTo>
                    <a:pt x="81915" y="515493"/>
                  </a:lnTo>
                  <a:lnTo>
                    <a:pt x="81534" y="515398"/>
                  </a:lnTo>
                  <a:lnTo>
                    <a:pt x="81058" y="515398"/>
                  </a:lnTo>
                  <a:lnTo>
                    <a:pt x="78962" y="517970"/>
                  </a:lnTo>
                  <a:lnTo>
                    <a:pt x="79343" y="518446"/>
                  </a:lnTo>
                  <a:lnTo>
                    <a:pt x="79439" y="518827"/>
                  </a:lnTo>
                  <a:lnTo>
                    <a:pt x="79248" y="519017"/>
                  </a:lnTo>
                  <a:lnTo>
                    <a:pt x="78486" y="519303"/>
                  </a:lnTo>
                  <a:close/>
                  <a:moveTo>
                    <a:pt x="332137" y="902684"/>
                  </a:moveTo>
                  <a:lnTo>
                    <a:pt x="332613" y="901446"/>
                  </a:lnTo>
                  <a:lnTo>
                    <a:pt x="332899" y="899446"/>
                  </a:lnTo>
                  <a:lnTo>
                    <a:pt x="332899" y="897350"/>
                  </a:lnTo>
                  <a:lnTo>
                    <a:pt x="332708" y="895826"/>
                  </a:lnTo>
                  <a:lnTo>
                    <a:pt x="331946" y="894779"/>
                  </a:lnTo>
                  <a:lnTo>
                    <a:pt x="331280" y="895636"/>
                  </a:lnTo>
                  <a:lnTo>
                    <a:pt x="330803" y="897350"/>
                  </a:lnTo>
                  <a:lnTo>
                    <a:pt x="330613" y="898779"/>
                  </a:lnTo>
                  <a:lnTo>
                    <a:pt x="329375" y="896493"/>
                  </a:lnTo>
                  <a:lnTo>
                    <a:pt x="329184" y="895636"/>
                  </a:lnTo>
                  <a:lnTo>
                    <a:pt x="329565" y="893350"/>
                  </a:lnTo>
                  <a:lnTo>
                    <a:pt x="329565" y="892873"/>
                  </a:lnTo>
                  <a:lnTo>
                    <a:pt x="328613" y="891826"/>
                  </a:lnTo>
                  <a:lnTo>
                    <a:pt x="325755" y="891064"/>
                  </a:lnTo>
                  <a:lnTo>
                    <a:pt x="324802" y="890206"/>
                  </a:lnTo>
                  <a:lnTo>
                    <a:pt x="324041" y="892397"/>
                  </a:lnTo>
                  <a:lnTo>
                    <a:pt x="324041" y="894969"/>
                  </a:lnTo>
                  <a:lnTo>
                    <a:pt x="324612" y="897350"/>
                  </a:lnTo>
                  <a:lnTo>
                    <a:pt x="325565" y="899160"/>
                  </a:lnTo>
                  <a:lnTo>
                    <a:pt x="325565" y="899541"/>
                  </a:lnTo>
                  <a:lnTo>
                    <a:pt x="325184" y="899827"/>
                  </a:lnTo>
                  <a:lnTo>
                    <a:pt x="324802" y="900113"/>
                  </a:lnTo>
                  <a:lnTo>
                    <a:pt x="324612" y="900398"/>
                  </a:lnTo>
                  <a:lnTo>
                    <a:pt x="324612" y="900684"/>
                  </a:lnTo>
                  <a:lnTo>
                    <a:pt x="324898" y="900875"/>
                  </a:lnTo>
                  <a:lnTo>
                    <a:pt x="325088" y="901541"/>
                  </a:lnTo>
                  <a:lnTo>
                    <a:pt x="325565" y="902303"/>
                  </a:lnTo>
                  <a:lnTo>
                    <a:pt x="325660" y="902780"/>
                  </a:lnTo>
                  <a:lnTo>
                    <a:pt x="325469" y="904018"/>
                  </a:lnTo>
                  <a:lnTo>
                    <a:pt x="324707" y="906209"/>
                  </a:lnTo>
                  <a:lnTo>
                    <a:pt x="324517" y="907352"/>
                  </a:lnTo>
                  <a:lnTo>
                    <a:pt x="324326" y="907637"/>
                  </a:lnTo>
                  <a:lnTo>
                    <a:pt x="323850" y="908780"/>
                  </a:lnTo>
                  <a:lnTo>
                    <a:pt x="326326" y="909447"/>
                  </a:lnTo>
                  <a:lnTo>
                    <a:pt x="328517" y="907542"/>
                  </a:lnTo>
                  <a:lnTo>
                    <a:pt x="332137" y="902684"/>
                  </a:lnTo>
                  <a:close/>
                  <a:moveTo>
                    <a:pt x="475012" y="401384"/>
                  </a:moveTo>
                  <a:lnTo>
                    <a:pt x="475298" y="400717"/>
                  </a:lnTo>
                  <a:lnTo>
                    <a:pt x="474917" y="400050"/>
                  </a:lnTo>
                  <a:lnTo>
                    <a:pt x="475012" y="399193"/>
                  </a:lnTo>
                  <a:lnTo>
                    <a:pt x="474631" y="398050"/>
                  </a:lnTo>
                  <a:lnTo>
                    <a:pt x="473964" y="397002"/>
                  </a:lnTo>
                  <a:lnTo>
                    <a:pt x="473297" y="396526"/>
                  </a:lnTo>
                  <a:lnTo>
                    <a:pt x="472821" y="395954"/>
                  </a:lnTo>
                  <a:lnTo>
                    <a:pt x="472631" y="393192"/>
                  </a:lnTo>
                  <a:lnTo>
                    <a:pt x="472345" y="392335"/>
                  </a:lnTo>
                  <a:lnTo>
                    <a:pt x="470440" y="391954"/>
                  </a:lnTo>
                  <a:lnTo>
                    <a:pt x="469678" y="392240"/>
                  </a:lnTo>
                  <a:lnTo>
                    <a:pt x="469011" y="392621"/>
                  </a:lnTo>
                  <a:lnTo>
                    <a:pt x="468344" y="393097"/>
                  </a:lnTo>
                  <a:lnTo>
                    <a:pt x="465677" y="395002"/>
                  </a:lnTo>
                  <a:lnTo>
                    <a:pt x="464725" y="395383"/>
                  </a:lnTo>
                  <a:lnTo>
                    <a:pt x="459581" y="396907"/>
                  </a:lnTo>
                  <a:lnTo>
                    <a:pt x="457295" y="398050"/>
                  </a:lnTo>
                  <a:lnTo>
                    <a:pt x="455295" y="399860"/>
                  </a:lnTo>
                  <a:lnTo>
                    <a:pt x="453200" y="403003"/>
                  </a:lnTo>
                  <a:lnTo>
                    <a:pt x="450437" y="406051"/>
                  </a:lnTo>
                  <a:lnTo>
                    <a:pt x="448247" y="407194"/>
                  </a:lnTo>
                  <a:lnTo>
                    <a:pt x="448247" y="407194"/>
                  </a:lnTo>
                  <a:lnTo>
                    <a:pt x="448247" y="407194"/>
                  </a:lnTo>
                  <a:lnTo>
                    <a:pt x="448247" y="407194"/>
                  </a:lnTo>
                  <a:lnTo>
                    <a:pt x="447389" y="408051"/>
                  </a:lnTo>
                  <a:lnTo>
                    <a:pt x="446151" y="408623"/>
                  </a:lnTo>
                  <a:lnTo>
                    <a:pt x="443484" y="409385"/>
                  </a:lnTo>
                  <a:lnTo>
                    <a:pt x="442150" y="409480"/>
                  </a:lnTo>
                  <a:lnTo>
                    <a:pt x="439579" y="409004"/>
                  </a:lnTo>
                  <a:lnTo>
                    <a:pt x="438341" y="409289"/>
                  </a:lnTo>
                  <a:lnTo>
                    <a:pt x="437388" y="409385"/>
                  </a:lnTo>
                  <a:lnTo>
                    <a:pt x="436721" y="408908"/>
                  </a:lnTo>
                  <a:lnTo>
                    <a:pt x="436245" y="408051"/>
                  </a:lnTo>
                  <a:lnTo>
                    <a:pt x="435959" y="407099"/>
                  </a:lnTo>
                  <a:lnTo>
                    <a:pt x="434340" y="405765"/>
                  </a:lnTo>
                  <a:lnTo>
                    <a:pt x="433483" y="405289"/>
                  </a:lnTo>
                  <a:lnTo>
                    <a:pt x="432435" y="405098"/>
                  </a:lnTo>
                  <a:lnTo>
                    <a:pt x="431292" y="405194"/>
                  </a:lnTo>
                  <a:lnTo>
                    <a:pt x="430530" y="405575"/>
                  </a:lnTo>
                  <a:lnTo>
                    <a:pt x="429863" y="406241"/>
                  </a:lnTo>
                  <a:lnTo>
                    <a:pt x="429197" y="407194"/>
                  </a:lnTo>
                  <a:lnTo>
                    <a:pt x="429197" y="407194"/>
                  </a:lnTo>
                  <a:lnTo>
                    <a:pt x="429197" y="407194"/>
                  </a:lnTo>
                  <a:lnTo>
                    <a:pt x="429197" y="407194"/>
                  </a:lnTo>
                  <a:lnTo>
                    <a:pt x="428530" y="407861"/>
                  </a:lnTo>
                  <a:lnTo>
                    <a:pt x="427768" y="408337"/>
                  </a:lnTo>
                  <a:lnTo>
                    <a:pt x="426149" y="408908"/>
                  </a:lnTo>
                  <a:lnTo>
                    <a:pt x="425387" y="409289"/>
                  </a:lnTo>
                  <a:lnTo>
                    <a:pt x="423672" y="410623"/>
                  </a:lnTo>
                  <a:lnTo>
                    <a:pt x="423100" y="410909"/>
                  </a:lnTo>
                  <a:lnTo>
                    <a:pt x="421767" y="410432"/>
                  </a:lnTo>
                  <a:lnTo>
                    <a:pt x="419957" y="407861"/>
                  </a:lnTo>
                  <a:lnTo>
                    <a:pt x="418909" y="407099"/>
                  </a:lnTo>
                  <a:lnTo>
                    <a:pt x="418338" y="406337"/>
                  </a:lnTo>
                  <a:lnTo>
                    <a:pt x="417957" y="405194"/>
                  </a:lnTo>
                  <a:lnTo>
                    <a:pt x="417767" y="403955"/>
                  </a:lnTo>
                  <a:lnTo>
                    <a:pt x="417767" y="403003"/>
                  </a:lnTo>
                  <a:lnTo>
                    <a:pt x="417957" y="402241"/>
                  </a:lnTo>
                  <a:lnTo>
                    <a:pt x="418243" y="401288"/>
                  </a:lnTo>
                  <a:lnTo>
                    <a:pt x="418719" y="400336"/>
                  </a:lnTo>
                  <a:lnTo>
                    <a:pt x="419386" y="399574"/>
                  </a:lnTo>
                  <a:lnTo>
                    <a:pt x="419957" y="399288"/>
                  </a:lnTo>
                  <a:lnTo>
                    <a:pt x="420529" y="399193"/>
                  </a:lnTo>
                  <a:lnTo>
                    <a:pt x="420910" y="399002"/>
                  </a:lnTo>
                  <a:lnTo>
                    <a:pt x="421005" y="398526"/>
                  </a:lnTo>
                  <a:lnTo>
                    <a:pt x="420815" y="398240"/>
                  </a:lnTo>
                  <a:lnTo>
                    <a:pt x="420434" y="397859"/>
                  </a:lnTo>
                  <a:lnTo>
                    <a:pt x="419672" y="397193"/>
                  </a:lnTo>
                  <a:lnTo>
                    <a:pt x="417671" y="396621"/>
                  </a:lnTo>
                  <a:lnTo>
                    <a:pt x="413195" y="396526"/>
                  </a:lnTo>
                  <a:lnTo>
                    <a:pt x="411290" y="395478"/>
                  </a:lnTo>
                  <a:lnTo>
                    <a:pt x="410718" y="394525"/>
                  </a:lnTo>
                  <a:lnTo>
                    <a:pt x="410147" y="391382"/>
                  </a:lnTo>
                  <a:lnTo>
                    <a:pt x="409289" y="389382"/>
                  </a:lnTo>
                  <a:lnTo>
                    <a:pt x="409099" y="388430"/>
                  </a:lnTo>
                  <a:lnTo>
                    <a:pt x="409194" y="387191"/>
                  </a:lnTo>
                  <a:lnTo>
                    <a:pt x="411004" y="383096"/>
                  </a:lnTo>
                  <a:lnTo>
                    <a:pt x="411575" y="380905"/>
                  </a:lnTo>
                  <a:lnTo>
                    <a:pt x="410813" y="379095"/>
                  </a:lnTo>
                  <a:lnTo>
                    <a:pt x="410242" y="378524"/>
                  </a:lnTo>
                  <a:lnTo>
                    <a:pt x="409956" y="377762"/>
                  </a:lnTo>
                  <a:lnTo>
                    <a:pt x="409956" y="377000"/>
                  </a:lnTo>
                  <a:lnTo>
                    <a:pt x="410337" y="376238"/>
                  </a:lnTo>
                  <a:lnTo>
                    <a:pt x="406337" y="375571"/>
                  </a:lnTo>
                  <a:lnTo>
                    <a:pt x="405289" y="375761"/>
                  </a:lnTo>
                  <a:lnTo>
                    <a:pt x="405003" y="376238"/>
                  </a:lnTo>
                  <a:lnTo>
                    <a:pt x="405003" y="377381"/>
                  </a:lnTo>
                  <a:lnTo>
                    <a:pt x="404622" y="377762"/>
                  </a:lnTo>
                  <a:lnTo>
                    <a:pt x="403955" y="377857"/>
                  </a:lnTo>
                  <a:lnTo>
                    <a:pt x="403574" y="377571"/>
                  </a:lnTo>
                  <a:lnTo>
                    <a:pt x="403289" y="377095"/>
                  </a:lnTo>
                  <a:lnTo>
                    <a:pt x="402908" y="376714"/>
                  </a:lnTo>
                  <a:lnTo>
                    <a:pt x="399669" y="375095"/>
                  </a:lnTo>
                  <a:lnTo>
                    <a:pt x="398812" y="374904"/>
                  </a:lnTo>
                  <a:lnTo>
                    <a:pt x="397764" y="375475"/>
                  </a:lnTo>
                  <a:lnTo>
                    <a:pt x="397192" y="376238"/>
                  </a:lnTo>
                  <a:lnTo>
                    <a:pt x="396716" y="376714"/>
                  </a:lnTo>
                  <a:lnTo>
                    <a:pt x="395668" y="376142"/>
                  </a:lnTo>
                  <a:lnTo>
                    <a:pt x="395383" y="375857"/>
                  </a:lnTo>
                  <a:lnTo>
                    <a:pt x="394907" y="374904"/>
                  </a:lnTo>
                  <a:lnTo>
                    <a:pt x="394525" y="374428"/>
                  </a:lnTo>
                  <a:lnTo>
                    <a:pt x="394049" y="374142"/>
                  </a:lnTo>
                  <a:lnTo>
                    <a:pt x="389096" y="372904"/>
                  </a:lnTo>
                  <a:lnTo>
                    <a:pt x="387287" y="373094"/>
                  </a:lnTo>
                  <a:lnTo>
                    <a:pt x="386525" y="372999"/>
                  </a:lnTo>
                  <a:lnTo>
                    <a:pt x="383762" y="371856"/>
                  </a:lnTo>
                  <a:lnTo>
                    <a:pt x="383000" y="371951"/>
                  </a:lnTo>
                  <a:lnTo>
                    <a:pt x="379857" y="373285"/>
                  </a:lnTo>
                  <a:lnTo>
                    <a:pt x="378047" y="373475"/>
                  </a:lnTo>
                  <a:lnTo>
                    <a:pt x="373951" y="373094"/>
                  </a:lnTo>
                  <a:lnTo>
                    <a:pt x="371856" y="372523"/>
                  </a:lnTo>
                  <a:lnTo>
                    <a:pt x="369475" y="371380"/>
                  </a:lnTo>
                  <a:lnTo>
                    <a:pt x="368332" y="370142"/>
                  </a:lnTo>
                  <a:lnTo>
                    <a:pt x="369951" y="369284"/>
                  </a:lnTo>
                  <a:lnTo>
                    <a:pt x="369094" y="368427"/>
                  </a:lnTo>
                  <a:lnTo>
                    <a:pt x="369475" y="367284"/>
                  </a:lnTo>
                  <a:lnTo>
                    <a:pt x="371189" y="364998"/>
                  </a:lnTo>
                  <a:lnTo>
                    <a:pt x="371570" y="364141"/>
                  </a:lnTo>
                  <a:lnTo>
                    <a:pt x="372237" y="361379"/>
                  </a:lnTo>
                  <a:lnTo>
                    <a:pt x="372618" y="360712"/>
                  </a:lnTo>
                  <a:lnTo>
                    <a:pt x="373571" y="359569"/>
                  </a:lnTo>
                  <a:lnTo>
                    <a:pt x="373856" y="358902"/>
                  </a:lnTo>
                  <a:lnTo>
                    <a:pt x="373761" y="358235"/>
                  </a:lnTo>
                  <a:lnTo>
                    <a:pt x="373475" y="357854"/>
                  </a:lnTo>
                  <a:lnTo>
                    <a:pt x="373285" y="357473"/>
                  </a:lnTo>
                  <a:lnTo>
                    <a:pt x="373571" y="356711"/>
                  </a:lnTo>
                  <a:lnTo>
                    <a:pt x="375666" y="355664"/>
                  </a:lnTo>
                  <a:lnTo>
                    <a:pt x="378905" y="352235"/>
                  </a:lnTo>
                  <a:lnTo>
                    <a:pt x="379381" y="351568"/>
                  </a:lnTo>
                  <a:lnTo>
                    <a:pt x="379571" y="350901"/>
                  </a:lnTo>
                  <a:lnTo>
                    <a:pt x="379476" y="350330"/>
                  </a:lnTo>
                  <a:lnTo>
                    <a:pt x="379000" y="349377"/>
                  </a:lnTo>
                  <a:lnTo>
                    <a:pt x="378905" y="348806"/>
                  </a:lnTo>
                  <a:lnTo>
                    <a:pt x="379095" y="347663"/>
                  </a:lnTo>
                  <a:lnTo>
                    <a:pt x="379667" y="345758"/>
                  </a:lnTo>
                  <a:lnTo>
                    <a:pt x="379571" y="344519"/>
                  </a:lnTo>
                  <a:lnTo>
                    <a:pt x="377095" y="338233"/>
                  </a:lnTo>
                  <a:lnTo>
                    <a:pt x="377095" y="336804"/>
                  </a:lnTo>
                  <a:lnTo>
                    <a:pt x="377571" y="336328"/>
                  </a:lnTo>
                  <a:lnTo>
                    <a:pt x="378142" y="335947"/>
                  </a:lnTo>
                  <a:lnTo>
                    <a:pt x="378714" y="335661"/>
                  </a:lnTo>
                  <a:lnTo>
                    <a:pt x="379381" y="335471"/>
                  </a:lnTo>
                  <a:lnTo>
                    <a:pt x="379857" y="335090"/>
                  </a:lnTo>
                  <a:lnTo>
                    <a:pt x="380905" y="332899"/>
                  </a:lnTo>
                  <a:lnTo>
                    <a:pt x="382238" y="331280"/>
                  </a:lnTo>
                  <a:lnTo>
                    <a:pt x="382810" y="330422"/>
                  </a:lnTo>
                  <a:lnTo>
                    <a:pt x="382905" y="329470"/>
                  </a:lnTo>
                  <a:lnTo>
                    <a:pt x="382619" y="326898"/>
                  </a:lnTo>
                  <a:lnTo>
                    <a:pt x="382715" y="326231"/>
                  </a:lnTo>
                  <a:lnTo>
                    <a:pt x="383572" y="325850"/>
                  </a:lnTo>
                  <a:lnTo>
                    <a:pt x="386429" y="327374"/>
                  </a:lnTo>
                  <a:lnTo>
                    <a:pt x="388049" y="327470"/>
                  </a:lnTo>
                  <a:lnTo>
                    <a:pt x="389287" y="326517"/>
                  </a:lnTo>
                  <a:lnTo>
                    <a:pt x="389096" y="325184"/>
                  </a:lnTo>
                  <a:lnTo>
                    <a:pt x="387191" y="322612"/>
                  </a:lnTo>
                  <a:lnTo>
                    <a:pt x="386715" y="321659"/>
                  </a:lnTo>
                  <a:lnTo>
                    <a:pt x="386810" y="320707"/>
                  </a:lnTo>
                  <a:lnTo>
                    <a:pt x="387001" y="319850"/>
                  </a:lnTo>
                  <a:lnTo>
                    <a:pt x="386906" y="319088"/>
                  </a:lnTo>
                  <a:lnTo>
                    <a:pt x="386143" y="318611"/>
                  </a:lnTo>
                  <a:lnTo>
                    <a:pt x="382238" y="318516"/>
                  </a:lnTo>
                  <a:lnTo>
                    <a:pt x="381095" y="317754"/>
                  </a:lnTo>
                  <a:lnTo>
                    <a:pt x="379476" y="315659"/>
                  </a:lnTo>
                  <a:lnTo>
                    <a:pt x="378619" y="315087"/>
                  </a:lnTo>
                  <a:lnTo>
                    <a:pt x="377571" y="315278"/>
                  </a:lnTo>
                  <a:lnTo>
                    <a:pt x="376904" y="316040"/>
                  </a:lnTo>
                  <a:lnTo>
                    <a:pt x="376523" y="316897"/>
                  </a:lnTo>
                  <a:lnTo>
                    <a:pt x="376047" y="317373"/>
                  </a:lnTo>
                  <a:lnTo>
                    <a:pt x="375095" y="317659"/>
                  </a:lnTo>
                  <a:lnTo>
                    <a:pt x="374618" y="317945"/>
                  </a:lnTo>
                  <a:lnTo>
                    <a:pt x="373475" y="318897"/>
                  </a:lnTo>
                  <a:lnTo>
                    <a:pt x="372904" y="319183"/>
                  </a:lnTo>
                  <a:lnTo>
                    <a:pt x="372427" y="319183"/>
                  </a:lnTo>
                  <a:lnTo>
                    <a:pt x="372047" y="318897"/>
                  </a:lnTo>
                  <a:lnTo>
                    <a:pt x="371666" y="318611"/>
                  </a:lnTo>
                  <a:lnTo>
                    <a:pt x="371570" y="318230"/>
                  </a:lnTo>
                  <a:lnTo>
                    <a:pt x="371570" y="317183"/>
                  </a:lnTo>
                  <a:lnTo>
                    <a:pt x="371284" y="316992"/>
                  </a:lnTo>
                  <a:lnTo>
                    <a:pt x="370808" y="317087"/>
                  </a:lnTo>
                  <a:lnTo>
                    <a:pt x="370713" y="317087"/>
                  </a:lnTo>
                  <a:lnTo>
                    <a:pt x="370523" y="316992"/>
                  </a:lnTo>
                  <a:lnTo>
                    <a:pt x="369760" y="316897"/>
                  </a:lnTo>
                  <a:lnTo>
                    <a:pt x="368427" y="316516"/>
                  </a:lnTo>
                  <a:lnTo>
                    <a:pt x="367951" y="316421"/>
                  </a:lnTo>
                  <a:lnTo>
                    <a:pt x="365950" y="316706"/>
                  </a:lnTo>
                  <a:lnTo>
                    <a:pt x="364998" y="316706"/>
                  </a:lnTo>
                  <a:lnTo>
                    <a:pt x="363950" y="316230"/>
                  </a:lnTo>
                  <a:lnTo>
                    <a:pt x="363093" y="315182"/>
                  </a:lnTo>
                  <a:lnTo>
                    <a:pt x="362807" y="314039"/>
                  </a:lnTo>
                  <a:lnTo>
                    <a:pt x="362426" y="313277"/>
                  </a:lnTo>
                  <a:lnTo>
                    <a:pt x="361569" y="313182"/>
                  </a:lnTo>
                  <a:lnTo>
                    <a:pt x="360617" y="313277"/>
                  </a:lnTo>
                  <a:lnTo>
                    <a:pt x="359569" y="313182"/>
                  </a:lnTo>
                  <a:lnTo>
                    <a:pt x="357568" y="312611"/>
                  </a:lnTo>
                  <a:lnTo>
                    <a:pt x="353663" y="312230"/>
                  </a:lnTo>
                  <a:lnTo>
                    <a:pt x="353759" y="310325"/>
                  </a:lnTo>
                  <a:lnTo>
                    <a:pt x="356425" y="305467"/>
                  </a:lnTo>
                  <a:lnTo>
                    <a:pt x="355664" y="304038"/>
                  </a:lnTo>
                  <a:lnTo>
                    <a:pt x="353759" y="304133"/>
                  </a:lnTo>
                  <a:lnTo>
                    <a:pt x="353377" y="304038"/>
                  </a:lnTo>
                  <a:lnTo>
                    <a:pt x="353377" y="303467"/>
                  </a:lnTo>
                  <a:lnTo>
                    <a:pt x="353854" y="303181"/>
                  </a:lnTo>
                  <a:lnTo>
                    <a:pt x="354425" y="302990"/>
                  </a:lnTo>
                  <a:lnTo>
                    <a:pt x="354806" y="302705"/>
                  </a:lnTo>
                  <a:lnTo>
                    <a:pt x="355283" y="301657"/>
                  </a:lnTo>
                  <a:lnTo>
                    <a:pt x="355378" y="300609"/>
                  </a:lnTo>
                  <a:lnTo>
                    <a:pt x="355283" y="299466"/>
                  </a:lnTo>
                  <a:lnTo>
                    <a:pt x="354521" y="297180"/>
                  </a:lnTo>
                  <a:lnTo>
                    <a:pt x="353949" y="296037"/>
                  </a:lnTo>
                  <a:lnTo>
                    <a:pt x="353187" y="295275"/>
                  </a:lnTo>
                  <a:lnTo>
                    <a:pt x="352234" y="295275"/>
                  </a:lnTo>
                  <a:lnTo>
                    <a:pt x="351187" y="295656"/>
                  </a:lnTo>
                  <a:lnTo>
                    <a:pt x="350710" y="295275"/>
                  </a:lnTo>
                  <a:lnTo>
                    <a:pt x="349663" y="292322"/>
                  </a:lnTo>
                  <a:lnTo>
                    <a:pt x="349853" y="291560"/>
                  </a:lnTo>
                  <a:lnTo>
                    <a:pt x="350520" y="290894"/>
                  </a:lnTo>
                  <a:lnTo>
                    <a:pt x="352997" y="289370"/>
                  </a:lnTo>
                  <a:lnTo>
                    <a:pt x="353377" y="288989"/>
                  </a:lnTo>
                  <a:lnTo>
                    <a:pt x="353759" y="288227"/>
                  </a:lnTo>
                  <a:lnTo>
                    <a:pt x="353663" y="287941"/>
                  </a:lnTo>
                  <a:lnTo>
                    <a:pt x="353282" y="287655"/>
                  </a:lnTo>
                  <a:lnTo>
                    <a:pt x="351092" y="284131"/>
                  </a:lnTo>
                  <a:lnTo>
                    <a:pt x="350710" y="283178"/>
                  </a:lnTo>
                  <a:lnTo>
                    <a:pt x="350615" y="280321"/>
                  </a:lnTo>
                  <a:lnTo>
                    <a:pt x="350330" y="279464"/>
                  </a:lnTo>
                  <a:lnTo>
                    <a:pt x="349567" y="278797"/>
                  </a:lnTo>
                  <a:lnTo>
                    <a:pt x="347472" y="278416"/>
                  </a:lnTo>
                  <a:lnTo>
                    <a:pt x="345853" y="277844"/>
                  </a:lnTo>
                  <a:lnTo>
                    <a:pt x="344615" y="277844"/>
                  </a:lnTo>
                  <a:lnTo>
                    <a:pt x="344138" y="277654"/>
                  </a:lnTo>
                  <a:lnTo>
                    <a:pt x="343472" y="277082"/>
                  </a:lnTo>
                  <a:lnTo>
                    <a:pt x="343472" y="276701"/>
                  </a:lnTo>
                  <a:lnTo>
                    <a:pt x="343757" y="276416"/>
                  </a:lnTo>
                  <a:lnTo>
                    <a:pt x="343948" y="275939"/>
                  </a:lnTo>
                  <a:lnTo>
                    <a:pt x="343567" y="271748"/>
                  </a:lnTo>
                  <a:lnTo>
                    <a:pt x="343567" y="270986"/>
                  </a:lnTo>
                  <a:lnTo>
                    <a:pt x="343948" y="269558"/>
                  </a:lnTo>
                  <a:lnTo>
                    <a:pt x="344043" y="269081"/>
                  </a:lnTo>
                  <a:lnTo>
                    <a:pt x="343567" y="268129"/>
                  </a:lnTo>
                  <a:lnTo>
                    <a:pt x="343186" y="267653"/>
                  </a:lnTo>
                  <a:lnTo>
                    <a:pt x="343376" y="267176"/>
                  </a:lnTo>
                  <a:lnTo>
                    <a:pt x="344234" y="266795"/>
                  </a:lnTo>
                  <a:lnTo>
                    <a:pt x="345281" y="266510"/>
                  </a:lnTo>
                  <a:lnTo>
                    <a:pt x="346234" y="266129"/>
                  </a:lnTo>
                  <a:lnTo>
                    <a:pt x="348806" y="263938"/>
                  </a:lnTo>
                  <a:lnTo>
                    <a:pt x="353568" y="260699"/>
                  </a:lnTo>
                  <a:lnTo>
                    <a:pt x="354521" y="258985"/>
                  </a:lnTo>
                  <a:lnTo>
                    <a:pt x="354140" y="257366"/>
                  </a:lnTo>
                  <a:lnTo>
                    <a:pt x="354044" y="257270"/>
                  </a:lnTo>
                  <a:lnTo>
                    <a:pt x="353473" y="257651"/>
                  </a:lnTo>
                  <a:lnTo>
                    <a:pt x="351473" y="258223"/>
                  </a:lnTo>
                  <a:lnTo>
                    <a:pt x="346139" y="258699"/>
                  </a:lnTo>
                  <a:lnTo>
                    <a:pt x="344329" y="259556"/>
                  </a:lnTo>
                  <a:lnTo>
                    <a:pt x="342138" y="259937"/>
                  </a:lnTo>
                  <a:lnTo>
                    <a:pt x="340614" y="260699"/>
                  </a:lnTo>
                  <a:lnTo>
                    <a:pt x="339852" y="260985"/>
                  </a:lnTo>
                  <a:lnTo>
                    <a:pt x="339185" y="261366"/>
                  </a:lnTo>
                  <a:lnTo>
                    <a:pt x="338423" y="260985"/>
                  </a:lnTo>
                  <a:lnTo>
                    <a:pt x="336995" y="260318"/>
                  </a:lnTo>
                  <a:lnTo>
                    <a:pt x="334899" y="258699"/>
                  </a:lnTo>
                  <a:lnTo>
                    <a:pt x="333375" y="258318"/>
                  </a:lnTo>
                  <a:lnTo>
                    <a:pt x="331280" y="258223"/>
                  </a:lnTo>
                  <a:lnTo>
                    <a:pt x="329184" y="258318"/>
                  </a:lnTo>
                  <a:lnTo>
                    <a:pt x="328327" y="258604"/>
                  </a:lnTo>
                  <a:lnTo>
                    <a:pt x="326708" y="259652"/>
                  </a:lnTo>
                  <a:lnTo>
                    <a:pt x="325850" y="259937"/>
                  </a:lnTo>
                  <a:lnTo>
                    <a:pt x="323850" y="259937"/>
                  </a:lnTo>
                  <a:lnTo>
                    <a:pt x="319945" y="258985"/>
                  </a:lnTo>
                  <a:lnTo>
                    <a:pt x="317945" y="258890"/>
                  </a:lnTo>
                  <a:lnTo>
                    <a:pt x="313944" y="259842"/>
                  </a:lnTo>
                  <a:lnTo>
                    <a:pt x="302609" y="264414"/>
                  </a:lnTo>
                  <a:lnTo>
                    <a:pt x="301942" y="264890"/>
                  </a:lnTo>
                  <a:lnTo>
                    <a:pt x="299847" y="267367"/>
                  </a:lnTo>
                  <a:lnTo>
                    <a:pt x="298895" y="268129"/>
                  </a:lnTo>
                  <a:lnTo>
                    <a:pt x="298133" y="268319"/>
                  </a:lnTo>
                  <a:lnTo>
                    <a:pt x="297371" y="268415"/>
                  </a:lnTo>
                  <a:lnTo>
                    <a:pt x="296227" y="268796"/>
                  </a:lnTo>
                  <a:lnTo>
                    <a:pt x="295180" y="269462"/>
                  </a:lnTo>
                  <a:lnTo>
                    <a:pt x="292513" y="272129"/>
                  </a:lnTo>
                  <a:lnTo>
                    <a:pt x="291465" y="272606"/>
                  </a:lnTo>
                  <a:lnTo>
                    <a:pt x="290322" y="272987"/>
                  </a:lnTo>
                  <a:lnTo>
                    <a:pt x="289846" y="273177"/>
                  </a:lnTo>
                  <a:lnTo>
                    <a:pt x="289274" y="273463"/>
                  </a:lnTo>
                  <a:lnTo>
                    <a:pt x="288608" y="274415"/>
                  </a:lnTo>
                  <a:lnTo>
                    <a:pt x="288322" y="273272"/>
                  </a:lnTo>
                  <a:lnTo>
                    <a:pt x="288131" y="272701"/>
                  </a:lnTo>
                  <a:lnTo>
                    <a:pt x="287846" y="272225"/>
                  </a:lnTo>
                  <a:lnTo>
                    <a:pt x="285845" y="270796"/>
                  </a:lnTo>
                  <a:lnTo>
                    <a:pt x="283750" y="269843"/>
                  </a:lnTo>
                  <a:lnTo>
                    <a:pt x="282892" y="268700"/>
                  </a:lnTo>
                  <a:lnTo>
                    <a:pt x="292989" y="258223"/>
                  </a:lnTo>
                  <a:lnTo>
                    <a:pt x="293656" y="256985"/>
                  </a:lnTo>
                  <a:lnTo>
                    <a:pt x="293846" y="255651"/>
                  </a:lnTo>
                  <a:lnTo>
                    <a:pt x="293656" y="255079"/>
                  </a:lnTo>
                  <a:lnTo>
                    <a:pt x="292894" y="254032"/>
                  </a:lnTo>
                  <a:lnTo>
                    <a:pt x="292703" y="253365"/>
                  </a:lnTo>
                  <a:lnTo>
                    <a:pt x="292894" y="252698"/>
                  </a:lnTo>
                  <a:lnTo>
                    <a:pt x="293275" y="252317"/>
                  </a:lnTo>
                  <a:lnTo>
                    <a:pt x="293656" y="252032"/>
                  </a:lnTo>
                  <a:lnTo>
                    <a:pt x="293942" y="251650"/>
                  </a:lnTo>
                  <a:lnTo>
                    <a:pt x="293656" y="249555"/>
                  </a:lnTo>
                  <a:lnTo>
                    <a:pt x="289750" y="248126"/>
                  </a:lnTo>
                  <a:lnTo>
                    <a:pt x="289370" y="246602"/>
                  </a:lnTo>
                  <a:lnTo>
                    <a:pt x="290132" y="246031"/>
                  </a:lnTo>
                  <a:lnTo>
                    <a:pt x="291179" y="245936"/>
                  </a:lnTo>
                  <a:lnTo>
                    <a:pt x="291941" y="245650"/>
                  </a:lnTo>
                  <a:lnTo>
                    <a:pt x="291846" y="244412"/>
                  </a:lnTo>
                  <a:lnTo>
                    <a:pt x="291465" y="243840"/>
                  </a:lnTo>
                  <a:lnTo>
                    <a:pt x="290513" y="243173"/>
                  </a:lnTo>
                  <a:lnTo>
                    <a:pt x="290227" y="242507"/>
                  </a:lnTo>
                  <a:lnTo>
                    <a:pt x="290132" y="241935"/>
                  </a:lnTo>
                  <a:lnTo>
                    <a:pt x="289941" y="241364"/>
                  </a:lnTo>
                  <a:lnTo>
                    <a:pt x="289655" y="240792"/>
                  </a:lnTo>
                  <a:lnTo>
                    <a:pt x="289274" y="240411"/>
                  </a:lnTo>
                  <a:lnTo>
                    <a:pt x="288417" y="240221"/>
                  </a:lnTo>
                  <a:lnTo>
                    <a:pt x="287179" y="240221"/>
                  </a:lnTo>
                  <a:lnTo>
                    <a:pt x="282892" y="240887"/>
                  </a:lnTo>
                  <a:lnTo>
                    <a:pt x="282512" y="240411"/>
                  </a:lnTo>
                  <a:lnTo>
                    <a:pt x="282512" y="239078"/>
                  </a:lnTo>
                  <a:lnTo>
                    <a:pt x="283845" y="231267"/>
                  </a:lnTo>
                  <a:lnTo>
                    <a:pt x="283559" y="224028"/>
                  </a:lnTo>
                  <a:lnTo>
                    <a:pt x="283750" y="222790"/>
                  </a:lnTo>
                  <a:lnTo>
                    <a:pt x="283750" y="222790"/>
                  </a:lnTo>
                  <a:lnTo>
                    <a:pt x="287369" y="220409"/>
                  </a:lnTo>
                  <a:lnTo>
                    <a:pt x="289370" y="218694"/>
                  </a:lnTo>
                  <a:lnTo>
                    <a:pt x="290513" y="217932"/>
                  </a:lnTo>
                  <a:lnTo>
                    <a:pt x="291656" y="217742"/>
                  </a:lnTo>
                  <a:lnTo>
                    <a:pt x="293846" y="218123"/>
                  </a:lnTo>
                  <a:lnTo>
                    <a:pt x="294989" y="218123"/>
                  </a:lnTo>
                  <a:lnTo>
                    <a:pt x="295847" y="217646"/>
                  </a:lnTo>
                  <a:lnTo>
                    <a:pt x="296227" y="216503"/>
                  </a:lnTo>
                  <a:lnTo>
                    <a:pt x="295561" y="215646"/>
                  </a:lnTo>
                  <a:lnTo>
                    <a:pt x="293656" y="214122"/>
                  </a:lnTo>
                  <a:lnTo>
                    <a:pt x="292799" y="212408"/>
                  </a:lnTo>
                  <a:lnTo>
                    <a:pt x="292513" y="210503"/>
                  </a:lnTo>
                  <a:lnTo>
                    <a:pt x="292608" y="206502"/>
                  </a:lnTo>
                  <a:lnTo>
                    <a:pt x="292322" y="204407"/>
                  </a:lnTo>
                  <a:lnTo>
                    <a:pt x="292513" y="203930"/>
                  </a:lnTo>
                  <a:lnTo>
                    <a:pt x="293465" y="203645"/>
                  </a:lnTo>
                  <a:lnTo>
                    <a:pt x="294323" y="202978"/>
                  </a:lnTo>
                  <a:lnTo>
                    <a:pt x="295180" y="201644"/>
                  </a:lnTo>
                  <a:lnTo>
                    <a:pt x="296418" y="199073"/>
                  </a:lnTo>
                  <a:lnTo>
                    <a:pt x="297656" y="194500"/>
                  </a:lnTo>
                  <a:lnTo>
                    <a:pt x="298895" y="193072"/>
                  </a:lnTo>
                  <a:lnTo>
                    <a:pt x="300800" y="194120"/>
                  </a:lnTo>
                  <a:lnTo>
                    <a:pt x="301371" y="195072"/>
                  </a:lnTo>
                  <a:lnTo>
                    <a:pt x="301752" y="195929"/>
                  </a:lnTo>
                  <a:lnTo>
                    <a:pt x="302324" y="196406"/>
                  </a:lnTo>
                  <a:lnTo>
                    <a:pt x="303467" y="196310"/>
                  </a:lnTo>
                  <a:lnTo>
                    <a:pt x="304609" y="195644"/>
                  </a:lnTo>
                  <a:lnTo>
                    <a:pt x="306991" y="192500"/>
                  </a:lnTo>
                  <a:lnTo>
                    <a:pt x="307848" y="191929"/>
                  </a:lnTo>
                  <a:lnTo>
                    <a:pt x="310039" y="190881"/>
                  </a:lnTo>
                  <a:lnTo>
                    <a:pt x="310610" y="190310"/>
                  </a:lnTo>
                  <a:lnTo>
                    <a:pt x="311563" y="187833"/>
                  </a:lnTo>
                  <a:lnTo>
                    <a:pt x="312230" y="186595"/>
                  </a:lnTo>
                  <a:lnTo>
                    <a:pt x="312992" y="186023"/>
                  </a:lnTo>
                  <a:lnTo>
                    <a:pt x="313944" y="185833"/>
                  </a:lnTo>
                  <a:lnTo>
                    <a:pt x="314134" y="185452"/>
                  </a:lnTo>
                  <a:lnTo>
                    <a:pt x="314039" y="184595"/>
                  </a:lnTo>
                  <a:lnTo>
                    <a:pt x="314134" y="182404"/>
                  </a:lnTo>
                  <a:lnTo>
                    <a:pt x="313944" y="181832"/>
                  </a:lnTo>
                  <a:lnTo>
                    <a:pt x="313754" y="181356"/>
                  </a:lnTo>
                  <a:lnTo>
                    <a:pt x="313468" y="179832"/>
                  </a:lnTo>
                  <a:lnTo>
                    <a:pt x="313468" y="179451"/>
                  </a:lnTo>
                  <a:lnTo>
                    <a:pt x="313754" y="179070"/>
                  </a:lnTo>
                  <a:lnTo>
                    <a:pt x="314706" y="178213"/>
                  </a:lnTo>
                  <a:lnTo>
                    <a:pt x="315277" y="177451"/>
                  </a:lnTo>
                  <a:lnTo>
                    <a:pt x="315563" y="176594"/>
                  </a:lnTo>
                  <a:lnTo>
                    <a:pt x="315468" y="173736"/>
                  </a:lnTo>
                  <a:lnTo>
                    <a:pt x="315563" y="172974"/>
                  </a:lnTo>
                  <a:lnTo>
                    <a:pt x="316135" y="172879"/>
                  </a:lnTo>
                  <a:lnTo>
                    <a:pt x="320421" y="174403"/>
                  </a:lnTo>
                  <a:lnTo>
                    <a:pt x="321183" y="174784"/>
                  </a:lnTo>
                  <a:lnTo>
                    <a:pt x="322707" y="176308"/>
                  </a:lnTo>
                  <a:lnTo>
                    <a:pt x="323374" y="176403"/>
                  </a:lnTo>
                  <a:lnTo>
                    <a:pt x="324612" y="176022"/>
                  </a:lnTo>
                  <a:lnTo>
                    <a:pt x="325660" y="175450"/>
                  </a:lnTo>
                  <a:lnTo>
                    <a:pt x="326422" y="174784"/>
                  </a:lnTo>
                  <a:lnTo>
                    <a:pt x="326993" y="173927"/>
                  </a:lnTo>
                  <a:lnTo>
                    <a:pt x="327660" y="171355"/>
                  </a:lnTo>
                  <a:lnTo>
                    <a:pt x="327946" y="170593"/>
                  </a:lnTo>
                  <a:lnTo>
                    <a:pt x="329946" y="168116"/>
                  </a:lnTo>
                  <a:lnTo>
                    <a:pt x="330137" y="167640"/>
                  </a:lnTo>
                  <a:lnTo>
                    <a:pt x="330137" y="166878"/>
                  </a:lnTo>
                  <a:lnTo>
                    <a:pt x="330232" y="166211"/>
                  </a:lnTo>
                  <a:lnTo>
                    <a:pt x="330517" y="165830"/>
                  </a:lnTo>
                  <a:lnTo>
                    <a:pt x="330899" y="165545"/>
                  </a:lnTo>
                  <a:lnTo>
                    <a:pt x="331280" y="165068"/>
                  </a:lnTo>
                  <a:lnTo>
                    <a:pt x="331946" y="163068"/>
                  </a:lnTo>
                  <a:lnTo>
                    <a:pt x="332423" y="162116"/>
                  </a:lnTo>
                  <a:lnTo>
                    <a:pt x="333089" y="161449"/>
                  </a:lnTo>
                  <a:lnTo>
                    <a:pt x="334327" y="160020"/>
                  </a:lnTo>
                  <a:lnTo>
                    <a:pt x="334899" y="159639"/>
                  </a:lnTo>
                  <a:lnTo>
                    <a:pt x="335851" y="159639"/>
                  </a:lnTo>
                  <a:lnTo>
                    <a:pt x="336518" y="159925"/>
                  </a:lnTo>
                  <a:lnTo>
                    <a:pt x="337757" y="160973"/>
                  </a:lnTo>
                  <a:lnTo>
                    <a:pt x="339281" y="161544"/>
                  </a:lnTo>
                  <a:lnTo>
                    <a:pt x="339757" y="161830"/>
                  </a:lnTo>
                  <a:lnTo>
                    <a:pt x="340233" y="161925"/>
                  </a:lnTo>
                  <a:lnTo>
                    <a:pt x="341090" y="161544"/>
                  </a:lnTo>
                  <a:lnTo>
                    <a:pt x="343852" y="159353"/>
                  </a:lnTo>
                  <a:lnTo>
                    <a:pt x="344234" y="158782"/>
                  </a:lnTo>
                  <a:lnTo>
                    <a:pt x="344519" y="158020"/>
                  </a:lnTo>
                  <a:lnTo>
                    <a:pt x="344615" y="157258"/>
                  </a:lnTo>
                  <a:lnTo>
                    <a:pt x="344519" y="156496"/>
                  </a:lnTo>
                  <a:lnTo>
                    <a:pt x="344234" y="156115"/>
                  </a:lnTo>
                  <a:lnTo>
                    <a:pt x="343567" y="155829"/>
                  </a:lnTo>
                  <a:lnTo>
                    <a:pt x="343281" y="155639"/>
                  </a:lnTo>
                  <a:lnTo>
                    <a:pt x="342805" y="154496"/>
                  </a:lnTo>
                  <a:lnTo>
                    <a:pt x="341090" y="151829"/>
                  </a:lnTo>
                  <a:lnTo>
                    <a:pt x="340614" y="151257"/>
                  </a:lnTo>
                  <a:lnTo>
                    <a:pt x="339947" y="151067"/>
                  </a:lnTo>
                  <a:lnTo>
                    <a:pt x="339281" y="151162"/>
                  </a:lnTo>
                  <a:lnTo>
                    <a:pt x="338709" y="151067"/>
                  </a:lnTo>
                  <a:lnTo>
                    <a:pt x="338328" y="150304"/>
                  </a:lnTo>
                  <a:lnTo>
                    <a:pt x="338423" y="148971"/>
                  </a:lnTo>
                  <a:lnTo>
                    <a:pt x="338233" y="147923"/>
                  </a:lnTo>
                  <a:lnTo>
                    <a:pt x="337280" y="145828"/>
                  </a:lnTo>
                  <a:lnTo>
                    <a:pt x="336899" y="144780"/>
                  </a:lnTo>
                  <a:lnTo>
                    <a:pt x="336804" y="143732"/>
                  </a:lnTo>
                  <a:lnTo>
                    <a:pt x="337090" y="142875"/>
                  </a:lnTo>
                  <a:lnTo>
                    <a:pt x="337757" y="142304"/>
                  </a:lnTo>
                  <a:lnTo>
                    <a:pt x="339852" y="141827"/>
                  </a:lnTo>
                  <a:lnTo>
                    <a:pt x="340709" y="141446"/>
                  </a:lnTo>
                  <a:lnTo>
                    <a:pt x="341090" y="141542"/>
                  </a:lnTo>
                  <a:lnTo>
                    <a:pt x="340995" y="143637"/>
                  </a:lnTo>
                  <a:lnTo>
                    <a:pt x="341376" y="144304"/>
                  </a:lnTo>
                  <a:lnTo>
                    <a:pt x="342138" y="144209"/>
                  </a:lnTo>
                  <a:lnTo>
                    <a:pt x="344043" y="142589"/>
                  </a:lnTo>
                  <a:lnTo>
                    <a:pt x="344329" y="142113"/>
                  </a:lnTo>
                  <a:lnTo>
                    <a:pt x="344329" y="140875"/>
                  </a:lnTo>
                  <a:lnTo>
                    <a:pt x="344615" y="140494"/>
                  </a:lnTo>
                  <a:lnTo>
                    <a:pt x="344996" y="140208"/>
                  </a:lnTo>
                  <a:lnTo>
                    <a:pt x="345281" y="139637"/>
                  </a:lnTo>
                  <a:lnTo>
                    <a:pt x="345091" y="138684"/>
                  </a:lnTo>
                  <a:lnTo>
                    <a:pt x="343852" y="135827"/>
                  </a:lnTo>
                  <a:lnTo>
                    <a:pt x="343376" y="135350"/>
                  </a:lnTo>
                  <a:lnTo>
                    <a:pt x="342329" y="135541"/>
                  </a:lnTo>
                  <a:lnTo>
                    <a:pt x="342043" y="134969"/>
                  </a:lnTo>
                  <a:lnTo>
                    <a:pt x="342138" y="134017"/>
                  </a:lnTo>
                  <a:lnTo>
                    <a:pt x="342424" y="132874"/>
                  </a:lnTo>
                  <a:lnTo>
                    <a:pt x="342900" y="131636"/>
                  </a:lnTo>
                  <a:lnTo>
                    <a:pt x="344996" y="129159"/>
                  </a:lnTo>
                  <a:lnTo>
                    <a:pt x="345472" y="128207"/>
                  </a:lnTo>
                  <a:lnTo>
                    <a:pt x="345758" y="127159"/>
                  </a:lnTo>
                  <a:lnTo>
                    <a:pt x="345948" y="126016"/>
                  </a:lnTo>
                  <a:lnTo>
                    <a:pt x="346139" y="118396"/>
                  </a:lnTo>
                  <a:lnTo>
                    <a:pt x="346520" y="116396"/>
                  </a:lnTo>
                  <a:lnTo>
                    <a:pt x="347567" y="114395"/>
                  </a:lnTo>
                  <a:lnTo>
                    <a:pt x="347948" y="113252"/>
                  </a:lnTo>
                  <a:lnTo>
                    <a:pt x="347663" y="112014"/>
                  </a:lnTo>
                  <a:lnTo>
                    <a:pt x="347472" y="111443"/>
                  </a:lnTo>
                  <a:lnTo>
                    <a:pt x="347472" y="110966"/>
                  </a:lnTo>
                  <a:lnTo>
                    <a:pt x="347472" y="110490"/>
                  </a:lnTo>
                  <a:lnTo>
                    <a:pt x="347472" y="110014"/>
                  </a:lnTo>
                  <a:lnTo>
                    <a:pt x="346710" y="108109"/>
                  </a:lnTo>
                  <a:lnTo>
                    <a:pt x="346805" y="106871"/>
                  </a:lnTo>
                  <a:lnTo>
                    <a:pt x="347567" y="104680"/>
                  </a:lnTo>
                  <a:lnTo>
                    <a:pt x="347663" y="103442"/>
                  </a:lnTo>
                  <a:lnTo>
                    <a:pt x="347282" y="102394"/>
                  </a:lnTo>
                  <a:lnTo>
                    <a:pt x="346043" y="100489"/>
                  </a:lnTo>
                  <a:lnTo>
                    <a:pt x="345853" y="99346"/>
                  </a:lnTo>
                  <a:lnTo>
                    <a:pt x="346043" y="98679"/>
                  </a:lnTo>
                  <a:lnTo>
                    <a:pt x="346805" y="97822"/>
                  </a:lnTo>
                  <a:lnTo>
                    <a:pt x="346996" y="97250"/>
                  </a:lnTo>
                  <a:lnTo>
                    <a:pt x="346996" y="96679"/>
                  </a:lnTo>
                  <a:lnTo>
                    <a:pt x="345758" y="91535"/>
                  </a:lnTo>
                  <a:lnTo>
                    <a:pt x="346139" y="90392"/>
                  </a:lnTo>
                  <a:lnTo>
                    <a:pt x="346710" y="89345"/>
                  </a:lnTo>
                  <a:lnTo>
                    <a:pt x="346996" y="88297"/>
                  </a:lnTo>
                  <a:lnTo>
                    <a:pt x="346615" y="87154"/>
                  </a:lnTo>
                  <a:lnTo>
                    <a:pt x="345853" y="86392"/>
                  </a:lnTo>
                  <a:lnTo>
                    <a:pt x="345091" y="86106"/>
                  </a:lnTo>
                  <a:lnTo>
                    <a:pt x="344519" y="85725"/>
                  </a:lnTo>
                  <a:lnTo>
                    <a:pt x="344043" y="84677"/>
                  </a:lnTo>
                  <a:lnTo>
                    <a:pt x="343472" y="80772"/>
                  </a:lnTo>
                  <a:lnTo>
                    <a:pt x="343472" y="78867"/>
                  </a:lnTo>
                  <a:lnTo>
                    <a:pt x="343852" y="77153"/>
                  </a:lnTo>
                  <a:lnTo>
                    <a:pt x="345091" y="73152"/>
                  </a:lnTo>
                  <a:lnTo>
                    <a:pt x="345281" y="71152"/>
                  </a:lnTo>
                  <a:lnTo>
                    <a:pt x="344710" y="69247"/>
                  </a:lnTo>
                  <a:lnTo>
                    <a:pt x="344329" y="68961"/>
                  </a:lnTo>
                  <a:lnTo>
                    <a:pt x="343948" y="68961"/>
                  </a:lnTo>
                  <a:lnTo>
                    <a:pt x="343567" y="68866"/>
                  </a:lnTo>
                  <a:lnTo>
                    <a:pt x="343376" y="68199"/>
                  </a:lnTo>
                  <a:lnTo>
                    <a:pt x="343091" y="62960"/>
                  </a:lnTo>
                  <a:lnTo>
                    <a:pt x="343186" y="60579"/>
                  </a:lnTo>
                  <a:lnTo>
                    <a:pt x="343757" y="58198"/>
                  </a:lnTo>
                  <a:lnTo>
                    <a:pt x="343662" y="56960"/>
                  </a:lnTo>
                  <a:lnTo>
                    <a:pt x="343376" y="56483"/>
                  </a:lnTo>
                  <a:lnTo>
                    <a:pt x="342900" y="55817"/>
                  </a:lnTo>
                  <a:lnTo>
                    <a:pt x="342424" y="55245"/>
                  </a:lnTo>
                  <a:lnTo>
                    <a:pt x="341948" y="54959"/>
                  </a:lnTo>
                  <a:lnTo>
                    <a:pt x="341281" y="54959"/>
                  </a:lnTo>
                  <a:lnTo>
                    <a:pt x="340805" y="55245"/>
                  </a:lnTo>
                  <a:lnTo>
                    <a:pt x="340328" y="55626"/>
                  </a:lnTo>
                  <a:lnTo>
                    <a:pt x="339662" y="56007"/>
                  </a:lnTo>
                  <a:lnTo>
                    <a:pt x="338328" y="56102"/>
                  </a:lnTo>
                  <a:lnTo>
                    <a:pt x="337566" y="55436"/>
                  </a:lnTo>
                  <a:lnTo>
                    <a:pt x="336423" y="53150"/>
                  </a:lnTo>
                  <a:lnTo>
                    <a:pt x="335280" y="52292"/>
                  </a:lnTo>
                  <a:lnTo>
                    <a:pt x="333661" y="53054"/>
                  </a:lnTo>
                  <a:lnTo>
                    <a:pt x="332708" y="52197"/>
                  </a:lnTo>
                  <a:lnTo>
                    <a:pt x="329946" y="50768"/>
                  </a:lnTo>
                  <a:lnTo>
                    <a:pt x="329279" y="50578"/>
                  </a:lnTo>
                  <a:lnTo>
                    <a:pt x="328708" y="51054"/>
                  </a:lnTo>
                  <a:lnTo>
                    <a:pt x="328613" y="52197"/>
                  </a:lnTo>
                  <a:lnTo>
                    <a:pt x="328613" y="54388"/>
                  </a:lnTo>
                  <a:lnTo>
                    <a:pt x="328327" y="56293"/>
                  </a:lnTo>
                  <a:lnTo>
                    <a:pt x="327850" y="58103"/>
                  </a:lnTo>
                  <a:lnTo>
                    <a:pt x="326803" y="59531"/>
                  </a:lnTo>
                  <a:lnTo>
                    <a:pt x="324898" y="60103"/>
                  </a:lnTo>
                  <a:lnTo>
                    <a:pt x="323088" y="59341"/>
                  </a:lnTo>
                  <a:lnTo>
                    <a:pt x="322135" y="57341"/>
                  </a:lnTo>
                  <a:lnTo>
                    <a:pt x="320992" y="52769"/>
                  </a:lnTo>
                  <a:lnTo>
                    <a:pt x="320135" y="50864"/>
                  </a:lnTo>
                  <a:lnTo>
                    <a:pt x="318325" y="48101"/>
                  </a:lnTo>
                  <a:lnTo>
                    <a:pt x="318230" y="47530"/>
                  </a:lnTo>
                  <a:lnTo>
                    <a:pt x="318707" y="46101"/>
                  </a:lnTo>
                  <a:lnTo>
                    <a:pt x="318516" y="45720"/>
                  </a:lnTo>
                  <a:lnTo>
                    <a:pt x="318135" y="45434"/>
                  </a:lnTo>
                  <a:lnTo>
                    <a:pt x="317945" y="44863"/>
                  </a:lnTo>
                  <a:lnTo>
                    <a:pt x="317945" y="43720"/>
                  </a:lnTo>
                  <a:lnTo>
                    <a:pt x="318040" y="42958"/>
                  </a:lnTo>
                  <a:lnTo>
                    <a:pt x="317849" y="42386"/>
                  </a:lnTo>
                  <a:lnTo>
                    <a:pt x="316040" y="41243"/>
                  </a:lnTo>
                  <a:lnTo>
                    <a:pt x="315182" y="40196"/>
                  </a:lnTo>
                  <a:lnTo>
                    <a:pt x="314897" y="39148"/>
                  </a:lnTo>
                  <a:lnTo>
                    <a:pt x="315754" y="38481"/>
                  </a:lnTo>
                  <a:lnTo>
                    <a:pt x="316801" y="37910"/>
                  </a:lnTo>
                  <a:lnTo>
                    <a:pt x="316801" y="37052"/>
                  </a:lnTo>
                  <a:lnTo>
                    <a:pt x="316230" y="36100"/>
                  </a:lnTo>
                  <a:lnTo>
                    <a:pt x="315373" y="35243"/>
                  </a:lnTo>
                  <a:lnTo>
                    <a:pt x="313468" y="34195"/>
                  </a:lnTo>
                  <a:lnTo>
                    <a:pt x="313087" y="33528"/>
                  </a:lnTo>
                  <a:lnTo>
                    <a:pt x="313658" y="32290"/>
                  </a:lnTo>
                  <a:lnTo>
                    <a:pt x="313849" y="31052"/>
                  </a:lnTo>
                  <a:lnTo>
                    <a:pt x="314134" y="25718"/>
                  </a:lnTo>
                  <a:lnTo>
                    <a:pt x="314039" y="24575"/>
                  </a:lnTo>
                  <a:lnTo>
                    <a:pt x="313563" y="23622"/>
                  </a:lnTo>
                  <a:lnTo>
                    <a:pt x="313373" y="23432"/>
                  </a:lnTo>
                  <a:lnTo>
                    <a:pt x="309848" y="20098"/>
                  </a:lnTo>
                  <a:lnTo>
                    <a:pt x="308896" y="19621"/>
                  </a:lnTo>
                  <a:lnTo>
                    <a:pt x="306800" y="19241"/>
                  </a:lnTo>
                  <a:lnTo>
                    <a:pt x="306515" y="18669"/>
                  </a:lnTo>
                  <a:lnTo>
                    <a:pt x="306991" y="16954"/>
                  </a:lnTo>
                  <a:lnTo>
                    <a:pt x="306991" y="16002"/>
                  </a:lnTo>
                  <a:lnTo>
                    <a:pt x="306229" y="15335"/>
                  </a:lnTo>
                  <a:lnTo>
                    <a:pt x="304419" y="14288"/>
                  </a:lnTo>
                  <a:lnTo>
                    <a:pt x="301942" y="10954"/>
                  </a:lnTo>
                  <a:lnTo>
                    <a:pt x="299942" y="10096"/>
                  </a:lnTo>
                  <a:lnTo>
                    <a:pt x="296704" y="11621"/>
                  </a:lnTo>
                  <a:lnTo>
                    <a:pt x="294989" y="11144"/>
                  </a:lnTo>
                  <a:lnTo>
                    <a:pt x="293656" y="9335"/>
                  </a:lnTo>
                  <a:lnTo>
                    <a:pt x="291560" y="3048"/>
                  </a:lnTo>
                  <a:lnTo>
                    <a:pt x="290036" y="1619"/>
                  </a:lnTo>
                  <a:lnTo>
                    <a:pt x="288512" y="2381"/>
                  </a:lnTo>
                  <a:lnTo>
                    <a:pt x="287084" y="3334"/>
                  </a:lnTo>
                  <a:lnTo>
                    <a:pt x="285845" y="2572"/>
                  </a:lnTo>
                  <a:lnTo>
                    <a:pt x="284702" y="762"/>
                  </a:lnTo>
                  <a:lnTo>
                    <a:pt x="283559" y="0"/>
                  </a:lnTo>
                  <a:lnTo>
                    <a:pt x="282607" y="571"/>
                  </a:lnTo>
                  <a:lnTo>
                    <a:pt x="281845" y="2667"/>
                  </a:lnTo>
                  <a:lnTo>
                    <a:pt x="281273" y="3715"/>
                  </a:lnTo>
                  <a:lnTo>
                    <a:pt x="280511" y="5810"/>
                  </a:lnTo>
                  <a:lnTo>
                    <a:pt x="279749" y="6763"/>
                  </a:lnTo>
                  <a:lnTo>
                    <a:pt x="279559" y="7429"/>
                  </a:lnTo>
                  <a:lnTo>
                    <a:pt x="279273" y="7906"/>
                  </a:lnTo>
                  <a:lnTo>
                    <a:pt x="278416" y="8763"/>
                  </a:lnTo>
                  <a:lnTo>
                    <a:pt x="278130" y="9335"/>
                  </a:lnTo>
                  <a:lnTo>
                    <a:pt x="278225" y="9906"/>
                  </a:lnTo>
                  <a:lnTo>
                    <a:pt x="278416" y="10478"/>
                  </a:lnTo>
                  <a:lnTo>
                    <a:pt x="278511" y="11049"/>
                  </a:lnTo>
                  <a:lnTo>
                    <a:pt x="278511" y="13335"/>
                  </a:lnTo>
                  <a:lnTo>
                    <a:pt x="278321" y="14573"/>
                  </a:lnTo>
                  <a:lnTo>
                    <a:pt x="277749" y="15240"/>
                  </a:lnTo>
                  <a:lnTo>
                    <a:pt x="276701" y="15240"/>
                  </a:lnTo>
                  <a:lnTo>
                    <a:pt x="275749" y="15050"/>
                  </a:lnTo>
                  <a:lnTo>
                    <a:pt x="274987" y="15240"/>
                  </a:lnTo>
                  <a:lnTo>
                    <a:pt x="274606" y="16478"/>
                  </a:lnTo>
                  <a:lnTo>
                    <a:pt x="274225" y="17050"/>
                  </a:lnTo>
                  <a:lnTo>
                    <a:pt x="272320" y="18098"/>
                  </a:lnTo>
                  <a:lnTo>
                    <a:pt x="271748" y="19145"/>
                  </a:lnTo>
                  <a:lnTo>
                    <a:pt x="272034" y="20765"/>
                  </a:lnTo>
                  <a:lnTo>
                    <a:pt x="270415" y="24384"/>
                  </a:lnTo>
                  <a:lnTo>
                    <a:pt x="270129" y="26384"/>
                  </a:lnTo>
                  <a:lnTo>
                    <a:pt x="270891" y="27908"/>
                  </a:lnTo>
                  <a:lnTo>
                    <a:pt x="273463" y="30671"/>
                  </a:lnTo>
                  <a:lnTo>
                    <a:pt x="273844" y="32385"/>
                  </a:lnTo>
                  <a:lnTo>
                    <a:pt x="273558" y="33242"/>
                  </a:lnTo>
                  <a:lnTo>
                    <a:pt x="272701" y="34957"/>
                  </a:lnTo>
                  <a:lnTo>
                    <a:pt x="272510" y="35909"/>
                  </a:lnTo>
                  <a:lnTo>
                    <a:pt x="272510" y="37243"/>
                  </a:lnTo>
                  <a:lnTo>
                    <a:pt x="272606" y="37910"/>
                  </a:lnTo>
                  <a:lnTo>
                    <a:pt x="272320" y="38386"/>
                  </a:lnTo>
                  <a:lnTo>
                    <a:pt x="271367" y="38957"/>
                  </a:lnTo>
                  <a:lnTo>
                    <a:pt x="270224" y="39338"/>
                  </a:lnTo>
                  <a:lnTo>
                    <a:pt x="270034" y="38957"/>
                  </a:lnTo>
                  <a:lnTo>
                    <a:pt x="270034" y="38195"/>
                  </a:lnTo>
                  <a:lnTo>
                    <a:pt x="269367" y="37433"/>
                  </a:lnTo>
                  <a:lnTo>
                    <a:pt x="268510" y="37338"/>
                  </a:lnTo>
                  <a:lnTo>
                    <a:pt x="267462" y="37624"/>
                  </a:lnTo>
                  <a:lnTo>
                    <a:pt x="266509" y="38100"/>
                  </a:lnTo>
                  <a:lnTo>
                    <a:pt x="265843" y="38671"/>
                  </a:lnTo>
                  <a:lnTo>
                    <a:pt x="265176" y="39624"/>
                  </a:lnTo>
                  <a:lnTo>
                    <a:pt x="264319" y="40577"/>
                  </a:lnTo>
                  <a:lnTo>
                    <a:pt x="261652" y="42958"/>
                  </a:lnTo>
                  <a:lnTo>
                    <a:pt x="261175" y="43244"/>
                  </a:lnTo>
                  <a:lnTo>
                    <a:pt x="260604" y="43434"/>
                  </a:lnTo>
                  <a:lnTo>
                    <a:pt x="260223" y="43625"/>
                  </a:lnTo>
                  <a:lnTo>
                    <a:pt x="259842" y="44482"/>
                  </a:lnTo>
                  <a:lnTo>
                    <a:pt x="259556" y="44768"/>
                  </a:lnTo>
                  <a:lnTo>
                    <a:pt x="258509" y="45149"/>
                  </a:lnTo>
                  <a:lnTo>
                    <a:pt x="258127" y="45434"/>
                  </a:lnTo>
                  <a:lnTo>
                    <a:pt x="257937" y="46101"/>
                  </a:lnTo>
                  <a:lnTo>
                    <a:pt x="257842" y="46863"/>
                  </a:lnTo>
                  <a:lnTo>
                    <a:pt x="257651" y="47054"/>
                  </a:lnTo>
                  <a:lnTo>
                    <a:pt x="257270" y="47054"/>
                  </a:lnTo>
                  <a:lnTo>
                    <a:pt x="256508" y="47244"/>
                  </a:lnTo>
                  <a:lnTo>
                    <a:pt x="254794" y="47720"/>
                  </a:lnTo>
                  <a:lnTo>
                    <a:pt x="254127" y="48196"/>
                  </a:lnTo>
                  <a:lnTo>
                    <a:pt x="252317" y="50483"/>
                  </a:lnTo>
                  <a:lnTo>
                    <a:pt x="251365" y="51340"/>
                  </a:lnTo>
                  <a:lnTo>
                    <a:pt x="249269" y="52769"/>
                  </a:lnTo>
                  <a:lnTo>
                    <a:pt x="248412" y="53531"/>
                  </a:lnTo>
                  <a:lnTo>
                    <a:pt x="247745" y="54578"/>
                  </a:lnTo>
                  <a:lnTo>
                    <a:pt x="247364" y="55721"/>
                  </a:lnTo>
                  <a:lnTo>
                    <a:pt x="247364" y="56960"/>
                  </a:lnTo>
                  <a:lnTo>
                    <a:pt x="247555" y="57531"/>
                  </a:lnTo>
                  <a:lnTo>
                    <a:pt x="248126" y="58483"/>
                  </a:lnTo>
                  <a:lnTo>
                    <a:pt x="248317" y="59055"/>
                  </a:lnTo>
                  <a:lnTo>
                    <a:pt x="248317" y="59627"/>
                  </a:lnTo>
                  <a:lnTo>
                    <a:pt x="248507" y="60674"/>
                  </a:lnTo>
                  <a:lnTo>
                    <a:pt x="248698" y="61150"/>
                  </a:lnTo>
                  <a:lnTo>
                    <a:pt x="248793" y="62008"/>
                  </a:lnTo>
                  <a:lnTo>
                    <a:pt x="248126" y="63722"/>
                  </a:lnTo>
                  <a:lnTo>
                    <a:pt x="248317" y="64865"/>
                  </a:lnTo>
                  <a:lnTo>
                    <a:pt x="249555" y="66961"/>
                  </a:lnTo>
                  <a:lnTo>
                    <a:pt x="258127" y="78200"/>
                  </a:lnTo>
                  <a:lnTo>
                    <a:pt x="259556" y="79724"/>
                  </a:lnTo>
                  <a:lnTo>
                    <a:pt x="259842" y="80200"/>
                  </a:lnTo>
                  <a:lnTo>
                    <a:pt x="259842" y="81248"/>
                  </a:lnTo>
                  <a:lnTo>
                    <a:pt x="259937" y="81820"/>
                  </a:lnTo>
                  <a:lnTo>
                    <a:pt x="260318" y="82201"/>
                  </a:lnTo>
                  <a:lnTo>
                    <a:pt x="260795" y="82487"/>
                  </a:lnTo>
                  <a:lnTo>
                    <a:pt x="261271" y="82868"/>
                  </a:lnTo>
                  <a:lnTo>
                    <a:pt x="261557" y="83534"/>
                  </a:lnTo>
                  <a:lnTo>
                    <a:pt x="261461" y="84011"/>
                  </a:lnTo>
                  <a:lnTo>
                    <a:pt x="260890" y="85535"/>
                  </a:lnTo>
                  <a:lnTo>
                    <a:pt x="260699" y="85916"/>
                  </a:lnTo>
                  <a:lnTo>
                    <a:pt x="260033" y="86201"/>
                  </a:lnTo>
                  <a:lnTo>
                    <a:pt x="259651" y="86011"/>
                  </a:lnTo>
                  <a:lnTo>
                    <a:pt x="259271" y="85630"/>
                  </a:lnTo>
                  <a:lnTo>
                    <a:pt x="258604" y="85344"/>
                  </a:lnTo>
                  <a:lnTo>
                    <a:pt x="258032" y="85439"/>
                  </a:lnTo>
                  <a:lnTo>
                    <a:pt x="257651" y="85630"/>
                  </a:lnTo>
                  <a:lnTo>
                    <a:pt x="257080" y="85916"/>
                  </a:lnTo>
                  <a:lnTo>
                    <a:pt x="256604" y="85916"/>
                  </a:lnTo>
                  <a:lnTo>
                    <a:pt x="256032" y="85630"/>
                  </a:lnTo>
                  <a:lnTo>
                    <a:pt x="255651" y="85249"/>
                  </a:lnTo>
                  <a:lnTo>
                    <a:pt x="255270" y="84773"/>
                  </a:lnTo>
                  <a:lnTo>
                    <a:pt x="254794" y="84296"/>
                  </a:lnTo>
                  <a:lnTo>
                    <a:pt x="247555" y="80963"/>
                  </a:lnTo>
                  <a:lnTo>
                    <a:pt x="246317" y="80010"/>
                  </a:lnTo>
                  <a:lnTo>
                    <a:pt x="246317" y="79058"/>
                  </a:lnTo>
                  <a:lnTo>
                    <a:pt x="246793" y="78105"/>
                  </a:lnTo>
                  <a:lnTo>
                    <a:pt x="247269" y="76962"/>
                  </a:lnTo>
                  <a:lnTo>
                    <a:pt x="246983" y="76486"/>
                  </a:lnTo>
                  <a:lnTo>
                    <a:pt x="245269" y="75057"/>
                  </a:lnTo>
                  <a:lnTo>
                    <a:pt x="244697" y="74295"/>
                  </a:lnTo>
                  <a:lnTo>
                    <a:pt x="243554" y="72390"/>
                  </a:lnTo>
                  <a:lnTo>
                    <a:pt x="242888" y="71628"/>
                  </a:lnTo>
                  <a:lnTo>
                    <a:pt x="241935" y="70961"/>
                  </a:lnTo>
                  <a:lnTo>
                    <a:pt x="240125" y="70104"/>
                  </a:lnTo>
                  <a:lnTo>
                    <a:pt x="239173" y="69818"/>
                  </a:lnTo>
                  <a:lnTo>
                    <a:pt x="238220" y="69723"/>
                  </a:lnTo>
                  <a:lnTo>
                    <a:pt x="237649" y="70009"/>
                  </a:lnTo>
                  <a:lnTo>
                    <a:pt x="236792" y="70961"/>
                  </a:lnTo>
                  <a:lnTo>
                    <a:pt x="236220" y="71247"/>
                  </a:lnTo>
                  <a:lnTo>
                    <a:pt x="235553" y="71247"/>
                  </a:lnTo>
                  <a:lnTo>
                    <a:pt x="235172" y="71057"/>
                  </a:lnTo>
                  <a:lnTo>
                    <a:pt x="234887" y="70771"/>
                  </a:lnTo>
                  <a:lnTo>
                    <a:pt x="234410" y="70485"/>
                  </a:lnTo>
                  <a:lnTo>
                    <a:pt x="232982" y="70199"/>
                  </a:lnTo>
                  <a:lnTo>
                    <a:pt x="232410" y="70675"/>
                  </a:lnTo>
                  <a:lnTo>
                    <a:pt x="231934" y="71723"/>
                  </a:lnTo>
                  <a:lnTo>
                    <a:pt x="230886" y="72962"/>
                  </a:lnTo>
                  <a:lnTo>
                    <a:pt x="230029" y="73438"/>
                  </a:lnTo>
                  <a:lnTo>
                    <a:pt x="228886" y="73819"/>
                  </a:lnTo>
                  <a:lnTo>
                    <a:pt x="227743" y="73914"/>
                  </a:lnTo>
                  <a:lnTo>
                    <a:pt x="226981" y="73628"/>
                  </a:lnTo>
                  <a:lnTo>
                    <a:pt x="223457" y="73438"/>
                  </a:lnTo>
                  <a:lnTo>
                    <a:pt x="209455" y="75819"/>
                  </a:lnTo>
                  <a:lnTo>
                    <a:pt x="205835" y="77438"/>
                  </a:lnTo>
                  <a:lnTo>
                    <a:pt x="202597" y="79724"/>
                  </a:lnTo>
                  <a:lnTo>
                    <a:pt x="200597" y="82582"/>
                  </a:lnTo>
                  <a:lnTo>
                    <a:pt x="198692" y="86296"/>
                  </a:lnTo>
                  <a:lnTo>
                    <a:pt x="197549" y="88011"/>
                  </a:lnTo>
                  <a:lnTo>
                    <a:pt x="196120" y="89440"/>
                  </a:lnTo>
                  <a:lnTo>
                    <a:pt x="194691" y="90202"/>
                  </a:lnTo>
                  <a:lnTo>
                    <a:pt x="191738" y="90773"/>
                  </a:lnTo>
                  <a:lnTo>
                    <a:pt x="190309" y="91345"/>
                  </a:lnTo>
                  <a:lnTo>
                    <a:pt x="188024" y="94202"/>
                  </a:lnTo>
                  <a:lnTo>
                    <a:pt x="186690" y="96583"/>
                  </a:lnTo>
                  <a:lnTo>
                    <a:pt x="186214" y="97250"/>
                  </a:lnTo>
                  <a:lnTo>
                    <a:pt x="185547" y="97536"/>
                  </a:lnTo>
                  <a:lnTo>
                    <a:pt x="183166" y="97822"/>
                  </a:lnTo>
                  <a:lnTo>
                    <a:pt x="182309" y="98203"/>
                  </a:lnTo>
                  <a:lnTo>
                    <a:pt x="181737" y="98965"/>
                  </a:lnTo>
                  <a:lnTo>
                    <a:pt x="181261" y="100394"/>
                  </a:lnTo>
                  <a:lnTo>
                    <a:pt x="180594" y="101632"/>
                  </a:lnTo>
                  <a:lnTo>
                    <a:pt x="179737" y="102108"/>
                  </a:lnTo>
                  <a:lnTo>
                    <a:pt x="178689" y="102108"/>
                  </a:lnTo>
                  <a:lnTo>
                    <a:pt x="177451" y="101918"/>
                  </a:lnTo>
                  <a:lnTo>
                    <a:pt x="175260" y="102489"/>
                  </a:lnTo>
                  <a:lnTo>
                    <a:pt x="173831" y="104489"/>
                  </a:lnTo>
                  <a:lnTo>
                    <a:pt x="172593" y="106966"/>
                  </a:lnTo>
                  <a:lnTo>
                    <a:pt x="171069" y="108966"/>
                  </a:lnTo>
                  <a:lnTo>
                    <a:pt x="170117" y="109538"/>
                  </a:lnTo>
                  <a:lnTo>
                    <a:pt x="166116" y="110871"/>
                  </a:lnTo>
                  <a:lnTo>
                    <a:pt x="164116" y="111824"/>
                  </a:lnTo>
                  <a:lnTo>
                    <a:pt x="163163" y="112109"/>
                  </a:lnTo>
                  <a:lnTo>
                    <a:pt x="162401" y="112014"/>
                  </a:lnTo>
                  <a:lnTo>
                    <a:pt x="162020" y="112014"/>
                  </a:lnTo>
                  <a:lnTo>
                    <a:pt x="161163" y="110776"/>
                  </a:lnTo>
                  <a:lnTo>
                    <a:pt x="160210" y="110966"/>
                  </a:lnTo>
                  <a:lnTo>
                    <a:pt x="159734" y="111347"/>
                  </a:lnTo>
                  <a:lnTo>
                    <a:pt x="158972" y="112490"/>
                  </a:lnTo>
                  <a:lnTo>
                    <a:pt x="158496" y="112967"/>
                  </a:lnTo>
                  <a:lnTo>
                    <a:pt x="158020" y="113252"/>
                  </a:lnTo>
                  <a:lnTo>
                    <a:pt x="156877" y="113538"/>
                  </a:lnTo>
                  <a:lnTo>
                    <a:pt x="156400" y="113824"/>
                  </a:lnTo>
                  <a:lnTo>
                    <a:pt x="155924" y="114395"/>
                  </a:lnTo>
                  <a:lnTo>
                    <a:pt x="155734" y="114871"/>
                  </a:lnTo>
                  <a:lnTo>
                    <a:pt x="155543" y="116586"/>
                  </a:lnTo>
                  <a:lnTo>
                    <a:pt x="155543" y="116967"/>
                  </a:lnTo>
                  <a:lnTo>
                    <a:pt x="155448" y="117348"/>
                  </a:lnTo>
                  <a:lnTo>
                    <a:pt x="155162" y="118015"/>
                  </a:lnTo>
                  <a:lnTo>
                    <a:pt x="154591" y="118872"/>
                  </a:lnTo>
                  <a:lnTo>
                    <a:pt x="153067" y="120587"/>
                  </a:lnTo>
                  <a:lnTo>
                    <a:pt x="152209" y="121253"/>
                  </a:lnTo>
                  <a:lnTo>
                    <a:pt x="152209" y="121253"/>
                  </a:lnTo>
                  <a:lnTo>
                    <a:pt x="151448" y="122396"/>
                  </a:lnTo>
                  <a:lnTo>
                    <a:pt x="151543" y="123349"/>
                  </a:lnTo>
                  <a:lnTo>
                    <a:pt x="152591" y="125254"/>
                  </a:lnTo>
                  <a:lnTo>
                    <a:pt x="152781" y="126397"/>
                  </a:lnTo>
                  <a:lnTo>
                    <a:pt x="152686" y="127254"/>
                  </a:lnTo>
                  <a:lnTo>
                    <a:pt x="151924" y="129254"/>
                  </a:lnTo>
                  <a:lnTo>
                    <a:pt x="151543" y="131064"/>
                  </a:lnTo>
                  <a:lnTo>
                    <a:pt x="151448" y="133445"/>
                  </a:lnTo>
                  <a:lnTo>
                    <a:pt x="151638" y="135731"/>
                  </a:lnTo>
                  <a:lnTo>
                    <a:pt x="152305" y="137541"/>
                  </a:lnTo>
                  <a:lnTo>
                    <a:pt x="152686" y="137922"/>
                  </a:lnTo>
                  <a:lnTo>
                    <a:pt x="153067" y="138113"/>
                  </a:lnTo>
                  <a:lnTo>
                    <a:pt x="153543" y="138208"/>
                  </a:lnTo>
                  <a:lnTo>
                    <a:pt x="153924" y="138398"/>
                  </a:lnTo>
                  <a:lnTo>
                    <a:pt x="154115" y="138875"/>
                  </a:lnTo>
                  <a:lnTo>
                    <a:pt x="153829" y="139351"/>
                  </a:lnTo>
                  <a:lnTo>
                    <a:pt x="153448" y="139827"/>
                  </a:lnTo>
                  <a:lnTo>
                    <a:pt x="153257" y="140303"/>
                  </a:lnTo>
                  <a:lnTo>
                    <a:pt x="153734" y="144209"/>
                  </a:lnTo>
                  <a:lnTo>
                    <a:pt x="154400" y="144875"/>
                  </a:lnTo>
                  <a:lnTo>
                    <a:pt x="156305" y="145447"/>
                  </a:lnTo>
                  <a:lnTo>
                    <a:pt x="156972" y="146114"/>
                  </a:lnTo>
                  <a:lnTo>
                    <a:pt x="157067" y="147352"/>
                  </a:lnTo>
                  <a:lnTo>
                    <a:pt x="156400" y="148495"/>
                  </a:lnTo>
                  <a:lnTo>
                    <a:pt x="154781" y="150495"/>
                  </a:lnTo>
                  <a:lnTo>
                    <a:pt x="152591" y="152876"/>
                  </a:lnTo>
                  <a:lnTo>
                    <a:pt x="151733" y="153448"/>
                  </a:lnTo>
                  <a:lnTo>
                    <a:pt x="149733" y="154210"/>
                  </a:lnTo>
                  <a:lnTo>
                    <a:pt x="149162" y="154781"/>
                  </a:lnTo>
                  <a:lnTo>
                    <a:pt x="148781" y="156020"/>
                  </a:lnTo>
                  <a:lnTo>
                    <a:pt x="148781" y="157163"/>
                  </a:lnTo>
                  <a:lnTo>
                    <a:pt x="149828" y="163163"/>
                  </a:lnTo>
                  <a:lnTo>
                    <a:pt x="149924" y="164497"/>
                  </a:lnTo>
                  <a:lnTo>
                    <a:pt x="149542" y="165545"/>
                  </a:lnTo>
                  <a:lnTo>
                    <a:pt x="149066" y="165830"/>
                  </a:lnTo>
                  <a:lnTo>
                    <a:pt x="147923" y="166021"/>
                  </a:lnTo>
                  <a:lnTo>
                    <a:pt x="147447" y="166211"/>
                  </a:lnTo>
                  <a:lnTo>
                    <a:pt x="147066" y="166688"/>
                  </a:lnTo>
                  <a:lnTo>
                    <a:pt x="142304" y="173641"/>
                  </a:lnTo>
                  <a:lnTo>
                    <a:pt x="142113" y="173831"/>
                  </a:lnTo>
                  <a:lnTo>
                    <a:pt x="141542" y="174117"/>
                  </a:lnTo>
                  <a:lnTo>
                    <a:pt x="141351" y="174308"/>
                  </a:lnTo>
                  <a:lnTo>
                    <a:pt x="141351" y="174593"/>
                  </a:lnTo>
                  <a:lnTo>
                    <a:pt x="141732" y="175165"/>
                  </a:lnTo>
                  <a:lnTo>
                    <a:pt x="141732" y="175450"/>
                  </a:lnTo>
                  <a:lnTo>
                    <a:pt x="141256" y="175736"/>
                  </a:lnTo>
                  <a:lnTo>
                    <a:pt x="140208" y="175736"/>
                  </a:lnTo>
                  <a:lnTo>
                    <a:pt x="139732" y="175927"/>
                  </a:lnTo>
                  <a:lnTo>
                    <a:pt x="138970" y="176879"/>
                  </a:lnTo>
                  <a:lnTo>
                    <a:pt x="137636" y="179070"/>
                  </a:lnTo>
                  <a:lnTo>
                    <a:pt x="136684" y="179832"/>
                  </a:lnTo>
                  <a:lnTo>
                    <a:pt x="135731" y="180118"/>
                  </a:lnTo>
                  <a:lnTo>
                    <a:pt x="133922" y="180308"/>
                  </a:lnTo>
                  <a:lnTo>
                    <a:pt x="132874" y="180689"/>
                  </a:lnTo>
                  <a:lnTo>
                    <a:pt x="131159" y="181928"/>
                  </a:lnTo>
                  <a:lnTo>
                    <a:pt x="130683" y="182404"/>
                  </a:lnTo>
                  <a:lnTo>
                    <a:pt x="129635" y="183547"/>
                  </a:lnTo>
                  <a:lnTo>
                    <a:pt x="128397" y="185452"/>
                  </a:lnTo>
                  <a:lnTo>
                    <a:pt x="125349" y="194120"/>
                  </a:lnTo>
                  <a:lnTo>
                    <a:pt x="125540" y="196501"/>
                  </a:lnTo>
                  <a:lnTo>
                    <a:pt x="126778" y="198311"/>
                  </a:lnTo>
                  <a:lnTo>
                    <a:pt x="128683" y="199073"/>
                  </a:lnTo>
                  <a:lnTo>
                    <a:pt x="130778" y="199454"/>
                  </a:lnTo>
                  <a:lnTo>
                    <a:pt x="132683" y="200311"/>
                  </a:lnTo>
                  <a:lnTo>
                    <a:pt x="133636" y="201930"/>
                  </a:lnTo>
                  <a:lnTo>
                    <a:pt x="134017" y="204311"/>
                  </a:lnTo>
                  <a:lnTo>
                    <a:pt x="133731" y="206788"/>
                  </a:lnTo>
                  <a:lnTo>
                    <a:pt x="132779" y="208598"/>
                  </a:lnTo>
                  <a:lnTo>
                    <a:pt x="131921" y="209741"/>
                  </a:lnTo>
                  <a:lnTo>
                    <a:pt x="130969" y="214694"/>
                  </a:lnTo>
                  <a:lnTo>
                    <a:pt x="130112" y="216218"/>
                  </a:lnTo>
                  <a:lnTo>
                    <a:pt x="128016" y="219075"/>
                  </a:lnTo>
                  <a:lnTo>
                    <a:pt x="127730" y="220790"/>
                  </a:lnTo>
                  <a:lnTo>
                    <a:pt x="127730" y="221837"/>
                  </a:lnTo>
                  <a:lnTo>
                    <a:pt x="127540" y="222885"/>
                  </a:lnTo>
                  <a:lnTo>
                    <a:pt x="127159" y="223838"/>
                  </a:lnTo>
                  <a:lnTo>
                    <a:pt x="126492" y="224600"/>
                  </a:lnTo>
                  <a:lnTo>
                    <a:pt x="125730" y="224981"/>
                  </a:lnTo>
                  <a:lnTo>
                    <a:pt x="125063" y="225076"/>
                  </a:lnTo>
                  <a:lnTo>
                    <a:pt x="124397" y="225076"/>
                  </a:lnTo>
                  <a:lnTo>
                    <a:pt x="123634" y="225266"/>
                  </a:lnTo>
                  <a:lnTo>
                    <a:pt x="123158" y="226219"/>
                  </a:lnTo>
                  <a:lnTo>
                    <a:pt x="122015" y="230124"/>
                  </a:lnTo>
                  <a:lnTo>
                    <a:pt x="121349" y="231458"/>
                  </a:lnTo>
                  <a:lnTo>
                    <a:pt x="118967" y="232982"/>
                  </a:lnTo>
                  <a:lnTo>
                    <a:pt x="118300" y="233553"/>
                  </a:lnTo>
                  <a:lnTo>
                    <a:pt x="117920" y="234410"/>
                  </a:lnTo>
                  <a:lnTo>
                    <a:pt x="117158" y="237363"/>
                  </a:lnTo>
                  <a:lnTo>
                    <a:pt x="116396" y="237839"/>
                  </a:lnTo>
                  <a:lnTo>
                    <a:pt x="115824" y="238316"/>
                  </a:lnTo>
                  <a:lnTo>
                    <a:pt x="115443" y="238982"/>
                  </a:lnTo>
                  <a:lnTo>
                    <a:pt x="115348" y="241268"/>
                  </a:lnTo>
                  <a:lnTo>
                    <a:pt x="114872" y="241935"/>
                  </a:lnTo>
                  <a:lnTo>
                    <a:pt x="114205" y="242411"/>
                  </a:lnTo>
                  <a:lnTo>
                    <a:pt x="113633" y="243078"/>
                  </a:lnTo>
                  <a:lnTo>
                    <a:pt x="113633" y="243459"/>
                  </a:lnTo>
                  <a:lnTo>
                    <a:pt x="113824" y="244507"/>
                  </a:lnTo>
                  <a:lnTo>
                    <a:pt x="113729" y="244983"/>
                  </a:lnTo>
                  <a:lnTo>
                    <a:pt x="113348" y="245459"/>
                  </a:lnTo>
                  <a:lnTo>
                    <a:pt x="112205" y="246221"/>
                  </a:lnTo>
                  <a:lnTo>
                    <a:pt x="111824" y="246698"/>
                  </a:lnTo>
                  <a:lnTo>
                    <a:pt x="111538" y="247650"/>
                  </a:lnTo>
                  <a:lnTo>
                    <a:pt x="111347" y="249555"/>
                  </a:lnTo>
                  <a:lnTo>
                    <a:pt x="111157" y="250508"/>
                  </a:lnTo>
                  <a:lnTo>
                    <a:pt x="108585" y="256604"/>
                  </a:lnTo>
                  <a:lnTo>
                    <a:pt x="108014" y="258794"/>
                  </a:lnTo>
                  <a:lnTo>
                    <a:pt x="107823" y="260890"/>
                  </a:lnTo>
                  <a:lnTo>
                    <a:pt x="107633" y="261842"/>
                  </a:lnTo>
                  <a:lnTo>
                    <a:pt x="107061" y="262509"/>
                  </a:lnTo>
                  <a:lnTo>
                    <a:pt x="106775" y="263081"/>
                  </a:lnTo>
                  <a:lnTo>
                    <a:pt x="106490" y="265271"/>
                  </a:lnTo>
                  <a:lnTo>
                    <a:pt x="106299" y="266129"/>
                  </a:lnTo>
                  <a:lnTo>
                    <a:pt x="103918" y="269367"/>
                  </a:lnTo>
                  <a:lnTo>
                    <a:pt x="103442" y="270510"/>
                  </a:lnTo>
                  <a:lnTo>
                    <a:pt x="103346" y="271653"/>
                  </a:lnTo>
                  <a:lnTo>
                    <a:pt x="103442" y="272891"/>
                  </a:lnTo>
                  <a:lnTo>
                    <a:pt x="103251" y="274034"/>
                  </a:lnTo>
                  <a:lnTo>
                    <a:pt x="103060" y="274225"/>
                  </a:lnTo>
                  <a:lnTo>
                    <a:pt x="102394" y="274892"/>
                  </a:lnTo>
                  <a:lnTo>
                    <a:pt x="101537" y="274796"/>
                  </a:lnTo>
                  <a:lnTo>
                    <a:pt x="100775" y="273939"/>
                  </a:lnTo>
                  <a:lnTo>
                    <a:pt x="100013" y="272891"/>
                  </a:lnTo>
                  <a:lnTo>
                    <a:pt x="99155" y="272225"/>
                  </a:lnTo>
                  <a:lnTo>
                    <a:pt x="96107" y="270605"/>
                  </a:lnTo>
                  <a:lnTo>
                    <a:pt x="94869" y="270415"/>
                  </a:lnTo>
                  <a:lnTo>
                    <a:pt x="93059" y="269939"/>
                  </a:lnTo>
                  <a:lnTo>
                    <a:pt x="91535" y="269367"/>
                  </a:lnTo>
                  <a:lnTo>
                    <a:pt x="90011" y="268986"/>
                  </a:lnTo>
                  <a:lnTo>
                    <a:pt x="85820" y="269558"/>
                  </a:lnTo>
                  <a:lnTo>
                    <a:pt x="84677" y="268986"/>
                  </a:lnTo>
                  <a:lnTo>
                    <a:pt x="82582" y="266129"/>
                  </a:lnTo>
                  <a:lnTo>
                    <a:pt x="80867" y="265557"/>
                  </a:lnTo>
                  <a:lnTo>
                    <a:pt x="78200" y="265271"/>
                  </a:lnTo>
                  <a:lnTo>
                    <a:pt x="75629" y="265367"/>
                  </a:lnTo>
                  <a:lnTo>
                    <a:pt x="74295" y="266129"/>
                  </a:lnTo>
                  <a:lnTo>
                    <a:pt x="74200" y="266605"/>
                  </a:lnTo>
                  <a:lnTo>
                    <a:pt x="74009" y="267081"/>
                  </a:lnTo>
                  <a:lnTo>
                    <a:pt x="73724" y="267462"/>
                  </a:lnTo>
                  <a:lnTo>
                    <a:pt x="73438" y="267748"/>
                  </a:lnTo>
                  <a:lnTo>
                    <a:pt x="72962" y="267843"/>
                  </a:lnTo>
                  <a:lnTo>
                    <a:pt x="72676" y="267557"/>
                  </a:lnTo>
                  <a:lnTo>
                    <a:pt x="72390" y="267176"/>
                  </a:lnTo>
                  <a:lnTo>
                    <a:pt x="72009" y="266986"/>
                  </a:lnTo>
                  <a:lnTo>
                    <a:pt x="71152" y="267271"/>
                  </a:lnTo>
                  <a:lnTo>
                    <a:pt x="69533" y="268224"/>
                  </a:lnTo>
                  <a:lnTo>
                    <a:pt x="68390" y="268319"/>
                  </a:lnTo>
                  <a:lnTo>
                    <a:pt x="67437" y="268224"/>
                  </a:lnTo>
                  <a:lnTo>
                    <a:pt x="67056" y="267748"/>
                  </a:lnTo>
                  <a:lnTo>
                    <a:pt x="66866" y="266986"/>
                  </a:lnTo>
                  <a:lnTo>
                    <a:pt x="66484" y="266224"/>
                  </a:lnTo>
                  <a:lnTo>
                    <a:pt x="64770" y="264509"/>
                  </a:lnTo>
                  <a:lnTo>
                    <a:pt x="64199" y="263843"/>
                  </a:lnTo>
                  <a:lnTo>
                    <a:pt x="62675" y="261461"/>
                  </a:lnTo>
                  <a:lnTo>
                    <a:pt x="61627" y="260890"/>
                  </a:lnTo>
                  <a:lnTo>
                    <a:pt x="60198" y="261366"/>
                  </a:lnTo>
                  <a:lnTo>
                    <a:pt x="59531" y="262319"/>
                  </a:lnTo>
                  <a:lnTo>
                    <a:pt x="59150" y="263652"/>
                  </a:lnTo>
                  <a:lnTo>
                    <a:pt x="59150" y="263938"/>
                  </a:lnTo>
                  <a:lnTo>
                    <a:pt x="59055" y="265081"/>
                  </a:lnTo>
                  <a:lnTo>
                    <a:pt x="59150" y="266319"/>
                  </a:lnTo>
                  <a:lnTo>
                    <a:pt x="59436" y="267367"/>
                  </a:lnTo>
                  <a:lnTo>
                    <a:pt x="59817" y="268319"/>
                  </a:lnTo>
                  <a:lnTo>
                    <a:pt x="60960" y="270224"/>
                  </a:lnTo>
                  <a:lnTo>
                    <a:pt x="61436" y="270796"/>
                  </a:lnTo>
                  <a:lnTo>
                    <a:pt x="61722" y="271082"/>
                  </a:lnTo>
                  <a:lnTo>
                    <a:pt x="61913" y="271463"/>
                  </a:lnTo>
                  <a:lnTo>
                    <a:pt x="62103" y="272415"/>
                  </a:lnTo>
                  <a:lnTo>
                    <a:pt x="62008" y="274415"/>
                  </a:lnTo>
                  <a:lnTo>
                    <a:pt x="62865" y="281083"/>
                  </a:lnTo>
                  <a:lnTo>
                    <a:pt x="64484" y="282226"/>
                  </a:lnTo>
                  <a:lnTo>
                    <a:pt x="64770" y="282797"/>
                  </a:lnTo>
                  <a:lnTo>
                    <a:pt x="65532" y="283845"/>
                  </a:lnTo>
                  <a:lnTo>
                    <a:pt x="65723" y="284417"/>
                  </a:lnTo>
                  <a:lnTo>
                    <a:pt x="65818" y="286321"/>
                  </a:lnTo>
                  <a:lnTo>
                    <a:pt x="64103" y="297371"/>
                  </a:lnTo>
                  <a:lnTo>
                    <a:pt x="64103" y="298990"/>
                  </a:lnTo>
                  <a:lnTo>
                    <a:pt x="64389" y="302324"/>
                  </a:lnTo>
                  <a:lnTo>
                    <a:pt x="64484" y="302990"/>
                  </a:lnTo>
                  <a:lnTo>
                    <a:pt x="64484" y="303467"/>
                  </a:lnTo>
                  <a:lnTo>
                    <a:pt x="64294" y="303943"/>
                  </a:lnTo>
                  <a:lnTo>
                    <a:pt x="63246" y="305371"/>
                  </a:lnTo>
                  <a:lnTo>
                    <a:pt x="62960" y="306324"/>
                  </a:lnTo>
                  <a:lnTo>
                    <a:pt x="62865" y="307277"/>
                  </a:lnTo>
                  <a:lnTo>
                    <a:pt x="63056" y="309658"/>
                  </a:lnTo>
                  <a:lnTo>
                    <a:pt x="62675" y="313468"/>
                  </a:lnTo>
                  <a:lnTo>
                    <a:pt x="62675" y="314325"/>
                  </a:lnTo>
                  <a:lnTo>
                    <a:pt x="62770" y="314992"/>
                  </a:lnTo>
                  <a:lnTo>
                    <a:pt x="62770" y="315659"/>
                  </a:lnTo>
                  <a:lnTo>
                    <a:pt x="60579" y="320040"/>
                  </a:lnTo>
                  <a:lnTo>
                    <a:pt x="59817" y="321088"/>
                  </a:lnTo>
                  <a:lnTo>
                    <a:pt x="58769" y="321945"/>
                  </a:lnTo>
                  <a:lnTo>
                    <a:pt x="57436" y="322612"/>
                  </a:lnTo>
                  <a:lnTo>
                    <a:pt x="56102" y="322707"/>
                  </a:lnTo>
                  <a:lnTo>
                    <a:pt x="54959" y="321850"/>
                  </a:lnTo>
                  <a:lnTo>
                    <a:pt x="54292" y="320707"/>
                  </a:lnTo>
                  <a:lnTo>
                    <a:pt x="53435" y="319945"/>
                  </a:lnTo>
                  <a:lnTo>
                    <a:pt x="52388" y="319659"/>
                  </a:lnTo>
                  <a:lnTo>
                    <a:pt x="51054" y="320135"/>
                  </a:lnTo>
                  <a:lnTo>
                    <a:pt x="50387" y="321183"/>
                  </a:lnTo>
                  <a:lnTo>
                    <a:pt x="50292" y="322707"/>
                  </a:lnTo>
                  <a:lnTo>
                    <a:pt x="50578" y="324326"/>
                  </a:lnTo>
                  <a:lnTo>
                    <a:pt x="50959" y="325565"/>
                  </a:lnTo>
                  <a:lnTo>
                    <a:pt x="52007" y="327565"/>
                  </a:lnTo>
                  <a:lnTo>
                    <a:pt x="52388" y="328708"/>
                  </a:lnTo>
                  <a:lnTo>
                    <a:pt x="52292" y="329756"/>
                  </a:lnTo>
                  <a:lnTo>
                    <a:pt x="51530" y="330899"/>
                  </a:lnTo>
                  <a:lnTo>
                    <a:pt x="49625" y="333185"/>
                  </a:lnTo>
                  <a:lnTo>
                    <a:pt x="49149" y="334518"/>
                  </a:lnTo>
                  <a:lnTo>
                    <a:pt x="48958" y="334423"/>
                  </a:lnTo>
                  <a:lnTo>
                    <a:pt x="47244" y="335947"/>
                  </a:lnTo>
                  <a:lnTo>
                    <a:pt x="46768" y="340519"/>
                  </a:lnTo>
                  <a:lnTo>
                    <a:pt x="46958" y="341757"/>
                  </a:lnTo>
                  <a:lnTo>
                    <a:pt x="47339" y="342805"/>
                  </a:lnTo>
                  <a:lnTo>
                    <a:pt x="48482" y="344900"/>
                  </a:lnTo>
                  <a:lnTo>
                    <a:pt x="48768" y="346043"/>
                  </a:lnTo>
                  <a:lnTo>
                    <a:pt x="48673" y="347282"/>
                  </a:lnTo>
                  <a:lnTo>
                    <a:pt x="48101" y="349472"/>
                  </a:lnTo>
                  <a:lnTo>
                    <a:pt x="48101" y="350806"/>
                  </a:lnTo>
                  <a:lnTo>
                    <a:pt x="48673" y="352711"/>
                  </a:lnTo>
                  <a:lnTo>
                    <a:pt x="49149" y="353663"/>
                  </a:lnTo>
                  <a:lnTo>
                    <a:pt x="51054" y="355664"/>
                  </a:lnTo>
                  <a:lnTo>
                    <a:pt x="51721" y="357950"/>
                  </a:lnTo>
                  <a:lnTo>
                    <a:pt x="52197" y="364617"/>
                  </a:lnTo>
                  <a:lnTo>
                    <a:pt x="52197" y="365189"/>
                  </a:lnTo>
                  <a:lnTo>
                    <a:pt x="51911" y="365855"/>
                  </a:lnTo>
                  <a:lnTo>
                    <a:pt x="51530" y="366141"/>
                  </a:lnTo>
                  <a:lnTo>
                    <a:pt x="51054" y="366236"/>
                  </a:lnTo>
                  <a:lnTo>
                    <a:pt x="49911" y="366713"/>
                  </a:lnTo>
                  <a:lnTo>
                    <a:pt x="49625" y="366713"/>
                  </a:lnTo>
                  <a:lnTo>
                    <a:pt x="49530" y="366808"/>
                  </a:lnTo>
                  <a:lnTo>
                    <a:pt x="49530" y="367475"/>
                  </a:lnTo>
                  <a:lnTo>
                    <a:pt x="50483" y="369189"/>
                  </a:lnTo>
                  <a:lnTo>
                    <a:pt x="49340" y="369570"/>
                  </a:lnTo>
                  <a:lnTo>
                    <a:pt x="48577" y="369189"/>
                  </a:lnTo>
                  <a:lnTo>
                    <a:pt x="47816" y="368618"/>
                  </a:lnTo>
                  <a:lnTo>
                    <a:pt x="46863" y="368332"/>
                  </a:lnTo>
                  <a:lnTo>
                    <a:pt x="45434" y="368046"/>
                  </a:lnTo>
                  <a:lnTo>
                    <a:pt x="44958" y="368046"/>
                  </a:lnTo>
                  <a:lnTo>
                    <a:pt x="44291" y="368332"/>
                  </a:lnTo>
                  <a:lnTo>
                    <a:pt x="44196" y="368618"/>
                  </a:lnTo>
                  <a:lnTo>
                    <a:pt x="44291" y="368999"/>
                  </a:lnTo>
                  <a:lnTo>
                    <a:pt x="44196" y="372809"/>
                  </a:lnTo>
                  <a:lnTo>
                    <a:pt x="44387" y="373285"/>
                  </a:lnTo>
                  <a:lnTo>
                    <a:pt x="43434" y="373666"/>
                  </a:lnTo>
                  <a:lnTo>
                    <a:pt x="42767" y="373856"/>
                  </a:lnTo>
                  <a:lnTo>
                    <a:pt x="42291" y="374237"/>
                  </a:lnTo>
                  <a:lnTo>
                    <a:pt x="41339" y="376142"/>
                  </a:lnTo>
                  <a:lnTo>
                    <a:pt x="41243" y="376904"/>
                  </a:lnTo>
                  <a:lnTo>
                    <a:pt x="41434" y="377666"/>
                  </a:lnTo>
                  <a:lnTo>
                    <a:pt x="41815" y="378428"/>
                  </a:lnTo>
                  <a:lnTo>
                    <a:pt x="42005" y="378809"/>
                  </a:lnTo>
                  <a:lnTo>
                    <a:pt x="42100" y="379190"/>
                  </a:lnTo>
                  <a:lnTo>
                    <a:pt x="42100" y="379571"/>
                  </a:lnTo>
                  <a:lnTo>
                    <a:pt x="42100" y="379952"/>
                  </a:lnTo>
                  <a:lnTo>
                    <a:pt x="42005" y="380048"/>
                  </a:lnTo>
                  <a:lnTo>
                    <a:pt x="41910" y="380143"/>
                  </a:lnTo>
                  <a:lnTo>
                    <a:pt x="41529" y="380333"/>
                  </a:lnTo>
                  <a:lnTo>
                    <a:pt x="41148" y="380333"/>
                  </a:lnTo>
                  <a:lnTo>
                    <a:pt x="40862" y="380143"/>
                  </a:lnTo>
                  <a:lnTo>
                    <a:pt x="40576" y="379857"/>
                  </a:lnTo>
                  <a:lnTo>
                    <a:pt x="39910" y="378809"/>
                  </a:lnTo>
                  <a:lnTo>
                    <a:pt x="39052" y="378333"/>
                  </a:lnTo>
                  <a:lnTo>
                    <a:pt x="38291" y="378619"/>
                  </a:lnTo>
                  <a:lnTo>
                    <a:pt x="37909" y="379857"/>
                  </a:lnTo>
                  <a:lnTo>
                    <a:pt x="37433" y="381476"/>
                  </a:lnTo>
                  <a:lnTo>
                    <a:pt x="36767" y="382048"/>
                  </a:lnTo>
                  <a:lnTo>
                    <a:pt x="36195" y="381476"/>
                  </a:lnTo>
                  <a:lnTo>
                    <a:pt x="35909" y="379857"/>
                  </a:lnTo>
                  <a:lnTo>
                    <a:pt x="35433" y="378238"/>
                  </a:lnTo>
                  <a:lnTo>
                    <a:pt x="34481" y="377000"/>
                  </a:lnTo>
                  <a:lnTo>
                    <a:pt x="31051" y="373761"/>
                  </a:lnTo>
                  <a:lnTo>
                    <a:pt x="27718" y="371285"/>
                  </a:lnTo>
                  <a:lnTo>
                    <a:pt x="26479" y="370904"/>
                  </a:lnTo>
                  <a:lnTo>
                    <a:pt x="26003" y="371285"/>
                  </a:lnTo>
                  <a:lnTo>
                    <a:pt x="25813" y="372046"/>
                  </a:lnTo>
                  <a:lnTo>
                    <a:pt x="26003" y="373666"/>
                  </a:lnTo>
                  <a:lnTo>
                    <a:pt x="26003" y="374237"/>
                  </a:lnTo>
                  <a:lnTo>
                    <a:pt x="25813" y="374333"/>
                  </a:lnTo>
                  <a:lnTo>
                    <a:pt x="25527" y="374237"/>
                  </a:lnTo>
                  <a:lnTo>
                    <a:pt x="25432" y="374237"/>
                  </a:lnTo>
                  <a:lnTo>
                    <a:pt x="25146" y="375380"/>
                  </a:lnTo>
                  <a:lnTo>
                    <a:pt x="25146" y="376238"/>
                  </a:lnTo>
                  <a:lnTo>
                    <a:pt x="25241" y="377000"/>
                  </a:lnTo>
                  <a:lnTo>
                    <a:pt x="25241" y="377762"/>
                  </a:lnTo>
                  <a:lnTo>
                    <a:pt x="24860" y="378524"/>
                  </a:lnTo>
                  <a:lnTo>
                    <a:pt x="24289" y="378809"/>
                  </a:lnTo>
                  <a:lnTo>
                    <a:pt x="23622" y="378905"/>
                  </a:lnTo>
                  <a:lnTo>
                    <a:pt x="22955" y="379095"/>
                  </a:lnTo>
                  <a:lnTo>
                    <a:pt x="22384" y="379857"/>
                  </a:lnTo>
                  <a:lnTo>
                    <a:pt x="22098" y="380238"/>
                  </a:lnTo>
                  <a:lnTo>
                    <a:pt x="21717" y="380524"/>
                  </a:lnTo>
                  <a:lnTo>
                    <a:pt x="21336" y="380714"/>
                  </a:lnTo>
                  <a:lnTo>
                    <a:pt x="20955" y="380905"/>
                  </a:lnTo>
                  <a:lnTo>
                    <a:pt x="21717" y="384334"/>
                  </a:lnTo>
                  <a:lnTo>
                    <a:pt x="21908" y="386048"/>
                  </a:lnTo>
                  <a:lnTo>
                    <a:pt x="20955" y="394716"/>
                  </a:lnTo>
                  <a:lnTo>
                    <a:pt x="21717" y="408146"/>
                  </a:lnTo>
                  <a:lnTo>
                    <a:pt x="21812" y="409575"/>
                  </a:lnTo>
                  <a:lnTo>
                    <a:pt x="22384" y="412433"/>
                  </a:lnTo>
                  <a:lnTo>
                    <a:pt x="24289" y="418148"/>
                  </a:lnTo>
                  <a:lnTo>
                    <a:pt x="24384" y="418719"/>
                  </a:lnTo>
                  <a:lnTo>
                    <a:pt x="24479" y="419291"/>
                  </a:lnTo>
                  <a:lnTo>
                    <a:pt x="24003" y="420243"/>
                  </a:lnTo>
                  <a:lnTo>
                    <a:pt x="22955" y="421291"/>
                  </a:lnTo>
                  <a:lnTo>
                    <a:pt x="21717" y="422053"/>
                  </a:lnTo>
                  <a:lnTo>
                    <a:pt x="20669" y="422148"/>
                  </a:lnTo>
                  <a:lnTo>
                    <a:pt x="20003" y="421481"/>
                  </a:lnTo>
                  <a:lnTo>
                    <a:pt x="19622" y="420338"/>
                  </a:lnTo>
                  <a:lnTo>
                    <a:pt x="19241" y="418052"/>
                  </a:lnTo>
                  <a:lnTo>
                    <a:pt x="18193" y="415766"/>
                  </a:lnTo>
                  <a:lnTo>
                    <a:pt x="16859" y="415481"/>
                  </a:lnTo>
                  <a:lnTo>
                    <a:pt x="15145" y="415862"/>
                  </a:lnTo>
                  <a:lnTo>
                    <a:pt x="12954" y="415671"/>
                  </a:lnTo>
                  <a:lnTo>
                    <a:pt x="11716" y="415290"/>
                  </a:lnTo>
                  <a:lnTo>
                    <a:pt x="11144" y="415004"/>
                  </a:lnTo>
                  <a:lnTo>
                    <a:pt x="10668" y="414528"/>
                  </a:lnTo>
                  <a:lnTo>
                    <a:pt x="10287" y="413575"/>
                  </a:lnTo>
                  <a:lnTo>
                    <a:pt x="10192" y="412623"/>
                  </a:lnTo>
                  <a:lnTo>
                    <a:pt x="10001" y="411671"/>
                  </a:lnTo>
                  <a:lnTo>
                    <a:pt x="9335" y="410718"/>
                  </a:lnTo>
                  <a:lnTo>
                    <a:pt x="7620" y="410146"/>
                  </a:lnTo>
                  <a:lnTo>
                    <a:pt x="5620" y="412528"/>
                  </a:lnTo>
                  <a:lnTo>
                    <a:pt x="4000" y="412528"/>
                  </a:lnTo>
                  <a:lnTo>
                    <a:pt x="3143" y="412623"/>
                  </a:lnTo>
                  <a:lnTo>
                    <a:pt x="2572" y="413766"/>
                  </a:lnTo>
                  <a:lnTo>
                    <a:pt x="1905" y="416147"/>
                  </a:lnTo>
                  <a:lnTo>
                    <a:pt x="476" y="418243"/>
                  </a:lnTo>
                  <a:lnTo>
                    <a:pt x="191" y="419195"/>
                  </a:lnTo>
                  <a:lnTo>
                    <a:pt x="191" y="420338"/>
                  </a:lnTo>
                  <a:lnTo>
                    <a:pt x="572" y="422529"/>
                  </a:lnTo>
                  <a:lnTo>
                    <a:pt x="476" y="423672"/>
                  </a:lnTo>
                  <a:lnTo>
                    <a:pt x="191" y="425291"/>
                  </a:lnTo>
                  <a:lnTo>
                    <a:pt x="0" y="426149"/>
                  </a:lnTo>
                  <a:lnTo>
                    <a:pt x="286" y="427101"/>
                  </a:lnTo>
                  <a:lnTo>
                    <a:pt x="667" y="427863"/>
                  </a:lnTo>
                  <a:lnTo>
                    <a:pt x="1905" y="429006"/>
                  </a:lnTo>
                  <a:lnTo>
                    <a:pt x="2286" y="429863"/>
                  </a:lnTo>
                  <a:lnTo>
                    <a:pt x="2572" y="430721"/>
                  </a:lnTo>
                  <a:lnTo>
                    <a:pt x="4763" y="432530"/>
                  </a:lnTo>
                  <a:lnTo>
                    <a:pt x="5048" y="433197"/>
                  </a:lnTo>
                  <a:lnTo>
                    <a:pt x="5620" y="438245"/>
                  </a:lnTo>
                  <a:lnTo>
                    <a:pt x="6001" y="439103"/>
                  </a:lnTo>
                  <a:lnTo>
                    <a:pt x="6953" y="440531"/>
                  </a:lnTo>
                  <a:lnTo>
                    <a:pt x="9906" y="449009"/>
                  </a:lnTo>
                  <a:lnTo>
                    <a:pt x="10478" y="451580"/>
                  </a:lnTo>
                  <a:lnTo>
                    <a:pt x="11049" y="452819"/>
                  </a:lnTo>
                  <a:lnTo>
                    <a:pt x="11906" y="453295"/>
                  </a:lnTo>
                  <a:lnTo>
                    <a:pt x="12478" y="453485"/>
                  </a:lnTo>
                  <a:lnTo>
                    <a:pt x="13525" y="454247"/>
                  </a:lnTo>
                  <a:lnTo>
                    <a:pt x="14097" y="454438"/>
                  </a:lnTo>
                  <a:lnTo>
                    <a:pt x="14859" y="454533"/>
                  </a:lnTo>
                  <a:lnTo>
                    <a:pt x="15145" y="454914"/>
                  </a:lnTo>
                  <a:lnTo>
                    <a:pt x="15335" y="455390"/>
                  </a:lnTo>
                  <a:lnTo>
                    <a:pt x="15716" y="455962"/>
                  </a:lnTo>
                  <a:lnTo>
                    <a:pt x="17621" y="457867"/>
                  </a:lnTo>
                  <a:lnTo>
                    <a:pt x="18288" y="459010"/>
                  </a:lnTo>
                  <a:lnTo>
                    <a:pt x="18764" y="461582"/>
                  </a:lnTo>
                  <a:lnTo>
                    <a:pt x="19336" y="462439"/>
                  </a:lnTo>
                  <a:lnTo>
                    <a:pt x="24194" y="466916"/>
                  </a:lnTo>
                  <a:lnTo>
                    <a:pt x="25241" y="468535"/>
                  </a:lnTo>
                  <a:lnTo>
                    <a:pt x="27527" y="474631"/>
                  </a:lnTo>
                  <a:lnTo>
                    <a:pt x="28004" y="475488"/>
                  </a:lnTo>
                  <a:lnTo>
                    <a:pt x="28956" y="476726"/>
                  </a:lnTo>
                  <a:lnTo>
                    <a:pt x="29337" y="477393"/>
                  </a:lnTo>
                  <a:lnTo>
                    <a:pt x="29718" y="476250"/>
                  </a:lnTo>
                  <a:lnTo>
                    <a:pt x="29337" y="470535"/>
                  </a:lnTo>
                  <a:lnTo>
                    <a:pt x="29718" y="467963"/>
                  </a:lnTo>
                  <a:lnTo>
                    <a:pt x="29623" y="467011"/>
                  </a:lnTo>
                  <a:lnTo>
                    <a:pt x="28575" y="463963"/>
                  </a:lnTo>
                  <a:lnTo>
                    <a:pt x="28099" y="459581"/>
                  </a:lnTo>
                  <a:lnTo>
                    <a:pt x="27908" y="459010"/>
                  </a:lnTo>
                  <a:lnTo>
                    <a:pt x="25527" y="455390"/>
                  </a:lnTo>
                  <a:lnTo>
                    <a:pt x="24289" y="452914"/>
                  </a:lnTo>
                  <a:lnTo>
                    <a:pt x="25718" y="453962"/>
                  </a:lnTo>
                  <a:lnTo>
                    <a:pt x="27623" y="457295"/>
                  </a:lnTo>
                  <a:lnTo>
                    <a:pt x="28766" y="458819"/>
                  </a:lnTo>
                  <a:lnTo>
                    <a:pt x="29623" y="460439"/>
                  </a:lnTo>
                  <a:lnTo>
                    <a:pt x="29908" y="462344"/>
                  </a:lnTo>
                  <a:lnTo>
                    <a:pt x="30385" y="464058"/>
                  </a:lnTo>
                  <a:lnTo>
                    <a:pt x="31814" y="465201"/>
                  </a:lnTo>
                  <a:lnTo>
                    <a:pt x="31528" y="465296"/>
                  </a:lnTo>
                  <a:lnTo>
                    <a:pt x="30766" y="465582"/>
                  </a:lnTo>
                  <a:lnTo>
                    <a:pt x="31337" y="466535"/>
                  </a:lnTo>
                  <a:lnTo>
                    <a:pt x="32195" y="466058"/>
                  </a:lnTo>
                  <a:lnTo>
                    <a:pt x="32766" y="464915"/>
                  </a:lnTo>
                  <a:lnTo>
                    <a:pt x="32575" y="463677"/>
                  </a:lnTo>
                  <a:lnTo>
                    <a:pt x="33814" y="463772"/>
                  </a:lnTo>
                  <a:lnTo>
                    <a:pt x="34385" y="464344"/>
                  </a:lnTo>
                  <a:lnTo>
                    <a:pt x="34671" y="465201"/>
                  </a:lnTo>
                  <a:lnTo>
                    <a:pt x="35147" y="470154"/>
                  </a:lnTo>
                  <a:lnTo>
                    <a:pt x="35528" y="470916"/>
                  </a:lnTo>
                  <a:lnTo>
                    <a:pt x="36005" y="471488"/>
                  </a:lnTo>
                  <a:lnTo>
                    <a:pt x="37243" y="472535"/>
                  </a:lnTo>
                  <a:lnTo>
                    <a:pt x="37624" y="473012"/>
                  </a:lnTo>
                  <a:lnTo>
                    <a:pt x="37719" y="473393"/>
                  </a:lnTo>
                  <a:lnTo>
                    <a:pt x="37909" y="473583"/>
                  </a:lnTo>
                  <a:lnTo>
                    <a:pt x="38576" y="473678"/>
                  </a:lnTo>
                  <a:lnTo>
                    <a:pt x="39624" y="473678"/>
                  </a:lnTo>
                  <a:lnTo>
                    <a:pt x="40100" y="473774"/>
                  </a:lnTo>
                  <a:lnTo>
                    <a:pt x="40576" y="474059"/>
                  </a:lnTo>
                  <a:lnTo>
                    <a:pt x="38386" y="474821"/>
                  </a:lnTo>
                  <a:lnTo>
                    <a:pt x="36385" y="475202"/>
                  </a:lnTo>
                  <a:lnTo>
                    <a:pt x="32957" y="477488"/>
                  </a:lnTo>
                  <a:lnTo>
                    <a:pt x="32290" y="478250"/>
                  </a:lnTo>
                  <a:lnTo>
                    <a:pt x="31814" y="479012"/>
                  </a:lnTo>
                  <a:lnTo>
                    <a:pt x="31623" y="479870"/>
                  </a:lnTo>
                  <a:lnTo>
                    <a:pt x="31528" y="480727"/>
                  </a:lnTo>
                  <a:lnTo>
                    <a:pt x="32099" y="481394"/>
                  </a:lnTo>
                  <a:lnTo>
                    <a:pt x="35433" y="483965"/>
                  </a:lnTo>
                  <a:lnTo>
                    <a:pt x="35909" y="484632"/>
                  </a:lnTo>
                  <a:lnTo>
                    <a:pt x="36195" y="484918"/>
                  </a:lnTo>
                  <a:lnTo>
                    <a:pt x="36576" y="485108"/>
                  </a:lnTo>
                  <a:lnTo>
                    <a:pt x="37243" y="485013"/>
                  </a:lnTo>
                  <a:lnTo>
                    <a:pt x="37719" y="484727"/>
                  </a:lnTo>
                  <a:lnTo>
                    <a:pt x="38005" y="484442"/>
                  </a:lnTo>
                  <a:lnTo>
                    <a:pt x="38195" y="484346"/>
                  </a:lnTo>
                  <a:lnTo>
                    <a:pt x="40196" y="480060"/>
                  </a:lnTo>
                  <a:lnTo>
                    <a:pt x="43243" y="475869"/>
                  </a:lnTo>
                  <a:lnTo>
                    <a:pt x="44387" y="473774"/>
                  </a:lnTo>
                  <a:lnTo>
                    <a:pt x="44863" y="471297"/>
                  </a:lnTo>
                  <a:lnTo>
                    <a:pt x="44577" y="468154"/>
                  </a:lnTo>
                  <a:lnTo>
                    <a:pt x="44672" y="466535"/>
                  </a:lnTo>
                  <a:lnTo>
                    <a:pt x="45339" y="465296"/>
                  </a:lnTo>
                  <a:lnTo>
                    <a:pt x="46006" y="464344"/>
                  </a:lnTo>
                  <a:lnTo>
                    <a:pt x="46577" y="463106"/>
                  </a:lnTo>
                  <a:lnTo>
                    <a:pt x="47054" y="461867"/>
                  </a:lnTo>
                  <a:lnTo>
                    <a:pt x="47339" y="460820"/>
                  </a:lnTo>
                  <a:lnTo>
                    <a:pt x="48006" y="462058"/>
                  </a:lnTo>
                  <a:lnTo>
                    <a:pt x="47244" y="464153"/>
                  </a:lnTo>
                  <a:lnTo>
                    <a:pt x="45244" y="467773"/>
                  </a:lnTo>
                  <a:lnTo>
                    <a:pt x="45149" y="469011"/>
                  </a:lnTo>
                  <a:lnTo>
                    <a:pt x="45339" y="470440"/>
                  </a:lnTo>
                  <a:lnTo>
                    <a:pt x="45815" y="471488"/>
                  </a:lnTo>
                  <a:lnTo>
                    <a:pt x="46673" y="471678"/>
                  </a:lnTo>
                  <a:lnTo>
                    <a:pt x="47339" y="470916"/>
                  </a:lnTo>
                  <a:lnTo>
                    <a:pt x="47816" y="468630"/>
                  </a:lnTo>
                  <a:lnTo>
                    <a:pt x="48768" y="467868"/>
                  </a:lnTo>
                  <a:lnTo>
                    <a:pt x="48292" y="470630"/>
                  </a:lnTo>
                  <a:lnTo>
                    <a:pt x="47720" y="471869"/>
                  </a:lnTo>
                  <a:lnTo>
                    <a:pt x="46387" y="472440"/>
                  </a:lnTo>
                  <a:lnTo>
                    <a:pt x="45625" y="473393"/>
                  </a:lnTo>
                  <a:lnTo>
                    <a:pt x="44482" y="477584"/>
                  </a:lnTo>
                  <a:lnTo>
                    <a:pt x="43529" y="478536"/>
                  </a:lnTo>
                  <a:lnTo>
                    <a:pt x="42767" y="481489"/>
                  </a:lnTo>
                  <a:lnTo>
                    <a:pt x="42958" y="483299"/>
                  </a:lnTo>
                  <a:lnTo>
                    <a:pt x="44482" y="483584"/>
                  </a:lnTo>
                  <a:lnTo>
                    <a:pt x="46006" y="482537"/>
                  </a:lnTo>
                  <a:lnTo>
                    <a:pt x="48197" y="480155"/>
                  </a:lnTo>
                  <a:lnTo>
                    <a:pt x="49911" y="479679"/>
                  </a:lnTo>
                  <a:lnTo>
                    <a:pt x="49911" y="480060"/>
                  </a:lnTo>
                  <a:lnTo>
                    <a:pt x="49625" y="480536"/>
                  </a:lnTo>
                  <a:lnTo>
                    <a:pt x="48482" y="483489"/>
                  </a:lnTo>
                  <a:lnTo>
                    <a:pt x="48101" y="483489"/>
                  </a:lnTo>
                  <a:lnTo>
                    <a:pt x="48101" y="483108"/>
                  </a:lnTo>
                  <a:lnTo>
                    <a:pt x="48006" y="482822"/>
                  </a:lnTo>
                  <a:lnTo>
                    <a:pt x="47911" y="482632"/>
                  </a:lnTo>
                  <a:lnTo>
                    <a:pt x="47816" y="482346"/>
                  </a:lnTo>
                  <a:lnTo>
                    <a:pt x="46958" y="483680"/>
                  </a:lnTo>
                  <a:lnTo>
                    <a:pt x="46387" y="484346"/>
                  </a:lnTo>
                  <a:lnTo>
                    <a:pt x="45720" y="484632"/>
                  </a:lnTo>
                  <a:lnTo>
                    <a:pt x="42863" y="484918"/>
                  </a:lnTo>
                  <a:lnTo>
                    <a:pt x="41910" y="484632"/>
                  </a:lnTo>
                  <a:lnTo>
                    <a:pt x="42100" y="485299"/>
                  </a:lnTo>
                  <a:lnTo>
                    <a:pt x="42196" y="486918"/>
                  </a:lnTo>
                  <a:lnTo>
                    <a:pt x="42482" y="487490"/>
                  </a:lnTo>
                  <a:lnTo>
                    <a:pt x="43053" y="488061"/>
                  </a:lnTo>
                  <a:lnTo>
                    <a:pt x="44101" y="489585"/>
                  </a:lnTo>
                  <a:lnTo>
                    <a:pt x="45530" y="491109"/>
                  </a:lnTo>
                  <a:lnTo>
                    <a:pt x="46101" y="492157"/>
                  </a:lnTo>
                  <a:lnTo>
                    <a:pt x="46292" y="493681"/>
                  </a:lnTo>
                  <a:lnTo>
                    <a:pt x="46673" y="494633"/>
                  </a:lnTo>
                  <a:lnTo>
                    <a:pt x="49435" y="498920"/>
                  </a:lnTo>
                  <a:lnTo>
                    <a:pt x="50101" y="500444"/>
                  </a:lnTo>
                  <a:lnTo>
                    <a:pt x="50578" y="501110"/>
                  </a:lnTo>
                  <a:lnTo>
                    <a:pt x="50864" y="501205"/>
                  </a:lnTo>
                  <a:lnTo>
                    <a:pt x="51340" y="501396"/>
                  </a:lnTo>
                  <a:lnTo>
                    <a:pt x="52388" y="502634"/>
                  </a:lnTo>
                  <a:lnTo>
                    <a:pt x="52388" y="502539"/>
                  </a:lnTo>
                  <a:lnTo>
                    <a:pt x="51816" y="501777"/>
                  </a:lnTo>
                  <a:lnTo>
                    <a:pt x="51625" y="501587"/>
                  </a:lnTo>
                  <a:lnTo>
                    <a:pt x="51340" y="501491"/>
                  </a:lnTo>
                  <a:lnTo>
                    <a:pt x="51149" y="501301"/>
                  </a:lnTo>
                  <a:lnTo>
                    <a:pt x="50483" y="500444"/>
                  </a:lnTo>
                  <a:lnTo>
                    <a:pt x="50197" y="499681"/>
                  </a:lnTo>
                  <a:lnTo>
                    <a:pt x="49911" y="497967"/>
                  </a:lnTo>
                  <a:lnTo>
                    <a:pt x="48958" y="495967"/>
                  </a:lnTo>
                  <a:lnTo>
                    <a:pt x="48768" y="494062"/>
                  </a:lnTo>
                  <a:lnTo>
                    <a:pt x="49149" y="492443"/>
                  </a:lnTo>
                  <a:lnTo>
                    <a:pt x="50292" y="491776"/>
                  </a:lnTo>
                  <a:lnTo>
                    <a:pt x="51149" y="492443"/>
                  </a:lnTo>
                  <a:lnTo>
                    <a:pt x="51816" y="493967"/>
                  </a:lnTo>
                  <a:lnTo>
                    <a:pt x="52673" y="496729"/>
                  </a:lnTo>
                  <a:lnTo>
                    <a:pt x="54007" y="499681"/>
                  </a:lnTo>
                  <a:lnTo>
                    <a:pt x="54864" y="501110"/>
                  </a:lnTo>
                  <a:lnTo>
                    <a:pt x="55912" y="501968"/>
                  </a:lnTo>
                  <a:lnTo>
                    <a:pt x="55817" y="500539"/>
                  </a:lnTo>
                  <a:lnTo>
                    <a:pt x="52673" y="494443"/>
                  </a:lnTo>
                  <a:lnTo>
                    <a:pt x="51625" y="490633"/>
                  </a:lnTo>
                  <a:lnTo>
                    <a:pt x="50578" y="488823"/>
                  </a:lnTo>
                  <a:lnTo>
                    <a:pt x="50197" y="487966"/>
                  </a:lnTo>
                  <a:lnTo>
                    <a:pt x="50101" y="486918"/>
                  </a:lnTo>
                  <a:lnTo>
                    <a:pt x="50483" y="487680"/>
                  </a:lnTo>
                  <a:lnTo>
                    <a:pt x="51054" y="488347"/>
                  </a:lnTo>
                  <a:lnTo>
                    <a:pt x="51816" y="488823"/>
                  </a:lnTo>
                  <a:lnTo>
                    <a:pt x="52578" y="489204"/>
                  </a:lnTo>
                  <a:lnTo>
                    <a:pt x="53340" y="488633"/>
                  </a:lnTo>
                  <a:lnTo>
                    <a:pt x="54674" y="488918"/>
                  </a:lnTo>
                  <a:lnTo>
                    <a:pt x="56198" y="489395"/>
                  </a:lnTo>
                  <a:lnTo>
                    <a:pt x="57626" y="489490"/>
                  </a:lnTo>
                  <a:lnTo>
                    <a:pt x="58769" y="489109"/>
                  </a:lnTo>
                  <a:lnTo>
                    <a:pt x="59722" y="488442"/>
                  </a:lnTo>
                  <a:lnTo>
                    <a:pt x="60484" y="487585"/>
                  </a:lnTo>
                  <a:lnTo>
                    <a:pt x="60865" y="486442"/>
                  </a:lnTo>
                  <a:lnTo>
                    <a:pt x="61246" y="486442"/>
                  </a:lnTo>
                  <a:lnTo>
                    <a:pt x="62008" y="489966"/>
                  </a:lnTo>
                  <a:lnTo>
                    <a:pt x="62293" y="490633"/>
                  </a:lnTo>
                  <a:lnTo>
                    <a:pt x="62865" y="490347"/>
                  </a:lnTo>
                  <a:lnTo>
                    <a:pt x="62960" y="489204"/>
                  </a:lnTo>
                  <a:lnTo>
                    <a:pt x="62960" y="487109"/>
                  </a:lnTo>
                  <a:lnTo>
                    <a:pt x="63341" y="487109"/>
                  </a:lnTo>
                  <a:lnTo>
                    <a:pt x="63437" y="488442"/>
                  </a:lnTo>
                  <a:lnTo>
                    <a:pt x="64484" y="491300"/>
                  </a:lnTo>
                  <a:lnTo>
                    <a:pt x="64770" y="492633"/>
                  </a:lnTo>
                  <a:lnTo>
                    <a:pt x="64960" y="493205"/>
                  </a:lnTo>
                  <a:lnTo>
                    <a:pt x="65437" y="493871"/>
                  </a:lnTo>
                  <a:lnTo>
                    <a:pt x="66104" y="494443"/>
                  </a:lnTo>
                  <a:lnTo>
                    <a:pt x="66675" y="494633"/>
                  </a:lnTo>
                  <a:lnTo>
                    <a:pt x="67247" y="494443"/>
                  </a:lnTo>
                  <a:lnTo>
                    <a:pt x="67532" y="494062"/>
                  </a:lnTo>
                  <a:lnTo>
                    <a:pt x="67913" y="492823"/>
                  </a:lnTo>
                  <a:lnTo>
                    <a:pt x="68199" y="493109"/>
                  </a:lnTo>
                  <a:lnTo>
                    <a:pt x="68866" y="493586"/>
                  </a:lnTo>
                  <a:lnTo>
                    <a:pt x="69151" y="493871"/>
                  </a:lnTo>
                  <a:lnTo>
                    <a:pt x="69342" y="493205"/>
                  </a:lnTo>
                  <a:lnTo>
                    <a:pt x="69723" y="492728"/>
                  </a:lnTo>
                  <a:lnTo>
                    <a:pt x="70295" y="492347"/>
                  </a:lnTo>
                  <a:lnTo>
                    <a:pt x="70961" y="491966"/>
                  </a:lnTo>
                  <a:lnTo>
                    <a:pt x="71152" y="492347"/>
                  </a:lnTo>
                  <a:lnTo>
                    <a:pt x="71247" y="492728"/>
                  </a:lnTo>
                  <a:lnTo>
                    <a:pt x="70485" y="492919"/>
                  </a:lnTo>
                  <a:lnTo>
                    <a:pt x="70199" y="493490"/>
                  </a:lnTo>
                  <a:lnTo>
                    <a:pt x="70485" y="494157"/>
                  </a:lnTo>
                  <a:lnTo>
                    <a:pt x="71247" y="494538"/>
                  </a:lnTo>
                  <a:lnTo>
                    <a:pt x="70485" y="495205"/>
                  </a:lnTo>
                  <a:lnTo>
                    <a:pt x="71057" y="495776"/>
                  </a:lnTo>
                  <a:lnTo>
                    <a:pt x="72962" y="496538"/>
                  </a:lnTo>
                  <a:lnTo>
                    <a:pt x="72581" y="496729"/>
                  </a:lnTo>
                  <a:lnTo>
                    <a:pt x="72200" y="497110"/>
                  </a:lnTo>
                  <a:lnTo>
                    <a:pt x="71914" y="497300"/>
                  </a:lnTo>
                  <a:lnTo>
                    <a:pt x="72295" y="497777"/>
                  </a:lnTo>
                  <a:lnTo>
                    <a:pt x="72962" y="498253"/>
                  </a:lnTo>
                  <a:lnTo>
                    <a:pt x="73724" y="498538"/>
                  </a:lnTo>
                  <a:lnTo>
                    <a:pt x="74390" y="498443"/>
                  </a:lnTo>
                  <a:lnTo>
                    <a:pt x="74771" y="498062"/>
                  </a:lnTo>
                  <a:lnTo>
                    <a:pt x="75152" y="497014"/>
                  </a:lnTo>
                  <a:lnTo>
                    <a:pt x="75343" y="496824"/>
                  </a:lnTo>
                  <a:lnTo>
                    <a:pt x="76295" y="496824"/>
                  </a:lnTo>
                  <a:lnTo>
                    <a:pt x="76772" y="496824"/>
                  </a:lnTo>
                  <a:lnTo>
                    <a:pt x="77152" y="496634"/>
                  </a:lnTo>
                  <a:lnTo>
                    <a:pt x="77724" y="496443"/>
                  </a:lnTo>
                  <a:lnTo>
                    <a:pt x="80391" y="496443"/>
                  </a:lnTo>
                  <a:lnTo>
                    <a:pt x="80582" y="496253"/>
                  </a:lnTo>
                  <a:lnTo>
                    <a:pt x="80582" y="495491"/>
                  </a:lnTo>
                  <a:lnTo>
                    <a:pt x="80867" y="495300"/>
                  </a:lnTo>
                  <a:lnTo>
                    <a:pt x="81343" y="495395"/>
                  </a:lnTo>
                  <a:lnTo>
                    <a:pt x="81725" y="495681"/>
                  </a:lnTo>
                  <a:lnTo>
                    <a:pt x="82106" y="496062"/>
                  </a:lnTo>
                  <a:lnTo>
                    <a:pt x="82391" y="496538"/>
                  </a:lnTo>
                  <a:lnTo>
                    <a:pt x="81629" y="496634"/>
                  </a:lnTo>
                  <a:lnTo>
                    <a:pt x="81343" y="497110"/>
                  </a:lnTo>
                  <a:lnTo>
                    <a:pt x="81534" y="497777"/>
                  </a:lnTo>
                  <a:lnTo>
                    <a:pt x="82010" y="498443"/>
                  </a:lnTo>
                  <a:lnTo>
                    <a:pt x="80200" y="498253"/>
                  </a:lnTo>
                  <a:lnTo>
                    <a:pt x="78962" y="498348"/>
                  </a:lnTo>
                  <a:lnTo>
                    <a:pt x="77915" y="499015"/>
                  </a:lnTo>
                  <a:lnTo>
                    <a:pt x="75057" y="503206"/>
                  </a:lnTo>
                  <a:lnTo>
                    <a:pt x="74771" y="503872"/>
                  </a:lnTo>
                  <a:lnTo>
                    <a:pt x="74771" y="507492"/>
                  </a:lnTo>
                  <a:lnTo>
                    <a:pt x="75533" y="507206"/>
                  </a:lnTo>
                  <a:lnTo>
                    <a:pt x="75914" y="506635"/>
                  </a:lnTo>
                  <a:lnTo>
                    <a:pt x="76581" y="505206"/>
                  </a:lnTo>
                  <a:lnTo>
                    <a:pt x="76581" y="506539"/>
                  </a:lnTo>
                  <a:lnTo>
                    <a:pt x="77248" y="507111"/>
                  </a:lnTo>
                  <a:lnTo>
                    <a:pt x="79629" y="507111"/>
                  </a:lnTo>
                  <a:lnTo>
                    <a:pt x="80105" y="506539"/>
                  </a:lnTo>
                  <a:lnTo>
                    <a:pt x="80486" y="505492"/>
                  </a:lnTo>
                  <a:lnTo>
                    <a:pt x="81153" y="504635"/>
                  </a:lnTo>
                  <a:lnTo>
                    <a:pt x="82677" y="504825"/>
                  </a:lnTo>
                  <a:lnTo>
                    <a:pt x="82201" y="505492"/>
                  </a:lnTo>
                  <a:lnTo>
                    <a:pt x="80963" y="506063"/>
                  </a:lnTo>
                  <a:lnTo>
                    <a:pt x="80582" y="506730"/>
                  </a:lnTo>
                  <a:lnTo>
                    <a:pt x="80486" y="507778"/>
                  </a:lnTo>
                  <a:lnTo>
                    <a:pt x="80677" y="508635"/>
                  </a:lnTo>
                  <a:lnTo>
                    <a:pt x="81058" y="509302"/>
                  </a:lnTo>
                  <a:lnTo>
                    <a:pt x="81629" y="509683"/>
                  </a:lnTo>
                  <a:lnTo>
                    <a:pt x="83249" y="509873"/>
                  </a:lnTo>
                  <a:lnTo>
                    <a:pt x="84487" y="509016"/>
                  </a:lnTo>
                  <a:lnTo>
                    <a:pt x="85249" y="507492"/>
                  </a:lnTo>
                  <a:lnTo>
                    <a:pt x="85630" y="505968"/>
                  </a:lnTo>
                  <a:lnTo>
                    <a:pt x="86011" y="506349"/>
                  </a:lnTo>
                  <a:lnTo>
                    <a:pt x="86773" y="507492"/>
                  </a:lnTo>
                  <a:lnTo>
                    <a:pt x="86201" y="508349"/>
                  </a:lnTo>
                  <a:lnTo>
                    <a:pt x="85439" y="509111"/>
                  </a:lnTo>
                  <a:lnTo>
                    <a:pt x="85058" y="509969"/>
                  </a:lnTo>
                  <a:lnTo>
                    <a:pt x="85344" y="510921"/>
                  </a:lnTo>
                  <a:lnTo>
                    <a:pt x="84201" y="510540"/>
                  </a:lnTo>
                  <a:lnTo>
                    <a:pt x="82963" y="510635"/>
                  </a:lnTo>
                  <a:lnTo>
                    <a:pt x="82010" y="511207"/>
                  </a:lnTo>
                  <a:lnTo>
                    <a:pt x="81629" y="512255"/>
                  </a:lnTo>
                  <a:lnTo>
                    <a:pt x="82106" y="513112"/>
                  </a:lnTo>
                  <a:lnTo>
                    <a:pt x="84106" y="513874"/>
                  </a:lnTo>
                  <a:lnTo>
                    <a:pt x="84582" y="514541"/>
                  </a:lnTo>
                  <a:lnTo>
                    <a:pt x="85058" y="515684"/>
                  </a:lnTo>
                  <a:lnTo>
                    <a:pt x="86106" y="516731"/>
                  </a:lnTo>
                  <a:lnTo>
                    <a:pt x="88201" y="518160"/>
                  </a:lnTo>
                  <a:lnTo>
                    <a:pt x="89630" y="519589"/>
                  </a:lnTo>
                  <a:lnTo>
                    <a:pt x="90202" y="519779"/>
                  </a:lnTo>
                  <a:lnTo>
                    <a:pt x="91440" y="519779"/>
                  </a:lnTo>
                  <a:lnTo>
                    <a:pt x="92012" y="519875"/>
                  </a:lnTo>
                  <a:lnTo>
                    <a:pt x="92583" y="520160"/>
                  </a:lnTo>
                  <a:lnTo>
                    <a:pt x="91631" y="520541"/>
                  </a:lnTo>
                  <a:lnTo>
                    <a:pt x="91345" y="521208"/>
                  </a:lnTo>
                  <a:lnTo>
                    <a:pt x="91821" y="521780"/>
                  </a:lnTo>
                  <a:lnTo>
                    <a:pt x="93059" y="522065"/>
                  </a:lnTo>
                  <a:lnTo>
                    <a:pt x="94679" y="521780"/>
                  </a:lnTo>
                  <a:lnTo>
                    <a:pt x="94964" y="521780"/>
                  </a:lnTo>
                  <a:lnTo>
                    <a:pt x="95345" y="522161"/>
                  </a:lnTo>
                  <a:lnTo>
                    <a:pt x="95345" y="522542"/>
                  </a:lnTo>
                  <a:lnTo>
                    <a:pt x="95059" y="523208"/>
                  </a:lnTo>
                  <a:lnTo>
                    <a:pt x="95250" y="525018"/>
                  </a:lnTo>
                  <a:lnTo>
                    <a:pt x="95250" y="526066"/>
                  </a:lnTo>
                  <a:lnTo>
                    <a:pt x="94869" y="526828"/>
                  </a:lnTo>
                  <a:lnTo>
                    <a:pt x="94012" y="528161"/>
                  </a:lnTo>
                  <a:lnTo>
                    <a:pt x="93917" y="528256"/>
                  </a:lnTo>
                  <a:lnTo>
                    <a:pt x="93440" y="528447"/>
                  </a:lnTo>
                  <a:lnTo>
                    <a:pt x="93250" y="528542"/>
                  </a:lnTo>
                  <a:lnTo>
                    <a:pt x="93155" y="528733"/>
                  </a:lnTo>
                  <a:lnTo>
                    <a:pt x="93250" y="529400"/>
                  </a:lnTo>
                  <a:lnTo>
                    <a:pt x="93250" y="529685"/>
                  </a:lnTo>
                  <a:lnTo>
                    <a:pt x="92202" y="530828"/>
                  </a:lnTo>
                  <a:lnTo>
                    <a:pt x="88773" y="533400"/>
                  </a:lnTo>
                  <a:lnTo>
                    <a:pt x="87154" y="534257"/>
                  </a:lnTo>
                  <a:lnTo>
                    <a:pt x="85154" y="534448"/>
                  </a:lnTo>
                  <a:lnTo>
                    <a:pt x="82963" y="533781"/>
                  </a:lnTo>
                  <a:lnTo>
                    <a:pt x="81248" y="532543"/>
                  </a:lnTo>
                  <a:lnTo>
                    <a:pt x="80963" y="531209"/>
                  </a:lnTo>
                  <a:lnTo>
                    <a:pt x="79343" y="531019"/>
                  </a:lnTo>
                  <a:lnTo>
                    <a:pt x="78200" y="530543"/>
                  </a:lnTo>
                  <a:lnTo>
                    <a:pt x="75914" y="528923"/>
                  </a:lnTo>
                  <a:lnTo>
                    <a:pt x="76772" y="528161"/>
                  </a:lnTo>
                  <a:lnTo>
                    <a:pt x="76486" y="526828"/>
                  </a:lnTo>
                  <a:lnTo>
                    <a:pt x="75438" y="525113"/>
                  </a:lnTo>
                  <a:lnTo>
                    <a:pt x="73628" y="525113"/>
                  </a:lnTo>
                  <a:lnTo>
                    <a:pt x="73152" y="524923"/>
                  </a:lnTo>
                  <a:lnTo>
                    <a:pt x="72962" y="524447"/>
                  </a:lnTo>
                  <a:lnTo>
                    <a:pt x="72771" y="523970"/>
                  </a:lnTo>
                  <a:lnTo>
                    <a:pt x="72390" y="523589"/>
                  </a:lnTo>
                  <a:lnTo>
                    <a:pt x="71152" y="523494"/>
                  </a:lnTo>
                  <a:lnTo>
                    <a:pt x="70009" y="524066"/>
                  </a:lnTo>
                  <a:lnTo>
                    <a:pt x="69151" y="524923"/>
                  </a:lnTo>
                  <a:lnTo>
                    <a:pt x="68771" y="525780"/>
                  </a:lnTo>
                  <a:lnTo>
                    <a:pt x="68771" y="528161"/>
                  </a:lnTo>
                  <a:lnTo>
                    <a:pt x="68961" y="529114"/>
                  </a:lnTo>
                  <a:lnTo>
                    <a:pt x="69533" y="530257"/>
                  </a:lnTo>
                  <a:lnTo>
                    <a:pt x="72581" y="534448"/>
                  </a:lnTo>
                  <a:lnTo>
                    <a:pt x="73152" y="534829"/>
                  </a:lnTo>
                  <a:lnTo>
                    <a:pt x="74581" y="537877"/>
                  </a:lnTo>
                  <a:lnTo>
                    <a:pt x="75248" y="538639"/>
                  </a:lnTo>
                  <a:lnTo>
                    <a:pt x="77057" y="540163"/>
                  </a:lnTo>
                  <a:lnTo>
                    <a:pt x="77438" y="541020"/>
                  </a:lnTo>
                  <a:lnTo>
                    <a:pt x="77533" y="541592"/>
                  </a:lnTo>
                  <a:lnTo>
                    <a:pt x="77724" y="542258"/>
                  </a:lnTo>
                  <a:lnTo>
                    <a:pt x="78010" y="542925"/>
                  </a:lnTo>
                  <a:lnTo>
                    <a:pt x="78296" y="543401"/>
                  </a:lnTo>
                  <a:lnTo>
                    <a:pt x="78581" y="543973"/>
                  </a:lnTo>
                  <a:lnTo>
                    <a:pt x="78391" y="545211"/>
                  </a:lnTo>
                  <a:lnTo>
                    <a:pt x="78486" y="545878"/>
                  </a:lnTo>
                  <a:lnTo>
                    <a:pt x="78962" y="546640"/>
                  </a:lnTo>
                  <a:lnTo>
                    <a:pt x="79343" y="546735"/>
                  </a:lnTo>
                  <a:lnTo>
                    <a:pt x="79724" y="546640"/>
                  </a:lnTo>
                  <a:lnTo>
                    <a:pt x="80296" y="546735"/>
                  </a:lnTo>
                  <a:lnTo>
                    <a:pt x="80867" y="547211"/>
                  </a:lnTo>
                  <a:lnTo>
                    <a:pt x="81248" y="547688"/>
                  </a:lnTo>
                  <a:lnTo>
                    <a:pt x="81534" y="548164"/>
                  </a:lnTo>
                  <a:lnTo>
                    <a:pt x="81915" y="548735"/>
                  </a:lnTo>
                  <a:lnTo>
                    <a:pt x="82772" y="549307"/>
                  </a:lnTo>
                  <a:lnTo>
                    <a:pt x="85058" y="550259"/>
                  </a:lnTo>
                  <a:lnTo>
                    <a:pt x="86106" y="550831"/>
                  </a:lnTo>
                  <a:lnTo>
                    <a:pt x="88868" y="553498"/>
                  </a:lnTo>
                  <a:lnTo>
                    <a:pt x="91059" y="554260"/>
                  </a:lnTo>
                  <a:lnTo>
                    <a:pt x="91726" y="555022"/>
                  </a:lnTo>
                  <a:lnTo>
                    <a:pt x="92297" y="555498"/>
                  </a:lnTo>
                  <a:lnTo>
                    <a:pt x="93059" y="554927"/>
                  </a:lnTo>
                  <a:lnTo>
                    <a:pt x="92964" y="554831"/>
                  </a:lnTo>
                  <a:lnTo>
                    <a:pt x="92774" y="554450"/>
                  </a:lnTo>
                  <a:lnTo>
                    <a:pt x="92678" y="554069"/>
                  </a:lnTo>
                  <a:lnTo>
                    <a:pt x="92678" y="553784"/>
                  </a:lnTo>
                  <a:lnTo>
                    <a:pt x="92774" y="553688"/>
                  </a:lnTo>
                  <a:lnTo>
                    <a:pt x="93250" y="553498"/>
                  </a:lnTo>
                  <a:lnTo>
                    <a:pt x="93345" y="553403"/>
                  </a:lnTo>
                  <a:lnTo>
                    <a:pt x="94583" y="551879"/>
                  </a:lnTo>
                  <a:lnTo>
                    <a:pt x="94774" y="551307"/>
                  </a:lnTo>
                  <a:lnTo>
                    <a:pt x="94869" y="550831"/>
                  </a:lnTo>
                  <a:lnTo>
                    <a:pt x="95155" y="549973"/>
                  </a:lnTo>
                  <a:lnTo>
                    <a:pt x="95250" y="549402"/>
                  </a:lnTo>
                  <a:lnTo>
                    <a:pt x="95059" y="548735"/>
                  </a:lnTo>
                  <a:lnTo>
                    <a:pt x="94202" y="547592"/>
                  </a:lnTo>
                  <a:lnTo>
                    <a:pt x="93821" y="547021"/>
                  </a:lnTo>
                  <a:lnTo>
                    <a:pt x="93535" y="545878"/>
                  </a:lnTo>
                  <a:lnTo>
                    <a:pt x="93440" y="542258"/>
                  </a:lnTo>
                  <a:lnTo>
                    <a:pt x="93535" y="541592"/>
                  </a:lnTo>
                  <a:lnTo>
                    <a:pt x="93726" y="541115"/>
                  </a:lnTo>
                  <a:lnTo>
                    <a:pt x="93726" y="540639"/>
                  </a:lnTo>
                  <a:lnTo>
                    <a:pt x="93250" y="539972"/>
                  </a:lnTo>
                  <a:lnTo>
                    <a:pt x="91535" y="538258"/>
                  </a:lnTo>
                  <a:lnTo>
                    <a:pt x="91250" y="537877"/>
                  </a:lnTo>
                  <a:lnTo>
                    <a:pt x="91250" y="537115"/>
                  </a:lnTo>
                  <a:lnTo>
                    <a:pt x="91535" y="536353"/>
                  </a:lnTo>
                  <a:lnTo>
                    <a:pt x="92012" y="535972"/>
                  </a:lnTo>
                  <a:lnTo>
                    <a:pt x="92678" y="536258"/>
                  </a:lnTo>
                  <a:lnTo>
                    <a:pt x="92869" y="536829"/>
                  </a:lnTo>
                  <a:lnTo>
                    <a:pt x="92964" y="538258"/>
                  </a:lnTo>
                  <a:lnTo>
                    <a:pt x="93250" y="538829"/>
                  </a:lnTo>
                  <a:lnTo>
                    <a:pt x="94679" y="539591"/>
                  </a:lnTo>
                  <a:lnTo>
                    <a:pt x="95822" y="538829"/>
                  </a:lnTo>
                  <a:lnTo>
                    <a:pt x="96679" y="537686"/>
                  </a:lnTo>
                  <a:lnTo>
                    <a:pt x="97346" y="537115"/>
                  </a:lnTo>
                  <a:lnTo>
                    <a:pt x="97917" y="536353"/>
                  </a:lnTo>
                  <a:lnTo>
                    <a:pt x="97917" y="534638"/>
                  </a:lnTo>
                  <a:lnTo>
                    <a:pt x="97536" y="531781"/>
                  </a:lnTo>
                  <a:lnTo>
                    <a:pt x="97822" y="530162"/>
                  </a:lnTo>
                  <a:lnTo>
                    <a:pt x="99250" y="527495"/>
                  </a:lnTo>
                  <a:lnTo>
                    <a:pt x="99727" y="526066"/>
                  </a:lnTo>
                  <a:lnTo>
                    <a:pt x="100108" y="526923"/>
                  </a:lnTo>
                  <a:lnTo>
                    <a:pt x="99917" y="528161"/>
                  </a:lnTo>
                  <a:lnTo>
                    <a:pt x="99441" y="529304"/>
                  </a:lnTo>
                  <a:lnTo>
                    <a:pt x="98965" y="529780"/>
                  </a:lnTo>
                  <a:lnTo>
                    <a:pt x="98774" y="530638"/>
                  </a:lnTo>
                  <a:lnTo>
                    <a:pt x="99155" y="535305"/>
                  </a:lnTo>
                  <a:lnTo>
                    <a:pt x="98965" y="536067"/>
                  </a:lnTo>
                  <a:lnTo>
                    <a:pt x="98298" y="537496"/>
                  </a:lnTo>
                  <a:lnTo>
                    <a:pt x="98012" y="538163"/>
                  </a:lnTo>
                  <a:lnTo>
                    <a:pt x="98012" y="539020"/>
                  </a:lnTo>
                  <a:lnTo>
                    <a:pt x="98298" y="540258"/>
                  </a:lnTo>
                  <a:lnTo>
                    <a:pt x="98393" y="540830"/>
                  </a:lnTo>
                  <a:lnTo>
                    <a:pt x="98108" y="541687"/>
                  </a:lnTo>
                  <a:lnTo>
                    <a:pt x="97822" y="542258"/>
                  </a:lnTo>
                  <a:lnTo>
                    <a:pt x="97917" y="542639"/>
                  </a:lnTo>
                  <a:lnTo>
                    <a:pt x="98774" y="543020"/>
                  </a:lnTo>
                  <a:lnTo>
                    <a:pt x="99346" y="543020"/>
                  </a:lnTo>
                  <a:lnTo>
                    <a:pt x="100584" y="542639"/>
                  </a:lnTo>
                  <a:lnTo>
                    <a:pt x="101346" y="542639"/>
                  </a:lnTo>
                  <a:lnTo>
                    <a:pt x="100965" y="543020"/>
                  </a:lnTo>
                  <a:lnTo>
                    <a:pt x="99536" y="543973"/>
                  </a:lnTo>
                  <a:lnTo>
                    <a:pt x="99632" y="544354"/>
                  </a:lnTo>
                  <a:lnTo>
                    <a:pt x="99727" y="544735"/>
                  </a:lnTo>
                  <a:lnTo>
                    <a:pt x="99822" y="545116"/>
                  </a:lnTo>
                  <a:lnTo>
                    <a:pt x="99727" y="545306"/>
                  </a:lnTo>
                  <a:lnTo>
                    <a:pt x="99155" y="546259"/>
                  </a:lnTo>
                  <a:lnTo>
                    <a:pt x="99060" y="546640"/>
                  </a:lnTo>
                  <a:lnTo>
                    <a:pt x="98584" y="547592"/>
                  </a:lnTo>
                  <a:lnTo>
                    <a:pt x="98489" y="548259"/>
                  </a:lnTo>
                  <a:lnTo>
                    <a:pt x="98584" y="549021"/>
                  </a:lnTo>
                  <a:lnTo>
                    <a:pt x="99250" y="550926"/>
                  </a:lnTo>
                  <a:lnTo>
                    <a:pt x="98393" y="551974"/>
                  </a:lnTo>
                  <a:lnTo>
                    <a:pt x="98108" y="553593"/>
                  </a:lnTo>
                  <a:lnTo>
                    <a:pt x="98393" y="555212"/>
                  </a:lnTo>
                  <a:lnTo>
                    <a:pt x="99155" y="556260"/>
                  </a:lnTo>
                  <a:lnTo>
                    <a:pt x="99346" y="556070"/>
                  </a:lnTo>
                  <a:lnTo>
                    <a:pt x="99822" y="555784"/>
                  </a:lnTo>
                  <a:lnTo>
                    <a:pt x="100393" y="556641"/>
                  </a:lnTo>
                  <a:lnTo>
                    <a:pt x="101441" y="557308"/>
                  </a:lnTo>
                  <a:lnTo>
                    <a:pt x="102584" y="557594"/>
                  </a:lnTo>
                  <a:lnTo>
                    <a:pt x="103346" y="557403"/>
                  </a:lnTo>
                  <a:lnTo>
                    <a:pt x="103251" y="556736"/>
                  </a:lnTo>
                  <a:lnTo>
                    <a:pt x="103251" y="555974"/>
                  </a:lnTo>
                  <a:lnTo>
                    <a:pt x="103537" y="555212"/>
                  </a:lnTo>
                  <a:lnTo>
                    <a:pt x="104108" y="554736"/>
                  </a:lnTo>
                  <a:lnTo>
                    <a:pt x="104013" y="556355"/>
                  </a:lnTo>
                  <a:lnTo>
                    <a:pt x="104299" y="557403"/>
                  </a:lnTo>
                  <a:lnTo>
                    <a:pt x="105918" y="559403"/>
                  </a:lnTo>
                  <a:lnTo>
                    <a:pt x="107442" y="561785"/>
                  </a:lnTo>
                  <a:lnTo>
                    <a:pt x="108299" y="562166"/>
                  </a:lnTo>
                  <a:lnTo>
                    <a:pt x="109538" y="561213"/>
                  </a:lnTo>
                  <a:lnTo>
                    <a:pt x="110109" y="561594"/>
                  </a:lnTo>
                  <a:lnTo>
                    <a:pt x="110966" y="561975"/>
                  </a:lnTo>
                  <a:lnTo>
                    <a:pt x="107442" y="562737"/>
                  </a:lnTo>
                  <a:lnTo>
                    <a:pt x="105442" y="562737"/>
                  </a:lnTo>
                  <a:lnTo>
                    <a:pt x="104489" y="561975"/>
                  </a:lnTo>
                  <a:lnTo>
                    <a:pt x="104108" y="561975"/>
                  </a:lnTo>
                  <a:lnTo>
                    <a:pt x="104108" y="562356"/>
                  </a:lnTo>
                  <a:lnTo>
                    <a:pt x="109347" y="567404"/>
                  </a:lnTo>
                  <a:lnTo>
                    <a:pt x="109538" y="567976"/>
                  </a:lnTo>
                  <a:lnTo>
                    <a:pt x="110014" y="572548"/>
                  </a:lnTo>
                  <a:lnTo>
                    <a:pt x="109823" y="573024"/>
                  </a:lnTo>
                  <a:lnTo>
                    <a:pt x="109061" y="572834"/>
                  </a:lnTo>
                  <a:lnTo>
                    <a:pt x="109823" y="574548"/>
                  </a:lnTo>
                  <a:lnTo>
                    <a:pt x="110871" y="576167"/>
                  </a:lnTo>
                  <a:lnTo>
                    <a:pt x="113538" y="579120"/>
                  </a:lnTo>
                  <a:lnTo>
                    <a:pt x="113919" y="579977"/>
                  </a:lnTo>
                  <a:lnTo>
                    <a:pt x="114205" y="581025"/>
                  </a:lnTo>
                  <a:lnTo>
                    <a:pt x="114586" y="581882"/>
                  </a:lnTo>
                  <a:lnTo>
                    <a:pt x="115348" y="582263"/>
                  </a:lnTo>
                  <a:lnTo>
                    <a:pt x="116586" y="582549"/>
                  </a:lnTo>
                  <a:lnTo>
                    <a:pt x="117062" y="583311"/>
                  </a:lnTo>
                  <a:lnTo>
                    <a:pt x="117348" y="584263"/>
                  </a:lnTo>
                  <a:lnTo>
                    <a:pt x="117920" y="585121"/>
                  </a:lnTo>
                  <a:lnTo>
                    <a:pt x="117539" y="585406"/>
                  </a:lnTo>
                  <a:lnTo>
                    <a:pt x="116872" y="586359"/>
                  </a:lnTo>
                  <a:lnTo>
                    <a:pt x="116491" y="586645"/>
                  </a:lnTo>
                  <a:lnTo>
                    <a:pt x="115919" y="586550"/>
                  </a:lnTo>
                  <a:lnTo>
                    <a:pt x="115252" y="585883"/>
                  </a:lnTo>
                  <a:lnTo>
                    <a:pt x="114395" y="586169"/>
                  </a:lnTo>
                  <a:lnTo>
                    <a:pt x="113824" y="585406"/>
                  </a:lnTo>
                  <a:lnTo>
                    <a:pt x="113443" y="585597"/>
                  </a:lnTo>
                  <a:lnTo>
                    <a:pt x="113252" y="586073"/>
                  </a:lnTo>
                  <a:lnTo>
                    <a:pt x="113157" y="586835"/>
                  </a:lnTo>
                  <a:lnTo>
                    <a:pt x="113157" y="587597"/>
                  </a:lnTo>
                  <a:lnTo>
                    <a:pt x="113252" y="588073"/>
                  </a:lnTo>
                  <a:lnTo>
                    <a:pt x="114014" y="588740"/>
                  </a:lnTo>
                  <a:lnTo>
                    <a:pt x="115062" y="588836"/>
                  </a:lnTo>
                  <a:lnTo>
                    <a:pt x="117443" y="588550"/>
                  </a:lnTo>
                  <a:lnTo>
                    <a:pt x="118300" y="589026"/>
                  </a:lnTo>
                  <a:lnTo>
                    <a:pt x="118682" y="590169"/>
                  </a:lnTo>
                  <a:lnTo>
                    <a:pt x="119063" y="592360"/>
                  </a:lnTo>
                  <a:lnTo>
                    <a:pt x="119253" y="592646"/>
                  </a:lnTo>
                  <a:lnTo>
                    <a:pt x="119825" y="593312"/>
                  </a:lnTo>
                  <a:lnTo>
                    <a:pt x="120110" y="593788"/>
                  </a:lnTo>
                  <a:lnTo>
                    <a:pt x="120301" y="594455"/>
                  </a:lnTo>
                  <a:lnTo>
                    <a:pt x="120301" y="595122"/>
                  </a:lnTo>
                  <a:lnTo>
                    <a:pt x="120396" y="595694"/>
                  </a:lnTo>
                  <a:lnTo>
                    <a:pt x="121444" y="597218"/>
                  </a:lnTo>
                  <a:lnTo>
                    <a:pt x="121920" y="598456"/>
                  </a:lnTo>
                  <a:lnTo>
                    <a:pt x="122110" y="599789"/>
                  </a:lnTo>
                  <a:lnTo>
                    <a:pt x="122015" y="601028"/>
                  </a:lnTo>
                  <a:lnTo>
                    <a:pt x="121444" y="601599"/>
                  </a:lnTo>
                  <a:lnTo>
                    <a:pt x="119825" y="602266"/>
                  </a:lnTo>
                  <a:lnTo>
                    <a:pt x="119443" y="603028"/>
                  </a:lnTo>
                  <a:lnTo>
                    <a:pt x="119634" y="603885"/>
                  </a:lnTo>
                  <a:lnTo>
                    <a:pt x="121539" y="607790"/>
                  </a:lnTo>
                  <a:lnTo>
                    <a:pt x="121825" y="609219"/>
                  </a:lnTo>
                  <a:lnTo>
                    <a:pt x="121920" y="612458"/>
                  </a:lnTo>
                  <a:lnTo>
                    <a:pt x="122396" y="614077"/>
                  </a:lnTo>
                  <a:lnTo>
                    <a:pt x="124587" y="616172"/>
                  </a:lnTo>
                  <a:lnTo>
                    <a:pt x="125063" y="617315"/>
                  </a:lnTo>
                  <a:lnTo>
                    <a:pt x="125254" y="619792"/>
                  </a:lnTo>
                  <a:lnTo>
                    <a:pt x="125540" y="620935"/>
                  </a:lnTo>
                  <a:lnTo>
                    <a:pt x="126111" y="621983"/>
                  </a:lnTo>
                  <a:lnTo>
                    <a:pt x="126968" y="622840"/>
                  </a:lnTo>
                  <a:lnTo>
                    <a:pt x="127254" y="623411"/>
                  </a:lnTo>
                  <a:lnTo>
                    <a:pt x="127064" y="623983"/>
                  </a:lnTo>
                  <a:lnTo>
                    <a:pt x="127064" y="624554"/>
                  </a:lnTo>
                  <a:lnTo>
                    <a:pt x="128016" y="626364"/>
                  </a:lnTo>
                  <a:lnTo>
                    <a:pt x="128302" y="627126"/>
                  </a:lnTo>
                  <a:lnTo>
                    <a:pt x="127349" y="626459"/>
                  </a:lnTo>
                  <a:lnTo>
                    <a:pt x="126301" y="625412"/>
                  </a:lnTo>
                  <a:lnTo>
                    <a:pt x="125444" y="625126"/>
                  </a:lnTo>
                  <a:lnTo>
                    <a:pt x="125063" y="626555"/>
                  </a:lnTo>
                  <a:lnTo>
                    <a:pt x="125063" y="627221"/>
                  </a:lnTo>
                  <a:lnTo>
                    <a:pt x="125158" y="627507"/>
                  </a:lnTo>
                  <a:lnTo>
                    <a:pt x="125349" y="627793"/>
                  </a:lnTo>
                  <a:lnTo>
                    <a:pt x="125730" y="628555"/>
                  </a:lnTo>
                  <a:lnTo>
                    <a:pt x="125921" y="629317"/>
                  </a:lnTo>
                  <a:lnTo>
                    <a:pt x="125921" y="629888"/>
                  </a:lnTo>
                  <a:lnTo>
                    <a:pt x="125730" y="630841"/>
                  </a:lnTo>
                  <a:lnTo>
                    <a:pt x="125825" y="631603"/>
                  </a:lnTo>
                  <a:lnTo>
                    <a:pt x="126301" y="637318"/>
                  </a:lnTo>
                  <a:lnTo>
                    <a:pt x="127254" y="640937"/>
                  </a:lnTo>
                  <a:lnTo>
                    <a:pt x="126778" y="640366"/>
                  </a:lnTo>
                  <a:lnTo>
                    <a:pt x="126111" y="639985"/>
                  </a:lnTo>
                  <a:lnTo>
                    <a:pt x="125444" y="639699"/>
                  </a:lnTo>
                  <a:lnTo>
                    <a:pt x="124777" y="639509"/>
                  </a:lnTo>
                  <a:lnTo>
                    <a:pt x="124777" y="640842"/>
                  </a:lnTo>
                  <a:lnTo>
                    <a:pt x="124111" y="641128"/>
                  </a:lnTo>
                  <a:lnTo>
                    <a:pt x="123349" y="641223"/>
                  </a:lnTo>
                  <a:lnTo>
                    <a:pt x="122968" y="641985"/>
                  </a:lnTo>
                  <a:lnTo>
                    <a:pt x="122777" y="644462"/>
                  </a:lnTo>
                  <a:lnTo>
                    <a:pt x="122968" y="645223"/>
                  </a:lnTo>
                  <a:lnTo>
                    <a:pt x="123254" y="645509"/>
                  </a:lnTo>
                  <a:lnTo>
                    <a:pt x="123730" y="645700"/>
                  </a:lnTo>
                  <a:lnTo>
                    <a:pt x="124206" y="645986"/>
                  </a:lnTo>
                  <a:lnTo>
                    <a:pt x="124492" y="646462"/>
                  </a:lnTo>
                  <a:lnTo>
                    <a:pt x="124397" y="646938"/>
                  </a:lnTo>
                  <a:lnTo>
                    <a:pt x="124016" y="647224"/>
                  </a:lnTo>
                  <a:lnTo>
                    <a:pt x="123634" y="647414"/>
                  </a:lnTo>
                  <a:lnTo>
                    <a:pt x="123444" y="647700"/>
                  </a:lnTo>
                  <a:lnTo>
                    <a:pt x="123063" y="647891"/>
                  </a:lnTo>
                  <a:lnTo>
                    <a:pt x="120587" y="646747"/>
                  </a:lnTo>
                  <a:lnTo>
                    <a:pt x="120015" y="647224"/>
                  </a:lnTo>
                  <a:lnTo>
                    <a:pt x="119920" y="647986"/>
                  </a:lnTo>
                  <a:lnTo>
                    <a:pt x="120206" y="648653"/>
                  </a:lnTo>
                  <a:lnTo>
                    <a:pt x="121634" y="649319"/>
                  </a:lnTo>
                  <a:lnTo>
                    <a:pt x="121825" y="650272"/>
                  </a:lnTo>
                  <a:lnTo>
                    <a:pt x="121539" y="651320"/>
                  </a:lnTo>
                  <a:lnTo>
                    <a:pt x="121253" y="651986"/>
                  </a:lnTo>
                  <a:lnTo>
                    <a:pt x="120396" y="653225"/>
                  </a:lnTo>
                  <a:lnTo>
                    <a:pt x="120206" y="653796"/>
                  </a:lnTo>
                  <a:lnTo>
                    <a:pt x="120110" y="654272"/>
                  </a:lnTo>
                  <a:lnTo>
                    <a:pt x="120206" y="657987"/>
                  </a:lnTo>
                  <a:lnTo>
                    <a:pt x="120015" y="658939"/>
                  </a:lnTo>
                  <a:lnTo>
                    <a:pt x="119539" y="659797"/>
                  </a:lnTo>
                  <a:lnTo>
                    <a:pt x="120587" y="659797"/>
                  </a:lnTo>
                  <a:lnTo>
                    <a:pt x="119063" y="661988"/>
                  </a:lnTo>
                  <a:lnTo>
                    <a:pt x="118396" y="662464"/>
                  </a:lnTo>
                  <a:lnTo>
                    <a:pt x="117824" y="662464"/>
                  </a:lnTo>
                  <a:lnTo>
                    <a:pt x="117253" y="662273"/>
                  </a:lnTo>
                  <a:lnTo>
                    <a:pt x="116776" y="662178"/>
                  </a:lnTo>
                  <a:lnTo>
                    <a:pt x="116300" y="662464"/>
                  </a:lnTo>
                  <a:lnTo>
                    <a:pt x="116110" y="663226"/>
                  </a:lnTo>
                  <a:lnTo>
                    <a:pt x="116396" y="664083"/>
                  </a:lnTo>
                  <a:lnTo>
                    <a:pt x="117062" y="665512"/>
                  </a:lnTo>
                  <a:lnTo>
                    <a:pt x="117253" y="666369"/>
                  </a:lnTo>
                  <a:lnTo>
                    <a:pt x="117348" y="668655"/>
                  </a:lnTo>
                  <a:lnTo>
                    <a:pt x="117158" y="669322"/>
                  </a:lnTo>
                  <a:lnTo>
                    <a:pt x="116205" y="670465"/>
                  </a:lnTo>
                  <a:lnTo>
                    <a:pt x="116015" y="671227"/>
                  </a:lnTo>
                  <a:lnTo>
                    <a:pt x="115919" y="671894"/>
                  </a:lnTo>
                  <a:lnTo>
                    <a:pt x="115443" y="673418"/>
                  </a:lnTo>
                  <a:lnTo>
                    <a:pt x="115348" y="674275"/>
                  </a:lnTo>
                  <a:lnTo>
                    <a:pt x="115348" y="677037"/>
                  </a:lnTo>
                  <a:lnTo>
                    <a:pt x="114872" y="677989"/>
                  </a:lnTo>
                  <a:lnTo>
                    <a:pt x="113633" y="678656"/>
                  </a:lnTo>
                  <a:lnTo>
                    <a:pt x="113633" y="679037"/>
                  </a:lnTo>
                  <a:lnTo>
                    <a:pt x="114586" y="679418"/>
                  </a:lnTo>
                  <a:lnTo>
                    <a:pt x="114776" y="680180"/>
                  </a:lnTo>
                  <a:lnTo>
                    <a:pt x="114395" y="681800"/>
                  </a:lnTo>
                  <a:lnTo>
                    <a:pt x="113824" y="682847"/>
                  </a:lnTo>
                  <a:lnTo>
                    <a:pt x="112681" y="682847"/>
                  </a:lnTo>
                  <a:lnTo>
                    <a:pt x="110776" y="682276"/>
                  </a:lnTo>
                  <a:lnTo>
                    <a:pt x="110490" y="682847"/>
                  </a:lnTo>
                  <a:lnTo>
                    <a:pt x="110776" y="686181"/>
                  </a:lnTo>
                  <a:lnTo>
                    <a:pt x="110014" y="690467"/>
                  </a:lnTo>
                  <a:lnTo>
                    <a:pt x="109728" y="690944"/>
                  </a:lnTo>
                  <a:lnTo>
                    <a:pt x="109061" y="691705"/>
                  </a:lnTo>
                  <a:lnTo>
                    <a:pt x="108871" y="691991"/>
                  </a:lnTo>
                  <a:lnTo>
                    <a:pt x="108680" y="692658"/>
                  </a:lnTo>
                  <a:lnTo>
                    <a:pt x="108775" y="696754"/>
                  </a:lnTo>
                  <a:lnTo>
                    <a:pt x="107537" y="703040"/>
                  </a:lnTo>
                  <a:lnTo>
                    <a:pt x="107251" y="709231"/>
                  </a:lnTo>
                  <a:lnTo>
                    <a:pt x="107251" y="710089"/>
                  </a:lnTo>
                  <a:lnTo>
                    <a:pt x="107537" y="710851"/>
                  </a:lnTo>
                  <a:lnTo>
                    <a:pt x="108871" y="712946"/>
                  </a:lnTo>
                  <a:lnTo>
                    <a:pt x="109538" y="713327"/>
                  </a:lnTo>
                  <a:lnTo>
                    <a:pt x="110300" y="712946"/>
                  </a:lnTo>
                  <a:lnTo>
                    <a:pt x="111442" y="711708"/>
                  </a:lnTo>
                  <a:lnTo>
                    <a:pt x="112205" y="712089"/>
                  </a:lnTo>
                  <a:lnTo>
                    <a:pt x="113252" y="712089"/>
                  </a:lnTo>
                  <a:lnTo>
                    <a:pt x="114205" y="711708"/>
                  </a:lnTo>
                  <a:lnTo>
                    <a:pt x="114586" y="711137"/>
                  </a:lnTo>
                  <a:lnTo>
                    <a:pt x="114776" y="709613"/>
                  </a:lnTo>
                  <a:lnTo>
                    <a:pt x="115252" y="708755"/>
                  </a:lnTo>
                  <a:lnTo>
                    <a:pt x="116015" y="708374"/>
                  </a:lnTo>
                  <a:lnTo>
                    <a:pt x="117158" y="708184"/>
                  </a:lnTo>
                  <a:lnTo>
                    <a:pt x="118777" y="707327"/>
                  </a:lnTo>
                  <a:lnTo>
                    <a:pt x="120206" y="705612"/>
                  </a:lnTo>
                  <a:lnTo>
                    <a:pt x="122873" y="701040"/>
                  </a:lnTo>
                  <a:lnTo>
                    <a:pt x="123158" y="700183"/>
                  </a:lnTo>
                  <a:lnTo>
                    <a:pt x="123349" y="699135"/>
                  </a:lnTo>
                  <a:lnTo>
                    <a:pt x="123444" y="697897"/>
                  </a:lnTo>
                  <a:lnTo>
                    <a:pt x="123254" y="695706"/>
                  </a:lnTo>
                  <a:lnTo>
                    <a:pt x="123539" y="695230"/>
                  </a:lnTo>
                  <a:lnTo>
                    <a:pt x="124492" y="695420"/>
                  </a:lnTo>
                  <a:lnTo>
                    <a:pt x="124873" y="695706"/>
                  </a:lnTo>
                  <a:lnTo>
                    <a:pt x="125254" y="696087"/>
                  </a:lnTo>
                  <a:lnTo>
                    <a:pt x="125635" y="696373"/>
                  </a:lnTo>
                  <a:lnTo>
                    <a:pt x="126301" y="696468"/>
                  </a:lnTo>
                  <a:lnTo>
                    <a:pt x="126778" y="696278"/>
                  </a:lnTo>
                  <a:lnTo>
                    <a:pt x="127254" y="695801"/>
                  </a:lnTo>
                  <a:lnTo>
                    <a:pt x="127635" y="695230"/>
                  </a:lnTo>
                  <a:lnTo>
                    <a:pt x="128016" y="693420"/>
                  </a:lnTo>
                  <a:lnTo>
                    <a:pt x="128588" y="692563"/>
                  </a:lnTo>
                  <a:lnTo>
                    <a:pt x="129159" y="692468"/>
                  </a:lnTo>
                  <a:lnTo>
                    <a:pt x="129445" y="693420"/>
                  </a:lnTo>
                  <a:lnTo>
                    <a:pt x="128397" y="695611"/>
                  </a:lnTo>
                  <a:lnTo>
                    <a:pt x="127254" y="697039"/>
                  </a:lnTo>
                  <a:lnTo>
                    <a:pt x="126683" y="697897"/>
                  </a:lnTo>
                  <a:lnTo>
                    <a:pt x="126778" y="698278"/>
                  </a:lnTo>
                  <a:lnTo>
                    <a:pt x="128016" y="697897"/>
                  </a:lnTo>
                  <a:lnTo>
                    <a:pt x="129159" y="696944"/>
                  </a:lnTo>
                  <a:lnTo>
                    <a:pt x="130016" y="695706"/>
                  </a:lnTo>
                  <a:lnTo>
                    <a:pt x="130302" y="694372"/>
                  </a:lnTo>
                  <a:lnTo>
                    <a:pt x="130588" y="693611"/>
                  </a:lnTo>
                  <a:lnTo>
                    <a:pt x="131826" y="692182"/>
                  </a:lnTo>
                  <a:lnTo>
                    <a:pt x="132112" y="691325"/>
                  </a:lnTo>
                  <a:lnTo>
                    <a:pt x="132112" y="688181"/>
                  </a:lnTo>
                  <a:lnTo>
                    <a:pt x="131350" y="683419"/>
                  </a:lnTo>
                  <a:lnTo>
                    <a:pt x="131731" y="682180"/>
                  </a:lnTo>
                  <a:lnTo>
                    <a:pt x="132112" y="683323"/>
                  </a:lnTo>
                  <a:lnTo>
                    <a:pt x="132779" y="683419"/>
                  </a:lnTo>
                  <a:lnTo>
                    <a:pt x="134588" y="682562"/>
                  </a:lnTo>
                  <a:lnTo>
                    <a:pt x="134588" y="683323"/>
                  </a:lnTo>
                  <a:lnTo>
                    <a:pt x="134302" y="683609"/>
                  </a:lnTo>
                  <a:lnTo>
                    <a:pt x="133922" y="683705"/>
                  </a:lnTo>
                  <a:lnTo>
                    <a:pt x="133541" y="683990"/>
                  </a:lnTo>
                  <a:lnTo>
                    <a:pt x="133255" y="684657"/>
                  </a:lnTo>
                  <a:lnTo>
                    <a:pt x="133255" y="685229"/>
                  </a:lnTo>
                  <a:lnTo>
                    <a:pt x="134112" y="690372"/>
                  </a:lnTo>
                  <a:lnTo>
                    <a:pt x="134684" y="690944"/>
                  </a:lnTo>
                  <a:lnTo>
                    <a:pt x="134684" y="691325"/>
                  </a:lnTo>
                  <a:lnTo>
                    <a:pt x="134017" y="691229"/>
                  </a:lnTo>
                  <a:lnTo>
                    <a:pt x="133541" y="691325"/>
                  </a:lnTo>
                  <a:lnTo>
                    <a:pt x="133255" y="691705"/>
                  </a:lnTo>
                  <a:lnTo>
                    <a:pt x="132207" y="695039"/>
                  </a:lnTo>
                  <a:lnTo>
                    <a:pt x="131540" y="695992"/>
                  </a:lnTo>
                  <a:lnTo>
                    <a:pt x="131064" y="696944"/>
                  </a:lnTo>
                  <a:lnTo>
                    <a:pt x="131255" y="697897"/>
                  </a:lnTo>
                  <a:lnTo>
                    <a:pt x="132017" y="699611"/>
                  </a:lnTo>
                  <a:lnTo>
                    <a:pt x="132207" y="701993"/>
                  </a:lnTo>
                  <a:lnTo>
                    <a:pt x="131826" y="704374"/>
                  </a:lnTo>
                  <a:lnTo>
                    <a:pt x="130969" y="706660"/>
                  </a:lnTo>
                  <a:lnTo>
                    <a:pt x="129826" y="708565"/>
                  </a:lnTo>
                  <a:lnTo>
                    <a:pt x="126968" y="711232"/>
                  </a:lnTo>
                  <a:lnTo>
                    <a:pt x="125540" y="713137"/>
                  </a:lnTo>
                  <a:lnTo>
                    <a:pt x="125730" y="714566"/>
                  </a:lnTo>
                  <a:lnTo>
                    <a:pt x="126968" y="714756"/>
                  </a:lnTo>
                  <a:lnTo>
                    <a:pt x="128302" y="714089"/>
                  </a:lnTo>
                  <a:lnTo>
                    <a:pt x="131255" y="711232"/>
                  </a:lnTo>
                  <a:lnTo>
                    <a:pt x="132207" y="710660"/>
                  </a:lnTo>
                  <a:lnTo>
                    <a:pt x="133064" y="709898"/>
                  </a:lnTo>
                  <a:lnTo>
                    <a:pt x="133731" y="708565"/>
                  </a:lnTo>
                  <a:lnTo>
                    <a:pt x="134112" y="707517"/>
                  </a:lnTo>
                  <a:lnTo>
                    <a:pt x="135541" y="705136"/>
                  </a:lnTo>
                  <a:lnTo>
                    <a:pt x="136303" y="703421"/>
                  </a:lnTo>
                  <a:lnTo>
                    <a:pt x="136779" y="702755"/>
                  </a:lnTo>
                  <a:lnTo>
                    <a:pt x="137732" y="702183"/>
                  </a:lnTo>
                  <a:lnTo>
                    <a:pt x="137636" y="702945"/>
                  </a:lnTo>
                  <a:lnTo>
                    <a:pt x="137255" y="703421"/>
                  </a:lnTo>
                  <a:lnTo>
                    <a:pt x="136779" y="703707"/>
                  </a:lnTo>
                  <a:lnTo>
                    <a:pt x="136589" y="703897"/>
                  </a:lnTo>
                  <a:lnTo>
                    <a:pt x="136589" y="705041"/>
                  </a:lnTo>
                  <a:lnTo>
                    <a:pt x="136493" y="705517"/>
                  </a:lnTo>
                  <a:lnTo>
                    <a:pt x="136303" y="705993"/>
                  </a:lnTo>
                  <a:lnTo>
                    <a:pt x="135922" y="706564"/>
                  </a:lnTo>
                  <a:lnTo>
                    <a:pt x="135446" y="706946"/>
                  </a:lnTo>
                  <a:lnTo>
                    <a:pt x="135065" y="707422"/>
                  </a:lnTo>
                  <a:lnTo>
                    <a:pt x="134588" y="710184"/>
                  </a:lnTo>
                  <a:lnTo>
                    <a:pt x="133064" y="712089"/>
                  </a:lnTo>
                  <a:lnTo>
                    <a:pt x="131064" y="713422"/>
                  </a:lnTo>
                  <a:lnTo>
                    <a:pt x="129159" y="714470"/>
                  </a:lnTo>
                  <a:lnTo>
                    <a:pt x="127730" y="715423"/>
                  </a:lnTo>
                  <a:lnTo>
                    <a:pt x="128207" y="716280"/>
                  </a:lnTo>
                  <a:lnTo>
                    <a:pt x="128873" y="717042"/>
                  </a:lnTo>
                  <a:lnTo>
                    <a:pt x="129445" y="717137"/>
                  </a:lnTo>
                  <a:lnTo>
                    <a:pt x="129635" y="716185"/>
                  </a:lnTo>
                  <a:lnTo>
                    <a:pt x="130112" y="717328"/>
                  </a:lnTo>
                  <a:lnTo>
                    <a:pt x="130302" y="718376"/>
                  </a:lnTo>
                  <a:lnTo>
                    <a:pt x="130778" y="719138"/>
                  </a:lnTo>
                  <a:lnTo>
                    <a:pt x="132112" y="719519"/>
                  </a:lnTo>
                  <a:lnTo>
                    <a:pt x="133159" y="719423"/>
                  </a:lnTo>
                  <a:lnTo>
                    <a:pt x="134112" y="718947"/>
                  </a:lnTo>
                  <a:lnTo>
                    <a:pt x="134874" y="718280"/>
                  </a:lnTo>
                  <a:lnTo>
                    <a:pt x="135446" y="717613"/>
                  </a:lnTo>
                  <a:lnTo>
                    <a:pt x="136970" y="714185"/>
                  </a:lnTo>
                  <a:lnTo>
                    <a:pt x="137636" y="713137"/>
                  </a:lnTo>
                  <a:lnTo>
                    <a:pt x="140780" y="711041"/>
                  </a:lnTo>
                  <a:lnTo>
                    <a:pt x="141256" y="710279"/>
                  </a:lnTo>
                  <a:lnTo>
                    <a:pt x="141351" y="709994"/>
                  </a:lnTo>
                  <a:lnTo>
                    <a:pt x="142018" y="708755"/>
                  </a:lnTo>
                  <a:lnTo>
                    <a:pt x="141923" y="708470"/>
                  </a:lnTo>
                  <a:lnTo>
                    <a:pt x="141732" y="708279"/>
                  </a:lnTo>
                  <a:lnTo>
                    <a:pt x="141637" y="707993"/>
                  </a:lnTo>
                  <a:lnTo>
                    <a:pt x="141542" y="707422"/>
                  </a:lnTo>
                  <a:lnTo>
                    <a:pt x="141065" y="706279"/>
                  </a:lnTo>
                  <a:lnTo>
                    <a:pt x="140970" y="705707"/>
                  </a:lnTo>
                  <a:lnTo>
                    <a:pt x="141065" y="703326"/>
                  </a:lnTo>
                  <a:lnTo>
                    <a:pt x="141351" y="702183"/>
                  </a:lnTo>
                  <a:lnTo>
                    <a:pt x="141923" y="701707"/>
                  </a:lnTo>
                  <a:lnTo>
                    <a:pt x="142018" y="701421"/>
                  </a:lnTo>
                  <a:lnTo>
                    <a:pt x="143351" y="699706"/>
                  </a:lnTo>
                  <a:lnTo>
                    <a:pt x="143827" y="699516"/>
                  </a:lnTo>
                  <a:lnTo>
                    <a:pt x="144971" y="699516"/>
                  </a:lnTo>
                  <a:lnTo>
                    <a:pt x="145923" y="699135"/>
                  </a:lnTo>
                  <a:lnTo>
                    <a:pt x="147161" y="698945"/>
                  </a:lnTo>
                  <a:lnTo>
                    <a:pt x="147447" y="698563"/>
                  </a:lnTo>
                  <a:lnTo>
                    <a:pt x="147638" y="698278"/>
                  </a:lnTo>
                  <a:lnTo>
                    <a:pt x="148304" y="697611"/>
                  </a:lnTo>
                  <a:lnTo>
                    <a:pt x="148495" y="697230"/>
                  </a:lnTo>
                  <a:lnTo>
                    <a:pt x="148209" y="698278"/>
                  </a:lnTo>
                  <a:lnTo>
                    <a:pt x="147542" y="699230"/>
                  </a:lnTo>
                  <a:lnTo>
                    <a:pt x="146685" y="699992"/>
                  </a:lnTo>
                  <a:lnTo>
                    <a:pt x="145733" y="700278"/>
                  </a:lnTo>
                  <a:lnTo>
                    <a:pt x="144494" y="700469"/>
                  </a:lnTo>
                  <a:lnTo>
                    <a:pt x="143542" y="700945"/>
                  </a:lnTo>
                  <a:lnTo>
                    <a:pt x="142875" y="701612"/>
                  </a:lnTo>
                  <a:lnTo>
                    <a:pt x="141923" y="703136"/>
                  </a:lnTo>
                  <a:lnTo>
                    <a:pt x="141637" y="703897"/>
                  </a:lnTo>
                  <a:lnTo>
                    <a:pt x="141637" y="704755"/>
                  </a:lnTo>
                  <a:lnTo>
                    <a:pt x="142494" y="706469"/>
                  </a:lnTo>
                  <a:lnTo>
                    <a:pt x="142684" y="708851"/>
                  </a:lnTo>
                  <a:lnTo>
                    <a:pt x="142970" y="709898"/>
                  </a:lnTo>
                  <a:lnTo>
                    <a:pt x="144780" y="708755"/>
                  </a:lnTo>
                  <a:lnTo>
                    <a:pt x="144590" y="709803"/>
                  </a:lnTo>
                  <a:lnTo>
                    <a:pt x="143923" y="710470"/>
                  </a:lnTo>
                  <a:lnTo>
                    <a:pt x="142970" y="710851"/>
                  </a:lnTo>
                  <a:lnTo>
                    <a:pt x="142113" y="710946"/>
                  </a:lnTo>
                  <a:lnTo>
                    <a:pt x="141637" y="711232"/>
                  </a:lnTo>
                  <a:lnTo>
                    <a:pt x="140970" y="711994"/>
                  </a:lnTo>
                  <a:lnTo>
                    <a:pt x="140399" y="712851"/>
                  </a:lnTo>
                  <a:lnTo>
                    <a:pt x="140113" y="713518"/>
                  </a:lnTo>
                  <a:lnTo>
                    <a:pt x="140208" y="714185"/>
                  </a:lnTo>
                  <a:lnTo>
                    <a:pt x="140875" y="715709"/>
                  </a:lnTo>
                  <a:lnTo>
                    <a:pt x="140970" y="716375"/>
                  </a:lnTo>
                  <a:lnTo>
                    <a:pt x="140875" y="718090"/>
                  </a:lnTo>
                  <a:lnTo>
                    <a:pt x="141160" y="719328"/>
                  </a:lnTo>
                  <a:lnTo>
                    <a:pt x="141732" y="719138"/>
                  </a:lnTo>
                  <a:lnTo>
                    <a:pt x="142684" y="717899"/>
                  </a:lnTo>
                  <a:lnTo>
                    <a:pt x="142970" y="718090"/>
                  </a:lnTo>
                  <a:lnTo>
                    <a:pt x="143256" y="718471"/>
                  </a:lnTo>
                  <a:lnTo>
                    <a:pt x="143447" y="718947"/>
                  </a:lnTo>
                  <a:lnTo>
                    <a:pt x="143447" y="719423"/>
                  </a:lnTo>
                  <a:lnTo>
                    <a:pt x="143066" y="720090"/>
                  </a:lnTo>
                  <a:lnTo>
                    <a:pt x="142589" y="720471"/>
                  </a:lnTo>
                  <a:lnTo>
                    <a:pt x="142018" y="720757"/>
                  </a:lnTo>
                  <a:lnTo>
                    <a:pt x="141446" y="721138"/>
                  </a:lnTo>
                  <a:lnTo>
                    <a:pt x="140780" y="722090"/>
                  </a:lnTo>
                  <a:lnTo>
                    <a:pt x="141446" y="722567"/>
                  </a:lnTo>
                  <a:lnTo>
                    <a:pt x="143827" y="722852"/>
                  </a:lnTo>
                  <a:lnTo>
                    <a:pt x="145637" y="723614"/>
                  </a:lnTo>
                  <a:lnTo>
                    <a:pt x="146304" y="723710"/>
                  </a:lnTo>
                  <a:lnTo>
                    <a:pt x="147638" y="723614"/>
                  </a:lnTo>
                  <a:lnTo>
                    <a:pt x="147923" y="723424"/>
                  </a:lnTo>
                  <a:lnTo>
                    <a:pt x="148209" y="723043"/>
                  </a:lnTo>
                  <a:lnTo>
                    <a:pt x="148400" y="722662"/>
                  </a:lnTo>
                  <a:lnTo>
                    <a:pt x="148495" y="722281"/>
                  </a:lnTo>
                  <a:lnTo>
                    <a:pt x="148781" y="721900"/>
                  </a:lnTo>
                  <a:lnTo>
                    <a:pt x="149447" y="721709"/>
                  </a:lnTo>
                  <a:lnTo>
                    <a:pt x="150209" y="721519"/>
                  </a:lnTo>
                  <a:lnTo>
                    <a:pt x="150781" y="721328"/>
                  </a:lnTo>
                  <a:lnTo>
                    <a:pt x="151448" y="720471"/>
                  </a:lnTo>
                  <a:lnTo>
                    <a:pt x="151829" y="719138"/>
                  </a:lnTo>
                  <a:lnTo>
                    <a:pt x="152781" y="712375"/>
                  </a:lnTo>
                  <a:lnTo>
                    <a:pt x="152781" y="710946"/>
                  </a:lnTo>
                  <a:lnTo>
                    <a:pt x="152495" y="708184"/>
                  </a:lnTo>
                  <a:lnTo>
                    <a:pt x="152591" y="706755"/>
                  </a:lnTo>
                  <a:lnTo>
                    <a:pt x="153829" y="705707"/>
                  </a:lnTo>
                  <a:lnTo>
                    <a:pt x="155258" y="703612"/>
                  </a:lnTo>
                  <a:lnTo>
                    <a:pt x="155639" y="702659"/>
                  </a:lnTo>
                  <a:lnTo>
                    <a:pt x="156020" y="702659"/>
                  </a:lnTo>
                  <a:lnTo>
                    <a:pt x="156400" y="703421"/>
                  </a:lnTo>
                  <a:lnTo>
                    <a:pt x="156686" y="703612"/>
                  </a:lnTo>
                  <a:lnTo>
                    <a:pt x="157067" y="703517"/>
                  </a:lnTo>
                  <a:lnTo>
                    <a:pt x="157448" y="703517"/>
                  </a:lnTo>
                  <a:lnTo>
                    <a:pt x="158210" y="703231"/>
                  </a:lnTo>
                  <a:lnTo>
                    <a:pt x="158496" y="703136"/>
                  </a:lnTo>
                  <a:lnTo>
                    <a:pt x="158782" y="703231"/>
                  </a:lnTo>
                  <a:lnTo>
                    <a:pt x="159067" y="703707"/>
                  </a:lnTo>
                  <a:lnTo>
                    <a:pt x="159449" y="703802"/>
                  </a:lnTo>
                  <a:lnTo>
                    <a:pt x="160020" y="703802"/>
                  </a:lnTo>
                  <a:lnTo>
                    <a:pt x="160592" y="703897"/>
                  </a:lnTo>
                  <a:lnTo>
                    <a:pt x="160782" y="704088"/>
                  </a:lnTo>
                  <a:lnTo>
                    <a:pt x="160306" y="704469"/>
                  </a:lnTo>
                  <a:lnTo>
                    <a:pt x="159734" y="704564"/>
                  </a:lnTo>
                  <a:lnTo>
                    <a:pt x="157925" y="704469"/>
                  </a:lnTo>
                  <a:lnTo>
                    <a:pt x="156020" y="705231"/>
                  </a:lnTo>
                  <a:lnTo>
                    <a:pt x="154591" y="707041"/>
                  </a:lnTo>
                  <a:lnTo>
                    <a:pt x="153924" y="709327"/>
                  </a:lnTo>
                  <a:lnTo>
                    <a:pt x="154496" y="711613"/>
                  </a:lnTo>
                  <a:lnTo>
                    <a:pt x="155639" y="708660"/>
                  </a:lnTo>
                  <a:lnTo>
                    <a:pt x="156115" y="710375"/>
                  </a:lnTo>
                  <a:lnTo>
                    <a:pt x="154972" y="716471"/>
                  </a:lnTo>
                  <a:lnTo>
                    <a:pt x="154972" y="718566"/>
                  </a:lnTo>
                  <a:lnTo>
                    <a:pt x="155448" y="720566"/>
                  </a:lnTo>
                  <a:lnTo>
                    <a:pt x="156400" y="722090"/>
                  </a:lnTo>
                  <a:lnTo>
                    <a:pt x="157925" y="722662"/>
                  </a:lnTo>
                  <a:lnTo>
                    <a:pt x="160020" y="722186"/>
                  </a:lnTo>
                  <a:lnTo>
                    <a:pt x="160592" y="720947"/>
                  </a:lnTo>
                  <a:lnTo>
                    <a:pt x="160210" y="716947"/>
                  </a:lnTo>
                  <a:lnTo>
                    <a:pt x="160592" y="715042"/>
                  </a:lnTo>
                  <a:lnTo>
                    <a:pt x="161354" y="713327"/>
                  </a:lnTo>
                  <a:lnTo>
                    <a:pt x="163163" y="710375"/>
                  </a:lnTo>
                  <a:lnTo>
                    <a:pt x="163354" y="712184"/>
                  </a:lnTo>
                  <a:lnTo>
                    <a:pt x="162687" y="713804"/>
                  </a:lnTo>
                  <a:lnTo>
                    <a:pt x="161830" y="715232"/>
                  </a:lnTo>
                  <a:lnTo>
                    <a:pt x="161449" y="716375"/>
                  </a:lnTo>
                  <a:lnTo>
                    <a:pt x="162116" y="717804"/>
                  </a:lnTo>
                  <a:lnTo>
                    <a:pt x="163354" y="717328"/>
                  </a:lnTo>
                  <a:lnTo>
                    <a:pt x="164497" y="715899"/>
                  </a:lnTo>
                  <a:lnTo>
                    <a:pt x="165259" y="713518"/>
                  </a:lnTo>
                  <a:lnTo>
                    <a:pt x="166878" y="711518"/>
                  </a:lnTo>
                  <a:lnTo>
                    <a:pt x="167068" y="710851"/>
                  </a:lnTo>
                  <a:lnTo>
                    <a:pt x="167259" y="708374"/>
                  </a:lnTo>
                  <a:lnTo>
                    <a:pt x="167068" y="707327"/>
                  </a:lnTo>
                  <a:lnTo>
                    <a:pt x="166307" y="705707"/>
                  </a:lnTo>
                  <a:lnTo>
                    <a:pt x="166116" y="704850"/>
                  </a:lnTo>
                  <a:lnTo>
                    <a:pt x="166307" y="704183"/>
                  </a:lnTo>
                  <a:lnTo>
                    <a:pt x="166688" y="703612"/>
                  </a:lnTo>
                  <a:lnTo>
                    <a:pt x="167164" y="703136"/>
                  </a:lnTo>
                  <a:lnTo>
                    <a:pt x="167545" y="702659"/>
                  </a:lnTo>
                  <a:lnTo>
                    <a:pt x="167831" y="702659"/>
                  </a:lnTo>
                  <a:lnTo>
                    <a:pt x="167545" y="703707"/>
                  </a:lnTo>
                  <a:lnTo>
                    <a:pt x="167164" y="704374"/>
                  </a:lnTo>
                  <a:lnTo>
                    <a:pt x="166973" y="705041"/>
                  </a:lnTo>
                  <a:lnTo>
                    <a:pt x="167164" y="706088"/>
                  </a:lnTo>
                  <a:lnTo>
                    <a:pt x="167926" y="707803"/>
                  </a:lnTo>
                  <a:lnTo>
                    <a:pt x="168212" y="708660"/>
                  </a:lnTo>
                  <a:lnTo>
                    <a:pt x="168212" y="709803"/>
                  </a:lnTo>
                  <a:lnTo>
                    <a:pt x="167926" y="711613"/>
                  </a:lnTo>
                  <a:lnTo>
                    <a:pt x="167450" y="713422"/>
                  </a:lnTo>
                  <a:lnTo>
                    <a:pt x="166592" y="715042"/>
                  </a:lnTo>
                  <a:lnTo>
                    <a:pt x="165259" y="716185"/>
                  </a:lnTo>
                  <a:lnTo>
                    <a:pt x="165449" y="717042"/>
                  </a:lnTo>
                  <a:lnTo>
                    <a:pt x="165164" y="717995"/>
                  </a:lnTo>
                  <a:lnTo>
                    <a:pt x="164592" y="718756"/>
                  </a:lnTo>
                  <a:lnTo>
                    <a:pt x="163925" y="719042"/>
                  </a:lnTo>
                  <a:lnTo>
                    <a:pt x="163544" y="719519"/>
                  </a:lnTo>
                  <a:lnTo>
                    <a:pt x="163830" y="724853"/>
                  </a:lnTo>
                  <a:lnTo>
                    <a:pt x="164211" y="725519"/>
                  </a:lnTo>
                  <a:lnTo>
                    <a:pt x="165068" y="725805"/>
                  </a:lnTo>
                  <a:lnTo>
                    <a:pt x="168402" y="726281"/>
                  </a:lnTo>
                  <a:lnTo>
                    <a:pt x="169545" y="726186"/>
                  </a:lnTo>
                  <a:lnTo>
                    <a:pt x="170593" y="725805"/>
                  </a:lnTo>
                  <a:lnTo>
                    <a:pt x="171450" y="725234"/>
                  </a:lnTo>
                  <a:lnTo>
                    <a:pt x="172974" y="723710"/>
                  </a:lnTo>
                  <a:lnTo>
                    <a:pt x="176213" y="721328"/>
                  </a:lnTo>
                  <a:lnTo>
                    <a:pt x="183642" y="713422"/>
                  </a:lnTo>
                  <a:lnTo>
                    <a:pt x="184880" y="711327"/>
                  </a:lnTo>
                  <a:lnTo>
                    <a:pt x="185071" y="710660"/>
                  </a:lnTo>
                  <a:lnTo>
                    <a:pt x="185071" y="708088"/>
                  </a:lnTo>
                  <a:lnTo>
                    <a:pt x="185452" y="707136"/>
                  </a:lnTo>
                  <a:lnTo>
                    <a:pt x="186976" y="704945"/>
                  </a:lnTo>
                  <a:lnTo>
                    <a:pt x="187357" y="703802"/>
                  </a:lnTo>
                  <a:lnTo>
                    <a:pt x="186976" y="698563"/>
                  </a:lnTo>
                  <a:lnTo>
                    <a:pt x="187452" y="699135"/>
                  </a:lnTo>
                  <a:lnTo>
                    <a:pt x="187833" y="700088"/>
                  </a:lnTo>
                  <a:lnTo>
                    <a:pt x="188024" y="701230"/>
                  </a:lnTo>
                  <a:lnTo>
                    <a:pt x="188119" y="702088"/>
                  </a:lnTo>
                  <a:lnTo>
                    <a:pt x="188595" y="702850"/>
                  </a:lnTo>
                  <a:lnTo>
                    <a:pt x="189738" y="703136"/>
                  </a:lnTo>
                  <a:lnTo>
                    <a:pt x="190881" y="702945"/>
                  </a:lnTo>
                  <a:lnTo>
                    <a:pt x="191929" y="701230"/>
                  </a:lnTo>
                  <a:lnTo>
                    <a:pt x="195739" y="697516"/>
                  </a:lnTo>
                  <a:lnTo>
                    <a:pt x="195548" y="698945"/>
                  </a:lnTo>
                  <a:lnTo>
                    <a:pt x="195358" y="699421"/>
                  </a:lnTo>
                  <a:lnTo>
                    <a:pt x="196691" y="699326"/>
                  </a:lnTo>
                  <a:lnTo>
                    <a:pt x="197453" y="698563"/>
                  </a:lnTo>
                  <a:lnTo>
                    <a:pt x="198025" y="697611"/>
                  </a:lnTo>
                  <a:lnTo>
                    <a:pt x="198977" y="696849"/>
                  </a:lnTo>
                  <a:lnTo>
                    <a:pt x="198787" y="697802"/>
                  </a:lnTo>
                  <a:lnTo>
                    <a:pt x="198406" y="698468"/>
                  </a:lnTo>
                  <a:lnTo>
                    <a:pt x="198406" y="698849"/>
                  </a:lnTo>
                  <a:lnTo>
                    <a:pt x="199454" y="698945"/>
                  </a:lnTo>
                  <a:lnTo>
                    <a:pt x="200406" y="698563"/>
                  </a:lnTo>
                  <a:lnTo>
                    <a:pt x="202406" y="696754"/>
                  </a:lnTo>
                  <a:lnTo>
                    <a:pt x="204978" y="693801"/>
                  </a:lnTo>
                  <a:lnTo>
                    <a:pt x="204883" y="692372"/>
                  </a:lnTo>
                  <a:lnTo>
                    <a:pt x="201740" y="689515"/>
                  </a:lnTo>
                  <a:lnTo>
                    <a:pt x="205454" y="690944"/>
                  </a:lnTo>
                  <a:lnTo>
                    <a:pt x="206026" y="691515"/>
                  </a:lnTo>
                  <a:lnTo>
                    <a:pt x="206502" y="692658"/>
                  </a:lnTo>
                  <a:lnTo>
                    <a:pt x="207645" y="693039"/>
                  </a:lnTo>
                  <a:lnTo>
                    <a:pt x="208979" y="692848"/>
                  </a:lnTo>
                  <a:lnTo>
                    <a:pt x="210026" y="692468"/>
                  </a:lnTo>
                  <a:lnTo>
                    <a:pt x="213074" y="691801"/>
                  </a:lnTo>
                  <a:lnTo>
                    <a:pt x="216408" y="690658"/>
                  </a:lnTo>
                  <a:lnTo>
                    <a:pt x="217456" y="688467"/>
                  </a:lnTo>
                  <a:lnTo>
                    <a:pt x="218313" y="687991"/>
                  </a:lnTo>
                  <a:lnTo>
                    <a:pt x="219075" y="686657"/>
                  </a:lnTo>
                  <a:lnTo>
                    <a:pt x="218599" y="685895"/>
                  </a:lnTo>
                  <a:lnTo>
                    <a:pt x="217646" y="685324"/>
                  </a:lnTo>
                  <a:lnTo>
                    <a:pt x="216789" y="683895"/>
                  </a:lnTo>
                  <a:lnTo>
                    <a:pt x="214217" y="680466"/>
                  </a:lnTo>
                  <a:lnTo>
                    <a:pt x="213646" y="679323"/>
                  </a:lnTo>
                  <a:lnTo>
                    <a:pt x="213550" y="678752"/>
                  </a:lnTo>
                  <a:lnTo>
                    <a:pt x="213646" y="678180"/>
                  </a:lnTo>
                  <a:lnTo>
                    <a:pt x="214217" y="677037"/>
                  </a:lnTo>
                  <a:lnTo>
                    <a:pt x="214313" y="676370"/>
                  </a:lnTo>
                  <a:lnTo>
                    <a:pt x="214027" y="675322"/>
                  </a:lnTo>
                  <a:lnTo>
                    <a:pt x="212693" y="673703"/>
                  </a:lnTo>
                  <a:lnTo>
                    <a:pt x="212122" y="672751"/>
                  </a:lnTo>
                  <a:lnTo>
                    <a:pt x="211741" y="670655"/>
                  </a:lnTo>
                  <a:lnTo>
                    <a:pt x="211550" y="670179"/>
                  </a:lnTo>
                  <a:lnTo>
                    <a:pt x="210598" y="669131"/>
                  </a:lnTo>
                  <a:lnTo>
                    <a:pt x="210312" y="668655"/>
                  </a:lnTo>
                  <a:lnTo>
                    <a:pt x="212217" y="668369"/>
                  </a:lnTo>
                  <a:lnTo>
                    <a:pt x="214884" y="666274"/>
                  </a:lnTo>
                  <a:lnTo>
                    <a:pt x="216408" y="666464"/>
                  </a:lnTo>
                  <a:lnTo>
                    <a:pt x="215741" y="667036"/>
                  </a:lnTo>
                  <a:lnTo>
                    <a:pt x="213646" y="668464"/>
                  </a:lnTo>
                  <a:lnTo>
                    <a:pt x="213170" y="669322"/>
                  </a:lnTo>
                  <a:lnTo>
                    <a:pt x="213170" y="670560"/>
                  </a:lnTo>
                  <a:lnTo>
                    <a:pt x="213360" y="671703"/>
                  </a:lnTo>
                  <a:lnTo>
                    <a:pt x="213646" y="672846"/>
                  </a:lnTo>
                  <a:lnTo>
                    <a:pt x="214693" y="675037"/>
                  </a:lnTo>
                  <a:lnTo>
                    <a:pt x="214979" y="675989"/>
                  </a:lnTo>
                  <a:lnTo>
                    <a:pt x="215170" y="677037"/>
                  </a:lnTo>
                  <a:lnTo>
                    <a:pt x="215170" y="678371"/>
                  </a:lnTo>
                  <a:lnTo>
                    <a:pt x="215551" y="679133"/>
                  </a:lnTo>
                  <a:lnTo>
                    <a:pt x="216408" y="679990"/>
                  </a:lnTo>
                  <a:lnTo>
                    <a:pt x="219932" y="682657"/>
                  </a:lnTo>
                  <a:lnTo>
                    <a:pt x="220980" y="683228"/>
                  </a:lnTo>
                  <a:lnTo>
                    <a:pt x="222218" y="683419"/>
                  </a:lnTo>
                  <a:lnTo>
                    <a:pt x="224123" y="684847"/>
                  </a:lnTo>
                  <a:lnTo>
                    <a:pt x="227362" y="684467"/>
                  </a:lnTo>
                  <a:lnTo>
                    <a:pt x="230600" y="683800"/>
                  </a:lnTo>
                  <a:lnTo>
                    <a:pt x="233648" y="682657"/>
                  </a:lnTo>
                  <a:lnTo>
                    <a:pt x="234887" y="681133"/>
                  </a:lnTo>
                  <a:lnTo>
                    <a:pt x="236982" y="679513"/>
                  </a:lnTo>
                  <a:lnTo>
                    <a:pt x="237934" y="676466"/>
                  </a:lnTo>
                  <a:lnTo>
                    <a:pt x="238887" y="674942"/>
                  </a:lnTo>
                  <a:lnTo>
                    <a:pt x="239363" y="674370"/>
                  </a:lnTo>
                  <a:lnTo>
                    <a:pt x="241459" y="672846"/>
                  </a:lnTo>
                  <a:lnTo>
                    <a:pt x="242316" y="671989"/>
                  </a:lnTo>
                  <a:lnTo>
                    <a:pt x="243268" y="670655"/>
                  </a:lnTo>
                  <a:lnTo>
                    <a:pt x="242697" y="670084"/>
                  </a:lnTo>
                  <a:lnTo>
                    <a:pt x="242602" y="669608"/>
                  </a:lnTo>
                  <a:lnTo>
                    <a:pt x="242983" y="669227"/>
                  </a:lnTo>
                  <a:lnTo>
                    <a:pt x="243745" y="669131"/>
                  </a:lnTo>
                  <a:lnTo>
                    <a:pt x="244507" y="667226"/>
                  </a:lnTo>
                  <a:lnTo>
                    <a:pt x="244792" y="665988"/>
                  </a:lnTo>
                  <a:lnTo>
                    <a:pt x="245555" y="664750"/>
                  </a:lnTo>
                  <a:lnTo>
                    <a:pt x="245650" y="663893"/>
                  </a:lnTo>
                  <a:lnTo>
                    <a:pt x="245364" y="663130"/>
                  </a:lnTo>
                  <a:lnTo>
                    <a:pt x="244888" y="662464"/>
                  </a:lnTo>
                  <a:lnTo>
                    <a:pt x="244221" y="661988"/>
                  </a:lnTo>
                  <a:lnTo>
                    <a:pt x="243459" y="661606"/>
                  </a:lnTo>
                  <a:lnTo>
                    <a:pt x="243459" y="661226"/>
                  </a:lnTo>
                  <a:lnTo>
                    <a:pt x="244126" y="661321"/>
                  </a:lnTo>
                  <a:lnTo>
                    <a:pt x="245269" y="661606"/>
                  </a:lnTo>
                  <a:lnTo>
                    <a:pt x="245935" y="661702"/>
                  </a:lnTo>
                  <a:lnTo>
                    <a:pt x="245555" y="661226"/>
                  </a:lnTo>
                  <a:lnTo>
                    <a:pt x="245269" y="660749"/>
                  </a:lnTo>
                  <a:lnTo>
                    <a:pt x="245078" y="660273"/>
                  </a:lnTo>
                  <a:lnTo>
                    <a:pt x="244888" y="659702"/>
                  </a:lnTo>
                  <a:lnTo>
                    <a:pt x="246602" y="660083"/>
                  </a:lnTo>
                  <a:lnTo>
                    <a:pt x="247174" y="659702"/>
                  </a:lnTo>
                  <a:lnTo>
                    <a:pt x="247555" y="657225"/>
                  </a:lnTo>
                  <a:lnTo>
                    <a:pt x="248507" y="655511"/>
                  </a:lnTo>
                  <a:lnTo>
                    <a:pt x="248793" y="654748"/>
                  </a:lnTo>
                  <a:lnTo>
                    <a:pt x="248793" y="652463"/>
                  </a:lnTo>
                  <a:lnTo>
                    <a:pt x="248031" y="650558"/>
                  </a:lnTo>
                  <a:lnTo>
                    <a:pt x="245935" y="646843"/>
                  </a:lnTo>
                  <a:lnTo>
                    <a:pt x="245555" y="644462"/>
                  </a:lnTo>
                  <a:lnTo>
                    <a:pt x="246412" y="642938"/>
                  </a:lnTo>
                  <a:lnTo>
                    <a:pt x="247745" y="641795"/>
                  </a:lnTo>
                  <a:lnTo>
                    <a:pt x="248793" y="640461"/>
                  </a:lnTo>
                  <a:lnTo>
                    <a:pt x="248793" y="638651"/>
                  </a:lnTo>
                  <a:lnTo>
                    <a:pt x="247459" y="637413"/>
                  </a:lnTo>
                  <a:lnTo>
                    <a:pt x="245745" y="636270"/>
                  </a:lnTo>
                  <a:lnTo>
                    <a:pt x="244507" y="634651"/>
                  </a:lnTo>
                  <a:lnTo>
                    <a:pt x="244126" y="634270"/>
                  </a:lnTo>
                  <a:lnTo>
                    <a:pt x="244316" y="634079"/>
                  </a:lnTo>
                  <a:lnTo>
                    <a:pt x="244602" y="633889"/>
                  </a:lnTo>
                  <a:lnTo>
                    <a:pt x="244888" y="633698"/>
                  </a:lnTo>
                  <a:lnTo>
                    <a:pt x="245269" y="633508"/>
                  </a:lnTo>
                  <a:lnTo>
                    <a:pt x="245364" y="633889"/>
                  </a:lnTo>
                  <a:lnTo>
                    <a:pt x="245745" y="634365"/>
                  </a:lnTo>
                  <a:lnTo>
                    <a:pt x="245935" y="634651"/>
                  </a:lnTo>
                  <a:lnTo>
                    <a:pt x="246317" y="633794"/>
                  </a:lnTo>
                  <a:lnTo>
                    <a:pt x="246698" y="631698"/>
                  </a:lnTo>
                  <a:lnTo>
                    <a:pt x="247269" y="630841"/>
                  </a:lnTo>
                  <a:lnTo>
                    <a:pt x="247555" y="631603"/>
                  </a:lnTo>
                  <a:lnTo>
                    <a:pt x="247459" y="633413"/>
                  </a:lnTo>
                  <a:lnTo>
                    <a:pt x="247650" y="634365"/>
                  </a:lnTo>
                  <a:lnTo>
                    <a:pt x="247936" y="634937"/>
                  </a:lnTo>
                  <a:lnTo>
                    <a:pt x="248412" y="635413"/>
                  </a:lnTo>
                  <a:lnTo>
                    <a:pt x="254127" y="639604"/>
                  </a:lnTo>
                  <a:lnTo>
                    <a:pt x="253841" y="640747"/>
                  </a:lnTo>
                  <a:lnTo>
                    <a:pt x="254699" y="641318"/>
                  </a:lnTo>
                  <a:lnTo>
                    <a:pt x="256032" y="641699"/>
                  </a:lnTo>
                  <a:lnTo>
                    <a:pt x="257080" y="642176"/>
                  </a:lnTo>
                  <a:lnTo>
                    <a:pt x="257556" y="643319"/>
                  </a:lnTo>
                  <a:lnTo>
                    <a:pt x="257747" y="644462"/>
                  </a:lnTo>
                  <a:lnTo>
                    <a:pt x="258127" y="645319"/>
                  </a:lnTo>
                  <a:lnTo>
                    <a:pt x="259271" y="645509"/>
                  </a:lnTo>
                  <a:lnTo>
                    <a:pt x="259271" y="645890"/>
                  </a:lnTo>
                  <a:lnTo>
                    <a:pt x="258509" y="646843"/>
                  </a:lnTo>
                  <a:lnTo>
                    <a:pt x="258699" y="648557"/>
                  </a:lnTo>
                  <a:lnTo>
                    <a:pt x="259461" y="650367"/>
                  </a:lnTo>
                  <a:lnTo>
                    <a:pt x="260318" y="651510"/>
                  </a:lnTo>
                  <a:lnTo>
                    <a:pt x="260890" y="650462"/>
                  </a:lnTo>
                  <a:lnTo>
                    <a:pt x="261175" y="649510"/>
                  </a:lnTo>
                  <a:lnTo>
                    <a:pt x="261747" y="648843"/>
                  </a:lnTo>
                  <a:lnTo>
                    <a:pt x="262985" y="648557"/>
                  </a:lnTo>
                  <a:lnTo>
                    <a:pt x="264128" y="648653"/>
                  </a:lnTo>
                  <a:lnTo>
                    <a:pt x="265176" y="649034"/>
                  </a:lnTo>
                  <a:lnTo>
                    <a:pt x="267176" y="649986"/>
                  </a:lnTo>
                  <a:lnTo>
                    <a:pt x="265748" y="650653"/>
                  </a:lnTo>
                  <a:lnTo>
                    <a:pt x="264128" y="650081"/>
                  </a:lnTo>
                  <a:lnTo>
                    <a:pt x="262604" y="649700"/>
                  </a:lnTo>
                  <a:lnTo>
                    <a:pt x="261747" y="651129"/>
                  </a:lnTo>
                  <a:lnTo>
                    <a:pt x="261842" y="651891"/>
                  </a:lnTo>
                  <a:lnTo>
                    <a:pt x="262128" y="652653"/>
                  </a:lnTo>
                  <a:lnTo>
                    <a:pt x="262509" y="653320"/>
                  </a:lnTo>
                  <a:lnTo>
                    <a:pt x="262890" y="653796"/>
                  </a:lnTo>
                  <a:lnTo>
                    <a:pt x="263747" y="654748"/>
                  </a:lnTo>
                  <a:lnTo>
                    <a:pt x="263938" y="655225"/>
                  </a:lnTo>
                  <a:lnTo>
                    <a:pt x="263938" y="656082"/>
                  </a:lnTo>
                  <a:lnTo>
                    <a:pt x="263271" y="658844"/>
                  </a:lnTo>
                  <a:lnTo>
                    <a:pt x="263081" y="660273"/>
                  </a:lnTo>
                  <a:lnTo>
                    <a:pt x="263557" y="661416"/>
                  </a:lnTo>
                  <a:lnTo>
                    <a:pt x="264128" y="661130"/>
                  </a:lnTo>
                  <a:lnTo>
                    <a:pt x="264605" y="661035"/>
                  </a:lnTo>
                  <a:lnTo>
                    <a:pt x="264985" y="661416"/>
                  </a:lnTo>
                  <a:lnTo>
                    <a:pt x="264224" y="662845"/>
                  </a:lnTo>
                  <a:lnTo>
                    <a:pt x="264128" y="663702"/>
                  </a:lnTo>
                  <a:lnTo>
                    <a:pt x="264128" y="664464"/>
                  </a:lnTo>
                  <a:lnTo>
                    <a:pt x="264319" y="665131"/>
                  </a:lnTo>
                  <a:lnTo>
                    <a:pt x="264890" y="665512"/>
                  </a:lnTo>
                  <a:lnTo>
                    <a:pt x="264985" y="664750"/>
                  </a:lnTo>
                  <a:lnTo>
                    <a:pt x="265176" y="664083"/>
                  </a:lnTo>
                  <a:lnTo>
                    <a:pt x="265652" y="662940"/>
                  </a:lnTo>
                  <a:lnTo>
                    <a:pt x="266033" y="662940"/>
                  </a:lnTo>
                  <a:lnTo>
                    <a:pt x="265652" y="664369"/>
                  </a:lnTo>
                  <a:lnTo>
                    <a:pt x="265652" y="664845"/>
                  </a:lnTo>
                  <a:lnTo>
                    <a:pt x="265748" y="665417"/>
                  </a:lnTo>
                  <a:lnTo>
                    <a:pt x="266224" y="666083"/>
                  </a:lnTo>
                  <a:lnTo>
                    <a:pt x="265462" y="667226"/>
                  </a:lnTo>
                  <a:lnTo>
                    <a:pt x="265462" y="668750"/>
                  </a:lnTo>
                  <a:lnTo>
                    <a:pt x="266033" y="670751"/>
                  </a:lnTo>
                  <a:lnTo>
                    <a:pt x="266795" y="672655"/>
                  </a:lnTo>
                  <a:lnTo>
                    <a:pt x="268415" y="674751"/>
                  </a:lnTo>
                  <a:lnTo>
                    <a:pt x="269748" y="675132"/>
                  </a:lnTo>
                  <a:lnTo>
                    <a:pt x="270700" y="673608"/>
                  </a:lnTo>
                  <a:lnTo>
                    <a:pt x="271082" y="674942"/>
                  </a:lnTo>
                  <a:lnTo>
                    <a:pt x="271082" y="676275"/>
                  </a:lnTo>
                  <a:lnTo>
                    <a:pt x="272796" y="684371"/>
                  </a:lnTo>
                  <a:lnTo>
                    <a:pt x="273653" y="683228"/>
                  </a:lnTo>
                  <a:lnTo>
                    <a:pt x="274510" y="682562"/>
                  </a:lnTo>
                  <a:lnTo>
                    <a:pt x="275558" y="682180"/>
                  </a:lnTo>
                  <a:lnTo>
                    <a:pt x="277082" y="682085"/>
                  </a:lnTo>
                  <a:lnTo>
                    <a:pt x="277463" y="682180"/>
                  </a:lnTo>
                  <a:lnTo>
                    <a:pt x="278130" y="682371"/>
                  </a:lnTo>
                  <a:lnTo>
                    <a:pt x="278416" y="682466"/>
                  </a:lnTo>
                  <a:lnTo>
                    <a:pt x="278797" y="682371"/>
                  </a:lnTo>
                  <a:lnTo>
                    <a:pt x="279083" y="682180"/>
                  </a:lnTo>
                  <a:lnTo>
                    <a:pt x="279368" y="681895"/>
                  </a:lnTo>
                  <a:lnTo>
                    <a:pt x="279654" y="681704"/>
                  </a:lnTo>
                  <a:lnTo>
                    <a:pt x="280892" y="681419"/>
                  </a:lnTo>
                  <a:lnTo>
                    <a:pt x="282226" y="681323"/>
                  </a:lnTo>
                  <a:lnTo>
                    <a:pt x="285655" y="681704"/>
                  </a:lnTo>
                  <a:lnTo>
                    <a:pt x="286607" y="681609"/>
                  </a:lnTo>
                  <a:lnTo>
                    <a:pt x="287750" y="681228"/>
                  </a:lnTo>
                  <a:lnTo>
                    <a:pt x="290417" y="679418"/>
                  </a:lnTo>
                  <a:lnTo>
                    <a:pt x="290893" y="679037"/>
                  </a:lnTo>
                  <a:lnTo>
                    <a:pt x="291370" y="679228"/>
                  </a:lnTo>
                  <a:lnTo>
                    <a:pt x="291751" y="679418"/>
                  </a:lnTo>
                  <a:lnTo>
                    <a:pt x="292037" y="679704"/>
                  </a:lnTo>
                  <a:lnTo>
                    <a:pt x="292322" y="680085"/>
                  </a:lnTo>
                  <a:lnTo>
                    <a:pt x="292322" y="680085"/>
                  </a:lnTo>
                  <a:lnTo>
                    <a:pt x="290417" y="680466"/>
                  </a:lnTo>
                  <a:lnTo>
                    <a:pt x="288893" y="681514"/>
                  </a:lnTo>
                  <a:lnTo>
                    <a:pt x="287750" y="682943"/>
                  </a:lnTo>
                  <a:lnTo>
                    <a:pt x="286988" y="684562"/>
                  </a:lnTo>
                  <a:lnTo>
                    <a:pt x="286417" y="686753"/>
                  </a:lnTo>
                  <a:lnTo>
                    <a:pt x="286226" y="689134"/>
                  </a:lnTo>
                  <a:lnTo>
                    <a:pt x="286417" y="691515"/>
                  </a:lnTo>
                  <a:lnTo>
                    <a:pt x="286988" y="693706"/>
                  </a:lnTo>
                  <a:lnTo>
                    <a:pt x="287465" y="694754"/>
                  </a:lnTo>
                  <a:lnTo>
                    <a:pt x="287655" y="695230"/>
                  </a:lnTo>
                  <a:lnTo>
                    <a:pt x="287750" y="695897"/>
                  </a:lnTo>
                  <a:lnTo>
                    <a:pt x="287655" y="696563"/>
                  </a:lnTo>
                  <a:lnTo>
                    <a:pt x="287179" y="697706"/>
                  </a:lnTo>
                  <a:lnTo>
                    <a:pt x="286131" y="703897"/>
                  </a:lnTo>
                  <a:lnTo>
                    <a:pt x="285750" y="704850"/>
                  </a:lnTo>
                  <a:lnTo>
                    <a:pt x="285179" y="705612"/>
                  </a:lnTo>
                  <a:lnTo>
                    <a:pt x="284417" y="705993"/>
                  </a:lnTo>
                  <a:lnTo>
                    <a:pt x="283940" y="706088"/>
                  </a:lnTo>
                  <a:lnTo>
                    <a:pt x="283655" y="706374"/>
                  </a:lnTo>
                  <a:lnTo>
                    <a:pt x="283559" y="706755"/>
                  </a:lnTo>
                  <a:lnTo>
                    <a:pt x="283559" y="707327"/>
                  </a:lnTo>
                  <a:lnTo>
                    <a:pt x="283940" y="709517"/>
                  </a:lnTo>
                  <a:lnTo>
                    <a:pt x="283940" y="709803"/>
                  </a:lnTo>
                  <a:lnTo>
                    <a:pt x="284321" y="710279"/>
                  </a:lnTo>
                  <a:lnTo>
                    <a:pt x="285750" y="711613"/>
                  </a:lnTo>
                  <a:lnTo>
                    <a:pt x="287179" y="713518"/>
                  </a:lnTo>
                  <a:lnTo>
                    <a:pt x="290036" y="715518"/>
                  </a:lnTo>
                  <a:lnTo>
                    <a:pt x="291179" y="716852"/>
                  </a:lnTo>
                  <a:lnTo>
                    <a:pt x="290893" y="718376"/>
                  </a:lnTo>
                  <a:lnTo>
                    <a:pt x="291656" y="718566"/>
                  </a:lnTo>
                  <a:lnTo>
                    <a:pt x="291941" y="719233"/>
                  </a:lnTo>
                  <a:lnTo>
                    <a:pt x="291941" y="722757"/>
                  </a:lnTo>
                  <a:lnTo>
                    <a:pt x="291751" y="723043"/>
                  </a:lnTo>
                  <a:lnTo>
                    <a:pt x="291275" y="723519"/>
                  </a:lnTo>
                  <a:lnTo>
                    <a:pt x="291179" y="723805"/>
                  </a:lnTo>
                  <a:lnTo>
                    <a:pt x="291370" y="724186"/>
                  </a:lnTo>
                  <a:lnTo>
                    <a:pt x="292132" y="725043"/>
                  </a:lnTo>
                  <a:lnTo>
                    <a:pt x="292322" y="725424"/>
                  </a:lnTo>
                  <a:lnTo>
                    <a:pt x="292227" y="725900"/>
                  </a:lnTo>
                  <a:lnTo>
                    <a:pt x="292037" y="726377"/>
                  </a:lnTo>
                  <a:lnTo>
                    <a:pt x="291941" y="726853"/>
                  </a:lnTo>
                  <a:lnTo>
                    <a:pt x="292227" y="727329"/>
                  </a:lnTo>
                  <a:lnTo>
                    <a:pt x="292703" y="727996"/>
                  </a:lnTo>
                  <a:lnTo>
                    <a:pt x="292989" y="728853"/>
                  </a:lnTo>
                  <a:lnTo>
                    <a:pt x="292989" y="729615"/>
                  </a:lnTo>
                  <a:lnTo>
                    <a:pt x="292799" y="730091"/>
                  </a:lnTo>
                  <a:lnTo>
                    <a:pt x="292989" y="730472"/>
                  </a:lnTo>
                  <a:lnTo>
                    <a:pt x="293084" y="730948"/>
                  </a:lnTo>
                  <a:lnTo>
                    <a:pt x="293084" y="731425"/>
                  </a:lnTo>
                  <a:lnTo>
                    <a:pt x="292894" y="731806"/>
                  </a:lnTo>
                  <a:lnTo>
                    <a:pt x="292894" y="732092"/>
                  </a:lnTo>
                  <a:lnTo>
                    <a:pt x="294227" y="735330"/>
                  </a:lnTo>
                  <a:lnTo>
                    <a:pt x="294608" y="735997"/>
                  </a:lnTo>
                  <a:lnTo>
                    <a:pt x="293942" y="737521"/>
                  </a:lnTo>
                  <a:lnTo>
                    <a:pt x="293942" y="738283"/>
                  </a:lnTo>
                  <a:lnTo>
                    <a:pt x="295275" y="742188"/>
                  </a:lnTo>
                  <a:lnTo>
                    <a:pt x="295656" y="742855"/>
                  </a:lnTo>
                  <a:lnTo>
                    <a:pt x="294608" y="743617"/>
                  </a:lnTo>
                  <a:lnTo>
                    <a:pt x="294132" y="743807"/>
                  </a:lnTo>
                  <a:lnTo>
                    <a:pt x="293846" y="743522"/>
                  </a:lnTo>
                  <a:lnTo>
                    <a:pt x="293275" y="745331"/>
                  </a:lnTo>
                  <a:lnTo>
                    <a:pt x="292799" y="745427"/>
                  </a:lnTo>
                  <a:lnTo>
                    <a:pt x="292417" y="745617"/>
                  </a:lnTo>
                  <a:lnTo>
                    <a:pt x="292132" y="745998"/>
                  </a:lnTo>
                  <a:lnTo>
                    <a:pt x="291941" y="746474"/>
                  </a:lnTo>
                  <a:lnTo>
                    <a:pt x="292608" y="747046"/>
                  </a:lnTo>
                  <a:lnTo>
                    <a:pt x="292799" y="747617"/>
                  </a:lnTo>
                  <a:lnTo>
                    <a:pt x="292703" y="749046"/>
                  </a:lnTo>
                  <a:lnTo>
                    <a:pt x="292703" y="749903"/>
                  </a:lnTo>
                  <a:lnTo>
                    <a:pt x="292799" y="750380"/>
                  </a:lnTo>
                  <a:lnTo>
                    <a:pt x="294132" y="752761"/>
                  </a:lnTo>
                  <a:lnTo>
                    <a:pt x="294704" y="753428"/>
                  </a:lnTo>
                  <a:lnTo>
                    <a:pt x="295466" y="753618"/>
                  </a:lnTo>
                  <a:lnTo>
                    <a:pt x="296894" y="753618"/>
                  </a:lnTo>
                  <a:lnTo>
                    <a:pt x="296227" y="754571"/>
                  </a:lnTo>
                  <a:lnTo>
                    <a:pt x="296037" y="755428"/>
                  </a:lnTo>
                  <a:lnTo>
                    <a:pt x="296227" y="759809"/>
                  </a:lnTo>
                  <a:lnTo>
                    <a:pt x="296037" y="760857"/>
                  </a:lnTo>
                  <a:lnTo>
                    <a:pt x="295370" y="761714"/>
                  </a:lnTo>
                  <a:lnTo>
                    <a:pt x="295561" y="762095"/>
                  </a:lnTo>
                  <a:lnTo>
                    <a:pt x="295847" y="762857"/>
                  </a:lnTo>
                  <a:lnTo>
                    <a:pt x="296037" y="763238"/>
                  </a:lnTo>
                  <a:lnTo>
                    <a:pt x="295466" y="763143"/>
                  </a:lnTo>
                  <a:lnTo>
                    <a:pt x="294989" y="763238"/>
                  </a:lnTo>
                  <a:lnTo>
                    <a:pt x="294608" y="763524"/>
                  </a:lnTo>
                  <a:lnTo>
                    <a:pt x="294323" y="764000"/>
                  </a:lnTo>
                  <a:lnTo>
                    <a:pt x="295180" y="764477"/>
                  </a:lnTo>
                  <a:lnTo>
                    <a:pt x="295847" y="765048"/>
                  </a:lnTo>
                  <a:lnTo>
                    <a:pt x="296323" y="765905"/>
                  </a:lnTo>
                  <a:lnTo>
                    <a:pt x="296513" y="767239"/>
                  </a:lnTo>
                  <a:lnTo>
                    <a:pt x="296418" y="767715"/>
                  </a:lnTo>
                  <a:lnTo>
                    <a:pt x="295942" y="768477"/>
                  </a:lnTo>
                  <a:lnTo>
                    <a:pt x="295847" y="769048"/>
                  </a:lnTo>
                  <a:lnTo>
                    <a:pt x="295847" y="770287"/>
                  </a:lnTo>
                  <a:lnTo>
                    <a:pt x="295751" y="770858"/>
                  </a:lnTo>
                  <a:lnTo>
                    <a:pt x="295466" y="771430"/>
                  </a:lnTo>
                  <a:lnTo>
                    <a:pt x="295466" y="771430"/>
                  </a:lnTo>
                  <a:lnTo>
                    <a:pt x="296513" y="773049"/>
                  </a:lnTo>
                  <a:lnTo>
                    <a:pt x="297942" y="779240"/>
                  </a:lnTo>
                  <a:lnTo>
                    <a:pt x="298133" y="779621"/>
                  </a:lnTo>
                  <a:lnTo>
                    <a:pt x="298323" y="780002"/>
                  </a:lnTo>
                  <a:lnTo>
                    <a:pt x="298609" y="780288"/>
                  </a:lnTo>
                  <a:lnTo>
                    <a:pt x="298990" y="780479"/>
                  </a:lnTo>
                  <a:lnTo>
                    <a:pt x="299657" y="780479"/>
                  </a:lnTo>
                  <a:lnTo>
                    <a:pt x="300038" y="780193"/>
                  </a:lnTo>
                  <a:lnTo>
                    <a:pt x="300323" y="779907"/>
                  </a:lnTo>
                  <a:lnTo>
                    <a:pt x="300609" y="779812"/>
                  </a:lnTo>
                  <a:lnTo>
                    <a:pt x="301085" y="779336"/>
                  </a:lnTo>
                  <a:lnTo>
                    <a:pt x="300704" y="777050"/>
                  </a:lnTo>
                  <a:lnTo>
                    <a:pt x="300800" y="776097"/>
                  </a:lnTo>
                  <a:lnTo>
                    <a:pt x="301181" y="776097"/>
                  </a:lnTo>
                  <a:lnTo>
                    <a:pt x="301276" y="777240"/>
                  </a:lnTo>
                  <a:lnTo>
                    <a:pt x="301847" y="778193"/>
                  </a:lnTo>
                  <a:lnTo>
                    <a:pt x="302609" y="778573"/>
                  </a:lnTo>
                  <a:lnTo>
                    <a:pt x="303371" y="778002"/>
                  </a:lnTo>
                  <a:lnTo>
                    <a:pt x="303371" y="777716"/>
                  </a:lnTo>
                  <a:lnTo>
                    <a:pt x="303181" y="777335"/>
                  </a:lnTo>
                  <a:lnTo>
                    <a:pt x="302990" y="777050"/>
                  </a:lnTo>
                  <a:lnTo>
                    <a:pt x="302895" y="776954"/>
                  </a:lnTo>
                  <a:lnTo>
                    <a:pt x="303276" y="776383"/>
                  </a:lnTo>
                  <a:lnTo>
                    <a:pt x="303562" y="776192"/>
                  </a:lnTo>
                  <a:lnTo>
                    <a:pt x="303657" y="776478"/>
                  </a:lnTo>
                  <a:lnTo>
                    <a:pt x="303752" y="776859"/>
                  </a:lnTo>
                  <a:lnTo>
                    <a:pt x="304038" y="777335"/>
                  </a:lnTo>
                  <a:lnTo>
                    <a:pt x="304419" y="777812"/>
                  </a:lnTo>
                  <a:lnTo>
                    <a:pt x="304800" y="778097"/>
                  </a:lnTo>
                  <a:lnTo>
                    <a:pt x="304324" y="778955"/>
                  </a:lnTo>
                  <a:lnTo>
                    <a:pt x="304705" y="779526"/>
                  </a:lnTo>
                  <a:lnTo>
                    <a:pt x="305467" y="779907"/>
                  </a:lnTo>
                  <a:lnTo>
                    <a:pt x="306229" y="780288"/>
                  </a:lnTo>
                  <a:lnTo>
                    <a:pt x="305276" y="780669"/>
                  </a:lnTo>
                  <a:lnTo>
                    <a:pt x="305848" y="781907"/>
                  </a:lnTo>
                  <a:lnTo>
                    <a:pt x="307658" y="784384"/>
                  </a:lnTo>
                  <a:lnTo>
                    <a:pt x="305848" y="783527"/>
                  </a:lnTo>
                  <a:lnTo>
                    <a:pt x="304609" y="781717"/>
                  </a:lnTo>
                  <a:lnTo>
                    <a:pt x="303276" y="780479"/>
                  </a:lnTo>
                  <a:lnTo>
                    <a:pt x="301181" y="781050"/>
                  </a:lnTo>
                  <a:lnTo>
                    <a:pt x="300228" y="782384"/>
                  </a:lnTo>
                  <a:lnTo>
                    <a:pt x="300228" y="783908"/>
                  </a:lnTo>
                  <a:lnTo>
                    <a:pt x="300990" y="785336"/>
                  </a:lnTo>
                  <a:lnTo>
                    <a:pt x="302324" y="786289"/>
                  </a:lnTo>
                  <a:lnTo>
                    <a:pt x="301752" y="787718"/>
                  </a:lnTo>
                  <a:lnTo>
                    <a:pt x="302133" y="789337"/>
                  </a:lnTo>
                  <a:lnTo>
                    <a:pt x="303752" y="792289"/>
                  </a:lnTo>
                  <a:lnTo>
                    <a:pt x="304324" y="794766"/>
                  </a:lnTo>
                  <a:lnTo>
                    <a:pt x="304514" y="795242"/>
                  </a:lnTo>
                  <a:lnTo>
                    <a:pt x="305086" y="795528"/>
                  </a:lnTo>
                  <a:lnTo>
                    <a:pt x="305467" y="795242"/>
                  </a:lnTo>
                  <a:lnTo>
                    <a:pt x="305848" y="794671"/>
                  </a:lnTo>
                  <a:lnTo>
                    <a:pt x="306324" y="794195"/>
                  </a:lnTo>
                  <a:lnTo>
                    <a:pt x="306134" y="795242"/>
                  </a:lnTo>
                  <a:lnTo>
                    <a:pt x="305467" y="796862"/>
                  </a:lnTo>
                  <a:lnTo>
                    <a:pt x="305276" y="798005"/>
                  </a:lnTo>
                  <a:lnTo>
                    <a:pt x="305372" y="799147"/>
                  </a:lnTo>
                  <a:lnTo>
                    <a:pt x="305657" y="800481"/>
                  </a:lnTo>
                  <a:lnTo>
                    <a:pt x="306038" y="801719"/>
                  </a:lnTo>
                  <a:lnTo>
                    <a:pt x="307181" y="803434"/>
                  </a:lnTo>
                  <a:lnTo>
                    <a:pt x="308610" y="806482"/>
                  </a:lnTo>
                  <a:lnTo>
                    <a:pt x="311087" y="809816"/>
                  </a:lnTo>
                  <a:lnTo>
                    <a:pt x="311372" y="809149"/>
                  </a:lnTo>
                  <a:lnTo>
                    <a:pt x="311658" y="809244"/>
                  </a:lnTo>
                  <a:lnTo>
                    <a:pt x="311944" y="809816"/>
                  </a:lnTo>
                  <a:lnTo>
                    <a:pt x="312134" y="810578"/>
                  </a:lnTo>
                  <a:lnTo>
                    <a:pt x="311372" y="810578"/>
                  </a:lnTo>
                  <a:lnTo>
                    <a:pt x="312039" y="812483"/>
                  </a:lnTo>
                  <a:lnTo>
                    <a:pt x="312134" y="812959"/>
                  </a:lnTo>
                  <a:lnTo>
                    <a:pt x="312039" y="813626"/>
                  </a:lnTo>
                  <a:lnTo>
                    <a:pt x="311467" y="814578"/>
                  </a:lnTo>
                  <a:lnTo>
                    <a:pt x="311372" y="815340"/>
                  </a:lnTo>
                  <a:lnTo>
                    <a:pt x="310991" y="816197"/>
                  </a:lnTo>
                  <a:lnTo>
                    <a:pt x="309848" y="817817"/>
                  </a:lnTo>
                  <a:lnTo>
                    <a:pt x="309658" y="819055"/>
                  </a:lnTo>
                  <a:lnTo>
                    <a:pt x="309848" y="820198"/>
                  </a:lnTo>
                  <a:lnTo>
                    <a:pt x="310610" y="822388"/>
                  </a:lnTo>
                  <a:lnTo>
                    <a:pt x="310801" y="823627"/>
                  </a:lnTo>
                  <a:lnTo>
                    <a:pt x="310991" y="824008"/>
                  </a:lnTo>
                  <a:lnTo>
                    <a:pt x="311372" y="824294"/>
                  </a:lnTo>
                  <a:lnTo>
                    <a:pt x="311849" y="824484"/>
                  </a:lnTo>
                  <a:lnTo>
                    <a:pt x="312134" y="824579"/>
                  </a:lnTo>
                  <a:lnTo>
                    <a:pt x="312325" y="824770"/>
                  </a:lnTo>
                  <a:lnTo>
                    <a:pt x="312230" y="825246"/>
                  </a:lnTo>
                  <a:lnTo>
                    <a:pt x="311944" y="826103"/>
                  </a:lnTo>
                  <a:lnTo>
                    <a:pt x="311944" y="828389"/>
                  </a:lnTo>
                  <a:lnTo>
                    <a:pt x="312230" y="830771"/>
                  </a:lnTo>
                  <a:lnTo>
                    <a:pt x="311087" y="830485"/>
                  </a:lnTo>
                  <a:lnTo>
                    <a:pt x="310801" y="831818"/>
                  </a:lnTo>
                  <a:lnTo>
                    <a:pt x="311277" y="833438"/>
                  </a:lnTo>
                  <a:lnTo>
                    <a:pt x="312610" y="834009"/>
                  </a:lnTo>
                  <a:lnTo>
                    <a:pt x="312420" y="834390"/>
                  </a:lnTo>
                  <a:lnTo>
                    <a:pt x="312039" y="835247"/>
                  </a:lnTo>
                  <a:lnTo>
                    <a:pt x="311849" y="835533"/>
                  </a:lnTo>
                  <a:lnTo>
                    <a:pt x="312515" y="835819"/>
                  </a:lnTo>
                  <a:lnTo>
                    <a:pt x="312896" y="835914"/>
                  </a:lnTo>
                  <a:lnTo>
                    <a:pt x="314134" y="835819"/>
                  </a:lnTo>
                  <a:lnTo>
                    <a:pt x="314801" y="836105"/>
                  </a:lnTo>
                  <a:lnTo>
                    <a:pt x="315277" y="836581"/>
                  </a:lnTo>
                  <a:lnTo>
                    <a:pt x="315182" y="836962"/>
                  </a:lnTo>
                  <a:lnTo>
                    <a:pt x="314325" y="836962"/>
                  </a:lnTo>
                  <a:lnTo>
                    <a:pt x="314706" y="837819"/>
                  </a:lnTo>
                  <a:lnTo>
                    <a:pt x="314706" y="838676"/>
                  </a:lnTo>
                  <a:lnTo>
                    <a:pt x="314325" y="839343"/>
                  </a:lnTo>
                  <a:lnTo>
                    <a:pt x="313563" y="839534"/>
                  </a:lnTo>
                  <a:lnTo>
                    <a:pt x="313754" y="839819"/>
                  </a:lnTo>
                  <a:lnTo>
                    <a:pt x="314039" y="840391"/>
                  </a:lnTo>
                  <a:lnTo>
                    <a:pt x="314230" y="840677"/>
                  </a:lnTo>
                  <a:lnTo>
                    <a:pt x="313849" y="840962"/>
                  </a:lnTo>
                  <a:lnTo>
                    <a:pt x="313373" y="841438"/>
                  </a:lnTo>
                  <a:lnTo>
                    <a:pt x="313087" y="841915"/>
                  </a:lnTo>
                  <a:lnTo>
                    <a:pt x="313373" y="842105"/>
                  </a:lnTo>
                  <a:lnTo>
                    <a:pt x="313754" y="842391"/>
                  </a:lnTo>
                  <a:lnTo>
                    <a:pt x="313849" y="843058"/>
                  </a:lnTo>
                  <a:lnTo>
                    <a:pt x="313849" y="843820"/>
                  </a:lnTo>
                  <a:lnTo>
                    <a:pt x="313944" y="844391"/>
                  </a:lnTo>
                  <a:lnTo>
                    <a:pt x="314039" y="844105"/>
                  </a:lnTo>
                  <a:lnTo>
                    <a:pt x="314230" y="843725"/>
                  </a:lnTo>
                  <a:lnTo>
                    <a:pt x="314325" y="843344"/>
                  </a:lnTo>
                  <a:lnTo>
                    <a:pt x="314992" y="844105"/>
                  </a:lnTo>
                  <a:lnTo>
                    <a:pt x="315373" y="844391"/>
                  </a:lnTo>
                  <a:lnTo>
                    <a:pt x="315754" y="844391"/>
                  </a:lnTo>
                  <a:lnTo>
                    <a:pt x="316135" y="844010"/>
                  </a:lnTo>
                  <a:lnTo>
                    <a:pt x="315944" y="843629"/>
                  </a:lnTo>
                  <a:lnTo>
                    <a:pt x="315277" y="842963"/>
                  </a:lnTo>
                  <a:lnTo>
                    <a:pt x="315087" y="841820"/>
                  </a:lnTo>
                  <a:lnTo>
                    <a:pt x="315087" y="841343"/>
                  </a:lnTo>
                  <a:lnTo>
                    <a:pt x="315182" y="840677"/>
                  </a:lnTo>
                  <a:lnTo>
                    <a:pt x="315373" y="840105"/>
                  </a:lnTo>
                  <a:lnTo>
                    <a:pt x="315563" y="839819"/>
                  </a:lnTo>
                  <a:lnTo>
                    <a:pt x="315754" y="839534"/>
                  </a:lnTo>
                  <a:lnTo>
                    <a:pt x="315944" y="839248"/>
                  </a:lnTo>
                  <a:lnTo>
                    <a:pt x="316325" y="838200"/>
                  </a:lnTo>
                  <a:lnTo>
                    <a:pt x="316516" y="837343"/>
                  </a:lnTo>
                  <a:lnTo>
                    <a:pt x="316421" y="836390"/>
                  </a:lnTo>
                  <a:lnTo>
                    <a:pt x="315659" y="833914"/>
                  </a:lnTo>
                  <a:lnTo>
                    <a:pt x="316135" y="829437"/>
                  </a:lnTo>
                  <a:lnTo>
                    <a:pt x="316611" y="827532"/>
                  </a:lnTo>
                  <a:lnTo>
                    <a:pt x="316706" y="826484"/>
                  </a:lnTo>
                  <a:lnTo>
                    <a:pt x="316516" y="825532"/>
                  </a:lnTo>
                  <a:lnTo>
                    <a:pt x="315754" y="823531"/>
                  </a:lnTo>
                  <a:lnTo>
                    <a:pt x="315849" y="822865"/>
                  </a:lnTo>
                  <a:lnTo>
                    <a:pt x="316421" y="822103"/>
                  </a:lnTo>
                  <a:lnTo>
                    <a:pt x="316706" y="821436"/>
                  </a:lnTo>
                  <a:lnTo>
                    <a:pt x="316801" y="819912"/>
                  </a:lnTo>
                  <a:lnTo>
                    <a:pt x="316611" y="819626"/>
                  </a:lnTo>
                  <a:lnTo>
                    <a:pt x="315849" y="818769"/>
                  </a:lnTo>
                  <a:lnTo>
                    <a:pt x="315659" y="818483"/>
                  </a:lnTo>
                  <a:lnTo>
                    <a:pt x="315754" y="817817"/>
                  </a:lnTo>
                  <a:lnTo>
                    <a:pt x="316040" y="816673"/>
                  </a:lnTo>
                  <a:lnTo>
                    <a:pt x="316135" y="816007"/>
                  </a:lnTo>
                  <a:lnTo>
                    <a:pt x="316516" y="816007"/>
                  </a:lnTo>
                  <a:lnTo>
                    <a:pt x="316801" y="816864"/>
                  </a:lnTo>
                  <a:lnTo>
                    <a:pt x="317373" y="817912"/>
                  </a:lnTo>
                  <a:lnTo>
                    <a:pt x="318135" y="818769"/>
                  </a:lnTo>
                  <a:lnTo>
                    <a:pt x="318707" y="819341"/>
                  </a:lnTo>
                  <a:lnTo>
                    <a:pt x="318707" y="819626"/>
                  </a:lnTo>
                  <a:lnTo>
                    <a:pt x="318325" y="820007"/>
                  </a:lnTo>
                  <a:lnTo>
                    <a:pt x="318325" y="820388"/>
                  </a:lnTo>
                  <a:lnTo>
                    <a:pt x="318516" y="820864"/>
                  </a:lnTo>
                  <a:lnTo>
                    <a:pt x="318611" y="821436"/>
                  </a:lnTo>
                  <a:lnTo>
                    <a:pt x="318611" y="823817"/>
                  </a:lnTo>
                  <a:lnTo>
                    <a:pt x="319373" y="826770"/>
                  </a:lnTo>
                  <a:lnTo>
                    <a:pt x="319659" y="827342"/>
                  </a:lnTo>
                  <a:lnTo>
                    <a:pt x="319278" y="828104"/>
                  </a:lnTo>
                  <a:lnTo>
                    <a:pt x="319278" y="828770"/>
                  </a:lnTo>
                  <a:lnTo>
                    <a:pt x="319468" y="829437"/>
                  </a:lnTo>
                  <a:lnTo>
                    <a:pt x="319564" y="830199"/>
                  </a:lnTo>
                  <a:lnTo>
                    <a:pt x="319468" y="831056"/>
                  </a:lnTo>
                  <a:lnTo>
                    <a:pt x="318897" y="833056"/>
                  </a:lnTo>
                  <a:lnTo>
                    <a:pt x="319088" y="834771"/>
                  </a:lnTo>
                  <a:lnTo>
                    <a:pt x="319754" y="835152"/>
                  </a:lnTo>
                  <a:lnTo>
                    <a:pt x="320802" y="835152"/>
                  </a:lnTo>
                  <a:lnTo>
                    <a:pt x="322135" y="835533"/>
                  </a:lnTo>
                  <a:lnTo>
                    <a:pt x="321755" y="836200"/>
                  </a:lnTo>
                  <a:lnTo>
                    <a:pt x="321374" y="835819"/>
                  </a:lnTo>
                  <a:lnTo>
                    <a:pt x="321945" y="837057"/>
                  </a:lnTo>
                  <a:lnTo>
                    <a:pt x="323945" y="839819"/>
                  </a:lnTo>
                  <a:lnTo>
                    <a:pt x="323945" y="840962"/>
                  </a:lnTo>
                  <a:lnTo>
                    <a:pt x="324993" y="841724"/>
                  </a:lnTo>
                  <a:lnTo>
                    <a:pt x="325184" y="842201"/>
                  </a:lnTo>
                  <a:lnTo>
                    <a:pt x="324993" y="842867"/>
                  </a:lnTo>
                  <a:lnTo>
                    <a:pt x="325660" y="843058"/>
                  </a:lnTo>
                  <a:lnTo>
                    <a:pt x="326326" y="843439"/>
                  </a:lnTo>
                  <a:lnTo>
                    <a:pt x="326898" y="843915"/>
                  </a:lnTo>
                  <a:lnTo>
                    <a:pt x="327374" y="845058"/>
                  </a:lnTo>
                  <a:lnTo>
                    <a:pt x="328613" y="846772"/>
                  </a:lnTo>
                  <a:lnTo>
                    <a:pt x="328898" y="847344"/>
                  </a:lnTo>
                  <a:lnTo>
                    <a:pt x="328803" y="847725"/>
                  </a:lnTo>
                  <a:lnTo>
                    <a:pt x="328327" y="848201"/>
                  </a:lnTo>
                  <a:lnTo>
                    <a:pt x="328327" y="848582"/>
                  </a:lnTo>
                  <a:lnTo>
                    <a:pt x="328517" y="848963"/>
                  </a:lnTo>
                  <a:lnTo>
                    <a:pt x="328803" y="849249"/>
                  </a:lnTo>
                  <a:lnTo>
                    <a:pt x="329089" y="849439"/>
                  </a:lnTo>
                  <a:lnTo>
                    <a:pt x="329375" y="849630"/>
                  </a:lnTo>
                  <a:lnTo>
                    <a:pt x="329756" y="850202"/>
                  </a:lnTo>
                  <a:lnTo>
                    <a:pt x="330041" y="850868"/>
                  </a:lnTo>
                  <a:lnTo>
                    <a:pt x="330232" y="851630"/>
                  </a:lnTo>
                  <a:lnTo>
                    <a:pt x="330232" y="852488"/>
                  </a:lnTo>
                  <a:lnTo>
                    <a:pt x="330517" y="851345"/>
                  </a:lnTo>
                  <a:lnTo>
                    <a:pt x="330803" y="850963"/>
                  </a:lnTo>
                  <a:lnTo>
                    <a:pt x="331280" y="850678"/>
                  </a:lnTo>
                  <a:lnTo>
                    <a:pt x="331184" y="851726"/>
                  </a:lnTo>
                  <a:lnTo>
                    <a:pt x="331184" y="852106"/>
                  </a:lnTo>
                  <a:lnTo>
                    <a:pt x="331280" y="852488"/>
                  </a:lnTo>
                  <a:lnTo>
                    <a:pt x="330613" y="853059"/>
                  </a:lnTo>
                  <a:lnTo>
                    <a:pt x="330613" y="853821"/>
                  </a:lnTo>
                  <a:lnTo>
                    <a:pt x="331280" y="855440"/>
                  </a:lnTo>
                  <a:lnTo>
                    <a:pt x="331280" y="856012"/>
                  </a:lnTo>
                  <a:lnTo>
                    <a:pt x="331280" y="856583"/>
                  </a:lnTo>
                  <a:lnTo>
                    <a:pt x="331375" y="857155"/>
                  </a:lnTo>
                  <a:lnTo>
                    <a:pt x="331660" y="857631"/>
                  </a:lnTo>
                  <a:lnTo>
                    <a:pt x="332137" y="856869"/>
                  </a:lnTo>
                  <a:lnTo>
                    <a:pt x="332423" y="857536"/>
                  </a:lnTo>
                  <a:lnTo>
                    <a:pt x="332708" y="859441"/>
                  </a:lnTo>
                  <a:lnTo>
                    <a:pt x="335471" y="861631"/>
                  </a:lnTo>
                  <a:lnTo>
                    <a:pt x="336137" y="862013"/>
                  </a:lnTo>
                  <a:lnTo>
                    <a:pt x="336804" y="862775"/>
                  </a:lnTo>
                  <a:lnTo>
                    <a:pt x="337090" y="866680"/>
                  </a:lnTo>
                  <a:lnTo>
                    <a:pt x="337471" y="868299"/>
                  </a:lnTo>
                  <a:lnTo>
                    <a:pt x="337090" y="868680"/>
                  </a:lnTo>
                  <a:lnTo>
                    <a:pt x="336995" y="869347"/>
                  </a:lnTo>
                  <a:lnTo>
                    <a:pt x="337185" y="871442"/>
                  </a:lnTo>
                  <a:lnTo>
                    <a:pt x="337280" y="872014"/>
                  </a:lnTo>
                  <a:lnTo>
                    <a:pt x="337852" y="873157"/>
                  </a:lnTo>
                  <a:lnTo>
                    <a:pt x="338614" y="875062"/>
                  </a:lnTo>
                  <a:lnTo>
                    <a:pt x="338804" y="875347"/>
                  </a:lnTo>
                  <a:lnTo>
                    <a:pt x="338423" y="875538"/>
                  </a:lnTo>
                  <a:lnTo>
                    <a:pt x="338042" y="876014"/>
                  </a:lnTo>
                  <a:lnTo>
                    <a:pt x="337471" y="877157"/>
                  </a:lnTo>
                  <a:lnTo>
                    <a:pt x="338042" y="877634"/>
                  </a:lnTo>
                  <a:lnTo>
                    <a:pt x="339281" y="879062"/>
                  </a:lnTo>
                  <a:lnTo>
                    <a:pt x="339757" y="879348"/>
                  </a:lnTo>
                  <a:lnTo>
                    <a:pt x="340614" y="883730"/>
                  </a:lnTo>
                  <a:lnTo>
                    <a:pt x="340424" y="884396"/>
                  </a:lnTo>
                  <a:lnTo>
                    <a:pt x="340138" y="884587"/>
                  </a:lnTo>
                  <a:lnTo>
                    <a:pt x="339757" y="884682"/>
                  </a:lnTo>
                  <a:lnTo>
                    <a:pt x="339185" y="884968"/>
                  </a:lnTo>
                  <a:lnTo>
                    <a:pt x="338900" y="885063"/>
                  </a:lnTo>
                  <a:lnTo>
                    <a:pt x="338804" y="884968"/>
                  </a:lnTo>
                  <a:lnTo>
                    <a:pt x="338804" y="885539"/>
                  </a:lnTo>
                  <a:lnTo>
                    <a:pt x="339281" y="886111"/>
                  </a:lnTo>
                  <a:lnTo>
                    <a:pt x="341567" y="885825"/>
                  </a:lnTo>
                  <a:lnTo>
                    <a:pt x="342043" y="886111"/>
                  </a:lnTo>
                  <a:lnTo>
                    <a:pt x="341757" y="886587"/>
                  </a:lnTo>
                  <a:lnTo>
                    <a:pt x="341281" y="886682"/>
                  </a:lnTo>
                  <a:lnTo>
                    <a:pt x="340709" y="886682"/>
                  </a:lnTo>
                  <a:lnTo>
                    <a:pt x="340328" y="886873"/>
                  </a:lnTo>
                  <a:lnTo>
                    <a:pt x="340138" y="887254"/>
                  </a:lnTo>
                  <a:lnTo>
                    <a:pt x="340138" y="887635"/>
                  </a:lnTo>
                  <a:lnTo>
                    <a:pt x="340519" y="887921"/>
                  </a:lnTo>
                  <a:lnTo>
                    <a:pt x="341185" y="888016"/>
                  </a:lnTo>
                  <a:lnTo>
                    <a:pt x="342614" y="887635"/>
                  </a:lnTo>
                  <a:lnTo>
                    <a:pt x="342805" y="887825"/>
                  </a:lnTo>
                  <a:lnTo>
                    <a:pt x="342709" y="888587"/>
                  </a:lnTo>
                  <a:lnTo>
                    <a:pt x="342519" y="888968"/>
                  </a:lnTo>
                  <a:lnTo>
                    <a:pt x="342138" y="889254"/>
                  </a:lnTo>
                  <a:lnTo>
                    <a:pt x="341757" y="889730"/>
                  </a:lnTo>
                  <a:lnTo>
                    <a:pt x="341471" y="890397"/>
                  </a:lnTo>
                  <a:lnTo>
                    <a:pt x="341376" y="891921"/>
                  </a:lnTo>
                  <a:lnTo>
                    <a:pt x="341757" y="892683"/>
                  </a:lnTo>
                  <a:lnTo>
                    <a:pt x="341757" y="893064"/>
                  </a:lnTo>
                  <a:lnTo>
                    <a:pt x="341567" y="893159"/>
                  </a:lnTo>
                  <a:lnTo>
                    <a:pt x="341185" y="893064"/>
                  </a:lnTo>
                  <a:lnTo>
                    <a:pt x="340805" y="893064"/>
                  </a:lnTo>
                  <a:lnTo>
                    <a:pt x="340614" y="893255"/>
                  </a:lnTo>
                  <a:lnTo>
                    <a:pt x="340233" y="894397"/>
                  </a:lnTo>
                  <a:lnTo>
                    <a:pt x="339566" y="895541"/>
                  </a:lnTo>
                  <a:lnTo>
                    <a:pt x="339185" y="896684"/>
                  </a:lnTo>
                  <a:lnTo>
                    <a:pt x="339566" y="897827"/>
                  </a:lnTo>
                  <a:lnTo>
                    <a:pt x="340042" y="898112"/>
                  </a:lnTo>
                  <a:lnTo>
                    <a:pt x="340614" y="898208"/>
                  </a:lnTo>
                  <a:lnTo>
                    <a:pt x="341185" y="898208"/>
                  </a:lnTo>
                  <a:lnTo>
                    <a:pt x="341757" y="898303"/>
                  </a:lnTo>
                  <a:lnTo>
                    <a:pt x="342233" y="898493"/>
                  </a:lnTo>
                  <a:lnTo>
                    <a:pt x="342900" y="898970"/>
                  </a:lnTo>
                  <a:lnTo>
                    <a:pt x="343376" y="899065"/>
                  </a:lnTo>
                  <a:lnTo>
                    <a:pt x="343757" y="899255"/>
                  </a:lnTo>
                  <a:lnTo>
                    <a:pt x="343662" y="899636"/>
                  </a:lnTo>
                  <a:lnTo>
                    <a:pt x="343281" y="900017"/>
                  </a:lnTo>
                  <a:lnTo>
                    <a:pt x="342614" y="900208"/>
                  </a:lnTo>
                  <a:lnTo>
                    <a:pt x="340614" y="900208"/>
                  </a:lnTo>
                  <a:lnTo>
                    <a:pt x="339376" y="900398"/>
                  </a:lnTo>
                  <a:lnTo>
                    <a:pt x="338709" y="900779"/>
                  </a:lnTo>
                  <a:lnTo>
                    <a:pt x="338423" y="901446"/>
                  </a:lnTo>
                  <a:lnTo>
                    <a:pt x="338328" y="902684"/>
                  </a:lnTo>
                  <a:lnTo>
                    <a:pt x="338042" y="903827"/>
                  </a:lnTo>
                  <a:lnTo>
                    <a:pt x="338138" y="904399"/>
                  </a:lnTo>
                  <a:lnTo>
                    <a:pt x="338804" y="904685"/>
                  </a:lnTo>
                  <a:lnTo>
                    <a:pt x="339090" y="904875"/>
                  </a:lnTo>
                  <a:lnTo>
                    <a:pt x="340424" y="906113"/>
                  </a:lnTo>
                  <a:lnTo>
                    <a:pt x="342138" y="906780"/>
                  </a:lnTo>
                  <a:lnTo>
                    <a:pt x="342995" y="907256"/>
                  </a:lnTo>
                  <a:lnTo>
                    <a:pt x="343376" y="908113"/>
                  </a:lnTo>
                  <a:lnTo>
                    <a:pt x="342900" y="909161"/>
                  </a:lnTo>
                  <a:lnTo>
                    <a:pt x="341757" y="909828"/>
                  </a:lnTo>
                  <a:lnTo>
                    <a:pt x="337090" y="910780"/>
                  </a:lnTo>
                  <a:lnTo>
                    <a:pt x="336042" y="911066"/>
                  </a:lnTo>
                  <a:lnTo>
                    <a:pt x="335185" y="911638"/>
                  </a:lnTo>
                  <a:lnTo>
                    <a:pt x="334518" y="912590"/>
                  </a:lnTo>
                  <a:lnTo>
                    <a:pt x="334423" y="913638"/>
                  </a:lnTo>
                  <a:lnTo>
                    <a:pt x="334804" y="914591"/>
                  </a:lnTo>
                  <a:lnTo>
                    <a:pt x="335661" y="915448"/>
                  </a:lnTo>
                  <a:lnTo>
                    <a:pt x="336042" y="915638"/>
                  </a:lnTo>
                  <a:lnTo>
                    <a:pt x="336995" y="915924"/>
                  </a:lnTo>
                  <a:lnTo>
                    <a:pt x="337471" y="916114"/>
                  </a:lnTo>
                  <a:lnTo>
                    <a:pt x="338804" y="915353"/>
                  </a:lnTo>
                  <a:lnTo>
                    <a:pt x="339852" y="914495"/>
                  </a:lnTo>
                  <a:lnTo>
                    <a:pt x="340995" y="913829"/>
                  </a:lnTo>
                  <a:lnTo>
                    <a:pt x="342709" y="913543"/>
                  </a:lnTo>
                  <a:lnTo>
                    <a:pt x="343091" y="913733"/>
                  </a:lnTo>
                  <a:lnTo>
                    <a:pt x="343472" y="914210"/>
                  </a:lnTo>
                  <a:lnTo>
                    <a:pt x="343662" y="914876"/>
                  </a:lnTo>
                  <a:lnTo>
                    <a:pt x="343472" y="915448"/>
                  </a:lnTo>
                  <a:lnTo>
                    <a:pt x="342709" y="916019"/>
                  </a:lnTo>
                  <a:lnTo>
                    <a:pt x="341185" y="916877"/>
                  </a:lnTo>
                  <a:lnTo>
                    <a:pt x="340709" y="917448"/>
                  </a:lnTo>
                  <a:lnTo>
                    <a:pt x="341471" y="917448"/>
                  </a:lnTo>
                  <a:lnTo>
                    <a:pt x="341471" y="917829"/>
                  </a:lnTo>
                  <a:lnTo>
                    <a:pt x="340328" y="918020"/>
                  </a:lnTo>
                  <a:lnTo>
                    <a:pt x="339662" y="918210"/>
                  </a:lnTo>
                  <a:lnTo>
                    <a:pt x="339281" y="918496"/>
                  </a:lnTo>
                  <a:lnTo>
                    <a:pt x="339185" y="919258"/>
                  </a:lnTo>
                  <a:lnTo>
                    <a:pt x="339566" y="919734"/>
                  </a:lnTo>
                  <a:lnTo>
                    <a:pt x="339852" y="920210"/>
                  </a:lnTo>
                  <a:lnTo>
                    <a:pt x="339471" y="920877"/>
                  </a:lnTo>
                  <a:lnTo>
                    <a:pt x="339471" y="921448"/>
                  </a:lnTo>
                  <a:lnTo>
                    <a:pt x="340042" y="922115"/>
                  </a:lnTo>
                  <a:lnTo>
                    <a:pt x="340709" y="922687"/>
                  </a:lnTo>
                  <a:lnTo>
                    <a:pt x="341090" y="923068"/>
                  </a:lnTo>
                  <a:lnTo>
                    <a:pt x="343567" y="922877"/>
                  </a:lnTo>
                  <a:lnTo>
                    <a:pt x="343091" y="923735"/>
                  </a:lnTo>
                  <a:lnTo>
                    <a:pt x="343186" y="924306"/>
                  </a:lnTo>
                  <a:lnTo>
                    <a:pt x="343567" y="924973"/>
                  </a:lnTo>
                  <a:lnTo>
                    <a:pt x="343948" y="925830"/>
                  </a:lnTo>
                  <a:lnTo>
                    <a:pt x="344043" y="926402"/>
                  </a:lnTo>
                  <a:lnTo>
                    <a:pt x="343948" y="928211"/>
                  </a:lnTo>
                  <a:lnTo>
                    <a:pt x="343662" y="928402"/>
                  </a:lnTo>
                  <a:lnTo>
                    <a:pt x="342995" y="928497"/>
                  </a:lnTo>
                  <a:lnTo>
                    <a:pt x="342329" y="928783"/>
                  </a:lnTo>
                  <a:lnTo>
                    <a:pt x="341662" y="929926"/>
                  </a:lnTo>
                  <a:lnTo>
                    <a:pt x="340900" y="930593"/>
                  </a:lnTo>
                  <a:lnTo>
                    <a:pt x="339947" y="931164"/>
                  </a:lnTo>
                  <a:lnTo>
                    <a:pt x="338995" y="931355"/>
                  </a:lnTo>
                  <a:lnTo>
                    <a:pt x="336423" y="931355"/>
                  </a:lnTo>
                  <a:lnTo>
                    <a:pt x="335375" y="931736"/>
                  </a:lnTo>
                  <a:lnTo>
                    <a:pt x="334899" y="932879"/>
                  </a:lnTo>
                  <a:lnTo>
                    <a:pt x="339185" y="932879"/>
                  </a:lnTo>
                  <a:lnTo>
                    <a:pt x="341376" y="932117"/>
                  </a:lnTo>
                  <a:lnTo>
                    <a:pt x="342519" y="932117"/>
                  </a:lnTo>
                  <a:lnTo>
                    <a:pt x="343186" y="932879"/>
                  </a:lnTo>
                  <a:lnTo>
                    <a:pt x="341852" y="932974"/>
                  </a:lnTo>
                  <a:lnTo>
                    <a:pt x="341185" y="933736"/>
                  </a:lnTo>
                  <a:lnTo>
                    <a:pt x="340805" y="934688"/>
                  </a:lnTo>
                  <a:lnTo>
                    <a:pt x="340328" y="935450"/>
                  </a:lnTo>
                  <a:lnTo>
                    <a:pt x="340138" y="935355"/>
                  </a:lnTo>
                  <a:lnTo>
                    <a:pt x="339757" y="935355"/>
                  </a:lnTo>
                  <a:lnTo>
                    <a:pt x="339281" y="935355"/>
                  </a:lnTo>
                  <a:lnTo>
                    <a:pt x="338900" y="935450"/>
                  </a:lnTo>
                  <a:lnTo>
                    <a:pt x="338614" y="935641"/>
                  </a:lnTo>
                  <a:lnTo>
                    <a:pt x="337757" y="936879"/>
                  </a:lnTo>
                  <a:lnTo>
                    <a:pt x="339185" y="936879"/>
                  </a:lnTo>
                  <a:lnTo>
                    <a:pt x="339281" y="937451"/>
                  </a:lnTo>
                  <a:lnTo>
                    <a:pt x="339090" y="937451"/>
                  </a:lnTo>
                  <a:lnTo>
                    <a:pt x="338804" y="937355"/>
                  </a:lnTo>
                  <a:lnTo>
                    <a:pt x="338518" y="937546"/>
                  </a:lnTo>
                  <a:lnTo>
                    <a:pt x="337852" y="938594"/>
                  </a:lnTo>
                  <a:lnTo>
                    <a:pt x="337757" y="938975"/>
                  </a:lnTo>
                  <a:lnTo>
                    <a:pt x="337757" y="939451"/>
                  </a:lnTo>
                  <a:lnTo>
                    <a:pt x="338042" y="940118"/>
                  </a:lnTo>
                  <a:lnTo>
                    <a:pt x="338138" y="940689"/>
                  </a:lnTo>
                  <a:lnTo>
                    <a:pt x="338518" y="941070"/>
                  </a:lnTo>
                  <a:lnTo>
                    <a:pt x="340138" y="942308"/>
                  </a:lnTo>
                  <a:lnTo>
                    <a:pt x="341567" y="943166"/>
                  </a:lnTo>
                  <a:lnTo>
                    <a:pt x="342138" y="943261"/>
                  </a:lnTo>
                  <a:lnTo>
                    <a:pt x="342614" y="943070"/>
                  </a:lnTo>
                  <a:lnTo>
                    <a:pt x="343186" y="942499"/>
                  </a:lnTo>
                  <a:lnTo>
                    <a:pt x="343472" y="941832"/>
                  </a:lnTo>
                  <a:lnTo>
                    <a:pt x="343472" y="941070"/>
                  </a:lnTo>
                  <a:lnTo>
                    <a:pt x="343662" y="940403"/>
                  </a:lnTo>
                  <a:lnTo>
                    <a:pt x="344234" y="940118"/>
                  </a:lnTo>
                  <a:lnTo>
                    <a:pt x="344329" y="939927"/>
                  </a:lnTo>
                  <a:lnTo>
                    <a:pt x="344996" y="939260"/>
                  </a:lnTo>
                  <a:lnTo>
                    <a:pt x="345186" y="939165"/>
                  </a:lnTo>
                  <a:lnTo>
                    <a:pt x="345376" y="938975"/>
                  </a:lnTo>
                  <a:lnTo>
                    <a:pt x="346329" y="939070"/>
                  </a:lnTo>
                  <a:lnTo>
                    <a:pt x="346710" y="938975"/>
                  </a:lnTo>
                  <a:lnTo>
                    <a:pt x="347948" y="936784"/>
                  </a:lnTo>
                  <a:lnTo>
                    <a:pt x="348425" y="936212"/>
                  </a:lnTo>
                  <a:lnTo>
                    <a:pt x="348901" y="935736"/>
                  </a:lnTo>
                  <a:lnTo>
                    <a:pt x="349187" y="935069"/>
                  </a:lnTo>
                  <a:lnTo>
                    <a:pt x="348806" y="934117"/>
                  </a:lnTo>
                  <a:lnTo>
                    <a:pt x="349663" y="935450"/>
                  </a:lnTo>
                  <a:lnTo>
                    <a:pt x="348901" y="936688"/>
                  </a:lnTo>
                  <a:lnTo>
                    <a:pt x="347758" y="937927"/>
                  </a:lnTo>
                  <a:lnTo>
                    <a:pt x="347377" y="939260"/>
                  </a:lnTo>
                  <a:lnTo>
                    <a:pt x="348520" y="940213"/>
                  </a:lnTo>
                  <a:lnTo>
                    <a:pt x="352330" y="940975"/>
                  </a:lnTo>
                  <a:lnTo>
                    <a:pt x="353092" y="942499"/>
                  </a:lnTo>
                  <a:lnTo>
                    <a:pt x="354711" y="942499"/>
                  </a:lnTo>
                  <a:lnTo>
                    <a:pt x="354044" y="942118"/>
                  </a:lnTo>
                  <a:lnTo>
                    <a:pt x="353092" y="941832"/>
                  </a:lnTo>
                  <a:lnTo>
                    <a:pt x="352139" y="941642"/>
                  </a:lnTo>
                  <a:lnTo>
                    <a:pt x="351473" y="941737"/>
                  </a:lnTo>
                  <a:lnTo>
                    <a:pt x="351282" y="942213"/>
                  </a:lnTo>
                  <a:lnTo>
                    <a:pt x="351282" y="942785"/>
                  </a:lnTo>
                  <a:lnTo>
                    <a:pt x="351187" y="943356"/>
                  </a:lnTo>
                  <a:lnTo>
                    <a:pt x="350615" y="943547"/>
                  </a:lnTo>
                  <a:lnTo>
                    <a:pt x="350044" y="943356"/>
                  </a:lnTo>
                  <a:lnTo>
                    <a:pt x="349663" y="942975"/>
                  </a:lnTo>
                  <a:lnTo>
                    <a:pt x="349282" y="942785"/>
                  </a:lnTo>
                  <a:lnTo>
                    <a:pt x="348615" y="943166"/>
                  </a:lnTo>
                  <a:lnTo>
                    <a:pt x="347758" y="943070"/>
                  </a:lnTo>
                  <a:lnTo>
                    <a:pt x="347186" y="943928"/>
                  </a:lnTo>
                  <a:lnTo>
                    <a:pt x="346900" y="945166"/>
                  </a:lnTo>
                  <a:lnTo>
                    <a:pt x="346805" y="946118"/>
                  </a:lnTo>
                  <a:lnTo>
                    <a:pt x="346996" y="948023"/>
                  </a:lnTo>
                  <a:lnTo>
                    <a:pt x="346805" y="948880"/>
                  </a:lnTo>
                  <a:lnTo>
                    <a:pt x="346139" y="949738"/>
                  </a:lnTo>
                  <a:lnTo>
                    <a:pt x="346424" y="950214"/>
                  </a:lnTo>
                  <a:lnTo>
                    <a:pt x="346043" y="951071"/>
                  </a:lnTo>
                  <a:lnTo>
                    <a:pt x="346139" y="951547"/>
                  </a:lnTo>
                  <a:lnTo>
                    <a:pt x="346615" y="951833"/>
                  </a:lnTo>
                  <a:lnTo>
                    <a:pt x="347472" y="951452"/>
                  </a:lnTo>
                  <a:lnTo>
                    <a:pt x="347948" y="951547"/>
                  </a:lnTo>
                  <a:lnTo>
                    <a:pt x="348425" y="952405"/>
                  </a:lnTo>
                  <a:lnTo>
                    <a:pt x="348520" y="954500"/>
                  </a:lnTo>
                  <a:lnTo>
                    <a:pt x="348996" y="955262"/>
                  </a:lnTo>
                  <a:lnTo>
                    <a:pt x="346900" y="955453"/>
                  </a:lnTo>
                  <a:lnTo>
                    <a:pt x="345853" y="955834"/>
                  </a:lnTo>
                  <a:lnTo>
                    <a:pt x="345376" y="956881"/>
                  </a:lnTo>
                  <a:lnTo>
                    <a:pt x="344900" y="958787"/>
                  </a:lnTo>
                  <a:lnTo>
                    <a:pt x="345186" y="959263"/>
                  </a:lnTo>
                  <a:lnTo>
                    <a:pt x="346424" y="958977"/>
                  </a:lnTo>
                  <a:lnTo>
                    <a:pt x="346139" y="959930"/>
                  </a:lnTo>
                  <a:lnTo>
                    <a:pt x="346139" y="960882"/>
                  </a:lnTo>
                  <a:lnTo>
                    <a:pt x="346424" y="961739"/>
                  </a:lnTo>
                  <a:lnTo>
                    <a:pt x="347472" y="964311"/>
                  </a:lnTo>
                  <a:lnTo>
                    <a:pt x="348139" y="965168"/>
                  </a:lnTo>
                  <a:lnTo>
                    <a:pt x="348043" y="965454"/>
                  </a:lnTo>
                  <a:lnTo>
                    <a:pt x="347758" y="965835"/>
                  </a:lnTo>
                  <a:lnTo>
                    <a:pt x="347472" y="966978"/>
                  </a:lnTo>
                  <a:lnTo>
                    <a:pt x="346805" y="968502"/>
                  </a:lnTo>
                  <a:lnTo>
                    <a:pt x="346805" y="970121"/>
                  </a:lnTo>
                  <a:lnTo>
                    <a:pt x="346329" y="971169"/>
                  </a:lnTo>
                  <a:lnTo>
                    <a:pt x="345186" y="971836"/>
                  </a:lnTo>
                  <a:lnTo>
                    <a:pt x="342805" y="972503"/>
                  </a:lnTo>
                  <a:lnTo>
                    <a:pt x="343757" y="974217"/>
                  </a:lnTo>
                  <a:lnTo>
                    <a:pt x="344424" y="974598"/>
                  </a:lnTo>
                  <a:lnTo>
                    <a:pt x="345376" y="974312"/>
                  </a:lnTo>
                  <a:lnTo>
                    <a:pt x="345567" y="975455"/>
                  </a:lnTo>
                  <a:lnTo>
                    <a:pt x="345948" y="976408"/>
                  </a:lnTo>
                  <a:lnTo>
                    <a:pt x="346139" y="977170"/>
                  </a:lnTo>
                  <a:lnTo>
                    <a:pt x="345853" y="977837"/>
                  </a:lnTo>
                  <a:lnTo>
                    <a:pt x="345472" y="978122"/>
                  </a:lnTo>
                  <a:lnTo>
                    <a:pt x="345091" y="978218"/>
                  </a:lnTo>
                  <a:lnTo>
                    <a:pt x="344805" y="978503"/>
                  </a:lnTo>
                  <a:lnTo>
                    <a:pt x="344710" y="979170"/>
                  </a:lnTo>
                  <a:lnTo>
                    <a:pt x="344900" y="979456"/>
                  </a:lnTo>
                  <a:lnTo>
                    <a:pt x="345853" y="980122"/>
                  </a:lnTo>
                  <a:lnTo>
                    <a:pt x="346234" y="980599"/>
                  </a:lnTo>
                  <a:lnTo>
                    <a:pt x="345853" y="980980"/>
                  </a:lnTo>
                  <a:lnTo>
                    <a:pt x="346139" y="981742"/>
                  </a:lnTo>
                  <a:lnTo>
                    <a:pt x="346139" y="982694"/>
                  </a:lnTo>
                  <a:lnTo>
                    <a:pt x="345948" y="983647"/>
                  </a:lnTo>
                  <a:lnTo>
                    <a:pt x="345662" y="984218"/>
                  </a:lnTo>
                  <a:lnTo>
                    <a:pt x="345472" y="984028"/>
                  </a:lnTo>
                  <a:lnTo>
                    <a:pt x="344710" y="984218"/>
                  </a:lnTo>
                  <a:lnTo>
                    <a:pt x="343948" y="984504"/>
                  </a:lnTo>
                  <a:lnTo>
                    <a:pt x="343852" y="984695"/>
                  </a:lnTo>
                  <a:lnTo>
                    <a:pt x="343376" y="984504"/>
                  </a:lnTo>
                  <a:lnTo>
                    <a:pt x="342805" y="984028"/>
                  </a:lnTo>
                  <a:lnTo>
                    <a:pt x="342519" y="983933"/>
                  </a:lnTo>
                  <a:lnTo>
                    <a:pt x="341757" y="984218"/>
                  </a:lnTo>
                  <a:lnTo>
                    <a:pt x="341281" y="984885"/>
                  </a:lnTo>
                  <a:lnTo>
                    <a:pt x="340709" y="985552"/>
                  </a:lnTo>
                  <a:lnTo>
                    <a:pt x="338995" y="986028"/>
                  </a:lnTo>
                  <a:lnTo>
                    <a:pt x="338900" y="986409"/>
                  </a:lnTo>
                  <a:lnTo>
                    <a:pt x="339090" y="986790"/>
                  </a:lnTo>
                  <a:lnTo>
                    <a:pt x="339376" y="987171"/>
                  </a:lnTo>
                  <a:lnTo>
                    <a:pt x="339852" y="987362"/>
                  </a:lnTo>
                  <a:lnTo>
                    <a:pt x="341185" y="987457"/>
                  </a:lnTo>
                  <a:lnTo>
                    <a:pt x="341757" y="987647"/>
                  </a:lnTo>
                  <a:lnTo>
                    <a:pt x="341376" y="988028"/>
                  </a:lnTo>
                  <a:lnTo>
                    <a:pt x="340995" y="988314"/>
                  </a:lnTo>
                  <a:lnTo>
                    <a:pt x="340519" y="988409"/>
                  </a:lnTo>
                  <a:lnTo>
                    <a:pt x="339947" y="988409"/>
                  </a:lnTo>
                  <a:lnTo>
                    <a:pt x="340233" y="989362"/>
                  </a:lnTo>
                  <a:lnTo>
                    <a:pt x="340042" y="990124"/>
                  </a:lnTo>
                  <a:lnTo>
                    <a:pt x="339185" y="991362"/>
                  </a:lnTo>
                  <a:lnTo>
                    <a:pt x="338900" y="991934"/>
                  </a:lnTo>
                  <a:lnTo>
                    <a:pt x="338518" y="993362"/>
                  </a:lnTo>
                  <a:lnTo>
                    <a:pt x="338138" y="994220"/>
                  </a:lnTo>
                  <a:lnTo>
                    <a:pt x="337661" y="993648"/>
                  </a:lnTo>
                  <a:lnTo>
                    <a:pt x="337090" y="993267"/>
                  </a:lnTo>
                  <a:lnTo>
                    <a:pt x="336518" y="993172"/>
                  </a:lnTo>
                  <a:lnTo>
                    <a:pt x="335947" y="993458"/>
                  </a:lnTo>
                  <a:lnTo>
                    <a:pt x="336518" y="993934"/>
                  </a:lnTo>
                  <a:lnTo>
                    <a:pt x="336899" y="994696"/>
                  </a:lnTo>
                  <a:lnTo>
                    <a:pt x="336899" y="995458"/>
                  </a:lnTo>
                  <a:lnTo>
                    <a:pt x="336328" y="996029"/>
                  </a:lnTo>
                  <a:lnTo>
                    <a:pt x="335375" y="994410"/>
                  </a:lnTo>
                  <a:lnTo>
                    <a:pt x="334709" y="993934"/>
                  </a:lnTo>
                  <a:lnTo>
                    <a:pt x="333566" y="993743"/>
                  </a:lnTo>
                  <a:lnTo>
                    <a:pt x="332899" y="994029"/>
                  </a:lnTo>
                  <a:lnTo>
                    <a:pt x="332708" y="994791"/>
                  </a:lnTo>
                  <a:lnTo>
                    <a:pt x="332708" y="997077"/>
                  </a:lnTo>
                  <a:lnTo>
                    <a:pt x="332899" y="999363"/>
                  </a:lnTo>
                  <a:lnTo>
                    <a:pt x="334613" y="1003268"/>
                  </a:lnTo>
                  <a:lnTo>
                    <a:pt x="334899" y="1005459"/>
                  </a:lnTo>
                  <a:lnTo>
                    <a:pt x="334518" y="1007745"/>
                  </a:lnTo>
                  <a:lnTo>
                    <a:pt x="334518" y="1008793"/>
                  </a:lnTo>
                  <a:lnTo>
                    <a:pt x="335471" y="1010317"/>
                  </a:lnTo>
                  <a:lnTo>
                    <a:pt x="336328" y="1013460"/>
                  </a:lnTo>
                  <a:lnTo>
                    <a:pt x="336328" y="1014603"/>
                  </a:lnTo>
                  <a:lnTo>
                    <a:pt x="335756" y="1016508"/>
                  </a:lnTo>
                  <a:lnTo>
                    <a:pt x="335471" y="1018985"/>
                  </a:lnTo>
                  <a:lnTo>
                    <a:pt x="335185" y="1019842"/>
                  </a:lnTo>
                  <a:lnTo>
                    <a:pt x="334327" y="1022033"/>
                  </a:lnTo>
                  <a:lnTo>
                    <a:pt x="334232" y="1022413"/>
                  </a:lnTo>
                  <a:lnTo>
                    <a:pt x="334232" y="1022795"/>
                  </a:lnTo>
                  <a:lnTo>
                    <a:pt x="334423" y="1023366"/>
                  </a:lnTo>
                  <a:lnTo>
                    <a:pt x="335471" y="1025080"/>
                  </a:lnTo>
                  <a:lnTo>
                    <a:pt x="335471" y="1027462"/>
                  </a:lnTo>
                  <a:lnTo>
                    <a:pt x="335756" y="1029176"/>
                  </a:lnTo>
                  <a:lnTo>
                    <a:pt x="335756" y="1029653"/>
                  </a:lnTo>
                  <a:lnTo>
                    <a:pt x="335661" y="1030796"/>
                  </a:lnTo>
                  <a:lnTo>
                    <a:pt x="335661" y="1031272"/>
                  </a:lnTo>
                  <a:lnTo>
                    <a:pt x="335851" y="1031653"/>
                  </a:lnTo>
                  <a:lnTo>
                    <a:pt x="336328" y="1032415"/>
                  </a:lnTo>
                  <a:lnTo>
                    <a:pt x="336423" y="1032891"/>
                  </a:lnTo>
                  <a:lnTo>
                    <a:pt x="336804" y="1033463"/>
                  </a:lnTo>
                  <a:lnTo>
                    <a:pt x="337757" y="1032701"/>
                  </a:lnTo>
                  <a:lnTo>
                    <a:pt x="339281" y="1030605"/>
                  </a:lnTo>
                  <a:lnTo>
                    <a:pt x="342138" y="1024604"/>
                  </a:lnTo>
                  <a:lnTo>
                    <a:pt x="343281" y="1022985"/>
                  </a:lnTo>
                  <a:lnTo>
                    <a:pt x="344424" y="1021747"/>
                  </a:lnTo>
                  <a:lnTo>
                    <a:pt x="344900" y="1020889"/>
                  </a:lnTo>
                  <a:lnTo>
                    <a:pt x="345281" y="1018794"/>
                  </a:lnTo>
                  <a:lnTo>
                    <a:pt x="346139" y="1016127"/>
                  </a:lnTo>
                  <a:lnTo>
                    <a:pt x="346805" y="1014794"/>
                  </a:lnTo>
                  <a:lnTo>
                    <a:pt x="346996" y="1014508"/>
                  </a:lnTo>
                  <a:lnTo>
                    <a:pt x="347282" y="1014317"/>
                  </a:lnTo>
                  <a:lnTo>
                    <a:pt x="347663" y="1014127"/>
                  </a:lnTo>
                  <a:lnTo>
                    <a:pt x="348615" y="1010888"/>
                  </a:lnTo>
                  <a:lnTo>
                    <a:pt x="349187" y="1008126"/>
                  </a:lnTo>
                  <a:lnTo>
                    <a:pt x="349949" y="1006126"/>
                  </a:lnTo>
                  <a:lnTo>
                    <a:pt x="349949" y="1005078"/>
                  </a:lnTo>
                  <a:lnTo>
                    <a:pt x="349187" y="1001744"/>
                  </a:lnTo>
                  <a:lnTo>
                    <a:pt x="348806" y="1001173"/>
                  </a:lnTo>
                  <a:lnTo>
                    <a:pt x="347758" y="1000316"/>
                  </a:lnTo>
                  <a:lnTo>
                    <a:pt x="347567" y="999649"/>
                  </a:lnTo>
                  <a:lnTo>
                    <a:pt x="348043" y="997363"/>
                  </a:lnTo>
                  <a:lnTo>
                    <a:pt x="348520" y="996125"/>
                  </a:lnTo>
                  <a:lnTo>
                    <a:pt x="350806" y="993077"/>
                  </a:lnTo>
                  <a:lnTo>
                    <a:pt x="351854" y="992219"/>
                  </a:lnTo>
                  <a:lnTo>
                    <a:pt x="352330" y="992029"/>
                  </a:lnTo>
                  <a:lnTo>
                    <a:pt x="353473" y="991934"/>
                  </a:lnTo>
                  <a:lnTo>
                    <a:pt x="353854" y="991838"/>
                  </a:lnTo>
                  <a:lnTo>
                    <a:pt x="354235" y="991362"/>
                  </a:lnTo>
                  <a:lnTo>
                    <a:pt x="354425" y="990886"/>
                  </a:lnTo>
                  <a:lnTo>
                    <a:pt x="354616" y="990314"/>
                  </a:lnTo>
                  <a:lnTo>
                    <a:pt x="355092" y="989838"/>
                  </a:lnTo>
                  <a:lnTo>
                    <a:pt x="355759" y="989552"/>
                  </a:lnTo>
                  <a:lnTo>
                    <a:pt x="356235" y="989647"/>
                  </a:lnTo>
                  <a:lnTo>
                    <a:pt x="356711" y="989838"/>
                  </a:lnTo>
                  <a:lnTo>
                    <a:pt x="357283" y="989838"/>
                  </a:lnTo>
                  <a:lnTo>
                    <a:pt x="359188" y="988981"/>
                  </a:lnTo>
                  <a:lnTo>
                    <a:pt x="359474" y="988886"/>
                  </a:lnTo>
                  <a:lnTo>
                    <a:pt x="359855" y="988409"/>
                  </a:lnTo>
                  <a:lnTo>
                    <a:pt x="360045" y="988028"/>
                  </a:lnTo>
                  <a:lnTo>
                    <a:pt x="360235" y="986980"/>
                  </a:lnTo>
                  <a:lnTo>
                    <a:pt x="360235" y="986219"/>
                  </a:lnTo>
                  <a:lnTo>
                    <a:pt x="359855" y="985171"/>
                  </a:lnTo>
                  <a:lnTo>
                    <a:pt x="359759" y="984504"/>
                  </a:lnTo>
                  <a:lnTo>
                    <a:pt x="359759" y="983933"/>
                  </a:lnTo>
                  <a:lnTo>
                    <a:pt x="359855" y="983361"/>
                  </a:lnTo>
                  <a:lnTo>
                    <a:pt x="360045" y="982789"/>
                  </a:lnTo>
                  <a:lnTo>
                    <a:pt x="360331" y="982313"/>
                  </a:lnTo>
                  <a:lnTo>
                    <a:pt x="360807" y="981837"/>
                  </a:lnTo>
                  <a:lnTo>
                    <a:pt x="360998" y="981742"/>
                  </a:lnTo>
                  <a:lnTo>
                    <a:pt x="361283" y="981837"/>
                  </a:lnTo>
                  <a:lnTo>
                    <a:pt x="361950" y="981932"/>
                  </a:lnTo>
                  <a:lnTo>
                    <a:pt x="362522" y="982123"/>
                  </a:lnTo>
                  <a:lnTo>
                    <a:pt x="363093" y="982409"/>
                  </a:lnTo>
                  <a:lnTo>
                    <a:pt x="363569" y="982409"/>
                  </a:lnTo>
                  <a:lnTo>
                    <a:pt x="364046" y="981742"/>
                  </a:lnTo>
                  <a:lnTo>
                    <a:pt x="364522" y="980122"/>
                  </a:lnTo>
                  <a:lnTo>
                    <a:pt x="364712" y="979646"/>
                  </a:lnTo>
                  <a:lnTo>
                    <a:pt x="365570" y="978789"/>
                  </a:lnTo>
                  <a:lnTo>
                    <a:pt x="367665" y="977741"/>
                  </a:lnTo>
                  <a:lnTo>
                    <a:pt x="368046" y="977455"/>
                  </a:lnTo>
                  <a:lnTo>
                    <a:pt x="368617" y="976979"/>
                  </a:lnTo>
                  <a:lnTo>
                    <a:pt x="368999" y="976503"/>
                  </a:lnTo>
                  <a:lnTo>
                    <a:pt x="369475" y="975360"/>
                  </a:lnTo>
                  <a:lnTo>
                    <a:pt x="369856" y="974884"/>
                  </a:lnTo>
                  <a:lnTo>
                    <a:pt x="370332" y="974598"/>
                  </a:lnTo>
                  <a:lnTo>
                    <a:pt x="371475" y="974217"/>
                  </a:lnTo>
                  <a:lnTo>
                    <a:pt x="371856" y="973741"/>
                  </a:lnTo>
                  <a:lnTo>
                    <a:pt x="373475" y="968978"/>
                  </a:lnTo>
                  <a:lnTo>
                    <a:pt x="374142" y="967740"/>
                  </a:lnTo>
                  <a:lnTo>
                    <a:pt x="375857" y="965740"/>
                  </a:lnTo>
                  <a:lnTo>
                    <a:pt x="376523" y="964502"/>
                  </a:lnTo>
                  <a:lnTo>
                    <a:pt x="377285" y="962311"/>
                  </a:lnTo>
                  <a:lnTo>
                    <a:pt x="377857" y="961454"/>
                  </a:lnTo>
                  <a:lnTo>
                    <a:pt x="379857" y="959263"/>
                  </a:lnTo>
                  <a:lnTo>
                    <a:pt x="380143" y="958405"/>
                  </a:lnTo>
                  <a:lnTo>
                    <a:pt x="380238" y="957453"/>
                  </a:lnTo>
                  <a:lnTo>
                    <a:pt x="380524" y="956120"/>
                  </a:lnTo>
                  <a:lnTo>
                    <a:pt x="381000" y="955262"/>
                  </a:lnTo>
                  <a:lnTo>
                    <a:pt x="382524" y="953738"/>
                  </a:lnTo>
                  <a:lnTo>
                    <a:pt x="383191" y="952881"/>
                  </a:lnTo>
                  <a:lnTo>
                    <a:pt x="383667" y="951833"/>
                  </a:lnTo>
                  <a:lnTo>
                    <a:pt x="383858" y="950976"/>
                  </a:lnTo>
                  <a:lnTo>
                    <a:pt x="383762" y="948785"/>
                  </a:lnTo>
                  <a:lnTo>
                    <a:pt x="383858" y="947547"/>
                  </a:lnTo>
                  <a:lnTo>
                    <a:pt x="384334" y="946690"/>
                  </a:lnTo>
                  <a:lnTo>
                    <a:pt x="385191" y="946118"/>
                  </a:lnTo>
                  <a:lnTo>
                    <a:pt x="386429" y="945833"/>
                  </a:lnTo>
                  <a:lnTo>
                    <a:pt x="388620" y="945737"/>
                  </a:lnTo>
                  <a:lnTo>
                    <a:pt x="389287" y="945261"/>
                  </a:lnTo>
                  <a:lnTo>
                    <a:pt x="392716" y="940689"/>
                  </a:lnTo>
                  <a:lnTo>
                    <a:pt x="393192" y="939451"/>
                  </a:lnTo>
                  <a:lnTo>
                    <a:pt x="393954" y="935927"/>
                  </a:lnTo>
                  <a:lnTo>
                    <a:pt x="393859" y="935450"/>
                  </a:lnTo>
                  <a:lnTo>
                    <a:pt x="393001" y="935164"/>
                  </a:lnTo>
                  <a:lnTo>
                    <a:pt x="391954" y="934498"/>
                  </a:lnTo>
                  <a:lnTo>
                    <a:pt x="391001" y="933641"/>
                  </a:lnTo>
                  <a:lnTo>
                    <a:pt x="390334" y="932783"/>
                  </a:lnTo>
                  <a:lnTo>
                    <a:pt x="389954" y="931545"/>
                  </a:lnTo>
                  <a:lnTo>
                    <a:pt x="390144" y="930402"/>
                  </a:lnTo>
                  <a:lnTo>
                    <a:pt x="391001" y="928211"/>
                  </a:lnTo>
                  <a:lnTo>
                    <a:pt x="391097" y="927163"/>
                  </a:lnTo>
                  <a:lnTo>
                    <a:pt x="390716" y="926211"/>
                  </a:lnTo>
                  <a:lnTo>
                    <a:pt x="389954" y="925544"/>
                  </a:lnTo>
                  <a:lnTo>
                    <a:pt x="389001" y="925259"/>
                  </a:lnTo>
                  <a:lnTo>
                    <a:pt x="388144" y="924497"/>
                  </a:lnTo>
                  <a:lnTo>
                    <a:pt x="388334" y="922972"/>
                  </a:lnTo>
                  <a:lnTo>
                    <a:pt x="389192" y="920401"/>
                  </a:lnTo>
                  <a:lnTo>
                    <a:pt x="389287" y="919829"/>
                  </a:lnTo>
                  <a:lnTo>
                    <a:pt x="389477" y="919258"/>
                  </a:lnTo>
                  <a:lnTo>
                    <a:pt x="389573" y="918781"/>
                  </a:lnTo>
                  <a:lnTo>
                    <a:pt x="389382" y="918305"/>
                  </a:lnTo>
                  <a:lnTo>
                    <a:pt x="388906" y="918115"/>
                  </a:lnTo>
                  <a:lnTo>
                    <a:pt x="388334" y="918115"/>
                  </a:lnTo>
                  <a:lnTo>
                    <a:pt x="385382" y="919067"/>
                  </a:lnTo>
                  <a:lnTo>
                    <a:pt x="384620" y="918877"/>
                  </a:lnTo>
                  <a:lnTo>
                    <a:pt x="384429" y="917924"/>
                  </a:lnTo>
                  <a:lnTo>
                    <a:pt x="384715" y="917448"/>
                  </a:lnTo>
                  <a:lnTo>
                    <a:pt x="385191" y="917067"/>
                  </a:lnTo>
                  <a:lnTo>
                    <a:pt x="385667" y="916591"/>
                  </a:lnTo>
                  <a:lnTo>
                    <a:pt x="385763" y="915829"/>
                  </a:lnTo>
                  <a:lnTo>
                    <a:pt x="385572" y="915257"/>
                  </a:lnTo>
                  <a:lnTo>
                    <a:pt x="385000" y="914210"/>
                  </a:lnTo>
                  <a:lnTo>
                    <a:pt x="384810" y="913638"/>
                  </a:lnTo>
                  <a:lnTo>
                    <a:pt x="384810" y="913067"/>
                  </a:lnTo>
                  <a:lnTo>
                    <a:pt x="384905" y="912114"/>
                  </a:lnTo>
                  <a:lnTo>
                    <a:pt x="384810" y="911543"/>
                  </a:lnTo>
                  <a:lnTo>
                    <a:pt x="384429" y="910971"/>
                  </a:lnTo>
                  <a:lnTo>
                    <a:pt x="383667" y="910019"/>
                  </a:lnTo>
                  <a:lnTo>
                    <a:pt x="383381" y="909352"/>
                  </a:lnTo>
                  <a:lnTo>
                    <a:pt x="383191" y="908304"/>
                  </a:lnTo>
                  <a:lnTo>
                    <a:pt x="383096" y="905351"/>
                  </a:lnTo>
                  <a:lnTo>
                    <a:pt x="382715" y="904208"/>
                  </a:lnTo>
                  <a:lnTo>
                    <a:pt x="381476" y="902018"/>
                  </a:lnTo>
                  <a:lnTo>
                    <a:pt x="381286" y="900875"/>
                  </a:lnTo>
                  <a:lnTo>
                    <a:pt x="381381" y="900303"/>
                  </a:lnTo>
                  <a:lnTo>
                    <a:pt x="381952" y="899160"/>
                  </a:lnTo>
                  <a:lnTo>
                    <a:pt x="382143" y="898588"/>
                  </a:lnTo>
                  <a:lnTo>
                    <a:pt x="382334" y="897446"/>
                  </a:lnTo>
                  <a:lnTo>
                    <a:pt x="382334" y="896303"/>
                  </a:lnTo>
                  <a:lnTo>
                    <a:pt x="382238" y="895445"/>
                  </a:lnTo>
                  <a:lnTo>
                    <a:pt x="382143" y="894969"/>
                  </a:lnTo>
                  <a:lnTo>
                    <a:pt x="381667" y="894207"/>
                  </a:lnTo>
                  <a:lnTo>
                    <a:pt x="379095" y="892778"/>
                  </a:lnTo>
                  <a:lnTo>
                    <a:pt x="378524" y="892302"/>
                  </a:lnTo>
                  <a:lnTo>
                    <a:pt x="378047" y="891730"/>
                  </a:lnTo>
                  <a:lnTo>
                    <a:pt x="377666" y="891159"/>
                  </a:lnTo>
                  <a:lnTo>
                    <a:pt x="377285" y="890778"/>
                  </a:lnTo>
                  <a:lnTo>
                    <a:pt x="376047" y="890397"/>
                  </a:lnTo>
                  <a:lnTo>
                    <a:pt x="375571" y="890111"/>
                  </a:lnTo>
                  <a:lnTo>
                    <a:pt x="375380" y="889730"/>
                  </a:lnTo>
                  <a:lnTo>
                    <a:pt x="375285" y="888683"/>
                  </a:lnTo>
                  <a:lnTo>
                    <a:pt x="375095" y="888206"/>
                  </a:lnTo>
                  <a:lnTo>
                    <a:pt x="374523" y="887825"/>
                  </a:lnTo>
                  <a:lnTo>
                    <a:pt x="373285" y="887635"/>
                  </a:lnTo>
                  <a:lnTo>
                    <a:pt x="372809" y="887444"/>
                  </a:lnTo>
                  <a:lnTo>
                    <a:pt x="372237" y="886492"/>
                  </a:lnTo>
                  <a:lnTo>
                    <a:pt x="372237" y="885539"/>
                  </a:lnTo>
                  <a:lnTo>
                    <a:pt x="372332" y="884492"/>
                  </a:lnTo>
                  <a:lnTo>
                    <a:pt x="372142" y="883348"/>
                  </a:lnTo>
                  <a:lnTo>
                    <a:pt x="371761" y="882682"/>
                  </a:lnTo>
                  <a:lnTo>
                    <a:pt x="370713" y="881634"/>
                  </a:lnTo>
                  <a:lnTo>
                    <a:pt x="370332" y="881063"/>
                  </a:lnTo>
                  <a:lnTo>
                    <a:pt x="370142" y="880491"/>
                  </a:lnTo>
                  <a:lnTo>
                    <a:pt x="369951" y="878872"/>
                  </a:lnTo>
                  <a:lnTo>
                    <a:pt x="369284" y="877253"/>
                  </a:lnTo>
                  <a:lnTo>
                    <a:pt x="369189" y="876776"/>
                  </a:lnTo>
                  <a:lnTo>
                    <a:pt x="369284" y="876110"/>
                  </a:lnTo>
                  <a:lnTo>
                    <a:pt x="369475" y="875633"/>
                  </a:lnTo>
                  <a:lnTo>
                    <a:pt x="369760" y="875157"/>
                  </a:lnTo>
                  <a:lnTo>
                    <a:pt x="369951" y="874586"/>
                  </a:lnTo>
                  <a:lnTo>
                    <a:pt x="369856" y="873538"/>
                  </a:lnTo>
                  <a:lnTo>
                    <a:pt x="369094" y="872490"/>
                  </a:lnTo>
                  <a:lnTo>
                    <a:pt x="368141" y="871633"/>
                  </a:lnTo>
                  <a:lnTo>
                    <a:pt x="367284" y="871061"/>
                  </a:lnTo>
                  <a:lnTo>
                    <a:pt x="366141" y="870204"/>
                  </a:lnTo>
                  <a:lnTo>
                    <a:pt x="365855" y="869156"/>
                  </a:lnTo>
                  <a:lnTo>
                    <a:pt x="366141" y="867918"/>
                  </a:lnTo>
                  <a:lnTo>
                    <a:pt x="366617" y="866680"/>
                  </a:lnTo>
                  <a:lnTo>
                    <a:pt x="366808" y="865346"/>
                  </a:lnTo>
                  <a:lnTo>
                    <a:pt x="366617" y="864108"/>
                  </a:lnTo>
                  <a:lnTo>
                    <a:pt x="366617" y="863060"/>
                  </a:lnTo>
                  <a:lnTo>
                    <a:pt x="367284" y="862203"/>
                  </a:lnTo>
                  <a:lnTo>
                    <a:pt x="368332" y="861822"/>
                  </a:lnTo>
                  <a:lnTo>
                    <a:pt x="370427" y="861631"/>
                  </a:lnTo>
                  <a:lnTo>
                    <a:pt x="371189" y="860965"/>
                  </a:lnTo>
                  <a:lnTo>
                    <a:pt x="371189" y="860965"/>
                  </a:lnTo>
                  <a:lnTo>
                    <a:pt x="371380" y="860012"/>
                  </a:lnTo>
                  <a:lnTo>
                    <a:pt x="371189" y="858869"/>
                  </a:lnTo>
                  <a:lnTo>
                    <a:pt x="370523" y="856869"/>
                  </a:lnTo>
                  <a:lnTo>
                    <a:pt x="370523" y="856107"/>
                  </a:lnTo>
                  <a:lnTo>
                    <a:pt x="370713" y="855631"/>
                  </a:lnTo>
                  <a:lnTo>
                    <a:pt x="370999" y="855155"/>
                  </a:lnTo>
                  <a:lnTo>
                    <a:pt x="371189" y="854583"/>
                  </a:lnTo>
                  <a:lnTo>
                    <a:pt x="371189" y="854107"/>
                  </a:lnTo>
                  <a:lnTo>
                    <a:pt x="370999" y="853059"/>
                  </a:lnTo>
                  <a:lnTo>
                    <a:pt x="371284" y="850392"/>
                  </a:lnTo>
                  <a:lnTo>
                    <a:pt x="371189" y="849344"/>
                  </a:lnTo>
                  <a:lnTo>
                    <a:pt x="369284" y="840962"/>
                  </a:lnTo>
                  <a:lnTo>
                    <a:pt x="369189" y="836390"/>
                  </a:lnTo>
                  <a:lnTo>
                    <a:pt x="369380" y="835152"/>
                  </a:lnTo>
                  <a:lnTo>
                    <a:pt x="369380" y="833723"/>
                  </a:lnTo>
                  <a:lnTo>
                    <a:pt x="369094" y="833247"/>
                  </a:lnTo>
                  <a:lnTo>
                    <a:pt x="368808" y="832771"/>
                  </a:lnTo>
                  <a:lnTo>
                    <a:pt x="367093" y="831152"/>
                  </a:lnTo>
                  <a:lnTo>
                    <a:pt x="366713" y="830294"/>
                  </a:lnTo>
                  <a:lnTo>
                    <a:pt x="366141" y="827722"/>
                  </a:lnTo>
                  <a:lnTo>
                    <a:pt x="366141" y="826770"/>
                  </a:lnTo>
                  <a:lnTo>
                    <a:pt x="366236" y="826103"/>
                  </a:lnTo>
                  <a:lnTo>
                    <a:pt x="366236" y="825722"/>
                  </a:lnTo>
                  <a:lnTo>
                    <a:pt x="366141" y="825341"/>
                  </a:lnTo>
                  <a:lnTo>
                    <a:pt x="365855" y="824865"/>
                  </a:lnTo>
                  <a:lnTo>
                    <a:pt x="365570" y="824675"/>
                  </a:lnTo>
                  <a:lnTo>
                    <a:pt x="364808" y="824484"/>
                  </a:lnTo>
                  <a:lnTo>
                    <a:pt x="364522" y="824294"/>
                  </a:lnTo>
                  <a:lnTo>
                    <a:pt x="364331" y="824008"/>
                  </a:lnTo>
                  <a:lnTo>
                    <a:pt x="364046" y="823246"/>
                  </a:lnTo>
                  <a:lnTo>
                    <a:pt x="363855" y="822960"/>
                  </a:lnTo>
                  <a:lnTo>
                    <a:pt x="362236" y="821722"/>
                  </a:lnTo>
                  <a:lnTo>
                    <a:pt x="361759" y="821055"/>
                  </a:lnTo>
                  <a:lnTo>
                    <a:pt x="361188" y="819817"/>
                  </a:lnTo>
                  <a:lnTo>
                    <a:pt x="360521" y="818769"/>
                  </a:lnTo>
                  <a:lnTo>
                    <a:pt x="358807" y="816769"/>
                  </a:lnTo>
                  <a:lnTo>
                    <a:pt x="358521" y="815816"/>
                  </a:lnTo>
                  <a:lnTo>
                    <a:pt x="358426" y="814578"/>
                  </a:lnTo>
                  <a:lnTo>
                    <a:pt x="357950" y="813721"/>
                  </a:lnTo>
                  <a:lnTo>
                    <a:pt x="356997" y="813149"/>
                  </a:lnTo>
                  <a:lnTo>
                    <a:pt x="355759" y="812768"/>
                  </a:lnTo>
                  <a:lnTo>
                    <a:pt x="354616" y="812292"/>
                  </a:lnTo>
                  <a:lnTo>
                    <a:pt x="348329" y="807530"/>
                  </a:lnTo>
                  <a:lnTo>
                    <a:pt x="347091" y="806291"/>
                  </a:lnTo>
                  <a:lnTo>
                    <a:pt x="345853" y="803815"/>
                  </a:lnTo>
                  <a:lnTo>
                    <a:pt x="345376" y="803720"/>
                  </a:lnTo>
                  <a:lnTo>
                    <a:pt x="344710" y="803910"/>
                  </a:lnTo>
                  <a:lnTo>
                    <a:pt x="343948" y="803910"/>
                  </a:lnTo>
                  <a:lnTo>
                    <a:pt x="343567" y="803624"/>
                  </a:lnTo>
                  <a:lnTo>
                    <a:pt x="342900" y="802767"/>
                  </a:lnTo>
                  <a:lnTo>
                    <a:pt x="342519" y="802386"/>
                  </a:lnTo>
                  <a:lnTo>
                    <a:pt x="342138" y="802196"/>
                  </a:lnTo>
                  <a:lnTo>
                    <a:pt x="341281" y="802005"/>
                  </a:lnTo>
                  <a:lnTo>
                    <a:pt x="340900" y="801814"/>
                  </a:lnTo>
                  <a:lnTo>
                    <a:pt x="340233" y="801338"/>
                  </a:lnTo>
                  <a:lnTo>
                    <a:pt x="339757" y="800957"/>
                  </a:lnTo>
                  <a:lnTo>
                    <a:pt x="337375" y="797909"/>
                  </a:lnTo>
                  <a:lnTo>
                    <a:pt x="333756" y="790385"/>
                  </a:lnTo>
                  <a:lnTo>
                    <a:pt x="333089" y="790004"/>
                  </a:lnTo>
                  <a:lnTo>
                    <a:pt x="332423" y="789718"/>
                  </a:lnTo>
                  <a:lnTo>
                    <a:pt x="332042" y="788956"/>
                  </a:lnTo>
                  <a:lnTo>
                    <a:pt x="331756" y="787622"/>
                  </a:lnTo>
                  <a:lnTo>
                    <a:pt x="331280" y="786479"/>
                  </a:lnTo>
                  <a:lnTo>
                    <a:pt x="330613" y="785431"/>
                  </a:lnTo>
                  <a:lnTo>
                    <a:pt x="324231" y="779240"/>
                  </a:lnTo>
                  <a:lnTo>
                    <a:pt x="321374" y="774668"/>
                  </a:lnTo>
                  <a:lnTo>
                    <a:pt x="320992" y="773621"/>
                  </a:lnTo>
                  <a:lnTo>
                    <a:pt x="321183" y="772859"/>
                  </a:lnTo>
                  <a:lnTo>
                    <a:pt x="321183" y="772573"/>
                  </a:lnTo>
                  <a:lnTo>
                    <a:pt x="320992" y="772192"/>
                  </a:lnTo>
                  <a:lnTo>
                    <a:pt x="320421" y="771716"/>
                  </a:lnTo>
                  <a:lnTo>
                    <a:pt x="320231" y="771430"/>
                  </a:lnTo>
                  <a:lnTo>
                    <a:pt x="320135" y="770287"/>
                  </a:lnTo>
                  <a:lnTo>
                    <a:pt x="320231" y="768287"/>
                  </a:lnTo>
                  <a:lnTo>
                    <a:pt x="319850" y="767048"/>
                  </a:lnTo>
                  <a:lnTo>
                    <a:pt x="318802" y="765143"/>
                  </a:lnTo>
                  <a:lnTo>
                    <a:pt x="318611" y="764572"/>
                  </a:lnTo>
                  <a:lnTo>
                    <a:pt x="318611" y="764286"/>
                  </a:lnTo>
                  <a:lnTo>
                    <a:pt x="318611" y="763810"/>
                  </a:lnTo>
                  <a:lnTo>
                    <a:pt x="318802" y="763334"/>
                  </a:lnTo>
                  <a:lnTo>
                    <a:pt x="319088" y="762857"/>
                  </a:lnTo>
                  <a:lnTo>
                    <a:pt x="319278" y="762286"/>
                  </a:lnTo>
                  <a:lnTo>
                    <a:pt x="318992" y="761143"/>
                  </a:lnTo>
                  <a:lnTo>
                    <a:pt x="318992" y="761143"/>
                  </a:lnTo>
                  <a:lnTo>
                    <a:pt x="317373" y="759428"/>
                  </a:lnTo>
                  <a:lnTo>
                    <a:pt x="317373" y="759428"/>
                  </a:lnTo>
                  <a:lnTo>
                    <a:pt x="316992" y="758190"/>
                  </a:lnTo>
                  <a:lnTo>
                    <a:pt x="317278" y="757142"/>
                  </a:lnTo>
                  <a:lnTo>
                    <a:pt x="318325" y="755237"/>
                  </a:lnTo>
                  <a:lnTo>
                    <a:pt x="318611" y="754285"/>
                  </a:lnTo>
                  <a:lnTo>
                    <a:pt x="318325" y="753523"/>
                  </a:lnTo>
                  <a:lnTo>
                    <a:pt x="317945" y="752666"/>
                  </a:lnTo>
                  <a:lnTo>
                    <a:pt x="317945" y="752666"/>
                  </a:lnTo>
                  <a:lnTo>
                    <a:pt x="317945" y="751999"/>
                  </a:lnTo>
                  <a:lnTo>
                    <a:pt x="319564" y="752094"/>
                  </a:lnTo>
                  <a:lnTo>
                    <a:pt x="319945" y="752094"/>
                  </a:lnTo>
                  <a:lnTo>
                    <a:pt x="320897" y="751713"/>
                  </a:lnTo>
                  <a:lnTo>
                    <a:pt x="321659" y="750951"/>
                  </a:lnTo>
                  <a:lnTo>
                    <a:pt x="323564" y="748284"/>
                  </a:lnTo>
                  <a:lnTo>
                    <a:pt x="324231" y="748189"/>
                  </a:lnTo>
                  <a:lnTo>
                    <a:pt x="325469" y="748379"/>
                  </a:lnTo>
                  <a:lnTo>
                    <a:pt x="326422" y="748760"/>
                  </a:lnTo>
                  <a:lnTo>
                    <a:pt x="328232" y="749903"/>
                  </a:lnTo>
                  <a:lnTo>
                    <a:pt x="328993" y="750189"/>
                  </a:lnTo>
                  <a:lnTo>
                    <a:pt x="329375" y="750094"/>
                  </a:lnTo>
                  <a:lnTo>
                    <a:pt x="329470" y="749713"/>
                  </a:lnTo>
                  <a:lnTo>
                    <a:pt x="329470" y="748855"/>
                  </a:lnTo>
                  <a:lnTo>
                    <a:pt x="329375" y="748570"/>
                  </a:lnTo>
                  <a:lnTo>
                    <a:pt x="329089" y="748284"/>
                  </a:lnTo>
                  <a:lnTo>
                    <a:pt x="328803" y="748094"/>
                  </a:lnTo>
                  <a:lnTo>
                    <a:pt x="328708" y="747903"/>
                  </a:lnTo>
                  <a:lnTo>
                    <a:pt x="328803" y="747617"/>
                  </a:lnTo>
                  <a:lnTo>
                    <a:pt x="328898" y="747331"/>
                  </a:lnTo>
                  <a:lnTo>
                    <a:pt x="328993" y="747141"/>
                  </a:lnTo>
                  <a:lnTo>
                    <a:pt x="329089" y="747046"/>
                  </a:lnTo>
                  <a:lnTo>
                    <a:pt x="329565" y="746760"/>
                  </a:lnTo>
                  <a:lnTo>
                    <a:pt x="329851" y="746474"/>
                  </a:lnTo>
                  <a:lnTo>
                    <a:pt x="329946" y="745998"/>
                  </a:lnTo>
                  <a:lnTo>
                    <a:pt x="329756" y="745046"/>
                  </a:lnTo>
                  <a:lnTo>
                    <a:pt x="329756" y="744569"/>
                  </a:lnTo>
                  <a:lnTo>
                    <a:pt x="330137" y="744379"/>
                  </a:lnTo>
                  <a:lnTo>
                    <a:pt x="332042" y="743998"/>
                  </a:lnTo>
                  <a:lnTo>
                    <a:pt x="332899" y="743712"/>
                  </a:lnTo>
                  <a:lnTo>
                    <a:pt x="333947" y="743141"/>
                  </a:lnTo>
                  <a:lnTo>
                    <a:pt x="334994" y="743617"/>
                  </a:lnTo>
                  <a:lnTo>
                    <a:pt x="336042" y="744188"/>
                  </a:lnTo>
                  <a:lnTo>
                    <a:pt x="336804" y="745046"/>
                  </a:lnTo>
                  <a:lnTo>
                    <a:pt x="336995" y="746188"/>
                  </a:lnTo>
                  <a:lnTo>
                    <a:pt x="338423" y="744569"/>
                  </a:lnTo>
                  <a:lnTo>
                    <a:pt x="338900" y="741997"/>
                  </a:lnTo>
                  <a:lnTo>
                    <a:pt x="338804" y="739235"/>
                  </a:lnTo>
                  <a:lnTo>
                    <a:pt x="337566" y="731139"/>
                  </a:lnTo>
                  <a:lnTo>
                    <a:pt x="337661" y="727996"/>
                  </a:lnTo>
                  <a:lnTo>
                    <a:pt x="337566" y="727138"/>
                  </a:lnTo>
                  <a:lnTo>
                    <a:pt x="337375" y="725138"/>
                  </a:lnTo>
                  <a:lnTo>
                    <a:pt x="337566" y="723900"/>
                  </a:lnTo>
                  <a:lnTo>
                    <a:pt x="339185" y="718471"/>
                  </a:lnTo>
                  <a:lnTo>
                    <a:pt x="339281" y="717518"/>
                  </a:lnTo>
                  <a:lnTo>
                    <a:pt x="338900" y="715232"/>
                  </a:lnTo>
                  <a:lnTo>
                    <a:pt x="338900" y="713899"/>
                  </a:lnTo>
                  <a:lnTo>
                    <a:pt x="339566" y="711803"/>
                  </a:lnTo>
                  <a:lnTo>
                    <a:pt x="339757" y="710851"/>
                  </a:lnTo>
                  <a:lnTo>
                    <a:pt x="339376" y="709803"/>
                  </a:lnTo>
                  <a:lnTo>
                    <a:pt x="337947" y="707803"/>
                  </a:lnTo>
                  <a:lnTo>
                    <a:pt x="337757" y="707041"/>
                  </a:lnTo>
                  <a:lnTo>
                    <a:pt x="338233" y="706564"/>
                  </a:lnTo>
                  <a:lnTo>
                    <a:pt x="338804" y="706660"/>
                  </a:lnTo>
                  <a:lnTo>
                    <a:pt x="339471" y="706946"/>
                  </a:lnTo>
                  <a:lnTo>
                    <a:pt x="340042" y="707136"/>
                  </a:lnTo>
                  <a:lnTo>
                    <a:pt x="340709" y="707136"/>
                  </a:lnTo>
                  <a:lnTo>
                    <a:pt x="341185" y="707041"/>
                  </a:lnTo>
                  <a:lnTo>
                    <a:pt x="341567" y="706850"/>
                  </a:lnTo>
                  <a:lnTo>
                    <a:pt x="342138" y="706374"/>
                  </a:lnTo>
                  <a:lnTo>
                    <a:pt x="342900" y="705326"/>
                  </a:lnTo>
                  <a:lnTo>
                    <a:pt x="343186" y="704279"/>
                  </a:lnTo>
                  <a:lnTo>
                    <a:pt x="343662" y="703421"/>
                  </a:lnTo>
                  <a:lnTo>
                    <a:pt x="344805" y="702850"/>
                  </a:lnTo>
                  <a:lnTo>
                    <a:pt x="345758" y="702850"/>
                  </a:lnTo>
                  <a:lnTo>
                    <a:pt x="348996" y="703231"/>
                  </a:lnTo>
                  <a:lnTo>
                    <a:pt x="349663" y="703517"/>
                  </a:lnTo>
                  <a:lnTo>
                    <a:pt x="349949" y="703897"/>
                  </a:lnTo>
                  <a:lnTo>
                    <a:pt x="350330" y="704183"/>
                  </a:lnTo>
                  <a:lnTo>
                    <a:pt x="351092" y="704088"/>
                  </a:lnTo>
                  <a:lnTo>
                    <a:pt x="351568" y="703707"/>
                  </a:lnTo>
                  <a:lnTo>
                    <a:pt x="352806" y="702373"/>
                  </a:lnTo>
                  <a:lnTo>
                    <a:pt x="353092" y="701897"/>
                  </a:lnTo>
                  <a:lnTo>
                    <a:pt x="353092" y="700659"/>
                  </a:lnTo>
                  <a:lnTo>
                    <a:pt x="353187" y="699516"/>
                  </a:lnTo>
                  <a:lnTo>
                    <a:pt x="353568" y="698468"/>
                  </a:lnTo>
                  <a:lnTo>
                    <a:pt x="354235" y="697516"/>
                  </a:lnTo>
                  <a:lnTo>
                    <a:pt x="355759" y="695801"/>
                  </a:lnTo>
                  <a:lnTo>
                    <a:pt x="356045" y="694944"/>
                  </a:lnTo>
                  <a:lnTo>
                    <a:pt x="356330" y="692468"/>
                  </a:lnTo>
                  <a:lnTo>
                    <a:pt x="356902" y="690086"/>
                  </a:lnTo>
                  <a:lnTo>
                    <a:pt x="356902" y="689134"/>
                  </a:lnTo>
                  <a:lnTo>
                    <a:pt x="355949" y="687800"/>
                  </a:lnTo>
                  <a:lnTo>
                    <a:pt x="354711" y="687038"/>
                  </a:lnTo>
                  <a:lnTo>
                    <a:pt x="353759" y="686086"/>
                  </a:lnTo>
                  <a:lnTo>
                    <a:pt x="353568" y="684181"/>
                  </a:lnTo>
                  <a:lnTo>
                    <a:pt x="352425" y="685133"/>
                  </a:lnTo>
                  <a:lnTo>
                    <a:pt x="351949" y="685991"/>
                  </a:lnTo>
                  <a:lnTo>
                    <a:pt x="351473" y="688277"/>
                  </a:lnTo>
                  <a:lnTo>
                    <a:pt x="350806" y="689610"/>
                  </a:lnTo>
                  <a:lnTo>
                    <a:pt x="347663" y="692182"/>
                  </a:lnTo>
                  <a:lnTo>
                    <a:pt x="346043" y="694563"/>
                  </a:lnTo>
                  <a:lnTo>
                    <a:pt x="345186" y="695230"/>
                  </a:lnTo>
                  <a:lnTo>
                    <a:pt x="344138" y="694468"/>
                  </a:lnTo>
                  <a:lnTo>
                    <a:pt x="343757" y="693611"/>
                  </a:lnTo>
                  <a:lnTo>
                    <a:pt x="342995" y="689705"/>
                  </a:lnTo>
                  <a:lnTo>
                    <a:pt x="342329" y="688086"/>
                  </a:lnTo>
                  <a:lnTo>
                    <a:pt x="342233" y="687514"/>
                  </a:lnTo>
                  <a:lnTo>
                    <a:pt x="342805" y="686372"/>
                  </a:lnTo>
                  <a:lnTo>
                    <a:pt x="342900" y="685800"/>
                  </a:lnTo>
                  <a:lnTo>
                    <a:pt x="342519" y="684847"/>
                  </a:lnTo>
                  <a:lnTo>
                    <a:pt x="339281" y="680561"/>
                  </a:lnTo>
                  <a:lnTo>
                    <a:pt x="338995" y="679990"/>
                  </a:lnTo>
                  <a:lnTo>
                    <a:pt x="338995" y="679418"/>
                  </a:lnTo>
                  <a:lnTo>
                    <a:pt x="339185" y="678847"/>
                  </a:lnTo>
                  <a:lnTo>
                    <a:pt x="339185" y="678371"/>
                  </a:lnTo>
                  <a:lnTo>
                    <a:pt x="339090" y="677894"/>
                  </a:lnTo>
                  <a:lnTo>
                    <a:pt x="338900" y="677323"/>
                  </a:lnTo>
                  <a:lnTo>
                    <a:pt x="338138" y="676275"/>
                  </a:lnTo>
                  <a:lnTo>
                    <a:pt x="336328" y="675037"/>
                  </a:lnTo>
                  <a:lnTo>
                    <a:pt x="335566" y="673989"/>
                  </a:lnTo>
                  <a:lnTo>
                    <a:pt x="335185" y="672465"/>
                  </a:lnTo>
                  <a:lnTo>
                    <a:pt x="334899" y="671798"/>
                  </a:lnTo>
                  <a:lnTo>
                    <a:pt x="333375" y="670560"/>
                  </a:lnTo>
                  <a:lnTo>
                    <a:pt x="333280" y="669608"/>
                  </a:lnTo>
                  <a:lnTo>
                    <a:pt x="333661" y="668560"/>
                  </a:lnTo>
                  <a:lnTo>
                    <a:pt x="334327" y="667703"/>
                  </a:lnTo>
                  <a:lnTo>
                    <a:pt x="335090" y="667512"/>
                  </a:lnTo>
                  <a:lnTo>
                    <a:pt x="335947" y="666941"/>
                  </a:lnTo>
                  <a:lnTo>
                    <a:pt x="336614" y="666274"/>
                  </a:lnTo>
                  <a:lnTo>
                    <a:pt x="336804" y="665702"/>
                  </a:lnTo>
                  <a:lnTo>
                    <a:pt x="336423" y="665226"/>
                  </a:lnTo>
                  <a:lnTo>
                    <a:pt x="335947" y="665036"/>
                  </a:lnTo>
                  <a:lnTo>
                    <a:pt x="335471" y="664750"/>
                  </a:lnTo>
                  <a:lnTo>
                    <a:pt x="335280" y="664083"/>
                  </a:lnTo>
                  <a:lnTo>
                    <a:pt x="335375" y="663321"/>
                  </a:lnTo>
                  <a:lnTo>
                    <a:pt x="335756" y="663035"/>
                  </a:lnTo>
                  <a:lnTo>
                    <a:pt x="336328" y="663226"/>
                  </a:lnTo>
                  <a:lnTo>
                    <a:pt x="336995" y="663702"/>
                  </a:lnTo>
                  <a:lnTo>
                    <a:pt x="336518" y="662178"/>
                  </a:lnTo>
                  <a:lnTo>
                    <a:pt x="336137" y="661416"/>
                  </a:lnTo>
                  <a:lnTo>
                    <a:pt x="335661" y="661035"/>
                  </a:lnTo>
                  <a:lnTo>
                    <a:pt x="334804" y="660654"/>
                  </a:lnTo>
                  <a:lnTo>
                    <a:pt x="334613" y="659892"/>
                  </a:lnTo>
                  <a:lnTo>
                    <a:pt x="334613" y="658939"/>
                  </a:lnTo>
                  <a:lnTo>
                    <a:pt x="334327" y="658178"/>
                  </a:lnTo>
                  <a:lnTo>
                    <a:pt x="333756" y="657416"/>
                  </a:lnTo>
                  <a:lnTo>
                    <a:pt x="332899" y="655606"/>
                  </a:lnTo>
                  <a:lnTo>
                    <a:pt x="332327" y="654748"/>
                  </a:lnTo>
                  <a:lnTo>
                    <a:pt x="331375" y="653796"/>
                  </a:lnTo>
                  <a:lnTo>
                    <a:pt x="330422" y="653225"/>
                  </a:lnTo>
                  <a:lnTo>
                    <a:pt x="329375" y="652939"/>
                  </a:lnTo>
                  <a:lnTo>
                    <a:pt x="326803" y="652844"/>
                  </a:lnTo>
                  <a:lnTo>
                    <a:pt x="325850" y="652558"/>
                  </a:lnTo>
                  <a:lnTo>
                    <a:pt x="325088" y="651891"/>
                  </a:lnTo>
                  <a:lnTo>
                    <a:pt x="324326" y="650653"/>
                  </a:lnTo>
                  <a:lnTo>
                    <a:pt x="324517" y="650462"/>
                  </a:lnTo>
                  <a:lnTo>
                    <a:pt x="324802" y="649986"/>
                  </a:lnTo>
                  <a:lnTo>
                    <a:pt x="324802" y="649605"/>
                  </a:lnTo>
                  <a:lnTo>
                    <a:pt x="323469" y="649605"/>
                  </a:lnTo>
                  <a:lnTo>
                    <a:pt x="323374" y="649129"/>
                  </a:lnTo>
                  <a:lnTo>
                    <a:pt x="323659" y="648462"/>
                  </a:lnTo>
                  <a:lnTo>
                    <a:pt x="324136" y="647986"/>
                  </a:lnTo>
                  <a:lnTo>
                    <a:pt x="322898" y="647129"/>
                  </a:lnTo>
                  <a:lnTo>
                    <a:pt x="320992" y="644462"/>
                  </a:lnTo>
                  <a:lnTo>
                    <a:pt x="319945" y="643604"/>
                  </a:lnTo>
                  <a:lnTo>
                    <a:pt x="319088" y="643128"/>
                  </a:lnTo>
                  <a:lnTo>
                    <a:pt x="314611" y="638842"/>
                  </a:lnTo>
                  <a:lnTo>
                    <a:pt x="314230" y="638270"/>
                  </a:lnTo>
                  <a:lnTo>
                    <a:pt x="314134" y="637604"/>
                  </a:lnTo>
                  <a:lnTo>
                    <a:pt x="314325" y="636461"/>
                  </a:lnTo>
                  <a:lnTo>
                    <a:pt x="314325" y="635794"/>
                  </a:lnTo>
                  <a:lnTo>
                    <a:pt x="314039" y="635032"/>
                  </a:lnTo>
                  <a:lnTo>
                    <a:pt x="313373" y="634651"/>
                  </a:lnTo>
                  <a:lnTo>
                    <a:pt x="312610" y="634365"/>
                  </a:lnTo>
                  <a:lnTo>
                    <a:pt x="311849" y="633984"/>
                  </a:lnTo>
                  <a:lnTo>
                    <a:pt x="311182" y="633222"/>
                  </a:lnTo>
                  <a:lnTo>
                    <a:pt x="310801" y="632460"/>
                  </a:lnTo>
                  <a:lnTo>
                    <a:pt x="310229" y="630841"/>
                  </a:lnTo>
                  <a:lnTo>
                    <a:pt x="309086" y="629031"/>
                  </a:lnTo>
                  <a:lnTo>
                    <a:pt x="308896" y="628174"/>
                  </a:lnTo>
                  <a:lnTo>
                    <a:pt x="308420" y="627602"/>
                  </a:lnTo>
                  <a:lnTo>
                    <a:pt x="307848" y="627221"/>
                  </a:lnTo>
                  <a:lnTo>
                    <a:pt x="306610" y="626650"/>
                  </a:lnTo>
                  <a:lnTo>
                    <a:pt x="305848" y="626173"/>
                  </a:lnTo>
                  <a:lnTo>
                    <a:pt x="304514" y="624935"/>
                  </a:lnTo>
                  <a:lnTo>
                    <a:pt x="297180" y="618077"/>
                  </a:lnTo>
                  <a:lnTo>
                    <a:pt x="296704" y="617411"/>
                  </a:lnTo>
                  <a:lnTo>
                    <a:pt x="296418" y="616648"/>
                  </a:lnTo>
                  <a:lnTo>
                    <a:pt x="296323" y="615982"/>
                  </a:lnTo>
                  <a:lnTo>
                    <a:pt x="296323" y="615315"/>
                  </a:lnTo>
                  <a:lnTo>
                    <a:pt x="296227" y="614744"/>
                  </a:lnTo>
                  <a:lnTo>
                    <a:pt x="295751" y="614172"/>
                  </a:lnTo>
                  <a:lnTo>
                    <a:pt x="294513" y="613124"/>
                  </a:lnTo>
                  <a:lnTo>
                    <a:pt x="294227" y="612458"/>
                  </a:lnTo>
                  <a:lnTo>
                    <a:pt x="293942" y="611696"/>
                  </a:lnTo>
                  <a:lnTo>
                    <a:pt x="293370" y="611029"/>
                  </a:lnTo>
                  <a:lnTo>
                    <a:pt x="292703" y="610457"/>
                  </a:lnTo>
                  <a:lnTo>
                    <a:pt x="292322" y="609695"/>
                  </a:lnTo>
                  <a:lnTo>
                    <a:pt x="293560" y="609505"/>
                  </a:lnTo>
                  <a:lnTo>
                    <a:pt x="292799" y="606933"/>
                  </a:lnTo>
                  <a:lnTo>
                    <a:pt x="293180" y="606076"/>
                  </a:lnTo>
                  <a:lnTo>
                    <a:pt x="294704" y="603409"/>
                  </a:lnTo>
                  <a:lnTo>
                    <a:pt x="296132" y="602456"/>
                  </a:lnTo>
                  <a:lnTo>
                    <a:pt x="296323" y="602266"/>
                  </a:lnTo>
                  <a:lnTo>
                    <a:pt x="296513" y="601980"/>
                  </a:lnTo>
                  <a:lnTo>
                    <a:pt x="296418" y="601313"/>
                  </a:lnTo>
                  <a:lnTo>
                    <a:pt x="296132" y="600647"/>
                  </a:lnTo>
                  <a:lnTo>
                    <a:pt x="295942" y="600361"/>
                  </a:lnTo>
                  <a:lnTo>
                    <a:pt x="295751" y="600075"/>
                  </a:lnTo>
                  <a:lnTo>
                    <a:pt x="294989" y="598170"/>
                  </a:lnTo>
                  <a:lnTo>
                    <a:pt x="294799" y="597503"/>
                  </a:lnTo>
                  <a:lnTo>
                    <a:pt x="294704" y="597313"/>
                  </a:lnTo>
                  <a:lnTo>
                    <a:pt x="293942" y="596932"/>
                  </a:lnTo>
                  <a:lnTo>
                    <a:pt x="293751" y="596837"/>
                  </a:lnTo>
                  <a:lnTo>
                    <a:pt x="293560" y="596932"/>
                  </a:lnTo>
                  <a:lnTo>
                    <a:pt x="293370" y="596932"/>
                  </a:lnTo>
                  <a:lnTo>
                    <a:pt x="293275" y="596455"/>
                  </a:lnTo>
                  <a:lnTo>
                    <a:pt x="293275" y="596170"/>
                  </a:lnTo>
                  <a:lnTo>
                    <a:pt x="293465" y="595694"/>
                  </a:lnTo>
                  <a:lnTo>
                    <a:pt x="293560" y="595313"/>
                  </a:lnTo>
                  <a:lnTo>
                    <a:pt x="293465" y="594741"/>
                  </a:lnTo>
                  <a:lnTo>
                    <a:pt x="292989" y="593693"/>
                  </a:lnTo>
                  <a:lnTo>
                    <a:pt x="292894" y="593027"/>
                  </a:lnTo>
                  <a:lnTo>
                    <a:pt x="292894" y="592550"/>
                  </a:lnTo>
                  <a:lnTo>
                    <a:pt x="292799" y="592264"/>
                  </a:lnTo>
                  <a:lnTo>
                    <a:pt x="292608" y="591884"/>
                  </a:lnTo>
                  <a:lnTo>
                    <a:pt x="289941" y="588169"/>
                  </a:lnTo>
                  <a:lnTo>
                    <a:pt x="289370" y="587026"/>
                  </a:lnTo>
                  <a:lnTo>
                    <a:pt x="289560" y="586550"/>
                  </a:lnTo>
                  <a:lnTo>
                    <a:pt x="290322" y="586169"/>
                  </a:lnTo>
                  <a:lnTo>
                    <a:pt x="290703" y="585311"/>
                  </a:lnTo>
                  <a:lnTo>
                    <a:pt x="290703" y="584263"/>
                  </a:lnTo>
                  <a:lnTo>
                    <a:pt x="290322" y="583406"/>
                  </a:lnTo>
                  <a:lnTo>
                    <a:pt x="289655" y="583025"/>
                  </a:lnTo>
                  <a:lnTo>
                    <a:pt x="286988" y="581978"/>
                  </a:lnTo>
                  <a:lnTo>
                    <a:pt x="286417" y="582168"/>
                  </a:lnTo>
                  <a:lnTo>
                    <a:pt x="286322" y="582263"/>
                  </a:lnTo>
                  <a:lnTo>
                    <a:pt x="285369" y="584930"/>
                  </a:lnTo>
                  <a:lnTo>
                    <a:pt x="285179" y="585311"/>
                  </a:lnTo>
                  <a:lnTo>
                    <a:pt x="284702" y="585692"/>
                  </a:lnTo>
                  <a:lnTo>
                    <a:pt x="283655" y="585121"/>
                  </a:lnTo>
                  <a:lnTo>
                    <a:pt x="282512" y="584263"/>
                  </a:lnTo>
                  <a:lnTo>
                    <a:pt x="281464" y="583216"/>
                  </a:lnTo>
                  <a:lnTo>
                    <a:pt x="280702" y="581978"/>
                  </a:lnTo>
                  <a:lnTo>
                    <a:pt x="280416" y="580644"/>
                  </a:lnTo>
                  <a:lnTo>
                    <a:pt x="280416" y="579406"/>
                  </a:lnTo>
                  <a:lnTo>
                    <a:pt x="280225" y="578168"/>
                  </a:lnTo>
                  <a:lnTo>
                    <a:pt x="278892" y="576072"/>
                  </a:lnTo>
                  <a:lnTo>
                    <a:pt x="277654" y="573500"/>
                  </a:lnTo>
                  <a:lnTo>
                    <a:pt x="277463" y="572643"/>
                  </a:lnTo>
                  <a:lnTo>
                    <a:pt x="276892" y="571595"/>
                  </a:lnTo>
                  <a:lnTo>
                    <a:pt x="275749" y="570547"/>
                  </a:lnTo>
                  <a:lnTo>
                    <a:pt x="275368" y="569881"/>
                  </a:lnTo>
                  <a:lnTo>
                    <a:pt x="276511" y="569976"/>
                  </a:lnTo>
                  <a:lnTo>
                    <a:pt x="276892" y="570071"/>
                  </a:lnTo>
                  <a:lnTo>
                    <a:pt x="277368" y="570357"/>
                  </a:lnTo>
                  <a:lnTo>
                    <a:pt x="278416" y="572072"/>
                  </a:lnTo>
                  <a:lnTo>
                    <a:pt x="278606" y="572548"/>
                  </a:lnTo>
                  <a:lnTo>
                    <a:pt x="278797" y="572929"/>
                  </a:lnTo>
                  <a:lnTo>
                    <a:pt x="279368" y="573310"/>
                  </a:lnTo>
                  <a:lnTo>
                    <a:pt x="279940" y="573405"/>
                  </a:lnTo>
                  <a:lnTo>
                    <a:pt x="281273" y="573119"/>
                  </a:lnTo>
                  <a:lnTo>
                    <a:pt x="283750" y="573214"/>
                  </a:lnTo>
                  <a:lnTo>
                    <a:pt x="285750" y="572262"/>
                  </a:lnTo>
                  <a:lnTo>
                    <a:pt x="289370" y="569786"/>
                  </a:lnTo>
                  <a:lnTo>
                    <a:pt x="290417" y="569405"/>
                  </a:lnTo>
                  <a:lnTo>
                    <a:pt x="293180" y="569500"/>
                  </a:lnTo>
                  <a:lnTo>
                    <a:pt x="295656" y="568833"/>
                  </a:lnTo>
                  <a:lnTo>
                    <a:pt x="295942" y="568928"/>
                  </a:lnTo>
                  <a:lnTo>
                    <a:pt x="296132" y="568833"/>
                  </a:lnTo>
                  <a:lnTo>
                    <a:pt x="296418" y="568166"/>
                  </a:lnTo>
                  <a:lnTo>
                    <a:pt x="296799" y="565976"/>
                  </a:lnTo>
                  <a:lnTo>
                    <a:pt x="296418" y="563689"/>
                  </a:lnTo>
                  <a:lnTo>
                    <a:pt x="295847" y="561499"/>
                  </a:lnTo>
                  <a:lnTo>
                    <a:pt x="295561" y="559403"/>
                  </a:lnTo>
                  <a:lnTo>
                    <a:pt x="295561" y="558165"/>
                  </a:lnTo>
                  <a:lnTo>
                    <a:pt x="295370" y="557213"/>
                  </a:lnTo>
                  <a:lnTo>
                    <a:pt x="294704" y="555212"/>
                  </a:lnTo>
                  <a:lnTo>
                    <a:pt x="294704" y="554736"/>
                  </a:lnTo>
                  <a:lnTo>
                    <a:pt x="294894" y="553307"/>
                  </a:lnTo>
                  <a:lnTo>
                    <a:pt x="294704" y="552641"/>
                  </a:lnTo>
                  <a:lnTo>
                    <a:pt x="294132" y="552069"/>
                  </a:lnTo>
                  <a:lnTo>
                    <a:pt x="292894" y="551117"/>
                  </a:lnTo>
                  <a:lnTo>
                    <a:pt x="291656" y="549973"/>
                  </a:lnTo>
                  <a:lnTo>
                    <a:pt x="291465" y="549307"/>
                  </a:lnTo>
                  <a:lnTo>
                    <a:pt x="292037" y="548735"/>
                  </a:lnTo>
                  <a:lnTo>
                    <a:pt x="293180" y="547973"/>
                  </a:lnTo>
                  <a:lnTo>
                    <a:pt x="293942" y="547116"/>
                  </a:lnTo>
                  <a:lnTo>
                    <a:pt x="294323" y="546259"/>
                  </a:lnTo>
                  <a:lnTo>
                    <a:pt x="294704" y="544163"/>
                  </a:lnTo>
                  <a:lnTo>
                    <a:pt x="295275" y="543116"/>
                  </a:lnTo>
                  <a:lnTo>
                    <a:pt x="298514" y="540639"/>
                  </a:lnTo>
                  <a:lnTo>
                    <a:pt x="299275" y="539782"/>
                  </a:lnTo>
                  <a:lnTo>
                    <a:pt x="299657" y="539020"/>
                  </a:lnTo>
                  <a:lnTo>
                    <a:pt x="299847" y="534638"/>
                  </a:lnTo>
                  <a:lnTo>
                    <a:pt x="299752" y="533686"/>
                  </a:lnTo>
                  <a:lnTo>
                    <a:pt x="299371" y="532638"/>
                  </a:lnTo>
                  <a:lnTo>
                    <a:pt x="298895" y="532162"/>
                  </a:lnTo>
                  <a:lnTo>
                    <a:pt x="297466" y="531019"/>
                  </a:lnTo>
                  <a:lnTo>
                    <a:pt x="297180" y="530543"/>
                  </a:lnTo>
                  <a:lnTo>
                    <a:pt x="297371" y="529971"/>
                  </a:lnTo>
                  <a:lnTo>
                    <a:pt x="297847" y="529876"/>
                  </a:lnTo>
                  <a:lnTo>
                    <a:pt x="298418" y="529876"/>
                  </a:lnTo>
                  <a:lnTo>
                    <a:pt x="298895" y="529685"/>
                  </a:lnTo>
                  <a:lnTo>
                    <a:pt x="299275" y="528638"/>
                  </a:lnTo>
                  <a:lnTo>
                    <a:pt x="298799" y="527685"/>
                  </a:lnTo>
                  <a:lnTo>
                    <a:pt x="298037" y="526637"/>
                  </a:lnTo>
                  <a:lnTo>
                    <a:pt x="297656" y="525304"/>
                  </a:lnTo>
                  <a:lnTo>
                    <a:pt x="297561" y="524732"/>
                  </a:lnTo>
                  <a:lnTo>
                    <a:pt x="297180" y="523685"/>
                  </a:lnTo>
                  <a:lnTo>
                    <a:pt x="297180" y="523304"/>
                  </a:lnTo>
                  <a:lnTo>
                    <a:pt x="298895" y="520922"/>
                  </a:lnTo>
                  <a:lnTo>
                    <a:pt x="300609" y="519398"/>
                  </a:lnTo>
                  <a:lnTo>
                    <a:pt x="301085" y="518827"/>
                  </a:lnTo>
                  <a:lnTo>
                    <a:pt x="301466" y="517970"/>
                  </a:lnTo>
                  <a:lnTo>
                    <a:pt x="301466" y="517684"/>
                  </a:lnTo>
                  <a:lnTo>
                    <a:pt x="301276" y="517398"/>
                  </a:lnTo>
                  <a:lnTo>
                    <a:pt x="301085" y="516731"/>
                  </a:lnTo>
                  <a:lnTo>
                    <a:pt x="300990" y="515588"/>
                  </a:lnTo>
                  <a:lnTo>
                    <a:pt x="300990" y="514541"/>
                  </a:lnTo>
                  <a:lnTo>
                    <a:pt x="301466" y="513874"/>
                  </a:lnTo>
                  <a:lnTo>
                    <a:pt x="302514" y="513683"/>
                  </a:lnTo>
                  <a:lnTo>
                    <a:pt x="303371" y="513588"/>
                  </a:lnTo>
                  <a:lnTo>
                    <a:pt x="306610" y="511969"/>
                  </a:lnTo>
                  <a:lnTo>
                    <a:pt x="306991" y="511588"/>
                  </a:lnTo>
                  <a:lnTo>
                    <a:pt x="307753" y="510635"/>
                  </a:lnTo>
                  <a:lnTo>
                    <a:pt x="308229" y="510254"/>
                  </a:lnTo>
                  <a:lnTo>
                    <a:pt x="308800" y="510064"/>
                  </a:lnTo>
                  <a:lnTo>
                    <a:pt x="309277" y="510064"/>
                  </a:lnTo>
                  <a:lnTo>
                    <a:pt x="309658" y="509873"/>
                  </a:lnTo>
                  <a:lnTo>
                    <a:pt x="309943" y="509206"/>
                  </a:lnTo>
                  <a:lnTo>
                    <a:pt x="309943" y="508254"/>
                  </a:lnTo>
                  <a:lnTo>
                    <a:pt x="309467" y="506254"/>
                  </a:lnTo>
                  <a:lnTo>
                    <a:pt x="309372" y="505206"/>
                  </a:lnTo>
                  <a:lnTo>
                    <a:pt x="310039" y="501587"/>
                  </a:lnTo>
                  <a:lnTo>
                    <a:pt x="310420" y="500825"/>
                  </a:lnTo>
                  <a:lnTo>
                    <a:pt x="311563" y="500539"/>
                  </a:lnTo>
                  <a:lnTo>
                    <a:pt x="312325" y="501301"/>
                  </a:lnTo>
                  <a:lnTo>
                    <a:pt x="312992" y="502253"/>
                  </a:lnTo>
                  <a:lnTo>
                    <a:pt x="313658" y="502444"/>
                  </a:lnTo>
                  <a:lnTo>
                    <a:pt x="314992" y="502253"/>
                  </a:lnTo>
                  <a:lnTo>
                    <a:pt x="316135" y="502825"/>
                  </a:lnTo>
                  <a:lnTo>
                    <a:pt x="318230" y="504730"/>
                  </a:lnTo>
                  <a:lnTo>
                    <a:pt x="320040" y="505301"/>
                  </a:lnTo>
                  <a:lnTo>
                    <a:pt x="320421" y="505492"/>
                  </a:lnTo>
                  <a:lnTo>
                    <a:pt x="320707" y="506063"/>
                  </a:lnTo>
                  <a:lnTo>
                    <a:pt x="319468" y="508445"/>
                  </a:lnTo>
                  <a:lnTo>
                    <a:pt x="319564" y="509016"/>
                  </a:lnTo>
                  <a:lnTo>
                    <a:pt x="320516" y="509683"/>
                  </a:lnTo>
                  <a:lnTo>
                    <a:pt x="321850" y="509397"/>
                  </a:lnTo>
                  <a:lnTo>
                    <a:pt x="324231" y="508254"/>
                  </a:lnTo>
                  <a:lnTo>
                    <a:pt x="326326" y="508254"/>
                  </a:lnTo>
                  <a:lnTo>
                    <a:pt x="328803" y="508540"/>
                  </a:lnTo>
                  <a:lnTo>
                    <a:pt x="331184" y="508445"/>
                  </a:lnTo>
                  <a:lnTo>
                    <a:pt x="332994" y="507492"/>
                  </a:lnTo>
                  <a:lnTo>
                    <a:pt x="333184" y="507492"/>
                  </a:lnTo>
                  <a:lnTo>
                    <a:pt x="333756" y="507397"/>
                  </a:lnTo>
                  <a:lnTo>
                    <a:pt x="334232" y="507778"/>
                  </a:lnTo>
                  <a:lnTo>
                    <a:pt x="334613" y="508254"/>
                  </a:lnTo>
                  <a:lnTo>
                    <a:pt x="335185" y="508730"/>
                  </a:lnTo>
                  <a:lnTo>
                    <a:pt x="336042" y="509111"/>
                  </a:lnTo>
                  <a:lnTo>
                    <a:pt x="336233" y="509016"/>
                  </a:lnTo>
                  <a:lnTo>
                    <a:pt x="336328" y="508635"/>
                  </a:lnTo>
                  <a:lnTo>
                    <a:pt x="336899" y="508159"/>
                  </a:lnTo>
                  <a:lnTo>
                    <a:pt x="337947" y="507778"/>
                  </a:lnTo>
                  <a:lnTo>
                    <a:pt x="339090" y="507587"/>
                  </a:lnTo>
                  <a:lnTo>
                    <a:pt x="339471" y="507302"/>
                  </a:lnTo>
                  <a:lnTo>
                    <a:pt x="340328" y="506159"/>
                  </a:lnTo>
                  <a:lnTo>
                    <a:pt x="340805" y="505778"/>
                  </a:lnTo>
                  <a:lnTo>
                    <a:pt x="341757" y="505396"/>
                  </a:lnTo>
                  <a:lnTo>
                    <a:pt x="346424" y="504730"/>
                  </a:lnTo>
                  <a:lnTo>
                    <a:pt x="347472" y="504349"/>
                  </a:lnTo>
                  <a:lnTo>
                    <a:pt x="350520" y="501968"/>
                  </a:lnTo>
                  <a:lnTo>
                    <a:pt x="352139" y="502730"/>
                  </a:lnTo>
                  <a:lnTo>
                    <a:pt x="352901" y="503206"/>
                  </a:lnTo>
                  <a:lnTo>
                    <a:pt x="353568" y="503777"/>
                  </a:lnTo>
                  <a:lnTo>
                    <a:pt x="354616" y="505301"/>
                  </a:lnTo>
                  <a:lnTo>
                    <a:pt x="355473" y="505111"/>
                  </a:lnTo>
                  <a:lnTo>
                    <a:pt x="357378" y="503777"/>
                  </a:lnTo>
                  <a:lnTo>
                    <a:pt x="359378" y="502920"/>
                  </a:lnTo>
                  <a:lnTo>
                    <a:pt x="360140" y="502253"/>
                  </a:lnTo>
                  <a:lnTo>
                    <a:pt x="360807" y="501015"/>
                  </a:lnTo>
                  <a:lnTo>
                    <a:pt x="361188" y="499586"/>
                  </a:lnTo>
                  <a:lnTo>
                    <a:pt x="361093" y="498538"/>
                  </a:lnTo>
                  <a:lnTo>
                    <a:pt x="360807" y="497491"/>
                  </a:lnTo>
                  <a:lnTo>
                    <a:pt x="360617" y="496157"/>
                  </a:lnTo>
                  <a:lnTo>
                    <a:pt x="360712" y="495586"/>
                  </a:lnTo>
                  <a:lnTo>
                    <a:pt x="360998" y="495205"/>
                  </a:lnTo>
                  <a:lnTo>
                    <a:pt x="361283" y="494919"/>
                  </a:lnTo>
                  <a:lnTo>
                    <a:pt x="361379" y="494633"/>
                  </a:lnTo>
                  <a:lnTo>
                    <a:pt x="361379" y="494157"/>
                  </a:lnTo>
                  <a:lnTo>
                    <a:pt x="361093" y="493109"/>
                  </a:lnTo>
                  <a:lnTo>
                    <a:pt x="360998" y="492538"/>
                  </a:lnTo>
                  <a:lnTo>
                    <a:pt x="361569" y="488728"/>
                  </a:lnTo>
                  <a:lnTo>
                    <a:pt x="362617" y="486823"/>
                  </a:lnTo>
                  <a:lnTo>
                    <a:pt x="364522" y="485394"/>
                  </a:lnTo>
                  <a:lnTo>
                    <a:pt x="366808" y="484442"/>
                  </a:lnTo>
                  <a:lnTo>
                    <a:pt x="368999" y="484156"/>
                  </a:lnTo>
                  <a:lnTo>
                    <a:pt x="370046" y="484251"/>
                  </a:lnTo>
                  <a:lnTo>
                    <a:pt x="372237" y="484918"/>
                  </a:lnTo>
                  <a:lnTo>
                    <a:pt x="373190" y="485394"/>
                  </a:lnTo>
                  <a:lnTo>
                    <a:pt x="375285" y="487109"/>
                  </a:lnTo>
                  <a:lnTo>
                    <a:pt x="376333" y="487680"/>
                  </a:lnTo>
                  <a:lnTo>
                    <a:pt x="377666" y="487490"/>
                  </a:lnTo>
                  <a:lnTo>
                    <a:pt x="383953" y="485489"/>
                  </a:lnTo>
                  <a:lnTo>
                    <a:pt x="385667" y="484061"/>
                  </a:lnTo>
                  <a:lnTo>
                    <a:pt x="386334" y="483299"/>
                  </a:lnTo>
                  <a:lnTo>
                    <a:pt x="387001" y="483013"/>
                  </a:lnTo>
                  <a:lnTo>
                    <a:pt x="387477" y="482632"/>
                  </a:lnTo>
                  <a:lnTo>
                    <a:pt x="387572" y="482537"/>
                  </a:lnTo>
                  <a:lnTo>
                    <a:pt x="388144" y="481584"/>
                  </a:lnTo>
                  <a:lnTo>
                    <a:pt x="388430" y="480155"/>
                  </a:lnTo>
                  <a:lnTo>
                    <a:pt x="388049" y="479298"/>
                  </a:lnTo>
                  <a:lnTo>
                    <a:pt x="386334" y="477393"/>
                  </a:lnTo>
                  <a:lnTo>
                    <a:pt x="385763" y="474155"/>
                  </a:lnTo>
                  <a:lnTo>
                    <a:pt x="385286" y="473107"/>
                  </a:lnTo>
                  <a:lnTo>
                    <a:pt x="383381" y="471107"/>
                  </a:lnTo>
                  <a:lnTo>
                    <a:pt x="382905" y="470154"/>
                  </a:lnTo>
                  <a:lnTo>
                    <a:pt x="383953" y="469773"/>
                  </a:lnTo>
                  <a:lnTo>
                    <a:pt x="384715" y="470059"/>
                  </a:lnTo>
                  <a:lnTo>
                    <a:pt x="387287" y="471869"/>
                  </a:lnTo>
                  <a:lnTo>
                    <a:pt x="391287" y="473202"/>
                  </a:lnTo>
                  <a:lnTo>
                    <a:pt x="391763" y="473202"/>
                  </a:lnTo>
                  <a:lnTo>
                    <a:pt x="392716" y="473107"/>
                  </a:lnTo>
                  <a:lnTo>
                    <a:pt x="393287" y="473107"/>
                  </a:lnTo>
                  <a:lnTo>
                    <a:pt x="393764" y="473297"/>
                  </a:lnTo>
                  <a:lnTo>
                    <a:pt x="394525" y="473869"/>
                  </a:lnTo>
                  <a:lnTo>
                    <a:pt x="395002" y="473964"/>
                  </a:lnTo>
                  <a:lnTo>
                    <a:pt x="396050" y="473774"/>
                  </a:lnTo>
                  <a:lnTo>
                    <a:pt x="398050" y="472916"/>
                  </a:lnTo>
                  <a:lnTo>
                    <a:pt x="399098" y="472726"/>
                  </a:lnTo>
                  <a:lnTo>
                    <a:pt x="401193" y="472726"/>
                  </a:lnTo>
                  <a:lnTo>
                    <a:pt x="402146" y="472440"/>
                  </a:lnTo>
                  <a:lnTo>
                    <a:pt x="403003" y="471583"/>
                  </a:lnTo>
                  <a:lnTo>
                    <a:pt x="403479" y="470630"/>
                  </a:lnTo>
                  <a:lnTo>
                    <a:pt x="404146" y="468630"/>
                  </a:lnTo>
                  <a:lnTo>
                    <a:pt x="404717" y="467773"/>
                  </a:lnTo>
                  <a:lnTo>
                    <a:pt x="405670" y="467106"/>
                  </a:lnTo>
                  <a:lnTo>
                    <a:pt x="406813" y="466725"/>
                  </a:lnTo>
                  <a:lnTo>
                    <a:pt x="409670" y="466344"/>
                  </a:lnTo>
                  <a:lnTo>
                    <a:pt x="409956" y="466249"/>
                  </a:lnTo>
                  <a:lnTo>
                    <a:pt x="410242" y="466344"/>
                  </a:lnTo>
                  <a:lnTo>
                    <a:pt x="410813" y="466820"/>
                  </a:lnTo>
                  <a:lnTo>
                    <a:pt x="411194" y="467296"/>
                  </a:lnTo>
                  <a:lnTo>
                    <a:pt x="411290" y="467868"/>
                  </a:lnTo>
                  <a:lnTo>
                    <a:pt x="411480" y="468344"/>
                  </a:lnTo>
                  <a:lnTo>
                    <a:pt x="411956" y="468821"/>
                  </a:lnTo>
                  <a:lnTo>
                    <a:pt x="412528" y="469583"/>
                  </a:lnTo>
                  <a:lnTo>
                    <a:pt x="413099" y="469773"/>
                  </a:lnTo>
                  <a:lnTo>
                    <a:pt x="413671" y="469773"/>
                  </a:lnTo>
                  <a:lnTo>
                    <a:pt x="414433" y="469964"/>
                  </a:lnTo>
                  <a:lnTo>
                    <a:pt x="415100" y="470345"/>
                  </a:lnTo>
                  <a:lnTo>
                    <a:pt x="415481" y="470821"/>
                  </a:lnTo>
                  <a:lnTo>
                    <a:pt x="415766" y="471392"/>
                  </a:lnTo>
                  <a:lnTo>
                    <a:pt x="416147" y="472059"/>
                  </a:lnTo>
                  <a:lnTo>
                    <a:pt x="418433" y="473488"/>
                  </a:lnTo>
                  <a:lnTo>
                    <a:pt x="418338" y="472535"/>
                  </a:lnTo>
                  <a:lnTo>
                    <a:pt x="418338" y="471773"/>
                  </a:lnTo>
                  <a:lnTo>
                    <a:pt x="418529" y="471011"/>
                  </a:lnTo>
                  <a:lnTo>
                    <a:pt x="419100" y="470345"/>
                  </a:lnTo>
                  <a:lnTo>
                    <a:pt x="419576" y="469583"/>
                  </a:lnTo>
                  <a:lnTo>
                    <a:pt x="419767" y="468630"/>
                  </a:lnTo>
                  <a:lnTo>
                    <a:pt x="419862" y="467392"/>
                  </a:lnTo>
                  <a:lnTo>
                    <a:pt x="420338" y="465677"/>
                  </a:lnTo>
                  <a:lnTo>
                    <a:pt x="421005" y="460724"/>
                  </a:lnTo>
                  <a:lnTo>
                    <a:pt x="421576" y="458819"/>
                  </a:lnTo>
                  <a:lnTo>
                    <a:pt x="422243" y="457295"/>
                  </a:lnTo>
                  <a:lnTo>
                    <a:pt x="422243" y="456533"/>
                  </a:lnTo>
                  <a:lnTo>
                    <a:pt x="422624" y="455676"/>
                  </a:lnTo>
                  <a:lnTo>
                    <a:pt x="423767" y="454057"/>
                  </a:lnTo>
                  <a:lnTo>
                    <a:pt x="424053" y="453295"/>
                  </a:lnTo>
                  <a:lnTo>
                    <a:pt x="424243" y="452342"/>
                  </a:lnTo>
                  <a:lnTo>
                    <a:pt x="424815" y="451675"/>
                  </a:lnTo>
                  <a:lnTo>
                    <a:pt x="426244" y="450437"/>
                  </a:lnTo>
                  <a:lnTo>
                    <a:pt x="427577" y="448723"/>
                  </a:lnTo>
                  <a:lnTo>
                    <a:pt x="428434" y="447961"/>
                  </a:lnTo>
                  <a:lnTo>
                    <a:pt x="430530" y="447294"/>
                  </a:lnTo>
                  <a:lnTo>
                    <a:pt x="431197" y="446532"/>
                  </a:lnTo>
                  <a:lnTo>
                    <a:pt x="431673" y="445675"/>
                  </a:lnTo>
                  <a:lnTo>
                    <a:pt x="432435" y="444913"/>
                  </a:lnTo>
                  <a:lnTo>
                    <a:pt x="433388" y="444722"/>
                  </a:lnTo>
                  <a:lnTo>
                    <a:pt x="437959" y="445484"/>
                  </a:lnTo>
                  <a:lnTo>
                    <a:pt x="440246" y="446151"/>
                  </a:lnTo>
                  <a:lnTo>
                    <a:pt x="441484" y="446151"/>
                  </a:lnTo>
                  <a:lnTo>
                    <a:pt x="443198" y="445580"/>
                  </a:lnTo>
                  <a:lnTo>
                    <a:pt x="444817" y="444722"/>
                  </a:lnTo>
                  <a:lnTo>
                    <a:pt x="445294" y="444341"/>
                  </a:lnTo>
                  <a:lnTo>
                    <a:pt x="446246" y="443579"/>
                  </a:lnTo>
                  <a:lnTo>
                    <a:pt x="447580" y="442246"/>
                  </a:lnTo>
                  <a:lnTo>
                    <a:pt x="447580" y="441865"/>
                  </a:lnTo>
                  <a:lnTo>
                    <a:pt x="446056" y="441579"/>
                  </a:lnTo>
                  <a:lnTo>
                    <a:pt x="441389" y="442436"/>
                  </a:lnTo>
                  <a:lnTo>
                    <a:pt x="440436" y="441770"/>
                  </a:lnTo>
                  <a:lnTo>
                    <a:pt x="440531" y="440627"/>
                  </a:lnTo>
                  <a:lnTo>
                    <a:pt x="441008" y="438341"/>
                  </a:lnTo>
                  <a:lnTo>
                    <a:pt x="441103" y="437102"/>
                  </a:lnTo>
                  <a:lnTo>
                    <a:pt x="441293" y="436817"/>
                  </a:lnTo>
                  <a:lnTo>
                    <a:pt x="442246" y="436150"/>
                  </a:lnTo>
                  <a:lnTo>
                    <a:pt x="442532" y="435769"/>
                  </a:lnTo>
                  <a:lnTo>
                    <a:pt x="442436" y="435293"/>
                  </a:lnTo>
                  <a:lnTo>
                    <a:pt x="441770" y="433769"/>
                  </a:lnTo>
                  <a:lnTo>
                    <a:pt x="442722" y="433388"/>
                  </a:lnTo>
                  <a:lnTo>
                    <a:pt x="445103" y="432911"/>
                  </a:lnTo>
                  <a:lnTo>
                    <a:pt x="446056" y="432340"/>
                  </a:lnTo>
                  <a:lnTo>
                    <a:pt x="446723" y="431483"/>
                  </a:lnTo>
                  <a:lnTo>
                    <a:pt x="449485" y="426434"/>
                  </a:lnTo>
                  <a:lnTo>
                    <a:pt x="451104" y="419576"/>
                  </a:lnTo>
                  <a:lnTo>
                    <a:pt x="451199" y="418910"/>
                  </a:lnTo>
                  <a:lnTo>
                    <a:pt x="451199" y="418338"/>
                  </a:lnTo>
                  <a:lnTo>
                    <a:pt x="451390" y="417862"/>
                  </a:lnTo>
                  <a:lnTo>
                    <a:pt x="452057" y="417671"/>
                  </a:lnTo>
                  <a:lnTo>
                    <a:pt x="452533" y="417671"/>
                  </a:lnTo>
                  <a:lnTo>
                    <a:pt x="453009" y="417767"/>
                  </a:lnTo>
                  <a:lnTo>
                    <a:pt x="453485" y="417957"/>
                  </a:lnTo>
                  <a:lnTo>
                    <a:pt x="453866" y="418243"/>
                  </a:lnTo>
                  <a:lnTo>
                    <a:pt x="454914" y="418624"/>
                  </a:lnTo>
                  <a:lnTo>
                    <a:pt x="456152" y="418433"/>
                  </a:lnTo>
                  <a:lnTo>
                    <a:pt x="458057" y="417576"/>
                  </a:lnTo>
                  <a:lnTo>
                    <a:pt x="458629" y="417100"/>
                  </a:lnTo>
                  <a:lnTo>
                    <a:pt x="460439" y="415290"/>
                  </a:lnTo>
                  <a:lnTo>
                    <a:pt x="461200" y="415004"/>
                  </a:lnTo>
                  <a:lnTo>
                    <a:pt x="466154" y="412433"/>
                  </a:lnTo>
                  <a:lnTo>
                    <a:pt x="473488" y="406432"/>
                  </a:lnTo>
                  <a:lnTo>
                    <a:pt x="474250" y="406051"/>
                  </a:lnTo>
                  <a:lnTo>
                    <a:pt x="474440" y="405194"/>
                  </a:lnTo>
                  <a:lnTo>
                    <a:pt x="474345" y="404146"/>
                  </a:lnTo>
                  <a:lnTo>
                    <a:pt x="474059" y="403289"/>
                  </a:lnTo>
                  <a:lnTo>
                    <a:pt x="474250" y="402241"/>
                  </a:lnTo>
                  <a:lnTo>
                    <a:pt x="475012" y="401384"/>
                  </a:lnTo>
                  <a:close/>
                  <a:moveTo>
                    <a:pt x="334899" y="979170"/>
                  </a:moveTo>
                  <a:lnTo>
                    <a:pt x="334518" y="979551"/>
                  </a:lnTo>
                  <a:lnTo>
                    <a:pt x="333661" y="980218"/>
                  </a:lnTo>
                  <a:lnTo>
                    <a:pt x="333184" y="980980"/>
                  </a:lnTo>
                  <a:lnTo>
                    <a:pt x="333089" y="982028"/>
                  </a:lnTo>
                  <a:lnTo>
                    <a:pt x="333566" y="982980"/>
                  </a:lnTo>
                  <a:lnTo>
                    <a:pt x="334709" y="983456"/>
                  </a:lnTo>
                  <a:lnTo>
                    <a:pt x="334709" y="982885"/>
                  </a:lnTo>
                  <a:lnTo>
                    <a:pt x="334899" y="982409"/>
                  </a:lnTo>
                  <a:lnTo>
                    <a:pt x="335280" y="982123"/>
                  </a:lnTo>
                  <a:lnTo>
                    <a:pt x="335756" y="981932"/>
                  </a:lnTo>
                  <a:lnTo>
                    <a:pt x="335756" y="982313"/>
                  </a:lnTo>
                  <a:lnTo>
                    <a:pt x="335851" y="982789"/>
                  </a:lnTo>
                  <a:lnTo>
                    <a:pt x="336042" y="983171"/>
                  </a:lnTo>
                  <a:lnTo>
                    <a:pt x="336423" y="982980"/>
                  </a:lnTo>
                  <a:lnTo>
                    <a:pt x="336518" y="982599"/>
                  </a:lnTo>
                  <a:lnTo>
                    <a:pt x="336423" y="981075"/>
                  </a:lnTo>
                  <a:lnTo>
                    <a:pt x="336614" y="979551"/>
                  </a:lnTo>
                  <a:lnTo>
                    <a:pt x="336614" y="978789"/>
                  </a:lnTo>
                  <a:lnTo>
                    <a:pt x="336233" y="976789"/>
                  </a:lnTo>
                  <a:lnTo>
                    <a:pt x="335947" y="976027"/>
                  </a:lnTo>
                  <a:lnTo>
                    <a:pt x="335566" y="975836"/>
                  </a:lnTo>
                  <a:lnTo>
                    <a:pt x="334994" y="976694"/>
                  </a:lnTo>
                  <a:lnTo>
                    <a:pt x="334994" y="977075"/>
                  </a:lnTo>
                  <a:lnTo>
                    <a:pt x="335090" y="978027"/>
                  </a:lnTo>
                  <a:lnTo>
                    <a:pt x="334994" y="978503"/>
                  </a:lnTo>
                  <a:lnTo>
                    <a:pt x="334899" y="979170"/>
                  </a:lnTo>
                  <a:close/>
                  <a:moveTo>
                    <a:pt x="331375" y="980408"/>
                  </a:moveTo>
                  <a:lnTo>
                    <a:pt x="330899" y="980885"/>
                  </a:lnTo>
                  <a:lnTo>
                    <a:pt x="330708" y="981742"/>
                  </a:lnTo>
                  <a:lnTo>
                    <a:pt x="330899" y="982409"/>
                  </a:lnTo>
                  <a:lnTo>
                    <a:pt x="331280" y="982409"/>
                  </a:lnTo>
                  <a:lnTo>
                    <a:pt x="331660" y="981932"/>
                  </a:lnTo>
                  <a:lnTo>
                    <a:pt x="331946" y="981266"/>
                  </a:lnTo>
                  <a:lnTo>
                    <a:pt x="331851" y="980408"/>
                  </a:lnTo>
                  <a:lnTo>
                    <a:pt x="331375" y="980408"/>
                  </a:lnTo>
                  <a:close/>
                  <a:moveTo>
                    <a:pt x="334899" y="905161"/>
                  </a:moveTo>
                  <a:lnTo>
                    <a:pt x="335185" y="904399"/>
                  </a:lnTo>
                  <a:lnTo>
                    <a:pt x="335375" y="901446"/>
                  </a:lnTo>
                  <a:lnTo>
                    <a:pt x="335185" y="900589"/>
                  </a:lnTo>
                  <a:lnTo>
                    <a:pt x="334423" y="899636"/>
                  </a:lnTo>
                  <a:lnTo>
                    <a:pt x="333851" y="900684"/>
                  </a:lnTo>
                  <a:lnTo>
                    <a:pt x="333089" y="904304"/>
                  </a:lnTo>
                  <a:lnTo>
                    <a:pt x="333470" y="905066"/>
                  </a:lnTo>
                  <a:lnTo>
                    <a:pt x="334137" y="905351"/>
                  </a:lnTo>
                  <a:lnTo>
                    <a:pt x="334899" y="905161"/>
                  </a:lnTo>
                  <a:close/>
                  <a:moveTo>
                    <a:pt x="319754" y="1007364"/>
                  </a:moveTo>
                  <a:lnTo>
                    <a:pt x="320135" y="1006221"/>
                  </a:lnTo>
                  <a:lnTo>
                    <a:pt x="320231" y="1006126"/>
                  </a:lnTo>
                  <a:lnTo>
                    <a:pt x="320326" y="1005840"/>
                  </a:lnTo>
                  <a:lnTo>
                    <a:pt x="320421" y="1005745"/>
                  </a:lnTo>
                  <a:lnTo>
                    <a:pt x="319564" y="1005745"/>
                  </a:lnTo>
                  <a:lnTo>
                    <a:pt x="318707" y="1005935"/>
                  </a:lnTo>
                  <a:lnTo>
                    <a:pt x="318040" y="1006412"/>
                  </a:lnTo>
                  <a:lnTo>
                    <a:pt x="317849" y="1007173"/>
                  </a:lnTo>
                  <a:lnTo>
                    <a:pt x="318230" y="1008126"/>
                  </a:lnTo>
                  <a:lnTo>
                    <a:pt x="318992" y="1008031"/>
                  </a:lnTo>
                  <a:lnTo>
                    <a:pt x="319754" y="1007364"/>
                  </a:lnTo>
                  <a:close/>
                  <a:moveTo>
                    <a:pt x="317278" y="1025366"/>
                  </a:moveTo>
                  <a:lnTo>
                    <a:pt x="317087" y="1025938"/>
                  </a:lnTo>
                  <a:lnTo>
                    <a:pt x="317183" y="1026319"/>
                  </a:lnTo>
                  <a:lnTo>
                    <a:pt x="317659" y="1026986"/>
                  </a:lnTo>
                  <a:lnTo>
                    <a:pt x="317754" y="1027271"/>
                  </a:lnTo>
                  <a:lnTo>
                    <a:pt x="317754" y="1031462"/>
                  </a:lnTo>
                  <a:lnTo>
                    <a:pt x="318230" y="1029938"/>
                  </a:lnTo>
                  <a:lnTo>
                    <a:pt x="318516" y="1027367"/>
                  </a:lnTo>
                  <a:lnTo>
                    <a:pt x="318897" y="1026795"/>
                  </a:lnTo>
                  <a:lnTo>
                    <a:pt x="319468" y="1026414"/>
                  </a:lnTo>
                  <a:lnTo>
                    <a:pt x="320326" y="1025938"/>
                  </a:lnTo>
                  <a:lnTo>
                    <a:pt x="320040" y="1025557"/>
                  </a:lnTo>
                  <a:lnTo>
                    <a:pt x="320040" y="1025271"/>
                  </a:lnTo>
                  <a:lnTo>
                    <a:pt x="320231" y="1025080"/>
                  </a:lnTo>
                  <a:lnTo>
                    <a:pt x="320421" y="1024795"/>
                  </a:lnTo>
                  <a:lnTo>
                    <a:pt x="320612" y="1024795"/>
                  </a:lnTo>
                  <a:lnTo>
                    <a:pt x="320802" y="1024795"/>
                  </a:lnTo>
                  <a:lnTo>
                    <a:pt x="320897" y="1024700"/>
                  </a:lnTo>
                  <a:lnTo>
                    <a:pt x="320897" y="1024414"/>
                  </a:lnTo>
                  <a:lnTo>
                    <a:pt x="319945" y="1024128"/>
                  </a:lnTo>
                  <a:lnTo>
                    <a:pt x="318611" y="1023271"/>
                  </a:lnTo>
                  <a:lnTo>
                    <a:pt x="317754" y="1023271"/>
                  </a:lnTo>
                  <a:lnTo>
                    <a:pt x="317754" y="1023652"/>
                  </a:lnTo>
                  <a:lnTo>
                    <a:pt x="318040" y="1024128"/>
                  </a:lnTo>
                  <a:lnTo>
                    <a:pt x="317849" y="1024604"/>
                  </a:lnTo>
                  <a:lnTo>
                    <a:pt x="317278" y="1025366"/>
                  </a:lnTo>
                  <a:close/>
                  <a:moveTo>
                    <a:pt x="321088" y="931164"/>
                  </a:moveTo>
                  <a:lnTo>
                    <a:pt x="321469" y="931259"/>
                  </a:lnTo>
                  <a:lnTo>
                    <a:pt x="321850" y="931069"/>
                  </a:lnTo>
                  <a:lnTo>
                    <a:pt x="322135" y="930688"/>
                  </a:lnTo>
                  <a:lnTo>
                    <a:pt x="322135" y="930212"/>
                  </a:lnTo>
                  <a:lnTo>
                    <a:pt x="321850" y="929164"/>
                  </a:lnTo>
                  <a:lnTo>
                    <a:pt x="321755" y="928688"/>
                  </a:lnTo>
                  <a:lnTo>
                    <a:pt x="321278" y="928497"/>
                  </a:lnTo>
                  <a:lnTo>
                    <a:pt x="320421" y="928878"/>
                  </a:lnTo>
                  <a:lnTo>
                    <a:pt x="319945" y="929640"/>
                  </a:lnTo>
                  <a:lnTo>
                    <a:pt x="321088" y="931164"/>
                  </a:lnTo>
                  <a:close/>
                  <a:moveTo>
                    <a:pt x="323659" y="992219"/>
                  </a:moveTo>
                  <a:lnTo>
                    <a:pt x="322612" y="992124"/>
                  </a:lnTo>
                  <a:lnTo>
                    <a:pt x="322326" y="991362"/>
                  </a:lnTo>
                  <a:lnTo>
                    <a:pt x="322326" y="990314"/>
                  </a:lnTo>
                  <a:lnTo>
                    <a:pt x="322135" y="989362"/>
                  </a:lnTo>
                  <a:lnTo>
                    <a:pt x="321564" y="988695"/>
                  </a:lnTo>
                  <a:lnTo>
                    <a:pt x="320802" y="988219"/>
                  </a:lnTo>
                  <a:lnTo>
                    <a:pt x="320135" y="987647"/>
                  </a:lnTo>
                  <a:lnTo>
                    <a:pt x="319850" y="986695"/>
                  </a:lnTo>
                  <a:lnTo>
                    <a:pt x="319754" y="985647"/>
                  </a:lnTo>
                  <a:lnTo>
                    <a:pt x="319564" y="984599"/>
                  </a:lnTo>
                  <a:lnTo>
                    <a:pt x="319183" y="983647"/>
                  </a:lnTo>
                  <a:lnTo>
                    <a:pt x="318707" y="982789"/>
                  </a:lnTo>
                  <a:lnTo>
                    <a:pt x="317945" y="982218"/>
                  </a:lnTo>
                  <a:lnTo>
                    <a:pt x="316897" y="981837"/>
                  </a:lnTo>
                  <a:lnTo>
                    <a:pt x="315944" y="981742"/>
                  </a:lnTo>
                  <a:lnTo>
                    <a:pt x="315277" y="981932"/>
                  </a:lnTo>
                  <a:lnTo>
                    <a:pt x="315087" y="982313"/>
                  </a:lnTo>
                  <a:lnTo>
                    <a:pt x="314897" y="983266"/>
                  </a:lnTo>
                  <a:lnTo>
                    <a:pt x="314801" y="983647"/>
                  </a:lnTo>
                  <a:lnTo>
                    <a:pt x="314516" y="983837"/>
                  </a:lnTo>
                  <a:lnTo>
                    <a:pt x="313849" y="984313"/>
                  </a:lnTo>
                  <a:lnTo>
                    <a:pt x="313658" y="984599"/>
                  </a:lnTo>
                  <a:lnTo>
                    <a:pt x="312420" y="985933"/>
                  </a:lnTo>
                  <a:lnTo>
                    <a:pt x="311944" y="986790"/>
                  </a:lnTo>
                  <a:lnTo>
                    <a:pt x="312610" y="987362"/>
                  </a:lnTo>
                  <a:lnTo>
                    <a:pt x="313182" y="987171"/>
                  </a:lnTo>
                  <a:lnTo>
                    <a:pt x="314801" y="986028"/>
                  </a:lnTo>
                  <a:lnTo>
                    <a:pt x="315182" y="985647"/>
                  </a:lnTo>
                  <a:lnTo>
                    <a:pt x="315277" y="985076"/>
                  </a:lnTo>
                  <a:lnTo>
                    <a:pt x="315659" y="984790"/>
                  </a:lnTo>
                  <a:lnTo>
                    <a:pt x="316135" y="984790"/>
                  </a:lnTo>
                  <a:lnTo>
                    <a:pt x="316611" y="985076"/>
                  </a:lnTo>
                  <a:lnTo>
                    <a:pt x="316992" y="986885"/>
                  </a:lnTo>
                  <a:lnTo>
                    <a:pt x="317087" y="986695"/>
                  </a:lnTo>
                  <a:lnTo>
                    <a:pt x="317278" y="986409"/>
                  </a:lnTo>
                  <a:lnTo>
                    <a:pt x="317373" y="986123"/>
                  </a:lnTo>
                  <a:lnTo>
                    <a:pt x="318421" y="986980"/>
                  </a:lnTo>
                  <a:lnTo>
                    <a:pt x="319373" y="988123"/>
                  </a:lnTo>
                  <a:lnTo>
                    <a:pt x="319468" y="988314"/>
                  </a:lnTo>
                  <a:lnTo>
                    <a:pt x="319468" y="988600"/>
                  </a:lnTo>
                  <a:lnTo>
                    <a:pt x="319468" y="989076"/>
                  </a:lnTo>
                  <a:lnTo>
                    <a:pt x="319659" y="989267"/>
                  </a:lnTo>
                  <a:lnTo>
                    <a:pt x="320421" y="989457"/>
                  </a:lnTo>
                  <a:lnTo>
                    <a:pt x="320612" y="989552"/>
                  </a:lnTo>
                  <a:lnTo>
                    <a:pt x="320707" y="990410"/>
                  </a:lnTo>
                  <a:lnTo>
                    <a:pt x="320326" y="992124"/>
                  </a:lnTo>
                  <a:lnTo>
                    <a:pt x="320326" y="992886"/>
                  </a:lnTo>
                  <a:lnTo>
                    <a:pt x="321278" y="993553"/>
                  </a:lnTo>
                  <a:lnTo>
                    <a:pt x="321469" y="994029"/>
                  </a:lnTo>
                  <a:lnTo>
                    <a:pt x="320707" y="994696"/>
                  </a:lnTo>
                  <a:lnTo>
                    <a:pt x="320612" y="994505"/>
                  </a:lnTo>
                  <a:lnTo>
                    <a:pt x="320421" y="994315"/>
                  </a:lnTo>
                  <a:lnTo>
                    <a:pt x="320326" y="996029"/>
                  </a:lnTo>
                  <a:lnTo>
                    <a:pt x="320612" y="996601"/>
                  </a:lnTo>
                  <a:lnTo>
                    <a:pt x="321374" y="996791"/>
                  </a:lnTo>
                  <a:lnTo>
                    <a:pt x="322231" y="996601"/>
                  </a:lnTo>
                  <a:lnTo>
                    <a:pt x="322707" y="996125"/>
                  </a:lnTo>
                  <a:lnTo>
                    <a:pt x="323279" y="994981"/>
                  </a:lnTo>
                  <a:lnTo>
                    <a:pt x="323374" y="994791"/>
                  </a:lnTo>
                  <a:lnTo>
                    <a:pt x="323374" y="994601"/>
                  </a:lnTo>
                  <a:lnTo>
                    <a:pt x="323469" y="994505"/>
                  </a:lnTo>
                  <a:lnTo>
                    <a:pt x="323755" y="994505"/>
                  </a:lnTo>
                  <a:lnTo>
                    <a:pt x="323183" y="993934"/>
                  </a:lnTo>
                  <a:lnTo>
                    <a:pt x="323088" y="993362"/>
                  </a:lnTo>
                  <a:lnTo>
                    <a:pt x="323279" y="992696"/>
                  </a:lnTo>
                  <a:lnTo>
                    <a:pt x="323659" y="992219"/>
                  </a:lnTo>
                  <a:close/>
                  <a:moveTo>
                    <a:pt x="322802" y="1030700"/>
                  </a:moveTo>
                  <a:lnTo>
                    <a:pt x="322612" y="1030891"/>
                  </a:lnTo>
                  <a:lnTo>
                    <a:pt x="321469" y="1030510"/>
                  </a:lnTo>
                  <a:lnTo>
                    <a:pt x="320421" y="1030986"/>
                  </a:lnTo>
                  <a:lnTo>
                    <a:pt x="318897" y="1032320"/>
                  </a:lnTo>
                  <a:lnTo>
                    <a:pt x="317468" y="1033081"/>
                  </a:lnTo>
                  <a:lnTo>
                    <a:pt x="317087" y="1033367"/>
                  </a:lnTo>
                  <a:lnTo>
                    <a:pt x="316897" y="1033748"/>
                  </a:lnTo>
                  <a:lnTo>
                    <a:pt x="316706" y="1034225"/>
                  </a:lnTo>
                  <a:lnTo>
                    <a:pt x="316516" y="1034701"/>
                  </a:lnTo>
                  <a:lnTo>
                    <a:pt x="316230" y="1034891"/>
                  </a:lnTo>
                  <a:lnTo>
                    <a:pt x="316135" y="1035082"/>
                  </a:lnTo>
                  <a:lnTo>
                    <a:pt x="315944" y="1035463"/>
                  </a:lnTo>
                  <a:lnTo>
                    <a:pt x="315563" y="1035844"/>
                  </a:lnTo>
                  <a:lnTo>
                    <a:pt x="314897" y="1036034"/>
                  </a:lnTo>
                  <a:lnTo>
                    <a:pt x="314706" y="1037558"/>
                  </a:lnTo>
                  <a:lnTo>
                    <a:pt x="314516" y="1038035"/>
                  </a:lnTo>
                  <a:lnTo>
                    <a:pt x="314420" y="1038797"/>
                  </a:lnTo>
                  <a:lnTo>
                    <a:pt x="314325" y="1040225"/>
                  </a:lnTo>
                  <a:lnTo>
                    <a:pt x="314516" y="1041368"/>
                  </a:lnTo>
                  <a:lnTo>
                    <a:pt x="315087" y="1041178"/>
                  </a:lnTo>
                  <a:lnTo>
                    <a:pt x="315182" y="1042226"/>
                  </a:lnTo>
                  <a:lnTo>
                    <a:pt x="315849" y="1041654"/>
                  </a:lnTo>
                  <a:lnTo>
                    <a:pt x="317183" y="1039463"/>
                  </a:lnTo>
                  <a:lnTo>
                    <a:pt x="316992" y="1039082"/>
                  </a:lnTo>
                  <a:lnTo>
                    <a:pt x="317087" y="1038701"/>
                  </a:lnTo>
                  <a:lnTo>
                    <a:pt x="317373" y="1038225"/>
                  </a:lnTo>
                  <a:lnTo>
                    <a:pt x="317564" y="1037654"/>
                  </a:lnTo>
                  <a:lnTo>
                    <a:pt x="318325" y="1037749"/>
                  </a:lnTo>
                  <a:lnTo>
                    <a:pt x="320135" y="1036511"/>
                  </a:lnTo>
                  <a:lnTo>
                    <a:pt x="320992" y="1036225"/>
                  </a:lnTo>
                  <a:lnTo>
                    <a:pt x="321374" y="1035748"/>
                  </a:lnTo>
                  <a:lnTo>
                    <a:pt x="321755" y="1034796"/>
                  </a:lnTo>
                  <a:lnTo>
                    <a:pt x="322326" y="1033939"/>
                  </a:lnTo>
                  <a:lnTo>
                    <a:pt x="323374" y="1033653"/>
                  </a:lnTo>
                  <a:lnTo>
                    <a:pt x="323659" y="1033081"/>
                  </a:lnTo>
                  <a:lnTo>
                    <a:pt x="323374" y="1032796"/>
                  </a:lnTo>
                  <a:lnTo>
                    <a:pt x="322898" y="1032605"/>
                  </a:lnTo>
                  <a:lnTo>
                    <a:pt x="322612" y="1032224"/>
                  </a:lnTo>
                  <a:lnTo>
                    <a:pt x="322517" y="1031843"/>
                  </a:lnTo>
                  <a:lnTo>
                    <a:pt x="322517" y="1031558"/>
                  </a:lnTo>
                  <a:lnTo>
                    <a:pt x="322802" y="1031367"/>
                  </a:lnTo>
                  <a:lnTo>
                    <a:pt x="323659" y="1031462"/>
                  </a:lnTo>
                  <a:lnTo>
                    <a:pt x="323659" y="1031081"/>
                  </a:lnTo>
                  <a:lnTo>
                    <a:pt x="322993" y="1030891"/>
                  </a:lnTo>
                  <a:lnTo>
                    <a:pt x="322802" y="1030700"/>
                  </a:lnTo>
                  <a:close/>
                  <a:moveTo>
                    <a:pt x="321564" y="932402"/>
                  </a:moveTo>
                  <a:lnTo>
                    <a:pt x="321469" y="933450"/>
                  </a:lnTo>
                  <a:lnTo>
                    <a:pt x="321469" y="934784"/>
                  </a:lnTo>
                  <a:lnTo>
                    <a:pt x="321850" y="934974"/>
                  </a:lnTo>
                  <a:lnTo>
                    <a:pt x="322517" y="934974"/>
                  </a:lnTo>
                  <a:lnTo>
                    <a:pt x="323088" y="934307"/>
                  </a:lnTo>
                  <a:lnTo>
                    <a:pt x="323374" y="933450"/>
                  </a:lnTo>
                  <a:lnTo>
                    <a:pt x="323183" y="932688"/>
                  </a:lnTo>
                  <a:lnTo>
                    <a:pt x="322135" y="932021"/>
                  </a:lnTo>
                  <a:lnTo>
                    <a:pt x="321564" y="932402"/>
                  </a:lnTo>
                  <a:close/>
                  <a:moveTo>
                    <a:pt x="320421" y="897541"/>
                  </a:moveTo>
                  <a:lnTo>
                    <a:pt x="320231" y="898970"/>
                  </a:lnTo>
                  <a:lnTo>
                    <a:pt x="320231" y="899541"/>
                  </a:lnTo>
                  <a:lnTo>
                    <a:pt x="320612" y="900113"/>
                  </a:lnTo>
                  <a:lnTo>
                    <a:pt x="321850" y="900684"/>
                  </a:lnTo>
                  <a:lnTo>
                    <a:pt x="322993" y="900208"/>
                  </a:lnTo>
                  <a:lnTo>
                    <a:pt x="323374" y="898970"/>
                  </a:lnTo>
                  <a:lnTo>
                    <a:pt x="322231" y="897350"/>
                  </a:lnTo>
                  <a:lnTo>
                    <a:pt x="322231" y="897160"/>
                  </a:lnTo>
                  <a:lnTo>
                    <a:pt x="321945" y="896684"/>
                  </a:lnTo>
                  <a:lnTo>
                    <a:pt x="321659" y="896398"/>
                  </a:lnTo>
                  <a:lnTo>
                    <a:pt x="321564" y="896779"/>
                  </a:lnTo>
                  <a:lnTo>
                    <a:pt x="321374" y="897160"/>
                  </a:lnTo>
                  <a:lnTo>
                    <a:pt x="320992" y="897255"/>
                  </a:lnTo>
                  <a:lnTo>
                    <a:pt x="320612" y="897255"/>
                  </a:lnTo>
                  <a:lnTo>
                    <a:pt x="320421" y="897541"/>
                  </a:lnTo>
                  <a:close/>
                  <a:moveTo>
                    <a:pt x="324231" y="939070"/>
                  </a:moveTo>
                  <a:lnTo>
                    <a:pt x="323469" y="937927"/>
                  </a:lnTo>
                  <a:lnTo>
                    <a:pt x="322802" y="937927"/>
                  </a:lnTo>
                  <a:lnTo>
                    <a:pt x="322517" y="938689"/>
                  </a:lnTo>
                  <a:lnTo>
                    <a:pt x="322231" y="941070"/>
                  </a:lnTo>
                  <a:lnTo>
                    <a:pt x="320707" y="944023"/>
                  </a:lnTo>
                  <a:lnTo>
                    <a:pt x="320421" y="945166"/>
                  </a:lnTo>
                  <a:lnTo>
                    <a:pt x="320421" y="945737"/>
                  </a:lnTo>
                  <a:lnTo>
                    <a:pt x="320802" y="946785"/>
                  </a:lnTo>
                  <a:lnTo>
                    <a:pt x="320802" y="947356"/>
                  </a:lnTo>
                  <a:lnTo>
                    <a:pt x="320612" y="947452"/>
                  </a:lnTo>
                  <a:lnTo>
                    <a:pt x="320231" y="947547"/>
                  </a:lnTo>
                  <a:lnTo>
                    <a:pt x="319850" y="947738"/>
                  </a:lnTo>
                  <a:lnTo>
                    <a:pt x="319564" y="948690"/>
                  </a:lnTo>
                  <a:lnTo>
                    <a:pt x="318802" y="949166"/>
                  </a:lnTo>
                  <a:lnTo>
                    <a:pt x="318611" y="949643"/>
                  </a:lnTo>
                  <a:lnTo>
                    <a:pt x="318707" y="950214"/>
                  </a:lnTo>
                  <a:lnTo>
                    <a:pt x="318992" y="950405"/>
                  </a:lnTo>
                  <a:lnTo>
                    <a:pt x="319278" y="950595"/>
                  </a:lnTo>
                  <a:lnTo>
                    <a:pt x="319373" y="950976"/>
                  </a:lnTo>
                  <a:lnTo>
                    <a:pt x="319088" y="951262"/>
                  </a:lnTo>
                  <a:lnTo>
                    <a:pt x="318516" y="951547"/>
                  </a:lnTo>
                  <a:lnTo>
                    <a:pt x="318040" y="951929"/>
                  </a:lnTo>
                  <a:lnTo>
                    <a:pt x="318135" y="952405"/>
                  </a:lnTo>
                  <a:lnTo>
                    <a:pt x="318325" y="952786"/>
                  </a:lnTo>
                  <a:lnTo>
                    <a:pt x="318516" y="953929"/>
                  </a:lnTo>
                  <a:lnTo>
                    <a:pt x="318707" y="954405"/>
                  </a:lnTo>
                  <a:lnTo>
                    <a:pt x="318325" y="954881"/>
                  </a:lnTo>
                  <a:lnTo>
                    <a:pt x="317849" y="955167"/>
                  </a:lnTo>
                  <a:lnTo>
                    <a:pt x="317373" y="955262"/>
                  </a:lnTo>
                  <a:lnTo>
                    <a:pt x="316897" y="955072"/>
                  </a:lnTo>
                  <a:lnTo>
                    <a:pt x="316897" y="955929"/>
                  </a:lnTo>
                  <a:lnTo>
                    <a:pt x="316897" y="956215"/>
                  </a:lnTo>
                  <a:lnTo>
                    <a:pt x="317468" y="956405"/>
                  </a:lnTo>
                  <a:lnTo>
                    <a:pt x="318040" y="956501"/>
                  </a:lnTo>
                  <a:lnTo>
                    <a:pt x="318707" y="956501"/>
                  </a:lnTo>
                  <a:lnTo>
                    <a:pt x="319278" y="956405"/>
                  </a:lnTo>
                  <a:lnTo>
                    <a:pt x="319754" y="956120"/>
                  </a:lnTo>
                  <a:lnTo>
                    <a:pt x="318992" y="955834"/>
                  </a:lnTo>
                  <a:lnTo>
                    <a:pt x="318897" y="955453"/>
                  </a:lnTo>
                  <a:lnTo>
                    <a:pt x="319278" y="955072"/>
                  </a:lnTo>
                  <a:lnTo>
                    <a:pt x="320135" y="954977"/>
                  </a:lnTo>
                  <a:lnTo>
                    <a:pt x="319945" y="954500"/>
                  </a:lnTo>
                  <a:lnTo>
                    <a:pt x="319945" y="954214"/>
                  </a:lnTo>
                  <a:lnTo>
                    <a:pt x="320135" y="953929"/>
                  </a:lnTo>
                  <a:lnTo>
                    <a:pt x="320516" y="953548"/>
                  </a:lnTo>
                  <a:lnTo>
                    <a:pt x="320707" y="953929"/>
                  </a:lnTo>
                  <a:lnTo>
                    <a:pt x="321469" y="954881"/>
                  </a:lnTo>
                  <a:lnTo>
                    <a:pt x="321945" y="955358"/>
                  </a:lnTo>
                  <a:lnTo>
                    <a:pt x="321945" y="954977"/>
                  </a:lnTo>
                  <a:lnTo>
                    <a:pt x="322040" y="954691"/>
                  </a:lnTo>
                  <a:lnTo>
                    <a:pt x="322135" y="954500"/>
                  </a:lnTo>
                  <a:lnTo>
                    <a:pt x="322231" y="954214"/>
                  </a:lnTo>
                  <a:lnTo>
                    <a:pt x="322612" y="954596"/>
                  </a:lnTo>
                  <a:lnTo>
                    <a:pt x="323088" y="953072"/>
                  </a:lnTo>
                  <a:lnTo>
                    <a:pt x="323088" y="950023"/>
                  </a:lnTo>
                  <a:lnTo>
                    <a:pt x="323755" y="948690"/>
                  </a:lnTo>
                  <a:lnTo>
                    <a:pt x="323374" y="947642"/>
                  </a:lnTo>
                  <a:lnTo>
                    <a:pt x="323469" y="946499"/>
                  </a:lnTo>
                  <a:lnTo>
                    <a:pt x="324136" y="944309"/>
                  </a:lnTo>
                  <a:lnTo>
                    <a:pt x="324041" y="942594"/>
                  </a:lnTo>
                  <a:lnTo>
                    <a:pt x="324136" y="942118"/>
                  </a:lnTo>
                  <a:lnTo>
                    <a:pt x="324326" y="941927"/>
                  </a:lnTo>
                  <a:lnTo>
                    <a:pt x="324707" y="941832"/>
                  </a:lnTo>
                  <a:lnTo>
                    <a:pt x="325088" y="941642"/>
                  </a:lnTo>
                  <a:lnTo>
                    <a:pt x="325279" y="941165"/>
                  </a:lnTo>
                  <a:lnTo>
                    <a:pt x="324993" y="940118"/>
                  </a:lnTo>
                  <a:lnTo>
                    <a:pt x="324231" y="939070"/>
                  </a:lnTo>
                  <a:close/>
                  <a:moveTo>
                    <a:pt x="323374" y="967359"/>
                  </a:moveTo>
                  <a:lnTo>
                    <a:pt x="322898" y="967454"/>
                  </a:lnTo>
                  <a:lnTo>
                    <a:pt x="322612" y="967359"/>
                  </a:lnTo>
                  <a:lnTo>
                    <a:pt x="322612" y="966883"/>
                  </a:lnTo>
                  <a:lnTo>
                    <a:pt x="322993" y="965835"/>
                  </a:lnTo>
                  <a:lnTo>
                    <a:pt x="321469" y="965835"/>
                  </a:lnTo>
                  <a:lnTo>
                    <a:pt x="320326" y="965930"/>
                  </a:lnTo>
                  <a:lnTo>
                    <a:pt x="319754" y="966216"/>
                  </a:lnTo>
                  <a:lnTo>
                    <a:pt x="319850" y="966597"/>
                  </a:lnTo>
                  <a:lnTo>
                    <a:pt x="320421" y="967073"/>
                  </a:lnTo>
                  <a:lnTo>
                    <a:pt x="320992" y="967645"/>
                  </a:lnTo>
                  <a:lnTo>
                    <a:pt x="321183" y="968502"/>
                  </a:lnTo>
                  <a:lnTo>
                    <a:pt x="321183" y="969169"/>
                  </a:lnTo>
                  <a:lnTo>
                    <a:pt x="322898" y="968693"/>
                  </a:lnTo>
                  <a:lnTo>
                    <a:pt x="323755" y="968312"/>
                  </a:lnTo>
                  <a:lnTo>
                    <a:pt x="324136" y="967740"/>
                  </a:lnTo>
                  <a:lnTo>
                    <a:pt x="323945" y="967359"/>
                  </a:lnTo>
                  <a:lnTo>
                    <a:pt x="323374" y="967359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7" name="Freeform: Shape 19">
              <a:extLst>
                <a:ext uri="{FF2B5EF4-FFF2-40B4-BE49-F238E27FC236}">
                  <a16:creationId xmlns:a16="http://schemas.microsoft.com/office/drawing/2014/main" id="{7ED13025-A80A-B323-1E84-57E56AA0A7D7}"/>
                </a:ext>
              </a:extLst>
            </p:cNvPr>
            <p:cNvSpPr/>
            <p:nvPr/>
          </p:nvSpPr>
          <p:spPr>
            <a:xfrm>
              <a:off x="5437155" y="1681257"/>
              <a:ext cx="1685925" cy="809625"/>
            </a:xfrm>
            <a:custGeom>
              <a:avLst/>
              <a:gdLst>
                <a:gd name="connsiteX0" fmla="*/ 1694783 w 1685925"/>
                <a:gd name="connsiteY0" fmla="*/ 437102 h 809625"/>
                <a:gd name="connsiteX1" fmla="*/ 1693926 w 1685925"/>
                <a:gd name="connsiteY1" fmla="*/ 435674 h 809625"/>
                <a:gd name="connsiteX2" fmla="*/ 1693735 w 1685925"/>
                <a:gd name="connsiteY2" fmla="*/ 435007 h 809625"/>
                <a:gd name="connsiteX3" fmla="*/ 1693831 w 1685925"/>
                <a:gd name="connsiteY3" fmla="*/ 433673 h 809625"/>
                <a:gd name="connsiteX4" fmla="*/ 1694498 w 1685925"/>
                <a:gd name="connsiteY4" fmla="*/ 431292 h 809625"/>
                <a:gd name="connsiteX5" fmla="*/ 1694498 w 1685925"/>
                <a:gd name="connsiteY5" fmla="*/ 429578 h 809625"/>
                <a:gd name="connsiteX6" fmla="*/ 1694498 w 1685925"/>
                <a:gd name="connsiteY6" fmla="*/ 429006 h 809625"/>
                <a:gd name="connsiteX7" fmla="*/ 1694688 w 1685925"/>
                <a:gd name="connsiteY7" fmla="*/ 428530 h 809625"/>
                <a:gd name="connsiteX8" fmla="*/ 1694783 w 1685925"/>
                <a:gd name="connsiteY8" fmla="*/ 428149 h 809625"/>
                <a:gd name="connsiteX9" fmla="*/ 1694402 w 1685925"/>
                <a:gd name="connsiteY9" fmla="*/ 427863 h 809625"/>
                <a:gd name="connsiteX10" fmla="*/ 1694117 w 1685925"/>
                <a:gd name="connsiteY10" fmla="*/ 427673 h 809625"/>
                <a:gd name="connsiteX11" fmla="*/ 1693926 w 1685925"/>
                <a:gd name="connsiteY11" fmla="*/ 427482 h 809625"/>
                <a:gd name="connsiteX12" fmla="*/ 1693735 w 1685925"/>
                <a:gd name="connsiteY12" fmla="*/ 427196 h 809625"/>
                <a:gd name="connsiteX13" fmla="*/ 1693640 w 1685925"/>
                <a:gd name="connsiteY13" fmla="*/ 426815 h 809625"/>
                <a:gd name="connsiteX14" fmla="*/ 1693640 w 1685925"/>
                <a:gd name="connsiteY14" fmla="*/ 425863 h 809625"/>
                <a:gd name="connsiteX15" fmla="*/ 1693831 w 1685925"/>
                <a:gd name="connsiteY15" fmla="*/ 425196 h 809625"/>
                <a:gd name="connsiteX16" fmla="*/ 1694117 w 1685925"/>
                <a:gd name="connsiteY16" fmla="*/ 424624 h 809625"/>
                <a:gd name="connsiteX17" fmla="*/ 1694402 w 1685925"/>
                <a:gd name="connsiteY17" fmla="*/ 423863 h 809625"/>
                <a:gd name="connsiteX18" fmla="*/ 1694212 w 1685925"/>
                <a:gd name="connsiteY18" fmla="*/ 423291 h 809625"/>
                <a:gd name="connsiteX19" fmla="*/ 1693450 w 1685925"/>
                <a:gd name="connsiteY19" fmla="*/ 423101 h 809625"/>
                <a:gd name="connsiteX20" fmla="*/ 1692593 w 1685925"/>
                <a:gd name="connsiteY20" fmla="*/ 423005 h 809625"/>
                <a:gd name="connsiteX21" fmla="*/ 1692116 w 1685925"/>
                <a:gd name="connsiteY21" fmla="*/ 422910 h 809625"/>
                <a:gd name="connsiteX22" fmla="*/ 1691640 w 1685925"/>
                <a:gd name="connsiteY22" fmla="*/ 422338 h 809625"/>
                <a:gd name="connsiteX23" fmla="*/ 1691450 w 1685925"/>
                <a:gd name="connsiteY23" fmla="*/ 421767 h 809625"/>
                <a:gd name="connsiteX24" fmla="*/ 1691259 w 1685925"/>
                <a:gd name="connsiteY24" fmla="*/ 421196 h 809625"/>
                <a:gd name="connsiteX25" fmla="*/ 1690973 w 1685925"/>
                <a:gd name="connsiteY25" fmla="*/ 420529 h 809625"/>
                <a:gd name="connsiteX26" fmla="*/ 1690211 w 1685925"/>
                <a:gd name="connsiteY26" fmla="*/ 419481 h 809625"/>
                <a:gd name="connsiteX27" fmla="*/ 1688497 w 1685925"/>
                <a:gd name="connsiteY27" fmla="*/ 417671 h 809625"/>
                <a:gd name="connsiteX28" fmla="*/ 1687735 w 1685925"/>
                <a:gd name="connsiteY28" fmla="*/ 416624 h 809625"/>
                <a:gd name="connsiteX29" fmla="*/ 1687640 w 1685925"/>
                <a:gd name="connsiteY29" fmla="*/ 416147 h 809625"/>
                <a:gd name="connsiteX30" fmla="*/ 1687449 w 1685925"/>
                <a:gd name="connsiteY30" fmla="*/ 415766 h 809625"/>
                <a:gd name="connsiteX31" fmla="*/ 1687354 w 1685925"/>
                <a:gd name="connsiteY31" fmla="*/ 414814 h 809625"/>
                <a:gd name="connsiteX32" fmla="*/ 1687259 w 1685925"/>
                <a:gd name="connsiteY32" fmla="*/ 410337 h 809625"/>
                <a:gd name="connsiteX33" fmla="*/ 1686877 w 1685925"/>
                <a:gd name="connsiteY33" fmla="*/ 408813 h 809625"/>
                <a:gd name="connsiteX34" fmla="*/ 1685544 w 1685925"/>
                <a:gd name="connsiteY34" fmla="*/ 406146 h 809625"/>
                <a:gd name="connsiteX35" fmla="*/ 1684020 w 1685925"/>
                <a:gd name="connsiteY35" fmla="*/ 403765 h 809625"/>
                <a:gd name="connsiteX36" fmla="*/ 1680305 w 1685925"/>
                <a:gd name="connsiteY36" fmla="*/ 399383 h 809625"/>
                <a:gd name="connsiteX37" fmla="*/ 1678115 w 1685925"/>
                <a:gd name="connsiteY37" fmla="*/ 397669 h 809625"/>
                <a:gd name="connsiteX38" fmla="*/ 1674876 w 1685925"/>
                <a:gd name="connsiteY38" fmla="*/ 396716 h 809625"/>
                <a:gd name="connsiteX39" fmla="*/ 1674209 w 1685925"/>
                <a:gd name="connsiteY39" fmla="*/ 395764 h 809625"/>
                <a:gd name="connsiteX40" fmla="*/ 1673733 w 1685925"/>
                <a:gd name="connsiteY40" fmla="*/ 394526 h 809625"/>
                <a:gd name="connsiteX41" fmla="*/ 1673066 w 1685925"/>
                <a:gd name="connsiteY41" fmla="*/ 393097 h 809625"/>
                <a:gd name="connsiteX42" fmla="*/ 1672209 w 1685925"/>
                <a:gd name="connsiteY42" fmla="*/ 392144 h 809625"/>
                <a:gd name="connsiteX43" fmla="*/ 1664113 w 1685925"/>
                <a:gd name="connsiteY43" fmla="*/ 384620 h 809625"/>
                <a:gd name="connsiteX44" fmla="*/ 1662017 w 1685925"/>
                <a:gd name="connsiteY44" fmla="*/ 383953 h 809625"/>
                <a:gd name="connsiteX45" fmla="*/ 1662398 w 1685925"/>
                <a:gd name="connsiteY45" fmla="*/ 382905 h 809625"/>
                <a:gd name="connsiteX46" fmla="*/ 1663636 w 1685925"/>
                <a:gd name="connsiteY46" fmla="*/ 381095 h 809625"/>
                <a:gd name="connsiteX47" fmla="*/ 1663922 w 1685925"/>
                <a:gd name="connsiteY47" fmla="*/ 380333 h 809625"/>
                <a:gd name="connsiteX48" fmla="*/ 1663541 w 1685925"/>
                <a:gd name="connsiteY48" fmla="*/ 379190 h 809625"/>
                <a:gd name="connsiteX49" fmla="*/ 1662493 w 1685925"/>
                <a:gd name="connsiteY49" fmla="*/ 378524 h 809625"/>
                <a:gd name="connsiteX50" fmla="*/ 1660398 w 1685925"/>
                <a:gd name="connsiteY50" fmla="*/ 377857 h 809625"/>
                <a:gd name="connsiteX51" fmla="*/ 1655445 w 1685925"/>
                <a:gd name="connsiteY51" fmla="*/ 375952 h 809625"/>
                <a:gd name="connsiteX52" fmla="*/ 1654207 w 1685925"/>
                <a:gd name="connsiteY52" fmla="*/ 375190 h 809625"/>
                <a:gd name="connsiteX53" fmla="*/ 1653635 w 1685925"/>
                <a:gd name="connsiteY53" fmla="*/ 374332 h 809625"/>
                <a:gd name="connsiteX54" fmla="*/ 1653350 w 1685925"/>
                <a:gd name="connsiteY54" fmla="*/ 372999 h 809625"/>
                <a:gd name="connsiteX55" fmla="*/ 1652683 w 1685925"/>
                <a:gd name="connsiteY55" fmla="*/ 367379 h 809625"/>
                <a:gd name="connsiteX56" fmla="*/ 1652302 w 1685925"/>
                <a:gd name="connsiteY56" fmla="*/ 365951 h 809625"/>
                <a:gd name="connsiteX57" fmla="*/ 1651540 w 1685925"/>
                <a:gd name="connsiteY57" fmla="*/ 364807 h 809625"/>
                <a:gd name="connsiteX58" fmla="*/ 1650302 w 1685925"/>
                <a:gd name="connsiteY58" fmla="*/ 363855 h 809625"/>
                <a:gd name="connsiteX59" fmla="*/ 1645729 w 1685925"/>
                <a:gd name="connsiteY59" fmla="*/ 362141 h 809625"/>
                <a:gd name="connsiteX60" fmla="*/ 1634966 w 1685925"/>
                <a:gd name="connsiteY60" fmla="*/ 357378 h 809625"/>
                <a:gd name="connsiteX61" fmla="*/ 1632109 w 1685925"/>
                <a:gd name="connsiteY61" fmla="*/ 354425 h 809625"/>
                <a:gd name="connsiteX62" fmla="*/ 1626394 w 1685925"/>
                <a:gd name="connsiteY62" fmla="*/ 344996 h 809625"/>
                <a:gd name="connsiteX63" fmla="*/ 1623060 w 1685925"/>
                <a:gd name="connsiteY63" fmla="*/ 340900 h 809625"/>
                <a:gd name="connsiteX64" fmla="*/ 1619441 w 1685925"/>
                <a:gd name="connsiteY64" fmla="*/ 339090 h 809625"/>
                <a:gd name="connsiteX65" fmla="*/ 1609249 w 1685925"/>
                <a:gd name="connsiteY65" fmla="*/ 338423 h 809625"/>
                <a:gd name="connsiteX66" fmla="*/ 1607915 w 1685925"/>
                <a:gd name="connsiteY66" fmla="*/ 338042 h 809625"/>
                <a:gd name="connsiteX67" fmla="*/ 1605343 w 1685925"/>
                <a:gd name="connsiteY67" fmla="*/ 336423 h 809625"/>
                <a:gd name="connsiteX68" fmla="*/ 1604105 w 1685925"/>
                <a:gd name="connsiteY68" fmla="*/ 336042 h 809625"/>
                <a:gd name="connsiteX69" fmla="*/ 1600962 w 1685925"/>
                <a:gd name="connsiteY69" fmla="*/ 336137 h 809625"/>
                <a:gd name="connsiteX70" fmla="*/ 1597819 w 1685925"/>
                <a:gd name="connsiteY70" fmla="*/ 336804 h 809625"/>
                <a:gd name="connsiteX71" fmla="*/ 1594294 w 1685925"/>
                <a:gd name="connsiteY71" fmla="*/ 338328 h 809625"/>
                <a:gd name="connsiteX72" fmla="*/ 1593056 w 1685925"/>
                <a:gd name="connsiteY72" fmla="*/ 338423 h 809625"/>
                <a:gd name="connsiteX73" fmla="*/ 1584769 w 1685925"/>
                <a:gd name="connsiteY73" fmla="*/ 337947 h 809625"/>
                <a:gd name="connsiteX74" fmla="*/ 1582198 w 1685925"/>
                <a:gd name="connsiteY74" fmla="*/ 338804 h 809625"/>
                <a:gd name="connsiteX75" fmla="*/ 1580864 w 1685925"/>
                <a:gd name="connsiteY75" fmla="*/ 340043 h 809625"/>
                <a:gd name="connsiteX76" fmla="*/ 1569625 w 1685925"/>
                <a:gd name="connsiteY76" fmla="*/ 354997 h 809625"/>
                <a:gd name="connsiteX77" fmla="*/ 1566672 w 1685925"/>
                <a:gd name="connsiteY77" fmla="*/ 357283 h 809625"/>
                <a:gd name="connsiteX78" fmla="*/ 1564767 w 1685925"/>
                <a:gd name="connsiteY78" fmla="*/ 359378 h 809625"/>
                <a:gd name="connsiteX79" fmla="*/ 1562862 w 1685925"/>
                <a:gd name="connsiteY79" fmla="*/ 362903 h 809625"/>
                <a:gd name="connsiteX80" fmla="*/ 1560767 w 1685925"/>
                <a:gd name="connsiteY80" fmla="*/ 365570 h 809625"/>
                <a:gd name="connsiteX81" fmla="*/ 1558481 w 1685925"/>
                <a:gd name="connsiteY81" fmla="*/ 365379 h 809625"/>
                <a:gd name="connsiteX82" fmla="*/ 1545431 w 1685925"/>
                <a:gd name="connsiteY82" fmla="*/ 353187 h 809625"/>
                <a:gd name="connsiteX83" fmla="*/ 1544288 w 1685925"/>
                <a:gd name="connsiteY83" fmla="*/ 352425 h 809625"/>
                <a:gd name="connsiteX84" fmla="*/ 1540383 w 1685925"/>
                <a:gd name="connsiteY84" fmla="*/ 350996 h 809625"/>
                <a:gd name="connsiteX85" fmla="*/ 1534097 w 1685925"/>
                <a:gd name="connsiteY85" fmla="*/ 348329 h 809625"/>
                <a:gd name="connsiteX86" fmla="*/ 1532382 w 1685925"/>
                <a:gd name="connsiteY86" fmla="*/ 347948 h 809625"/>
                <a:gd name="connsiteX87" fmla="*/ 1528762 w 1685925"/>
                <a:gd name="connsiteY87" fmla="*/ 348139 h 809625"/>
                <a:gd name="connsiteX88" fmla="*/ 1515427 w 1685925"/>
                <a:gd name="connsiteY88" fmla="*/ 351092 h 809625"/>
                <a:gd name="connsiteX89" fmla="*/ 1511713 w 1685925"/>
                <a:gd name="connsiteY89" fmla="*/ 351187 h 809625"/>
                <a:gd name="connsiteX90" fmla="*/ 1501997 w 1685925"/>
                <a:gd name="connsiteY90" fmla="*/ 349091 h 809625"/>
                <a:gd name="connsiteX91" fmla="*/ 1498664 w 1685925"/>
                <a:gd name="connsiteY91" fmla="*/ 350044 h 809625"/>
                <a:gd name="connsiteX92" fmla="*/ 1493520 w 1685925"/>
                <a:gd name="connsiteY92" fmla="*/ 353378 h 809625"/>
                <a:gd name="connsiteX93" fmla="*/ 1487710 w 1685925"/>
                <a:gd name="connsiteY93" fmla="*/ 361093 h 809625"/>
                <a:gd name="connsiteX94" fmla="*/ 1484567 w 1685925"/>
                <a:gd name="connsiteY94" fmla="*/ 362998 h 809625"/>
                <a:gd name="connsiteX95" fmla="*/ 1481328 w 1685925"/>
                <a:gd name="connsiteY95" fmla="*/ 361378 h 809625"/>
                <a:gd name="connsiteX96" fmla="*/ 1467993 w 1685925"/>
                <a:gd name="connsiteY96" fmla="*/ 347091 h 809625"/>
                <a:gd name="connsiteX97" fmla="*/ 1466755 w 1685925"/>
                <a:gd name="connsiteY97" fmla="*/ 345376 h 809625"/>
                <a:gd name="connsiteX98" fmla="*/ 1465993 w 1685925"/>
                <a:gd name="connsiteY98" fmla="*/ 343567 h 809625"/>
                <a:gd name="connsiteX99" fmla="*/ 1465231 w 1685925"/>
                <a:gd name="connsiteY99" fmla="*/ 338804 h 809625"/>
                <a:gd name="connsiteX100" fmla="*/ 1463516 w 1685925"/>
                <a:gd name="connsiteY100" fmla="*/ 328708 h 809625"/>
                <a:gd name="connsiteX101" fmla="*/ 1463516 w 1685925"/>
                <a:gd name="connsiteY101" fmla="*/ 327946 h 809625"/>
                <a:gd name="connsiteX102" fmla="*/ 1464659 w 1685925"/>
                <a:gd name="connsiteY102" fmla="*/ 326612 h 809625"/>
                <a:gd name="connsiteX103" fmla="*/ 1477042 w 1685925"/>
                <a:gd name="connsiteY103" fmla="*/ 320707 h 809625"/>
                <a:gd name="connsiteX104" fmla="*/ 1478566 w 1685925"/>
                <a:gd name="connsiteY104" fmla="*/ 319183 h 809625"/>
                <a:gd name="connsiteX105" fmla="*/ 1479042 w 1685925"/>
                <a:gd name="connsiteY105" fmla="*/ 316706 h 809625"/>
                <a:gd name="connsiteX106" fmla="*/ 1477899 w 1685925"/>
                <a:gd name="connsiteY106" fmla="*/ 300990 h 809625"/>
                <a:gd name="connsiteX107" fmla="*/ 1477899 w 1685925"/>
                <a:gd name="connsiteY107" fmla="*/ 299371 h 809625"/>
                <a:gd name="connsiteX108" fmla="*/ 1478090 w 1685925"/>
                <a:gd name="connsiteY108" fmla="*/ 297752 h 809625"/>
                <a:gd name="connsiteX109" fmla="*/ 1478566 w 1685925"/>
                <a:gd name="connsiteY109" fmla="*/ 296418 h 809625"/>
                <a:gd name="connsiteX110" fmla="*/ 1490567 w 1685925"/>
                <a:gd name="connsiteY110" fmla="*/ 277559 h 809625"/>
                <a:gd name="connsiteX111" fmla="*/ 1491615 w 1685925"/>
                <a:gd name="connsiteY111" fmla="*/ 274987 h 809625"/>
                <a:gd name="connsiteX112" fmla="*/ 1491615 w 1685925"/>
                <a:gd name="connsiteY112" fmla="*/ 273558 h 809625"/>
                <a:gd name="connsiteX113" fmla="*/ 1490853 w 1685925"/>
                <a:gd name="connsiteY113" fmla="*/ 270796 h 809625"/>
                <a:gd name="connsiteX114" fmla="*/ 1491139 w 1685925"/>
                <a:gd name="connsiteY114" fmla="*/ 269367 h 809625"/>
                <a:gd name="connsiteX115" fmla="*/ 1502188 w 1685925"/>
                <a:gd name="connsiteY115" fmla="*/ 244507 h 809625"/>
                <a:gd name="connsiteX116" fmla="*/ 1513237 w 1685925"/>
                <a:gd name="connsiteY116" fmla="*/ 219361 h 809625"/>
                <a:gd name="connsiteX117" fmla="*/ 1513999 w 1685925"/>
                <a:gd name="connsiteY117" fmla="*/ 217456 h 809625"/>
                <a:gd name="connsiteX118" fmla="*/ 1525143 w 1685925"/>
                <a:gd name="connsiteY118" fmla="*/ 192500 h 809625"/>
                <a:gd name="connsiteX119" fmla="*/ 1523524 w 1685925"/>
                <a:gd name="connsiteY119" fmla="*/ 189262 h 809625"/>
                <a:gd name="connsiteX120" fmla="*/ 1521619 w 1685925"/>
                <a:gd name="connsiteY120" fmla="*/ 186500 h 809625"/>
                <a:gd name="connsiteX121" fmla="*/ 1519428 w 1685925"/>
                <a:gd name="connsiteY121" fmla="*/ 184499 h 809625"/>
                <a:gd name="connsiteX122" fmla="*/ 1504950 w 1685925"/>
                <a:gd name="connsiteY122" fmla="*/ 178689 h 809625"/>
                <a:gd name="connsiteX123" fmla="*/ 1500568 w 1685925"/>
                <a:gd name="connsiteY123" fmla="*/ 176975 h 809625"/>
                <a:gd name="connsiteX124" fmla="*/ 1496282 w 1685925"/>
                <a:gd name="connsiteY124" fmla="*/ 176975 h 809625"/>
                <a:gd name="connsiteX125" fmla="*/ 1491901 w 1685925"/>
                <a:gd name="connsiteY125" fmla="*/ 178213 h 809625"/>
                <a:gd name="connsiteX126" fmla="*/ 1475994 w 1685925"/>
                <a:gd name="connsiteY126" fmla="*/ 187547 h 809625"/>
                <a:gd name="connsiteX127" fmla="*/ 1474184 w 1685925"/>
                <a:gd name="connsiteY127" fmla="*/ 188119 h 809625"/>
                <a:gd name="connsiteX128" fmla="*/ 1472470 w 1685925"/>
                <a:gd name="connsiteY128" fmla="*/ 188119 h 809625"/>
                <a:gd name="connsiteX129" fmla="*/ 1466850 w 1685925"/>
                <a:gd name="connsiteY129" fmla="*/ 186785 h 809625"/>
                <a:gd name="connsiteX130" fmla="*/ 1463231 w 1685925"/>
                <a:gd name="connsiteY130" fmla="*/ 187357 h 809625"/>
                <a:gd name="connsiteX131" fmla="*/ 1461326 w 1685925"/>
                <a:gd name="connsiteY131" fmla="*/ 187357 h 809625"/>
                <a:gd name="connsiteX132" fmla="*/ 1460183 w 1685925"/>
                <a:gd name="connsiteY132" fmla="*/ 186976 h 809625"/>
                <a:gd name="connsiteX133" fmla="*/ 1456849 w 1685925"/>
                <a:gd name="connsiteY133" fmla="*/ 186976 h 809625"/>
                <a:gd name="connsiteX134" fmla="*/ 1455896 w 1685925"/>
                <a:gd name="connsiteY134" fmla="*/ 186690 h 809625"/>
                <a:gd name="connsiteX135" fmla="*/ 1447514 w 1685925"/>
                <a:gd name="connsiteY135" fmla="*/ 180404 h 809625"/>
                <a:gd name="connsiteX136" fmla="*/ 1439799 w 1685925"/>
                <a:gd name="connsiteY136" fmla="*/ 171736 h 809625"/>
                <a:gd name="connsiteX137" fmla="*/ 1439037 w 1685925"/>
                <a:gd name="connsiteY137" fmla="*/ 170688 h 809625"/>
                <a:gd name="connsiteX138" fmla="*/ 1437894 w 1685925"/>
                <a:gd name="connsiteY138" fmla="*/ 168307 h 809625"/>
                <a:gd name="connsiteX139" fmla="*/ 1437227 w 1685925"/>
                <a:gd name="connsiteY139" fmla="*/ 167259 h 809625"/>
                <a:gd name="connsiteX140" fmla="*/ 1436275 w 1685925"/>
                <a:gd name="connsiteY140" fmla="*/ 166307 h 809625"/>
                <a:gd name="connsiteX141" fmla="*/ 1423416 w 1685925"/>
                <a:gd name="connsiteY141" fmla="*/ 158782 h 809625"/>
                <a:gd name="connsiteX142" fmla="*/ 1418463 w 1685925"/>
                <a:gd name="connsiteY142" fmla="*/ 157543 h 809625"/>
                <a:gd name="connsiteX143" fmla="*/ 1408652 w 1685925"/>
                <a:gd name="connsiteY143" fmla="*/ 158972 h 809625"/>
                <a:gd name="connsiteX144" fmla="*/ 1406176 w 1685925"/>
                <a:gd name="connsiteY144" fmla="*/ 158306 h 809625"/>
                <a:gd name="connsiteX145" fmla="*/ 1401318 w 1685925"/>
                <a:gd name="connsiteY145" fmla="*/ 155829 h 809625"/>
                <a:gd name="connsiteX146" fmla="*/ 1398842 w 1685925"/>
                <a:gd name="connsiteY146" fmla="*/ 155448 h 809625"/>
                <a:gd name="connsiteX147" fmla="*/ 1394269 w 1685925"/>
                <a:gd name="connsiteY147" fmla="*/ 157162 h 809625"/>
                <a:gd name="connsiteX148" fmla="*/ 1389983 w 1685925"/>
                <a:gd name="connsiteY148" fmla="*/ 159734 h 809625"/>
                <a:gd name="connsiteX149" fmla="*/ 1386650 w 1685925"/>
                <a:gd name="connsiteY149" fmla="*/ 163068 h 809625"/>
                <a:gd name="connsiteX150" fmla="*/ 1385602 w 1685925"/>
                <a:gd name="connsiteY150" fmla="*/ 163639 h 809625"/>
                <a:gd name="connsiteX151" fmla="*/ 1383411 w 1685925"/>
                <a:gd name="connsiteY151" fmla="*/ 164306 h 809625"/>
                <a:gd name="connsiteX152" fmla="*/ 1382363 w 1685925"/>
                <a:gd name="connsiteY152" fmla="*/ 164973 h 809625"/>
                <a:gd name="connsiteX153" fmla="*/ 1375791 w 1685925"/>
                <a:gd name="connsiteY153" fmla="*/ 171545 h 809625"/>
                <a:gd name="connsiteX154" fmla="*/ 1375124 w 1685925"/>
                <a:gd name="connsiteY154" fmla="*/ 171831 h 809625"/>
                <a:gd name="connsiteX155" fmla="*/ 1374077 w 1685925"/>
                <a:gd name="connsiteY155" fmla="*/ 171831 h 809625"/>
                <a:gd name="connsiteX156" fmla="*/ 1371791 w 1685925"/>
                <a:gd name="connsiteY156" fmla="*/ 171450 h 809625"/>
                <a:gd name="connsiteX157" fmla="*/ 1370648 w 1685925"/>
                <a:gd name="connsiteY157" fmla="*/ 171736 h 809625"/>
                <a:gd name="connsiteX158" fmla="*/ 1361599 w 1685925"/>
                <a:gd name="connsiteY158" fmla="*/ 176498 h 809625"/>
                <a:gd name="connsiteX159" fmla="*/ 1358836 w 1685925"/>
                <a:gd name="connsiteY159" fmla="*/ 178689 h 809625"/>
                <a:gd name="connsiteX160" fmla="*/ 1357979 w 1685925"/>
                <a:gd name="connsiteY160" fmla="*/ 179641 h 809625"/>
                <a:gd name="connsiteX161" fmla="*/ 1355217 w 1685925"/>
                <a:gd name="connsiteY161" fmla="*/ 181642 h 809625"/>
                <a:gd name="connsiteX162" fmla="*/ 1354360 w 1685925"/>
                <a:gd name="connsiteY162" fmla="*/ 182499 h 809625"/>
                <a:gd name="connsiteX163" fmla="*/ 1352931 w 1685925"/>
                <a:gd name="connsiteY163" fmla="*/ 184499 h 809625"/>
                <a:gd name="connsiteX164" fmla="*/ 1342263 w 1685925"/>
                <a:gd name="connsiteY164" fmla="*/ 192596 h 809625"/>
                <a:gd name="connsiteX165" fmla="*/ 1340644 w 1685925"/>
                <a:gd name="connsiteY165" fmla="*/ 194310 h 809625"/>
                <a:gd name="connsiteX166" fmla="*/ 1339310 w 1685925"/>
                <a:gd name="connsiteY166" fmla="*/ 196310 h 809625"/>
                <a:gd name="connsiteX167" fmla="*/ 1335691 w 1685925"/>
                <a:gd name="connsiteY167" fmla="*/ 203549 h 809625"/>
                <a:gd name="connsiteX168" fmla="*/ 1335119 w 1685925"/>
                <a:gd name="connsiteY168" fmla="*/ 205073 h 809625"/>
                <a:gd name="connsiteX169" fmla="*/ 1334929 w 1685925"/>
                <a:gd name="connsiteY169" fmla="*/ 206311 h 809625"/>
                <a:gd name="connsiteX170" fmla="*/ 1334834 w 1685925"/>
                <a:gd name="connsiteY170" fmla="*/ 209264 h 809625"/>
                <a:gd name="connsiteX171" fmla="*/ 1334262 w 1685925"/>
                <a:gd name="connsiteY171" fmla="*/ 210979 h 809625"/>
                <a:gd name="connsiteX172" fmla="*/ 1333405 w 1685925"/>
                <a:gd name="connsiteY172" fmla="*/ 211646 h 809625"/>
                <a:gd name="connsiteX173" fmla="*/ 1330643 w 1685925"/>
                <a:gd name="connsiteY173" fmla="*/ 211741 h 809625"/>
                <a:gd name="connsiteX174" fmla="*/ 1329500 w 1685925"/>
                <a:gd name="connsiteY174" fmla="*/ 212027 h 809625"/>
                <a:gd name="connsiteX175" fmla="*/ 1328261 w 1685925"/>
                <a:gd name="connsiteY175" fmla="*/ 212598 h 809625"/>
                <a:gd name="connsiteX176" fmla="*/ 1327214 w 1685925"/>
                <a:gd name="connsiteY176" fmla="*/ 213360 h 809625"/>
                <a:gd name="connsiteX177" fmla="*/ 1324070 w 1685925"/>
                <a:gd name="connsiteY177" fmla="*/ 216217 h 809625"/>
                <a:gd name="connsiteX178" fmla="*/ 1319308 w 1685925"/>
                <a:gd name="connsiteY178" fmla="*/ 218694 h 809625"/>
                <a:gd name="connsiteX179" fmla="*/ 1317022 w 1685925"/>
                <a:gd name="connsiteY179" fmla="*/ 219361 h 809625"/>
                <a:gd name="connsiteX180" fmla="*/ 1315307 w 1685925"/>
                <a:gd name="connsiteY180" fmla="*/ 219456 h 809625"/>
                <a:gd name="connsiteX181" fmla="*/ 1313783 w 1685925"/>
                <a:gd name="connsiteY181" fmla="*/ 219075 h 809625"/>
                <a:gd name="connsiteX182" fmla="*/ 1309116 w 1685925"/>
                <a:gd name="connsiteY182" fmla="*/ 216599 h 809625"/>
                <a:gd name="connsiteX183" fmla="*/ 1303306 w 1685925"/>
                <a:gd name="connsiteY183" fmla="*/ 216027 h 809625"/>
                <a:gd name="connsiteX184" fmla="*/ 1301115 w 1685925"/>
                <a:gd name="connsiteY184" fmla="*/ 216408 h 809625"/>
                <a:gd name="connsiteX185" fmla="*/ 1285018 w 1685925"/>
                <a:gd name="connsiteY185" fmla="*/ 223647 h 809625"/>
                <a:gd name="connsiteX186" fmla="*/ 1279969 w 1685925"/>
                <a:gd name="connsiteY186" fmla="*/ 225933 h 809625"/>
                <a:gd name="connsiteX187" fmla="*/ 1260539 w 1685925"/>
                <a:gd name="connsiteY187" fmla="*/ 227171 h 809625"/>
                <a:gd name="connsiteX188" fmla="*/ 1258157 w 1685925"/>
                <a:gd name="connsiteY188" fmla="*/ 227933 h 809625"/>
                <a:gd name="connsiteX189" fmla="*/ 1252252 w 1685925"/>
                <a:gd name="connsiteY189" fmla="*/ 231172 h 809625"/>
                <a:gd name="connsiteX190" fmla="*/ 1250918 w 1685925"/>
                <a:gd name="connsiteY190" fmla="*/ 231458 h 809625"/>
                <a:gd name="connsiteX191" fmla="*/ 1249680 w 1685925"/>
                <a:gd name="connsiteY191" fmla="*/ 231458 h 809625"/>
                <a:gd name="connsiteX192" fmla="*/ 1248347 w 1685925"/>
                <a:gd name="connsiteY192" fmla="*/ 231172 h 809625"/>
                <a:gd name="connsiteX193" fmla="*/ 1245965 w 1685925"/>
                <a:gd name="connsiteY193" fmla="*/ 229934 h 809625"/>
                <a:gd name="connsiteX194" fmla="*/ 1244822 w 1685925"/>
                <a:gd name="connsiteY194" fmla="*/ 229457 h 809625"/>
                <a:gd name="connsiteX195" fmla="*/ 1243489 w 1685925"/>
                <a:gd name="connsiteY195" fmla="*/ 229743 h 809625"/>
                <a:gd name="connsiteX196" fmla="*/ 1242632 w 1685925"/>
                <a:gd name="connsiteY196" fmla="*/ 230505 h 809625"/>
                <a:gd name="connsiteX197" fmla="*/ 1241108 w 1685925"/>
                <a:gd name="connsiteY197" fmla="*/ 232410 h 809625"/>
                <a:gd name="connsiteX198" fmla="*/ 1240060 w 1685925"/>
                <a:gd name="connsiteY198" fmla="*/ 233077 h 809625"/>
                <a:gd name="connsiteX199" fmla="*/ 1233011 w 1685925"/>
                <a:gd name="connsiteY199" fmla="*/ 235649 h 809625"/>
                <a:gd name="connsiteX200" fmla="*/ 1223867 w 1685925"/>
                <a:gd name="connsiteY200" fmla="*/ 242411 h 809625"/>
                <a:gd name="connsiteX201" fmla="*/ 1217295 w 1685925"/>
                <a:gd name="connsiteY201" fmla="*/ 246031 h 809625"/>
                <a:gd name="connsiteX202" fmla="*/ 1211580 w 1685925"/>
                <a:gd name="connsiteY202" fmla="*/ 247936 h 809625"/>
                <a:gd name="connsiteX203" fmla="*/ 1209294 w 1685925"/>
                <a:gd name="connsiteY203" fmla="*/ 248222 h 809625"/>
                <a:gd name="connsiteX204" fmla="*/ 1207008 w 1685925"/>
                <a:gd name="connsiteY204" fmla="*/ 248031 h 809625"/>
                <a:gd name="connsiteX205" fmla="*/ 1204817 w 1685925"/>
                <a:gd name="connsiteY205" fmla="*/ 247364 h 809625"/>
                <a:gd name="connsiteX206" fmla="*/ 1199769 w 1685925"/>
                <a:gd name="connsiteY206" fmla="*/ 244221 h 809625"/>
                <a:gd name="connsiteX207" fmla="*/ 1196816 w 1685925"/>
                <a:gd name="connsiteY207" fmla="*/ 243364 h 809625"/>
                <a:gd name="connsiteX208" fmla="*/ 1195864 w 1685925"/>
                <a:gd name="connsiteY208" fmla="*/ 242792 h 809625"/>
                <a:gd name="connsiteX209" fmla="*/ 1193102 w 1685925"/>
                <a:gd name="connsiteY209" fmla="*/ 239744 h 809625"/>
                <a:gd name="connsiteX210" fmla="*/ 1192530 w 1685925"/>
                <a:gd name="connsiteY210" fmla="*/ 239649 h 809625"/>
                <a:gd name="connsiteX211" fmla="*/ 1192054 w 1685925"/>
                <a:gd name="connsiteY211" fmla="*/ 240221 h 809625"/>
                <a:gd name="connsiteX212" fmla="*/ 1191197 w 1685925"/>
                <a:gd name="connsiteY212" fmla="*/ 241268 h 809625"/>
                <a:gd name="connsiteX213" fmla="*/ 1189292 w 1685925"/>
                <a:gd name="connsiteY213" fmla="*/ 243268 h 809625"/>
                <a:gd name="connsiteX214" fmla="*/ 1187101 w 1685925"/>
                <a:gd name="connsiteY214" fmla="*/ 244792 h 809625"/>
                <a:gd name="connsiteX215" fmla="*/ 1184910 w 1685925"/>
                <a:gd name="connsiteY215" fmla="*/ 245745 h 809625"/>
                <a:gd name="connsiteX216" fmla="*/ 1182529 w 1685925"/>
                <a:gd name="connsiteY216" fmla="*/ 246031 h 809625"/>
                <a:gd name="connsiteX217" fmla="*/ 1168432 w 1685925"/>
                <a:gd name="connsiteY217" fmla="*/ 241840 h 809625"/>
                <a:gd name="connsiteX218" fmla="*/ 1164145 w 1685925"/>
                <a:gd name="connsiteY218" fmla="*/ 240792 h 809625"/>
                <a:gd name="connsiteX219" fmla="*/ 1163384 w 1685925"/>
                <a:gd name="connsiteY219" fmla="*/ 240697 h 809625"/>
                <a:gd name="connsiteX220" fmla="*/ 1161669 w 1685925"/>
                <a:gd name="connsiteY220" fmla="*/ 238792 h 809625"/>
                <a:gd name="connsiteX221" fmla="*/ 1158716 w 1685925"/>
                <a:gd name="connsiteY221" fmla="*/ 237649 h 809625"/>
                <a:gd name="connsiteX222" fmla="*/ 1147477 w 1685925"/>
                <a:gd name="connsiteY222" fmla="*/ 238506 h 809625"/>
                <a:gd name="connsiteX223" fmla="*/ 1146239 w 1685925"/>
                <a:gd name="connsiteY223" fmla="*/ 237935 h 809625"/>
                <a:gd name="connsiteX224" fmla="*/ 1145286 w 1685925"/>
                <a:gd name="connsiteY224" fmla="*/ 237363 h 809625"/>
                <a:gd name="connsiteX225" fmla="*/ 1145095 w 1685925"/>
                <a:gd name="connsiteY225" fmla="*/ 236791 h 809625"/>
                <a:gd name="connsiteX226" fmla="*/ 1144810 w 1685925"/>
                <a:gd name="connsiteY226" fmla="*/ 235363 h 809625"/>
                <a:gd name="connsiteX227" fmla="*/ 1144715 w 1685925"/>
                <a:gd name="connsiteY227" fmla="*/ 234886 h 809625"/>
                <a:gd name="connsiteX228" fmla="*/ 1144048 w 1685925"/>
                <a:gd name="connsiteY228" fmla="*/ 234410 h 809625"/>
                <a:gd name="connsiteX229" fmla="*/ 1141952 w 1685925"/>
                <a:gd name="connsiteY229" fmla="*/ 234696 h 809625"/>
                <a:gd name="connsiteX230" fmla="*/ 1140904 w 1685925"/>
                <a:gd name="connsiteY230" fmla="*/ 234220 h 809625"/>
                <a:gd name="connsiteX231" fmla="*/ 1138047 w 1685925"/>
                <a:gd name="connsiteY231" fmla="*/ 233077 h 809625"/>
                <a:gd name="connsiteX232" fmla="*/ 1136714 w 1685925"/>
                <a:gd name="connsiteY232" fmla="*/ 232315 h 809625"/>
                <a:gd name="connsiteX233" fmla="*/ 1135380 w 1685925"/>
                <a:gd name="connsiteY233" fmla="*/ 231838 h 809625"/>
                <a:gd name="connsiteX234" fmla="*/ 1128808 w 1685925"/>
                <a:gd name="connsiteY234" fmla="*/ 231172 h 809625"/>
                <a:gd name="connsiteX235" fmla="*/ 1123378 w 1685925"/>
                <a:gd name="connsiteY235" fmla="*/ 232601 h 809625"/>
                <a:gd name="connsiteX236" fmla="*/ 1122045 w 1685925"/>
                <a:gd name="connsiteY236" fmla="*/ 232696 h 809625"/>
                <a:gd name="connsiteX237" fmla="*/ 1116616 w 1685925"/>
                <a:gd name="connsiteY237" fmla="*/ 230981 h 809625"/>
                <a:gd name="connsiteX238" fmla="*/ 1112901 w 1685925"/>
                <a:gd name="connsiteY238" fmla="*/ 231648 h 809625"/>
                <a:gd name="connsiteX239" fmla="*/ 1107186 w 1685925"/>
                <a:gd name="connsiteY239" fmla="*/ 231648 h 809625"/>
                <a:gd name="connsiteX240" fmla="*/ 1099661 w 1685925"/>
                <a:gd name="connsiteY240" fmla="*/ 232982 h 809625"/>
                <a:gd name="connsiteX241" fmla="*/ 1097661 w 1685925"/>
                <a:gd name="connsiteY241" fmla="*/ 232886 h 809625"/>
                <a:gd name="connsiteX242" fmla="*/ 1095947 w 1685925"/>
                <a:gd name="connsiteY242" fmla="*/ 232696 h 809625"/>
                <a:gd name="connsiteX243" fmla="*/ 1092613 w 1685925"/>
                <a:gd name="connsiteY243" fmla="*/ 230410 h 809625"/>
                <a:gd name="connsiteX244" fmla="*/ 1085278 w 1685925"/>
                <a:gd name="connsiteY244" fmla="*/ 223933 h 809625"/>
                <a:gd name="connsiteX245" fmla="*/ 1082231 w 1685925"/>
                <a:gd name="connsiteY245" fmla="*/ 220218 h 809625"/>
                <a:gd name="connsiteX246" fmla="*/ 1081754 w 1685925"/>
                <a:gd name="connsiteY246" fmla="*/ 219075 h 809625"/>
                <a:gd name="connsiteX247" fmla="*/ 1081278 w 1685925"/>
                <a:gd name="connsiteY247" fmla="*/ 218027 h 809625"/>
                <a:gd name="connsiteX248" fmla="*/ 1080802 w 1685925"/>
                <a:gd name="connsiteY248" fmla="*/ 216980 h 809625"/>
                <a:gd name="connsiteX249" fmla="*/ 1080135 w 1685925"/>
                <a:gd name="connsiteY249" fmla="*/ 216122 h 809625"/>
                <a:gd name="connsiteX250" fmla="*/ 1078706 w 1685925"/>
                <a:gd name="connsiteY250" fmla="*/ 215551 h 809625"/>
                <a:gd name="connsiteX251" fmla="*/ 1074325 w 1685925"/>
                <a:gd name="connsiteY251" fmla="*/ 214979 h 809625"/>
                <a:gd name="connsiteX252" fmla="*/ 1073277 w 1685925"/>
                <a:gd name="connsiteY252" fmla="*/ 214408 h 809625"/>
                <a:gd name="connsiteX253" fmla="*/ 1069372 w 1685925"/>
                <a:gd name="connsiteY253" fmla="*/ 211550 h 809625"/>
                <a:gd name="connsiteX254" fmla="*/ 1068419 w 1685925"/>
                <a:gd name="connsiteY254" fmla="*/ 210503 h 809625"/>
                <a:gd name="connsiteX255" fmla="*/ 1067943 w 1685925"/>
                <a:gd name="connsiteY255" fmla="*/ 209264 h 809625"/>
                <a:gd name="connsiteX256" fmla="*/ 1068038 w 1685925"/>
                <a:gd name="connsiteY256" fmla="*/ 207931 h 809625"/>
                <a:gd name="connsiteX257" fmla="*/ 1068515 w 1685925"/>
                <a:gd name="connsiteY257" fmla="*/ 206121 h 809625"/>
                <a:gd name="connsiteX258" fmla="*/ 1067752 w 1685925"/>
                <a:gd name="connsiteY258" fmla="*/ 205550 h 809625"/>
                <a:gd name="connsiteX259" fmla="*/ 1065657 w 1685925"/>
                <a:gd name="connsiteY259" fmla="*/ 205740 h 809625"/>
                <a:gd name="connsiteX260" fmla="*/ 1064419 w 1685925"/>
                <a:gd name="connsiteY260" fmla="*/ 205550 h 809625"/>
                <a:gd name="connsiteX261" fmla="*/ 1063847 w 1685925"/>
                <a:gd name="connsiteY261" fmla="*/ 204978 h 809625"/>
                <a:gd name="connsiteX262" fmla="*/ 1063752 w 1685925"/>
                <a:gd name="connsiteY262" fmla="*/ 203930 h 809625"/>
                <a:gd name="connsiteX263" fmla="*/ 1064990 w 1685925"/>
                <a:gd name="connsiteY263" fmla="*/ 200882 h 809625"/>
                <a:gd name="connsiteX264" fmla="*/ 1065276 w 1685925"/>
                <a:gd name="connsiteY264" fmla="*/ 199930 h 809625"/>
                <a:gd name="connsiteX265" fmla="*/ 1065276 w 1685925"/>
                <a:gd name="connsiteY265" fmla="*/ 198882 h 809625"/>
                <a:gd name="connsiteX266" fmla="*/ 1064990 w 1685925"/>
                <a:gd name="connsiteY266" fmla="*/ 195834 h 809625"/>
                <a:gd name="connsiteX267" fmla="*/ 1064038 w 1685925"/>
                <a:gd name="connsiteY267" fmla="*/ 191929 h 809625"/>
                <a:gd name="connsiteX268" fmla="*/ 1063943 w 1685925"/>
                <a:gd name="connsiteY268" fmla="*/ 190214 h 809625"/>
                <a:gd name="connsiteX269" fmla="*/ 1064228 w 1685925"/>
                <a:gd name="connsiteY269" fmla="*/ 188976 h 809625"/>
                <a:gd name="connsiteX270" fmla="*/ 1064704 w 1685925"/>
                <a:gd name="connsiteY270" fmla="*/ 187928 h 809625"/>
                <a:gd name="connsiteX271" fmla="*/ 1065181 w 1685925"/>
                <a:gd name="connsiteY271" fmla="*/ 186500 h 809625"/>
                <a:gd name="connsiteX272" fmla="*/ 1065371 w 1685925"/>
                <a:gd name="connsiteY272" fmla="*/ 184404 h 809625"/>
                <a:gd name="connsiteX273" fmla="*/ 1064800 w 1685925"/>
                <a:gd name="connsiteY273" fmla="*/ 183547 h 809625"/>
                <a:gd name="connsiteX274" fmla="*/ 1062323 w 1685925"/>
                <a:gd name="connsiteY274" fmla="*/ 183356 h 809625"/>
                <a:gd name="connsiteX275" fmla="*/ 1059752 w 1685925"/>
                <a:gd name="connsiteY275" fmla="*/ 182499 h 809625"/>
                <a:gd name="connsiteX276" fmla="*/ 1059180 w 1685925"/>
                <a:gd name="connsiteY276" fmla="*/ 182499 h 809625"/>
                <a:gd name="connsiteX277" fmla="*/ 1057561 w 1685925"/>
                <a:gd name="connsiteY277" fmla="*/ 182689 h 809625"/>
                <a:gd name="connsiteX278" fmla="*/ 1056418 w 1685925"/>
                <a:gd name="connsiteY278" fmla="*/ 182309 h 809625"/>
                <a:gd name="connsiteX279" fmla="*/ 1054513 w 1685925"/>
                <a:gd name="connsiteY279" fmla="*/ 180975 h 809625"/>
                <a:gd name="connsiteX280" fmla="*/ 1054227 w 1685925"/>
                <a:gd name="connsiteY280" fmla="*/ 180785 h 809625"/>
                <a:gd name="connsiteX281" fmla="*/ 1053370 w 1685925"/>
                <a:gd name="connsiteY281" fmla="*/ 180404 h 809625"/>
                <a:gd name="connsiteX282" fmla="*/ 1034129 w 1685925"/>
                <a:gd name="connsiteY282" fmla="*/ 180023 h 809625"/>
                <a:gd name="connsiteX283" fmla="*/ 1030986 w 1685925"/>
                <a:gd name="connsiteY283" fmla="*/ 177260 h 809625"/>
                <a:gd name="connsiteX284" fmla="*/ 1029748 w 1685925"/>
                <a:gd name="connsiteY284" fmla="*/ 177546 h 809625"/>
                <a:gd name="connsiteX285" fmla="*/ 1028414 w 1685925"/>
                <a:gd name="connsiteY285" fmla="*/ 178213 h 809625"/>
                <a:gd name="connsiteX286" fmla="*/ 1026795 w 1685925"/>
                <a:gd name="connsiteY286" fmla="*/ 178403 h 809625"/>
                <a:gd name="connsiteX287" fmla="*/ 1025081 w 1685925"/>
                <a:gd name="connsiteY287" fmla="*/ 177641 h 809625"/>
                <a:gd name="connsiteX288" fmla="*/ 1023652 w 1685925"/>
                <a:gd name="connsiteY288" fmla="*/ 176593 h 809625"/>
                <a:gd name="connsiteX289" fmla="*/ 1020985 w 1685925"/>
                <a:gd name="connsiteY289" fmla="*/ 174022 h 809625"/>
                <a:gd name="connsiteX290" fmla="*/ 1020223 w 1685925"/>
                <a:gd name="connsiteY290" fmla="*/ 173450 h 809625"/>
                <a:gd name="connsiteX291" fmla="*/ 1018603 w 1685925"/>
                <a:gd name="connsiteY291" fmla="*/ 172688 h 809625"/>
                <a:gd name="connsiteX292" fmla="*/ 1017937 w 1685925"/>
                <a:gd name="connsiteY292" fmla="*/ 172022 h 809625"/>
                <a:gd name="connsiteX293" fmla="*/ 1017460 w 1685925"/>
                <a:gd name="connsiteY293" fmla="*/ 171164 h 809625"/>
                <a:gd name="connsiteX294" fmla="*/ 1016984 w 1685925"/>
                <a:gd name="connsiteY294" fmla="*/ 169259 h 809625"/>
                <a:gd name="connsiteX295" fmla="*/ 1016699 w 1685925"/>
                <a:gd name="connsiteY295" fmla="*/ 168402 h 809625"/>
                <a:gd name="connsiteX296" fmla="*/ 1016318 w 1685925"/>
                <a:gd name="connsiteY296" fmla="*/ 167831 h 809625"/>
                <a:gd name="connsiteX297" fmla="*/ 1015270 w 1685925"/>
                <a:gd name="connsiteY297" fmla="*/ 166687 h 809625"/>
                <a:gd name="connsiteX298" fmla="*/ 1014889 w 1685925"/>
                <a:gd name="connsiteY298" fmla="*/ 165830 h 809625"/>
                <a:gd name="connsiteX299" fmla="*/ 1014032 w 1685925"/>
                <a:gd name="connsiteY299" fmla="*/ 162782 h 809625"/>
                <a:gd name="connsiteX300" fmla="*/ 1013555 w 1685925"/>
                <a:gd name="connsiteY300" fmla="*/ 162020 h 809625"/>
                <a:gd name="connsiteX301" fmla="*/ 1011555 w 1685925"/>
                <a:gd name="connsiteY301" fmla="*/ 160973 h 809625"/>
                <a:gd name="connsiteX302" fmla="*/ 1003840 w 1685925"/>
                <a:gd name="connsiteY302" fmla="*/ 154210 h 809625"/>
                <a:gd name="connsiteX303" fmla="*/ 1001554 w 1685925"/>
                <a:gd name="connsiteY303" fmla="*/ 152876 h 809625"/>
                <a:gd name="connsiteX304" fmla="*/ 996886 w 1685925"/>
                <a:gd name="connsiteY304" fmla="*/ 151257 h 809625"/>
                <a:gd name="connsiteX305" fmla="*/ 991172 w 1685925"/>
                <a:gd name="connsiteY305" fmla="*/ 150590 h 809625"/>
                <a:gd name="connsiteX306" fmla="*/ 985457 w 1685925"/>
                <a:gd name="connsiteY306" fmla="*/ 151257 h 809625"/>
                <a:gd name="connsiteX307" fmla="*/ 975169 w 1685925"/>
                <a:gd name="connsiteY307" fmla="*/ 154305 h 809625"/>
                <a:gd name="connsiteX308" fmla="*/ 973931 w 1685925"/>
                <a:gd name="connsiteY308" fmla="*/ 154114 h 809625"/>
                <a:gd name="connsiteX309" fmla="*/ 972884 w 1685925"/>
                <a:gd name="connsiteY309" fmla="*/ 153543 h 809625"/>
                <a:gd name="connsiteX310" fmla="*/ 970788 w 1685925"/>
                <a:gd name="connsiteY310" fmla="*/ 151924 h 809625"/>
                <a:gd name="connsiteX311" fmla="*/ 969359 w 1685925"/>
                <a:gd name="connsiteY311" fmla="*/ 151257 h 809625"/>
                <a:gd name="connsiteX312" fmla="*/ 965168 w 1685925"/>
                <a:gd name="connsiteY312" fmla="*/ 150781 h 809625"/>
                <a:gd name="connsiteX313" fmla="*/ 964787 w 1685925"/>
                <a:gd name="connsiteY313" fmla="*/ 150400 h 809625"/>
                <a:gd name="connsiteX314" fmla="*/ 964597 w 1685925"/>
                <a:gd name="connsiteY314" fmla="*/ 149733 h 809625"/>
                <a:gd name="connsiteX315" fmla="*/ 964501 w 1685925"/>
                <a:gd name="connsiteY315" fmla="*/ 148971 h 809625"/>
                <a:gd name="connsiteX316" fmla="*/ 964501 w 1685925"/>
                <a:gd name="connsiteY316" fmla="*/ 148209 h 809625"/>
                <a:gd name="connsiteX317" fmla="*/ 964311 w 1685925"/>
                <a:gd name="connsiteY317" fmla="*/ 147637 h 809625"/>
                <a:gd name="connsiteX318" fmla="*/ 961453 w 1685925"/>
                <a:gd name="connsiteY318" fmla="*/ 145352 h 809625"/>
                <a:gd name="connsiteX319" fmla="*/ 960025 w 1685925"/>
                <a:gd name="connsiteY319" fmla="*/ 144971 h 809625"/>
                <a:gd name="connsiteX320" fmla="*/ 957262 w 1685925"/>
                <a:gd name="connsiteY320" fmla="*/ 144971 h 809625"/>
                <a:gd name="connsiteX321" fmla="*/ 954595 w 1685925"/>
                <a:gd name="connsiteY321" fmla="*/ 144399 h 809625"/>
                <a:gd name="connsiteX322" fmla="*/ 952119 w 1685925"/>
                <a:gd name="connsiteY322" fmla="*/ 143256 h 809625"/>
                <a:gd name="connsiteX323" fmla="*/ 950595 w 1685925"/>
                <a:gd name="connsiteY323" fmla="*/ 142875 h 809625"/>
                <a:gd name="connsiteX324" fmla="*/ 943261 w 1685925"/>
                <a:gd name="connsiteY324" fmla="*/ 143447 h 809625"/>
                <a:gd name="connsiteX325" fmla="*/ 926878 w 1685925"/>
                <a:gd name="connsiteY325" fmla="*/ 138970 h 809625"/>
                <a:gd name="connsiteX326" fmla="*/ 924211 w 1685925"/>
                <a:gd name="connsiteY326" fmla="*/ 139256 h 809625"/>
                <a:gd name="connsiteX327" fmla="*/ 922306 w 1685925"/>
                <a:gd name="connsiteY327" fmla="*/ 140494 h 809625"/>
                <a:gd name="connsiteX328" fmla="*/ 916495 w 1685925"/>
                <a:gd name="connsiteY328" fmla="*/ 145447 h 809625"/>
                <a:gd name="connsiteX329" fmla="*/ 915162 w 1685925"/>
                <a:gd name="connsiteY329" fmla="*/ 146113 h 809625"/>
                <a:gd name="connsiteX330" fmla="*/ 913733 w 1685925"/>
                <a:gd name="connsiteY330" fmla="*/ 146494 h 809625"/>
                <a:gd name="connsiteX331" fmla="*/ 912209 w 1685925"/>
                <a:gd name="connsiteY331" fmla="*/ 146685 h 809625"/>
                <a:gd name="connsiteX332" fmla="*/ 906113 w 1685925"/>
                <a:gd name="connsiteY332" fmla="*/ 145828 h 809625"/>
                <a:gd name="connsiteX333" fmla="*/ 904399 w 1685925"/>
                <a:gd name="connsiteY333" fmla="*/ 146113 h 809625"/>
                <a:gd name="connsiteX334" fmla="*/ 903160 w 1685925"/>
                <a:gd name="connsiteY334" fmla="*/ 146590 h 809625"/>
                <a:gd name="connsiteX335" fmla="*/ 900017 w 1685925"/>
                <a:gd name="connsiteY335" fmla="*/ 148685 h 809625"/>
                <a:gd name="connsiteX336" fmla="*/ 898493 w 1685925"/>
                <a:gd name="connsiteY336" fmla="*/ 149161 h 809625"/>
                <a:gd name="connsiteX337" fmla="*/ 893635 w 1685925"/>
                <a:gd name="connsiteY337" fmla="*/ 149161 h 809625"/>
                <a:gd name="connsiteX338" fmla="*/ 892302 w 1685925"/>
                <a:gd name="connsiteY338" fmla="*/ 149542 h 809625"/>
                <a:gd name="connsiteX339" fmla="*/ 890207 w 1685925"/>
                <a:gd name="connsiteY339" fmla="*/ 151543 h 809625"/>
                <a:gd name="connsiteX340" fmla="*/ 889064 w 1685925"/>
                <a:gd name="connsiteY340" fmla="*/ 152400 h 809625"/>
                <a:gd name="connsiteX341" fmla="*/ 887254 w 1685925"/>
                <a:gd name="connsiteY341" fmla="*/ 152781 h 809625"/>
                <a:gd name="connsiteX342" fmla="*/ 881920 w 1685925"/>
                <a:gd name="connsiteY342" fmla="*/ 152400 h 809625"/>
                <a:gd name="connsiteX343" fmla="*/ 878300 w 1685925"/>
                <a:gd name="connsiteY343" fmla="*/ 153448 h 809625"/>
                <a:gd name="connsiteX344" fmla="*/ 876776 w 1685925"/>
                <a:gd name="connsiteY344" fmla="*/ 154400 h 809625"/>
                <a:gd name="connsiteX345" fmla="*/ 875348 w 1685925"/>
                <a:gd name="connsiteY345" fmla="*/ 155829 h 809625"/>
                <a:gd name="connsiteX346" fmla="*/ 873824 w 1685925"/>
                <a:gd name="connsiteY346" fmla="*/ 157258 h 809625"/>
                <a:gd name="connsiteX347" fmla="*/ 871061 w 1685925"/>
                <a:gd name="connsiteY347" fmla="*/ 159353 h 809625"/>
                <a:gd name="connsiteX348" fmla="*/ 869918 w 1685925"/>
                <a:gd name="connsiteY348" fmla="*/ 161163 h 809625"/>
                <a:gd name="connsiteX349" fmla="*/ 867347 w 1685925"/>
                <a:gd name="connsiteY349" fmla="*/ 164211 h 809625"/>
                <a:gd name="connsiteX350" fmla="*/ 863346 w 1685925"/>
                <a:gd name="connsiteY350" fmla="*/ 166021 h 809625"/>
                <a:gd name="connsiteX351" fmla="*/ 858965 w 1685925"/>
                <a:gd name="connsiteY351" fmla="*/ 166592 h 809625"/>
                <a:gd name="connsiteX352" fmla="*/ 855535 w 1685925"/>
                <a:gd name="connsiteY352" fmla="*/ 165926 h 809625"/>
                <a:gd name="connsiteX353" fmla="*/ 848773 w 1685925"/>
                <a:gd name="connsiteY353" fmla="*/ 162973 h 809625"/>
                <a:gd name="connsiteX354" fmla="*/ 845629 w 1685925"/>
                <a:gd name="connsiteY354" fmla="*/ 162878 h 809625"/>
                <a:gd name="connsiteX355" fmla="*/ 839438 w 1685925"/>
                <a:gd name="connsiteY355" fmla="*/ 167354 h 809625"/>
                <a:gd name="connsiteX356" fmla="*/ 835914 w 1685925"/>
                <a:gd name="connsiteY356" fmla="*/ 167164 h 809625"/>
                <a:gd name="connsiteX357" fmla="*/ 832294 w 1685925"/>
                <a:gd name="connsiteY357" fmla="*/ 165544 h 809625"/>
                <a:gd name="connsiteX358" fmla="*/ 829151 w 1685925"/>
                <a:gd name="connsiteY358" fmla="*/ 163259 h 809625"/>
                <a:gd name="connsiteX359" fmla="*/ 827342 w 1685925"/>
                <a:gd name="connsiteY359" fmla="*/ 162306 h 809625"/>
                <a:gd name="connsiteX360" fmla="*/ 825627 w 1685925"/>
                <a:gd name="connsiteY360" fmla="*/ 161925 h 809625"/>
                <a:gd name="connsiteX361" fmla="*/ 820388 w 1685925"/>
                <a:gd name="connsiteY361" fmla="*/ 162497 h 809625"/>
                <a:gd name="connsiteX362" fmla="*/ 818769 w 1685925"/>
                <a:gd name="connsiteY362" fmla="*/ 161925 h 809625"/>
                <a:gd name="connsiteX363" fmla="*/ 817531 w 1685925"/>
                <a:gd name="connsiteY363" fmla="*/ 160496 h 809625"/>
                <a:gd name="connsiteX364" fmla="*/ 816864 w 1685925"/>
                <a:gd name="connsiteY364" fmla="*/ 158115 h 809625"/>
                <a:gd name="connsiteX365" fmla="*/ 814864 w 1685925"/>
                <a:gd name="connsiteY365" fmla="*/ 153734 h 809625"/>
                <a:gd name="connsiteX366" fmla="*/ 811054 w 1685925"/>
                <a:gd name="connsiteY366" fmla="*/ 152781 h 809625"/>
                <a:gd name="connsiteX367" fmla="*/ 802862 w 1685925"/>
                <a:gd name="connsiteY367" fmla="*/ 153924 h 809625"/>
                <a:gd name="connsiteX368" fmla="*/ 800386 w 1685925"/>
                <a:gd name="connsiteY368" fmla="*/ 153257 h 809625"/>
                <a:gd name="connsiteX369" fmla="*/ 798290 w 1685925"/>
                <a:gd name="connsiteY369" fmla="*/ 152305 h 809625"/>
                <a:gd name="connsiteX370" fmla="*/ 791718 w 1685925"/>
                <a:gd name="connsiteY370" fmla="*/ 147352 h 809625"/>
                <a:gd name="connsiteX371" fmla="*/ 784193 w 1685925"/>
                <a:gd name="connsiteY371" fmla="*/ 145352 h 809625"/>
                <a:gd name="connsiteX372" fmla="*/ 784098 w 1685925"/>
                <a:gd name="connsiteY372" fmla="*/ 145352 h 809625"/>
                <a:gd name="connsiteX373" fmla="*/ 782479 w 1685925"/>
                <a:gd name="connsiteY373" fmla="*/ 144018 h 809625"/>
                <a:gd name="connsiteX374" fmla="*/ 778574 w 1685925"/>
                <a:gd name="connsiteY374" fmla="*/ 136779 h 809625"/>
                <a:gd name="connsiteX375" fmla="*/ 776383 w 1685925"/>
                <a:gd name="connsiteY375" fmla="*/ 134969 h 809625"/>
                <a:gd name="connsiteX376" fmla="*/ 771144 w 1685925"/>
                <a:gd name="connsiteY376" fmla="*/ 134207 h 809625"/>
                <a:gd name="connsiteX377" fmla="*/ 768763 w 1685925"/>
                <a:gd name="connsiteY377" fmla="*/ 133255 h 809625"/>
                <a:gd name="connsiteX378" fmla="*/ 767525 w 1685925"/>
                <a:gd name="connsiteY378" fmla="*/ 131731 h 809625"/>
                <a:gd name="connsiteX379" fmla="*/ 766382 w 1685925"/>
                <a:gd name="connsiteY379" fmla="*/ 129540 h 809625"/>
                <a:gd name="connsiteX380" fmla="*/ 765810 w 1685925"/>
                <a:gd name="connsiteY380" fmla="*/ 127063 h 809625"/>
                <a:gd name="connsiteX381" fmla="*/ 766096 w 1685925"/>
                <a:gd name="connsiteY381" fmla="*/ 124587 h 809625"/>
                <a:gd name="connsiteX382" fmla="*/ 767143 w 1685925"/>
                <a:gd name="connsiteY382" fmla="*/ 122587 h 809625"/>
                <a:gd name="connsiteX383" fmla="*/ 768382 w 1685925"/>
                <a:gd name="connsiteY383" fmla="*/ 120777 h 809625"/>
                <a:gd name="connsiteX384" fmla="*/ 768858 w 1685925"/>
                <a:gd name="connsiteY384" fmla="*/ 118967 h 809625"/>
                <a:gd name="connsiteX385" fmla="*/ 767715 w 1685925"/>
                <a:gd name="connsiteY385" fmla="*/ 116491 h 809625"/>
                <a:gd name="connsiteX386" fmla="*/ 764476 w 1685925"/>
                <a:gd name="connsiteY386" fmla="*/ 113919 h 809625"/>
                <a:gd name="connsiteX387" fmla="*/ 762952 w 1685925"/>
                <a:gd name="connsiteY387" fmla="*/ 112300 h 809625"/>
                <a:gd name="connsiteX388" fmla="*/ 762191 w 1685925"/>
                <a:gd name="connsiteY388" fmla="*/ 109728 h 809625"/>
                <a:gd name="connsiteX389" fmla="*/ 762762 w 1685925"/>
                <a:gd name="connsiteY389" fmla="*/ 107442 h 809625"/>
                <a:gd name="connsiteX390" fmla="*/ 763715 w 1685925"/>
                <a:gd name="connsiteY390" fmla="*/ 105156 h 809625"/>
                <a:gd name="connsiteX391" fmla="*/ 764095 w 1685925"/>
                <a:gd name="connsiteY391" fmla="*/ 102870 h 809625"/>
                <a:gd name="connsiteX392" fmla="*/ 762857 w 1685925"/>
                <a:gd name="connsiteY392" fmla="*/ 100679 h 809625"/>
                <a:gd name="connsiteX393" fmla="*/ 763429 w 1685925"/>
                <a:gd name="connsiteY393" fmla="*/ 99632 h 809625"/>
                <a:gd name="connsiteX394" fmla="*/ 763715 w 1685925"/>
                <a:gd name="connsiteY394" fmla="*/ 98488 h 809625"/>
                <a:gd name="connsiteX395" fmla="*/ 763619 w 1685925"/>
                <a:gd name="connsiteY395" fmla="*/ 97250 h 809625"/>
                <a:gd name="connsiteX396" fmla="*/ 763048 w 1685925"/>
                <a:gd name="connsiteY396" fmla="*/ 96107 h 809625"/>
                <a:gd name="connsiteX397" fmla="*/ 761619 w 1685925"/>
                <a:gd name="connsiteY397" fmla="*/ 93821 h 809625"/>
                <a:gd name="connsiteX398" fmla="*/ 760190 w 1685925"/>
                <a:gd name="connsiteY398" fmla="*/ 90678 h 809625"/>
                <a:gd name="connsiteX399" fmla="*/ 759238 w 1685925"/>
                <a:gd name="connsiteY399" fmla="*/ 87344 h 809625"/>
                <a:gd name="connsiteX400" fmla="*/ 759047 w 1685925"/>
                <a:gd name="connsiteY400" fmla="*/ 84201 h 809625"/>
                <a:gd name="connsiteX401" fmla="*/ 759333 w 1685925"/>
                <a:gd name="connsiteY401" fmla="*/ 81439 h 809625"/>
                <a:gd name="connsiteX402" fmla="*/ 759428 w 1685925"/>
                <a:gd name="connsiteY402" fmla="*/ 80010 h 809625"/>
                <a:gd name="connsiteX403" fmla="*/ 759333 w 1685925"/>
                <a:gd name="connsiteY403" fmla="*/ 78581 h 809625"/>
                <a:gd name="connsiteX404" fmla="*/ 758857 w 1685925"/>
                <a:gd name="connsiteY404" fmla="*/ 77057 h 809625"/>
                <a:gd name="connsiteX405" fmla="*/ 758571 w 1685925"/>
                <a:gd name="connsiteY405" fmla="*/ 76200 h 809625"/>
                <a:gd name="connsiteX406" fmla="*/ 758666 w 1685925"/>
                <a:gd name="connsiteY406" fmla="*/ 75438 h 809625"/>
                <a:gd name="connsiteX407" fmla="*/ 760952 w 1685925"/>
                <a:gd name="connsiteY407" fmla="*/ 71533 h 809625"/>
                <a:gd name="connsiteX408" fmla="*/ 761714 w 1685925"/>
                <a:gd name="connsiteY408" fmla="*/ 69818 h 809625"/>
                <a:gd name="connsiteX409" fmla="*/ 761238 w 1685925"/>
                <a:gd name="connsiteY409" fmla="*/ 68389 h 809625"/>
                <a:gd name="connsiteX410" fmla="*/ 756285 w 1685925"/>
                <a:gd name="connsiteY410" fmla="*/ 64961 h 809625"/>
                <a:gd name="connsiteX411" fmla="*/ 755428 w 1685925"/>
                <a:gd name="connsiteY411" fmla="*/ 64103 h 809625"/>
                <a:gd name="connsiteX412" fmla="*/ 754190 w 1685925"/>
                <a:gd name="connsiteY412" fmla="*/ 63341 h 809625"/>
                <a:gd name="connsiteX413" fmla="*/ 750189 w 1685925"/>
                <a:gd name="connsiteY413" fmla="*/ 63056 h 809625"/>
                <a:gd name="connsiteX414" fmla="*/ 749141 w 1685925"/>
                <a:gd name="connsiteY414" fmla="*/ 62484 h 809625"/>
                <a:gd name="connsiteX415" fmla="*/ 747332 w 1685925"/>
                <a:gd name="connsiteY415" fmla="*/ 60865 h 809625"/>
                <a:gd name="connsiteX416" fmla="*/ 746379 w 1685925"/>
                <a:gd name="connsiteY416" fmla="*/ 60579 h 809625"/>
                <a:gd name="connsiteX417" fmla="*/ 742093 w 1685925"/>
                <a:gd name="connsiteY417" fmla="*/ 60865 h 809625"/>
                <a:gd name="connsiteX418" fmla="*/ 740759 w 1685925"/>
                <a:gd name="connsiteY418" fmla="*/ 60293 h 809625"/>
                <a:gd name="connsiteX419" fmla="*/ 737902 w 1685925"/>
                <a:gd name="connsiteY419" fmla="*/ 58198 h 809625"/>
                <a:gd name="connsiteX420" fmla="*/ 736949 w 1685925"/>
                <a:gd name="connsiteY420" fmla="*/ 57721 h 809625"/>
                <a:gd name="connsiteX421" fmla="*/ 735520 w 1685925"/>
                <a:gd name="connsiteY421" fmla="*/ 57531 h 809625"/>
                <a:gd name="connsiteX422" fmla="*/ 732758 w 1685925"/>
                <a:gd name="connsiteY422" fmla="*/ 57721 h 809625"/>
                <a:gd name="connsiteX423" fmla="*/ 728853 w 1685925"/>
                <a:gd name="connsiteY423" fmla="*/ 56102 h 809625"/>
                <a:gd name="connsiteX424" fmla="*/ 726567 w 1685925"/>
                <a:gd name="connsiteY424" fmla="*/ 55531 h 809625"/>
                <a:gd name="connsiteX425" fmla="*/ 724186 w 1685925"/>
                <a:gd name="connsiteY425" fmla="*/ 55816 h 809625"/>
                <a:gd name="connsiteX426" fmla="*/ 719233 w 1685925"/>
                <a:gd name="connsiteY426" fmla="*/ 57721 h 809625"/>
                <a:gd name="connsiteX427" fmla="*/ 717328 w 1685925"/>
                <a:gd name="connsiteY427" fmla="*/ 57721 h 809625"/>
                <a:gd name="connsiteX428" fmla="*/ 715423 w 1685925"/>
                <a:gd name="connsiteY428" fmla="*/ 56579 h 809625"/>
                <a:gd name="connsiteX429" fmla="*/ 713613 w 1685925"/>
                <a:gd name="connsiteY429" fmla="*/ 54197 h 809625"/>
                <a:gd name="connsiteX430" fmla="*/ 711518 w 1685925"/>
                <a:gd name="connsiteY430" fmla="*/ 52292 h 809625"/>
                <a:gd name="connsiteX431" fmla="*/ 709422 w 1685925"/>
                <a:gd name="connsiteY431" fmla="*/ 51816 h 809625"/>
                <a:gd name="connsiteX432" fmla="*/ 707231 w 1685925"/>
                <a:gd name="connsiteY432" fmla="*/ 51721 h 809625"/>
                <a:gd name="connsiteX433" fmla="*/ 705041 w 1685925"/>
                <a:gd name="connsiteY433" fmla="*/ 51149 h 809625"/>
                <a:gd name="connsiteX434" fmla="*/ 702469 w 1685925"/>
                <a:gd name="connsiteY434" fmla="*/ 49054 h 809625"/>
                <a:gd name="connsiteX435" fmla="*/ 679799 w 1685925"/>
                <a:gd name="connsiteY435" fmla="*/ 37338 h 809625"/>
                <a:gd name="connsiteX436" fmla="*/ 676275 w 1685925"/>
                <a:gd name="connsiteY436" fmla="*/ 36195 h 809625"/>
                <a:gd name="connsiteX437" fmla="*/ 673036 w 1685925"/>
                <a:gd name="connsiteY437" fmla="*/ 34290 h 809625"/>
                <a:gd name="connsiteX438" fmla="*/ 657225 w 1685925"/>
                <a:gd name="connsiteY438" fmla="*/ 34385 h 809625"/>
                <a:gd name="connsiteX439" fmla="*/ 651319 w 1685925"/>
                <a:gd name="connsiteY439" fmla="*/ 33337 h 809625"/>
                <a:gd name="connsiteX440" fmla="*/ 646462 w 1685925"/>
                <a:gd name="connsiteY440" fmla="*/ 33909 h 809625"/>
                <a:gd name="connsiteX441" fmla="*/ 641794 w 1685925"/>
                <a:gd name="connsiteY441" fmla="*/ 32385 h 809625"/>
                <a:gd name="connsiteX442" fmla="*/ 638175 w 1685925"/>
                <a:gd name="connsiteY442" fmla="*/ 29051 h 809625"/>
                <a:gd name="connsiteX443" fmla="*/ 634746 w 1685925"/>
                <a:gd name="connsiteY443" fmla="*/ 24956 h 809625"/>
                <a:gd name="connsiteX444" fmla="*/ 630841 w 1685925"/>
                <a:gd name="connsiteY444" fmla="*/ 21241 h 809625"/>
                <a:gd name="connsiteX445" fmla="*/ 629222 w 1685925"/>
                <a:gd name="connsiteY445" fmla="*/ 20574 h 809625"/>
                <a:gd name="connsiteX446" fmla="*/ 622840 w 1685925"/>
                <a:gd name="connsiteY446" fmla="*/ 20384 h 809625"/>
                <a:gd name="connsiteX447" fmla="*/ 610552 w 1685925"/>
                <a:gd name="connsiteY447" fmla="*/ 16669 h 809625"/>
                <a:gd name="connsiteX448" fmla="*/ 609028 w 1685925"/>
                <a:gd name="connsiteY448" fmla="*/ 15907 h 809625"/>
                <a:gd name="connsiteX449" fmla="*/ 607981 w 1685925"/>
                <a:gd name="connsiteY449" fmla="*/ 14573 h 809625"/>
                <a:gd name="connsiteX450" fmla="*/ 606933 w 1685925"/>
                <a:gd name="connsiteY450" fmla="*/ 12954 h 809625"/>
                <a:gd name="connsiteX451" fmla="*/ 605695 w 1685925"/>
                <a:gd name="connsiteY451" fmla="*/ 11620 h 809625"/>
                <a:gd name="connsiteX452" fmla="*/ 603980 w 1685925"/>
                <a:gd name="connsiteY452" fmla="*/ 10573 h 809625"/>
                <a:gd name="connsiteX453" fmla="*/ 594741 w 1685925"/>
                <a:gd name="connsiteY453" fmla="*/ 7239 h 809625"/>
                <a:gd name="connsiteX454" fmla="*/ 593217 w 1685925"/>
                <a:gd name="connsiteY454" fmla="*/ 6096 h 809625"/>
                <a:gd name="connsiteX455" fmla="*/ 592074 w 1685925"/>
                <a:gd name="connsiteY455" fmla="*/ 4191 h 809625"/>
                <a:gd name="connsiteX456" fmla="*/ 591502 w 1685925"/>
                <a:gd name="connsiteY456" fmla="*/ 1429 h 809625"/>
                <a:gd name="connsiteX457" fmla="*/ 590169 w 1685925"/>
                <a:gd name="connsiteY457" fmla="*/ 476 h 809625"/>
                <a:gd name="connsiteX458" fmla="*/ 589693 w 1685925"/>
                <a:gd name="connsiteY458" fmla="*/ 0 h 809625"/>
                <a:gd name="connsiteX459" fmla="*/ 587502 w 1685925"/>
                <a:gd name="connsiteY459" fmla="*/ 95 h 809625"/>
                <a:gd name="connsiteX460" fmla="*/ 585883 w 1685925"/>
                <a:gd name="connsiteY460" fmla="*/ 2000 h 809625"/>
                <a:gd name="connsiteX461" fmla="*/ 585502 w 1685925"/>
                <a:gd name="connsiteY461" fmla="*/ 3429 h 809625"/>
                <a:gd name="connsiteX462" fmla="*/ 585502 w 1685925"/>
                <a:gd name="connsiteY462" fmla="*/ 6286 h 809625"/>
                <a:gd name="connsiteX463" fmla="*/ 585407 w 1685925"/>
                <a:gd name="connsiteY463" fmla="*/ 7715 h 809625"/>
                <a:gd name="connsiteX464" fmla="*/ 584930 w 1685925"/>
                <a:gd name="connsiteY464" fmla="*/ 8954 h 809625"/>
                <a:gd name="connsiteX465" fmla="*/ 582930 w 1685925"/>
                <a:gd name="connsiteY465" fmla="*/ 11716 h 809625"/>
                <a:gd name="connsiteX466" fmla="*/ 582454 w 1685925"/>
                <a:gd name="connsiteY466" fmla="*/ 13049 h 809625"/>
                <a:gd name="connsiteX467" fmla="*/ 581692 w 1685925"/>
                <a:gd name="connsiteY467" fmla="*/ 17050 h 809625"/>
                <a:gd name="connsiteX468" fmla="*/ 578263 w 1685925"/>
                <a:gd name="connsiteY468" fmla="*/ 24289 h 809625"/>
                <a:gd name="connsiteX469" fmla="*/ 576739 w 1685925"/>
                <a:gd name="connsiteY469" fmla="*/ 26480 h 809625"/>
                <a:gd name="connsiteX470" fmla="*/ 575119 w 1685925"/>
                <a:gd name="connsiteY470" fmla="*/ 28385 h 809625"/>
                <a:gd name="connsiteX471" fmla="*/ 573405 w 1685925"/>
                <a:gd name="connsiteY471" fmla="*/ 29813 h 809625"/>
                <a:gd name="connsiteX472" fmla="*/ 563213 w 1685925"/>
                <a:gd name="connsiteY472" fmla="*/ 32671 h 809625"/>
                <a:gd name="connsiteX473" fmla="*/ 558260 w 1685925"/>
                <a:gd name="connsiteY473" fmla="*/ 35052 h 809625"/>
                <a:gd name="connsiteX474" fmla="*/ 555212 w 1685925"/>
                <a:gd name="connsiteY474" fmla="*/ 40481 h 809625"/>
                <a:gd name="connsiteX475" fmla="*/ 554641 w 1685925"/>
                <a:gd name="connsiteY475" fmla="*/ 42101 h 809625"/>
                <a:gd name="connsiteX476" fmla="*/ 553402 w 1685925"/>
                <a:gd name="connsiteY476" fmla="*/ 44958 h 809625"/>
                <a:gd name="connsiteX477" fmla="*/ 552831 w 1685925"/>
                <a:gd name="connsiteY477" fmla="*/ 46482 h 809625"/>
                <a:gd name="connsiteX478" fmla="*/ 552641 w 1685925"/>
                <a:gd name="connsiteY478" fmla="*/ 48482 h 809625"/>
                <a:gd name="connsiteX479" fmla="*/ 553117 w 1685925"/>
                <a:gd name="connsiteY479" fmla="*/ 52102 h 809625"/>
                <a:gd name="connsiteX480" fmla="*/ 552926 w 1685925"/>
                <a:gd name="connsiteY480" fmla="*/ 54102 h 809625"/>
                <a:gd name="connsiteX481" fmla="*/ 552355 w 1685925"/>
                <a:gd name="connsiteY481" fmla="*/ 55626 h 809625"/>
                <a:gd name="connsiteX482" fmla="*/ 548068 w 1685925"/>
                <a:gd name="connsiteY482" fmla="*/ 54769 h 809625"/>
                <a:gd name="connsiteX483" fmla="*/ 546640 w 1685925"/>
                <a:gd name="connsiteY483" fmla="*/ 54864 h 809625"/>
                <a:gd name="connsiteX484" fmla="*/ 544259 w 1685925"/>
                <a:gd name="connsiteY484" fmla="*/ 56102 h 809625"/>
                <a:gd name="connsiteX485" fmla="*/ 543497 w 1685925"/>
                <a:gd name="connsiteY485" fmla="*/ 56388 h 809625"/>
                <a:gd name="connsiteX486" fmla="*/ 542830 w 1685925"/>
                <a:gd name="connsiteY486" fmla="*/ 57150 h 809625"/>
                <a:gd name="connsiteX487" fmla="*/ 541877 w 1685925"/>
                <a:gd name="connsiteY487" fmla="*/ 58960 h 809625"/>
                <a:gd name="connsiteX488" fmla="*/ 539401 w 1685925"/>
                <a:gd name="connsiteY488" fmla="*/ 64580 h 809625"/>
                <a:gd name="connsiteX489" fmla="*/ 538829 w 1685925"/>
                <a:gd name="connsiteY489" fmla="*/ 65723 h 809625"/>
                <a:gd name="connsiteX490" fmla="*/ 537305 w 1685925"/>
                <a:gd name="connsiteY490" fmla="*/ 67723 h 809625"/>
                <a:gd name="connsiteX491" fmla="*/ 536734 w 1685925"/>
                <a:gd name="connsiteY491" fmla="*/ 68866 h 809625"/>
                <a:gd name="connsiteX492" fmla="*/ 536353 w 1685925"/>
                <a:gd name="connsiteY492" fmla="*/ 70294 h 809625"/>
                <a:gd name="connsiteX493" fmla="*/ 536353 w 1685925"/>
                <a:gd name="connsiteY493" fmla="*/ 71533 h 809625"/>
                <a:gd name="connsiteX494" fmla="*/ 537019 w 1685925"/>
                <a:gd name="connsiteY494" fmla="*/ 74486 h 809625"/>
                <a:gd name="connsiteX495" fmla="*/ 537210 w 1685925"/>
                <a:gd name="connsiteY495" fmla="*/ 76200 h 809625"/>
                <a:gd name="connsiteX496" fmla="*/ 537019 w 1685925"/>
                <a:gd name="connsiteY496" fmla="*/ 77534 h 809625"/>
                <a:gd name="connsiteX497" fmla="*/ 535495 w 1685925"/>
                <a:gd name="connsiteY497" fmla="*/ 81439 h 809625"/>
                <a:gd name="connsiteX498" fmla="*/ 535210 w 1685925"/>
                <a:gd name="connsiteY498" fmla="*/ 82677 h 809625"/>
                <a:gd name="connsiteX499" fmla="*/ 534734 w 1685925"/>
                <a:gd name="connsiteY499" fmla="*/ 85439 h 809625"/>
                <a:gd name="connsiteX500" fmla="*/ 533972 w 1685925"/>
                <a:gd name="connsiteY500" fmla="*/ 88297 h 809625"/>
                <a:gd name="connsiteX501" fmla="*/ 530543 w 1685925"/>
                <a:gd name="connsiteY501" fmla="*/ 95440 h 809625"/>
                <a:gd name="connsiteX502" fmla="*/ 530733 w 1685925"/>
                <a:gd name="connsiteY502" fmla="*/ 98012 h 809625"/>
                <a:gd name="connsiteX503" fmla="*/ 532162 w 1685925"/>
                <a:gd name="connsiteY503" fmla="*/ 100489 h 809625"/>
                <a:gd name="connsiteX504" fmla="*/ 534067 w 1685925"/>
                <a:gd name="connsiteY504" fmla="*/ 102394 h 809625"/>
                <a:gd name="connsiteX505" fmla="*/ 536543 w 1685925"/>
                <a:gd name="connsiteY505" fmla="*/ 104108 h 809625"/>
                <a:gd name="connsiteX506" fmla="*/ 537115 w 1685925"/>
                <a:gd name="connsiteY506" fmla="*/ 104965 h 809625"/>
                <a:gd name="connsiteX507" fmla="*/ 537591 w 1685925"/>
                <a:gd name="connsiteY507" fmla="*/ 106013 h 809625"/>
                <a:gd name="connsiteX508" fmla="*/ 538353 w 1685925"/>
                <a:gd name="connsiteY508" fmla="*/ 106966 h 809625"/>
                <a:gd name="connsiteX509" fmla="*/ 539972 w 1685925"/>
                <a:gd name="connsiteY509" fmla="*/ 108299 h 809625"/>
                <a:gd name="connsiteX510" fmla="*/ 540258 w 1685925"/>
                <a:gd name="connsiteY510" fmla="*/ 109252 h 809625"/>
                <a:gd name="connsiteX511" fmla="*/ 537972 w 1685925"/>
                <a:gd name="connsiteY511" fmla="*/ 112490 h 809625"/>
                <a:gd name="connsiteX512" fmla="*/ 537877 w 1685925"/>
                <a:gd name="connsiteY512" fmla="*/ 114300 h 809625"/>
                <a:gd name="connsiteX513" fmla="*/ 539401 w 1685925"/>
                <a:gd name="connsiteY513" fmla="*/ 118586 h 809625"/>
                <a:gd name="connsiteX514" fmla="*/ 541973 w 1685925"/>
                <a:gd name="connsiteY514" fmla="*/ 125254 h 809625"/>
                <a:gd name="connsiteX515" fmla="*/ 542830 w 1685925"/>
                <a:gd name="connsiteY515" fmla="*/ 126873 h 809625"/>
                <a:gd name="connsiteX516" fmla="*/ 543973 w 1685925"/>
                <a:gd name="connsiteY516" fmla="*/ 128016 h 809625"/>
                <a:gd name="connsiteX517" fmla="*/ 547973 w 1685925"/>
                <a:gd name="connsiteY517" fmla="*/ 131159 h 809625"/>
                <a:gd name="connsiteX518" fmla="*/ 549402 w 1685925"/>
                <a:gd name="connsiteY518" fmla="*/ 131731 h 809625"/>
                <a:gd name="connsiteX519" fmla="*/ 552641 w 1685925"/>
                <a:gd name="connsiteY519" fmla="*/ 132302 h 809625"/>
                <a:gd name="connsiteX520" fmla="*/ 553974 w 1685925"/>
                <a:gd name="connsiteY520" fmla="*/ 132874 h 809625"/>
                <a:gd name="connsiteX521" fmla="*/ 555308 w 1685925"/>
                <a:gd name="connsiteY521" fmla="*/ 133922 h 809625"/>
                <a:gd name="connsiteX522" fmla="*/ 556260 w 1685925"/>
                <a:gd name="connsiteY522" fmla="*/ 135541 h 809625"/>
                <a:gd name="connsiteX523" fmla="*/ 556641 w 1685925"/>
                <a:gd name="connsiteY523" fmla="*/ 137636 h 809625"/>
                <a:gd name="connsiteX524" fmla="*/ 556641 w 1685925"/>
                <a:gd name="connsiteY524" fmla="*/ 137636 h 809625"/>
                <a:gd name="connsiteX525" fmla="*/ 556641 w 1685925"/>
                <a:gd name="connsiteY525" fmla="*/ 137636 h 809625"/>
                <a:gd name="connsiteX526" fmla="*/ 556451 w 1685925"/>
                <a:gd name="connsiteY526" fmla="*/ 140303 h 809625"/>
                <a:gd name="connsiteX527" fmla="*/ 554831 w 1685925"/>
                <a:gd name="connsiteY527" fmla="*/ 145256 h 809625"/>
                <a:gd name="connsiteX528" fmla="*/ 554545 w 1685925"/>
                <a:gd name="connsiteY528" fmla="*/ 147923 h 809625"/>
                <a:gd name="connsiteX529" fmla="*/ 555022 w 1685925"/>
                <a:gd name="connsiteY529" fmla="*/ 150590 h 809625"/>
                <a:gd name="connsiteX530" fmla="*/ 555117 w 1685925"/>
                <a:gd name="connsiteY530" fmla="*/ 151924 h 809625"/>
                <a:gd name="connsiteX531" fmla="*/ 554926 w 1685925"/>
                <a:gd name="connsiteY531" fmla="*/ 153543 h 809625"/>
                <a:gd name="connsiteX532" fmla="*/ 554641 w 1685925"/>
                <a:gd name="connsiteY532" fmla="*/ 154877 h 809625"/>
                <a:gd name="connsiteX533" fmla="*/ 546354 w 1685925"/>
                <a:gd name="connsiteY533" fmla="*/ 172879 h 809625"/>
                <a:gd name="connsiteX534" fmla="*/ 543306 w 1685925"/>
                <a:gd name="connsiteY534" fmla="*/ 176212 h 809625"/>
                <a:gd name="connsiteX535" fmla="*/ 535876 w 1685925"/>
                <a:gd name="connsiteY535" fmla="*/ 180308 h 809625"/>
                <a:gd name="connsiteX536" fmla="*/ 534162 w 1685925"/>
                <a:gd name="connsiteY536" fmla="*/ 181832 h 809625"/>
                <a:gd name="connsiteX537" fmla="*/ 532733 w 1685925"/>
                <a:gd name="connsiteY537" fmla="*/ 183833 h 809625"/>
                <a:gd name="connsiteX538" fmla="*/ 531781 w 1685925"/>
                <a:gd name="connsiteY538" fmla="*/ 184404 h 809625"/>
                <a:gd name="connsiteX539" fmla="*/ 530828 w 1685925"/>
                <a:gd name="connsiteY539" fmla="*/ 183737 h 809625"/>
                <a:gd name="connsiteX540" fmla="*/ 529018 w 1685925"/>
                <a:gd name="connsiteY540" fmla="*/ 181737 h 809625"/>
                <a:gd name="connsiteX541" fmla="*/ 527971 w 1685925"/>
                <a:gd name="connsiteY541" fmla="*/ 181261 h 809625"/>
                <a:gd name="connsiteX542" fmla="*/ 526733 w 1685925"/>
                <a:gd name="connsiteY542" fmla="*/ 181547 h 809625"/>
                <a:gd name="connsiteX543" fmla="*/ 521970 w 1685925"/>
                <a:gd name="connsiteY543" fmla="*/ 183833 h 809625"/>
                <a:gd name="connsiteX544" fmla="*/ 517969 w 1685925"/>
                <a:gd name="connsiteY544" fmla="*/ 184880 h 809625"/>
                <a:gd name="connsiteX545" fmla="*/ 517779 w 1685925"/>
                <a:gd name="connsiteY545" fmla="*/ 185547 h 809625"/>
                <a:gd name="connsiteX546" fmla="*/ 518255 w 1685925"/>
                <a:gd name="connsiteY546" fmla="*/ 186595 h 809625"/>
                <a:gd name="connsiteX547" fmla="*/ 518732 w 1685925"/>
                <a:gd name="connsiteY547" fmla="*/ 188119 h 809625"/>
                <a:gd name="connsiteX548" fmla="*/ 518350 w 1685925"/>
                <a:gd name="connsiteY548" fmla="*/ 190595 h 809625"/>
                <a:gd name="connsiteX549" fmla="*/ 516731 w 1685925"/>
                <a:gd name="connsiteY549" fmla="*/ 192596 h 809625"/>
                <a:gd name="connsiteX550" fmla="*/ 513112 w 1685925"/>
                <a:gd name="connsiteY550" fmla="*/ 195358 h 809625"/>
                <a:gd name="connsiteX551" fmla="*/ 508730 w 1685925"/>
                <a:gd name="connsiteY551" fmla="*/ 198501 h 809625"/>
                <a:gd name="connsiteX552" fmla="*/ 506159 w 1685925"/>
                <a:gd name="connsiteY552" fmla="*/ 199739 h 809625"/>
                <a:gd name="connsiteX553" fmla="*/ 503968 w 1685925"/>
                <a:gd name="connsiteY553" fmla="*/ 200501 h 809625"/>
                <a:gd name="connsiteX554" fmla="*/ 501872 w 1685925"/>
                <a:gd name="connsiteY554" fmla="*/ 200406 h 809625"/>
                <a:gd name="connsiteX555" fmla="*/ 498919 w 1685925"/>
                <a:gd name="connsiteY555" fmla="*/ 199835 h 809625"/>
                <a:gd name="connsiteX556" fmla="*/ 496157 w 1685925"/>
                <a:gd name="connsiteY556" fmla="*/ 198501 h 809625"/>
                <a:gd name="connsiteX557" fmla="*/ 494919 w 1685925"/>
                <a:gd name="connsiteY557" fmla="*/ 196406 h 809625"/>
                <a:gd name="connsiteX558" fmla="*/ 494443 w 1685925"/>
                <a:gd name="connsiteY558" fmla="*/ 194977 h 809625"/>
                <a:gd name="connsiteX559" fmla="*/ 493395 w 1685925"/>
                <a:gd name="connsiteY559" fmla="*/ 194215 h 809625"/>
                <a:gd name="connsiteX560" fmla="*/ 492633 w 1685925"/>
                <a:gd name="connsiteY560" fmla="*/ 193929 h 809625"/>
                <a:gd name="connsiteX561" fmla="*/ 491109 w 1685925"/>
                <a:gd name="connsiteY561" fmla="*/ 193358 h 809625"/>
                <a:gd name="connsiteX562" fmla="*/ 490347 w 1685925"/>
                <a:gd name="connsiteY562" fmla="*/ 192500 h 809625"/>
                <a:gd name="connsiteX563" fmla="*/ 488442 w 1685925"/>
                <a:gd name="connsiteY563" fmla="*/ 189071 h 809625"/>
                <a:gd name="connsiteX564" fmla="*/ 486442 w 1685925"/>
                <a:gd name="connsiteY564" fmla="*/ 187357 h 809625"/>
                <a:gd name="connsiteX565" fmla="*/ 472440 w 1685925"/>
                <a:gd name="connsiteY565" fmla="*/ 185166 h 809625"/>
                <a:gd name="connsiteX566" fmla="*/ 471297 w 1685925"/>
                <a:gd name="connsiteY566" fmla="*/ 185452 h 809625"/>
                <a:gd name="connsiteX567" fmla="*/ 468440 w 1685925"/>
                <a:gd name="connsiteY567" fmla="*/ 188500 h 809625"/>
                <a:gd name="connsiteX568" fmla="*/ 467297 w 1685925"/>
                <a:gd name="connsiteY568" fmla="*/ 189357 h 809625"/>
                <a:gd name="connsiteX569" fmla="*/ 466249 w 1685925"/>
                <a:gd name="connsiteY569" fmla="*/ 189738 h 809625"/>
                <a:gd name="connsiteX570" fmla="*/ 465392 w 1685925"/>
                <a:gd name="connsiteY570" fmla="*/ 189452 h 809625"/>
                <a:gd name="connsiteX571" fmla="*/ 464534 w 1685925"/>
                <a:gd name="connsiteY571" fmla="*/ 187928 h 809625"/>
                <a:gd name="connsiteX572" fmla="*/ 463772 w 1685925"/>
                <a:gd name="connsiteY572" fmla="*/ 186118 h 809625"/>
                <a:gd name="connsiteX573" fmla="*/ 463010 w 1685925"/>
                <a:gd name="connsiteY573" fmla="*/ 184976 h 809625"/>
                <a:gd name="connsiteX574" fmla="*/ 461962 w 1685925"/>
                <a:gd name="connsiteY574" fmla="*/ 184499 h 809625"/>
                <a:gd name="connsiteX575" fmla="*/ 460439 w 1685925"/>
                <a:gd name="connsiteY575" fmla="*/ 184499 h 809625"/>
                <a:gd name="connsiteX576" fmla="*/ 459010 w 1685925"/>
                <a:gd name="connsiteY576" fmla="*/ 185166 h 809625"/>
                <a:gd name="connsiteX577" fmla="*/ 456438 w 1685925"/>
                <a:gd name="connsiteY577" fmla="*/ 186976 h 809625"/>
                <a:gd name="connsiteX578" fmla="*/ 455104 w 1685925"/>
                <a:gd name="connsiteY578" fmla="*/ 187452 h 809625"/>
                <a:gd name="connsiteX579" fmla="*/ 453676 w 1685925"/>
                <a:gd name="connsiteY579" fmla="*/ 187166 h 809625"/>
                <a:gd name="connsiteX580" fmla="*/ 452437 w 1685925"/>
                <a:gd name="connsiteY580" fmla="*/ 186500 h 809625"/>
                <a:gd name="connsiteX581" fmla="*/ 450247 w 1685925"/>
                <a:gd name="connsiteY581" fmla="*/ 184118 h 809625"/>
                <a:gd name="connsiteX582" fmla="*/ 447866 w 1685925"/>
                <a:gd name="connsiteY582" fmla="*/ 182309 h 809625"/>
                <a:gd name="connsiteX583" fmla="*/ 439960 w 1685925"/>
                <a:gd name="connsiteY583" fmla="*/ 178689 h 809625"/>
                <a:gd name="connsiteX584" fmla="*/ 439960 w 1685925"/>
                <a:gd name="connsiteY584" fmla="*/ 178689 h 809625"/>
                <a:gd name="connsiteX585" fmla="*/ 439960 w 1685925"/>
                <a:gd name="connsiteY585" fmla="*/ 178689 h 809625"/>
                <a:gd name="connsiteX586" fmla="*/ 439960 w 1685925"/>
                <a:gd name="connsiteY586" fmla="*/ 178689 h 809625"/>
                <a:gd name="connsiteX587" fmla="*/ 439198 w 1685925"/>
                <a:gd name="connsiteY587" fmla="*/ 178403 h 809625"/>
                <a:gd name="connsiteX588" fmla="*/ 438341 w 1685925"/>
                <a:gd name="connsiteY588" fmla="*/ 178213 h 809625"/>
                <a:gd name="connsiteX589" fmla="*/ 437578 w 1685925"/>
                <a:gd name="connsiteY589" fmla="*/ 178308 h 809625"/>
                <a:gd name="connsiteX590" fmla="*/ 436817 w 1685925"/>
                <a:gd name="connsiteY590" fmla="*/ 178689 h 809625"/>
                <a:gd name="connsiteX591" fmla="*/ 436054 w 1685925"/>
                <a:gd name="connsiteY591" fmla="*/ 179356 h 809625"/>
                <a:gd name="connsiteX592" fmla="*/ 435292 w 1685925"/>
                <a:gd name="connsiteY592" fmla="*/ 180118 h 809625"/>
                <a:gd name="connsiteX593" fmla="*/ 434626 w 1685925"/>
                <a:gd name="connsiteY593" fmla="*/ 180975 h 809625"/>
                <a:gd name="connsiteX594" fmla="*/ 434054 w 1685925"/>
                <a:gd name="connsiteY594" fmla="*/ 182023 h 809625"/>
                <a:gd name="connsiteX595" fmla="*/ 432625 w 1685925"/>
                <a:gd name="connsiteY595" fmla="*/ 183166 h 809625"/>
                <a:gd name="connsiteX596" fmla="*/ 431292 w 1685925"/>
                <a:gd name="connsiteY596" fmla="*/ 182689 h 809625"/>
                <a:gd name="connsiteX597" fmla="*/ 430340 w 1685925"/>
                <a:gd name="connsiteY597" fmla="*/ 180975 h 809625"/>
                <a:gd name="connsiteX598" fmla="*/ 429768 w 1685925"/>
                <a:gd name="connsiteY598" fmla="*/ 178689 h 809625"/>
                <a:gd name="connsiteX599" fmla="*/ 429768 w 1685925"/>
                <a:gd name="connsiteY599" fmla="*/ 178689 h 809625"/>
                <a:gd name="connsiteX600" fmla="*/ 428434 w 1685925"/>
                <a:gd name="connsiteY600" fmla="*/ 176879 h 809625"/>
                <a:gd name="connsiteX601" fmla="*/ 426339 w 1685925"/>
                <a:gd name="connsiteY601" fmla="*/ 176498 h 809625"/>
                <a:gd name="connsiteX602" fmla="*/ 424243 w 1685925"/>
                <a:gd name="connsiteY602" fmla="*/ 177165 h 809625"/>
                <a:gd name="connsiteX603" fmla="*/ 422719 w 1685925"/>
                <a:gd name="connsiteY603" fmla="*/ 178689 h 809625"/>
                <a:gd name="connsiteX604" fmla="*/ 420719 w 1685925"/>
                <a:gd name="connsiteY604" fmla="*/ 181547 h 809625"/>
                <a:gd name="connsiteX605" fmla="*/ 418528 w 1685925"/>
                <a:gd name="connsiteY605" fmla="*/ 182499 h 809625"/>
                <a:gd name="connsiteX606" fmla="*/ 413480 w 1685925"/>
                <a:gd name="connsiteY606" fmla="*/ 183261 h 809625"/>
                <a:gd name="connsiteX607" fmla="*/ 412433 w 1685925"/>
                <a:gd name="connsiteY607" fmla="*/ 184023 h 809625"/>
                <a:gd name="connsiteX608" fmla="*/ 411004 w 1685925"/>
                <a:gd name="connsiteY608" fmla="*/ 186214 h 809625"/>
                <a:gd name="connsiteX609" fmla="*/ 410147 w 1685925"/>
                <a:gd name="connsiteY609" fmla="*/ 187166 h 809625"/>
                <a:gd name="connsiteX610" fmla="*/ 409099 w 1685925"/>
                <a:gd name="connsiteY610" fmla="*/ 187357 h 809625"/>
                <a:gd name="connsiteX611" fmla="*/ 408051 w 1685925"/>
                <a:gd name="connsiteY611" fmla="*/ 186881 h 809625"/>
                <a:gd name="connsiteX612" fmla="*/ 407860 w 1685925"/>
                <a:gd name="connsiteY612" fmla="*/ 186785 h 809625"/>
                <a:gd name="connsiteX613" fmla="*/ 407003 w 1685925"/>
                <a:gd name="connsiteY613" fmla="*/ 186023 h 809625"/>
                <a:gd name="connsiteX614" fmla="*/ 406146 w 1685925"/>
                <a:gd name="connsiteY614" fmla="*/ 185071 h 809625"/>
                <a:gd name="connsiteX615" fmla="*/ 403765 w 1685925"/>
                <a:gd name="connsiteY615" fmla="*/ 183071 h 809625"/>
                <a:gd name="connsiteX616" fmla="*/ 401384 w 1685925"/>
                <a:gd name="connsiteY616" fmla="*/ 182404 h 809625"/>
                <a:gd name="connsiteX617" fmla="*/ 386715 w 1685925"/>
                <a:gd name="connsiteY617" fmla="*/ 182594 h 809625"/>
                <a:gd name="connsiteX618" fmla="*/ 384239 w 1685925"/>
                <a:gd name="connsiteY618" fmla="*/ 181070 h 809625"/>
                <a:gd name="connsiteX619" fmla="*/ 383858 w 1685925"/>
                <a:gd name="connsiteY619" fmla="*/ 180594 h 809625"/>
                <a:gd name="connsiteX620" fmla="*/ 382905 w 1685925"/>
                <a:gd name="connsiteY620" fmla="*/ 178689 h 809625"/>
                <a:gd name="connsiteX621" fmla="*/ 381667 w 1685925"/>
                <a:gd name="connsiteY621" fmla="*/ 176117 h 809625"/>
                <a:gd name="connsiteX622" fmla="*/ 380333 w 1685925"/>
                <a:gd name="connsiteY622" fmla="*/ 174784 h 809625"/>
                <a:gd name="connsiteX623" fmla="*/ 378619 w 1685925"/>
                <a:gd name="connsiteY623" fmla="*/ 174403 h 809625"/>
                <a:gd name="connsiteX624" fmla="*/ 369379 w 1685925"/>
                <a:gd name="connsiteY624" fmla="*/ 174784 h 809625"/>
                <a:gd name="connsiteX625" fmla="*/ 364331 w 1685925"/>
                <a:gd name="connsiteY625" fmla="*/ 176689 h 809625"/>
                <a:gd name="connsiteX626" fmla="*/ 362998 w 1685925"/>
                <a:gd name="connsiteY626" fmla="*/ 176879 h 809625"/>
                <a:gd name="connsiteX627" fmla="*/ 361855 w 1685925"/>
                <a:gd name="connsiteY627" fmla="*/ 176498 h 809625"/>
                <a:gd name="connsiteX628" fmla="*/ 361283 w 1685925"/>
                <a:gd name="connsiteY628" fmla="*/ 175641 h 809625"/>
                <a:gd name="connsiteX629" fmla="*/ 360331 w 1685925"/>
                <a:gd name="connsiteY629" fmla="*/ 173355 h 809625"/>
                <a:gd name="connsiteX630" fmla="*/ 359759 w 1685925"/>
                <a:gd name="connsiteY630" fmla="*/ 172307 h 809625"/>
                <a:gd name="connsiteX631" fmla="*/ 357473 w 1685925"/>
                <a:gd name="connsiteY631" fmla="*/ 170116 h 809625"/>
                <a:gd name="connsiteX632" fmla="*/ 356902 w 1685925"/>
                <a:gd name="connsiteY632" fmla="*/ 169164 h 809625"/>
                <a:gd name="connsiteX633" fmla="*/ 356521 w 1685925"/>
                <a:gd name="connsiteY633" fmla="*/ 167926 h 809625"/>
                <a:gd name="connsiteX634" fmla="*/ 356330 w 1685925"/>
                <a:gd name="connsiteY634" fmla="*/ 166687 h 809625"/>
                <a:gd name="connsiteX635" fmla="*/ 355949 w 1685925"/>
                <a:gd name="connsiteY635" fmla="*/ 165640 h 809625"/>
                <a:gd name="connsiteX636" fmla="*/ 355092 w 1685925"/>
                <a:gd name="connsiteY636" fmla="*/ 164878 h 809625"/>
                <a:gd name="connsiteX637" fmla="*/ 350710 w 1685925"/>
                <a:gd name="connsiteY637" fmla="*/ 162878 h 809625"/>
                <a:gd name="connsiteX638" fmla="*/ 349472 w 1685925"/>
                <a:gd name="connsiteY638" fmla="*/ 161544 h 809625"/>
                <a:gd name="connsiteX639" fmla="*/ 348710 w 1685925"/>
                <a:gd name="connsiteY639" fmla="*/ 159830 h 809625"/>
                <a:gd name="connsiteX640" fmla="*/ 348234 w 1685925"/>
                <a:gd name="connsiteY640" fmla="*/ 157734 h 809625"/>
                <a:gd name="connsiteX641" fmla="*/ 347567 w 1685925"/>
                <a:gd name="connsiteY641" fmla="*/ 153448 h 809625"/>
                <a:gd name="connsiteX642" fmla="*/ 347282 w 1685925"/>
                <a:gd name="connsiteY642" fmla="*/ 144971 h 809625"/>
                <a:gd name="connsiteX643" fmla="*/ 346900 w 1685925"/>
                <a:gd name="connsiteY643" fmla="*/ 142875 h 809625"/>
                <a:gd name="connsiteX644" fmla="*/ 344805 w 1685925"/>
                <a:gd name="connsiteY644" fmla="*/ 137636 h 809625"/>
                <a:gd name="connsiteX645" fmla="*/ 344710 w 1685925"/>
                <a:gd name="connsiteY645" fmla="*/ 134588 h 809625"/>
                <a:gd name="connsiteX646" fmla="*/ 344424 w 1685925"/>
                <a:gd name="connsiteY646" fmla="*/ 133350 h 809625"/>
                <a:gd name="connsiteX647" fmla="*/ 343662 w 1685925"/>
                <a:gd name="connsiteY647" fmla="*/ 132302 h 809625"/>
                <a:gd name="connsiteX648" fmla="*/ 342519 w 1685925"/>
                <a:gd name="connsiteY648" fmla="*/ 131636 h 809625"/>
                <a:gd name="connsiteX649" fmla="*/ 324136 w 1685925"/>
                <a:gd name="connsiteY649" fmla="*/ 130874 h 809625"/>
                <a:gd name="connsiteX650" fmla="*/ 305657 w 1685925"/>
                <a:gd name="connsiteY650" fmla="*/ 130016 h 809625"/>
                <a:gd name="connsiteX651" fmla="*/ 299561 w 1685925"/>
                <a:gd name="connsiteY651" fmla="*/ 128016 h 809625"/>
                <a:gd name="connsiteX652" fmla="*/ 287274 w 1685925"/>
                <a:gd name="connsiteY652" fmla="*/ 128778 h 809625"/>
                <a:gd name="connsiteX653" fmla="*/ 284702 w 1685925"/>
                <a:gd name="connsiteY653" fmla="*/ 128778 h 809625"/>
                <a:gd name="connsiteX654" fmla="*/ 282892 w 1685925"/>
                <a:gd name="connsiteY654" fmla="*/ 128873 h 809625"/>
                <a:gd name="connsiteX655" fmla="*/ 279559 w 1685925"/>
                <a:gd name="connsiteY655" fmla="*/ 127921 h 809625"/>
                <a:gd name="connsiteX656" fmla="*/ 278606 w 1685925"/>
                <a:gd name="connsiteY656" fmla="*/ 127444 h 809625"/>
                <a:gd name="connsiteX657" fmla="*/ 277940 w 1685925"/>
                <a:gd name="connsiteY657" fmla="*/ 126873 h 809625"/>
                <a:gd name="connsiteX658" fmla="*/ 277463 w 1685925"/>
                <a:gd name="connsiteY658" fmla="*/ 125920 h 809625"/>
                <a:gd name="connsiteX659" fmla="*/ 276892 w 1685925"/>
                <a:gd name="connsiteY659" fmla="*/ 124206 h 809625"/>
                <a:gd name="connsiteX660" fmla="*/ 275939 w 1685925"/>
                <a:gd name="connsiteY660" fmla="*/ 120967 h 809625"/>
                <a:gd name="connsiteX661" fmla="*/ 276034 w 1685925"/>
                <a:gd name="connsiteY661" fmla="*/ 116967 h 809625"/>
                <a:gd name="connsiteX662" fmla="*/ 275368 w 1685925"/>
                <a:gd name="connsiteY662" fmla="*/ 114014 h 809625"/>
                <a:gd name="connsiteX663" fmla="*/ 273177 w 1685925"/>
                <a:gd name="connsiteY663" fmla="*/ 112776 h 809625"/>
                <a:gd name="connsiteX664" fmla="*/ 269843 w 1685925"/>
                <a:gd name="connsiteY664" fmla="*/ 112586 h 809625"/>
                <a:gd name="connsiteX665" fmla="*/ 266605 w 1685925"/>
                <a:gd name="connsiteY665" fmla="*/ 113157 h 809625"/>
                <a:gd name="connsiteX666" fmla="*/ 264700 w 1685925"/>
                <a:gd name="connsiteY666" fmla="*/ 114586 h 809625"/>
                <a:gd name="connsiteX667" fmla="*/ 264319 w 1685925"/>
                <a:gd name="connsiteY667" fmla="*/ 115919 h 809625"/>
                <a:gd name="connsiteX668" fmla="*/ 264033 w 1685925"/>
                <a:gd name="connsiteY668" fmla="*/ 118682 h 809625"/>
                <a:gd name="connsiteX669" fmla="*/ 263366 w 1685925"/>
                <a:gd name="connsiteY669" fmla="*/ 120015 h 809625"/>
                <a:gd name="connsiteX670" fmla="*/ 262509 w 1685925"/>
                <a:gd name="connsiteY670" fmla="*/ 121158 h 809625"/>
                <a:gd name="connsiteX671" fmla="*/ 261271 w 1685925"/>
                <a:gd name="connsiteY671" fmla="*/ 122015 h 809625"/>
                <a:gd name="connsiteX672" fmla="*/ 260033 w 1685925"/>
                <a:gd name="connsiteY672" fmla="*/ 122491 h 809625"/>
                <a:gd name="connsiteX673" fmla="*/ 258889 w 1685925"/>
                <a:gd name="connsiteY673" fmla="*/ 122587 h 809625"/>
                <a:gd name="connsiteX674" fmla="*/ 256889 w 1685925"/>
                <a:gd name="connsiteY674" fmla="*/ 121539 h 809625"/>
                <a:gd name="connsiteX675" fmla="*/ 253841 w 1685925"/>
                <a:gd name="connsiteY675" fmla="*/ 116872 h 809625"/>
                <a:gd name="connsiteX676" fmla="*/ 251841 w 1685925"/>
                <a:gd name="connsiteY676" fmla="*/ 115443 h 809625"/>
                <a:gd name="connsiteX677" fmla="*/ 249650 w 1685925"/>
                <a:gd name="connsiteY677" fmla="*/ 114586 h 809625"/>
                <a:gd name="connsiteX678" fmla="*/ 248031 w 1685925"/>
                <a:gd name="connsiteY678" fmla="*/ 113348 h 809625"/>
                <a:gd name="connsiteX679" fmla="*/ 246697 w 1685925"/>
                <a:gd name="connsiteY679" fmla="*/ 111157 h 809625"/>
                <a:gd name="connsiteX680" fmla="*/ 245745 w 1685925"/>
                <a:gd name="connsiteY680" fmla="*/ 108013 h 809625"/>
                <a:gd name="connsiteX681" fmla="*/ 244888 w 1685925"/>
                <a:gd name="connsiteY681" fmla="*/ 106680 h 809625"/>
                <a:gd name="connsiteX682" fmla="*/ 243650 w 1685925"/>
                <a:gd name="connsiteY682" fmla="*/ 106489 h 809625"/>
                <a:gd name="connsiteX683" fmla="*/ 242316 w 1685925"/>
                <a:gd name="connsiteY683" fmla="*/ 106870 h 809625"/>
                <a:gd name="connsiteX684" fmla="*/ 241268 w 1685925"/>
                <a:gd name="connsiteY684" fmla="*/ 107537 h 809625"/>
                <a:gd name="connsiteX685" fmla="*/ 240601 w 1685925"/>
                <a:gd name="connsiteY685" fmla="*/ 108585 h 809625"/>
                <a:gd name="connsiteX686" fmla="*/ 240316 w 1685925"/>
                <a:gd name="connsiteY686" fmla="*/ 109918 h 809625"/>
                <a:gd name="connsiteX687" fmla="*/ 240316 w 1685925"/>
                <a:gd name="connsiteY687" fmla="*/ 111347 h 809625"/>
                <a:gd name="connsiteX688" fmla="*/ 240221 w 1685925"/>
                <a:gd name="connsiteY688" fmla="*/ 112871 h 809625"/>
                <a:gd name="connsiteX689" fmla="*/ 237458 w 1685925"/>
                <a:gd name="connsiteY689" fmla="*/ 118777 h 809625"/>
                <a:gd name="connsiteX690" fmla="*/ 233077 w 1685925"/>
                <a:gd name="connsiteY690" fmla="*/ 121349 h 809625"/>
                <a:gd name="connsiteX691" fmla="*/ 227933 w 1685925"/>
                <a:gd name="connsiteY691" fmla="*/ 121634 h 809625"/>
                <a:gd name="connsiteX692" fmla="*/ 219361 w 1685925"/>
                <a:gd name="connsiteY692" fmla="*/ 119920 h 809625"/>
                <a:gd name="connsiteX693" fmla="*/ 215455 w 1685925"/>
                <a:gd name="connsiteY693" fmla="*/ 120396 h 809625"/>
                <a:gd name="connsiteX694" fmla="*/ 211455 w 1685925"/>
                <a:gd name="connsiteY694" fmla="*/ 121825 h 809625"/>
                <a:gd name="connsiteX695" fmla="*/ 207835 w 1685925"/>
                <a:gd name="connsiteY695" fmla="*/ 124111 h 809625"/>
                <a:gd name="connsiteX696" fmla="*/ 206407 w 1685925"/>
                <a:gd name="connsiteY696" fmla="*/ 125444 h 809625"/>
                <a:gd name="connsiteX697" fmla="*/ 203740 w 1685925"/>
                <a:gd name="connsiteY697" fmla="*/ 130492 h 809625"/>
                <a:gd name="connsiteX698" fmla="*/ 202311 w 1685925"/>
                <a:gd name="connsiteY698" fmla="*/ 131921 h 809625"/>
                <a:gd name="connsiteX699" fmla="*/ 196977 w 1685925"/>
                <a:gd name="connsiteY699" fmla="*/ 134017 h 809625"/>
                <a:gd name="connsiteX700" fmla="*/ 195739 w 1685925"/>
                <a:gd name="connsiteY700" fmla="*/ 135446 h 809625"/>
                <a:gd name="connsiteX701" fmla="*/ 195167 w 1685925"/>
                <a:gd name="connsiteY701" fmla="*/ 137160 h 809625"/>
                <a:gd name="connsiteX702" fmla="*/ 194786 w 1685925"/>
                <a:gd name="connsiteY702" fmla="*/ 138875 h 809625"/>
                <a:gd name="connsiteX703" fmla="*/ 193929 w 1685925"/>
                <a:gd name="connsiteY703" fmla="*/ 140208 h 809625"/>
                <a:gd name="connsiteX704" fmla="*/ 192119 w 1685925"/>
                <a:gd name="connsiteY704" fmla="*/ 140780 h 809625"/>
                <a:gd name="connsiteX705" fmla="*/ 187642 w 1685925"/>
                <a:gd name="connsiteY705" fmla="*/ 139827 h 809625"/>
                <a:gd name="connsiteX706" fmla="*/ 185738 w 1685925"/>
                <a:gd name="connsiteY706" fmla="*/ 139827 h 809625"/>
                <a:gd name="connsiteX707" fmla="*/ 180594 w 1685925"/>
                <a:gd name="connsiteY707" fmla="*/ 142589 h 809625"/>
                <a:gd name="connsiteX708" fmla="*/ 178784 w 1685925"/>
                <a:gd name="connsiteY708" fmla="*/ 143161 h 809625"/>
                <a:gd name="connsiteX709" fmla="*/ 172593 w 1685925"/>
                <a:gd name="connsiteY709" fmla="*/ 143161 h 809625"/>
                <a:gd name="connsiteX710" fmla="*/ 170688 w 1685925"/>
                <a:gd name="connsiteY710" fmla="*/ 144113 h 809625"/>
                <a:gd name="connsiteX711" fmla="*/ 169259 w 1685925"/>
                <a:gd name="connsiteY711" fmla="*/ 145542 h 809625"/>
                <a:gd name="connsiteX712" fmla="*/ 165545 w 1685925"/>
                <a:gd name="connsiteY712" fmla="*/ 150305 h 809625"/>
                <a:gd name="connsiteX713" fmla="*/ 163544 w 1685925"/>
                <a:gd name="connsiteY713" fmla="*/ 151829 h 809625"/>
                <a:gd name="connsiteX714" fmla="*/ 159449 w 1685925"/>
                <a:gd name="connsiteY714" fmla="*/ 153067 h 809625"/>
                <a:gd name="connsiteX715" fmla="*/ 157543 w 1685925"/>
                <a:gd name="connsiteY715" fmla="*/ 154210 h 809625"/>
                <a:gd name="connsiteX716" fmla="*/ 157067 w 1685925"/>
                <a:gd name="connsiteY716" fmla="*/ 155067 h 809625"/>
                <a:gd name="connsiteX717" fmla="*/ 157067 w 1685925"/>
                <a:gd name="connsiteY717" fmla="*/ 157448 h 809625"/>
                <a:gd name="connsiteX718" fmla="*/ 156877 w 1685925"/>
                <a:gd name="connsiteY718" fmla="*/ 158591 h 809625"/>
                <a:gd name="connsiteX719" fmla="*/ 156210 w 1685925"/>
                <a:gd name="connsiteY719" fmla="*/ 159639 h 809625"/>
                <a:gd name="connsiteX720" fmla="*/ 155353 w 1685925"/>
                <a:gd name="connsiteY720" fmla="*/ 160401 h 809625"/>
                <a:gd name="connsiteX721" fmla="*/ 154400 w 1685925"/>
                <a:gd name="connsiteY721" fmla="*/ 160877 h 809625"/>
                <a:gd name="connsiteX722" fmla="*/ 153448 w 1685925"/>
                <a:gd name="connsiteY722" fmla="*/ 161163 h 809625"/>
                <a:gd name="connsiteX723" fmla="*/ 151162 w 1685925"/>
                <a:gd name="connsiteY723" fmla="*/ 161258 h 809625"/>
                <a:gd name="connsiteX724" fmla="*/ 146685 w 1685925"/>
                <a:gd name="connsiteY724" fmla="*/ 160211 h 809625"/>
                <a:gd name="connsiteX725" fmla="*/ 144304 w 1685925"/>
                <a:gd name="connsiteY725" fmla="*/ 160496 h 809625"/>
                <a:gd name="connsiteX726" fmla="*/ 141732 w 1685925"/>
                <a:gd name="connsiteY726" fmla="*/ 162782 h 809625"/>
                <a:gd name="connsiteX727" fmla="*/ 140589 w 1685925"/>
                <a:gd name="connsiteY727" fmla="*/ 163163 h 809625"/>
                <a:gd name="connsiteX728" fmla="*/ 138493 w 1685925"/>
                <a:gd name="connsiteY728" fmla="*/ 163354 h 809625"/>
                <a:gd name="connsiteX729" fmla="*/ 137446 w 1685925"/>
                <a:gd name="connsiteY729" fmla="*/ 163830 h 809625"/>
                <a:gd name="connsiteX730" fmla="*/ 131064 w 1685925"/>
                <a:gd name="connsiteY730" fmla="*/ 168783 h 809625"/>
                <a:gd name="connsiteX731" fmla="*/ 128873 w 1685925"/>
                <a:gd name="connsiteY731" fmla="*/ 169736 h 809625"/>
                <a:gd name="connsiteX732" fmla="*/ 122015 w 1685925"/>
                <a:gd name="connsiteY732" fmla="*/ 171260 h 809625"/>
                <a:gd name="connsiteX733" fmla="*/ 120396 w 1685925"/>
                <a:gd name="connsiteY733" fmla="*/ 172307 h 809625"/>
                <a:gd name="connsiteX734" fmla="*/ 119539 w 1685925"/>
                <a:gd name="connsiteY734" fmla="*/ 173927 h 809625"/>
                <a:gd name="connsiteX735" fmla="*/ 119253 w 1685925"/>
                <a:gd name="connsiteY735" fmla="*/ 176117 h 809625"/>
                <a:gd name="connsiteX736" fmla="*/ 119158 w 1685925"/>
                <a:gd name="connsiteY736" fmla="*/ 177832 h 809625"/>
                <a:gd name="connsiteX737" fmla="*/ 119063 w 1685925"/>
                <a:gd name="connsiteY737" fmla="*/ 178689 h 809625"/>
                <a:gd name="connsiteX738" fmla="*/ 117729 w 1685925"/>
                <a:gd name="connsiteY738" fmla="*/ 180785 h 809625"/>
                <a:gd name="connsiteX739" fmla="*/ 115062 w 1685925"/>
                <a:gd name="connsiteY739" fmla="*/ 182118 h 809625"/>
                <a:gd name="connsiteX740" fmla="*/ 112300 w 1685925"/>
                <a:gd name="connsiteY740" fmla="*/ 182785 h 809625"/>
                <a:gd name="connsiteX741" fmla="*/ 104584 w 1685925"/>
                <a:gd name="connsiteY741" fmla="*/ 183071 h 809625"/>
                <a:gd name="connsiteX742" fmla="*/ 101822 w 1685925"/>
                <a:gd name="connsiteY742" fmla="*/ 184023 h 809625"/>
                <a:gd name="connsiteX743" fmla="*/ 100013 w 1685925"/>
                <a:gd name="connsiteY743" fmla="*/ 185642 h 809625"/>
                <a:gd name="connsiteX744" fmla="*/ 99441 w 1685925"/>
                <a:gd name="connsiteY744" fmla="*/ 186023 h 809625"/>
                <a:gd name="connsiteX745" fmla="*/ 99346 w 1685925"/>
                <a:gd name="connsiteY745" fmla="*/ 186785 h 809625"/>
                <a:gd name="connsiteX746" fmla="*/ 99060 w 1685925"/>
                <a:gd name="connsiteY746" fmla="*/ 190024 h 809625"/>
                <a:gd name="connsiteX747" fmla="*/ 99060 w 1685925"/>
                <a:gd name="connsiteY747" fmla="*/ 190976 h 809625"/>
                <a:gd name="connsiteX748" fmla="*/ 99346 w 1685925"/>
                <a:gd name="connsiteY748" fmla="*/ 191548 h 809625"/>
                <a:gd name="connsiteX749" fmla="*/ 100298 w 1685925"/>
                <a:gd name="connsiteY749" fmla="*/ 192405 h 809625"/>
                <a:gd name="connsiteX750" fmla="*/ 100489 w 1685925"/>
                <a:gd name="connsiteY750" fmla="*/ 192881 h 809625"/>
                <a:gd name="connsiteX751" fmla="*/ 100393 w 1685925"/>
                <a:gd name="connsiteY751" fmla="*/ 193738 h 809625"/>
                <a:gd name="connsiteX752" fmla="*/ 99631 w 1685925"/>
                <a:gd name="connsiteY752" fmla="*/ 194691 h 809625"/>
                <a:gd name="connsiteX753" fmla="*/ 99631 w 1685925"/>
                <a:gd name="connsiteY753" fmla="*/ 195453 h 809625"/>
                <a:gd name="connsiteX754" fmla="*/ 100298 w 1685925"/>
                <a:gd name="connsiteY754" fmla="*/ 196406 h 809625"/>
                <a:gd name="connsiteX755" fmla="*/ 102679 w 1685925"/>
                <a:gd name="connsiteY755" fmla="*/ 197549 h 809625"/>
                <a:gd name="connsiteX756" fmla="*/ 103537 w 1685925"/>
                <a:gd name="connsiteY756" fmla="*/ 198215 h 809625"/>
                <a:gd name="connsiteX757" fmla="*/ 104204 w 1685925"/>
                <a:gd name="connsiteY757" fmla="*/ 199739 h 809625"/>
                <a:gd name="connsiteX758" fmla="*/ 103632 w 1685925"/>
                <a:gd name="connsiteY758" fmla="*/ 200978 h 809625"/>
                <a:gd name="connsiteX759" fmla="*/ 102584 w 1685925"/>
                <a:gd name="connsiteY759" fmla="*/ 201930 h 809625"/>
                <a:gd name="connsiteX760" fmla="*/ 99060 w 1685925"/>
                <a:gd name="connsiteY760" fmla="*/ 203740 h 809625"/>
                <a:gd name="connsiteX761" fmla="*/ 94012 w 1685925"/>
                <a:gd name="connsiteY761" fmla="*/ 205550 h 809625"/>
                <a:gd name="connsiteX762" fmla="*/ 91630 w 1685925"/>
                <a:gd name="connsiteY762" fmla="*/ 207169 h 809625"/>
                <a:gd name="connsiteX763" fmla="*/ 89916 w 1685925"/>
                <a:gd name="connsiteY763" fmla="*/ 207169 h 809625"/>
                <a:gd name="connsiteX764" fmla="*/ 88678 w 1685925"/>
                <a:gd name="connsiteY764" fmla="*/ 208693 h 809625"/>
                <a:gd name="connsiteX765" fmla="*/ 87535 w 1685925"/>
                <a:gd name="connsiteY765" fmla="*/ 210788 h 809625"/>
                <a:gd name="connsiteX766" fmla="*/ 86201 w 1685925"/>
                <a:gd name="connsiteY766" fmla="*/ 212122 h 809625"/>
                <a:gd name="connsiteX767" fmla="*/ 84487 w 1685925"/>
                <a:gd name="connsiteY767" fmla="*/ 212217 h 809625"/>
                <a:gd name="connsiteX768" fmla="*/ 82963 w 1685925"/>
                <a:gd name="connsiteY768" fmla="*/ 211264 h 809625"/>
                <a:gd name="connsiteX769" fmla="*/ 79915 w 1685925"/>
                <a:gd name="connsiteY769" fmla="*/ 208312 h 809625"/>
                <a:gd name="connsiteX770" fmla="*/ 78010 w 1685925"/>
                <a:gd name="connsiteY770" fmla="*/ 207836 h 809625"/>
                <a:gd name="connsiteX771" fmla="*/ 76486 w 1685925"/>
                <a:gd name="connsiteY771" fmla="*/ 208883 h 809625"/>
                <a:gd name="connsiteX772" fmla="*/ 76009 w 1685925"/>
                <a:gd name="connsiteY772" fmla="*/ 210788 h 809625"/>
                <a:gd name="connsiteX773" fmla="*/ 77248 w 1685925"/>
                <a:gd name="connsiteY773" fmla="*/ 213074 h 809625"/>
                <a:gd name="connsiteX774" fmla="*/ 78010 w 1685925"/>
                <a:gd name="connsiteY774" fmla="*/ 215075 h 809625"/>
                <a:gd name="connsiteX775" fmla="*/ 76867 w 1685925"/>
                <a:gd name="connsiteY775" fmla="*/ 217075 h 809625"/>
                <a:gd name="connsiteX776" fmla="*/ 75057 w 1685925"/>
                <a:gd name="connsiteY776" fmla="*/ 218599 h 809625"/>
                <a:gd name="connsiteX777" fmla="*/ 67342 w 1685925"/>
                <a:gd name="connsiteY777" fmla="*/ 221933 h 809625"/>
                <a:gd name="connsiteX778" fmla="*/ 65342 w 1685925"/>
                <a:gd name="connsiteY778" fmla="*/ 222313 h 809625"/>
                <a:gd name="connsiteX779" fmla="*/ 64675 w 1685925"/>
                <a:gd name="connsiteY779" fmla="*/ 221837 h 809625"/>
                <a:gd name="connsiteX780" fmla="*/ 64199 w 1685925"/>
                <a:gd name="connsiteY780" fmla="*/ 221075 h 809625"/>
                <a:gd name="connsiteX781" fmla="*/ 63817 w 1685925"/>
                <a:gd name="connsiteY781" fmla="*/ 220123 h 809625"/>
                <a:gd name="connsiteX782" fmla="*/ 63341 w 1685925"/>
                <a:gd name="connsiteY782" fmla="*/ 219361 h 809625"/>
                <a:gd name="connsiteX783" fmla="*/ 62770 w 1685925"/>
                <a:gd name="connsiteY783" fmla="*/ 218218 h 809625"/>
                <a:gd name="connsiteX784" fmla="*/ 62389 w 1685925"/>
                <a:gd name="connsiteY784" fmla="*/ 216884 h 809625"/>
                <a:gd name="connsiteX785" fmla="*/ 61817 w 1685925"/>
                <a:gd name="connsiteY785" fmla="*/ 215836 h 809625"/>
                <a:gd name="connsiteX786" fmla="*/ 60770 w 1685925"/>
                <a:gd name="connsiteY786" fmla="*/ 215360 h 809625"/>
                <a:gd name="connsiteX787" fmla="*/ 59626 w 1685925"/>
                <a:gd name="connsiteY787" fmla="*/ 215646 h 809625"/>
                <a:gd name="connsiteX788" fmla="*/ 59150 w 1685925"/>
                <a:gd name="connsiteY788" fmla="*/ 216599 h 809625"/>
                <a:gd name="connsiteX789" fmla="*/ 59055 w 1685925"/>
                <a:gd name="connsiteY789" fmla="*/ 217837 h 809625"/>
                <a:gd name="connsiteX790" fmla="*/ 58960 w 1685925"/>
                <a:gd name="connsiteY790" fmla="*/ 220885 h 809625"/>
                <a:gd name="connsiteX791" fmla="*/ 60008 w 1685925"/>
                <a:gd name="connsiteY791" fmla="*/ 223457 h 809625"/>
                <a:gd name="connsiteX792" fmla="*/ 59817 w 1685925"/>
                <a:gd name="connsiteY792" fmla="*/ 223933 h 809625"/>
                <a:gd name="connsiteX793" fmla="*/ 51816 w 1685925"/>
                <a:gd name="connsiteY793" fmla="*/ 223361 h 809625"/>
                <a:gd name="connsiteX794" fmla="*/ 50578 w 1685925"/>
                <a:gd name="connsiteY794" fmla="*/ 223076 h 809625"/>
                <a:gd name="connsiteX795" fmla="*/ 49435 w 1685925"/>
                <a:gd name="connsiteY795" fmla="*/ 222028 h 809625"/>
                <a:gd name="connsiteX796" fmla="*/ 48101 w 1685925"/>
                <a:gd name="connsiteY796" fmla="*/ 220123 h 809625"/>
                <a:gd name="connsiteX797" fmla="*/ 47339 w 1685925"/>
                <a:gd name="connsiteY797" fmla="*/ 219456 h 809625"/>
                <a:gd name="connsiteX798" fmla="*/ 46387 w 1685925"/>
                <a:gd name="connsiteY798" fmla="*/ 219361 h 809625"/>
                <a:gd name="connsiteX799" fmla="*/ 46292 w 1685925"/>
                <a:gd name="connsiteY799" fmla="*/ 219361 h 809625"/>
                <a:gd name="connsiteX800" fmla="*/ 45529 w 1685925"/>
                <a:gd name="connsiteY800" fmla="*/ 219647 h 809625"/>
                <a:gd name="connsiteX801" fmla="*/ 43339 w 1685925"/>
                <a:gd name="connsiteY801" fmla="*/ 221075 h 809625"/>
                <a:gd name="connsiteX802" fmla="*/ 42291 w 1685925"/>
                <a:gd name="connsiteY802" fmla="*/ 221456 h 809625"/>
                <a:gd name="connsiteX803" fmla="*/ 38957 w 1685925"/>
                <a:gd name="connsiteY803" fmla="*/ 221742 h 809625"/>
                <a:gd name="connsiteX804" fmla="*/ 37719 w 1685925"/>
                <a:gd name="connsiteY804" fmla="*/ 221552 h 809625"/>
                <a:gd name="connsiteX805" fmla="*/ 35147 w 1685925"/>
                <a:gd name="connsiteY805" fmla="*/ 220694 h 809625"/>
                <a:gd name="connsiteX806" fmla="*/ 33909 w 1685925"/>
                <a:gd name="connsiteY806" fmla="*/ 220694 h 809625"/>
                <a:gd name="connsiteX807" fmla="*/ 24479 w 1685925"/>
                <a:gd name="connsiteY807" fmla="*/ 222504 h 809625"/>
                <a:gd name="connsiteX808" fmla="*/ 23146 w 1685925"/>
                <a:gd name="connsiteY808" fmla="*/ 223361 h 809625"/>
                <a:gd name="connsiteX809" fmla="*/ 22479 w 1685925"/>
                <a:gd name="connsiteY809" fmla="*/ 224409 h 809625"/>
                <a:gd name="connsiteX810" fmla="*/ 21622 w 1685925"/>
                <a:gd name="connsiteY810" fmla="*/ 227076 h 809625"/>
                <a:gd name="connsiteX811" fmla="*/ 21050 w 1685925"/>
                <a:gd name="connsiteY811" fmla="*/ 227933 h 809625"/>
                <a:gd name="connsiteX812" fmla="*/ 20002 w 1685925"/>
                <a:gd name="connsiteY812" fmla="*/ 230314 h 809625"/>
                <a:gd name="connsiteX813" fmla="*/ 20764 w 1685925"/>
                <a:gd name="connsiteY813" fmla="*/ 232791 h 809625"/>
                <a:gd name="connsiteX814" fmla="*/ 21717 w 1685925"/>
                <a:gd name="connsiteY814" fmla="*/ 235172 h 809625"/>
                <a:gd name="connsiteX815" fmla="*/ 21526 w 1685925"/>
                <a:gd name="connsiteY815" fmla="*/ 237268 h 809625"/>
                <a:gd name="connsiteX816" fmla="*/ 19621 w 1685925"/>
                <a:gd name="connsiteY816" fmla="*/ 239173 h 809625"/>
                <a:gd name="connsiteX817" fmla="*/ 15526 w 1685925"/>
                <a:gd name="connsiteY817" fmla="*/ 241744 h 809625"/>
                <a:gd name="connsiteX818" fmla="*/ 13525 w 1685925"/>
                <a:gd name="connsiteY818" fmla="*/ 243650 h 809625"/>
                <a:gd name="connsiteX819" fmla="*/ 12668 w 1685925"/>
                <a:gd name="connsiteY819" fmla="*/ 244888 h 809625"/>
                <a:gd name="connsiteX820" fmla="*/ 11621 w 1685925"/>
                <a:gd name="connsiteY820" fmla="*/ 245459 h 809625"/>
                <a:gd name="connsiteX821" fmla="*/ 6287 w 1685925"/>
                <a:gd name="connsiteY821" fmla="*/ 246221 h 809625"/>
                <a:gd name="connsiteX822" fmla="*/ 5334 w 1685925"/>
                <a:gd name="connsiteY822" fmla="*/ 246221 h 809625"/>
                <a:gd name="connsiteX823" fmla="*/ 4286 w 1685925"/>
                <a:gd name="connsiteY823" fmla="*/ 245745 h 809625"/>
                <a:gd name="connsiteX824" fmla="*/ 4381 w 1685925"/>
                <a:gd name="connsiteY824" fmla="*/ 246698 h 809625"/>
                <a:gd name="connsiteX825" fmla="*/ 5143 w 1685925"/>
                <a:gd name="connsiteY825" fmla="*/ 249079 h 809625"/>
                <a:gd name="connsiteX826" fmla="*/ 5239 w 1685925"/>
                <a:gd name="connsiteY826" fmla="*/ 250984 h 809625"/>
                <a:gd name="connsiteX827" fmla="*/ 4953 w 1685925"/>
                <a:gd name="connsiteY827" fmla="*/ 252127 h 809625"/>
                <a:gd name="connsiteX828" fmla="*/ 4477 w 1685925"/>
                <a:gd name="connsiteY828" fmla="*/ 253270 h 809625"/>
                <a:gd name="connsiteX829" fmla="*/ 4191 w 1685925"/>
                <a:gd name="connsiteY829" fmla="*/ 254984 h 809625"/>
                <a:gd name="connsiteX830" fmla="*/ 4572 w 1685925"/>
                <a:gd name="connsiteY830" fmla="*/ 256699 h 809625"/>
                <a:gd name="connsiteX831" fmla="*/ 5429 w 1685925"/>
                <a:gd name="connsiteY831" fmla="*/ 257365 h 809625"/>
                <a:gd name="connsiteX832" fmla="*/ 6382 w 1685925"/>
                <a:gd name="connsiteY832" fmla="*/ 257747 h 809625"/>
                <a:gd name="connsiteX833" fmla="*/ 7239 w 1685925"/>
                <a:gd name="connsiteY833" fmla="*/ 258699 h 809625"/>
                <a:gd name="connsiteX834" fmla="*/ 7239 w 1685925"/>
                <a:gd name="connsiteY834" fmla="*/ 261557 h 809625"/>
                <a:gd name="connsiteX835" fmla="*/ 5239 w 1685925"/>
                <a:gd name="connsiteY835" fmla="*/ 263366 h 809625"/>
                <a:gd name="connsiteX836" fmla="*/ 1143 w 1685925"/>
                <a:gd name="connsiteY836" fmla="*/ 265367 h 809625"/>
                <a:gd name="connsiteX837" fmla="*/ 381 w 1685925"/>
                <a:gd name="connsiteY837" fmla="*/ 266605 h 809625"/>
                <a:gd name="connsiteX838" fmla="*/ 0 w 1685925"/>
                <a:gd name="connsiteY838" fmla="*/ 268034 h 809625"/>
                <a:gd name="connsiteX839" fmla="*/ 95 w 1685925"/>
                <a:gd name="connsiteY839" fmla="*/ 269462 h 809625"/>
                <a:gd name="connsiteX840" fmla="*/ 1048 w 1685925"/>
                <a:gd name="connsiteY840" fmla="*/ 270415 h 809625"/>
                <a:gd name="connsiteX841" fmla="*/ 2191 w 1685925"/>
                <a:gd name="connsiteY841" fmla="*/ 270891 h 809625"/>
                <a:gd name="connsiteX842" fmla="*/ 2762 w 1685925"/>
                <a:gd name="connsiteY842" fmla="*/ 271272 h 809625"/>
                <a:gd name="connsiteX843" fmla="*/ 3143 w 1685925"/>
                <a:gd name="connsiteY843" fmla="*/ 271844 h 809625"/>
                <a:gd name="connsiteX844" fmla="*/ 3429 w 1685925"/>
                <a:gd name="connsiteY844" fmla="*/ 272606 h 809625"/>
                <a:gd name="connsiteX845" fmla="*/ 3524 w 1685925"/>
                <a:gd name="connsiteY845" fmla="*/ 274225 h 809625"/>
                <a:gd name="connsiteX846" fmla="*/ 3715 w 1685925"/>
                <a:gd name="connsiteY846" fmla="*/ 274987 h 809625"/>
                <a:gd name="connsiteX847" fmla="*/ 4477 w 1685925"/>
                <a:gd name="connsiteY847" fmla="*/ 275939 h 809625"/>
                <a:gd name="connsiteX848" fmla="*/ 5620 w 1685925"/>
                <a:gd name="connsiteY848" fmla="*/ 276606 h 809625"/>
                <a:gd name="connsiteX849" fmla="*/ 9049 w 1685925"/>
                <a:gd name="connsiteY849" fmla="*/ 278321 h 809625"/>
                <a:gd name="connsiteX850" fmla="*/ 11430 w 1685925"/>
                <a:gd name="connsiteY850" fmla="*/ 278130 h 809625"/>
                <a:gd name="connsiteX851" fmla="*/ 12668 w 1685925"/>
                <a:gd name="connsiteY851" fmla="*/ 278511 h 809625"/>
                <a:gd name="connsiteX852" fmla="*/ 15716 w 1685925"/>
                <a:gd name="connsiteY852" fmla="*/ 280607 h 809625"/>
                <a:gd name="connsiteX853" fmla="*/ 17050 w 1685925"/>
                <a:gd name="connsiteY853" fmla="*/ 282321 h 809625"/>
                <a:gd name="connsiteX854" fmla="*/ 17335 w 1685925"/>
                <a:gd name="connsiteY854" fmla="*/ 284321 h 809625"/>
                <a:gd name="connsiteX855" fmla="*/ 16859 w 1685925"/>
                <a:gd name="connsiteY855" fmla="*/ 285083 h 809625"/>
                <a:gd name="connsiteX856" fmla="*/ 14478 w 1685925"/>
                <a:gd name="connsiteY856" fmla="*/ 286703 h 809625"/>
                <a:gd name="connsiteX857" fmla="*/ 14097 w 1685925"/>
                <a:gd name="connsiteY857" fmla="*/ 287274 h 809625"/>
                <a:gd name="connsiteX858" fmla="*/ 13811 w 1685925"/>
                <a:gd name="connsiteY858" fmla="*/ 288131 h 809625"/>
                <a:gd name="connsiteX859" fmla="*/ 13430 w 1685925"/>
                <a:gd name="connsiteY859" fmla="*/ 288988 h 809625"/>
                <a:gd name="connsiteX860" fmla="*/ 12668 w 1685925"/>
                <a:gd name="connsiteY860" fmla="*/ 289560 h 809625"/>
                <a:gd name="connsiteX861" fmla="*/ 10954 w 1685925"/>
                <a:gd name="connsiteY861" fmla="*/ 290989 h 809625"/>
                <a:gd name="connsiteX862" fmla="*/ 11430 w 1685925"/>
                <a:gd name="connsiteY862" fmla="*/ 292894 h 809625"/>
                <a:gd name="connsiteX863" fmla="*/ 13049 w 1685925"/>
                <a:gd name="connsiteY863" fmla="*/ 294704 h 809625"/>
                <a:gd name="connsiteX864" fmla="*/ 14764 w 1685925"/>
                <a:gd name="connsiteY864" fmla="*/ 295656 h 809625"/>
                <a:gd name="connsiteX865" fmla="*/ 15430 w 1685925"/>
                <a:gd name="connsiteY865" fmla="*/ 295751 h 809625"/>
                <a:gd name="connsiteX866" fmla="*/ 16669 w 1685925"/>
                <a:gd name="connsiteY866" fmla="*/ 295466 h 809625"/>
                <a:gd name="connsiteX867" fmla="*/ 17240 w 1685925"/>
                <a:gd name="connsiteY867" fmla="*/ 295466 h 809625"/>
                <a:gd name="connsiteX868" fmla="*/ 17717 w 1685925"/>
                <a:gd name="connsiteY868" fmla="*/ 295751 h 809625"/>
                <a:gd name="connsiteX869" fmla="*/ 18574 w 1685925"/>
                <a:gd name="connsiteY869" fmla="*/ 296799 h 809625"/>
                <a:gd name="connsiteX870" fmla="*/ 20002 w 1685925"/>
                <a:gd name="connsiteY870" fmla="*/ 297561 h 809625"/>
                <a:gd name="connsiteX871" fmla="*/ 21717 w 1685925"/>
                <a:gd name="connsiteY871" fmla="*/ 298895 h 809625"/>
                <a:gd name="connsiteX872" fmla="*/ 22670 w 1685925"/>
                <a:gd name="connsiteY872" fmla="*/ 299371 h 809625"/>
                <a:gd name="connsiteX873" fmla="*/ 23622 w 1685925"/>
                <a:gd name="connsiteY873" fmla="*/ 299466 h 809625"/>
                <a:gd name="connsiteX874" fmla="*/ 25432 w 1685925"/>
                <a:gd name="connsiteY874" fmla="*/ 299276 h 809625"/>
                <a:gd name="connsiteX875" fmla="*/ 26384 w 1685925"/>
                <a:gd name="connsiteY875" fmla="*/ 299371 h 809625"/>
                <a:gd name="connsiteX876" fmla="*/ 30004 w 1685925"/>
                <a:gd name="connsiteY876" fmla="*/ 301276 h 809625"/>
                <a:gd name="connsiteX877" fmla="*/ 31433 w 1685925"/>
                <a:gd name="connsiteY877" fmla="*/ 302514 h 809625"/>
                <a:gd name="connsiteX878" fmla="*/ 34100 w 1685925"/>
                <a:gd name="connsiteY878" fmla="*/ 306038 h 809625"/>
                <a:gd name="connsiteX879" fmla="*/ 35909 w 1685925"/>
                <a:gd name="connsiteY879" fmla="*/ 307277 h 809625"/>
                <a:gd name="connsiteX880" fmla="*/ 37052 w 1685925"/>
                <a:gd name="connsiteY880" fmla="*/ 307277 h 809625"/>
                <a:gd name="connsiteX881" fmla="*/ 38100 w 1685925"/>
                <a:gd name="connsiteY881" fmla="*/ 306896 h 809625"/>
                <a:gd name="connsiteX882" fmla="*/ 39148 w 1685925"/>
                <a:gd name="connsiteY882" fmla="*/ 306800 h 809625"/>
                <a:gd name="connsiteX883" fmla="*/ 40386 w 1685925"/>
                <a:gd name="connsiteY883" fmla="*/ 307372 h 809625"/>
                <a:gd name="connsiteX884" fmla="*/ 43720 w 1685925"/>
                <a:gd name="connsiteY884" fmla="*/ 311277 h 809625"/>
                <a:gd name="connsiteX885" fmla="*/ 44101 w 1685925"/>
                <a:gd name="connsiteY885" fmla="*/ 312706 h 809625"/>
                <a:gd name="connsiteX886" fmla="*/ 43339 w 1685925"/>
                <a:gd name="connsiteY886" fmla="*/ 315659 h 809625"/>
                <a:gd name="connsiteX887" fmla="*/ 43529 w 1685925"/>
                <a:gd name="connsiteY887" fmla="*/ 317182 h 809625"/>
                <a:gd name="connsiteX888" fmla="*/ 43910 w 1685925"/>
                <a:gd name="connsiteY888" fmla="*/ 318707 h 809625"/>
                <a:gd name="connsiteX889" fmla="*/ 44101 w 1685925"/>
                <a:gd name="connsiteY889" fmla="*/ 320230 h 809625"/>
                <a:gd name="connsiteX890" fmla="*/ 44482 w 1685925"/>
                <a:gd name="connsiteY890" fmla="*/ 321659 h 809625"/>
                <a:gd name="connsiteX891" fmla="*/ 45339 w 1685925"/>
                <a:gd name="connsiteY891" fmla="*/ 322707 h 809625"/>
                <a:gd name="connsiteX892" fmla="*/ 47434 w 1685925"/>
                <a:gd name="connsiteY892" fmla="*/ 324517 h 809625"/>
                <a:gd name="connsiteX893" fmla="*/ 48482 w 1685925"/>
                <a:gd name="connsiteY893" fmla="*/ 324803 h 809625"/>
                <a:gd name="connsiteX894" fmla="*/ 49816 w 1685925"/>
                <a:gd name="connsiteY894" fmla="*/ 324707 h 809625"/>
                <a:gd name="connsiteX895" fmla="*/ 51340 w 1685925"/>
                <a:gd name="connsiteY895" fmla="*/ 325184 h 809625"/>
                <a:gd name="connsiteX896" fmla="*/ 54769 w 1685925"/>
                <a:gd name="connsiteY896" fmla="*/ 328803 h 809625"/>
                <a:gd name="connsiteX897" fmla="*/ 56388 w 1685925"/>
                <a:gd name="connsiteY897" fmla="*/ 329946 h 809625"/>
                <a:gd name="connsiteX898" fmla="*/ 57721 w 1685925"/>
                <a:gd name="connsiteY898" fmla="*/ 330041 h 809625"/>
                <a:gd name="connsiteX899" fmla="*/ 60770 w 1685925"/>
                <a:gd name="connsiteY899" fmla="*/ 329565 h 809625"/>
                <a:gd name="connsiteX900" fmla="*/ 62198 w 1685925"/>
                <a:gd name="connsiteY900" fmla="*/ 329946 h 809625"/>
                <a:gd name="connsiteX901" fmla="*/ 63055 w 1685925"/>
                <a:gd name="connsiteY901" fmla="*/ 330708 h 809625"/>
                <a:gd name="connsiteX902" fmla="*/ 69056 w 1685925"/>
                <a:gd name="connsiteY902" fmla="*/ 338804 h 809625"/>
                <a:gd name="connsiteX903" fmla="*/ 69056 w 1685925"/>
                <a:gd name="connsiteY903" fmla="*/ 338804 h 809625"/>
                <a:gd name="connsiteX904" fmla="*/ 69056 w 1685925"/>
                <a:gd name="connsiteY904" fmla="*/ 338899 h 809625"/>
                <a:gd name="connsiteX905" fmla="*/ 70580 w 1685925"/>
                <a:gd name="connsiteY905" fmla="*/ 339566 h 809625"/>
                <a:gd name="connsiteX906" fmla="*/ 75438 w 1685925"/>
                <a:gd name="connsiteY906" fmla="*/ 339566 h 809625"/>
                <a:gd name="connsiteX907" fmla="*/ 78105 w 1685925"/>
                <a:gd name="connsiteY907" fmla="*/ 340138 h 809625"/>
                <a:gd name="connsiteX908" fmla="*/ 79438 w 1685925"/>
                <a:gd name="connsiteY908" fmla="*/ 339852 h 809625"/>
                <a:gd name="connsiteX909" fmla="*/ 80772 w 1685925"/>
                <a:gd name="connsiteY909" fmla="*/ 338804 h 809625"/>
                <a:gd name="connsiteX910" fmla="*/ 81629 w 1685925"/>
                <a:gd name="connsiteY910" fmla="*/ 337852 h 809625"/>
                <a:gd name="connsiteX911" fmla="*/ 84201 w 1685925"/>
                <a:gd name="connsiteY911" fmla="*/ 335756 h 809625"/>
                <a:gd name="connsiteX912" fmla="*/ 85249 w 1685925"/>
                <a:gd name="connsiteY912" fmla="*/ 335280 h 809625"/>
                <a:gd name="connsiteX913" fmla="*/ 86106 w 1685925"/>
                <a:gd name="connsiteY913" fmla="*/ 335280 h 809625"/>
                <a:gd name="connsiteX914" fmla="*/ 88201 w 1685925"/>
                <a:gd name="connsiteY914" fmla="*/ 336518 h 809625"/>
                <a:gd name="connsiteX915" fmla="*/ 89059 w 1685925"/>
                <a:gd name="connsiteY915" fmla="*/ 336613 h 809625"/>
                <a:gd name="connsiteX916" fmla="*/ 91630 w 1685925"/>
                <a:gd name="connsiteY916" fmla="*/ 336518 h 809625"/>
                <a:gd name="connsiteX917" fmla="*/ 93154 w 1685925"/>
                <a:gd name="connsiteY917" fmla="*/ 335947 h 809625"/>
                <a:gd name="connsiteX918" fmla="*/ 95155 w 1685925"/>
                <a:gd name="connsiteY918" fmla="*/ 335851 h 809625"/>
                <a:gd name="connsiteX919" fmla="*/ 96774 w 1685925"/>
                <a:gd name="connsiteY919" fmla="*/ 336709 h 809625"/>
                <a:gd name="connsiteX920" fmla="*/ 96964 w 1685925"/>
                <a:gd name="connsiteY920" fmla="*/ 338899 h 809625"/>
                <a:gd name="connsiteX921" fmla="*/ 96964 w 1685925"/>
                <a:gd name="connsiteY921" fmla="*/ 340138 h 809625"/>
                <a:gd name="connsiteX922" fmla="*/ 97346 w 1685925"/>
                <a:gd name="connsiteY922" fmla="*/ 341281 h 809625"/>
                <a:gd name="connsiteX923" fmla="*/ 98012 w 1685925"/>
                <a:gd name="connsiteY923" fmla="*/ 342043 h 809625"/>
                <a:gd name="connsiteX924" fmla="*/ 98965 w 1685925"/>
                <a:gd name="connsiteY924" fmla="*/ 342233 h 809625"/>
                <a:gd name="connsiteX925" fmla="*/ 99631 w 1685925"/>
                <a:gd name="connsiteY925" fmla="*/ 342709 h 809625"/>
                <a:gd name="connsiteX926" fmla="*/ 100108 w 1685925"/>
                <a:gd name="connsiteY926" fmla="*/ 343853 h 809625"/>
                <a:gd name="connsiteX927" fmla="*/ 100584 w 1685925"/>
                <a:gd name="connsiteY927" fmla="*/ 345186 h 809625"/>
                <a:gd name="connsiteX928" fmla="*/ 101155 w 1685925"/>
                <a:gd name="connsiteY928" fmla="*/ 346138 h 809625"/>
                <a:gd name="connsiteX929" fmla="*/ 102013 w 1685925"/>
                <a:gd name="connsiteY929" fmla="*/ 346615 h 809625"/>
                <a:gd name="connsiteX930" fmla="*/ 103918 w 1685925"/>
                <a:gd name="connsiteY930" fmla="*/ 346996 h 809625"/>
                <a:gd name="connsiteX931" fmla="*/ 104775 w 1685925"/>
                <a:gd name="connsiteY931" fmla="*/ 347853 h 809625"/>
                <a:gd name="connsiteX932" fmla="*/ 105156 w 1685925"/>
                <a:gd name="connsiteY932" fmla="*/ 348901 h 809625"/>
                <a:gd name="connsiteX933" fmla="*/ 105632 w 1685925"/>
                <a:gd name="connsiteY933" fmla="*/ 351187 h 809625"/>
                <a:gd name="connsiteX934" fmla="*/ 106204 w 1685925"/>
                <a:gd name="connsiteY934" fmla="*/ 352044 h 809625"/>
                <a:gd name="connsiteX935" fmla="*/ 107918 w 1685925"/>
                <a:gd name="connsiteY935" fmla="*/ 352520 h 809625"/>
                <a:gd name="connsiteX936" fmla="*/ 113443 w 1685925"/>
                <a:gd name="connsiteY936" fmla="*/ 352044 h 809625"/>
                <a:gd name="connsiteX937" fmla="*/ 115157 w 1685925"/>
                <a:gd name="connsiteY937" fmla="*/ 351473 h 809625"/>
                <a:gd name="connsiteX938" fmla="*/ 115824 w 1685925"/>
                <a:gd name="connsiteY938" fmla="*/ 350520 h 809625"/>
                <a:gd name="connsiteX939" fmla="*/ 116014 w 1685925"/>
                <a:gd name="connsiteY939" fmla="*/ 349472 h 809625"/>
                <a:gd name="connsiteX940" fmla="*/ 116110 w 1685925"/>
                <a:gd name="connsiteY940" fmla="*/ 348424 h 809625"/>
                <a:gd name="connsiteX941" fmla="*/ 116491 w 1685925"/>
                <a:gd name="connsiteY941" fmla="*/ 347472 h 809625"/>
                <a:gd name="connsiteX942" fmla="*/ 117348 w 1685925"/>
                <a:gd name="connsiteY942" fmla="*/ 346996 h 809625"/>
                <a:gd name="connsiteX943" fmla="*/ 119443 w 1685925"/>
                <a:gd name="connsiteY943" fmla="*/ 347663 h 809625"/>
                <a:gd name="connsiteX944" fmla="*/ 121634 w 1685925"/>
                <a:gd name="connsiteY944" fmla="*/ 347758 h 809625"/>
                <a:gd name="connsiteX945" fmla="*/ 122492 w 1685925"/>
                <a:gd name="connsiteY945" fmla="*/ 348615 h 809625"/>
                <a:gd name="connsiteX946" fmla="*/ 122682 w 1685925"/>
                <a:gd name="connsiteY946" fmla="*/ 350044 h 809625"/>
                <a:gd name="connsiteX947" fmla="*/ 122206 w 1685925"/>
                <a:gd name="connsiteY947" fmla="*/ 351663 h 809625"/>
                <a:gd name="connsiteX948" fmla="*/ 122015 w 1685925"/>
                <a:gd name="connsiteY948" fmla="*/ 353092 h 809625"/>
                <a:gd name="connsiteX949" fmla="*/ 122396 w 1685925"/>
                <a:gd name="connsiteY949" fmla="*/ 354806 h 809625"/>
                <a:gd name="connsiteX950" fmla="*/ 123063 w 1685925"/>
                <a:gd name="connsiteY950" fmla="*/ 356330 h 809625"/>
                <a:gd name="connsiteX951" fmla="*/ 123634 w 1685925"/>
                <a:gd name="connsiteY951" fmla="*/ 357378 h 809625"/>
                <a:gd name="connsiteX952" fmla="*/ 125635 w 1685925"/>
                <a:gd name="connsiteY952" fmla="*/ 359474 h 809625"/>
                <a:gd name="connsiteX953" fmla="*/ 127921 w 1685925"/>
                <a:gd name="connsiteY953" fmla="*/ 360998 h 809625"/>
                <a:gd name="connsiteX954" fmla="*/ 130397 w 1685925"/>
                <a:gd name="connsiteY954" fmla="*/ 362141 h 809625"/>
                <a:gd name="connsiteX955" fmla="*/ 135255 w 1685925"/>
                <a:gd name="connsiteY955" fmla="*/ 363474 h 809625"/>
                <a:gd name="connsiteX956" fmla="*/ 136303 w 1685925"/>
                <a:gd name="connsiteY956" fmla="*/ 364141 h 809625"/>
                <a:gd name="connsiteX957" fmla="*/ 137446 w 1685925"/>
                <a:gd name="connsiteY957" fmla="*/ 364998 h 809625"/>
                <a:gd name="connsiteX958" fmla="*/ 137731 w 1685925"/>
                <a:gd name="connsiteY958" fmla="*/ 365855 h 809625"/>
                <a:gd name="connsiteX959" fmla="*/ 137065 w 1685925"/>
                <a:gd name="connsiteY959" fmla="*/ 366713 h 809625"/>
                <a:gd name="connsiteX960" fmla="*/ 136588 w 1685925"/>
                <a:gd name="connsiteY960" fmla="*/ 367760 h 809625"/>
                <a:gd name="connsiteX961" fmla="*/ 137160 w 1685925"/>
                <a:gd name="connsiteY961" fmla="*/ 369380 h 809625"/>
                <a:gd name="connsiteX962" fmla="*/ 137827 w 1685925"/>
                <a:gd name="connsiteY962" fmla="*/ 370523 h 809625"/>
                <a:gd name="connsiteX963" fmla="*/ 139446 w 1685925"/>
                <a:gd name="connsiteY963" fmla="*/ 374332 h 809625"/>
                <a:gd name="connsiteX964" fmla="*/ 140113 w 1685925"/>
                <a:gd name="connsiteY964" fmla="*/ 375476 h 809625"/>
                <a:gd name="connsiteX965" fmla="*/ 141827 w 1685925"/>
                <a:gd name="connsiteY965" fmla="*/ 376809 h 809625"/>
                <a:gd name="connsiteX966" fmla="*/ 142589 w 1685925"/>
                <a:gd name="connsiteY966" fmla="*/ 377857 h 809625"/>
                <a:gd name="connsiteX967" fmla="*/ 142684 w 1685925"/>
                <a:gd name="connsiteY967" fmla="*/ 380238 h 809625"/>
                <a:gd name="connsiteX968" fmla="*/ 142589 w 1685925"/>
                <a:gd name="connsiteY968" fmla="*/ 382715 h 809625"/>
                <a:gd name="connsiteX969" fmla="*/ 142875 w 1685925"/>
                <a:gd name="connsiteY969" fmla="*/ 384810 h 809625"/>
                <a:gd name="connsiteX970" fmla="*/ 144304 w 1685925"/>
                <a:gd name="connsiteY970" fmla="*/ 385858 h 809625"/>
                <a:gd name="connsiteX971" fmla="*/ 144971 w 1685925"/>
                <a:gd name="connsiteY971" fmla="*/ 386810 h 809625"/>
                <a:gd name="connsiteX972" fmla="*/ 145161 w 1685925"/>
                <a:gd name="connsiteY972" fmla="*/ 388049 h 809625"/>
                <a:gd name="connsiteX973" fmla="*/ 144875 w 1685925"/>
                <a:gd name="connsiteY973" fmla="*/ 389382 h 809625"/>
                <a:gd name="connsiteX974" fmla="*/ 144304 w 1685925"/>
                <a:gd name="connsiteY974" fmla="*/ 390525 h 809625"/>
                <a:gd name="connsiteX975" fmla="*/ 144018 w 1685925"/>
                <a:gd name="connsiteY975" fmla="*/ 391097 h 809625"/>
                <a:gd name="connsiteX976" fmla="*/ 143827 w 1685925"/>
                <a:gd name="connsiteY976" fmla="*/ 391573 h 809625"/>
                <a:gd name="connsiteX977" fmla="*/ 144018 w 1685925"/>
                <a:gd name="connsiteY977" fmla="*/ 392144 h 809625"/>
                <a:gd name="connsiteX978" fmla="*/ 156781 w 1685925"/>
                <a:gd name="connsiteY978" fmla="*/ 414909 h 809625"/>
                <a:gd name="connsiteX979" fmla="*/ 158401 w 1685925"/>
                <a:gd name="connsiteY979" fmla="*/ 416624 h 809625"/>
                <a:gd name="connsiteX980" fmla="*/ 160496 w 1685925"/>
                <a:gd name="connsiteY980" fmla="*/ 417100 h 809625"/>
                <a:gd name="connsiteX981" fmla="*/ 161734 w 1685925"/>
                <a:gd name="connsiteY981" fmla="*/ 417100 h 809625"/>
                <a:gd name="connsiteX982" fmla="*/ 162973 w 1685925"/>
                <a:gd name="connsiteY982" fmla="*/ 417386 h 809625"/>
                <a:gd name="connsiteX983" fmla="*/ 164021 w 1685925"/>
                <a:gd name="connsiteY983" fmla="*/ 418148 h 809625"/>
                <a:gd name="connsiteX984" fmla="*/ 165163 w 1685925"/>
                <a:gd name="connsiteY984" fmla="*/ 419100 h 809625"/>
                <a:gd name="connsiteX985" fmla="*/ 165925 w 1685925"/>
                <a:gd name="connsiteY985" fmla="*/ 420338 h 809625"/>
                <a:gd name="connsiteX986" fmla="*/ 166402 w 1685925"/>
                <a:gd name="connsiteY986" fmla="*/ 421576 h 809625"/>
                <a:gd name="connsiteX987" fmla="*/ 166783 w 1685925"/>
                <a:gd name="connsiteY987" fmla="*/ 422910 h 809625"/>
                <a:gd name="connsiteX988" fmla="*/ 167259 w 1685925"/>
                <a:gd name="connsiteY988" fmla="*/ 424339 h 809625"/>
                <a:gd name="connsiteX989" fmla="*/ 167640 w 1685925"/>
                <a:gd name="connsiteY989" fmla="*/ 424815 h 809625"/>
                <a:gd name="connsiteX990" fmla="*/ 168116 w 1685925"/>
                <a:gd name="connsiteY990" fmla="*/ 425196 h 809625"/>
                <a:gd name="connsiteX991" fmla="*/ 168402 w 1685925"/>
                <a:gd name="connsiteY991" fmla="*/ 425672 h 809625"/>
                <a:gd name="connsiteX992" fmla="*/ 168688 w 1685925"/>
                <a:gd name="connsiteY992" fmla="*/ 426434 h 809625"/>
                <a:gd name="connsiteX993" fmla="*/ 168497 w 1685925"/>
                <a:gd name="connsiteY993" fmla="*/ 427101 h 809625"/>
                <a:gd name="connsiteX994" fmla="*/ 167926 w 1685925"/>
                <a:gd name="connsiteY994" fmla="*/ 428244 h 809625"/>
                <a:gd name="connsiteX995" fmla="*/ 167735 w 1685925"/>
                <a:gd name="connsiteY995" fmla="*/ 428816 h 809625"/>
                <a:gd name="connsiteX996" fmla="*/ 168021 w 1685925"/>
                <a:gd name="connsiteY996" fmla="*/ 430435 h 809625"/>
                <a:gd name="connsiteX997" fmla="*/ 168783 w 1685925"/>
                <a:gd name="connsiteY997" fmla="*/ 431482 h 809625"/>
                <a:gd name="connsiteX998" fmla="*/ 170688 w 1685925"/>
                <a:gd name="connsiteY998" fmla="*/ 433388 h 809625"/>
                <a:gd name="connsiteX999" fmla="*/ 172212 w 1685925"/>
                <a:gd name="connsiteY999" fmla="*/ 435959 h 809625"/>
                <a:gd name="connsiteX1000" fmla="*/ 172784 w 1685925"/>
                <a:gd name="connsiteY1000" fmla="*/ 438817 h 809625"/>
                <a:gd name="connsiteX1001" fmla="*/ 172784 w 1685925"/>
                <a:gd name="connsiteY1001" fmla="*/ 439865 h 809625"/>
                <a:gd name="connsiteX1002" fmla="*/ 172593 w 1685925"/>
                <a:gd name="connsiteY1002" fmla="*/ 441960 h 809625"/>
                <a:gd name="connsiteX1003" fmla="*/ 171926 w 1685925"/>
                <a:gd name="connsiteY1003" fmla="*/ 445199 h 809625"/>
                <a:gd name="connsiteX1004" fmla="*/ 171736 w 1685925"/>
                <a:gd name="connsiteY1004" fmla="*/ 447103 h 809625"/>
                <a:gd name="connsiteX1005" fmla="*/ 172593 w 1685925"/>
                <a:gd name="connsiteY1005" fmla="*/ 447866 h 809625"/>
                <a:gd name="connsiteX1006" fmla="*/ 173736 w 1685925"/>
                <a:gd name="connsiteY1006" fmla="*/ 448247 h 809625"/>
                <a:gd name="connsiteX1007" fmla="*/ 174498 w 1685925"/>
                <a:gd name="connsiteY1007" fmla="*/ 449294 h 809625"/>
                <a:gd name="connsiteX1008" fmla="*/ 174403 w 1685925"/>
                <a:gd name="connsiteY1008" fmla="*/ 450437 h 809625"/>
                <a:gd name="connsiteX1009" fmla="*/ 173831 w 1685925"/>
                <a:gd name="connsiteY1009" fmla="*/ 452152 h 809625"/>
                <a:gd name="connsiteX1010" fmla="*/ 172688 w 1685925"/>
                <a:gd name="connsiteY1010" fmla="*/ 454914 h 809625"/>
                <a:gd name="connsiteX1011" fmla="*/ 172021 w 1685925"/>
                <a:gd name="connsiteY1011" fmla="*/ 456248 h 809625"/>
                <a:gd name="connsiteX1012" fmla="*/ 171259 w 1685925"/>
                <a:gd name="connsiteY1012" fmla="*/ 459296 h 809625"/>
                <a:gd name="connsiteX1013" fmla="*/ 170688 w 1685925"/>
                <a:gd name="connsiteY1013" fmla="*/ 460724 h 809625"/>
                <a:gd name="connsiteX1014" fmla="*/ 168592 w 1685925"/>
                <a:gd name="connsiteY1014" fmla="*/ 466249 h 809625"/>
                <a:gd name="connsiteX1015" fmla="*/ 167068 w 1685925"/>
                <a:gd name="connsiteY1015" fmla="*/ 468249 h 809625"/>
                <a:gd name="connsiteX1016" fmla="*/ 166497 w 1685925"/>
                <a:gd name="connsiteY1016" fmla="*/ 469487 h 809625"/>
                <a:gd name="connsiteX1017" fmla="*/ 166688 w 1685925"/>
                <a:gd name="connsiteY1017" fmla="*/ 471011 h 809625"/>
                <a:gd name="connsiteX1018" fmla="*/ 169259 w 1685925"/>
                <a:gd name="connsiteY1018" fmla="*/ 479584 h 809625"/>
                <a:gd name="connsiteX1019" fmla="*/ 170688 w 1685925"/>
                <a:gd name="connsiteY1019" fmla="*/ 481679 h 809625"/>
                <a:gd name="connsiteX1020" fmla="*/ 171736 w 1685925"/>
                <a:gd name="connsiteY1020" fmla="*/ 483775 h 809625"/>
                <a:gd name="connsiteX1021" fmla="*/ 172307 w 1685925"/>
                <a:gd name="connsiteY1021" fmla="*/ 487204 h 809625"/>
                <a:gd name="connsiteX1022" fmla="*/ 172117 w 1685925"/>
                <a:gd name="connsiteY1022" fmla="*/ 490728 h 809625"/>
                <a:gd name="connsiteX1023" fmla="*/ 171259 w 1685925"/>
                <a:gd name="connsiteY1023" fmla="*/ 492824 h 809625"/>
                <a:gd name="connsiteX1024" fmla="*/ 170688 w 1685925"/>
                <a:gd name="connsiteY1024" fmla="*/ 493300 h 809625"/>
                <a:gd name="connsiteX1025" fmla="*/ 167735 w 1685925"/>
                <a:gd name="connsiteY1025" fmla="*/ 496157 h 809625"/>
                <a:gd name="connsiteX1026" fmla="*/ 156781 w 1685925"/>
                <a:gd name="connsiteY1026" fmla="*/ 511016 h 809625"/>
                <a:gd name="connsiteX1027" fmla="*/ 156020 w 1685925"/>
                <a:gd name="connsiteY1027" fmla="*/ 512731 h 809625"/>
                <a:gd name="connsiteX1028" fmla="*/ 153638 w 1685925"/>
                <a:gd name="connsiteY1028" fmla="*/ 530447 h 809625"/>
                <a:gd name="connsiteX1029" fmla="*/ 154686 w 1685925"/>
                <a:gd name="connsiteY1029" fmla="*/ 531781 h 809625"/>
                <a:gd name="connsiteX1030" fmla="*/ 158210 w 1685925"/>
                <a:gd name="connsiteY1030" fmla="*/ 534353 h 809625"/>
                <a:gd name="connsiteX1031" fmla="*/ 158972 w 1685925"/>
                <a:gd name="connsiteY1031" fmla="*/ 535876 h 809625"/>
                <a:gd name="connsiteX1032" fmla="*/ 159449 w 1685925"/>
                <a:gd name="connsiteY1032" fmla="*/ 538067 h 809625"/>
                <a:gd name="connsiteX1033" fmla="*/ 160306 w 1685925"/>
                <a:gd name="connsiteY1033" fmla="*/ 540068 h 809625"/>
                <a:gd name="connsiteX1034" fmla="*/ 160972 w 1685925"/>
                <a:gd name="connsiteY1034" fmla="*/ 542068 h 809625"/>
                <a:gd name="connsiteX1035" fmla="*/ 160972 w 1685925"/>
                <a:gd name="connsiteY1035" fmla="*/ 544640 h 809625"/>
                <a:gd name="connsiteX1036" fmla="*/ 161258 w 1685925"/>
                <a:gd name="connsiteY1036" fmla="*/ 545497 h 809625"/>
                <a:gd name="connsiteX1037" fmla="*/ 163449 w 1685925"/>
                <a:gd name="connsiteY1037" fmla="*/ 546449 h 809625"/>
                <a:gd name="connsiteX1038" fmla="*/ 164306 w 1685925"/>
                <a:gd name="connsiteY1038" fmla="*/ 547116 h 809625"/>
                <a:gd name="connsiteX1039" fmla="*/ 164973 w 1685925"/>
                <a:gd name="connsiteY1039" fmla="*/ 548354 h 809625"/>
                <a:gd name="connsiteX1040" fmla="*/ 164878 w 1685925"/>
                <a:gd name="connsiteY1040" fmla="*/ 549212 h 809625"/>
                <a:gd name="connsiteX1041" fmla="*/ 164592 w 1685925"/>
                <a:gd name="connsiteY1041" fmla="*/ 550069 h 809625"/>
                <a:gd name="connsiteX1042" fmla="*/ 164497 w 1685925"/>
                <a:gd name="connsiteY1042" fmla="*/ 551307 h 809625"/>
                <a:gd name="connsiteX1043" fmla="*/ 165354 w 1685925"/>
                <a:gd name="connsiteY1043" fmla="*/ 553403 h 809625"/>
                <a:gd name="connsiteX1044" fmla="*/ 166973 w 1685925"/>
                <a:gd name="connsiteY1044" fmla="*/ 553403 h 809625"/>
                <a:gd name="connsiteX1045" fmla="*/ 170688 w 1685925"/>
                <a:gd name="connsiteY1045" fmla="*/ 551307 h 809625"/>
                <a:gd name="connsiteX1046" fmla="*/ 172593 w 1685925"/>
                <a:gd name="connsiteY1046" fmla="*/ 550926 h 809625"/>
                <a:gd name="connsiteX1047" fmla="*/ 174974 w 1685925"/>
                <a:gd name="connsiteY1047" fmla="*/ 551117 h 809625"/>
                <a:gd name="connsiteX1048" fmla="*/ 177355 w 1685925"/>
                <a:gd name="connsiteY1048" fmla="*/ 551593 h 809625"/>
                <a:gd name="connsiteX1049" fmla="*/ 179070 w 1685925"/>
                <a:gd name="connsiteY1049" fmla="*/ 552545 h 809625"/>
                <a:gd name="connsiteX1050" fmla="*/ 179737 w 1685925"/>
                <a:gd name="connsiteY1050" fmla="*/ 553307 h 809625"/>
                <a:gd name="connsiteX1051" fmla="*/ 180975 w 1685925"/>
                <a:gd name="connsiteY1051" fmla="*/ 555117 h 809625"/>
                <a:gd name="connsiteX1052" fmla="*/ 181737 w 1685925"/>
                <a:gd name="connsiteY1052" fmla="*/ 555784 h 809625"/>
                <a:gd name="connsiteX1053" fmla="*/ 185071 w 1685925"/>
                <a:gd name="connsiteY1053" fmla="*/ 557594 h 809625"/>
                <a:gd name="connsiteX1054" fmla="*/ 190214 w 1685925"/>
                <a:gd name="connsiteY1054" fmla="*/ 558832 h 809625"/>
                <a:gd name="connsiteX1055" fmla="*/ 191262 w 1685925"/>
                <a:gd name="connsiteY1055" fmla="*/ 558737 h 809625"/>
                <a:gd name="connsiteX1056" fmla="*/ 192214 w 1685925"/>
                <a:gd name="connsiteY1056" fmla="*/ 558070 h 809625"/>
                <a:gd name="connsiteX1057" fmla="*/ 193072 w 1685925"/>
                <a:gd name="connsiteY1057" fmla="*/ 557117 h 809625"/>
                <a:gd name="connsiteX1058" fmla="*/ 193929 w 1685925"/>
                <a:gd name="connsiteY1058" fmla="*/ 556451 h 809625"/>
                <a:gd name="connsiteX1059" fmla="*/ 195072 w 1685925"/>
                <a:gd name="connsiteY1059" fmla="*/ 556355 h 809625"/>
                <a:gd name="connsiteX1060" fmla="*/ 196025 w 1685925"/>
                <a:gd name="connsiteY1060" fmla="*/ 557022 h 809625"/>
                <a:gd name="connsiteX1061" fmla="*/ 199454 w 1685925"/>
                <a:gd name="connsiteY1061" fmla="*/ 561499 h 809625"/>
                <a:gd name="connsiteX1062" fmla="*/ 200120 w 1685925"/>
                <a:gd name="connsiteY1062" fmla="*/ 561975 h 809625"/>
                <a:gd name="connsiteX1063" fmla="*/ 200596 w 1685925"/>
                <a:gd name="connsiteY1063" fmla="*/ 561880 h 809625"/>
                <a:gd name="connsiteX1064" fmla="*/ 201073 w 1685925"/>
                <a:gd name="connsiteY1064" fmla="*/ 561689 h 809625"/>
                <a:gd name="connsiteX1065" fmla="*/ 201739 w 1685925"/>
                <a:gd name="connsiteY1065" fmla="*/ 561499 h 809625"/>
                <a:gd name="connsiteX1066" fmla="*/ 206883 w 1685925"/>
                <a:gd name="connsiteY1066" fmla="*/ 562832 h 809625"/>
                <a:gd name="connsiteX1067" fmla="*/ 208026 w 1685925"/>
                <a:gd name="connsiteY1067" fmla="*/ 562737 h 809625"/>
                <a:gd name="connsiteX1068" fmla="*/ 210121 w 1685925"/>
                <a:gd name="connsiteY1068" fmla="*/ 561975 h 809625"/>
                <a:gd name="connsiteX1069" fmla="*/ 211360 w 1685925"/>
                <a:gd name="connsiteY1069" fmla="*/ 561880 h 809625"/>
                <a:gd name="connsiteX1070" fmla="*/ 220409 w 1685925"/>
                <a:gd name="connsiteY1070" fmla="*/ 562356 h 809625"/>
                <a:gd name="connsiteX1071" fmla="*/ 223361 w 1685925"/>
                <a:gd name="connsiteY1071" fmla="*/ 561785 h 809625"/>
                <a:gd name="connsiteX1072" fmla="*/ 225171 w 1685925"/>
                <a:gd name="connsiteY1072" fmla="*/ 561594 h 809625"/>
                <a:gd name="connsiteX1073" fmla="*/ 226981 w 1685925"/>
                <a:gd name="connsiteY1073" fmla="*/ 561689 h 809625"/>
                <a:gd name="connsiteX1074" fmla="*/ 228695 w 1685925"/>
                <a:gd name="connsiteY1074" fmla="*/ 562166 h 809625"/>
                <a:gd name="connsiteX1075" fmla="*/ 230410 w 1685925"/>
                <a:gd name="connsiteY1075" fmla="*/ 562928 h 809625"/>
                <a:gd name="connsiteX1076" fmla="*/ 234887 w 1685925"/>
                <a:gd name="connsiteY1076" fmla="*/ 566166 h 809625"/>
                <a:gd name="connsiteX1077" fmla="*/ 236220 w 1685925"/>
                <a:gd name="connsiteY1077" fmla="*/ 566547 h 809625"/>
                <a:gd name="connsiteX1078" fmla="*/ 238792 w 1685925"/>
                <a:gd name="connsiteY1078" fmla="*/ 565785 h 809625"/>
                <a:gd name="connsiteX1079" fmla="*/ 239744 w 1685925"/>
                <a:gd name="connsiteY1079" fmla="*/ 565785 h 809625"/>
                <a:gd name="connsiteX1080" fmla="*/ 242125 w 1685925"/>
                <a:gd name="connsiteY1080" fmla="*/ 566642 h 809625"/>
                <a:gd name="connsiteX1081" fmla="*/ 242983 w 1685925"/>
                <a:gd name="connsiteY1081" fmla="*/ 566738 h 809625"/>
                <a:gd name="connsiteX1082" fmla="*/ 245554 w 1685925"/>
                <a:gd name="connsiteY1082" fmla="*/ 566261 h 809625"/>
                <a:gd name="connsiteX1083" fmla="*/ 246507 w 1685925"/>
                <a:gd name="connsiteY1083" fmla="*/ 566452 h 809625"/>
                <a:gd name="connsiteX1084" fmla="*/ 248888 w 1685925"/>
                <a:gd name="connsiteY1084" fmla="*/ 567404 h 809625"/>
                <a:gd name="connsiteX1085" fmla="*/ 249746 w 1685925"/>
                <a:gd name="connsiteY1085" fmla="*/ 567404 h 809625"/>
                <a:gd name="connsiteX1086" fmla="*/ 254794 w 1685925"/>
                <a:gd name="connsiteY1086" fmla="*/ 566261 h 809625"/>
                <a:gd name="connsiteX1087" fmla="*/ 258318 w 1685925"/>
                <a:gd name="connsiteY1087" fmla="*/ 566071 h 809625"/>
                <a:gd name="connsiteX1088" fmla="*/ 264319 w 1685925"/>
                <a:gd name="connsiteY1088" fmla="*/ 564451 h 809625"/>
                <a:gd name="connsiteX1089" fmla="*/ 266795 w 1685925"/>
                <a:gd name="connsiteY1089" fmla="*/ 564833 h 809625"/>
                <a:gd name="connsiteX1090" fmla="*/ 267557 w 1685925"/>
                <a:gd name="connsiteY1090" fmla="*/ 564737 h 809625"/>
                <a:gd name="connsiteX1091" fmla="*/ 269367 w 1685925"/>
                <a:gd name="connsiteY1091" fmla="*/ 564356 h 809625"/>
                <a:gd name="connsiteX1092" fmla="*/ 270034 w 1685925"/>
                <a:gd name="connsiteY1092" fmla="*/ 564451 h 809625"/>
                <a:gd name="connsiteX1093" fmla="*/ 272986 w 1685925"/>
                <a:gd name="connsiteY1093" fmla="*/ 566166 h 809625"/>
                <a:gd name="connsiteX1094" fmla="*/ 274415 w 1685925"/>
                <a:gd name="connsiteY1094" fmla="*/ 566833 h 809625"/>
                <a:gd name="connsiteX1095" fmla="*/ 276034 w 1685925"/>
                <a:gd name="connsiteY1095" fmla="*/ 566928 h 809625"/>
                <a:gd name="connsiteX1096" fmla="*/ 277082 w 1685925"/>
                <a:gd name="connsiteY1096" fmla="*/ 566642 h 809625"/>
                <a:gd name="connsiteX1097" fmla="*/ 278130 w 1685925"/>
                <a:gd name="connsiteY1097" fmla="*/ 566547 h 809625"/>
                <a:gd name="connsiteX1098" fmla="*/ 279083 w 1685925"/>
                <a:gd name="connsiteY1098" fmla="*/ 566738 h 809625"/>
                <a:gd name="connsiteX1099" fmla="*/ 280130 w 1685925"/>
                <a:gd name="connsiteY1099" fmla="*/ 567023 h 809625"/>
                <a:gd name="connsiteX1100" fmla="*/ 281368 w 1685925"/>
                <a:gd name="connsiteY1100" fmla="*/ 566833 h 809625"/>
                <a:gd name="connsiteX1101" fmla="*/ 284702 w 1685925"/>
                <a:gd name="connsiteY1101" fmla="*/ 566547 h 809625"/>
                <a:gd name="connsiteX1102" fmla="*/ 286131 w 1685925"/>
                <a:gd name="connsiteY1102" fmla="*/ 566738 h 809625"/>
                <a:gd name="connsiteX1103" fmla="*/ 290227 w 1685925"/>
                <a:gd name="connsiteY1103" fmla="*/ 568643 h 809625"/>
                <a:gd name="connsiteX1104" fmla="*/ 291560 w 1685925"/>
                <a:gd name="connsiteY1104" fmla="*/ 568738 h 809625"/>
                <a:gd name="connsiteX1105" fmla="*/ 294037 w 1685925"/>
                <a:gd name="connsiteY1105" fmla="*/ 568357 h 809625"/>
                <a:gd name="connsiteX1106" fmla="*/ 295275 w 1685925"/>
                <a:gd name="connsiteY1106" fmla="*/ 568357 h 809625"/>
                <a:gd name="connsiteX1107" fmla="*/ 296418 w 1685925"/>
                <a:gd name="connsiteY1107" fmla="*/ 568833 h 809625"/>
                <a:gd name="connsiteX1108" fmla="*/ 298418 w 1685925"/>
                <a:gd name="connsiteY1108" fmla="*/ 570167 h 809625"/>
                <a:gd name="connsiteX1109" fmla="*/ 299561 w 1685925"/>
                <a:gd name="connsiteY1109" fmla="*/ 570643 h 809625"/>
                <a:gd name="connsiteX1110" fmla="*/ 304991 w 1685925"/>
                <a:gd name="connsiteY1110" fmla="*/ 570929 h 809625"/>
                <a:gd name="connsiteX1111" fmla="*/ 313658 w 1685925"/>
                <a:gd name="connsiteY1111" fmla="*/ 575310 h 809625"/>
                <a:gd name="connsiteX1112" fmla="*/ 314992 w 1685925"/>
                <a:gd name="connsiteY1112" fmla="*/ 576548 h 809625"/>
                <a:gd name="connsiteX1113" fmla="*/ 323469 w 1685925"/>
                <a:gd name="connsiteY1113" fmla="*/ 588455 h 809625"/>
                <a:gd name="connsiteX1114" fmla="*/ 326231 w 1685925"/>
                <a:gd name="connsiteY1114" fmla="*/ 591503 h 809625"/>
                <a:gd name="connsiteX1115" fmla="*/ 328708 w 1685925"/>
                <a:gd name="connsiteY1115" fmla="*/ 592455 h 809625"/>
                <a:gd name="connsiteX1116" fmla="*/ 333089 w 1685925"/>
                <a:gd name="connsiteY1116" fmla="*/ 593122 h 809625"/>
                <a:gd name="connsiteX1117" fmla="*/ 335470 w 1685925"/>
                <a:gd name="connsiteY1117" fmla="*/ 593026 h 809625"/>
                <a:gd name="connsiteX1118" fmla="*/ 337852 w 1685925"/>
                <a:gd name="connsiteY1118" fmla="*/ 591884 h 809625"/>
                <a:gd name="connsiteX1119" fmla="*/ 338709 w 1685925"/>
                <a:gd name="connsiteY1119" fmla="*/ 591979 h 809625"/>
                <a:gd name="connsiteX1120" fmla="*/ 339661 w 1685925"/>
                <a:gd name="connsiteY1120" fmla="*/ 592360 h 809625"/>
                <a:gd name="connsiteX1121" fmla="*/ 340328 w 1685925"/>
                <a:gd name="connsiteY1121" fmla="*/ 592836 h 809625"/>
                <a:gd name="connsiteX1122" fmla="*/ 344710 w 1685925"/>
                <a:gd name="connsiteY1122" fmla="*/ 597599 h 809625"/>
                <a:gd name="connsiteX1123" fmla="*/ 345567 w 1685925"/>
                <a:gd name="connsiteY1123" fmla="*/ 598932 h 809625"/>
                <a:gd name="connsiteX1124" fmla="*/ 346996 w 1685925"/>
                <a:gd name="connsiteY1124" fmla="*/ 602171 h 809625"/>
                <a:gd name="connsiteX1125" fmla="*/ 347853 w 1685925"/>
                <a:gd name="connsiteY1125" fmla="*/ 603314 h 809625"/>
                <a:gd name="connsiteX1126" fmla="*/ 349377 w 1685925"/>
                <a:gd name="connsiteY1126" fmla="*/ 603885 h 809625"/>
                <a:gd name="connsiteX1127" fmla="*/ 352711 w 1685925"/>
                <a:gd name="connsiteY1127" fmla="*/ 603885 h 809625"/>
                <a:gd name="connsiteX1128" fmla="*/ 354330 w 1685925"/>
                <a:gd name="connsiteY1128" fmla="*/ 604742 h 809625"/>
                <a:gd name="connsiteX1129" fmla="*/ 360998 w 1685925"/>
                <a:gd name="connsiteY1129" fmla="*/ 608933 h 809625"/>
                <a:gd name="connsiteX1130" fmla="*/ 364617 w 1685925"/>
                <a:gd name="connsiteY1130" fmla="*/ 612362 h 809625"/>
                <a:gd name="connsiteX1131" fmla="*/ 365474 w 1685925"/>
                <a:gd name="connsiteY1131" fmla="*/ 613505 h 809625"/>
                <a:gd name="connsiteX1132" fmla="*/ 366046 w 1685925"/>
                <a:gd name="connsiteY1132" fmla="*/ 614744 h 809625"/>
                <a:gd name="connsiteX1133" fmla="*/ 366808 w 1685925"/>
                <a:gd name="connsiteY1133" fmla="*/ 615696 h 809625"/>
                <a:gd name="connsiteX1134" fmla="*/ 368046 w 1685925"/>
                <a:gd name="connsiteY1134" fmla="*/ 616268 h 809625"/>
                <a:gd name="connsiteX1135" fmla="*/ 377761 w 1685925"/>
                <a:gd name="connsiteY1135" fmla="*/ 619316 h 809625"/>
                <a:gd name="connsiteX1136" fmla="*/ 382429 w 1685925"/>
                <a:gd name="connsiteY1136" fmla="*/ 621887 h 809625"/>
                <a:gd name="connsiteX1137" fmla="*/ 384715 w 1685925"/>
                <a:gd name="connsiteY1137" fmla="*/ 622268 h 809625"/>
                <a:gd name="connsiteX1138" fmla="*/ 402717 w 1685925"/>
                <a:gd name="connsiteY1138" fmla="*/ 619887 h 809625"/>
                <a:gd name="connsiteX1139" fmla="*/ 403669 w 1685925"/>
                <a:gd name="connsiteY1139" fmla="*/ 620363 h 809625"/>
                <a:gd name="connsiteX1140" fmla="*/ 403193 w 1685925"/>
                <a:gd name="connsiteY1140" fmla="*/ 621792 h 809625"/>
                <a:gd name="connsiteX1141" fmla="*/ 401669 w 1685925"/>
                <a:gd name="connsiteY1141" fmla="*/ 623888 h 809625"/>
                <a:gd name="connsiteX1142" fmla="*/ 401002 w 1685925"/>
                <a:gd name="connsiteY1142" fmla="*/ 625126 h 809625"/>
                <a:gd name="connsiteX1143" fmla="*/ 400622 w 1685925"/>
                <a:gd name="connsiteY1143" fmla="*/ 627126 h 809625"/>
                <a:gd name="connsiteX1144" fmla="*/ 399955 w 1685925"/>
                <a:gd name="connsiteY1144" fmla="*/ 628555 h 809625"/>
                <a:gd name="connsiteX1145" fmla="*/ 399764 w 1685925"/>
                <a:gd name="connsiteY1145" fmla="*/ 629317 h 809625"/>
                <a:gd name="connsiteX1146" fmla="*/ 399669 w 1685925"/>
                <a:gd name="connsiteY1146" fmla="*/ 630079 h 809625"/>
                <a:gd name="connsiteX1147" fmla="*/ 400050 w 1685925"/>
                <a:gd name="connsiteY1147" fmla="*/ 633698 h 809625"/>
                <a:gd name="connsiteX1148" fmla="*/ 399478 w 1685925"/>
                <a:gd name="connsiteY1148" fmla="*/ 637889 h 809625"/>
                <a:gd name="connsiteX1149" fmla="*/ 399574 w 1685925"/>
                <a:gd name="connsiteY1149" fmla="*/ 639604 h 809625"/>
                <a:gd name="connsiteX1150" fmla="*/ 399955 w 1685925"/>
                <a:gd name="connsiteY1150" fmla="*/ 640366 h 809625"/>
                <a:gd name="connsiteX1151" fmla="*/ 405003 w 1685925"/>
                <a:gd name="connsiteY1151" fmla="*/ 641699 h 809625"/>
                <a:gd name="connsiteX1152" fmla="*/ 407765 w 1685925"/>
                <a:gd name="connsiteY1152" fmla="*/ 641890 h 809625"/>
                <a:gd name="connsiteX1153" fmla="*/ 409575 w 1685925"/>
                <a:gd name="connsiteY1153" fmla="*/ 642366 h 809625"/>
                <a:gd name="connsiteX1154" fmla="*/ 410909 w 1685925"/>
                <a:gd name="connsiteY1154" fmla="*/ 643985 h 809625"/>
                <a:gd name="connsiteX1155" fmla="*/ 413766 w 1685925"/>
                <a:gd name="connsiteY1155" fmla="*/ 650367 h 809625"/>
                <a:gd name="connsiteX1156" fmla="*/ 419195 w 1685925"/>
                <a:gd name="connsiteY1156" fmla="*/ 667798 h 809625"/>
                <a:gd name="connsiteX1157" fmla="*/ 426625 w 1685925"/>
                <a:gd name="connsiteY1157" fmla="*/ 683800 h 809625"/>
                <a:gd name="connsiteX1158" fmla="*/ 427101 w 1685925"/>
                <a:gd name="connsiteY1158" fmla="*/ 686467 h 809625"/>
                <a:gd name="connsiteX1159" fmla="*/ 427292 w 1685925"/>
                <a:gd name="connsiteY1159" fmla="*/ 689801 h 809625"/>
                <a:gd name="connsiteX1160" fmla="*/ 427768 w 1685925"/>
                <a:gd name="connsiteY1160" fmla="*/ 692753 h 809625"/>
                <a:gd name="connsiteX1161" fmla="*/ 428816 w 1685925"/>
                <a:gd name="connsiteY1161" fmla="*/ 695516 h 809625"/>
                <a:gd name="connsiteX1162" fmla="*/ 430625 w 1685925"/>
                <a:gd name="connsiteY1162" fmla="*/ 697801 h 809625"/>
                <a:gd name="connsiteX1163" fmla="*/ 450914 w 1685925"/>
                <a:gd name="connsiteY1163" fmla="*/ 718090 h 809625"/>
                <a:gd name="connsiteX1164" fmla="*/ 452247 w 1685925"/>
                <a:gd name="connsiteY1164" fmla="*/ 719709 h 809625"/>
                <a:gd name="connsiteX1165" fmla="*/ 452818 w 1685925"/>
                <a:gd name="connsiteY1165" fmla="*/ 721138 h 809625"/>
                <a:gd name="connsiteX1166" fmla="*/ 453200 w 1685925"/>
                <a:gd name="connsiteY1166" fmla="*/ 722852 h 809625"/>
                <a:gd name="connsiteX1167" fmla="*/ 453866 w 1685925"/>
                <a:gd name="connsiteY1167" fmla="*/ 731806 h 809625"/>
                <a:gd name="connsiteX1168" fmla="*/ 454247 w 1685925"/>
                <a:gd name="connsiteY1168" fmla="*/ 732949 h 809625"/>
                <a:gd name="connsiteX1169" fmla="*/ 454724 w 1685925"/>
                <a:gd name="connsiteY1169" fmla="*/ 733139 h 809625"/>
                <a:gd name="connsiteX1170" fmla="*/ 455390 w 1685925"/>
                <a:gd name="connsiteY1170" fmla="*/ 733235 h 809625"/>
                <a:gd name="connsiteX1171" fmla="*/ 460439 w 1685925"/>
                <a:gd name="connsiteY1171" fmla="*/ 732473 h 809625"/>
                <a:gd name="connsiteX1172" fmla="*/ 479298 w 1685925"/>
                <a:gd name="connsiteY1172" fmla="*/ 730472 h 809625"/>
                <a:gd name="connsiteX1173" fmla="*/ 498158 w 1685925"/>
                <a:gd name="connsiteY1173" fmla="*/ 728472 h 809625"/>
                <a:gd name="connsiteX1174" fmla="*/ 498253 w 1685925"/>
                <a:gd name="connsiteY1174" fmla="*/ 728472 h 809625"/>
                <a:gd name="connsiteX1175" fmla="*/ 515588 w 1685925"/>
                <a:gd name="connsiteY1175" fmla="*/ 730758 h 809625"/>
                <a:gd name="connsiteX1176" fmla="*/ 532828 w 1685925"/>
                <a:gd name="connsiteY1176" fmla="*/ 733139 h 809625"/>
                <a:gd name="connsiteX1177" fmla="*/ 554260 w 1685925"/>
                <a:gd name="connsiteY1177" fmla="*/ 735901 h 809625"/>
                <a:gd name="connsiteX1178" fmla="*/ 575691 w 1685925"/>
                <a:gd name="connsiteY1178" fmla="*/ 738759 h 809625"/>
                <a:gd name="connsiteX1179" fmla="*/ 597027 w 1685925"/>
                <a:gd name="connsiteY1179" fmla="*/ 741617 h 809625"/>
                <a:gd name="connsiteX1180" fmla="*/ 618458 w 1685925"/>
                <a:gd name="connsiteY1180" fmla="*/ 744474 h 809625"/>
                <a:gd name="connsiteX1181" fmla="*/ 626269 w 1685925"/>
                <a:gd name="connsiteY1181" fmla="*/ 742093 h 809625"/>
                <a:gd name="connsiteX1182" fmla="*/ 644652 w 1685925"/>
                <a:gd name="connsiteY1182" fmla="*/ 736473 h 809625"/>
                <a:gd name="connsiteX1183" fmla="*/ 647033 w 1685925"/>
                <a:gd name="connsiteY1183" fmla="*/ 736378 h 809625"/>
                <a:gd name="connsiteX1184" fmla="*/ 668179 w 1685925"/>
                <a:gd name="connsiteY1184" fmla="*/ 739902 h 809625"/>
                <a:gd name="connsiteX1185" fmla="*/ 689229 w 1685925"/>
                <a:gd name="connsiteY1185" fmla="*/ 743426 h 809625"/>
                <a:gd name="connsiteX1186" fmla="*/ 710375 w 1685925"/>
                <a:gd name="connsiteY1186" fmla="*/ 746855 h 809625"/>
                <a:gd name="connsiteX1187" fmla="*/ 720471 w 1685925"/>
                <a:gd name="connsiteY1187" fmla="*/ 745808 h 809625"/>
                <a:gd name="connsiteX1188" fmla="*/ 726472 w 1685925"/>
                <a:gd name="connsiteY1188" fmla="*/ 746379 h 809625"/>
                <a:gd name="connsiteX1189" fmla="*/ 732473 w 1685925"/>
                <a:gd name="connsiteY1189" fmla="*/ 747903 h 809625"/>
                <a:gd name="connsiteX1190" fmla="*/ 737616 w 1685925"/>
                <a:gd name="connsiteY1190" fmla="*/ 751808 h 809625"/>
                <a:gd name="connsiteX1191" fmla="*/ 745522 w 1685925"/>
                <a:gd name="connsiteY1191" fmla="*/ 764762 h 809625"/>
                <a:gd name="connsiteX1192" fmla="*/ 750189 w 1685925"/>
                <a:gd name="connsiteY1192" fmla="*/ 769715 h 809625"/>
                <a:gd name="connsiteX1193" fmla="*/ 753332 w 1685925"/>
                <a:gd name="connsiteY1193" fmla="*/ 771430 h 809625"/>
                <a:gd name="connsiteX1194" fmla="*/ 771620 w 1685925"/>
                <a:gd name="connsiteY1194" fmla="*/ 775621 h 809625"/>
                <a:gd name="connsiteX1195" fmla="*/ 789813 w 1685925"/>
                <a:gd name="connsiteY1195" fmla="*/ 779907 h 809625"/>
                <a:gd name="connsiteX1196" fmla="*/ 808101 w 1685925"/>
                <a:gd name="connsiteY1196" fmla="*/ 784098 h 809625"/>
                <a:gd name="connsiteX1197" fmla="*/ 809720 w 1685925"/>
                <a:gd name="connsiteY1197" fmla="*/ 784955 h 809625"/>
                <a:gd name="connsiteX1198" fmla="*/ 809720 w 1685925"/>
                <a:gd name="connsiteY1198" fmla="*/ 784955 h 809625"/>
                <a:gd name="connsiteX1199" fmla="*/ 809720 w 1685925"/>
                <a:gd name="connsiteY1199" fmla="*/ 784955 h 809625"/>
                <a:gd name="connsiteX1200" fmla="*/ 825151 w 1685925"/>
                <a:gd name="connsiteY1200" fmla="*/ 793147 h 809625"/>
                <a:gd name="connsiteX1201" fmla="*/ 840676 w 1685925"/>
                <a:gd name="connsiteY1201" fmla="*/ 801434 h 809625"/>
                <a:gd name="connsiteX1202" fmla="*/ 842201 w 1685925"/>
                <a:gd name="connsiteY1202" fmla="*/ 801719 h 809625"/>
                <a:gd name="connsiteX1203" fmla="*/ 862775 w 1685925"/>
                <a:gd name="connsiteY1203" fmla="*/ 797624 h 809625"/>
                <a:gd name="connsiteX1204" fmla="*/ 883253 w 1685925"/>
                <a:gd name="connsiteY1204" fmla="*/ 793623 h 809625"/>
                <a:gd name="connsiteX1205" fmla="*/ 883158 w 1685925"/>
                <a:gd name="connsiteY1205" fmla="*/ 808006 h 809625"/>
                <a:gd name="connsiteX1206" fmla="*/ 883539 w 1685925"/>
                <a:gd name="connsiteY1206" fmla="*/ 808673 h 809625"/>
                <a:gd name="connsiteX1207" fmla="*/ 888587 w 1685925"/>
                <a:gd name="connsiteY1207" fmla="*/ 809435 h 809625"/>
                <a:gd name="connsiteX1208" fmla="*/ 903923 w 1685925"/>
                <a:gd name="connsiteY1208" fmla="*/ 809435 h 809625"/>
                <a:gd name="connsiteX1209" fmla="*/ 905066 w 1685925"/>
                <a:gd name="connsiteY1209" fmla="*/ 809911 h 809625"/>
                <a:gd name="connsiteX1210" fmla="*/ 906209 w 1685925"/>
                <a:gd name="connsiteY1210" fmla="*/ 811054 h 809625"/>
                <a:gd name="connsiteX1211" fmla="*/ 908209 w 1685925"/>
                <a:gd name="connsiteY1211" fmla="*/ 813626 h 809625"/>
                <a:gd name="connsiteX1212" fmla="*/ 910400 w 1685925"/>
                <a:gd name="connsiteY1212" fmla="*/ 812864 h 809625"/>
                <a:gd name="connsiteX1213" fmla="*/ 920210 w 1685925"/>
                <a:gd name="connsiteY1213" fmla="*/ 802576 h 809625"/>
                <a:gd name="connsiteX1214" fmla="*/ 921068 w 1685925"/>
                <a:gd name="connsiteY1214" fmla="*/ 802196 h 809625"/>
                <a:gd name="connsiteX1215" fmla="*/ 924020 w 1685925"/>
                <a:gd name="connsiteY1215" fmla="*/ 801719 h 809625"/>
                <a:gd name="connsiteX1216" fmla="*/ 926783 w 1685925"/>
                <a:gd name="connsiteY1216" fmla="*/ 800195 h 809625"/>
                <a:gd name="connsiteX1217" fmla="*/ 927735 w 1685925"/>
                <a:gd name="connsiteY1217" fmla="*/ 799910 h 809625"/>
                <a:gd name="connsiteX1218" fmla="*/ 928497 w 1685925"/>
                <a:gd name="connsiteY1218" fmla="*/ 799529 h 809625"/>
                <a:gd name="connsiteX1219" fmla="*/ 930783 w 1685925"/>
                <a:gd name="connsiteY1219" fmla="*/ 797719 h 809625"/>
                <a:gd name="connsiteX1220" fmla="*/ 934498 w 1685925"/>
                <a:gd name="connsiteY1220" fmla="*/ 795719 h 809625"/>
                <a:gd name="connsiteX1221" fmla="*/ 955358 w 1685925"/>
                <a:gd name="connsiteY1221" fmla="*/ 784955 h 809625"/>
                <a:gd name="connsiteX1222" fmla="*/ 979075 w 1685925"/>
                <a:gd name="connsiteY1222" fmla="*/ 774573 h 809625"/>
                <a:gd name="connsiteX1223" fmla="*/ 1002697 w 1685925"/>
                <a:gd name="connsiteY1223" fmla="*/ 764191 h 809625"/>
                <a:gd name="connsiteX1224" fmla="*/ 1025271 w 1685925"/>
                <a:gd name="connsiteY1224" fmla="*/ 760571 h 809625"/>
                <a:gd name="connsiteX1225" fmla="*/ 1047750 w 1685925"/>
                <a:gd name="connsiteY1225" fmla="*/ 756952 h 809625"/>
                <a:gd name="connsiteX1226" fmla="*/ 1070229 w 1685925"/>
                <a:gd name="connsiteY1226" fmla="*/ 753332 h 809625"/>
                <a:gd name="connsiteX1227" fmla="*/ 1076992 w 1685925"/>
                <a:gd name="connsiteY1227" fmla="*/ 752285 h 809625"/>
                <a:gd name="connsiteX1228" fmla="*/ 1080040 w 1685925"/>
                <a:gd name="connsiteY1228" fmla="*/ 752570 h 809625"/>
                <a:gd name="connsiteX1229" fmla="*/ 1084517 w 1685925"/>
                <a:gd name="connsiteY1229" fmla="*/ 753809 h 809625"/>
                <a:gd name="connsiteX1230" fmla="*/ 1095947 w 1685925"/>
                <a:gd name="connsiteY1230" fmla="*/ 753618 h 809625"/>
                <a:gd name="connsiteX1231" fmla="*/ 1109662 w 1685925"/>
                <a:gd name="connsiteY1231" fmla="*/ 756190 h 809625"/>
                <a:gd name="connsiteX1232" fmla="*/ 1111282 w 1685925"/>
                <a:gd name="connsiteY1232" fmla="*/ 756095 h 809625"/>
                <a:gd name="connsiteX1233" fmla="*/ 1113092 w 1685925"/>
                <a:gd name="connsiteY1233" fmla="*/ 755523 h 809625"/>
                <a:gd name="connsiteX1234" fmla="*/ 1118235 w 1685925"/>
                <a:gd name="connsiteY1234" fmla="*/ 752761 h 809625"/>
                <a:gd name="connsiteX1235" fmla="*/ 1120045 w 1685925"/>
                <a:gd name="connsiteY1235" fmla="*/ 752570 h 809625"/>
                <a:gd name="connsiteX1236" fmla="*/ 1133666 w 1685925"/>
                <a:gd name="connsiteY1236" fmla="*/ 754285 h 809625"/>
                <a:gd name="connsiteX1237" fmla="*/ 1135094 w 1685925"/>
                <a:gd name="connsiteY1237" fmla="*/ 754094 h 809625"/>
                <a:gd name="connsiteX1238" fmla="*/ 1137666 w 1685925"/>
                <a:gd name="connsiteY1238" fmla="*/ 753237 h 809625"/>
                <a:gd name="connsiteX1239" fmla="*/ 1145858 w 1685925"/>
                <a:gd name="connsiteY1239" fmla="*/ 752570 h 809625"/>
                <a:gd name="connsiteX1240" fmla="*/ 1146143 w 1685925"/>
                <a:gd name="connsiteY1240" fmla="*/ 752475 h 809625"/>
                <a:gd name="connsiteX1241" fmla="*/ 1146334 w 1685925"/>
                <a:gd name="connsiteY1241" fmla="*/ 752189 h 809625"/>
                <a:gd name="connsiteX1242" fmla="*/ 1146619 w 1685925"/>
                <a:gd name="connsiteY1242" fmla="*/ 751618 h 809625"/>
                <a:gd name="connsiteX1243" fmla="*/ 1146905 w 1685925"/>
                <a:gd name="connsiteY1243" fmla="*/ 751523 h 809625"/>
                <a:gd name="connsiteX1244" fmla="*/ 1147191 w 1685925"/>
                <a:gd name="connsiteY1244" fmla="*/ 751523 h 809625"/>
                <a:gd name="connsiteX1245" fmla="*/ 1147667 w 1685925"/>
                <a:gd name="connsiteY1245" fmla="*/ 751332 h 809625"/>
                <a:gd name="connsiteX1246" fmla="*/ 1155478 w 1685925"/>
                <a:gd name="connsiteY1246" fmla="*/ 745522 h 809625"/>
                <a:gd name="connsiteX1247" fmla="*/ 1168432 w 1685925"/>
                <a:gd name="connsiteY1247" fmla="*/ 739807 h 809625"/>
                <a:gd name="connsiteX1248" fmla="*/ 1172337 w 1685925"/>
                <a:gd name="connsiteY1248" fmla="*/ 739235 h 809625"/>
                <a:gd name="connsiteX1249" fmla="*/ 1175290 w 1685925"/>
                <a:gd name="connsiteY1249" fmla="*/ 739331 h 809625"/>
                <a:gd name="connsiteX1250" fmla="*/ 1176147 w 1685925"/>
                <a:gd name="connsiteY1250" fmla="*/ 739140 h 809625"/>
                <a:gd name="connsiteX1251" fmla="*/ 1176909 w 1685925"/>
                <a:gd name="connsiteY1251" fmla="*/ 738759 h 809625"/>
                <a:gd name="connsiteX1252" fmla="*/ 1177481 w 1685925"/>
                <a:gd name="connsiteY1252" fmla="*/ 738283 h 809625"/>
                <a:gd name="connsiteX1253" fmla="*/ 1177957 w 1685925"/>
                <a:gd name="connsiteY1253" fmla="*/ 737711 h 809625"/>
                <a:gd name="connsiteX1254" fmla="*/ 1178528 w 1685925"/>
                <a:gd name="connsiteY1254" fmla="*/ 737140 h 809625"/>
                <a:gd name="connsiteX1255" fmla="*/ 1180338 w 1685925"/>
                <a:gd name="connsiteY1255" fmla="*/ 735997 h 809625"/>
                <a:gd name="connsiteX1256" fmla="*/ 1194435 w 1685925"/>
                <a:gd name="connsiteY1256" fmla="*/ 729806 h 809625"/>
                <a:gd name="connsiteX1257" fmla="*/ 1195387 w 1685925"/>
                <a:gd name="connsiteY1257" fmla="*/ 728663 h 809625"/>
                <a:gd name="connsiteX1258" fmla="*/ 1196721 w 1685925"/>
                <a:gd name="connsiteY1258" fmla="*/ 724948 h 809625"/>
                <a:gd name="connsiteX1259" fmla="*/ 1197959 w 1685925"/>
                <a:gd name="connsiteY1259" fmla="*/ 723614 h 809625"/>
                <a:gd name="connsiteX1260" fmla="*/ 1202817 w 1685925"/>
                <a:gd name="connsiteY1260" fmla="*/ 719709 h 809625"/>
                <a:gd name="connsiteX1261" fmla="*/ 1205008 w 1685925"/>
                <a:gd name="connsiteY1261" fmla="*/ 717233 h 809625"/>
                <a:gd name="connsiteX1262" fmla="*/ 1206818 w 1685925"/>
                <a:gd name="connsiteY1262" fmla="*/ 714089 h 809625"/>
                <a:gd name="connsiteX1263" fmla="*/ 1208056 w 1685925"/>
                <a:gd name="connsiteY1263" fmla="*/ 710565 h 809625"/>
                <a:gd name="connsiteX1264" fmla="*/ 1208818 w 1685925"/>
                <a:gd name="connsiteY1264" fmla="*/ 709136 h 809625"/>
                <a:gd name="connsiteX1265" fmla="*/ 1215009 w 1685925"/>
                <a:gd name="connsiteY1265" fmla="*/ 702564 h 809625"/>
                <a:gd name="connsiteX1266" fmla="*/ 1222153 w 1685925"/>
                <a:gd name="connsiteY1266" fmla="*/ 692563 h 809625"/>
                <a:gd name="connsiteX1267" fmla="*/ 1224248 w 1685925"/>
                <a:gd name="connsiteY1267" fmla="*/ 690563 h 809625"/>
                <a:gd name="connsiteX1268" fmla="*/ 1230725 w 1685925"/>
                <a:gd name="connsiteY1268" fmla="*/ 686848 h 809625"/>
                <a:gd name="connsiteX1269" fmla="*/ 1243489 w 1685925"/>
                <a:gd name="connsiteY1269" fmla="*/ 681704 h 809625"/>
                <a:gd name="connsiteX1270" fmla="*/ 1246823 w 1685925"/>
                <a:gd name="connsiteY1270" fmla="*/ 679037 h 809625"/>
                <a:gd name="connsiteX1271" fmla="*/ 1248251 w 1685925"/>
                <a:gd name="connsiteY1271" fmla="*/ 678371 h 809625"/>
                <a:gd name="connsiteX1272" fmla="*/ 1253871 w 1685925"/>
                <a:gd name="connsiteY1272" fmla="*/ 677894 h 809625"/>
                <a:gd name="connsiteX1273" fmla="*/ 1255585 w 1685925"/>
                <a:gd name="connsiteY1273" fmla="*/ 677037 h 809625"/>
                <a:gd name="connsiteX1274" fmla="*/ 1257110 w 1685925"/>
                <a:gd name="connsiteY1274" fmla="*/ 675513 h 809625"/>
                <a:gd name="connsiteX1275" fmla="*/ 1265396 w 1685925"/>
                <a:gd name="connsiteY1275" fmla="*/ 665417 h 809625"/>
                <a:gd name="connsiteX1276" fmla="*/ 1266349 w 1685925"/>
                <a:gd name="connsiteY1276" fmla="*/ 664940 h 809625"/>
                <a:gd name="connsiteX1277" fmla="*/ 1270254 w 1685925"/>
                <a:gd name="connsiteY1277" fmla="*/ 665131 h 809625"/>
                <a:gd name="connsiteX1278" fmla="*/ 1272731 w 1685925"/>
                <a:gd name="connsiteY1278" fmla="*/ 663988 h 809625"/>
                <a:gd name="connsiteX1279" fmla="*/ 1273683 w 1685925"/>
                <a:gd name="connsiteY1279" fmla="*/ 663797 h 809625"/>
                <a:gd name="connsiteX1280" fmla="*/ 1274826 w 1685925"/>
                <a:gd name="connsiteY1280" fmla="*/ 662940 h 809625"/>
                <a:gd name="connsiteX1281" fmla="*/ 1275493 w 1685925"/>
                <a:gd name="connsiteY1281" fmla="*/ 661035 h 809625"/>
                <a:gd name="connsiteX1282" fmla="*/ 1275588 w 1685925"/>
                <a:gd name="connsiteY1282" fmla="*/ 658559 h 809625"/>
                <a:gd name="connsiteX1283" fmla="*/ 1275398 w 1685925"/>
                <a:gd name="connsiteY1283" fmla="*/ 656463 h 809625"/>
                <a:gd name="connsiteX1284" fmla="*/ 1274731 w 1685925"/>
                <a:gd name="connsiteY1284" fmla="*/ 653987 h 809625"/>
                <a:gd name="connsiteX1285" fmla="*/ 1269873 w 1685925"/>
                <a:gd name="connsiteY1285" fmla="*/ 645319 h 809625"/>
                <a:gd name="connsiteX1286" fmla="*/ 1268444 w 1685925"/>
                <a:gd name="connsiteY1286" fmla="*/ 643509 h 809625"/>
                <a:gd name="connsiteX1287" fmla="*/ 1266825 w 1685925"/>
                <a:gd name="connsiteY1287" fmla="*/ 641890 h 809625"/>
                <a:gd name="connsiteX1288" fmla="*/ 1260919 w 1685925"/>
                <a:gd name="connsiteY1288" fmla="*/ 637889 h 809625"/>
                <a:gd name="connsiteX1289" fmla="*/ 1259110 w 1685925"/>
                <a:gd name="connsiteY1289" fmla="*/ 636080 h 809625"/>
                <a:gd name="connsiteX1290" fmla="*/ 1254347 w 1685925"/>
                <a:gd name="connsiteY1290" fmla="*/ 629412 h 809625"/>
                <a:gd name="connsiteX1291" fmla="*/ 1253014 w 1685925"/>
                <a:gd name="connsiteY1291" fmla="*/ 627126 h 809625"/>
                <a:gd name="connsiteX1292" fmla="*/ 1252252 w 1685925"/>
                <a:gd name="connsiteY1292" fmla="*/ 624364 h 809625"/>
                <a:gd name="connsiteX1293" fmla="*/ 1251966 w 1685925"/>
                <a:gd name="connsiteY1293" fmla="*/ 621506 h 809625"/>
                <a:gd name="connsiteX1294" fmla="*/ 1251585 w 1685925"/>
                <a:gd name="connsiteY1294" fmla="*/ 620173 h 809625"/>
                <a:gd name="connsiteX1295" fmla="*/ 1250633 w 1685925"/>
                <a:gd name="connsiteY1295" fmla="*/ 619030 h 809625"/>
                <a:gd name="connsiteX1296" fmla="*/ 1247299 w 1685925"/>
                <a:gd name="connsiteY1296" fmla="*/ 617030 h 809625"/>
                <a:gd name="connsiteX1297" fmla="*/ 1246537 w 1685925"/>
                <a:gd name="connsiteY1297" fmla="*/ 615506 h 809625"/>
                <a:gd name="connsiteX1298" fmla="*/ 1246632 w 1685925"/>
                <a:gd name="connsiteY1298" fmla="*/ 612553 h 809625"/>
                <a:gd name="connsiteX1299" fmla="*/ 1247108 w 1685925"/>
                <a:gd name="connsiteY1299" fmla="*/ 610362 h 809625"/>
                <a:gd name="connsiteX1300" fmla="*/ 1248061 w 1685925"/>
                <a:gd name="connsiteY1300" fmla="*/ 608076 h 809625"/>
                <a:gd name="connsiteX1301" fmla="*/ 1249204 w 1685925"/>
                <a:gd name="connsiteY1301" fmla="*/ 605981 h 809625"/>
                <a:gd name="connsiteX1302" fmla="*/ 1250537 w 1685925"/>
                <a:gd name="connsiteY1302" fmla="*/ 604742 h 809625"/>
                <a:gd name="connsiteX1303" fmla="*/ 1250633 w 1685925"/>
                <a:gd name="connsiteY1303" fmla="*/ 604552 h 809625"/>
                <a:gd name="connsiteX1304" fmla="*/ 1251204 w 1685925"/>
                <a:gd name="connsiteY1304" fmla="*/ 603790 h 809625"/>
                <a:gd name="connsiteX1305" fmla="*/ 1252537 w 1685925"/>
                <a:gd name="connsiteY1305" fmla="*/ 600837 h 809625"/>
                <a:gd name="connsiteX1306" fmla="*/ 1253585 w 1685925"/>
                <a:gd name="connsiteY1306" fmla="*/ 599027 h 809625"/>
                <a:gd name="connsiteX1307" fmla="*/ 1254061 w 1685925"/>
                <a:gd name="connsiteY1307" fmla="*/ 598075 h 809625"/>
                <a:gd name="connsiteX1308" fmla="*/ 1254347 w 1685925"/>
                <a:gd name="connsiteY1308" fmla="*/ 596741 h 809625"/>
                <a:gd name="connsiteX1309" fmla="*/ 1254347 w 1685925"/>
                <a:gd name="connsiteY1309" fmla="*/ 595503 h 809625"/>
                <a:gd name="connsiteX1310" fmla="*/ 1254157 w 1685925"/>
                <a:gd name="connsiteY1310" fmla="*/ 593026 h 809625"/>
                <a:gd name="connsiteX1311" fmla="*/ 1254157 w 1685925"/>
                <a:gd name="connsiteY1311" fmla="*/ 591788 h 809625"/>
                <a:gd name="connsiteX1312" fmla="*/ 1254728 w 1685925"/>
                <a:gd name="connsiteY1312" fmla="*/ 589979 h 809625"/>
                <a:gd name="connsiteX1313" fmla="*/ 1264634 w 1685925"/>
                <a:gd name="connsiteY1313" fmla="*/ 569786 h 809625"/>
                <a:gd name="connsiteX1314" fmla="*/ 1265777 w 1685925"/>
                <a:gd name="connsiteY1314" fmla="*/ 568071 h 809625"/>
                <a:gd name="connsiteX1315" fmla="*/ 1267111 w 1685925"/>
                <a:gd name="connsiteY1315" fmla="*/ 566642 h 809625"/>
                <a:gd name="connsiteX1316" fmla="*/ 1270159 w 1685925"/>
                <a:gd name="connsiteY1316" fmla="*/ 564356 h 809625"/>
                <a:gd name="connsiteX1317" fmla="*/ 1271207 w 1685925"/>
                <a:gd name="connsiteY1317" fmla="*/ 563785 h 809625"/>
                <a:gd name="connsiteX1318" fmla="*/ 1273397 w 1685925"/>
                <a:gd name="connsiteY1318" fmla="*/ 563213 h 809625"/>
                <a:gd name="connsiteX1319" fmla="*/ 1274540 w 1685925"/>
                <a:gd name="connsiteY1319" fmla="*/ 562737 h 809625"/>
                <a:gd name="connsiteX1320" fmla="*/ 1275112 w 1685925"/>
                <a:gd name="connsiteY1320" fmla="*/ 562166 h 809625"/>
                <a:gd name="connsiteX1321" fmla="*/ 1275588 w 1685925"/>
                <a:gd name="connsiteY1321" fmla="*/ 561499 h 809625"/>
                <a:gd name="connsiteX1322" fmla="*/ 1276160 w 1685925"/>
                <a:gd name="connsiteY1322" fmla="*/ 561023 h 809625"/>
                <a:gd name="connsiteX1323" fmla="*/ 1276922 w 1685925"/>
                <a:gd name="connsiteY1323" fmla="*/ 560832 h 809625"/>
                <a:gd name="connsiteX1324" fmla="*/ 1277588 w 1685925"/>
                <a:gd name="connsiteY1324" fmla="*/ 560832 h 809625"/>
                <a:gd name="connsiteX1325" fmla="*/ 1279017 w 1685925"/>
                <a:gd name="connsiteY1325" fmla="*/ 560737 h 809625"/>
                <a:gd name="connsiteX1326" fmla="*/ 1284065 w 1685925"/>
                <a:gd name="connsiteY1326" fmla="*/ 562261 h 809625"/>
                <a:gd name="connsiteX1327" fmla="*/ 1298353 w 1685925"/>
                <a:gd name="connsiteY1327" fmla="*/ 561975 h 809625"/>
                <a:gd name="connsiteX1328" fmla="*/ 1300162 w 1685925"/>
                <a:gd name="connsiteY1328" fmla="*/ 562356 h 809625"/>
                <a:gd name="connsiteX1329" fmla="*/ 1301591 w 1685925"/>
                <a:gd name="connsiteY1329" fmla="*/ 563404 h 809625"/>
                <a:gd name="connsiteX1330" fmla="*/ 1305973 w 1685925"/>
                <a:gd name="connsiteY1330" fmla="*/ 567785 h 809625"/>
                <a:gd name="connsiteX1331" fmla="*/ 1308164 w 1685925"/>
                <a:gd name="connsiteY1331" fmla="*/ 571405 h 809625"/>
                <a:gd name="connsiteX1332" fmla="*/ 1309211 w 1685925"/>
                <a:gd name="connsiteY1332" fmla="*/ 572929 h 809625"/>
                <a:gd name="connsiteX1333" fmla="*/ 1310735 w 1685925"/>
                <a:gd name="connsiteY1333" fmla="*/ 574072 h 809625"/>
                <a:gd name="connsiteX1334" fmla="*/ 1317784 w 1685925"/>
                <a:gd name="connsiteY1334" fmla="*/ 577215 h 809625"/>
                <a:gd name="connsiteX1335" fmla="*/ 1329690 w 1685925"/>
                <a:gd name="connsiteY1335" fmla="*/ 580549 h 809625"/>
                <a:gd name="connsiteX1336" fmla="*/ 1331976 w 1685925"/>
                <a:gd name="connsiteY1336" fmla="*/ 580549 h 809625"/>
                <a:gd name="connsiteX1337" fmla="*/ 1336548 w 1685925"/>
                <a:gd name="connsiteY1337" fmla="*/ 582549 h 809625"/>
                <a:gd name="connsiteX1338" fmla="*/ 1355979 w 1685925"/>
                <a:gd name="connsiteY1338" fmla="*/ 584264 h 809625"/>
                <a:gd name="connsiteX1339" fmla="*/ 1356836 w 1685925"/>
                <a:gd name="connsiteY1339" fmla="*/ 584549 h 809625"/>
                <a:gd name="connsiteX1340" fmla="*/ 1358265 w 1685925"/>
                <a:gd name="connsiteY1340" fmla="*/ 585788 h 809625"/>
                <a:gd name="connsiteX1341" fmla="*/ 1359122 w 1685925"/>
                <a:gd name="connsiteY1341" fmla="*/ 586169 h 809625"/>
                <a:gd name="connsiteX1342" fmla="*/ 1362932 w 1685925"/>
                <a:gd name="connsiteY1342" fmla="*/ 586549 h 809625"/>
                <a:gd name="connsiteX1343" fmla="*/ 1364552 w 1685925"/>
                <a:gd name="connsiteY1343" fmla="*/ 586073 h 809625"/>
                <a:gd name="connsiteX1344" fmla="*/ 1366457 w 1685925"/>
                <a:gd name="connsiteY1344" fmla="*/ 584454 h 809625"/>
                <a:gd name="connsiteX1345" fmla="*/ 1369790 w 1685925"/>
                <a:gd name="connsiteY1345" fmla="*/ 580930 h 809625"/>
                <a:gd name="connsiteX1346" fmla="*/ 1375219 w 1685925"/>
                <a:gd name="connsiteY1346" fmla="*/ 577024 h 809625"/>
                <a:gd name="connsiteX1347" fmla="*/ 1377886 w 1685925"/>
                <a:gd name="connsiteY1347" fmla="*/ 574072 h 809625"/>
                <a:gd name="connsiteX1348" fmla="*/ 1379220 w 1685925"/>
                <a:gd name="connsiteY1348" fmla="*/ 573500 h 809625"/>
                <a:gd name="connsiteX1349" fmla="*/ 1382363 w 1685925"/>
                <a:gd name="connsiteY1349" fmla="*/ 573215 h 809625"/>
                <a:gd name="connsiteX1350" fmla="*/ 1384649 w 1685925"/>
                <a:gd name="connsiteY1350" fmla="*/ 572643 h 809625"/>
                <a:gd name="connsiteX1351" fmla="*/ 1386650 w 1685925"/>
                <a:gd name="connsiteY1351" fmla="*/ 571691 h 809625"/>
                <a:gd name="connsiteX1352" fmla="*/ 1388459 w 1685925"/>
                <a:gd name="connsiteY1352" fmla="*/ 570071 h 809625"/>
                <a:gd name="connsiteX1353" fmla="*/ 1390078 w 1685925"/>
                <a:gd name="connsiteY1353" fmla="*/ 567785 h 809625"/>
                <a:gd name="connsiteX1354" fmla="*/ 1391126 w 1685925"/>
                <a:gd name="connsiteY1354" fmla="*/ 565880 h 809625"/>
                <a:gd name="connsiteX1355" fmla="*/ 1391602 w 1685925"/>
                <a:gd name="connsiteY1355" fmla="*/ 565023 h 809625"/>
                <a:gd name="connsiteX1356" fmla="*/ 1392365 w 1685925"/>
                <a:gd name="connsiteY1356" fmla="*/ 564261 h 809625"/>
                <a:gd name="connsiteX1357" fmla="*/ 1394936 w 1685925"/>
                <a:gd name="connsiteY1357" fmla="*/ 562642 h 809625"/>
                <a:gd name="connsiteX1358" fmla="*/ 1405795 w 1685925"/>
                <a:gd name="connsiteY1358" fmla="*/ 552260 h 809625"/>
                <a:gd name="connsiteX1359" fmla="*/ 1408652 w 1685925"/>
                <a:gd name="connsiteY1359" fmla="*/ 547973 h 809625"/>
                <a:gd name="connsiteX1360" fmla="*/ 1410176 w 1685925"/>
                <a:gd name="connsiteY1360" fmla="*/ 544640 h 809625"/>
                <a:gd name="connsiteX1361" fmla="*/ 1410748 w 1685925"/>
                <a:gd name="connsiteY1361" fmla="*/ 543020 h 809625"/>
                <a:gd name="connsiteX1362" fmla="*/ 1411129 w 1685925"/>
                <a:gd name="connsiteY1362" fmla="*/ 539591 h 809625"/>
                <a:gd name="connsiteX1363" fmla="*/ 1411319 w 1685925"/>
                <a:gd name="connsiteY1363" fmla="*/ 538924 h 809625"/>
                <a:gd name="connsiteX1364" fmla="*/ 1411891 w 1685925"/>
                <a:gd name="connsiteY1364" fmla="*/ 538544 h 809625"/>
                <a:gd name="connsiteX1365" fmla="*/ 1419035 w 1685925"/>
                <a:gd name="connsiteY1365" fmla="*/ 535781 h 809625"/>
                <a:gd name="connsiteX1366" fmla="*/ 1420844 w 1685925"/>
                <a:gd name="connsiteY1366" fmla="*/ 535400 h 809625"/>
                <a:gd name="connsiteX1367" fmla="*/ 1422559 w 1685925"/>
                <a:gd name="connsiteY1367" fmla="*/ 535591 h 809625"/>
                <a:gd name="connsiteX1368" fmla="*/ 1431417 w 1685925"/>
                <a:gd name="connsiteY1368" fmla="*/ 539115 h 809625"/>
                <a:gd name="connsiteX1369" fmla="*/ 1433227 w 1685925"/>
                <a:gd name="connsiteY1369" fmla="*/ 539401 h 809625"/>
                <a:gd name="connsiteX1370" fmla="*/ 1443133 w 1685925"/>
                <a:gd name="connsiteY1370" fmla="*/ 537877 h 809625"/>
                <a:gd name="connsiteX1371" fmla="*/ 1454182 w 1685925"/>
                <a:gd name="connsiteY1371" fmla="*/ 537877 h 809625"/>
                <a:gd name="connsiteX1372" fmla="*/ 1461326 w 1685925"/>
                <a:gd name="connsiteY1372" fmla="*/ 536543 h 809625"/>
                <a:gd name="connsiteX1373" fmla="*/ 1469993 w 1685925"/>
                <a:gd name="connsiteY1373" fmla="*/ 534162 h 809625"/>
                <a:gd name="connsiteX1374" fmla="*/ 1471612 w 1685925"/>
                <a:gd name="connsiteY1374" fmla="*/ 533400 h 809625"/>
                <a:gd name="connsiteX1375" fmla="*/ 1472946 w 1685925"/>
                <a:gd name="connsiteY1375" fmla="*/ 532257 h 809625"/>
                <a:gd name="connsiteX1376" fmla="*/ 1476851 w 1685925"/>
                <a:gd name="connsiteY1376" fmla="*/ 527685 h 809625"/>
                <a:gd name="connsiteX1377" fmla="*/ 1488186 w 1685925"/>
                <a:gd name="connsiteY1377" fmla="*/ 517970 h 809625"/>
                <a:gd name="connsiteX1378" fmla="*/ 1489234 w 1685925"/>
                <a:gd name="connsiteY1378" fmla="*/ 516826 h 809625"/>
                <a:gd name="connsiteX1379" fmla="*/ 1489710 w 1685925"/>
                <a:gd name="connsiteY1379" fmla="*/ 516541 h 809625"/>
                <a:gd name="connsiteX1380" fmla="*/ 1492472 w 1685925"/>
                <a:gd name="connsiteY1380" fmla="*/ 516922 h 809625"/>
                <a:gd name="connsiteX1381" fmla="*/ 1493234 w 1685925"/>
                <a:gd name="connsiteY1381" fmla="*/ 516922 h 809625"/>
                <a:gd name="connsiteX1382" fmla="*/ 1494092 w 1685925"/>
                <a:gd name="connsiteY1382" fmla="*/ 516731 h 809625"/>
                <a:gd name="connsiteX1383" fmla="*/ 1496663 w 1685925"/>
                <a:gd name="connsiteY1383" fmla="*/ 515398 h 809625"/>
                <a:gd name="connsiteX1384" fmla="*/ 1498092 w 1685925"/>
                <a:gd name="connsiteY1384" fmla="*/ 514255 h 809625"/>
                <a:gd name="connsiteX1385" fmla="*/ 1501235 w 1685925"/>
                <a:gd name="connsiteY1385" fmla="*/ 509683 h 809625"/>
                <a:gd name="connsiteX1386" fmla="*/ 1502378 w 1685925"/>
                <a:gd name="connsiteY1386" fmla="*/ 507206 h 809625"/>
                <a:gd name="connsiteX1387" fmla="*/ 1501902 w 1685925"/>
                <a:gd name="connsiteY1387" fmla="*/ 505397 h 809625"/>
                <a:gd name="connsiteX1388" fmla="*/ 1500759 w 1685925"/>
                <a:gd name="connsiteY1388" fmla="*/ 503682 h 809625"/>
                <a:gd name="connsiteX1389" fmla="*/ 1499997 w 1685925"/>
                <a:gd name="connsiteY1389" fmla="*/ 501301 h 809625"/>
                <a:gd name="connsiteX1390" fmla="*/ 1500378 w 1685925"/>
                <a:gd name="connsiteY1390" fmla="*/ 499301 h 809625"/>
                <a:gd name="connsiteX1391" fmla="*/ 1507903 w 1685925"/>
                <a:gd name="connsiteY1391" fmla="*/ 484346 h 809625"/>
                <a:gd name="connsiteX1392" fmla="*/ 1516761 w 1685925"/>
                <a:gd name="connsiteY1392" fmla="*/ 475202 h 809625"/>
                <a:gd name="connsiteX1393" fmla="*/ 1517523 w 1685925"/>
                <a:gd name="connsiteY1393" fmla="*/ 474059 h 809625"/>
                <a:gd name="connsiteX1394" fmla="*/ 1517999 w 1685925"/>
                <a:gd name="connsiteY1394" fmla="*/ 472726 h 809625"/>
                <a:gd name="connsiteX1395" fmla="*/ 1519047 w 1685925"/>
                <a:gd name="connsiteY1395" fmla="*/ 470249 h 809625"/>
                <a:gd name="connsiteX1396" fmla="*/ 1519809 w 1685925"/>
                <a:gd name="connsiteY1396" fmla="*/ 469773 h 809625"/>
                <a:gd name="connsiteX1397" fmla="*/ 1520952 w 1685925"/>
                <a:gd name="connsiteY1397" fmla="*/ 468916 h 809625"/>
                <a:gd name="connsiteX1398" fmla="*/ 1523143 w 1685925"/>
                <a:gd name="connsiteY1398" fmla="*/ 468154 h 809625"/>
                <a:gd name="connsiteX1399" fmla="*/ 1526381 w 1685925"/>
                <a:gd name="connsiteY1399" fmla="*/ 467773 h 809625"/>
                <a:gd name="connsiteX1400" fmla="*/ 1527143 w 1685925"/>
                <a:gd name="connsiteY1400" fmla="*/ 467392 h 809625"/>
                <a:gd name="connsiteX1401" fmla="*/ 1530477 w 1685925"/>
                <a:gd name="connsiteY1401" fmla="*/ 464630 h 809625"/>
                <a:gd name="connsiteX1402" fmla="*/ 1531525 w 1685925"/>
                <a:gd name="connsiteY1402" fmla="*/ 463296 h 809625"/>
                <a:gd name="connsiteX1403" fmla="*/ 1532001 w 1685925"/>
                <a:gd name="connsiteY1403" fmla="*/ 463010 h 809625"/>
                <a:gd name="connsiteX1404" fmla="*/ 1532953 w 1685925"/>
                <a:gd name="connsiteY1404" fmla="*/ 463010 h 809625"/>
                <a:gd name="connsiteX1405" fmla="*/ 1539621 w 1685925"/>
                <a:gd name="connsiteY1405" fmla="*/ 464534 h 809625"/>
                <a:gd name="connsiteX1406" fmla="*/ 1557718 w 1685925"/>
                <a:gd name="connsiteY1406" fmla="*/ 465773 h 809625"/>
                <a:gd name="connsiteX1407" fmla="*/ 1559624 w 1685925"/>
                <a:gd name="connsiteY1407" fmla="*/ 465201 h 809625"/>
                <a:gd name="connsiteX1408" fmla="*/ 1560385 w 1685925"/>
                <a:gd name="connsiteY1408" fmla="*/ 463582 h 809625"/>
                <a:gd name="connsiteX1409" fmla="*/ 1560671 w 1685925"/>
                <a:gd name="connsiteY1409" fmla="*/ 458343 h 809625"/>
                <a:gd name="connsiteX1410" fmla="*/ 1561243 w 1685925"/>
                <a:gd name="connsiteY1410" fmla="*/ 456248 h 809625"/>
                <a:gd name="connsiteX1411" fmla="*/ 1563148 w 1685925"/>
                <a:gd name="connsiteY1411" fmla="*/ 453580 h 809625"/>
                <a:gd name="connsiteX1412" fmla="*/ 1563529 w 1685925"/>
                <a:gd name="connsiteY1412" fmla="*/ 452533 h 809625"/>
                <a:gd name="connsiteX1413" fmla="*/ 1563434 w 1685925"/>
                <a:gd name="connsiteY1413" fmla="*/ 451295 h 809625"/>
                <a:gd name="connsiteX1414" fmla="*/ 1562576 w 1685925"/>
                <a:gd name="connsiteY1414" fmla="*/ 448913 h 809625"/>
                <a:gd name="connsiteX1415" fmla="*/ 1566672 w 1685925"/>
                <a:gd name="connsiteY1415" fmla="*/ 447866 h 809625"/>
                <a:gd name="connsiteX1416" fmla="*/ 1567720 w 1685925"/>
                <a:gd name="connsiteY1416" fmla="*/ 448342 h 809625"/>
                <a:gd name="connsiteX1417" fmla="*/ 1568291 w 1685925"/>
                <a:gd name="connsiteY1417" fmla="*/ 448437 h 809625"/>
                <a:gd name="connsiteX1418" fmla="*/ 1568672 w 1685925"/>
                <a:gd name="connsiteY1418" fmla="*/ 448342 h 809625"/>
                <a:gd name="connsiteX1419" fmla="*/ 1571149 w 1685925"/>
                <a:gd name="connsiteY1419" fmla="*/ 446627 h 809625"/>
                <a:gd name="connsiteX1420" fmla="*/ 1571720 w 1685925"/>
                <a:gd name="connsiteY1420" fmla="*/ 446437 h 809625"/>
                <a:gd name="connsiteX1421" fmla="*/ 1572482 w 1685925"/>
                <a:gd name="connsiteY1421" fmla="*/ 447389 h 809625"/>
                <a:gd name="connsiteX1422" fmla="*/ 1573816 w 1685925"/>
                <a:gd name="connsiteY1422" fmla="*/ 450532 h 809625"/>
                <a:gd name="connsiteX1423" fmla="*/ 1574768 w 1685925"/>
                <a:gd name="connsiteY1423" fmla="*/ 451676 h 809625"/>
                <a:gd name="connsiteX1424" fmla="*/ 1577245 w 1685925"/>
                <a:gd name="connsiteY1424" fmla="*/ 453104 h 809625"/>
                <a:gd name="connsiteX1425" fmla="*/ 1578483 w 1685925"/>
                <a:gd name="connsiteY1425" fmla="*/ 453390 h 809625"/>
                <a:gd name="connsiteX1426" fmla="*/ 1583817 w 1685925"/>
                <a:gd name="connsiteY1426" fmla="*/ 452819 h 809625"/>
                <a:gd name="connsiteX1427" fmla="*/ 1584865 w 1685925"/>
                <a:gd name="connsiteY1427" fmla="*/ 452247 h 809625"/>
                <a:gd name="connsiteX1428" fmla="*/ 1585722 w 1685925"/>
                <a:gd name="connsiteY1428" fmla="*/ 451104 h 809625"/>
                <a:gd name="connsiteX1429" fmla="*/ 1587056 w 1685925"/>
                <a:gd name="connsiteY1429" fmla="*/ 448247 h 809625"/>
                <a:gd name="connsiteX1430" fmla="*/ 1588103 w 1685925"/>
                <a:gd name="connsiteY1430" fmla="*/ 447008 h 809625"/>
                <a:gd name="connsiteX1431" fmla="*/ 1589246 w 1685925"/>
                <a:gd name="connsiteY1431" fmla="*/ 446151 h 809625"/>
                <a:gd name="connsiteX1432" fmla="*/ 1590485 w 1685925"/>
                <a:gd name="connsiteY1432" fmla="*/ 445580 h 809625"/>
                <a:gd name="connsiteX1433" fmla="*/ 1593056 w 1685925"/>
                <a:gd name="connsiteY1433" fmla="*/ 444913 h 809625"/>
                <a:gd name="connsiteX1434" fmla="*/ 1594771 w 1685925"/>
                <a:gd name="connsiteY1434" fmla="*/ 444627 h 809625"/>
                <a:gd name="connsiteX1435" fmla="*/ 1598867 w 1685925"/>
                <a:gd name="connsiteY1435" fmla="*/ 441484 h 809625"/>
                <a:gd name="connsiteX1436" fmla="*/ 1599819 w 1685925"/>
                <a:gd name="connsiteY1436" fmla="*/ 441103 h 809625"/>
                <a:gd name="connsiteX1437" fmla="*/ 1602677 w 1685925"/>
                <a:gd name="connsiteY1437" fmla="*/ 441007 h 809625"/>
                <a:gd name="connsiteX1438" fmla="*/ 1603439 w 1685925"/>
                <a:gd name="connsiteY1438" fmla="*/ 440722 h 809625"/>
                <a:gd name="connsiteX1439" fmla="*/ 1605343 w 1685925"/>
                <a:gd name="connsiteY1439" fmla="*/ 439007 h 809625"/>
                <a:gd name="connsiteX1440" fmla="*/ 1607058 w 1685925"/>
                <a:gd name="connsiteY1440" fmla="*/ 437864 h 809625"/>
                <a:gd name="connsiteX1441" fmla="*/ 1608677 w 1685925"/>
                <a:gd name="connsiteY1441" fmla="*/ 437293 h 809625"/>
                <a:gd name="connsiteX1442" fmla="*/ 1610297 w 1685925"/>
                <a:gd name="connsiteY1442" fmla="*/ 437198 h 809625"/>
                <a:gd name="connsiteX1443" fmla="*/ 1612202 w 1685925"/>
                <a:gd name="connsiteY1443" fmla="*/ 437388 h 809625"/>
                <a:gd name="connsiteX1444" fmla="*/ 1614011 w 1685925"/>
                <a:gd name="connsiteY1444" fmla="*/ 438055 h 809625"/>
                <a:gd name="connsiteX1445" fmla="*/ 1617440 w 1685925"/>
                <a:gd name="connsiteY1445" fmla="*/ 439769 h 809625"/>
                <a:gd name="connsiteX1446" fmla="*/ 1619441 w 1685925"/>
                <a:gd name="connsiteY1446" fmla="*/ 440150 h 809625"/>
                <a:gd name="connsiteX1447" fmla="*/ 1623536 w 1685925"/>
                <a:gd name="connsiteY1447" fmla="*/ 440150 h 809625"/>
                <a:gd name="connsiteX1448" fmla="*/ 1624393 w 1685925"/>
                <a:gd name="connsiteY1448" fmla="*/ 439865 h 809625"/>
                <a:gd name="connsiteX1449" fmla="*/ 1625822 w 1685925"/>
                <a:gd name="connsiteY1449" fmla="*/ 438817 h 809625"/>
                <a:gd name="connsiteX1450" fmla="*/ 1626584 w 1685925"/>
                <a:gd name="connsiteY1450" fmla="*/ 438626 h 809625"/>
                <a:gd name="connsiteX1451" fmla="*/ 1628585 w 1685925"/>
                <a:gd name="connsiteY1451" fmla="*/ 439293 h 809625"/>
                <a:gd name="connsiteX1452" fmla="*/ 1630585 w 1685925"/>
                <a:gd name="connsiteY1452" fmla="*/ 440341 h 809625"/>
                <a:gd name="connsiteX1453" fmla="*/ 1632394 w 1685925"/>
                <a:gd name="connsiteY1453" fmla="*/ 440817 h 809625"/>
                <a:gd name="connsiteX1454" fmla="*/ 1634204 w 1685925"/>
                <a:gd name="connsiteY1454" fmla="*/ 439769 h 809625"/>
                <a:gd name="connsiteX1455" fmla="*/ 1636204 w 1685925"/>
                <a:gd name="connsiteY1455" fmla="*/ 436150 h 809625"/>
                <a:gd name="connsiteX1456" fmla="*/ 1637538 w 1685925"/>
                <a:gd name="connsiteY1456" fmla="*/ 434626 h 809625"/>
                <a:gd name="connsiteX1457" fmla="*/ 1639062 w 1685925"/>
                <a:gd name="connsiteY1457" fmla="*/ 434054 h 809625"/>
                <a:gd name="connsiteX1458" fmla="*/ 1640205 w 1685925"/>
                <a:gd name="connsiteY1458" fmla="*/ 434626 h 809625"/>
                <a:gd name="connsiteX1459" fmla="*/ 1640586 w 1685925"/>
                <a:gd name="connsiteY1459" fmla="*/ 435674 h 809625"/>
                <a:gd name="connsiteX1460" fmla="*/ 1640872 w 1685925"/>
                <a:gd name="connsiteY1460" fmla="*/ 437007 h 809625"/>
                <a:gd name="connsiteX1461" fmla="*/ 1641443 w 1685925"/>
                <a:gd name="connsiteY1461" fmla="*/ 438055 h 809625"/>
                <a:gd name="connsiteX1462" fmla="*/ 1642301 w 1685925"/>
                <a:gd name="connsiteY1462" fmla="*/ 438341 h 809625"/>
                <a:gd name="connsiteX1463" fmla="*/ 1643062 w 1685925"/>
                <a:gd name="connsiteY1463" fmla="*/ 437864 h 809625"/>
                <a:gd name="connsiteX1464" fmla="*/ 1644396 w 1685925"/>
                <a:gd name="connsiteY1464" fmla="*/ 436245 h 809625"/>
                <a:gd name="connsiteX1465" fmla="*/ 1645444 w 1685925"/>
                <a:gd name="connsiteY1465" fmla="*/ 435959 h 809625"/>
                <a:gd name="connsiteX1466" fmla="*/ 1646396 w 1685925"/>
                <a:gd name="connsiteY1466" fmla="*/ 437198 h 809625"/>
                <a:gd name="connsiteX1467" fmla="*/ 1647920 w 1685925"/>
                <a:gd name="connsiteY1467" fmla="*/ 440341 h 809625"/>
                <a:gd name="connsiteX1468" fmla="*/ 1649159 w 1685925"/>
                <a:gd name="connsiteY1468" fmla="*/ 441484 h 809625"/>
                <a:gd name="connsiteX1469" fmla="*/ 1650492 w 1685925"/>
                <a:gd name="connsiteY1469" fmla="*/ 442055 h 809625"/>
                <a:gd name="connsiteX1470" fmla="*/ 1663922 w 1685925"/>
                <a:gd name="connsiteY1470" fmla="*/ 445865 h 809625"/>
                <a:gd name="connsiteX1471" fmla="*/ 1666303 w 1685925"/>
                <a:gd name="connsiteY1471" fmla="*/ 445770 h 809625"/>
                <a:gd name="connsiteX1472" fmla="*/ 1671066 w 1685925"/>
                <a:gd name="connsiteY1472" fmla="*/ 444627 h 809625"/>
                <a:gd name="connsiteX1473" fmla="*/ 1673543 w 1685925"/>
                <a:gd name="connsiteY1473" fmla="*/ 444627 h 809625"/>
                <a:gd name="connsiteX1474" fmla="*/ 1677543 w 1685925"/>
                <a:gd name="connsiteY1474" fmla="*/ 445294 h 809625"/>
                <a:gd name="connsiteX1475" fmla="*/ 1678877 w 1685925"/>
                <a:gd name="connsiteY1475" fmla="*/ 445199 h 809625"/>
                <a:gd name="connsiteX1476" fmla="*/ 1680019 w 1685925"/>
                <a:gd name="connsiteY1476" fmla="*/ 445484 h 809625"/>
                <a:gd name="connsiteX1477" fmla="*/ 1681925 w 1685925"/>
                <a:gd name="connsiteY1477" fmla="*/ 447008 h 809625"/>
                <a:gd name="connsiteX1478" fmla="*/ 1682972 w 1685925"/>
                <a:gd name="connsiteY1478" fmla="*/ 447389 h 809625"/>
                <a:gd name="connsiteX1479" fmla="*/ 1683925 w 1685925"/>
                <a:gd name="connsiteY1479" fmla="*/ 447103 h 809625"/>
                <a:gd name="connsiteX1480" fmla="*/ 1685068 w 1685925"/>
                <a:gd name="connsiteY1480" fmla="*/ 446532 h 809625"/>
                <a:gd name="connsiteX1481" fmla="*/ 1686211 w 1685925"/>
                <a:gd name="connsiteY1481" fmla="*/ 445675 h 809625"/>
                <a:gd name="connsiteX1482" fmla="*/ 1686973 w 1685925"/>
                <a:gd name="connsiteY1482" fmla="*/ 444913 h 809625"/>
                <a:gd name="connsiteX1483" fmla="*/ 1687735 w 1685925"/>
                <a:gd name="connsiteY1483" fmla="*/ 443389 h 809625"/>
                <a:gd name="connsiteX1484" fmla="*/ 1688402 w 1685925"/>
                <a:gd name="connsiteY1484" fmla="*/ 442436 h 809625"/>
                <a:gd name="connsiteX1485" fmla="*/ 1689164 w 1685925"/>
                <a:gd name="connsiteY1485" fmla="*/ 442246 h 809625"/>
                <a:gd name="connsiteX1486" fmla="*/ 1690211 w 1685925"/>
                <a:gd name="connsiteY1486" fmla="*/ 442817 h 809625"/>
                <a:gd name="connsiteX1487" fmla="*/ 1691164 w 1685925"/>
                <a:gd name="connsiteY1487" fmla="*/ 442817 h 809625"/>
                <a:gd name="connsiteX1488" fmla="*/ 1692211 w 1685925"/>
                <a:gd name="connsiteY1488" fmla="*/ 442151 h 809625"/>
                <a:gd name="connsiteX1489" fmla="*/ 1693164 w 1685925"/>
                <a:gd name="connsiteY1489" fmla="*/ 441103 h 809625"/>
                <a:gd name="connsiteX1490" fmla="*/ 1694117 w 1685925"/>
                <a:gd name="connsiteY1490" fmla="*/ 439484 h 809625"/>
                <a:gd name="connsiteX1491" fmla="*/ 1694498 w 1685925"/>
                <a:gd name="connsiteY1491" fmla="*/ 438912 h 809625"/>
                <a:gd name="connsiteX1492" fmla="*/ 1694783 w 1685925"/>
                <a:gd name="connsiteY1492" fmla="*/ 438436 h 809625"/>
                <a:gd name="connsiteX1493" fmla="*/ 1694974 w 1685925"/>
                <a:gd name="connsiteY1493" fmla="*/ 437674 h 80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</a:cxnLst>
              <a:rect l="l" t="t" r="r" b="b"/>
              <a:pathLst>
                <a:path w="1685925" h="809625">
                  <a:moveTo>
                    <a:pt x="1694783" y="437102"/>
                  </a:moveTo>
                  <a:lnTo>
                    <a:pt x="1693926" y="435674"/>
                  </a:lnTo>
                  <a:lnTo>
                    <a:pt x="1693735" y="435007"/>
                  </a:lnTo>
                  <a:lnTo>
                    <a:pt x="1693831" y="433673"/>
                  </a:lnTo>
                  <a:lnTo>
                    <a:pt x="1694498" y="431292"/>
                  </a:lnTo>
                  <a:lnTo>
                    <a:pt x="1694498" y="429578"/>
                  </a:lnTo>
                  <a:lnTo>
                    <a:pt x="1694498" y="429006"/>
                  </a:lnTo>
                  <a:lnTo>
                    <a:pt x="1694688" y="428530"/>
                  </a:lnTo>
                  <a:lnTo>
                    <a:pt x="1694783" y="428149"/>
                  </a:lnTo>
                  <a:lnTo>
                    <a:pt x="1694402" y="427863"/>
                  </a:lnTo>
                  <a:lnTo>
                    <a:pt x="1694117" y="427673"/>
                  </a:lnTo>
                  <a:lnTo>
                    <a:pt x="1693926" y="427482"/>
                  </a:lnTo>
                  <a:lnTo>
                    <a:pt x="1693735" y="427196"/>
                  </a:lnTo>
                  <a:lnTo>
                    <a:pt x="1693640" y="426815"/>
                  </a:lnTo>
                  <a:lnTo>
                    <a:pt x="1693640" y="425863"/>
                  </a:lnTo>
                  <a:lnTo>
                    <a:pt x="1693831" y="425196"/>
                  </a:lnTo>
                  <a:lnTo>
                    <a:pt x="1694117" y="424624"/>
                  </a:lnTo>
                  <a:lnTo>
                    <a:pt x="1694402" y="423863"/>
                  </a:lnTo>
                  <a:lnTo>
                    <a:pt x="1694212" y="423291"/>
                  </a:lnTo>
                  <a:lnTo>
                    <a:pt x="1693450" y="423101"/>
                  </a:lnTo>
                  <a:lnTo>
                    <a:pt x="1692593" y="423005"/>
                  </a:lnTo>
                  <a:lnTo>
                    <a:pt x="1692116" y="422910"/>
                  </a:lnTo>
                  <a:lnTo>
                    <a:pt x="1691640" y="422338"/>
                  </a:lnTo>
                  <a:lnTo>
                    <a:pt x="1691450" y="421767"/>
                  </a:lnTo>
                  <a:lnTo>
                    <a:pt x="1691259" y="421196"/>
                  </a:lnTo>
                  <a:lnTo>
                    <a:pt x="1690973" y="420529"/>
                  </a:lnTo>
                  <a:lnTo>
                    <a:pt x="1690211" y="419481"/>
                  </a:lnTo>
                  <a:lnTo>
                    <a:pt x="1688497" y="417671"/>
                  </a:lnTo>
                  <a:lnTo>
                    <a:pt x="1687735" y="416624"/>
                  </a:lnTo>
                  <a:lnTo>
                    <a:pt x="1687640" y="416147"/>
                  </a:lnTo>
                  <a:lnTo>
                    <a:pt x="1687449" y="415766"/>
                  </a:lnTo>
                  <a:lnTo>
                    <a:pt x="1687354" y="414814"/>
                  </a:lnTo>
                  <a:lnTo>
                    <a:pt x="1687259" y="410337"/>
                  </a:lnTo>
                  <a:lnTo>
                    <a:pt x="1686877" y="408813"/>
                  </a:lnTo>
                  <a:lnTo>
                    <a:pt x="1685544" y="406146"/>
                  </a:lnTo>
                  <a:lnTo>
                    <a:pt x="1684020" y="403765"/>
                  </a:lnTo>
                  <a:lnTo>
                    <a:pt x="1680305" y="399383"/>
                  </a:lnTo>
                  <a:lnTo>
                    <a:pt x="1678115" y="397669"/>
                  </a:lnTo>
                  <a:lnTo>
                    <a:pt x="1674876" y="396716"/>
                  </a:lnTo>
                  <a:lnTo>
                    <a:pt x="1674209" y="395764"/>
                  </a:lnTo>
                  <a:lnTo>
                    <a:pt x="1673733" y="394526"/>
                  </a:lnTo>
                  <a:lnTo>
                    <a:pt x="1673066" y="393097"/>
                  </a:lnTo>
                  <a:lnTo>
                    <a:pt x="1672209" y="392144"/>
                  </a:lnTo>
                  <a:lnTo>
                    <a:pt x="1664113" y="384620"/>
                  </a:lnTo>
                  <a:lnTo>
                    <a:pt x="1662017" y="383953"/>
                  </a:lnTo>
                  <a:lnTo>
                    <a:pt x="1662398" y="382905"/>
                  </a:lnTo>
                  <a:lnTo>
                    <a:pt x="1663636" y="381095"/>
                  </a:lnTo>
                  <a:lnTo>
                    <a:pt x="1663922" y="380333"/>
                  </a:lnTo>
                  <a:lnTo>
                    <a:pt x="1663541" y="379190"/>
                  </a:lnTo>
                  <a:lnTo>
                    <a:pt x="1662493" y="378524"/>
                  </a:lnTo>
                  <a:lnTo>
                    <a:pt x="1660398" y="377857"/>
                  </a:lnTo>
                  <a:lnTo>
                    <a:pt x="1655445" y="375952"/>
                  </a:lnTo>
                  <a:lnTo>
                    <a:pt x="1654207" y="375190"/>
                  </a:lnTo>
                  <a:lnTo>
                    <a:pt x="1653635" y="374332"/>
                  </a:lnTo>
                  <a:lnTo>
                    <a:pt x="1653350" y="372999"/>
                  </a:lnTo>
                  <a:lnTo>
                    <a:pt x="1652683" y="367379"/>
                  </a:lnTo>
                  <a:lnTo>
                    <a:pt x="1652302" y="365951"/>
                  </a:lnTo>
                  <a:lnTo>
                    <a:pt x="1651540" y="364807"/>
                  </a:lnTo>
                  <a:lnTo>
                    <a:pt x="1650302" y="363855"/>
                  </a:lnTo>
                  <a:lnTo>
                    <a:pt x="1645729" y="362141"/>
                  </a:lnTo>
                  <a:lnTo>
                    <a:pt x="1634966" y="357378"/>
                  </a:lnTo>
                  <a:lnTo>
                    <a:pt x="1632109" y="354425"/>
                  </a:lnTo>
                  <a:lnTo>
                    <a:pt x="1626394" y="344996"/>
                  </a:lnTo>
                  <a:lnTo>
                    <a:pt x="1623060" y="340900"/>
                  </a:lnTo>
                  <a:lnTo>
                    <a:pt x="1619441" y="339090"/>
                  </a:lnTo>
                  <a:lnTo>
                    <a:pt x="1609249" y="338423"/>
                  </a:lnTo>
                  <a:lnTo>
                    <a:pt x="1607915" y="338042"/>
                  </a:lnTo>
                  <a:lnTo>
                    <a:pt x="1605343" y="336423"/>
                  </a:lnTo>
                  <a:lnTo>
                    <a:pt x="1604105" y="336042"/>
                  </a:lnTo>
                  <a:lnTo>
                    <a:pt x="1600962" y="336137"/>
                  </a:lnTo>
                  <a:lnTo>
                    <a:pt x="1597819" y="336804"/>
                  </a:lnTo>
                  <a:lnTo>
                    <a:pt x="1594294" y="338328"/>
                  </a:lnTo>
                  <a:lnTo>
                    <a:pt x="1593056" y="338423"/>
                  </a:lnTo>
                  <a:lnTo>
                    <a:pt x="1584769" y="337947"/>
                  </a:lnTo>
                  <a:lnTo>
                    <a:pt x="1582198" y="338804"/>
                  </a:lnTo>
                  <a:lnTo>
                    <a:pt x="1580864" y="340043"/>
                  </a:lnTo>
                  <a:lnTo>
                    <a:pt x="1569625" y="354997"/>
                  </a:lnTo>
                  <a:lnTo>
                    <a:pt x="1566672" y="357283"/>
                  </a:lnTo>
                  <a:lnTo>
                    <a:pt x="1564767" y="359378"/>
                  </a:lnTo>
                  <a:lnTo>
                    <a:pt x="1562862" y="362903"/>
                  </a:lnTo>
                  <a:lnTo>
                    <a:pt x="1560767" y="365570"/>
                  </a:lnTo>
                  <a:lnTo>
                    <a:pt x="1558481" y="365379"/>
                  </a:lnTo>
                  <a:lnTo>
                    <a:pt x="1545431" y="353187"/>
                  </a:lnTo>
                  <a:lnTo>
                    <a:pt x="1544288" y="352425"/>
                  </a:lnTo>
                  <a:lnTo>
                    <a:pt x="1540383" y="350996"/>
                  </a:lnTo>
                  <a:lnTo>
                    <a:pt x="1534097" y="348329"/>
                  </a:lnTo>
                  <a:lnTo>
                    <a:pt x="1532382" y="347948"/>
                  </a:lnTo>
                  <a:lnTo>
                    <a:pt x="1528762" y="348139"/>
                  </a:lnTo>
                  <a:lnTo>
                    <a:pt x="1515427" y="351092"/>
                  </a:lnTo>
                  <a:lnTo>
                    <a:pt x="1511713" y="351187"/>
                  </a:lnTo>
                  <a:lnTo>
                    <a:pt x="1501997" y="349091"/>
                  </a:lnTo>
                  <a:lnTo>
                    <a:pt x="1498664" y="350044"/>
                  </a:lnTo>
                  <a:lnTo>
                    <a:pt x="1493520" y="353378"/>
                  </a:lnTo>
                  <a:lnTo>
                    <a:pt x="1487710" y="361093"/>
                  </a:lnTo>
                  <a:lnTo>
                    <a:pt x="1484567" y="362998"/>
                  </a:lnTo>
                  <a:lnTo>
                    <a:pt x="1481328" y="361378"/>
                  </a:lnTo>
                  <a:lnTo>
                    <a:pt x="1467993" y="347091"/>
                  </a:lnTo>
                  <a:lnTo>
                    <a:pt x="1466755" y="345376"/>
                  </a:lnTo>
                  <a:lnTo>
                    <a:pt x="1465993" y="343567"/>
                  </a:lnTo>
                  <a:lnTo>
                    <a:pt x="1465231" y="338804"/>
                  </a:lnTo>
                  <a:lnTo>
                    <a:pt x="1463516" y="328708"/>
                  </a:lnTo>
                  <a:lnTo>
                    <a:pt x="1463516" y="327946"/>
                  </a:lnTo>
                  <a:lnTo>
                    <a:pt x="1464659" y="326612"/>
                  </a:lnTo>
                  <a:lnTo>
                    <a:pt x="1477042" y="320707"/>
                  </a:lnTo>
                  <a:lnTo>
                    <a:pt x="1478566" y="319183"/>
                  </a:lnTo>
                  <a:lnTo>
                    <a:pt x="1479042" y="316706"/>
                  </a:lnTo>
                  <a:lnTo>
                    <a:pt x="1477899" y="300990"/>
                  </a:lnTo>
                  <a:lnTo>
                    <a:pt x="1477899" y="299371"/>
                  </a:lnTo>
                  <a:lnTo>
                    <a:pt x="1478090" y="297752"/>
                  </a:lnTo>
                  <a:lnTo>
                    <a:pt x="1478566" y="296418"/>
                  </a:lnTo>
                  <a:lnTo>
                    <a:pt x="1490567" y="277559"/>
                  </a:lnTo>
                  <a:lnTo>
                    <a:pt x="1491615" y="274987"/>
                  </a:lnTo>
                  <a:lnTo>
                    <a:pt x="1491615" y="273558"/>
                  </a:lnTo>
                  <a:lnTo>
                    <a:pt x="1490853" y="270796"/>
                  </a:lnTo>
                  <a:lnTo>
                    <a:pt x="1491139" y="269367"/>
                  </a:lnTo>
                  <a:lnTo>
                    <a:pt x="1502188" y="244507"/>
                  </a:lnTo>
                  <a:lnTo>
                    <a:pt x="1513237" y="219361"/>
                  </a:lnTo>
                  <a:lnTo>
                    <a:pt x="1513999" y="217456"/>
                  </a:lnTo>
                  <a:lnTo>
                    <a:pt x="1525143" y="192500"/>
                  </a:lnTo>
                  <a:lnTo>
                    <a:pt x="1523524" y="189262"/>
                  </a:lnTo>
                  <a:lnTo>
                    <a:pt x="1521619" y="186500"/>
                  </a:lnTo>
                  <a:lnTo>
                    <a:pt x="1519428" y="184499"/>
                  </a:lnTo>
                  <a:lnTo>
                    <a:pt x="1504950" y="178689"/>
                  </a:lnTo>
                  <a:lnTo>
                    <a:pt x="1500568" y="176975"/>
                  </a:lnTo>
                  <a:lnTo>
                    <a:pt x="1496282" y="176975"/>
                  </a:lnTo>
                  <a:lnTo>
                    <a:pt x="1491901" y="178213"/>
                  </a:lnTo>
                  <a:lnTo>
                    <a:pt x="1475994" y="187547"/>
                  </a:lnTo>
                  <a:lnTo>
                    <a:pt x="1474184" y="188119"/>
                  </a:lnTo>
                  <a:lnTo>
                    <a:pt x="1472470" y="188119"/>
                  </a:lnTo>
                  <a:lnTo>
                    <a:pt x="1466850" y="186785"/>
                  </a:lnTo>
                  <a:lnTo>
                    <a:pt x="1463231" y="187357"/>
                  </a:lnTo>
                  <a:lnTo>
                    <a:pt x="1461326" y="187357"/>
                  </a:lnTo>
                  <a:lnTo>
                    <a:pt x="1460183" y="186976"/>
                  </a:lnTo>
                  <a:lnTo>
                    <a:pt x="1456849" y="186976"/>
                  </a:lnTo>
                  <a:lnTo>
                    <a:pt x="1455896" y="186690"/>
                  </a:lnTo>
                  <a:lnTo>
                    <a:pt x="1447514" y="180404"/>
                  </a:lnTo>
                  <a:lnTo>
                    <a:pt x="1439799" y="171736"/>
                  </a:lnTo>
                  <a:lnTo>
                    <a:pt x="1439037" y="170688"/>
                  </a:lnTo>
                  <a:lnTo>
                    <a:pt x="1437894" y="168307"/>
                  </a:lnTo>
                  <a:lnTo>
                    <a:pt x="1437227" y="167259"/>
                  </a:lnTo>
                  <a:lnTo>
                    <a:pt x="1436275" y="166307"/>
                  </a:lnTo>
                  <a:lnTo>
                    <a:pt x="1423416" y="158782"/>
                  </a:lnTo>
                  <a:lnTo>
                    <a:pt x="1418463" y="157543"/>
                  </a:lnTo>
                  <a:lnTo>
                    <a:pt x="1408652" y="158972"/>
                  </a:lnTo>
                  <a:lnTo>
                    <a:pt x="1406176" y="158306"/>
                  </a:lnTo>
                  <a:lnTo>
                    <a:pt x="1401318" y="155829"/>
                  </a:lnTo>
                  <a:lnTo>
                    <a:pt x="1398842" y="155448"/>
                  </a:lnTo>
                  <a:lnTo>
                    <a:pt x="1394269" y="157162"/>
                  </a:lnTo>
                  <a:lnTo>
                    <a:pt x="1389983" y="159734"/>
                  </a:lnTo>
                  <a:lnTo>
                    <a:pt x="1386650" y="163068"/>
                  </a:lnTo>
                  <a:lnTo>
                    <a:pt x="1385602" y="163639"/>
                  </a:lnTo>
                  <a:lnTo>
                    <a:pt x="1383411" y="164306"/>
                  </a:lnTo>
                  <a:lnTo>
                    <a:pt x="1382363" y="164973"/>
                  </a:lnTo>
                  <a:lnTo>
                    <a:pt x="1375791" y="171545"/>
                  </a:lnTo>
                  <a:lnTo>
                    <a:pt x="1375124" y="171831"/>
                  </a:lnTo>
                  <a:lnTo>
                    <a:pt x="1374077" y="171831"/>
                  </a:lnTo>
                  <a:lnTo>
                    <a:pt x="1371791" y="171450"/>
                  </a:lnTo>
                  <a:lnTo>
                    <a:pt x="1370648" y="171736"/>
                  </a:lnTo>
                  <a:lnTo>
                    <a:pt x="1361599" y="176498"/>
                  </a:lnTo>
                  <a:lnTo>
                    <a:pt x="1358836" y="178689"/>
                  </a:lnTo>
                  <a:lnTo>
                    <a:pt x="1357979" y="179641"/>
                  </a:lnTo>
                  <a:lnTo>
                    <a:pt x="1355217" y="181642"/>
                  </a:lnTo>
                  <a:lnTo>
                    <a:pt x="1354360" y="182499"/>
                  </a:lnTo>
                  <a:lnTo>
                    <a:pt x="1352931" y="184499"/>
                  </a:lnTo>
                  <a:lnTo>
                    <a:pt x="1342263" y="192596"/>
                  </a:lnTo>
                  <a:lnTo>
                    <a:pt x="1340644" y="194310"/>
                  </a:lnTo>
                  <a:lnTo>
                    <a:pt x="1339310" y="196310"/>
                  </a:lnTo>
                  <a:lnTo>
                    <a:pt x="1335691" y="203549"/>
                  </a:lnTo>
                  <a:lnTo>
                    <a:pt x="1335119" y="205073"/>
                  </a:lnTo>
                  <a:lnTo>
                    <a:pt x="1334929" y="206311"/>
                  </a:lnTo>
                  <a:lnTo>
                    <a:pt x="1334834" y="209264"/>
                  </a:lnTo>
                  <a:lnTo>
                    <a:pt x="1334262" y="210979"/>
                  </a:lnTo>
                  <a:lnTo>
                    <a:pt x="1333405" y="211646"/>
                  </a:lnTo>
                  <a:lnTo>
                    <a:pt x="1330643" y="211741"/>
                  </a:lnTo>
                  <a:lnTo>
                    <a:pt x="1329500" y="212027"/>
                  </a:lnTo>
                  <a:lnTo>
                    <a:pt x="1328261" y="212598"/>
                  </a:lnTo>
                  <a:lnTo>
                    <a:pt x="1327214" y="213360"/>
                  </a:lnTo>
                  <a:lnTo>
                    <a:pt x="1324070" y="216217"/>
                  </a:lnTo>
                  <a:lnTo>
                    <a:pt x="1319308" y="218694"/>
                  </a:lnTo>
                  <a:lnTo>
                    <a:pt x="1317022" y="219361"/>
                  </a:lnTo>
                  <a:lnTo>
                    <a:pt x="1315307" y="219456"/>
                  </a:lnTo>
                  <a:lnTo>
                    <a:pt x="1313783" y="219075"/>
                  </a:lnTo>
                  <a:lnTo>
                    <a:pt x="1309116" y="216599"/>
                  </a:lnTo>
                  <a:lnTo>
                    <a:pt x="1303306" y="216027"/>
                  </a:lnTo>
                  <a:lnTo>
                    <a:pt x="1301115" y="216408"/>
                  </a:lnTo>
                  <a:lnTo>
                    <a:pt x="1285018" y="223647"/>
                  </a:lnTo>
                  <a:lnTo>
                    <a:pt x="1279969" y="225933"/>
                  </a:lnTo>
                  <a:lnTo>
                    <a:pt x="1260539" y="227171"/>
                  </a:lnTo>
                  <a:lnTo>
                    <a:pt x="1258157" y="227933"/>
                  </a:lnTo>
                  <a:lnTo>
                    <a:pt x="1252252" y="231172"/>
                  </a:lnTo>
                  <a:lnTo>
                    <a:pt x="1250918" y="231458"/>
                  </a:lnTo>
                  <a:lnTo>
                    <a:pt x="1249680" y="231458"/>
                  </a:lnTo>
                  <a:lnTo>
                    <a:pt x="1248347" y="231172"/>
                  </a:lnTo>
                  <a:lnTo>
                    <a:pt x="1245965" y="229934"/>
                  </a:lnTo>
                  <a:lnTo>
                    <a:pt x="1244822" y="229457"/>
                  </a:lnTo>
                  <a:lnTo>
                    <a:pt x="1243489" y="229743"/>
                  </a:lnTo>
                  <a:lnTo>
                    <a:pt x="1242632" y="230505"/>
                  </a:lnTo>
                  <a:lnTo>
                    <a:pt x="1241108" y="232410"/>
                  </a:lnTo>
                  <a:lnTo>
                    <a:pt x="1240060" y="233077"/>
                  </a:lnTo>
                  <a:lnTo>
                    <a:pt x="1233011" y="235649"/>
                  </a:lnTo>
                  <a:lnTo>
                    <a:pt x="1223867" y="242411"/>
                  </a:lnTo>
                  <a:lnTo>
                    <a:pt x="1217295" y="246031"/>
                  </a:lnTo>
                  <a:lnTo>
                    <a:pt x="1211580" y="247936"/>
                  </a:lnTo>
                  <a:lnTo>
                    <a:pt x="1209294" y="248222"/>
                  </a:lnTo>
                  <a:lnTo>
                    <a:pt x="1207008" y="248031"/>
                  </a:lnTo>
                  <a:lnTo>
                    <a:pt x="1204817" y="247364"/>
                  </a:lnTo>
                  <a:lnTo>
                    <a:pt x="1199769" y="244221"/>
                  </a:lnTo>
                  <a:lnTo>
                    <a:pt x="1196816" y="243364"/>
                  </a:lnTo>
                  <a:lnTo>
                    <a:pt x="1195864" y="242792"/>
                  </a:lnTo>
                  <a:lnTo>
                    <a:pt x="1193102" y="239744"/>
                  </a:lnTo>
                  <a:lnTo>
                    <a:pt x="1192530" y="239649"/>
                  </a:lnTo>
                  <a:lnTo>
                    <a:pt x="1192054" y="240221"/>
                  </a:lnTo>
                  <a:lnTo>
                    <a:pt x="1191197" y="241268"/>
                  </a:lnTo>
                  <a:lnTo>
                    <a:pt x="1189292" y="243268"/>
                  </a:lnTo>
                  <a:lnTo>
                    <a:pt x="1187101" y="244792"/>
                  </a:lnTo>
                  <a:lnTo>
                    <a:pt x="1184910" y="245745"/>
                  </a:lnTo>
                  <a:lnTo>
                    <a:pt x="1182529" y="246031"/>
                  </a:lnTo>
                  <a:lnTo>
                    <a:pt x="1168432" y="241840"/>
                  </a:lnTo>
                  <a:lnTo>
                    <a:pt x="1164145" y="240792"/>
                  </a:lnTo>
                  <a:lnTo>
                    <a:pt x="1163384" y="240697"/>
                  </a:lnTo>
                  <a:lnTo>
                    <a:pt x="1161669" y="238792"/>
                  </a:lnTo>
                  <a:lnTo>
                    <a:pt x="1158716" y="237649"/>
                  </a:lnTo>
                  <a:lnTo>
                    <a:pt x="1147477" y="238506"/>
                  </a:lnTo>
                  <a:lnTo>
                    <a:pt x="1146239" y="237935"/>
                  </a:lnTo>
                  <a:lnTo>
                    <a:pt x="1145286" y="237363"/>
                  </a:lnTo>
                  <a:lnTo>
                    <a:pt x="1145095" y="236791"/>
                  </a:lnTo>
                  <a:lnTo>
                    <a:pt x="1144810" y="235363"/>
                  </a:lnTo>
                  <a:lnTo>
                    <a:pt x="1144715" y="234886"/>
                  </a:lnTo>
                  <a:lnTo>
                    <a:pt x="1144048" y="234410"/>
                  </a:lnTo>
                  <a:lnTo>
                    <a:pt x="1141952" y="234696"/>
                  </a:lnTo>
                  <a:lnTo>
                    <a:pt x="1140904" y="234220"/>
                  </a:lnTo>
                  <a:lnTo>
                    <a:pt x="1138047" y="233077"/>
                  </a:lnTo>
                  <a:lnTo>
                    <a:pt x="1136714" y="232315"/>
                  </a:lnTo>
                  <a:lnTo>
                    <a:pt x="1135380" y="231838"/>
                  </a:lnTo>
                  <a:lnTo>
                    <a:pt x="1128808" y="231172"/>
                  </a:lnTo>
                  <a:lnTo>
                    <a:pt x="1123378" y="232601"/>
                  </a:lnTo>
                  <a:lnTo>
                    <a:pt x="1122045" y="232696"/>
                  </a:lnTo>
                  <a:lnTo>
                    <a:pt x="1116616" y="230981"/>
                  </a:lnTo>
                  <a:lnTo>
                    <a:pt x="1112901" y="231648"/>
                  </a:lnTo>
                  <a:lnTo>
                    <a:pt x="1107186" y="231648"/>
                  </a:lnTo>
                  <a:lnTo>
                    <a:pt x="1099661" y="232982"/>
                  </a:lnTo>
                  <a:lnTo>
                    <a:pt x="1097661" y="232886"/>
                  </a:lnTo>
                  <a:lnTo>
                    <a:pt x="1095947" y="232696"/>
                  </a:lnTo>
                  <a:lnTo>
                    <a:pt x="1092613" y="230410"/>
                  </a:lnTo>
                  <a:lnTo>
                    <a:pt x="1085278" y="223933"/>
                  </a:lnTo>
                  <a:lnTo>
                    <a:pt x="1082231" y="220218"/>
                  </a:lnTo>
                  <a:lnTo>
                    <a:pt x="1081754" y="219075"/>
                  </a:lnTo>
                  <a:lnTo>
                    <a:pt x="1081278" y="218027"/>
                  </a:lnTo>
                  <a:lnTo>
                    <a:pt x="1080802" y="216980"/>
                  </a:lnTo>
                  <a:lnTo>
                    <a:pt x="1080135" y="216122"/>
                  </a:lnTo>
                  <a:lnTo>
                    <a:pt x="1078706" y="215551"/>
                  </a:lnTo>
                  <a:lnTo>
                    <a:pt x="1074325" y="214979"/>
                  </a:lnTo>
                  <a:lnTo>
                    <a:pt x="1073277" y="214408"/>
                  </a:lnTo>
                  <a:lnTo>
                    <a:pt x="1069372" y="211550"/>
                  </a:lnTo>
                  <a:lnTo>
                    <a:pt x="1068419" y="210503"/>
                  </a:lnTo>
                  <a:lnTo>
                    <a:pt x="1067943" y="209264"/>
                  </a:lnTo>
                  <a:lnTo>
                    <a:pt x="1068038" y="207931"/>
                  </a:lnTo>
                  <a:lnTo>
                    <a:pt x="1068515" y="206121"/>
                  </a:lnTo>
                  <a:lnTo>
                    <a:pt x="1067752" y="205550"/>
                  </a:lnTo>
                  <a:lnTo>
                    <a:pt x="1065657" y="205740"/>
                  </a:lnTo>
                  <a:lnTo>
                    <a:pt x="1064419" y="205550"/>
                  </a:lnTo>
                  <a:lnTo>
                    <a:pt x="1063847" y="204978"/>
                  </a:lnTo>
                  <a:lnTo>
                    <a:pt x="1063752" y="203930"/>
                  </a:lnTo>
                  <a:lnTo>
                    <a:pt x="1064990" y="200882"/>
                  </a:lnTo>
                  <a:lnTo>
                    <a:pt x="1065276" y="199930"/>
                  </a:lnTo>
                  <a:lnTo>
                    <a:pt x="1065276" y="198882"/>
                  </a:lnTo>
                  <a:lnTo>
                    <a:pt x="1064990" y="195834"/>
                  </a:lnTo>
                  <a:lnTo>
                    <a:pt x="1064038" y="191929"/>
                  </a:lnTo>
                  <a:lnTo>
                    <a:pt x="1063943" y="190214"/>
                  </a:lnTo>
                  <a:lnTo>
                    <a:pt x="1064228" y="188976"/>
                  </a:lnTo>
                  <a:lnTo>
                    <a:pt x="1064704" y="187928"/>
                  </a:lnTo>
                  <a:lnTo>
                    <a:pt x="1065181" y="186500"/>
                  </a:lnTo>
                  <a:lnTo>
                    <a:pt x="1065371" y="184404"/>
                  </a:lnTo>
                  <a:lnTo>
                    <a:pt x="1064800" y="183547"/>
                  </a:lnTo>
                  <a:lnTo>
                    <a:pt x="1062323" y="183356"/>
                  </a:lnTo>
                  <a:lnTo>
                    <a:pt x="1059752" y="182499"/>
                  </a:lnTo>
                  <a:lnTo>
                    <a:pt x="1059180" y="182499"/>
                  </a:lnTo>
                  <a:lnTo>
                    <a:pt x="1057561" y="182689"/>
                  </a:lnTo>
                  <a:lnTo>
                    <a:pt x="1056418" y="182309"/>
                  </a:lnTo>
                  <a:lnTo>
                    <a:pt x="1054513" y="180975"/>
                  </a:lnTo>
                  <a:lnTo>
                    <a:pt x="1054227" y="180785"/>
                  </a:lnTo>
                  <a:lnTo>
                    <a:pt x="1053370" y="180404"/>
                  </a:lnTo>
                  <a:lnTo>
                    <a:pt x="1034129" y="180023"/>
                  </a:lnTo>
                  <a:lnTo>
                    <a:pt x="1030986" y="177260"/>
                  </a:lnTo>
                  <a:lnTo>
                    <a:pt x="1029748" y="177546"/>
                  </a:lnTo>
                  <a:lnTo>
                    <a:pt x="1028414" y="178213"/>
                  </a:lnTo>
                  <a:lnTo>
                    <a:pt x="1026795" y="178403"/>
                  </a:lnTo>
                  <a:lnTo>
                    <a:pt x="1025081" y="177641"/>
                  </a:lnTo>
                  <a:lnTo>
                    <a:pt x="1023652" y="176593"/>
                  </a:lnTo>
                  <a:lnTo>
                    <a:pt x="1020985" y="174022"/>
                  </a:lnTo>
                  <a:lnTo>
                    <a:pt x="1020223" y="173450"/>
                  </a:lnTo>
                  <a:lnTo>
                    <a:pt x="1018603" y="172688"/>
                  </a:lnTo>
                  <a:lnTo>
                    <a:pt x="1017937" y="172022"/>
                  </a:lnTo>
                  <a:lnTo>
                    <a:pt x="1017460" y="171164"/>
                  </a:lnTo>
                  <a:lnTo>
                    <a:pt x="1016984" y="169259"/>
                  </a:lnTo>
                  <a:lnTo>
                    <a:pt x="1016699" y="168402"/>
                  </a:lnTo>
                  <a:lnTo>
                    <a:pt x="1016318" y="167831"/>
                  </a:lnTo>
                  <a:lnTo>
                    <a:pt x="1015270" y="166687"/>
                  </a:lnTo>
                  <a:lnTo>
                    <a:pt x="1014889" y="165830"/>
                  </a:lnTo>
                  <a:lnTo>
                    <a:pt x="1014032" y="162782"/>
                  </a:lnTo>
                  <a:lnTo>
                    <a:pt x="1013555" y="162020"/>
                  </a:lnTo>
                  <a:lnTo>
                    <a:pt x="1011555" y="160973"/>
                  </a:lnTo>
                  <a:lnTo>
                    <a:pt x="1003840" y="154210"/>
                  </a:lnTo>
                  <a:lnTo>
                    <a:pt x="1001554" y="152876"/>
                  </a:lnTo>
                  <a:lnTo>
                    <a:pt x="996886" y="151257"/>
                  </a:lnTo>
                  <a:lnTo>
                    <a:pt x="991172" y="150590"/>
                  </a:lnTo>
                  <a:lnTo>
                    <a:pt x="985457" y="151257"/>
                  </a:lnTo>
                  <a:lnTo>
                    <a:pt x="975169" y="154305"/>
                  </a:lnTo>
                  <a:lnTo>
                    <a:pt x="973931" y="154114"/>
                  </a:lnTo>
                  <a:lnTo>
                    <a:pt x="972884" y="153543"/>
                  </a:lnTo>
                  <a:lnTo>
                    <a:pt x="970788" y="151924"/>
                  </a:lnTo>
                  <a:lnTo>
                    <a:pt x="969359" y="151257"/>
                  </a:lnTo>
                  <a:lnTo>
                    <a:pt x="965168" y="150781"/>
                  </a:lnTo>
                  <a:lnTo>
                    <a:pt x="964787" y="150400"/>
                  </a:lnTo>
                  <a:lnTo>
                    <a:pt x="964597" y="149733"/>
                  </a:lnTo>
                  <a:lnTo>
                    <a:pt x="964501" y="148971"/>
                  </a:lnTo>
                  <a:lnTo>
                    <a:pt x="964501" y="148209"/>
                  </a:lnTo>
                  <a:lnTo>
                    <a:pt x="964311" y="147637"/>
                  </a:lnTo>
                  <a:lnTo>
                    <a:pt x="961453" y="145352"/>
                  </a:lnTo>
                  <a:lnTo>
                    <a:pt x="960025" y="144971"/>
                  </a:lnTo>
                  <a:lnTo>
                    <a:pt x="957262" y="144971"/>
                  </a:lnTo>
                  <a:lnTo>
                    <a:pt x="954595" y="144399"/>
                  </a:lnTo>
                  <a:lnTo>
                    <a:pt x="952119" y="143256"/>
                  </a:lnTo>
                  <a:lnTo>
                    <a:pt x="950595" y="142875"/>
                  </a:lnTo>
                  <a:lnTo>
                    <a:pt x="943261" y="143447"/>
                  </a:lnTo>
                  <a:lnTo>
                    <a:pt x="926878" y="138970"/>
                  </a:lnTo>
                  <a:lnTo>
                    <a:pt x="924211" y="139256"/>
                  </a:lnTo>
                  <a:lnTo>
                    <a:pt x="922306" y="140494"/>
                  </a:lnTo>
                  <a:lnTo>
                    <a:pt x="916495" y="145447"/>
                  </a:lnTo>
                  <a:lnTo>
                    <a:pt x="915162" y="146113"/>
                  </a:lnTo>
                  <a:lnTo>
                    <a:pt x="913733" y="146494"/>
                  </a:lnTo>
                  <a:lnTo>
                    <a:pt x="912209" y="146685"/>
                  </a:lnTo>
                  <a:lnTo>
                    <a:pt x="906113" y="145828"/>
                  </a:lnTo>
                  <a:lnTo>
                    <a:pt x="904399" y="146113"/>
                  </a:lnTo>
                  <a:lnTo>
                    <a:pt x="903160" y="146590"/>
                  </a:lnTo>
                  <a:lnTo>
                    <a:pt x="900017" y="148685"/>
                  </a:lnTo>
                  <a:lnTo>
                    <a:pt x="898493" y="149161"/>
                  </a:lnTo>
                  <a:lnTo>
                    <a:pt x="893635" y="149161"/>
                  </a:lnTo>
                  <a:lnTo>
                    <a:pt x="892302" y="149542"/>
                  </a:lnTo>
                  <a:lnTo>
                    <a:pt x="890207" y="151543"/>
                  </a:lnTo>
                  <a:lnTo>
                    <a:pt x="889064" y="152400"/>
                  </a:lnTo>
                  <a:lnTo>
                    <a:pt x="887254" y="152781"/>
                  </a:lnTo>
                  <a:lnTo>
                    <a:pt x="881920" y="152400"/>
                  </a:lnTo>
                  <a:lnTo>
                    <a:pt x="878300" y="153448"/>
                  </a:lnTo>
                  <a:lnTo>
                    <a:pt x="876776" y="154400"/>
                  </a:lnTo>
                  <a:lnTo>
                    <a:pt x="875348" y="155829"/>
                  </a:lnTo>
                  <a:lnTo>
                    <a:pt x="873824" y="157258"/>
                  </a:lnTo>
                  <a:lnTo>
                    <a:pt x="871061" y="159353"/>
                  </a:lnTo>
                  <a:lnTo>
                    <a:pt x="869918" y="161163"/>
                  </a:lnTo>
                  <a:lnTo>
                    <a:pt x="867347" y="164211"/>
                  </a:lnTo>
                  <a:lnTo>
                    <a:pt x="863346" y="166021"/>
                  </a:lnTo>
                  <a:lnTo>
                    <a:pt x="858965" y="166592"/>
                  </a:lnTo>
                  <a:lnTo>
                    <a:pt x="855535" y="165926"/>
                  </a:lnTo>
                  <a:lnTo>
                    <a:pt x="848773" y="162973"/>
                  </a:lnTo>
                  <a:lnTo>
                    <a:pt x="845629" y="162878"/>
                  </a:lnTo>
                  <a:lnTo>
                    <a:pt x="839438" y="167354"/>
                  </a:lnTo>
                  <a:lnTo>
                    <a:pt x="835914" y="167164"/>
                  </a:lnTo>
                  <a:lnTo>
                    <a:pt x="832294" y="165544"/>
                  </a:lnTo>
                  <a:lnTo>
                    <a:pt x="829151" y="163259"/>
                  </a:lnTo>
                  <a:lnTo>
                    <a:pt x="827342" y="162306"/>
                  </a:lnTo>
                  <a:lnTo>
                    <a:pt x="825627" y="161925"/>
                  </a:lnTo>
                  <a:lnTo>
                    <a:pt x="820388" y="162497"/>
                  </a:lnTo>
                  <a:lnTo>
                    <a:pt x="818769" y="161925"/>
                  </a:lnTo>
                  <a:lnTo>
                    <a:pt x="817531" y="160496"/>
                  </a:lnTo>
                  <a:lnTo>
                    <a:pt x="816864" y="158115"/>
                  </a:lnTo>
                  <a:lnTo>
                    <a:pt x="814864" y="153734"/>
                  </a:lnTo>
                  <a:lnTo>
                    <a:pt x="811054" y="152781"/>
                  </a:lnTo>
                  <a:lnTo>
                    <a:pt x="802862" y="153924"/>
                  </a:lnTo>
                  <a:lnTo>
                    <a:pt x="800386" y="153257"/>
                  </a:lnTo>
                  <a:lnTo>
                    <a:pt x="798290" y="152305"/>
                  </a:lnTo>
                  <a:lnTo>
                    <a:pt x="791718" y="147352"/>
                  </a:lnTo>
                  <a:lnTo>
                    <a:pt x="784193" y="145352"/>
                  </a:lnTo>
                  <a:lnTo>
                    <a:pt x="784098" y="145352"/>
                  </a:lnTo>
                  <a:lnTo>
                    <a:pt x="782479" y="144018"/>
                  </a:lnTo>
                  <a:lnTo>
                    <a:pt x="778574" y="136779"/>
                  </a:lnTo>
                  <a:lnTo>
                    <a:pt x="776383" y="134969"/>
                  </a:lnTo>
                  <a:lnTo>
                    <a:pt x="771144" y="134207"/>
                  </a:lnTo>
                  <a:lnTo>
                    <a:pt x="768763" y="133255"/>
                  </a:lnTo>
                  <a:lnTo>
                    <a:pt x="767525" y="131731"/>
                  </a:lnTo>
                  <a:lnTo>
                    <a:pt x="766382" y="129540"/>
                  </a:lnTo>
                  <a:lnTo>
                    <a:pt x="765810" y="127063"/>
                  </a:lnTo>
                  <a:lnTo>
                    <a:pt x="766096" y="124587"/>
                  </a:lnTo>
                  <a:lnTo>
                    <a:pt x="767143" y="122587"/>
                  </a:lnTo>
                  <a:lnTo>
                    <a:pt x="768382" y="120777"/>
                  </a:lnTo>
                  <a:lnTo>
                    <a:pt x="768858" y="118967"/>
                  </a:lnTo>
                  <a:lnTo>
                    <a:pt x="767715" y="116491"/>
                  </a:lnTo>
                  <a:lnTo>
                    <a:pt x="764476" y="113919"/>
                  </a:lnTo>
                  <a:lnTo>
                    <a:pt x="762952" y="112300"/>
                  </a:lnTo>
                  <a:lnTo>
                    <a:pt x="762191" y="109728"/>
                  </a:lnTo>
                  <a:lnTo>
                    <a:pt x="762762" y="107442"/>
                  </a:lnTo>
                  <a:lnTo>
                    <a:pt x="763715" y="105156"/>
                  </a:lnTo>
                  <a:lnTo>
                    <a:pt x="764095" y="102870"/>
                  </a:lnTo>
                  <a:lnTo>
                    <a:pt x="762857" y="100679"/>
                  </a:lnTo>
                  <a:lnTo>
                    <a:pt x="763429" y="99632"/>
                  </a:lnTo>
                  <a:lnTo>
                    <a:pt x="763715" y="98488"/>
                  </a:lnTo>
                  <a:lnTo>
                    <a:pt x="763619" y="97250"/>
                  </a:lnTo>
                  <a:lnTo>
                    <a:pt x="763048" y="96107"/>
                  </a:lnTo>
                  <a:lnTo>
                    <a:pt x="761619" y="93821"/>
                  </a:lnTo>
                  <a:lnTo>
                    <a:pt x="760190" y="90678"/>
                  </a:lnTo>
                  <a:lnTo>
                    <a:pt x="759238" y="87344"/>
                  </a:lnTo>
                  <a:lnTo>
                    <a:pt x="759047" y="84201"/>
                  </a:lnTo>
                  <a:lnTo>
                    <a:pt x="759333" y="81439"/>
                  </a:lnTo>
                  <a:lnTo>
                    <a:pt x="759428" y="80010"/>
                  </a:lnTo>
                  <a:lnTo>
                    <a:pt x="759333" y="78581"/>
                  </a:lnTo>
                  <a:lnTo>
                    <a:pt x="758857" y="77057"/>
                  </a:lnTo>
                  <a:lnTo>
                    <a:pt x="758571" y="76200"/>
                  </a:lnTo>
                  <a:lnTo>
                    <a:pt x="758666" y="75438"/>
                  </a:lnTo>
                  <a:lnTo>
                    <a:pt x="760952" y="71533"/>
                  </a:lnTo>
                  <a:lnTo>
                    <a:pt x="761714" y="69818"/>
                  </a:lnTo>
                  <a:lnTo>
                    <a:pt x="761238" y="68389"/>
                  </a:lnTo>
                  <a:lnTo>
                    <a:pt x="756285" y="64961"/>
                  </a:lnTo>
                  <a:lnTo>
                    <a:pt x="755428" y="64103"/>
                  </a:lnTo>
                  <a:lnTo>
                    <a:pt x="754190" y="63341"/>
                  </a:lnTo>
                  <a:lnTo>
                    <a:pt x="750189" y="63056"/>
                  </a:lnTo>
                  <a:lnTo>
                    <a:pt x="749141" y="62484"/>
                  </a:lnTo>
                  <a:lnTo>
                    <a:pt x="747332" y="60865"/>
                  </a:lnTo>
                  <a:lnTo>
                    <a:pt x="746379" y="60579"/>
                  </a:lnTo>
                  <a:lnTo>
                    <a:pt x="742093" y="60865"/>
                  </a:lnTo>
                  <a:lnTo>
                    <a:pt x="740759" y="60293"/>
                  </a:lnTo>
                  <a:lnTo>
                    <a:pt x="737902" y="58198"/>
                  </a:lnTo>
                  <a:lnTo>
                    <a:pt x="736949" y="57721"/>
                  </a:lnTo>
                  <a:lnTo>
                    <a:pt x="735520" y="57531"/>
                  </a:lnTo>
                  <a:lnTo>
                    <a:pt x="732758" y="57721"/>
                  </a:lnTo>
                  <a:lnTo>
                    <a:pt x="728853" y="56102"/>
                  </a:lnTo>
                  <a:lnTo>
                    <a:pt x="726567" y="55531"/>
                  </a:lnTo>
                  <a:lnTo>
                    <a:pt x="724186" y="55816"/>
                  </a:lnTo>
                  <a:lnTo>
                    <a:pt x="719233" y="57721"/>
                  </a:lnTo>
                  <a:lnTo>
                    <a:pt x="717328" y="57721"/>
                  </a:lnTo>
                  <a:lnTo>
                    <a:pt x="715423" y="56579"/>
                  </a:lnTo>
                  <a:lnTo>
                    <a:pt x="713613" y="54197"/>
                  </a:lnTo>
                  <a:lnTo>
                    <a:pt x="711518" y="52292"/>
                  </a:lnTo>
                  <a:lnTo>
                    <a:pt x="709422" y="51816"/>
                  </a:lnTo>
                  <a:lnTo>
                    <a:pt x="707231" y="51721"/>
                  </a:lnTo>
                  <a:lnTo>
                    <a:pt x="705041" y="51149"/>
                  </a:lnTo>
                  <a:lnTo>
                    <a:pt x="702469" y="49054"/>
                  </a:lnTo>
                  <a:lnTo>
                    <a:pt x="679799" y="37338"/>
                  </a:lnTo>
                  <a:lnTo>
                    <a:pt x="676275" y="36195"/>
                  </a:lnTo>
                  <a:lnTo>
                    <a:pt x="673036" y="34290"/>
                  </a:lnTo>
                  <a:lnTo>
                    <a:pt x="657225" y="34385"/>
                  </a:lnTo>
                  <a:lnTo>
                    <a:pt x="651319" y="33337"/>
                  </a:lnTo>
                  <a:lnTo>
                    <a:pt x="646462" y="33909"/>
                  </a:lnTo>
                  <a:lnTo>
                    <a:pt x="641794" y="32385"/>
                  </a:lnTo>
                  <a:lnTo>
                    <a:pt x="638175" y="29051"/>
                  </a:lnTo>
                  <a:lnTo>
                    <a:pt x="634746" y="24956"/>
                  </a:lnTo>
                  <a:lnTo>
                    <a:pt x="630841" y="21241"/>
                  </a:lnTo>
                  <a:lnTo>
                    <a:pt x="629222" y="20574"/>
                  </a:lnTo>
                  <a:lnTo>
                    <a:pt x="622840" y="20384"/>
                  </a:lnTo>
                  <a:lnTo>
                    <a:pt x="610552" y="16669"/>
                  </a:lnTo>
                  <a:lnTo>
                    <a:pt x="609028" y="15907"/>
                  </a:lnTo>
                  <a:lnTo>
                    <a:pt x="607981" y="14573"/>
                  </a:lnTo>
                  <a:lnTo>
                    <a:pt x="606933" y="12954"/>
                  </a:lnTo>
                  <a:lnTo>
                    <a:pt x="605695" y="11620"/>
                  </a:lnTo>
                  <a:lnTo>
                    <a:pt x="603980" y="10573"/>
                  </a:lnTo>
                  <a:lnTo>
                    <a:pt x="594741" y="7239"/>
                  </a:lnTo>
                  <a:lnTo>
                    <a:pt x="593217" y="6096"/>
                  </a:lnTo>
                  <a:lnTo>
                    <a:pt x="592074" y="4191"/>
                  </a:lnTo>
                  <a:lnTo>
                    <a:pt x="591502" y="1429"/>
                  </a:lnTo>
                  <a:lnTo>
                    <a:pt x="590169" y="476"/>
                  </a:lnTo>
                  <a:lnTo>
                    <a:pt x="589693" y="0"/>
                  </a:lnTo>
                  <a:lnTo>
                    <a:pt x="587502" y="95"/>
                  </a:lnTo>
                  <a:lnTo>
                    <a:pt x="585883" y="2000"/>
                  </a:lnTo>
                  <a:lnTo>
                    <a:pt x="585502" y="3429"/>
                  </a:lnTo>
                  <a:lnTo>
                    <a:pt x="585502" y="6286"/>
                  </a:lnTo>
                  <a:lnTo>
                    <a:pt x="585407" y="7715"/>
                  </a:lnTo>
                  <a:lnTo>
                    <a:pt x="584930" y="8954"/>
                  </a:lnTo>
                  <a:lnTo>
                    <a:pt x="582930" y="11716"/>
                  </a:lnTo>
                  <a:lnTo>
                    <a:pt x="582454" y="13049"/>
                  </a:lnTo>
                  <a:lnTo>
                    <a:pt x="581692" y="17050"/>
                  </a:lnTo>
                  <a:lnTo>
                    <a:pt x="578263" y="24289"/>
                  </a:lnTo>
                  <a:lnTo>
                    <a:pt x="576739" y="26480"/>
                  </a:lnTo>
                  <a:lnTo>
                    <a:pt x="575119" y="28385"/>
                  </a:lnTo>
                  <a:lnTo>
                    <a:pt x="573405" y="29813"/>
                  </a:lnTo>
                  <a:lnTo>
                    <a:pt x="563213" y="32671"/>
                  </a:lnTo>
                  <a:lnTo>
                    <a:pt x="558260" y="35052"/>
                  </a:lnTo>
                  <a:lnTo>
                    <a:pt x="555212" y="40481"/>
                  </a:lnTo>
                  <a:lnTo>
                    <a:pt x="554641" y="42101"/>
                  </a:lnTo>
                  <a:lnTo>
                    <a:pt x="553402" y="44958"/>
                  </a:lnTo>
                  <a:lnTo>
                    <a:pt x="552831" y="46482"/>
                  </a:lnTo>
                  <a:lnTo>
                    <a:pt x="552641" y="48482"/>
                  </a:lnTo>
                  <a:lnTo>
                    <a:pt x="553117" y="52102"/>
                  </a:lnTo>
                  <a:lnTo>
                    <a:pt x="552926" y="54102"/>
                  </a:lnTo>
                  <a:lnTo>
                    <a:pt x="552355" y="55626"/>
                  </a:lnTo>
                  <a:lnTo>
                    <a:pt x="548068" y="54769"/>
                  </a:lnTo>
                  <a:lnTo>
                    <a:pt x="546640" y="54864"/>
                  </a:lnTo>
                  <a:lnTo>
                    <a:pt x="544259" y="56102"/>
                  </a:lnTo>
                  <a:lnTo>
                    <a:pt x="543497" y="56388"/>
                  </a:lnTo>
                  <a:lnTo>
                    <a:pt x="542830" y="57150"/>
                  </a:lnTo>
                  <a:lnTo>
                    <a:pt x="541877" y="58960"/>
                  </a:lnTo>
                  <a:lnTo>
                    <a:pt x="539401" y="64580"/>
                  </a:lnTo>
                  <a:lnTo>
                    <a:pt x="538829" y="65723"/>
                  </a:lnTo>
                  <a:lnTo>
                    <a:pt x="537305" y="67723"/>
                  </a:lnTo>
                  <a:lnTo>
                    <a:pt x="536734" y="68866"/>
                  </a:lnTo>
                  <a:lnTo>
                    <a:pt x="536353" y="70294"/>
                  </a:lnTo>
                  <a:lnTo>
                    <a:pt x="536353" y="71533"/>
                  </a:lnTo>
                  <a:lnTo>
                    <a:pt x="537019" y="74486"/>
                  </a:lnTo>
                  <a:lnTo>
                    <a:pt x="537210" y="76200"/>
                  </a:lnTo>
                  <a:lnTo>
                    <a:pt x="537019" y="77534"/>
                  </a:lnTo>
                  <a:lnTo>
                    <a:pt x="535495" y="81439"/>
                  </a:lnTo>
                  <a:lnTo>
                    <a:pt x="535210" y="82677"/>
                  </a:lnTo>
                  <a:lnTo>
                    <a:pt x="534734" y="85439"/>
                  </a:lnTo>
                  <a:lnTo>
                    <a:pt x="533972" y="88297"/>
                  </a:lnTo>
                  <a:lnTo>
                    <a:pt x="530543" y="95440"/>
                  </a:lnTo>
                  <a:lnTo>
                    <a:pt x="530733" y="98012"/>
                  </a:lnTo>
                  <a:lnTo>
                    <a:pt x="532162" y="100489"/>
                  </a:lnTo>
                  <a:lnTo>
                    <a:pt x="534067" y="102394"/>
                  </a:lnTo>
                  <a:lnTo>
                    <a:pt x="536543" y="104108"/>
                  </a:lnTo>
                  <a:lnTo>
                    <a:pt x="537115" y="104965"/>
                  </a:lnTo>
                  <a:lnTo>
                    <a:pt x="537591" y="106013"/>
                  </a:lnTo>
                  <a:lnTo>
                    <a:pt x="538353" y="106966"/>
                  </a:lnTo>
                  <a:lnTo>
                    <a:pt x="539972" y="108299"/>
                  </a:lnTo>
                  <a:lnTo>
                    <a:pt x="540258" y="109252"/>
                  </a:lnTo>
                  <a:lnTo>
                    <a:pt x="537972" y="112490"/>
                  </a:lnTo>
                  <a:lnTo>
                    <a:pt x="537877" y="114300"/>
                  </a:lnTo>
                  <a:lnTo>
                    <a:pt x="539401" y="118586"/>
                  </a:lnTo>
                  <a:lnTo>
                    <a:pt x="541973" y="125254"/>
                  </a:lnTo>
                  <a:lnTo>
                    <a:pt x="542830" y="126873"/>
                  </a:lnTo>
                  <a:lnTo>
                    <a:pt x="543973" y="128016"/>
                  </a:lnTo>
                  <a:lnTo>
                    <a:pt x="547973" y="131159"/>
                  </a:lnTo>
                  <a:lnTo>
                    <a:pt x="549402" y="131731"/>
                  </a:lnTo>
                  <a:lnTo>
                    <a:pt x="552641" y="132302"/>
                  </a:lnTo>
                  <a:lnTo>
                    <a:pt x="553974" y="132874"/>
                  </a:lnTo>
                  <a:lnTo>
                    <a:pt x="555308" y="133922"/>
                  </a:lnTo>
                  <a:lnTo>
                    <a:pt x="556260" y="135541"/>
                  </a:lnTo>
                  <a:lnTo>
                    <a:pt x="556641" y="137636"/>
                  </a:lnTo>
                  <a:lnTo>
                    <a:pt x="556641" y="137636"/>
                  </a:lnTo>
                  <a:lnTo>
                    <a:pt x="556641" y="137636"/>
                  </a:lnTo>
                  <a:lnTo>
                    <a:pt x="556451" y="140303"/>
                  </a:lnTo>
                  <a:lnTo>
                    <a:pt x="554831" y="145256"/>
                  </a:lnTo>
                  <a:lnTo>
                    <a:pt x="554545" y="147923"/>
                  </a:lnTo>
                  <a:lnTo>
                    <a:pt x="555022" y="150590"/>
                  </a:lnTo>
                  <a:lnTo>
                    <a:pt x="555117" y="151924"/>
                  </a:lnTo>
                  <a:lnTo>
                    <a:pt x="554926" y="153543"/>
                  </a:lnTo>
                  <a:lnTo>
                    <a:pt x="554641" y="154877"/>
                  </a:lnTo>
                  <a:lnTo>
                    <a:pt x="546354" y="172879"/>
                  </a:lnTo>
                  <a:lnTo>
                    <a:pt x="543306" y="176212"/>
                  </a:lnTo>
                  <a:lnTo>
                    <a:pt x="535876" y="180308"/>
                  </a:lnTo>
                  <a:lnTo>
                    <a:pt x="534162" y="181832"/>
                  </a:lnTo>
                  <a:lnTo>
                    <a:pt x="532733" y="183833"/>
                  </a:lnTo>
                  <a:lnTo>
                    <a:pt x="531781" y="184404"/>
                  </a:lnTo>
                  <a:lnTo>
                    <a:pt x="530828" y="183737"/>
                  </a:lnTo>
                  <a:lnTo>
                    <a:pt x="529018" y="181737"/>
                  </a:lnTo>
                  <a:lnTo>
                    <a:pt x="527971" y="181261"/>
                  </a:lnTo>
                  <a:lnTo>
                    <a:pt x="526733" y="181547"/>
                  </a:lnTo>
                  <a:lnTo>
                    <a:pt x="521970" y="183833"/>
                  </a:lnTo>
                  <a:lnTo>
                    <a:pt x="517969" y="184880"/>
                  </a:lnTo>
                  <a:lnTo>
                    <a:pt x="517779" y="185547"/>
                  </a:lnTo>
                  <a:lnTo>
                    <a:pt x="518255" y="186595"/>
                  </a:lnTo>
                  <a:lnTo>
                    <a:pt x="518732" y="188119"/>
                  </a:lnTo>
                  <a:lnTo>
                    <a:pt x="518350" y="190595"/>
                  </a:lnTo>
                  <a:lnTo>
                    <a:pt x="516731" y="192596"/>
                  </a:lnTo>
                  <a:lnTo>
                    <a:pt x="513112" y="195358"/>
                  </a:lnTo>
                  <a:lnTo>
                    <a:pt x="508730" y="198501"/>
                  </a:lnTo>
                  <a:lnTo>
                    <a:pt x="506159" y="199739"/>
                  </a:lnTo>
                  <a:lnTo>
                    <a:pt x="503968" y="200501"/>
                  </a:lnTo>
                  <a:lnTo>
                    <a:pt x="501872" y="200406"/>
                  </a:lnTo>
                  <a:lnTo>
                    <a:pt x="498919" y="199835"/>
                  </a:lnTo>
                  <a:lnTo>
                    <a:pt x="496157" y="198501"/>
                  </a:lnTo>
                  <a:lnTo>
                    <a:pt x="494919" y="196406"/>
                  </a:lnTo>
                  <a:lnTo>
                    <a:pt x="494443" y="194977"/>
                  </a:lnTo>
                  <a:lnTo>
                    <a:pt x="493395" y="194215"/>
                  </a:lnTo>
                  <a:lnTo>
                    <a:pt x="492633" y="193929"/>
                  </a:lnTo>
                  <a:lnTo>
                    <a:pt x="491109" y="193358"/>
                  </a:lnTo>
                  <a:lnTo>
                    <a:pt x="490347" y="192500"/>
                  </a:lnTo>
                  <a:lnTo>
                    <a:pt x="488442" y="189071"/>
                  </a:lnTo>
                  <a:lnTo>
                    <a:pt x="486442" y="187357"/>
                  </a:lnTo>
                  <a:lnTo>
                    <a:pt x="472440" y="185166"/>
                  </a:lnTo>
                  <a:lnTo>
                    <a:pt x="471297" y="185452"/>
                  </a:lnTo>
                  <a:lnTo>
                    <a:pt x="468440" y="188500"/>
                  </a:lnTo>
                  <a:lnTo>
                    <a:pt x="467297" y="189357"/>
                  </a:lnTo>
                  <a:lnTo>
                    <a:pt x="466249" y="189738"/>
                  </a:lnTo>
                  <a:lnTo>
                    <a:pt x="465392" y="189452"/>
                  </a:lnTo>
                  <a:lnTo>
                    <a:pt x="464534" y="187928"/>
                  </a:lnTo>
                  <a:lnTo>
                    <a:pt x="463772" y="186118"/>
                  </a:lnTo>
                  <a:lnTo>
                    <a:pt x="463010" y="184976"/>
                  </a:lnTo>
                  <a:lnTo>
                    <a:pt x="461962" y="184499"/>
                  </a:lnTo>
                  <a:lnTo>
                    <a:pt x="460439" y="184499"/>
                  </a:lnTo>
                  <a:lnTo>
                    <a:pt x="459010" y="185166"/>
                  </a:lnTo>
                  <a:lnTo>
                    <a:pt x="456438" y="186976"/>
                  </a:lnTo>
                  <a:lnTo>
                    <a:pt x="455104" y="187452"/>
                  </a:lnTo>
                  <a:lnTo>
                    <a:pt x="453676" y="187166"/>
                  </a:lnTo>
                  <a:lnTo>
                    <a:pt x="452437" y="186500"/>
                  </a:lnTo>
                  <a:lnTo>
                    <a:pt x="450247" y="184118"/>
                  </a:lnTo>
                  <a:lnTo>
                    <a:pt x="447866" y="182309"/>
                  </a:lnTo>
                  <a:lnTo>
                    <a:pt x="439960" y="178689"/>
                  </a:lnTo>
                  <a:lnTo>
                    <a:pt x="439960" y="178689"/>
                  </a:lnTo>
                  <a:lnTo>
                    <a:pt x="439960" y="178689"/>
                  </a:lnTo>
                  <a:lnTo>
                    <a:pt x="439960" y="178689"/>
                  </a:lnTo>
                  <a:lnTo>
                    <a:pt x="439198" y="178403"/>
                  </a:lnTo>
                  <a:lnTo>
                    <a:pt x="438341" y="178213"/>
                  </a:lnTo>
                  <a:lnTo>
                    <a:pt x="437578" y="178308"/>
                  </a:lnTo>
                  <a:lnTo>
                    <a:pt x="436817" y="178689"/>
                  </a:lnTo>
                  <a:lnTo>
                    <a:pt x="436054" y="179356"/>
                  </a:lnTo>
                  <a:lnTo>
                    <a:pt x="435292" y="180118"/>
                  </a:lnTo>
                  <a:lnTo>
                    <a:pt x="434626" y="180975"/>
                  </a:lnTo>
                  <a:lnTo>
                    <a:pt x="434054" y="182023"/>
                  </a:lnTo>
                  <a:lnTo>
                    <a:pt x="432625" y="183166"/>
                  </a:lnTo>
                  <a:lnTo>
                    <a:pt x="431292" y="182689"/>
                  </a:lnTo>
                  <a:lnTo>
                    <a:pt x="430340" y="180975"/>
                  </a:lnTo>
                  <a:lnTo>
                    <a:pt x="429768" y="178689"/>
                  </a:lnTo>
                  <a:lnTo>
                    <a:pt x="429768" y="178689"/>
                  </a:lnTo>
                  <a:lnTo>
                    <a:pt x="428434" y="176879"/>
                  </a:lnTo>
                  <a:lnTo>
                    <a:pt x="426339" y="176498"/>
                  </a:lnTo>
                  <a:lnTo>
                    <a:pt x="424243" y="177165"/>
                  </a:lnTo>
                  <a:lnTo>
                    <a:pt x="422719" y="178689"/>
                  </a:lnTo>
                  <a:lnTo>
                    <a:pt x="420719" y="181547"/>
                  </a:lnTo>
                  <a:lnTo>
                    <a:pt x="418528" y="182499"/>
                  </a:lnTo>
                  <a:lnTo>
                    <a:pt x="413480" y="183261"/>
                  </a:lnTo>
                  <a:lnTo>
                    <a:pt x="412433" y="184023"/>
                  </a:lnTo>
                  <a:lnTo>
                    <a:pt x="411004" y="186214"/>
                  </a:lnTo>
                  <a:lnTo>
                    <a:pt x="410147" y="187166"/>
                  </a:lnTo>
                  <a:lnTo>
                    <a:pt x="409099" y="187357"/>
                  </a:lnTo>
                  <a:lnTo>
                    <a:pt x="408051" y="186881"/>
                  </a:lnTo>
                  <a:lnTo>
                    <a:pt x="407860" y="186785"/>
                  </a:lnTo>
                  <a:lnTo>
                    <a:pt x="407003" y="186023"/>
                  </a:lnTo>
                  <a:lnTo>
                    <a:pt x="406146" y="185071"/>
                  </a:lnTo>
                  <a:lnTo>
                    <a:pt x="403765" y="183071"/>
                  </a:lnTo>
                  <a:lnTo>
                    <a:pt x="401384" y="182404"/>
                  </a:lnTo>
                  <a:lnTo>
                    <a:pt x="386715" y="182594"/>
                  </a:lnTo>
                  <a:lnTo>
                    <a:pt x="384239" y="181070"/>
                  </a:lnTo>
                  <a:lnTo>
                    <a:pt x="383858" y="180594"/>
                  </a:lnTo>
                  <a:lnTo>
                    <a:pt x="382905" y="178689"/>
                  </a:lnTo>
                  <a:lnTo>
                    <a:pt x="381667" y="176117"/>
                  </a:lnTo>
                  <a:lnTo>
                    <a:pt x="380333" y="174784"/>
                  </a:lnTo>
                  <a:lnTo>
                    <a:pt x="378619" y="174403"/>
                  </a:lnTo>
                  <a:lnTo>
                    <a:pt x="369379" y="174784"/>
                  </a:lnTo>
                  <a:lnTo>
                    <a:pt x="364331" y="176689"/>
                  </a:lnTo>
                  <a:lnTo>
                    <a:pt x="362998" y="176879"/>
                  </a:lnTo>
                  <a:lnTo>
                    <a:pt x="361855" y="176498"/>
                  </a:lnTo>
                  <a:lnTo>
                    <a:pt x="361283" y="175641"/>
                  </a:lnTo>
                  <a:lnTo>
                    <a:pt x="360331" y="173355"/>
                  </a:lnTo>
                  <a:lnTo>
                    <a:pt x="359759" y="172307"/>
                  </a:lnTo>
                  <a:lnTo>
                    <a:pt x="357473" y="170116"/>
                  </a:lnTo>
                  <a:lnTo>
                    <a:pt x="356902" y="169164"/>
                  </a:lnTo>
                  <a:lnTo>
                    <a:pt x="356521" y="167926"/>
                  </a:lnTo>
                  <a:lnTo>
                    <a:pt x="356330" y="166687"/>
                  </a:lnTo>
                  <a:lnTo>
                    <a:pt x="355949" y="165640"/>
                  </a:lnTo>
                  <a:lnTo>
                    <a:pt x="355092" y="164878"/>
                  </a:lnTo>
                  <a:lnTo>
                    <a:pt x="350710" y="162878"/>
                  </a:lnTo>
                  <a:lnTo>
                    <a:pt x="349472" y="161544"/>
                  </a:lnTo>
                  <a:lnTo>
                    <a:pt x="348710" y="159830"/>
                  </a:lnTo>
                  <a:lnTo>
                    <a:pt x="348234" y="157734"/>
                  </a:lnTo>
                  <a:lnTo>
                    <a:pt x="347567" y="153448"/>
                  </a:lnTo>
                  <a:lnTo>
                    <a:pt x="347282" y="144971"/>
                  </a:lnTo>
                  <a:lnTo>
                    <a:pt x="346900" y="142875"/>
                  </a:lnTo>
                  <a:lnTo>
                    <a:pt x="344805" y="137636"/>
                  </a:lnTo>
                  <a:lnTo>
                    <a:pt x="344710" y="134588"/>
                  </a:lnTo>
                  <a:lnTo>
                    <a:pt x="344424" y="133350"/>
                  </a:lnTo>
                  <a:lnTo>
                    <a:pt x="343662" y="132302"/>
                  </a:lnTo>
                  <a:lnTo>
                    <a:pt x="342519" y="131636"/>
                  </a:lnTo>
                  <a:lnTo>
                    <a:pt x="324136" y="130874"/>
                  </a:lnTo>
                  <a:lnTo>
                    <a:pt x="305657" y="130016"/>
                  </a:lnTo>
                  <a:lnTo>
                    <a:pt x="299561" y="128016"/>
                  </a:lnTo>
                  <a:lnTo>
                    <a:pt x="287274" y="128778"/>
                  </a:lnTo>
                  <a:lnTo>
                    <a:pt x="284702" y="128778"/>
                  </a:lnTo>
                  <a:lnTo>
                    <a:pt x="282892" y="128873"/>
                  </a:lnTo>
                  <a:lnTo>
                    <a:pt x="279559" y="127921"/>
                  </a:lnTo>
                  <a:lnTo>
                    <a:pt x="278606" y="127444"/>
                  </a:lnTo>
                  <a:lnTo>
                    <a:pt x="277940" y="126873"/>
                  </a:lnTo>
                  <a:lnTo>
                    <a:pt x="277463" y="125920"/>
                  </a:lnTo>
                  <a:lnTo>
                    <a:pt x="276892" y="124206"/>
                  </a:lnTo>
                  <a:lnTo>
                    <a:pt x="275939" y="120967"/>
                  </a:lnTo>
                  <a:lnTo>
                    <a:pt x="276034" y="116967"/>
                  </a:lnTo>
                  <a:lnTo>
                    <a:pt x="275368" y="114014"/>
                  </a:lnTo>
                  <a:lnTo>
                    <a:pt x="273177" y="112776"/>
                  </a:lnTo>
                  <a:lnTo>
                    <a:pt x="269843" y="112586"/>
                  </a:lnTo>
                  <a:lnTo>
                    <a:pt x="266605" y="113157"/>
                  </a:lnTo>
                  <a:lnTo>
                    <a:pt x="264700" y="114586"/>
                  </a:lnTo>
                  <a:lnTo>
                    <a:pt x="264319" y="115919"/>
                  </a:lnTo>
                  <a:lnTo>
                    <a:pt x="264033" y="118682"/>
                  </a:lnTo>
                  <a:lnTo>
                    <a:pt x="263366" y="120015"/>
                  </a:lnTo>
                  <a:lnTo>
                    <a:pt x="262509" y="121158"/>
                  </a:lnTo>
                  <a:lnTo>
                    <a:pt x="261271" y="122015"/>
                  </a:lnTo>
                  <a:lnTo>
                    <a:pt x="260033" y="122491"/>
                  </a:lnTo>
                  <a:lnTo>
                    <a:pt x="258889" y="122587"/>
                  </a:lnTo>
                  <a:lnTo>
                    <a:pt x="256889" y="121539"/>
                  </a:lnTo>
                  <a:lnTo>
                    <a:pt x="253841" y="116872"/>
                  </a:lnTo>
                  <a:lnTo>
                    <a:pt x="251841" y="115443"/>
                  </a:lnTo>
                  <a:lnTo>
                    <a:pt x="249650" y="114586"/>
                  </a:lnTo>
                  <a:lnTo>
                    <a:pt x="248031" y="113348"/>
                  </a:lnTo>
                  <a:lnTo>
                    <a:pt x="246697" y="111157"/>
                  </a:lnTo>
                  <a:lnTo>
                    <a:pt x="245745" y="108013"/>
                  </a:lnTo>
                  <a:lnTo>
                    <a:pt x="244888" y="106680"/>
                  </a:lnTo>
                  <a:lnTo>
                    <a:pt x="243650" y="106489"/>
                  </a:lnTo>
                  <a:lnTo>
                    <a:pt x="242316" y="106870"/>
                  </a:lnTo>
                  <a:lnTo>
                    <a:pt x="241268" y="107537"/>
                  </a:lnTo>
                  <a:lnTo>
                    <a:pt x="240601" y="108585"/>
                  </a:lnTo>
                  <a:lnTo>
                    <a:pt x="240316" y="109918"/>
                  </a:lnTo>
                  <a:lnTo>
                    <a:pt x="240316" y="111347"/>
                  </a:lnTo>
                  <a:lnTo>
                    <a:pt x="240221" y="112871"/>
                  </a:lnTo>
                  <a:lnTo>
                    <a:pt x="237458" y="118777"/>
                  </a:lnTo>
                  <a:lnTo>
                    <a:pt x="233077" y="121349"/>
                  </a:lnTo>
                  <a:lnTo>
                    <a:pt x="227933" y="121634"/>
                  </a:lnTo>
                  <a:lnTo>
                    <a:pt x="219361" y="119920"/>
                  </a:lnTo>
                  <a:lnTo>
                    <a:pt x="215455" y="120396"/>
                  </a:lnTo>
                  <a:lnTo>
                    <a:pt x="211455" y="121825"/>
                  </a:lnTo>
                  <a:lnTo>
                    <a:pt x="207835" y="124111"/>
                  </a:lnTo>
                  <a:lnTo>
                    <a:pt x="206407" y="125444"/>
                  </a:lnTo>
                  <a:lnTo>
                    <a:pt x="203740" y="130492"/>
                  </a:lnTo>
                  <a:lnTo>
                    <a:pt x="202311" y="131921"/>
                  </a:lnTo>
                  <a:lnTo>
                    <a:pt x="196977" y="134017"/>
                  </a:lnTo>
                  <a:lnTo>
                    <a:pt x="195739" y="135446"/>
                  </a:lnTo>
                  <a:lnTo>
                    <a:pt x="195167" y="137160"/>
                  </a:lnTo>
                  <a:lnTo>
                    <a:pt x="194786" y="138875"/>
                  </a:lnTo>
                  <a:lnTo>
                    <a:pt x="193929" y="140208"/>
                  </a:lnTo>
                  <a:lnTo>
                    <a:pt x="192119" y="140780"/>
                  </a:lnTo>
                  <a:lnTo>
                    <a:pt x="187642" y="139827"/>
                  </a:lnTo>
                  <a:lnTo>
                    <a:pt x="185738" y="139827"/>
                  </a:lnTo>
                  <a:lnTo>
                    <a:pt x="180594" y="142589"/>
                  </a:lnTo>
                  <a:lnTo>
                    <a:pt x="178784" y="143161"/>
                  </a:lnTo>
                  <a:lnTo>
                    <a:pt x="172593" y="143161"/>
                  </a:lnTo>
                  <a:lnTo>
                    <a:pt x="170688" y="144113"/>
                  </a:lnTo>
                  <a:lnTo>
                    <a:pt x="169259" y="145542"/>
                  </a:lnTo>
                  <a:lnTo>
                    <a:pt x="165545" y="150305"/>
                  </a:lnTo>
                  <a:lnTo>
                    <a:pt x="163544" y="151829"/>
                  </a:lnTo>
                  <a:lnTo>
                    <a:pt x="159449" y="153067"/>
                  </a:lnTo>
                  <a:lnTo>
                    <a:pt x="157543" y="154210"/>
                  </a:lnTo>
                  <a:lnTo>
                    <a:pt x="157067" y="155067"/>
                  </a:lnTo>
                  <a:lnTo>
                    <a:pt x="157067" y="157448"/>
                  </a:lnTo>
                  <a:lnTo>
                    <a:pt x="156877" y="158591"/>
                  </a:lnTo>
                  <a:lnTo>
                    <a:pt x="156210" y="159639"/>
                  </a:lnTo>
                  <a:lnTo>
                    <a:pt x="155353" y="160401"/>
                  </a:lnTo>
                  <a:lnTo>
                    <a:pt x="154400" y="160877"/>
                  </a:lnTo>
                  <a:lnTo>
                    <a:pt x="153448" y="161163"/>
                  </a:lnTo>
                  <a:lnTo>
                    <a:pt x="151162" y="161258"/>
                  </a:lnTo>
                  <a:lnTo>
                    <a:pt x="146685" y="160211"/>
                  </a:lnTo>
                  <a:lnTo>
                    <a:pt x="144304" y="160496"/>
                  </a:lnTo>
                  <a:lnTo>
                    <a:pt x="141732" y="162782"/>
                  </a:lnTo>
                  <a:lnTo>
                    <a:pt x="140589" y="163163"/>
                  </a:lnTo>
                  <a:lnTo>
                    <a:pt x="138493" y="163354"/>
                  </a:lnTo>
                  <a:lnTo>
                    <a:pt x="137446" y="163830"/>
                  </a:lnTo>
                  <a:lnTo>
                    <a:pt x="131064" y="168783"/>
                  </a:lnTo>
                  <a:lnTo>
                    <a:pt x="128873" y="169736"/>
                  </a:lnTo>
                  <a:lnTo>
                    <a:pt x="122015" y="171260"/>
                  </a:lnTo>
                  <a:lnTo>
                    <a:pt x="120396" y="172307"/>
                  </a:lnTo>
                  <a:lnTo>
                    <a:pt x="119539" y="173927"/>
                  </a:lnTo>
                  <a:lnTo>
                    <a:pt x="119253" y="176117"/>
                  </a:lnTo>
                  <a:lnTo>
                    <a:pt x="119158" y="177832"/>
                  </a:lnTo>
                  <a:lnTo>
                    <a:pt x="119063" y="178689"/>
                  </a:lnTo>
                  <a:lnTo>
                    <a:pt x="117729" y="180785"/>
                  </a:lnTo>
                  <a:lnTo>
                    <a:pt x="115062" y="182118"/>
                  </a:lnTo>
                  <a:lnTo>
                    <a:pt x="112300" y="182785"/>
                  </a:lnTo>
                  <a:lnTo>
                    <a:pt x="104584" y="183071"/>
                  </a:lnTo>
                  <a:lnTo>
                    <a:pt x="101822" y="184023"/>
                  </a:lnTo>
                  <a:lnTo>
                    <a:pt x="100013" y="185642"/>
                  </a:lnTo>
                  <a:lnTo>
                    <a:pt x="99441" y="186023"/>
                  </a:lnTo>
                  <a:lnTo>
                    <a:pt x="99346" y="186785"/>
                  </a:lnTo>
                  <a:lnTo>
                    <a:pt x="99060" y="190024"/>
                  </a:lnTo>
                  <a:lnTo>
                    <a:pt x="99060" y="190976"/>
                  </a:lnTo>
                  <a:lnTo>
                    <a:pt x="99346" y="191548"/>
                  </a:lnTo>
                  <a:lnTo>
                    <a:pt x="100298" y="192405"/>
                  </a:lnTo>
                  <a:lnTo>
                    <a:pt x="100489" y="192881"/>
                  </a:lnTo>
                  <a:lnTo>
                    <a:pt x="100393" y="193738"/>
                  </a:lnTo>
                  <a:lnTo>
                    <a:pt x="99631" y="194691"/>
                  </a:lnTo>
                  <a:lnTo>
                    <a:pt x="99631" y="195453"/>
                  </a:lnTo>
                  <a:lnTo>
                    <a:pt x="100298" y="196406"/>
                  </a:lnTo>
                  <a:lnTo>
                    <a:pt x="102679" y="197549"/>
                  </a:lnTo>
                  <a:lnTo>
                    <a:pt x="103537" y="198215"/>
                  </a:lnTo>
                  <a:lnTo>
                    <a:pt x="104204" y="199739"/>
                  </a:lnTo>
                  <a:lnTo>
                    <a:pt x="103632" y="200978"/>
                  </a:lnTo>
                  <a:lnTo>
                    <a:pt x="102584" y="201930"/>
                  </a:lnTo>
                  <a:lnTo>
                    <a:pt x="99060" y="203740"/>
                  </a:lnTo>
                  <a:lnTo>
                    <a:pt x="94012" y="205550"/>
                  </a:lnTo>
                  <a:lnTo>
                    <a:pt x="91630" y="207169"/>
                  </a:lnTo>
                  <a:lnTo>
                    <a:pt x="89916" y="207169"/>
                  </a:lnTo>
                  <a:lnTo>
                    <a:pt x="88678" y="208693"/>
                  </a:lnTo>
                  <a:lnTo>
                    <a:pt x="87535" y="210788"/>
                  </a:lnTo>
                  <a:lnTo>
                    <a:pt x="86201" y="212122"/>
                  </a:lnTo>
                  <a:lnTo>
                    <a:pt x="84487" y="212217"/>
                  </a:lnTo>
                  <a:lnTo>
                    <a:pt x="82963" y="211264"/>
                  </a:lnTo>
                  <a:lnTo>
                    <a:pt x="79915" y="208312"/>
                  </a:lnTo>
                  <a:lnTo>
                    <a:pt x="78010" y="207836"/>
                  </a:lnTo>
                  <a:lnTo>
                    <a:pt x="76486" y="208883"/>
                  </a:lnTo>
                  <a:lnTo>
                    <a:pt x="76009" y="210788"/>
                  </a:lnTo>
                  <a:lnTo>
                    <a:pt x="77248" y="213074"/>
                  </a:lnTo>
                  <a:lnTo>
                    <a:pt x="78010" y="215075"/>
                  </a:lnTo>
                  <a:lnTo>
                    <a:pt x="76867" y="217075"/>
                  </a:lnTo>
                  <a:lnTo>
                    <a:pt x="75057" y="218599"/>
                  </a:lnTo>
                  <a:lnTo>
                    <a:pt x="67342" y="221933"/>
                  </a:lnTo>
                  <a:lnTo>
                    <a:pt x="65342" y="222313"/>
                  </a:lnTo>
                  <a:lnTo>
                    <a:pt x="64675" y="221837"/>
                  </a:lnTo>
                  <a:lnTo>
                    <a:pt x="64199" y="221075"/>
                  </a:lnTo>
                  <a:lnTo>
                    <a:pt x="63817" y="220123"/>
                  </a:lnTo>
                  <a:lnTo>
                    <a:pt x="63341" y="219361"/>
                  </a:lnTo>
                  <a:lnTo>
                    <a:pt x="62770" y="218218"/>
                  </a:lnTo>
                  <a:lnTo>
                    <a:pt x="62389" y="216884"/>
                  </a:lnTo>
                  <a:lnTo>
                    <a:pt x="61817" y="215836"/>
                  </a:lnTo>
                  <a:lnTo>
                    <a:pt x="60770" y="215360"/>
                  </a:lnTo>
                  <a:lnTo>
                    <a:pt x="59626" y="215646"/>
                  </a:lnTo>
                  <a:lnTo>
                    <a:pt x="59150" y="216599"/>
                  </a:lnTo>
                  <a:lnTo>
                    <a:pt x="59055" y="217837"/>
                  </a:lnTo>
                  <a:lnTo>
                    <a:pt x="58960" y="220885"/>
                  </a:lnTo>
                  <a:lnTo>
                    <a:pt x="60008" y="223457"/>
                  </a:lnTo>
                  <a:lnTo>
                    <a:pt x="59817" y="223933"/>
                  </a:lnTo>
                  <a:lnTo>
                    <a:pt x="51816" y="223361"/>
                  </a:lnTo>
                  <a:lnTo>
                    <a:pt x="50578" y="223076"/>
                  </a:lnTo>
                  <a:lnTo>
                    <a:pt x="49435" y="222028"/>
                  </a:lnTo>
                  <a:lnTo>
                    <a:pt x="48101" y="220123"/>
                  </a:lnTo>
                  <a:lnTo>
                    <a:pt x="47339" y="219456"/>
                  </a:lnTo>
                  <a:lnTo>
                    <a:pt x="46387" y="219361"/>
                  </a:lnTo>
                  <a:lnTo>
                    <a:pt x="46292" y="219361"/>
                  </a:lnTo>
                  <a:lnTo>
                    <a:pt x="45529" y="219647"/>
                  </a:lnTo>
                  <a:lnTo>
                    <a:pt x="43339" y="221075"/>
                  </a:lnTo>
                  <a:lnTo>
                    <a:pt x="42291" y="221456"/>
                  </a:lnTo>
                  <a:lnTo>
                    <a:pt x="38957" y="221742"/>
                  </a:lnTo>
                  <a:lnTo>
                    <a:pt x="37719" y="221552"/>
                  </a:lnTo>
                  <a:lnTo>
                    <a:pt x="35147" y="220694"/>
                  </a:lnTo>
                  <a:lnTo>
                    <a:pt x="33909" y="220694"/>
                  </a:lnTo>
                  <a:lnTo>
                    <a:pt x="24479" y="222504"/>
                  </a:lnTo>
                  <a:lnTo>
                    <a:pt x="23146" y="223361"/>
                  </a:lnTo>
                  <a:lnTo>
                    <a:pt x="22479" y="224409"/>
                  </a:lnTo>
                  <a:lnTo>
                    <a:pt x="21622" y="227076"/>
                  </a:lnTo>
                  <a:lnTo>
                    <a:pt x="21050" y="227933"/>
                  </a:lnTo>
                  <a:lnTo>
                    <a:pt x="20002" y="230314"/>
                  </a:lnTo>
                  <a:lnTo>
                    <a:pt x="20764" y="232791"/>
                  </a:lnTo>
                  <a:lnTo>
                    <a:pt x="21717" y="235172"/>
                  </a:lnTo>
                  <a:lnTo>
                    <a:pt x="21526" y="237268"/>
                  </a:lnTo>
                  <a:lnTo>
                    <a:pt x="19621" y="239173"/>
                  </a:lnTo>
                  <a:lnTo>
                    <a:pt x="15526" y="241744"/>
                  </a:lnTo>
                  <a:lnTo>
                    <a:pt x="13525" y="243650"/>
                  </a:lnTo>
                  <a:lnTo>
                    <a:pt x="12668" y="244888"/>
                  </a:lnTo>
                  <a:lnTo>
                    <a:pt x="11621" y="245459"/>
                  </a:lnTo>
                  <a:lnTo>
                    <a:pt x="6287" y="246221"/>
                  </a:lnTo>
                  <a:lnTo>
                    <a:pt x="5334" y="246221"/>
                  </a:lnTo>
                  <a:lnTo>
                    <a:pt x="4286" y="245745"/>
                  </a:lnTo>
                  <a:lnTo>
                    <a:pt x="4381" y="246698"/>
                  </a:lnTo>
                  <a:lnTo>
                    <a:pt x="5143" y="249079"/>
                  </a:lnTo>
                  <a:lnTo>
                    <a:pt x="5239" y="250984"/>
                  </a:lnTo>
                  <a:lnTo>
                    <a:pt x="4953" y="252127"/>
                  </a:lnTo>
                  <a:lnTo>
                    <a:pt x="4477" y="253270"/>
                  </a:lnTo>
                  <a:lnTo>
                    <a:pt x="4191" y="254984"/>
                  </a:lnTo>
                  <a:lnTo>
                    <a:pt x="4572" y="256699"/>
                  </a:lnTo>
                  <a:lnTo>
                    <a:pt x="5429" y="257365"/>
                  </a:lnTo>
                  <a:lnTo>
                    <a:pt x="6382" y="257747"/>
                  </a:lnTo>
                  <a:lnTo>
                    <a:pt x="7239" y="258699"/>
                  </a:lnTo>
                  <a:lnTo>
                    <a:pt x="7239" y="261557"/>
                  </a:lnTo>
                  <a:lnTo>
                    <a:pt x="5239" y="263366"/>
                  </a:lnTo>
                  <a:lnTo>
                    <a:pt x="1143" y="265367"/>
                  </a:lnTo>
                  <a:lnTo>
                    <a:pt x="381" y="266605"/>
                  </a:lnTo>
                  <a:lnTo>
                    <a:pt x="0" y="268034"/>
                  </a:lnTo>
                  <a:lnTo>
                    <a:pt x="95" y="269462"/>
                  </a:lnTo>
                  <a:lnTo>
                    <a:pt x="1048" y="270415"/>
                  </a:lnTo>
                  <a:lnTo>
                    <a:pt x="2191" y="270891"/>
                  </a:lnTo>
                  <a:lnTo>
                    <a:pt x="2762" y="271272"/>
                  </a:lnTo>
                  <a:lnTo>
                    <a:pt x="3143" y="271844"/>
                  </a:lnTo>
                  <a:lnTo>
                    <a:pt x="3429" y="272606"/>
                  </a:lnTo>
                  <a:lnTo>
                    <a:pt x="3524" y="274225"/>
                  </a:lnTo>
                  <a:lnTo>
                    <a:pt x="3715" y="274987"/>
                  </a:lnTo>
                  <a:lnTo>
                    <a:pt x="4477" y="275939"/>
                  </a:lnTo>
                  <a:lnTo>
                    <a:pt x="5620" y="276606"/>
                  </a:lnTo>
                  <a:lnTo>
                    <a:pt x="9049" y="278321"/>
                  </a:lnTo>
                  <a:lnTo>
                    <a:pt x="11430" y="278130"/>
                  </a:lnTo>
                  <a:lnTo>
                    <a:pt x="12668" y="278511"/>
                  </a:lnTo>
                  <a:lnTo>
                    <a:pt x="15716" y="280607"/>
                  </a:lnTo>
                  <a:lnTo>
                    <a:pt x="17050" y="282321"/>
                  </a:lnTo>
                  <a:lnTo>
                    <a:pt x="17335" y="284321"/>
                  </a:lnTo>
                  <a:lnTo>
                    <a:pt x="16859" y="285083"/>
                  </a:lnTo>
                  <a:lnTo>
                    <a:pt x="14478" y="286703"/>
                  </a:lnTo>
                  <a:lnTo>
                    <a:pt x="14097" y="287274"/>
                  </a:lnTo>
                  <a:lnTo>
                    <a:pt x="13811" y="288131"/>
                  </a:lnTo>
                  <a:lnTo>
                    <a:pt x="13430" y="288988"/>
                  </a:lnTo>
                  <a:lnTo>
                    <a:pt x="12668" y="289560"/>
                  </a:lnTo>
                  <a:lnTo>
                    <a:pt x="10954" y="290989"/>
                  </a:lnTo>
                  <a:lnTo>
                    <a:pt x="11430" y="292894"/>
                  </a:lnTo>
                  <a:lnTo>
                    <a:pt x="13049" y="294704"/>
                  </a:lnTo>
                  <a:lnTo>
                    <a:pt x="14764" y="295656"/>
                  </a:lnTo>
                  <a:lnTo>
                    <a:pt x="15430" y="295751"/>
                  </a:lnTo>
                  <a:lnTo>
                    <a:pt x="16669" y="295466"/>
                  </a:lnTo>
                  <a:lnTo>
                    <a:pt x="17240" y="295466"/>
                  </a:lnTo>
                  <a:lnTo>
                    <a:pt x="17717" y="295751"/>
                  </a:lnTo>
                  <a:lnTo>
                    <a:pt x="18574" y="296799"/>
                  </a:lnTo>
                  <a:lnTo>
                    <a:pt x="20002" y="297561"/>
                  </a:lnTo>
                  <a:lnTo>
                    <a:pt x="21717" y="298895"/>
                  </a:lnTo>
                  <a:lnTo>
                    <a:pt x="22670" y="299371"/>
                  </a:lnTo>
                  <a:lnTo>
                    <a:pt x="23622" y="299466"/>
                  </a:lnTo>
                  <a:lnTo>
                    <a:pt x="25432" y="299276"/>
                  </a:lnTo>
                  <a:lnTo>
                    <a:pt x="26384" y="299371"/>
                  </a:lnTo>
                  <a:lnTo>
                    <a:pt x="30004" y="301276"/>
                  </a:lnTo>
                  <a:lnTo>
                    <a:pt x="31433" y="302514"/>
                  </a:lnTo>
                  <a:lnTo>
                    <a:pt x="34100" y="306038"/>
                  </a:lnTo>
                  <a:lnTo>
                    <a:pt x="35909" y="307277"/>
                  </a:lnTo>
                  <a:lnTo>
                    <a:pt x="37052" y="307277"/>
                  </a:lnTo>
                  <a:lnTo>
                    <a:pt x="38100" y="306896"/>
                  </a:lnTo>
                  <a:lnTo>
                    <a:pt x="39148" y="306800"/>
                  </a:lnTo>
                  <a:lnTo>
                    <a:pt x="40386" y="307372"/>
                  </a:lnTo>
                  <a:lnTo>
                    <a:pt x="43720" y="311277"/>
                  </a:lnTo>
                  <a:lnTo>
                    <a:pt x="44101" y="312706"/>
                  </a:lnTo>
                  <a:lnTo>
                    <a:pt x="43339" y="315659"/>
                  </a:lnTo>
                  <a:lnTo>
                    <a:pt x="43529" y="317182"/>
                  </a:lnTo>
                  <a:lnTo>
                    <a:pt x="43910" y="318707"/>
                  </a:lnTo>
                  <a:lnTo>
                    <a:pt x="44101" y="320230"/>
                  </a:lnTo>
                  <a:lnTo>
                    <a:pt x="44482" y="321659"/>
                  </a:lnTo>
                  <a:lnTo>
                    <a:pt x="45339" y="322707"/>
                  </a:lnTo>
                  <a:lnTo>
                    <a:pt x="47434" y="324517"/>
                  </a:lnTo>
                  <a:lnTo>
                    <a:pt x="48482" y="324803"/>
                  </a:lnTo>
                  <a:lnTo>
                    <a:pt x="49816" y="324707"/>
                  </a:lnTo>
                  <a:lnTo>
                    <a:pt x="51340" y="325184"/>
                  </a:lnTo>
                  <a:lnTo>
                    <a:pt x="54769" y="328803"/>
                  </a:lnTo>
                  <a:lnTo>
                    <a:pt x="56388" y="329946"/>
                  </a:lnTo>
                  <a:lnTo>
                    <a:pt x="57721" y="330041"/>
                  </a:lnTo>
                  <a:lnTo>
                    <a:pt x="60770" y="329565"/>
                  </a:lnTo>
                  <a:lnTo>
                    <a:pt x="62198" y="329946"/>
                  </a:lnTo>
                  <a:lnTo>
                    <a:pt x="63055" y="330708"/>
                  </a:lnTo>
                  <a:lnTo>
                    <a:pt x="69056" y="338804"/>
                  </a:lnTo>
                  <a:lnTo>
                    <a:pt x="69056" y="338804"/>
                  </a:lnTo>
                  <a:lnTo>
                    <a:pt x="69056" y="338899"/>
                  </a:lnTo>
                  <a:lnTo>
                    <a:pt x="70580" y="339566"/>
                  </a:lnTo>
                  <a:lnTo>
                    <a:pt x="75438" y="339566"/>
                  </a:lnTo>
                  <a:lnTo>
                    <a:pt x="78105" y="340138"/>
                  </a:lnTo>
                  <a:lnTo>
                    <a:pt x="79438" y="339852"/>
                  </a:lnTo>
                  <a:lnTo>
                    <a:pt x="80772" y="338804"/>
                  </a:lnTo>
                  <a:lnTo>
                    <a:pt x="81629" y="337852"/>
                  </a:lnTo>
                  <a:lnTo>
                    <a:pt x="84201" y="335756"/>
                  </a:lnTo>
                  <a:lnTo>
                    <a:pt x="85249" y="335280"/>
                  </a:lnTo>
                  <a:lnTo>
                    <a:pt x="86106" y="335280"/>
                  </a:lnTo>
                  <a:lnTo>
                    <a:pt x="88201" y="336518"/>
                  </a:lnTo>
                  <a:lnTo>
                    <a:pt x="89059" y="336613"/>
                  </a:lnTo>
                  <a:lnTo>
                    <a:pt x="91630" y="336518"/>
                  </a:lnTo>
                  <a:lnTo>
                    <a:pt x="93154" y="335947"/>
                  </a:lnTo>
                  <a:lnTo>
                    <a:pt x="95155" y="335851"/>
                  </a:lnTo>
                  <a:lnTo>
                    <a:pt x="96774" y="336709"/>
                  </a:lnTo>
                  <a:lnTo>
                    <a:pt x="96964" y="338899"/>
                  </a:lnTo>
                  <a:lnTo>
                    <a:pt x="96964" y="340138"/>
                  </a:lnTo>
                  <a:lnTo>
                    <a:pt x="97346" y="341281"/>
                  </a:lnTo>
                  <a:lnTo>
                    <a:pt x="98012" y="342043"/>
                  </a:lnTo>
                  <a:lnTo>
                    <a:pt x="98965" y="342233"/>
                  </a:lnTo>
                  <a:lnTo>
                    <a:pt x="99631" y="342709"/>
                  </a:lnTo>
                  <a:lnTo>
                    <a:pt x="100108" y="343853"/>
                  </a:lnTo>
                  <a:lnTo>
                    <a:pt x="100584" y="345186"/>
                  </a:lnTo>
                  <a:lnTo>
                    <a:pt x="101155" y="346138"/>
                  </a:lnTo>
                  <a:lnTo>
                    <a:pt x="102013" y="346615"/>
                  </a:lnTo>
                  <a:lnTo>
                    <a:pt x="103918" y="346996"/>
                  </a:lnTo>
                  <a:lnTo>
                    <a:pt x="104775" y="347853"/>
                  </a:lnTo>
                  <a:lnTo>
                    <a:pt x="105156" y="348901"/>
                  </a:lnTo>
                  <a:lnTo>
                    <a:pt x="105632" y="351187"/>
                  </a:lnTo>
                  <a:lnTo>
                    <a:pt x="106204" y="352044"/>
                  </a:lnTo>
                  <a:lnTo>
                    <a:pt x="107918" y="352520"/>
                  </a:lnTo>
                  <a:lnTo>
                    <a:pt x="113443" y="352044"/>
                  </a:lnTo>
                  <a:lnTo>
                    <a:pt x="115157" y="351473"/>
                  </a:lnTo>
                  <a:lnTo>
                    <a:pt x="115824" y="350520"/>
                  </a:lnTo>
                  <a:lnTo>
                    <a:pt x="116014" y="349472"/>
                  </a:lnTo>
                  <a:lnTo>
                    <a:pt x="116110" y="348424"/>
                  </a:lnTo>
                  <a:lnTo>
                    <a:pt x="116491" y="347472"/>
                  </a:lnTo>
                  <a:lnTo>
                    <a:pt x="117348" y="346996"/>
                  </a:lnTo>
                  <a:lnTo>
                    <a:pt x="119443" y="347663"/>
                  </a:lnTo>
                  <a:lnTo>
                    <a:pt x="121634" y="347758"/>
                  </a:lnTo>
                  <a:lnTo>
                    <a:pt x="122492" y="348615"/>
                  </a:lnTo>
                  <a:lnTo>
                    <a:pt x="122682" y="350044"/>
                  </a:lnTo>
                  <a:lnTo>
                    <a:pt x="122206" y="351663"/>
                  </a:lnTo>
                  <a:lnTo>
                    <a:pt x="122015" y="353092"/>
                  </a:lnTo>
                  <a:lnTo>
                    <a:pt x="122396" y="354806"/>
                  </a:lnTo>
                  <a:lnTo>
                    <a:pt x="123063" y="356330"/>
                  </a:lnTo>
                  <a:lnTo>
                    <a:pt x="123634" y="357378"/>
                  </a:lnTo>
                  <a:lnTo>
                    <a:pt x="125635" y="359474"/>
                  </a:lnTo>
                  <a:lnTo>
                    <a:pt x="127921" y="360998"/>
                  </a:lnTo>
                  <a:lnTo>
                    <a:pt x="130397" y="362141"/>
                  </a:lnTo>
                  <a:lnTo>
                    <a:pt x="135255" y="363474"/>
                  </a:lnTo>
                  <a:lnTo>
                    <a:pt x="136303" y="364141"/>
                  </a:lnTo>
                  <a:lnTo>
                    <a:pt x="137446" y="364998"/>
                  </a:lnTo>
                  <a:lnTo>
                    <a:pt x="137731" y="365855"/>
                  </a:lnTo>
                  <a:lnTo>
                    <a:pt x="137065" y="366713"/>
                  </a:lnTo>
                  <a:lnTo>
                    <a:pt x="136588" y="367760"/>
                  </a:lnTo>
                  <a:lnTo>
                    <a:pt x="137160" y="369380"/>
                  </a:lnTo>
                  <a:lnTo>
                    <a:pt x="137827" y="370523"/>
                  </a:lnTo>
                  <a:lnTo>
                    <a:pt x="139446" y="374332"/>
                  </a:lnTo>
                  <a:lnTo>
                    <a:pt x="140113" y="375476"/>
                  </a:lnTo>
                  <a:lnTo>
                    <a:pt x="141827" y="376809"/>
                  </a:lnTo>
                  <a:lnTo>
                    <a:pt x="142589" y="377857"/>
                  </a:lnTo>
                  <a:lnTo>
                    <a:pt x="142684" y="380238"/>
                  </a:lnTo>
                  <a:lnTo>
                    <a:pt x="142589" y="382715"/>
                  </a:lnTo>
                  <a:lnTo>
                    <a:pt x="142875" y="384810"/>
                  </a:lnTo>
                  <a:lnTo>
                    <a:pt x="144304" y="385858"/>
                  </a:lnTo>
                  <a:lnTo>
                    <a:pt x="144971" y="386810"/>
                  </a:lnTo>
                  <a:lnTo>
                    <a:pt x="145161" y="388049"/>
                  </a:lnTo>
                  <a:lnTo>
                    <a:pt x="144875" y="389382"/>
                  </a:lnTo>
                  <a:lnTo>
                    <a:pt x="144304" y="390525"/>
                  </a:lnTo>
                  <a:lnTo>
                    <a:pt x="144018" y="391097"/>
                  </a:lnTo>
                  <a:lnTo>
                    <a:pt x="143827" y="391573"/>
                  </a:lnTo>
                  <a:lnTo>
                    <a:pt x="144018" y="392144"/>
                  </a:lnTo>
                  <a:lnTo>
                    <a:pt x="156781" y="414909"/>
                  </a:lnTo>
                  <a:lnTo>
                    <a:pt x="158401" y="416624"/>
                  </a:lnTo>
                  <a:lnTo>
                    <a:pt x="160496" y="417100"/>
                  </a:lnTo>
                  <a:lnTo>
                    <a:pt x="161734" y="417100"/>
                  </a:lnTo>
                  <a:lnTo>
                    <a:pt x="162973" y="417386"/>
                  </a:lnTo>
                  <a:lnTo>
                    <a:pt x="164021" y="418148"/>
                  </a:lnTo>
                  <a:lnTo>
                    <a:pt x="165163" y="419100"/>
                  </a:lnTo>
                  <a:lnTo>
                    <a:pt x="165925" y="420338"/>
                  </a:lnTo>
                  <a:lnTo>
                    <a:pt x="166402" y="421576"/>
                  </a:lnTo>
                  <a:lnTo>
                    <a:pt x="166783" y="422910"/>
                  </a:lnTo>
                  <a:lnTo>
                    <a:pt x="167259" y="424339"/>
                  </a:lnTo>
                  <a:lnTo>
                    <a:pt x="167640" y="424815"/>
                  </a:lnTo>
                  <a:lnTo>
                    <a:pt x="168116" y="425196"/>
                  </a:lnTo>
                  <a:lnTo>
                    <a:pt x="168402" y="425672"/>
                  </a:lnTo>
                  <a:lnTo>
                    <a:pt x="168688" y="426434"/>
                  </a:lnTo>
                  <a:lnTo>
                    <a:pt x="168497" y="427101"/>
                  </a:lnTo>
                  <a:lnTo>
                    <a:pt x="167926" y="428244"/>
                  </a:lnTo>
                  <a:lnTo>
                    <a:pt x="167735" y="428816"/>
                  </a:lnTo>
                  <a:lnTo>
                    <a:pt x="168021" y="430435"/>
                  </a:lnTo>
                  <a:lnTo>
                    <a:pt x="168783" y="431482"/>
                  </a:lnTo>
                  <a:lnTo>
                    <a:pt x="170688" y="433388"/>
                  </a:lnTo>
                  <a:lnTo>
                    <a:pt x="172212" y="435959"/>
                  </a:lnTo>
                  <a:lnTo>
                    <a:pt x="172784" y="438817"/>
                  </a:lnTo>
                  <a:lnTo>
                    <a:pt x="172784" y="439865"/>
                  </a:lnTo>
                  <a:lnTo>
                    <a:pt x="172593" y="441960"/>
                  </a:lnTo>
                  <a:lnTo>
                    <a:pt x="171926" y="445199"/>
                  </a:lnTo>
                  <a:lnTo>
                    <a:pt x="171736" y="447103"/>
                  </a:lnTo>
                  <a:lnTo>
                    <a:pt x="172593" y="447866"/>
                  </a:lnTo>
                  <a:lnTo>
                    <a:pt x="173736" y="448247"/>
                  </a:lnTo>
                  <a:lnTo>
                    <a:pt x="174498" y="449294"/>
                  </a:lnTo>
                  <a:lnTo>
                    <a:pt x="174403" y="450437"/>
                  </a:lnTo>
                  <a:lnTo>
                    <a:pt x="173831" y="452152"/>
                  </a:lnTo>
                  <a:lnTo>
                    <a:pt x="172688" y="454914"/>
                  </a:lnTo>
                  <a:lnTo>
                    <a:pt x="172021" y="456248"/>
                  </a:lnTo>
                  <a:lnTo>
                    <a:pt x="171259" y="459296"/>
                  </a:lnTo>
                  <a:lnTo>
                    <a:pt x="170688" y="460724"/>
                  </a:lnTo>
                  <a:lnTo>
                    <a:pt x="168592" y="466249"/>
                  </a:lnTo>
                  <a:lnTo>
                    <a:pt x="167068" y="468249"/>
                  </a:lnTo>
                  <a:lnTo>
                    <a:pt x="166497" y="469487"/>
                  </a:lnTo>
                  <a:lnTo>
                    <a:pt x="166688" y="471011"/>
                  </a:lnTo>
                  <a:lnTo>
                    <a:pt x="169259" y="479584"/>
                  </a:lnTo>
                  <a:lnTo>
                    <a:pt x="170688" y="481679"/>
                  </a:lnTo>
                  <a:lnTo>
                    <a:pt x="171736" y="483775"/>
                  </a:lnTo>
                  <a:lnTo>
                    <a:pt x="172307" y="487204"/>
                  </a:lnTo>
                  <a:lnTo>
                    <a:pt x="172117" y="490728"/>
                  </a:lnTo>
                  <a:lnTo>
                    <a:pt x="171259" y="492824"/>
                  </a:lnTo>
                  <a:lnTo>
                    <a:pt x="170688" y="493300"/>
                  </a:lnTo>
                  <a:lnTo>
                    <a:pt x="167735" y="496157"/>
                  </a:lnTo>
                  <a:lnTo>
                    <a:pt x="156781" y="511016"/>
                  </a:lnTo>
                  <a:lnTo>
                    <a:pt x="156020" y="512731"/>
                  </a:lnTo>
                  <a:lnTo>
                    <a:pt x="153638" y="530447"/>
                  </a:lnTo>
                  <a:lnTo>
                    <a:pt x="154686" y="531781"/>
                  </a:lnTo>
                  <a:lnTo>
                    <a:pt x="158210" y="534353"/>
                  </a:lnTo>
                  <a:lnTo>
                    <a:pt x="158972" y="535876"/>
                  </a:lnTo>
                  <a:lnTo>
                    <a:pt x="159449" y="538067"/>
                  </a:lnTo>
                  <a:lnTo>
                    <a:pt x="160306" y="540068"/>
                  </a:lnTo>
                  <a:lnTo>
                    <a:pt x="160972" y="542068"/>
                  </a:lnTo>
                  <a:lnTo>
                    <a:pt x="160972" y="544640"/>
                  </a:lnTo>
                  <a:lnTo>
                    <a:pt x="161258" y="545497"/>
                  </a:lnTo>
                  <a:lnTo>
                    <a:pt x="163449" y="546449"/>
                  </a:lnTo>
                  <a:lnTo>
                    <a:pt x="164306" y="547116"/>
                  </a:lnTo>
                  <a:lnTo>
                    <a:pt x="164973" y="548354"/>
                  </a:lnTo>
                  <a:lnTo>
                    <a:pt x="164878" y="549212"/>
                  </a:lnTo>
                  <a:lnTo>
                    <a:pt x="164592" y="550069"/>
                  </a:lnTo>
                  <a:lnTo>
                    <a:pt x="164497" y="551307"/>
                  </a:lnTo>
                  <a:lnTo>
                    <a:pt x="165354" y="553403"/>
                  </a:lnTo>
                  <a:lnTo>
                    <a:pt x="166973" y="553403"/>
                  </a:lnTo>
                  <a:lnTo>
                    <a:pt x="170688" y="551307"/>
                  </a:lnTo>
                  <a:lnTo>
                    <a:pt x="172593" y="550926"/>
                  </a:lnTo>
                  <a:lnTo>
                    <a:pt x="174974" y="551117"/>
                  </a:lnTo>
                  <a:lnTo>
                    <a:pt x="177355" y="551593"/>
                  </a:lnTo>
                  <a:lnTo>
                    <a:pt x="179070" y="552545"/>
                  </a:lnTo>
                  <a:lnTo>
                    <a:pt x="179737" y="553307"/>
                  </a:lnTo>
                  <a:lnTo>
                    <a:pt x="180975" y="555117"/>
                  </a:lnTo>
                  <a:lnTo>
                    <a:pt x="181737" y="555784"/>
                  </a:lnTo>
                  <a:lnTo>
                    <a:pt x="185071" y="557594"/>
                  </a:lnTo>
                  <a:lnTo>
                    <a:pt x="190214" y="558832"/>
                  </a:lnTo>
                  <a:lnTo>
                    <a:pt x="191262" y="558737"/>
                  </a:lnTo>
                  <a:lnTo>
                    <a:pt x="192214" y="558070"/>
                  </a:lnTo>
                  <a:lnTo>
                    <a:pt x="193072" y="557117"/>
                  </a:lnTo>
                  <a:lnTo>
                    <a:pt x="193929" y="556451"/>
                  </a:lnTo>
                  <a:lnTo>
                    <a:pt x="195072" y="556355"/>
                  </a:lnTo>
                  <a:lnTo>
                    <a:pt x="196025" y="557022"/>
                  </a:lnTo>
                  <a:lnTo>
                    <a:pt x="199454" y="561499"/>
                  </a:lnTo>
                  <a:lnTo>
                    <a:pt x="200120" y="561975"/>
                  </a:lnTo>
                  <a:lnTo>
                    <a:pt x="200596" y="561880"/>
                  </a:lnTo>
                  <a:lnTo>
                    <a:pt x="201073" y="561689"/>
                  </a:lnTo>
                  <a:lnTo>
                    <a:pt x="201739" y="561499"/>
                  </a:lnTo>
                  <a:lnTo>
                    <a:pt x="206883" y="562832"/>
                  </a:lnTo>
                  <a:lnTo>
                    <a:pt x="208026" y="562737"/>
                  </a:lnTo>
                  <a:lnTo>
                    <a:pt x="210121" y="561975"/>
                  </a:lnTo>
                  <a:lnTo>
                    <a:pt x="211360" y="561880"/>
                  </a:lnTo>
                  <a:lnTo>
                    <a:pt x="220409" y="562356"/>
                  </a:lnTo>
                  <a:lnTo>
                    <a:pt x="223361" y="561785"/>
                  </a:lnTo>
                  <a:lnTo>
                    <a:pt x="225171" y="561594"/>
                  </a:lnTo>
                  <a:lnTo>
                    <a:pt x="226981" y="561689"/>
                  </a:lnTo>
                  <a:lnTo>
                    <a:pt x="228695" y="562166"/>
                  </a:lnTo>
                  <a:lnTo>
                    <a:pt x="230410" y="562928"/>
                  </a:lnTo>
                  <a:lnTo>
                    <a:pt x="234887" y="566166"/>
                  </a:lnTo>
                  <a:lnTo>
                    <a:pt x="236220" y="566547"/>
                  </a:lnTo>
                  <a:lnTo>
                    <a:pt x="238792" y="565785"/>
                  </a:lnTo>
                  <a:lnTo>
                    <a:pt x="239744" y="565785"/>
                  </a:lnTo>
                  <a:lnTo>
                    <a:pt x="242125" y="566642"/>
                  </a:lnTo>
                  <a:lnTo>
                    <a:pt x="242983" y="566738"/>
                  </a:lnTo>
                  <a:lnTo>
                    <a:pt x="245554" y="566261"/>
                  </a:lnTo>
                  <a:lnTo>
                    <a:pt x="246507" y="566452"/>
                  </a:lnTo>
                  <a:lnTo>
                    <a:pt x="248888" y="567404"/>
                  </a:lnTo>
                  <a:lnTo>
                    <a:pt x="249746" y="567404"/>
                  </a:lnTo>
                  <a:lnTo>
                    <a:pt x="254794" y="566261"/>
                  </a:lnTo>
                  <a:lnTo>
                    <a:pt x="258318" y="566071"/>
                  </a:lnTo>
                  <a:lnTo>
                    <a:pt x="264319" y="564451"/>
                  </a:lnTo>
                  <a:lnTo>
                    <a:pt x="266795" y="564833"/>
                  </a:lnTo>
                  <a:lnTo>
                    <a:pt x="267557" y="564737"/>
                  </a:lnTo>
                  <a:lnTo>
                    <a:pt x="269367" y="564356"/>
                  </a:lnTo>
                  <a:lnTo>
                    <a:pt x="270034" y="564451"/>
                  </a:lnTo>
                  <a:lnTo>
                    <a:pt x="272986" y="566166"/>
                  </a:lnTo>
                  <a:lnTo>
                    <a:pt x="274415" y="566833"/>
                  </a:lnTo>
                  <a:lnTo>
                    <a:pt x="276034" y="566928"/>
                  </a:lnTo>
                  <a:lnTo>
                    <a:pt x="277082" y="566642"/>
                  </a:lnTo>
                  <a:lnTo>
                    <a:pt x="278130" y="566547"/>
                  </a:lnTo>
                  <a:lnTo>
                    <a:pt x="279083" y="566738"/>
                  </a:lnTo>
                  <a:lnTo>
                    <a:pt x="280130" y="567023"/>
                  </a:lnTo>
                  <a:lnTo>
                    <a:pt x="281368" y="566833"/>
                  </a:lnTo>
                  <a:lnTo>
                    <a:pt x="284702" y="566547"/>
                  </a:lnTo>
                  <a:lnTo>
                    <a:pt x="286131" y="566738"/>
                  </a:lnTo>
                  <a:lnTo>
                    <a:pt x="290227" y="568643"/>
                  </a:lnTo>
                  <a:lnTo>
                    <a:pt x="291560" y="568738"/>
                  </a:lnTo>
                  <a:lnTo>
                    <a:pt x="294037" y="568357"/>
                  </a:lnTo>
                  <a:lnTo>
                    <a:pt x="295275" y="568357"/>
                  </a:lnTo>
                  <a:lnTo>
                    <a:pt x="296418" y="568833"/>
                  </a:lnTo>
                  <a:lnTo>
                    <a:pt x="298418" y="570167"/>
                  </a:lnTo>
                  <a:lnTo>
                    <a:pt x="299561" y="570643"/>
                  </a:lnTo>
                  <a:lnTo>
                    <a:pt x="304991" y="570929"/>
                  </a:lnTo>
                  <a:lnTo>
                    <a:pt x="313658" y="575310"/>
                  </a:lnTo>
                  <a:lnTo>
                    <a:pt x="314992" y="576548"/>
                  </a:lnTo>
                  <a:lnTo>
                    <a:pt x="323469" y="588455"/>
                  </a:lnTo>
                  <a:lnTo>
                    <a:pt x="326231" y="591503"/>
                  </a:lnTo>
                  <a:lnTo>
                    <a:pt x="328708" y="592455"/>
                  </a:lnTo>
                  <a:lnTo>
                    <a:pt x="333089" y="593122"/>
                  </a:lnTo>
                  <a:lnTo>
                    <a:pt x="335470" y="593026"/>
                  </a:lnTo>
                  <a:lnTo>
                    <a:pt x="337852" y="591884"/>
                  </a:lnTo>
                  <a:lnTo>
                    <a:pt x="338709" y="591979"/>
                  </a:lnTo>
                  <a:lnTo>
                    <a:pt x="339661" y="592360"/>
                  </a:lnTo>
                  <a:lnTo>
                    <a:pt x="340328" y="592836"/>
                  </a:lnTo>
                  <a:lnTo>
                    <a:pt x="344710" y="597599"/>
                  </a:lnTo>
                  <a:lnTo>
                    <a:pt x="345567" y="598932"/>
                  </a:lnTo>
                  <a:lnTo>
                    <a:pt x="346996" y="602171"/>
                  </a:lnTo>
                  <a:lnTo>
                    <a:pt x="347853" y="603314"/>
                  </a:lnTo>
                  <a:lnTo>
                    <a:pt x="349377" y="603885"/>
                  </a:lnTo>
                  <a:lnTo>
                    <a:pt x="352711" y="603885"/>
                  </a:lnTo>
                  <a:lnTo>
                    <a:pt x="354330" y="604742"/>
                  </a:lnTo>
                  <a:lnTo>
                    <a:pt x="360998" y="608933"/>
                  </a:lnTo>
                  <a:lnTo>
                    <a:pt x="364617" y="612362"/>
                  </a:lnTo>
                  <a:lnTo>
                    <a:pt x="365474" y="613505"/>
                  </a:lnTo>
                  <a:lnTo>
                    <a:pt x="366046" y="614744"/>
                  </a:lnTo>
                  <a:lnTo>
                    <a:pt x="366808" y="615696"/>
                  </a:lnTo>
                  <a:lnTo>
                    <a:pt x="368046" y="616268"/>
                  </a:lnTo>
                  <a:lnTo>
                    <a:pt x="377761" y="619316"/>
                  </a:lnTo>
                  <a:lnTo>
                    <a:pt x="382429" y="621887"/>
                  </a:lnTo>
                  <a:lnTo>
                    <a:pt x="384715" y="622268"/>
                  </a:lnTo>
                  <a:lnTo>
                    <a:pt x="402717" y="619887"/>
                  </a:lnTo>
                  <a:lnTo>
                    <a:pt x="403669" y="620363"/>
                  </a:lnTo>
                  <a:lnTo>
                    <a:pt x="403193" y="621792"/>
                  </a:lnTo>
                  <a:lnTo>
                    <a:pt x="401669" y="623888"/>
                  </a:lnTo>
                  <a:lnTo>
                    <a:pt x="401002" y="625126"/>
                  </a:lnTo>
                  <a:lnTo>
                    <a:pt x="400622" y="627126"/>
                  </a:lnTo>
                  <a:lnTo>
                    <a:pt x="399955" y="628555"/>
                  </a:lnTo>
                  <a:lnTo>
                    <a:pt x="399764" y="629317"/>
                  </a:lnTo>
                  <a:lnTo>
                    <a:pt x="399669" y="630079"/>
                  </a:lnTo>
                  <a:lnTo>
                    <a:pt x="400050" y="633698"/>
                  </a:lnTo>
                  <a:lnTo>
                    <a:pt x="399478" y="637889"/>
                  </a:lnTo>
                  <a:lnTo>
                    <a:pt x="399574" y="639604"/>
                  </a:lnTo>
                  <a:lnTo>
                    <a:pt x="399955" y="640366"/>
                  </a:lnTo>
                  <a:lnTo>
                    <a:pt x="405003" y="641699"/>
                  </a:lnTo>
                  <a:lnTo>
                    <a:pt x="407765" y="641890"/>
                  </a:lnTo>
                  <a:lnTo>
                    <a:pt x="409575" y="642366"/>
                  </a:lnTo>
                  <a:lnTo>
                    <a:pt x="410909" y="643985"/>
                  </a:lnTo>
                  <a:lnTo>
                    <a:pt x="413766" y="650367"/>
                  </a:lnTo>
                  <a:lnTo>
                    <a:pt x="419195" y="667798"/>
                  </a:lnTo>
                  <a:lnTo>
                    <a:pt x="426625" y="683800"/>
                  </a:lnTo>
                  <a:lnTo>
                    <a:pt x="427101" y="686467"/>
                  </a:lnTo>
                  <a:lnTo>
                    <a:pt x="427292" y="689801"/>
                  </a:lnTo>
                  <a:lnTo>
                    <a:pt x="427768" y="692753"/>
                  </a:lnTo>
                  <a:lnTo>
                    <a:pt x="428816" y="695516"/>
                  </a:lnTo>
                  <a:lnTo>
                    <a:pt x="430625" y="697801"/>
                  </a:lnTo>
                  <a:lnTo>
                    <a:pt x="450914" y="718090"/>
                  </a:lnTo>
                  <a:lnTo>
                    <a:pt x="452247" y="719709"/>
                  </a:lnTo>
                  <a:lnTo>
                    <a:pt x="452818" y="721138"/>
                  </a:lnTo>
                  <a:lnTo>
                    <a:pt x="453200" y="722852"/>
                  </a:lnTo>
                  <a:lnTo>
                    <a:pt x="453866" y="731806"/>
                  </a:lnTo>
                  <a:lnTo>
                    <a:pt x="454247" y="732949"/>
                  </a:lnTo>
                  <a:lnTo>
                    <a:pt x="454724" y="733139"/>
                  </a:lnTo>
                  <a:lnTo>
                    <a:pt x="455390" y="733235"/>
                  </a:lnTo>
                  <a:lnTo>
                    <a:pt x="460439" y="732473"/>
                  </a:lnTo>
                  <a:lnTo>
                    <a:pt x="479298" y="730472"/>
                  </a:lnTo>
                  <a:lnTo>
                    <a:pt x="498158" y="728472"/>
                  </a:lnTo>
                  <a:lnTo>
                    <a:pt x="498253" y="728472"/>
                  </a:lnTo>
                  <a:lnTo>
                    <a:pt x="515588" y="730758"/>
                  </a:lnTo>
                  <a:lnTo>
                    <a:pt x="532828" y="733139"/>
                  </a:lnTo>
                  <a:lnTo>
                    <a:pt x="554260" y="735901"/>
                  </a:lnTo>
                  <a:lnTo>
                    <a:pt x="575691" y="738759"/>
                  </a:lnTo>
                  <a:lnTo>
                    <a:pt x="597027" y="741617"/>
                  </a:lnTo>
                  <a:lnTo>
                    <a:pt x="618458" y="744474"/>
                  </a:lnTo>
                  <a:lnTo>
                    <a:pt x="626269" y="742093"/>
                  </a:lnTo>
                  <a:lnTo>
                    <a:pt x="644652" y="736473"/>
                  </a:lnTo>
                  <a:lnTo>
                    <a:pt x="647033" y="736378"/>
                  </a:lnTo>
                  <a:lnTo>
                    <a:pt x="668179" y="739902"/>
                  </a:lnTo>
                  <a:lnTo>
                    <a:pt x="689229" y="743426"/>
                  </a:lnTo>
                  <a:lnTo>
                    <a:pt x="710375" y="746855"/>
                  </a:lnTo>
                  <a:lnTo>
                    <a:pt x="720471" y="745808"/>
                  </a:lnTo>
                  <a:lnTo>
                    <a:pt x="726472" y="746379"/>
                  </a:lnTo>
                  <a:lnTo>
                    <a:pt x="732473" y="747903"/>
                  </a:lnTo>
                  <a:lnTo>
                    <a:pt x="737616" y="751808"/>
                  </a:lnTo>
                  <a:lnTo>
                    <a:pt x="745522" y="764762"/>
                  </a:lnTo>
                  <a:lnTo>
                    <a:pt x="750189" y="769715"/>
                  </a:lnTo>
                  <a:lnTo>
                    <a:pt x="753332" y="771430"/>
                  </a:lnTo>
                  <a:lnTo>
                    <a:pt x="771620" y="775621"/>
                  </a:lnTo>
                  <a:lnTo>
                    <a:pt x="789813" y="779907"/>
                  </a:lnTo>
                  <a:lnTo>
                    <a:pt x="808101" y="784098"/>
                  </a:lnTo>
                  <a:lnTo>
                    <a:pt x="809720" y="784955"/>
                  </a:lnTo>
                  <a:lnTo>
                    <a:pt x="809720" y="784955"/>
                  </a:lnTo>
                  <a:lnTo>
                    <a:pt x="809720" y="784955"/>
                  </a:lnTo>
                  <a:lnTo>
                    <a:pt x="825151" y="793147"/>
                  </a:lnTo>
                  <a:lnTo>
                    <a:pt x="840676" y="801434"/>
                  </a:lnTo>
                  <a:lnTo>
                    <a:pt x="842201" y="801719"/>
                  </a:lnTo>
                  <a:lnTo>
                    <a:pt x="862775" y="797624"/>
                  </a:lnTo>
                  <a:lnTo>
                    <a:pt x="883253" y="793623"/>
                  </a:lnTo>
                  <a:lnTo>
                    <a:pt x="883158" y="808006"/>
                  </a:lnTo>
                  <a:lnTo>
                    <a:pt x="883539" y="808673"/>
                  </a:lnTo>
                  <a:lnTo>
                    <a:pt x="888587" y="809435"/>
                  </a:lnTo>
                  <a:lnTo>
                    <a:pt x="903923" y="809435"/>
                  </a:lnTo>
                  <a:lnTo>
                    <a:pt x="905066" y="809911"/>
                  </a:lnTo>
                  <a:lnTo>
                    <a:pt x="906209" y="811054"/>
                  </a:lnTo>
                  <a:lnTo>
                    <a:pt x="908209" y="813626"/>
                  </a:lnTo>
                  <a:lnTo>
                    <a:pt x="910400" y="812864"/>
                  </a:lnTo>
                  <a:lnTo>
                    <a:pt x="920210" y="802576"/>
                  </a:lnTo>
                  <a:lnTo>
                    <a:pt x="921068" y="802196"/>
                  </a:lnTo>
                  <a:lnTo>
                    <a:pt x="924020" y="801719"/>
                  </a:lnTo>
                  <a:lnTo>
                    <a:pt x="926783" y="800195"/>
                  </a:lnTo>
                  <a:lnTo>
                    <a:pt x="927735" y="799910"/>
                  </a:lnTo>
                  <a:lnTo>
                    <a:pt x="928497" y="799529"/>
                  </a:lnTo>
                  <a:lnTo>
                    <a:pt x="930783" y="797719"/>
                  </a:lnTo>
                  <a:lnTo>
                    <a:pt x="934498" y="795719"/>
                  </a:lnTo>
                  <a:lnTo>
                    <a:pt x="955358" y="784955"/>
                  </a:lnTo>
                  <a:lnTo>
                    <a:pt x="979075" y="774573"/>
                  </a:lnTo>
                  <a:lnTo>
                    <a:pt x="1002697" y="764191"/>
                  </a:lnTo>
                  <a:lnTo>
                    <a:pt x="1025271" y="760571"/>
                  </a:lnTo>
                  <a:lnTo>
                    <a:pt x="1047750" y="756952"/>
                  </a:lnTo>
                  <a:lnTo>
                    <a:pt x="1070229" y="753332"/>
                  </a:lnTo>
                  <a:lnTo>
                    <a:pt x="1076992" y="752285"/>
                  </a:lnTo>
                  <a:lnTo>
                    <a:pt x="1080040" y="752570"/>
                  </a:lnTo>
                  <a:lnTo>
                    <a:pt x="1084517" y="753809"/>
                  </a:lnTo>
                  <a:lnTo>
                    <a:pt x="1095947" y="753618"/>
                  </a:lnTo>
                  <a:lnTo>
                    <a:pt x="1109662" y="756190"/>
                  </a:lnTo>
                  <a:lnTo>
                    <a:pt x="1111282" y="756095"/>
                  </a:lnTo>
                  <a:lnTo>
                    <a:pt x="1113092" y="755523"/>
                  </a:lnTo>
                  <a:lnTo>
                    <a:pt x="1118235" y="752761"/>
                  </a:lnTo>
                  <a:lnTo>
                    <a:pt x="1120045" y="752570"/>
                  </a:lnTo>
                  <a:lnTo>
                    <a:pt x="1133666" y="754285"/>
                  </a:lnTo>
                  <a:lnTo>
                    <a:pt x="1135094" y="754094"/>
                  </a:lnTo>
                  <a:lnTo>
                    <a:pt x="1137666" y="753237"/>
                  </a:lnTo>
                  <a:lnTo>
                    <a:pt x="1145858" y="752570"/>
                  </a:lnTo>
                  <a:lnTo>
                    <a:pt x="1146143" y="752475"/>
                  </a:lnTo>
                  <a:lnTo>
                    <a:pt x="1146334" y="752189"/>
                  </a:lnTo>
                  <a:lnTo>
                    <a:pt x="1146619" y="751618"/>
                  </a:lnTo>
                  <a:lnTo>
                    <a:pt x="1146905" y="751523"/>
                  </a:lnTo>
                  <a:lnTo>
                    <a:pt x="1147191" y="751523"/>
                  </a:lnTo>
                  <a:lnTo>
                    <a:pt x="1147667" y="751332"/>
                  </a:lnTo>
                  <a:lnTo>
                    <a:pt x="1155478" y="745522"/>
                  </a:lnTo>
                  <a:lnTo>
                    <a:pt x="1168432" y="739807"/>
                  </a:lnTo>
                  <a:lnTo>
                    <a:pt x="1172337" y="739235"/>
                  </a:lnTo>
                  <a:lnTo>
                    <a:pt x="1175290" y="739331"/>
                  </a:lnTo>
                  <a:lnTo>
                    <a:pt x="1176147" y="739140"/>
                  </a:lnTo>
                  <a:lnTo>
                    <a:pt x="1176909" y="738759"/>
                  </a:lnTo>
                  <a:lnTo>
                    <a:pt x="1177481" y="738283"/>
                  </a:lnTo>
                  <a:lnTo>
                    <a:pt x="1177957" y="737711"/>
                  </a:lnTo>
                  <a:lnTo>
                    <a:pt x="1178528" y="737140"/>
                  </a:lnTo>
                  <a:lnTo>
                    <a:pt x="1180338" y="735997"/>
                  </a:lnTo>
                  <a:lnTo>
                    <a:pt x="1194435" y="729806"/>
                  </a:lnTo>
                  <a:lnTo>
                    <a:pt x="1195387" y="728663"/>
                  </a:lnTo>
                  <a:lnTo>
                    <a:pt x="1196721" y="724948"/>
                  </a:lnTo>
                  <a:lnTo>
                    <a:pt x="1197959" y="723614"/>
                  </a:lnTo>
                  <a:lnTo>
                    <a:pt x="1202817" y="719709"/>
                  </a:lnTo>
                  <a:lnTo>
                    <a:pt x="1205008" y="717233"/>
                  </a:lnTo>
                  <a:lnTo>
                    <a:pt x="1206818" y="714089"/>
                  </a:lnTo>
                  <a:lnTo>
                    <a:pt x="1208056" y="710565"/>
                  </a:lnTo>
                  <a:lnTo>
                    <a:pt x="1208818" y="709136"/>
                  </a:lnTo>
                  <a:lnTo>
                    <a:pt x="1215009" y="702564"/>
                  </a:lnTo>
                  <a:lnTo>
                    <a:pt x="1222153" y="692563"/>
                  </a:lnTo>
                  <a:lnTo>
                    <a:pt x="1224248" y="690563"/>
                  </a:lnTo>
                  <a:lnTo>
                    <a:pt x="1230725" y="686848"/>
                  </a:lnTo>
                  <a:lnTo>
                    <a:pt x="1243489" y="681704"/>
                  </a:lnTo>
                  <a:lnTo>
                    <a:pt x="1246823" y="679037"/>
                  </a:lnTo>
                  <a:lnTo>
                    <a:pt x="1248251" y="678371"/>
                  </a:lnTo>
                  <a:lnTo>
                    <a:pt x="1253871" y="677894"/>
                  </a:lnTo>
                  <a:lnTo>
                    <a:pt x="1255585" y="677037"/>
                  </a:lnTo>
                  <a:lnTo>
                    <a:pt x="1257110" y="675513"/>
                  </a:lnTo>
                  <a:lnTo>
                    <a:pt x="1265396" y="665417"/>
                  </a:lnTo>
                  <a:lnTo>
                    <a:pt x="1266349" y="664940"/>
                  </a:lnTo>
                  <a:lnTo>
                    <a:pt x="1270254" y="665131"/>
                  </a:lnTo>
                  <a:lnTo>
                    <a:pt x="1272731" y="663988"/>
                  </a:lnTo>
                  <a:lnTo>
                    <a:pt x="1273683" y="663797"/>
                  </a:lnTo>
                  <a:lnTo>
                    <a:pt x="1274826" y="662940"/>
                  </a:lnTo>
                  <a:lnTo>
                    <a:pt x="1275493" y="661035"/>
                  </a:lnTo>
                  <a:lnTo>
                    <a:pt x="1275588" y="658559"/>
                  </a:lnTo>
                  <a:lnTo>
                    <a:pt x="1275398" y="656463"/>
                  </a:lnTo>
                  <a:lnTo>
                    <a:pt x="1274731" y="653987"/>
                  </a:lnTo>
                  <a:lnTo>
                    <a:pt x="1269873" y="645319"/>
                  </a:lnTo>
                  <a:lnTo>
                    <a:pt x="1268444" y="643509"/>
                  </a:lnTo>
                  <a:lnTo>
                    <a:pt x="1266825" y="641890"/>
                  </a:lnTo>
                  <a:lnTo>
                    <a:pt x="1260919" y="637889"/>
                  </a:lnTo>
                  <a:lnTo>
                    <a:pt x="1259110" y="636080"/>
                  </a:lnTo>
                  <a:lnTo>
                    <a:pt x="1254347" y="629412"/>
                  </a:lnTo>
                  <a:lnTo>
                    <a:pt x="1253014" y="627126"/>
                  </a:lnTo>
                  <a:lnTo>
                    <a:pt x="1252252" y="624364"/>
                  </a:lnTo>
                  <a:lnTo>
                    <a:pt x="1251966" y="621506"/>
                  </a:lnTo>
                  <a:lnTo>
                    <a:pt x="1251585" y="620173"/>
                  </a:lnTo>
                  <a:lnTo>
                    <a:pt x="1250633" y="619030"/>
                  </a:lnTo>
                  <a:lnTo>
                    <a:pt x="1247299" y="617030"/>
                  </a:lnTo>
                  <a:lnTo>
                    <a:pt x="1246537" y="615506"/>
                  </a:lnTo>
                  <a:lnTo>
                    <a:pt x="1246632" y="612553"/>
                  </a:lnTo>
                  <a:lnTo>
                    <a:pt x="1247108" y="610362"/>
                  </a:lnTo>
                  <a:lnTo>
                    <a:pt x="1248061" y="608076"/>
                  </a:lnTo>
                  <a:lnTo>
                    <a:pt x="1249204" y="605981"/>
                  </a:lnTo>
                  <a:lnTo>
                    <a:pt x="1250537" y="604742"/>
                  </a:lnTo>
                  <a:lnTo>
                    <a:pt x="1250633" y="604552"/>
                  </a:lnTo>
                  <a:lnTo>
                    <a:pt x="1251204" y="603790"/>
                  </a:lnTo>
                  <a:lnTo>
                    <a:pt x="1252537" y="600837"/>
                  </a:lnTo>
                  <a:lnTo>
                    <a:pt x="1253585" y="599027"/>
                  </a:lnTo>
                  <a:lnTo>
                    <a:pt x="1254061" y="598075"/>
                  </a:lnTo>
                  <a:lnTo>
                    <a:pt x="1254347" y="596741"/>
                  </a:lnTo>
                  <a:lnTo>
                    <a:pt x="1254347" y="595503"/>
                  </a:lnTo>
                  <a:lnTo>
                    <a:pt x="1254157" y="593026"/>
                  </a:lnTo>
                  <a:lnTo>
                    <a:pt x="1254157" y="591788"/>
                  </a:lnTo>
                  <a:lnTo>
                    <a:pt x="1254728" y="589979"/>
                  </a:lnTo>
                  <a:lnTo>
                    <a:pt x="1264634" y="569786"/>
                  </a:lnTo>
                  <a:lnTo>
                    <a:pt x="1265777" y="568071"/>
                  </a:lnTo>
                  <a:lnTo>
                    <a:pt x="1267111" y="566642"/>
                  </a:lnTo>
                  <a:lnTo>
                    <a:pt x="1270159" y="564356"/>
                  </a:lnTo>
                  <a:lnTo>
                    <a:pt x="1271207" y="563785"/>
                  </a:lnTo>
                  <a:lnTo>
                    <a:pt x="1273397" y="563213"/>
                  </a:lnTo>
                  <a:lnTo>
                    <a:pt x="1274540" y="562737"/>
                  </a:lnTo>
                  <a:lnTo>
                    <a:pt x="1275112" y="562166"/>
                  </a:lnTo>
                  <a:lnTo>
                    <a:pt x="1275588" y="561499"/>
                  </a:lnTo>
                  <a:lnTo>
                    <a:pt x="1276160" y="561023"/>
                  </a:lnTo>
                  <a:lnTo>
                    <a:pt x="1276922" y="560832"/>
                  </a:lnTo>
                  <a:lnTo>
                    <a:pt x="1277588" y="560832"/>
                  </a:lnTo>
                  <a:lnTo>
                    <a:pt x="1279017" y="560737"/>
                  </a:lnTo>
                  <a:lnTo>
                    <a:pt x="1284065" y="562261"/>
                  </a:lnTo>
                  <a:lnTo>
                    <a:pt x="1298353" y="561975"/>
                  </a:lnTo>
                  <a:lnTo>
                    <a:pt x="1300162" y="562356"/>
                  </a:lnTo>
                  <a:lnTo>
                    <a:pt x="1301591" y="563404"/>
                  </a:lnTo>
                  <a:lnTo>
                    <a:pt x="1305973" y="567785"/>
                  </a:lnTo>
                  <a:lnTo>
                    <a:pt x="1308164" y="571405"/>
                  </a:lnTo>
                  <a:lnTo>
                    <a:pt x="1309211" y="572929"/>
                  </a:lnTo>
                  <a:lnTo>
                    <a:pt x="1310735" y="574072"/>
                  </a:lnTo>
                  <a:lnTo>
                    <a:pt x="1317784" y="577215"/>
                  </a:lnTo>
                  <a:lnTo>
                    <a:pt x="1329690" y="580549"/>
                  </a:lnTo>
                  <a:lnTo>
                    <a:pt x="1331976" y="580549"/>
                  </a:lnTo>
                  <a:lnTo>
                    <a:pt x="1336548" y="582549"/>
                  </a:lnTo>
                  <a:lnTo>
                    <a:pt x="1355979" y="584264"/>
                  </a:lnTo>
                  <a:lnTo>
                    <a:pt x="1356836" y="584549"/>
                  </a:lnTo>
                  <a:lnTo>
                    <a:pt x="1358265" y="585788"/>
                  </a:lnTo>
                  <a:lnTo>
                    <a:pt x="1359122" y="586169"/>
                  </a:lnTo>
                  <a:lnTo>
                    <a:pt x="1362932" y="586549"/>
                  </a:lnTo>
                  <a:lnTo>
                    <a:pt x="1364552" y="586073"/>
                  </a:lnTo>
                  <a:lnTo>
                    <a:pt x="1366457" y="584454"/>
                  </a:lnTo>
                  <a:lnTo>
                    <a:pt x="1369790" y="580930"/>
                  </a:lnTo>
                  <a:lnTo>
                    <a:pt x="1375219" y="577024"/>
                  </a:lnTo>
                  <a:lnTo>
                    <a:pt x="1377886" y="574072"/>
                  </a:lnTo>
                  <a:lnTo>
                    <a:pt x="1379220" y="573500"/>
                  </a:lnTo>
                  <a:lnTo>
                    <a:pt x="1382363" y="573215"/>
                  </a:lnTo>
                  <a:lnTo>
                    <a:pt x="1384649" y="572643"/>
                  </a:lnTo>
                  <a:lnTo>
                    <a:pt x="1386650" y="571691"/>
                  </a:lnTo>
                  <a:lnTo>
                    <a:pt x="1388459" y="570071"/>
                  </a:lnTo>
                  <a:lnTo>
                    <a:pt x="1390078" y="567785"/>
                  </a:lnTo>
                  <a:lnTo>
                    <a:pt x="1391126" y="565880"/>
                  </a:lnTo>
                  <a:lnTo>
                    <a:pt x="1391602" y="565023"/>
                  </a:lnTo>
                  <a:lnTo>
                    <a:pt x="1392365" y="564261"/>
                  </a:lnTo>
                  <a:lnTo>
                    <a:pt x="1394936" y="562642"/>
                  </a:lnTo>
                  <a:lnTo>
                    <a:pt x="1405795" y="552260"/>
                  </a:lnTo>
                  <a:lnTo>
                    <a:pt x="1408652" y="547973"/>
                  </a:lnTo>
                  <a:lnTo>
                    <a:pt x="1410176" y="544640"/>
                  </a:lnTo>
                  <a:lnTo>
                    <a:pt x="1410748" y="543020"/>
                  </a:lnTo>
                  <a:lnTo>
                    <a:pt x="1411129" y="539591"/>
                  </a:lnTo>
                  <a:lnTo>
                    <a:pt x="1411319" y="538924"/>
                  </a:lnTo>
                  <a:lnTo>
                    <a:pt x="1411891" y="538544"/>
                  </a:lnTo>
                  <a:lnTo>
                    <a:pt x="1419035" y="535781"/>
                  </a:lnTo>
                  <a:lnTo>
                    <a:pt x="1420844" y="535400"/>
                  </a:lnTo>
                  <a:lnTo>
                    <a:pt x="1422559" y="535591"/>
                  </a:lnTo>
                  <a:lnTo>
                    <a:pt x="1431417" y="539115"/>
                  </a:lnTo>
                  <a:lnTo>
                    <a:pt x="1433227" y="539401"/>
                  </a:lnTo>
                  <a:lnTo>
                    <a:pt x="1443133" y="537877"/>
                  </a:lnTo>
                  <a:lnTo>
                    <a:pt x="1454182" y="537877"/>
                  </a:lnTo>
                  <a:lnTo>
                    <a:pt x="1461326" y="536543"/>
                  </a:lnTo>
                  <a:lnTo>
                    <a:pt x="1469993" y="534162"/>
                  </a:lnTo>
                  <a:lnTo>
                    <a:pt x="1471612" y="533400"/>
                  </a:lnTo>
                  <a:lnTo>
                    <a:pt x="1472946" y="532257"/>
                  </a:lnTo>
                  <a:lnTo>
                    <a:pt x="1476851" y="527685"/>
                  </a:lnTo>
                  <a:lnTo>
                    <a:pt x="1488186" y="517970"/>
                  </a:lnTo>
                  <a:lnTo>
                    <a:pt x="1489234" y="516826"/>
                  </a:lnTo>
                  <a:lnTo>
                    <a:pt x="1489710" y="516541"/>
                  </a:lnTo>
                  <a:lnTo>
                    <a:pt x="1492472" y="516922"/>
                  </a:lnTo>
                  <a:lnTo>
                    <a:pt x="1493234" y="516922"/>
                  </a:lnTo>
                  <a:lnTo>
                    <a:pt x="1494092" y="516731"/>
                  </a:lnTo>
                  <a:lnTo>
                    <a:pt x="1496663" y="515398"/>
                  </a:lnTo>
                  <a:lnTo>
                    <a:pt x="1498092" y="514255"/>
                  </a:lnTo>
                  <a:lnTo>
                    <a:pt x="1501235" y="509683"/>
                  </a:lnTo>
                  <a:lnTo>
                    <a:pt x="1502378" y="507206"/>
                  </a:lnTo>
                  <a:lnTo>
                    <a:pt x="1501902" y="505397"/>
                  </a:lnTo>
                  <a:lnTo>
                    <a:pt x="1500759" y="503682"/>
                  </a:lnTo>
                  <a:lnTo>
                    <a:pt x="1499997" y="501301"/>
                  </a:lnTo>
                  <a:lnTo>
                    <a:pt x="1500378" y="499301"/>
                  </a:lnTo>
                  <a:lnTo>
                    <a:pt x="1507903" y="484346"/>
                  </a:lnTo>
                  <a:lnTo>
                    <a:pt x="1516761" y="475202"/>
                  </a:lnTo>
                  <a:lnTo>
                    <a:pt x="1517523" y="474059"/>
                  </a:lnTo>
                  <a:lnTo>
                    <a:pt x="1517999" y="472726"/>
                  </a:lnTo>
                  <a:lnTo>
                    <a:pt x="1519047" y="470249"/>
                  </a:lnTo>
                  <a:lnTo>
                    <a:pt x="1519809" y="469773"/>
                  </a:lnTo>
                  <a:lnTo>
                    <a:pt x="1520952" y="468916"/>
                  </a:lnTo>
                  <a:lnTo>
                    <a:pt x="1523143" y="468154"/>
                  </a:lnTo>
                  <a:lnTo>
                    <a:pt x="1526381" y="467773"/>
                  </a:lnTo>
                  <a:lnTo>
                    <a:pt x="1527143" y="467392"/>
                  </a:lnTo>
                  <a:lnTo>
                    <a:pt x="1530477" y="464630"/>
                  </a:lnTo>
                  <a:lnTo>
                    <a:pt x="1531525" y="463296"/>
                  </a:lnTo>
                  <a:lnTo>
                    <a:pt x="1532001" y="463010"/>
                  </a:lnTo>
                  <a:lnTo>
                    <a:pt x="1532953" y="463010"/>
                  </a:lnTo>
                  <a:lnTo>
                    <a:pt x="1539621" y="464534"/>
                  </a:lnTo>
                  <a:lnTo>
                    <a:pt x="1557718" y="465773"/>
                  </a:lnTo>
                  <a:lnTo>
                    <a:pt x="1559624" y="465201"/>
                  </a:lnTo>
                  <a:lnTo>
                    <a:pt x="1560385" y="463582"/>
                  </a:lnTo>
                  <a:lnTo>
                    <a:pt x="1560671" y="458343"/>
                  </a:lnTo>
                  <a:lnTo>
                    <a:pt x="1561243" y="456248"/>
                  </a:lnTo>
                  <a:lnTo>
                    <a:pt x="1563148" y="453580"/>
                  </a:lnTo>
                  <a:lnTo>
                    <a:pt x="1563529" y="452533"/>
                  </a:lnTo>
                  <a:lnTo>
                    <a:pt x="1563434" y="451295"/>
                  </a:lnTo>
                  <a:lnTo>
                    <a:pt x="1562576" y="448913"/>
                  </a:lnTo>
                  <a:lnTo>
                    <a:pt x="1566672" y="447866"/>
                  </a:lnTo>
                  <a:lnTo>
                    <a:pt x="1567720" y="448342"/>
                  </a:lnTo>
                  <a:lnTo>
                    <a:pt x="1568291" y="448437"/>
                  </a:lnTo>
                  <a:lnTo>
                    <a:pt x="1568672" y="448342"/>
                  </a:lnTo>
                  <a:lnTo>
                    <a:pt x="1571149" y="446627"/>
                  </a:lnTo>
                  <a:lnTo>
                    <a:pt x="1571720" y="446437"/>
                  </a:lnTo>
                  <a:lnTo>
                    <a:pt x="1572482" y="447389"/>
                  </a:lnTo>
                  <a:lnTo>
                    <a:pt x="1573816" y="450532"/>
                  </a:lnTo>
                  <a:lnTo>
                    <a:pt x="1574768" y="451676"/>
                  </a:lnTo>
                  <a:lnTo>
                    <a:pt x="1577245" y="453104"/>
                  </a:lnTo>
                  <a:lnTo>
                    <a:pt x="1578483" y="453390"/>
                  </a:lnTo>
                  <a:lnTo>
                    <a:pt x="1583817" y="452819"/>
                  </a:lnTo>
                  <a:lnTo>
                    <a:pt x="1584865" y="452247"/>
                  </a:lnTo>
                  <a:lnTo>
                    <a:pt x="1585722" y="451104"/>
                  </a:lnTo>
                  <a:lnTo>
                    <a:pt x="1587056" y="448247"/>
                  </a:lnTo>
                  <a:lnTo>
                    <a:pt x="1588103" y="447008"/>
                  </a:lnTo>
                  <a:lnTo>
                    <a:pt x="1589246" y="446151"/>
                  </a:lnTo>
                  <a:lnTo>
                    <a:pt x="1590485" y="445580"/>
                  </a:lnTo>
                  <a:lnTo>
                    <a:pt x="1593056" y="444913"/>
                  </a:lnTo>
                  <a:lnTo>
                    <a:pt x="1594771" y="444627"/>
                  </a:lnTo>
                  <a:lnTo>
                    <a:pt x="1598867" y="441484"/>
                  </a:lnTo>
                  <a:lnTo>
                    <a:pt x="1599819" y="441103"/>
                  </a:lnTo>
                  <a:lnTo>
                    <a:pt x="1602677" y="441007"/>
                  </a:lnTo>
                  <a:lnTo>
                    <a:pt x="1603439" y="440722"/>
                  </a:lnTo>
                  <a:lnTo>
                    <a:pt x="1605343" y="439007"/>
                  </a:lnTo>
                  <a:lnTo>
                    <a:pt x="1607058" y="437864"/>
                  </a:lnTo>
                  <a:lnTo>
                    <a:pt x="1608677" y="437293"/>
                  </a:lnTo>
                  <a:lnTo>
                    <a:pt x="1610297" y="437198"/>
                  </a:lnTo>
                  <a:lnTo>
                    <a:pt x="1612202" y="437388"/>
                  </a:lnTo>
                  <a:lnTo>
                    <a:pt x="1614011" y="438055"/>
                  </a:lnTo>
                  <a:lnTo>
                    <a:pt x="1617440" y="439769"/>
                  </a:lnTo>
                  <a:lnTo>
                    <a:pt x="1619441" y="440150"/>
                  </a:lnTo>
                  <a:lnTo>
                    <a:pt x="1623536" y="440150"/>
                  </a:lnTo>
                  <a:lnTo>
                    <a:pt x="1624393" y="439865"/>
                  </a:lnTo>
                  <a:lnTo>
                    <a:pt x="1625822" y="438817"/>
                  </a:lnTo>
                  <a:lnTo>
                    <a:pt x="1626584" y="438626"/>
                  </a:lnTo>
                  <a:lnTo>
                    <a:pt x="1628585" y="439293"/>
                  </a:lnTo>
                  <a:lnTo>
                    <a:pt x="1630585" y="440341"/>
                  </a:lnTo>
                  <a:lnTo>
                    <a:pt x="1632394" y="440817"/>
                  </a:lnTo>
                  <a:lnTo>
                    <a:pt x="1634204" y="439769"/>
                  </a:lnTo>
                  <a:lnTo>
                    <a:pt x="1636204" y="436150"/>
                  </a:lnTo>
                  <a:lnTo>
                    <a:pt x="1637538" y="434626"/>
                  </a:lnTo>
                  <a:lnTo>
                    <a:pt x="1639062" y="434054"/>
                  </a:lnTo>
                  <a:lnTo>
                    <a:pt x="1640205" y="434626"/>
                  </a:lnTo>
                  <a:lnTo>
                    <a:pt x="1640586" y="435674"/>
                  </a:lnTo>
                  <a:lnTo>
                    <a:pt x="1640872" y="437007"/>
                  </a:lnTo>
                  <a:lnTo>
                    <a:pt x="1641443" y="438055"/>
                  </a:lnTo>
                  <a:lnTo>
                    <a:pt x="1642301" y="438341"/>
                  </a:lnTo>
                  <a:lnTo>
                    <a:pt x="1643062" y="437864"/>
                  </a:lnTo>
                  <a:lnTo>
                    <a:pt x="1644396" y="436245"/>
                  </a:lnTo>
                  <a:lnTo>
                    <a:pt x="1645444" y="435959"/>
                  </a:lnTo>
                  <a:lnTo>
                    <a:pt x="1646396" y="437198"/>
                  </a:lnTo>
                  <a:lnTo>
                    <a:pt x="1647920" y="440341"/>
                  </a:lnTo>
                  <a:lnTo>
                    <a:pt x="1649159" y="441484"/>
                  </a:lnTo>
                  <a:lnTo>
                    <a:pt x="1650492" y="442055"/>
                  </a:lnTo>
                  <a:lnTo>
                    <a:pt x="1663922" y="445865"/>
                  </a:lnTo>
                  <a:lnTo>
                    <a:pt x="1666303" y="445770"/>
                  </a:lnTo>
                  <a:lnTo>
                    <a:pt x="1671066" y="444627"/>
                  </a:lnTo>
                  <a:lnTo>
                    <a:pt x="1673543" y="444627"/>
                  </a:lnTo>
                  <a:lnTo>
                    <a:pt x="1677543" y="445294"/>
                  </a:lnTo>
                  <a:lnTo>
                    <a:pt x="1678877" y="445199"/>
                  </a:lnTo>
                  <a:lnTo>
                    <a:pt x="1680019" y="445484"/>
                  </a:lnTo>
                  <a:lnTo>
                    <a:pt x="1681925" y="447008"/>
                  </a:lnTo>
                  <a:lnTo>
                    <a:pt x="1682972" y="447389"/>
                  </a:lnTo>
                  <a:lnTo>
                    <a:pt x="1683925" y="447103"/>
                  </a:lnTo>
                  <a:lnTo>
                    <a:pt x="1685068" y="446532"/>
                  </a:lnTo>
                  <a:lnTo>
                    <a:pt x="1686211" y="445675"/>
                  </a:lnTo>
                  <a:lnTo>
                    <a:pt x="1686973" y="444913"/>
                  </a:lnTo>
                  <a:lnTo>
                    <a:pt x="1687735" y="443389"/>
                  </a:lnTo>
                  <a:lnTo>
                    <a:pt x="1688402" y="442436"/>
                  </a:lnTo>
                  <a:lnTo>
                    <a:pt x="1689164" y="442246"/>
                  </a:lnTo>
                  <a:lnTo>
                    <a:pt x="1690211" y="442817"/>
                  </a:lnTo>
                  <a:lnTo>
                    <a:pt x="1691164" y="442817"/>
                  </a:lnTo>
                  <a:lnTo>
                    <a:pt x="1692211" y="442151"/>
                  </a:lnTo>
                  <a:lnTo>
                    <a:pt x="1693164" y="441103"/>
                  </a:lnTo>
                  <a:lnTo>
                    <a:pt x="1694117" y="439484"/>
                  </a:lnTo>
                  <a:lnTo>
                    <a:pt x="1694498" y="438912"/>
                  </a:lnTo>
                  <a:lnTo>
                    <a:pt x="1694783" y="438436"/>
                  </a:lnTo>
                  <a:lnTo>
                    <a:pt x="1694974" y="437674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8" name="Freeform: Shape 20">
              <a:extLst>
                <a:ext uri="{FF2B5EF4-FFF2-40B4-BE49-F238E27FC236}">
                  <a16:creationId xmlns:a16="http://schemas.microsoft.com/office/drawing/2014/main" id="{143F380D-1FB2-0776-CAF0-5AD30BD4CF78}"/>
                </a:ext>
              </a:extLst>
            </p:cNvPr>
            <p:cNvSpPr/>
            <p:nvPr/>
          </p:nvSpPr>
          <p:spPr>
            <a:xfrm>
              <a:off x="4644104" y="4521898"/>
              <a:ext cx="47625" cy="400050"/>
            </a:xfrm>
            <a:custGeom>
              <a:avLst/>
              <a:gdLst>
                <a:gd name="connsiteX0" fmla="*/ 12097 w 47625"/>
                <a:gd name="connsiteY0" fmla="*/ 18288 h 400050"/>
                <a:gd name="connsiteX1" fmla="*/ 12192 w 47625"/>
                <a:gd name="connsiteY1" fmla="*/ 18288 h 400050"/>
                <a:gd name="connsiteX2" fmla="*/ 12287 w 47625"/>
                <a:gd name="connsiteY2" fmla="*/ 18193 h 400050"/>
                <a:gd name="connsiteX3" fmla="*/ 12382 w 47625"/>
                <a:gd name="connsiteY3" fmla="*/ 18098 h 400050"/>
                <a:gd name="connsiteX4" fmla="*/ 12478 w 47625"/>
                <a:gd name="connsiteY4" fmla="*/ 18002 h 400050"/>
                <a:gd name="connsiteX5" fmla="*/ 12382 w 47625"/>
                <a:gd name="connsiteY5" fmla="*/ 18002 h 400050"/>
                <a:gd name="connsiteX6" fmla="*/ 12287 w 47625"/>
                <a:gd name="connsiteY6" fmla="*/ 17907 h 400050"/>
                <a:gd name="connsiteX7" fmla="*/ 12192 w 47625"/>
                <a:gd name="connsiteY7" fmla="*/ 17907 h 400050"/>
                <a:gd name="connsiteX8" fmla="*/ 12097 w 47625"/>
                <a:gd name="connsiteY8" fmla="*/ 18288 h 400050"/>
                <a:gd name="connsiteX9" fmla="*/ 12097 w 47625"/>
                <a:gd name="connsiteY9" fmla="*/ 18288 h 400050"/>
                <a:gd name="connsiteX10" fmla="*/ 15430 w 47625"/>
                <a:gd name="connsiteY10" fmla="*/ 68580 h 400050"/>
                <a:gd name="connsiteX11" fmla="*/ 15430 w 47625"/>
                <a:gd name="connsiteY11" fmla="*/ 68580 h 400050"/>
                <a:gd name="connsiteX12" fmla="*/ 15526 w 47625"/>
                <a:gd name="connsiteY12" fmla="*/ 68104 h 400050"/>
                <a:gd name="connsiteX13" fmla="*/ 15526 w 47625"/>
                <a:gd name="connsiteY13" fmla="*/ 68104 h 400050"/>
                <a:gd name="connsiteX14" fmla="*/ 15335 w 47625"/>
                <a:gd name="connsiteY14" fmla="*/ 68199 h 400050"/>
                <a:gd name="connsiteX15" fmla="*/ 15145 w 47625"/>
                <a:gd name="connsiteY15" fmla="*/ 68294 h 400050"/>
                <a:gd name="connsiteX16" fmla="*/ 15145 w 47625"/>
                <a:gd name="connsiteY16" fmla="*/ 68390 h 400050"/>
                <a:gd name="connsiteX17" fmla="*/ 15240 w 47625"/>
                <a:gd name="connsiteY17" fmla="*/ 68485 h 400050"/>
                <a:gd name="connsiteX18" fmla="*/ 15430 w 47625"/>
                <a:gd name="connsiteY18" fmla="*/ 68580 h 400050"/>
                <a:gd name="connsiteX19" fmla="*/ 12859 w 47625"/>
                <a:gd name="connsiteY19" fmla="*/ 28861 h 400050"/>
                <a:gd name="connsiteX20" fmla="*/ 12859 w 47625"/>
                <a:gd name="connsiteY20" fmla="*/ 28861 h 400050"/>
                <a:gd name="connsiteX21" fmla="*/ 12954 w 47625"/>
                <a:gd name="connsiteY21" fmla="*/ 28766 h 400050"/>
                <a:gd name="connsiteX22" fmla="*/ 12859 w 47625"/>
                <a:gd name="connsiteY22" fmla="*/ 28766 h 400050"/>
                <a:gd name="connsiteX23" fmla="*/ 12763 w 47625"/>
                <a:gd name="connsiteY23" fmla="*/ 28670 h 400050"/>
                <a:gd name="connsiteX24" fmla="*/ 12668 w 47625"/>
                <a:gd name="connsiteY24" fmla="*/ 28575 h 400050"/>
                <a:gd name="connsiteX25" fmla="*/ 12668 w 47625"/>
                <a:gd name="connsiteY25" fmla="*/ 28670 h 400050"/>
                <a:gd name="connsiteX26" fmla="*/ 12573 w 47625"/>
                <a:gd name="connsiteY26" fmla="*/ 28766 h 400050"/>
                <a:gd name="connsiteX27" fmla="*/ 12573 w 47625"/>
                <a:gd name="connsiteY27" fmla="*/ 28861 h 400050"/>
                <a:gd name="connsiteX28" fmla="*/ 12859 w 47625"/>
                <a:gd name="connsiteY28" fmla="*/ 28861 h 400050"/>
                <a:gd name="connsiteX29" fmla="*/ 12382 w 47625"/>
                <a:gd name="connsiteY29" fmla="*/ 116205 h 400050"/>
                <a:gd name="connsiteX30" fmla="*/ 12573 w 47625"/>
                <a:gd name="connsiteY30" fmla="*/ 116205 h 400050"/>
                <a:gd name="connsiteX31" fmla="*/ 12668 w 47625"/>
                <a:gd name="connsiteY31" fmla="*/ 116110 h 400050"/>
                <a:gd name="connsiteX32" fmla="*/ 12668 w 47625"/>
                <a:gd name="connsiteY32" fmla="*/ 116110 h 400050"/>
                <a:gd name="connsiteX33" fmla="*/ 12382 w 47625"/>
                <a:gd name="connsiteY33" fmla="*/ 116205 h 400050"/>
                <a:gd name="connsiteX34" fmla="*/ 12382 w 47625"/>
                <a:gd name="connsiteY34" fmla="*/ 116205 h 400050"/>
                <a:gd name="connsiteX35" fmla="*/ 571 w 47625"/>
                <a:gd name="connsiteY35" fmla="*/ 177927 h 400050"/>
                <a:gd name="connsiteX36" fmla="*/ 476 w 47625"/>
                <a:gd name="connsiteY36" fmla="*/ 177737 h 400050"/>
                <a:gd name="connsiteX37" fmla="*/ 476 w 47625"/>
                <a:gd name="connsiteY37" fmla="*/ 177737 h 400050"/>
                <a:gd name="connsiteX38" fmla="*/ 381 w 47625"/>
                <a:gd name="connsiteY38" fmla="*/ 177927 h 400050"/>
                <a:gd name="connsiteX39" fmla="*/ 286 w 47625"/>
                <a:gd name="connsiteY39" fmla="*/ 178118 h 400050"/>
                <a:gd name="connsiteX40" fmla="*/ 286 w 47625"/>
                <a:gd name="connsiteY40" fmla="*/ 178308 h 400050"/>
                <a:gd name="connsiteX41" fmla="*/ 476 w 47625"/>
                <a:gd name="connsiteY41" fmla="*/ 178403 h 400050"/>
                <a:gd name="connsiteX42" fmla="*/ 571 w 47625"/>
                <a:gd name="connsiteY42" fmla="*/ 178499 h 400050"/>
                <a:gd name="connsiteX43" fmla="*/ 762 w 47625"/>
                <a:gd name="connsiteY43" fmla="*/ 178308 h 400050"/>
                <a:gd name="connsiteX44" fmla="*/ 762 w 47625"/>
                <a:gd name="connsiteY44" fmla="*/ 178308 h 400050"/>
                <a:gd name="connsiteX45" fmla="*/ 667 w 47625"/>
                <a:gd name="connsiteY45" fmla="*/ 178213 h 400050"/>
                <a:gd name="connsiteX46" fmla="*/ 571 w 47625"/>
                <a:gd name="connsiteY46" fmla="*/ 177927 h 400050"/>
                <a:gd name="connsiteX47" fmla="*/ 1143 w 47625"/>
                <a:gd name="connsiteY47" fmla="*/ 163449 h 400050"/>
                <a:gd name="connsiteX48" fmla="*/ 1143 w 47625"/>
                <a:gd name="connsiteY48" fmla="*/ 163449 h 400050"/>
                <a:gd name="connsiteX49" fmla="*/ 1048 w 47625"/>
                <a:gd name="connsiteY49" fmla="*/ 163354 h 400050"/>
                <a:gd name="connsiteX50" fmla="*/ 1048 w 47625"/>
                <a:gd name="connsiteY50" fmla="*/ 163259 h 400050"/>
                <a:gd name="connsiteX51" fmla="*/ 952 w 47625"/>
                <a:gd name="connsiteY51" fmla="*/ 163354 h 400050"/>
                <a:gd name="connsiteX52" fmla="*/ 857 w 47625"/>
                <a:gd name="connsiteY52" fmla="*/ 163449 h 400050"/>
                <a:gd name="connsiteX53" fmla="*/ 857 w 47625"/>
                <a:gd name="connsiteY53" fmla="*/ 163449 h 400050"/>
                <a:gd name="connsiteX54" fmla="*/ 857 w 47625"/>
                <a:gd name="connsiteY54" fmla="*/ 163449 h 400050"/>
                <a:gd name="connsiteX55" fmla="*/ 857 w 47625"/>
                <a:gd name="connsiteY55" fmla="*/ 163544 h 400050"/>
                <a:gd name="connsiteX56" fmla="*/ 857 w 47625"/>
                <a:gd name="connsiteY56" fmla="*/ 163544 h 400050"/>
                <a:gd name="connsiteX57" fmla="*/ 1143 w 47625"/>
                <a:gd name="connsiteY57" fmla="*/ 163640 h 400050"/>
                <a:gd name="connsiteX58" fmla="*/ 1143 w 47625"/>
                <a:gd name="connsiteY58" fmla="*/ 163449 h 400050"/>
                <a:gd name="connsiteX59" fmla="*/ 1143 w 47625"/>
                <a:gd name="connsiteY59" fmla="*/ 163449 h 400050"/>
                <a:gd name="connsiteX60" fmla="*/ 1143 w 47625"/>
                <a:gd name="connsiteY60" fmla="*/ 163449 h 400050"/>
                <a:gd name="connsiteX61" fmla="*/ 1143 w 47625"/>
                <a:gd name="connsiteY61" fmla="*/ 163449 h 400050"/>
                <a:gd name="connsiteX62" fmla="*/ 12097 w 47625"/>
                <a:gd name="connsiteY62" fmla="*/ 762 h 400050"/>
                <a:gd name="connsiteX63" fmla="*/ 12097 w 47625"/>
                <a:gd name="connsiteY63" fmla="*/ 762 h 400050"/>
                <a:gd name="connsiteX64" fmla="*/ 11906 w 47625"/>
                <a:gd name="connsiteY64" fmla="*/ 857 h 400050"/>
                <a:gd name="connsiteX65" fmla="*/ 11716 w 47625"/>
                <a:gd name="connsiteY65" fmla="*/ 857 h 400050"/>
                <a:gd name="connsiteX66" fmla="*/ 11716 w 47625"/>
                <a:gd name="connsiteY66" fmla="*/ 953 h 400050"/>
                <a:gd name="connsiteX67" fmla="*/ 12001 w 47625"/>
                <a:gd name="connsiteY67" fmla="*/ 1238 h 400050"/>
                <a:gd name="connsiteX68" fmla="*/ 12097 w 47625"/>
                <a:gd name="connsiteY68" fmla="*/ 762 h 400050"/>
                <a:gd name="connsiteX69" fmla="*/ 5905 w 47625"/>
                <a:gd name="connsiteY69" fmla="*/ 188786 h 400050"/>
                <a:gd name="connsiteX70" fmla="*/ 5905 w 47625"/>
                <a:gd name="connsiteY70" fmla="*/ 188786 h 400050"/>
                <a:gd name="connsiteX71" fmla="*/ 5810 w 47625"/>
                <a:gd name="connsiteY71" fmla="*/ 188690 h 400050"/>
                <a:gd name="connsiteX72" fmla="*/ 5810 w 47625"/>
                <a:gd name="connsiteY72" fmla="*/ 188690 h 400050"/>
                <a:gd name="connsiteX73" fmla="*/ 5715 w 47625"/>
                <a:gd name="connsiteY73" fmla="*/ 188881 h 400050"/>
                <a:gd name="connsiteX74" fmla="*/ 5620 w 47625"/>
                <a:gd name="connsiteY74" fmla="*/ 188976 h 400050"/>
                <a:gd name="connsiteX75" fmla="*/ 5620 w 47625"/>
                <a:gd name="connsiteY75" fmla="*/ 188976 h 400050"/>
                <a:gd name="connsiteX76" fmla="*/ 5620 w 47625"/>
                <a:gd name="connsiteY76" fmla="*/ 189071 h 400050"/>
                <a:gd name="connsiteX77" fmla="*/ 5905 w 47625"/>
                <a:gd name="connsiteY77" fmla="*/ 189071 h 400050"/>
                <a:gd name="connsiteX78" fmla="*/ 6001 w 47625"/>
                <a:gd name="connsiteY78" fmla="*/ 188976 h 400050"/>
                <a:gd name="connsiteX79" fmla="*/ 5905 w 47625"/>
                <a:gd name="connsiteY79" fmla="*/ 188881 h 400050"/>
                <a:gd name="connsiteX80" fmla="*/ 5905 w 47625"/>
                <a:gd name="connsiteY80" fmla="*/ 188786 h 400050"/>
                <a:gd name="connsiteX81" fmla="*/ 8001 w 47625"/>
                <a:gd name="connsiteY81" fmla="*/ 189262 h 400050"/>
                <a:gd name="connsiteX82" fmla="*/ 8001 w 47625"/>
                <a:gd name="connsiteY82" fmla="*/ 189262 h 400050"/>
                <a:gd name="connsiteX83" fmla="*/ 7906 w 47625"/>
                <a:gd name="connsiteY83" fmla="*/ 189071 h 400050"/>
                <a:gd name="connsiteX84" fmla="*/ 7810 w 47625"/>
                <a:gd name="connsiteY84" fmla="*/ 188976 h 400050"/>
                <a:gd name="connsiteX85" fmla="*/ 7810 w 47625"/>
                <a:gd name="connsiteY85" fmla="*/ 188976 h 400050"/>
                <a:gd name="connsiteX86" fmla="*/ 7715 w 47625"/>
                <a:gd name="connsiteY86" fmla="*/ 189071 h 400050"/>
                <a:gd name="connsiteX87" fmla="*/ 7620 w 47625"/>
                <a:gd name="connsiteY87" fmla="*/ 189167 h 400050"/>
                <a:gd name="connsiteX88" fmla="*/ 7620 w 47625"/>
                <a:gd name="connsiteY88" fmla="*/ 189262 h 400050"/>
                <a:gd name="connsiteX89" fmla="*/ 7620 w 47625"/>
                <a:gd name="connsiteY89" fmla="*/ 189262 h 400050"/>
                <a:gd name="connsiteX90" fmla="*/ 7810 w 47625"/>
                <a:gd name="connsiteY90" fmla="*/ 189357 h 400050"/>
                <a:gd name="connsiteX91" fmla="*/ 8001 w 47625"/>
                <a:gd name="connsiteY91" fmla="*/ 189262 h 400050"/>
                <a:gd name="connsiteX92" fmla="*/ 8001 w 47625"/>
                <a:gd name="connsiteY92" fmla="*/ 189262 h 400050"/>
                <a:gd name="connsiteX93" fmla="*/ 381 w 47625"/>
                <a:gd name="connsiteY93" fmla="*/ 36671 h 400050"/>
                <a:gd name="connsiteX94" fmla="*/ 381 w 47625"/>
                <a:gd name="connsiteY94" fmla="*/ 36671 h 400050"/>
                <a:gd name="connsiteX95" fmla="*/ 190 w 47625"/>
                <a:gd name="connsiteY95" fmla="*/ 36671 h 400050"/>
                <a:gd name="connsiteX96" fmla="*/ 95 w 47625"/>
                <a:gd name="connsiteY96" fmla="*/ 36671 h 400050"/>
                <a:gd name="connsiteX97" fmla="*/ 0 w 47625"/>
                <a:gd name="connsiteY97" fmla="*/ 36862 h 400050"/>
                <a:gd name="connsiteX98" fmla="*/ 95 w 47625"/>
                <a:gd name="connsiteY98" fmla="*/ 36957 h 400050"/>
                <a:gd name="connsiteX99" fmla="*/ 190 w 47625"/>
                <a:gd name="connsiteY99" fmla="*/ 36862 h 400050"/>
                <a:gd name="connsiteX100" fmla="*/ 286 w 47625"/>
                <a:gd name="connsiteY100" fmla="*/ 36767 h 400050"/>
                <a:gd name="connsiteX101" fmla="*/ 381 w 47625"/>
                <a:gd name="connsiteY101" fmla="*/ 36671 h 400050"/>
                <a:gd name="connsiteX102" fmla="*/ 381 w 47625"/>
                <a:gd name="connsiteY102" fmla="*/ 36671 h 400050"/>
                <a:gd name="connsiteX103" fmla="*/ 12763 w 47625"/>
                <a:gd name="connsiteY103" fmla="*/ 7906 h 400050"/>
                <a:gd name="connsiteX104" fmla="*/ 12763 w 47625"/>
                <a:gd name="connsiteY104" fmla="*/ 7906 h 400050"/>
                <a:gd name="connsiteX105" fmla="*/ 12668 w 47625"/>
                <a:gd name="connsiteY105" fmla="*/ 8192 h 400050"/>
                <a:gd name="connsiteX106" fmla="*/ 12763 w 47625"/>
                <a:gd name="connsiteY106" fmla="*/ 8096 h 400050"/>
                <a:gd name="connsiteX107" fmla="*/ 12763 w 47625"/>
                <a:gd name="connsiteY107" fmla="*/ 7906 h 400050"/>
                <a:gd name="connsiteX108" fmla="*/ 13906 w 47625"/>
                <a:gd name="connsiteY108" fmla="*/ 175451 h 400050"/>
                <a:gd name="connsiteX109" fmla="*/ 13811 w 47625"/>
                <a:gd name="connsiteY109" fmla="*/ 175355 h 400050"/>
                <a:gd name="connsiteX110" fmla="*/ 13716 w 47625"/>
                <a:gd name="connsiteY110" fmla="*/ 175451 h 400050"/>
                <a:gd name="connsiteX111" fmla="*/ 13621 w 47625"/>
                <a:gd name="connsiteY111" fmla="*/ 175546 h 400050"/>
                <a:gd name="connsiteX112" fmla="*/ 13621 w 47625"/>
                <a:gd name="connsiteY112" fmla="*/ 175641 h 400050"/>
                <a:gd name="connsiteX113" fmla="*/ 13621 w 47625"/>
                <a:gd name="connsiteY113" fmla="*/ 175641 h 400050"/>
                <a:gd name="connsiteX114" fmla="*/ 13716 w 47625"/>
                <a:gd name="connsiteY114" fmla="*/ 175736 h 400050"/>
                <a:gd name="connsiteX115" fmla="*/ 13716 w 47625"/>
                <a:gd name="connsiteY115" fmla="*/ 175736 h 400050"/>
                <a:gd name="connsiteX116" fmla="*/ 13906 w 47625"/>
                <a:gd name="connsiteY116" fmla="*/ 175641 h 400050"/>
                <a:gd name="connsiteX117" fmla="*/ 13906 w 47625"/>
                <a:gd name="connsiteY117" fmla="*/ 175546 h 400050"/>
                <a:gd name="connsiteX118" fmla="*/ 13906 w 47625"/>
                <a:gd name="connsiteY118" fmla="*/ 175451 h 400050"/>
                <a:gd name="connsiteX119" fmla="*/ 13906 w 47625"/>
                <a:gd name="connsiteY119" fmla="*/ 175451 h 400050"/>
                <a:gd name="connsiteX120" fmla="*/ 14288 w 47625"/>
                <a:gd name="connsiteY120" fmla="*/ 149638 h 400050"/>
                <a:gd name="connsiteX121" fmla="*/ 14288 w 47625"/>
                <a:gd name="connsiteY121" fmla="*/ 149638 h 400050"/>
                <a:gd name="connsiteX122" fmla="*/ 14478 w 47625"/>
                <a:gd name="connsiteY122" fmla="*/ 149543 h 400050"/>
                <a:gd name="connsiteX123" fmla="*/ 14478 w 47625"/>
                <a:gd name="connsiteY123" fmla="*/ 149543 h 400050"/>
                <a:gd name="connsiteX124" fmla="*/ 13811 w 47625"/>
                <a:gd name="connsiteY124" fmla="*/ 149352 h 400050"/>
                <a:gd name="connsiteX125" fmla="*/ 14097 w 47625"/>
                <a:gd name="connsiteY125" fmla="*/ 149543 h 400050"/>
                <a:gd name="connsiteX126" fmla="*/ 14288 w 47625"/>
                <a:gd name="connsiteY126" fmla="*/ 149638 h 400050"/>
                <a:gd name="connsiteX127" fmla="*/ 14573 w 47625"/>
                <a:gd name="connsiteY127" fmla="*/ 13145 h 400050"/>
                <a:gd name="connsiteX128" fmla="*/ 14668 w 47625"/>
                <a:gd name="connsiteY128" fmla="*/ 13145 h 400050"/>
                <a:gd name="connsiteX129" fmla="*/ 14668 w 47625"/>
                <a:gd name="connsiteY129" fmla="*/ 13145 h 400050"/>
                <a:gd name="connsiteX130" fmla="*/ 14668 w 47625"/>
                <a:gd name="connsiteY130" fmla="*/ 13049 h 400050"/>
                <a:gd name="connsiteX131" fmla="*/ 14764 w 47625"/>
                <a:gd name="connsiteY131" fmla="*/ 12954 h 400050"/>
                <a:gd name="connsiteX132" fmla="*/ 14859 w 47625"/>
                <a:gd name="connsiteY132" fmla="*/ 12859 h 400050"/>
                <a:gd name="connsiteX133" fmla="*/ 14764 w 47625"/>
                <a:gd name="connsiteY133" fmla="*/ 12859 h 400050"/>
                <a:gd name="connsiteX134" fmla="*/ 14668 w 47625"/>
                <a:gd name="connsiteY134" fmla="*/ 12763 h 400050"/>
                <a:gd name="connsiteX135" fmla="*/ 14573 w 47625"/>
                <a:gd name="connsiteY135" fmla="*/ 12763 h 400050"/>
                <a:gd name="connsiteX136" fmla="*/ 14573 w 47625"/>
                <a:gd name="connsiteY136" fmla="*/ 13145 h 400050"/>
                <a:gd name="connsiteX137" fmla="*/ 14573 w 47625"/>
                <a:gd name="connsiteY137" fmla="*/ 13145 h 400050"/>
                <a:gd name="connsiteX138" fmla="*/ 14573 w 47625"/>
                <a:gd name="connsiteY138" fmla="*/ 13145 h 400050"/>
                <a:gd name="connsiteX139" fmla="*/ 14573 w 47625"/>
                <a:gd name="connsiteY139" fmla="*/ 29051 h 400050"/>
                <a:gd name="connsiteX140" fmla="*/ 14668 w 47625"/>
                <a:gd name="connsiteY140" fmla="*/ 28956 h 400050"/>
                <a:gd name="connsiteX141" fmla="*/ 14764 w 47625"/>
                <a:gd name="connsiteY141" fmla="*/ 28861 h 400050"/>
                <a:gd name="connsiteX142" fmla="*/ 14668 w 47625"/>
                <a:gd name="connsiteY142" fmla="*/ 28861 h 400050"/>
                <a:gd name="connsiteX143" fmla="*/ 14573 w 47625"/>
                <a:gd name="connsiteY143" fmla="*/ 28766 h 400050"/>
                <a:gd name="connsiteX144" fmla="*/ 14573 w 47625"/>
                <a:gd name="connsiteY144" fmla="*/ 28766 h 400050"/>
                <a:gd name="connsiteX145" fmla="*/ 14478 w 47625"/>
                <a:gd name="connsiteY145" fmla="*/ 28766 h 400050"/>
                <a:gd name="connsiteX146" fmla="*/ 14383 w 47625"/>
                <a:gd name="connsiteY146" fmla="*/ 29051 h 400050"/>
                <a:gd name="connsiteX147" fmla="*/ 14573 w 47625"/>
                <a:gd name="connsiteY147" fmla="*/ 29051 h 400050"/>
                <a:gd name="connsiteX148" fmla="*/ 14573 w 47625"/>
                <a:gd name="connsiteY148" fmla="*/ 29051 h 400050"/>
                <a:gd name="connsiteX149" fmla="*/ 14097 w 47625"/>
                <a:gd name="connsiteY149" fmla="*/ 2667 h 400050"/>
                <a:gd name="connsiteX150" fmla="*/ 14097 w 47625"/>
                <a:gd name="connsiteY150" fmla="*/ 2667 h 400050"/>
                <a:gd name="connsiteX151" fmla="*/ 14002 w 47625"/>
                <a:gd name="connsiteY151" fmla="*/ 2762 h 400050"/>
                <a:gd name="connsiteX152" fmla="*/ 14002 w 47625"/>
                <a:gd name="connsiteY152" fmla="*/ 2953 h 400050"/>
                <a:gd name="connsiteX153" fmla="*/ 14097 w 47625"/>
                <a:gd name="connsiteY153" fmla="*/ 2667 h 400050"/>
                <a:gd name="connsiteX154" fmla="*/ 13621 w 47625"/>
                <a:gd name="connsiteY154" fmla="*/ 172212 h 400050"/>
                <a:gd name="connsiteX155" fmla="*/ 13811 w 47625"/>
                <a:gd name="connsiteY155" fmla="*/ 172307 h 400050"/>
                <a:gd name="connsiteX156" fmla="*/ 14002 w 47625"/>
                <a:gd name="connsiteY156" fmla="*/ 172212 h 400050"/>
                <a:gd name="connsiteX157" fmla="*/ 14002 w 47625"/>
                <a:gd name="connsiteY157" fmla="*/ 172117 h 400050"/>
                <a:gd name="connsiteX158" fmla="*/ 13906 w 47625"/>
                <a:gd name="connsiteY158" fmla="*/ 172117 h 400050"/>
                <a:gd name="connsiteX159" fmla="*/ 13906 w 47625"/>
                <a:gd name="connsiteY159" fmla="*/ 172117 h 400050"/>
                <a:gd name="connsiteX160" fmla="*/ 13811 w 47625"/>
                <a:gd name="connsiteY160" fmla="*/ 172021 h 400050"/>
                <a:gd name="connsiteX161" fmla="*/ 13716 w 47625"/>
                <a:gd name="connsiteY161" fmla="*/ 172117 h 400050"/>
                <a:gd name="connsiteX162" fmla="*/ 13621 w 47625"/>
                <a:gd name="connsiteY162" fmla="*/ 172212 h 400050"/>
                <a:gd name="connsiteX163" fmla="*/ 13621 w 47625"/>
                <a:gd name="connsiteY163" fmla="*/ 172212 h 400050"/>
                <a:gd name="connsiteX164" fmla="*/ 13525 w 47625"/>
                <a:gd name="connsiteY164" fmla="*/ 86582 h 400050"/>
                <a:gd name="connsiteX165" fmla="*/ 13525 w 47625"/>
                <a:gd name="connsiteY165" fmla="*/ 86582 h 400050"/>
                <a:gd name="connsiteX166" fmla="*/ 13621 w 47625"/>
                <a:gd name="connsiteY166" fmla="*/ 86392 h 400050"/>
                <a:gd name="connsiteX167" fmla="*/ 13716 w 47625"/>
                <a:gd name="connsiteY167" fmla="*/ 86296 h 400050"/>
                <a:gd name="connsiteX168" fmla="*/ 13716 w 47625"/>
                <a:gd name="connsiteY168" fmla="*/ 86296 h 400050"/>
                <a:gd name="connsiteX169" fmla="*/ 13621 w 47625"/>
                <a:gd name="connsiteY169" fmla="*/ 86296 h 400050"/>
                <a:gd name="connsiteX170" fmla="*/ 13525 w 47625"/>
                <a:gd name="connsiteY170" fmla="*/ 86296 h 400050"/>
                <a:gd name="connsiteX171" fmla="*/ 13430 w 47625"/>
                <a:gd name="connsiteY171" fmla="*/ 86392 h 400050"/>
                <a:gd name="connsiteX172" fmla="*/ 13430 w 47625"/>
                <a:gd name="connsiteY172" fmla="*/ 86392 h 400050"/>
                <a:gd name="connsiteX173" fmla="*/ 13525 w 47625"/>
                <a:gd name="connsiteY173" fmla="*/ 86582 h 400050"/>
                <a:gd name="connsiteX174" fmla="*/ 13525 w 47625"/>
                <a:gd name="connsiteY174" fmla="*/ 86582 h 400050"/>
                <a:gd name="connsiteX175" fmla="*/ 14192 w 47625"/>
                <a:gd name="connsiteY175" fmla="*/ 40196 h 400050"/>
                <a:gd name="connsiteX176" fmla="*/ 14192 w 47625"/>
                <a:gd name="connsiteY176" fmla="*/ 40100 h 400050"/>
                <a:gd name="connsiteX177" fmla="*/ 14192 w 47625"/>
                <a:gd name="connsiteY177" fmla="*/ 40100 h 400050"/>
                <a:gd name="connsiteX178" fmla="*/ 14192 w 47625"/>
                <a:gd name="connsiteY178" fmla="*/ 40100 h 400050"/>
                <a:gd name="connsiteX179" fmla="*/ 14097 w 47625"/>
                <a:gd name="connsiteY179" fmla="*/ 40100 h 400050"/>
                <a:gd name="connsiteX180" fmla="*/ 14097 w 47625"/>
                <a:gd name="connsiteY180" fmla="*/ 40100 h 400050"/>
                <a:gd name="connsiteX181" fmla="*/ 14002 w 47625"/>
                <a:gd name="connsiteY181" fmla="*/ 40005 h 400050"/>
                <a:gd name="connsiteX182" fmla="*/ 14002 w 47625"/>
                <a:gd name="connsiteY182" fmla="*/ 40005 h 400050"/>
                <a:gd name="connsiteX183" fmla="*/ 14002 w 47625"/>
                <a:gd name="connsiteY183" fmla="*/ 40100 h 400050"/>
                <a:gd name="connsiteX184" fmla="*/ 13906 w 47625"/>
                <a:gd name="connsiteY184" fmla="*/ 40196 h 400050"/>
                <a:gd name="connsiteX185" fmla="*/ 13906 w 47625"/>
                <a:gd name="connsiteY185" fmla="*/ 40291 h 400050"/>
                <a:gd name="connsiteX186" fmla="*/ 14192 w 47625"/>
                <a:gd name="connsiteY186" fmla="*/ 40196 h 400050"/>
                <a:gd name="connsiteX187" fmla="*/ 14002 w 47625"/>
                <a:gd name="connsiteY187" fmla="*/ 141161 h 400050"/>
                <a:gd name="connsiteX188" fmla="*/ 14383 w 47625"/>
                <a:gd name="connsiteY188" fmla="*/ 141161 h 400050"/>
                <a:gd name="connsiteX189" fmla="*/ 14478 w 47625"/>
                <a:gd name="connsiteY189" fmla="*/ 140303 h 400050"/>
                <a:gd name="connsiteX190" fmla="*/ 13716 w 47625"/>
                <a:gd name="connsiteY190" fmla="*/ 140684 h 400050"/>
                <a:gd name="connsiteX191" fmla="*/ 13906 w 47625"/>
                <a:gd name="connsiteY191" fmla="*/ 141161 h 400050"/>
                <a:gd name="connsiteX192" fmla="*/ 14002 w 47625"/>
                <a:gd name="connsiteY192" fmla="*/ 141161 h 400050"/>
                <a:gd name="connsiteX193" fmla="*/ 14192 w 47625"/>
                <a:gd name="connsiteY193" fmla="*/ 92297 h 400050"/>
                <a:gd name="connsiteX194" fmla="*/ 14002 w 47625"/>
                <a:gd name="connsiteY194" fmla="*/ 92488 h 400050"/>
                <a:gd name="connsiteX195" fmla="*/ 14192 w 47625"/>
                <a:gd name="connsiteY195" fmla="*/ 92488 h 400050"/>
                <a:gd name="connsiteX196" fmla="*/ 14192 w 47625"/>
                <a:gd name="connsiteY196" fmla="*/ 92297 h 400050"/>
                <a:gd name="connsiteX197" fmla="*/ 12001 w 47625"/>
                <a:gd name="connsiteY197" fmla="*/ 59246 h 400050"/>
                <a:gd name="connsiteX198" fmla="*/ 12001 w 47625"/>
                <a:gd name="connsiteY198" fmla="*/ 59246 h 400050"/>
                <a:gd name="connsiteX199" fmla="*/ 11906 w 47625"/>
                <a:gd name="connsiteY199" fmla="*/ 59531 h 400050"/>
                <a:gd name="connsiteX200" fmla="*/ 12001 w 47625"/>
                <a:gd name="connsiteY200" fmla="*/ 59531 h 400050"/>
                <a:gd name="connsiteX201" fmla="*/ 12097 w 47625"/>
                <a:gd name="connsiteY201" fmla="*/ 59531 h 400050"/>
                <a:gd name="connsiteX202" fmla="*/ 12097 w 47625"/>
                <a:gd name="connsiteY202" fmla="*/ 59436 h 400050"/>
                <a:gd name="connsiteX203" fmla="*/ 12097 w 47625"/>
                <a:gd name="connsiteY203" fmla="*/ 59341 h 400050"/>
                <a:gd name="connsiteX204" fmla="*/ 12192 w 47625"/>
                <a:gd name="connsiteY204" fmla="*/ 59246 h 400050"/>
                <a:gd name="connsiteX205" fmla="*/ 12192 w 47625"/>
                <a:gd name="connsiteY205" fmla="*/ 59246 h 400050"/>
                <a:gd name="connsiteX206" fmla="*/ 12097 w 47625"/>
                <a:gd name="connsiteY206" fmla="*/ 59246 h 400050"/>
                <a:gd name="connsiteX207" fmla="*/ 12001 w 47625"/>
                <a:gd name="connsiteY207" fmla="*/ 59246 h 400050"/>
                <a:gd name="connsiteX208" fmla="*/ 12763 w 47625"/>
                <a:gd name="connsiteY208" fmla="*/ 60198 h 400050"/>
                <a:gd name="connsiteX209" fmla="*/ 12763 w 47625"/>
                <a:gd name="connsiteY209" fmla="*/ 60198 h 400050"/>
                <a:gd name="connsiteX210" fmla="*/ 12954 w 47625"/>
                <a:gd name="connsiteY210" fmla="*/ 60579 h 400050"/>
                <a:gd name="connsiteX211" fmla="*/ 13049 w 47625"/>
                <a:gd name="connsiteY211" fmla="*/ 59912 h 400050"/>
                <a:gd name="connsiteX212" fmla="*/ 12763 w 47625"/>
                <a:gd name="connsiteY212" fmla="*/ 60103 h 400050"/>
                <a:gd name="connsiteX213" fmla="*/ 12763 w 47625"/>
                <a:gd name="connsiteY213" fmla="*/ 60198 h 400050"/>
                <a:gd name="connsiteX214" fmla="*/ 12859 w 47625"/>
                <a:gd name="connsiteY214" fmla="*/ 109061 h 400050"/>
                <a:gd name="connsiteX215" fmla="*/ 12859 w 47625"/>
                <a:gd name="connsiteY215" fmla="*/ 109061 h 400050"/>
                <a:gd name="connsiteX216" fmla="*/ 12859 w 47625"/>
                <a:gd name="connsiteY216" fmla="*/ 108966 h 400050"/>
                <a:gd name="connsiteX217" fmla="*/ 12859 w 47625"/>
                <a:gd name="connsiteY217" fmla="*/ 108966 h 400050"/>
                <a:gd name="connsiteX218" fmla="*/ 12668 w 47625"/>
                <a:gd name="connsiteY218" fmla="*/ 109157 h 400050"/>
                <a:gd name="connsiteX219" fmla="*/ 12668 w 47625"/>
                <a:gd name="connsiteY219" fmla="*/ 109157 h 400050"/>
                <a:gd name="connsiteX220" fmla="*/ 12859 w 47625"/>
                <a:gd name="connsiteY220" fmla="*/ 109061 h 400050"/>
                <a:gd name="connsiteX221" fmla="*/ 12859 w 47625"/>
                <a:gd name="connsiteY221" fmla="*/ 109061 h 400050"/>
                <a:gd name="connsiteX222" fmla="*/ 12668 w 47625"/>
                <a:gd name="connsiteY222" fmla="*/ 251174 h 400050"/>
                <a:gd name="connsiteX223" fmla="*/ 12573 w 47625"/>
                <a:gd name="connsiteY223" fmla="*/ 251270 h 400050"/>
                <a:gd name="connsiteX224" fmla="*/ 12573 w 47625"/>
                <a:gd name="connsiteY224" fmla="*/ 251365 h 400050"/>
                <a:gd name="connsiteX225" fmla="*/ 12763 w 47625"/>
                <a:gd name="connsiteY225" fmla="*/ 251555 h 400050"/>
                <a:gd name="connsiteX226" fmla="*/ 12763 w 47625"/>
                <a:gd name="connsiteY226" fmla="*/ 250984 h 400050"/>
                <a:gd name="connsiteX227" fmla="*/ 12668 w 47625"/>
                <a:gd name="connsiteY227" fmla="*/ 251174 h 400050"/>
                <a:gd name="connsiteX228" fmla="*/ 13430 w 47625"/>
                <a:gd name="connsiteY228" fmla="*/ 347186 h 400050"/>
                <a:gd name="connsiteX229" fmla="*/ 13621 w 47625"/>
                <a:gd name="connsiteY229" fmla="*/ 347377 h 400050"/>
                <a:gd name="connsiteX230" fmla="*/ 13621 w 47625"/>
                <a:gd name="connsiteY230" fmla="*/ 346901 h 400050"/>
                <a:gd name="connsiteX231" fmla="*/ 13621 w 47625"/>
                <a:gd name="connsiteY231" fmla="*/ 346901 h 400050"/>
                <a:gd name="connsiteX232" fmla="*/ 13430 w 47625"/>
                <a:gd name="connsiteY232" fmla="*/ 346996 h 400050"/>
                <a:gd name="connsiteX233" fmla="*/ 13430 w 47625"/>
                <a:gd name="connsiteY233" fmla="*/ 347186 h 400050"/>
                <a:gd name="connsiteX234" fmla="*/ 12478 w 47625"/>
                <a:gd name="connsiteY234" fmla="*/ 186880 h 400050"/>
                <a:gd name="connsiteX235" fmla="*/ 12287 w 47625"/>
                <a:gd name="connsiteY235" fmla="*/ 187071 h 400050"/>
                <a:gd name="connsiteX236" fmla="*/ 12097 w 47625"/>
                <a:gd name="connsiteY236" fmla="*/ 187452 h 400050"/>
                <a:gd name="connsiteX237" fmla="*/ 12097 w 47625"/>
                <a:gd name="connsiteY237" fmla="*/ 187452 h 400050"/>
                <a:gd name="connsiteX238" fmla="*/ 12954 w 47625"/>
                <a:gd name="connsiteY238" fmla="*/ 186880 h 400050"/>
                <a:gd name="connsiteX239" fmla="*/ 12763 w 47625"/>
                <a:gd name="connsiteY239" fmla="*/ 186880 h 400050"/>
                <a:gd name="connsiteX240" fmla="*/ 12478 w 47625"/>
                <a:gd name="connsiteY240" fmla="*/ 186880 h 400050"/>
                <a:gd name="connsiteX241" fmla="*/ 13906 w 47625"/>
                <a:gd name="connsiteY241" fmla="*/ 253937 h 400050"/>
                <a:gd name="connsiteX242" fmla="*/ 13906 w 47625"/>
                <a:gd name="connsiteY242" fmla="*/ 253937 h 400050"/>
                <a:gd name="connsiteX243" fmla="*/ 14002 w 47625"/>
                <a:gd name="connsiteY243" fmla="*/ 253841 h 400050"/>
                <a:gd name="connsiteX244" fmla="*/ 13716 w 47625"/>
                <a:gd name="connsiteY244" fmla="*/ 253937 h 400050"/>
                <a:gd name="connsiteX245" fmla="*/ 13906 w 47625"/>
                <a:gd name="connsiteY245" fmla="*/ 253937 h 400050"/>
                <a:gd name="connsiteX246" fmla="*/ 14478 w 47625"/>
                <a:gd name="connsiteY246" fmla="*/ 351758 h 400050"/>
                <a:gd name="connsiteX247" fmla="*/ 14478 w 47625"/>
                <a:gd name="connsiteY247" fmla="*/ 351758 h 400050"/>
                <a:gd name="connsiteX248" fmla="*/ 14478 w 47625"/>
                <a:gd name="connsiteY248" fmla="*/ 351758 h 400050"/>
                <a:gd name="connsiteX249" fmla="*/ 14383 w 47625"/>
                <a:gd name="connsiteY249" fmla="*/ 351949 h 400050"/>
                <a:gd name="connsiteX250" fmla="*/ 14383 w 47625"/>
                <a:gd name="connsiteY250" fmla="*/ 352044 h 400050"/>
                <a:gd name="connsiteX251" fmla="*/ 14573 w 47625"/>
                <a:gd name="connsiteY251" fmla="*/ 352235 h 400050"/>
                <a:gd name="connsiteX252" fmla="*/ 14573 w 47625"/>
                <a:gd name="connsiteY252" fmla="*/ 352235 h 400050"/>
                <a:gd name="connsiteX253" fmla="*/ 14478 w 47625"/>
                <a:gd name="connsiteY253" fmla="*/ 351758 h 400050"/>
                <a:gd name="connsiteX254" fmla="*/ 14192 w 47625"/>
                <a:gd name="connsiteY254" fmla="*/ 177355 h 400050"/>
                <a:gd name="connsiteX255" fmla="*/ 14097 w 47625"/>
                <a:gd name="connsiteY255" fmla="*/ 177451 h 400050"/>
                <a:gd name="connsiteX256" fmla="*/ 14002 w 47625"/>
                <a:gd name="connsiteY256" fmla="*/ 177546 h 400050"/>
                <a:gd name="connsiteX257" fmla="*/ 14002 w 47625"/>
                <a:gd name="connsiteY257" fmla="*/ 177641 h 400050"/>
                <a:gd name="connsiteX258" fmla="*/ 14192 w 47625"/>
                <a:gd name="connsiteY258" fmla="*/ 177737 h 400050"/>
                <a:gd name="connsiteX259" fmla="*/ 14383 w 47625"/>
                <a:gd name="connsiteY259" fmla="*/ 177641 h 400050"/>
                <a:gd name="connsiteX260" fmla="*/ 14383 w 47625"/>
                <a:gd name="connsiteY260" fmla="*/ 177546 h 400050"/>
                <a:gd name="connsiteX261" fmla="*/ 14288 w 47625"/>
                <a:gd name="connsiteY261" fmla="*/ 177451 h 400050"/>
                <a:gd name="connsiteX262" fmla="*/ 14192 w 47625"/>
                <a:gd name="connsiteY262" fmla="*/ 177355 h 400050"/>
                <a:gd name="connsiteX263" fmla="*/ 12001 w 47625"/>
                <a:gd name="connsiteY263" fmla="*/ 109157 h 400050"/>
                <a:gd name="connsiteX264" fmla="*/ 11906 w 47625"/>
                <a:gd name="connsiteY264" fmla="*/ 109252 h 400050"/>
                <a:gd name="connsiteX265" fmla="*/ 11906 w 47625"/>
                <a:gd name="connsiteY265" fmla="*/ 109252 h 400050"/>
                <a:gd name="connsiteX266" fmla="*/ 12097 w 47625"/>
                <a:gd name="connsiteY266" fmla="*/ 109061 h 400050"/>
                <a:gd name="connsiteX267" fmla="*/ 12001 w 47625"/>
                <a:gd name="connsiteY267" fmla="*/ 109157 h 400050"/>
                <a:gd name="connsiteX268" fmla="*/ 13811 w 47625"/>
                <a:gd name="connsiteY268" fmla="*/ 183547 h 400050"/>
                <a:gd name="connsiteX269" fmla="*/ 13811 w 47625"/>
                <a:gd name="connsiteY269" fmla="*/ 183547 h 400050"/>
                <a:gd name="connsiteX270" fmla="*/ 13716 w 47625"/>
                <a:gd name="connsiteY270" fmla="*/ 183452 h 400050"/>
                <a:gd name="connsiteX271" fmla="*/ 13621 w 47625"/>
                <a:gd name="connsiteY271" fmla="*/ 183356 h 400050"/>
                <a:gd name="connsiteX272" fmla="*/ 13525 w 47625"/>
                <a:gd name="connsiteY272" fmla="*/ 183452 h 400050"/>
                <a:gd name="connsiteX273" fmla="*/ 13430 w 47625"/>
                <a:gd name="connsiteY273" fmla="*/ 183547 h 400050"/>
                <a:gd name="connsiteX274" fmla="*/ 13430 w 47625"/>
                <a:gd name="connsiteY274" fmla="*/ 183642 h 400050"/>
                <a:gd name="connsiteX275" fmla="*/ 13621 w 47625"/>
                <a:gd name="connsiteY275" fmla="*/ 183737 h 400050"/>
                <a:gd name="connsiteX276" fmla="*/ 13811 w 47625"/>
                <a:gd name="connsiteY276" fmla="*/ 183547 h 400050"/>
                <a:gd name="connsiteX277" fmla="*/ 13811 w 47625"/>
                <a:gd name="connsiteY277" fmla="*/ 183547 h 400050"/>
                <a:gd name="connsiteX278" fmla="*/ 9811 w 47625"/>
                <a:gd name="connsiteY278" fmla="*/ 232029 h 400050"/>
                <a:gd name="connsiteX279" fmla="*/ 9620 w 47625"/>
                <a:gd name="connsiteY279" fmla="*/ 232124 h 400050"/>
                <a:gd name="connsiteX280" fmla="*/ 9620 w 47625"/>
                <a:gd name="connsiteY280" fmla="*/ 232220 h 400050"/>
                <a:gd name="connsiteX281" fmla="*/ 10001 w 47625"/>
                <a:gd name="connsiteY281" fmla="*/ 232410 h 400050"/>
                <a:gd name="connsiteX282" fmla="*/ 10001 w 47625"/>
                <a:gd name="connsiteY282" fmla="*/ 232410 h 400050"/>
                <a:gd name="connsiteX283" fmla="*/ 9906 w 47625"/>
                <a:gd name="connsiteY283" fmla="*/ 231838 h 400050"/>
                <a:gd name="connsiteX284" fmla="*/ 9811 w 47625"/>
                <a:gd name="connsiteY284" fmla="*/ 232029 h 400050"/>
                <a:gd name="connsiteX285" fmla="*/ 11811 w 47625"/>
                <a:gd name="connsiteY285" fmla="*/ 35243 h 400050"/>
                <a:gd name="connsiteX286" fmla="*/ 11716 w 47625"/>
                <a:gd name="connsiteY286" fmla="*/ 35147 h 400050"/>
                <a:gd name="connsiteX287" fmla="*/ 11620 w 47625"/>
                <a:gd name="connsiteY287" fmla="*/ 35052 h 400050"/>
                <a:gd name="connsiteX288" fmla="*/ 11620 w 47625"/>
                <a:gd name="connsiteY288" fmla="*/ 35147 h 400050"/>
                <a:gd name="connsiteX289" fmla="*/ 11525 w 47625"/>
                <a:gd name="connsiteY289" fmla="*/ 35243 h 400050"/>
                <a:gd name="connsiteX290" fmla="*/ 11525 w 47625"/>
                <a:gd name="connsiteY290" fmla="*/ 35338 h 400050"/>
                <a:gd name="connsiteX291" fmla="*/ 11525 w 47625"/>
                <a:gd name="connsiteY291" fmla="*/ 35338 h 400050"/>
                <a:gd name="connsiteX292" fmla="*/ 11716 w 47625"/>
                <a:gd name="connsiteY292" fmla="*/ 35338 h 400050"/>
                <a:gd name="connsiteX293" fmla="*/ 11811 w 47625"/>
                <a:gd name="connsiteY293" fmla="*/ 35243 h 400050"/>
                <a:gd name="connsiteX294" fmla="*/ 11811 w 47625"/>
                <a:gd name="connsiteY294" fmla="*/ 35243 h 400050"/>
                <a:gd name="connsiteX295" fmla="*/ 11811 w 47625"/>
                <a:gd name="connsiteY295" fmla="*/ 35243 h 400050"/>
                <a:gd name="connsiteX296" fmla="*/ 11811 w 47625"/>
                <a:gd name="connsiteY296" fmla="*/ 35243 h 400050"/>
                <a:gd name="connsiteX297" fmla="*/ 8096 w 47625"/>
                <a:gd name="connsiteY297" fmla="*/ 199549 h 400050"/>
                <a:gd name="connsiteX298" fmla="*/ 8001 w 47625"/>
                <a:gd name="connsiteY298" fmla="*/ 199549 h 400050"/>
                <a:gd name="connsiteX299" fmla="*/ 7906 w 47625"/>
                <a:gd name="connsiteY299" fmla="*/ 199454 h 400050"/>
                <a:gd name="connsiteX300" fmla="*/ 7906 w 47625"/>
                <a:gd name="connsiteY300" fmla="*/ 199644 h 400050"/>
                <a:gd name="connsiteX301" fmla="*/ 7810 w 47625"/>
                <a:gd name="connsiteY301" fmla="*/ 199739 h 400050"/>
                <a:gd name="connsiteX302" fmla="*/ 7810 w 47625"/>
                <a:gd name="connsiteY302" fmla="*/ 199835 h 400050"/>
                <a:gd name="connsiteX303" fmla="*/ 7810 w 47625"/>
                <a:gd name="connsiteY303" fmla="*/ 199835 h 400050"/>
                <a:gd name="connsiteX304" fmla="*/ 8096 w 47625"/>
                <a:gd name="connsiteY304" fmla="*/ 199835 h 400050"/>
                <a:gd name="connsiteX305" fmla="*/ 8096 w 47625"/>
                <a:gd name="connsiteY305" fmla="*/ 199549 h 400050"/>
                <a:gd name="connsiteX306" fmla="*/ 8096 w 47625"/>
                <a:gd name="connsiteY306" fmla="*/ 199549 h 400050"/>
                <a:gd name="connsiteX307" fmla="*/ 8096 w 47625"/>
                <a:gd name="connsiteY307" fmla="*/ 199549 h 400050"/>
                <a:gd name="connsiteX308" fmla="*/ 9144 w 47625"/>
                <a:gd name="connsiteY308" fmla="*/ 98584 h 400050"/>
                <a:gd name="connsiteX309" fmla="*/ 9239 w 47625"/>
                <a:gd name="connsiteY309" fmla="*/ 98488 h 400050"/>
                <a:gd name="connsiteX310" fmla="*/ 9239 w 47625"/>
                <a:gd name="connsiteY310" fmla="*/ 98393 h 400050"/>
                <a:gd name="connsiteX311" fmla="*/ 9239 w 47625"/>
                <a:gd name="connsiteY311" fmla="*/ 98393 h 400050"/>
                <a:gd name="connsiteX312" fmla="*/ 9144 w 47625"/>
                <a:gd name="connsiteY312" fmla="*/ 98584 h 400050"/>
                <a:gd name="connsiteX313" fmla="*/ 9144 w 47625"/>
                <a:gd name="connsiteY313" fmla="*/ 98584 h 400050"/>
                <a:gd name="connsiteX314" fmla="*/ 9811 w 47625"/>
                <a:gd name="connsiteY314" fmla="*/ 217456 h 400050"/>
                <a:gd name="connsiteX315" fmla="*/ 9811 w 47625"/>
                <a:gd name="connsiteY315" fmla="*/ 217456 h 400050"/>
                <a:gd name="connsiteX316" fmla="*/ 9525 w 47625"/>
                <a:gd name="connsiteY316" fmla="*/ 217837 h 400050"/>
                <a:gd name="connsiteX317" fmla="*/ 9525 w 47625"/>
                <a:gd name="connsiteY317" fmla="*/ 217932 h 400050"/>
                <a:gd name="connsiteX318" fmla="*/ 9620 w 47625"/>
                <a:gd name="connsiteY318" fmla="*/ 217837 h 400050"/>
                <a:gd name="connsiteX319" fmla="*/ 9811 w 47625"/>
                <a:gd name="connsiteY319" fmla="*/ 217456 h 400050"/>
                <a:gd name="connsiteX320" fmla="*/ 10477 w 47625"/>
                <a:gd name="connsiteY320" fmla="*/ 286 h 400050"/>
                <a:gd name="connsiteX321" fmla="*/ 10573 w 47625"/>
                <a:gd name="connsiteY321" fmla="*/ 191 h 400050"/>
                <a:gd name="connsiteX322" fmla="*/ 10573 w 47625"/>
                <a:gd name="connsiteY322" fmla="*/ 95 h 400050"/>
                <a:gd name="connsiteX323" fmla="*/ 10573 w 47625"/>
                <a:gd name="connsiteY323" fmla="*/ 0 h 400050"/>
                <a:gd name="connsiteX324" fmla="*/ 10477 w 47625"/>
                <a:gd name="connsiteY324" fmla="*/ 286 h 400050"/>
                <a:gd name="connsiteX325" fmla="*/ 10287 w 47625"/>
                <a:gd name="connsiteY325" fmla="*/ 84963 h 400050"/>
                <a:gd name="connsiteX326" fmla="*/ 10287 w 47625"/>
                <a:gd name="connsiteY326" fmla="*/ 84963 h 400050"/>
                <a:gd name="connsiteX327" fmla="*/ 10287 w 47625"/>
                <a:gd name="connsiteY327" fmla="*/ 84963 h 400050"/>
                <a:gd name="connsiteX328" fmla="*/ 10287 w 47625"/>
                <a:gd name="connsiteY328" fmla="*/ 85249 h 400050"/>
                <a:gd name="connsiteX329" fmla="*/ 10382 w 47625"/>
                <a:gd name="connsiteY329" fmla="*/ 85249 h 400050"/>
                <a:gd name="connsiteX330" fmla="*/ 10382 w 47625"/>
                <a:gd name="connsiteY330" fmla="*/ 85154 h 400050"/>
                <a:gd name="connsiteX331" fmla="*/ 10382 w 47625"/>
                <a:gd name="connsiteY331" fmla="*/ 85058 h 400050"/>
                <a:gd name="connsiteX332" fmla="*/ 10477 w 47625"/>
                <a:gd name="connsiteY332" fmla="*/ 84963 h 400050"/>
                <a:gd name="connsiteX333" fmla="*/ 10287 w 47625"/>
                <a:gd name="connsiteY333" fmla="*/ 84963 h 400050"/>
                <a:gd name="connsiteX334" fmla="*/ 10287 w 47625"/>
                <a:gd name="connsiteY334" fmla="*/ 84963 h 400050"/>
                <a:gd name="connsiteX335" fmla="*/ 11049 w 47625"/>
                <a:gd name="connsiteY335" fmla="*/ 6096 h 400050"/>
                <a:gd name="connsiteX336" fmla="*/ 10954 w 47625"/>
                <a:gd name="connsiteY336" fmla="*/ 6382 h 400050"/>
                <a:gd name="connsiteX337" fmla="*/ 10954 w 47625"/>
                <a:gd name="connsiteY337" fmla="*/ 6382 h 400050"/>
                <a:gd name="connsiteX338" fmla="*/ 11049 w 47625"/>
                <a:gd name="connsiteY338" fmla="*/ 6287 h 400050"/>
                <a:gd name="connsiteX339" fmla="*/ 11049 w 47625"/>
                <a:gd name="connsiteY339" fmla="*/ 6096 h 400050"/>
                <a:gd name="connsiteX340" fmla="*/ 11525 w 47625"/>
                <a:gd name="connsiteY340" fmla="*/ 232505 h 400050"/>
                <a:gd name="connsiteX341" fmla="*/ 11430 w 47625"/>
                <a:gd name="connsiteY341" fmla="*/ 232410 h 400050"/>
                <a:gd name="connsiteX342" fmla="*/ 11430 w 47625"/>
                <a:gd name="connsiteY342" fmla="*/ 232505 h 400050"/>
                <a:gd name="connsiteX343" fmla="*/ 11430 w 47625"/>
                <a:gd name="connsiteY343" fmla="*/ 232601 h 400050"/>
                <a:gd name="connsiteX344" fmla="*/ 11430 w 47625"/>
                <a:gd name="connsiteY344" fmla="*/ 232696 h 400050"/>
                <a:gd name="connsiteX345" fmla="*/ 11620 w 47625"/>
                <a:gd name="connsiteY345" fmla="*/ 232696 h 400050"/>
                <a:gd name="connsiteX346" fmla="*/ 11716 w 47625"/>
                <a:gd name="connsiteY346" fmla="*/ 232505 h 400050"/>
                <a:gd name="connsiteX347" fmla="*/ 11620 w 47625"/>
                <a:gd name="connsiteY347" fmla="*/ 232410 h 400050"/>
                <a:gd name="connsiteX348" fmla="*/ 11525 w 47625"/>
                <a:gd name="connsiteY348" fmla="*/ 232505 h 400050"/>
                <a:gd name="connsiteX349" fmla="*/ 11716 w 47625"/>
                <a:gd name="connsiteY349" fmla="*/ 211550 h 400050"/>
                <a:gd name="connsiteX350" fmla="*/ 11716 w 47625"/>
                <a:gd name="connsiteY350" fmla="*/ 211550 h 400050"/>
                <a:gd name="connsiteX351" fmla="*/ 11620 w 47625"/>
                <a:gd name="connsiteY351" fmla="*/ 211455 h 400050"/>
                <a:gd name="connsiteX352" fmla="*/ 11525 w 47625"/>
                <a:gd name="connsiteY352" fmla="*/ 211455 h 400050"/>
                <a:gd name="connsiteX353" fmla="*/ 11430 w 47625"/>
                <a:gd name="connsiteY353" fmla="*/ 211360 h 400050"/>
                <a:gd name="connsiteX354" fmla="*/ 11430 w 47625"/>
                <a:gd name="connsiteY354" fmla="*/ 211550 h 400050"/>
                <a:gd name="connsiteX355" fmla="*/ 11335 w 47625"/>
                <a:gd name="connsiteY355" fmla="*/ 211646 h 400050"/>
                <a:gd name="connsiteX356" fmla="*/ 11335 w 47625"/>
                <a:gd name="connsiteY356" fmla="*/ 211741 h 400050"/>
                <a:gd name="connsiteX357" fmla="*/ 11525 w 47625"/>
                <a:gd name="connsiteY357" fmla="*/ 211741 h 400050"/>
                <a:gd name="connsiteX358" fmla="*/ 11716 w 47625"/>
                <a:gd name="connsiteY358" fmla="*/ 211550 h 400050"/>
                <a:gd name="connsiteX359" fmla="*/ 11239 w 47625"/>
                <a:gd name="connsiteY359" fmla="*/ 34671 h 400050"/>
                <a:gd name="connsiteX360" fmla="*/ 11144 w 47625"/>
                <a:gd name="connsiteY360" fmla="*/ 34576 h 400050"/>
                <a:gd name="connsiteX361" fmla="*/ 11049 w 47625"/>
                <a:gd name="connsiteY361" fmla="*/ 34480 h 400050"/>
                <a:gd name="connsiteX362" fmla="*/ 11049 w 47625"/>
                <a:gd name="connsiteY362" fmla="*/ 34576 h 400050"/>
                <a:gd name="connsiteX363" fmla="*/ 10954 w 47625"/>
                <a:gd name="connsiteY363" fmla="*/ 34671 h 400050"/>
                <a:gd name="connsiteX364" fmla="*/ 10954 w 47625"/>
                <a:gd name="connsiteY364" fmla="*/ 34766 h 400050"/>
                <a:gd name="connsiteX365" fmla="*/ 10954 w 47625"/>
                <a:gd name="connsiteY365" fmla="*/ 34766 h 400050"/>
                <a:gd name="connsiteX366" fmla="*/ 11144 w 47625"/>
                <a:gd name="connsiteY366" fmla="*/ 34766 h 400050"/>
                <a:gd name="connsiteX367" fmla="*/ 11239 w 47625"/>
                <a:gd name="connsiteY367" fmla="*/ 34671 h 400050"/>
                <a:gd name="connsiteX368" fmla="*/ 11239 w 47625"/>
                <a:gd name="connsiteY368" fmla="*/ 34671 h 400050"/>
                <a:gd name="connsiteX369" fmla="*/ 11239 w 47625"/>
                <a:gd name="connsiteY369" fmla="*/ 34671 h 400050"/>
                <a:gd name="connsiteX370" fmla="*/ 11239 w 47625"/>
                <a:gd name="connsiteY370" fmla="*/ 34671 h 400050"/>
                <a:gd name="connsiteX371" fmla="*/ 45720 w 47625"/>
                <a:gd name="connsiteY371" fmla="*/ 131159 h 400050"/>
                <a:gd name="connsiteX372" fmla="*/ 45815 w 47625"/>
                <a:gd name="connsiteY372" fmla="*/ 131159 h 400050"/>
                <a:gd name="connsiteX373" fmla="*/ 45815 w 47625"/>
                <a:gd name="connsiteY373" fmla="*/ 131064 h 400050"/>
                <a:gd name="connsiteX374" fmla="*/ 45815 w 47625"/>
                <a:gd name="connsiteY374" fmla="*/ 130969 h 400050"/>
                <a:gd name="connsiteX375" fmla="*/ 45815 w 47625"/>
                <a:gd name="connsiteY375" fmla="*/ 130874 h 400050"/>
                <a:gd name="connsiteX376" fmla="*/ 45815 w 47625"/>
                <a:gd name="connsiteY376" fmla="*/ 130874 h 400050"/>
                <a:gd name="connsiteX377" fmla="*/ 45720 w 47625"/>
                <a:gd name="connsiteY377" fmla="*/ 130969 h 400050"/>
                <a:gd name="connsiteX378" fmla="*/ 45625 w 47625"/>
                <a:gd name="connsiteY378" fmla="*/ 131064 h 400050"/>
                <a:gd name="connsiteX379" fmla="*/ 45625 w 47625"/>
                <a:gd name="connsiteY379" fmla="*/ 131159 h 400050"/>
                <a:gd name="connsiteX380" fmla="*/ 45720 w 47625"/>
                <a:gd name="connsiteY380" fmla="*/ 131159 h 400050"/>
                <a:gd name="connsiteX381" fmla="*/ 45720 w 47625"/>
                <a:gd name="connsiteY381" fmla="*/ 131159 h 400050"/>
                <a:gd name="connsiteX382" fmla="*/ 36957 w 47625"/>
                <a:gd name="connsiteY382" fmla="*/ 69533 h 400050"/>
                <a:gd name="connsiteX383" fmla="*/ 36957 w 47625"/>
                <a:gd name="connsiteY383" fmla="*/ 69533 h 400050"/>
                <a:gd name="connsiteX384" fmla="*/ 36957 w 47625"/>
                <a:gd name="connsiteY384" fmla="*/ 69437 h 400050"/>
                <a:gd name="connsiteX385" fmla="*/ 36862 w 47625"/>
                <a:gd name="connsiteY385" fmla="*/ 69342 h 400050"/>
                <a:gd name="connsiteX386" fmla="*/ 36862 w 47625"/>
                <a:gd name="connsiteY386" fmla="*/ 69152 h 400050"/>
                <a:gd name="connsiteX387" fmla="*/ 36862 w 47625"/>
                <a:gd name="connsiteY387" fmla="*/ 69152 h 400050"/>
                <a:gd name="connsiteX388" fmla="*/ 36766 w 47625"/>
                <a:gd name="connsiteY388" fmla="*/ 69342 h 400050"/>
                <a:gd name="connsiteX389" fmla="*/ 36671 w 47625"/>
                <a:gd name="connsiteY389" fmla="*/ 69437 h 400050"/>
                <a:gd name="connsiteX390" fmla="*/ 36671 w 47625"/>
                <a:gd name="connsiteY390" fmla="*/ 69533 h 400050"/>
                <a:gd name="connsiteX391" fmla="*/ 36862 w 47625"/>
                <a:gd name="connsiteY391" fmla="*/ 69723 h 400050"/>
                <a:gd name="connsiteX392" fmla="*/ 36957 w 47625"/>
                <a:gd name="connsiteY392" fmla="*/ 69533 h 400050"/>
                <a:gd name="connsiteX393" fmla="*/ 37528 w 47625"/>
                <a:gd name="connsiteY393" fmla="*/ 60484 h 400050"/>
                <a:gd name="connsiteX394" fmla="*/ 37243 w 47625"/>
                <a:gd name="connsiteY394" fmla="*/ 59817 h 400050"/>
                <a:gd name="connsiteX395" fmla="*/ 36957 w 47625"/>
                <a:gd name="connsiteY395" fmla="*/ 60103 h 400050"/>
                <a:gd name="connsiteX396" fmla="*/ 37052 w 47625"/>
                <a:gd name="connsiteY396" fmla="*/ 60198 h 400050"/>
                <a:gd name="connsiteX397" fmla="*/ 37528 w 47625"/>
                <a:gd name="connsiteY397" fmla="*/ 60484 h 400050"/>
                <a:gd name="connsiteX398" fmla="*/ 38862 w 47625"/>
                <a:gd name="connsiteY398" fmla="*/ 157258 h 400050"/>
                <a:gd name="connsiteX399" fmla="*/ 38862 w 47625"/>
                <a:gd name="connsiteY399" fmla="*/ 157258 h 400050"/>
                <a:gd name="connsiteX400" fmla="*/ 38957 w 47625"/>
                <a:gd name="connsiteY400" fmla="*/ 157163 h 400050"/>
                <a:gd name="connsiteX401" fmla="*/ 38767 w 47625"/>
                <a:gd name="connsiteY401" fmla="*/ 157258 h 400050"/>
                <a:gd name="connsiteX402" fmla="*/ 38767 w 47625"/>
                <a:gd name="connsiteY402" fmla="*/ 157258 h 400050"/>
                <a:gd name="connsiteX403" fmla="*/ 38862 w 47625"/>
                <a:gd name="connsiteY403" fmla="*/ 157258 h 400050"/>
                <a:gd name="connsiteX404" fmla="*/ 37719 w 47625"/>
                <a:gd name="connsiteY404" fmla="*/ 92202 h 400050"/>
                <a:gd name="connsiteX405" fmla="*/ 37719 w 47625"/>
                <a:gd name="connsiteY405" fmla="*/ 92202 h 400050"/>
                <a:gd name="connsiteX406" fmla="*/ 37814 w 47625"/>
                <a:gd name="connsiteY406" fmla="*/ 92107 h 400050"/>
                <a:gd name="connsiteX407" fmla="*/ 37719 w 47625"/>
                <a:gd name="connsiteY407" fmla="*/ 92012 h 400050"/>
                <a:gd name="connsiteX408" fmla="*/ 37624 w 47625"/>
                <a:gd name="connsiteY408" fmla="*/ 91916 h 400050"/>
                <a:gd name="connsiteX409" fmla="*/ 37624 w 47625"/>
                <a:gd name="connsiteY409" fmla="*/ 91916 h 400050"/>
                <a:gd name="connsiteX410" fmla="*/ 37624 w 47625"/>
                <a:gd name="connsiteY410" fmla="*/ 92012 h 400050"/>
                <a:gd name="connsiteX411" fmla="*/ 37528 w 47625"/>
                <a:gd name="connsiteY411" fmla="*/ 92107 h 400050"/>
                <a:gd name="connsiteX412" fmla="*/ 37528 w 47625"/>
                <a:gd name="connsiteY412" fmla="*/ 92202 h 400050"/>
                <a:gd name="connsiteX413" fmla="*/ 37719 w 47625"/>
                <a:gd name="connsiteY413" fmla="*/ 92202 h 400050"/>
                <a:gd name="connsiteX414" fmla="*/ 36576 w 47625"/>
                <a:gd name="connsiteY414" fmla="*/ 138494 h 400050"/>
                <a:gd name="connsiteX415" fmla="*/ 36481 w 47625"/>
                <a:gd name="connsiteY415" fmla="*/ 138684 h 400050"/>
                <a:gd name="connsiteX416" fmla="*/ 36385 w 47625"/>
                <a:gd name="connsiteY416" fmla="*/ 138779 h 400050"/>
                <a:gd name="connsiteX417" fmla="*/ 36385 w 47625"/>
                <a:gd name="connsiteY417" fmla="*/ 138875 h 400050"/>
                <a:gd name="connsiteX418" fmla="*/ 36576 w 47625"/>
                <a:gd name="connsiteY418" fmla="*/ 138970 h 400050"/>
                <a:gd name="connsiteX419" fmla="*/ 36576 w 47625"/>
                <a:gd name="connsiteY419" fmla="*/ 138494 h 400050"/>
                <a:gd name="connsiteX420" fmla="*/ 37909 w 47625"/>
                <a:gd name="connsiteY420" fmla="*/ 130397 h 400050"/>
                <a:gd name="connsiteX421" fmla="*/ 38005 w 47625"/>
                <a:gd name="connsiteY421" fmla="*/ 130397 h 400050"/>
                <a:gd name="connsiteX422" fmla="*/ 38005 w 47625"/>
                <a:gd name="connsiteY422" fmla="*/ 130302 h 400050"/>
                <a:gd name="connsiteX423" fmla="*/ 38005 w 47625"/>
                <a:gd name="connsiteY423" fmla="*/ 130207 h 400050"/>
                <a:gd name="connsiteX424" fmla="*/ 38005 w 47625"/>
                <a:gd name="connsiteY424" fmla="*/ 130112 h 400050"/>
                <a:gd name="connsiteX425" fmla="*/ 37909 w 47625"/>
                <a:gd name="connsiteY425" fmla="*/ 130207 h 400050"/>
                <a:gd name="connsiteX426" fmla="*/ 37814 w 47625"/>
                <a:gd name="connsiteY426" fmla="*/ 130302 h 400050"/>
                <a:gd name="connsiteX427" fmla="*/ 37814 w 47625"/>
                <a:gd name="connsiteY427" fmla="*/ 130397 h 400050"/>
                <a:gd name="connsiteX428" fmla="*/ 37909 w 47625"/>
                <a:gd name="connsiteY428" fmla="*/ 130397 h 400050"/>
                <a:gd name="connsiteX429" fmla="*/ 35814 w 47625"/>
                <a:gd name="connsiteY429" fmla="*/ 86773 h 400050"/>
                <a:gd name="connsiteX430" fmla="*/ 35814 w 47625"/>
                <a:gd name="connsiteY430" fmla="*/ 86582 h 400050"/>
                <a:gd name="connsiteX431" fmla="*/ 35814 w 47625"/>
                <a:gd name="connsiteY431" fmla="*/ 86582 h 400050"/>
                <a:gd name="connsiteX432" fmla="*/ 35719 w 47625"/>
                <a:gd name="connsiteY432" fmla="*/ 86868 h 400050"/>
                <a:gd name="connsiteX433" fmla="*/ 35719 w 47625"/>
                <a:gd name="connsiteY433" fmla="*/ 86868 h 400050"/>
                <a:gd name="connsiteX434" fmla="*/ 35814 w 47625"/>
                <a:gd name="connsiteY434" fmla="*/ 86773 h 400050"/>
                <a:gd name="connsiteX435" fmla="*/ 28194 w 47625"/>
                <a:gd name="connsiteY435" fmla="*/ 49244 h 400050"/>
                <a:gd name="connsiteX436" fmla="*/ 28194 w 47625"/>
                <a:gd name="connsiteY436" fmla="*/ 49244 h 400050"/>
                <a:gd name="connsiteX437" fmla="*/ 28003 w 47625"/>
                <a:gd name="connsiteY437" fmla="*/ 49340 h 400050"/>
                <a:gd name="connsiteX438" fmla="*/ 27908 w 47625"/>
                <a:gd name="connsiteY438" fmla="*/ 49435 h 400050"/>
                <a:gd name="connsiteX439" fmla="*/ 28194 w 47625"/>
                <a:gd name="connsiteY439" fmla="*/ 49244 h 400050"/>
                <a:gd name="connsiteX440" fmla="*/ 29527 w 47625"/>
                <a:gd name="connsiteY440" fmla="*/ 46101 h 400050"/>
                <a:gd name="connsiteX441" fmla="*/ 29527 w 47625"/>
                <a:gd name="connsiteY441" fmla="*/ 46006 h 400050"/>
                <a:gd name="connsiteX442" fmla="*/ 29432 w 47625"/>
                <a:gd name="connsiteY442" fmla="*/ 45911 h 400050"/>
                <a:gd name="connsiteX443" fmla="*/ 29432 w 47625"/>
                <a:gd name="connsiteY443" fmla="*/ 45720 h 400050"/>
                <a:gd name="connsiteX444" fmla="*/ 29337 w 47625"/>
                <a:gd name="connsiteY444" fmla="*/ 45911 h 400050"/>
                <a:gd name="connsiteX445" fmla="*/ 29146 w 47625"/>
                <a:gd name="connsiteY445" fmla="*/ 46006 h 400050"/>
                <a:gd name="connsiteX446" fmla="*/ 29146 w 47625"/>
                <a:gd name="connsiteY446" fmla="*/ 46101 h 400050"/>
                <a:gd name="connsiteX447" fmla="*/ 29337 w 47625"/>
                <a:gd name="connsiteY447" fmla="*/ 46292 h 400050"/>
                <a:gd name="connsiteX448" fmla="*/ 29527 w 47625"/>
                <a:gd name="connsiteY448" fmla="*/ 46101 h 400050"/>
                <a:gd name="connsiteX449" fmla="*/ 35719 w 47625"/>
                <a:gd name="connsiteY449" fmla="*/ 221171 h 400050"/>
                <a:gd name="connsiteX450" fmla="*/ 35814 w 47625"/>
                <a:gd name="connsiteY450" fmla="*/ 221171 h 400050"/>
                <a:gd name="connsiteX451" fmla="*/ 35814 w 47625"/>
                <a:gd name="connsiteY451" fmla="*/ 221075 h 400050"/>
                <a:gd name="connsiteX452" fmla="*/ 35719 w 47625"/>
                <a:gd name="connsiteY452" fmla="*/ 220980 h 400050"/>
                <a:gd name="connsiteX453" fmla="*/ 35719 w 47625"/>
                <a:gd name="connsiteY453" fmla="*/ 220885 h 400050"/>
                <a:gd name="connsiteX454" fmla="*/ 35623 w 47625"/>
                <a:gd name="connsiteY454" fmla="*/ 220980 h 400050"/>
                <a:gd name="connsiteX455" fmla="*/ 35528 w 47625"/>
                <a:gd name="connsiteY455" fmla="*/ 221075 h 400050"/>
                <a:gd name="connsiteX456" fmla="*/ 35528 w 47625"/>
                <a:gd name="connsiteY456" fmla="*/ 221171 h 400050"/>
                <a:gd name="connsiteX457" fmla="*/ 35719 w 47625"/>
                <a:gd name="connsiteY457" fmla="*/ 221171 h 400050"/>
                <a:gd name="connsiteX458" fmla="*/ 35719 w 47625"/>
                <a:gd name="connsiteY458" fmla="*/ 221171 h 400050"/>
                <a:gd name="connsiteX459" fmla="*/ 35147 w 47625"/>
                <a:gd name="connsiteY459" fmla="*/ 88392 h 400050"/>
                <a:gd name="connsiteX460" fmla="*/ 34957 w 47625"/>
                <a:gd name="connsiteY460" fmla="*/ 88297 h 400050"/>
                <a:gd name="connsiteX461" fmla="*/ 34766 w 47625"/>
                <a:gd name="connsiteY461" fmla="*/ 88392 h 400050"/>
                <a:gd name="connsiteX462" fmla="*/ 34766 w 47625"/>
                <a:gd name="connsiteY462" fmla="*/ 88392 h 400050"/>
                <a:gd name="connsiteX463" fmla="*/ 35147 w 47625"/>
                <a:gd name="connsiteY463" fmla="*/ 88392 h 400050"/>
                <a:gd name="connsiteX464" fmla="*/ 14764 w 47625"/>
                <a:gd name="connsiteY464" fmla="*/ 65437 h 400050"/>
                <a:gd name="connsiteX465" fmla="*/ 14668 w 47625"/>
                <a:gd name="connsiteY465" fmla="*/ 65818 h 400050"/>
                <a:gd name="connsiteX466" fmla="*/ 14668 w 47625"/>
                <a:gd name="connsiteY466" fmla="*/ 66008 h 400050"/>
                <a:gd name="connsiteX467" fmla="*/ 14859 w 47625"/>
                <a:gd name="connsiteY467" fmla="*/ 66199 h 400050"/>
                <a:gd name="connsiteX468" fmla="*/ 14859 w 47625"/>
                <a:gd name="connsiteY468" fmla="*/ 66199 h 400050"/>
                <a:gd name="connsiteX469" fmla="*/ 14764 w 47625"/>
                <a:gd name="connsiteY469" fmla="*/ 65437 h 400050"/>
                <a:gd name="connsiteX470" fmla="*/ 14764 w 47625"/>
                <a:gd name="connsiteY470" fmla="*/ 65437 h 400050"/>
                <a:gd name="connsiteX471" fmla="*/ 45625 w 47625"/>
                <a:gd name="connsiteY471" fmla="*/ 221647 h 400050"/>
                <a:gd name="connsiteX472" fmla="*/ 45720 w 47625"/>
                <a:gd name="connsiteY472" fmla="*/ 221552 h 400050"/>
                <a:gd name="connsiteX473" fmla="*/ 45720 w 47625"/>
                <a:gd name="connsiteY473" fmla="*/ 221552 h 400050"/>
                <a:gd name="connsiteX474" fmla="*/ 45625 w 47625"/>
                <a:gd name="connsiteY474" fmla="*/ 221456 h 400050"/>
                <a:gd name="connsiteX475" fmla="*/ 45625 w 47625"/>
                <a:gd name="connsiteY475" fmla="*/ 221456 h 400050"/>
                <a:gd name="connsiteX476" fmla="*/ 45625 w 47625"/>
                <a:gd name="connsiteY476" fmla="*/ 221647 h 400050"/>
                <a:gd name="connsiteX477" fmla="*/ 45625 w 47625"/>
                <a:gd name="connsiteY477" fmla="*/ 221647 h 400050"/>
                <a:gd name="connsiteX478" fmla="*/ 27718 w 47625"/>
                <a:gd name="connsiteY478" fmla="*/ 11335 h 400050"/>
                <a:gd name="connsiteX479" fmla="*/ 27908 w 47625"/>
                <a:gd name="connsiteY479" fmla="*/ 10668 h 400050"/>
                <a:gd name="connsiteX480" fmla="*/ 28003 w 47625"/>
                <a:gd name="connsiteY480" fmla="*/ 9906 h 400050"/>
                <a:gd name="connsiteX481" fmla="*/ 28003 w 47625"/>
                <a:gd name="connsiteY481" fmla="*/ 9906 h 400050"/>
                <a:gd name="connsiteX482" fmla="*/ 27718 w 47625"/>
                <a:gd name="connsiteY482" fmla="*/ 9906 h 400050"/>
                <a:gd name="connsiteX483" fmla="*/ 27527 w 47625"/>
                <a:gd name="connsiteY483" fmla="*/ 10287 h 400050"/>
                <a:gd name="connsiteX484" fmla="*/ 27337 w 47625"/>
                <a:gd name="connsiteY484" fmla="*/ 10763 h 400050"/>
                <a:gd name="connsiteX485" fmla="*/ 27337 w 47625"/>
                <a:gd name="connsiteY485" fmla="*/ 11240 h 400050"/>
                <a:gd name="connsiteX486" fmla="*/ 27527 w 47625"/>
                <a:gd name="connsiteY486" fmla="*/ 11621 h 400050"/>
                <a:gd name="connsiteX487" fmla="*/ 27718 w 47625"/>
                <a:gd name="connsiteY487" fmla="*/ 11335 h 400050"/>
                <a:gd name="connsiteX488" fmla="*/ 45625 w 47625"/>
                <a:gd name="connsiteY488" fmla="*/ 269938 h 400050"/>
                <a:gd name="connsiteX489" fmla="*/ 45625 w 47625"/>
                <a:gd name="connsiteY489" fmla="*/ 269367 h 400050"/>
                <a:gd name="connsiteX490" fmla="*/ 45529 w 47625"/>
                <a:gd name="connsiteY490" fmla="*/ 269653 h 400050"/>
                <a:gd name="connsiteX491" fmla="*/ 45529 w 47625"/>
                <a:gd name="connsiteY491" fmla="*/ 269748 h 400050"/>
                <a:gd name="connsiteX492" fmla="*/ 45625 w 47625"/>
                <a:gd name="connsiteY492" fmla="*/ 269938 h 400050"/>
                <a:gd name="connsiteX493" fmla="*/ 45625 w 47625"/>
                <a:gd name="connsiteY493" fmla="*/ 269938 h 400050"/>
                <a:gd name="connsiteX494" fmla="*/ 47149 w 47625"/>
                <a:gd name="connsiteY494" fmla="*/ 96488 h 400050"/>
                <a:gd name="connsiteX495" fmla="*/ 47434 w 47625"/>
                <a:gd name="connsiteY495" fmla="*/ 96393 h 400050"/>
                <a:gd name="connsiteX496" fmla="*/ 48006 w 47625"/>
                <a:gd name="connsiteY496" fmla="*/ 96012 h 400050"/>
                <a:gd name="connsiteX497" fmla="*/ 47720 w 47625"/>
                <a:gd name="connsiteY497" fmla="*/ 96012 h 400050"/>
                <a:gd name="connsiteX498" fmla="*/ 47434 w 47625"/>
                <a:gd name="connsiteY498" fmla="*/ 96012 h 400050"/>
                <a:gd name="connsiteX499" fmla="*/ 47149 w 47625"/>
                <a:gd name="connsiteY499" fmla="*/ 96107 h 400050"/>
                <a:gd name="connsiteX500" fmla="*/ 46863 w 47625"/>
                <a:gd name="connsiteY500" fmla="*/ 96298 h 400050"/>
                <a:gd name="connsiteX501" fmla="*/ 46863 w 47625"/>
                <a:gd name="connsiteY501" fmla="*/ 96298 h 400050"/>
                <a:gd name="connsiteX502" fmla="*/ 47149 w 47625"/>
                <a:gd name="connsiteY502" fmla="*/ 96488 h 400050"/>
                <a:gd name="connsiteX503" fmla="*/ 50006 w 47625"/>
                <a:gd name="connsiteY503" fmla="*/ 90583 h 400050"/>
                <a:gd name="connsiteX504" fmla="*/ 50197 w 47625"/>
                <a:gd name="connsiteY504" fmla="*/ 90107 h 400050"/>
                <a:gd name="connsiteX505" fmla="*/ 50197 w 47625"/>
                <a:gd name="connsiteY505" fmla="*/ 89630 h 400050"/>
                <a:gd name="connsiteX506" fmla="*/ 50197 w 47625"/>
                <a:gd name="connsiteY506" fmla="*/ 89630 h 400050"/>
                <a:gd name="connsiteX507" fmla="*/ 50101 w 47625"/>
                <a:gd name="connsiteY507" fmla="*/ 89249 h 400050"/>
                <a:gd name="connsiteX508" fmla="*/ 49816 w 47625"/>
                <a:gd name="connsiteY508" fmla="*/ 88868 h 400050"/>
                <a:gd name="connsiteX509" fmla="*/ 49720 w 47625"/>
                <a:gd name="connsiteY509" fmla="*/ 89154 h 400050"/>
                <a:gd name="connsiteX510" fmla="*/ 50006 w 47625"/>
                <a:gd name="connsiteY510" fmla="*/ 90583 h 400050"/>
                <a:gd name="connsiteX511" fmla="*/ 50006 w 47625"/>
                <a:gd name="connsiteY511" fmla="*/ 90583 h 400050"/>
                <a:gd name="connsiteX512" fmla="*/ 40862 w 47625"/>
                <a:gd name="connsiteY512" fmla="*/ 82391 h 400050"/>
                <a:gd name="connsiteX513" fmla="*/ 41053 w 47625"/>
                <a:gd name="connsiteY513" fmla="*/ 82296 h 400050"/>
                <a:gd name="connsiteX514" fmla="*/ 40767 w 47625"/>
                <a:gd name="connsiteY514" fmla="*/ 82296 h 400050"/>
                <a:gd name="connsiteX515" fmla="*/ 40767 w 47625"/>
                <a:gd name="connsiteY515" fmla="*/ 82296 h 400050"/>
                <a:gd name="connsiteX516" fmla="*/ 40862 w 47625"/>
                <a:gd name="connsiteY516" fmla="*/ 82391 h 400050"/>
                <a:gd name="connsiteX517" fmla="*/ 39243 w 47625"/>
                <a:gd name="connsiteY517" fmla="*/ 63341 h 400050"/>
                <a:gd name="connsiteX518" fmla="*/ 39243 w 47625"/>
                <a:gd name="connsiteY518" fmla="*/ 63151 h 400050"/>
                <a:gd name="connsiteX519" fmla="*/ 39243 w 47625"/>
                <a:gd name="connsiteY519" fmla="*/ 63055 h 400050"/>
                <a:gd name="connsiteX520" fmla="*/ 39243 w 47625"/>
                <a:gd name="connsiteY520" fmla="*/ 63055 h 400050"/>
                <a:gd name="connsiteX521" fmla="*/ 39148 w 47625"/>
                <a:gd name="connsiteY521" fmla="*/ 63151 h 400050"/>
                <a:gd name="connsiteX522" fmla="*/ 39052 w 47625"/>
                <a:gd name="connsiteY522" fmla="*/ 63246 h 400050"/>
                <a:gd name="connsiteX523" fmla="*/ 38957 w 47625"/>
                <a:gd name="connsiteY523" fmla="*/ 63341 h 400050"/>
                <a:gd name="connsiteX524" fmla="*/ 39148 w 47625"/>
                <a:gd name="connsiteY524" fmla="*/ 63532 h 400050"/>
                <a:gd name="connsiteX525" fmla="*/ 39243 w 47625"/>
                <a:gd name="connsiteY525" fmla="*/ 63341 h 400050"/>
                <a:gd name="connsiteX526" fmla="*/ 39433 w 47625"/>
                <a:gd name="connsiteY526" fmla="*/ 171641 h 400050"/>
                <a:gd name="connsiteX527" fmla="*/ 39433 w 47625"/>
                <a:gd name="connsiteY527" fmla="*/ 171641 h 400050"/>
                <a:gd name="connsiteX528" fmla="*/ 39624 w 47625"/>
                <a:gd name="connsiteY528" fmla="*/ 171450 h 400050"/>
                <a:gd name="connsiteX529" fmla="*/ 39719 w 47625"/>
                <a:gd name="connsiteY529" fmla="*/ 171355 h 400050"/>
                <a:gd name="connsiteX530" fmla="*/ 39624 w 47625"/>
                <a:gd name="connsiteY530" fmla="*/ 171355 h 400050"/>
                <a:gd name="connsiteX531" fmla="*/ 39529 w 47625"/>
                <a:gd name="connsiteY531" fmla="*/ 171355 h 400050"/>
                <a:gd name="connsiteX532" fmla="*/ 39433 w 47625"/>
                <a:gd name="connsiteY532" fmla="*/ 171355 h 400050"/>
                <a:gd name="connsiteX533" fmla="*/ 39338 w 47625"/>
                <a:gd name="connsiteY533" fmla="*/ 171545 h 400050"/>
                <a:gd name="connsiteX534" fmla="*/ 39433 w 47625"/>
                <a:gd name="connsiteY534" fmla="*/ 171641 h 400050"/>
                <a:gd name="connsiteX535" fmla="*/ 39433 w 47625"/>
                <a:gd name="connsiteY535" fmla="*/ 171641 h 400050"/>
                <a:gd name="connsiteX536" fmla="*/ 42481 w 47625"/>
                <a:gd name="connsiteY536" fmla="*/ 125825 h 400050"/>
                <a:gd name="connsiteX537" fmla="*/ 42577 w 47625"/>
                <a:gd name="connsiteY537" fmla="*/ 125825 h 400050"/>
                <a:gd name="connsiteX538" fmla="*/ 42577 w 47625"/>
                <a:gd name="connsiteY538" fmla="*/ 125730 h 400050"/>
                <a:gd name="connsiteX539" fmla="*/ 42577 w 47625"/>
                <a:gd name="connsiteY539" fmla="*/ 125730 h 400050"/>
                <a:gd name="connsiteX540" fmla="*/ 42577 w 47625"/>
                <a:gd name="connsiteY540" fmla="*/ 125635 h 400050"/>
                <a:gd name="connsiteX541" fmla="*/ 42577 w 47625"/>
                <a:gd name="connsiteY541" fmla="*/ 125635 h 400050"/>
                <a:gd name="connsiteX542" fmla="*/ 42577 w 47625"/>
                <a:gd name="connsiteY542" fmla="*/ 125540 h 400050"/>
                <a:gd name="connsiteX543" fmla="*/ 42577 w 47625"/>
                <a:gd name="connsiteY543" fmla="*/ 125540 h 400050"/>
                <a:gd name="connsiteX544" fmla="*/ 42481 w 47625"/>
                <a:gd name="connsiteY544" fmla="*/ 125635 h 400050"/>
                <a:gd name="connsiteX545" fmla="*/ 42386 w 47625"/>
                <a:gd name="connsiteY545" fmla="*/ 125730 h 400050"/>
                <a:gd name="connsiteX546" fmla="*/ 42386 w 47625"/>
                <a:gd name="connsiteY546" fmla="*/ 125825 h 400050"/>
                <a:gd name="connsiteX547" fmla="*/ 42481 w 47625"/>
                <a:gd name="connsiteY547" fmla="*/ 125825 h 400050"/>
                <a:gd name="connsiteX548" fmla="*/ 42481 w 47625"/>
                <a:gd name="connsiteY548" fmla="*/ 125825 h 400050"/>
                <a:gd name="connsiteX549" fmla="*/ 42863 w 47625"/>
                <a:gd name="connsiteY549" fmla="*/ 98012 h 400050"/>
                <a:gd name="connsiteX550" fmla="*/ 42958 w 47625"/>
                <a:gd name="connsiteY550" fmla="*/ 97917 h 400050"/>
                <a:gd name="connsiteX551" fmla="*/ 42958 w 47625"/>
                <a:gd name="connsiteY551" fmla="*/ 97917 h 400050"/>
                <a:gd name="connsiteX552" fmla="*/ 42672 w 47625"/>
                <a:gd name="connsiteY552" fmla="*/ 97917 h 400050"/>
                <a:gd name="connsiteX553" fmla="*/ 42863 w 47625"/>
                <a:gd name="connsiteY553" fmla="*/ 98012 h 400050"/>
                <a:gd name="connsiteX554" fmla="*/ 42863 w 47625"/>
                <a:gd name="connsiteY554" fmla="*/ 98012 h 400050"/>
                <a:gd name="connsiteX555" fmla="*/ 16002 w 47625"/>
                <a:gd name="connsiteY555" fmla="*/ 70580 h 400050"/>
                <a:gd name="connsiteX556" fmla="*/ 16097 w 47625"/>
                <a:gd name="connsiteY556" fmla="*/ 70295 h 400050"/>
                <a:gd name="connsiteX557" fmla="*/ 15907 w 47625"/>
                <a:gd name="connsiteY557" fmla="*/ 70676 h 400050"/>
                <a:gd name="connsiteX558" fmla="*/ 15907 w 47625"/>
                <a:gd name="connsiteY558" fmla="*/ 70676 h 400050"/>
                <a:gd name="connsiteX559" fmla="*/ 16002 w 47625"/>
                <a:gd name="connsiteY559" fmla="*/ 70580 h 400050"/>
                <a:gd name="connsiteX560" fmla="*/ 19240 w 47625"/>
                <a:gd name="connsiteY560" fmla="*/ 35052 h 400050"/>
                <a:gd name="connsiteX561" fmla="*/ 18955 w 47625"/>
                <a:gd name="connsiteY561" fmla="*/ 35433 h 400050"/>
                <a:gd name="connsiteX562" fmla="*/ 18955 w 47625"/>
                <a:gd name="connsiteY562" fmla="*/ 35433 h 400050"/>
                <a:gd name="connsiteX563" fmla="*/ 19145 w 47625"/>
                <a:gd name="connsiteY563" fmla="*/ 35338 h 400050"/>
                <a:gd name="connsiteX564" fmla="*/ 19240 w 47625"/>
                <a:gd name="connsiteY564" fmla="*/ 35052 h 400050"/>
                <a:gd name="connsiteX565" fmla="*/ 18574 w 47625"/>
                <a:gd name="connsiteY565" fmla="*/ 18669 h 400050"/>
                <a:gd name="connsiteX566" fmla="*/ 18669 w 47625"/>
                <a:gd name="connsiteY566" fmla="*/ 18669 h 400050"/>
                <a:gd name="connsiteX567" fmla="*/ 18669 w 47625"/>
                <a:gd name="connsiteY567" fmla="*/ 18574 h 400050"/>
                <a:gd name="connsiteX568" fmla="*/ 18669 w 47625"/>
                <a:gd name="connsiteY568" fmla="*/ 18479 h 400050"/>
                <a:gd name="connsiteX569" fmla="*/ 18669 w 47625"/>
                <a:gd name="connsiteY569" fmla="*/ 18479 h 400050"/>
                <a:gd name="connsiteX570" fmla="*/ 18669 w 47625"/>
                <a:gd name="connsiteY570" fmla="*/ 18479 h 400050"/>
                <a:gd name="connsiteX571" fmla="*/ 18669 w 47625"/>
                <a:gd name="connsiteY571" fmla="*/ 18383 h 400050"/>
                <a:gd name="connsiteX572" fmla="*/ 18669 w 47625"/>
                <a:gd name="connsiteY572" fmla="*/ 18383 h 400050"/>
                <a:gd name="connsiteX573" fmla="*/ 18574 w 47625"/>
                <a:gd name="connsiteY573" fmla="*/ 18383 h 400050"/>
                <a:gd name="connsiteX574" fmla="*/ 18478 w 47625"/>
                <a:gd name="connsiteY574" fmla="*/ 18383 h 400050"/>
                <a:gd name="connsiteX575" fmla="*/ 18478 w 47625"/>
                <a:gd name="connsiteY575" fmla="*/ 18479 h 400050"/>
                <a:gd name="connsiteX576" fmla="*/ 18574 w 47625"/>
                <a:gd name="connsiteY576" fmla="*/ 18669 h 400050"/>
                <a:gd name="connsiteX577" fmla="*/ 18574 w 47625"/>
                <a:gd name="connsiteY577" fmla="*/ 18669 h 400050"/>
                <a:gd name="connsiteX578" fmla="*/ 18955 w 47625"/>
                <a:gd name="connsiteY578" fmla="*/ 104680 h 400050"/>
                <a:gd name="connsiteX579" fmla="*/ 19050 w 47625"/>
                <a:gd name="connsiteY579" fmla="*/ 104489 h 400050"/>
                <a:gd name="connsiteX580" fmla="*/ 19050 w 47625"/>
                <a:gd name="connsiteY580" fmla="*/ 104489 h 400050"/>
                <a:gd name="connsiteX581" fmla="*/ 18859 w 47625"/>
                <a:gd name="connsiteY581" fmla="*/ 104680 h 400050"/>
                <a:gd name="connsiteX582" fmla="*/ 18955 w 47625"/>
                <a:gd name="connsiteY582" fmla="*/ 104680 h 400050"/>
                <a:gd name="connsiteX583" fmla="*/ 18859 w 47625"/>
                <a:gd name="connsiteY583" fmla="*/ 25718 h 400050"/>
                <a:gd name="connsiteX584" fmla="*/ 18955 w 47625"/>
                <a:gd name="connsiteY584" fmla="*/ 25622 h 400050"/>
                <a:gd name="connsiteX585" fmla="*/ 19050 w 47625"/>
                <a:gd name="connsiteY585" fmla="*/ 25527 h 400050"/>
                <a:gd name="connsiteX586" fmla="*/ 18955 w 47625"/>
                <a:gd name="connsiteY586" fmla="*/ 25527 h 400050"/>
                <a:gd name="connsiteX587" fmla="*/ 18859 w 47625"/>
                <a:gd name="connsiteY587" fmla="*/ 25432 h 400050"/>
                <a:gd name="connsiteX588" fmla="*/ 18859 w 47625"/>
                <a:gd name="connsiteY588" fmla="*/ 25432 h 400050"/>
                <a:gd name="connsiteX589" fmla="*/ 18764 w 47625"/>
                <a:gd name="connsiteY589" fmla="*/ 25432 h 400050"/>
                <a:gd name="connsiteX590" fmla="*/ 18669 w 47625"/>
                <a:gd name="connsiteY590" fmla="*/ 25718 h 400050"/>
                <a:gd name="connsiteX591" fmla="*/ 18859 w 47625"/>
                <a:gd name="connsiteY591" fmla="*/ 25718 h 400050"/>
                <a:gd name="connsiteX592" fmla="*/ 18859 w 47625"/>
                <a:gd name="connsiteY592" fmla="*/ 25718 h 400050"/>
                <a:gd name="connsiteX593" fmla="*/ 18478 w 47625"/>
                <a:gd name="connsiteY593" fmla="*/ 46577 h 400050"/>
                <a:gd name="connsiteX594" fmla="*/ 18288 w 47625"/>
                <a:gd name="connsiteY594" fmla="*/ 46673 h 400050"/>
                <a:gd name="connsiteX595" fmla="*/ 18193 w 47625"/>
                <a:gd name="connsiteY595" fmla="*/ 46768 h 400050"/>
                <a:gd name="connsiteX596" fmla="*/ 18193 w 47625"/>
                <a:gd name="connsiteY596" fmla="*/ 46768 h 400050"/>
                <a:gd name="connsiteX597" fmla="*/ 18478 w 47625"/>
                <a:gd name="connsiteY597" fmla="*/ 46577 h 400050"/>
                <a:gd name="connsiteX598" fmla="*/ 18478 w 47625"/>
                <a:gd name="connsiteY598" fmla="*/ 46577 h 400050"/>
                <a:gd name="connsiteX599" fmla="*/ 18383 w 47625"/>
                <a:gd name="connsiteY599" fmla="*/ 202883 h 400050"/>
                <a:gd name="connsiteX600" fmla="*/ 18383 w 47625"/>
                <a:gd name="connsiteY600" fmla="*/ 202883 h 400050"/>
                <a:gd name="connsiteX601" fmla="*/ 18574 w 47625"/>
                <a:gd name="connsiteY601" fmla="*/ 202787 h 400050"/>
                <a:gd name="connsiteX602" fmla="*/ 18574 w 47625"/>
                <a:gd name="connsiteY602" fmla="*/ 202692 h 400050"/>
                <a:gd name="connsiteX603" fmla="*/ 18478 w 47625"/>
                <a:gd name="connsiteY603" fmla="*/ 202597 h 400050"/>
                <a:gd name="connsiteX604" fmla="*/ 18383 w 47625"/>
                <a:gd name="connsiteY604" fmla="*/ 202502 h 400050"/>
                <a:gd name="connsiteX605" fmla="*/ 18383 w 47625"/>
                <a:gd name="connsiteY605" fmla="*/ 202502 h 400050"/>
                <a:gd name="connsiteX606" fmla="*/ 18288 w 47625"/>
                <a:gd name="connsiteY606" fmla="*/ 202597 h 400050"/>
                <a:gd name="connsiteX607" fmla="*/ 18193 w 47625"/>
                <a:gd name="connsiteY607" fmla="*/ 202692 h 400050"/>
                <a:gd name="connsiteX608" fmla="*/ 18193 w 47625"/>
                <a:gd name="connsiteY608" fmla="*/ 202787 h 400050"/>
                <a:gd name="connsiteX609" fmla="*/ 18383 w 47625"/>
                <a:gd name="connsiteY609" fmla="*/ 202883 h 400050"/>
                <a:gd name="connsiteX610" fmla="*/ 15335 w 47625"/>
                <a:gd name="connsiteY610" fmla="*/ 13716 h 400050"/>
                <a:gd name="connsiteX611" fmla="*/ 15430 w 47625"/>
                <a:gd name="connsiteY611" fmla="*/ 13716 h 400050"/>
                <a:gd name="connsiteX612" fmla="*/ 15430 w 47625"/>
                <a:gd name="connsiteY612" fmla="*/ 13621 h 400050"/>
                <a:gd name="connsiteX613" fmla="*/ 15430 w 47625"/>
                <a:gd name="connsiteY613" fmla="*/ 13621 h 400050"/>
                <a:gd name="connsiteX614" fmla="*/ 15430 w 47625"/>
                <a:gd name="connsiteY614" fmla="*/ 13526 h 400050"/>
                <a:gd name="connsiteX615" fmla="*/ 15430 w 47625"/>
                <a:gd name="connsiteY615" fmla="*/ 13430 h 400050"/>
                <a:gd name="connsiteX616" fmla="*/ 15335 w 47625"/>
                <a:gd name="connsiteY616" fmla="*/ 13430 h 400050"/>
                <a:gd name="connsiteX617" fmla="*/ 15240 w 47625"/>
                <a:gd name="connsiteY617" fmla="*/ 13430 h 400050"/>
                <a:gd name="connsiteX618" fmla="*/ 15240 w 47625"/>
                <a:gd name="connsiteY618" fmla="*/ 13526 h 400050"/>
                <a:gd name="connsiteX619" fmla="*/ 15335 w 47625"/>
                <a:gd name="connsiteY619" fmla="*/ 13716 h 400050"/>
                <a:gd name="connsiteX620" fmla="*/ 15335 w 47625"/>
                <a:gd name="connsiteY620" fmla="*/ 13716 h 400050"/>
                <a:gd name="connsiteX621" fmla="*/ 15716 w 47625"/>
                <a:gd name="connsiteY621" fmla="*/ 4858 h 400050"/>
                <a:gd name="connsiteX622" fmla="*/ 15621 w 47625"/>
                <a:gd name="connsiteY622" fmla="*/ 4096 h 400050"/>
                <a:gd name="connsiteX623" fmla="*/ 15621 w 47625"/>
                <a:gd name="connsiteY623" fmla="*/ 4096 h 400050"/>
                <a:gd name="connsiteX624" fmla="*/ 15526 w 47625"/>
                <a:gd name="connsiteY624" fmla="*/ 4382 h 400050"/>
                <a:gd name="connsiteX625" fmla="*/ 15526 w 47625"/>
                <a:gd name="connsiteY625" fmla="*/ 4382 h 400050"/>
                <a:gd name="connsiteX626" fmla="*/ 15526 w 47625"/>
                <a:gd name="connsiteY626" fmla="*/ 4572 h 400050"/>
                <a:gd name="connsiteX627" fmla="*/ 15716 w 47625"/>
                <a:gd name="connsiteY627" fmla="*/ 4858 h 400050"/>
                <a:gd name="connsiteX628" fmla="*/ 18193 w 47625"/>
                <a:gd name="connsiteY628" fmla="*/ 28004 h 400050"/>
                <a:gd name="connsiteX629" fmla="*/ 18288 w 47625"/>
                <a:gd name="connsiteY629" fmla="*/ 28004 h 400050"/>
                <a:gd name="connsiteX630" fmla="*/ 18288 w 47625"/>
                <a:gd name="connsiteY630" fmla="*/ 28004 h 400050"/>
                <a:gd name="connsiteX631" fmla="*/ 18288 w 47625"/>
                <a:gd name="connsiteY631" fmla="*/ 27908 h 400050"/>
                <a:gd name="connsiteX632" fmla="*/ 18288 w 47625"/>
                <a:gd name="connsiteY632" fmla="*/ 27813 h 400050"/>
                <a:gd name="connsiteX633" fmla="*/ 18288 w 47625"/>
                <a:gd name="connsiteY633" fmla="*/ 27718 h 400050"/>
                <a:gd name="connsiteX634" fmla="*/ 18288 w 47625"/>
                <a:gd name="connsiteY634" fmla="*/ 27718 h 400050"/>
                <a:gd name="connsiteX635" fmla="*/ 18193 w 47625"/>
                <a:gd name="connsiteY635" fmla="*/ 27718 h 400050"/>
                <a:gd name="connsiteX636" fmla="*/ 18097 w 47625"/>
                <a:gd name="connsiteY636" fmla="*/ 27718 h 400050"/>
                <a:gd name="connsiteX637" fmla="*/ 18097 w 47625"/>
                <a:gd name="connsiteY637" fmla="*/ 27813 h 400050"/>
                <a:gd name="connsiteX638" fmla="*/ 18193 w 47625"/>
                <a:gd name="connsiteY638" fmla="*/ 28004 h 400050"/>
                <a:gd name="connsiteX639" fmla="*/ 18193 w 47625"/>
                <a:gd name="connsiteY639" fmla="*/ 28004 h 400050"/>
                <a:gd name="connsiteX640" fmla="*/ 27051 w 47625"/>
                <a:gd name="connsiteY640" fmla="*/ 41053 h 400050"/>
                <a:gd name="connsiteX641" fmla="*/ 27051 w 47625"/>
                <a:gd name="connsiteY641" fmla="*/ 41053 h 400050"/>
                <a:gd name="connsiteX642" fmla="*/ 26956 w 47625"/>
                <a:gd name="connsiteY642" fmla="*/ 41243 h 400050"/>
                <a:gd name="connsiteX643" fmla="*/ 26860 w 47625"/>
                <a:gd name="connsiteY643" fmla="*/ 41338 h 400050"/>
                <a:gd name="connsiteX644" fmla="*/ 26860 w 47625"/>
                <a:gd name="connsiteY644" fmla="*/ 41434 h 400050"/>
                <a:gd name="connsiteX645" fmla="*/ 26860 w 47625"/>
                <a:gd name="connsiteY645" fmla="*/ 41434 h 400050"/>
                <a:gd name="connsiteX646" fmla="*/ 27146 w 47625"/>
                <a:gd name="connsiteY646" fmla="*/ 41529 h 400050"/>
                <a:gd name="connsiteX647" fmla="*/ 27146 w 47625"/>
                <a:gd name="connsiteY647" fmla="*/ 41338 h 400050"/>
                <a:gd name="connsiteX648" fmla="*/ 27051 w 47625"/>
                <a:gd name="connsiteY648" fmla="*/ 41243 h 400050"/>
                <a:gd name="connsiteX649" fmla="*/ 26956 w 47625"/>
                <a:gd name="connsiteY649" fmla="*/ 41243 h 400050"/>
                <a:gd name="connsiteX650" fmla="*/ 27051 w 47625"/>
                <a:gd name="connsiteY650" fmla="*/ 41053 h 400050"/>
                <a:gd name="connsiteX651" fmla="*/ 17335 w 47625"/>
                <a:gd name="connsiteY651" fmla="*/ 75533 h 400050"/>
                <a:gd name="connsiteX652" fmla="*/ 17335 w 47625"/>
                <a:gd name="connsiteY652" fmla="*/ 75533 h 400050"/>
                <a:gd name="connsiteX653" fmla="*/ 17431 w 47625"/>
                <a:gd name="connsiteY653" fmla="*/ 75343 h 400050"/>
                <a:gd name="connsiteX654" fmla="*/ 17526 w 47625"/>
                <a:gd name="connsiteY654" fmla="*/ 75248 h 400050"/>
                <a:gd name="connsiteX655" fmla="*/ 17526 w 47625"/>
                <a:gd name="connsiteY655" fmla="*/ 75248 h 400050"/>
                <a:gd name="connsiteX656" fmla="*/ 17431 w 47625"/>
                <a:gd name="connsiteY656" fmla="*/ 75248 h 400050"/>
                <a:gd name="connsiteX657" fmla="*/ 17335 w 47625"/>
                <a:gd name="connsiteY657" fmla="*/ 75248 h 400050"/>
                <a:gd name="connsiteX658" fmla="*/ 17240 w 47625"/>
                <a:gd name="connsiteY658" fmla="*/ 75343 h 400050"/>
                <a:gd name="connsiteX659" fmla="*/ 17240 w 47625"/>
                <a:gd name="connsiteY659" fmla="*/ 75343 h 400050"/>
                <a:gd name="connsiteX660" fmla="*/ 17335 w 47625"/>
                <a:gd name="connsiteY660" fmla="*/ 75533 h 400050"/>
                <a:gd name="connsiteX661" fmla="*/ 17335 w 47625"/>
                <a:gd name="connsiteY661" fmla="*/ 75533 h 400050"/>
                <a:gd name="connsiteX662" fmla="*/ 22669 w 47625"/>
                <a:gd name="connsiteY662" fmla="*/ 95155 h 400050"/>
                <a:gd name="connsiteX663" fmla="*/ 22479 w 47625"/>
                <a:gd name="connsiteY663" fmla="*/ 95250 h 400050"/>
                <a:gd name="connsiteX664" fmla="*/ 22479 w 47625"/>
                <a:gd name="connsiteY664" fmla="*/ 95345 h 400050"/>
                <a:gd name="connsiteX665" fmla="*/ 22669 w 47625"/>
                <a:gd name="connsiteY665" fmla="*/ 95155 h 400050"/>
                <a:gd name="connsiteX666" fmla="*/ 22669 w 47625"/>
                <a:gd name="connsiteY666" fmla="*/ 95155 h 400050"/>
                <a:gd name="connsiteX667" fmla="*/ 23241 w 47625"/>
                <a:gd name="connsiteY667" fmla="*/ 40767 h 400050"/>
                <a:gd name="connsiteX668" fmla="*/ 23241 w 47625"/>
                <a:gd name="connsiteY668" fmla="*/ 40767 h 400050"/>
                <a:gd name="connsiteX669" fmla="*/ 23050 w 47625"/>
                <a:gd name="connsiteY669" fmla="*/ 40862 h 400050"/>
                <a:gd name="connsiteX670" fmla="*/ 22955 w 47625"/>
                <a:gd name="connsiteY670" fmla="*/ 40958 h 400050"/>
                <a:gd name="connsiteX671" fmla="*/ 22955 w 47625"/>
                <a:gd name="connsiteY671" fmla="*/ 40958 h 400050"/>
                <a:gd name="connsiteX672" fmla="*/ 23241 w 47625"/>
                <a:gd name="connsiteY672" fmla="*/ 40767 h 400050"/>
                <a:gd name="connsiteX673" fmla="*/ 26860 w 47625"/>
                <a:gd name="connsiteY673" fmla="*/ 8192 h 400050"/>
                <a:gd name="connsiteX674" fmla="*/ 26860 w 47625"/>
                <a:gd name="connsiteY674" fmla="*/ 8192 h 400050"/>
                <a:gd name="connsiteX675" fmla="*/ 26860 w 47625"/>
                <a:gd name="connsiteY675" fmla="*/ 8192 h 400050"/>
                <a:gd name="connsiteX676" fmla="*/ 26860 w 47625"/>
                <a:gd name="connsiteY676" fmla="*/ 8192 h 400050"/>
                <a:gd name="connsiteX677" fmla="*/ 26956 w 47625"/>
                <a:gd name="connsiteY677" fmla="*/ 8192 h 400050"/>
                <a:gd name="connsiteX678" fmla="*/ 27146 w 47625"/>
                <a:gd name="connsiteY678" fmla="*/ 7144 h 400050"/>
                <a:gd name="connsiteX679" fmla="*/ 26956 w 47625"/>
                <a:gd name="connsiteY679" fmla="*/ 7144 h 400050"/>
                <a:gd name="connsiteX680" fmla="*/ 26860 w 47625"/>
                <a:gd name="connsiteY680" fmla="*/ 7334 h 400050"/>
                <a:gd name="connsiteX681" fmla="*/ 26860 w 47625"/>
                <a:gd name="connsiteY681" fmla="*/ 7620 h 400050"/>
                <a:gd name="connsiteX682" fmla="*/ 26860 w 47625"/>
                <a:gd name="connsiteY682" fmla="*/ 8192 h 400050"/>
                <a:gd name="connsiteX683" fmla="*/ 26860 w 47625"/>
                <a:gd name="connsiteY683" fmla="*/ 8192 h 400050"/>
                <a:gd name="connsiteX684" fmla="*/ 22193 w 47625"/>
                <a:gd name="connsiteY684" fmla="*/ 101822 h 400050"/>
                <a:gd name="connsiteX685" fmla="*/ 22384 w 47625"/>
                <a:gd name="connsiteY685" fmla="*/ 101918 h 400050"/>
                <a:gd name="connsiteX686" fmla="*/ 22574 w 47625"/>
                <a:gd name="connsiteY686" fmla="*/ 101918 h 400050"/>
                <a:gd name="connsiteX687" fmla="*/ 22574 w 47625"/>
                <a:gd name="connsiteY687" fmla="*/ 101918 h 400050"/>
                <a:gd name="connsiteX688" fmla="*/ 22384 w 47625"/>
                <a:gd name="connsiteY688" fmla="*/ 101822 h 400050"/>
                <a:gd name="connsiteX689" fmla="*/ 22193 w 47625"/>
                <a:gd name="connsiteY689" fmla="*/ 101822 h 400050"/>
                <a:gd name="connsiteX690" fmla="*/ 22193 w 47625"/>
                <a:gd name="connsiteY690" fmla="*/ 101822 h 400050"/>
                <a:gd name="connsiteX691" fmla="*/ 24098 w 47625"/>
                <a:gd name="connsiteY691" fmla="*/ 14097 h 400050"/>
                <a:gd name="connsiteX692" fmla="*/ 24193 w 47625"/>
                <a:gd name="connsiteY692" fmla="*/ 14002 h 400050"/>
                <a:gd name="connsiteX693" fmla="*/ 24289 w 47625"/>
                <a:gd name="connsiteY693" fmla="*/ 13907 h 400050"/>
                <a:gd name="connsiteX694" fmla="*/ 24193 w 47625"/>
                <a:gd name="connsiteY694" fmla="*/ 13907 h 400050"/>
                <a:gd name="connsiteX695" fmla="*/ 24098 w 47625"/>
                <a:gd name="connsiteY695" fmla="*/ 13811 h 400050"/>
                <a:gd name="connsiteX696" fmla="*/ 24098 w 47625"/>
                <a:gd name="connsiteY696" fmla="*/ 13811 h 400050"/>
                <a:gd name="connsiteX697" fmla="*/ 24003 w 47625"/>
                <a:gd name="connsiteY697" fmla="*/ 13811 h 400050"/>
                <a:gd name="connsiteX698" fmla="*/ 23908 w 47625"/>
                <a:gd name="connsiteY698" fmla="*/ 14097 h 400050"/>
                <a:gd name="connsiteX699" fmla="*/ 24098 w 47625"/>
                <a:gd name="connsiteY699" fmla="*/ 14097 h 400050"/>
                <a:gd name="connsiteX700" fmla="*/ 24098 w 47625"/>
                <a:gd name="connsiteY700" fmla="*/ 14097 h 400050"/>
                <a:gd name="connsiteX701" fmla="*/ 22098 w 47625"/>
                <a:gd name="connsiteY701" fmla="*/ 258604 h 400050"/>
                <a:gd name="connsiteX702" fmla="*/ 22098 w 47625"/>
                <a:gd name="connsiteY702" fmla="*/ 258509 h 400050"/>
                <a:gd name="connsiteX703" fmla="*/ 22193 w 47625"/>
                <a:gd name="connsiteY703" fmla="*/ 258413 h 400050"/>
                <a:gd name="connsiteX704" fmla="*/ 22193 w 47625"/>
                <a:gd name="connsiteY704" fmla="*/ 258413 h 400050"/>
                <a:gd name="connsiteX705" fmla="*/ 22098 w 47625"/>
                <a:gd name="connsiteY705" fmla="*/ 258413 h 400050"/>
                <a:gd name="connsiteX706" fmla="*/ 22003 w 47625"/>
                <a:gd name="connsiteY706" fmla="*/ 258413 h 400050"/>
                <a:gd name="connsiteX707" fmla="*/ 22003 w 47625"/>
                <a:gd name="connsiteY707" fmla="*/ 258413 h 400050"/>
                <a:gd name="connsiteX708" fmla="*/ 22003 w 47625"/>
                <a:gd name="connsiteY708" fmla="*/ 258413 h 400050"/>
                <a:gd name="connsiteX709" fmla="*/ 22003 w 47625"/>
                <a:gd name="connsiteY709" fmla="*/ 258509 h 400050"/>
                <a:gd name="connsiteX710" fmla="*/ 22098 w 47625"/>
                <a:gd name="connsiteY710" fmla="*/ 258604 h 400050"/>
                <a:gd name="connsiteX711" fmla="*/ 22098 w 47625"/>
                <a:gd name="connsiteY711" fmla="*/ 258604 h 400050"/>
                <a:gd name="connsiteX712" fmla="*/ 21717 w 47625"/>
                <a:gd name="connsiteY712" fmla="*/ 360902 h 400050"/>
                <a:gd name="connsiteX713" fmla="*/ 21812 w 47625"/>
                <a:gd name="connsiteY713" fmla="*/ 361093 h 400050"/>
                <a:gd name="connsiteX714" fmla="*/ 21812 w 47625"/>
                <a:gd name="connsiteY714" fmla="*/ 361283 h 400050"/>
                <a:gd name="connsiteX715" fmla="*/ 21812 w 47625"/>
                <a:gd name="connsiteY715" fmla="*/ 361283 h 400050"/>
                <a:gd name="connsiteX716" fmla="*/ 21812 w 47625"/>
                <a:gd name="connsiteY716" fmla="*/ 361379 h 400050"/>
                <a:gd name="connsiteX717" fmla="*/ 21907 w 47625"/>
                <a:gd name="connsiteY717" fmla="*/ 361474 h 400050"/>
                <a:gd name="connsiteX718" fmla="*/ 22098 w 47625"/>
                <a:gd name="connsiteY718" fmla="*/ 361664 h 400050"/>
                <a:gd name="connsiteX719" fmla="*/ 22098 w 47625"/>
                <a:gd name="connsiteY719" fmla="*/ 361664 h 400050"/>
                <a:gd name="connsiteX720" fmla="*/ 22193 w 47625"/>
                <a:gd name="connsiteY720" fmla="*/ 361379 h 400050"/>
                <a:gd name="connsiteX721" fmla="*/ 22193 w 47625"/>
                <a:gd name="connsiteY721" fmla="*/ 361379 h 400050"/>
                <a:gd name="connsiteX722" fmla="*/ 22098 w 47625"/>
                <a:gd name="connsiteY722" fmla="*/ 361188 h 400050"/>
                <a:gd name="connsiteX723" fmla="*/ 21907 w 47625"/>
                <a:gd name="connsiteY723" fmla="*/ 361093 h 400050"/>
                <a:gd name="connsiteX724" fmla="*/ 21717 w 47625"/>
                <a:gd name="connsiteY724" fmla="*/ 360902 h 400050"/>
                <a:gd name="connsiteX725" fmla="*/ 22288 w 47625"/>
                <a:gd name="connsiteY725" fmla="*/ 11430 h 400050"/>
                <a:gd name="connsiteX726" fmla="*/ 22288 w 47625"/>
                <a:gd name="connsiteY726" fmla="*/ 11430 h 400050"/>
                <a:gd name="connsiteX727" fmla="*/ 22288 w 47625"/>
                <a:gd name="connsiteY727" fmla="*/ 11430 h 400050"/>
                <a:gd name="connsiteX728" fmla="*/ 22288 w 47625"/>
                <a:gd name="connsiteY728" fmla="*/ 11240 h 400050"/>
                <a:gd name="connsiteX729" fmla="*/ 22288 w 47625"/>
                <a:gd name="connsiteY729" fmla="*/ 11144 h 400050"/>
                <a:gd name="connsiteX730" fmla="*/ 22288 w 47625"/>
                <a:gd name="connsiteY730" fmla="*/ 11144 h 400050"/>
                <a:gd name="connsiteX731" fmla="*/ 22193 w 47625"/>
                <a:gd name="connsiteY731" fmla="*/ 11144 h 400050"/>
                <a:gd name="connsiteX732" fmla="*/ 22098 w 47625"/>
                <a:gd name="connsiteY732" fmla="*/ 11144 h 400050"/>
                <a:gd name="connsiteX733" fmla="*/ 22098 w 47625"/>
                <a:gd name="connsiteY733" fmla="*/ 11240 h 400050"/>
                <a:gd name="connsiteX734" fmla="*/ 22193 w 47625"/>
                <a:gd name="connsiteY734" fmla="*/ 11430 h 400050"/>
                <a:gd name="connsiteX735" fmla="*/ 22288 w 47625"/>
                <a:gd name="connsiteY735" fmla="*/ 11430 h 400050"/>
                <a:gd name="connsiteX736" fmla="*/ 21717 w 47625"/>
                <a:gd name="connsiteY736" fmla="*/ 21527 h 400050"/>
                <a:gd name="connsiteX737" fmla="*/ 21717 w 47625"/>
                <a:gd name="connsiteY737" fmla="*/ 21527 h 400050"/>
                <a:gd name="connsiteX738" fmla="*/ 21907 w 47625"/>
                <a:gd name="connsiteY738" fmla="*/ 21431 h 400050"/>
                <a:gd name="connsiteX739" fmla="*/ 22003 w 47625"/>
                <a:gd name="connsiteY739" fmla="*/ 21336 h 400050"/>
                <a:gd name="connsiteX740" fmla="*/ 22098 w 47625"/>
                <a:gd name="connsiteY740" fmla="*/ 21146 h 400050"/>
                <a:gd name="connsiteX741" fmla="*/ 22193 w 47625"/>
                <a:gd name="connsiteY741" fmla="*/ 20955 h 400050"/>
                <a:gd name="connsiteX742" fmla="*/ 22193 w 47625"/>
                <a:gd name="connsiteY742" fmla="*/ 20955 h 400050"/>
                <a:gd name="connsiteX743" fmla="*/ 21812 w 47625"/>
                <a:gd name="connsiteY743" fmla="*/ 21050 h 400050"/>
                <a:gd name="connsiteX744" fmla="*/ 21717 w 47625"/>
                <a:gd name="connsiteY744" fmla="*/ 21241 h 400050"/>
                <a:gd name="connsiteX745" fmla="*/ 21717 w 47625"/>
                <a:gd name="connsiteY745" fmla="*/ 21527 h 400050"/>
                <a:gd name="connsiteX746" fmla="*/ 21622 w 47625"/>
                <a:gd name="connsiteY746" fmla="*/ 13621 h 400050"/>
                <a:gd name="connsiteX747" fmla="*/ 21622 w 47625"/>
                <a:gd name="connsiteY747" fmla="*/ 13621 h 400050"/>
                <a:gd name="connsiteX748" fmla="*/ 21717 w 47625"/>
                <a:gd name="connsiteY748" fmla="*/ 13430 h 400050"/>
                <a:gd name="connsiteX749" fmla="*/ 21812 w 47625"/>
                <a:gd name="connsiteY749" fmla="*/ 13335 h 400050"/>
                <a:gd name="connsiteX750" fmla="*/ 21812 w 47625"/>
                <a:gd name="connsiteY750" fmla="*/ 13335 h 400050"/>
                <a:gd name="connsiteX751" fmla="*/ 21717 w 47625"/>
                <a:gd name="connsiteY751" fmla="*/ 13335 h 400050"/>
                <a:gd name="connsiteX752" fmla="*/ 21717 w 47625"/>
                <a:gd name="connsiteY752" fmla="*/ 13335 h 400050"/>
                <a:gd name="connsiteX753" fmla="*/ 21622 w 47625"/>
                <a:gd name="connsiteY753" fmla="*/ 13240 h 400050"/>
                <a:gd name="connsiteX754" fmla="*/ 21526 w 47625"/>
                <a:gd name="connsiteY754" fmla="*/ 13240 h 400050"/>
                <a:gd name="connsiteX755" fmla="*/ 21431 w 47625"/>
                <a:gd name="connsiteY755" fmla="*/ 13526 h 400050"/>
                <a:gd name="connsiteX756" fmla="*/ 21622 w 47625"/>
                <a:gd name="connsiteY756" fmla="*/ 13621 h 400050"/>
                <a:gd name="connsiteX757" fmla="*/ 21622 w 47625"/>
                <a:gd name="connsiteY757" fmla="*/ 13621 h 400050"/>
                <a:gd name="connsiteX758" fmla="*/ 30766 w 47625"/>
                <a:gd name="connsiteY758" fmla="*/ 50102 h 400050"/>
                <a:gd name="connsiteX759" fmla="*/ 30766 w 47625"/>
                <a:gd name="connsiteY759" fmla="*/ 50102 h 400050"/>
                <a:gd name="connsiteX760" fmla="*/ 30670 w 47625"/>
                <a:gd name="connsiteY760" fmla="*/ 50292 h 400050"/>
                <a:gd name="connsiteX761" fmla="*/ 30670 w 47625"/>
                <a:gd name="connsiteY761" fmla="*/ 50292 h 400050"/>
                <a:gd name="connsiteX762" fmla="*/ 30766 w 47625"/>
                <a:gd name="connsiteY762" fmla="*/ 50292 h 400050"/>
                <a:gd name="connsiteX763" fmla="*/ 30766 w 47625"/>
                <a:gd name="connsiteY763" fmla="*/ 50197 h 400050"/>
                <a:gd name="connsiteX764" fmla="*/ 30766 w 47625"/>
                <a:gd name="connsiteY764" fmla="*/ 50102 h 400050"/>
                <a:gd name="connsiteX765" fmla="*/ 30861 w 47625"/>
                <a:gd name="connsiteY765" fmla="*/ 50006 h 400050"/>
                <a:gd name="connsiteX766" fmla="*/ 30861 w 47625"/>
                <a:gd name="connsiteY766" fmla="*/ 50006 h 400050"/>
                <a:gd name="connsiteX767" fmla="*/ 30766 w 47625"/>
                <a:gd name="connsiteY767" fmla="*/ 50102 h 400050"/>
                <a:gd name="connsiteX768" fmla="*/ 30766 w 47625"/>
                <a:gd name="connsiteY768" fmla="*/ 50102 h 400050"/>
                <a:gd name="connsiteX769" fmla="*/ 39910 w 47625"/>
                <a:gd name="connsiteY769" fmla="*/ 112204 h 400050"/>
                <a:gd name="connsiteX770" fmla="*/ 39814 w 47625"/>
                <a:gd name="connsiteY770" fmla="*/ 112204 h 400050"/>
                <a:gd name="connsiteX771" fmla="*/ 39719 w 47625"/>
                <a:gd name="connsiteY771" fmla="*/ 112490 h 400050"/>
                <a:gd name="connsiteX772" fmla="*/ 40291 w 47625"/>
                <a:gd name="connsiteY772" fmla="*/ 112395 h 400050"/>
                <a:gd name="connsiteX773" fmla="*/ 40100 w 47625"/>
                <a:gd name="connsiteY773" fmla="*/ 112300 h 400050"/>
                <a:gd name="connsiteX774" fmla="*/ 39910 w 47625"/>
                <a:gd name="connsiteY774" fmla="*/ 112204 h 400050"/>
                <a:gd name="connsiteX775" fmla="*/ 40576 w 47625"/>
                <a:gd name="connsiteY775" fmla="*/ 277368 h 400050"/>
                <a:gd name="connsiteX776" fmla="*/ 40576 w 47625"/>
                <a:gd name="connsiteY776" fmla="*/ 277559 h 400050"/>
                <a:gd name="connsiteX777" fmla="*/ 40672 w 47625"/>
                <a:gd name="connsiteY777" fmla="*/ 277559 h 400050"/>
                <a:gd name="connsiteX778" fmla="*/ 41053 w 47625"/>
                <a:gd name="connsiteY778" fmla="*/ 277273 h 400050"/>
                <a:gd name="connsiteX779" fmla="*/ 40481 w 47625"/>
                <a:gd name="connsiteY779" fmla="*/ 277273 h 400050"/>
                <a:gd name="connsiteX780" fmla="*/ 40576 w 47625"/>
                <a:gd name="connsiteY780" fmla="*/ 277368 h 400050"/>
                <a:gd name="connsiteX781" fmla="*/ 40005 w 47625"/>
                <a:gd name="connsiteY781" fmla="*/ 200882 h 400050"/>
                <a:gd name="connsiteX782" fmla="*/ 40005 w 47625"/>
                <a:gd name="connsiteY782" fmla="*/ 200882 h 400050"/>
                <a:gd name="connsiteX783" fmla="*/ 38481 w 47625"/>
                <a:gd name="connsiteY783" fmla="*/ 200501 h 400050"/>
                <a:gd name="connsiteX784" fmla="*/ 37243 w 47625"/>
                <a:gd name="connsiteY784" fmla="*/ 200978 h 400050"/>
                <a:gd name="connsiteX785" fmla="*/ 36671 w 47625"/>
                <a:gd name="connsiteY785" fmla="*/ 202311 h 400050"/>
                <a:gd name="connsiteX786" fmla="*/ 36671 w 47625"/>
                <a:gd name="connsiteY786" fmla="*/ 202311 h 400050"/>
                <a:gd name="connsiteX787" fmla="*/ 36957 w 47625"/>
                <a:gd name="connsiteY787" fmla="*/ 203645 h 400050"/>
                <a:gd name="connsiteX788" fmla="*/ 38100 w 47625"/>
                <a:gd name="connsiteY788" fmla="*/ 204121 h 400050"/>
                <a:gd name="connsiteX789" fmla="*/ 39148 w 47625"/>
                <a:gd name="connsiteY789" fmla="*/ 203454 h 400050"/>
                <a:gd name="connsiteX790" fmla="*/ 40005 w 47625"/>
                <a:gd name="connsiteY790" fmla="*/ 202121 h 400050"/>
                <a:gd name="connsiteX791" fmla="*/ 40005 w 47625"/>
                <a:gd name="connsiteY791" fmla="*/ 200882 h 400050"/>
                <a:gd name="connsiteX792" fmla="*/ 39624 w 47625"/>
                <a:gd name="connsiteY792" fmla="*/ 387668 h 400050"/>
                <a:gd name="connsiteX793" fmla="*/ 39624 w 47625"/>
                <a:gd name="connsiteY793" fmla="*/ 387953 h 400050"/>
                <a:gd name="connsiteX794" fmla="*/ 39624 w 47625"/>
                <a:gd name="connsiteY794" fmla="*/ 388239 h 400050"/>
                <a:gd name="connsiteX795" fmla="*/ 39814 w 47625"/>
                <a:gd name="connsiteY795" fmla="*/ 388525 h 400050"/>
                <a:gd name="connsiteX796" fmla="*/ 40195 w 47625"/>
                <a:gd name="connsiteY796" fmla="*/ 388811 h 400050"/>
                <a:gd name="connsiteX797" fmla="*/ 40195 w 47625"/>
                <a:gd name="connsiteY797" fmla="*/ 388430 h 400050"/>
                <a:gd name="connsiteX798" fmla="*/ 40100 w 47625"/>
                <a:gd name="connsiteY798" fmla="*/ 388144 h 400050"/>
                <a:gd name="connsiteX799" fmla="*/ 39624 w 47625"/>
                <a:gd name="connsiteY799" fmla="*/ 387668 h 400050"/>
                <a:gd name="connsiteX800" fmla="*/ 43339 w 47625"/>
                <a:gd name="connsiteY800" fmla="*/ 158020 h 400050"/>
                <a:gd name="connsiteX801" fmla="*/ 43148 w 47625"/>
                <a:gd name="connsiteY801" fmla="*/ 158115 h 400050"/>
                <a:gd name="connsiteX802" fmla="*/ 43148 w 47625"/>
                <a:gd name="connsiteY802" fmla="*/ 158210 h 400050"/>
                <a:gd name="connsiteX803" fmla="*/ 43243 w 47625"/>
                <a:gd name="connsiteY803" fmla="*/ 158305 h 400050"/>
                <a:gd name="connsiteX804" fmla="*/ 43434 w 47625"/>
                <a:gd name="connsiteY804" fmla="*/ 158496 h 400050"/>
                <a:gd name="connsiteX805" fmla="*/ 43434 w 47625"/>
                <a:gd name="connsiteY805" fmla="*/ 158496 h 400050"/>
                <a:gd name="connsiteX806" fmla="*/ 43434 w 47625"/>
                <a:gd name="connsiteY806" fmla="*/ 157925 h 400050"/>
                <a:gd name="connsiteX807" fmla="*/ 43339 w 47625"/>
                <a:gd name="connsiteY807" fmla="*/ 158020 h 400050"/>
                <a:gd name="connsiteX808" fmla="*/ 40005 w 47625"/>
                <a:gd name="connsiteY808" fmla="*/ 66675 h 400050"/>
                <a:gd name="connsiteX809" fmla="*/ 39814 w 47625"/>
                <a:gd name="connsiteY809" fmla="*/ 66866 h 400050"/>
                <a:gd name="connsiteX810" fmla="*/ 39529 w 47625"/>
                <a:gd name="connsiteY810" fmla="*/ 67246 h 400050"/>
                <a:gd name="connsiteX811" fmla="*/ 39529 w 47625"/>
                <a:gd name="connsiteY811" fmla="*/ 67246 h 400050"/>
                <a:gd name="connsiteX812" fmla="*/ 40386 w 47625"/>
                <a:gd name="connsiteY812" fmla="*/ 66770 h 400050"/>
                <a:gd name="connsiteX813" fmla="*/ 40386 w 47625"/>
                <a:gd name="connsiteY813" fmla="*/ 66770 h 400050"/>
                <a:gd name="connsiteX814" fmla="*/ 40195 w 47625"/>
                <a:gd name="connsiteY814" fmla="*/ 66770 h 400050"/>
                <a:gd name="connsiteX815" fmla="*/ 40005 w 47625"/>
                <a:gd name="connsiteY815" fmla="*/ 66675 h 400050"/>
                <a:gd name="connsiteX816" fmla="*/ 43434 w 47625"/>
                <a:gd name="connsiteY816" fmla="*/ 276606 h 400050"/>
                <a:gd name="connsiteX817" fmla="*/ 43148 w 47625"/>
                <a:gd name="connsiteY817" fmla="*/ 276796 h 400050"/>
                <a:gd name="connsiteX818" fmla="*/ 43053 w 47625"/>
                <a:gd name="connsiteY818" fmla="*/ 276987 h 400050"/>
                <a:gd name="connsiteX819" fmla="*/ 42958 w 47625"/>
                <a:gd name="connsiteY819" fmla="*/ 277178 h 400050"/>
                <a:gd name="connsiteX820" fmla="*/ 42958 w 47625"/>
                <a:gd name="connsiteY820" fmla="*/ 277178 h 400050"/>
                <a:gd name="connsiteX821" fmla="*/ 42958 w 47625"/>
                <a:gd name="connsiteY821" fmla="*/ 277178 h 400050"/>
                <a:gd name="connsiteX822" fmla="*/ 42958 w 47625"/>
                <a:gd name="connsiteY822" fmla="*/ 277178 h 400050"/>
                <a:gd name="connsiteX823" fmla="*/ 42958 w 47625"/>
                <a:gd name="connsiteY823" fmla="*/ 277178 h 400050"/>
                <a:gd name="connsiteX824" fmla="*/ 42958 w 47625"/>
                <a:gd name="connsiteY824" fmla="*/ 277178 h 400050"/>
                <a:gd name="connsiteX825" fmla="*/ 43529 w 47625"/>
                <a:gd name="connsiteY825" fmla="*/ 276701 h 400050"/>
                <a:gd name="connsiteX826" fmla="*/ 43910 w 47625"/>
                <a:gd name="connsiteY826" fmla="*/ 276416 h 400050"/>
                <a:gd name="connsiteX827" fmla="*/ 43910 w 47625"/>
                <a:gd name="connsiteY827" fmla="*/ 276416 h 400050"/>
                <a:gd name="connsiteX828" fmla="*/ 43434 w 47625"/>
                <a:gd name="connsiteY828" fmla="*/ 276606 h 400050"/>
                <a:gd name="connsiteX829" fmla="*/ 43434 w 47625"/>
                <a:gd name="connsiteY829" fmla="*/ 352616 h 400050"/>
                <a:gd name="connsiteX830" fmla="*/ 43434 w 47625"/>
                <a:gd name="connsiteY830" fmla="*/ 352616 h 400050"/>
                <a:gd name="connsiteX831" fmla="*/ 43434 w 47625"/>
                <a:gd name="connsiteY831" fmla="*/ 352616 h 400050"/>
                <a:gd name="connsiteX832" fmla="*/ 43434 w 47625"/>
                <a:gd name="connsiteY832" fmla="*/ 352711 h 400050"/>
                <a:gd name="connsiteX833" fmla="*/ 43529 w 47625"/>
                <a:gd name="connsiteY833" fmla="*/ 352901 h 400050"/>
                <a:gd name="connsiteX834" fmla="*/ 43529 w 47625"/>
                <a:gd name="connsiteY834" fmla="*/ 352901 h 400050"/>
                <a:gd name="connsiteX835" fmla="*/ 43815 w 47625"/>
                <a:gd name="connsiteY835" fmla="*/ 352520 h 400050"/>
                <a:gd name="connsiteX836" fmla="*/ 43815 w 47625"/>
                <a:gd name="connsiteY836" fmla="*/ 352520 h 400050"/>
                <a:gd name="connsiteX837" fmla="*/ 43624 w 47625"/>
                <a:gd name="connsiteY837" fmla="*/ 352520 h 400050"/>
                <a:gd name="connsiteX838" fmla="*/ 43434 w 47625"/>
                <a:gd name="connsiteY838" fmla="*/ 352616 h 400050"/>
                <a:gd name="connsiteX839" fmla="*/ 41434 w 47625"/>
                <a:gd name="connsiteY839" fmla="*/ 166688 h 400050"/>
                <a:gd name="connsiteX840" fmla="*/ 41338 w 47625"/>
                <a:gd name="connsiteY840" fmla="*/ 166878 h 400050"/>
                <a:gd name="connsiteX841" fmla="*/ 41434 w 47625"/>
                <a:gd name="connsiteY841" fmla="*/ 166688 h 400050"/>
                <a:gd name="connsiteX842" fmla="*/ 41815 w 47625"/>
                <a:gd name="connsiteY842" fmla="*/ 166402 h 400050"/>
                <a:gd name="connsiteX843" fmla="*/ 41815 w 47625"/>
                <a:gd name="connsiteY843" fmla="*/ 166402 h 400050"/>
                <a:gd name="connsiteX844" fmla="*/ 41529 w 47625"/>
                <a:gd name="connsiteY844" fmla="*/ 166592 h 400050"/>
                <a:gd name="connsiteX845" fmla="*/ 41434 w 47625"/>
                <a:gd name="connsiteY845" fmla="*/ 166688 h 400050"/>
                <a:gd name="connsiteX846" fmla="*/ 41434 w 47625"/>
                <a:gd name="connsiteY846" fmla="*/ 94679 h 400050"/>
                <a:gd name="connsiteX847" fmla="*/ 41434 w 47625"/>
                <a:gd name="connsiteY847" fmla="*/ 94679 h 400050"/>
                <a:gd name="connsiteX848" fmla="*/ 41243 w 47625"/>
                <a:gd name="connsiteY848" fmla="*/ 94679 h 400050"/>
                <a:gd name="connsiteX849" fmla="*/ 41243 w 47625"/>
                <a:gd name="connsiteY849" fmla="*/ 94679 h 400050"/>
                <a:gd name="connsiteX850" fmla="*/ 41053 w 47625"/>
                <a:gd name="connsiteY850" fmla="*/ 94774 h 400050"/>
                <a:gd name="connsiteX851" fmla="*/ 41053 w 47625"/>
                <a:gd name="connsiteY851" fmla="*/ 94774 h 400050"/>
                <a:gd name="connsiteX852" fmla="*/ 41434 w 47625"/>
                <a:gd name="connsiteY852" fmla="*/ 94679 h 400050"/>
                <a:gd name="connsiteX853" fmla="*/ 41434 w 47625"/>
                <a:gd name="connsiteY853" fmla="*/ 94679 h 400050"/>
                <a:gd name="connsiteX854" fmla="*/ 42577 w 47625"/>
                <a:gd name="connsiteY854" fmla="*/ 346329 h 400050"/>
                <a:gd name="connsiteX855" fmla="*/ 42481 w 47625"/>
                <a:gd name="connsiteY855" fmla="*/ 346520 h 400050"/>
                <a:gd name="connsiteX856" fmla="*/ 42386 w 47625"/>
                <a:gd name="connsiteY856" fmla="*/ 346615 h 400050"/>
                <a:gd name="connsiteX857" fmla="*/ 42386 w 47625"/>
                <a:gd name="connsiteY857" fmla="*/ 346710 h 400050"/>
                <a:gd name="connsiteX858" fmla="*/ 42577 w 47625"/>
                <a:gd name="connsiteY858" fmla="*/ 346805 h 400050"/>
                <a:gd name="connsiteX859" fmla="*/ 42577 w 47625"/>
                <a:gd name="connsiteY859" fmla="*/ 346329 h 400050"/>
                <a:gd name="connsiteX860" fmla="*/ 42577 w 47625"/>
                <a:gd name="connsiteY860" fmla="*/ 346329 h 400050"/>
                <a:gd name="connsiteX861" fmla="*/ 40100 w 47625"/>
                <a:gd name="connsiteY861" fmla="*/ 167545 h 400050"/>
                <a:gd name="connsiteX862" fmla="*/ 40100 w 47625"/>
                <a:gd name="connsiteY862" fmla="*/ 167545 h 400050"/>
                <a:gd name="connsiteX863" fmla="*/ 39814 w 47625"/>
                <a:gd name="connsiteY863" fmla="*/ 167735 h 400050"/>
                <a:gd name="connsiteX864" fmla="*/ 39814 w 47625"/>
                <a:gd name="connsiteY864" fmla="*/ 167735 h 400050"/>
                <a:gd name="connsiteX865" fmla="*/ 40100 w 47625"/>
                <a:gd name="connsiteY865" fmla="*/ 167545 h 400050"/>
                <a:gd name="connsiteX866" fmla="*/ 40100 w 47625"/>
                <a:gd name="connsiteY866" fmla="*/ 167545 h 400050"/>
                <a:gd name="connsiteX867" fmla="*/ 36385 w 47625"/>
                <a:gd name="connsiteY867" fmla="*/ 357854 h 400050"/>
                <a:gd name="connsiteX868" fmla="*/ 36290 w 47625"/>
                <a:gd name="connsiteY868" fmla="*/ 357950 h 400050"/>
                <a:gd name="connsiteX869" fmla="*/ 36195 w 47625"/>
                <a:gd name="connsiteY869" fmla="*/ 358235 h 400050"/>
                <a:gd name="connsiteX870" fmla="*/ 36671 w 47625"/>
                <a:gd name="connsiteY870" fmla="*/ 357950 h 400050"/>
                <a:gd name="connsiteX871" fmla="*/ 36671 w 47625"/>
                <a:gd name="connsiteY871" fmla="*/ 357950 h 400050"/>
                <a:gd name="connsiteX872" fmla="*/ 36481 w 47625"/>
                <a:gd name="connsiteY872" fmla="*/ 357950 h 400050"/>
                <a:gd name="connsiteX873" fmla="*/ 36385 w 47625"/>
                <a:gd name="connsiteY873" fmla="*/ 357854 h 400050"/>
                <a:gd name="connsiteX874" fmla="*/ 36290 w 47625"/>
                <a:gd name="connsiteY874" fmla="*/ 333280 h 400050"/>
                <a:gd name="connsiteX875" fmla="*/ 36290 w 47625"/>
                <a:gd name="connsiteY875" fmla="*/ 333280 h 400050"/>
                <a:gd name="connsiteX876" fmla="*/ 36290 w 47625"/>
                <a:gd name="connsiteY876" fmla="*/ 333280 h 400050"/>
                <a:gd name="connsiteX877" fmla="*/ 36385 w 47625"/>
                <a:gd name="connsiteY877" fmla="*/ 333089 h 400050"/>
                <a:gd name="connsiteX878" fmla="*/ 36385 w 47625"/>
                <a:gd name="connsiteY878" fmla="*/ 332994 h 400050"/>
                <a:gd name="connsiteX879" fmla="*/ 36290 w 47625"/>
                <a:gd name="connsiteY879" fmla="*/ 332994 h 400050"/>
                <a:gd name="connsiteX880" fmla="*/ 36290 w 47625"/>
                <a:gd name="connsiteY880" fmla="*/ 332994 h 400050"/>
                <a:gd name="connsiteX881" fmla="*/ 36290 w 47625"/>
                <a:gd name="connsiteY881" fmla="*/ 332994 h 400050"/>
                <a:gd name="connsiteX882" fmla="*/ 36290 w 47625"/>
                <a:gd name="connsiteY882" fmla="*/ 332994 h 400050"/>
                <a:gd name="connsiteX883" fmla="*/ 36195 w 47625"/>
                <a:gd name="connsiteY883" fmla="*/ 333089 h 400050"/>
                <a:gd name="connsiteX884" fmla="*/ 36290 w 47625"/>
                <a:gd name="connsiteY884" fmla="*/ 333280 h 400050"/>
                <a:gd name="connsiteX885" fmla="*/ 36290 w 47625"/>
                <a:gd name="connsiteY885" fmla="*/ 333280 h 400050"/>
                <a:gd name="connsiteX886" fmla="*/ 36481 w 47625"/>
                <a:gd name="connsiteY886" fmla="*/ 279273 h 400050"/>
                <a:gd name="connsiteX887" fmla="*/ 35909 w 47625"/>
                <a:gd name="connsiteY887" fmla="*/ 279178 h 400050"/>
                <a:gd name="connsiteX888" fmla="*/ 35909 w 47625"/>
                <a:gd name="connsiteY888" fmla="*/ 279178 h 400050"/>
                <a:gd name="connsiteX889" fmla="*/ 36004 w 47625"/>
                <a:gd name="connsiteY889" fmla="*/ 279368 h 400050"/>
                <a:gd name="connsiteX890" fmla="*/ 36100 w 47625"/>
                <a:gd name="connsiteY890" fmla="*/ 279559 h 400050"/>
                <a:gd name="connsiteX891" fmla="*/ 36100 w 47625"/>
                <a:gd name="connsiteY891" fmla="*/ 279559 h 400050"/>
                <a:gd name="connsiteX892" fmla="*/ 36195 w 47625"/>
                <a:gd name="connsiteY892" fmla="*/ 279559 h 400050"/>
                <a:gd name="connsiteX893" fmla="*/ 36481 w 47625"/>
                <a:gd name="connsiteY893" fmla="*/ 279273 h 400050"/>
                <a:gd name="connsiteX894" fmla="*/ 36004 w 47625"/>
                <a:gd name="connsiteY894" fmla="*/ 246602 h 400050"/>
                <a:gd name="connsiteX895" fmla="*/ 36004 w 47625"/>
                <a:gd name="connsiteY895" fmla="*/ 246507 h 400050"/>
                <a:gd name="connsiteX896" fmla="*/ 35814 w 47625"/>
                <a:gd name="connsiteY896" fmla="*/ 245936 h 400050"/>
                <a:gd name="connsiteX897" fmla="*/ 35433 w 47625"/>
                <a:gd name="connsiteY897" fmla="*/ 245269 h 400050"/>
                <a:gd name="connsiteX898" fmla="*/ 35433 w 47625"/>
                <a:gd name="connsiteY898" fmla="*/ 245650 h 400050"/>
                <a:gd name="connsiteX899" fmla="*/ 35909 w 47625"/>
                <a:gd name="connsiteY899" fmla="*/ 247936 h 400050"/>
                <a:gd name="connsiteX900" fmla="*/ 35909 w 47625"/>
                <a:gd name="connsiteY900" fmla="*/ 247936 h 400050"/>
                <a:gd name="connsiteX901" fmla="*/ 36100 w 47625"/>
                <a:gd name="connsiteY901" fmla="*/ 247269 h 400050"/>
                <a:gd name="connsiteX902" fmla="*/ 36004 w 47625"/>
                <a:gd name="connsiteY902" fmla="*/ 246602 h 400050"/>
                <a:gd name="connsiteX903" fmla="*/ 35147 w 47625"/>
                <a:gd name="connsiteY903" fmla="*/ 328613 h 400050"/>
                <a:gd name="connsiteX904" fmla="*/ 35147 w 47625"/>
                <a:gd name="connsiteY904" fmla="*/ 328613 h 400050"/>
                <a:gd name="connsiteX905" fmla="*/ 35147 w 47625"/>
                <a:gd name="connsiteY905" fmla="*/ 328898 h 400050"/>
                <a:gd name="connsiteX906" fmla="*/ 35147 w 47625"/>
                <a:gd name="connsiteY906" fmla="*/ 328898 h 400050"/>
                <a:gd name="connsiteX907" fmla="*/ 35147 w 47625"/>
                <a:gd name="connsiteY907" fmla="*/ 328898 h 400050"/>
                <a:gd name="connsiteX908" fmla="*/ 35147 w 47625"/>
                <a:gd name="connsiteY908" fmla="*/ 328898 h 400050"/>
                <a:gd name="connsiteX909" fmla="*/ 35147 w 47625"/>
                <a:gd name="connsiteY909" fmla="*/ 328898 h 400050"/>
                <a:gd name="connsiteX910" fmla="*/ 35147 w 47625"/>
                <a:gd name="connsiteY910" fmla="*/ 328898 h 400050"/>
                <a:gd name="connsiteX911" fmla="*/ 35147 w 47625"/>
                <a:gd name="connsiteY911" fmla="*/ 328803 h 400050"/>
                <a:gd name="connsiteX912" fmla="*/ 35147 w 47625"/>
                <a:gd name="connsiteY912" fmla="*/ 328803 h 400050"/>
                <a:gd name="connsiteX913" fmla="*/ 35147 w 47625"/>
                <a:gd name="connsiteY913" fmla="*/ 328708 h 400050"/>
                <a:gd name="connsiteX914" fmla="*/ 35147 w 47625"/>
                <a:gd name="connsiteY914" fmla="*/ 328708 h 400050"/>
                <a:gd name="connsiteX915" fmla="*/ 35052 w 47625"/>
                <a:gd name="connsiteY915" fmla="*/ 328803 h 400050"/>
                <a:gd name="connsiteX916" fmla="*/ 35147 w 47625"/>
                <a:gd name="connsiteY916" fmla="*/ 328613 h 400050"/>
                <a:gd name="connsiteX917" fmla="*/ 36957 w 47625"/>
                <a:gd name="connsiteY917" fmla="*/ 339376 h 400050"/>
                <a:gd name="connsiteX918" fmla="*/ 36957 w 47625"/>
                <a:gd name="connsiteY918" fmla="*/ 339376 h 400050"/>
                <a:gd name="connsiteX919" fmla="*/ 36957 w 47625"/>
                <a:gd name="connsiteY919" fmla="*/ 339662 h 400050"/>
                <a:gd name="connsiteX920" fmla="*/ 37052 w 47625"/>
                <a:gd name="connsiteY920" fmla="*/ 339662 h 400050"/>
                <a:gd name="connsiteX921" fmla="*/ 37052 w 47625"/>
                <a:gd name="connsiteY921" fmla="*/ 339662 h 400050"/>
                <a:gd name="connsiteX922" fmla="*/ 37052 w 47625"/>
                <a:gd name="connsiteY922" fmla="*/ 339566 h 400050"/>
                <a:gd name="connsiteX923" fmla="*/ 37052 w 47625"/>
                <a:gd name="connsiteY923" fmla="*/ 339471 h 400050"/>
                <a:gd name="connsiteX924" fmla="*/ 37052 w 47625"/>
                <a:gd name="connsiteY924" fmla="*/ 339376 h 400050"/>
                <a:gd name="connsiteX925" fmla="*/ 36957 w 47625"/>
                <a:gd name="connsiteY925" fmla="*/ 339376 h 400050"/>
                <a:gd name="connsiteX926" fmla="*/ 36957 w 47625"/>
                <a:gd name="connsiteY926" fmla="*/ 339376 h 400050"/>
                <a:gd name="connsiteX927" fmla="*/ 37814 w 47625"/>
                <a:gd name="connsiteY927" fmla="*/ 278321 h 400050"/>
                <a:gd name="connsiteX928" fmla="*/ 37814 w 47625"/>
                <a:gd name="connsiteY928" fmla="*/ 278321 h 400050"/>
                <a:gd name="connsiteX929" fmla="*/ 37719 w 47625"/>
                <a:gd name="connsiteY929" fmla="*/ 278416 h 400050"/>
                <a:gd name="connsiteX930" fmla="*/ 37624 w 47625"/>
                <a:gd name="connsiteY930" fmla="*/ 278511 h 400050"/>
                <a:gd name="connsiteX931" fmla="*/ 37528 w 47625"/>
                <a:gd name="connsiteY931" fmla="*/ 278606 h 400050"/>
                <a:gd name="connsiteX932" fmla="*/ 37528 w 47625"/>
                <a:gd name="connsiteY932" fmla="*/ 278606 h 400050"/>
                <a:gd name="connsiteX933" fmla="*/ 37528 w 47625"/>
                <a:gd name="connsiteY933" fmla="*/ 278606 h 400050"/>
                <a:gd name="connsiteX934" fmla="*/ 37528 w 47625"/>
                <a:gd name="connsiteY934" fmla="*/ 278797 h 400050"/>
                <a:gd name="connsiteX935" fmla="*/ 37814 w 47625"/>
                <a:gd name="connsiteY935" fmla="*/ 278797 h 400050"/>
                <a:gd name="connsiteX936" fmla="*/ 37909 w 47625"/>
                <a:gd name="connsiteY936" fmla="*/ 278797 h 400050"/>
                <a:gd name="connsiteX937" fmla="*/ 38005 w 47625"/>
                <a:gd name="connsiteY937" fmla="*/ 278702 h 400050"/>
                <a:gd name="connsiteX938" fmla="*/ 37909 w 47625"/>
                <a:gd name="connsiteY938" fmla="*/ 278511 h 400050"/>
                <a:gd name="connsiteX939" fmla="*/ 37814 w 47625"/>
                <a:gd name="connsiteY939" fmla="*/ 278321 h 400050"/>
                <a:gd name="connsiteX940" fmla="*/ 36671 w 47625"/>
                <a:gd name="connsiteY940" fmla="*/ 73247 h 400050"/>
                <a:gd name="connsiteX941" fmla="*/ 36671 w 47625"/>
                <a:gd name="connsiteY941" fmla="*/ 73247 h 400050"/>
                <a:gd name="connsiteX942" fmla="*/ 36671 w 47625"/>
                <a:gd name="connsiteY942" fmla="*/ 73247 h 400050"/>
                <a:gd name="connsiteX943" fmla="*/ 37338 w 47625"/>
                <a:gd name="connsiteY943" fmla="*/ 72104 h 400050"/>
                <a:gd name="connsiteX944" fmla="*/ 37338 w 47625"/>
                <a:gd name="connsiteY944" fmla="*/ 72104 h 400050"/>
                <a:gd name="connsiteX945" fmla="*/ 36766 w 47625"/>
                <a:gd name="connsiteY945" fmla="*/ 72962 h 400050"/>
                <a:gd name="connsiteX946" fmla="*/ 36671 w 47625"/>
                <a:gd name="connsiteY946" fmla="*/ 73247 h 400050"/>
                <a:gd name="connsiteX947" fmla="*/ 36671 w 47625"/>
                <a:gd name="connsiteY947" fmla="*/ 73247 h 400050"/>
                <a:gd name="connsiteX948" fmla="*/ 36671 w 47625"/>
                <a:gd name="connsiteY948" fmla="*/ 73247 h 400050"/>
                <a:gd name="connsiteX949" fmla="*/ 37052 w 47625"/>
                <a:gd name="connsiteY949" fmla="*/ 266414 h 400050"/>
                <a:gd name="connsiteX950" fmla="*/ 37052 w 47625"/>
                <a:gd name="connsiteY950" fmla="*/ 266510 h 400050"/>
                <a:gd name="connsiteX951" fmla="*/ 37052 w 47625"/>
                <a:gd name="connsiteY951" fmla="*/ 266605 h 400050"/>
                <a:gd name="connsiteX952" fmla="*/ 37052 w 47625"/>
                <a:gd name="connsiteY952" fmla="*/ 266414 h 400050"/>
                <a:gd name="connsiteX953" fmla="*/ 37624 w 47625"/>
                <a:gd name="connsiteY953" fmla="*/ 227076 h 400050"/>
                <a:gd name="connsiteX954" fmla="*/ 37433 w 47625"/>
                <a:gd name="connsiteY954" fmla="*/ 227076 h 400050"/>
                <a:gd name="connsiteX955" fmla="*/ 37338 w 47625"/>
                <a:gd name="connsiteY955" fmla="*/ 227267 h 400050"/>
                <a:gd name="connsiteX956" fmla="*/ 37243 w 47625"/>
                <a:gd name="connsiteY956" fmla="*/ 227552 h 400050"/>
                <a:gd name="connsiteX957" fmla="*/ 37624 w 47625"/>
                <a:gd name="connsiteY957" fmla="*/ 227076 h 400050"/>
                <a:gd name="connsiteX958" fmla="*/ 37624 w 47625"/>
                <a:gd name="connsiteY958" fmla="*/ 227076 h 400050"/>
                <a:gd name="connsiteX959" fmla="*/ 47339 w 47625"/>
                <a:gd name="connsiteY959" fmla="*/ 217932 h 400050"/>
                <a:gd name="connsiteX960" fmla="*/ 47149 w 47625"/>
                <a:gd name="connsiteY960" fmla="*/ 218123 h 400050"/>
                <a:gd name="connsiteX961" fmla="*/ 47053 w 47625"/>
                <a:gd name="connsiteY961" fmla="*/ 218408 h 400050"/>
                <a:gd name="connsiteX962" fmla="*/ 47530 w 47625"/>
                <a:gd name="connsiteY962" fmla="*/ 217837 h 400050"/>
                <a:gd name="connsiteX963" fmla="*/ 47530 w 47625"/>
                <a:gd name="connsiteY963" fmla="*/ 217837 h 400050"/>
                <a:gd name="connsiteX964" fmla="*/ 47434 w 47625"/>
                <a:gd name="connsiteY964" fmla="*/ 217837 h 400050"/>
                <a:gd name="connsiteX965" fmla="*/ 47339 w 47625"/>
                <a:gd name="connsiteY965" fmla="*/ 217932 h 400050"/>
                <a:gd name="connsiteX966" fmla="*/ 47720 w 47625"/>
                <a:gd name="connsiteY966" fmla="*/ 145542 h 400050"/>
                <a:gd name="connsiteX967" fmla="*/ 47911 w 47625"/>
                <a:gd name="connsiteY967" fmla="*/ 145542 h 400050"/>
                <a:gd name="connsiteX968" fmla="*/ 48101 w 47625"/>
                <a:gd name="connsiteY968" fmla="*/ 145447 h 400050"/>
                <a:gd name="connsiteX969" fmla="*/ 48101 w 47625"/>
                <a:gd name="connsiteY969" fmla="*/ 145447 h 400050"/>
                <a:gd name="connsiteX970" fmla="*/ 47720 w 47625"/>
                <a:gd name="connsiteY970" fmla="*/ 145542 h 400050"/>
                <a:gd name="connsiteX971" fmla="*/ 47720 w 47625"/>
                <a:gd name="connsiteY971" fmla="*/ 145542 h 400050"/>
                <a:gd name="connsiteX972" fmla="*/ 50006 w 47625"/>
                <a:gd name="connsiteY972" fmla="*/ 144018 h 400050"/>
                <a:gd name="connsiteX973" fmla="*/ 50006 w 47625"/>
                <a:gd name="connsiteY973" fmla="*/ 144018 h 400050"/>
                <a:gd name="connsiteX974" fmla="*/ 50006 w 47625"/>
                <a:gd name="connsiteY974" fmla="*/ 144304 h 400050"/>
                <a:gd name="connsiteX975" fmla="*/ 50006 w 47625"/>
                <a:gd name="connsiteY975" fmla="*/ 144304 h 400050"/>
                <a:gd name="connsiteX976" fmla="*/ 50101 w 47625"/>
                <a:gd name="connsiteY976" fmla="*/ 144304 h 400050"/>
                <a:gd name="connsiteX977" fmla="*/ 50197 w 47625"/>
                <a:gd name="connsiteY977" fmla="*/ 144304 h 400050"/>
                <a:gd name="connsiteX978" fmla="*/ 50197 w 47625"/>
                <a:gd name="connsiteY978" fmla="*/ 144304 h 400050"/>
                <a:gd name="connsiteX979" fmla="*/ 50197 w 47625"/>
                <a:gd name="connsiteY979" fmla="*/ 144209 h 400050"/>
                <a:gd name="connsiteX980" fmla="*/ 50197 w 47625"/>
                <a:gd name="connsiteY980" fmla="*/ 144209 h 400050"/>
                <a:gd name="connsiteX981" fmla="*/ 50197 w 47625"/>
                <a:gd name="connsiteY981" fmla="*/ 144113 h 400050"/>
                <a:gd name="connsiteX982" fmla="*/ 50197 w 47625"/>
                <a:gd name="connsiteY982" fmla="*/ 144018 h 400050"/>
                <a:gd name="connsiteX983" fmla="*/ 50197 w 47625"/>
                <a:gd name="connsiteY983" fmla="*/ 144018 h 400050"/>
                <a:gd name="connsiteX984" fmla="*/ 50101 w 47625"/>
                <a:gd name="connsiteY984" fmla="*/ 144113 h 400050"/>
                <a:gd name="connsiteX985" fmla="*/ 50006 w 47625"/>
                <a:gd name="connsiteY985" fmla="*/ 144113 h 400050"/>
                <a:gd name="connsiteX986" fmla="*/ 48958 w 47625"/>
                <a:gd name="connsiteY986" fmla="*/ 144685 h 400050"/>
                <a:gd name="connsiteX987" fmla="*/ 48958 w 47625"/>
                <a:gd name="connsiteY987" fmla="*/ 144685 h 400050"/>
                <a:gd name="connsiteX988" fmla="*/ 48958 w 47625"/>
                <a:gd name="connsiteY988" fmla="*/ 144685 h 400050"/>
                <a:gd name="connsiteX989" fmla="*/ 48958 w 47625"/>
                <a:gd name="connsiteY989" fmla="*/ 144494 h 400050"/>
                <a:gd name="connsiteX990" fmla="*/ 48958 w 47625"/>
                <a:gd name="connsiteY990" fmla="*/ 144399 h 400050"/>
                <a:gd name="connsiteX991" fmla="*/ 48958 w 47625"/>
                <a:gd name="connsiteY991" fmla="*/ 144399 h 400050"/>
                <a:gd name="connsiteX992" fmla="*/ 48863 w 47625"/>
                <a:gd name="connsiteY992" fmla="*/ 144494 h 400050"/>
                <a:gd name="connsiteX993" fmla="*/ 48768 w 47625"/>
                <a:gd name="connsiteY993" fmla="*/ 144590 h 400050"/>
                <a:gd name="connsiteX994" fmla="*/ 48768 w 47625"/>
                <a:gd name="connsiteY994" fmla="*/ 144685 h 400050"/>
                <a:gd name="connsiteX995" fmla="*/ 48768 w 47625"/>
                <a:gd name="connsiteY995" fmla="*/ 144685 h 400050"/>
                <a:gd name="connsiteX996" fmla="*/ 48863 w 47625"/>
                <a:gd name="connsiteY996" fmla="*/ 144780 h 400050"/>
                <a:gd name="connsiteX997" fmla="*/ 48958 w 47625"/>
                <a:gd name="connsiteY997" fmla="*/ 144685 h 400050"/>
                <a:gd name="connsiteX998" fmla="*/ 48958 w 47625"/>
                <a:gd name="connsiteY998" fmla="*/ 210407 h 400050"/>
                <a:gd name="connsiteX999" fmla="*/ 48958 w 47625"/>
                <a:gd name="connsiteY999" fmla="*/ 210217 h 400050"/>
                <a:gd name="connsiteX1000" fmla="*/ 48673 w 47625"/>
                <a:gd name="connsiteY1000" fmla="*/ 210598 h 400050"/>
                <a:gd name="connsiteX1001" fmla="*/ 48958 w 47625"/>
                <a:gd name="connsiteY1001" fmla="*/ 210407 h 400050"/>
                <a:gd name="connsiteX1002" fmla="*/ 50387 w 47625"/>
                <a:gd name="connsiteY1002" fmla="*/ 92869 h 400050"/>
                <a:gd name="connsiteX1003" fmla="*/ 50387 w 47625"/>
                <a:gd name="connsiteY1003" fmla="*/ 92869 h 400050"/>
                <a:gd name="connsiteX1004" fmla="*/ 50768 w 47625"/>
                <a:gd name="connsiteY1004" fmla="*/ 92774 h 400050"/>
                <a:gd name="connsiteX1005" fmla="*/ 50768 w 47625"/>
                <a:gd name="connsiteY1005" fmla="*/ 92774 h 400050"/>
                <a:gd name="connsiteX1006" fmla="*/ 50578 w 47625"/>
                <a:gd name="connsiteY1006" fmla="*/ 92774 h 400050"/>
                <a:gd name="connsiteX1007" fmla="*/ 50387 w 47625"/>
                <a:gd name="connsiteY1007" fmla="*/ 92869 h 400050"/>
                <a:gd name="connsiteX1008" fmla="*/ 49720 w 47625"/>
                <a:gd name="connsiteY1008" fmla="*/ 93440 h 400050"/>
                <a:gd name="connsiteX1009" fmla="*/ 49816 w 47625"/>
                <a:gd name="connsiteY1009" fmla="*/ 93345 h 400050"/>
                <a:gd name="connsiteX1010" fmla="*/ 49816 w 47625"/>
                <a:gd name="connsiteY1010" fmla="*/ 93345 h 400050"/>
                <a:gd name="connsiteX1011" fmla="*/ 49530 w 47625"/>
                <a:gd name="connsiteY1011" fmla="*/ 93440 h 400050"/>
                <a:gd name="connsiteX1012" fmla="*/ 49720 w 47625"/>
                <a:gd name="connsiteY1012" fmla="*/ 93440 h 400050"/>
                <a:gd name="connsiteX1013" fmla="*/ 56388 w 47625"/>
                <a:gd name="connsiteY1013" fmla="*/ 192405 h 400050"/>
                <a:gd name="connsiteX1014" fmla="*/ 56102 w 47625"/>
                <a:gd name="connsiteY1014" fmla="*/ 192119 h 400050"/>
                <a:gd name="connsiteX1015" fmla="*/ 56102 w 47625"/>
                <a:gd name="connsiteY1015" fmla="*/ 192119 h 400050"/>
                <a:gd name="connsiteX1016" fmla="*/ 56102 w 47625"/>
                <a:gd name="connsiteY1016" fmla="*/ 192215 h 400050"/>
                <a:gd name="connsiteX1017" fmla="*/ 56102 w 47625"/>
                <a:gd name="connsiteY1017" fmla="*/ 192215 h 400050"/>
                <a:gd name="connsiteX1018" fmla="*/ 56293 w 47625"/>
                <a:gd name="connsiteY1018" fmla="*/ 192310 h 400050"/>
                <a:gd name="connsiteX1019" fmla="*/ 56388 w 47625"/>
                <a:gd name="connsiteY1019" fmla="*/ 192405 h 400050"/>
                <a:gd name="connsiteX1020" fmla="*/ 56388 w 47625"/>
                <a:gd name="connsiteY1020" fmla="*/ 192405 h 400050"/>
                <a:gd name="connsiteX1021" fmla="*/ 53530 w 47625"/>
                <a:gd name="connsiteY1021" fmla="*/ 139827 h 400050"/>
                <a:gd name="connsiteX1022" fmla="*/ 53721 w 47625"/>
                <a:gd name="connsiteY1022" fmla="*/ 139637 h 400050"/>
                <a:gd name="connsiteX1023" fmla="*/ 53721 w 47625"/>
                <a:gd name="connsiteY1023" fmla="*/ 139637 h 400050"/>
                <a:gd name="connsiteX1024" fmla="*/ 53530 w 47625"/>
                <a:gd name="connsiteY1024" fmla="*/ 139732 h 400050"/>
                <a:gd name="connsiteX1025" fmla="*/ 53530 w 47625"/>
                <a:gd name="connsiteY1025" fmla="*/ 139827 h 400050"/>
                <a:gd name="connsiteX1026" fmla="*/ 53435 w 47625"/>
                <a:gd name="connsiteY1026" fmla="*/ 140684 h 400050"/>
                <a:gd name="connsiteX1027" fmla="*/ 53626 w 47625"/>
                <a:gd name="connsiteY1027" fmla="*/ 140684 h 400050"/>
                <a:gd name="connsiteX1028" fmla="*/ 53721 w 47625"/>
                <a:gd name="connsiteY1028" fmla="*/ 140589 h 400050"/>
                <a:gd name="connsiteX1029" fmla="*/ 53435 w 47625"/>
                <a:gd name="connsiteY1029" fmla="*/ 140684 h 400050"/>
                <a:gd name="connsiteX1030" fmla="*/ 53435 w 47625"/>
                <a:gd name="connsiteY1030" fmla="*/ 140684 h 400050"/>
                <a:gd name="connsiteX1031" fmla="*/ 51911 w 47625"/>
                <a:gd name="connsiteY1031" fmla="*/ 142685 h 400050"/>
                <a:gd name="connsiteX1032" fmla="*/ 51911 w 47625"/>
                <a:gd name="connsiteY1032" fmla="*/ 142685 h 400050"/>
                <a:gd name="connsiteX1033" fmla="*/ 51816 w 47625"/>
                <a:gd name="connsiteY1033" fmla="*/ 142780 h 400050"/>
                <a:gd name="connsiteX1034" fmla="*/ 51721 w 47625"/>
                <a:gd name="connsiteY1034" fmla="*/ 142875 h 400050"/>
                <a:gd name="connsiteX1035" fmla="*/ 51721 w 47625"/>
                <a:gd name="connsiteY1035" fmla="*/ 142970 h 400050"/>
                <a:gd name="connsiteX1036" fmla="*/ 51816 w 47625"/>
                <a:gd name="connsiteY1036" fmla="*/ 143066 h 400050"/>
                <a:gd name="connsiteX1037" fmla="*/ 51911 w 47625"/>
                <a:gd name="connsiteY1037" fmla="*/ 143066 h 400050"/>
                <a:gd name="connsiteX1038" fmla="*/ 51911 w 47625"/>
                <a:gd name="connsiteY1038" fmla="*/ 142970 h 400050"/>
                <a:gd name="connsiteX1039" fmla="*/ 51911 w 47625"/>
                <a:gd name="connsiteY1039" fmla="*/ 142875 h 400050"/>
                <a:gd name="connsiteX1040" fmla="*/ 51911 w 47625"/>
                <a:gd name="connsiteY1040" fmla="*/ 142685 h 400050"/>
                <a:gd name="connsiteX1041" fmla="*/ 35242 w 47625"/>
                <a:gd name="connsiteY1041" fmla="*/ 227838 h 400050"/>
                <a:gd name="connsiteX1042" fmla="*/ 35338 w 47625"/>
                <a:gd name="connsiteY1042" fmla="*/ 227743 h 400050"/>
                <a:gd name="connsiteX1043" fmla="*/ 35338 w 47625"/>
                <a:gd name="connsiteY1043" fmla="*/ 227648 h 400050"/>
                <a:gd name="connsiteX1044" fmla="*/ 35338 w 47625"/>
                <a:gd name="connsiteY1044" fmla="*/ 227552 h 400050"/>
                <a:gd name="connsiteX1045" fmla="*/ 35338 w 47625"/>
                <a:gd name="connsiteY1045" fmla="*/ 227457 h 400050"/>
                <a:gd name="connsiteX1046" fmla="*/ 35242 w 47625"/>
                <a:gd name="connsiteY1046" fmla="*/ 227457 h 400050"/>
                <a:gd name="connsiteX1047" fmla="*/ 35147 w 47625"/>
                <a:gd name="connsiteY1047" fmla="*/ 227457 h 400050"/>
                <a:gd name="connsiteX1048" fmla="*/ 35147 w 47625"/>
                <a:gd name="connsiteY1048" fmla="*/ 227552 h 400050"/>
                <a:gd name="connsiteX1049" fmla="*/ 35242 w 47625"/>
                <a:gd name="connsiteY1049" fmla="*/ 227838 h 400050"/>
                <a:gd name="connsiteX1050" fmla="*/ 35242 w 47625"/>
                <a:gd name="connsiteY1050" fmla="*/ 227838 h 400050"/>
                <a:gd name="connsiteX1051" fmla="*/ 44863 w 47625"/>
                <a:gd name="connsiteY1051" fmla="*/ 87249 h 400050"/>
                <a:gd name="connsiteX1052" fmla="*/ 44958 w 47625"/>
                <a:gd name="connsiteY1052" fmla="*/ 87154 h 400050"/>
                <a:gd name="connsiteX1053" fmla="*/ 44672 w 47625"/>
                <a:gd name="connsiteY1053" fmla="*/ 87249 h 400050"/>
                <a:gd name="connsiteX1054" fmla="*/ 44863 w 47625"/>
                <a:gd name="connsiteY1054" fmla="*/ 87249 h 400050"/>
                <a:gd name="connsiteX1055" fmla="*/ 43339 w 47625"/>
                <a:gd name="connsiteY1055" fmla="*/ 189738 h 400050"/>
                <a:gd name="connsiteX1056" fmla="*/ 43339 w 47625"/>
                <a:gd name="connsiteY1056" fmla="*/ 189738 h 400050"/>
                <a:gd name="connsiteX1057" fmla="*/ 43434 w 47625"/>
                <a:gd name="connsiteY1057" fmla="*/ 189833 h 400050"/>
                <a:gd name="connsiteX1058" fmla="*/ 43434 w 47625"/>
                <a:gd name="connsiteY1058" fmla="*/ 189833 h 400050"/>
                <a:gd name="connsiteX1059" fmla="*/ 43339 w 47625"/>
                <a:gd name="connsiteY1059" fmla="*/ 189548 h 400050"/>
                <a:gd name="connsiteX1060" fmla="*/ 43339 w 47625"/>
                <a:gd name="connsiteY1060" fmla="*/ 189738 h 400050"/>
                <a:gd name="connsiteX1061" fmla="*/ 44767 w 47625"/>
                <a:gd name="connsiteY1061" fmla="*/ 275177 h 400050"/>
                <a:gd name="connsiteX1062" fmla="*/ 44767 w 47625"/>
                <a:gd name="connsiteY1062" fmla="*/ 275177 h 400050"/>
                <a:gd name="connsiteX1063" fmla="*/ 44672 w 47625"/>
                <a:gd name="connsiteY1063" fmla="*/ 275368 h 400050"/>
                <a:gd name="connsiteX1064" fmla="*/ 44672 w 47625"/>
                <a:gd name="connsiteY1064" fmla="*/ 275368 h 400050"/>
                <a:gd name="connsiteX1065" fmla="*/ 44767 w 47625"/>
                <a:gd name="connsiteY1065" fmla="*/ 275558 h 400050"/>
                <a:gd name="connsiteX1066" fmla="*/ 44767 w 47625"/>
                <a:gd name="connsiteY1066" fmla="*/ 275463 h 400050"/>
                <a:gd name="connsiteX1067" fmla="*/ 44958 w 47625"/>
                <a:gd name="connsiteY1067" fmla="*/ 275082 h 400050"/>
                <a:gd name="connsiteX1068" fmla="*/ 44958 w 47625"/>
                <a:gd name="connsiteY1068" fmla="*/ 275082 h 400050"/>
                <a:gd name="connsiteX1069" fmla="*/ 44767 w 47625"/>
                <a:gd name="connsiteY1069" fmla="*/ 275177 h 400050"/>
                <a:gd name="connsiteX1070" fmla="*/ 44767 w 47625"/>
                <a:gd name="connsiteY1070" fmla="*/ 275177 h 400050"/>
                <a:gd name="connsiteX1071" fmla="*/ 43434 w 47625"/>
                <a:gd name="connsiteY1071" fmla="*/ 150495 h 400050"/>
                <a:gd name="connsiteX1072" fmla="*/ 43053 w 47625"/>
                <a:gd name="connsiteY1072" fmla="*/ 151733 h 400050"/>
                <a:gd name="connsiteX1073" fmla="*/ 42481 w 47625"/>
                <a:gd name="connsiteY1073" fmla="*/ 153067 h 400050"/>
                <a:gd name="connsiteX1074" fmla="*/ 41624 w 47625"/>
                <a:gd name="connsiteY1074" fmla="*/ 154115 h 400050"/>
                <a:gd name="connsiteX1075" fmla="*/ 41624 w 47625"/>
                <a:gd name="connsiteY1075" fmla="*/ 154877 h 400050"/>
                <a:gd name="connsiteX1076" fmla="*/ 42196 w 47625"/>
                <a:gd name="connsiteY1076" fmla="*/ 155353 h 400050"/>
                <a:gd name="connsiteX1077" fmla="*/ 43339 w 47625"/>
                <a:gd name="connsiteY1077" fmla="*/ 155258 h 400050"/>
                <a:gd name="connsiteX1078" fmla="*/ 44101 w 47625"/>
                <a:gd name="connsiteY1078" fmla="*/ 154305 h 400050"/>
                <a:gd name="connsiteX1079" fmla="*/ 44101 w 47625"/>
                <a:gd name="connsiteY1079" fmla="*/ 152876 h 400050"/>
                <a:gd name="connsiteX1080" fmla="*/ 44386 w 47625"/>
                <a:gd name="connsiteY1080" fmla="*/ 151733 h 400050"/>
                <a:gd name="connsiteX1081" fmla="*/ 44577 w 47625"/>
                <a:gd name="connsiteY1081" fmla="*/ 150876 h 400050"/>
                <a:gd name="connsiteX1082" fmla="*/ 44577 w 47625"/>
                <a:gd name="connsiteY1082" fmla="*/ 150876 h 400050"/>
                <a:gd name="connsiteX1083" fmla="*/ 44482 w 47625"/>
                <a:gd name="connsiteY1083" fmla="*/ 150304 h 400050"/>
                <a:gd name="connsiteX1084" fmla="*/ 43434 w 47625"/>
                <a:gd name="connsiteY1084" fmla="*/ 150495 h 400050"/>
                <a:gd name="connsiteX1085" fmla="*/ 44005 w 47625"/>
                <a:gd name="connsiteY1085" fmla="*/ 196977 h 400050"/>
                <a:gd name="connsiteX1086" fmla="*/ 44005 w 47625"/>
                <a:gd name="connsiteY1086" fmla="*/ 196977 h 400050"/>
                <a:gd name="connsiteX1087" fmla="*/ 44005 w 47625"/>
                <a:gd name="connsiteY1087" fmla="*/ 196977 h 400050"/>
                <a:gd name="connsiteX1088" fmla="*/ 43910 w 47625"/>
                <a:gd name="connsiteY1088" fmla="*/ 196882 h 400050"/>
                <a:gd name="connsiteX1089" fmla="*/ 43910 w 47625"/>
                <a:gd name="connsiteY1089" fmla="*/ 196882 h 400050"/>
                <a:gd name="connsiteX1090" fmla="*/ 44101 w 47625"/>
                <a:gd name="connsiteY1090" fmla="*/ 197168 h 400050"/>
                <a:gd name="connsiteX1091" fmla="*/ 44101 w 47625"/>
                <a:gd name="connsiteY1091" fmla="*/ 197168 h 400050"/>
                <a:gd name="connsiteX1092" fmla="*/ 44005 w 47625"/>
                <a:gd name="connsiteY1092" fmla="*/ 196977 h 400050"/>
                <a:gd name="connsiteX1093" fmla="*/ 45339 w 47625"/>
                <a:gd name="connsiteY1093" fmla="*/ 266795 h 400050"/>
                <a:gd name="connsiteX1094" fmla="*/ 45244 w 47625"/>
                <a:gd name="connsiteY1094" fmla="*/ 266891 h 400050"/>
                <a:gd name="connsiteX1095" fmla="*/ 45148 w 47625"/>
                <a:gd name="connsiteY1095" fmla="*/ 266986 h 400050"/>
                <a:gd name="connsiteX1096" fmla="*/ 45148 w 47625"/>
                <a:gd name="connsiteY1096" fmla="*/ 266986 h 400050"/>
                <a:gd name="connsiteX1097" fmla="*/ 45244 w 47625"/>
                <a:gd name="connsiteY1097" fmla="*/ 266986 h 400050"/>
                <a:gd name="connsiteX1098" fmla="*/ 45339 w 47625"/>
                <a:gd name="connsiteY1098" fmla="*/ 266795 h 400050"/>
                <a:gd name="connsiteX1099" fmla="*/ 46577 w 47625"/>
                <a:gd name="connsiteY1099" fmla="*/ 262414 h 400050"/>
                <a:gd name="connsiteX1100" fmla="*/ 46291 w 47625"/>
                <a:gd name="connsiteY1100" fmla="*/ 262795 h 400050"/>
                <a:gd name="connsiteX1101" fmla="*/ 46196 w 47625"/>
                <a:gd name="connsiteY1101" fmla="*/ 262985 h 400050"/>
                <a:gd name="connsiteX1102" fmla="*/ 46196 w 47625"/>
                <a:gd name="connsiteY1102" fmla="*/ 263176 h 400050"/>
                <a:gd name="connsiteX1103" fmla="*/ 46482 w 47625"/>
                <a:gd name="connsiteY1103" fmla="*/ 262985 h 400050"/>
                <a:gd name="connsiteX1104" fmla="*/ 47149 w 47625"/>
                <a:gd name="connsiteY1104" fmla="*/ 262604 h 400050"/>
                <a:gd name="connsiteX1105" fmla="*/ 47339 w 47625"/>
                <a:gd name="connsiteY1105" fmla="*/ 262509 h 400050"/>
                <a:gd name="connsiteX1106" fmla="*/ 47434 w 47625"/>
                <a:gd name="connsiteY1106" fmla="*/ 262414 h 400050"/>
                <a:gd name="connsiteX1107" fmla="*/ 47434 w 47625"/>
                <a:gd name="connsiteY1107" fmla="*/ 262414 h 400050"/>
                <a:gd name="connsiteX1108" fmla="*/ 46577 w 47625"/>
                <a:gd name="connsiteY1108" fmla="*/ 262414 h 400050"/>
                <a:gd name="connsiteX1109" fmla="*/ 46387 w 47625"/>
                <a:gd name="connsiteY1109" fmla="*/ 218218 h 400050"/>
                <a:gd name="connsiteX1110" fmla="*/ 46387 w 47625"/>
                <a:gd name="connsiteY1110" fmla="*/ 218218 h 400050"/>
                <a:gd name="connsiteX1111" fmla="*/ 46291 w 47625"/>
                <a:gd name="connsiteY1111" fmla="*/ 218408 h 400050"/>
                <a:gd name="connsiteX1112" fmla="*/ 46291 w 47625"/>
                <a:gd name="connsiteY1112" fmla="*/ 218504 h 400050"/>
                <a:gd name="connsiteX1113" fmla="*/ 46291 w 47625"/>
                <a:gd name="connsiteY1113" fmla="*/ 218599 h 400050"/>
                <a:gd name="connsiteX1114" fmla="*/ 46387 w 47625"/>
                <a:gd name="connsiteY1114" fmla="*/ 218218 h 400050"/>
                <a:gd name="connsiteX1115" fmla="*/ 45720 w 47625"/>
                <a:gd name="connsiteY1115" fmla="*/ 264128 h 400050"/>
                <a:gd name="connsiteX1116" fmla="*/ 45720 w 47625"/>
                <a:gd name="connsiteY1116" fmla="*/ 264224 h 400050"/>
                <a:gd name="connsiteX1117" fmla="*/ 45815 w 47625"/>
                <a:gd name="connsiteY1117" fmla="*/ 264414 h 400050"/>
                <a:gd name="connsiteX1118" fmla="*/ 45815 w 47625"/>
                <a:gd name="connsiteY1118" fmla="*/ 264414 h 400050"/>
                <a:gd name="connsiteX1119" fmla="*/ 46006 w 47625"/>
                <a:gd name="connsiteY1119" fmla="*/ 263938 h 400050"/>
                <a:gd name="connsiteX1120" fmla="*/ 45910 w 47625"/>
                <a:gd name="connsiteY1120" fmla="*/ 264033 h 400050"/>
                <a:gd name="connsiteX1121" fmla="*/ 45720 w 47625"/>
                <a:gd name="connsiteY1121" fmla="*/ 264128 h 400050"/>
                <a:gd name="connsiteX1122" fmla="*/ 45148 w 47625"/>
                <a:gd name="connsiteY1122" fmla="*/ 273844 h 400050"/>
                <a:gd name="connsiteX1123" fmla="*/ 45148 w 47625"/>
                <a:gd name="connsiteY1123" fmla="*/ 273844 h 400050"/>
                <a:gd name="connsiteX1124" fmla="*/ 45434 w 47625"/>
                <a:gd name="connsiteY1124" fmla="*/ 273368 h 400050"/>
                <a:gd name="connsiteX1125" fmla="*/ 45625 w 47625"/>
                <a:gd name="connsiteY1125" fmla="*/ 272891 h 400050"/>
                <a:gd name="connsiteX1126" fmla="*/ 45815 w 47625"/>
                <a:gd name="connsiteY1126" fmla="*/ 271748 h 400050"/>
                <a:gd name="connsiteX1127" fmla="*/ 45625 w 47625"/>
                <a:gd name="connsiteY1127" fmla="*/ 272129 h 400050"/>
                <a:gd name="connsiteX1128" fmla="*/ 45148 w 47625"/>
                <a:gd name="connsiteY1128" fmla="*/ 273844 h 400050"/>
                <a:gd name="connsiteX1129" fmla="*/ 18669 w 47625"/>
                <a:gd name="connsiteY1129" fmla="*/ 358712 h 400050"/>
                <a:gd name="connsiteX1130" fmla="*/ 18669 w 47625"/>
                <a:gd name="connsiteY1130" fmla="*/ 358902 h 400050"/>
                <a:gd name="connsiteX1131" fmla="*/ 18669 w 47625"/>
                <a:gd name="connsiteY1131" fmla="*/ 358902 h 400050"/>
                <a:gd name="connsiteX1132" fmla="*/ 18669 w 47625"/>
                <a:gd name="connsiteY1132" fmla="*/ 358997 h 400050"/>
                <a:gd name="connsiteX1133" fmla="*/ 18669 w 47625"/>
                <a:gd name="connsiteY1133" fmla="*/ 359093 h 400050"/>
                <a:gd name="connsiteX1134" fmla="*/ 18669 w 47625"/>
                <a:gd name="connsiteY1134" fmla="*/ 359188 h 400050"/>
                <a:gd name="connsiteX1135" fmla="*/ 18669 w 47625"/>
                <a:gd name="connsiteY1135" fmla="*/ 359283 h 400050"/>
                <a:gd name="connsiteX1136" fmla="*/ 18859 w 47625"/>
                <a:gd name="connsiteY1136" fmla="*/ 359378 h 400050"/>
                <a:gd name="connsiteX1137" fmla="*/ 18859 w 47625"/>
                <a:gd name="connsiteY1137" fmla="*/ 359378 h 400050"/>
                <a:gd name="connsiteX1138" fmla="*/ 18669 w 47625"/>
                <a:gd name="connsiteY1138" fmla="*/ 358712 h 400050"/>
                <a:gd name="connsiteX1139" fmla="*/ 18669 w 47625"/>
                <a:gd name="connsiteY1139" fmla="*/ 358712 h 400050"/>
                <a:gd name="connsiteX1140" fmla="*/ 23431 w 47625"/>
                <a:gd name="connsiteY1140" fmla="*/ 43148 h 400050"/>
                <a:gd name="connsiteX1141" fmla="*/ 23146 w 47625"/>
                <a:gd name="connsiteY1141" fmla="*/ 43339 h 400050"/>
                <a:gd name="connsiteX1142" fmla="*/ 23146 w 47625"/>
                <a:gd name="connsiteY1142" fmla="*/ 43339 h 400050"/>
                <a:gd name="connsiteX1143" fmla="*/ 23336 w 47625"/>
                <a:gd name="connsiteY1143" fmla="*/ 43339 h 400050"/>
                <a:gd name="connsiteX1144" fmla="*/ 23431 w 47625"/>
                <a:gd name="connsiteY1144" fmla="*/ 43148 h 400050"/>
                <a:gd name="connsiteX1145" fmla="*/ 20098 w 47625"/>
                <a:gd name="connsiteY1145" fmla="*/ 23051 h 400050"/>
                <a:gd name="connsiteX1146" fmla="*/ 20002 w 47625"/>
                <a:gd name="connsiteY1146" fmla="*/ 23146 h 400050"/>
                <a:gd name="connsiteX1147" fmla="*/ 20002 w 47625"/>
                <a:gd name="connsiteY1147" fmla="*/ 23432 h 400050"/>
                <a:gd name="connsiteX1148" fmla="*/ 20383 w 47625"/>
                <a:gd name="connsiteY1148" fmla="*/ 23051 h 400050"/>
                <a:gd name="connsiteX1149" fmla="*/ 20193 w 47625"/>
                <a:gd name="connsiteY1149" fmla="*/ 23051 h 400050"/>
                <a:gd name="connsiteX1150" fmla="*/ 20098 w 47625"/>
                <a:gd name="connsiteY1150" fmla="*/ 23051 h 400050"/>
                <a:gd name="connsiteX1151" fmla="*/ 18955 w 47625"/>
                <a:gd name="connsiteY1151" fmla="*/ 205169 h 400050"/>
                <a:gd name="connsiteX1152" fmla="*/ 18955 w 47625"/>
                <a:gd name="connsiteY1152" fmla="*/ 205169 h 400050"/>
                <a:gd name="connsiteX1153" fmla="*/ 18859 w 47625"/>
                <a:gd name="connsiteY1153" fmla="*/ 205073 h 400050"/>
                <a:gd name="connsiteX1154" fmla="*/ 18859 w 47625"/>
                <a:gd name="connsiteY1154" fmla="*/ 205264 h 400050"/>
                <a:gd name="connsiteX1155" fmla="*/ 18764 w 47625"/>
                <a:gd name="connsiteY1155" fmla="*/ 205359 h 400050"/>
                <a:gd name="connsiteX1156" fmla="*/ 18764 w 47625"/>
                <a:gd name="connsiteY1156" fmla="*/ 205359 h 400050"/>
                <a:gd name="connsiteX1157" fmla="*/ 18764 w 47625"/>
                <a:gd name="connsiteY1157" fmla="*/ 205454 h 400050"/>
                <a:gd name="connsiteX1158" fmla="*/ 18955 w 47625"/>
                <a:gd name="connsiteY1158" fmla="*/ 205454 h 400050"/>
                <a:gd name="connsiteX1159" fmla="*/ 19050 w 47625"/>
                <a:gd name="connsiteY1159" fmla="*/ 205264 h 400050"/>
                <a:gd name="connsiteX1160" fmla="*/ 18955 w 47625"/>
                <a:gd name="connsiteY1160" fmla="*/ 205264 h 400050"/>
                <a:gd name="connsiteX1161" fmla="*/ 18955 w 47625"/>
                <a:gd name="connsiteY1161" fmla="*/ 205169 h 400050"/>
                <a:gd name="connsiteX1162" fmla="*/ 18764 w 47625"/>
                <a:gd name="connsiteY1162" fmla="*/ 259556 h 400050"/>
                <a:gd name="connsiteX1163" fmla="*/ 18764 w 47625"/>
                <a:gd name="connsiteY1163" fmla="*/ 259556 h 400050"/>
                <a:gd name="connsiteX1164" fmla="*/ 18955 w 47625"/>
                <a:gd name="connsiteY1164" fmla="*/ 259556 h 400050"/>
                <a:gd name="connsiteX1165" fmla="*/ 19050 w 47625"/>
                <a:gd name="connsiteY1165" fmla="*/ 259461 h 400050"/>
                <a:gd name="connsiteX1166" fmla="*/ 18764 w 47625"/>
                <a:gd name="connsiteY1166" fmla="*/ 259556 h 400050"/>
                <a:gd name="connsiteX1167" fmla="*/ 18764 w 47625"/>
                <a:gd name="connsiteY1167" fmla="*/ 259556 h 400050"/>
                <a:gd name="connsiteX1168" fmla="*/ 15621 w 47625"/>
                <a:gd name="connsiteY1168" fmla="*/ 116396 h 400050"/>
                <a:gd name="connsiteX1169" fmla="*/ 15430 w 47625"/>
                <a:gd name="connsiteY1169" fmla="*/ 116396 h 400050"/>
                <a:gd name="connsiteX1170" fmla="*/ 15240 w 47625"/>
                <a:gd name="connsiteY1170" fmla="*/ 116396 h 400050"/>
                <a:gd name="connsiteX1171" fmla="*/ 15145 w 47625"/>
                <a:gd name="connsiteY1171" fmla="*/ 116586 h 400050"/>
                <a:gd name="connsiteX1172" fmla="*/ 15145 w 47625"/>
                <a:gd name="connsiteY1172" fmla="*/ 117062 h 400050"/>
                <a:gd name="connsiteX1173" fmla="*/ 15145 w 47625"/>
                <a:gd name="connsiteY1173" fmla="*/ 117062 h 400050"/>
                <a:gd name="connsiteX1174" fmla="*/ 15621 w 47625"/>
                <a:gd name="connsiteY1174" fmla="*/ 116396 h 400050"/>
                <a:gd name="connsiteX1175" fmla="*/ 15621 w 47625"/>
                <a:gd name="connsiteY1175" fmla="*/ 116396 h 400050"/>
                <a:gd name="connsiteX1176" fmla="*/ 34671 w 47625"/>
                <a:gd name="connsiteY1176" fmla="*/ 166402 h 400050"/>
                <a:gd name="connsiteX1177" fmla="*/ 34861 w 47625"/>
                <a:gd name="connsiteY1177" fmla="*/ 166307 h 400050"/>
                <a:gd name="connsiteX1178" fmla="*/ 34861 w 47625"/>
                <a:gd name="connsiteY1178" fmla="*/ 166307 h 400050"/>
                <a:gd name="connsiteX1179" fmla="*/ 34671 w 47625"/>
                <a:gd name="connsiteY1179" fmla="*/ 166402 h 400050"/>
                <a:gd name="connsiteX1180" fmla="*/ 34671 w 47625"/>
                <a:gd name="connsiteY1180" fmla="*/ 166402 h 400050"/>
                <a:gd name="connsiteX1181" fmla="*/ 22765 w 47625"/>
                <a:gd name="connsiteY1181" fmla="*/ 257746 h 400050"/>
                <a:gd name="connsiteX1182" fmla="*/ 22765 w 47625"/>
                <a:gd name="connsiteY1182" fmla="*/ 257937 h 400050"/>
                <a:gd name="connsiteX1183" fmla="*/ 22669 w 47625"/>
                <a:gd name="connsiteY1183" fmla="*/ 258128 h 400050"/>
                <a:gd name="connsiteX1184" fmla="*/ 22669 w 47625"/>
                <a:gd name="connsiteY1184" fmla="*/ 258128 h 400050"/>
                <a:gd name="connsiteX1185" fmla="*/ 22765 w 47625"/>
                <a:gd name="connsiteY1185" fmla="*/ 258223 h 400050"/>
                <a:gd name="connsiteX1186" fmla="*/ 23050 w 47625"/>
                <a:gd name="connsiteY1186" fmla="*/ 258223 h 400050"/>
                <a:gd name="connsiteX1187" fmla="*/ 22860 w 47625"/>
                <a:gd name="connsiteY1187" fmla="*/ 257937 h 400050"/>
                <a:gd name="connsiteX1188" fmla="*/ 22765 w 47625"/>
                <a:gd name="connsiteY1188" fmla="*/ 257746 h 400050"/>
                <a:gd name="connsiteX1189" fmla="*/ 20860 w 47625"/>
                <a:gd name="connsiteY1189" fmla="*/ 42196 h 400050"/>
                <a:gd name="connsiteX1190" fmla="*/ 21050 w 47625"/>
                <a:gd name="connsiteY1190" fmla="*/ 42196 h 400050"/>
                <a:gd name="connsiteX1191" fmla="*/ 21145 w 47625"/>
                <a:gd name="connsiteY1191" fmla="*/ 42005 h 400050"/>
                <a:gd name="connsiteX1192" fmla="*/ 21145 w 47625"/>
                <a:gd name="connsiteY1192" fmla="*/ 42005 h 400050"/>
                <a:gd name="connsiteX1193" fmla="*/ 20860 w 47625"/>
                <a:gd name="connsiteY1193" fmla="*/ 42196 h 400050"/>
                <a:gd name="connsiteX1194" fmla="*/ 20860 w 47625"/>
                <a:gd name="connsiteY1194" fmla="*/ 42196 h 400050"/>
                <a:gd name="connsiteX1195" fmla="*/ 22574 w 47625"/>
                <a:gd name="connsiteY1195" fmla="*/ 405194 h 400050"/>
                <a:gd name="connsiteX1196" fmla="*/ 22193 w 47625"/>
                <a:gd name="connsiteY1196" fmla="*/ 404622 h 400050"/>
                <a:gd name="connsiteX1197" fmla="*/ 21812 w 47625"/>
                <a:gd name="connsiteY1197" fmla="*/ 404241 h 400050"/>
                <a:gd name="connsiteX1198" fmla="*/ 21907 w 47625"/>
                <a:gd name="connsiteY1198" fmla="*/ 403955 h 400050"/>
                <a:gd name="connsiteX1199" fmla="*/ 21907 w 47625"/>
                <a:gd name="connsiteY1199" fmla="*/ 403955 h 400050"/>
                <a:gd name="connsiteX1200" fmla="*/ 21907 w 47625"/>
                <a:gd name="connsiteY1200" fmla="*/ 403765 h 400050"/>
                <a:gd name="connsiteX1201" fmla="*/ 22003 w 47625"/>
                <a:gd name="connsiteY1201" fmla="*/ 403574 h 400050"/>
                <a:gd name="connsiteX1202" fmla="*/ 22288 w 47625"/>
                <a:gd name="connsiteY1202" fmla="*/ 403574 h 400050"/>
                <a:gd name="connsiteX1203" fmla="*/ 22288 w 47625"/>
                <a:gd name="connsiteY1203" fmla="*/ 403193 h 400050"/>
                <a:gd name="connsiteX1204" fmla="*/ 21526 w 47625"/>
                <a:gd name="connsiteY1204" fmla="*/ 403574 h 400050"/>
                <a:gd name="connsiteX1205" fmla="*/ 21717 w 47625"/>
                <a:gd name="connsiteY1205" fmla="*/ 404527 h 400050"/>
                <a:gd name="connsiteX1206" fmla="*/ 22574 w 47625"/>
                <a:gd name="connsiteY1206" fmla="*/ 406432 h 400050"/>
                <a:gd name="connsiteX1207" fmla="*/ 22955 w 47625"/>
                <a:gd name="connsiteY1207" fmla="*/ 406432 h 400050"/>
                <a:gd name="connsiteX1208" fmla="*/ 22860 w 47625"/>
                <a:gd name="connsiteY1208" fmla="*/ 405860 h 400050"/>
                <a:gd name="connsiteX1209" fmla="*/ 22574 w 47625"/>
                <a:gd name="connsiteY1209" fmla="*/ 405194 h 400050"/>
                <a:gd name="connsiteX1210" fmla="*/ 21336 w 47625"/>
                <a:gd name="connsiteY1210" fmla="*/ 102584 h 400050"/>
                <a:gd name="connsiteX1211" fmla="*/ 21336 w 47625"/>
                <a:gd name="connsiteY1211" fmla="*/ 102584 h 400050"/>
                <a:gd name="connsiteX1212" fmla="*/ 21526 w 47625"/>
                <a:gd name="connsiteY1212" fmla="*/ 102584 h 400050"/>
                <a:gd name="connsiteX1213" fmla="*/ 21526 w 47625"/>
                <a:gd name="connsiteY1213" fmla="*/ 102394 h 400050"/>
                <a:gd name="connsiteX1214" fmla="*/ 21336 w 47625"/>
                <a:gd name="connsiteY1214" fmla="*/ 102584 h 400050"/>
                <a:gd name="connsiteX1215" fmla="*/ 19336 w 47625"/>
                <a:gd name="connsiteY1215" fmla="*/ 103918 h 400050"/>
                <a:gd name="connsiteX1216" fmla="*/ 19336 w 47625"/>
                <a:gd name="connsiteY1216" fmla="*/ 103918 h 400050"/>
                <a:gd name="connsiteX1217" fmla="*/ 19336 w 47625"/>
                <a:gd name="connsiteY1217" fmla="*/ 103918 h 400050"/>
                <a:gd name="connsiteX1218" fmla="*/ 19145 w 47625"/>
                <a:gd name="connsiteY1218" fmla="*/ 104108 h 400050"/>
                <a:gd name="connsiteX1219" fmla="*/ 19145 w 47625"/>
                <a:gd name="connsiteY1219" fmla="*/ 104204 h 400050"/>
                <a:gd name="connsiteX1220" fmla="*/ 19240 w 47625"/>
                <a:gd name="connsiteY1220" fmla="*/ 104299 h 400050"/>
                <a:gd name="connsiteX1221" fmla="*/ 19431 w 47625"/>
                <a:gd name="connsiteY1221" fmla="*/ 104299 h 400050"/>
                <a:gd name="connsiteX1222" fmla="*/ 19431 w 47625"/>
                <a:gd name="connsiteY1222" fmla="*/ 104204 h 400050"/>
                <a:gd name="connsiteX1223" fmla="*/ 19336 w 47625"/>
                <a:gd name="connsiteY1223" fmla="*/ 104108 h 400050"/>
                <a:gd name="connsiteX1224" fmla="*/ 19336 w 47625"/>
                <a:gd name="connsiteY1224" fmla="*/ 103918 h 400050"/>
                <a:gd name="connsiteX1225" fmla="*/ 16288 w 47625"/>
                <a:gd name="connsiteY1225" fmla="*/ 13907 h 400050"/>
                <a:gd name="connsiteX1226" fmla="*/ 16288 w 47625"/>
                <a:gd name="connsiteY1226" fmla="*/ 13907 h 400050"/>
                <a:gd name="connsiteX1227" fmla="*/ 16192 w 47625"/>
                <a:gd name="connsiteY1227" fmla="*/ 14192 h 400050"/>
                <a:gd name="connsiteX1228" fmla="*/ 16192 w 47625"/>
                <a:gd name="connsiteY1228" fmla="*/ 14192 h 400050"/>
                <a:gd name="connsiteX1229" fmla="*/ 16288 w 47625"/>
                <a:gd name="connsiteY1229" fmla="*/ 14192 h 400050"/>
                <a:gd name="connsiteX1230" fmla="*/ 16288 w 47625"/>
                <a:gd name="connsiteY1230" fmla="*/ 14097 h 400050"/>
                <a:gd name="connsiteX1231" fmla="*/ 16383 w 47625"/>
                <a:gd name="connsiteY1231" fmla="*/ 14002 h 400050"/>
                <a:gd name="connsiteX1232" fmla="*/ 16478 w 47625"/>
                <a:gd name="connsiteY1232" fmla="*/ 13907 h 400050"/>
                <a:gd name="connsiteX1233" fmla="*/ 16478 w 47625"/>
                <a:gd name="connsiteY1233" fmla="*/ 13907 h 400050"/>
                <a:gd name="connsiteX1234" fmla="*/ 16383 w 47625"/>
                <a:gd name="connsiteY1234" fmla="*/ 13907 h 400050"/>
                <a:gd name="connsiteX1235" fmla="*/ 16288 w 47625"/>
                <a:gd name="connsiteY1235" fmla="*/ 13907 h 400050"/>
                <a:gd name="connsiteX1236" fmla="*/ 16002 w 47625"/>
                <a:gd name="connsiteY1236" fmla="*/ 356997 h 400050"/>
                <a:gd name="connsiteX1237" fmla="*/ 15907 w 47625"/>
                <a:gd name="connsiteY1237" fmla="*/ 356997 h 400050"/>
                <a:gd name="connsiteX1238" fmla="*/ 15811 w 47625"/>
                <a:gd name="connsiteY1238" fmla="*/ 356902 h 400050"/>
                <a:gd name="connsiteX1239" fmla="*/ 15621 w 47625"/>
                <a:gd name="connsiteY1239" fmla="*/ 356997 h 400050"/>
                <a:gd name="connsiteX1240" fmla="*/ 15621 w 47625"/>
                <a:gd name="connsiteY1240" fmla="*/ 357092 h 400050"/>
                <a:gd name="connsiteX1241" fmla="*/ 15907 w 47625"/>
                <a:gd name="connsiteY1241" fmla="*/ 357188 h 400050"/>
                <a:gd name="connsiteX1242" fmla="*/ 15907 w 47625"/>
                <a:gd name="connsiteY1242" fmla="*/ 357188 h 400050"/>
                <a:gd name="connsiteX1243" fmla="*/ 16002 w 47625"/>
                <a:gd name="connsiteY1243" fmla="*/ 356997 h 400050"/>
                <a:gd name="connsiteX1244" fmla="*/ 16002 w 47625"/>
                <a:gd name="connsiteY1244" fmla="*/ 356997 h 400050"/>
                <a:gd name="connsiteX1245" fmla="*/ 16002 w 47625"/>
                <a:gd name="connsiteY1245" fmla="*/ 356997 h 400050"/>
                <a:gd name="connsiteX1246" fmla="*/ 16669 w 47625"/>
                <a:gd name="connsiteY1246" fmla="*/ 86582 h 400050"/>
                <a:gd name="connsiteX1247" fmla="*/ 16669 w 47625"/>
                <a:gd name="connsiteY1247" fmla="*/ 86582 h 400050"/>
                <a:gd name="connsiteX1248" fmla="*/ 16669 w 47625"/>
                <a:gd name="connsiteY1248" fmla="*/ 86582 h 400050"/>
                <a:gd name="connsiteX1249" fmla="*/ 16764 w 47625"/>
                <a:gd name="connsiteY1249" fmla="*/ 86868 h 400050"/>
                <a:gd name="connsiteX1250" fmla="*/ 16859 w 47625"/>
                <a:gd name="connsiteY1250" fmla="*/ 86773 h 400050"/>
                <a:gd name="connsiteX1251" fmla="*/ 16954 w 47625"/>
                <a:gd name="connsiteY1251" fmla="*/ 86582 h 400050"/>
                <a:gd name="connsiteX1252" fmla="*/ 17050 w 47625"/>
                <a:gd name="connsiteY1252" fmla="*/ 86487 h 400050"/>
                <a:gd name="connsiteX1253" fmla="*/ 17050 w 47625"/>
                <a:gd name="connsiteY1253" fmla="*/ 86487 h 400050"/>
                <a:gd name="connsiteX1254" fmla="*/ 16859 w 47625"/>
                <a:gd name="connsiteY1254" fmla="*/ 86487 h 400050"/>
                <a:gd name="connsiteX1255" fmla="*/ 16669 w 47625"/>
                <a:gd name="connsiteY1255" fmla="*/ 86487 h 400050"/>
                <a:gd name="connsiteX1256" fmla="*/ 15430 w 47625"/>
                <a:gd name="connsiteY1256" fmla="*/ 149638 h 400050"/>
                <a:gd name="connsiteX1257" fmla="*/ 15430 w 47625"/>
                <a:gd name="connsiteY1257" fmla="*/ 149638 h 400050"/>
                <a:gd name="connsiteX1258" fmla="*/ 15240 w 47625"/>
                <a:gd name="connsiteY1258" fmla="*/ 149543 h 400050"/>
                <a:gd name="connsiteX1259" fmla="*/ 15145 w 47625"/>
                <a:gd name="connsiteY1259" fmla="*/ 149447 h 400050"/>
                <a:gd name="connsiteX1260" fmla="*/ 15145 w 47625"/>
                <a:gd name="connsiteY1260" fmla="*/ 149447 h 400050"/>
                <a:gd name="connsiteX1261" fmla="*/ 15240 w 47625"/>
                <a:gd name="connsiteY1261" fmla="*/ 149543 h 400050"/>
                <a:gd name="connsiteX1262" fmla="*/ 15240 w 47625"/>
                <a:gd name="connsiteY1262" fmla="*/ 149638 h 400050"/>
                <a:gd name="connsiteX1263" fmla="*/ 15335 w 47625"/>
                <a:gd name="connsiteY1263" fmla="*/ 149733 h 400050"/>
                <a:gd name="connsiteX1264" fmla="*/ 15526 w 47625"/>
                <a:gd name="connsiteY1264" fmla="*/ 149733 h 400050"/>
                <a:gd name="connsiteX1265" fmla="*/ 15430 w 47625"/>
                <a:gd name="connsiteY1265" fmla="*/ 149638 h 400050"/>
                <a:gd name="connsiteX1266" fmla="*/ 15716 w 47625"/>
                <a:gd name="connsiteY1266" fmla="*/ 210217 h 400050"/>
                <a:gd name="connsiteX1267" fmla="*/ 15621 w 47625"/>
                <a:gd name="connsiteY1267" fmla="*/ 210121 h 400050"/>
                <a:gd name="connsiteX1268" fmla="*/ 15526 w 47625"/>
                <a:gd name="connsiteY1268" fmla="*/ 210026 h 400050"/>
                <a:gd name="connsiteX1269" fmla="*/ 15526 w 47625"/>
                <a:gd name="connsiteY1269" fmla="*/ 210026 h 400050"/>
                <a:gd name="connsiteX1270" fmla="*/ 15430 w 47625"/>
                <a:gd name="connsiteY1270" fmla="*/ 210121 h 400050"/>
                <a:gd name="connsiteX1271" fmla="*/ 15335 w 47625"/>
                <a:gd name="connsiteY1271" fmla="*/ 210217 h 400050"/>
                <a:gd name="connsiteX1272" fmla="*/ 15335 w 47625"/>
                <a:gd name="connsiteY1272" fmla="*/ 210312 h 400050"/>
                <a:gd name="connsiteX1273" fmla="*/ 15526 w 47625"/>
                <a:gd name="connsiteY1273" fmla="*/ 210407 h 400050"/>
                <a:gd name="connsiteX1274" fmla="*/ 15716 w 47625"/>
                <a:gd name="connsiteY1274" fmla="*/ 210217 h 400050"/>
                <a:gd name="connsiteX1275" fmla="*/ 15716 w 47625"/>
                <a:gd name="connsiteY1275" fmla="*/ 210217 h 400050"/>
                <a:gd name="connsiteX1276" fmla="*/ 16764 w 47625"/>
                <a:gd name="connsiteY1276" fmla="*/ 73343 h 400050"/>
                <a:gd name="connsiteX1277" fmla="*/ 16764 w 47625"/>
                <a:gd name="connsiteY1277" fmla="*/ 73343 h 400050"/>
                <a:gd name="connsiteX1278" fmla="*/ 16764 w 47625"/>
                <a:gd name="connsiteY1278" fmla="*/ 73343 h 400050"/>
                <a:gd name="connsiteX1279" fmla="*/ 16669 w 47625"/>
                <a:gd name="connsiteY1279" fmla="*/ 73438 h 400050"/>
                <a:gd name="connsiteX1280" fmla="*/ 16669 w 47625"/>
                <a:gd name="connsiteY1280" fmla="*/ 73438 h 400050"/>
                <a:gd name="connsiteX1281" fmla="*/ 16764 w 47625"/>
                <a:gd name="connsiteY1281" fmla="*/ 73724 h 400050"/>
                <a:gd name="connsiteX1282" fmla="*/ 16859 w 47625"/>
                <a:gd name="connsiteY1282" fmla="*/ 73724 h 400050"/>
                <a:gd name="connsiteX1283" fmla="*/ 16859 w 47625"/>
                <a:gd name="connsiteY1283" fmla="*/ 73628 h 400050"/>
                <a:gd name="connsiteX1284" fmla="*/ 16859 w 47625"/>
                <a:gd name="connsiteY1284" fmla="*/ 73533 h 400050"/>
                <a:gd name="connsiteX1285" fmla="*/ 16954 w 47625"/>
                <a:gd name="connsiteY1285" fmla="*/ 73438 h 400050"/>
                <a:gd name="connsiteX1286" fmla="*/ 16764 w 47625"/>
                <a:gd name="connsiteY1286" fmla="*/ 73438 h 400050"/>
                <a:gd name="connsiteX1287" fmla="*/ 16764 w 47625"/>
                <a:gd name="connsiteY1287" fmla="*/ 73343 h 400050"/>
                <a:gd name="connsiteX1288" fmla="*/ 17240 w 47625"/>
                <a:gd name="connsiteY1288" fmla="*/ 84963 h 400050"/>
                <a:gd name="connsiteX1289" fmla="*/ 17240 w 47625"/>
                <a:gd name="connsiteY1289" fmla="*/ 84963 h 400050"/>
                <a:gd name="connsiteX1290" fmla="*/ 17240 w 47625"/>
                <a:gd name="connsiteY1290" fmla="*/ 84963 h 400050"/>
                <a:gd name="connsiteX1291" fmla="*/ 17145 w 47625"/>
                <a:gd name="connsiteY1291" fmla="*/ 85058 h 400050"/>
                <a:gd name="connsiteX1292" fmla="*/ 17240 w 47625"/>
                <a:gd name="connsiteY1292" fmla="*/ 85249 h 400050"/>
                <a:gd name="connsiteX1293" fmla="*/ 17240 w 47625"/>
                <a:gd name="connsiteY1293" fmla="*/ 85249 h 400050"/>
                <a:gd name="connsiteX1294" fmla="*/ 17335 w 47625"/>
                <a:gd name="connsiteY1294" fmla="*/ 85249 h 400050"/>
                <a:gd name="connsiteX1295" fmla="*/ 17335 w 47625"/>
                <a:gd name="connsiteY1295" fmla="*/ 85154 h 400050"/>
                <a:gd name="connsiteX1296" fmla="*/ 17335 w 47625"/>
                <a:gd name="connsiteY1296" fmla="*/ 85058 h 400050"/>
                <a:gd name="connsiteX1297" fmla="*/ 17431 w 47625"/>
                <a:gd name="connsiteY1297" fmla="*/ 84963 h 400050"/>
                <a:gd name="connsiteX1298" fmla="*/ 17240 w 47625"/>
                <a:gd name="connsiteY1298" fmla="*/ 84963 h 400050"/>
                <a:gd name="connsiteX1299" fmla="*/ 17240 w 47625"/>
                <a:gd name="connsiteY1299" fmla="*/ 84963 h 400050"/>
                <a:gd name="connsiteX1300" fmla="*/ 18002 w 47625"/>
                <a:gd name="connsiteY1300" fmla="*/ 39053 h 400050"/>
                <a:gd name="connsiteX1301" fmla="*/ 18002 w 47625"/>
                <a:gd name="connsiteY1301" fmla="*/ 39053 h 400050"/>
                <a:gd name="connsiteX1302" fmla="*/ 17812 w 47625"/>
                <a:gd name="connsiteY1302" fmla="*/ 38957 h 400050"/>
                <a:gd name="connsiteX1303" fmla="*/ 17716 w 47625"/>
                <a:gd name="connsiteY1303" fmla="*/ 38862 h 400050"/>
                <a:gd name="connsiteX1304" fmla="*/ 17716 w 47625"/>
                <a:gd name="connsiteY1304" fmla="*/ 38957 h 400050"/>
                <a:gd name="connsiteX1305" fmla="*/ 17621 w 47625"/>
                <a:gd name="connsiteY1305" fmla="*/ 39053 h 400050"/>
                <a:gd name="connsiteX1306" fmla="*/ 17621 w 47625"/>
                <a:gd name="connsiteY1306" fmla="*/ 39148 h 400050"/>
                <a:gd name="connsiteX1307" fmla="*/ 17907 w 47625"/>
                <a:gd name="connsiteY1307" fmla="*/ 39148 h 400050"/>
                <a:gd name="connsiteX1308" fmla="*/ 18002 w 47625"/>
                <a:gd name="connsiteY1308" fmla="*/ 39053 h 400050"/>
                <a:gd name="connsiteX1309" fmla="*/ 17431 w 47625"/>
                <a:gd name="connsiteY1309" fmla="*/ 78486 h 400050"/>
                <a:gd name="connsiteX1310" fmla="*/ 17431 w 47625"/>
                <a:gd name="connsiteY1310" fmla="*/ 78486 h 400050"/>
                <a:gd name="connsiteX1311" fmla="*/ 17431 w 47625"/>
                <a:gd name="connsiteY1311" fmla="*/ 78772 h 400050"/>
                <a:gd name="connsiteX1312" fmla="*/ 17431 w 47625"/>
                <a:gd name="connsiteY1312" fmla="*/ 78772 h 400050"/>
                <a:gd name="connsiteX1313" fmla="*/ 17526 w 47625"/>
                <a:gd name="connsiteY1313" fmla="*/ 78772 h 400050"/>
                <a:gd name="connsiteX1314" fmla="*/ 17526 w 47625"/>
                <a:gd name="connsiteY1314" fmla="*/ 78677 h 400050"/>
                <a:gd name="connsiteX1315" fmla="*/ 17526 w 47625"/>
                <a:gd name="connsiteY1315" fmla="*/ 78581 h 400050"/>
                <a:gd name="connsiteX1316" fmla="*/ 17621 w 47625"/>
                <a:gd name="connsiteY1316" fmla="*/ 78486 h 400050"/>
                <a:gd name="connsiteX1317" fmla="*/ 17621 w 47625"/>
                <a:gd name="connsiteY1317" fmla="*/ 78486 h 400050"/>
                <a:gd name="connsiteX1318" fmla="*/ 17526 w 47625"/>
                <a:gd name="connsiteY1318" fmla="*/ 78486 h 400050"/>
                <a:gd name="connsiteX1319" fmla="*/ 17431 w 47625"/>
                <a:gd name="connsiteY1319" fmla="*/ 78486 h 400050"/>
                <a:gd name="connsiteX1320" fmla="*/ 17145 w 47625"/>
                <a:gd name="connsiteY1320" fmla="*/ 218408 h 400050"/>
                <a:gd name="connsiteX1321" fmla="*/ 17145 w 47625"/>
                <a:gd name="connsiteY1321" fmla="*/ 218599 h 400050"/>
                <a:gd name="connsiteX1322" fmla="*/ 17145 w 47625"/>
                <a:gd name="connsiteY1322" fmla="*/ 218599 h 400050"/>
                <a:gd name="connsiteX1323" fmla="*/ 17145 w 47625"/>
                <a:gd name="connsiteY1323" fmla="*/ 218599 h 400050"/>
                <a:gd name="connsiteX1324" fmla="*/ 17335 w 47625"/>
                <a:gd name="connsiteY1324" fmla="*/ 218504 h 400050"/>
                <a:gd name="connsiteX1325" fmla="*/ 16954 w 47625"/>
                <a:gd name="connsiteY1325" fmla="*/ 218218 h 400050"/>
                <a:gd name="connsiteX1326" fmla="*/ 17145 w 47625"/>
                <a:gd name="connsiteY1326" fmla="*/ 218408 h 400050"/>
                <a:gd name="connsiteX1327" fmla="*/ 17907 w 47625"/>
                <a:gd name="connsiteY1327" fmla="*/ 229362 h 400050"/>
                <a:gd name="connsiteX1328" fmla="*/ 18097 w 47625"/>
                <a:gd name="connsiteY1328" fmla="*/ 229553 h 400050"/>
                <a:gd name="connsiteX1329" fmla="*/ 18193 w 47625"/>
                <a:gd name="connsiteY1329" fmla="*/ 229553 h 400050"/>
                <a:gd name="connsiteX1330" fmla="*/ 18383 w 47625"/>
                <a:gd name="connsiteY1330" fmla="*/ 229171 h 400050"/>
                <a:gd name="connsiteX1331" fmla="*/ 18383 w 47625"/>
                <a:gd name="connsiteY1331" fmla="*/ 229171 h 400050"/>
                <a:gd name="connsiteX1332" fmla="*/ 17907 w 47625"/>
                <a:gd name="connsiteY1332" fmla="*/ 229362 h 400050"/>
                <a:gd name="connsiteX1333" fmla="*/ 17907 w 47625"/>
                <a:gd name="connsiteY1333" fmla="*/ 229362 h 400050"/>
                <a:gd name="connsiteX1334" fmla="*/ 29718 w 47625"/>
                <a:gd name="connsiteY1334" fmla="*/ 52673 h 400050"/>
                <a:gd name="connsiteX1335" fmla="*/ 29718 w 47625"/>
                <a:gd name="connsiteY1335" fmla="*/ 52673 h 400050"/>
                <a:gd name="connsiteX1336" fmla="*/ 30004 w 47625"/>
                <a:gd name="connsiteY1336" fmla="*/ 52483 h 400050"/>
                <a:gd name="connsiteX1337" fmla="*/ 30004 w 47625"/>
                <a:gd name="connsiteY1337" fmla="*/ 52483 h 400050"/>
                <a:gd name="connsiteX1338" fmla="*/ 29813 w 47625"/>
                <a:gd name="connsiteY1338" fmla="*/ 52578 h 400050"/>
                <a:gd name="connsiteX1339" fmla="*/ 29718 w 47625"/>
                <a:gd name="connsiteY1339" fmla="*/ 52673 h 400050"/>
                <a:gd name="connsiteX1340" fmla="*/ 29908 w 47625"/>
                <a:gd name="connsiteY1340" fmla="*/ 53912 h 400050"/>
                <a:gd name="connsiteX1341" fmla="*/ 29908 w 47625"/>
                <a:gd name="connsiteY1341" fmla="*/ 53912 h 400050"/>
                <a:gd name="connsiteX1342" fmla="*/ 29623 w 47625"/>
                <a:gd name="connsiteY1342" fmla="*/ 54102 h 400050"/>
                <a:gd name="connsiteX1343" fmla="*/ 29813 w 47625"/>
                <a:gd name="connsiteY1343" fmla="*/ 54102 h 400050"/>
                <a:gd name="connsiteX1344" fmla="*/ 29908 w 47625"/>
                <a:gd name="connsiteY1344" fmla="*/ 53912 h 400050"/>
                <a:gd name="connsiteX1345" fmla="*/ 30670 w 47625"/>
                <a:gd name="connsiteY1345" fmla="*/ 48578 h 400050"/>
                <a:gd name="connsiteX1346" fmla="*/ 30670 w 47625"/>
                <a:gd name="connsiteY1346" fmla="*/ 48673 h 400050"/>
                <a:gd name="connsiteX1347" fmla="*/ 30766 w 47625"/>
                <a:gd name="connsiteY1347" fmla="*/ 48863 h 400050"/>
                <a:gd name="connsiteX1348" fmla="*/ 30956 w 47625"/>
                <a:gd name="connsiteY1348" fmla="*/ 48292 h 400050"/>
                <a:gd name="connsiteX1349" fmla="*/ 30956 w 47625"/>
                <a:gd name="connsiteY1349" fmla="*/ 48292 h 400050"/>
                <a:gd name="connsiteX1350" fmla="*/ 30861 w 47625"/>
                <a:gd name="connsiteY1350" fmla="*/ 48387 h 400050"/>
                <a:gd name="connsiteX1351" fmla="*/ 30670 w 47625"/>
                <a:gd name="connsiteY1351" fmla="*/ 48578 h 400050"/>
                <a:gd name="connsiteX1352" fmla="*/ 29718 w 47625"/>
                <a:gd name="connsiteY1352" fmla="*/ 273749 h 400050"/>
                <a:gd name="connsiteX1353" fmla="*/ 29718 w 47625"/>
                <a:gd name="connsiteY1353" fmla="*/ 273749 h 400050"/>
                <a:gd name="connsiteX1354" fmla="*/ 29527 w 47625"/>
                <a:gd name="connsiteY1354" fmla="*/ 273749 h 400050"/>
                <a:gd name="connsiteX1355" fmla="*/ 29527 w 47625"/>
                <a:gd name="connsiteY1355" fmla="*/ 274034 h 400050"/>
                <a:gd name="connsiteX1356" fmla="*/ 29908 w 47625"/>
                <a:gd name="connsiteY1356" fmla="*/ 273844 h 400050"/>
                <a:gd name="connsiteX1357" fmla="*/ 29718 w 47625"/>
                <a:gd name="connsiteY1357" fmla="*/ 273749 h 400050"/>
                <a:gd name="connsiteX1358" fmla="*/ 29718 w 47625"/>
                <a:gd name="connsiteY1358" fmla="*/ 273749 h 400050"/>
                <a:gd name="connsiteX1359" fmla="*/ 29337 w 47625"/>
                <a:gd name="connsiteY1359" fmla="*/ 403479 h 400050"/>
                <a:gd name="connsiteX1360" fmla="*/ 29242 w 47625"/>
                <a:gd name="connsiteY1360" fmla="*/ 403860 h 400050"/>
                <a:gd name="connsiteX1361" fmla="*/ 29337 w 47625"/>
                <a:gd name="connsiteY1361" fmla="*/ 404241 h 400050"/>
                <a:gd name="connsiteX1362" fmla="*/ 29718 w 47625"/>
                <a:gd name="connsiteY1362" fmla="*/ 404622 h 400050"/>
                <a:gd name="connsiteX1363" fmla="*/ 29813 w 47625"/>
                <a:gd name="connsiteY1363" fmla="*/ 403670 h 400050"/>
                <a:gd name="connsiteX1364" fmla="*/ 29813 w 47625"/>
                <a:gd name="connsiteY1364" fmla="*/ 403479 h 400050"/>
                <a:gd name="connsiteX1365" fmla="*/ 29908 w 47625"/>
                <a:gd name="connsiteY1365" fmla="*/ 403384 h 400050"/>
                <a:gd name="connsiteX1366" fmla="*/ 29908 w 47625"/>
                <a:gd name="connsiteY1366" fmla="*/ 403288 h 400050"/>
                <a:gd name="connsiteX1367" fmla="*/ 29813 w 47625"/>
                <a:gd name="connsiteY1367" fmla="*/ 403098 h 400050"/>
                <a:gd name="connsiteX1368" fmla="*/ 29337 w 47625"/>
                <a:gd name="connsiteY1368" fmla="*/ 403479 h 400050"/>
                <a:gd name="connsiteX1369" fmla="*/ 33242 w 47625"/>
                <a:gd name="connsiteY1369" fmla="*/ 241935 h 400050"/>
                <a:gd name="connsiteX1370" fmla="*/ 33147 w 47625"/>
                <a:gd name="connsiteY1370" fmla="*/ 242126 h 400050"/>
                <a:gd name="connsiteX1371" fmla="*/ 33147 w 47625"/>
                <a:gd name="connsiteY1371" fmla="*/ 242221 h 400050"/>
                <a:gd name="connsiteX1372" fmla="*/ 33147 w 47625"/>
                <a:gd name="connsiteY1372" fmla="*/ 242221 h 400050"/>
                <a:gd name="connsiteX1373" fmla="*/ 33242 w 47625"/>
                <a:gd name="connsiteY1373" fmla="*/ 242316 h 400050"/>
                <a:gd name="connsiteX1374" fmla="*/ 33338 w 47625"/>
                <a:gd name="connsiteY1374" fmla="*/ 242411 h 400050"/>
                <a:gd name="connsiteX1375" fmla="*/ 33338 w 47625"/>
                <a:gd name="connsiteY1375" fmla="*/ 242411 h 400050"/>
                <a:gd name="connsiteX1376" fmla="*/ 33338 w 47625"/>
                <a:gd name="connsiteY1376" fmla="*/ 241840 h 400050"/>
                <a:gd name="connsiteX1377" fmla="*/ 33242 w 47625"/>
                <a:gd name="connsiteY1377" fmla="*/ 241935 h 400050"/>
                <a:gd name="connsiteX1378" fmla="*/ 28861 w 47625"/>
                <a:gd name="connsiteY1378" fmla="*/ 405479 h 400050"/>
                <a:gd name="connsiteX1379" fmla="*/ 28670 w 47625"/>
                <a:gd name="connsiteY1379" fmla="*/ 405955 h 400050"/>
                <a:gd name="connsiteX1380" fmla="*/ 28670 w 47625"/>
                <a:gd name="connsiteY1380" fmla="*/ 406527 h 400050"/>
                <a:gd name="connsiteX1381" fmla="*/ 29337 w 47625"/>
                <a:gd name="connsiteY1381" fmla="*/ 405670 h 400050"/>
                <a:gd name="connsiteX1382" fmla="*/ 29051 w 47625"/>
                <a:gd name="connsiteY1382" fmla="*/ 405384 h 400050"/>
                <a:gd name="connsiteX1383" fmla="*/ 28861 w 47625"/>
                <a:gd name="connsiteY1383" fmla="*/ 405479 h 400050"/>
                <a:gd name="connsiteX1384" fmla="*/ 34004 w 47625"/>
                <a:gd name="connsiteY1384" fmla="*/ 91535 h 400050"/>
                <a:gd name="connsiteX1385" fmla="*/ 33814 w 47625"/>
                <a:gd name="connsiteY1385" fmla="*/ 91535 h 400050"/>
                <a:gd name="connsiteX1386" fmla="*/ 33814 w 47625"/>
                <a:gd name="connsiteY1386" fmla="*/ 91535 h 400050"/>
                <a:gd name="connsiteX1387" fmla="*/ 33718 w 47625"/>
                <a:gd name="connsiteY1387" fmla="*/ 91440 h 400050"/>
                <a:gd name="connsiteX1388" fmla="*/ 33623 w 47625"/>
                <a:gd name="connsiteY1388" fmla="*/ 91535 h 400050"/>
                <a:gd name="connsiteX1389" fmla="*/ 33433 w 47625"/>
                <a:gd name="connsiteY1389" fmla="*/ 91535 h 400050"/>
                <a:gd name="connsiteX1390" fmla="*/ 33338 w 47625"/>
                <a:gd name="connsiteY1390" fmla="*/ 91535 h 400050"/>
                <a:gd name="connsiteX1391" fmla="*/ 33433 w 47625"/>
                <a:gd name="connsiteY1391" fmla="*/ 91726 h 400050"/>
                <a:gd name="connsiteX1392" fmla="*/ 33433 w 47625"/>
                <a:gd name="connsiteY1392" fmla="*/ 91726 h 400050"/>
                <a:gd name="connsiteX1393" fmla="*/ 33909 w 47625"/>
                <a:gd name="connsiteY1393" fmla="*/ 91630 h 400050"/>
                <a:gd name="connsiteX1394" fmla="*/ 34004 w 47625"/>
                <a:gd name="connsiteY1394" fmla="*/ 91535 h 400050"/>
                <a:gd name="connsiteX1395" fmla="*/ 34004 w 47625"/>
                <a:gd name="connsiteY1395" fmla="*/ 91535 h 400050"/>
                <a:gd name="connsiteX1396" fmla="*/ 34004 w 47625"/>
                <a:gd name="connsiteY1396" fmla="*/ 91535 h 400050"/>
                <a:gd name="connsiteX1397" fmla="*/ 34004 w 47625"/>
                <a:gd name="connsiteY1397" fmla="*/ 91535 h 400050"/>
                <a:gd name="connsiteX1398" fmla="*/ 34766 w 47625"/>
                <a:gd name="connsiteY1398" fmla="*/ 250222 h 400050"/>
                <a:gd name="connsiteX1399" fmla="*/ 34766 w 47625"/>
                <a:gd name="connsiteY1399" fmla="*/ 250222 h 400050"/>
                <a:gd name="connsiteX1400" fmla="*/ 34861 w 47625"/>
                <a:gd name="connsiteY1400" fmla="*/ 249936 h 400050"/>
                <a:gd name="connsiteX1401" fmla="*/ 34861 w 47625"/>
                <a:gd name="connsiteY1401" fmla="*/ 249936 h 400050"/>
                <a:gd name="connsiteX1402" fmla="*/ 34766 w 47625"/>
                <a:gd name="connsiteY1402" fmla="*/ 250222 h 400050"/>
                <a:gd name="connsiteX1403" fmla="*/ 34766 w 47625"/>
                <a:gd name="connsiteY1403" fmla="*/ 250222 h 400050"/>
                <a:gd name="connsiteX1404" fmla="*/ 33528 w 47625"/>
                <a:gd name="connsiteY1404" fmla="*/ 268796 h 400050"/>
                <a:gd name="connsiteX1405" fmla="*/ 33433 w 47625"/>
                <a:gd name="connsiteY1405" fmla="*/ 268700 h 400050"/>
                <a:gd name="connsiteX1406" fmla="*/ 33433 w 47625"/>
                <a:gd name="connsiteY1406" fmla="*/ 268796 h 400050"/>
                <a:gd name="connsiteX1407" fmla="*/ 33338 w 47625"/>
                <a:gd name="connsiteY1407" fmla="*/ 268891 h 400050"/>
                <a:gd name="connsiteX1408" fmla="*/ 33338 w 47625"/>
                <a:gd name="connsiteY1408" fmla="*/ 268986 h 400050"/>
                <a:gd name="connsiteX1409" fmla="*/ 33528 w 47625"/>
                <a:gd name="connsiteY1409" fmla="*/ 269081 h 400050"/>
                <a:gd name="connsiteX1410" fmla="*/ 33814 w 47625"/>
                <a:gd name="connsiteY1410" fmla="*/ 268891 h 400050"/>
                <a:gd name="connsiteX1411" fmla="*/ 33814 w 47625"/>
                <a:gd name="connsiteY1411" fmla="*/ 268796 h 400050"/>
                <a:gd name="connsiteX1412" fmla="*/ 33528 w 47625"/>
                <a:gd name="connsiteY1412" fmla="*/ 268796 h 400050"/>
                <a:gd name="connsiteX1413" fmla="*/ 23622 w 47625"/>
                <a:gd name="connsiteY1413" fmla="*/ 98108 h 400050"/>
                <a:gd name="connsiteX1414" fmla="*/ 23622 w 47625"/>
                <a:gd name="connsiteY1414" fmla="*/ 98012 h 400050"/>
                <a:gd name="connsiteX1415" fmla="*/ 23431 w 47625"/>
                <a:gd name="connsiteY1415" fmla="*/ 98203 h 400050"/>
                <a:gd name="connsiteX1416" fmla="*/ 23622 w 47625"/>
                <a:gd name="connsiteY1416" fmla="*/ 98108 h 400050"/>
                <a:gd name="connsiteX1417" fmla="*/ 25432 w 47625"/>
                <a:gd name="connsiteY1417" fmla="*/ 17050 h 400050"/>
                <a:gd name="connsiteX1418" fmla="*/ 25432 w 47625"/>
                <a:gd name="connsiteY1418" fmla="*/ 16954 h 400050"/>
                <a:gd name="connsiteX1419" fmla="*/ 25336 w 47625"/>
                <a:gd name="connsiteY1419" fmla="*/ 16859 h 400050"/>
                <a:gd name="connsiteX1420" fmla="*/ 25051 w 47625"/>
                <a:gd name="connsiteY1420" fmla="*/ 16859 h 400050"/>
                <a:gd name="connsiteX1421" fmla="*/ 24670 w 47625"/>
                <a:gd name="connsiteY1421" fmla="*/ 17812 h 400050"/>
                <a:gd name="connsiteX1422" fmla="*/ 23813 w 47625"/>
                <a:gd name="connsiteY1422" fmla="*/ 19241 h 400050"/>
                <a:gd name="connsiteX1423" fmla="*/ 23622 w 47625"/>
                <a:gd name="connsiteY1423" fmla="*/ 20098 h 400050"/>
                <a:gd name="connsiteX1424" fmla="*/ 23622 w 47625"/>
                <a:gd name="connsiteY1424" fmla="*/ 20098 h 400050"/>
                <a:gd name="connsiteX1425" fmla="*/ 24289 w 47625"/>
                <a:gd name="connsiteY1425" fmla="*/ 19526 h 400050"/>
                <a:gd name="connsiteX1426" fmla="*/ 24670 w 47625"/>
                <a:gd name="connsiteY1426" fmla="*/ 18764 h 400050"/>
                <a:gd name="connsiteX1427" fmla="*/ 25432 w 47625"/>
                <a:gd name="connsiteY1427" fmla="*/ 17145 h 400050"/>
                <a:gd name="connsiteX1428" fmla="*/ 25432 w 47625"/>
                <a:gd name="connsiteY1428" fmla="*/ 17050 h 400050"/>
                <a:gd name="connsiteX1429" fmla="*/ 26289 w 47625"/>
                <a:gd name="connsiteY1429" fmla="*/ 39815 h 400050"/>
                <a:gd name="connsiteX1430" fmla="*/ 26289 w 47625"/>
                <a:gd name="connsiteY1430" fmla="*/ 39815 h 400050"/>
                <a:gd name="connsiteX1431" fmla="*/ 26194 w 47625"/>
                <a:gd name="connsiteY1431" fmla="*/ 40005 h 400050"/>
                <a:gd name="connsiteX1432" fmla="*/ 26289 w 47625"/>
                <a:gd name="connsiteY1432" fmla="*/ 40005 h 400050"/>
                <a:gd name="connsiteX1433" fmla="*/ 26384 w 47625"/>
                <a:gd name="connsiteY1433" fmla="*/ 40005 h 400050"/>
                <a:gd name="connsiteX1434" fmla="*/ 26479 w 47625"/>
                <a:gd name="connsiteY1434" fmla="*/ 39910 h 400050"/>
                <a:gd name="connsiteX1435" fmla="*/ 26575 w 47625"/>
                <a:gd name="connsiteY1435" fmla="*/ 39815 h 400050"/>
                <a:gd name="connsiteX1436" fmla="*/ 26479 w 47625"/>
                <a:gd name="connsiteY1436" fmla="*/ 39815 h 400050"/>
                <a:gd name="connsiteX1437" fmla="*/ 26289 w 47625"/>
                <a:gd name="connsiteY1437" fmla="*/ 39815 h 400050"/>
                <a:gd name="connsiteX1438" fmla="*/ 25336 w 47625"/>
                <a:gd name="connsiteY1438" fmla="*/ 408813 h 400050"/>
                <a:gd name="connsiteX1439" fmla="*/ 25432 w 47625"/>
                <a:gd name="connsiteY1439" fmla="*/ 408908 h 400050"/>
                <a:gd name="connsiteX1440" fmla="*/ 25813 w 47625"/>
                <a:gd name="connsiteY1440" fmla="*/ 408908 h 400050"/>
                <a:gd name="connsiteX1441" fmla="*/ 25336 w 47625"/>
                <a:gd name="connsiteY1441" fmla="*/ 408527 h 400050"/>
                <a:gd name="connsiteX1442" fmla="*/ 25336 w 47625"/>
                <a:gd name="connsiteY1442" fmla="*/ 408813 h 400050"/>
                <a:gd name="connsiteX1443" fmla="*/ 24289 w 47625"/>
                <a:gd name="connsiteY1443" fmla="*/ 239363 h 400050"/>
                <a:gd name="connsiteX1444" fmla="*/ 24384 w 47625"/>
                <a:gd name="connsiteY1444" fmla="*/ 239173 h 400050"/>
                <a:gd name="connsiteX1445" fmla="*/ 24098 w 47625"/>
                <a:gd name="connsiteY1445" fmla="*/ 239363 h 400050"/>
                <a:gd name="connsiteX1446" fmla="*/ 24289 w 47625"/>
                <a:gd name="connsiteY1446" fmla="*/ 239363 h 400050"/>
                <a:gd name="connsiteX1447" fmla="*/ 23241 w 47625"/>
                <a:gd name="connsiteY1447" fmla="*/ 407384 h 400050"/>
                <a:gd name="connsiteX1448" fmla="*/ 23241 w 47625"/>
                <a:gd name="connsiteY1448" fmla="*/ 407575 h 400050"/>
                <a:gd name="connsiteX1449" fmla="*/ 23241 w 47625"/>
                <a:gd name="connsiteY1449" fmla="*/ 407670 h 400050"/>
                <a:gd name="connsiteX1450" fmla="*/ 23431 w 47625"/>
                <a:gd name="connsiteY1450" fmla="*/ 407765 h 400050"/>
                <a:gd name="connsiteX1451" fmla="*/ 23336 w 47625"/>
                <a:gd name="connsiteY1451" fmla="*/ 407194 h 400050"/>
                <a:gd name="connsiteX1452" fmla="*/ 23241 w 47625"/>
                <a:gd name="connsiteY1452" fmla="*/ 407384 h 400050"/>
                <a:gd name="connsiteX1453" fmla="*/ 26289 w 47625"/>
                <a:gd name="connsiteY1453" fmla="*/ 14573 h 400050"/>
                <a:gd name="connsiteX1454" fmla="*/ 26289 w 47625"/>
                <a:gd name="connsiteY1454" fmla="*/ 14954 h 400050"/>
                <a:gd name="connsiteX1455" fmla="*/ 26479 w 47625"/>
                <a:gd name="connsiteY1455" fmla="*/ 15050 h 400050"/>
                <a:gd name="connsiteX1456" fmla="*/ 26479 w 47625"/>
                <a:gd name="connsiteY1456" fmla="*/ 15050 h 400050"/>
                <a:gd name="connsiteX1457" fmla="*/ 26765 w 47625"/>
                <a:gd name="connsiteY1457" fmla="*/ 14954 h 400050"/>
                <a:gd name="connsiteX1458" fmla="*/ 27146 w 47625"/>
                <a:gd name="connsiteY1458" fmla="*/ 14669 h 400050"/>
                <a:gd name="connsiteX1459" fmla="*/ 26289 w 47625"/>
                <a:gd name="connsiteY1459" fmla="*/ 14573 h 400050"/>
                <a:gd name="connsiteX1460" fmla="*/ 28194 w 47625"/>
                <a:gd name="connsiteY1460" fmla="*/ 51530 h 400050"/>
                <a:gd name="connsiteX1461" fmla="*/ 28289 w 47625"/>
                <a:gd name="connsiteY1461" fmla="*/ 51340 h 400050"/>
                <a:gd name="connsiteX1462" fmla="*/ 28289 w 47625"/>
                <a:gd name="connsiteY1462" fmla="*/ 51340 h 400050"/>
                <a:gd name="connsiteX1463" fmla="*/ 28003 w 47625"/>
                <a:gd name="connsiteY1463" fmla="*/ 51530 h 400050"/>
                <a:gd name="connsiteX1464" fmla="*/ 28194 w 47625"/>
                <a:gd name="connsiteY1464" fmla="*/ 51530 h 400050"/>
                <a:gd name="connsiteX1465" fmla="*/ 27908 w 47625"/>
                <a:gd name="connsiteY1465" fmla="*/ 43053 h 400050"/>
                <a:gd name="connsiteX1466" fmla="*/ 28003 w 47625"/>
                <a:gd name="connsiteY1466" fmla="*/ 42767 h 400050"/>
                <a:gd name="connsiteX1467" fmla="*/ 28003 w 47625"/>
                <a:gd name="connsiteY1467" fmla="*/ 42767 h 400050"/>
                <a:gd name="connsiteX1468" fmla="*/ 27718 w 47625"/>
                <a:gd name="connsiteY1468" fmla="*/ 43148 h 400050"/>
                <a:gd name="connsiteX1469" fmla="*/ 27718 w 47625"/>
                <a:gd name="connsiteY1469" fmla="*/ 43148 h 400050"/>
                <a:gd name="connsiteX1470" fmla="*/ 27718 w 47625"/>
                <a:gd name="connsiteY1470" fmla="*/ 43148 h 400050"/>
                <a:gd name="connsiteX1471" fmla="*/ 27908 w 47625"/>
                <a:gd name="connsiteY1471" fmla="*/ 43053 h 400050"/>
                <a:gd name="connsiteX1472" fmla="*/ 27813 w 47625"/>
                <a:gd name="connsiteY1472" fmla="*/ 360521 h 400050"/>
                <a:gd name="connsiteX1473" fmla="*/ 27813 w 47625"/>
                <a:gd name="connsiteY1473" fmla="*/ 360712 h 400050"/>
                <a:gd name="connsiteX1474" fmla="*/ 27908 w 47625"/>
                <a:gd name="connsiteY1474" fmla="*/ 360712 h 400050"/>
                <a:gd name="connsiteX1475" fmla="*/ 28194 w 47625"/>
                <a:gd name="connsiteY1475" fmla="*/ 360426 h 400050"/>
                <a:gd name="connsiteX1476" fmla="*/ 28194 w 47625"/>
                <a:gd name="connsiteY1476" fmla="*/ 360426 h 400050"/>
                <a:gd name="connsiteX1477" fmla="*/ 27718 w 47625"/>
                <a:gd name="connsiteY1477" fmla="*/ 360331 h 400050"/>
                <a:gd name="connsiteX1478" fmla="*/ 27813 w 47625"/>
                <a:gd name="connsiteY1478" fmla="*/ 360521 h 400050"/>
                <a:gd name="connsiteX1479" fmla="*/ 26860 w 47625"/>
                <a:gd name="connsiteY1479" fmla="*/ 408337 h 400050"/>
                <a:gd name="connsiteX1480" fmla="*/ 26860 w 47625"/>
                <a:gd name="connsiteY1480" fmla="*/ 408623 h 400050"/>
                <a:gd name="connsiteX1481" fmla="*/ 27146 w 47625"/>
                <a:gd name="connsiteY1481" fmla="*/ 408527 h 400050"/>
                <a:gd name="connsiteX1482" fmla="*/ 27337 w 47625"/>
                <a:gd name="connsiteY1482" fmla="*/ 408432 h 400050"/>
                <a:gd name="connsiteX1483" fmla="*/ 27432 w 47625"/>
                <a:gd name="connsiteY1483" fmla="*/ 408242 h 400050"/>
                <a:gd name="connsiteX1484" fmla="*/ 27622 w 47625"/>
                <a:gd name="connsiteY1484" fmla="*/ 408051 h 400050"/>
                <a:gd name="connsiteX1485" fmla="*/ 27146 w 47625"/>
                <a:gd name="connsiteY1485" fmla="*/ 408242 h 400050"/>
                <a:gd name="connsiteX1486" fmla="*/ 26860 w 47625"/>
                <a:gd name="connsiteY1486" fmla="*/ 408337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</a:cxnLst>
              <a:rect l="l" t="t" r="r" b="b"/>
              <a:pathLst>
                <a:path w="47625" h="400050">
                  <a:moveTo>
                    <a:pt x="12097" y="18288"/>
                  </a:moveTo>
                  <a:lnTo>
                    <a:pt x="12192" y="18288"/>
                  </a:lnTo>
                  <a:lnTo>
                    <a:pt x="12287" y="18193"/>
                  </a:lnTo>
                  <a:lnTo>
                    <a:pt x="12382" y="18098"/>
                  </a:lnTo>
                  <a:lnTo>
                    <a:pt x="12478" y="18002"/>
                  </a:lnTo>
                  <a:lnTo>
                    <a:pt x="12382" y="18002"/>
                  </a:lnTo>
                  <a:lnTo>
                    <a:pt x="12287" y="17907"/>
                  </a:lnTo>
                  <a:lnTo>
                    <a:pt x="12192" y="17907"/>
                  </a:lnTo>
                  <a:lnTo>
                    <a:pt x="12097" y="18288"/>
                  </a:lnTo>
                  <a:lnTo>
                    <a:pt x="12097" y="18288"/>
                  </a:lnTo>
                  <a:close/>
                  <a:moveTo>
                    <a:pt x="15430" y="68580"/>
                  </a:moveTo>
                  <a:lnTo>
                    <a:pt x="15430" y="68580"/>
                  </a:lnTo>
                  <a:lnTo>
                    <a:pt x="15526" y="68104"/>
                  </a:lnTo>
                  <a:lnTo>
                    <a:pt x="15526" y="68104"/>
                  </a:lnTo>
                  <a:lnTo>
                    <a:pt x="15335" y="68199"/>
                  </a:lnTo>
                  <a:lnTo>
                    <a:pt x="15145" y="68294"/>
                  </a:lnTo>
                  <a:lnTo>
                    <a:pt x="15145" y="68390"/>
                  </a:lnTo>
                  <a:lnTo>
                    <a:pt x="15240" y="68485"/>
                  </a:lnTo>
                  <a:lnTo>
                    <a:pt x="15430" y="68580"/>
                  </a:lnTo>
                  <a:close/>
                  <a:moveTo>
                    <a:pt x="12859" y="28861"/>
                  </a:moveTo>
                  <a:lnTo>
                    <a:pt x="12859" y="28861"/>
                  </a:lnTo>
                  <a:lnTo>
                    <a:pt x="12954" y="28766"/>
                  </a:lnTo>
                  <a:lnTo>
                    <a:pt x="12859" y="28766"/>
                  </a:lnTo>
                  <a:lnTo>
                    <a:pt x="12763" y="28670"/>
                  </a:lnTo>
                  <a:lnTo>
                    <a:pt x="12668" y="28575"/>
                  </a:lnTo>
                  <a:lnTo>
                    <a:pt x="12668" y="28670"/>
                  </a:lnTo>
                  <a:lnTo>
                    <a:pt x="12573" y="28766"/>
                  </a:lnTo>
                  <a:lnTo>
                    <a:pt x="12573" y="28861"/>
                  </a:lnTo>
                  <a:lnTo>
                    <a:pt x="12859" y="28861"/>
                  </a:lnTo>
                  <a:close/>
                  <a:moveTo>
                    <a:pt x="12382" y="116205"/>
                  </a:moveTo>
                  <a:lnTo>
                    <a:pt x="12573" y="116205"/>
                  </a:lnTo>
                  <a:lnTo>
                    <a:pt x="12668" y="116110"/>
                  </a:lnTo>
                  <a:lnTo>
                    <a:pt x="12668" y="116110"/>
                  </a:lnTo>
                  <a:lnTo>
                    <a:pt x="12382" y="116205"/>
                  </a:lnTo>
                  <a:lnTo>
                    <a:pt x="12382" y="116205"/>
                  </a:lnTo>
                  <a:close/>
                  <a:moveTo>
                    <a:pt x="571" y="177927"/>
                  </a:moveTo>
                  <a:lnTo>
                    <a:pt x="476" y="177737"/>
                  </a:lnTo>
                  <a:lnTo>
                    <a:pt x="476" y="177737"/>
                  </a:lnTo>
                  <a:lnTo>
                    <a:pt x="381" y="177927"/>
                  </a:lnTo>
                  <a:lnTo>
                    <a:pt x="286" y="178118"/>
                  </a:lnTo>
                  <a:lnTo>
                    <a:pt x="286" y="178308"/>
                  </a:lnTo>
                  <a:lnTo>
                    <a:pt x="476" y="178403"/>
                  </a:lnTo>
                  <a:lnTo>
                    <a:pt x="571" y="178499"/>
                  </a:lnTo>
                  <a:lnTo>
                    <a:pt x="762" y="178308"/>
                  </a:lnTo>
                  <a:lnTo>
                    <a:pt x="762" y="178308"/>
                  </a:lnTo>
                  <a:lnTo>
                    <a:pt x="667" y="178213"/>
                  </a:lnTo>
                  <a:lnTo>
                    <a:pt x="571" y="177927"/>
                  </a:lnTo>
                  <a:close/>
                  <a:moveTo>
                    <a:pt x="1143" y="163449"/>
                  </a:moveTo>
                  <a:lnTo>
                    <a:pt x="1143" y="163449"/>
                  </a:lnTo>
                  <a:lnTo>
                    <a:pt x="1048" y="163354"/>
                  </a:lnTo>
                  <a:lnTo>
                    <a:pt x="1048" y="163259"/>
                  </a:lnTo>
                  <a:lnTo>
                    <a:pt x="952" y="163354"/>
                  </a:lnTo>
                  <a:lnTo>
                    <a:pt x="857" y="163449"/>
                  </a:lnTo>
                  <a:lnTo>
                    <a:pt x="857" y="163449"/>
                  </a:lnTo>
                  <a:lnTo>
                    <a:pt x="857" y="163449"/>
                  </a:lnTo>
                  <a:lnTo>
                    <a:pt x="857" y="163544"/>
                  </a:lnTo>
                  <a:lnTo>
                    <a:pt x="857" y="163544"/>
                  </a:lnTo>
                  <a:lnTo>
                    <a:pt x="1143" y="163640"/>
                  </a:lnTo>
                  <a:lnTo>
                    <a:pt x="1143" y="163449"/>
                  </a:lnTo>
                  <a:lnTo>
                    <a:pt x="1143" y="163449"/>
                  </a:lnTo>
                  <a:lnTo>
                    <a:pt x="1143" y="163449"/>
                  </a:lnTo>
                  <a:lnTo>
                    <a:pt x="1143" y="163449"/>
                  </a:lnTo>
                  <a:close/>
                  <a:moveTo>
                    <a:pt x="12097" y="762"/>
                  </a:moveTo>
                  <a:lnTo>
                    <a:pt x="12097" y="762"/>
                  </a:lnTo>
                  <a:lnTo>
                    <a:pt x="11906" y="857"/>
                  </a:lnTo>
                  <a:lnTo>
                    <a:pt x="11716" y="857"/>
                  </a:lnTo>
                  <a:lnTo>
                    <a:pt x="11716" y="953"/>
                  </a:lnTo>
                  <a:lnTo>
                    <a:pt x="12001" y="1238"/>
                  </a:lnTo>
                  <a:lnTo>
                    <a:pt x="12097" y="762"/>
                  </a:lnTo>
                  <a:close/>
                  <a:moveTo>
                    <a:pt x="5905" y="188786"/>
                  </a:moveTo>
                  <a:lnTo>
                    <a:pt x="5905" y="188786"/>
                  </a:lnTo>
                  <a:lnTo>
                    <a:pt x="5810" y="188690"/>
                  </a:lnTo>
                  <a:lnTo>
                    <a:pt x="5810" y="188690"/>
                  </a:lnTo>
                  <a:lnTo>
                    <a:pt x="5715" y="188881"/>
                  </a:lnTo>
                  <a:lnTo>
                    <a:pt x="5620" y="188976"/>
                  </a:lnTo>
                  <a:lnTo>
                    <a:pt x="5620" y="188976"/>
                  </a:lnTo>
                  <a:lnTo>
                    <a:pt x="5620" y="189071"/>
                  </a:lnTo>
                  <a:lnTo>
                    <a:pt x="5905" y="189071"/>
                  </a:lnTo>
                  <a:lnTo>
                    <a:pt x="6001" y="188976"/>
                  </a:lnTo>
                  <a:lnTo>
                    <a:pt x="5905" y="188881"/>
                  </a:lnTo>
                  <a:lnTo>
                    <a:pt x="5905" y="188786"/>
                  </a:lnTo>
                  <a:close/>
                  <a:moveTo>
                    <a:pt x="8001" y="189262"/>
                  </a:moveTo>
                  <a:lnTo>
                    <a:pt x="8001" y="189262"/>
                  </a:lnTo>
                  <a:lnTo>
                    <a:pt x="7906" y="189071"/>
                  </a:lnTo>
                  <a:lnTo>
                    <a:pt x="7810" y="188976"/>
                  </a:lnTo>
                  <a:lnTo>
                    <a:pt x="7810" y="188976"/>
                  </a:lnTo>
                  <a:lnTo>
                    <a:pt x="7715" y="189071"/>
                  </a:lnTo>
                  <a:lnTo>
                    <a:pt x="7620" y="189167"/>
                  </a:lnTo>
                  <a:lnTo>
                    <a:pt x="7620" y="189262"/>
                  </a:lnTo>
                  <a:lnTo>
                    <a:pt x="7620" y="189262"/>
                  </a:lnTo>
                  <a:lnTo>
                    <a:pt x="7810" y="189357"/>
                  </a:lnTo>
                  <a:lnTo>
                    <a:pt x="8001" y="189262"/>
                  </a:lnTo>
                  <a:lnTo>
                    <a:pt x="8001" y="189262"/>
                  </a:lnTo>
                  <a:close/>
                  <a:moveTo>
                    <a:pt x="381" y="36671"/>
                  </a:moveTo>
                  <a:lnTo>
                    <a:pt x="381" y="36671"/>
                  </a:lnTo>
                  <a:lnTo>
                    <a:pt x="190" y="36671"/>
                  </a:lnTo>
                  <a:lnTo>
                    <a:pt x="95" y="36671"/>
                  </a:lnTo>
                  <a:lnTo>
                    <a:pt x="0" y="36862"/>
                  </a:lnTo>
                  <a:lnTo>
                    <a:pt x="95" y="36957"/>
                  </a:lnTo>
                  <a:lnTo>
                    <a:pt x="190" y="36862"/>
                  </a:lnTo>
                  <a:lnTo>
                    <a:pt x="286" y="36767"/>
                  </a:lnTo>
                  <a:lnTo>
                    <a:pt x="381" y="36671"/>
                  </a:lnTo>
                  <a:lnTo>
                    <a:pt x="381" y="36671"/>
                  </a:lnTo>
                  <a:close/>
                  <a:moveTo>
                    <a:pt x="12763" y="7906"/>
                  </a:moveTo>
                  <a:lnTo>
                    <a:pt x="12763" y="7906"/>
                  </a:lnTo>
                  <a:lnTo>
                    <a:pt x="12668" y="8192"/>
                  </a:lnTo>
                  <a:lnTo>
                    <a:pt x="12763" y="8096"/>
                  </a:lnTo>
                  <a:lnTo>
                    <a:pt x="12763" y="7906"/>
                  </a:lnTo>
                  <a:close/>
                  <a:moveTo>
                    <a:pt x="13906" y="175451"/>
                  </a:moveTo>
                  <a:lnTo>
                    <a:pt x="13811" y="175355"/>
                  </a:lnTo>
                  <a:lnTo>
                    <a:pt x="13716" y="175451"/>
                  </a:lnTo>
                  <a:lnTo>
                    <a:pt x="13621" y="175546"/>
                  </a:lnTo>
                  <a:lnTo>
                    <a:pt x="13621" y="175641"/>
                  </a:lnTo>
                  <a:lnTo>
                    <a:pt x="13621" y="175641"/>
                  </a:lnTo>
                  <a:lnTo>
                    <a:pt x="13716" y="175736"/>
                  </a:lnTo>
                  <a:lnTo>
                    <a:pt x="13716" y="175736"/>
                  </a:lnTo>
                  <a:lnTo>
                    <a:pt x="13906" y="175641"/>
                  </a:lnTo>
                  <a:lnTo>
                    <a:pt x="13906" y="175546"/>
                  </a:lnTo>
                  <a:lnTo>
                    <a:pt x="13906" y="175451"/>
                  </a:lnTo>
                  <a:lnTo>
                    <a:pt x="13906" y="175451"/>
                  </a:lnTo>
                  <a:close/>
                  <a:moveTo>
                    <a:pt x="14288" y="149638"/>
                  </a:moveTo>
                  <a:lnTo>
                    <a:pt x="14288" y="149638"/>
                  </a:lnTo>
                  <a:lnTo>
                    <a:pt x="14478" y="149543"/>
                  </a:lnTo>
                  <a:lnTo>
                    <a:pt x="14478" y="149543"/>
                  </a:lnTo>
                  <a:lnTo>
                    <a:pt x="13811" y="149352"/>
                  </a:lnTo>
                  <a:lnTo>
                    <a:pt x="14097" y="149543"/>
                  </a:lnTo>
                  <a:lnTo>
                    <a:pt x="14288" y="149638"/>
                  </a:lnTo>
                  <a:close/>
                  <a:moveTo>
                    <a:pt x="14573" y="13145"/>
                  </a:moveTo>
                  <a:lnTo>
                    <a:pt x="14668" y="13145"/>
                  </a:lnTo>
                  <a:lnTo>
                    <a:pt x="14668" y="13145"/>
                  </a:lnTo>
                  <a:lnTo>
                    <a:pt x="14668" y="13049"/>
                  </a:lnTo>
                  <a:lnTo>
                    <a:pt x="14764" y="12954"/>
                  </a:lnTo>
                  <a:lnTo>
                    <a:pt x="14859" y="12859"/>
                  </a:lnTo>
                  <a:lnTo>
                    <a:pt x="14764" y="12859"/>
                  </a:lnTo>
                  <a:lnTo>
                    <a:pt x="14668" y="12763"/>
                  </a:lnTo>
                  <a:lnTo>
                    <a:pt x="14573" y="12763"/>
                  </a:lnTo>
                  <a:lnTo>
                    <a:pt x="14573" y="13145"/>
                  </a:lnTo>
                  <a:lnTo>
                    <a:pt x="14573" y="13145"/>
                  </a:lnTo>
                  <a:lnTo>
                    <a:pt x="14573" y="13145"/>
                  </a:lnTo>
                  <a:close/>
                  <a:moveTo>
                    <a:pt x="14573" y="29051"/>
                  </a:moveTo>
                  <a:lnTo>
                    <a:pt x="14668" y="28956"/>
                  </a:lnTo>
                  <a:lnTo>
                    <a:pt x="14764" y="28861"/>
                  </a:lnTo>
                  <a:lnTo>
                    <a:pt x="14668" y="28861"/>
                  </a:lnTo>
                  <a:lnTo>
                    <a:pt x="14573" y="28766"/>
                  </a:lnTo>
                  <a:lnTo>
                    <a:pt x="14573" y="28766"/>
                  </a:lnTo>
                  <a:lnTo>
                    <a:pt x="14478" y="28766"/>
                  </a:lnTo>
                  <a:lnTo>
                    <a:pt x="14383" y="29051"/>
                  </a:lnTo>
                  <a:lnTo>
                    <a:pt x="14573" y="29051"/>
                  </a:lnTo>
                  <a:lnTo>
                    <a:pt x="14573" y="29051"/>
                  </a:lnTo>
                  <a:close/>
                  <a:moveTo>
                    <a:pt x="14097" y="2667"/>
                  </a:moveTo>
                  <a:lnTo>
                    <a:pt x="14097" y="2667"/>
                  </a:lnTo>
                  <a:lnTo>
                    <a:pt x="14002" y="2762"/>
                  </a:lnTo>
                  <a:lnTo>
                    <a:pt x="14002" y="2953"/>
                  </a:lnTo>
                  <a:lnTo>
                    <a:pt x="14097" y="2667"/>
                  </a:lnTo>
                  <a:close/>
                  <a:moveTo>
                    <a:pt x="13621" y="172212"/>
                  </a:moveTo>
                  <a:lnTo>
                    <a:pt x="13811" y="172307"/>
                  </a:lnTo>
                  <a:lnTo>
                    <a:pt x="14002" y="172212"/>
                  </a:lnTo>
                  <a:lnTo>
                    <a:pt x="14002" y="172117"/>
                  </a:lnTo>
                  <a:lnTo>
                    <a:pt x="13906" y="172117"/>
                  </a:lnTo>
                  <a:lnTo>
                    <a:pt x="13906" y="172117"/>
                  </a:lnTo>
                  <a:lnTo>
                    <a:pt x="13811" y="172021"/>
                  </a:lnTo>
                  <a:lnTo>
                    <a:pt x="13716" y="172117"/>
                  </a:lnTo>
                  <a:lnTo>
                    <a:pt x="13621" y="172212"/>
                  </a:lnTo>
                  <a:lnTo>
                    <a:pt x="13621" y="172212"/>
                  </a:lnTo>
                  <a:close/>
                  <a:moveTo>
                    <a:pt x="13525" y="86582"/>
                  </a:moveTo>
                  <a:lnTo>
                    <a:pt x="13525" y="86582"/>
                  </a:lnTo>
                  <a:lnTo>
                    <a:pt x="13621" y="86392"/>
                  </a:lnTo>
                  <a:lnTo>
                    <a:pt x="13716" y="86296"/>
                  </a:lnTo>
                  <a:lnTo>
                    <a:pt x="13716" y="86296"/>
                  </a:lnTo>
                  <a:lnTo>
                    <a:pt x="13621" y="86296"/>
                  </a:lnTo>
                  <a:lnTo>
                    <a:pt x="13525" y="86296"/>
                  </a:lnTo>
                  <a:lnTo>
                    <a:pt x="13430" y="86392"/>
                  </a:lnTo>
                  <a:lnTo>
                    <a:pt x="13430" y="86392"/>
                  </a:lnTo>
                  <a:lnTo>
                    <a:pt x="13525" y="86582"/>
                  </a:lnTo>
                  <a:lnTo>
                    <a:pt x="13525" y="86582"/>
                  </a:lnTo>
                  <a:close/>
                  <a:moveTo>
                    <a:pt x="14192" y="40196"/>
                  </a:moveTo>
                  <a:lnTo>
                    <a:pt x="14192" y="40100"/>
                  </a:lnTo>
                  <a:lnTo>
                    <a:pt x="14192" y="40100"/>
                  </a:lnTo>
                  <a:lnTo>
                    <a:pt x="14192" y="40100"/>
                  </a:lnTo>
                  <a:lnTo>
                    <a:pt x="14097" y="40100"/>
                  </a:lnTo>
                  <a:lnTo>
                    <a:pt x="14097" y="40100"/>
                  </a:lnTo>
                  <a:lnTo>
                    <a:pt x="14002" y="40005"/>
                  </a:lnTo>
                  <a:lnTo>
                    <a:pt x="14002" y="40005"/>
                  </a:lnTo>
                  <a:lnTo>
                    <a:pt x="14002" y="40100"/>
                  </a:lnTo>
                  <a:lnTo>
                    <a:pt x="13906" y="40196"/>
                  </a:lnTo>
                  <a:lnTo>
                    <a:pt x="13906" y="40291"/>
                  </a:lnTo>
                  <a:lnTo>
                    <a:pt x="14192" y="40196"/>
                  </a:lnTo>
                  <a:close/>
                  <a:moveTo>
                    <a:pt x="14002" y="141161"/>
                  </a:moveTo>
                  <a:lnTo>
                    <a:pt x="14383" y="141161"/>
                  </a:lnTo>
                  <a:lnTo>
                    <a:pt x="14478" y="140303"/>
                  </a:lnTo>
                  <a:lnTo>
                    <a:pt x="13716" y="140684"/>
                  </a:lnTo>
                  <a:lnTo>
                    <a:pt x="13906" y="141161"/>
                  </a:lnTo>
                  <a:lnTo>
                    <a:pt x="14002" y="141161"/>
                  </a:lnTo>
                  <a:close/>
                  <a:moveTo>
                    <a:pt x="14192" y="92297"/>
                  </a:moveTo>
                  <a:lnTo>
                    <a:pt x="14002" y="92488"/>
                  </a:lnTo>
                  <a:lnTo>
                    <a:pt x="14192" y="92488"/>
                  </a:lnTo>
                  <a:lnTo>
                    <a:pt x="14192" y="92297"/>
                  </a:lnTo>
                  <a:close/>
                  <a:moveTo>
                    <a:pt x="12001" y="59246"/>
                  </a:moveTo>
                  <a:lnTo>
                    <a:pt x="12001" y="59246"/>
                  </a:lnTo>
                  <a:lnTo>
                    <a:pt x="11906" y="59531"/>
                  </a:lnTo>
                  <a:lnTo>
                    <a:pt x="12001" y="59531"/>
                  </a:lnTo>
                  <a:lnTo>
                    <a:pt x="12097" y="59531"/>
                  </a:lnTo>
                  <a:lnTo>
                    <a:pt x="12097" y="59436"/>
                  </a:lnTo>
                  <a:lnTo>
                    <a:pt x="12097" y="59341"/>
                  </a:lnTo>
                  <a:lnTo>
                    <a:pt x="12192" y="59246"/>
                  </a:lnTo>
                  <a:lnTo>
                    <a:pt x="12192" y="59246"/>
                  </a:lnTo>
                  <a:lnTo>
                    <a:pt x="12097" y="59246"/>
                  </a:lnTo>
                  <a:lnTo>
                    <a:pt x="12001" y="59246"/>
                  </a:lnTo>
                  <a:close/>
                  <a:moveTo>
                    <a:pt x="12763" y="60198"/>
                  </a:moveTo>
                  <a:lnTo>
                    <a:pt x="12763" y="60198"/>
                  </a:lnTo>
                  <a:lnTo>
                    <a:pt x="12954" y="60579"/>
                  </a:lnTo>
                  <a:lnTo>
                    <a:pt x="13049" y="59912"/>
                  </a:lnTo>
                  <a:lnTo>
                    <a:pt x="12763" y="60103"/>
                  </a:lnTo>
                  <a:lnTo>
                    <a:pt x="12763" y="60198"/>
                  </a:lnTo>
                  <a:close/>
                  <a:moveTo>
                    <a:pt x="12859" y="109061"/>
                  </a:moveTo>
                  <a:lnTo>
                    <a:pt x="12859" y="109061"/>
                  </a:lnTo>
                  <a:lnTo>
                    <a:pt x="12859" y="108966"/>
                  </a:lnTo>
                  <a:lnTo>
                    <a:pt x="12859" y="108966"/>
                  </a:lnTo>
                  <a:lnTo>
                    <a:pt x="12668" y="109157"/>
                  </a:lnTo>
                  <a:lnTo>
                    <a:pt x="12668" y="109157"/>
                  </a:lnTo>
                  <a:lnTo>
                    <a:pt x="12859" y="109061"/>
                  </a:lnTo>
                  <a:lnTo>
                    <a:pt x="12859" y="109061"/>
                  </a:lnTo>
                  <a:close/>
                  <a:moveTo>
                    <a:pt x="12668" y="251174"/>
                  </a:moveTo>
                  <a:lnTo>
                    <a:pt x="12573" y="251270"/>
                  </a:lnTo>
                  <a:lnTo>
                    <a:pt x="12573" y="251365"/>
                  </a:lnTo>
                  <a:lnTo>
                    <a:pt x="12763" y="251555"/>
                  </a:lnTo>
                  <a:lnTo>
                    <a:pt x="12763" y="250984"/>
                  </a:lnTo>
                  <a:lnTo>
                    <a:pt x="12668" y="251174"/>
                  </a:lnTo>
                  <a:close/>
                  <a:moveTo>
                    <a:pt x="13430" y="347186"/>
                  </a:moveTo>
                  <a:lnTo>
                    <a:pt x="13621" y="347377"/>
                  </a:lnTo>
                  <a:lnTo>
                    <a:pt x="13621" y="346901"/>
                  </a:lnTo>
                  <a:lnTo>
                    <a:pt x="13621" y="346901"/>
                  </a:lnTo>
                  <a:lnTo>
                    <a:pt x="13430" y="346996"/>
                  </a:lnTo>
                  <a:lnTo>
                    <a:pt x="13430" y="347186"/>
                  </a:lnTo>
                  <a:close/>
                  <a:moveTo>
                    <a:pt x="12478" y="186880"/>
                  </a:moveTo>
                  <a:lnTo>
                    <a:pt x="12287" y="187071"/>
                  </a:lnTo>
                  <a:lnTo>
                    <a:pt x="12097" y="187452"/>
                  </a:lnTo>
                  <a:lnTo>
                    <a:pt x="12097" y="187452"/>
                  </a:lnTo>
                  <a:lnTo>
                    <a:pt x="12954" y="186880"/>
                  </a:lnTo>
                  <a:lnTo>
                    <a:pt x="12763" y="186880"/>
                  </a:lnTo>
                  <a:lnTo>
                    <a:pt x="12478" y="186880"/>
                  </a:lnTo>
                  <a:close/>
                  <a:moveTo>
                    <a:pt x="13906" y="253937"/>
                  </a:moveTo>
                  <a:lnTo>
                    <a:pt x="13906" y="253937"/>
                  </a:lnTo>
                  <a:lnTo>
                    <a:pt x="14002" y="253841"/>
                  </a:lnTo>
                  <a:lnTo>
                    <a:pt x="13716" y="253937"/>
                  </a:lnTo>
                  <a:lnTo>
                    <a:pt x="13906" y="253937"/>
                  </a:lnTo>
                  <a:close/>
                  <a:moveTo>
                    <a:pt x="14478" y="351758"/>
                  </a:moveTo>
                  <a:lnTo>
                    <a:pt x="14478" y="351758"/>
                  </a:lnTo>
                  <a:lnTo>
                    <a:pt x="14478" y="351758"/>
                  </a:lnTo>
                  <a:lnTo>
                    <a:pt x="14383" y="351949"/>
                  </a:lnTo>
                  <a:lnTo>
                    <a:pt x="14383" y="352044"/>
                  </a:lnTo>
                  <a:lnTo>
                    <a:pt x="14573" y="352235"/>
                  </a:lnTo>
                  <a:lnTo>
                    <a:pt x="14573" y="352235"/>
                  </a:lnTo>
                  <a:lnTo>
                    <a:pt x="14478" y="351758"/>
                  </a:lnTo>
                  <a:close/>
                  <a:moveTo>
                    <a:pt x="14192" y="177355"/>
                  </a:moveTo>
                  <a:lnTo>
                    <a:pt x="14097" y="177451"/>
                  </a:lnTo>
                  <a:lnTo>
                    <a:pt x="14002" y="177546"/>
                  </a:lnTo>
                  <a:lnTo>
                    <a:pt x="14002" y="177641"/>
                  </a:lnTo>
                  <a:lnTo>
                    <a:pt x="14192" y="177737"/>
                  </a:lnTo>
                  <a:lnTo>
                    <a:pt x="14383" y="177641"/>
                  </a:lnTo>
                  <a:lnTo>
                    <a:pt x="14383" y="177546"/>
                  </a:lnTo>
                  <a:lnTo>
                    <a:pt x="14288" y="177451"/>
                  </a:lnTo>
                  <a:lnTo>
                    <a:pt x="14192" y="177355"/>
                  </a:lnTo>
                  <a:close/>
                  <a:moveTo>
                    <a:pt x="12001" y="109157"/>
                  </a:moveTo>
                  <a:lnTo>
                    <a:pt x="11906" y="109252"/>
                  </a:lnTo>
                  <a:lnTo>
                    <a:pt x="11906" y="109252"/>
                  </a:lnTo>
                  <a:lnTo>
                    <a:pt x="12097" y="109061"/>
                  </a:lnTo>
                  <a:lnTo>
                    <a:pt x="12001" y="109157"/>
                  </a:lnTo>
                  <a:close/>
                  <a:moveTo>
                    <a:pt x="13811" y="183547"/>
                  </a:moveTo>
                  <a:lnTo>
                    <a:pt x="13811" y="183547"/>
                  </a:lnTo>
                  <a:lnTo>
                    <a:pt x="13716" y="183452"/>
                  </a:lnTo>
                  <a:lnTo>
                    <a:pt x="13621" y="183356"/>
                  </a:lnTo>
                  <a:lnTo>
                    <a:pt x="13525" y="183452"/>
                  </a:lnTo>
                  <a:lnTo>
                    <a:pt x="13430" y="183547"/>
                  </a:lnTo>
                  <a:lnTo>
                    <a:pt x="13430" y="183642"/>
                  </a:lnTo>
                  <a:lnTo>
                    <a:pt x="13621" y="183737"/>
                  </a:lnTo>
                  <a:lnTo>
                    <a:pt x="13811" y="183547"/>
                  </a:lnTo>
                  <a:lnTo>
                    <a:pt x="13811" y="183547"/>
                  </a:lnTo>
                  <a:close/>
                  <a:moveTo>
                    <a:pt x="9811" y="232029"/>
                  </a:moveTo>
                  <a:lnTo>
                    <a:pt x="9620" y="232124"/>
                  </a:lnTo>
                  <a:lnTo>
                    <a:pt x="9620" y="232220"/>
                  </a:lnTo>
                  <a:lnTo>
                    <a:pt x="10001" y="232410"/>
                  </a:lnTo>
                  <a:lnTo>
                    <a:pt x="10001" y="232410"/>
                  </a:lnTo>
                  <a:lnTo>
                    <a:pt x="9906" y="231838"/>
                  </a:lnTo>
                  <a:lnTo>
                    <a:pt x="9811" y="232029"/>
                  </a:lnTo>
                  <a:close/>
                  <a:moveTo>
                    <a:pt x="11811" y="35243"/>
                  </a:moveTo>
                  <a:lnTo>
                    <a:pt x="11716" y="35147"/>
                  </a:lnTo>
                  <a:lnTo>
                    <a:pt x="11620" y="35052"/>
                  </a:lnTo>
                  <a:lnTo>
                    <a:pt x="11620" y="35147"/>
                  </a:lnTo>
                  <a:lnTo>
                    <a:pt x="11525" y="35243"/>
                  </a:lnTo>
                  <a:lnTo>
                    <a:pt x="11525" y="35338"/>
                  </a:lnTo>
                  <a:lnTo>
                    <a:pt x="11525" y="35338"/>
                  </a:lnTo>
                  <a:lnTo>
                    <a:pt x="11716" y="35338"/>
                  </a:lnTo>
                  <a:lnTo>
                    <a:pt x="11811" y="35243"/>
                  </a:lnTo>
                  <a:lnTo>
                    <a:pt x="11811" y="35243"/>
                  </a:lnTo>
                  <a:lnTo>
                    <a:pt x="11811" y="35243"/>
                  </a:lnTo>
                  <a:lnTo>
                    <a:pt x="11811" y="35243"/>
                  </a:lnTo>
                  <a:close/>
                  <a:moveTo>
                    <a:pt x="8096" y="199549"/>
                  </a:moveTo>
                  <a:lnTo>
                    <a:pt x="8001" y="199549"/>
                  </a:lnTo>
                  <a:lnTo>
                    <a:pt x="7906" y="199454"/>
                  </a:lnTo>
                  <a:lnTo>
                    <a:pt x="7906" y="199644"/>
                  </a:lnTo>
                  <a:lnTo>
                    <a:pt x="7810" y="199739"/>
                  </a:lnTo>
                  <a:lnTo>
                    <a:pt x="7810" y="199835"/>
                  </a:lnTo>
                  <a:lnTo>
                    <a:pt x="7810" y="199835"/>
                  </a:lnTo>
                  <a:lnTo>
                    <a:pt x="8096" y="199835"/>
                  </a:lnTo>
                  <a:lnTo>
                    <a:pt x="8096" y="199549"/>
                  </a:lnTo>
                  <a:lnTo>
                    <a:pt x="8096" y="199549"/>
                  </a:lnTo>
                  <a:lnTo>
                    <a:pt x="8096" y="199549"/>
                  </a:lnTo>
                  <a:close/>
                  <a:moveTo>
                    <a:pt x="9144" y="98584"/>
                  </a:moveTo>
                  <a:lnTo>
                    <a:pt x="9239" y="98488"/>
                  </a:lnTo>
                  <a:lnTo>
                    <a:pt x="9239" y="98393"/>
                  </a:lnTo>
                  <a:lnTo>
                    <a:pt x="9239" y="98393"/>
                  </a:lnTo>
                  <a:lnTo>
                    <a:pt x="9144" y="98584"/>
                  </a:lnTo>
                  <a:lnTo>
                    <a:pt x="9144" y="98584"/>
                  </a:lnTo>
                  <a:close/>
                  <a:moveTo>
                    <a:pt x="9811" y="217456"/>
                  </a:moveTo>
                  <a:lnTo>
                    <a:pt x="9811" y="217456"/>
                  </a:lnTo>
                  <a:lnTo>
                    <a:pt x="9525" y="217837"/>
                  </a:lnTo>
                  <a:lnTo>
                    <a:pt x="9525" y="217932"/>
                  </a:lnTo>
                  <a:lnTo>
                    <a:pt x="9620" y="217837"/>
                  </a:lnTo>
                  <a:lnTo>
                    <a:pt x="9811" y="217456"/>
                  </a:lnTo>
                  <a:close/>
                  <a:moveTo>
                    <a:pt x="10477" y="286"/>
                  </a:moveTo>
                  <a:lnTo>
                    <a:pt x="10573" y="191"/>
                  </a:lnTo>
                  <a:lnTo>
                    <a:pt x="10573" y="95"/>
                  </a:lnTo>
                  <a:lnTo>
                    <a:pt x="10573" y="0"/>
                  </a:lnTo>
                  <a:lnTo>
                    <a:pt x="10477" y="286"/>
                  </a:lnTo>
                  <a:close/>
                  <a:moveTo>
                    <a:pt x="10287" y="84963"/>
                  </a:moveTo>
                  <a:lnTo>
                    <a:pt x="10287" y="84963"/>
                  </a:lnTo>
                  <a:lnTo>
                    <a:pt x="10287" y="84963"/>
                  </a:lnTo>
                  <a:lnTo>
                    <a:pt x="10287" y="85249"/>
                  </a:lnTo>
                  <a:lnTo>
                    <a:pt x="10382" y="85249"/>
                  </a:lnTo>
                  <a:lnTo>
                    <a:pt x="10382" y="85154"/>
                  </a:lnTo>
                  <a:lnTo>
                    <a:pt x="10382" y="85058"/>
                  </a:lnTo>
                  <a:lnTo>
                    <a:pt x="10477" y="84963"/>
                  </a:lnTo>
                  <a:lnTo>
                    <a:pt x="10287" y="84963"/>
                  </a:lnTo>
                  <a:lnTo>
                    <a:pt x="10287" y="84963"/>
                  </a:lnTo>
                  <a:close/>
                  <a:moveTo>
                    <a:pt x="11049" y="6096"/>
                  </a:moveTo>
                  <a:lnTo>
                    <a:pt x="10954" y="6382"/>
                  </a:lnTo>
                  <a:lnTo>
                    <a:pt x="10954" y="6382"/>
                  </a:lnTo>
                  <a:lnTo>
                    <a:pt x="11049" y="6287"/>
                  </a:lnTo>
                  <a:lnTo>
                    <a:pt x="11049" y="6096"/>
                  </a:lnTo>
                  <a:close/>
                  <a:moveTo>
                    <a:pt x="11525" y="232505"/>
                  </a:moveTo>
                  <a:lnTo>
                    <a:pt x="11430" y="232410"/>
                  </a:lnTo>
                  <a:lnTo>
                    <a:pt x="11430" y="232505"/>
                  </a:lnTo>
                  <a:lnTo>
                    <a:pt x="11430" y="232601"/>
                  </a:lnTo>
                  <a:lnTo>
                    <a:pt x="11430" y="232696"/>
                  </a:lnTo>
                  <a:lnTo>
                    <a:pt x="11620" y="232696"/>
                  </a:lnTo>
                  <a:lnTo>
                    <a:pt x="11716" y="232505"/>
                  </a:lnTo>
                  <a:lnTo>
                    <a:pt x="11620" y="232410"/>
                  </a:lnTo>
                  <a:lnTo>
                    <a:pt x="11525" y="232505"/>
                  </a:lnTo>
                  <a:close/>
                  <a:moveTo>
                    <a:pt x="11716" y="211550"/>
                  </a:moveTo>
                  <a:lnTo>
                    <a:pt x="11716" y="211550"/>
                  </a:lnTo>
                  <a:lnTo>
                    <a:pt x="11620" y="211455"/>
                  </a:lnTo>
                  <a:lnTo>
                    <a:pt x="11525" y="211455"/>
                  </a:lnTo>
                  <a:lnTo>
                    <a:pt x="11430" y="211360"/>
                  </a:lnTo>
                  <a:lnTo>
                    <a:pt x="11430" y="211550"/>
                  </a:lnTo>
                  <a:lnTo>
                    <a:pt x="11335" y="211646"/>
                  </a:lnTo>
                  <a:lnTo>
                    <a:pt x="11335" y="211741"/>
                  </a:lnTo>
                  <a:lnTo>
                    <a:pt x="11525" y="211741"/>
                  </a:lnTo>
                  <a:lnTo>
                    <a:pt x="11716" y="211550"/>
                  </a:lnTo>
                  <a:close/>
                  <a:moveTo>
                    <a:pt x="11239" y="34671"/>
                  </a:moveTo>
                  <a:lnTo>
                    <a:pt x="11144" y="34576"/>
                  </a:lnTo>
                  <a:lnTo>
                    <a:pt x="11049" y="34480"/>
                  </a:lnTo>
                  <a:lnTo>
                    <a:pt x="11049" y="34576"/>
                  </a:lnTo>
                  <a:lnTo>
                    <a:pt x="10954" y="34671"/>
                  </a:lnTo>
                  <a:lnTo>
                    <a:pt x="10954" y="34766"/>
                  </a:lnTo>
                  <a:lnTo>
                    <a:pt x="10954" y="34766"/>
                  </a:lnTo>
                  <a:lnTo>
                    <a:pt x="11144" y="34766"/>
                  </a:lnTo>
                  <a:lnTo>
                    <a:pt x="11239" y="34671"/>
                  </a:lnTo>
                  <a:lnTo>
                    <a:pt x="11239" y="34671"/>
                  </a:lnTo>
                  <a:lnTo>
                    <a:pt x="11239" y="34671"/>
                  </a:lnTo>
                  <a:lnTo>
                    <a:pt x="11239" y="34671"/>
                  </a:lnTo>
                  <a:close/>
                  <a:moveTo>
                    <a:pt x="45720" y="131159"/>
                  </a:moveTo>
                  <a:lnTo>
                    <a:pt x="45815" y="131159"/>
                  </a:lnTo>
                  <a:lnTo>
                    <a:pt x="45815" y="131064"/>
                  </a:lnTo>
                  <a:lnTo>
                    <a:pt x="45815" y="130969"/>
                  </a:lnTo>
                  <a:lnTo>
                    <a:pt x="45815" y="130874"/>
                  </a:lnTo>
                  <a:lnTo>
                    <a:pt x="45815" y="130874"/>
                  </a:lnTo>
                  <a:lnTo>
                    <a:pt x="45720" y="130969"/>
                  </a:lnTo>
                  <a:lnTo>
                    <a:pt x="45625" y="131064"/>
                  </a:lnTo>
                  <a:lnTo>
                    <a:pt x="45625" y="131159"/>
                  </a:lnTo>
                  <a:lnTo>
                    <a:pt x="45720" y="131159"/>
                  </a:lnTo>
                  <a:lnTo>
                    <a:pt x="45720" y="131159"/>
                  </a:lnTo>
                  <a:close/>
                  <a:moveTo>
                    <a:pt x="36957" y="69533"/>
                  </a:moveTo>
                  <a:lnTo>
                    <a:pt x="36957" y="69533"/>
                  </a:lnTo>
                  <a:lnTo>
                    <a:pt x="36957" y="69437"/>
                  </a:lnTo>
                  <a:lnTo>
                    <a:pt x="36862" y="69342"/>
                  </a:lnTo>
                  <a:lnTo>
                    <a:pt x="36862" y="69152"/>
                  </a:lnTo>
                  <a:lnTo>
                    <a:pt x="36862" y="69152"/>
                  </a:lnTo>
                  <a:lnTo>
                    <a:pt x="36766" y="69342"/>
                  </a:lnTo>
                  <a:lnTo>
                    <a:pt x="36671" y="69437"/>
                  </a:lnTo>
                  <a:lnTo>
                    <a:pt x="36671" y="69533"/>
                  </a:lnTo>
                  <a:lnTo>
                    <a:pt x="36862" y="69723"/>
                  </a:lnTo>
                  <a:lnTo>
                    <a:pt x="36957" y="69533"/>
                  </a:lnTo>
                  <a:close/>
                  <a:moveTo>
                    <a:pt x="37528" y="60484"/>
                  </a:moveTo>
                  <a:lnTo>
                    <a:pt x="37243" y="59817"/>
                  </a:lnTo>
                  <a:lnTo>
                    <a:pt x="36957" y="60103"/>
                  </a:lnTo>
                  <a:lnTo>
                    <a:pt x="37052" y="60198"/>
                  </a:lnTo>
                  <a:lnTo>
                    <a:pt x="37528" y="60484"/>
                  </a:lnTo>
                  <a:close/>
                  <a:moveTo>
                    <a:pt x="38862" y="157258"/>
                  </a:moveTo>
                  <a:lnTo>
                    <a:pt x="38862" y="157258"/>
                  </a:lnTo>
                  <a:lnTo>
                    <a:pt x="38957" y="157163"/>
                  </a:lnTo>
                  <a:lnTo>
                    <a:pt x="38767" y="157258"/>
                  </a:lnTo>
                  <a:lnTo>
                    <a:pt x="38767" y="157258"/>
                  </a:lnTo>
                  <a:lnTo>
                    <a:pt x="38862" y="157258"/>
                  </a:lnTo>
                  <a:close/>
                  <a:moveTo>
                    <a:pt x="37719" y="92202"/>
                  </a:moveTo>
                  <a:lnTo>
                    <a:pt x="37719" y="92202"/>
                  </a:lnTo>
                  <a:lnTo>
                    <a:pt x="37814" y="92107"/>
                  </a:lnTo>
                  <a:lnTo>
                    <a:pt x="37719" y="92012"/>
                  </a:lnTo>
                  <a:lnTo>
                    <a:pt x="37624" y="91916"/>
                  </a:lnTo>
                  <a:lnTo>
                    <a:pt x="37624" y="91916"/>
                  </a:lnTo>
                  <a:lnTo>
                    <a:pt x="37624" y="92012"/>
                  </a:lnTo>
                  <a:lnTo>
                    <a:pt x="37528" y="92107"/>
                  </a:lnTo>
                  <a:lnTo>
                    <a:pt x="37528" y="92202"/>
                  </a:lnTo>
                  <a:lnTo>
                    <a:pt x="37719" y="92202"/>
                  </a:lnTo>
                  <a:close/>
                  <a:moveTo>
                    <a:pt x="36576" y="138494"/>
                  </a:moveTo>
                  <a:lnTo>
                    <a:pt x="36481" y="138684"/>
                  </a:lnTo>
                  <a:lnTo>
                    <a:pt x="36385" y="138779"/>
                  </a:lnTo>
                  <a:lnTo>
                    <a:pt x="36385" y="138875"/>
                  </a:lnTo>
                  <a:lnTo>
                    <a:pt x="36576" y="138970"/>
                  </a:lnTo>
                  <a:lnTo>
                    <a:pt x="36576" y="138494"/>
                  </a:lnTo>
                  <a:close/>
                  <a:moveTo>
                    <a:pt x="37909" y="130397"/>
                  </a:moveTo>
                  <a:lnTo>
                    <a:pt x="38005" y="130397"/>
                  </a:lnTo>
                  <a:lnTo>
                    <a:pt x="38005" y="130302"/>
                  </a:lnTo>
                  <a:lnTo>
                    <a:pt x="38005" y="130207"/>
                  </a:lnTo>
                  <a:lnTo>
                    <a:pt x="38005" y="130112"/>
                  </a:lnTo>
                  <a:lnTo>
                    <a:pt x="37909" y="130207"/>
                  </a:lnTo>
                  <a:lnTo>
                    <a:pt x="37814" y="130302"/>
                  </a:lnTo>
                  <a:lnTo>
                    <a:pt x="37814" y="130397"/>
                  </a:lnTo>
                  <a:lnTo>
                    <a:pt x="37909" y="130397"/>
                  </a:lnTo>
                  <a:close/>
                  <a:moveTo>
                    <a:pt x="35814" y="86773"/>
                  </a:moveTo>
                  <a:lnTo>
                    <a:pt x="35814" y="86582"/>
                  </a:lnTo>
                  <a:lnTo>
                    <a:pt x="35814" y="86582"/>
                  </a:lnTo>
                  <a:lnTo>
                    <a:pt x="35719" y="86868"/>
                  </a:lnTo>
                  <a:lnTo>
                    <a:pt x="35719" y="86868"/>
                  </a:lnTo>
                  <a:lnTo>
                    <a:pt x="35814" y="86773"/>
                  </a:lnTo>
                  <a:close/>
                  <a:moveTo>
                    <a:pt x="28194" y="49244"/>
                  </a:moveTo>
                  <a:lnTo>
                    <a:pt x="28194" y="49244"/>
                  </a:lnTo>
                  <a:lnTo>
                    <a:pt x="28003" y="49340"/>
                  </a:lnTo>
                  <a:lnTo>
                    <a:pt x="27908" y="49435"/>
                  </a:lnTo>
                  <a:lnTo>
                    <a:pt x="28194" y="49244"/>
                  </a:lnTo>
                  <a:close/>
                  <a:moveTo>
                    <a:pt x="29527" y="46101"/>
                  </a:moveTo>
                  <a:lnTo>
                    <a:pt x="29527" y="46006"/>
                  </a:lnTo>
                  <a:lnTo>
                    <a:pt x="29432" y="45911"/>
                  </a:lnTo>
                  <a:lnTo>
                    <a:pt x="29432" y="45720"/>
                  </a:lnTo>
                  <a:lnTo>
                    <a:pt x="29337" y="45911"/>
                  </a:lnTo>
                  <a:lnTo>
                    <a:pt x="29146" y="46006"/>
                  </a:lnTo>
                  <a:lnTo>
                    <a:pt x="29146" y="46101"/>
                  </a:lnTo>
                  <a:lnTo>
                    <a:pt x="29337" y="46292"/>
                  </a:lnTo>
                  <a:lnTo>
                    <a:pt x="29527" y="46101"/>
                  </a:lnTo>
                  <a:close/>
                  <a:moveTo>
                    <a:pt x="35719" y="221171"/>
                  </a:moveTo>
                  <a:lnTo>
                    <a:pt x="35814" y="221171"/>
                  </a:lnTo>
                  <a:lnTo>
                    <a:pt x="35814" y="221075"/>
                  </a:lnTo>
                  <a:lnTo>
                    <a:pt x="35719" y="220980"/>
                  </a:lnTo>
                  <a:lnTo>
                    <a:pt x="35719" y="220885"/>
                  </a:lnTo>
                  <a:lnTo>
                    <a:pt x="35623" y="220980"/>
                  </a:lnTo>
                  <a:lnTo>
                    <a:pt x="35528" y="221075"/>
                  </a:lnTo>
                  <a:lnTo>
                    <a:pt x="35528" y="221171"/>
                  </a:lnTo>
                  <a:lnTo>
                    <a:pt x="35719" y="221171"/>
                  </a:lnTo>
                  <a:lnTo>
                    <a:pt x="35719" y="221171"/>
                  </a:lnTo>
                  <a:close/>
                  <a:moveTo>
                    <a:pt x="35147" y="88392"/>
                  </a:moveTo>
                  <a:lnTo>
                    <a:pt x="34957" y="88297"/>
                  </a:lnTo>
                  <a:lnTo>
                    <a:pt x="34766" y="88392"/>
                  </a:lnTo>
                  <a:lnTo>
                    <a:pt x="34766" y="88392"/>
                  </a:lnTo>
                  <a:lnTo>
                    <a:pt x="35147" y="88392"/>
                  </a:lnTo>
                  <a:close/>
                  <a:moveTo>
                    <a:pt x="14764" y="65437"/>
                  </a:moveTo>
                  <a:lnTo>
                    <a:pt x="14668" y="65818"/>
                  </a:lnTo>
                  <a:lnTo>
                    <a:pt x="14668" y="66008"/>
                  </a:lnTo>
                  <a:lnTo>
                    <a:pt x="14859" y="66199"/>
                  </a:lnTo>
                  <a:lnTo>
                    <a:pt x="14859" y="66199"/>
                  </a:lnTo>
                  <a:lnTo>
                    <a:pt x="14764" y="65437"/>
                  </a:lnTo>
                  <a:lnTo>
                    <a:pt x="14764" y="65437"/>
                  </a:lnTo>
                  <a:close/>
                  <a:moveTo>
                    <a:pt x="45625" y="221647"/>
                  </a:moveTo>
                  <a:lnTo>
                    <a:pt x="45720" y="221552"/>
                  </a:lnTo>
                  <a:lnTo>
                    <a:pt x="45720" y="221552"/>
                  </a:lnTo>
                  <a:lnTo>
                    <a:pt x="45625" y="221456"/>
                  </a:lnTo>
                  <a:lnTo>
                    <a:pt x="45625" y="221456"/>
                  </a:lnTo>
                  <a:lnTo>
                    <a:pt x="45625" y="221647"/>
                  </a:lnTo>
                  <a:lnTo>
                    <a:pt x="45625" y="221647"/>
                  </a:lnTo>
                  <a:close/>
                  <a:moveTo>
                    <a:pt x="27718" y="11335"/>
                  </a:moveTo>
                  <a:lnTo>
                    <a:pt x="27908" y="10668"/>
                  </a:lnTo>
                  <a:lnTo>
                    <a:pt x="28003" y="9906"/>
                  </a:lnTo>
                  <a:lnTo>
                    <a:pt x="28003" y="9906"/>
                  </a:lnTo>
                  <a:lnTo>
                    <a:pt x="27718" y="9906"/>
                  </a:lnTo>
                  <a:lnTo>
                    <a:pt x="27527" y="10287"/>
                  </a:lnTo>
                  <a:lnTo>
                    <a:pt x="27337" y="10763"/>
                  </a:lnTo>
                  <a:lnTo>
                    <a:pt x="27337" y="11240"/>
                  </a:lnTo>
                  <a:lnTo>
                    <a:pt x="27527" y="11621"/>
                  </a:lnTo>
                  <a:lnTo>
                    <a:pt x="27718" y="11335"/>
                  </a:lnTo>
                  <a:close/>
                  <a:moveTo>
                    <a:pt x="45625" y="269938"/>
                  </a:moveTo>
                  <a:lnTo>
                    <a:pt x="45625" y="269367"/>
                  </a:lnTo>
                  <a:lnTo>
                    <a:pt x="45529" y="269653"/>
                  </a:lnTo>
                  <a:lnTo>
                    <a:pt x="45529" y="269748"/>
                  </a:lnTo>
                  <a:lnTo>
                    <a:pt x="45625" y="269938"/>
                  </a:lnTo>
                  <a:lnTo>
                    <a:pt x="45625" y="269938"/>
                  </a:lnTo>
                  <a:close/>
                  <a:moveTo>
                    <a:pt x="47149" y="96488"/>
                  </a:moveTo>
                  <a:lnTo>
                    <a:pt x="47434" y="96393"/>
                  </a:lnTo>
                  <a:lnTo>
                    <a:pt x="48006" y="96012"/>
                  </a:lnTo>
                  <a:lnTo>
                    <a:pt x="47720" y="96012"/>
                  </a:lnTo>
                  <a:lnTo>
                    <a:pt x="47434" y="96012"/>
                  </a:lnTo>
                  <a:lnTo>
                    <a:pt x="47149" y="96107"/>
                  </a:lnTo>
                  <a:lnTo>
                    <a:pt x="46863" y="96298"/>
                  </a:lnTo>
                  <a:lnTo>
                    <a:pt x="46863" y="96298"/>
                  </a:lnTo>
                  <a:lnTo>
                    <a:pt x="47149" y="96488"/>
                  </a:lnTo>
                  <a:close/>
                  <a:moveTo>
                    <a:pt x="50006" y="90583"/>
                  </a:moveTo>
                  <a:lnTo>
                    <a:pt x="50197" y="90107"/>
                  </a:lnTo>
                  <a:lnTo>
                    <a:pt x="50197" y="89630"/>
                  </a:lnTo>
                  <a:lnTo>
                    <a:pt x="50197" y="89630"/>
                  </a:lnTo>
                  <a:lnTo>
                    <a:pt x="50101" y="89249"/>
                  </a:lnTo>
                  <a:lnTo>
                    <a:pt x="49816" y="88868"/>
                  </a:lnTo>
                  <a:lnTo>
                    <a:pt x="49720" y="89154"/>
                  </a:lnTo>
                  <a:lnTo>
                    <a:pt x="50006" y="90583"/>
                  </a:lnTo>
                  <a:lnTo>
                    <a:pt x="50006" y="90583"/>
                  </a:lnTo>
                  <a:close/>
                  <a:moveTo>
                    <a:pt x="40862" y="82391"/>
                  </a:moveTo>
                  <a:lnTo>
                    <a:pt x="41053" y="82296"/>
                  </a:lnTo>
                  <a:lnTo>
                    <a:pt x="40767" y="82296"/>
                  </a:lnTo>
                  <a:lnTo>
                    <a:pt x="40767" y="82296"/>
                  </a:lnTo>
                  <a:lnTo>
                    <a:pt x="40862" y="82391"/>
                  </a:lnTo>
                  <a:close/>
                  <a:moveTo>
                    <a:pt x="39243" y="63341"/>
                  </a:moveTo>
                  <a:lnTo>
                    <a:pt x="39243" y="63151"/>
                  </a:lnTo>
                  <a:lnTo>
                    <a:pt x="39243" y="63055"/>
                  </a:lnTo>
                  <a:lnTo>
                    <a:pt x="39243" y="63055"/>
                  </a:lnTo>
                  <a:lnTo>
                    <a:pt x="39148" y="63151"/>
                  </a:lnTo>
                  <a:lnTo>
                    <a:pt x="39052" y="63246"/>
                  </a:lnTo>
                  <a:lnTo>
                    <a:pt x="38957" y="63341"/>
                  </a:lnTo>
                  <a:lnTo>
                    <a:pt x="39148" y="63532"/>
                  </a:lnTo>
                  <a:lnTo>
                    <a:pt x="39243" y="63341"/>
                  </a:lnTo>
                  <a:close/>
                  <a:moveTo>
                    <a:pt x="39433" y="171641"/>
                  </a:moveTo>
                  <a:lnTo>
                    <a:pt x="39433" y="171641"/>
                  </a:lnTo>
                  <a:lnTo>
                    <a:pt x="39624" y="171450"/>
                  </a:lnTo>
                  <a:lnTo>
                    <a:pt x="39719" y="171355"/>
                  </a:lnTo>
                  <a:lnTo>
                    <a:pt x="39624" y="171355"/>
                  </a:lnTo>
                  <a:lnTo>
                    <a:pt x="39529" y="171355"/>
                  </a:lnTo>
                  <a:lnTo>
                    <a:pt x="39433" y="171355"/>
                  </a:lnTo>
                  <a:lnTo>
                    <a:pt x="39338" y="171545"/>
                  </a:lnTo>
                  <a:lnTo>
                    <a:pt x="39433" y="171641"/>
                  </a:lnTo>
                  <a:lnTo>
                    <a:pt x="39433" y="171641"/>
                  </a:lnTo>
                  <a:close/>
                  <a:moveTo>
                    <a:pt x="42481" y="125825"/>
                  </a:moveTo>
                  <a:lnTo>
                    <a:pt x="42577" y="125825"/>
                  </a:lnTo>
                  <a:lnTo>
                    <a:pt x="42577" y="125730"/>
                  </a:lnTo>
                  <a:lnTo>
                    <a:pt x="42577" y="125730"/>
                  </a:lnTo>
                  <a:lnTo>
                    <a:pt x="42577" y="125635"/>
                  </a:lnTo>
                  <a:lnTo>
                    <a:pt x="42577" y="125635"/>
                  </a:lnTo>
                  <a:lnTo>
                    <a:pt x="42577" y="125540"/>
                  </a:lnTo>
                  <a:lnTo>
                    <a:pt x="42577" y="125540"/>
                  </a:lnTo>
                  <a:lnTo>
                    <a:pt x="42481" y="125635"/>
                  </a:lnTo>
                  <a:lnTo>
                    <a:pt x="42386" y="125730"/>
                  </a:lnTo>
                  <a:lnTo>
                    <a:pt x="42386" y="125825"/>
                  </a:lnTo>
                  <a:lnTo>
                    <a:pt x="42481" y="125825"/>
                  </a:lnTo>
                  <a:lnTo>
                    <a:pt x="42481" y="125825"/>
                  </a:lnTo>
                  <a:close/>
                  <a:moveTo>
                    <a:pt x="42863" y="98012"/>
                  </a:moveTo>
                  <a:lnTo>
                    <a:pt x="42958" y="97917"/>
                  </a:lnTo>
                  <a:lnTo>
                    <a:pt x="42958" y="97917"/>
                  </a:lnTo>
                  <a:lnTo>
                    <a:pt x="42672" y="97917"/>
                  </a:lnTo>
                  <a:lnTo>
                    <a:pt x="42863" y="98012"/>
                  </a:lnTo>
                  <a:lnTo>
                    <a:pt x="42863" y="98012"/>
                  </a:lnTo>
                  <a:close/>
                  <a:moveTo>
                    <a:pt x="16002" y="70580"/>
                  </a:moveTo>
                  <a:lnTo>
                    <a:pt x="16097" y="70295"/>
                  </a:lnTo>
                  <a:lnTo>
                    <a:pt x="15907" y="70676"/>
                  </a:lnTo>
                  <a:lnTo>
                    <a:pt x="15907" y="70676"/>
                  </a:lnTo>
                  <a:lnTo>
                    <a:pt x="16002" y="70580"/>
                  </a:lnTo>
                  <a:close/>
                  <a:moveTo>
                    <a:pt x="19240" y="35052"/>
                  </a:moveTo>
                  <a:lnTo>
                    <a:pt x="18955" y="35433"/>
                  </a:lnTo>
                  <a:lnTo>
                    <a:pt x="18955" y="35433"/>
                  </a:lnTo>
                  <a:lnTo>
                    <a:pt x="19145" y="35338"/>
                  </a:lnTo>
                  <a:lnTo>
                    <a:pt x="19240" y="35052"/>
                  </a:lnTo>
                  <a:close/>
                  <a:moveTo>
                    <a:pt x="18574" y="18669"/>
                  </a:moveTo>
                  <a:lnTo>
                    <a:pt x="18669" y="18669"/>
                  </a:lnTo>
                  <a:lnTo>
                    <a:pt x="18669" y="18574"/>
                  </a:lnTo>
                  <a:lnTo>
                    <a:pt x="18669" y="18479"/>
                  </a:lnTo>
                  <a:lnTo>
                    <a:pt x="18669" y="18479"/>
                  </a:lnTo>
                  <a:lnTo>
                    <a:pt x="18669" y="18479"/>
                  </a:lnTo>
                  <a:lnTo>
                    <a:pt x="18669" y="18383"/>
                  </a:lnTo>
                  <a:lnTo>
                    <a:pt x="18669" y="18383"/>
                  </a:lnTo>
                  <a:lnTo>
                    <a:pt x="18574" y="18383"/>
                  </a:lnTo>
                  <a:lnTo>
                    <a:pt x="18478" y="18383"/>
                  </a:lnTo>
                  <a:lnTo>
                    <a:pt x="18478" y="18479"/>
                  </a:lnTo>
                  <a:lnTo>
                    <a:pt x="18574" y="18669"/>
                  </a:lnTo>
                  <a:lnTo>
                    <a:pt x="18574" y="18669"/>
                  </a:lnTo>
                  <a:close/>
                  <a:moveTo>
                    <a:pt x="18955" y="104680"/>
                  </a:moveTo>
                  <a:lnTo>
                    <a:pt x="19050" y="104489"/>
                  </a:lnTo>
                  <a:lnTo>
                    <a:pt x="19050" y="104489"/>
                  </a:lnTo>
                  <a:lnTo>
                    <a:pt x="18859" y="104680"/>
                  </a:lnTo>
                  <a:lnTo>
                    <a:pt x="18955" y="104680"/>
                  </a:lnTo>
                  <a:close/>
                  <a:moveTo>
                    <a:pt x="18859" y="25718"/>
                  </a:moveTo>
                  <a:lnTo>
                    <a:pt x="18955" y="25622"/>
                  </a:lnTo>
                  <a:lnTo>
                    <a:pt x="19050" y="25527"/>
                  </a:lnTo>
                  <a:lnTo>
                    <a:pt x="18955" y="25527"/>
                  </a:lnTo>
                  <a:lnTo>
                    <a:pt x="18859" y="25432"/>
                  </a:lnTo>
                  <a:lnTo>
                    <a:pt x="18859" y="25432"/>
                  </a:lnTo>
                  <a:lnTo>
                    <a:pt x="18764" y="25432"/>
                  </a:lnTo>
                  <a:lnTo>
                    <a:pt x="18669" y="25718"/>
                  </a:lnTo>
                  <a:lnTo>
                    <a:pt x="18859" y="25718"/>
                  </a:lnTo>
                  <a:lnTo>
                    <a:pt x="18859" y="25718"/>
                  </a:lnTo>
                  <a:close/>
                  <a:moveTo>
                    <a:pt x="18478" y="46577"/>
                  </a:moveTo>
                  <a:lnTo>
                    <a:pt x="18288" y="46673"/>
                  </a:lnTo>
                  <a:lnTo>
                    <a:pt x="18193" y="46768"/>
                  </a:lnTo>
                  <a:lnTo>
                    <a:pt x="18193" y="46768"/>
                  </a:lnTo>
                  <a:lnTo>
                    <a:pt x="18478" y="46577"/>
                  </a:lnTo>
                  <a:lnTo>
                    <a:pt x="18478" y="46577"/>
                  </a:lnTo>
                  <a:close/>
                  <a:moveTo>
                    <a:pt x="18383" y="202883"/>
                  </a:moveTo>
                  <a:lnTo>
                    <a:pt x="18383" y="202883"/>
                  </a:lnTo>
                  <a:lnTo>
                    <a:pt x="18574" y="202787"/>
                  </a:lnTo>
                  <a:lnTo>
                    <a:pt x="18574" y="202692"/>
                  </a:lnTo>
                  <a:lnTo>
                    <a:pt x="18478" y="202597"/>
                  </a:lnTo>
                  <a:lnTo>
                    <a:pt x="18383" y="202502"/>
                  </a:lnTo>
                  <a:lnTo>
                    <a:pt x="18383" y="202502"/>
                  </a:lnTo>
                  <a:lnTo>
                    <a:pt x="18288" y="202597"/>
                  </a:lnTo>
                  <a:lnTo>
                    <a:pt x="18193" y="202692"/>
                  </a:lnTo>
                  <a:lnTo>
                    <a:pt x="18193" y="202787"/>
                  </a:lnTo>
                  <a:lnTo>
                    <a:pt x="18383" y="202883"/>
                  </a:lnTo>
                  <a:close/>
                  <a:moveTo>
                    <a:pt x="15335" y="13716"/>
                  </a:moveTo>
                  <a:lnTo>
                    <a:pt x="15430" y="13716"/>
                  </a:lnTo>
                  <a:lnTo>
                    <a:pt x="15430" y="13621"/>
                  </a:lnTo>
                  <a:lnTo>
                    <a:pt x="15430" y="13621"/>
                  </a:lnTo>
                  <a:lnTo>
                    <a:pt x="15430" y="13526"/>
                  </a:lnTo>
                  <a:lnTo>
                    <a:pt x="15430" y="13430"/>
                  </a:lnTo>
                  <a:lnTo>
                    <a:pt x="15335" y="13430"/>
                  </a:lnTo>
                  <a:lnTo>
                    <a:pt x="15240" y="13430"/>
                  </a:lnTo>
                  <a:lnTo>
                    <a:pt x="15240" y="13526"/>
                  </a:lnTo>
                  <a:lnTo>
                    <a:pt x="15335" y="13716"/>
                  </a:lnTo>
                  <a:lnTo>
                    <a:pt x="15335" y="13716"/>
                  </a:lnTo>
                  <a:close/>
                  <a:moveTo>
                    <a:pt x="15716" y="4858"/>
                  </a:moveTo>
                  <a:lnTo>
                    <a:pt x="15621" y="4096"/>
                  </a:lnTo>
                  <a:lnTo>
                    <a:pt x="15621" y="4096"/>
                  </a:lnTo>
                  <a:lnTo>
                    <a:pt x="15526" y="4382"/>
                  </a:lnTo>
                  <a:lnTo>
                    <a:pt x="15526" y="4382"/>
                  </a:lnTo>
                  <a:lnTo>
                    <a:pt x="15526" y="4572"/>
                  </a:lnTo>
                  <a:lnTo>
                    <a:pt x="15716" y="4858"/>
                  </a:lnTo>
                  <a:close/>
                  <a:moveTo>
                    <a:pt x="18193" y="28004"/>
                  </a:moveTo>
                  <a:lnTo>
                    <a:pt x="18288" y="28004"/>
                  </a:lnTo>
                  <a:lnTo>
                    <a:pt x="18288" y="28004"/>
                  </a:lnTo>
                  <a:lnTo>
                    <a:pt x="18288" y="27908"/>
                  </a:lnTo>
                  <a:lnTo>
                    <a:pt x="18288" y="27813"/>
                  </a:lnTo>
                  <a:lnTo>
                    <a:pt x="18288" y="27718"/>
                  </a:lnTo>
                  <a:lnTo>
                    <a:pt x="18288" y="27718"/>
                  </a:lnTo>
                  <a:lnTo>
                    <a:pt x="18193" y="27718"/>
                  </a:lnTo>
                  <a:lnTo>
                    <a:pt x="18097" y="27718"/>
                  </a:lnTo>
                  <a:lnTo>
                    <a:pt x="18097" y="27813"/>
                  </a:lnTo>
                  <a:lnTo>
                    <a:pt x="18193" y="28004"/>
                  </a:lnTo>
                  <a:lnTo>
                    <a:pt x="18193" y="28004"/>
                  </a:lnTo>
                  <a:close/>
                  <a:moveTo>
                    <a:pt x="27051" y="41053"/>
                  </a:moveTo>
                  <a:lnTo>
                    <a:pt x="27051" y="41053"/>
                  </a:lnTo>
                  <a:lnTo>
                    <a:pt x="26956" y="41243"/>
                  </a:lnTo>
                  <a:lnTo>
                    <a:pt x="26860" y="41338"/>
                  </a:lnTo>
                  <a:lnTo>
                    <a:pt x="26860" y="41434"/>
                  </a:lnTo>
                  <a:lnTo>
                    <a:pt x="26860" y="41434"/>
                  </a:lnTo>
                  <a:lnTo>
                    <a:pt x="27146" y="41529"/>
                  </a:lnTo>
                  <a:lnTo>
                    <a:pt x="27146" y="41338"/>
                  </a:lnTo>
                  <a:lnTo>
                    <a:pt x="27051" y="41243"/>
                  </a:lnTo>
                  <a:lnTo>
                    <a:pt x="26956" y="41243"/>
                  </a:lnTo>
                  <a:lnTo>
                    <a:pt x="27051" y="41053"/>
                  </a:lnTo>
                  <a:close/>
                  <a:moveTo>
                    <a:pt x="17335" y="75533"/>
                  </a:moveTo>
                  <a:lnTo>
                    <a:pt x="17335" y="75533"/>
                  </a:lnTo>
                  <a:lnTo>
                    <a:pt x="17431" y="75343"/>
                  </a:lnTo>
                  <a:lnTo>
                    <a:pt x="17526" y="75248"/>
                  </a:lnTo>
                  <a:lnTo>
                    <a:pt x="17526" y="75248"/>
                  </a:lnTo>
                  <a:lnTo>
                    <a:pt x="17431" y="75248"/>
                  </a:lnTo>
                  <a:lnTo>
                    <a:pt x="17335" y="75248"/>
                  </a:lnTo>
                  <a:lnTo>
                    <a:pt x="17240" y="75343"/>
                  </a:lnTo>
                  <a:lnTo>
                    <a:pt x="17240" y="75343"/>
                  </a:lnTo>
                  <a:lnTo>
                    <a:pt x="17335" y="75533"/>
                  </a:lnTo>
                  <a:lnTo>
                    <a:pt x="17335" y="75533"/>
                  </a:lnTo>
                  <a:close/>
                  <a:moveTo>
                    <a:pt x="22669" y="95155"/>
                  </a:moveTo>
                  <a:lnTo>
                    <a:pt x="22479" y="95250"/>
                  </a:lnTo>
                  <a:lnTo>
                    <a:pt x="22479" y="95345"/>
                  </a:lnTo>
                  <a:lnTo>
                    <a:pt x="22669" y="95155"/>
                  </a:lnTo>
                  <a:lnTo>
                    <a:pt x="22669" y="95155"/>
                  </a:lnTo>
                  <a:close/>
                  <a:moveTo>
                    <a:pt x="23241" y="40767"/>
                  </a:moveTo>
                  <a:lnTo>
                    <a:pt x="23241" y="40767"/>
                  </a:lnTo>
                  <a:lnTo>
                    <a:pt x="23050" y="40862"/>
                  </a:lnTo>
                  <a:lnTo>
                    <a:pt x="22955" y="40958"/>
                  </a:lnTo>
                  <a:lnTo>
                    <a:pt x="22955" y="40958"/>
                  </a:lnTo>
                  <a:lnTo>
                    <a:pt x="23241" y="40767"/>
                  </a:lnTo>
                  <a:close/>
                  <a:moveTo>
                    <a:pt x="26860" y="8192"/>
                  </a:moveTo>
                  <a:lnTo>
                    <a:pt x="26860" y="8192"/>
                  </a:lnTo>
                  <a:lnTo>
                    <a:pt x="26860" y="8192"/>
                  </a:lnTo>
                  <a:lnTo>
                    <a:pt x="26860" y="8192"/>
                  </a:lnTo>
                  <a:lnTo>
                    <a:pt x="26956" y="8192"/>
                  </a:lnTo>
                  <a:lnTo>
                    <a:pt x="27146" y="7144"/>
                  </a:lnTo>
                  <a:lnTo>
                    <a:pt x="26956" y="7144"/>
                  </a:lnTo>
                  <a:lnTo>
                    <a:pt x="26860" y="7334"/>
                  </a:lnTo>
                  <a:lnTo>
                    <a:pt x="26860" y="7620"/>
                  </a:lnTo>
                  <a:lnTo>
                    <a:pt x="26860" y="8192"/>
                  </a:lnTo>
                  <a:lnTo>
                    <a:pt x="26860" y="8192"/>
                  </a:lnTo>
                  <a:close/>
                  <a:moveTo>
                    <a:pt x="22193" y="101822"/>
                  </a:moveTo>
                  <a:lnTo>
                    <a:pt x="22384" y="101918"/>
                  </a:lnTo>
                  <a:lnTo>
                    <a:pt x="22574" y="101918"/>
                  </a:lnTo>
                  <a:lnTo>
                    <a:pt x="22574" y="101918"/>
                  </a:lnTo>
                  <a:lnTo>
                    <a:pt x="22384" y="101822"/>
                  </a:lnTo>
                  <a:lnTo>
                    <a:pt x="22193" y="101822"/>
                  </a:lnTo>
                  <a:lnTo>
                    <a:pt x="22193" y="101822"/>
                  </a:lnTo>
                  <a:close/>
                  <a:moveTo>
                    <a:pt x="24098" y="14097"/>
                  </a:moveTo>
                  <a:lnTo>
                    <a:pt x="24193" y="14002"/>
                  </a:lnTo>
                  <a:lnTo>
                    <a:pt x="24289" y="13907"/>
                  </a:lnTo>
                  <a:lnTo>
                    <a:pt x="24193" y="13907"/>
                  </a:lnTo>
                  <a:lnTo>
                    <a:pt x="24098" y="13811"/>
                  </a:lnTo>
                  <a:lnTo>
                    <a:pt x="24098" y="13811"/>
                  </a:lnTo>
                  <a:lnTo>
                    <a:pt x="24003" y="13811"/>
                  </a:lnTo>
                  <a:lnTo>
                    <a:pt x="23908" y="14097"/>
                  </a:lnTo>
                  <a:lnTo>
                    <a:pt x="24098" y="14097"/>
                  </a:lnTo>
                  <a:lnTo>
                    <a:pt x="24098" y="14097"/>
                  </a:lnTo>
                  <a:close/>
                  <a:moveTo>
                    <a:pt x="22098" y="258604"/>
                  </a:moveTo>
                  <a:lnTo>
                    <a:pt x="22098" y="258509"/>
                  </a:lnTo>
                  <a:lnTo>
                    <a:pt x="22193" y="258413"/>
                  </a:lnTo>
                  <a:lnTo>
                    <a:pt x="22193" y="258413"/>
                  </a:lnTo>
                  <a:lnTo>
                    <a:pt x="22098" y="258413"/>
                  </a:lnTo>
                  <a:lnTo>
                    <a:pt x="22003" y="258413"/>
                  </a:lnTo>
                  <a:lnTo>
                    <a:pt x="22003" y="258413"/>
                  </a:lnTo>
                  <a:lnTo>
                    <a:pt x="22003" y="258413"/>
                  </a:lnTo>
                  <a:lnTo>
                    <a:pt x="22003" y="258509"/>
                  </a:lnTo>
                  <a:lnTo>
                    <a:pt x="22098" y="258604"/>
                  </a:lnTo>
                  <a:lnTo>
                    <a:pt x="22098" y="258604"/>
                  </a:lnTo>
                  <a:close/>
                  <a:moveTo>
                    <a:pt x="21717" y="360902"/>
                  </a:moveTo>
                  <a:lnTo>
                    <a:pt x="21812" y="361093"/>
                  </a:lnTo>
                  <a:lnTo>
                    <a:pt x="21812" y="361283"/>
                  </a:lnTo>
                  <a:lnTo>
                    <a:pt x="21812" y="361283"/>
                  </a:lnTo>
                  <a:lnTo>
                    <a:pt x="21812" y="361379"/>
                  </a:lnTo>
                  <a:lnTo>
                    <a:pt x="21907" y="361474"/>
                  </a:lnTo>
                  <a:lnTo>
                    <a:pt x="22098" y="361664"/>
                  </a:lnTo>
                  <a:lnTo>
                    <a:pt x="22098" y="361664"/>
                  </a:lnTo>
                  <a:lnTo>
                    <a:pt x="22193" y="361379"/>
                  </a:lnTo>
                  <a:lnTo>
                    <a:pt x="22193" y="361379"/>
                  </a:lnTo>
                  <a:lnTo>
                    <a:pt x="22098" y="361188"/>
                  </a:lnTo>
                  <a:lnTo>
                    <a:pt x="21907" y="361093"/>
                  </a:lnTo>
                  <a:lnTo>
                    <a:pt x="21717" y="360902"/>
                  </a:lnTo>
                  <a:close/>
                  <a:moveTo>
                    <a:pt x="22288" y="11430"/>
                  </a:moveTo>
                  <a:lnTo>
                    <a:pt x="22288" y="11430"/>
                  </a:lnTo>
                  <a:lnTo>
                    <a:pt x="22288" y="11430"/>
                  </a:lnTo>
                  <a:lnTo>
                    <a:pt x="22288" y="11240"/>
                  </a:lnTo>
                  <a:lnTo>
                    <a:pt x="22288" y="11144"/>
                  </a:lnTo>
                  <a:lnTo>
                    <a:pt x="22288" y="11144"/>
                  </a:lnTo>
                  <a:lnTo>
                    <a:pt x="22193" y="11144"/>
                  </a:lnTo>
                  <a:lnTo>
                    <a:pt x="22098" y="11144"/>
                  </a:lnTo>
                  <a:lnTo>
                    <a:pt x="22098" y="11240"/>
                  </a:lnTo>
                  <a:lnTo>
                    <a:pt x="22193" y="11430"/>
                  </a:lnTo>
                  <a:lnTo>
                    <a:pt x="22288" y="11430"/>
                  </a:lnTo>
                  <a:close/>
                  <a:moveTo>
                    <a:pt x="21717" y="21527"/>
                  </a:moveTo>
                  <a:lnTo>
                    <a:pt x="21717" y="21527"/>
                  </a:lnTo>
                  <a:lnTo>
                    <a:pt x="21907" y="21431"/>
                  </a:lnTo>
                  <a:lnTo>
                    <a:pt x="22003" y="21336"/>
                  </a:lnTo>
                  <a:lnTo>
                    <a:pt x="22098" y="21146"/>
                  </a:lnTo>
                  <a:lnTo>
                    <a:pt x="22193" y="20955"/>
                  </a:lnTo>
                  <a:lnTo>
                    <a:pt x="22193" y="20955"/>
                  </a:lnTo>
                  <a:lnTo>
                    <a:pt x="21812" y="21050"/>
                  </a:lnTo>
                  <a:lnTo>
                    <a:pt x="21717" y="21241"/>
                  </a:lnTo>
                  <a:lnTo>
                    <a:pt x="21717" y="21527"/>
                  </a:lnTo>
                  <a:close/>
                  <a:moveTo>
                    <a:pt x="21622" y="13621"/>
                  </a:moveTo>
                  <a:lnTo>
                    <a:pt x="21622" y="13621"/>
                  </a:lnTo>
                  <a:lnTo>
                    <a:pt x="21717" y="13430"/>
                  </a:lnTo>
                  <a:lnTo>
                    <a:pt x="21812" y="13335"/>
                  </a:lnTo>
                  <a:lnTo>
                    <a:pt x="21812" y="13335"/>
                  </a:lnTo>
                  <a:lnTo>
                    <a:pt x="21717" y="13335"/>
                  </a:lnTo>
                  <a:lnTo>
                    <a:pt x="21717" y="13335"/>
                  </a:lnTo>
                  <a:lnTo>
                    <a:pt x="21622" y="13240"/>
                  </a:lnTo>
                  <a:lnTo>
                    <a:pt x="21526" y="13240"/>
                  </a:lnTo>
                  <a:lnTo>
                    <a:pt x="21431" y="13526"/>
                  </a:lnTo>
                  <a:lnTo>
                    <a:pt x="21622" y="13621"/>
                  </a:lnTo>
                  <a:lnTo>
                    <a:pt x="21622" y="13621"/>
                  </a:lnTo>
                  <a:close/>
                  <a:moveTo>
                    <a:pt x="30766" y="50102"/>
                  </a:moveTo>
                  <a:lnTo>
                    <a:pt x="30766" y="50102"/>
                  </a:lnTo>
                  <a:lnTo>
                    <a:pt x="30670" y="50292"/>
                  </a:lnTo>
                  <a:lnTo>
                    <a:pt x="30670" y="50292"/>
                  </a:lnTo>
                  <a:lnTo>
                    <a:pt x="30766" y="50292"/>
                  </a:lnTo>
                  <a:lnTo>
                    <a:pt x="30766" y="50197"/>
                  </a:lnTo>
                  <a:lnTo>
                    <a:pt x="30766" y="50102"/>
                  </a:lnTo>
                  <a:lnTo>
                    <a:pt x="30861" y="50006"/>
                  </a:lnTo>
                  <a:lnTo>
                    <a:pt x="30861" y="50006"/>
                  </a:lnTo>
                  <a:lnTo>
                    <a:pt x="30766" y="50102"/>
                  </a:lnTo>
                  <a:lnTo>
                    <a:pt x="30766" y="50102"/>
                  </a:lnTo>
                  <a:close/>
                  <a:moveTo>
                    <a:pt x="39910" y="112204"/>
                  </a:moveTo>
                  <a:lnTo>
                    <a:pt x="39814" y="112204"/>
                  </a:lnTo>
                  <a:lnTo>
                    <a:pt x="39719" y="112490"/>
                  </a:lnTo>
                  <a:lnTo>
                    <a:pt x="40291" y="112395"/>
                  </a:lnTo>
                  <a:lnTo>
                    <a:pt x="40100" y="112300"/>
                  </a:lnTo>
                  <a:lnTo>
                    <a:pt x="39910" y="112204"/>
                  </a:lnTo>
                  <a:close/>
                  <a:moveTo>
                    <a:pt x="40576" y="277368"/>
                  </a:moveTo>
                  <a:lnTo>
                    <a:pt x="40576" y="277559"/>
                  </a:lnTo>
                  <a:lnTo>
                    <a:pt x="40672" y="277559"/>
                  </a:lnTo>
                  <a:lnTo>
                    <a:pt x="41053" y="277273"/>
                  </a:lnTo>
                  <a:lnTo>
                    <a:pt x="40481" y="277273"/>
                  </a:lnTo>
                  <a:lnTo>
                    <a:pt x="40576" y="277368"/>
                  </a:lnTo>
                  <a:close/>
                  <a:moveTo>
                    <a:pt x="40005" y="200882"/>
                  </a:moveTo>
                  <a:lnTo>
                    <a:pt x="40005" y="200882"/>
                  </a:lnTo>
                  <a:lnTo>
                    <a:pt x="38481" y="200501"/>
                  </a:lnTo>
                  <a:lnTo>
                    <a:pt x="37243" y="200978"/>
                  </a:lnTo>
                  <a:lnTo>
                    <a:pt x="36671" y="202311"/>
                  </a:lnTo>
                  <a:lnTo>
                    <a:pt x="36671" y="202311"/>
                  </a:lnTo>
                  <a:lnTo>
                    <a:pt x="36957" y="203645"/>
                  </a:lnTo>
                  <a:lnTo>
                    <a:pt x="38100" y="204121"/>
                  </a:lnTo>
                  <a:lnTo>
                    <a:pt x="39148" y="203454"/>
                  </a:lnTo>
                  <a:lnTo>
                    <a:pt x="40005" y="202121"/>
                  </a:lnTo>
                  <a:lnTo>
                    <a:pt x="40005" y="200882"/>
                  </a:lnTo>
                  <a:close/>
                  <a:moveTo>
                    <a:pt x="39624" y="387668"/>
                  </a:moveTo>
                  <a:lnTo>
                    <a:pt x="39624" y="387953"/>
                  </a:lnTo>
                  <a:lnTo>
                    <a:pt x="39624" y="388239"/>
                  </a:lnTo>
                  <a:lnTo>
                    <a:pt x="39814" y="388525"/>
                  </a:lnTo>
                  <a:lnTo>
                    <a:pt x="40195" y="388811"/>
                  </a:lnTo>
                  <a:lnTo>
                    <a:pt x="40195" y="388430"/>
                  </a:lnTo>
                  <a:lnTo>
                    <a:pt x="40100" y="388144"/>
                  </a:lnTo>
                  <a:lnTo>
                    <a:pt x="39624" y="387668"/>
                  </a:lnTo>
                  <a:close/>
                  <a:moveTo>
                    <a:pt x="43339" y="158020"/>
                  </a:moveTo>
                  <a:lnTo>
                    <a:pt x="43148" y="158115"/>
                  </a:lnTo>
                  <a:lnTo>
                    <a:pt x="43148" y="158210"/>
                  </a:lnTo>
                  <a:lnTo>
                    <a:pt x="43243" y="158305"/>
                  </a:lnTo>
                  <a:lnTo>
                    <a:pt x="43434" y="158496"/>
                  </a:lnTo>
                  <a:lnTo>
                    <a:pt x="43434" y="158496"/>
                  </a:lnTo>
                  <a:lnTo>
                    <a:pt x="43434" y="157925"/>
                  </a:lnTo>
                  <a:lnTo>
                    <a:pt x="43339" y="158020"/>
                  </a:lnTo>
                  <a:close/>
                  <a:moveTo>
                    <a:pt x="40005" y="66675"/>
                  </a:moveTo>
                  <a:lnTo>
                    <a:pt x="39814" y="66866"/>
                  </a:lnTo>
                  <a:lnTo>
                    <a:pt x="39529" y="67246"/>
                  </a:lnTo>
                  <a:lnTo>
                    <a:pt x="39529" y="67246"/>
                  </a:lnTo>
                  <a:lnTo>
                    <a:pt x="40386" y="66770"/>
                  </a:lnTo>
                  <a:lnTo>
                    <a:pt x="40386" y="66770"/>
                  </a:lnTo>
                  <a:lnTo>
                    <a:pt x="40195" y="66770"/>
                  </a:lnTo>
                  <a:lnTo>
                    <a:pt x="40005" y="66675"/>
                  </a:lnTo>
                  <a:close/>
                  <a:moveTo>
                    <a:pt x="43434" y="276606"/>
                  </a:moveTo>
                  <a:lnTo>
                    <a:pt x="43148" y="276796"/>
                  </a:lnTo>
                  <a:lnTo>
                    <a:pt x="43053" y="276987"/>
                  </a:lnTo>
                  <a:lnTo>
                    <a:pt x="42958" y="277178"/>
                  </a:lnTo>
                  <a:lnTo>
                    <a:pt x="42958" y="277178"/>
                  </a:lnTo>
                  <a:lnTo>
                    <a:pt x="42958" y="277178"/>
                  </a:lnTo>
                  <a:lnTo>
                    <a:pt x="42958" y="277178"/>
                  </a:lnTo>
                  <a:lnTo>
                    <a:pt x="42958" y="277178"/>
                  </a:lnTo>
                  <a:lnTo>
                    <a:pt x="42958" y="277178"/>
                  </a:lnTo>
                  <a:lnTo>
                    <a:pt x="43529" y="276701"/>
                  </a:lnTo>
                  <a:lnTo>
                    <a:pt x="43910" y="276416"/>
                  </a:lnTo>
                  <a:lnTo>
                    <a:pt x="43910" y="276416"/>
                  </a:lnTo>
                  <a:lnTo>
                    <a:pt x="43434" y="276606"/>
                  </a:lnTo>
                  <a:close/>
                  <a:moveTo>
                    <a:pt x="43434" y="352616"/>
                  </a:moveTo>
                  <a:lnTo>
                    <a:pt x="43434" y="352616"/>
                  </a:lnTo>
                  <a:lnTo>
                    <a:pt x="43434" y="352616"/>
                  </a:lnTo>
                  <a:lnTo>
                    <a:pt x="43434" y="352711"/>
                  </a:lnTo>
                  <a:lnTo>
                    <a:pt x="43529" y="352901"/>
                  </a:lnTo>
                  <a:lnTo>
                    <a:pt x="43529" y="352901"/>
                  </a:lnTo>
                  <a:lnTo>
                    <a:pt x="43815" y="352520"/>
                  </a:lnTo>
                  <a:lnTo>
                    <a:pt x="43815" y="352520"/>
                  </a:lnTo>
                  <a:lnTo>
                    <a:pt x="43624" y="352520"/>
                  </a:lnTo>
                  <a:lnTo>
                    <a:pt x="43434" y="352616"/>
                  </a:lnTo>
                  <a:close/>
                  <a:moveTo>
                    <a:pt x="41434" y="166688"/>
                  </a:moveTo>
                  <a:lnTo>
                    <a:pt x="41338" y="166878"/>
                  </a:lnTo>
                  <a:lnTo>
                    <a:pt x="41434" y="166688"/>
                  </a:lnTo>
                  <a:lnTo>
                    <a:pt x="41815" y="166402"/>
                  </a:lnTo>
                  <a:lnTo>
                    <a:pt x="41815" y="166402"/>
                  </a:lnTo>
                  <a:lnTo>
                    <a:pt x="41529" y="166592"/>
                  </a:lnTo>
                  <a:lnTo>
                    <a:pt x="41434" y="166688"/>
                  </a:lnTo>
                  <a:close/>
                  <a:moveTo>
                    <a:pt x="41434" y="94679"/>
                  </a:moveTo>
                  <a:lnTo>
                    <a:pt x="41434" y="94679"/>
                  </a:lnTo>
                  <a:lnTo>
                    <a:pt x="41243" y="94679"/>
                  </a:lnTo>
                  <a:lnTo>
                    <a:pt x="41243" y="94679"/>
                  </a:lnTo>
                  <a:lnTo>
                    <a:pt x="41053" y="94774"/>
                  </a:lnTo>
                  <a:lnTo>
                    <a:pt x="41053" y="94774"/>
                  </a:lnTo>
                  <a:lnTo>
                    <a:pt x="41434" y="94679"/>
                  </a:lnTo>
                  <a:lnTo>
                    <a:pt x="41434" y="94679"/>
                  </a:lnTo>
                  <a:close/>
                  <a:moveTo>
                    <a:pt x="42577" y="346329"/>
                  </a:moveTo>
                  <a:lnTo>
                    <a:pt x="42481" y="346520"/>
                  </a:lnTo>
                  <a:lnTo>
                    <a:pt x="42386" y="346615"/>
                  </a:lnTo>
                  <a:lnTo>
                    <a:pt x="42386" y="346710"/>
                  </a:lnTo>
                  <a:lnTo>
                    <a:pt x="42577" y="346805"/>
                  </a:lnTo>
                  <a:lnTo>
                    <a:pt x="42577" y="346329"/>
                  </a:lnTo>
                  <a:lnTo>
                    <a:pt x="42577" y="346329"/>
                  </a:lnTo>
                  <a:close/>
                  <a:moveTo>
                    <a:pt x="40100" y="167545"/>
                  </a:moveTo>
                  <a:lnTo>
                    <a:pt x="40100" y="167545"/>
                  </a:lnTo>
                  <a:lnTo>
                    <a:pt x="39814" y="167735"/>
                  </a:lnTo>
                  <a:lnTo>
                    <a:pt x="39814" y="167735"/>
                  </a:lnTo>
                  <a:lnTo>
                    <a:pt x="40100" y="167545"/>
                  </a:lnTo>
                  <a:lnTo>
                    <a:pt x="40100" y="167545"/>
                  </a:lnTo>
                  <a:close/>
                  <a:moveTo>
                    <a:pt x="36385" y="357854"/>
                  </a:moveTo>
                  <a:lnTo>
                    <a:pt x="36290" y="357950"/>
                  </a:lnTo>
                  <a:lnTo>
                    <a:pt x="36195" y="358235"/>
                  </a:lnTo>
                  <a:lnTo>
                    <a:pt x="36671" y="357950"/>
                  </a:lnTo>
                  <a:lnTo>
                    <a:pt x="36671" y="357950"/>
                  </a:lnTo>
                  <a:lnTo>
                    <a:pt x="36481" y="357950"/>
                  </a:lnTo>
                  <a:lnTo>
                    <a:pt x="36385" y="357854"/>
                  </a:lnTo>
                  <a:close/>
                  <a:moveTo>
                    <a:pt x="36290" y="333280"/>
                  </a:moveTo>
                  <a:lnTo>
                    <a:pt x="36290" y="333280"/>
                  </a:lnTo>
                  <a:lnTo>
                    <a:pt x="36290" y="333280"/>
                  </a:lnTo>
                  <a:lnTo>
                    <a:pt x="36385" y="333089"/>
                  </a:lnTo>
                  <a:lnTo>
                    <a:pt x="36385" y="332994"/>
                  </a:lnTo>
                  <a:lnTo>
                    <a:pt x="36290" y="332994"/>
                  </a:lnTo>
                  <a:lnTo>
                    <a:pt x="36290" y="332994"/>
                  </a:lnTo>
                  <a:lnTo>
                    <a:pt x="36290" y="332994"/>
                  </a:lnTo>
                  <a:lnTo>
                    <a:pt x="36290" y="332994"/>
                  </a:lnTo>
                  <a:lnTo>
                    <a:pt x="36195" y="333089"/>
                  </a:lnTo>
                  <a:lnTo>
                    <a:pt x="36290" y="333280"/>
                  </a:lnTo>
                  <a:lnTo>
                    <a:pt x="36290" y="333280"/>
                  </a:lnTo>
                  <a:close/>
                  <a:moveTo>
                    <a:pt x="36481" y="279273"/>
                  </a:moveTo>
                  <a:lnTo>
                    <a:pt x="35909" y="279178"/>
                  </a:lnTo>
                  <a:lnTo>
                    <a:pt x="35909" y="279178"/>
                  </a:lnTo>
                  <a:lnTo>
                    <a:pt x="36004" y="279368"/>
                  </a:lnTo>
                  <a:lnTo>
                    <a:pt x="36100" y="279559"/>
                  </a:lnTo>
                  <a:lnTo>
                    <a:pt x="36100" y="279559"/>
                  </a:lnTo>
                  <a:lnTo>
                    <a:pt x="36195" y="279559"/>
                  </a:lnTo>
                  <a:lnTo>
                    <a:pt x="36481" y="279273"/>
                  </a:lnTo>
                  <a:close/>
                  <a:moveTo>
                    <a:pt x="36004" y="246602"/>
                  </a:moveTo>
                  <a:lnTo>
                    <a:pt x="36004" y="246507"/>
                  </a:lnTo>
                  <a:lnTo>
                    <a:pt x="35814" y="245936"/>
                  </a:lnTo>
                  <a:lnTo>
                    <a:pt x="35433" y="245269"/>
                  </a:lnTo>
                  <a:lnTo>
                    <a:pt x="35433" y="245650"/>
                  </a:lnTo>
                  <a:lnTo>
                    <a:pt x="35909" y="247936"/>
                  </a:lnTo>
                  <a:lnTo>
                    <a:pt x="35909" y="247936"/>
                  </a:lnTo>
                  <a:lnTo>
                    <a:pt x="36100" y="247269"/>
                  </a:lnTo>
                  <a:lnTo>
                    <a:pt x="36004" y="246602"/>
                  </a:lnTo>
                  <a:close/>
                  <a:moveTo>
                    <a:pt x="35147" y="328613"/>
                  </a:moveTo>
                  <a:lnTo>
                    <a:pt x="35147" y="328613"/>
                  </a:lnTo>
                  <a:lnTo>
                    <a:pt x="35147" y="328898"/>
                  </a:lnTo>
                  <a:lnTo>
                    <a:pt x="35147" y="328898"/>
                  </a:lnTo>
                  <a:lnTo>
                    <a:pt x="35147" y="328898"/>
                  </a:lnTo>
                  <a:lnTo>
                    <a:pt x="35147" y="328898"/>
                  </a:lnTo>
                  <a:lnTo>
                    <a:pt x="35147" y="328898"/>
                  </a:lnTo>
                  <a:lnTo>
                    <a:pt x="35147" y="328898"/>
                  </a:lnTo>
                  <a:lnTo>
                    <a:pt x="35147" y="328803"/>
                  </a:lnTo>
                  <a:lnTo>
                    <a:pt x="35147" y="328803"/>
                  </a:lnTo>
                  <a:lnTo>
                    <a:pt x="35147" y="328708"/>
                  </a:lnTo>
                  <a:lnTo>
                    <a:pt x="35147" y="328708"/>
                  </a:lnTo>
                  <a:lnTo>
                    <a:pt x="35052" y="328803"/>
                  </a:lnTo>
                  <a:lnTo>
                    <a:pt x="35147" y="328613"/>
                  </a:lnTo>
                  <a:close/>
                  <a:moveTo>
                    <a:pt x="36957" y="339376"/>
                  </a:moveTo>
                  <a:lnTo>
                    <a:pt x="36957" y="339376"/>
                  </a:lnTo>
                  <a:lnTo>
                    <a:pt x="36957" y="339662"/>
                  </a:lnTo>
                  <a:lnTo>
                    <a:pt x="37052" y="339662"/>
                  </a:lnTo>
                  <a:lnTo>
                    <a:pt x="37052" y="339662"/>
                  </a:lnTo>
                  <a:lnTo>
                    <a:pt x="37052" y="339566"/>
                  </a:lnTo>
                  <a:lnTo>
                    <a:pt x="37052" y="339471"/>
                  </a:lnTo>
                  <a:lnTo>
                    <a:pt x="37052" y="339376"/>
                  </a:lnTo>
                  <a:lnTo>
                    <a:pt x="36957" y="339376"/>
                  </a:lnTo>
                  <a:lnTo>
                    <a:pt x="36957" y="339376"/>
                  </a:lnTo>
                  <a:close/>
                  <a:moveTo>
                    <a:pt x="37814" y="278321"/>
                  </a:moveTo>
                  <a:lnTo>
                    <a:pt x="37814" y="278321"/>
                  </a:lnTo>
                  <a:lnTo>
                    <a:pt x="37719" y="278416"/>
                  </a:lnTo>
                  <a:lnTo>
                    <a:pt x="37624" y="278511"/>
                  </a:lnTo>
                  <a:lnTo>
                    <a:pt x="37528" y="278606"/>
                  </a:lnTo>
                  <a:lnTo>
                    <a:pt x="37528" y="278606"/>
                  </a:lnTo>
                  <a:lnTo>
                    <a:pt x="37528" y="278606"/>
                  </a:lnTo>
                  <a:lnTo>
                    <a:pt x="37528" y="278797"/>
                  </a:lnTo>
                  <a:lnTo>
                    <a:pt x="37814" y="278797"/>
                  </a:lnTo>
                  <a:lnTo>
                    <a:pt x="37909" y="278797"/>
                  </a:lnTo>
                  <a:lnTo>
                    <a:pt x="38005" y="278702"/>
                  </a:lnTo>
                  <a:lnTo>
                    <a:pt x="37909" y="278511"/>
                  </a:lnTo>
                  <a:lnTo>
                    <a:pt x="37814" y="278321"/>
                  </a:lnTo>
                  <a:close/>
                  <a:moveTo>
                    <a:pt x="36671" y="73247"/>
                  </a:moveTo>
                  <a:lnTo>
                    <a:pt x="36671" y="73247"/>
                  </a:lnTo>
                  <a:lnTo>
                    <a:pt x="36671" y="73247"/>
                  </a:lnTo>
                  <a:lnTo>
                    <a:pt x="37338" y="72104"/>
                  </a:lnTo>
                  <a:lnTo>
                    <a:pt x="37338" y="72104"/>
                  </a:lnTo>
                  <a:lnTo>
                    <a:pt x="36766" y="72962"/>
                  </a:lnTo>
                  <a:lnTo>
                    <a:pt x="36671" y="73247"/>
                  </a:lnTo>
                  <a:lnTo>
                    <a:pt x="36671" y="73247"/>
                  </a:lnTo>
                  <a:lnTo>
                    <a:pt x="36671" y="73247"/>
                  </a:lnTo>
                  <a:close/>
                  <a:moveTo>
                    <a:pt x="37052" y="266414"/>
                  </a:moveTo>
                  <a:lnTo>
                    <a:pt x="37052" y="266510"/>
                  </a:lnTo>
                  <a:lnTo>
                    <a:pt x="37052" y="266605"/>
                  </a:lnTo>
                  <a:lnTo>
                    <a:pt x="37052" y="266414"/>
                  </a:lnTo>
                  <a:close/>
                  <a:moveTo>
                    <a:pt x="37624" y="227076"/>
                  </a:moveTo>
                  <a:lnTo>
                    <a:pt x="37433" y="227076"/>
                  </a:lnTo>
                  <a:lnTo>
                    <a:pt x="37338" y="227267"/>
                  </a:lnTo>
                  <a:lnTo>
                    <a:pt x="37243" y="227552"/>
                  </a:lnTo>
                  <a:lnTo>
                    <a:pt x="37624" y="227076"/>
                  </a:lnTo>
                  <a:lnTo>
                    <a:pt x="37624" y="227076"/>
                  </a:lnTo>
                  <a:close/>
                  <a:moveTo>
                    <a:pt x="47339" y="217932"/>
                  </a:moveTo>
                  <a:lnTo>
                    <a:pt x="47149" y="218123"/>
                  </a:lnTo>
                  <a:lnTo>
                    <a:pt x="47053" y="218408"/>
                  </a:lnTo>
                  <a:lnTo>
                    <a:pt x="47530" y="217837"/>
                  </a:lnTo>
                  <a:lnTo>
                    <a:pt x="47530" y="217837"/>
                  </a:lnTo>
                  <a:lnTo>
                    <a:pt x="47434" y="217837"/>
                  </a:lnTo>
                  <a:lnTo>
                    <a:pt x="47339" y="217932"/>
                  </a:lnTo>
                  <a:close/>
                  <a:moveTo>
                    <a:pt x="47720" y="145542"/>
                  </a:moveTo>
                  <a:lnTo>
                    <a:pt x="47911" y="145542"/>
                  </a:lnTo>
                  <a:lnTo>
                    <a:pt x="48101" y="145447"/>
                  </a:lnTo>
                  <a:lnTo>
                    <a:pt x="48101" y="145447"/>
                  </a:lnTo>
                  <a:lnTo>
                    <a:pt x="47720" y="145542"/>
                  </a:lnTo>
                  <a:lnTo>
                    <a:pt x="47720" y="145542"/>
                  </a:lnTo>
                  <a:close/>
                  <a:moveTo>
                    <a:pt x="50006" y="144018"/>
                  </a:moveTo>
                  <a:lnTo>
                    <a:pt x="50006" y="144018"/>
                  </a:lnTo>
                  <a:lnTo>
                    <a:pt x="50006" y="144304"/>
                  </a:lnTo>
                  <a:lnTo>
                    <a:pt x="50006" y="144304"/>
                  </a:lnTo>
                  <a:lnTo>
                    <a:pt x="50101" y="144304"/>
                  </a:lnTo>
                  <a:lnTo>
                    <a:pt x="50197" y="144304"/>
                  </a:lnTo>
                  <a:lnTo>
                    <a:pt x="50197" y="144304"/>
                  </a:lnTo>
                  <a:lnTo>
                    <a:pt x="50197" y="144209"/>
                  </a:lnTo>
                  <a:lnTo>
                    <a:pt x="50197" y="144209"/>
                  </a:lnTo>
                  <a:lnTo>
                    <a:pt x="50197" y="144113"/>
                  </a:lnTo>
                  <a:lnTo>
                    <a:pt x="50197" y="144018"/>
                  </a:lnTo>
                  <a:lnTo>
                    <a:pt x="50197" y="144018"/>
                  </a:lnTo>
                  <a:lnTo>
                    <a:pt x="50101" y="144113"/>
                  </a:lnTo>
                  <a:lnTo>
                    <a:pt x="50006" y="144113"/>
                  </a:lnTo>
                  <a:close/>
                  <a:moveTo>
                    <a:pt x="48958" y="144685"/>
                  </a:moveTo>
                  <a:lnTo>
                    <a:pt x="48958" y="144685"/>
                  </a:lnTo>
                  <a:lnTo>
                    <a:pt x="48958" y="144685"/>
                  </a:lnTo>
                  <a:lnTo>
                    <a:pt x="48958" y="144494"/>
                  </a:lnTo>
                  <a:lnTo>
                    <a:pt x="48958" y="144399"/>
                  </a:lnTo>
                  <a:lnTo>
                    <a:pt x="48958" y="144399"/>
                  </a:lnTo>
                  <a:lnTo>
                    <a:pt x="48863" y="144494"/>
                  </a:lnTo>
                  <a:lnTo>
                    <a:pt x="48768" y="144590"/>
                  </a:lnTo>
                  <a:lnTo>
                    <a:pt x="48768" y="144685"/>
                  </a:lnTo>
                  <a:lnTo>
                    <a:pt x="48768" y="144685"/>
                  </a:lnTo>
                  <a:lnTo>
                    <a:pt x="48863" y="144780"/>
                  </a:lnTo>
                  <a:lnTo>
                    <a:pt x="48958" y="144685"/>
                  </a:lnTo>
                  <a:close/>
                  <a:moveTo>
                    <a:pt x="48958" y="210407"/>
                  </a:moveTo>
                  <a:lnTo>
                    <a:pt x="48958" y="210217"/>
                  </a:lnTo>
                  <a:lnTo>
                    <a:pt x="48673" y="210598"/>
                  </a:lnTo>
                  <a:lnTo>
                    <a:pt x="48958" y="210407"/>
                  </a:lnTo>
                  <a:close/>
                  <a:moveTo>
                    <a:pt x="50387" y="92869"/>
                  </a:moveTo>
                  <a:lnTo>
                    <a:pt x="50387" y="92869"/>
                  </a:lnTo>
                  <a:lnTo>
                    <a:pt x="50768" y="92774"/>
                  </a:lnTo>
                  <a:lnTo>
                    <a:pt x="50768" y="92774"/>
                  </a:lnTo>
                  <a:lnTo>
                    <a:pt x="50578" y="92774"/>
                  </a:lnTo>
                  <a:lnTo>
                    <a:pt x="50387" y="92869"/>
                  </a:lnTo>
                  <a:close/>
                  <a:moveTo>
                    <a:pt x="49720" y="93440"/>
                  </a:moveTo>
                  <a:lnTo>
                    <a:pt x="49816" y="93345"/>
                  </a:lnTo>
                  <a:lnTo>
                    <a:pt x="49816" y="93345"/>
                  </a:lnTo>
                  <a:lnTo>
                    <a:pt x="49530" y="93440"/>
                  </a:lnTo>
                  <a:lnTo>
                    <a:pt x="49720" y="93440"/>
                  </a:lnTo>
                  <a:close/>
                  <a:moveTo>
                    <a:pt x="56388" y="192405"/>
                  </a:moveTo>
                  <a:lnTo>
                    <a:pt x="56102" y="192119"/>
                  </a:lnTo>
                  <a:lnTo>
                    <a:pt x="56102" y="192119"/>
                  </a:lnTo>
                  <a:lnTo>
                    <a:pt x="56102" y="192215"/>
                  </a:lnTo>
                  <a:lnTo>
                    <a:pt x="56102" y="192215"/>
                  </a:lnTo>
                  <a:lnTo>
                    <a:pt x="56293" y="192310"/>
                  </a:lnTo>
                  <a:lnTo>
                    <a:pt x="56388" y="192405"/>
                  </a:lnTo>
                  <a:lnTo>
                    <a:pt x="56388" y="192405"/>
                  </a:lnTo>
                  <a:close/>
                  <a:moveTo>
                    <a:pt x="53530" y="139827"/>
                  </a:moveTo>
                  <a:lnTo>
                    <a:pt x="53721" y="139637"/>
                  </a:lnTo>
                  <a:lnTo>
                    <a:pt x="53721" y="139637"/>
                  </a:lnTo>
                  <a:lnTo>
                    <a:pt x="53530" y="139732"/>
                  </a:lnTo>
                  <a:lnTo>
                    <a:pt x="53530" y="139827"/>
                  </a:lnTo>
                  <a:close/>
                  <a:moveTo>
                    <a:pt x="53435" y="140684"/>
                  </a:moveTo>
                  <a:lnTo>
                    <a:pt x="53626" y="140684"/>
                  </a:lnTo>
                  <a:lnTo>
                    <a:pt x="53721" y="140589"/>
                  </a:lnTo>
                  <a:lnTo>
                    <a:pt x="53435" y="140684"/>
                  </a:lnTo>
                  <a:lnTo>
                    <a:pt x="53435" y="140684"/>
                  </a:lnTo>
                  <a:close/>
                  <a:moveTo>
                    <a:pt x="51911" y="142685"/>
                  </a:moveTo>
                  <a:lnTo>
                    <a:pt x="51911" y="142685"/>
                  </a:lnTo>
                  <a:lnTo>
                    <a:pt x="51816" y="142780"/>
                  </a:lnTo>
                  <a:lnTo>
                    <a:pt x="51721" y="142875"/>
                  </a:lnTo>
                  <a:lnTo>
                    <a:pt x="51721" y="142970"/>
                  </a:lnTo>
                  <a:lnTo>
                    <a:pt x="51816" y="143066"/>
                  </a:lnTo>
                  <a:lnTo>
                    <a:pt x="51911" y="143066"/>
                  </a:lnTo>
                  <a:lnTo>
                    <a:pt x="51911" y="142970"/>
                  </a:lnTo>
                  <a:lnTo>
                    <a:pt x="51911" y="142875"/>
                  </a:lnTo>
                  <a:lnTo>
                    <a:pt x="51911" y="142685"/>
                  </a:lnTo>
                  <a:close/>
                  <a:moveTo>
                    <a:pt x="35242" y="227838"/>
                  </a:moveTo>
                  <a:lnTo>
                    <a:pt x="35338" y="227743"/>
                  </a:lnTo>
                  <a:lnTo>
                    <a:pt x="35338" y="227648"/>
                  </a:lnTo>
                  <a:lnTo>
                    <a:pt x="35338" y="227552"/>
                  </a:lnTo>
                  <a:lnTo>
                    <a:pt x="35338" y="227457"/>
                  </a:lnTo>
                  <a:lnTo>
                    <a:pt x="35242" y="227457"/>
                  </a:lnTo>
                  <a:lnTo>
                    <a:pt x="35147" y="227457"/>
                  </a:lnTo>
                  <a:lnTo>
                    <a:pt x="35147" y="227552"/>
                  </a:lnTo>
                  <a:lnTo>
                    <a:pt x="35242" y="227838"/>
                  </a:lnTo>
                  <a:lnTo>
                    <a:pt x="35242" y="227838"/>
                  </a:lnTo>
                  <a:close/>
                  <a:moveTo>
                    <a:pt x="44863" y="87249"/>
                  </a:moveTo>
                  <a:lnTo>
                    <a:pt x="44958" y="87154"/>
                  </a:lnTo>
                  <a:lnTo>
                    <a:pt x="44672" y="87249"/>
                  </a:lnTo>
                  <a:lnTo>
                    <a:pt x="44863" y="87249"/>
                  </a:lnTo>
                  <a:close/>
                  <a:moveTo>
                    <a:pt x="43339" y="189738"/>
                  </a:moveTo>
                  <a:lnTo>
                    <a:pt x="43339" y="189738"/>
                  </a:lnTo>
                  <a:lnTo>
                    <a:pt x="43434" y="189833"/>
                  </a:lnTo>
                  <a:lnTo>
                    <a:pt x="43434" y="189833"/>
                  </a:lnTo>
                  <a:lnTo>
                    <a:pt x="43339" y="189548"/>
                  </a:lnTo>
                  <a:lnTo>
                    <a:pt x="43339" y="189738"/>
                  </a:lnTo>
                  <a:close/>
                  <a:moveTo>
                    <a:pt x="44767" y="275177"/>
                  </a:moveTo>
                  <a:lnTo>
                    <a:pt x="44767" y="275177"/>
                  </a:lnTo>
                  <a:lnTo>
                    <a:pt x="44672" y="275368"/>
                  </a:lnTo>
                  <a:lnTo>
                    <a:pt x="44672" y="275368"/>
                  </a:lnTo>
                  <a:lnTo>
                    <a:pt x="44767" y="275558"/>
                  </a:lnTo>
                  <a:lnTo>
                    <a:pt x="44767" y="275463"/>
                  </a:lnTo>
                  <a:lnTo>
                    <a:pt x="44958" y="275082"/>
                  </a:lnTo>
                  <a:lnTo>
                    <a:pt x="44958" y="275082"/>
                  </a:lnTo>
                  <a:lnTo>
                    <a:pt x="44767" y="275177"/>
                  </a:lnTo>
                  <a:lnTo>
                    <a:pt x="44767" y="275177"/>
                  </a:lnTo>
                  <a:close/>
                  <a:moveTo>
                    <a:pt x="43434" y="150495"/>
                  </a:moveTo>
                  <a:lnTo>
                    <a:pt x="43053" y="151733"/>
                  </a:lnTo>
                  <a:lnTo>
                    <a:pt x="42481" y="153067"/>
                  </a:lnTo>
                  <a:lnTo>
                    <a:pt x="41624" y="154115"/>
                  </a:lnTo>
                  <a:lnTo>
                    <a:pt x="41624" y="154877"/>
                  </a:lnTo>
                  <a:lnTo>
                    <a:pt x="42196" y="155353"/>
                  </a:lnTo>
                  <a:lnTo>
                    <a:pt x="43339" y="155258"/>
                  </a:lnTo>
                  <a:lnTo>
                    <a:pt x="44101" y="154305"/>
                  </a:lnTo>
                  <a:lnTo>
                    <a:pt x="44101" y="152876"/>
                  </a:lnTo>
                  <a:lnTo>
                    <a:pt x="44386" y="151733"/>
                  </a:lnTo>
                  <a:lnTo>
                    <a:pt x="44577" y="150876"/>
                  </a:lnTo>
                  <a:lnTo>
                    <a:pt x="44577" y="150876"/>
                  </a:lnTo>
                  <a:lnTo>
                    <a:pt x="44482" y="150304"/>
                  </a:lnTo>
                  <a:lnTo>
                    <a:pt x="43434" y="150495"/>
                  </a:lnTo>
                  <a:close/>
                  <a:moveTo>
                    <a:pt x="44005" y="196977"/>
                  </a:moveTo>
                  <a:lnTo>
                    <a:pt x="44005" y="196977"/>
                  </a:lnTo>
                  <a:lnTo>
                    <a:pt x="44005" y="196977"/>
                  </a:lnTo>
                  <a:lnTo>
                    <a:pt x="43910" y="196882"/>
                  </a:lnTo>
                  <a:lnTo>
                    <a:pt x="43910" y="196882"/>
                  </a:lnTo>
                  <a:lnTo>
                    <a:pt x="44101" y="197168"/>
                  </a:lnTo>
                  <a:lnTo>
                    <a:pt x="44101" y="197168"/>
                  </a:lnTo>
                  <a:lnTo>
                    <a:pt x="44005" y="196977"/>
                  </a:lnTo>
                  <a:close/>
                  <a:moveTo>
                    <a:pt x="45339" y="266795"/>
                  </a:moveTo>
                  <a:lnTo>
                    <a:pt x="45244" y="266891"/>
                  </a:lnTo>
                  <a:lnTo>
                    <a:pt x="45148" y="266986"/>
                  </a:lnTo>
                  <a:lnTo>
                    <a:pt x="45148" y="266986"/>
                  </a:lnTo>
                  <a:lnTo>
                    <a:pt x="45244" y="266986"/>
                  </a:lnTo>
                  <a:lnTo>
                    <a:pt x="45339" y="266795"/>
                  </a:lnTo>
                  <a:close/>
                  <a:moveTo>
                    <a:pt x="46577" y="262414"/>
                  </a:moveTo>
                  <a:lnTo>
                    <a:pt x="46291" y="262795"/>
                  </a:lnTo>
                  <a:lnTo>
                    <a:pt x="46196" y="262985"/>
                  </a:lnTo>
                  <a:lnTo>
                    <a:pt x="46196" y="263176"/>
                  </a:lnTo>
                  <a:lnTo>
                    <a:pt x="46482" y="262985"/>
                  </a:lnTo>
                  <a:lnTo>
                    <a:pt x="47149" y="262604"/>
                  </a:lnTo>
                  <a:lnTo>
                    <a:pt x="47339" y="262509"/>
                  </a:lnTo>
                  <a:lnTo>
                    <a:pt x="47434" y="262414"/>
                  </a:lnTo>
                  <a:lnTo>
                    <a:pt x="47434" y="262414"/>
                  </a:lnTo>
                  <a:lnTo>
                    <a:pt x="46577" y="262414"/>
                  </a:lnTo>
                  <a:close/>
                  <a:moveTo>
                    <a:pt x="46387" y="218218"/>
                  </a:moveTo>
                  <a:lnTo>
                    <a:pt x="46387" y="218218"/>
                  </a:lnTo>
                  <a:lnTo>
                    <a:pt x="46291" y="218408"/>
                  </a:lnTo>
                  <a:lnTo>
                    <a:pt x="46291" y="218504"/>
                  </a:lnTo>
                  <a:lnTo>
                    <a:pt x="46291" y="218599"/>
                  </a:lnTo>
                  <a:lnTo>
                    <a:pt x="46387" y="218218"/>
                  </a:lnTo>
                  <a:close/>
                  <a:moveTo>
                    <a:pt x="45720" y="264128"/>
                  </a:moveTo>
                  <a:lnTo>
                    <a:pt x="45720" y="264224"/>
                  </a:lnTo>
                  <a:lnTo>
                    <a:pt x="45815" y="264414"/>
                  </a:lnTo>
                  <a:lnTo>
                    <a:pt x="45815" y="264414"/>
                  </a:lnTo>
                  <a:lnTo>
                    <a:pt x="46006" y="263938"/>
                  </a:lnTo>
                  <a:lnTo>
                    <a:pt x="45910" y="264033"/>
                  </a:lnTo>
                  <a:lnTo>
                    <a:pt x="45720" y="264128"/>
                  </a:lnTo>
                  <a:close/>
                  <a:moveTo>
                    <a:pt x="45148" y="273844"/>
                  </a:moveTo>
                  <a:lnTo>
                    <a:pt x="45148" y="273844"/>
                  </a:lnTo>
                  <a:lnTo>
                    <a:pt x="45434" y="273368"/>
                  </a:lnTo>
                  <a:lnTo>
                    <a:pt x="45625" y="272891"/>
                  </a:lnTo>
                  <a:lnTo>
                    <a:pt x="45815" y="271748"/>
                  </a:lnTo>
                  <a:lnTo>
                    <a:pt x="45625" y="272129"/>
                  </a:lnTo>
                  <a:lnTo>
                    <a:pt x="45148" y="273844"/>
                  </a:lnTo>
                  <a:close/>
                  <a:moveTo>
                    <a:pt x="18669" y="358712"/>
                  </a:moveTo>
                  <a:lnTo>
                    <a:pt x="18669" y="358902"/>
                  </a:lnTo>
                  <a:lnTo>
                    <a:pt x="18669" y="358902"/>
                  </a:lnTo>
                  <a:lnTo>
                    <a:pt x="18669" y="358997"/>
                  </a:lnTo>
                  <a:lnTo>
                    <a:pt x="18669" y="359093"/>
                  </a:lnTo>
                  <a:lnTo>
                    <a:pt x="18669" y="359188"/>
                  </a:lnTo>
                  <a:lnTo>
                    <a:pt x="18669" y="359283"/>
                  </a:lnTo>
                  <a:lnTo>
                    <a:pt x="18859" y="359378"/>
                  </a:lnTo>
                  <a:lnTo>
                    <a:pt x="18859" y="359378"/>
                  </a:lnTo>
                  <a:lnTo>
                    <a:pt x="18669" y="358712"/>
                  </a:lnTo>
                  <a:lnTo>
                    <a:pt x="18669" y="358712"/>
                  </a:lnTo>
                  <a:close/>
                  <a:moveTo>
                    <a:pt x="23431" y="43148"/>
                  </a:moveTo>
                  <a:lnTo>
                    <a:pt x="23146" y="43339"/>
                  </a:lnTo>
                  <a:lnTo>
                    <a:pt x="23146" y="43339"/>
                  </a:lnTo>
                  <a:lnTo>
                    <a:pt x="23336" y="43339"/>
                  </a:lnTo>
                  <a:lnTo>
                    <a:pt x="23431" y="43148"/>
                  </a:lnTo>
                  <a:close/>
                  <a:moveTo>
                    <a:pt x="20098" y="23051"/>
                  </a:moveTo>
                  <a:lnTo>
                    <a:pt x="20002" y="23146"/>
                  </a:lnTo>
                  <a:lnTo>
                    <a:pt x="20002" y="23432"/>
                  </a:lnTo>
                  <a:lnTo>
                    <a:pt x="20383" y="23051"/>
                  </a:lnTo>
                  <a:lnTo>
                    <a:pt x="20193" y="23051"/>
                  </a:lnTo>
                  <a:lnTo>
                    <a:pt x="20098" y="23051"/>
                  </a:lnTo>
                  <a:close/>
                  <a:moveTo>
                    <a:pt x="18955" y="205169"/>
                  </a:moveTo>
                  <a:lnTo>
                    <a:pt x="18955" y="205169"/>
                  </a:lnTo>
                  <a:lnTo>
                    <a:pt x="18859" y="205073"/>
                  </a:lnTo>
                  <a:lnTo>
                    <a:pt x="18859" y="205264"/>
                  </a:lnTo>
                  <a:lnTo>
                    <a:pt x="18764" y="205359"/>
                  </a:lnTo>
                  <a:lnTo>
                    <a:pt x="18764" y="205359"/>
                  </a:lnTo>
                  <a:lnTo>
                    <a:pt x="18764" y="205454"/>
                  </a:lnTo>
                  <a:lnTo>
                    <a:pt x="18955" y="205454"/>
                  </a:lnTo>
                  <a:lnTo>
                    <a:pt x="19050" y="205264"/>
                  </a:lnTo>
                  <a:lnTo>
                    <a:pt x="18955" y="205264"/>
                  </a:lnTo>
                  <a:lnTo>
                    <a:pt x="18955" y="205169"/>
                  </a:lnTo>
                  <a:close/>
                  <a:moveTo>
                    <a:pt x="18764" y="259556"/>
                  </a:moveTo>
                  <a:lnTo>
                    <a:pt x="18764" y="259556"/>
                  </a:lnTo>
                  <a:lnTo>
                    <a:pt x="18955" y="259556"/>
                  </a:lnTo>
                  <a:lnTo>
                    <a:pt x="19050" y="259461"/>
                  </a:lnTo>
                  <a:lnTo>
                    <a:pt x="18764" y="259556"/>
                  </a:lnTo>
                  <a:lnTo>
                    <a:pt x="18764" y="259556"/>
                  </a:lnTo>
                  <a:close/>
                  <a:moveTo>
                    <a:pt x="15621" y="116396"/>
                  </a:moveTo>
                  <a:lnTo>
                    <a:pt x="15430" y="116396"/>
                  </a:lnTo>
                  <a:lnTo>
                    <a:pt x="15240" y="116396"/>
                  </a:lnTo>
                  <a:lnTo>
                    <a:pt x="15145" y="116586"/>
                  </a:lnTo>
                  <a:lnTo>
                    <a:pt x="15145" y="117062"/>
                  </a:lnTo>
                  <a:lnTo>
                    <a:pt x="15145" y="117062"/>
                  </a:lnTo>
                  <a:lnTo>
                    <a:pt x="15621" y="116396"/>
                  </a:lnTo>
                  <a:lnTo>
                    <a:pt x="15621" y="116396"/>
                  </a:lnTo>
                  <a:close/>
                  <a:moveTo>
                    <a:pt x="34671" y="166402"/>
                  </a:moveTo>
                  <a:lnTo>
                    <a:pt x="34861" y="166307"/>
                  </a:lnTo>
                  <a:lnTo>
                    <a:pt x="34861" y="166307"/>
                  </a:lnTo>
                  <a:lnTo>
                    <a:pt x="34671" y="166402"/>
                  </a:lnTo>
                  <a:lnTo>
                    <a:pt x="34671" y="166402"/>
                  </a:lnTo>
                  <a:close/>
                  <a:moveTo>
                    <a:pt x="22765" y="257746"/>
                  </a:moveTo>
                  <a:lnTo>
                    <a:pt x="22765" y="257937"/>
                  </a:lnTo>
                  <a:lnTo>
                    <a:pt x="22669" y="258128"/>
                  </a:lnTo>
                  <a:lnTo>
                    <a:pt x="22669" y="258128"/>
                  </a:lnTo>
                  <a:lnTo>
                    <a:pt x="22765" y="258223"/>
                  </a:lnTo>
                  <a:lnTo>
                    <a:pt x="23050" y="258223"/>
                  </a:lnTo>
                  <a:lnTo>
                    <a:pt x="22860" y="257937"/>
                  </a:lnTo>
                  <a:lnTo>
                    <a:pt x="22765" y="257746"/>
                  </a:lnTo>
                  <a:close/>
                  <a:moveTo>
                    <a:pt x="20860" y="42196"/>
                  </a:moveTo>
                  <a:lnTo>
                    <a:pt x="21050" y="42196"/>
                  </a:lnTo>
                  <a:lnTo>
                    <a:pt x="21145" y="42005"/>
                  </a:lnTo>
                  <a:lnTo>
                    <a:pt x="21145" y="42005"/>
                  </a:lnTo>
                  <a:lnTo>
                    <a:pt x="20860" y="42196"/>
                  </a:lnTo>
                  <a:lnTo>
                    <a:pt x="20860" y="42196"/>
                  </a:lnTo>
                  <a:close/>
                  <a:moveTo>
                    <a:pt x="22574" y="405194"/>
                  </a:moveTo>
                  <a:lnTo>
                    <a:pt x="22193" y="404622"/>
                  </a:lnTo>
                  <a:lnTo>
                    <a:pt x="21812" y="404241"/>
                  </a:lnTo>
                  <a:lnTo>
                    <a:pt x="21907" y="403955"/>
                  </a:lnTo>
                  <a:lnTo>
                    <a:pt x="21907" y="403955"/>
                  </a:lnTo>
                  <a:lnTo>
                    <a:pt x="21907" y="403765"/>
                  </a:lnTo>
                  <a:lnTo>
                    <a:pt x="22003" y="403574"/>
                  </a:lnTo>
                  <a:lnTo>
                    <a:pt x="22288" y="403574"/>
                  </a:lnTo>
                  <a:lnTo>
                    <a:pt x="22288" y="403193"/>
                  </a:lnTo>
                  <a:lnTo>
                    <a:pt x="21526" y="403574"/>
                  </a:lnTo>
                  <a:lnTo>
                    <a:pt x="21717" y="404527"/>
                  </a:lnTo>
                  <a:lnTo>
                    <a:pt x="22574" y="406432"/>
                  </a:lnTo>
                  <a:lnTo>
                    <a:pt x="22955" y="406432"/>
                  </a:lnTo>
                  <a:lnTo>
                    <a:pt x="22860" y="405860"/>
                  </a:lnTo>
                  <a:lnTo>
                    <a:pt x="22574" y="405194"/>
                  </a:lnTo>
                  <a:close/>
                  <a:moveTo>
                    <a:pt x="21336" y="102584"/>
                  </a:moveTo>
                  <a:lnTo>
                    <a:pt x="21336" y="102584"/>
                  </a:lnTo>
                  <a:lnTo>
                    <a:pt x="21526" y="102584"/>
                  </a:lnTo>
                  <a:lnTo>
                    <a:pt x="21526" y="102394"/>
                  </a:lnTo>
                  <a:lnTo>
                    <a:pt x="21336" y="102584"/>
                  </a:lnTo>
                  <a:close/>
                  <a:moveTo>
                    <a:pt x="19336" y="103918"/>
                  </a:moveTo>
                  <a:lnTo>
                    <a:pt x="19336" y="103918"/>
                  </a:lnTo>
                  <a:lnTo>
                    <a:pt x="19336" y="103918"/>
                  </a:lnTo>
                  <a:lnTo>
                    <a:pt x="19145" y="104108"/>
                  </a:lnTo>
                  <a:lnTo>
                    <a:pt x="19145" y="104204"/>
                  </a:lnTo>
                  <a:lnTo>
                    <a:pt x="19240" y="104299"/>
                  </a:lnTo>
                  <a:lnTo>
                    <a:pt x="19431" y="104299"/>
                  </a:lnTo>
                  <a:lnTo>
                    <a:pt x="19431" y="104204"/>
                  </a:lnTo>
                  <a:lnTo>
                    <a:pt x="19336" y="104108"/>
                  </a:lnTo>
                  <a:lnTo>
                    <a:pt x="19336" y="103918"/>
                  </a:lnTo>
                  <a:close/>
                  <a:moveTo>
                    <a:pt x="16288" y="13907"/>
                  </a:moveTo>
                  <a:lnTo>
                    <a:pt x="16288" y="13907"/>
                  </a:lnTo>
                  <a:lnTo>
                    <a:pt x="16192" y="14192"/>
                  </a:lnTo>
                  <a:lnTo>
                    <a:pt x="16192" y="14192"/>
                  </a:lnTo>
                  <a:lnTo>
                    <a:pt x="16288" y="14192"/>
                  </a:lnTo>
                  <a:lnTo>
                    <a:pt x="16288" y="14097"/>
                  </a:lnTo>
                  <a:lnTo>
                    <a:pt x="16383" y="14002"/>
                  </a:lnTo>
                  <a:lnTo>
                    <a:pt x="16478" y="13907"/>
                  </a:lnTo>
                  <a:lnTo>
                    <a:pt x="16478" y="13907"/>
                  </a:lnTo>
                  <a:lnTo>
                    <a:pt x="16383" y="13907"/>
                  </a:lnTo>
                  <a:lnTo>
                    <a:pt x="16288" y="13907"/>
                  </a:lnTo>
                  <a:close/>
                  <a:moveTo>
                    <a:pt x="16002" y="356997"/>
                  </a:moveTo>
                  <a:lnTo>
                    <a:pt x="15907" y="356997"/>
                  </a:lnTo>
                  <a:lnTo>
                    <a:pt x="15811" y="356902"/>
                  </a:lnTo>
                  <a:lnTo>
                    <a:pt x="15621" y="356997"/>
                  </a:lnTo>
                  <a:lnTo>
                    <a:pt x="15621" y="357092"/>
                  </a:lnTo>
                  <a:lnTo>
                    <a:pt x="15907" y="357188"/>
                  </a:lnTo>
                  <a:lnTo>
                    <a:pt x="15907" y="357188"/>
                  </a:lnTo>
                  <a:lnTo>
                    <a:pt x="16002" y="356997"/>
                  </a:lnTo>
                  <a:lnTo>
                    <a:pt x="16002" y="356997"/>
                  </a:lnTo>
                  <a:lnTo>
                    <a:pt x="16002" y="356997"/>
                  </a:lnTo>
                  <a:close/>
                  <a:moveTo>
                    <a:pt x="16669" y="86582"/>
                  </a:moveTo>
                  <a:lnTo>
                    <a:pt x="16669" y="86582"/>
                  </a:lnTo>
                  <a:lnTo>
                    <a:pt x="16669" y="86582"/>
                  </a:lnTo>
                  <a:lnTo>
                    <a:pt x="16764" y="86868"/>
                  </a:lnTo>
                  <a:lnTo>
                    <a:pt x="16859" y="86773"/>
                  </a:lnTo>
                  <a:lnTo>
                    <a:pt x="16954" y="86582"/>
                  </a:lnTo>
                  <a:lnTo>
                    <a:pt x="17050" y="86487"/>
                  </a:lnTo>
                  <a:lnTo>
                    <a:pt x="17050" y="86487"/>
                  </a:lnTo>
                  <a:lnTo>
                    <a:pt x="16859" y="86487"/>
                  </a:lnTo>
                  <a:lnTo>
                    <a:pt x="16669" y="86487"/>
                  </a:lnTo>
                  <a:close/>
                  <a:moveTo>
                    <a:pt x="15430" y="149638"/>
                  </a:moveTo>
                  <a:lnTo>
                    <a:pt x="15430" y="149638"/>
                  </a:lnTo>
                  <a:lnTo>
                    <a:pt x="15240" y="149543"/>
                  </a:lnTo>
                  <a:lnTo>
                    <a:pt x="15145" y="149447"/>
                  </a:lnTo>
                  <a:lnTo>
                    <a:pt x="15145" y="149447"/>
                  </a:lnTo>
                  <a:lnTo>
                    <a:pt x="15240" y="149543"/>
                  </a:lnTo>
                  <a:lnTo>
                    <a:pt x="15240" y="149638"/>
                  </a:lnTo>
                  <a:lnTo>
                    <a:pt x="15335" y="149733"/>
                  </a:lnTo>
                  <a:lnTo>
                    <a:pt x="15526" y="149733"/>
                  </a:lnTo>
                  <a:lnTo>
                    <a:pt x="15430" y="149638"/>
                  </a:lnTo>
                  <a:close/>
                  <a:moveTo>
                    <a:pt x="15716" y="210217"/>
                  </a:moveTo>
                  <a:lnTo>
                    <a:pt x="15621" y="210121"/>
                  </a:lnTo>
                  <a:lnTo>
                    <a:pt x="15526" y="210026"/>
                  </a:lnTo>
                  <a:lnTo>
                    <a:pt x="15526" y="210026"/>
                  </a:lnTo>
                  <a:lnTo>
                    <a:pt x="15430" y="210121"/>
                  </a:lnTo>
                  <a:lnTo>
                    <a:pt x="15335" y="210217"/>
                  </a:lnTo>
                  <a:lnTo>
                    <a:pt x="15335" y="210312"/>
                  </a:lnTo>
                  <a:lnTo>
                    <a:pt x="15526" y="210407"/>
                  </a:lnTo>
                  <a:lnTo>
                    <a:pt x="15716" y="210217"/>
                  </a:lnTo>
                  <a:lnTo>
                    <a:pt x="15716" y="210217"/>
                  </a:lnTo>
                  <a:close/>
                  <a:moveTo>
                    <a:pt x="16764" y="73343"/>
                  </a:moveTo>
                  <a:lnTo>
                    <a:pt x="16764" y="73343"/>
                  </a:lnTo>
                  <a:lnTo>
                    <a:pt x="16764" y="73343"/>
                  </a:lnTo>
                  <a:lnTo>
                    <a:pt x="16669" y="73438"/>
                  </a:lnTo>
                  <a:lnTo>
                    <a:pt x="16669" y="73438"/>
                  </a:lnTo>
                  <a:lnTo>
                    <a:pt x="16764" y="73724"/>
                  </a:lnTo>
                  <a:lnTo>
                    <a:pt x="16859" y="73724"/>
                  </a:lnTo>
                  <a:lnTo>
                    <a:pt x="16859" y="73628"/>
                  </a:lnTo>
                  <a:lnTo>
                    <a:pt x="16859" y="73533"/>
                  </a:lnTo>
                  <a:lnTo>
                    <a:pt x="16954" y="73438"/>
                  </a:lnTo>
                  <a:lnTo>
                    <a:pt x="16764" y="73438"/>
                  </a:lnTo>
                  <a:lnTo>
                    <a:pt x="16764" y="73343"/>
                  </a:lnTo>
                  <a:close/>
                  <a:moveTo>
                    <a:pt x="17240" y="84963"/>
                  </a:moveTo>
                  <a:lnTo>
                    <a:pt x="17240" y="84963"/>
                  </a:lnTo>
                  <a:lnTo>
                    <a:pt x="17240" y="84963"/>
                  </a:lnTo>
                  <a:lnTo>
                    <a:pt x="17145" y="85058"/>
                  </a:lnTo>
                  <a:lnTo>
                    <a:pt x="17240" y="85249"/>
                  </a:lnTo>
                  <a:lnTo>
                    <a:pt x="17240" y="85249"/>
                  </a:lnTo>
                  <a:lnTo>
                    <a:pt x="17335" y="85249"/>
                  </a:lnTo>
                  <a:lnTo>
                    <a:pt x="17335" y="85154"/>
                  </a:lnTo>
                  <a:lnTo>
                    <a:pt x="17335" y="85058"/>
                  </a:lnTo>
                  <a:lnTo>
                    <a:pt x="17431" y="84963"/>
                  </a:lnTo>
                  <a:lnTo>
                    <a:pt x="17240" y="84963"/>
                  </a:lnTo>
                  <a:lnTo>
                    <a:pt x="17240" y="84963"/>
                  </a:lnTo>
                  <a:close/>
                  <a:moveTo>
                    <a:pt x="18002" y="39053"/>
                  </a:moveTo>
                  <a:lnTo>
                    <a:pt x="18002" y="39053"/>
                  </a:lnTo>
                  <a:lnTo>
                    <a:pt x="17812" y="38957"/>
                  </a:lnTo>
                  <a:lnTo>
                    <a:pt x="17716" y="38862"/>
                  </a:lnTo>
                  <a:lnTo>
                    <a:pt x="17716" y="38957"/>
                  </a:lnTo>
                  <a:lnTo>
                    <a:pt x="17621" y="39053"/>
                  </a:lnTo>
                  <a:lnTo>
                    <a:pt x="17621" y="39148"/>
                  </a:lnTo>
                  <a:lnTo>
                    <a:pt x="17907" y="39148"/>
                  </a:lnTo>
                  <a:lnTo>
                    <a:pt x="18002" y="39053"/>
                  </a:lnTo>
                  <a:close/>
                  <a:moveTo>
                    <a:pt x="17431" y="78486"/>
                  </a:moveTo>
                  <a:lnTo>
                    <a:pt x="17431" y="78486"/>
                  </a:lnTo>
                  <a:lnTo>
                    <a:pt x="17431" y="78772"/>
                  </a:lnTo>
                  <a:lnTo>
                    <a:pt x="17431" y="78772"/>
                  </a:lnTo>
                  <a:lnTo>
                    <a:pt x="17526" y="78772"/>
                  </a:lnTo>
                  <a:lnTo>
                    <a:pt x="17526" y="78677"/>
                  </a:lnTo>
                  <a:lnTo>
                    <a:pt x="17526" y="78581"/>
                  </a:lnTo>
                  <a:lnTo>
                    <a:pt x="17621" y="78486"/>
                  </a:lnTo>
                  <a:lnTo>
                    <a:pt x="17621" y="78486"/>
                  </a:lnTo>
                  <a:lnTo>
                    <a:pt x="17526" y="78486"/>
                  </a:lnTo>
                  <a:lnTo>
                    <a:pt x="17431" y="78486"/>
                  </a:lnTo>
                  <a:close/>
                  <a:moveTo>
                    <a:pt x="17145" y="218408"/>
                  </a:moveTo>
                  <a:lnTo>
                    <a:pt x="17145" y="218599"/>
                  </a:lnTo>
                  <a:lnTo>
                    <a:pt x="17145" y="218599"/>
                  </a:lnTo>
                  <a:lnTo>
                    <a:pt x="17145" y="218599"/>
                  </a:lnTo>
                  <a:lnTo>
                    <a:pt x="17335" y="218504"/>
                  </a:lnTo>
                  <a:lnTo>
                    <a:pt x="16954" y="218218"/>
                  </a:lnTo>
                  <a:lnTo>
                    <a:pt x="17145" y="218408"/>
                  </a:lnTo>
                  <a:close/>
                  <a:moveTo>
                    <a:pt x="17907" y="229362"/>
                  </a:moveTo>
                  <a:lnTo>
                    <a:pt x="18097" y="229553"/>
                  </a:lnTo>
                  <a:lnTo>
                    <a:pt x="18193" y="229553"/>
                  </a:lnTo>
                  <a:lnTo>
                    <a:pt x="18383" y="229171"/>
                  </a:lnTo>
                  <a:lnTo>
                    <a:pt x="18383" y="229171"/>
                  </a:lnTo>
                  <a:lnTo>
                    <a:pt x="17907" y="229362"/>
                  </a:lnTo>
                  <a:lnTo>
                    <a:pt x="17907" y="229362"/>
                  </a:lnTo>
                  <a:close/>
                  <a:moveTo>
                    <a:pt x="29718" y="52673"/>
                  </a:moveTo>
                  <a:lnTo>
                    <a:pt x="29718" y="52673"/>
                  </a:lnTo>
                  <a:lnTo>
                    <a:pt x="30004" y="52483"/>
                  </a:lnTo>
                  <a:lnTo>
                    <a:pt x="30004" y="52483"/>
                  </a:lnTo>
                  <a:lnTo>
                    <a:pt x="29813" y="52578"/>
                  </a:lnTo>
                  <a:lnTo>
                    <a:pt x="29718" y="52673"/>
                  </a:lnTo>
                  <a:close/>
                  <a:moveTo>
                    <a:pt x="29908" y="53912"/>
                  </a:moveTo>
                  <a:lnTo>
                    <a:pt x="29908" y="53912"/>
                  </a:lnTo>
                  <a:lnTo>
                    <a:pt x="29623" y="54102"/>
                  </a:lnTo>
                  <a:lnTo>
                    <a:pt x="29813" y="54102"/>
                  </a:lnTo>
                  <a:lnTo>
                    <a:pt x="29908" y="53912"/>
                  </a:lnTo>
                  <a:close/>
                  <a:moveTo>
                    <a:pt x="30670" y="48578"/>
                  </a:moveTo>
                  <a:lnTo>
                    <a:pt x="30670" y="48673"/>
                  </a:lnTo>
                  <a:lnTo>
                    <a:pt x="30766" y="48863"/>
                  </a:lnTo>
                  <a:lnTo>
                    <a:pt x="30956" y="48292"/>
                  </a:lnTo>
                  <a:lnTo>
                    <a:pt x="30956" y="48292"/>
                  </a:lnTo>
                  <a:lnTo>
                    <a:pt x="30861" y="48387"/>
                  </a:lnTo>
                  <a:lnTo>
                    <a:pt x="30670" y="48578"/>
                  </a:lnTo>
                  <a:close/>
                  <a:moveTo>
                    <a:pt x="29718" y="273749"/>
                  </a:moveTo>
                  <a:lnTo>
                    <a:pt x="29718" y="273749"/>
                  </a:lnTo>
                  <a:lnTo>
                    <a:pt x="29527" y="273749"/>
                  </a:lnTo>
                  <a:lnTo>
                    <a:pt x="29527" y="274034"/>
                  </a:lnTo>
                  <a:lnTo>
                    <a:pt x="29908" y="273844"/>
                  </a:lnTo>
                  <a:lnTo>
                    <a:pt x="29718" y="273749"/>
                  </a:lnTo>
                  <a:lnTo>
                    <a:pt x="29718" y="273749"/>
                  </a:lnTo>
                  <a:close/>
                  <a:moveTo>
                    <a:pt x="29337" y="403479"/>
                  </a:moveTo>
                  <a:lnTo>
                    <a:pt x="29242" y="403860"/>
                  </a:lnTo>
                  <a:lnTo>
                    <a:pt x="29337" y="404241"/>
                  </a:lnTo>
                  <a:lnTo>
                    <a:pt x="29718" y="404622"/>
                  </a:lnTo>
                  <a:lnTo>
                    <a:pt x="29813" y="403670"/>
                  </a:lnTo>
                  <a:lnTo>
                    <a:pt x="29813" y="403479"/>
                  </a:lnTo>
                  <a:lnTo>
                    <a:pt x="29908" y="403384"/>
                  </a:lnTo>
                  <a:lnTo>
                    <a:pt x="29908" y="403288"/>
                  </a:lnTo>
                  <a:lnTo>
                    <a:pt x="29813" y="403098"/>
                  </a:lnTo>
                  <a:lnTo>
                    <a:pt x="29337" y="403479"/>
                  </a:lnTo>
                  <a:close/>
                  <a:moveTo>
                    <a:pt x="33242" y="241935"/>
                  </a:moveTo>
                  <a:lnTo>
                    <a:pt x="33147" y="242126"/>
                  </a:lnTo>
                  <a:lnTo>
                    <a:pt x="33147" y="242221"/>
                  </a:lnTo>
                  <a:lnTo>
                    <a:pt x="33147" y="242221"/>
                  </a:lnTo>
                  <a:lnTo>
                    <a:pt x="33242" y="242316"/>
                  </a:lnTo>
                  <a:lnTo>
                    <a:pt x="33338" y="242411"/>
                  </a:lnTo>
                  <a:lnTo>
                    <a:pt x="33338" y="242411"/>
                  </a:lnTo>
                  <a:lnTo>
                    <a:pt x="33338" y="241840"/>
                  </a:lnTo>
                  <a:lnTo>
                    <a:pt x="33242" y="241935"/>
                  </a:lnTo>
                  <a:close/>
                  <a:moveTo>
                    <a:pt x="28861" y="405479"/>
                  </a:moveTo>
                  <a:lnTo>
                    <a:pt x="28670" y="405955"/>
                  </a:lnTo>
                  <a:lnTo>
                    <a:pt x="28670" y="406527"/>
                  </a:lnTo>
                  <a:lnTo>
                    <a:pt x="29337" y="405670"/>
                  </a:lnTo>
                  <a:lnTo>
                    <a:pt x="29051" y="405384"/>
                  </a:lnTo>
                  <a:lnTo>
                    <a:pt x="28861" y="405479"/>
                  </a:lnTo>
                  <a:close/>
                  <a:moveTo>
                    <a:pt x="34004" y="91535"/>
                  </a:moveTo>
                  <a:lnTo>
                    <a:pt x="33814" y="91535"/>
                  </a:lnTo>
                  <a:lnTo>
                    <a:pt x="33814" y="91535"/>
                  </a:lnTo>
                  <a:lnTo>
                    <a:pt x="33718" y="91440"/>
                  </a:lnTo>
                  <a:lnTo>
                    <a:pt x="33623" y="91535"/>
                  </a:lnTo>
                  <a:lnTo>
                    <a:pt x="33433" y="91535"/>
                  </a:lnTo>
                  <a:lnTo>
                    <a:pt x="33338" y="91535"/>
                  </a:lnTo>
                  <a:lnTo>
                    <a:pt x="33433" y="91726"/>
                  </a:lnTo>
                  <a:lnTo>
                    <a:pt x="33433" y="91726"/>
                  </a:lnTo>
                  <a:lnTo>
                    <a:pt x="33909" y="91630"/>
                  </a:lnTo>
                  <a:lnTo>
                    <a:pt x="34004" y="91535"/>
                  </a:lnTo>
                  <a:lnTo>
                    <a:pt x="34004" y="91535"/>
                  </a:lnTo>
                  <a:lnTo>
                    <a:pt x="34004" y="91535"/>
                  </a:lnTo>
                  <a:lnTo>
                    <a:pt x="34004" y="91535"/>
                  </a:lnTo>
                  <a:close/>
                  <a:moveTo>
                    <a:pt x="34766" y="250222"/>
                  </a:moveTo>
                  <a:lnTo>
                    <a:pt x="34766" y="250222"/>
                  </a:lnTo>
                  <a:lnTo>
                    <a:pt x="34861" y="249936"/>
                  </a:lnTo>
                  <a:lnTo>
                    <a:pt x="34861" y="249936"/>
                  </a:lnTo>
                  <a:lnTo>
                    <a:pt x="34766" y="250222"/>
                  </a:lnTo>
                  <a:lnTo>
                    <a:pt x="34766" y="250222"/>
                  </a:lnTo>
                  <a:close/>
                  <a:moveTo>
                    <a:pt x="33528" y="268796"/>
                  </a:moveTo>
                  <a:lnTo>
                    <a:pt x="33433" y="268700"/>
                  </a:lnTo>
                  <a:lnTo>
                    <a:pt x="33433" y="268796"/>
                  </a:lnTo>
                  <a:lnTo>
                    <a:pt x="33338" y="268891"/>
                  </a:lnTo>
                  <a:lnTo>
                    <a:pt x="33338" y="268986"/>
                  </a:lnTo>
                  <a:lnTo>
                    <a:pt x="33528" y="269081"/>
                  </a:lnTo>
                  <a:lnTo>
                    <a:pt x="33814" y="268891"/>
                  </a:lnTo>
                  <a:lnTo>
                    <a:pt x="33814" y="268796"/>
                  </a:lnTo>
                  <a:lnTo>
                    <a:pt x="33528" y="268796"/>
                  </a:lnTo>
                  <a:close/>
                  <a:moveTo>
                    <a:pt x="23622" y="98108"/>
                  </a:moveTo>
                  <a:lnTo>
                    <a:pt x="23622" y="98012"/>
                  </a:lnTo>
                  <a:lnTo>
                    <a:pt x="23431" y="98203"/>
                  </a:lnTo>
                  <a:lnTo>
                    <a:pt x="23622" y="98108"/>
                  </a:lnTo>
                  <a:close/>
                  <a:moveTo>
                    <a:pt x="25432" y="17050"/>
                  </a:moveTo>
                  <a:lnTo>
                    <a:pt x="25432" y="16954"/>
                  </a:lnTo>
                  <a:lnTo>
                    <a:pt x="25336" y="16859"/>
                  </a:lnTo>
                  <a:lnTo>
                    <a:pt x="25051" y="16859"/>
                  </a:lnTo>
                  <a:lnTo>
                    <a:pt x="24670" y="17812"/>
                  </a:lnTo>
                  <a:lnTo>
                    <a:pt x="23813" y="19241"/>
                  </a:lnTo>
                  <a:lnTo>
                    <a:pt x="23622" y="20098"/>
                  </a:lnTo>
                  <a:lnTo>
                    <a:pt x="23622" y="20098"/>
                  </a:lnTo>
                  <a:lnTo>
                    <a:pt x="24289" y="19526"/>
                  </a:lnTo>
                  <a:lnTo>
                    <a:pt x="24670" y="18764"/>
                  </a:lnTo>
                  <a:lnTo>
                    <a:pt x="25432" y="17145"/>
                  </a:lnTo>
                  <a:lnTo>
                    <a:pt x="25432" y="17050"/>
                  </a:lnTo>
                  <a:close/>
                  <a:moveTo>
                    <a:pt x="26289" y="39815"/>
                  </a:moveTo>
                  <a:lnTo>
                    <a:pt x="26289" y="39815"/>
                  </a:lnTo>
                  <a:lnTo>
                    <a:pt x="26194" y="40005"/>
                  </a:lnTo>
                  <a:lnTo>
                    <a:pt x="26289" y="40005"/>
                  </a:lnTo>
                  <a:lnTo>
                    <a:pt x="26384" y="40005"/>
                  </a:lnTo>
                  <a:lnTo>
                    <a:pt x="26479" y="39910"/>
                  </a:lnTo>
                  <a:lnTo>
                    <a:pt x="26575" y="39815"/>
                  </a:lnTo>
                  <a:lnTo>
                    <a:pt x="26479" y="39815"/>
                  </a:lnTo>
                  <a:lnTo>
                    <a:pt x="26289" y="39815"/>
                  </a:lnTo>
                  <a:close/>
                  <a:moveTo>
                    <a:pt x="25336" y="408813"/>
                  </a:moveTo>
                  <a:lnTo>
                    <a:pt x="25432" y="408908"/>
                  </a:lnTo>
                  <a:lnTo>
                    <a:pt x="25813" y="408908"/>
                  </a:lnTo>
                  <a:lnTo>
                    <a:pt x="25336" y="408527"/>
                  </a:lnTo>
                  <a:lnTo>
                    <a:pt x="25336" y="408813"/>
                  </a:lnTo>
                  <a:close/>
                  <a:moveTo>
                    <a:pt x="24289" y="239363"/>
                  </a:moveTo>
                  <a:lnTo>
                    <a:pt x="24384" y="239173"/>
                  </a:lnTo>
                  <a:lnTo>
                    <a:pt x="24098" y="239363"/>
                  </a:lnTo>
                  <a:lnTo>
                    <a:pt x="24289" y="239363"/>
                  </a:lnTo>
                  <a:close/>
                  <a:moveTo>
                    <a:pt x="23241" y="407384"/>
                  </a:moveTo>
                  <a:lnTo>
                    <a:pt x="23241" y="407575"/>
                  </a:lnTo>
                  <a:lnTo>
                    <a:pt x="23241" y="407670"/>
                  </a:lnTo>
                  <a:lnTo>
                    <a:pt x="23431" y="407765"/>
                  </a:lnTo>
                  <a:lnTo>
                    <a:pt x="23336" y="407194"/>
                  </a:lnTo>
                  <a:lnTo>
                    <a:pt x="23241" y="407384"/>
                  </a:lnTo>
                  <a:close/>
                  <a:moveTo>
                    <a:pt x="26289" y="14573"/>
                  </a:moveTo>
                  <a:lnTo>
                    <a:pt x="26289" y="14954"/>
                  </a:lnTo>
                  <a:lnTo>
                    <a:pt x="26479" y="15050"/>
                  </a:lnTo>
                  <a:lnTo>
                    <a:pt x="26479" y="15050"/>
                  </a:lnTo>
                  <a:lnTo>
                    <a:pt x="26765" y="14954"/>
                  </a:lnTo>
                  <a:lnTo>
                    <a:pt x="27146" y="14669"/>
                  </a:lnTo>
                  <a:lnTo>
                    <a:pt x="26289" y="14573"/>
                  </a:lnTo>
                  <a:close/>
                  <a:moveTo>
                    <a:pt x="28194" y="51530"/>
                  </a:moveTo>
                  <a:lnTo>
                    <a:pt x="28289" y="51340"/>
                  </a:lnTo>
                  <a:lnTo>
                    <a:pt x="28289" y="51340"/>
                  </a:lnTo>
                  <a:lnTo>
                    <a:pt x="28003" y="51530"/>
                  </a:lnTo>
                  <a:lnTo>
                    <a:pt x="28194" y="51530"/>
                  </a:lnTo>
                  <a:close/>
                  <a:moveTo>
                    <a:pt x="27908" y="43053"/>
                  </a:moveTo>
                  <a:lnTo>
                    <a:pt x="28003" y="42767"/>
                  </a:lnTo>
                  <a:lnTo>
                    <a:pt x="28003" y="42767"/>
                  </a:lnTo>
                  <a:lnTo>
                    <a:pt x="27718" y="43148"/>
                  </a:lnTo>
                  <a:lnTo>
                    <a:pt x="27718" y="43148"/>
                  </a:lnTo>
                  <a:lnTo>
                    <a:pt x="27718" y="43148"/>
                  </a:lnTo>
                  <a:lnTo>
                    <a:pt x="27908" y="43053"/>
                  </a:lnTo>
                  <a:close/>
                  <a:moveTo>
                    <a:pt x="27813" y="360521"/>
                  </a:moveTo>
                  <a:lnTo>
                    <a:pt x="27813" y="360712"/>
                  </a:lnTo>
                  <a:lnTo>
                    <a:pt x="27908" y="360712"/>
                  </a:lnTo>
                  <a:lnTo>
                    <a:pt x="28194" y="360426"/>
                  </a:lnTo>
                  <a:lnTo>
                    <a:pt x="28194" y="360426"/>
                  </a:lnTo>
                  <a:lnTo>
                    <a:pt x="27718" y="360331"/>
                  </a:lnTo>
                  <a:lnTo>
                    <a:pt x="27813" y="360521"/>
                  </a:lnTo>
                  <a:close/>
                  <a:moveTo>
                    <a:pt x="26860" y="408337"/>
                  </a:moveTo>
                  <a:lnTo>
                    <a:pt x="26860" y="408623"/>
                  </a:lnTo>
                  <a:lnTo>
                    <a:pt x="27146" y="408527"/>
                  </a:lnTo>
                  <a:lnTo>
                    <a:pt x="27337" y="408432"/>
                  </a:lnTo>
                  <a:lnTo>
                    <a:pt x="27432" y="408242"/>
                  </a:lnTo>
                  <a:lnTo>
                    <a:pt x="27622" y="408051"/>
                  </a:lnTo>
                  <a:lnTo>
                    <a:pt x="27146" y="408242"/>
                  </a:lnTo>
                  <a:lnTo>
                    <a:pt x="26860" y="408337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9" name="Freeform: Shape 21">
              <a:extLst>
                <a:ext uri="{FF2B5EF4-FFF2-40B4-BE49-F238E27FC236}">
                  <a16:creationId xmlns:a16="http://schemas.microsoft.com/office/drawing/2014/main" id="{DD7CA641-5EFA-4E43-D575-DC8BE469BBAA}"/>
                </a:ext>
              </a:extLst>
            </p:cNvPr>
            <p:cNvSpPr/>
            <p:nvPr/>
          </p:nvSpPr>
          <p:spPr>
            <a:xfrm>
              <a:off x="6064758" y="4508849"/>
              <a:ext cx="1028700" cy="333375"/>
            </a:xfrm>
            <a:custGeom>
              <a:avLst/>
              <a:gdLst>
                <a:gd name="connsiteX0" fmla="*/ 819626 w 1028700"/>
                <a:gd name="connsiteY0" fmla="*/ 109061 h 333375"/>
                <a:gd name="connsiteX1" fmla="*/ 820103 w 1028700"/>
                <a:gd name="connsiteY1" fmla="*/ 108966 h 333375"/>
                <a:gd name="connsiteX2" fmla="*/ 821150 w 1028700"/>
                <a:gd name="connsiteY2" fmla="*/ 109633 h 333375"/>
                <a:gd name="connsiteX3" fmla="*/ 821627 w 1028700"/>
                <a:gd name="connsiteY3" fmla="*/ 109633 h 333375"/>
                <a:gd name="connsiteX4" fmla="*/ 822579 w 1028700"/>
                <a:gd name="connsiteY4" fmla="*/ 108680 h 333375"/>
                <a:gd name="connsiteX5" fmla="*/ 822579 w 1028700"/>
                <a:gd name="connsiteY5" fmla="*/ 107442 h 333375"/>
                <a:gd name="connsiteX6" fmla="*/ 822007 w 1028700"/>
                <a:gd name="connsiteY6" fmla="*/ 104775 h 333375"/>
                <a:gd name="connsiteX7" fmla="*/ 821627 w 1028700"/>
                <a:gd name="connsiteY7" fmla="*/ 103632 h 333375"/>
                <a:gd name="connsiteX8" fmla="*/ 820769 w 1028700"/>
                <a:gd name="connsiteY8" fmla="*/ 104013 h 333375"/>
                <a:gd name="connsiteX9" fmla="*/ 819245 w 1028700"/>
                <a:gd name="connsiteY9" fmla="*/ 105442 h 333375"/>
                <a:gd name="connsiteX10" fmla="*/ 818864 w 1028700"/>
                <a:gd name="connsiteY10" fmla="*/ 105918 h 333375"/>
                <a:gd name="connsiteX11" fmla="*/ 817340 w 1028700"/>
                <a:gd name="connsiteY11" fmla="*/ 110014 h 333375"/>
                <a:gd name="connsiteX12" fmla="*/ 817245 w 1028700"/>
                <a:gd name="connsiteY12" fmla="*/ 110776 h 333375"/>
                <a:gd name="connsiteX13" fmla="*/ 818579 w 1028700"/>
                <a:gd name="connsiteY13" fmla="*/ 110014 h 333375"/>
                <a:gd name="connsiteX14" fmla="*/ 819626 w 1028700"/>
                <a:gd name="connsiteY14" fmla="*/ 109061 h 333375"/>
                <a:gd name="connsiteX15" fmla="*/ 236125 w 1028700"/>
                <a:gd name="connsiteY15" fmla="*/ 241745 h 333375"/>
                <a:gd name="connsiteX16" fmla="*/ 236125 w 1028700"/>
                <a:gd name="connsiteY16" fmla="*/ 242221 h 333375"/>
                <a:gd name="connsiteX17" fmla="*/ 236506 w 1028700"/>
                <a:gd name="connsiteY17" fmla="*/ 242888 h 333375"/>
                <a:gd name="connsiteX18" fmla="*/ 237554 w 1028700"/>
                <a:gd name="connsiteY18" fmla="*/ 243935 h 333375"/>
                <a:gd name="connsiteX19" fmla="*/ 238315 w 1028700"/>
                <a:gd name="connsiteY19" fmla="*/ 244221 h 333375"/>
                <a:gd name="connsiteX20" fmla="*/ 239363 w 1028700"/>
                <a:gd name="connsiteY20" fmla="*/ 244126 h 333375"/>
                <a:gd name="connsiteX21" fmla="*/ 240316 w 1028700"/>
                <a:gd name="connsiteY21" fmla="*/ 243840 h 333375"/>
                <a:gd name="connsiteX22" fmla="*/ 240982 w 1028700"/>
                <a:gd name="connsiteY22" fmla="*/ 243364 h 333375"/>
                <a:gd name="connsiteX23" fmla="*/ 241078 w 1028700"/>
                <a:gd name="connsiteY23" fmla="*/ 242697 h 333375"/>
                <a:gd name="connsiteX24" fmla="*/ 240982 w 1028700"/>
                <a:gd name="connsiteY24" fmla="*/ 240125 h 333375"/>
                <a:gd name="connsiteX25" fmla="*/ 240316 w 1028700"/>
                <a:gd name="connsiteY25" fmla="*/ 237935 h 333375"/>
                <a:gd name="connsiteX26" fmla="*/ 240030 w 1028700"/>
                <a:gd name="connsiteY26" fmla="*/ 237268 h 333375"/>
                <a:gd name="connsiteX27" fmla="*/ 239363 w 1028700"/>
                <a:gd name="connsiteY27" fmla="*/ 236220 h 333375"/>
                <a:gd name="connsiteX28" fmla="*/ 239268 w 1028700"/>
                <a:gd name="connsiteY28" fmla="*/ 235839 h 333375"/>
                <a:gd name="connsiteX29" fmla="*/ 239173 w 1028700"/>
                <a:gd name="connsiteY29" fmla="*/ 235172 h 333375"/>
                <a:gd name="connsiteX30" fmla="*/ 239078 w 1028700"/>
                <a:gd name="connsiteY30" fmla="*/ 234887 h 333375"/>
                <a:gd name="connsiteX31" fmla="*/ 238792 w 1028700"/>
                <a:gd name="connsiteY31" fmla="*/ 234696 h 333375"/>
                <a:gd name="connsiteX32" fmla="*/ 238220 w 1028700"/>
                <a:gd name="connsiteY32" fmla="*/ 234601 h 333375"/>
                <a:gd name="connsiteX33" fmla="*/ 237744 w 1028700"/>
                <a:gd name="connsiteY33" fmla="*/ 234887 h 333375"/>
                <a:gd name="connsiteX34" fmla="*/ 237458 w 1028700"/>
                <a:gd name="connsiteY34" fmla="*/ 235458 h 333375"/>
                <a:gd name="connsiteX35" fmla="*/ 237363 w 1028700"/>
                <a:gd name="connsiteY35" fmla="*/ 236029 h 333375"/>
                <a:gd name="connsiteX36" fmla="*/ 237458 w 1028700"/>
                <a:gd name="connsiteY36" fmla="*/ 236887 h 333375"/>
                <a:gd name="connsiteX37" fmla="*/ 237649 w 1028700"/>
                <a:gd name="connsiteY37" fmla="*/ 237649 h 333375"/>
                <a:gd name="connsiteX38" fmla="*/ 237649 w 1028700"/>
                <a:gd name="connsiteY38" fmla="*/ 238411 h 333375"/>
                <a:gd name="connsiteX39" fmla="*/ 237172 w 1028700"/>
                <a:gd name="connsiteY39" fmla="*/ 239268 h 333375"/>
                <a:gd name="connsiteX40" fmla="*/ 236791 w 1028700"/>
                <a:gd name="connsiteY40" fmla="*/ 239554 h 333375"/>
                <a:gd name="connsiteX41" fmla="*/ 236125 w 1028700"/>
                <a:gd name="connsiteY41" fmla="*/ 239935 h 333375"/>
                <a:gd name="connsiteX42" fmla="*/ 235839 w 1028700"/>
                <a:gd name="connsiteY42" fmla="*/ 240221 h 333375"/>
                <a:gd name="connsiteX43" fmla="*/ 235744 w 1028700"/>
                <a:gd name="connsiteY43" fmla="*/ 240697 h 333375"/>
                <a:gd name="connsiteX44" fmla="*/ 236029 w 1028700"/>
                <a:gd name="connsiteY44" fmla="*/ 241554 h 333375"/>
                <a:gd name="connsiteX45" fmla="*/ 236125 w 1028700"/>
                <a:gd name="connsiteY45" fmla="*/ 241745 h 333375"/>
                <a:gd name="connsiteX46" fmla="*/ 614744 w 1028700"/>
                <a:gd name="connsiteY46" fmla="*/ 255270 h 333375"/>
                <a:gd name="connsiteX47" fmla="*/ 614363 w 1028700"/>
                <a:gd name="connsiteY47" fmla="*/ 257556 h 333375"/>
                <a:gd name="connsiteX48" fmla="*/ 614648 w 1028700"/>
                <a:gd name="connsiteY48" fmla="*/ 258604 h 333375"/>
                <a:gd name="connsiteX49" fmla="*/ 615696 w 1028700"/>
                <a:gd name="connsiteY49" fmla="*/ 259080 h 333375"/>
                <a:gd name="connsiteX50" fmla="*/ 616268 w 1028700"/>
                <a:gd name="connsiteY50" fmla="*/ 259556 h 333375"/>
                <a:gd name="connsiteX51" fmla="*/ 617125 w 1028700"/>
                <a:gd name="connsiteY51" fmla="*/ 261652 h 333375"/>
                <a:gd name="connsiteX52" fmla="*/ 617696 w 1028700"/>
                <a:gd name="connsiteY52" fmla="*/ 262319 h 333375"/>
                <a:gd name="connsiteX53" fmla="*/ 617982 w 1028700"/>
                <a:gd name="connsiteY53" fmla="*/ 261842 h 333375"/>
                <a:gd name="connsiteX54" fmla="*/ 618363 w 1028700"/>
                <a:gd name="connsiteY54" fmla="*/ 261366 h 333375"/>
                <a:gd name="connsiteX55" fmla="*/ 618839 w 1028700"/>
                <a:gd name="connsiteY55" fmla="*/ 261176 h 333375"/>
                <a:gd name="connsiteX56" fmla="*/ 619315 w 1028700"/>
                <a:gd name="connsiteY56" fmla="*/ 261366 h 333375"/>
                <a:gd name="connsiteX57" fmla="*/ 619792 w 1028700"/>
                <a:gd name="connsiteY57" fmla="*/ 261652 h 333375"/>
                <a:gd name="connsiteX58" fmla="*/ 619982 w 1028700"/>
                <a:gd name="connsiteY58" fmla="*/ 261366 h 333375"/>
                <a:gd name="connsiteX59" fmla="*/ 619982 w 1028700"/>
                <a:gd name="connsiteY59" fmla="*/ 260890 h 333375"/>
                <a:gd name="connsiteX60" fmla="*/ 619887 w 1028700"/>
                <a:gd name="connsiteY60" fmla="*/ 260699 h 333375"/>
                <a:gd name="connsiteX61" fmla="*/ 618744 w 1028700"/>
                <a:gd name="connsiteY61" fmla="*/ 257651 h 333375"/>
                <a:gd name="connsiteX62" fmla="*/ 618268 w 1028700"/>
                <a:gd name="connsiteY62" fmla="*/ 253746 h 333375"/>
                <a:gd name="connsiteX63" fmla="*/ 618268 w 1028700"/>
                <a:gd name="connsiteY63" fmla="*/ 244602 h 333375"/>
                <a:gd name="connsiteX64" fmla="*/ 617696 w 1028700"/>
                <a:gd name="connsiteY64" fmla="*/ 242411 h 333375"/>
                <a:gd name="connsiteX65" fmla="*/ 616648 w 1028700"/>
                <a:gd name="connsiteY65" fmla="*/ 240792 h 333375"/>
                <a:gd name="connsiteX66" fmla="*/ 614839 w 1028700"/>
                <a:gd name="connsiteY66" fmla="*/ 240125 h 333375"/>
                <a:gd name="connsiteX67" fmla="*/ 614077 w 1028700"/>
                <a:gd name="connsiteY67" fmla="*/ 241840 h 333375"/>
                <a:gd name="connsiteX68" fmla="*/ 613981 w 1028700"/>
                <a:gd name="connsiteY68" fmla="*/ 244412 h 333375"/>
                <a:gd name="connsiteX69" fmla="*/ 614934 w 1028700"/>
                <a:gd name="connsiteY69" fmla="*/ 253079 h 333375"/>
                <a:gd name="connsiteX70" fmla="*/ 614744 w 1028700"/>
                <a:gd name="connsiteY70" fmla="*/ 255270 h 333375"/>
                <a:gd name="connsiteX71" fmla="*/ 976027 w 1028700"/>
                <a:gd name="connsiteY71" fmla="*/ 80677 h 333375"/>
                <a:gd name="connsiteX72" fmla="*/ 976503 w 1028700"/>
                <a:gd name="connsiteY72" fmla="*/ 80772 h 333375"/>
                <a:gd name="connsiteX73" fmla="*/ 976884 w 1028700"/>
                <a:gd name="connsiteY73" fmla="*/ 80772 h 333375"/>
                <a:gd name="connsiteX74" fmla="*/ 977265 w 1028700"/>
                <a:gd name="connsiteY74" fmla="*/ 80772 h 333375"/>
                <a:gd name="connsiteX75" fmla="*/ 978218 w 1028700"/>
                <a:gd name="connsiteY75" fmla="*/ 80391 h 333375"/>
                <a:gd name="connsiteX76" fmla="*/ 978598 w 1028700"/>
                <a:gd name="connsiteY76" fmla="*/ 80391 h 333375"/>
                <a:gd name="connsiteX77" fmla="*/ 979170 w 1028700"/>
                <a:gd name="connsiteY77" fmla="*/ 80201 h 333375"/>
                <a:gd name="connsiteX78" fmla="*/ 979456 w 1028700"/>
                <a:gd name="connsiteY78" fmla="*/ 79724 h 333375"/>
                <a:gd name="connsiteX79" fmla="*/ 979265 w 1028700"/>
                <a:gd name="connsiteY79" fmla="*/ 79248 h 333375"/>
                <a:gd name="connsiteX80" fmla="*/ 978503 w 1028700"/>
                <a:gd name="connsiteY80" fmla="*/ 79058 h 333375"/>
                <a:gd name="connsiteX81" fmla="*/ 977074 w 1028700"/>
                <a:gd name="connsiteY81" fmla="*/ 79058 h 333375"/>
                <a:gd name="connsiteX82" fmla="*/ 976408 w 1028700"/>
                <a:gd name="connsiteY82" fmla="*/ 79248 h 333375"/>
                <a:gd name="connsiteX83" fmla="*/ 975836 w 1028700"/>
                <a:gd name="connsiteY83" fmla="*/ 79629 h 333375"/>
                <a:gd name="connsiteX84" fmla="*/ 975551 w 1028700"/>
                <a:gd name="connsiteY84" fmla="*/ 80105 h 333375"/>
                <a:gd name="connsiteX85" fmla="*/ 975646 w 1028700"/>
                <a:gd name="connsiteY85" fmla="*/ 80486 h 333375"/>
                <a:gd name="connsiteX86" fmla="*/ 976027 w 1028700"/>
                <a:gd name="connsiteY86" fmla="*/ 80677 h 333375"/>
                <a:gd name="connsiteX87" fmla="*/ 907732 w 1028700"/>
                <a:gd name="connsiteY87" fmla="*/ 8477 h 333375"/>
                <a:gd name="connsiteX88" fmla="*/ 908495 w 1028700"/>
                <a:gd name="connsiteY88" fmla="*/ 8382 h 333375"/>
                <a:gd name="connsiteX89" fmla="*/ 908971 w 1028700"/>
                <a:gd name="connsiteY89" fmla="*/ 8192 h 333375"/>
                <a:gd name="connsiteX90" fmla="*/ 909256 w 1028700"/>
                <a:gd name="connsiteY90" fmla="*/ 7620 h 333375"/>
                <a:gd name="connsiteX91" fmla="*/ 908971 w 1028700"/>
                <a:gd name="connsiteY91" fmla="*/ 7334 h 333375"/>
                <a:gd name="connsiteX92" fmla="*/ 908495 w 1028700"/>
                <a:gd name="connsiteY92" fmla="*/ 7048 h 333375"/>
                <a:gd name="connsiteX93" fmla="*/ 908209 w 1028700"/>
                <a:gd name="connsiteY93" fmla="*/ 6572 h 333375"/>
                <a:gd name="connsiteX94" fmla="*/ 913257 w 1028700"/>
                <a:gd name="connsiteY94" fmla="*/ 5334 h 333375"/>
                <a:gd name="connsiteX95" fmla="*/ 912686 w 1028700"/>
                <a:gd name="connsiteY95" fmla="*/ 4381 h 333375"/>
                <a:gd name="connsiteX96" fmla="*/ 912971 w 1028700"/>
                <a:gd name="connsiteY96" fmla="*/ 3429 h 333375"/>
                <a:gd name="connsiteX97" fmla="*/ 913733 w 1028700"/>
                <a:gd name="connsiteY97" fmla="*/ 3048 h 333375"/>
                <a:gd name="connsiteX98" fmla="*/ 914686 w 1028700"/>
                <a:gd name="connsiteY98" fmla="*/ 4001 h 333375"/>
                <a:gd name="connsiteX99" fmla="*/ 915257 w 1028700"/>
                <a:gd name="connsiteY99" fmla="*/ 3238 h 333375"/>
                <a:gd name="connsiteX100" fmla="*/ 915353 w 1028700"/>
                <a:gd name="connsiteY100" fmla="*/ 2000 h 333375"/>
                <a:gd name="connsiteX101" fmla="*/ 915067 w 1028700"/>
                <a:gd name="connsiteY101" fmla="*/ 762 h 333375"/>
                <a:gd name="connsiteX102" fmla="*/ 914305 w 1028700"/>
                <a:gd name="connsiteY102" fmla="*/ 95 h 333375"/>
                <a:gd name="connsiteX103" fmla="*/ 912114 w 1028700"/>
                <a:gd name="connsiteY103" fmla="*/ 2572 h 333375"/>
                <a:gd name="connsiteX104" fmla="*/ 911352 w 1028700"/>
                <a:gd name="connsiteY104" fmla="*/ 2858 h 333375"/>
                <a:gd name="connsiteX105" fmla="*/ 909542 w 1028700"/>
                <a:gd name="connsiteY105" fmla="*/ 3238 h 333375"/>
                <a:gd name="connsiteX106" fmla="*/ 908780 w 1028700"/>
                <a:gd name="connsiteY106" fmla="*/ 3620 h 333375"/>
                <a:gd name="connsiteX107" fmla="*/ 906208 w 1028700"/>
                <a:gd name="connsiteY107" fmla="*/ 8382 h 333375"/>
                <a:gd name="connsiteX108" fmla="*/ 906780 w 1028700"/>
                <a:gd name="connsiteY108" fmla="*/ 8572 h 333375"/>
                <a:gd name="connsiteX109" fmla="*/ 907732 w 1028700"/>
                <a:gd name="connsiteY109" fmla="*/ 8477 h 333375"/>
                <a:gd name="connsiteX110" fmla="*/ 932974 w 1028700"/>
                <a:gd name="connsiteY110" fmla="*/ 37243 h 333375"/>
                <a:gd name="connsiteX111" fmla="*/ 934307 w 1028700"/>
                <a:gd name="connsiteY111" fmla="*/ 37719 h 333375"/>
                <a:gd name="connsiteX112" fmla="*/ 935927 w 1028700"/>
                <a:gd name="connsiteY112" fmla="*/ 37910 h 333375"/>
                <a:gd name="connsiteX113" fmla="*/ 937546 w 1028700"/>
                <a:gd name="connsiteY113" fmla="*/ 37910 h 333375"/>
                <a:gd name="connsiteX114" fmla="*/ 938879 w 1028700"/>
                <a:gd name="connsiteY114" fmla="*/ 37529 h 333375"/>
                <a:gd name="connsiteX115" fmla="*/ 940880 w 1028700"/>
                <a:gd name="connsiteY115" fmla="*/ 35909 h 333375"/>
                <a:gd name="connsiteX116" fmla="*/ 941070 w 1028700"/>
                <a:gd name="connsiteY116" fmla="*/ 34290 h 333375"/>
                <a:gd name="connsiteX117" fmla="*/ 940213 w 1028700"/>
                <a:gd name="connsiteY117" fmla="*/ 32671 h 333375"/>
                <a:gd name="connsiteX118" fmla="*/ 938879 w 1028700"/>
                <a:gd name="connsiteY118" fmla="*/ 31052 h 333375"/>
                <a:gd name="connsiteX119" fmla="*/ 938022 w 1028700"/>
                <a:gd name="connsiteY119" fmla="*/ 31528 h 333375"/>
                <a:gd name="connsiteX120" fmla="*/ 935831 w 1028700"/>
                <a:gd name="connsiteY120" fmla="*/ 31813 h 333375"/>
                <a:gd name="connsiteX121" fmla="*/ 935164 w 1028700"/>
                <a:gd name="connsiteY121" fmla="*/ 32480 h 333375"/>
                <a:gd name="connsiteX122" fmla="*/ 935355 w 1028700"/>
                <a:gd name="connsiteY122" fmla="*/ 33242 h 333375"/>
                <a:gd name="connsiteX123" fmla="*/ 937260 w 1028700"/>
                <a:gd name="connsiteY123" fmla="*/ 33338 h 333375"/>
                <a:gd name="connsiteX124" fmla="*/ 937736 w 1028700"/>
                <a:gd name="connsiteY124" fmla="*/ 33814 h 333375"/>
                <a:gd name="connsiteX125" fmla="*/ 937546 w 1028700"/>
                <a:gd name="connsiteY125" fmla="*/ 34671 h 333375"/>
                <a:gd name="connsiteX126" fmla="*/ 936974 w 1028700"/>
                <a:gd name="connsiteY126" fmla="*/ 35147 h 333375"/>
                <a:gd name="connsiteX127" fmla="*/ 936117 w 1028700"/>
                <a:gd name="connsiteY127" fmla="*/ 35338 h 333375"/>
                <a:gd name="connsiteX128" fmla="*/ 933450 w 1028700"/>
                <a:gd name="connsiteY128" fmla="*/ 35433 h 333375"/>
                <a:gd name="connsiteX129" fmla="*/ 932879 w 1028700"/>
                <a:gd name="connsiteY129" fmla="*/ 35623 h 333375"/>
                <a:gd name="connsiteX130" fmla="*/ 932402 w 1028700"/>
                <a:gd name="connsiteY130" fmla="*/ 36004 h 333375"/>
                <a:gd name="connsiteX131" fmla="*/ 932307 w 1028700"/>
                <a:gd name="connsiteY131" fmla="*/ 36481 h 333375"/>
                <a:gd name="connsiteX132" fmla="*/ 932497 w 1028700"/>
                <a:gd name="connsiteY132" fmla="*/ 36957 h 333375"/>
                <a:gd name="connsiteX133" fmla="*/ 932974 w 1028700"/>
                <a:gd name="connsiteY133" fmla="*/ 37243 h 333375"/>
                <a:gd name="connsiteX134" fmla="*/ 9239 w 1028700"/>
                <a:gd name="connsiteY134" fmla="*/ 56483 h 333375"/>
                <a:gd name="connsiteX135" fmla="*/ 8001 w 1028700"/>
                <a:gd name="connsiteY135" fmla="*/ 56960 h 333375"/>
                <a:gd name="connsiteX136" fmla="*/ 7239 w 1028700"/>
                <a:gd name="connsiteY136" fmla="*/ 58579 h 333375"/>
                <a:gd name="connsiteX137" fmla="*/ 6191 w 1028700"/>
                <a:gd name="connsiteY137" fmla="*/ 59531 h 333375"/>
                <a:gd name="connsiteX138" fmla="*/ 6572 w 1028700"/>
                <a:gd name="connsiteY138" fmla="*/ 60579 h 333375"/>
                <a:gd name="connsiteX139" fmla="*/ 7048 w 1028700"/>
                <a:gd name="connsiteY139" fmla="*/ 60770 h 333375"/>
                <a:gd name="connsiteX140" fmla="*/ 7334 w 1028700"/>
                <a:gd name="connsiteY140" fmla="*/ 61531 h 333375"/>
                <a:gd name="connsiteX141" fmla="*/ 8191 w 1028700"/>
                <a:gd name="connsiteY141" fmla="*/ 62294 h 333375"/>
                <a:gd name="connsiteX142" fmla="*/ 8763 w 1028700"/>
                <a:gd name="connsiteY142" fmla="*/ 62008 h 333375"/>
                <a:gd name="connsiteX143" fmla="*/ 9239 w 1028700"/>
                <a:gd name="connsiteY143" fmla="*/ 61246 h 333375"/>
                <a:gd name="connsiteX144" fmla="*/ 9430 w 1028700"/>
                <a:gd name="connsiteY144" fmla="*/ 60484 h 333375"/>
                <a:gd name="connsiteX145" fmla="*/ 9049 w 1028700"/>
                <a:gd name="connsiteY145" fmla="*/ 59627 h 333375"/>
                <a:gd name="connsiteX146" fmla="*/ 9049 w 1028700"/>
                <a:gd name="connsiteY146" fmla="*/ 58769 h 333375"/>
                <a:gd name="connsiteX147" fmla="*/ 9144 w 1028700"/>
                <a:gd name="connsiteY147" fmla="*/ 58388 h 333375"/>
                <a:gd name="connsiteX148" fmla="*/ 9144 w 1028700"/>
                <a:gd name="connsiteY148" fmla="*/ 57721 h 333375"/>
                <a:gd name="connsiteX149" fmla="*/ 9525 w 1028700"/>
                <a:gd name="connsiteY149" fmla="*/ 57150 h 333375"/>
                <a:gd name="connsiteX150" fmla="*/ 9906 w 1028700"/>
                <a:gd name="connsiteY150" fmla="*/ 56674 h 333375"/>
                <a:gd name="connsiteX151" fmla="*/ 9715 w 1028700"/>
                <a:gd name="connsiteY151" fmla="*/ 55817 h 333375"/>
                <a:gd name="connsiteX152" fmla="*/ 9239 w 1028700"/>
                <a:gd name="connsiteY152" fmla="*/ 56483 h 333375"/>
                <a:gd name="connsiteX153" fmla="*/ 918020 w 1028700"/>
                <a:gd name="connsiteY153" fmla="*/ 13240 h 333375"/>
                <a:gd name="connsiteX154" fmla="*/ 918591 w 1028700"/>
                <a:gd name="connsiteY154" fmla="*/ 12859 h 333375"/>
                <a:gd name="connsiteX155" fmla="*/ 918877 w 1028700"/>
                <a:gd name="connsiteY155" fmla="*/ 12287 h 333375"/>
                <a:gd name="connsiteX156" fmla="*/ 919067 w 1028700"/>
                <a:gd name="connsiteY156" fmla="*/ 11716 h 333375"/>
                <a:gd name="connsiteX157" fmla="*/ 919448 w 1028700"/>
                <a:gd name="connsiteY157" fmla="*/ 11144 h 333375"/>
                <a:gd name="connsiteX158" fmla="*/ 919924 w 1028700"/>
                <a:gd name="connsiteY158" fmla="*/ 10859 h 333375"/>
                <a:gd name="connsiteX159" fmla="*/ 921353 w 1028700"/>
                <a:gd name="connsiteY159" fmla="*/ 10192 h 333375"/>
                <a:gd name="connsiteX160" fmla="*/ 921639 w 1028700"/>
                <a:gd name="connsiteY160" fmla="*/ 9906 h 333375"/>
                <a:gd name="connsiteX161" fmla="*/ 922306 w 1028700"/>
                <a:gd name="connsiteY161" fmla="*/ 9620 h 333375"/>
                <a:gd name="connsiteX162" fmla="*/ 925354 w 1028700"/>
                <a:gd name="connsiteY162" fmla="*/ 9049 h 333375"/>
                <a:gd name="connsiteX163" fmla="*/ 926306 w 1028700"/>
                <a:gd name="connsiteY163" fmla="*/ 8668 h 333375"/>
                <a:gd name="connsiteX164" fmla="*/ 927259 w 1028700"/>
                <a:gd name="connsiteY164" fmla="*/ 9144 h 333375"/>
                <a:gd name="connsiteX165" fmla="*/ 928021 w 1028700"/>
                <a:gd name="connsiteY165" fmla="*/ 8192 h 333375"/>
                <a:gd name="connsiteX166" fmla="*/ 928592 w 1028700"/>
                <a:gd name="connsiteY166" fmla="*/ 6572 h 333375"/>
                <a:gd name="connsiteX167" fmla="*/ 929069 w 1028700"/>
                <a:gd name="connsiteY167" fmla="*/ 2477 h 333375"/>
                <a:gd name="connsiteX168" fmla="*/ 928973 w 1028700"/>
                <a:gd name="connsiteY168" fmla="*/ 1238 h 333375"/>
                <a:gd name="connsiteX169" fmla="*/ 928306 w 1028700"/>
                <a:gd name="connsiteY169" fmla="*/ 381 h 333375"/>
                <a:gd name="connsiteX170" fmla="*/ 927068 w 1028700"/>
                <a:gd name="connsiteY170" fmla="*/ 0 h 333375"/>
                <a:gd name="connsiteX171" fmla="*/ 923068 w 1028700"/>
                <a:gd name="connsiteY171" fmla="*/ 667 h 333375"/>
                <a:gd name="connsiteX172" fmla="*/ 922401 w 1028700"/>
                <a:gd name="connsiteY172" fmla="*/ 762 h 333375"/>
                <a:gd name="connsiteX173" fmla="*/ 921734 w 1028700"/>
                <a:gd name="connsiteY173" fmla="*/ 1048 h 333375"/>
                <a:gd name="connsiteX174" fmla="*/ 920591 w 1028700"/>
                <a:gd name="connsiteY174" fmla="*/ 1905 h 333375"/>
                <a:gd name="connsiteX175" fmla="*/ 919353 w 1028700"/>
                <a:gd name="connsiteY175" fmla="*/ 3143 h 333375"/>
                <a:gd name="connsiteX176" fmla="*/ 918877 w 1028700"/>
                <a:gd name="connsiteY176" fmla="*/ 3429 h 333375"/>
                <a:gd name="connsiteX177" fmla="*/ 918020 w 1028700"/>
                <a:gd name="connsiteY177" fmla="*/ 3715 h 333375"/>
                <a:gd name="connsiteX178" fmla="*/ 917734 w 1028700"/>
                <a:gd name="connsiteY178" fmla="*/ 4001 h 333375"/>
                <a:gd name="connsiteX179" fmla="*/ 917543 w 1028700"/>
                <a:gd name="connsiteY179" fmla="*/ 4477 h 333375"/>
                <a:gd name="connsiteX180" fmla="*/ 917638 w 1028700"/>
                <a:gd name="connsiteY180" fmla="*/ 6858 h 333375"/>
                <a:gd name="connsiteX181" fmla="*/ 917448 w 1028700"/>
                <a:gd name="connsiteY181" fmla="*/ 7239 h 333375"/>
                <a:gd name="connsiteX182" fmla="*/ 917162 w 1028700"/>
                <a:gd name="connsiteY182" fmla="*/ 8096 h 333375"/>
                <a:gd name="connsiteX183" fmla="*/ 917543 w 1028700"/>
                <a:gd name="connsiteY183" fmla="*/ 12097 h 333375"/>
                <a:gd name="connsiteX184" fmla="*/ 918020 w 1028700"/>
                <a:gd name="connsiteY184" fmla="*/ 13240 h 333375"/>
                <a:gd name="connsiteX185" fmla="*/ 244221 w 1028700"/>
                <a:gd name="connsiteY185" fmla="*/ 306514 h 333375"/>
                <a:gd name="connsiteX186" fmla="*/ 243173 w 1028700"/>
                <a:gd name="connsiteY186" fmla="*/ 303657 h 333375"/>
                <a:gd name="connsiteX187" fmla="*/ 242792 w 1028700"/>
                <a:gd name="connsiteY187" fmla="*/ 301466 h 333375"/>
                <a:gd name="connsiteX188" fmla="*/ 242411 w 1028700"/>
                <a:gd name="connsiteY188" fmla="*/ 300800 h 333375"/>
                <a:gd name="connsiteX189" fmla="*/ 242697 w 1028700"/>
                <a:gd name="connsiteY189" fmla="*/ 300228 h 333375"/>
                <a:gd name="connsiteX190" fmla="*/ 242316 w 1028700"/>
                <a:gd name="connsiteY190" fmla="*/ 299561 h 333375"/>
                <a:gd name="connsiteX191" fmla="*/ 241649 w 1028700"/>
                <a:gd name="connsiteY191" fmla="*/ 298799 h 333375"/>
                <a:gd name="connsiteX192" fmla="*/ 241363 w 1028700"/>
                <a:gd name="connsiteY192" fmla="*/ 298037 h 333375"/>
                <a:gd name="connsiteX193" fmla="*/ 241268 w 1028700"/>
                <a:gd name="connsiteY193" fmla="*/ 296228 h 333375"/>
                <a:gd name="connsiteX194" fmla="*/ 240982 w 1028700"/>
                <a:gd name="connsiteY194" fmla="*/ 295466 h 333375"/>
                <a:gd name="connsiteX195" fmla="*/ 240030 w 1028700"/>
                <a:gd name="connsiteY195" fmla="*/ 294132 h 333375"/>
                <a:gd name="connsiteX196" fmla="*/ 239554 w 1028700"/>
                <a:gd name="connsiteY196" fmla="*/ 291751 h 333375"/>
                <a:gd name="connsiteX197" fmla="*/ 238125 w 1028700"/>
                <a:gd name="connsiteY197" fmla="*/ 289179 h 333375"/>
                <a:gd name="connsiteX198" fmla="*/ 237744 w 1028700"/>
                <a:gd name="connsiteY198" fmla="*/ 289179 h 333375"/>
                <a:gd name="connsiteX199" fmla="*/ 237077 w 1028700"/>
                <a:gd name="connsiteY199" fmla="*/ 289655 h 333375"/>
                <a:gd name="connsiteX200" fmla="*/ 236315 w 1028700"/>
                <a:gd name="connsiteY200" fmla="*/ 289084 h 333375"/>
                <a:gd name="connsiteX201" fmla="*/ 235744 w 1028700"/>
                <a:gd name="connsiteY201" fmla="*/ 287941 h 333375"/>
                <a:gd name="connsiteX202" fmla="*/ 235458 w 1028700"/>
                <a:gd name="connsiteY202" fmla="*/ 286893 h 333375"/>
                <a:gd name="connsiteX203" fmla="*/ 235553 w 1028700"/>
                <a:gd name="connsiteY203" fmla="*/ 284607 h 333375"/>
                <a:gd name="connsiteX204" fmla="*/ 235458 w 1028700"/>
                <a:gd name="connsiteY204" fmla="*/ 283559 h 333375"/>
                <a:gd name="connsiteX205" fmla="*/ 235077 w 1028700"/>
                <a:gd name="connsiteY205" fmla="*/ 282416 h 333375"/>
                <a:gd name="connsiteX206" fmla="*/ 234696 w 1028700"/>
                <a:gd name="connsiteY206" fmla="*/ 281845 h 333375"/>
                <a:gd name="connsiteX207" fmla="*/ 233553 w 1028700"/>
                <a:gd name="connsiteY207" fmla="*/ 280606 h 333375"/>
                <a:gd name="connsiteX208" fmla="*/ 233172 w 1028700"/>
                <a:gd name="connsiteY208" fmla="*/ 280035 h 333375"/>
                <a:gd name="connsiteX209" fmla="*/ 232601 w 1028700"/>
                <a:gd name="connsiteY209" fmla="*/ 278702 h 333375"/>
                <a:gd name="connsiteX210" fmla="*/ 231648 w 1028700"/>
                <a:gd name="connsiteY210" fmla="*/ 277368 h 333375"/>
                <a:gd name="connsiteX211" fmla="*/ 230314 w 1028700"/>
                <a:gd name="connsiteY211" fmla="*/ 274130 h 333375"/>
                <a:gd name="connsiteX212" fmla="*/ 227838 w 1028700"/>
                <a:gd name="connsiteY212" fmla="*/ 271081 h 333375"/>
                <a:gd name="connsiteX213" fmla="*/ 227457 w 1028700"/>
                <a:gd name="connsiteY213" fmla="*/ 270034 h 333375"/>
                <a:gd name="connsiteX214" fmla="*/ 227552 w 1028700"/>
                <a:gd name="connsiteY214" fmla="*/ 269367 h 333375"/>
                <a:gd name="connsiteX215" fmla="*/ 228029 w 1028700"/>
                <a:gd name="connsiteY215" fmla="*/ 268319 h 333375"/>
                <a:gd name="connsiteX216" fmla="*/ 228124 w 1028700"/>
                <a:gd name="connsiteY216" fmla="*/ 267843 h 333375"/>
                <a:gd name="connsiteX217" fmla="*/ 227933 w 1028700"/>
                <a:gd name="connsiteY217" fmla="*/ 267176 h 333375"/>
                <a:gd name="connsiteX218" fmla="*/ 226981 w 1028700"/>
                <a:gd name="connsiteY218" fmla="*/ 266033 h 333375"/>
                <a:gd name="connsiteX219" fmla="*/ 226600 w 1028700"/>
                <a:gd name="connsiteY219" fmla="*/ 265462 h 333375"/>
                <a:gd name="connsiteX220" fmla="*/ 226504 w 1028700"/>
                <a:gd name="connsiteY220" fmla="*/ 264890 h 333375"/>
                <a:gd name="connsiteX221" fmla="*/ 226504 w 1028700"/>
                <a:gd name="connsiteY221" fmla="*/ 263843 h 333375"/>
                <a:gd name="connsiteX222" fmla="*/ 226314 w 1028700"/>
                <a:gd name="connsiteY222" fmla="*/ 263271 h 333375"/>
                <a:gd name="connsiteX223" fmla="*/ 225933 w 1028700"/>
                <a:gd name="connsiteY223" fmla="*/ 262890 h 333375"/>
                <a:gd name="connsiteX224" fmla="*/ 224790 w 1028700"/>
                <a:gd name="connsiteY224" fmla="*/ 262033 h 333375"/>
                <a:gd name="connsiteX225" fmla="*/ 224314 w 1028700"/>
                <a:gd name="connsiteY225" fmla="*/ 261652 h 333375"/>
                <a:gd name="connsiteX226" fmla="*/ 220408 w 1028700"/>
                <a:gd name="connsiteY226" fmla="*/ 256794 h 333375"/>
                <a:gd name="connsiteX227" fmla="*/ 220028 w 1028700"/>
                <a:gd name="connsiteY227" fmla="*/ 255842 h 333375"/>
                <a:gd name="connsiteX228" fmla="*/ 220028 w 1028700"/>
                <a:gd name="connsiteY228" fmla="*/ 254794 h 333375"/>
                <a:gd name="connsiteX229" fmla="*/ 220504 w 1028700"/>
                <a:gd name="connsiteY229" fmla="*/ 253555 h 333375"/>
                <a:gd name="connsiteX230" fmla="*/ 219170 w 1028700"/>
                <a:gd name="connsiteY230" fmla="*/ 250603 h 333375"/>
                <a:gd name="connsiteX231" fmla="*/ 218504 w 1028700"/>
                <a:gd name="connsiteY231" fmla="*/ 249746 h 333375"/>
                <a:gd name="connsiteX232" fmla="*/ 216694 w 1028700"/>
                <a:gd name="connsiteY232" fmla="*/ 248317 h 333375"/>
                <a:gd name="connsiteX233" fmla="*/ 216503 w 1028700"/>
                <a:gd name="connsiteY233" fmla="*/ 247841 h 333375"/>
                <a:gd name="connsiteX234" fmla="*/ 216598 w 1028700"/>
                <a:gd name="connsiteY234" fmla="*/ 247364 h 333375"/>
                <a:gd name="connsiteX235" fmla="*/ 216503 w 1028700"/>
                <a:gd name="connsiteY235" fmla="*/ 246983 h 333375"/>
                <a:gd name="connsiteX236" fmla="*/ 215646 w 1028700"/>
                <a:gd name="connsiteY236" fmla="*/ 246697 h 333375"/>
                <a:gd name="connsiteX237" fmla="*/ 214408 w 1028700"/>
                <a:gd name="connsiteY237" fmla="*/ 247269 h 333375"/>
                <a:gd name="connsiteX238" fmla="*/ 213931 w 1028700"/>
                <a:gd name="connsiteY238" fmla="*/ 247364 h 333375"/>
                <a:gd name="connsiteX239" fmla="*/ 213360 w 1028700"/>
                <a:gd name="connsiteY239" fmla="*/ 247174 h 333375"/>
                <a:gd name="connsiteX240" fmla="*/ 212598 w 1028700"/>
                <a:gd name="connsiteY240" fmla="*/ 246412 h 333375"/>
                <a:gd name="connsiteX241" fmla="*/ 212312 w 1028700"/>
                <a:gd name="connsiteY241" fmla="*/ 246221 h 333375"/>
                <a:gd name="connsiteX242" fmla="*/ 211360 w 1028700"/>
                <a:gd name="connsiteY242" fmla="*/ 246221 h 333375"/>
                <a:gd name="connsiteX243" fmla="*/ 210598 w 1028700"/>
                <a:gd name="connsiteY243" fmla="*/ 246031 h 333375"/>
                <a:gd name="connsiteX244" fmla="*/ 209931 w 1028700"/>
                <a:gd name="connsiteY244" fmla="*/ 245745 h 333375"/>
                <a:gd name="connsiteX245" fmla="*/ 209836 w 1028700"/>
                <a:gd name="connsiteY245" fmla="*/ 245745 h 333375"/>
                <a:gd name="connsiteX246" fmla="*/ 203645 w 1028700"/>
                <a:gd name="connsiteY246" fmla="*/ 239649 h 333375"/>
                <a:gd name="connsiteX247" fmla="*/ 201168 w 1028700"/>
                <a:gd name="connsiteY247" fmla="*/ 236411 h 333375"/>
                <a:gd name="connsiteX248" fmla="*/ 199454 w 1028700"/>
                <a:gd name="connsiteY248" fmla="*/ 232696 h 333375"/>
                <a:gd name="connsiteX249" fmla="*/ 199072 w 1028700"/>
                <a:gd name="connsiteY249" fmla="*/ 230600 h 333375"/>
                <a:gd name="connsiteX250" fmla="*/ 200215 w 1028700"/>
                <a:gd name="connsiteY250" fmla="*/ 217932 h 333375"/>
                <a:gd name="connsiteX251" fmla="*/ 199930 w 1028700"/>
                <a:gd name="connsiteY251" fmla="*/ 216884 h 333375"/>
                <a:gd name="connsiteX252" fmla="*/ 199549 w 1028700"/>
                <a:gd name="connsiteY252" fmla="*/ 215837 h 333375"/>
                <a:gd name="connsiteX253" fmla="*/ 198691 w 1028700"/>
                <a:gd name="connsiteY253" fmla="*/ 209360 h 333375"/>
                <a:gd name="connsiteX254" fmla="*/ 198977 w 1028700"/>
                <a:gd name="connsiteY254" fmla="*/ 207169 h 333375"/>
                <a:gd name="connsiteX255" fmla="*/ 201549 w 1028700"/>
                <a:gd name="connsiteY255" fmla="*/ 201739 h 333375"/>
                <a:gd name="connsiteX256" fmla="*/ 199739 w 1028700"/>
                <a:gd name="connsiteY256" fmla="*/ 202121 h 333375"/>
                <a:gd name="connsiteX257" fmla="*/ 200501 w 1028700"/>
                <a:gd name="connsiteY257" fmla="*/ 200596 h 333375"/>
                <a:gd name="connsiteX258" fmla="*/ 199263 w 1028700"/>
                <a:gd name="connsiteY258" fmla="*/ 198787 h 333375"/>
                <a:gd name="connsiteX259" fmla="*/ 197453 w 1028700"/>
                <a:gd name="connsiteY259" fmla="*/ 197072 h 333375"/>
                <a:gd name="connsiteX260" fmla="*/ 196501 w 1028700"/>
                <a:gd name="connsiteY260" fmla="*/ 195739 h 333375"/>
                <a:gd name="connsiteX261" fmla="*/ 196310 w 1028700"/>
                <a:gd name="connsiteY261" fmla="*/ 195072 h 333375"/>
                <a:gd name="connsiteX262" fmla="*/ 194310 w 1028700"/>
                <a:gd name="connsiteY262" fmla="*/ 190691 h 333375"/>
                <a:gd name="connsiteX263" fmla="*/ 194024 w 1028700"/>
                <a:gd name="connsiteY263" fmla="*/ 189833 h 333375"/>
                <a:gd name="connsiteX264" fmla="*/ 194024 w 1028700"/>
                <a:gd name="connsiteY264" fmla="*/ 188786 h 333375"/>
                <a:gd name="connsiteX265" fmla="*/ 194215 w 1028700"/>
                <a:gd name="connsiteY265" fmla="*/ 188023 h 333375"/>
                <a:gd name="connsiteX266" fmla="*/ 194691 w 1028700"/>
                <a:gd name="connsiteY266" fmla="*/ 187071 h 333375"/>
                <a:gd name="connsiteX267" fmla="*/ 195167 w 1028700"/>
                <a:gd name="connsiteY267" fmla="*/ 186404 h 333375"/>
                <a:gd name="connsiteX268" fmla="*/ 196120 w 1028700"/>
                <a:gd name="connsiteY268" fmla="*/ 186404 h 333375"/>
                <a:gd name="connsiteX269" fmla="*/ 196310 w 1028700"/>
                <a:gd name="connsiteY269" fmla="*/ 185452 h 333375"/>
                <a:gd name="connsiteX270" fmla="*/ 196310 w 1028700"/>
                <a:gd name="connsiteY270" fmla="*/ 183547 h 333375"/>
                <a:gd name="connsiteX271" fmla="*/ 196501 w 1028700"/>
                <a:gd name="connsiteY271" fmla="*/ 181832 h 333375"/>
                <a:gd name="connsiteX272" fmla="*/ 197072 w 1028700"/>
                <a:gd name="connsiteY272" fmla="*/ 179451 h 333375"/>
                <a:gd name="connsiteX273" fmla="*/ 197929 w 1028700"/>
                <a:gd name="connsiteY273" fmla="*/ 177927 h 333375"/>
                <a:gd name="connsiteX274" fmla="*/ 199168 w 1028700"/>
                <a:gd name="connsiteY274" fmla="*/ 178689 h 333375"/>
                <a:gd name="connsiteX275" fmla="*/ 199358 w 1028700"/>
                <a:gd name="connsiteY275" fmla="*/ 177355 h 333375"/>
                <a:gd name="connsiteX276" fmla="*/ 197358 w 1028700"/>
                <a:gd name="connsiteY276" fmla="*/ 172498 h 333375"/>
                <a:gd name="connsiteX277" fmla="*/ 196977 w 1028700"/>
                <a:gd name="connsiteY277" fmla="*/ 170879 h 333375"/>
                <a:gd name="connsiteX278" fmla="*/ 197072 w 1028700"/>
                <a:gd name="connsiteY278" fmla="*/ 169926 h 333375"/>
                <a:gd name="connsiteX279" fmla="*/ 197548 w 1028700"/>
                <a:gd name="connsiteY279" fmla="*/ 169069 h 333375"/>
                <a:gd name="connsiteX280" fmla="*/ 198596 w 1028700"/>
                <a:gd name="connsiteY280" fmla="*/ 167640 h 333375"/>
                <a:gd name="connsiteX281" fmla="*/ 199072 w 1028700"/>
                <a:gd name="connsiteY281" fmla="*/ 167354 h 333375"/>
                <a:gd name="connsiteX282" fmla="*/ 199454 w 1028700"/>
                <a:gd name="connsiteY282" fmla="*/ 167164 h 333375"/>
                <a:gd name="connsiteX283" fmla="*/ 199549 w 1028700"/>
                <a:gd name="connsiteY283" fmla="*/ 167069 h 333375"/>
                <a:gd name="connsiteX284" fmla="*/ 199835 w 1028700"/>
                <a:gd name="connsiteY284" fmla="*/ 166878 h 333375"/>
                <a:gd name="connsiteX285" fmla="*/ 200120 w 1028700"/>
                <a:gd name="connsiteY285" fmla="*/ 166306 h 333375"/>
                <a:gd name="connsiteX286" fmla="*/ 199739 w 1028700"/>
                <a:gd name="connsiteY286" fmla="*/ 164973 h 333375"/>
                <a:gd name="connsiteX287" fmla="*/ 199739 w 1028700"/>
                <a:gd name="connsiteY287" fmla="*/ 164497 h 333375"/>
                <a:gd name="connsiteX288" fmla="*/ 199930 w 1028700"/>
                <a:gd name="connsiteY288" fmla="*/ 164116 h 333375"/>
                <a:gd name="connsiteX289" fmla="*/ 200692 w 1028700"/>
                <a:gd name="connsiteY289" fmla="*/ 163259 h 333375"/>
                <a:gd name="connsiteX290" fmla="*/ 201073 w 1028700"/>
                <a:gd name="connsiteY290" fmla="*/ 162973 h 333375"/>
                <a:gd name="connsiteX291" fmla="*/ 201454 w 1028700"/>
                <a:gd name="connsiteY291" fmla="*/ 162306 h 333375"/>
                <a:gd name="connsiteX292" fmla="*/ 202216 w 1028700"/>
                <a:gd name="connsiteY292" fmla="*/ 160496 h 333375"/>
                <a:gd name="connsiteX293" fmla="*/ 202311 w 1028700"/>
                <a:gd name="connsiteY293" fmla="*/ 159925 h 333375"/>
                <a:gd name="connsiteX294" fmla="*/ 202216 w 1028700"/>
                <a:gd name="connsiteY294" fmla="*/ 158305 h 333375"/>
                <a:gd name="connsiteX295" fmla="*/ 200501 w 1028700"/>
                <a:gd name="connsiteY295" fmla="*/ 153448 h 333375"/>
                <a:gd name="connsiteX296" fmla="*/ 200596 w 1028700"/>
                <a:gd name="connsiteY296" fmla="*/ 152686 h 333375"/>
                <a:gd name="connsiteX297" fmla="*/ 199930 w 1028700"/>
                <a:gd name="connsiteY297" fmla="*/ 150304 h 333375"/>
                <a:gd name="connsiteX298" fmla="*/ 200311 w 1028700"/>
                <a:gd name="connsiteY298" fmla="*/ 149257 h 333375"/>
                <a:gd name="connsiteX299" fmla="*/ 200787 w 1028700"/>
                <a:gd name="connsiteY299" fmla="*/ 148304 h 333375"/>
                <a:gd name="connsiteX300" fmla="*/ 200882 w 1028700"/>
                <a:gd name="connsiteY300" fmla="*/ 147066 h 333375"/>
                <a:gd name="connsiteX301" fmla="*/ 200025 w 1028700"/>
                <a:gd name="connsiteY301" fmla="*/ 139160 h 333375"/>
                <a:gd name="connsiteX302" fmla="*/ 199549 w 1028700"/>
                <a:gd name="connsiteY302" fmla="*/ 136970 h 333375"/>
                <a:gd name="connsiteX303" fmla="*/ 199454 w 1028700"/>
                <a:gd name="connsiteY303" fmla="*/ 135731 h 333375"/>
                <a:gd name="connsiteX304" fmla="*/ 199835 w 1028700"/>
                <a:gd name="connsiteY304" fmla="*/ 134207 h 333375"/>
                <a:gd name="connsiteX305" fmla="*/ 199835 w 1028700"/>
                <a:gd name="connsiteY305" fmla="*/ 133636 h 333375"/>
                <a:gd name="connsiteX306" fmla="*/ 199549 w 1028700"/>
                <a:gd name="connsiteY306" fmla="*/ 133064 h 333375"/>
                <a:gd name="connsiteX307" fmla="*/ 198596 w 1028700"/>
                <a:gd name="connsiteY307" fmla="*/ 132017 h 333375"/>
                <a:gd name="connsiteX308" fmla="*/ 198406 w 1028700"/>
                <a:gd name="connsiteY308" fmla="*/ 131636 h 333375"/>
                <a:gd name="connsiteX309" fmla="*/ 198120 w 1028700"/>
                <a:gd name="connsiteY309" fmla="*/ 130588 h 333375"/>
                <a:gd name="connsiteX310" fmla="*/ 195072 w 1028700"/>
                <a:gd name="connsiteY310" fmla="*/ 124968 h 333375"/>
                <a:gd name="connsiteX311" fmla="*/ 189833 w 1028700"/>
                <a:gd name="connsiteY311" fmla="*/ 116300 h 333375"/>
                <a:gd name="connsiteX312" fmla="*/ 188023 w 1028700"/>
                <a:gd name="connsiteY312" fmla="*/ 111823 h 333375"/>
                <a:gd name="connsiteX313" fmla="*/ 182689 w 1028700"/>
                <a:gd name="connsiteY313" fmla="*/ 103442 h 333375"/>
                <a:gd name="connsiteX314" fmla="*/ 177832 w 1028700"/>
                <a:gd name="connsiteY314" fmla="*/ 98012 h 333375"/>
                <a:gd name="connsiteX315" fmla="*/ 175070 w 1028700"/>
                <a:gd name="connsiteY315" fmla="*/ 95631 h 333375"/>
                <a:gd name="connsiteX316" fmla="*/ 174212 w 1028700"/>
                <a:gd name="connsiteY316" fmla="*/ 95060 h 333375"/>
                <a:gd name="connsiteX317" fmla="*/ 172021 w 1028700"/>
                <a:gd name="connsiteY317" fmla="*/ 94583 h 333375"/>
                <a:gd name="connsiteX318" fmla="*/ 169736 w 1028700"/>
                <a:gd name="connsiteY318" fmla="*/ 93440 h 333375"/>
                <a:gd name="connsiteX319" fmla="*/ 160306 w 1028700"/>
                <a:gd name="connsiteY319" fmla="*/ 86011 h 333375"/>
                <a:gd name="connsiteX320" fmla="*/ 158877 w 1028700"/>
                <a:gd name="connsiteY320" fmla="*/ 85344 h 333375"/>
                <a:gd name="connsiteX321" fmla="*/ 158305 w 1028700"/>
                <a:gd name="connsiteY321" fmla="*/ 84487 h 333375"/>
                <a:gd name="connsiteX322" fmla="*/ 157639 w 1028700"/>
                <a:gd name="connsiteY322" fmla="*/ 82772 h 333375"/>
                <a:gd name="connsiteX323" fmla="*/ 156591 w 1028700"/>
                <a:gd name="connsiteY323" fmla="*/ 81534 h 333375"/>
                <a:gd name="connsiteX324" fmla="*/ 155353 w 1028700"/>
                <a:gd name="connsiteY324" fmla="*/ 80581 h 333375"/>
                <a:gd name="connsiteX325" fmla="*/ 152590 w 1028700"/>
                <a:gd name="connsiteY325" fmla="*/ 78867 h 333375"/>
                <a:gd name="connsiteX326" fmla="*/ 152114 w 1028700"/>
                <a:gd name="connsiteY326" fmla="*/ 78486 h 333375"/>
                <a:gd name="connsiteX327" fmla="*/ 150971 w 1028700"/>
                <a:gd name="connsiteY327" fmla="*/ 77629 h 333375"/>
                <a:gd name="connsiteX328" fmla="*/ 149828 w 1028700"/>
                <a:gd name="connsiteY328" fmla="*/ 76295 h 333375"/>
                <a:gd name="connsiteX329" fmla="*/ 143542 w 1028700"/>
                <a:gd name="connsiteY329" fmla="*/ 63913 h 333375"/>
                <a:gd name="connsiteX330" fmla="*/ 141351 w 1028700"/>
                <a:gd name="connsiteY330" fmla="*/ 61627 h 333375"/>
                <a:gd name="connsiteX331" fmla="*/ 140113 w 1028700"/>
                <a:gd name="connsiteY331" fmla="*/ 60960 h 333375"/>
                <a:gd name="connsiteX332" fmla="*/ 134017 w 1028700"/>
                <a:gd name="connsiteY332" fmla="*/ 58769 h 333375"/>
                <a:gd name="connsiteX333" fmla="*/ 132874 w 1028700"/>
                <a:gd name="connsiteY333" fmla="*/ 58769 h 333375"/>
                <a:gd name="connsiteX334" fmla="*/ 132302 w 1028700"/>
                <a:gd name="connsiteY334" fmla="*/ 59627 h 333375"/>
                <a:gd name="connsiteX335" fmla="*/ 133160 w 1028700"/>
                <a:gd name="connsiteY335" fmla="*/ 59341 h 333375"/>
                <a:gd name="connsiteX336" fmla="*/ 133636 w 1028700"/>
                <a:gd name="connsiteY336" fmla="*/ 59722 h 333375"/>
                <a:gd name="connsiteX337" fmla="*/ 133350 w 1028700"/>
                <a:gd name="connsiteY337" fmla="*/ 60293 h 333375"/>
                <a:gd name="connsiteX338" fmla="*/ 132112 w 1028700"/>
                <a:gd name="connsiteY338" fmla="*/ 60579 h 333375"/>
                <a:gd name="connsiteX339" fmla="*/ 131540 w 1028700"/>
                <a:gd name="connsiteY339" fmla="*/ 60293 h 333375"/>
                <a:gd name="connsiteX340" fmla="*/ 128683 w 1028700"/>
                <a:gd name="connsiteY340" fmla="*/ 58388 h 333375"/>
                <a:gd name="connsiteX341" fmla="*/ 127349 w 1028700"/>
                <a:gd name="connsiteY341" fmla="*/ 57436 h 333375"/>
                <a:gd name="connsiteX342" fmla="*/ 126968 w 1028700"/>
                <a:gd name="connsiteY342" fmla="*/ 60198 h 333375"/>
                <a:gd name="connsiteX343" fmla="*/ 127254 w 1028700"/>
                <a:gd name="connsiteY343" fmla="*/ 64294 h 333375"/>
                <a:gd name="connsiteX344" fmla="*/ 126682 w 1028700"/>
                <a:gd name="connsiteY344" fmla="*/ 66008 h 333375"/>
                <a:gd name="connsiteX345" fmla="*/ 125254 w 1028700"/>
                <a:gd name="connsiteY345" fmla="*/ 67437 h 333375"/>
                <a:gd name="connsiteX346" fmla="*/ 121348 w 1028700"/>
                <a:gd name="connsiteY346" fmla="*/ 70390 h 333375"/>
                <a:gd name="connsiteX347" fmla="*/ 120015 w 1028700"/>
                <a:gd name="connsiteY347" fmla="*/ 72009 h 333375"/>
                <a:gd name="connsiteX348" fmla="*/ 119253 w 1028700"/>
                <a:gd name="connsiteY348" fmla="*/ 74200 h 333375"/>
                <a:gd name="connsiteX349" fmla="*/ 119253 w 1028700"/>
                <a:gd name="connsiteY349" fmla="*/ 76486 h 333375"/>
                <a:gd name="connsiteX350" fmla="*/ 118872 w 1028700"/>
                <a:gd name="connsiteY350" fmla="*/ 78486 h 333375"/>
                <a:gd name="connsiteX351" fmla="*/ 117157 w 1028700"/>
                <a:gd name="connsiteY351" fmla="*/ 80010 h 333375"/>
                <a:gd name="connsiteX352" fmla="*/ 116586 w 1028700"/>
                <a:gd name="connsiteY352" fmla="*/ 80391 h 333375"/>
                <a:gd name="connsiteX353" fmla="*/ 116300 w 1028700"/>
                <a:gd name="connsiteY353" fmla="*/ 80867 h 333375"/>
                <a:gd name="connsiteX354" fmla="*/ 116110 w 1028700"/>
                <a:gd name="connsiteY354" fmla="*/ 81344 h 333375"/>
                <a:gd name="connsiteX355" fmla="*/ 115824 w 1028700"/>
                <a:gd name="connsiteY355" fmla="*/ 81820 h 333375"/>
                <a:gd name="connsiteX356" fmla="*/ 114300 w 1028700"/>
                <a:gd name="connsiteY356" fmla="*/ 82772 h 333375"/>
                <a:gd name="connsiteX357" fmla="*/ 114014 w 1028700"/>
                <a:gd name="connsiteY357" fmla="*/ 83058 h 333375"/>
                <a:gd name="connsiteX358" fmla="*/ 113633 w 1028700"/>
                <a:gd name="connsiteY358" fmla="*/ 84201 h 333375"/>
                <a:gd name="connsiteX359" fmla="*/ 112966 w 1028700"/>
                <a:gd name="connsiteY359" fmla="*/ 84868 h 333375"/>
                <a:gd name="connsiteX360" fmla="*/ 112109 w 1028700"/>
                <a:gd name="connsiteY360" fmla="*/ 84963 h 333375"/>
                <a:gd name="connsiteX361" fmla="*/ 110966 w 1028700"/>
                <a:gd name="connsiteY361" fmla="*/ 84392 h 333375"/>
                <a:gd name="connsiteX362" fmla="*/ 110490 w 1028700"/>
                <a:gd name="connsiteY362" fmla="*/ 83820 h 333375"/>
                <a:gd name="connsiteX363" fmla="*/ 110109 w 1028700"/>
                <a:gd name="connsiteY363" fmla="*/ 83153 h 333375"/>
                <a:gd name="connsiteX364" fmla="*/ 109728 w 1028700"/>
                <a:gd name="connsiteY364" fmla="*/ 82582 h 333375"/>
                <a:gd name="connsiteX365" fmla="*/ 109061 w 1028700"/>
                <a:gd name="connsiteY365" fmla="*/ 82391 h 333375"/>
                <a:gd name="connsiteX366" fmla="*/ 108395 w 1028700"/>
                <a:gd name="connsiteY366" fmla="*/ 82582 h 333375"/>
                <a:gd name="connsiteX367" fmla="*/ 107537 w 1028700"/>
                <a:gd name="connsiteY367" fmla="*/ 83439 h 333375"/>
                <a:gd name="connsiteX368" fmla="*/ 107537 w 1028700"/>
                <a:gd name="connsiteY368" fmla="*/ 83439 h 333375"/>
                <a:gd name="connsiteX369" fmla="*/ 107061 w 1028700"/>
                <a:gd name="connsiteY369" fmla="*/ 83725 h 333375"/>
                <a:gd name="connsiteX370" fmla="*/ 105918 w 1028700"/>
                <a:gd name="connsiteY370" fmla="*/ 83534 h 333375"/>
                <a:gd name="connsiteX371" fmla="*/ 105061 w 1028700"/>
                <a:gd name="connsiteY371" fmla="*/ 82677 h 333375"/>
                <a:gd name="connsiteX372" fmla="*/ 104013 w 1028700"/>
                <a:gd name="connsiteY372" fmla="*/ 80296 h 333375"/>
                <a:gd name="connsiteX373" fmla="*/ 104013 w 1028700"/>
                <a:gd name="connsiteY373" fmla="*/ 79820 h 333375"/>
                <a:gd name="connsiteX374" fmla="*/ 104204 w 1028700"/>
                <a:gd name="connsiteY374" fmla="*/ 79343 h 333375"/>
                <a:gd name="connsiteX375" fmla="*/ 104204 w 1028700"/>
                <a:gd name="connsiteY375" fmla="*/ 78867 h 333375"/>
                <a:gd name="connsiteX376" fmla="*/ 103727 w 1028700"/>
                <a:gd name="connsiteY376" fmla="*/ 78677 h 333375"/>
                <a:gd name="connsiteX377" fmla="*/ 103156 w 1028700"/>
                <a:gd name="connsiteY377" fmla="*/ 78581 h 333375"/>
                <a:gd name="connsiteX378" fmla="*/ 102775 w 1028700"/>
                <a:gd name="connsiteY378" fmla="*/ 78296 h 333375"/>
                <a:gd name="connsiteX379" fmla="*/ 102489 w 1028700"/>
                <a:gd name="connsiteY379" fmla="*/ 77914 h 333375"/>
                <a:gd name="connsiteX380" fmla="*/ 102203 w 1028700"/>
                <a:gd name="connsiteY380" fmla="*/ 77343 h 333375"/>
                <a:gd name="connsiteX381" fmla="*/ 101346 w 1028700"/>
                <a:gd name="connsiteY381" fmla="*/ 76200 h 333375"/>
                <a:gd name="connsiteX382" fmla="*/ 100203 w 1028700"/>
                <a:gd name="connsiteY382" fmla="*/ 75914 h 333375"/>
                <a:gd name="connsiteX383" fmla="*/ 98965 w 1028700"/>
                <a:gd name="connsiteY383" fmla="*/ 76200 h 333375"/>
                <a:gd name="connsiteX384" fmla="*/ 97155 w 1028700"/>
                <a:gd name="connsiteY384" fmla="*/ 76867 h 333375"/>
                <a:gd name="connsiteX385" fmla="*/ 91535 w 1028700"/>
                <a:gd name="connsiteY385" fmla="*/ 79058 h 333375"/>
                <a:gd name="connsiteX386" fmla="*/ 89726 w 1028700"/>
                <a:gd name="connsiteY386" fmla="*/ 80296 h 333375"/>
                <a:gd name="connsiteX387" fmla="*/ 87725 w 1028700"/>
                <a:gd name="connsiteY387" fmla="*/ 81248 h 333375"/>
                <a:gd name="connsiteX388" fmla="*/ 85630 w 1028700"/>
                <a:gd name="connsiteY388" fmla="*/ 81629 h 333375"/>
                <a:gd name="connsiteX389" fmla="*/ 84011 w 1028700"/>
                <a:gd name="connsiteY389" fmla="*/ 82487 h 333375"/>
                <a:gd name="connsiteX390" fmla="*/ 83344 w 1028700"/>
                <a:gd name="connsiteY390" fmla="*/ 84868 h 333375"/>
                <a:gd name="connsiteX391" fmla="*/ 83153 w 1028700"/>
                <a:gd name="connsiteY391" fmla="*/ 86011 h 333375"/>
                <a:gd name="connsiteX392" fmla="*/ 82677 w 1028700"/>
                <a:gd name="connsiteY392" fmla="*/ 87059 h 333375"/>
                <a:gd name="connsiteX393" fmla="*/ 82010 w 1028700"/>
                <a:gd name="connsiteY393" fmla="*/ 88011 h 333375"/>
                <a:gd name="connsiteX394" fmla="*/ 81153 w 1028700"/>
                <a:gd name="connsiteY394" fmla="*/ 88773 h 333375"/>
                <a:gd name="connsiteX395" fmla="*/ 78677 w 1028700"/>
                <a:gd name="connsiteY395" fmla="*/ 90297 h 333375"/>
                <a:gd name="connsiteX396" fmla="*/ 77248 w 1028700"/>
                <a:gd name="connsiteY396" fmla="*/ 90773 h 333375"/>
                <a:gd name="connsiteX397" fmla="*/ 76390 w 1028700"/>
                <a:gd name="connsiteY397" fmla="*/ 90392 h 333375"/>
                <a:gd name="connsiteX398" fmla="*/ 75819 w 1028700"/>
                <a:gd name="connsiteY398" fmla="*/ 89059 h 333375"/>
                <a:gd name="connsiteX399" fmla="*/ 75057 w 1028700"/>
                <a:gd name="connsiteY399" fmla="*/ 87725 h 333375"/>
                <a:gd name="connsiteX400" fmla="*/ 74104 w 1028700"/>
                <a:gd name="connsiteY400" fmla="*/ 86582 h 333375"/>
                <a:gd name="connsiteX401" fmla="*/ 72962 w 1028700"/>
                <a:gd name="connsiteY401" fmla="*/ 85820 h 333375"/>
                <a:gd name="connsiteX402" fmla="*/ 72390 w 1028700"/>
                <a:gd name="connsiteY402" fmla="*/ 85725 h 333375"/>
                <a:gd name="connsiteX403" fmla="*/ 71438 w 1028700"/>
                <a:gd name="connsiteY403" fmla="*/ 85725 h 333375"/>
                <a:gd name="connsiteX404" fmla="*/ 70961 w 1028700"/>
                <a:gd name="connsiteY404" fmla="*/ 85535 h 333375"/>
                <a:gd name="connsiteX405" fmla="*/ 70580 w 1028700"/>
                <a:gd name="connsiteY405" fmla="*/ 85154 h 333375"/>
                <a:gd name="connsiteX406" fmla="*/ 70009 w 1028700"/>
                <a:gd name="connsiteY406" fmla="*/ 83915 h 333375"/>
                <a:gd name="connsiteX407" fmla="*/ 69628 w 1028700"/>
                <a:gd name="connsiteY407" fmla="*/ 83248 h 333375"/>
                <a:gd name="connsiteX408" fmla="*/ 69342 w 1028700"/>
                <a:gd name="connsiteY408" fmla="*/ 82868 h 333375"/>
                <a:gd name="connsiteX409" fmla="*/ 69247 w 1028700"/>
                <a:gd name="connsiteY409" fmla="*/ 82296 h 333375"/>
                <a:gd name="connsiteX410" fmla="*/ 69342 w 1028700"/>
                <a:gd name="connsiteY410" fmla="*/ 81725 h 333375"/>
                <a:gd name="connsiteX411" fmla="*/ 69723 w 1028700"/>
                <a:gd name="connsiteY411" fmla="*/ 81153 h 333375"/>
                <a:gd name="connsiteX412" fmla="*/ 71914 w 1028700"/>
                <a:gd name="connsiteY412" fmla="*/ 76771 h 333375"/>
                <a:gd name="connsiteX413" fmla="*/ 72771 w 1028700"/>
                <a:gd name="connsiteY413" fmla="*/ 76200 h 333375"/>
                <a:gd name="connsiteX414" fmla="*/ 73914 w 1028700"/>
                <a:gd name="connsiteY414" fmla="*/ 76010 h 333375"/>
                <a:gd name="connsiteX415" fmla="*/ 74866 w 1028700"/>
                <a:gd name="connsiteY415" fmla="*/ 75629 h 333375"/>
                <a:gd name="connsiteX416" fmla="*/ 75247 w 1028700"/>
                <a:gd name="connsiteY416" fmla="*/ 74676 h 333375"/>
                <a:gd name="connsiteX417" fmla="*/ 75343 w 1028700"/>
                <a:gd name="connsiteY417" fmla="*/ 73723 h 333375"/>
                <a:gd name="connsiteX418" fmla="*/ 75724 w 1028700"/>
                <a:gd name="connsiteY418" fmla="*/ 72009 h 333375"/>
                <a:gd name="connsiteX419" fmla="*/ 75819 w 1028700"/>
                <a:gd name="connsiteY419" fmla="*/ 68961 h 333375"/>
                <a:gd name="connsiteX420" fmla="*/ 76105 w 1028700"/>
                <a:gd name="connsiteY420" fmla="*/ 66866 h 333375"/>
                <a:gd name="connsiteX421" fmla="*/ 75724 w 1028700"/>
                <a:gd name="connsiteY421" fmla="*/ 65818 h 333375"/>
                <a:gd name="connsiteX422" fmla="*/ 74771 w 1028700"/>
                <a:gd name="connsiteY422" fmla="*/ 65056 h 333375"/>
                <a:gd name="connsiteX423" fmla="*/ 73914 w 1028700"/>
                <a:gd name="connsiteY423" fmla="*/ 64294 h 333375"/>
                <a:gd name="connsiteX424" fmla="*/ 73914 w 1028700"/>
                <a:gd name="connsiteY424" fmla="*/ 63055 h 333375"/>
                <a:gd name="connsiteX425" fmla="*/ 74581 w 1028700"/>
                <a:gd name="connsiteY425" fmla="*/ 62198 h 333375"/>
                <a:gd name="connsiteX426" fmla="*/ 75247 w 1028700"/>
                <a:gd name="connsiteY426" fmla="*/ 61913 h 333375"/>
                <a:gd name="connsiteX427" fmla="*/ 75724 w 1028700"/>
                <a:gd name="connsiteY427" fmla="*/ 61436 h 333375"/>
                <a:gd name="connsiteX428" fmla="*/ 75819 w 1028700"/>
                <a:gd name="connsiteY428" fmla="*/ 60198 h 333375"/>
                <a:gd name="connsiteX429" fmla="*/ 75629 w 1028700"/>
                <a:gd name="connsiteY429" fmla="*/ 59150 h 333375"/>
                <a:gd name="connsiteX430" fmla="*/ 75247 w 1028700"/>
                <a:gd name="connsiteY430" fmla="*/ 58484 h 333375"/>
                <a:gd name="connsiteX431" fmla="*/ 74581 w 1028700"/>
                <a:gd name="connsiteY431" fmla="*/ 58293 h 333375"/>
                <a:gd name="connsiteX432" fmla="*/ 72199 w 1028700"/>
                <a:gd name="connsiteY432" fmla="*/ 58769 h 333375"/>
                <a:gd name="connsiteX433" fmla="*/ 71342 w 1028700"/>
                <a:gd name="connsiteY433" fmla="*/ 58484 h 333375"/>
                <a:gd name="connsiteX434" fmla="*/ 69628 w 1028700"/>
                <a:gd name="connsiteY434" fmla="*/ 57150 h 333375"/>
                <a:gd name="connsiteX435" fmla="*/ 68580 w 1028700"/>
                <a:gd name="connsiteY435" fmla="*/ 57341 h 333375"/>
                <a:gd name="connsiteX436" fmla="*/ 67246 w 1028700"/>
                <a:gd name="connsiteY436" fmla="*/ 58864 h 333375"/>
                <a:gd name="connsiteX437" fmla="*/ 66294 w 1028700"/>
                <a:gd name="connsiteY437" fmla="*/ 59150 h 333375"/>
                <a:gd name="connsiteX438" fmla="*/ 64103 w 1028700"/>
                <a:gd name="connsiteY438" fmla="*/ 58579 h 333375"/>
                <a:gd name="connsiteX439" fmla="*/ 63437 w 1028700"/>
                <a:gd name="connsiteY439" fmla="*/ 58484 h 333375"/>
                <a:gd name="connsiteX440" fmla="*/ 62770 w 1028700"/>
                <a:gd name="connsiteY440" fmla="*/ 58674 h 333375"/>
                <a:gd name="connsiteX441" fmla="*/ 62484 w 1028700"/>
                <a:gd name="connsiteY441" fmla="*/ 59055 h 333375"/>
                <a:gd name="connsiteX442" fmla="*/ 62294 w 1028700"/>
                <a:gd name="connsiteY442" fmla="*/ 59055 h 333375"/>
                <a:gd name="connsiteX443" fmla="*/ 61817 w 1028700"/>
                <a:gd name="connsiteY443" fmla="*/ 58293 h 333375"/>
                <a:gd name="connsiteX444" fmla="*/ 61722 w 1028700"/>
                <a:gd name="connsiteY444" fmla="*/ 57817 h 333375"/>
                <a:gd name="connsiteX445" fmla="*/ 61722 w 1028700"/>
                <a:gd name="connsiteY445" fmla="*/ 56293 h 333375"/>
                <a:gd name="connsiteX446" fmla="*/ 61817 w 1028700"/>
                <a:gd name="connsiteY446" fmla="*/ 55817 h 333375"/>
                <a:gd name="connsiteX447" fmla="*/ 61817 w 1028700"/>
                <a:gd name="connsiteY447" fmla="*/ 55721 h 333375"/>
                <a:gd name="connsiteX448" fmla="*/ 62008 w 1028700"/>
                <a:gd name="connsiteY448" fmla="*/ 55245 h 333375"/>
                <a:gd name="connsiteX449" fmla="*/ 62103 w 1028700"/>
                <a:gd name="connsiteY449" fmla="*/ 54769 h 333375"/>
                <a:gd name="connsiteX450" fmla="*/ 62008 w 1028700"/>
                <a:gd name="connsiteY450" fmla="*/ 54293 h 333375"/>
                <a:gd name="connsiteX451" fmla="*/ 61341 w 1028700"/>
                <a:gd name="connsiteY451" fmla="*/ 53245 h 333375"/>
                <a:gd name="connsiteX452" fmla="*/ 61151 w 1028700"/>
                <a:gd name="connsiteY452" fmla="*/ 52673 h 333375"/>
                <a:gd name="connsiteX453" fmla="*/ 61055 w 1028700"/>
                <a:gd name="connsiteY453" fmla="*/ 52102 h 333375"/>
                <a:gd name="connsiteX454" fmla="*/ 60865 w 1028700"/>
                <a:gd name="connsiteY454" fmla="*/ 49625 h 333375"/>
                <a:gd name="connsiteX455" fmla="*/ 60388 w 1028700"/>
                <a:gd name="connsiteY455" fmla="*/ 48578 h 333375"/>
                <a:gd name="connsiteX456" fmla="*/ 59150 w 1028700"/>
                <a:gd name="connsiteY456" fmla="*/ 47911 h 333375"/>
                <a:gd name="connsiteX457" fmla="*/ 58579 w 1028700"/>
                <a:gd name="connsiteY457" fmla="*/ 47816 h 333375"/>
                <a:gd name="connsiteX458" fmla="*/ 58007 w 1028700"/>
                <a:gd name="connsiteY458" fmla="*/ 47816 h 333375"/>
                <a:gd name="connsiteX459" fmla="*/ 57531 w 1028700"/>
                <a:gd name="connsiteY459" fmla="*/ 47720 h 333375"/>
                <a:gd name="connsiteX460" fmla="*/ 57055 w 1028700"/>
                <a:gd name="connsiteY460" fmla="*/ 47435 h 333375"/>
                <a:gd name="connsiteX461" fmla="*/ 56960 w 1028700"/>
                <a:gd name="connsiteY461" fmla="*/ 46958 h 333375"/>
                <a:gd name="connsiteX462" fmla="*/ 56960 w 1028700"/>
                <a:gd name="connsiteY462" fmla="*/ 45815 h 333375"/>
                <a:gd name="connsiteX463" fmla="*/ 56864 w 1028700"/>
                <a:gd name="connsiteY463" fmla="*/ 45529 h 333375"/>
                <a:gd name="connsiteX464" fmla="*/ 56007 w 1028700"/>
                <a:gd name="connsiteY464" fmla="*/ 45529 h 333375"/>
                <a:gd name="connsiteX465" fmla="*/ 52578 w 1028700"/>
                <a:gd name="connsiteY465" fmla="*/ 47911 h 333375"/>
                <a:gd name="connsiteX466" fmla="*/ 51626 w 1028700"/>
                <a:gd name="connsiteY466" fmla="*/ 48006 h 333375"/>
                <a:gd name="connsiteX467" fmla="*/ 50673 w 1028700"/>
                <a:gd name="connsiteY467" fmla="*/ 47816 h 333375"/>
                <a:gd name="connsiteX468" fmla="*/ 48863 w 1028700"/>
                <a:gd name="connsiteY468" fmla="*/ 47054 h 333375"/>
                <a:gd name="connsiteX469" fmla="*/ 45625 w 1028700"/>
                <a:gd name="connsiteY469" fmla="*/ 46101 h 333375"/>
                <a:gd name="connsiteX470" fmla="*/ 44672 w 1028700"/>
                <a:gd name="connsiteY470" fmla="*/ 45625 h 333375"/>
                <a:gd name="connsiteX471" fmla="*/ 42958 w 1028700"/>
                <a:gd name="connsiteY471" fmla="*/ 44387 h 333375"/>
                <a:gd name="connsiteX472" fmla="*/ 42196 w 1028700"/>
                <a:gd name="connsiteY472" fmla="*/ 44196 h 333375"/>
                <a:gd name="connsiteX473" fmla="*/ 40862 w 1028700"/>
                <a:gd name="connsiteY473" fmla="*/ 44387 h 333375"/>
                <a:gd name="connsiteX474" fmla="*/ 40005 w 1028700"/>
                <a:gd name="connsiteY474" fmla="*/ 44291 h 333375"/>
                <a:gd name="connsiteX475" fmla="*/ 38862 w 1028700"/>
                <a:gd name="connsiteY475" fmla="*/ 43910 h 333375"/>
                <a:gd name="connsiteX476" fmla="*/ 38386 w 1028700"/>
                <a:gd name="connsiteY476" fmla="*/ 43625 h 333375"/>
                <a:gd name="connsiteX477" fmla="*/ 36862 w 1028700"/>
                <a:gd name="connsiteY477" fmla="*/ 42863 h 333375"/>
                <a:gd name="connsiteX478" fmla="*/ 35814 w 1028700"/>
                <a:gd name="connsiteY478" fmla="*/ 42005 h 333375"/>
                <a:gd name="connsiteX479" fmla="*/ 35243 w 1028700"/>
                <a:gd name="connsiteY479" fmla="*/ 41053 h 333375"/>
                <a:gd name="connsiteX480" fmla="*/ 33242 w 1028700"/>
                <a:gd name="connsiteY480" fmla="*/ 35147 h 333375"/>
                <a:gd name="connsiteX481" fmla="*/ 32861 w 1028700"/>
                <a:gd name="connsiteY481" fmla="*/ 34766 h 333375"/>
                <a:gd name="connsiteX482" fmla="*/ 32290 w 1028700"/>
                <a:gd name="connsiteY482" fmla="*/ 34576 h 333375"/>
                <a:gd name="connsiteX483" fmla="*/ 31718 w 1028700"/>
                <a:gd name="connsiteY483" fmla="*/ 34480 h 333375"/>
                <a:gd name="connsiteX484" fmla="*/ 31242 w 1028700"/>
                <a:gd name="connsiteY484" fmla="*/ 34480 h 333375"/>
                <a:gd name="connsiteX485" fmla="*/ 30480 w 1028700"/>
                <a:gd name="connsiteY485" fmla="*/ 34957 h 333375"/>
                <a:gd name="connsiteX486" fmla="*/ 30480 w 1028700"/>
                <a:gd name="connsiteY486" fmla="*/ 35052 h 333375"/>
                <a:gd name="connsiteX487" fmla="*/ 29718 w 1028700"/>
                <a:gd name="connsiteY487" fmla="*/ 35052 h 333375"/>
                <a:gd name="connsiteX488" fmla="*/ 29242 w 1028700"/>
                <a:gd name="connsiteY488" fmla="*/ 34766 h 333375"/>
                <a:gd name="connsiteX489" fmla="*/ 28956 w 1028700"/>
                <a:gd name="connsiteY489" fmla="*/ 34480 h 333375"/>
                <a:gd name="connsiteX490" fmla="*/ 28861 w 1028700"/>
                <a:gd name="connsiteY490" fmla="*/ 34290 h 333375"/>
                <a:gd name="connsiteX491" fmla="*/ 28385 w 1028700"/>
                <a:gd name="connsiteY491" fmla="*/ 34004 h 333375"/>
                <a:gd name="connsiteX492" fmla="*/ 27622 w 1028700"/>
                <a:gd name="connsiteY492" fmla="*/ 34290 h 333375"/>
                <a:gd name="connsiteX493" fmla="*/ 27241 w 1028700"/>
                <a:gd name="connsiteY493" fmla="*/ 34766 h 333375"/>
                <a:gd name="connsiteX494" fmla="*/ 27051 w 1028700"/>
                <a:gd name="connsiteY494" fmla="*/ 35338 h 333375"/>
                <a:gd name="connsiteX495" fmla="*/ 26956 w 1028700"/>
                <a:gd name="connsiteY495" fmla="*/ 36576 h 333375"/>
                <a:gd name="connsiteX496" fmla="*/ 26575 w 1028700"/>
                <a:gd name="connsiteY496" fmla="*/ 38671 h 333375"/>
                <a:gd name="connsiteX497" fmla="*/ 26670 w 1028700"/>
                <a:gd name="connsiteY497" fmla="*/ 39529 h 333375"/>
                <a:gd name="connsiteX498" fmla="*/ 27051 w 1028700"/>
                <a:gd name="connsiteY498" fmla="*/ 40767 h 333375"/>
                <a:gd name="connsiteX499" fmla="*/ 27146 w 1028700"/>
                <a:gd name="connsiteY499" fmla="*/ 41529 h 333375"/>
                <a:gd name="connsiteX500" fmla="*/ 26861 w 1028700"/>
                <a:gd name="connsiteY500" fmla="*/ 42005 h 333375"/>
                <a:gd name="connsiteX501" fmla="*/ 26384 w 1028700"/>
                <a:gd name="connsiteY501" fmla="*/ 42386 h 333375"/>
                <a:gd name="connsiteX502" fmla="*/ 26003 w 1028700"/>
                <a:gd name="connsiteY502" fmla="*/ 42958 h 333375"/>
                <a:gd name="connsiteX503" fmla="*/ 26003 w 1028700"/>
                <a:gd name="connsiteY503" fmla="*/ 43434 h 333375"/>
                <a:gd name="connsiteX504" fmla="*/ 26194 w 1028700"/>
                <a:gd name="connsiteY504" fmla="*/ 44387 h 333375"/>
                <a:gd name="connsiteX505" fmla="*/ 26194 w 1028700"/>
                <a:gd name="connsiteY505" fmla="*/ 44863 h 333375"/>
                <a:gd name="connsiteX506" fmla="*/ 26003 w 1028700"/>
                <a:gd name="connsiteY506" fmla="*/ 46196 h 333375"/>
                <a:gd name="connsiteX507" fmla="*/ 25527 w 1028700"/>
                <a:gd name="connsiteY507" fmla="*/ 47339 h 333375"/>
                <a:gd name="connsiteX508" fmla="*/ 25051 w 1028700"/>
                <a:gd name="connsiteY508" fmla="*/ 48101 h 333375"/>
                <a:gd name="connsiteX509" fmla="*/ 25241 w 1028700"/>
                <a:gd name="connsiteY509" fmla="*/ 49054 h 333375"/>
                <a:gd name="connsiteX510" fmla="*/ 25622 w 1028700"/>
                <a:gd name="connsiteY510" fmla="*/ 51340 h 333375"/>
                <a:gd name="connsiteX511" fmla="*/ 26384 w 1028700"/>
                <a:gd name="connsiteY511" fmla="*/ 53816 h 333375"/>
                <a:gd name="connsiteX512" fmla="*/ 27527 w 1028700"/>
                <a:gd name="connsiteY512" fmla="*/ 56102 h 333375"/>
                <a:gd name="connsiteX513" fmla="*/ 28861 w 1028700"/>
                <a:gd name="connsiteY513" fmla="*/ 57817 h 333375"/>
                <a:gd name="connsiteX514" fmla="*/ 30575 w 1028700"/>
                <a:gd name="connsiteY514" fmla="*/ 59055 h 333375"/>
                <a:gd name="connsiteX515" fmla="*/ 31337 w 1028700"/>
                <a:gd name="connsiteY515" fmla="*/ 59912 h 333375"/>
                <a:gd name="connsiteX516" fmla="*/ 32004 w 1028700"/>
                <a:gd name="connsiteY516" fmla="*/ 62008 h 333375"/>
                <a:gd name="connsiteX517" fmla="*/ 33909 w 1028700"/>
                <a:gd name="connsiteY517" fmla="*/ 65437 h 333375"/>
                <a:gd name="connsiteX518" fmla="*/ 34862 w 1028700"/>
                <a:gd name="connsiteY518" fmla="*/ 67818 h 333375"/>
                <a:gd name="connsiteX519" fmla="*/ 35528 w 1028700"/>
                <a:gd name="connsiteY519" fmla="*/ 68961 h 333375"/>
                <a:gd name="connsiteX520" fmla="*/ 36290 w 1028700"/>
                <a:gd name="connsiteY520" fmla="*/ 70009 h 333375"/>
                <a:gd name="connsiteX521" fmla="*/ 36766 w 1028700"/>
                <a:gd name="connsiteY521" fmla="*/ 70866 h 333375"/>
                <a:gd name="connsiteX522" fmla="*/ 38195 w 1028700"/>
                <a:gd name="connsiteY522" fmla="*/ 81534 h 333375"/>
                <a:gd name="connsiteX523" fmla="*/ 37624 w 1028700"/>
                <a:gd name="connsiteY523" fmla="*/ 87630 h 333375"/>
                <a:gd name="connsiteX524" fmla="*/ 37910 w 1028700"/>
                <a:gd name="connsiteY524" fmla="*/ 87916 h 333375"/>
                <a:gd name="connsiteX525" fmla="*/ 38386 w 1028700"/>
                <a:gd name="connsiteY525" fmla="*/ 88106 h 333375"/>
                <a:gd name="connsiteX526" fmla="*/ 38767 w 1028700"/>
                <a:gd name="connsiteY526" fmla="*/ 88392 h 333375"/>
                <a:gd name="connsiteX527" fmla="*/ 38671 w 1028700"/>
                <a:gd name="connsiteY527" fmla="*/ 88868 h 333375"/>
                <a:gd name="connsiteX528" fmla="*/ 38195 w 1028700"/>
                <a:gd name="connsiteY528" fmla="*/ 89154 h 333375"/>
                <a:gd name="connsiteX529" fmla="*/ 37624 w 1028700"/>
                <a:gd name="connsiteY529" fmla="*/ 89154 h 333375"/>
                <a:gd name="connsiteX530" fmla="*/ 37052 w 1028700"/>
                <a:gd name="connsiteY530" fmla="*/ 89059 h 333375"/>
                <a:gd name="connsiteX531" fmla="*/ 36576 w 1028700"/>
                <a:gd name="connsiteY531" fmla="*/ 88868 h 333375"/>
                <a:gd name="connsiteX532" fmla="*/ 36957 w 1028700"/>
                <a:gd name="connsiteY532" fmla="*/ 93345 h 333375"/>
                <a:gd name="connsiteX533" fmla="*/ 37243 w 1028700"/>
                <a:gd name="connsiteY533" fmla="*/ 94488 h 333375"/>
                <a:gd name="connsiteX534" fmla="*/ 38481 w 1028700"/>
                <a:gd name="connsiteY534" fmla="*/ 96584 h 333375"/>
                <a:gd name="connsiteX535" fmla="*/ 38862 w 1028700"/>
                <a:gd name="connsiteY535" fmla="*/ 97822 h 333375"/>
                <a:gd name="connsiteX536" fmla="*/ 38576 w 1028700"/>
                <a:gd name="connsiteY536" fmla="*/ 102298 h 333375"/>
                <a:gd name="connsiteX537" fmla="*/ 38671 w 1028700"/>
                <a:gd name="connsiteY537" fmla="*/ 103537 h 333375"/>
                <a:gd name="connsiteX538" fmla="*/ 38957 w 1028700"/>
                <a:gd name="connsiteY538" fmla="*/ 104299 h 333375"/>
                <a:gd name="connsiteX539" fmla="*/ 40100 w 1028700"/>
                <a:gd name="connsiteY539" fmla="*/ 105823 h 333375"/>
                <a:gd name="connsiteX540" fmla="*/ 41338 w 1028700"/>
                <a:gd name="connsiteY540" fmla="*/ 108204 h 333375"/>
                <a:gd name="connsiteX541" fmla="*/ 41529 w 1028700"/>
                <a:gd name="connsiteY541" fmla="*/ 108871 h 333375"/>
                <a:gd name="connsiteX542" fmla="*/ 41434 w 1028700"/>
                <a:gd name="connsiteY542" fmla="*/ 109442 h 333375"/>
                <a:gd name="connsiteX543" fmla="*/ 40957 w 1028700"/>
                <a:gd name="connsiteY543" fmla="*/ 110395 h 333375"/>
                <a:gd name="connsiteX544" fmla="*/ 40862 w 1028700"/>
                <a:gd name="connsiteY544" fmla="*/ 111062 h 333375"/>
                <a:gd name="connsiteX545" fmla="*/ 40957 w 1028700"/>
                <a:gd name="connsiteY545" fmla="*/ 111347 h 333375"/>
                <a:gd name="connsiteX546" fmla="*/ 41434 w 1028700"/>
                <a:gd name="connsiteY546" fmla="*/ 112395 h 333375"/>
                <a:gd name="connsiteX547" fmla="*/ 41529 w 1028700"/>
                <a:gd name="connsiteY547" fmla="*/ 112967 h 333375"/>
                <a:gd name="connsiteX548" fmla="*/ 41434 w 1028700"/>
                <a:gd name="connsiteY548" fmla="*/ 114014 h 333375"/>
                <a:gd name="connsiteX549" fmla="*/ 40672 w 1028700"/>
                <a:gd name="connsiteY549" fmla="*/ 115634 h 333375"/>
                <a:gd name="connsiteX550" fmla="*/ 40291 w 1028700"/>
                <a:gd name="connsiteY550" fmla="*/ 117348 h 333375"/>
                <a:gd name="connsiteX551" fmla="*/ 39814 w 1028700"/>
                <a:gd name="connsiteY551" fmla="*/ 118015 h 333375"/>
                <a:gd name="connsiteX552" fmla="*/ 39243 w 1028700"/>
                <a:gd name="connsiteY552" fmla="*/ 118491 h 333375"/>
                <a:gd name="connsiteX553" fmla="*/ 38671 w 1028700"/>
                <a:gd name="connsiteY553" fmla="*/ 119063 h 333375"/>
                <a:gd name="connsiteX554" fmla="*/ 38481 w 1028700"/>
                <a:gd name="connsiteY554" fmla="*/ 119158 h 333375"/>
                <a:gd name="connsiteX555" fmla="*/ 38195 w 1028700"/>
                <a:gd name="connsiteY555" fmla="*/ 119063 h 333375"/>
                <a:gd name="connsiteX556" fmla="*/ 38005 w 1028700"/>
                <a:gd name="connsiteY556" fmla="*/ 119063 h 333375"/>
                <a:gd name="connsiteX557" fmla="*/ 37910 w 1028700"/>
                <a:gd name="connsiteY557" fmla="*/ 119539 h 333375"/>
                <a:gd name="connsiteX558" fmla="*/ 38290 w 1028700"/>
                <a:gd name="connsiteY558" fmla="*/ 120777 h 333375"/>
                <a:gd name="connsiteX559" fmla="*/ 38767 w 1028700"/>
                <a:gd name="connsiteY559" fmla="*/ 121539 h 333375"/>
                <a:gd name="connsiteX560" fmla="*/ 39529 w 1028700"/>
                <a:gd name="connsiteY560" fmla="*/ 123349 h 333375"/>
                <a:gd name="connsiteX561" fmla="*/ 39814 w 1028700"/>
                <a:gd name="connsiteY561" fmla="*/ 124492 h 333375"/>
                <a:gd name="connsiteX562" fmla="*/ 41148 w 1028700"/>
                <a:gd name="connsiteY562" fmla="*/ 126016 h 333375"/>
                <a:gd name="connsiteX563" fmla="*/ 41434 w 1028700"/>
                <a:gd name="connsiteY563" fmla="*/ 126778 h 333375"/>
                <a:gd name="connsiteX564" fmla="*/ 41624 w 1028700"/>
                <a:gd name="connsiteY564" fmla="*/ 127540 h 333375"/>
                <a:gd name="connsiteX565" fmla="*/ 41910 w 1028700"/>
                <a:gd name="connsiteY565" fmla="*/ 128206 h 333375"/>
                <a:gd name="connsiteX566" fmla="*/ 42577 w 1028700"/>
                <a:gd name="connsiteY566" fmla="*/ 128969 h 333375"/>
                <a:gd name="connsiteX567" fmla="*/ 42958 w 1028700"/>
                <a:gd name="connsiteY567" fmla="*/ 128588 h 333375"/>
                <a:gd name="connsiteX568" fmla="*/ 43434 w 1028700"/>
                <a:gd name="connsiteY568" fmla="*/ 128302 h 333375"/>
                <a:gd name="connsiteX569" fmla="*/ 44005 w 1028700"/>
                <a:gd name="connsiteY569" fmla="*/ 128206 h 333375"/>
                <a:gd name="connsiteX570" fmla="*/ 44482 w 1028700"/>
                <a:gd name="connsiteY570" fmla="*/ 128492 h 333375"/>
                <a:gd name="connsiteX571" fmla="*/ 45148 w 1028700"/>
                <a:gd name="connsiteY571" fmla="*/ 128969 h 333375"/>
                <a:gd name="connsiteX572" fmla="*/ 45529 w 1028700"/>
                <a:gd name="connsiteY572" fmla="*/ 129159 h 333375"/>
                <a:gd name="connsiteX573" fmla="*/ 45720 w 1028700"/>
                <a:gd name="connsiteY573" fmla="*/ 129350 h 333375"/>
                <a:gd name="connsiteX574" fmla="*/ 45720 w 1028700"/>
                <a:gd name="connsiteY574" fmla="*/ 130016 h 333375"/>
                <a:gd name="connsiteX575" fmla="*/ 45434 w 1028700"/>
                <a:gd name="connsiteY575" fmla="*/ 130016 h 333375"/>
                <a:gd name="connsiteX576" fmla="*/ 44863 w 1028700"/>
                <a:gd name="connsiteY576" fmla="*/ 130397 h 333375"/>
                <a:gd name="connsiteX577" fmla="*/ 44577 w 1028700"/>
                <a:gd name="connsiteY577" fmla="*/ 130873 h 333375"/>
                <a:gd name="connsiteX578" fmla="*/ 45148 w 1028700"/>
                <a:gd name="connsiteY578" fmla="*/ 131064 h 333375"/>
                <a:gd name="connsiteX579" fmla="*/ 46387 w 1028700"/>
                <a:gd name="connsiteY579" fmla="*/ 131064 h 333375"/>
                <a:gd name="connsiteX580" fmla="*/ 46958 w 1028700"/>
                <a:gd name="connsiteY580" fmla="*/ 130969 h 333375"/>
                <a:gd name="connsiteX581" fmla="*/ 47530 w 1028700"/>
                <a:gd name="connsiteY581" fmla="*/ 130683 h 333375"/>
                <a:gd name="connsiteX582" fmla="*/ 47720 w 1028700"/>
                <a:gd name="connsiteY582" fmla="*/ 131350 h 333375"/>
                <a:gd name="connsiteX583" fmla="*/ 48196 w 1028700"/>
                <a:gd name="connsiteY583" fmla="*/ 131540 h 333375"/>
                <a:gd name="connsiteX584" fmla="*/ 48673 w 1028700"/>
                <a:gd name="connsiteY584" fmla="*/ 131540 h 333375"/>
                <a:gd name="connsiteX585" fmla="*/ 48958 w 1028700"/>
                <a:gd name="connsiteY585" fmla="*/ 131731 h 333375"/>
                <a:gd name="connsiteX586" fmla="*/ 48958 w 1028700"/>
                <a:gd name="connsiteY586" fmla="*/ 132302 h 333375"/>
                <a:gd name="connsiteX587" fmla="*/ 48578 w 1028700"/>
                <a:gd name="connsiteY587" fmla="*/ 133160 h 333375"/>
                <a:gd name="connsiteX588" fmla="*/ 48673 w 1028700"/>
                <a:gd name="connsiteY588" fmla="*/ 133921 h 333375"/>
                <a:gd name="connsiteX589" fmla="*/ 48958 w 1028700"/>
                <a:gd name="connsiteY589" fmla="*/ 134684 h 333375"/>
                <a:gd name="connsiteX590" fmla="*/ 49244 w 1028700"/>
                <a:gd name="connsiteY590" fmla="*/ 134779 h 333375"/>
                <a:gd name="connsiteX591" fmla="*/ 49625 w 1028700"/>
                <a:gd name="connsiteY591" fmla="*/ 134588 h 333375"/>
                <a:gd name="connsiteX592" fmla="*/ 50197 w 1028700"/>
                <a:gd name="connsiteY592" fmla="*/ 134684 h 333375"/>
                <a:gd name="connsiteX593" fmla="*/ 51245 w 1028700"/>
                <a:gd name="connsiteY593" fmla="*/ 135064 h 333375"/>
                <a:gd name="connsiteX594" fmla="*/ 51340 w 1028700"/>
                <a:gd name="connsiteY594" fmla="*/ 135446 h 333375"/>
                <a:gd name="connsiteX595" fmla="*/ 50959 w 1028700"/>
                <a:gd name="connsiteY595" fmla="*/ 136208 h 333375"/>
                <a:gd name="connsiteX596" fmla="*/ 51721 w 1028700"/>
                <a:gd name="connsiteY596" fmla="*/ 136493 h 333375"/>
                <a:gd name="connsiteX597" fmla="*/ 52006 w 1028700"/>
                <a:gd name="connsiteY597" fmla="*/ 136588 h 333375"/>
                <a:gd name="connsiteX598" fmla="*/ 52006 w 1028700"/>
                <a:gd name="connsiteY598" fmla="*/ 136970 h 333375"/>
                <a:gd name="connsiteX599" fmla="*/ 50482 w 1028700"/>
                <a:gd name="connsiteY599" fmla="*/ 137065 h 333375"/>
                <a:gd name="connsiteX600" fmla="*/ 50006 w 1028700"/>
                <a:gd name="connsiteY600" fmla="*/ 137731 h 333375"/>
                <a:gd name="connsiteX601" fmla="*/ 50197 w 1028700"/>
                <a:gd name="connsiteY601" fmla="*/ 140303 h 333375"/>
                <a:gd name="connsiteX602" fmla="*/ 50578 w 1028700"/>
                <a:gd name="connsiteY602" fmla="*/ 141732 h 333375"/>
                <a:gd name="connsiteX603" fmla="*/ 51435 w 1028700"/>
                <a:gd name="connsiteY603" fmla="*/ 141732 h 333375"/>
                <a:gd name="connsiteX604" fmla="*/ 52578 w 1028700"/>
                <a:gd name="connsiteY604" fmla="*/ 141256 h 333375"/>
                <a:gd name="connsiteX605" fmla="*/ 53816 w 1028700"/>
                <a:gd name="connsiteY605" fmla="*/ 141446 h 333375"/>
                <a:gd name="connsiteX606" fmla="*/ 53245 w 1028700"/>
                <a:gd name="connsiteY606" fmla="*/ 141732 h 333375"/>
                <a:gd name="connsiteX607" fmla="*/ 52769 w 1028700"/>
                <a:gd name="connsiteY607" fmla="*/ 142208 h 333375"/>
                <a:gd name="connsiteX608" fmla="*/ 52388 w 1028700"/>
                <a:gd name="connsiteY608" fmla="*/ 142780 h 333375"/>
                <a:gd name="connsiteX609" fmla="*/ 52006 w 1028700"/>
                <a:gd name="connsiteY609" fmla="*/ 143542 h 333375"/>
                <a:gd name="connsiteX610" fmla="*/ 51149 w 1028700"/>
                <a:gd name="connsiteY610" fmla="*/ 143066 h 333375"/>
                <a:gd name="connsiteX611" fmla="*/ 50482 w 1028700"/>
                <a:gd name="connsiteY611" fmla="*/ 143542 h 333375"/>
                <a:gd name="connsiteX612" fmla="*/ 50006 w 1028700"/>
                <a:gd name="connsiteY612" fmla="*/ 144494 h 333375"/>
                <a:gd name="connsiteX613" fmla="*/ 49816 w 1028700"/>
                <a:gd name="connsiteY613" fmla="*/ 145542 h 333375"/>
                <a:gd name="connsiteX614" fmla="*/ 50197 w 1028700"/>
                <a:gd name="connsiteY614" fmla="*/ 146495 h 333375"/>
                <a:gd name="connsiteX615" fmla="*/ 50959 w 1028700"/>
                <a:gd name="connsiteY615" fmla="*/ 147161 h 333375"/>
                <a:gd name="connsiteX616" fmla="*/ 51911 w 1028700"/>
                <a:gd name="connsiteY616" fmla="*/ 147447 h 333375"/>
                <a:gd name="connsiteX617" fmla="*/ 52673 w 1028700"/>
                <a:gd name="connsiteY617" fmla="*/ 147161 h 333375"/>
                <a:gd name="connsiteX618" fmla="*/ 52006 w 1028700"/>
                <a:gd name="connsiteY618" fmla="*/ 148590 h 333375"/>
                <a:gd name="connsiteX619" fmla="*/ 51054 w 1028700"/>
                <a:gd name="connsiteY619" fmla="*/ 152019 h 333375"/>
                <a:gd name="connsiteX620" fmla="*/ 50959 w 1028700"/>
                <a:gd name="connsiteY620" fmla="*/ 153448 h 333375"/>
                <a:gd name="connsiteX621" fmla="*/ 50768 w 1028700"/>
                <a:gd name="connsiteY621" fmla="*/ 154210 h 333375"/>
                <a:gd name="connsiteX622" fmla="*/ 49721 w 1028700"/>
                <a:gd name="connsiteY622" fmla="*/ 154972 h 333375"/>
                <a:gd name="connsiteX623" fmla="*/ 49530 w 1028700"/>
                <a:gd name="connsiteY623" fmla="*/ 155638 h 333375"/>
                <a:gd name="connsiteX624" fmla="*/ 49435 w 1028700"/>
                <a:gd name="connsiteY624" fmla="*/ 156591 h 333375"/>
                <a:gd name="connsiteX625" fmla="*/ 49244 w 1028700"/>
                <a:gd name="connsiteY625" fmla="*/ 157353 h 333375"/>
                <a:gd name="connsiteX626" fmla="*/ 48768 w 1028700"/>
                <a:gd name="connsiteY626" fmla="*/ 158687 h 333375"/>
                <a:gd name="connsiteX627" fmla="*/ 48482 w 1028700"/>
                <a:gd name="connsiteY627" fmla="*/ 159829 h 333375"/>
                <a:gd name="connsiteX628" fmla="*/ 48673 w 1028700"/>
                <a:gd name="connsiteY628" fmla="*/ 160115 h 333375"/>
                <a:gd name="connsiteX629" fmla="*/ 49149 w 1028700"/>
                <a:gd name="connsiteY629" fmla="*/ 160211 h 333375"/>
                <a:gd name="connsiteX630" fmla="*/ 49721 w 1028700"/>
                <a:gd name="connsiteY630" fmla="*/ 160782 h 333375"/>
                <a:gd name="connsiteX631" fmla="*/ 49911 w 1028700"/>
                <a:gd name="connsiteY631" fmla="*/ 161639 h 333375"/>
                <a:gd name="connsiteX632" fmla="*/ 49911 w 1028700"/>
                <a:gd name="connsiteY632" fmla="*/ 162496 h 333375"/>
                <a:gd name="connsiteX633" fmla="*/ 50197 w 1028700"/>
                <a:gd name="connsiteY633" fmla="*/ 163163 h 333375"/>
                <a:gd name="connsiteX634" fmla="*/ 50959 w 1028700"/>
                <a:gd name="connsiteY634" fmla="*/ 163449 h 333375"/>
                <a:gd name="connsiteX635" fmla="*/ 50578 w 1028700"/>
                <a:gd name="connsiteY635" fmla="*/ 164116 h 333375"/>
                <a:gd name="connsiteX636" fmla="*/ 50768 w 1028700"/>
                <a:gd name="connsiteY636" fmla="*/ 165735 h 333375"/>
                <a:gd name="connsiteX637" fmla="*/ 51245 w 1028700"/>
                <a:gd name="connsiteY637" fmla="*/ 167450 h 333375"/>
                <a:gd name="connsiteX638" fmla="*/ 51816 w 1028700"/>
                <a:gd name="connsiteY638" fmla="*/ 168497 h 333375"/>
                <a:gd name="connsiteX639" fmla="*/ 53054 w 1028700"/>
                <a:gd name="connsiteY639" fmla="*/ 167735 h 333375"/>
                <a:gd name="connsiteX640" fmla="*/ 54197 w 1028700"/>
                <a:gd name="connsiteY640" fmla="*/ 167926 h 333375"/>
                <a:gd name="connsiteX641" fmla="*/ 55245 w 1028700"/>
                <a:gd name="connsiteY641" fmla="*/ 168688 h 333375"/>
                <a:gd name="connsiteX642" fmla="*/ 56102 w 1028700"/>
                <a:gd name="connsiteY642" fmla="*/ 169545 h 333375"/>
                <a:gd name="connsiteX643" fmla="*/ 58864 w 1028700"/>
                <a:gd name="connsiteY643" fmla="*/ 171355 h 333375"/>
                <a:gd name="connsiteX644" fmla="*/ 59436 w 1028700"/>
                <a:gd name="connsiteY644" fmla="*/ 172021 h 333375"/>
                <a:gd name="connsiteX645" fmla="*/ 59436 w 1028700"/>
                <a:gd name="connsiteY645" fmla="*/ 173355 h 333375"/>
                <a:gd name="connsiteX646" fmla="*/ 59246 w 1028700"/>
                <a:gd name="connsiteY646" fmla="*/ 174593 h 333375"/>
                <a:gd name="connsiteX647" fmla="*/ 59531 w 1028700"/>
                <a:gd name="connsiteY647" fmla="*/ 175451 h 333375"/>
                <a:gd name="connsiteX648" fmla="*/ 60865 w 1028700"/>
                <a:gd name="connsiteY648" fmla="*/ 175546 h 333375"/>
                <a:gd name="connsiteX649" fmla="*/ 61436 w 1028700"/>
                <a:gd name="connsiteY649" fmla="*/ 175165 h 333375"/>
                <a:gd name="connsiteX650" fmla="*/ 62674 w 1028700"/>
                <a:gd name="connsiteY650" fmla="*/ 174498 h 333375"/>
                <a:gd name="connsiteX651" fmla="*/ 63913 w 1028700"/>
                <a:gd name="connsiteY651" fmla="*/ 174403 h 333375"/>
                <a:gd name="connsiteX652" fmla="*/ 64389 w 1028700"/>
                <a:gd name="connsiteY652" fmla="*/ 175546 h 333375"/>
                <a:gd name="connsiteX653" fmla="*/ 63532 w 1028700"/>
                <a:gd name="connsiteY653" fmla="*/ 175355 h 333375"/>
                <a:gd name="connsiteX654" fmla="*/ 62484 w 1028700"/>
                <a:gd name="connsiteY654" fmla="*/ 175546 h 333375"/>
                <a:gd name="connsiteX655" fmla="*/ 61531 w 1028700"/>
                <a:gd name="connsiteY655" fmla="*/ 175927 h 333375"/>
                <a:gd name="connsiteX656" fmla="*/ 60674 w 1028700"/>
                <a:gd name="connsiteY656" fmla="*/ 176975 h 333375"/>
                <a:gd name="connsiteX657" fmla="*/ 59627 w 1028700"/>
                <a:gd name="connsiteY657" fmla="*/ 177165 h 333375"/>
                <a:gd name="connsiteX658" fmla="*/ 56293 w 1028700"/>
                <a:gd name="connsiteY658" fmla="*/ 176975 h 333375"/>
                <a:gd name="connsiteX659" fmla="*/ 55626 w 1028700"/>
                <a:gd name="connsiteY659" fmla="*/ 177355 h 333375"/>
                <a:gd name="connsiteX660" fmla="*/ 55340 w 1028700"/>
                <a:gd name="connsiteY660" fmla="*/ 178213 h 333375"/>
                <a:gd name="connsiteX661" fmla="*/ 55340 w 1028700"/>
                <a:gd name="connsiteY661" fmla="*/ 180880 h 333375"/>
                <a:gd name="connsiteX662" fmla="*/ 55436 w 1028700"/>
                <a:gd name="connsiteY662" fmla="*/ 181832 h 333375"/>
                <a:gd name="connsiteX663" fmla="*/ 55721 w 1028700"/>
                <a:gd name="connsiteY663" fmla="*/ 182689 h 333375"/>
                <a:gd name="connsiteX664" fmla="*/ 56293 w 1028700"/>
                <a:gd name="connsiteY664" fmla="*/ 183452 h 333375"/>
                <a:gd name="connsiteX665" fmla="*/ 57055 w 1028700"/>
                <a:gd name="connsiteY665" fmla="*/ 183928 h 333375"/>
                <a:gd name="connsiteX666" fmla="*/ 58388 w 1028700"/>
                <a:gd name="connsiteY666" fmla="*/ 184595 h 333375"/>
                <a:gd name="connsiteX667" fmla="*/ 59722 w 1028700"/>
                <a:gd name="connsiteY667" fmla="*/ 184976 h 333375"/>
                <a:gd name="connsiteX668" fmla="*/ 60293 w 1028700"/>
                <a:gd name="connsiteY668" fmla="*/ 184690 h 333375"/>
                <a:gd name="connsiteX669" fmla="*/ 60579 w 1028700"/>
                <a:gd name="connsiteY669" fmla="*/ 184499 h 333375"/>
                <a:gd name="connsiteX670" fmla="*/ 61151 w 1028700"/>
                <a:gd name="connsiteY670" fmla="*/ 184309 h 333375"/>
                <a:gd name="connsiteX671" fmla="*/ 62294 w 1028700"/>
                <a:gd name="connsiteY671" fmla="*/ 184118 h 333375"/>
                <a:gd name="connsiteX672" fmla="*/ 62865 w 1028700"/>
                <a:gd name="connsiteY672" fmla="*/ 184309 h 333375"/>
                <a:gd name="connsiteX673" fmla="*/ 62674 w 1028700"/>
                <a:gd name="connsiteY673" fmla="*/ 184690 h 333375"/>
                <a:gd name="connsiteX674" fmla="*/ 61722 w 1028700"/>
                <a:gd name="connsiteY674" fmla="*/ 185547 h 333375"/>
                <a:gd name="connsiteX675" fmla="*/ 61151 w 1028700"/>
                <a:gd name="connsiteY675" fmla="*/ 186785 h 333375"/>
                <a:gd name="connsiteX676" fmla="*/ 61151 w 1028700"/>
                <a:gd name="connsiteY676" fmla="*/ 187643 h 333375"/>
                <a:gd name="connsiteX677" fmla="*/ 61722 w 1028700"/>
                <a:gd name="connsiteY677" fmla="*/ 188214 h 333375"/>
                <a:gd name="connsiteX678" fmla="*/ 64198 w 1028700"/>
                <a:gd name="connsiteY678" fmla="*/ 188595 h 333375"/>
                <a:gd name="connsiteX679" fmla="*/ 65056 w 1028700"/>
                <a:gd name="connsiteY679" fmla="*/ 189167 h 333375"/>
                <a:gd name="connsiteX680" fmla="*/ 66389 w 1028700"/>
                <a:gd name="connsiteY680" fmla="*/ 190881 h 333375"/>
                <a:gd name="connsiteX681" fmla="*/ 67246 w 1028700"/>
                <a:gd name="connsiteY681" fmla="*/ 192310 h 333375"/>
                <a:gd name="connsiteX682" fmla="*/ 67532 w 1028700"/>
                <a:gd name="connsiteY682" fmla="*/ 192691 h 333375"/>
                <a:gd name="connsiteX683" fmla="*/ 68008 w 1028700"/>
                <a:gd name="connsiteY683" fmla="*/ 193072 h 333375"/>
                <a:gd name="connsiteX684" fmla="*/ 69342 w 1028700"/>
                <a:gd name="connsiteY684" fmla="*/ 193643 h 333375"/>
                <a:gd name="connsiteX685" fmla="*/ 73152 w 1028700"/>
                <a:gd name="connsiteY685" fmla="*/ 196310 h 333375"/>
                <a:gd name="connsiteX686" fmla="*/ 74009 w 1028700"/>
                <a:gd name="connsiteY686" fmla="*/ 197453 h 333375"/>
                <a:gd name="connsiteX687" fmla="*/ 74390 w 1028700"/>
                <a:gd name="connsiteY687" fmla="*/ 198596 h 333375"/>
                <a:gd name="connsiteX688" fmla="*/ 74866 w 1028700"/>
                <a:gd name="connsiteY688" fmla="*/ 200978 h 333375"/>
                <a:gd name="connsiteX689" fmla="*/ 75914 w 1028700"/>
                <a:gd name="connsiteY689" fmla="*/ 202502 h 333375"/>
                <a:gd name="connsiteX690" fmla="*/ 76390 w 1028700"/>
                <a:gd name="connsiteY690" fmla="*/ 203740 h 333375"/>
                <a:gd name="connsiteX691" fmla="*/ 76676 w 1028700"/>
                <a:gd name="connsiteY691" fmla="*/ 204216 h 333375"/>
                <a:gd name="connsiteX692" fmla="*/ 78296 w 1028700"/>
                <a:gd name="connsiteY692" fmla="*/ 205835 h 333375"/>
                <a:gd name="connsiteX693" fmla="*/ 80772 w 1028700"/>
                <a:gd name="connsiteY693" fmla="*/ 209074 h 333375"/>
                <a:gd name="connsiteX694" fmla="*/ 81153 w 1028700"/>
                <a:gd name="connsiteY694" fmla="*/ 209931 h 333375"/>
                <a:gd name="connsiteX695" fmla="*/ 81344 w 1028700"/>
                <a:gd name="connsiteY695" fmla="*/ 210217 h 333375"/>
                <a:gd name="connsiteX696" fmla="*/ 81820 w 1028700"/>
                <a:gd name="connsiteY696" fmla="*/ 210503 h 333375"/>
                <a:gd name="connsiteX697" fmla="*/ 82296 w 1028700"/>
                <a:gd name="connsiteY697" fmla="*/ 210788 h 333375"/>
                <a:gd name="connsiteX698" fmla="*/ 83629 w 1028700"/>
                <a:gd name="connsiteY698" fmla="*/ 210788 h 333375"/>
                <a:gd name="connsiteX699" fmla="*/ 83915 w 1028700"/>
                <a:gd name="connsiteY699" fmla="*/ 211169 h 333375"/>
                <a:gd name="connsiteX700" fmla="*/ 84106 w 1028700"/>
                <a:gd name="connsiteY700" fmla="*/ 211646 h 333375"/>
                <a:gd name="connsiteX701" fmla="*/ 84296 w 1028700"/>
                <a:gd name="connsiteY701" fmla="*/ 212027 h 333375"/>
                <a:gd name="connsiteX702" fmla="*/ 86106 w 1028700"/>
                <a:gd name="connsiteY702" fmla="*/ 213551 h 333375"/>
                <a:gd name="connsiteX703" fmla="*/ 86868 w 1028700"/>
                <a:gd name="connsiteY703" fmla="*/ 214408 h 333375"/>
                <a:gd name="connsiteX704" fmla="*/ 87154 w 1028700"/>
                <a:gd name="connsiteY704" fmla="*/ 215455 h 333375"/>
                <a:gd name="connsiteX705" fmla="*/ 88202 w 1028700"/>
                <a:gd name="connsiteY705" fmla="*/ 222313 h 333375"/>
                <a:gd name="connsiteX706" fmla="*/ 88582 w 1028700"/>
                <a:gd name="connsiteY706" fmla="*/ 222980 h 333375"/>
                <a:gd name="connsiteX707" fmla="*/ 90106 w 1028700"/>
                <a:gd name="connsiteY707" fmla="*/ 224123 h 333375"/>
                <a:gd name="connsiteX708" fmla="*/ 90488 w 1028700"/>
                <a:gd name="connsiteY708" fmla="*/ 224790 h 333375"/>
                <a:gd name="connsiteX709" fmla="*/ 90869 w 1028700"/>
                <a:gd name="connsiteY709" fmla="*/ 227267 h 333375"/>
                <a:gd name="connsiteX710" fmla="*/ 90869 w 1028700"/>
                <a:gd name="connsiteY710" fmla="*/ 228600 h 333375"/>
                <a:gd name="connsiteX711" fmla="*/ 90297 w 1028700"/>
                <a:gd name="connsiteY711" fmla="*/ 229171 h 333375"/>
                <a:gd name="connsiteX712" fmla="*/ 89535 w 1028700"/>
                <a:gd name="connsiteY712" fmla="*/ 229457 h 333375"/>
                <a:gd name="connsiteX713" fmla="*/ 88773 w 1028700"/>
                <a:gd name="connsiteY713" fmla="*/ 230124 h 333375"/>
                <a:gd name="connsiteX714" fmla="*/ 86106 w 1028700"/>
                <a:gd name="connsiteY714" fmla="*/ 233363 h 333375"/>
                <a:gd name="connsiteX715" fmla="*/ 86011 w 1028700"/>
                <a:gd name="connsiteY715" fmla="*/ 234029 h 333375"/>
                <a:gd name="connsiteX716" fmla="*/ 87154 w 1028700"/>
                <a:gd name="connsiteY716" fmla="*/ 234220 h 333375"/>
                <a:gd name="connsiteX717" fmla="*/ 86296 w 1028700"/>
                <a:gd name="connsiteY717" fmla="*/ 236601 h 333375"/>
                <a:gd name="connsiteX718" fmla="*/ 87535 w 1028700"/>
                <a:gd name="connsiteY718" fmla="*/ 237458 h 333375"/>
                <a:gd name="connsiteX719" fmla="*/ 89916 w 1028700"/>
                <a:gd name="connsiteY719" fmla="*/ 237649 h 333375"/>
                <a:gd name="connsiteX720" fmla="*/ 92202 w 1028700"/>
                <a:gd name="connsiteY720" fmla="*/ 238220 h 333375"/>
                <a:gd name="connsiteX721" fmla="*/ 93821 w 1028700"/>
                <a:gd name="connsiteY721" fmla="*/ 239649 h 333375"/>
                <a:gd name="connsiteX722" fmla="*/ 96393 w 1028700"/>
                <a:gd name="connsiteY722" fmla="*/ 243650 h 333375"/>
                <a:gd name="connsiteX723" fmla="*/ 97631 w 1028700"/>
                <a:gd name="connsiteY723" fmla="*/ 245078 h 333375"/>
                <a:gd name="connsiteX724" fmla="*/ 99727 w 1028700"/>
                <a:gd name="connsiteY724" fmla="*/ 246507 h 333375"/>
                <a:gd name="connsiteX725" fmla="*/ 100870 w 1028700"/>
                <a:gd name="connsiteY725" fmla="*/ 246983 h 333375"/>
                <a:gd name="connsiteX726" fmla="*/ 102679 w 1028700"/>
                <a:gd name="connsiteY726" fmla="*/ 247269 h 333375"/>
                <a:gd name="connsiteX727" fmla="*/ 103727 w 1028700"/>
                <a:gd name="connsiteY727" fmla="*/ 247745 h 333375"/>
                <a:gd name="connsiteX728" fmla="*/ 106680 w 1028700"/>
                <a:gd name="connsiteY728" fmla="*/ 248221 h 333375"/>
                <a:gd name="connsiteX729" fmla="*/ 107632 w 1028700"/>
                <a:gd name="connsiteY729" fmla="*/ 248888 h 333375"/>
                <a:gd name="connsiteX730" fmla="*/ 108109 w 1028700"/>
                <a:gd name="connsiteY730" fmla="*/ 249460 h 333375"/>
                <a:gd name="connsiteX731" fmla="*/ 108776 w 1028700"/>
                <a:gd name="connsiteY731" fmla="*/ 249841 h 333375"/>
                <a:gd name="connsiteX732" fmla="*/ 111252 w 1028700"/>
                <a:gd name="connsiteY732" fmla="*/ 250031 h 333375"/>
                <a:gd name="connsiteX733" fmla="*/ 111919 w 1028700"/>
                <a:gd name="connsiteY733" fmla="*/ 250317 h 333375"/>
                <a:gd name="connsiteX734" fmla="*/ 112395 w 1028700"/>
                <a:gd name="connsiteY734" fmla="*/ 250888 h 333375"/>
                <a:gd name="connsiteX735" fmla="*/ 113443 w 1028700"/>
                <a:gd name="connsiteY735" fmla="*/ 253937 h 333375"/>
                <a:gd name="connsiteX736" fmla="*/ 114205 w 1028700"/>
                <a:gd name="connsiteY736" fmla="*/ 254794 h 333375"/>
                <a:gd name="connsiteX737" fmla="*/ 114681 w 1028700"/>
                <a:gd name="connsiteY737" fmla="*/ 255175 h 333375"/>
                <a:gd name="connsiteX738" fmla="*/ 115062 w 1028700"/>
                <a:gd name="connsiteY738" fmla="*/ 255365 h 333375"/>
                <a:gd name="connsiteX739" fmla="*/ 115919 w 1028700"/>
                <a:gd name="connsiteY739" fmla="*/ 255937 h 333375"/>
                <a:gd name="connsiteX740" fmla="*/ 116205 w 1028700"/>
                <a:gd name="connsiteY740" fmla="*/ 257366 h 333375"/>
                <a:gd name="connsiteX741" fmla="*/ 116300 w 1028700"/>
                <a:gd name="connsiteY741" fmla="*/ 258985 h 333375"/>
                <a:gd name="connsiteX742" fmla="*/ 116681 w 1028700"/>
                <a:gd name="connsiteY742" fmla="*/ 260318 h 333375"/>
                <a:gd name="connsiteX743" fmla="*/ 117348 w 1028700"/>
                <a:gd name="connsiteY743" fmla="*/ 259556 h 333375"/>
                <a:gd name="connsiteX744" fmla="*/ 119063 w 1028700"/>
                <a:gd name="connsiteY744" fmla="*/ 259461 h 333375"/>
                <a:gd name="connsiteX745" fmla="*/ 120015 w 1028700"/>
                <a:gd name="connsiteY745" fmla="*/ 258889 h 333375"/>
                <a:gd name="connsiteX746" fmla="*/ 121539 w 1028700"/>
                <a:gd name="connsiteY746" fmla="*/ 259842 h 333375"/>
                <a:gd name="connsiteX747" fmla="*/ 122396 w 1028700"/>
                <a:gd name="connsiteY747" fmla="*/ 260128 h 333375"/>
                <a:gd name="connsiteX748" fmla="*/ 123254 w 1028700"/>
                <a:gd name="connsiteY748" fmla="*/ 260318 h 333375"/>
                <a:gd name="connsiteX749" fmla="*/ 123158 w 1028700"/>
                <a:gd name="connsiteY749" fmla="*/ 261176 h 333375"/>
                <a:gd name="connsiteX750" fmla="*/ 123825 w 1028700"/>
                <a:gd name="connsiteY750" fmla="*/ 262033 h 333375"/>
                <a:gd name="connsiteX751" fmla="*/ 124873 w 1028700"/>
                <a:gd name="connsiteY751" fmla="*/ 262604 h 333375"/>
                <a:gd name="connsiteX752" fmla="*/ 126016 w 1028700"/>
                <a:gd name="connsiteY752" fmla="*/ 262795 h 333375"/>
                <a:gd name="connsiteX753" fmla="*/ 126587 w 1028700"/>
                <a:gd name="connsiteY753" fmla="*/ 263080 h 333375"/>
                <a:gd name="connsiteX754" fmla="*/ 130588 w 1028700"/>
                <a:gd name="connsiteY754" fmla="*/ 267462 h 333375"/>
                <a:gd name="connsiteX755" fmla="*/ 132016 w 1028700"/>
                <a:gd name="connsiteY755" fmla="*/ 268605 h 333375"/>
                <a:gd name="connsiteX756" fmla="*/ 133826 w 1028700"/>
                <a:gd name="connsiteY756" fmla="*/ 269653 h 333375"/>
                <a:gd name="connsiteX757" fmla="*/ 142304 w 1028700"/>
                <a:gd name="connsiteY757" fmla="*/ 273177 h 333375"/>
                <a:gd name="connsiteX758" fmla="*/ 149733 w 1028700"/>
                <a:gd name="connsiteY758" fmla="*/ 276130 h 333375"/>
                <a:gd name="connsiteX759" fmla="*/ 151733 w 1028700"/>
                <a:gd name="connsiteY759" fmla="*/ 277273 h 333375"/>
                <a:gd name="connsiteX760" fmla="*/ 152686 w 1028700"/>
                <a:gd name="connsiteY760" fmla="*/ 277939 h 333375"/>
                <a:gd name="connsiteX761" fmla="*/ 153353 w 1028700"/>
                <a:gd name="connsiteY761" fmla="*/ 278606 h 333375"/>
                <a:gd name="connsiteX762" fmla="*/ 153353 w 1028700"/>
                <a:gd name="connsiteY762" fmla="*/ 278797 h 333375"/>
                <a:gd name="connsiteX763" fmla="*/ 153448 w 1028700"/>
                <a:gd name="connsiteY763" fmla="*/ 278987 h 333375"/>
                <a:gd name="connsiteX764" fmla="*/ 153353 w 1028700"/>
                <a:gd name="connsiteY764" fmla="*/ 279178 h 333375"/>
                <a:gd name="connsiteX765" fmla="*/ 152876 w 1028700"/>
                <a:gd name="connsiteY765" fmla="*/ 279273 h 333375"/>
                <a:gd name="connsiteX766" fmla="*/ 153257 w 1028700"/>
                <a:gd name="connsiteY766" fmla="*/ 279940 h 333375"/>
                <a:gd name="connsiteX767" fmla="*/ 153829 w 1028700"/>
                <a:gd name="connsiteY767" fmla="*/ 280606 h 333375"/>
                <a:gd name="connsiteX768" fmla="*/ 158115 w 1028700"/>
                <a:gd name="connsiteY768" fmla="*/ 284036 h 333375"/>
                <a:gd name="connsiteX769" fmla="*/ 158972 w 1028700"/>
                <a:gd name="connsiteY769" fmla="*/ 285083 h 333375"/>
                <a:gd name="connsiteX770" fmla="*/ 160020 w 1028700"/>
                <a:gd name="connsiteY770" fmla="*/ 287274 h 333375"/>
                <a:gd name="connsiteX771" fmla="*/ 160687 w 1028700"/>
                <a:gd name="connsiteY771" fmla="*/ 288322 h 333375"/>
                <a:gd name="connsiteX772" fmla="*/ 161830 w 1028700"/>
                <a:gd name="connsiteY772" fmla="*/ 288988 h 333375"/>
                <a:gd name="connsiteX773" fmla="*/ 162687 w 1028700"/>
                <a:gd name="connsiteY773" fmla="*/ 288988 h 333375"/>
                <a:gd name="connsiteX774" fmla="*/ 165259 w 1028700"/>
                <a:gd name="connsiteY774" fmla="*/ 288608 h 333375"/>
                <a:gd name="connsiteX775" fmla="*/ 166116 w 1028700"/>
                <a:gd name="connsiteY775" fmla="*/ 288322 h 333375"/>
                <a:gd name="connsiteX776" fmla="*/ 167735 w 1028700"/>
                <a:gd name="connsiteY776" fmla="*/ 289084 h 333375"/>
                <a:gd name="connsiteX777" fmla="*/ 169259 w 1028700"/>
                <a:gd name="connsiteY777" fmla="*/ 290036 h 333375"/>
                <a:gd name="connsiteX778" fmla="*/ 170497 w 1028700"/>
                <a:gd name="connsiteY778" fmla="*/ 291084 h 333375"/>
                <a:gd name="connsiteX779" fmla="*/ 171545 w 1028700"/>
                <a:gd name="connsiteY779" fmla="*/ 292322 h 333375"/>
                <a:gd name="connsiteX780" fmla="*/ 172403 w 1028700"/>
                <a:gd name="connsiteY780" fmla="*/ 293751 h 333375"/>
                <a:gd name="connsiteX781" fmla="*/ 172974 w 1028700"/>
                <a:gd name="connsiteY781" fmla="*/ 294322 h 333375"/>
                <a:gd name="connsiteX782" fmla="*/ 173831 w 1028700"/>
                <a:gd name="connsiteY782" fmla="*/ 294513 h 333375"/>
                <a:gd name="connsiteX783" fmla="*/ 175070 w 1028700"/>
                <a:gd name="connsiteY783" fmla="*/ 294608 h 333375"/>
                <a:gd name="connsiteX784" fmla="*/ 176213 w 1028700"/>
                <a:gd name="connsiteY784" fmla="*/ 294894 h 333375"/>
                <a:gd name="connsiteX785" fmla="*/ 178403 w 1028700"/>
                <a:gd name="connsiteY785" fmla="*/ 295942 h 333375"/>
                <a:gd name="connsiteX786" fmla="*/ 187262 w 1028700"/>
                <a:gd name="connsiteY786" fmla="*/ 301466 h 333375"/>
                <a:gd name="connsiteX787" fmla="*/ 193548 w 1028700"/>
                <a:gd name="connsiteY787" fmla="*/ 303847 h 333375"/>
                <a:gd name="connsiteX788" fmla="*/ 195739 w 1028700"/>
                <a:gd name="connsiteY788" fmla="*/ 305276 h 333375"/>
                <a:gd name="connsiteX789" fmla="*/ 197168 w 1028700"/>
                <a:gd name="connsiteY789" fmla="*/ 306991 h 333375"/>
                <a:gd name="connsiteX790" fmla="*/ 198120 w 1028700"/>
                <a:gd name="connsiteY790" fmla="*/ 308991 h 333375"/>
                <a:gd name="connsiteX791" fmla="*/ 199835 w 1028700"/>
                <a:gd name="connsiteY791" fmla="*/ 314706 h 333375"/>
                <a:gd name="connsiteX792" fmla="*/ 200311 w 1028700"/>
                <a:gd name="connsiteY792" fmla="*/ 315754 h 333375"/>
                <a:gd name="connsiteX793" fmla="*/ 201073 w 1028700"/>
                <a:gd name="connsiteY793" fmla="*/ 316802 h 333375"/>
                <a:gd name="connsiteX794" fmla="*/ 202882 w 1028700"/>
                <a:gd name="connsiteY794" fmla="*/ 318421 h 333375"/>
                <a:gd name="connsiteX795" fmla="*/ 203549 w 1028700"/>
                <a:gd name="connsiteY795" fmla="*/ 319469 h 333375"/>
                <a:gd name="connsiteX796" fmla="*/ 204311 w 1028700"/>
                <a:gd name="connsiteY796" fmla="*/ 317659 h 333375"/>
                <a:gd name="connsiteX797" fmla="*/ 205264 w 1028700"/>
                <a:gd name="connsiteY797" fmla="*/ 316325 h 333375"/>
                <a:gd name="connsiteX798" fmla="*/ 205359 w 1028700"/>
                <a:gd name="connsiteY798" fmla="*/ 315754 h 333375"/>
                <a:gd name="connsiteX799" fmla="*/ 205359 w 1028700"/>
                <a:gd name="connsiteY799" fmla="*/ 315373 h 333375"/>
                <a:gd name="connsiteX800" fmla="*/ 205073 w 1028700"/>
                <a:gd name="connsiteY800" fmla="*/ 314611 h 333375"/>
                <a:gd name="connsiteX801" fmla="*/ 204978 w 1028700"/>
                <a:gd name="connsiteY801" fmla="*/ 314039 h 333375"/>
                <a:gd name="connsiteX802" fmla="*/ 205169 w 1028700"/>
                <a:gd name="connsiteY802" fmla="*/ 313754 h 333375"/>
                <a:gd name="connsiteX803" fmla="*/ 205549 w 1028700"/>
                <a:gd name="connsiteY803" fmla="*/ 314135 h 333375"/>
                <a:gd name="connsiteX804" fmla="*/ 205930 w 1028700"/>
                <a:gd name="connsiteY804" fmla="*/ 314706 h 333375"/>
                <a:gd name="connsiteX805" fmla="*/ 206026 w 1028700"/>
                <a:gd name="connsiteY805" fmla="*/ 314992 h 333375"/>
                <a:gd name="connsiteX806" fmla="*/ 207931 w 1028700"/>
                <a:gd name="connsiteY806" fmla="*/ 315373 h 333375"/>
                <a:gd name="connsiteX807" fmla="*/ 209550 w 1028700"/>
                <a:gd name="connsiteY807" fmla="*/ 314135 h 333375"/>
                <a:gd name="connsiteX808" fmla="*/ 212217 w 1028700"/>
                <a:gd name="connsiteY808" fmla="*/ 310801 h 333375"/>
                <a:gd name="connsiteX809" fmla="*/ 213074 w 1028700"/>
                <a:gd name="connsiteY809" fmla="*/ 310325 h 333375"/>
                <a:gd name="connsiteX810" fmla="*/ 213836 w 1028700"/>
                <a:gd name="connsiteY810" fmla="*/ 310229 h 333375"/>
                <a:gd name="connsiteX811" fmla="*/ 215932 w 1028700"/>
                <a:gd name="connsiteY811" fmla="*/ 310420 h 333375"/>
                <a:gd name="connsiteX812" fmla="*/ 217075 w 1028700"/>
                <a:gd name="connsiteY812" fmla="*/ 310134 h 333375"/>
                <a:gd name="connsiteX813" fmla="*/ 219170 w 1028700"/>
                <a:gd name="connsiteY813" fmla="*/ 309086 h 333375"/>
                <a:gd name="connsiteX814" fmla="*/ 220504 w 1028700"/>
                <a:gd name="connsiteY814" fmla="*/ 308991 h 333375"/>
                <a:gd name="connsiteX815" fmla="*/ 225076 w 1028700"/>
                <a:gd name="connsiteY815" fmla="*/ 311372 h 333375"/>
                <a:gd name="connsiteX816" fmla="*/ 227647 w 1028700"/>
                <a:gd name="connsiteY816" fmla="*/ 312039 h 333375"/>
                <a:gd name="connsiteX817" fmla="*/ 229553 w 1028700"/>
                <a:gd name="connsiteY817" fmla="*/ 310515 h 333375"/>
                <a:gd name="connsiteX818" fmla="*/ 229648 w 1028700"/>
                <a:gd name="connsiteY818" fmla="*/ 309658 h 333375"/>
                <a:gd name="connsiteX819" fmla="*/ 229553 w 1028700"/>
                <a:gd name="connsiteY819" fmla="*/ 308896 h 333375"/>
                <a:gd name="connsiteX820" fmla="*/ 229362 w 1028700"/>
                <a:gd name="connsiteY820" fmla="*/ 308134 h 333375"/>
                <a:gd name="connsiteX821" fmla="*/ 229267 w 1028700"/>
                <a:gd name="connsiteY821" fmla="*/ 307467 h 333375"/>
                <a:gd name="connsiteX822" fmla="*/ 229553 w 1028700"/>
                <a:gd name="connsiteY822" fmla="*/ 306038 h 333375"/>
                <a:gd name="connsiteX823" fmla="*/ 229553 w 1028700"/>
                <a:gd name="connsiteY823" fmla="*/ 305276 h 333375"/>
                <a:gd name="connsiteX824" fmla="*/ 227552 w 1028700"/>
                <a:gd name="connsiteY824" fmla="*/ 302133 h 333375"/>
                <a:gd name="connsiteX825" fmla="*/ 226981 w 1028700"/>
                <a:gd name="connsiteY825" fmla="*/ 300704 h 333375"/>
                <a:gd name="connsiteX826" fmla="*/ 227266 w 1028700"/>
                <a:gd name="connsiteY826" fmla="*/ 300038 h 333375"/>
                <a:gd name="connsiteX827" fmla="*/ 228410 w 1028700"/>
                <a:gd name="connsiteY827" fmla="*/ 300895 h 333375"/>
                <a:gd name="connsiteX828" fmla="*/ 229648 w 1028700"/>
                <a:gd name="connsiteY828" fmla="*/ 302800 h 333375"/>
                <a:gd name="connsiteX829" fmla="*/ 231362 w 1028700"/>
                <a:gd name="connsiteY829" fmla="*/ 306229 h 333375"/>
                <a:gd name="connsiteX830" fmla="*/ 231648 w 1028700"/>
                <a:gd name="connsiteY830" fmla="*/ 307181 h 333375"/>
                <a:gd name="connsiteX831" fmla="*/ 231838 w 1028700"/>
                <a:gd name="connsiteY831" fmla="*/ 307562 h 333375"/>
                <a:gd name="connsiteX832" fmla="*/ 232220 w 1028700"/>
                <a:gd name="connsiteY832" fmla="*/ 307372 h 333375"/>
                <a:gd name="connsiteX833" fmla="*/ 234029 w 1028700"/>
                <a:gd name="connsiteY833" fmla="*/ 306038 h 333375"/>
                <a:gd name="connsiteX834" fmla="*/ 234887 w 1028700"/>
                <a:gd name="connsiteY834" fmla="*/ 305562 h 333375"/>
                <a:gd name="connsiteX835" fmla="*/ 235839 w 1028700"/>
                <a:gd name="connsiteY835" fmla="*/ 305276 h 333375"/>
                <a:gd name="connsiteX836" fmla="*/ 236791 w 1028700"/>
                <a:gd name="connsiteY836" fmla="*/ 305467 h 333375"/>
                <a:gd name="connsiteX837" fmla="*/ 235553 w 1028700"/>
                <a:gd name="connsiteY837" fmla="*/ 306896 h 333375"/>
                <a:gd name="connsiteX838" fmla="*/ 233648 w 1028700"/>
                <a:gd name="connsiteY838" fmla="*/ 307658 h 333375"/>
                <a:gd name="connsiteX839" fmla="*/ 232220 w 1028700"/>
                <a:gd name="connsiteY839" fmla="*/ 308610 h 333375"/>
                <a:gd name="connsiteX840" fmla="*/ 232505 w 1028700"/>
                <a:gd name="connsiteY840" fmla="*/ 310515 h 333375"/>
                <a:gd name="connsiteX841" fmla="*/ 232981 w 1028700"/>
                <a:gd name="connsiteY841" fmla="*/ 310991 h 333375"/>
                <a:gd name="connsiteX842" fmla="*/ 233744 w 1028700"/>
                <a:gd name="connsiteY842" fmla="*/ 311468 h 333375"/>
                <a:gd name="connsiteX843" fmla="*/ 234410 w 1028700"/>
                <a:gd name="connsiteY843" fmla="*/ 312039 h 333375"/>
                <a:gd name="connsiteX844" fmla="*/ 234696 w 1028700"/>
                <a:gd name="connsiteY844" fmla="*/ 312801 h 333375"/>
                <a:gd name="connsiteX845" fmla="*/ 234696 w 1028700"/>
                <a:gd name="connsiteY845" fmla="*/ 313754 h 333375"/>
                <a:gd name="connsiteX846" fmla="*/ 234791 w 1028700"/>
                <a:gd name="connsiteY846" fmla="*/ 314325 h 333375"/>
                <a:gd name="connsiteX847" fmla="*/ 235172 w 1028700"/>
                <a:gd name="connsiteY847" fmla="*/ 314706 h 333375"/>
                <a:gd name="connsiteX848" fmla="*/ 237268 w 1028700"/>
                <a:gd name="connsiteY848" fmla="*/ 315563 h 333375"/>
                <a:gd name="connsiteX849" fmla="*/ 238315 w 1028700"/>
                <a:gd name="connsiteY849" fmla="*/ 315754 h 333375"/>
                <a:gd name="connsiteX850" fmla="*/ 240697 w 1028700"/>
                <a:gd name="connsiteY850" fmla="*/ 315849 h 333375"/>
                <a:gd name="connsiteX851" fmla="*/ 240982 w 1028700"/>
                <a:gd name="connsiteY851" fmla="*/ 315659 h 333375"/>
                <a:gd name="connsiteX852" fmla="*/ 241554 w 1028700"/>
                <a:gd name="connsiteY852" fmla="*/ 314896 h 333375"/>
                <a:gd name="connsiteX853" fmla="*/ 241840 w 1028700"/>
                <a:gd name="connsiteY853" fmla="*/ 314706 h 333375"/>
                <a:gd name="connsiteX854" fmla="*/ 243840 w 1028700"/>
                <a:gd name="connsiteY854" fmla="*/ 314706 h 333375"/>
                <a:gd name="connsiteX855" fmla="*/ 244126 w 1028700"/>
                <a:gd name="connsiteY855" fmla="*/ 313944 h 333375"/>
                <a:gd name="connsiteX856" fmla="*/ 243935 w 1028700"/>
                <a:gd name="connsiteY856" fmla="*/ 311658 h 333375"/>
                <a:gd name="connsiteX857" fmla="*/ 244412 w 1028700"/>
                <a:gd name="connsiteY857" fmla="*/ 311182 h 333375"/>
                <a:gd name="connsiteX858" fmla="*/ 244793 w 1028700"/>
                <a:gd name="connsiteY858" fmla="*/ 310610 h 333375"/>
                <a:gd name="connsiteX859" fmla="*/ 244793 w 1028700"/>
                <a:gd name="connsiteY859" fmla="*/ 309277 h 333375"/>
                <a:gd name="connsiteX860" fmla="*/ 244221 w 1028700"/>
                <a:gd name="connsiteY860" fmla="*/ 306514 h 333375"/>
                <a:gd name="connsiteX861" fmla="*/ 961644 w 1028700"/>
                <a:gd name="connsiteY861" fmla="*/ 167450 h 333375"/>
                <a:gd name="connsiteX862" fmla="*/ 961454 w 1028700"/>
                <a:gd name="connsiteY862" fmla="*/ 166973 h 333375"/>
                <a:gd name="connsiteX863" fmla="*/ 958977 w 1028700"/>
                <a:gd name="connsiteY863" fmla="*/ 166211 h 333375"/>
                <a:gd name="connsiteX864" fmla="*/ 958215 w 1028700"/>
                <a:gd name="connsiteY864" fmla="*/ 166211 h 333375"/>
                <a:gd name="connsiteX865" fmla="*/ 957739 w 1028700"/>
                <a:gd name="connsiteY865" fmla="*/ 166116 h 333375"/>
                <a:gd name="connsiteX866" fmla="*/ 957263 w 1028700"/>
                <a:gd name="connsiteY866" fmla="*/ 165830 h 333375"/>
                <a:gd name="connsiteX867" fmla="*/ 956786 w 1028700"/>
                <a:gd name="connsiteY867" fmla="*/ 165354 h 333375"/>
                <a:gd name="connsiteX868" fmla="*/ 956120 w 1028700"/>
                <a:gd name="connsiteY868" fmla="*/ 164211 h 333375"/>
                <a:gd name="connsiteX869" fmla="*/ 955643 w 1028700"/>
                <a:gd name="connsiteY869" fmla="*/ 163639 h 333375"/>
                <a:gd name="connsiteX870" fmla="*/ 955072 w 1028700"/>
                <a:gd name="connsiteY870" fmla="*/ 163354 h 333375"/>
                <a:gd name="connsiteX871" fmla="*/ 954119 w 1028700"/>
                <a:gd name="connsiteY871" fmla="*/ 163163 h 333375"/>
                <a:gd name="connsiteX872" fmla="*/ 952214 w 1028700"/>
                <a:gd name="connsiteY872" fmla="*/ 162592 h 333375"/>
                <a:gd name="connsiteX873" fmla="*/ 951262 w 1028700"/>
                <a:gd name="connsiteY873" fmla="*/ 162496 h 333375"/>
                <a:gd name="connsiteX874" fmla="*/ 950405 w 1028700"/>
                <a:gd name="connsiteY874" fmla="*/ 162782 h 333375"/>
                <a:gd name="connsiteX875" fmla="*/ 949357 w 1028700"/>
                <a:gd name="connsiteY875" fmla="*/ 163259 h 333375"/>
                <a:gd name="connsiteX876" fmla="*/ 948404 w 1028700"/>
                <a:gd name="connsiteY876" fmla="*/ 163925 h 333375"/>
                <a:gd name="connsiteX877" fmla="*/ 948023 w 1028700"/>
                <a:gd name="connsiteY877" fmla="*/ 164592 h 333375"/>
                <a:gd name="connsiteX878" fmla="*/ 948214 w 1028700"/>
                <a:gd name="connsiteY878" fmla="*/ 165259 h 333375"/>
                <a:gd name="connsiteX879" fmla="*/ 950976 w 1028700"/>
                <a:gd name="connsiteY879" fmla="*/ 167640 h 333375"/>
                <a:gd name="connsiteX880" fmla="*/ 951357 w 1028700"/>
                <a:gd name="connsiteY880" fmla="*/ 167926 h 333375"/>
                <a:gd name="connsiteX881" fmla="*/ 953167 w 1028700"/>
                <a:gd name="connsiteY881" fmla="*/ 168212 h 333375"/>
                <a:gd name="connsiteX882" fmla="*/ 959168 w 1028700"/>
                <a:gd name="connsiteY882" fmla="*/ 168212 h 333375"/>
                <a:gd name="connsiteX883" fmla="*/ 962025 w 1028700"/>
                <a:gd name="connsiteY883" fmla="*/ 168212 h 333375"/>
                <a:gd name="connsiteX884" fmla="*/ 961644 w 1028700"/>
                <a:gd name="connsiteY884" fmla="*/ 167450 h 333375"/>
                <a:gd name="connsiteX885" fmla="*/ 961644 w 1028700"/>
                <a:gd name="connsiteY885" fmla="*/ 167450 h 333375"/>
                <a:gd name="connsiteX886" fmla="*/ 1034129 w 1028700"/>
                <a:gd name="connsiteY886" fmla="*/ 106966 h 333375"/>
                <a:gd name="connsiteX887" fmla="*/ 1034224 w 1028700"/>
                <a:gd name="connsiteY887" fmla="*/ 105823 h 333375"/>
                <a:gd name="connsiteX888" fmla="*/ 1034034 w 1028700"/>
                <a:gd name="connsiteY888" fmla="*/ 104966 h 333375"/>
                <a:gd name="connsiteX889" fmla="*/ 1033558 w 1028700"/>
                <a:gd name="connsiteY889" fmla="*/ 104299 h 333375"/>
                <a:gd name="connsiteX890" fmla="*/ 1032415 w 1028700"/>
                <a:gd name="connsiteY890" fmla="*/ 103156 h 333375"/>
                <a:gd name="connsiteX891" fmla="*/ 1031177 w 1028700"/>
                <a:gd name="connsiteY891" fmla="*/ 101441 h 333375"/>
                <a:gd name="connsiteX892" fmla="*/ 1030414 w 1028700"/>
                <a:gd name="connsiteY892" fmla="*/ 100679 h 333375"/>
                <a:gd name="connsiteX893" fmla="*/ 1029557 w 1028700"/>
                <a:gd name="connsiteY893" fmla="*/ 100298 h 333375"/>
                <a:gd name="connsiteX894" fmla="*/ 1028224 w 1028700"/>
                <a:gd name="connsiteY894" fmla="*/ 100489 h 333375"/>
                <a:gd name="connsiteX895" fmla="*/ 1024128 w 1028700"/>
                <a:gd name="connsiteY895" fmla="*/ 102394 h 333375"/>
                <a:gd name="connsiteX896" fmla="*/ 1022509 w 1028700"/>
                <a:gd name="connsiteY896" fmla="*/ 102298 h 333375"/>
                <a:gd name="connsiteX897" fmla="*/ 1020032 w 1028700"/>
                <a:gd name="connsiteY897" fmla="*/ 100965 h 333375"/>
                <a:gd name="connsiteX898" fmla="*/ 1018794 w 1028700"/>
                <a:gd name="connsiteY898" fmla="*/ 100965 h 333375"/>
                <a:gd name="connsiteX899" fmla="*/ 1018127 w 1028700"/>
                <a:gd name="connsiteY899" fmla="*/ 101441 h 333375"/>
                <a:gd name="connsiteX900" fmla="*/ 1018222 w 1028700"/>
                <a:gd name="connsiteY900" fmla="*/ 101918 h 333375"/>
                <a:gd name="connsiteX901" fmla="*/ 1018508 w 1028700"/>
                <a:gd name="connsiteY901" fmla="*/ 102489 h 333375"/>
                <a:gd name="connsiteX902" fmla="*/ 1018318 w 1028700"/>
                <a:gd name="connsiteY902" fmla="*/ 103251 h 333375"/>
                <a:gd name="connsiteX903" fmla="*/ 1017651 w 1028700"/>
                <a:gd name="connsiteY903" fmla="*/ 103632 h 333375"/>
                <a:gd name="connsiteX904" fmla="*/ 1016794 w 1028700"/>
                <a:gd name="connsiteY904" fmla="*/ 103632 h 333375"/>
                <a:gd name="connsiteX905" fmla="*/ 1015937 w 1028700"/>
                <a:gd name="connsiteY905" fmla="*/ 103346 h 333375"/>
                <a:gd name="connsiteX906" fmla="*/ 1015365 w 1028700"/>
                <a:gd name="connsiteY906" fmla="*/ 102870 h 333375"/>
                <a:gd name="connsiteX907" fmla="*/ 1016318 w 1028700"/>
                <a:gd name="connsiteY907" fmla="*/ 102394 h 333375"/>
                <a:gd name="connsiteX908" fmla="*/ 1016127 w 1028700"/>
                <a:gd name="connsiteY908" fmla="*/ 101251 h 333375"/>
                <a:gd name="connsiteX909" fmla="*/ 1015270 w 1028700"/>
                <a:gd name="connsiteY909" fmla="*/ 100108 h 333375"/>
                <a:gd name="connsiteX910" fmla="*/ 1014127 w 1028700"/>
                <a:gd name="connsiteY910" fmla="*/ 99631 h 333375"/>
                <a:gd name="connsiteX911" fmla="*/ 1013174 w 1028700"/>
                <a:gd name="connsiteY911" fmla="*/ 99346 h 333375"/>
                <a:gd name="connsiteX912" fmla="*/ 1010698 w 1028700"/>
                <a:gd name="connsiteY912" fmla="*/ 97441 h 333375"/>
                <a:gd name="connsiteX913" fmla="*/ 1010698 w 1028700"/>
                <a:gd name="connsiteY913" fmla="*/ 98012 h 333375"/>
                <a:gd name="connsiteX914" fmla="*/ 1010603 w 1028700"/>
                <a:gd name="connsiteY914" fmla="*/ 98393 h 333375"/>
                <a:gd name="connsiteX915" fmla="*/ 1010412 w 1028700"/>
                <a:gd name="connsiteY915" fmla="*/ 98679 h 333375"/>
                <a:gd name="connsiteX916" fmla="*/ 1010031 w 1028700"/>
                <a:gd name="connsiteY916" fmla="*/ 98965 h 333375"/>
                <a:gd name="connsiteX917" fmla="*/ 1009650 w 1028700"/>
                <a:gd name="connsiteY917" fmla="*/ 97727 h 333375"/>
                <a:gd name="connsiteX918" fmla="*/ 1008983 w 1028700"/>
                <a:gd name="connsiteY918" fmla="*/ 96679 h 333375"/>
                <a:gd name="connsiteX919" fmla="*/ 1007936 w 1028700"/>
                <a:gd name="connsiteY919" fmla="*/ 96012 h 333375"/>
                <a:gd name="connsiteX920" fmla="*/ 1006507 w 1028700"/>
                <a:gd name="connsiteY920" fmla="*/ 95726 h 333375"/>
                <a:gd name="connsiteX921" fmla="*/ 1005554 w 1028700"/>
                <a:gd name="connsiteY921" fmla="*/ 95345 h 333375"/>
                <a:gd name="connsiteX922" fmla="*/ 1004506 w 1028700"/>
                <a:gd name="connsiteY922" fmla="*/ 94393 h 333375"/>
                <a:gd name="connsiteX923" fmla="*/ 1002030 w 1028700"/>
                <a:gd name="connsiteY923" fmla="*/ 91345 h 333375"/>
                <a:gd name="connsiteX924" fmla="*/ 1000982 w 1028700"/>
                <a:gd name="connsiteY924" fmla="*/ 90678 h 333375"/>
                <a:gd name="connsiteX925" fmla="*/ 999839 w 1028700"/>
                <a:gd name="connsiteY925" fmla="*/ 90678 h 333375"/>
                <a:gd name="connsiteX926" fmla="*/ 998506 w 1028700"/>
                <a:gd name="connsiteY926" fmla="*/ 91630 h 333375"/>
                <a:gd name="connsiteX927" fmla="*/ 998315 w 1028700"/>
                <a:gd name="connsiteY927" fmla="*/ 92202 h 333375"/>
                <a:gd name="connsiteX928" fmla="*/ 998411 w 1028700"/>
                <a:gd name="connsiteY928" fmla="*/ 93631 h 333375"/>
                <a:gd name="connsiteX929" fmla="*/ 998125 w 1028700"/>
                <a:gd name="connsiteY929" fmla="*/ 94202 h 333375"/>
                <a:gd name="connsiteX930" fmla="*/ 997744 w 1028700"/>
                <a:gd name="connsiteY930" fmla="*/ 94679 h 333375"/>
                <a:gd name="connsiteX931" fmla="*/ 997458 w 1028700"/>
                <a:gd name="connsiteY931" fmla="*/ 95250 h 333375"/>
                <a:gd name="connsiteX932" fmla="*/ 996982 w 1028700"/>
                <a:gd name="connsiteY932" fmla="*/ 96584 h 333375"/>
                <a:gd name="connsiteX933" fmla="*/ 996601 w 1028700"/>
                <a:gd name="connsiteY933" fmla="*/ 96584 h 333375"/>
                <a:gd name="connsiteX934" fmla="*/ 996220 w 1028700"/>
                <a:gd name="connsiteY934" fmla="*/ 95441 h 333375"/>
                <a:gd name="connsiteX935" fmla="*/ 996410 w 1028700"/>
                <a:gd name="connsiteY935" fmla="*/ 94297 h 333375"/>
                <a:gd name="connsiteX936" fmla="*/ 996791 w 1028700"/>
                <a:gd name="connsiteY936" fmla="*/ 93154 h 333375"/>
                <a:gd name="connsiteX937" fmla="*/ 997268 w 1028700"/>
                <a:gd name="connsiteY937" fmla="*/ 90202 h 333375"/>
                <a:gd name="connsiteX938" fmla="*/ 997458 w 1028700"/>
                <a:gd name="connsiteY938" fmla="*/ 90011 h 333375"/>
                <a:gd name="connsiteX939" fmla="*/ 997839 w 1028700"/>
                <a:gd name="connsiteY939" fmla="*/ 89821 h 333375"/>
                <a:gd name="connsiteX940" fmla="*/ 998220 w 1028700"/>
                <a:gd name="connsiteY940" fmla="*/ 89535 h 333375"/>
                <a:gd name="connsiteX941" fmla="*/ 998411 w 1028700"/>
                <a:gd name="connsiteY941" fmla="*/ 89059 h 333375"/>
                <a:gd name="connsiteX942" fmla="*/ 998125 w 1028700"/>
                <a:gd name="connsiteY942" fmla="*/ 88392 h 333375"/>
                <a:gd name="connsiteX943" fmla="*/ 997363 w 1028700"/>
                <a:gd name="connsiteY943" fmla="*/ 87916 h 333375"/>
                <a:gd name="connsiteX944" fmla="*/ 996410 w 1028700"/>
                <a:gd name="connsiteY944" fmla="*/ 87535 h 333375"/>
                <a:gd name="connsiteX945" fmla="*/ 995648 w 1028700"/>
                <a:gd name="connsiteY945" fmla="*/ 87059 h 333375"/>
                <a:gd name="connsiteX946" fmla="*/ 993838 w 1028700"/>
                <a:gd name="connsiteY946" fmla="*/ 85535 h 333375"/>
                <a:gd name="connsiteX947" fmla="*/ 988409 w 1028700"/>
                <a:gd name="connsiteY947" fmla="*/ 82391 h 333375"/>
                <a:gd name="connsiteX948" fmla="*/ 987362 w 1028700"/>
                <a:gd name="connsiteY948" fmla="*/ 82105 h 333375"/>
                <a:gd name="connsiteX949" fmla="*/ 986980 w 1028700"/>
                <a:gd name="connsiteY949" fmla="*/ 81915 h 333375"/>
                <a:gd name="connsiteX950" fmla="*/ 986504 w 1028700"/>
                <a:gd name="connsiteY950" fmla="*/ 81629 h 333375"/>
                <a:gd name="connsiteX951" fmla="*/ 985933 w 1028700"/>
                <a:gd name="connsiteY951" fmla="*/ 81439 h 333375"/>
                <a:gd name="connsiteX952" fmla="*/ 985456 w 1028700"/>
                <a:gd name="connsiteY952" fmla="*/ 81629 h 333375"/>
                <a:gd name="connsiteX953" fmla="*/ 984885 w 1028700"/>
                <a:gd name="connsiteY953" fmla="*/ 82296 h 333375"/>
                <a:gd name="connsiteX954" fmla="*/ 984599 w 1028700"/>
                <a:gd name="connsiteY954" fmla="*/ 82487 h 333375"/>
                <a:gd name="connsiteX955" fmla="*/ 984313 w 1028700"/>
                <a:gd name="connsiteY955" fmla="*/ 82391 h 333375"/>
                <a:gd name="connsiteX956" fmla="*/ 981551 w 1028700"/>
                <a:gd name="connsiteY956" fmla="*/ 80963 h 333375"/>
                <a:gd name="connsiteX957" fmla="*/ 980408 w 1028700"/>
                <a:gd name="connsiteY957" fmla="*/ 80677 h 333375"/>
                <a:gd name="connsiteX958" fmla="*/ 978218 w 1028700"/>
                <a:gd name="connsiteY958" fmla="*/ 81629 h 333375"/>
                <a:gd name="connsiteX959" fmla="*/ 975836 w 1028700"/>
                <a:gd name="connsiteY959" fmla="*/ 81820 h 333375"/>
                <a:gd name="connsiteX960" fmla="*/ 974979 w 1028700"/>
                <a:gd name="connsiteY960" fmla="*/ 82487 h 333375"/>
                <a:gd name="connsiteX961" fmla="*/ 974884 w 1028700"/>
                <a:gd name="connsiteY961" fmla="*/ 83058 h 333375"/>
                <a:gd name="connsiteX962" fmla="*/ 975265 w 1028700"/>
                <a:gd name="connsiteY962" fmla="*/ 84011 h 333375"/>
                <a:gd name="connsiteX963" fmla="*/ 975074 w 1028700"/>
                <a:gd name="connsiteY963" fmla="*/ 84392 h 333375"/>
                <a:gd name="connsiteX964" fmla="*/ 974693 w 1028700"/>
                <a:gd name="connsiteY964" fmla="*/ 84772 h 333375"/>
                <a:gd name="connsiteX965" fmla="*/ 974503 w 1028700"/>
                <a:gd name="connsiteY965" fmla="*/ 85154 h 333375"/>
                <a:gd name="connsiteX966" fmla="*/ 974122 w 1028700"/>
                <a:gd name="connsiteY966" fmla="*/ 86106 h 333375"/>
                <a:gd name="connsiteX967" fmla="*/ 974312 w 1028700"/>
                <a:gd name="connsiteY967" fmla="*/ 86678 h 333375"/>
                <a:gd name="connsiteX968" fmla="*/ 974312 w 1028700"/>
                <a:gd name="connsiteY968" fmla="*/ 87154 h 333375"/>
                <a:gd name="connsiteX969" fmla="*/ 973931 w 1028700"/>
                <a:gd name="connsiteY969" fmla="*/ 87725 h 333375"/>
                <a:gd name="connsiteX970" fmla="*/ 973455 w 1028700"/>
                <a:gd name="connsiteY970" fmla="*/ 88011 h 333375"/>
                <a:gd name="connsiteX971" fmla="*/ 973074 w 1028700"/>
                <a:gd name="connsiteY971" fmla="*/ 87821 h 333375"/>
                <a:gd name="connsiteX972" fmla="*/ 972503 w 1028700"/>
                <a:gd name="connsiteY972" fmla="*/ 87059 h 333375"/>
                <a:gd name="connsiteX973" fmla="*/ 972026 w 1028700"/>
                <a:gd name="connsiteY973" fmla="*/ 86868 h 333375"/>
                <a:gd name="connsiteX974" fmla="*/ 971455 w 1028700"/>
                <a:gd name="connsiteY974" fmla="*/ 86963 h 333375"/>
                <a:gd name="connsiteX975" fmla="*/ 970979 w 1028700"/>
                <a:gd name="connsiteY975" fmla="*/ 87154 h 333375"/>
                <a:gd name="connsiteX976" fmla="*/ 970597 w 1028700"/>
                <a:gd name="connsiteY976" fmla="*/ 87249 h 333375"/>
                <a:gd name="connsiteX977" fmla="*/ 970121 w 1028700"/>
                <a:gd name="connsiteY977" fmla="*/ 87059 h 333375"/>
                <a:gd name="connsiteX978" fmla="*/ 969740 w 1028700"/>
                <a:gd name="connsiteY978" fmla="*/ 86582 h 333375"/>
                <a:gd name="connsiteX979" fmla="*/ 969359 w 1028700"/>
                <a:gd name="connsiteY979" fmla="*/ 86487 h 333375"/>
                <a:gd name="connsiteX980" fmla="*/ 968502 w 1028700"/>
                <a:gd name="connsiteY980" fmla="*/ 86678 h 333375"/>
                <a:gd name="connsiteX981" fmla="*/ 966406 w 1028700"/>
                <a:gd name="connsiteY981" fmla="*/ 87630 h 333375"/>
                <a:gd name="connsiteX982" fmla="*/ 965645 w 1028700"/>
                <a:gd name="connsiteY982" fmla="*/ 87916 h 333375"/>
                <a:gd name="connsiteX983" fmla="*/ 964978 w 1028700"/>
                <a:gd name="connsiteY983" fmla="*/ 88011 h 333375"/>
                <a:gd name="connsiteX984" fmla="*/ 964692 w 1028700"/>
                <a:gd name="connsiteY984" fmla="*/ 88106 h 333375"/>
                <a:gd name="connsiteX985" fmla="*/ 964406 w 1028700"/>
                <a:gd name="connsiteY985" fmla="*/ 88106 h 333375"/>
                <a:gd name="connsiteX986" fmla="*/ 963930 w 1028700"/>
                <a:gd name="connsiteY986" fmla="*/ 87725 h 333375"/>
                <a:gd name="connsiteX987" fmla="*/ 962311 w 1028700"/>
                <a:gd name="connsiteY987" fmla="*/ 83629 h 333375"/>
                <a:gd name="connsiteX988" fmla="*/ 962120 w 1028700"/>
                <a:gd name="connsiteY988" fmla="*/ 83248 h 333375"/>
                <a:gd name="connsiteX989" fmla="*/ 961644 w 1028700"/>
                <a:gd name="connsiteY989" fmla="*/ 82963 h 333375"/>
                <a:gd name="connsiteX990" fmla="*/ 961739 w 1028700"/>
                <a:gd name="connsiteY990" fmla="*/ 82296 h 333375"/>
                <a:gd name="connsiteX991" fmla="*/ 962311 w 1028700"/>
                <a:gd name="connsiteY991" fmla="*/ 81629 h 333375"/>
                <a:gd name="connsiteX992" fmla="*/ 963168 w 1028700"/>
                <a:gd name="connsiteY992" fmla="*/ 81344 h 333375"/>
                <a:gd name="connsiteX993" fmla="*/ 966406 w 1028700"/>
                <a:gd name="connsiteY993" fmla="*/ 81629 h 333375"/>
                <a:gd name="connsiteX994" fmla="*/ 967264 w 1028700"/>
                <a:gd name="connsiteY994" fmla="*/ 81344 h 333375"/>
                <a:gd name="connsiteX995" fmla="*/ 968216 w 1028700"/>
                <a:gd name="connsiteY995" fmla="*/ 81725 h 333375"/>
                <a:gd name="connsiteX996" fmla="*/ 969455 w 1028700"/>
                <a:gd name="connsiteY996" fmla="*/ 81629 h 333375"/>
                <a:gd name="connsiteX997" fmla="*/ 970597 w 1028700"/>
                <a:gd name="connsiteY997" fmla="*/ 81248 h 333375"/>
                <a:gd name="connsiteX998" fmla="*/ 971360 w 1028700"/>
                <a:gd name="connsiteY998" fmla="*/ 80772 h 333375"/>
                <a:gd name="connsiteX999" fmla="*/ 972883 w 1028700"/>
                <a:gd name="connsiteY999" fmla="*/ 78677 h 333375"/>
                <a:gd name="connsiteX1000" fmla="*/ 972883 w 1028700"/>
                <a:gd name="connsiteY1000" fmla="*/ 78296 h 333375"/>
                <a:gd name="connsiteX1001" fmla="*/ 972598 w 1028700"/>
                <a:gd name="connsiteY1001" fmla="*/ 78010 h 333375"/>
                <a:gd name="connsiteX1002" fmla="*/ 970407 w 1028700"/>
                <a:gd name="connsiteY1002" fmla="*/ 75057 h 333375"/>
                <a:gd name="connsiteX1003" fmla="*/ 970121 w 1028700"/>
                <a:gd name="connsiteY1003" fmla="*/ 73819 h 333375"/>
                <a:gd name="connsiteX1004" fmla="*/ 970216 w 1028700"/>
                <a:gd name="connsiteY1004" fmla="*/ 72771 h 333375"/>
                <a:gd name="connsiteX1005" fmla="*/ 970121 w 1028700"/>
                <a:gd name="connsiteY1005" fmla="*/ 72104 h 333375"/>
                <a:gd name="connsiteX1006" fmla="*/ 969264 w 1028700"/>
                <a:gd name="connsiteY1006" fmla="*/ 71628 h 333375"/>
                <a:gd name="connsiteX1007" fmla="*/ 969169 w 1028700"/>
                <a:gd name="connsiteY1007" fmla="*/ 71152 h 333375"/>
                <a:gd name="connsiteX1008" fmla="*/ 969169 w 1028700"/>
                <a:gd name="connsiteY1008" fmla="*/ 70580 h 333375"/>
                <a:gd name="connsiteX1009" fmla="*/ 969073 w 1028700"/>
                <a:gd name="connsiteY1009" fmla="*/ 70104 h 333375"/>
                <a:gd name="connsiteX1010" fmla="*/ 967264 w 1028700"/>
                <a:gd name="connsiteY1010" fmla="*/ 68294 h 333375"/>
                <a:gd name="connsiteX1011" fmla="*/ 966502 w 1028700"/>
                <a:gd name="connsiteY1011" fmla="*/ 68104 h 333375"/>
                <a:gd name="connsiteX1012" fmla="*/ 966121 w 1028700"/>
                <a:gd name="connsiteY1012" fmla="*/ 68294 h 333375"/>
                <a:gd name="connsiteX1013" fmla="*/ 965930 w 1028700"/>
                <a:gd name="connsiteY1013" fmla="*/ 68580 h 333375"/>
                <a:gd name="connsiteX1014" fmla="*/ 964978 w 1028700"/>
                <a:gd name="connsiteY1014" fmla="*/ 69056 h 333375"/>
                <a:gd name="connsiteX1015" fmla="*/ 963263 w 1028700"/>
                <a:gd name="connsiteY1015" fmla="*/ 71247 h 333375"/>
                <a:gd name="connsiteX1016" fmla="*/ 961835 w 1028700"/>
                <a:gd name="connsiteY1016" fmla="*/ 72295 h 333375"/>
                <a:gd name="connsiteX1017" fmla="*/ 961072 w 1028700"/>
                <a:gd name="connsiteY1017" fmla="*/ 72962 h 333375"/>
                <a:gd name="connsiteX1018" fmla="*/ 960787 w 1028700"/>
                <a:gd name="connsiteY1018" fmla="*/ 73628 h 333375"/>
                <a:gd name="connsiteX1019" fmla="*/ 960311 w 1028700"/>
                <a:gd name="connsiteY1019" fmla="*/ 74009 h 333375"/>
                <a:gd name="connsiteX1020" fmla="*/ 957834 w 1028700"/>
                <a:gd name="connsiteY1020" fmla="*/ 74486 h 333375"/>
                <a:gd name="connsiteX1021" fmla="*/ 956881 w 1028700"/>
                <a:gd name="connsiteY1021" fmla="*/ 74581 h 333375"/>
                <a:gd name="connsiteX1022" fmla="*/ 956120 w 1028700"/>
                <a:gd name="connsiteY1022" fmla="*/ 74486 h 333375"/>
                <a:gd name="connsiteX1023" fmla="*/ 955453 w 1028700"/>
                <a:gd name="connsiteY1023" fmla="*/ 74295 h 333375"/>
                <a:gd name="connsiteX1024" fmla="*/ 954881 w 1028700"/>
                <a:gd name="connsiteY1024" fmla="*/ 74295 h 333375"/>
                <a:gd name="connsiteX1025" fmla="*/ 954310 w 1028700"/>
                <a:gd name="connsiteY1025" fmla="*/ 74581 h 333375"/>
                <a:gd name="connsiteX1026" fmla="*/ 954786 w 1028700"/>
                <a:gd name="connsiteY1026" fmla="*/ 75914 h 333375"/>
                <a:gd name="connsiteX1027" fmla="*/ 954500 w 1028700"/>
                <a:gd name="connsiteY1027" fmla="*/ 76486 h 333375"/>
                <a:gd name="connsiteX1028" fmla="*/ 953548 w 1028700"/>
                <a:gd name="connsiteY1028" fmla="*/ 76581 h 333375"/>
                <a:gd name="connsiteX1029" fmla="*/ 950976 w 1028700"/>
                <a:gd name="connsiteY1029" fmla="*/ 76295 h 333375"/>
                <a:gd name="connsiteX1030" fmla="*/ 947452 w 1028700"/>
                <a:gd name="connsiteY1030" fmla="*/ 76771 h 333375"/>
                <a:gd name="connsiteX1031" fmla="*/ 943737 w 1028700"/>
                <a:gd name="connsiteY1031" fmla="*/ 76771 h 333375"/>
                <a:gd name="connsiteX1032" fmla="*/ 942404 w 1028700"/>
                <a:gd name="connsiteY1032" fmla="*/ 77153 h 333375"/>
                <a:gd name="connsiteX1033" fmla="*/ 939355 w 1028700"/>
                <a:gd name="connsiteY1033" fmla="*/ 78486 h 333375"/>
                <a:gd name="connsiteX1034" fmla="*/ 938403 w 1028700"/>
                <a:gd name="connsiteY1034" fmla="*/ 78677 h 333375"/>
                <a:gd name="connsiteX1035" fmla="*/ 939641 w 1028700"/>
                <a:gd name="connsiteY1035" fmla="*/ 77343 h 333375"/>
                <a:gd name="connsiteX1036" fmla="*/ 946309 w 1028700"/>
                <a:gd name="connsiteY1036" fmla="*/ 75057 h 333375"/>
                <a:gd name="connsiteX1037" fmla="*/ 948119 w 1028700"/>
                <a:gd name="connsiteY1037" fmla="*/ 73914 h 333375"/>
                <a:gd name="connsiteX1038" fmla="*/ 948880 w 1028700"/>
                <a:gd name="connsiteY1038" fmla="*/ 73152 h 333375"/>
                <a:gd name="connsiteX1039" fmla="*/ 949166 w 1028700"/>
                <a:gd name="connsiteY1039" fmla="*/ 72295 h 333375"/>
                <a:gd name="connsiteX1040" fmla="*/ 948785 w 1028700"/>
                <a:gd name="connsiteY1040" fmla="*/ 70961 h 333375"/>
                <a:gd name="connsiteX1041" fmla="*/ 948023 w 1028700"/>
                <a:gd name="connsiteY1041" fmla="*/ 70580 h 333375"/>
                <a:gd name="connsiteX1042" fmla="*/ 947261 w 1028700"/>
                <a:gd name="connsiteY1042" fmla="*/ 70390 h 333375"/>
                <a:gd name="connsiteX1043" fmla="*/ 946880 w 1028700"/>
                <a:gd name="connsiteY1043" fmla="*/ 69533 h 333375"/>
                <a:gd name="connsiteX1044" fmla="*/ 946976 w 1028700"/>
                <a:gd name="connsiteY1044" fmla="*/ 68866 h 333375"/>
                <a:gd name="connsiteX1045" fmla="*/ 947356 w 1028700"/>
                <a:gd name="connsiteY1045" fmla="*/ 68675 h 333375"/>
                <a:gd name="connsiteX1046" fmla="*/ 947833 w 1028700"/>
                <a:gd name="connsiteY1046" fmla="*/ 68485 h 333375"/>
                <a:gd name="connsiteX1047" fmla="*/ 948309 w 1028700"/>
                <a:gd name="connsiteY1047" fmla="*/ 68009 h 333375"/>
                <a:gd name="connsiteX1048" fmla="*/ 948499 w 1028700"/>
                <a:gd name="connsiteY1048" fmla="*/ 67342 h 333375"/>
                <a:gd name="connsiteX1049" fmla="*/ 948499 w 1028700"/>
                <a:gd name="connsiteY1049" fmla="*/ 66866 h 333375"/>
                <a:gd name="connsiteX1050" fmla="*/ 948404 w 1028700"/>
                <a:gd name="connsiteY1050" fmla="*/ 66485 h 333375"/>
                <a:gd name="connsiteX1051" fmla="*/ 948309 w 1028700"/>
                <a:gd name="connsiteY1051" fmla="*/ 66008 h 333375"/>
                <a:gd name="connsiteX1052" fmla="*/ 948119 w 1028700"/>
                <a:gd name="connsiteY1052" fmla="*/ 65722 h 333375"/>
                <a:gd name="connsiteX1053" fmla="*/ 947356 w 1028700"/>
                <a:gd name="connsiteY1053" fmla="*/ 65342 h 333375"/>
                <a:gd name="connsiteX1054" fmla="*/ 946499 w 1028700"/>
                <a:gd name="connsiteY1054" fmla="*/ 63341 h 333375"/>
                <a:gd name="connsiteX1055" fmla="*/ 945356 w 1028700"/>
                <a:gd name="connsiteY1055" fmla="*/ 62008 h 333375"/>
                <a:gd name="connsiteX1056" fmla="*/ 945071 w 1028700"/>
                <a:gd name="connsiteY1056" fmla="*/ 61151 h 333375"/>
                <a:gd name="connsiteX1057" fmla="*/ 945547 w 1028700"/>
                <a:gd name="connsiteY1057" fmla="*/ 60293 h 333375"/>
                <a:gd name="connsiteX1058" fmla="*/ 947071 w 1028700"/>
                <a:gd name="connsiteY1058" fmla="*/ 58960 h 333375"/>
                <a:gd name="connsiteX1059" fmla="*/ 948023 w 1028700"/>
                <a:gd name="connsiteY1059" fmla="*/ 58293 h 333375"/>
                <a:gd name="connsiteX1060" fmla="*/ 948976 w 1028700"/>
                <a:gd name="connsiteY1060" fmla="*/ 58007 h 333375"/>
                <a:gd name="connsiteX1061" fmla="*/ 950690 w 1028700"/>
                <a:gd name="connsiteY1061" fmla="*/ 58293 h 333375"/>
                <a:gd name="connsiteX1062" fmla="*/ 951452 w 1028700"/>
                <a:gd name="connsiteY1062" fmla="*/ 58198 h 333375"/>
                <a:gd name="connsiteX1063" fmla="*/ 951833 w 1028700"/>
                <a:gd name="connsiteY1063" fmla="*/ 57436 h 333375"/>
                <a:gd name="connsiteX1064" fmla="*/ 952310 w 1028700"/>
                <a:gd name="connsiteY1064" fmla="*/ 53912 h 333375"/>
                <a:gd name="connsiteX1065" fmla="*/ 951738 w 1028700"/>
                <a:gd name="connsiteY1065" fmla="*/ 52483 h 333375"/>
                <a:gd name="connsiteX1066" fmla="*/ 952024 w 1028700"/>
                <a:gd name="connsiteY1066" fmla="*/ 52006 h 333375"/>
                <a:gd name="connsiteX1067" fmla="*/ 952405 w 1028700"/>
                <a:gd name="connsiteY1067" fmla="*/ 51530 h 333375"/>
                <a:gd name="connsiteX1068" fmla="*/ 952595 w 1028700"/>
                <a:gd name="connsiteY1068" fmla="*/ 51054 h 333375"/>
                <a:gd name="connsiteX1069" fmla="*/ 952500 w 1028700"/>
                <a:gd name="connsiteY1069" fmla="*/ 50673 h 333375"/>
                <a:gd name="connsiteX1070" fmla="*/ 952024 w 1028700"/>
                <a:gd name="connsiteY1070" fmla="*/ 49721 h 333375"/>
                <a:gd name="connsiteX1071" fmla="*/ 951833 w 1028700"/>
                <a:gd name="connsiteY1071" fmla="*/ 49244 h 333375"/>
                <a:gd name="connsiteX1072" fmla="*/ 951738 w 1028700"/>
                <a:gd name="connsiteY1072" fmla="*/ 48673 h 333375"/>
                <a:gd name="connsiteX1073" fmla="*/ 951738 w 1028700"/>
                <a:gd name="connsiteY1073" fmla="*/ 48196 h 333375"/>
                <a:gd name="connsiteX1074" fmla="*/ 951643 w 1028700"/>
                <a:gd name="connsiteY1074" fmla="*/ 47816 h 333375"/>
                <a:gd name="connsiteX1075" fmla="*/ 951452 w 1028700"/>
                <a:gd name="connsiteY1075" fmla="*/ 47435 h 333375"/>
                <a:gd name="connsiteX1076" fmla="*/ 951166 w 1028700"/>
                <a:gd name="connsiteY1076" fmla="*/ 47149 h 333375"/>
                <a:gd name="connsiteX1077" fmla="*/ 950881 w 1028700"/>
                <a:gd name="connsiteY1077" fmla="*/ 47149 h 333375"/>
                <a:gd name="connsiteX1078" fmla="*/ 950595 w 1028700"/>
                <a:gd name="connsiteY1078" fmla="*/ 47339 h 333375"/>
                <a:gd name="connsiteX1079" fmla="*/ 950405 w 1028700"/>
                <a:gd name="connsiteY1079" fmla="*/ 47816 h 333375"/>
                <a:gd name="connsiteX1080" fmla="*/ 950023 w 1028700"/>
                <a:gd name="connsiteY1080" fmla="*/ 47816 h 333375"/>
                <a:gd name="connsiteX1081" fmla="*/ 949452 w 1028700"/>
                <a:gd name="connsiteY1081" fmla="*/ 46672 h 333375"/>
                <a:gd name="connsiteX1082" fmla="*/ 948880 w 1028700"/>
                <a:gd name="connsiteY1082" fmla="*/ 45815 h 333375"/>
                <a:gd name="connsiteX1083" fmla="*/ 947642 w 1028700"/>
                <a:gd name="connsiteY1083" fmla="*/ 44387 h 333375"/>
                <a:gd name="connsiteX1084" fmla="*/ 947166 w 1028700"/>
                <a:gd name="connsiteY1084" fmla="*/ 44101 h 333375"/>
                <a:gd name="connsiteX1085" fmla="*/ 946595 w 1028700"/>
                <a:gd name="connsiteY1085" fmla="*/ 44196 h 333375"/>
                <a:gd name="connsiteX1086" fmla="*/ 945832 w 1028700"/>
                <a:gd name="connsiteY1086" fmla="*/ 44577 h 333375"/>
                <a:gd name="connsiteX1087" fmla="*/ 945166 w 1028700"/>
                <a:gd name="connsiteY1087" fmla="*/ 44482 h 333375"/>
                <a:gd name="connsiteX1088" fmla="*/ 944689 w 1028700"/>
                <a:gd name="connsiteY1088" fmla="*/ 44196 h 333375"/>
                <a:gd name="connsiteX1089" fmla="*/ 943928 w 1028700"/>
                <a:gd name="connsiteY1089" fmla="*/ 43434 h 333375"/>
                <a:gd name="connsiteX1090" fmla="*/ 943737 w 1028700"/>
                <a:gd name="connsiteY1090" fmla="*/ 43339 h 333375"/>
                <a:gd name="connsiteX1091" fmla="*/ 943070 w 1028700"/>
                <a:gd name="connsiteY1091" fmla="*/ 43148 h 333375"/>
                <a:gd name="connsiteX1092" fmla="*/ 942880 w 1028700"/>
                <a:gd name="connsiteY1092" fmla="*/ 43053 h 333375"/>
                <a:gd name="connsiteX1093" fmla="*/ 942880 w 1028700"/>
                <a:gd name="connsiteY1093" fmla="*/ 42767 h 333375"/>
                <a:gd name="connsiteX1094" fmla="*/ 942975 w 1028700"/>
                <a:gd name="connsiteY1094" fmla="*/ 42386 h 333375"/>
                <a:gd name="connsiteX1095" fmla="*/ 943070 w 1028700"/>
                <a:gd name="connsiteY1095" fmla="*/ 42196 h 333375"/>
                <a:gd name="connsiteX1096" fmla="*/ 943261 w 1028700"/>
                <a:gd name="connsiteY1096" fmla="*/ 42291 h 333375"/>
                <a:gd name="connsiteX1097" fmla="*/ 942022 w 1028700"/>
                <a:gd name="connsiteY1097" fmla="*/ 41053 h 333375"/>
                <a:gd name="connsiteX1098" fmla="*/ 941832 w 1028700"/>
                <a:gd name="connsiteY1098" fmla="*/ 41053 h 333375"/>
                <a:gd name="connsiteX1099" fmla="*/ 941832 w 1028700"/>
                <a:gd name="connsiteY1099" fmla="*/ 39624 h 333375"/>
                <a:gd name="connsiteX1100" fmla="*/ 941641 w 1028700"/>
                <a:gd name="connsiteY1100" fmla="*/ 38862 h 333375"/>
                <a:gd name="connsiteX1101" fmla="*/ 941165 w 1028700"/>
                <a:gd name="connsiteY1101" fmla="*/ 38862 h 333375"/>
                <a:gd name="connsiteX1102" fmla="*/ 940308 w 1028700"/>
                <a:gd name="connsiteY1102" fmla="*/ 39814 h 333375"/>
                <a:gd name="connsiteX1103" fmla="*/ 939070 w 1028700"/>
                <a:gd name="connsiteY1103" fmla="*/ 41910 h 333375"/>
                <a:gd name="connsiteX1104" fmla="*/ 938498 w 1028700"/>
                <a:gd name="connsiteY1104" fmla="*/ 42481 h 333375"/>
                <a:gd name="connsiteX1105" fmla="*/ 937641 w 1028700"/>
                <a:gd name="connsiteY1105" fmla="*/ 42672 h 333375"/>
                <a:gd name="connsiteX1106" fmla="*/ 936784 w 1028700"/>
                <a:gd name="connsiteY1106" fmla="*/ 42386 h 333375"/>
                <a:gd name="connsiteX1107" fmla="*/ 935831 w 1028700"/>
                <a:gd name="connsiteY1107" fmla="*/ 41720 h 333375"/>
                <a:gd name="connsiteX1108" fmla="*/ 934498 w 1028700"/>
                <a:gd name="connsiteY1108" fmla="*/ 40481 h 333375"/>
                <a:gd name="connsiteX1109" fmla="*/ 933355 w 1028700"/>
                <a:gd name="connsiteY1109" fmla="*/ 39148 h 333375"/>
                <a:gd name="connsiteX1110" fmla="*/ 932688 w 1028700"/>
                <a:gd name="connsiteY1110" fmla="*/ 38576 h 333375"/>
                <a:gd name="connsiteX1111" fmla="*/ 931926 w 1028700"/>
                <a:gd name="connsiteY1111" fmla="*/ 38291 h 333375"/>
                <a:gd name="connsiteX1112" fmla="*/ 929830 w 1028700"/>
                <a:gd name="connsiteY1112" fmla="*/ 38386 h 333375"/>
                <a:gd name="connsiteX1113" fmla="*/ 929164 w 1028700"/>
                <a:gd name="connsiteY1113" fmla="*/ 38005 h 333375"/>
                <a:gd name="connsiteX1114" fmla="*/ 928592 w 1028700"/>
                <a:gd name="connsiteY1114" fmla="*/ 36862 h 333375"/>
                <a:gd name="connsiteX1115" fmla="*/ 928402 w 1028700"/>
                <a:gd name="connsiteY1115" fmla="*/ 36004 h 333375"/>
                <a:gd name="connsiteX1116" fmla="*/ 928306 w 1028700"/>
                <a:gd name="connsiteY1116" fmla="*/ 32766 h 333375"/>
                <a:gd name="connsiteX1117" fmla="*/ 928021 w 1028700"/>
                <a:gd name="connsiteY1117" fmla="*/ 31813 h 333375"/>
                <a:gd name="connsiteX1118" fmla="*/ 926116 w 1028700"/>
                <a:gd name="connsiteY1118" fmla="*/ 29337 h 333375"/>
                <a:gd name="connsiteX1119" fmla="*/ 925830 w 1028700"/>
                <a:gd name="connsiteY1119" fmla="*/ 28480 h 333375"/>
                <a:gd name="connsiteX1120" fmla="*/ 925735 w 1028700"/>
                <a:gd name="connsiteY1120" fmla="*/ 27432 h 333375"/>
                <a:gd name="connsiteX1121" fmla="*/ 925925 w 1028700"/>
                <a:gd name="connsiteY1121" fmla="*/ 26479 h 333375"/>
                <a:gd name="connsiteX1122" fmla="*/ 926687 w 1028700"/>
                <a:gd name="connsiteY1122" fmla="*/ 26098 h 333375"/>
                <a:gd name="connsiteX1123" fmla="*/ 926878 w 1028700"/>
                <a:gd name="connsiteY1123" fmla="*/ 25622 h 333375"/>
                <a:gd name="connsiteX1124" fmla="*/ 927259 w 1028700"/>
                <a:gd name="connsiteY1124" fmla="*/ 23051 h 333375"/>
                <a:gd name="connsiteX1125" fmla="*/ 927259 w 1028700"/>
                <a:gd name="connsiteY1125" fmla="*/ 22193 h 333375"/>
                <a:gd name="connsiteX1126" fmla="*/ 927068 w 1028700"/>
                <a:gd name="connsiteY1126" fmla="*/ 21812 h 333375"/>
                <a:gd name="connsiteX1127" fmla="*/ 926782 w 1028700"/>
                <a:gd name="connsiteY1127" fmla="*/ 21527 h 333375"/>
                <a:gd name="connsiteX1128" fmla="*/ 924020 w 1028700"/>
                <a:gd name="connsiteY1128" fmla="*/ 19907 h 333375"/>
                <a:gd name="connsiteX1129" fmla="*/ 923830 w 1028700"/>
                <a:gd name="connsiteY1129" fmla="*/ 19717 h 333375"/>
                <a:gd name="connsiteX1130" fmla="*/ 923354 w 1028700"/>
                <a:gd name="connsiteY1130" fmla="*/ 19621 h 333375"/>
                <a:gd name="connsiteX1131" fmla="*/ 922020 w 1028700"/>
                <a:gd name="connsiteY1131" fmla="*/ 19050 h 333375"/>
                <a:gd name="connsiteX1132" fmla="*/ 921639 w 1028700"/>
                <a:gd name="connsiteY1132" fmla="*/ 18860 h 333375"/>
                <a:gd name="connsiteX1133" fmla="*/ 921258 w 1028700"/>
                <a:gd name="connsiteY1133" fmla="*/ 18860 h 333375"/>
                <a:gd name="connsiteX1134" fmla="*/ 920496 w 1028700"/>
                <a:gd name="connsiteY1134" fmla="*/ 19526 h 333375"/>
                <a:gd name="connsiteX1135" fmla="*/ 920020 w 1028700"/>
                <a:gd name="connsiteY1135" fmla="*/ 19812 h 333375"/>
                <a:gd name="connsiteX1136" fmla="*/ 919639 w 1028700"/>
                <a:gd name="connsiteY1136" fmla="*/ 19717 h 333375"/>
                <a:gd name="connsiteX1137" fmla="*/ 919067 w 1028700"/>
                <a:gd name="connsiteY1137" fmla="*/ 19526 h 333375"/>
                <a:gd name="connsiteX1138" fmla="*/ 918401 w 1028700"/>
                <a:gd name="connsiteY1138" fmla="*/ 19336 h 333375"/>
                <a:gd name="connsiteX1139" fmla="*/ 917829 w 1028700"/>
                <a:gd name="connsiteY1139" fmla="*/ 19431 h 333375"/>
                <a:gd name="connsiteX1140" fmla="*/ 917638 w 1028700"/>
                <a:gd name="connsiteY1140" fmla="*/ 19812 h 333375"/>
                <a:gd name="connsiteX1141" fmla="*/ 917543 w 1028700"/>
                <a:gd name="connsiteY1141" fmla="*/ 20384 h 333375"/>
                <a:gd name="connsiteX1142" fmla="*/ 917638 w 1028700"/>
                <a:gd name="connsiteY1142" fmla="*/ 20955 h 333375"/>
                <a:gd name="connsiteX1143" fmla="*/ 918020 w 1028700"/>
                <a:gd name="connsiteY1143" fmla="*/ 21241 h 333375"/>
                <a:gd name="connsiteX1144" fmla="*/ 918210 w 1028700"/>
                <a:gd name="connsiteY1144" fmla="*/ 21431 h 333375"/>
                <a:gd name="connsiteX1145" fmla="*/ 918115 w 1028700"/>
                <a:gd name="connsiteY1145" fmla="*/ 21812 h 333375"/>
                <a:gd name="connsiteX1146" fmla="*/ 917734 w 1028700"/>
                <a:gd name="connsiteY1146" fmla="*/ 22193 h 333375"/>
                <a:gd name="connsiteX1147" fmla="*/ 917257 w 1028700"/>
                <a:gd name="connsiteY1147" fmla="*/ 22384 h 333375"/>
                <a:gd name="connsiteX1148" fmla="*/ 916591 w 1028700"/>
                <a:gd name="connsiteY1148" fmla="*/ 22288 h 333375"/>
                <a:gd name="connsiteX1149" fmla="*/ 916114 w 1028700"/>
                <a:gd name="connsiteY1149" fmla="*/ 22098 h 333375"/>
                <a:gd name="connsiteX1150" fmla="*/ 915733 w 1028700"/>
                <a:gd name="connsiteY1150" fmla="*/ 22193 h 333375"/>
                <a:gd name="connsiteX1151" fmla="*/ 915353 w 1028700"/>
                <a:gd name="connsiteY1151" fmla="*/ 22765 h 333375"/>
                <a:gd name="connsiteX1152" fmla="*/ 915257 w 1028700"/>
                <a:gd name="connsiteY1152" fmla="*/ 23908 h 333375"/>
                <a:gd name="connsiteX1153" fmla="*/ 916496 w 1028700"/>
                <a:gd name="connsiteY1153" fmla="*/ 26194 h 333375"/>
                <a:gd name="connsiteX1154" fmla="*/ 916781 w 1028700"/>
                <a:gd name="connsiteY1154" fmla="*/ 27242 h 333375"/>
                <a:gd name="connsiteX1155" fmla="*/ 916496 w 1028700"/>
                <a:gd name="connsiteY1155" fmla="*/ 28004 h 333375"/>
                <a:gd name="connsiteX1156" fmla="*/ 914590 w 1028700"/>
                <a:gd name="connsiteY1156" fmla="*/ 29909 h 333375"/>
                <a:gd name="connsiteX1157" fmla="*/ 913829 w 1028700"/>
                <a:gd name="connsiteY1157" fmla="*/ 31337 h 333375"/>
                <a:gd name="connsiteX1158" fmla="*/ 913447 w 1028700"/>
                <a:gd name="connsiteY1158" fmla="*/ 31623 h 333375"/>
                <a:gd name="connsiteX1159" fmla="*/ 913066 w 1028700"/>
                <a:gd name="connsiteY1159" fmla="*/ 31718 h 333375"/>
                <a:gd name="connsiteX1160" fmla="*/ 912781 w 1028700"/>
                <a:gd name="connsiteY1160" fmla="*/ 31909 h 333375"/>
                <a:gd name="connsiteX1161" fmla="*/ 912590 w 1028700"/>
                <a:gd name="connsiteY1161" fmla="*/ 33719 h 333375"/>
                <a:gd name="connsiteX1162" fmla="*/ 912209 w 1028700"/>
                <a:gd name="connsiteY1162" fmla="*/ 34385 h 333375"/>
                <a:gd name="connsiteX1163" fmla="*/ 910495 w 1028700"/>
                <a:gd name="connsiteY1163" fmla="*/ 35623 h 333375"/>
                <a:gd name="connsiteX1164" fmla="*/ 908113 w 1028700"/>
                <a:gd name="connsiteY1164" fmla="*/ 37910 h 333375"/>
                <a:gd name="connsiteX1165" fmla="*/ 907352 w 1028700"/>
                <a:gd name="connsiteY1165" fmla="*/ 38195 h 333375"/>
                <a:gd name="connsiteX1166" fmla="*/ 906780 w 1028700"/>
                <a:gd name="connsiteY1166" fmla="*/ 38576 h 333375"/>
                <a:gd name="connsiteX1167" fmla="*/ 906113 w 1028700"/>
                <a:gd name="connsiteY1167" fmla="*/ 39529 h 333375"/>
                <a:gd name="connsiteX1168" fmla="*/ 905256 w 1028700"/>
                <a:gd name="connsiteY1168" fmla="*/ 40481 h 333375"/>
                <a:gd name="connsiteX1169" fmla="*/ 904113 w 1028700"/>
                <a:gd name="connsiteY1169" fmla="*/ 41053 h 333375"/>
                <a:gd name="connsiteX1170" fmla="*/ 902018 w 1028700"/>
                <a:gd name="connsiteY1170" fmla="*/ 40577 h 333375"/>
                <a:gd name="connsiteX1171" fmla="*/ 901732 w 1028700"/>
                <a:gd name="connsiteY1171" fmla="*/ 38767 h 333375"/>
                <a:gd name="connsiteX1172" fmla="*/ 902494 w 1028700"/>
                <a:gd name="connsiteY1172" fmla="*/ 36481 h 333375"/>
                <a:gd name="connsiteX1173" fmla="*/ 903446 w 1028700"/>
                <a:gd name="connsiteY1173" fmla="*/ 34671 h 333375"/>
                <a:gd name="connsiteX1174" fmla="*/ 905161 w 1028700"/>
                <a:gd name="connsiteY1174" fmla="*/ 32195 h 333375"/>
                <a:gd name="connsiteX1175" fmla="*/ 905732 w 1028700"/>
                <a:gd name="connsiteY1175" fmla="*/ 30766 h 333375"/>
                <a:gd name="connsiteX1176" fmla="*/ 905923 w 1028700"/>
                <a:gd name="connsiteY1176" fmla="*/ 28670 h 333375"/>
                <a:gd name="connsiteX1177" fmla="*/ 905542 w 1028700"/>
                <a:gd name="connsiteY1177" fmla="*/ 27527 h 333375"/>
                <a:gd name="connsiteX1178" fmla="*/ 904780 w 1028700"/>
                <a:gd name="connsiteY1178" fmla="*/ 27051 h 333375"/>
                <a:gd name="connsiteX1179" fmla="*/ 903922 w 1028700"/>
                <a:gd name="connsiteY1179" fmla="*/ 26765 h 333375"/>
                <a:gd name="connsiteX1180" fmla="*/ 903351 w 1028700"/>
                <a:gd name="connsiteY1180" fmla="*/ 26194 h 333375"/>
                <a:gd name="connsiteX1181" fmla="*/ 903351 w 1028700"/>
                <a:gd name="connsiteY1181" fmla="*/ 25908 h 333375"/>
                <a:gd name="connsiteX1182" fmla="*/ 903732 w 1028700"/>
                <a:gd name="connsiteY1182" fmla="*/ 24289 h 333375"/>
                <a:gd name="connsiteX1183" fmla="*/ 904018 w 1028700"/>
                <a:gd name="connsiteY1183" fmla="*/ 24098 h 333375"/>
                <a:gd name="connsiteX1184" fmla="*/ 904589 w 1028700"/>
                <a:gd name="connsiteY1184" fmla="*/ 24289 h 333375"/>
                <a:gd name="connsiteX1185" fmla="*/ 905542 w 1028700"/>
                <a:gd name="connsiteY1185" fmla="*/ 24860 h 333375"/>
                <a:gd name="connsiteX1186" fmla="*/ 904780 w 1028700"/>
                <a:gd name="connsiteY1186" fmla="*/ 21050 h 333375"/>
                <a:gd name="connsiteX1187" fmla="*/ 904494 w 1028700"/>
                <a:gd name="connsiteY1187" fmla="*/ 20479 h 333375"/>
                <a:gd name="connsiteX1188" fmla="*/ 902303 w 1028700"/>
                <a:gd name="connsiteY1188" fmla="*/ 19050 h 333375"/>
                <a:gd name="connsiteX1189" fmla="*/ 901732 w 1028700"/>
                <a:gd name="connsiteY1189" fmla="*/ 17812 h 333375"/>
                <a:gd name="connsiteX1190" fmla="*/ 901541 w 1028700"/>
                <a:gd name="connsiteY1190" fmla="*/ 17621 h 333375"/>
                <a:gd name="connsiteX1191" fmla="*/ 900970 w 1028700"/>
                <a:gd name="connsiteY1191" fmla="*/ 17717 h 333375"/>
                <a:gd name="connsiteX1192" fmla="*/ 900398 w 1028700"/>
                <a:gd name="connsiteY1192" fmla="*/ 18097 h 333375"/>
                <a:gd name="connsiteX1193" fmla="*/ 899922 w 1028700"/>
                <a:gd name="connsiteY1193" fmla="*/ 18574 h 333375"/>
                <a:gd name="connsiteX1194" fmla="*/ 899636 w 1028700"/>
                <a:gd name="connsiteY1194" fmla="*/ 19241 h 333375"/>
                <a:gd name="connsiteX1195" fmla="*/ 899065 w 1028700"/>
                <a:gd name="connsiteY1195" fmla="*/ 20098 h 333375"/>
                <a:gd name="connsiteX1196" fmla="*/ 898874 w 1028700"/>
                <a:gd name="connsiteY1196" fmla="*/ 20288 h 333375"/>
                <a:gd name="connsiteX1197" fmla="*/ 898493 w 1028700"/>
                <a:gd name="connsiteY1197" fmla="*/ 20479 h 333375"/>
                <a:gd name="connsiteX1198" fmla="*/ 898398 w 1028700"/>
                <a:gd name="connsiteY1198" fmla="*/ 20955 h 333375"/>
                <a:gd name="connsiteX1199" fmla="*/ 898303 w 1028700"/>
                <a:gd name="connsiteY1199" fmla="*/ 22098 h 333375"/>
                <a:gd name="connsiteX1200" fmla="*/ 897827 w 1028700"/>
                <a:gd name="connsiteY1200" fmla="*/ 24194 h 333375"/>
                <a:gd name="connsiteX1201" fmla="*/ 897350 w 1028700"/>
                <a:gd name="connsiteY1201" fmla="*/ 25051 h 333375"/>
                <a:gd name="connsiteX1202" fmla="*/ 895826 w 1028700"/>
                <a:gd name="connsiteY1202" fmla="*/ 25718 h 333375"/>
                <a:gd name="connsiteX1203" fmla="*/ 895636 w 1028700"/>
                <a:gd name="connsiteY1203" fmla="*/ 26575 h 333375"/>
                <a:gd name="connsiteX1204" fmla="*/ 895731 w 1028700"/>
                <a:gd name="connsiteY1204" fmla="*/ 28575 h 333375"/>
                <a:gd name="connsiteX1205" fmla="*/ 895540 w 1028700"/>
                <a:gd name="connsiteY1205" fmla="*/ 29146 h 333375"/>
                <a:gd name="connsiteX1206" fmla="*/ 894874 w 1028700"/>
                <a:gd name="connsiteY1206" fmla="*/ 30004 h 333375"/>
                <a:gd name="connsiteX1207" fmla="*/ 894683 w 1028700"/>
                <a:gd name="connsiteY1207" fmla="*/ 30385 h 333375"/>
                <a:gd name="connsiteX1208" fmla="*/ 894588 w 1028700"/>
                <a:gd name="connsiteY1208" fmla="*/ 30956 h 333375"/>
                <a:gd name="connsiteX1209" fmla="*/ 894683 w 1028700"/>
                <a:gd name="connsiteY1209" fmla="*/ 32766 h 333375"/>
                <a:gd name="connsiteX1210" fmla="*/ 894588 w 1028700"/>
                <a:gd name="connsiteY1210" fmla="*/ 34100 h 333375"/>
                <a:gd name="connsiteX1211" fmla="*/ 894302 w 1028700"/>
                <a:gd name="connsiteY1211" fmla="*/ 35052 h 333375"/>
                <a:gd name="connsiteX1212" fmla="*/ 893731 w 1028700"/>
                <a:gd name="connsiteY1212" fmla="*/ 35814 h 333375"/>
                <a:gd name="connsiteX1213" fmla="*/ 892969 w 1028700"/>
                <a:gd name="connsiteY1213" fmla="*/ 36576 h 333375"/>
                <a:gd name="connsiteX1214" fmla="*/ 889730 w 1028700"/>
                <a:gd name="connsiteY1214" fmla="*/ 40958 h 333375"/>
                <a:gd name="connsiteX1215" fmla="*/ 888778 w 1028700"/>
                <a:gd name="connsiteY1215" fmla="*/ 41624 h 333375"/>
                <a:gd name="connsiteX1216" fmla="*/ 888111 w 1028700"/>
                <a:gd name="connsiteY1216" fmla="*/ 41910 h 333375"/>
                <a:gd name="connsiteX1217" fmla="*/ 887730 w 1028700"/>
                <a:gd name="connsiteY1217" fmla="*/ 42672 h 333375"/>
                <a:gd name="connsiteX1218" fmla="*/ 887539 w 1028700"/>
                <a:gd name="connsiteY1218" fmla="*/ 43720 h 333375"/>
                <a:gd name="connsiteX1219" fmla="*/ 887539 w 1028700"/>
                <a:gd name="connsiteY1219" fmla="*/ 44672 h 333375"/>
                <a:gd name="connsiteX1220" fmla="*/ 887254 w 1028700"/>
                <a:gd name="connsiteY1220" fmla="*/ 45815 h 333375"/>
                <a:gd name="connsiteX1221" fmla="*/ 886492 w 1028700"/>
                <a:gd name="connsiteY1221" fmla="*/ 46387 h 333375"/>
                <a:gd name="connsiteX1222" fmla="*/ 885539 w 1028700"/>
                <a:gd name="connsiteY1222" fmla="*/ 46863 h 333375"/>
                <a:gd name="connsiteX1223" fmla="*/ 884587 w 1028700"/>
                <a:gd name="connsiteY1223" fmla="*/ 47625 h 333375"/>
                <a:gd name="connsiteX1224" fmla="*/ 883825 w 1028700"/>
                <a:gd name="connsiteY1224" fmla="*/ 48387 h 333375"/>
                <a:gd name="connsiteX1225" fmla="*/ 879157 w 1028700"/>
                <a:gd name="connsiteY1225" fmla="*/ 51911 h 333375"/>
                <a:gd name="connsiteX1226" fmla="*/ 878681 w 1028700"/>
                <a:gd name="connsiteY1226" fmla="*/ 52483 h 333375"/>
                <a:gd name="connsiteX1227" fmla="*/ 878396 w 1028700"/>
                <a:gd name="connsiteY1227" fmla="*/ 52959 h 333375"/>
                <a:gd name="connsiteX1228" fmla="*/ 878300 w 1028700"/>
                <a:gd name="connsiteY1228" fmla="*/ 53245 h 333375"/>
                <a:gd name="connsiteX1229" fmla="*/ 877824 w 1028700"/>
                <a:gd name="connsiteY1229" fmla="*/ 54959 h 333375"/>
                <a:gd name="connsiteX1230" fmla="*/ 877824 w 1028700"/>
                <a:gd name="connsiteY1230" fmla="*/ 55245 h 333375"/>
                <a:gd name="connsiteX1231" fmla="*/ 877729 w 1028700"/>
                <a:gd name="connsiteY1231" fmla="*/ 55436 h 333375"/>
                <a:gd name="connsiteX1232" fmla="*/ 877253 w 1028700"/>
                <a:gd name="connsiteY1232" fmla="*/ 55721 h 333375"/>
                <a:gd name="connsiteX1233" fmla="*/ 876205 w 1028700"/>
                <a:gd name="connsiteY1233" fmla="*/ 55626 h 333375"/>
                <a:gd name="connsiteX1234" fmla="*/ 875824 w 1028700"/>
                <a:gd name="connsiteY1234" fmla="*/ 55721 h 333375"/>
                <a:gd name="connsiteX1235" fmla="*/ 875633 w 1028700"/>
                <a:gd name="connsiteY1235" fmla="*/ 55912 h 333375"/>
                <a:gd name="connsiteX1236" fmla="*/ 874776 w 1028700"/>
                <a:gd name="connsiteY1236" fmla="*/ 56769 h 333375"/>
                <a:gd name="connsiteX1237" fmla="*/ 873347 w 1028700"/>
                <a:gd name="connsiteY1237" fmla="*/ 57531 h 333375"/>
                <a:gd name="connsiteX1238" fmla="*/ 873347 w 1028700"/>
                <a:gd name="connsiteY1238" fmla="*/ 57817 h 333375"/>
                <a:gd name="connsiteX1239" fmla="*/ 874681 w 1028700"/>
                <a:gd name="connsiteY1239" fmla="*/ 57626 h 333375"/>
                <a:gd name="connsiteX1240" fmla="*/ 875729 w 1028700"/>
                <a:gd name="connsiteY1240" fmla="*/ 57150 h 333375"/>
                <a:gd name="connsiteX1241" fmla="*/ 876395 w 1028700"/>
                <a:gd name="connsiteY1241" fmla="*/ 57341 h 333375"/>
                <a:gd name="connsiteX1242" fmla="*/ 876586 w 1028700"/>
                <a:gd name="connsiteY1242" fmla="*/ 59055 h 333375"/>
                <a:gd name="connsiteX1243" fmla="*/ 876300 w 1028700"/>
                <a:gd name="connsiteY1243" fmla="*/ 59531 h 333375"/>
                <a:gd name="connsiteX1244" fmla="*/ 875633 w 1028700"/>
                <a:gd name="connsiteY1244" fmla="*/ 59436 h 333375"/>
                <a:gd name="connsiteX1245" fmla="*/ 874871 w 1028700"/>
                <a:gd name="connsiteY1245" fmla="*/ 59055 h 333375"/>
                <a:gd name="connsiteX1246" fmla="*/ 874205 w 1028700"/>
                <a:gd name="connsiteY1246" fmla="*/ 58864 h 333375"/>
                <a:gd name="connsiteX1247" fmla="*/ 873347 w 1028700"/>
                <a:gd name="connsiteY1247" fmla="*/ 58960 h 333375"/>
                <a:gd name="connsiteX1248" fmla="*/ 872680 w 1028700"/>
                <a:gd name="connsiteY1248" fmla="*/ 59341 h 333375"/>
                <a:gd name="connsiteX1249" fmla="*/ 871538 w 1028700"/>
                <a:gd name="connsiteY1249" fmla="*/ 60388 h 333375"/>
                <a:gd name="connsiteX1250" fmla="*/ 869061 w 1028700"/>
                <a:gd name="connsiteY1250" fmla="*/ 64103 h 333375"/>
                <a:gd name="connsiteX1251" fmla="*/ 868108 w 1028700"/>
                <a:gd name="connsiteY1251" fmla="*/ 64675 h 333375"/>
                <a:gd name="connsiteX1252" fmla="*/ 866489 w 1028700"/>
                <a:gd name="connsiteY1252" fmla="*/ 65151 h 333375"/>
                <a:gd name="connsiteX1253" fmla="*/ 865918 w 1028700"/>
                <a:gd name="connsiteY1253" fmla="*/ 66104 h 333375"/>
                <a:gd name="connsiteX1254" fmla="*/ 866299 w 1028700"/>
                <a:gd name="connsiteY1254" fmla="*/ 66770 h 333375"/>
                <a:gd name="connsiteX1255" fmla="*/ 867442 w 1028700"/>
                <a:gd name="connsiteY1255" fmla="*/ 66389 h 333375"/>
                <a:gd name="connsiteX1256" fmla="*/ 868299 w 1028700"/>
                <a:gd name="connsiteY1256" fmla="*/ 67913 h 333375"/>
                <a:gd name="connsiteX1257" fmla="*/ 867537 w 1028700"/>
                <a:gd name="connsiteY1257" fmla="*/ 70199 h 333375"/>
                <a:gd name="connsiteX1258" fmla="*/ 864298 w 1028700"/>
                <a:gd name="connsiteY1258" fmla="*/ 75438 h 333375"/>
                <a:gd name="connsiteX1259" fmla="*/ 864013 w 1028700"/>
                <a:gd name="connsiteY1259" fmla="*/ 76486 h 333375"/>
                <a:gd name="connsiteX1260" fmla="*/ 863822 w 1028700"/>
                <a:gd name="connsiteY1260" fmla="*/ 78867 h 333375"/>
                <a:gd name="connsiteX1261" fmla="*/ 863441 w 1028700"/>
                <a:gd name="connsiteY1261" fmla="*/ 80105 h 333375"/>
                <a:gd name="connsiteX1262" fmla="*/ 862584 w 1028700"/>
                <a:gd name="connsiteY1262" fmla="*/ 81058 h 333375"/>
                <a:gd name="connsiteX1263" fmla="*/ 857822 w 1028700"/>
                <a:gd name="connsiteY1263" fmla="*/ 83725 h 333375"/>
                <a:gd name="connsiteX1264" fmla="*/ 857060 w 1028700"/>
                <a:gd name="connsiteY1264" fmla="*/ 84392 h 333375"/>
                <a:gd name="connsiteX1265" fmla="*/ 856488 w 1028700"/>
                <a:gd name="connsiteY1265" fmla="*/ 85249 h 333375"/>
                <a:gd name="connsiteX1266" fmla="*/ 856202 w 1028700"/>
                <a:gd name="connsiteY1266" fmla="*/ 86296 h 333375"/>
                <a:gd name="connsiteX1267" fmla="*/ 855821 w 1028700"/>
                <a:gd name="connsiteY1267" fmla="*/ 88583 h 333375"/>
                <a:gd name="connsiteX1268" fmla="*/ 855155 w 1028700"/>
                <a:gd name="connsiteY1268" fmla="*/ 90678 h 333375"/>
                <a:gd name="connsiteX1269" fmla="*/ 854107 w 1028700"/>
                <a:gd name="connsiteY1269" fmla="*/ 92964 h 333375"/>
                <a:gd name="connsiteX1270" fmla="*/ 852773 w 1028700"/>
                <a:gd name="connsiteY1270" fmla="*/ 95060 h 333375"/>
                <a:gd name="connsiteX1271" fmla="*/ 851154 w 1028700"/>
                <a:gd name="connsiteY1271" fmla="*/ 96488 h 333375"/>
                <a:gd name="connsiteX1272" fmla="*/ 849725 w 1028700"/>
                <a:gd name="connsiteY1272" fmla="*/ 96964 h 333375"/>
                <a:gd name="connsiteX1273" fmla="*/ 848201 w 1028700"/>
                <a:gd name="connsiteY1273" fmla="*/ 97060 h 333375"/>
                <a:gd name="connsiteX1274" fmla="*/ 843534 w 1028700"/>
                <a:gd name="connsiteY1274" fmla="*/ 96774 h 333375"/>
                <a:gd name="connsiteX1275" fmla="*/ 842486 w 1028700"/>
                <a:gd name="connsiteY1275" fmla="*/ 96298 h 333375"/>
                <a:gd name="connsiteX1276" fmla="*/ 840677 w 1028700"/>
                <a:gd name="connsiteY1276" fmla="*/ 94774 h 333375"/>
                <a:gd name="connsiteX1277" fmla="*/ 840391 w 1028700"/>
                <a:gd name="connsiteY1277" fmla="*/ 95345 h 333375"/>
                <a:gd name="connsiteX1278" fmla="*/ 840200 w 1028700"/>
                <a:gd name="connsiteY1278" fmla="*/ 96774 h 333375"/>
                <a:gd name="connsiteX1279" fmla="*/ 839914 w 1028700"/>
                <a:gd name="connsiteY1279" fmla="*/ 97346 h 333375"/>
                <a:gd name="connsiteX1280" fmla="*/ 838867 w 1028700"/>
                <a:gd name="connsiteY1280" fmla="*/ 95821 h 333375"/>
                <a:gd name="connsiteX1281" fmla="*/ 840677 w 1028700"/>
                <a:gd name="connsiteY1281" fmla="*/ 92393 h 333375"/>
                <a:gd name="connsiteX1282" fmla="*/ 839914 w 1028700"/>
                <a:gd name="connsiteY1282" fmla="*/ 91154 h 333375"/>
                <a:gd name="connsiteX1283" fmla="*/ 838867 w 1028700"/>
                <a:gd name="connsiteY1283" fmla="*/ 92202 h 333375"/>
                <a:gd name="connsiteX1284" fmla="*/ 837057 w 1028700"/>
                <a:gd name="connsiteY1284" fmla="*/ 96203 h 333375"/>
                <a:gd name="connsiteX1285" fmla="*/ 833342 w 1028700"/>
                <a:gd name="connsiteY1285" fmla="*/ 98870 h 333375"/>
                <a:gd name="connsiteX1286" fmla="*/ 832771 w 1028700"/>
                <a:gd name="connsiteY1286" fmla="*/ 99631 h 333375"/>
                <a:gd name="connsiteX1287" fmla="*/ 832104 w 1028700"/>
                <a:gd name="connsiteY1287" fmla="*/ 100679 h 333375"/>
                <a:gd name="connsiteX1288" fmla="*/ 829342 w 1028700"/>
                <a:gd name="connsiteY1288" fmla="*/ 102298 h 333375"/>
                <a:gd name="connsiteX1289" fmla="*/ 828770 w 1028700"/>
                <a:gd name="connsiteY1289" fmla="*/ 102870 h 333375"/>
                <a:gd name="connsiteX1290" fmla="*/ 828580 w 1028700"/>
                <a:gd name="connsiteY1290" fmla="*/ 103251 h 333375"/>
                <a:gd name="connsiteX1291" fmla="*/ 828199 w 1028700"/>
                <a:gd name="connsiteY1291" fmla="*/ 103822 h 333375"/>
                <a:gd name="connsiteX1292" fmla="*/ 827818 w 1028700"/>
                <a:gd name="connsiteY1292" fmla="*/ 104489 h 333375"/>
                <a:gd name="connsiteX1293" fmla="*/ 827437 w 1028700"/>
                <a:gd name="connsiteY1293" fmla="*/ 106204 h 333375"/>
                <a:gd name="connsiteX1294" fmla="*/ 827151 w 1028700"/>
                <a:gd name="connsiteY1294" fmla="*/ 107061 h 333375"/>
                <a:gd name="connsiteX1295" fmla="*/ 826961 w 1028700"/>
                <a:gd name="connsiteY1295" fmla="*/ 107823 h 333375"/>
                <a:gd name="connsiteX1296" fmla="*/ 827246 w 1028700"/>
                <a:gd name="connsiteY1296" fmla="*/ 108490 h 333375"/>
                <a:gd name="connsiteX1297" fmla="*/ 828294 w 1028700"/>
                <a:gd name="connsiteY1297" fmla="*/ 107633 h 333375"/>
                <a:gd name="connsiteX1298" fmla="*/ 828485 w 1028700"/>
                <a:gd name="connsiteY1298" fmla="*/ 107537 h 333375"/>
                <a:gd name="connsiteX1299" fmla="*/ 829056 w 1028700"/>
                <a:gd name="connsiteY1299" fmla="*/ 107633 h 333375"/>
                <a:gd name="connsiteX1300" fmla="*/ 829056 w 1028700"/>
                <a:gd name="connsiteY1300" fmla="*/ 108013 h 333375"/>
                <a:gd name="connsiteX1301" fmla="*/ 828961 w 1028700"/>
                <a:gd name="connsiteY1301" fmla="*/ 108490 h 333375"/>
                <a:gd name="connsiteX1302" fmla="*/ 829056 w 1028700"/>
                <a:gd name="connsiteY1302" fmla="*/ 108966 h 333375"/>
                <a:gd name="connsiteX1303" fmla="*/ 833723 w 1028700"/>
                <a:gd name="connsiteY1303" fmla="*/ 112967 h 333375"/>
                <a:gd name="connsiteX1304" fmla="*/ 835533 w 1028700"/>
                <a:gd name="connsiteY1304" fmla="*/ 113729 h 333375"/>
                <a:gd name="connsiteX1305" fmla="*/ 837533 w 1028700"/>
                <a:gd name="connsiteY1305" fmla="*/ 113824 h 333375"/>
                <a:gd name="connsiteX1306" fmla="*/ 839533 w 1028700"/>
                <a:gd name="connsiteY1306" fmla="*/ 112871 h 333375"/>
                <a:gd name="connsiteX1307" fmla="*/ 839914 w 1028700"/>
                <a:gd name="connsiteY1307" fmla="*/ 113538 h 333375"/>
                <a:gd name="connsiteX1308" fmla="*/ 839724 w 1028700"/>
                <a:gd name="connsiteY1308" fmla="*/ 113919 h 333375"/>
                <a:gd name="connsiteX1309" fmla="*/ 839248 w 1028700"/>
                <a:gd name="connsiteY1309" fmla="*/ 114205 h 333375"/>
                <a:gd name="connsiteX1310" fmla="*/ 838772 w 1028700"/>
                <a:gd name="connsiteY1310" fmla="*/ 114681 h 333375"/>
                <a:gd name="connsiteX1311" fmla="*/ 838200 w 1028700"/>
                <a:gd name="connsiteY1311" fmla="*/ 115729 h 333375"/>
                <a:gd name="connsiteX1312" fmla="*/ 838962 w 1028700"/>
                <a:gd name="connsiteY1312" fmla="*/ 115538 h 333375"/>
                <a:gd name="connsiteX1313" fmla="*/ 838867 w 1028700"/>
                <a:gd name="connsiteY1313" fmla="*/ 117443 h 333375"/>
                <a:gd name="connsiteX1314" fmla="*/ 838486 w 1028700"/>
                <a:gd name="connsiteY1314" fmla="*/ 119539 h 333375"/>
                <a:gd name="connsiteX1315" fmla="*/ 838200 w 1028700"/>
                <a:gd name="connsiteY1315" fmla="*/ 120396 h 333375"/>
                <a:gd name="connsiteX1316" fmla="*/ 837724 w 1028700"/>
                <a:gd name="connsiteY1316" fmla="*/ 120968 h 333375"/>
                <a:gd name="connsiteX1317" fmla="*/ 836866 w 1028700"/>
                <a:gd name="connsiteY1317" fmla="*/ 121539 h 333375"/>
                <a:gd name="connsiteX1318" fmla="*/ 835819 w 1028700"/>
                <a:gd name="connsiteY1318" fmla="*/ 122015 h 333375"/>
                <a:gd name="connsiteX1319" fmla="*/ 834771 w 1028700"/>
                <a:gd name="connsiteY1319" fmla="*/ 122206 h 333375"/>
                <a:gd name="connsiteX1320" fmla="*/ 834104 w 1028700"/>
                <a:gd name="connsiteY1320" fmla="*/ 122587 h 333375"/>
                <a:gd name="connsiteX1321" fmla="*/ 832390 w 1028700"/>
                <a:gd name="connsiteY1321" fmla="*/ 124682 h 333375"/>
                <a:gd name="connsiteX1322" fmla="*/ 830294 w 1028700"/>
                <a:gd name="connsiteY1322" fmla="*/ 126492 h 333375"/>
                <a:gd name="connsiteX1323" fmla="*/ 830104 w 1028700"/>
                <a:gd name="connsiteY1323" fmla="*/ 126778 h 333375"/>
                <a:gd name="connsiteX1324" fmla="*/ 828389 w 1028700"/>
                <a:gd name="connsiteY1324" fmla="*/ 128492 h 333375"/>
                <a:gd name="connsiteX1325" fmla="*/ 827722 w 1028700"/>
                <a:gd name="connsiteY1325" fmla="*/ 128873 h 333375"/>
                <a:gd name="connsiteX1326" fmla="*/ 826865 w 1028700"/>
                <a:gd name="connsiteY1326" fmla="*/ 129064 h 333375"/>
                <a:gd name="connsiteX1327" fmla="*/ 825818 w 1028700"/>
                <a:gd name="connsiteY1327" fmla="*/ 129064 h 333375"/>
                <a:gd name="connsiteX1328" fmla="*/ 824865 w 1028700"/>
                <a:gd name="connsiteY1328" fmla="*/ 128778 h 333375"/>
                <a:gd name="connsiteX1329" fmla="*/ 824294 w 1028700"/>
                <a:gd name="connsiteY1329" fmla="*/ 127730 h 333375"/>
                <a:gd name="connsiteX1330" fmla="*/ 823913 w 1028700"/>
                <a:gd name="connsiteY1330" fmla="*/ 127445 h 333375"/>
                <a:gd name="connsiteX1331" fmla="*/ 823341 w 1028700"/>
                <a:gd name="connsiteY1331" fmla="*/ 127254 h 333375"/>
                <a:gd name="connsiteX1332" fmla="*/ 822865 w 1028700"/>
                <a:gd name="connsiteY1332" fmla="*/ 127159 h 333375"/>
                <a:gd name="connsiteX1333" fmla="*/ 821722 w 1028700"/>
                <a:gd name="connsiteY1333" fmla="*/ 127254 h 333375"/>
                <a:gd name="connsiteX1334" fmla="*/ 821436 w 1028700"/>
                <a:gd name="connsiteY1334" fmla="*/ 127159 h 333375"/>
                <a:gd name="connsiteX1335" fmla="*/ 821246 w 1028700"/>
                <a:gd name="connsiteY1335" fmla="*/ 126778 h 333375"/>
                <a:gd name="connsiteX1336" fmla="*/ 820674 w 1028700"/>
                <a:gd name="connsiteY1336" fmla="*/ 126016 h 333375"/>
                <a:gd name="connsiteX1337" fmla="*/ 819912 w 1028700"/>
                <a:gd name="connsiteY1337" fmla="*/ 125921 h 333375"/>
                <a:gd name="connsiteX1338" fmla="*/ 819340 w 1028700"/>
                <a:gd name="connsiteY1338" fmla="*/ 126397 h 333375"/>
                <a:gd name="connsiteX1339" fmla="*/ 818864 w 1028700"/>
                <a:gd name="connsiteY1339" fmla="*/ 128111 h 333375"/>
                <a:gd name="connsiteX1340" fmla="*/ 818293 w 1028700"/>
                <a:gd name="connsiteY1340" fmla="*/ 128492 h 333375"/>
                <a:gd name="connsiteX1341" fmla="*/ 817531 w 1028700"/>
                <a:gd name="connsiteY1341" fmla="*/ 128588 h 333375"/>
                <a:gd name="connsiteX1342" fmla="*/ 816673 w 1028700"/>
                <a:gd name="connsiteY1342" fmla="*/ 128588 h 333375"/>
                <a:gd name="connsiteX1343" fmla="*/ 816673 w 1028700"/>
                <a:gd name="connsiteY1343" fmla="*/ 129826 h 333375"/>
                <a:gd name="connsiteX1344" fmla="*/ 817150 w 1028700"/>
                <a:gd name="connsiteY1344" fmla="*/ 130302 h 333375"/>
                <a:gd name="connsiteX1345" fmla="*/ 817816 w 1028700"/>
                <a:gd name="connsiteY1345" fmla="*/ 130683 h 333375"/>
                <a:gd name="connsiteX1346" fmla="*/ 818483 w 1028700"/>
                <a:gd name="connsiteY1346" fmla="*/ 131159 h 333375"/>
                <a:gd name="connsiteX1347" fmla="*/ 819817 w 1028700"/>
                <a:gd name="connsiteY1347" fmla="*/ 133064 h 333375"/>
                <a:gd name="connsiteX1348" fmla="*/ 823246 w 1028700"/>
                <a:gd name="connsiteY1348" fmla="*/ 142970 h 333375"/>
                <a:gd name="connsiteX1349" fmla="*/ 823436 w 1028700"/>
                <a:gd name="connsiteY1349" fmla="*/ 144209 h 333375"/>
                <a:gd name="connsiteX1350" fmla="*/ 823341 w 1028700"/>
                <a:gd name="connsiteY1350" fmla="*/ 145066 h 333375"/>
                <a:gd name="connsiteX1351" fmla="*/ 822960 w 1028700"/>
                <a:gd name="connsiteY1351" fmla="*/ 147161 h 333375"/>
                <a:gd name="connsiteX1352" fmla="*/ 822960 w 1028700"/>
                <a:gd name="connsiteY1352" fmla="*/ 149257 h 333375"/>
                <a:gd name="connsiteX1353" fmla="*/ 823246 w 1028700"/>
                <a:gd name="connsiteY1353" fmla="*/ 151447 h 333375"/>
                <a:gd name="connsiteX1354" fmla="*/ 823913 w 1028700"/>
                <a:gd name="connsiteY1354" fmla="*/ 153543 h 333375"/>
                <a:gd name="connsiteX1355" fmla="*/ 825151 w 1028700"/>
                <a:gd name="connsiteY1355" fmla="*/ 155162 h 333375"/>
                <a:gd name="connsiteX1356" fmla="*/ 826961 w 1028700"/>
                <a:gd name="connsiteY1356" fmla="*/ 156877 h 333375"/>
                <a:gd name="connsiteX1357" fmla="*/ 827722 w 1028700"/>
                <a:gd name="connsiteY1357" fmla="*/ 158020 h 333375"/>
                <a:gd name="connsiteX1358" fmla="*/ 827818 w 1028700"/>
                <a:gd name="connsiteY1358" fmla="*/ 159068 h 333375"/>
                <a:gd name="connsiteX1359" fmla="*/ 827056 w 1028700"/>
                <a:gd name="connsiteY1359" fmla="*/ 159925 h 333375"/>
                <a:gd name="connsiteX1360" fmla="*/ 825913 w 1028700"/>
                <a:gd name="connsiteY1360" fmla="*/ 159925 h 333375"/>
                <a:gd name="connsiteX1361" fmla="*/ 824674 w 1028700"/>
                <a:gd name="connsiteY1361" fmla="*/ 159353 h 333375"/>
                <a:gd name="connsiteX1362" fmla="*/ 823722 w 1028700"/>
                <a:gd name="connsiteY1362" fmla="*/ 158687 h 333375"/>
                <a:gd name="connsiteX1363" fmla="*/ 823246 w 1028700"/>
                <a:gd name="connsiteY1363" fmla="*/ 158496 h 333375"/>
                <a:gd name="connsiteX1364" fmla="*/ 822198 w 1028700"/>
                <a:gd name="connsiteY1364" fmla="*/ 158496 h 333375"/>
                <a:gd name="connsiteX1365" fmla="*/ 821627 w 1028700"/>
                <a:gd name="connsiteY1365" fmla="*/ 158305 h 333375"/>
                <a:gd name="connsiteX1366" fmla="*/ 820769 w 1028700"/>
                <a:gd name="connsiteY1366" fmla="*/ 157639 h 333375"/>
                <a:gd name="connsiteX1367" fmla="*/ 820293 w 1028700"/>
                <a:gd name="connsiteY1367" fmla="*/ 157448 h 333375"/>
                <a:gd name="connsiteX1368" fmla="*/ 818769 w 1028700"/>
                <a:gd name="connsiteY1368" fmla="*/ 157639 h 333375"/>
                <a:gd name="connsiteX1369" fmla="*/ 817626 w 1028700"/>
                <a:gd name="connsiteY1369" fmla="*/ 157448 h 333375"/>
                <a:gd name="connsiteX1370" fmla="*/ 814578 w 1028700"/>
                <a:gd name="connsiteY1370" fmla="*/ 156305 h 333375"/>
                <a:gd name="connsiteX1371" fmla="*/ 813911 w 1028700"/>
                <a:gd name="connsiteY1371" fmla="*/ 155829 h 333375"/>
                <a:gd name="connsiteX1372" fmla="*/ 813530 w 1028700"/>
                <a:gd name="connsiteY1372" fmla="*/ 155067 h 333375"/>
                <a:gd name="connsiteX1373" fmla="*/ 812863 w 1028700"/>
                <a:gd name="connsiteY1373" fmla="*/ 149923 h 333375"/>
                <a:gd name="connsiteX1374" fmla="*/ 812292 w 1028700"/>
                <a:gd name="connsiteY1374" fmla="*/ 147828 h 333375"/>
                <a:gd name="connsiteX1375" fmla="*/ 810578 w 1028700"/>
                <a:gd name="connsiteY1375" fmla="*/ 143732 h 333375"/>
                <a:gd name="connsiteX1376" fmla="*/ 810101 w 1028700"/>
                <a:gd name="connsiteY1376" fmla="*/ 141732 h 333375"/>
                <a:gd name="connsiteX1377" fmla="*/ 809911 w 1028700"/>
                <a:gd name="connsiteY1377" fmla="*/ 137446 h 333375"/>
                <a:gd name="connsiteX1378" fmla="*/ 810292 w 1028700"/>
                <a:gd name="connsiteY1378" fmla="*/ 133255 h 333375"/>
                <a:gd name="connsiteX1379" fmla="*/ 810292 w 1028700"/>
                <a:gd name="connsiteY1379" fmla="*/ 133255 h 333375"/>
                <a:gd name="connsiteX1380" fmla="*/ 810006 w 1028700"/>
                <a:gd name="connsiteY1380" fmla="*/ 131350 h 333375"/>
                <a:gd name="connsiteX1381" fmla="*/ 810006 w 1028700"/>
                <a:gd name="connsiteY1381" fmla="*/ 129350 h 333375"/>
                <a:gd name="connsiteX1382" fmla="*/ 809625 w 1028700"/>
                <a:gd name="connsiteY1382" fmla="*/ 128302 h 333375"/>
                <a:gd name="connsiteX1383" fmla="*/ 809339 w 1028700"/>
                <a:gd name="connsiteY1383" fmla="*/ 128778 h 333375"/>
                <a:gd name="connsiteX1384" fmla="*/ 808958 w 1028700"/>
                <a:gd name="connsiteY1384" fmla="*/ 129159 h 333375"/>
                <a:gd name="connsiteX1385" fmla="*/ 808482 w 1028700"/>
                <a:gd name="connsiteY1385" fmla="*/ 129445 h 333375"/>
                <a:gd name="connsiteX1386" fmla="*/ 807911 w 1028700"/>
                <a:gd name="connsiteY1386" fmla="*/ 129730 h 333375"/>
                <a:gd name="connsiteX1387" fmla="*/ 806672 w 1028700"/>
                <a:gd name="connsiteY1387" fmla="*/ 130969 h 333375"/>
                <a:gd name="connsiteX1388" fmla="*/ 806482 w 1028700"/>
                <a:gd name="connsiteY1388" fmla="*/ 131731 h 333375"/>
                <a:gd name="connsiteX1389" fmla="*/ 806482 w 1028700"/>
                <a:gd name="connsiteY1389" fmla="*/ 132588 h 333375"/>
                <a:gd name="connsiteX1390" fmla="*/ 806101 w 1028700"/>
                <a:gd name="connsiteY1390" fmla="*/ 133350 h 333375"/>
                <a:gd name="connsiteX1391" fmla="*/ 805244 w 1028700"/>
                <a:gd name="connsiteY1391" fmla="*/ 133826 h 333375"/>
                <a:gd name="connsiteX1392" fmla="*/ 804291 w 1028700"/>
                <a:gd name="connsiteY1392" fmla="*/ 133826 h 333375"/>
                <a:gd name="connsiteX1393" fmla="*/ 803338 w 1028700"/>
                <a:gd name="connsiteY1393" fmla="*/ 133636 h 333375"/>
                <a:gd name="connsiteX1394" fmla="*/ 802386 w 1028700"/>
                <a:gd name="connsiteY1394" fmla="*/ 133636 h 333375"/>
                <a:gd name="connsiteX1395" fmla="*/ 801243 w 1028700"/>
                <a:gd name="connsiteY1395" fmla="*/ 133921 h 333375"/>
                <a:gd name="connsiteX1396" fmla="*/ 800290 w 1028700"/>
                <a:gd name="connsiteY1396" fmla="*/ 134493 h 333375"/>
                <a:gd name="connsiteX1397" fmla="*/ 798576 w 1028700"/>
                <a:gd name="connsiteY1397" fmla="*/ 136112 h 333375"/>
                <a:gd name="connsiteX1398" fmla="*/ 797719 w 1028700"/>
                <a:gd name="connsiteY1398" fmla="*/ 136684 h 333375"/>
                <a:gd name="connsiteX1399" fmla="*/ 795814 w 1028700"/>
                <a:gd name="connsiteY1399" fmla="*/ 137446 h 333375"/>
                <a:gd name="connsiteX1400" fmla="*/ 795338 w 1028700"/>
                <a:gd name="connsiteY1400" fmla="*/ 137827 h 333375"/>
                <a:gd name="connsiteX1401" fmla="*/ 795242 w 1028700"/>
                <a:gd name="connsiteY1401" fmla="*/ 137922 h 333375"/>
                <a:gd name="connsiteX1402" fmla="*/ 795242 w 1028700"/>
                <a:gd name="connsiteY1402" fmla="*/ 138779 h 333375"/>
                <a:gd name="connsiteX1403" fmla="*/ 795623 w 1028700"/>
                <a:gd name="connsiteY1403" fmla="*/ 139732 h 333375"/>
                <a:gd name="connsiteX1404" fmla="*/ 796671 w 1028700"/>
                <a:gd name="connsiteY1404" fmla="*/ 141637 h 333375"/>
                <a:gd name="connsiteX1405" fmla="*/ 796957 w 1028700"/>
                <a:gd name="connsiteY1405" fmla="*/ 142685 h 333375"/>
                <a:gd name="connsiteX1406" fmla="*/ 797147 w 1028700"/>
                <a:gd name="connsiteY1406" fmla="*/ 143828 h 333375"/>
                <a:gd name="connsiteX1407" fmla="*/ 797433 w 1028700"/>
                <a:gd name="connsiteY1407" fmla="*/ 149923 h 333375"/>
                <a:gd name="connsiteX1408" fmla="*/ 797719 w 1028700"/>
                <a:gd name="connsiteY1408" fmla="*/ 151829 h 333375"/>
                <a:gd name="connsiteX1409" fmla="*/ 798671 w 1028700"/>
                <a:gd name="connsiteY1409" fmla="*/ 153257 h 333375"/>
                <a:gd name="connsiteX1410" fmla="*/ 799719 w 1028700"/>
                <a:gd name="connsiteY1410" fmla="*/ 153638 h 333375"/>
                <a:gd name="connsiteX1411" fmla="*/ 800481 w 1028700"/>
                <a:gd name="connsiteY1411" fmla="*/ 153543 h 333375"/>
                <a:gd name="connsiteX1412" fmla="*/ 800862 w 1028700"/>
                <a:gd name="connsiteY1412" fmla="*/ 153829 h 333375"/>
                <a:gd name="connsiteX1413" fmla="*/ 800767 w 1028700"/>
                <a:gd name="connsiteY1413" fmla="*/ 155353 h 333375"/>
                <a:gd name="connsiteX1414" fmla="*/ 800290 w 1028700"/>
                <a:gd name="connsiteY1414" fmla="*/ 157353 h 333375"/>
                <a:gd name="connsiteX1415" fmla="*/ 799910 w 1028700"/>
                <a:gd name="connsiteY1415" fmla="*/ 158210 h 333375"/>
                <a:gd name="connsiteX1416" fmla="*/ 799338 w 1028700"/>
                <a:gd name="connsiteY1416" fmla="*/ 159068 h 333375"/>
                <a:gd name="connsiteX1417" fmla="*/ 798100 w 1028700"/>
                <a:gd name="connsiteY1417" fmla="*/ 160306 h 333375"/>
                <a:gd name="connsiteX1418" fmla="*/ 797814 w 1028700"/>
                <a:gd name="connsiteY1418" fmla="*/ 160592 h 333375"/>
                <a:gd name="connsiteX1419" fmla="*/ 797528 w 1028700"/>
                <a:gd name="connsiteY1419" fmla="*/ 161068 h 333375"/>
                <a:gd name="connsiteX1420" fmla="*/ 797528 w 1028700"/>
                <a:gd name="connsiteY1420" fmla="*/ 162116 h 333375"/>
                <a:gd name="connsiteX1421" fmla="*/ 799147 w 1028700"/>
                <a:gd name="connsiteY1421" fmla="*/ 161449 h 333375"/>
                <a:gd name="connsiteX1422" fmla="*/ 799338 w 1028700"/>
                <a:gd name="connsiteY1422" fmla="*/ 162401 h 333375"/>
                <a:gd name="connsiteX1423" fmla="*/ 798957 w 1028700"/>
                <a:gd name="connsiteY1423" fmla="*/ 163354 h 333375"/>
                <a:gd name="connsiteX1424" fmla="*/ 797719 w 1028700"/>
                <a:gd name="connsiteY1424" fmla="*/ 165163 h 333375"/>
                <a:gd name="connsiteX1425" fmla="*/ 797338 w 1028700"/>
                <a:gd name="connsiteY1425" fmla="*/ 166211 h 333375"/>
                <a:gd name="connsiteX1426" fmla="*/ 797052 w 1028700"/>
                <a:gd name="connsiteY1426" fmla="*/ 168402 h 333375"/>
                <a:gd name="connsiteX1427" fmla="*/ 796671 w 1028700"/>
                <a:gd name="connsiteY1427" fmla="*/ 169164 h 333375"/>
                <a:gd name="connsiteX1428" fmla="*/ 791813 w 1028700"/>
                <a:gd name="connsiteY1428" fmla="*/ 173736 h 333375"/>
                <a:gd name="connsiteX1429" fmla="*/ 789337 w 1028700"/>
                <a:gd name="connsiteY1429" fmla="*/ 175165 h 333375"/>
                <a:gd name="connsiteX1430" fmla="*/ 787146 w 1028700"/>
                <a:gd name="connsiteY1430" fmla="*/ 174879 h 333375"/>
                <a:gd name="connsiteX1431" fmla="*/ 786860 w 1028700"/>
                <a:gd name="connsiteY1431" fmla="*/ 174498 h 333375"/>
                <a:gd name="connsiteX1432" fmla="*/ 786479 w 1028700"/>
                <a:gd name="connsiteY1432" fmla="*/ 173164 h 333375"/>
                <a:gd name="connsiteX1433" fmla="*/ 786194 w 1028700"/>
                <a:gd name="connsiteY1433" fmla="*/ 172593 h 333375"/>
                <a:gd name="connsiteX1434" fmla="*/ 785813 w 1028700"/>
                <a:gd name="connsiteY1434" fmla="*/ 172212 h 333375"/>
                <a:gd name="connsiteX1435" fmla="*/ 784670 w 1028700"/>
                <a:gd name="connsiteY1435" fmla="*/ 171450 h 333375"/>
                <a:gd name="connsiteX1436" fmla="*/ 781336 w 1028700"/>
                <a:gd name="connsiteY1436" fmla="*/ 168402 h 333375"/>
                <a:gd name="connsiteX1437" fmla="*/ 780574 w 1028700"/>
                <a:gd name="connsiteY1437" fmla="*/ 167354 h 333375"/>
                <a:gd name="connsiteX1438" fmla="*/ 780097 w 1028700"/>
                <a:gd name="connsiteY1438" fmla="*/ 166306 h 333375"/>
                <a:gd name="connsiteX1439" fmla="*/ 778955 w 1028700"/>
                <a:gd name="connsiteY1439" fmla="*/ 162973 h 333375"/>
                <a:gd name="connsiteX1440" fmla="*/ 778288 w 1028700"/>
                <a:gd name="connsiteY1440" fmla="*/ 162306 h 333375"/>
                <a:gd name="connsiteX1441" fmla="*/ 777335 w 1028700"/>
                <a:gd name="connsiteY1441" fmla="*/ 162211 h 333375"/>
                <a:gd name="connsiteX1442" fmla="*/ 775145 w 1028700"/>
                <a:gd name="connsiteY1442" fmla="*/ 162592 h 333375"/>
                <a:gd name="connsiteX1443" fmla="*/ 772858 w 1028700"/>
                <a:gd name="connsiteY1443" fmla="*/ 162116 h 333375"/>
                <a:gd name="connsiteX1444" fmla="*/ 771049 w 1028700"/>
                <a:gd name="connsiteY1444" fmla="*/ 162020 h 333375"/>
                <a:gd name="connsiteX1445" fmla="*/ 770763 w 1028700"/>
                <a:gd name="connsiteY1445" fmla="*/ 161544 h 333375"/>
                <a:gd name="connsiteX1446" fmla="*/ 770668 w 1028700"/>
                <a:gd name="connsiteY1446" fmla="*/ 160782 h 333375"/>
                <a:gd name="connsiteX1447" fmla="*/ 770858 w 1028700"/>
                <a:gd name="connsiteY1447" fmla="*/ 160496 h 333375"/>
                <a:gd name="connsiteX1448" fmla="*/ 771620 w 1028700"/>
                <a:gd name="connsiteY1448" fmla="*/ 159829 h 333375"/>
                <a:gd name="connsiteX1449" fmla="*/ 771811 w 1028700"/>
                <a:gd name="connsiteY1449" fmla="*/ 159353 h 333375"/>
                <a:gd name="connsiteX1450" fmla="*/ 771430 w 1028700"/>
                <a:gd name="connsiteY1450" fmla="*/ 156972 h 333375"/>
                <a:gd name="connsiteX1451" fmla="*/ 770668 w 1028700"/>
                <a:gd name="connsiteY1451" fmla="*/ 155924 h 333375"/>
                <a:gd name="connsiteX1452" fmla="*/ 770668 w 1028700"/>
                <a:gd name="connsiteY1452" fmla="*/ 154496 h 333375"/>
                <a:gd name="connsiteX1453" fmla="*/ 770287 w 1028700"/>
                <a:gd name="connsiteY1453" fmla="*/ 153067 h 333375"/>
                <a:gd name="connsiteX1454" fmla="*/ 770001 w 1028700"/>
                <a:gd name="connsiteY1454" fmla="*/ 152495 h 333375"/>
                <a:gd name="connsiteX1455" fmla="*/ 769430 w 1028700"/>
                <a:gd name="connsiteY1455" fmla="*/ 151924 h 333375"/>
                <a:gd name="connsiteX1456" fmla="*/ 769239 w 1028700"/>
                <a:gd name="connsiteY1456" fmla="*/ 151543 h 333375"/>
                <a:gd name="connsiteX1457" fmla="*/ 769239 w 1028700"/>
                <a:gd name="connsiteY1457" fmla="*/ 151162 h 333375"/>
                <a:gd name="connsiteX1458" fmla="*/ 769144 w 1028700"/>
                <a:gd name="connsiteY1458" fmla="*/ 150781 h 333375"/>
                <a:gd name="connsiteX1459" fmla="*/ 768763 w 1028700"/>
                <a:gd name="connsiteY1459" fmla="*/ 150686 h 333375"/>
                <a:gd name="connsiteX1460" fmla="*/ 768001 w 1028700"/>
                <a:gd name="connsiteY1460" fmla="*/ 150686 h 333375"/>
                <a:gd name="connsiteX1461" fmla="*/ 767715 w 1028700"/>
                <a:gd name="connsiteY1461" fmla="*/ 150495 h 333375"/>
                <a:gd name="connsiteX1462" fmla="*/ 767334 w 1028700"/>
                <a:gd name="connsiteY1462" fmla="*/ 149447 h 333375"/>
                <a:gd name="connsiteX1463" fmla="*/ 766667 w 1028700"/>
                <a:gd name="connsiteY1463" fmla="*/ 149066 h 333375"/>
                <a:gd name="connsiteX1464" fmla="*/ 765334 w 1028700"/>
                <a:gd name="connsiteY1464" fmla="*/ 148590 h 333375"/>
                <a:gd name="connsiteX1465" fmla="*/ 763619 w 1028700"/>
                <a:gd name="connsiteY1465" fmla="*/ 147256 h 333375"/>
                <a:gd name="connsiteX1466" fmla="*/ 762476 w 1028700"/>
                <a:gd name="connsiteY1466" fmla="*/ 146685 h 333375"/>
                <a:gd name="connsiteX1467" fmla="*/ 759619 w 1028700"/>
                <a:gd name="connsiteY1467" fmla="*/ 146209 h 333375"/>
                <a:gd name="connsiteX1468" fmla="*/ 756190 w 1028700"/>
                <a:gd name="connsiteY1468" fmla="*/ 144589 h 333375"/>
                <a:gd name="connsiteX1469" fmla="*/ 754952 w 1028700"/>
                <a:gd name="connsiteY1469" fmla="*/ 144971 h 333375"/>
                <a:gd name="connsiteX1470" fmla="*/ 754571 w 1028700"/>
                <a:gd name="connsiteY1470" fmla="*/ 145828 h 333375"/>
                <a:gd name="connsiteX1471" fmla="*/ 755713 w 1028700"/>
                <a:gd name="connsiteY1471" fmla="*/ 150781 h 333375"/>
                <a:gd name="connsiteX1472" fmla="*/ 755713 w 1028700"/>
                <a:gd name="connsiteY1472" fmla="*/ 153257 h 333375"/>
                <a:gd name="connsiteX1473" fmla="*/ 755142 w 1028700"/>
                <a:gd name="connsiteY1473" fmla="*/ 155448 h 333375"/>
                <a:gd name="connsiteX1474" fmla="*/ 753999 w 1028700"/>
                <a:gd name="connsiteY1474" fmla="*/ 157163 h 333375"/>
                <a:gd name="connsiteX1475" fmla="*/ 754380 w 1028700"/>
                <a:gd name="connsiteY1475" fmla="*/ 159258 h 333375"/>
                <a:gd name="connsiteX1476" fmla="*/ 753237 w 1028700"/>
                <a:gd name="connsiteY1476" fmla="*/ 161830 h 333375"/>
                <a:gd name="connsiteX1477" fmla="*/ 742188 w 1028700"/>
                <a:gd name="connsiteY1477" fmla="*/ 176117 h 333375"/>
                <a:gd name="connsiteX1478" fmla="*/ 729424 w 1028700"/>
                <a:gd name="connsiteY1478" fmla="*/ 187071 h 333375"/>
                <a:gd name="connsiteX1479" fmla="*/ 727234 w 1028700"/>
                <a:gd name="connsiteY1479" fmla="*/ 188309 h 333375"/>
                <a:gd name="connsiteX1480" fmla="*/ 726281 w 1028700"/>
                <a:gd name="connsiteY1480" fmla="*/ 189167 h 333375"/>
                <a:gd name="connsiteX1481" fmla="*/ 725900 w 1028700"/>
                <a:gd name="connsiteY1481" fmla="*/ 190119 h 333375"/>
                <a:gd name="connsiteX1482" fmla="*/ 725710 w 1028700"/>
                <a:gd name="connsiteY1482" fmla="*/ 191357 h 333375"/>
                <a:gd name="connsiteX1483" fmla="*/ 725329 w 1028700"/>
                <a:gd name="connsiteY1483" fmla="*/ 192500 h 333375"/>
                <a:gd name="connsiteX1484" fmla="*/ 724090 w 1028700"/>
                <a:gd name="connsiteY1484" fmla="*/ 194596 h 333375"/>
                <a:gd name="connsiteX1485" fmla="*/ 721519 w 1028700"/>
                <a:gd name="connsiteY1485" fmla="*/ 197453 h 333375"/>
                <a:gd name="connsiteX1486" fmla="*/ 721138 w 1028700"/>
                <a:gd name="connsiteY1486" fmla="*/ 198025 h 333375"/>
                <a:gd name="connsiteX1487" fmla="*/ 720852 w 1028700"/>
                <a:gd name="connsiteY1487" fmla="*/ 198406 h 333375"/>
                <a:gd name="connsiteX1488" fmla="*/ 719614 w 1028700"/>
                <a:gd name="connsiteY1488" fmla="*/ 199358 h 333375"/>
                <a:gd name="connsiteX1489" fmla="*/ 719328 w 1028700"/>
                <a:gd name="connsiteY1489" fmla="*/ 199930 h 333375"/>
                <a:gd name="connsiteX1490" fmla="*/ 719233 w 1028700"/>
                <a:gd name="connsiteY1490" fmla="*/ 201073 h 333375"/>
                <a:gd name="connsiteX1491" fmla="*/ 719138 w 1028700"/>
                <a:gd name="connsiteY1491" fmla="*/ 201454 h 333375"/>
                <a:gd name="connsiteX1492" fmla="*/ 718947 w 1028700"/>
                <a:gd name="connsiteY1492" fmla="*/ 201835 h 333375"/>
                <a:gd name="connsiteX1493" fmla="*/ 717995 w 1028700"/>
                <a:gd name="connsiteY1493" fmla="*/ 203263 h 333375"/>
                <a:gd name="connsiteX1494" fmla="*/ 713899 w 1028700"/>
                <a:gd name="connsiteY1494" fmla="*/ 206883 h 333375"/>
                <a:gd name="connsiteX1495" fmla="*/ 712184 w 1028700"/>
                <a:gd name="connsiteY1495" fmla="*/ 209645 h 333375"/>
                <a:gd name="connsiteX1496" fmla="*/ 711994 w 1028700"/>
                <a:gd name="connsiteY1496" fmla="*/ 210121 h 333375"/>
                <a:gd name="connsiteX1497" fmla="*/ 711422 w 1028700"/>
                <a:gd name="connsiteY1497" fmla="*/ 210407 h 333375"/>
                <a:gd name="connsiteX1498" fmla="*/ 708851 w 1028700"/>
                <a:gd name="connsiteY1498" fmla="*/ 212598 h 333375"/>
                <a:gd name="connsiteX1499" fmla="*/ 707422 w 1028700"/>
                <a:gd name="connsiteY1499" fmla="*/ 213551 h 333375"/>
                <a:gd name="connsiteX1500" fmla="*/ 707041 w 1028700"/>
                <a:gd name="connsiteY1500" fmla="*/ 214027 h 333375"/>
                <a:gd name="connsiteX1501" fmla="*/ 707707 w 1028700"/>
                <a:gd name="connsiteY1501" fmla="*/ 215170 h 333375"/>
                <a:gd name="connsiteX1502" fmla="*/ 706564 w 1028700"/>
                <a:gd name="connsiteY1502" fmla="*/ 217170 h 333375"/>
                <a:gd name="connsiteX1503" fmla="*/ 703802 w 1028700"/>
                <a:gd name="connsiteY1503" fmla="*/ 220123 h 333375"/>
                <a:gd name="connsiteX1504" fmla="*/ 701993 w 1028700"/>
                <a:gd name="connsiteY1504" fmla="*/ 221075 h 333375"/>
                <a:gd name="connsiteX1505" fmla="*/ 692848 w 1028700"/>
                <a:gd name="connsiteY1505" fmla="*/ 223933 h 333375"/>
                <a:gd name="connsiteX1506" fmla="*/ 692182 w 1028700"/>
                <a:gd name="connsiteY1506" fmla="*/ 223933 h 333375"/>
                <a:gd name="connsiteX1507" fmla="*/ 688943 w 1028700"/>
                <a:gd name="connsiteY1507" fmla="*/ 225171 h 333375"/>
                <a:gd name="connsiteX1508" fmla="*/ 680942 w 1028700"/>
                <a:gd name="connsiteY1508" fmla="*/ 226886 h 333375"/>
                <a:gd name="connsiteX1509" fmla="*/ 666369 w 1028700"/>
                <a:gd name="connsiteY1509" fmla="*/ 230696 h 333375"/>
                <a:gd name="connsiteX1510" fmla="*/ 651415 w 1028700"/>
                <a:gd name="connsiteY1510" fmla="*/ 234601 h 333375"/>
                <a:gd name="connsiteX1511" fmla="*/ 643319 w 1028700"/>
                <a:gd name="connsiteY1511" fmla="*/ 234887 h 333375"/>
                <a:gd name="connsiteX1512" fmla="*/ 633222 w 1028700"/>
                <a:gd name="connsiteY1512" fmla="*/ 236887 h 333375"/>
                <a:gd name="connsiteX1513" fmla="*/ 631603 w 1028700"/>
                <a:gd name="connsiteY1513" fmla="*/ 237649 h 333375"/>
                <a:gd name="connsiteX1514" fmla="*/ 625888 w 1028700"/>
                <a:gd name="connsiteY1514" fmla="*/ 241173 h 333375"/>
                <a:gd name="connsiteX1515" fmla="*/ 622078 w 1028700"/>
                <a:gd name="connsiteY1515" fmla="*/ 244030 h 333375"/>
                <a:gd name="connsiteX1516" fmla="*/ 621506 w 1028700"/>
                <a:gd name="connsiteY1516" fmla="*/ 244602 h 333375"/>
                <a:gd name="connsiteX1517" fmla="*/ 621125 w 1028700"/>
                <a:gd name="connsiteY1517" fmla="*/ 245364 h 333375"/>
                <a:gd name="connsiteX1518" fmla="*/ 620839 w 1028700"/>
                <a:gd name="connsiteY1518" fmla="*/ 247460 h 333375"/>
                <a:gd name="connsiteX1519" fmla="*/ 619887 w 1028700"/>
                <a:gd name="connsiteY1519" fmla="*/ 250698 h 333375"/>
                <a:gd name="connsiteX1520" fmla="*/ 619887 w 1028700"/>
                <a:gd name="connsiteY1520" fmla="*/ 251936 h 333375"/>
                <a:gd name="connsiteX1521" fmla="*/ 620173 w 1028700"/>
                <a:gd name="connsiteY1521" fmla="*/ 252794 h 333375"/>
                <a:gd name="connsiteX1522" fmla="*/ 620744 w 1028700"/>
                <a:gd name="connsiteY1522" fmla="*/ 253365 h 333375"/>
                <a:gd name="connsiteX1523" fmla="*/ 621411 w 1028700"/>
                <a:gd name="connsiteY1523" fmla="*/ 253937 h 333375"/>
                <a:gd name="connsiteX1524" fmla="*/ 622268 w 1028700"/>
                <a:gd name="connsiteY1524" fmla="*/ 254508 h 333375"/>
                <a:gd name="connsiteX1525" fmla="*/ 624269 w 1028700"/>
                <a:gd name="connsiteY1525" fmla="*/ 254984 h 333375"/>
                <a:gd name="connsiteX1526" fmla="*/ 625412 w 1028700"/>
                <a:gd name="connsiteY1526" fmla="*/ 255365 h 333375"/>
                <a:gd name="connsiteX1527" fmla="*/ 625126 w 1028700"/>
                <a:gd name="connsiteY1527" fmla="*/ 255556 h 333375"/>
                <a:gd name="connsiteX1528" fmla="*/ 625030 w 1028700"/>
                <a:gd name="connsiteY1528" fmla="*/ 255556 h 333375"/>
                <a:gd name="connsiteX1529" fmla="*/ 624935 w 1028700"/>
                <a:gd name="connsiteY1529" fmla="*/ 255461 h 333375"/>
                <a:gd name="connsiteX1530" fmla="*/ 624649 w 1028700"/>
                <a:gd name="connsiteY1530" fmla="*/ 255365 h 333375"/>
                <a:gd name="connsiteX1531" fmla="*/ 623602 w 1028700"/>
                <a:gd name="connsiteY1531" fmla="*/ 256222 h 333375"/>
                <a:gd name="connsiteX1532" fmla="*/ 622363 w 1028700"/>
                <a:gd name="connsiteY1532" fmla="*/ 256222 h 333375"/>
                <a:gd name="connsiteX1533" fmla="*/ 620935 w 1028700"/>
                <a:gd name="connsiteY1533" fmla="*/ 255842 h 333375"/>
                <a:gd name="connsiteX1534" fmla="*/ 619315 w 1028700"/>
                <a:gd name="connsiteY1534" fmla="*/ 255746 h 333375"/>
                <a:gd name="connsiteX1535" fmla="*/ 619697 w 1028700"/>
                <a:gd name="connsiteY1535" fmla="*/ 256508 h 333375"/>
                <a:gd name="connsiteX1536" fmla="*/ 620363 w 1028700"/>
                <a:gd name="connsiteY1536" fmla="*/ 258699 h 333375"/>
                <a:gd name="connsiteX1537" fmla="*/ 620839 w 1028700"/>
                <a:gd name="connsiteY1537" fmla="*/ 259366 h 333375"/>
                <a:gd name="connsiteX1538" fmla="*/ 622554 w 1028700"/>
                <a:gd name="connsiteY1538" fmla="*/ 260985 h 333375"/>
                <a:gd name="connsiteX1539" fmla="*/ 623602 w 1028700"/>
                <a:gd name="connsiteY1539" fmla="*/ 262033 h 333375"/>
                <a:gd name="connsiteX1540" fmla="*/ 624078 w 1028700"/>
                <a:gd name="connsiteY1540" fmla="*/ 262985 h 333375"/>
                <a:gd name="connsiteX1541" fmla="*/ 623030 w 1028700"/>
                <a:gd name="connsiteY1541" fmla="*/ 262414 h 333375"/>
                <a:gd name="connsiteX1542" fmla="*/ 622078 w 1028700"/>
                <a:gd name="connsiteY1542" fmla="*/ 261747 h 333375"/>
                <a:gd name="connsiteX1543" fmla="*/ 621697 w 1028700"/>
                <a:gd name="connsiteY1543" fmla="*/ 261652 h 333375"/>
                <a:gd name="connsiteX1544" fmla="*/ 619887 w 1028700"/>
                <a:gd name="connsiteY1544" fmla="*/ 261938 h 333375"/>
                <a:gd name="connsiteX1545" fmla="*/ 619411 w 1028700"/>
                <a:gd name="connsiteY1545" fmla="*/ 262128 h 333375"/>
                <a:gd name="connsiteX1546" fmla="*/ 617791 w 1028700"/>
                <a:gd name="connsiteY1546" fmla="*/ 263271 h 333375"/>
                <a:gd name="connsiteX1547" fmla="*/ 617315 w 1028700"/>
                <a:gd name="connsiteY1547" fmla="*/ 263366 h 333375"/>
                <a:gd name="connsiteX1548" fmla="*/ 616934 w 1028700"/>
                <a:gd name="connsiteY1548" fmla="*/ 263176 h 333375"/>
                <a:gd name="connsiteX1549" fmla="*/ 616553 w 1028700"/>
                <a:gd name="connsiteY1549" fmla="*/ 262890 h 333375"/>
                <a:gd name="connsiteX1550" fmla="*/ 616268 w 1028700"/>
                <a:gd name="connsiteY1550" fmla="*/ 262700 h 333375"/>
                <a:gd name="connsiteX1551" fmla="*/ 615791 w 1028700"/>
                <a:gd name="connsiteY1551" fmla="*/ 262319 h 333375"/>
                <a:gd name="connsiteX1552" fmla="*/ 614458 w 1028700"/>
                <a:gd name="connsiteY1552" fmla="*/ 260699 h 333375"/>
                <a:gd name="connsiteX1553" fmla="*/ 613886 w 1028700"/>
                <a:gd name="connsiteY1553" fmla="*/ 260223 h 333375"/>
                <a:gd name="connsiteX1554" fmla="*/ 612077 w 1028700"/>
                <a:gd name="connsiteY1554" fmla="*/ 259652 h 333375"/>
                <a:gd name="connsiteX1555" fmla="*/ 611410 w 1028700"/>
                <a:gd name="connsiteY1555" fmla="*/ 259271 h 333375"/>
                <a:gd name="connsiteX1556" fmla="*/ 610933 w 1028700"/>
                <a:gd name="connsiteY1556" fmla="*/ 258413 h 333375"/>
                <a:gd name="connsiteX1557" fmla="*/ 609600 w 1028700"/>
                <a:gd name="connsiteY1557" fmla="*/ 259461 h 333375"/>
                <a:gd name="connsiteX1558" fmla="*/ 608933 w 1028700"/>
                <a:gd name="connsiteY1558" fmla="*/ 260890 h 333375"/>
                <a:gd name="connsiteX1559" fmla="*/ 608457 w 1028700"/>
                <a:gd name="connsiteY1559" fmla="*/ 264509 h 333375"/>
                <a:gd name="connsiteX1560" fmla="*/ 607790 w 1028700"/>
                <a:gd name="connsiteY1560" fmla="*/ 266986 h 333375"/>
                <a:gd name="connsiteX1561" fmla="*/ 607695 w 1028700"/>
                <a:gd name="connsiteY1561" fmla="*/ 267938 h 333375"/>
                <a:gd name="connsiteX1562" fmla="*/ 608076 w 1028700"/>
                <a:gd name="connsiteY1562" fmla="*/ 268319 h 333375"/>
                <a:gd name="connsiteX1563" fmla="*/ 609029 w 1028700"/>
                <a:gd name="connsiteY1563" fmla="*/ 268510 h 333375"/>
                <a:gd name="connsiteX1564" fmla="*/ 609981 w 1028700"/>
                <a:gd name="connsiteY1564" fmla="*/ 268891 h 333375"/>
                <a:gd name="connsiteX1565" fmla="*/ 610553 w 1028700"/>
                <a:gd name="connsiteY1565" fmla="*/ 269843 h 333375"/>
                <a:gd name="connsiteX1566" fmla="*/ 609505 w 1028700"/>
                <a:gd name="connsiteY1566" fmla="*/ 269653 h 333375"/>
                <a:gd name="connsiteX1567" fmla="*/ 608457 w 1028700"/>
                <a:gd name="connsiteY1567" fmla="*/ 270129 h 333375"/>
                <a:gd name="connsiteX1568" fmla="*/ 607695 w 1028700"/>
                <a:gd name="connsiteY1568" fmla="*/ 270986 h 333375"/>
                <a:gd name="connsiteX1569" fmla="*/ 607409 w 1028700"/>
                <a:gd name="connsiteY1569" fmla="*/ 271844 h 333375"/>
                <a:gd name="connsiteX1570" fmla="*/ 607409 w 1028700"/>
                <a:gd name="connsiteY1570" fmla="*/ 273082 h 333375"/>
                <a:gd name="connsiteX1571" fmla="*/ 607695 w 1028700"/>
                <a:gd name="connsiteY1571" fmla="*/ 273653 h 333375"/>
                <a:gd name="connsiteX1572" fmla="*/ 608457 w 1028700"/>
                <a:gd name="connsiteY1572" fmla="*/ 273748 h 333375"/>
                <a:gd name="connsiteX1573" fmla="*/ 612267 w 1028700"/>
                <a:gd name="connsiteY1573" fmla="*/ 273177 h 333375"/>
                <a:gd name="connsiteX1574" fmla="*/ 613410 w 1028700"/>
                <a:gd name="connsiteY1574" fmla="*/ 273368 h 333375"/>
                <a:gd name="connsiteX1575" fmla="*/ 614839 w 1028700"/>
                <a:gd name="connsiteY1575" fmla="*/ 274320 h 333375"/>
                <a:gd name="connsiteX1576" fmla="*/ 615410 w 1028700"/>
                <a:gd name="connsiteY1576" fmla="*/ 274511 h 333375"/>
                <a:gd name="connsiteX1577" fmla="*/ 615887 w 1028700"/>
                <a:gd name="connsiteY1577" fmla="*/ 274415 h 333375"/>
                <a:gd name="connsiteX1578" fmla="*/ 616363 w 1028700"/>
                <a:gd name="connsiteY1578" fmla="*/ 273082 h 333375"/>
                <a:gd name="connsiteX1579" fmla="*/ 616839 w 1028700"/>
                <a:gd name="connsiteY1579" fmla="*/ 272510 h 333375"/>
                <a:gd name="connsiteX1580" fmla="*/ 617506 w 1028700"/>
                <a:gd name="connsiteY1580" fmla="*/ 272320 h 333375"/>
                <a:gd name="connsiteX1581" fmla="*/ 617982 w 1028700"/>
                <a:gd name="connsiteY1581" fmla="*/ 272701 h 333375"/>
                <a:gd name="connsiteX1582" fmla="*/ 617791 w 1028700"/>
                <a:gd name="connsiteY1582" fmla="*/ 273082 h 333375"/>
                <a:gd name="connsiteX1583" fmla="*/ 616839 w 1028700"/>
                <a:gd name="connsiteY1583" fmla="*/ 274415 h 333375"/>
                <a:gd name="connsiteX1584" fmla="*/ 616458 w 1028700"/>
                <a:gd name="connsiteY1584" fmla="*/ 274796 h 333375"/>
                <a:gd name="connsiteX1585" fmla="*/ 615791 w 1028700"/>
                <a:gd name="connsiteY1585" fmla="*/ 275272 h 333375"/>
                <a:gd name="connsiteX1586" fmla="*/ 615315 w 1028700"/>
                <a:gd name="connsiteY1586" fmla="*/ 275368 h 333375"/>
                <a:gd name="connsiteX1587" fmla="*/ 613410 w 1028700"/>
                <a:gd name="connsiteY1587" fmla="*/ 274987 h 333375"/>
                <a:gd name="connsiteX1588" fmla="*/ 612362 w 1028700"/>
                <a:gd name="connsiteY1588" fmla="*/ 274606 h 333375"/>
                <a:gd name="connsiteX1589" fmla="*/ 611410 w 1028700"/>
                <a:gd name="connsiteY1589" fmla="*/ 274511 h 333375"/>
                <a:gd name="connsiteX1590" fmla="*/ 610648 w 1028700"/>
                <a:gd name="connsiteY1590" fmla="*/ 275177 h 333375"/>
                <a:gd name="connsiteX1591" fmla="*/ 610743 w 1028700"/>
                <a:gd name="connsiteY1591" fmla="*/ 276416 h 333375"/>
                <a:gd name="connsiteX1592" fmla="*/ 612077 w 1028700"/>
                <a:gd name="connsiteY1592" fmla="*/ 277559 h 333375"/>
                <a:gd name="connsiteX1593" fmla="*/ 610743 w 1028700"/>
                <a:gd name="connsiteY1593" fmla="*/ 277654 h 333375"/>
                <a:gd name="connsiteX1594" fmla="*/ 609695 w 1028700"/>
                <a:gd name="connsiteY1594" fmla="*/ 277273 h 333375"/>
                <a:gd name="connsiteX1595" fmla="*/ 609029 w 1028700"/>
                <a:gd name="connsiteY1595" fmla="*/ 277178 h 333375"/>
                <a:gd name="connsiteX1596" fmla="*/ 608743 w 1028700"/>
                <a:gd name="connsiteY1596" fmla="*/ 277463 h 333375"/>
                <a:gd name="connsiteX1597" fmla="*/ 608647 w 1028700"/>
                <a:gd name="connsiteY1597" fmla="*/ 278702 h 333375"/>
                <a:gd name="connsiteX1598" fmla="*/ 607123 w 1028700"/>
                <a:gd name="connsiteY1598" fmla="*/ 283559 h 333375"/>
                <a:gd name="connsiteX1599" fmla="*/ 605504 w 1028700"/>
                <a:gd name="connsiteY1599" fmla="*/ 286988 h 333375"/>
                <a:gd name="connsiteX1600" fmla="*/ 604361 w 1028700"/>
                <a:gd name="connsiteY1600" fmla="*/ 288798 h 333375"/>
                <a:gd name="connsiteX1601" fmla="*/ 603885 w 1028700"/>
                <a:gd name="connsiteY1601" fmla="*/ 289751 h 333375"/>
                <a:gd name="connsiteX1602" fmla="*/ 603695 w 1028700"/>
                <a:gd name="connsiteY1602" fmla="*/ 290798 h 333375"/>
                <a:gd name="connsiteX1603" fmla="*/ 603885 w 1028700"/>
                <a:gd name="connsiteY1603" fmla="*/ 291179 h 333375"/>
                <a:gd name="connsiteX1604" fmla="*/ 604647 w 1028700"/>
                <a:gd name="connsiteY1604" fmla="*/ 291655 h 333375"/>
                <a:gd name="connsiteX1605" fmla="*/ 604742 w 1028700"/>
                <a:gd name="connsiteY1605" fmla="*/ 291941 h 333375"/>
                <a:gd name="connsiteX1606" fmla="*/ 604361 w 1028700"/>
                <a:gd name="connsiteY1606" fmla="*/ 292227 h 333375"/>
                <a:gd name="connsiteX1607" fmla="*/ 603218 w 1028700"/>
                <a:gd name="connsiteY1607" fmla="*/ 292513 h 333375"/>
                <a:gd name="connsiteX1608" fmla="*/ 602932 w 1028700"/>
                <a:gd name="connsiteY1608" fmla="*/ 292798 h 333375"/>
                <a:gd name="connsiteX1609" fmla="*/ 603028 w 1028700"/>
                <a:gd name="connsiteY1609" fmla="*/ 293561 h 333375"/>
                <a:gd name="connsiteX1610" fmla="*/ 603313 w 1028700"/>
                <a:gd name="connsiteY1610" fmla="*/ 294227 h 333375"/>
                <a:gd name="connsiteX1611" fmla="*/ 604552 w 1028700"/>
                <a:gd name="connsiteY1611" fmla="*/ 296323 h 333375"/>
                <a:gd name="connsiteX1612" fmla="*/ 604742 w 1028700"/>
                <a:gd name="connsiteY1612" fmla="*/ 296609 h 333375"/>
                <a:gd name="connsiteX1613" fmla="*/ 605028 w 1028700"/>
                <a:gd name="connsiteY1613" fmla="*/ 296704 h 333375"/>
                <a:gd name="connsiteX1614" fmla="*/ 605980 w 1028700"/>
                <a:gd name="connsiteY1614" fmla="*/ 296894 h 333375"/>
                <a:gd name="connsiteX1615" fmla="*/ 606171 w 1028700"/>
                <a:gd name="connsiteY1615" fmla="*/ 297085 h 333375"/>
                <a:gd name="connsiteX1616" fmla="*/ 606266 w 1028700"/>
                <a:gd name="connsiteY1616" fmla="*/ 297275 h 333375"/>
                <a:gd name="connsiteX1617" fmla="*/ 606838 w 1028700"/>
                <a:gd name="connsiteY1617" fmla="*/ 298133 h 333375"/>
                <a:gd name="connsiteX1618" fmla="*/ 606838 w 1028700"/>
                <a:gd name="connsiteY1618" fmla="*/ 298799 h 333375"/>
                <a:gd name="connsiteX1619" fmla="*/ 607028 w 1028700"/>
                <a:gd name="connsiteY1619" fmla="*/ 298895 h 333375"/>
                <a:gd name="connsiteX1620" fmla="*/ 607409 w 1028700"/>
                <a:gd name="connsiteY1620" fmla="*/ 298895 h 333375"/>
                <a:gd name="connsiteX1621" fmla="*/ 608457 w 1028700"/>
                <a:gd name="connsiteY1621" fmla="*/ 299180 h 333375"/>
                <a:gd name="connsiteX1622" fmla="*/ 608933 w 1028700"/>
                <a:gd name="connsiteY1622" fmla="*/ 299180 h 333375"/>
                <a:gd name="connsiteX1623" fmla="*/ 609410 w 1028700"/>
                <a:gd name="connsiteY1623" fmla="*/ 299276 h 333375"/>
                <a:gd name="connsiteX1624" fmla="*/ 610362 w 1028700"/>
                <a:gd name="connsiteY1624" fmla="*/ 300038 h 333375"/>
                <a:gd name="connsiteX1625" fmla="*/ 610838 w 1028700"/>
                <a:gd name="connsiteY1625" fmla="*/ 300228 h 333375"/>
                <a:gd name="connsiteX1626" fmla="*/ 611886 w 1028700"/>
                <a:gd name="connsiteY1626" fmla="*/ 300514 h 333375"/>
                <a:gd name="connsiteX1627" fmla="*/ 610743 w 1028700"/>
                <a:gd name="connsiteY1627" fmla="*/ 300800 h 333375"/>
                <a:gd name="connsiteX1628" fmla="*/ 609886 w 1028700"/>
                <a:gd name="connsiteY1628" fmla="*/ 300323 h 333375"/>
                <a:gd name="connsiteX1629" fmla="*/ 609124 w 1028700"/>
                <a:gd name="connsiteY1629" fmla="*/ 299847 h 333375"/>
                <a:gd name="connsiteX1630" fmla="*/ 608457 w 1028700"/>
                <a:gd name="connsiteY1630" fmla="*/ 299942 h 333375"/>
                <a:gd name="connsiteX1631" fmla="*/ 607219 w 1028700"/>
                <a:gd name="connsiteY1631" fmla="*/ 300514 h 333375"/>
                <a:gd name="connsiteX1632" fmla="*/ 606362 w 1028700"/>
                <a:gd name="connsiteY1632" fmla="*/ 299752 h 333375"/>
                <a:gd name="connsiteX1633" fmla="*/ 605695 w 1028700"/>
                <a:gd name="connsiteY1633" fmla="*/ 298513 h 333375"/>
                <a:gd name="connsiteX1634" fmla="*/ 605028 w 1028700"/>
                <a:gd name="connsiteY1634" fmla="*/ 297561 h 333375"/>
                <a:gd name="connsiteX1635" fmla="*/ 603980 w 1028700"/>
                <a:gd name="connsiteY1635" fmla="*/ 297180 h 333375"/>
                <a:gd name="connsiteX1636" fmla="*/ 602837 w 1028700"/>
                <a:gd name="connsiteY1636" fmla="*/ 297180 h 333375"/>
                <a:gd name="connsiteX1637" fmla="*/ 599789 w 1028700"/>
                <a:gd name="connsiteY1637" fmla="*/ 297752 h 333375"/>
                <a:gd name="connsiteX1638" fmla="*/ 599313 w 1028700"/>
                <a:gd name="connsiteY1638" fmla="*/ 298418 h 333375"/>
                <a:gd name="connsiteX1639" fmla="*/ 598932 w 1028700"/>
                <a:gd name="connsiteY1639" fmla="*/ 300323 h 333375"/>
                <a:gd name="connsiteX1640" fmla="*/ 598170 w 1028700"/>
                <a:gd name="connsiteY1640" fmla="*/ 302133 h 333375"/>
                <a:gd name="connsiteX1641" fmla="*/ 598075 w 1028700"/>
                <a:gd name="connsiteY1641" fmla="*/ 302514 h 333375"/>
                <a:gd name="connsiteX1642" fmla="*/ 598170 w 1028700"/>
                <a:gd name="connsiteY1642" fmla="*/ 304038 h 333375"/>
                <a:gd name="connsiteX1643" fmla="*/ 598361 w 1028700"/>
                <a:gd name="connsiteY1643" fmla="*/ 304705 h 333375"/>
                <a:gd name="connsiteX1644" fmla="*/ 599408 w 1028700"/>
                <a:gd name="connsiteY1644" fmla="*/ 305657 h 333375"/>
                <a:gd name="connsiteX1645" fmla="*/ 600361 w 1028700"/>
                <a:gd name="connsiteY1645" fmla="*/ 308134 h 333375"/>
                <a:gd name="connsiteX1646" fmla="*/ 601218 w 1028700"/>
                <a:gd name="connsiteY1646" fmla="*/ 308896 h 333375"/>
                <a:gd name="connsiteX1647" fmla="*/ 603599 w 1028700"/>
                <a:gd name="connsiteY1647" fmla="*/ 309848 h 333375"/>
                <a:gd name="connsiteX1648" fmla="*/ 604552 w 1028700"/>
                <a:gd name="connsiteY1648" fmla="*/ 310515 h 333375"/>
                <a:gd name="connsiteX1649" fmla="*/ 605314 w 1028700"/>
                <a:gd name="connsiteY1649" fmla="*/ 311277 h 333375"/>
                <a:gd name="connsiteX1650" fmla="*/ 606171 w 1028700"/>
                <a:gd name="connsiteY1650" fmla="*/ 311848 h 333375"/>
                <a:gd name="connsiteX1651" fmla="*/ 607123 w 1028700"/>
                <a:gd name="connsiteY1651" fmla="*/ 312134 h 333375"/>
                <a:gd name="connsiteX1652" fmla="*/ 608266 w 1028700"/>
                <a:gd name="connsiteY1652" fmla="*/ 312134 h 333375"/>
                <a:gd name="connsiteX1653" fmla="*/ 610172 w 1028700"/>
                <a:gd name="connsiteY1653" fmla="*/ 311277 h 333375"/>
                <a:gd name="connsiteX1654" fmla="*/ 610838 w 1028700"/>
                <a:gd name="connsiteY1654" fmla="*/ 311087 h 333375"/>
                <a:gd name="connsiteX1655" fmla="*/ 611600 w 1028700"/>
                <a:gd name="connsiteY1655" fmla="*/ 311182 h 333375"/>
                <a:gd name="connsiteX1656" fmla="*/ 613029 w 1028700"/>
                <a:gd name="connsiteY1656" fmla="*/ 311658 h 333375"/>
                <a:gd name="connsiteX1657" fmla="*/ 613886 w 1028700"/>
                <a:gd name="connsiteY1657" fmla="*/ 311753 h 333375"/>
                <a:gd name="connsiteX1658" fmla="*/ 614267 w 1028700"/>
                <a:gd name="connsiteY1658" fmla="*/ 312134 h 333375"/>
                <a:gd name="connsiteX1659" fmla="*/ 614744 w 1028700"/>
                <a:gd name="connsiteY1659" fmla="*/ 313563 h 333375"/>
                <a:gd name="connsiteX1660" fmla="*/ 614934 w 1028700"/>
                <a:gd name="connsiteY1660" fmla="*/ 313849 h 333375"/>
                <a:gd name="connsiteX1661" fmla="*/ 615696 w 1028700"/>
                <a:gd name="connsiteY1661" fmla="*/ 313944 h 333375"/>
                <a:gd name="connsiteX1662" fmla="*/ 617125 w 1028700"/>
                <a:gd name="connsiteY1662" fmla="*/ 314516 h 333375"/>
                <a:gd name="connsiteX1663" fmla="*/ 617982 w 1028700"/>
                <a:gd name="connsiteY1663" fmla="*/ 314516 h 333375"/>
                <a:gd name="connsiteX1664" fmla="*/ 615696 w 1028700"/>
                <a:gd name="connsiteY1664" fmla="*/ 315563 h 333375"/>
                <a:gd name="connsiteX1665" fmla="*/ 613601 w 1028700"/>
                <a:gd name="connsiteY1665" fmla="*/ 314611 h 333375"/>
                <a:gd name="connsiteX1666" fmla="*/ 611696 w 1028700"/>
                <a:gd name="connsiteY1666" fmla="*/ 313087 h 333375"/>
                <a:gd name="connsiteX1667" fmla="*/ 609981 w 1028700"/>
                <a:gd name="connsiteY1667" fmla="*/ 312420 h 333375"/>
                <a:gd name="connsiteX1668" fmla="*/ 608838 w 1028700"/>
                <a:gd name="connsiteY1668" fmla="*/ 312801 h 333375"/>
                <a:gd name="connsiteX1669" fmla="*/ 607123 w 1028700"/>
                <a:gd name="connsiteY1669" fmla="*/ 313754 h 333375"/>
                <a:gd name="connsiteX1670" fmla="*/ 605885 w 1028700"/>
                <a:gd name="connsiteY1670" fmla="*/ 313944 h 333375"/>
                <a:gd name="connsiteX1671" fmla="*/ 605219 w 1028700"/>
                <a:gd name="connsiteY1671" fmla="*/ 313754 h 333375"/>
                <a:gd name="connsiteX1672" fmla="*/ 602075 w 1028700"/>
                <a:gd name="connsiteY1672" fmla="*/ 312230 h 333375"/>
                <a:gd name="connsiteX1673" fmla="*/ 600075 w 1028700"/>
                <a:gd name="connsiteY1673" fmla="*/ 310896 h 333375"/>
                <a:gd name="connsiteX1674" fmla="*/ 596074 w 1028700"/>
                <a:gd name="connsiteY1674" fmla="*/ 306896 h 333375"/>
                <a:gd name="connsiteX1675" fmla="*/ 593788 w 1028700"/>
                <a:gd name="connsiteY1675" fmla="*/ 305467 h 333375"/>
                <a:gd name="connsiteX1676" fmla="*/ 589312 w 1028700"/>
                <a:gd name="connsiteY1676" fmla="*/ 303657 h 333375"/>
                <a:gd name="connsiteX1677" fmla="*/ 586835 w 1028700"/>
                <a:gd name="connsiteY1677" fmla="*/ 303276 h 333375"/>
                <a:gd name="connsiteX1678" fmla="*/ 585406 w 1028700"/>
                <a:gd name="connsiteY1678" fmla="*/ 304324 h 333375"/>
                <a:gd name="connsiteX1679" fmla="*/ 585406 w 1028700"/>
                <a:gd name="connsiteY1679" fmla="*/ 305181 h 333375"/>
                <a:gd name="connsiteX1680" fmla="*/ 585692 w 1028700"/>
                <a:gd name="connsiteY1680" fmla="*/ 306134 h 333375"/>
                <a:gd name="connsiteX1681" fmla="*/ 585788 w 1028700"/>
                <a:gd name="connsiteY1681" fmla="*/ 307181 h 333375"/>
                <a:gd name="connsiteX1682" fmla="*/ 585216 w 1028700"/>
                <a:gd name="connsiteY1682" fmla="*/ 308134 h 333375"/>
                <a:gd name="connsiteX1683" fmla="*/ 584168 w 1028700"/>
                <a:gd name="connsiteY1683" fmla="*/ 308991 h 333375"/>
                <a:gd name="connsiteX1684" fmla="*/ 583216 w 1028700"/>
                <a:gd name="connsiteY1684" fmla="*/ 309467 h 333375"/>
                <a:gd name="connsiteX1685" fmla="*/ 582168 w 1028700"/>
                <a:gd name="connsiteY1685" fmla="*/ 309658 h 333375"/>
                <a:gd name="connsiteX1686" fmla="*/ 580739 w 1028700"/>
                <a:gd name="connsiteY1686" fmla="*/ 309658 h 333375"/>
                <a:gd name="connsiteX1687" fmla="*/ 580739 w 1028700"/>
                <a:gd name="connsiteY1687" fmla="*/ 309277 h 333375"/>
                <a:gd name="connsiteX1688" fmla="*/ 582739 w 1028700"/>
                <a:gd name="connsiteY1688" fmla="*/ 307943 h 333375"/>
                <a:gd name="connsiteX1689" fmla="*/ 583692 w 1028700"/>
                <a:gd name="connsiteY1689" fmla="*/ 306991 h 333375"/>
                <a:gd name="connsiteX1690" fmla="*/ 583978 w 1028700"/>
                <a:gd name="connsiteY1690" fmla="*/ 305657 h 333375"/>
                <a:gd name="connsiteX1691" fmla="*/ 583311 w 1028700"/>
                <a:gd name="connsiteY1691" fmla="*/ 304419 h 333375"/>
                <a:gd name="connsiteX1692" fmla="*/ 581978 w 1028700"/>
                <a:gd name="connsiteY1692" fmla="*/ 303657 h 333375"/>
                <a:gd name="connsiteX1693" fmla="*/ 578930 w 1028700"/>
                <a:gd name="connsiteY1693" fmla="*/ 302800 h 333375"/>
                <a:gd name="connsiteX1694" fmla="*/ 576739 w 1028700"/>
                <a:gd name="connsiteY1694" fmla="*/ 301657 h 333375"/>
                <a:gd name="connsiteX1695" fmla="*/ 576072 w 1028700"/>
                <a:gd name="connsiteY1695" fmla="*/ 301371 h 333375"/>
                <a:gd name="connsiteX1696" fmla="*/ 575501 w 1028700"/>
                <a:gd name="connsiteY1696" fmla="*/ 301466 h 333375"/>
                <a:gd name="connsiteX1697" fmla="*/ 574357 w 1028700"/>
                <a:gd name="connsiteY1697" fmla="*/ 302038 h 333375"/>
                <a:gd name="connsiteX1698" fmla="*/ 573881 w 1028700"/>
                <a:gd name="connsiteY1698" fmla="*/ 302133 h 333375"/>
                <a:gd name="connsiteX1699" fmla="*/ 573310 w 1028700"/>
                <a:gd name="connsiteY1699" fmla="*/ 301943 h 333375"/>
                <a:gd name="connsiteX1700" fmla="*/ 573119 w 1028700"/>
                <a:gd name="connsiteY1700" fmla="*/ 301466 h 333375"/>
                <a:gd name="connsiteX1701" fmla="*/ 573024 w 1028700"/>
                <a:gd name="connsiteY1701" fmla="*/ 300895 h 333375"/>
                <a:gd name="connsiteX1702" fmla="*/ 572548 w 1028700"/>
                <a:gd name="connsiteY1702" fmla="*/ 300323 h 333375"/>
                <a:gd name="connsiteX1703" fmla="*/ 571786 w 1028700"/>
                <a:gd name="connsiteY1703" fmla="*/ 300038 h 333375"/>
                <a:gd name="connsiteX1704" fmla="*/ 571024 w 1028700"/>
                <a:gd name="connsiteY1704" fmla="*/ 300133 h 333375"/>
                <a:gd name="connsiteX1705" fmla="*/ 569595 w 1028700"/>
                <a:gd name="connsiteY1705" fmla="*/ 300704 h 333375"/>
                <a:gd name="connsiteX1706" fmla="*/ 569881 w 1028700"/>
                <a:gd name="connsiteY1706" fmla="*/ 300133 h 333375"/>
                <a:gd name="connsiteX1707" fmla="*/ 570833 w 1028700"/>
                <a:gd name="connsiteY1707" fmla="*/ 299180 h 333375"/>
                <a:gd name="connsiteX1708" fmla="*/ 571024 w 1028700"/>
                <a:gd name="connsiteY1708" fmla="*/ 298799 h 333375"/>
                <a:gd name="connsiteX1709" fmla="*/ 571119 w 1028700"/>
                <a:gd name="connsiteY1709" fmla="*/ 297752 h 333375"/>
                <a:gd name="connsiteX1710" fmla="*/ 571405 w 1028700"/>
                <a:gd name="connsiteY1710" fmla="*/ 296989 h 333375"/>
                <a:gd name="connsiteX1711" fmla="*/ 571881 w 1028700"/>
                <a:gd name="connsiteY1711" fmla="*/ 296228 h 333375"/>
                <a:gd name="connsiteX1712" fmla="*/ 572548 w 1028700"/>
                <a:gd name="connsiteY1712" fmla="*/ 295466 h 333375"/>
                <a:gd name="connsiteX1713" fmla="*/ 571881 w 1028700"/>
                <a:gd name="connsiteY1713" fmla="*/ 294513 h 333375"/>
                <a:gd name="connsiteX1714" fmla="*/ 571024 w 1028700"/>
                <a:gd name="connsiteY1714" fmla="*/ 294608 h 333375"/>
                <a:gd name="connsiteX1715" fmla="*/ 570071 w 1028700"/>
                <a:gd name="connsiteY1715" fmla="*/ 295180 h 333375"/>
                <a:gd name="connsiteX1716" fmla="*/ 568452 w 1028700"/>
                <a:gd name="connsiteY1716" fmla="*/ 295751 h 333375"/>
                <a:gd name="connsiteX1717" fmla="*/ 567785 w 1028700"/>
                <a:gd name="connsiteY1717" fmla="*/ 296704 h 333375"/>
                <a:gd name="connsiteX1718" fmla="*/ 567214 w 1028700"/>
                <a:gd name="connsiteY1718" fmla="*/ 296894 h 333375"/>
                <a:gd name="connsiteX1719" fmla="*/ 566071 w 1028700"/>
                <a:gd name="connsiteY1719" fmla="*/ 296799 h 333375"/>
                <a:gd name="connsiteX1720" fmla="*/ 565595 w 1028700"/>
                <a:gd name="connsiteY1720" fmla="*/ 296704 h 333375"/>
                <a:gd name="connsiteX1721" fmla="*/ 565213 w 1028700"/>
                <a:gd name="connsiteY1721" fmla="*/ 296513 h 333375"/>
                <a:gd name="connsiteX1722" fmla="*/ 564832 w 1028700"/>
                <a:gd name="connsiteY1722" fmla="*/ 296323 h 333375"/>
                <a:gd name="connsiteX1723" fmla="*/ 564547 w 1028700"/>
                <a:gd name="connsiteY1723" fmla="*/ 296132 h 333375"/>
                <a:gd name="connsiteX1724" fmla="*/ 564356 w 1028700"/>
                <a:gd name="connsiteY1724" fmla="*/ 295846 h 333375"/>
                <a:gd name="connsiteX1725" fmla="*/ 564166 w 1028700"/>
                <a:gd name="connsiteY1725" fmla="*/ 295466 h 333375"/>
                <a:gd name="connsiteX1726" fmla="*/ 564166 w 1028700"/>
                <a:gd name="connsiteY1726" fmla="*/ 295085 h 333375"/>
                <a:gd name="connsiteX1727" fmla="*/ 564261 w 1028700"/>
                <a:gd name="connsiteY1727" fmla="*/ 294322 h 333375"/>
                <a:gd name="connsiteX1728" fmla="*/ 564261 w 1028700"/>
                <a:gd name="connsiteY1728" fmla="*/ 293942 h 333375"/>
                <a:gd name="connsiteX1729" fmla="*/ 564071 w 1028700"/>
                <a:gd name="connsiteY1729" fmla="*/ 293656 h 333375"/>
                <a:gd name="connsiteX1730" fmla="*/ 563594 w 1028700"/>
                <a:gd name="connsiteY1730" fmla="*/ 292989 h 333375"/>
                <a:gd name="connsiteX1731" fmla="*/ 563213 w 1028700"/>
                <a:gd name="connsiteY1731" fmla="*/ 291465 h 333375"/>
                <a:gd name="connsiteX1732" fmla="*/ 562451 w 1028700"/>
                <a:gd name="connsiteY1732" fmla="*/ 291179 h 333375"/>
                <a:gd name="connsiteX1733" fmla="*/ 561594 w 1028700"/>
                <a:gd name="connsiteY1733" fmla="*/ 291655 h 333375"/>
                <a:gd name="connsiteX1734" fmla="*/ 560927 w 1028700"/>
                <a:gd name="connsiteY1734" fmla="*/ 292798 h 333375"/>
                <a:gd name="connsiteX1735" fmla="*/ 560832 w 1028700"/>
                <a:gd name="connsiteY1735" fmla="*/ 293275 h 333375"/>
                <a:gd name="connsiteX1736" fmla="*/ 560927 w 1028700"/>
                <a:gd name="connsiteY1736" fmla="*/ 294894 h 333375"/>
                <a:gd name="connsiteX1737" fmla="*/ 561022 w 1028700"/>
                <a:gd name="connsiteY1737" fmla="*/ 295085 h 333375"/>
                <a:gd name="connsiteX1738" fmla="*/ 561308 w 1028700"/>
                <a:gd name="connsiteY1738" fmla="*/ 295656 h 333375"/>
                <a:gd name="connsiteX1739" fmla="*/ 561308 w 1028700"/>
                <a:gd name="connsiteY1739" fmla="*/ 295942 h 333375"/>
                <a:gd name="connsiteX1740" fmla="*/ 561213 w 1028700"/>
                <a:gd name="connsiteY1740" fmla="*/ 296228 h 333375"/>
                <a:gd name="connsiteX1741" fmla="*/ 560737 w 1028700"/>
                <a:gd name="connsiteY1741" fmla="*/ 296799 h 333375"/>
                <a:gd name="connsiteX1742" fmla="*/ 560451 w 1028700"/>
                <a:gd name="connsiteY1742" fmla="*/ 297752 h 333375"/>
                <a:gd name="connsiteX1743" fmla="*/ 560070 w 1028700"/>
                <a:gd name="connsiteY1743" fmla="*/ 297656 h 333375"/>
                <a:gd name="connsiteX1744" fmla="*/ 558832 w 1028700"/>
                <a:gd name="connsiteY1744" fmla="*/ 296228 h 333375"/>
                <a:gd name="connsiteX1745" fmla="*/ 558546 w 1028700"/>
                <a:gd name="connsiteY1745" fmla="*/ 296037 h 333375"/>
                <a:gd name="connsiteX1746" fmla="*/ 558260 w 1028700"/>
                <a:gd name="connsiteY1746" fmla="*/ 296037 h 333375"/>
                <a:gd name="connsiteX1747" fmla="*/ 557784 w 1028700"/>
                <a:gd name="connsiteY1747" fmla="*/ 296228 h 333375"/>
                <a:gd name="connsiteX1748" fmla="*/ 557403 w 1028700"/>
                <a:gd name="connsiteY1748" fmla="*/ 296418 h 333375"/>
                <a:gd name="connsiteX1749" fmla="*/ 556641 w 1028700"/>
                <a:gd name="connsiteY1749" fmla="*/ 297085 h 333375"/>
                <a:gd name="connsiteX1750" fmla="*/ 556355 w 1028700"/>
                <a:gd name="connsiteY1750" fmla="*/ 297180 h 333375"/>
                <a:gd name="connsiteX1751" fmla="*/ 555784 w 1028700"/>
                <a:gd name="connsiteY1751" fmla="*/ 296989 h 333375"/>
                <a:gd name="connsiteX1752" fmla="*/ 554736 w 1028700"/>
                <a:gd name="connsiteY1752" fmla="*/ 296323 h 333375"/>
                <a:gd name="connsiteX1753" fmla="*/ 554069 w 1028700"/>
                <a:gd name="connsiteY1753" fmla="*/ 296132 h 333375"/>
                <a:gd name="connsiteX1754" fmla="*/ 547306 w 1028700"/>
                <a:gd name="connsiteY1754" fmla="*/ 296132 h 333375"/>
                <a:gd name="connsiteX1755" fmla="*/ 546163 w 1028700"/>
                <a:gd name="connsiteY1755" fmla="*/ 296228 h 333375"/>
                <a:gd name="connsiteX1756" fmla="*/ 545402 w 1028700"/>
                <a:gd name="connsiteY1756" fmla="*/ 296609 h 333375"/>
                <a:gd name="connsiteX1757" fmla="*/ 544735 w 1028700"/>
                <a:gd name="connsiteY1757" fmla="*/ 296704 h 333375"/>
                <a:gd name="connsiteX1758" fmla="*/ 542163 w 1028700"/>
                <a:gd name="connsiteY1758" fmla="*/ 296799 h 333375"/>
                <a:gd name="connsiteX1759" fmla="*/ 541401 w 1028700"/>
                <a:gd name="connsiteY1759" fmla="*/ 296609 h 333375"/>
                <a:gd name="connsiteX1760" fmla="*/ 540734 w 1028700"/>
                <a:gd name="connsiteY1760" fmla="*/ 295751 h 333375"/>
                <a:gd name="connsiteX1761" fmla="*/ 539877 w 1028700"/>
                <a:gd name="connsiteY1761" fmla="*/ 293942 h 333375"/>
                <a:gd name="connsiteX1762" fmla="*/ 539210 w 1028700"/>
                <a:gd name="connsiteY1762" fmla="*/ 293084 h 333375"/>
                <a:gd name="connsiteX1763" fmla="*/ 538353 w 1028700"/>
                <a:gd name="connsiteY1763" fmla="*/ 292418 h 333375"/>
                <a:gd name="connsiteX1764" fmla="*/ 536162 w 1028700"/>
                <a:gd name="connsiteY1764" fmla="*/ 291560 h 333375"/>
                <a:gd name="connsiteX1765" fmla="*/ 534257 w 1028700"/>
                <a:gd name="connsiteY1765" fmla="*/ 290322 h 333375"/>
                <a:gd name="connsiteX1766" fmla="*/ 531019 w 1028700"/>
                <a:gd name="connsiteY1766" fmla="*/ 288988 h 333375"/>
                <a:gd name="connsiteX1767" fmla="*/ 529971 w 1028700"/>
                <a:gd name="connsiteY1767" fmla="*/ 288227 h 333375"/>
                <a:gd name="connsiteX1768" fmla="*/ 529019 w 1028700"/>
                <a:gd name="connsiteY1768" fmla="*/ 287274 h 333375"/>
                <a:gd name="connsiteX1769" fmla="*/ 527495 w 1028700"/>
                <a:gd name="connsiteY1769" fmla="*/ 285083 h 333375"/>
                <a:gd name="connsiteX1770" fmla="*/ 527018 w 1028700"/>
                <a:gd name="connsiteY1770" fmla="*/ 283940 h 333375"/>
                <a:gd name="connsiteX1771" fmla="*/ 527018 w 1028700"/>
                <a:gd name="connsiteY1771" fmla="*/ 283083 h 333375"/>
                <a:gd name="connsiteX1772" fmla="*/ 527304 w 1028700"/>
                <a:gd name="connsiteY1772" fmla="*/ 282321 h 333375"/>
                <a:gd name="connsiteX1773" fmla="*/ 527495 w 1028700"/>
                <a:gd name="connsiteY1773" fmla="*/ 281464 h 333375"/>
                <a:gd name="connsiteX1774" fmla="*/ 527399 w 1028700"/>
                <a:gd name="connsiteY1774" fmla="*/ 280416 h 333375"/>
                <a:gd name="connsiteX1775" fmla="*/ 526923 w 1028700"/>
                <a:gd name="connsiteY1775" fmla="*/ 278321 h 333375"/>
                <a:gd name="connsiteX1776" fmla="*/ 526828 w 1028700"/>
                <a:gd name="connsiteY1776" fmla="*/ 277178 h 333375"/>
                <a:gd name="connsiteX1777" fmla="*/ 526637 w 1028700"/>
                <a:gd name="connsiteY1777" fmla="*/ 276320 h 333375"/>
                <a:gd name="connsiteX1778" fmla="*/ 526637 w 1028700"/>
                <a:gd name="connsiteY1778" fmla="*/ 276320 h 333375"/>
                <a:gd name="connsiteX1779" fmla="*/ 525685 w 1028700"/>
                <a:gd name="connsiteY1779" fmla="*/ 279083 h 333375"/>
                <a:gd name="connsiteX1780" fmla="*/ 524256 w 1028700"/>
                <a:gd name="connsiteY1780" fmla="*/ 281559 h 333375"/>
                <a:gd name="connsiteX1781" fmla="*/ 523494 w 1028700"/>
                <a:gd name="connsiteY1781" fmla="*/ 282702 h 333375"/>
                <a:gd name="connsiteX1782" fmla="*/ 522922 w 1028700"/>
                <a:gd name="connsiteY1782" fmla="*/ 283369 h 333375"/>
                <a:gd name="connsiteX1783" fmla="*/ 521018 w 1028700"/>
                <a:gd name="connsiteY1783" fmla="*/ 284988 h 333375"/>
                <a:gd name="connsiteX1784" fmla="*/ 520541 w 1028700"/>
                <a:gd name="connsiteY1784" fmla="*/ 285655 h 333375"/>
                <a:gd name="connsiteX1785" fmla="*/ 520446 w 1028700"/>
                <a:gd name="connsiteY1785" fmla="*/ 286417 h 333375"/>
                <a:gd name="connsiteX1786" fmla="*/ 520827 w 1028700"/>
                <a:gd name="connsiteY1786" fmla="*/ 288322 h 333375"/>
                <a:gd name="connsiteX1787" fmla="*/ 520827 w 1028700"/>
                <a:gd name="connsiteY1787" fmla="*/ 288703 h 333375"/>
                <a:gd name="connsiteX1788" fmla="*/ 520827 w 1028700"/>
                <a:gd name="connsiteY1788" fmla="*/ 289084 h 333375"/>
                <a:gd name="connsiteX1789" fmla="*/ 521113 w 1028700"/>
                <a:gd name="connsiteY1789" fmla="*/ 289751 h 333375"/>
                <a:gd name="connsiteX1790" fmla="*/ 521494 w 1028700"/>
                <a:gd name="connsiteY1790" fmla="*/ 290417 h 333375"/>
                <a:gd name="connsiteX1791" fmla="*/ 521970 w 1028700"/>
                <a:gd name="connsiteY1791" fmla="*/ 291084 h 333375"/>
                <a:gd name="connsiteX1792" fmla="*/ 522541 w 1028700"/>
                <a:gd name="connsiteY1792" fmla="*/ 291560 h 333375"/>
                <a:gd name="connsiteX1793" fmla="*/ 523208 w 1028700"/>
                <a:gd name="connsiteY1793" fmla="*/ 291751 h 333375"/>
                <a:gd name="connsiteX1794" fmla="*/ 525494 w 1028700"/>
                <a:gd name="connsiteY1794" fmla="*/ 291751 h 333375"/>
                <a:gd name="connsiteX1795" fmla="*/ 526447 w 1028700"/>
                <a:gd name="connsiteY1795" fmla="*/ 292132 h 333375"/>
                <a:gd name="connsiteX1796" fmla="*/ 526732 w 1028700"/>
                <a:gd name="connsiteY1796" fmla="*/ 293084 h 333375"/>
                <a:gd name="connsiteX1797" fmla="*/ 526352 w 1028700"/>
                <a:gd name="connsiteY1797" fmla="*/ 297180 h 333375"/>
                <a:gd name="connsiteX1798" fmla="*/ 526447 w 1028700"/>
                <a:gd name="connsiteY1798" fmla="*/ 299561 h 333375"/>
                <a:gd name="connsiteX1799" fmla="*/ 526732 w 1028700"/>
                <a:gd name="connsiteY1799" fmla="*/ 300609 h 333375"/>
                <a:gd name="connsiteX1800" fmla="*/ 527304 w 1028700"/>
                <a:gd name="connsiteY1800" fmla="*/ 301657 h 333375"/>
                <a:gd name="connsiteX1801" fmla="*/ 528352 w 1028700"/>
                <a:gd name="connsiteY1801" fmla="*/ 302895 h 333375"/>
                <a:gd name="connsiteX1802" fmla="*/ 533019 w 1028700"/>
                <a:gd name="connsiteY1802" fmla="*/ 306896 h 333375"/>
                <a:gd name="connsiteX1803" fmla="*/ 533400 w 1028700"/>
                <a:gd name="connsiteY1803" fmla="*/ 307467 h 333375"/>
                <a:gd name="connsiteX1804" fmla="*/ 533495 w 1028700"/>
                <a:gd name="connsiteY1804" fmla="*/ 308896 h 333375"/>
                <a:gd name="connsiteX1805" fmla="*/ 533781 w 1028700"/>
                <a:gd name="connsiteY1805" fmla="*/ 308991 h 333375"/>
                <a:gd name="connsiteX1806" fmla="*/ 534829 w 1028700"/>
                <a:gd name="connsiteY1806" fmla="*/ 308420 h 333375"/>
                <a:gd name="connsiteX1807" fmla="*/ 535210 w 1028700"/>
                <a:gd name="connsiteY1807" fmla="*/ 308801 h 333375"/>
                <a:gd name="connsiteX1808" fmla="*/ 536162 w 1028700"/>
                <a:gd name="connsiteY1808" fmla="*/ 310991 h 333375"/>
                <a:gd name="connsiteX1809" fmla="*/ 537115 w 1028700"/>
                <a:gd name="connsiteY1809" fmla="*/ 311753 h 333375"/>
                <a:gd name="connsiteX1810" fmla="*/ 538163 w 1028700"/>
                <a:gd name="connsiteY1810" fmla="*/ 311848 h 333375"/>
                <a:gd name="connsiteX1811" fmla="*/ 539210 w 1028700"/>
                <a:gd name="connsiteY1811" fmla="*/ 311753 h 333375"/>
                <a:gd name="connsiteX1812" fmla="*/ 540258 w 1028700"/>
                <a:gd name="connsiteY1812" fmla="*/ 311753 h 333375"/>
                <a:gd name="connsiteX1813" fmla="*/ 541211 w 1028700"/>
                <a:gd name="connsiteY1813" fmla="*/ 312230 h 333375"/>
                <a:gd name="connsiteX1814" fmla="*/ 541877 w 1028700"/>
                <a:gd name="connsiteY1814" fmla="*/ 313087 h 333375"/>
                <a:gd name="connsiteX1815" fmla="*/ 542925 w 1028700"/>
                <a:gd name="connsiteY1815" fmla="*/ 316135 h 333375"/>
                <a:gd name="connsiteX1816" fmla="*/ 543592 w 1028700"/>
                <a:gd name="connsiteY1816" fmla="*/ 317278 h 333375"/>
                <a:gd name="connsiteX1817" fmla="*/ 544258 w 1028700"/>
                <a:gd name="connsiteY1817" fmla="*/ 317849 h 333375"/>
                <a:gd name="connsiteX1818" fmla="*/ 546163 w 1028700"/>
                <a:gd name="connsiteY1818" fmla="*/ 318706 h 333375"/>
                <a:gd name="connsiteX1819" fmla="*/ 547116 w 1028700"/>
                <a:gd name="connsiteY1819" fmla="*/ 319564 h 333375"/>
                <a:gd name="connsiteX1820" fmla="*/ 548259 w 1028700"/>
                <a:gd name="connsiteY1820" fmla="*/ 321564 h 333375"/>
                <a:gd name="connsiteX1821" fmla="*/ 549497 w 1028700"/>
                <a:gd name="connsiteY1821" fmla="*/ 322421 h 333375"/>
                <a:gd name="connsiteX1822" fmla="*/ 550545 w 1028700"/>
                <a:gd name="connsiteY1822" fmla="*/ 322802 h 333375"/>
                <a:gd name="connsiteX1823" fmla="*/ 553593 w 1028700"/>
                <a:gd name="connsiteY1823" fmla="*/ 323183 h 333375"/>
                <a:gd name="connsiteX1824" fmla="*/ 554546 w 1028700"/>
                <a:gd name="connsiteY1824" fmla="*/ 323660 h 333375"/>
                <a:gd name="connsiteX1825" fmla="*/ 555307 w 1028700"/>
                <a:gd name="connsiteY1825" fmla="*/ 324707 h 333375"/>
                <a:gd name="connsiteX1826" fmla="*/ 556451 w 1028700"/>
                <a:gd name="connsiteY1826" fmla="*/ 326898 h 333375"/>
                <a:gd name="connsiteX1827" fmla="*/ 559118 w 1028700"/>
                <a:gd name="connsiteY1827" fmla="*/ 330708 h 333375"/>
                <a:gd name="connsiteX1828" fmla="*/ 559403 w 1028700"/>
                <a:gd name="connsiteY1828" fmla="*/ 331946 h 333375"/>
                <a:gd name="connsiteX1829" fmla="*/ 559498 w 1028700"/>
                <a:gd name="connsiteY1829" fmla="*/ 332994 h 333375"/>
                <a:gd name="connsiteX1830" fmla="*/ 559975 w 1028700"/>
                <a:gd name="connsiteY1830" fmla="*/ 333185 h 333375"/>
                <a:gd name="connsiteX1831" fmla="*/ 560737 w 1028700"/>
                <a:gd name="connsiteY1831" fmla="*/ 332994 h 333375"/>
                <a:gd name="connsiteX1832" fmla="*/ 561499 w 1028700"/>
                <a:gd name="connsiteY1832" fmla="*/ 332899 h 333375"/>
                <a:gd name="connsiteX1833" fmla="*/ 564166 w 1028700"/>
                <a:gd name="connsiteY1833" fmla="*/ 333470 h 333375"/>
                <a:gd name="connsiteX1834" fmla="*/ 564832 w 1028700"/>
                <a:gd name="connsiteY1834" fmla="*/ 333756 h 333375"/>
                <a:gd name="connsiteX1835" fmla="*/ 565690 w 1028700"/>
                <a:gd name="connsiteY1835" fmla="*/ 334518 h 333375"/>
                <a:gd name="connsiteX1836" fmla="*/ 567880 w 1028700"/>
                <a:gd name="connsiteY1836" fmla="*/ 337471 h 333375"/>
                <a:gd name="connsiteX1837" fmla="*/ 569881 w 1028700"/>
                <a:gd name="connsiteY1837" fmla="*/ 338995 h 333375"/>
                <a:gd name="connsiteX1838" fmla="*/ 572262 w 1028700"/>
                <a:gd name="connsiteY1838" fmla="*/ 340138 h 333375"/>
                <a:gd name="connsiteX1839" fmla="*/ 574738 w 1028700"/>
                <a:gd name="connsiteY1839" fmla="*/ 340423 h 333375"/>
                <a:gd name="connsiteX1840" fmla="*/ 576929 w 1028700"/>
                <a:gd name="connsiteY1840" fmla="*/ 339376 h 333375"/>
                <a:gd name="connsiteX1841" fmla="*/ 577501 w 1028700"/>
                <a:gd name="connsiteY1841" fmla="*/ 338709 h 333375"/>
                <a:gd name="connsiteX1842" fmla="*/ 577691 w 1028700"/>
                <a:gd name="connsiteY1842" fmla="*/ 338328 h 333375"/>
                <a:gd name="connsiteX1843" fmla="*/ 577882 w 1028700"/>
                <a:gd name="connsiteY1843" fmla="*/ 338138 h 333375"/>
                <a:gd name="connsiteX1844" fmla="*/ 578453 w 1028700"/>
                <a:gd name="connsiteY1844" fmla="*/ 338138 h 333375"/>
                <a:gd name="connsiteX1845" fmla="*/ 578834 w 1028700"/>
                <a:gd name="connsiteY1845" fmla="*/ 338328 h 333375"/>
                <a:gd name="connsiteX1846" fmla="*/ 579215 w 1028700"/>
                <a:gd name="connsiteY1846" fmla="*/ 338709 h 333375"/>
                <a:gd name="connsiteX1847" fmla="*/ 579691 w 1028700"/>
                <a:gd name="connsiteY1847" fmla="*/ 339090 h 333375"/>
                <a:gd name="connsiteX1848" fmla="*/ 580454 w 1028700"/>
                <a:gd name="connsiteY1848" fmla="*/ 339185 h 333375"/>
                <a:gd name="connsiteX1849" fmla="*/ 581120 w 1028700"/>
                <a:gd name="connsiteY1849" fmla="*/ 338900 h 333375"/>
                <a:gd name="connsiteX1850" fmla="*/ 582073 w 1028700"/>
                <a:gd name="connsiteY1850" fmla="*/ 337947 h 333375"/>
                <a:gd name="connsiteX1851" fmla="*/ 582644 w 1028700"/>
                <a:gd name="connsiteY1851" fmla="*/ 337566 h 333375"/>
                <a:gd name="connsiteX1852" fmla="*/ 582930 w 1028700"/>
                <a:gd name="connsiteY1852" fmla="*/ 337566 h 333375"/>
                <a:gd name="connsiteX1853" fmla="*/ 583502 w 1028700"/>
                <a:gd name="connsiteY1853" fmla="*/ 337756 h 333375"/>
                <a:gd name="connsiteX1854" fmla="*/ 583692 w 1028700"/>
                <a:gd name="connsiteY1854" fmla="*/ 337756 h 333375"/>
                <a:gd name="connsiteX1855" fmla="*/ 584740 w 1028700"/>
                <a:gd name="connsiteY1855" fmla="*/ 337376 h 333375"/>
                <a:gd name="connsiteX1856" fmla="*/ 584740 w 1028700"/>
                <a:gd name="connsiteY1856" fmla="*/ 337185 h 333375"/>
                <a:gd name="connsiteX1857" fmla="*/ 585406 w 1028700"/>
                <a:gd name="connsiteY1857" fmla="*/ 336804 h 333375"/>
                <a:gd name="connsiteX1858" fmla="*/ 585502 w 1028700"/>
                <a:gd name="connsiteY1858" fmla="*/ 336899 h 333375"/>
                <a:gd name="connsiteX1859" fmla="*/ 586073 w 1028700"/>
                <a:gd name="connsiteY1859" fmla="*/ 337376 h 333375"/>
                <a:gd name="connsiteX1860" fmla="*/ 586359 w 1028700"/>
                <a:gd name="connsiteY1860" fmla="*/ 337471 h 333375"/>
                <a:gd name="connsiteX1861" fmla="*/ 586740 w 1028700"/>
                <a:gd name="connsiteY1861" fmla="*/ 337185 h 333375"/>
                <a:gd name="connsiteX1862" fmla="*/ 586835 w 1028700"/>
                <a:gd name="connsiteY1862" fmla="*/ 336804 h 333375"/>
                <a:gd name="connsiteX1863" fmla="*/ 586835 w 1028700"/>
                <a:gd name="connsiteY1863" fmla="*/ 335852 h 333375"/>
                <a:gd name="connsiteX1864" fmla="*/ 587312 w 1028700"/>
                <a:gd name="connsiteY1864" fmla="*/ 334994 h 333375"/>
                <a:gd name="connsiteX1865" fmla="*/ 590264 w 1028700"/>
                <a:gd name="connsiteY1865" fmla="*/ 332518 h 333375"/>
                <a:gd name="connsiteX1866" fmla="*/ 591693 w 1028700"/>
                <a:gd name="connsiteY1866" fmla="*/ 331851 h 333375"/>
                <a:gd name="connsiteX1867" fmla="*/ 593312 w 1028700"/>
                <a:gd name="connsiteY1867" fmla="*/ 331565 h 333375"/>
                <a:gd name="connsiteX1868" fmla="*/ 596646 w 1028700"/>
                <a:gd name="connsiteY1868" fmla="*/ 331470 h 333375"/>
                <a:gd name="connsiteX1869" fmla="*/ 608457 w 1028700"/>
                <a:gd name="connsiteY1869" fmla="*/ 328422 h 333375"/>
                <a:gd name="connsiteX1870" fmla="*/ 609505 w 1028700"/>
                <a:gd name="connsiteY1870" fmla="*/ 328517 h 333375"/>
                <a:gd name="connsiteX1871" fmla="*/ 616553 w 1028700"/>
                <a:gd name="connsiteY1871" fmla="*/ 331661 h 333375"/>
                <a:gd name="connsiteX1872" fmla="*/ 617696 w 1028700"/>
                <a:gd name="connsiteY1872" fmla="*/ 332042 h 333375"/>
                <a:gd name="connsiteX1873" fmla="*/ 618839 w 1028700"/>
                <a:gd name="connsiteY1873" fmla="*/ 332137 h 333375"/>
                <a:gd name="connsiteX1874" fmla="*/ 619887 w 1028700"/>
                <a:gd name="connsiteY1874" fmla="*/ 331946 h 333375"/>
                <a:gd name="connsiteX1875" fmla="*/ 621982 w 1028700"/>
                <a:gd name="connsiteY1875" fmla="*/ 331280 h 333375"/>
                <a:gd name="connsiteX1876" fmla="*/ 622935 w 1028700"/>
                <a:gd name="connsiteY1876" fmla="*/ 331280 h 333375"/>
                <a:gd name="connsiteX1877" fmla="*/ 623506 w 1028700"/>
                <a:gd name="connsiteY1877" fmla="*/ 331756 h 333375"/>
                <a:gd name="connsiteX1878" fmla="*/ 623792 w 1028700"/>
                <a:gd name="connsiteY1878" fmla="*/ 332518 h 333375"/>
                <a:gd name="connsiteX1879" fmla="*/ 623983 w 1028700"/>
                <a:gd name="connsiteY1879" fmla="*/ 333375 h 333375"/>
                <a:gd name="connsiteX1880" fmla="*/ 624554 w 1028700"/>
                <a:gd name="connsiteY1880" fmla="*/ 334518 h 333375"/>
                <a:gd name="connsiteX1881" fmla="*/ 625221 w 1028700"/>
                <a:gd name="connsiteY1881" fmla="*/ 334232 h 333375"/>
                <a:gd name="connsiteX1882" fmla="*/ 626459 w 1028700"/>
                <a:gd name="connsiteY1882" fmla="*/ 332518 h 333375"/>
                <a:gd name="connsiteX1883" fmla="*/ 630841 w 1028700"/>
                <a:gd name="connsiteY1883" fmla="*/ 330803 h 333375"/>
                <a:gd name="connsiteX1884" fmla="*/ 631603 w 1028700"/>
                <a:gd name="connsiteY1884" fmla="*/ 330708 h 333375"/>
                <a:gd name="connsiteX1885" fmla="*/ 632555 w 1028700"/>
                <a:gd name="connsiteY1885" fmla="*/ 330803 h 333375"/>
                <a:gd name="connsiteX1886" fmla="*/ 633984 w 1028700"/>
                <a:gd name="connsiteY1886" fmla="*/ 331184 h 333375"/>
                <a:gd name="connsiteX1887" fmla="*/ 636746 w 1028700"/>
                <a:gd name="connsiteY1887" fmla="*/ 332327 h 333375"/>
                <a:gd name="connsiteX1888" fmla="*/ 638270 w 1028700"/>
                <a:gd name="connsiteY1888" fmla="*/ 332804 h 333375"/>
                <a:gd name="connsiteX1889" fmla="*/ 641413 w 1028700"/>
                <a:gd name="connsiteY1889" fmla="*/ 332042 h 333375"/>
                <a:gd name="connsiteX1890" fmla="*/ 645986 w 1028700"/>
                <a:gd name="connsiteY1890" fmla="*/ 326517 h 333375"/>
                <a:gd name="connsiteX1891" fmla="*/ 649319 w 1028700"/>
                <a:gd name="connsiteY1891" fmla="*/ 325469 h 333375"/>
                <a:gd name="connsiteX1892" fmla="*/ 653605 w 1028700"/>
                <a:gd name="connsiteY1892" fmla="*/ 325469 h 333375"/>
                <a:gd name="connsiteX1893" fmla="*/ 654939 w 1028700"/>
                <a:gd name="connsiteY1893" fmla="*/ 325279 h 333375"/>
                <a:gd name="connsiteX1894" fmla="*/ 655606 w 1028700"/>
                <a:gd name="connsiteY1894" fmla="*/ 324993 h 333375"/>
                <a:gd name="connsiteX1895" fmla="*/ 655987 w 1028700"/>
                <a:gd name="connsiteY1895" fmla="*/ 324326 h 333375"/>
                <a:gd name="connsiteX1896" fmla="*/ 658749 w 1028700"/>
                <a:gd name="connsiteY1896" fmla="*/ 316421 h 333375"/>
                <a:gd name="connsiteX1897" fmla="*/ 660368 w 1028700"/>
                <a:gd name="connsiteY1897" fmla="*/ 313087 h 333375"/>
                <a:gd name="connsiteX1898" fmla="*/ 660559 w 1028700"/>
                <a:gd name="connsiteY1898" fmla="*/ 312515 h 333375"/>
                <a:gd name="connsiteX1899" fmla="*/ 660559 w 1028700"/>
                <a:gd name="connsiteY1899" fmla="*/ 311848 h 333375"/>
                <a:gd name="connsiteX1900" fmla="*/ 660273 w 1028700"/>
                <a:gd name="connsiteY1900" fmla="*/ 311372 h 333375"/>
                <a:gd name="connsiteX1901" fmla="*/ 659035 w 1028700"/>
                <a:gd name="connsiteY1901" fmla="*/ 311372 h 333375"/>
                <a:gd name="connsiteX1902" fmla="*/ 658749 w 1028700"/>
                <a:gd name="connsiteY1902" fmla="*/ 310896 h 333375"/>
                <a:gd name="connsiteX1903" fmla="*/ 659130 w 1028700"/>
                <a:gd name="connsiteY1903" fmla="*/ 309563 h 333375"/>
                <a:gd name="connsiteX1904" fmla="*/ 660082 w 1028700"/>
                <a:gd name="connsiteY1904" fmla="*/ 308801 h 333375"/>
                <a:gd name="connsiteX1905" fmla="*/ 666179 w 1028700"/>
                <a:gd name="connsiteY1905" fmla="*/ 305943 h 333375"/>
                <a:gd name="connsiteX1906" fmla="*/ 667417 w 1028700"/>
                <a:gd name="connsiteY1906" fmla="*/ 305562 h 333375"/>
                <a:gd name="connsiteX1907" fmla="*/ 670655 w 1028700"/>
                <a:gd name="connsiteY1907" fmla="*/ 305276 h 333375"/>
                <a:gd name="connsiteX1908" fmla="*/ 671608 w 1028700"/>
                <a:gd name="connsiteY1908" fmla="*/ 304991 h 333375"/>
                <a:gd name="connsiteX1909" fmla="*/ 672560 w 1028700"/>
                <a:gd name="connsiteY1909" fmla="*/ 304324 h 333375"/>
                <a:gd name="connsiteX1910" fmla="*/ 673322 w 1028700"/>
                <a:gd name="connsiteY1910" fmla="*/ 303562 h 333375"/>
                <a:gd name="connsiteX1911" fmla="*/ 674180 w 1028700"/>
                <a:gd name="connsiteY1911" fmla="*/ 302990 h 333375"/>
                <a:gd name="connsiteX1912" fmla="*/ 675513 w 1028700"/>
                <a:gd name="connsiteY1912" fmla="*/ 302705 h 333375"/>
                <a:gd name="connsiteX1913" fmla="*/ 691229 w 1028700"/>
                <a:gd name="connsiteY1913" fmla="*/ 303467 h 333375"/>
                <a:gd name="connsiteX1914" fmla="*/ 692563 w 1028700"/>
                <a:gd name="connsiteY1914" fmla="*/ 303847 h 333375"/>
                <a:gd name="connsiteX1915" fmla="*/ 692944 w 1028700"/>
                <a:gd name="connsiteY1915" fmla="*/ 303847 h 333375"/>
                <a:gd name="connsiteX1916" fmla="*/ 693611 w 1028700"/>
                <a:gd name="connsiteY1916" fmla="*/ 303562 h 333375"/>
                <a:gd name="connsiteX1917" fmla="*/ 693991 w 1028700"/>
                <a:gd name="connsiteY1917" fmla="*/ 303086 h 333375"/>
                <a:gd name="connsiteX1918" fmla="*/ 694277 w 1028700"/>
                <a:gd name="connsiteY1918" fmla="*/ 302609 h 333375"/>
                <a:gd name="connsiteX1919" fmla="*/ 694754 w 1028700"/>
                <a:gd name="connsiteY1919" fmla="*/ 302133 h 333375"/>
                <a:gd name="connsiteX1920" fmla="*/ 695706 w 1028700"/>
                <a:gd name="connsiteY1920" fmla="*/ 301752 h 333375"/>
                <a:gd name="connsiteX1921" fmla="*/ 696563 w 1028700"/>
                <a:gd name="connsiteY1921" fmla="*/ 301847 h 333375"/>
                <a:gd name="connsiteX1922" fmla="*/ 697421 w 1028700"/>
                <a:gd name="connsiteY1922" fmla="*/ 302133 h 333375"/>
                <a:gd name="connsiteX1923" fmla="*/ 698468 w 1028700"/>
                <a:gd name="connsiteY1923" fmla="*/ 302323 h 333375"/>
                <a:gd name="connsiteX1924" fmla="*/ 701040 w 1028700"/>
                <a:gd name="connsiteY1924" fmla="*/ 302228 h 333375"/>
                <a:gd name="connsiteX1925" fmla="*/ 701897 w 1028700"/>
                <a:gd name="connsiteY1925" fmla="*/ 302323 h 333375"/>
                <a:gd name="connsiteX1926" fmla="*/ 703136 w 1028700"/>
                <a:gd name="connsiteY1926" fmla="*/ 302800 h 333375"/>
                <a:gd name="connsiteX1927" fmla="*/ 703993 w 1028700"/>
                <a:gd name="connsiteY1927" fmla="*/ 303276 h 333375"/>
                <a:gd name="connsiteX1928" fmla="*/ 704469 w 1028700"/>
                <a:gd name="connsiteY1928" fmla="*/ 304038 h 333375"/>
                <a:gd name="connsiteX1929" fmla="*/ 704469 w 1028700"/>
                <a:gd name="connsiteY1929" fmla="*/ 305181 h 333375"/>
                <a:gd name="connsiteX1930" fmla="*/ 704183 w 1028700"/>
                <a:gd name="connsiteY1930" fmla="*/ 306324 h 333375"/>
                <a:gd name="connsiteX1931" fmla="*/ 703612 w 1028700"/>
                <a:gd name="connsiteY1931" fmla="*/ 307372 h 333375"/>
                <a:gd name="connsiteX1932" fmla="*/ 702755 w 1028700"/>
                <a:gd name="connsiteY1932" fmla="*/ 308229 h 333375"/>
                <a:gd name="connsiteX1933" fmla="*/ 701135 w 1028700"/>
                <a:gd name="connsiteY1933" fmla="*/ 309372 h 333375"/>
                <a:gd name="connsiteX1934" fmla="*/ 700849 w 1028700"/>
                <a:gd name="connsiteY1934" fmla="*/ 309944 h 333375"/>
                <a:gd name="connsiteX1935" fmla="*/ 701040 w 1028700"/>
                <a:gd name="connsiteY1935" fmla="*/ 310325 h 333375"/>
                <a:gd name="connsiteX1936" fmla="*/ 701802 w 1028700"/>
                <a:gd name="connsiteY1936" fmla="*/ 310325 h 333375"/>
                <a:gd name="connsiteX1937" fmla="*/ 703802 w 1028700"/>
                <a:gd name="connsiteY1937" fmla="*/ 309658 h 333375"/>
                <a:gd name="connsiteX1938" fmla="*/ 705898 w 1028700"/>
                <a:gd name="connsiteY1938" fmla="*/ 309277 h 333375"/>
                <a:gd name="connsiteX1939" fmla="*/ 707898 w 1028700"/>
                <a:gd name="connsiteY1939" fmla="*/ 309467 h 333375"/>
                <a:gd name="connsiteX1940" fmla="*/ 709803 w 1028700"/>
                <a:gd name="connsiteY1940" fmla="*/ 310420 h 333375"/>
                <a:gd name="connsiteX1941" fmla="*/ 711518 w 1028700"/>
                <a:gd name="connsiteY1941" fmla="*/ 311753 h 333375"/>
                <a:gd name="connsiteX1942" fmla="*/ 712280 w 1028700"/>
                <a:gd name="connsiteY1942" fmla="*/ 311944 h 333375"/>
                <a:gd name="connsiteX1943" fmla="*/ 714661 w 1028700"/>
                <a:gd name="connsiteY1943" fmla="*/ 312134 h 333375"/>
                <a:gd name="connsiteX1944" fmla="*/ 717709 w 1028700"/>
                <a:gd name="connsiteY1944" fmla="*/ 312801 h 333375"/>
                <a:gd name="connsiteX1945" fmla="*/ 720185 w 1028700"/>
                <a:gd name="connsiteY1945" fmla="*/ 313754 h 333375"/>
                <a:gd name="connsiteX1946" fmla="*/ 724090 w 1028700"/>
                <a:gd name="connsiteY1946" fmla="*/ 316802 h 333375"/>
                <a:gd name="connsiteX1947" fmla="*/ 726472 w 1028700"/>
                <a:gd name="connsiteY1947" fmla="*/ 316897 h 333375"/>
                <a:gd name="connsiteX1948" fmla="*/ 728567 w 1028700"/>
                <a:gd name="connsiteY1948" fmla="*/ 316039 h 333375"/>
                <a:gd name="connsiteX1949" fmla="*/ 729710 w 1028700"/>
                <a:gd name="connsiteY1949" fmla="*/ 315754 h 333375"/>
                <a:gd name="connsiteX1950" fmla="*/ 730853 w 1028700"/>
                <a:gd name="connsiteY1950" fmla="*/ 315849 h 333375"/>
                <a:gd name="connsiteX1951" fmla="*/ 731996 w 1028700"/>
                <a:gd name="connsiteY1951" fmla="*/ 316516 h 333375"/>
                <a:gd name="connsiteX1952" fmla="*/ 734663 w 1028700"/>
                <a:gd name="connsiteY1952" fmla="*/ 319659 h 333375"/>
                <a:gd name="connsiteX1953" fmla="*/ 736187 w 1028700"/>
                <a:gd name="connsiteY1953" fmla="*/ 320421 h 333375"/>
                <a:gd name="connsiteX1954" fmla="*/ 737521 w 1028700"/>
                <a:gd name="connsiteY1954" fmla="*/ 320135 h 333375"/>
                <a:gd name="connsiteX1955" fmla="*/ 745903 w 1028700"/>
                <a:gd name="connsiteY1955" fmla="*/ 314611 h 333375"/>
                <a:gd name="connsiteX1956" fmla="*/ 749046 w 1028700"/>
                <a:gd name="connsiteY1956" fmla="*/ 310610 h 333375"/>
                <a:gd name="connsiteX1957" fmla="*/ 750284 w 1028700"/>
                <a:gd name="connsiteY1957" fmla="*/ 309563 h 333375"/>
                <a:gd name="connsiteX1958" fmla="*/ 751237 w 1028700"/>
                <a:gd name="connsiteY1958" fmla="*/ 309181 h 333375"/>
                <a:gd name="connsiteX1959" fmla="*/ 758857 w 1028700"/>
                <a:gd name="connsiteY1959" fmla="*/ 308038 h 333375"/>
                <a:gd name="connsiteX1960" fmla="*/ 760952 w 1028700"/>
                <a:gd name="connsiteY1960" fmla="*/ 308038 h 333375"/>
                <a:gd name="connsiteX1961" fmla="*/ 762857 w 1028700"/>
                <a:gd name="connsiteY1961" fmla="*/ 308610 h 333375"/>
                <a:gd name="connsiteX1962" fmla="*/ 763429 w 1028700"/>
                <a:gd name="connsiteY1962" fmla="*/ 309086 h 333375"/>
                <a:gd name="connsiteX1963" fmla="*/ 763905 w 1028700"/>
                <a:gd name="connsiteY1963" fmla="*/ 309658 h 333375"/>
                <a:gd name="connsiteX1964" fmla="*/ 764477 w 1028700"/>
                <a:gd name="connsiteY1964" fmla="*/ 310134 h 333375"/>
                <a:gd name="connsiteX1965" fmla="*/ 765143 w 1028700"/>
                <a:gd name="connsiteY1965" fmla="*/ 310325 h 333375"/>
                <a:gd name="connsiteX1966" fmla="*/ 765620 w 1028700"/>
                <a:gd name="connsiteY1966" fmla="*/ 310134 h 333375"/>
                <a:gd name="connsiteX1967" fmla="*/ 766763 w 1028700"/>
                <a:gd name="connsiteY1967" fmla="*/ 309372 h 333375"/>
                <a:gd name="connsiteX1968" fmla="*/ 766858 w 1028700"/>
                <a:gd name="connsiteY1968" fmla="*/ 309277 h 333375"/>
                <a:gd name="connsiteX1969" fmla="*/ 774668 w 1028700"/>
                <a:gd name="connsiteY1969" fmla="*/ 306038 h 333375"/>
                <a:gd name="connsiteX1970" fmla="*/ 775716 w 1028700"/>
                <a:gd name="connsiteY1970" fmla="*/ 305753 h 333375"/>
                <a:gd name="connsiteX1971" fmla="*/ 776954 w 1028700"/>
                <a:gd name="connsiteY1971" fmla="*/ 305943 h 333375"/>
                <a:gd name="connsiteX1972" fmla="*/ 778193 w 1028700"/>
                <a:gd name="connsiteY1972" fmla="*/ 306514 h 333375"/>
                <a:gd name="connsiteX1973" fmla="*/ 782383 w 1028700"/>
                <a:gd name="connsiteY1973" fmla="*/ 309467 h 333375"/>
                <a:gd name="connsiteX1974" fmla="*/ 783527 w 1028700"/>
                <a:gd name="connsiteY1974" fmla="*/ 309848 h 333375"/>
                <a:gd name="connsiteX1975" fmla="*/ 784765 w 1028700"/>
                <a:gd name="connsiteY1975" fmla="*/ 309563 h 333375"/>
                <a:gd name="connsiteX1976" fmla="*/ 785622 w 1028700"/>
                <a:gd name="connsiteY1976" fmla="*/ 308801 h 333375"/>
                <a:gd name="connsiteX1977" fmla="*/ 786003 w 1028700"/>
                <a:gd name="connsiteY1977" fmla="*/ 307753 h 333375"/>
                <a:gd name="connsiteX1978" fmla="*/ 786003 w 1028700"/>
                <a:gd name="connsiteY1978" fmla="*/ 306610 h 333375"/>
                <a:gd name="connsiteX1979" fmla="*/ 785717 w 1028700"/>
                <a:gd name="connsiteY1979" fmla="*/ 305467 h 333375"/>
                <a:gd name="connsiteX1980" fmla="*/ 785717 w 1028700"/>
                <a:gd name="connsiteY1980" fmla="*/ 304229 h 333375"/>
                <a:gd name="connsiteX1981" fmla="*/ 786289 w 1028700"/>
                <a:gd name="connsiteY1981" fmla="*/ 303371 h 333375"/>
                <a:gd name="connsiteX1982" fmla="*/ 788098 w 1028700"/>
                <a:gd name="connsiteY1982" fmla="*/ 301847 h 333375"/>
                <a:gd name="connsiteX1983" fmla="*/ 788861 w 1028700"/>
                <a:gd name="connsiteY1983" fmla="*/ 300990 h 333375"/>
                <a:gd name="connsiteX1984" fmla="*/ 790194 w 1028700"/>
                <a:gd name="connsiteY1984" fmla="*/ 298799 h 333375"/>
                <a:gd name="connsiteX1985" fmla="*/ 791147 w 1028700"/>
                <a:gd name="connsiteY1985" fmla="*/ 296037 h 333375"/>
                <a:gd name="connsiteX1986" fmla="*/ 791718 w 1028700"/>
                <a:gd name="connsiteY1986" fmla="*/ 292418 h 333375"/>
                <a:gd name="connsiteX1987" fmla="*/ 791623 w 1028700"/>
                <a:gd name="connsiteY1987" fmla="*/ 290798 h 333375"/>
                <a:gd name="connsiteX1988" fmla="*/ 791432 w 1028700"/>
                <a:gd name="connsiteY1988" fmla="*/ 290131 h 333375"/>
                <a:gd name="connsiteX1989" fmla="*/ 791242 w 1028700"/>
                <a:gd name="connsiteY1989" fmla="*/ 289751 h 333375"/>
                <a:gd name="connsiteX1990" fmla="*/ 791147 w 1028700"/>
                <a:gd name="connsiteY1990" fmla="*/ 289370 h 333375"/>
                <a:gd name="connsiteX1991" fmla="*/ 791337 w 1028700"/>
                <a:gd name="connsiteY1991" fmla="*/ 288798 h 333375"/>
                <a:gd name="connsiteX1992" fmla="*/ 791623 w 1028700"/>
                <a:gd name="connsiteY1992" fmla="*/ 288322 h 333375"/>
                <a:gd name="connsiteX1993" fmla="*/ 792099 w 1028700"/>
                <a:gd name="connsiteY1993" fmla="*/ 287846 h 333375"/>
                <a:gd name="connsiteX1994" fmla="*/ 792671 w 1028700"/>
                <a:gd name="connsiteY1994" fmla="*/ 287464 h 333375"/>
                <a:gd name="connsiteX1995" fmla="*/ 793147 w 1028700"/>
                <a:gd name="connsiteY1995" fmla="*/ 287274 h 333375"/>
                <a:gd name="connsiteX1996" fmla="*/ 796004 w 1028700"/>
                <a:gd name="connsiteY1996" fmla="*/ 286893 h 333375"/>
                <a:gd name="connsiteX1997" fmla="*/ 798957 w 1028700"/>
                <a:gd name="connsiteY1997" fmla="*/ 285750 h 333375"/>
                <a:gd name="connsiteX1998" fmla="*/ 799624 w 1028700"/>
                <a:gd name="connsiteY1998" fmla="*/ 285083 h 333375"/>
                <a:gd name="connsiteX1999" fmla="*/ 799719 w 1028700"/>
                <a:gd name="connsiteY1999" fmla="*/ 284131 h 333375"/>
                <a:gd name="connsiteX2000" fmla="*/ 799529 w 1028700"/>
                <a:gd name="connsiteY2000" fmla="*/ 282988 h 333375"/>
                <a:gd name="connsiteX2001" fmla="*/ 799529 w 1028700"/>
                <a:gd name="connsiteY2001" fmla="*/ 282130 h 333375"/>
                <a:gd name="connsiteX2002" fmla="*/ 799719 w 1028700"/>
                <a:gd name="connsiteY2002" fmla="*/ 281273 h 333375"/>
                <a:gd name="connsiteX2003" fmla="*/ 800195 w 1028700"/>
                <a:gd name="connsiteY2003" fmla="*/ 280226 h 333375"/>
                <a:gd name="connsiteX2004" fmla="*/ 800290 w 1028700"/>
                <a:gd name="connsiteY2004" fmla="*/ 279559 h 333375"/>
                <a:gd name="connsiteX2005" fmla="*/ 800290 w 1028700"/>
                <a:gd name="connsiteY2005" fmla="*/ 278797 h 333375"/>
                <a:gd name="connsiteX2006" fmla="*/ 800100 w 1028700"/>
                <a:gd name="connsiteY2006" fmla="*/ 278130 h 333375"/>
                <a:gd name="connsiteX2007" fmla="*/ 799624 w 1028700"/>
                <a:gd name="connsiteY2007" fmla="*/ 277749 h 333375"/>
                <a:gd name="connsiteX2008" fmla="*/ 798386 w 1028700"/>
                <a:gd name="connsiteY2008" fmla="*/ 277939 h 333375"/>
                <a:gd name="connsiteX2009" fmla="*/ 797528 w 1028700"/>
                <a:gd name="connsiteY2009" fmla="*/ 278321 h 333375"/>
                <a:gd name="connsiteX2010" fmla="*/ 796957 w 1028700"/>
                <a:gd name="connsiteY2010" fmla="*/ 278225 h 333375"/>
                <a:gd name="connsiteX2011" fmla="*/ 796385 w 1028700"/>
                <a:gd name="connsiteY2011" fmla="*/ 277082 h 333375"/>
                <a:gd name="connsiteX2012" fmla="*/ 796290 w 1028700"/>
                <a:gd name="connsiteY2012" fmla="*/ 276606 h 333375"/>
                <a:gd name="connsiteX2013" fmla="*/ 796385 w 1028700"/>
                <a:gd name="connsiteY2013" fmla="*/ 274892 h 333375"/>
                <a:gd name="connsiteX2014" fmla="*/ 796290 w 1028700"/>
                <a:gd name="connsiteY2014" fmla="*/ 274320 h 333375"/>
                <a:gd name="connsiteX2015" fmla="*/ 795719 w 1028700"/>
                <a:gd name="connsiteY2015" fmla="*/ 273463 h 333375"/>
                <a:gd name="connsiteX2016" fmla="*/ 795528 w 1028700"/>
                <a:gd name="connsiteY2016" fmla="*/ 272987 h 333375"/>
                <a:gd name="connsiteX2017" fmla="*/ 795433 w 1028700"/>
                <a:gd name="connsiteY2017" fmla="*/ 272034 h 333375"/>
                <a:gd name="connsiteX2018" fmla="*/ 796004 w 1028700"/>
                <a:gd name="connsiteY2018" fmla="*/ 269177 h 333375"/>
                <a:gd name="connsiteX2019" fmla="*/ 796766 w 1028700"/>
                <a:gd name="connsiteY2019" fmla="*/ 267176 h 333375"/>
                <a:gd name="connsiteX2020" fmla="*/ 798386 w 1028700"/>
                <a:gd name="connsiteY2020" fmla="*/ 266224 h 333375"/>
                <a:gd name="connsiteX2021" fmla="*/ 802481 w 1028700"/>
                <a:gd name="connsiteY2021" fmla="*/ 265652 h 333375"/>
                <a:gd name="connsiteX2022" fmla="*/ 803910 w 1028700"/>
                <a:gd name="connsiteY2022" fmla="*/ 265176 h 333375"/>
                <a:gd name="connsiteX2023" fmla="*/ 804291 w 1028700"/>
                <a:gd name="connsiteY2023" fmla="*/ 264605 h 333375"/>
                <a:gd name="connsiteX2024" fmla="*/ 804101 w 1028700"/>
                <a:gd name="connsiteY2024" fmla="*/ 263843 h 333375"/>
                <a:gd name="connsiteX2025" fmla="*/ 804005 w 1028700"/>
                <a:gd name="connsiteY2025" fmla="*/ 262700 h 333375"/>
                <a:gd name="connsiteX2026" fmla="*/ 804386 w 1028700"/>
                <a:gd name="connsiteY2026" fmla="*/ 261556 h 333375"/>
                <a:gd name="connsiteX2027" fmla="*/ 805053 w 1028700"/>
                <a:gd name="connsiteY2027" fmla="*/ 261176 h 333375"/>
                <a:gd name="connsiteX2028" fmla="*/ 807053 w 1028700"/>
                <a:gd name="connsiteY2028" fmla="*/ 261366 h 333375"/>
                <a:gd name="connsiteX2029" fmla="*/ 808101 w 1028700"/>
                <a:gd name="connsiteY2029" fmla="*/ 260699 h 333375"/>
                <a:gd name="connsiteX2030" fmla="*/ 810387 w 1028700"/>
                <a:gd name="connsiteY2030" fmla="*/ 258794 h 333375"/>
                <a:gd name="connsiteX2031" fmla="*/ 811339 w 1028700"/>
                <a:gd name="connsiteY2031" fmla="*/ 258413 h 333375"/>
                <a:gd name="connsiteX2032" fmla="*/ 812102 w 1028700"/>
                <a:gd name="connsiteY2032" fmla="*/ 257937 h 333375"/>
                <a:gd name="connsiteX2033" fmla="*/ 814102 w 1028700"/>
                <a:gd name="connsiteY2033" fmla="*/ 255746 h 333375"/>
                <a:gd name="connsiteX2034" fmla="*/ 815245 w 1028700"/>
                <a:gd name="connsiteY2034" fmla="*/ 255079 h 333375"/>
                <a:gd name="connsiteX2035" fmla="*/ 817626 w 1028700"/>
                <a:gd name="connsiteY2035" fmla="*/ 254889 h 333375"/>
                <a:gd name="connsiteX2036" fmla="*/ 818769 w 1028700"/>
                <a:gd name="connsiteY2036" fmla="*/ 254508 h 333375"/>
                <a:gd name="connsiteX2037" fmla="*/ 819436 w 1028700"/>
                <a:gd name="connsiteY2037" fmla="*/ 253460 h 333375"/>
                <a:gd name="connsiteX2038" fmla="*/ 819340 w 1028700"/>
                <a:gd name="connsiteY2038" fmla="*/ 252508 h 333375"/>
                <a:gd name="connsiteX2039" fmla="*/ 818769 w 1028700"/>
                <a:gd name="connsiteY2039" fmla="*/ 251270 h 333375"/>
                <a:gd name="connsiteX2040" fmla="*/ 818007 w 1028700"/>
                <a:gd name="connsiteY2040" fmla="*/ 250031 h 333375"/>
                <a:gd name="connsiteX2041" fmla="*/ 817245 w 1028700"/>
                <a:gd name="connsiteY2041" fmla="*/ 249174 h 333375"/>
                <a:gd name="connsiteX2042" fmla="*/ 816769 w 1028700"/>
                <a:gd name="connsiteY2042" fmla="*/ 248793 h 333375"/>
                <a:gd name="connsiteX2043" fmla="*/ 816102 w 1028700"/>
                <a:gd name="connsiteY2043" fmla="*/ 248507 h 333375"/>
                <a:gd name="connsiteX2044" fmla="*/ 815435 w 1028700"/>
                <a:gd name="connsiteY2044" fmla="*/ 248317 h 333375"/>
                <a:gd name="connsiteX2045" fmla="*/ 814769 w 1028700"/>
                <a:gd name="connsiteY2045" fmla="*/ 248221 h 333375"/>
                <a:gd name="connsiteX2046" fmla="*/ 814197 w 1028700"/>
                <a:gd name="connsiteY2046" fmla="*/ 248412 h 333375"/>
                <a:gd name="connsiteX2047" fmla="*/ 813054 w 1028700"/>
                <a:gd name="connsiteY2047" fmla="*/ 248984 h 333375"/>
                <a:gd name="connsiteX2048" fmla="*/ 812482 w 1028700"/>
                <a:gd name="connsiteY2048" fmla="*/ 248984 h 333375"/>
                <a:gd name="connsiteX2049" fmla="*/ 811721 w 1028700"/>
                <a:gd name="connsiteY2049" fmla="*/ 248221 h 333375"/>
                <a:gd name="connsiteX2050" fmla="*/ 811816 w 1028700"/>
                <a:gd name="connsiteY2050" fmla="*/ 247174 h 333375"/>
                <a:gd name="connsiteX2051" fmla="*/ 812292 w 1028700"/>
                <a:gd name="connsiteY2051" fmla="*/ 246031 h 333375"/>
                <a:gd name="connsiteX2052" fmla="*/ 812482 w 1028700"/>
                <a:gd name="connsiteY2052" fmla="*/ 244983 h 333375"/>
                <a:gd name="connsiteX2053" fmla="*/ 812292 w 1028700"/>
                <a:gd name="connsiteY2053" fmla="*/ 244507 h 333375"/>
                <a:gd name="connsiteX2054" fmla="*/ 811721 w 1028700"/>
                <a:gd name="connsiteY2054" fmla="*/ 243459 h 333375"/>
                <a:gd name="connsiteX2055" fmla="*/ 811721 w 1028700"/>
                <a:gd name="connsiteY2055" fmla="*/ 242983 h 333375"/>
                <a:gd name="connsiteX2056" fmla="*/ 812006 w 1028700"/>
                <a:gd name="connsiteY2056" fmla="*/ 242316 h 333375"/>
                <a:gd name="connsiteX2057" fmla="*/ 812482 w 1028700"/>
                <a:gd name="connsiteY2057" fmla="*/ 242126 h 333375"/>
                <a:gd name="connsiteX2058" fmla="*/ 813054 w 1028700"/>
                <a:gd name="connsiteY2058" fmla="*/ 242030 h 333375"/>
                <a:gd name="connsiteX2059" fmla="*/ 813626 w 1028700"/>
                <a:gd name="connsiteY2059" fmla="*/ 241649 h 333375"/>
                <a:gd name="connsiteX2060" fmla="*/ 814197 w 1028700"/>
                <a:gd name="connsiteY2060" fmla="*/ 240411 h 333375"/>
                <a:gd name="connsiteX2061" fmla="*/ 813816 w 1028700"/>
                <a:gd name="connsiteY2061" fmla="*/ 239363 h 333375"/>
                <a:gd name="connsiteX2062" fmla="*/ 812387 w 1028700"/>
                <a:gd name="connsiteY2062" fmla="*/ 237554 h 333375"/>
                <a:gd name="connsiteX2063" fmla="*/ 812102 w 1028700"/>
                <a:gd name="connsiteY2063" fmla="*/ 236887 h 333375"/>
                <a:gd name="connsiteX2064" fmla="*/ 812197 w 1028700"/>
                <a:gd name="connsiteY2064" fmla="*/ 236696 h 333375"/>
                <a:gd name="connsiteX2065" fmla="*/ 812673 w 1028700"/>
                <a:gd name="connsiteY2065" fmla="*/ 236506 h 333375"/>
                <a:gd name="connsiteX2066" fmla="*/ 813435 w 1028700"/>
                <a:gd name="connsiteY2066" fmla="*/ 235934 h 333375"/>
                <a:gd name="connsiteX2067" fmla="*/ 813816 w 1028700"/>
                <a:gd name="connsiteY2067" fmla="*/ 235363 h 333375"/>
                <a:gd name="connsiteX2068" fmla="*/ 814006 w 1028700"/>
                <a:gd name="connsiteY2068" fmla="*/ 234791 h 333375"/>
                <a:gd name="connsiteX2069" fmla="*/ 814102 w 1028700"/>
                <a:gd name="connsiteY2069" fmla="*/ 234220 h 333375"/>
                <a:gd name="connsiteX2070" fmla="*/ 814292 w 1028700"/>
                <a:gd name="connsiteY2070" fmla="*/ 233648 h 333375"/>
                <a:gd name="connsiteX2071" fmla="*/ 814959 w 1028700"/>
                <a:gd name="connsiteY2071" fmla="*/ 232505 h 333375"/>
                <a:gd name="connsiteX2072" fmla="*/ 815816 w 1028700"/>
                <a:gd name="connsiteY2072" fmla="*/ 231648 h 333375"/>
                <a:gd name="connsiteX2073" fmla="*/ 818864 w 1028700"/>
                <a:gd name="connsiteY2073" fmla="*/ 229648 h 333375"/>
                <a:gd name="connsiteX2074" fmla="*/ 819436 w 1028700"/>
                <a:gd name="connsiteY2074" fmla="*/ 228981 h 333375"/>
                <a:gd name="connsiteX2075" fmla="*/ 820293 w 1028700"/>
                <a:gd name="connsiteY2075" fmla="*/ 227171 h 333375"/>
                <a:gd name="connsiteX2076" fmla="*/ 821150 w 1028700"/>
                <a:gd name="connsiteY2076" fmla="*/ 225838 h 333375"/>
                <a:gd name="connsiteX2077" fmla="*/ 821912 w 1028700"/>
                <a:gd name="connsiteY2077" fmla="*/ 226028 h 333375"/>
                <a:gd name="connsiteX2078" fmla="*/ 823246 w 1028700"/>
                <a:gd name="connsiteY2078" fmla="*/ 228029 h 333375"/>
                <a:gd name="connsiteX2079" fmla="*/ 824770 w 1028700"/>
                <a:gd name="connsiteY2079" fmla="*/ 228791 h 333375"/>
                <a:gd name="connsiteX2080" fmla="*/ 826389 w 1028700"/>
                <a:gd name="connsiteY2080" fmla="*/ 228505 h 333375"/>
                <a:gd name="connsiteX2081" fmla="*/ 829818 w 1028700"/>
                <a:gd name="connsiteY2081" fmla="*/ 226981 h 333375"/>
                <a:gd name="connsiteX2082" fmla="*/ 832009 w 1028700"/>
                <a:gd name="connsiteY2082" fmla="*/ 226790 h 333375"/>
                <a:gd name="connsiteX2083" fmla="*/ 832866 w 1028700"/>
                <a:gd name="connsiteY2083" fmla="*/ 226409 h 333375"/>
                <a:gd name="connsiteX2084" fmla="*/ 833247 w 1028700"/>
                <a:gd name="connsiteY2084" fmla="*/ 225362 h 333375"/>
                <a:gd name="connsiteX2085" fmla="*/ 833438 w 1028700"/>
                <a:gd name="connsiteY2085" fmla="*/ 223171 h 333375"/>
                <a:gd name="connsiteX2086" fmla="*/ 833723 w 1028700"/>
                <a:gd name="connsiteY2086" fmla="*/ 222218 h 333375"/>
                <a:gd name="connsiteX2087" fmla="*/ 835533 w 1028700"/>
                <a:gd name="connsiteY2087" fmla="*/ 219837 h 333375"/>
                <a:gd name="connsiteX2088" fmla="*/ 835438 w 1028700"/>
                <a:gd name="connsiteY2088" fmla="*/ 219456 h 333375"/>
                <a:gd name="connsiteX2089" fmla="*/ 834676 w 1028700"/>
                <a:gd name="connsiteY2089" fmla="*/ 219170 h 333375"/>
                <a:gd name="connsiteX2090" fmla="*/ 833819 w 1028700"/>
                <a:gd name="connsiteY2090" fmla="*/ 218122 h 333375"/>
                <a:gd name="connsiteX2091" fmla="*/ 833819 w 1028700"/>
                <a:gd name="connsiteY2091" fmla="*/ 217170 h 333375"/>
                <a:gd name="connsiteX2092" fmla="*/ 835628 w 1028700"/>
                <a:gd name="connsiteY2092" fmla="*/ 209264 h 333375"/>
                <a:gd name="connsiteX2093" fmla="*/ 836581 w 1028700"/>
                <a:gd name="connsiteY2093" fmla="*/ 206788 h 333375"/>
                <a:gd name="connsiteX2094" fmla="*/ 837724 w 1028700"/>
                <a:gd name="connsiteY2094" fmla="*/ 205645 h 333375"/>
                <a:gd name="connsiteX2095" fmla="*/ 838295 w 1028700"/>
                <a:gd name="connsiteY2095" fmla="*/ 205740 h 333375"/>
                <a:gd name="connsiteX2096" fmla="*/ 838772 w 1028700"/>
                <a:gd name="connsiteY2096" fmla="*/ 205930 h 333375"/>
                <a:gd name="connsiteX2097" fmla="*/ 839248 w 1028700"/>
                <a:gd name="connsiteY2097" fmla="*/ 206026 h 333375"/>
                <a:gd name="connsiteX2098" fmla="*/ 839819 w 1028700"/>
                <a:gd name="connsiteY2098" fmla="*/ 205835 h 333375"/>
                <a:gd name="connsiteX2099" fmla="*/ 840105 w 1028700"/>
                <a:gd name="connsiteY2099" fmla="*/ 205359 h 333375"/>
                <a:gd name="connsiteX2100" fmla="*/ 840105 w 1028700"/>
                <a:gd name="connsiteY2100" fmla="*/ 204788 h 333375"/>
                <a:gd name="connsiteX2101" fmla="*/ 839724 w 1028700"/>
                <a:gd name="connsiteY2101" fmla="*/ 203740 h 333375"/>
                <a:gd name="connsiteX2102" fmla="*/ 838867 w 1028700"/>
                <a:gd name="connsiteY2102" fmla="*/ 202216 h 333375"/>
                <a:gd name="connsiteX2103" fmla="*/ 838676 w 1028700"/>
                <a:gd name="connsiteY2103" fmla="*/ 201549 h 333375"/>
                <a:gd name="connsiteX2104" fmla="*/ 838676 w 1028700"/>
                <a:gd name="connsiteY2104" fmla="*/ 200978 h 333375"/>
                <a:gd name="connsiteX2105" fmla="*/ 838772 w 1028700"/>
                <a:gd name="connsiteY2105" fmla="*/ 199930 h 333375"/>
                <a:gd name="connsiteX2106" fmla="*/ 838676 w 1028700"/>
                <a:gd name="connsiteY2106" fmla="*/ 199358 h 333375"/>
                <a:gd name="connsiteX2107" fmla="*/ 837343 w 1028700"/>
                <a:gd name="connsiteY2107" fmla="*/ 196215 h 333375"/>
                <a:gd name="connsiteX2108" fmla="*/ 837152 w 1028700"/>
                <a:gd name="connsiteY2108" fmla="*/ 194977 h 333375"/>
                <a:gd name="connsiteX2109" fmla="*/ 837152 w 1028700"/>
                <a:gd name="connsiteY2109" fmla="*/ 192881 h 333375"/>
                <a:gd name="connsiteX2110" fmla="*/ 837438 w 1028700"/>
                <a:gd name="connsiteY2110" fmla="*/ 190786 h 333375"/>
                <a:gd name="connsiteX2111" fmla="*/ 839438 w 1028700"/>
                <a:gd name="connsiteY2111" fmla="*/ 184690 h 333375"/>
                <a:gd name="connsiteX2112" fmla="*/ 839438 w 1028700"/>
                <a:gd name="connsiteY2112" fmla="*/ 182975 h 333375"/>
                <a:gd name="connsiteX2113" fmla="*/ 838676 w 1028700"/>
                <a:gd name="connsiteY2113" fmla="*/ 182213 h 333375"/>
                <a:gd name="connsiteX2114" fmla="*/ 837629 w 1028700"/>
                <a:gd name="connsiteY2114" fmla="*/ 181642 h 333375"/>
                <a:gd name="connsiteX2115" fmla="*/ 836771 w 1028700"/>
                <a:gd name="connsiteY2115" fmla="*/ 180880 h 333375"/>
                <a:gd name="connsiteX2116" fmla="*/ 836771 w 1028700"/>
                <a:gd name="connsiteY2116" fmla="*/ 179642 h 333375"/>
                <a:gd name="connsiteX2117" fmla="*/ 837152 w 1028700"/>
                <a:gd name="connsiteY2117" fmla="*/ 179261 h 333375"/>
                <a:gd name="connsiteX2118" fmla="*/ 838962 w 1028700"/>
                <a:gd name="connsiteY2118" fmla="*/ 178213 h 333375"/>
                <a:gd name="connsiteX2119" fmla="*/ 839438 w 1028700"/>
                <a:gd name="connsiteY2119" fmla="*/ 177641 h 333375"/>
                <a:gd name="connsiteX2120" fmla="*/ 840486 w 1028700"/>
                <a:gd name="connsiteY2120" fmla="*/ 175641 h 333375"/>
                <a:gd name="connsiteX2121" fmla="*/ 841153 w 1028700"/>
                <a:gd name="connsiteY2121" fmla="*/ 173355 h 333375"/>
                <a:gd name="connsiteX2122" fmla="*/ 841724 w 1028700"/>
                <a:gd name="connsiteY2122" fmla="*/ 168688 h 333375"/>
                <a:gd name="connsiteX2123" fmla="*/ 842010 w 1028700"/>
                <a:gd name="connsiteY2123" fmla="*/ 167735 h 333375"/>
                <a:gd name="connsiteX2124" fmla="*/ 842391 w 1028700"/>
                <a:gd name="connsiteY2124" fmla="*/ 166497 h 333375"/>
                <a:gd name="connsiteX2125" fmla="*/ 842867 w 1028700"/>
                <a:gd name="connsiteY2125" fmla="*/ 166021 h 333375"/>
                <a:gd name="connsiteX2126" fmla="*/ 843915 w 1028700"/>
                <a:gd name="connsiteY2126" fmla="*/ 165735 h 333375"/>
                <a:gd name="connsiteX2127" fmla="*/ 844296 w 1028700"/>
                <a:gd name="connsiteY2127" fmla="*/ 165354 h 333375"/>
                <a:gd name="connsiteX2128" fmla="*/ 844677 w 1028700"/>
                <a:gd name="connsiteY2128" fmla="*/ 164878 h 333375"/>
                <a:gd name="connsiteX2129" fmla="*/ 846963 w 1028700"/>
                <a:gd name="connsiteY2129" fmla="*/ 162782 h 333375"/>
                <a:gd name="connsiteX2130" fmla="*/ 847344 w 1028700"/>
                <a:gd name="connsiteY2130" fmla="*/ 162973 h 333375"/>
                <a:gd name="connsiteX2131" fmla="*/ 847725 w 1028700"/>
                <a:gd name="connsiteY2131" fmla="*/ 163449 h 333375"/>
                <a:gd name="connsiteX2132" fmla="*/ 848201 w 1028700"/>
                <a:gd name="connsiteY2132" fmla="*/ 163735 h 333375"/>
                <a:gd name="connsiteX2133" fmla="*/ 848963 w 1028700"/>
                <a:gd name="connsiteY2133" fmla="*/ 163544 h 333375"/>
                <a:gd name="connsiteX2134" fmla="*/ 849249 w 1028700"/>
                <a:gd name="connsiteY2134" fmla="*/ 162973 h 333375"/>
                <a:gd name="connsiteX2135" fmla="*/ 849439 w 1028700"/>
                <a:gd name="connsiteY2135" fmla="*/ 162306 h 333375"/>
                <a:gd name="connsiteX2136" fmla="*/ 851440 w 1028700"/>
                <a:gd name="connsiteY2136" fmla="*/ 160592 h 333375"/>
                <a:gd name="connsiteX2137" fmla="*/ 851726 w 1028700"/>
                <a:gd name="connsiteY2137" fmla="*/ 158972 h 333375"/>
                <a:gd name="connsiteX2138" fmla="*/ 851726 w 1028700"/>
                <a:gd name="connsiteY2138" fmla="*/ 157258 h 333375"/>
                <a:gd name="connsiteX2139" fmla="*/ 852202 w 1028700"/>
                <a:gd name="connsiteY2139" fmla="*/ 155638 h 333375"/>
                <a:gd name="connsiteX2140" fmla="*/ 852869 w 1028700"/>
                <a:gd name="connsiteY2140" fmla="*/ 154972 h 333375"/>
                <a:gd name="connsiteX2141" fmla="*/ 853535 w 1028700"/>
                <a:gd name="connsiteY2141" fmla="*/ 154877 h 333375"/>
                <a:gd name="connsiteX2142" fmla="*/ 854012 w 1028700"/>
                <a:gd name="connsiteY2142" fmla="*/ 155353 h 333375"/>
                <a:gd name="connsiteX2143" fmla="*/ 854297 w 1028700"/>
                <a:gd name="connsiteY2143" fmla="*/ 156210 h 333375"/>
                <a:gd name="connsiteX2144" fmla="*/ 854773 w 1028700"/>
                <a:gd name="connsiteY2144" fmla="*/ 156972 h 333375"/>
                <a:gd name="connsiteX2145" fmla="*/ 855821 w 1028700"/>
                <a:gd name="connsiteY2145" fmla="*/ 157258 h 333375"/>
                <a:gd name="connsiteX2146" fmla="*/ 858012 w 1028700"/>
                <a:gd name="connsiteY2146" fmla="*/ 157448 h 333375"/>
                <a:gd name="connsiteX2147" fmla="*/ 859250 w 1028700"/>
                <a:gd name="connsiteY2147" fmla="*/ 157925 h 333375"/>
                <a:gd name="connsiteX2148" fmla="*/ 859917 w 1028700"/>
                <a:gd name="connsiteY2148" fmla="*/ 158305 h 333375"/>
                <a:gd name="connsiteX2149" fmla="*/ 860298 w 1028700"/>
                <a:gd name="connsiteY2149" fmla="*/ 158687 h 333375"/>
                <a:gd name="connsiteX2150" fmla="*/ 860488 w 1028700"/>
                <a:gd name="connsiteY2150" fmla="*/ 159544 h 333375"/>
                <a:gd name="connsiteX2151" fmla="*/ 860774 w 1028700"/>
                <a:gd name="connsiteY2151" fmla="*/ 160401 h 333375"/>
                <a:gd name="connsiteX2152" fmla="*/ 861346 w 1028700"/>
                <a:gd name="connsiteY2152" fmla="*/ 161068 h 333375"/>
                <a:gd name="connsiteX2153" fmla="*/ 862203 w 1028700"/>
                <a:gd name="connsiteY2153" fmla="*/ 161354 h 333375"/>
                <a:gd name="connsiteX2154" fmla="*/ 862870 w 1028700"/>
                <a:gd name="connsiteY2154" fmla="*/ 160972 h 333375"/>
                <a:gd name="connsiteX2155" fmla="*/ 865441 w 1028700"/>
                <a:gd name="connsiteY2155" fmla="*/ 158496 h 333375"/>
                <a:gd name="connsiteX2156" fmla="*/ 866394 w 1028700"/>
                <a:gd name="connsiteY2156" fmla="*/ 157925 h 333375"/>
                <a:gd name="connsiteX2157" fmla="*/ 866965 w 1028700"/>
                <a:gd name="connsiteY2157" fmla="*/ 157448 h 333375"/>
                <a:gd name="connsiteX2158" fmla="*/ 867347 w 1028700"/>
                <a:gd name="connsiteY2158" fmla="*/ 156781 h 333375"/>
                <a:gd name="connsiteX2159" fmla="*/ 867823 w 1028700"/>
                <a:gd name="connsiteY2159" fmla="*/ 155638 h 333375"/>
                <a:gd name="connsiteX2160" fmla="*/ 868394 w 1028700"/>
                <a:gd name="connsiteY2160" fmla="*/ 155924 h 333375"/>
                <a:gd name="connsiteX2161" fmla="*/ 868966 w 1028700"/>
                <a:gd name="connsiteY2161" fmla="*/ 156020 h 333375"/>
                <a:gd name="connsiteX2162" fmla="*/ 870204 w 1028700"/>
                <a:gd name="connsiteY2162" fmla="*/ 156115 h 333375"/>
                <a:gd name="connsiteX2163" fmla="*/ 872585 w 1028700"/>
                <a:gd name="connsiteY2163" fmla="*/ 156781 h 333375"/>
                <a:gd name="connsiteX2164" fmla="*/ 873347 w 1028700"/>
                <a:gd name="connsiteY2164" fmla="*/ 156877 h 333375"/>
                <a:gd name="connsiteX2165" fmla="*/ 874871 w 1028700"/>
                <a:gd name="connsiteY2165" fmla="*/ 156401 h 333375"/>
                <a:gd name="connsiteX2166" fmla="*/ 876300 w 1028700"/>
                <a:gd name="connsiteY2166" fmla="*/ 155638 h 333375"/>
                <a:gd name="connsiteX2167" fmla="*/ 877633 w 1028700"/>
                <a:gd name="connsiteY2167" fmla="*/ 155353 h 333375"/>
                <a:gd name="connsiteX2168" fmla="*/ 879062 w 1028700"/>
                <a:gd name="connsiteY2168" fmla="*/ 156686 h 333375"/>
                <a:gd name="connsiteX2169" fmla="*/ 879443 w 1028700"/>
                <a:gd name="connsiteY2169" fmla="*/ 156686 h 333375"/>
                <a:gd name="connsiteX2170" fmla="*/ 879824 w 1028700"/>
                <a:gd name="connsiteY2170" fmla="*/ 156686 h 333375"/>
                <a:gd name="connsiteX2171" fmla="*/ 880205 w 1028700"/>
                <a:gd name="connsiteY2171" fmla="*/ 156781 h 333375"/>
                <a:gd name="connsiteX2172" fmla="*/ 880396 w 1028700"/>
                <a:gd name="connsiteY2172" fmla="*/ 157067 h 333375"/>
                <a:gd name="connsiteX2173" fmla="*/ 880586 w 1028700"/>
                <a:gd name="connsiteY2173" fmla="*/ 157734 h 333375"/>
                <a:gd name="connsiteX2174" fmla="*/ 881920 w 1028700"/>
                <a:gd name="connsiteY2174" fmla="*/ 160020 h 333375"/>
                <a:gd name="connsiteX2175" fmla="*/ 882396 w 1028700"/>
                <a:gd name="connsiteY2175" fmla="*/ 160306 h 333375"/>
                <a:gd name="connsiteX2176" fmla="*/ 882968 w 1028700"/>
                <a:gd name="connsiteY2176" fmla="*/ 160401 h 333375"/>
                <a:gd name="connsiteX2177" fmla="*/ 883539 w 1028700"/>
                <a:gd name="connsiteY2177" fmla="*/ 160211 h 333375"/>
                <a:gd name="connsiteX2178" fmla="*/ 884872 w 1028700"/>
                <a:gd name="connsiteY2178" fmla="*/ 158877 h 333375"/>
                <a:gd name="connsiteX2179" fmla="*/ 885444 w 1028700"/>
                <a:gd name="connsiteY2179" fmla="*/ 158877 h 333375"/>
                <a:gd name="connsiteX2180" fmla="*/ 886015 w 1028700"/>
                <a:gd name="connsiteY2180" fmla="*/ 159068 h 333375"/>
                <a:gd name="connsiteX2181" fmla="*/ 886968 w 1028700"/>
                <a:gd name="connsiteY2181" fmla="*/ 158782 h 333375"/>
                <a:gd name="connsiteX2182" fmla="*/ 887349 w 1028700"/>
                <a:gd name="connsiteY2182" fmla="*/ 158401 h 333375"/>
                <a:gd name="connsiteX2183" fmla="*/ 887254 w 1028700"/>
                <a:gd name="connsiteY2183" fmla="*/ 158020 h 333375"/>
                <a:gd name="connsiteX2184" fmla="*/ 886968 w 1028700"/>
                <a:gd name="connsiteY2184" fmla="*/ 157639 h 333375"/>
                <a:gd name="connsiteX2185" fmla="*/ 886968 w 1028700"/>
                <a:gd name="connsiteY2185" fmla="*/ 157067 h 333375"/>
                <a:gd name="connsiteX2186" fmla="*/ 887349 w 1028700"/>
                <a:gd name="connsiteY2186" fmla="*/ 156305 h 333375"/>
                <a:gd name="connsiteX2187" fmla="*/ 888492 w 1028700"/>
                <a:gd name="connsiteY2187" fmla="*/ 155162 h 333375"/>
                <a:gd name="connsiteX2188" fmla="*/ 888873 w 1028700"/>
                <a:gd name="connsiteY2188" fmla="*/ 154496 h 333375"/>
                <a:gd name="connsiteX2189" fmla="*/ 889445 w 1028700"/>
                <a:gd name="connsiteY2189" fmla="*/ 154591 h 333375"/>
                <a:gd name="connsiteX2190" fmla="*/ 891730 w 1028700"/>
                <a:gd name="connsiteY2190" fmla="*/ 157925 h 333375"/>
                <a:gd name="connsiteX2191" fmla="*/ 892397 w 1028700"/>
                <a:gd name="connsiteY2191" fmla="*/ 157925 h 333375"/>
                <a:gd name="connsiteX2192" fmla="*/ 893731 w 1028700"/>
                <a:gd name="connsiteY2192" fmla="*/ 157258 h 333375"/>
                <a:gd name="connsiteX2193" fmla="*/ 895160 w 1028700"/>
                <a:gd name="connsiteY2193" fmla="*/ 157829 h 333375"/>
                <a:gd name="connsiteX2194" fmla="*/ 896207 w 1028700"/>
                <a:gd name="connsiteY2194" fmla="*/ 157829 h 333375"/>
                <a:gd name="connsiteX2195" fmla="*/ 897160 w 1028700"/>
                <a:gd name="connsiteY2195" fmla="*/ 157544 h 333375"/>
                <a:gd name="connsiteX2196" fmla="*/ 898779 w 1028700"/>
                <a:gd name="connsiteY2196" fmla="*/ 156115 h 333375"/>
                <a:gd name="connsiteX2197" fmla="*/ 899731 w 1028700"/>
                <a:gd name="connsiteY2197" fmla="*/ 156210 h 333375"/>
                <a:gd name="connsiteX2198" fmla="*/ 901637 w 1028700"/>
                <a:gd name="connsiteY2198" fmla="*/ 157544 h 333375"/>
                <a:gd name="connsiteX2199" fmla="*/ 903637 w 1028700"/>
                <a:gd name="connsiteY2199" fmla="*/ 158020 h 333375"/>
                <a:gd name="connsiteX2200" fmla="*/ 907732 w 1028700"/>
                <a:gd name="connsiteY2200" fmla="*/ 157258 h 333375"/>
                <a:gd name="connsiteX2201" fmla="*/ 909923 w 1028700"/>
                <a:gd name="connsiteY2201" fmla="*/ 157258 h 333375"/>
                <a:gd name="connsiteX2202" fmla="*/ 912876 w 1028700"/>
                <a:gd name="connsiteY2202" fmla="*/ 158020 h 333375"/>
                <a:gd name="connsiteX2203" fmla="*/ 922591 w 1028700"/>
                <a:gd name="connsiteY2203" fmla="*/ 157829 h 333375"/>
                <a:gd name="connsiteX2204" fmla="*/ 923068 w 1028700"/>
                <a:gd name="connsiteY2204" fmla="*/ 157544 h 333375"/>
                <a:gd name="connsiteX2205" fmla="*/ 923925 w 1028700"/>
                <a:gd name="connsiteY2205" fmla="*/ 156781 h 333375"/>
                <a:gd name="connsiteX2206" fmla="*/ 924592 w 1028700"/>
                <a:gd name="connsiteY2206" fmla="*/ 156591 h 333375"/>
                <a:gd name="connsiteX2207" fmla="*/ 925354 w 1028700"/>
                <a:gd name="connsiteY2207" fmla="*/ 156686 h 333375"/>
                <a:gd name="connsiteX2208" fmla="*/ 925735 w 1028700"/>
                <a:gd name="connsiteY2208" fmla="*/ 157067 h 333375"/>
                <a:gd name="connsiteX2209" fmla="*/ 926021 w 1028700"/>
                <a:gd name="connsiteY2209" fmla="*/ 157544 h 333375"/>
                <a:gd name="connsiteX2210" fmla="*/ 926402 w 1028700"/>
                <a:gd name="connsiteY2210" fmla="*/ 158115 h 333375"/>
                <a:gd name="connsiteX2211" fmla="*/ 928306 w 1028700"/>
                <a:gd name="connsiteY2211" fmla="*/ 159448 h 333375"/>
                <a:gd name="connsiteX2212" fmla="*/ 932593 w 1028700"/>
                <a:gd name="connsiteY2212" fmla="*/ 161639 h 333375"/>
                <a:gd name="connsiteX2213" fmla="*/ 935546 w 1028700"/>
                <a:gd name="connsiteY2213" fmla="*/ 164783 h 333375"/>
                <a:gd name="connsiteX2214" fmla="*/ 936784 w 1028700"/>
                <a:gd name="connsiteY2214" fmla="*/ 165545 h 333375"/>
                <a:gd name="connsiteX2215" fmla="*/ 938213 w 1028700"/>
                <a:gd name="connsiteY2215" fmla="*/ 165926 h 333375"/>
                <a:gd name="connsiteX2216" fmla="*/ 940022 w 1028700"/>
                <a:gd name="connsiteY2216" fmla="*/ 166211 h 333375"/>
                <a:gd name="connsiteX2217" fmla="*/ 940880 w 1028700"/>
                <a:gd name="connsiteY2217" fmla="*/ 166211 h 333375"/>
                <a:gd name="connsiteX2218" fmla="*/ 942308 w 1028700"/>
                <a:gd name="connsiteY2218" fmla="*/ 166116 h 333375"/>
                <a:gd name="connsiteX2219" fmla="*/ 943165 w 1028700"/>
                <a:gd name="connsiteY2219" fmla="*/ 166402 h 333375"/>
                <a:gd name="connsiteX2220" fmla="*/ 943642 w 1028700"/>
                <a:gd name="connsiteY2220" fmla="*/ 166783 h 333375"/>
                <a:gd name="connsiteX2221" fmla="*/ 945832 w 1028700"/>
                <a:gd name="connsiteY2221" fmla="*/ 165926 h 333375"/>
                <a:gd name="connsiteX2222" fmla="*/ 946309 w 1028700"/>
                <a:gd name="connsiteY2222" fmla="*/ 165830 h 333375"/>
                <a:gd name="connsiteX2223" fmla="*/ 946880 w 1028700"/>
                <a:gd name="connsiteY2223" fmla="*/ 165830 h 333375"/>
                <a:gd name="connsiteX2224" fmla="*/ 946499 w 1028700"/>
                <a:gd name="connsiteY2224" fmla="*/ 165449 h 333375"/>
                <a:gd name="connsiteX2225" fmla="*/ 945547 w 1028700"/>
                <a:gd name="connsiteY2225" fmla="*/ 164592 h 333375"/>
                <a:gd name="connsiteX2226" fmla="*/ 945356 w 1028700"/>
                <a:gd name="connsiteY2226" fmla="*/ 164306 h 333375"/>
                <a:gd name="connsiteX2227" fmla="*/ 945547 w 1028700"/>
                <a:gd name="connsiteY2227" fmla="*/ 163830 h 333375"/>
                <a:gd name="connsiteX2228" fmla="*/ 945832 w 1028700"/>
                <a:gd name="connsiteY2228" fmla="*/ 163449 h 333375"/>
                <a:gd name="connsiteX2229" fmla="*/ 946118 w 1028700"/>
                <a:gd name="connsiteY2229" fmla="*/ 162973 h 333375"/>
                <a:gd name="connsiteX2230" fmla="*/ 946499 w 1028700"/>
                <a:gd name="connsiteY2230" fmla="*/ 162592 h 333375"/>
                <a:gd name="connsiteX2231" fmla="*/ 947642 w 1028700"/>
                <a:gd name="connsiteY2231" fmla="*/ 161830 h 333375"/>
                <a:gd name="connsiteX2232" fmla="*/ 948119 w 1028700"/>
                <a:gd name="connsiteY2232" fmla="*/ 161354 h 333375"/>
                <a:gd name="connsiteX2233" fmla="*/ 948404 w 1028700"/>
                <a:gd name="connsiteY2233" fmla="*/ 160782 h 333375"/>
                <a:gd name="connsiteX2234" fmla="*/ 948309 w 1028700"/>
                <a:gd name="connsiteY2234" fmla="*/ 160115 h 333375"/>
                <a:gd name="connsiteX2235" fmla="*/ 947547 w 1028700"/>
                <a:gd name="connsiteY2235" fmla="*/ 159353 h 333375"/>
                <a:gd name="connsiteX2236" fmla="*/ 947356 w 1028700"/>
                <a:gd name="connsiteY2236" fmla="*/ 158782 h 333375"/>
                <a:gd name="connsiteX2237" fmla="*/ 947356 w 1028700"/>
                <a:gd name="connsiteY2237" fmla="*/ 156591 h 333375"/>
                <a:gd name="connsiteX2238" fmla="*/ 947071 w 1028700"/>
                <a:gd name="connsiteY2238" fmla="*/ 156020 h 333375"/>
                <a:gd name="connsiteX2239" fmla="*/ 946023 w 1028700"/>
                <a:gd name="connsiteY2239" fmla="*/ 155448 h 333375"/>
                <a:gd name="connsiteX2240" fmla="*/ 945832 w 1028700"/>
                <a:gd name="connsiteY2240" fmla="*/ 154972 h 333375"/>
                <a:gd name="connsiteX2241" fmla="*/ 946309 w 1028700"/>
                <a:gd name="connsiteY2241" fmla="*/ 154400 h 333375"/>
                <a:gd name="connsiteX2242" fmla="*/ 947356 w 1028700"/>
                <a:gd name="connsiteY2242" fmla="*/ 153543 h 333375"/>
                <a:gd name="connsiteX2243" fmla="*/ 948499 w 1028700"/>
                <a:gd name="connsiteY2243" fmla="*/ 152781 h 333375"/>
                <a:gd name="connsiteX2244" fmla="*/ 949262 w 1028700"/>
                <a:gd name="connsiteY2244" fmla="*/ 152686 h 333375"/>
                <a:gd name="connsiteX2245" fmla="*/ 950119 w 1028700"/>
                <a:gd name="connsiteY2245" fmla="*/ 153638 h 333375"/>
                <a:gd name="connsiteX2246" fmla="*/ 950595 w 1028700"/>
                <a:gd name="connsiteY2246" fmla="*/ 154686 h 333375"/>
                <a:gd name="connsiteX2247" fmla="*/ 951166 w 1028700"/>
                <a:gd name="connsiteY2247" fmla="*/ 155638 h 333375"/>
                <a:gd name="connsiteX2248" fmla="*/ 952310 w 1028700"/>
                <a:gd name="connsiteY2248" fmla="*/ 156401 h 333375"/>
                <a:gd name="connsiteX2249" fmla="*/ 952786 w 1028700"/>
                <a:gd name="connsiteY2249" fmla="*/ 156591 h 333375"/>
                <a:gd name="connsiteX2250" fmla="*/ 954119 w 1028700"/>
                <a:gd name="connsiteY2250" fmla="*/ 156877 h 333375"/>
                <a:gd name="connsiteX2251" fmla="*/ 955738 w 1028700"/>
                <a:gd name="connsiteY2251" fmla="*/ 157544 h 333375"/>
                <a:gd name="connsiteX2252" fmla="*/ 956405 w 1028700"/>
                <a:gd name="connsiteY2252" fmla="*/ 157639 h 333375"/>
                <a:gd name="connsiteX2253" fmla="*/ 956596 w 1028700"/>
                <a:gd name="connsiteY2253" fmla="*/ 157829 h 333375"/>
                <a:gd name="connsiteX2254" fmla="*/ 956977 w 1028700"/>
                <a:gd name="connsiteY2254" fmla="*/ 158782 h 333375"/>
                <a:gd name="connsiteX2255" fmla="*/ 957167 w 1028700"/>
                <a:gd name="connsiteY2255" fmla="*/ 158972 h 333375"/>
                <a:gd name="connsiteX2256" fmla="*/ 957644 w 1028700"/>
                <a:gd name="connsiteY2256" fmla="*/ 159068 h 333375"/>
                <a:gd name="connsiteX2257" fmla="*/ 958120 w 1028700"/>
                <a:gd name="connsiteY2257" fmla="*/ 159258 h 333375"/>
                <a:gd name="connsiteX2258" fmla="*/ 958882 w 1028700"/>
                <a:gd name="connsiteY2258" fmla="*/ 159734 h 333375"/>
                <a:gd name="connsiteX2259" fmla="*/ 960882 w 1028700"/>
                <a:gd name="connsiteY2259" fmla="*/ 161639 h 333375"/>
                <a:gd name="connsiteX2260" fmla="*/ 961549 w 1028700"/>
                <a:gd name="connsiteY2260" fmla="*/ 161925 h 333375"/>
                <a:gd name="connsiteX2261" fmla="*/ 962406 w 1028700"/>
                <a:gd name="connsiteY2261" fmla="*/ 162020 h 333375"/>
                <a:gd name="connsiteX2262" fmla="*/ 965645 w 1028700"/>
                <a:gd name="connsiteY2262" fmla="*/ 162973 h 333375"/>
                <a:gd name="connsiteX2263" fmla="*/ 966788 w 1028700"/>
                <a:gd name="connsiteY2263" fmla="*/ 162973 h 333375"/>
                <a:gd name="connsiteX2264" fmla="*/ 973741 w 1028700"/>
                <a:gd name="connsiteY2264" fmla="*/ 159448 h 333375"/>
                <a:gd name="connsiteX2265" fmla="*/ 974979 w 1028700"/>
                <a:gd name="connsiteY2265" fmla="*/ 159068 h 333375"/>
                <a:gd name="connsiteX2266" fmla="*/ 979265 w 1028700"/>
                <a:gd name="connsiteY2266" fmla="*/ 158687 h 333375"/>
                <a:gd name="connsiteX2267" fmla="*/ 984028 w 1028700"/>
                <a:gd name="connsiteY2267" fmla="*/ 157353 h 333375"/>
                <a:gd name="connsiteX2268" fmla="*/ 984409 w 1028700"/>
                <a:gd name="connsiteY2268" fmla="*/ 157067 h 333375"/>
                <a:gd name="connsiteX2269" fmla="*/ 985076 w 1028700"/>
                <a:gd name="connsiteY2269" fmla="*/ 156115 h 333375"/>
                <a:gd name="connsiteX2270" fmla="*/ 985933 w 1028700"/>
                <a:gd name="connsiteY2270" fmla="*/ 156686 h 333375"/>
                <a:gd name="connsiteX2271" fmla="*/ 987171 w 1028700"/>
                <a:gd name="connsiteY2271" fmla="*/ 156877 h 333375"/>
                <a:gd name="connsiteX2272" fmla="*/ 989457 w 1028700"/>
                <a:gd name="connsiteY2272" fmla="*/ 156877 h 333375"/>
                <a:gd name="connsiteX2273" fmla="*/ 990505 w 1028700"/>
                <a:gd name="connsiteY2273" fmla="*/ 156686 h 333375"/>
                <a:gd name="connsiteX2274" fmla="*/ 992219 w 1028700"/>
                <a:gd name="connsiteY2274" fmla="*/ 156210 h 333375"/>
                <a:gd name="connsiteX2275" fmla="*/ 993077 w 1028700"/>
                <a:gd name="connsiteY2275" fmla="*/ 156115 h 333375"/>
                <a:gd name="connsiteX2276" fmla="*/ 995172 w 1028700"/>
                <a:gd name="connsiteY2276" fmla="*/ 156210 h 333375"/>
                <a:gd name="connsiteX2277" fmla="*/ 995934 w 1028700"/>
                <a:gd name="connsiteY2277" fmla="*/ 156020 h 333375"/>
                <a:gd name="connsiteX2278" fmla="*/ 996696 w 1028700"/>
                <a:gd name="connsiteY2278" fmla="*/ 155448 h 333375"/>
                <a:gd name="connsiteX2279" fmla="*/ 997268 w 1028700"/>
                <a:gd name="connsiteY2279" fmla="*/ 154972 h 333375"/>
                <a:gd name="connsiteX2280" fmla="*/ 997839 w 1028700"/>
                <a:gd name="connsiteY2280" fmla="*/ 154305 h 333375"/>
                <a:gd name="connsiteX2281" fmla="*/ 998125 w 1028700"/>
                <a:gd name="connsiteY2281" fmla="*/ 153543 h 333375"/>
                <a:gd name="connsiteX2282" fmla="*/ 997839 w 1028700"/>
                <a:gd name="connsiteY2282" fmla="*/ 152686 h 333375"/>
                <a:gd name="connsiteX2283" fmla="*/ 998696 w 1028700"/>
                <a:gd name="connsiteY2283" fmla="*/ 152876 h 333375"/>
                <a:gd name="connsiteX2284" fmla="*/ 999172 w 1028700"/>
                <a:gd name="connsiteY2284" fmla="*/ 153162 h 333375"/>
                <a:gd name="connsiteX2285" fmla="*/ 999649 w 1028700"/>
                <a:gd name="connsiteY2285" fmla="*/ 153257 h 333375"/>
                <a:gd name="connsiteX2286" fmla="*/ 1000220 w 1028700"/>
                <a:gd name="connsiteY2286" fmla="*/ 152876 h 333375"/>
                <a:gd name="connsiteX2287" fmla="*/ 1000697 w 1028700"/>
                <a:gd name="connsiteY2287" fmla="*/ 152305 h 333375"/>
                <a:gd name="connsiteX2288" fmla="*/ 1000697 w 1028700"/>
                <a:gd name="connsiteY2288" fmla="*/ 151924 h 333375"/>
                <a:gd name="connsiteX2289" fmla="*/ 998601 w 1028700"/>
                <a:gd name="connsiteY2289" fmla="*/ 149638 h 333375"/>
                <a:gd name="connsiteX2290" fmla="*/ 998030 w 1028700"/>
                <a:gd name="connsiteY2290" fmla="*/ 148685 h 333375"/>
                <a:gd name="connsiteX2291" fmla="*/ 998315 w 1028700"/>
                <a:gd name="connsiteY2291" fmla="*/ 147923 h 333375"/>
                <a:gd name="connsiteX2292" fmla="*/ 997648 w 1028700"/>
                <a:gd name="connsiteY2292" fmla="*/ 147638 h 333375"/>
                <a:gd name="connsiteX2293" fmla="*/ 996410 w 1028700"/>
                <a:gd name="connsiteY2293" fmla="*/ 147447 h 333375"/>
                <a:gd name="connsiteX2294" fmla="*/ 995839 w 1028700"/>
                <a:gd name="connsiteY2294" fmla="*/ 147161 h 333375"/>
                <a:gd name="connsiteX2295" fmla="*/ 994315 w 1028700"/>
                <a:gd name="connsiteY2295" fmla="*/ 148304 h 333375"/>
                <a:gd name="connsiteX2296" fmla="*/ 993362 w 1028700"/>
                <a:gd name="connsiteY2296" fmla="*/ 148780 h 333375"/>
                <a:gd name="connsiteX2297" fmla="*/ 992886 w 1028700"/>
                <a:gd name="connsiteY2297" fmla="*/ 148495 h 333375"/>
                <a:gd name="connsiteX2298" fmla="*/ 992600 w 1028700"/>
                <a:gd name="connsiteY2298" fmla="*/ 148019 h 333375"/>
                <a:gd name="connsiteX2299" fmla="*/ 991933 w 1028700"/>
                <a:gd name="connsiteY2299" fmla="*/ 147542 h 333375"/>
                <a:gd name="connsiteX2300" fmla="*/ 991457 w 1028700"/>
                <a:gd name="connsiteY2300" fmla="*/ 146971 h 333375"/>
                <a:gd name="connsiteX2301" fmla="*/ 991648 w 1028700"/>
                <a:gd name="connsiteY2301" fmla="*/ 146304 h 333375"/>
                <a:gd name="connsiteX2302" fmla="*/ 992219 w 1028700"/>
                <a:gd name="connsiteY2302" fmla="*/ 145637 h 333375"/>
                <a:gd name="connsiteX2303" fmla="*/ 992505 w 1028700"/>
                <a:gd name="connsiteY2303" fmla="*/ 144971 h 333375"/>
                <a:gd name="connsiteX2304" fmla="*/ 992410 w 1028700"/>
                <a:gd name="connsiteY2304" fmla="*/ 144304 h 333375"/>
                <a:gd name="connsiteX2305" fmla="*/ 991838 w 1028700"/>
                <a:gd name="connsiteY2305" fmla="*/ 143637 h 333375"/>
                <a:gd name="connsiteX2306" fmla="*/ 991076 w 1028700"/>
                <a:gd name="connsiteY2306" fmla="*/ 143161 h 333375"/>
                <a:gd name="connsiteX2307" fmla="*/ 990124 w 1028700"/>
                <a:gd name="connsiteY2307" fmla="*/ 142875 h 333375"/>
                <a:gd name="connsiteX2308" fmla="*/ 989362 w 1028700"/>
                <a:gd name="connsiteY2308" fmla="*/ 143066 h 333375"/>
                <a:gd name="connsiteX2309" fmla="*/ 989266 w 1028700"/>
                <a:gd name="connsiteY2309" fmla="*/ 143923 h 333375"/>
                <a:gd name="connsiteX2310" fmla="*/ 988314 w 1028700"/>
                <a:gd name="connsiteY2310" fmla="*/ 143542 h 333375"/>
                <a:gd name="connsiteX2311" fmla="*/ 987933 w 1028700"/>
                <a:gd name="connsiteY2311" fmla="*/ 143351 h 333375"/>
                <a:gd name="connsiteX2312" fmla="*/ 987552 w 1028700"/>
                <a:gd name="connsiteY2312" fmla="*/ 143066 h 333375"/>
                <a:gd name="connsiteX2313" fmla="*/ 987362 w 1028700"/>
                <a:gd name="connsiteY2313" fmla="*/ 142685 h 333375"/>
                <a:gd name="connsiteX2314" fmla="*/ 986885 w 1028700"/>
                <a:gd name="connsiteY2314" fmla="*/ 141732 h 333375"/>
                <a:gd name="connsiteX2315" fmla="*/ 986599 w 1028700"/>
                <a:gd name="connsiteY2315" fmla="*/ 141446 h 333375"/>
                <a:gd name="connsiteX2316" fmla="*/ 986219 w 1028700"/>
                <a:gd name="connsiteY2316" fmla="*/ 141256 h 333375"/>
                <a:gd name="connsiteX2317" fmla="*/ 985076 w 1028700"/>
                <a:gd name="connsiteY2317" fmla="*/ 141065 h 333375"/>
                <a:gd name="connsiteX2318" fmla="*/ 984599 w 1028700"/>
                <a:gd name="connsiteY2318" fmla="*/ 141065 h 333375"/>
                <a:gd name="connsiteX2319" fmla="*/ 984123 w 1028700"/>
                <a:gd name="connsiteY2319" fmla="*/ 140970 h 333375"/>
                <a:gd name="connsiteX2320" fmla="*/ 983647 w 1028700"/>
                <a:gd name="connsiteY2320" fmla="*/ 140684 h 333375"/>
                <a:gd name="connsiteX2321" fmla="*/ 982980 w 1028700"/>
                <a:gd name="connsiteY2321" fmla="*/ 140018 h 333375"/>
                <a:gd name="connsiteX2322" fmla="*/ 981170 w 1028700"/>
                <a:gd name="connsiteY2322" fmla="*/ 138684 h 333375"/>
                <a:gd name="connsiteX2323" fmla="*/ 979551 w 1028700"/>
                <a:gd name="connsiteY2323" fmla="*/ 137160 h 333375"/>
                <a:gd name="connsiteX2324" fmla="*/ 978122 w 1028700"/>
                <a:gd name="connsiteY2324" fmla="*/ 135446 h 333375"/>
                <a:gd name="connsiteX2325" fmla="*/ 976884 w 1028700"/>
                <a:gd name="connsiteY2325" fmla="*/ 133541 h 333375"/>
                <a:gd name="connsiteX2326" fmla="*/ 976313 w 1028700"/>
                <a:gd name="connsiteY2326" fmla="*/ 132017 h 333375"/>
                <a:gd name="connsiteX2327" fmla="*/ 976027 w 1028700"/>
                <a:gd name="connsiteY2327" fmla="*/ 131540 h 333375"/>
                <a:gd name="connsiteX2328" fmla="*/ 975646 w 1028700"/>
                <a:gd name="connsiteY2328" fmla="*/ 131254 h 333375"/>
                <a:gd name="connsiteX2329" fmla="*/ 974312 w 1028700"/>
                <a:gd name="connsiteY2329" fmla="*/ 130397 h 333375"/>
                <a:gd name="connsiteX2330" fmla="*/ 973931 w 1028700"/>
                <a:gd name="connsiteY2330" fmla="*/ 130302 h 333375"/>
                <a:gd name="connsiteX2331" fmla="*/ 973741 w 1028700"/>
                <a:gd name="connsiteY2331" fmla="*/ 130112 h 333375"/>
                <a:gd name="connsiteX2332" fmla="*/ 973646 w 1028700"/>
                <a:gd name="connsiteY2332" fmla="*/ 129445 h 333375"/>
                <a:gd name="connsiteX2333" fmla="*/ 973836 w 1028700"/>
                <a:gd name="connsiteY2333" fmla="*/ 128873 h 333375"/>
                <a:gd name="connsiteX2334" fmla="*/ 974217 w 1028700"/>
                <a:gd name="connsiteY2334" fmla="*/ 128492 h 333375"/>
                <a:gd name="connsiteX2335" fmla="*/ 975074 w 1028700"/>
                <a:gd name="connsiteY2335" fmla="*/ 127826 h 333375"/>
                <a:gd name="connsiteX2336" fmla="*/ 978027 w 1028700"/>
                <a:gd name="connsiteY2336" fmla="*/ 124492 h 333375"/>
                <a:gd name="connsiteX2337" fmla="*/ 979932 w 1028700"/>
                <a:gd name="connsiteY2337" fmla="*/ 123349 h 333375"/>
                <a:gd name="connsiteX2338" fmla="*/ 981932 w 1028700"/>
                <a:gd name="connsiteY2338" fmla="*/ 123825 h 333375"/>
                <a:gd name="connsiteX2339" fmla="*/ 981837 w 1028700"/>
                <a:gd name="connsiteY2339" fmla="*/ 123158 h 333375"/>
                <a:gd name="connsiteX2340" fmla="*/ 981932 w 1028700"/>
                <a:gd name="connsiteY2340" fmla="*/ 122682 h 333375"/>
                <a:gd name="connsiteX2341" fmla="*/ 982218 w 1028700"/>
                <a:gd name="connsiteY2341" fmla="*/ 122492 h 333375"/>
                <a:gd name="connsiteX2342" fmla="*/ 982599 w 1028700"/>
                <a:gd name="connsiteY2342" fmla="*/ 122777 h 333375"/>
                <a:gd name="connsiteX2343" fmla="*/ 984218 w 1028700"/>
                <a:gd name="connsiteY2343" fmla="*/ 121444 h 333375"/>
                <a:gd name="connsiteX2344" fmla="*/ 985361 w 1028700"/>
                <a:gd name="connsiteY2344" fmla="*/ 120682 h 333375"/>
                <a:gd name="connsiteX2345" fmla="*/ 985838 w 1028700"/>
                <a:gd name="connsiteY2345" fmla="*/ 120872 h 333375"/>
                <a:gd name="connsiteX2346" fmla="*/ 986314 w 1028700"/>
                <a:gd name="connsiteY2346" fmla="*/ 120587 h 333375"/>
                <a:gd name="connsiteX2347" fmla="*/ 987457 w 1028700"/>
                <a:gd name="connsiteY2347" fmla="*/ 120872 h 333375"/>
                <a:gd name="connsiteX2348" fmla="*/ 989076 w 1028700"/>
                <a:gd name="connsiteY2348" fmla="*/ 121729 h 333375"/>
                <a:gd name="connsiteX2349" fmla="*/ 990886 w 1028700"/>
                <a:gd name="connsiteY2349" fmla="*/ 123825 h 333375"/>
                <a:gd name="connsiteX2350" fmla="*/ 991838 w 1028700"/>
                <a:gd name="connsiteY2350" fmla="*/ 125444 h 333375"/>
                <a:gd name="connsiteX2351" fmla="*/ 992124 w 1028700"/>
                <a:gd name="connsiteY2351" fmla="*/ 125825 h 333375"/>
                <a:gd name="connsiteX2352" fmla="*/ 992791 w 1028700"/>
                <a:gd name="connsiteY2352" fmla="*/ 126302 h 333375"/>
                <a:gd name="connsiteX2353" fmla="*/ 993267 w 1028700"/>
                <a:gd name="connsiteY2353" fmla="*/ 126302 h 333375"/>
                <a:gd name="connsiteX2354" fmla="*/ 994410 w 1028700"/>
                <a:gd name="connsiteY2354" fmla="*/ 125635 h 333375"/>
                <a:gd name="connsiteX2355" fmla="*/ 995934 w 1028700"/>
                <a:gd name="connsiteY2355" fmla="*/ 124396 h 333375"/>
                <a:gd name="connsiteX2356" fmla="*/ 996601 w 1028700"/>
                <a:gd name="connsiteY2356" fmla="*/ 124206 h 333375"/>
                <a:gd name="connsiteX2357" fmla="*/ 997268 w 1028700"/>
                <a:gd name="connsiteY2357" fmla="*/ 124206 h 333375"/>
                <a:gd name="connsiteX2358" fmla="*/ 998411 w 1028700"/>
                <a:gd name="connsiteY2358" fmla="*/ 124492 h 333375"/>
                <a:gd name="connsiteX2359" fmla="*/ 999935 w 1028700"/>
                <a:gd name="connsiteY2359" fmla="*/ 124682 h 333375"/>
                <a:gd name="connsiteX2360" fmla="*/ 1001554 w 1028700"/>
                <a:gd name="connsiteY2360" fmla="*/ 125349 h 333375"/>
                <a:gd name="connsiteX2361" fmla="*/ 1002411 w 1028700"/>
                <a:gd name="connsiteY2361" fmla="*/ 125539 h 333375"/>
                <a:gd name="connsiteX2362" fmla="*/ 1003554 w 1028700"/>
                <a:gd name="connsiteY2362" fmla="*/ 125444 h 333375"/>
                <a:gd name="connsiteX2363" fmla="*/ 1004888 w 1028700"/>
                <a:gd name="connsiteY2363" fmla="*/ 125063 h 333375"/>
                <a:gd name="connsiteX2364" fmla="*/ 1006126 w 1028700"/>
                <a:gd name="connsiteY2364" fmla="*/ 124492 h 333375"/>
                <a:gd name="connsiteX2365" fmla="*/ 1008031 w 1028700"/>
                <a:gd name="connsiteY2365" fmla="*/ 123349 h 333375"/>
                <a:gd name="connsiteX2366" fmla="*/ 1017841 w 1028700"/>
                <a:gd name="connsiteY2366" fmla="*/ 120491 h 333375"/>
                <a:gd name="connsiteX2367" fmla="*/ 1027462 w 1028700"/>
                <a:gd name="connsiteY2367" fmla="*/ 116967 h 333375"/>
                <a:gd name="connsiteX2368" fmla="*/ 1029557 w 1028700"/>
                <a:gd name="connsiteY2368" fmla="*/ 115824 h 333375"/>
                <a:gd name="connsiteX2369" fmla="*/ 1032129 w 1028700"/>
                <a:gd name="connsiteY2369" fmla="*/ 113062 h 333375"/>
                <a:gd name="connsiteX2370" fmla="*/ 1033367 w 1028700"/>
                <a:gd name="connsiteY2370" fmla="*/ 112014 h 333375"/>
                <a:gd name="connsiteX2371" fmla="*/ 1033463 w 1028700"/>
                <a:gd name="connsiteY2371" fmla="*/ 110680 h 333375"/>
                <a:gd name="connsiteX2372" fmla="*/ 1033177 w 1028700"/>
                <a:gd name="connsiteY2372" fmla="*/ 108204 h 333375"/>
                <a:gd name="connsiteX2373" fmla="*/ 1033272 w 1028700"/>
                <a:gd name="connsiteY2373" fmla="*/ 107347 h 333375"/>
                <a:gd name="connsiteX2374" fmla="*/ 1034129 w 1028700"/>
                <a:gd name="connsiteY2374" fmla="*/ 106966 h 333375"/>
                <a:gd name="connsiteX2375" fmla="*/ 13811 w 1028700"/>
                <a:gd name="connsiteY2375" fmla="*/ 52959 h 333375"/>
                <a:gd name="connsiteX2376" fmla="*/ 13240 w 1028700"/>
                <a:gd name="connsiteY2376" fmla="*/ 52102 h 333375"/>
                <a:gd name="connsiteX2377" fmla="*/ 13716 w 1028700"/>
                <a:gd name="connsiteY2377" fmla="*/ 51340 h 333375"/>
                <a:gd name="connsiteX2378" fmla="*/ 13906 w 1028700"/>
                <a:gd name="connsiteY2378" fmla="*/ 50673 h 333375"/>
                <a:gd name="connsiteX2379" fmla="*/ 13430 w 1028700"/>
                <a:gd name="connsiteY2379" fmla="*/ 50292 h 333375"/>
                <a:gd name="connsiteX2380" fmla="*/ 13049 w 1028700"/>
                <a:gd name="connsiteY2380" fmla="*/ 50102 h 333375"/>
                <a:gd name="connsiteX2381" fmla="*/ 13145 w 1028700"/>
                <a:gd name="connsiteY2381" fmla="*/ 49625 h 333375"/>
                <a:gd name="connsiteX2382" fmla="*/ 12097 w 1028700"/>
                <a:gd name="connsiteY2382" fmla="*/ 49149 h 333375"/>
                <a:gd name="connsiteX2383" fmla="*/ 11430 w 1028700"/>
                <a:gd name="connsiteY2383" fmla="*/ 48578 h 333375"/>
                <a:gd name="connsiteX2384" fmla="*/ 11049 w 1028700"/>
                <a:gd name="connsiteY2384" fmla="*/ 47816 h 333375"/>
                <a:gd name="connsiteX2385" fmla="*/ 10668 w 1028700"/>
                <a:gd name="connsiteY2385" fmla="*/ 46672 h 333375"/>
                <a:gd name="connsiteX2386" fmla="*/ 10192 w 1028700"/>
                <a:gd name="connsiteY2386" fmla="*/ 46482 h 333375"/>
                <a:gd name="connsiteX2387" fmla="*/ 9715 w 1028700"/>
                <a:gd name="connsiteY2387" fmla="*/ 46387 h 333375"/>
                <a:gd name="connsiteX2388" fmla="*/ 9811 w 1028700"/>
                <a:gd name="connsiteY2388" fmla="*/ 46768 h 333375"/>
                <a:gd name="connsiteX2389" fmla="*/ 10096 w 1028700"/>
                <a:gd name="connsiteY2389" fmla="*/ 47244 h 333375"/>
                <a:gd name="connsiteX2390" fmla="*/ 9335 w 1028700"/>
                <a:gd name="connsiteY2390" fmla="*/ 47244 h 333375"/>
                <a:gd name="connsiteX2391" fmla="*/ 8858 w 1028700"/>
                <a:gd name="connsiteY2391" fmla="*/ 47244 h 333375"/>
                <a:gd name="connsiteX2392" fmla="*/ 8191 w 1028700"/>
                <a:gd name="connsiteY2392" fmla="*/ 48196 h 333375"/>
                <a:gd name="connsiteX2393" fmla="*/ 7334 w 1028700"/>
                <a:gd name="connsiteY2393" fmla="*/ 48863 h 333375"/>
                <a:gd name="connsiteX2394" fmla="*/ 6572 w 1028700"/>
                <a:gd name="connsiteY2394" fmla="*/ 49054 h 333375"/>
                <a:gd name="connsiteX2395" fmla="*/ 4763 w 1028700"/>
                <a:gd name="connsiteY2395" fmla="*/ 48863 h 333375"/>
                <a:gd name="connsiteX2396" fmla="*/ 4001 w 1028700"/>
                <a:gd name="connsiteY2396" fmla="*/ 48292 h 333375"/>
                <a:gd name="connsiteX2397" fmla="*/ 2286 w 1028700"/>
                <a:gd name="connsiteY2397" fmla="*/ 48196 h 333375"/>
                <a:gd name="connsiteX2398" fmla="*/ 1238 w 1028700"/>
                <a:gd name="connsiteY2398" fmla="*/ 48673 h 333375"/>
                <a:gd name="connsiteX2399" fmla="*/ 0 w 1028700"/>
                <a:gd name="connsiteY2399" fmla="*/ 48196 h 333375"/>
                <a:gd name="connsiteX2400" fmla="*/ 0 w 1028700"/>
                <a:gd name="connsiteY2400" fmla="*/ 50387 h 333375"/>
                <a:gd name="connsiteX2401" fmla="*/ 190 w 1028700"/>
                <a:gd name="connsiteY2401" fmla="*/ 51340 h 333375"/>
                <a:gd name="connsiteX2402" fmla="*/ 667 w 1028700"/>
                <a:gd name="connsiteY2402" fmla="*/ 52102 h 333375"/>
                <a:gd name="connsiteX2403" fmla="*/ 1619 w 1028700"/>
                <a:gd name="connsiteY2403" fmla="*/ 52006 h 333375"/>
                <a:gd name="connsiteX2404" fmla="*/ 2953 w 1028700"/>
                <a:gd name="connsiteY2404" fmla="*/ 52292 h 333375"/>
                <a:gd name="connsiteX2405" fmla="*/ 3810 w 1028700"/>
                <a:gd name="connsiteY2405" fmla="*/ 52578 h 333375"/>
                <a:gd name="connsiteX2406" fmla="*/ 4001 w 1028700"/>
                <a:gd name="connsiteY2406" fmla="*/ 53912 h 333375"/>
                <a:gd name="connsiteX2407" fmla="*/ 3620 w 1028700"/>
                <a:gd name="connsiteY2407" fmla="*/ 54864 h 333375"/>
                <a:gd name="connsiteX2408" fmla="*/ 4286 w 1028700"/>
                <a:gd name="connsiteY2408" fmla="*/ 57436 h 333375"/>
                <a:gd name="connsiteX2409" fmla="*/ 4667 w 1028700"/>
                <a:gd name="connsiteY2409" fmla="*/ 57245 h 333375"/>
                <a:gd name="connsiteX2410" fmla="*/ 5334 w 1028700"/>
                <a:gd name="connsiteY2410" fmla="*/ 56960 h 333375"/>
                <a:gd name="connsiteX2411" fmla="*/ 6001 w 1028700"/>
                <a:gd name="connsiteY2411" fmla="*/ 56293 h 333375"/>
                <a:gd name="connsiteX2412" fmla="*/ 6858 w 1028700"/>
                <a:gd name="connsiteY2412" fmla="*/ 56293 h 333375"/>
                <a:gd name="connsiteX2413" fmla="*/ 7620 w 1028700"/>
                <a:gd name="connsiteY2413" fmla="*/ 55436 h 333375"/>
                <a:gd name="connsiteX2414" fmla="*/ 8477 w 1028700"/>
                <a:gd name="connsiteY2414" fmla="*/ 54388 h 333375"/>
                <a:gd name="connsiteX2415" fmla="*/ 9430 w 1028700"/>
                <a:gd name="connsiteY2415" fmla="*/ 54007 h 333375"/>
                <a:gd name="connsiteX2416" fmla="*/ 10478 w 1028700"/>
                <a:gd name="connsiteY2416" fmla="*/ 54007 h 333375"/>
                <a:gd name="connsiteX2417" fmla="*/ 10763 w 1028700"/>
                <a:gd name="connsiteY2417" fmla="*/ 55245 h 333375"/>
                <a:gd name="connsiteX2418" fmla="*/ 11621 w 1028700"/>
                <a:gd name="connsiteY2418" fmla="*/ 55817 h 333375"/>
                <a:gd name="connsiteX2419" fmla="*/ 11906 w 1028700"/>
                <a:gd name="connsiteY2419" fmla="*/ 55054 h 333375"/>
                <a:gd name="connsiteX2420" fmla="*/ 12573 w 1028700"/>
                <a:gd name="connsiteY2420" fmla="*/ 54673 h 333375"/>
                <a:gd name="connsiteX2421" fmla="*/ 13049 w 1028700"/>
                <a:gd name="connsiteY2421" fmla="*/ 54197 h 333375"/>
                <a:gd name="connsiteX2422" fmla="*/ 13811 w 1028700"/>
                <a:gd name="connsiteY2422" fmla="*/ 54007 h 333375"/>
                <a:gd name="connsiteX2423" fmla="*/ 14383 w 1028700"/>
                <a:gd name="connsiteY2423" fmla="*/ 53721 h 333375"/>
                <a:gd name="connsiteX2424" fmla="*/ 14288 w 1028700"/>
                <a:gd name="connsiteY2424" fmla="*/ 53340 h 333375"/>
                <a:gd name="connsiteX2425" fmla="*/ 13811 w 1028700"/>
                <a:gd name="connsiteY2425" fmla="*/ 52959 h 333375"/>
                <a:gd name="connsiteX2426" fmla="*/ 997744 w 1028700"/>
                <a:gd name="connsiteY2426" fmla="*/ 143161 h 333375"/>
                <a:gd name="connsiteX2427" fmla="*/ 998506 w 1028700"/>
                <a:gd name="connsiteY2427" fmla="*/ 143066 h 333375"/>
                <a:gd name="connsiteX2428" fmla="*/ 998506 w 1028700"/>
                <a:gd name="connsiteY2428" fmla="*/ 142685 h 333375"/>
                <a:gd name="connsiteX2429" fmla="*/ 997363 w 1028700"/>
                <a:gd name="connsiteY2429" fmla="*/ 142018 h 333375"/>
                <a:gd name="connsiteX2430" fmla="*/ 995839 w 1028700"/>
                <a:gd name="connsiteY2430" fmla="*/ 141446 h 333375"/>
                <a:gd name="connsiteX2431" fmla="*/ 994505 w 1028700"/>
                <a:gd name="connsiteY2431" fmla="*/ 141446 h 333375"/>
                <a:gd name="connsiteX2432" fmla="*/ 993743 w 1028700"/>
                <a:gd name="connsiteY2432" fmla="*/ 142304 h 333375"/>
                <a:gd name="connsiteX2433" fmla="*/ 992886 w 1028700"/>
                <a:gd name="connsiteY2433" fmla="*/ 141637 h 333375"/>
                <a:gd name="connsiteX2434" fmla="*/ 992505 w 1028700"/>
                <a:gd name="connsiteY2434" fmla="*/ 140684 h 333375"/>
                <a:gd name="connsiteX2435" fmla="*/ 992029 w 1028700"/>
                <a:gd name="connsiteY2435" fmla="*/ 139922 h 333375"/>
                <a:gd name="connsiteX2436" fmla="*/ 990981 w 1028700"/>
                <a:gd name="connsiteY2436" fmla="*/ 139732 h 333375"/>
                <a:gd name="connsiteX2437" fmla="*/ 990600 w 1028700"/>
                <a:gd name="connsiteY2437" fmla="*/ 139922 h 333375"/>
                <a:gd name="connsiteX2438" fmla="*/ 990314 w 1028700"/>
                <a:gd name="connsiteY2438" fmla="*/ 140303 h 333375"/>
                <a:gd name="connsiteX2439" fmla="*/ 989933 w 1028700"/>
                <a:gd name="connsiteY2439" fmla="*/ 140684 h 333375"/>
                <a:gd name="connsiteX2440" fmla="*/ 989362 w 1028700"/>
                <a:gd name="connsiteY2440" fmla="*/ 140875 h 333375"/>
                <a:gd name="connsiteX2441" fmla="*/ 985171 w 1028700"/>
                <a:gd name="connsiteY2441" fmla="*/ 140875 h 333375"/>
                <a:gd name="connsiteX2442" fmla="*/ 985171 w 1028700"/>
                <a:gd name="connsiteY2442" fmla="*/ 141256 h 333375"/>
                <a:gd name="connsiteX2443" fmla="*/ 988790 w 1028700"/>
                <a:gd name="connsiteY2443" fmla="*/ 142399 h 333375"/>
                <a:gd name="connsiteX2444" fmla="*/ 990600 w 1028700"/>
                <a:gd name="connsiteY2444" fmla="*/ 142685 h 333375"/>
                <a:gd name="connsiteX2445" fmla="*/ 990886 w 1028700"/>
                <a:gd name="connsiteY2445" fmla="*/ 142875 h 333375"/>
                <a:gd name="connsiteX2446" fmla="*/ 991362 w 1028700"/>
                <a:gd name="connsiteY2446" fmla="*/ 143351 h 333375"/>
                <a:gd name="connsiteX2447" fmla="*/ 991553 w 1028700"/>
                <a:gd name="connsiteY2447" fmla="*/ 143446 h 333375"/>
                <a:gd name="connsiteX2448" fmla="*/ 992219 w 1028700"/>
                <a:gd name="connsiteY2448" fmla="*/ 143542 h 333375"/>
                <a:gd name="connsiteX2449" fmla="*/ 993077 w 1028700"/>
                <a:gd name="connsiteY2449" fmla="*/ 143732 h 333375"/>
                <a:gd name="connsiteX2450" fmla="*/ 993934 w 1028700"/>
                <a:gd name="connsiteY2450" fmla="*/ 144113 h 333375"/>
                <a:gd name="connsiteX2451" fmla="*/ 994696 w 1028700"/>
                <a:gd name="connsiteY2451" fmla="*/ 144685 h 333375"/>
                <a:gd name="connsiteX2452" fmla="*/ 995077 w 1028700"/>
                <a:gd name="connsiteY2452" fmla="*/ 144875 h 333375"/>
                <a:gd name="connsiteX2453" fmla="*/ 995267 w 1028700"/>
                <a:gd name="connsiteY2453" fmla="*/ 144494 h 333375"/>
                <a:gd name="connsiteX2454" fmla="*/ 995458 w 1028700"/>
                <a:gd name="connsiteY2454" fmla="*/ 144018 h 333375"/>
                <a:gd name="connsiteX2455" fmla="*/ 995744 w 1028700"/>
                <a:gd name="connsiteY2455" fmla="*/ 143732 h 333375"/>
                <a:gd name="connsiteX2456" fmla="*/ 996029 w 1028700"/>
                <a:gd name="connsiteY2456" fmla="*/ 143923 h 333375"/>
                <a:gd name="connsiteX2457" fmla="*/ 997077 w 1028700"/>
                <a:gd name="connsiteY2457" fmla="*/ 144875 h 333375"/>
                <a:gd name="connsiteX2458" fmla="*/ 996982 w 1028700"/>
                <a:gd name="connsiteY2458" fmla="*/ 144113 h 333375"/>
                <a:gd name="connsiteX2459" fmla="*/ 997172 w 1028700"/>
                <a:gd name="connsiteY2459" fmla="*/ 143542 h 333375"/>
                <a:gd name="connsiteX2460" fmla="*/ 997744 w 1028700"/>
                <a:gd name="connsiteY2460" fmla="*/ 143161 h 333375"/>
                <a:gd name="connsiteX2461" fmla="*/ 1005173 w 1028700"/>
                <a:gd name="connsiteY2461" fmla="*/ 150590 h 333375"/>
                <a:gd name="connsiteX2462" fmla="*/ 1002506 w 1028700"/>
                <a:gd name="connsiteY2462" fmla="*/ 150209 h 333375"/>
                <a:gd name="connsiteX2463" fmla="*/ 1001744 w 1028700"/>
                <a:gd name="connsiteY2463" fmla="*/ 150209 h 333375"/>
                <a:gd name="connsiteX2464" fmla="*/ 1001649 w 1028700"/>
                <a:gd name="connsiteY2464" fmla="*/ 150209 h 333375"/>
                <a:gd name="connsiteX2465" fmla="*/ 1001078 w 1028700"/>
                <a:gd name="connsiteY2465" fmla="*/ 150209 h 333375"/>
                <a:gd name="connsiteX2466" fmla="*/ 1000887 w 1028700"/>
                <a:gd name="connsiteY2466" fmla="*/ 150304 h 333375"/>
                <a:gd name="connsiteX2467" fmla="*/ 1001078 w 1028700"/>
                <a:gd name="connsiteY2467" fmla="*/ 150876 h 333375"/>
                <a:gd name="connsiteX2468" fmla="*/ 1001268 w 1028700"/>
                <a:gd name="connsiteY2468" fmla="*/ 151162 h 333375"/>
                <a:gd name="connsiteX2469" fmla="*/ 1001935 w 1028700"/>
                <a:gd name="connsiteY2469" fmla="*/ 151638 h 333375"/>
                <a:gd name="connsiteX2470" fmla="*/ 1002221 w 1028700"/>
                <a:gd name="connsiteY2470" fmla="*/ 151924 h 333375"/>
                <a:gd name="connsiteX2471" fmla="*/ 1002316 w 1028700"/>
                <a:gd name="connsiteY2471" fmla="*/ 153067 h 333375"/>
                <a:gd name="connsiteX2472" fmla="*/ 1002316 w 1028700"/>
                <a:gd name="connsiteY2472" fmla="*/ 153257 h 333375"/>
                <a:gd name="connsiteX2473" fmla="*/ 1002602 w 1028700"/>
                <a:gd name="connsiteY2473" fmla="*/ 153448 h 333375"/>
                <a:gd name="connsiteX2474" fmla="*/ 1002982 w 1028700"/>
                <a:gd name="connsiteY2474" fmla="*/ 153448 h 333375"/>
                <a:gd name="connsiteX2475" fmla="*/ 1003745 w 1028700"/>
                <a:gd name="connsiteY2475" fmla="*/ 152686 h 333375"/>
                <a:gd name="connsiteX2476" fmla="*/ 1005745 w 1028700"/>
                <a:gd name="connsiteY2476" fmla="*/ 152686 h 333375"/>
                <a:gd name="connsiteX2477" fmla="*/ 1006983 w 1028700"/>
                <a:gd name="connsiteY2477" fmla="*/ 152305 h 333375"/>
                <a:gd name="connsiteX2478" fmla="*/ 1007173 w 1028700"/>
                <a:gd name="connsiteY2478" fmla="*/ 151543 h 333375"/>
                <a:gd name="connsiteX2479" fmla="*/ 1006602 w 1028700"/>
                <a:gd name="connsiteY2479" fmla="*/ 150781 h 333375"/>
                <a:gd name="connsiteX2480" fmla="*/ 1005173 w 1028700"/>
                <a:gd name="connsiteY2480" fmla="*/ 150590 h 333375"/>
                <a:gd name="connsiteX2481" fmla="*/ 86392 w 1028700"/>
                <a:gd name="connsiteY2481" fmla="*/ 230029 h 333375"/>
                <a:gd name="connsiteX2482" fmla="*/ 87154 w 1028700"/>
                <a:gd name="connsiteY2482" fmla="*/ 229457 h 333375"/>
                <a:gd name="connsiteX2483" fmla="*/ 88202 w 1028700"/>
                <a:gd name="connsiteY2483" fmla="*/ 229076 h 333375"/>
                <a:gd name="connsiteX2484" fmla="*/ 88963 w 1028700"/>
                <a:gd name="connsiteY2484" fmla="*/ 228410 h 333375"/>
                <a:gd name="connsiteX2485" fmla="*/ 89059 w 1028700"/>
                <a:gd name="connsiteY2485" fmla="*/ 227171 h 333375"/>
                <a:gd name="connsiteX2486" fmla="*/ 88963 w 1028700"/>
                <a:gd name="connsiteY2486" fmla="*/ 226504 h 333375"/>
                <a:gd name="connsiteX2487" fmla="*/ 89059 w 1028700"/>
                <a:gd name="connsiteY2487" fmla="*/ 226123 h 333375"/>
                <a:gd name="connsiteX2488" fmla="*/ 88963 w 1028700"/>
                <a:gd name="connsiteY2488" fmla="*/ 225457 h 333375"/>
                <a:gd name="connsiteX2489" fmla="*/ 88297 w 1028700"/>
                <a:gd name="connsiteY2489" fmla="*/ 225171 h 333375"/>
                <a:gd name="connsiteX2490" fmla="*/ 87344 w 1028700"/>
                <a:gd name="connsiteY2490" fmla="*/ 225552 h 333375"/>
                <a:gd name="connsiteX2491" fmla="*/ 86582 w 1028700"/>
                <a:gd name="connsiteY2491" fmla="*/ 226695 h 333375"/>
                <a:gd name="connsiteX2492" fmla="*/ 85344 w 1028700"/>
                <a:gd name="connsiteY2492" fmla="*/ 229838 h 333375"/>
                <a:gd name="connsiteX2493" fmla="*/ 85249 w 1028700"/>
                <a:gd name="connsiteY2493" fmla="*/ 230410 h 333375"/>
                <a:gd name="connsiteX2494" fmla="*/ 85344 w 1028700"/>
                <a:gd name="connsiteY2494" fmla="*/ 230791 h 333375"/>
                <a:gd name="connsiteX2495" fmla="*/ 85725 w 1028700"/>
                <a:gd name="connsiteY2495" fmla="*/ 230696 h 333375"/>
                <a:gd name="connsiteX2496" fmla="*/ 86011 w 1028700"/>
                <a:gd name="connsiteY2496" fmla="*/ 230410 h 333375"/>
                <a:gd name="connsiteX2497" fmla="*/ 86392 w 1028700"/>
                <a:gd name="connsiteY2497" fmla="*/ 230029 h 333375"/>
                <a:gd name="connsiteX2498" fmla="*/ 35338 w 1028700"/>
                <a:gd name="connsiteY2498" fmla="*/ 101060 h 333375"/>
                <a:gd name="connsiteX2499" fmla="*/ 34862 w 1028700"/>
                <a:gd name="connsiteY2499" fmla="*/ 100298 h 333375"/>
                <a:gd name="connsiteX2500" fmla="*/ 34004 w 1028700"/>
                <a:gd name="connsiteY2500" fmla="*/ 99631 h 333375"/>
                <a:gd name="connsiteX2501" fmla="*/ 32956 w 1028700"/>
                <a:gd name="connsiteY2501" fmla="*/ 99346 h 333375"/>
                <a:gd name="connsiteX2502" fmla="*/ 31909 w 1028700"/>
                <a:gd name="connsiteY2502" fmla="*/ 99346 h 333375"/>
                <a:gd name="connsiteX2503" fmla="*/ 30956 w 1028700"/>
                <a:gd name="connsiteY2503" fmla="*/ 99536 h 333375"/>
                <a:gd name="connsiteX2504" fmla="*/ 30671 w 1028700"/>
                <a:gd name="connsiteY2504" fmla="*/ 99822 h 333375"/>
                <a:gd name="connsiteX2505" fmla="*/ 30385 w 1028700"/>
                <a:gd name="connsiteY2505" fmla="*/ 100203 h 333375"/>
                <a:gd name="connsiteX2506" fmla="*/ 30099 w 1028700"/>
                <a:gd name="connsiteY2506" fmla="*/ 100489 h 333375"/>
                <a:gd name="connsiteX2507" fmla="*/ 29718 w 1028700"/>
                <a:gd name="connsiteY2507" fmla="*/ 100584 h 333375"/>
                <a:gd name="connsiteX2508" fmla="*/ 29242 w 1028700"/>
                <a:gd name="connsiteY2508" fmla="*/ 100394 h 333375"/>
                <a:gd name="connsiteX2509" fmla="*/ 29051 w 1028700"/>
                <a:gd name="connsiteY2509" fmla="*/ 99917 h 333375"/>
                <a:gd name="connsiteX2510" fmla="*/ 28765 w 1028700"/>
                <a:gd name="connsiteY2510" fmla="*/ 99631 h 333375"/>
                <a:gd name="connsiteX2511" fmla="*/ 28099 w 1028700"/>
                <a:gd name="connsiteY2511" fmla="*/ 99917 h 333375"/>
                <a:gd name="connsiteX2512" fmla="*/ 28480 w 1028700"/>
                <a:gd name="connsiteY2512" fmla="*/ 100298 h 333375"/>
                <a:gd name="connsiteX2513" fmla="*/ 28480 w 1028700"/>
                <a:gd name="connsiteY2513" fmla="*/ 100679 h 333375"/>
                <a:gd name="connsiteX2514" fmla="*/ 28289 w 1028700"/>
                <a:gd name="connsiteY2514" fmla="*/ 101060 h 333375"/>
                <a:gd name="connsiteX2515" fmla="*/ 28194 w 1028700"/>
                <a:gd name="connsiteY2515" fmla="*/ 101537 h 333375"/>
                <a:gd name="connsiteX2516" fmla="*/ 28289 w 1028700"/>
                <a:gd name="connsiteY2516" fmla="*/ 101822 h 333375"/>
                <a:gd name="connsiteX2517" fmla="*/ 28575 w 1028700"/>
                <a:gd name="connsiteY2517" fmla="*/ 102108 h 333375"/>
                <a:gd name="connsiteX2518" fmla="*/ 28861 w 1028700"/>
                <a:gd name="connsiteY2518" fmla="*/ 102489 h 333375"/>
                <a:gd name="connsiteX2519" fmla="*/ 28956 w 1028700"/>
                <a:gd name="connsiteY2519" fmla="*/ 102965 h 333375"/>
                <a:gd name="connsiteX2520" fmla="*/ 28861 w 1028700"/>
                <a:gd name="connsiteY2520" fmla="*/ 105442 h 333375"/>
                <a:gd name="connsiteX2521" fmla="*/ 29146 w 1028700"/>
                <a:gd name="connsiteY2521" fmla="*/ 108204 h 333375"/>
                <a:gd name="connsiteX2522" fmla="*/ 28956 w 1028700"/>
                <a:gd name="connsiteY2522" fmla="*/ 108966 h 333375"/>
                <a:gd name="connsiteX2523" fmla="*/ 28194 w 1028700"/>
                <a:gd name="connsiteY2523" fmla="*/ 109347 h 333375"/>
                <a:gd name="connsiteX2524" fmla="*/ 28289 w 1028700"/>
                <a:gd name="connsiteY2524" fmla="*/ 109633 h 333375"/>
                <a:gd name="connsiteX2525" fmla="*/ 28480 w 1028700"/>
                <a:gd name="connsiteY2525" fmla="*/ 109919 h 333375"/>
                <a:gd name="connsiteX2526" fmla="*/ 28765 w 1028700"/>
                <a:gd name="connsiteY2526" fmla="*/ 110014 h 333375"/>
                <a:gd name="connsiteX2527" fmla="*/ 28956 w 1028700"/>
                <a:gd name="connsiteY2527" fmla="*/ 109919 h 333375"/>
                <a:gd name="connsiteX2528" fmla="*/ 28956 w 1028700"/>
                <a:gd name="connsiteY2528" fmla="*/ 109823 h 333375"/>
                <a:gd name="connsiteX2529" fmla="*/ 29051 w 1028700"/>
                <a:gd name="connsiteY2529" fmla="*/ 109728 h 333375"/>
                <a:gd name="connsiteX2530" fmla="*/ 31147 w 1028700"/>
                <a:gd name="connsiteY2530" fmla="*/ 109728 h 333375"/>
                <a:gd name="connsiteX2531" fmla="*/ 34004 w 1028700"/>
                <a:gd name="connsiteY2531" fmla="*/ 110300 h 333375"/>
                <a:gd name="connsiteX2532" fmla="*/ 34195 w 1028700"/>
                <a:gd name="connsiteY2532" fmla="*/ 109347 h 333375"/>
                <a:gd name="connsiteX2533" fmla="*/ 35528 w 1028700"/>
                <a:gd name="connsiteY2533" fmla="*/ 106966 h 333375"/>
                <a:gd name="connsiteX2534" fmla="*/ 35719 w 1028700"/>
                <a:gd name="connsiteY2534" fmla="*/ 106013 h 333375"/>
                <a:gd name="connsiteX2535" fmla="*/ 35909 w 1028700"/>
                <a:gd name="connsiteY2535" fmla="*/ 104013 h 333375"/>
                <a:gd name="connsiteX2536" fmla="*/ 36862 w 1028700"/>
                <a:gd name="connsiteY2536" fmla="*/ 102203 h 333375"/>
                <a:gd name="connsiteX2537" fmla="*/ 36386 w 1028700"/>
                <a:gd name="connsiteY2537" fmla="*/ 101727 h 333375"/>
                <a:gd name="connsiteX2538" fmla="*/ 35338 w 1028700"/>
                <a:gd name="connsiteY2538" fmla="*/ 101060 h 333375"/>
                <a:gd name="connsiteX2539" fmla="*/ 85535 w 1028700"/>
                <a:gd name="connsiteY2539" fmla="*/ 226409 h 333375"/>
                <a:gd name="connsiteX2540" fmla="*/ 85058 w 1028700"/>
                <a:gd name="connsiteY2540" fmla="*/ 225933 h 333375"/>
                <a:gd name="connsiteX2541" fmla="*/ 84106 w 1028700"/>
                <a:gd name="connsiteY2541" fmla="*/ 226314 h 333375"/>
                <a:gd name="connsiteX2542" fmla="*/ 83725 w 1028700"/>
                <a:gd name="connsiteY2542" fmla="*/ 227076 h 333375"/>
                <a:gd name="connsiteX2543" fmla="*/ 84106 w 1028700"/>
                <a:gd name="connsiteY2543" fmla="*/ 227552 h 333375"/>
                <a:gd name="connsiteX2544" fmla="*/ 84963 w 1028700"/>
                <a:gd name="connsiteY2544" fmla="*/ 227362 h 333375"/>
                <a:gd name="connsiteX2545" fmla="*/ 85344 w 1028700"/>
                <a:gd name="connsiteY2545" fmla="*/ 227076 h 333375"/>
                <a:gd name="connsiteX2546" fmla="*/ 85535 w 1028700"/>
                <a:gd name="connsiteY2546" fmla="*/ 226409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</a:cxnLst>
              <a:rect l="l" t="t" r="r" b="b"/>
              <a:pathLst>
                <a:path w="1028700" h="333375">
                  <a:moveTo>
                    <a:pt x="819626" y="109061"/>
                  </a:moveTo>
                  <a:lnTo>
                    <a:pt x="820103" y="108966"/>
                  </a:lnTo>
                  <a:lnTo>
                    <a:pt x="821150" y="109633"/>
                  </a:lnTo>
                  <a:lnTo>
                    <a:pt x="821627" y="109633"/>
                  </a:lnTo>
                  <a:lnTo>
                    <a:pt x="822579" y="108680"/>
                  </a:lnTo>
                  <a:lnTo>
                    <a:pt x="822579" y="107442"/>
                  </a:lnTo>
                  <a:lnTo>
                    <a:pt x="822007" y="104775"/>
                  </a:lnTo>
                  <a:lnTo>
                    <a:pt x="821627" y="103632"/>
                  </a:lnTo>
                  <a:lnTo>
                    <a:pt x="820769" y="104013"/>
                  </a:lnTo>
                  <a:lnTo>
                    <a:pt x="819245" y="105442"/>
                  </a:lnTo>
                  <a:lnTo>
                    <a:pt x="818864" y="105918"/>
                  </a:lnTo>
                  <a:lnTo>
                    <a:pt x="817340" y="110014"/>
                  </a:lnTo>
                  <a:lnTo>
                    <a:pt x="817245" y="110776"/>
                  </a:lnTo>
                  <a:lnTo>
                    <a:pt x="818579" y="110014"/>
                  </a:lnTo>
                  <a:lnTo>
                    <a:pt x="819626" y="109061"/>
                  </a:lnTo>
                  <a:close/>
                  <a:moveTo>
                    <a:pt x="236125" y="241745"/>
                  </a:moveTo>
                  <a:lnTo>
                    <a:pt x="236125" y="242221"/>
                  </a:lnTo>
                  <a:lnTo>
                    <a:pt x="236506" y="242888"/>
                  </a:lnTo>
                  <a:lnTo>
                    <a:pt x="237554" y="243935"/>
                  </a:lnTo>
                  <a:lnTo>
                    <a:pt x="238315" y="244221"/>
                  </a:lnTo>
                  <a:lnTo>
                    <a:pt x="239363" y="244126"/>
                  </a:lnTo>
                  <a:lnTo>
                    <a:pt x="240316" y="243840"/>
                  </a:lnTo>
                  <a:lnTo>
                    <a:pt x="240982" y="243364"/>
                  </a:lnTo>
                  <a:lnTo>
                    <a:pt x="241078" y="242697"/>
                  </a:lnTo>
                  <a:lnTo>
                    <a:pt x="240982" y="240125"/>
                  </a:lnTo>
                  <a:lnTo>
                    <a:pt x="240316" y="237935"/>
                  </a:lnTo>
                  <a:lnTo>
                    <a:pt x="240030" y="237268"/>
                  </a:lnTo>
                  <a:lnTo>
                    <a:pt x="239363" y="236220"/>
                  </a:lnTo>
                  <a:lnTo>
                    <a:pt x="239268" y="235839"/>
                  </a:lnTo>
                  <a:lnTo>
                    <a:pt x="239173" y="235172"/>
                  </a:lnTo>
                  <a:lnTo>
                    <a:pt x="239078" y="234887"/>
                  </a:lnTo>
                  <a:lnTo>
                    <a:pt x="238792" y="234696"/>
                  </a:lnTo>
                  <a:lnTo>
                    <a:pt x="238220" y="234601"/>
                  </a:lnTo>
                  <a:lnTo>
                    <a:pt x="237744" y="234887"/>
                  </a:lnTo>
                  <a:lnTo>
                    <a:pt x="237458" y="235458"/>
                  </a:lnTo>
                  <a:lnTo>
                    <a:pt x="237363" y="236029"/>
                  </a:lnTo>
                  <a:lnTo>
                    <a:pt x="237458" y="236887"/>
                  </a:lnTo>
                  <a:lnTo>
                    <a:pt x="237649" y="237649"/>
                  </a:lnTo>
                  <a:lnTo>
                    <a:pt x="237649" y="238411"/>
                  </a:lnTo>
                  <a:lnTo>
                    <a:pt x="237172" y="239268"/>
                  </a:lnTo>
                  <a:lnTo>
                    <a:pt x="236791" y="239554"/>
                  </a:lnTo>
                  <a:lnTo>
                    <a:pt x="236125" y="239935"/>
                  </a:lnTo>
                  <a:lnTo>
                    <a:pt x="235839" y="240221"/>
                  </a:lnTo>
                  <a:lnTo>
                    <a:pt x="235744" y="240697"/>
                  </a:lnTo>
                  <a:lnTo>
                    <a:pt x="236029" y="241554"/>
                  </a:lnTo>
                  <a:lnTo>
                    <a:pt x="236125" y="241745"/>
                  </a:lnTo>
                  <a:close/>
                  <a:moveTo>
                    <a:pt x="614744" y="255270"/>
                  </a:moveTo>
                  <a:lnTo>
                    <a:pt x="614363" y="257556"/>
                  </a:lnTo>
                  <a:lnTo>
                    <a:pt x="614648" y="258604"/>
                  </a:lnTo>
                  <a:lnTo>
                    <a:pt x="615696" y="259080"/>
                  </a:lnTo>
                  <a:lnTo>
                    <a:pt x="616268" y="259556"/>
                  </a:lnTo>
                  <a:lnTo>
                    <a:pt x="617125" y="261652"/>
                  </a:lnTo>
                  <a:lnTo>
                    <a:pt x="617696" y="262319"/>
                  </a:lnTo>
                  <a:lnTo>
                    <a:pt x="617982" y="261842"/>
                  </a:lnTo>
                  <a:lnTo>
                    <a:pt x="618363" y="261366"/>
                  </a:lnTo>
                  <a:lnTo>
                    <a:pt x="618839" y="261176"/>
                  </a:lnTo>
                  <a:lnTo>
                    <a:pt x="619315" y="261366"/>
                  </a:lnTo>
                  <a:lnTo>
                    <a:pt x="619792" y="261652"/>
                  </a:lnTo>
                  <a:lnTo>
                    <a:pt x="619982" y="261366"/>
                  </a:lnTo>
                  <a:lnTo>
                    <a:pt x="619982" y="260890"/>
                  </a:lnTo>
                  <a:lnTo>
                    <a:pt x="619887" y="260699"/>
                  </a:lnTo>
                  <a:lnTo>
                    <a:pt x="618744" y="257651"/>
                  </a:lnTo>
                  <a:lnTo>
                    <a:pt x="618268" y="253746"/>
                  </a:lnTo>
                  <a:lnTo>
                    <a:pt x="618268" y="244602"/>
                  </a:lnTo>
                  <a:lnTo>
                    <a:pt x="617696" y="242411"/>
                  </a:lnTo>
                  <a:lnTo>
                    <a:pt x="616648" y="240792"/>
                  </a:lnTo>
                  <a:lnTo>
                    <a:pt x="614839" y="240125"/>
                  </a:lnTo>
                  <a:lnTo>
                    <a:pt x="614077" y="241840"/>
                  </a:lnTo>
                  <a:lnTo>
                    <a:pt x="613981" y="244412"/>
                  </a:lnTo>
                  <a:lnTo>
                    <a:pt x="614934" y="253079"/>
                  </a:lnTo>
                  <a:lnTo>
                    <a:pt x="614744" y="255270"/>
                  </a:lnTo>
                  <a:close/>
                  <a:moveTo>
                    <a:pt x="976027" y="80677"/>
                  </a:moveTo>
                  <a:lnTo>
                    <a:pt x="976503" y="80772"/>
                  </a:lnTo>
                  <a:lnTo>
                    <a:pt x="976884" y="80772"/>
                  </a:lnTo>
                  <a:lnTo>
                    <a:pt x="977265" y="80772"/>
                  </a:lnTo>
                  <a:lnTo>
                    <a:pt x="978218" y="80391"/>
                  </a:lnTo>
                  <a:lnTo>
                    <a:pt x="978598" y="80391"/>
                  </a:lnTo>
                  <a:lnTo>
                    <a:pt x="979170" y="80201"/>
                  </a:lnTo>
                  <a:lnTo>
                    <a:pt x="979456" y="79724"/>
                  </a:lnTo>
                  <a:lnTo>
                    <a:pt x="979265" y="79248"/>
                  </a:lnTo>
                  <a:lnTo>
                    <a:pt x="978503" y="79058"/>
                  </a:lnTo>
                  <a:lnTo>
                    <a:pt x="977074" y="79058"/>
                  </a:lnTo>
                  <a:lnTo>
                    <a:pt x="976408" y="79248"/>
                  </a:lnTo>
                  <a:lnTo>
                    <a:pt x="975836" y="79629"/>
                  </a:lnTo>
                  <a:lnTo>
                    <a:pt x="975551" y="80105"/>
                  </a:lnTo>
                  <a:lnTo>
                    <a:pt x="975646" y="80486"/>
                  </a:lnTo>
                  <a:lnTo>
                    <a:pt x="976027" y="80677"/>
                  </a:lnTo>
                  <a:close/>
                  <a:moveTo>
                    <a:pt x="907732" y="8477"/>
                  </a:moveTo>
                  <a:lnTo>
                    <a:pt x="908495" y="8382"/>
                  </a:lnTo>
                  <a:lnTo>
                    <a:pt x="908971" y="8192"/>
                  </a:lnTo>
                  <a:lnTo>
                    <a:pt x="909256" y="7620"/>
                  </a:lnTo>
                  <a:lnTo>
                    <a:pt x="908971" y="7334"/>
                  </a:lnTo>
                  <a:lnTo>
                    <a:pt x="908495" y="7048"/>
                  </a:lnTo>
                  <a:lnTo>
                    <a:pt x="908209" y="6572"/>
                  </a:lnTo>
                  <a:lnTo>
                    <a:pt x="913257" y="5334"/>
                  </a:lnTo>
                  <a:lnTo>
                    <a:pt x="912686" y="4381"/>
                  </a:lnTo>
                  <a:lnTo>
                    <a:pt x="912971" y="3429"/>
                  </a:lnTo>
                  <a:lnTo>
                    <a:pt x="913733" y="3048"/>
                  </a:lnTo>
                  <a:lnTo>
                    <a:pt x="914686" y="4001"/>
                  </a:lnTo>
                  <a:lnTo>
                    <a:pt x="915257" y="3238"/>
                  </a:lnTo>
                  <a:lnTo>
                    <a:pt x="915353" y="2000"/>
                  </a:lnTo>
                  <a:lnTo>
                    <a:pt x="915067" y="762"/>
                  </a:lnTo>
                  <a:lnTo>
                    <a:pt x="914305" y="95"/>
                  </a:lnTo>
                  <a:lnTo>
                    <a:pt x="912114" y="2572"/>
                  </a:lnTo>
                  <a:lnTo>
                    <a:pt x="911352" y="2858"/>
                  </a:lnTo>
                  <a:lnTo>
                    <a:pt x="909542" y="3238"/>
                  </a:lnTo>
                  <a:lnTo>
                    <a:pt x="908780" y="3620"/>
                  </a:lnTo>
                  <a:lnTo>
                    <a:pt x="906208" y="8382"/>
                  </a:lnTo>
                  <a:lnTo>
                    <a:pt x="906780" y="8572"/>
                  </a:lnTo>
                  <a:lnTo>
                    <a:pt x="907732" y="8477"/>
                  </a:lnTo>
                  <a:close/>
                  <a:moveTo>
                    <a:pt x="932974" y="37243"/>
                  </a:moveTo>
                  <a:lnTo>
                    <a:pt x="934307" y="37719"/>
                  </a:lnTo>
                  <a:lnTo>
                    <a:pt x="935927" y="37910"/>
                  </a:lnTo>
                  <a:lnTo>
                    <a:pt x="937546" y="37910"/>
                  </a:lnTo>
                  <a:lnTo>
                    <a:pt x="938879" y="37529"/>
                  </a:lnTo>
                  <a:lnTo>
                    <a:pt x="940880" y="35909"/>
                  </a:lnTo>
                  <a:lnTo>
                    <a:pt x="941070" y="34290"/>
                  </a:lnTo>
                  <a:lnTo>
                    <a:pt x="940213" y="32671"/>
                  </a:lnTo>
                  <a:lnTo>
                    <a:pt x="938879" y="31052"/>
                  </a:lnTo>
                  <a:lnTo>
                    <a:pt x="938022" y="31528"/>
                  </a:lnTo>
                  <a:lnTo>
                    <a:pt x="935831" y="31813"/>
                  </a:lnTo>
                  <a:lnTo>
                    <a:pt x="935164" y="32480"/>
                  </a:lnTo>
                  <a:lnTo>
                    <a:pt x="935355" y="33242"/>
                  </a:lnTo>
                  <a:lnTo>
                    <a:pt x="937260" y="33338"/>
                  </a:lnTo>
                  <a:lnTo>
                    <a:pt x="937736" y="33814"/>
                  </a:lnTo>
                  <a:lnTo>
                    <a:pt x="937546" y="34671"/>
                  </a:lnTo>
                  <a:lnTo>
                    <a:pt x="936974" y="35147"/>
                  </a:lnTo>
                  <a:lnTo>
                    <a:pt x="936117" y="35338"/>
                  </a:lnTo>
                  <a:lnTo>
                    <a:pt x="933450" y="35433"/>
                  </a:lnTo>
                  <a:lnTo>
                    <a:pt x="932879" y="35623"/>
                  </a:lnTo>
                  <a:lnTo>
                    <a:pt x="932402" y="36004"/>
                  </a:lnTo>
                  <a:lnTo>
                    <a:pt x="932307" y="36481"/>
                  </a:lnTo>
                  <a:lnTo>
                    <a:pt x="932497" y="36957"/>
                  </a:lnTo>
                  <a:lnTo>
                    <a:pt x="932974" y="37243"/>
                  </a:lnTo>
                  <a:close/>
                  <a:moveTo>
                    <a:pt x="9239" y="56483"/>
                  </a:moveTo>
                  <a:lnTo>
                    <a:pt x="8001" y="56960"/>
                  </a:lnTo>
                  <a:lnTo>
                    <a:pt x="7239" y="58579"/>
                  </a:lnTo>
                  <a:lnTo>
                    <a:pt x="6191" y="59531"/>
                  </a:lnTo>
                  <a:lnTo>
                    <a:pt x="6572" y="60579"/>
                  </a:lnTo>
                  <a:lnTo>
                    <a:pt x="7048" y="60770"/>
                  </a:lnTo>
                  <a:lnTo>
                    <a:pt x="7334" y="61531"/>
                  </a:lnTo>
                  <a:lnTo>
                    <a:pt x="8191" y="62294"/>
                  </a:lnTo>
                  <a:lnTo>
                    <a:pt x="8763" y="62008"/>
                  </a:lnTo>
                  <a:lnTo>
                    <a:pt x="9239" y="61246"/>
                  </a:lnTo>
                  <a:lnTo>
                    <a:pt x="9430" y="60484"/>
                  </a:lnTo>
                  <a:lnTo>
                    <a:pt x="9049" y="59627"/>
                  </a:lnTo>
                  <a:lnTo>
                    <a:pt x="9049" y="58769"/>
                  </a:lnTo>
                  <a:lnTo>
                    <a:pt x="9144" y="58388"/>
                  </a:lnTo>
                  <a:lnTo>
                    <a:pt x="9144" y="57721"/>
                  </a:lnTo>
                  <a:lnTo>
                    <a:pt x="9525" y="57150"/>
                  </a:lnTo>
                  <a:lnTo>
                    <a:pt x="9906" y="56674"/>
                  </a:lnTo>
                  <a:lnTo>
                    <a:pt x="9715" y="55817"/>
                  </a:lnTo>
                  <a:lnTo>
                    <a:pt x="9239" y="56483"/>
                  </a:lnTo>
                  <a:close/>
                  <a:moveTo>
                    <a:pt x="918020" y="13240"/>
                  </a:moveTo>
                  <a:lnTo>
                    <a:pt x="918591" y="12859"/>
                  </a:lnTo>
                  <a:lnTo>
                    <a:pt x="918877" y="12287"/>
                  </a:lnTo>
                  <a:lnTo>
                    <a:pt x="919067" y="11716"/>
                  </a:lnTo>
                  <a:lnTo>
                    <a:pt x="919448" y="11144"/>
                  </a:lnTo>
                  <a:lnTo>
                    <a:pt x="919924" y="10859"/>
                  </a:lnTo>
                  <a:lnTo>
                    <a:pt x="921353" y="10192"/>
                  </a:lnTo>
                  <a:lnTo>
                    <a:pt x="921639" y="9906"/>
                  </a:lnTo>
                  <a:lnTo>
                    <a:pt x="922306" y="9620"/>
                  </a:lnTo>
                  <a:lnTo>
                    <a:pt x="925354" y="9049"/>
                  </a:lnTo>
                  <a:lnTo>
                    <a:pt x="926306" y="8668"/>
                  </a:lnTo>
                  <a:lnTo>
                    <a:pt x="927259" y="9144"/>
                  </a:lnTo>
                  <a:lnTo>
                    <a:pt x="928021" y="8192"/>
                  </a:lnTo>
                  <a:lnTo>
                    <a:pt x="928592" y="6572"/>
                  </a:lnTo>
                  <a:lnTo>
                    <a:pt x="929069" y="2477"/>
                  </a:lnTo>
                  <a:lnTo>
                    <a:pt x="928973" y="1238"/>
                  </a:lnTo>
                  <a:lnTo>
                    <a:pt x="928306" y="381"/>
                  </a:lnTo>
                  <a:lnTo>
                    <a:pt x="927068" y="0"/>
                  </a:lnTo>
                  <a:lnTo>
                    <a:pt x="923068" y="667"/>
                  </a:lnTo>
                  <a:lnTo>
                    <a:pt x="922401" y="762"/>
                  </a:lnTo>
                  <a:lnTo>
                    <a:pt x="921734" y="1048"/>
                  </a:lnTo>
                  <a:lnTo>
                    <a:pt x="920591" y="1905"/>
                  </a:lnTo>
                  <a:lnTo>
                    <a:pt x="919353" y="3143"/>
                  </a:lnTo>
                  <a:lnTo>
                    <a:pt x="918877" y="3429"/>
                  </a:lnTo>
                  <a:lnTo>
                    <a:pt x="918020" y="3715"/>
                  </a:lnTo>
                  <a:lnTo>
                    <a:pt x="917734" y="4001"/>
                  </a:lnTo>
                  <a:lnTo>
                    <a:pt x="917543" y="4477"/>
                  </a:lnTo>
                  <a:lnTo>
                    <a:pt x="917638" y="6858"/>
                  </a:lnTo>
                  <a:lnTo>
                    <a:pt x="917448" y="7239"/>
                  </a:lnTo>
                  <a:lnTo>
                    <a:pt x="917162" y="8096"/>
                  </a:lnTo>
                  <a:lnTo>
                    <a:pt x="917543" y="12097"/>
                  </a:lnTo>
                  <a:lnTo>
                    <a:pt x="918020" y="13240"/>
                  </a:lnTo>
                  <a:close/>
                  <a:moveTo>
                    <a:pt x="244221" y="306514"/>
                  </a:moveTo>
                  <a:lnTo>
                    <a:pt x="243173" y="303657"/>
                  </a:lnTo>
                  <a:lnTo>
                    <a:pt x="242792" y="301466"/>
                  </a:lnTo>
                  <a:lnTo>
                    <a:pt x="242411" y="300800"/>
                  </a:lnTo>
                  <a:lnTo>
                    <a:pt x="242697" y="300228"/>
                  </a:lnTo>
                  <a:lnTo>
                    <a:pt x="242316" y="299561"/>
                  </a:lnTo>
                  <a:lnTo>
                    <a:pt x="241649" y="298799"/>
                  </a:lnTo>
                  <a:lnTo>
                    <a:pt x="241363" y="298037"/>
                  </a:lnTo>
                  <a:lnTo>
                    <a:pt x="241268" y="296228"/>
                  </a:lnTo>
                  <a:lnTo>
                    <a:pt x="240982" y="295466"/>
                  </a:lnTo>
                  <a:lnTo>
                    <a:pt x="240030" y="294132"/>
                  </a:lnTo>
                  <a:lnTo>
                    <a:pt x="239554" y="291751"/>
                  </a:lnTo>
                  <a:lnTo>
                    <a:pt x="238125" y="289179"/>
                  </a:lnTo>
                  <a:lnTo>
                    <a:pt x="237744" y="289179"/>
                  </a:lnTo>
                  <a:lnTo>
                    <a:pt x="237077" y="289655"/>
                  </a:lnTo>
                  <a:lnTo>
                    <a:pt x="236315" y="289084"/>
                  </a:lnTo>
                  <a:lnTo>
                    <a:pt x="235744" y="287941"/>
                  </a:lnTo>
                  <a:lnTo>
                    <a:pt x="235458" y="286893"/>
                  </a:lnTo>
                  <a:lnTo>
                    <a:pt x="235553" y="284607"/>
                  </a:lnTo>
                  <a:lnTo>
                    <a:pt x="235458" y="283559"/>
                  </a:lnTo>
                  <a:lnTo>
                    <a:pt x="235077" y="282416"/>
                  </a:lnTo>
                  <a:lnTo>
                    <a:pt x="234696" y="281845"/>
                  </a:lnTo>
                  <a:lnTo>
                    <a:pt x="233553" y="280606"/>
                  </a:lnTo>
                  <a:lnTo>
                    <a:pt x="233172" y="280035"/>
                  </a:lnTo>
                  <a:lnTo>
                    <a:pt x="232601" y="278702"/>
                  </a:lnTo>
                  <a:lnTo>
                    <a:pt x="231648" y="277368"/>
                  </a:lnTo>
                  <a:lnTo>
                    <a:pt x="230314" y="274130"/>
                  </a:lnTo>
                  <a:lnTo>
                    <a:pt x="227838" y="271081"/>
                  </a:lnTo>
                  <a:lnTo>
                    <a:pt x="227457" y="270034"/>
                  </a:lnTo>
                  <a:lnTo>
                    <a:pt x="227552" y="269367"/>
                  </a:lnTo>
                  <a:lnTo>
                    <a:pt x="228029" y="268319"/>
                  </a:lnTo>
                  <a:lnTo>
                    <a:pt x="228124" y="267843"/>
                  </a:lnTo>
                  <a:lnTo>
                    <a:pt x="227933" y="267176"/>
                  </a:lnTo>
                  <a:lnTo>
                    <a:pt x="226981" y="266033"/>
                  </a:lnTo>
                  <a:lnTo>
                    <a:pt x="226600" y="265462"/>
                  </a:lnTo>
                  <a:lnTo>
                    <a:pt x="226504" y="264890"/>
                  </a:lnTo>
                  <a:lnTo>
                    <a:pt x="226504" y="263843"/>
                  </a:lnTo>
                  <a:lnTo>
                    <a:pt x="226314" y="263271"/>
                  </a:lnTo>
                  <a:lnTo>
                    <a:pt x="225933" y="262890"/>
                  </a:lnTo>
                  <a:lnTo>
                    <a:pt x="224790" y="262033"/>
                  </a:lnTo>
                  <a:lnTo>
                    <a:pt x="224314" y="261652"/>
                  </a:lnTo>
                  <a:lnTo>
                    <a:pt x="220408" y="256794"/>
                  </a:lnTo>
                  <a:lnTo>
                    <a:pt x="220028" y="255842"/>
                  </a:lnTo>
                  <a:lnTo>
                    <a:pt x="220028" y="254794"/>
                  </a:lnTo>
                  <a:lnTo>
                    <a:pt x="220504" y="253555"/>
                  </a:lnTo>
                  <a:lnTo>
                    <a:pt x="219170" y="250603"/>
                  </a:lnTo>
                  <a:lnTo>
                    <a:pt x="218504" y="249746"/>
                  </a:lnTo>
                  <a:lnTo>
                    <a:pt x="216694" y="248317"/>
                  </a:lnTo>
                  <a:lnTo>
                    <a:pt x="216503" y="247841"/>
                  </a:lnTo>
                  <a:lnTo>
                    <a:pt x="216598" y="247364"/>
                  </a:lnTo>
                  <a:lnTo>
                    <a:pt x="216503" y="246983"/>
                  </a:lnTo>
                  <a:lnTo>
                    <a:pt x="215646" y="246697"/>
                  </a:lnTo>
                  <a:lnTo>
                    <a:pt x="214408" y="247269"/>
                  </a:lnTo>
                  <a:lnTo>
                    <a:pt x="213931" y="247364"/>
                  </a:lnTo>
                  <a:lnTo>
                    <a:pt x="213360" y="247174"/>
                  </a:lnTo>
                  <a:lnTo>
                    <a:pt x="212598" y="246412"/>
                  </a:lnTo>
                  <a:lnTo>
                    <a:pt x="212312" y="246221"/>
                  </a:lnTo>
                  <a:lnTo>
                    <a:pt x="211360" y="246221"/>
                  </a:lnTo>
                  <a:lnTo>
                    <a:pt x="210598" y="246031"/>
                  </a:lnTo>
                  <a:lnTo>
                    <a:pt x="209931" y="245745"/>
                  </a:lnTo>
                  <a:lnTo>
                    <a:pt x="209836" y="245745"/>
                  </a:lnTo>
                  <a:lnTo>
                    <a:pt x="203645" y="239649"/>
                  </a:lnTo>
                  <a:lnTo>
                    <a:pt x="201168" y="236411"/>
                  </a:lnTo>
                  <a:lnTo>
                    <a:pt x="199454" y="232696"/>
                  </a:lnTo>
                  <a:lnTo>
                    <a:pt x="199072" y="230600"/>
                  </a:lnTo>
                  <a:lnTo>
                    <a:pt x="200215" y="217932"/>
                  </a:lnTo>
                  <a:lnTo>
                    <a:pt x="199930" y="216884"/>
                  </a:lnTo>
                  <a:lnTo>
                    <a:pt x="199549" y="215837"/>
                  </a:lnTo>
                  <a:lnTo>
                    <a:pt x="198691" y="209360"/>
                  </a:lnTo>
                  <a:lnTo>
                    <a:pt x="198977" y="207169"/>
                  </a:lnTo>
                  <a:lnTo>
                    <a:pt x="201549" y="201739"/>
                  </a:lnTo>
                  <a:lnTo>
                    <a:pt x="199739" y="202121"/>
                  </a:lnTo>
                  <a:lnTo>
                    <a:pt x="200501" y="200596"/>
                  </a:lnTo>
                  <a:lnTo>
                    <a:pt x="199263" y="198787"/>
                  </a:lnTo>
                  <a:lnTo>
                    <a:pt x="197453" y="197072"/>
                  </a:lnTo>
                  <a:lnTo>
                    <a:pt x="196501" y="195739"/>
                  </a:lnTo>
                  <a:lnTo>
                    <a:pt x="196310" y="195072"/>
                  </a:lnTo>
                  <a:lnTo>
                    <a:pt x="194310" y="190691"/>
                  </a:lnTo>
                  <a:lnTo>
                    <a:pt x="194024" y="189833"/>
                  </a:lnTo>
                  <a:lnTo>
                    <a:pt x="194024" y="188786"/>
                  </a:lnTo>
                  <a:lnTo>
                    <a:pt x="194215" y="188023"/>
                  </a:lnTo>
                  <a:lnTo>
                    <a:pt x="194691" y="187071"/>
                  </a:lnTo>
                  <a:lnTo>
                    <a:pt x="195167" y="186404"/>
                  </a:lnTo>
                  <a:lnTo>
                    <a:pt x="196120" y="186404"/>
                  </a:lnTo>
                  <a:lnTo>
                    <a:pt x="196310" y="185452"/>
                  </a:lnTo>
                  <a:lnTo>
                    <a:pt x="196310" y="183547"/>
                  </a:lnTo>
                  <a:lnTo>
                    <a:pt x="196501" y="181832"/>
                  </a:lnTo>
                  <a:lnTo>
                    <a:pt x="197072" y="179451"/>
                  </a:lnTo>
                  <a:lnTo>
                    <a:pt x="197929" y="177927"/>
                  </a:lnTo>
                  <a:lnTo>
                    <a:pt x="199168" y="178689"/>
                  </a:lnTo>
                  <a:lnTo>
                    <a:pt x="199358" y="177355"/>
                  </a:lnTo>
                  <a:lnTo>
                    <a:pt x="197358" y="172498"/>
                  </a:lnTo>
                  <a:lnTo>
                    <a:pt x="196977" y="170879"/>
                  </a:lnTo>
                  <a:lnTo>
                    <a:pt x="197072" y="169926"/>
                  </a:lnTo>
                  <a:lnTo>
                    <a:pt x="197548" y="169069"/>
                  </a:lnTo>
                  <a:lnTo>
                    <a:pt x="198596" y="167640"/>
                  </a:lnTo>
                  <a:lnTo>
                    <a:pt x="199072" y="167354"/>
                  </a:lnTo>
                  <a:lnTo>
                    <a:pt x="199454" y="167164"/>
                  </a:lnTo>
                  <a:lnTo>
                    <a:pt x="199549" y="167069"/>
                  </a:lnTo>
                  <a:lnTo>
                    <a:pt x="199835" y="166878"/>
                  </a:lnTo>
                  <a:lnTo>
                    <a:pt x="200120" y="166306"/>
                  </a:lnTo>
                  <a:lnTo>
                    <a:pt x="199739" y="164973"/>
                  </a:lnTo>
                  <a:lnTo>
                    <a:pt x="199739" y="164497"/>
                  </a:lnTo>
                  <a:lnTo>
                    <a:pt x="199930" y="164116"/>
                  </a:lnTo>
                  <a:lnTo>
                    <a:pt x="200692" y="163259"/>
                  </a:lnTo>
                  <a:lnTo>
                    <a:pt x="201073" y="162973"/>
                  </a:lnTo>
                  <a:lnTo>
                    <a:pt x="201454" y="162306"/>
                  </a:lnTo>
                  <a:lnTo>
                    <a:pt x="202216" y="160496"/>
                  </a:lnTo>
                  <a:lnTo>
                    <a:pt x="202311" y="159925"/>
                  </a:lnTo>
                  <a:lnTo>
                    <a:pt x="202216" y="158305"/>
                  </a:lnTo>
                  <a:lnTo>
                    <a:pt x="200501" y="153448"/>
                  </a:lnTo>
                  <a:lnTo>
                    <a:pt x="200596" y="152686"/>
                  </a:lnTo>
                  <a:lnTo>
                    <a:pt x="199930" y="150304"/>
                  </a:lnTo>
                  <a:lnTo>
                    <a:pt x="200311" y="149257"/>
                  </a:lnTo>
                  <a:lnTo>
                    <a:pt x="200787" y="148304"/>
                  </a:lnTo>
                  <a:lnTo>
                    <a:pt x="200882" y="147066"/>
                  </a:lnTo>
                  <a:lnTo>
                    <a:pt x="200025" y="139160"/>
                  </a:lnTo>
                  <a:lnTo>
                    <a:pt x="199549" y="136970"/>
                  </a:lnTo>
                  <a:lnTo>
                    <a:pt x="199454" y="135731"/>
                  </a:lnTo>
                  <a:lnTo>
                    <a:pt x="199835" y="134207"/>
                  </a:lnTo>
                  <a:lnTo>
                    <a:pt x="199835" y="133636"/>
                  </a:lnTo>
                  <a:lnTo>
                    <a:pt x="199549" y="133064"/>
                  </a:lnTo>
                  <a:lnTo>
                    <a:pt x="198596" y="132017"/>
                  </a:lnTo>
                  <a:lnTo>
                    <a:pt x="198406" y="131636"/>
                  </a:lnTo>
                  <a:lnTo>
                    <a:pt x="198120" y="130588"/>
                  </a:lnTo>
                  <a:lnTo>
                    <a:pt x="195072" y="124968"/>
                  </a:lnTo>
                  <a:lnTo>
                    <a:pt x="189833" y="116300"/>
                  </a:lnTo>
                  <a:lnTo>
                    <a:pt x="188023" y="111823"/>
                  </a:lnTo>
                  <a:lnTo>
                    <a:pt x="182689" y="103442"/>
                  </a:lnTo>
                  <a:lnTo>
                    <a:pt x="177832" y="98012"/>
                  </a:lnTo>
                  <a:lnTo>
                    <a:pt x="175070" y="95631"/>
                  </a:lnTo>
                  <a:lnTo>
                    <a:pt x="174212" y="95060"/>
                  </a:lnTo>
                  <a:lnTo>
                    <a:pt x="172021" y="94583"/>
                  </a:lnTo>
                  <a:lnTo>
                    <a:pt x="169736" y="93440"/>
                  </a:lnTo>
                  <a:lnTo>
                    <a:pt x="160306" y="86011"/>
                  </a:lnTo>
                  <a:lnTo>
                    <a:pt x="158877" y="85344"/>
                  </a:lnTo>
                  <a:lnTo>
                    <a:pt x="158305" y="84487"/>
                  </a:lnTo>
                  <a:lnTo>
                    <a:pt x="157639" y="82772"/>
                  </a:lnTo>
                  <a:lnTo>
                    <a:pt x="156591" y="81534"/>
                  </a:lnTo>
                  <a:lnTo>
                    <a:pt x="155353" y="80581"/>
                  </a:lnTo>
                  <a:lnTo>
                    <a:pt x="152590" y="78867"/>
                  </a:lnTo>
                  <a:lnTo>
                    <a:pt x="152114" y="78486"/>
                  </a:lnTo>
                  <a:lnTo>
                    <a:pt x="150971" y="77629"/>
                  </a:lnTo>
                  <a:lnTo>
                    <a:pt x="149828" y="76295"/>
                  </a:lnTo>
                  <a:lnTo>
                    <a:pt x="143542" y="63913"/>
                  </a:lnTo>
                  <a:lnTo>
                    <a:pt x="141351" y="61627"/>
                  </a:lnTo>
                  <a:lnTo>
                    <a:pt x="140113" y="60960"/>
                  </a:lnTo>
                  <a:lnTo>
                    <a:pt x="134017" y="58769"/>
                  </a:lnTo>
                  <a:lnTo>
                    <a:pt x="132874" y="58769"/>
                  </a:lnTo>
                  <a:lnTo>
                    <a:pt x="132302" y="59627"/>
                  </a:lnTo>
                  <a:lnTo>
                    <a:pt x="133160" y="59341"/>
                  </a:lnTo>
                  <a:lnTo>
                    <a:pt x="133636" y="59722"/>
                  </a:lnTo>
                  <a:lnTo>
                    <a:pt x="133350" y="60293"/>
                  </a:lnTo>
                  <a:lnTo>
                    <a:pt x="132112" y="60579"/>
                  </a:lnTo>
                  <a:lnTo>
                    <a:pt x="131540" y="60293"/>
                  </a:lnTo>
                  <a:lnTo>
                    <a:pt x="128683" y="58388"/>
                  </a:lnTo>
                  <a:lnTo>
                    <a:pt x="127349" y="57436"/>
                  </a:lnTo>
                  <a:lnTo>
                    <a:pt x="126968" y="60198"/>
                  </a:lnTo>
                  <a:lnTo>
                    <a:pt x="127254" y="64294"/>
                  </a:lnTo>
                  <a:lnTo>
                    <a:pt x="126682" y="66008"/>
                  </a:lnTo>
                  <a:lnTo>
                    <a:pt x="125254" y="67437"/>
                  </a:lnTo>
                  <a:lnTo>
                    <a:pt x="121348" y="70390"/>
                  </a:lnTo>
                  <a:lnTo>
                    <a:pt x="120015" y="72009"/>
                  </a:lnTo>
                  <a:lnTo>
                    <a:pt x="119253" y="74200"/>
                  </a:lnTo>
                  <a:lnTo>
                    <a:pt x="119253" y="76486"/>
                  </a:lnTo>
                  <a:lnTo>
                    <a:pt x="118872" y="78486"/>
                  </a:lnTo>
                  <a:lnTo>
                    <a:pt x="117157" y="80010"/>
                  </a:lnTo>
                  <a:lnTo>
                    <a:pt x="116586" y="80391"/>
                  </a:lnTo>
                  <a:lnTo>
                    <a:pt x="116300" y="80867"/>
                  </a:lnTo>
                  <a:lnTo>
                    <a:pt x="116110" y="81344"/>
                  </a:lnTo>
                  <a:lnTo>
                    <a:pt x="115824" y="81820"/>
                  </a:lnTo>
                  <a:lnTo>
                    <a:pt x="114300" y="82772"/>
                  </a:lnTo>
                  <a:lnTo>
                    <a:pt x="114014" y="83058"/>
                  </a:lnTo>
                  <a:lnTo>
                    <a:pt x="113633" y="84201"/>
                  </a:lnTo>
                  <a:lnTo>
                    <a:pt x="112966" y="84868"/>
                  </a:lnTo>
                  <a:lnTo>
                    <a:pt x="112109" y="84963"/>
                  </a:lnTo>
                  <a:lnTo>
                    <a:pt x="110966" y="84392"/>
                  </a:lnTo>
                  <a:lnTo>
                    <a:pt x="110490" y="83820"/>
                  </a:lnTo>
                  <a:lnTo>
                    <a:pt x="110109" y="83153"/>
                  </a:lnTo>
                  <a:lnTo>
                    <a:pt x="109728" y="82582"/>
                  </a:lnTo>
                  <a:lnTo>
                    <a:pt x="109061" y="82391"/>
                  </a:lnTo>
                  <a:lnTo>
                    <a:pt x="108395" y="82582"/>
                  </a:lnTo>
                  <a:lnTo>
                    <a:pt x="107537" y="83439"/>
                  </a:lnTo>
                  <a:lnTo>
                    <a:pt x="107537" y="83439"/>
                  </a:lnTo>
                  <a:lnTo>
                    <a:pt x="107061" y="83725"/>
                  </a:lnTo>
                  <a:lnTo>
                    <a:pt x="105918" y="83534"/>
                  </a:lnTo>
                  <a:lnTo>
                    <a:pt x="105061" y="82677"/>
                  </a:lnTo>
                  <a:lnTo>
                    <a:pt x="104013" y="80296"/>
                  </a:lnTo>
                  <a:lnTo>
                    <a:pt x="104013" y="79820"/>
                  </a:lnTo>
                  <a:lnTo>
                    <a:pt x="104204" y="79343"/>
                  </a:lnTo>
                  <a:lnTo>
                    <a:pt x="104204" y="78867"/>
                  </a:lnTo>
                  <a:lnTo>
                    <a:pt x="103727" y="78677"/>
                  </a:lnTo>
                  <a:lnTo>
                    <a:pt x="103156" y="78581"/>
                  </a:lnTo>
                  <a:lnTo>
                    <a:pt x="102775" y="78296"/>
                  </a:lnTo>
                  <a:lnTo>
                    <a:pt x="102489" y="77914"/>
                  </a:lnTo>
                  <a:lnTo>
                    <a:pt x="102203" y="77343"/>
                  </a:lnTo>
                  <a:lnTo>
                    <a:pt x="101346" y="76200"/>
                  </a:lnTo>
                  <a:lnTo>
                    <a:pt x="100203" y="75914"/>
                  </a:lnTo>
                  <a:lnTo>
                    <a:pt x="98965" y="76200"/>
                  </a:lnTo>
                  <a:lnTo>
                    <a:pt x="97155" y="76867"/>
                  </a:lnTo>
                  <a:lnTo>
                    <a:pt x="91535" y="79058"/>
                  </a:lnTo>
                  <a:lnTo>
                    <a:pt x="89726" y="80296"/>
                  </a:lnTo>
                  <a:lnTo>
                    <a:pt x="87725" y="81248"/>
                  </a:lnTo>
                  <a:lnTo>
                    <a:pt x="85630" y="81629"/>
                  </a:lnTo>
                  <a:lnTo>
                    <a:pt x="84011" y="82487"/>
                  </a:lnTo>
                  <a:lnTo>
                    <a:pt x="83344" y="84868"/>
                  </a:lnTo>
                  <a:lnTo>
                    <a:pt x="83153" y="86011"/>
                  </a:lnTo>
                  <a:lnTo>
                    <a:pt x="82677" y="87059"/>
                  </a:lnTo>
                  <a:lnTo>
                    <a:pt x="82010" y="88011"/>
                  </a:lnTo>
                  <a:lnTo>
                    <a:pt x="81153" y="88773"/>
                  </a:lnTo>
                  <a:lnTo>
                    <a:pt x="78677" y="90297"/>
                  </a:lnTo>
                  <a:lnTo>
                    <a:pt x="77248" y="90773"/>
                  </a:lnTo>
                  <a:lnTo>
                    <a:pt x="76390" y="90392"/>
                  </a:lnTo>
                  <a:lnTo>
                    <a:pt x="75819" y="89059"/>
                  </a:lnTo>
                  <a:lnTo>
                    <a:pt x="75057" y="87725"/>
                  </a:lnTo>
                  <a:lnTo>
                    <a:pt x="74104" y="86582"/>
                  </a:lnTo>
                  <a:lnTo>
                    <a:pt x="72962" y="85820"/>
                  </a:lnTo>
                  <a:lnTo>
                    <a:pt x="72390" y="85725"/>
                  </a:lnTo>
                  <a:lnTo>
                    <a:pt x="71438" y="85725"/>
                  </a:lnTo>
                  <a:lnTo>
                    <a:pt x="70961" y="85535"/>
                  </a:lnTo>
                  <a:lnTo>
                    <a:pt x="70580" y="85154"/>
                  </a:lnTo>
                  <a:lnTo>
                    <a:pt x="70009" y="83915"/>
                  </a:lnTo>
                  <a:lnTo>
                    <a:pt x="69628" y="83248"/>
                  </a:lnTo>
                  <a:lnTo>
                    <a:pt x="69342" y="82868"/>
                  </a:lnTo>
                  <a:lnTo>
                    <a:pt x="69247" y="82296"/>
                  </a:lnTo>
                  <a:lnTo>
                    <a:pt x="69342" y="81725"/>
                  </a:lnTo>
                  <a:lnTo>
                    <a:pt x="69723" y="81153"/>
                  </a:lnTo>
                  <a:lnTo>
                    <a:pt x="71914" y="76771"/>
                  </a:lnTo>
                  <a:lnTo>
                    <a:pt x="72771" y="76200"/>
                  </a:lnTo>
                  <a:lnTo>
                    <a:pt x="73914" y="76010"/>
                  </a:lnTo>
                  <a:lnTo>
                    <a:pt x="74866" y="75629"/>
                  </a:lnTo>
                  <a:lnTo>
                    <a:pt x="75247" y="74676"/>
                  </a:lnTo>
                  <a:lnTo>
                    <a:pt x="75343" y="73723"/>
                  </a:lnTo>
                  <a:lnTo>
                    <a:pt x="75724" y="72009"/>
                  </a:lnTo>
                  <a:lnTo>
                    <a:pt x="75819" y="68961"/>
                  </a:lnTo>
                  <a:lnTo>
                    <a:pt x="76105" y="66866"/>
                  </a:lnTo>
                  <a:lnTo>
                    <a:pt x="75724" y="65818"/>
                  </a:lnTo>
                  <a:lnTo>
                    <a:pt x="74771" y="65056"/>
                  </a:lnTo>
                  <a:lnTo>
                    <a:pt x="73914" y="64294"/>
                  </a:lnTo>
                  <a:lnTo>
                    <a:pt x="73914" y="63055"/>
                  </a:lnTo>
                  <a:lnTo>
                    <a:pt x="74581" y="62198"/>
                  </a:lnTo>
                  <a:lnTo>
                    <a:pt x="75247" y="61913"/>
                  </a:lnTo>
                  <a:lnTo>
                    <a:pt x="75724" y="61436"/>
                  </a:lnTo>
                  <a:lnTo>
                    <a:pt x="75819" y="60198"/>
                  </a:lnTo>
                  <a:lnTo>
                    <a:pt x="75629" y="59150"/>
                  </a:lnTo>
                  <a:lnTo>
                    <a:pt x="75247" y="58484"/>
                  </a:lnTo>
                  <a:lnTo>
                    <a:pt x="74581" y="58293"/>
                  </a:lnTo>
                  <a:lnTo>
                    <a:pt x="72199" y="58769"/>
                  </a:lnTo>
                  <a:lnTo>
                    <a:pt x="71342" y="58484"/>
                  </a:lnTo>
                  <a:lnTo>
                    <a:pt x="69628" y="57150"/>
                  </a:lnTo>
                  <a:lnTo>
                    <a:pt x="68580" y="57341"/>
                  </a:lnTo>
                  <a:lnTo>
                    <a:pt x="67246" y="58864"/>
                  </a:lnTo>
                  <a:lnTo>
                    <a:pt x="66294" y="59150"/>
                  </a:lnTo>
                  <a:lnTo>
                    <a:pt x="64103" y="58579"/>
                  </a:lnTo>
                  <a:lnTo>
                    <a:pt x="63437" y="58484"/>
                  </a:lnTo>
                  <a:lnTo>
                    <a:pt x="62770" y="58674"/>
                  </a:lnTo>
                  <a:lnTo>
                    <a:pt x="62484" y="59055"/>
                  </a:lnTo>
                  <a:lnTo>
                    <a:pt x="62294" y="59055"/>
                  </a:lnTo>
                  <a:lnTo>
                    <a:pt x="61817" y="58293"/>
                  </a:lnTo>
                  <a:lnTo>
                    <a:pt x="61722" y="57817"/>
                  </a:lnTo>
                  <a:lnTo>
                    <a:pt x="61722" y="56293"/>
                  </a:lnTo>
                  <a:lnTo>
                    <a:pt x="61817" y="55817"/>
                  </a:lnTo>
                  <a:lnTo>
                    <a:pt x="61817" y="55721"/>
                  </a:lnTo>
                  <a:lnTo>
                    <a:pt x="62008" y="55245"/>
                  </a:lnTo>
                  <a:lnTo>
                    <a:pt x="62103" y="54769"/>
                  </a:lnTo>
                  <a:lnTo>
                    <a:pt x="62008" y="54293"/>
                  </a:lnTo>
                  <a:lnTo>
                    <a:pt x="61341" y="53245"/>
                  </a:lnTo>
                  <a:lnTo>
                    <a:pt x="61151" y="52673"/>
                  </a:lnTo>
                  <a:lnTo>
                    <a:pt x="61055" y="52102"/>
                  </a:lnTo>
                  <a:lnTo>
                    <a:pt x="60865" y="49625"/>
                  </a:lnTo>
                  <a:lnTo>
                    <a:pt x="60388" y="48578"/>
                  </a:lnTo>
                  <a:lnTo>
                    <a:pt x="59150" y="47911"/>
                  </a:lnTo>
                  <a:lnTo>
                    <a:pt x="58579" y="47816"/>
                  </a:lnTo>
                  <a:lnTo>
                    <a:pt x="58007" y="47816"/>
                  </a:lnTo>
                  <a:lnTo>
                    <a:pt x="57531" y="47720"/>
                  </a:lnTo>
                  <a:lnTo>
                    <a:pt x="57055" y="47435"/>
                  </a:lnTo>
                  <a:lnTo>
                    <a:pt x="56960" y="46958"/>
                  </a:lnTo>
                  <a:lnTo>
                    <a:pt x="56960" y="45815"/>
                  </a:lnTo>
                  <a:lnTo>
                    <a:pt x="56864" y="45529"/>
                  </a:lnTo>
                  <a:lnTo>
                    <a:pt x="56007" y="45529"/>
                  </a:lnTo>
                  <a:lnTo>
                    <a:pt x="52578" y="47911"/>
                  </a:lnTo>
                  <a:lnTo>
                    <a:pt x="51626" y="48006"/>
                  </a:lnTo>
                  <a:lnTo>
                    <a:pt x="50673" y="47816"/>
                  </a:lnTo>
                  <a:lnTo>
                    <a:pt x="48863" y="47054"/>
                  </a:lnTo>
                  <a:lnTo>
                    <a:pt x="45625" y="46101"/>
                  </a:lnTo>
                  <a:lnTo>
                    <a:pt x="44672" y="45625"/>
                  </a:lnTo>
                  <a:lnTo>
                    <a:pt x="42958" y="44387"/>
                  </a:lnTo>
                  <a:lnTo>
                    <a:pt x="42196" y="44196"/>
                  </a:lnTo>
                  <a:lnTo>
                    <a:pt x="40862" y="44387"/>
                  </a:lnTo>
                  <a:lnTo>
                    <a:pt x="40005" y="44291"/>
                  </a:lnTo>
                  <a:lnTo>
                    <a:pt x="38862" y="43910"/>
                  </a:lnTo>
                  <a:lnTo>
                    <a:pt x="38386" y="43625"/>
                  </a:lnTo>
                  <a:lnTo>
                    <a:pt x="36862" y="42863"/>
                  </a:lnTo>
                  <a:lnTo>
                    <a:pt x="35814" y="42005"/>
                  </a:lnTo>
                  <a:lnTo>
                    <a:pt x="35243" y="41053"/>
                  </a:lnTo>
                  <a:lnTo>
                    <a:pt x="33242" y="35147"/>
                  </a:lnTo>
                  <a:lnTo>
                    <a:pt x="32861" y="34766"/>
                  </a:lnTo>
                  <a:lnTo>
                    <a:pt x="32290" y="34576"/>
                  </a:lnTo>
                  <a:lnTo>
                    <a:pt x="31718" y="34480"/>
                  </a:lnTo>
                  <a:lnTo>
                    <a:pt x="31242" y="34480"/>
                  </a:lnTo>
                  <a:lnTo>
                    <a:pt x="30480" y="34957"/>
                  </a:lnTo>
                  <a:lnTo>
                    <a:pt x="30480" y="35052"/>
                  </a:lnTo>
                  <a:lnTo>
                    <a:pt x="29718" y="35052"/>
                  </a:lnTo>
                  <a:lnTo>
                    <a:pt x="29242" y="34766"/>
                  </a:lnTo>
                  <a:lnTo>
                    <a:pt x="28956" y="34480"/>
                  </a:lnTo>
                  <a:lnTo>
                    <a:pt x="28861" y="34290"/>
                  </a:lnTo>
                  <a:lnTo>
                    <a:pt x="28385" y="34004"/>
                  </a:lnTo>
                  <a:lnTo>
                    <a:pt x="27622" y="34290"/>
                  </a:lnTo>
                  <a:lnTo>
                    <a:pt x="27241" y="34766"/>
                  </a:lnTo>
                  <a:lnTo>
                    <a:pt x="27051" y="35338"/>
                  </a:lnTo>
                  <a:lnTo>
                    <a:pt x="26956" y="36576"/>
                  </a:lnTo>
                  <a:lnTo>
                    <a:pt x="26575" y="38671"/>
                  </a:lnTo>
                  <a:lnTo>
                    <a:pt x="26670" y="39529"/>
                  </a:lnTo>
                  <a:lnTo>
                    <a:pt x="27051" y="40767"/>
                  </a:lnTo>
                  <a:lnTo>
                    <a:pt x="27146" y="41529"/>
                  </a:lnTo>
                  <a:lnTo>
                    <a:pt x="26861" y="42005"/>
                  </a:lnTo>
                  <a:lnTo>
                    <a:pt x="26384" y="42386"/>
                  </a:lnTo>
                  <a:lnTo>
                    <a:pt x="26003" y="42958"/>
                  </a:lnTo>
                  <a:lnTo>
                    <a:pt x="26003" y="43434"/>
                  </a:lnTo>
                  <a:lnTo>
                    <a:pt x="26194" y="44387"/>
                  </a:lnTo>
                  <a:lnTo>
                    <a:pt x="26194" y="44863"/>
                  </a:lnTo>
                  <a:lnTo>
                    <a:pt x="26003" y="46196"/>
                  </a:lnTo>
                  <a:lnTo>
                    <a:pt x="25527" y="47339"/>
                  </a:lnTo>
                  <a:lnTo>
                    <a:pt x="25051" y="48101"/>
                  </a:lnTo>
                  <a:lnTo>
                    <a:pt x="25241" y="49054"/>
                  </a:lnTo>
                  <a:lnTo>
                    <a:pt x="25622" y="51340"/>
                  </a:lnTo>
                  <a:lnTo>
                    <a:pt x="26384" y="53816"/>
                  </a:lnTo>
                  <a:lnTo>
                    <a:pt x="27527" y="56102"/>
                  </a:lnTo>
                  <a:lnTo>
                    <a:pt x="28861" y="57817"/>
                  </a:lnTo>
                  <a:lnTo>
                    <a:pt x="30575" y="59055"/>
                  </a:lnTo>
                  <a:lnTo>
                    <a:pt x="31337" y="59912"/>
                  </a:lnTo>
                  <a:lnTo>
                    <a:pt x="32004" y="62008"/>
                  </a:lnTo>
                  <a:lnTo>
                    <a:pt x="33909" y="65437"/>
                  </a:lnTo>
                  <a:lnTo>
                    <a:pt x="34862" y="67818"/>
                  </a:lnTo>
                  <a:lnTo>
                    <a:pt x="35528" y="68961"/>
                  </a:lnTo>
                  <a:lnTo>
                    <a:pt x="36290" y="70009"/>
                  </a:lnTo>
                  <a:lnTo>
                    <a:pt x="36766" y="70866"/>
                  </a:lnTo>
                  <a:lnTo>
                    <a:pt x="38195" y="81534"/>
                  </a:lnTo>
                  <a:lnTo>
                    <a:pt x="37624" y="87630"/>
                  </a:lnTo>
                  <a:lnTo>
                    <a:pt x="37910" y="87916"/>
                  </a:lnTo>
                  <a:lnTo>
                    <a:pt x="38386" y="88106"/>
                  </a:lnTo>
                  <a:lnTo>
                    <a:pt x="38767" y="88392"/>
                  </a:lnTo>
                  <a:lnTo>
                    <a:pt x="38671" y="88868"/>
                  </a:lnTo>
                  <a:lnTo>
                    <a:pt x="38195" y="89154"/>
                  </a:lnTo>
                  <a:lnTo>
                    <a:pt x="37624" y="89154"/>
                  </a:lnTo>
                  <a:lnTo>
                    <a:pt x="37052" y="89059"/>
                  </a:lnTo>
                  <a:lnTo>
                    <a:pt x="36576" y="88868"/>
                  </a:lnTo>
                  <a:lnTo>
                    <a:pt x="36957" y="93345"/>
                  </a:lnTo>
                  <a:lnTo>
                    <a:pt x="37243" y="94488"/>
                  </a:lnTo>
                  <a:lnTo>
                    <a:pt x="38481" y="96584"/>
                  </a:lnTo>
                  <a:lnTo>
                    <a:pt x="38862" y="97822"/>
                  </a:lnTo>
                  <a:lnTo>
                    <a:pt x="38576" y="102298"/>
                  </a:lnTo>
                  <a:lnTo>
                    <a:pt x="38671" y="103537"/>
                  </a:lnTo>
                  <a:lnTo>
                    <a:pt x="38957" y="104299"/>
                  </a:lnTo>
                  <a:lnTo>
                    <a:pt x="40100" y="105823"/>
                  </a:lnTo>
                  <a:lnTo>
                    <a:pt x="41338" y="108204"/>
                  </a:lnTo>
                  <a:lnTo>
                    <a:pt x="41529" y="108871"/>
                  </a:lnTo>
                  <a:lnTo>
                    <a:pt x="41434" y="109442"/>
                  </a:lnTo>
                  <a:lnTo>
                    <a:pt x="40957" y="110395"/>
                  </a:lnTo>
                  <a:lnTo>
                    <a:pt x="40862" y="111062"/>
                  </a:lnTo>
                  <a:lnTo>
                    <a:pt x="40957" y="111347"/>
                  </a:lnTo>
                  <a:lnTo>
                    <a:pt x="41434" y="112395"/>
                  </a:lnTo>
                  <a:lnTo>
                    <a:pt x="41529" y="112967"/>
                  </a:lnTo>
                  <a:lnTo>
                    <a:pt x="41434" y="114014"/>
                  </a:lnTo>
                  <a:lnTo>
                    <a:pt x="40672" y="115634"/>
                  </a:lnTo>
                  <a:lnTo>
                    <a:pt x="40291" y="117348"/>
                  </a:lnTo>
                  <a:lnTo>
                    <a:pt x="39814" y="118015"/>
                  </a:lnTo>
                  <a:lnTo>
                    <a:pt x="39243" y="118491"/>
                  </a:lnTo>
                  <a:lnTo>
                    <a:pt x="38671" y="119063"/>
                  </a:lnTo>
                  <a:lnTo>
                    <a:pt x="38481" y="119158"/>
                  </a:lnTo>
                  <a:lnTo>
                    <a:pt x="38195" y="119063"/>
                  </a:lnTo>
                  <a:lnTo>
                    <a:pt x="38005" y="119063"/>
                  </a:lnTo>
                  <a:lnTo>
                    <a:pt x="37910" y="119539"/>
                  </a:lnTo>
                  <a:lnTo>
                    <a:pt x="38290" y="120777"/>
                  </a:lnTo>
                  <a:lnTo>
                    <a:pt x="38767" y="121539"/>
                  </a:lnTo>
                  <a:lnTo>
                    <a:pt x="39529" y="123349"/>
                  </a:lnTo>
                  <a:lnTo>
                    <a:pt x="39814" y="124492"/>
                  </a:lnTo>
                  <a:lnTo>
                    <a:pt x="41148" y="126016"/>
                  </a:lnTo>
                  <a:lnTo>
                    <a:pt x="41434" y="126778"/>
                  </a:lnTo>
                  <a:lnTo>
                    <a:pt x="41624" y="127540"/>
                  </a:lnTo>
                  <a:lnTo>
                    <a:pt x="41910" y="128206"/>
                  </a:lnTo>
                  <a:lnTo>
                    <a:pt x="42577" y="128969"/>
                  </a:lnTo>
                  <a:lnTo>
                    <a:pt x="42958" y="128588"/>
                  </a:lnTo>
                  <a:lnTo>
                    <a:pt x="43434" y="128302"/>
                  </a:lnTo>
                  <a:lnTo>
                    <a:pt x="44005" y="128206"/>
                  </a:lnTo>
                  <a:lnTo>
                    <a:pt x="44482" y="128492"/>
                  </a:lnTo>
                  <a:lnTo>
                    <a:pt x="45148" y="128969"/>
                  </a:lnTo>
                  <a:lnTo>
                    <a:pt x="45529" y="129159"/>
                  </a:lnTo>
                  <a:lnTo>
                    <a:pt x="45720" y="129350"/>
                  </a:lnTo>
                  <a:lnTo>
                    <a:pt x="45720" y="130016"/>
                  </a:lnTo>
                  <a:lnTo>
                    <a:pt x="45434" y="130016"/>
                  </a:lnTo>
                  <a:lnTo>
                    <a:pt x="44863" y="130397"/>
                  </a:lnTo>
                  <a:lnTo>
                    <a:pt x="44577" y="130873"/>
                  </a:lnTo>
                  <a:lnTo>
                    <a:pt x="45148" y="131064"/>
                  </a:lnTo>
                  <a:lnTo>
                    <a:pt x="46387" y="131064"/>
                  </a:lnTo>
                  <a:lnTo>
                    <a:pt x="46958" y="130969"/>
                  </a:lnTo>
                  <a:lnTo>
                    <a:pt x="47530" y="130683"/>
                  </a:lnTo>
                  <a:lnTo>
                    <a:pt x="47720" y="131350"/>
                  </a:lnTo>
                  <a:lnTo>
                    <a:pt x="48196" y="131540"/>
                  </a:lnTo>
                  <a:lnTo>
                    <a:pt x="48673" y="131540"/>
                  </a:lnTo>
                  <a:lnTo>
                    <a:pt x="48958" y="131731"/>
                  </a:lnTo>
                  <a:lnTo>
                    <a:pt x="48958" y="132302"/>
                  </a:lnTo>
                  <a:lnTo>
                    <a:pt x="48578" y="133160"/>
                  </a:lnTo>
                  <a:lnTo>
                    <a:pt x="48673" y="133921"/>
                  </a:lnTo>
                  <a:lnTo>
                    <a:pt x="48958" y="134684"/>
                  </a:lnTo>
                  <a:lnTo>
                    <a:pt x="49244" y="134779"/>
                  </a:lnTo>
                  <a:lnTo>
                    <a:pt x="49625" y="134588"/>
                  </a:lnTo>
                  <a:lnTo>
                    <a:pt x="50197" y="134684"/>
                  </a:lnTo>
                  <a:lnTo>
                    <a:pt x="51245" y="135064"/>
                  </a:lnTo>
                  <a:lnTo>
                    <a:pt x="51340" y="135446"/>
                  </a:lnTo>
                  <a:lnTo>
                    <a:pt x="50959" y="136208"/>
                  </a:lnTo>
                  <a:lnTo>
                    <a:pt x="51721" y="136493"/>
                  </a:lnTo>
                  <a:lnTo>
                    <a:pt x="52006" y="136588"/>
                  </a:lnTo>
                  <a:lnTo>
                    <a:pt x="52006" y="136970"/>
                  </a:lnTo>
                  <a:lnTo>
                    <a:pt x="50482" y="137065"/>
                  </a:lnTo>
                  <a:lnTo>
                    <a:pt x="50006" y="137731"/>
                  </a:lnTo>
                  <a:lnTo>
                    <a:pt x="50197" y="140303"/>
                  </a:lnTo>
                  <a:lnTo>
                    <a:pt x="50578" y="141732"/>
                  </a:lnTo>
                  <a:lnTo>
                    <a:pt x="51435" y="141732"/>
                  </a:lnTo>
                  <a:lnTo>
                    <a:pt x="52578" y="141256"/>
                  </a:lnTo>
                  <a:lnTo>
                    <a:pt x="53816" y="141446"/>
                  </a:lnTo>
                  <a:lnTo>
                    <a:pt x="53245" y="141732"/>
                  </a:lnTo>
                  <a:lnTo>
                    <a:pt x="52769" y="142208"/>
                  </a:lnTo>
                  <a:lnTo>
                    <a:pt x="52388" y="142780"/>
                  </a:lnTo>
                  <a:lnTo>
                    <a:pt x="52006" y="143542"/>
                  </a:lnTo>
                  <a:lnTo>
                    <a:pt x="51149" y="143066"/>
                  </a:lnTo>
                  <a:lnTo>
                    <a:pt x="50482" y="143542"/>
                  </a:lnTo>
                  <a:lnTo>
                    <a:pt x="50006" y="144494"/>
                  </a:lnTo>
                  <a:lnTo>
                    <a:pt x="49816" y="145542"/>
                  </a:lnTo>
                  <a:lnTo>
                    <a:pt x="50197" y="146495"/>
                  </a:lnTo>
                  <a:lnTo>
                    <a:pt x="50959" y="147161"/>
                  </a:lnTo>
                  <a:lnTo>
                    <a:pt x="51911" y="147447"/>
                  </a:lnTo>
                  <a:lnTo>
                    <a:pt x="52673" y="147161"/>
                  </a:lnTo>
                  <a:lnTo>
                    <a:pt x="52006" y="148590"/>
                  </a:lnTo>
                  <a:lnTo>
                    <a:pt x="51054" y="152019"/>
                  </a:lnTo>
                  <a:lnTo>
                    <a:pt x="50959" y="153448"/>
                  </a:lnTo>
                  <a:lnTo>
                    <a:pt x="50768" y="154210"/>
                  </a:lnTo>
                  <a:lnTo>
                    <a:pt x="49721" y="154972"/>
                  </a:lnTo>
                  <a:lnTo>
                    <a:pt x="49530" y="155638"/>
                  </a:lnTo>
                  <a:lnTo>
                    <a:pt x="49435" y="156591"/>
                  </a:lnTo>
                  <a:lnTo>
                    <a:pt x="49244" y="157353"/>
                  </a:lnTo>
                  <a:lnTo>
                    <a:pt x="48768" y="158687"/>
                  </a:lnTo>
                  <a:lnTo>
                    <a:pt x="48482" y="159829"/>
                  </a:lnTo>
                  <a:lnTo>
                    <a:pt x="48673" y="160115"/>
                  </a:lnTo>
                  <a:lnTo>
                    <a:pt x="49149" y="160211"/>
                  </a:lnTo>
                  <a:lnTo>
                    <a:pt x="49721" y="160782"/>
                  </a:lnTo>
                  <a:lnTo>
                    <a:pt x="49911" y="161639"/>
                  </a:lnTo>
                  <a:lnTo>
                    <a:pt x="49911" y="162496"/>
                  </a:lnTo>
                  <a:lnTo>
                    <a:pt x="50197" y="163163"/>
                  </a:lnTo>
                  <a:lnTo>
                    <a:pt x="50959" y="163449"/>
                  </a:lnTo>
                  <a:lnTo>
                    <a:pt x="50578" y="164116"/>
                  </a:lnTo>
                  <a:lnTo>
                    <a:pt x="50768" y="165735"/>
                  </a:lnTo>
                  <a:lnTo>
                    <a:pt x="51245" y="167450"/>
                  </a:lnTo>
                  <a:lnTo>
                    <a:pt x="51816" y="168497"/>
                  </a:lnTo>
                  <a:lnTo>
                    <a:pt x="53054" y="167735"/>
                  </a:lnTo>
                  <a:lnTo>
                    <a:pt x="54197" y="167926"/>
                  </a:lnTo>
                  <a:lnTo>
                    <a:pt x="55245" y="168688"/>
                  </a:lnTo>
                  <a:lnTo>
                    <a:pt x="56102" y="169545"/>
                  </a:lnTo>
                  <a:lnTo>
                    <a:pt x="58864" y="171355"/>
                  </a:lnTo>
                  <a:lnTo>
                    <a:pt x="59436" y="172021"/>
                  </a:lnTo>
                  <a:lnTo>
                    <a:pt x="59436" y="173355"/>
                  </a:lnTo>
                  <a:lnTo>
                    <a:pt x="59246" y="174593"/>
                  </a:lnTo>
                  <a:lnTo>
                    <a:pt x="59531" y="175451"/>
                  </a:lnTo>
                  <a:lnTo>
                    <a:pt x="60865" y="175546"/>
                  </a:lnTo>
                  <a:lnTo>
                    <a:pt x="61436" y="175165"/>
                  </a:lnTo>
                  <a:lnTo>
                    <a:pt x="62674" y="174498"/>
                  </a:lnTo>
                  <a:lnTo>
                    <a:pt x="63913" y="174403"/>
                  </a:lnTo>
                  <a:lnTo>
                    <a:pt x="64389" y="175546"/>
                  </a:lnTo>
                  <a:lnTo>
                    <a:pt x="63532" y="175355"/>
                  </a:lnTo>
                  <a:lnTo>
                    <a:pt x="62484" y="175546"/>
                  </a:lnTo>
                  <a:lnTo>
                    <a:pt x="61531" y="175927"/>
                  </a:lnTo>
                  <a:lnTo>
                    <a:pt x="60674" y="176975"/>
                  </a:lnTo>
                  <a:lnTo>
                    <a:pt x="59627" y="177165"/>
                  </a:lnTo>
                  <a:lnTo>
                    <a:pt x="56293" y="176975"/>
                  </a:lnTo>
                  <a:lnTo>
                    <a:pt x="55626" y="177355"/>
                  </a:lnTo>
                  <a:lnTo>
                    <a:pt x="55340" y="178213"/>
                  </a:lnTo>
                  <a:lnTo>
                    <a:pt x="55340" y="180880"/>
                  </a:lnTo>
                  <a:lnTo>
                    <a:pt x="55436" y="181832"/>
                  </a:lnTo>
                  <a:lnTo>
                    <a:pt x="55721" y="182689"/>
                  </a:lnTo>
                  <a:lnTo>
                    <a:pt x="56293" y="183452"/>
                  </a:lnTo>
                  <a:lnTo>
                    <a:pt x="57055" y="183928"/>
                  </a:lnTo>
                  <a:lnTo>
                    <a:pt x="58388" y="184595"/>
                  </a:lnTo>
                  <a:lnTo>
                    <a:pt x="59722" y="184976"/>
                  </a:lnTo>
                  <a:lnTo>
                    <a:pt x="60293" y="184690"/>
                  </a:lnTo>
                  <a:lnTo>
                    <a:pt x="60579" y="184499"/>
                  </a:lnTo>
                  <a:lnTo>
                    <a:pt x="61151" y="184309"/>
                  </a:lnTo>
                  <a:lnTo>
                    <a:pt x="62294" y="184118"/>
                  </a:lnTo>
                  <a:lnTo>
                    <a:pt x="62865" y="184309"/>
                  </a:lnTo>
                  <a:lnTo>
                    <a:pt x="62674" y="184690"/>
                  </a:lnTo>
                  <a:lnTo>
                    <a:pt x="61722" y="185547"/>
                  </a:lnTo>
                  <a:lnTo>
                    <a:pt x="61151" y="186785"/>
                  </a:lnTo>
                  <a:lnTo>
                    <a:pt x="61151" y="187643"/>
                  </a:lnTo>
                  <a:lnTo>
                    <a:pt x="61722" y="188214"/>
                  </a:lnTo>
                  <a:lnTo>
                    <a:pt x="64198" y="188595"/>
                  </a:lnTo>
                  <a:lnTo>
                    <a:pt x="65056" y="189167"/>
                  </a:lnTo>
                  <a:lnTo>
                    <a:pt x="66389" y="190881"/>
                  </a:lnTo>
                  <a:lnTo>
                    <a:pt x="67246" y="192310"/>
                  </a:lnTo>
                  <a:lnTo>
                    <a:pt x="67532" y="192691"/>
                  </a:lnTo>
                  <a:lnTo>
                    <a:pt x="68008" y="193072"/>
                  </a:lnTo>
                  <a:lnTo>
                    <a:pt x="69342" y="193643"/>
                  </a:lnTo>
                  <a:lnTo>
                    <a:pt x="73152" y="196310"/>
                  </a:lnTo>
                  <a:lnTo>
                    <a:pt x="74009" y="197453"/>
                  </a:lnTo>
                  <a:lnTo>
                    <a:pt x="74390" y="198596"/>
                  </a:lnTo>
                  <a:lnTo>
                    <a:pt x="74866" y="200978"/>
                  </a:lnTo>
                  <a:lnTo>
                    <a:pt x="75914" y="202502"/>
                  </a:lnTo>
                  <a:lnTo>
                    <a:pt x="76390" y="203740"/>
                  </a:lnTo>
                  <a:lnTo>
                    <a:pt x="76676" y="204216"/>
                  </a:lnTo>
                  <a:lnTo>
                    <a:pt x="78296" y="205835"/>
                  </a:lnTo>
                  <a:lnTo>
                    <a:pt x="80772" y="209074"/>
                  </a:lnTo>
                  <a:lnTo>
                    <a:pt x="81153" y="209931"/>
                  </a:lnTo>
                  <a:lnTo>
                    <a:pt x="81344" y="210217"/>
                  </a:lnTo>
                  <a:lnTo>
                    <a:pt x="81820" y="210503"/>
                  </a:lnTo>
                  <a:lnTo>
                    <a:pt x="82296" y="210788"/>
                  </a:lnTo>
                  <a:lnTo>
                    <a:pt x="83629" y="210788"/>
                  </a:lnTo>
                  <a:lnTo>
                    <a:pt x="83915" y="211169"/>
                  </a:lnTo>
                  <a:lnTo>
                    <a:pt x="84106" y="211646"/>
                  </a:lnTo>
                  <a:lnTo>
                    <a:pt x="84296" y="212027"/>
                  </a:lnTo>
                  <a:lnTo>
                    <a:pt x="86106" y="213551"/>
                  </a:lnTo>
                  <a:lnTo>
                    <a:pt x="86868" y="214408"/>
                  </a:lnTo>
                  <a:lnTo>
                    <a:pt x="87154" y="215455"/>
                  </a:lnTo>
                  <a:lnTo>
                    <a:pt x="88202" y="222313"/>
                  </a:lnTo>
                  <a:lnTo>
                    <a:pt x="88582" y="222980"/>
                  </a:lnTo>
                  <a:lnTo>
                    <a:pt x="90106" y="224123"/>
                  </a:lnTo>
                  <a:lnTo>
                    <a:pt x="90488" y="224790"/>
                  </a:lnTo>
                  <a:lnTo>
                    <a:pt x="90869" y="227267"/>
                  </a:lnTo>
                  <a:lnTo>
                    <a:pt x="90869" y="228600"/>
                  </a:lnTo>
                  <a:lnTo>
                    <a:pt x="90297" y="229171"/>
                  </a:lnTo>
                  <a:lnTo>
                    <a:pt x="89535" y="229457"/>
                  </a:lnTo>
                  <a:lnTo>
                    <a:pt x="88773" y="230124"/>
                  </a:lnTo>
                  <a:lnTo>
                    <a:pt x="86106" y="233363"/>
                  </a:lnTo>
                  <a:lnTo>
                    <a:pt x="86011" y="234029"/>
                  </a:lnTo>
                  <a:lnTo>
                    <a:pt x="87154" y="234220"/>
                  </a:lnTo>
                  <a:lnTo>
                    <a:pt x="86296" y="236601"/>
                  </a:lnTo>
                  <a:lnTo>
                    <a:pt x="87535" y="237458"/>
                  </a:lnTo>
                  <a:lnTo>
                    <a:pt x="89916" y="237649"/>
                  </a:lnTo>
                  <a:lnTo>
                    <a:pt x="92202" y="238220"/>
                  </a:lnTo>
                  <a:lnTo>
                    <a:pt x="93821" y="239649"/>
                  </a:lnTo>
                  <a:lnTo>
                    <a:pt x="96393" y="243650"/>
                  </a:lnTo>
                  <a:lnTo>
                    <a:pt x="97631" y="245078"/>
                  </a:lnTo>
                  <a:lnTo>
                    <a:pt x="99727" y="246507"/>
                  </a:lnTo>
                  <a:lnTo>
                    <a:pt x="100870" y="246983"/>
                  </a:lnTo>
                  <a:lnTo>
                    <a:pt x="102679" y="247269"/>
                  </a:lnTo>
                  <a:lnTo>
                    <a:pt x="103727" y="247745"/>
                  </a:lnTo>
                  <a:lnTo>
                    <a:pt x="106680" y="248221"/>
                  </a:lnTo>
                  <a:lnTo>
                    <a:pt x="107632" y="248888"/>
                  </a:lnTo>
                  <a:lnTo>
                    <a:pt x="108109" y="249460"/>
                  </a:lnTo>
                  <a:lnTo>
                    <a:pt x="108776" y="249841"/>
                  </a:lnTo>
                  <a:lnTo>
                    <a:pt x="111252" y="250031"/>
                  </a:lnTo>
                  <a:lnTo>
                    <a:pt x="111919" y="250317"/>
                  </a:lnTo>
                  <a:lnTo>
                    <a:pt x="112395" y="250888"/>
                  </a:lnTo>
                  <a:lnTo>
                    <a:pt x="113443" y="253937"/>
                  </a:lnTo>
                  <a:lnTo>
                    <a:pt x="114205" y="254794"/>
                  </a:lnTo>
                  <a:lnTo>
                    <a:pt x="114681" y="255175"/>
                  </a:lnTo>
                  <a:lnTo>
                    <a:pt x="115062" y="255365"/>
                  </a:lnTo>
                  <a:lnTo>
                    <a:pt x="115919" y="255937"/>
                  </a:lnTo>
                  <a:lnTo>
                    <a:pt x="116205" y="257366"/>
                  </a:lnTo>
                  <a:lnTo>
                    <a:pt x="116300" y="258985"/>
                  </a:lnTo>
                  <a:lnTo>
                    <a:pt x="116681" y="260318"/>
                  </a:lnTo>
                  <a:lnTo>
                    <a:pt x="117348" y="259556"/>
                  </a:lnTo>
                  <a:lnTo>
                    <a:pt x="119063" y="259461"/>
                  </a:lnTo>
                  <a:lnTo>
                    <a:pt x="120015" y="258889"/>
                  </a:lnTo>
                  <a:lnTo>
                    <a:pt x="121539" y="259842"/>
                  </a:lnTo>
                  <a:lnTo>
                    <a:pt x="122396" y="260128"/>
                  </a:lnTo>
                  <a:lnTo>
                    <a:pt x="123254" y="260318"/>
                  </a:lnTo>
                  <a:lnTo>
                    <a:pt x="123158" y="261176"/>
                  </a:lnTo>
                  <a:lnTo>
                    <a:pt x="123825" y="262033"/>
                  </a:lnTo>
                  <a:lnTo>
                    <a:pt x="124873" y="262604"/>
                  </a:lnTo>
                  <a:lnTo>
                    <a:pt x="126016" y="262795"/>
                  </a:lnTo>
                  <a:lnTo>
                    <a:pt x="126587" y="263080"/>
                  </a:lnTo>
                  <a:lnTo>
                    <a:pt x="130588" y="267462"/>
                  </a:lnTo>
                  <a:lnTo>
                    <a:pt x="132016" y="268605"/>
                  </a:lnTo>
                  <a:lnTo>
                    <a:pt x="133826" y="269653"/>
                  </a:lnTo>
                  <a:lnTo>
                    <a:pt x="142304" y="273177"/>
                  </a:lnTo>
                  <a:lnTo>
                    <a:pt x="149733" y="276130"/>
                  </a:lnTo>
                  <a:lnTo>
                    <a:pt x="151733" y="277273"/>
                  </a:lnTo>
                  <a:lnTo>
                    <a:pt x="152686" y="277939"/>
                  </a:lnTo>
                  <a:lnTo>
                    <a:pt x="153353" y="278606"/>
                  </a:lnTo>
                  <a:lnTo>
                    <a:pt x="153353" y="278797"/>
                  </a:lnTo>
                  <a:lnTo>
                    <a:pt x="153448" y="278987"/>
                  </a:lnTo>
                  <a:lnTo>
                    <a:pt x="153353" y="279178"/>
                  </a:lnTo>
                  <a:lnTo>
                    <a:pt x="152876" y="279273"/>
                  </a:lnTo>
                  <a:lnTo>
                    <a:pt x="153257" y="279940"/>
                  </a:lnTo>
                  <a:lnTo>
                    <a:pt x="153829" y="280606"/>
                  </a:lnTo>
                  <a:lnTo>
                    <a:pt x="158115" y="284036"/>
                  </a:lnTo>
                  <a:lnTo>
                    <a:pt x="158972" y="285083"/>
                  </a:lnTo>
                  <a:lnTo>
                    <a:pt x="160020" y="287274"/>
                  </a:lnTo>
                  <a:lnTo>
                    <a:pt x="160687" y="288322"/>
                  </a:lnTo>
                  <a:lnTo>
                    <a:pt x="161830" y="288988"/>
                  </a:lnTo>
                  <a:lnTo>
                    <a:pt x="162687" y="288988"/>
                  </a:lnTo>
                  <a:lnTo>
                    <a:pt x="165259" y="288608"/>
                  </a:lnTo>
                  <a:lnTo>
                    <a:pt x="166116" y="288322"/>
                  </a:lnTo>
                  <a:lnTo>
                    <a:pt x="167735" y="289084"/>
                  </a:lnTo>
                  <a:lnTo>
                    <a:pt x="169259" y="290036"/>
                  </a:lnTo>
                  <a:lnTo>
                    <a:pt x="170497" y="291084"/>
                  </a:lnTo>
                  <a:lnTo>
                    <a:pt x="171545" y="292322"/>
                  </a:lnTo>
                  <a:lnTo>
                    <a:pt x="172403" y="293751"/>
                  </a:lnTo>
                  <a:lnTo>
                    <a:pt x="172974" y="294322"/>
                  </a:lnTo>
                  <a:lnTo>
                    <a:pt x="173831" y="294513"/>
                  </a:lnTo>
                  <a:lnTo>
                    <a:pt x="175070" y="294608"/>
                  </a:lnTo>
                  <a:lnTo>
                    <a:pt x="176213" y="294894"/>
                  </a:lnTo>
                  <a:lnTo>
                    <a:pt x="178403" y="295942"/>
                  </a:lnTo>
                  <a:lnTo>
                    <a:pt x="187262" y="301466"/>
                  </a:lnTo>
                  <a:lnTo>
                    <a:pt x="193548" y="303847"/>
                  </a:lnTo>
                  <a:lnTo>
                    <a:pt x="195739" y="305276"/>
                  </a:lnTo>
                  <a:lnTo>
                    <a:pt x="197168" y="306991"/>
                  </a:lnTo>
                  <a:lnTo>
                    <a:pt x="198120" y="308991"/>
                  </a:lnTo>
                  <a:lnTo>
                    <a:pt x="199835" y="314706"/>
                  </a:lnTo>
                  <a:lnTo>
                    <a:pt x="200311" y="315754"/>
                  </a:lnTo>
                  <a:lnTo>
                    <a:pt x="201073" y="316802"/>
                  </a:lnTo>
                  <a:lnTo>
                    <a:pt x="202882" y="318421"/>
                  </a:lnTo>
                  <a:lnTo>
                    <a:pt x="203549" y="319469"/>
                  </a:lnTo>
                  <a:lnTo>
                    <a:pt x="204311" y="317659"/>
                  </a:lnTo>
                  <a:lnTo>
                    <a:pt x="205264" y="316325"/>
                  </a:lnTo>
                  <a:lnTo>
                    <a:pt x="205359" y="315754"/>
                  </a:lnTo>
                  <a:lnTo>
                    <a:pt x="205359" y="315373"/>
                  </a:lnTo>
                  <a:lnTo>
                    <a:pt x="205073" y="314611"/>
                  </a:lnTo>
                  <a:lnTo>
                    <a:pt x="204978" y="314039"/>
                  </a:lnTo>
                  <a:lnTo>
                    <a:pt x="205169" y="313754"/>
                  </a:lnTo>
                  <a:lnTo>
                    <a:pt x="205549" y="314135"/>
                  </a:lnTo>
                  <a:lnTo>
                    <a:pt x="205930" y="314706"/>
                  </a:lnTo>
                  <a:lnTo>
                    <a:pt x="206026" y="314992"/>
                  </a:lnTo>
                  <a:lnTo>
                    <a:pt x="207931" y="315373"/>
                  </a:lnTo>
                  <a:lnTo>
                    <a:pt x="209550" y="314135"/>
                  </a:lnTo>
                  <a:lnTo>
                    <a:pt x="212217" y="310801"/>
                  </a:lnTo>
                  <a:lnTo>
                    <a:pt x="213074" y="310325"/>
                  </a:lnTo>
                  <a:lnTo>
                    <a:pt x="213836" y="310229"/>
                  </a:lnTo>
                  <a:lnTo>
                    <a:pt x="215932" y="310420"/>
                  </a:lnTo>
                  <a:lnTo>
                    <a:pt x="217075" y="310134"/>
                  </a:lnTo>
                  <a:lnTo>
                    <a:pt x="219170" y="309086"/>
                  </a:lnTo>
                  <a:lnTo>
                    <a:pt x="220504" y="308991"/>
                  </a:lnTo>
                  <a:lnTo>
                    <a:pt x="225076" y="311372"/>
                  </a:lnTo>
                  <a:lnTo>
                    <a:pt x="227647" y="312039"/>
                  </a:lnTo>
                  <a:lnTo>
                    <a:pt x="229553" y="310515"/>
                  </a:lnTo>
                  <a:lnTo>
                    <a:pt x="229648" y="309658"/>
                  </a:lnTo>
                  <a:lnTo>
                    <a:pt x="229553" y="308896"/>
                  </a:lnTo>
                  <a:lnTo>
                    <a:pt x="229362" y="308134"/>
                  </a:lnTo>
                  <a:lnTo>
                    <a:pt x="229267" y="307467"/>
                  </a:lnTo>
                  <a:lnTo>
                    <a:pt x="229553" y="306038"/>
                  </a:lnTo>
                  <a:lnTo>
                    <a:pt x="229553" y="305276"/>
                  </a:lnTo>
                  <a:lnTo>
                    <a:pt x="227552" y="302133"/>
                  </a:lnTo>
                  <a:lnTo>
                    <a:pt x="226981" y="300704"/>
                  </a:lnTo>
                  <a:lnTo>
                    <a:pt x="227266" y="300038"/>
                  </a:lnTo>
                  <a:lnTo>
                    <a:pt x="228410" y="300895"/>
                  </a:lnTo>
                  <a:lnTo>
                    <a:pt x="229648" y="302800"/>
                  </a:lnTo>
                  <a:lnTo>
                    <a:pt x="231362" y="306229"/>
                  </a:lnTo>
                  <a:lnTo>
                    <a:pt x="231648" y="307181"/>
                  </a:lnTo>
                  <a:lnTo>
                    <a:pt x="231838" y="307562"/>
                  </a:lnTo>
                  <a:lnTo>
                    <a:pt x="232220" y="307372"/>
                  </a:lnTo>
                  <a:lnTo>
                    <a:pt x="234029" y="306038"/>
                  </a:lnTo>
                  <a:lnTo>
                    <a:pt x="234887" y="305562"/>
                  </a:lnTo>
                  <a:lnTo>
                    <a:pt x="235839" y="305276"/>
                  </a:lnTo>
                  <a:lnTo>
                    <a:pt x="236791" y="305467"/>
                  </a:lnTo>
                  <a:lnTo>
                    <a:pt x="235553" y="306896"/>
                  </a:lnTo>
                  <a:lnTo>
                    <a:pt x="233648" y="307658"/>
                  </a:lnTo>
                  <a:lnTo>
                    <a:pt x="232220" y="308610"/>
                  </a:lnTo>
                  <a:lnTo>
                    <a:pt x="232505" y="310515"/>
                  </a:lnTo>
                  <a:lnTo>
                    <a:pt x="232981" y="310991"/>
                  </a:lnTo>
                  <a:lnTo>
                    <a:pt x="233744" y="311468"/>
                  </a:lnTo>
                  <a:lnTo>
                    <a:pt x="234410" y="312039"/>
                  </a:lnTo>
                  <a:lnTo>
                    <a:pt x="234696" y="312801"/>
                  </a:lnTo>
                  <a:lnTo>
                    <a:pt x="234696" y="313754"/>
                  </a:lnTo>
                  <a:lnTo>
                    <a:pt x="234791" y="314325"/>
                  </a:lnTo>
                  <a:lnTo>
                    <a:pt x="235172" y="314706"/>
                  </a:lnTo>
                  <a:lnTo>
                    <a:pt x="237268" y="315563"/>
                  </a:lnTo>
                  <a:lnTo>
                    <a:pt x="238315" y="315754"/>
                  </a:lnTo>
                  <a:lnTo>
                    <a:pt x="240697" y="315849"/>
                  </a:lnTo>
                  <a:lnTo>
                    <a:pt x="240982" y="315659"/>
                  </a:lnTo>
                  <a:lnTo>
                    <a:pt x="241554" y="314896"/>
                  </a:lnTo>
                  <a:lnTo>
                    <a:pt x="241840" y="314706"/>
                  </a:lnTo>
                  <a:lnTo>
                    <a:pt x="243840" y="314706"/>
                  </a:lnTo>
                  <a:lnTo>
                    <a:pt x="244126" y="313944"/>
                  </a:lnTo>
                  <a:lnTo>
                    <a:pt x="243935" y="311658"/>
                  </a:lnTo>
                  <a:lnTo>
                    <a:pt x="244412" y="311182"/>
                  </a:lnTo>
                  <a:lnTo>
                    <a:pt x="244793" y="310610"/>
                  </a:lnTo>
                  <a:lnTo>
                    <a:pt x="244793" y="309277"/>
                  </a:lnTo>
                  <a:lnTo>
                    <a:pt x="244221" y="306514"/>
                  </a:lnTo>
                  <a:close/>
                  <a:moveTo>
                    <a:pt x="961644" y="167450"/>
                  </a:moveTo>
                  <a:lnTo>
                    <a:pt x="961454" y="166973"/>
                  </a:lnTo>
                  <a:lnTo>
                    <a:pt x="958977" y="166211"/>
                  </a:lnTo>
                  <a:lnTo>
                    <a:pt x="958215" y="166211"/>
                  </a:lnTo>
                  <a:lnTo>
                    <a:pt x="957739" y="166116"/>
                  </a:lnTo>
                  <a:lnTo>
                    <a:pt x="957263" y="165830"/>
                  </a:lnTo>
                  <a:lnTo>
                    <a:pt x="956786" y="165354"/>
                  </a:lnTo>
                  <a:lnTo>
                    <a:pt x="956120" y="164211"/>
                  </a:lnTo>
                  <a:lnTo>
                    <a:pt x="955643" y="163639"/>
                  </a:lnTo>
                  <a:lnTo>
                    <a:pt x="955072" y="163354"/>
                  </a:lnTo>
                  <a:lnTo>
                    <a:pt x="954119" y="163163"/>
                  </a:lnTo>
                  <a:lnTo>
                    <a:pt x="952214" y="162592"/>
                  </a:lnTo>
                  <a:lnTo>
                    <a:pt x="951262" y="162496"/>
                  </a:lnTo>
                  <a:lnTo>
                    <a:pt x="950405" y="162782"/>
                  </a:lnTo>
                  <a:lnTo>
                    <a:pt x="949357" y="163259"/>
                  </a:lnTo>
                  <a:lnTo>
                    <a:pt x="948404" y="163925"/>
                  </a:lnTo>
                  <a:lnTo>
                    <a:pt x="948023" y="164592"/>
                  </a:lnTo>
                  <a:lnTo>
                    <a:pt x="948214" y="165259"/>
                  </a:lnTo>
                  <a:lnTo>
                    <a:pt x="950976" y="167640"/>
                  </a:lnTo>
                  <a:lnTo>
                    <a:pt x="951357" y="167926"/>
                  </a:lnTo>
                  <a:lnTo>
                    <a:pt x="953167" y="168212"/>
                  </a:lnTo>
                  <a:lnTo>
                    <a:pt x="959168" y="168212"/>
                  </a:lnTo>
                  <a:lnTo>
                    <a:pt x="962025" y="168212"/>
                  </a:lnTo>
                  <a:lnTo>
                    <a:pt x="961644" y="167450"/>
                  </a:lnTo>
                  <a:lnTo>
                    <a:pt x="961644" y="167450"/>
                  </a:lnTo>
                  <a:close/>
                  <a:moveTo>
                    <a:pt x="1034129" y="106966"/>
                  </a:moveTo>
                  <a:lnTo>
                    <a:pt x="1034224" y="105823"/>
                  </a:lnTo>
                  <a:lnTo>
                    <a:pt x="1034034" y="104966"/>
                  </a:lnTo>
                  <a:lnTo>
                    <a:pt x="1033558" y="104299"/>
                  </a:lnTo>
                  <a:lnTo>
                    <a:pt x="1032415" y="103156"/>
                  </a:lnTo>
                  <a:lnTo>
                    <a:pt x="1031177" y="101441"/>
                  </a:lnTo>
                  <a:lnTo>
                    <a:pt x="1030414" y="100679"/>
                  </a:lnTo>
                  <a:lnTo>
                    <a:pt x="1029557" y="100298"/>
                  </a:lnTo>
                  <a:lnTo>
                    <a:pt x="1028224" y="100489"/>
                  </a:lnTo>
                  <a:lnTo>
                    <a:pt x="1024128" y="102394"/>
                  </a:lnTo>
                  <a:lnTo>
                    <a:pt x="1022509" y="102298"/>
                  </a:lnTo>
                  <a:lnTo>
                    <a:pt x="1020032" y="100965"/>
                  </a:lnTo>
                  <a:lnTo>
                    <a:pt x="1018794" y="100965"/>
                  </a:lnTo>
                  <a:lnTo>
                    <a:pt x="1018127" y="101441"/>
                  </a:lnTo>
                  <a:lnTo>
                    <a:pt x="1018222" y="101918"/>
                  </a:lnTo>
                  <a:lnTo>
                    <a:pt x="1018508" y="102489"/>
                  </a:lnTo>
                  <a:lnTo>
                    <a:pt x="1018318" y="103251"/>
                  </a:lnTo>
                  <a:lnTo>
                    <a:pt x="1017651" y="103632"/>
                  </a:lnTo>
                  <a:lnTo>
                    <a:pt x="1016794" y="103632"/>
                  </a:lnTo>
                  <a:lnTo>
                    <a:pt x="1015937" y="103346"/>
                  </a:lnTo>
                  <a:lnTo>
                    <a:pt x="1015365" y="102870"/>
                  </a:lnTo>
                  <a:lnTo>
                    <a:pt x="1016318" y="102394"/>
                  </a:lnTo>
                  <a:lnTo>
                    <a:pt x="1016127" y="101251"/>
                  </a:lnTo>
                  <a:lnTo>
                    <a:pt x="1015270" y="100108"/>
                  </a:lnTo>
                  <a:lnTo>
                    <a:pt x="1014127" y="99631"/>
                  </a:lnTo>
                  <a:lnTo>
                    <a:pt x="1013174" y="99346"/>
                  </a:lnTo>
                  <a:lnTo>
                    <a:pt x="1010698" y="97441"/>
                  </a:lnTo>
                  <a:lnTo>
                    <a:pt x="1010698" y="98012"/>
                  </a:lnTo>
                  <a:lnTo>
                    <a:pt x="1010603" y="98393"/>
                  </a:lnTo>
                  <a:lnTo>
                    <a:pt x="1010412" y="98679"/>
                  </a:lnTo>
                  <a:lnTo>
                    <a:pt x="1010031" y="98965"/>
                  </a:lnTo>
                  <a:lnTo>
                    <a:pt x="1009650" y="97727"/>
                  </a:lnTo>
                  <a:lnTo>
                    <a:pt x="1008983" y="96679"/>
                  </a:lnTo>
                  <a:lnTo>
                    <a:pt x="1007936" y="96012"/>
                  </a:lnTo>
                  <a:lnTo>
                    <a:pt x="1006507" y="95726"/>
                  </a:lnTo>
                  <a:lnTo>
                    <a:pt x="1005554" y="95345"/>
                  </a:lnTo>
                  <a:lnTo>
                    <a:pt x="1004506" y="94393"/>
                  </a:lnTo>
                  <a:lnTo>
                    <a:pt x="1002030" y="91345"/>
                  </a:lnTo>
                  <a:lnTo>
                    <a:pt x="1000982" y="90678"/>
                  </a:lnTo>
                  <a:lnTo>
                    <a:pt x="999839" y="90678"/>
                  </a:lnTo>
                  <a:lnTo>
                    <a:pt x="998506" y="91630"/>
                  </a:lnTo>
                  <a:lnTo>
                    <a:pt x="998315" y="92202"/>
                  </a:lnTo>
                  <a:lnTo>
                    <a:pt x="998411" y="93631"/>
                  </a:lnTo>
                  <a:lnTo>
                    <a:pt x="998125" y="94202"/>
                  </a:lnTo>
                  <a:lnTo>
                    <a:pt x="997744" y="94679"/>
                  </a:lnTo>
                  <a:lnTo>
                    <a:pt x="997458" y="95250"/>
                  </a:lnTo>
                  <a:lnTo>
                    <a:pt x="996982" y="96584"/>
                  </a:lnTo>
                  <a:lnTo>
                    <a:pt x="996601" y="96584"/>
                  </a:lnTo>
                  <a:lnTo>
                    <a:pt x="996220" y="95441"/>
                  </a:lnTo>
                  <a:lnTo>
                    <a:pt x="996410" y="94297"/>
                  </a:lnTo>
                  <a:lnTo>
                    <a:pt x="996791" y="93154"/>
                  </a:lnTo>
                  <a:lnTo>
                    <a:pt x="997268" y="90202"/>
                  </a:lnTo>
                  <a:lnTo>
                    <a:pt x="997458" y="90011"/>
                  </a:lnTo>
                  <a:lnTo>
                    <a:pt x="997839" y="89821"/>
                  </a:lnTo>
                  <a:lnTo>
                    <a:pt x="998220" y="89535"/>
                  </a:lnTo>
                  <a:lnTo>
                    <a:pt x="998411" y="89059"/>
                  </a:lnTo>
                  <a:lnTo>
                    <a:pt x="998125" y="88392"/>
                  </a:lnTo>
                  <a:lnTo>
                    <a:pt x="997363" y="87916"/>
                  </a:lnTo>
                  <a:lnTo>
                    <a:pt x="996410" y="87535"/>
                  </a:lnTo>
                  <a:lnTo>
                    <a:pt x="995648" y="87059"/>
                  </a:lnTo>
                  <a:lnTo>
                    <a:pt x="993838" y="85535"/>
                  </a:lnTo>
                  <a:lnTo>
                    <a:pt x="988409" y="82391"/>
                  </a:lnTo>
                  <a:lnTo>
                    <a:pt x="987362" y="82105"/>
                  </a:lnTo>
                  <a:lnTo>
                    <a:pt x="986980" y="81915"/>
                  </a:lnTo>
                  <a:lnTo>
                    <a:pt x="986504" y="81629"/>
                  </a:lnTo>
                  <a:lnTo>
                    <a:pt x="985933" y="81439"/>
                  </a:lnTo>
                  <a:lnTo>
                    <a:pt x="985456" y="81629"/>
                  </a:lnTo>
                  <a:lnTo>
                    <a:pt x="984885" y="82296"/>
                  </a:lnTo>
                  <a:lnTo>
                    <a:pt x="984599" y="82487"/>
                  </a:lnTo>
                  <a:lnTo>
                    <a:pt x="984313" y="82391"/>
                  </a:lnTo>
                  <a:lnTo>
                    <a:pt x="981551" y="80963"/>
                  </a:lnTo>
                  <a:lnTo>
                    <a:pt x="980408" y="80677"/>
                  </a:lnTo>
                  <a:lnTo>
                    <a:pt x="978218" y="81629"/>
                  </a:lnTo>
                  <a:lnTo>
                    <a:pt x="975836" y="81820"/>
                  </a:lnTo>
                  <a:lnTo>
                    <a:pt x="974979" y="82487"/>
                  </a:lnTo>
                  <a:lnTo>
                    <a:pt x="974884" y="83058"/>
                  </a:lnTo>
                  <a:lnTo>
                    <a:pt x="975265" y="84011"/>
                  </a:lnTo>
                  <a:lnTo>
                    <a:pt x="975074" y="84392"/>
                  </a:lnTo>
                  <a:lnTo>
                    <a:pt x="974693" y="84772"/>
                  </a:lnTo>
                  <a:lnTo>
                    <a:pt x="974503" y="85154"/>
                  </a:lnTo>
                  <a:lnTo>
                    <a:pt x="974122" y="86106"/>
                  </a:lnTo>
                  <a:lnTo>
                    <a:pt x="974312" y="86678"/>
                  </a:lnTo>
                  <a:lnTo>
                    <a:pt x="974312" y="87154"/>
                  </a:lnTo>
                  <a:lnTo>
                    <a:pt x="973931" y="87725"/>
                  </a:lnTo>
                  <a:lnTo>
                    <a:pt x="973455" y="88011"/>
                  </a:lnTo>
                  <a:lnTo>
                    <a:pt x="973074" y="87821"/>
                  </a:lnTo>
                  <a:lnTo>
                    <a:pt x="972503" y="87059"/>
                  </a:lnTo>
                  <a:lnTo>
                    <a:pt x="972026" y="86868"/>
                  </a:lnTo>
                  <a:lnTo>
                    <a:pt x="971455" y="86963"/>
                  </a:lnTo>
                  <a:lnTo>
                    <a:pt x="970979" y="87154"/>
                  </a:lnTo>
                  <a:lnTo>
                    <a:pt x="970597" y="87249"/>
                  </a:lnTo>
                  <a:lnTo>
                    <a:pt x="970121" y="87059"/>
                  </a:lnTo>
                  <a:lnTo>
                    <a:pt x="969740" y="86582"/>
                  </a:lnTo>
                  <a:lnTo>
                    <a:pt x="969359" y="86487"/>
                  </a:lnTo>
                  <a:lnTo>
                    <a:pt x="968502" y="86678"/>
                  </a:lnTo>
                  <a:lnTo>
                    <a:pt x="966406" y="87630"/>
                  </a:lnTo>
                  <a:lnTo>
                    <a:pt x="965645" y="87916"/>
                  </a:lnTo>
                  <a:lnTo>
                    <a:pt x="964978" y="88011"/>
                  </a:lnTo>
                  <a:lnTo>
                    <a:pt x="964692" y="88106"/>
                  </a:lnTo>
                  <a:lnTo>
                    <a:pt x="964406" y="88106"/>
                  </a:lnTo>
                  <a:lnTo>
                    <a:pt x="963930" y="87725"/>
                  </a:lnTo>
                  <a:lnTo>
                    <a:pt x="962311" y="83629"/>
                  </a:lnTo>
                  <a:lnTo>
                    <a:pt x="962120" y="83248"/>
                  </a:lnTo>
                  <a:lnTo>
                    <a:pt x="961644" y="82963"/>
                  </a:lnTo>
                  <a:lnTo>
                    <a:pt x="961739" y="82296"/>
                  </a:lnTo>
                  <a:lnTo>
                    <a:pt x="962311" y="81629"/>
                  </a:lnTo>
                  <a:lnTo>
                    <a:pt x="963168" y="81344"/>
                  </a:lnTo>
                  <a:lnTo>
                    <a:pt x="966406" y="81629"/>
                  </a:lnTo>
                  <a:lnTo>
                    <a:pt x="967264" y="81344"/>
                  </a:lnTo>
                  <a:lnTo>
                    <a:pt x="968216" y="81725"/>
                  </a:lnTo>
                  <a:lnTo>
                    <a:pt x="969455" y="81629"/>
                  </a:lnTo>
                  <a:lnTo>
                    <a:pt x="970597" y="81248"/>
                  </a:lnTo>
                  <a:lnTo>
                    <a:pt x="971360" y="80772"/>
                  </a:lnTo>
                  <a:lnTo>
                    <a:pt x="972883" y="78677"/>
                  </a:lnTo>
                  <a:lnTo>
                    <a:pt x="972883" y="78296"/>
                  </a:lnTo>
                  <a:lnTo>
                    <a:pt x="972598" y="78010"/>
                  </a:lnTo>
                  <a:lnTo>
                    <a:pt x="970407" y="75057"/>
                  </a:lnTo>
                  <a:lnTo>
                    <a:pt x="970121" y="73819"/>
                  </a:lnTo>
                  <a:lnTo>
                    <a:pt x="970216" y="72771"/>
                  </a:lnTo>
                  <a:lnTo>
                    <a:pt x="970121" y="72104"/>
                  </a:lnTo>
                  <a:lnTo>
                    <a:pt x="969264" y="71628"/>
                  </a:lnTo>
                  <a:lnTo>
                    <a:pt x="969169" y="71152"/>
                  </a:lnTo>
                  <a:lnTo>
                    <a:pt x="969169" y="70580"/>
                  </a:lnTo>
                  <a:lnTo>
                    <a:pt x="969073" y="70104"/>
                  </a:lnTo>
                  <a:lnTo>
                    <a:pt x="967264" y="68294"/>
                  </a:lnTo>
                  <a:lnTo>
                    <a:pt x="966502" y="68104"/>
                  </a:lnTo>
                  <a:lnTo>
                    <a:pt x="966121" y="68294"/>
                  </a:lnTo>
                  <a:lnTo>
                    <a:pt x="965930" y="68580"/>
                  </a:lnTo>
                  <a:lnTo>
                    <a:pt x="964978" y="69056"/>
                  </a:lnTo>
                  <a:lnTo>
                    <a:pt x="963263" y="71247"/>
                  </a:lnTo>
                  <a:lnTo>
                    <a:pt x="961835" y="72295"/>
                  </a:lnTo>
                  <a:lnTo>
                    <a:pt x="961072" y="72962"/>
                  </a:lnTo>
                  <a:lnTo>
                    <a:pt x="960787" y="73628"/>
                  </a:lnTo>
                  <a:lnTo>
                    <a:pt x="960311" y="74009"/>
                  </a:lnTo>
                  <a:lnTo>
                    <a:pt x="957834" y="74486"/>
                  </a:lnTo>
                  <a:lnTo>
                    <a:pt x="956881" y="74581"/>
                  </a:lnTo>
                  <a:lnTo>
                    <a:pt x="956120" y="74486"/>
                  </a:lnTo>
                  <a:lnTo>
                    <a:pt x="955453" y="74295"/>
                  </a:lnTo>
                  <a:lnTo>
                    <a:pt x="954881" y="74295"/>
                  </a:lnTo>
                  <a:lnTo>
                    <a:pt x="954310" y="74581"/>
                  </a:lnTo>
                  <a:lnTo>
                    <a:pt x="954786" y="75914"/>
                  </a:lnTo>
                  <a:lnTo>
                    <a:pt x="954500" y="76486"/>
                  </a:lnTo>
                  <a:lnTo>
                    <a:pt x="953548" y="76581"/>
                  </a:lnTo>
                  <a:lnTo>
                    <a:pt x="950976" y="76295"/>
                  </a:lnTo>
                  <a:lnTo>
                    <a:pt x="947452" y="76771"/>
                  </a:lnTo>
                  <a:lnTo>
                    <a:pt x="943737" y="76771"/>
                  </a:lnTo>
                  <a:lnTo>
                    <a:pt x="942404" y="77153"/>
                  </a:lnTo>
                  <a:lnTo>
                    <a:pt x="939355" y="78486"/>
                  </a:lnTo>
                  <a:lnTo>
                    <a:pt x="938403" y="78677"/>
                  </a:lnTo>
                  <a:lnTo>
                    <a:pt x="939641" y="77343"/>
                  </a:lnTo>
                  <a:lnTo>
                    <a:pt x="946309" y="75057"/>
                  </a:lnTo>
                  <a:lnTo>
                    <a:pt x="948119" y="73914"/>
                  </a:lnTo>
                  <a:lnTo>
                    <a:pt x="948880" y="73152"/>
                  </a:lnTo>
                  <a:lnTo>
                    <a:pt x="949166" y="72295"/>
                  </a:lnTo>
                  <a:lnTo>
                    <a:pt x="948785" y="70961"/>
                  </a:lnTo>
                  <a:lnTo>
                    <a:pt x="948023" y="70580"/>
                  </a:lnTo>
                  <a:lnTo>
                    <a:pt x="947261" y="70390"/>
                  </a:lnTo>
                  <a:lnTo>
                    <a:pt x="946880" y="69533"/>
                  </a:lnTo>
                  <a:lnTo>
                    <a:pt x="946976" y="68866"/>
                  </a:lnTo>
                  <a:lnTo>
                    <a:pt x="947356" y="68675"/>
                  </a:lnTo>
                  <a:lnTo>
                    <a:pt x="947833" y="68485"/>
                  </a:lnTo>
                  <a:lnTo>
                    <a:pt x="948309" y="68009"/>
                  </a:lnTo>
                  <a:lnTo>
                    <a:pt x="948499" y="67342"/>
                  </a:lnTo>
                  <a:lnTo>
                    <a:pt x="948499" y="66866"/>
                  </a:lnTo>
                  <a:lnTo>
                    <a:pt x="948404" y="66485"/>
                  </a:lnTo>
                  <a:lnTo>
                    <a:pt x="948309" y="66008"/>
                  </a:lnTo>
                  <a:lnTo>
                    <a:pt x="948119" y="65722"/>
                  </a:lnTo>
                  <a:lnTo>
                    <a:pt x="947356" y="65342"/>
                  </a:lnTo>
                  <a:lnTo>
                    <a:pt x="946499" y="63341"/>
                  </a:lnTo>
                  <a:lnTo>
                    <a:pt x="945356" y="62008"/>
                  </a:lnTo>
                  <a:lnTo>
                    <a:pt x="945071" y="61151"/>
                  </a:lnTo>
                  <a:lnTo>
                    <a:pt x="945547" y="60293"/>
                  </a:lnTo>
                  <a:lnTo>
                    <a:pt x="947071" y="58960"/>
                  </a:lnTo>
                  <a:lnTo>
                    <a:pt x="948023" y="58293"/>
                  </a:lnTo>
                  <a:lnTo>
                    <a:pt x="948976" y="58007"/>
                  </a:lnTo>
                  <a:lnTo>
                    <a:pt x="950690" y="58293"/>
                  </a:lnTo>
                  <a:lnTo>
                    <a:pt x="951452" y="58198"/>
                  </a:lnTo>
                  <a:lnTo>
                    <a:pt x="951833" y="57436"/>
                  </a:lnTo>
                  <a:lnTo>
                    <a:pt x="952310" y="53912"/>
                  </a:lnTo>
                  <a:lnTo>
                    <a:pt x="951738" y="52483"/>
                  </a:lnTo>
                  <a:lnTo>
                    <a:pt x="952024" y="52006"/>
                  </a:lnTo>
                  <a:lnTo>
                    <a:pt x="952405" y="51530"/>
                  </a:lnTo>
                  <a:lnTo>
                    <a:pt x="952595" y="51054"/>
                  </a:lnTo>
                  <a:lnTo>
                    <a:pt x="952500" y="50673"/>
                  </a:lnTo>
                  <a:lnTo>
                    <a:pt x="952024" y="49721"/>
                  </a:lnTo>
                  <a:lnTo>
                    <a:pt x="951833" y="49244"/>
                  </a:lnTo>
                  <a:lnTo>
                    <a:pt x="951738" y="48673"/>
                  </a:lnTo>
                  <a:lnTo>
                    <a:pt x="951738" y="48196"/>
                  </a:lnTo>
                  <a:lnTo>
                    <a:pt x="951643" y="47816"/>
                  </a:lnTo>
                  <a:lnTo>
                    <a:pt x="951452" y="47435"/>
                  </a:lnTo>
                  <a:lnTo>
                    <a:pt x="951166" y="47149"/>
                  </a:lnTo>
                  <a:lnTo>
                    <a:pt x="950881" y="47149"/>
                  </a:lnTo>
                  <a:lnTo>
                    <a:pt x="950595" y="47339"/>
                  </a:lnTo>
                  <a:lnTo>
                    <a:pt x="950405" y="47816"/>
                  </a:lnTo>
                  <a:lnTo>
                    <a:pt x="950023" y="47816"/>
                  </a:lnTo>
                  <a:lnTo>
                    <a:pt x="949452" y="46672"/>
                  </a:lnTo>
                  <a:lnTo>
                    <a:pt x="948880" y="45815"/>
                  </a:lnTo>
                  <a:lnTo>
                    <a:pt x="947642" y="44387"/>
                  </a:lnTo>
                  <a:lnTo>
                    <a:pt x="947166" y="44101"/>
                  </a:lnTo>
                  <a:lnTo>
                    <a:pt x="946595" y="44196"/>
                  </a:lnTo>
                  <a:lnTo>
                    <a:pt x="945832" y="44577"/>
                  </a:lnTo>
                  <a:lnTo>
                    <a:pt x="945166" y="44482"/>
                  </a:lnTo>
                  <a:lnTo>
                    <a:pt x="944689" y="44196"/>
                  </a:lnTo>
                  <a:lnTo>
                    <a:pt x="943928" y="43434"/>
                  </a:lnTo>
                  <a:lnTo>
                    <a:pt x="943737" y="43339"/>
                  </a:lnTo>
                  <a:lnTo>
                    <a:pt x="943070" y="43148"/>
                  </a:lnTo>
                  <a:lnTo>
                    <a:pt x="942880" y="43053"/>
                  </a:lnTo>
                  <a:lnTo>
                    <a:pt x="942880" y="42767"/>
                  </a:lnTo>
                  <a:lnTo>
                    <a:pt x="942975" y="42386"/>
                  </a:lnTo>
                  <a:lnTo>
                    <a:pt x="943070" y="42196"/>
                  </a:lnTo>
                  <a:lnTo>
                    <a:pt x="943261" y="42291"/>
                  </a:lnTo>
                  <a:lnTo>
                    <a:pt x="942022" y="41053"/>
                  </a:lnTo>
                  <a:lnTo>
                    <a:pt x="941832" y="41053"/>
                  </a:lnTo>
                  <a:lnTo>
                    <a:pt x="941832" y="39624"/>
                  </a:lnTo>
                  <a:lnTo>
                    <a:pt x="941641" y="38862"/>
                  </a:lnTo>
                  <a:lnTo>
                    <a:pt x="941165" y="38862"/>
                  </a:lnTo>
                  <a:lnTo>
                    <a:pt x="940308" y="39814"/>
                  </a:lnTo>
                  <a:lnTo>
                    <a:pt x="939070" y="41910"/>
                  </a:lnTo>
                  <a:lnTo>
                    <a:pt x="938498" y="42481"/>
                  </a:lnTo>
                  <a:lnTo>
                    <a:pt x="937641" y="42672"/>
                  </a:lnTo>
                  <a:lnTo>
                    <a:pt x="936784" y="42386"/>
                  </a:lnTo>
                  <a:lnTo>
                    <a:pt x="935831" y="41720"/>
                  </a:lnTo>
                  <a:lnTo>
                    <a:pt x="934498" y="40481"/>
                  </a:lnTo>
                  <a:lnTo>
                    <a:pt x="933355" y="39148"/>
                  </a:lnTo>
                  <a:lnTo>
                    <a:pt x="932688" y="38576"/>
                  </a:lnTo>
                  <a:lnTo>
                    <a:pt x="931926" y="38291"/>
                  </a:lnTo>
                  <a:lnTo>
                    <a:pt x="929830" y="38386"/>
                  </a:lnTo>
                  <a:lnTo>
                    <a:pt x="929164" y="38005"/>
                  </a:lnTo>
                  <a:lnTo>
                    <a:pt x="928592" y="36862"/>
                  </a:lnTo>
                  <a:lnTo>
                    <a:pt x="928402" y="36004"/>
                  </a:lnTo>
                  <a:lnTo>
                    <a:pt x="928306" y="32766"/>
                  </a:lnTo>
                  <a:lnTo>
                    <a:pt x="928021" y="31813"/>
                  </a:lnTo>
                  <a:lnTo>
                    <a:pt x="926116" y="29337"/>
                  </a:lnTo>
                  <a:lnTo>
                    <a:pt x="925830" y="28480"/>
                  </a:lnTo>
                  <a:lnTo>
                    <a:pt x="925735" y="27432"/>
                  </a:lnTo>
                  <a:lnTo>
                    <a:pt x="925925" y="26479"/>
                  </a:lnTo>
                  <a:lnTo>
                    <a:pt x="926687" y="26098"/>
                  </a:lnTo>
                  <a:lnTo>
                    <a:pt x="926878" y="25622"/>
                  </a:lnTo>
                  <a:lnTo>
                    <a:pt x="927259" y="23051"/>
                  </a:lnTo>
                  <a:lnTo>
                    <a:pt x="927259" y="22193"/>
                  </a:lnTo>
                  <a:lnTo>
                    <a:pt x="927068" y="21812"/>
                  </a:lnTo>
                  <a:lnTo>
                    <a:pt x="926782" y="21527"/>
                  </a:lnTo>
                  <a:lnTo>
                    <a:pt x="924020" y="19907"/>
                  </a:lnTo>
                  <a:lnTo>
                    <a:pt x="923830" y="19717"/>
                  </a:lnTo>
                  <a:lnTo>
                    <a:pt x="923354" y="19621"/>
                  </a:lnTo>
                  <a:lnTo>
                    <a:pt x="922020" y="19050"/>
                  </a:lnTo>
                  <a:lnTo>
                    <a:pt x="921639" y="18860"/>
                  </a:lnTo>
                  <a:lnTo>
                    <a:pt x="921258" y="18860"/>
                  </a:lnTo>
                  <a:lnTo>
                    <a:pt x="920496" y="19526"/>
                  </a:lnTo>
                  <a:lnTo>
                    <a:pt x="920020" y="19812"/>
                  </a:lnTo>
                  <a:lnTo>
                    <a:pt x="919639" y="19717"/>
                  </a:lnTo>
                  <a:lnTo>
                    <a:pt x="919067" y="19526"/>
                  </a:lnTo>
                  <a:lnTo>
                    <a:pt x="918401" y="19336"/>
                  </a:lnTo>
                  <a:lnTo>
                    <a:pt x="917829" y="19431"/>
                  </a:lnTo>
                  <a:lnTo>
                    <a:pt x="917638" y="19812"/>
                  </a:lnTo>
                  <a:lnTo>
                    <a:pt x="917543" y="20384"/>
                  </a:lnTo>
                  <a:lnTo>
                    <a:pt x="917638" y="20955"/>
                  </a:lnTo>
                  <a:lnTo>
                    <a:pt x="918020" y="21241"/>
                  </a:lnTo>
                  <a:lnTo>
                    <a:pt x="918210" y="21431"/>
                  </a:lnTo>
                  <a:lnTo>
                    <a:pt x="918115" y="21812"/>
                  </a:lnTo>
                  <a:lnTo>
                    <a:pt x="917734" y="22193"/>
                  </a:lnTo>
                  <a:lnTo>
                    <a:pt x="917257" y="22384"/>
                  </a:lnTo>
                  <a:lnTo>
                    <a:pt x="916591" y="22288"/>
                  </a:lnTo>
                  <a:lnTo>
                    <a:pt x="916114" y="22098"/>
                  </a:lnTo>
                  <a:lnTo>
                    <a:pt x="915733" y="22193"/>
                  </a:lnTo>
                  <a:lnTo>
                    <a:pt x="915353" y="22765"/>
                  </a:lnTo>
                  <a:lnTo>
                    <a:pt x="915257" y="23908"/>
                  </a:lnTo>
                  <a:lnTo>
                    <a:pt x="916496" y="26194"/>
                  </a:lnTo>
                  <a:lnTo>
                    <a:pt x="916781" y="27242"/>
                  </a:lnTo>
                  <a:lnTo>
                    <a:pt x="916496" y="28004"/>
                  </a:lnTo>
                  <a:lnTo>
                    <a:pt x="914590" y="29909"/>
                  </a:lnTo>
                  <a:lnTo>
                    <a:pt x="913829" y="31337"/>
                  </a:lnTo>
                  <a:lnTo>
                    <a:pt x="913447" y="31623"/>
                  </a:lnTo>
                  <a:lnTo>
                    <a:pt x="913066" y="31718"/>
                  </a:lnTo>
                  <a:lnTo>
                    <a:pt x="912781" y="31909"/>
                  </a:lnTo>
                  <a:lnTo>
                    <a:pt x="912590" y="33719"/>
                  </a:lnTo>
                  <a:lnTo>
                    <a:pt x="912209" y="34385"/>
                  </a:lnTo>
                  <a:lnTo>
                    <a:pt x="910495" y="35623"/>
                  </a:lnTo>
                  <a:lnTo>
                    <a:pt x="908113" y="37910"/>
                  </a:lnTo>
                  <a:lnTo>
                    <a:pt x="907352" y="38195"/>
                  </a:lnTo>
                  <a:lnTo>
                    <a:pt x="906780" y="38576"/>
                  </a:lnTo>
                  <a:lnTo>
                    <a:pt x="906113" y="39529"/>
                  </a:lnTo>
                  <a:lnTo>
                    <a:pt x="905256" y="40481"/>
                  </a:lnTo>
                  <a:lnTo>
                    <a:pt x="904113" y="41053"/>
                  </a:lnTo>
                  <a:lnTo>
                    <a:pt x="902018" y="40577"/>
                  </a:lnTo>
                  <a:lnTo>
                    <a:pt x="901732" y="38767"/>
                  </a:lnTo>
                  <a:lnTo>
                    <a:pt x="902494" y="36481"/>
                  </a:lnTo>
                  <a:lnTo>
                    <a:pt x="903446" y="34671"/>
                  </a:lnTo>
                  <a:lnTo>
                    <a:pt x="905161" y="32195"/>
                  </a:lnTo>
                  <a:lnTo>
                    <a:pt x="905732" y="30766"/>
                  </a:lnTo>
                  <a:lnTo>
                    <a:pt x="905923" y="28670"/>
                  </a:lnTo>
                  <a:lnTo>
                    <a:pt x="905542" y="27527"/>
                  </a:lnTo>
                  <a:lnTo>
                    <a:pt x="904780" y="27051"/>
                  </a:lnTo>
                  <a:lnTo>
                    <a:pt x="903922" y="26765"/>
                  </a:lnTo>
                  <a:lnTo>
                    <a:pt x="903351" y="26194"/>
                  </a:lnTo>
                  <a:lnTo>
                    <a:pt x="903351" y="25908"/>
                  </a:lnTo>
                  <a:lnTo>
                    <a:pt x="903732" y="24289"/>
                  </a:lnTo>
                  <a:lnTo>
                    <a:pt x="904018" y="24098"/>
                  </a:lnTo>
                  <a:lnTo>
                    <a:pt x="904589" y="24289"/>
                  </a:lnTo>
                  <a:lnTo>
                    <a:pt x="905542" y="24860"/>
                  </a:lnTo>
                  <a:lnTo>
                    <a:pt x="904780" y="21050"/>
                  </a:lnTo>
                  <a:lnTo>
                    <a:pt x="904494" y="20479"/>
                  </a:lnTo>
                  <a:lnTo>
                    <a:pt x="902303" y="19050"/>
                  </a:lnTo>
                  <a:lnTo>
                    <a:pt x="901732" y="17812"/>
                  </a:lnTo>
                  <a:lnTo>
                    <a:pt x="901541" y="17621"/>
                  </a:lnTo>
                  <a:lnTo>
                    <a:pt x="900970" y="17717"/>
                  </a:lnTo>
                  <a:lnTo>
                    <a:pt x="900398" y="18097"/>
                  </a:lnTo>
                  <a:lnTo>
                    <a:pt x="899922" y="18574"/>
                  </a:lnTo>
                  <a:lnTo>
                    <a:pt x="899636" y="19241"/>
                  </a:lnTo>
                  <a:lnTo>
                    <a:pt x="899065" y="20098"/>
                  </a:lnTo>
                  <a:lnTo>
                    <a:pt x="898874" y="20288"/>
                  </a:lnTo>
                  <a:lnTo>
                    <a:pt x="898493" y="20479"/>
                  </a:lnTo>
                  <a:lnTo>
                    <a:pt x="898398" y="20955"/>
                  </a:lnTo>
                  <a:lnTo>
                    <a:pt x="898303" y="22098"/>
                  </a:lnTo>
                  <a:lnTo>
                    <a:pt x="897827" y="24194"/>
                  </a:lnTo>
                  <a:lnTo>
                    <a:pt x="897350" y="25051"/>
                  </a:lnTo>
                  <a:lnTo>
                    <a:pt x="895826" y="25718"/>
                  </a:lnTo>
                  <a:lnTo>
                    <a:pt x="895636" y="26575"/>
                  </a:lnTo>
                  <a:lnTo>
                    <a:pt x="895731" y="28575"/>
                  </a:lnTo>
                  <a:lnTo>
                    <a:pt x="895540" y="29146"/>
                  </a:lnTo>
                  <a:lnTo>
                    <a:pt x="894874" y="30004"/>
                  </a:lnTo>
                  <a:lnTo>
                    <a:pt x="894683" y="30385"/>
                  </a:lnTo>
                  <a:lnTo>
                    <a:pt x="894588" y="30956"/>
                  </a:lnTo>
                  <a:lnTo>
                    <a:pt x="894683" y="32766"/>
                  </a:lnTo>
                  <a:lnTo>
                    <a:pt x="894588" y="34100"/>
                  </a:lnTo>
                  <a:lnTo>
                    <a:pt x="894302" y="35052"/>
                  </a:lnTo>
                  <a:lnTo>
                    <a:pt x="893731" y="35814"/>
                  </a:lnTo>
                  <a:lnTo>
                    <a:pt x="892969" y="36576"/>
                  </a:lnTo>
                  <a:lnTo>
                    <a:pt x="889730" y="40958"/>
                  </a:lnTo>
                  <a:lnTo>
                    <a:pt x="888778" y="41624"/>
                  </a:lnTo>
                  <a:lnTo>
                    <a:pt x="888111" y="41910"/>
                  </a:lnTo>
                  <a:lnTo>
                    <a:pt x="887730" y="42672"/>
                  </a:lnTo>
                  <a:lnTo>
                    <a:pt x="887539" y="43720"/>
                  </a:lnTo>
                  <a:lnTo>
                    <a:pt x="887539" y="44672"/>
                  </a:lnTo>
                  <a:lnTo>
                    <a:pt x="887254" y="45815"/>
                  </a:lnTo>
                  <a:lnTo>
                    <a:pt x="886492" y="46387"/>
                  </a:lnTo>
                  <a:lnTo>
                    <a:pt x="885539" y="46863"/>
                  </a:lnTo>
                  <a:lnTo>
                    <a:pt x="884587" y="47625"/>
                  </a:lnTo>
                  <a:lnTo>
                    <a:pt x="883825" y="48387"/>
                  </a:lnTo>
                  <a:lnTo>
                    <a:pt x="879157" y="51911"/>
                  </a:lnTo>
                  <a:lnTo>
                    <a:pt x="878681" y="52483"/>
                  </a:lnTo>
                  <a:lnTo>
                    <a:pt x="878396" y="52959"/>
                  </a:lnTo>
                  <a:lnTo>
                    <a:pt x="878300" y="53245"/>
                  </a:lnTo>
                  <a:lnTo>
                    <a:pt x="877824" y="54959"/>
                  </a:lnTo>
                  <a:lnTo>
                    <a:pt x="877824" y="55245"/>
                  </a:lnTo>
                  <a:lnTo>
                    <a:pt x="877729" y="55436"/>
                  </a:lnTo>
                  <a:lnTo>
                    <a:pt x="877253" y="55721"/>
                  </a:lnTo>
                  <a:lnTo>
                    <a:pt x="876205" y="55626"/>
                  </a:lnTo>
                  <a:lnTo>
                    <a:pt x="875824" y="55721"/>
                  </a:lnTo>
                  <a:lnTo>
                    <a:pt x="875633" y="55912"/>
                  </a:lnTo>
                  <a:lnTo>
                    <a:pt x="874776" y="56769"/>
                  </a:lnTo>
                  <a:lnTo>
                    <a:pt x="873347" y="57531"/>
                  </a:lnTo>
                  <a:lnTo>
                    <a:pt x="873347" y="57817"/>
                  </a:lnTo>
                  <a:lnTo>
                    <a:pt x="874681" y="57626"/>
                  </a:lnTo>
                  <a:lnTo>
                    <a:pt x="875729" y="57150"/>
                  </a:lnTo>
                  <a:lnTo>
                    <a:pt x="876395" y="57341"/>
                  </a:lnTo>
                  <a:lnTo>
                    <a:pt x="876586" y="59055"/>
                  </a:lnTo>
                  <a:lnTo>
                    <a:pt x="876300" y="59531"/>
                  </a:lnTo>
                  <a:lnTo>
                    <a:pt x="875633" y="59436"/>
                  </a:lnTo>
                  <a:lnTo>
                    <a:pt x="874871" y="59055"/>
                  </a:lnTo>
                  <a:lnTo>
                    <a:pt x="874205" y="58864"/>
                  </a:lnTo>
                  <a:lnTo>
                    <a:pt x="873347" y="58960"/>
                  </a:lnTo>
                  <a:lnTo>
                    <a:pt x="872680" y="59341"/>
                  </a:lnTo>
                  <a:lnTo>
                    <a:pt x="871538" y="60388"/>
                  </a:lnTo>
                  <a:lnTo>
                    <a:pt x="869061" y="64103"/>
                  </a:lnTo>
                  <a:lnTo>
                    <a:pt x="868108" y="64675"/>
                  </a:lnTo>
                  <a:lnTo>
                    <a:pt x="866489" y="65151"/>
                  </a:lnTo>
                  <a:lnTo>
                    <a:pt x="865918" y="66104"/>
                  </a:lnTo>
                  <a:lnTo>
                    <a:pt x="866299" y="66770"/>
                  </a:lnTo>
                  <a:lnTo>
                    <a:pt x="867442" y="66389"/>
                  </a:lnTo>
                  <a:lnTo>
                    <a:pt x="868299" y="67913"/>
                  </a:lnTo>
                  <a:lnTo>
                    <a:pt x="867537" y="70199"/>
                  </a:lnTo>
                  <a:lnTo>
                    <a:pt x="864298" y="75438"/>
                  </a:lnTo>
                  <a:lnTo>
                    <a:pt x="864013" y="76486"/>
                  </a:lnTo>
                  <a:lnTo>
                    <a:pt x="863822" y="78867"/>
                  </a:lnTo>
                  <a:lnTo>
                    <a:pt x="863441" y="80105"/>
                  </a:lnTo>
                  <a:lnTo>
                    <a:pt x="862584" y="81058"/>
                  </a:lnTo>
                  <a:lnTo>
                    <a:pt x="857822" y="83725"/>
                  </a:lnTo>
                  <a:lnTo>
                    <a:pt x="857060" y="84392"/>
                  </a:lnTo>
                  <a:lnTo>
                    <a:pt x="856488" y="85249"/>
                  </a:lnTo>
                  <a:lnTo>
                    <a:pt x="856202" y="86296"/>
                  </a:lnTo>
                  <a:lnTo>
                    <a:pt x="855821" y="88583"/>
                  </a:lnTo>
                  <a:lnTo>
                    <a:pt x="855155" y="90678"/>
                  </a:lnTo>
                  <a:lnTo>
                    <a:pt x="854107" y="92964"/>
                  </a:lnTo>
                  <a:lnTo>
                    <a:pt x="852773" y="95060"/>
                  </a:lnTo>
                  <a:lnTo>
                    <a:pt x="851154" y="96488"/>
                  </a:lnTo>
                  <a:lnTo>
                    <a:pt x="849725" y="96964"/>
                  </a:lnTo>
                  <a:lnTo>
                    <a:pt x="848201" y="97060"/>
                  </a:lnTo>
                  <a:lnTo>
                    <a:pt x="843534" y="96774"/>
                  </a:lnTo>
                  <a:lnTo>
                    <a:pt x="842486" y="96298"/>
                  </a:lnTo>
                  <a:lnTo>
                    <a:pt x="840677" y="94774"/>
                  </a:lnTo>
                  <a:lnTo>
                    <a:pt x="840391" y="95345"/>
                  </a:lnTo>
                  <a:lnTo>
                    <a:pt x="840200" y="96774"/>
                  </a:lnTo>
                  <a:lnTo>
                    <a:pt x="839914" y="97346"/>
                  </a:lnTo>
                  <a:lnTo>
                    <a:pt x="838867" y="95821"/>
                  </a:lnTo>
                  <a:lnTo>
                    <a:pt x="840677" y="92393"/>
                  </a:lnTo>
                  <a:lnTo>
                    <a:pt x="839914" y="91154"/>
                  </a:lnTo>
                  <a:lnTo>
                    <a:pt x="838867" y="92202"/>
                  </a:lnTo>
                  <a:lnTo>
                    <a:pt x="837057" y="96203"/>
                  </a:lnTo>
                  <a:lnTo>
                    <a:pt x="833342" y="98870"/>
                  </a:lnTo>
                  <a:lnTo>
                    <a:pt x="832771" y="99631"/>
                  </a:lnTo>
                  <a:lnTo>
                    <a:pt x="832104" y="100679"/>
                  </a:lnTo>
                  <a:lnTo>
                    <a:pt x="829342" y="102298"/>
                  </a:lnTo>
                  <a:lnTo>
                    <a:pt x="828770" y="102870"/>
                  </a:lnTo>
                  <a:lnTo>
                    <a:pt x="828580" y="103251"/>
                  </a:lnTo>
                  <a:lnTo>
                    <a:pt x="828199" y="103822"/>
                  </a:lnTo>
                  <a:lnTo>
                    <a:pt x="827818" y="104489"/>
                  </a:lnTo>
                  <a:lnTo>
                    <a:pt x="827437" y="106204"/>
                  </a:lnTo>
                  <a:lnTo>
                    <a:pt x="827151" y="107061"/>
                  </a:lnTo>
                  <a:lnTo>
                    <a:pt x="826961" y="107823"/>
                  </a:lnTo>
                  <a:lnTo>
                    <a:pt x="827246" y="108490"/>
                  </a:lnTo>
                  <a:lnTo>
                    <a:pt x="828294" y="107633"/>
                  </a:lnTo>
                  <a:lnTo>
                    <a:pt x="828485" y="107537"/>
                  </a:lnTo>
                  <a:lnTo>
                    <a:pt x="829056" y="107633"/>
                  </a:lnTo>
                  <a:lnTo>
                    <a:pt x="829056" y="108013"/>
                  </a:lnTo>
                  <a:lnTo>
                    <a:pt x="828961" y="108490"/>
                  </a:lnTo>
                  <a:lnTo>
                    <a:pt x="829056" y="108966"/>
                  </a:lnTo>
                  <a:lnTo>
                    <a:pt x="833723" y="112967"/>
                  </a:lnTo>
                  <a:lnTo>
                    <a:pt x="835533" y="113729"/>
                  </a:lnTo>
                  <a:lnTo>
                    <a:pt x="837533" y="113824"/>
                  </a:lnTo>
                  <a:lnTo>
                    <a:pt x="839533" y="112871"/>
                  </a:lnTo>
                  <a:lnTo>
                    <a:pt x="839914" y="113538"/>
                  </a:lnTo>
                  <a:lnTo>
                    <a:pt x="839724" y="113919"/>
                  </a:lnTo>
                  <a:lnTo>
                    <a:pt x="839248" y="114205"/>
                  </a:lnTo>
                  <a:lnTo>
                    <a:pt x="838772" y="114681"/>
                  </a:lnTo>
                  <a:lnTo>
                    <a:pt x="838200" y="115729"/>
                  </a:lnTo>
                  <a:lnTo>
                    <a:pt x="838962" y="115538"/>
                  </a:lnTo>
                  <a:lnTo>
                    <a:pt x="838867" y="117443"/>
                  </a:lnTo>
                  <a:lnTo>
                    <a:pt x="838486" y="119539"/>
                  </a:lnTo>
                  <a:lnTo>
                    <a:pt x="838200" y="120396"/>
                  </a:lnTo>
                  <a:lnTo>
                    <a:pt x="837724" y="120968"/>
                  </a:lnTo>
                  <a:lnTo>
                    <a:pt x="836866" y="121539"/>
                  </a:lnTo>
                  <a:lnTo>
                    <a:pt x="835819" y="122015"/>
                  </a:lnTo>
                  <a:lnTo>
                    <a:pt x="834771" y="122206"/>
                  </a:lnTo>
                  <a:lnTo>
                    <a:pt x="834104" y="122587"/>
                  </a:lnTo>
                  <a:lnTo>
                    <a:pt x="832390" y="124682"/>
                  </a:lnTo>
                  <a:lnTo>
                    <a:pt x="830294" y="126492"/>
                  </a:lnTo>
                  <a:lnTo>
                    <a:pt x="830104" y="126778"/>
                  </a:lnTo>
                  <a:lnTo>
                    <a:pt x="828389" y="128492"/>
                  </a:lnTo>
                  <a:lnTo>
                    <a:pt x="827722" y="128873"/>
                  </a:lnTo>
                  <a:lnTo>
                    <a:pt x="826865" y="129064"/>
                  </a:lnTo>
                  <a:lnTo>
                    <a:pt x="825818" y="129064"/>
                  </a:lnTo>
                  <a:lnTo>
                    <a:pt x="824865" y="128778"/>
                  </a:lnTo>
                  <a:lnTo>
                    <a:pt x="824294" y="127730"/>
                  </a:lnTo>
                  <a:lnTo>
                    <a:pt x="823913" y="127445"/>
                  </a:lnTo>
                  <a:lnTo>
                    <a:pt x="823341" y="127254"/>
                  </a:lnTo>
                  <a:lnTo>
                    <a:pt x="822865" y="127159"/>
                  </a:lnTo>
                  <a:lnTo>
                    <a:pt x="821722" y="127254"/>
                  </a:lnTo>
                  <a:lnTo>
                    <a:pt x="821436" y="127159"/>
                  </a:lnTo>
                  <a:lnTo>
                    <a:pt x="821246" y="126778"/>
                  </a:lnTo>
                  <a:lnTo>
                    <a:pt x="820674" y="126016"/>
                  </a:lnTo>
                  <a:lnTo>
                    <a:pt x="819912" y="125921"/>
                  </a:lnTo>
                  <a:lnTo>
                    <a:pt x="819340" y="126397"/>
                  </a:lnTo>
                  <a:lnTo>
                    <a:pt x="818864" y="128111"/>
                  </a:lnTo>
                  <a:lnTo>
                    <a:pt x="818293" y="128492"/>
                  </a:lnTo>
                  <a:lnTo>
                    <a:pt x="817531" y="128588"/>
                  </a:lnTo>
                  <a:lnTo>
                    <a:pt x="816673" y="128588"/>
                  </a:lnTo>
                  <a:lnTo>
                    <a:pt x="816673" y="129826"/>
                  </a:lnTo>
                  <a:lnTo>
                    <a:pt x="817150" y="130302"/>
                  </a:lnTo>
                  <a:lnTo>
                    <a:pt x="817816" y="130683"/>
                  </a:lnTo>
                  <a:lnTo>
                    <a:pt x="818483" y="131159"/>
                  </a:lnTo>
                  <a:lnTo>
                    <a:pt x="819817" y="133064"/>
                  </a:lnTo>
                  <a:lnTo>
                    <a:pt x="823246" y="142970"/>
                  </a:lnTo>
                  <a:lnTo>
                    <a:pt x="823436" y="144209"/>
                  </a:lnTo>
                  <a:lnTo>
                    <a:pt x="823341" y="145066"/>
                  </a:lnTo>
                  <a:lnTo>
                    <a:pt x="822960" y="147161"/>
                  </a:lnTo>
                  <a:lnTo>
                    <a:pt x="822960" y="149257"/>
                  </a:lnTo>
                  <a:lnTo>
                    <a:pt x="823246" y="151447"/>
                  </a:lnTo>
                  <a:lnTo>
                    <a:pt x="823913" y="153543"/>
                  </a:lnTo>
                  <a:lnTo>
                    <a:pt x="825151" y="155162"/>
                  </a:lnTo>
                  <a:lnTo>
                    <a:pt x="826961" y="156877"/>
                  </a:lnTo>
                  <a:lnTo>
                    <a:pt x="827722" y="158020"/>
                  </a:lnTo>
                  <a:lnTo>
                    <a:pt x="827818" y="159068"/>
                  </a:lnTo>
                  <a:lnTo>
                    <a:pt x="827056" y="159925"/>
                  </a:lnTo>
                  <a:lnTo>
                    <a:pt x="825913" y="159925"/>
                  </a:lnTo>
                  <a:lnTo>
                    <a:pt x="824674" y="159353"/>
                  </a:lnTo>
                  <a:lnTo>
                    <a:pt x="823722" y="158687"/>
                  </a:lnTo>
                  <a:lnTo>
                    <a:pt x="823246" y="158496"/>
                  </a:lnTo>
                  <a:lnTo>
                    <a:pt x="822198" y="158496"/>
                  </a:lnTo>
                  <a:lnTo>
                    <a:pt x="821627" y="158305"/>
                  </a:lnTo>
                  <a:lnTo>
                    <a:pt x="820769" y="157639"/>
                  </a:lnTo>
                  <a:lnTo>
                    <a:pt x="820293" y="157448"/>
                  </a:lnTo>
                  <a:lnTo>
                    <a:pt x="818769" y="157639"/>
                  </a:lnTo>
                  <a:lnTo>
                    <a:pt x="817626" y="157448"/>
                  </a:lnTo>
                  <a:lnTo>
                    <a:pt x="814578" y="156305"/>
                  </a:lnTo>
                  <a:lnTo>
                    <a:pt x="813911" y="155829"/>
                  </a:lnTo>
                  <a:lnTo>
                    <a:pt x="813530" y="155067"/>
                  </a:lnTo>
                  <a:lnTo>
                    <a:pt x="812863" y="149923"/>
                  </a:lnTo>
                  <a:lnTo>
                    <a:pt x="812292" y="147828"/>
                  </a:lnTo>
                  <a:lnTo>
                    <a:pt x="810578" y="143732"/>
                  </a:lnTo>
                  <a:lnTo>
                    <a:pt x="810101" y="141732"/>
                  </a:lnTo>
                  <a:lnTo>
                    <a:pt x="809911" y="137446"/>
                  </a:lnTo>
                  <a:lnTo>
                    <a:pt x="810292" y="133255"/>
                  </a:lnTo>
                  <a:lnTo>
                    <a:pt x="810292" y="133255"/>
                  </a:lnTo>
                  <a:lnTo>
                    <a:pt x="810006" y="131350"/>
                  </a:lnTo>
                  <a:lnTo>
                    <a:pt x="810006" y="129350"/>
                  </a:lnTo>
                  <a:lnTo>
                    <a:pt x="809625" y="128302"/>
                  </a:lnTo>
                  <a:lnTo>
                    <a:pt x="809339" y="128778"/>
                  </a:lnTo>
                  <a:lnTo>
                    <a:pt x="808958" y="129159"/>
                  </a:lnTo>
                  <a:lnTo>
                    <a:pt x="808482" y="129445"/>
                  </a:lnTo>
                  <a:lnTo>
                    <a:pt x="807911" y="129730"/>
                  </a:lnTo>
                  <a:lnTo>
                    <a:pt x="806672" y="130969"/>
                  </a:lnTo>
                  <a:lnTo>
                    <a:pt x="806482" y="131731"/>
                  </a:lnTo>
                  <a:lnTo>
                    <a:pt x="806482" y="132588"/>
                  </a:lnTo>
                  <a:lnTo>
                    <a:pt x="806101" y="133350"/>
                  </a:lnTo>
                  <a:lnTo>
                    <a:pt x="805244" y="133826"/>
                  </a:lnTo>
                  <a:lnTo>
                    <a:pt x="804291" y="133826"/>
                  </a:lnTo>
                  <a:lnTo>
                    <a:pt x="803338" y="133636"/>
                  </a:lnTo>
                  <a:lnTo>
                    <a:pt x="802386" y="133636"/>
                  </a:lnTo>
                  <a:lnTo>
                    <a:pt x="801243" y="133921"/>
                  </a:lnTo>
                  <a:lnTo>
                    <a:pt x="800290" y="134493"/>
                  </a:lnTo>
                  <a:lnTo>
                    <a:pt x="798576" y="136112"/>
                  </a:lnTo>
                  <a:lnTo>
                    <a:pt x="797719" y="136684"/>
                  </a:lnTo>
                  <a:lnTo>
                    <a:pt x="795814" y="137446"/>
                  </a:lnTo>
                  <a:lnTo>
                    <a:pt x="795338" y="137827"/>
                  </a:lnTo>
                  <a:lnTo>
                    <a:pt x="795242" y="137922"/>
                  </a:lnTo>
                  <a:lnTo>
                    <a:pt x="795242" y="138779"/>
                  </a:lnTo>
                  <a:lnTo>
                    <a:pt x="795623" y="139732"/>
                  </a:lnTo>
                  <a:lnTo>
                    <a:pt x="796671" y="141637"/>
                  </a:lnTo>
                  <a:lnTo>
                    <a:pt x="796957" y="142685"/>
                  </a:lnTo>
                  <a:lnTo>
                    <a:pt x="797147" y="143828"/>
                  </a:lnTo>
                  <a:lnTo>
                    <a:pt x="797433" y="149923"/>
                  </a:lnTo>
                  <a:lnTo>
                    <a:pt x="797719" y="151829"/>
                  </a:lnTo>
                  <a:lnTo>
                    <a:pt x="798671" y="153257"/>
                  </a:lnTo>
                  <a:lnTo>
                    <a:pt x="799719" y="153638"/>
                  </a:lnTo>
                  <a:lnTo>
                    <a:pt x="800481" y="153543"/>
                  </a:lnTo>
                  <a:lnTo>
                    <a:pt x="800862" y="153829"/>
                  </a:lnTo>
                  <a:lnTo>
                    <a:pt x="800767" y="155353"/>
                  </a:lnTo>
                  <a:lnTo>
                    <a:pt x="800290" y="157353"/>
                  </a:lnTo>
                  <a:lnTo>
                    <a:pt x="799910" y="158210"/>
                  </a:lnTo>
                  <a:lnTo>
                    <a:pt x="799338" y="159068"/>
                  </a:lnTo>
                  <a:lnTo>
                    <a:pt x="798100" y="160306"/>
                  </a:lnTo>
                  <a:lnTo>
                    <a:pt x="797814" y="160592"/>
                  </a:lnTo>
                  <a:lnTo>
                    <a:pt x="797528" y="161068"/>
                  </a:lnTo>
                  <a:lnTo>
                    <a:pt x="797528" y="162116"/>
                  </a:lnTo>
                  <a:lnTo>
                    <a:pt x="799147" y="161449"/>
                  </a:lnTo>
                  <a:lnTo>
                    <a:pt x="799338" y="162401"/>
                  </a:lnTo>
                  <a:lnTo>
                    <a:pt x="798957" y="163354"/>
                  </a:lnTo>
                  <a:lnTo>
                    <a:pt x="797719" y="165163"/>
                  </a:lnTo>
                  <a:lnTo>
                    <a:pt x="797338" y="166211"/>
                  </a:lnTo>
                  <a:lnTo>
                    <a:pt x="797052" y="168402"/>
                  </a:lnTo>
                  <a:lnTo>
                    <a:pt x="796671" y="169164"/>
                  </a:lnTo>
                  <a:lnTo>
                    <a:pt x="791813" y="173736"/>
                  </a:lnTo>
                  <a:lnTo>
                    <a:pt x="789337" y="175165"/>
                  </a:lnTo>
                  <a:lnTo>
                    <a:pt x="787146" y="174879"/>
                  </a:lnTo>
                  <a:lnTo>
                    <a:pt x="786860" y="174498"/>
                  </a:lnTo>
                  <a:lnTo>
                    <a:pt x="786479" y="173164"/>
                  </a:lnTo>
                  <a:lnTo>
                    <a:pt x="786194" y="172593"/>
                  </a:lnTo>
                  <a:lnTo>
                    <a:pt x="785813" y="172212"/>
                  </a:lnTo>
                  <a:lnTo>
                    <a:pt x="784670" y="171450"/>
                  </a:lnTo>
                  <a:lnTo>
                    <a:pt x="781336" y="168402"/>
                  </a:lnTo>
                  <a:lnTo>
                    <a:pt x="780574" y="167354"/>
                  </a:lnTo>
                  <a:lnTo>
                    <a:pt x="780097" y="166306"/>
                  </a:lnTo>
                  <a:lnTo>
                    <a:pt x="778955" y="162973"/>
                  </a:lnTo>
                  <a:lnTo>
                    <a:pt x="778288" y="162306"/>
                  </a:lnTo>
                  <a:lnTo>
                    <a:pt x="777335" y="162211"/>
                  </a:lnTo>
                  <a:lnTo>
                    <a:pt x="775145" y="162592"/>
                  </a:lnTo>
                  <a:lnTo>
                    <a:pt x="772858" y="162116"/>
                  </a:lnTo>
                  <a:lnTo>
                    <a:pt x="771049" y="162020"/>
                  </a:lnTo>
                  <a:lnTo>
                    <a:pt x="770763" y="161544"/>
                  </a:lnTo>
                  <a:lnTo>
                    <a:pt x="770668" y="160782"/>
                  </a:lnTo>
                  <a:lnTo>
                    <a:pt x="770858" y="160496"/>
                  </a:lnTo>
                  <a:lnTo>
                    <a:pt x="771620" y="159829"/>
                  </a:lnTo>
                  <a:lnTo>
                    <a:pt x="771811" y="159353"/>
                  </a:lnTo>
                  <a:lnTo>
                    <a:pt x="771430" y="156972"/>
                  </a:lnTo>
                  <a:lnTo>
                    <a:pt x="770668" y="155924"/>
                  </a:lnTo>
                  <a:lnTo>
                    <a:pt x="770668" y="154496"/>
                  </a:lnTo>
                  <a:lnTo>
                    <a:pt x="770287" y="153067"/>
                  </a:lnTo>
                  <a:lnTo>
                    <a:pt x="770001" y="152495"/>
                  </a:lnTo>
                  <a:lnTo>
                    <a:pt x="769430" y="151924"/>
                  </a:lnTo>
                  <a:lnTo>
                    <a:pt x="769239" y="151543"/>
                  </a:lnTo>
                  <a:lnTo>
                    <a:pt x="769239" y="151162"/>
                  </a:lnTo>
                  <a:lnTo>
                    <a:pt x="769144" y="150781"/>
                  </a:lnTo>
                  <a:lnTo>
                    <a:pt x="768763" y="150686"/>
                  </a:lnTo>
                  <a:lnTo>
                    <a:pt x="768001" y="150686"/>
                  </a:lnTo>
                  <a:lnTo>
                    <a:pt x="767715" y="150495"/>
                  </a:lnTo>
                  <a:lnTo>
                    <a:pt x="767334" y="149447"/>
                  </a:lnTo>
                  <a:lnTo>
                    <a:pt x="766667" y="149066"/>
                  </a:lnTo>
                  <a:lnTo>
                    <a:pt x="765334" y="148590"/>
                  </a:lnTo>
                  <a:lnTo>
                    <a:pt x="763619" y="147256"/>
                  </a:lnTo>
                  <a:lnTo>
                    <a:pt x="762476" y="146685"/>
                  </a:lnTo>
                  <a:lnTo>
                    <a:pt x="759619" y="146209"/>
                  </a:lnTo>
                  <a:lnTo>
                    <a:pt x="756190" y="144589"/>
                  </a:lnTo>
                  <a:lnTo>
                    <a:pt x="754952" y="144971"/>
                  </a:lnTo>
                  <a:lnTo>
                    <a:pt x="754571" y="145828"/>
                  </a:lnTo>
                  <a:lnTo>
                    <a:pt x="755713" y="150781"/>
                  </a:lnTo>
                  <a:lnTo>
                    <a:pt x="755713" y="153257"/>
                  </a:lnTo>
                  <a:lnTo>
                    <a:pt x="755142" y="155448"/>
                  </a:lnTo>
                  <a:lnTo>
                    <a:pt x="753999" y="157163"/>
                  </a:lnTo>
                  <a:lnTo>
                    <a:pt x="754380" y="159258"/>
                  </a:lnTo>
                  <a:lnTo>
                    <a:pt x="753237" y="161830"/>
                  </a:lnTo>
                  <a:lnTo>
                    <a:pt x="742188" y="176117"/>
                  </a:lnTo>
                  <a:lnTo>
                    <a:pt x="729424" y="187071"/>
                  </a:lnTo>
                  <a:lnTo>
                    <a:pt x="727234" y="188309"/>
                  </a:lnTo>
                  <a:lnTo>
                    <a:pt x="726281" y="189167"/>
                  </a:lnTo>
                  <a:lnTo>
                    <a:pt x="725900" y="190119"/>
                  </a:lnTo>
                  <a:lnTo>
                    <a:pt x="725710" y="191357"/>
                  </a:lnTo>
                  <a:lnTo>
                    <a:pt x="725329" y="192500"/>
                  </a:lnTo>
                  <a:lnTo>
                    <a:pt x="724090" y="194596"/>
                  </a:lnTo>
                  <a:lnTo>
                    <a:pt x="721519" y="197453"/>
                  </a:lnTo>
                  <a:lnTo>
                    <a:pt x="721138" y="198025"/>
                  </a:lnTo>
                  <a:lnTo>
                    <a:pt x="720852" y="198406"/>
                  </a:lnTo>
                  <a:lnTo>
                    <a:pt x="719614" y="199358"/>
                  </a:lnTo>
                  <a:lnTo>
                    <a:pt x="719328" y="199930"/>
                  </a:lnTo>
                  <a:lnTo>
                    <a:pt x="719233" y="201073"/>
                  </a:lnTo>
                  <a:lnTo>
                    <a:pt x="719138" y="201454"/>
                  </a:lnTo>
                  <a:lnTo>
                    <a:pt x="718947" y="201835"/>
                  </a:lnTo>
                  <a:lnTo>
                    <a:pt x="717995" y="203263"/>
                  </a:lnTo>
                  <a:lnTo>
                    <a:pt x="713899" y="206883"/>
                  </a:lnTo>
                  <a:lnTo>
                    <a:pt x="712184" y="209645"/>
                  </a:lnTo>
                  <a:lnTo>
                    <a:pt x="711994" y="210121"/>
                  </a:lnTo>
                  <a:lnTo>
                    <a:pt x="711422" y="210407"/>
                  </a:lnTo>
                  <a:lnTo>
                    <a:pt x="708851" y="212598"/>
                  </a:lnTo>
                  <a:lnTo>
                    <a:pt x="707422" y="213551"/>
                  </a:lnTo>
                  <a:lnTo>
                    <a:pt x="707041" y="214027"/>
                  </a:lnTo>
                  <a:lnTo>
                    <a:pt x="707707" y="215170"/>
                  </a:lnTo>
                  <a:lnTo>
                    <a:pt x="706564" y="217170"/>
                  </a:lnTo>
                  <a:lnTo>
                    <a:pt x="703802" y="220123"/>
                  </a:lnTo>
                  <a:lnTo>
                    <a:pt x="701993" y="221075"/>
                  </a:lnTo>
                  <a:lnTo>
                    <a:pt x="692848" y="223933"/>
                  </a:lnTo>
                  <a:lnTo>
                    <a:pt x="692182" y="223933"/>
                  </a:lnTo>
                  <a:lnTo>
                    <a:pt x="688943" y="225171"/>
                  </a:lnTo>
                  <a:lnTo>
                    <a:pt x="680942" y="226886"/>
                  </a:lnTo>
                  <a:lnTo>
                    <a:pt x="666369" y="230696"/>
                  </a:lnTo>
                  <a:lnTo>
                    <a:pt x="651415" y="234601"/>
                  </a:lnTo>
                  <a:lnTo>
                    <a:pt x="643319" y="234887"/>
                  </a:lnTo>
                  <a:lnTo>
                    <a:pt x="633222" y="236887"/>
                  </a:lnTo>
                  <a:lnTo>
                    <a:pt x="631603" y="237649"/>
                  </a:lnTo>
                  <a:lnTo>
                    <a:pt x="625888" y="241173"/>
                  </a:lnTo>
                  <a:lnTo>
                    <a:pt x="622078" y="244030"/>
                  </a:lnTo>
                  <a:lnTo>
                    <a:pt x="621506" y="244602"/>
                  </a:lnTo>
                  <a:lnTo>
                    <a:pt x="621125" y="245364"/>
                  </a:lnTo>
                  <a:lnTo>
                    <a:pt x="620839" y="247460"/>
                  </a:lnTo>
                  <a:lnTo>
                    <a:pt x="619887" y="250698"/>
                  </a:lnTo>
                  <a:lnTo>
                    <a:pt x="619887" y="251936"/>
                  </a:lnTo>
                  <a:lnTo>
                    <a:pt x="620173" y="252794"/>
                  </a:lnTo>
                  <a:lnTo>
                    <a:pt x="620744" y="253365"/>
                  </a:lnTo>
                  <a:lnTo>
                    <a:pt x="621411" y="253937"/>
                  </a:lnTo>
                  <a:lnTo>
                    <a:pt x="622268" y="254508"/>
                  </a:lnTo>
                  <a:lnTo>
                    <a:pt x="624269" y="254984"/>
                  </a:lnTo>
                  <a:lnTo>
                    <a:pt x="625412" y="255365"/>
                  </a:lnTo>
                  <a:lnTo>
                    <a:pt x="625126" y="255556"/>
                  </a:lnTo>
                  <a:lnTo>
                    <a:pt x="625030" y="255556"/>
                  </a:lnTo>
                  <a:lnTo>
                    <a:pt x="624935" y="255461"/>
                  </a:lnTo>
                  <a:lnTo>
                    <a:pt x="624649" y="255365"/>
                  </a:lnTo>
                  <a:lnTo>
                    <a:pt x="623602" y="256222"/>
                  </a:lnTo>
                  <a:lnTo>
                    <a:pt x="622363" y="256222"/>
                  </a:lnTo>
                  <a:lnTo>
                    <a:pt x="620935" y="255842"/>
                  </a:lnTo>
                  <a:lnTo>
                    <a:pt x="619315" y="255746"/>
                  </a:lnTo>
                  <a:lnTo>
                    <a:pt x="619697" y="256508"/>
                  </a:lnTo>
                  <a:lnTo>
                    <a:pt x="620363" y="258699"/>
                  </a:lnTo>
                  <a:lnTo>
                    <a:pt x="620839" y="259366"/>
                  </a:lnTo>
                  <a:lnTo>
                    <a:pt x="622554" y="260985"/>
                  </a:lnTo>
                  <a:lnTo>
                    <a:pt x="623602" y="262033"/>
                  </a:lnTo>
                  <a:lnTo>
                    <a:pt x="624078" y="262985"/>
                  </a:lnTo>
                  <a:lnTo>
                    <a:pt x="623030" y="262414"/>
                  </a:lnTo>
                  <a:lnTo>
                    <a:pt x="622078" y="261747"/>
                  </a:lnTo>
                  <a:lnTo>
                    <a:pt x="621697" y="261652"/>
                  </a:lnTo>
                  <a:lnTo>
                    <a:pt x="619887" y="261938"/>
                  </a:lnTo>
                  <a:lnTo>
                    <a:pt x="619411" y="262128"/>
                  </a:lnTo>
                  <a:lnTo>
                    <a:pt x="617791" y="263271"/>
                  </a:lnTo>
                  <a:lnTo>
                    <a:pt x="617315" y="263366"/>
                  </a:lnTo>
                  <a:lnTo>
                    <a:pt x="616934" y="263176"/>
                  </a:lnTo>
                  <a:lnTo>
                    <a:pt x="616553" y="262890"/>
                  </a:lnTo>
                  <a:lnTo>
                    <a:pt x="616268" y="262700"/>
                  </a:lnTo>
                  <a:lnTo>
                    <a:pt x="615791" y="262319"/>
                  </a:lnTo>
                  <a:lnTo>
                    <a:pt x="614458" y="260699"/>
                  </a:lnTo>
                  <a:lnTo>
                    <a:pt x="613886" y="260223"/>
                  </a:lnTo>
                  <a:lnTo>
                    <a:pt x="612077" y="259652"/>
                  </a:lnTo>
                  <a:lnTo>
                    <a:pt x="611410" y="259271"/>
                  </a:lnTo>
                  <a:lnTo>
                    <a:pt x="610933" y="258413"/>
                  </a:lnTo>
                  <a:lnTo>
                    <a:pt x="609600" y="259461"/>
                  </a:lnTo>
                  <a:lnTo>
                    <a:pt x="608933" y="260890"/>
                  </a:lnTo>
                  <a:lnTo>
                    <a:pt x="608457" y="264509"/>
                  </a:lnTo>
                  <a:lnTo>
                    <a:pt x="607790" y="266986"/>
                  </a:lnTo>
                  <a:lnTo>
                    <a:pt x="607695" y="267938"/>
                  </a:lnTo>
                  <a:lnTo>
                    <a:pt x="608076" y="268319"/>
                  </a:lnTo>
                  <a:lnTo>
                    <a:pt x="609029" y="268510"/>
                  </a:lnTo>
                  <a:lnTo>
                    <a:pt x="609981" y="268891"/>
                  </a:lnTo>
                  <a:lnTo>
                    <a:pt x="610553" y="269843"/>
                  </a:lnTo>
                  <a:lnTo>
                    <a:pt x="609505" y="269653"/>
                  </a:lnTo>
                  <a:lnTo>
                    <a:pt x="608457" y="270129"/>
                  </a:lnTo>
                  <a:lnTo>
                    <a:pt x="607695" y="270986"/>
                  </a:lnTo>
                  <a:lnTo>
                    <a:pt x="607409" y="271844"/>
                  </a:lnTo>
                  <a:lnTo>
                    <a:pt x="607409" y="273082"/>
                  </a:lnTo>
                  <a:lnTo>
                    <a:pt x="607695" y="273653"/>
                  </a:lnTo>
                  <a:lnTo>
                    <a:pt x="608457" y="273748"/>
                  </a:lnTo>
                  <a:lnTo>
                    <a:pt x="612267" y="273177"/>
                  </a:lnTo>
                  <a:lnTo>
                    <a:pt x="613410" y="273368"/>
                  </a:lnTo>
                  <a:lnTo>
                    <a:pt x="614839" y="274320"/>
                  </a:lnTo>
                  <a:lnTo>
                    <a:pt x="615410" y="274511"/>
                  </a:lnTo>
                  <a:lnTo>
                    <a:pt x="615887" y="274415"/>
                  </a:lnTo>
                  <a:lnTo>
                    <a:pt x="616363" y="273082"/>
                  </a:lnTo>
                  <a:lnTo>
                    <a:pt x="616839" y="272510"/>
                  </a:lnTo>
                  <a:lnTo>
                    <a:pt x="617506" y="272320"/>
                  </a:lnTo>
                  <a:lnTo>
                    <a:pt x="617982" y="272701"/>
                  </a:lnTo>
                  <a:lnTo>
                    <a:pt x="617791" y="273082"/>
                  </a:lnTo>
                  <a:lnTo>
                    <a:pt x="616839" y="274415"/>
                  </a:lnTo>
                  <a:lnTo>
                    <a:pt x="616458" y="274796"/>
                  </a:lnTo>
                  <a:lnTo>
                    <a:pt x="615791" y="275272"/>
                  </a:lnTo>
                  <a:lnTo>
                    <a:pt x="615315" y="275368"/>
                  </a:lnTo>
                  <a:lnTo>
                    <a:pt x="613410" y="274987"/>
                  </a:lnTo>
                  <a:lnTo>
                    <a:pt x="612362" y="274606"/>
                  </a:lnTo>
                  <a:lnTo>
                    <a:pt x="611410" y="274511"/>
                  </a:lnTo>
                  <a:lnTo>
                    <a:pt x="610648" y="275177"/>
                  </a:lnTo>
                  <a:lnTo>
                    <a:pt x="610743" y="276416"/>
                  </a:lnTo>
                  <a:lnTo>
                    <a:pt x="612077" y="277559"/>
                  </a:lnTo>
                  <a:lnTo>
                    <a:pt x="610743" y="277654"/>
                  </a:lnTo>
                  <a:lnTo>
                    <a:pt x="609695" y="277273"/>
                  </a:lnTo>
                  <a:lnTo>
                    <a:pt x="609029" y="277178"/>
                  </a:lnTo>
                  <a:lnTo>
                    <a:pt x="608743" y="277463"/>
                  </a:lnTo>
                  <a:lnTo>
                    <a:pt x="608647" y="278702"/>
                  </a:lnTo>
                  <a:lnTo>
                    <a:pt x="607123" y="283559"/>
                  </a:lnTo>
                  <a:lnTo>
                    <a:pt x="605504" y="286988"/>
                  </a:lnTo>
                  <a:lnTo>
                    <a:pt x="604361" y="288798"/>
                  </a:lnTo>
                  <a:lnTo>
                    <a:pt x="603885" y="289751"/>
                  </a:lnTo>
                  <a:lnTo>
                    <a:pt x="603695" y="290798"/>
                  </a:lnTo>
                  <a:lnTo>
                    <a:pt x="603885" y="291179"/>
                  </a:lnTo>
                  <a:lnTo>
                    <a:pt x="604647" y="291655"/>
                  </a:lnTo>
                  <a:lnTo>
                    <a:pt x="604742" y="291941"/>
                  </a:lnTo>
                  <a:lnTo>
                    <a:pt x="604361" y="292227"/>
                  </a:lnTo>
                  <a:lnTo>
                    <a:pt x="603218" y="292513"/>
                  </a:lnTo>
                  <a:lnTo>
                    <a:pt x="602932" y="292798"/>
                  </a:lnTo>
                  <a:lnTo>
                    <a:pt x="603028" y="293561"/>
                  </a:lnTo>
                  <a:lnTo>
                    <a:pt x="603313" y="294227"/>
                  </a:lnTo>
                  <a:lnTo>
                    <a:pt x="604552" y="296323"/>
                  </a:lnTo>
                  <a:lnTo>
                    <a:pt x="604742" y="296609"/>
                  </a:lnTo>
                  <a:lnTo>
                    <a:pt x="605028" y="296704"/>
                  </a:lnTo>
                  <a:lnTo>
                    <a:pt x="605980" y="296894"/>
                  </a:lnTo>
                  <a:lnTo>
                    <a:pt x="606171" y="297085"/>
                  </a:lnTo>
                  <a:lnTo>
                    <a:pt x="606266" y="297275"/>
                  </a:lnTo>
                  <a:lnTo>
                    <a:pt x="606838" y="298133"/>
                  </a:lnTo>
                  <a:lnTo>
                    <a:pt x="606838" y="298799"/>
                  </a:lnTo>
                  <a:lnTo>
                    <a:pt x="607028" y="298895"/>
                  </a:lnTo>
                  <a:lnTo>
                    <a:pt x="607409" y="298895"/>
                  </a:lnTo>
                  <a:lnTo>
                    <a:pt x="608457" y="299180"/>
                  </a:lnTo>
                  <a:lnTo>
                    <a:pt x="608933" y="299180"/>
                  </a:lnTo>
                  <a:lnTo>
                    <a:pt x="609410" y="299276"/>
                  </a:lnTo>
                  <a:lnTo>
                    <a:pt x="610362" y="300038"/>
                  </a:lnTo>
                  <a:lnTo>
                    <a:pt x="610838" y="300228"/>
                  </a:lnTo>
                  <a:lnTo>
                    <a:pt x="611886" y="300514"/>
                  </a:lnTo>
                  <a:lnTo>
                    <a:pt x="610743" y="300800"/>
                  </a:lnTo>
                  <a:lnTo>
                    <a:pt x="609886" y="300323"/>
                  </a:lnTo>
                  <a:lnTo>
                    <a:pt x="609124" y="299847"/>
                  </a:lnTo>
                  <a:lnTo>
                    <a:pt x="608457" y="299942"/>
                  </a:lnTo>
                  <a:lnTo>
                    <a:pt x="607219" y="300514"/>
                  </a:lnTo>
                  <a:lnTo>
                    <a:pt x="606362" y="299752"/>
                  </a:lnTo>
                  <a:lnTo>
                    <a:pt x="605695" y="298513"/>
                  </a:lnTo>
                  <a:lnTo>
                    <a:pt x="605028" y="297561"/>
                  </a:lnTo>
                  <a:lnTo>
                    <a:pt x="603980" y="297180"/>
                  </a:lnTo>
                  <a:lnTo>
                    <a:pt x="602837" y="297180"/>
                  </a:lnTo>
                  <a:lnTo>
                    <a:pt x="599789" y="297752"/>
                  </a:lnTo>
                  <a:lnTo>
                    <a:pt x="599313" y="298418"/>
                  </a:lnTo>
                  <a:lnTo>
                    <a:pt x="598932" y="300323"/>
                  </a:lnTo>
                  <a:lnTo>
                    <a:pt x="598170" y="302133"/>
                  </a:lnTo>
                  <a:lnTo>
                    <a:pt x="598075" y="302514"/>
                  </a:lnTo>
                  <a:lnTo>
                    <a:pt x="598170" y="304038"/>
                  </a:lnTo>
                  <a:lnTo>
                    <a:pt x="598361" y="304705"/>
                  </a:lnTo>
                  <a:lnTo>
                    <a:pt x="599408" y="305657"/>
                  </a:lnTo>
                  <a:lnTo>
                    <a:pt x="600361" y="308134"/>
                  </a:lnTo>
                  <a:lnTo>
                    <a:pt x="601218" y="308896"/>
                  </a:lnTo>
                  <a:lnTo>
                    <a:pt x="603599" y="309848"/>
                  </a:lnTo>
                  <a:lnTo>
                    <a:pt x="604552" y="310515"/>
                  </a:lnTo>
                  <a:lnTo>
                    <a:pt x="605314" y="311277"/>
                  </a:lnTo>
                  <a:lnTo>
                    <a:pt x="606171" y="311848"/>
                  </a:lnTo>
                  <a:lnTo>
                    <a:pt x="607123" y="312134"/>
                  </a:lnTo>
                  <a:lnTo>
                    <a:pt x="608266" y="312134"/>
                  </a:lnTo>
                  <a:lnTo>
                    <a:pt x="610172" y="311277"/>
                  </a:lnTo>
                  <a:lnTo>
                    <a:pt x="610838" y="311087"/>
                  </a:lnTo>
                  <a:lnTo>
                    <a:pt x="611600" y="311182"/>
                  </a:lnTo>
                  <a:lnTo>
                    <a:pt x="613029" y="311658"/>
                  </a:lnTo>
                  <a:lnTo>
                    <a:pt x="613886" y="311753"/>
                  </a:lnTo>
                  <a:lnTo>
                    <a:pt x="614267" y="312134"/>
                  </a:lnTo>
                  <a:lnTo>
                    <a:pt x="614744" y="313563"/>
                  </a:lnTo>
                  <a:lnTo>
                    <a:pt x="614934" y="313849"/>
                  </a:lnTo>
                  <a:lnTo>
                    <a:pt x="615696" y="313944"/>
                  </a:lnTo>
                  <a:lnTo>
                    <a:pt x="617125" y="314516"/>
                  </a:lnTo>
                  <a:lnTo>
                    <a:pt x="617982" y="314516"/>
                  </a:lnTo>
                  <a:lnTo>
                    <a:pt x="615696" y="315563"/>
                  </a:lnTo>
                  <a:lnTo>
                    <a:pt x="613601" y="314611"/>
                  </a:lnTo>
                  <a:lnTo>
                    <a:pt x="611696" y="313087"/>
                  </a:lnTo>
                  <a:lnTo>
                    <a:pt x="609981" y="312420"/>
                  </a:lnTo>
                  <a:lnTo>
                    <a:pt x="608838" y="312801"/>
                  </a:lnTo>
                  <a:lnTo>
                    <a:pt x="607123" y="313754"/>
                  </a:lnTo>
                  <a:lnTo>
                    <a:pt x="605885" y="313944"/>
                  </a:lnTo>
                  <a:lnTo>
                    <a:pt x="605219" y="313754"/>
                  </a:lnTo>
                  <a:lnTo>
                    <a:pt x="602075" y="312230"/>
                  </a:lnTo>
                  <a:lnTo>
                    <a:pt x="600075" y="310896"/>
                  </a:lnTo>
                  <a:lnTo>
                    <a:pt x="596074" y="306896"/>
                  </a:lnTo>
                  <a:lnTo>
                    <a:pt x="593788" y="305467"/>
                  </a:lnTo>
                  <a:lnTo>
                    <a:pt x="589312" y="303657"/>
                  </a:lnTo>
                  <a:lnTo>
                    <a:pt x="586835" y="303276"/>
                  </a:lnTo>
                  <a:lnTo>
                    <a:pt x="585406" y="304324"/>
                  </a:lnTo>
                  <a:lnTo>
                    <a:pt x="585406" y="305181"/>
                  </a:lnTo>
                  <a:lnTo>
                    <a:pt x="585692" y="306134"/>
                  </a:lnTo>
                  <a:lnTo>
                    <a:pt x="585788" y="307181"/>
                  </a:lnTo>
                  <a:lnTo>
                    <a:pt x="585216" y="308134"/>
                  </a:lnTo>
                  <a:lnTo>
                    <a:pt x="584168" y="308991"/>
                  </a:lnTo>
                  <a:lnTo>
                    <a:pt x="583216" y="309467"/>
                  </a:lnTo>
                  <a:lnTo>
                    <a:pt x="582168" y="309658"/>
                  </a:lnTo>
                  <a:lnTo>
                    <a:pt x="580739" y="309658"/>
                  </a:lnTo>
                  <a:lnTo>
                    <a:pt x="580739" y="309277"/>
                  </a:lnTo>
                  <a:lnTo>
                    <a:pt x="582739" y="307943"/>
                  </a:lnTo>
                  <a:lnTo>
                    <a:pt x="583692" y="306991"/>
                  </a:lnTo>
                  <a:lnTo>
                    <a:pt x="583978" y="305657"/>
                  </a:lnTo>
                  <a:lnTo>
                    <a:pt x="583311" y="304419"/>
                  </a:lnTo>
                  <a:lnTo>
                    <a:pt x="581978" y="303657"/>
                  </a:lnTo>
                  <a:lnTo>
                    <a:pt x="578930" y="302800"/>
                  </a:lnTo>
                  <a:lnTo>
                    <a:pt x="576739" y="301657"/>
                  </a:lnTo>
                  <a:lnTo>
                    <a:pt x="576072" y="301371"/>
                  </a:lnTo>
                  <a:lnTo>
                    <a:pt x="575501" y="301466"/>
                  </a:lnTo>
                  <a:lnTo>
                    <a:pt x="574357" y="302038"/>
                  </a:lnTo>
                  <a:lnTo>
                    <a:pt x="573881" y="302133"/>
                  </a:lnTo>
                  <a:lnTo>
                    <a:pt x="573310" y="301943"/>
                  </a:lnTo>
                  <a:lnTo>
                    <a:pt x="573119" y="301466"/>
                  </a:lnTo>
                  <a:lnTo>
                    <a:pt x="573024" y="300895"/>
                  </a:lnTo>
                  <a:lnTo>
                    <a:pt x="572548" y="300323"/>
                  </a:lnTo>
                  <a:lnTo>
                    <a:pt x="571786" y="300038"/>
                  </a:lnTo>
                  <a:lnTo>
                    <a:pt x="571024" y="300133"/>
                  </a:lnTo>
                  <a:lnTo>
                    <a:pt x="569595" y="300704"/>
                  </a:lnTo>
                  <a:lnTo>
                    <a:pt x="569881" y="300133"/>
                  </a:lnTo>
                  <a:lnTo>
                    <a:pt x="570833" y="299180"/>
                  </a:lnTo>
                  <a:lnTo>
                    <a:pt x="571024" y="298799"/>
                  </a:lnTo>
                  <a:lnTo>
                    <a:pt x="571119" y="297752"/>
                  </a:lnTo>
                  <a:lnTo>
                    <a:pt x="571405" y="296989"/>
                  </a:lnTo>
                  <a:lnTo>
                    <a:pt x="571881" y="296228"/>
                  </a:lnTo>
                  <a:lnTo>
                    <a:pt x="572548" y="295466"/>
                  </a:lnTo>
                  <a:lnTo>
                    <a:pt x="571881" y="294513"/>
                  </a:lnTo>
                  <a:lnTo>
                    <a:pt x="571024" y="294608"/>
                  </a:lnTo>
                  <a:lnTo>
                    <a:pt x="570071" y="295180"/>
                  </a:lnTo>
                  <a:lnTo>
                    <a:pt x="568452" y="295751"/>
                  </a:lnTo>
                  <a:lnTo>
                    <a:pt x="567785" y="296704"/>
                  </a:lnTo>
                  <a:lnTo>
                    <a:pt x="567214" y="296894"/>
                  </a:lnTo>
                  <a:lnTo>
                    <a:pt x="566071" y="296799"/>
                  </a:lnTo>
                  <a:lnTo>
                    <a:pt x="565595" y="296704"/>
                  </a:lnTo>
                  <a:lnTo>
                    <a:pt x="565213" y="296513"/>
                  </a:lnTo>
                  <a:lnTo>
                    <a:pt x="564832" y="296323"/>
                  </a:lnTo>
                  <a:lnTo>
                    <a:pt x="564547" y="296132"/>
                  </a:lnTo>
                  <a:lnTo>
                    <a:pt x="564356" y="295846"/>
                  </a:lnTo>
                  <a:lnTo>
                    <a:pt x="564166" y="295466"/>
                  </a:lnTo>
                  <a:lnTo>
                    <a:pt x="564166" y="295085"/>
                  </a:lnTo>
                  <a:lnTo>
                    <a:pt x="564261" y="294322"/>
                  </a:lnTo>
                  <a:lnTo>
                    <a:pt x="564261" y="293942"/>
                  </a:lnTo>
                  <a:lnTo>
                    <a:pt x="564071" y="293656"/>
                  </a:lnTo>
                  <a:lnTo>
                    <a:pt x="563594" y="292989"/>
                  </a:lnTo>
                  <a:lnTo>
                    <a:pt x="563213" y="291465"/>
                  </a:lnTo>
                  <a:lnTo>
                    <a:pt x="562451" y="291179"/>
                  </a:lnTo>
                  <a:lnTo>
                    <a:pt x="561594" y="291655"/>
                  </a:lnTo>
                  <a:lnTo>
                    <a:pt x="560927" y="292798"/>
                  </a:lnTo>
                  <a:lnTo>
                    <a:pt x="560832" y="293275"/>
                  </a:lnTo>
                  <a:lnTo>
                    <a:pt x="560927" y="294894"/>
                  </a:lnTo>
                  <a:lnTo>
                    <a:pt x="561022" y="295085"/>
                  </a:lnTo>
                  <a:lnTo>
                    <a:pt x="561308" y="295656"/>
                  </a:lnTo>
                  <a:lnTo>
                    <a:pt x="561308" y="295942"/>
                  </a:lnTo>
                  <a:lnTo>
                    <a:pt x="561213" y="296228"/>
                  </a:lnTo>
                  <a:lnTo>
                    <a:pt x="560737" y="296799"/>
                  </a:lnTo>
                  <a:lnTo>
                    <a:pt x="560451" y="297752"/>
                  </a:lnTo>
                  <a:lnTo>
                    <a:pt x="560070" y="297656"/>
                  </a:lnTo>
                  <a:lnTo>
                    <a:pt x="558832" y="296228"/>
                  </a:lnTo>
                  <a:lnTo>
                    <a:pt x="558546" y="296037"/>
                  </a:lnTo>
                  <a:lnTo>
                    <a:pt x="558260" y="296037"/>
                  </a:lnTo>
                  <a:lnTo>
                    <a:pt x="557784" y="296228"/>
                  </a:lnTo>
                  <a:lnTo>
                    <a:pt x="557403" y="296418"/>
                  </a:lnTo>
                  <a:lnTo>
                    <a:pt x="556641" y="297085"/>
                  </a:lnTo>
                  <a:lnTo>
                    <a:pt x="556355" y="297180"/>
                  </a:lnTo>
                  <a:lnTo>
                    <a:pt x="555784" y="296989"/>
                  </a:lnTo>
                  <a:lnTo>
                    <a:pt x="554736" y="296323"/>
                  </a:lnTo>
                  <a:lnTo>
                    <a:pt x="554069" y="296132"/>
                  </a:lnTo>
                  <a:lnTo>
                    <a:pt x="547306" y="296132"/>
                  </a:lnTo>
                  <a:lnTo>
                    <a:pt x="546163" y="296228"/>
                  </a:lnTo>
                  <a:lnTo>
                    <a:pt x="545402" y="296609"/>
                  </a:lnTo>
                  <a:lnTo>
                    <a:pt x="544735" y="296704"/>
                  </a:lnTo>
                  <a:lnTo>
                    <a:pt x="542163" y="296799"/>
                  </a:lnTo>
                  <a:lnTo>
                    <a:pt x="541401" y="296609"/>
                  </a:lnTo>
                  <a:lnTo>
                    <a:pt x="540734" y="295751"/>
                  </a:lnTo>
                  <a:lnTo>
                    <a:pt x="539877" y="293942"/>
                  </a:lnTo>
                  <a:lnTo>
                    <a:pt x="539210" y="293084"/>
                  </a:lnTo>
                  <a:lnTo>
                    <a:pt x="538353" y="292418"/>
                  </a:lnTo>
                  <a:lnTo>
                    <a:pt x="536162" y="291560"/>
                  </a:lnTo>
                  <a:lnTo>
                    <a:pt x="534257" y="290322"/>
                  </a:lnTo>
                  <a:lnTo>
                    <a:pt x="531019" y="288988"/>
                  </a:lnTo>
                  <a:lnTo>
                    <a:pt x="529971" y="288227"/>
                  </a:lnTo>
                  <a:lnTo>
                    <a:pt x="529019" y="287274"/>
                  </a:lnTo>
                  <a:lnTo>
                    <a:pt x="527495" y="285083"/>
                  </a:lnTo>
                  <a:lnTo>
                    <a:pt x="527018" y="283940"/>
                  </a:lnTo>
                  <a:lnTo>
                    <a:pt x="527018" y="283083"/>
                  </a:lnTo>
                  <a:lnTo>
                    <a:pt x="527304" y="282321"/>
                  </a:lnTo>
                  <a:lnTo>
                    <a:pt x="527495" y="281464"/>
                  </a:lnTo>
                  <a:lnTo>
                    <a:pt x="527399" y="280416"/>
                  </a:lnTo>
                  <a:lnTo>
                    <a:pt x="526923" y="278321"/>
                  </a:lnTo>
                  <a:lnTo>
                    <a:pt x="526828" y="277178"/>
                  </a:lnTo>
                  <a:lnTo>
                    <a:pt x="526637" y="276320"/>
                  </a:lnTo>
                  <a:lnTo>
                    <a:pt x="526637" y="276320"/>
                  </a:lnTo>
                  <a:lnTo>
                    <a:pt x="525685" y="279083"/>
                  </a:lnTo>
                  <a:lnTo>
                    <a:pt x="524256" y="281559"/>
                  </a:lnTo>
                  <a:lnTo>
                    <a:pt x="523494" y="282702"/>
                  </a:lnTo>
                  <a:lnTo>
                    <a:pt x="522922" y="283369"/>
                  </a:lnTo>
                  <a:lnTo>
                    <a:pt x="521018" y="284988"/>
                  </a:lnTo>
                  <a:lnTo>
                    <a:pt x="520541" y="285655"/>
                  </a:lnTo>
                  <a:lnTo>
                    <a:pt x="520446" y="286417"/>
                  </a:lnTo>
                  <a:lnTo>
                    <a:pt x="520827" y="288322"/>
                  </a:lnTo>
                  <a:lnTo>
                    <a:pt x="520827" y="288703"/>
                  </a:lnTo>
                  <a:lnTo>
                    <a:pt x="520827" y="289084"/>
                  </a:lnTo>
                  <a:lnTo>
                    <a:pt x="521113" y="289751"/>
                  </a:lnTo>
                  <a:lnTo>
                    <a:pt x="521494" y="290417"/>
                  </a:lnTo>
                  <a:lnTo>
                    <a:pt x="521970" y="291084"/>
                  </a:lnTo>
                  <a:lnTo>
                    <a:pt x="522541" y="291560"/>
                  </a:lnTo>
                  <a:lnTo>
                    <a:pt x="523208" y="291751"/>
                  </a:lnTo>
                  <a:lnTo>
                    <a:pt x="525494" y="291751"/>
                  </a:lnTo>
                  <a:lnTo>
                    <a:pt x="526447" y="292132"/>
                  </a:lnTo>
                  <a:lnTo>
                    <a:pt x="526732" y="293084"/>
                  </a:lnTo>
                  <a:lnTo>
                    <a:pt x="526352" y="297180"/>
                  </a:lnTo>
                  <a:lnTo>
                    <a:pt x="526447" y="299561"/>
                  </a:lnTo>
                  <a:lnTo>
                    <a:pt x="526732" y="300609"/>
                  </a:lnTo>
                  <a:lnTo>
                    <a:pt x="527304" y="301657"/>
                  </a:lnTo>
                  <a:lnTo>
                    <a:pt x="528352" y="302895"/>
                  </a:lnTo>
                  <a:lnTo>
                    <a:pt x="533019" y="306896"/>
                  </a:lnTo>
                  <a:lnTo>
                    <a:pt x="533400" y="307467"/>
                  </a:lnTo>
                  <a:lnTo>
                    <a:pt x="533495" y="308896"/>
                  </a:lnTo>
                  <a:lnTo>
                    <a:pt x="533781" y="308991"/>
                  </a:lnTo>
                  <a:lnTo>
                    <a:pt x="534829" y="308420"/>
                  </a:lnTo>
                  <a:lnTo>
                    <a:pt x="535210" y="308801"/>
                  </a:lnTo>
                  <a:lnTo>
                    <a:pt x="536162" y="310991"/>
                  </a:lnTo>
                  <a:lnTo>
                    <a:pt x="537115" y="311753"/>
                  </a:lnTo>
                  <a:lnTo>
                    <a:pt x="538163" y="311848"/>
                  </a:lnTo>
                  <a:lnTo>
                    <a:pt x="539210" y="311753"/>
                  </a:lnTo>
                  <a:lnTo>
                    <a:pt x="540258" y="311753"/>
                  </a:lnTo>
                  <a:lnTo>
                    <a:pt x="541211" y="312230"/>
                  </a:lnTo>
                  <a:lnTo>
                    <a:pt x="541877" y="313087"/>
                  </a:lnTo>
                  <a:lnTo>
                    <a:pt x="542925" y="316135"/>
                  </a:lnTo>
                  <a:lnTo>
                    <a:pt x="543592" y="317278"/>
                  </a:lnTo>
                  <a:lnTo>
                    <a:pt x="544258" y="317849"/>
                  </a:lnTo>
                  <a:lnTo>
                    <a:pt x="546163" y="318706"/>
                  </a:lnTo>
                  <a:lnTo>
                    <a:pt x="547116" y="319564"/>
                  </a:lnTo>
                  <a:lnTo>
                    <a:pt x="548259" y="321564"/>
                  </a:lnTo>
                  <a:lnTo>
                    <a:pt x="549497" y="322421"/>
                  </a:lnTo>
                  <a:lnTo>
                    <a:pt x="550545" y="322802"/>
                  </a:lnTo>
                  <a:lnTo>
                    <a:pt x="553593" y="323183"/>
                  </a:lnTo>
                  <a:lnTo>
                    <a:pt x="554546" y="323660"/>
                  </a:lnTo>
                  <a:lnTo>
                    <a:pt x="555307" y="324707"/>
                  </a:lnTo>
                  <a:lnTo>
                    <a:pt x="556451" y="326898"/>
                  </a:lnTo>
                  <a:lnTo>
                    <a:pt x="559118" y="330708"/>
                  </a:lnTo>
                  <a:lnTo>
                    <a:pt x="559403" y="331946"/>
                  </a:lnTo>
                  <a:lnTo>
                    <a:pt x="559498" y="332994"/>
                  </a:lnTo>
                  <a:lnTo>
                    <a:pt x="559975" y="333185"/>
                  </a:lnTo>
                  <a:lnTo>
                    <a:pt x="560737" y="332994"/>
                  </a:lnTo>
                  <a:lnTo>
                    <a:pt x="561499" y="332899"/>
                  </a:lnTo>
                  <a:lnTo>
                    <a:pt x="564166" y="333470"/>
                  </a:lnTo>
                  <a:lnTo>
                    <a:pt x="564832" y="333756"/>
                  </a:lnTo>
                  <a:lnTo>
                    <a:pt x="565690" y="334518"/>
                  </a:lnTo>
                  <a:lnTo>
                    <a:pt x="567880" y="337471"/>
                  </a:lnTo>
                  <a:lnTo>
                    <a:pt x="569881" y="338995"/>
                  </a:lnTo>
                  <a:lnTo>
                    <a:pt x="572262" y="340138"/>
                  </a:lnTo>
                  <a:lnTo>
                    <a:pt x="574738" y="340423"/>
                  </a:lnTo>
                  <a:lnTo>
                    <a:pt x="576929" y="339376"/>
                  </a:lnTo>
                  <a:lnTo>
                    <a:pt x="577501" y="338709"/>
                  </a:lnTo>
                  <a:lnTo>
                    <a:pt x="577691" y="338328"/>
                  </a:lnTo>
                  <a:lnTo>
                    <a:pt x="577882" y="338138"/>
                  </a:lnTo>
                  <a:lnTo>
                    <a:pt x="578453" y="338138"/>
                  </a:lnTo>
                  <a:lnTo>
                    <a:pt x="578834" y="338328"/>
                  </a:lnTo>
                  <a:lnTo>
                    <a:pt x="579215" y="338709"/>
                  </a:lnTo>
                  <a:lnTo>
                    <a:pt x="579691" y="339090"/>
                  </a:lnTo>
                  <a:lnTo>
                    <a:pt x="580454" y="339185"/>
                  </a:lnTo>
                  <a:lnTo>
                    <a:pt x="581120" y="338900"/>
                  </a:lnTo>
                  <a:lnTo>
                    <a:pt x="582073" y="337947"/>
                  </a:lnTo>
                  <a:lnTo>
                    <a:pt x="582644" y="337566"/>
                  </a:lnTo>
                  <a:lnTo>
                    <a:pt x="582930" y="337566"/>
                  </a:lnTo>
                  <a:lnTo>
                    <a:pt x="583502" y="337756"/>
                  </a:lnTo>
                  <a:lnTo>
                    <a:pt x="583692" y="337756"/>
                  </a:lnTo>
                  <a:lnTo>
                    <a:pt x="584740" y="337376"/>
                  </a:lnTo>
                  <a:lnTo>
                    <a:pt x="584740" y="337185"/>
                  </a:lnTo>
                  <a:lnTo>
                    <a:pt x="585406" y="336804"/>
                  </a:lnTo>
                  <a:lnTo>
                    <a:pt x="585502" y="336899"/>
                  </a:lnTo>
                  <a:lnTo>
                    <a:pt x="586073" y="337376"/>
                  </a:lnTo>
                  <a:lnTo>
                    <a:pt x="586359" y="337471"/>
                  </a:lnTo>
                  <a:lnTo>
                    <a:pt x="586740" y="337185"/>
                  </a:lnTo>
                  <a:lnTo>
                    <a:pt x="586835" y="336804"/>
                  </a:lnTo>
                  <a:lnTo>
                    <a:pt x="586835" y="335852"/>
                  </a:lnTo>
                  <a:lnTo>
                    <a:pt x="587312" y="334994"/>
                  </a:lnTo>
                  <a:lnTo>
                    <a:pt x="590264" y="332518"/>
                  </a:lnTo>
                  <a:lnTo>
                    <a:pt x="591693" y="331851"/>
                  </a:lnTo>
                  <a:lnTo>
                    <a:pt x="593312" y="331565"/>
                  </a:lnTo>
                  <a:lnTo>
                    <a:pt x="596646" y="331470"/>
                  </a:lnTo>
                  <a:lnTo>
                    <a:pt x="608457" y="328422"/>
                  </a:lnTo>
                  <a:lnTo>
                    <a:pt x="609505" y="328517"/>
                  </a:lnTo>
                  <a:lnTo>
                    <a:pt x="616553" y="331661"/>
                  </a:lnTo>
                  <a:lnTo>
                    <a:pt x="617696" y="332042"/>
                  </a:lnTo>
                  <a:lnTo>
                    <a:pt x="618839" y="332137"/>
                  </a:lnTo>
                  <a:lnTo>
                    <a:pt x="619887" y="331946"/>
                  </a:lnTo>
                  <a:lnTo>
                    <a:pt x="621982" y="331280"/>
                  </a:lnTo>
                  <a:lnTo>
                    <a:pt x="622935" y="331280"/>
                  </a:lnTo>
                  <a:lnTo>
                    <a:pt x="623506" y="331756"/>
                  </a:lnTo>
                  <a:lnTo>
                    <a:pt x="623792" y="332518"/>
                  </a:lnTo>
                  <a:lnTo>
                    <a:pt x="623983" y="333375"/>
                  </a:lnTo>
                  <a:lnTo>
                    <a:pt x="624554" y="334518"/>
                  </a:lnTo>
                  <a:lnTo>
                    <a:pt x="625221" y="334232"/>
                  </a:lnTo>
                  <a:lnTo>
                    <a:pt x="626459" y="332518"/>
                  </a:lnTo>
                  <a:lnTo>
                    <a:pt x="630841" y="330803"/>
                  </a:lnTo>
                  <a:lnTo>
                    <a:pt x="631603" y="330708"/>
                  </a:lnTo>
                  <a:lnTo>
                    <a:pt x="632555" y="330803"/>
                  </a:lnTo>
                  <a:lnTo>
                    <a:pt x="633984" y="331184"/>
                  </a:lnTo>
                  <a:lnTo>
                    <a:pt x="636746" y="332327"/>
                  </a:lnTo>
                  <a:lnTo>
                    <a:pt x="638270" y="332804"/>
                  </a:lnTo>
                  <a:lnTo>
                    <a:pt x="641413" y="332042"/>
                  </a:lnTo>
                  <a:lnTo>
                    <a:pt x="645986" y="326517"/>
                  </a:lnTo>
                  <a:lnTo>
                    <a:pt x="649319" y="325469"/>
                  </a:lnTo>
                  <a:lnTo>
                    <a:pt x="653605" y="325469"/>
                  </a:lnTo>
                  <a:lnTo>
                    <a:pt x="654939" y="325279"/>
                  </a:lnTo>
                  <a:lnTo>
                    <a:pt x="655606" y="324993"/>
                  </a:lnTo>
                  <a:lnTo>
                    <a:pt x="655987" y="324326"/>
                  </a:lnTo>
                  <a:lnTo>
                    <a:pt x="658749" y="316421"/>
                  </a:lnTo>
                  <a:lnTo>
                    <a:pt x="660368" y="313087"/>
                  </a:lnTo>
                  <a:lnTo>
                    <a:pt x="660559" y="312515"/>
                  </a:lnTo>
                  <a:lnTo>
                    <a:pt x="660559" y="311848"/>
                  </a:lnTo>
                  <a:lnTo>
                    <a:pt x="660273" y="311372"/>
                  </a:lnTo>
                  <a:lnTo>
                    <a:pt x="659035" y="311372"/>
                  </a:lnTo>
                  <a:lnTo>
                    <a:pt x="658749" y="310896"/>
                  </a:lnTo>
                  <a:lnTo>
                    <a:pt x="659130" y="309563"/>
                  </a:lnTo>
                  <a:lnTo>
                    <a:pt x="660082" y="308801"/>
                  </a:lnTo>
                  <a:lnTo>
                    <a:pt x="666179" y="305943"/>
                  </a:lnTo>
                  <a:lnTo>
                    <a:pt x="667417" y="305562"/>
                  </a:lnTo>
                  <a:lnTo>
                    <a:pt x="670655" y="305276"/>
                  </a:lnTo>
                  <a:lnTo>
                    <a:pt x="671608" y="304991"/>
                  </a:lnTo>
                  <a:lnTo>
                    <a:pt x="672560" y="304324"/>
                  </a:lnTo>
                  <a:lnTo>
                    <a:pt x="673322" y="303562"/>
                  </a:lnTo>
                  <a:lnTo>
                    <a:pt x="674180" y="302990"/>
                  </a:lnTo>
                  <a:lnTo>
                    <a:pt x="675513" y="302705"/>
                  </a:lnTo>
                  <a:lnTo>
                    <a:pt x="691229" y="303467"/>
                  </a:lnTo>
                  <a:lnTo>
                    <a:pt x="692563" y="303847"/>
                  </a:lnTo>
                  <a:lnTo>
                    <a:pt x="692944" y="303847"/>
                  </a:lnTo>
                  <a:lnTo>
                    <a:pt x="693611" y="303562"/>
                  </a:lnTo>
                  <a:lnTo>
                    <a:pt x="693991" y="303086"/>
                  </a:lnTo>
                  <a:lnTo>
                    <a:pt x="694277" y="302609"/>
                  </a:lnTo>
                  <a:lnTo>
                    <a:pt x="694754" y="302133"/>
                  </a:lnTo>
                  <a:lnTo>
                    <a:pt x="695706" y="301752"/>
                  </a:lnTo>
                  <a:lnTo>
                    <a:pt x="696563" y="301847"/>
                  </a:lnTo>
                  <a:lnTo>
                    <a:pt x="697421" y="302133"/>
                  </a:lnTo>
                  <a:lnTo>
                    <a:pt x="698468" y="302323"/>
                  </a:lnTo>
                  <a:lnTo>
                    <a:pt x="701040" y="302228"/>
                  </a:lnTo>
                  <a:lnTo>
                    <a:pt x="701897" y="302323"/>
                  </a:lnTo>
                  <a:lnTo>
                    <a:pt x="703136" y="302800"/>
                  </a:lnTo>
                  <a:lnTo>
                    <a:pt x="703993" y="303276"/>
                  </a:lnTo>
                  <a:lnTo>
                    <a:pt x="704469" y="304038"/>
                  </a:lnTo>
                  <a:lnTo>
                    <a:pt x="704469" y="305181"/>
                  </a:lnTo>
                  <a:lnTo>
                    <a:pt x="704183" y="306324"/>
                  </a:lnTo>
                  <a:lnTo>
                    <a:pt x="703612" y="307372"/>
                  </a:lnTo>
                  <a:lnTo>
                    <a:pt x="702755" y="308229"/>
                  </a:lnTo>
                  <a:lnTo>
                    <a:pt x="701135" y="309372"/>
                  </a:lnTo>
                  <a:lnTo>
                    <a:pt x="700849" y="309944"/>
                  </a:lnTo>
                  <a:lnTo>
                    <a:pt x="701040" y="310325"/>
                  </a:lnTo>
                  <a:lnTo>
                    <a:pt x="701802" y="310325"/>
                  </a:lnTo>
                  <a:lnTo>
                    <a:pt x="703802" y="309658"/>
                  </a:lnTo>
                  <a:lnTo>
                    <a:pt x="705898" y="309277"/>
                  </a:lnTo>
                  <a:lnTo>
                    <a:pt x="707898" y="309467"/>
                  </a:lnTo>
                  <a:lnTo>
                    <a:pt x="709803" y="310420"/>
                  </a:lnTo>
                  <a:lnTo>
                    <a:pt x="711518" y="311753"/>
                  </a:lnTo>
                  <a:lnTo>
                    <a:pt x="712280" y="311944"/>
                  </a:lnTo>
                  <a:lnTo>
                    <a:pt x="714661" y="312134"/>
                  </a:lnTo>
                  <a:lnTo>
                    <a:pt x="717709" y="312801"/>
                  </a:lnTo>
                  <a:lnTo>
                    <a:pt x="720185" y="313754"/>
                  </a:lnTo>
                  <a:lnTo>
                    <a:pt x="724090" y="316802"/>
                  </a:lnTo>
                  <a:lnTo>
                    <a:pt x="726472" y="316897"/>
                  </a:lnTo>
                  <a:lnTo>
                    <a:pt x="728567" y="316039"/>
                  </a:lnTo>
                  <a:lnTo>
                    <a:pt x="729710" y="315754"/>
                  </a:lnTo>
                  <a:lnTo>
                    <a:pt x="730853" y="315849"/>
                  </a:lnTo>
                  <a:lnTo>
                    <a:pt x="731996" y="316516"/>
                  </a:lnTo>
                  <a:lnTo>
                    <a:pt x="734663" y="319659"/>
                  </a:lnTo>
                  <a:lnTo>
                    <a:pt x="736187" y="320421"/>
                  </a:lnTo>
                  <a:lnTo>
                    <a:pt x="737521" y="320135"/>
                  </a:lnTo>
                  <a:lnTo>
                    <a:pt x="745903" y="314611"/>
                  </a:lnTo>
                  <a:lnTo>
                    <a:pt x="749046" y="310610"/>
                  </a:lnTo>
                  <a:lnTo>
                    <a:pt x="750284" y="309563"/>
                  </a:lnTo>
                  <a:lnTo>
                    <a:pt x="751237" y="309181"/>
                  </a:lnTo>
                  <a:lnTo>
                    <a:pt x="758857" y="308038"/>
                  </a:lnTo>
                  <a:lnTo>
                    <a:pt x="760952" y="308038"/>
                  </a:lnTo>
                  <a:lnTo>
                    <a:pt x="762857" y="308610"/>
                  </a:lnTo>
                  <a:lnTo>
                    <a:pt x="763429" y="309086"/>
                  </a:lnTo>
                  <a:lnTo>
                    <a:pt x="763905" y="309658"/>
                  </a:lnTo>
                  <a:lnTo>
                    <a:pt x="764477" y="310134"/>
                  </a:lnTo>
                  <a:lnTo>
                    <a:pt x="765143" y="310325"/>
                  </a:lnTo>
                  <a:lnTo>
                    <a:pt x="765620" y="310134"/>
                  </a:lnTo>
                  <a:lnTo>
                    <a:pt x="766763" y="309372"/>
                  </a:lnTo>
                  <a:lnTo>
                    <a:pt x="766858" y="309277"/>
                  </a:lnTo>
                  <a:lnTo>
                    <a:pt x="774668" y="306038"/>
                  </a:lnTo>
                  <a:lnTo>
                    <a:pt x="775716" y="305753"/>
                  </a:lnTo>
                  <a:lnTo>
                    <a:pt x="776954" y="305943"/>
                  </a:lnTo>
                  <a:lnTo>
                    <a:pt x="778193" y="306514"/>
                  </a:lnTo>
                  <a:lnTo>
                    <a:pt x="782383" y="309467"/>
                  </a:lnTo>
                  <a:lnTo>
                    <a:pt x="783527" y="309848"/>
                  </a:lnTo>
                  <a:lnTo>
                    <a:pt x="784765" y="309563"/>
                  </a:lnTo>
                  <a:lnTo>
                    <a:pt x="785622" y="308801"/>
                  </a:lnTo>
                  <a:lnTo>
                    <a:pt x="786003" y="307753"/>
                  </a:lnTo>
                  <a:lnTo>
                    <a:pt x="786003" y="306610"/>
                  </a:lnTo>
                  <a:lnTo>
                    <a:pt x="785717" y="305467"/>
                  </a:lnTo>
                  <a:lnTo>
                    <a:pt x="785717" y="304229"/>
                  </a:lnTo>
                  <a:lnTo>
                    <a:pt x="786289" y="303371"/>
                  </a:lnTo>
                  <a:lnTo>
                    <a:pt x="788098" y="301847"/>
                  </a:lnTo>
                  <a:lnTo>
                    <a:pt x="788861" y="300990"/>
                  </a:lnTo>
                  <a:lnTo>
                    <a:pt x="790194" y="298799"/>
                  </a:lnTo>
                  <a:lnTo>
                    <a:pt x="791147" y="296037"/>
                  </a:lnTo>
                  <a:lnTo>
                    <a:pt x="791718" y="292418"/>
                  </a:lnTo>
                  <a:lnTo>
                    <a:pt x="791623" y="290798"/>
                  </a:lnTo>
                  <a:lnTo>
                    <a:pt x="791432" y="290131"/>
                  </a:lnTo>
                  <a:lnTo>
                    <a:pt x="791242" y="289751"/>
                  </a:lnTo>
                  <a:lnTo>
                    <a:pt x="791147" y="289370"/>
                  </a:lnTo>
                  <a:lnTo>
                    <a:pt x="791337" y="288798"/>
                  </a:lnTo>
                  <a:lnTo>
                    <a:pt x="791623" y="288322"/>
                  </a:lnTo>
                  <a:lnTo>
                    <a:pt x="792099" y="287846"/>
                  </a:lnTo>
                  <a:lnTo>
                    <a:pt x="792671" y="287464"/>
                  </a:lnTo>
                  <a:lnTo>
                    <a:pt x="793147" y="287274"/>
                  </a:lnTo>
                  <a:lnTo>
                    <a:pt x="796004" y="286893"/>
                  </a:lnTo>
                  <a:lnTo>
                    <a:pt x="798957" y="285750"/>
                  </a:lnTo>
                  <a:lnTo>
                    <a:pt x="799624" y="285083"/>
                  </a:lnTo>
                  <a:lnTo>
                    <a:pt x="799719" y="284131"/>
                  </a:lnTo>
                  <a:lnTo>
                    <a:pt x="799529" y="282988"/>
                  </a:lnTo>
                  <a:lnTo>
                    <a:pt x="799529" y="282130"/>
                  </a:lnTo>
                  <a:lnTo>
                    <a:pt x="799719" y="281273"/>
                  </a:lnTo>
                  <a:lnTo>
                    <a:pt x="800195" y="280226"/>
                  </a:lnTo>
                  <a:lnTo>
                    <a:pt x="800290" y="279559"/>
                  </a:lnTo>
                  <a:lnTo>
                    <a:pt x="800290" y="278797"/>
                  </a:lnTo>
                  <a:lnTo>
                    <a:pt x="800100" y="278130"/>
                  </a:lnTo>
                  <a:lnTo>
                    <a:pt x="799624" y="277749"/>
                  </a:lnTo>
                  <a:lnTo>
                    <a:pt x="798386" y="277939"/>
                  </a:lnTo>
                  <a:lnTo>
                    <a:pt x="797528" y="278321"/>
                  </a:lnTo>
                  <a:lnTo>
                    <a:pt x="796957" y="278225"/>
                  </a:lnTo>
                  <a:lnTo>
                    <a:pt x="796385" y="277082"/>
                  </a:lnTo>
                  <a:lnTo>
                    <a:pt x="796290" y="276606"/>
                  </a:lnTo>
                  <a:lnTo>
                    <a:pt x="796385" y="274892"/>
                  </a:lnTo>
                  <a:lnTo>
                    <a:pt x="796290" y="274320"/>
                  </a:lnTo>
                  <a:lnTo>
                    <a:pt x="795719" y="273463"/>
                  </a:lnTo>
                  <a:lnTo>
                    <a:pt x="795528" y="272987"/>
                  </a:lnTo>
                  <a:lnTo>
                    <a:pt x="795433" y="272034"/>
                  </a:lnTo>
                  <a:lnTo>
                    <a:pt x="796004" y="269177"/>
                  </a:lnTo>
                  <a:lnTo>
                    <a:pt x="796766" y="267176"/>
                  </a:lnTo>
                  <a:lnTo>
                    <a:pt x="798386" y="266224"/>
                  </a:lnTo>
                  <a:lnTo>
                    <a:pt x="802481" y="265652"/>
                  </a:lnTo>
                  <a:lnTo>
                    <a:pt x="803910" y="265176"/>
                  </a:lnTo>
                  <a:lnTo>
                    <a:pt x="804291" y="264605"/>
                  </a:lnTo>
                  <a:lnTo>
                    <a:pt x="804101" y="263843"/>
                  </a:lnTo>
                  <a:lnTo>
                    <a:pt x="804005" y="262700"/>
                  </a:lnTo>
                  <a:lnTo>
                    <a:pt x="804386" y="261556"/>
                  </a:lnTo>
                  <a:lnTo>
                    <a:pt x="805053" y="261176"/>
                  </a:lnTo>
                  <a:lnTo>
                    <a:pt x="807053" y="261366"/>
                  </a:lnTo>
                  <a:lnTo>
                    <a:pt x="808101" y="260699"/>
                  </a:lnTo>
                  <a:lnTo>
                    <a:pt x="810387" y="258794"/>
                  </a:lnTo>
                  <a:lnTo>
                    <a:pt x="811339" y="258413"/>
                  </a:lnTo>
                  <a:lnTo>
                    <a:pt x="812102" y="257937"/>
                  </a:lnTo>
                  <a:lnTo>
                    <a:pt x="814102" y="255746"/>
                  </a:lnTo>
                  <a:lnTo>
                    <a:pt x="815245" y="255079"/>
                  </a:lnTo>
                  <a:lnTo>
                    <a:pt x="817626" y="254889"/>
                  </a:lnTo>
                  <a:lnTo>
                    <a:pt x="818769" y="254508"/>
                  </a:lnTo>
                  <a:lnTo>
                    <a:pt x="819436" y="253460"/>
                  </a:lnTo>
                  <a:lnTo>
                    <a:pt x="819340" y="252508"/>
                  </a:lnTo>
                  <a:lnTo>
                    <a:pt x="818769" y="251270"/>
                  </a:lnTo>
                  <a:lnTo>
                    <a:pt x="818007" y="250031"/>
                  </a:lnTo>
                  <a:lnTo>
                    <a:pt x="817245" y="249174"/>
                  </a:lnTo>
                  <a:lnTo>
                    <a:pt x="816769" y="248793"/>
                  </a:lnTo>
                  <a:lnTo>
                    <a:pt x="816102" y="248507"/>
                  </a:lnTo>
                  <a:lnTo>
                    <a:pt x="815435" y="248317"/>
                  </a:lnTo>
                  <a:lnTo>
                    <a:pt x="814769" y="248221"/>
                  </a:lnTo>
                  <a:lnTo>
                    <a:pt x="814197" y="248412"/>
                  </a:lnTo>
                  <a:lnTo>
                    <a:pt x="813054" y="248984"/>
                  </a:lnTo>
                  <a:lnTo>
                    <a:pt x="812482" y="248984"/>
                  </a:lnTo>
                  <a:lnTo>
                    <a:pt x="811721" y="248221"/>
                  </a:lnTo>
                  <a:lnTo>
                    <a:pt x="811816" y="247174"/>
                  </a:lnTo>
                  <a:lnTo>
                    <a:pt x="812292" y="246031"/>
                  </a:lnTo>
                  <a:lnTo>
                    <a:pt x="812482" y="244983"/>
                  </a:lnTo>
                  <a:lnTo>
                    <a:pt x="812292" y="244507"/>
                  </a:lnTo>
                  <a:lnTo>
                    <a:pt x="811721" y="243459"/>
                  </a:lnTo>
                  <a:lnTo>
                    <a:pt x="811721" y="242983"/>
                  </a:lnTo>
                  <a:lnTo>
                    <a:pt x="812006" y="242316"/>
                  </a:lnTo>
                  <a:lnTo>
                    <a:pt x="812482" y="242126"/>
                  </a:lnTo>
                  <a:lnTo>
                    <a:pt x="813054" y="242030"/>
                  </a:lnTo>
                  <a:lnTo>
                    <a:pt x="813626" y="241649"/>
                  </a:lnTo>
                  <a:lnTo>
                    <a:pt x="814197" y="240411"/>
                  </a:lnTo>
                  <a:lnTo>
                    <a:pt x="813816" y="239363"/>
                  </a:lnTo>
                  <a:lnTo>
                    <a:pt x="812387" y="237554"/>
                  </a:lnTo>
                  <a:lnTo>
                    <a:pt x="812102" y="236887"/>
                  </a:lnTo>
                  <a:lnTo>
                    <a:pt x="812197" y="236696"/>
                  </a:lnTo>
                  <a:lnTo>
                    <a:pt x="812673" y="236506"/>
                  </a:lnTo>
                  <a:lnTo>
                    <a:pt x="813435" y="235934"/>
                  </a:lnTo>
                  <a:lnTo>
                    <a:pt x="813816" y="235363"/>
                  </a:lnTo>
                  <a:lnTo>
                    <a:pt x="814006" y="234791"/>
                  </a:lnTo>
                  <a:lnTo>
                    <a:pt x="814102" y="234220"/>
                  </a:lnTo>
                  <a:lnTo>
                    <a:pt x="814292" y="233648"/>
                  </a:lnTo>
                  <a:lnTo>
                    <a:pt x="814959" y="232505"/>
                  </a:lnTo>
                  <a:lnTo>
                    <a:pt x="815816" y="231648"/>
                  </a:lnTo>
                  <a:lnTo>
                    <a:pt x="818864" y="229648"/>
                  </a:lnTo>
                  <a:lnTo>
                    <a:pt x="819436" y="228981"/>
                  </a:lnTo>
                  <a:lnTo>
                    <a:pt x="820293" y="227171"/>
                  </a:lnTo>
                  <a:lnTo>
                    <a:pt x="821150" y="225838"/>
                  </a:lnTo>
                  <a:lnTo>
                    <a:pt x="821912" y="226028"/>
                  </a:lnTo>
                  <a:lnTo>
                    <a:pt x="823246" y="228029"/>
                  </a:lnTo>
                  <a:lnTo>
                    <a:pt x="824770" y="228791"/>
                  </a:lnTo>
                  <a:lnTo>
                    <a:pt x="826389" y="228505"/>
                  </a:lnTo>
                  <a:lnTo>
                    <a:pt x="829818" y="226981"/>
                  </a:lnTo>
                  <a:lnTo>
                    <a:pt x="832009" y="226790"/>
                  </a:lnTo>
                  <a:lnTo>
                    <a:pt x="832866" y="226409"/>
                  </a:lnTo>
                  <a:lnTo>
                    <a:pt x="833247" y="225362"/>
                  </a:lnTo>
                  <a:lnTo>
                    <a:pt x="833438" y="223171"/>
                  </a:lnTo>
                  <a:lnTo>
                    <a:pt x="833723" y="222218"/>
                  </a:lnTo>
                  <a:lnTo>
                    <a:pt x="835533" y="219837"/>
                  </a:lnTo>
                  <a:lnTo>
                    <a:pt x="835438" y="219456"/>
                  </a:lnTo>
                  <a:lnTo>
                    <a:pt x="834676" y="219170"/>
                  </a:lnTo>
                  <a:lnTo>
                    <a:pt x="833819" y="218122"/>
                  </a:lnTo>
                  <a:lnTo>
                    <a:pt x="833819" y="217170"/>
                  </a:lnTo>
                  <a:lnTo>
                    <a:pt x="835628" y="209264"/>
                  </a:lnTo>
                  <a:lnTo>
                    <a:pt x="836581" y="206788"/>
                  </a:lnTo>
                  <a:lnTo>
                    <a:pt x="837724" y="205645"/>
                  </a:lnTo>
                  <a:lnTo>
                    <a:pt x="838295" y="205740"/>
                  </a:lnTo>
                  <a:lnTo>
                    <a:pt x="838772" y="205930"/>
                  </a:lnTo>
                  <a:lnTo>
                    <a:pt x="839248" y="206026"/>
                  </a:lnTo>
                  <a:lnTo>
                    <a:pt x="839819" y="205835"/>
                  </a:lnTo>
                  <a:lnTo>
                    <a:pt x="840105" y="205359"/>
                  </a:lnTo>
                  <a:lnTo>
                    <a:pt x="840105" y="204788"/>
                  </a:lnTo>
                  <a:lnTo>
                    <a:pt x="839724" y="203740"/>
                  </a:lnTo>
                  <a:lnTo>
                    <a:pt x="838867" y="202216"/>
                  </a:lnTo>
                  <a:lnTo>
                    <a:pt x="838676" y="201549"/>
                  </a:lnTo>
                  <a:lnTo>
                    <a:pt x="838676" y="200978"/>
                  </a:lnTo>
                  <a:lnTo>
                    <a:pt x="838772" y="199930"/>
                  </a:lnTo>
                  <a:lnTo>
                    <a:pt x="838676" y="199358"/>
                  </a:lnTo>
                  <a:lnTo>
                    <a:pt x="837343" y="196215"/>
                  </a:lnTo>
                  <a:lnTo>
                    <a:pt x="837152" y="194977"/>
                  </a:lnTo>
                  <a:lnTo>
                    <a:pt x="837152" y="192881"/>
                  </a:lnTo>
                  <a:lnTo>
                    <a:pt x="837438" y="190786"/>
                  </a:lnTo>
                  <a:lnTo>
                    <a:pt x="839438" y="184690"/>
                  </a:lnTo>
                  <a:lnTo>
                    <a:pt x="839438" y="182975"/>
                  </a:lnTo>
                  <a:lnTo>
                    <a:pt x="838676" y="182213"/>
                  </a:lnTo>
                  <a:lnTo>
                    <a:pt x="837629" y="181642"/>
                  </a:lnTo>
                  <a:lnTo>
                    <a:pt x="836771" y="180880"/>
                  </a:lnTo>
                  <a:lnTo>
                    <a:pt x="836771" y="179642"/>
                  </a:lnTo>
                  <a:lnTo>
                    <a:pt x="837152" y="179261"/>
                  </a:lnTo>
                  <a:lnTo>
                    <a:pt x="838962" y="178213"/>
                  </a:lnTo>
                  <a:lnTo>
                    <a:pt x="839438" y="177641"/>
                  </a:lnTo>
                  <a:lnTo>
                    <a:pt x="840486" y="175641"/>
                  </a:lnTo>
                  <a:lnTo>
                    <a:pt x="841153" y="173355"/>
                  </a:lnTo>
                  <a:lnTo>
                    <a:pt x="841724" y="168688"/>
                  </a:lnTo>
                  <a:lnTo>
                    <a:pt x="842010" y="167735"/>
                  </a:lnTo>
                  <a:lnTo>
                    <a:pt x="842391" y="166497"/>
                  </a:lnTo>
                  <a:lnTo>
                    <a:pt x="842867" y="166021"/>
                  </a:lnTo>
                  <a:lnTo>
                    <a:pt x="843915" y="165735"/>
                  </a:lnTo>
                  <a:lnTo>
                    <a:pt x="844296" y="165354"/>
                  </a:lnTo>
                  <a:lnTo>
                    <a:pt x="844677" y="164878"/>
                  </a:lnTo>
                  <a:lnTo>
                    <a:pt x="846963" y="162782"/>
                  </a:lnTo>
                  <a:lnTo>
                    <a:pt x="847344" y="162973"/>
                  </a:lnTo>
                  <a:lnTo>
                    <a:pt x="847725" y="163449"/>
                  </a:lnTo>
                  <a:lnTo>
                    <a:pt x="848201" y="163735"/>
                  </a:lnTo>
                  <a:lnTo>
                    <a:pt x="848963" y="163544"/>
                  </a:lnTo>
                  <a:lnTo>
                    <a:pt x="849249" y="162973"/>
                  </a:lnTo>
                  <a:lnTo>
                    <a:pt x="849439" y="162306"/>
                  </a:lnTo>
                  <a:lnTo>
                    <a:pt x="851440" y="160592"/>
                  </a:lnTo>
                  <a:lnTo>
                    <a:pt x="851726" y="158972"/>
                  </a:lnTo>
                  <a:lnTo>
                    <a:pt x="851726" y="157258"/>
                  </a:lnTo>
                  <a:lnTo>
                    <a:pt x="852202" y="155638"/>
                  </a:lnTo>
                  <a:lnTo>
                    <a:pt x="852869" y="154972"/>
                  </a:lnTo>
                  <a:lnTo>
                    <a:pt x="853535" y="154877"/>
                  </a:lnTo>
                  <a:lnTo>
                    <a:pt x="854012" y="155353"/>
                  </a:lnTo>
                  <a:lnTo>
                    <a:pt x="854297" y="156210"/>
                  </a:lnTo>
                  <a:lnTo>
                    <a:pt x="854773" y="156972"/>
                  </a:lnTo>
                  <a:lnTo>
                    <a:pt x="855821" y="157258"/>
                  </a:lnTo>
                  <a:lnTo>
                    <a:pt x="858012" y="157448"/>
                  </a:lnTo>
                  <a:lnTo>
                    <a:pt x="859250" y="157925"/>
                  </a:lnTo>
                  <a:lnTo>
                    <a:pt x="859917" y="158305"/>
                  </a:lnTo>
                  <a:lnTo>
                    <a:pt x="860298" y="158687"/>
                  </a:lnTo>
                  <a:lnTo>
                    <a:pt x="860488" y="159544"/>
                  </a:lnTo>
                  <a:lnTo>
                    <a:pt x="860774" y="160401"/>
                  </a:lnTo>
                  <a:lnTo>
                    <a:pt x="861346" y="161068"/>
                  </a:lnTo>
                  <a:lnTo>
                    <a:pt x="862203" y="161354"/>
                  </a:lnTo>
                  <a:lnTo>
                    <a:pt x="862870" y="160972"/>
                  </a:lnTo>
                  <a:lnTo>
                    <a:pt x="865441" y="158496"/>
                  </a:lnTo>
                  <a:lnTo>
                    <a:pt x="866394" y="157925"/>
                  </a:lnTo>
                  <a:lnTo>
                    <a:pt x="866965" y="157448"/>
                  </a:lnTo>
                  <a:lnTo>
                    <a:pt x="867347" y="156781"/>
                  </a:lnTo>
                  <a:lnTo>
                    <a:pt x="867823" y="155638"/>
                  </a:lnTo>
                  <a:lnTo>
                    <a:pt x="868394" y="155924"/>
                  </a:lnTo>
                  <a:lnTo>
                    <a:pt x="868966" y="156020"/>
                  </a:lnTo>
                  <a:lnTo>
                    <a:pt x="870204" y="156115"/>
                  </a:lnTo>
                  <a:lnTo>
                    <a:pt x="872585" y="156781"/>
                  </a:lnTo>
                  <a:lnTo>
                    <a:pt x="873347" y="156877"/>
                  </a:lnTo>
                  <a:lnTo>
                    <a:pt x="874871" y="156401"/>
                  </a:lnTo>
                  <a:lnTo>
                    <a:pt x="876300" y="155638"/>
                  </a:lnTo>
                  <a:lnTo>
                    <a:pt x="877633" y="155353"/>
                  </a:lnTo>
                  <a:lnTo>
                    <a:pt x="879062" y="156686"/>
                  </a:lnTo>
                  <a:lnTo>
                    <a:pt x="879443" y="156686"/>
                  </a:lnTo>
                  <a:lnTo>
                    <a:pt x="879824" y="156686"/>
                  </a:lnTo>
                  <a:lnTo>
                    <a:pt x="880205" y="156781"/>
                  </a:lnTo>
                  <a:lnTo>
                    <a:pt x="880396" y="157067"/>
                  </a:lnTo>
                  <a:lnTo>
                    <a:pt x="880586" y="157734"/>
                  </a:lnTo>
                  <a:lnTo>
                    <a:pt x="881920" y="160020"/>
                  </a:lnTo>
                  <a:lnTo>
                    <a:pt x="882396" y="160306"/>
                  </a:lnTo>
                  <a:lnTo>
                    <a:pt x="882968" y="160401"/>
                  </a:lnTo>
                  <a:lnTo>
                    <a:pt x="883539" y="160211"/>
                  </a:lnTo>
                  <a:lnTo>
                    <a:pt x="884872" y="158877"/>
                  </a:lnTo>
                  <a:lnTo>
                    <a:pt x="885444" y="158877"/>
                  </a:lnTo>
                  <a:lnTo>
                    <a:pt x="886015" y="159068"/>
                  </a:lnTo>
                  <a:lnTo>
                    <a:pt x="886968" y="158782"/>
                  </a:lnTo>
                  <a:lnTo>
                    <a:pt x="887349" y="158401"/>
                  </a:lnTo>
                  <a:lnTo>
                    <a:pt x="887254" y="158020"/>
                  </a:lnTo>
                  <a:lnTo>
                    <a:pt x="886968" y="157639"/>
                  </a:lnTo>
                  <a:lnTo>
                    <a:pt x="886968" y="157067"/>
                  </a:lnTo>
                  <a:lnTo>
                    <a:pt x="887349" y="156305"/>
                  </a:lnTo>
                  <a:lnTo>
                    <a:pt x="888492" y="155162"/>
                  </a:lnTo>
                  <a:lnTo>
                    <a:pt x="888873" y="154496"/>
                  </a:lnTo>
                  <a:lnTo>
                    <a:pt x="889445" y="154591"/>
                  </a:lnTo>
                  <a:lnTo>
                    <a:pt x="891730" y="157925"/>
                  </a:lnTo>
                  <a:lnTo>
                    <a:pt x="892397" y="157925"/>
                  </a:lnTo>
                  <a:lnTo>
                    <a:pt x="893731" y="157258"/>
                  </a:lnTo>
                  <a:lnTo>
                    <a:pt x="895160" y="157829"/>
                  </a:lnTo>
                  <a:lnTo>
                    <a:pt x="896207" y="157829"/>
                  </a:lnTo>
                  <a:lnTo>
                    <a:pt x="897160" y="157544"/>
                  </a:lnTo>
                  <a:lnTo>
                    <a:pt x="898779" y="156115"/>
                  </a:lnTo>
                  <a:lnTo>
                    <a:pt x="899731" y="156210"/>
                  </a:lnTo>
                  <a:lnTo>
                    <a:pt x="901637" y="157544"/>
                  </a:lnTo>
                  <a:lnTo>
                    <a:pt x="903637" y="158020"/>
                  </a:lnTo>
                  <a:lnTo>
                    <a:pt x="907732" y="157258"/>
                  </a:lnTo>
                  <a:lnTo>
                    <a:pt x="909923" y="157258"/>
                  </a:lnTo>
                  <a:lnTo>
                    <a:pt x="912876" y="158020"/>
                  </a:lnTo>
                  <a:lnTo>
                    <a:pt x="922591" y="157829"/>
                  </a:lnTo>
                  <a:lnTo>
                    <a:pt x="923068" y="157544"/>
                  </a:lnTo>
                  <a:lnTo>
                    <a:pt x="923925" y="156781"/>
                  </a:lnTo>
                  <a:lnTo>
                    <a:pt x="924592" y="156591"/>
                  </a:lnTo>
                  <a:lnTo>
                    <a:pt x="925354" y="156686"/>
                  </a:lnTo>
                  <a:lnTo>
                    <a:pt x="925735" y="157067"/>
                  </a:lnTo>
                  <a:lnTo>
                    <a:pt x="926021" y="157544"/>
                  </a:lnTo>
                  <a:lnTo>
                    <a:pt x="926402" y="158115"/>
                  </a:lnTo>
                  <a:lnTo>
                    <a:pt x="928306" y="159448"/>
                  </a:lnTo>
                  <a:lnTo>
                    <a:pt x="932593" y="161639"/>
                  </a:lnTo>
                  <a:lnTo>
                    <a:pt x="935546" y="164783"/>
                  </a:lnTo>
                  <a:lnTo>
                    <a:pt x="936784" y="165545"/>
                  </a:lnTo>
                  <a:lnTo>
                    <a:pt x="938213" y="165926"/>
                  </a:lnTo>
                  <a:lnTo>
                    <a:pt x="940022" y="166211"/>
                  </a:lnTo>
                  <a:lnTo>
                    <a:pt x="940880" y="166211"/>
                  </a:lnTo>
                  <a:lnTo>
                    <a:pt x="942308" y="166116"/>
                  </a:lnTo>
                  <a:lnTo>
                    <a:pt x="943165" y="166402"/>
                  </a:lnTo>
                  <a:lnTo>
                    <a:pt x="943642" y="166783"/>
                  </a:lnTo>
                  <a:lnTo>
                    <a:pt x="945832" y="165926"/>
                  </a:lnTo>
                  <a:lnTo>
                    <a:pt x="946309" y="165830"/>
                  </a:lnTo>
                  <a:lnTo>
                    <a:pt x="946880" y="165830"/>
                  </a:lnTo>
                  <a:lnTo>
                    <a:pt x="946499" y="165449"/>
                  </a:lnTo>
                  <a:lnTo>
                    <a:pt x="945547" y="164592"/>
                  </a:lnTo>
                  <a:lnTo>
                    <a:pt x="945356" y="164306"/>
                  </a:lnTo>
                  <a:lnTo>
                    <a:pt x="945547" y="163830"/>
                  </a:lnTo>
                  <a:lnTo>
                    <a:pt x="945832" y="163449"/>
                  </a:lnTo>
                  <a:lnTo>
                    <a:pt x="946118" y="162973"/>
                  </a:lnTo>
                  <a:lnTo>
                    <a:pt x="946499" y="162592"/>
                  </a:lnTo>
                  <a:lnTo>
                    <a:pt x="947642" y="161830"/>
                  </a:lnTo>
                  <a:lnTo>
                    <a:pt x="948119" y="161354"/>
                  </a:lnTo>
                  <a:lnTo>
                    <a:pt x="948404" y="160782"/>
                  </a:lnTo>
                  <a:lnTo>
                    <a:pt x="948309" y="160115"/>
                  </a:lnTo>
                  <a:lnTo>
                    <a:pt x="947547" y="159353"/>
                  </a:lnTo>
                  <a:lnTo>
                    <a:pt x="947356" y="158782"/>
                  </a:lnTo>
                  <a:lnTo>
                    <a:pt x="947356" y="156591"/>
                  </a:lnTo>
                  <a:lnTo>
                    <a:pt x="947071" y="156020"/>
                  </a:lnTo>
                  <a:lnTo>
                    <a:pt x="946023" y="155448"/>
                  </a:lnTo>
                  <a:lnTo>
                    <a:pt x="945832" y="154972"/>
                  </a:lnTo>
                  <a:lnTo>
                    <a:pt x="946309" y="154400"/>
                  </a:lnTo>
                  <a:lnTo>
                    <a:pt x="947356" y="153543"/>
                  </a:lnTo>
                  <a:lnTo>
                    <a:pt x="948499" y="152781"/>
                  </a:lnTo>
                  <a:lnTo>
                    <a:pt x="949262" y="152686"/>
                  </a:lnTo>
                  <a:lnTo>
                    <a:pt x="950119" y="153638"/>
                  </a:lnTo>
                  <a:lnTo>
                    <a:pt x="950595" y="154686"/>
                  </a:lnTo>
                  <a:lnTo>
                    <a:pt x="951166" y="155638"/>
                  </a:lnTo>
                  <a:lnTo>
                    <a:pt x="952310" y="156401"/>
                  </a:lnTo>
                  <a:lnTo>
                    <a:pt x="952786" y="156591"/>
                  </a:lnTo>
                  <a:lnTo>
                    <a:pt x="954119" y="156877"/>
                  </a:lnTo>
                  <a:lnTo>
                    <a:pt x="955738" y="157544"/>
                  </a:lnTo>
                  <a:lnTo>
                    <a:pt x="956405" y="157639"/>
                  </a:lnTo>
                  <a:lnTo>
                    <a:pt x="956596" y="157829"/>
                  </a:lnTo>
                  <a:lnTo>
                    <a:pt x="956977" y="158782"/>
                  </a:lnTo>
                  <a:lnTo>
                    <a:pt x="957167" y="158972"/>
                  </a:lnTo>
                  <a:lnTo>
                    <a:pt x="957644" y="159068"/>
                  </a:lnTo>
                  <a:lnTo>
                    <a:pt x="958120" y="159258"/>
                  </a:lnTo>
                  <a:lnTo>
                    <a:pt x="958882" y="159734"/>
                  </a:lnTo>
                  <a:lnTo>
                    <a:pt x="960882" y="161639"/>
                  </a:lnTo>
                  <a:lnTo>
                    <a:pt x="961549" y="161925"/>
                  </a:lnTo>
                  <a:lnTo>
                    <a:pt x="962406" y="162020"/>
                  </a:lnTo>
                  <a:lnTo>
                    <a:pt x="965645" y="162973"/>
                  </a:lnTo>
                  <a:lnTo>
                    <a:pt x="966788" y="162973"/>
                  </a:lnTo>
                  <a:lnTo>
                    <a:pt x="973741" y="159448"/>
                  </a:lnTo>
                  <a:lnTo>
                    <a:pt x="974979" y="159068"/>
                  </a:lnTo>
                  <a:lnTo>
                    <a:pt x="979265" y="158687"/>
                  </a:lnTo>
                  <a:lnTo>
                    <a:pt x="984028" y="157353"/>
                  </a:lnTo>
                  <a:lnTo>
                    <a:pt x="984409" y="157067"/>
                  </a:lnTo>
                  <a:lnTo>
                    <a:pt x="985076" y="156115"/>
                  </a:lnTo>
                  <a:lnTo>
                    <a:pt x="985933" y="156686"/>
                  </a:lnTo>
                  <a:lnTo>
                    <a:pt x="987171" y="156877"/>
                  </a:lnTo>
                  <a:lnTo>
                    <a:pt x="989457" y="156877"/>
                  </a:lnTo>
                  <a:lnTo>
                    <a:pt x="990505" y="156686"/>
                  </a:lnTo>
                  <a:lnTo>
                    <a:pt x="992219" y="156210"/>
                  </a:lnTo>
                  <a:lnTo>
                    <a:pt x="993077" y="156115"/>
                  </a:lnTo>
                  <a:lnTo>
                    <a:pt x="995172" y="156210"/>
                  </a:lnTo>
                  <a:lnTo>
                    <a:pt x="995934" y="156020"/>
                  </a:lnTo>
                  <a:lnTo>
                    <a:pt x="996696" y="155448"/>
                  </a:lnTo>
                  <a:lnTo>
                    <a:pt x="997268" y="154972"/>
                  </a:lnTo>
                  <a:lnTo>
                    <a:pt x="997839" y="154305"/>
                  </a:lnTo>
                  <a:lnTo>
                    <a:pt x="998125" y="153543"/>
                  </a:lnTo>
                  <a:lnTo>
                    <a:pt x="997839" y="152686"/>
                  </a:lnTo>
                  <a:lnTo>
                    <a:pt x="998696" y="152876"/>
                  </a:lnTo>
                  <a:lnTo>
                    <a:pt x="999172" y="153162"/>
                  </a:lnTo>
                  <a:lnTo>
                    <a:pt x="999649" y="153257"/>
                  </a:lnTo>
                  <a:lnTo>
                    <a:pt x="1000220" y="152876"/>
                  </a:lnTo>
                  <a:lnTo>
                    <a:pt x="1000697" y="152305"/>
                  </a:lnTo>
                  <a:lnTo>
                    <a:pt x="1000697" y="151924"/>
                  </a:lnTo>
                  <a:lnTo>
                    <a:pt x="998601" y="149638"/>
                  </a:lnTo>
                  <a:lnTo>
                    <a:pt x="998030" y="148685"/>
                  </a:lnTo>
                  <a:lnTo>
                    <a:pt x="998315" y="147923"/>
                  </a:lnTo>
                  <a:lnTo>
                    <a:pt x="997648" y="147638"/>
                  </a:lnTo>
                  <a:lnTo>
                    <a:pt x="996410" y="147447"/>
                  </a:lnTo>
                  <a:lnTo>
                    <a:pt x="995839" y="147161"/>
                  </a:lnTo>
                  <a:lnTo>
                    <a:pt x="994315" y="148304"/>
                  </a:lnTo>
                  <a:lnTo>
                    <a:pt x="993362" y="148780"/>
                  </a:lnTo>
                  <a:lnTo>
                    <a:pt x="992886" y="148495"/>
                  </a:lnTo>
                  <a:lnTo>
                    <a:pt x="992600" y="148019"/>
                  </a:lnTo>
                  <a:lnTo>
                    <a:pt x="991933" y="147542"/>
                  </a:lnTo>
                  <a:lnTo>
                    <a:pt x="991457" y="146971"/>
                  </a:lnTo>
                  <a:lnTo>
                    <a:pt x="991648" y="146304"/>
                  </a:lnTo>
                  <a:lnTo>
                    <a:pt x="992219" y="145637"/>
                  </a:lnTo>
                  <a:lnTo>
                    <a:pt x="992505" y="144971"/>
                  </a:lnTo>
                  <a:lnTo>
                    <a:pt x="992410" y="144304"/>
                  </a:lnTo>
                  <a:lnTo>
                    <a:pt x="991838" y="143637"/>
                  </a:lnTo>
                  <a:lnTo>
                    <a:pt x="991076" y="143161"/>
                  </a:lnTo>
                  <a:lnTo>
                    <a:pt x="990124" y="142875"/>
                  </a:lnTo>
                  <a:lnTo>
                    <a:pt x="989362" y="143066"/>
                  </a:lnTo>
                  <a:lnTo>
                    <a:pt x="989266" y="143923"/>
                  </a:lnTo>
                  <a:lnTo>
                    <a:pt x="988314" y="143542"/>
                  </a:lnTo>
                  <a:lnTo>
                    <a:pt x="987933" y="143351"/>
                  </a:lnTo>
                  <a:lnTo>
                    <a:pt x="987552" y="143066"/>
                  </a:lnTo>
                  <a:lnTo>
                    <a:pt x="987362" y="142685"/>
                  </a:lnTo>
                  <a:lnTo>
                    <a:pt x="986885" y="141732"/>
                  </a:lnTo>
                  <a:lnTo>
                    <a:pt x="986599" y="141446"/>
                  </a:lnTo>
                  <a:lnTo>
                    <a:pt x="986219" y="141256"/>
                  </a:lnTo>
                  <a:lnTo>
                    <a:pt x="985076" y="141065"/>
                  </a:lnTo>
                  <a:lnTo>
                    <a:pt x="984599" y="141065"/>
                  </a:lnTo>
                  <a:lnTo>
                    <a:pt x="984123" y="140970"/>
                  </a:lnTo>
                  <a:lnTo>
                    <a:pt x="983647" y="140684"/>
                  </a:lnTo>
                  <a:lnTo>
                    <a:pt x="982980" y="140018"/>
                  </a:lnTo>
                  <a:lnTo>
                    <a:pt x="981170" y="138684"/>
                  </a:lnTo>
                  <a:lnTo>
                    <a:pt x="979551" y="137160"/>
                  </a:lnTo>
                  <a:lnTo>
                    <a:pt x="978122" y="135446"/>
                  </a:lnTo>
                  <a:lnTo>
                    <a:pt x="976884" y="133541"/>
                  </a:lnTo>
                  <a:lnTo>
                    <a:pt x="976313" y="132017"/>
                  </a:lnTo>
                  <a:lnTo>
                    <a:pt x="976027" y="131540"/>
                  </a:lnTo>
                  <a:lnTo>
                    <a:pt x="975646" y="131254"/>
                  </a:lnTo>
                  <a:lnTo>
                    <a:pt x="974312" y="130397"/>
                  </a:lnTo>
                  <a:lnTo>
                    <a:pt x="973931" y="130302"/>
                  </a:lnTo>
                  <a:lnTo>
                    <a:pt x="973741" y="130112"/>
                  </a:lnTo>
                  <a:lnTo>
                    <a:pt x="973646" y="129445"/>
                  </a:lnTo>
                  <a:lnTo>
                    <a:pt x="973836" y="128873"/>
                  </a:lnTo>
                  <a:lnTo>
                    <a:pt x="974217" y="128492"/>
                  </a:lnTo>
                  <a:lnTo>
                    <a:pt x="975074" y="127826"/>
                  </a:lnTo>
                  <a:lnTo>
                    <a:pt x="978027" y="124492"/>
                  </a:lnTo>
                  <a:lnTo>
                    <a:pt x="979932" y="123349"/>
                  </a:lnTo>
                  <a:lnTo>
                    <a:pt x="981932" y="123825"/>
                  </a:lnTo>
                  <a:lnTo>
                    <a:pt x="981837" y="123158"/>
                  </a:lnTo>
                  <a:lnTo>
                    <a:pt x="981932" y="122682"/>
                  </a:lnTo>
                  <a:lnTo>
                    <a:pt x="982218" y="122492"/>
                  </a:lnTo>
                  <a:lnTo>
                    <a:pt x="982599" y="122777"/>
                  </a:lnTo>
                  <a:lnTo>
                    <a:pt x="984218" y="121444"/>
                  </a:lnTo>
                  <a:lnTo>
                    <a:pt x="985361" y="120682"/>
                  </a:lnTo>
                  <a:lnTo>
                    <a:pt x="985838" y="120872"/>
                  </a:lnTo>
                  <a:lnTo>
                    <a:pt x="986314" y="120587"/>
                  </a:lnTo>
                  <a:lnTo>
                    <a:pt x="987457" y="120872"/>
                  </a:lnTo>
                  <a:lnTo>
                    <a:pt x="989076" y="121729"/>
                  </a:lnTo>
                  <a:lnTo>
                    <a:pt x="990886" y="123825"/>
                  </a:lnTo>
                  <a:lnTo>
                    <a:pt x="991838" y="125444"/>
                  </a:lnTo>
                  <a:lnTo>
                    <a:pt x="992124" y="125825"/>
                  </a:lnTo>
                  <a:lnTo>
                    <a:pt x="992791" y="126302"/>
                  </a:lnTo>
                  <a:lnTo>
                    <a:pt x="993267" y="126302"/>
                  </a:lnTo>
                  <a:lnTo>
                    <a:pt x="994410" y="125635"/>
                  </a:lnTo>
                  <a:lnTo>
                    <a:pt x="995934" y="124396"/>
                  </a:lnTo>
                  <a:lnTo>
                    <a:pt x="996601" y="124206"/>
                  </a:lnTo>
                  <a:lnTo>
                    <a:pt x="997268" y="124206"/>
                  </a:lnTo>
                  <a:lnTo>
                    <a:pt x="998411" y="124492"/>
                  </a:lnTo>
                  <a:lnTo>
                    <a:pt x="999935" y="124682"/>
                  </a:lnTo>
                  <a:lnTo>
                    <a:pt x="1001554" y="125349"/>
                  </a:lnTo>
                  <a:lnTo>
                    <a:pt x="1002411" y="125539"/>
                  </a:lnTo>
                  <a:lnTo>
                    <a:pt x="1003554" y="125444"/>
                  </a:lnTo>
                  <a:lnTo>
                    <a:pt x="1004888" y="125063"/>
                  </a:lnTo>
                  <a:lnTo>
                    <a:pt x="1006126" y="124492"/>
                  </a:lnTo>
                  <a:lnTo>
                    <a:pt x="1008031" y="123349"/>
                  </a:lnTo>
                  <a:lnTo>
                    <a:pt x="1017841" y="120491"/>
                  </a:lnTo>
                  <a:lnTo>
                    <a:pt x="1027462" y="116967"/>
                  </a:lnTo>
                  <a:lnTo>
                    <a:pt x="1029557" y="115824"/>
                  </a:lnTo>
                  <a:lnTo>
                    <a:pt x="1032129" y="113062"/>
                  </a:lnTo>
                  <a:lnTo>
                    <a:pt x="1033367" y="112014"/>
                  </a:lnTo>
                  <a:lnTo>
                    <a:pt x="1033463" y="110680"/>
                  </a:lnTo>
                  <a:lnTo>
                    <a:pt x="1033177" y="108204"/>
                  </a:lnTo>
                  <a:lnTo>
                    <a:pt x="1033272" y="107347"/>
                  </a:lnTo>
                  <a:lnTo>
                    <a:pt x="1034129" y="106966"/>
                  </a:lnTo>
                  <a:close/>
                  <a:moveTo>
                    <a:pt x="13811" y="52959"/>
                  </a:moveTo>
                  <a:lnTo>
                    <a:pt x="13240" y="52102"/>
                  </a:lnTo>
                  <a:lnTo>
                    <a:pt x="13716" y="51340"/>
                  </a:lnTo>
                  <a:lnTo>
                    <a:pt x="13906" y="50673"/>
                  </a:lnTo>
                  <a:lnTo>
                    <a:pt x="13430" y="50292"/>
                  </a:lnTo>
                  <a:lnTo>
                    <a:pt x="13049" y="50102"/>
                  </a:lnTo>
                  <a:lnTo>
                    <a:pt x="13145" y="49625"/>
                  </a:lnTo>
                  <a:lnTo>
                    <a:pt x="12097" y="49149"/>
                  </a:lnTo>
                  <a:lnTo>
                    <a:pt x="11430" y="48578"/>
                  </a:lnTo>
                  <a:lnTo>
                    <a:pt x="11049" y="47816"/>
                  </a:lnTo>
                  <a:lnTo>
                    <a:pt x="10668" y="46672"/>
                  </a:lnTo>
                  <a:lnTo>
                    <a:pt x="10192" y="46482"/>
                  </a:lnTo>
                  <a:lnTo>
                    <a:pt x="9715" y="46387"/>
                  </a:lnTo>
                  <a:lnTo>
                    <a:pt x="9811" y="46768"/>
                  </a:lnTo>
                  <a:lnTo>
                    <a:pt x="10096" y="47244"/>
                  </a:lnTo>
                  <a:lnTo>
                    <a:pt x="9335" y="47244"/>
                  </a:lnTo>
                  <a:lnTo>
                    <a:pt x="8858" y="47244"/>
                  </a:lnTo>
                  <a:lnTo>
                    <a:pt x="8191" y="48196"/>
                  </a:lnTo>
                  <a:lnTo>
                    <a:pt x="7334" y="48863"/>
                  </a:lnTo>
                  <a:lnTo>
                    <a:pt x="6572" y="49054"/>
                  </a:lnTo>
                  <a:lnTo>
                    <a:pt x="4763" y="48863"/>
                  </a:lnTo>
                  <a:lnTo>
                    <a:pt x="4001" y="48292"/>
                  </a:lnTo>
                  <a:lnTo>
                    <a:pt x="2286" y="48196"/>
                  </a:lnTo>
                  <a:lnTo>
                    <a:pt x="1238" y="48673"/>
                  </a:lnTo>
                  <a:lnTo>
                    <a:pt x="0" y="48196"/>
                  </a:lnTo>
                  <a:lnTo>
                    <a:pt x="0" y="50387"/>
                  </a:lnTo>
                  <a:lnTo>
                    <a:pt x="190" y="51340"/>
                  </a:lnTo>
                  <a:lnTo>
                    <a:pt x="667" y="52102"/>
                  </a:lnTo>
                  <a:lnTo>
                    <a:pt x="1619" y="52006"/>
                  </a:lnTo>
                  <a:lnTo>
                    <a:pt x="2953" y="52292"/>
                  </a:lnTo>
                  <a:lnTo>
                    <a:pt x="3810" y="52578"/>
                  </a:lnTo>
                  <a:lnTo>
                    <a:pt x="4001" y="53912"/>
                  </a:lnTo>
                  <a:lnTo>
                    <a:pt x="3620" y="54864"/>
                  </a:lnTo>
                  <a:lnTo>
                    <a:pt x="4286" y="57436"/>
                  </a:lnTo>
                  <a:lnTo>
                    <a:pt x="4667" y="57245"/>
                  </a:lnTo>
                  <a:lnTo>
                    <a:pt x="5334" y="56960"/>
                  </a:lnTo>
                  <a:lnTo>
                    <a:pt x="6001" y="56293"/>
                  </a:lnTo>
                  <a:lnTo>
                    <a:pt x="6858" y="56293"/>
                  </a:lnTo>
                  <a:lnTo>
                    <a:pt x="7620" y="55436"/>
                  </a:lnTo>
                  <a:lnTo>
                    <a:pt x="8477" y="54388"/>
                  </a:lnTo>
                  <a:lnTo>
                    <a:pt x="9430" y="54007"/>
                  </a:lnTo>
                  <a:lnTo>
                    <a:pt x="10478" y="54007"/>
                  </a:lnTo>
                  <a:lnTo>
                    <a:pt x="10763" y="55245"/>
                  </a:lnTo>
                  <a:lnTo>
                    <a:pt x="11621" y="55817"/>
                  </a:lnTo>
                  <a:lnTo>
                    <a:pt x="11906" y="55054"/>
                  </a:lnTo>
                  <a:lnTo>
                    <a:pt x="12573" y="54673"/>
                  </a:lnTo>
                  <a:lnTo>
                    <a:pt x="13049" y="54197"/>
                  </a:lnTo>
                  <a:lnTo>
                    <a:pt x="13811" y="54007"/>
                  </a:lnTo>
                  <a:lnTo>
                    <a:pt x="14383" y="53721"/>
                  </a:lnTo>
                  <a:lnTo>
                    <a:pt x="14288" y="53340"/>
                  </a:lnTo>
                  <a:lnTo>
                    <a:pt x="13811" y="52959"/>
                  </a:lnTo>
                  <a:close/>
                  <a:moveTo>
                    <a:pt x="997744" y="143161"/>
                  </a:moveTo>
                  <a:lnTo>
                    <a:pt x="998506" y="143066"/>
                  </a:lnTo>
                  <a:lnTo>
                    <a:pt x="998506" y="142685"/>
                  </a:lnTo>
                  <a:lnTo>
                    <a:pt x="997363" y="142018"/>
                  </a:lnTo>
                  <a:lnTo>
                    <a:pt x="995839" y="141446"/>
                  </a:lnTo>
                  <a:lnTo>
                    <a:pt x="994505" y="141446"/>
                  </a:lnTo>
                  <a:lnTo>
                    <a:pt x="993743" y="142304"/>
                  </a:lnTo>
                  <a:lnTo>
                    <a:pt x="992886" y="141637"/>
                  </a:lnTo>
                  <a:lnTo>
                    <a:pt x="992505" y="140684"/>
                  </a:lnTo>
                  <a:lnTo>
                    <a:pt x="992029" y="139922"/>
                  </a:lnTo>
                  <a:lnTo>
                    <a:pt x="990981" y="139732"/>
                  </a:lnTo>
                  <a:lnTo>
                    <a:pt x="990600" y="139922"/>
                  </a:lnTo>
                  <a:lnTo>
                    <a:pt x="990314" y="140303"/>
                  </a:lnTo>
                  <a:lnTo>
                    <a:pt x="989933" y="140684"/>
                  </a:lnTo>
                  <a:lnTo>
                    <a:pt x="989362" y="140875"/>
                  </a:lnTo>
                  <a:lnTo>
                    <a:pt x="985171" y="140875"/>
                  </a:lnTo>
                  <a:lnTo>
                    <a:pt x="985171" y="141256"/>
                  </a:lnTo>
                  <a:lnTo>
                    <a:pt x="988790" y="142399"/>
                  </a:lnTo>
                  <a:lnTo>
                    <a:pt x="990600" y="142685"/>
                  </a:lnTo>
                  <a:lnTo>
                    <a:pt x="990886" y="142875"/>
                  </a:lnTo>
                  <a:lnTo>
                    <a:pt x="991362" y="143351"/>
                  </a:lnTo>
                  <a:lnTo>
                    <a:pt x="991553" y="143446"/>
                  </a:lnTo>
                  <a:lnTo>
                    <a:pt x="992219" y="143542"/>
                  </a:lnTo>
                  <a:lnTo>
                    <a:pt x="993077" y="143732"/>
                  </a:lnTo>
                  <a:lnTo>
                    <a:pt x="993934" y="144113"/>
                  </a:lnTo>
                  <a:lnTo>
                    <a:pt x="994696" y="144685"/>
                  </a:lnTo>
                  <a:lnTo>
                    <a:pt x="995077" y="144875"/>
                  </a:lnTo>
                  <a:lnTo>
                    <a:pt x="995267" y="144494"/>
                  </a:lnTo>
                  <a:lnTo>
                    <a:pt x="995458" y="144018"/>
                  </a:lnTo>
                  <a:lnTo>
                    <a:pt x="995744" y="143732"/>
                  </a:lnTo>
                  <a:lnTo>
                    <a:pt x="996029" y="143923"/>
                  </a:lnTo>
                  <a:lnTo>
                    <a:pt x="997077" y="144875"/>
                  </a:lnTo>
                  <a:lnTo>
                    <a:pt x="996982" y="144113"/>
                  </a:lnTo>
                  <a:lnTo>
                    <a:pt x="997172" y="143542"/>
                  </a:lnTo>
                  <a:lnTo>
                    <a:pt x="997744" y="143161"/>
                  </a:lnTo>
                  <a:close/>
                  <a:moveTo>
                    <a:pt x="1005173" y="150590"/>
                  </a:moveTo>
                  <a:lnTo>
                    <a:pt x="1002506" y="150209"/>
                  </a:lnTo>
                  <a:lnTo>
                    <a:pt x="1001744" y="150209"/>
                  </a:lnTo>
                  <a:lnTo>
                    <a:pt x="1001649" y="150209"/>
                  </a:lnTo>
                  <a:lnTo>
                    <a:pt x="1001078" y="150209"/>
                  </a:lnTo>
                  <a:lnTo>
                    <a:pt x="1000887" y="150304"/>
                  </a:lnTo>
                  <a:lnTo>
                    <a:pt x="1001078" y="150876"/>
                  </a:lnTo>
                  <a:lnTo>
                    <a:pt x="1001268" y="151162"/>
                  </a:lnTo>
                  <a:lnTo>
                    <a:pt x="1001935" y="151638"/>
                  </a:lnTo>
                  <a:lnTo>
                    <a:pt x="1002221" y="151924"/>
                  </a:lnTo>
                  <a:lnTo>
                    <a:pt x="1002316" y="153067"/>
                  </a:lnTo>
                  <a:lnTo>
                    <a:pt x="1002316" y="153257"/>
                  </a:lnTo>
                  <a:lnTo>
                    <a:pt x="1002602" y="153448"/>
                  </a:lnTo>
                  <a:lnTo>
                    <a:pt x="1002982" y="153448"/>
                  </a:lnTo>
                  <a:lnTo>
                    <a:pt x="1003745" y="152686"/>
                  </a:lnTo>
                  <a:lnTo>
                    <a:pt x="1005745" y="152686"/>
                  </a:lnTo>
                  <a:lnTo>
                    <a:pt x="1006983" y="152305"/>
                  </a:lnTo>
                  <a:lnTo>
                    <a:pt x="1007173" y="151543"/>
                  </a:lnTo>
                  <a:lnTo>
                    <a:pt x="1006602" y="150781"/>
                  </a:lnTo>
                  <a:lnTo>
                    <a:pt x="1005173" y="150590"/>
                  </a:lnTo>
                  <a:close/>
                  <a:moveTo>
                    <a:pt x="86392" y="230029"/>
                  </a:moveTo>
                  <a:lnTo>
                    <a:pt x="87154" y="229457"/>
                  </a:lnTo>
                  <a:lnTo>
                    <a:pt x="88202" y="229076"/>
                  </a:lnTo>
                  <a:lnTo>
                    <a:pt x="88963" y="228410"/>
                  </a:lnTo>
                  <a:lnTo>
                    <a:pt x="89059" y="227171"/>
                  </a:lnTo>
                  <a:lnTo>
                    <a:pt x="88963" y="226504"/>
                  </a:lnTo>
                  <a:lnTo>
                    <a:pt x="89059" y="226123"/>
                  </a:lnTo>
                  <a:lnTo>
                    <a:pt x="88963" y="225457"/>
                  </a:lnTo>
                  <a:lnTo>
                    <a:pt x="88297" y="225171"/>
                  </a:lnTo>
                  <a:lnTo>
                    <a:pt x="87344" y="225552"/>
                  </a:lnTo>
                  <a:lnTo>
                    <a:pt x="86582" y="226695"/>
                  </a:lnTo>
                  <a:lnTo>
                    <a:pt x="85344" y="229838"/>
                  </a:lnTo>
                  <a:lnTo>
                    <a:pt x="85249" y="230410"/>
                  </a:lnTo>
                  <a:lnTo>
                    <a:pt x="85344" y="230791"/>
                  </a:lnTo>
                  <a:lnTo>
                    <a:pt x="85725" y="230696"/>
                  </a:lnTo>
                  <a:lnTo>
                    <a:pt x="86011" y="230410"/>
                  </a:lnTo>
                  <a:lnTo>
                    <a:pt x="86392" y="230029"/>
                  </a:lnTo>
                  <a:close/>
                  <a:moveTo>
                    <a:pt x="35338" y="101060"/>
                  </a:moveTo>
                  <a:lnTo>
                    <a:pt x="34862" y="100298"/>
                  </a:lnTo>
                  <a:lnTo>
                    <a:pt x="34004" y="99631"/>
                  </a:lnTo>
                  <a:lnTo>
                    <a:pt x="32956" y="99346"/>
                  </a:lnTo>
                  <a:lnTo>
                    <a:pt x="31909" y="99346"/>
                  </a:lnTo>
                  <a:lnTo>
                    <a:pt x="30956" y="99536"/>
                  </a:lnTo>
                  <a:lnTo>
                    <a:pt x="30671" y="99822"/>
                  </a:lnTo>
                  <a:lnTo>
                    <a:pt x="30385" y="100203"/>
                  </a:lnTo>
                  <a:lnTo>
                    <a:pt x="30099" y="100489"/>
                  </a:lnTo>
                  <a:lnTo>
                    <a:pt x="29718" y="100584"/>
                  </a:lnTo>
                  <a:lnTo>
                    <a:pt x="29242" y="100394"/>
                  </a:lnTo>
                  <a:lnTo>
                    <a:pt x="29051" y="99917"/>
                  </a:lnTo>
                  <a:lnTo>
                    <a:pt x="28765" y="99631"/>
                  </a:lnTo>
                  <a:lnTo>
                    <a:pt x="28099" y="99917"/>
                  </a:lnTo>
                  <a:lnTo>
                    <a:pt x="28480" y="100298"/>
                  </a:lnTo>
                  <a:lnTo>
                    <a:pt x="28480" y="100679"/>
                  </a:lnTo>
                  <a:lnTo>
                    <a:pt x="28289" y="101060"/>
                  </a:lnTo>
                  <a:lnTo>
                    <a:pt x="28194" y="101537"/>
                  </a:lnTo>
                  <a:lnTo>
                    <a:pt x="28289" y="101822"/>
                  </a:lnTo>
                  <a:lnTo>
                    <a:pt x="28575" y="102108"/>
                  </a:lnTo>
                  <a:lnTo>
                    <a:pt x="28861" y="102489"/>
                  </a:lnTo>
                  <a:lnTo>
                    <a:pt x="28956" y="102965"/>
                  </a:lnTo>
                  <a:lnTo>
                    <a:pt x="28861" y="105442"/>
                  </a:lnTo>
                  <a:lnTo>
                    <a:pt x="29146" y="108204"/>
                  </a:lnTo>
                  <a:lnTo>
                    <a:pt x="28956" y="108966"/>
                  </a:lnTo>
                  <a:lnTo>
                    <a:pt x="28194" y="109347"/>
                  </a:lnTo>
                  <a:lnTo>
                    <a:pt x="28289" y="109633"/>
                  </a:lnTo>
                  <a:lnTo>
                    <a:pt x="28480" y="109919"/>
                  </a:lnTo>
                  <a:lnTo>
                    <a:pt x="28765" y="110014"/>
                  </a:lnTo>
                  <a:lnTo>
                    <a:pt x="28956" y="109919"/>
                  </a:lnTo>
                  <a:lnTo>
                    <a:pt x="28956" y="109823"/>
                  </a:lnTo>
                  <a:lnTo>
                    <a:pt x="29051" y="109728"/>
                  </a:lnTo>
                  <a:lnTo>
                    <a:pt x="31147" y="109728"/>
                  </a:lnTo>
                  <a:lnTo>
                    <a:pt x="34004" y="110300"/>
                  </a:lnTo>
                  <a:lnTo>
                    <a:pt x="34195" y="109347"/>
                  </a:lnTo>
                  <a:lnTo>
                    <a:pt x="35528" y="106966"/>
                  </a:lnTo>
                  <a:lnTo>
                    <a:pt x="35719" y="106013"/>
                  </a:lnTo>
                  <a:lnTo>
                    <a:pt x="35909" y="104013"/>
                  </a:lnTo>
                  <a:lnTo>
                    <a:pt x="36862" y="102203"/>
                  </a:lnTo>
                  <a:lnTo>
                    <a:pt x="36386" y="101727"/>
                  </a:lnTo>
                  <a:lnTo>
                    <a:pt x="35338" y="101060"/>
                  </a:lnTo>
                  <a:close/>
                  <a:moveTo>
                    <a:pt x="85535" y="226409"/>
                  </a:moveTo>
                  <a:lnTo>
                    <a:pt x="85058" y="225933"/>
                  </a:lnTo>
                  <a:lnTo>
                    <a:pt x="84106" y="226314"/>
                  </a:lnTo>
                  <a:lnTo>
                    <a:pt x="83725" y="227076"/>
                  </a:lnTo>
                  <a:lnTo>
                    <a:pt x="84106" y="227552"/>
                  </a:lnTo>
                  <a:lnTo>
                    <a:pt x="84963" y="227362"/>
                  </a:lnTo>
                  <a:lnTo>
                    <a:pt x="85344" y="227076"/>
                  </a:lnTo>
                  <a:lnTo>
                    <a:pt x="85535" y="226409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0" name="Freeform: Shape 22">
              <a:extLst>
                <a:ext uri="{FF2B5EF4-FFF2-40B4-BE49-F238E27FC236}">
                  <a16:creationId xmlns:a16="http://schemas.microsoft.com/office/drawing/2014/main" id="{89BD5E3D-C15F-AB21-AF11-B2540FF0957E}"/>
                </a:ext>
              </a:extLst>
            </p:cNvPr>
            <p:cNvSpPr/>
            <p:nvPr/>
          </p:nvSpPr>
          <p:spPr>
            <a:xfrm>
              <a:off x="6088380" y="3685603"/>
              <a:ext cx="390525" cy="466725"/>
            </a:xfrm>
            <a:custGeom>
              <a:avLst/>
              <a:gdLst>
                <a:gd name="connsiteX0" fmla="*/ 398716 w 390525"/>
                <a:gd name="connsiteY0" fmla="*/ 400336 h 466725"/>
                <a:gd name="connsiteX1" fmla="*/ 398335 w 390525"/>
                <a:gd name="connsiteY1" fmla="*/ 399574 h 466725"/>
                <a:gd name="connsiteX2" fmla="*/ 397573 w 390525"/>
                <a:gd name="connsiteY2" fmla="*/ 398812 h 466725"/>
                <a:gd name="connsiteX3" fmla="*/ 395288 w 390525"/>
                <a:gd name="connsiteY3" fmla="*/ 397002 h 466725"/>
                <a:gd name="connsiteX4" fmla="*/ 394621 w 390525"/>
                <a:gd name="connsiteY4" fmla="*/ 396335 h 466725"/>
                <a:gd name="connsiteX5" fmla="*/ 394240 w 390525"/>
                <a:gd name="connsiteY5" fmla="*/ 395288 h 466725"/>
                <a:gd name="connsiteX6" fmla="*/ 394144 w 390525"/>
                <a:gd name="connsiteY6" fmla="*/ 393287 h 466725"/>
                <a:gd name="connsiteX7" fmla="*/ 394049 w 390525"/>
                <a:gd name="connsiteY7" fmla="*/ 393097 h 466725"/>
                <a:gd name="connsiteX8" fmla="*/ 393954 w 390525"/>
                <a:gd name="connsiteY8" fmla="*/ 392621 h 466725"/>
                <a:gd name="connsiteX9" fmla="*/ 393001 w 390525"/>
                <a:gd name="connsiteY9" fmla="*/ 392335 h 466725"/>
                <a:gd name="connsiteX10" fmla="*/ 390715 w 390525"/>
                <a:gd name="connsiteY10" fmla="*/ 392716 h 466725"/>
                <a:gd name="connsiteX11" fmla="*/ 389763 w 390525"/>
                <a:gd name="connsiteY11" fmla="*/ 392144 h 466725"/>
                <a:gd name="connsiteX12" fmla="*/ 389572 w 390525"/>
                <a:gd name="connsiteY12" fmla="*/ 391192 h 466725"/>
                <a:gd name="connsiteX13" fmla="*/ 389572 w 390525"/>
                <a:gd name="connsiteY13" fmla="*/ 389858 h 466725"/>
                <a:gd name="connsiteX14" fmla="*/ 389382 w 390525"/>
                <a:gd name="connsiteY14" fmla="*/ 388811 h 466725"/>
                <a:gd name="connsiteX15" fmla="*/ 388715 w 390525"/>
                <a:gd name="connsiteY15" fmla="*/ 388430 h 466725"/>
                <a:gd name="connsiteX16" fmla="*/ 388334 w 390525"/>
                <a:gd name="connsiteY16" fmla="*/ 388620 h 466725"/>
                <a:gd name="connsiteX17" fmla="*/ 388048 w 390525"/>
                <a:gd name="connsiteY17" fmla="*/ 388620 h 466725"/>
                <a:gd name="connsiteX18" fmla="*/ 387763 w 390525"/>
                <a:gd name="connsiteY18" fmla="*/ 388430 h 466725"/>
                <a:gd name="connsiteX19" fmla="*/ 387572 w 390525"/>
                <a:gd name="connsiteY19" fmla="*/ 388048 h 466725"/>
                <a:gd name="connsiteX20" fmla="*/ 387572 w 390525"/>
                <a:gd name="connsiteY20" fmla="*/ 388048 h 466725"/>
                <a:gd name="connsiteX21" fmla="*/ 387286 w 390525"/>
                <a:gd name="connsiteY21" fmla="*/ 387382 h 466725"/>
                <a:gd name="connsiteX22" fmla="*/ 387096 w 390525"/>
                <a:gd name="connsiteY22" fmla="*/ 387287 h 466725"/>
                <a:gd name="connsiteX23" fmla="*/ 386810 w 390525"/>
                <a:gd name="connsiteY23" fmla="*/ 387477 h 466725"/>
                <a:gd name="connsiteX24" fmla="*/ 386524 w 390525"/>
                <a:gd name="connsiteY24" fmla="*/ 387572 h 466725"/>
                <a:gd name="connsiteX25" fmla="*/ 385477 w 390525"/>
                <a:gd name="connsiteY25" fmla="*/ 387287 h 466725"/>
                <a:gd name="connsiteX26" fmla="*/ 385096 w 390525"/>
                <a:gd name="connsiteY26" fmla="*/ 387287 h 466725"/>
                <a:gd name="connsiteX27" fmla="*/ 384524 w 390525"/>
                <a:gd name="connsiteY27" fmla="*/ 387668 h 466725"/>
                <a:gd name="connsiteX28" fmla="*/ 384238 w 390525"/>
                <a:gd name="connsiteY28" fmla="*/ 388239 h 466725"/>
                <a:gd name="connsiteX29" fmla="*/ 383857 w 390525"/>
                <a:gd name="connsiteY29" fmla="*/ 388430 h 466725"/>
                <a:gd name="connsiteX30" fmla="*/ 383191 w 390525"/>
                <a:gd name="connsiteY30" fmla="*/ 388048 h 466725"/>
                <a:gd name="connsiteX31" fmla="*/ 380429 w 390525"/>
                <a:gd name="connsiteY31" fmla="*/ 383000 h 466725"/>
                <a:gd name="connsiteX32" fmla="*/ 379762 w 390525"/>
                <a:gd name="connsiteY32" fmla="*/ 382333 h 466725"/>
                <a:gd name="connsiteX33" fmla="*/ 377761 w 390525"/>
                <a:gd name="connsiteY33" fmla="*/ 381381 h 466725"/>
                <a:gd name="connsiteX34" fmla="*/ 376809 w 390525"/>
                <a:gd name="connsiteY34" fmla="*/ 380714 h 466725"/>
                <a:gd name="connsiteX35" fmla="*/ 376333 w 390525"/>
                <a:gd name="connsiteY35" fmla="*/ 379952 h 466725"/>
                <a:gd name="connsiteX36" fmla="*/ 376047 w 390525"/>
                <a:gd name="connsiteY36" fmla="*/ 379095 h 466725"/>
                <a:gd name="connsiteX37" fmla="*/ 375856 w 390525"/>
                <a:gd name="connsiteY37" fmla="*/ 376809 h 466725"/>
                <a:gd name="connsiteX38" fmla="*/ 375666 w 390525"/>
                <a:gd name="connsiteY38" fmla="*/ 376047 h 466725"/>
                <a:gd name="connsiteX39" fmla="*/ 375094 w 390525"/>
                <a:gd name="connsiteY39" fmla="*/ 375380 h 466725"/>
                <a:gd name="connsiteX40" fmla="*/ 372142 w 390525"/>
                <a:gd name="connsiteY40" fmla="*/ 373761 h 466725"/>
                <a:gd name="connsiteX41" fmla="*/ 371570 w 390525"/>
                <a:gd name="connsiteY41" fmla="*/ 372904 h 466725"/>
                <a:gd name="connsiteX42" fmla="*/ 371665 w 390525"/>
                <a:gd name="connsiteY42" fmla="*/ 371761 h 466725"/>
                <a:gd name="connsiteX43" fmla="*/ 372999 w 390525"/>
                <a:gd name="connsiteY43" fmla="*/ 368808 h 466725"/>
                <a:gd name="connsiteX44" fmla="*/ 373571 w 390525"/>
                <a:gd name="connsiteY44" fmla="*/ 368237 h 466725"/>
                <a:gd name="connsiteX45" fmla="*/ 374142 w 390525"/>
                <a:gd name="connsiteY45" fmla="*/ 368141 h 466725"/>
                <a:gd name="connsiteX46" fmla="*/ 374713 w 390525"/>
                <a:gd name="connsiteY46" fmla="*/ 368237 h 466725"/>
                <a:gd name="connsiteX47" fmla="*/ 375190 w 390525"/>
                <a:gd name="connsiteY47" fmla="*/ 368522 h 466725"/>
                <a:gd name="connsiteX48" fmla="*/ 375666 w 390525"/>
                <a:gd name="connsiteY48" fmla="*/ 368618 h 466725"/>
                <a:gd name="connsiteX49" fmla="*/ 376142 w 390525"/>
                <a:gd name="connsiteY49" fmla="*/ 368427 h 466725"/>
                <a:gd name="connsiteX50" fmla="*/ 379762 w 390525"/>
                <a:gd name="connsiteY50" fmla="*/ 366046 h 466725"/>
                <a:gd name="connsiteX51" fmla="*/ 380714 w 390525"/>
                <a:gd name="connsiteY51" fmla="*/ 365760 h 466725"/>
                <a:gd name="connsiteX52" fmla="*/ 382714 w 390525"/>
                <a:gd name="connsiteY52" fmla="*/ 365379 h 466725"/>
                <a:gd name="connsiteX53" fmla="*/ 383476 w 390525"/>
                <a:gd name="connsiteY53" fmla="*/ 364998 h 466725"/>
                <a:gd name="connsiteX54" fmla="*/ 384334 w 390525"/>
                <a:gd name="connsiteY54" fmla="*/ 364141 h 466725"/>
                <a:gd name="connsiteX55" fmla="*/ 385763 w 390525"/>
                <a:gd name="connsiteY55" fmla="*/ 361474 h 466725"/>
                <a:gd name="connsiteX56" fmla="*/ 386524 w 390525"/>
                <a:gd name="connsiteY56" fmla="*/ 360807 h 466725"/>
                <a:gd name="connsiteX57" fmla="*/ 387191 w 390525"/>
                <a:gd name="connsiteY57" fmla="*/ 360045 h 466725"/>
                <a:gd name="connsiteX58" fmla="*/ 387096 w 390525"/>
                <a:gd name="connsiteY58" fmla="*/ 359569 h 466725"/>
                <a:gd name="connsiteX59" fmla="*/ 386715 w 390525"/>
                <a:gd name="connsiteY59" fmla="*/ 359093 h 466725"/>
                <a:gd name="connsiteX60" fmla="*/ 386524 w 390525"/>
                <a:gd name="connsiteY60" fmla="*/ 358521 h 466725"/>
                <a:gd name="connsiteX61" fmla="*/ 386524 w 390525"/>
                <a:gd name="connsiteY61" fmla="*/ 357569 h 466725"/>
                <a:gd name="connsiteX62" fmla="*/ 386524 w 390525"/>
                <a:gd name="connsiteY62" fmla="*/ 357473 h 466725"/>
                <a:gd name="connsiteX63" fmla="*/ 386715 w 390525"/>
                <a:gd name="connsiteY63" fmla="*/ 356806 h 466725"/>
                <a:gd name="connsiteX64" fmla="*/ 386429 w 390525"/>
                <a:gd name="connsiteY64" fmla="*/ 356616 h 466725"/>
                <a:gd name="connsiteX65" fmla="*/ 385381 w 390525"/>
                <a:gd name="connsiteY65" fmla="*/ 356616 h 466725"/>
                <a:gd name="connsiteX66" fmla="*/ 382524 w 390525"/>
                <a:gd name="connsiteY66" fmla="*/ 357378 h 466725"/>
                <a:gd name="connsiteX67" fmla="*/ 380905 w 390525"/>
                <a:gd name="connsiteY67" fmla="*/ 357569 h 466725"/>
                <a:gd name="connsiteX68" fmla="*/ 379476 w 390525"/>
                <a:gd name="connsiteY68" fmla="*/ 357092 h 466725"/>
                <a:gd name="connsiteX69" fmla="*/ 378238 w 390525"/>
                <a:gd name="connsiteY69" fmla="*/ 356045 h 466725"/>
                <a:gd name="connsiteX70" fmla="*/ 376333 w 390525"/>
                <a:gd name="connsiteY70" fmla="*/ 353568 h 466725"/>
                <a:gd name="connsiteX71" fmla="*/ 374904 w 390525"/>
                <a:gd name="connsiteY71" fmla="*/ 352615 h 466725"/>
                <a:gd name="connsiteX72" fmla="*/ 374142 w 390525"/>
                <a:gd name="connsiteY72" fmla="*/ 352330 h 466725"/>
                <a:gd name="connsiteX73" fmla="*/ 373380 w 390525"/>
                <a:gd name="connsiteY73" fmla="*/ 352235 h 466725"/>
                <a:gd name="connsiteX74" fmla="*/ 372618 w 390525"/>
                <a:gd name="connsiteY74" fmla="*/ 352044 h 466725"/>
                <a:gd name="connsiteX75" fmla="*/ 371856 w 390525"/>
                <a:gd name="connsiteY75" fmla="*/ 351568 h 466725"/>
                <a:gd name="connsiteX76" fmla="*/ 371189 w 390525"/>
                <a:gd name="connsiteY76" fmla="*/ 350996 h 466725"/>
                <a:gd name="connsiteX77" fmla="*/ 370904 w 390525"/>
                <a:gd name="connsiteY77" fmla="*/ 350520 h 466725"/>
                <a:gd name="connsiteX78" fmla="*/ 370713 w 390525"/>
                <a:gd name="connsiteY78" fmla="*/ 350330 h 466725"/>
                <a:gd name="connsiteX79" fmla="*/ 370427 w 390525"/>
                <a:gd name="connsiteY79" fmla="*/ 349663 h 466725"/>
                <a:gd name="connsiteX80" fmla="*/ 369856 w 390525"/>
                <a:gd name="connsiteY80" fmla="*/ 346710 h 466725"/>
                <a:gd name="connsiteX81" fmla="*/ 369475 w 390525"/>
                <a:gd name="connsiteY81" fmla="*/ 346043 h 466725"/>
                <a:gd name="connsiteX82" fmla="*/ 368427 w 390525"/>
                <a:gd name="connsiteY82" fmla="*/ 345281 h 466725"/>
                <a:gd name="connsiteX83" fmla="*/ 367474 w 390525"/>
                <a:gd name="connsiteY83" fmla="*/ 344805 h 466725"/>
                <a:gd name="connsiteX84" fmla="*/ 367284 w 390525"/>
                <a:gd name="connsiteY84" fmla="*/ 344710 h 466725"/>
                <a:gd name="connsiteX85" fmla="*/ 366522 w 390525"/>
                <a:gd name="connsiteY85" fmla="*/ 344519 h 466725"/>
                <a:gd name="connsiteX86" fmla="*/ 364522 w 390525"/>
                <a:gd name="connsiteY86" fmla="*/ 344233 h 466725"/>
                <a:gd name="connsiteX87" fmla="*/ 362712 w 390525"/>
                <a:gd name="connsiteY87" fmla="*/ 344329 h 466725"/>
                <a:gd name="connsiteX88" fmla="*/ 362045 w 390525"/>
                <a:gd name="connsiteY88" fmla="*/ 344233 h 466725"/>
                <a:gd name="connsiteX89" fmla="*/ 361474 w 390525"/>
                <a:gd name="connsiteY89" fmla="*/ 343853 h 466725"/>
                <a:gd name="connsiteX90" fmla="*/ 361283 w 390525"/>
                <a:gd name="connsiteY90" fmla="*/ 343471 h 466725"/>
                <a:gd name="connsiteX91" fmla="*/ 361093 w 390525"/>
                <a:gd name="connsiteY91" fmla="*/ 342233 h 466725"/>
                <a:gd name="connsiteX92" fmla="*/ 360902 w 390525"/>
                <a:gd name="connsiteY92" fmla="*/ 341757 h 466725"/>
                <a:gd name="connsiteX93" fmla="*/ 360521 w 390525"/>
                <a:gd name="connsiteY93" fmla="*/ 341376 h 466725"/>
                <a:gd name="connsiteX94" fmla="*/ 359283 w 390525"/>
                <a:gd name="connsiteY94" fmla="*/ 340709 h 466725"/>
                <a:gd name="connsiteX95" fmla="*/ 358330 w 390525"/>
                <a:gd name="connsiteY95" fmla="*/ 339947 h 466725"/>
                <a:gd name="connsiteX96" fmla="*/ 357854 w 390525"/>
                <a:gd name="connsiteY96" fmla="*/ 339280 h 466725"/>
                <a:gd name="connsiteX97" fmla="*/ 357188 w 390525"/>
                <a:gd name="connsiteY97" fmla="*/ 337756 h 466725"/>
                <a:gd name="connsiteX98" fmla="*/ 356997 w 390525"/>
                <a:gd name="connsiteY98" fmla="*/ 337852 h 466725"/>
                <a:gd name="connsiteX99" fmla="*/ 356711 w 390525"/>
                <a:gd name="connsiteY99" fmla="*/ 338042 h 466725"/>
                <a:gd name="connsiteX100" fmla="*/ 356330 w 390525"/>
                <a:gd name="connsiteY100" fmla="*/ 338138 h 466725"/>
                <a:gd name="connsiteX101" fmla="*/ 356140 w 390525"/>
                <a:gd name="connsiteY101" fmla="*/ 337947 h 466725"/>
                <a:gd name="connsiteX102" fmla="*/ 356140 w 390525"/>
                <a:gd name="connsiteY102" fmla="*/ 337661 h 466725"/>
                <a:gd name="connsiteX103" fmla="*/ 356235 w 390525"/>
                <a:gd name="connsiteY103" fmla="*/ 337471 h 466725"/>
                <a:gd name="connsiteX104" fmla="*/ 356425 w 390525"/>
                <a:gd name="connsiteY104" fmla="*/ 337280 h 466725"/>
                <a:gd name="connsiteX105" fmla="*/ 356521 w 390525"/>
                <a:gd name="connsiteY105" fmla="*/ 337090 h 466725"/>
                <a:gd name="connsiteX106" fmla="*/ 356711 w 390525"/>
                <a:gd name="connsiteY106" fmla="*/ 335280 h 466725"/>
                <a:gd name="connsiteX107" fmla="*/ 356521 w 390525"/>
                <a:gd name="connsiteY107" fmla="*/ 333089 h 466725"/>
                <a:gd name="connsiteX108" fmla="*/ 355663 w 390525"/>
                <a:gd name="connsiteY108" fmla="*/ 331661 h 466725"/>
                <a:gd name="connsiteX109" fmla="*/ 354425 w 390525"/>
                <a:gd name="connsiteY109" fmla="*/ 331661 h 466725"/>
                <a:gd name="connsiteX110" fmla="*/ 353282 w 390525"/>
                <a:gd name="connsiteY110" fmla="*/ 333565 h 466725"/>
                <a:gd name="connsiteX111" fmla="*/ 353092 w 390525"/>
                <a:gd name="connsiteY111" fmla="*/ 334423 h 466725"/>
                <a:gd name="connsiteX112" fmla="*/ 352425 w 390525"/>
                <a:gd name="connsiteY112" fmla="*/ 334994 h 466725"/>
                <a:gd name="connsiteX113" fmla="*/ 350996 w 390525"/>
                <a:gd name="connsiteY113" fmla="*/ 335947 h 466725"/>
                <a:gd name="connsiteX114" fmla="*/ 350806 w 390525"/>
                <a:gd name="connsiteY114" fmla="*/ 336328 h 466725"/>
                <a:gd name="connsiteX115" fmla="*/ 350806 w 390525"/>
                <a:gd name="connsiteY115" fmla="*/ 336804 h 466725"/>
                <a:gd name="connsiteX116" fmla="*/ 350710 w 390525"/>
                <a:gd name="connsiteY116" fmla="*/ 337185 h 466725"/>
                <a:gd name="connsiteX117" fmla="*/ 350615 w 390525"/>
                <a:gd name="connsiteY117" fmla="*/ 337280 h 466725"/>
                <a:gd name="connsiteX118" fmla="*/ 350139 w 390525"/>
                <a:gd name="connsiteY118" fmla="*/ 337661 h 466725"/>
                <a:gd name="connsiteX119" fmla="*/ 349663 w 390525"/>
                <a:gd name="connsiteY119" fmla="*/ 337852 h 466725"/>
                <a:gd name="connsiteX120" fmla="*/ 349282 w 390525"/>
                <a:gd name="connsiteY120" fmla="*/ 337852 h 466725"/>
                <a:gd name="connsiteX121" fmla="*/ 349091 w 390525"/>
                <a:gd name="connsiteY121" fmla="*/ 337566 h 466725"/>
                <a:gd name="connsiteX122" fmla="*/ 349091 w 390525"/>
                <a:gd name="connsiteY122" fmla="*/ 336995 h 466725"/>
                <a:gd name="connsiteX123" fmla="*/ 347567 w 390525"/>
                <a:gd name="connsiteY123" fmla="*/ 337280 h 466725"/>
                <a:gd name="connsiteX124" fmla="*/ 346329 w 390525"/>
                <a:gd name="connsiteY124" fmla="*/ 336328 h 466725"/>
                <a:gd name="connsiteX125" fmla="*/ 345567 w 390525"/>
                <a:gd name="connsiteY125" fmla="*/ 334899 h 466725"/>
                <a:gd name="connsiteX126" fmla="*/ 344805 w 390525"/>
                <a:gd name="connsiteY126" fmla="*/ 332804 h 466725"/>
                <a:gd name="connsiteX127" fmla="*/ 344710 w 390525"/>
                <a:gd name="connsiteY127" fmla="*/ 332137 h 466725"/>
                <a:gd name="connsiteX128" fmla="*/ 344996 w 390525"/>
                <a:gd name="connsiteY128" fmla="*/ 329184 h 466725"/>
                <a:gd name="connsiteX129" fmla="*/ 344805 w 390525"/>
                <a:gd name="connsiteY129" fmla="*/ 328613 h 466725"/>
                <a:gd name="connsiteX130" fmla="*/ 343948 w 390525"/>
                <a:gd name="connsiteY130" fmla="*/ 328231 h 466725"/>
                <a:gd name="connsiteX131" fmla="*/ 343281 w 390525"/>
                <a:gd name="connsiteY131" fmla="*/ 328136 h 466725"/>
                <a:gd name="connsiteX132" fmla="*/ 342233 w 390525"/>
                <a:gd name="connsiteY132" fmla="*/ 327755 h 466725"/>
                <a:gd name="connsiteX133" fmla="*/ 341185 w 390525"/>
                <a:gd name="connsiteY133" fmla="*/ 327088 h 466725"/>
                <a:gd name="connsiteX134" fmla="*/ 340042 w 390525"/>
                <a:gd name="connsiteY134" fmla="*/ 325755 h 466725"/>
                <a:gd name="connsiteX135" fmla="*/ 339566 w 390525"/>
                <a:gd name="connsiteY135" fmla="*/ 324612 h 466725"/>
                <a:gd name="connsiteX136" fmla="*/ 339185 w 390525"/>
                <a:gd name="connsiteY136" fmla="*/ 323279 h 466725"/>
                <a:gd name="connsiteX137" fmla="*/ 339185 w 390525"/>
                <a:gd name="connsiteY137" fmla="*/ 308705 h 466725"/>
                <a:gd name="connsiteX138" fmla="*/ 339185 w 390525"/>
                <a:gd name="connsiteY138" fmla="*/ 307467 h 466725"/>
                <a:gd name="connsiteX139" fmla="*/ 338709 w 390525"/>
                <a:gd name="connsiteY139" fmla="*/ 306610 h 466725"/>
                <a:gd name="connsiteX140" fmla="*/ 337185 w 390525"/>
                <a:gd name="connsiteY140" fmla="*/ 307943 h 466725"/>
                <a:gd name="connsiteX141" fmla="*/ 336042 w 390525"/>
                <a:gd name="connsiteY141" fmla="*/ 307562 h 466725"/>
                <a:gd name="connsiteX142" fmla="*/ 335089 w 390525"/>
                <a:gd name="connsiteY142" fmla="*/ 307467 h 466725"/>
                <a:gd name="connsiteX143" fmla="*/ 334042 w 390525"/>
                <a:gd name="connsiteY143" fmla="*/ 307086 h 466725"/>
                <a:gd name="connsiteX144" fmla="*/ 333184 w 390525"/>
                <a:gd name="connsiteY144" fmla="*/ 306610 h 466725"/>
                <a:gd name="connsiteX145" fmla="*/ 332708 w 390525"/>
                <a:gd name="connsiteY145" fmla="*/ 306229 h 466725"/>
                <a:gd name="connsiteX146" fmla="*/ 332708 w 390525"/>
                <a:gd name="connsiteY146" fmla="*/ 306229 h 466725"/>
                <a:gd name="connsiteX147" fmla="*/ 332613 w 390525"/>
                <a:gd name="connsiteY147" fmla="*/ 305657 h 466725"/>
                <a:gd name="connsiteX148" fmla="*/ 332327 w 390525"/>
                <a:gd name="connsiteY148" fmla="*/ 305181 h 466725"/>
                <a:gd name="connsiteX149" fmla="*/ 331470 w 390525"/>
                <a:gd name="connsiteY149" fmla="*/ 303371 h 466725"/>
                <a:gd name="connsiteX150" fmla="*/ 331470 w 390525"/>
                <a:gd name="connsiteY150" fmla="*/ 303181 h 466725"/>
                <a:gd name="connsiteX151" fmla="*/ 331851 w 390525"/>
                <a:gd name="connsiteY151" fmla="*/ 302609 h 466725"/>
                <a:gd name="connsiteX152" fmla="*/ 331851 w 390525"/>
                <a:gd name="connsiteY152" fmla="*/ 302228 h 466725"/>
                <a:gd name="connsiteX153" fmla="*/ 331280 w 390525"/>
                <a:gd name="connsiteY153" fmla="*/ 301276 h 466725"/>
                <a:gd name="connsiteX154" fmla="*/ 328803 w 390525"/>
                <a:gd name="connsiteY154" fmla="*/ 298990 h 466725"/>
                <a:gd name="connsiteX155" fmla="*/ 327184 w 390525"/>
                <a:gd name="connsiteY155" fmla="*/ 296323 h 466725"/>
                <a:gd name="connsiteX156" fmla="*/ 326898 w 390525"/>
                <a:gd name="connsiteY156" fmla="*/ 295465 h 466725"/>
                <a:gd name="connsiteX157" fmla="*/ 326898 w 390525"/>
                <a:gd name="connsiteY157" fmla="*/ 294894 h 466725"/>
                <a:gd name="connsiteX158" fmla="*/ 327374 w 390525"/>
                <a:gd name="connsiteY158" fmla="*/ 294037 h 466725"/>
                <a:gd name="connsiteX159" fmla="*/ 327374 w 390525"/>
                <a:gd name="connsiteY159" fmla="*/ 293561 h 466725"/>
                <a:gd name="connsiteX160" fmla="*/ 327184 w 390525"/>
                <a:gd name="connsiteY160" fmla="*/ 293275 h 466725"/>
                <a:gd name="connsiteX161" fmla="*/ 326517 w 390525"/>
                <a:gd name="connsiteY161" fmla="*/ 292418 h 466725"/>
                <a:gd name="connsiteX162" fmla="*/ 326231 w 390525"/>
                <a:gd name="connsiteY162" fmla="*/ 292037 h 466725"/>
                <a:gd name="connsiteX163" fmla="*/ 326136 w 390525"/>
                <a:gd name="connsiteY163" fmla="*/ 291370 h 466725"/>
                <a:gd name="connsiteX164" fmla="*/ 326136 w 390525"/>
                <a:gd name="connsiteY164" fmla="*/ 290798 h 466725"/>
                <a:gd name="connsiteX165" fmla="*/ 326041 w 390525"/>
                <a:gd name="connsiteY165" fmla="*/ 290417 h 466725"/>
                <a:gd name="connsiteX166" fmla="*/ 325374 w 390525"/>
                <a:gd name="connsiteY166" fmla="*/ 290131 h 466725"/>
                <a:gd name="connsiteX167" fmla="*/ 324707 w 390525"/>
                <a:gd name="connsiteY167" fmla="*/ 290131 h 466725"/>
                <a:gd name="connsiteX168" fmla="*/ 324421 w 390525"/>
                <a:gd name="connsiteY168" fmla="*/ 290513 h 466725"/>
                <a:gd name="connsiteX169" fmla="*/ 324326 w 390525"/>
                <a:gd name="connsiteY169" fmla="*/ 290894 h 466725"/>
                <a:gd name="connsiteX170" fmla="*/ 324136 w 390525"/>
                <a:gd name="connsiteY170" fmla="*/ 291370 h 466725"/>
                <a:gd name="connsiteX171" fmla="*/ 323374 w 390525"/>
                <a:gd name="connsiteY171" fmla="*/ 292227 h 466725"/>
                <a:gd name="connsiteX172" fmla="*/ 322707 w 390525"/>
                <a:gd name="connsiteY172" fmla="*/ 292608 h 466725"/>
                <a:gd name="connsiteX173" fmla="*/ 321945 w 390525"/>
                <a:gd name="connsiteY173" fmla="*/ 292513 h 466725"/>
                <a:gd name="connsiteX174" fmla="*/ 320802 w 390525"/>
                <a:gd name="connsiteY174" fmla="*/ 291846 h 466725"/>
                <a:gd name="connsiteX175" fmla="*/ 312039 w 390525"/>
                <a:gd name="connsiteY175" fmla="*/ 284321 h 466725"/>
                <a:gd name="connsiteX176" fmla="*/ 307467 w 390525"/>
                <a:gd name="connsiteY176" fmla="*/ 278797 h 466725"/>
                <a:gd name="connsiteX177" fmla="*/ 307467 w 390525"/>
                <a:gd name="connsiteY177" fmla="*/ 278797 h 466725"/>
                <a:gd name="connsiteX178" fmla="*/ 306324 w 390525"/>
                <a:gd name="connsiteY178" fmla="*/ 277654 h 466725"/>
                <a:gd name="connsiteX179" fmla="*/ 302895 w 390525"/>
                <a:gd name="connsiteY179" fmla="*/ 273177 h 466725"/>
                <a:gd name="connsiteX180" fmla="*/ 301561 w 390525"/>
                <a:gd name="connsiteY180" fmla="*/ 271939 h 466725"/>
                <a:gd name="connsiteX181" fmla="*/ 299847 w 390525"/>
                <a:gd name="connsiteY181" fmla="*/ 270796 h 466725"/>
                <a:gd name="connsiteX182" fmla="*/ 297085 w 390525"/>
                <a:gd name="connsiteY182" fmla="*/ 269557 h 466725"/>
                <a:gd name="connsiteX183" fmla="*/ 296418 w 390525"/>
                <a:gd name="connsiteY183" fmla="*/ 269081 h 466725"/>
                <a:gd name="connsiteX184" fmla="*/ 295942 w 390525"/>
                <a:gd name="connsiteY184" fmla="*/ 268129 h 466725"/>
                <a:gd name="connsiteX185" fmla="*/ 295275 w 390525"/>
                <a:gd name="connsiteY185" fmla="*/ 266033 h 466725"/>
                <a:gd name="connsiteX186" fmla="*/ 294799 w 390525"/>
                <a:gd name="connsiteY186" fmla="*/ 265176 h 466725"/>
                <a:gd name="connsiteX187" fmla="*/ 293656 w 390525"/>
                <a:gd name="connsiteY187" fmla="*/ 263557 h 466725"/>
                <a:gd name="connsiteX188" fmla="*/ 292322 w 390525"/>
                <a:gd name="connsiteY188" fmla="*/ 260985 h 466725"/>
                <a:gd name="connsiteX189" fmla="*/ 290227 w 390525"/>
                <a:gd name="connsiteY189" fmla="*/ 259080 h 466725"/>
                <a:gd name="connsiteX190" fmla="*/ 289655 w 390525"/>
                <a:gd name="connsiteY190" fmla="*/ 257270 h 466725"/>
                <a:gd name="connsiteX191" fmla="*/ 290322 w 390525"/>
                <a:gd name="connsiteY191" fmla="*/ 253079 h 466725"/>
                <a:gd name="connsiteX192" fmla="*/ 290131 w 390525"/>
                <a:gd name="connsiteY192" fmla="*/ 252794 h 466725"/>
                <a:gd name="connsiteX193" fmla="*/ 289465 w 390525"/>
                <a:gd name="connsiteY193" fmla="*/ 251365 h 466725"/>
                <a:gd name="connsiteX194" fmla="*/ 289465 w 390525"/>
                <a:gd name="connsiteY194" fmla="*/ 251270 h 466725"/>
                <a:gd name="connsiteX195" fmla="*/ 288226 w 390525"/>
                <a:gd name="connsiteY195" fmla="*/ 250603 h 466725"/>
                <a:gd name="connsiteX196" fmla="*/ 287846 w 390525"/>
                <a:gd name="connsiteY196" fmla="*/ 250222 h 466725"/>
                <a:gd name="connsiteX197" fmla="*/ 287655 w 390525"/>
                <a:gd name="connsiteY197" fmla="*/ 249650 h 466725"/>
                <a:gd name="connsiteX198" fmla="*/ 287464 w 390525"/>
                <a:gd name="connsiteY198" fmla="*/ 248412 h 466725"/>
                <a:gd name="connsiteX199" fmla="*/ 287179 w 390525"/>
                <a:gd name="connsiteY199" fmla="*/ 247840 h 466725"/>
                <a:gd name="connsiteX200" fmla="*/ 286702 w 390525"/>
                <a:gd name="connsiteY200" fmla="*/ 247364 h 466725"/>
                <a:gd name="connsiteX201" fmla="*/ 285750 w 390525"/>
                <a:gd name="connsiteY201" fmla="*/ 246888 h 466725"/>
                <a:gd name="connsiteX202" fmla="*/ 285369 w 390525"/>
                <a:gd name="connsiteY202" fmla="*/ 246507 h 466725"/>
                <a:gd name="connsiteX203" fmla="*/ 284512 w 390525"/>
                <a:gd name="connsiteY203" fmla="*/ 244602 h 466725"/>
                <a:gd name="connsiteX204" fmla="*/ 284321 w 390525"/>
                <a:gd name="connsiteY204" fmla="*/ 244412 h 466725"/>
                <a:gd name="connsiteX205" fmla="*/ 283655 w 390525"/>
                <a:gd name="connsiteY205" fmla="*/ 244316 h 466725"/>
                <a:gd name="connsiteX206" fmla="*/ 283464 w 390525"/>
                <a:gd name="connsiteY206" fmla="*/ 244030 h 466725"/>
                <a:gd name="connsiteX207" fmla="*/ 283464 w 390525"/>
                <a:gd name="connsiteY207" fmla="*/ 243935 h 466725"/>
                <a:gd name="connsiteX208" fmla="*/ 283559 w 390525"/>
                <a:gd name="connsiteY208" fmla="*/ 243745 h 466725"/>
                <a:gd name="connsiteX209" fmla="*/ 283750 w 390525"/>
                <a:gd name="connsiteY209" fmla="*/ 243459 h 466725"/>
                <a:gd name="connsiteX210" fmla="*/ 283655 w 390525"/>
                <a:gd name="connsiteY210" fmla="*/ 243078 h 466725"/>
                <a:gd name="connsiteX211" fmla="*/ 283273 w 390525"/>
                <a:gd name="connsiteY211" fmla="*/ 241649 h 466725"/>
                <a:gd name="connsiteX212" fmla="*/ 282988 w 390525"/>
                <a:gd name="connsiteY212" fmla="*/ 241078 h 466725"/>
                <a:gd name="connsiteX213" fmla="*/ 282130 w 390525"/>
                <a:gd name="connsiteY213" fmla="*/ 240506 h 466725"/>
                <a:gd name="connsiteX214" fmla="*/ 281083 w 390525"/>
                <a:gd name="connsiteY214" fmla="*/ 240030 h 466725"/>
                <a:gd name="connsiteX215" fmla="*/ 279940 w 390525"/>
                <a:gd name="connsiteY215" fmla="*/ 239935 h 466725"/>
                <a:gd name="connsiteX216" fmla="*/ 278987 w 390525"/>
                <a:gd name="connsiteY216" fmla="*/ 240411 h 466725"/>
                <a:gd name="connsiteX217" fmla="*/ 278701 w 390525"/>
                <a:gd name="connsiteY217" fmla="*/ 240887 h 466725"/>
                <a:gd name="connsiteX218" fmla="*/ 278416 w 390525"/>
                <a:gd name="connsiteY218" fmla="*/ 242125 h 466725"/>
                <a:gd name="connsiteX219" fmla="*/ 278225 w 390525"/>
                <a:gd name="connsiteY219" fmla="*/ 242506 h 466725"/>
                <a:gd name="connsiteX220" fmla="*/ 277749 w 390525"/>
                <a:gd name="connsiteY220" fmla="*/ 242792 h 466725"/>
                <a:gd name="connsiteX221" fmla="*/ 277654 w 390525"/>
                <a:gd name="connsiteY221" fmla="*/ 242792 h 466725"/>
                <a:gd name="connsiteX222" fmla="*/ 277463 w 390525"/>
                <a:gd name="connsiteY222" fmla="*/ 242506 h 466725"/>
                <a:gd name="connsiteX223" fmla="*/ 277082 w 390525"/>
                <a:gd name="connsiteY223" fmla="*/ 242316 h 466725"/>
                <a:gd name="connsiteX224" fmla="*/ 276320 w 390525"/>
                <a:gd name="connsiteY224" fmla="*/ 242125 h 466725"/>
                <a:gd name="connsiteX225" fmla="*/ 275272 w 390525"/>
                <a:gd name="connsiteY225" fmla="*/ 241745 h 466725"/>
                <a:gd name="connsiteX226" fmla="*/ 274415 w 390525"/>
                <a:gd name="connsiteY226" fmla="*/ 241078 h 466725"/>
                <a:gd name="connsiteX227" fmla="*/ 273939 w 390525"/>
                <a:gd name="connsiteY227" fmla="*/ 240316 h 466725"/>
                <a:gd name="connsiteX228" fmla="*/ 273844 w 390525"/>
                <a:gd name="connsiteY228" fmla="*/ 239649 h 466725"/>
                <a:gd name="connsiteX229" fmla="*/ 274225 w 390525"/>
                <a:gd name="connsiteY229" fmla="*/ 238315 h 466725"/>
                <a:gd name="connsiteX230" fmla="*/ 274130 w 390525"/>
                <a:gd name="connsiteY230" fmla="*/ 237744 h 466725"/>
                <a:gd name="connsiteX231" fmla="*/ 273748 w 390525"/>
                <a:gd name="connsiteY231" fmla="*/ 237172 h 466725"/>
                <a:gd name="connsiteX232" fmla="*/ 273558 w 390525"/>
                <a:gd name="connsiteY232" fmla="*/ 237077 h 466725"/>
                <a:gd name="connsiteX233" fmla="*/ 273272 w 390525"/>
                <a:gd name="connsiteY233" fmla="*/ 237268 h 466725"/>
                <a:gd name="connsiteX234" fmla="*/ 271843 w 390525"/>
                <a:gd name="connsiteY234" fmla="*/ 237458 h 466725"/>
                <a:gd name="connsiteX235" fmla="*/ 271367 w 390525"/>
                <a:gd name="connsiteY235" fmla="*/ 237554 h 466725"/>
                <a:gd name="connsiteX236" fmla="*/ 270796 w 390525"/>
                <a:gd name="connsiteY236" fmla="*/ 237363 h 466725"/>
                <a:gd name="connsiteX237" fmla="*/ 270415 w 390525"/>
                <a:gd name="connsiteY237" fmla="*/ 236982 h 466725"/>
                <a:gd name="connsiteX238" fmla="*/ 269938 w 390525"/>
                <a:gd name="connsiteY238" fmla="*/ 236125 h 466725"/>
                <a:gd name="connsiteX239" fmla="*/ 269653 w 390525"/>
                <a:gd name="connsiteY239" fmla="*/ 235744 h 466725"/>
                <a:gd name="connsiteX240" fmla="*/ 267081 w 390525"/>
                <a:gd name="connsiteY240" fmla="*/ 234124 h 466725"/>
                <a:gd name="connsiteX241" fmla="*/ 266605 w 390525"/>
                <a:gd name="connsiteY241" fmla="*/ 233458 h 466725"/>
                <a:gd name="connsiteX242" fmla="*/ 266605 w 390525"/>
                <a:gd name="connsiteY242" fmla="*/ 232315 h 466725"/>
                <a:gd name="connsiteX243" fmla="*/ 266890 w 390525"/>
                <a:gd name="connsiteY243" fmla="*/ 231553 h 466725"/>
                <a:gd name="connsiteX244" fmla="*/ 266986 w 390525"/>
                <a:gd name="connsiteY244" fmla="*/ 230886 h 466725"/>
                <a:gd name="connsiteX245" fmla="*/ 266033 w 390525"/>
                <a:gd name="connsiteY245" fmla="*/ 229933 h 466725"/>
                <a:gd name="connsiteX246" fmla="*/ 264319 w 390525"/>
                <a:gd name="connsiteY246" fmla="*/ 228790 h 466725"/>
                <a:gd name="connsiteX247" fmla="*/ 263176 w 390525"/>
                <a:gd name="connsiteY247" fmla="*/ 227552 h 466725"/>
                <a:gd name="connsiteX248" fmla="*/ 262604 w 390525"/>
                <a:gd name="connsiteY248" fmla="*/ 226028 h 466725"/>
                <a:gd name="connsiteX249" fmla="*/ 262890 w 390525"/>
                <a:gd name="connsiteY249" fmla="*/ 223742 h 466725"/>
                <a:gd name="connsiteX250" fmla="*/ 263652 w 390525"/>
                <a:gd name="connsiteY250" fmla="*/ 220694 h 466725"/>
                <a:gd name="connsiteX251" fmla="*/ 264319 w 390525"/>
                <a:gd name="connsiteY251" fmla="*/ 219075 h 466725"/>
                <a:gd name="connsiteX252" fmla="*/ 265081 w 390525"/>
                <a:gd name="connsiteY252" fmla="*/ 218027 h 466725"/>
                <a:gd name="connsiteX253" fmla="*/ 265747 w 390525"/>
                <a:gd name="connsiteY253" fmla="*/ 217932 h 466725"/>
                <a:gd name="connsiteX254" fmla="*/ 266319 w 390525"/>
                <a:gd name="connsiteY254" fmla="*/ 218122 h 466725"/>
                <a:gd name="connsiteX255" fmla="*/ 266890 w 390525"/>
                <a:gd name="connsiteY255" fmla="*/ 218122 h 466725"/>
                <a:gd name="connsiteX256" fmla="*/ 267271 w 390525"/>
                <a:gd name="connsiteY256" fmla="*/ 217170 h 466725"/>
                <a:gd name="connsiteX257" fmla="*/ 267271 w 390525"/>
                <a:gd name="connsiteY257" fmla="*/ 216313 h 466725"/>
                <a:gd name="connsiteX258" fmla="*/ 266986 w 390525"/>
                <a:gd name="connsiteY258" fmla="*/ 215837 h 466725"/>
                <a:gd name="connsiteX259" fmla="*/ 265747 w 390525"/>
                <a:gd name="connsiteY259" fmla="*/ 215074 h 466725"/>
                <a:gd name="connsiteX260" fmla="*/ 264319 w 390525"/>
                <a:gd name="connsiteY260" fmla="*/ 212598 h 466725"/>
                <a:gd name="connsiteX261" fmla="*/ 263652 w 390525"/>
                <a:gd name="connsiteY261" fmla="*/ 212312 h 466725"/>
                <a:gd name="connsiteX262" fmla="*/ 262985 w 390525"/>
                <a:gd name="connsiteY262" fmla="*/ 212407 h 466725"/>
                <a:gd name="connsiteX263" fmla="*/ 262414 w 390525"/>
                <a:gd name="connsiteY263" fmla="*/ 212598 h 466725"/>
                <a:gd name="connsiteX264" fmla="*/ 261747 w 390525"/>
                <a:gd name="connsiteY264" fmla="*/ 212693 h 466725"/>
                <a:gd name="connsiteX265" fmla="*/ 260509 w 390525"/>
                <a:gd name="connsiteY265" fmla="*/ 212217 h 466725"/>
                <a:gd name="connsiteX266" fmla="*/ 257842 w 390525"/>
                <a:gd name="connsiteY266" fmla="*/ 210598 h 466725"/>
                <a:gd name="connsiteX267" fmla="*/ 256984 w 390525"/>
                <a:gd name="connsiteY267" fmla="*/ 210503 h 466725"/>
                <a:gd name="connsiteX268" fmla="*/ 256127 w 390525"/>
                <a:gd name="connsiteY268" fmla="*/ 210693 h 466725"/>
                <a:gd name="connsiteX269" fmla="*/ 255079 w 390525"/>
                <a:gd name="connsiteY269" fmla="*/ 210693 h 466725"/>
                <a:gd name="connsiteX270" fmla="*/ 254127 w 390525"/>
                <a:gd name="connsiteY270" fmla="*/ 210503 h 466725"/>
                <a:gd name="connsiteX271" fmla="*/ 253555 w 390525"/>
                <a:gd name="connsiteY271" fmla="*/ 209931 h 466725"/>
                <a:gd name="connsiteX272" fmla="*/ 253079 w 390525"/>
                <a:gd name="connsiteY272" fmla="*/ 208597 h 466725"/>
                <a:gd name="connsiteX273" fmla="*/ 251650 w 390525"/>
                <a:gd name="connsiteY273" fmla="*/ 208121 h 466725"/>
                <a:gd name="connsiteX274" fmla="*/ 248602 w 390525"/>
                <a:gd name="connsiteY274" fmla="*/ 208407 h 466725"/>
                <a:gd name="connsiteX275" fmla="*/ 247936 w 390525"/>
                <a:gd name="connsiteY275" fmla="*/ 208312 h 466725"/>
                <a:gd name="connsiteX276" fmla="*/ 245840 w 390525"/>
                <a:gd name="connsiteY276" fmla="*/ 207645 h 466725"/>
                <a:gd name="connsiteX277" fmla="*/ 243745 w 390525"/>
                <a:gd name="connsiteY277" fmla="*/ 207359 h 466725"/>
                <a:gd name="connsiteX278" fmla="*/ 243078 w 390525"/>
                <a:gd name="connsiteY278" fmla="*/ 207169 h 466725"/>
                <a:gd name="connsiteX279" fmla="*/ 242697 w 390525"/>
                <a:gd name="connsiteY279" fmla="*/ 206788 h 466725"/>
                <a:gd name="connsiteX280" fmla="*/ 242030 w 390525"/>
                <a:gd name="connsiteY280" fmla="*/ 205835 h 466725"/>
                <a:gd name="connsiteX281" fmla="*/ 241744 w 390525"/>
                <a:gd name="connsiteY281" fmla="*/ 205549 h 466725"/>
                <a:gd name="connsiteX282" fmla="*/ 241268 w 390525"/>
                <a:gd name="connsiteY282" fmla="*/ 205359 h 466725"/>
                <a:gd name="connsiteX283" fmla="*/ 240221 w 390525"/>
                <a:gd name="connsiteY283" fmla="*/ 205264 h 466725"/>
                <a:gd name="connsiteX284" fmla="*/ 239744 w 390525"/>
                <a:gd name="connsiteY284" fmla="*/ 205169 h 466725"/>
                <a:gd name="connsiteX285" fmla="*/ 238887 w 390525"/>
                <a:gd name="connsiteY285" fmla="*/ 204597 h 466725"/>
                <a:gd name="connsiteX286" fmla="*/ 237458 w 390525"/>
                <a:gd name="connsiteY286" fmla="*/ 203168 h 466725"/>
                <a:gd name="connsiteX287" fmla="*/ 236696 w 390525"/>
                <a:gd name="connsiteY287" fmla="*/ 202597 h 466725"/>
                <a:gd name="connsiteX288" fmla="*/ 234982 w 390525"/>
                <a:gd name="connsiteY288" fmla="*/ 201549 h 466725"/>
                <a:gd name="connsiteX289" fmla="*/ 234315 w 390525"/>
                <a:gd name="connsiteY289" fmla="*/ 200978 h 466725"/>
                <a:gd name="connsiteX290" fmla="*/ 232505 w 390525"/>
                <a:gd name="connsiteY290" fmla="*/ 198311 h 466725"/>
                <a:gd name="connsiteX291" fmla="*/ 231934 w 390525"/>
                <a:gd name="connsiteY291" fmla="*/ 197644 h 466725"/>
                <a:gd name="connsiteX292" fmla="*/ 230981 w 390525"/>
                <a:gd name="connsiteY292" fmla="*/ 197072 h 466725"/>
                <a:gd name="connsiteX293" fmla="*/ 230029 w 390525"/>
                <a:gd name="connsiteY293" fmla="*/ 196787 h 466725"/>
                <a:gd name="connsiteX294" fmla="*/ 228409 w 390525"/>
                <a:gd name="connsiteY294" fmla="*/ 196977 h 466725"/>
                <a:gd name="connsiteX295" fmla="*/ 227457 w 390525"/>
                <a:gd name="connsiteY295" fmla="*/ 196787 h 466725"/>
                <a:gd name="connsiteX296" fmla="*/ 226790 w 390525"/>
                <a:gd name="connsiteY296" fmla="*/ 196310 h 466725"/>
                <a:gd name="connsiteX297" fmla="*/ 225266 w 390525"/>
                <a:gd name="connsiteY297" fmla="*/ 194024 h 466725"/>
                <a:gd name="connsiteX298" fmla="*/ 224409 w 390525"/>
                <a:gd name="connsiteY298" fmla="*/ 193167 h 466725"/>
                <a:gd name="connsiteX299" fmla="*/ 223552 w 390525"/>
                <a:gd name="connsiteY299" fmla="*/ 192786 h 466725"/>
                <a:gd name="connsiteX300" fmla="*/ 222599 w 390525"/>
                <a:gd name="connsiteY300" fmla="*/ 192500 h 466725"/>
                <a:gd name="connsiteX301" fmla="*/ 221647 w 390525"/>
                <a:gd name="connsiteY301" fmla="*/ 192024 h 466725"/>
                <a:gd name="connsiteX302" fmla="*/ 220789 w 390525"/>
                <a:gd name="connsiteY302" fmla="*/ 191357 h 466725"/>
                <a:gd name="connsiteX303" fmla="*/ 220123 w 390525"/>
                <a:gd name="connsiteY303" fmla="*/ 190690 h 466725"/>
                <a:gd name="connsiteX304" fmla="*/ 219361 w 390525"/>
                <a:gd name="connsiteY304" fmla="*/ 190119 h 466725"/>
                <a:gd name="connsiteX305" fmla="*/ 219361 w 390525"/>
                <a:gd name="connsiteY305" fmla="*/ 190119 h 466725"/>
                <a:gd name="connsiteX306" fmla="*/ 218313 w 390525"/>
                <a:gd name="connsiteY306" fmla="*/ 189833 h 466725"/>
                <a:gd name="connsiteX307" fmla="*/ 216789 w 390525"/>
                <a:gd name="connsiteY307" fmla="*/ 190310 h 466725"/>
                <a:gd name="connsiteX308" fmla="*/ 216313 w 390525"/>
                <a:gd name="connsiteY308" fmla="*/ 189833 h 466725"/>
                <a:gd name="connsiteX309" fmla="*/ 216313 w 390525"/>
                <a:gd name="connsiteY309" fmla="*/ 188786 h 466725"/>
                <a:gd name="connsiteX310" fmla="*/ 216122 w 390525"/>
                <a:gd name="connsiteY310" fmla="*/ 187738 h 466725"/>
                <a:gd name="connsiteX311" fmla="*/ 215551 w 390525"/>
                <a:gd name="connsiteY311" fmla="*/ 187166 h 466725"/>
                <a:gd name="connsiteX312" fmla="*/ 213455 w 390525"/>
                <a:gd name="connsiteY312" fmla="*/ 185738 h 466725"/>
                <a:gd name="connsiteX313" fmla="*/ 207645 w 390525"/>
                <a:gd name="connsiteY313" fmla="*/ 183071 h 466725"/>
                <a:gd name="connsiteX314" fmla="*/ 206502 w 390525"/>
                <a:gd name="connsiteY314" fmla="*/ 182880 h 466725"/>
                <a:gd name="connsiteX315" fmla="*/ 205454 w 390525"/>
                <a:gd name="connsiteY315" fmla="*/ 182880 h 466725"/>
                <a:gd name="connsiteX316" fmla="*/ 204311 w 390525"/>
                <a:gd name="connsiteY316" fmla="*/ 183356 h 466725"/>
                <a:gd name="connsiteX317" fmla="*/ 204216 w 390525"/>
                <a:gd name="connsiteY317" fmla="*/ 183356 h 466725"/>
                <a:gd name="connsiteX318" fmla="*/ 202692 w 390525"/>
                <a:gd name="connsiteY318" fmla="*/ 182213 h 466725"/>
                <a:gd name="connsiteX319" fmla="*/ 201358 w 390525"/>
                <a:gd name="connsiteY319" fmla="*/ 181546 h 466725"/>
                <a:gd name="connsiteX320" fmla="*/ 200977 w 390525"/>
                <a:gd name="connsiteY320" fmla="*/ 181261 h 466725"/>
                <a:gd name="connsiteX321" fmla="*/ 200692 w 390525"/>
                <a:gd name="connsiteY321" fmla="*/ 180880 h 466725"/>
                <a:gd name="connsiteX322" fmla="*/ 200025 w 390525"/>
                <a:gd name="connsiteY322" fmla="*/ 179546 h 466725"/>
                <a:gd name="connsiteX323" fmla="*/ 199168 w 390525"/>
                <a:gd name="connsiteY323" fmla="*/ 179451 h 466725"/>
                <a:gd name="connsiteX324" fmla="*/ 198215 w 390525"/>
                <a:gd name="connsiteY324" fmla="*/ 179451 h 466725"/>
                <a:gd name="connsiteX325" fmla="*/ 197644 w 390525"/>
                <a:gd name="connsiteY325" fmla="*/ 179261 h 466725"/>
                <a:gd name="connsiteX326" fmla="*/ 198120 w 390525"/>
                <a:gd name="connsiteY326" fmla="*/ 178308 h 466725"/>
                <a:gd name="connsiteX327" fmla="*/ 198787 w 390525"/>
                <a:gd name="connsiteY327" fmla="*/ 177737 h 466725"/>
                <a:gd name="connsiteX328" fmla="*/ 200692 w 390525"/>
                <a:gd name="connsiteY328" fmla="*/ 176879 h 466725"/>
                <a:gd name="connsiteX329" fmla="*/ 201549 w 390525"/>
                <a:gd name="connsiteY329" fmla="*/ 176308 h 466725"/>
                <a:gd name="connsiteX330" fmla="*/ 202597 w 390525"/>
                <a:gd name="connsiteY330" fmla="*/ 174688 h 466725"/>
                <a:gd name="connsiteX331" fmla="*/ 203168 w 390525"/>
                <a:gd name="connsiteY331" fmla="*/ 174212 h 466725"/>
                <a:gd name="connsiteX332" fmla="*/ 204311 w 390525"/>
                <a:gd name="connsiteY332" fmla="*/ 173927 h 466725"/>
                <a:gd name="connsiteX333" fmla="*/ 205454 w 390525"/>
                <a:gd name="connsiteY333" fmla="*/ 173260 h 466725"/>
                <a:gd name="connsiteX334" fmla="*/ 206788 w 390525"/>
                <a:gd name="connsiteY334" fmla="*/ 172879 h 466725"/>
                <a:gd name="connsiteX335" fmla="*/ 207550 w 390525"/>
                <a:gd name="connsiteY335" fmla="*/ 172783 h 466725"/>
                <a:gd name="connsiteX336" fmla="*/ 207645 w 390525"/>
                <a:gd name="connsiteY336" fmla="*/ 172974 h 466725"/>
                <a:gd name="connsiteX337" fmla="*/ 207740 w 390525"/>
                <a:gd name="connsiteY337" fmla="*/ 172974 h 466725"/>
                <a:gd name="connsiteX338" fmla="*/ 208121 w 390525"/>
                <a:gd name="connsiteY338" fmla="*/ 172117 h 466725"/>
                <a:gd name="connsiteX339" fmla="*/ 208312 w 390525"/>
                <a:gd name="connsiteY339" fmla="*/ 171640 h 466725"/>
                <a:gd name="connsiteX340" fmla="*/ 208502 w 390525"/>
                <a:gd name="connsiteY340" fmla="*/ 170307 h 466725"/>
                <a:gd name="connsiteX341" fmla="*/ 208883 w 390525"/>
                <a:gd name="connsiteY341" fmla="*/ 169736 h 466725"/>
                <a:gd name="connsiteX342" fmla="*/ 209359 w 390525"/>
                <a:gd name="connsiteY342" fmla="*/ 169450 h 466725"/>
                <a:gd name="connsiteX343" fmla="*/ 209931 w 390525"/>
                <a:gd name="connsiteY343" fmla="*/ 169259 h 466725"/>
                <a:gd name="connsiteX344" fmla="*/ 210407 w 390525"/>
                <a:gd name="connsiteY344" fmla="*/ 169069 h 466725"/>
                <a:gd name="connsiteX345" fmla="*/ 210598 w 390525"/>
                <a:gd name="connsiteY345" fmla="*/ 168402 h 466725"/>
                <a:gd name="connsiteX346" fmla="*/ 210598 w 390525"/>
                <a:gd name="connsiteY346" fmla="*/ 168402 h 466725"/>
                <a:gd name="connsiteX347" fmla="*/ 210598 w 390525"/>
                <a:gd name="connsiteY347" fmla="*/ 168402 h 466725"/>
                <a:gd name="connsiteX348" fmla="*/ 210598 w 390525"/>
                <a:gd name="connsiteY348" fmla="*/ 168402 h 466725"/>
                <a:gd name="connsiteX349" fmla="*/ 210026 w 390525"/>
                <a:gd name="connsiteY349" fmla="*/ 167640 h 466725"/>
                <a:gd name="connsiteX350" fmla="*/ 209836 w 390525"/>
                <a:gd name="connsiteY350" fmla="*/ 166688 h 466725"/>
                <a:gd name="connsiteX351" fmla="*/ 209740 w 390525"/>
                <a:gd name="connsiteY351" fmla="*/ 165735 h 466725"/>
                <a:gd name="connsiteX352" fmla="*/ 209455 w 390525"/>
                <a:gd name="connsiteY352" fmla="*/ 164878 h 466725"/>
                <a:gd name="connsiteX353" fmla="*/ 208883 w 390525"/>
                <a:gd name="connsiteY353" fmla="*/ 164306 h 466725"/>
                <a:gd name="connsiteX354" fmla="*/ 207169 w 390525"/>
                <a:gd name="connsiteY354" fmla="*/ 163354 h 466725"/>
                <a:gd name="connsiteX355" fmla="*/ 206597 w 390525"/>
                <a:gd name="connsiteY355" fmla="*/ 162592 h 466725"/>
                <a:gd name="connsiteX356" fmla="*/ 205549 w 390525"/>
                <a:gd name="connsiteY356" fmla="*/ 159639 h 466725"/>
                <a:gd name="connsiteX357" fmla="*/ 205454 w 390525"/>
                <a:gd name="connsiteY357" fmla="*/ 158972 h 466725"/>
                <a:gd name="connsiteX358" fmla="*/ 205740 w 390525"/>
                <a:gd name="connsiteY358" fmla="*/ 158115 h 466725"/>
                <a:gd name="connsiteX359" fmla="*/ 206216 w 390525"/>
                <a:gd name="connsiteY359" fmla="*/ 157829 h 466725"/>
                <a:gd name="connsiteX360" fmla="*/ 206788 w 390525"/>
                <a:gd name="connsiteY360" fmla="*/ 158020 h 466725"/>
                <a:gd name="connsiteX361" fmla="*/ 209359 w 390525"/>
                <a:gd name="connsiteY361" fmla="*/ 159353 h 466725"/>
                <a:gd name="connsiteX362" fmla="*/ 210312 w 390525"/>
                <a:gd name="connsiteY362" fmla="*/ 159639 h 466725"/>
                <a:gd name="connsiteX363" fmla="*/ 211455 w 390525"/>
                <a:gd name="connsiteY363" fmla="*/ 159544 h 466725"/>
                <a:gd name="connsiteX364" fmla="*/ 211836 w 390525"/>
                <a:gd name="connsiteY364" fmla="*/ 159163 h 466725"/>
                <a:gd name="connsiteX365" fmla="*/ 212217 w 390525"/>
                <a:gd name="connsiteY365" fmla="*/ 158305 h 466725"/>
                <a:gd name="connsiteX366" fmla="*/ 212598 w 390525"/>
                <a:gd name="connsiteY366" fmla="*/ 158020 h 466725"/>
                <a:gd name="connsiteX367" fmla="*/ 212884 w 390525"/>
                <a:gd name="connsiteY367" fmla="*/ 157734 h 466725"/>
                <a:gd name="connsiteX368" fmla="*/ 214027 w 390525"/>
                <a:gd name="connsiteY368" fmla="*/ 157639 h 466725"/>
                <a:gd name="connsiteX369" fmla="*/ 216217 w 390525"/>
                <a:gd name="connsiteY369" fmla="*/ 157067 h 466725"/>
                <a:gd name="connsiteX370" fmla="*/ 217741 w 390525"/>
                <a:gd name="connsiteY370" fmla="*/ 156686 h 466725"/>
                <a:gd name="connsiteX371" fmla="*/ 218408 w 390525"/>
                <a:gd name="connsiteY371" fmla="*/ 157258 h 466725"/>
                <a:gd name="connsiteX372" fmla="*/ 220218 w 390525"/>
                <a:gd name="connsiteY372" fmla="*/ 157924 h 466725"/>
                <a:gd name="connsiteX373" fmla="*/ 221266 w 390525"/>
                <a:gd name="connsiteY373" fmla="*/ 159544 h 466725"/>
                <a:gd name="connsiteX374" fmla="*/ 223647 w 390525"/>
                <a:gd name="connsiteY374" fmla="*/ 157924 h 466725"/>
                <a:gd name="connsiteX375" fmla="*/ 224599 w 390525"/>
                <a:gd name="connsiteY375" fmla="*/ 157734 h 466725"/>
                <a:gd name="connsiteX376" fmla="*/ 225647 w 390525"/>
                <a:gd name="connsiteY376" fmla="*/ 157829 h 466725"/>
                <a:gd name="connsiteX377" fmla="*/ 226314 w 390525"/>
                <a:gd name="connsiteY377" fmla="*/ 158305 h 466725"/>
                <a:gd name="connsiteX378" fmla="*/ 226790 w 390525"/>
                <a:gd name="connsiteY378" fmla="*/ 158972 h 466725"/>
                <a:gd name="connsiteX379" fmla="*/ 227552 w 390525"/>
                <a:gd name="connsiteY379" fmla="*/ 159734 h 466725"/>
                <a:gd name="connsiteX380" fmla="*/ 228029 w 390525"/>
                <a:gd name="connsiteY380" fmla="*/ 160020 h 466725"/>
                <a:gd name="connsiteX381" fmla="*/ 229362 w 390525"/>
                <a:gd name="connsiteY381" fmla="*/ 160591 h 466725"/>
                <a:gd name="connsiteX382" fmla="*/ 232315 w 390525"/>
                <a:gd name="connsiteY382" fmla="*/ 162401 h 466725"/>
                <a:gd name="connsiteX383" fmla="*/ 233172 w 390525"/>
                <a:gd name="connsiteY383" fmla="*/ 162592 h 466725"/>
                <a:gd name="connsiteX384" fmla="*/ 234410 w 390525"/>
                <a:gd name="connsiteY384" fmla="*/ 162496 h 466725"/>
                <a:gd name="connsiteX385" fmla="*/ 234886 w 390525"/>
                <a:gd name="connsiteY385" fmla="*/ 162306 h 466725"/>
                <a:gd name="connsiteX386" fmla="*/ 235744 w 390525"/>
                <a:gd name="connsiteY386" fmla="*/ 161735 h 466725"/>
                <a:gd name="connsiteX387" fmla="*/ 236220 w 390525"/>
                <a:gd name="connsiteY387" fmla="*/ 161544 h 466725"/>
                <a:gd name="connsiteX388" fmla="*/ 236601 w 390525"/>
                <a:gd name="connsiteY388" fmla="*/ 161639 h 466725"/>
                <a:gd name="connsiteX389" fmla="*/ 237554 w 390525"/>
                <a:gd name="connsiteY389" fmla="*/ 162211 h 466725"/>
                <a:gd name="connsiteX390" fmla="*/ 238030 w 390525"/>
                <a:gd name="connsiteY390" fmla="*/ 162115 h 466725"/>
                <a:gd name="connsiteX391" fmla="*/ 238506 w 390525"/>
                <a:gd name="connsiteY391" fmla="*/ 161544 h 466725"/>
                <a:gd name="connsiteX392" fmla="*/ 240125 w 390525"/>
                <a:gd name="connsiteY392" fmla="*/ 157067 h 466725"/>
                <a:gd name="connsiteX393" fmla="*/ 240601 w 390525"/>
                <a:gd name="connsiteY393" fmla="*/ 156400 h 466725"/>
                <a:gd name="connsiteX394" fmla="*/ 241268 w 390525"/>
                <a:gd name="connsiteY394" fmla="*/ 155638 h 466725"/>
                <a:gd name="connsiteX395" fmla="*/ 242125 w 390525"/>
                <a:gd name="connsiteY395" fmla="*/ 155067 h 466725"/>
                <a:gd name="connsiteX396" fmla="*/ 242792 w 390525"/>
                <a:gd name="connsiteY396" fmla="*/ 154877 h 466725"/>
                <a:gd name="connsiteX397" fmla="*/ 243459 w 390525"/>
                <a:gd name="connsiteY397" fmla="*/ 154781 h 466725"/>
                <a:gd name="connsiteX398" fmla="*/ 244507 w 390525"/>
                <a:gd name="connsiteY398" fmla="*/ 154496 h 466725"/>
                <a:gd name="connsiteX399" fmla="*/ 245745 w 390525"/>
                <a:gd name="connsiteY399" fmla="*/ 153257 h 466725"/>
                <a:gd name="connsiteX400" fmla="*/ 247079 w 390525"/>
                <a:gd name="connsiteY400" fmla="*/ 152686 h 466725"/>
                <a:gd name="connsiteX401" fmla="*/ 248126 w 390525"/>
                <a:gd name="connsiteY401" fmla="*/ 151924 h 466725"/>
                <a:gd name="connsiteX402" fmla="*/ 248602 w 390525"/>
                <a:gd name="connsiteY402" fmla="*/ 150209 h 466725"/>
                <a:gd name="connsiteX403" fmla="*/ 248698 w 390525"/>
                <a:gd name="connsiteY403" fmla="*/ 149257 h 466725"/>
                <a:gd name="connsiteX404" fmla="*/ 248698 w 390525"/>
                <a:gd name="connsiteY404" fmla="*/ 148780 h 466725"/>
                <a:gd name="connsiteX405" fmla="*/ 248317 w 390525"/>
                <a:gd name="connsiteY405" fmla="*/ 148495 h 466725"/>
                <a:gd name="connsiteX406" fmla="*/ 247269 w 390525"/>
                <a:gd name="connsiteY406" fmla="*/ 148114 h 466725"/>
                <a:gd name="connsiteX407" fmla="*/ 245745 w 390525"/>
                <a:gd name="connsiteY407" fmla="*/ 148019 h 466725"/>
                <a:gd name="connsiteX408" fmla="*/ 245459 w 390525"/>
                <a:gd name="connsiteY408" fmla="*/ 147733 h 466725"/>
                <a:gd name="connsiteX409" fmla="*/ 245840 w 390525"/>
                <a:gd name="connsiteY409" fmla="*/ 146685 h 466725"/>
                <a:gd name="connsiteX410" fmla="*/ 246793 w 390525"/>
                <a:gd name="connsiteY410" fmla="*/ 145447 h 466725"/>
                <a:gd name="connsiteX411" fmla="*/ 249650 w 390525"/>
                <a:gd name="connsiteY411" fmla="*/ 143732 h 466725"/>
                <a:gd name="connsiteX412" fmla="*/ 250888 w 390525"/>
                <a:gd name="connsiteY412" fmla="*/ 142780 h 466725"/>
                <a:gd name="connsiteX413" fmla="*/ 251365 w 390525"/>
                <a:gd name="connsiteY413" fmla="*/ 142018 h 466725"/>
                <a:gd name="connsiteX414" fmla="*/ 251460 w 390525"/>
                <a:gd name="connsiteY414" fmla="*/ 141541 h 466725"/>
                <a:gd name="connsiteX415" fmla="*/ 251746 w 390525"/>
                <a:gd name="connsiteY415" fmla="*/ 141256 h 466725"/>
                <a:gd name="connsiteX416" fmla="*/ 252698 w 390525"/>
                <a:gd name="connsiteY416" fmla="*/ 141065 h 466725"/>
                <a:gd name="connsiteX417" fmla="*/ 254222 w 390525"/>
                <a:gd name="connsiteY417" fmla="*/ 141256 h 466725"/>
                <a:gd name="connsiteX418" fmla="*/ 254984 w 390525"/>
                <a:gd name="connsiteY418" fmla="*/ 141161 h 466725"/>
                <a:gd name="connsiteX419" fmla="*/ 255460 w 390525"/>
                <a:gd name="connsiteY419" fmla="*/ 140684 h 466725"/>
                <a:gd name="connsiteX420" fmla="*/ 255651 w 390525"/>
                <a:gd name="connsiteY420" fmla="*/ 140589 h 466725"/>
                <a:gd name="connsiteX421" fmla="*/ 255841 w 390525"/>
                <a:gd name="connsiteY421" fmla="*/ 139827 h 466725"/>
                <a:gd name="connsiteX422" fmla="*/ 255841 w 390525"/>
                <a:gd name="connsiteY422" fmla="*/ 139065 h 466725"/>
                <a:gd name="connsiteX423" fmla="*/ 255651 w 390525"/>
                <a:gd name="connsiteY423" fmla="*/ 138398 h 466725"/>
                <a:gd name="connsiteX424" fmla="*/ 255556 w 390525"/>
                <a:gd name="connsiteY424" fmla="*/ 137350 h 466725"/>
                <a:gd name="connsiteX425" fmla="*/ 255365 w 390525"/>
                <a:gd name="connsiteY425" fmla="*/ 136874 h 466725"/>
                <a:gd name="connsiteX426" fmla="*/ 255365 w 390525"/>
                <a:gd name="connsiteY426" fmla="*/ 136588 h 466725"/>
                <a:gd name="connsiteX427" fmla="*/ 255556 w 390525"/>
                <a:gd name="connsiteY427" fmla="*/ 136398 h 466725"/>
                <a:gd name="connsiteX428" fmla="*/ 256318 w 390525"/>
                <a:gd name="connsiteY428" fmla="*/ 136303 h 466725"/>
                <a:gd name="connsiteX429" fmla="*/ 256508 w 390525"/>
                <a:gd name="connsiteY429" fmla="*/ 136017 h 466725"/>
                <a:gd name="connsiteX430" fmla="*/ 256127 w 390525"/>
                <a:gd name="connsiteY430" fmla="*/ 135160 h 466725"/>
                <a:gd name="connsiteX431" fmla="*/ 254032 w 390525"/>
                <a:gd name="connsiteY431" fmla="*/ 133826 h 466725"/>
                <a:gd name="connsiteX432" fmla="*/ 253365 w 390525"/>
                <a:gd name="connsiteY432" fmla="*/ 132779 h 466725"/>
                <a:gd name="connsiteX433" fmla="*/ 253270 w 390525"/>
                <a:gd name="connsiteY433" fmla="*/ 131540 h 466725"/>
                <a:gd name="connsiteX434" fmla="*/ 253555 w 390525"/>
                <a:gd name="connsiteY434" fmla="*/ 130969 h 466725"/>
                <a:gd name="connsiteX435" fmla="*/ 253460 w 390525"/>
                <a:gd name="connsiteY435" fmla="*/ 130492 h 466725"/>
                <a:gd name="connsiteX436" fmla="*/ 248793 w 390525"/>
                <a:gd name="connsiteY436" fmla="*/ 128016 h 466725"/>
                <a:gd name="connsiteX437" fmla="*/ 246697 w 390525"/>
                <a:gd name="connsiteY437" fmla="*/ 128111 h 466725"/>
                <a:gd name="connsiteX438" fmla="*/ 244316 w 390525"/>
                <a:gd name="connsiteY438" fmla="*/ 128873 h 466725"/>
                <a:gd name="connsiteX439" fmla="*/ 242030 w 390525"/>
                <a:gd name="connsiteY439" fmla="*/ 129350 h 466725"/>
                <a:gd name="connsiteX440" fmla="*/ 240316 w 390525"/>
                <a:gd name="connsiteY440" fmla="*/ 128397 h 466725"/>
                <a:gd name="connsiteX441" fmla="*/ 240030 w 390525"/>
                <a:gd name="connsiteY441" fmla="*/ 127730 h 466725"/>
                <a:gd name="connsiteX442" fmla="*/ 240030 w 390525"/>
                <a:gd name="connsiteY442" fmla="*/ 126587 h 466725"/>
                <a:gd name="connsiteX443" fmla="*/ 240125 w 390525"/>
                <a:gd name="connsiteY443" fmla="*/ 125444 h 466725"/>
                <a:gd name="connsiteX444" fmla="*/ 240316 w 390525"/>
                <a:gd name="connsiteY444" fmla="*/ 124682 h 466725"/>
                <a:gd name="connsiteX445" fmla="*/ 240792 w 390525"/>
                <a:gd name="connsiteY445" fmla="*/ 124396 h 466725"/>
                <a:gd name="connsiteX446" fmla="*/ 241173 w 390525"/>
                <a:gd name="connsiteY446" fmla="*/ 124396 h 466725"/>
                <a:gd name="connsiteX447" fmla="*/ 241554 w 390525"/>
                <a:gd name="connsiteY447" fmla="*/ 124301 h 466725"/>
                <a:gd name="connsiteX448" fmla="*/ 241935 w 390525"/>
                <a:gd name="connsiteY448" fmla="*/ 123539 h 466725"/>
                <a:gd name="connsiteX449" fmla="*/ 242030 w 390525"/>
                <a:gd name="connsiteY449" fmla="*/ 122968 h 466725"/>
                <a:gd name="connsiteX450" fmla="*/ 241935 w 390525"/>
                <a:gd name="connsiteY450" fmla="*/ 122396 h 466725"/>
                <a:gd name="connsiteX451" fmla="*/ 241744 w 390525"/>
                <a:gd name="connsiteY451" fmla="*/ 121729 h 466725"/>
                <a:gd name="connsiteX452" fmla="*/ 241554 w 390525"/>
                <a:gd name="connsiteY452" fmla="*/ 121253 h 466725"/>
                <a:gd name="connsiteX453" fmla="*/ 240792 w 390525"/>
                <a:gd name="connsiteY453" fmla="*/ 120682 h 466725"/>
                <a:gd name="connsiteX454" fmla="*/ 238792 w 390525"/>
                <a:gd name="connsiteY454" fmla="*/ 119920 h 466725"/>
                <a:gd name="connsiteX455" fmla="*/ 237934 w 390525"/>
                <a:gd name="connsiteY455" fmla="*/ 119253 h 466725"/>
                <a:gd name="connsiteX456" fmla="*/ 236696 w 390525"/>
                <a:gd name="connsiteY456" fmla="*/ 117634 h 466725"/>
                <a:gd name="connsiteX457" fmla="*/ 236029 w 390525"/>
                <a:gd name="connsiteY457" fmla="*/ 117158 h 466725"/>
                <a:gd name="connsiteX458" fmla="*/ 228409 w 390525"/>
                <a:gd name="connsiteY458" fmla="*/ 117348 h 466725"/>
                <a:gd name="connsiteX459" fmla="*/ 226314 w 390525"/>
                <a:gd name="connsiteY459" fmla="*/ 116776 h 466725"/>
                <a:gd name="connsiteX460" fmla="*/ 224599 w 390525"/>
                <a:gd name="connsiteY460" fmla="*/ 115729 h 466725"/>
                <a:gd name="connsiteX461" fmla="*/ 224980 w 390525"/>
                <a:gd name="connsiteY461" fmla="*/ 114681 h 466725"/>
                <a:gd name="connsiteX462" fmla="*/ 228029 w 390525"/>
                <a:gd name="connsiteY462" fmla="*/ 112681 h 466725"/>
                <a:gd name="connsiteX463" fmla="*/ 228029 w 390525"/>
                <a:gd name="connsiteY463" fmla="*/ 112681 h 466725"/>
                <a:gd name="connsiteX464" fmla="*/ 229076 w 390525"/>
                <a:gd name="connsiteY464" fmla="*/ 110490 h 466725"/>
                <a:gd name="connsiteX465" fmla="*/ 230410 w 390525"/>
                <a:gd name="connsiteY465" fmla="*/ 111442 h 466725"/>
                <a:gd name="connsiteX466" fmla="*/ 231838 w 390525"/>
                <a:gd name="connsiteY466" fmla="*/ 111728 h 466725"/>
                <a:gd name="connsiteX467" fmla="*/ 233077 w 390525"/>
                <a:gd name="connsiteY467" fmla="*/ 111347 h 466725"/>
                <a:gd name="connsiteX468" fmla="*/ 234220 w 390525"/>
                <a:gd name="connsiteY468" fmla="*/ 110395 h 466725"/>
                <a:gd name="connsiteX469" fmla="*/ 237649 w 390525"/>
                <a:gd name="connsiteY469" fmla="*/ 105727 h 466725"/>
                <a:gd name="connsiteX470" fmla="*/ 238030 w 390525"/>
                <a:gd name="connsiteY470" fmla="*/ 104394 h 466725"/>
                <a:gd name="connsiteX471" fmla="*/ 238125 w 390525"/>
                <a:gd name="connsiteY471" fmla="*/ 104204 h 466725"/>
                <a:gd name="connsiteX472" fmla="*/ 237363 w 390525"/>
                <a:gd name="connsiteY472" fmla="*/ 103442 h 466725"/>
                <a:gd name="connsiteX473" fmla="*/ 234315 w 390525"/>
                <a:gd name="connsiteY473" fmla="*/ 102394 h 466725"/>
                <a:gd name="connsiteX474" fmla="*/ 231648 w 390525"/>
                <a:gd name="connsiteY474" fmla="*/ 101060 h 466725"/>
                <a:gd name="connsiteX475" fmla="*/ 230696 w 390525"/>
                <a:gd name="connsiteY475" fmla="*/ 100203 h 466725"/>
                <a:gd name="connsiteX476" fmla="*/ 230219 w 390525"/>
                <a:gd name="connsiteY476" fmla="*/ 98393 h 466725"/>
                <a:gd name="connsiteX477" fmla="*/ 229552 w 390525"/>
                <a:gd name="connsiteY477" fmla="*/ 97631 h 466725"/>
                <a:gd name="connsiteX478" fmla="*/ 228409 w 390525"/>
                <a:gd name="connsiteY478" fmla="*/ 97536 h 466725"/>
                <a:gd name="connsiteX479" fmla="*/ 227266 w 390525"/>
                <a:gd name="connsiteY479" fmla="*/ 97536 h 466725"/>
                <a:gd name="connsiteX480" fmla="*/ 226123 w 390525"/>
                <a:gd name="connsiteY480" fmla="*/ 97250 h 466725"/>
                <a:gd name="connsiteX481" fmla="*/ 225742 w 390525"/>
                <a:gd name="connsiteY481" fmla="*/ 96774 h 466725"/>
                <a:gd name="connsiteX482" fmla="*/ 225361 w 390525"/>
                <a:gd name="connsiteY482" fmla="*/ 95821 h 466725"/>
                <a:gd name="connsiteX483" fmla="*/ 225076 w 390525"/>
                <a:gd name="connsiteY483" fmla="*/ 95441 h 466725"/>
                <a:gd name="connsiteX484" fmla="*/ 224695 w 390525"/>
                <a:gd name="connsiteY484" fmla="*/ 95155 h 466725"/>
                <a:gd name="connsiteX485" fmla="*/ 223838 w 390525"/>
                <a:gd name="connsiteY485" fmla="*/ 94869 h 466725"/>
                <a:gd name="connsiteX486" fmla="*/ 223361 w 390525"/>
                <a:gd name="connsiteY486" fmla="*/ 94488 h 466725"/>
                <a:gd name="connsiteX487" fmla="*/ 222694 w 390525"/>
                <a:gd name="connsiteY487" fmla="*/ 93726 h 466725"/>
                <a:gd name="connsiteX488" fmla="*/ 221837 w 390525"/>
                <a:gd name="connsiteY488" fmla="*/ 92012 h 466725"/>
                <a:gd name="connsiteX489" fmla="*/ 221266 w 390525"/>
                <a:gd name="connsiteY489" fmla="*/ 91154 h 466725"/>
                <a:gd name="connsiteX490" fmla="*/ 220885 w 390525"/>
                <a:gd name="connsiteY490" fmla="*/ 90773 h 466725"/>
                <a:gd name="connsiteX491" fmla="*/ 220408 w 390525"/>
                <a:gd name="connsiteY491" fmla="*/ 90488 h 466725"/>
                <a:gd name="connsiteX492" fmla="*/ 219837 w 390525"/>
                <a:gd name="connsiteY492" fmla="*/ 90202 h 466725"/>
                <a:gd name="connsiteX493" fmla="*/ 219361 w 390525"/>
                <a:gd name="connsiteY493" fmla="*/ 90011 h 466725"/>
                <a:gd name="connsiteX494" fmla="*/ 218884 w 390525"/>
                <a:gd name="connsiteY494" fmla="*/ 90106 h 466725"/>
                <a:gd name="connsiteX495" fmla="*/ 217646 w 390525"/>
                <a:gd name="connsiteY495" fmla="*/ 90392 h 466725"/>
                <a:gd name="connsiteX496" fmla="*/ 217360 w 390525"/>
                <a:gd name="connsiteY496" fmla="*/ 90392 h 466725"/>
                <a:gd name="connsiteX497" fmla="*/ 217170 w 390525"/>
                <a:gd name="connsiteY497" fmla="*/ 90202 h 466725"/>
                <a:gd name="connsiteX498" fmla="*/ 216598 w 390525"/>
                <a:gd name="connsiteY498" fmla="*/ 88963 h 466725"/>
                <a:gd name="connsiteX499" fmla="*/ 216313 w 390525"/>
                <a:gd name="connsiteY499" fmla="*/ 88583 h 466725"/>
                <a:gd name="connsiteX500" fmla="*/ 215836 w 390525"/>
                <a:gd name="connsiteY500" fmla="*/ 88297 h 466725"/>
                <a:gd name="connsiteX501" fmla="*/ 214408 w 390525"/>
                <a:gd name="connsiteY501" fmla="*/ 87725 h 466725"/>
                <a:gd name="connsiteX502" fmla="*/ 213836 w 390525"/>
                <a:gd name="connsiteY502" fmla="*/ 87630 h 466725"/>
                <a:gd name="connsiteX503" fmla="*/ 212598 w 390525"/>
                <a:gd name="connsiteY503" fmla="*/ 87630 h 466725"/>
                <a:gd name="connsiteX504" fmla="*/ 212122 w 390525"/>
                <a:gd name="connsiteY504" fmla="*/ 87535 h 466725"/>
                <a:gd name="connsiteX505" fmla="*/ 211646 w 390525"/>
                <a:gd name="connsiteY505" fmla="*/ 87344 h 466725"/>
                <a:gd name="connsiteX506" fmla="*/ 210883 w 390525"/>
                <a:gd name="connsiteY506" fmla="*/ 86773 h 466725"/>
                <a:gd name="connsiteX507" fmla="*/ 210502 w 390525"/>
                <a:gd name="connsiteY507" fmla="*/ 86582 h 466725"/>
                <a:gd name="connsiteX508" fmla="*/ 208693 w 390525"/>
                <a:gd name="connsiteY508" fmla="*/ 86677 h 466725"/>
                <a:gd name="connsiteX509" fmla="*/ 206216 w 390525"/>
                <a:gd name="connsiteY509" fmla="*/ 89535 h 466725"/>
                <a:gd name="connsiteX510" fmla="*/ 204311 w 390525"/>
                <a:gd name="connsiteY510" fmla="*/ 89821 h 466725"/>
                <a:gd name="connsiteX511" fmla="*/ 203644 w 390525"/>
                <a:gd name="connsiteY511" fmla="*/ 89821 h 466725"/>
                <a:gd name="connsiteX512" fmla="*/ 203168 w 390525"/>
                <a:gd name="connsiteY512" fmla="*/ 90011 h 466725"/>
                <a:gd name="connsiteX513" fmla="*/ 202121 w 390525"/>
                <a:gd name="connsiteY513" fmla="*/ 90488 h 466725"/>
                <a:gd name="connsiteX514" fmla="*/ 198215 w 390525"/>
                <a:gd name="connsiteY514" fmla="*/ 91726 h 466725"/>
                <a:gd name="connsiteX515" fmla="*/ 197834 w 390525"/>
                <a:gd name="connsiteY515" fmla="*/ 92012 h 466725"/>
                <a:gd name="connsiteX516" fmla="*/ 196977 w 390525"/>
                <a:gd name="connsiteY516" fmla="*/ 92678 h 466725"/>
                <a:gd name="connsiteX517" fmla="*/ 196501 w 390525"/>
                <a:gd name="connsiteY517" fmla="*/ 92964 h 466725"/>
                <a:gd name="connsiteX518" fmla="*/ 196024 w 390525"/>
                <a:gd name="connsiteY518" fmla="*/ 92964 h 466725"/>
                <a:gd name="connsiteX519" fmla="*/ 194977 w 390525"/>
                <a:gd name="connsiteY519" fmla="*/ 92773 h 466725"/>
                <a:gd name="connsiteX520" fmla="*/ 194405 w 390525"/>
                <a:gd name="connsiteY520" fmla="*/ 93059 h 466725"/>
                <a:gd name="connsiteX521" fmla="*/ 193834 w 390525"/>
                <a:gd name="connsiteY521" fmla="*/ 93631 h 466725"/>
                <a:gd name="connsiteX522" fmla="*/ 193262 w 390525"/>
                <a:gd name="connsiteY522" fmla="*/ 94679 h 466725"/>
                <a:gd name="connsiteX523" fmla="*/ 192881 w 390525"/>
                <a:gd name="connsiteY523" fmla="*/ 95821 h 466725"/>
                <a:gd name="connsiteX524" fmla="*/ 192691 w 390525"/>
                <a:gd name="connsiteY524" fmla="*/ 96679 h 466725"/>
                <a:gd name="connsiteX525" fmla="*/ 192786 w 390525"/>
                <a:gd name="connsiteY525" fmla="*/ 97917 h 466725"/>
                <a:gd name="connsiteX526" fmla="*/ 192976 w 390525"/>
                <a:gd name="connsiteY526" fmla="*/ 98393 h 466725"/>
                <a:gd name="connsiteX527" fmla="*/ 192786 w 390525"/>
                <a:gd name="connsiteY527" fmla="*/ 98774 h 466725"/>
                <a:gd name="connsiteX528" fmla="*/ 191643 w 390525"/>
                <a:gd name="connsiteY528" fmla="*/ 99441 h 466725"/>
                <a:gd name="connsiteX529" fmla="*/ 191071 w 390525"/>
                <a:gd name="connsiteY529" fmla="*/ 99727 h 466725"/>
                <a:gd name="connsiteX530" fmla="*/ 190595 w 390525"/>
                <a:gd name="connsiteY530" fmla="*/ 99727 h 466725"/>
                <a:gd name="connsiteX531" fmla="*/ 190214 w 390525"/>
                <a:gd name="connsiteY531" fmla="*/ 100013 h 466725"/>
                <a:gd name="connsiteX532" fmla="*/ 190024 w 390525"/>
                <a:gd name="connsiteY532" fmla="*/ 100679 h 466725"/>
                <a:gd name="connsiteX533" fmla="*/ 190024 w 390525"/>
                <a:gd name="connsiteY533" fmla="*/ 101251 h 466725"/>
                <a:gd name="connsiteX534" fmla="*/ 190595 w 390525"/>
                <a:gd name="connsiteY534" fmla="*/ 102298 h 466725"/>
                <a:gd name="connsiteX535" fmla="*/ 190595 w 390525"/>
                <a:gd name="connsiteY535" fmla="*/ 102775 h 466725"/>
                <a:gd name="connsiteX536" fmla="*/ 190309 w 390525"/>
                <a:gd name="connsiteY536" fmla="*/ 103060 h 466725"/>
                <a:gd name="connsiteX537" fmla="*/ 189738 w 390525"/>
                <a:gd name="connsiteY537" fmla="*/ 103346 h 466725"/>
                <a:gd name="connsiteX538" fmla="*/ 189071 w 390525"/>
                <a:gd name="connsiteY538" fmla="*/ 103537 h 466725"/>
                <a:gd name="connsiteX539" fmla="*/ 188595 w 390525"/>
                <a:gd name="connsiteY539" fmla="*/ 103632 h 466725"/>
                <a:gd name="connsiteX540" fmla="*/ 188023 w 390525"/>
                <a:gd name="connsiteY540" fmla="*/ 103537 h 466725"/>
                <a:gd name="connsiteX541" fmla="*/ 187833 w 390525"/>
                <a:gd name="connsiteY541" fmla="*/ 103442 h 466725"/>
                <a:gd name="connsiteX542" fmla="*/ 187642 w 390525"/>
                <a:gd name="connsiteY542" fmla="*/ 103156 h 466725"/>
                <a:gd name="connsiteX543" fmla="*/ 186499 w 390525"/>
                <a:gd name="connsiteY543" fmla="*/ 102203 h 466725"/>
                <a:gd name="connsiteX544" fmla="*/ 184499 w 390525"/>
                <a:gd name="connsiteY544" fmla="*/ 99917 h 466725"/>
                <a:gd name="connsiteX545" fmla="*/ 183451 w 390525"/>
                <a:gd name="connsiteY545" fmla="*/ 99346 h 466725"/>
                <a:gd name="connsiteX546" fmla="*/ 180213 w 390525"/>
                <a:gd name="connsiteY546" fmla="*/ 98679 h 466725"/>
                <a:gd name="connsiteX547" fmla="*/ 180213 w 390525"/>
                <a:gd name="connsiteY547" fmla="*/ 98679 h 466725"/>
                <a:gd name="connsiteX548" fmla="*/ 180213 w 390525"/>
                <a:gd name="connsiteY548" fmla="*/ 98679 h 466725"/>
                <a:gd name="connsiteX549" fmla="*/ 180213 w 390525"/>
                <a:gd name="connsiteY549" fmla="*/ 98679 h 466725"/>
                <a:gd name="connsiteX550" fmla="*/ 179641 w 390525"/>
                <a:gd name="connsiteY550" fmla="*/ 98584 h 466725"/>
                <a:gd name="connsiteX551" fmla="*/ 179165 w 390525"/>
                <a:gd name="connsiteY551" fmla="*/ 98488 h 466725"/>
                <a:gd name="connsiteX552" fmla="*/ 178784 w 390525"/>
                <a:gd name="connsiteY552" fmla="*/ 98298 h 466725"/>
                <a:gd name="connsiteX553" fmla="*/ 178403 w 390525"/>
                <a:gd name="connsiteY553" fmla="*/ 97917 h 466725"/>
                <a:gd name="connsiteX554" fmla="*/ 177832 w 390525"/>
                <a:gd name="connsiteY554" fmla="*/ 97250 h 466725"/>
                <a:gd name="connsiteX555" fmla="*/ 176879 w 390525"/>
                <a:gd name="connsiteY555" fmla="*/ 95345 h 466725"/>
                <a:gd name="connsiteX556" fmla="*/ 176213 w 390525"/>
                <a:gd name="connsiteY556" fmla="*/ 94679 h 466725"/>
                <a:gd name="connsiteX557" fmla="*/ 175450 w 390525"/>
                <a:gd name="connsiteY557" fmla="*/ 94393 h 466725"/>
                <a:gd name="connsiteX558" fmla="*/ 175165 w 390525"/>
                <a:gd name="connsiteY558" fmla="*/ 94583 h 466725"/>
                <a:gd name="connsiteX559" fmla="*/ 174974 w 390525"/>
                <a:gd name="connsiteY559" fmla="*/ 94964 h 466725"/>
                <a:gd name="connsiteX560" fmla="*/ 174688 w 390525"/>
                <a:gd name="connsiteY560" fmla="*/ 95250 h 466725"/>
                <a:gd name="connsiteX561" fmla="*/ 173546 w 390525"/>
                <a:gd name="connsiteY561" fmla="*/ 95917 h 466725"/>
                <a:gd name="connsiteX562" fmla="*/ 173450 w 390525"/>
                <a:gd name="connsiteY562" fmla="*/ 95917 h 466725"/>
                <a:gd name="connsiteX563" fmla="*/ 172117 w 390525"/>
                <a:gd name="connsiteY563" fmla="*/ 96298 h 466725"/>
                <a:gd name="connsiteX564" fmla="*/ 171831 w 390525"/>
                <a:gd name="connsiteY564" fmla="*/ 96298 h 466725"/>
                <a:gd name="connsiteX565" fmla="*/ 171259 w 390525"/>
                <a:gd name="connsiteY565" fmla="*/ 96202 h 466725"/>
                <a:gd name="connsiteX566" fmla="*/ 169831 w 390525"/>
                <a:gd name="connsiteY566" fmla="*/ 95726 h 466725"/>
                <a:gd name="connsiteX567" fmla="*/ 166878 w 390525"/>
                <a:gd name="connsiteY567" fmla="*/ 94107 h 466725"/>
                <a:gd name="connsiteX568" fmla="*/ 166021 w 390525"/>
                <a:gd name="connsiteY568" fmla="*/ 93917 h 466725"/>
                <a:gd name="connsiteX569" fmla="*/ 165544 w 390525"/>
                <a:gd name="connsiteY569" fmla="*/ 93917 h 466725"/>
                <a:gd name="connsiteX570" fmla="*/ 164878 w 390525"/>
                <a:gd name="connsiteY570" fmla="*/ 94107 h 466725"/>
                <a:gd name="connsiteX571" fmla="*/ 164497 w 390525"/>
                <a:gd name="connsiteY571" fmla="*/ 94202 h 466725"/>
                <a:gd name="connsiteX572" fmla="*/ 163925 w 390525"/>
                <a:gd name="connsiteY572" fmla="*/ 94202 h 466725"/>
                <a:gd name="connsiteX573" fmla="*/ 163354 w 390525"/>
                <a:gd name="connsiteY573" fmla="*/ 94012 h 466725"/>
                <a:gd name="connsiteX574" fmla="*/ 162687 w 390525"/>
                <a:gd name="connsiteY574" fmla="*/ 93535 h 466725"/>
                <a:gd name="connsiteX575" fmla="*/ 162211 w 390525"/>
                <a:gd name="connsiteY575" fmla="*/ 93250 h 466725"/>
                <a:gd name="connsiteX576" fmla="*/ 161639 w 390525"/>
                <a:gd name="connsiteY576" fmla="*/ 93154 h 466725"/>
                <a:gd name="connsiteX577" fmla="*/ 160687 w 390525"/>
                <a:gd name="connsiteY577" fmla="*/ 93059 h 466725"/>
                <a:gd name="connsiteX578" fmla="*/ 160210 w 390525"/>
                <a:gd name="connsiteY578" fmla="*/ 92773 h 466725"/>
                <a:gd name="connsiteX579" fmla="*/ 159829 w 390525"/>
                <a:gd name="connsiteY579" fmla="*/ 92488 h 466725"/>
                <a:gd name="connsiteX580" fmla="*/ 159067 w 390525"/>
                <a:gd name="connsiteY580" fmla="*/ 91726 h 466725"/>
                <a:gd name="connsiteX581" fmla="*/ 157543 w 390525"/>
                <a:gd name="connsiteY581" fmla="*/ 89916 h 466725"/>
                <a:gd name="connsiteX582" fmla="*/ 156591 w 390525"/>
                <a:gd name="connsiteY582" fmla="*/ 88201 h 466725"/>
                <a:gd name="connsiteX583" fmla="*/ 154972 w 390525"/>
                <a:gd name="connsiteY583" fmla="*/ 84677 h 466725"/>
                <a:gd name="connsiteX584" fmla="*/ 153733 w 390525"/>
                <a:gd name="connsiteY584" fmla="*/ 82105 h 466725"/>
                <a:gd name="connsiteX585" fmla="*/ 152971 w 390525"/>
                <a:gd name="connsiteY585" fmla="*/ 81153 h 466725"/>
                <a:gd name="connsiteX586" fmla="*/ 151638 w 390525"/>
                <a:gd name="connsiteY586" fmla="*/ 80581 h 466725"/>
                <a:gd name="connsiteX587" fmla="*/ 150876 w 390525"/>
                <a:gd name="connsiteY587" fmla="*/ 80677 h 466725"/>
                <a:gd name="connsiteX588" fmla="*/ 150400 w 390525"/>
                <a:gd name="connsiteY588" fmla="*/ 80486 h 466725"/>
                <a:gd name="connsiteX589" fmla="*/ 150209 w 390525"/>
                <a:gd name="connsiteY589" fmla="*/ 80105 h 466725"/>
                <a:gd name="connsiteX590" fmla="*/ 149923 w 390525"/>
                <a:gd name="connsiteY590" fmla="*/ 79629 h 466725"/>
                <a:gd name="connsiteX591" fmla="*/ 149542 w 390525"/>
                <a:gd name="connsiteY591" fmla="*/ 78676 h 466725"/>
                <a:gd name="connsiteX592" fmla="*/ 149066 w 390525"/>
                <a:gd name="connsiteY592" fmla="*/ 76486 h 466725"/>
                <a:gd name="connsiteX593" fmla="*/ 149066 w 390525"/>
                <a:gd name="connsiteY593" fmla="*/ 76391 h 466725"/>
                <a:gd name="connsiteX594" fmla="*/ 148495 w 390525"/>
                <a:gd name="connsiteY594" fmla="*/ 75533 h 466725"/>
                <a:gd name="connsiteX595" fmla="*/ 147923 w 390525"/>
                <a:gd name="connsiteY595" fmla="*/ 75152 h 466725"/>
                <a:gd name="connsiteX596" fmla="*/ 147542 w 390525"/>
                <a:gd name="connsiteY596" fmla="*/ 75152 h 466725"/>
                <a:gd name="connsiteX597" fmla="*/ 147161 w 390525"/>
                <a:gd name="connsiteY597" fmla="*/ 75057 h 466725"/>
                <a:gd name="connsiteX598" fmla="*/ 146780 w 390525"/>
                <a:gd name="connsiteY598" fmla="*/ 74485 h 466725"/>
                <a:gd name="connsiteX599" fmla="*/ 146780 w 390525"/>
                <a:gd name="connsiteY599" fmla="*/ 73914 h 466725"/>
                <a:gd name="connsiteX600" fmla="*/ 147256 w 390525"/>
                <a:gd name="connsiteY600" fmla="*/ 72771 h 466725"/>
                <a:gd name="connsiteX601" fmla="*/ 147352 w 390525"/>
                <a:gd name="connsiteY601" fmla="*/ 72295 h 466725"/>
                <a:gd name="connsiteX602" fmla="*/ 147066 w 390525"/>
                <a:gd name="connsiteY602" fmla="*/ 71628 h 466725"/>
                <a:gd name="connsiteX603" fmla="*/ 146590 w 390525"/>
                <a:gd name="connsiteY603" fmla="*/ 71056 h 466725"/>
                <a:gd name="connsiteX604" fmla="*/ 145923 w 390525"/>
                <a:gd name="connsiteY604" fmla="*/ 70580 h 466725"/>
                <a:gd name="connsiteX605" fmla="*/ 145066 w 390525"/>
                <a:gd name="connsiteY605" fmla="*/ 70199 h 466725"/>
                <a:gd name="connsiteX606" fmla="*/ 143923 w 390525"/>
                <a:gd name="connsiteY606" fmla="*/ 70199 h 466725"/>
                <a:gd name="connsiteX607" fmla="*/ 142970 w 390525"/>
                <a:gd name="connsiteY607" fmla="*/ 70295 h 466725"/>
                <a:gd name="connsiteX608" fmla="*/ 142494 w 390525"/>
                <a:gd name="connsiteY608" fmla="*/ 70104 h 466725"/>
                <a:gd name="connsiteX609" fmla="*/ 143161 w 390525"/>
                <a:gd name="connsiteY609" fmla="*/ 68961 h 466725"/>
                <a:gd name="connsiteX610" fmla="*/ 144018 w 390525"/>
                <a:gd name="connsiteY610" fmla="*/ 68294 h 466725"/>
                <a:gd name="connsiteX611" fmla="*/ 145732 w 390525"/>
                <a:gd name="connsiteY611" fmla="*/ 67913 h 466725"/>
                <a:gd name="connsiteX612" fmla="*/ 146399 w 390525"/>
                <a:gd name="connsiteY612" fmla="*/ 67246 h 466725"/>
                <a:gd name="connsiteX613" fmla="*/ 146590 w 390525"/>
                <a:gd name="connsiteY613" fmla="*/ 66294 h 466725"/>
                <a:gd name="connsiteX614" fmla="*/ 146685 w 390525"/>
                <a:gd name="connsiteY614" fmla="*/ 63722 h 466725"/>
                <a:gd name="connsiteX615" fmla="*/ 146875 w 390525"/>
                <a:gd name="connsiteY615" fmla="*/ 62579 h 466725"/>
                <a:gd name="connsiteX616" fmla="*/ 148590 w 390525"/>
                <a:gd name="connsiteY616" fmla="*/ 59722 h 466725"/>
                <a:gd name="connsiteX617" fmla="*/ 148685 w 390525"/>
                <a:gd name="connsiteY617" fmla="*/ 59055 h 466725"/>
                <a:gd name="connsiteX618" fmla="*/ 147923 w 390525"/>
                <a:gd name="connsiteY618" fmla="*/ 58960 h 466725"/>
                <a:gd name="connsiteX619" fmla="*/ 146875 w 390525"/>
                <a:gd name="connsiteY619" fmla="*/ 59436 h 466725"/>
                <a:gd name="connsiteX620" fmla="*/ 145828 w 390525"/>
                <a:gd name="connsiteY620" fmla="*/ 60103 h 466725"/>
                <a:gd name="connsiteX621" fmla="*/ 145066 w 390525"/>
                <a:gd name="connsiteY621" fmla="*/ 60484 h 466725"/>
                <a:gd name="connsiteX622" fmla="*/ 147447 w 390525"/>
                <a:gd name="connsiteY622" fmla="*/ 56579 h 466725"/>
                <a:gd name="connsiteX623" fmla="*/ 148590 w 390525"/>
                <a:gd name="connsiteY623" fmla="*/ 55531 h 466725"/>
                <a:gd name="connsiteX624" fmla="*/ 150590 w 390525"/>
                <a:gd name="connsiteY624" fmla="*/ 53054 h 466725"/>
                <a:gd name="connsiteX625" fmla="*/ 151638 w 390525"/>
                <a:gd name="connsiteY625" fmla="*/ 52006 h 466725"/>
                <a:gd name="connsiteX626" fmla="*/ 151638 w 390525"/>
                <a:gd name="connsiteY626" fmla="*/ 51911 h 466725"/>
                <a:gd name="connsiteX627" fmla="*/ 151638 w 390525"/>
                <a:gd name="connsiteY627" fmla="*/ 51721 h 466725"/>
                <a:gd name="connsiteX628" fmla="*/ 151638 w 390525"/>
                <a:gd name="connsiteY628" fmla="*/ 51530 h 466725"/>
                <a:gd name="connsiteX629" fmla="*/ 151638 w 390525"/>
                <a:gd name="connsiteY629" fmla="*/ 51435 h 466725"/>
                <a:gd name="connsiteX630" fmla="*/ 151066 w 390525"/>
                <a:gd name="connsiteY630" fmla="*/ 50197 h 466725"/>
                <a:gd name="connsiteX631" fmla="*/ 150876 w 390525"/>
                <a:gd name="connsiteY631" fmla="*/ 48768 h 466725"/>
                <a:gd name="connsiteX632" fmla="*/ 150971 w 390525"/>
                <a:gd name="connsiteY632" fmla="*/ 44958 h 466725"/>
                <a:gd name="connsiteX633" fmla="*/ 150876 w 390525"/>
                <a:gd name="connsiteY633" fmla="*/ 44291 h 466725"/>
                <a:gd name="connsiteX634" fmla="*/ 150685 w 390525"/>
                <a:gd name="connsiteY634" fmla="*/ 43625 h 466725"/>
                <a:gd name="connsiteX635" fmla="*/ 150209 w 390525"/>
                <a:gd name="connsiteY635" fmla="*/ 42958 h 466725"/>
                <a:gd name="connsiteX636" fmla="*/ 149923 w 390525"/>
                <a:gd name="connsiteY636" fmla="*/ 42767 h 466725"/>
                <a:gd name="connsiteX637" fmla="*/ 149638 w 390525"/>
                <a:gd name="connsiteY637" fmla="*/ 43053 h 466725"/>
                <a:gd name="connsiteX638" fmla="*/ 145828 w 390525"/>
                <a:gd name="connsiteY638" fmla="*/ 44672 h 466725"/>
                <a:gd name="connsiteX639" fmla="*/ 144971 w 390525"/>
                <a:gd name="connsiteY639" fmla="*/ 44767 h 466725"/>
                <a:gd name="connsiteX640" fmla="*/ 144304 w 390525"/>
                <a:gd name="connsiteY640" fmla="*/ 44101 h 466725"/>
                <a:gd name="connsiteX641" fmla="*/ 144113 w 390525"/>
                <a:gd name="connsiteY641" fmla="*/ 42958 h 466725"/>
                <a:gd name="connsiteX642" fmla="*/ 144304 w 390525"/>
                <a:gd name="connsiteY642" fmla="*/ 40767 h 466725"/>
                <a:gd name="connsiteX643" fmla="*/ 143827 w 390525"/>
                <a:gd name="connsiteY643" fmla="*/ 38195 h 466725"/>
                <a:gd name="connsiteX644" fmla="*/ 142780 w 390525"/>
                <a:gd name="connsiteY644" fmla="*/ 37338 h 466725"/>
                <a:gd name="connsiteX645" fmla="*/ 141922 w 390525"/>
                <a:gd name="connsiteY645" fmla="*/ 38195 h 466725"/>
                <a:gd name="connsiteX646" fmla="*/ 141732 w 390525"/>
                <a:gd name="connsiteY646" fmla="*/ 42767 h 466725"/>
                <a:gd name="connsiteX647" fmla="*/ 141160 w 390525"/>
                <a:gd name="connsiteY647" fmla="*/ 44577 h 466725"/>
                <a:gd name="connsiteX648" fmla="*/ 139922 w 390525"/>
                <a:gd name="connsiteY648" fmla="*/ 46101 h 466725"/>
                <a:gd name="connsiteX649" fmla="*/ 138303 w 390525"/>
                <a:gd name="connsiteY649" fmla="*/ 47149 h 466725"/>
                <a:gd name="connsiteX650" fmla="*/ 137731 w 390525"/>
                <a:gd name="connsiteY650" fmla="*/ 47339 h 466725"/>
                <a:gd name="connsiteX651" fmla="*/ 134969 w 390525"/>
                <a:gd name="connsiteY651" fmla="*/ 47339 h 466725"/>
                <a:gd name="connsiteX652" fmla="*/ 134683 w 390525"/>
                <a:gd name="connsiteY652" fmla="*/ 47434 h 466725"/>
                <a:gd name="connsiteX653" fmla="*/ 134588 w 390525"/>
                <a:gd name="connsiteY653" fmla="*/ 47434 h 466725"/>
                <a:gd name="connsiteX654" fmla="*/ 134207 w 390525"/>
                <a:gd name="connsiteY654" fmla="*/ 46768 h 466725"/>
                <a:gd name="connsiteX655" fmla="*/ 133826 w 390525"/>
                <a:gd name="connsiteY655" fmla="*/ 45910 h 466725"/>
                <a:gd name="connsiteX656" fmla="*/ 133636 w 390525"/>
                <a:gd name="connsiteY656" fmla="*/ 44672 h 466725"/>
                <a:gd name="connsiteX657" fmla="*/ 133445 w 390525"/>
                <a:gd name="connsiteY657" fmla="*/ 43339 h 466725"/>
                <a:gd name="connsiteX658" fmla="*/ 133731 w 390525"/>
                <a:gd name="connsiteY658" fmla="*/ 40100 h 466725"/>
                <a:gd name="connsiteX659" fmla="*/ 133255 w 390525"/>
                <a:gd name="connsiteY659" fmla="*/ 37719 h 466725"/>
                <a:gd name="connsiteX660" fmla="*/ 131445 w 390525"/>
                <a:gd name="connsiteY660" fmla="*/ 33623 h 466725"/>
                <a:gd name="connsiteX661" fmla="*/ 129826 w 390525"/>
                <a:gd name="connsiteY661" fmla="*/ 32290 h 466725"/>
                <a:gd name="connsiteX662" fmla="*/ 127444 w 390525"/>
                <a:gd name="connsiteY662" fmla="*/ 31528 h 466725"/>
                <a:gd name="connsiteX663" fmla="*/ 125444 w 390525"/>
                <a:gd name="connsiteY663" fmla="*/ 30480 h 466725"/>
                <a:gd name="connsiteX664" fmla="*/ 124873 w 390525"/>
                <a:gd name="connsiteY664" fmla="*/ 28384 h 466725"/>
                <a:gd name="connsiteX665" fmla="*/ 124873 w 390525"/>
                <a:gd name="connsiteY665" fmla="*/ 28099 h 466725"/>
                <a:gd name="connsiteX666" fmla="*/ 124968 w 390525"/>
                <a:gd name="connsiteY666" fmla="*/ 27908 h 466725"/>
                <a:gd name="connsiteX667" fmla="*/ 125158 w 390525"/>
                <a:gd name="connsiteY667" fmla="*/ 27718 h 466725"/>
                <a:gd name="connsiteX668" fmla="*/ 125254 w 390525"/>
                <a:gd name="connsiteY668" fmla="*/ 27622 h 466725"/>
                <a:gd name="connsiteX669" fmla="*/ 125730 w 390525"/>
                <a:gd name="connsiteY669" fmla="*/ 26860 h 466725"/>
                <a:gd name="connsiteX670" fmla="*/ 124968 w 390525"/>
                <a:gd name="connsiteY670" fmla="*/ 26194 h 466725"/>
                <a:gd name="connsiteX671" fmla="*/ 123634 w 390525"/>
                <a:gd name="connsiteY671" fmla="*/ 25432 h 466725"/>
                <a:gd name="connsiteX672" fmla="*/ 122491 w 390525"/>
                <a:gd name="connsiteY672" fmla="*/ 24575 h 466725"/>
                <a:gd name="connsiteX673" fmla="*/ 122206 w 390525"/>
                <a:gd name="connsiteY673" fmla="*/ 23908 h 466725"/>
                <a:gd name="connsiteX674" fmla="*/ 121634 w 390525"/>
                <a:gd name="connsiteY674" fmla="*/ 22574 h 466725"/>
                <a:gd name="connsiteX675" fmla="*/ 121348 w 390525"/>
                <a:gd name="connsiteY675" fmla="*/ 21908 h 466725"/>
                <a:gd name="connsiteX676" fmla="*/ 120777 w 390525"/>
                <a:gd name="connsiteY676" fmla="*/ 21431 h 466725"/>
                <a:gd name="connsiteX677" fmla="*/ 119158 w 390525"/>
                <a:gd name="connsiteY677" fmla="*/ 20479 h 466725"/>
                <a:gd name="connsiteX678" fmla="*/ 115348 w 390525"/>
                <a:gd name="connsiteY678" fmla="*/ 16764 h 466725"/>
                <a:gd name="connsiteX679" fmla="*/ 112204 w 390525"/>
                <a:gd name="connsiteY679" fmla="*/ 15145 h 466725"/>
                <a:gd name="connsiteX680" fmla="*/ 111157 w 390525"/>
                <a:gd name="connsiteY680" fmla="*/ 14192 h 466725"/>
                <a:gd name="connsiteX681" fmla="*/ 110871 w 390525"/>
                <a:gd name="connsiteY681" fmla="*/ 13049 h 466725"/>
                <a:gd name="connsiteX682" fmla="*/ 110109 w 390525"/>
                <a:gd name="connsiteY682" fmla="*/ 12383 h 466725"/>
                <a:gd name="connsiteX683" fmla="*/ 109156 w 390525"/>
                <a:gd name="connsiteY683" fmla="*/ 11716 h 466725"/>
                <a:gd name="connsiteX684" fmla="*/ 108394 w 390525"/>
                <a:gd name="connsiteY684" fmla="*/ 10858 h 466725"/>
                <a:gd name="connsiteX685" fmla="*/ 108394 w 390525"/>
                <a:gd name="connsiteY685" fmla="*/ 10477 h 466725"/>
                <a:gd name="connsiteX686" fmla="*/ 108490 w 390525"/>
                <a:gd name="connsiteY686" fmla="*/ 9811 h 466725"/>
                <a:gd name="connsiteX687" fmla="*/ 108490 w 390525"/>
                <a:gd name="connsiteY687" fmla="*/ 9525 h 466725"/>
                <a:gd name="connsiteX688" fmla="*/ 108394 w 390525"/>
                <a:gd name="connsiteY688" fmla="*/ 9239 h 466725"/>
                <a:gd name="connsiteX689" fmla="*/ 107918 w 390525"/>
                <a:gd name="connsiteY689" fmla="*/ 8954 h 466725"/>
                <a:gd name="connsiteX690" fmla="*/ 107728 w 390525"/>
                <a:gd name="connsiteY690" fmla="*/ 8763 h 466725"/>
                <a:gd name="connsiteX691" fmla="*/ 107251 w 390525"/>
                <a:gd name="connsiteY691" fmla="*/ 6953 h 466725"/>
                <a:gd name="connsiteX692" fmla="*/ 106871 w 390525"/>
                <a:gd name="connsiteY692" fmla="*/ 6382 h 466725"/>
                <a:gd name="connsiteX693" fmla="*/ 106585 w 390525"/>
                <a:gd name="connsiteY693" fmla="*/ 5620 h 466725"/>
                <a:gd name="connsiteX694" fmla="*/ 105918 w 390525"/>
                <a:gd name="connsiteY694" fmla="*/ 5620 h 466725"/>
                <a:gd name="connsiteX695" fmla="*/ 105632 w 390525"/>
                <a:gd name="connsiteY695" fmla="*/ 5143 h 466725"/>
                <a:gd name="connsiteX696" fmla="*/ 105537 w 390525"/>
                <a:gd name="connsiteY696" fmla="*/ 4572 h 466725"/>
                <a:gd name="connsiteX697" fmla="*/ 105346 w 390525"/>
                <a:gd name="connsiteY697" fmla="*/ 4191 h 466725"/>
                <a:gd name="connsiteX698" fmla="*/ 104775 w 390525"/>
                <a:gd name="connsiteY698" fmla="*/ 3810 h 466725"/>
                <a:gd name="connsiteX699" fmla="*/ 104299 w 390525"/>
                <a:gd name="connsiteY699" fmla="*/ 3620 h 466725"/>
                <a:gd name="connsiteX700" fmla="*/ 101060 w 390525"/>
                <a:gd name="connsiteY700" fmla="*/ 2858 h 466725"/>
                <a:gd name="connsiteX701" fmla="*/ 100013 w 390525"/>
                <a:gd name="connsiteY701" fmla="*/ 2762 h 466725"/>
                <a:gd name="connsiteX702" fmla="*/ 98965 w 390525"/>
                <a:gd name="connsiteY702" fmla="*/ 2858 h 466725"/>
                <a:gd name="connsiteX703" fmla="*/ 97822 w 390525"/>
                <a:gd name="connsiteY703" fmla="*/ 3334 h 466725"/>
                <a:gd name="connsiteX704" fmla="*/ 95536 w 390525"/>
                <a:gd name="connsiteY704" fmla="*/ 3429 h 466725"/>
                <a:gd name="connsiteX705" fmla="*/ 94583 w 390525"/>
                <a:gd name="connsiteY705" fmla="*/ 3810 h 466725"/>
                <a:gd name="connsiteX706" fmla="*/ 94012 w 390525"/>
                <a:gd name="connsiteY706" fmla="*/ 4763 h 466725"/>
                <a:gd name="connsiteX707" fmla="*/ 93821 w 390525"/>
                <a:gd name="connsiteY707" fmla="*/ 5905 h 466725"/>
                <a:gd name="connsiteX708" fmla="*/ 93345 w 390525"/>
                <a:gd name="connsiteY708" fmla="*/ 6667 h 466725"/>
                <a:gd name="connsiteX709" fmla="*/ 92011 w 390525"/>
                <a:gd name="connsiteY709" fmla="*/ 6382 h 466725"/>
                <a:gd name="connsiteX710" fmla="*/ 90678 w 390525"/>
                <a:gd name="connsiteY710" fmla="*/ 5143 h 466725"/>
                <a:gd name="connsiteX711" fmla="*/ 88963 w 390525"/>
                <a:gd name="connsiteY711" fmla="*/ 1333 h 466725"/>
                <a:gd name="connsiteX712" fmla="*/ 87439 w 390525"/>
                <a:gd name="connsiteY712" fmla="*/ 0 h 466725"/>
                <a:gd name="connsiteX713" fmla="*/ 87154 w 390525"/>
                <a:gd name="connsiteY713" fmla="*/ 0 h 466725"/>
                <a:gd name="connsiteX714" fmla="*/ 86677 w 390525"/>
                <a:gd name="connsiteY714" fmla="*/ 0 h 466725"/>
                <a:gd name="connsiteX715" fmla="*/ 85154 w 390525"/>
                <a:gd name="connsiteY715" fmla="*/ 286 h 466725"/>
                <a:gd name="connsiteX716" fmla="*/ 83915 w 390525"/>
                <a:gd name="connsiteY716" fmla="*/ 952 h 466725"/>
                <a:gd name="connsiteX717" fmla="*/ 82867 w 390525"/>
                <a:gd name="connsiteY717" fmla="*/ 1905 h 466725"/>
                <a:gd name="connsiteX718" fmla="*/ 82105 w 390525"/>
                <a:gd name="connsiteY718" fmla="*/ 2858 h 466725"/>
                <a:gd name="connsiteX719" fmla="*/ 81629 w 390525"/>
                <a:gd name="connsiteY719" fmla="*/ 4096 h 466725"/>
                <a:gd name="connsiteX720" fmla="*/ 81534 w 390525"/>
                <a:gd name="connsiteY720" fmla="*/ 5239 h 466725"/>
                <a:gd name="connsiteX721" fmla="*/ 81629 w 390525"/>
                <a:gd name="connsiteY721" fmla="*/ 6287 h 466725"/>
                <a:gd name="connsiteX722" fmla="*/ 81534 w 390525"/>
                <a:gd name="connsiteY722" fmla="*/ 7429 h 466725"/>
                <a:gd name="connsiteX723" fmla="*/ 81343 w 390525"/>
                <a:gd name="connsiteY723" fmla="*/ 7525 h 466725"/>
                <a:gd name="connsiteX724" fmla="*/ 80486 w 390525"/>
                <a:gd name="connsiteY724" fmla="*/ 8477 h 466725"/>
                <a:gd name="connsiteX725" fmla="*/ 80391 w 390525"/>
                <a:gd name="connsiteY725" fmla="*/ 8668 h 466725"/>
                <a:gd name="connsiteX726" fmla="*/ 80296 w 390525"/>
                <a:gd name="connsiteY726" fmla="*/ 9620 h 466725"/>
                <a:gd name="connsiteX727" fmla="*/ 79534 w 390525"/>
                <a:gd name="connsiteY727" fmla="*/ 12001 h 466725"/>
                <a:gd name="connsiteX728" fmla="*/ 79248 w 390525"/>
                <a:gd name="connsiteY728" fmla="*/ 12383 h 466725"/>
                <a:gd name="connsiteX729" fmla="*/ 78581 w 390525"/>
                <a:gd name="connsiteY729" fmla="*/ 12763 h 466725"/>
                <a:gd name="connsiteX730" fmla="*/ 77914 w 390525"/>
                <a:gd name="connsiteY730" fmla="*/ 12668 h 466725"/>
                <a:gd name="connsiteX731" fmla="*/ 77343 w 390525"/>
                <a:gd name="connsiteY731" fmla="*/ 12478 h 466725"/>
                <a:gd name="connsiteX732" fmla="*/ 76676 w 390525"/>
                <a:gd name="connsiteY732" fmla="*/ 12478 h 466725"/>
                <a:gd name="connsiteX733" fmla="*/ 76105 w 390525"/>
                <a:gd name="connsiteY733" fmla="*/ 12763 h 466725"/>
                <a:gd name="connsiteX734" fmla="*/ 75629 w 390525"/>
                <a:gd name="connsiteY734" fmla="*/ 13145 h 466725"/>
                <a:gd name="connsiteX735" fmla="*/ 74771 w 390525"/>
                <a:gd name="connsiteY735" fmla="*/ 14192 h 466725"/>
                <a:gd name="connsiteX736" fmla="*/ 74866 w 390525"/>
                <a:gd name="connsiteY736" fmla="*/ 15145 h 466725"/>
                <a:gd name="connsiteX737" fmla="*/ 76581 w 390525"/>
                <a:gd name="connsiteY737" fmla="*/ 17145 h 466725"/>
                <a:gd name="connsiteX738" fmla="*/ 77248 w 390525"/>
                <a:gd name="connsiteY738" fmla="*/ 18097 h 466725"/>
                <a:gd name="connsiteX739" fmla="*/ 77438 w 390525"/>
                <a:gd name="connsiteY739" fmla="*/ 19621 h 466725"/>
                <a:gd name="connsiteX740" fmla="*/ 77248 w 390525"/>
                <a:gd name="connsiteY740" fmla="*/ 20764 h 466725"/>
                <a:gd name="connsiteX741" fmla="*/ 76867 w 390525"/>
                <a:gd name="connsiteY741" fmla="*/ 21717 h 466725"/>
                <a:gd name="connsiteX742" fmla="*/ 76867 w 390525"/>
                <a:gd name="connsiteY742" fmla="*/ 22955 h 466725"/>
                <a:gd name="connsiteX743" fmla="*/ 77343 w 390525"/>
                <a:gd name="connsiteY743" fmla="*/ 24193 h 466725"/>
                <a:gd name="connsiteX744" fmla="*/ 78772 w 390525"/>
                <a:gd name="connsiteY744" fmla="*/ 26479 h 466725"/>
                <a:gd name="connsiteX745" fmla="*/ 79248 w 390525"/>
                <a:gd name="connsiteY745" fmla="*/ 27622 h 466725"/>
                <a:gd name="connsiteX746" fmla="*/ 79629 w 390525"/>
                <a:gd name="connsiteY746" fmla="*/ 29908 h 466725"/>
                <a:gd name="connsiteX747" fmla="*/ 80105 w 390525"/>
                <a:gd name="connsiteY747" fmla="*/ 30671 h 466725"/>
                <a:gd name="connsiteX748" fmla="*/ 81248 w 390525"/>
                <a:gd name="connsiteY748" fmla="*/ 31433 h 466725"/>
                <a:gd name="connsiteX749" fmla="*/ 83153 w 390525"/>
                <a:gd name="connsiteY749" fmla="*/ 32004 h 466725"/>
                <a:gd name="connsiteX750" fmla="*/ 83439 w 390525"/>
                <a:gd name="connsiteY750" fmla="*/ 32480 h 466725"/>
                <a:gd name="connsiteX751" fmla="*/ 83534 w 390525"/>
                <a:gd name="connsiteY751" fmla="*/ 32861 h 466725"/>
                <a:gd name="connsiteX752" fmla="*/ 83629 w 390525"/>
                <a:gd name="connsiteY752" fmla="*/ 33338 h 466725"/>
                <a:gd name="connsiteX753" fmla="*/ 83725 w 390525"/>
                <a:gd name="connsiteY753" fmla="*/ 33814 h 466725"/>
                <a:gd name="connsiteX754" fmla="*/ 84963 w 390525"/>
                <a:gd name="connsiteY754" fmla="*/ 35433 h 466725"/>
                <a:gd name="connsiteX755" fmla="*/ 85630 w 390525"/>
                <a:gd name="connsiteY755" fmla="*/ 36862 h 466725"/>
                <a:gd name="connsiteX756" fmla="*/ 85915 w 390525"/>
                <a:gd name="connsiteY756" fmla="*/ 37243 h 466725"/>
                <a:gd name="connsiteX757" fmla="*/ 87154 w 390525"/>
                <a:gd name="connsiteY757" fmla="*/ 38481 h 466725"/>
                <a:gd name="connsiteX758" fmla="*/ 87249 w 390525"/>
                <a:gd name="connsiteY758" fmla="*/ 39052 h 466725"/>
                <a:gd name="connsiteX759" fmla="*/ 86201 w 390525"/>
                <a:gd name="connsiteY759" fmla="*/ 42196 h 466725"/>
                <a:gd name="connsiteX760" fmla="*/ 86011 w 390525"/>
                <a:gd name="connsiteY760" fmla="*/ 43148 h 466725"/>
                <a:gd name="connsiteX761" fmla="*/ 86011 w 390525"/>
                <a:gd name="connsiteY761" fmla="*/ 44005 h 466725"/>
                <a:gd name="connsiteX762" fmla="*/ 86201 w 390525"/>
                <a:gd name="connsiteY762" fmla="*/ 44387 h 466725"/>
                <a:gd name="connsiteX763" fmla="*/ 87058 w 390525"/>
                <a:gd name="connsiteY763" fmla="*/ 45148 h 466725"/>
                <a:gd name="connsiteX764" fmla="*/ 87344 w 390525"/>
                <a:gd name="connsiteY764" fmla="*/ 45625 h 466725"/>
                <a:gd name="connsiteX765" fmla="*/ 87439 w 390525"/>
                <a:gd name="connsiteY765" fmla="*/ 46101 h 466725"/>
                <a:gd name="connsiteX766" fmla="*/ 87249 w 390525"/>
                <a:gd name="connsiteY766" fmla="*/ 47339 h 466725"/>
                <a:gd name="connsiteX767" fmla="*/ 87439 w 390525"/>
                <a:gd name="connsiteY767" fmla="*/ 47911 h 466725"/>
                <a:gd name="connsiteX768" fmla="*/ 88201 w 390525"/>
                <a:gd name="connsiteY768" fmla="*/ 48482 h 466725"/>
                <a:gd name="connsiteX769" fmla="*/ 89249 w 390525"/>
                <a:gd name="connsiteY769" fmla="*/ 48768 h 466725"/>
                <a:gd name="connsiteX770" fmla="*/ 89916 w 390525"/>
                <a:gd name="connsiteY770" fmla="*/ 49149 h 466725"/>
                <a:gd name="connsiteX771" fmla="*/ 90106 w 390525"/>
                <a:gd name="connsiteY771" fmla="*/ 50292 h 466725"/>
                <a:gd name="connsiteX772" fmla="*/ 89440 w 390525"/>
                <a:gd name="connsiteY772" fmla="*/ 51340 h 466725"/>
                <a:gd name="connsiteX773" fmla="*/ 88297 w 390525"/>
                <a:gd name="connsiteY773" fmla="*/ 51625 h 466725"/>
                <a:gd name="connsiteX774" fmla="*/ 87154 w 390525"/>
                <a:gd name="connsiteY774" fmla="*/ 51816 h 466725"/>
                <a:gd name="connsiteX775" fmla="*/ 86392 w 390525"/>
                <a:gd name="connsiteY775" fmla="*/ 52292 h 466725"/>
                <a:gd name="connsiteX776" fmla="*/ 86296 w 390525"/>
                <a:gd name="connsiteY776" fmla="*/ 53245 h 466725"/>
                <a:gd name="connsiteX777" fmla="*/ 87058 w 390525"/>
                <a:gd name="connsiteY777" fmla="*/ 55435 h 466725"/>
                <a:gd name="connsiteX778" fmla="*/ 86868 w 390525"/>
                <a:gd name="connsiteY778" fmla="*/ 56579 h 466725"/>
                <a:gd name="connsiteX779" fmla="*/ 86011 w 390525"/>
                <a:gd name="connsiteY779" fmla="*/ 57721 h 466725"/>
                <a:gd name="connsiteX780" fmla="*/ 85820 w 390525"/>
                <a:gd name="connsiteY780" fmla="*/ 63341 h 466725"/>
                <a:gd name="connsiteX781" fmla="*/ 85344 w 390525"/>
                <a:gd name="connsiteY781" fmla="*/ 65437 h 466725"/>
                <a:gd name="connsiteX782" fmla="*/ 85249 w 390525"/>
                <a:gd name="connsiteY782" fmla="*/ 66389 h 466725"/>
                <a:gd name="connsiteX783" fmla="*/ 85630 w 390525"/>
                <a:gd name="connsiteY783" fmla="*/ 67342 h 466725"/>
                <a:gd name="connsiteX784" fmla="*/ 86392 w 390525"/>
                <a:gd name="connsiteY784" fmla="*/ 68008 h 466725"/>
                <a:gd name="connsiteX785" fmla="*/ 89154 w 390525"/>
                <a:gd name="connsiteY785" fmla="*/ 68961 h 466725"/>
                <a:gd name="connsiteX786" fmla="*/ 89821 w 390525"/>
                <a:gd name="connsiteY786" fmla="*/ 69342 h 466725"/>
                <a:gd name="connsiteX787" fmla="*/ 90392 w 390525"/>
                <a:gd name="connsiteY787" fmla="*/ 69913 h 466725"/>
                <a:gd name="connsiteX788" fmla="*/ 90868 w 390525"/>
                <a:gd name="connsiteY788" fmla="*/ 70485 h 466725"/>
                <a:gd name="connsiteX789" fmla="*/ 91059 w 390525"/>
                <a:gd name="connsiteY789" fmla="*/ 71247 h 466725"/>
                <a:gd name="connsiteX790" fmla="*/ 90964 w 390525"/>
                <a:gd name="connsiteY790" fmla="*/ 71818 h 466725"/>
                <a:gd name="connsiteX791" fmla="*/ 90868 w 390525"/>
                <a:gd name="connsiteY791" fmla="*/ 72009 h 466725"/>
                <a:gd name="connsiteX792" fmla="*/ 90773 w 390525"/>
                <a:gd name="connsiteY792" fmla="*/ 72295 h 466725"/>
                <a:gd name="connsiteX793" fmla="*/ 90488 w 390525"/>
                <a:gd name="connsiteY793" fmla="*/ 72580 h 466725"/>
                <a:gd name="connsiteX794" fmla="*/ 90011 w 390525"/>
                <a:gd name="connsiteY794" fmla="*/ 72866 h 466725"/>
                <a:gd name="connsiteX795" fmla="*/ 89535 w 390525"/>
                <a:gd name="connsiteY795" fmla="*/ 72962 h 466725"/>
                <a:gd name="connsiteX796" fmla="*/ 88392 w 390525"/>
                <a:gd name="connsiteY796" fmla="*/ 72771 h 466725"/>
                <a:gd name="connsiteX797" fmla="*/ 87630 w 390525"/>
                <a:gd name="connsiteY797" fmla="*/ 73342 h 466725"/>
                <a:gd name="connsiteX798" fmla="*/ 87821 w 390525"/>
                <a:gd name="connsiteY798" fmla="*/ 74009 h 466725"/>
                <a:gd name="connsiteX799" fmla="*/ 88201 w 390525"/>
                <a:gd name="connsiteY799" fmla="*/ 74771 h 466725"/>
                <a:gd name="connsiteX800" fmla="*/ 88106 w 390525"/>
                <a:gd name="connsiteY800" fmla="*/ 75343 h 466725"/>
                <a:gd name="connsiteX801" fmla="*/ 88011 w 390525"/>
                <a:gd name="connsiteY801" fmla="*/ 75914 h 466725"/>
                <a:gd name="connsiteX802" fmla="*/ 87439 w 390525"/>
                <a:gd name="connsiteY802" fmla="*/ 76295 h 466725"/>
                <a:gd name="connsiteX803" fmla="*/ 86487 w 390525"/>
                <a:gd name="connsiteY803" fmla="*/ 76676 h 466725"/>
                <a:gd name="connsiteX804" fmla="*/ 85439 w 390525"/>
                <a:gd name="connsiteY804" fmla="*/ 76867 h 466725"/>
                <a:gd name="connsiteX805" fmla="*/ 84677 w 390525"/>
                <a:gd name="connsiteY805" fmla="*/ 76771 h 466725"/>
                <a:gd name="connsiteX806" fmla="*/ 83915 w 390525"/>
                <a:gd name="connsiteY806" fmla="*/ 76200 h 466725"/>
                <a:gd name="connsiteX807" fmla="*/ 82963 w 390525"/>
                <a:gd name="connsiteY807" fmla="*/ 74485 h 466725"/>
                <a:gd name="connsiteX808" fmla="*/ 82105 w 390525"/>
                <a:gd name="connsiteY808" fmla="*/ 73723 h 466725"/>
                <a:gd name="connsiteX809" fmla="*/ 81153 w 390525"/>
                <a:gd name="connsiteY809" fmla="*/ 73723 h 466725"/>
                <a:gd name="connsiteX810" fmla="*/ 79057 w 390525"/>
                <a:gd name="connsiteY810" fmla="*/ 74676 h 466725"/>
                <a:gd name="connsiteX811" fmla="*/ 78296 w 390525"/>
                <a:gd name="connsiteY811" fmla="*/ 74485 h 466725"/>
                <a:gd name="connsiteX812" fmla="*/ 78010 w 390525"/>
                <a:gd name="connsiteY812" fmla="*/ 74009 h 466725"/>
                <a:gd name="connsiteX813" fmla="*/ 78200 w 390525"/>
                <a:gd name="connsiteY813" fmla="*/ 73438 h 466725"/>
                <a:gd name="connsiteX814" fmla="*/ 78486 w 390525"/>
                <a:gd name="connsiteY814" fmla="*/ 72962 h 466725"/>
                <a:gd name="connsiteX815" fmla="*/ 78581 w 390525"/>
                <a:gd name="connsiteY815" fmla="*/ 72390 h 466725"/>
                <a:gd name="connsiteX816" fmla="*/ 78391 w 390525"/>
                <a:gd name="connsiteY816" fmla="*/ 71818 h 466725"/>
                <a:gd name="connsiteX817" fmla="*/ 78105 w 390525"/>
                <a:gd name="connsiteY817" fmla="*/ 71628 h 466725"/>
                <a:gd name="connsiteX818" fmla="*/ 77819 w 390525"/>
                <a:gd name="connsiteY818" fmla="*/ 71533 h 466725"/>
                <a:gd name="connsiteX819" fmla="*/ 76009 w 390525"/>
                <a:gd name="connsiteY819" fmla="*/ 70961 h 466725"/>
                <a:gd name="connsiteX820" fmla="*/ 74866 w 390525"/>
                <a:gd name="connsiteY820" fmla="*/ 70771 h 466725"/>
                <a:gd name="connsiteX821" fmla="*/ 73723 w 390525"/>
                <a:gd name="connsiteY821" fmla="*/ 70771 h 466725"/>
                <a:gd name="connsiteX822" fmla="*/ 67723 w 390525"/>
                <a:gd name="connsiteY822" fmla="*/ 71914 h 466725"/>
                <a:gd name="connsiteX823" fmla="*/ 66675 w 390525"/>
                <a:gd name="connsiteY823" fmla="*/ 72295 h 466725"/>
                <a:gd name="connsiteX824" fmla="*/ 64198 w 390525"/>
                <a:gd name="connsiteY824" fmla="*/ 74009 h 466725"/>
                <a:gd name="connsiteX825" fmla="*/ 63055 w 390525"/>
                <a:gd name="connsiteY825" fmla="*/ 74485 h 466725"/>
                <a:gd name="connsiteX826" fmla="*/ 62103 w 390525"/>
                <a:gd name="connsiteY826" fmla="*/ 74581 h 466725"/>
                <a:gd name="connsiteX827" fmla="*/ 61341 w 390525"/>
                <a:gd name="connsiteY827" fmla="*/ 74295 h 466725"/>
                <a:gd name="connsiteX828" fmla="*/ 60484 w 390525"/>
                <a:gd name="connsiteY828" fmla="*/ 73533 h 466725"/>
                <a:gd name="connsiteX829" fmla="*/ 60007 w 390525"/>
                <a:gd name="connsiteY829" fmla="*/ 72771 h 466725"/>
                <a:gd name="connsiteX830" fmla="*/ 59246 w 390525"/>
                <a:gd name="connsiteY830" fmla="*/ 71247 h 466725"/>
                <a:gd name="connsiteX831" fmla="*/ 58674 w 390525"/>
                <a:gd name="connsiteY831" fmla="*/ 70580 h 466725"/>
                <a:gd name="connsiteX832" fmla="*/ 59150 w 390525"/>
                <a:gd name="connsiteY832" fmla="*/ 68485 h 466725"/>
                <a:gd name="connsiteX833" fmla="*/ 59246 w 390525"/>
                <a:gd name="connsiteY833" fmla="*/ 67723 h 466725"/>
                <a:gd name="connsiteX834" fmla="*/ 59150 w 390525"/>
                <a:gd name="connsiteY834" fmla="*/ 67532 h 466725"/>
                <a:gd name="connsiteX835" fmla="*/ 58674 w 390525"/>
                <a:gd name="connsiteY835" fmla="*/ 67056 h 466725"/>
                <a:gd name="connsiteX836" fmla="*/ 58579 w 390525"/>
                <a:gd name="connsiteY836" fmla="*/ 66675 h 466725"/>
                <a:gd name="connsiteX837" fmla="*/ 59341 w 390525"/>
                <a:gd name="connsiteY837" fmla="*/ 65532 h 466725"/>
                <a:gd name="connsiteX838" fmla="*/ 60007 w 390525"/>
                <a:gd name="connsiteY838" fmla="*/ 63913 h 466725"/>
                <a:gd name="connsiteX839" fmla="*/ 59912 w 390525"/>
                <a:gd name="connsiteY839" fmla="*/ 63532 h 466725"/>
                <a:gd name="connsiteX840" fmla="*/ 59817 w 390525"/>
                <a:gd name="connsiteY840" fmla="*/ 63532 h 466725"/>
                <a:gd name="connsiteX841" fmla="*/ 59531 w 390525"/>
                <a:gd name="connsiteY841" fmla="*/ 63532 h 466725"/>
                <a:gd name="connsiteX842" fmla="*/ 58579 w 390525"/>
                <a:gd name="connsiteY842" fmla="*/ 62865 h 466725"/>
                <a:gd name="connsiteX843" fmla="*/ 57055 w 390525"/>
                <a:gd name="connsiteY843" fmla="*/ 62008 h 466725"/>
                <a:gd name="connsiteX844" fmla="*/ 56674 w 390525"/>
                <a:gd name="connsiteY844" fmla="*/ 61722 h 466725"/>
                <a:gd name="connsiteX845" fmla="*/ 56483 w 390525"/>
                <a:gd name="connsiteY845" fmla="*/ 60484 h 466725"/>
                <a:gd name="connsiteX846" fmla="*/ 57531 w 390525"/>
                <a:gd name="connsiteY846" fmla="*/ 55912 h 466725"/>
                <a:gd name="connsiteX847" fmla="*/ 57436 w 390525"/>
                <a:gd name="connsiteY847" fmla="*/ 54292 h 466725"/>
                <a:gd name="connsiteX848" fmla="*/ 56769 w 390525"/>
                <a:gd name="connsiteY848" fmla="*/ 53340 h 466725"/>
                <a:gd name="connsiteX849" fmla="*/ 56007 w 390525"/>
                <a:gd name="connsiteY849" fmla="*/ 53340 h 466725"/>
                <a:gd name="connsiteX850" fmla="*/ 56102 w 390525"/>
                <a:gd name="connsiteY850" fmla="*/ 54292 h 466725"/>
                <a:gd name="connsiteX851" fmla="*/ 55912 w 390525"/>
                <a:gd name="connsiteY851" fmla="*/ 55150 h 466725"/>
                <a:gd name="connsiteX852" fmla="*/ 55150 w 390525"/>
                <a:gd name="connsiteY852" fmla="*/ 55531 h 466725"/>
                <a:gd name="connsiteX853" fmla="*/ 47815 w 390525"/>
                <a:gd name="connsiteY853" fmla="*/ 61531 h 466725"/>
                <a:gd name="connsiteX854" fmla="*/ 42863 w 390525"/>
                <a:gd name="connsiteY854" fmla="*/ 64198 h 466725"/>
                <a:gd name="connsiteX855" fmla="*/ 42100 w 390525"/>
                <a:gd name="connsiteY855" fmla="*/ 64389 h 466725"/>
                <a:gd name="connsiteX856" fmla="*/ 40386 w 390525"/>
                <a:gd name="connsiteY856" fmla="*/ 66199 h 466725"/>
                <a:gd name="connsiteX857" fmla="*/ 39814 w 390525"/>
                <a:gd name="connsiteY857" fmla="*/ 66675 h 466725"/>
                <a:gd name="connsiteX858" fmla="*/ 37814 w 390525"/>
                <a:gd name="connsiteY858" fmla="*/ 67532 h 466725"/>
                <a:gd name="connsiteX859" fmla="*/ 36671 w 390525"/>
                <a:gd name="connsiteY859" fmla="*/ 67723 h 466725"/>
                <a:gd name="connsiteX860" fmla="*/ 35623 w 390525"/>
                <a:gd name="connsiteY860" fmla="*/ 67342 h 466725"/>
                <a:gd name="connsiteX861" fmla="*/ 35242 w 390525"/>
                <a:gd name="connsiteY861" fmla="*/ 67056 h 466725"/>
                <a:gd name="connsiteX862" fmla="*/ 34766 w 390525"/>
                <a:gd name="connsiteY862" fmla="*/ 66866 h 466725"/>
                <a:gd name="connsiteX863" fmla="*/ 34290 w 390525"/>
                <a:gd name="connsiteY863" fmla="*/ 66770 h 466725"/>
                <a:gd name="connsiteX864" fmla="*/ 33814 w 390525"/>
                <a:gd name="connsiteY864" fmla="*/ 66675 h 466725"/>
                <a:gd name="connsiteX865" fmla="*/ 33147 w 390525"/>
                <a:gd name="connsiteY865" fmla="*/ 66866 h 466725"/>
                <a:gd name="connsiteX866" fmla="*/ 32956 w 390525"/>
                <a:gd name="connsiteY866" fmla="*/ 67342 h 466725"/>
                <a:gd name="connsiteX867" fmla="*/ 32956 w 390525"/>
                <a:gd name="connsiteY867" fmla="*/ 67913 h 466725"/>
                <a:gd name="connsiteX868" fmla="*/ 32956 w 390525"/>
                <a:gd name="connsiteY868" fmla="*/ 68580 h 466725"/>
                <a:gd name="connsiteX869" fmla="*/ 31242 w 390525"/>
                <a:gd name="connsiteY869" fmla="*/ 75438 h 466725"/>
                <a:gd name="connsiteX870" fmla="*/ 28480 w 390525"/>
                <a:gd name="connsiteY870" fmla="*/ 80486 h 466725"/>
                <a:gd name="connsiteX871" fmla="*/ 27908 w 390525"/>
                <a:gd name="connsiteY871" fmla="*/ 81343 h 466725"/>
                <a:gd name="connsiteX872" fmla="*/ 26860 w 390525"/>
                <a:gd name="connsiteY872" fmla="*/ 81915 h 466725"/>
                <a:gd name="connsiteX873" fmla="*/ 24479 w 390525"/>
                <a:gd name="connsiteY873" fmla="*/ 82391 h 466725"/>
                <a:gd name="connsiteX874" fmla="*/ 23527 w 390525"/>
                <a:gd name="connsiteY874" fmla="*/ 82867 h 466725"/>
                <a:gd name="connsiteX875" fmla="*/ 24193 w 390525"/>
                <a:gd name="connsiteY875" fmla="*/ 84392 h 466725"/>
                <a:gd name="connsiteX876" fmla="*/ 24289 w 390525"/>
                <a:gd name="connsiteY876" fmla="*/ 84868 h 466725"/>
                <a:gd name="connsiteX877" fmla="*/ 24003 w 390525"/>
                <a:gd name="connsiteY877" fmla="*/ 85249 h 466725"/>
                <a:gd name="connsiteX878" fmla="*/ 23050 w 390525"/>
                <a:gd name="connsiteY878" fmla="*/ 85916 h 466725"/>
                <a:gd name="connsiteX879" fmla="*/ 22860 w 390525"/>
                <a:gd name="connsiteY879" fmla="*/ 86106 h 466725"/>
                <a:gd name="connsiteX880" fmla="*/ 22669 w 390525"/>
                <a:gd name="connsiteY880" fmla="*/ 87344 h 466725"/>
                <a:gd name="connsiteX881" fmla="*/ 22193 w 390525"/>
                <a:gd name="connsiteY881" fmla="*/ 89630 h 466725"/>
                <a:gd name="connsiteX882" fmla="*/ 22098 w 390525"/>
                <a:gd name="connsiteY882" fmla="*/ 90773 h 466725"/>
                <a:gd name="connsiteX883" fmla="*/ 23050 w 390525"/>
                <a:gd name="connsiteY883" fmla="*/ 91440 h 466725"/>
                <a:gd name="connsiteX884" fmla="*/ 27717 w 390525"/>
                <a:gd name="connsiteY884" fmla="*/ 90678 h 466725"/>
                <a:gd name="connsiteX885" fmla="*/ 29242 w 390525"/>
                <a:gd name="connsiteY885" fmla="*/ 90964 h 466725"/>
                <a:gd name="connsiteX886" fmla="*/ 29242 w 390525"/>
                <a:gd name="connsiteY886" fmla="*/ 91345 h 466725"/>
                <a:gd name="connsiteX887" fmla="*/ 27908 w 390525"/>
                <a:gd name="connsiteY887" fmla="*/ 92583 h 466725"/>
                <a:gd name="connsiteX888" fmla="*/ 26956 w 390525"/>
                <a:gd name="connsiteY888" fmla="*/ 93345 h 466725"/>
                <a:gd name="connsiteX889" fmla="*/ 26479 w 390525"/>
                <a:gd name="connsiteY889" fmla="*/ 93726 h 466725"/>
                <a:gd name="connsiteX890" fmla="*/ 24860 w 390525"/>
                <a:gd name="connsiteY890" fmla="*/ 94583 h 466725"/>
                <a:gd name="connsiteX891" fmla="*/ 23241 w 390525"/>
                <a:gd name="connsiteY891" fmla="*/ 95155 h 466725"/>
                <a:gd name="connsiteX892" fmla="*/ 22003 w 390525"/>
                <a:gd name="connsiteY892" fmla="*/ 95155 h 466725"/>
                <a:gd name="connsiteX893" fmla="*/ 19717 w 390525"/>
                <a:gd name="connsiteY893" fmla="*/ 94583 h 466725"/>
                <a:gd name="connsiteX894" fmla="*/ 15145 w 390525"/>
                <a:gd name="connsiteY894" fmla="*/ 93821 h 466725"/>
                <a:gd name="connsiteX895" fmla="*/ 14192 w 390525"/>
                <a:gd name="connsiteY895" fmla="*/ 94012 h 466725"/>
                <a:gd name="connsiteX896" fmla="*/ 13430 w 390525"/>
                <a:gd name="connsiteY896" fmla="*/ 94774 h 466725"/>
                <a:gd name="connsiteX897" fmla="*/ 12954 w 390525"/>
                <a:gd name="connsiteY897" fmla="*/ 95631 h 466725"/>
                <a:gd name="connsiteX898" fmla="*/ 12287 w 390525"/>
                <a:gd name="connsiteY898" fmla="*/ 96393 h 466725"/>
                <a:gd name="connsiteX899" fmla="*/ 10192 w 390525"/>
                <a:gd name="connsiteY899" fmla="*/ 96964 h 466725"/>
                <a:gd name="connsiteX900" fmla="*/ 9430 w 390525"/>
                <a:gd name="connsiteY900" fmla="*/ 97726 h 466725"/>
                <a:gd name="connsiteX901" fmla="*/ 8001 w 390525"/>
                <a:gd name="connsiteY901" fmla="*/ 99441 h 466725"/>
                <a:gd name="connsiteX902" fmla="*/ 6572 w 390525"/>
                <a:gd name="connsiteY902" fmla="*/ 100679 h 466725"/>
                <a:gd name="connsiteX903" fmla="*/ 6096 w 390525"/>
                <a:gd name="connsiteY903" fmla="*/ 101346 h 466725"/>
                <a:gd name="connsiteX904" fmla="*/ 5810 w 390525"/>
                <a:gd name="connsiteY904" fmla="*/ 102298 h 466725"/>
                <a:gd name="connsiteX905" fmla="*/ 5620 w 390525"/>
                <a:gd name="connsiteY905" fmla="*/ 102965 h 466725"/>
                <a:gd name="connsiteX906" fmla="*/ 4381 w 390525"/>
                <a:gd name="connsiteY906" fmla="*/ 104680 h 466725"/>
                <a:gd name="connsiteX907" fmla="*/ 4000 w 390525"/>
                <a:gd name="connsiteY907" fmla="*/ 105537 h 466725"/>
                <a:gd name="connsiteX908" fmla="*/ 4000 w 390525"/>
                <a:gd name="connsiteY908" fmla="*/ 106299 h 466725"/>
                <a:gd name="connsiteX909" fmla="*/ 3334 w 390525"/>
                <a:gd name="connsiteY909" fmla="*/ 107728 h 466725"/>
                <a:gd name="connsiteX910" fmla="*/ 2762 w 390525"/>
                <a:gd name="connsiteY910" fmla="*/ 109728 h 466725"/>
                <a:gd name="connsiteX911" fmla="*/ 2096 w 390525"/>
                <a:gd name="connsiteY911" fmla="*/ 114681 h 466725"/>
                <a:gd name="connsiteX912" fmla="*/ 1619 w 390525"/>
                <a:gd name="connsiteY912" fmla="*/ 116396 h 466725"/>
                <a:gd name="connsiteX913" fmla="*/ 1524 w 390525"/>
                <a:gd name="connsiteY913" fmla="*/ 117634 h 466725"/>
                <a:gd name="connsiteX914" fmla="*/ 1333 w 390525"/>
                <a:gd name="connsiteY914" fmla="*/ 118586 h 466725"/>
                <a:gd name="connsiteX915" fmla="*/ 762 w 390525"/>
                <a:gd name="connsiteY915" fmla="*/ 119348 h 466725"/>
                <a:gd name="connsiteX916" fmla="*/ 190 w 390525"/>
                <a:gd name="connsiteY916" fmla="*/ 120110 h 466725"/>
                <a:gd name="connsiteX917" fmla="*/ 0 w 390525"/>
                <a:gd name="connsiteY917" fmla="*/ 120872 h 466725"/>
                <a:gd name="connsiteX918" fmla="*/ 95 w 390525"/>
                <a:gd name="connsiteY918" fmla="*/ 121634 h 466725"/>
                <a:gd name="connsiteX919" fmla="*/ 190 w 390525"/>
                <a:gd name="connsiteY919" fmla="*/ 122587 h 466725"/>
                <a:gd name="connsiteX920" fmla="*/ 95 w 390525"/>
                <a:gd name="connsiteY920" fmla="*/ 124492 h 466725"/>
                <a:gd name="connsiteX921" fmla="*/ 381 w 390525"/>
                <a:gd name="connsiteY921" fmla="*/ 125635 h 466725"/>
                <a:gd name="connsiteX922" fmla="*/ 1048 w 390525"/>
                <a:gd name="connsiteY922" fmla="*/ 126492 h 466725"/>
                <a:gd name="connsiteX923" fmla="*/ 2000 w 390525"/>
                <a:gd name="connsiteY923" fmla="*/ 126968 h 466725"/>
                <a:gd name="connsiteX924" fmla="*/ 2953 w 390525"/>
                <a:gd name="connsiteY924" fmla="*/ 126968 h 466725"/>
                <a:gd name="connsiteX925" fmla="*/ 3810 w 390525"/>
                <a:gd name="connsiteY925" fmla="*/ 126111 h 466725"/>
                <a:gd name="connsiteX926" fmla="*/ 3715 w 390525"/>
                <a:gd name="connsiteY926" fmla="*/ 124016 h 466725"/>
                <a:gd name="connsiteX927" fmla="*/ 4191 w 390525"/>
                <a:gd name="connsiteY927" fmla="*/ 123539 h 466725"/>
                <a:gd name="connsiteX928" fmla="*/ 4381 w 390525"/>
                <a:gd name="connsiteY928" fmla="*/ 123444 h 466725"/>
                <a:gd name="connsiteX929" fmla="*/ 5524 w 390525"/>
                <a:gd name="connsiteY929" fmla="*/ 122968 h 466725"/>
                <a:gd name="connsiteX930" fmla="*/ 5810 w 390525"/>
                <a:gd name="connsiteY930" fmla="*/ 122968 h 466725"/>
                <a:gd name="connsiteX931" fmla="*/ 5905 w 390525"/>
                <a:gd name="connsiteY931" fmla="*/ 122872 h 466725"/>
                <a:gd name="connsiteX932" fmla="*/ 6572 w 390525"/>
                <a:gd name="connsiteY932" fmla="*/ 120872 h 466725"/>
                <a:gd name="connsiteX933" fmla="*/ 7620 w 390525"/>
                <a:gd name="connsiteY933" fmla="*/ 119539 h 466725"/>
                <a:gd name="connsiteX934" fmla="*/ 9144 w 390525"/>
                <a:gd name="connsiteY934" fmla="*/ 118396 h 466725"/>
                <a:gd name="connsiteX935" fmla="*/ 11049 w 390525"/>
                <a:gd name="connsiteY935" fmla="*/ 118015 h 466725"/>
                <a:gd name="connsiteX936" fmla="*/ 13049 w 390525"/>
                <a:gd name="connsiteY936" fmla="*/ 118586 h 466725"/>
                <a:gd name="connsiteX937" fmla="*/ 14097 w 390525"/>
                <a:gd name="connsiteY937" fmla="*/ 119729 h 466725"/>
                <a:gd name="connsiteX938" fmla="*/ 17145 w 390525"/>
                <a:gd name="connsiteY938" fmla="*/ 126301 h 466725"/>
                <a:gd name="connsiteX939" fmla="*/ 18479 w 390525"/>
                <a:gd name="connsiteY939" fmla="*/ 128111 h 466725"/>
                <a:gd name="connsiteX940" fmla="*/ 18764 w 390525"/>
                <a:gd name="connsiteY940" fmla="*/ 128588 h 466725"/>
                <a:gd name="connsiteX941" fmla="*/ 19050 w 390525"/>
                <a:gd name="connsiteY941" fmla="*/ 129350 h 466725"/>
                <a:gd name="connsiteX942" fmla="*/ 19240 w 390525"/>
                <a:gd name="connsiteY942" fmla="*/ 129635 h 466725"/>
                <a:gd name="connsiteX943" fmla="*/ 19621 w 390525"/>
                <a:gd name="connsiteY943" fmla="*/ 129921 h 466725"/>
                <a:gd name="connsiteX944" fmla="*/ 20479 w 390525"/>
                <a:gd name="connsiteY944" fmla="*/ 130302 h 466725"/>
                <a:gd name="connsiteX945" fmla="*/ 20669 w 390525"/>
                <a:gd name="connsiteY945" fmla="*/ 130588 h 466725"/>
                <a:gd name="connsiteX946" fmla="*/ 21050 w 390525"/>
                <a:gd name="connsiteY946" fmla="*/ 131064 h 466725"/>
                <a:gd name="connsiteX947" fmla="*/ 21907 w 390525"/>
                <a:gd name="connsiteY947" fmla="*/ 131635 h 466725"/>
                <a:gd name="connsiteX948" fmla="*/ 22860 w 390525"/>
                <a:gd name="connsiteY948" fmla="*/ 131921 h 466725"/>
                <a:gd name="connsiteX949" fmla="*/ 23241 w 390525"/>
                <a:gd name="connsiteY949" fmla="*/ 131731 h 466725"/>
                <a:gd name="connsiteX950" fmla="*/ 23527 w 390525"/>
                <a:gd name="connsiteY950" fmla="*/ 130969 h 466725"/>
                <a:gd name="connsiteX951" fmla="*/ 23717 w 390525"/>
                <a:gd name="connsiteY951" fmla="*/ 130969 h 466725"/>
                <a:gd name="connsiteX952" fmla="*/ 23813 w 390525"/>
                <a:gd name="connsiteY952" fmla="*/ 131445 h 466725"/>
                <a:gd name="connsiteX953" fmla="*/ 23908 w 390525"/>
                <a:gd name="connsiteY953" fmla="*/ 134398 h 466725"/>
                <a:gd name="connsiteX954" fmla="*/ 23527 w 390525"/>
                <a:gd name="connsiteY954" fmla="*/ 136588 h 466725"/>
                <a:gd name="connsiteX955" fmla="*/ 22288 w 390525"/>
                <a:gd name="connsiteY955" fmla="*/ 140589 h 466725"/>
                <a:gd name="connsiteX956" fmla="*/ 22288 w 390525"/>
                <a:gd name="connsiteY956" fmla="*/ 140589 h 466725"/>
                <a:gd name="connsiteX957" fmla="*/ 20860 w 390525"/>
                <a:gd name="connsiteY957" fmla="*/ 144113 h 466725"/>
                <a:gd name="connsiteX958" fmla="*/ 20669 w 390525"/>
                <a:gd name="connsiteY958" fmla="*/ 146018 h 466725"/>
                <a:gd name="connsiteX959" fmla="*/ 20383 w 390525"/>
                <a:gd name="connsiteY959" fmla="*/ 146971 h 466725"/>
                <a:gd name="connsiteX960" fmla="*/ 19907 w 390525"/>
                <a:gd name="connsiteY960" fmla="*/ 147828 h 466725"/>
                <a:gd name="connsiteX961" fmla="*/ 19431 w 390525"/>
                <a:gd name="connsiteY961" fmla="*/ 148114 h 466725"/>
                <a:gd name="connsiteX962" fmla="*/ 18479 w 390525"/>
                <a:gd name="connsiteY962" fmla="*/ 148495 h 466725"/>
                <a:gd name="connsiteX963" fmla="*/ 18002 w 390525"/>
                <a:gd name="connsiteY963" fmla="*/ 148780 h 466725"/>
                <a:gd name="connsiteX964" fmla="*/ 17621 w 390525"/>
                <a:gd name="connsiteY964" fmla="*/ 149352 h 466725"/>
                <a:gd name="connsiteX965" fmla="*/ 17050 w 390525"/>
                <a:gd name="connsiteY965" fmla="*/ 150876 h 466725"/>
                <a:gd name="connsiteX966" fmla="*/ 16383 w 390525"/>
                <a:gd name="connsiteY966" fmla="*/ 151733 h 466725"/>
                <a:gd name="connsiteX967" fmla="*/ 15145 w 390525"/>
                <a:gd name="connsiteY967" fmla="*/ 153448 h 466725"/>
                <a:gd name="connsiteX968" fmla="*/ 14954 w 390525"/>
                <a:gd name="connsiteY968" fmla="*/ 154496 h 466725"/>
                <a:gd name="connsiteX969" fmla="*/ 15145 w 390525"/>
                <a:gd name="connsiteY969" fmla="*/ 155257 h 466725"/>
                <a:gd name="connsiteX970" fmla="*/ 15430 w 390525"/>
                <a:gd name="connsiteY970" fmla="*/ 155638 h 466725"/>
                <a:gd name="connsiteX971" fmla="*/ 16002 w 390525"/>
                <a:gd name="connsiteY971" fmla="*/ 156305 h 466725"/>
                <a:gd name="connsiteX972" fmla="*/ 16383 w 390525"/>
                <a:gd name="connsiteY972" fmla="*/ 156972 h 466725"/>
                <a:gd name="connsiteX973" fmla="*/ 16573 w 390525"/>
                <a:gd name="connsiteY973" fmla="*/ 157924 h 466725"/>
                <a:gd name="connsiteX974" fmla="*/ 16669 w 390525"/>
                <a:gd name="connsiteY974" fmla="*/ 159734 h 466725"/>
                <a:gd name="connsiteX975" fmla="*/ 16954 w 390525"/>
                <a:gd name="connsiteY975" fmla="*/ 160687 h 466725"/>
                <a:gd name="connsiteX976" fmla="*/ 17431 w 390525"/>
                <a:gd name="connsiteY976" fmla="*/ 161354 h 466725"/>
                <a:gd name="connsiteX977" fmla="*/ 18479 w 390525"/>
                <a:gd name="connsiteY977" fmla="*/ 162687 h 466725"/>
                <a:gd name="connsiteX978" fmla="*/ 18955 w 390525"/>
                <a:gd name="connsiteY978" fmla="*/ 163449 h 466725"/>
                <a:gd name="connsiteX979" fmla="*/ 19145 w 390525"/>
                <a:gd name="connsiteY979" fmla="*/ 164306 h 466725"/>
                <a:gd name="connsiteX980" fmla="*/ 19145 w 390525"/>
                <a:gd name="connsiteY980" fmla="*/ 165259 h 466725"/>
                <a:gd name="connsiteX981" fmla="*/ 19240 w 390525"/>
                <a:gd name="connsiteY981" fmla="*/ 166021 h 466725"/>
                <a:gd name="connsiteX982" fmla="*/ 19907 w 390525"/>
                <a:gd name="connsiteY982" fmla="*/ 166688 h 466725"/>
                <a:gd name="connsiteX983" fmla="*/ 20860 w 390525"/>
                <a:gd name="connsiteY983" fmla="*/ 167354 h 466725"/>
                <a:gd name="connsiteX984" fmla="*/ 22384 w 390525"/>
                <a:gd name="connsiteY984" fmla="*/ 168021 h 466725"/>
                <a:gd name="connsiteX985" fmla="*/ 23908 w 390525"/>
                <a:gd name="connsiteY985" fmla="*/ 168402 h 466725"/>
                <a:gd name="connsiteX986" fmla="*/ 24765 w 390525"/>
                <a:gd name="connsiteY986" fmla="*/ 168402 h 466725"/>
                <a:gd name="connsiteX987" fmla="*/ 25241 w 390525"/>
                <a:gd name="connsiteY987" fmla="*/ 167640 h 466725"/>
                <a:gd name="connsiteX988" fmla="*/ 25813 w 390525"/>
                <a:gd name="connsiteY988" fmla="*/ 166688 h 466725"/>
                <a:gd name="connsiteX989" fmla="*/ 26860 w 390525"/>
                <a:gd name="connsiteY989" fmla="*/ 165830 h 466725"/>
                <a:gd name="connsiteX990" fmla="*/ 28289 w 390525"/>
                <a:gd name="connsiteY990" fmla="*/ 165830 h 466725"/>
                <a:gd name="connsiteX991" fmla="*/ 32575 w 390525"/>
                <a:gd name="connsiteY991" fmla="*/ 167449 h 466725"/>
                <a:gd name="connsiteX992" fmla="*/ 33338 w 390525"/>
                <a:gd name="connsiteY992" fmla="*/ 167830 h 466725"/>
                <a:gd name="connsiteX993" fmla="*/ 33814 w 390525"/>
                <a:gd name="connsiteY993" fmla="*/ 168402 h 466725"/>
                <a:gd name="connsiteX994" fmla="*/ 34195 w 390525"/>
                <a:gd name="connsiteY994" fmla="*/ 168973 h 466725"/>
                <a:gd name="connsiteX995" fmla="*/ 34576 w 390525"/>
                <a:gd name="connsiteY995" fmla="*/ 169069 h 466725"/>
                <a:gd name="connsiteX996" fmla="*/ 35147 w 390525"/>
                <a:gd name="connsiteY996" fmla="*/ 168402 h 466725"/>
                <a:gd name="connsiteX997" fmla="*/ 37529 w 390525"/>
                <a:gd name="connsiteY997" fmla="*/ 166116 h 466725"/>
                <a:gd name="connsiteX998" fmla="*/ 39624 w 390525"/>
                <a:gd name="connsiteY998" fmla="*/ 163544 h 466725"/>
                <a:gd name="connsiteX999" fmla="*/ 40291 w 390525"/>
                <a:gd name="connsiteY999" fmla="*/ 162401 h 466725"/>
                <a:gd name="connsiteX1000" fmla="*/ 40481 w 390525"/>
                <a:gd name="connsiteY1000" fmla="*/ 162211 h 466725"/>
                <a:gd name="connsiteX1001" fmla="*/ 41053 w 390525"/>
                <a:gd name="connsiteY1001" fmla="*/ 161830 h 466725"/>
                <a:gd name="connsiteX1002" fmla="*/ 41243 w 390525"/>
                <a:gd name="connsiteY1002" fmla="*/ 161830 h 466725"/>
                <a:gd name="connsiteX1003" fmla="*/ 41624 w 390525"/>
                <a:gd name="connsiteY1003" fmla="*/ 161830 h 466725"/>
                <a:gd name="connsiteX1004" fmla="*/ 46291 w 390525"/>
                <a:gd name="connsiteY1004" fmla="*/ 161830 h 466725"/>
                <a:gd name="connsiteX1005" fmla="*/ 47720 w 390525"/>
                <a:gd name="connsiteY1005" fmla="*/ 162020 h 466725"/>
                <a:gd name="connsiteX1006" fmla="*/ 48863 w 390525"/>
                <a:gd name="connsiteY1006" fmla="*/ 162401 h 466725"/>
                <a:gd name="connsiteX1007" fmla="*/ 51244 w 390525"/>
                <a:gd name="connsiteY1007" fmla="*/ 163830 h 466725"/>
                <a:gd name="connsiteX1008" fmla="*/ 52673 w 390525"/>
                <a:gd name="connsiteY1008" fmla="*/ 164402 h 466725"/>
                <a:gd name="connsiteX1009" fmla="*/ 54197 w 390525"/>
                <a:gd name="connsiteY1009" fmla="*/ 164497 h 466725"/>
                <a:gd name="connsiteX1010" fmla="*/ 55626 w 390525"/>
                <a:gd name="connsiteY1010" fmla="*/ 164306 h 466725"/>
                <a:gd name="connsiteX1011" fmla="*/ 56959 w 390525"/>
                <a:gd name="connsiteY1011" fmla="*/ 163925 h 466725"/>
                <a:gd name="connsiteX1012" fmla="*/ 57531 w 390525"/>
                <a:gd name="connsiteY1012" fmla="*/ 163639 h 466725"/>
                <a:gd name="connsiteX1013" fmla="*/ 58007 w 390525"/>
                <a:gd name="connsiteY1013" fmla="*/ 163258 h 466725"/>
                <a:gd name="connsiteX1014" fmla="*/ 58579 w 390525"/>
                <a:gd name="connsiteY1014" fmla="*/ 163163 h 466725"/>
                <a:gd name="connsiteX1015" fmla="*/ 59436 w 390525"/>
                <a:gd name="connsiteY1015" fmla="*/ 163354 h 466725"/>
                <a:gd name="connsiteX1016" fmla="*/ 60198 w 390525"/>
                <a:gd name="connsiteY1016" fmla="*/ 163735 h 466725"/>
                <a:gd name="connsiteX1017" fmla="*/ 60579 w 390525"/>
                <a:gd name="connsiteY1017" fmla="*/ 164211 h 466725"/>
                <a:gd name="connsiteX1018" fmla="*/ 60865 w 390525"/>
                <a:gd name="connsiteY1018" fmla="*/ 164782 h 466725"/>
                <a:gd name="connsiteX1019" fmla="*/ 61055 w 390525"/>
                <a:gd name="connsiteY1019" fmla="*/ 165545 h 466725"/>
                <a:gd name="connsiteX1020" fmla="*/ 61150 w 390525"/>
                <a:gd name="connsiteY1020" fmla="*/ 166878 h 466725"/>
                <a:gd name="connsiteX1021" fmla="*/ 60865 w 390525"/>
                <a:gd name="connsiteY1021" fmla="*/ 168402 h 466725"/>
                <a:gd name="connsiteX1022" fmla="*/ 60198 w 390525"/>
                <a:gd name="connsiteY1022" fmla="*/ 169640 h 466725"/>
                <a:gd name="connsiteX1023" fmla="*/ 58960 w 390525"/>
                <a:gd name="connsiteY1023" fmla="*/ 170021 h 466725"/>
                <a:gd name="connsiteX1024" fmla="*/ 57817 w 390525"/>
                <a:gd name="connsiteY1024" fmla="*/ 170783 h 466725"/>
                <a:gd name="connsiteX1025" fmla="*/ 56959 w 390525"/>
                <a:gd name="connsiteY1025" fmla="*/ 172688 h 466725"/>
                <a:gd name="connsiteX1026" fmla="*/ 56674 w 390525"/>
                <a:gd name="connsiteY1026" fmla="*/ 174974 h 466725"/>
                <a:gd name="connsiteX1027" fmla="*/ 57055 w 390525"/>
                <a:gd name="connsiteY1027" fmla="*/ 176594 h 466725"/>
                <a:gd name="connsiteX1028" fmla="*/ 57340 w 390525"/>
                <a:gd name="connsiteY1028" fmla="*/ 176879 h 466725"/>
                <a:gd name="connsiteX1029" fmla="*/ 58293 w 390525"/>
                <a:gd name="connsiteY1029" fmla="*/ 177070 h 466725"/>
                <a:gd name="connsiteX1030" fmla="*/ 58579 w 390525"/>
                <a:gd name="connsiteY1030" fmla="*/ 177260 h 466725"/>
                <a:gd name="connsiteX1031" fmla="*/ 58769 w 390525"/>
                <a:gd name="connsiteY1031" fmla="*/ 177737 h 466725"/>
                <a:gd name="connsiteX1032" fmla="*/ 58769 w 390525"/>
                <a:gd name="connsiteY1032" fmla="*/ 178118 h 466725"/>
                <a:gd name="connsiteX1033" fmla="*/ 58674 w 390525"/>
                <a:gd name="connsiteY1033" fmla="*/ 178403 h 466725"/>
                <a:gd name="connsiteX1034" fmla="*/ 58674 w 390525"/>
                <a:gd name="connsiteY1034" fmla="*/ 178689 h 466725"/>
                <a:gd name="connsiteX1035" fmla="*/ 59722 w 390525"/>
                <a:gd name="connsiteY1035" fmla="*/ 183356 h 466725"/>
                <a:gd name="connsiteX1036" fmla="*/ 59531 w 390525"/>
                <a:gd name="connsiteY1036" fmla="*/ 186595 h 466725"/>
                <a:gd name="connsiteX1037" fmla="*/ 59722 w 390525"/>
                <a:gd name="connsiteY1037" fmla="*/ 187928 h 466725"/>
                <a:gd name="connsiteX1038" fmla="*/ 60007 w 390525"/>
                <a:gd name="connsiteY1038" fmla="*/ 188786 h 466725"/>
                <a:gd name="connsiteX1039" fmla="*/ 60674 w 390525"/>
                <a:gd name="connsiteY1039" fmla="*/ 189452 h 466725"/>
                <a:gd name="connsiteX1040" fmla="*/ 62960 w 390525"/>
                <a:gd name="connsiteY1040" fmla="*/ 191453 h 466725"/>
                <a:gd name="connsiteX1041" fmla="*/ 64389 w 390525"/>
                <a:gd name="connsiteY1041" fmla="*/ 193072 h 466725"/>
                <a:gd name="connsiteX1042" fmla="*/ 64770 w 390525"/>
                <a:gd name="connsiteY1042" fmla="*/ 194691 h 466725"/>
                <a:gd name="connsiteX1043" fmla="*/ 62579 w 390525"/>
                <a:gd name="connsiteY1043" fmla="*/ 196882 h 466725"/>
                <a:gd name="connsiteX1044" fmla="*/ 62198 w 390525"/>
                <a:gd name="connsiteY1044" fmla="*/ 197644 h 466725"/>
                <a:gd name="connsiteX1045" fmla="*/ 61722 w 390525"/>
                <a:gd name="connsiteY1045" fmla="*/ 199454 h 466725"/>
                <a:gd name="connsiteX1046" fmla="*/ 61150 w 390525"/>
                <a:gd name="connsiteY1046" fmla="*/ 200311 h 466725"/>
                <a:gd name="connsiteX1047" fmla="*/ 59912 w 390525"/>
                <a:gd name="connsiteY1047" fmla="*/ 201835 h 466725"/>
                <a:gd name="connsiteX1048" fmla="*/ 59436 w 390525"/>
                <a:gd name="connsiteY1048" fmla="*/ 202787 h 466725"/>
                <a:gd name="connsiteX1049" fmla="*/ 59341 w 390525"/>
                <a:gd name="connsiteY1049" fmla="*/ 203835 h 466725"/>
                <a:gd name="connsiteX1050" fmla="*/ 59626 w 390525"/>
                <a:gd name="connsiteY1050" fmla="*/ 207169 h 466725"/>
                <a:gd name="connsiteX1051" fmla="*/ 59436 w 390525"/>
                <a:gd name="connsiteY1051" fmla="*/ 208121 h 466725"/>
                <a:gd name="connsiteX1052" fmla="*/ 58674 w 390525"/>
                <a:gd name="connsiteY1052" fmla="*/ 209931 h 466725"/>
                <a:gd name="connsiteX1053" fmla="*/ 58483 w 390525"/>
                <a:gd name="connsiteY1053" fmla="*/ 210788 h 466725"/>
                <a:gd name="connsiteX1054" fmla="*/ 58769 w 390525"/>
                <a:gd name="connsiteY1054" fmla="*/ 211836 h 466725"/>
                <a:gd name="connsiteX1055" fmla="*/ 60007 w 390525"/>
                <a:gd name="connsiteY1055" fmla="*/ 213074 h 466725"/>
                <a:gd name="connsiteX1056" fmla="*/ 60293 w 390525"/>
                <a:gd name="connsiteY1056" fmla="*/ 213931 h 466725"/>
                <a:gd name="connsiteX1057" fmla="*/ 60007 w 390525"/>
                <a:gd name="connsiteY1057" fmla="*/ 214789 h 466725"/>
                <a:gd name="connsiteX1058" fmla="*/ 59341 w 390525"/>
                <a:gd name="connsiteY1058" fmla="*/ 215646 h 466725"/>
                <a:gd name="connsiteX1059" fmla="*/ 57817 w 390525"/>
                <a:gd name="connsiteY1059" fmla="*/ 217075 h 466725"/>
                <a:gd name="connsiteX1060" fmla="*/ 57340 w 390525"/>
                <a:gd name="connsiteY1060" fmla="*/ 217265 h 466725"/>
                <a:gd name="connsiteX1061" fmla="*/ 56483 w 390525"/>
                <a:gd name="connsiteY1061" fmla="*/ 217646 h 466725"/>
                <a:gd name="connsiteX1062" fmla="*/ 56102 w 390525"/>
                <a:gd name="connsiteY1062" fmla="*/ 218027 h 466725"/>
                <a:gd name="connsiteX1063" fmla="*/ 55912 w 390525"/>
                <a:gd name="connsiteY1063" fmla="*/ 218504 h 466725"/>
                <a:gd name="connsiteX1064" fmla="*/ 56007 w 390525"/>
                <a:gd name="connsiteY1064" fmla="*/ 219742 h 466725"/>
                <a:gd name="connsiteX1065" fmla="*/ 55816 w 390525"/>
                <a:gd name="connsiteY1065" fmla="*/ 220408 h 466725"/>
                <a:gd name="connsiteX1066" fmla="*/ 55054 w 390525"/>
                <a:gd name="connsiteY1066" fmla="*/ 221075 h 466725"/>
                <a:gd name="connsiteX1067" fmla="*/ 51721 w 390525"/>
                <a:gd name="connsiteY1067" fmla="*/ 222980 h 466725"/>
                <a:gd name="connsiteX1068" fmla="*/ 51530 w 390525"/>
                <a:gd name="connsiteY1068" fmla="*/ 223171 h 466725"/>
                <a:gd name="connsiteX1069" fmla="*/ 51435 w 390525"/>
                <a:gd name="connsiteY1069" fmla="*/ 223742 h 466725"/>
                <a:gd name="connsiteX1070" fmla="*/ 51054 w 390525"/>
                <a:gd name="connsiteY1070" fmla="*/ 224790 h 466725"/>
                <a:gd name="connsiteX1071" fmla="*/ 49530 w 390525"/>
                <a:gd name="connsiteY1071" fmla="*/ 226409 h 466725"/>
                <a:gd name="connsiteX1072" fmla="*/ 49244 w 390525"/>
                <a:gd name="connsiteY1072" fmla="*/ 227457 h 466725"/>
                <a:gd name="connsiteX1073" fmla="*/ 49530 w 390525"/>
                <a:gd name="connsiteY1073" fmla="*/ 228505 h 466725"/>
                <a:gd name="connsiteX1074" fmla="*/ 50292 w 390525"/>
                <a:gd name="connsiteY1074" fmla="*/ 229457 h 466725"/>
                <a:gd name="connsiteX1075" fmla="*/ 51530 w 390525"/>
                <a:gd name="connsiteY1075" fmla="*/ 230600 h 466725"/>
                <a:gd name="connsiteX1076" fmla="*/ 51911 w 390525"/>
                <a:gd name="connsiteY1076" fmla="*/ 230981 h 466725"/>
                <a:gd name="connsiteX1077" fmla="*/ 55245 w 390525"/>
                <a:gd name="connsiteY1077" fmla="*/ 232505 h 466725"/>
                <a:gd name="connsiteX1078" fmla="*/ 55816 w 390525"/>
                <a:gd name="connsiteY1078" fmla="*/ 233267 h 466725"/>
                <a:gd name="connsiteX1079" fmla="*/ 55626 w 390525"/>
                <a:gd name="connsiteY1079" fmla="*/ 233648 h 466725"/>
                <a:gd name="connsiteX1080" fmla="*/ 54769 w 390525"/>
                <a:gd name="connsiteY1080" fmla="*/ 234601 h 466725"/>
                <a:gd name="connsiteX1081" fmla="*/ 54483 w 390525"/>
                <a:gd name="connsiteY1081" fmla="*/ 235077 h 466725"/>
                <a:gd name="connsiteX1082" fmla="*/ 54388 w 390525"/>
                <a:gd name="connsiteY1082" fmla="*/ 235648 h 466725"/>
                <a:gd name="connsiteX1083" fmla="*/ 54388 w 390525"/>
                <a:gd name="connsiteY1083" fmla="*/ 237554 h 466725"/>
                <a:gd name="connsiteX1084" fmla="*/ 54578 w 390525"/>
                <a:gd name="connsiteY1084" fmla="*/ 237935 h 466725"/>
                <a:gd name="connsiteX1085" fmla="*/ 54959 w 390525"/>
                <a:gd name="connsiteY1085" fmla="*/ 239078 h 466725"/>
                <a:gd name="connsiteX1086" fmla="*/ 55245 w 390525"/>
                <a:gd name="connsiteY1086" fmla="*/ 239363 h 466725"/>
                <a:gd name="connsiteX1087" fmla="*/ 55626 w 390525"/>
                <a:gd name="connsiteY1087" fmla="*/ 239554 h 466725"/>
                <a:gd name="connsiteX1088" fmla="*/ 56007 w 390525"/>
                <a:gd name="connsiteY1088" fmla="*/ 239839 h 466725"/>
                <a:gd name="connsiteX1089" fmla="*/ 56197 w 390525"/>
                <a:gd name="connsiteY1089" fmla="*/ 240316 h 466725"/>
                <a:gd name="connsiteX1090" fmla="*/ 56102 w 390525"/>
                <a:gd name="connsiteY1090" fmla="*/ 241173 h 466725"/>
                <a:gd name="connsiteX1091" fmla="*/ 55245 w 390525"/>
                <a:gd name="connsiteY1091" fmla="*/ 243269 h 466725"/>
                <a:gd name="connsiteX1092" fmla="*/ 55054 w 390525"/>
                <a:gd name="connsiteY1092" fmla="*/ 244221 h 466725"/>
                <a:gd name="connsiteX1093" fmla="*/ 55245 w 390525"/>
                <a:gd name="connsiteY1093" fmla="*/ 245269 h 466725"/>
                <a:gd name="connsiteX1094" fmla="*/ 56197 w 390525"/>
                <a:gd name="connsiteY1094" fmla="*/ 247364 h 466725"/>
                <a:gd name="connsiteX1095" fmla="*/ 56292 w 390525"/>
                <a:gd name="connsiteY1095" fmla="*/ 248126 h 466725"/>
                <a:gd name="connsiteX1096" fmla="*/ 55912 w 390525"/>
                <a:gd name="connsiteY1096" fmla="*/ 248888 h 466725"/>
                <a:gd name="connsiteX1097" fmla="*/ 54197 w 390525"/>
                <a:gd name="connsiteY1097" fmla="*/ 249936 h 466725"/>
                <a:gd name="connsiteX1098" fmla="*/ 53530 w 390525"/>
                <a:gd name="connsiteY1098" fmla="*/ 250412 h 466725"/>
                <a:gd name="connsiteX1099" fmla="*/ 52578 w 390525"/>
                <a:gd name="connsiteY1099" fmla="*/ 251936 h 466725"/>
                <a:gd name="connsiteX1100" fmla="*/ 51911 w 390525"/>
                <a:gd name="connsiteY1100" fmla="*/ 253365 h 466725"/>
                <a:gd name="connsiteX1101" fmla="*/ 51054 w 390525"/>
                <a:gd name="connsiteY1101" fmla="*/ 254698 h 466725"/>
                <a:gd name="connsiteX1102" fmla="*/ 49721 w 390525"/>
                <a:gd name="connsiteY1102" fmla="*/ 255937 h 466725"/>
                <a:gd name="connsiteX1103" fmla="*/ 48006 w 390525"/>
                <a:gd name="connsiteY1103" fmla="*/ 256889 h 466725"/>
                <a:gd name="connsiteX1104" fmla="*/ 47625 w 390525"/>
                <a:gd name="connsiteY1104" fmla="*/ 257461 h 466725"/>
                <a:gd name="connsiteX1105" fmla="*/ 47434 w 390525"/>
                <a:gd name="connsiteY1105" fmla="*/ 258508 h 466725"/>
                <a:gd name="connsiteX1106" fmla="*/ 47625 w 390525"/>
                <a:gd name="connsiteY1106" fmla="*/ 260413 h 466725"/>
                <a:gd name="connsiteX1107" fmla="*/ 47339 w 390525"/>
                <a:gd name="connsiteY1107" fmla="*/ 261080 h 466725"/>
                <a:gd name="connsiteX1108" fmla="*/ 46291 w 390525"/>
                <a:gd name="connsiteY1108" fmla="*/ 261556 h 466725"/>
                <a:gd name="connsiteX1109" fmla="*/ 45910 w 390525"/>
                <a:gd name="connsiteY1109" fmla="*/ 261842 h 466725"/>
                <a:gd name="connsiteX1110" fmla="*/ 45815 w 390525"/>
                <a:gd name="connsiteY1110" fmla="*/ 262223 h 466725"/>
                <a:gd name="connsiteX1111" fmla="*/ 45910 w 390525"/>
                <a:gd name="connsiteY1111" fmla="*/ 262604 h 466725"/>
                <a:gd name="connsiteX1112" fmla="*/ 46291 w 390525"/>
                <a:gd name="connsiteY1112" fmla="*/ 262985 h 466725"/>
                <a:gd name="connsiteX1113" fmla="*/ 46291 w 390525"/>
                <a:gd name="connsiteY1113" fmla="*/ 263080 h 466725"/>
                <a:gd name="connsiteX1114" fmla="*/ 46291 w 390525"/>
                <a:gd name="connsiteY1114" fmla="*/ 263176 h 466725"/>
                <a:gd name="connsiteX1115" fmla="*/ 46291 w 390525"/>
                <a:gd name="connsiteY1115" fmla="*/ 263366 h 466725"/>
                <a:gd name="connsiteX1116" fmla="*/ 46291 w 390525"/>
                <a:gd name="connsiteY1116" fmla="*/ 263462 h 466725"/>
                <a:gd name="connsiteX1117" fmla="*/ 45720 w 390525"/>
                <a:gd name="connsiteY1117" fmla="*/ 263747 h 466725"/>
                <a:gd name="connsiteX1118" fmla="*/ 45434 w 390525"/>
                <a:gd name="connsiteY1118" fmla="*/ 264033 h 466725"/>
                <a:gd name="connsiteX1119" fmla="*/ 45339 w 390525"/>
                <a:gd name="connsiteY1119" fmla="*/ 264509 h 466725"/>
                <a:gd name="connsiteX1120" fmla="*/ 45434 w 390525"/>
                <a:gd name="connsiteY1120" fmla="*/ 265081 h 466725"/>
                <a:gd name="connsiteX1121" fmla="*/ 45529 w 390525"/>
                <a:gd name="connsiteY1121" fmla="*/ 266224 h 466725"/>
                <a:gd name="connsiteX1122" fmla="*/ 45244 w 390525"/>
                <a:gd name="connsiteY1122" fmla="*/ 267176 h 466725"/>
                <a:gd name="connsiteX1123" fmla="*/ 45148 w 390525"/>
                <a:gd name="connsiteY1123" fmla="*/ 267557 h 466725"/>
                <a:gd name="connsiteX1124" fmla="*/ 44101 w 390525"/>
                <a:gd name="connsiteY1124" fmla="*/ 270129 h 466725"/>
                <a:gd name="connsiteX1125" fmla="*/ 42291 w 390525"/>
                <a:gd name="connsiteY1125" fmla="*/ 272129 h 466725"/>
                <a:gd name="connsiteX1126" fmla="*/ 41624 w 390525"/>
                <a:gd name="connsiteY1126" fmla="*/ 273272 h 466725"/>
                <a:gd name="connsiteX1127" fmla="*/ 41624 w 390525"/>
                <a:gd name="connsiteY1127" fmla="*/ 274511 h 466725"/>
                <a:gd name="connsiteX1128" fmla="*/ 42481 w 390525"/>
                <a:gd name="connsiteY1128" fmla="*/ 275177 h 466725"/>
                <a:gd name="connsiteX1129" fmla="*/ 44386 w 390525"/>
                <a:gd name="connsiteY1129" fmla="*/ 275558 h 466725"/>
                <a:gd name="connsiteX1130" fmla="*/ 46672 w 390525"/>
                <a:gd name="connsiteY1130" fmla="*/ 275939 h 466725"/>
                <a:gd name="connsiteX1131" fmla="*/ 47625 w 390525"/>
                <a:gd name="connsiteY1131" fmla="*/ 276511 h 466725"/>
                <a:gd name="connsiteX1132" fmla="*/ 48577 w 390525"/>
                <a:gd name="connsiteY1132" fmla="*/ 277082 h 466725"/>
                <a:gd name="connsiteX1133" fmla="*/ 49435 w 390525"/>
                <a:gd name="connsiteY1133" fmla="*/ 277844 h 466725"/>
                <a:gd name="connsiteX1134" fmla="*/ 50197 w 390525"/>
                <a:gd name="connsiteY1134" fmla="*/ 278797 h 466725"/>
                <a:gd name="connsiteX1135" fmla="*/ 51054 w 390525"/>
                <a:gd name="connsiteY1135" fmla="*/ 278987 h 466725"/>
                <a:gd name="connsiteX1136" fmla="*/ 52673 w 390525"/>
                <a:gd name="connsiteY1136" fmla="*/ 279940 h 466725"/>
                <a:gd name="connsiteX1137" fmla="*/ 54197 w 390525"/>
                <a:gd name="connsiteY1137" fmla="*/ 280511 h 466725"/>
                <a:gd name="connsiteX1138" fmla="*/ 54388 w 390525"/>
                <a:gd name="connsiteY1138" fmla="*/ 280702 h 466725"/>
                <a:gd name="connsiteX1139" fmla="*/ 54578 w 390525"/>
                <a:gd name="connsiteY1139" fmla="*/ 280702 h 466725"/>
                <a:gd name="connsiteX1140" fmla="*/ 55054 w 390525"/>
                <a:gd name="connsiteY1140" fmla="*/ 280416 h 466725"/>
                <a:gd name="connsiteX1141" fmla="*/ 55340 w 390525"/>
                <a:gd name="connsiteY1141" fmla="*/ 280130 h 466725"/>
                <a:gd name="connsiteX1142" fmla="*/ 56292 w 390525"/>
                <a:gd name="connsiteY1142" fmla="*/ 278797 h 466725"/>
                <a:gd name="connsiteX1143" fmla="*/ 56292 w 390525"/>
                <a:gd name="connsiteY1143" fmla="*/ 278797 h 466725"/>
                <a:gd name="connsiteX1144" fmla="*/ 56388 w 390525"/>
                <a:gd name="connsiteY1144" fmla="*/ 278035 h 466725"/>
                <a:gd name="connsiteX1145" fmla="*/ 56959 w 390525"/>
                <a:gd name="connsiteY1145" fmla="*/ 277654 h 466725"/>
                <a:gd name="connsiteX1146" fmla="*/ 57626 w 390525"/>
                <a:gd name="connsiteY1146" fmla="*/ 277558 h 466725"/>
                <a:gd name="connsiteX1147" fmla="*/ 58293 w 390525"/>
                <a:gd name="connsiteY1147" fmla="*/ 277273 h 466725"/>
                <a:gd name="connsiteX1148" fmla="*/ 58579 w 390525"/>
                <a:gd name="connsiteY1148" fmla="*/ 276892 h 466725"/>
                <a:gd name="connsiteX1149" fmla="*/ 59626 w 390525"/>
                <a:gd name="connsiteY1149" fmla="*/ 274796 h 466725"/>
                <a:gd name="connsiteX1150" fmla="*/ 60579 w 390525"/>
                <a:gd name="connsiteY1150" fmla="*/ 273463 h 466725"/>
                <a:gd name="connsiteX1151" fmla="*/ 66484 w 390525"/>
                <a:gd name="connsiteY1151" fmla="*/ 268700 h 466725"/>
                <a:gd name="connsiteX1152" fmla="*/ 67056 w 390525"/>
                <a:gd name="connsiteY1152" fmla="*/ 268510 h 466725"/>
                <a:gd name="connsiteX1153" fmla="*/ 67532 w 390525"/>
                <a:gd name="connsiteY1153" fmla="*/ 268510 h 466725"/>
                <a:gd name="connsiteX1154" fmla="*/ 67818 w 390525"/>
                <a:gd name="connsiteY1154" fmla="*/ 268414 h 466725"/>
                <a:gd name="connsiteX1155" fmla="*/ 68771 w 390525"/>
                <a:gd name="connsiteY1155" fmla="*/ 267176 h 466725"/>
                <a:gd name="connsiteX1156" fmla="*/ 68866 w 390525"/>
                <a:gd name="connsiteY1156" fmla="*/ 267081 h 466725"/>
                <a:gd name="connsiteX1157" fmla="*/ 68866 w 390525"/>
                <a:gd name="connsiteY1157" fmla="*/ 266700 h 466725"/>
                <a:gd name="connsiteX1158" fmla="*/ 68580 w 390525"/>
                <a:gd name="connsiteY1158" fmla="*/ 266605 h 466725"/>
                <a:gd name="connsiteX1159" fmla="*/ 68104 w 390525"/>
                <a:gd name="connsiteY1159" fmla="*/ 266605 h 466725"/>
                <a:gd name="connsiteX1160" fmla="*/ 67723 w 390525"/>
                <a:gd name="connsiteY1160" fmla="*/ 266414 h 466725"/>
                <a:gd name="connsiteX1161" fmla="*/ 68104 w 390525"/>
                <a:gd name="connsiteY1161" fmla="*/ 265938 h 466725"/>
                <a:gd name="connsiteX1162" fmla="*/ 68771 w 390525"/>
                <a:gd name="connsiteY1162" fmla="*/ 265747 h 466725"/>
                <a:gd name="connsiteX1163" fmla="*/ 69628 w 390525"/>
                <a:gd name="connsiteY1163" fmla="*/ 265843 h 466725"/>
                <a:gd name="connsiteX1164" fmla="*/ 70390 w 390525"/>
                <a:gd name="connsiteY1164" fmla="*/ 265747 h 466725"/>
                <a:gd name="connsiteX1165" fmla="*/ 71056 w 390525"/>
                <a:gd name="connsiteY1165" fmla="*/ 265081 h 466725"/>
                <a:gd name="connsiteX1166" fmla="*/ 71342 w 390525"/>
                <a:gd name="connsiteY1166" fmla="*/ 264890 h 466725"/>
                <a:gd name="connsiteX1167" fmla="*/ 71533 w 390525"/>
                <a:gd name="connsiteY1167" fmla="*/ 264795 h 466725"/>
                <a:gd name="connsiteX1168" fmla="*/ 71628 w 390525"/>
                <a:gd name="connsiteY1168" fmla="*/ 264795 h 466725"/>
                <a:gd name="connsiteX1169" fmla="*/ 71723 w 390525"/>
                <a:gd name="connsiteY1169" fmla="*/ 265081 h 466725"/>
                <a:gd name="connsiteX1170" fmla="*/ 71818 w 390525"/>
                <a:gd name="connsiteY1170" fmla="*/ 265462 h 466725"/>
                <a:gd name="connsiteX1171" fmla="*/ 72295 w 390525"/>
                <a:gd name="connsiteY1171" fmla="*/ 266510 h 466725"/>
                <a:gd name="connsiteX1172" fmla="*/ 72390 w 390525"/>
                <a:gd name="connsiteY1172" fmla="*/ 266319 h 466725"/>
                <a:gd name="connsiteX1173" fmla="*/ 72580 w 390525"/>
                <a:gd name="connsiteY1173" fmla="*/ 265938 h 466725"/>
                <a:gd name="connsiteX1174" fmla="*/ 72866 w 390525"/>
                <a:gd name="connsiteY1174" fmla="*/ 265462 h 466725"/>
                <a:gd name="connsiteX1175" fmla="*/ 73057 w 390525"/>
                <a:gd name="connsiteY1175" fmla="*/ 265081 h 466725"/>
                <a:gd name="connsiteX1176" fmla="*/ 74104 w 390525"/>
                <a:gd name="connsiteY1176" fmla="*/ 264033 h 466725"/>
                <a:gd name="connsiteX1177" fmla="*/ 75914 w 390525"/>
                <a:gd name="connsiteY1177" fmla="*/ 263271 h 466725"/>
                <a:gd name="connsiteX1178" fmla="*/ 76962 w 390525"/>
                <a:gd name="connsiteY1178" fmla="*/ 262509 h 466725"/>
                <a:gd name="connsiteX1179" fmla="*/ 75724 w 390525"/>
                <a:gd name="connsiteY1179" fmla="*/ 261556 h 466725"/>
                <a:gd name="connsiteX1180" fmla="*/ 76390 w 390525"/>
                <a:gd name="connsiteY1180" fmla="*/ 261366 h 466725"/>
                <a:gd name="connsiteX1181" fmla="*/ 77343 w 390525"/>
                <a:gd name="connsiteY1181" fmla="*/ 260985 h 466725"/>
                <a:gd name="connsiteX1182" fmla="*/ 77724 w 390525"/>
                <a:gd name="connsiteY1182" fmla="*/ 260509 h 466725"/>
                <a:gd name="connsiteX1183" fmla="*/ 77914 w 390525"/>
                <a:gd name="connsiteY1183" fmla="*/ 259937 h 466725"/>
                <a:gd name="connsiteX1184" fmla="*/ 78010 w 390525"/>
                <a:gd name="connsiteY1184" fmla="*/ 259175 h 466725"/>
                <a:gd name="connsiteX1185" fmla="*/ 78010 w 390525"/>
                <a:gd name="connsiteY1185" fmla="*/ 258318 h 466725"/>
                <a:gd name="connsiteX1186" fmla="*/ 79248 w 390525"/>
                <a:gd name="connsiteY1186" fmla="*/ 259080 h 466725"/>
                <a:gd name="connsiteX1187" fmla="*/ 79819 w 390525"/>
                <a:gd name="connsiteY1187" fmla="*/ 258508 h 466725"/>
                <a:gd name="connsiteX1188" fmla="*/ 80296 w 390525"/>
                <a:gd name="connsiteY1188" fmla="*/ 257461 h 466725"/>
                <a:gd name="connsiteX1189" fmla="*/ 81153 w 390525"/>
                <a:gd name="connsiteY1189" fmla="*/ 256889 h 466725"/>
                <a:gd name="connsiteX1190" fmla="*/ 86011 w 390525"/>
                <a:gd name="connsiteY1190" fmla="*/ 255937 h 466725"/>
                <a:gd name="connsiteX1191" fmla="*/ 86201 w 390525"/>
                <a:gd name="connsiteY1191" fmla="*/ 254794 h 466725"/>
                <a:gd name="connsiteX1192" fmla="*/ 87535 w 390525"/>
                <a:gd name="connsiteY1192" fmla="*/ 251174 h 466725"/>
                <a:gd name="connsiteX1193" fmla="*/ 87916 w 390525"/>
                <a:gd name="connsiteY1193" fmla="*/ 248888 h 466725"/>
                <a:gd name="connsiteX1194" fmla="*/ 88392 w 390525"/>
                <a:gd name="connsiteY1194" fmla="*/ 247840 h 466725"/>
                <a:gd name="connsiteX1195" fmla="*/ 89249 w 390525"/>
                <a:gd name="connsiteY1195" fmla="*/ 246983 h 466725"/>
                <a:gd name="connsiteX1196" fmla="*/ 89630 w 390525"/>
                <a:gd name="connsiteY1196" fmla="*/ 246983 h 466725"/>
                <a:gd name="connsiteX1197" fmla="*/ 90106 w 390525"/>
                <a:gd name="connsiteY1197" fmla="*/ 247650 h 466725"/>
                <a:gd name="connsiteX1198" fmla="*/ 92107 w 390525"/>
                <a:gd name="connsiteY1198" fmla="*/ 248221 h 466725"/>
                <a:gd name="connsiteX1199" fmla="*/ 94202 w 390525"/>
                <a:gd name="connsiteY1199" fmla="*/ 249364 h 466725"/>
                <a:gd name="connsiteX1200" fmla="*/ 95250 w 390525"/>
                <a:gd name="connsiteY1200" fmla="*/ 249079 h 466725"/>
                <a:gd name="connsiteX1201" fmla="*/ 103251 w 390525"/>
                <a:gd name="connsiteY1201" fmla="*/ 240506 h 466725"/>
                <a:gd name="connsiteX1202" fmla="*/ 104013 w 390525"/>
                <a:gd name="connsiteY1202" fmla="*/ 239554 h 466725"/>
                <a:gd name="connsiteX1203" fmla="*/ 104394 w 390525"/>
                <a:gd name="connsiteY1203" fmla="*/ 239268 h 466725"/>
                <a:gd name="connsiteX1204" fmla="*/ 105918 w 390525"/>
                <a:gd name="connsiteY1204" fmla="*/ 239363 h 466725"/>
                <a:gd name="connsiteX1205" fmla="*/ 108394 w 390525"/>
                <a:gd name="connsiteY1205" fmla="*/ 239554 h 466725"/>
                <a:gd name="connsiteX1206" fmla="*/ 109347 w 390525"/>
                <a:gd name="connsiteY1206" fmla="*/ 240030 h 466725"/>
                <a:gd name="connsiteX1207" fmla="*/ 109728 w 390525"/>
                <a:gd name="connsiteY1207" fmla="*/ 240887 h 466725"/>
                <a:gd name="connsiteX1208" fmla="*/ 109918 w 390525"/>
                <a:gd name="connsiteY1208" fmla="*/ 241745 h 466725"/>
                <a:gd name="connsiteX1209" fmla="*/ 110395 w 390525"/>
                <a:gd name="connsiteY1209" fmla="*/ 242697 h 466725"/>
                <a:gd name="connsiteX1210" fmla="*/ 112014 w 390525"/>
                <a:gd name="connsiteY1210" fmla="*/ 243840 h 466725"/>
                <a:gd name="connsiteX1211" fmla="*/ 112204 w 390525"/>
                <a:gd name="connsiteY1211" fmla="*/ 244030 h 466725"/>
                <a:gd name="connsiteX1212" fmla="*/ 112585 w 390525"/>
                <a:gd name="connsiteY1212" fmla="*/ 244221 h 466725"/>
                <a:gd name="connsiteX1213" fmla="*/ 113824 w 390525"/>
                <a:gd name="connsiteY1213" fmla="*/ 245936 h 466725"/>
                <a:gd name="connsiteX1214" fmla="*/ 116491 w 390525"/>
                <a:gd name="connsiteY1214" fmla="*/ 248221 h 466725"/>
                <a:gd name="connsiteX1215" fmla="*/ 118015 w 390525"/>
                <a:gd name="connsiteY1215" fmla="*/ 249079 h 466725"/>
                <a:gd name="connsiteX1216" fmla="*/ 119634 w 390525"/>
                <a:gd name="connsiteY1216" fmla="*/ 248983 h 466725"/>
                <a:gd name="connsiteX1217" fmla="*/ 120586 w 390525"/>
                <a:gd name="connsiteY1217" fmla="*/ 250222 h 466725"/>
                <a:gd name="connsiteX1218" fmla="*/ 122015 w 390525"/>
                <a:gd name="connsiteY1218" fmla="*/ 251365 h 466725"/>
                <a:gd name="connsiteX1219" fmla="*/ 123730 w 390525"/>
                <a:gd name="connsiteY1219" fmla="*/ 252317 h 466725"/>
                <a:gd name="connsiteX1220" fmla="*/ 125730 w 390525"/>
                <a:gd name="connsiteY1220" fmla="*/ 252698 h 466725"/>
                <a:gd name="connsiteX1221" fmla="*/ 130207 w 390525"/>
                <a:gd name="connsiteY1221" fmla="*/ 252698 h 466725"/>
                <a:gd name="connsiteX1222" fmla="*/ 131921 w 390525"/>
                <a:gd name="connsiteY1222" fmla="*/ 253555 h 466725"/>
                <a:gd name="connsiteX1223" fmla="*/ 132588 w 390525"/>
                <a:gd name="connsiteY1223" fmla="*/ 255746 h 466725"/>
                <a:gd name="connsiteX1224" fmla="*/ 131635 w 390525"/>
                <a:gd name="connsiteY1224" fmla="*/ 259366 h 466725"/>
                <a:gd name="connsiteX1225" fmla="*/ 131635 w 390525"/>
                <a:gd name="connsiteY1225" fmla="*/ 259842 h 466725"/>
                <a:gd name="connsiteX1226" fmla="*/ 132397 w 390525"/>
                <a:gd name="connsiteY1226" fmla="*/ 260032 h 466725"/>
                <a:gd name="connsiteX1227" fmla="*/ 135160 w 390525"/>
                <a:gd name="connsiteY1227" fmla="*/ 261366 h 466725"/>
                <a:gd name="connsiteX1228" fmla="*/ 136303 w 390525"/>
                <a:gd name="connsiteY1228" fmla="*/ 261556 h 466725"/>
                <a:gd name="connsiteX1229" fmla="*/ 136303 w 390525"/>
                <a:gd name="connsiteY1229" fmla="*/ 261175 h 466725"/>
                <a:gd name="connsiteX1230" fmla="*/ 135731 w 390525"/>
                <a:gd name="connsiteY1230" fmla="*/ 260318 h 466725"/>
                <a:gd name="connsiteX1231" fmla="*/ 135446 w 390525"/>
                <a:gd name="connsiteY1231" fmla="*/ 259366 h 466725"/>
                <a:gd name="connsiteX1232" fmla="*/ 135731 w 390525"/>
                <a:gd name="connsiteY1232" fmla="*/ 258508 h 466725"/>
                <a:gd name="connsiteX1233" fmla="*/ 136493 w 390525"/>
                <a:gd name="connsiteY1233" fmla="*/ 258032 h 466725"/>
                <a:gd name="connsiteX1234" fmla="*/ 138398 w 390525"/>
                <a:gd name="connsiteY1234" fmla="*/ 257556 h 466725"/>
                <a:gd name="connsiteX1235" fmla="*/ 139160 w 390525"/>
                <a:gd name="connsiteY1235" fmla="*/ 257080 h 466725"/>
                <a:gd name="connsiteX1236" fmla="*/ 141065 w 390525"/>
                <a:gd name="connsiteY1236" fmla="*/ 255365 h 466725"/>
                <a:gd name="connsiteX1237" fmla="*/ 144113 w 390525"/>
                <a:gd name="connsiteY1237" fmla="*/ 253651 h 466725"/>
                <a:gd name="connsiteX1238" fmla="*/ 144494 w 390525"/>
                <a:gd name="connsiteY1238" fmla="*/ 253079 h 466725"/>
                <a:gd name="connsiteX1239" fmla="*/ 145256 w 390525"/>
                <a:gd name="connsiteY1239" fmla="*/ 252603 h 466725"/>
                <a:gd name="connsiteX1240" fmla="*/ 149733 w 390525"/>
                <a:gd name="connsiteY1240" fmla="*/ 250603 h 466725"/>
                <a:gd name="connsiteX1241" fmla="*/ 150590 w 390525"/>
                <a:gd name="connsiteY1241" fmla="*/ 250412 h 466725"/>
                <a:gd name="connsiteX1242" fmla="*/ 151543 w 390525"/>
                <a:gd name="connsiteY1242" fmla="*/ 250698 h 466725"/>
                <a:gd name="connsiteX1243" fmla="*/ 153162 w 390525"/>
                <a:gd name="connsiteY1243" fmla="*/ 251746 h 466725"/>
                <a:gd name="connsiteX1244" fmla="*/ 154019 w 390525"/>
                <a:gd name="connsiteY1244" fmla="*/ 251936 h 466725"/>
                <a:gd name="connsiteX1245" fmla="*/ 154972 w 390525"/>
                <a:gd name="connsiteY1245" fmla="*/ 251555 h 466725"/>
                <a:gd name="connsiteX1246" fmla="*/ 155543 w 390525"/>
                <a:gd name="connsiteY1246" fmla="*/ 250793 h 466725"/>
                <a:gd name="connsiteX1247" fmla="*/ 156019 w 390525"/>
                <a:gd name="connsiteY1247" fmla="*/ 250031 h 466725"/>
                <a:gd name="connsiteX1248" fmla="*/ 156591 w 390525"/>
                <a:gd name="connsiteY1248" fmla="*/ 249650 h 466725"/>
                <a:gd name="connsiteX1249" fmla="*/ 156877 w 390525"/>
                <a:gd name="connsiteY1249" fmla="*/ 249174 h 466725"/>
                <a:gd name="connsiteX1250" fmla="*/ 156400 w 390525"/>
                <a:gd name="connsiteY1250" fmla="*/ 245936 h 466725"/>
                <a:gd name="connsiteX1251" fmla="*/ 156496 w 390525"/>
                <a:gd name="connsiteY1251" fmla="*/ 244888 h 466725"/>
                <a:gd name="connsiteX1252" fmla="*/ 156781 w 390525"/>
                <a:gd name="connsiteY1252" fmla="*/ 244126 h 466725"/>
                <a:gd name="connsiteX1253" fmla="*/ 157163 w 390525"/>
                <a:gd name="connsiteY1253" fmla="*/ 243649 h 466725"/>
                <a:gd name="connsiteX1254" fmla="*/ 157639 w 390525"/>
                <a:gd name="connsiteY1254" fmla="*/ 243459 h 466725"/>
                <a:gd name="connsiteX1255" fmla="*/ 157829 w 390525"/>
                <a:gd name="connsiteY1255" fmla="*/ 243364 h 466725"/>
                <a:gd name="connsiteX1256" fmla="*/ 157829 w 390525"/>
                <a:gd name="connsiteY1256" fmla="*/ 243269 h 466725"/>
                <a:gd name="connsiteX1257" fmla="*/ 157734 w 390525"/>
                <a:gd name="connsiteY1257" fmla="*/ 243554 h 466725"/>
                <a:gd name="connsiteX1258" fmla="*/ 157734 w 390525"/>
                <a:gd name="connsiteY1258" fmla="*/ 243554 h 466725"/>
                <a:gd name="connsiteX1259" fmla="*/ 157734 w 390525"/>
                <a:gd name="connsiteY1259" fmla="*/ 243649 h 466725"/>
                <a:gd name="connsiteX1260" fmla="*/ 157639 w 390525"/>
                <a:gd name="connsiteY1260" fmla="*/ 243649 h 466725"/>
                <a:gd name="connsiteX1261" fmla="*/ 158782 w 390525"/>
                <a:gd name="connsiteY1261" fmla="*/ 243269 h 466725"/>
                <a:gd name="connsiteX1262" fmla="*/ 159639 w 390525"/>
                <a:gd name="connsiteY1262" fmla="*/ 242697 h 466725"/>
                <a:gd name="connsiteX1263" fmla="*/ 160306 w 390525"/>
                <a:gd name="connsiteY1263" fmla="*/ 241935 h 466725"/>
                <a:gd name="connsiteX1264" fmla="*/ 160591 w 390525"/>
                <a:gd name="connsiteY1264" fmla="*/ 240697 h 466725"/>
                <a:gd name="connsiteX1265" fmla="*/ 160972 w 390525"/>
                <a:gd name="connsiteY1265" fmla="*/ 238887 h 466725"/>
                <a:gd name="connsiteX1266" fmla="*/ 161258 w 390525"/>
                <a:gd name="connsiteY1266" fmla="*/ 238030 h 466725"/>
                <a:gd name="connsiteX1267" fmla="*/ 161830 w 390525"/>
                <a:gd name="connsiteY1267" fmla="*/ 237268 h 466725"/>
                <a:gd name="connsiteX1268" fmla="*/ 162306 w 390525"/>
                <a:gd name="connsiteY1268" fmla="*/ 237077 h 466725"/>
                <a:gd name="connsiteX1269" fmla="*/ 162782 w 390525"/>
                <a:gd name="connsiteY1269" fmla="*/ 236887 h 466725"/>
                <a:gd name="connsiteX1270" fmla="*/ 164306 w 390525"/>
                <a:gd name="connsiteY1270" fmla="*/ 236601 h 466725"/>
                <a:gd name="connsiteX1271" fmla="*/ 165449 w 390525"/>
                <a:gd name="connsiteY1271" fmla="*/ 236220 h 466725"/>
                <a:gd name="connsiteX1272" fmla="*/ 167354 w 390525"/>
                <a:gd name="connsiteY1272" fmla="*/ 235839 h 466725"/>
                <a:gd name="connsiteX1273" fmla="*/ 168116 w 390525"/>
                <a:gd name="connsiteY1273" fmla="*/ 235648 h 466725"/>
                <a:gd name="connsiteX1274" fmla="*/ 168497 w 390525"/>
                <a:gd name="connsiteY1274" fmla="*/ 235268 h 466725"/>
                <a:gd name="connsiteX1275" fmla="*/ 168592 w 390525"/>
                <a:gd name="connsiteY1275" fmla="*/ 234696 h 466725"/>
                <a:gd name="connsiteX1276" fmla="*/ 168307 w 390525"/>
                <a:gd name="connsiteY1276" fmla="*/ 234220 h 466725"/>
                <a:gd name="connsiteX1277" fmla="*/ 166116 w 390525"/>
                <a:gd name="connsiteY1277" fmla="*/ 232791 h 466725"/>
                <a:gd name="connsiteX1278" fmla="*/ 165640 w 390525"/>
                <a:gd name="connsiteY1278" fmla="*/ 232600 h 466725"/>
                <a:gd name="connsiteX1279" fmla="*/ 165544 w 390525"/>
                <a:gd name="connsiteY1279" fmla="*/ 232220 h 466725"/>
                <a:gd name="connsiteX1280" fmla="*/ 165354 w 390525"/>
                <a:gd name="connsiteY1280" fmla="*/ 232029 h 466725"/>
                <a:gd name="connsiteX1281" fmla="*/ 165259 w 390525"/>
                <a:gd name="connsiteY1281" fmla="*/ 231838 h 466725"/>
                <a:gd name="connsiteX1282" fmla="*/ 165354 w 390525"/>
                <a:gd name="connsiteY1282" fmla="*/ 231457 h 466725"/>
                <a:gd name="connsiteX1283" fmla="*/ 165830 w 390525"/>
                <a:gd name="connsiteY1283" fmla="*/ 230124 h 466725"/>
                <a:gd name="connsiteX1284" fmla="*/ 166688 w 390525"/>
                <a:gd name="connsiteY1284" fmla="*/ 228981 h 466725"/>
                <a:gd name="connsiteX1285" fmla="*/ 167830 w 390525"/>
                <a:gd name="connsiteY1285" fmla="*/ 228124 h 466725"/>
                <a:gd name="connsiteX1286" fmla="*/ 169164 w 390525"/>
                <a:gd name="connsiteY1286" fmla="*/ 227647 h 466725"/>
                <a:gd name="connsiteX1287" fmla="*/ 173355 w 390525"/>
                <a:gd name="connsiteY1287" fmla="*/ 226790 h 466725"/>
                <a:gd name="connsiteX1288" fmla="*/ 173926 w 390525"/>
                <a:gd name="connsiteY1288" fmla="*/ 226790 h 466725"/>
                <a:gd name="connsiteX1289" fmla="*/ 176784 w 390525"/>
                <a:gd name="connsiteY1289" fmla="*/ 227647 h 466725"/>
                <a:gd name="connsiteX1290" fmla="*/ 177736 w 390525"/>
                <a:gd name="connsiteY1290" fmla="*/ 227838 h 466725"/>
                <a:gd name="connsiteX1291" fmla="*/ 178022 w 390525"/>
                <a:gd name="connsiteY1291" fmla="*/ 227838 h 466725"/>
                <a:gd name="connsiteX1292" fmla="*/ 178784 w 390525"/>
                <a:gd name="connsiteY1292" fmla="*/ 227647 h 466725"/>
                <a:gd name="connsiteX1293" fmla="*/ 179165 w 390525"/>
                <a:gd name="connsiteY1293" fmla="*/ 227743 h 466725"/>
                <a:gd name="connsiteX1294" fmla="*/ 180499 w 390525"/>
                <a:gd name="connsiteY1294" fmla="*/ 228029 h 466725"/>
                <a:gd name="connsiteX1295" fmla="*/ 181927 w 390525"/>
                <a:gd name="connsiteY1295" fmla="*/ 228219 h 466725"/>
                <a:gd name="connsiteX1296" fmla="*/ 184975 w 390525"/>
                <a:gd name="connsiteY1296" fmla="*/ 228981 h 466725"/>
                <a:gd name="connsiteX1297" fmla="*/ 185738 w 390525"/>
                <a:gd name="connsiteY1297" fmla="*/ 229553 h 466725"/>
                <a:gd name="connsiteX1298" fmla="*/ 186214 w 390525"/>
                <a:gd name="connsiteY1298" fmla="*/ 229933 h 466725"/>
                <a:gd name="connsiteX1299" fmla="*/ 186595 w 390525"/>
                <a:gd name="connsiteY1299" fmla="*/ 230219 h 466725"/>
                <a:gd name="connsiteX1300" fmla="*/ 189643 w 390525"/>
                <a:gd name="connsiteY1300" fmla="*/ 231648 h 466725"/>
                <a:gd name="connsiteX1301" fmla="*/ 190309 w 390525"/>
                <a:gd name="connsiteY1301" fmla="*/ 231838 h 466725"/>
                <a:gd name="connsiteX1302" fmla="*/ 193453 w 390525"/>
                <a:gd name="connsiteY1302" fmla="*/ 231934 h 466725"/>
                <a:gd name="connsiteX1303" fmla="*/ 194310 w 390525"/>
                <a:gd name="connsiteY1303" fmla="*/ 232124 h 466725"/>
                <a:gd name="connsiteX1304" fmla="*/ 195167 w 390525"/>
                <a:gd name="connsiteY1304" fmla="*/ 232410 h 466725"/>
                <a:gd name="connsiteX1305" fmla="*/ 196024 w 390525"/>
                <a:gd name="connsiteY1305" fmla="*/ 232886 h 466725"/>
                <a:gd name="connsiteX1306" fmla="*/ 196786 w 390525"/>
                <a:gd name="connsiteY1306" fmla="*/ 233363 h 466725"/>
                <a:gd name="connsiteX1307" fmla="*/ 197358 w 390525"/>
                <a:gd name="connsiteY1307" fmla="*/ 234029 h 466725"/>
                <a:gd name="connsiteX1308" fmla="*/ 197739 w 390525"/>
                <a:gd name="connsiteY1308" fmla="*/ 234791 h 466725"/>
                <a:gd name="connsiteX1309" fmla="*/ 198215 w 390525"/>
                <a:gd name="connsiteY1309" fmla="*/ 235268 h 466725"/>
                <a:gd name="connsiteX1310" fmla="*/ 199072 w 390525"/>
                <a:gd name="connsiteY1310" fmla="*/ 235458 h 466725"/>
                <a:gd name="connsiteX1311" fmla="*/ 199454 w 390525"/>
                <a:gd name="connsiteY1311" fmla="*/ 235363 h 466725"/>
                <a:gd name="connsiteX1312" fmla="*/ 199644 w 390525"/>
                <a:gd name="connsiteY1312" fmla="*/ 235268 h 466725"/>
                <a:gd name="connsiteX1313" fmla="*/ 199834 w 390525"/>
                <a:gd name="connsiteY1313" fmla="*/ 235077 h 466725"/>
                <a:gd name="connsiteX1314" fmla="*/ 200025 w 390525"/>
                <a:gd name="connsiteY1314" fmla="*/ 234696 h 466725"/>
                <a:gd name="connsiteX1315" fmla="*/ 200882 w 390525"/>
                <a:gd name="connsiteY1315" fmla="*/ 233744 h 466725"/>
                <a:gd name="connsiteX1316" fmla="*/ 201930 w 390525"/>
                <a:gd name="connsiteY1316" fmla="*/ 232981 h 466725"/>
                <a:gd name="connsiteX1317" fmla="*/ 203073 w 390525"/>
                <a:gd name="connsiteY1317" fmla="*/ 232696 h 466725"/>
                <a:gd name="connsiteX1318" fmla="*/ 204406 w 390525"/>
                <a:gd name="connsiteY1318" fmla="*/ 232886 h 466725"/>
                <a:gd name="connsiteX1319" fmla="*/ 205645 w 390525"/>
                <a:gd name="connsiteY1319" fmla="*/ 233553 h 466725"/>
                <a:gd name="connsiteX1320" fmla="*/ 206692 w 390525"/>
                <a:gd name="connsiteY1320" fmla="*/ 234601 h 466725"/>
                <a:gd name="connsiteX1321" fmla="*/ 209264 w 390525"/>
                <a:gd name="connsiteY1321" fmla="*/ 239173 h 466725"/>
                <a:gd name="connsiteX1322" fmla="*/ 211550 w 390525"/>
                <a:gd name="connsiteY1322" fmla="*/ 244793 h 466725"/>
                <a:gd name="connsiteX1323" fmla="*/ 212122 w 390525"/>
                <a:gd name="connsiteY1323" fmla="*/ 245840 h 466725"/>
                <a:gd name="connsiteX1324" fmla="*/ 212788 w 390525"/>
                <a:gd name="connsiteY1324" fmla="*/ 246697 h 466725"/>
                <a:gd name="connsiteX1325" fmla="*/ 216122 w 390525"/>
                <a:gd name="connsiteY1325" fmla="*/ 249650 h 466725"/>
                <a:gd name="connsiteX1326" fmla="*/ 216408 w 390525"/>
                <a:gd name="connsiteY1326" fmla="*/ 250031 h 466725"/>
                <a:gd name="connsiteX1327" fmla="*/ 216789 w 390525"/>
                <a:gd name="connsiteY1327" fmla="*/ 250603 h 466725"/>
                <a:gd name="connsiteX1328" fmla="*/ 219075 w 390525"/>
                <a:gd name="connsiteY1328" fmla="*/ 255746 h 466725"/>
                <a:gd name="connsiteX1329" fmla="*/ 219551 w 390525"/>
                <a:gd name="connsiteY1329" fmla="*/ 257461 h 466725"/>
                <a:gd name="connsiteX1330" fmla="*/ 219932 w 390525"/>
                <a:gd name="connsiteY1330" fmla="*/ 258032 h 466725"/>
                <a:gd name="connsiteX1331" fmla="*/ 220313 w 390525"/>
                <a:gd name="connsiteY1331" fmla="*/ 258508 h 466725"/>
                <a:gd name="connsiteX1332" fmla="*/ 220504 w 390525"/>
                <a:gd name="connsiteY1332" fmla="*/ 258699 h 466725"/>
                <a:gd name="connsiteX1333" fmla="*/ 220789 w 390525"/>
                <a:gd name="connsiteY1333" fmla="*/ 258985 h 466725"/>
                <a:gd name="connsiteX1334" fmla="*/ 224218 w 390525"/>
                <a:gd name="connsiteY1334" fmla="*/ 260985 h 466725"/>
                <a:gd name="connsiteX1335" fmla="*/ 225076 w 390525"/>
                <a:gd name="connsiteY1335" fmla="*/ 262033 h 466725"/>
                <a:gd name="connsiteX1336" fmla="*/ 226219 w 390525"/>
                <a:gd name="connsiteY1336" fmla="*/ 264414 h 466725"/>
                <a:gd name="connsiteX1337" fmla="*/ 226981 w 390525"/>
                <a:gd name="connsiteY1337" fmla="*/ 265366 h 466725"/>
                <a:gd name="connsiteX1338" fmla="*/ 227171 w 390525"/>
                <a:gd name="connsiteY1338" fmla="*/ 265747 h 466725"/>
                <a:gd name="connsiteX1339" fmla="*/ 227362 w 390525"/>
                <a:gd name="connsiteY1339" fmla="*/ 266033 h 466725"/>
                <a:gd name="connsiteX1340" fmla="*/ 227647 w 390525"/>
                <a:gd name="connsiteY1340" fmla="*/ 267176 h 466725"/>
                <a:gd name="connsiteX1341" fmla="*/ 227933 w 390525"/>
                <a:gd name="connsiteY1341" fmla="*/ 267557 h 466725"/>
                <a:gd name="connsiteX1342" fmla="*/ 229457 w 390525"/>
                <a:gd name="connsiteY1342" fmla="*/ 269462 h 466725"/>
                <a:gd name="connsiteX1343" fmla="*/ 230981 w 390525"/>
                <a:gd name="connsiteY1343" fmla="*/ 270891 h 466725"/>
                <a:gd name="connsiteX1344" fmla="*/ 239173 w 390525"/>
                <a:gd name="connsiteY1344" fmla="*/ 275177 h 466725"/>
                <a:gd name="connsiteX1345" fmla="*/ 240221 w 390525"/>
                <a:gd name="connsiteY1345" fmla="*/ 275463 h 466725"/>
                <a:gd name="connsiteX1346" fmla="*/ 242697 w 390525"/>
                <a:gd name="connsiteY1346" fmla="*/ 277082 h 466725"/>
                <a:gd name="connsiteX1347" fmla="*/ 243268 w 390525"/>
                <a:gd name="connsiteY1347" fmla="*/ 277749 h 466725"/>
                <a:gd name="connsiteX1348" fmla="*/ 244316 w 390525"/>
                <a:gd name="connsiteY1348" fmla="*/ 279273 h 466725"/>
                <a:gd name="connsiteX1349" fmla="*/ 245173 w 390525"/>
                <a:gd name="connsiteY1349" fmla="*/ 280892 h 466725"/>
                <a:gd name="connsiteX1350" fmla="*/ 245554 w 390525"/>
                <a:gd name="connsiteY1350" fmla="*/ 281369 h 466725"/>
                <a:gd name="connsiteX1351" fmla="*/ 245935 w 390525"/>
                <a:gd name="connsiteY1351" fmla="*/ 281654 h 466725"/>
                <a:gd name="connsiteX1352" fmla="*/ 246888 w 390525"/>
                <a:gd name="connsiteY1352" fmla="*/ 282130 h 466725"/>
                <a:gd name="connsiteX1353" fmla="*/ 247269 w 390525"/>
                <a:gd name="connsiteY1353" fmla="*/ 282512 h 466725"/>
                <a:gd name="connsiteX1354" fmla="*/ 247459 w 390525"/>
                <a:gd name="connsiteY1354" fmla="*/ 282797 h 466725"/>
                <a:gd name="connsiteX1355" fmla="*/ 248698 w 390525"/>
                <a:gd name="connsiteY1355" fmla="*/ 285560 h 466725"/>
                <a:gd name="connsiteX1356" fmla="*/ 248793 w 390525"/>
                <a:gd name="connsiteY1356" fmla="*/ 286226 h 466725"/>
                <a:gd name="connsiteX1357" fmla="*/ 248888 w 390525"/>
                <a:gd name="connsiteY1357" fmla="*/ 286893 h 466725"/>
                <a:gd name="connsiteX1358" fmla="*/ 248698 w 390525"/>
                <a:gd name="connsiteY1358" fmla="*/ 289560 h 466725"/>
                <a:gd name="connsiteX1359" fmla="*/ 248793 w 390525"/>
                <a:gd name="connsiteY1359" fmla="*/ 292798 h 466725"/>
                <a:gd name="connsiteX1360" fmla="*/ 248602 w 390525"/>
                <a:gd name="connsiteY1360" fmla="*/ 295370 h 466725"/>
                <a:gd name="connsiteX1361" fmla="*/ 248317 w 390525"/>
                <a:gd name="connsiteY1361" fmla="*/ 296608 h 466725"/>
                <a:gd name="connsiteX1362" fmla="*/ 244983 w 390525"/>
                <a:gd name="connsiteY1362" fmla="*/ 304610 h 466725"/>
                <a:gd name="connsiteX1363" fmla="*/ 244697 w 390525"/>
                <a:gd name="connsiteY1363" fmla="*/ 305848 h 466725"/>
                <a:gd name="connsiteX1364" fmla="*/ 244983 w 390525"/>
                <a:gd name="connsiteY1364" fmla="*/ 309086 h 466725"/>
                <a:gd name="connsiteX1365" fmla="*/ 245173 w 390525"/>
                <a:gd name="connsiteY1365" fmla="*/ 310896 h 466725"/>
                <a:gd name="connsiteX1366" fmla="*/ 245364 w 390525"/>
                <a:gd name="connsiteY1366" fmla="*/ 311468 h 466725"/>
                <a:gd name="connsiteX1367" fmla="*/ 245840 w 390525"/>
                <a:gd name="connsiteY1367" fmla="*/ 312611 h 466725"/>
                <a:gd name="connsiteX1368" fmla="*/ 246031 w 390525"/>
                <a:gd name="connsiteY1368" fmla="*/ 313182 h 466725"/>
                <a:gd name="connsiteX1369" fmla="*/ 246126 w 390525"/>
                <a:gd name="connsiteY1369" fmla="*/ 313849 h 466725"/>
                <a:gd name="connsiteX1370" fmla="*/ 245935 w 390525"/>
                <a:gd name="connsiteY1370" fmla="*/ 314515 h 466725"/>
                <a:gd name="connsiteX1371" fmla="*/ 245650 w 390525"/>
                <a:gd name="connsiteY1371" fmla="*/ 315754 h 466725"/>
                <a:gd name="connsiteX1372" fmla="*/ 245554 w 390525"/>
                <a:gd name="connsiteY1372" fmla="*/ 315849 h 466725"/>
                <a:gd name="connsiteX1373" fmla="*/ 245554 w 390525"/>
                <a:gd name="connsiteY1373" fmla="*/ 316421 h 466725"/>
                <a:gd name="connsiteX1374" fmla="*/ 245554 w 390525"/>
                <a:gd name="connsiteY1374" fmla="*/ 316992 h 466725"/>
                <a:gd name="connsiteX1375" fmla="*/ 246697 w 390525"/>
                <a:gd name="connsiteY1375" fmla="*/ 321564 h 466725"/>
                <a:gd name="connsiteX1376" fmla="*/ 246697 w 390525"/>
                <a:gd name="connsiteY1376" fmla="*/ 322136 h 466725"/>
                <a:gd name="connsiteX1377" fmla="*/ 246602 w 390525"/>
                <a:gd name="connsiteY1377" fmla="*/ 322707 h 466725"/>
                <a:gd name="connsiteX1378" fmla="*/ 245935 w 390525"/>
                <a:gd name="connsiteY1378" fmla="*/ 324803 h 466725"/>
                <a:gd name="connsiteX1379" fmla="*/ 245364 w 390525"/>
                <a:gd name="connsiteY1379" fmla="*/ 327088 h 466725"/>
                <a:gd name="connsiteX1380" fmla="*/ 245078 w 390525"/>
                <a:gd name="connsiteY1380" fmla="*/ 329374 h 466725"/>
                <a:gd name="connsiteX1381" fmla="*/ 245173 w 390525"/>
                <a:gd name="connsiteY1381" fmla="*/ 330613 h 466725"/>
                <a:gd name="connsiteX1382" fmla="*/ 245459 w 390525"/>
                <a:gd name="connsiteY1382" fmla="*/ 331756 h 466725"/>
                <a:gd name="connsiteX1383" fmla="*/ 245935 w 390525"/>
                <a:gd name="connsiteY1383" fmla="*/ 332708 h 466725"/>
                <a:gd name="connsiteX1384" fmla="*/ 246888 w 390525"/>
                <a:gd name="connsiteY1384" fmla="*/ 333470 h 466725"/>
                <a:gd name="connsiteX1385" fmla="*/ 249841 w 390525"/>
                <a:gd name="connsiteY1385" fmla="*/ 335089 h 466725"/>
                <a:gd name="connsiteX1386" fmla="*/ 250698 w 390525"/>
                <a:gd name="connsiteY1386" fmla="*/ 335852 h 466725"/>
                <a:gd name="connsiteX1387" fmla="*/ 251460 w 390525"/>
                <a:gd name="connsiteY1387" fmla="*/ 336709 h 466725"/>
                <a:gd name="connsiteX1388" fmla="*/ 252031 w 390525"/>
                <a:gd name="connsiteY1388" fmla="*/ 337566 h 466725"/>
                <a:gd name="connsiteX1389" fmla="*/ 252413 w 390525"/>
                <a:gd name="connsiteY1389" fmla="*/ 338614 h 466725"/>
                <a:gd name="connsiteX1390" fmla="*/ 252889 w 390525"/>
                <a:gd name="connsiteY1390" fmla="*/ 340233 h 466725"/>
                <a:gd name="connsiteX1391" fmla="*/ 253174 w 390525"/>
                <a:gd name="connsiteY1391" fmla="*/ 340805 h 466725"/>
                <a:gd name="connsiteX1392" fmla="*/ 253460 w 390525"/>
                <a:gd name="connsiteY1392" fmla="*/ 341376 h 466725"/>
                <a:gd name="connsiteX1393" fmla="*/ 254032 w 390525"/>
                <a:gd name="connsiteY1393" fmla="*/ 341757 h 466725"/>
                <a:gd name="connsiteX1394" fmla="*/ 255365 w 390525"/>
                <a:gd name="connsiteY1394" fmla="*/ 342519 h 466725"/>
                <a:gd name="connsiteX1395" fmla="*/ 255841 w 390525"/>
                <a:gd name="connsiteY1395" fmla="*/ 342900 h 466725"/>
                <a:gd name="connsiteX1396" fmla="*/ 256889 w 390525"/>
                <a:gd name="connsiteY1396" fmla="*/ 344043 h 466725"/>
                <a:gd name="connsiteX1397" fmla="*/ 257270 w 390525"/>
                <a:gd name="connsiteY1397" fmla="*/ 344329 h 466725"/>
                <a:gd name="connsiteX1398" fmla="*/ 257746 w 390525"/>
                <a:gd name="connsiteY1398" fmla="*/ 344614 h 466725"/>
                <a:gd name="connsiteX1399" fmla="*/ 258699 w 390525"/>
                <a:gd name="connsiteY1399" fmla="*/ 345186 h 466725"/>
                <a:gd name="connsiteX1400" fmla="*/ 259175 w 390525"/>
                <a:gd name="connsiteY1400" fmla="*/ 345472 h 466725"/>
                <a:gd name="connsiteX1401" fmla="*/ 259747 w 390525"/>
                <a:gd name="connsiteY1401" fmla="*/ 346520 h 466725"/>
                <a:gd name="connsiteX1402" fmla="*/ 259937 w 390525"/>
                <a:gd name="connsiteY1402" fmla="*/ 347758 h 466725"/>
                <a:gd name="connsiteX1403" fmla="*/ 259842 w 390525"/>
                <a:gd name="connsiteY1403" fmla="*/ 350139 h 466725"/>
                <a:gd name="connsiteX1404" fmla="*/ 260032 w 390525"/>
                <a:gd name="connsiteY1404" fmla="*/ 351568 h 466725"/>
                <a:gd name="connsiteX1405" fmla="*/ 260604 w 390525"/>
                <a:gd name="connsiteY1405" fmla="*/ 352901 h 466725"/>
                <a:gd name="connsiteX1406" fmla="*/ 261366 w 390525"/>
                <a:gd name="connsiteY1406" fmla="*/ 353949 h 466725"/>
                <a:gd name="connsiteX1407" fmla="*/ 262509 w 390525"/>
                <a:gd name="connsiteY1407" fmla="*/ 354806 h 466725"/>
                <a:gd name="connsiteX1408" fmla="*/ 264033 w 390525"/>
                <a:gd name="connsiteY1408" fmla="*/ 355378 h 466725"/>
                <a:gd name="connsiteX1409" fmla="*/ 270891 w 390525"/>
                <a:gd name="connsiteY1409" fmla="*/ 357854 h 466725"/>
                <a:gd name="connsiteX1410" fmla="*/ 271367 w 390525"/>
                <a:gd name="connsiteY1410" fmla="*/ 357949 h 466725"/>
                <a:gd name="connsiteX1411" fmla="*/ 273558 w 390525"/>
                <a:gd name="connsiteY1411" fmla="*/ 358045 h 466725"/>
                <a:gd name="connsiteX1412" fmla="*/ 279654 w 390525"/>
                <a:gd name="connsiteY1412" fmla="*/ 359569 h 466725"/>
                <a:gd name="connsiteX1413" fmla="*/ 280225 w 390525"/>
                <a:gd name="connsiteY1413" fmla="*/ 359759 h 466725"/>
                <a:gd name="connsiteX1414" fmla="*/ 280606 w 390525"/>
                <a:gd name="connsiteY1414" fmla="*/ 360045 h 466725"/>
                <a:gd name="connsiteX1415" fmla="*/ 280606 w 390525"/>
                <a:gd name="connsiteY1415" fmla="*/ 360331 h 466725"/>
                <a:gd name="connsiteX1416" fmla="*/ 280702 w 390525"/>
                <a:gd name="connsiteY1416" fmla="*/ 360521 h 466725"/>
                <a:gd name="connsiteX1417" fmla="*/ 280416 w 390525"/>
                <a:gd name="connsiteY1417" fmla="*/ 360902 h 466725"/>
                <a:gd name="connsiteX1418" fmla="*/ 279844 w 390525"/>
                <a:gd name="connsiteY1418" fmla="*/ 361188 h 466725"/>
                <a:gd name="connsiteX1419" fmla="*/ 278701 w 390525"/>
                <a:gd name="connsiteY1419" fmla="*/ 361664 h 466725"/>
                <a:gd name="connsiteX1420" fmla="*/ 277463 w 390525"/>
                <a:gd name="connsiteY1420" fmla="*/ 363093 h 466725"/>
                <a:gd name="connsiteX1421" fmla="*/ 277368 w 390525"/>
                <a:gd name="connsiteY1421" fmla="*/ 364998 h 466725"/>
                <a:gd name="connsiteX1422" fmla="*/ 277939 w 390525"/>
                <a:gd name="connsiteY1422" fmla="*/ 366998 h 466725"/>
                <a:gd name="connsiteX1423" fmla="*/ 280035 w 390525"/>
                <a:gd name="connsiteY1423" fmla="*/ 371475 h 466725"/>
                <a:gd name="connsiteX1424" fmla="*/ 280606 w 390525"/>
                <a:gd name="connsiteY1424" fmla="*/ 372332 h 466725"/>
                <a:gd name="connsiteX1425" fmla="*/ 281273 w 390525"/>
                <a:gd name="connsiteY1425" fmla="*/ 372999 h 466725"/>
                <a:gd name="connsiteX1426" fmla="*/ 281940 w 390525"/>
                <a:gd name="connsiteY1426" fmla="*/ 373380 h 466725"/>
                <a:gd name="connsiteX1427" fmla="*/ 282702 w 390525"/>
                <a:gd name="connsiteY1427" fmla="*/ 373475 h 466725"/>
                <a:gd name="connsiteX1428" fmla="*/ 284893 w 390525"/>
                <a:gd name="connsiteY1428" fmla="*/ 373285 h 466725"/>
                <a:gd name="connsiteX1429" fmla="*/ 286036 w 390525"/>
                <a:gd name="connsiteY1429" fmla="*/ 373475 h 466725"/>
                <a:gd name="connsiteX1430" fmla="*/ 288322 w 390525"/>
                <a:gd name="connsiteY1430" fmla="*/ 374237 h 466725"/>
                <a:gd name="connsiteX1431" fmla="*/ 290608 w 390525"/>
                <a:gd name="connsiteY1431" fmla="*/ 375761 h 466725"/>
                <a:gd name="connsiteX1432" fmla="*/ 292132 w 390525"/>
                <a:gd name="connsiteY1432" fmla="*/ 377952 h 466725"/>
                <a:gd name="connsiteX1433" fmla="*/ 292608 w 390525"/>
                <a:gd name="connsiteY1433" fmla="*/ 380524 h 466725"/>
                <a:gd name="connsiteX1434" fmla="*/ 292132 w 390525"/>
                <a:gd name="connsiteY1434" fmla="*/ 383286 h 466725"/>
                <a:gd name="connsiteX1435" fmla="*/ 290798 w 390525"/>
                <a:gd name="connsiteY1435" fmla="*/ 386620 h 466725"/>
                <a:gd name="connsiteX1436" fmla="*/ 290608 w 390525"/>
                <a:gd name="connsiteY1436" fmla="*/ 387858 h 466725"/>
                <a:gd name="connsiteX1437" fmla="*/ 290513 w 390525"/>
                <a:gd name="connsiteY1437" fmla="*/ 390144 h 466725"/>
                <a:gd name="connsiteX1438" fmla="*/ 290227 w 390525"/>
                <a:gd name="connsiteY1438" fmla="*/ 391096 h 466725"/>
                <a:gd name="connsiteX1439" fmla="*/ 289369 w 390525"/>
                <a:gd name="connsiteY1439" fmla="*/ 391954 h 466725"/>
                <a:gd name="connsiteX1440" fmla="*/ 287464 w 390525"/>
                <a:gd name="connsiteY1440" fmla="*/ 393097 h 466725"/>
                <a:gd name="connsiteX1441" fmla="*/ 284988 w 390525"/>
                <a:gd name="connsiteY1441" fmla="*/ 393954 h 466725"/>
                <a:gd name="connsiteX1442" fmla="*/ 283940 w 390525"/>
                <a:gd name="connsiteY1442" fmla="*/ 394621 h 466725"/>
                <a:gd name="connsiteX1443" fmla="*/ 283559 w 390525"/>
                <a:gd name="connsiteY1443" fmla="*/ 395764 h 466725"/>
                <a:gd name="connsiteX1444" fmla="*/ 283845 w 390525"/>
                <a:gd name="connsiteY1444" fmla="*/ 396812 h 466725"/>
                <a:gd name="connsiteX1445" fmla="*/ 284607 w 390525"/>
                <a:gd name="connsiteY1445" fmla="*/ 397288 h 466725"/>
                <a:gd name="connsiteX1446" fmla="*/ 285750 w 390525"/>
                <a:gd name="connsiteY1446" fmla="*/ 397478 h 466725"/>
                <a:gd name="connsiteX1447" fmla="*/ 286702 w 390525"/>
                <a:gd name="connsiteY1447" fmla="*/ 397478 h 466725"/>
                <a:gd name="connsiteX1448" fmla="*/ 287750 w 390525"/>
                <a:gd name="connsiteY1448" fmla="*/ 397288 h 466725"/>
                <a:gd name="connsiteX1449" fmla="*/ 287941 w 390525"/>
                <a:gd name="connsiteY1449" fmla="*/ 397573 h 466725"/>
                <a:gd name="connsiteX1450" fmla="*/ 288131 w 390525"/>
                <a:gd name="connsiteY1450" fmla="*/ 398716 h 466725"/>
                <a:gd name="connsiteX1451" fmla="*/ 288036 w 390525"/>
                <a:gd name="connsiteY1451" fmla="*/ 400145 h 466725"/>
                <a:gd name="connsiteX1452" fmla="*/ 287846 w 390525"/>
                <a:gd name="connsiteY1452" fmla="*/ 400240 h 466725"/>
                <a:gd name="connsiteX1453" fmla="*/ 286321 w 390525"/>
                <a:gd name="connsiteY1453" fmla="*/ 401193 h 466725"/>
                <a:gd name="connsiteX1454" fmla="*/ 284893 w 390525"/>
                <a:gd name="connsiteY1454" fmla="*/ 402431 h 466725"/>
                <a:gd name="connsiteX1455" fmla="*/ 282797 w 390525"/>
                <a:gd name="connsiteY1455" fmla="*/ 404622 h 466725"/>
                <a:gd name="connsiteX1456" fmla="*/ 282321 w 390525"/>
                <a:gd name="connsiteY1456" fmla="*/ 405384 h 466725"/>
                <a:gd name="connsiteX1457" fmla="*/ 281940 w 390525"/>
                <a:gd name="connsiteY1457" fmla="*/ 406527 h 466725"/>
                <a:gd name="connsiteX1458" fmla="*/ 281749 w 390525"/>
                <a:gd name="connsiteY1458" fmla="*/ 407670 h 466725"/>
                <a:gd name="connsiteX1459" fmla="*/ 281749 w 390525"/>
                <a:gd name="connsiteY1459" fmla="*/ 408908 h 466725"/>
                <a:gd name="connsiteX1460" fmla="*/ 282130 w 390525"/>
                <a:gd name="connsiteY1460" fmla="*/ 409765 h 466725"/>
                <a:gd name="connsiteX1461" fmla="*/ 283273 w 390525"/>
                <a:gd name="connsiteY1461" fmla="*/ 410051 h 466725"/>
                <a:gd name="connsiteX1462" fmla="*/ 284607 w 390525"/>
                <a:gd name="connsiteY1462" fmla="*/ 411385 h 466725"/>
                <a:gd name="connsiteX1463" fmla="*/ 284893 w 390525"/>
                <a:gd name="connsiteY1463" fmla="*/ 411385 h 466725"/>
                <a:gd name="connsiteX1464" fmla="*/ 285559 w 390525"/>
                <a:gd name="connsiteY1464" fmla="*/ 411289 h 466725"/>
                <a:gd name="connsiteX1465" fmla="*/ 285750 w 390525"/>
                <a:gd name="connsiteY1465" fmla="*/ 411385 h 466725"/>
                <a:gd name="connsiteX1466" fmla="*/ 285940 w 390525"/>
                <a:gd name="connsiteY1466" fmla="*/ 411575 h 466725"/>
                <a:gd name="connsiteX1467" fmla="*/ 285940 w 390525"/>
                <a:gd name="connsiteY1467" fmla="*/ 412242 h 466725"/>
                <a:gd name="connsiteX1468" fmla="*/ 285940 w 390525"/>
                <a:gd name="connsiteY1468" fmla="*/ 412432 h 466725"/>
                <a:gd name="connsiteX1469" fmla="*/ 287560 w 390525"/>
                <a:gd name="connsiteY1469" fmla="*/ 414623 h 466725"/>
                <a:gd name="connsiteX1470" fmla="*/ 288226 w 390525"/>
                <a:gd name="connsiteY1470" fmla="*/ 415195 h 466725"/>
                <a:gd name="connsiteX1471" fmla="*/ 288226 w 390525"/>
                <a:gd name="connsiteY1471" fmla="*/ 415195 h 466725"/>
                <a:gd name="connsiteX1472" fmla="*/ 288226 w 390525"/>
                <a:gd name="connsiteY1472" fmla="*/ 415195 h 466725"/>
                <a:gd name="connsiteX1473" fmla="*/ 289560 w 390525"/>
                <a:gd name="connsiteY1473" fmla="*/ 415480 h 466725"/>
                <a:gd name="connsiteX1474" fmla="*/ 289084 w 390525"/>
                <a:gd name="connsiteY1474" fmla="*/ 416147 h 466725"/>
                <a:gd name="connsiteX1475" fmla="*/ 286988 w 390525"/>
                <a:gd name="connsiteY1475" fmla="*/ 417481 h 466725"/>
                <a:gd name="connsiteX1476" fmla="*/ 286512 w 390525"/>
                <a:gd name="connsiteY1476" fmla="*/ 418529 h 466725"/>
                <a:gd name="connsiteX1477" fmla="*/ 287369 w 390525"/>
                <a:gd name="connsiteY1477" fmla="*/ 420243 h 466725"/>
                <a:gd name="connsiteX1478" fmla="*/ 286988 w 390525"/>
                <a:gd name="connsiteY1478" fmla="*/ 421386 h 466725"/>
                <a:gd name="connsiteX1479" fmla="*/ 286702 w 390525"/>
                <a:gd name="connsiteY1479" fmla="*/ 421577 h 466725"/>
                <a:gd name="connsiteX1480" fmla="*/ 285845 w 390525"/>
                <a:gd name="connsiteY1480" fmla="*/ 421481 h 466725"/>
                <a:gd name="connsiteX1481" fmla="*/ 285655 w 390525"/>
                <a:gd name="connsiteY1481" fmla="*/ 421577 h 466725"/>
                <a:gd name="connsiteX1482" fmla="*/ 285559 w 390525"/>
                <a:gd name="connsiteY1482" fmla="*/ 421862 h 466725"/>
                <a:gd name="connsiteX1483" fmla="*/ 285559 w 390525"/>
                <a:gd name="connsiteY1483" fmla="*/ 422720 h 466725"/>
                <a:gd name="connsiteX1484" fmla="*/ 285940 w 390525"/>
                <a:gd name="connsiteY1484" fmla="*/ 423481 h 466725"/>
                <a:gd name="connsiteX1485" fmla="*/ 285940 w 390525"/>
                <a:gd name="connsiteY1485" fmla="*/ 423767 h 466725"/>
                <a:gd name="connsiteX1486" fmla="*/ 285750 w 390525"/>
                <a:gd name="connsiteY1486" fmla="*/ 423958 h 466725"/>
                <a:gd name="connsiteX1487" fmla="*/ 284988 w 390525"/>
                <a:gd name="connsiteY1487" fmla="*/ 424148 h 466725"/>
                <a:gd name="connsiteX1488" fmla="*/ 284797 w 390525"/>
                <a:gd name="connsiteY1488" fmla="*/ 424244 h 466725"/>
                <a:gd name="connsiteX1489" fmla="*/ 284416 w 390525"/>
                <a:gd name="connsiteY1489" fmla="*/ 425291 h 466725"/>
                <a:gd name="connsiteX1490" fmla="*/ 284131 w 390525"/>
                <a:gd name="connsiteY1490" fmla="*/ 426530 h 466725"/>
                <a:gd name="connsiteX1491" fmla="*/ 284226 w 390525"/>
                <a:gd name="connsiteY1491" fmla="*/ 427768 h 466725"/>
                <a:gd name="connsiteX1492" fmla="*/ 284797 w 390525"/>
                <a:gd name="connsiteY1492" fmla="*/ 428720 h 466725"/>
                <a:gd name="connsiteX1493" fmla="*/ 284988 w 390525"/>
                <a:gd name="connsiteY1493" fmla="*/ 429196 h 466725"/>
                <a:gd name="connsiteX1494" fmla="*/ 284512 w 390525"/>
                <a:gd name="connsiteY1494" fmla="*/ 431673 h 466725"/>
                <a:gd name="connsiteX1495" fmla="*/ 284512 w 390525"/>
                <a:gd name="connsiteY1495" fmla="*/ 433388 h 466725"/>
                <a:gd name="connsiteX1496" fmla="*/ 285274 w 390525"/>
                <a:gd name="connsiteY1496" fmla="*/ 436912 h 466725"/>
                <a:gd name="connsiteX1497" fmla="*/ 285083 w 390525"/>
                <a:gd name="connsiteY1497" fmla="*/ 438531 h 466725"/>
                <a:gd name="connsiteX1498" fmla="*/ 284416 w 390525"/>
                <a:gd name="connsiteY1498" fmla="*/ 439960 h 466725"/>
                <a:gd name="connsiteX1499" fmla="*/ 282797 w 390525"/>
                <a:gd name="connsiteY1499" fmla="*/ 442246 h 466725"/>
                <a:gd name="connsiteX1500" fmla="*/ 281559 w 390525"/>
                <a:gd name="connsiteY1500" fmla="*/ 443294 h 466725"/>
                <a:gd name="connsiteX1501" fmla="*/ 281178 w 390525"/>
                <a:gd name="connsiteY1501" fmla="*/ 443770 h 466725"/>
                <a:gd name="connsiteX1502" fmla="*/ 280988 w 390525"/>
                <a:gd name="connsiteY1502" fmla="*/ 444246 h 466725"/>
                <a:gd name="connsiteX1503" fmla="*/ 280511 w 390525"/>
                <a:gd name="connsiteY1503" fmla="*/ 445484 h 466725"/>
                <a:gd name="connsiteX1504" fmla="*/ 280225 w 390525"/>
                <a:gd name="connsiteY1504" fmla="*/ 445865 h 466725"/>
                <a:gd name="connsiteX1505" fmla="*/ 279749 w 390525"/>
                <a:gd name="connsiteY1505" fmla="*/ 446151 h 466725"/>
                <a:gd name="connsiteX1506" fmla="*/ 278321 w 390525"/>
                <a:gd name="connsiteY1506" fmla="*/ 446437 h 466725"/>
                <a:gd name="connsiteX1507" fmla="*/ 277749 w 390525"/>
                <a:gd name="connsiteY1507" fmla="*/ 446627 h 466725"/>
                <a:gd name="connsiteX1508" fmla="*/ 277273 w 390525"/>
                <a:gd name="connsiteY1508" fmla="*/ 447008 h 466725"/>
                <a:gd name="connsiteX1509" fmla="*/ 276320 w 390525"/>
                <a:gd name="connsiteY1509" fmla="*/ 447961 h 466725"/>
                <a:gd name="connsiteX1510" fmla="*/ 276034 w 390525"/>
                <a:gd name="connsiteY1510" fmla="*/ 448151 h 466725"/>
                <a:gd name="connsiteX1511" fmla="*/ 275368 w 390525"/>
                <a:gd name="connsiteY1511" fmla="*/ 448151 h 466725"/>
                <a:gd name="connsiteX1512" fmla="*/ 274415 w 390525"/>
                <a:gd name="connsiteY1512" fmla="*/ 447485 h 466725"/>
                <a:gd name="connsiteX1513" fmla="*/ 273844 w 390525"/>
                <a:gd name="connsiteY1513" fmla="*/ 447485 h 466725"/>
                <a:gd name="connsiteX1514" fmla="*/ 273558 w 390525"/>
                <a:gd name="connsiteY1514" fmla="*/ 447770 h 466725"/>
                <a:gd name="connsiteX1515" fmla="*/ 272891 w 390525"/>
                <a:gd name="connsiteY1515" fmla="*/ 448913 h 466725"/>
                <a:gd name="connsiteX1516" fmla="*/ 272510 w 390525"/>
                <a:gd name="connsiteY1516" fmla="*/ 449294 h 466725"/>
                <a:gd name="connsiteX1517" fmla="*/ 271558 w 390525"/>
                <a:gd name="connsiteY1517" fmla="*/ 449675 h 466725"/>
                <a:gd name="connsiteX1518" fmla="*/ 268796 w 390525"/>
                <a:gd name="connsiteY1518" fmla="*/ 450342 h 466725"/>
                <a:gd name="connsiteX1519" fmla="*/ 268033 w 390525"/>
                <a:gd name="connsiteY1519" fmla="*/ 450342 h 466725"/>
                <a:gd name="connsiteX1520" fmla="*/ 268033 w 390525"/>
                <a:gd name="connsiteY1520" fmla="*/ 452056 h 466725"/>
                <a:gd name="connsiteX1521" fmla="*/ 268224 w 390525"/>
                <a:gd name="connsiteY1521" fmla="*/ 453295 h 466725"/>
                <a:gd name="connsiteX1522" fmla="*/ 268796 w 390525"/>
                <a:gd name="connsiteY1522" fmla="*/ 454438 h 466725"/>
                <a:gd name="connsiteX1523" fmla="*/ 271843 w 390525"/>
                <a:gd name="connsiteY1523" fmla="*/ 459200 h 466725"/>
                <a:gd name="connsiteX1524" fmla="*/ 272891 w 390525"/>
                <a:gd name="connsiteY1524" fmla="*/ 460153 h 466725"/>
                <a:gd name="connsiteX1525" fmla="*/ 273272 w 390525"/>
                <a:gd name="connsiteY1525" fmla="*/ 460343 h 466725"/>
                <a:gd name="connsiteX1526" fmla="*/ 273939 w 390525"/>
                <a:gd name="connsiteY1526" fmla="*/ 460534 h 466725"/>
                <a:gd name="connsiteX1527" fmla="*/ 274415 w 390525"/>
                <a:gd name="connsiteY1527" fmla="*/ 460820 h 466725"/>
                <a:gd name="connsiteX1528" fmla="*/ 275749 w 390525"/>
                <a:gd name="connsiteY1528" fmla="*/ 462629 h 466725"/>
                <a:gd name="connsiteX1529" fmla="*/ 276130 w 390525"/>
                <a:gd name="connsiteY1529" fmla="*/ 463105 h 466725"/>
                <a:gd name="connsiteX1530" fmla="*/ 276701 w 390525"/>
                <a:gd name="connsiteY1530" fmla="*/ 463296 h 466725"/>
                <a:gd name="connsiteX1531" fmla="*/ 277558 w 390525"/>
                <a:gd name="connsiteY1531" fmla="*/ 463391 h 466725"/>
                <a:gd name="connsiteX1532" fmla="*/ 278987 w 390525"/>
                <a:gd name="connsiteY1532" fmla="*/ 463391 h 466725"/>
                <a:gd name="connsiteX1533" fmla="*/ 280606 w 390525"/>
                <a:gd name="connsiteY1533" fmla="*/ 463201 h 466725"/>
                <a:gd name="connsiteX1534" fmla="*/ 282035 w 390525"/>
                <a:gd name="connsiteY1534" fmla="*/ 462724 h 466725"/>
                <a:gd name="connsiteX1535" fmla="*/ 283273 w 390525"/>
                <a:gd name="connsiteY1535" fmla="*/ 461867 h 466725"/>
                <a:gd name="connsiteX1536" fmla="*/ 284226 w 390525"/>
                <a:gd name="connsiteY1536" fmla="*/ 461581 h 466725"/>
                <a:gd name="connsiteX1537" fmla="*/ 284988 w 390525"/>
                <a:gd name="connsiteY1537" fmla="*/ 461200 h 466725"/>
                <a:gd name="connsiteX1538" fmla="*/ 286417 w 390525"/>
                <a:gd name="connsiteY1538" fmla="*/ 460153 h 466725"/>
                <a:gd name="connsiteX1539" fmla="*/ 286893 w 390525"/>
                <a:gd name="connsiteY1539" fmla="*/ 460438 h 466725"/>
                <a:gd name="connsiteX1540" fmla="*/ 287274 w 390525"/>
                <a:gd name="connsiteY1540" fmla="*/ 460724 h 466725"/>
                <a:gd name="connsiteX1541" fmla="*/ 287655 w 390525"/>
                <a:gd name="connsiteY1541" fmla="*/ 461105 h 466725"/>
                <a:gd name="connsiteX1542" fmla="*/ 287941 w 390525"/>
                <a:gd name="connsiteY1542" fmla="*/ 461581 h 466725"/>
                <a:gd name="connsiteX1543" fmla="*/ 288703 w 390525"/>
                <a:gd name="connsiteY1543" fmla="*/ 461200 h 466725"/>
                <a:gd name="connsiteX1544" fmla="*/ 289655 w 390525"/>
                <a:gd name="connsiteY1544" fmla="*/ 461677 h 466725"/>
                <a:gd name="connsiteX1545" fmla="*/ 290513 w 390525"/>
                <a:gd name="connsiteY1545" fmla="*/ 462534 h 466725"/>
                <a:gd name="connsiteX1546" fmla="*/ 290893 w 390525"/>
                <a:gd name="connsiteY1546" fmla="*/ 463487 h 466725"/>
                <a:gd name="connsiteX1547" fmla="*/ 291655 w 390525"/>
                <a:gd name="connsiteY1547" fmla="*/ 462820 h 466725"/>
                <a:gd name="connsiteX1548" fmla="*/ 292227 w 390525"/>
                <a:gd name="connsiteY1548" fmla="*/ 462915 h 466725"/>
                <a:gd name="connsiteX1549" fmla="*/ 292798 w 390525"/>
                <a:gd name="connsiteY1549" fmla="*/ 463201 h 466725"/>
                <a:gd name="connsiteX1550" fmla="*/ 293656 w 390525"/>
                <a:gd name="connsiteY1550" fmla="*/ 463582 h 466725"/>
                <a:gd name="connsiteX1551" fmla="*/ 294418 w 390525"/>
                <a:gd name="connsiteY1551" fmla="*/ 463677 h 466725"/>
                <a:gd name="connsiteX1552" fmla="*/ 295465 w 390525"/>
                <a:gd name="connsiteY1552" fmla="*/ 463487 h 466725"/>
                <a:gd name="connsiteX1553" fmla="*/ 296037 w 390525"/>
                <a:gd name="connsiteY1553" fmla="*/ 463487 h 466725"/>
                <a:gd name="connsiteX1554" fmla="*/ 297561 w 390525"/>
                <a:gd name="connsiteY1554" fmla="*/ 464344 h 466725"/>
                <a:gd name="connsiteX1555" fmla="*/ 298323 w 390525"/>
                <a:gd name="connsiteY1555" fmla="*/ 465677 h 466725"/>
                <a:gd name="connsiteX1556" fmla="*/ 298894 w 390525"/>
                <a:gd name="connsiteY1556" fmla="*/ 467106 h 466725"/>
                <a:gd name="connsiteX1557" fmla="*/ 299847 w 390525"/>
                <a:gd name="connsiteY1557" fmla="*/ 468439 h 466725"/>
                <a:gd name="connsiteX1558" fmla="*/ 304324 w 390525"/>
                <a:gd name="connsiteY1558" fmla="*/ 472440 h 466725"/>
                <a:gd name="connsiteX1559" fmla="*/ 305562 w 390525"/>
                <a:gd name="connsiteY1559" fmla="*/ 473107 h 466725"/>
                <a:gd name="connsiteX1560" fmla="*/ 305752 w 390525"/>
                <a:gd name="connsiteY1560" fmla="*/ 473202 h 466725"/>
                <a:gd name="connsiteX1561" fmla="*/ 307086 w 390525"/>
                <a:gd name="connsiteY1561" fmla="*/ 473488 h 466725"/>
                <a:gd name="connsiteX1562" fmla="*/ 308324 w 390525"/>
                <a:gd name="connsiteY1562" fmla="*/ 473393 h 466725"/>
                <a:gd name="connsiteX1563" fmla="*/ 309658 w 390525"/>
                <a:gd name="connsiteY1563" fmla="*/ 472821 h 466725"/>
                <a:gd name="connsiteX1564" fmla="*/ 310896 w 390525"/>
                <a:gd name="connsiteY1564" fmla="*/ 472916 h 466725"/>
                <a:gd name="connsiteX1565" fmla="*/ 313658 w 390525"/>
                <a:gd name="connsiteY1565" fmla="*/ 473583 h 466725"/>
                <a:gd name="connsiteX1566" fmla="*/ 314706 w 390525"/>
                <a:gd name="connsiteY1566" fmla="*/ 473488 h 466725"/>
                <a:gd name="connsiteX1567" fmla="*/ 315468 w 390525"/>
                <a:gd name="connsiteY1567" fmla="*/ 472535 h 466725"/>
                <a:gd name="connsiteX1568" fmla="*/ 315373 w 390525"/>
                <a:gd name="connsiteY1568" fmla="*/ 470059 h 466725"/>
                <a:gd name="connsiteX1569" fmla="*/ 316039 w 390525"/>
                <a:gd name="connsiteY1569" fmla="*/ 469202 h 466725"/>
                <a:gd name="connsiteX1570" fmla="*/ 316801 w 390525"/>
                <a:gd name="connsiteY1570" fmla="*/ 468439 h 466725"/>
                <a:gd name="connsiteX1571" fmla="*/ 317659 w 390525"/>
                <a:gd name="connsiteY1571" fmla="*/ 467868 h 466725"/>
                <a:gd name="connsiteX1572" fmla="*/ 318516 w 390525"/>
                <a:gd name="connsiteY1572" fmla="*/ 467106 h 466725"/>
                <a:gd name="connsiteX1573" fmla="*/ 318897 w 390525"/>
                <a:gd name="connsiteY1573" fmla="*/ 466154 h 466725"/>
                <a:gd name="connsiteX1574" fmla="*/ 318611 w 390525"/>
                <a:gd name="connsiteY1574" fmla="*/ 465106 h 466725"/>
                <a:gd name="connsiteX1575" fmla="*/ 317944 w 390525"/>
                <a:gd name="connsiteY1575" fmla="*/ 464344 h 466725"/>
                <a:gd name="connsiteX1576" fmla="*/ 317087 w 390525"/>
                <a:gd name="connsiteY1576" fmla="*/ 463582 h 466725"/>
                <a:gd name="connsiteX1577" fmla="*/ 316421 w 390525"/>
                <a:gd name="connsiteY1577" fmla="*/ 462820 h 466725"/>
                <a:gd name="connsiteX1578" fmla="*/ 315087 w 390525"/>
                <a:gd name="connsiteY1578" fmla="*/ 459581 h 466725"/>
                <a:gd name="connsiteX1579" fmla="*/ 314230 w 390525"/>
                <a:gd name="connsiteY1579" fmla="*/ 458629 h 466725"/>
                <a:gd name="connsiteX1580" fmla="*/ 312420 w 390525"/>
                <a:gd name="connsiteY1580" fmla="*/ 457486 h 466725"/>
                <a:gd name="connsiteX1581" fmla="*/ 311658 w 390525"/>
                <a:gd name="connsiteY1581" fmla="*/ 456819 h 466725"/>
                <a:gd name="connsiteX1582" fmla="*/ 311277 w 390525"/>
                <a:gd name="connsiteY1582" fmla="*/ 455771 h 466725"/>
                <a:gd name="connsiteX1583" fmla="*/ 311467 w 390525"/>
                <a:gd name="connsiteY1583" fmla="*/ 454343 h 466725"/>
                <a:gd name="connsiteX1584" fmla="*/ 311277 w 390525"/>
                <a:gd name="connsiteY1584" fmla="*/ 453390 h 466725"/>
                <a:gd name="connsiteX1585" fmla="*/ 310705 w 390525"/>
                <a:gd name="connsiteY1585" fmla="*/ 452533 h 466725"/>
                <a:gd name="connsiteX1586" fmla="*/ 309658 w 390525"/>
                <a:gd name="connsiteY1586" fmla="*/ 451675 h 466725"/>
                <a:gd name="connsiteX1587" fmla="*/ 309467 w 390525"/>
                <a:gd name="connsiteY1587" fmla="*/ 451104 h 466725"/>
                <a:gd name="connsiteX1588" fmla="*/ 309372 w 390525"/>
                <a:gd name="connsiteY1588" fmla="*/ 450437 h 466725"/>
                <a:gd name="connsiteX1589" fmla="*/ 309467 w 390525"/>
                <a:gd name="connsiteY1589" fmla="*/ 449866 h 466725"/>
                <a:gd name="connsiteX1590" fmla="*/ 309658 w 390525"/>
                <a:gd name="connsiteY1590" fmla="*/ 449294 h 466725"/>
                <a:gd name="connsiteX1591" fmla="*/ 310705 w 390525"/>
                <a:gd name="connsiteY1591" fmla="*/ 449485 h 466725"/>
                <a:gd name="connsiteX1592" fmla="*/ 313087 w 390525"/>
                <a:gd name="connsiteY1592" fmla="*/ 450247 h 466725"/>
                <a:gd name="connsiteX1593" fmla="*/ 313944 w 390525"/>
                <a:gd name="connsiteY1593" fmla="*/ 450152 h 466725"/>
                <a:gd name="connsiteX1594" fmla="*/ 314134 w 390525"/>
                <a:gd name="connsiteY1594" fmla="*/ 449961 h 466725"/>
                <a:gd name="connsiteX1595" fmla="*/ 314230 w 390525"/>
                <a:gd name="connsiteY1595" fmla="*/ 449104 h 466725"/>
                <a:gd name="connsiteX1596" fmla="*/ 314420 w 390525"/>
                <a:gd name="connsiteY1596" fmla="*/ 448913 h 466725"/>
                <a:gd name="connsiteX1597" fmla="*/ 314611 w 390525"/>
                <a:gd name="connsiteY1597" fmla="*/ 448818 h 466725"/>
                <a:gd name="connsiteX1598" fmla="*/ 315182 w 390525"/>
                <a:gd name="connsiteY1598" fmla="*/ 448913 h 466725"/>
                <a:gd name="connsiteX1599" fmla="*/ 316039 w 390525"/>
                <a:gd name="connsiteY1599" fmla="*/ 448818 h 466725"/>
                <a:gd name="connsiteX1600" fmla="*/ 317278 w 390525"/>
                <a:gd name="connsiteY1600" fmla="*/ 449104 h 466725"/>
                <a:gd name="connsiteX1601" fmla="*/ 319183 w 390525"/>
                <a:gd name="connsiteY1601" fmla="*/ 449199 h 466725"/>
                <a:gd name="connsiteX1602" fmla="*/ 320135 w 390525"/>
                <a:gd name="connsiteY1602" fmla="*/ 449008 h 466725"/>
                <a:gd name="connsiteX1603" fmla="*/ 320992 w 390525"/>
                <a:gd name="connsiteY1603" fmla="*/ 448532 h 466725"/>
                <a:gd name="connsiteX1604" fmla="*/ 321755 w 390525"/>
                <a:gd name="connsiteY1604" fmla="*/ 447389 h 466725"/>
                <a:gd name="connsiteX1605" fmla="*/ 322135 w 390525"/>
                <a:gd name="connsiteY1605" fmla="*/ 446246 h 466725"/>
                <a:gd name="connsiteX1606" fmla="*/ 322707 w 390525"/>
                <a:gd name="connsiteY1606" fmla="*/ 443389 h 466725"/>
                <a:gd name="connsiteX1607" fmla="*/ 323183 w 390525"/>
                <a:gd name="connsiteY1607" fmla="*/ 442531 h 466725"/>
                <a:gd name="connsiteX1608" fmla="*/ 323469 w 390525"/>
                <a:gd name="connsiteY1608" fmla="*/ 442817 h 466725"/>
                <a:gd name="connsiteX1609" fmla="*/ 326707 w 390525"/>
                <a:gd name="connsiteY1609" fmla="*/ 444818 h 466725"/>
                <a:gd name="connsiteX1610" fmla="*/ 327184 w 390525"/>
                <a:gd name="connsiteY1610" fmla="*/ 444913 h 466725"/>
                <a:gd name="connsiteX1611" fmla="*/ 327946 w 390525"/>
                <a:gd name="connsiteY1611" fmla="*/ 445008 h 466725"/>
                <a:gd name="connsiteX1612" fmla="*/ 328613 w 390525"/>
                <a:gd name="connsiteY1612" fmla="*/ 444818 h 466725"/>
                <a:gd name="connsiteX1613" fmla="*/ 328993 w 390525"/>
                <a:gd name="connsiteY1613" fmla="*/ 444722 h 466725"/>
                <a:gd name="connsiteX1614" fmla="*/ 331756 w 390525"/>
                <a:gd name="connsiteY1614" fmla="*/ 444341 h 466725"/>
                <a:gd name="connsiteX1615" fmla="*/ 333089 w 390525"/>
                <a:gd name="connsiteY1615" fmla="*/ 443770 h 466725"/>
                <a:gd name="connsiteX1616" fmla="*/ 333661 w 390525"/>
                <a:gd name="connsiteY1616" fmla="*/ 442722 h 466725"/>
                <a:gd name="connsiteX1617" fmla="*/ 333851 w 390525"/>
                <a:gd name="connsiteY1617" fmla="*/ 442722 h 466725"/>
                <a:gd name="connsiteX1618" fmla="*/ 334232 w 390525"/>
                <a:gd name="connsiteY1618" fmla="*/ 442436 h 466725"/>
                <a:gd name="connsiteX1619" fmla="*/ 334518 w 390525"/>
                <a:gd name="connsiteY1619" fmla="*/ 442055 h 466725"/>
                <a:gd name="connsiteX1620" fmla="*/ 333851 w 390525"/>
                <a:gd name="connsiteY1620" fmla="*/ 441674 h 466725"/>
                <a:gd name="connsiteX1621" fmla="*/ 333851 w 390525"/>
                <a:gd name="connsiteY1621" fmla="*/ 441293 h 466725"/>
                <a:gd name="connsiteX1622" fmla="*/ 333946 w 390525"/>
                <a:gd name="connsiteY1622" fmla="*/ 440912 h 466725"/>
                <a:gd name="connsiteX1623" fmla="*/ 334042 w 390525"/>
                <a:gd name="connsiteY1623" fmla="*/ 440722 h 466725"/>
                <a:gd name="connsiteX1624" fmla="*/ 334518 w 390525"/>
                <a:gd name="connsiteY1624" fmla="*/ 440436 h 466725"/>
                <a:gd name="connsiteX1625" fmla="*/ 335089 w 390525"/>
                <a:gd name="connsiteY1625" fmla="*/ 440531 h 466725"/>
                <a:gd name="connsiteX1626" fmla="*/ 335756 w 390525"/>
                <a:gd name="connsiteY1626" fmla="*/ 440627 h 466725"/>
                <a:gd name="connsiteX1627" fmla="*/ 336613 w 390525"/>
                <a:gd name="connsiteY1627" fmla="*/ 440722 h 466725"/>
                <a:gd name="connsiteX1628" fmla="*/ 336613 w 390525"/>
                <a:gd name="connsiteY1628" fmla="*/ 440341 h 466725"/>
                <a:gd name="connsiteX1629" fmla="*/ 336232 w 390525"/>
                <a:gd name="connsiteY1629" fmla="*/ 440246 h 466725"/>
                <a:gd name="connsiteX1630" fmla="*/ 335947 w 390525"/>
                <a:gd name="connsiteY1630" fmla="*/ 439960 h 466725"/>
                <a:gd name="connsiteX1631" fmla="*/ 335851 w 390525"/>
                <a:gd name="connsiteY1631" fmla="*/ 439579 h 466725"/>
                <a:gd name="connsiteX1632" fmla="*/ 335851 w 390525"/>
                <a:gd name="connsiteY1632" fmla="*/ 439103 h 466725"/>
                <a:gd name="connsiteX1633" fmla="*/ 335947 w 390525"/>
                <a:gd name="connsiteY1633" fmla="*/ 438531 h 466725"/>
                <a:gd name="connsiteX1634" fmla="*/ 336137 w 390525"/>
                <a:gd name="connsiteY1634" fmla="*/ 438340 h 466725"/>
                <a:gd name="connsiteX1635" fmla="*/ 336518 w 390525"/>
                <a:gd name="connsiteY1635" fmla="*/ 438340 h 466725"/>
                <a:gd name="connsiteX1636" fmla="*/ 336899 w 390525"/>
                <a:gd name="connsiteY1636" fmla="*/ 438150 h 466725"/>
                <a:gd name="connsiteX1637" fmla="*/ 338042 w 390525"/>
                <a:gd name="connsiteY1637" fmla="*/ 437102 h 466725"/>
                <a:gd name="connsiteX1638" fmla="*/ 338328 w 390525"/>
                <a:gd name="connsiteY1638" fmla="*/ 437388 h 466725"/>
                <a:gd name="connsiteX1639" fmla="*/ 338995 w 390525"/>
                <a:gd name="connsiteY1639" fmla="*/ 438436 h 466725"/>
                <a:gd name="connsiteX1640" fmla="*/ 339185 w 390525"/>
                <a:gd name="connsiteY1640" fmla="*/ 439103 h 466725"/>
                <a:gd name="connsiteX1641" fmla="*/ 339471 w 390525"/>
                <a:gd name="connsiteY1641" fmla="*/ 440817 h 466725"/>
                <a:gd name="connsiteX1642" fmla="*/ 339661 w 390525"/>
                <a:gd name="connsiteY1642" fmla="*/ 441388 h 466725"/>
                <a:gd name="connsiteX1643" fmla="*/ 340138 w 390525"/>
                <a:gd name="connsiteY1643" fmla="*/ 441674 h 466725"/>
                <a:gd name="connsiteX1644" fmla="*/ 341376 w 390525"/>
                <a:gd name="connsiteY1644" fmla="*/ 441865 h 466725"/>
                <a:gd name="connsiteX1645" fmla="*/ 341852 w 390525"/>
                <a:gd name="connsiteY1645" fmla="*/ 442246 h 466725"/>
                <a:gd name="connsiteX1646" fmla="*/ 342900 w 390525"/>
                <a:gd name="connsiteY1646" fmla="*/ 443770 h 466725"/>
                <a:gd name="connsiteX1647" fmla="*/ 343852 w 390525"/>
                <a:gd name="connsiteY1647" fmla="*/ 444341 h 466725"/>
                <a:gd name="connsiteX1648" fmla="*/ 344424 w 390525"/>
                <a:gd name="connsiteY1648" fmla="*/ 444627 h 466725"/>
                <a:gd name="connsiteX1649" fmla="*/ 348329 w 390525"/>
                <a:gd name="connsiteY1649" fmla="*/ 445865 h 466725"/>
                <a:gd name="connsiteX1650" fmla="*/ 348520 w 390525"/>
                <a:gd name="connsiteY1650" fmla="*/ 446056 h 466725"/>
                <a:gd name="connsiteX1651" fmla="*/ 348901 w 390525"/>
                <a:gd name="connsiteY1651" fmla="*/ 446437 h 466725"/>
                <a:gd name="connsiteX1652" fmla="*/ 349186 w 390525"/>
                <a:gd name="connsiteY1652" fmla="*/ 446818 h 466725"/>
                <a:gd name="connsiteX1653" fmla="*/ 349567 w 390525"/>
                <a:gd name="connsiteY1653" fmla="*/ 447580 h 466725"/>
                <a:gd name="connsiteX1654" fmla="*/ 351472 w 390525"/>
                <a:gd name="connsiteY1654" fmla="*/ 450247 h 466725"/>
                <a:gd name="connsiteX1655" fmla="*/ 352806 w 390525"/>
                <a:gd name="connsiteY1655" fmla="*/ 451580 h 466725"/>
                <a:gd name="connsiteX1656" fmla="*/ 353568 w 390525"/>
                <a:gd name="connsiteY1656" fmla="*/ 452152 h 466725"/>
                <a:gd name="connsiteX1657" fmla="*/ 354330 w 390525"/>
                <a:gd name="connsiteY1657" fmla="*/ 452438 h 466725"/>
                <a:gd name="connsiteX1658" fmla="*/ 355092 w 390525"/>
                <a:gd name="connsiteY1658" fmla="*/ 452438 h 466725"/>
                <a:gd name="connsiteX1659" fmla="*/ 357092 w 390525"/>
                <a:gd name="connsiteY1659" fmla="*/ 451295 h 466725"/>
                <a:gd name="connsiteX1660" fmla="*/ 357378 w 390525"/>
                <a:gd name="connsiteY1660" fmla="*/ 451009 h 466725"/>
                <a:gd name="connsiteX1661" fmla="*/ 357664 w 390525"/>
                <a:gd name="connsiteY1661" fmla="*/ 450913 h 466725"/>
                <a:gd name="connsiteX1662" fmla="*/ 358235 w 390525"/>
                <a:gd name="connsiteY1662" fmla="*/ 450818 h 466725"/>
                <a:gd name="connsiteX1663" fmla="*/ 358711 w 390525"/>
                <a:gd name="connsiteY1663" fmla="*/ 451009 h 466725"/>
                <a:gd name="connsiteX1664" fmla="*/ 359664 w 390525"/>
                <a:gd name="connsiteY1664" fmla="*/ 451580 h 466725"/>
                <a:gd name="connsiteX1665" fmla="*/ 360235 w 390525"/>
                <a:gd name="connsiteY1665" fmla="*/ 451771 h 466725"/>
                <a:gd name="connsiteX1666" fmla="*/ 360902 w 390525"/>
                <a:gd name="connsiteY1666" fmla="*/ 451580 h 466725"/>
                <a:gd name="connsiteX1667" fmla="*/ 361093 w 390525"/>
                <a:gd name="connsiteY1667" fmla="*/ 451295 h 466725"/>
                <a:gd name="connsiteX1668" fmla="*/ 361093 w 390525"/>
                <a:gd name="connsiteY1668" fmla="*/ 450913 h 466725"/>
                <a:gd name="connsiteX1669" fmla="*/ 361664 w 390525"/>
                <a:gd name="connsiteY1669" fmla="*/ 449580 h 466725"/>
                <a:gd name="connsiteX1670" fmla="*/ 362331 w 390525"/>
                <a:gd name="connsiteY1670" fmla="*/ 449389 h 466725"/>
                <a:gd name="connsiteX1671" fmla="*/ 362521 w 390525"/>
                <a:gd name="connsiteY1671" fmla="*/ 449294 h 466725"/>
                <a:gd name="connsiteX1672" fmla="*/ 363569 w 390525"/>
                <a:gd name="connsiteY1672" fmla="*/ 447675 h 466725"/>
                <a:gd name="connsiteX1673" fmla="*/ 365093 w 390525"/>
                <a:gd name="connsiteY1673" fmla="*/ 445770 h 466725"/>
                <a:gd name="connsiteX1674" fmla="*/ 365188 w 390525"/>
                <a:gd name="connsiteY1674" fmla="*/ 445484 h 466725"/>
                <a:gd name="connsiteX1675" fmla="*/ 365284 w 390525"/>
                <a:gd name="connsiteY1675" fmla="*/ 445484 h 466725"/>
                <a:gd name="connsiteX1676" fmla="*/ 365950 w 390525"/>
                <a:gd name="connsiteY1676" fmla="*/ 445770 h 466725"/>
                <a:gd name="connsiteX1677" fmla="*/ 366808 w 390525"/>
                <a:gd name="connsiteY1677" fmla="*/ 446437 h 466725"/>
                <a:gd name="connsiteX1678" fmla="*/ 367284 w 390525"/>
                <a:gd name="connsiteY1678" fmla="*/ 447104 h 466725"/>
                <a:gd name="connsiteX1679" fmla="*/ 367855 w 390525"/>
                <a:gd name="connsiteY1679" fmla="*/ 447389 h 466725"/>
                <a:gd name="connsiteX1680" fmla="*/ 368998 w 390525"/>
                <a:gd name="connsiteY1680" fmla="*/ 447008 h 466725"/>
                <a:gd name="connsiteX1681" fmla="*/ 370618 w 390525"/>
                <a:gd name="connsiteY1681" fmla="*/ 445961 h 466725"/>
                <a:gd name="connsiteX1682" fmla="*/ 372046 w 390525"/>
                <a:gd name="connsiteY1682" fmla="*/ 444627 h 466725"/>
                <a:gd name="connsiteX1683" fmla="*/ 372523 w 390525"/>
                <a:gd name="connsiteY1683" fmla="*/ 443770 h 466725"/>
                <a:gd name="connsiteX1684" fmla="*/ 372808 w 390525"/>
                <a:gd name="connsiteY1684" fmla="*/ 442817 h 466725"/>
                <a:gd name="connsiteX1685" fmla="*/ 373285 w 390525"/>
                <a:gd name="connsiteY1685" fmla="*/ 442246 h 466725"/>
                <a:gd name="connsiteX1686" fmla="*/ 374047 w 390525"/>
                <a:gd name="connsiteY1686" fmla="*/ 442246 h 466725"/>
                <a:gd name="connsiteX1687" fmla="*/ 374047 w 390525"/>
                <a:gd name="connsiteY1687" fmla="*/ 442246 h 466725"/>
                <a:gd name="connsiteX1688" fmla="*/ 374047 w 390525"/>
                <a:gd name="connsiteY1688" fmla="*/ 442246 h 466725"/>
                <a:gd name="connsiteX1689" fmla="*/ 374047 w 390525"/>
                <a:gd name="connsiteY1689" fmla="*/ 442246 h 466725"/>
                <a:gd name="connsiteX1690" fmla="*/ 374904 w 390525"/>
                <a:gd name="connsiteY1690" fmla="*/ 442341 h 466725"/>
                <a:gd name="connsiteX1691" fmla="*/ 375285 w 390525"/>
                <a:gd name="connsiteY1691" fmla="*/ 442150 h 466725"/>
                <a:gd name="connsiteX1692" fmla="*/ 375856 w 390525"/>
                <a:gd name="connsiteY1692" fmla="*/ 441007 h 466725"/>
                <a:gd name="connsiteX1693" fmla="*/ 375952 w 390525"/>
                <a:gd name="connsiteY1693" fmla="*/ 439960 h 466725"/>
                <a:gd name="connsiteX1694" fmla="*/ 376047 w 390525"/>
                <a:gd name="connsiteY1694" fmla="*/ 439579 h 466725"/>
                <a:gd name="connsiteX1695" fmla="*/ 376238 w 390525"/>
                <a:gd name="connsiteY1695" fmla="*/ 439293 h 466725"/>
                <a:gd name="connsiteX1696" fmla="*/ 376904 w 390525"/>
                <a:gd name="connsiteY1696" fmla="*/ 438912 h 466725"/>
                <a:gd name="connsiteX1697" fmla="*/ 377095 w 390525"/>
                <a:gd name="connsiteY1697" fmla="*/ 438721 h 466725"/>
                <a:gd name="connsiteX1698" fmla="*/ 378047 w 390525"/>
                <a:gd name="connsiteY1698" fmla="*/ 437388 h 466725"/>
                <a:gd name="connsiteX1699" fmla="*/ 378905 w 390525"/>
                <a:gd name="connsiteY1699" fmla="*/ 436626 h 466725"/>
                <a:gd name="connsiteX1700" fmla="*/ 379857 w 390525"/>
                <a:gd name="connsiteY1700" fmla="*/ 436721 h 466725"/>
                <a:gd name="connsiteX1701" fmla="*/ 381286 w 390525"/>
                <a:gd name="connsiteY1701" fmla="*/ 437769 h 466725"/>
                <a:gd name="connsiteX1702" fmla="*/ 382238 w 390525"/>
                <a:gd name="connsiteY1702" fmla="*/ 438626 h 466725"/>
                <a:gd name="connsiteX1703" fmla="*/ 382810 w 390525"/>
                <a:gd name="connsiteY1703" fmla="*/ 438912 h 466725"/>
                <a:gd name="connsiteX1704" fmla="*/ 383762 w 390525"/>
                <a:gd name="connsiteY1704" fmla="*/ 439103 h 466725"/>
                <a:gd name="connsiteX1705" fmla="*/ 385000 w 390525"/>
                <a:gd name="connsiteY1705" fmla="*/ 439674 h 466725"/>
                <a:gd name="connsiteX1706" fmla="*/ 385572 w 390525"/>
                <a:gd name="connsiteY1706" fmla="*/ 439674 h 466725"/>
                <a:gd name="connsiteX1707" fmla="*/ 386239 w 390525"/>
                <a:gd name="connsiteY1707" fmla="*/ 439103 h 466725"/>
                <a:gd name="connsiteX1708" fmla="*/ 386429 w 390525"/>
                <a:gd name="connsiteY1708" fmla="*/ 438721 h 466725"/>
                <a:gd name="connsiteX1709" fmla="*/ 386429 w 390525"/>
                <a:gd name="connsiteY1709" fmla="*/ 438245 h 466725"/>
                <a:gd name="connsiteX1710" fmla="*/ 386334 w 390525"/>
                <a:gd name="connsiteY1710" fmla="*/ 437769 h 466725"/>
                <a:gd name="connsiteX1711" fmla="*/ 386429 w 390525"/>
                <a:gd name="connsiteY1711" fmla="*/ 437293 h 466725"/>
                <a:gd name="connsiteX1712" fmla="*/ 386524 w 390525"/>
                <a:gd name="connsiteY1712" fmla="*/ 436912 h 466725"/>
                <a:gd name="connsiteX1713" fmla="*/ 386905 w 390525"/>
                <a:gd name="connsiteY1713" fmla="*/ 436340 h 466725"/>
                <a:gd name="connsiteX1714" fmla="*/ 387096 w 390525"/>
                <a:gd name="connsiteY1714" fmla="*/ 436055 h 466725"/>
                <a:gd name="connsiteX1715" fmla="*/ 387572 w 390525"/>
                <a:gd name="connsiteY1715" fmla="*/ 434816 h 466725"/>
                <a:gd name="connsiteX1716" fmla="*/ 387858 w 390525"/>
                <a:gd name="connsiteY1716" fmla="*/ 434530 h 466725"/>
                <a:gd name="connsiteX1717" fmla="*/ 388715 w 390525"/>
                <a:gd name="connsiteY1717" fmla="*/ 434054 h 466725"/>
                <a:gd name="connsiteX1718" fmla="*/ 390430 w 390525"/>
                <a:gd name="connsiteY1718" fmla="*/ 431578 h 466725"/>
                <a:gd name="connsiteX1719" fmla="*/ 391192 w 390525"/>
                <a:gd name="connsiteY1719" fmla="*/ 430911 h 466725"/>
                <a:gd name="connsiteX1720" fmla="*/ 391192 w 390525"/>
                <a:gd name="connsiteY1720" fmla="*/ 430149 h 466725"/>
                <a:gd name="connsiteX1721" fmla="*/ 390811 w 390525"/>
                <a:gd name="connsiteY1721" fmla="*/ 429673 h 466725"/>
                <a:gd name="connsiteX1722" fmla="*/ 390334 w 390525"/>
                <a:gd name="connsiteY1722" fmla="*/ 429196 h 466725"/>
                <a:gd name="connsiteX1723" fmla="*/ 389954 w 390525"/>
                <a:gd name="connsiteY1723" fmla="*/ 428720 h 466725"/>
                <a:gd name="connsiteX1724" fmla="*/ 390525 w 390525"/>
                <a:gd name="connsiteY1724" fmla="*/ 428054 h 466725"/>
                <a:gd name="connsiteX1725" fmla="*/ 390334 w 390525"/>
                <a:gd name="connsiteY1725" fmla="*/ 427196 h 466725"/>
                <a:gd name="connsiteX1726" fmla="*/ 389763 w 390525"/>
                <a:gd name="connsiteY1726" fmla="*/ 426339 h 466725"/>
                <a:gd name="connsiteX1727" fmla="*/ 389572 w 390525"/>
                <a:gd name="connsiteY1727" fmla="*/ 425577 h 466725"/>
                <a:gd name="connsiteX1728" fmla="*/ 390049 w 390525"/>
                <a:gd name="connsiteY1728" fmla="*/ 424815 h 466725"/>
                <a:gd name="connsiteX1729" fmla="*/ 392239 w 390525"/>
                <a:gd name="connsiteY1729" fmla="*/ 422720 h 466725"/>
                <a:gd name="connsiteX1730" fmla="*/ 393001 w 390525"/>
                <a:gd name="connsiteY1730" fmla="*/ 421672 h 466725"/>
                <a:gd name="connsiteX1731" fmla="*/ 393097 w 390525"/>
                <a:gd name="connsiteY1731" fmla="*/ 421100 h 466725"/>
                <a:gd name="connsiteX1732" fmla="*/ 392716 w 390525"/>
                <a:gd name="connsiteY1732" fmla="*/ 420624 h 466725"/>
                <a:gd name="connsiteX1733" fmla="*/ 389477 w 390525"/>
                <a:gd name="connsiteY1733" fmla="*/ 418147 h 466725"/>
                <a:gd name="connsiteX1734" fmla="*/ 388715 w 390525"/>
                <a:gd name="connsiteY1734" fmla="*/ 417766 h 466725"/>
                <a:gd name="connsiteX1735" fmla="*/ 388048 w 390525"/>
                <a:gd name="connsiteY1735" fmla="*/ 417290 h 466725"/>
                <a:gd name="connsiteX1736" fmla="*/ 387667 w 390525"/>
                <a:gd name="connsiteY1736" fmla="*/ 416623 h 466725"/>
                <a:gd name="connsiteX1737" fmla="*/ 387477 w 390525"/>
                <a:gd name="connsiteY1737" fmla="*/ 415957 h 466725"/>
                <a:gd name="connsiteX1738" fmla="*/ 387477 w 390525"/>
                <a:gd name="connsiteY1738" fmla="*/ 415195 h 466725"/>
                <a:gd name="connsiteX1739" fmla="*/ 387191 w 390525"/>
                <a:gd name="connsiteY1739" fmla="*/ 414242 h 466725"/>
                <a:gd name="connsiteX1740" fmla="*/ 387191 w 390525"/>
                <a:gd name="connsiteY1740" fmla="*/ 413575 h 466725"/>
                <a:gd name="connsiteX1741" fmla="*/ 387667 w 390525"/>
                <a:gd name="connsiteY1741" fmla="*/ 413099 h 466725"/>
                <a:gd name="connsiteX1742" fmla="*/ 388715 w 390525"/>
                <a:gd name="connsiteY1742" fmla="*/ 413004 h 466725"/>
                <a:gd name="connsiteX1743" fmla="*/ 390239 w 390525"/>
                <a:gd name="connsiteY1743" fmla="*/ 412528 h 466725"/>
                <a:gd name="connsiteX1744" fmla="*/ 391096 w 390525"/>
                <a:gd name="connsiteY1744" fmla="*/ 412242 h 466725"/>
                <a:gd name="connsiteX1745" fmla="*/ 391954 w 390525"/>
                <a:gd name="connsiteY1745" fmla="*/ 412242 h 466725"/>
                <a:gd name="connsiteX1746" fmla="*/ 393382 w 390525"/>
                <a:gd name="connsiteY1746" fmla="*/ 412432 h 466725"/>
                <a:gd name="connsiteX1747" fmla="*/ 394144 w 390525"/>
                <a:gd name="connsiteY1747" fmla="*/ 412337 h 466725"/>
                <a:gd name="connsiteX1748" fmla="*/ 394716 w 390525"/>
                <a:gd name="connsiteY1748" fmla="*/ 411766 h 466725"/>
                <a:gd name="connsiteX1749" fmla="*/ 394811 w 390525"/>
                <a:gd name="connsiteY1749" fmla="*/ 411194 h 466725"/>
                <a:gd name="connsiteX1750" fmla="*/ 394335 w 390525"/>
                <a:gd name="connsiteY1750" fmla="*/ 410242 h 466725"/>
                <a:gd name="connsiteX1751" fmla="*/ 394335 w 390525"/>
                <a:gd name="connsiteY1751" fmla="*/ 409670 h 466725"/>
                <a:gd name="connsiteX1752" fmla="*/ 394525 w 390525"/>
                <a:gd name="connsiteY1752" fmla="*/ 409289 h 466725"/>
                <a:gd name="connsiteX1753" fmla="*/ 395288 w 390525"/>
                <a:gd name="connsiteY1753" fmla="*/ 408718 h 466725"/>
                <a:gd name="connsiteX1754" fmla="*/ 395573 w 390525"/>
                <a:gd name="connsiteY1754" fmla="*/ 408432 h 466725"/>
                <a:gd name="connsiteX1755" fmla="*/ 396145 w 390525"/>
                <a:gd name="connsiteY1755" fmla="*/ 407575 h 466725"/>
                <a:gd name="connsiteX1756" fmla="*/ 396430 w 390525"/>
                <a:gd name="connsiteY1756" fmla="*/ 406527 h 466725"/>
                <a:gd name="connsiteX1757" fmla="*/ 396621 w 390525"/>
                <a:gd name="connsiteY1757" fmla="*/ 404813 h 466725"/>
                <a:gd name="connsiteX1758" fmla="*/ 396811 w 390525"/>
                <a:gd name="connsiteY1758" fmla="*/ 404241 h 466725"/>
                <a:gd name="connsiteX1759" fmla="*/ 397288 w 390525"/>
                <a:gd name="connsiteY1759" fmla="*/ 403860 h 466725"/>
                <a:gd name="connsiteX1760" fmla="*/ 397573 w 390525"/>
                <a:gd name="connsiteY1760" fmla="*/ 403955 h 466725"/>
                <a:gd name="connsiteX1761" fmla="*/ 397859 w 390525"/>
                <a:gd name="connsiteY1761" fmla="*/ 404241 h 466725"/>
                <a:gd name="connsiteX1762" fmla="*/ 398145 w 390525"/>
                <a:gd name="connsiteY1762" fmla="*/ 404146 h 466725"/>
                <a:gd name="connsiteX1763" fmla="*/ 398335 w 390525"/>
                <a:gd name="connsiteY1763" fmla="*/ 403765 h 466725"/>
                <a:gd name="connsiteX1764" fmla="*/ 398716 w 390525"/>
                <a:gd name="connsiteY1764" fmla="*/ 401193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</a:cxnLst>
              <a:rect l="l" t="t" r="r" b="b"/>
              <a:pathLst>
                <a:path w="390525" h="466725">
                  <a:moveTo>
                    <a:pt x="398716" y="400336"/>
                  </a:moveTo>
                  <a:lnTo>
                    <a:pt x="398335" y="399574"/>
                  </a:lnTo>
                  <a:lnTo>
                    <a:pt x="397573" y="398812"/>
                  </a:lnTo>
                  <a:lnTo>
                    <a:pt x="395288" y="397002"/>
                  </a:lnTo>
                  <a:lnTo>
                    <a:pt x="394621" y="396335"/>
                  </a:lnTo>
                  <a:lnTo>
                    <a:pt x="394240" y="395288"/>
                  </a:lnTo>
                  <a:lnTo>
                    <a:pt x="394144" y="393287"/>
                  </a:lnTo>
                  <a:lnTo>
                    <a:pt x="394049" y="393097"/>
                  </a:lnTo>
                  <a:lnTo>
                    <a:pt x="393954" y="392621"/>
                  </a:lnTo>
                  <a:lnTo>
                    <a:pt x="393001" y="392335"/>
                  </a:lnTo>
                  <a:lnTo>
                    <a:pt x="390715" y="392716"/>
                  </a:lnTo>
                  <a:lnTo>
                    <a:pt x="389763" y="392144"/>
                  </a:lnTo>
                  <a:lnTo>
                    <a:pt x="389572" y="391192"/>
                  </a:lnTo>
                  <a:lnTo>
                    <a:pt x="389572" y="389858"/>
                  </a:lnTo>
                  <a:lnTo>
                    <a:pt x="389382" y="388811"/>
                  </a:lnTo>
                  <a:lnTo>
                    <a:pt x="388715" y="388430"/>
                  </a:lnTo>
                  <a:lnTo>
                    <a:pt x="388334" y="388620"/>
                  </a:lnTo>
                  <a:lnTo>
                    <a:pt x="388048" y="388620"/>
                  </a:lnTo>
                  <a:lnTo>
                    <a:pt x="387763" y="388430"/>
                  </a:lnTo>
                  <a:lnTo>
                    <a:pt x="387572" y="388048"/>
                  </a:lnTo>
                  <a:lnTo>
                    <a:pt x="387572" y="388048"/>
                  </a:lnTo>
                  <a:lnTo>
                    <a:pt x="387286" y="387382"/>
                  </a:lnTo>
                  <a:lnTo>
                    <a:pt x="387096" y="387287"/>
                  </a:lnTo>
                  <a:lnTo>
                    <a:pt x="386810" y="387477"/>
                  </a:lnTo>
                  <a:lnTo>
                    <a:pt x="386524" y="387572"/>
                  </a:lnTo>
                  <a:lnTo>
                    <a:pt x="385477" y="387287"/>
                  </a:lnTo>
                  <a:lnTo>
                    <a:pt x="385096" y="387287"/>
                  </a:lnTo>
                  <a:lnTo>
                    <a:pt x="384524" y="387668"/>
                  </a:lnTo>
                  <a:lnTo>
                    <a:pt x="384238" y="388239"/>
                  </a:lnTo>
                  <a:lnTo>
                    <a:pt x="383857" y="388430"/>
                  </a:lnTo>
                  <a:lnTo>
                    <a:pt x="383191" y="388048"/>
                  </a:lnTo>
                  <a:lnTo>
                    <a:pt x="380429" y="383000"/>
                  </a:lnTo>
                  <a:lnTo>
                    <a:pt x="379762" y="382333"/>
                  </a:lnTo>
                  <a:lnTo>
                    <a:pt x="377761" y="381381"/>
                  </a:lnTo>
                  <a:lnTo>
                    <a:pt x="376809" y="380714"/>
                  </a:lnTo>
                  <a:lnTo>
                    <a:pt x="376333" y="379952"/>
                  </a:lnTo>
                  <a:lnTo>
                    <a:pt x="376047" y="379095"/>
                  </a:lnTo>
                  <a:lnTo>
                    <a:pt x="375856" y="376809"/>
                  </a:lnTo>
                  <a:lnTo>
                    <a:pt x="375666" y="376047"/>
                  </a:lnTo>
                  <a:lnTo>
                    <a:pt x="375094" y="375380"/>
                  </a:lnTo>
                  <a:lnTo>
                    <a:pt x="372142" y="373761"/>
                  </a:lnTo>
                  <a:lnTo>
                    <a:pt x="371570" y="372904"/>
                  </a:lnTo>
                  <a:lnTo>
                    <a:pt x="371665" y="371761"/>
                  </a:lnTo>
                  <a:lnTo>
                    <a:pt x="372999" y="368808"/>
                  </a:lnTo>
                  <a:lnTo>
                    <a:pt x="373571" y="368237"/>
                  </a:lnTo>
                  <a:lnTo>
                    <a:pt x="374142" y="368141"/>
                  </a:lnTo>
                  <a:lnTo>
                    <a:pt x="374713" y="368237"/>
                  </a:lnTo>
                  <a:lnTo>
                    <a:pt x="375190" y="368522"/>
                  </a:lnTo>
                  <a:lnTo>
                    <a:pt x="375666" y="368618"/>
                  </a:lnTo>
                  <a:lnTo>
                    <a:pt x="376142" y="368427"/>
                  </a:lnTo>
                  <a:lnTo>
                    <a:pt x="379762" y="366046"/>
                  </a:lnTo>
                  <a:lnTo>
                    <a:pt x="380714" y="365760"/>
                  </a:lnTo>
                  <a:lnTo>
                    <a:pt x="382714" y="365379"/>
                  </a:lnTo>
                  <a:lnTo>
                    <a:pt x="383476" y="364998"/>
                  </a:lnTo>
                  <a:lnTo>
                    <a:pt x="384334" y="364141"/>
                  </a:lnTo>
                  <a:lnTo>
                    <a:pt x="385763" y="361474"/>
                  </a:lnTo>
                  <a:lnTo>
                    <a:pt x="386524" y="360807"/>
                  </a:lnTo>
                  <a:lnTo>
                    <a:pt x="387191" y="360045"/>
                  </a:lnTo>
                  <a:lnTo>
                    <a:pt x="387096" y="359569"/>
                  </a:lnTo>
                  <a:lnTo>
                    <a:pt x="386715" y="359093"/>
                  </a:lnTo>
                  <a:lnTo>
                    <a:pt x="386524" y="358521"/>
                  </a:lnTo>
                  <a:lnTo>
                    <a:pt x="386524" y="357569"/>
                  </a:lnTo>
                  <a:lnTo>
                    <a:pt x="386524" y="357473"/>
                  </a:lnTo>
                  <a:lnTo>
                    <a:pt x="386715" y="356806"/>
                  </a:lnTo>
                  <a:lnTo>
                    <a:pt x="386429" y="356616"/>
                  </a:lnTo>
                  <a:lnTo>
                    <a:pt x="385381" y="356616"/>
                  </a:lnTo>
                  <a:lnTo>
                    <a:pt x="382524" y="357378"/>
                  </a:lnTo>
                  <a:lnTo>
                    <a:pt x="380905" y="357569"/>
                  </a:lnTo>
                  <a:lnTo>
                    <a:pt x="379476" y="357092"/>
                  </a:lnTo>
                  <a:lnTo>
                    <a:pt x="378238" y="356045"/>
                  </a:lnTo>
                  <a:lnTo>
                    <a:pt x="376333" y="353568"/>
                  </a:lnTo>
                  <a:lnTo>
                    <a:pt x="374904" y="352615"/>
                  </a:lnTo>
                  <a:lnTo>
                    <a:pt x="374142" y="352330"/>
                  </a:lnTo>
                  <a:lnTo>
                    <a:pt x="373380" y="352235"/>
                  </a:lnTo>
                  <a:lnTo>
                    <a:pt x="372618" y="352044"/>
                  </a:lnTo>
                  <a:lnTo>
                    <a:pt x="371856" y="351568"/>
                  </a:lnTo>
                  <a:lnTo>
                    <a:pt x="371189" y="350996"/>
                  </a:lnTo>
                  <a:lnTo>
                    <a:pt x="370904" y="350520"/>
                  </a:lnTo>
                  <a:lnTo>
                    <a:pt x="370713" y="350330"/>
                  </a:lnTo>
                  <a:lnTo>
                    <a:pt x="370427" y="349663"/>
                  </a:lnTo>
                  <a:lnTo>
                    <a:pt x="369856" y="346710"/>
                  </a:lnTo>
                  <a:lnTo>
                    <a:pt x="369475" y="346043"/>
                  </a:lnTo>
                  <a:lnTo>
                    <a:pt x="368427" y="345281"/>
                  </a:lnTo>
                  <a:lnTo>
                    <a:pt x="367474" y="344805"/>
                  </a:lnTo>
                  <a:lnTo>
                    <a:pt x="367284" y="344710"/>
                  </a:lnTo>
                  <a:lnTo>
                    <a:pt x="366522" y="344519"/>
                  </a:lnTo>
                  <a:lnTo>
                    <a:pt x="364522" y="344233"/>
                  </a:lnTo>
                  <a:lnTo>
                    <a:pt x="362712" y="344329"/>
                  </a:lnTo>
                  <a:lnTo>
                    <a:pt x="362045" y="344233"/>
                  </a:lnTo>
                  <a:lnTo>
                    <a:pt x="361474" y="343853"/>
                  </a:lnTo>
                  <a:lnTo>
                    <a:pt x="361283" y="343471"/>
                  </a:lnTo>
                  <a:lnTo>
                    <a:pt x="361093" y="342233"/>
                  </a:lnTo>
                  <a:lnTo>
                    <a:pt x="360902" y="341757"/>
                  </a:lnTo>
                  <a:lnTo>
                    <a:pt x="360521" y="341376"/>
                  </a:lnTo>
                  <a:lnTo>
                    <a:pt x="359283" y="340709"/>
                  </a:lnTo>
                  <a:lnTo>
                    <a:pt x="358330" y="339947"/>
                  </a:lnTo>
                  <a:lnTo>
                    <a:pt x="357854" y="339280"/>
                  </a:lnTo>
                  <a:lnTo>
                    <a:pt x="357188" y="337756"/>
                  </a:lnTo>
                  <a:lnTo>
                    <a:pt x="356997" y="337852"/>
                  </a:lnTo>
                  <a:lnTo>
                    <a:pt x="356711" y="338042"/>
                  </a:lnTo>
                  <a:lnTo>
                    <a:pt x="356330" y="338138"/>
                  </a:lnTo>
                  <a:lnTo>
                    <a:pt x="356140" y="337947"/>
                  </a:lnTo>
                  <a:lnTo>
                    <a:pt x="356140" y="337661"/>
                  </a:lnTo>
                  <a:lnTo>
                    <a:pt x="356235" y="337471"/>
                  </a:lnTo>
                  <a:lnTo>
                    <a:pt x="356425" y="337280"/>
                  </a:lnTo>
                  <a:lnTo>
                    <a:pt x="356521" y="337090"/>
                  </a:lnTo>
                  <a:lnTo>
                    <a:pt x="356711" y="335280"/>
                  </a:lnTo>
                  <a:lnTo>
                    <a:pt x="356521" y="333089"/>
                  </a:lnTo>
                  <a:lnTo>
                    <a:pt x="355663" y="331661"/>
                  </a:lnTo>
                  <a:lnTo>
                    <a:pt x="354425" y="331661"/>
                  </a:lnTo>
                  <a:lnTo>
                    <a:pt x="353282" y="333565"/>
                  </a:lnTo>
                  <a:lnTo>
                    <a:pt x="353092" y="334423"/>
                  </a:lnTo>
                  <a:lnTo>
                    <a:pt x="352425" y="334994"/>
                  </a:lnTo>
                  <a:lnTo>
                    <a:pt x="350996" y="335947"/>
                  </a:lnTo>
                  <a:lnTo>
                    <a:pt x="350806" y="336328"/>
                  </a:lnTo>
                  <a:lnTo>
                    <a:pt x="350806" y="336804"/>
                  </a:lnTo>
                  <a:lnTo>
                    <a:pt x="350710" y="337185"/>
                  </a:lnTo>
                  <a:lnTo>
                    <a:pt x="350615" y="337280"/>
                  </a:lnTo>
                  <a:lnTo>
                    <a:pt x="350139" y="337661"/>
                  </a:lnTo>
                  <a:lnTo>
                    <a:pt x="349663" y="337852"/>
                  </a:lnTo>
                  <a:lnTo>
                    <a:pt x="349282" y="337852"/>
                  </a:lnTo>
                  <a:lnTo>
                    <a:pt x="349091" y="337566"/>
                  </a:lnTo>
                  <a:lnTo>
                    <a:pt x="349091" y="336995"/>
                  </a:lnTo>
                  <a:lnTo>
                    <a:pt x="347567" y="337280"/>
                  </a:lnTo>
                  <a:lnTo>
                    <a:pt x="346329" y="336328"/>
                  </a:lnTo>
                  <a:lnTo>
                    <a:pt x="345567" y="334899"/>
                  </a:lnTo>
                  <a:lnTo>
                    <a:pt x="344805" y="332804"/>
                  </a:lnTo>
                  <a:lnTo>
                    <a:pt x="344710" y="332137"/>
                  </a:lnTo>
                  <a:lnTo>
                    <a:pt x="344996" y="329184"/>
                  </a:lnTo>
                  <a:lnTo>
                    <a:pt x="344805" y="328613"/>
                  </a:lnTo>
                  <a:lnTo>
                    <a:pt x="343948" y="328231"/>
                  </a:lnTo>
                  <a:lnTo>
                    <a:pt x="343281" y="328136"/>
                  </a:lnTo>
                  <a:lnTo>
                    <a:pt x="342233" y="327755"/>
                  </a:lnTo>
                  <a:lnTo>
                    <a:pt x="341185" y="327088"/>
                  </a:lnTo>
                  <a:lnTo>
                    <a:pt x="340042" y="325755"/>
                  </a:lnTo>
                  <a:lnTo>
                    <a:pt x="339566" y="324612"/>
                  </a:lnTo>
                  <a:lnTo>
                    <a:pt x="339185" y="323279"/>
                  </a:lnTo>
                  <a:lnTo>
                    <a:pt x="339185" y="308705"/>
                  </a:lnTo>
                  <a:lnTo>
                    <a:pt x="339185" y="307467"/>
                  </a:lnTo>
                  <a:lnTo>
                    <a:pt x="338709" y="306610"/>
                  </a:lnTo>
                  <a:lnTo>
                    <a:pt x="337185" y="307943"/>
                  </a:lnTo>
                  <a:lnTo>
                    <a:pt x="336042" y="307562"/>
                  </a:lnTo>
                  <a:lnTo>
                    <a:pt x="335089" y="307467"/>
                  </a:lnTo>
                  <a:lnTo>
                    <a:pt x="334042" y="307086"/>
                  </a:lnTo>
                  <a:lnTo>
                    <a:pt x="333184" y="306610"/>
                  </a:lnTo>
                  <a:lnTo>
                    <a:pt x="332708" y="306229"/>
                  </a:lnTo>
                  <a:lnTo>
                    <a:pt x="332708" y="306229"/>
                  </a:lnTo>
                  <a:lnTo>
                    <a:pt x="332613" y="305657"/>
                  </a:lnTo>
                  <a:lnTo>
                    <a:pt x="332327" y="305181"/>
                  </a:lnTo>
                  <a:lnTo>
                    <a:pt x="331470" y="303371"/>
                  </a:lnTo>
                  <a:lnTo>
                    <a:pt x="331470" y="303181"/>
                  </a:lnTo>
                  <a:lnTo>
                    <a:pt x="331851" y="302609"/>
                  </a:lnTo>
                  <a:lnTo>
                    <a:pt x="331851" y="302228"/>
                  </a:lnTo>
                  <a:lnTo>
                    <a:pt x="331280" y="301276"/>
                  </a:lnTo>
                  <a:lnTo>
                    <a:pt x="328803" y="298990"/>
                  </a:lnTo>
                  <a:lnTo>
                    <a:pt x="327184" y="296323"/>
                  </a:lnTo>
                  <a:lnTo>
                    <a:pt x="326898" y="295465"/>
                  </a:lnTo>
                  <a:lnTo>
                    <a:pt x="326898" y="294894"/>
                  </a:lnTo>
                  <a:lnTo>
                    <a:pt x="327374" y="294037"/>
                  </a:lnTo>
                  <a:lnTo>
                    <a:pt x="327374" y="293561"/>
                  </a:lnTo>
                  <a:lnTo>
                    <a:pt x="327184" y="293275"/>
                  </a:lnTo>
                  <a:lnTo>
                    <a:pt x="326517" y="292418"/>
                  </a:lnTo>
                  <a:lnTo>
                    <a:pt x="326231" y="292037"/>
                  </a:lnTo>
                  <a:lnTo>
                    <a:pt x="326136" y="291370"/>
                  </a:lnTo>
                  <a:lnTo>
                    <a:pt x="326136" y="290798"/>
                  </a:lnTo>
                  <a:lnTo>
                    <a:pt x="326041" y="290417"/>
                  </a:lnTo>
                  <a:lnTo>
                    <a:pt x="325374" y="290131"/>
                  </a:lnTo>
                  <a:lnTo>
                    <a:pt x="324707" y="290131"/>
                  </a:lnTo>
                  <a:lnTo>
                    <a:pt x="324421" y="290513"/>
                  </a:lnTo>
                  <a:lnTo>
                    <a:pt x="324326" y="290894"/>
                  </a:lnTo>
                  <a:lnTo>
                    <a:pt x="324136" y="291370"/>
                  </a:lnTo>
                  <a:lnTo>
                    <a:pt x="323374" y="292227"/>
                  </a:lnTo>
                  <a:lnTo>
                    <a:pt x="322707" y="292608"/>
                  </a:lnTo>
                  <a:lnTo>
                    <a:pt x="321945" y="292513"/>
                  </a:lnTo>
                  <a:lnTo>
                    <a:pt x="320802" y="291846"/>
                  </a:lnTo>
                  <a:lnTo>
                    <a:pt x="312039" y="284321"/>
                  </a:lnTo>
                  <a:lnTo>
                    <a:pt x="307467" y="278797"/>
                  </a:lnTo>
                  <a:lnTo>
                    <a:pt x="307467" y="278797"/>
                  </a:lnTo>
                  <a:lnTo>
                    <a:pt x="306324" y="277654"/>
                  </a:lnTo>
                  <a:lnTo>
                    <a:pt x="302895" y="273177"/>
                  </a:lnTo>
                  <a:lnTo>
                    <a:pt x="301561" y="271939"/>
                  </a:lnTo>
                  <a:lnTo>
                    <a:pt x="299847" y="270796"/>
                  </a:lnTo>
                  <a:lnTo>
                    <a:pt x="297085" y="269557"/>
                  </a:lnTo>
                  <a:lnTo>
                    <a:pt x="296418" y="269081"/>
                  </a:lnTo>
                  <a:lnTo>
                    <a:pt x="295942" y="268129"/>
                  </a:lnTo>
                  <a:lnTo>
                    <a:pt x="295275" y="266033"/>
                  </a:lnTo>
                  <a:lnTo>
                    <a:pt x="294799" y="265176"/>
                  </a:lnTo>
                  <a:lnTo>
                    <a:pt x="293656" y="263557"/>
                  </a:lnTo>
                  <a:lnTo>
                    <a:pt x="292322" y="260985"/>
                  </a:lnTo>
                  <a:lnTo>
                    <a:pt x="290227" y="259080"/>
                  </a:lnTo>
                  <a:lnTo>
                    <a:pt x="289655" y="257270"/>
                  </a:lnTo>
                  <a:lnTo>
                    <a:pt x="290322" y="253079"/>
                  </a:lnTo>
                  <a:lnTo>
                    <a:pt x="290131" y="252794"/>
                  </a:lnTo>
                  <a:lnTo>
                    <a:pt x="289465" y="251365"/>
                  </a:lnTo>
                  <a:lnTo>
                    <a:pt x="289465" y="251270"/>
                  </a:lnTo>
                  <a:lnTo>
                    <a:pt x="288226" y="250603"/>
                  </a:lnTo>
                  <a:lnTo>
                    <a:pt x="287846" y="250222"/>
                  </a:lnTo>
                  <a:lnTo>
                    <a:pt x="287655" y="249650"/>
                  </a:lnTo>
                  <a:lnTo>
                    <a:pt x="287464" y="248412"/>
                  </a:lnTo>
                  <a:lnTo>
                    <a:pt x="287179" y="247840"/>
                  </a:lnTo>
                  <a:lnTo>
                    <a:pt x="286702" y="247364"/>
                  </a:lnTo>
                  <a:lnTo>
                    <a:pt x="285750" y="246888"/>
                  </a:lnTo>
                  <a:lnTo>
                    <a:pt x="285369" y="246507"/>
                  </a:lnTo>
                  <a:lnTo>
                    <a:pt x="284512" y="244602"/>
                  </a:lnTo>
                  <a:lnTo>
                    <a:pt x="284321" y="244412"/>
                  </a:lnTo>
                  <a:lnTo>
                    <a:pt x="283655" y="244316"/>
                  </a:lnTo>
                  <a:lnTo>
                    <a:pt x="283464" y="244030"/>
                  </a:lnTo>
                  <a:lnTo>
                    <a:pt x="283464" y="243935"/>
                  </a:lnTo>
                  <a:lnTo>
                    <a:pt x="283559" y="243745"/>
                  </a:lnTo>
                  <a:lnTo>
                    <a:pt x="283750" y="243459"/>
                  </a:lnTo>
                  <a:lnTo>
                    <a:pt x="283655" y="243078"/>
                  </a:lnTo>
                  <a:lnTo>
                    <a:pt x="283273" y="241649"/>
                  </a:lnTo>
                  <a:lnTo>
                    <a:pt x="282988" y="241078"/>
                  </a:lnTo>
                  <a:lnTo>
                    <a:pt x="282130" y="240506"/>
                  </a:lnTo>
                  <a:lnTo>
                    <a:pt x="281083" y="240030"/>
                  </a:lnTo>
                  <a:lnTo>
                    <a:pt x="279940" y="239935"/>
                  </a:lnTo>
                  <a:lnTo>
                    <a:pt x="278987" y="240411"/>
                  </a:lnTo>
                  <a:lnTo>
                    <a:pt x="278701" y="240887"/>
                  </a:lnTo>
                  <a:lnTo>
                    <a:pt x="278416" y="242125"/>
                  </a:lnTo>
                  <a:lnTo>
                    <a:pt x="278225" y="242506"/>
                  </a:lnTo>
                  <a:lnTo>
                    <a:pt x="277749" y="242792"/>
                  </a:lnTo>
                  <a:lnTo>
                    <a:pt x="277654" y="242792"/>
                  </a:lnTo>
                  <a:lnTo>
                    <a:pt x="277463" y="242506"/>
                  </a:lnTo>
                  <a:lnTo>
                    <a:pt x="277082" y="242316"/>
                  </a:lnTo>
                  <a:lnTo>
                    <a:pt x="276320" y="242125"/>
                  </a:lnTo>
                  <a:lnTo>
                    <a:pt x="275272" y="241745"/>
                  </a:lnTo>
                  <a:lnTo>
                    <a:pt x="274415" y="241078"/>
                  </a:lnTo>
                  <a:lnTo>
                    <a:pt x="273939" y="240316"/>
                  </a:lnTo>
                  <a:lnTo>
                    <a:pt x="273844" y="239649"/>
                  </a:lnTo>
                  <a:lnTo>
                    <a:pt x="274225" y="238315"/>
                  </a:lnTo>
                  <a:lnTo>
                    <a:pt x="274130" y="237744"/>
                  </a:lnTo>
                  <a:lnTo>
                    <a:pt x="273748" y="237172"/>
                  </a:lnTo>
                  <a:lnTo>
                    <a:pt x="273558" y="237077"/>
                  </a:lnTo>
                  <a:lnTo>
                    <a:pt x="273272" y="237268"/>
                  </a:lnTo>
                  <a:lnTo>
                    <a:pt x="271843" y="237458"/>
                  </a:lnTo>
                  <a:lnTo>
                    <a:pt x="271367" y="237554"/>
                  </a:lnTo>
                  <a:lnTo>
                    <a:pt x="270796" y="237363"/>
                  </a:lnTo>
                  <a:lnTo>
                    <a:pt x="270415" y="236982"/>
                  </a:lnTo>
                  <a:lnTo>
                    <a:pt x="269938" y="236125"/>
                  </a:lnTo>
                  <a:lnTo>
                    <a:pt x="269653" y="235744"/>
                  </a:lnTo>
                  <a:lnTo>
                    <a:pt x="267081" y="234124"/>
                  </a:lnTo>
                  <a:lnTo>
                    <a:pt x="266605" y="233458"/>
                  </a:lnTo>
                  <a:lnTo>
                    <a:pt x="266605" y="232315"/>
                  </a:lnTo>
                  <a:lnTo>
                    <a:pt x="266890" y="231553"/>
                  </a:lnTo>
                  <a:lnTo>
                    <a:pt x="266986" y="230886"/>
                  </a:lnTo>
                  <a:lnTo>
                    <a:pt x="266033" y="229933"/>
                  </a:lnTo>
                  <a:lnTo>
                    <a:pt x="264319" y="228790"/>
                  </a:lnTo>
                  <a:lnTo>
                    <a:pt x="263176" y="227552"/>
                  </a:lnTo>
                  <a:lnTo>
                    <a:pt x="262604" y="226028"/>
                  </a:lnTo>
                  <a:lnTo>
                    <a:pt x="262890" y="223742"/>
                  </a:lnTo>
                  <a:lnTo>
                    <a:pt x="263652" y="220694"/>
                  </a:lnTo>
                  <a:lnTo>
                    <a:pt x="264319" y="219075"/>
                  </a:lnTo>
                  <a:lnTo>
                    <a:pt x="265081" y="218027"/>
                  </a:lnTo>
                  <a:lnTo>
                    <a:pt x="265747" y="217932"/>
                  </a:lnTo>
                  <a:lnTo>
                    <a:pt x="266319" y="218122"/>
                  </a:lnTo>
                  <a:lnTo>
                    <a:pt x="266890" y="218122"/>
                  </a:lnTo>
                  <a:lnTo>
                    <a:pt x="267271" y="217170"/>
                  </a:lnTo>
                  <a:lnTo>
                    <a:pt x="267271" y="216313"/>
                  </a:lnTo>
                  <a:lnTo>
                    <a:pt x="266986" y="215837"/>
                  </a:lnTo>
                  <a:lnTo>
                    <a:pt x="265747" y="215074"/>
                  </a:lnTo>
                  <a:lnTo>
                    <a:pt x="264319" y="212598"/>
                  </a:lnTo>
                  <a:lnTo>
                    <a:pt x="263652" y="212312"/>
                  </a:lnTo>
                  <a:lnTo>
                    <a:pt x="262985" y="212407"/>
                  </a:lnTo>
                  <a:lnTo>
                    <a:pt x="262414" y="212598"/>
                  </a:lnTo>
                  <a:lnTo>
                    <a:pt x="261747" y="212693"/>
                  </a:lnTo>
                  <a:lnTo>
                    <a:pt x="260509" y="212217"/>
                  </a:lnTo>
                  <a:lnTo>
                    <a:pt x="257842" y="210598"/>
                  </a:lnTo>
                  <a:lnTo>
                    <a:pt x="256984" y="210503"/>
                  </a:lnTo>
                  <a:lnTo>
                    <a:pt x="256127" y="210693"/>
                  </a:lnTo>
                  <a:lnTo>
                    <a:pt x="255079" y="210693"/>
                  </a:lnTo>
                  <a:lnTo>
                    <a:pt x="254127" y="210503"/>
                  </a:lnTo>
                  <a:lnTo>
                    <a:pt x="253555" y="209931"/>
                  </a:lnTo>
                  <a:lnTo>
                    <a:pt x="253079" y="208597"/>
                  </a:lnTo>
                  <a:lnTo>
                    <a:pt x="251650" y="208121"/>
                  </a:lnTo>
                  <a:lnTo>
                    <a:pt x="248602" y="208407"/>
                  </a:lnTo>
                  <a:lnTo>
                    <a:pt x="247936" y="208312"/>
                  </a:lnTo>
                  <a:lnTo>
                    <a:pt x="245840" y="207645"/>
                  </a:lnTo>
                  <a:lnTo>
                    <a:pt x="243745" y="207359"/>
                  </a:lnTo>
                  <a:lnTo>
                    <a:pt x="243078" y="207169"/>
                  </a:lnTo>
                  <a:lnTo>
                    <a:pt x="242697" y="206788"/>
                  </a:lnTo>
                  <a:lnTo>
                    <a:pt x="242030" y="205835"/>
                  </a:lnTo>
                  <a:lnTo>
                    <a:pt x="241744" y="205549"/>
                  </a:lnTo>
                  <a:lnTo>
                    <a:pt x="241268" y="205359"/>
                  </a:lnTo>
                  <a:lnTo>
                    <a:pt x="240221" y="205264"/>
                  </a:lnTo>
                  <a:lnTo>
                    <a:pt x="239744" y="205169"/>
                  </a:lnTo>
                  <a:lnTo>
                    <a:pt x="238887" y="204597"/>
                  </a:lnTo>
                  <a:lnTo>
                    <a:pt x="237458" y="203168"/>
                  </a:lnTo>
                  <a:lnTo>
                    <a:pt x="236696" y="202597"/>
                  </a:lnTo>
                  <a:lnTo>
                    <a:pt x="234982" y="201549"/>
                  </a:lnTo>
                  <a:lnTo>
                    <a:pt x="234315" y="200978"/>
                  </a:lnTo>
                  <a:lnTo>
                    <a:pt x="232505" y="198311"/>
                  </a:lnTo>
                  <a:lnTo>
                    <a:pt x="231934" y="197644"/>
                  </a:lnTo>
                  <a:lnTo>
                    <a:pt x="230981" y="197072"/>
                  </a:lnTo>
                  <a:lnTo>
                    <a:pt x="230029" y="196787"/>
                  </a:lnTo>
                  <a:lnTo>
                    <a:pt x="228409" y="196977"/>
                  </a:lnTo>
                  <a:lnTo>
                    <a:pt x="227457" y="196787"/>
                  </a:lnTo>
                  <a:lnTo>
                    <a:pt x="226790" y="196310"/>
                  </a:lnTo>
                  <a:lnTo>
                    <a:pt x="225266" y="194024"/>
                  </a:lnTo>
                  <a:lnTo>
                    <a:pt x="224409" y="193167"/>
                  </a:lnTo>
                  <a:lnTo>
                    <a:pt x="223552" y="192786"/>
                  </a:lnTo>
                  <a:lnTo>
                    <a:pt x="222599" y="192500"/>
                  </a:lnTo>
                  <a:lnTo>
                    <a:pt x="221647" y="192024"/>
                  </a:lnTo>
                  <a:lnTo>
                    <a:pt x="220789" y="191357"/>
                  </a:lnTo>
                  <a:lnTo>
                    <a:pt x="220123" y="190690"/>
                  </a:lnTo>
                  <a:lnTo>
                    <a:pt x="219361" y="190119"/>
                  </a:lnTo>
                  <a:lnTo>
                    <a:pt x="219361" y="190119"/>
                  </a:lnTo>
                  <a:lnTo>
                    <a:pt x="218313" y="189833"/>
                  </a:lnTo>
                  <a:lnTo>
                    <a:pt x="216789" y="190310"/>
                  </a:lnTo>
                  <a:lnTo>
                    <a:pt x="216313" y="189833"/>
                  </a:lnTo>
                  <a:lnTo>
                    <a:pt x="216313" y="188786"/>
                  </a:lnTo>
                  <a:lnTo>
                    <a:pt x="216122" y="187738"/>
                  </a:lnTo>
                  <a:lnTo>
                    <a:pt x="215551" y="187166"/>
                  </a:lnTo>
                  <a:lnTo>
                    <a:pt x="213455" y="185738"/>
                  </a:lnTo>
                  <a:lnTo>
                    <a:pt x="207645" y="183071"/>
                  </a:lnTo>
                  <a:lnTo>
                    <a:pt x="206502" y="182880"/>
                  </a:lnTo>
                  <a:lnTo>
                    <a:pt x="205454" y="182880"/>
                  </a:lnTo>
                  <a:lnTo>
                    <a:pt x="204311" y="183356"/>
                  </a:lnTo>
                  <a:lnTo>
                    <a:pt x="204216" y="183356"/>
                  </a:lnTo>
                  <a:lnTo>
                    <a:pt x="202692" y="182213"/>
                  </a:lnTo>
                  <a:lnTo>
                    <a:pt x="201358" y="181546"/>
                  </a:lnTo>
                  <a:lnTo>
                    <a:pt x="200977" y="181261"/>
                  </a:lnTo>
                  <a:lnTo>
                    <a:pt x="200692" y="180880"/>
                  </a:lnTo>
                  <a:lnTo>
                    <a:pt x="200025" y="179546"/>
                  </a:lnTo>
                  <a:lnTo>
                    <a:pt x="199168" y="179451"/>
                  </a:lnTo>
                  <a:lnTo>
                    <a:pt x="198215" y="179451"/>
                  </a:lnTo>
                  <a:lnTo>
                    <a:pt x="197644" y="179261"/>
                  </a:lnTo>
                  <a:lnTo>
                    <a:pt x="198120" y="178308"/>
                  </a:lnTo>
                  <a:lnTo>
                    <a:pt x="198787" y="177737"/>
                  </a:lnTo>
                  <a:lnTo>
                    <a:pt x="200692" y="176879"/>
                  </a:lnTo>
                  <a:lnTo>
                    <a:pt x="201549" y="176308"/>
                  </a:lnTo>
                  <a:lnTo>
                    <a:pt x="202597" y="174688"/>
                  </a:lnTo>
                  <a:lnTo>
                    <a:pt x="203168" y="174212"/>
                  </a:lnTo>
                  <a:lnTo>
                    <a:pt x="204311" y="173927"/>
                  </a:lnTo>
                  <a:lnTo>
                    <a:pt x="205454" y="173260"/>
                  </a:lnTo>
                  <a:lnTo>
                    <a:pt x="206788" y="172879"/>
                  </a:lnTo>
                  <a:lnTo>
                    <a:pt x="207550" y="172783"/>
                  </a:lnTo>
                  <a:lnTo>
                    <a:pt x="207645" y="172974"/>
                  </a:lnTo>
                  <a:lnTo>
                    <a:pt x="207740" y="172974"/>
                  </a:lnTo>
                  <a:lnTo>
                    <a:pt x="208121" y="172117"/>
                  </a:lnTo>
                  <a:lnTo>
                    <a:pt x="208312" y="171640"/>
                  </a:lnTo>
                  <a:lnTo>
                    <a:pt x="208502" y="170307"/>
                  </a:lnTo>
                  <a:lnTo>
                    <a:pt x="208883" y="169736"/>
                  </a:lnTo>
                  <a:lnTo>
                    <a:pt x="209359" y="169450"/>
                  </a:lnTo>
                  <a:lnTo>
                    <a:pt x="209931" y="169259"/>
                  </a:lnTo>
                  <a:lnTo>
                    <a:pt x="210407" y="169069"/>
                  </a:lnTo>
                  <a:lnTo>
                    <a:pt x="210598" y="168402"/>
                  </a:lnTo>
                  <a:lnTo>
                    <a:pt x="210598" y="168402"/>
                  </a:lnTo>
                  <a:lnTo>
                    <a:pt x="210598" y="168402"/>
                  </a:lnTo>
                  <a:lnTo>
                    <a:pt x="210598" y="168402"/>
                  </a:lnTo>
                  <a:lnTo>
                    <a:pt x="210026" y="167640"/>
                  </a:lnTo>
                  <a:lnTo>
                    <a:pt x="209836" y="166688"/>
                  </a:lnTo>
                  <a:lnTo>
                    <a:pt x="209740" y="165735"/>
                  </a:lnTo>
                  <a:lnTo>
                    <a:pt x="209455" y="164878"/>
                  </a:lnTo>
                  <a:lnTo>
                    <a:pt x="208883" y="164306"/>
                  </a:lnTo>
                  <a:lnTo>
                    <a:pt x="207169" y="163354"/>
                  </a:lnTo>
                  <a:lnTo>
                    <a:pt x="206597" y="162592"/>
                  </a:lnTo>
                  <a:lnTo>
                    <a:pt x="205549" y="159639"/>
                  </a:lnTo>
                  <a:lnTo>
                    <a:pt x="205454" y="158972"/>
                  </a:lnTo>
                  <a:lnTo>
                    <a:pt x="205740" y="158115"/>
                  </a:lnTo>
                  <a:lnTo>
                    <a:pt x="206216" y="157829"/>
                  </a:lnTo>
                  <a:lnTo>
                    <a:pt x="206788" y="158020"/>
                  </a:lnTo>
                  <a:lnTo>
                    <a:pt x="209359" y="159353"/>
                  </a:lnTo>
                  <a:lnTo>
                    <a:pt x="210312" y="159639"/>
                  </a:lnTo>
                  <a:lnTo>
                    <a:pt x="211455" y="159544"/>
                  </a:lnTo>
                  <a:lnTo>
                    <a:pt x="211836" y="159163"/>
                  </a:lnTo>
                  <a:lnTo>
                    <a:pt x="212217" y="158305"/>
                  </a:lnTo>
                  <a:lnTo>
                    <a:pt x="212598" y="158020"/>
                  </a:lnTo>
                  <a:lnTo>
                    <a:pt x="212884" y="157734"/>
                  </a:lnTo>
                  <a:lnTo>
                    <a:pt x="214027" y="157639"/>
                  </a:lnTo>
                  <a:lnTo>
                    <a:pt x="216217" y="157067"/>
                  </a:lnTo>
                  <a:lnTo>
                    <a:pt x="217741" y="156686"/>
                  </a:lnTo>
                  <a:lnTo>
                    <a:pt x="218408" y="157258"/>
                  </a:lnTo>
                  <a:lnTo>
                    <a:pt x="220218" y="157924"/>
                  </a:lnTo>
                  <a:lnTo>
                    <a:pt x="221266" y="159544"/>
                  </a:lnTo>
                  <a:lnTo>
                    <a:pt x="223647" y="157924"/>
                  </a:lnTo>
                  <a:lnTo>
                    <a:pt x="224599" y="157734"/>
                  </a:lnTo>
                  <a:lnTo>
                    <a:pt x="225647" y="157829"/>
                  </a:lnTo>
                  <a:lnTo>
                    <a:pt x="226314" y="158305"/>
                  </a:lnTo>
                  <a:lnTo>
                    <a:pt x="226790" y="158972"/>
                  </a:lnTo>
                  <a:lnTo>
                    <a:pt x="227552" y="159734"/>
                  </a:lnTo>
                  <a:lnTo>
                    <a:pt x="228029" y="160020"/>
                  </a:lnTo>
                  <a:lnTo>
                    <a:pt x="229362" y="160591"/>
                  </a:lnTo>
                  <a:lnTo>
                    <a:pt x="232315" y="162401"/>
                  </a:lnTo>
                  <a:lnTo>
                    <a:pt x="233172" y="162592"/>
                  </a:lnTo>
                  <a:lnTo>
                    <a:pt x="234410" y="162496"/>
                  </a:lnTo>
                  <a:lnTo>
                    <a:pt x="234886" y="162306"/>
                  </a:lnTo>
                  <a:lnTo>
                    <a:pt x="235744" y="161735"/>
                  </a:lnTo>
                  <a:lnTo>
                    <a:pt x="236220" y="161544"/>
                  </a:lnTo>
                  <a:lnTo>
                    <a:pt x="236601" y="161639"/>
                  </a:lnTo>
                  <a:lnTo>
                    <a:pt x="237554" y="162211"/>
                  </a:lnTo>
                  <a:lnTo>
                    <a:pt x="238030" y="162115"/>
                  </a:lnTo>
                  <a:lnTo>
                    <a:pt x="238506" y="161544"/>
                  </a:lnTo>
                  <a:lnTo>
                    <a:pt x="240125" y="157067"/>
                  </a:lnTo>
                  <a:lnTo>
                    <a:pt x="240601" y="156400"/>
                  </a:lnTo>
                  <a:lnTo>
                    <a:pt x="241268" y="155638"/>
                  </a:lnTo>
                  <a:lnTo>
                    <a:pt x="242125" y="155067"/>
                  </a:lnTo>
                  <a:lnTo>
                    <a:pt x="242792" y="154877"/>
                  </a:lnTo>
                  <a:lnTo>
                    <a:pt x="243459" y="154781"/>
                  </a:lnTo>
                  <a:lnTo>
                    <a:pt x="244507" y="154496"/>
                  </a:lnTo>
                  <a:lnTo>
                    <a:pt x="245745" y="153257"/>
                  </a:lnTo>
                  <a:lnTo>
                    <a:pt x="247079" y="152686"/>
                  </a:lnTo>
                  <a:lnTo>
                    <a:pt x="248126" y="151924"/>
                  </a:lnTo>
                  <a:lnTo>
                    <a:pt x="248602" y="150209"/>
                  </a:lnTo>
                  <a:lnTo>
                    <a:pt x="248698" y="149257"/>
                  </a:lnTo>
                  <a:lnTo>
                    <a:pt x="248698" y="148780"/>
                  </a:lnTo>
                  <a:lnTo>
                    <a:pt x="248317" y="148495"/>
                  </a:lnTo>
                  <a:lnTo>
                    <a:pt x="247269" y="148114"/>
                  </a:lnTo>
                  <a:lnTo>
                    <a:pt x="245745" y="148019"/>
                  </a:lnTo>
                  <a:lnTo>
                    <a:pt x="245459" y="147733"/>
                  </a:lnTo>
                  <a:lnTo>
                    <a:pt x="245840" y="146685"/>
                  </a:lnTo>
                  <a:lnTo>
                    <a:pt x="246793" y="145447"/>
                  </a:lnTo>
                  <a:lnTo>
                    <a:pt x="249650" y="143732"/>
                  </a:lnTo>
                  <a:lnTo>
                    <a:pt x="250888" y="142780"/>
                  </a:lnTo>
                  <a:lnTo>
                    <a:pt x="251365" y="142018"/>
                  </a:lnTo>
                  <a:lnTo>
                    <a:pt x="251460" y="141541"/>
                  </a:lnTo>
                  <a:lnTo>
                    <a:pt x="251746" y="141256"/>
                  </a:lnTo>
                  <a:lnTo>
                    <a:pt x="252698" y="141065"/>
                  </a:lnTo>
                  <a:lnTo>
                    <a:pt x="254222" y="141256"/>
                  </a:lnTo>
                  <a:lnTo>
                    <a:pt x="254984" y="141161"/>
                  </a:lnTo>
                  <a:lnTo>
                    <a:pt x="255460" y="140684"/>
                  </a:lnTo>
                  <a:lnTo>
                    <a:pt x="255651" y="140589"/>
                  </a:lnTo>
                  <a:lnTo>
                    <a:pt x="255841" y="139827"/>
                  </a:lnTo>
                  <a:lnTo>
                    <a:pt x="255841" y="139065"/>
                  </a:lnTo>
                  <a:lnTo>
                    <a:pt x="255651" y="138398"/>
                  </a:lnTo>
                  <a:lnTo>
                    <a:pt x="255556" y="137350"/>
                  </a:lnTo>
                  <a:lnTo>
                    <a:pt x="255365" y="136874"/>
                  </a:lnTo>
                  <a:lnTo>
                    <a:pt x="255365" y="136588"/>
                  </a:lnTo>
                  <a:lnTo>
                    <a:pt x="255556" y="136398"/>
                  </a:lnTo>
                  <a:lnTo>
                    <a:pt x="256318" y="136303"/>
                  </a:lnTo>
                  <a:lnTo>
                    <a:pt x="256508" y="136017"/>
                  </a:lnTo>
                  <a:lnTo>
                    <a:pt x="256127" y="135160"/>
                  </a:lnTo>
                  <a:lnTo>
                    <a:pt x="254032" y="133826"/>
                  </a:lnTo>
                  <a:lnTo>
                    <a:pt x="253365" y="132779"/>
                  </a:lnTo>
                  <a:lnTo>
                    <a:pt x="253270" y="131540"/>
                  </a:lnTo>
                  <a:lnTo>
                    <a:pt x="253555" y="130969"/>
                  </a:lnTo>
                  <a:lnTo>
                    <a:pt x="253460" y="130492"/>
                  </a:lnTo>
                  <a:lnTo>
                    <a:pt x="248793" y="128016"/>
                  </a:lnTo>
                  <a:lnTo>
                    <a:pt x="246697" y="128111"/>
                  </a:lnTo>
                  <a:lnTo>
                    <a:pt x="244316" y="128873"/>
                  </a:lnTo>
                  <a:lnTo>
                    <a:pt x="242030" y="129350"/>
                  </a:lnTo>
                  <a:lnTo>
                    <a:pt x="240316" y="128397"/>
                  </a:lnTo>
                  <a:lnTo>
                    <a:pt x="240030" y="127730"/>
                  </a:lnTo>
                  <a:lnTo>
                    <a:pt x="240030" y="126587"/>
                  </a:lnTo>
                  <a:lnTo>
                    <a:pt x="240125" y="125444"/>
                  </a:lnTo>
                  <a:lnTo>
                    <a:pt x="240316" y="124682"/>
                  </a:lnTo>
                  <a:lnTo>
                    <a:pt x="240792" y="124396"/>
                  </a:lnTo>
                  <a:lnTo>
                    <a:pt x="241173" y="124396"/>
                  </a:lnTo>
                  <a:lnTo>
                    <a:pt x="241554" y="124301"/>
                  </a:lnTo>
                  <a:lnTo>
                    <a:pt x="241935" y="123539"/>
                  </a:lnTo>
                  <a:lnTo>
                    <a:pt x="242030" y="122968"/>
                  </a:lnTo>
                  <a:lnTo>
                    <a:pt x="241935" y="122396"/>
                  </a:lnTo>
                  <a:lnTo>
                    <a:pt x="241744" y="121729"/>
                  </a:lnTo>
                  <a:lnTo>
                    <a:pt x="241554" y="121253"/>
                  </a:lnTo>
                  <a:lnTo>
                    <a:pt x="240792" y="120682"/>
                  </a:lnTo>
                  <a:lnTo>
                    <a:pt x="238792" y="119920"/>
                  </a:lnTo>
                  <a:lnTo>
                    <a:pt x="237934" y="119253"/>
                  </a:lnTo>
                  <a:lnTo>
                    <a:pt x="236696" y="117634"/>
                  </a:lnTo>
                  <a:lnTo>
                    <a:pt x="236029" y="117158"/>
                  </a:lnTo>
                  <a:lnTo>
                    <a:pt x="228409" y="117348"/>
                  </a:lnTo>
                  <a:lnTo>
                    <a:pt x="226314" y="116776"/>
                  </a:lnTo>
                  <a:lnTo>
                    <a:pt x="224599" y="115729"/>
                  </a:lnTo>
                  <a:lnTo>
                    <a:pt x="224980" y="114681"/>
                  </a:lnTo>
                  <a:lnTo>
                    <a:pt x="228029" y="112681"/>
                  </a:lnTo>
                  <a:lnTo>
                    <a:pt x="228029" y="112681"/>
                  </a:lnTo>
                  <a:lnTo>
                    <a:pt x="229076" y="110490"/>
                  </a:lnTo>
                  <a:lnTo>
                    <a:pt x="230410" y="111442"/>
                  </a:lnTo>
                  <a:lnTo>
                    <a:pt x="231838" y="111728"/>
                  </a:lnTo>
                  <a:lnTo>
                    <a:pt x="233077" y="111347"/>
                  </a:lnTo>
                  <a:lnTo>
                    <a:pt x="234220" y="110395"/>
                  </a:lnTo>
                  <a:lnTo>
                    <a:pt x="237649" y="105727"/>
                  </a:lnTo>
                  <a:lnTo>
                    <a:pt x="238030" y="104394"/>
                  </a:lnTo>
                  <a:lnTo>
                    <a:pt x="238125" y="104204"/>
                  </a:lnTo>
                  <a:lnTo>
                    <a:pt x="237363" y="103442"/>
                  </a:lnTo>
                  <a:lnTo>
                    <a:pt x="234315" y="102394"/>
                  </a:lnTo>
                  <a:lnTo>
                    <a:pt x="231648" y="101060"/>
                  </a:lnTo>
                  <a:lnTo>
                    <a:pt x="230696" y="100203"/>
                  </a:lnTo>
                  <a:lnTo>
                    <a:pt x="230219" y="98393"/>
                  </a:lnTo>
                  <a:lnTo>
                    <a:pt x="229552" y="97631"/>
                  </a:lnTo>
                  <a:lnTo>
                    <a:pt x="228409" y="97536"/>
                  </a:lnTo>
                  <a:lnTo>
                    <a:pt x="227266" y="97536"/>
                  </a:lnTo>
                  <a:lnTo>
                    <a:pt x="226123" y="97250"/>
                  </a:lnTo>
                  <a:lnTo>
                    <a:pt x="225742" y="96774"/>
                  </a:lnTo>
                  <a:lnTo>
                    <a:pt x="225361" y="95821"/>
                  </a:lnTo>
                  <a:lnTo>
                    <a:pt x="225076" y="95441"/>
                  </a:lnTo>
                  <a:lnTo>
                    <a:pt x="224695" y="95155"/>
                  </a:lnTo>
                  <a:lnTo>
                    <a:pt x="223838" y="94869"/>
                  </a:lnTo>
                  <a:lnTo>
                    <a:pt x="223361" y="94488"/>
                  </a:lnTo>
                  <a:lnTo>
                    <a:pt x="222694" y="93726"/>
                  </a:lnTo>
                  <a:lnTo>
                    <a:pt x="221837" y="92012"/>
                  </a:lnTo>
                  <a:lnTo>
                    <a:pt x="221266" y="91154"/>
                  </a:lnTo>
                  <a:lnTo>
                    <a:pt x="220885" y="90773"/>
                  </a:lnTo>
                  <a:lnTo>
                    <a:pt x="220408" y="90488"/>
                  </a:lnTo>
                  <a:lnTo>
                    <a:pt x="219837" y="90202"/>
                  </a:lnTo>
                  <a:lnTo>
                    <a:pt x="219361" y="90011"/>
                  </a:lnTo>
                  <a:lnTo>
                    <a:pt x="218884" y="90106"/>
                  </a:lnTo>
                  <a:lnTo>
                    <a:pt x="217646" y="90392"/>
                  </a:lnTo>
                  <a:lnTo>
                    <a:pt x="217360" y="90392"/>
                  </a:lnTo>
                  <a:lnTo>
                    <a:pt x="217170" y="90202"/>
                  </a:lnTo>
                  <a:lnTo>
                    <a:pt x="216598" y="88963"/>
                  </a:lnTo>
                  <a:lnTo>
                    <a:pt x="216313" y="88583"/>
                  </a:lnTo>
                  <a:lnTo>
                    <a:pt x="215836" y="88297"/>
                  </a:lnTo>
                  <a:lnTo>
                    <a:pt x="214408" y="87725"/>
                  </a:lnTo>
                  <a:lnTo>
                    <a:pt x="213836" y="87630"/>
                  </a:lnTo>
                  <a:lnTo>
                    <a:pt x="212598" y="87630"/>
                  </a:lnTo>
                  <a:lnTo>
                    <a:pt x="212122" y="87535"/>
                  </a:lnTo>
                  <a:lnTo>
                    <a:pt x="211646" y="87344"/>
                  </a:lnTo>
                  <a:lnTo>
                    <a:pt x="210883" y="86773"/>
                  </a:lnTo>
                  <a:lnTo>
                    <a:pt x="210502" y="86582"/>
                  </a:lnTo>
                  <a:lnTo>
                    <a:pt x="208693" y="86677"/>
                  </a:lnTo>
                  <a:lnTo>
                    <a:pt x="206216" y="89535"/>
                  </a:lnTo>
                  <a:lnTo>
                    <a:pt x="204311" y="89821"/>
                  </a:lnTo>
                  <a:lnTo>
                    <a:pt x="203644" y="89821"/>
                  </a:lnTo>
                  <a:lnTo>
                    <a:pt x="203168" y="90011"/>
                  </a:lnTo>
                  <a:lnTo>
                    <a:pt x="202121" y="90488"/>
                  </a:lnTo>
                  <a:lnTo>
                    <a:pt x="198215" y="91726"/>
                  </a:lnTo>
                  <a:lnTo>
                    <a:pt x="197834" y="92012"/>
                  </a:lnTo>
                  <a:lnTo>
                    <a:pt x="196977" y="92678"/>
                  </a:lnTo>
                  <a:lnTo>
                    <a:pt x="196501" y="92964"/>
                  </a:lnTo>
                  <a:lnTo>
                    <a:pt x="196024" y="92964"/>
                  </a:lnTo>
                  <a:lnTo>
                    <a:pt x="194977" y="92773"/>
                  </a:lnTo>
                  <a:lnTo>
                    <a:pt x="194405" y="93059"/>
                  </a:lnTo>
                  <a:lnTo>
                    <a:pt x="193834" y="93631"/>
                  </a:lnTo>
                  <a:lnTo>
                    <a:pt x="193262" y="94679"/>
                  </a:lnTo>
                  <a:lnTo>
                    <a:pt x="192881" y="95821"/>
                  </a:lnTo>
                  <a:lnTo>
                    <a:pt x="192691" y="96679"/>
                  </a:lnTo>
                  <a:lnTo>
                    <a:pt x="192786" y="97917"/>
                  </a:lnTo>
                  <a:lnTo>
                    <a:pt x="192976" y="98393"/>
                  </a:lnTo>
                  <a:lnTo>
                    <a:pt x="192786" y="98774"/>
                  </a:lnTo>
                  <a:lnTo>
                    <a:pt x="191643" y="99441"/>
                  </a:lnTo>
                  <a:lnTo>
                    <a:pt x="191071" y="99727"/>
                  </a:lnTo>
                  <a:lnTo>
                    <a:pt x="190595" y="99727"/>
                  </a:lnTo>
                  <a:lnTo>
                    <a:pt x="190214" y="100013"/>
                  </a:lnTo>
                  <a:lnTo>
                    <a:pt x="190024" y="100679"/>
                  </a:lnTo>
                  <a:lnTo>
                    <a:pt x="190024" y="101251"/>
                  </a:lnTo>
                  <a:lnTo>
                    <a:pt x="190595" y="102298"/>
                  </a:lnTo>
                  <a:lnTo>
                    <a:pt x="190595" y="102775"/>
                  </a:lnTo>
                  <a:lnTo>
                    <a:pt x="190309" y="103060"/>
                  </a:lnTo>
                  <a:lnTo>
                    <a:pt x="189738" y="103346"/>
                  </a:lnTo>
                  <a:lnTo>
                    <a:pt x="189071" y="103537"/>
                  </a:lnTo>
                  <a:lnTo>
                    <a:pt x="188595" y="103632"/>
                  </a:lnTo>
                  <a:lnTo>
                    <a:pt x="188023" y="103537"/>
                  </a:lnTo>
                  <a:lnTo>
                    <a:pt x="187833" y="103442"/>
                  </a:lnTo>
                  <a:lnTo>
                    <a:pt x="187642" y="103156"/>
                  </a:lnTo>
                  <a:lnTo>
                    <a:pt x="186499" y="102203"/>
                  </a:lnTo>
                  <a:lnTo>
                    <a:pt x="184499" y="99917"/>
                  </a:lnTo>
                  <a:lnTo>
                    <a:pt x="183451" y="99346"/>
                  </a:lnTo>
                  <a:lnTo>
                    <a:pt x="180213" y="98679"/>
                  </a:lnTo>
                  <a:lnTo>
                    <a:pt x="180213" y="98679"/>
                  </a:lnTo>
                  <a:lnTo>
                    <a:pt x="180213" y="98679"/>
                  </a:lnTo>
                  <a:lnTo>
                    <a:pt x="180213" y="98679"/>
                  </a:lnTo>
                  <a:lnTo>
                    <a:pt x="179641" y="98584"/>
                  </a:lnTo>
                  <a:lnTo>
                    <a:pt x="179165" y="98488"/>
                  </a:lnTo>
                  <a:lnTo>
                    <a:pt x="178784" y="98298"/>
                  </a:lnTo>
                  <a:lnTo>
                    <a:pt x="178403" y="97917"/>
                  </a:lnTo>
                  <a:lnTo>
                    <a:pt x="177832" y="97250"/>
                  </a:lnTo>
                  <a:lnTo>
                    <a:pt x="176879" y="95345"/>
                  </a:lnTo>
                  <a:lnTo>
                    <a:pt x="176213" y="94679"/>
                  </a:lnTo>
                  <a:lnTo>
                    <a:pt x="175450" y="94393"/>
                  </a:lnTo>
                  <a:lnTo>
                    <a:pt x="175165" y="94583"/>
                  </a:lnTo>
                  <a:lnTo>
                    <a:pt x="174974" y="94964"/>
                  </a:lnTo>
                  <a:lnTo>
                    <a:pt x="174688" y="95250"/>
                  </a:lnTo>
                  <a:lnTo>
                    <a:pt x="173546" y="95917"/>
                  </a:lnTo>
                  <a:lnTo>
                    <a:pt x="173450" y="95917"/>
                  </a:lnTo>
                  <a:lnTo>
                    <a:pt x="172117" y="96298"/>
                  </a:lnTo>
                  <a:lnTo>
                    <a:pt x="171831" y="96298"/>
                  </a:lnTo>
                  <a:lnTo>
                    <a:pt x="171259" y="96202"/>
                  </a:lnTo>
                  <a:lnTo>
                    <a:pt x="169831" y="95726"/>
                  </a:lnTo>
                  <a:lnTo>
                    <a:pt x="166878" y="94107"/>
                  </a:lnTo>
                  <a:lnTo>
                    <a:pt x="166021" y="93917"/>
                  </a:lnTo>
                  <a:lnTo>
                    <a:pt x="165544" y="93917"/>
                  </a:lnTo>
                  <a:lnTo>
                    <a:pt x="164878" y="94107"/>
                  </a:lnTo>
                  <a:lnTo>
                    <a:pt x="164497" y="94202"/>
                  </a:lnTo>
                  <a:lnTo>
                    <a:pt x="163925" y="94202"/>
                  </a:lnTo>
                  <a:lnTo>
                    <a:pt x="163354" y="94012"/>
                  </a:lnTo>
                  <a:lnTo>
                    <a:pt x="162687" y="93535"/>
                  </a:lnTo>
                  <a:lnTo>
                    <a:pt x="162211" y="93250"/>
                  </a:lnTo>
                  <a:lnTo>
                    <a:pt x="161639" y="93154"/>
                  </a:lnTo>
                  <a:lnTo>
                    <a:pt x="160687" y="93059"/>
                  </a:lnTo>
                  <a:lnTo>
                    <a:pt x="160210" y="92773"/>
                  </a:lnTo>
                  <a:lnTo>
                    <a:pt x="159829" y="92488"/>
                  </a:lnTo>
                  <a:lnTo>
                    <a:pt x="159067" y="91726"/>
                  </a:lnTo>
                  <a:lnTo>
                    <a:pt x="157543" y="89916"/>
                  </a:lnTo>
                  <a:lnTo>
                    <a:pt x="156591" y="88201"/>
                  </a:lnTo>
                  <a:lnTo>
                    <a:pt x="154972" y="84677"/>
                  </a:lnTo>
                  <a:lnTo>
                    <a:pt x="153733" y="82105"/>
                  </a:lnTo>
                  <a:lnTo>
                    <a:pt x="152971" y="81153"/>
                  </a:lnTo>
                  <a:lnTo>
                    <a:pt x="151638" y="80581"/>
                  </a:lnTo>
                  <a:lnTo>
                    <a:pt x="150876" y="80677"/>
                  </a:lnTo>
                  <a:lnTo>
                    <a:pt x="150400" y="80486"/>
                  </a:lnTo>
                  <a:lnTo>
                    <a:pt x="150209" y="80105"/>
                  </a:lnTo>
                  <a:lnTo>
                    <a:pt x="149923" y="79629"/>
                  </a:lnTo>
                  <a:lnTo>
                    <a:pt x="149542" y="78676"/>
                  </a:lnTo>
                  <a:lnTo>
                    <a:pt x="149066" y="76486"/>
                  </a:lnTo>
                  <a:lnTo>
                    <a:pt x="149066" y="76391"/>
                  </a:lnTo>
                  <a:lnTo>
                    <a:pt x="148495" y="75533"/>
                  </a:lnTo>
                  <a:lnTo>
                    <a:pt x="147923" y="75152"/>
                  </a:lnTo>
                  <a:lnTo>
                    <a:pt x="147542" y="75152"/>
                  </a:lnTo>
                  <a:lnTo>
                    <a:pt x="147161" y="75057"/>
                  </a:lnTo>
                  <a:lnTo>
                    <a:pt x="146780" y="74485"/>
                  </a:lnTo>
                  <a:lnTo>
                    <a:pt x="146780" y="73914"/>
                  </a:lnTo>
                  <a:lnTo>
                    <a:pt x="147256" y="72771"/>
                  </a:lnTo>
                  <a:lnTo>
                    <a:pt x="147352" y="72295"/>
                  </a:lnTo>
                  <a:lnTo>
                    <a:pt x="147066" y="71628"/>
                  </a:lnTo>
                  <a:lnTo>
                    <a:pt x="146590" y="71056"/>
                  </a:lnTo>
                  <a:lnTo>
                    <a:pt x="145923" y="70580"/>
                  </a:lnTo>
                  <a:lnTo>
                    <a:pt x="145066" y="70199"/>
                  </a:lnTo>
                  <a:lnTo>
                    <a:pt x="143923" y="70199"/>
                  </a:lnTo>
                  <a:lnTo>
                    <a:pt x="142970" y="70295"/>
                  </a:lnTo>
                  <a:lnTo>
                    <a:pt x="142494" y="70104"/>
                  </a:lnTo>
                  <a:lnTo>
                    <a:pt x="143161" y="68961"/>
                  </a:lnTo>
                  <a:lnTo>
                    <a:pt x="144018" y="68294"/>
                  </a:lnTo>
                  <a:lnTo>
                    <a:pt x="145732" y="67913"/>
                  </a:lnTo>
                  <a:lnTo>
                    <a:pt x="146399" y="67246"/>
                  </a:lnTo>
                  <a:lnTo>
                    <a:pt x="146590" y="66294"/>
                  </a:lnTo>
                  <a:lnTo>
                    <a:pt x="146685" y="63722"/>
                  </a:lnTo>
                  <a:lnTo>
                    <a:pt x="146875" y="62579"/>
                  </a:lnTo>
                  <a:lnTo>
                    <a:pt x="148590" y="59722"/>
                  </a:lnTo>
                  <a:lnTo>
                    <a:pt x="148685" y="59055"/>
                  </a:lnTo>
                  <a:lnTo>
                    <a:pt x="147923" y="58960"/>
                  </a:lnTo>
                  <a:lnTo>
                    <a:pt x="146875" y="59436"/>
                  </a:lnTo>
                  <a:lnTo>
                    <a:pt x="145828" y="60103"/>
                  </a:lnTo>
                  <a:lnTo>
                    <a:pt x="145066" y="60484"/>
                  </a:lnTo>
                  <a:lnTo>
                    <a:pt x="147447" y="56579"/>
                  </a:lnTo>
                  <a:lnTo>
                    <a:pt x="148590" y="55531"/>
                  </a:lnTo>
                  <a:lnTo>
                    <a:pt x="150590" y="53054"/>
                  </a:lnTo>
                  <a:lnTo>
                    <a:pt x="151638" y="52006"/>
                  </a:lnTo>
                  <a:lnTo>
                    <a:pt x="151638" y="51911"/>
                  </a:lnTo>
                  <a:lnTo>
                    <a:pt x="151638" y="51721"/>
                  </a:lnTo>
                  <a:lnTo>
                    <a:pt x="151638" y="51530"/>
                  </a:lnTo>
                  <a:lnTo>
                    <a:pt x="151638" y="51435"/>
                  </a:lnTo>
                  <a:lnTo>
                    <a:pt x="151066" y="50197"/>
                  </a:lnTo>
                  <a:lnTo>
                    <a:pt x="150876" y="48768"/>
                  </a:lnTo>
                  <a:lnTo>
                    <a:pt x="150971" y="44958"/>
                  </a:lnTo>
                  <a:lnTo>
                    <a:pt x="150876" y="44291"/>
                  </a:lnTo>
                  <a:lnTo>
                    <a:pt x="150685" y="43625"/>
                  </a:lnTo>
                  <a:lnTo>
                    <a:pt x="150209" y="42958"/>
                  </a:lnTo>
                  <a:lnTo>
                    <a:pt x="149923" y="42767"/>
                  </a:lnTo>
                  <a:lnTo>
                    <a:pt x="149638" y="43053"/>
                  </a:lnTo>
                  <a:lnTo>
                    <a:pt x="145828" y="44672"/>
                  </a:lnTo>
                  <a:lnTo>
                    <a:pt x="144971" y="44767"/>
                  </a:lnTo>
                  <a:lnTo>
                    <a:pt x="144304" y="44101"/>
                  </a:lnTo>
                  <a:lnTo>
                    <a:pt x="144113" y="42958"/>
                  </a:lnTo>
                  <a:lnTo>
                    <a:pt x="144304" y="40767"/>
                  </a:lnTo>
                  <a:lnTo>
                    <a:pt x="143827" y="38195"/>
                  </a:lnTo>
                  <a:lnTo>
                    <a:pt x="142780" y="37338"/>
                  </a:lnTo>
                  <a:lnTo>
                    <a:pt x="141922" y="38195"/>
                  </a:lnTo>
                  <a:lnTo>
                    <a:pt x="141732" y="42767"/>
                  </a:lnTo>
                  <a:lnTo>
                    <a:pt x="141160" y="44577"/>
                  </a:lnTo>
                  <a:lnTo>
                    <a:pt x="139922" y="46101"/>
                  </a:lnTo>
                  <a:lnTo>
                    <a:pt x="138303" y="47149"/>
                  </a:lnTo>
                  <a:lnTo>
                    <a:pt x="137731" y="47339"/>
                  </a:lnTo>
                  <a:lnTo>
                    <a:pt x="134969" y="47339"/>
                  </a:lnTo>
                  <a:lnTo>
                    <a:pt x="134683" y="47434"/>
                  </a:lnTo>
                  <a:lnTo>
                    <a:pt x="134588" y="47434"/>
                  </a:lnTo>
                  <a:lnTo>
                    <a:pt x="134207" y="46768"/>
                  </a:lnTo>
                  <a:lnTo>
                    <a:pt x="133826" y="45910"/>
                  </a:lnTo>
                  <a:lnTo>
                    <a:pt x="133636" y="44672"/>
                  </a:lnTo>
                  <a:lnTo>
                    <a:pt x="133445" y="43339"/>
                  </a:lnTo>
                  <a:lnTo>
                    <a:pt x="133731" y="40100"/>
                  </a:lnTo>
                  <a:lnTo>
                    <a:pt x="133255" y="37719"/>
                  </a:lnTo>
                  <a:lnTo>
                    <a:pt x="131445" y="33623"/>
                  </a:lnTo>
                  <a:lnTo>
                    <a:pt x="129826" y="32290"/>
                  </a:lnTo>
                  <a:lnTo>
                    <a:pt x="127444" y="31528"/>
                  </a:lnTo>
                  <a:lnTo>
                    <a:pt x="125444" y="30480"/>
                  </a:lnTo>
                  <a:lnTo>
                    <a:pt x="124873" y="28384"/>
                  </a:lnTo>
                  <a:lnTo>
                    <a:pt x="124873" y="28099"/>
                  </a:lnTo>
                  <a:lnTo>
                    <a:pt x="124968" y="27908"/>
                  </a:lnTo>
                  <a:lnTo>
                    <a:pt x="125158" y="27718"/>
                  </a:lnTo>
                  <a:lnTo>
                    <a:pt x="125254" y="27622"/>
                  </a:lnTo>
                  <a:lnTo>
                    <a:pt x="125730" y="26860"/>
                  </a:lnTo>
                  <a:lnTo>
                    <a:pt x="124968" y="26194"/>
                  </a:lnTo>
                  <a:lnTo>
                    <a:pt x="123634" y="25432"/>
                  </a:lnTo>
                  <a:lnTo>
                    <a:pt x="122491" y="24575"/>
                  </a:lnTo>
                  <a:lnTo>
                    <a:pt x="122206" y="23908"/>
                  </a:lnTo>
                  <a:lnTo>
                    <a:pt x="121634" y="22574"/>
                  </a:lnTo>
                  <a:lnTo>
                    <a:pt x="121348" y="21908"/>
                  </a:lnTo>
                  <a:lnTo>
                    <a:pt x="120777" y="21431"/>
                  </a:lnTo>
                  <a:lnTo>
                    <a:pt x="119158" y="20479"/>
                  </a:lnTo>
                  <a:lnTo>
                    <a:pt x="115348" y="16764"/>
                  </a:lnTo>
                  <a:lnTo>
                    <a:pt x="112204" y="15145"/>
                  </a:lnTo>
                  <a:lnTo>
                    <a:pt x="111157" y="14192"/>
                  </a:lnTo>
                  <a:lnTo>
                    <a:pt x="110871" y="13049"/>
                  </a:lnTo>
                  <a:lnTo>
                    <a:pt x="110109" y="12383"/>
                  </a:lnTo>
                  <a:lnTo>
                    <a:pt x="109156" y="11716"/>
                  </a:lnTo>
                  <a:lnTo>
                    <a:pt x="108394" y="10858"/>
                  </a:lnTo>
                  <a:lnTo>
                    <a:pt x="108394" y="10477"/>
                  </a:lnTo>
                  <a:lnTo>
                    <a:pt x="108490" y="9811"/>
                  </a:lnTo>
                  <a:lnTo>
                    <a:pt x="108490" y="9525"/>
                  </a:lnTo>
                  <a:lnTo>
                    <a:pt x="108394" y="9239"/>
                  </a:lnTo>
                  <a:lnTo>
                    <a:pt x="107918" y="8954"/>
                  </a:lnTo>
                  <a:lnTo>
                    <a:pt x="107728" y="8763"/>
                  </a:lnTo>
                  <a:lnTo>
                    <a:pt x="107251" y="6953"/>
                  </a:lnTo>
                  <a:lnTo>
                    <a:pt x="106871" y="6382"/>
                  </a:lnTo>
                  <a:lnTo>
                    <a:pt x="106585" y="5620"/>
                  </a:lnTo>
                  <a:lnTo>
                    <a:pt x="105918" y="5620"/>
                  </a:lnTo>
                  <a:lnTo>
                    <a:pt x="105632" y="5143"/>
                  </a:lnTo>
                  <a:lnTo>
                    <a:pt x="105537" y="4572"/>
                  </a:lnTo>
                  <a:lnTo>
                    <a:pt x="105346" y="4191"/>
                  </a:lnTo>
                  <a:lnTo>
                    <a:pt x="104775" y="3810"/>
                  </a:lnTo>
                  <a:lnTo>
                    <a:pt x="104299" y="3620"/>
                  </a:lnTo>
                  <a:lnTo>
                    <a:pt x="101060" y="2858"/>
                  </a:lnTo>
                  <a:lnTo>
                    <a:pt x="100013" y="2762"/>
                  </a:lnTo>
                  <a:lnTo>
                    <a:pt x="98965" y="2858"/>
                  </a:lnTo>
                  <a:lnTo>
                    <a:pt x="97822" y="3334"/>
                  </a:lnTo>
                  <a:lnTo>
                    <a:pt x="95536" y="3429"/>
                  </a:lnTo>
                  <a:lnTo>
                    <a:pt x="94583" y="3810"/>
                  </a:lnTo>
                  <a:lnTo>
                    <a:pt x="94012" y="4763"/>
                  </a:lnTo>
                  <a:lnTo>
                    <a:pt x="93821" y="5905"/>
                  </a:lnTo>
                  <a:lnTo>
                    <a:pt x="93345" y="6667"/>
                  </a:lnTo>
                  <a:lnTo>
                    <a:pt x="92011" y="6382"/>
                  </a:lnTo>
                  <a:lnTo>
                    <a:pt x="90678" y="5143"/>
                  </a:lnTo>
                  <a:lnTo>
                    <a:pt x="88963" y="1333"/>
                  </a:lnTo>
                  <a:lnTo>
                    <a:pt x="87439" y="0"/>
                  </a:lnTo>
                  <a:lnTo>
                    <a:pt x="87154" y="0"/>
                  </a:lnTo>
                  <a:lnTo>
                    <a:pt x="86677" y="0"/>
                  </a:lnTo>
                  <a:lnTo>
                    <a:pt x="85154" y="286"/>
                  </a:lnTo>
                  <a:lnTo>
                    <a:pt x="83915" y="952"/>
                  </a:lnTo>
                  <a:lnTo>
                    <a:pt x="82867" y="1905"/>
                  </a:lnTo>
                  <a:lnTo>
                    <a:pt x="82105" y="2858"/>
                  </a:lnTo>
                  <a:lnTo>
                    <a:pt x="81629" y="4096"/>
                  </a:lnTo>
                  <a:lnTo>
                    <a:pt x="81534" y="5239"/>
                  </a:lnTo>
                  <a:lnTo>
                    <a:pt x="81629" y="6287"/>
                  </a:lnTo>
                  <a:lnTo>
                    <a:pt x="81534" y="7429"/>
                  </a:lnTo>
                  <a:lnTo>
                    <a:pt x="81343" y="7525"/>
                  </a:lnTo>
                  <a:lnTo>
                    <a:pt x="80486" y="8477"/>
                  </a:lnTo>
                  <a:lnTo>
                    <a:pt x="80391" y="8668"/>
                  </a:lnTo>
                  <a:lnTo>
                    <a:pt x="80296" y="9620"/>
                  </a:lnTo>
                  <a:lnTo>
                    <a:pt x="79534" y="12001"/>
                  </a:lnTo>
                  <a:lnTo>
                    <a:pt x="79248" y="12383"/>
                  </a:lnTo>
                  <a:lnTo>
                    <a:pt x="78581" y="12763"/>
                  </a:lnTo>
                  <a:lnTo>
                    <a:pt x="77914" y="12668"/>
                  </a:lnTo>
                  <a:lnTo>
                    <a:pt x="77343" y="12478"/>
                  </a:lnTo>
                  <a:lnTo>
                    <a:pt x="76676" y="12478"/>
                  </a:lnTo>
                  <a:lnTo>
                    <a:pt x="76105" y="12763"/>
                  </a:lnTo>
                  <a:lnTo>
                    <a:pt x="75629" y="13145"/>
                  </a:lnTo>
                  <a:lnTo>
                    <a:pt x="74771" y="14192"/>
                  </a:lnTo>
                  <a:lnTo>
                    <a:pt x="74866" y="15145"/>
                  </a:lnTo>
                  <a:lnTo>
                    <a:pt x="76581" y="17145"/>
                  </a:lnTo>
                  <a:lnTo>
                    <a:pt x="77248" y="18097"/>
                  </a:lnTo>
                  <a:lnTo>
                    <a:pt x="77438" y="19621"/>
                  </a:lnTo>
                  <a:lnTo>
                    <a:pt x="77248" y="20764"/>
                  </a:lnTo>
                  <a:lnTo>
                    <a:pt x="76867" y="21717"/>
                  </a:lnTo>
                  <a:lnTo>
                    <a:pt x="76867" y="22955"/>
                  </a:lnTo>
                  <a:lnTo>
                    <a:pt x="77343" y="24193"/>
                  </a:lnTo>
                  <a:lnTo>
                    <a:pt x="78772" y="26479"/>
                  </a:lnTo>
                  <a:lnTo>
                    <a:pt x="79248" y="27622"/>
                  </a:lnTo>
                  <a:lnTo>
                    <a:pt x="79629" y="29908"/>
                  </a:lnTo>
                  <a:lnTo>
                    <a:pt x="80105" y="30671"/>
                  </a:lnTo>
                  <a:lnTo>
                    <a:pt x="81248" y="31433"/>
                  </a:lnTo>
                  <a:lnTo>
                    <a:pt x="83153" y="32004"/>
                  </a:lnTo>
                  <a:lnTo>
                    <a:pt x="83439" y="32480"/>
                  </a:lnTo>
                  <a:lnTo>
                    <a:pt x="83534" y="32861"/>
                  </a:lnTo>
                  <a:lnTo>
                    <a:pt x="83629" y="33338"/>
                  </a:lnTo>
                  <a:lnTo>
                    <a:pt x="83725" y="33814"/>
                  </a:lnTo>
                  <a:lnTo>
                    <a:pt x="84963" y="35433"/>
                  </a:lnTo>
                  <a:lnTo>
                    <a:pt x="85630" y="36862"/>
                  </a:lnTo>
                  <a:lnTo>
                    <a:pt x="85915" y="37243"/>
                  </a:lnTo>
                  <a:lnTo>
                    <a:pt x="87154" y="38481"/>
                  </a:lnTo>
                  <a:lnTo>
                    <a:pt x="87249" y="39052"/>
                  </a:lnTo>
                  <a:lnTo>
                    <a:pt x="86201" y="42196"/>
                  </a:lnTo>
                  <a:lnTo>
                    <a:pt x="86011" y="43148"/>
                  </a:lnTo>
                  <a:lnTo>
                    <a:pt x="86011" y="44005"/>
                  </a:lnTo>
                  <a:lnTo>
                    <a:pt x="86201" y="44387"/>
                  </a:lnTo>
                  <a:lnTo>
                    <a:pt x="87058" y="45148"/>
                  </a:lnTo>
                  <a:lnTo>
                    <a:pt x="87344" y="45625"/>
                  </a:lnTo>
                  <a:lnTo>
                    <a:pt x="87439" y="46101"/>
                  </a:lnTo>
                  <a:lnTo>
                    <a:pt x="87249" y="47339"/>
                  </a:lnTo>
                  <a:lnTo>
                    <a:pt x="87439" y="47911"/>
                  </a:lnTo>
                  <a:lnTo>
                    <a:pt x="88201" y="48482"/>
                  </a:lnTo>
                  <a:lnTo>
                    <a:pt x="89249" y="48768"/>
                  </a:lnTo>
                  <a:lnTo>
                    <a:pt x="89916" y="49149"/>
                  </a:lnTo>
                  <a:lnTo>
                    <a:pt x="90106" y="50292"/>
                  </a:lnTo>
                  <a:lnTo>
                    <a:pt x="89440" y="51340"/>
                  </a:lnTo>
                  <a:lnTo>
                    <a:pt x="88297" y="51625"/>
                  </a:lnTo>
                  <a:lnTo>
                    <a:pt x="87154" y="51816"/>
                  </a:lnTo>
                  <a:lnTo>
                    <a:pt x="86392" y="52292"/>
                  </a:lnTo>
                  <a:lnTo>
                    <a:pt x="86296" y="53245"/>
                  </a:lnTo>
                  <a:lnTo>
                    <a:pt x="87058" y="55435"/>
                  </a:lnTo>
                  <a:lnTo>
                    <a:pt x="86868" y="56579"/>
                  </a:lnTo>
                  <a:lnTo>
                    <a:pt x="86011" y="57721"/>
                  </a:lnTo>
                  <a:lnTo>
                    <a:pt x="85820" y="63341"/>
                  </a:lnTo>
                  <a:lnTo>
                    <a:pt x="85344" y="65437"/>
                  </a:lnTo>
                  <a:lnTo>
                    <a:pt x="85249" y="66389"/>
                  </a:lnTo>
                  <a:lnTo>
                    <a:pt x="85630" y="67342"/>
                  </a:lnTo>
                  <a:lnTo>
                    <a:pt x="86392" y="68008"/>
                  </a:lnTo>
                  <a:lnTo>
                    <a:pt x="89154" y="68961"/>
                  </a:lnTo>
                  <a:lnTo>
                    <a:pt x="89821" y="69342"/>
                  </a:lnTo>
                  <a:lnTo>
                    <a:pt x="90392" y="69913"/>
                  </a:lnTo>
                  <a:lnTo>
                    <a:pt x="90868" y="70485"/>
                  </a:lnTo>
                  <a:lnTo>
                    <a:pt x="91059" y="71247"/>
                  </a:lnTo>
                  <a:lnTo>
                    <a:pt x="90964" y="71818"/>
                  </a:lnTo>
                  <a:lnTo>
                    <a:pt x="90868" y="72009"/>
                  </a:lnTo>
                  <a:lnTo>
                    <a:pt x="90773" y="72295"/>
                  </a:lnTo>
                  <a:lnTo>
                    <a:pt x="90488" y="72580"/>
                  </a:lnTo>
                  <a:lnTo>
                    <a:pt x="90011" y="72866"/>
                  </a:lnTo>
                  <a:lnTo>
                    <a:pt x="89535" y="72962"/>
                  </a:lnTo>
                  <a:lnTo>
                    <a:pt x="88392" y="72771"/>
                  </a:lnTo>
                  <a:lnTo>
                    <a:pt x="87630" y="73342"/>
                  </a:lnTo>
                  <a:lnTo>
                    <a:pt x="87821" y="74009"/>
                  </a:lnTo>
                  <a:lnTo>
                    <a:pt x="88201" y="74771"/>
                  </a:lnTo>
                  <a:lnTo>
                    <a:pt x="88106" y="75343"/>
                  </a:lnTo>
                  <a:lnTo>
                    <a:pt x="88011" y="75914"/>
                  </a:lnTo>
                  <a:lnTo>
                    <a:pt x="87439" y="76295"/>
                  </a:lnTo>
                  <a:lnTo>
                    <a:pt x="86487" y="76676"/>
                  </a:lnTo>
                  <a:lnTo>
                    <a:pt x="85439" y="76867"/>
                  </a:lnTo>
                  <a:lnTo>
                    <a:pt x="84677" y="76771"/>
                  </a:lnTo>
                  <a:lnTo>
                    <a:pt x="83915" y="76200"/>
                  </a:lnTo>
                  <a:lnTo>
                    <a:pt x="82963" y="74485"/>
                  </a:lnTo>
                  <a:lnTo>
                    <a:pt x="82105" y="73723"/>
                  </a:lnTo>
                  <a:lnTo>
                    <a:pt x="81153" y="73723"/>
                  </a:lnTo>
                  <a:lnTo>
                    <a:pt x="79057" y="74676"/>
                  </a:lnTo>
                  <a:lnTo>
                    <a:pt x="78296" y="74485"/>
                  </a:lnTo>
                  <a:lnTo>
                    <a:pt x="78010" y="74009"/>
                  </a:lnTo>
                  <a:lnTo>
                    <a:pt x="78200" y="73438"/>
                  </a:lnTo>
                  <a:lnTo>
                    <a:pt x="78486" y="72962"/>
                  </a:lnTo>
                  <a:lnTo>
                    <a:pt x="78581" y="72390"/>
                  </a:lnTo>
                  <a:lnTo>
                    <a:pt x="78391" y="71818"/>
                  </a:lnTo>
                  <a:lnTo>
                    <a:pt x="78105" y="71628"/>
                  </a:lnTo>
                  <a:lnTo>
                    <a:pt x="77819" y="71533"/>
                  </a:lnTo>
                  <a:lnTo>
                    <a:pt x="76009" y="70961"/>
                  </a:lnTo>
                  <a:lnTo>
                    <a:pt x="74866" y="70771"/>
                  </a:lnTo>
                  <a:lnTo>
                    <a:pt x="73723" y="70771"/>
                  </a:lnTo>
                  <a:lnTo>
                    <a:pt x="67723" y="71914"/>
                  </a:lnTo>
                  <a:lnTo>
                    <a:pt x="66675" y="72295"/>
                  </a:lnTo>
                  <a:lnTo>
                    <a:pt x="64198" y="74009"/>
                  </a:lnTo>
                  <a:lnTo>
                    <a:pt x="63055" y="74485"/>
                  </a:lnTo>
                  <a:lnTo>
                    <a:pt x="62103" y="74581"/>
                  </a:lnTo>
                  <a:lnTo>
                    <a:pt x="61341" y="74295"/>
                  </a:lnTo>
                  <a:lnTo>
                    <a:pt x="60484" y="73533"/>
                  </a:lnTo>
                  <a:lnTo>
                    <a:pt x="60007" y="72771"/>
                  </a:lnTo>
                  <a:lnTo>
                    <a:pt x="59246" y="71247"/>
                  </a:lnTo>
                  <a:lnTo>
                    <a:pt x="58674" y="70580"/>
                  </a:lnTo>
                  <a:lnTo>
                    <a:pt x="59150" y="68485"/>
                  </a:lnTo>
                  <a:lnTo>
                    <a:pt x="59246" y="67723"/>
                  </a:lnTo>
                  <a:lnTo>
                    <a:pt x="59150" y="67532"/>
                  </a:lnTo>
                  <a:lnTo>
                    <a:pt x="58674" y="67056"/>
                  </a:lnTo>
                  <a:lnTo>
                    <a:pt x="58579" y="66675"/>
                  </a:lnTo>
                  <a:lnTo>
                    <a:pt x="59341" y="65532"/>
                  </a:lnTo>
                  <a:lnTo>
                    <a:pt x="60007" y="63913"/>
                  </a:lnTo>
                  <a:lnTo>
                    <a:pt x="59912" y="63532"/>
                  </a:lnTo>
                  <a:lnTo>
                    <a:pt x="59817" y="63532"/>
                  </a:lnTo>
                  <a:lnTo>
                    <a:pt x="59531" y="63532"/>
                  </a:lnTo>
                  <a:lnTo>
                    <a:pt x="58579" y="62865"/>
                  </a:lnTo>
                  <a:lnTo>
                    <a:pt x="57055" y="62008"/>
                  </a:lnTo>
                  <a:lnTo>
                    <a:pt x="56674" y="61722"/>
                  </a:lnTo>
                  <a:lnTo>
                    <a:pt x="56483" y="60484"/>
                  </a:lnTo>
                  <a:lnTo>
                    <a:pt x="57531" y="55912"/>
                  </a:lnTo>
                  <a:lnTo>
                    <a:pt x="57436" y="54292"/>
                  </a:lnTo>
                  <a:lnTo>
                    <a:pt x="56769" y="53340"/>
                  </a:lnTo>
                  <a:lnTo>
                    <a:pt x="56007" y="53340"/>
                  </a:lnTo>
                  <a:lnTo>
                    <a:pt x="56102" y="54292"/>
                  </a:lnTo>
                  <a:lnTo>
                    <a:pt x="55912" y="55150"/>
                  </a:lnTo>
                  <a:lnTo>
                    <a:pt x="55150" y="55531"/>
                  </a:lnTo>
                  <a:lnTo>
                    <a:pt x="47815" y="61531"/>
                  </a:lnTo>
                  <a:lnTo>
                    <a:pt x="42863" y="64198"/>
                  </a:lnTo>
                  <a:lnTo>
                    <a:pt x="42100" y="64389"/>
                  </a:lnTo>
                  <a:lnTo>
                    <a:pt x="40386" y="66199"/>
                  </a:lnTo>
                  <a:lnTo>
                    <a:pt x="39814" y="66675"/>
                  </a:lnTo>
                  <a:lnTo>
                    <a:pt x="37814" y="67532"/>
                  </a:lnTo>
                  <a:lnTo>
                    <a:pt x="36671" y="67723"/>
                  </a:lnTo>
                  <a:lnTo>
                    <a:pt x="35623" y="67342"/>
                  </a:lnTo>
                  <a:lnTo>
                    <a:pt x="35242" y="67056"/>
                  </a:lnTo>
                  <a:lnTo>
                    <a:pt x="34766" y="66866"/>
                  </a:lnTo>
                  <a:lnTo>
                    <a:pt x="34290" y="66770"/>
                  </a:lnTo>
                  <a:lnTo>
                    <a:pt x="33814" y="66675"/>
                  </a:lnTo>
                  <a:lnTo>
                    <a:pt x="33147" y="66866"/>
                  </a:lnTo>
                  <a:lnTo>
                    <a:pt x="32956" y="67342"/>
                  </a:lnTo>
                  <a:lnTo>
                    <a:pt x="32956" y="67913"/>
                  </a:lnTo>
                  <a:lnTo>
                    <a:pt x="32956" y="68580"/>
                  </a:lnTo>
                  <a:lnTo>
                    <a:pt x="31242" y="75438"/>
                  </a:lnTo>
                  <a:lnTo>
                    <a:pt x="28480" y="80486"/>
                  </a:lnTo>
                  <a:lnTo>
                    <a:pt x="27908" y="81343"/>
                  </a:lnTo>
                  <a:lnTo>
                    <a:pt x="26860" y="81915"/>
                  </a:lnTo>
                  <a:lnTo>
                    <a:pt x="24479" y="82391"/>
                  </a:lnTo>
                  <a:lnTo>
                    <a:pt x="23527" y="82867"/>
                  </a:lnTo>
                  <a:lnTo>
                    <a:pt x="24193" y="84392"/>
                  </a:lnTo>
                  <a:lnTo>
                    <a:pt x="24289" y="84868"/>
                  </a:lnTo>
                  <a:lnTo>
                    <a:pt x="24003" y="85249"/>
                  </a:lnTo>
                  <a:lnTo>
                    <a:pt x="23050" y="85916"/>
                  </a:lnTo>
                  <a:lnTo>
                    <a:pt x="22860" y="86106"/>
                  </a:lnTo>
                  <a:lnTo>
                    <a:pt x="22669" y="87344"/>
                  </a:lnTo>
                  <a:lnTo>
                    <a:pt x="22193" y="89630"/>
                  </a:lnTo>
                  <a:lnTo>
                    <a:pt x="22098" y="90773"/>
                  </a:lnTo>
                  <a:lnTo>
                    <a:pt x="23050" y="91440"/>
                  </a:lnTo>
                  <a:lnTo>
                    <a:pt x="27717" y="90678"/>
                  </a:lnTo>
                  <a:lnTo>
                    <a:pt x="29242" y="90964"/>
                  </a:lnTo>
                  <a:lnTo>
                    <a:pt x="29242" y="91345"/>
                  </a:lnTo>
                  <a:lnTo>
                    <a:pt x="27908" y="92583"/>
                  </a:lnTo>
                  <a:lnTo>
                    <a:pt x="26956" y="93345"/>
                  </a:lnTo>
                  <a:lnTo>
                    <a:pt x="26479" y="93726"/>
                  </a:lnTo>
                  <a:lnTo>
                    <a:pt x="24860" y="94583"/>
                  </a:lnTo>
                  <a:lnTo>
                    <a:pt x="23241" y="95155"/>
                  </a:lnTo>
                  <a:lnTo>
                    <a:pt x="22003" y="95155"/>
                  </a:lnTo>
                  <a:lnTo>
                    <a:pt x="19717" y="94583"/>
                  </a:lnTo>
                  <a:lnTo>
                    <a:pt x="15145" y="93821"/>
                  </a:lnTo>
                  <a:lnTo>
                    <a:pt x="14192" y="94012"/>
                  </a:lnTo>
                  <a:lnTo>
                    <a:pt x="13430" y="94774"/>
                  </a:lnTo>
                  <a:lnTo>
                    <a:pt x="12954" y="95631"/>
                  </a:lnTo>
                  <a:lnTo>
                    <a:pt x="12287" y="96393"/>
                  </a:lnTo>
                  <a:lnTo>
                    <a:pt x="10192" y="96964"/>
                  </a:lnTo>
                  <a:lnTo>
                    <a:pt x="9430" y="97726"/>
                  </a:lnTo>
                  <a:lnTo>
                    <a:pt x="8001" y="99441"/>
                  </a:lnTo>
                  <a:lnTo>
                    <a:pt x="6572" y="100679"/>
                  </a:lnTo>
                  <a:lnTo>
                    <a:pt x="6096" y="101346"/>
                  </a:lnTo>
                  <a:lnTo>
                    <a:pt x="5810" y="102298"/>
                  </a:lnTo>
                  <a:lnTo>
                    <a:pt x="5620" y="102965"/>
                  </a:lnTo>
                  <a:lnTo>
                    <a:pt x="4381" y="104680"/>
                  </a:lnTo>
                  <a:lnTo>
                    <a:pt x="4000" y="105537"/>
                  </a:lnTo>
                  <a:lnTo>
                    <a:pt x="4000" y="106299"/>
                  </a:lnTo>
                  <a:lnTo>
                    <a:pt x="3334" y="107728"/>
                  </a:lnTo>
                  <a:lnTo>
                    <a:pt x="2762" y="109728"/>
                  </a:lnTo>
                  <a:lnTo>
                    <a:pt x="2096" y="114681"/>
                  </a:lnTo>
                  <a:lnTo>
                    <a:pt x="1619" y="116396"/>
                  </a:lnTo>
                  <a:lnTo>
                    <a:pt x="1524" y="117634"/>
                  </a:lnTo>
                  <a:lnTo>
                    <a:pt x="1333" y="118586"/>
                  </a:lnTo>
                  <a:lnTo>
                    <a:pt x="762" y="119348"/>
                  </a:lnTo>
                  <a:lnTo>
                    <a:pt x="190" y="120110"/>
                  </a:lnTo>
                  <a:lnTo>
                    <a:pt x="0" y="120872"/>
                  </a:lnTo>
                  <a:lnTo>
                    <a:pt x="95" y="121634"/>
                  </a:lnTo>
                  <a:lnTo>
                    <a:pt x="190" y="122587"/>
                  </a:lnTo>
                  <a:lnTo>
                    <a:pt x="95" y="124492"/>
                  </a:lnTo>
                  <a:lnTo>
                    <a:pt x="381" y="125635"/>
                  </a:lnTo>
                  <a:lnTo>
                    <a:pt x="1048" y="126492"/>
                  </a:lnTo>
                  <a:lnTo>
                    <a:pt x="2000" y="126968"/>
                  </a:lnTo>
                  <a:lnTo>
                    <a:pt x="2953" y="126968"/>
                  </a:lnTo>
                  <a:lnTo>
                    <a:pt x="3810" y="126111"/>
                  </a:lnTo>
                  <a:lnTo>
                    <a:pt x="3715" y="124016"/>
                  </a:lnTo>
                  <a:lnTo>
                    <a:pt x="4191" y="123539"/>
                  </a:lnTo>
                  <a:lnTo>
                    <a:pt x="4381" y="123444"/>
                  </a:lnTo>
                  <a:lnTo>
                    <a:pt x="5524" y="122968"/>
                  </a:lnTo>
                  <a:lnTo>
                    <a:pt x="5810" y="122968"/>
                  </a:lnTo>
                  <a:lnTo>
                    <a:pt x="5905" y="122872"/>
                  </a:lnTo>
                  <a:lnTo>
                    <a:pt x="6572" y="120872"/>
                  </a:lnTo>
                  <a:lnTo>
                    <a:pt x="7620" y="119539"/>
                  </a:lnTo>
                  <a:lnTo>
                    <a:pt x="9144" y="118396"/>
                  </a:lnTo>
                  <a:lnTo>
                    <a:pt x="11049" y="118015"/>
                  </a:lnTo>
                  <a:lnTo>
                    <a:pt x="13049" y="118586"/>
                  </a:lnTo>
                  <a:lnTo>
                    <a:pt x="14097" y="119729"/>
                  </a:lnTo>
                  <a:lnTo>
                    <a:pt x="17145" y="126301"/>
                  </a:lnTo>
                  <a:lnTo>
                    <a:pt x="18479" y="128111"/>
                  </a:lnTo>
                  <a:lnTo>
                    <a:pt x="18764" y="128588"/>
                  </a:lnTo>
                  <a:lnTo>
                    <a:pt x="19050" y="129350"/>
                  </a:lnTo>
                  <a:lnTo>
                    <a:pt x="19240" y="129635"/>
                  </a:lnTo>
                  <a:lnTo>
                    <a:pt x="19621" y="129921"/>
                  </a:lnTo>
                  <a:lnTo>
                    <a:pt x="20479" y="130302"/>
                  </a:lnTo>
                  <a:lnTo>
                    <a:pt x="20669" y="130588"/>
                  </a:lnTo>
                  <a:lnTo>
                    <a:pt x="21050" y="131064"/>
                  </a:lnTo>
                  <a:lnTo>
                    <a:pt x="21907" y="131635"/>
                  </a:lnTo>
                  <a:lnTo>
                    <a:pt x="22860" y="131921"/>
                  </a:lnTo>
                  <a:lnTo>
                    <a:pt x="23241" y="131731"/>
                  </a:lnTo>
                  <a:lnTo>
                    <a:pt x="23527" y="130969"/>
                  </a:lnTo>
                  <a:lnTo>
                    <a:pt x="23717" y="130969"/>
                  </a:lnTo>
                  <a:lnTo>
                    <a:pt x="23813" y="131445"/>
                  </a:lnTo>
                  <a:lnTo>
                    <a:pt x="23908" y="134398"/>
                  </a:lnTo>
                  <a:lnTo>
                    <a:pt x="23527" y="136588"/>
                  </a:lnTo>
                  <a:lnTo>
                    <a:pt x="22288" y="140589"/>
                  </a:lnTo>
                  <a:lnTo>
                    <a:pt x="22288" y="140589"/>
                  </a:lnTo>
                  <a:lnTo>
                    <a:pt x="20860" y="144113"/>
                  </a:lnTo>
                  <a:lnTo>
                    <a:pt x="20669" y="146018"/>
                  </a:lnTo>
                  <a:lnTo>
                    <a:pt x="20383" y="146971"/>
                  </a:lnTo>
                  <a:lnTo>
                    <a:pt x="19907" y="147828"/>
                  </a:lnTo>
                  <a:lnTo>
                    <a:pt x="19431" y="148114"/>
                  </a:lnTo>
                  <a:lnTo>
                    <a:pt x="18479" y="148495"/>
                  </a:lnTo>
                  <a:lnTo>
                    <a:pt x="18002" y="148780"/>
                  </a:lnTo>
                  <a:lnTo>
                    <a:pt x="17621" y="149352"/>
                  </a:lnTo>
                  <a:lnTo>
                    <a:pt x="17050" y="150876"/>
                  </a:lnTo>
                  <a:lnTo>
                    <a:pt x="16383" y="151733"/>
                  </a:lnTo>
                  <a:lnTo>
                    <a:pt x="15145" y="153448"/>
                  </a:lnTo>
                  <a:lnTo>
                    <a:pt x="14954" y="154496"/>
                  </a:lnTo>
                  <a:lnTo>
                    <a:pt x="15145" y="155257"/>
                  </a:lnTo>
                  <a:lnTo>
                    <a:pt x="15430" y="155638"/>
                  </a:lnTo>
                  <a:lnTo>
                    <a:pt x="16002" y="156305"/>
                  </a:lnTo>
                  <a:lnTo>
                    <a:pt x="16383" y="156972"/>
                  </a:lnTo>
                  <a:lnTo>
                    <a:pt x="16573" y="157924"/>
                  </a:lnTo>
                  <a:lnTo>
                    <a:pt x="16669" y="159734"/>
                  </a:lnTo>
                  <a:lnTo>
                    <a:pt x="16954" y="160687"/>
                  </a:lnTo>
                  <a:lnTo>
                    <a:pt x="17431" y="161354"/>
                  </a:lnTo>
                  <a:lnTo>
                    <a:pt x="18479" y="162687"/>
                  </a:lnTo>
                  <a:lnTo>
                    <a:pt x="18955" y="163449"/>
                  </a:lnTo>
                  <a:lnTo>
                    <a:pt x="19145" y="164306"/>
                  </a:lnTo>
                  <a:lnTo>
                    <a:pt x="19145" y="165259"/>
                  </a:lnTo>
                  <a:lnTo>
                    <a:pt x="19240" y="166021"/>
                  </a:lnTo>
                  <a:lnTo>
                    <a:pt x="19907" y="166688"/>
                  </a:lnTo>
                  <a:lnTo>
                    <a:pt x="20860" y="167354"/>
                  </a:lnTo>
                  <a:lnTo>
                    <a:pt x="22384" y="168021"/>
                  </a:lnTo>
                  <a:lnTo>
                    <a:pt x="23908" y="168402"/>
                  </a:lnTo>
                  <a:lnTo>
                    <a:pt x="24765" y="168402"/>
                  </a:lnTo>
                  <a:lnTo>
                    <a:pt x="25241" y="167640"/>
                  </a:lnTo>
                  <a:lnTo>
                    <a:pt x="25813" y="166688"/>
                  </a:lnTo>
                  <a:lnTo>
                    <a:pt x="26860" y="165830"/>
                  </a:lnTo>
                  <a:lnTo>
                    <a:pt x="28289" y="165830"/>
                  </a:lnTo>
                  <a:lnTo>
                    <a:pt x="32575" y="167449"/>
                  </a:lnTo>
                  <a:lnTo>
                    <a:pt x="33338" y="167830"/>
                  </a:lnTo>
                  <a:lnTo>
                    <a:pt x="33814" y="168402"/>
                  </a:lnTo>
                  <a:lnTo>
                    <a:pt x="34195" y="168973"/>
                  </a:lnTo>
                  <a:lnTo>
                    <a:pt x="34576" y="169069"/>
                  </a:lnTo>
                  <a:lnTo>
                    <a:pt x="35147" y="168402"/>
                  </a:lnTo>
                  <a:lnTo>
                    <a:pt x="37529" y="166116"/>
                  </a:lnTo>
                  <a:lnTo>
                    <a:pt x="39624" y="163544"/>
                  </a:lnTo>
                  <a:lnTo>
                    <a:pt x="40291" y="162401"/>
                  </a:lnTo>
                  <a:lnTo>
                    <a:pt x="40481" y="162211"/>
                  </a:lnTo>
                  <a:lnTo>
                    <a:pt x="41053" y="161830"/>
                  </a:lnTo>
                  <a:lnTo>
                    <a:pt x="41243" y="161830"/>
                  </a:lnTo>
                  <a:lnTo>
                    <a:pt x="41624" y="161830"/>
                  </a:lnTo>
                  <a:lnTo>
                    <a:pt x="46291" y="161830"/>
                  </a:lnTo>
                  <a:lnTo>
                    <a:pt x="47720" y="162020"/>
                  </a:lnTo>
                  <a:lnTo>
                    <a:pt x="48863" y="162401"/>
                  </a:lnTo>
                  <a:lnTo>
                    <a:pt x="51244" y="163830"/>
                  </a:lnTo>
                  <a:lnTo>
                    <a:pt x="52673" y="164402"/>
                  </a:lnTo>
                  <a:lnTo>
                    <a:pt x="54197" y="164497"/>
                  </a:lnTo>
                  <a:lnTo>
                    <a:pt x="55626" y="164306"/>
                  </a:lnTo>
                  <a:lnTo>
                    <a:pt x="56959" y="163925"/>
                  </a:lnTo>
                  <a:lnTo>
                    <a:pt x="57531" y="163639"/>
                  </a:lnTo>
                  <a:lnTo>
                    <a:pt x="58007" y="163258"/>
                  </a:lnTo>
                  <a:lnTo>
                    <a:pt x="58579" y="163163"/>
                  </a:lnTo>
                  <a:lnTo>
                    <a:pt x="59436" y="163354"/>
                  </a:lnTo>
                  <a:lnTo>
                    <a:pt x="60198" y="163735"/>
                  </a:lnTo>
                  <a:lnTo>
                    <a:pt x="60579" y="164211"/>
                  </a:lnTo>
                  <a:lnTo>
                    <a:pt x="60865" y="164782"/>
                  </a:lnTo>
                  <a:lnTo>
                    <a:pt x="61055" y="165545"/>
                  </a:lnTo>
                  <a:lnTo>
                    <a:pt x="61150" y="166878"/>
                  </a:lnTo>
                  <a:lnTo>
                    <a:pt x="60865" y="168402"/>
                  </a:lnTo>
                  <a:lnTo>
                    <a:pt x="60198" y="169640"/>
                  </a:lnTo>
                  <a:lnTo>
                    <a:pt x="58960" y="170021"/>
                  </a:lnTo>
                  <a:lnTo>
                    <a:pt x="57817" y="170783"/>
                  </a:lnTo>
                  <a:lnTo>
                    <a:pt x="56959" y="172688"/>
                  </a:lnTo>
                  <a:lnTo>
                    <a:pt x="56674" y="174974"/>
                  </a:lnTo>
                  <a:lnTo>
                    <a:pt x="57055" y="176594"/>
                  </a:lnTo>
                  <a:lnTo>
                    <a:pt x="57340" y="176879"/>
                  </a:lnTo>
                  <a:lnTo>
                    <a:pt x="58293" y="177070"/>
                  </a:lnTo>
                  <a:lnTo>
                    <a:pt x="58579" y="177260"/>
                  </a:lnTo>
                  <a:lnTo>
                    <a:pt x="58769" y="177737"/>
                  </a:lnTo>
                  <a:lnTo>
                    <a:pt x="58769" y="178118"/>
                  </a:lnTo>
                  <a:lnTo>
                    <a:pt x="58674" y="178403"/>
                  </a:lnTo>
                  <a:lnTo>
                    <a:pt x="58674" y="178689"/>
                  </a:lnTo>
                  <a:lnTo>
                    <a:pt x="59722" y="183356"/>
                  </a:lnTo>
                  <a:lnTo>
                    <a:pt x="59531" y="186595"/>
                  </a:lnTo>
                  <a:lnTo>
                    <a:pt x="59722" y="187928"/>
                  </a:lnTo>
                  <a:lnTo>
                    <a:pt x="60007" y="188786"/>
                  </a:lnTo>
                  <a:lnTo>
                    <a:pt x="60674" y="189452"/>
                  </a:lnTo>
                  <a:lnTo>
                    <a:pt x="62960" y="191453"/>
                  </a:lnTo>
                  <a:lnTo>
                    <a:pt x="64389" y="193072"/>
                  </a:lnTo>
                  <a:lnTo>
                    <a:pt x="64770" y="194691"/>
                  </a:lnTo>
                  <a:lnTo>
                    <a:pt x="62579" y="196882"/>
                  </a:lnTo>
                  <a:lnTo>
                    <a:pt x="62198" y="197644"/>
                  </a:lnTo>
                  <a:lnTo>
                    <a:pt x="61722" y="199454"/>
                  </a:lnTo>
                  <a:lnTo>
                    <a:pt x="61150" y="200311"/>
                  </a:lnTo>
                  <a:lnTo>
                    <a:pt x="59912" y="201835"/>
                  </a:lnTo>
                  <a:lnTo>
                    <a:pt x="59436" y="202787"/>
                  </a:lnTo>
                  <a:lnTo>
                    <a:pt x="59341" y="203835"/>
                  </a:lnTo>
                  <a:lnTo>
                    <a:pt x="59626" y="207169"/>
                  </a:lnTo>
                  <a:lnTo>
                    <a:pt x="59436" y="208121"/>
                  </a:lnTo>
                  <a:lnTo>
                    <a:pt x="58674" y="209931"/>
                  </a:lnTo>
                  <a:lnTo>
                    <a:pt x="58483" y="210788"/>
                  </a:lnTo>
                  <a:lnTo>
                    <a:pt x="58769" y="211836"/>
                  </a:lnTo>
                  <a:lnTo>
                    <a:pt x="60007" y="213074"/>
                  </a:lnTo>
                  <a:lnTo>
                    <a:pt x="60293" y="213931"/>
                  </a:lnTo>
                  <a:lnTo>
                    <a:pt x="60007" y="214789"/>
                  </a:lnTo>
                  <a:lnTo>
                    <a:pt x="59341" y="215646"/>
                  </a:lnTo>
                  <a:lnTo>
                    <a:pt x="57817" y="217075"/>
                  </a:lnTo>
                  <a:lnTo>
                    <a:pt x="57340" y="217265"/>
                  </a:lnTo>
                  <a:lnTo>
                    <a:pt x="56483" y="217646"/>
                  </a:lnTo>
                  <a:lnTo>
                    <a:pt x="56102" y="218027"/>
                  </a:lnTo>
                  <a:lnTo>
                    <a:pt x="55912" y="218504"/>
                  </a:lnTo>
                  <a:lnTo>
                    <a:pt x="56007" y="219742"/>
                  </a:lnTo>
                  <a:lnTo>
                    <a:pt x="55816" y="220408"/>
                  </a:lnTo>
                  <a:lnTo>
                    <a:pt x="55054" y="221075"/>
                  </a:lnTo>
                  <a:lnTo>
                    <a:pt x="51721" y="222980"/>
                  </a:lnTo>
                  <a:lnTo>
                    <a:pt x="51530" y="223171"/>
                  </a:lnTo>
                  <a:lnTo>
                    <a:pt x="51435" y="223742"/>
                  </a:lnTo>
                  <a:lnTo>
                    <a:pt x="51054" y="224790"/>
                  </a:lnTo>
                  <a:lnTo>
                    <a:pt x="49530" y="226409"/>
                  </a:lnTo>
                  <a:lnTo>
                    <a:pt x="49244" y="227457"/>
                  </a:lnTo>
                  <a:lnTo>
                    <a:pt x="49530" y="228505"/>
                  </a:lnTo>
                  <a:lnTo>
                    <a:pt x="50292" y="229457"/>
                  </a:lnTo>
                  <a:lnTo>
                    <a:pt x="51530" y="230600"/>
                  </a:lnTo>
                  <a:lnTo>
                    <a:pt x="51911" y="230981"/>
                  </a:lnTo>
                  <a:lnTo>
                    <a:pt x="55245" y="232505"/>
                  </a:lnTo>
                  <a:lnTo>
                    <a:pt x="55816" y="233267"/>
                  </a:lnTo>
                  <a:lnTo>
                    <a:pt x="55626" y="233648"/>
                  </a:lnTo>
                  <a:lnTo>
                    <a:pt x="54769" y="234601"/>
                  </a:lnTo>
                  <a:lnTo>
                    <a:pt x="54483" y="235077"/>
                  </a:lnTo>
                  <a:lnTo>
                    <a:pt x="54388" y="235648"/>
                  </a:lnTo>
                  <a:lnTo>
                    <a:pt x="54388" y="237554"/>
                  </a:lnTo>
                  <a:lnTo>
                    <a:pt x="54578" y="237935"/>
                  </a:lnTo>
                  <a:lnTo>
                    <a:pt x="54959" y="239078"/>
                  </a:lnTo>
                  <a:lnTo>
                    <a:pt x="55245" y="239363"/>
                  </a:lnTo>
                  <a:lnTo>
                    <a:pt x="55626" y="239554"/>
                  </a:lnTo>
                  <a:lnTo>
                    <a:pt x="56007" y="239839"/>
                  </a:lnTo>
                  <a:lnTo>
                    <a:pt x="56197" y="240316"/>
                  </a:lnTo>
                  <a:lnTo>
                    <a:pt x="56102" y="241173"/>
                  </a:lnTo>
                  <a:lnTo>
                    <a:pt x="55245" y="243269"/>
                  </a:lnTo>
                  <a:lnTo>
                    <a:pt x="55054" y="244221"/>
                  </a:lnTo>
                  <a:lnTo>
                    <a:pt x="55245" y="245269"/>
                  </a:lnTo>
                  <a:lnTo>
                    <a:pt x="56197" y="247364"/>
                  </a:lnTo>
                  <a:lnTo>
                    <a:pt x="56292" y="248126"/>
                  </a:lnTo>
                  <a:lnTo>
                    <a:pt x="55912" y="248888"/>
                  </a:lnTo>
                  <a:lnTo>
                    <a:pt x="54197" y="249936"/>
                  </a:lnTo>
                  <a:lnTo>
                    <a:pt x="53530" y="250412"/>
                  </a:lnTo>
                  <a:lnTo>
                    <a:pt x="52578" y="251936"/>
                  </a:lnTo>
                  <a:lnTo>
                    <a:pt x="51911" y="253365"/>
                  </a:lnTo>
                  <a:lnTo>
                    <a:pt x="51054" y="254698"/>
                  </a:lnTo>
                  <a:lnTo>
                    <a:pt x="49721" y="255937"/>
                  </a:lnTo>
                  <a:lnTo>
                    <a:pt x="48006" y="256889"/>
                  </a:lnTo>
                  <a:lnTo>
                    <a:pt x="47625" y="257461"/>
                  </a:lnTo>
                  <a:lnTo>
                    <a:pt x="47434" y="258508"/>
                  </a:lnTo>
                  <a:lnTo>
                    <a:pt x="47625" y="260413"/>
                  </a:lnTo>
                  <a:lnTo>
                    <a:pt x="47339" y="261080"/>
                  </a:lnTo>
                  <a:lnTo>
                    <a:pt x="46291" y="261556"/>
                  </a:lnTo>
                  <a:lnTo>
                    <a:pt x="45910" y="261842"/>
                  </a:lnTo>
                  <a:lnTo>
                    <a:pt x="45815" y="262223"/>
                  </a:lnTo>
                  <a:lnTo>
                    <a:pt x="45910" y="262604"/>
                  </a:lnTo>
                  <a:lnTo>
                    <a:pt x="46291" y="262985"/>
                  </a:lnTo>
                  <a:lnTo>
                    <a:pt x="46291" y="263080"/>
                  </a:lnTo>
                  <a:lnTo>
                    <a:pt x="46291" y="263176"/>
                  </a:lnTo>
                  <a:lnTo>
                    <a:pt x="46291" y="263366"/>
                  </a:lnTo>
                  <a:lnTo>
                    <a:pt x="46291" y="263462"/>
                  </a:lnTo>
                  <a:lnTo>
                    <a:pt x="45720" y="263747"/>
                  </a:lnTo>
                  <a:lnTo>
                    <a:pt x="45434" y="264033"/>
                  </a:lnTo>
                  <a:lnTo>
                    <a:pt x="45339" y="264509"/>
                  </a:lnTo>
                  <a:lnTo>
                    <a:pt x="45434" y="265081"/>
                  </a:lnTo>
                  <a:lnTo>
                    <a:pt x="45529" y="266224"/>
                  </a:lnTo>
                  <a:lnTo>
                    <a:pt x="45244" y="267176"/>
                  </a:lnTo>
                  <a:lnTo>
                    <a:pt x="45148" y="267557"/>
                  </a:lnTo>
                  <a:lnTo>
                    <a:pt x="44101" y="270129"/>
                  </a:lnTo>
                  <a:lnTo>
                    <a:pt x="42291" y="272129"/>
                  </a:lnTo>
                  <a:lnTo>
                    <a:pt x="41624" y="273272"/>
                  </a:lnTo>
                  <a:lnTo>
                    <a:pt x="41624" y="274511"/>
                  </a:lnTo>
                  <a:lnTo>
                    <a:pt x="42481" y="275177"/>
                  </a:lnTo>
                  <a:lnTo>
                    <a:pt x="44386" y="275558"/>
                  </a:lnTo>
                  <a:lnTo>
                    <a:pt x="46672" y="275939"/>
                  </a:lnTo>
                  <a:lnTo>
                    <a:pt x="47625" y="276511"/>
                  </a:lnTo>
                  <a:lnTo>
                    <a:pt x="48577" y="277082"/>
                  </a:lnTo>
                  <a:lnTo>
                    <a:pt x="49435" y="277844"/>
                  </a:lnTo>
                  <a:lnTo>
                    <a:pt x="50197" y="278797"/>
                  </a:lnTo>
                  <a:lnTo>
                    <a:pt x="51054" y="278987"/>
                  </a:lnTo>
                  <a:lnTo>
                    <a:pt x="52673" y="279940"/>
                  </a:lnTo>
                  <a:lnTo>
                    <a:pt x="54197" y="280511"/>
                  </a:lnTo>
                  <a:lnTo>
                    <a:pt x="54388" y="280702"/>
                  </a:lnTo>
                  <a:lnTo>
                    <a:pt x="54578" y="280702"/>
                  </a:lnTo>
                  <a:lnTo>
                    <a:pt x="55054" y="280416"/>
                  </a:lnTo>
                  <a:lnTo>
                    <a:pt x="55340" y="280130"/>
                  </a:lnTo>
                  <a:lnTo>
                    <a:pt x="56292" y="278797"/>
                  </a:lnTo>
                  <a:lnTo>
                    <a:pt x="56292" y="278797"/>
                  </a:lnTo>
                  <a:lnTo>
                    <a:pt x="56388" y="278035"/>
                  </a:lnTo>
                  <a:lnTo>
                    <a:pt x="56959" y="277654"/>
                  </a:lnTo>
                  <a:lnTo>
                    <a:pt x="57626" y="277558"/>
                  </a:lnTo>
                  <a:lnTo>
                    <a:pt x="58293" y="277273"/>
                  </a:lnTo>
                  <a:lnTo>
                    <a:pt x="58579" y="276892"/>
                  </a:lnTo>
                  <a:lnTo>
                    <a:pt x="59626" y="274796"/>
                  </a:lnTo>
                  <a:lnTo>
                    <a:pt x="60579" y="273463"/>
                  </a:lnTo>
                  <a:lnTo>
                    <a:pt x="66484" y="268700"/>
                  </a:lnTo>
                  <a:lnTo>
                    <a:pt x="67056" y="268510"/>
                  </a:lnTo>
                  <a:lnTo>
                    <a:pt x="67532" y="268510"/>
                  </a:lnTo>
                  <a:lnTo>
                    <a:pt x="67818" y="268414"/>
                  </a:lnTo>
                  <a:lnTo>
                    <a:pt x="68771" y="267176"/>
                  </a:lnTo>
                  <a:lnTo>
                    <a:pt x="68866" y="267081"/>
                  </a:lnTo>
                  <a:lnTo>
                    <a:pt x="68866" y="266700"/>
                  </a:lnTo>
                  <a:lnTo>
                    <a:pt x="68580" y="266605"/>
                  </a:lnTo>
                  <a:lnTo>
                    <a:pt x="68104" y="266605"/>
                  </a:lnTo>
                  <a:lnTo>
                    <a:pt x="67723" y="266414"/>
                  </a:lnTo>
                  <a:lnTo>
                    <a:pt x="68104" y="265938"/>
                  </a:lnTo>
                  <a:lnTo>
                    <a:pt x="68771" y="265747"/>
                  </a:lnTo>
                  <a:lnTo>
                    <a:pt x="69628" y="265843"/>
                  </a:lnTo>
                  <a:lnTo>
                    <a:pt x="70390" y="265747"/>
                  </a:lnTo>
                  <a:lnTo>
                    <a:pt x="71056" y="265081"/>
                  </a:lnTo>
                  <a:lnTo>
                    <a:pt x="71342" y="264890"/>
                  </a:lnTo>
                  <a:lnTo>
                    <a:pt x="71533" y="264795"/>
                  </a:lnTo>
                  <a:lnTo>
                    <a:pt x="71628" y="264795"/>
                  </a:lnTo>
                  <a:lnTo>
                    <a:pt x="71723" y="265081"/>
                  </a:lnTo>
                  <a:lnTo>
                    <a:pt x="71818" y="265462"/>
                  </a:lnTo>
                  <a:lnTo>
                    <a:pt x="72295" y="266510"/>
                  </a:lnTo>
                  <a:lnTo>
                    <a:pt x="72390" y="266319"/>
                  </a:lnTo>
                  <a:lnTo>
                    <a:pt x="72580" y="265938"/>
                  </a:lnTo>
                  <a:lnTo>
                    <a:pt x="72866" y="265462"/>
                  </a:lnTo>
                  <a:lnTo>
                    <a:pt x="73057" y="265081"/>
                  </a:lnTo>
                  <a:lnTo>
                    <a:pt x="74104" y="264033"/>
                  </a:lnTo>
                  <a:lnTo>
                    <a:pt x="75914" y="263271"/>
                  </a:lnTo>
                  <a:lnTo>
                    <a:pt x="76962" y="262509"/>
                  </a:lnTo>
                  <a:lnTo>
                    <a:pt x="75724" y="261556"/>
                  </a:lnTo>
                  <a:lnTo>
                    <a:pt x="76390" y="261366"/>
                  </a:lnTo>
                  <a:lnTo>
                    <a:pt x="77343" y="260985"/>
                  </a:lnTo>
                  <a:lnTo>
                    <a:pt x="77724" y="260509"/>
                  </a:lnTo>
                  <a:lnTo>
                    <a:pt x="77914" y="259937"/>
                  </a:lnTo>
                  <a:lnTo>
                    <a:pt x="78010" y="259175"/>
                  </a:lnTo>
                  <a:lnTo>
                    <a:pt x="78010" y="258318"/>
                  </a:lnTo>
                  <a:lnTo>
                    <a:pt x="79248" y="259080"/>
                  </a:lnTo>
                  <a:lnTo>
                    <a:pt x="79819" y="258508"/>
                  </a:lnTo>
                  <a:lnTo>
                    <a:pt x="80296" y="257461"/>
                  </a:lnTo>
                  <a:lnTo>
                    <a:pt x="81153" y="256889"/>
                  </a:lnTo>
                  <a:lnTo>
                    <a:pt x="86011" y="255937"/>
                  </a:lnTo>
                  <a:lnTo>
                    <a:pt x="86201" y="254794"/>
                  </a:lnTo>
                  <a:lnTo>
                    <a:pt x="87535" y="251174"/>
                  </a:lnTo>
                  <a:lnTo>
                    <a:pt x="87916" y="248888"/>
                  </a:lnTo>
                  <a:lnTo>
                    <a:pt x="88392" y="247840"/>
                  </a:lnTo>
                  <a:lnTo>
                    <a:pt x="89249" y="246983"/>
                  </a:lnTo>
                  <a:lnTo>
                    <a:pt x="89630" y="246983"/>
                  </a:lnTo>
                  <a:lnTo>
                    <a:pt x="90106" y="247650"/>
                  </a:lnTo>
                  <a:lnTo>
                    <a:pt x="92107" y="248221"/>
                  </a:lnTo>
                  <a:lnTo>
                    <a:pt x="94202" y="249364"/>
                  </a:lnTo>
                  <a:lnTo>
                    <a:pt x="95250" y="249079"/>
                  </a:lnTo>
                  <a:lnTo>
                    <a:pt x="103251" y="240506"/>
                  </a:lnTo>
                  <a:lnTo>
                    <a:pt x="104013" y="239554"/>
                  </a:lnTo>
                  <a:lnTo>
                    <a:pt x="104394" y="239268"/>
                  </a:lnTo>
                  <a:lnTo>
                    <a:pt x="105918" y="239363"/>
                  </a:lnTo>
                  <a:lnTo>
                    <a:pt x="108394" y="239554"/>
                  </a:lnTo>
                  <a:lnTo>
                    <a:pt x="109347" y="240030"/>
                  </a:lnTo>
                  <a:lnTo>
                    <a:pt x="109728" y="240887"/>
                  </a:lnTo>
                  <a:lnTo>
                    <a:pt x="109918" y="241745"/>
                  </a:lnTo>
                  <a:lnTo>
                    <a:pt x="110395" y="242697"/>
                  </a:lnTo>
                  <a:lnTo>
                    <a:pt x="112014" y="243840"/>
                  </a:lnTo>
                  <a:lnTo>
                    <a:pt x="112204" y="244030"/>
                  </a:lnTo>
                  <a:lnTo>
                    <a:pt x="112585" y="244221"/>
                  </a:lnTo>
                  <a:lnTo>
                    <a:pt x="113824" y="245936"/>
                  </a:lnTo>
                  <a:lnTo>
                    <a:pt x="116491" y="248221"/>
                  </a:lnTo>
                  <a:lnTo>
                    <a:pt x="118015" y="249079"/>
                  </a:lnTo>
                  <a:lnTo>
                    <a:pt x="119634" y="248983"/>
                  </a:lnTo>
                  <a:lnTo>
                    <a:pt x="120586" y="250222"/>
                  </a:lnTo>
                  <a:lnTo>
                    <a:pt x="122015" y="251365"/>
                  </a:lnTo>
                  <a:lnTo>
                    <a:pt x="123730" y="252317"/>
                  </a:lnTo>
                  <a:lnTo>
                    <a:pt x="125730" y="252698"/>
                  </a:lnTo>
                  <a:lnTo>
                    <a:pt x="130207" y="252698"/>
                  </a:lnTo>
                  <a:lnTo>
                    <a:pt x="131921" y="253555"/>
                  </a:lnTo>
                  <a:lnTo>
                    <a:pt x="132588" y="255746"/>
                  </a:lnTo>
                  <a:lnTo>
                    <a:pt x="131635" y="259366"/>
                  </a:lnTo>
                  <a:lnTo>
                    <a:pt x="131635" y="259842"/>
                  </a:lnTo>
                  <a:lnTo>
                    <a:pt x="132397" y="260032"/>
                  </a:lnTo>
                  <a:lnTo>
                    <a:pt x="135160" y="261366"/>
                  </a:lnTo>
                  <a:lnTo>
                    <a:pt x="136303" y="261556"/>
                  </a:lnTo>
                  <a:lnTo>
                    <a:pt x="136303" y="261175"/>
                  </a:lnTo>
                  <a:lnTo>
                    <a:pt x="135731" y="260318"/>
                  </a:lnTo>
                  <a:lnTo>
                    <a:pt x="135446" y="259366"/>
                  </a:lnTo>
                  <a:lnTo>
                    <a:pt x="135731" y="258508"/>
                  </a:lnTo>
                  <a:lnTo>
                    <a:pt x="136493" y="258032"/>
                  </a:lnTo>
                  <a:lnTo>
                    <a:pt x="138398" y="257556"/>
                  </a:lnTo>
                  <a:lnTo>
                    <a:pt x="139160" y="257080"/>
                  </a:lnTo>
                  <a:lnTo>
                    <a:pt x="141065" y="255365"/>
                  </a:lnTo>
                  <a:lnTo>
                    <a:pt x="144113" y="253651"/>
                  </a:lnTo>
                  <a:lnTo>
                    <a:pt x="144494" y="253079"/>
                  </a:lnTo>
                  <a:lnTo>
                    <a:pt x="145256" y="252603"/>
                  </a:lnTo>
                  <a:lnTo>
                    <a:pt x="149733" y="250603"/>
                  </a:lnTo>
                  <a:lnTo>
                    <a:pt x="150590" y="250412"/>
                  </a:lnTo>
                  <a:lnTo>
                    <a:pt x="151543" y="250698"/>
                  </a:lnTo>
                  <a:lnTo>
                    <a:pt x="153162" y="251746"/>
                  </a:lnTo>
                  <a:lnTo>
                    <a:pt x="154019" y="251936"/>
                  </a:lnTo>
                  <a:lnTo>
                    <a:pt x="154972" y="251555"/>
                  </a:lnTo>
                  <a:lnTo>
                    <a:pt x="155543" y="250793"/>
                  </a:lnTo>
                  <a:lnTo>
                    <a:pt x="156019" y="250031"/>
                  </a:lnTo>
                  <a:lnTo>
                    <a:pt x="156591" y="249650"/>
                  </a:lnTo>
                  <a:lnTo>
                    <a:pt x="156877" y="249174"/>
                  </a:lnTo>
                  <a:lnTo>
                    <a:pt x="156400" y="245936"/>
                  </a:lnTo>
                  <a:lnTo>
                    <a:pt x="156496" y="244888"/>
                  </a:lnTo>
                  <a:lnTo>
                    <a:pt x="156781" y="244126"/>
                  </a:lnTo>
                  <a:lnTo>
                    <a:pt x="157163" y="243649"/>
                  </a:lnTo>
                  <a:lnTo>
                    <a:pt x="157639" y="243459"/>
                  </a:lnTo>
                  <a:lnTo>
                    <a:pt x="157829" y="243364"/>
                  </a:lnTo>
                  <a:lnTo>
                    <a:pt x="157829" y="243269"/>
                  </a:lnTo>
                  <a:lnTo>
                    <a:pt x="157734" y="243554"/>
                  </a:lnTo>
                  <a:lnTo>
                    <a:pt x="157734" y="243554"/>
                  </a:lnTo>
                  <a:lnTo>
                    <a:pt x="157734" y="243649"/>
                  </a:lnTo>
                  <a:lnTo>
                    <a:pt x="157639" y="243649"/>
                  </a:lnTo>
                  <a:lnTo>
                    <a:pt x="158782" y="243269"/>
                  </a:lnTo>
                  <a:lnTo>
                    <a:pt x="159639" y="242697"/>
                  </a:lnTo>
                  <a:lnTo>
                    <a:pt x="160306" y="241935"/>
                  </a:lnTo>
                  <a:lnTo>
                    <a:pt x="160591" y="240697"/>
                  </a:lnTo>
                  <a:lnTo>
                    <a:pt x="160972" y="238887"/>
                  </a:lnTo>
                  <a:lnTo>
                    <a:pt x="161258" y="238030"/>
                  </a:lnTo>
                  <a:lnTo>
                    <a:pt x="161830" y="237268"/>
                  </a:lnTo>
                  <a:lnTo>
                    <a:pt x="162306" y="237077"/>
                  </a:lnTo>
                  <a:lnTo>
                    <a:pt x="162782" y="236887"/>
                  </a:lnTo>
                  <a:lnTo>
                    <a:pt x="164306" y="236601"/>
                  </a:lnTo>
                  <a:lnTo>
                    <a:pt x="165449" y="236220"/>
                  </a:lnTo>
                  <a:lnTo>
                    <a:pt x="167354" y="235839"/>
                  </a:lnTo>
                  <a:lnTo>
                    <a:pt x="168116" y="235648"/>
                  </a:lnTo>
                  <a:lnTo>
                    <a:pt x="168497" y="235268"/>
                  </a:lnTo>
                  <a:lnTo>
                    <a:pt x="168592" y="234696"/>
                  </a:lnTo>
                  <a:lnTo>
                    <a:pt x="168307" y="234220"/>
                  </a:lnTo>
                  <a:lnTo>
                    <a:pt x="166116" y="232791"/>
                  </a:lnTo>
                  <a:lnTo>
                    <a:pt x="165640" y="232600"/>
                  </a:lnTo>
                  <a:lnTo>
                    <a:pt x="165544" y="232220"/>
                  </a:lnTo>
                  <a:lnTo>
                    <a:pt x="165354" y="232029"/>
                  </a:lnTo>
                  <a:lnTo>
                    <a:pt x="165259" y="231838"/>
                  </a:lnTo>
                  <a:lnTo>
                    <a:pt x="165354" y="231457"/>
                  </a:lnTo>
                  <a:lnTo>
                    <a:pt x="165830" y="230124"/>
                  </a:lnTo>
                  <a:lnTo>
                    <a:pt x="166688" y="228981"/>
                  </a:lnTo>
                  <a:lnTo>
                    <a:pt x="167830" y="228124"/>
                  </a:lnTo>
                  <a:lnTo>
                    <a:pt x="169164" y="227647"/>
                  </a:lnTo>
                  <a:lnTo>
                    <a:pt x="173355" y="226790"/>
                  </a:lnTo>
                  <a:lnTo>
                    <a:pt x="173926" y="226790"/>
                  </a:lnTo>
                  <a:lnTo>
                    <a:pt x="176784" y="227647"/>
                  </a:lnTo>
                  <a:lnTo>
                    <a:pt x="177736" y="227838"/>
                  </a:lnTo>
                  <a:lnTo>
                    <a:pt x="178022" y="227838"/>
                  </a:lnTo>
                  <a:lnTo>
                    <a:pt x="178784" y="227647"/>
                  </a:lnTo>
                  <a:lnTo>
                    <a:pt x="179165" y="227743"/>
                  </a:lnTo>
                  <a:lnTo>
                    <a:pt x="180499" y="228029"/>
                  </a:lnTo>
                  <a:lnTo>
                    <a:pt x="181927" y="228219"/>
                  </a:lnTo>
                  <a:lnTo>
                    <a:pt x="184975" y="228981"/>
                  </a:lnTo>
                  <a:lnTo>
                    <a:pt x="185738" y="229553"/>
                  </a:lnTo>
                  <a:lnTo>
                    <a:pt x="186214" y="229933"/>
                  </a:lnTo>
                  <a:lnTo>
                    <a:pt x="186595" y="230219"/>
                  </a:lnTo>
                  <a:lnTo>
                    <a:pt x="189643" y="231648"/>
                  </a:lnTo>
                  <a:lnTo>
                    <a:pt x="190309" y="231838"/>
                  </a:lnTo>
                  <a:lnTo>
                    <a:pt x="193453" y="231934"/>
                  </a:lnTo>
                  <a:lnTo>
                    <a:pt x="194310" y="232124"/>
                  </a:lnTo>
                  <a:lnTo>
                    <a:pt x="195167" y="232410"/>
                  </a:lnTo>
                  <a:lnTo>
                    <a:pt x="196024" y="232886"/>
                  </a:lnTo>
                  <a:lnTo>
                    <a:pt x="196786" y="233363"/>
                  </a:lnTo>
                  <a:lnTo>
                    <a:pt x="197358" y="234029"/>
                  </a:lnTo>
                  <a:lnTo>
                    <a:pt x="197739" y="234791"/>
                  </a:lnTo>
                  <a:lnTo>
                    <a:pt x="198215" y="235268"/>
                  </a:lnTo>
                  <a:lnTo>
                    <a:pt x="199072" y="235458"/>
                  </a:lnTo>
                  <a:lnTo>
                    <a:pt x="199454" y="235363"/>
                  </a:lnTo>
                  <a:lnTo>
                    <a:pt x="199644" y="235268"/>
                  </a:lnTo>
                  <a:lnTo>
                    <a:pt x="199834" y="235077"/>
                  </a:lnTo>
                  <a:lnTo>
                    <a:pt x="200025" y="234696"/>
                  </a:lnTo>
                  <a:lnTo>
                    <a:pt x="200882" y="233744"/>
                  </a:lnTo>
                  <a:lnTo>
                    <a:pt x="201930" y="232981"/>
                  </a:lnTo>
                  <a:lnTo>
                    <a:pt x="203073" y="232696"/>
                  </a:lnTo>
                  <a:lnTo>
                    <a:pt x="204406" y="232886"/>
                  </a:lnTo>
                  <a:lnTo>
                    <a:pt x="205645" y="233553"/>
                  </a:lnTo>
                  <a:lnTo>
                    <a:pt x="206692" y="234601"/>
                  </a:lnTo>
                  <a:lnTo>
                    <a:pt x="209264" y="239173"/>
                  </a:lnTo>
                  <a:lnTo>
                    <a:pt x="211550" y="244793"/>
                  </a:lnTo>
                  <a:lnTo>
                    <a:pt x="212122" y="245840"/>
                  </a:lnTo>
                  <a:lnTo>
                    <a:pt x="212788" y="246697"/>
                  </a:lnTo>
                  <a:lnTo>
                    <a:pt x="216122" y="249650"/>
                  </a:lnTo>
                  <a:lnTo>
                    <a:pt x="216408" y="250031"/>
                  </a:lnTo>
                  <a:lnTo>
                    <a:pt x="216789" y="250603"/>
                  </a:lnTo>
                  <a:lnTo>
                    <a:pt x="219075" y="255746"/>
                  </a:lnTo>
                  <a:lnTo>
                    <a:pt x="219551" y="257461"/>
                  </a:lnTo>
                  <a:lnTo>
                    <a:pt x="219932" y="258032"/>
                  </a:lnTo>
                  <a:lnTo>
                    <a:pt x="220313" y="258508"/>
                  </a:lnTo>
                  <a:lnTo>
                    <a:pt x="220504" y="258699"/>
                  </a:lnTo>
                  <a:lnTo>
                    <a:pt x="220789" y="258985"/>
                  </a:lnTo>
                  <a:lnTo>
                    <a:pt x="224218" y="260985"/>
                  </a:lnTo>
                  <a:lnTo>
                    <a:pt x="225076" y="262033"/>
                  </a:lnTo>
                  <a:lnTo>
                    <a:pt x="226219" y="264414"/>
                  </a:lnTo>
                  <a:lnTo>
                    <a:pt x="226981" y="265366"/>
                  </a:lnTo>
                  <a:lnTo>
                    <a:pt x="227171" y="265747"/>
                  </a:lnTo>
                  <a:lnTo>
                    <a:pt x="227362" y="266033"/>
                  </a:lnTo>
                  <a:lnTo>
                    <a:pt x="227647" y="267176"/>
                  </a:lnTo>
                  <a:lnTo>
                    <a:pt x="227933" y="267557"/>
                  </a:lnTo>
                  <a:lnTo>
                    <a:pt x="229457" y="269462"/>
                  </a:lnTo>
                  <a:lnTo>
                    <a:pt x="230981" y="270891"/>
                  </a:lnTo>
                  <a:lnTo>
                    <a:pt x="239173" y="275177"/>
                  </a:lnTo>
                  <a:lnTo>
                    <a:pt x="240221" y="275463"/>
                  </a:lnTo>
                  <a:lnTo>
                    <a:pt x="242697" y="277082"/>
                  </a:lnTo>
                  <a:lnTo>
                    <a:pt x="243268" y="277749"/>
                  </a:lnTo>
                  <a:lnTo>
                    <a:pt x="244316" y="279273"/>
                  </a:lnTo>
                  <a:lnTo>
                    <a:pt x="245173" y="280892"/>
                  </a:lnTo>
                  <a:lnTo>
                    <a:pt x="245554" y="281369"/>
                  </a:lnTo>
                  <a:lnTo>
                    <a:pt x="245935" y="281654"/>
                  </a:lnTo>
                  <a:lnTo>
                    <a:pt x="246888" y="282130"/>
                  </a:lnTo>
                  <a:lnTo>
                    <a:pt x="247269" y="282512"/>
                  </a:lnTo>
                  <a:lnTo>
                    <a:pt x="247459" y="282797"/>
                  </a:lnTo>
                  <a:lnTo>
                    <a:pt x="248698" y="285560"/>
                  </a:lnTo>
                  <a:lnTo>
                    <a:pt x="248793" y="286226"/>
                  </a:lnTo>
                  <a:lnTo>
                    <a:pt x="248888" y="286893"/>
                  </a:lnTo>
                  <a:lnTo>
                    <a:pt x="248698" y="289560"/>
                  </a:lnTo>
                  <a:lnTo>
                    <a:pt x="248793" y="292798"/>
                  </a:lnTo>
                  <a:lnTo>
                    <a:pt x="248602" y="295370"/>
                  </a:lnTo>
                  <a:lnTo>
                    <a:pt x="248317" y="296608"/>
                  </a:lnTo>
                  <a:lnTo>
                    <a:pt x="244983" y="304610"/>
                  </a:lnTo>
                  <a:lnTo>
                    <a:pt x="244697" y="305848"/>
                  </a:lnTo>
                  <a:lnTo>
                    <a:pt x="244983" y="309086"/>
                  </a:lnTo>
                  <a:lnTo>
                    <a:pt x="245173" y="310896"/>
                  </a:lnTo>
                  <a:lnTo>
                    <a:pt x="245364" y="311468"/>
                  </a:lnTo>
                  <a:lnTo>
                    <a:pt x="245840" y="312611"/>
                  </a:lnTo>
                  <a:lnTo>
                    <a:pt x="246031" y="313182"/>
                  </a:lnTo>
                  <a:lnTo>
                    <a:pt x="246126" y="313849"/>
                  </a:lnTo>
                  <a:lnTo>
                    <a:pt x="245935" y="314515"/>
                  </a:lnTo>
                  <a:lnTo>
                    <a:pt x="245650" y="315754"/>
                  </a:lnTo>
                  <a:lnTo>
                    <a:pt x="245554" y="315849"/>
                  </a:lnTo>
                  <a:lnTo>
                    <a:pt x="245554" y="316421"/>
                  </a:lnTo>
                  <a:lnTo>
                    <a:pt x="245554" y="316992"/>
                  </a:lnTo>
                  <a:lnTo>
                    <a:pt x="246697" y="321564"/>
                  </a:lnTo>
                  <a:lnTo>
                    <a:pt x="246697" y="322136"/>
                  </a:lnTo>
                  <a:lnTo>
                    <a:pt x="246602" y="322707"/>
                  </a:lnTo>
                  <a:lnTo>
                    <a:pt x="245935" y="324803"/>
                  </a:lnTo>
                  <a:lnTo>
                    <a:pt x="245364" y="327088"/>
                  </a:lnTo>
                  <a:lnTo>
                    <a:pt x="245078" y="329374"/>
                  </a:lnTo>
                  <a:lnTo>
                    <a:pt x="245173" y="330613"/>
                  </a:lnTo>
                  <a:lnTo>
                    <a:pt x="245459" y="331756"/>
                  </a:lnTo>
                  <a:lnTo>
                    <a:pt x="245935" y="332708"/>
                  </a:lnTo>
                  <a:lnTo>
                    <a:pt x="246888" y="333470"/>
                  </a:lnTo>
                  <a:lnTo>
                    <a:pt x="249841" y="335089"/>
                  </a:lnTo>
                  <a:lnTo>
                    <a:pt x="250698" y="335852"/>
                  </a:lnTo>
                  <a:lnTo>
                    <a:pt x="251460" y="336709"/>
                  </a:lnTo>
                  <a:lnTo>
                    <a:pt x="252031" y="337566"/>
                  </a:lnTo>
                  <a:lnTo>
                    <a:pt x="252413" y="338614"/>
                  </a:lnTo>
                  <a:lnTo>
                    <a:pt x="252889" y="340233"/>
                  </a:lnTo>
                  <a:lnTo>
                    <a:pt x="253174" y="340805"/>
                  </a:lnTo>
                  <a:lnTo>
                    <a:pt x="253460" y="341376"/>
                  </a:lnTo>
                  <a:lnTo>
                    <a:pt x="254032" y="341757"/>
                  </a:lnTo>
                  <a:lnTo>
                    <a:pt x="255365" y="342519"/>
                  </a:lnTo>
                  <a:lnTo>
                    <a:pt x="255841" y="342900"/>
                  </a:lnTo>
                  <a:lnTo>
                    <a:pt x="256889" y="344043"/>
                  </a:lnTo>
                  <a:lnTo>
                    <a:pt x="257270" y="344329"/>
                  </a:lnTo>
                  <a:lnTo>
                    <a:pt x="257746" y="344614"/>
                  </a:lnTo>
                  <a:lnTo>
                    <a:pt x="258699" y="345186"/>
                  </a:lnTo>
                  <a:lnTo>
                    <a:pt x="259175" y="345472"/>
                  </a:lnTo>
                  <a:lnTo>
                    <a:pt x="259747" y="346520"/>
                  </a:lnTo>
                  <a:lnTo>
                    <a:pt x="259937" y="347758"/>
                  </a:lnTo>
                  <a:lnTo>
                    <a:pt x="259842" y="350139"/>
                  </a:lnTo>
                  <a:lnTo>
                    <a:pt x="260032" y="351568"/>
                  </a:lnTo>
                  <a:lnTo>
                    <a:pt x="260604" y="352901"/>
                  </a:lnTo>
                  <a:lnTo>
                    <a:pt x="261366" y="353949"/>
                  </a:lnTo>
                  <a:lnTo>
                    <a:pt x="262509" y="354806"/>
                  </a:lnTo>
                  <a:lnTo>
                    <a:pt x="264033" y="355378"/>
                  </a:lnTo>
                  <a:lnTo>
                    <a:pt x="270891" y="357854"/>
                  </a:lnTo>
                  <a:lnTo>
                    <a:pt x="271367" y="357949"/>
                  </a:lnTo>
                  <a:lnTo>
                    <a:pt x="273558" y="358045"/>
                  </a:lnTo>
                  <a:lnTo>
                    <a:pt x="279654" y="359569"/>
                  </a:lnTo>
                  <a:lnTo>
                    <a:pt x="280225" y="359759"/>
                  </a:lnTo>
                  <a:lnTo>
                    <a:pt x="280606" y="360045"/>
                  </a:lnTo>
                  <a:lnTo>
                    <a:pt x="280606" y="360331"/>
                  </a:lnTo>
                  <a:lnTo>
                    <a:pt x="280702" y="360521"/>
                  </a:lnTo>
                  <a:lnTo>
                    <a:pt x="280416" y="360902"/>
                  </a:lnTo>
                  <a:lnTo>
                    <a:pt x="279844" y="361188"/>
                  </a:lnTo>
                  <a:lnTo>
                    <a:pt x="278701" y="361664"/>
                  </a:lnTo>
                  <a:lnTo>
                    <a:pt x="277463" y="363093"/>
                  </a:lnTo>
                  <a:lnTo>
                    <a:pt x="277368" y="364998"/>
                  </a:lnTo>
                  <a:lnTo>
                    <a:pt x="277939" y="366998"/>
                  </a:lnTo>
                  <a:lnTo>
                    <a:pt x="280035" y="371475"/>
                  </a:lnTo>
                  <a:lnTo>
                    <a:pt x="280606" y="372332"/>
                  </a:lnTo>
                  <a:lnTo>
                    <a:pt x="281273" y="372999"/>
                  </a:lnTo>
                  <a:lnTo>
                    <a:pt x="281940" y="373380"/>
                  </a:lnTo>
                  <a:lnTo>
                    <a:pt x="282702" y="373475"/>
                  </a:lnTo>
                  <a:lnTo>
                    <a:pt x="284893" y="373285"/>
                  </a:lnTo>
                  <a:lnTo>
                    <a:pt x="286036" y="373475"/>
                  </a:lnTo>
                  <a:lnTo>
                    <a:pt x="288322" y="374237"/>
                  </a:lnTo>
                  <a:lnTo>
                    <a:pt x="290608" y="375761"/>
                  </a:lnTo>
                  <a:lnTo>
                    <a:pt x="292132" y="377952"/>
                  </a:lnTo>
                  <a:lnTo>
                    <a:pt x="292608" y="380524"/>
                  </a:lnTo>
                  <a:lnTo>
                    <a:pt x="292132" y="383286"/>
                  </a:lnTo>
                  <a:lnTo>
                    <a:pt x="290798" y="386620"/>
                  </a:lnTo>
                  <a:lnTo>
                    <a:pt x="290608" y="387858"/>
                  </a:lnTo>
                  <a:lnTo>
                    <a:pt x="290513" y="390144"/>
                  </a:lnTo>
                  <a:lnTo>
                    <a:pt x="290227" y="391096"/>
                  </a:lnTo>
                  <a:lnTo>
                    <a:pt x="289369" y="391954"/>
                  </a:lnTo>
                  <a:lnTo>
                    <a:pt x="287464" y="393097"/>
                  </a:lnTo>
                  <a:lnTo>
                    <a:pt x="284988" y="393954"/>
                  </a:lnTo>
                  <a:lnTo>
                    <a:pt x="283940" y="394621"/>
                  </a:lnTo>
                  <a:lnTo>
                    <a:pt x="283559" y="395764"/>
                  </a:lnTo>
                  <a:lnTo>
                    <a:pt x="283845" y="396812"/>
                  </a:lnTo>
                  <a:lnTo>
                    <a:pt x="284607" y="397288"/>
                  </a:lnTo>
                  <a:lnTo>
                    <a:pt x="285750" y="397478"/>
                  </a:lnTo>
                  <a:lnTo>
                    <a:pt x="286702" y="397478"/>
                  </a:lnTo>
                  <a:lnTo>
                    <a:pt x="287750" y="397288"/>
                  </a:lnTo>
                  <a:lnTo>
                    <a:pt x="287941" y="397573"/>
                  </a:lnTo>
                  <a:lnTo>
                    <a:pt x="288131" y="398716"/>
                  </a:lnTo>
                  <a:lnTo>
                    <a:pt x="288036" y="400145"/>
                  </a:lnTo>
                  <a:lnTo>
                    <a:pt x="287846" y="400240"/>
                  </a:lnTo>
                  <a:lnTo>
                    <a:pt x="286321" y="401193"/>
                  </a:lnTo>
                  <a:lnTo>
                    <a:pt x="284893" y="402431"/>
                  </a:lnTo>
                  <a:lnTo>
                    <a:pt x="282797" y="404622"/>
                  </a:lnTo>
                  <a:lnTo>
                    <a:pt x="282321" y="405384"/>
                  </a:lnTo>
                  <a:lnTo>
                    <a:pt x="281940" y="406527"/>
                  </a:lnTo>
                  <a:lnTo>
                    <a:pt x="281749" y="407670"/>
                  </a:lnTo>
                  <a:lnTo>
                    <a:pt x="281749" y="408908"/>
                  </a:lnTo>
                  <a:lnTo>
                    <a:pt x="282130" y="409765"/>
                  </a:lnTo>
                  <a:lnTo>
                    <a:pt x="283273" y="410051"/>
                  </a:lnTo>
                  <a:lnTo>
                    <a:pt x="284607" y="411385"/>
                  </a:lnTo>
                  <a:lnTo>
                    <a:pt x="284893" y="411385"/>
                  </a:lnTo>
                  <a:lnTo>
                    <a:pt x="285559" y="411289"/>
                  </a:lnTo>
                  <a:lnTo>
                    <a:pt x="285750" y="411385"/>
                  </a:lnTo>
                  <a:lnTo>
                    <a:pt x="285940" y="411575"/>
                  </a:lnTo>
                  <a:lnTo>
                    <a:pt x="285940" y="412242"/>
                  </a:lnTo>
                  <a:lnTo>
                    <a:pt x="285940" y="412432"/>
                  </a:lnTo>
                  <a:lnTo>
                    <a:pt x="287560" y="414623"/>
                  </a:lnTo>
                  <a:lnTo>
                    <a:pt x="288226" y="415195"/>
                  </a:lnTo>
                  <a:lnTo>
                    <a:pt x="288226" y="415195"/>
                  </a:lnTo>
                  <a:lnTo>
                    <a:pt x="288226" y="415195"/>
                  </a:lnTo>
                  <a:lnTo>
                    <a:pt x="289560" y="415480"/>
                  </a:lnTo>
                  <a:lnTo>
                    <a:pt x="289084" y="416147"/>
                  </a:lnTo>
                  <a:lnTo>
                    <a:pt x="286988" y="417481"/>
                  </a:lnTo>
                  <a:lnTo>
                    <a:pt x="286512" y="418529"/>
                  </a:lnTo>
                  <a:lnTo>
                    <a:pt x="287369" y="420243"/>
                  </a:lnTo>
                  <a:lnTo>
                    <a:pt x="286988" y="421386"/>
                  </a:lnTo>
                  <a:lnTo>
                    <a:pt x="286702" y="421577"/>
                  </a:lnTo>
                  <a:lnTo>
                    <a:pt x="285845" y="421481"/>
                  </a:lnTo>
                  <a:lnTo>
                    <a:pt x="285655" y="421577"/>
                  </a:lnTo>
                  <a:lnTo>
                    <a:pt x="285559" y="421862"/>
                  </a:lnTo>
                  <a:lnTo>
                    <a:pt x="285559" y="422720"/>
                  </a:lnTo>
                  <a:lnTo>
                    <a:pt x="285940" y="423481"/>
                  </a:lnTo>
                  <a:lnTo>
                    <a:pt x="285940" y="423767"/>
                  </a:lnTo>
                  <a:lnTo>
                    <a:pt x="285750" y="423958"/>
                  </a:lnTo>
                  <a:lnTo>
                    <a:pt x="284988" y="424148"/>
                  </a:lnTo>
                  <a:lnTo>
                    <a:pt x="284797" y="424244"/>
                  </a:lnTo>
                  <a:lnTo>
                    <a:pt x="284416" y="425291"/>
                  </a:lnTo>
                  <a:lnTo>
                    <a:pt x="284131" y="426530"/>
                  </a:lnTo>
                  <a:lnTo>
                    <a:pt x="284226" y="427768"/>
                  </a:lnTo>
                  <a:lnTo>
                    <a:pt x="284797" y="428720"/>
                  </a:lnTo>
                  <a:lnTo>
                    <a:pt x="284988" y="429196"/>
                  </a:lnTo>
                  <a:lnTo>
                    <a:pt x="284512" y="431673"/>
                  </a:lnTo>
                  <a:lnTo>
                    <a:pt x="284512" y="433388"/>
                  </a:lnTo>
                  <a:lnTo>
                    <a:pt x="285274" y="436912"/>
                  </a:lnTo>
                  <a:lnTo>
                    <a:pt x="285083" y="438531"/>
                  </a:lnTo>
                  <a:lnTo>
                    <a:pt x="284416" y="439960"/>
                  </a:lnTo>
                  <a:lnTo>
                    <a:pt x="282797" y="442246"/>
                  </a:lnTo>
                  <a:lnTo>
                    <a:pt x="281559" y="443294"/>
                  </a:lnTo>
                  <a:lnTo>
                    <a:pt x="281178" y="443770"/>
                  </a:lnTo>
                  <a:lnTo>
                    <a:pt x="280988" y="444246"/>
                  </a:lnTo>
                  <a:lnTo>
                    <a:pt x="280511" y="445484"/>
                  </a:lnTo>
                  <a:lnTo>
                    <a:pt x="280225" y="445865"/>
                  </a:lnTo>
                  <a:lnTo>
                    <a:pt x="279749" y="446151"/>
                  </a:lnTo>
                  <a:lnTo>
                    <a:pt x="278321" y="446437"/>
                  </a:lnTo>
                  <a:lnTo>
                    <a:pt x="277749" y="446627"/>
                  </a:lnTo>
                  <a:lnTo>
                    <a:pt x="277273" y="447008"/>
                  </a:lnTo>
                  <a:lnTo>
                    <a:pt x="276320" y="447961"/>
                  </a:lnTo>
                  <a:lnTo>
                    <a:pt x="276034" y="448151"/>
                  </a:lnTo>
                  <a:lnTo>
                    <a:pt x="275368" y="448151"/>
                  </a:lnTo>
                  <a:lnTo>
                    <a:pt x="274415" y="447485"/>
                  </a:lnTo>
                  <a:lnTo>
                    <a:pt x="273844" y="447485"/>
                  </a:lnTo>
                  <a:lnTo>
                    <a:pt x="273558" y="447770"/>
                  </a:lnTo>
                  <a:lnTo>
                    <a:pt x="272891" y="448913"/>
                  </a:lnTo>
                  <a:lnTo>
                    <a:pt x="272510" y="449294"/>
                  </a:lnTo>
                  <a:lnTo>
                    <a:pt x="271558" y="449675"/>
                  </a:lnTo>
                  <a:lnTo>
                    <a:pt x="268796" y="450342"/>
                  </a:lnTo>
                  <a:lnTo>
                    <a:pt x="268033" y="450342"/>
                  </a:lnTo>
                  <a:lnTo>
                    <a:pt x="268033" y="452056"/>
                  </a:lnTo>
                  <a:lnTo>
                    <a:pt x="268224" y="453295"/>
                  </a:lnTo>
                  <a:lnTo>
                    <a:pt x="268796" y="454438"/>
                  </a:lnTo>
                  <a:lnTo>
                    <a:pt x="271843" y="459200"/>
                  </a:lnTo>
                  <a:lnTo>
                    <a:pt x="272891" y="460153"/>
                  </a:lnTo>
                  <a:lnTo>
                    <a:pt x="273272" y="460343"/>
                  </a:lnTo>
                  <a:lnTo>
                    <a:pt x="273939" y="460534"/>
                  </a:lnTo>
                  <a:lnTo>
                    <a:pt x="274415" y="460820"/>
                  </a:lnTo>
                  <a:lnTo>
                    <a:pt x="275749" y="462629"/>
                  </a:lnTo>
                  <a:lnTo>
                    <a:pt x="276130" y="463105"/>
                  </a:lnTo>
                  <a:lnTo>
                    <a:pt x="276701" y="463296"/>
                  </a:lnTo>
                  <a:lnTo>
                    <a:pt x="277558" y="463391"/>
                  </a:lnTo>
                  <a:lnTo>
                    <a:pt x="278987" y="463391"/>
                  </a:lnTo>
                  <a:lnTo>
                    <a:pt x="280606" y="463201"/>
                  </a:lnTo>
                  <a:lnTo>
                    <a:pt x="282035" y="462724"/>
                  </a:lnTo>
                  <a:lnTo>
                    <a:pt x="283273" y="461867"/>
                  </a:lnTo>
                  <a:lnTo>
                    <a:pt x="284226" y="461581"/>
                  </a:lnTo>
                  <a:lnTo>
                    <a:pt x="284988" y="461200"/>
                  </a:lnTo>
                  <a:lnTo>
                    <a:pt x="286417" y="460153"/>
                  </a:lnTo>
                  <a:lnTo>
                    <a:pt x="286893" y="460438"/>
                  </a:lnTo>
                  <a:lnTo>
                    <a:pt x="287274" y="460724"/>
                  </a:lnTo>
                  <a:lnTo>
                    <a:pt x="287655" y="461105"/>
                  </a:lnTo>
                  <a:lnTo>
                    <a:pt x="287941" y="461581"/>
                  </a:lnTo>
                  <a:lnTo>
                    <a:pt x="288703" y="461200"/>
                  </a:lnTo>
                  <a:lnTo>
                    <a:pt x="289655" y="461677"/>
                  </a:lnTo>
                  <a:lnTo>
                    <a:pt x="290513" y="462534"/>
                  </a:lnTo>
                  <a:lnTo>
                    <a:pt x="290893" y="463487"/>
                  </a:lnTo>
                  <a:lnTo>
                    <a:pt x="291655" y="462820"/>
                  </a:lnTo>
                  <a:lnTo>
                    <a:pt x="292227" y="462915"/>
                  </a:lnTo>
                  <a:lnTo>
                    <a:pt x="292798" y="463201"/>
                  </a:lnTo>
                  <a:lnTo>
                    <a:pt x="293656" y="463582"/>
                  </a:lnTo>
                  <a:lnTo>
                    <a:pt x="294418" y="463677"/>
                  </a:lnTo>
                  <a:lnTo>
                    <a:pt x="295465" y="463487"/>
                  </a:lnTo>
                  <a:lnTo>
                    <a:pt x="296037" y="463487"/>
                  </a:lnTo>
                  <a:lnTo>
                    <a:pt x="297561" y="464344"/>
                  </a:lnTo>
                  <a:lnTo>
                    <a:pt x="298323" y="465677"/>
                  </a:lnTo>
                  <a:lnTo>
                    <a:pt x="298894" y="467106"/>
                  </a:lnTo>
                  <a:lnTo>
                    <a:pt x="299847" y="468439"/>
                  </a:lnTo>
                  <a:lnTo>
                    <a:pt x="304324" y="472440"/>
                  </a:lnTo>
                  <a:lnTo>
                    <a:pt x="305562" y="473107"/>
                  </a:lnTo>
                  <a:lnTo>
                    <a:pt x="305752" y="473202"/>
                  </a:lnTo>
                  <a:lnTo>
                    <a:pt x="307086" y="473488"/>
                  </a:lnTo>
                  <a:lnTo>
                    <a:pt x="308324" y="473393"/>
                  </a:lnTo>
                  <a:lnTo>
                    <a:pt x="309658" y="472821"/>
                  </a:lnTo>
                  <a:lnTo>
                    <a:pt x="310896" y="472916"/>
                  </a:lnTo>
                  <a:lnTo>
                    <a:pt x="313658" y="473583"/>
                  </a:lnTo>
                  <a:lnTo>
                    <a:pt x="314706" y="473488"/>
                  </a:lnTo>
                  <a:lnTo>
                    <a:pt x="315468" y="472535"/>
                  </a:lnTo>
                  <a:lnTo>
                    <a:pt x="315373" y="470059"/>
                  </a:lnTo>
                  <a:lnTo>
                    <a:pt x="316039" y="469202"/>
                  </a:lnTo>
                  <a:lnTo>
                    <a:pt x="316801" y="468439"/>
                  </a:lnTo>
                  <a:lnTo>
                    <a:pt x="317659" y="467868"/>
                  </a:lnTo>
                  <a:lnTo>
                    <a:pt x="318516" y="467106"/>
                  </a:lnTo>
                  <a:lnTo>
                    <a:pt x="318897" y="466154"/>
                  </a:lnTo>
                  <a:lnTo>
                    <a:pt x="318611" y="465106"/>
                  </a:lnTo>
                  <a:lnTo>
                    <a:pt x="317944" y="464344"/>
                  </a:lnTo>
                  <a:lnTo>
                    <a:pt x="317087" y="463582"/>
                  </a:lnTo>
                  <a:lnTo>
                    <a:pt x="316421" y="462820"/>
                  </a:lnTo>
                  <a:lnTo>
                    <a:pt x="315087" y="459581"/>
                  </a:lnTo>
                  <a:lnTo>
                    <a:pt x="314230" y="458629"/>
                  </a:lnTo>
                  <a:lnTo>
                    <a:pt x="312420" y="457486"/>
                  </a:lnTo>
                  <a:lnTo>
                    <a:pt x="311658" y="456819"/>
                  </a:lnTo>
                  <a:lnTo>
                    <a:pt x="311277" y="455771"/>
                  </a:lnTo>
                  <a:lnTo>
                    <a:pt x="311467" y="454343"/>
                  </a:lnTo>
                  <a:lnTo>
                    <a:pt x="311277" y="453390"/>
                  </a:lnTo>
                  <a:lnTo>
                    <a:pt x="310705" y="452533"/>
                  </a:lnTo>
                  <a:lnTo>
                    <a:pt x="309658" y="451675"/>
                  </a:lnTo>
                  <a:lnTo>
                    <a:pt x="309467" y="451104"/>
                  </a:lnTo>
                  <a:lnTo>
                    <a:pt x="309372" y="450437"/>
                  </a:lnTo>
                  <a:lnTo>
                    <a:pt x="309467" y="449866"/>
                  </a:lnTo>
                  <a:lnTo>
                    <a:pt x="309658" y="449294"/>
                  </a:lnTo>
                  <a:lnTo>
                    <a:pt x="310705" y="449485"/>
                  </a:lnTo>
                  <a:lnTo>
                    <a:pt x="313087" y="450247"/>
                  </a:lnTo>
                  <a:lnTo>
                    <a:pt x="313944" y="450152"/>
                  </a:lnTo>
                  <a:lnTo>
                    <a:pt x="314134" y="449961"/>
                  </a:lnTo>
                  <a:lnTo>
                    <a:pt x="314230" y="449104"/>
                  </a:lnTo>
                  <a:lnTo>
                    <a:pt x="314420" y="448913"/>
                  </a:lnTo>
                  <a:lnTo>
                    <a:pt x="314611" y="448818"/>
                  </a:lnTo>
                  <a:lnTo>
                    <a:pt x="315182" y="448913"/>
                  </a:lnTo>
                  <a:lnTo>
                    <a:pt x="316039" y="448818"/>
                  </a:lnTo>
                  <a:lnTo>
                    <a:pt x="317278" y="449104"/>
                  </a:lnTo>
                  <a:lnTo>
                    <a:pt x="319183" y="449199"/>
                  </a:lnTo>
                  <a:lnTo>
                    <a:pt x="320135" y="449008"/>
                  </a:lnTo>
                  <a:lnTo>
                    <a:pt x="320992" y="448532"/>
                  </a:lnTo>
                  <a:lnTo>
                    <a:pt x="321755" y="447389"/>
                  </a:lnTo>
                  <a:lnTo>
                    <a:pt x="322135" y="446246"/>
                  </a:lnTo>
                  <a:lnTo>
                    <a:pt x="322707" y="443389"/>
                  </a:lnTo>
                  <a:lnTo>
                    <a:pt x="323183" y="442531"/>
                  </a:lnTo>
                  <a:lnTo>
                    <a:pt x="323469" y="442817"/>
                  </a:lnTo>
                  <a:lnTo>
                    <a:pt x="326707" y="444818"/>
                  </a:lnTo>
                  <a:lnTo>
                    <a:pt x="327184" y="444913"/>
                  </a:lnTo>
                  <a:lnTo>
                    <a:pt x="327946" y="445008"/>
                  </a:lnTo>
                  <a:lnTo>
                    <a:pt x="328613" y="444818"/>
                  </a:lnTo>
                  <a:lnTo>
                    <a:pt x="328993" y="444722"/>
                  </a:lnTo>
                  <a:lnTo>
                    <a:pt x="331756" y="444341"/>
                  </a:lnTo>
                  <a:lnTo>
                    <a:pt x="333089" y="443770"/>
                  </a:lnTo>
                  <a:lnTo>
                    <a:pt x="333661" y="442722"/>
                  </a:lnTo>
                  <a:lnTo>
                    <a:pt x="333851" y="442722"/>
                  </a:lnTo>
                  <a:lnTo>
                    <a:pt x="334232" y="442436"/>
                  </a:lnTo>
                  <a:lnTo>
                    <a:pt x="334518" y="442055"/>
                  </a:lnTo>
                  <a:lnTo>
                    <a:pt x="333851" y="441674"/>
                  </a:lnTo>
                  <a:lnTo>
                    <a:pt x="333851" y="441293"/>
                  </a:lnTo>
                  <a:lnTo>
                    <a:pt x="333946" y="440912"/>
                  </a:lnTo>
                  <a:lnTo>
                    <a:pt x="334042" y="440722"/>
                  </a:lnTo>
                  <a:lnTo>
                    <a:pt x="334518" y="440436"/>
                  </a:lnTo>
                  <a:lnTo>
                    <a:pt x="335089" y="440531"/>
                  </a:lnTo>
                  <a:lnTo>
                    <a:pt x="335756" y="440627"/>
                  </a:lnTo>
                  <a:lnTo>
                    <a:pt x="336613" y="440722"/>
                  </a:lnTo>
                  <a:lnTo>
                    <a:pt x="336613" y="440341"/>
                  </a:lnTo>
                  <a:lnTo>
                    <a:pt x="336232" y="440246"/>
                  </a:lnTo>
                  <a:lnTo>
                    <a:pt x="335947" y="439960"/>
                  </a:lnTo>
                  <a:lnTo>
                    <a:pt x="335851" y="439579"/>
                  </a:lnTo>
                  <a:lnTo>
                    <a:pt x="335851" y="439103"/>
                  </a:lnTo>
                  <a:lnTo>
                    <a:pt x="335947" y="438531"/>
                  </a:lnTo>
                  <a:lnTo>
                    <a:pt x="336137" y="438340"/>
                  </a:lnTo>
                  <a:lnTo>
                    <a:pt x="336518" y="438340"/>
                  </a:lnTo>
                  <a:lnTo>
                    <a:pt x="336899" y="438150"/>
                  </a:lnTo>
                  <a:lnTo>
                    <a:pt x="338042" y="437102"/>
                  </a:lnTo>
                  <a:lnTo>
                    <a:pt x="338328" y="437388"/>
                  </a:lnTo>
                  <a:lnTo>
                    <a:pt x="338995" y="438436"/>
                  </a:lnTo>
                  <a:lnTo>
                    <a:pt x="339185" y="439103"/>
                  </a:lnTo>
                  <a:lnTo>
                    <a:pt x="339471" y="440817"/>
                  </a:lnTo>
                  <a:lnTo>
                    <a:pt x="339661" y="441388"/>
                  </a:lnTo>
                  <a:lnTo>
                    <a:pt x="340138" y="441674"/>
                  </a:lnTo>
                  <a:lnTo>
                    <a:pt x="341376" y="441865"/>
                  </a:lnTo>
                  <a:lnTo>
                    <a:pt x="341852" y="442246"/>
                  </a:lnTo>
                  <a:lnTo>
                    <a:pt x="342900" y="443770"/>
                  </a:lnTo>
                  <a:lnTo>
                    <a:pt x="343852" y="444341"/>
                  </a:lnTo>
                  <a:lnTo>
                    <a:pt x="344424" y="444627"/>
                  </a:lnTo>
                  <a:lnTo>
                    <a:pt x="348329" y="445865"/>
                  </a:lnTo>
                  <a:lnTo>
                    <a:pt x="348520" y="446056"/>
                  </a:lnTo>
                  <a:lnTo>
                    <a:pt x="348901" y="446437"/>
                  </a:lnTo>
                  <a:lnTo>
                    <a:pt x="349186" y="446818"/>
                  </a:lnTo>
                  <a:lnTo>
                    <a:pt x="349567" y="447580"/>
                  </a:lnTo>
                  <a:lnTo>
                    <a:pt x="351472" y="450247"/>
                  </a:lnTo>
                  <a:lnTo>
                    <a:pt x="352806" y="451580"/>
                  </a:lnTo>
                  <a:lnTo>
                    <a:pt x="353568" y="452152"/>
                  </a:lnTo>
                  <a:lnTo>
                    <a:pt x="354330" y="452438"/>
                  </a:lnTo>
                  <a:lnTo>
                    <a:pt x="355092" y="452438"/>
                  </a:lnTo>
                  <a:lnTo>
                    <a:pt x="357092" y="451295"/>
                  </a:lnTo>
                  <a:lnTo>
                    <a:pt x="357378" y="451009"/>
                  </a:lnTo>
                  <a:lnTo>
                    <a:pt x="357664" y="450913"/>
                  </a:lnTo>
                  <a:lnTo>
                    <a:pt x="358235" y="450818"/>
                  </a:lnTo>
                  <a:lnTo>
                    <a:pt x="358711" y="451009"/>
                  </a:lnTo>
                  <a:lnTo>
                    <a:pt x="359664" y="451580"/>
                  </a:lnTo>
                  <a:lnTo>
                    <a:pt x="360235" y="451771"/>
                  </a:lnTo>
                  <a:lnTo>
                    <a:pt x="360902" y="451580"/>
                  </a:lnTo>
                  <a:lnTo>
                    <a:pt x="361093" y="451295"/>
                  </a:lnTo>
                  <a:lnTo>
                    <a:pt x="361093" y="450913"/>
                  </a:lnTo>
                  <a:lnTo>
                    <a:pt x="361664" y="449580"/>
                  </a:lnTo>
                  <a:lnTo>
                    <a:pt x="362331" y="449389"/>
                  </a:lnTo>
                  <a:lnTo>
                    <a:pt x="362521" y="449294"/>
                  </a:lnTo>
                  <a:lnTo>
                    <a:pt x="363569" y="447675"/>
                  </a:lnTo>
                  <a:lnTo>
                    <a:pt x="365093" y="445770"/>
                  </a:lnTo>
                  <a:lnTo>
                    <a:pt x="365188" y="445484"/>
                  </a:lnTo>
                  <a:lnTo>
                    <a:pt x="365284" y="445484"/>
                  </a:lnTo>
                  <a:lnTo>
                    <a:pt x="365950" y="445770"/>
                  </a:lnTo>
                  <a:lnTo>
                    <a:pt x="366808" y="446437"/>
                  </a:lnTo>
                  <a:lnTo>
                    <a:pt x="367284" y="447104"/>
                  </a:lnTo>
                  <a:lnTo>
                    <a:pt x="367855" y="447389"/>
                  </a:lnTo>
                  <a:lnTo>
                    <a:pt x="368998" y="447008"/>
                  </a:lnTo>
                  <a:lnTo>
                    <a:pt x="370618" y="445961"/>
                  </a:lnTo>
                  <a:lnTo>
                    <a:pt x="372046" y="444627"/>
                  </a:lnTo>
                  <a:lnTo>
                    <a:pt x="372523" y="443770"/>
                  </a:lnTo>
                  <a:lnTo>
                    <a:pt x="372808" y="442817"/>
                  </a:lnTo>
                  <a:lnTo>
                    <a:pt x="373285" y="442246"/>
                  </a:lnTo>
                  <a:lnTo>
                    <a:pt x="374047" y="442246"/>
                  </a:lnTo>
                  <a:lnTo>
                    <a:pt x="374047" y="442246"/>
                  </a:lnTo>
                  <a:lnTo>
                    <a:pt x="374047" y="442246"/>
                  </a:lnTo>
                  <a:lnTo>
                    <a:pt x="374047" y="442246"/>
                  </a:lnTo>
                  <a:lnTo>
                    <a:pt x="374904" y="442341"/>
                  </a:lnTo>
                  <a:lnTo>
                    <a:pt x="375285" y="442150"/>
                  </a:lnTo>
                  <a:lnTo>
                    <a:pt x="375856" y="441007"/>
                  </a:lnTo>
                  <a:lnTo>
                    <a:pt x="375952" y="439960"/>
                  </a:lnTo>
                  <a:lnTo>
                    <a:pt x="376047" y="439579"/>
                  </a:lnTo>
                  <a:lnTo>
                    <a:pt x="376238" y="439293"/>
                  </a:lnTo>
                  <a:lnTo>
                    <a:pt x="376904" y="438912"/>
                  </a:lnTo>
                  <a:lnTo>
                    <a:pt x="377095" y="438721"/>
                  </a:lnTo>
                  <a:lnTo>
                    <a:pt x="378047" y="437388"/>
                  </a:lnTo>
                  <a:lnTo>
                    <a:pt x="378905" y="436626"/>
                  </a:lnTo>
                  <a:lnTo>
                    <a:pt x="379857" y="436721"/>
                  </a:lnTo>
                  <a:lnTo>
                    <a:pt x="381286" y="437769"/>
                  </a:lnTo>
                  <a:lnTo>
                    <a:pt x="382238" y="438626"/>
                  </a:lnTo>
                  <a:lnTo>
                    <a:pt x="382810" y="438912"/>
                  </a:lnTo>
                  <a:lnTo>
                    <a:pt x="383762" y="439103"/>
                  </a:lnTo>
                  <a:lnTo>
                    <a:pt x="385000" y="439674"/>
                  </a:lnTo>
                  <a:lnTo>
                    <a:pt x="385572" y="439674"/>
                  </a:lnTo>
                  <a:lnTo>
                    <a:pt x="386239" y="439103"/>
                  </a:lnTo>
                  <a:lnTo>
                    <a:pt x="386429" y="438721"/>
                  </a:lnTo>
                  <a:lnTo>
                    <a:pt x="386429" y="438245"/>
                  </a:lnTo>
                  <a:lnTo>
                    <a:pt x="386334" y="437769"/>
                  </a:lnTo>
                  <a:lnTo>
                    <a:pt x="386429" y="437293"/>
                  </a:lnTo>
                  <a:lnTo>
                    <a:pt x="386524" y="436912"/>
                  </a:lnTo>
                  <a:lnTo>
                    <a:pt x="386905" y="436340"/>
                  </a:lnTo>
                  <a:lnTo>
                    <a:pt x="387096" y="436055"/>
                  </a:lnTo>
                  <a:lnTo>
                    <a:pt x="387572" y="434816"/>
                  </a:lnTo>
                  <a:lnTo>
                    <a:pt x="387858" y="434530"/>
                  </a:lnTo>
                  <a:lnTo>
                    <a:pt x="388715" y="434054"/>
                  </a:lnTo>
                  <a:lnTo>
                    <a:pt x="390430" y="431578"/>
                  </a:lnTo>
                  <a:lnTo>
                    <a:pt x="391192" y="430911"/>
                  </a:lnTo>
                  <a:lnTo>
                    <a:pt x="391192" y="430149"/>
                  </a:lnTo>
                  <a:lnTo>
                    <a:pt x="390811" y="429673"/>
                  </a:lnTo>
                  <a:lnTo>
                    <a:pt x="390334" y="429196"/>
                  </a:lnTo>
                  <a:lnTo>
                    <a:pt x="389954" y="428720"/>
                  </a:lnTo>
                  <a:lnTo>
                    <a:pt x="390525" y="428054"/>
                  </a:lnTo>
                  <a:lnTo>
                    <a:pt x="390334" y="427196"/>
                  </a:lnTo>
                  <a:lnTo>
                    <a:pt x="389763" y="426339"/>
                  </a:lnTo>
                  <a:lnTo>
                    <a:pt x="389572" y="425577"/>
                  </a:lnTo>
                  <a:lnTo>
                    <a:pt x="390049" y="424815"/>
                  </a:lnTo>
                  <a:lnTo>
                    <a:pt x="392239" y="422720"/>
                  </a:lnTo>
                  <a:lnTo>
                    <a:pt x="393001" y="421672"/>
                  </a:lnTo>
                  <a:lnTo>
                    <a:pt x="393097" y="421100"/>
                  </a:lnTo>
                  <a:lnTo>
                    <a:pt x="392716" y="420624"/>
                  </a:lnTo>
                  <a:lnTo>
                    <a:pt x="389477" y="418147"/>
                  </a:lnTo>
                  <a:lnTo>
                    <a:pt x="388715" y="417766"/>
                  </a:lnTo>
                  <a:lnTo>
                    <a:pt x="388048" y="417290"/>
                  </a:lnTo>
                  <a:lnTo>
                    <a:pt x="387667" y="416623"/>
                  </a:lnTo>
                  <a:lnTo>
                    <a:pt x="387477" y="415957"/>
                  </a:lnTo>
                  <a:lnTo>
                    <a:pt x="387477" y="415195"/>
                  </a:lnTo>
                  <a:lnTo>
                    <a:pt x="387191" y="414242"/>
                  </a:lnTo>
                  <a:lnTo>
                    <a:pt x="387191" y="413575"/>
                  </a:lnTo>
                  <a:lnTo>
                    <a:pt x="387667" y="413099"/>
                  </a:lnTo>
                  <a:lnTo>
                    <a:pt x="388715" y="413004"/>
                  </a:lnTo>
                  <a:lnTo>
                    <a:pt x="390239" y="412528"/>
                  </a:lnTo>
                  <a:lnTo>
                    <a:pt x="391096" y="412242"/>
                  </a:lnTo>
                  <a:lnTo>
                    <a:pt x="391954" y="412242"/>
                  </a:lnTo>
                  <a:lnTo>
                    <a:pt x="393382" y="412432"/>
                  </a:lnTo>
                  <a:lnTo>
                    <a:pt x="394144" y="412337"/>
                  </a:lnTo>
                  <a:lnTo>
                    <a:pt x="394716" y="411766"/>
                  </a:lnTo>
                  <a:lnTo>
                    <a:pt x="394811" y="411194"/>
                  </a:lnTo>
                  <a:lnTo>
                    <a:pt x="394335" y="410242"/>
                  </a:lnTo>
                  <a:lnTo>
                    <a:pt x="394335" y="409670"/>
                  </a:lnTo>
                  <a:lnTo>
                    <a:pt x="394525" y="409289"/>
                  </a:lnTo>
                  <a:lnTo>
                    <a:pt x="395288" y="408718"/>
                  </a:lnTo>
                  <a:lnTo>
                    <a:pt x="395573" y="408432"/>
                  </a:lnTo>
                  <a:lnTo>
                    <a:pt x="396145" y="407575"/>
                  </a:lnTo>
                  <a:lnTo>
                    <a:pt x="396430" y="406527"/>
                  </a:lnTo>
                  <a:lnTo>
                    <a:pt x="396621" y="404813"/>
                  </a:lnTo>
                  <a:lnTo>
                    <a:pt x="396811" y="404241"/>
                  </a:lnTo>
                  <a:lnTo>
                    <a:pt x="397288" y="403860"/>
                  </a:lnTo>
                  <a:lnTo>
                    <a:pt x="397573" y="403955"/>
                  </a:lnTo>
                  <a:lnTo>
                    <a:pt x="397859" y="404241"/>
                  </a:lnTo>
                  <a:lnTo>
                    <a:pt x="398145" y="404146"/>
                  </a:lnTo>
                  <a:lnTo>
                    <a:pt x="398335" y="403765"/>
                  </a:lnTo>
                  <a:lnTo>
                    <a:pt x="398716" y="401193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1" name="Freeform: Shape 23">
              <a:extLst>
                <a:ext uri="{FF2B5EF4-FFF2-40B4-BE49-F238E27FC236}">
                  <a16:creationId xmlns:a16="http://schemas.microsoft.com/office/drawing/2014/main" id="{AC37D1ED-3A42-1E5F-296E-B7C0BC6F678A}"/>
                </a:ext>
              </a:extLst>
            </p:cNvPr>
            <p:cNvSpPr/>
            <p:nvPr/>
          </p:nvSpPr>
          <p:spPr>
            <a:xfrm>
              <a:off x="4461891" y="2375725"/>
              <a:ext cx="581025" cy="276225"/>
            </a:xfrm>
            <a:custGeom>
              <a:avLst/>
              <a:gdLst>
                <a:gd name="connsiteX0" fmla="*/ 581216 w 581025"/>
                <a:gd name="connsiteY0" fmla="*/ 84011 h 276225"/>
                <a:gd name="connsiteX1" fmla="*/ 580739 w 581025"/>
                <a:gd name="connsiteY1" fmla="*/ 83058 h 276225"/>
                <a:gd name="connsiteX2" fmla="*/ 580072 w 581025"/>
                <a:gd name="connsiteY2" fmla="*/ 82201 h 276225"/>
                <a:gd name="connsiteX3" fmla="*/ 579501 w 581025"/>
                <a:gd name="connsiteY3" fmla="*/ 81153 h 276225"/>
                <a:gd name="connsiteX4" fmla="*/ 579215 w 581025"/>
                <a:gd name="connsiteY4" fmla="*/ 80010 h 276225"/>
                <a:gd name="connsiteX5" fmla="*/ 579025 w 581025"/>
                <a:gd name="connsiteY5" fmla="*/ 77724 h 276225"/>
                <a:gd name="connsiteX6" fmla="*/ 578739 w 581025"/>
                <a:gd name="connsiteY6" fmla="*/ 76676 h 276225"/>
                <a:gd name="connsiteX7" fmla="*/ 576453 w 581025"/>
                <a:gd name="connsiteY7" fmla="*/ 75343 h 276225"/>
                <a:gd name="connsiteX8" fmla="*/ 574834 w 581025"/>
                <a:gd name="connsiteY8" fmla="*/ 73247 h 276225"/>
                <a:gd name="connsiteX9" fmla="*/ 573405 w 581025"/>
                <a:gd name="connsiteY9" fmla="*/ 70771 h 276225"/>
                <a:gd name="connsiteX10" fmla="*/ 571691 w 581025"/>
                <a:gd name="connsiteY10" fmla="*/ 68485 h 276225"/>
                <a:gd name="connsiteX11" fmla="*/ 568262 w 581025"/>
                <a:gd name="connsiteY11" fmla="*/ 65342 h 276225"/>
                <a:gd name="connsiteX12" fmla="*/ 566261 w 581025"/>
                <a:gd name="connsiteY12" fmla="*/ 62389 h 276225"/>
                <a:gd name="connsiteX13" fmla="*/ 565499 w 581025"/>
                <a:gd name="connsiteY13" fmla="*/ 61531 h 276225"/>
                <a:gd name="connsiteX14" fmla="*/ 563309 w 581025"/>
                <a:gd name="connsiteY14" fmla="*/ 60008 h 276225"/>
                <a:gd name="connsiteX15" fmla="*/ 551593 w 581025"/>
                <a:gd name="connsiteY15" fmla="*/ 57531 h 276225"/>
                <a:gd name="connsiteX16" fmla="*/ 549307 w 581025"/>
                <a:gd name="connsiteY16" fmla="*/ 57436 h 276225"/>
                <a:gd name="connsiteX17" fmla="*/ 545021 w 581025"/>
                <a:gd name="connsiteY17" fmla="*/ 58293 h 276225"/>
                <a:gd name="connsiteX18" fmla="*/ 539972 w 581025"/>
                <a:gd name="connsiteY18" fmla="*/ 58007 h 276225"/>
                <a:gd name="connsiteX19" fmla="*/ 537305 w 581025"/>
                <a:gd name="connsiteY19" fmla="*/ 56864 h 276225"/>
                <a:gd name="connsiteX20" fmla="*/ 535876 w 581025"/>
                <a:gd name="connsiteY20" fmla="*/ 54959 h 276225"/>
                <a:gd name="connsiteX21" fmla="*/ 533495 w 581025"/>
                <a:gd name="connsiteY21" fmla="*/ 49244 h 276225"/>
                <a:gd name="connsiteX22" fmla="*/ 531781 w 581025"/>
                <a:gd name="connsiteY22" fmla="*/ 47435 h 276225"/>
                <a:gd name="connsiteX23" fmla="*/ 527590 w 581025"/>
                <a:gd name="connsiteY23" fmla="*/ 45434 h 276225"/>
                <a:gd name="connsiteX24" fmla="*/ 525685 w 581025"/>
                <a:gd name="connsiteY24" fmla="*/ 43529 h 276225"/>
                <a:gd name="connsiteX25" fmla="*/ 524923 w 581025"/>
                <a:gd name="connsiteY25" fmla="*/ 42196 h 276225"/>
                <a:gd name="connsiteX26" fmla="*/ 524351 w 581025"/>
                <a:gd name="connsiteY26" fmla="*/ 40862 h 276225"/>
                <a:gd name="connsiteX27" fmla="*/ 524066 w 581025"/>
                <a:gd name="connsiteY27" fmla="*/ 39433 h 276225"/>
                <a:gd name="connsiteX28" fmla="*/ 524066 w 581025"/>
                <a:gd name="connsiteY28" fmla="*/ 37814 h 276225"/>
                <a:gd name="connsiteX29" fmla="*/ 524351 w 581025"/>
                <a:gd name="connsiteY29" fmla="*/ 35052 h 276225"/>
                <a:gd name="connsiteX30" fmla="*/ 523970 w 581025"/>
                <a:gd name="connsiteY30" fmla="*/ 34290 h 276225"/>
                <a:gd name="connsiteX31" fmla="*/ 522637 w 581025"/>
                <a:gd name="connsiteY31" fmla="*/ 33909 h 276225"/>
                <a:gd name="connsiteX32" fmla="*/ 520541 w 581025"/>
                <a:gd name="connsiteY32" fmla="*/ 34290 h 276225"/>
                <a:gd name="connsiteX33" fmla="*/ 516446 w 581025"/>
                <a:gd name="connsiteY33" fmla="*/ 36385 h 276225"/>
                <a:gd name="connsiteX34" fmla="*/ 514445 w 581025"/>
                <a:gd name="connsiteY34" fmla="*/ 36290 h 276225"/>
                <a:gd name="connsiteX35" fmla="*/ 512445 w 581025"/>
                <a:gd name="connsiteY35" fmla="*/ 35528 h 276225"/>
                <a:gd name="connsiteX36" fmla="*/ 508921 w 581025"/>
                <a:gd name="connsiteY36" fmla="*/ 35338 h 276225"/>
                <a:gd name="connsiteX37" fmla="*/ 504730 w 581025"/>
                <a:gd name="connsiteY37" fmla="*/ 33623 h 276225"/>
                <a:gd name="connsiteX38" fmla="*/ 498348 w 581025"/>
                <a:gd name="connsiteY38" fmla="*/ 32956 h 276225"/>
                <a:gd name="connsiteX39" fmla="*/ 497491 w 581025"/>
                <a:gd name="connsiteY39" fmla="*/ 32480 h 276225"/>
                <a:gd name="connsiteX40" fmla="*/ 495681 w 581025"/>
                <a:gd name="connsiteY40" fmla="*/ 30956 h 276225"/>
                <a:gd name="connsiteX41" fmla="*/ 493490 w 581025"/>
                <a:gd name="connsiteY41" fmla="*/ 29718 h 276225"/>
                <a:gd name="connsiteX42" fmla="*/ 488347 w 581025"/>
                <a:gd name="connsiteY42" fmla="*/ 27908 h 276225"/>
                <a:gd name="connsiteX43" fmla="*/ 484822 w 581025"/>
                <a:gd name="connsiteY43" fmla="*/ 27527 h 276225"/>
                <a:gd name="connsiteX44" fmla="*/ 482537 w 581025"/>
                <a:gd name="connsiteY44" fmla="*/ 27718 h 276225"/>
                <a:gd name="connsiteX45" fmla="*/ 481393 w 581025"/>
                <a:gd name="connsiteY45" fmla="*/ 28099 h 276225"/>
                <a:gd name="connsiteX46" fmla="*/ 479488 w 581025"/>
                <a:gd name="connsiteY46" fmla="*/ 29337 h 276225"/>
                <a:gd name="connsiteX47" fmla="*/ 478536 w 581025"/>
                <a:gd name="connsiteY47" fmla="*/ 29718 h 276225"/>
                <a:gd name="connsiteX48" fmla="*/ 477393 w 581025"/>
                <a:gd name="connsiteY48" fmla="*/ 29623 h 276225"/>
                <a:gd name="connsiteX49" fmla="*/ 475202 w 581025"/>
                <a:gd name="connsiteY49" fmla="*/ 28861 h 276225"/>
                <a:gd name="connsiteX50" fmla="*/ 474155 w 581025"/>
                <a:gd name="connsiteY50" fmla="*/ 28670 h 276225"/>
                <a:gd name="connsiteX51" fmla="*/ 471678 w 581025"/>
                <a:gd name="connsiteY51" fmla="*/ 29051 h 276225"/>
                <a:gd name="connsiteX52" fmla="*/ 469297 w 581025"/>
                <a:gd name="connsiteY52" fmla="*/ 28956 h 276225"/>
                <a:gd name="connsiteX53" fmla="*/ 463677 w 581025"/>
                <a:gd name="connsiteY53" fmla="*/ 29527 h 276225"/>
                <a:gd name="connsiteX54" fmla="*/ 461296 w 581025"/>
                <a:gd name="connsiteY54" fmla="*/ 29147 h 276225"/>
                <a:gd name="connsiteX55" fmla="*/ 458343 w 581025"/>
                <a:gd name="connsiteY55" fmla="*/ 27337 h 276225"/>
                <a:gd name="connsiteX56" fmla="*/ 457200 w 581025"/>
                <a:gd name="connsiteY56" fmla="*/ 26860 h 276225"/>
                <a:gd name="connsiteX57" fmla="*/ 455962 w 581025"/>
                <a:gd name="connsiteY57" fmla="*/ 26765 h 276225"/>
                <a:gd name="connsiteX58" fmla="*/ 454723 w 581025"/>
                <a:gd name="connsiteY58" fmla="*/ 26956 h 276225"/>
                <a:gd name="connsiteX59" fmla="*/ 454247 w 581025"/>
                <a:gd name="connsiteY59" fmla="*/ 27146 h 276225"/>
                <a:gd name="connsiteX60" fmla="*/ 453390 w 581025"/>
                <a:gd name="connsiteY60" fmla="*/ 27718 h 276225"/>
                <a:gd name="connsiteX61" fmla="*/ 452056 w 581025"/>
                <a:gd name="connsiteY61" fmla="*/ 28289 h 276225"/>
                <a:gd name="connsiteX62" fmla="*/ 451390 w 581025"/>
                <a:gd name="connsiteY62" fmla="*/ 27813 h 276225"/>
                <a:gd name="connsiteX63" fmla="*/ 451009 w 581025"/>
                <a:gd name="connsiteY63" fmla="*/ 27432 h 276225"/>
                <a:gd name="connsiteX64" fmla="*/ 450818 w 581025"/>
                <a:gd name="connsiteY64" fmla="*/ 26956 h 276225"/>
                <a:gd name="connsiteX65" fmla="*/ 450533 w 581025"/>
                <a:gd name="connsiteY65" fmla="*/ 26575 h 276225"/>
                <a:gd name="connsiteX66" fmla="*/ 447008 w 581025"/>
                <a:gd name="connsiteY66" fmla="*/ 25718 h 276225"/>
                <a:gd name="connsiteX67" fmla="*/ 443484 w 581025"/>
                <a:gd name="connsiteY67" fmla="*/ 25622 h 276225"/>
                <a:gd name="connsiteX68" fmla="*/ 442341 w 581025"/>
                <a:gd name="connsiteY68" fmla="*/ 25813 h 276225"/>
                <a:gd name="connsiteX69" fmla="*/ 439579 w 581025"/>
                <a:gd name="connsiteY69" fmla="*/ 27146 h 276225"/>
                <a:gd name="connsiteX70" fmla="*/ 438721 w 581025"/>
                <a:gd name="connsiteY70" fmla="*/ 27146 h 276225"/>
                <a:gd name="connsiteX71" fmla="*/ 437674 w 581025"/>
                <a:gd name="connsiteY71" fmla="*/ 26575 h 276225"/>
                <a:gd name="connsiteX72" fmla="*/ 436721 w 581025"/>
                <a:gd name="connsiteY72" fmla="*/ 25813 h 276225"/>
                <a:gd name="connsiteX73" fmla="*/ 435673 w 581025"/>
                <a:gd name="connsiteY73" fmla="*/ 25241 h 276225"/>
                <a:gd name="connsiteX74" fmla="*/ 433578 w 581025"/>
                <a:gd name="connsiteY74" fmla="*/ 25241 h 276225"/>
                <a:gd name="connsiteX75" fmla="*/ 432149 w 581025"/>
                <a:gd name="connsiteY75" fmla="*/ 24765 h 276225"/>
                <a:gd name="connsiteX76" fmla="*/ 431292 w 581025"/>
                <a:gd name="connsiteY76" fmla="*/ 24670 h 276225"/>
                <a:gd name="connsiteX77" fmla="*/ 430530 w 581025"/>
                <a:gd name="connsiteY77" fmla="*/ 24860 h 276225"/>
                <a:gd name="connsiteX78" fmla="*/ 428339 w 581025"/>
                <a:gd name="connsiteY78" fmla="*/ 25908 h 276225"/>
                <a:gd name="connsiteX79" fmla="*/ 426625 w 581025"/>
                <a:gd name="connsiteY79" fmla="*/ 26384 h 276225"/>
                <a:gd name="connsiteX80" fmla="*/ 421481 w 581025"/>
                <a:gd name="connsiteY80" fmla="*/ 25527 h 276225"/>
                <a:gd name="connsiteX81" fmla="*/ 420529 w 581025"/>
                <a:gd name="connsiteY81" fmla="*/ 25527 h 276225"/>
                <a:gd name="connsiteX82" fmla="*/ 419671 w 581025"/>
                <a:gd name="connsiteY82" fmla="*/ 25527 h 276225"/>
                <a:gd name="connsiteX83" fmla="*/ 418814 w 581025"/>
                <a:gd name="connsiteY83" fmla="*/ 25337 h 276225"/>
                <a:gd name="connsiteX84" fmla="*/ 418052 w 581025"/>
                <a:gd name="connsiteY84" fmla="*/ 24670 h 276225"/>
                <a:gd name="connsiteX85" fmla="*/ 416528 w 581025"/>
                <a:gd name="connsiteY85" fmla="*/ 22574 h 276225"/>
                <a:gd name="connsiteX86" fmla="*/ 415957 w 581025"/>
                <a:gd name="connsiteY86" fmla="*/ 22098 h 276225"/>
                <a:gd name="connsiteX87" fmla="*/ 414147 w 581025"/>
                <a:gd name="connsiteY87" fmla="*/ 21431 h 276225"/>
                <a:gd name="connsiteX88" fmla="*/ 408146 w 581025"/>
                <a:gd name="connsiteY88" fmla="*/ 20383 h 276225"/>
                <a:gd name="connsiteX89" fmla="*/ 407098 w 581025"/>
                <a:gd name="connsiteY89" fmla="*/ 19907 h 276225"/>
                <a:gd name="connsiteX90" fmla="*/ 406337 w 581025"/>
                <a:gd name="connsiteY90" fmla="*/ 19812 h 276225"/>
                <a:gd name="connsiteX91" fmla="*/ 404241 w 581025"/>
                <a:gd name="connsiteY91" fmla="*/ 20669 h 276225"/>
                <a:gd name="connsiteX92" fmla="*/ 401955 w 581025"/>
                <a:gd name="connsiteY92" fmla="*/ 20669 h 276225"/>
                <a:gd name="connsiteX93" fmla="*/ 400907 w 581025"/>
                <a:gd name="connsiteY93" fmla="*/ 20860 h 276225"/>
                <a:gd name="connsiteX94" fmla="*/ 399859 w 581025"/>
                <a:gd name="connsiteY94" fmla="*/ 21622 h 276225"/>
                <a:gd name="connsiteX95" fmla="*/ 398717 w 581025"/>
                <a:gd name="connsiteY95" fmla="*/ 22955 h 276225"/>
                <a:gd name="connsiteX96" fmla="*/ 398335 w 581025"/>
                <a:gd name="connsiteY96" fmla="*/ 23241 h 276225"/>
                <a:gd name="connsiteX97" fmla="*/ 398050 w 581025"/>
                <a:gd name="connsiteY97" fmla="*/ 23241 h 276225"/>
                <a:gd name="connsiteX98" fmla="*/ 397097 w 581025"/>
                <a:gd name="connsiteY98" fmla="*/ 23050 h 276225"/>
                <a:gd name="connsiteX99" fmla="*/ 396716 w 581025"/>
                <a:gd name="connsiteY99" fmla="*/ 23146 h 276225"/>
                <a:gd name="connsiteX100" fmla="*/ 396621 w 581025"/>
                <a:gd name="connsiteY100" fmla="*/ 23431 h 276225"/>
                <a:gd name="connsiteX101" fmla="*/ 396526 w 581025"/>
                <a:gd name="connsiteY101" fmla="*/ 23717 h 276225"/>
                <a:gd name="connsiteX102" fmla="*/ 396335 w 581025"/>
                <a:gd name="connsiteY102" fmla="*/ 24003 h 276225"/>
                <a:gd name="connsiteX103" fmla="*/ 394335 w 581025"/>
                <a:gd name="connsiteY103" fmla="*/ 25051 h 276225"/>
                <a:gd name="connsiteX104" fmla="*/ 393287 w 581025"/>
                <a:gd name="connsiteY104" fmla="*/ 25337 h 276225"/>
                <a:gd name="connsiteX105" fmla="*/ 390906 w 581025"/>
                <a:gd name="connsiteY105" fmla="*/ 25241 h 276225"/>
                <a:gd name="connsiteX106" fmla="*/ 388906 w 581025"/>
                <a:gd name="connsiteY106" fmla="*/ 26194 h 276225"/>
                <a:gd name="connsiteX107" fmla="*/ 387763 w 581025"/>
                <a:gd name="connsiteY107" fmla="*/ 26479 h 276225"/>
                <a:gd name="connsiteX108" fmla="*/ 386334 w 581025"/>
                <a:gd name="connsiteY108" fmla="*/ 26194 h 276225"/>
                <a:gd name="connsiteX109" fmla="*/ 383572 w 581025"/>
                <a:gd name="connsiteY109" fmla="*/ 25051 h 276225"/>
                <a:gd name="connsiteX110" fmla="*/ 382143 w 581025"/>
                <a:gd name="connsiteY110" fmla="*/ 24860 h 276225"/>
                <a:gd name="connsiteX111" fmla="*/ 381191 w 581025"/>
                <a:gd name="connsiteY111" fmla="*/ 25241 h 276225"/>
                <a:gd name="connsiteX112" fmla="*/ 379571 w 581025"/>
                <a:gd name="connsiteY112" fmla="*/ 26765 h 276225"/>
                <a:gd name="connsiteX113" fmla="*/ 378619 w 581025"/>
                <a:gd name="connsiteY113" fmla="*/ 27051 h 276225"/>
                <a:gd name="connsiteX114" fmla="*/ 378142 w 581025"/>
                <a:gd name="connsiteY114" fmla="*/ 26765 h 276225"/>
                <a:gd name="connsiteX115" fmla="*/ 377571 w 581025"/>
                <a:gd name="connsiteY115" fmla="*/ 25622 h 276225"/>
                <a:gd name="connsiteX116" fmla="*/ 377000 w 581025"/>
                <a:gd name="connsiteY116" fmla="*/ 25241 h 276225"/>
                <a:gd name="connsiteX117" fmla="*/ 376333 w 581025"/>
                <a:gd name="connsiteY117" fmla="*/ 25241 h 276225"/>
                <a:gd name="connsiteX118" fmla="*/ 375285 w 581025"/>
                <a:gd name="connsiteY118" fmla="*/ 25718 h 276225"/>
                <a:gd name="connsiteX119" fmla="*/ 374713 w 581025"/>
                <a:gd name="connsiteY119" fmla="*/ 25813 h 276225"/>
                <a:gd name="connsiteX120" fmla="*/ 370142 w 581025"/>
                <a:gd name="connsiteY120" fmla="*/ 24384 h 276225"/>
                <a:gd name="connsiteX121" fmla="*/ 365379 w 581025"/>
                <a:gd name="connsiteY121" fmla="*/ 24384 h 276225"/>
                <a:gd name="connsiteX122" fmla="*/ 361569 w 581025"/>
                <a:gd name="connsiteY122" fmla="*/ 23431 h 276225"/>
                <a:gd name="connsiteX123" fmla="*/ 360235 w 581025"/>
                <a:gd name="connsiteY123" fmla="*/ 23431 h 276225"/>
                <a:gd name="connsiteX124" fmla="*/ 356806 w 581025"/>
                <a:gd name="connsiteY124" fmla="*/ 24575 h 276225"/>
                <a:gd name="connsiteX125" fmla="*/ 355568 w 581025"/>
                <a:gd name="connsiteY125" fmla="*/ 24479 h 276225"/>
                <a:gd name="connsiteX126" fmla="*/ 351472 w 581025"/>
                <a:gd name="connsiteY126" fmla="*/ 23241 h 276225"/>
                <a:gd name="connsiteX127" fmla="*/ 349377 w 581025"/>
                <a:gd name="connsiteY127" fmla="*/ 22955 h 276225"/>
                <a:gd name="connsiteX128" fmla="*/ 346615 w 581025"/>
                <a:gd name="connsiteY128" fmla="*/ 23146 h 276225"/>
                <a:gd name="connsiteX129" fmla="*/ 346138 w 581025"/>
                <a:gd name="connsiteY129" fmla="*/ 23146 h 276225"/>
                <a:gd name="connsiteX130" fmla="*/ 345376 w 581025"/>
                <a:gd name="connsiteY130" fmla="*/ 23336 h 276225"/>
                <a:gd name="connsiteX131" fmla="*/ 344805 w 581025"/>
                <a:gd name="connsiteY131" fmla="*/ 23908 h 276225"/>
                <a:gd name="connsiteX132" fmla="*/ 343091 w 581025"/>
                <a:gd name="connsiteY132" fmla="*/ 28480 h 276225"/>
                <a:gd name="connsiteX133" fmla="*/ 342519 w 581025"/>
                <a:gd name="connsiteY133" fmla="*/ 29432 h 276225"/>
                <a:gd name="connsiteX134" fmla="*/ 341281 w 581025"/>
                <a:gd name="connsiteY134" fmla="*/ 30766 h 276225"/>
                <a:gd name="connsiteX135" fmla="*/ 339757 w 581025"/>
                <a:gd name="connsiteY135" fmla="*/ 31814 h 276225"/>
                <a:gd name="connsiteX136" fmla="*/ 338233 w 581025"/>
                <a:gd name="connsiteY136" fmla="*/ 32480 h 276225"/>
                <a:gd name="connsiteX137" fmla="*/ 336899 w 581025"/>
                <a:gd name="connsiteY137" fmla="*/ 32575 h 276225"/>
                <a:gd name="connsiteX138" fmla="*/ 333470 w 581025"/>
                <a:gd name="connsiteY138" fmla="*/ 31147 h 276225"/>
                <a:gd name="connsiteX139" fmla="*/ 332422 w 581025"/>
                <a:gd name="connsiteY139" fmla="*/ 31052 h 276225"/>
                <a:gd name="connsiteX140" fmla="*/ 330327 w 581025"/>
                <a:gd name="connsiteY140" fmla="*/ 31242 h 276225"/>
                <a:gd name="connsiteX141" fmla="*/ 318421 w 581025"/>
                <a:gd name="connsiteY141" fmla="*/ 29718 h 276225"/>
                <a:gd name="connsiteX142" fmla="*/ 314896 w 581025"/>
                <a:gd name="connsiteY142" fmla="*/ 29718 h 276225"/>
                <a:gd name="connsiteX143" fmla="*/ 313563 w 581025"/>
                <a:gd name="connsiteY143" fmla="*/ 29432 h 276225"/>
                <a:gd name="connsiteX144" fmla="*/ 310420 w 581025"/>
                <a:gd name="connsiteY144" fmla="*/ 27527 h 276225"/>
                <a:gd name="connsiteX145" fmla="*/ 309181 w 581025"/>
                <a:gd name="connsiteY145" fmla="*/ 26575 h 276225"/>
                <a:gd name="connsiteX146" fmla="*/ 307658 w 581025"/>
                <a:gd name="connsiteY146" fmla="*/ 25718 h 276225"/>
                <a:gd name="connsiteX147" fmla="*/ 304419 w 581025"/>
                <a:gd name="connsiteY147" fmla="*/ 24765 h 276225"/>
                <a:gd name="connsiteX148" fmla="*/ 302895 w 581025"/>
                <a:gd name="connsiteY148" fmla="*/ 24003 h 276225"/>
                <a:gd name="connsiteX149" fmla="*/ 301371 w 581025"/>
                <a:gd name="connsiteY149" fmla="*/ 22670 h 276225"/>
                <a:gd name="connsiteX150" fmla="*/ 296894 w 581025"/>
                <a:gd name="connsiteY150" fmla="*/ 20479 h 276225"/>
                <a:gd name="connsiteX151" fmla="*/ 290893 w 581025"/>
                <a:gd name="connsiteY151" fmla="*/ 19431 h 276225"/>
                <a:gd name="connsiteX152" fmla="*/ 289084 w 581025"/>
                <a:gd name="connsiteY152" fmla="*/ 18764 h 276225"/>
                <a:gd name="connsiteX153" fmla="*/ 283655 w 581025"/>
                <a:gd name="connsiteY153" fmla="*/ 14573 h 276225"/>
                <a:gd name="connsiteX154" fmla="*/ 282892 w 581025"/>
                <a:gd name="connsiteY154" fmla="*/ 13716 h 276225"/>
                <a:gd name="connsiteX155" fmla="*/ 281559 w 581025"/>
                <a:gd name="connsiteY155" fmla="*/ 11430 h 276225"/>
                <a:gd name="connsiteX156" fmla="*/ 280797 w 581025"/>
                <a:gd name="connsiteY156" fmla="*/ 10477 h 276225"/>
                <a:gd name="connsiteX157" fmla="*/ 279749 w 581025"/>
                <a:gd name="connsiteY157" fmla="*/ 9906 h 276225"/>
                <a:gd name="connsiteX158" fmla="*/ 277559 w 581025"/>
                <a:gd name="connsiteY158" fmla="*/ 9335 h 276225"/>
                <a:gd name="connsiteX159" fmla="*/ 275654 w 581025"/>
                <a:gd name="connsiteY159" fmla="*/ 8096 h 276225"/>
                <a:gd name="connsiteX160" fmla="*/ 273463 w 581025"/>
                <a:gd name="connsiteY160" fmla="*/ 7906 h 276225"/>
                <a:gd name="connsiteX161" fmla="*/ 272415 w 581025"/>
                <a:gd name="connsiteY161" fmla="*/ 7334 h 276225"/>
                <a:gd name="connsiteX162" fmla="*/ 269653 w 581025"/>
                <a:gd name="connsiteY162" fmla="*/ 5048 h 276225"/>
                <a:gd name="connsiteX163" fmla="*/ 268129 w 581025"/>
                <a:gd name="connsiteY163" fmla="*/ 4286 h 276225"/>
                <a:gd name="connsiteX164" fmla="*/ 266414 w 581025"/>
                <a:gd name="connsiteY164" fmla="*/ 3905 h 276225"/>
                <a:gd name="connsiteX165" fmla="*/ 264890 w 581025"/>
                <a:gd name="connsiteY165" fmla="*/ 3334 h 276225"/>
                <a:gd name="connsiteX166" fmla="*/ 262223 w 581025"/>
                <a:gd name="connsiteY166" fmla="*/ 857 h 276225"/>
                <a:gd name="connsiteX167" fmla="*/ 260699 w 581025"/>
                <a:gd name="connsiteY167" fmla="*/ 0 h 276225"/>
                <a:gd name="connsiteX168" fmla="*/ 262128 w 581025"/>
                <a:gd name="connsiteY168" fmla="*/ 2000 h 276225"/>
                <a:gd name="connsiteX169" fmla="*/ 262700 w 581025"/>
                <a:gd name="connsiteY169" fmla="*/ 3239 h 276225"/>
                <a:gd name="connsiteX170" fmla="*/ 262604 w 581025"/>
                <a:gd name="connsiteY170" fmla="*/ 4286 h 276225"/>
                <a:gd name="connsiteX171" fmla="*/ 261747 w 581025"/>
                <a:gd name="connsiteY171" fmla="*/ 4763 h 276225"/>
                <a:gd name="connsiteX172" fmla="*/ 253460 w 581025"/>
                <a:gd name="connsiteY172" fmla="*/ 5810 h 276225"/>
                <a:gd name="connsiteX173" fmla="*/ 252508 w 581025"/>
                <a:gd name="connsiteY173" fmla="*/ 5525 h 276225"/>
                <a:gd name="connsiteX174" fmla="*/ 250603 w 581025"/>
                <a:gd name="connsiteY174" fmla="*/ 3715 h 276225"/>
                <a:gd name="connsiteX175" fmla="*/ 249555 w 581025"/>
                <a:gd name="connsiteY175" fmla="*/ 3334 h 276225"/>
                <a:gd name="connsiteX176" fmla="*/ 247936 w 581025"/>
                <a:gd name="connsiteY176" fmla="*/ 4572 h 276225"/>
                <a:gd name="connsiteX177" fmla="*/ 246221 w 581025"/>
                <a:gd name="connsiteY177" fmla="*/ 9525 h 276225"/>
                <a:gd name="connsiteX178" fmla="*/ 244221 w 581025"/>
                <a:gd name="connsiteY178" fmla="*/ 10573 h 276225"/>
                <a:gd name="connsiteX179" fmla="*/ 242030 w 581025"/>
                <a:gd name="connsiteY179" fmla="*/ 10477 h 276225"/>
                <a:gd name="connsiteX180" fmla="*/ 241078 w 581025"/>
                <a:gd name="connsiteY180" fmla="*/ 10668 h 276225"/>
                <a:gd name="connsiteX181" fmla="*/ 232029 w 581025"/>
                <a:gd name="connsiteY181" fmla="*/ 14383 h 276225"/>
                <a:gd name="connsiteX182" fmla="*/ 229552 w 581025"/>
                <a:gd name="connsiteY182" fmla="*/ 15812 h 276225"/>
                <a:gd name="connsiteX183" fmla="*/ 228695 w 581025"/>
                <a:gd name="connsiteY183" fmla="*/ 16574 h 276225"/>
                <a:gd name="connsiteX184" fmla="*/ 228124 w 581025"/>
                <a:gd name="connsiteY184" fmla="*/ 17621 h 276225"/>
                <a:gd name="connsiteX185" fmla="*/ 226123 w 581025"/>
                <a:gd name="connsiteY185" fmla="*/ 23431 h 276225"/>
                <a:gd name="connsiteX186" fmla="*/ 225076 w 581025"/>
                <a:gd name="connsiteY186" fmla="*/ 25337 h 276225"/>
                <a:gd name="connsiteX187" fmla="*/ 224600 w 581025"/>
                <a:gd name="connsiteY187" fmla="*/ 26384 h 276225"/>
                <a:gd name="connsiteX188" fmla="*/ 224409 w 581025"/>
                <a:gd name="connsiteY188" fmla="*/ 27623 h 276225"/>
                <a:gd name="connsiteX189" fmla="*/ 224504 w 581025"/>
                <a:gd name="connsiteY189" fmla="*/ 28861 h 276225"/>
                <a:gd name="connsiteX190" fmla="*/ 225171 w 581025"/>
                <a:gd name="connsiteY190" fmla="*/ 31242 h 276225"/>
                <a:gd name="connsiteX191" fmla="*/ 225362 w 581025"/>
                <a:gd name="connsiteY191" fmla="*/ 32575 h 276225"/>
                <a:gd name="connsiteX192" fmla="*/ 225171 w 581025"/>
                <a:gd name="connsiteY192" fmla="*/ 33623 h 276225"/>
                <a:gd name="connsiteX193" fmla="*/ 223742 w 581025"/>
                <a:gd name="connsiteY193" fmla="*/ 36671 h 276225"/>
                <a:gd name="connsiteX194" fmla="*/ 220980 w 581025"/>
                <a:gd name="connsiteY194" fmla="*/ 42958 h 276225"/>
                <a:gd name="connsiteX195" fmla="*/ 220409 w 581025"/>
                <a:gd name="connsiteY195" fmla="*/ 45529 h 276225"/>
                <a:gd name="connsiteX196" fmla="*/ 220218 w 581025"/>
                <a:gd name="connsiteY196" fmla="*/ 48197 h 276225"/>
                <a:gd name="connsiteX197" fmla="*/ 220599 w 581025"/>
                <a:gd name="connsiteY197" fmla="*/ 50578 h 276225"/>
                <a:gd name="connsiteX198" fmla="*/ 221456 w 581025"/>
                <a:gd name="connsiteY198" fmla="*/ 52769 h 276225"/>
                <a:gd name="connsiteX199" fmla="*/ 225266 w 581025"/>
                <a:gd name="connsiteY199" fmla="*/ 60103 h 276225"/>
                <a:gd name="connsiteX200" fmla="*/ 225266 w 581025"/>
                <a:gd name="connsiteY200" fmla="*/ 60103 h 276225"/>
                <a:gd name="connsiteX201" fmla="*/ 225266 w 581025"/>
                <a:gd name="connsiteY201" fmla="*/ 61341 h 276225"/>
                <a:gd name="connsiteX202" fmla="*/ 223742 w 581025"/>
                <a:gd name="connsiteY202" fmla="*/ 61627 h 276225"/>
                <a:gd name="connsiteX203" fmla="*/ 220599 w 581025"/>
                <a:gd name="connsiteY203" fmla="*/ 60389 h 276225"/>
                <a:gd name="connsiteX204" fmla="*/ 215837 w 581025"/>
                <a:gd name="connsiteY204" fmla="*/ 59531 h 276225"/>
                <a:gd name="connsiteX205" fmla="*/ 215170 w 581025"/>
                <a:gd name="connsiteY205" fmla="*/ 58579 h 276225"/>
                <a:gd name="connsiteX206" fmla="*/ 215075 w 581025"/>
                <a:gd name="connsiteY206" fmla="*/ 57055 h 276225"/>
                <a:gd name="connsiteX207" fmla="*/ 215265 w 581025"/>
                <a:gd name="connsiteY207" fmla="*/ 54864 h 276225"/>
                <a:gd name="connsiteX208" fmla="*/ 214503 w 581025"/>
                <a:gd name="connsiteY208" fmla="*/ 53912 h 276225"/>
                <a:gd name="connsiteX209" fmla="*/ 213265 w 581025"/>
                <a:gd name="connsiteY209" fmla="*/ 53435 h 276225"/>
                <a:gd name="connsiteX210" fmla="*/ 209455 w 581025"/>
                <a:gd name="connsiteY210" fmla="*/ 53150 h 276225"/>
                <a:gd name="connsiteX211" fmla="*/ 208502 w 581025"/>
                <a:gd name="connsiteY211" fmla="*/ 52864 h 276225"/>
                <a:gd name="connsiteX212" fmla="*/ 207645 w 581025"/>
                <a:gd name="connsiteY212" fmla="*/ 52388 h 276225"/>
                <a:gd name="connsiteX213" fmla="*/ 206597 w 581025"/>
                <a:gd name="connsiteY213" fmla="*/ 51625 h 276225"/>
                <a:gd name="connsiteX214" fmla="*/ 204597 w 581025"/>
                <a:gd name="connsiteY214" fmla="*/ 50768 h 276225"/>
                <a:gd name="connsiteX215" fmla="*/ 202216 w 581025"/>
                <a:gd name="connsiteY215" fmla="*/ 50673 h 276225"/>
                <a:gd name="connsiteX216" fmla="*/ 195453 w 581025"/>
                <a:gd name="connsiteY216" fmla="*/ 51816 h 276225"/>
                <a:gd name="connsiteX217" fmla="*/ 193643 w 581025"/>
                <a:gd name="connsiteY217" fmla="*/ 51721 h 276225"/>
                <a:gd name="connsiteX218" fmla="*/ 191834 w 581025"/>
                <a:gd name="connsiteY218" fmla="*/ 51245 h 276225"/>
                <a:gd name="connsiteX219" fmla="*/ 190024 w 581025"/>
                <a:gd name="connsiteY219" fmla="*/ 50387 h 276225"/>
                <a:gd name="connsiteX220" fmla="*/ 188690 w 581025"/>
                <a:gd name="connsiteY220" fmla="*/ 49149 h 276225"/>
                <a:gd name="connsiteX221" fmla="*/ 186880 w 581025"/>
                <a:gd name="connsiteY221" fmla="*/ 45720 h 276225"/>
                <a:gd name="connsiteX222" fmla="*/ 185642 w 581025"/>
                <a:gd name="connsiteY222" fmla="*/ 44291 h 276225"/>
                <a:gd name="connsiteX223" fmla="*/ 184023 w 581025"/>
                <a:gd name="connsiteY223" fmla="*/ 43434 h 276225"/>
                <a:gd name="connsiteX224" fmla="*/ 176498 w 581025"/>
                <a:gd name="connsiteY224" fmla="*/ 41624 h 276225"/>
                <a:gd name="connsiteX225" fmla="*/ 172688 w 581025"/>
                <a:gd name="connsiteY225" fmla="*/ 41720 h 276225"/>
                <a:gd name="connsiteX226" fmla="*/ 170879 w 581025"/>
                <a:gd name="connsiteY226" fmla="*/ 41339 h 276225"/>
                <a:gd name="connsiteX227" fmla="*/ 164687 w 581025"/>
                <a:gd name="connsiteY227" fmla="*/ 37148 h 276225"/>
                <a:gd name="connsiteX228" fmla="*/ 161163 w 581025"/>
                <a:gd name="connsiteY228" fmla="*/ 35719 h 276225"/>
                <a:gd name="connsiteX229" fmla="*/ 154400 w 581025"/>
                <a:gd name="connsiteY229" fmla="*/ 35433 h 276225"/>
                <a:gd name="connsiteX230" fmla="*/ 153543 w 581025"/>
                <a:gd name="connsiteY230" fmla="*/ 35624 h 276225"/>
                <a:gd name="connsiteX231" fmla="*/ 152019 w 581025"/>
                <a:gd name="connsiteY231" fmla="*/ 36385 h 276225"/>
                <a:gd name="connsiteX232" fmla="*/ 151257 w 581025"/>
                <a:gd name="connsiteY232" fmla="*/ 36481 h 276225"/>
                <a:gd name="connsiteX233" fmla="*/ 149542 w 581025"/>
                <a:gd name="connsiteY233" fmla="*/ 36004 h 276225"/>
                <a:gd name="connsiteX234" fmla="*/ 143446 w 581025"/>
                <a:gd name="connsiteY234" fmla="*/ 32575 h 276225"/>
                <a:gd name="connsiteX235" fmla="*/ 140208 w 581025"/>
                <a:gd name="connsiteY235" fmla="*/ 31718 h 276225"/>
                <a:gd name="connsiteX236" fmla="*/ 139351 w 581025"/>
                <a:gd name="connsiteY236" fmla="*/ 31337 h 276225"/>
                <a:gd name="connsiteX237" fmla="*/ 138493 w 581025"/>
                <a:gd name="connsiteY237" fmla="*/ 30766 h 276225"/>
                <a:gd name="connsiteX238" fmla="*/ 137636 w 581025"/>
                <a:gd name="connsiteY238" fmla="*/ 30385 h 276225"/>
                <a:gd name="connsiteX239" fmla="*/ 136779 w 581025"/>
                <a:gd name="connsiteY239" fmla="*/ 30575 h 276225"/>
                <a:gd name="connsiteX240" fmla="*/ 134969 w 581025"/>
                <a:gd name="connsiteY240" fmla="*/ 31242 h 276225"/>
                <a:gd name="connsiteX241" fmla="*/ 131254 w 581025"/>
                <a:gd name="connsiteY241" fmla="*/ 31433 h 276225"/>
                <a:gd name="connsiteX242" fmla="*/ 129540 w 581025"/>
                <a:gd name="connsiteY242" fmla="*/ 32004 h 276225"/>
                <a:gd name="connsiteX243" fmla="*/ 123730 w 581025"/>
                <a:gd name="connsiteY243" fmla="*/ 35719 h 276225"/>
                <a:gd name="connsiteX244" fmla="*/ 122777 w 581025"/>
                <a:gd name="connsiteY244" fmla="*/ 35909 h 276225"/>
                <a:gd name="connsiteX245" fmla="*/ 122110 w 581025"/>
                <a:gd name="connsiteY245" fmla="*/ 35624 h 276225"/>
                <a:gd name="connsiteX246" fmla="*/ 120015 w 581025"/>
                <a:gd name="connsiteY246" fmla="*/ 33814 h 276225"/>
                <a:gd name="connsiteX247" fmla="*/ 119443 w 581025"/>
                <a:gd name="connsiteY247" fmla="*/ 33528 h 276225"/>
                <a:gd name="connsiteX248" fmla="*/ 118872 w 581025"/>
                <a:gd name="connsiteY248" fmla="*/ 33623 h 276225"/>
                <a:gd name="connsiteX249" fmla="*/ 118015 w 581025"/>
                <a:gd name="connsiteY249" fmla="*/ 34004 h 276225"/>
                <a:gd name="connsiteX250" fmla="*/ 115443 w 581025"/>
                <a:gd name="connsiteY250" fmla="*/ 33147 h 276225"/>
                <a:gd name="connsiteX251" fmla="*/ 114205 w 581025"/>
                <a:gd name="connsiteY251" fmla="*/ 33242 h 276225"/>
                <a:gd name="connsiteX252" fmla="*/ 113252 w 581025"/>
                <a:gd name="connsiteY252" fmla="*/ 34100 h 276225"/>
                <a:gd name="connsiteX253" fmla="*/ 112681 w 581025"/>
                <a:gd name="connsiteY253" fmla="*/ 35147 h 276225"/>
                <a:gd name="connsiteX254" fmla="*/ 112014 w 581025"/>
                <a:gd name="connsiteY254" fmla="*/ 36195 h 276225"/>
                <a:gd name="connsiteX255" fmla="*/ 111157 w 581025"/>
                <a:gd name="connsiteY255" fmla="*/ 36957 h 276225"/>
                <a:gd name="connsiteX256" fmla="*/ 110204 w 581025"/>
                <a:gd name="connsiteY256" fmla="*/ 37338 h 276225"/>
                <a:gd name="connsiteX257" fmla="*/ 109061 w 581025"/>
                <a:gd name="connsiteY257" fmla="*/ 37148 h 276225"/>
                <a:gd name="connsiteX258" fmla="*/ 107823 w 581025"/>
                <a:gd name="connsiteY258" fmla="*/ 36576 h 276225"/>
                <a:gd name="connsiteX259" fmla="*/ 106680 w 581025"/>
                <a:gd name="connsiteY259" fmla="*/ 36195 h 276225"/>
                <a:gd name="connsiteX260" fmla="*/ 105823 w 581025"/>
                <a:gd name="connsiteY260" fmla="*/ 36671 h 276225"/>
                <a:gd name="connsiteX261" fmla="*/ 104680 w 581025"/>
                <a:gd name="connsiteY261" fmla="*/ 38767 h 276225"/>
                <a:gd name="connsiteX262" fmla="*/ 104013 w 581025"/>
                <a:gd name="connsiteY262" fmla="*/ 39719 h 276225"/>
                <a:gd name="connsiteX263" fmla="*/ 103156 w 581025"/>
                <a:gd name="connsiteY263" fmla="*/ 40291 h 276225"/>
                <a:gd name="connsiteX264" fmla="*/ 101155 w 581025"/>
                <a:gd name="connsiteY264" fmla="*/ 40958 h 276225"/>
                <a:gd name="connsiteX265" fmla="*/ 100679 w 581025"/>
                <a:gd name="connsiteY265" fmla="*/ 41624 h 276225"/>
                <a:gd name="connsiteX266" fmla="*/ 100584 w 581025"/>
                <a:gd name="connsiteY266" fmla="*/ 43148 h 276225"/>
                <a:gd name="connsiteX267" fmla="*/ 100679 w 581025"/>
                <a:gd name="connsiteY267" fmla="*/ 46006 h 276225"/>
                <a:gd name="connsiteX268" fmla="*/ 100393 w 581025"/>
                <a:gd name="connsiteY268" fmla="*/ 47054 h 276225"/>
                <a:gd name="connsiteX269" fmla="*/ 99536 w 581025"/>
                <a:gd name="connsiteY269" fmla="*/ 47911 h 276225"/>
                <a:gd name="connsiteX270" fmla="*/ 94964 w 581025"/>
                <a:gd name="connsiteY270" fmla="*/ 48673 h 276225"/>
                <a:gd name="connsiteX271" fmla="*/ 92964 w 581025"/>
                <a:gd name="connsiteY271" fmla="*/ 49911 h 276225"/>
                <a:gd name="connsiteX272" fmla="*/ 93440 w 581025"/>
                <a:gd name="connsiteY272" fmla="*/ 52578 h 276225"/>
                <a:gd name="connsiteX273" fmla="*/ 94012 w 581025"/>
                <a:gd name="connsiteY273" fmla="*/ 53245 h 276225"/>
                <a:gd name="connsiteX274" fmla="*/ 95821 w 581025"/>
                <a:gd name="connsiteY274" fmla="*/ 54864 h 276225"/>
                <a:gd name="connsiteX275" fmla="*/ 95821 w 581025"/>
                <a:gd name="connsiteY275" fmla="*/ 54864 h 276225"/>
                <a:gd name="connsiteX276" fmla="*/ 95821 w 581025"/>
                <a:gd name="connsiteY276" fmla="*/ 54864 h 276225"/>
                <a:gd name="connsiteX277" fmla="*/ 95821 w 581025"/>
                <a:gd name="connsiteY277" fmla="*/ 54864 h 276225"/>
                <a:gd name="connsiteX278" fmla="*/ 96298 w 581025"/>
                <a:gd name="connsiteY278" fmla="*/ 55626 h 276225"/>
                <a:gd name="connsiteX279" fmla="*/ 96202 w 581025"/>
                <a:gd name="connsiteY279" fmla="*/ 56483 h 276225"/>
                <a:gd name="connsiteX280" fmla="*/ 95726 w 581025"/>
                <a:gd name="connsiteY280" fmla="*/ 57150 h 276225"/>
                <a:gd name="connsiteX281" fmla="*/ 94964 w 581025"/>
                <a:gd name="connsiteY281" fmla="*/ 57531 h 276225"/>
                <a:gd name="connsiteX282" fmla="*/ 94107 w 581025"/>
                <a:gd name="connsiteY282" fmla="*/ 57436 h 276225"/>
                <a:gd name="connsiteX283" fmla="*/ 91630 w 581025"/>
                <a:gd name="connsiteY283" fmla="*/ 55817 h 276225"/>
                <a:gd name="connsiteX284" fmla="*/ 90868 w 581025"/>
                <a:gd name="connsiteY284" fmla="*/ 56579 h 276225"/>
                <a:gd name="connsiteX285" fmla="*/ 90106 w 581025"/>
                <a:gd name="connsiteY285" fmla="*/ 57817 h 276225"/>
                <a:gd name="connsiteX286" fmla="*/ 89535 w 581025"/>
                <a:gd name="connsiteY286" fmla="*/ 59246 h 276225"/>
                <a:gd name="connsiteX287" fmla="*/ 89249 w 581025"/>
                <a:gd name="connsiteY287" fmla="*/ 60579 h 276225"/>
                <a:gd name="connsiteX288" fmla="*/ 89345 w 581025"/>
                <a:gd name="connsiteY288" fmla="*/ 61341 h 276225"/>
                <a:gd name="connsiteX289" fmla="*/ 89630 w 581025"/>
                <a:gd name="connsiteY289" fmla="*/ 61817 h 276225"/>
                <a:gd name="connsiteX290" fmla="*/ 89725 w 581025"/>
                <a:gd name="connsiteY290" fmla="*/ 62294 h 276225"/>
                <a:gd name="connsiteX291" fmla="*/ 89345 w 581025"/>
                <a:gd name="connsiteY291" fmla="*/ 63151 h 276225"/>
                <a:gd name="connsiteX292" fmla="*/ 87630 w 581025"/>
                <a:gd name="connsiteY292" fmla="*/ 65246 h 276225"/>
                <a:gd name="connsiteX293" fmla="*/ 87058 w 581025"/>
                <a:gd name="connsiteY293" fmla="*/ 65818 h 276225"/>
                <a:gd name="connsiteX294" fmla="*/ 85820 w 581025"/>
                <a:gd name="connsiteY294" fmla="*/ 67056 h 276225"/>
                <a:gd name="connsiteX295" fmla="*/ 85154 w 581025"/>
                <a:gd name="connsiteY295" fmla="*/ 68199 h 276225"/>
                <a:gd name="connsiteX296" fmla="*/ 85439 w 581025"/>
                <a:gd name="connsiteY296" fmla="*/ 69247 h 276225"/>
                <a:gd name="connsiteX297" fmla="*/ 87535 w 581025"/>
                <a:gd name="connsiteY297" fmla="*/ 71342 h 276225"/>
                <a:gd name="connsiteX298" fmla="*/ 88678 w 581025"/>
                <a:gd name="connsiteY298" fmla="*/ 71914 h 276225"/>
                <a:gd name="connsiteX299" fmla="*/ 90202 w 581025"/>
                <a:gd name="connsiteY299" fmla="*/ 72295 h 276225"/>
                <a:gd name="connsiteX300" fmla="*/ 91345 w 581025"/>
                <a:gd name="connsiteY300" fmla="*/ 71247 h 276225"/>
                <a:gd name="connsiteX301" fmla="*/ 93726 w 581025"/>
                <a:gd name="connsiteY301" fmla="*/ 69533 h 276225"/>
                <a:gd name="connsiteX302" fmla="*/ 95441 w 581025"/>
                <a:gd name="connsiteY302" fmla="*/ 69342 h 276225"/>
                <a:gd name="connsiteX303" fmla="*/ 97155 w 581025"/>
                <a:gd name="connsiteY303" fmla="*/ 70009 h 276225"/>
                <a:gd name="connsiteX304" fmla="*/ 104584 w 581025"/>
                <a:gd name="connsiteY304" fmla="*/ 75343 h 276225"/>
                <a:gd name="connsiteX305" fmla="*/ 106299 w 581025"/>
                <a:gd name="connsiteY305" fmla="*/ 75914 h 276225"/>
                <a:gd name="connsiteX306" fmla="*/ 106489 w 581025"/>
                <a:gd name="connsiteY306" fmla="*/ 76010 h 276225"/>
                <a:gd name="connsiteX307" fmla="*/ 105727 w 581025"/>
                <a:gd name="connsiteY307" fmla="*/ 78677 h 276225"/>
                <a:gd name="connsiteX308" fmla="*/ 103727 w 581025"/>
                <a:gd name="connsiteY308" fmla="*/ 80010 h 276225"/>
                <a:gd name="connsiteX309" fmla="*/ 99346 w 581025"/>
                <a:gd name="connsiteY309" fmla="*/ 81248 h 276225"/>
                <a:gd name="connsiteX310" fmla="*/ 91916 w 581025"/>
                <a:gd name="connsiteY310" fmla="*/ 86773 h 276225"/>
                <a:gd name="connsiteX311" fmla="*/ 89725 w 581025"/>
                <a:gd name="connsiteY311" fmla="*/ 87249 h 276225"/>
                <a:gd name="connsiteX312" fmla="*/ 87154 w 581025"/>
                <a:gd name="connsiteY312" fmla="*/ 87154 h 276225"/>
                <a:gd name="connsiteX313" fmla="*/ 84963 w 581025"/>
                <a:gd name="connsiteY313" fmla="*/ 87725 h 276225"/>
                <a:gd name="connsiteX314" fmla="*/ 84010 w 581025"/>
                <a:gd name="connsiteY314" fmla="*/ 90297 h 276225"/>
                <a:gd name="connsiteX315" fmla="*/ 83820 w 581025"/>
                <a:gd name="connsiteY315" fmla="*/ 94393 h 276225"/>
                <a:gd name="connsiteX316" fmla="*/ 83248 w 581025"/>
                <a:gd name="connsiteY316" fmla="*/ 95536 h 276225"/>
                <a:gd name="connsiteX317" fmla="*/ 81439 w 581025"/>
                <a:gd name="connsiteY317" fmla="*/ 96202 h 276225"/>
                <a:gd name="connsiteX318" fmla="*/ 76200 w 581025"/>
                <a:gd name="connsiteY318" fmla="*/ 96774 h 276225"/>
                <a:gd name="connsiteX319" fmla="*/ 74581 w 581025"/>
                <a:gd name="connsiteY319" fmla="*/ 97727 h 276225"/>
                <a:gd name="connsiteX320" fmla="*/ 69342 w 581025"/>
                <a:gd name="connsiteY320" fmla="*/ 102203 h 276225"/>
                <a:gd name="connsiteX321" fmla="*/ 67056 w 581025"/>
                <a:gd name="connsiteY321" fmla="*/ 104870 h 276225"/>
                <a:gd name="connsiteX322" fmla="*/ 65532 w 581025"/>
                <a:gd name="connsiteY322" fmla="*/ 108204 h 276225"/>
                <a:gd name="connsiteX323" fmla="*/ 64294 w 581025"/>
                <a:gd name="connsiteY323" fmla="*/ 110014 h 276225"/>
                <a:gd name="connsiteX324" fmla="*/ 62675 w 581025"/>
                <a:gd name="connsiteY324" fmla="*/ 111062 h 276225"/>
                <a:gd name="connsiteX325" fmla="*/ 60960 w 581025"/>
                <a:gd name="connsiteY325" fmla="*/ 111919 h 276225"/>
                <a:gd name="connsiteX326" fmla="*/ 57817 w 581025"/>
                <a:gd name="connsiteY326" fmla="*/ 114395 h 276225"/>
                <a:gd name="connsiteX327" fmla="*/ 49244 w 581025"/>
                <a:gd name="connsiteY327" fmla="*/ 119444 h 276225"/>
                <a:gd name="connsiteX328" fmla="*/ 48101 w 581025"/>
                <a:gd name="connsiteY328" fmla="*/ 121253 h 276225"/>
                <a:gd name="connsiteX329" fmla="*/ 49054 w 581025"/>
                <a:gd name="connsiteY329" fmla="*/ 123539 h 276225"/>
                <a:gd name="connsiteX330" fmla="*/ 50959 w 581025"/>
                <a:gd name="connsiteY330" fmla="*/ 124587 h 276225"/>
                <a:gd name="connsiteX331" fmla="*/ 58388 w 581025"/>
                <a:gd name="connsiteY331" fmla="*/ 125444 h 276225"/>
                <a:gd name="connsiteX332" fmla="*/ 58388 w 581025"/>
                <a:gd name="connsiteY332" fmla="*/ 125444 h 276225"/>
                <a:gd name="connsiteX333" fmla="*/ 58388 w 581025"/>
                <a:gd name="connsiteY333" fmla="*/ 125444 h 276225"/>
                <a:gd name="connsiteX334" fmla="*/ 58388 w 581025"/>
                <a:gd name="connsiteY334" fmla="*/ 125444 h 276225"/>
                <a:gd name="connsiteX335" fmla="*/ 60388 w 581025"/>
                <a:gd name="connsiteY335" fmla="*/ 126683 h 276225"/>
                <a:gd name="connsiteX336" fmla="*/ 61246 w 581025"/>
                <a:gd name="connsiteY336" fmla="*/ 127445 h 276225"/>
                <a:gd name="connsiteX337" fmla="*/ 62008 w 581025"/>
                <a:gd name="connsiteY337" fmla="*/ 128492 h 276225"/>
                <a:gd name="connsiteX338" fmla="*/ 63341 w 581025"/>
                <a:gd name="connsiteY338" fmla="*/ 130874 h 276225"/>
                <a:gd name="connsiteX339" fmla="*/ 64103 w 581025"/>
                <a:gd name="connsiteY339" fmla="*/ 131636 h 276225"/>
                <a:gd name="connsiteX340" fmla="*/ 65056 w 581025"/>
                <a:gd name="connsiteY340" fmla="*/ 131636 h 276225"/>
                <a:gd name="connsiteX341" fmla="*/ 65437 w 581025"/>
                <a:gd name="connsiteY341" fmla="*/ 131636 h 276225"/>
                <a:gd name="connsiteX342" fmla="*/ 67246 w 581025"/>
                <a:gd name="connsiteY342" fmla="*/ 130969 h 276225"/>
                <a:gd name="connsiteX343" fmla="*/ 73723 w 581025"/>
                <a:gd name="connsiteY343" fmla="*/ 127254 h 276225"/>
                <a:gd name="connsiteX344" fmla="*/ 75533 w 581025"/>
                <a:gd name="connsiteY344" fmla="*/ 126968 h 276225"/>
                <a:gd name="connsiteX345" fmla="*/ 76486 w 581025"/>
                <a:gd name="connsiteY345" fmla="*/ 127635 h 276225"/>
                <a:gd name="connsiteX346" fmla="*/ 77343 w 581025"/>
                <a:gd name="connsiteY346" fmla="*/ 128873 h 276225"/>
                <a:gd name="connsiteX347" fmla="*/ 80296 w 581025"/>
                <a:gd name="connsiteY347" fmla="*/ 134017 h 276225"/>
                <a:gd name="connsiteX348" fmla="*/ 80772 w 581025"/>
                <a:gd name="connsiteY348" fmla="*/ 135446 h 276225"/>
                <a:gd name="connsiteX349" fmla="*/ 80867 w 581025"/>
                <a:gd name="connsiteY349" fmla="*/ 136874 h 276225"/>
                <a:gd name="connsiteX350" fmla="*/ 80105 w 581025"/>
                <a:gd name="connsiteY350" fmla="*/ 141161 h 276225"/>
                <a:gd name="connsiteX351" fmla="*/ 80200 w 581025"/>
                <a:gd name="connsiteY351" fmla="*/ 142399 h 276225"/>
                <a:gd name="connsiteX352" fmla="*/ 80867 w 581025"/>
                <a:gd name="connsiteY352" fmla="*/ 143351 h 276225"/>
                <a:gd name="connsiteX353" fmla="*/ 81725 w 581025"/>
                <a:gd name="connsiteY353" fmla="*/ 143256 h 276225"/>
                <a:gd name="connsiteX354" fmla="*/ 82772 w 581025"/>
                <a:gd name="connsiteY354" fmla="*/ 142780 h 276225"/>
                <a:gd name="connsiteX355" fmla="*/ 83915 w 581025"/>
                <a:gd name="connsiteY355" fmla="*/ 142685 h 276225"/>
                <a:gd name="connsiteX356" fmla="*/ 84963 w 581025"/>
                <a:gd name="connsiteY356" fmla="*/ 143066 h 276225"/>
                <a:gd name="connsiteX357" fmla="*/ 85916 w 581025"/>
                <a:gd name="connsiteY357" fmla="*/ 143732 h 276225"/>
                <a:gd name="connsiteX358" fmla="*/ 86773 w 581025"/>
                <a:gd name="connsiteY358" fmla="*/ 144590 h 276225"/>
                <a:gd name="connsiteX359" fmla="*/ 87535 w 581025"/>
                <a:gd name="connsiteY359" fmla="*/ 145637 h 276225"/>
                <a:gd name="connsiteX360" fmla="*/ 88487 w 581025"/>
                <a:gd name="connsiteY360" fmla="*/ 146590 h 276225"/>
                <a:gd name="connsiteX361" fmla="*/ 89535 w 581025"/>
                <a:gd name="connsiteY361" fmla="*/ 146685 h 276225"/>
                <a:gd name="connsiteX362" fmla="*/ 91821 w 581025"/>
                <a:gd name="connsiteY362" fmla="*/ 146304 h 276225"/>
                <a:gd name="connsiteX363" fmla="*/ 94297 w 581025"/>
                <a:gd name="connsiteY363" fmla="*/ 146780 h 276225"/>
                <a:gd name="connsiteX364" fmla="*/ 95441 w 581025"/>
                <a:gd name="connsiteY364" fmla="*/ 147352 h 276225"/>
                <a:gd name="connsiteX365" fmla="*/ 96488 w 581025"/>
                <a:gd name="connsiteY365" fmla="*/ 148209 h 276225"/>
                <a:gd name="connsiteX366" fmla="*/ 97441 w 581025"/>
                <a:gd name="connsiteY366" fmla="*/ 148781 h 276225"/>
                <a:gd name="connsiteX367" fmla="*/ 99441 w 581025"/>
                <a:gd name="connsiteY367" fmla="*/ 149066 h 276225"/>
                <a:gd name="connsiteX368" fmla="*/ 100298 w 581025"/>
                <a:gd name="connsiteY368" fmla="*/ 149733 h 276225"/>
                <a:gd name="connsiteX369" fmla="*/ 101632 w 581025"/>
                <a:gd name="connsiteY369" fmla="*/ 152019 h 276225"/>
                <a:gd name="connsiteX370" fmla="*/ 102489 w 581025"/>
                <a:gd name="connsiteY370" fmla="*/ 152591 h 276225"/>
                <a:gd name="connsiteX371" fmla="*/ 102965 w 581025"/>
                <a:gd name="connsiteY371" fmla="*/ 151257 h 276225"/>
                <a:gd name="connsiteX372" fmla="*/ 102870 w 581025"/>
                <a:gd name="connsiteY372" fmla="*/ 149828 h 276225"/>
                <a:gd name="connsiteX373" fmla="*/ 102584 w 581025"/>
                <a:gd name="connsiteY373" fmla="*/ 148590 h 276225"/>
                <a:gd name="connsiteX374" fmla="*/ 102679 w 581025"/>
                <a:gd name="connsiteY374" fmla="*/ 147638 h 276225"/>
                <a:gd name="connsiteX375" fmla="*/ 103727 w 581025"/>
                <a:gd name="connsiteY375" fmla="*/ 147066 h 276225"/>
                <a:gd name="connsiteX376" fmla="*/ 104966 w 581025"/>
                <a:gd name="connsiteY376" fmla="*/ 147161 h 276225"/>
                <a:gd name="connsiteX377" fmla="*/ 105537 w 581025"/>
                <a:gd name="connsiteY377" fmla="*/ 148019 h 276225"/>
                <a:gd name="connsiteX378" fmla="*/ 106204 w 581025"/>
                <a:gd name="connsiteY378" fmla="*/ 150686 h 276225"/>
                <a:gd name="connsiteX379" fmla="*/ 106680 w 581025"/>
                <a:gd name="connsiteY379" fmla="*/ 151638 h 276225"/>
                <a:gd name="connsiteX380" fmla="*/ 107347 w 581025"/>
                <a:gd name="connsiteY380" fmla="*/ 152400 h 276225"/>
                <a:gd name="connsiteX381" fmla="*/ 108013 w 581025"/>
                <a:gd name="connsiteY381" fmla="*/ 152305 h 276225"/>
                <a:gd name="connsiteX382" fmla="*/ 108585 w 581025"/>
                <a:gd name="connsiteY382" fmla="*/ 150971 h 276225"/>
                <a:gd name="connsiteX383" fmla="*/ 109918 w 581025"/>
                <a:gd name="connsiteY383" fmla="*/ 149257 h 276225"/>
                <a:gd name="connsiteX384" fmla="*/ 113538 w 581025"/>
                <a:gd name="connsiteY384" fmla="*/ 152400 h 276225"/>
                <a:gd name="connsiteX385" fmla="*/ 114681 w 581025"/>
                <a:gd name="connsiteY385" fmla="*/ 151352 h 276225"/>
                <a:gd name="connsiteX386" fmla="*/ 114967 w 581025"/>
                <a:gd name="connsiteY386" fmla="*/ 148971 h 276225"/>
                <a:gd name="connsiteX387" fmla="*/ 114491 w 581025"/>
                <a:gd name="connsiteY387" fmla="*/ 136874 h 276225"/>
                <a:gd name="connsiteX388" fmla="*/ 114776 w 581025"/>
                <a:gd name="connsiteY388" fmla="*/ 136017 h 276225"/>
                <a:gd name="connsiteX389" fmla="*/ 115538 w 581025"/>
                <a:gd name="connsiteY389" fmla="*/ 136208 h 276225"/>
                <a:gd name="connsiteX390" fmla="*/ 118110 w 581025"/>
                <a:gd name="connsiteY390" fmla="*/ 138589 h 276225"/>
                <a:gd name="connsiteX391" fmla="*/ 120396 w 581025"/>
                <a:gd name="connsiteY391" fmla="*/ 139541 h 276225"/>
                <a:gd name="connsiteX392" fmla="*/ 122206 w 581025"/>
                <a:gd name="connsiteY392" fmla="*/ 139160 h 276225"/>
                <a:gd name="connsiteX393" fmla="*/ 123634 w 581025"/>
                <a:gd name="connsiteY393" fmla="*/ 137636 h 276225"/>
                <a:gd name="connsiteX394" fmla="*/ 125349 w 581025"/>
                <a:gd name="connsiteY394" fmla="*/ 133826 h 276225"/>
                <a:gd name="connsiteX395" fmla="*/ 126111 w 581025"/>
                <a:gd name="connsiteY395" fmla="*/ 131445 h 276225"/>
                <a:gd name="connsiteX396" fmla="*/ 126301 w 581025"/>
                <a:gd name="connsiteY396" fmla="*/ 130016 h 276225"/>
                <a:gd name="connsiteX397" fmla="*/ 126111 w 581025"/>
                <a:gd name="connsiteY397" fmla="*/ 128778 h 276225"/>
                <a:gd name="connsiteX398" fmla="*/ 124587 w 581025"/>
                <a:gd name="connsiteY398" fmla="*/ 126873 h 276225"/>
                <a:gd name="connsiteX399" fmla="*/ 124016 w 581025"/>
                <a:gd name="connsiteY399" fmla="*/ 125730 h 276225"/>
                <a:gd name="connsiteX400" fmla="*/ 124016 w 581025"/>
                <a:gd name="connsiteY400" fmla="*/ 125730 h 276225"/>
                <a:gd name="connsiteX401" fmla="*/ 124016 w 581025"/>
                <a:gd name="connsiteY401" fmla="*/ 125730 h 276225"/>
                <a:gd name="connsiteX402" fmla="*/ 124016 w 581025"/>
                <a:gd name="connsiteY402" fmla="*/ 125730 h 276225"/>
                <a:gd name="connsiteX403" fmla="*/ 125063 w 581025"/>
                <a:gd name="connsiteY403" fmla="*/ 123063 h 276225"/>
                <a:gd name="connsiteX404" fmla="*/ 125730 w 581025"/>
                <a:gd name="connsiteY404" fmla="*/ 122301 h 276225"/>
                <a:gd name="connsiteX405" fmla="*/ 126873 w 581025"/>
                <a:gd name="connsiteY405" fmla="*/ 121825 h 276225"/>
                <a:gd name="connsiteX406" fmla="*/ 128016 w 581025"/>
                <a:gd name="connsiteY406" fmla="*/ 122015 h 276225"/>
                <a:gd name="connsiteX407" fmla="*/ 128683 w 581025"/>
                <a:gd name="connsiteY407" fmla="*/ 122968 h 276225"/>
                <a:gd name="connsiteX408" fmla="*/ 128968 w 581025"/>
                <a:gd name="connsiteY408" fmla="*/ 124301 h 276225"/>
                <a:gd name="connsiteX409" fmla="*/ 128968 w 581025"/>
                <a:gd name="connsiteY409" fmla="*/ 125730 h 276225"/>
                <a:gd name="connsiteX410" fmla="*/ 128016 w 581025"/>
                <a:gd name="connsiteY410" fmla="*/ 129635 h 276225"/>
                <a:gd name="connsiteX411" fmla="*/ 128016 w 581025"/>
                <a:gd name="connsiteY411" fmla="*/ 130493 h 276225"/>
                <a:gd name="connsiteX412" fmla="*/ 128492 w 581025"/>
                <a:gd name="connsiteY412" fmla="*/ 130683 h 276225"/>
                <a:gd name="connsiteX413" fmla="*/ 128778 w 581025"/>
                <a:gd name="connsiteY413" fmla="*/ 130112 h 276225"/>
                <a:gd name="connsiteX414" fmla="*/ 128968 w 581025"/>
                <a:gd name="connsiteY414" fmla="*/ 129350 h 276225"/>
                <a:gd name="connsiteX415" fmla="*/ 129254 w 581025"/>
                <a:gd name="connsiteY415" fmla="*/ 128969 h 276225"/>
                <a:gd name="connsiteX416" fmla="*/ 129826 w 581025"/>
                <a:gd name="connsiteY416" fmla="*/ 129159 h 276225"/>
                <a:gd name="connsiteX417" fmla="*/ 130112 w 581025"/>
                <a:gd name="connsiteY417" fmla="*/ 130302 h 276225"/>
                <a:gd name="connsiteX418" fmla="*/ 130588 w 581025"/>
                <a:gd name="connsiteY418" fmla="*/ 130493 h 276225"/>
                <a:gd name="connsiteX419" fmla="*/ 130969 w 581025"/>
                <a:gd name="connsiteY419" fmla="*/ 130112 h 276225"/>
                <a:gd name="connsiteX420" fmla="*/ 130969 w 581025"/>
                <a:gd name="connsiteY420" fmla="*/ 128683 h 276225"/>
                <a:gd name="connsiteX421" fmla="*/ 131350 w 581025"/>
                <a:gd name="connsiteY421" fmla="*/ 128397 h 276225"/>
                <a:gd name="connsiteX422" fmla="*/ 131826 w 581025"/>
                <a:gd name="connsiteY422" fmla="*/ 128588 h 276225"/>
                <a:gd name="connsiteX423" fmla="*/ 132207 w 581025"/>
                <a:gd name="connsiteY423" fmla="*/ 128969 h 276225"/>
                <a:gd name="connsiteX424" fmla="*/ 137160 w 581025"/>
                <a:gd name="connsiteY424" fmla="*/ 136303 h 276225"/>
                <a:gd name="connsiteX425" fmla="*/ 138017 w 581025"/>
                <a:gd name="connsiteY425" fmla="*/ 138398 h 276225"/>
                <a:gd name="connsiteX426" fmla="*/ 138303 w 581025"/>
                <a:gd name="connsiteY426" fmla="*/ 140684 h 276225"/>
                <a:gd name="connsiteX427" fmla="*/ 138208 w 581025"/>
                <a:gd name="connsiteY427" fmla="*/ 143637 h 276225"/>
                <a:gd name="connsiteX428" fmla="*/ 138493 w 581025"/>
                <a:gd name="connsiteY428" fmla="*/ 146590 h 276225"/>
                <a:gd name="connsiteX429" fmla="*/ 139827 w 581025"/>
                <a:gd name="connsiteY429" fmla="*/ 147256 h 276225"/>
                <a:gd name="connsiteX430" fmla="*/ 144018 w 581025"/>
                <a:gd name="connsiteY430" fmla="*/ 146495 h 276225"/>
                <a:gd name="connsiteX431" fmla="*/ 145256 w 581025"/>
                <a:gd name="connsiteY431" fmla="*/ 147542 h 276225"/>
                <a:gd name="connsiteX432" fmla="*/ 146018 w 581025"/>
                <a:gd name="connsiteY432" fmla="*/ 148685 h 276225"/>
                <a:gd name="connsiteX433" fmla="*/ 146971 w 581025"/>
                <a:gd name="connsiteY433" fmla="*/ 149162 h 276225"/>
                <a:gd name="connsiteX434" fmla="*/ 148495 w 581025"/>
                <a:gd name="connsiteY434" fmla="*/ 148209 h 276225"/>
                <a:gd name="connsiteX435" fmla="*/ 149638 w 581025"/>
                <a:gd name="connsiteY435" fmla="*/ 147161 h 276225"/>
                <a:gd name="connsiteX436" fmla="*/ 150876 w 581025"/>
                <a:gd name="connsiteY436" fmla="*/ 146399 h 276225"/>
                <a:gd name="connsiteX437" fmla="*/ 152114 w 581025"/>
                <a:gd name="connsiteY437" fmla="*/ 146209 h 276225"/>
                <a:gd name="connsiteX438" fmla="*/ 153448 w 581025"/>
                <a:gd name="connsiteY438" fmla="*/ 146971 h 276225"/>
                <a:gd name="connsiteX439" fmla="*/ 154019 w 581025"/>
                <a:gd name="connsiteY439" fmla="*/ 148304 h 276225"/>
                <a:gd name="connsiteX440" fmla="*/ 154305 w 581025"/>
                <a:gd name="connsiteY440" fmla="*/ 150209 h 276225"/>
                <a:gd name="connsiteX441" fmla="*/ 154400 w 581025"/>
                <a:gd name="connsiteY441" fmla="*/ 152210 h 276225"/>
                <a:gd name="connsiteX442" fmla="*/ 154876 w 581025"/>
                <a:gd name="connsiteY442" fmla="*/ 155829 h 276225"/>
                <a:gd name="connsiteX443" fmla="*/ 154876 w 581025"/>
                <a:gd name="connsiteY443" fmla="*/ 157163 h 276225"/>
                <a:gd name="connsiteX444" fmla="*/ 154496 w 581025"/>
                <a:gd name="connsiteY444" fmla="*/ 158401 h 276225"/>
                <a:gd name="connsiteX445" fmla="*/ 153734 w 581025"/>
                <a:gd name="connsiteY445" fmla="*/ 160020 h 276225"/>
                <a:gd name="connsiteX446" fmla="*/ 155353 w 581025"/>
                <a:gd name="connsiteY446" fmla="*/ 159544 h 276225"/>
                <a:gd name="connsiteX447" fmla="*/ 158401 w 581025"/>
                <a:gd name="connsiteY447" fmla="*/ 158591 h 276225"/>
                <a:gd name="connsiteX448" fmla="*/ 160306 w 581025"/>
                <a:gd name="connsiteY448" fmla="*/ 158306 h 276225"/>
                <a:gd name="connsiteX449" fmla="*/ 160687 w 581025"/>
                <a:gd name="connsiteY449" fmla="*/ 158020 h 276225"/>
                <a:gd name="connsiteX450" fmla="*/ 161258 w 581025"/>
                <a:gd name="connsiteY450" fmla="*/ 156210 h 276225"/>
                <a:gd name="connsiteX451" fmla="*/ 161544 w 581025"/>
                <a:gd name="connsiteY451" fmla="*/ 155734 h 276225"/>
                <a:gd name="connsiteX452" fmla="*/ 162496 w 581025"/>
                <a:gd name="connsiteY452" fmla="*/ 154972 h 276225"/>
                <a:gd name="connsiteX453" fmla="*/ 163163 w 581025"/>
                <a:gd name="connsiteY453" fmla="*/ 155448 h 276225"/>
                <a:gd name="connsiteX454" fmla="*/ 164687 w 581025"/>
                <a:gd name="connsiteY454" fmla="*/ 157829 h 276225"/>
                <a:gd name="connsiteX455" fmla="*/ 165830 w 581025"/>
                <a:gd name="connsiteY455" fmla="*/ 158496 h 276225"/>
                <a:gd name="connsiteX456" fmla="*/ 167354 w 581025"/>
                <a:gd name="connsiteY456" fmla="*/ 158972 h 276225"/>
                <a:gd name="connsiteX457" fmla="*/ 170117 w 581025"/>
                <a:gd name="connsiteY457" fmla="*/ 159258 h 276225"/>
                <a:gd name="connsiteX458" fmla="*/ 170402 w 581025"/>
                <a:gd name="connsiteY458" fmla="*/ 159449 h 276225"/>
                <a:gd name="connsiteX459" fmla="*/ 170593 w 581025"/>
                <a:gd name="connsiteY459" fmla="*/ 159734 h 276225"/>
                <a:gd name="connsiteX460" fmla="*/ 170593 w 581025"/>
                <a:gd name="connsiteY460" fmla="*/ 160115 h 276225"/>
                <a:gd name="connsiteX461" fmla="*/ 170497 w 581025"/>
                <a:gd name="connsiteY461" fmla="*/ 160496 h 276225"/>
                <a:gd name="connsiteX462" fmla="*/ 170497 w 581025"/>
                <a:gd name="connsiteY462" fmla="*/ 162116 h 276225"/>
                <a:gd name="connsiteX463" fmla="*/ 171450 w 581025"/>
                <a:gd name="connsiteY463" fmla="*/ 162592 h 276225"/>
                <a:gd name="connsiteX464" fmla="*/ 172784 w 581025"/>
                <a:gd name="connsiteY464" fmla="*/ 162687 h 276225"/>
                <a:gd name="connsiteX465" fmla="*/ 173831 w 581025"/>
                <a:gd name="connsiteY465" fmla="*/ 163068 h 276225"/>
                <a:gd name="connsiteX466" fmla="*/ 176117 w 581025"/>
                <a:gd name="connsiteY466" fmla="*/ 166592 h 276225"/>
                <a:gd name="connsiteX467" fmla="*/ 177737 w 581025"/>
                <a:gd name="connsiteY467" fmla="*/ 168402 h 276225"/>
                <a:gd name="connsiteX468" fmla="*/ 179737 w 581025"/>
                <a:gd name="connsiteY468" fmla="*/ 169259 h 276225"/>
                <a:gd name="connsiteX469" fmla="*/ 182023 w 581025"/>
                <a:gd name="connsiteY469" fmla="*/ 169545 h 276225"/>
                <a:gd name="connsiteX470" fmla="*/ 188785 w 581025"/>
                <a:gd name="connsiteY470" fmla="*/ 168974 h 276225"/>
                <a:gd name="connsiteX471" fmla="*/ 190786 w 581025"/>
                <a:gd name="connsiteY471" fmla="*/ 169545 h 276225"/>
                <a:gd name="connsiteX472" fmla="*/ 190976 w 581025"/>
                <a:gd name="connsiteY472" fmla="*/ 171545 h 276225"/>
                <a:gd name="connsiteX473" fmla="*/ 190786 w 581025"/>
                <a:gd name="connsiteY473" fmla="*/ 172688 h 276225"/>
                <a:gd name="connsiteX474" fmla="*/ 191452 w 581025"/>
                <a:gd name="connsiteY474" fmla="*/ 172593 h 276225"/>
                <a:gd name="connsiteX475" fmla="*/ 193929 w 581025"/>
                <a:gd name="connsiteY475" fmla="*/ 170879 h 276225"/>
                <a:gd name="connsiteX476" fmla="*/ 197834 w 581025"/>
                <a:gd name="connsiteY476" fmla="*/ 169069 h 276225"/>
                <a:gd name="connsiteX477" fmla="*/ 198692 w 581025"/>
                <a:gd name="connsiteY477" fmla="*/ 169640 h 276225"/>
                <a:gd name="connsiteX478" fmla="*/ 199454 w 581025"/>
                <a:gd name="connsiteY478" fmla="*/ 170688 h 276225"/>
                <a:gd name="connsiteX479" fmla="*/ 200501 w 581025"/>
                <a:gd name="connsiteY479" fmla="*/ 171450 h 276225"/>
                <a:gd name="connsiteX480" fmla="*/ 203645 w 581025"/>
                <a:gd name="connsiteY480" fmla="*/ 171260 h 276225"/>
                <a:gd name="connsiteX481" fmla="*/ 204788 w 581025"/>
                <a:gd name="connsiteY481" fmla="*/ 171545 h 276225"/>
                <a:gd name="connsiteX482" fmla="*/ 205264 w 581025"/>
                <a:gd name="connsiteY482" fmla="*/ 171641 h 276225"/>
                <a:gd name="connsiteX483" fmla="*/ 205264 w 581025"/>
                <a:gd name="connsiteY483" fmla="*/ 171641 h 276225"/>
                <a:gd name="connsiteX484" fmla="*/ 205550 w 581025"/>
                <a:gd name="connsiteY484" fmla="*/ 173069 h 276225"/>
                <a:gd name="connsiteX485" fmla="*/ 203930 w 581025"/>
                <a:gd name="connsiteY485" fmla="*/ 175165 h 276225"/>
                <a:gd name="connsiteX486" fmla="*/ 201454 w 581025"/>
                <a:gd name="connsiteY486" fmla="*/ 176594 h 276225"/>
                <a:gd name="connsiteX487" fmla="*/ 196501 w 581025"/>
                <a:gd name="connsiteY487" fmla="*/ 178403 h 276225"/>
                <a:gd name="connsiteX488" fmla="*/ 192024 w 581025"/>
                <a:gd name="connsiteY488" fmla="*/ 181261 h 276225"/>
                <a:gd name="connsiteX489" fmla="*/ 188214 w 581025"/>
                <a:gd name="connsiteY489" fmla="*/ 182213 h 276225"/>
                <a:gd name="connsiteX490" fmla="*/ 186404 w 581025"/>
                <a:gd name="connsiteY490" fmla="*/ 182975 h 276225"/>
                <a:gd name="connsiteX491" fmla="*/ 185166 w 581025"/>
                <a:gd name="connsiteY491" fmla="*/ 184880 h 276225"/>
                <a:gd name="connsiteX492" fmla="*/ 184595 w 581025"/>
                <a:gd name="connsiteY492" fmla="*/ 189452 h 276225"/>
                <a:gd name="connsiteX493" fmla="*/ 183071 w 581025"/>
                <a:gd name="connsiteY493" fmla="*/ 190119 h 276225"/>
                <a:gd name="connsiteX494" fmla="*/ 181166 w 581025"/>
                <a:gd name="connsiteY494" fmla="*/ 189262 h 276225"/>
                <a:gd name="connsiteX495" fmla="*/ 180213 w 581025"/>
                <a:gd name="connsiteY495" fmla="*/ 189262 h 276225"/>
                <a:gd name="connsiteX496" fmla="*/ 179832 w 581025"/>
                <a:gd name="connsiteY496" fmla="*/ 190405 h 276225"/>
                <a:gd name="connsiteX497" fmla="*/ 179737 w 581025"/>
                <a:gd name="connsiteY497" fmla="*/ 191452 h 276225"/>
                <a:gd name="connsiteX498" fmla="*/ 179451 w 581025"/>
                <a:gd name="connsiteY498" fmla="*/ 192405 h 276225"/>
                <a:gd name="connsiteX499" fmla="*/ 178975 w 581025"/>
                <a:gd name="connsiteY499" fmla="*/ 193262 h 276225"/>
                <a:gd name="connsiteX500" fmla="*/ 178213 w 581025"/>
                <a:gd name="connsiteY500" fmla="*/ 193929 h 276225"/>
                <a:gd name="connsiteX501" fmla="*/ 176117 w 581025"/>
                <a:gd name="connsiteY501" fmla="*/ 194024 h 276225"/>
                <a:gd name="connsiteX502" fmla="*/ 172402 w 581025"/>
                <a:gd name="connsiteY502" fmla="*/ 191452 h 276225"/>
                <a:gd name="connsiteX503" fmla="*/ 170402 w 581025"/>
                <a:gd name="connsiteY503" fmla="*/ 191167 h 276225"/>
                <a:gd name="connsiteX504" fmla="*/ 168878 w 581025"/>
                <a:gd name="connsiteY504" fmla="*/ 190405 h 276225"/>
                <a:gd name="connsiteX505" fmla="*/ 167164 w 581025"/>
                <a:gd name="connsiteY505" fmla="*/ 188404 h 276225"/>
                <a:gd name="connsiteX506" fmla="*/ 165449 w 581025"/>
                <a:gd name="connsiteY506" fmla="*/ 186881 h 276225"/>
                <a:gd name="connsiteX507" fmla="*/ 163925 w 581025"/>
                <a:gd name="connsiteY507" fmla="*/ 187547 h 276225"/>
                <a:gd name="connsiteX508" fmla="*/ 163735 w 581025"/>
                <a:gd name="connsiteY508" fmla="*/ 188690 h 276225"/>
                <a:gd name="connsiteX509" fmla="*/ 163735 w 581025"/>
                <a:gd name="connsiteY509" fmla="*/ 188690 h 276225"/>
                <a:gd name="connsiteX510" fmla="*/ 164878 w 581025"/>
                <a:gd name="connsiteY510" fmla="*/ 190595 h 276225"/>
                <a:gd name="connsiteX511" fmla="*/ 164878 w 581025"/>
                <a:gd name="connsiteY511" fmla="*/ 190595 h 276225"/>
                <a:gd name="connsiteX512" fmla="*/ 164878 w 581025"/>
                <a:gd name="connsiteY512" fmla="*/ 191834 h 276225"/>
                <a:gd name="connsiteX513" fmla="*/ 164497 w 581025"/>
                <a:gd name="connsiteY513" fmla="*/ 192977 h 276225"/>
                <a:gd name="connsiteX514" fmla="*/ 164497 w 581025"/>
                <a:gd name="connsiteY514" fmla="*/ 193739 h 276225"/>
                <a:gd name="connsiteX515" fmla="*/ 164497 w 581025"/>
                <a:gd name="connsiteY515" fmla="*/ 193739 h 276225"/>
                <a:gd name="connsiteX516" fmla="*/ 164973 w 581025"/>
                <a:gd name="connsiteY516" fmla="*/ 194405 h 276225"/>
                <a:gd name="connsiteX517" fmla="*/ 167259 w 581025"/>
                <a:gd name="connsiteY517" fmla="*/ 196025 h 276225"/>
                <a:gd name="connsiteX518" fmla="*/ 167259 w 581025"/>
                <a:gd name="connsiteY518" fmla="*/ 196025 h 276225"/>
                <a:gd name="connsiteX519" fmla="*/ 167450 w 581025"/>
                <a:gd name="connsiteY519" fmla="*/ 196596 h 276225"/>
                <a:gd name="connsiteX520" fmla="*/ 167735 w 581025"/>
                <a:gd name="connsiteY520" fmla="*/ 197358 h 276225"/>
                <a:gd name="connsiteX521" fmla="*/ 167735 w 581025"/>
                <a:gd name="connsiteY521" fmla="*/ 197358 h 276225"/>
                <a:gd name="connsiteX522" fmla="*/ 167640 w 581025"/>
                <a:gd name="connsiteY522" fmla="*/ 198977 h 276225"/>
                <a:gd name="connsiteX523" fmla="*/ 167068 w 581025"/>
                <a:gd name="connsiteY523" fmla="*/ 200692 h 276225"/>
                <a:gd name="connsiteX524" fmla="*/ 166021 w 581025"/>
                <a:gd name="connsiteY524" fmla="*/ 202121 h 276225"/>
                <a:gd name="connsiteX525" fmla="*/ 164783 w 581025"/>
                <a:gd name="connsiteY525" fmla="*/ 202406 h 276225"/>
                <a:gd name="connsiteX526" fmla="*/ 163354 w 581025"/>
                <a:gd name="connsiteY526" fmla="*/ 201835 h 276225"/>
                <a:gd name="connsiteX527" fmla="*/ 160210 w 581025"/>
                <a:gd name="connsiteY527" fmla="*/ 200025 h 276225"/>
                <a:gd name="connsiteX528" fmla="*/ 159448 w 581025"/>
                <a:gd name="connsiteY528" fmla="*/ 199739 h 276225"/>
                <a:gd name="connsiteX529" fmla="*/ 157067 w 581025"/>
                <a:gd name="connsiteY529" fmla="*/ 199835 h 276225"/>
                <a:gd name="connsiteX530" fmla="*/ 156400 w 581025"/>
                <a:gd name="connsiteY530" fmla="*/ 199644 h 276225"/>
                <a:gd name="connsiteX531" fmla="*/ 156400 w 581025"/>
                <a:gd name="connsiteY531" fmla="*/ 199644 h 276225"/>
                <a:gd name="connsiteX532" fmla="*/ 156686 w 581025"/>
                <a:gd name="connsiteY532" fmla="*/ 198977 h 276225"/>
                <a:gd name="connsiteX533" fmla="*/ 157258 w 581025"/>
                <a:gd name="connsiteY533" fmla="*/ 198787 h 276225"/>
                <a:gd name="connsiteX534" fmla="*/ 158115 w 581025"/>
                <a:gd name="connsiteY534" fmla="*/ 198692 h 276225"/>
                <a:gd name="connsiteX535" fmla="*/ 158877 w 581025"/>
                <a:gd name="connsiteY535" fmla="*/ 198406 h 276225"/>
                <a:gd name="connsiteX536" fmla="*/ 159067 w 581025"/>
                <a:gd name="connsiteY536" fmla="*/ 197739 h 276225"/>
                <a:gd name="connsiteX537" fmla="*/ 159067 w 581025"/>
                <a:gd name="connsiteY537" fmla="*/ 197739 h 276225"/>
                <a:gd name="connsiteX538" fmla="*/ 158591 w 581025"/>
                <a:gd name="connsiteY538" fmla="*/ 197358 h 276225"/>
                <a:gd name="connsiteX539" fmla="*/ 157639 w 581025"/>
                <a:gd name="connsiteY539" fmla="*/ 197263 h 276225"/>
                <a:gd name="connsiteX540" fmla="*/ 157258 w 581025"/>
                <a:gd name="connsiteY540" fmla="*/ 197263 h 276225"/>
                <a:gd name="connsiteX541" fmla="*/ 154876 w 581025"/>
                <a:gd name="connsiteY541" fmla="*/ 197358 h 276225"/>
                <a:gd name="connsiteX542" fmla="*/ 154019 w 581025"/>
                <a:gd name="connsiteY542" fmla="*/ 197549 h 276225"/>
                <a:gd name="connsiteX543" fmla="*/ 150495 w 581025"/>
                <a:gd name="connsiteY543" fmla="*/ 199454 h 276225"/>
                <a:gd name="connsiteX544" fmla="*/ 150019 w 581025"/>
                <a:gd name="connsiteY544" fmla="*/ 200120 h 276225"/>
                <a:gd name="connsiteX545" fmla="*/ 149733 w 581025"/>
                <a:gd name="connsiteY545" fmla="*/ 201454 h 276225"/>
                <a:gd name="connsiteX546" fmla="*/ 148971 w 581025"/>
                <a:gd name="connsiteY546" fmla="*/ 203359 h 276225"/>
                <a:gd name="connsiteX547" fmla="*/ 147542 w 581025"/>
                <a:gd name="connsiteY547" fmla="*/ 204788 h 276225"/>
                <a:gd name="connsiteX548" fmla="*/ 142970 w 581025"/>
                <a:gd name="connsiteY548" fmla="*/ 207074 h 276225"/>
                <a:gd name="connsiteX549" fmla="*/ 142684 w 581025"/>
                <a:gd name="connsiteY549" fmla="*/ 208026 h 276225"/>
                <a:gd name="connsiteX550" fmla="*/ 142684 w 581025"/>
                <a:gd name="connsiteY550" fmla="*/ 208026 h 276225"/>
                <a:gd name="connsiteX551" fmla="*/ 143066 w 581025"/>
                <a:gd name="connsiteY551" fmla="*/ 209074 h 276225"/>
                <a:gd name="connsiteX552" fmla="*/ 144018 w 581025"/>
                <a:gd name="connsiteY552" fmla="*/ 209836 h 276225"/>
                <a:gd name="connsiteX553" fmla="*/ 145542 w 581025"/>
                <a:gd name="connsiteY553" fmla="*/ 210502 h 276225"/>
                <a:gd name="connsiteX554" fmla="*/ 145923 w 581025"/>
                <a:gd name="connsiteY554" fmla="*/ 210788 h 276225"/>
                <a:gd name="connsiteX555" fmla="*/ 146304 w 581025"/>
                <a:gd name="connsiteY555" fmla="*/ 210979 h 276225"/>
                <a:gd name="connsiteX556" fmla="*/ 146590 w 581025"/>
                <a:gd name="connsiteY556" fmla="*/ 211550 h 276225"/>
                <a:gd name="connsiteX557" fmla="*/ 146209 w 581025"/>
                <a:gd name="connsiteY557" fmla="*/ 212312 h 276225"/>
                <a:gd name="connsiteX558" fmla="*/ 145447 w 581025"/>
                <a:gd name="connsiteY558" fmla="*/ 212503 h 276225"/>
                <a:gd name="connsiteX559" fmla="*/ 144589 w 581025"/>
                <a:gd name="connsiteY559" fmla="*/ 212408 h 276225"/>
                <a:gd name="connsiteX560" fmla="*/ 143923 w 581025"/>
                <a:gd name="connsiteY560" fmla="*/ 212122 h 276225"/>
                <a:gd name="connsiteX561" fmla="*/ 143542 w 581025"/>
                <a:gd name="connsiteY561" fmla="*/ 212027 h 276225"/>
                <a:gd name="connsiteX562" fmla="*/ 143256 w 581025"/>
                <a:gd name="connsiteY562" fmla="*/ 212122 h 276225"/>
                <a:gd name="connsiteX563" fmla="*/ 142684 w 581025"/>
                <a:gd name="connsiteY563" fmla="*/ 212312 h 276225"/>
                <a:gd name="connsiteX564" fmla="*/ 140589 w 581025"/>
                <a:gd name="connsiteY564" fmla="*/ 212122 h 276225"/>
                <a:gd name="connsiteX565" fmla="*/ 138493 w 581025"/>
                <a:gd name="connsiteY565" fmla="*/ 211646 h 276225"/>
                <a:gd name="connsiteX566" fmla="*/ 136588 w 581025"/>
                <a:gd name="connsiteY566" fmla="*/ 211741 h 276225"/>
                <a:gd name="connsiteX567" fmla="*/ 134969 w 581025"/>
                <a:gd name="connsiteY567" fmla="*/ 213360 h 276225"/>
                <a:gd name="connsiteX568" fmla="*/ 134017 w 581025"/>
                <a:gd name="connsiteY568" fmla="*/ 215551 h 276225"/>
                <a:gd name="connsiteX569" fmla="*/ 133445 w 581025"/>
                <a:gd name="connsiteY569" fmla="*/ 216503 h 276225"/>
                <a:gd name="connsiteX570" fmla="*/ 132588 w 581025"/>
                <a:gd name="connsiteY570" fmla="*/ 217361 h 276225"/>
                <a:gd name="connsiteX571" fmla="*/ 129826 w 581025"/>
                <a:gd name="connsiteY571" fmla="*/ 218980 h 276225"/>
                <a:gd name="connsiteX572" fmla="*/ 129064 w 581025"/>
                <a:gd name="connsiteY572" fmla="*/ 219170 h 276225"/>
                <a:gd name="connsiteX573" fmla="*/ 128016 w 581025"/>
                <a:gd name="connsiteY573" fmla="*/ 218694 h 276225"/>
                <a:gd name="connsiteX574" fmla="*/ 127730 w 581025"/>
                <a:gd name="connsiteY574" fmla="*/ 217646 h 276225"/>
                <a:gd name="connsiteX575" fmla="*/ 127730 w 581025"/>
                <a:gd name="connsiteY575" fmla="*/ 214789 h 276225"/>
                <a:gd name="connsiteX576" fmla="*/ 127349 w 581025"/>
                <a:gd name="connsiteY576" fmla="*/ 213360 h 276225"/>
                <a:gd name="connsiteX577" fmla="*/ 126587 w 581025"/>
                <a:gd name="connsiteY577" fmla="*/ 211836 h 276225"/>
                <a:gd name="connsiteX578" fmla="*/ 125635 w 581025"/>
                <a:gd name="connsiteY578" fmla="*/ 211074 h 276225"/>
                <a:gd name="connsiteX579" fmla="*/ 124682 w 581025"/>
                <a:gd name="connsiteY579" fmla="*/ 211931 h 276225"/>
                <a:gd name="connsiteX580" fmla="*/ 124396 w 581025"/>
                <a:gd name="connsiteY580" fmla="*/ 213265 h 276225"/>
                <a:gd name="connsiteX581" fmla="*/ 124301 w 581025"/>
                <a:gd name="connsiteY581" fmla="*/ 214503 h 276225"/>
                <a:gd name="connsiteX582" fmla="*/ 123825 w 581025"/>
                <a:gd name="connsiteY582" fmla="*/ 215265 h 276225"/>
                <a:gd name="connsiteX583" fmla="*/ 122492 w 581025"/>
                <a:gd name="connsiteY583" fmla="*/ 215360 h 276225"/>
                <a:gd name="connsiteX584" fmla="*/ 120015 w 581025"/>
                <a:gd name="connsiteY584" fmla="*/ 214884 h 276225"/>
                <a:gd name="connsiteX585" fmla="*/ 118777 w 581025"/>
                <a:gd name="connsiteY585" fmla="*/ 214408 h 276225"/>
                <a:gd name="connsiteX586" fmla="*/ 117634 w 581025"/>
                <a:gd name="connsiteY586" fmla="*/ 213741 h 276225"/>
                <a:gd name="connsiteX587" fmla="*/ 116681 w 581025"/>
                <a:gd name="connsiteY587" fmla="*/ 212789 h 276225"/>
                <a:gd name="connsiteX588" fmla="*/ 116300 w 581025"/>
                <a:gd name="connsiteY588" fmla="*/ 211741 h 276225"/>
                <a:gd name="connsiteX589" fmla="*/ 115824 w 581025"/>
                <a:gd name="connsiteY589" fmla="*/ 210884 h 276225"/>
                <a:gd name="connsiteX590" fmla="*/ 113443 w 581025"/>
                <a:gd name="connsiteY590" fmla="*/ 210122 h 276225"/>
                <a:gd name="connsiteX591" fmla="*/ 111823 w 581025"/>
                <a:gd name="connsiteY591" fmla="*/ 208598 h 276225"/>
                <a:gd name="connsiteX592" fmla="*/ 110776 w 581025"/>
                <a:gd name="connsiteY592" fmla="*/ 208502 h 276225"/>
                <a:gd name="connsiteX593" fmla="*/ 109156 w 581025"/>
                <a:gd name="connsiteY593" fmla="*/ 208693 h 276225"/>
                <a:gd name="connsiteX594" fmla="*/ 108299 w 581025"/>
                <a:gd name="connsiteY594" fmla="*/ 208598 h 276225"/>
                <a:gd name="connsiteX595" fmla="*/ 107537 w 581025"/>
                <a:gd name="connsiteY595" fmla="*/ 208312 h 276225"/>
                <a:gd name="connsiteX596" fmla="*/ 106966 w 581025"/>
                <a:gd name="connsiteY596" fmla="*/ 207645 h 276225"/>
                <a:gd name="connsiteX597" fmla="*/ 106489 w 581025"/>
                <a:gd name="connsiteY597" fmla="*/ 206883 h 276225"/>
                <a:gd name="connsiteX598" fmla="*/ 105918 w 581025"/>
                <a:gd name="connsiteY598" fmla="*/ 206502 h 276225"/>
                <a:gd name="connsiteX599" fmla="*/ 105156 w 581025"/>
                <a:gd name="connsiteY599" fmla="*/ 206693 h 276225"/>
                <a:gd name="connsiteX600" fmla="*/ 104299 w 581025"/>
                <a:gd name="connsiteY600" fmla="*/ 207931 h 276225"/>
                <a:gd name="connsiteX601" fmla="*/ 103822 w 581025"/>
                <a:gd name="connsiteY601" fmla="*/ 209455 h 276225"/>
                <a:gd name="connsiteX602" fmla="*/ 103060 w 581025"/>
                <a:gd name="connsiteY602" fmla="*/ 210598 h 276225"/>
                <a:gd name="connsiteX603" fmla="*/ 101441 w 581025"/>
                <a:gd name="connsiteY603" fmla="*/ 210788 h 276225"/>
                <a:gd name="connsiteX604" fmla="*/ 95345 w 581025"/>
                <a:gd name="connsiteY604" fmla="*/ 209931 h 276225"/>
                <a:gd name="connsiteX605" fmla="*/ 92297 w 581025"/>
                <a:gd name="connsiteY605" fmla="*/ 210502 h 276225"/>
                <a:gd name="connsiteX606" fmla="*/ 90392 w 581025"/>
                <a:gd name="connsiteY606" fmla="*/ 212408 h 276225"/>
                <a:gd name="connsiteX607" fmla="*/ 91440 w 581025"/>
                <a:gd name="connsiteY607" fmla="*/ 214122 h 276225"/>
                <a:gd name="connsiteX608" fmla="*/ 90583 w 581025"/>
                <a:gd name="connsiteY608" fmla="*/ 215837 h 276225"/>
                <a:gd name="connsiteX609" fmla="*/ 88773 w 581025"/>
                <a:gd name="connsiteY609" fmla="*/ 217170 h 276225"/>
                <a:gd name="connsiteX610" fmla="*/ 87154 w 581025"/>
                <a:gd name="connsiteY610" fmla="*/ 217742 h 276225"/>
                <a:gd name="connsiteX611" fmla="*/ 84392 w 581025"/>
                <a:gd name="connsiteY611" fmla="*/ 217075 h 276225"/>
                <a:gd name="connsiteX612" fmla="*/ 83725 w 581025"/>
                <a:gd name="connsiteY612" fmla="*/ 217361 h 276225"/>
                <a:gd name="connsiteX613" fmla="*/ 83344 w 581025"/>
                <a:gd name="connsiteY613" fmla="*/ 217646 h 276225"/>
                <a:gd name="connsiteX614" fmla="*/ 82391 w 581025"/>
                <a:gd name="connsiteY614" fmla="*/ 218123 h 276225"/>
                <a:gd name="connsiteX615" fmla="*/ 82391 w 581025"/>
                <a:gd name="connsiteY615" fmla="*/ 218027 h 276225"/>
                <a:gd name="connsiteX616" fmla="*/ 82201 w 581025"/>
                <a:gd name="connsiteY616" fmla="*/ 217837 h 276225"/>
                <a:gd name="connsiteX617" fmla="*/ 81915 w 581025"/>
                <a:gd name="connsiteY617" fmla="*/ 217742 h 276225"/>
                <a:gd name="connsiteX618" fmla="*/ 81629 w 581025"/>
                <a:gd name="connsiteY618" fmla="*/ 217742 h 276225"/>
                <a:gd name="connsiteX619" fmla="*/ 81439 w 581025"/>
                <a:gd name="connsiteY619" fmla="*/ 217932 h 276225"/>
                <a:gd name="connsiteX620" fmla="*/ 81153 w 581025"/>
                <a:gd name="connsiteY620" fmla="*/ 218408 h 276225"/>
                <a:gd name="connsiteX621" fmla="*/ 79058 w 581025"/>
                <a:gd name="connsiteY621" fmla="*/ 220123 h 276225"/>
                <a:gd name="connsiteX622" fmla="*/ 78296 w 581025"/>
                <a:gd name="connsiteY622" fmla="*/ 220599 h 276225"/>
                <a:gd name="connsiteX623" fmla="*/ 74962 w 581025"/>
                <a:gd name="connsiteY623" fmla="*/ 221742 h 276225"/>
                <a:gd name="connsiteX624" fmla="*/ 73533 w 581025"/>
                <a:gd name="connsiteY624" fmla="*/ 223075 h 276225"/>
                <a:gd name="connsiteX625" fmla="*/ 73247 w 581025"/>
                <a:gd name="connsiteY625" fmla="*/ 224790 h 276225"/>
                <a:gd name="connsiteX626" fmla="*/ 73342 w 581025"/>
                <a:gd name="connsiteY626" fmla="*/ 226886 h 276225"/>
                <a:gd name="connsiteX627" fmla="*/ 72866 w 581025"/>
                <a:gd name="connsiteY627" fmla="*/ 229267 h 276225"/>
                <a:gd name="connsiteX628" fmla="*/ 72200 w 581025"/>
                <a:gd name="connsiteY628" fmla="*/ 230505 h 276225"/>
                <a:gd name="connsiteX629" fmla="*/ 71247 w 581025"/>
                <a:gd name="connsiteY629" fmla="*/ 231458 h 276225"/>
                <a:gd name="connsiteX630" fmla="*/ 70199 w 581025"/>
                <a:gd name="connsiteY630" fmla="*/ 232124 h 276225"/>
                <a:gd name="connsiteX631" fmla="*/ 69056 w 581025"/>
                <a:gd name="connsiteY631" fmla="*/ 232505 h 276225"/>
                <a:gd name="connsiteX632" fmla="*/ 66866 w 581025"/>
                <a:gd name="connsiteY632" fmla="*/ 232600 h 276225"/>
                <a:gd name="connsiteX633" fmla="*/ 67246 w 581025"/>
                <a:gd name="connsiteY633" fmla="*/ 233172 h 276225"/>
                <a:gd name="connsiteX634" fmla="*/ 66866 w 581025"/>
                <a:gd name="connsiteY634" fmla="*/ 233744 h 276225"/>
                <a:gd name="connsiteX635" fmla="*/ 66389 w 581025"/>
                <a:gd name="connsiteY635" fmla="*/ 235267 h 276225"/>
                <a:gd name="connsiteX636" fmla="*/ 65913 w 581025"/>
                <a:gd name="connsiteY636" fmla="*/ 235839 h 276225"/>
                <a:gd name="connsiteX637" fmla="*/ 64770 w 581025"/>
                <a:gd name="connsiteY637" fmla="*/ 235458 h 276225"/>
                <a:gd name="connsiteX638" fmla="*/ 64389 w 581025"/>
                <a:gd name="connsiteY638" fmla="*/ 234601 h 276225"/>
                <a:gd name="connsiteX639" fmla="*/ 64579 w 581025"/>
                <a:gd name="connsiteY639" fmla="*/ 233363 h 276225"/>
                <a:gd name="connsiteX640" fmla="*/ 65056 w 581025"/>
                <a:gd name="connsiteY640" fmla="*/ 232124 h 276225"/>
                <a:gd name="connsiteX641" fmla="*/ 65722 w 581025"/>
                <a:gd name="connsiteY641" fmla="*/ 231172 h 276225"/>
                <a:gd name="connsiteX642" fmla="*/ 66484 w 581025"/>
                <a:gd name="connsiteY642" fmla="*/ 230600 h 276225"/>
                <a:gd name="connsiteX643" fmla="*/ 67342 w 581025"/>
                <a:gd name="connsiteY643" fmla="*/ 230124 h 276225"/>
                <a:gd name="connsiteX644" fmla="*/ 68199 w 581025"/>
                <a:gd name="connsiteY644" fmla="*/ 229553 h 276225"/>
                <a:gd name="connsiteX645" fmla="*/ 68961 w 581025"/>
                <a:gd name="connsiteY645" fmla="*/ 228029 h 276225"/>
                <a:gd name="connsiteX646" fmla="*/ 68389 w 581025"/>
                <a:gd name="connsiteY646" fmla="*/ 226790 h 276225"/>
                <a:gd name="connsiteX647" fmla="*/ 67151 w 581025"/>
                <a:gd name="connsiteY647" fmla="*/ 225933 h 276225"/>
                <a:gd name="connsiteX648" fmla="*/ 65818 w 581025"/>
                <a:gd name="connsiteY648" fmla="*/ 225552 h 276225"/>
                <a:gd name="connsiteX649" fmla="*/ 61627 w 581025"/>
                <a:gd name="connsiteY649" fmla="*/ 224885 h 276225"/>
                <a:gd name="connsiteX650" fmla="*/ 59626 w 581025"/>
                <a:gd name="connsiteY650" fmla="*/ 224028 h 276225"/>
                <a:gd name="connsiteX651" fmla="*/ 57817 w 581025"/>
                <a:gd name="connsiteY651" fmla="*/ 223838 h 276225"/>
                <a:gd name="connsiteX652" fmla="*/ 56864 w 581025"/>
                <a:gd name="connsiteY652" fmla="*/ 223361 h 276225"/>
                <a:gd name="connsiteX653" fmla="*/ 56007 w 581025"/>
                <a:gd name="connsiteY653" fmla="*/ 222409 h 276225"/>
                <a:gd name="connsiteX654" fmla="*/ 55340 w 581025"/>
                <a:gd name="connsiteY654" fmla="*/ 221456 h 276225"/>
                <a:gd name="connsiteX655" fmla="*/ 54578 w 581025"/>
                <a:gd name="connsiteY655" fmla="*/ 220599 h 276225"/>
                <a:gd name="connsiteX656" fmla="*/ 53435 w 581025"/>
                <a:gd name="connsiteY656" fmla="*/ 220027 h 276225"/>
                <a:gd name="connsiteX657" fmla="*/ 52197 w 581025"/>
                <a:gd name="connsiteY657" fmla="*/ 219932 h 276225"/>
                <a:gd name="connsiteX658" fmla="*/ 49625 w 581025"/>
                <a:gd name="connsiteY658" fmla="*/ 220123 h 276225"/>
                <a:gd name="connsiteX659" fmla="*/ 48482 w 581025"/>
                <a:gd name="connsiteY659" fmla="*/ 219742 h 276225"/>
                <a:gd name="connsiteX660" fmla="*/ 40958 w 581025"/>
                <a:gd name="connsiteY660" fmla="*/ 214789 h 276225"/>
                <a:gd name="connsiteX661" fmla="*/ 39148 w 581025"/>
                <a:gd name="connsiteY661" fmla="*/ 214598 h 276225"/>
                <a:gd name="connsiteX662" fmla="*/ 18383 w 581025"/>
                <a:gd name="connsiteY662" fmla="*/ 222028 h 276225"/>
                <a:gd name="connsiteX663" fmla="*/ 17526 w 581025"/>
                <a:gd name="connsiteY663" fmla="*/ 222123 h 276225"/>
                <a:gd name="connsiteX664" fmla="*/ 16669 w 581025"/>
                <a:gd name="connsiteY664" fmla="*/ 222028 h 276225"/>
                <a:gd name="connsiteX665" fmla="*/ 16288 w 581025"/>
                <a:gd name="connsiteY665" fmla="*/ 221742 h 276225"/>
                <a:gd name="connsiteX666" fmla="*/ 15716 w 581025"/>
                <a:gd name="connsiteY666" fmla="*/ 220694 h 276225"/>
                <a:gd name="connsiteX667" fmla="*/ 15335 w 581025"/>
                <a:gd name="connsiteY667" fmla="*/ 220599 h 276225"/>
                <a:gd name="connsiteX668" fmla="*/ 15145 w 581025"/>
                <a:gd name="connsiteY668" fmla="*/ 220885 h 276225"/>
                <a:gd name="connsiteX669" fmla="*/ 14954 w 581025"/>
                <a:gd name="connsiteY669" fmla="*/ 222028 h 276225"/>
                <a:gd name="connsiteX670" fmla="*/ 14764 w 581025"/>
                <a:gd name="connsiteY670" fmla="*/ 222504 h 276225"/>
                <a:gd name="connsiteX671" fmla="*/ 13716 w 581025"/>
                <a:gd name="connsiteY671" fmla="*/ 224123 h 276225"/>
                <a:gd name="connsiteX672" fmla="*/ 12859 w 581025"/>
                <a:gd name="connsiteY672" fmla="*/ 225647 h 276225"/>
                <a:gd name="connsiteX673" fmla="*/ 12478 w 581025"/>
                <a:gd name="connsiteY673" fmla="*/ 227362 h 276225"/>
                <a:gd name="connsiteX674" fmla="*/ 12859 w 581025"/>
                <a:gd name="connsiteY674" fmla="*/ 229553 h 276225"/>
                <a:gd name="connsiteX675" fmla="*/ 13049 w 581025"/>
                <a:gd name="connsiteY675" fmla="*/ 229934 h 276225"/>
                <a:gd name="connsiteX676" fmla="*/ 13144 w 581025"/>
                <a:gd name="connsiteY676" fmla="*/ 230315 h 276225"/>
                <a:gd name="connsiteX677" fmla="*/ 13144 w 581025"/>
                <a:gd name="connsiteY677" fmla="*/ 230791 h 276225"/>
                <a:gd name="connsiteX678" fmla="*/ 13144 w 581025"/>
                <a:gd name="connsiteY678" fmla="*/ 231267 h 276225"/>
                <a:gd name="connsiteX679" fmla="*/ 14383 w 581025"/>
                <a:gd name="connsiteY679" fmla="*/ 233458 h 276225"/>
                <a:gd name="connsiteX680" fmla="*/ 14478 w 581025"/>
                <a:gd name="connsiteY680" fmla="*/ 234410 h 276225"/>
                <a:gd name="connsiteX681" fmla="*/ 9430 w 581025"/>
                <a:gd name="connsiteY681" fmla="*/ 236220 h 276225"/>
                <a:gd name="connsiteX682" fmla="*/ 6858 w 581025"/>
                <a:gd name="connsiteY682" fmla="*/ 231838 h 276225"/>
                <a:gd name="connsiteX683" fmla="*/ 5334 w 581025"/>
                <a:gd name="connsiteY683" fmla="*/ 230124 h 276225"/>
                <a:gd name="connsiteX684" fmla="*/ 4572 w 581025"/>
                <a:gd name="connsiteY684" fmla="*/ 229934 h 276225"/>
                <a:gd name="connsiteX685" fmla="*/ 4381 w 581025"/>
                <a:gd name="connsiteY685" fmla="*/ 230124 h 276225"/>
                <a:gd name="connsiteX686" fmla="*/ 4381 w 581025"/>
                <a:gd name="connsiteY686" fmla="*/ 230505 h 276225"/>
                <a:gd name="connsiteX687" fmla="*/ 4191 w 581025"/>
                <a:gd name="connsiteY687" fmla="*/ 231172 h 276225"/>
                <a:gd name="connsiteX688" fmla="*/ 3143 w 581025"/>
                <a:gd name="connsiteY688" fmla="*/ 233458 h 276225"/>
                <a:gd name="connsiteX689" fmla="*/ 762 w 581025"/>
                <a:gd name="connsiteY689" fmla="*/ 240792 h 276225"/>
                <a:gd name="connsiteX690" fmla="*/ 190 w 581025"/>
                <a:gd name="connsiteY690" fmla="*/ 243459 h 276225"/>
                <a:gd name="connsiteX691" fmla="*/ 0 w 581025"/>
                <a:gd name="connsiteY691" fmla="*/ 246126 h 276225"/>
                <a:gd name="connsiteX692" fmla="*/ 381 w 581025"/>
                <a:gd name="connsiteY692" fmla="*/ 247364 h 276225"/>
                <a:gd name="connsiteX693" fmla="*/ 1143 w 581025"/>
                <a:gd name="connsiteY693" fmla="*/ 248317 h 276225"/>
                <a:gd name="connsiteX694" fmla="*/ 2096 w 581025"/>
                <a:gd name="connsiteY694" fmla="*/ 249079 h 276225"/>
                <a:gd name="connsiteX695" fmla="*/ 2857 w 581025"/>
                <a:gd name="connsiteY695" fmla="*/ 250031 h 276225"/>
                <a:gd name="connsiteX696" fmla="*/ 3238 w 581025"/>
                <a:gd name="connsiteY696" fmla="*/ 251174 h 276225"/>
                <a:gd name="connsiteX697" fmla="*/ 3429 w 581025"/>
                <a:gd name="connsiteY697" fmla="*/ 252508 h 276225"/>
                <a:gd name="connsiteX698" fmla="*/ 3143 w 581025"/>
                <a:gd name="connsiteY698" fmla="*/ 260604 h 276225"/>
                <a:gd name="connsiteX699" fmla="*/ 3905 w 581025"/>
                <a:gd name="connsiteY699" fmla="*/ 262223 h 276225"/>
                <a:gd name="connsiteX700" fmla="*/ 6001 w 581025"/>
                <a:gd name="connsiteY700" fmla="*/ 261366 h 276225"/>
                <a:gd name="connsiteX701" fmla="*/ 6286 w 581025"/>
                <a:gd name="connsiteY701" fmla="*/ 260890 h 276225"/>
                <a:gd name="connsiteX702" fmla="*/ 6382 w 581025"/>
                <a:gd name="connsiteY702" fmla="*/ 260318 h 276225"/>
                <a:gd name="connsiteX703" fmla="*/ 6572 w 581025"/>
                <a:gd name="connsiteY703" fmla="*/ 259842 h 276225"/>
                <a:gd name="connsiteX704" fmla="*/ 7048 w 581025"/>
                <a:gd name="connsiteY704" fmla="*/ 259651 h 276225"/>
                <a:gd name="connsiteX705" fmla="*/ 7334 w 581025"/>
                <a:gd name="connsiteY705" fmla="*/ 259842 h 276225"/>
                <a:gd name="connsiteX706" fmla="*/ 8572 w 581025"/>
                <a:gd name="connsiteY706" fmla="*/ 261175 h 276225"/>
                <a:gd name="connsiteX707" fmla="*/ 9620 w 581025"/>
                <a:gd name="connsiteY707" fmla="*/ 261557 h 276225"/>
                <a:gd name="connsiteX708" fmla="*/ 11906 w 581025"/>
                <a:gd name="connsiteY708" fmla="*/ 261175 h 276225"/>
                <a:gd name="connsiteX709" fmla="*/ 13049 w 581025"/>
                <a:gd name="connsiteY709" fmla="*/ 261175 h 276225"/>
                <a:gd name="connsiteX710" fmla="*/ 14002 w 581025"/>
                <a:gd name="connsiteY710" fmla="*/ 260985 h 276225"/>
                <a:gd name="connsiteX711" fmla="*/ 14954 w 581025"/>
                <a:gd name="connsiteY711" fmla="*/ 260604 h 276225"/>
                <a:gd name="connsiteX712" fmla="*/ 15811 w 581025"/>
                <a:gd name="connsiteY712" fmla="*/ 260033 h 276225"/>
                <a:gd name="connsiteX713" fmla="*/ 17621 w 581025"/>
                <a:gd name="connsiteY713" fmla="*/ 258509 h 276225"/>
                <a:gd name="connsiteX714" fmla="*/ 18574 w 581025"/>
                <a:gd name="connsiteY714" fmla="*/ 258128 h 276225"/>
                <a:gd name="connsiteX715" fmla="*/ 23146 w 581025"/>
                <a:gd name="connsiteY715" fmla="*/ 257842 h 276225"/>
                <a:gd name="connsiteX716" fmla="*/ 25337 w 581025"/>
                <a:gd name="connsiteY716" fmla="*/ 258128 h 276225"/>
                <a:gd name="connsiteX717" fmla="*/ 27432 w 581025"/>
                <a:gd name="connsiteY717" fmla="*/ 258794 h 276225"/>
                <a:gd name="connsiteX718" fmla="*/ 29623 w 581025"/>
                <a:gd name="connsiteY718" fmla="*/ 260033 h 276225"/>
                <a:gd name="connsiteX719" fmla="*/ 31718 w 581025"/>
                <a:gd name="connsiteY719" fmla="*/ 260699 h 276225"/>
                <a:gd name="connsiteX720" fmla="*/ 35814 w 581025"/>
                <a:gd name="connsiteY720" fmla="*/ 259842 h 276225"/>
                <a:gd name="connsiteX721" fmla="*/ 38005 w 581025"/>
                <a:gd name="connsiteY721" fmla="*/ 260033 h 276225"/>
                <a:gd name="connsiteX722" fmla="*/ 39624 w 581025"/>
                <a:gd name="connsiteY722" fmla="*/ 260795 h 276225"/>
                <a:gd name="connsiteX723" fmla="*/ 40100 w 581025"/>
                <a:gd name="connsiteY723" fmla="*/ 260413 h 276225"/>
                <a:gd name="connsiteX724" fmla="*/ 40958 w 581025"/>
                <a:gd name="connsiteY724" fmla="*/ 259271 h 276225"/>
                <a:gd name="connsiteX725" fmla="*/ 41815 w 581025"/>
                <a:gd name="connsiteY725" fmla="*/ 258509 h 276225"/>
                <a:gd name="connsiteX726" fmla="*/ 42863 w 581025"/>
                <a:gd name="connsiteY726" fmla="*/ 258128 h 276225"/>
                <a:gd name="connsiteX727" fmla="*/ 44005 w 581025"/>
                <a:gd name="connsiteY727" fmla="*/ 258128 h 276225"/>
                <a:gd name="connsiteX728" fmla="*/ 45053 w 581025"/>
                <a:gd name="connsiteY728" fmla="*/ 258413 h 276225"/>
                <a:gd name="connsiteX729" fmla="*/ 46863 w 581025"/>
                <a:gd name="connsiteY729" fmla="*/ 259461 h 276225"/>
                <a:gd name="connsiteX730" fmla="*/ 47720 w 581025"/>
                <a:gd name="connsiteY730" fmla="*/ 259747 h 276225"/>
                <a:gd name="connsiteX731" fmla="*/ 48577 w 581025"/>
                <a:gd name="connsiteY731" fmla="*/ 259461 h 276225"/>
                <a:gd name="connsiteX732" fmla="*/ 49054 w 581025"/>
                <a:gd name="connsiteY732" fmla="*/ 258794 h 276225"/>
                <a:gd name="connsiteX733" fmla="*/ 50483 w 581025"/>
                <a:gd name="connsiteY733" fmla="*/ 255651 h 276225"/>
                <a:gd name="connsiteX734" fmla="*/ 51245 w 581025"/>
                <a:gd name="connsiteY734" fmla="*/ 254984 h 276225"/>
                <a:gd name="connsiteX735" fmla="*/ 51721 w 581025"/>
                <a:gd name="connsiteY735" fmla="*/ 255651 h 276225"/>
                <a:gd name="connsiteX736" fmla="*/ 52006 w 581025"/>
                <a:gd name="connsiteY736" fmla="*/ 256889 h 276225"/>
                <a:gd name="connsiteX737" fmla="*/ 52006 w 581025"/>
                <a:gd name="connsiteY737" fmla="*/ 258032 h 276225"/>
                <a:gd name="connsiteX738" fmla="*/ 51435 w 581025"/>
                <a:gd name="connsiteY738" fmla="*/ 260509 h 276225"/>
                <a:gd name="connsiteX739" fmla="*/ 51530 w 581025"/>
                <a:gd name="connsiteY739" fmla="*/ 261461 h 276225"/>
                <a:gd name="connsiteX740" fmla="*/ 52483 w 581025"/>
                <a:gd name="connsiteY740" fmla="*/ 261842 h 276225"/>
                <a:gd name="connsiteX741" fmla="*/ 53435 w 581025"/>
                <a:gd name="connsiteY741" fmla="*/ 261652 h 276225"/>
                <a:gd name="connsiteX742" fmla="*/ 58102 w 581025"/>
                <a:gd name="connsiteY742" fmla="*/ 258223 h 276225"/>
                <a:gd name="connsiteX743" fmla="*/ 58769 w 581025"/>
                <a:gd name="connsiteY743" fmla="*/ 257937 h 276225"/>
                <a:gd name="connsiteX744" fmla="*/ 59341 w 581025"/>
                <a:gd name="connsiteY744" fmla="*/ 258032 h 276225"/>
                <a:gd name="connsiteX745" fmla="*/ 60484 w 581025"/>
                <a:gd name="connsiteY745" fmla="*/ 258413 h 276225"/>
                <a:gd name="connsiteX746" fmla="*/ 61055 w 581025"/>
                <a:gd name="connsiteY746" fmla="*/ 258413 h 276225"/>
                <a:gd name="connsiteX747" fmla="*/ 61341 w 581025"/>
                <a:gd name="connsiteY747" fmla="*/ 258223 h 276225"/>
                <a:gd name="connsiteX748" fmla="*/ 61627 w 581025"/>
                <a:gd name="connsiteY748" fmla="*/ 257842 h 276225"/>
                <a:gd name="connsiteX749" fmla="*/ 61913 w 581025"/>
                <a:gd name="connsiteY749" fmla="*/ 257461 h 276225"/>
                <a:gd name="connsiteX750" fmla="*/ 62389 w 581025"/>
                <a:gd name="connsiteY750" fmla="*/ 257270 h 276225"/>
                <a:gd name="connsiteX751" fmla="*/ 63246 w 581025"/>
                <a:gd name="connsiteY751" fmla="*/ 257080 h 276225"/>
                <a:gd name="connsiteX752" fmla="*/ 64960 w 581025"/>
                <a:gd name="connsiteY752" fmla="*/ 256413 h 276225"/>
                <a:gd name="connsiteX753" fmla="*/ 65913 w 581025"/>
                <a:gd name="connsiteY753" fmla="*/ 256318 h 276225"/>
                <a:gd name="connsiteX754" fmla="*/ 66675 w 581025"/>
                <a:gd name="connsiteY754" fmla="*/ 256604 h 276225"/>
                <a:gd name="connsiteX755" fmla="*/ 67913 w 581025"/>
                <a:gd name="connsiteY755" fmla="*/ 257651 h 276225"/>
                <a:gd name="connsiteX756" fmla="*/ 68580 w 581025"/>
                <a:gd name="connsiteY756" fmla="*/ 258032 h 276225"/>
                <a:gd name="connsiteX757" fmla="*/ 69533 w 581025"/>
                <a:gd name="connsiteY757" fmla="*/ 258128 h 276225"/>
                <a:gd name="connsiteX758" fmla="*/ 71438 w 581025"/>
                <a:gd name="connsiteY758" fmla="*/ 257746 h 276225"/>
                <a:gd name="connsiteX759" fmla="*/ 72390 w 581025"/>
                <a:gd name="connsiteY759" fmla="*/ 257842 h 276225"/>
                <a:gd name="connsiteX760" fmla="*/ 73628 w 581025"/>
                <a:gd name="connsiteY760" fmla="*/ 258794 h 276225"/>
                <a:gd name="connsiteX761" fmla="*/ 74390 w 581025"/>
                <a:gd name="connsiteY761" fmla="*/ 260223 h 276225"/>
                <a:gd name="connsiteX762" fmla="*/ 75438 w 581025"/>
                <a:gd name="connsiteY762" fmla="*/ 263462 h 276225"/>
                <a:gd name="connsiteX763" fmla="*/ 75438 w 581025"/>
                <a:gd name="connsiteY763" fmla="*/ 263557 h 276225"/>
                <a:gd name="connsiteX764" fmla="*/ 75438 w 581025"/>
                <a:gd name="connsiteY764" fmla="*/ 263557 h 276225"/>
                <a:gd name="connsiteX765" fmla="*/ 75438 w 581025"/>
                <a:gd name="connsiteY765" fmla="*/ 263557 h 276225"/>
                <a:gd name="connsiteX766" fmla="*/ 76009 w 581025"/>
                <a:gd name="connsiteY766" fmla="*/ 264033 h 276225"/>
                <a:gd name="connsiteX767" fmla="*/ 77248 w 581025"/>
                <a:gd name="connsiteY767" fmla="*/ 264509 h 276225"/>
                <a:gd name="connsiteX768" fmla="*/ 77724 w 581025"/>
                <a:gd name="connsiteY768" fmla="*/ 264986 h 276225"/>
                <a:gd name="connsiteX769" fmla="*/ 78010 w 581025"/>
                <a:gd name="connsiteY769" fmla="*/ 265938 h 276225"/>
                <a:gd name="connsiteX770" fmla="*/ 77914 w 581025"/>
                <a:gd name="connsiteY770" fmla="*/ 266891 h 276225"/>
                <a:gd name="connsiteX771" fmla="*/ 77724 w 581025"/>
                <a:gd name="connsiteY771" fmla="*/ 267843 h 276225"/>
                <a:gd name="connsiteX772" fmla="*/ 77724 w 581025"/>
                <a:gd name="connsiteY772" fmla="*/ 268700 h 276225"/>
                <a:gd name="connsiteX773" fmla="*/ 78486 w 581025"/>
                <a:gd name="connsiteY773" fmla="*/ 270129 h 276225"/>
                <a:gd name="connsiteX774" fmla="*/ 79915 w 581025"/>
                <a:gd name="connsiteY774" fmla="*/ 270986 h 276225"/>
                <a:gd name="connsiteX775" fmla="*/ 81534 w 581025"/>
                <a:gd name="connsiteY775" fmla="*/ 271272 h 276225"/>
                <a:gd name="connsiteX776" fmla="*/ 82963 w 581025"/>
                <a:gd name="connsiteY776" fmla="*/ 271082 h 276225"/>
                <a:gd name="connsiteX777" fmla="*/ 84582 w 581025"/>
                <a:gd name="connsiteY777" fmla="*/ 270224 h 276225"/>
                <a:gd name="connsiteX778" fmla="*/ 85249 w 581025"/>
                <a:gd name="connsiteY778" fmla="*/ 270034 h 276225"/>
                <a:gd name="connsiteX779" fmla="*/ 86011 w 581025"/>
                <a:gd name="connsiteY779" fmla="*/ 270034 h 276225"/>
                <a:gd name="connsiteX780" fmla="*/ 86487 w 581025"/>
                <a:gd name="connsiteY780" fmla="*/ 270129 h 276225"/>
                <a:gd name="connsiteX781" fmla="*/ 86868 w 581025"/>
                <a:gd name="connsiteY781" fmla="*/ 269938 h 276225"/>
                <a:gd name="connsiteX782" fmla="*/ 87535 w 581025"/>
                <a:gd name="connsiteY782" fmla="*/ 269176 h 276225"/>
                <a:gd name="connsiteX783" fmla="*/ 88487 w 581025"/>
                <a:gd name="connsiteY783" fmla="*/ 268700 h 276225"/>
                <a:gd name="connsiteX784" fmla="*/ 89630 w 581025"/>
                <a:gd name="connsiteY784" fmla="*/ 269272 h 276225"/>
                <a:gd name="connsiteX785" fmla="*/ 90964 w 581025"/>
                <a:gd name="connsiteY785" fmla="*/ 270129 h 276225"/>
                <a:gd name="connsiteX786" fmla="*/ 92392 w 581025"/>
                <a:gd name="connsiteY786" fmla="*/ 270510 h 276225"/>
                <a:gd name="connsiteX787" fmla="*/ 94107 w 581025"/>
                <a:gd name="connsiteY787" fmla="*/ 269653 h 276225"/>
                <a:gd name="connsiteX788" fmla="*/ 95059 w 581025"/>
                <a:gd name="connsiteY788" fmla="*/ 267748 h 276225"/>
                <a:gd name="connsiteX789" fmla="*/ 95821 w 581025"/>
                <a:gd name="connsiteY789" fmla="*/ 265557 h 276225"/>
                <a:gd name="connsiteX790" fmla="*/ 96869 w 581025"/>
                <a:gd name="connsiteY790" fmla="*/ 263652 h 276225"/>
                <a:gd name="connsiteX791" fmla="*/ 98584 w 581025"/>
                <a:gd name="connsiteY791" fmla="*/ 262509 h 276225"/>
                <a:gd name="connsiteX792" fmla="*/ 100775 w 581025"/>
                <a:gd name="connsiteY792" fmla="*/ 261938 h 276225"/>
                <a:gd name="connsiteX793" fmla="*/ 103060 w 581025"/>
                <a:gd name="connsiteY793" fmla="*/ 261842 h 276225"/>
                <a:gd name="connsiteX794" fmla="*/ 106013 w 581025"/>
                <a:gd name="connsiteY794" fmla="*/ 262414 h 276225"/>
                <a:gd name="connsiteX795" fmla="*/ 106680 w 581025"/>
                <a:gd name="connsiteY795" fmla="*/ 262414 h 276225"/>
                <a:gd name="connsiteX796" fmla="*/ 107251 w 581025"/>
                <a:gd name="connsiteY796" fmla="*/ 262033 h 276225"/>
                <a:gd name="connsiteX797" fmla="*/ 108966 w 581025"/>
                <a:gd name="connsiteY797" fmla="*/ 260128 h 276225"/>
                <a:gd name="connsiteX798" fmla="*/ 109728 w 581025"/>
                <a:gd name="connsiteY798" fmla="*/ 259556 h 276225"/>
                <a:gd name="connsiteX799" fmla="*/ 111538 w 581025"/>
                <a:gd name="connsiteY799" fmla="*/ 258604 h 276225"/>
                <a:gd name="connsiteX800" fmla="*/ 111919 w 581025"/>
                <a:gd name="connsiteY800" fmla="*/ 258318 h 276225"/>
                <a:gd name="connsiteX801" fmla="*/ 112681 w 581025"/>
                <a:gd name="connsiteY801" fmla="*/ 257556 h 276225"/>
                <a:gd name="connsiteX802" fmla="*/ 113062 w 581025"/>
                <a:gd name="connsiteY802" fmla="*/ 257270 h 276225"/>
                <a:gd name="connsiteX803" fmla="*/ 113538 w 581025"/>
                <a:gd name="connsiteY803" fmla="*/ 257080 h 276225"/>
                <a:gd name="connsiteX804" fmla="*/ 115062 w 581025"/>
                <a:gd name="connsiteY804" fmla="*/ 256794 h 276225"/>
                <a:gd name="connsiteX805" fmla="*/ 116872 w 581025"/>
                <a:gd name="connsiteY805" fmla="*/ 255937 h 276225"/>
                <a:gd name="connsiteX806" fmla="*/ 117824 w 581025"/>
                <a:gd name="connsiteY806" fmla="*/ 255842 h 276225"/>
                <a:gd name="connsiteX807" fmla="*/ 119634 w 581025"/>
                <a:gd name="connsiteY807" fmla="*/ 256889 h 276225"/>
                <a:gd name="connsiteX808" fmla="*/ 120491 w 581025"/>
                <a:gd name="connsiteY808" fmla="*/ 257651 h 276225"/>
                <a:gd name="connsiteX809" fmla="*/ 120587 w 581025"/>
                <a:gd name="connsiteY809" fmla="*/ 257746 h 276225"/>
                <a:gd name="connsiteX810" fmla="*/ 121348 w 581025"/>
                <a:gd name="connsiteY810" fmla="*/ 258794 h 276225"/>
                <a:gd name="connsiteX811" fmla="*/ 121634 w 581025"/>
                <a:gd name="connsiteY811" fmla="*/ 259842 h 276225"/>
                <a:gd name="connsiteX812" fmla="*/ 121348 w 581025"/>
                <a:gd name="connsiteY812" fmla="*/ 260890 h 276225"/>
                <a:gd name="connsiteX813" fmla="*/ 120015 w 581025"/>
                <a:gd name="connsiteY813" fmla="*/ 262890 h 276225"/>
                <a:gd name="connsiteX814" fmla="*/ 119539 w 581025"/>
                <a:gd name="connsiteY814" fmla="*/ 263938 h 276225"/>
                <a:gd name="connsiteX815" fmla="*/ 120587 w 581025"/>
                <a:gd name="connsiteY815" fmla="*/ 266319 h 276225"/>
                <a:gd name="connsiteX816" fmla="*/ 122777 w 581025"/>
                <a:gd name="connsiteY816" fmla="*/ 267271 h 276225"/>
                <a:gd name="connsiteX817" fmla="*/ 125349 w 581025"/>
                <a:gd name="connsiteY817" fmla="*/ 267367 h 276225"/>
                <a:gd name="connsiteX818" fmla="*/ 130683 w 581025"/>
                <a:gd name="connsiteY818" fmla="*/ 266224 h 276225"/>
                <a:gd name="connsiteX819" fmla="*/ 131731 w 581025"/>
                <a:gd name="connsiteY819" fmla="*/ 266224 h 276225"/>
                <a:gd name="connsiteX820" fmla="*/ 132588 w 581025"/>
                <a:gd name="connsiteY820" fmla="*/ 266986 h 276225"/>
                <a:gd name="connsiteX821" fmla="*/ 133064 w 581025"/>
                <a:gd name="connsiteY821" fmla="*/ 268510 h 276225"/>
                <a:gd name="connsiteX822" fmla="*/ 133159 w 581025"/>
                <a:gd name="connsiteY822" fmla="*/ 270224 h 276225"/>
                <a:gd name="connsiteX823" fmla="*/ 132969 w 581025"/>
                <a:gd name="connsiteY823" fmla="*/ 271558 h 276225"/>
                <a:gd name="connsiteX824" fmla="*/ 132397 w 581025"/>
                <a:gd name="connsiteY824" fmla="*/ 272605 h 276225"/>
                <a:gd name="connsiteX825" fmla="*/ 131731 w 581025"/>
                <a:gd name="connsiteY825" fmla="*/ 273367 h 276225"/>
                <a:gd name="connsiteX826" fmla="*/ 131159 w 581025"/>
                <a:gd name="connsiteY826" fmla="*/ 274225 h 276225"/>
                <a:gd name="connsiteX827" fmla="*/ 131064 w 581025"/>
                <a:gd name="connsiteY827" fmla="*/ 275654 h 276225"/>
                <a:gd name="connsiteX828" fmla="*/ 131445 w 581025"/>
                <a:gd name="connsiteY828" fmla="*/ 276987 h 276225"/>
                <a:gd name="connsiteX829" fmla="*/ 132207 w 581025"/>
                <a:gd name="connsiteY829" fmla="*/ 278035 h 276225"/>
                <a:gd name="connsiteX830" fmla="*/ 133159 w 581025"/>
                <a:gd name="connsiteY830" fmla="*/ 278797 h 276225"/>
                <a:gd name="connsiteX831" fmla="*/ 134207 w 581025"/>
                <a:gd name="connsiteY831" fmla="*/ 279083 h 276225"/>
                <a:gd name="connsiteX832" fmla="*/ 136112 w 581025"/>
                <a:gd name="connsiteY832" fmla="*/ 278892 h 276225"/>
                <a:gd name="connsiteX833" fmla="*/ 138017 w 581025"/>
                <a:gd name="connsiteY833" fmla="*/ 278035 h 276225"/>
                <a:gd name="connsiteX834" fmla="*/ 143256 w 581025"/>
                <a:gd name="connsiteY834" fmla="*/ 274415 h 276225"/>
                <a:gd name="connsiteX835" fmla="*/ 144113 w 581025"/>
                <a:gd name="connsiteY835" fmla="*/ 273939 h 276225"/>
                <a:gd name="connsiteX836" fmla="*/ 146113 w 581025"/>
                <a:gd name="connsiteY836" fmla="*/ 273558 h 276225"/>
                <a:gd name="connsiteX837" fmla="*/ 147923 w 581025"/>
                <a:gd name="connsiteY837" fmla="*/ 272510 h 276225"/>
                <a:gd name="connsiteX838" fmla="*/ 148876 w 581025"/>
                <a:gd name="connsiteY838" fmla="*/ 272320 h 276225"/>
                <a:gd name="connsiteX839" fmla="*/ 149733 w 581025"/>
                <a:gd name="connsiteY839" fmla="*/ 272987 h 276225"/>
                <a:gd name="connsiteX840" fmla="*/ 150304 w 581025"/>
                <a:gd name="connsiteY840" fmla="*/ 274511 h 276225"/>
                <a:gd name="connsiteX841" fmla="*/ 150590 w 581025"/>
                <a:gd name="connsiteY841" fmla="*/ 276225 h 276225"/>
                <a:gd name="connsiteX842" fmla="*/ 150685 w 581025"/>
                <a:gd name="connsiteY842" fmla="*/ 277654 h 276225"/>
                <a:gd name="connsiteX843" fmla="*/ 151162 w 581025"/>
                <a:gd name="connsiteY843" fmla="*/ 278701 h 276225"/>
                <a:gd name="connsiteX844" fmla="*/ 152209 w 581025"/>
                <a:gd name="connsiteY844" fmla="*/ 279178 h 276225"/>
                <a:gd name="connsiteX845" fmla="*/ 154496 w 581025"/>
                <a:gd name="connsiteY845" fmla="*/ 279559 h 276225"/>
                <a:gd name="connsiteX846" fmla="*/ 154972 w 581025"/>
                <a:gd name="connsiteY846" fmla="*/ 279845 h 276225"/>
                <a:gd name="connsiteX847" fmla="*/ 155734 w 581025"/>
                <a:gd name="connsiteY847" fmla="*/ 280511 h 276225"/>
                <a:gd name="connsiteX848" fmla="*/ 156877 w 581025"/>
                <a:gd name="connsiteY848" fmla="*/ 281083 h 276225"/>
                <a:gd name="connsiteX849" fmla="*/ 157067 w 581025"/>
                <a:gd name="connsiteY849" fmla="*/ 281464 h 276225"/>
                <a:gd name="connsiteX850" fmla="*/ 157067 w 581025"/>
                <a:gd name="connsiteY850" fmla="*/ 282035 h 276225"/>
                <a:gd name="connsiteX851" fmla="*/ 157258 w 581025"/>
                <a:gd name="connsiteY851" fmla="*/ 282702 h 276225"/>
                <a:gd name="connsiteX852" fmla="*/ 157734 w 581025"/>
                <a:gd name="connsiteY852" fmla="*/ 283845 h 276225"/>
                <a:gd name="connsiteX853" fmla="*/ 158305 w 581025"/>
                <a:gd name="connsiteY853" fmla="*/ 284607 h 276225"/>
                <a:gd name="connsiteX854" fmla="*/ 158305 w 581025"/>
                <a:gd name="connsiteY854" fmla="*/ 284607 h 276225"/>
                <a:gd name="connsiteX855" fmla="*/ 158877 w 581025"/>
                <a:gd name="connsiteY855" fmla="*/ 284607 h 276225"/>
                <a:gd name="connsiteX856" fmla="*/ 161068 w 581025"/>
                <a:gd name="connsiteY856" fmla="*/ 279845 h 276225"/>
                <a:gd name="connsiteX857" fmla="*/ 162306 w 581025"/>
                <a:gd name="connsiteY857" fmla="*/ 276225 h 276225"/>
                <a:gd name="connsiteX858" fmla="*/ 162973 w 581025"/>
                <a:gd name="connsiteY858" fmla="*/ 275177 h 276225"/>
                <a:gd name="connsiteX859" fmla="*/ 163925 w 581025"/>
                <a:gd name="connsiteY859" fmla="*/ 274796 h 276225"/>
                <a:gd name="connsiteX860" fmla="*/ 165068 w 581025"/>
                <a:gd name="connsiteY860" fmla="*/ 274606 h 276225"/>
                <a:gd name="connsiteX861" fmla="*/ 167068 w 581025"/>
                <a:gd name="connsiteY861" fmla="*/ 273558 h 276225"/>
                <a:gd name="connsiteX862" fmla="*/ 168021 w 581025"/>
                <a:gd name="connsiteY862" fmla="*/ 273558 h 276225"/>
                <a:gd name="connsiteX863" fmla="*/ 169735 w 581025"/>
                <a:gd name="connsiteY863" fmla="*/ 274034 h 276225"/>
                <a:gd name="connsiteX864" fmla="*/ 170593 w 581025"/>
                <a:gd name="connsiteY864" fmla="*/ 274034 h 276225"/>
                <a:gd name="connsiteX865" fmla="*/ 171450 w 581025"/>
                <a:gd name="connsiteY865" fmla="*/ 273939 h 276225"/>
                <a:gd name="connsiteX866" fmla="*/ 173069 w 581025"/>
                <a:gd name="connsiteY866" fmla="*/ 272225 h 276225"/>
                <a:gd name="connsiteX867" fmla="*/ 173641 w 581025"/>
                <a:gd name="connsiteY867" fmla="*/ 271939 h 276225"/>
                <a:gd name="connsiteX868" fmla="*/ 174403 w 581025"/>
                <a:gd name="connsiteY868" fmla="*/ 272129 h 276225"/>
                <a:gd name="connsiteX869" fmla="*/ 175736 w 581025"/>
                <a:gd name="connsiteY869" fmla="*/ 272987 h 276225"/>
                <a:gd name="connsiteX870" fmla="*/ 176593 w 581025"/>
                <a:gd name="connsiteY870" fmla="*/ 272987 h 276225"/>
                <a:gd name="connsiteX871" fmla="*/ 177165 w 581025"/>
                <a:gd name="connsiteY871" fmla="*/ 272605 h 276225"/>
                <a:gd name="connsiteX872" fmla="*/ 178213 w 581025"/>
                <a:gd name="connsiteY872" fmla="*/ 271367 h 276225"/>
                <a:gd name="connsiteX873" fmla="*/ 178784 w 581025"/>
                <a:gd name="connsiteY873" fmla="*/ 270891 h 276225"/>
                <a:gd name="connsiteX874" fmla="*/ 179737 w 581025"/>
                <a:gd name="connsiteY874" fmla="*/ 270605 h 276225"/>
                <a:gd name="connsiteX875" fmla="*/ 180594 w 581025"/>
                <a:gd name="connsiteY875" fmla="*/ 270605 h 276225"/>
                <a:gd name="connsiteX876" fmla="*/ 190309 w 581025"/>
                <a:gd name="connsiteY876" fmla="*/ 273177 h 276225"/>
                <a:gd name="connsiteX877" fmla="*/ 191071 w 581025"/>
                <a:gd name="connsiteY877" fmla="*/ 273177 h 276225"/>
                <a:gd name="connsiteX878" fmla="*/ 193358 w 581025"/>
                <a:gd name="connsiteY878" fmla="*/ 272701 h 276225"/>
                <a:gd name="connsiteX879" fmla="*/ 194405 w 581025"/>
                <a:gd name="connsiteY879" fmla="*/ 272796 h 276225"/>
                <a:gd name="connsiteX880" fmla="*/ 197739 w 581025"/>
                <a:gd name="connsiteY880" fmla="*/ 273558 h 276225"/>
                <a:gd name="connsiteX881" fmla="*/ 198692 w 581025"/>
                <a:gd name="connsiteY881" fmla="*/ 273844 h 276225"/>
                <a:gd name="connsiteX882" fmla="*/ 199454 w 581025"/>
                <a:gd name="connsiteY882" fmla="*/ 273749 h 276225"/>
                <a:gd name="connsiteX883" fmla="*/ 202025 w 581025"/>
                <a:gd name="connsiteY883" fmla="*/ 272415 h 276225"/>
                <a:gd name="connsiteX884" fmla="*/ 202692 w 581025"/>
                <a:gd name="connsiteY884" fmla="*/ 272320 h 276225"/>
                <a:gd name="connsiteX885" fmla="*/ 203359 w 581025"/>
                <a:gd name="connsiteY885" fmla="*/ 272510 h 276225"/>
                <a:gd name="connsiteX886" fmla="*/ 204311 w 581025"/>
                <a:gd name="connsiteY886" fmla="*/ 272987 h 276225"/>
                <a:gd name="connsiteX887" fmla="*/ 206121 w 581025"/>
                <a:gd name="connsiteY887" fmla="*/ 273463 h 276225"/>
                <a:gd name="connsiteX888" fmla="*/ 207835 w 581025"/>
                <a:gd name="connsiteY888" fmla="*/ 273367 h 276225"/>
                <a:gd name="connsiteX889" fmla="*/ 213170 w 581025"/>
                <a:gd name="connsiteY889" fmla="*/ 271558 h 276225"/>
                <a:gd name="connsiteX890" fmla="*/ 216217 w 581025"/>
                <a:gd name="connsiteY890" fmla="*/ 270986 h 276225"/>
                <a:gd name="connsiteX891" fmla="*/ 216598 w 581025"/>
                <a:gd name="connsiteY891" fmla="*/ 270320 h 276225"/>
                <a:gd name="connsiteX892" fmla="*/ 216694 w 581025"/>
                <a:gd name="connsiteY892" fmla="*/ 269367 h 276225"/>
                <a:gd name="connsiteX893" fmla="*/ 217075 w 581025"/>
                <a:gd name="connsiteY893" fmla="*/ 268319 h 276225"/>
                <a:gd name="connsiteX894" fmla="*/ 218408 w 581025"/>
                <a:gd name="connsiteY894" fmla="*/ 267462 h 276225"/>
                <a:gd name="connsiteX895" fmla="*/ 224123 w 581025"/>
                <a:gd name="connsiteY895" fmla="*/ 266033 h 276225"/>
                <a:gd name="connsiteX896" fmla="*/ 226028 w 581025"/>
                <a:gd name="connsiteY896" fmla="*/ 265843 h 276225"/>
                <a:gd name="connsiteX897" fmla="*/ 230886 w 581025"/>
                <a:gd name="connsiteY897" fmla="*/ 266414 h 276225"/>
                <a:gd name="connsiteX898" fmla="*/ 232410 w 581025"/>
                <a:gd name="connsiteY898" fmla="*/ 267176 h 276225"/>
                <a:gd name="connsiteX899" fmla="*/ 242316 w 581025"/>
                <a:gd name="connsiteY899" fmla="*/ 265843 h 276225"/>
                <a:gd name="connsiteX900" fmla="*/ 243268 w 581025"/>
                <a:gd name="connsiteY900" fmla="*/ 265367 h 276225"/>
                <a:gd name="connsiteX901" fmla="*/ 243745 w 581025"/>
                <a:gd name="connsiteY901" fmla="*/ 264414 h 276225"/>
                <a:gd name="connsiteX902" fmla="*/ 244316 w 581025"/>
                <a:gd name="connsiteY902" fmla="*/ 262033 h 276225"/>
                <a:gd name="connsiteX903" fmla="*/ 244888 w 581025"/>
                <a:gd name="connsiteY903" fmla="*/ 260509 h 276225"/>
                <a:gd name="connsiteX904" fmla="*/ 245554 w 581025"/>
                <a:gd name="connsiteY904" fmla="*/ 259556 h 276225"/>
                <a:gd name="connsiteX905" fmla="*/ 246412 w 581025"/>
                <a:gd name="connsiteY905" fmla="*/ 258890 h 276225"/>
                <a:gd name="connsiteX906" fmla="*/ 247555 w 581025"/>
                <a:gd name="connsiteY906" fmla="*/ 258128 h 276225"/>
                <a:gd name="connsiteX907" fmla="*/ 247841 w 581025"/>
                <a:gd name="connsiteY907" fmla="*/ 257366 h 276225"/>
                <a:gd name="connsiteX908" fmla="*/ 246697 w 581025"/>
                <a:gd name="connsiteY908" fmla="*/ 253746 h 276225"/>
                <a:gd name="connsiteX909" fmla="*/ 246412 w 581025"/>
                <a:gd name="connsiteY909" fmla="*/ 250793 h 276225"/>
                <a:gd name="connsiteX910" fmla="*/ 246126 w 581025"/>
                <a:gd name="connsiteY910" fmla="*/ 249365 h 276225"/>
                <a:gd name="connsiteX911" fmla="*/ 245364 w 581025"/>
                <a:gd name="connsiteY911" fmla="*/ 248126 h 276225"/>
                <a:gd name="connsiteX912" fmla="*/ 244316 w 581025"/>
                <a:gd name="connsiteY912" fmla="*/ 247459 h 276225"/>
                <a:gd name="connsiteX913" fmla="*/ 243459 w 581025"/>
                <a:gd name="connsiteY913" fmla="*/ 247269 h 276225"/>
                <a:gd name="connsiteX914" fmla="*/ 242792 w 581025"/>
                <a:gd name="connsiteY914" fmla="*/ 246793 h 276225"/>
                <a:gd name="connsiteX915" fmla="*/ 242316 w 581025"/>
                <a:gd name="connsiteY915" fmla="*/ 245459 h 276225"/>
                <a:gd name="connsiteX916" fmla="*/ 242221 w 581025"/>
                <a:gd name="connsiteY916" fmla="*/ 244126 h 276225"/>
                <a:gd name="connsiteX917" fmla="*/ 242411 w 581025"/>
                <a:gd name="connsiteY917" fmla="*/ 242792 h 276225"/>
                <a:gd name="connsiteX918" fmla="*/ 242888 w 581025"/>
                <a:gd name="connsiteY918" fmla="*/ 241554 h 276225"/>
                <a:gd name="connsiteX919" fmla="*/ 243554 w 581025"/>
                <a:gd name="connsiteY919" fmla="*/ 240601 h 276225"/>
                <a:gd name="connsiteX920" fmla="*/ 245078 w 581025"/>
                <a:gd name="connsiteY920" fmla="*/ 239363 h 276225"/>
                <a:gd name="connsiteX921" fmla="*/ 245459 w 581025"/>
                <a:gd name="connsiteY921" fmla="*/ 238792 h 276225"/>
                <a:gd name="connsiteX922" fmla="*/ 245745 w 581025"/>
                <a:gd name="connsiteY922" fmla="*/ 238030 h 276225"/>
                <a:gd name="connsiteX923" fmla="*/ 246126 w 581025"/>
                <a:gd name="connsiteY923" fmla="*/ 235172 h 276225"/>
                <a:gd name="connsiteX924" fmla="*/ 246888 w 581025"/>
                <a:gd name="connsiteY924" fmla="*/ 233839 h 276225"/>
                <a:gd name="connsiteX925" fmla="*/ 247936 w 581025"/>
                <a:gd name="connsiteY925" fmla="*/ 232791 h 276225"/>
                <a:gd name="connsiteX926" fmla="*/ 248793 w 581025"/>
                <a:gd name="connsiteY926" fmla="*/ 231648 h 276225"/>
                <a:gd name="connsiteX927" fmla="*/ 249079 w 581025"/>
                <a:gd name="connsiteY927" fmla="*/ 230029 h 276225"/>
                <a:gd name="connsiteX928" fmla="*/ 249174 w 581025"/>
                <a:gd name="connsiteY928" fmla="*/ 229076 h 276225"/>
                <a:gd name="connsiteX929" fmla="*/ 249460 w 581025"/>
                <a:gd name="connsiteY929" fmla="*/ 228219 h 276225"/>
                <a:gd name="connsiteX930" fmla="*/ 249936 w 581025"/>
                <a:gd name="connsiteY930" fmla="*/ 227362 h 276225"/>
                <a:gd name="connsiteX931" fmla="*/ 250508 w 581025"/>
                <a:gd name="connsiteY931" fmla="*/ 226695 h 276225"/>
                <a:gd name="connsiteX932" fmla="*/ 251936 w 581025"/>
                <a:gd name="connsiteY932" fmla="*/ 225552 h 276225"/>
                <a:gd name="connsiteX933" fmla="*/ 255365 w 581025"/>
                <a:gd name="connsiteY933" fmla="*/ 225076 h 276225"/>
                <a:gd name="connsiteX934" fmla="*/ 257080 w 581025"/>
                <a:gd name="connsiteY934" fmla="*/ 224314 h 276225"/>
                <a:gd name="connsiteX935" fmla="*/ 258794 w 581025"/>
                <a:gd name="connsiteY935" fmla="*/ 223171 h 276225"/>
                <a:gd name="connsiteX936" fmla="*/ 260604 w 581025"/>
                <a:gd name="connsiteY936" fmla="*/ 222409 h 276225"/>
                <a:gd name="connsiteX937" fmla="*/ 262509 w 581025"/>
                <a:gd name="connsiteY937" fmla="*/ 222218 h 276225"/>
                <a:gd name="connsiteX938" fmla="*/ 264319 w 581025"/>
                <a:gd name="connsiteY938" fmla="*/ 222599 h 276225"/>
                <a:gd name="connsiteX939" fmla="*/ 266129 w 581025"/>
                <a:gd name="connsiteY939" fmla="*/ 223266 h 276225"/>
                <a:gd name="connsiteX940" fmla="*/ 267748 w 581025"/>
                <a:gd name="connsiteY940" fmla="*/ 223552 h 276225"/>
                <a:gd name="connsiteX941" fmla="*/ 269367 w 581025"/>
                <a:gd name="connsiteY941" fmla="*/ 223266 h 276225"/>
                <a:gd name="connsiteX942" fmla="*/ 271272 w 581025"/>
                <a:gd name="connsiteY942" fmla="*/ 222409 h 276225"/>
                <a:gd name="connsiteX943" fmla="*/ 276892 w 581025"/>
                <a:gd name="connsiteY943" fmla="*/ 217837 h 276225"/>
                <a:gd name="connsiteX944" fmla="*/ 281559 w 581025"/>
                <a:gd name="connsiteY944" fmla="*/ 212693 h 276225"/>
                <a:gd name="connsiteX945" fmla="*/ 283273 w 581025"/>
                <a:gd name="connsiteY945" fmla="*/ 211360 h 276225"/>
                <a:gd name="connsiteX946" fmla="*/ 285369 w 581025"/>
                <a:gd name="connsiteY946" fmla="*/ 210312 h 276225"/>
                <a:gd name="connsiteX947" fmla="*/ 286226 w 581025"/>
                <a:gd name="connsiteY947" fmla="*/ 209645 h 276225"/>
                <a:gd name="connsiteX948" fmla="*/ 288893 w 581025"/>
                <a:gd name="connsiteY948" fmla="*/ 206883 h 276225"/>
                <a:gd name="connsiteX949" fmla="*/ 289941 w 581025"/>
                <a:gd name="connsiteY949" fmla="*/ 206407 h 276225"/>
                <a:gd name="connsiteX950" fmla="*/ 291084 w 581025"/>
                <a:gd name="connsiteY950" fmla="*/ 206502 h 276225"/>
                <a:gd name="connsiteX951" fmla="*/ 295561 w 581025"/>
                <a:gd name="connsiteY951" fmla="*/ 207645 h 276225"/>
                <a:gd name="connsiteX952" fmla="*/ 297180 w 581025"/>
                <a:gd name="connsiteY952" fmla="*/ 207169 h 276225"/>
                <a:gd name="connsiteX953" fmla="*/ 296704 w 581025"/>
                <a:gd name="connsiteY953" fmla="*/ 204883 h 276225"/>
                <a:gd name="connsiteX954" fmla="*/ 296037 w 581025"/>
                <a:gd name="connsiteY954" fmla="*/ 203930 h 276225"/>
                <a:gd name="connsiteX955" fmla="*/ 293560 w 581025"/>
                <a:gd name="connsiteY955" fmla="*/ 201644 h 276225"/>
                <a:gd name="connsiteX956" fmla="*/ 293180 w 581025"/>
                <a:gd name="connsiteY956" fmla="*/ 200597 h 276225"/>
                <a:gd name="connsiteX957" fmla="*/ 293560 w 581025"/>
                <a:gd name="connsiteY957" fmla="*/ 199168 h 276225"/>
                <a:gd name="connsiteX958" fmla="*/ 294227 w 581025"/>
                <a:gd name="connsiteY958" fmla="*/ 197739 h 276225"/>
                <a:gd name="connsiteX959" fmla="*/ 294608 w 581025"/>
                <a:gd name="connsiteY959" fmla="*/ 196501 h 276225"/>
                <a:gd name="connsiteX960" fmla="*/ 294704 w 581025"/>
                <a:gd name="connsiteY960" fmla="*/ 196215 h 276225"/>
                <a:gd name="connsiteX961" fmla="*/ 294894 w 581025"/>
                <a:gd name="connsiteY961" fmla="*/ 195548 h 276225"/>
                <a:gd name="connsiteX962" fmla="*/ 295561 w 581025"/>
                <a:gd name="connsiteY962" fmla="*/ 194596 h 276225"/>
                <a:gd name="connsiteX963" fmla="*/ 295751 w 581025"/>
                <a:gd name="connsiteY963" fmla="*/ 194310 h 276225"/>
                <a:gd name="connsiteX964" fmla="*/ 296894 w 581025"/>
                <a:gd name="connsiteY964" fmla="*/ 194215 h 276225"/>
                <a:gd name="connsiteX965" fmla="*/ 298133 w 581025"/>
                <a:gd name="connsiteY965" fmla="*/ 194786 h 276225"/>
                <a:gd name="connsiteX966" fmla="*/ 302705 w 581025"/>
                <a:gd name="connsiteY966" fmla="*/ 197929 h 276225"/>
                <a:gd name="connsiteX967" fmla="*/ 304609 w 581025"/>
                <a:gd name="connsiteY967" fmla="*/ 198787 h 276225"/>
                <a:gd name="connsiteX968" fmla="*/ 306514 w 581025"/>
                <a:gd name="connsiteY968" fmla="*/ 199168 h 276225"/>
                <a:gd name="connsiteX969" fmla="*/ 307848 w 581025"/>
                <a:gd name="connsiteY969" fmla="*/ 198977 h 276225"/>
                <a:gd name="connsiteX970" fmla="*/ 310420 w 581025"/>
                <a:gd name="connsiteY970" fmla="*/ 197834 h 276225"/>
                <a:gd name="connsiteX971" fmla="*/ 311753 w 581025"/>
                <a:gd name="connsiteY971" fmla="*/ 197644 h 276225"/>
                <a:gd name="connsiteX972" fmla="*/ 312706 w 581025"/>
                <a:gd name="connsiteY972" fmla="*/ 198025 h 276225"/>
                <a:gd name="connsiteX973" fmla="*/ 313658 w 581025"/>
                <a:gd name="connsiteY973" fmla="*/ 198692 h 276225"/>
                <a:gd name="connsiteX974" fmla="*/ 314611 w 581025"/>
                <a:gd name="connsiteY974" fmla="*/ 199168 h 276225"/>
                <a:gd name="connsiteX975" fmla="*/ 315563 w 581025"/>
                <a:gd name="connsiteY975" fmla="*/ 198977 h 276225"/>
                <a:gd name="connsiteX976" fmla="*/ 315944 w 581025"/>
                <a:gd name="connsiteY976" fmla="*/ 198406 h 276225"/>
                <a:gd name="connsiteX977" fmla="*/ 316135 w 581025"/>
                <a:gd name="connsiteY977" fmla="*/ 197739 h 276225"/>
                <a:gd name="connsiteX978" fmla="*/ 316421 w 581025"/>
                <a:gd name="connsiteY978" fmla="*/ 197168 h 276225"/>
                <a:gd name="connsiteX979" fmla="*/ 317087 w 581025"/>
                <a:gd name="connsiteY979" fmla="*/ 196882 h 276225"/>
                <a:gd name="connsiteX980" fmla="*/ 317659 w 581025"/>
                <a:gd name="connsiteY980" fmla="*/ 196787 h 276225"/>
                <a:gd name="connsiteX981" fmla="*/ 318230 w 581025"/>
                <a:gd name="connsiteY981" fmla="*/ 196501 h 276225"/>
                <a:gd name="connsiteX982" fmla="*/ 329755 w 581025"/>
                <a:gd name="connsiteY982" fmla="*/ 187262 h 276225"/>
                <a:gd name="connsiteX983" fmla="*/ 331946 w 581025"/>
                <a:gd name="connsiteY983" fmla="*/ 185928 h 276225"/>
                <a:gd name="connsiteX984" fmla="*/ 333851 w 581025"/>
                <a:gd name="connsiteY984" fmla="*/ 185928 h 276225"/>
                <a:gd name="connsiteX985" fmla="*/ 335280 w 581025"/>
                <a:gd name="connsiteY985" fmla="*/ 187357 h 276225"/>
                <a:gd name="connsiteX986" fmla="*/ 336233 w 581025"/>
                <a:gd name="connsiteY986" fmla="*/ 190310 h 276225"/>
                <a:gd name="connsiteX987" fmla="*/ 336518 w 581025"/>
                <a:gd name="connsiteY987" fmla="*/ 194215 h 276225"/>
                <a:gd name="connsiteX988" fmla="*/ 336899 w 581025"/>
                <a:gd name="connsiteY988" fmla="*/ 195548 h 276225"/>
                <a:gd name="connsiteX989" fmla="*/ 337471 w 581025"/>
                <a:gd name="connsiteY989" fmla="*/ 196406 h 276225"/>
                <a:gd name="connsiteX990" fmla="*/ 338995 w 581025"/>
                <a:gd name="connsiteY990" fmla="*/ 197834 h 276225"/>
                <a:gd name="connsiteX991" fmla="*/ 339471 w 581025"/>
                <a:gd name="connsiteY991" fmla="*/ 198596 h 276225"/>
                <a:gd name="connsiteX992" fmla="*/ 339566 w 581025"/>
                <a:gd name="connsiteY992" fmla="*/ 199835 h 276225"/>
                <a:gd name="connsiteX993" fmla="*/ 339090 w 581025"/>
                <a:gd name="connsiteY993" fmla="*/ 200787 h 276225"/>
                <a:gd name="connsiteX994" fmla="*/ 338423 w 581025"/>
                <a:gd name="connsiteY994" fmla="*/ 201740 h 276225"/>
                <a:gd name="connsiteX995" fmla="*/ 338042 w 581025"/>
                <a:gd name="connsiteY995" fmla="*/ 203073 h 276225"/>
                <a:gd name="connsiteX996" fmla="*/ 338138 w 581025"/>
                <a:gd name="connsiteY996" fmla="*/ 204406 h 276225"/>
                <a:gd name="connsiteX997" fmla="*/ 338995 w 581025"/>
                <a:gd name="connsiteY997" fmla="*/ 207454 h 276225"/>
                <a:gd name="connsiteX998" fmla="*/ 339471 w 581025"/>
                <a:gd name="connsiteY998" fmla="*/ 208693 h 276225"/>
                <a:gd name="connsiteX999" fmla="*/ 340328 w 581025"/>
                <a:gd name="connsiteY999" fmla="*/ 209645 h 276225"/>
                <a:gd name="connsiteX1000" fmla="*/ 341567 w 581025"/>
                <a:gd name="connsiteY1000" fmla="*/ 209550 h 276225"/>
                <a:gd name="connsiteX1001" fmla="*/ 343948 w 581025"/>
                <a:gd name="connsiteY1001" fmla="*/ 208502 h 276225"/>
                <a:gd name="connsiteX1002" fmla="*/ 345091 w 581025"/>
                <a:gd name="connsiteY1002" fmla="*/ 208407 h 276225"/>
                <a:gd name="connsiteX1003" fmla="*/ 346234 w 581025"/>
                <a:gd name="connsiteY1003" fmla="*/ 208502 h 276225"/>
                <a:gd name="connsiteX1004" fmla="*/ 349663 w 581025"/>
                <a:gd name="connsiteY1004" fmla="*/ 209360 h 276225"/>
                <a:gd name="connsiteX1005" fmla="*/ 350806 w 581025"/>
                <a:gd name="connsiteY1005" fmla="*/ 209455 h 276225"/>
                <a:gd name="connsiteX1006" fmla="*/ 351949 w 581025"/>
                <a:gd name="connsiteY1006" fmla="*/ 209169 h 276225"/>
                <a:gd name="connsiteX1007" fmla="*/ 352996 w 581025"/>
                <a:gd name="connsiteY1007" fmla="*/ 208502 h 276225"/>
                <a:gd name="connsiteX1008" fmla="*/ 353854 w 581025"/>
                <a:gd name="connsiteY1008" fmla="*/ 207359 h 276225"/>
                <a:gd name="connsiteX1009" fmla="*/ 354425 w 581025"/>
                <a:gd name="connsiteY1009" fmla="*/ 206216 h 276225"/>
                <a:gd name="connsiteX1010" fmla="*/ 355092 w 581025"/>
                <a:gd name="connsiteY1010" fmla="*/ 205264 h 276225"/>
                <a:gd name="connsiteX1011" fmla="*/ 359759 w 581025"/>
                <a:gd name="connsiteY1011" fmla="*/ 202978 h 276225"/>
                <a:gd name="connsiteX1012" fmla="*/ 361093 w 581025"/>
                <a:gd name="connsiteY1012" fmla="*/ 202883 h 276225"/>
                <a:gd name="connsiteX1013" fmla="*/ 362141 w 581025"/>
                <a:gd name="connsiteY1013" fmla="*/ 203168 h 276225"/>
                <a:gd name="connsiteX1014" fmla="*/ 364141 w 581025"/>
                <a:gd name="connsiteY1014" fmla="*/ 204216 h 276225"/>
                <a:gd name="connsiteX1015" fmla="*/ 365093 w 581025"/>
                <a:gd name="connsiteY1015" fmla="*/ 204406 h 276225"/>
                <a:gd name="connsiteX1016" fmla="*/ 366903 w 581025"/>
                <a:gd name="connsiteY1016" fmla="*/ 203264 h 276225"/>
                <a:gd name="connsiteX1017" fmla="*/ 368522 w 581025"/>
                <a:gd name="connsiteY1017" fmla="*/ 201073 h 276225"/>
                <a:gd name="connsiteX1018" fmla="*/ 370046 w 581025"/>
                <a:gd name="connsiteY1018" fmla="*/ 199358 h 276225"/>
                <a:gd name="connsiteX1019" fmla="*/ 371570 w 581025"/>
                <a:gd name="connsiteY1019" fmla="*/ 199835 h 276225"/>
                <a:gd name="connsiteX1020" fmla="*/ 372046 w 581025"/>
                <a:gd name="connsiteY1020" fmla="*/ 200977 h 276225"/>
                <a:gd name="connsiteX1021" fmla="*/ 372904 w 581025"/>
                <a:gd name="connsiteY1021" fmla="*/ 205264 h 276225"/>
                <a:gd name="connsiteX1022" fmla="*/ 373666 w 581025"/>
                <a:gd name="connsiteY1022" fmla="*/ 206121 h 276225"/>
                <a:gd name="connsiteX1023" fmla="*/ 374523 w 581025"/>
                <a:gd name="connsiteY1023" fmla="*/ 205835 h 276225"/>
                <a:gd name="connsiteX1024" fmla="*/ 376238 w 581025"/>
                <a:gd name="connsiteY1024" fmla="*/ 204216 h 276225"/>
                <a:gd name="connsiteX1025" fmla="*/ 380809 w 581025"/>
                <a:gd name="connsiteY1025" fmla="*/ 201168 h 276225"/>
                <a:gd name="connsiteX1026" fmla="*/ 382238 w 581025"/>
                <a:gd name="connsiteY1026" fmla="*/ 199739 h 276225"/>
                <a:gd name="connsiteX1027" fmla="*/ 383381 w 581025"/>
                <a:gd name="connsiteY1027" fmla="*/ 197739 h 276225"/>
                <a:gd name="connsiteX1028" fmla="*/ 385096 w 581025"/>
                <a:gd name="connsiteY1028" fmla="*/ 192881 h 276225"/>
                <a:gd name="connsiteX1029" fmla="*/ 386429 w 581025"/>
                <a:gd name="connsiteY1029" fmla="*/ 190786 h 276225"/>
                <a:gd name="connsiteX1030" fmla="*/ 389192 w 581025"/>
                <a:gd name="connsiteY1030" fmla="*/ 188595 h 276225"/>
                <a:gd name="connsiteX1031" fmla="*/ 389763 w 581025"/>
                <a:gd name="connsiteY1031" fmla="*/ 187643 h 276225"/>
                <a:gd name="connsiteX1032" fmla="*/ 389954 w 581025"/>
                <a:gd name="connsiteY1032" fmla="*/ 186500 h 276225"/>
                <a:gd name="connsiteX1033" fmla="*/ 390334 w 581025"/>
                <a:gd name="connsiteY1033" fmla="*/ 179451 h 276225"/>
                <a:gd name="connsiteX1034" fmla="*/ 391192 w 581025"/>
                <a:gd name="connsiteY1034" fmla="*/ 176975 h 276225"/>
                <a:gd name="connsiteX1035" fmla="*/ 392621 w 581025"/>
                <a:gd name="connsiteY1035" fmla="*/ 174879 h 276225"/>
                <a:gd name="connsiteX1036" fmla="*/ 394335 w 581025"/>
                <a:gd name="connsiteY1036" fmla="*/ 173355 h 276225"/>
                <a:gd name="connsiteX1037" fmla="*/ 396430 w 581025"/>
                <a:gd name="connsiteY1037" fmla="*/ 172212 h 276225"/>
                <a:gd name="connsiteX1038" fmla="*/ 397288 w 581025"/>
                <a:gd name="connsiteY1038" fmla="*/ 171355 h 276225"/>
                <a:gd name="connsiteX1039" fmla="*/ 397764 w 581025"/>
                <a:gd name="connsiteY1039" fmla="*/ 169926 h 276225"/>
                <a:gd name="connsiteX1040" fmla="*/ 397669 w 581025"/>
                <a:gd name="connsiteY1040" fmla="*/ 168593 h 276225"/>
                <a:gd name="connsiteX1041" fmla="*/ 397288 w 581025"/>
                <a:gd name="connsiteY1041" fmla="*/ 167259 h 276225"/>
                <a:gd name="connsiteX1042" fmla="*/ 397097 w 581025"/>
                <a:gd name="connsiteY1042" fmla="*/ 165925 h 276225"/>
                <a:gd name="connsiteX1043" fmla="*/ 397573 w 581025"/>
                <a:gd name="connsiteY1043" fmla="*/ 164592 h 276225"/>
                <a:gd name="connsiteX1044" fmla="*/ 398526 w 581025"/>
                <a:gd name="connsiteY1044" fmla="*/ 163735 h 276225"/>
                <a:gd name="connsiteX1045" fmla="*/ 400431 w 581025"/>
                <a:gd name="connsiteY1045" fmla="*/ 162306 h 276225"/>
                <a:gd name="connsiteX1046" fmla="*/ 401193 w 581025"/>
                <a:gd name="connsiteY1046" fmla="*/ 161258 h 276225"/>
                <a:gd name="connsiteX1047" fmla="*/ 402526 w 581025"/>
                <a:gd name="connsiteY1047" fmla="*/ 159925 h 276225"/>
                <a:gd name="connsiteX1048" fmla="*/ 404622 w 581025"/>
                <a:gd name="connsiteY1048" fmla="*/ 159068 h 276225"/>
                <a:gd name="connsiteX1049" fmla="*/ 410337 w 581025"/>
                <a:gd name="connsiteY1049" fmla="*/ 157829 h 276225"/>
                <a:gd name="connsiteX1050" fmla="*/ 411766 w 581025"/>
                <a:gd name="connsiteY1050" fmla="*/ 158115 h 276225"/>
                <a:gd name="connsiteX1051" fmla="*/ 414623 w 581025"/>
                <a:gd name="connsiteY1051" fmla="*/ 159544 h 276225"/>
                <a:gd name="connsiteX1052" fmla="*/ 416242 w 581025"/>
                <a:gd name="connsiteY1052" fmla="*/ 160115 h 276225"/>
                <a:gd name="connsiteX1053" fmla="*/ 422815 w 581025"/>
                <a:gd name="connsiteY1053" fmla="*/ 160496 h 276225"/>
                <a:gd name="connsiteX1054" fmla="*/ 425863 w 581025"/>
                <a:gd name="connsiteY1054" fmla="*/ 159544 h 276225"/>
                <a:gd name="connsiteX1055" fmla="*/ 427577 w 581025"/>
                <a:gd name="connsiteY1055" fmla="*/ 159449 h 276225"/>
                <a:gd name="connsiteX1056" fmla="*/ 430530 w 581025"/>
                <a:gd name="connsiteY1056" fmla="*/ 160115 h 276225"/>
                <a:gd name="connsiteX1057" fmla="*/ 433483 w 581025"/>
                <a:gd name="connsiteY1057" fmla="*/ 161354 h 276225"/>
                <a:gd name="connsiteX1058" fmla="*/ 435007 w 581025"/>
                <a:gd name="connsiteY1058" fmla="*/ 162116 h 276225"/>
                <a:gd name="connsiteX1059" fmla="*/ 436531 w 581025"/>
                <a:gd name="connsiteY1059" fmla="*/ 162211 h 276225"/>
                <a:gd name="connsiteX1060" fmla="*/ 440626 w 581025"/>
                <a:gd name="connsiteY1060" fmla="*/ 161068 h 276225"/>
                <a:gd name="connsiteX1061" fmla="*/ 443293 w 581025"/>
                <a:gd name="connsiteY1061" fmla="*/ 161163 h 276225"/>
                <a:gd name="connsiteX1062" fmla="*/ 444246 w 581025"/>
                <a:gd name="connsiteY1062" fmla="*/ 161068 h 276225"/>
                <a:gd name="connsiteX1063" fmla="*/ 445008 w 581025"/>
                <a:gd name="connsiteY1063" fmla="*/ 160782 h 276225"/>
                <a:gd name="connsiteX1064" fmla="*/ 451961 w 581025"/>
                <a:gd name="connsiteY1064" fmla="*/ 157067 h 276225"/>
                <a:gd name="connsiteX1065" fmla="*/ 453771 w 581025"/>
                <a:gd name="connsiteY1065" fmla="*/ 156496 h 276225"/>
                <a:gd name="connsiteX1066" fmla="*/ 455676 w 581025"/>
                <a:gd name="connsiteY1066" fmla="*/ 156400 h 276225"/>
                <a:gd name="connsiteX1067" fmla="*/ 462534 w 581025"/>
                <a:gd name="connsiteY1067" fmla="*/ 157353 h 276225"/>
                <a:gd name="connsiteX1068" fmla="*/ 464534 w 581025"/>
                <a:gd name="connsiteY1068" fmla="*/ 158306 h 276225"/>
                <a:gd name="connsiteX1069" fmla="*/ 465582 w 581025"/>
                <a:gd name="connsiteY1069" fmla="*/ 158401 h 276225"/>
                <a:gd name="connsiteX1070" fmla="*/ 466534 w 581025"/>
                <a:gd name="connsiteY1070" fmla="*/ 158020 h 276225"/>
                <a:gd name="connsiteX1071" fmla="*/ 471868 w 581025"/>
                <a:gd name="connsiteY1071" fmla="*/ 153448 h 276225"/>
                <a:gd name="connsiteX1072" fmla="*/ 472630 w 581025"/>
                <a:gd name="connsiteY1072" fmla="*/ 152591 h 276225"/>
                <a:gd name="connsiteX1073" fmla="*/ 473392 w 581025"/>
                <a:gd name="connsiteY1073" fmla="*/ 151448 h 276225"/>
                <a:gd name="connsiteX1074" fmla="*/ 474821 w 581025"/>
                <a:gd name="connsiteY1074" fmla="*/ 148685 h 276225"/>
                <a:gd name="connsiteX1075" fmla="*/ 475869 w 581025"/>
                <a:gd name="connsiteY1075" fmla="*/ 146780 h 276225"/>
                <a:gd name="connsiteX1076" fmla="*/ 477202 w 581025"/>
                <a:gd name="connsiteY1076" fmla="*/ 144780 h 276225"/>
                <a:gd name="connsiteX1077" fmla="*/ 478060 w 581025"/>
                <a:gd name="connsiteY1077" fmla="*/ 143923 h 276225"/>
                <a:gd name="connsiteX1078" fmla="*/ 480155 w 581025"/>
                <a:gd name="connsiteY1078" fmla="*/ 142685 h 276225"/>
                <a:gd name="connsiteX1079" fmla="*/ 481108 w 581025"/>
                <a:gd name="connsiteY1079" fmla="*/ 141827 h 276225"/>
                <a:gd name="connsiteX1080" fmla="*/ 481679 w 581025"/>
                <a:gd name="connsiteY1080" fmla="*/ 140589 h 276225"/>
                <a:gd name="connsiteX1081" fmla="*/ 481489 w 581025"/>
                <a:gd name="connsiteY1081" fmla="*/ 139351 h 276225"/>
                <a:gd name="connsiteX1082" fmla="*/ 480536 w 581025"/>
                <a:gd name="connsiteY1082" fmla="*/ 136684 h 276225"/>
                <a:gd name="connsiteX1083" fmla="*/ 480727 w 581025"/>
                <a:gd name="connsiteY1083" fmla="*/ 135446 h 276225"/>
                <a:gd name="connsiteX1084" fmla="*/ 481584 w 581025"/>
                <a:gd name="connsiteY1084" fmla="*/ 134398 h 276225"/>
                <a:gd name="connsiteX1085" fmla="*/ 482537 w 581025"/>
                <a:gd name="connsiteY1085" fmla="*/ 133731 h 276225"/>
                <a:gd name="connsiteX1086" fmla="*/ 484632 w 581025"/>
                <a:gd name="connsiteY1086" fmla="*/ 132779 h 276225"/>
                <a:gd name="connsiteX1087" fmla="*/ 489490 w 581025"/>
                <a:gd name="connsiteY1087" fmla="*/ 128969 h 276225"/>
                <a:gd name="connsiteX1088" fmla="*/ 493395 w 581025"/>
                <a:gd name="connsiteY1088" fmla="*/ 128206 h 276225"/>
                <a:gd name="connsiteX1089" fmla="*/ 495205 w 581025"/>
                <a:gd name="connsiteY1089" fmla="*/ 127349 h 276225"/>
                <a:gd name="connsiteX1090" fmla="*/ 495776 w 581025"/>
                <a:gd name="connsiteY1090" fmla="*/ 126683 h 276225"/>
                <a:gd name="connsiteX1091" fmla="*/ 496252 w 581025"/>
                <a:gd name="connsiteY1091" fmla="*/ 124968 h 276225"/>
                <a:gd name="connsiteX1092" fmla="*/ 496634 w 581025"/>
                <a:gd name="connsiteY1092" fmla="*/ 124206 h 276225"/>
                <a:gd name="connsiteX1093" fmla="*/ 497300 w 581025"/>
                <a:gd name="connsiteY1093" fmla="*/ 123635 h 276225"/>
                <a:gd name="connsiteX1094" fmla="*/ 498062 w 581025"/>
                <a:gd name="connsiteY1094" fmla="*/ 123254 h 276225"/>
                <a:gd name="connsiteX1095" fmla="*/ 505206 w 581025"/>
                <a:gd name="connsiteY1095" fmla="*/ 120491 h 276225"/>
                <a:gd name="connsiteX1096" fmla="*/ 509968 w 581025"/>
                <a:gd name="connsiteY1096" fmla="*/ 117158 h 276225"/>
                <a:gd name="connsiteX1097" fmla="*/ 510921 w 581025"/>
                <a:gd name="connsiteY1097" fmla="*/ 116681 h 276225"/>
                <a:gd name="connsiteX1098" fmla="*/ 514064 w 581025"/>
                <a:gd name="connsiteY1098" fmla="*/ 116110 h 276225"/>
                <a:gd name="connsiteX1099" fmla="*/ 519970 w 581025"/>
                <a:gd name="connsiteY1099" fmla="*/ 111824 h 276225"/>
                <a:gd name="connsiteX1100" fmla="*/ 522065 w 581025"/>
                <a:gd name="connsiteY1100" fmla="*/ 110966 h 276225"/>
                <a:gd name="connsiteX1101" fmla="*/ 524542 w 581025"/>
                <a:gd name="connsiteY1101" fmla="*/ 110395 h 276225"/>
                <a:gd name="connsiteX1102" fmla="*/ 525685 w 581025"/>
                <a:gd name="connsiteY1102" fmla="*/ 109919 h 276225"/>
                <a:gd name="connsiteX1103" fmla="*/ 526828 w 581025"/>
                <a:gd name="connsiteY1103" fmla="*/ 109061 h 276225"/>
                <a:gd name="connsiteX1104" fmla="*/ 529304 w 581025"/>
                <a:gd name="connsiteY1104" fmla="*/ 106680 h 276225"/>
                <a:gd name="connsiteX1105" fmla="*/ 530257 w 581025"/>
                <a:gd name="connsiteY1105" fmla="*/ 106013 h 276225"/>
                <a:gd name="connsiteX1106" fmla="*/ 531400 w 581025"/>
                <a:gd name="connsiteY1106" fmla="*/ 105727 h 276225"/>
                <a:gd name="connsiteX1107" fmla="*/ 534734 w 581025"/>
                <a:gd name="connsiteY1107" fmla="*/ 106775 h 276225"/>
                <a:gd name="connsiteX1108" fmla="*/ 535972 w 581025"/>
                <a:gd name="connsiteY1108" fmla="*/ 106775 h 276225"/>
                <a:gd name="connsiteX1109" fmla="*/ 537020 w 581025"/>
                <a:gd name="connsiteY1109" fmla="*/ 106394 h 276225"/>
                <a:gd name="connsiteX1110" fmla="*/ 541210 w 581025"/>
                <a:gd name="connsiteY1110" fmla="*/ 103537 h 276225"/>
                <a:gd name="connsiteX1111" fmla="*/ 544639 w 581025"/>
                <a:gd name="connsiteY1111" fmla="*/ 102203 h 276225"/>
                <a:gd name="connsiteX1112" fmla="*/ 547592 w 581025"/>
                <a:gd name="connsiteY1112" fmla="*/ 100108 h 276225"/>
                <a:gd name="connsiteX1113" fmla="*/ 549973 w 581025"/>
                <a:gd name="connsiteY1113" fmla="*/ 99536 h 276225"/>
                <a:gd name="connsiteX1114" fmla="*/ 552450 w 581025"/>
                <a:gd name="connsiteY1114" fmla="*/ 99631 h 276225"/>
                <a:gd name="connsiteX1115" fmla="*/ 554831 w 581025"/>
                <a:gd name="connsiteY1115" fmla="*/ 99250 h 276225"/>
                <a:gd name="connsiteX1116" fmla="*/ 556736 w 581025"/>
                <a:gd name="connsiteY1116" fmla="*/ 97441 h 276225"/>
                <a:gd name="connsiteX1117" fmla="*/ 557213 w 581025"/>
                <a:gd name="connsiteY1117" fmla="*/ 96202 h 276225"/>
                <a:gd name="connsiteX1118" fmla="*/ 557784 w 581025"/>
                <a:gd name="connsiteY1118" fmla="*/ 93536 h 276225"/>
                <a:gd name="connsiteX1119" fmla="*/ 558260 w 581025"/>
                <a:gd name="connsiteY1119" fmla="*/ 92297 h 276225"/>
                <a:gd name="connsiteX1120" fmla="*/ 559022 w 581025"/>
                <a:gd name="connsiteY1120" fmla="*/ 91250 h 276225"/>
                <a:gd name="connsiteX1121" fmla="*/ 559880 w 581025"/>
                <a:gd name="connsiteY1121" fmla="*/ 90583 h 276225"/>
                <a:gd name="connsiteX1122" fmla="*/ 561784 w 581025"/>
                <a:gd name="connsiteY1122" fmla="*/ 89821 h 276225"/>
                <a:gd name="connsiteX1123" fmla="*/ 564451 w 581025"/>
                <a:gd name="connsiteY1123" fmla="*/ 89154 h 276225"/>
                <a:gd name="connsiteX1124" fmla="*/ 577691 w 581025"/>
                <a:gd name="connsiteY1124" fmla="*/ 89345 h 276225"/>
                <a:gd name="connsiteX1125" fmla="*/ 580263 w 581025"/>
                <a:gd name="connsiteY1125" fmla="*/ 88487 h 276225"/>
                <a:gd name="connsiteX1126" fmla="*/ 581692 w 581025"/>
                <a:gd name="connsiteY1126" fmla="*/ 86297 h 276225"/>
                <a:gd name="connsiteX1127" fmla="*/ 581216 w 581025"/>
                <a:gd name="connsiteY1127" fmla="*/ 84011 h 276225"/>
                <a:gd name="connsiteX1128" fmla="*/ 78010 w 581025"/>
                <a:gd name="connsiteY1128" fmla="*/ 241268 h 276225"/>
                <a:gd name="connsiteX1129" fmla="*/ 77438 w 581025"/>
                <a:gd name="connsiteY1129" fmla="*/ 241745 h 276225"/>
                <a:gd name="connsiteX1130" fmla="*/ 75724 w 581025"/>
                <a:gd name="connsiteY1130" fmla="*/ 242125 h 276225"/>
                <a:gd name="connsiteX1131" fmla="*/ 74200 w 581025"/>
                <a:gd name="connsiteY1131" fmla="*/ 242888 h 276225"/>
                <a:gd name="connsiteX1132" fmla="*/ 71533 w 581025"/>
                <a:gd name="connsiteY1132" fmla="*/ 245078 h 276225"/>
                <a:gd name="connsiteX1133" fmla="*/ 71247 w 581025"/>
                <a:gd name="connsiteY1133" fmla="*/ 244792 h 276225"/>
                <a:gd name="connsiteX1134" fmla="*/ 69723 w 581025"/>
                <a:gd name="connsiteY1134" fmla="*/ 242221 h 276225"/>
                <a:gd name="connsiteX1135" fmla="*/ 69247 w 581025"/>
                <a:gd name="connsiteY1135" fmla="*/ 241554 h 276225"/>
                <a:gd name="connsiteX1136" fmla="*/ 67437 w 581025"/>
                <a:gd name="connsiteY1136" fmla="*/ 240316 h 276225"/>
                <a:gd name="connsiteX1137" fmla="*/ 66770 w 581025"/>
                <a:gd name="connsiteY1137" fmla="*/ 239363 h 276225"/>
                <a:gd name="connsiteX1138" fmla="*/ 66389 w 581025"/>
                <a:gd name="connsiteY1138" fmla="*/ 238220 h 276225"/>
                <a:gd name="connsiteX1139" fmla="*/ 66484 w 581025"/>
                <a:gd name="connsiteY1139" fmla="*/ 237173 h 276225"/>
                <a:gd name="connsiteX1140" fmla="*/ 67246 w 581025"/>
                <a:gd name="connsiteY1140" fmla="*/ 237173 h 276225"/>
                <a:gd name="connsiteX1141" fmla="*/ 73628 w 581025"/>
                <a:gd name="connsiteY1141" fmla="*/ 239268 h 276225"/>
                <a:gd name="connsiteX1142" fmla="*/ 75438 w 581025"/>
                <a:gd name="connsiteY1142" fmla="*/ 239363 h 276225"/>
                <a:gd name="connsiteX1143" fmla="*/ 77152 w 581025"/>
                <a:gd name="connsiteY1143" fmla="*/ 238601 h 276225"/>
                <a:gd name="connsiteX1144" fmla="*/ 77819 w 581025"/>
                <a:gd name="connsiteY1144" fmla="*/ 238792 h 276225"/>
                <a:gd name="connsiteX1145" fmla="*/ 78200 w 581025"/>
                <a:gd name="connsiteY1145" fmla="*/ 240030 h 276225"/>
                <a:gd name="connsiteX1146" fmla="*/ 78010 w 581025"/>
                <a:gd name="connsiteY1146" fmla="*/ 241268 h 276225"/>
                <a:gd name="connsiteX1147" fmla="*/ 106013 w 581025"/>
                <a:gd name="connsiteY1147" fmla="*/ 226981 h 276225"/>
                <a:gd name="connsiteX1148" fmla="*/ 103537 w 581025"/>
                <a:gd name="connsiteY1148" fmla="*/ 228695 h 276225"/>
                <a:gd name="connsiteX1149" fmla="*/ 102679 w 581025"/>
                <a:gd name="connsiteY1149" fmla="*/ 229553 h 276225"/>
                <a:gd name="connsiteX1150" fmla="*/ 102775 w 581025"/>
                <a:gd name="connsiteY1150" fmla="*/ 231362 h 276225"/>
                <a:gd name="connsiteX1151" fmla="*/ 105061 w 581025"/>
                <a:gd name="connsiteY1151" fmla="*/ 233839 h 276225"/>
                <a:gd name="connsiteX1152" fmla="*/ 104966 w 581025"/>
                <a:gd name="connsiteY1152" fmla="*/ 235934 h 276225"/>
                <a:gd name="connsiteX1153" fmla="*/ 104394 w 581025"/>
                <a:gd name="connsiteY1153" fmla="*/ 236792 h 276225"/>
                <a:gd name="connsiteX1154" fmla="*/ 103632 w 581025"/>
                <a:gd name="connsiteY1154" fmla="*/ 237077 h 276225"/>
                <a:gd name="connsiteX1155" fmla="*/ 101822 w 581025"/>
                <a:gd name="connsiteY1155" fmla="*/ 237077 h 276225"/>
                <a:gd name="connsiteX1156" fmla="*/ 99346 w 581025"/>
                <a:gd name="connsiteY1156" fmla="*/ 237744 h 276225"/>
                <a:gd name="connsiteX1157" fmla="*/ 98584 w 581025"/>
                <a:gd name="connsiteY1157" fmla="*/ 237649 h 276225"/>
                <a:gd name="connsiteX1158" fmla="*/ 98012 w 581025"/>
                <a:gd name="connsiteY1158" fmla="*/ 237077 h 276225"/>
                <a:gd name="connsiteX1159" fmla="*/ 97917 w 581025"/>
                <a:gd name="connsiteY1159" fmla="*/ 236315 h 276225"/>
                <a:gd name="connsiteX1160" fmla="*/ 97631 w 581025"/>
                <a:gd name="connsiteY1160" fmla="*/ 235744 h 276225"/>
                <a:gd name="connsiteX1161" fmla="*/ 96583 w 581025"/>
                <a:gd name="connsiteY1161" fmla="*/ 235649 h 276225"/>
                <a:gd name="connsiteX1162" fmla="*/ 96012 w 581025"/>
                <a:gd name="connsiteY1162" fmla="*/ 236029 h 276225"/>
                <a:gd name="connsiteX1163" fmla="*/ 95250 w 581025"/>
                <a:gd name="connsiteY1163" fmla="*/ 236696 h 276225"/>
                <a:gd name="connsiteX1164" fmla="*/ 94488 w 581025"/>
                <a:gd name="connsiteY1164" fmla="*/ 237173 h 276225"/>
                <a:gd name="connsiteX1165" fmla="*/ 93821 w 581025"/>
                <a:gd name="connsiteY1165" fmla="*/ 236792 h 276225"/>
                <a:gd name="connsiteX1166" fmla="*/ 93726 w 581025"/>
                <a:gd name="connsiteY1166" fmla="*/ 235077 h 276225"/>
                <a:gd name="connsiteX1167" fmla="*/ 96012 w 581025"/>
                <a:gd name="connsiteY1167" fmla="*/ 231553 h 276225"/>
                <a:gd name="connsiteX1168" fmla="*/ 95821 w 581025"/>
                <a:gd name="connsiteY1168" fmla="*/ 229553 h 276225"/>
                <a:gd name="connsiteX1169" fmla="*/ 95250 w 581025"/>
                <a:gd name="connsiteY1169" fmla="*/ 229076 h 276225"/>
                <a:gd name="connsiteX1170" fmla="*/ 93821 w 581025"/>
                <a:gd name="connsiteY1170" fmla="*/ 228791 h 276225"/>
                <a:gd name="connsiteX1171" fmla="*/ 93154 w 581025"/>
                <a:gd name="connsiteY1171" fmla="*/ 228410 h 276225"/>
                <a:gd name="connsiteX1172" fmla="*/ 92583 w 581025"/>
                <a:gd name="connsiteY1172" fmla="*/ 227552 h 276225"/>
                <a:gd name="connsiteX1173" fmla="*/ 91250 w 581025"/>
                <a:gd name="connsiteY1173" fmla="*/ 224695 h 276225"/>
                <a:gd name="connsiteX1174" fmla="*/ 90964 w 581025"/>
                <a:gd name="connsiteY1174" fmla="*/ 223552 h 276225"/>
                <a:gd name="connsiteX1175" fmla="*/ 91059 w 581025"/>
                <a:gd name="connsiteY1175" fmla="*/ 222409 h 276225"/>
                <a:gd name="connsiteX1176" fmla="*/ 91345 w 581025"/>
                <a:gd name="connsiteY1176" fmla="*/ 221171 h 276225"/>
                <a:gd name="connsiteX1177" fmla="*/ 92297 w 581025"/>
                <a:gd name="connsiteY1177" fmla="*/ 219075 h 276225"/>
                <a:gd name="connsiteX1178" fmla="*/ 93917 w 581025"/>
                <a:gd name="connsiteY1178" fmla="*/ 218218 h 276225"/>
                <a:gd name="connsiteX1179" fmla="*/ 95155 w 581025"/>
                <a:gd name="connsiteY1179" fmla="*/ 218980 h 276225"/>
                <a:gd name="connsiteX1180" fmla="*/ 96012 w 581025"/>
                <a:gd name="connsiteY1180" fmla="*/ 220694 h 276225"/>
                <a:gd name="connsiteX1181" fmla="*/ 96774 w 581025"/>
                <a:gd name="connsiteY1181" fmla="*/ 222599 h 276225"/>
                <a:gd name="connsiteX1182" fmla="*/ 97631 w 581025"/>
                <a:gd name="connsiteY1182" fmla="*/ 223742 h 276225"/>
                <a:gd name="connsiteX1183" fmla="*/ 99060 w 581025"/>
                <a:gd name="connsiteY1183" fmla="*/ 224695 h 276225"/>
                <a:gd name="connsiteX1184" fmla="*/ 102013 w 581025"/>
                <a:gd name="connsiteY1184" fmla="*/ 225933 h 276225"/>
                <a:gd name="connsiteX1185" fmla="*/ 102203 w 581025"/>
                <a:gd name="connsiteY1185" fmla="*/ 226124 h 276225"/>
                <a:gd name="connsiteX1186" fmla="*/ 102394 w 581025"/>
                <a:gd name="connsiteY1186" fmla="*/ 226219 h 276225"/>
                <a:gd name="connsiteX1187" fmla="*/ 102775 w 581025"/>
                <a:gd name="connsiteY1187" fmla="*/ 226314 h 276225"/>
                <a:gd name="connsiteX1188" fmla="*/ 103060 w 581025"/>
                <a:gd name="connsiteY1188" fmla="*/ 226219 h 276225"/>
                <a:gd name="connsiteX1189" fmla="*/ 103632 w 581025"/>
                <a:gd name="connsiteY1189" fmla="*/ 225743 h 276225"/>
                <a:gd name="connsiteX1190" fmla="*/ 103918 w 581025"/>
                <a:gd name="connsiteY1190" fmla="*/ 225552 h 276225"/>
                <a:gd name="connsiteX1191" fmla="*/ 105251 w 581025"/>
                <a:gd name="connsiteY1191" fmla="*/ 225171 h 276225"/>
                <a:gd name="connsiteX1192" fmla="*/ 105918 w 581025"/>
                <a:gd name="connsiteY1192" fmla="*/ 225266 h 276225"/>
                <a:gd name="connsiteX1193" fmla="*/ 106299 w 581025"/>
                <a:gd name="connsiteY1193" fmla="*/ 225933 h 276225"/>
                <a:gd name="connsiteX1194" fmla="*/ 106013 w 581025"/>
                <a:gd name="connsiteY1194" fmla="*/ 226981 h 276225"/>
                <a:gd name="connsiteX1195" fmla="*/ 133921 w 581025"/>
                <a:gd name="connsiteY1195" fmla="*/ 234887 h 276225"/>
                <a:gd name="connsiteX1196" fmla="*/ 133445 w 581025"/>
                <a:gd name="connsiteY1196" fmla="*/ 235744 h 276225"/>
                <a:gd name="connsiteX1197" fmla="*/ 132588 w 581025"/>
                <a:gd name="connsiteY1197" fmla="*/ 235934 h 276225"/>
                <a:gd name="connsiteX1198" fmla="*/ 131254 w 581025"/>
                <a:gd name="connsiteY1198" fmla="*/ 235553 h 276225"/>
                <a:gd name="connsiteX1199" fmla="*/ 130207 w 581025"/>
                <a:gd name="connsiteY1199" fmla="*/ 235077 h 276225"/>
                <a:gd name="connsiteX1200" fmla="*/ 129064 w 581025"/>
                <a:gd name="connsiteY1200" fmla="*/ 234220 h 276225"/>
                <a:gd name="connsiteX1201" fmla="*/ 128588 w 581025"/>
                <a:gd name="connsiteY1201" fmla="*/ 233267 h 276225"/>
                <a:gd name="connsiteX1202" fmla="*/ 129445 w 581025"/>
                <a:gd name="connsiteY1202" fmla="*/ 232220 h 276225"/>
                <a:gd name="connsiteX1203" fmla="*/ 130778 w 581025"/>
                <a:gd name="connsiteY1203" fmla="*/ 232124 h 276225"/>
                <a:gd name="connsiteX1204" fmla="*/ 131731 w 581025"/>
                <a:gd name="connsiteY1204" fmla="*/ 231648 h 276225"/>
                <a:gd name="connsiteX1205" fmla="*/ 133636 w 581025"/>
                <a:gd name="connsiteY1205" fmla="*/ 230219 h 276225"/>
                <a:gd name="connsiteX1206" fmla="*/ 134969 w 581025"/>
                <a:gd name="connsiteY1206" fmla="*/ 229838 h 276225"/>
                <a:gd name="connsiteX1207" fmla="*/ 135160 w 581025"/>
                <a:gd name="connsiteY1207" fmla="*/ 230505 h 276225"/>
                <a:gd name="connsiteX1208" fmla="*/ 133921 w 581025"/>
                <a:gd name="connsiteY1208" fmla="*/ 234887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</a:cxnLst>
              <a:rect l="l" t="t" r="r" b="b"/>
              <a:pathLst>
                <a:path w="581025" h="276225">
                  <a:moveTo>
                    <a:pt x="581216" y="84011"/>
                  </a:moveTo>
                  <a:lnTo>
                    <a:pt x="580739" y="83058"/>
                  </a:lnTo>
                  <a:lnTo>
                    <a:pt x="580072" y="82201"/>
                  </a:lnTo>
                  <a:lnTo>
                    <a:pt x="579501" y="81153"/>
                  </a:lnTo>
                  <a:lnTo>
                    <a:pt x="579215" y="80010"/>
                  </a:lnTo>
                  <a:lnTo>
                    <a:pt x="579025" y="77724"/>
                  </a:lnTo>
                  <a:lnTo>
                    <a:pt x="578739" y="76676"/>
                  </a:lnTo>
                  <a:lnTo>
                    <a:pt x="576453" y="75343"/>
                  </a:lnTo>
                  <a:lnTo>
                    <a:pt x="574834" y="73247"/>
                  </a:lnTo>
                  <a:lnTo>
                    <a:pt x="573405" y="70771"/>
                  </a:lnTo>
                  <a:lnTo>
                    <a:pt x="571691" y="68485"/>
                  </a:lnTo>
                  <a:lnTo>
                    <a:pt x="568262" y="65342"/>
                  </a:lnTo>
                  <a:lnTo>
                    <a:pt x="566261" y="62389"/>
                  </a:lnTo>
                  <a:lnTo>
                    <a:pt x="565499" y="61531"/>
                  </a:lnTo>
                  <a:lnTo>
                    <a:pt x="563309" y="60008"/>
                  </a:lnTo>
                  <a:lnTo>
                    <a:pt x="551593" y="57531"/>
                  </a:lnTo>
                  <a:lnTo>
                    <a:pt x="549307" y="57436"/>
                  </a:lnTo>
                  <a:lnTo>
                    <a:pt x="545021" y="58293"/>
                  </a:lnTo>
                  <a:lnTo>
                    <a:pt x="539972" y="58007"/>
                  </a:lnTo>
                  <a:lnTo>
                    <a:pt x="537305" y="56864"/>
                  </a:lnTo>
                  <a:lnTo>
                    <a:pt x="535876" y="54959"/>
                  </a:lnTo>
                  <a:lnTo>
                    <a:pt x="533495" y="49244"/>
                  </a:lnTo>
                  <a:lnTo>
                    <a:pt x="531781" y="47435"/>
                  </a:lnTo>
                  <a:lnTo>
                    <a:pt x="527590" y="45434"/>
                  </a:lnTo>
                  <a:lnTo>
                    <a:pt x="525685" y="43529"/>
                  </a:lnTo>
                  <a:lnTo>
                    <a:pt x="524923" y="42196"/>
                  </a:lnTo>
                  <a:lnTo>
                    <a:pt x="524351" y="40862"/>
                  </a:lnTo>
                  <a:lnTo>
                    <a:pt x="524066" y="39433"/>
                  </a:lnTo>
                  <a:lnTo>
                    <a:pt x="524066" y="37814"/>
                  </a:lnTo>
                  <a:lnTo>
                    <a:pt x="524351" y="35052"/>
                  </a:lnTo>
                  <a:lnTo>
                    <a:pt x="523970" y="34290"/>
                  </a:lnTo>
                  <a:lnTo>
                    <a:pt x="522637" y="33909"/>
                  </a:lnTo>
                  <a:lnTo>
                    <a:pt x="520541" y="34290"/>
                  </a:lnTo>
                  <a:lnTo>
                    <a:pt x="516446" y="36385"/>
                  </a:lnTo>
                  <a:lnTo>
                    <a:pt x="514445" y="36290"/>
                  </a:lnTo>
                  <a:lnTo>
                    <a:pt x="512445" y="35528"/>
                  </a:lnTo>
                  <a:lnTo>
                    <a:pt x="508921" y="35338"/>
                  </a:lnTo>
                  <a:lnTo>
                    <a:pt x="504730" y="33623"/>
                  </a:lnTo>
                  <a:lnTo>
                    <a:pt x="498348" y="32956"/>
                  </a:lnTo>
                  <a:lnTo>
                    <a:pt x="497491" y="32480"/>
                  </a:lnTo>
                  <a:lnTo>
                    <a:pt x="495681" y="30956"/>
                  </a:lnTo>
                  <a:lnTo>
                    <a:pt x="493490" y="29718"/>
                  </a:lnTo>
                  <a:lnTo>
                    <a:pt x="488347" y="27908"/>
                  </a:lnTo>
                  <a:lnTo>
                    <a:pt x="484822" y="27527"/>
                  </a:lnTo>
                  <a:lnTo>
                    <a:pt x="482537" y="27718"/>
                  </a:lnTo>
                  <a:lnTo>
                    <a:pt x="481393" y="28099"/>
                  </a:lnTo>
                  <a:lnTo>
                    <a:pt x="479488" y="29337"/>
                  </a:lnTo>
                  <a:lnTo>
                    <a:pt x="478536" y="29718"/>
                  </a:lnTo>
                  <a:lnTo>
                    <a:pt x="477393" y="29623"/>
                  </a:lnTo>
                  <a:lnTo>
                    <a:pt x="475202" y="28861"/>
                  </a:lnTo>
                  <a:lnTo>
                    <a:pt x="474155" y="28670"/>
                  </a:lnTo>
                  <a:lnTo>
                    <a:pt x="471678" y="29051"/>
                  </a:lnTo>
                  <a:lnTo>
                    <a:pt x="469297" y="28956"/>
                  </a:lnTo>
                  <a:lnTo>
                    <a:pt x="463677" y="29527"/>
                  </a:lnTo>
                  <a:lnTo>
                    <a:pt x="461296" y="29147"/>
                  </a:lnTo>
                  <a:lnTo>
                    <a:pt x="458343" y="27337"/>
                  </a:lnTo>
                  <a:lnTo>
                    <a:pt x="457200" y="26860"/>
                  </a:lnTo>
                  <a:lnTo>
                    <a:pt x="455962" y="26765"/>
                  </a:lnTo>
                  <a:lnTo>
                    <a:pt x="454723" y="26956"/>
                  </a:lnTo>
                  <a:lnTo>
                    <a:pt x="454247" y="27146"/>
                  </a:lnTo>
                  <a:lnTo>
                    <a:pt x="453390" y="27718"/>
                  </a:lnTo>
                  <a:lnTo>
                    <a:pt x="452056" y="28289"/>
                  </a:lnTo>
                  <a:lnTo>
                    <a:pt x="451390" y="27813"/>
                  </a:lnTo>
                  <a:lnTo>
                    <a:pt x="451009" y="27432"/>
                  </a:lnTo>
                  <a:lnTo>
                    <a:pt x="450818" y="26956"/>
                  </a:lnTo>
                  <a:lnTo>
                    <a:pt x="450533" y="26575"/>
                  </a:lnTo>
                  <a:lnTo>
                    <a:pt x="447008" y="25718"/>
                  </a:lnTo>
                  <a:lnTo>
                    <a:pt x="443484" y="25622"/>
                  </a:lnTo>
                  <a:lnTo>
                    <a:pt x="442341" y="25813"/>
                  </a:lnTo>
                  <a:lnTo>
                    <a:pt x="439579" y="27146"/>
                  </a:lnTo>
                  <a:lnTo>
                    <a:pt x="438721" y="27146"/>
                  </a:lnTo>
                  <a:lnTo>
                    <a:pt x="437674" y="26575"/>
                  </a:lnTo>
                  <a:lnTo>
                    <a:pt x="436721" y="25813"/>
                  </a:lnTo>
                  <a:lnTo>
                    <a:pt x="435673" y="25241"/>
                  </a:lnTo>
                  <a:lnTo>
                    <a:pt x="433578" y="25241"/>
                  </a:lnTo>
                  <a:lnTo>
                    <a:pt x="432149" y="24765"/>
                  </a:lnTo>
                  <a:lnTo>
                    <a:pt x="431292" y="24670"/>
                  </a:lnTo>
                  <a:lnTo>
                    <a:pt x="430530" y="24860"/>
                  </a:lnTo>
                  <a:lnTo>
                    <a:pt x="428339" y="25908"/>
                  </a:lnTo>
                  <a:lnTo>
                    <a:pt x="426625" y="26384"/>
                  </a:lnTo>
                  <a:lnTo>
                    <a:pt x="421481" y="25527"/>
                  </a:lnTo>
                  <a:lnTo>
                    <a:pt x="420529" y="25527"/>
                  </a:lnTo>
                  <a:lnTo>
                    <a:pt x="419671" y="25527"/>
                  </a:lnTo>
                  <a:lnTo>
                    <a:pt x="418814" y="25337"/>
                  </a:lnTo>
                  <a:lnTo>
                    <a:pt x="418052" y="24670"/>
                  </a:lnTo>
                  <a:lnTo>
                    <a:pt x="416528" y="22574"/>
                  </a:lnTo>
                  <a:lnTo>
                    <a:pt x="415957" y="22098"/>
                  </a:lnTo>
                  <a:lnTo>
                    <a:pt x="414147" y="21431"/>
                  </a:lnTo>
                  <a:lnTo>
                    <a:pt x="408146" y="20383"/>
                  </a:lnTo>
                  <a:lnTo>
                    <a:pt x="407098" y="19907"/>
                  </a:lnTo>
                  <a:lnTo>
                    <a:pt x="406337" y="19812"/>
                  </a:lnTo>
                  <a:lnTo>
                    <a:pt x="404241" y="20669"/>
                  </a:lnTo>
                  <a:lnTo>
                    <a:pt x="401955" y="20669"/>
                  </a:lnTo>
                  <a:lnTo>
                    <a:pt x="400907" y="20860"/>
                  </a:lnTo>
                  <a:lnTo>
                    <a:pt x="399859" y="21622"/>
                  </a:lnTo>
                  <a:lnTo>
                    <a:pt x="398717" y="22955"/>
                  </a:lnTo>
                  <a:lnTo>
                    <a:pt x="398335" y="23241"/>
                  </a:lnTo>
                  <a:lnTo>
                    <a:pt x="398050" y="23241"/>
                  </a:lnTo>
                  <a:lnTo>
                    <a:pt x="397097" y="23050"/>
                  </a:lnTo>
                  <a:lnTo>
                    <a:pt x="396716" y="23146"/>
                  </a:lnTo>
                  <a:lnTo>
                    <a:pt x="396621" y="23431"/>
                  </a:lnTo>
                  <a:lnTo>
                    <a:pt x="396526" y="23717"/>
                  </a:lnTo>
                  <a:lnTo>
                    <a:pt x="396335" y="24003"/>
                  </a:lnTo>
                  <a:lnTo>
                    <a:pt x="394335" y="25051"/>
                  </a:lnTo>
                  <a:lnTo>
                    <a:pt x="393287" y="25337"/>
                  </a:lnTo>
                  <a:lnTo>
                    <a:pt x="390906" y="25241"/>
                  </a:lnTo>
                  <a:lnTo>
                    <a:pt x="388906" y="26194"/>
                  </a:lnTo>
                  <a:lnTo>
                    <a:pt x="387763" y="26479"/>
                  </a:lnTo>
                  <a:lnTo>
                    <a:pt x="386334" y="26194"/>
                  </a:lnTo>
                  <a:lnTo>
                    <a:pt x="383572" y="25051"/>
                  </a:lnTo>
                  <a:lnTo>
                    <a:pt x="382143" y="24860"/>
                  </a:lnTo>
                  <a:lnTo>
                    <a:pt x="381191" y="25241"/>
                  </a:lnTo>
                  <a:lnTo>
                    <a:pt x="379571" y="26765"/>
                  </a:lnTo>
                  <a:lnTo>
                    <a:pt x="378619" y="27051"/>
                  </a:lnTo>
                  <a:lnTo>
                    <a:pt x="378142" y="26765"/>
                  </a:lnTo>
                  <a:lnTo>
                    <a:pt x="377571" y="25622"/>
                  </a:lnTo>
                  <a:lnTo>
                    <a:pt x="377000" y="25241"/>
                  </a:lnTo>
                  <a:lnTo>
                    <a:pt x="376333" y="25241"/>
                  </a:lnTo>
                  <a:lnTo>
                    <a:pt x="375285" y="25718"/>
                  </a:lnTo>
                  <a:lnTo>
                    <a:pt x="374713" y="25813"/>
                  </a:lnTo>
                  <a:lnTo>
                    <a:pt x="370142" y="24384"/>
                  </a:lnTo>
                  <a:lnTo>
                    <a:pt x="365379" y="24384"/>
                  </a:lnTo>
                  <a:lnTo>
                    <a:pt x="361569" y="23431"/>
                  </a:lnTo>
                  <a:lnTo>
                    <a:pt x="360235" y="23431"/>
                  </a:lnTo>
                  <a:lnTo>
                    <a:pt x="356806" y="24575"/>
                  </a:lnTo>
                  <a:lnTo>
                    <a:pt x="355568" y="24479"/>
                  </a:lnTo>
                  <a:lnTo>
                    <a:pt x="351472" y="23241"/>
                  </a:lnTo>
                  <a:lnTo>
                    <a:pt x="349377" y="22955"/>
                  </a:lnTo>
                  <a:lnTo>
                    <a:pt x="346615" y="23146"/>
                  </a:lnTo>
                  <a:lnTo>
                    <a:pt x="346138" y="23146"/>
                  </a:lnTo>
                  <a:lnTo>
                    <a:pt x="345376" y="23336"/>
                  </a:lnTo>
                  <a:lnTo>
                    <a:pt x="344805" y="23908"/>
                  </a:lnTo>
                  <a:lnTo>
                    <a:pt x="343091" y="28480"/>
                  </a:lnTo>
                  <a:lnTo>
                    <a:pt x="342519" y="29432"/>
                  </a:lnTo>
                  <a:lnTo>
                    <a:pt x="341281" y="30766"/>
                  </a:lnTo>
                  <a:lnTo>
                    <a:pt x="339757" y="31814"/>
                  </a:lnTo>
                  <a:lnTo>
                    <a:pt x="338233" y="32480"/>
                  </a:lnTo>
                  <a:lnTo>
                    <a:pt x="336899" y="32575"/>
                  </a:lnTo>
                  <a:lnTo>
                    <a:pt x="333470" y="31147"/>
                  </a:lnTo>
                  <a:lnTo>
                    <a:pt x="332422" y="31052"/>
                  </a:lnTo>
                  <a:lnTo>
                    <a:pt x="330327" y="31242"/>
                  </a:lnTo>
                  <a:lnTo>
                    <a:pt x="318421" y="29718"/>
                  </a:lnTo>
                  <a:lnTo>
                    <a:pt x="314896" y="29718"/>
                  </a:lnTo>
                  <a:lnTo>
                    <a:pt x="313563" y="29432"/>
                  </a:lnTo>
                  <a:lnTo>
                    <a:pt x="310420" y="27527"/>
                  </a:lnTo>
                  <a:lnTo>
                    <a:pt x="309181" y="26575"/>
                  </a:lnTo>
                  <a:lnTo>
                    <a:pt x="307658" y="25718"/>
                  </a:lnTo>
                  <a:lnTo>
                    <a:pt x="304419" y="24765"/>
                  </a:lnTo>
                  <a:lnTo>
                    <a:pt x="302895" y="24003"/>
                  </a:lnTo>
                  <a:lnTo>
                    <a:pt x="301371" y="22670"/>
                  </a:lnTo>
                  <a:lnTo>
                    <a:pt x="296894" y="20479"/>
                  </a:lnTo>
                  <a:lnTo>
                    <a:pt x="290893" y="19431"/>
                  </a:lnTo>
                  <a:lnTo>
                    <a:pt x="289084" y="18764"/>
                  </a:lnTo>
                  <a:lnTo>
                    <a:pt x="283655" y="14573"/>
                  </a:lnTo>
                  <a:lnTo>
                    <a:pt x="282892" y="13716"/>
                  </a:lnTo>
                  <a:lnTo>
                    <a:pt x="281559" y="11430"/>
                  </a:lnTo>
                  <a:lnTo>
                    <a:pt x="280797" y="10477"/>
                  </a:lnTo>
                  <a:lnTo>
                    <a:pt x="279749" y="9906"/>
                  </a:lnTo>
                  <a:lnTo>
                    <a:pt x="277559" y="9335"/>
                  </a:lnTo>
                  <a:lnTo>
                    <a:pt x="275654" y="8096"/>
                  </a:lnTo>
                  <a:lnTo>
                    <a:pt x="273463" y="7906"/>
                  </a:lnTo>
                  <a:lnTo>
                    <a:pt x="272415" y="7334"/>
                  </a:lnTo>
                  <a:lnTo>
                    <a:pt x="269653" y="5048"/>
                  </a:lnTo>
                  <a:lnTo>
                    <a:pt x="268129" y="4286"/>
                  </a:lnTo>
                  <a:lnTo>
                    <a:pt x="266414" y="3905"/>
                  </a:lnTo>
                  <a:lnTo>
                    <a:pt x="264890" y="3334"/>
                  </a:lnTo>
                  <a:lnTo>
                    <a:pt x="262223" y="857"/>
                  </a:lnTo>
                  <a:lnTo>
                    <a:pt x="260699" y="0"/>
                  </a:lnTo>
                  <a:lnTo>
                    <a:pt x="262128" y="2000"/>
                  </a:lnTo>
                  <a:lnTo>
                    <a:pt x="262700" y="3239"/>
                  </a:lnTo>
                  <a:lnTo>
                    <a:pt x="262604" y="4286"/>
                  </a:lnTo>
                  <a:lnTo>
                    <a:pt x="261747" y="4763"/>
                  </a:lnTo>
                  <a:lnTo>
                    <a:pt x="253460" y="5810"/>
                  </a:lnTo>
                  <a:lnTo>
                    <a:pt x="252508" y="5525"/>
                  </a:lnTo>
                  <a:lnTo>
                    <a:pt x="250603" y="3715"/>
                  </a:lnTo>
                  <a:lnTo>
                    <a:pt x="249555" y="3334"/>
                  </a:lnTo>
                  <a:lnTo>
                    <a:pt x="247936" y="4572"/>
                  </a:lnTo>
                  <a:lnTo>
                    <a:pt x="246221" y="9525"/>
                  </a:lnTo>
                  <a:lnTo>
                    <a:pt x="244221" y="10573"/>
                  </a:lnTo>
                  <a:lnTo>
                    <a:pt x="242030" y="10477"/>
                  </a:lnTo>
                  <a:lnTo>
                    <a:pt x="241078" y="10668"/>
                  </a:lnTo>
                  <a:lnTo>
                    <a:pt x="232029" y="14383"/>
                  </a:lnTo>
                  <a:lnTo>
                    <a:pt x="229552" y="15812"/>
                  </a:lnTo>
                  <a:lnTo>
                    <a:pt x="228695" y="16574"/>
                  </a:lnTo>
                  <a:lnTo>
                    <a:pt x="228124" y="17621"/>
                  </a:lnTo>
                  <a:lnTo>
                    <a:pt x="226123" y="23431"/>
                  </a:lnTo>
                  <a:lnTo>
                    <a:pt x="225076" y="25337"/>
                  </a:lnTo>
                  <a:lnTo>
                    <a:pt x="224600" y="26384"/>
                  </a:lnTo>
                  <a:lnTo>
                    <a:pt x="224409" y="27623"/>
                  </a:lnTo>
                  <a:lnTo>
                    <a:pt x="224504" y="28861"/>
                  </a:lnTo>
                  <a:lnTo>
                    <a:pt x="225171" y="31242"/>
                  </a:lnTo>
                  <a:lnTo>
                    <a:pt x="225362" y="32575"/>
                  </a:lnTo>
                  <a:lnTo>
                    <a:pt x="225171" y="33623"/>
                  </a:lnTo>
                  <a:lnTo>
                    <a:pt x="223742" y="36671"/>
                  </a:lnTo>
                  <a:lnTo>
                    <a:pt x="220980" y="42958"/>
                  </a:lnTo>
                  <a:lnTo>
                    <a:pt x="220409" y="45529"/>
                  </a:lnTo>
                  <a:lnTo>
                    <a:pt x="220218" y="48197"/>
                  </a:lnTo>
                  <a:lnTo>
                    <a:pt x="220599" y="50578"/>
                  </a:lnTo>
                  <a:lnTo>
                    <a:pt x="221456" y="52769"/>
                  </a:lnTo>
                  <a:lnTo>
                    <a:pt x="225266" y="60103"/>
                  </a:lnTo>
                  <a:lnTo>
                    <a:pt x="225266" y="60103"/>
                  </a:lnTo>
                  <a:lnTo>
                    <a:pt x="225266" y="61341"/>
                  </a:lnTo>
                  <a:lnTo>
                    <a:pt x="223742" y="61627"/>
                  </a:lnTo>
                  <a:lnTo>
                    <a:pt x="220599" y="60389"/>
                  </a:lnTo>
                  <a:lnTo>
                    <a:pt x="215837" y="59531"/>
                  </a:lnTo>
                  <a:lnTo>
                    <a:pt x="215170" y="58579"/>
                  </a:lnTo>
                  <a:lnTo>
                    <a:pt x="215075" y="57055"/>
                  </a:lnTo>
                  <a:lnTo>
                    <a:pt x="215265" y="54864"/>
                  </a:lnTo>
                  <a:lnTo>
                    <a:pt x="214503" y="53912"/>
                  </a:lnTo>
                  <a:lnTo>
                    <a:pt x="213265" y="53435"/>
                  </a:lnTo>
                  <a:lnTo>
                    <a:pt x="209455" y="53150"/>
                  </a:lnTo>
                  <a:lnTo>
                    <a:pt x="208502" y="52864"/>
                  </a:lnTo>
                  <a:lnTo>
                    <a:pt x="207645" y="52388"/>
                  </a:lnTo>
                  <a:lnTo>
                    <a:pt x="206597" y="51625"/>
                  </a:lnTo>
                  <a:lnTo>
                    <a:pt x="204597" y="50768"/>
                  </a:lnTo>
                  <a:lnTo>
                    <a:pt x="202216" y="50673"/>
                  </a:lnTo>
                  <a:lnTo>
                    <a:pt x="195453" y="51816"/>
                  </a:lnTo>
                  <a:lnTo>
                    <a:pt x="193643" y="51721"/>
                  </a:lnTo>
                  <a:lnTo>
                    <a:pt x="191834" y="51245"/>
                  </a:lnTo>
                  <a:lnTo>
                    <a:pt x="190024" y="50387"/>
                  </a:lnTo>
                  <a:lnTo>
                    <a:pt x="188690" y="49149"/>
                  </a:lnTo>
                  <a:lnTo>
                    <a:pt x="186880" y="45720"/>
                  </a:lnTo>
                  <a:lnTo>
                    <a:pt x="185642" y="44291"/>
                  </a:lnTo>
                  <a:lnTo>
                    <a:pt x="184023" y="43434"/>
                  </a:lnTo>
                  <a:lnTo>
                    <a:pt x="176498" y="41624"/>
                  </a:lnTo>
                  <a:lnTo>
                    <a:pt x="172688" y="41720"/>
                  </a:lnTo>
                  <a:lnTo>
                    <a:pt x="170879" y="41339"/>
                  </a:lnTo>
                  <a:lnTo>
                    <a:pt x="164687" y="37148"/>
                  </a:lnTo>
                  <a:lnTo>
                    <a:pt x="161163" y="35719"/>
                  </a:lnTo>
                  <a:lnTo>
                    <a:pt x="154400" y="35433"/>
                  </a:lnTo>
                  <a:lnTo>
                    <a:pt x="153543" y="35624"/>
                  </a:lnTo>
                  <a:lnTo>
                    <a:pt x="152019" y="36385"/>
                  </a:lnTo>
                  <a:lnTo>
                    <a:pt x="151257" y="36481"/>
                  </a:lnTo>
                  <a:lnTo>
                    <a:pt x="149542" y="36004"/>
                  </a:lnTo>
                  <a:lnTo>
                    <a:pt x="143446" y="32575"/>
                  </a:lnTo>
                  <a:lnTo>
                    <a:pt x="140208" y="31718"/>
                  </a:lnTo>
                  <a:lnTo>
                    <a:pt x="139351" y="31337"/>
                  </a:lnTo>
                  <a:lnTo>
                    <a:pt x="138493" y="30766"/>
                  </a:lnTo>
                  <a:lnTo>
                    <a:pt x="137636" y="30385"/>
                  </a:lnTo>
                  <a:lnTo>
                    <a:pt x="136779" y="30575"/>
                  </a:lnTo>
                  <a:lnTo>
                    <a:pt x="134969" y="31242"/>
                  </a:lnTo>
                  <a:lnTo>
                    <a:pt x="131254" y="31433"/>
                  </a:lnTo>
                  <a:lnTo>
                    <a:pt x="129540" y="32004"/>
                  </a:lnTo>
                  <a:lnTo>
                    <a:pt x="123730" y="35719"/>
                  </a:lnTo>
                  <a:lnTo>
                    <a:pt x="122777" y="35909"/>
                  </a:lnTo>
                  <a:lnTo>
                    <a:pt x="122110" y="35624"/>
                  </a:lnTo>
                  <a:lnTo>
                    <a:pt x="120015" y="33814"/>
                  </a:lnTo>
                  <a:lnTo>
                    <a:pt x="119443" y="33528"/>
                  </a:lnTo>
                  <a:lnTo>
                    <a:pt x="118872" y="33623"/>
                  </a:lnTo>
                  <a:lnTo>
                    <a:pt x="118015" y="34004"/>
                  </a:lnTo>
                  <a:lnTo>
                    <a:pt x="115443" y="33147"/>
                  </a:lnTo>
                  <a:lnTo>
                    <a:pt x="114205" y="33242"/>
                  </a:lnTo>
                  <a:lnTo>
                    <a:pt x="113252" y="34100"/>
                  </a:lnTo>
                  <a:lnTo>
                    <a:pt x="112681" y="35147"/>
                  </a:lnTo>
                  <a:lnTo>
                    <a:pt x="112014" y="36195"/>
                  </a:lnTo>
                  <a:lnTo>
                    <a:pt x="111157" y="36957"/>
                  </a:lnTo>
                  <a:lnTo>
                    <a:pt x="110204" y="37338"/>
                  </a:lnTo>
                  <a:lnTo>
                    <a:pt x="109061" y="37148"/>
                  </a:lnTo>
                  <a:lnTo>
                    <a:pt x="107823" y="36576"/>
                  </a:lnTo>
                  <a:lnTo>
                    <a:pt x="106680" y="36195"/>
                  </a:lnTo>
                  <a:lnTo>
                    <a:pt x="105823" y="36671"/>
                  </a:lnTo>
                  <a:lnTo>
                    <a:pt x="104680" y="38767"/>
                  </a:lnTo>
                  <a:lnTo>
                    <a:pt x="104013" y="39719"/>
                  </a:lnTo>
                  <a:lnTo>
                    <a:pt x="103156" y="40291"/>
                  </a:lnTo>
                  <a:lnTo>
                    <a:pt x="101155" y="40958"/>
                  </a:lnTo>
                  <a:lnTo>
                    <a:pt x="100679" y="41624"/>
                  </a:lnTo>
                  <a:lnTo>
                    <a:pt x="100584" y="43148"/>
                  </a:lnTo>
                  <a:lnTo>
                    <a:pt x="100679" y="46006"/>
                  </a:lnTo>
                  <a:lnTo>
                    <a:pt x="100393" y="47054"/>
                  </a:lnTo>
                  <a:lnTo>
                    <a:pt x="99536" y="47911"/>
                  </a:lnTo>
                  <a:lnTo>
                    <a:pt x="94964" y="48673"/>
                  </a:lnTo>
                  <a:lnTo>
                    <a:pt x="92964" y="49911"/>
                  </a:lnTo>
                  <a:lnTo>
                    <a:pt x="93440" y="52578"/>
                  </a:lnTo>
                  <a:lnTo>
                    <a:pt x="94012" y="53245"/>
                  </a:lnTo>
                  <a:lnTo>
                    <a:pt x="95821" y="54864"/>
                  </a:lnTo>
                  <a:lnTo>
                    <a:pt x="95821" y="54864"/>
                  </a:lnTo>
                  <a:lnTo>
                    <a:pt x="95821" y="54864"/>
                  </a:lnTo>
                  <a:lnTo>
                    <a:pt x="95821" y="54864"/>
                  </a:lnTo>
                  <a:lnTo>
                    <a:pt x="96298" y="55626"/>
                  </a:lnTo>
                  <a:lnTo>
                    <a:pt x="96202" y="56483"/>
                  </a:lnTo>
                  <a:lnTo>
                    <a:pt x="95726" y="57150"/>
                  </a:lnTo>
                  <a:lnTo>
                    <a:pt x="94964" y="57531"/>
                  </a:lnTo>
                  <a:lnTo>
                    <a:pt x="94107" y="57436"/>
                  </a:lnTo>
                  <a:lnTo>
                    <a:pt x="91630" y="55817"/>
                  </a:lnTo>
                  <a:lnTo>
                    <a:pt x="90868" y="56579"/>
                  </a:lnTo>
                  <a:lnTo>
                    <a:pt x="90106" y="57817"/>
                  </a:lnTo>
                  <a:lnTo>
                    <a:pt x="89535" y="59246"/>
                  </a:lnTo>
                  <a:lnTo>
                    <a:pt x="89249" y="60579"/>
                  </a:lnTo>
                  <a:lnTo>
                    <a:pt x="89345" y="61341"/>
                  </a:lnTo>
                  <a:lnTo>
                    <a:pt x="89630" y="61817"/>
                  </a:lnTo>
                  <a:lnTo>
                    <a:pt x="89725" y="62294"/>
                  </a:lnTo>
                  <a:lnTo>
                    <a:pt x="89345" y="63151"/>
                  </a:lnTo>
                  <a:lnTo>
                    <a:pt x="87630" y="65246"/>
                  </a:lnTo>
                  <a:lnTo>
                    <a:pt x="87058" y="65818"/>
                  </a:lnTo>
                  <a:lnTo>
                    <a:pt x="85820" y="67056"/>
                  </a:lnTo>
                  <a:lnTo>
                    <a:pt x="85154" y="68199"/>
                  </a:lnTo>
                  <a:lnTo>
                    <a:pt x="85439" y="69247"/>
                  </a:lnTo>
                  <a:lnTo>
                    <a:pt x="87535" y="71342"/>
                  </a:lnTo>
                  <a:lnTo>
                    <a:pt x="88678" y="71914"/>
                  </a:lnTo>
                  <a:lnTo>
                    <a:pt x="90202" y="72295"/>
                  </a:lnTo>
                  <a:lnTo>
                    <a:pt x="91345" y="71247"/>
                  </a:lnTo>
                  <a:lnTo>
                    <a:pt x="93726" y="69533"/>
                  </a:lnTo>
                  <a:lnTo>
                    <a:pt x="95441" y="69342"/>
                  </a:lnTo>
                  <a:lnTo>
                    <a:pt x="97155" y="70009"/>
                  </a:lnTo>
                  <a:lnTo>
                    <a:pt x="104584" y="75343"/>
                  </a:lnTo>
                  <a:lnTo>
                    <a:pt x="106299" y="75914"/>
                  </a:lnTo>
                  <a:lnTo>
                    <a:pt x="106489" y="76010"/>
                  </a:lnTo>
                  <a:lnTo>
                    <a:pt x="105727" y="78677"/>
                  </a:lnTo>
                  <a:lnTo>
                    <a:pt x="103727" y="80010"/>
                  </a:lnTo>
                  <a:lnTo>
                    <a:pt x="99346" y="81248"/>
                  </a:lnTo>
                  <a:lnTo>
                    <a:pt x="91916" y="86773"/>
                  </a:lnTo>
                  <a:lnTo>
                    <a:pt x="89725" y="87249"/>
                  </a:lnTo>
                  <a:lnTo>
                    <a:pt x="87154" y="87154"/>
                  </a:lnTo>
                  <a:lnTo>
                    <a:pt x="84963" y="87725"/>
                  </a:lnTo>
                  <a:lnTo>
                    <a:pt x="84010" y="90297"/>
                  </a:lnTo>
                  <a:lnTo>
                    <a:pt x="83820" y="94393"/>
                  </a:lnTo>
                  <a:lnTo>
                    <a:pt x="83248" y="95536"/>
                  </a:lnTo>
                  <a:lnTo>
                    <a:pt x="81439" y="96202"/>
                  </a:lnTo>
                  <a:lnTo>
                    <a:pt x="76200" y="96774"/>
                  </a:lnTo>
                  <a:lnTo>
                    <a:pt x="74581" y="97727"/>
                  </a:lnTo>
                  <a:lnTo>
                    <a:pt x="69342" y="102203"/>
                  </a:lnTo>
                  <a:lnTo>
                    <a:pt x="67056" y="104870"/>
                  </a:lnTo>
                  <a:lnTo>
                    <a:pt x="65532" y="108204"/>
                  </a:lnTo>
                  <a:lnTo>
                    <a:pt x="64294" y="110014"/>
                  </a:lnTo>
                  <a:lnTo>
                    <a:pt x="62675" y="111062"/>
                  </a:lnTo>
                  <a:lnTo>
                    <a:pt x="60960" y="111919"/>
                  </a:lnTo>
                  <a:lnTo>
                    <a:pt x="57817" y="114395"/>
                  </a:lnTo>
                  <a:lnTo>
                    <a:pt x="49244" y="119444"/>
                  </a:lnTo>
                  <a:lnTo>
                    <a:pt x="48101" y="121253"/>
                  </a:lnTo>
                  <a:lnTo>
                    <a:pt x="49054" y="123539"/>
                  </a:lnTo>
                  <a:lnTo>
                    <a:pt x="50959" y="124587"/>
                  </a:lnTo>
                  <a:lnTo>
                    <a:pt x="58388" y="125444"/>
                  </a:lnTo>
                  <a:lnTo>
                    <a:pt x="58388" y="125444"/>
                  </a:lnTo>
                  <a:lnTo>
                    <a:pt x="58388" y="125444"/>
                  </a:lnTo>
                  <a:lnTo>
                    <a:pt x="58388" y="125444"/>
                  </a:lnTo>
                  <a:lnTo>
                    <a:pt x="60388" y="126683"/>
                  </a:lnTo>
                  <a:lnTo>
                    <a:pt x="61246" y="127445"/>
                  </a:lnTo>
                  <a:lnTo>
                    <a:pt x="62008" y="128492"/>
                  </a:lnTo>
                  <a:lnTo>
                    <a:pt x="63341" y="130874"/>
                  </a:lnTo>
                  <a:lnTo>
                    <a:pt x="64103" y="131636"/>
                  </a:lnTo>
                  <a:lnTo>
                    <a:pt x="65056" y="131636"/>
                  </a:lnTo>
                  <a:lnTo>
                    <a:pt x="65437" y="131636"/>
                  </a:lnTo>
                  <a:lnTo>
                    <a:pt x="67246" y="130969"/>
                  </a:lnTo>
                  <a:lnTo>
                    <a:pt x="73723" y="127254"/>
                  </a:lnTo>
                  <a:lnTo>
                    <a:pt x="75533" y="126968"/>
                  </a:lnTo>
                  <a:lnTo>
                    <a:pt x="76486" y="127635"/>
                  </a:lnTo>
                  <a:lnTo>
                    <a:pt x="77343" y="128873"/>
                  </a:lnTo>
                  <a:lnTo>
                    <a:pt x="80296" y="134017"/>
                  </a:lnTo>
                  <a:lnTo>
                    <a:pt x="80772" y="135446"/>
                  </a:lnTo>
                  <a:lnTo>
                    <a:pt x="80867" y="136874"/>
                  </a:lnTo>
                  <a:lnTo>
                    <a:pt x="80105" y="141161"/>
                  </a:lnTo>
                  <a:lnTo>
                    <a:pt x="80200" y="142399"/>
                  </a:lnTo>
                  <a:lnTo>
                    <a:pt x="80867" y="143351"/>
                  </a:lnTo>
                  <a:lnTo>
                    <a:pt x="81725" y="143256"/>
                  </a:lnTo>
                  <a:lnTo>
                    <a:pt x="82772" y="142780"/>
                  </a:lnTo>
                  <a:lnTo>
                    <a:pt x="83915" y="142685"/>
                  </a:lnTo>
                  <a:lnTo>
                    <a:pt x="84963" y="143066"/>
                  </a:lnTo>
                  <a:lnTo>
                    <a:pt x="85916" y="143732"/>
                  </a:lnTo>
                  <a:lnTo>
                    <a:pt x="86773" y="144590"/>
                  </a:lnTo>
                  <a:lnTo>
                    <a:pt x="87535" y="145637"/>
                  </a:lnTo>
                  <a:lnTo>
                    <a:pt x="88487" y="146590"/>
                  </a:lnTo>
                  <a:lnTo>
                    <a:pt x="89535" y="146685"/>
                  </a:lnTo>
                  <a:lnTo>
                    <a:pt x="91821" y="146304"/>
                  </a:lnTo>
                  <a:lnTo>
                    <a:pt x="94297" y="146780"/>
                  </a:lnTo>
                  <a:lnTo>
                    <a:pt x="95441" y="147352"/>
                  </a:lnTo>
                  <a:lnTo>
                    <a:pt x="96488" y="148209"/>
                  </a:lnTo>
                  <a:lnTo>
                    <a:pt x="97441" y="148781"/>
                  </a:lnTo>
                  <a:lnTo>
                    <a:pt x="99441" y="149066"/>
                  </a:lnTo>
                  <a:lnTo>
                    <a:pt x="100298" y="149733"/>
                  </a:lnTo>
                  <a:lnTo>
                    <a:pt x="101632" y="152019"/>
                  </a:lnTo>
                  <a:lnTo>
                    <a:pt x="102489" y="152591"/>
                  </a:lnTo>
                  <a:lnTo>
                    <a:pt x="102965" y="151257"/>
                  </a:lnTo>
                  <a:lnTo>
                    <a:pt x="102870" y="149828"/>
                  </a:lnTo>
                  <a:lnTo>
                    <a:pt x="102584" y="148590"/>
                  </a:lnTo>
                  <a:lnTo>
                    <a:pt x="102679" y="147638"/>
                  </a:lnTo>
                  <a:lnTo>
                    <a:pt x="103727" y="147066"/>
                  </a:lnTo>
                  <a:lnTo>
                    <a:pt x="104966" y="147161"/>
                  </a:lnTo>
                  <a:lnTo>
                    <a:pt x="105537" y="148019"/>
                  </a:lnTo>
                  <a:lnTo>
                    <a:pt x="106204" y="150686"/>
                  </a:lnTo>
                  <a:lnTo>
                    <a:pt x="106680" y="151638"/>
                  </a:lnTo>
                  <a:lnTo>
                    <a:pt x="107347" y="152400"/>
                  </a:lnTo>
                  <a:lnTo>
                    <a:pt x="108013" y="152305"/>
                  </a:lnTo>
                  <a:lnTo>
                    <a:pt x="108585" y="150971"/>
                  </a:lnTo>
                  <a:lnTo>
                    <a:pt x="109918" y="149257"/>
                  </a:lnTo>
                  <a:lnTo>
                    <a:pt x="113538" y="152400"/>
                  </a:lnTo>
                  <a:lnTo>
                    <a:pt x="114681" y="151352"/>
                  </a:lnTo>
                  <a:lnTo>
                    <a:pt x="114967" y="148971"/>
                  </a:lnTo>
                  <a:lnTo>
                    <a:pt x="114491" y="136874"/>
                  </a:lnTo>
                  <a:lnTo>
                    <a:pt x="114776" y="136017"/>
                  </a:lnTo>
                  <a:lnTo>
                    <a:pt x="115538" y="136208"/>
                  </a:lnTo>
                  <a:lnTo>
                    <a:pt x="118110" y="138589"/>
                  </a:lnTo>
                  <a:lnTo>
                    <a:pt x="120396" y="139541"/>
                  </a:lnTo>
                  <a:lnTo>
                    <a:pt x="122206" y="139160"/>
                  </a:lnTo>
                  <a:lnTo>
                    <a:pt x="123634" y="137636"/>
                  </a:lnTo>
                  <a:lnTo>
                    <a:pt x="125349" y="133826"/>
                  </a:lnTo>
                  <a:lnTo>
                    <a:pt x="126111" y="131445"/>
                  </a:lnTo>
                  <a:lnTo>
                    <a:pt x="126301" y="130016"/>
                  </a:lnTo>
                  <a:lnTo>
                    <a:pt x="126111" y="128778"/>
                  </a:lnTo>
                  <a:lnTo>
                    <a:pt x="124587" y="126873"/>
                  </a:lnTo>
                  <a:lnTo>
                    <a:pt x="124016" y="125730"/>
                  </a:lnTo>
                  <a:lnTo>
                    <a:pt x="124016" y="125730"/>
                  </a:lnTo>
                  <a:lnTo>
                    <a:pt x="124016" y="125730"/>
                  </a:lnTo>
                  <a:lnTo>
                    <a:pt x="124016" y="125730"/>
                  </a:lnTo>
                  <a:lnTo>
                    <a:pt x="125063" y="123063"/>
                  </a:lnTo>
                  <a:lnTo>
                    <a:pt x="125730" y="122301"/>
                  </a:lnTo>
                  <a:lnTo>
                    <a:pt x="126873" y="121825"/>
                  </a:lnTo>
                  <a:lnTo>
                    <a:pt x="128016" y="122015"/>
                  </a:lnTo>
                  <a:lnTo>
                    <a:pt x="128683" y="122968"/>
                  </a:lnTo>
                  <a:lnTo>
                    <a:pt x="128968" y="124301"/>
                  </a:lnTo>
                  <a:lnTo>
                    <a:pt x="128968" y="125730"/>
                  </a:lnTo>
                  <a:lnTo>
                    <a:pt x="128016" y="129635"/>
                  </a:lnTo>
                  <a:lnTo>
                    <a:pt x="128016" y="130493"/>
                  </a:lnTo>
                  <a:lnTo>
                    <a:pt x="128492" y="130683"/>
                  </a:lnTo>
                  <a:lnTo>
                    <a:pt x="128778" y="130112"/>
                  </a:lnTo>
                  <a:lnTo>
                    <a:pt x="128968" y="129350"/>
                  </a:lnTo>
                  <a:lnTo>
                    <a:pt x="129254" y="128969"/>
                  </a:lnTo>
                  <a:lnTo>
                    <a:pt x="129826" y="129159"/>
                  </a:lnTo>
                  <a:lnTo>
                    <a:pt x="130112" y="130302"/>
                  </a:lnTo>
                  <a:lnTo>
                    <a:pt x="130588" y="130493"/>
                  </a:lnTo>
                  <a:lnTo>
                    <a:pt x="130969" y="130112"/>
                  </a:lnTo>
                  <a:lnTo>
                    <a:pt x="130969" y="128683"/>
                  </a:lnTo>
                  <a:lnTo>
                    <a:pt x="131350" y="128397"/>
                  </a:lnTo>
                  <a:lnTo>
                    <a:pt x="131826" y="128588"/>
                  </a:lnTo>
                  <a:lnTo>
                    <a:pt x="132207" y="128969"/>
                  </a:lnTo>
                  <a:lnTo>
                    <a:pt x="137160" y="136303"/>
                  </a:lnTo>
                  <a:lnTo>
                    <a:pt x="138017" y="138398"/>
                  </a:lnTo>
                  <a:lnTo>
                    <a:pt x="138303" y="140684"/>
                  </a:lnTo>
                  <a:lnTo>
                    <a:pt x="138208" y="143637"/>
                  </a:lnTo>
                  <a:lnTo>
                    <a:pt x="138493" y="146590"/>
                  </a:lnTo>
                  <a:lnTo>
                    <a:pt x="139827" y="147256"/>
                  </a:lnTo>
                  <a:lnTo>
                    <a:pt x="144018" y="146495"/>
                  </a:lnTo>
                  <a:lnTo>
                    <a:pt x="145256" y="147542"/>
                  </a:lnTo>
                  <a:lnTo>
                    <a:pt x="146018" y="148685"/>
                  </a:lnTo>
                  <a:lnTo>
                    <a:pt x="146971" y="149162"/>
                  </a:lnTo>
                  <a:lnTo>
                    <a:pt x="148495" y="148209"/>
                  </a:lnTo>
                  <a:lnTo>
                    <a:pt x="149638" y="147161"/>
                  </a:lnTo>
                  <a:lnTo>
                    <a:pt x="150876" y="146399"/>
                  </a:lnTo>
                  <a:lnTo>
                    <a:pt x="152114" y="146209"/>
                  </a:lnTo>
                  <a:lnTo>
                    <a:pt x="153448" y="146971"/>
                  </a:lnTo>
                  <a:lnTo>
                    <a:pt x="154019" y="148304"/>
                  </a:lnTo>
                  <a:lnTo>
                    <a:pt x="154305" y="150209"/>
                  </a:lnTo>
                  <a:lnTo>
                    <a:pt x="154400" y="152210"/>
                  </a:lnTo>
                  <a:lnTo>
                    <a:pt x="154876" y="155829"/>
                  </a:lnTo>
                  <a:lnTo>
                    <a:pt x="154876" y="157163"/>
                  </a:lnTo>
                  <a:lnTo>
                    <a:pt x="154496" y="158401"/>
                  </a:lnTo>
                  <a:lnTo>
                    <a:pt x="153734" y="160020"/>
                  </a:lnTo>
                  <a:lnTo>
                    <a:pt x="155353" y="159544"/>
                  </a:lnTo>
                  <a:lnTo>
                    <a:pt x="158401" y="158591"/>
                  </a:lnTo>
                  <a:lnTo>
                    <a:pt x="160306" y="158306"/>
                  </a:lnTo>
                  <a:lnTo>
                    <a:pt x="160687" y="158020"/>
                  </a:lnTo>
                  <a:lnTo>
                    <a:pt x="161258" y="156210"/>
                  </a:lnTo>
                  <a:lnTo>
                    <a:pt x="161544" y="155734"/>
                  </a:lnTo>
                  <a:lnTo>
                    <a:pt x="162496" y="154972"/>
                  </a:lnTo>
                  <a:lnTo>
                    <a:pt x="163163" y="155448"/>
                  </a:lnTo>
                  <a:lnTo>
                    <a:pt x="164687" y="157829"/>
                  </a:lnTo>
                  <a:lnTo>
                    <a:pt x="165830" y="158496"/>
                  </a:lnTo>
                  <a:lnTo>
                    <a:pt x="167354" y="158972"/>
                  </a:lnTo>
                  <a:lnTo>
                    <a:pt x="170117" y="159258"/>
                  </a:lnTo>
                  <a:lnTo>
                    <a:pt x="170402" y="159449"/>
                  </a:lnTo>
                  <a:lnTo>
                    <a:pt x="170593" y="159734"/>
                  </a:lnTo>
                  <a:lnTo>
                    <a:pt x="170593" y="160115"/>
                  </a:lnTo>
                  <a:lnTo>
                    <a:pt x="170497" y="160496"/>
                  </a:lnTo>
                  <a:lnTo>
                    <a:pt x="170497" y="162116"/>
                  </a:lnTo>
                  <a:lnTo>
                    <a:pt x="171450" y="162592"/>
                  </a:lnTo>
                  <a:lnTo>
                    <a:pt x="172784" y="162687"/>
                  </a:lnTo>
                  <a:lnTo>
                    <a:pt x="173831" y="163068"/>
                  </a:lnTo>
                  <a:lnTo>
                    <a:pt x="176117" y="166592"/>
                  </a:lnTo>
                  <a:lnTo>
                    <a:pt x="177737" y="168402"/>
                  </a:lnTo>
                  <a:lnTo>
                    <a:pt x="179737" y="169259"/>
                  </a:lnTo>
                  <a:lnTo>
                    <a:pt x="182023" y="169545"/>
                  </a:lnTo>
                  <a:lnTo>
                    <a:pt x="188785" y="168974"/>
                  </a:lnTo>
                  <a:lnTo>
                    <a:pt x="190786" y="169545"/>
                  </a:lnTo>
                  <a:lnTo>
                    <a:pt x="190976" y="171545"/>
                  </a:lnTo>
                  <a:lnTo>
                    <a:pt x="190786" y="172688"/>
                  </a:lnTo>
                  <a:lnTo>
                    <a:pt x="191452" y="172593"/>
                  </a:lnTo>
                  <a:lnTo>
                    <a:pt x="193929" y="170879"/>
                  </a:lnTo>
                  <a:lnTo>
                    <a:pt x="197834" y="169069"/>
                  </a:lnTo>
                  <a:lnTo>
                    <a:pt x="198692" y="169640"/>
                  </a:lnTo>
                  <a:lnTo>
                    <a:pt x="199454" y="170688"/>
                  </a:lnTo>
                  <a:lnTo>
                    <a:pt x="200501" y="171450"/>
                  </a:lnTo>
                  <a:lnTo>
                    <a:pt x="203645" y="171260"/>
                  </a:lnTo>
                  <a:lnTo>
                    <a:pt x="204788" y="171545"/>
                  </a:lnTo>
                  <a:lnTo>
                    <a:pt x="205264" y="171641"/>
                  </a:lnTo>
                  <a:lnTo>
                    <a:pt x="205264" y="171641"/>
                  </a:lnTo>
                  <a:lnTo>
                    <a:pt x="205550" y="173069"/>
                  </a:lnTo>
                  <a:lnTo>
                    <a:pt x="203930" y="175165"/>
                  </a:lnTo>
                  <a:lnTo>
                    <a:pt x="201454" y="176594"/>
                  </a:lnTo>
                  <a:lnTo>
                    <a:pt x="196501" y="178403"/>
                  </a:lnTo>
                  <a:lnTo>
                    <a:pt x="192024" y="181261"/>
                  </a:lnTo>
                  <a:lnTo>
                    <a:pt x="188214" y="182213"/>
                  </a:lnTo>
                  <a:lnTo>
                    <a:pt x="186404" y="182975"/>
                  </a:lnTo>
                  <a:lnTo>
                    <a:pt x="185166" y="184880"/>
                  </a:lnTo>
                  <a:lnTo>
                    <a:pt x="184595" y="189452"/>
                  </a:lnTo>
                  <a:lnTo>
                    <a:pt x="183071" y="190119"/>
                  </a:lnTo>
                  <a:lnTo>
                    <a:pt x="181166" y="189262"/>
                  </a:lnTo>
                  <a:lnTo>
                    <a:pt x="180213" y="189262"/>
                  </a:lnTo>
                  <a:lnTo>
                    <a:pt x="179832" y="190405"/>
                  </a:lnTo>
                  <a:lnTo>
                    <a:pt x="179737" y="191452"/>
                  </a:lnTo>
                  <a:lnTo>
                    <a:pt x="179451" y="192405"/>
                  </a:lnTo>
                  <a:lnTo>
                    <a:pt x="178975" y="193262"/>
                  </a:lnTo>
                  <a:lnTo>
                    <a:pt x="178213" y="193929"/>
                  </a:lnTo>
                  <a:lnTo>
                    <a:pt x="176117" y="194024"/>
                  </a:lnTo>
                  <a:lnTo>
                    <a:pt x="172402" y="191452"/>
                  </a:lnTo>
                  <a:lnTo>
                    <a:pt x="170402" y="191167"/>
                  </a:lnTo>
                  <a:lnTo>
                    <a:pt x="168878" y="190405"/>
                  </a:lnTo>
                  <a:lnTo>
                    <a:pt x="167164" y="188404"/>
                  </a:lnTo>
                  <a:lnTo>
                    <a:pt x="165449" y="186881"/>
                  </a:lnTo>
                  <a:lnTo>
                    <a:pt x="163925" y="187547"/>
                  </a:lnTo>
                  <a:lnTo>
                    <a:pt x="163735" y="188690"/>
                  </a:lnTo>
                  <a:lnTo>
                    <a:pt x="163735" y="188690"/>
                  </a:lnTo>
                  <a:lnTo>
                    <a:pt x="164878" y="190595"/>
                  </a:lnTo>
                  <a:lnTo>
                    <a:pt x="164878" y="190595"/>
                  </a:lnTo>
                  <a:lnTo>
                    <a:pt x="164878" y="191834"/>
                  </a:lnTo>
                  <a:lnTo>
                    <a:pt x="164497" y="192977"/>
                  </a:lnTo>
                  <a:lnTo>
                    <a:pt x="164497" y="193739"/>
                  </a:lnTo>
                  <a:lnTo>
                    <a:pt x="164497" y="193739"/>
                  </a:lnTo>
                  <a:lnTo>
                    <a:pt x="164973" y="194405"/>
                  </a:lnTo>
                  <a:lnTo>
                    <a:pt x="167259" y="196025"/>
                  </a:lnTo>
                  <a:lnTo>
                    <a:pt x="167259" y="196025"/>
                  </a:lnTo>
                  <a:lnTo>
                    <a:pt x="167450" y="196596"/>
                  </a:lnTo>
                  <a:lnTo>
                    <a:pt x="167735" y="197358"/>
                  </a:lnTo>
                  <a:lnTo>
                    <a:pt x="167735" y="197358"/>
                  </a:lnTo>
                  <a:lnTo>
                    <a:pt x="167640" y="198977"/>
                  </a:lnTo>
                  <a:lnTo>
                    <a:pt x="167068" y="200692"/>
                  </a:lnTo>
                  <a:lnTo>
                    <a:pt x="166021" y="202121"/>
                  </a:lnTo>
                  <a:lnTo>
                    <a:pt x="164783" y="202406"/>
                  </a:lnTo>
                  <a:lnTo>
                    <a:pt x="163354" y="201835"/>
                  </a:lnTo>
                  <a:lnTo>
                    <a:pt x="160210" y="200025"/>
                  </a:lnTo>
                  <a:lnTo>
                    <a:pt x="159448" y="199739"/>
                  </a:lnTo>
                  <a:lnTo>
                    <a:pt x="157067" y="199835"/>
                  </a:lnTo>
                  <a:lnTo>
                    <a:pt x="156400" y="199644"/>
                  </a:lnTo>
                  <a:lnTo>
                    <a:pt x="156400" y="199644"/>
                  </a:lnTo>
                  <a:lnTo>
                    <a:pt x="156686" y="198977"/>
                  </a:lnTo>
                  <a:lnTo>
                    <a:pt x="157258" y="198787"/>
                  </a:lnTo>
                  <a:lnTo>
                    <a:pt x="158115" y="198692"/>
                  </a:lnTo>
                  <a:lnTo>
                    <a:pt x="158877" y="198406"/>
                  </a:lnTo>
                  <a:lnTo>
                    <a:pt x="159067" y="197739"/>
                  </a:lnTo>
                  <a:lnTo>
                    <a:pt x="159067" y="197739"/>
                  </a:lnTo>
                  <a:lnTo>
                    <a:pt x="158591" y="197358"/>
                  </a:lnTo>
                  <a:lnTo>
                    <a:pt x="157639" y="197263"/>
                  </a:lnTo>
                  <a:lnTo>
                    <a:pt x="157258" y="197263"/>
                  </a:lnTo>
                  <a:lnTo>
                    <a:pt x="154876" y="197358"/>
                  </a:lnTo>
                  <a:lnTo>
                    <a:pt x="154019" y="197549"/>
                  </a:lnTo>
                  <a:lnTo>
                    <a:pt x="150495" y="199454"/>
                  </a:lnTo>
                  <a:lnTo>
                    <a:pt x="150019" y="200120"/>
                  </a:lnTo>
                  <a:lnTo>
                    <a:pt x="149733" y="201454"/>
                  </a:lnTo>
                  <a:lnTo>
                    <a:pt x="148971" y="203359"/>
                  </a:lnTo>
                  <a:lnTo>
                    <a:pt x="147542" y="204788"/>
                  </a:lnTo>
                  <a:lnTo>
                    <a:pt x="142970" y="207074"/>
                  </a:lnTo>
                  <a:lnTo>
                    <a:pt x="142684" y="208026"/>
                  </a:lnTo>
                  <a:lnTo>
                    <a:pt x="142684" y="208026"/>
                  </a:lnTo>
                  <a:lnTo>
                    <a:pt x="143066" y="209074"/>
                  </a:lnTo>
                  <a:lnTo>
                    <a:pt x="144018" y="209836"/>
                  </a:lnTo>
                  <a:lnTo>
                    <a:pt x="145542" y="210502"/>
                  </a:lnTo>
                  <a:lnTo>
                    <a:pt x="145923" y="210788"/>
                  </a:lnTo>
                  <a:lnTo>
                    <a:pt x="146304" y="210979"/>
                  </a:lnTo>
                  <a:lnTo>
                    <a:pt x="146590" y="211550"/>
                  </a:lnTo>
                  <a:lnTo>
                    <a:pt x="146209" y="212312"/>
                  </a:lnTo>
                  <a:lnTo>
                    <a:pt x="145447" y="212503"/>
                  </a:lnTo>
                  <a:lnTo>
                    <a:pt x="144589" y="212408"/>
                  </a:lnTo>
                  <a:lnTo>
                    <a:pt x="143923" y="212122"/>
                  </a:lnTo>
                  <a:lnTo>
                    <a:pt x="143542" y="212027"/>
                  </a:lnTo>
                  <a:lnTo>
                    <a:pt x="143256" y="212122"/>
                  </a:lnTo>
                  <a:lnTo>
                    <a:pt x="142684" y="212312"/>
                  </a:lnTo>
                  <a:lnTo>
                    <a:pt x="140589" y="212122"/>
                  </a:lnTo>
                  <a:lnTo>
                    <a:pt x="138493" y="211646"/>
                  </a:lnTo>
                  <a:lnTo>
                    <a:pt x="136588" y="211741"/>
                  </a:lnTo>
                  <a:lnTo>
                    <a:pt x="134969" y="213360"/>
                  </a:lnTo>
                  <a:lnTo>
                    <a:pt x="134017" y="215551"/>
                  </a:lnTo>
                  <a:lnTo>
                    <a:pt x="133445" y="216503"/>
                  </a:lnTo>
                  <a:lnTo>
                    <a:pt x="132588" y="217361"/>
                  </a:lnTo>
                  <a:lnTo>
                    <a:pt x="129826" y="218980"/>
                  </a:lnTo>
                  <a:lnTo>
                    <a:pt x="129064" y="219170"/>
                  </a:lnTo>
                  <a:lnTo>
                    <a:pt x="128016" y="218694"/>
                  </a:lnTo>
                  <a:lnTo>
                    <a:pt x="127730" y="217646"/>
                  </a:lnTo>
                  <a:lnTo>
                    <a:pt x="127730" y="214789"/>
                  </a:lnTo>
                  <a:lnTo>
                    <a:pt x="127349" y="213360"/>
                  </a:lnTo>
                  <a:lnTo>
                    <a:pt x="126587" y="211836"/>
                  </a:lnTo>
                  <a:lnTo>
                    <a:pt x="125635" y="211074"/>
                  </a:lnTo>
                  <a:lnTo>
                    <a:pt x="124682" y="211931"/>
                  </a:lnTo>
                  <a:lnTo>
                    <a:pt x="124396" y="213265"/>
                  </a:lnTo>
                  <a:lnTo>
                    <a:pt x="124301" y="214503"/>
                  </a:lnTo>
                  <a:lnTo>
                    <a:pt x="123825" y="215265"/>
                  </a:lnTo>
                  <a:lnTo>
                    <a:pt x="122492" y="215360"/>
                  </a:lnTo>
                  <a:lnTo>
                    <a:pt x="120015" y="214884"/>
                  </a:lnTo>
                  <a:lnTo>
                    <a:pt x="118777" y="214408"/>
                  </a:lnTo>
                  <a:lnTo>
                    <a:pt x="117634" y="213741"/>
                  </a:lnTo>
                  <a:lnTo>
                    <a:pt x="116681" y="212789"/>
                  </a:lnTo>
                  <a:lnTo>
                    <a:pt x="116300" y="211741"/>
                  </a:lnTo>
                  <a:lnTo>
                    <a:pt x="115824" y="210884"/>
                  </a:lnTo>
                  <a:lnTo>
                    <a:pt x="113443" y="210122"/>
                  </a:lnTo>
                  <a:lnTo>
                    <a:pt x="111823" y="208598"/>
                  </a:lnTo>
                  <a:lnTo>
                    <a:pt x="110776" y="208502"/>
                  </a:lnTo>
                  <a:lnTo>
                    <a:pt x="109156" y="208693"/>
                  </a:lnTo>
                  <a:lnTo>
                    <a:pt x="108299" y="208598"/>
                  </a:lnTo>
                  <a:lnTo>
                    <a:pt x="107537" y="208312"/>
                  </a:lnTo>
                  <a:lnTo>
                    <a:pt x="106966" y="207645"/>
                  </a:lnTo>
                  <a:lnTo>
                    <a:pt x="106489" y="206883"/>
                  </a:lnTo>
                  <a:lnTo>
                    <a:pt x="105918" y="206502"/>
                  </a:lnTo>
                  <a:lnTo>
                    <a:pt x="105156" y="206693"/>
                  </a:lnTo>
                  <a:lnTo>
                    <a:pt x="104299" y="207931"/>
                  </a:lnTo>
                  <a:lnTo>
                    <a:pt x="103822" y="209455"/>
                  </a:lnTo>
                  <a:lnTo>
                    <a:pt x="103060" y="210598"/>
                  </a:lnTo>
                  <a:lnTo>
                    <a:pt x="101441" y="210788"/>
                  </a:lnTo>
                  <a:lnTo>
                    <a:pt x="95345" y="209931"/>
                  </a:lnTo>
                  <a:lnTo>
                    <a:pt x="92297" y="210502"/>
                  </a:lnTo>
                  <a:lnTo>
                    <a:pt x="90392" y="212408"/>
                  </a:lnTo>
                  <a:lnTo>
                    <a:pt x="91440" y="214122"/>
                  </a:lnTo>
                  <a:lnTo>
                    <a:pt x="90583" y="215837"/>
                  </a:lnTo>
                  <a:lnTo>
                    <a:pt x="88773" y="217170"/>
                  </a:lnTo>
                  <a:lnTo>
                    <a:pt x="87154" y="217742"/>
                  </a:lnTo>
                  <a:lnTo>
                    <a:pt x="84392" y="217075"/>
                  </a:lnTo>
                  <a:lnTo>
                    <a:pt x="83725" y="217361"/>
                  </a:lnTo>
                  <a:lnTo>
                    <a:pt x="83344" y="217646"/>
                  </a:lnTo>
                  <a:lnTo>
                    <a:pt x="82391" y="218123"/>
                  </a:lnTo>
                  <a:lnTo>
                    <a:pt x="82391" y="218027"/>
                  </a:lnTo>
                  <a:lnTo>
                    <a:pt x="82201" y="217837"/>
                  </a:lnTo>
                  <a:lnTo>
                    <a:pt x="81915" y="217742"/>
                  </a:lnTo>
                  <a:lnTo>
                    <a:pt x="81629" y="217742"/>
                  </a:lnTo>
                  <a:lnTo>
                    <a:pt x="81439" y="217932"/>
                  </a:lnTo>
                  <a:lnTo>
                    <a:pt x="81153" y="218408"/>
                  </a:lnTo>
                  <a:lnTo>
                    <a:pt x="79058" y="220123"/>
                  </a:lnTo>
                  <a:lnTo>
                    <a:pt x="78296" y="220599"/>
                  </a:lnTo>
                  <a:lnTo>
                    <a:pt x="74962" y="221742"/>
                  </a:lnTo>
                  <a:lnTo>
                    <a:pt x="73533" y="223075"/>
                  </a:lnTo>
                  <a:lnTo>
                    <a:pt x="73247" y="224790"/>
                  </a:lnTo>
                  <a:lnTo>
                    <a:pt x="73342" y="226886"/>
                  </a:lnTo>
                  <a:lnTo>
                    <a:pt x="72866" y="229267"/>
                  </a:lnTo>
                  <a:lnTo>
                    <a:pt x="72200" y="230505"/>
                  </a:lnTo>
                  <a:lnTo>
                    <a:pt x="71247" y="231458"/>
                  </a:lnTo>
                  <a:lnTo>
                    <a:pt x="70199" y="232124"/>
                  </a:lnTo>
                  <a:lnTo>
                    <a:pt x="69056" y="232505"/>
                  </a:lnTo>
                  <a:lnTo>
                    <a:pt x="66866" y="232600"/>
                  </a:lnTo>
                  <a:lnTo>
                    <a:pt x="67246" y="233172"/>
                  </a:lnTo>
                  <a:lnTo>
                    <a:pt x="66866" y="233744"/>
                  </a:lnTo>
                  <a:lnTo>
                    <a:pt x="66389" y="235267"/>
                  </a:lnTo>
                  <a:lnTo>
                    <a:pt x="65913" y="235839"/>
                  </a:lnTo>
                  <a:lnTo>
                    <a:pt x="64770" y="235458"/>
                  </a:lnTo>
                  <a:lnTo>
                    <a:pt x="64389" y="234601"/>
                  </a:lnTo>
                  <a:lnTo>
                    <a:pt x="64579" y="233363"/>
                  </a:lnTo>
                  <a:lnTo>
                    <a:pt x="65056" y="232124"/>
                  </a:lnTo>
                  <a:lnTo>
                    <a:pt x="65722" y="231172"/>
                  </a:lnTo>
                  <a:lnTo>
                    <a:pt x="66484" y="230600"/>
                  </a:lnTo>
                  <a:lnTo>
                    <a:pt x="67342" y="230124"/>
                  </a:lnTo>
                  <a:lnTo>
                    <a:pt x="68199" y="229553"/>
                  </a:lnTo>
                  <a:lnTo>
                    <a:pt x="68961" y="228029"/>
                  </a:lnTo>
                  <a:lnTo>
                    <a:pt x="68389" y="226790"/>
                  </a:lnTo>
                  <a:lnTo>
                    <a:pt x="67151" y="225933"/>
                  </a:lnTo>
                  <a:lnTo>
                    <a:pt x="65818" y="225552"/>
                  </a:lnTo>
                  <a:lnTo>
                    <a:pt x="61627" y="224885"/>
                  </a:lnTo>
                  <a:lnTo>
                    <a:pt x="59626" y="224028"/>
                  </a:lnTo>
                  <a:lnTo>
                    <a:pt x="57817" y="223838"/>
                  </a:lnTo>
                  <a:lnTo>
                    <a:pt x="56864" y="223361"/>
                  </a:lnTo>
                  <a:lnTo>
                    <a:pt x="56007" y="222409"/>
                  </a:lnTo>
                  <a:lnTo>
                    <a:pt x="55340" y="221456"/>
                  </a:lnTo>
                  <a:lnTo>
                    <a:pt x="54578" y="220599"/>
                  </a:lnTo>
                  <a:lnTo>
                    <a:pt x="53435" y="220027"/>
                  </a:lnTo>
                  <a:lnTo>
                    <a:pt x="52197" y="219932"/>
                  </a:lnTo>
                  <a:lnTo>
                    <a:pt x="49625" y="220123"/>
                  </a:lnTo>
                  <a:lnTo>
                    <a:pt x="48482" y="219742"/>
                  </a:lnTo>
                  <a:lnTo>
                    <a:pt x="40958" y="214789"/>
                  </a:lnTo>
                  <a:lnTo>
                    <a:pt x="39148" y="214598"/>
                  </a:lnTo>
                  <a:lnTo>
                    <a:pt x="18383" y="222028"/>
                  </a:lnTo>
                  <a:lnTo>
                    <a:pt x="17526" y="222123"/>
                  </a:lnTo>
                  <a:lnTo>
                    <a:pt x="16669" y="222028"/>
                  </a:lnTo>
                  <a:lnTo>
                    <a:pt x="16288" y="221742"/>
                  </a:lnTo>
                  <a:lnTo>
                    <a:pt x="15716" y="220694"/>
                  </a:lnTo>
                  <a:lnTo>
                    <a:pt x="15335" y="220599"/>
                  </a:lnTo>
                  <a:lnTo>
                    <a:pt x="15145" y="220885"/>
                  </a:lnTo>
                  <a:lnTo>
                    <a:pt x="14954" y="222028"/>
                  </a:lnTo>
                  <a:lnTo>
                    <a:pt x="14764" y="222504"/>
                  </a:lnTo>
                  <a:lnTo>
                    <a:pt x="13716" y="224123"/>
                  </a:lnTo>
                  <a:lnTo>
                    <a:pt x="12859" y="225647"/>
                  </a:lnTo>
                  <a:lnTo>
                    <a:pt x="12478" y="227362"/>
                  </a:lnTo>
                  <a:lnTo>
                    <a:pt x="12859" y="229553"/>
                  </a:lnTo>
                  <a:lnTo>
                    <a:pt x="13049" y="229934"/>
                  </a:lnTo>
                  <a:lnTo>
                    <a:pt x="13144" y="230315"/>
                  </a:lnTo>
                  <a:lnTo>
                    <a:pt x="13144" y="230791"/>
                  </a:lnTo>
                  <a:lnTo>
                    <a:pt x="13144" y="231267"/>
                  </a:lnTo>
                  <a:lnTo>
                    <a:pt x="14383" y="233458"/>
                  </a:lnTo>
                  <a:lnTo>
                    <a:pt x="14478" y="234410"/>
                  </a:lnTo>
                  <a:lnTo>
                    <a:pt x="9430" y="236220"/>
                  </a:lnTo>
                  <a:lnTo>
                    <a:pt x="6858" y="231838"/>
                  </a:lnTo>
                  <a:lnTo>
                    <a:pt x="5334" y="230124"/>
                  </a:lnTo>
                  <a:lnTo>
                    <a:pt x="4572" y="229934"/>
                  </a:lnTo>
                  <a:lnTo>
                    <a:pt x="4381" y="230124"/>
                  </a:lnTo>
                  <a:lnTo>
                    <a:pt x="4381" y="230505"/>
                  </a:lnTo>
                  <a:lnTo>
                    <a:pt x="4191" y="231172"/>
                  </a:lnTo>
                  <a:lnTo>
                    <a:pt x="3143" y="233458"/>
                  </a:lnTo>
                  <a:lnTo>
                    <a:pt x="762" y="240792"/>
                  </a:lnTo>
                  <a:lnTo>
                    <a:pt x="190" y="243459"/>
                  </a:lnTo>
                  <a:lnTo>
                    <a:pt x="0" y="246126"/>
                  </a:lnTo>
                  <a:lnTo>
                    <a:pt x="381" y="247364"/>
                  </a:lnTo>
                  <a:lnTo>
                    <a:pt x="1143" y="248317"/>
                  </a:lnTo>
                  <a:lnTo>
                    <a:pt x="2096" y="249079"/>
                  </a:lnTo>
                  <a:lnTo>
                    <a:pt x="2857" y="250031"/>
                  </a:lnTo>
                  <a:lnTo>
                    <a:pt x="3238" y="251174"/>
                  </a:lnTo>
                  <a:lnTo>
                    <a:pt x="3429" y="252508"/>
                  </a:lnTo>
                  <a:lnTo>
                    <a:pt x="3143" y="260604"/>
                  </a:lnTo>
                  <a:lnTo>
                    <a:pt x="3905" y="262223"/>
                  </a:lnTo>
                  <a:lnTo>
                    <a:pt x="6001" y="261366"/>
                  </a:lnTo>
                  <a:lnTo>
                    <a:pt x="6286" y="260890"/>
                  </a:lnTo>
                  <a:lnTo>
                    <a:pt x="6382" y="260318"/>
                  </a:lnTo>
                  <a:lnTo>
                    <a:pt x="6572" y="259842"/>
                  </a:lnTo>
                  <a:lnTo>
                    <a:pt x="7048" y="259651"/>
                  </a:lnTo>
                  <a:lnTo>
                    <a:pt x="7334" y="259842"/>
                  </a:lnTo>
                  <a:lnTo>
                    <a:pt x="8572" y="261175"/>
                  </a:lnTo>
                  <a:lnTo>
                    <a:pt x="9620" y="261557"/>
                  </a:lnTo>
                  <a:lnTo>
                    <a:pt x="11906" y="261175"/>
                  </a:lnTo>
                  <a:lnTo>
                    <a:pt x="13049" y="261175"/>
                  </a:lnTo>
                  <a:lnTo>
                    <a:pt x="14002" y="260985"/>
                  </a:lnTo>
                  <a:lnTo>
                    <a:pt x="14954" y="260604"/>
                  </a:lnTo>
                  <a:lnTo>
                    <a:pt x="15811" y="260033"/>
                  </a:lnTo>
                  <a:lnTo>
                    <a:pt x="17621" y="258509"/>
                  </a:lnTo>
                  <a:lnTo>
                    <a:pt x="18574" y="258128"/>
                  </a:lnTo>
                  <a:lnTo>
                    <a:pt x="23146" y="257842"/>
                  </a:lnTo>
                  <a:lnTo>
                    <a:pt x="25337" y="258128"/>
                  </a:lnTo>
                  <a:lnTo>
                    <a:pt x="27432" y="258794"/>
                  </a:lnTo>
                  <a:lnTo>
                    <a:pt x="29623" y="260033"/>
                  </a:lnTo>
                  <a:lnTo>
                    <a:pt x="31718" y="260699"/>
                  </a:lnTo>
                  <a:lnTo>
                    <a:pt x="35814" y="259842"/>
                  </a:lnTo>
                  <a:lnTo>
                    <a:pt x="38005" y="260033"/>
                  </a:lnTo>
                  <a:lnTo>
                    <a:pt x="39624" y="260795"/>
                  </a:lnTo>
                  <a:lnTo>
                    <a:pt x="40100" y="260413"/>
                  </a:lnTo>
                  <a:lnTo>
                    <a:pt x="40958" y="259271"/>
                  </a:lnTo>
                  <a:lnTo>
                    <a:pt x="41815" y="258509"/>
                  </a:lnTo>
                  <a:lnTo>
                    <a:pt x="42863" y="258128"/>
                  </a:lnTo>
                  <a:lnTo>
                    <a:pt x="44005" y="258128"/>
                  </a:lnTo>
                  <a:lnTo>
                    <a:pt x="45053" y="258413"/>
                  </a:lnTo>
                  <a:lnTo>
                    <a:pt x="46863" y="259461"/>
                  </a:lnTo>
                  <a:lnTo>
                    <a:pt x="47720" y="259747"/>
                  </a:lnTo>
                  <a:lnTo>
                    <a:pt x="48577" y="259461"/>
                  </a:lnTo>
                  <a:lnTo>
                    <a:pt x="49054" y="258794"/>
                  </a:lnTo>
                  <a:lnTo>
                    <a:pt x="50483" y="255651"/>
                  </a:lnTo>
                  <a:lnTo>
                    <a:pt x="51245" y="254984"/>
                  </a:lnTo>
                  <a:lnTo>
                    <a:pt x="51721" y="255651"/>
                  </a:lnTo>
                  <a:lnTo>
                    <a:pt x="52006" y="256889"/>
                  </a:lnTo>
                  <a:lnTo>
                    <a:pt x="52006" y="258032"/>
                  </a:lnTo>
                  <a:lnTo>
                    <a:pt x="51435" y="260509"/>
                  </a:lnTo>
                  <a:lnTo>
                    <a:pt x="51530" y="261461"/>
                  </a:lnTo>
                  <a:lnTo>
                    <a:pt x="52483" y="261842"/>
                  </a:lnTo>
                  <a:lnTo>
                    <a:pt x="53435" y="261652"/>
                  </a:lnTo>
                  <a:lnTo>
                    <a:pt x="58102" y="258223"/>
                  </a:lnTo>
                  <a:lnTo>
                    <a:pt x="58769" y="257937"/>
                  </a:lnTo>
                  <a:lnTo>
                    <a:pt x="59341" y="258032"/>
                  </a:lnTo>
                  <a:lnTo>
                    <a:pt x="60484" y="258413"/>
                  </a:lnTo>
                  <a:lnTo>
                    <a:pt x="61055" y="258413"/>
                  </a:lnTo>
                  <a:lnTo>
                    <a:pt x="61341" y="258223"/>
                  </a:lnTo>
                  <a:lnTo>
                    <a:pt x="61627" y="257842"/>
                  </a:lnTo>
                  <a:lnTo>
                    <a:pt x="61913" y="257461"/>
                  </a:lnTo>
                  <a:lnTo>
                    <a:pt x="62389" y="257270"/>
                  </a:lnTo>
                  <a:lnTo>
                    <a:pt x="63246" y="257080"/>
                  </a:lnTo>
                  <a:lnTo>
                    <a:pt x="64960" y="256413"/>
                  </a:lnTo>
                  <a:lnTo>
                    <a:pt x="65913" y="256318"/>
                  </a:lnTo>
                  <a:lnTo>
                    <a:pt x="66675" y="256604"/>
                  </a:lnTo>
                  <a:lnTo>
                    <a:pt x="67913" y="257651"/>
                  </a:lnTo>
                  <a:lnTo>
                    <a:pt x="68580" y="258032"/>
                  </a:lnTo>
                  <a:lnTo>
                    <a:pt x="69533" y="258128"/>
                  </a:lnTo>
                  <a:lnTo>
                    <a:pt x="71438" y="257746"/>
                  </a:lnTo>
                  <a:lnTo>
                    <a:pt x="72390" y="257842"/>
                  </a:lnTo>
                  <a:lnTo>
                    <a:pt x="73628" y="258794"/>
                  </a:lnTo>
                  <a:lnTo>
                    <a:pt x="74390" y="260223"/>
                  </a:lnTo>
                  <a:lnTo>
                    <a:pt x="75438" y="263462"/>
                  </a:lnTo>
                  <a:lnTo>
                    <a:pt x="75438" y="263557"/>
                  </a:lnTo>
                  <a:lnTo>
                    <a:pt x="75438" y="263557"/>
                  </a:lnTo>
                  <a:lnTo>
                    <a:pt x="75438" y="263557"/>
                  </a:lnTo>
                  <a:lnTo>
                    <a:pt x="76009" y="264033"/>
                  </a:lnTo>
                  <a:lnTo>
                    <a:pt x="77248" y="264509"/>
                  </a:lnTo>
                  <a:lnTo>
                    <a:pt x="77724" y="264986"/>
                  </a:lnTo>
                  <a:lnTo>
                    <a:pt x="78010" y="265938"/>
                  </a:lnTo>
                  <a:lnTo>
                    <a:pt x="77914" y="266891"/>
                  </a:lnTo>
                  <a:lnTo>
                    <a:pt x="77724" y="267843"/>
                  </a:lnTo>
                  <a:lnTo>
                    <a:pt x="77724" y="268700"/>
                  </a:lnTo>
                  <a:lnTo>
                    <a:pt x="78486" y="270129"/>
                  </a:lnTo>
                  <a:lnTo>
                    <a:pt x="79915" y="270986"/>
                  </a:lnTo>
                  <a:lnTo>
                    <a:pt x="81534" y="271272"/>
                  </a:lnTo>
                  <a:lnTo>
                    <a:pt x="82963" y="271082"/>
                  </a:lnTo>
                  <a:lnTo>
                    <a:pt x="84582" y="270224"/>
                  </a:lnTo>
                  <a:lnTo>
                    <a:pt x="85249" y="270034"/>
                  </a:lnTo>
                  <a:lnTo>
                    <a:pt x="86011" y="270034"/>
                  </a:lnTo>
                  <a:lnTo>
                    <a:pt x="86487" y="270129"/>
                  </a:lnTo>
                  <a:lnTo>
                    <a:pt x="86868" y="269938"/>
                  </a:lnTo>
                  <a:lnTo>
                    <a:pt x="87535" y="269176"/>
                  </a:lnTo>
                  <a:lnTo>
                    <a:pt x="88487" y="268700"/>
                  </a:lnTo>
                  <a:lnTo>
                    <a:pt x="89630" y="269272"/>
                  </a:lnTo>
                  <a:lnTo>
                    <a:pt x="90964" y="270129"/>
                  </a:lnTo>
                  <a:lnTo>
                    <a:pt x="92392" y="270510"/>
                  </a:lnTo>
                  <a:lnTo>
                    <a:pt x="94107" y="269653"/>
                  </a:lnTo>
                  <a:lnTo>
                    <a:pt x="95059" y="267748"/>
                  </a:lnTo>
                  <a:lnTo>
                    <a:pt x="95821" y="265557"/>
                  </a:lnTo>
                  <a:lnTo>
                    <a:pt x="96869" y="263652"/>
                  </a:lnTo>
                  <a:lnTo>
                    <a:pt x="98584" y="262509"/>
                  </a:lnTo>
                  <a:lnTo>
                    <a:pt x="100775" y="261938"/>
                  </a:lnTo>
                  <a:lnTo>
                    <a:pt x="103060" y="261842"/>
                  </a:lnTo>
                  <a:lnTo>
                    <a:pt x="106013" y="262414"/>
                  </a:lnTo>
                  <a:lnTo>
                    <a:pt x="106680" y="262414"/>
                  </a:lnTo>
                  <a:lnTo>
                    <a:pt x="107251" y="262033"/>
                  </a:lnTo>
                  <a:lnTo>
                    <a:pt x="108966" y="260128"/>
                  </a:lnTo>
                  <a:lnTo>
                    <a:pt x="109728" y="259556"/>
                  </a:lnTo>
                  <a:lnTo>
                    <a:pt x="111538" y="258604"/>
                  </a:lnTo>
                  <a:lnTo>
                    <a:pt x="111919" y="258318"/>
                  </a:lnTo>
                  <a:lnTo>
                    <a:pt x="112681" y="257556"/>
                  </a:lnTo>
                  <a:lnTo>
                    <a:pt x="113062" y="257270"/>
                  </a:lnTo>
                  <a:lnTo>
                    <a:pt x="113538" y="257080"/>
                  </a:lnTo>
                  <a:lnTo>
                    <a:pt x="115062" y="256794"/>
                  </a:lnTo>
                  <a:lnTo>
                    <a:pt x="116872" y="255937"/>
                  </a:lnTo>
                  <a:lnTo>
                    <a:pt x="117824" y="255842"/>
                  </a:lnTo>
                  <a:lnTo>
                    <a:pt x="119634" y="256889"/>
                  </a:lnTo>
                  <a:lnTo>
                    <a:pt x="120491" y="257651"/>
                  </a:lnTo>
                  <a:lnTo>
                    <a:pt x="120587" y="257746"/>
                  </a:lnTo>
                  <a:lnTo>
                    <a:pt x="121348" y="258794"/>
                  </a:lnTo>
                  <a:lnTo>
                    <a:pt x="121634" y="259842"/>
                  </a:lnTo>
                  <a:lnTo>
                    <a:pt x="121348" y="260890"/>
                  </a:lnTo>
                  <a:lnTo>
                    <a:pt x="120015" y="262890"/>
                  </a:lnTo>
                  <a:lnTo>
                    <a:pt x="119539" y="263938"/>
                  </a:lnTo>
                  <a:lnTo>
                    <a:pt x="120587" y="266319"/>
                  </a:lnTo>
                  <a:lnTo>
                    <a:pt x="122777" y="267271"/>
                  </a:lnTo>
                  <a:lnTo>
                    <a:pt x="125349" y="267367"/>
                  </a:lnTo>
                  <a:lnTo>
                    <a:pt x="130683" y="266224"/>
                  </a:lnTo>
                  <a:lnTo>
                    <a:pt x="131731" y="266224"/>
                  </a:lnTo>
                  <a:lnTo>
                    <a:pt x="132588" y="266986"/>
                  </a:lnTo>
                  <a:lnTo>
                    <a:pt x="133064" y="268510"/>
                  </a:lnTo>
                  <a:lnTo>
                    <a:pt x="133159" y="270224"/>
                  </a:lnTo>
                  <a:lnTo>
                    <a:pt x="132969" y="271558"/>
                  </a:lnTo>
                  <a:lnTo>
                    <a:pt x="132397" y="272605"/>
                  </a:lnTo>
                  <a:lnTo>
                    <a:pt x="131731" y="273367"/>
                  </a:lnTo>
                  <a:lnTo>
                    <a:pt x="131159" y="274225"/>
                  </a:lnTo>
                  <a:lnTo>
                    <a:pt x="131064" y="275654"/>
                  </a:lnTo>
                  <a:lnTo>
                    <a:pt x="131445" y="276987"/>
                  </a:lnTo>
                  <a:lnTo>
                    <a:pt x="132207" y="278035"/>
                  </a:lnTo>
                  <a:lnTo>
                    <a:pt x="133159" y="278797"/>
                  </a:lnTo>
                  <a:lnTo>
                    <a:pt x="134207" y="279083"/>
                  </a:lnTo>
                  <a:lnTo>
                    <a:pt x="136112" y="278892"/>
                  </a:lnTo>
                  <a:lnTo>
                    <a:pt x="138017" y="278035"/>
                  </a:lnTo>
                  <a:lnTo>
                    <a:pt x="143256" y="274415"/>
                  </a:lnTo>
                  <a:lnTo>
                    <a:pt x="144113" y="273939"/>
                  </a:lnTo>
                  <a:lnTo>
                    <a:pt x="146113" y="273558"/>
                  </a:lnTo>
                  <a:lnTo>
                    <a:pt x="147923" y="272510"/>
                  </a:lnTo>
                  <a:lnTo>
                    <a:pt x="148876" y="272320"/>
                  </a:lnTo>
                  <a:lnTo>
                    <a:pt x="149733" y="272987"/>
                  </a:lnTo>
                  <a:lnTo>
                    <a:pt x="150304" y="274511"/>
                  </a:lnTo>
                  <a:lnTo>
                    <a:pt x="150590" y="276225"/>
                  </a:lnTo>
                  <a:lnTo>
                    <a:pt x="150685" y="277654"/>
                  </a:lnTo>
                  <a:lnTo>
                    <a:pt x="151162" y="278701"/>
                  </a:lnTo>
                  <a:lnTo>
                    <a:pt x="152209" y="279178"/>
                  </a:lnTo>
                  <a:lnTo>
                    <a:pt x="154496" y="279559"/>
                  </a:lnTo>
                  <a:lnTo>
                    <a:pt x="154972" y="279845"/>
                  </a:lnTo>
                  <a:lnTo>
                    <a:pt x="155734" y="280511"/>
                  </a:lnTo>
                  <a:lnTo>
                    <a:pt x="156877" y="281083"/>
                  </a:lnTo>
                  <a:lnTo>
                    <a:pt x="157067" y="281464"/>
                  </a:lnTo>
                  <a:lnTo>
                    <a:pt x="157067" y="282035"/>
                  </a:lnTo>
                  <a:lnTo>
                    <a:pt x="157258" y="282702"/>
                  </a:lnTo>
                  <a:lnTo>
                    <a:pt x="157734" y="283845"/>
                  </a:lnTo>
                  <a:lnTo>
                    <a:pt x="158305" y="284607"/>
                  </a:lnTo>
                  <a:lnTo>
                    <a:pt x="158305" y="284607"/>
                  </a:lnTo>
                  <a:lnTo>
                    <a:pt x="158877" y="284607"/>
                  </a:lnTo>
                  <a:lnTo>
                    <a:pt x="161068" y="279845"/>
                  </a:lnTo>
                  <a:lnTo>
                    <a:pt x="162306" y="276225"/>
                  </a:lnTo>
                  <a:lnTo>
                    <a:pt x="162973" y="275177"/>
                  </a:lnTo>
                  <a:lnTo>
                    <a:pt x="163925" y="274796"/>
                  </a:lnTo>
                  <a:lnTo>
                    <a:pt x="165068" y="274606"/>
                  </a:lnTo>
                  <a:lnTo>
                    <a:pt x="167068" y="273558"/>
                  </a:lnTo>
                  <a:lnTo>
                    <a:pt x="168021" y="273558"/>
                  </a:lnTo>
                  <a:lnTo>
                    <a:pt x="169735" y="274034"/>
                  </a:lnTo>
                  <a:lnTo>
                    <a:pt x="170593" y="274034"/>
                  </a:lnTo>
                  <a:lnTo>
                    <a:pt x="171450" y="273939"/>
                  </a:lnTo>
                  <a:lnTo>
                    <a:pt x="173069" y="272225"/>
                  </a:lnTo>
                  <a:lnTo>
                    <a:pt x="173641" y="271939"/>
                  </a:lnTo>
                  <a:lnTo>
                    <a:pt x="174403" y="272129"/>
                  </a:lnTo>
                  <a:lnTo>
                    <a:pt x="175736" y="272987"/>
                  </a:lnTo>
                  <a:lnTo>
                    <a:pt x="176593" y="272987"/>
                  </a:lnTo>
                  <a:lnTo>
                    <a:pt x="177165" y="272605"/>
                  </a:lnTo>
                  <a:lnTo>
                    <a:pt x="178213" y="271367"/>
                  </a:lnTo>
                  <a:lnTo>
                    <a:pt x="178784" y="270891"/>
                  </a:lnTo>
                  <a:lnTo>
                    <a:pt x="179737" y="270605"/>
                  </a:lnTo>
                  <a:lnTo>
                    <a:pt x="180594" y="270605"/>
                  </a:lnTo>
                  <a:lnTo>
                    <a:pt x="190309" y="273177"/>
                  </a:lnTo>
                  <a:lnTo>
                    <a:pt x="191071" y="273177"/>
                  </a:lnTo>
                  <a:lnTo>
                    <a:pt x="193358" y="272701"/>
                  </a:lnTo>
                  <a:lnTo>
                    <a:pt x="194405" y="272796"/>
                  </a:lnTo>
                  <a:lnTo>
                    <a:pt x="197739" y="273558"/>
                  </a:lnTo>
                  <a:lnTo>
                    <a:pt x="198692" y="273844"/>
                  </a:lnTo>
                  <a:lnTo>
                    <a:pt x="199454" y="273749"/>
                  </a:lnTo>
                  <a:lnTo>
                    <a:pt x="202025" y="272415"/>
                  </a:lnTo>
                  <a:lnTo>
                    <a:pt x="202692" y="272320"/>
                  </a:lnTo>
                  <a:lnTo>
                    <a:pt x="203359" y="272510"/>
                  </a:lnTo>
                  <a:lnTo>
                    <a:pt x="204311" y="272987"/>
                  </a:lnTo>
                  <a:lnTo>
                    <a:pt x="206121" y="273463"/>
                  </a:lnTo>
                  <a:lnTo>
                    <a:pt x="207835" y="273367"/>
                  </a:lnTo>
                  <a:lnTo>
                    <a:pt x="213170" y="271558"/>
                  </a:lnTo>
                  <a:lnTo>
                    <a:pt x="216217" y="270986"/>
                  </a:lnTo>
                  <a:lnTo>
                    <a:pt x="216598" y="270320"/>
                  </a:lnTo>
                  <a:lnTo>
                    <a:pt x="216694" y="269367"/>
                  </a:lnTo>
                  <a:lnTo>
                    <a:pt x="217075" y="268319"/>
                  </a:lnTo>
                  <a:lnTo>
                    <a:pt x="218408" y="267462"/>
                  </a:lnTo>
                  <a:lnTo>
                    <a:pt x="224123" y="266033"/>
                  </a:lnTo>
                  <a:lnTo>
                    <a:pt x="226028" y="265843"/>
                  </a:lnTo>
                  <a:lnTo>
                    <a:pt x="230886" y="266414"/>
                  </a:lnTo>
                  <a:lnTo>
                    <a:pt x="232410" y="267176"/>
                  </a:lnTo>
                  <a:lnTo>
                    <a:pt x="242316" y="265843"/>
                  </a:lnTo>
                  <a:lnTo>
                    <a:pt x="243268" y="265367"/>
                  </a:lnTo>
                  <a:lnTo>
                    <a:pt x="243745" y="264414"/>
                  </a:lnTo>
                  <a:lnTo>
                    <a:pt x="244316" y="262033"/>
                  </a:lnTo>
                  <a:lnTo>
                    <a:pt x="244888" y="260509"/>
                  </a:lnTo>
                  <a:lnTo>
                    <a:pt x="245554" y="259556"/>
                  </a:lnTo>
                  <a:lnTo>
                    <a:pt x="246412" y="258890"/>
                  </a:lnTo>
                  <a:lnTo>
                    <a:pt x="247555" y="258128"/>
                  </a:lnTo>
                  <a:lnTo>
                    <a:pt x="247841" y="257366"/>
                  </a:lnTo>
                  <a:lnTo>
                    <a:pt x="246697" y="253746"/>
                  </a:lnTo>
                  <a:lnTo>
                    <a:pt x="246412" y="250793"/>
                  </a:lnTo>
                  <a:lnTo>
                    <a:pt x="246126" y="249365"/>
                  </a:lnTo>
                  <a:lnTo>
                    <a:pt x="245364" y="248126"/>
                  </a:lnTo>
                  <a:lnTo>
                    <a:pt x="244316" y="247459"/>
                  </a:lnTo>
                  <a:lnTo>
                    <a:pt x="243459" y="247269"/>
                  </a:lnTo>
                  <a:lnTo>
                    <a:pt x="242792" y="246793"/>
                  </a:lnTo>
                  <a:lnTo>
                    <a:pt x="242316" y="245459"/>
                  </a:lnTo>
                  <a:lnTo>
                    <a:pt x="242221" y="244126"/>
                  </a:lnTo>
                  <a:lnTo>
                    <a:pt x="242411" y="242792"/>
                  </a:lnTo>
                  <a:lnTo>
                    <a:pt x="242888" y="241554"/>
                  </a:lnTo>
                  <a:lnTo>
                    <a:pt x="243554" y="240601"/>
                  </a:lnTo>
                  <a:lnTo>
                    <a:pt x="245078" y="239363"/>
                  </a:lnTo>
                  <a:lnTo>
                    <a:pt x="245459" y="238792"/>
                  </a:lnTo>
                  <a:lnTo>
                    <a:pt x="245745" y="238030"/>
                  </a:lnTo>
                  <a:lnTo>
                    <a:pt x="246126" y="235172"/>
                  </a:lnTo>
                  <a:lnTo>
                    <a:pt x="246888" y="233839"/>
                  </a:lnTo>
                  <a:lnTo>
                    <a:pt x="247936" y="232791"/>
                  </a:lnTo>
                  <a:lnTo>
                    <a:pt x="248793" y="231648"/>
                  </a:lnTo>
                  <a:lnTo>
                    <a:pt x="249079" y="230029"/>
                  </a:lnTo>
                  <a:lnTo>
                    <a:pt x="249174" y="229076"/>
                  </a:lnTo>
                  <a:lnTo>
                    <a:pt x="249460" y="228219"/>
                  </a:lnTo>
                  <a:lnTo>
                    <a:pt x="249936" y="227362"/>
                  </a:lnTo>
                  <a:lnTo>
                    <a:pt x="250508" y="226695"/>
                  </a:lnTo>
                  <a:lnTo>
                    <a:pt x="251936" y="225552"/>
                  </a:lnTo>
                  <a:lnTo>
                    <a:pt x="255365" y="225076"/>
                  </a:lnTo>
                  <a:lnTo>
                    <a:pt x="257080" y="224314"/>
                  </a:lnTo>
                  <a:lnTo>
                    <a:pt x="258794" y="223171"/>
                  </a:lnTo>
                  <a:lnTo>
                    <a:pt x="260604" y="222409"/>
                  </a:lnTo>
                  <a:lnTo>
                    <a:pt x="262509" y="222218"/>
                  </a:lnTo>
                  <a:lnTo>
                    <a:pt x="264319" y="222599"/>
                  </a:lnTo>
                  <a:lnTo>
                    <a:pt x="266129" y="223266"/>
                  </a:lnTo>
                  <a:lnTo>
                    <a:pt x="267748" y="223552"/>
                  </a:lnTo>
                  <a:lnTo>
                    <a:pt x="269367" y="223266"/>
                  </a:lnTo>
                  <a:lnTo>
                    <a:pt x="271272" y="222409"/>
                  </a:lnTo>
                  <a:lnTo>
                    <a:pt x="276892" y="217837"/>
                  </a:lnTo>
                  <a:lnTo>
                    <a:pt x="281559" y="212693"/>
                  </a:lnTo>
                  <a:lnTo>
                    <a:pt x="283273" y="211360"/>
                  </a:lnTo>
                  <a:lnTo>
                    <a:pt x="285369" y="210312"/>
                  </a:lnTo>
                  <a:lnTo>
                    <a:pt x="286226" y="209645"/>
                  </a:lnTo>
                  <a:lnTo>
                    <a:pt x="288893" y="206883"/>
                  </a:lnTo>
                  <a:lnTo>
                    <a:pt x="289941" y="206407"/>
                  </a:lnTo>
                  <a:lnTo>
                    <a:pt x="291084" y="206502"/>
                  </a:lnTo>
                  <a:lnTo>
                    <a:pt x="295561" y="207645"/>
                  </a:lnTo>
                  <a:lnTo>
                    <a:pt x="297180" y="207169"/>
                  </a:lnTo>
                  <a:lnTo>
                    <a:pt x="296704" y="204883"/>
                  </a:lnTo>
                  <a:lnTo>
                    <a:pt x="296037" y="203930"/>
                  </a:lnTo>
                  <a:lnTo>
                    <a:pt x="293560" y="201644"/>
                  </a:lnTo>
                  <a:lnTo>
                    <a:pt x="293180" y="200597"/>
                  </a:lnTo>
                  <a:lnTo>
                    <a:pt x="293560" y="199168"/>
                  </a:lnTo>
                  <a:lnTo>
                    <a:pt x="294227" y="197739"/>
                  </a:lnTo>
                  <a:lnTo>
                    <a:pt x="294608" y="196501"/>
                  </a:lnTo>
                  <a:lnTo>
                    <a:pt x="294704" y="196215"/>
                  </a:lnTo>
                  <a:lnTo>
                    <a:pt x="294894" y="195548"/>
                  </a:lnTo>
                  <a:lnTo>
                    <a:pt x="295561" y="194596"/>
                  </a:lnTo>
                  <a:lnTo>
                    <a:pt x="295751" y="194310"/>
                  </a:lnTo>
                  <a:lnTo>
                    <a:pt x="296894" y="194215"/>
                  </a:lnTo>
                  <a:lnTo>
                    <a:pt x="298133" y="194786"/>
                  </a:lnTo>
                  <a:lnTo>
                    <a:pt x="302705" y="197929"/>
                  </a:lnTo>
                  <a:lnTo>
                    <a:pt x="304609" y="198787"/>
                  </a:lnTo>
                  <a:lnTo>
                    <a:pt x="306514" y="199168"/>
                  </a:lnTo>
                  <a:lnTo>
                    <a:pt x="307848" y="198977"/>
                  </a:lnTo>
                  <a:lnTo>
                    <a:pt x="310420" y="197834"/>
                  </a:lnTo>
                  <a:lnTo>
                    <a:pt x="311753" y="197644"/>
                  </a:lnTo>
                  <a:lnTo>
                    <a:pt x="312706" y="198025"/>
                  </a:lnTo>
                  <a:lnTo>
                    <a:pt x="313658" y="198692"/>
                  </a:lnTo>
                  <a:lnTo>
                    <a:pt x="314611" y="199168"/>
                  </a:lnTo>
                  <a:lnTo>
                    <a:pt x="315563" y="198977"/>
                  </a:lnTo>
                  <a:lnTo>
                    <a:pt x="315944" y="198406"/>
                  </a:lnTo>
                  <a:lnTo>
                    <a:pt x="316135" y="197739"/>
                  </a:lnTo>
                  <a:lnTo>
                    <a:pt x="316421" y="197168"/>
                  </a:lnTo>
                  <a:lnTo>
                    <a:pt x="317087" y="196882"/>
                  </a:lnTo>
                  <a:lnTo>
                    <a:pt x="317659" y="196787"/>
                  </a:lnTo>
                  <a:lnTo>
                    <a:pt x="318230" y="196501"/>
                  </a:lnTo>
                  <a:lnTo>
                    <a:pt x="329755" y="187262"/>
                  </a:lnTo>
                  <a:lnTo>
                    <a:pt x="331946" y="185928"/>
                  </a:lnTo>
                  <a:lnTo>
                    <a:pt x="333851" y="185928"/>
                  </a:lnTo>
                  <a:lnTo>
                    <a:pt x="335280" y="187357"/>
                  </a:lnTo>
                  <a:lnTo>
                    <a:pt x="336233" y="190310"/>
                  </a:lnTo>
                  <a:lnTo>
                    <a:pt x="336518" y="194215"/>
                  </a:lnTo>
                  <a:lnTo>
                    <a:pt x="336899" y="195548"/>
                  </a:lnTo>
                  <a:lnTo>
                    <a:pt x="337471" y="196406"/>
                  </a:lnTo>
                  <a:lnTo>
                    <a:pt x="338995" y="197834"/>
                  </a:lnTo>
                  <a:lnTo>
                    <a:pt x="339471" y="198596"/>
                  </a:lnTo>
                  <a:lnTo>
                    <a:pt x="339566" y="199835"/>
                  </a:lnTo>
                  <a:lnTo>
                    <a:pt x="339090" y="200787"/>
                  </a:lnTo>
                  <a:lnTo>
                    <a:pt x="338423" y="201740"/>
                  </a:lnTo>
                  <a:lnTo>
                    <a:pt x="338042" y="203073"/>
                  </a:lnTo>
                  <a:lnTo>
                    <a:pt x="338138" y="204406"/>
                  </a:lnTo>
                  <a:lnTo>
                    <a:pt x="338995" y="207454"/>
                  </a:lnTo>
                  <a:lnTo>
                    <a:pt x="339471" y="208693"/>
                  </a:lnTo>
                  <a:lnTo>
                    <a:pt x="340328" y="209645"/>
                  </a:lnTo>
                  <a:lnTo>
                    <a:pt x="341567" y="209550"/>
                  </a:lnTo>
                  <a:lnTo>
                    <a:pt x="343948" y="208502"/>
                  </a:lnTo>
                  <a:lnTo>
                    <a:pt x="345091" y="208407"/>
                  </a:lnTo>
                  <a:lnTo>
                    <a:pt x="346234" y="208502"/>
                  </a:lnTo>
                  <a:lnTo>
                    <a:pt x="349663" y="209360"/>
                  </a:lnTo>
                  <a:lnTo>
                    <a:pt x="350806" y="209455"/>
                  </a:lnTo>
                  <a:lnTo>
                    <a:pt x="351949" y="209169"/>
                  </a:lnTo>
                  <a:lnTo>
                    <a:pt x="352996" y="208502"/>
                  </a:lnTo>
                  <a:lnTo>
                    <a:pt x="353854" y="207359"/>
                  </a:lnTo>
                  <a:lnTo>
                    <a:pt x="354425" y="206216"/>
                  </a:lnTo>
                  <a:lnTo>
                    <a:pt x="355092" y="205264"/>
                  </a:lnTo>
                  <a:lnTo>
                    <a:pt x="359759" y="202978"/>
                  </a:lnTo>
                  <a:lnTo>
                    <a:pt x="361093" y="202883"/>
                  </a:lnTo>
                  <a:lnTo>
                    <a:pt x="362141" y="203168"/>
                  </a:lnTo>
                  <a:lnTo>
                    <a:pt x="364141" y="204216"/>
                  </a:lnTo>
                  <a:lnTo>
                    <a:pt x="365093" y="204406"/>
                  </a:lnTo>
                  <a:lnTo>
                    <a:pt x="366903" y="203264"/>
                  </a:lnTo>
                  <a:lnTo>
                    <a:pt x="368522" y="201073"/>
                  </a:lnTo>
                  <a:lnTo>
                    <a:pt x="370046" y="199358"/>
                  </a:lnTo>
                  <a:lnTo>
                    <a:pt x="371570" y="199835"/>
                  </a:lnTo>
                  <a:lnTo>
                    <a:pt x="372046" y="200977"/>
                  </a:lnTo>
                  <a:lnTo>
                    <a:pt x="372904" y="205264"/>
                  </a:lnTo>
                  <a:lnTo>
                    <a:pt x="373666" y="206121"/>
                  </a:lnTo>
                  <a:lnTo>
                    <a:pt x="374523" y="205835"/>
                  </a:lnTo>
                  <a:lnTo>
                    <a:pt x="376238" y="204216"/>
                  </a:lnTo>
                  <a:lnTo>
                    <a:pt x="380809" y="201168"/>
                  </a:lnTo>
                  <a:lnTo>
                    <a:pt x="382238" y="199739"/>
                  </a:lnTo>
                  <a:lnTo>
                    <a:pt x="383381" y="197739"/>
                  </a:lnTo>
                  <a:lnTo>
                    <a:pt x="385096" y="192881"/>
                  </a:lnTo>
                  <a:lnTo>
                    <a:pt x="386429" y="190786"/>
                  </a:lnTo>
                  <a:lnTo>
                    <a:pt x="389192" y="188595"/>
                  </a:lnTo>
                  <a:lnTo>
                    <a:pt x="389763" y="187643"/>
                  </a:lnTo>
                  <a:lnTo>
                    <a:pt x="389954" y="186500"/>
                  </a:lnTo>
                  <a:lnTo>
                    <a:pt x="390334" y="179451"/>
                  </a:lnTo>
                  <a:lnTo>
                    <a:pt x="391192" y="176975"/>
                  </a:lnTo>
                  <a:lnTo>
                    <a:pt x="392621" y="174879"/>
                  </a:lnTo>
                  <a:lnTo>
                    <a:pt x="394335" y="173355"/>
                  </a:lnTo>
                  <a:lnTo>
                    <a:pt x="396430" y="172212"/>
                  </a:lnTo>
                  <a:lnTo>
                    <a:pt x="397288" y="171355"/>
                  </a:lnTo>
                  <a:lnTo>
                    <a:pt x="397764" y="169926"/>
                  </a:lnTo>
                  <a:lnTo>
                    <a:pt x="397669" y="168593"/>
                  </a:lnTo>
                  <a:lnTo>
                    <a:pt x="397288" y="167259"/>
                  </a:lnTo>
                  <a:lnTo>
                    <a:pt x="397097" y="165925"/>
                  </a:lnTo>
                  <a:lnTo>
                    <a:pt x="397573" y="164592"/>
                  </a:lnTo>
                  <a:lnTo>
                    <a:pt x="398526" y="163735"/>
                  </a:lnTo>
                  <a:lnTo>
                    <a:pt x="400431" y="162306"/>
                  </a:lnTo>
                  <a:lnTo>
                    <a:pt x="401193" y="161258"/>
                  </a:lnTo>
                  <a:lnTo>
                    <a:pt x="402526" y="159925"/>
                  </a:lnTo>
                  <a:lnTo>
                    <a:pt x="404622" y="159068"/>
                  </a:lnTo>
                  <a:lnTo>
                    <a:pt x="410337" y="157829"/>
                  </a:lnTo>
                  <a:lnTo>
                    <a:pt x="411766" y="158115"/>
                  </a:lnTo>
                  <a:lnTo>
                    <a:pt x="414623" y="159544"/>
                  </a:lnTo>
                  <a:lnTo>
                    <a:pt x="416242" y="160115"/>
                  </a:lnTo>
                  <a:lnTo>
                    <a:pt x="422815" y="160496"/>
                  </a:lnTo>
                  <a:lnTo>
                    <a:pt x="425863" y="159544"/>
                  </a:lnTo>
                  <a:lnTo>
                    <a:pt x="427577" y="159449"/>
                  </a:lnTo>
                  <a:lnTo>
                    <a:pt x="430530" y="160115"/>
                  </a:lnTo>
                  <a:lnTo>
                    <a:pt x="433483" y="161354"/>
                  </a:lnTo>
                  <a:lnTo>
                    <a:pt x="435007" y="162116"/>
                  </a:lnTo>
                  <a:lnTo>
                    <a:pt x="436531" y="162211"/>
                  </a:lnTo>
                  <a:lnTo>
                    <a:pt x="440626" y="161068"/>
                  </a:lnTo>
                  <a:lnTo>
                    <a:pt x="443293" y="161163"/>
                  </a:lnTo>
                  <a:lnTo>
                    <a:pt x="444246" y="161068"/>
                  </a:lnTo>
                  <a:lnTo>
                    <a:pt x="445008" y="160782"/>
                  </a:lnTo>
                  <a:lnTo>
                    <a:pt x="451961" y="157067"/>
                  </a:lnTo>
                  <a:lnTo>
                    <a:pt x="453771" y="156496"/>
                  </a:lnTo>
                  <a:lnTo>
                    <a:pt x="455676" y="156400"/>
                  </a:lnTo>
                  <a:lnTo>
                    <a:pt x="462534" y="157353"/>
                  </a:lnTo>
                  <a:lnTo>
                    <a:pt x="464534" y="158306"/>
                  </a:lnTo>
                  <a:lnTo>
                    <a:pt x="465582" y="158401"/>
                  </a:lnTo>
                  <a:lnTo>
                    <a:pt x="466534" y="158020"/>
                  </a:lnTo>
                  <a:lnTo>
                    <a:pt x="471868" y="153448"/>
                  </a:lnTo>
                  <a:lnTo>
                    <a:pt x="472630" y="152591"/>
                  </a:lnTo>
                  <a:lnTo>
                    <a:pt x="473392" y="151448"/>
                  </a:lnTo>
                  <a:lnTo>
                    <a:pt x="474821" y="148685"/>
                  </a:lnTo>
                  <a:lnTo>
                    <a:pt x="475869" y="146780"/>
                  </a:lnTo>
                  <a:lnTo>
                    <a:pt x="477202" y="144780"/>
                  </a:lnTo>
                  <a:lnTo>
                    <a:pt x="478060" y="143923"/>
                  </a:lnTo>
                  <a:lnTo>
                    <a:pt x="480155" y="142685"/>
                  </a:lnTo>
                  <a:lnTo>
                    <a:pt x="481108" y="141827"/>
                  </a:lnTo>
                  <a:lnTo>
                    <a:pt x="481679" y="140589"/>
                  </a:lnTo>
                  <a:lnTo>
                    <a:pt x="481489" y="139351"/>
                  </a:lnTo>
                  <a:lnTo>
                    <a:pt x="480536" y="136684"/>
                  </a:lnTo>
                  <a:lnTo>
                    <a:pt x="480727" y="135446"/>
                  </a:lnTo>
                  <a:lnTo>
                    <a:pt x="481584" y="134398"/>
                  </a:lnTo>
                  <a:lnTo>
                    <a:pt x="482537" y="133731"/>
                  </a:lnTo>
                  <a:lnTo>
                    <a:pt x="484632" y="132779"/>
                  </a:lnTo>
                  <a:lnTo>
                    <a:pt x="489490" y="128969"/>
                  </a:lnTo>
                  <a:lnTo>
                    <a:pt x="493395" y="128206"/>
                  </a:lnTo>
                  <a:lnTo>
                    <a:pt x="495205" y="127349"/>
                  </a:lnTo>
                  <a:lnTo>
                    <a:pt x="495776" y="126683"/>
                  </a:lnTo>
                  <a:lnTo>
                    <a:pt x="496252" y="124968"/>
                  </a:lnTo>
                  <a:lnTo>
                    <a:pt x="496634" y="124206"/>
                  </a:lnTo>
                  <a:lnTo>
                    <a:pt x="497300" y="123635"/>
                  </a:lnTo>
                  <a:lnTo>
                    <a:pt x="498062" y="123254"/>
                  </a:lnTo>
                  <a:lnTo>
                    <a:pt x="505206" y="120491"/>
                  </a:lnTo>
                  <a:lnTo>
                    <a:pt x="509968" y="117158"/>
                  </a:lnTo>
                  <a:lnTo>
                    <a:pt x="510921" y="116681"/>
                  </a:lnTo>
                  <a:lnTo>
                    <a:pt x="514064" y="116110"/>
                  </a:lnTo>
                  <a:lnTo>
                    <a:pt x="519970" y="111824"/>
                  </a:lnTo>
                  <a:lnTo>
                    <a:pt x="522065" y="110966"/>
                  </a:lnTo>
                  <a:lnTo>
                    <a:pt x="524542" y="110395"/>
                  </a:lnTo>
                  <a:lnTo>
                    <a:pt x="525685" y="109919"/>
                  </a:lnTo>
                  <a:lnTo>
                    <a:pt x="526828" y="109061"/>
                  </a:lnTo>
                  <a:lnTo>
                    <a:pt x="529304" y="106680"/>
                  </a:lnTo>
                  <a:lnTo>
                    <a:pt x="530257" y="106013"/>
                  </a:lnTo>
                  <a:lnTo>
                    <a:pt x="531400" y="105727"/>
                  </a:lnTo>
                  <a:lnTo>
                    <a:pt x="534734" y="106775"/>
                  </a:lnTo>
                  <a:lnTo>
                    <a:pt x="535972" y="106775"/>
                  </a:lnTo>
                  <a:lnTo>
                    <a:pt x="537020" y="106394"/>
                  </a:lnTo>
                  <a:lnTo>
                    <a:pt x="541210" y="103537"/>
                  </a:lnTo>
                  <a:lnTo>
                    <a:pt x="544639" y="102203"/>
                  </a:lnTo>
                  <a:lnTo>
                    <a:pt x="547592" y="100108"/>
                  </a:lnTo>
                  <a:lnTo>
                    <a:pt x="549973" y="99536"/>
                  </a:lnTo>
                  <a:lnTo>
                    <a:pt x="552450" y="99631"/>
                  </a:lnTo>
                  <a:lnTo>
                    <a:pt x="554831" y="99250"/>
                  </a:lnTo>
                  <a:lnTo>
                    <a:pt x="556736" y="97441"/>
                  </a:lnTo>
                  <a:lnTo>
                    <a:pt x="557213" y="96202"/>
                  </a:lnTo>
                  <a:lnTo>
                    <a:pt x="557784" y="93536"/>
                  </a:lnTo>
                  <a:lnTo>
                    <a:pt x="558260" y="92297"/>
                  </a:lnTo>
                  <a:lnTo>
                    <a:pt x="559022" y="91250"/>
                  </a:lnTo>
                  <a:lnTo>
                    <a:pt x="559880" y="90583"/>
                  </a:lnTo>
                  <a:lnTo>
                    <a:pt x="561784" y="89821"/>
                  </a:lnTo>
                  <a:lnTo>
                    <a:pt x="564451" y="89154"/>
                  </a:lnTo>
                  <a:lnTo>
                    <a:pt x="577691" y="89345"/>
                  </a:lnTo>
                  <a:lnTo>
                    <a:pt x="580263" y="88487"/>
                  </a:lnTo>
                  <a:lnTo>
                    <a:pt x="581692" y="86297"/>
                  </a:lnTo>
                  <a:lnTo>
                    <a:pt x="581216" y="84011"/>
                  </a:lnTo>
                  <a:close/>
                  <a:moveTo>
                    <a:pt x="78010" y="241268"/>
                  </a:moveTo>
                  <a:lnTo>
                    <a:pt x="77438" y="241745"/>
                  </a:lnTo>
                  <a:lnTo>
                    <a:pt x="75724" y="242125"/>
                  </a:lnTo>
                  <a:lnTo>
                    <a:pt x="74200" y="242888"/>
                  </a:lnTo>
                  <a:lnTo>
                    <a:pt x="71533" y="245078"/>
                  </a:lnTo>
                  <a:lnTo>
                    <a:pt x="71247" y="244792"/>
                  </a:lnTo>
                  <a:lnTo>
                    <a:pt x="69723" y="242221"/>
                  </a:lnTo>
                  <a:lnTo>
                    <a:pt x="69247" y="241554"/>
                  </a:lnTo>
                  <a:lnTo>
                    <a:pt x="67437" y="240316"/>
                  </a:lnTo>
                  <a:lnTo>
                    <a:pt x="66770" y="239363"/>
                  </a:lnTo>
                  <a:lnTo>
                    <a:pt x="66389" y="238220"/>
                  </a:lnTo>
                  <a:lnTo>
                    <a:pt x="66484" y="237173"/>
                  </a:lnTo>
                  <a:lnTo>
                    <a:pt x="67246" y="237173"/>
                  </a:lnTo>
                  <a:lnTo>
                    <a:pt x="73628" y="239268"/>
                  </a:lnTo>
                  <a:lnTo>
                    <a:pt x="75438" y="239363"/>
                  </a:lnTo>
                  <a:lnTo>
                    <a:pt x="77152" y="238601"/>
                  </a:lnTo>
                  <a:lnTo>
                    <a:pt x="77819" y="238792"/>
                  </a:lnTo>
                  <a:lnTo>
                    <a:pt x="78200" y="240030"/>
                  </a:lnTo>
                  <a:lnTo>
                    <a:pt x="78010" y="241268"/>
                  </a:lnTo>
                  <a:close/>
                  <a:moveTo>
                    <a:pt x="106013" y="226981"/>
                  </a:moveTo>
                  <a:lnTo>
                    <a:pt x="103537" y="228695"/>
                  </a:lnTo>
                  <a:lnTo>
                    <a:pt x="102679" y="229553"/>
                  </a:lnTo>
                  <a:lnTo>
                    <a:pt x="102775" y="231362"/>
                  </a:lnTo>
                  <a:lnTo>
                    <a:pt x="105061" y="233839"/>
                  </a:lnTo>
                  <a:lnTo>
                    <a:pt x="104966" y="235934"/>
                  </a:lnTo>
                  <a:lnTo>
                    <a:pt x="104394" y="236792"/>
                  </a:lnTo>
                  <a:lnTo>
                    <a:pt x="103632" y="237077"/>
                  </a:lnTo>
                  <a:lnTo>
                    <a:pt x="101822" y="237077"/>
                  </a:lnTo>
                  <a:lnTo>
                    <a:pt x="99346" y="237744"/>
                  </a:lnTo>
                  <a:lnTo>
                    <a:pt x="98584" y="237649"/>
                  </a:lnTo>
                  <a:lnTo>
                    <a:pt x="98012" y="237077"/>
                  </a:lnTo>
                  <a:lnTo>
                    <a:pt x="97917" y="236315"/>
                  </a:lnTo>
                  <a:lnTo>
                    <a:pt x="97631" y="235744"/>
                  </a:lnTo>
                  <a:lnTo>
                    <a:pt x="96583" y="235649"/>
                  </a:lnTo>
                  <a:lnTo>
                    <a:pt x="96012" y="236029"/>
                  </a:lnTo>
                  <a:lnTo>
                    <a:pt x="95250" y="236696"/>
                  </a:lnTo>
                  <a:lnTo>
                    <a:pt x="94488" y="237173"/>
                  </a:lnTo>
                  <a:lnTo>
                    <a:pt x="93821" y="236792"/>
                  </a:lnTo>
                  <a:lnTo>
                    <a:pt x="93726" y="235077"/>
                  </a:lnTo>
                  <a:lnTo>
                    <a:pt x="96012" y="231553"/>
                  </a:lnTo>
                  <a:lnTo>
                    <a:pt x="95821" y="229553"/>
                  </a:lnTo>
                  <a:lnTo>
                    <a:pt x="95250" y="229076"/>
                  </a:lnTo>
                  <a:lnTo>
                    <a:pt x="93821" y="228791"/>
                  </a:lnTo>
                  <a:lnTo>
                    <a:pt x="93154" y="228410"/>
                  </a:lnTo>
                  <a:lnTo>
                    <a:pt x="92583" y="227552"/>
                  </a:lnTo>
                  <a:lnTo>
                    <a:pt x="91250" y="224695"/>
                  </a:lnTo>
                  <a:lnTo>
                    <a:pt x="90964" y="223552"/>
                  </a:lnTo>
                  <a:lnTo>
                    <a:pt x="91059" y="222409"/>
                  </a:lnTo>
                  <a:lnTo>
                    <a:pt x="91345" y="221171"/>
                  </a:lnTo>
                  <a:lnTo>
                    <a:pt x="92297" y="219075"/>
                  </a:lnTo>
                  <a:lnTo>
                    <a:pt x="93917" y="218218"/>
                  </a:lnTo>
                  <a:lnTo>
                    <a:pt x="95155" y="218980"/>
                  </a:lnTo>
                  <a:lnTo>
                    <a:pt x="96012" y="220694"/>
                  </a:lnTo>
                  <a:lnTo>
                    <a:pt x="96774" y="222599"/>
                  </a:lnTo>
                  <a:lnTo>
                    <a:pt x="97631" y="223742"/>
                  </a:lnTo>
                  <a:lnTo>
                    <a:pt x="99060" y="224695"/>
                  </a:lnTo>
                  <a:lnTo>
                    <a:pt x="102013" y="225933"/>
                  </a:lnTo>
                  <a:lnTo>
                    <a:pt x="102203" y="226124"/>
                  </a:lnTo>
                  <a:lnTo>
                    <a:pt x="102394" y="226219"/>
                  </a:lnTo>
                  <a:lnTo>
                    <a:pt x="102775" y="226314"/>
                  </a:lnTo>
                  <a:lnTo>
                    <a:pt x="103060" y="226219"/>
                  </a:lnTo>
                  <a:lnTo>
                    <a:pt x="103632" y="225743"/>
                  </a:lnTo>
                  <a:lnTo>
                    <a:pt x="103918" y="225552"/>
                  </a:lnTo>
                  <a:lnTo>
                    <a:pt x="105251" y="225171"/>
                  </a:lnTo>
                  <a:lnTo>
                    <a:pt x="105918" y="225266"/>
                  </a:lnTo>
                  <a:lnTo>
                    <a:pt x="106299" y="225933"/>
                  </a:lnTo>
                  <a:lnTo>
                    <a:pt x="106013" y="226981"/>
                  </a:lnTo>
                  <a:close/>
                  <a:moveTo>
                    <a:pt x="133921" y="234887"/>
                  </a:moveTo>
                  <a:lnTo>
                    <a:pt x="133445" y="235744"/>
                  </a:lnTo>
                  <a:lnTo>
                    <a:pt x="132588" y="235934"/>
                  </a:lnTo>
                  <a:lnTo>
                    <a:pt x="131254" y="235553"/>
                  </a:lnTo>
                  <a:lnTo>
                    <a:pt x="130207" y="235077"/>
                  </a:lnTo>
                  <a:lnTo>
                    <a:pt x="129064" y="234220"/>
                  </a:lnTo>
                  <a:lnTo>
                    <a:pt x="128588" y="233267"/>
                  </a:lnTo>
                  <a:lnTo>
                    <a:pt x="129445" y="232220"/>
                  </a:lnTo>
                  <a:lnTo>
                    <a:pt x="130778" y="232124"/>
                  </a:lnTo>
                  <a:lnTo>
                    <a:pt x="131731" y="231648"/>
                  </a:lnTo>
                  <a:lnTo>
                    <a:pt x="133636" y="230219"/>
                  </a:lnTo>
                  <a:lnTo>
                    <a:pt x="134969" y="229838"/>
                  </a:lnTo>
                  <a:lnTo>
                    <a:pt x="135160" y="230505"/>
                  </a:lnTo>
                  <a:lnTo>
                    <a:pt x="133921" y="234887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2" name="Freeform: Shape 24">
              <a:extLst>
                <a:ext uri="{FF2B5EF4-FFF2-40B4-BE49-F238E27FC236}">
                  <a16:creationId xmlns:a16="http://schemas.microsoft.com/office/drawing/2014/main" id="{5AD77775-5B44-5A4E-581C-230C6118DED1}"/>
                </a:ext>
              </a:extLst>
            </p:cNvPr>
            <p:cNvSpPr/>
            <p:nvPr/>
          </p:nvSpPr>
          <p:spPr>
            <a:xfrm>
              <a:off x="3263646" y="1387125"/>
              <a:ext cx="2143125" cy="1171575"/>
            </a:xfrm>
            <a:custGeom>
              <a:avLst/>
              <a:gdLst>
                <a:gd name="connsiteX0" fmla="*/ 192881 w 2143125"/>
                <a:gd name="connsiteY0" fmla="*/ 873252 h 1171575"/>
                <a:gd name="connsiteX1" fmla="*/ 192119 w 2143125"/>
                <a:gd name="connsiteY1" fmla="*/ 873252 h 1171575"/>
                <a:gd name="connsiteX2" fmla="*/ 191548 w 2143125"/>
                <a:gd name="connsiteY2" fmla="*/ 872871 h 1171575"/>
                <a:gd name="connsiteX3" fmla="*/ 191072 w 2143125"/>
                <a:gd name="connsiteY3" fmla="*/ 872395 h 1171575"/>
                <a:gd name="connsiteX4" fmla="*/ 190500 w 2143125"/>
                <a:gd name="connsiteY4" fmla="*/ 872204 h 1171575"/>
                <a:gd name="connsiteX5" fmla="*/ 189262 w 2143125"/>
                <a:gd name="connsiteY5" fmla="*/ 871633 h 1171575"/>
                <a:gd name="connsiteX6" fmla="*/ 188690 w 2143125"/>
                <a:gd name="connsiteY6" fmla="*/ 870299 h 1171575"/>
                <a:gd name="connsiteX7" fmla="*/ 188500 w 2143125"/>
                <a:gd name="connsiteY7" fmla="*/ 868490 h 1171575"/>
                <a:gd name="connsiteX8" fmla="*/ 188500 w 2143125"/>
                <a:gd name="connsiteY8" fmla="*/ 866585 h 1171575"/>
                <a:gd name="connsiteX9" fmla="*/ 187643 w 2143125"/>
                <a:gd name="connsiteY9" fmla="*/ 866966 h 1171575"/>
                <a:gd name="connsiteX10" fmla="*/ 186976 w 2143125"/>
                <a:gd name="connsiteY10" fmla="*/ 866489 h 1171575"/>
                <a:gd name="connsiteX11" fmla="*/ 186500 w 2143125"/>
                <a:gd name="connsiteY11" fmla="*/ 865537 h 1171575"/>
                <a:gd name="connsiteX12" fmla="*/ 186309 w 2143125"/>
                <a:gd name="connsiteY12" fmla="*/ 864299 h 1171575"/>
                <a:gd name="connsiteX13" fmla="*/ 186500 w 2143125"/>
                <a:gd name="connsiteY13" fmla="*/ 863156 h 1171575"/>
                <a:gd name="connsiteX14" fmla="*/ 187262 w 2143125"/>
                <a:gd name="connsiteY14" fmla="*/ 861251 h 1171575"/>
                <a:gd name="connsiteX15" fmla="*/ 187452 w 2143125"/>
                <a:gd name="connsiteY15" fmla="*/ 860203 h 1171575"/>
                <a:gd name="connsiteX16" fmla="*/ 188214 w 2143125"/>
                <a:gd name="connsiteY16" fmla="*/ 858393 h 1171575"/>
                <a:gd name="connsiteX17" fmla="*/ 191262 w 2143125"/>
                <a:gd name="connsiteY17" fmla="*/ 856583 h 1171575"/>
                <a:gd name="connsiteX18" fmla="*/ 191357 w 2143125"/>
                <a:gd name="connsiteY18" fmla="*/ 855250 h 1171575"/>
                <a:gd name="connsiteX19" fmla="*/ 188976 w 2143125"/>
                <a:gd name="connsiteY19" fmla="*/ 855917 h 1171575"/>
                <a:gd name="connsiteX20" fmla="*/ 188119 w 2143125"/>
                <a:gd name="connsiteY20" fmla="*/ 856393 h 1171575"/>
                <a:gd name="connsiteX21" fmla="*/ 187547 w 2143125"/>
                <a:gd name="connsiteY21" fmla="*/ 856964 h 1171575"/>
                <a:gd name="connsiteX22" fmla="*/ 184595 w 2143125"/>
                <a:gd name="connsiteY22" fmla="*/ 863632 h 1171575"/>
                <a:gd name="connsiteX23" fmla="*/ 184595 w 2143125"/>
                <a:gd name="connsiteY23" fmla="*/ 865251 h 1171575"/>
                <a:gd name="connsiteX24" fmla="*/ 185547 w 2143125"/>
                <a:gd name="connsiteY24" fmla="*/ 867061 h 1171575"/>
                <a:gd name="connsiteX25" fmla="*/ 187547 w 2143125"/>
                <a:gd name="connsiteY25" fmla="*/ 869061 h 1171575"/>
                <a:gd name="connsiteX26" fmla="*/ 188119 w 2143125"/>
                <a:gd name="connsiteY26" fmla="*/ 870109 h 1171575"/>
                <a:gd name="connsiteX27" fmla="*/ 188405 w 2143125"/>
                <a:gd name="connsiteY27" fmla="*/ 871347 h 1171575"/>
                <a:gd name="connsiteX28" fmla="*/ 188500 w 2143125"/>
                <a:gd name="connsiteY28" fmla="*/ 872204 h 1171575"/>
                <a:gd name="connsiteX29" fmla="*/ 188785 w 2143125"/>
                <a:gd name="connsiteY29" fmla="*/ 872871 h 1171575"/>
                <a:gd name="connsiteX30" fmla="*/ 189548 w 2143125"/>
                <a:gd name="connsiteY30" fmla="*/ 873633 h 1171575"/>
                <a:gd name="connsiteX31" fmla="*/ 191262 w 2143125"/>
                <a:gd name="connsiteY31" fmla="*/ 874586 h 1171575"/>
                <a:gd name="connsiteX32" fmla="*/ 192881 w 2143125"/>
                <a:gd name="connsiteY32" fmla="*/ 874776 h 1171575"/>
                <a:gd name="connsiteX33" fmla="*/ 194310 w 2143125"/>
                <a:gd name="connsiteY33" fmla="*/ 873824 h 1171575"/>
                <a:gd name="connsiteX34" fmla="*/ 195263 w 2143125"/>
                <a:gd name="connsiteY34" fmla="*/ 871538 h 1171575"/>
                <a:gd name="connsiteX35" fmla="*/ 194501 w 2143125"/>
                <a:gd name="connsiteY35" fmla="*/ 871728 h 1171575"/>
                <a:gd name="connsiteX36" fmla="*/ 192881 w 2143125"/>
                <a:gd name="connsiteY36" fmla="*/ 873252 h 1171575"/>
                <a:gd name="connsiteX37" fmla="*/ 176022 w 2143125"/>
                <a:gd name="connsiteY37" fmla="*/ 762667 h 1171575"/>
                <a:gd name="connsiteX38" fmla="*/ 175451 w 2143125"/>
                <a:gd name="connsiteY38" fmla="*/ 761714 h 1171575"/>
                <a:gd name="connsiteX39" fmla="*/ 174498 w 2143125"/>
                <a:gd name="connsiteY39" fmla="*/ 760762 h 1171575"/>
                <a:gd name="connsiteX40" fmla="*/ 172307 w 2143125"/>
                <a:gd name="connsiteY40" fmla="*/ 759333 h 1171575"/>
                <a:gd name="connsiteX41" fmla="*/ 170688 w 2143125"/>
                <a:gd name="connsiteY41" fmla="*/ 759428 h 1171575"/>
                <a:gd name="connsiteX42" fmla="*/ 170783 w 2143125"/>
                <a:gd name="connsiteY42" fmla="*/ 760857 h 1171575"/>
                <a:gd name="connsiteX43" fmla="*/ 173165 w 2143125"/>
                <a:gd name="connsiteY43" fmla="*/ 767715 h 1171575"/>
                <a:gd name="connsiteX44" fmla="*/ 173927 w 2143125"/>
                <a:gd name="connsiteY44" fmla="*/ 769525 h 1171575"/>
                <a:gd name="connsiteX45" fmla="*/ 175165 w 2143125"/>
                <a:gd name="connsiteY45" fmla="*/ 770573 h 1171575"/>
                <a:gd name="connsiteX46" fmla="*/ 176022 w 2143125"/>
                <a:gd name="connsiteY46" fmla="*/ 770001 h 1171575"/>
                <a:gd name="connsiteX47" fmla="*/ 177070 w 2143125"/>
                <a:gd name="connsiteY47" fmla="*/ 766572 h 1171575"/>
                <a:gd name="connsiteX48" fmla="*/ 176879 w 2143125"/>
                <a:gd name="connsiteY48" fmla="*/ 764858 h 1171575"/>
                <a:gd name="connsiteX49" fmla="*/ 176022 w 2143125"/>
                <a:gd name="connsiteY49" fmla="*/ 762667 h 1171575"/>
                <a:gd name="connsiteX50" fmla="*/ 2151031 w 2143125"/>
                <a:gd name="connsiteY50" fmla="*/ 544068 h 1171575"/>
                <a:gd name="connsiteX51" fmla="*/ 2149983 w 2143125"/>
                <a:gd name="connsiteY51" fmla="*/ 538448 h 1171575"/>
                <a:gd name="connsiteX52" fmla="*/ 2149126 w 2143125"/>
                <a:gd name="connsiteY52" fmla="*/ 536734 h 1171575"/>
                <a:gd name="connsiteX53" fmla="*/ 2146268 w 2143125"/>
                <a:gd name="connsiteY53" fmla="*/ 534734 h 1171575"/>
                <a:gd name="connsiteX54" fmla="*/ 2144840 w 2143125"/>
                <a:gd name="connsiteY54" fmla="*/ 534067 h 1171575"/>
                <a:gd name="connsiteX55" fmla="*/ 2143220 w 2143125"/>
                <a:gd name="connsiteY55" fmla="*/ 533686 h 1171575"/>
                <a:gd name="connsiteX56" fmla="*/ 2138744 w 2143125"/>
                <a:gd name="connsiteY56" fmla="*/ 534067 h 1171575"/>
                <a:gd name="connsiteX57" fmla="*/ 2137410 w 2143125"/>
                <a:gd name="connsiteY57" fmla="*/ 533876 h 1171575"/>
                <a:gd name="connsiteX58" fmla="*/ 2136648 w 2143125"/>
                <a:gd name="connsiteY58" fmla="*/ 533591 h 1171575"/>
                <a:gd name="connsiteX59" fmla="*/ 2135981 w 2143125"/>
                <a:gd name="connsiteY59" fmla="*/ 533114 h 1171575"/>
                <a:gd name="connsiteX60" fmla="*/ 2135600 w 2143125"/>
                <a:gd name="connsiteY60" fmla="*/ 532352 h 1171575"/>
                <a:gd name="connsiteX61" fmla="*/ 2135600 w 2143125"/>
                <a:gd name="connsiteY61" fmla="*/ 531209 h 1171575"/>
                <a:gd name="connsiteX62" fmla="*/ 2135410 w 2143125"/>
                <a:gd name="connsiteY62" fmla="*/ 530543 h 1171575"/>
                <a:gd name="connsiteX63" fmla="*/ 2134743 w 2143125"/>
                <a:gd name="connsiteY63" fmla="*/ 529876 h 1171575"/>
                <a:gd name="connsiteX64" fmla="*/ 2131219 w 2143125"/>
                <a:gd name="connsiteY64" fmla="*/ 527018 h 1171575"/>
                <a:gd name="connsiteX65" fmla="*/ 2130171 w 2143125"/>
                <a:gd name="connsiteY65" fmla="*/ 525875 h 1171575"/>
                <a:gd name="connsiteX66" fmla="*/ 2129790 w 2143125"/>
                <a:gd name="connsiteY66" fmla="*/ 524828 h 1171575"/>
                <a:gd name="connsiteX67" fmla="*/ 2130362 w 2143125"/>
                <a:gd name="connsiteY67" fmla="*/ 523399 h 1171575"/>
                <a:gd name="connsiteX68" fmla="*/ 2131124 w 2143125"/>
                <a:gd name="connsiteY68" fmla="*/ 522542 h 1171575"/>
                <a:gd name="connsiteX69" fmla="*/ 2131219 w 2143125"/>
                <a:gd name="connsiteY69" fmla="*/ 521780 h 1171575"/>
                <a:gd name="connsiteX70" fmla="*/ 2129790 w 2143125"/>
                <a:gd name="connsiteY70" fmla="*/ 520637 h 1171575"/>
                <a:gd name="connsiteX71" fmla="*/ 2127123 w 2143125"/>
                <a:gd name="connsiteY71" fmla="*/ 519303 h 1171575"/>
                <a:gd name="connsiteX72" fmla="*/ 2125790 w 2143125"/>
                <a:gd name="connsiteY72" fmla="*/ 518351 h 1171575"/>
                <a:gd name="connsiteX73" fmla="*/ 2125028 w 2143125"/>
                <a:gd name="connsiteY73" fmla="*/ 517017 h 1171575"/>
                <a:gd name="connsiteX74" fmla="*/ 2125028 w 2143125"/>
                <a:gd name="connsiteY74" fmla="*/ 515207 h 1171575"/>
                <a:gd name="connsiteX75" fmla="*/ 2125504 w 2143125"/>
                <a:gd name="connsiteY75" fmla="*/ 513588 h 1171575"/>
                <a:gd name="connsiteX76" fmla="*/ 2125599 w 2143125"/>
                <a:gd name="connsiteY76" fmla="*/ 512255 h 1171575"/>
                <a:gd name="connsiteX77" fmla="*/ 2124456 w 2143125"/>
                <a:gd name="connsiteY77" fmla="*/ 511207 h 1171575"/>
                <a:gd name="connsiteX78" fmla="*/ 2120741 w 2143125"/>
                <a:gd name="connsiteY78" fmla="*/ 508921 h 1171575"/>
                <a:gd name="connsiteX79" fmla="*/ 2119503 w 2143125"/>
                <a:gd name="connsiteY79" fmla="*/ 508635 h 1171575"/>
                <a:gd name="connsiteX80" fmla="*/ 2117122 w 2143125"/>
                <a:gd name="connsiteY80" fmla="*/ 509207 h 1171575"/>
                <a:gd name="connsiteX81" fmla="*/ 2115979 w 2143125"/>
                <a:gd name="connsiteY81" fmla="*/ 509207 h 1171575"/>
                <a:gd name="connsiteX82" fmla="*/ 2114741 w 2143125"/>
                <a:gd name="connsiteY82" fmla="*/ 508349 h 1171575"/>
                <a:gd name="connsiteX83" fmla="*/ 2113693 w 2143125"/>
                <a:gd name="connsiteY83" fmla="*/ 507111 h 1171575"/>
                <a:gd name="connsiteX84" fmla="*/ 2113217 w 2143125"/>
                <a:gd name="connsiteY84" fmla="*/ 505873 h 1171575"/>
                <a:gd name="connsiteX85" fmla="*/ 2113407 w 2143125"/>
                <a:gd name="connsiteY85" fmla="*/ 504730 h 1171575"/>
                <a:gd name="connsiteX86" fmla="*/ 2114169 w 2143125"/>
                <a:gd name="connsiteY86" fmla="*/ 503206 h 1171575"/>
                <a:gd name="connsiteX87" fmla="*/ 2116074 w 2143125"/>
                <a:gd name="connsiteY87" fmla="*/ 500443 h 1171575"/>
                <a:gd name="connsiteX88" fmla="*/ 2117122 w 2143125"/>
                <a:gd name="connsiteY88" fmla="*/ 499586 h 1171575"/>
                <a:gd name="connsiteX89" fmla="*/ 2119694 w 2143125"/>
                <a:gd name="connsiteY89" fmla="*/ 499396 h 1171575"/>
                <a:gd name="connsiteX90" fmla="*/ 2120741 w 2143125"/>
                <a:gd name="connsiteY90" fmla="*/ 499015 h 1171575"/>
                <a:gd name="connsiteX91" fmla="*/ 2121789 w 2143125"/>
                <a:gd name="connsiteY91" fmla="*/ 498253 h 1171575"/>
                <a:gd name="connsiteX92" fmla="*/ 2122837 w 2143125"/>
                <a:gd name="connsiteY92" fmla="*/ 497205 h 1171575"/>
                <a:gd name="connsiteX93" fmla="*/ 2121599 w 2143125"/>
                <a:gd name="connsiteY93" fmla="*/ 495872 h 1171575"/>
                <a:gd name="connsiteX94" fmla="*/ 2121027 w 2143125"/>
                <a:gd name="connsiteY94" fmla="*/ 495014 h 1171575"/>
                <a:gd name="connsiteX95" fmla="*/ 2120837 w 2143125"/>
                <a:gd name="connsiteY95" fmla="*/ 494062 h 1171575"/>
                <a:gd name="connsiteX96" fmla="*/ 2121122 w 2143125"/>
                <a:gd name="connsiteY96" fmla="*/ 493300 h 1171575"/>
                <a:gd name="connsiteX97" fmla="*/ 2121599 w 2143125"/>
                <a:gd name="connsiteY97" fmla="*/ 492347 h 1171575"/>
                <a:gd name="connsiteX98" fmla="*/ 2121980 w 2143125"/>
                <a:gd name="connsiteY98" fmla="*/ 491395 h 1171575"/>
                <a:gd name="connsiteX99" fmla="*/ 2121980 w 2143125"/>
                <a:gd name="connsiteY99" fmla="*/ 490538 h 1171575"/>
                <a:gd name="connsiteX100" fmla="*/ 2121408 w 2143125"/>
                <a:gd name="connsiteY100" fmla="*/ 490157 h 1171575"/>
                <a:gd name="connsiteX101" fmla="*/ 2120456 w 2143125"/>
                <a:gd name="connsiteY101" fmla="*/ 490157 h 1171575"/>
                <a:gd name="connsiteX102" fmla="*/ 2118836 w 2143125"/>
                <a:gd name="connsiteY102" fmla="*/ 490538 h 1171575"/>
                <a:gd name="connsiteX103" fmla="*/ 2118074 w 2143125"/>
                <a:gd name="connsiteY103" fmla="*/ 490538 h 1171575"/>
                <a:gd name="connsiteX104" fmla="*/ 2115884 w 2143125"/>
                <a:gd name="connsiteY104" fmla="*/ 489299 h 1171575"/>
                <a:gd name="connsiteX105" fmla="*/ 2114169 w 2143125"/>
                <a:gd name="connsiteY105" fmla="*/ 489204 h 1171575"/>
                <a:gd name="connsiteX106" fmla="*/ 2113407 w 2143125"/>
                <a:gd name="connsiteY106" fmla="*/ 490442 h 1171575"/>
                <a:gd name="connsiteX107" fmla="*/ 2112836 w 2143125"/>
                <a:gd name="connsiteY107" fmla="*/ 492157 h 1171575"/>
                <a:gd name="connsiteX108" fmla="*/ 2111788 w 2143125"/>
                <a:gd name="connsiteY108" fmla="*/ 493586 h 1171575"/>
                <a:gd name="connsiteX109" fmla="*/ 2111407 w 2143125"/>
                <a:gd name="connsiteY109" fmla="*/ 493681 h 1171575"/>
                <a:gd name="connsiteX110" fmla="*/ 2111121 w 2143125"/>
                <a:gd name="connsiteY110" fmla="*/ 493586 h 1171575"/>
                <a:gd name="connsiteX111" fmla="*/ 2110740 w 2143125"/>
                <a:gd name="connsiteY111" fmla="*/ 493586 h 1171575"/>
                <a:gd name="connsiteX112" fmla="*/ 2110359 w 2143125"/>
                <a:gd name="connsiteY112" fmla="*/ 493871 h 1171575"/>
                <a:gd name="connsiteX113" fmla="*/ 2109692 w 2143125"/>
                <a:gd name="connsiteY113" fmla="*/ 494633 h 1171575"/>
                <a:gd name="connsiteX114" fmla="*/ 2109407 w 2143125"/>
                <a:gd name="connsiteY114" fmla="*/ 494824 h 1171575"/>
                <a:gd name="connsiteX115" fmla="*/ 2106930 w 2143125"/>
                <a:gd name="connsiteY115" fmla="*/ 496348 h 1171575"/>
                <a:gd name="connsiteX116" fmla="*/ 2107311 w 2143125"/>
                <a:gd name="connsiteY116" fmla="*/ 497205 h 1171575"/>
                <a:gd name="connsiteX117" fmla="*/ 2107502 w 2143125"/>
                <a:gd name="connsiteY117" fmla="*/ 498062 h 1171575"/>
                <a:gd name="connsiteX118" fmla="*/ 2107406 w 2143125"/>
                <a:gd name="connsiteY118" fmla="*/ 498824 h 1171575"/>
                <a:gd name="connsiteX119" fmla="*/ 2107025 w 2143125"/>
                <a:gd name="connsiteY119" fmla="*/ 499301 h 1171575"/>
                <a:gd name="connsiteX120" fmla="*/ 2106073 w 2143125"/>
                <a:gd name="connsiteY120" fmla="*/ 499682 h 1171575"/>
                <a:gd name="connsiteX121" fmla="*/ 2102549 w 2143125"/>
                <a:gd name="connsiteY121" fmla="*/ 503015 h 1171575"/>
                <a:gd name="connsiteX122" fmla="*/ 2099310 w 2143125"/>
                <a:gd name="connsiteY122" fmla="*/ 504254 h 1171575"/>
                <a:gd name="connsiteX123" fmla="*/ 2096262 w 2143125"/>
                <a:gd name="connsiteY123" fmla="*/ 506444 h 1171575"/>
                <a:gd name="connsiteX124" fmla="*/ 2094929 w 2143125"/>
                <a:gd name="connsiteY124" fmla="*/ 509207 h 1171575"/>
                <a:gd name="connsiteX125" fmla="*/ 2093214 w 2143125"/>
                <a:gd name="connsiteY125" fmla="*/ 513588 h 1171575"/>
                <a:gd name="connsiteX126" fmla="*/ 2091309 w 2143125"/>
                <a:gd name="connsiteY126" fmla="*/ 516255 h 1171575"/>
                <a:gd name="connsiteX127" fmla="*/ 2089214 w 2143125"/>
                <a:gd name="connsiteY127" fmla="*/ 513874 h 1171575"/>
                <a:gd name="connsiteX128" fmla="*/ 2087880 w 2143125"/>
                <a:gd name="connsiteY128" fmla="*/ 511683 h 1171575"/>
                <a:gd name="connsiteX129" fmla="*/ 2085689 w 2143125"/>
                <a:gd name="connsiteY129" fmla="*/ 511207 h 1171575"/>
                <a:gd name="connsiteX130" fmla="*/ 2083403 w 2143125"/>
                <a:gd name="connsiteY130" fmla="*/ 512064 h 1171575"/>
                <a:gd name="connsiteX131" fmla="*/ 2081784 w 2143125"/>
                <a:gd name="connsiteY131" fmla="*/ 513874 h 1171575"/>
                <a:gd name="connsiteX132" fmla="*/ 2081784 w 2143125"/>
                <a:gd name="connsiteY132" fmla="*/ 513874 h 1171575"/>
                <a:gd name="connsiteX133" fmla="*/ 2080927 w 2143125"/>
                <a:gd name="connsiteY133" fmla="*/ 514636 h 1171575"/>
                <a:gd name="connsiteX134" fmla="*/ 2080070 w 2143125"/>
                <a:gd name="connsiteY134" fmla="*/ 515017 h 1171575"/>
                <a:gd name="connsiteX135" fmla="*/ 2079212 w 2143125"/>
                <a:gd name="connsiteY135" fmla="*/ 514826 h 1171575"/>
                <a:gd name="connsiteX136" fmla="*/ 2078450 w 2143125"/>
                <a:gd name="connsiteY136" fmla="*/ 513874 h 1171575"/>
                <a:gd name="connsiteX137" fmla="*/ 2078450 w 2143125"/>
                <a:gd name="connsiteY137" fmla="*/ 512445 h 1171575"/>
                <a:gd name="connsiteX138" fmla="*/ 2079022 w 2143125"/>
                <a:gd name="connsiteY138" fmla="*/ 509111 h 1171575"/>
                <a:gd name="connsiteX139" fmla="*/ 2078927 w 2143125"/>
                <a:gd name="connsiteY139" fmla="*/ 508444 h 1171575"/>
                <a:gd name="connsiteX140" fmla="*/ 2076736 w 2143125"/>
                <a:gd name="connsiteY140" fmla="*/ 508064 h 1171575"/>
                <a:gd name="connsiteX141" fmla="*/ 2075688 w 2143125"/>
                <a:gd name="connsiteY141" fmla="*/ 508159 h 1171575"/>
                <a:gd name="connsiteX142" fmla="*/ 2074640 w 2143125"/>
                <a:gd name="connsiteY142" fmla="*/ 508635 h 1171575"/>
                <a:gd name="connsiteX143" fmla="*/ 2072926 w 2143125"/>
                <a:gd name="connsiteY143" fmla="*/ 509968 h 1171575"/>
                <a:gd name="connsiteX144" fmla="*/ 2071973 w 2143125"/>
                <a:gd name="connsiteY144" fmla="*/ 510350 h 1171575"/>
                <a:gd name="connsiteX145" fmla="*/ 2071211 w 2143125"/>
                <a:gd name="connsiteY145" fmla="*/ 509873 h 1171575"/>
                <a:gd name="connsiteX146" fmla="*/ 2070449 w 2143125"/>
                <a:gd name="connsiteY146" fmla="*/ 508730 h 1171575"/>
                <a:gd name="connsiteX147" fmla="*/ 2069687 w 2143125"/>
                <a:gd name="connsiteY147" fmla="*/ 507873 h 1171575"/>
                <a:gd name="connsiteX148" fmla="*/ 2068735 w 2143125"/>
                <a:gd name="connsiteY148" fmla="*/ 507397 h 1171575"/>
                <a:gd name="connsiteX149" fmla="*/ 2067592 w 2143125"/>
                <a:gd name="connsiteY149" fmla="*/ 507397 h 1171575"/>
                <a:gd name="connsiteX150" fmla="*/ 2065687 w 2143125"/>
                <a:gd name="connsiteY150" fmla="*/ 508254 h 1171575"/>
                <a:gd name="connsiteX151" fmla="*/ 2064830 w 2143125"/>
                <a:gd name="connsiteY151" fmla="*/ 508444 h 1171575"/>
                <a:gd name="connsiteX152" fmla="*/ 2063972 w 2143125"/>
                <a:gd name="connsiteY152" fmla="*/ 508064 h 1171575"/>
                <a:gd name="connsiteX153" fmla="*/ 2063210 w 2143125"/>
                <a:gd name="connsiteY153" fmla="*/ 507016 h 1171575"/>
                <a:gd name="connsiteX154" fmla="*/ 2062448 w 2143125"/>
                <a:gd name="connsiteY154" fmla="*/ 504635 h 1171575"/>
                <a:gd name="connsiteX155" fmla="*/ 2061686 w 2143125"/>
                <a:gd name="connsiteY155" fmla="*/ 503777 h 1171575"/>
                <a:gd name="connsiteX156" fmla="*/ 2060734 w 2143125"/>
                <a:gd name="connsiteY156" fmla="*/ 503587 h 1171575"/>
                <a:gd name="connsiteX157" fmla="*/ 2059877 w 2143125"/>
                <a:gd name="connsiteY157" fmla="*/ 504063 h 1171575"/>
                <a:gd name="connsiteX158" fmla="*/ 2058257 w 2143125"/>
                <a:gd name="connsiteY158" fmla="*/ 505492 h 1171575"/>
                <a:gd name="connsiteX159" fmla="*/ 2057305 w 2143125"/>
                <a:gd name="connsiteY159" fmla="*/ 505968 h 1171575"/>
                <a:gd name="connsiteX160" fmla="*/ 2056352 w 2143125"/>
                <a:gd name="connsiteY160" fmla="*/ 506254 h 1171575"/>
                <a:gd name="connsiteX161" fmla="*/ 2054352 w 2143125"/>
                <a:gd name="connsiteY161" fmla="*/ 506444 h 1171575"/>
                <a:gd name="connsiteX162" fmla="*/ 2053018 w 2143125"/>
                <a:gd name="connsiteY162" fmla="*/ 505968 h 1171575"/>
                <a:gd name="connsiteX163" fmla="*/ 2050733 w 2143125"/>
                <a:gd name="connsiteY163" fmla="*/ 504254 h 1171575"/>
                <a:gd name="connsiteX164" fmla="*/ 2049590 w 2143125"/>
                <a:gd name="connsiteY164" fmla="*/ 503587 h 1171575"/>
                <a:gd name="connsiteX165" fmla="*/ 2048542 w 2143125"/>
                <a:gd name="connsiteY165" fmla="*/ 503682 h 1171575"/>
                <a:gd name="connsiteX166" fmla="*/ 2047399 w 2143125"/>
                <a:gd name="connsiteY166" fmla="*/ 504158 h 1171575"/>
                <a:gd name="connsiteX167" fmla="*/ 2046256 w 2143125"/>
                <a:gd name="connsiteY167" fmla="*/ 504825 h 1171575"/>
                <a:gd name="connsiteX168" fmla="*/ 2045303 w 2143125"/>
                <a:gd name="connsiteY168" fmla="*/ 505587 h 1171575"/>
                <a:gd name="connsiteX169" fmla="*/ 2043208 w 2143125"/>
                <a:gd name="connsiteY169" fmla="*/ 506254 h 1171575"/>
                <a:gd name="connsiteX170" fmla="*/ 2041112 w 2143125"/>
                <a:gd name="connsiteY170" fmla="*/ 505111 h 1171575"/>
                <a:gd name="connsiteX171" fmla="*/ 2039588 w 2143125"/>
                <a:gd name="connsiteY171" fmla="*/ 502730 h 1171575"/>
                <a:gd name="connsiteX172" fmla="*/ 2039112 w 2143125"/>
                <a:gd name="connsiteY172" fmla="*/ 496253 h 1171575"/>
                <a:gd name="connsiteX173" fmla="*/ 2037969 w 2143125"/>
                <a:gd name="connsiteY173" fmla="*/ 493871 h 1171575"/>
                <a:gd name="connsiteX174" fmla="*/ 2034540 w 2143125"/>
                <a:gd name="connsiteY174" fmla="*/ 489966 h 1171575"/>
                <a:gd name="connsiteX175" fmla="*/ 2033683 w 2143125"/>
                <a:gd name="connsiteY175" fmla="*/ 488537 h 1171575"/>
                <a:gd name="connsiteX176" fmla="*/ 2033397 w 2143125"/>
                <a:gd name="connsiteY176" fmla="*/ 487394 h 1171575"/>
                <a:gd name="connsiteX177" fmla="*/ 2033111 w 2143125"/>
                <a:gd name="connsiteY177" fmla="*/ 484442 h 1171575"/>
                <a:gd name="connsiteX178" fmla="*/ 2032349 w 2143125"/>
                <a:gd name="connsiteY178" fmla="*/ 482537 h 1171575"/>
                <a:gd name="connsiteX179" fmla="*/ 2031111 w 2143125"/>
                <a:gd name="connsiteY179" fmla="*/ 481584 h 1171575"/>
                <a:gd name="connsiteX180" fmla="*/ 2028158 w 2143125"/>
                <a:gd name="connsiteY180" fmla="*/ 480822 h 1171575"/>
                <a:gd name="connsiteX181" fmla="*/ 2027015 w 2143125"/>
                <a:gd name="connsiteY181" fmla="*/ 479774 h 1171575"/>
                <a:gd name="connsiteX182" fmla="*/ 2026825 w 2143125"/>
                <a:gd name="connsiteY182" fmla="*/ 477584 h 1171575"/>
                <a:gd name="connsiteX183" fmla="*/ 2027015 w 2143125"/>
                <a:gd name="connsiteY183" fmla="*/ 472916 h 1171575"/>
                <a:gd name="connsiteX184" fmla="*/ 2027396 w 2143125"/>
                <a:gd name="connsiteY184" fmla="*/ 472821 h 1171575"/>
                <a:gd name="connsiteX185" fmla="*/ 2027492 w 2143125"/>
                <a:gd name="connsiteY185" fmla="*/ 472726 h 1171575"/>
                <a:gd name="connsiteX186" fmla="*/ 2027492 w 2143125"/>
                <a:gd name="connsiteY186" fmla="*/ 472726 h 1171575"/>
                <a:gd name="connsiteX187" fmla="*/ 2029873 w 2143125"/>
                <a:gd name="connsiteY187" fmla="*/ 472345 h 1171575"/>
                <a:gd name="connsiteX188" fmla="*/ 2030730 w 2143125"/>
                <a:gd name="connsiteY188" fmla="*/ 471868 h 1171575"/>
                <a:gd name="connsiteX189" fmla="*/ 2030921 w 2143125"/>
                <a:gd name="connsiteY189" fmla="*/ 470535 h 1171575"/>
                <a:gd name="connsiteX190" fmla="*/ 2030444 w 2143125"/>
                <a:gd name="connsiteY190" fmla="*/ 469487 h 1171575"/>
                <a:gd name="connsiteX191" fmla="*/ 2028635 w 2143125"/>
                <a:gd name="connsiteY191" fmla="*/ 466725 h 1171575"/>
                <a:gd name="connsiteX192" fmla="*/ 2028063 w 2143125"/>
                <a:gd name="connsiteY192" fmla="*/ 466058 h 1171575"/>
                <a:gd name="connsiteX193" fmla="*/ 2024634 w 2143125"/>
                <a:gd name="connsiteY193" fmla="*/ 464439 h 1171575"/>
                <a:gd name="connsiteX194" fmla="*/ 2023491 w 2143125"/>
                <a:gd name="connsiteY194" fmla="*/ 464344 h 1171575"/>
                <a:gd name="connsiteX195" fmla="*/ 2022729 w 2143125"/>
                <a:gd name="connsiteY195" fmla="*/ 464725 h 1171575"/>
                <a:gd name="connsiteX196" fmla="*/ 2021777 w 2143125"/>
                <a:gd name="connsiteY196" fmla="*/ 465392 h 1171575"/>
                <a:gd name="connsiteX197" fmla="*/ 2020824 w 2143125"/>
                <a:gd name="connsiteY197" fmla="*/ 465677 h 1171575"/>
                <a:gd name="connsiteX198" fmla="*/ 2020157 w 2143125"/>
                <a:gd name="connsiteY198" fmla="*/ 465201 h 1171575"/>
                <a:gd name="connsiteX199" fmla="*/ 2018824 w 2143125"/>
                <a:gd name="connsiteY199" fmla="*/ 462153 h 1171575"/>
                <a:gd name="connsiteX200" fmla="*/ 2018252 w 2143125"/>
                <a:gd name="connsiteY200" fmla="*/ 461391 h 1171575"/>
                <a:gd name="connsiteX201" fmla="*/ 2017300 w 2143125"/>
                <a:gd name="connsiteY201" fmla="*/ 460915 h 1171575"/>
                <a:gd name="connsiteX202" fmla="*/ 2015490 w 2143125"/>
                <a:gd name="connsiteY202" fmla="*/ 461201 h 1171575"/>
                <a:gd name="connsiteX203" fmla="*/ 2014538 w 2143125"/>
                <a:gd name="connsiteY203" fmla="*/ 461105 h 1171575"/>
                <a:gd name="connsiteX204" fmla="*/ 2012918 w 2143125"/>
                <a:gd name="connsiteY204" fmla="*/ 459962 h 1171575"/>
                <a:gd name="connsiteX205" fmla="*/ 2011680 w 2143125"/>
                <a:gd name="connsiteY205" fmla="*/ 458438 h 1171575"/>
                <a:gd name="connsiteX206" fmla="*/ 2010347 w 2143125"/>
                <a:gd name="connsiteY206" fmla="*/ 457200 h 1171575"/>
                <a:gd name="connsiteX207" fmla="*/ 2008442 w 2143125"/>
                <a:gd name="connsiteY207" fmla="*/ 457010 h 1171575"/>
                <a:gd name="connsiteX208" fmla="*/ 2006537 w 2143125"/>
                <a:gd name="connsiteY208" fmla="*/ 457200 h 1171575"/>
                <a:gd name="connsiteX209" fmla="*/ 2004727 w 2143125"/>
                <a:gd name="connsiteY209" fmla="*/ 456724 h 1171575"/>
                <a:gd name="connsiteX210" fmla="*/ 2003108 w 2143125"/>
                <a:gd name="connsiteY210" fmla="*/ 455581 h 1171575"/>
                <a:gd name="connsiteX211" fmla="*/ 2001584 w 2143125"/>
                <a:gd name="connsiteY211" fmla="*/ 453771 h 1171575"/>
                <a:gd name="connsiteX212" fmla="*/ 1999774 w 2143125"/>
                <a:gd name="connsiteY212" fmla="*/ 452342 h 1171575"/>
                <a:gd name="connsiteX213" fmla="*/ 1997869 w 2143125"/>
                <a:gd name="connsiteY213" fmla="*/ 453485 h 1171575"/>
                <a:gd name="connsiteX214" fmla="*/ 1995964 w 2143125"/>
                <a:gd name="connsiteY214" fmla="*/ 455009 h 1171575"/>
                <a:gd name="connsiteX215" fmla="*/ 1993964 w 2143125"/>
                <a:gd name="connsiteY215" fmla="*/ 454914 h 1171575"/>
                <a:gd name="connsiteX216" fmla="*/ 1993583 w 2143125"/>
                <a:gd name="connsiteY216" fmla="*/ 454438 h 1171575"/>
                <a:gd name="connsiteX217" fmla="*/ 1992916 w 2143125"/>
                <a:gd name="connsiteY217" fmla="*/ 453104 h 1171575"/>
                <a:gd name="connsiteX218" fmla="*/ 1992535 w 2143125"/>
                <a:gd name="connsiteY218" fmla="*/ 452533 h 1171575"/>
                <a:gd name="connsiteX219" fmla="*/ 1991868 w 2143125"/>
                <a:gd name="connsiteY219" fmla="*/ 452152 h 1171575"/>
                <a:gd name="connsiteX220" fmla="*/ 1990344 w 2143125"/>
                <a:gd name="connsiteY220" fmla="*/ 451676 h 1171575"/>
                <a:gd name="connsiteX221" fmla="*/ 1989677 w 2143125"/>
                <a:gd name="connsiteY221" fmla="*/ 451199 h 1171575"/>
                <a:gd name="connsiteX222" fmla="*/ 1989106 w 2143125"/>
                <a:gd name="connsiteY222" fmla="*/ 449675 h 1171575"/>
                <a:gd name="connsiteX223" fmla="*/ 1989106 w 2143125"/>
                <a:gd name="connsiteY223" fmla="*/ 447961 h 1171575"/>
                <a:gd name="connsiteX224" fmla="*/ 1989201 w 2143125"/>
                <a:gd name="connsiteY224" fmla="*/ 446056 h 1171575"/>
                <a:gd name="connsiteX225" fmla="*/ 1989106 w 2143125"/>
                <a:gd name="connsiteY225" fmla="*/ 444151 h 1171575"/>
                <a:gd name="connsiteX226" fmla="*/ 1987963 w 2143125"/>
                <a:gd name="connsiteY226" fmla="*/ 441389 h 1171575"/>
                <a:gd name="connsiteX227" fmla="*/ 1986534 w 2143125"/>
                <a:gd name="connsiteY227" fmla="*/ 438912 h 1171575"/>
                <a:gd name="connsiteX228" fmla="*/ 1985772 w 2143125"/>
                <a:gd name="connsiteY228" fmla="*/ 436340 h 1171575"/>
                <a:gd name="connsiteX229" fmla="*/ 1986915 w 2143125"/>
                <a:gd name="connsiteY229" fmla="*/ 431864 h 1171575"/>
                <a:gd name="connsiteX230" fmla="*/ 1986820 w 2143125"/>
                <a:gd name="connsiteY230" fmla="*/ 430340 h 1171575"/>
                <a:gd name="connsiteX231" fmla="*/ 1986343 w 2143125"/>
                <a:gd name="connsiteY231" fmla="*/ 429006 h 1171575"/>
                <a:gd name="connsiteX232" fmla="*/ 1984534 w 2143125"/>
                <a:gd name="connsiteY232" fmla="*/ 427006 h 1171575"/>
                <a:gd name="connsiteX233" fmla="*/ 1984248 w 2143125"/>
                <a:gd name="connsiteY233" fmla="*/ 425863 h 1171575"/>
                <a:gd name="connsiteX234" fmla="*/ 1984058 w 2143125"/>
                <a:gd name="connsiteY234" fmla="*/ 424625 h 1171575"/>
                <a:gd name="connsiteX235" fmla="*/ 1983581 w 2143125"/>
                <a:gd name="connsiteY235" fmla="*/ 423005 h 1171575"/>
                <a:gd name="connsiteX236" fmla="*/ 1981962 w 2143125"/>
                <a:gd name="connsiteY236" fmla="*/ 420719 h 1171575"/>
                <a:gd name="connsiteX237" fmla="*/ 1981295 w 2143125"/>
                <a:gd name="connsiteY237" fmla="*/ 420243 h 1171575"/>
                <a:gd name="connsiteX238" fmla="*/ 1975390 w 2143125"/>
                <a:gd name="connsiteY238" fmla="*/ 415957 h 1171575"/>
                <a:gd name="connsiteX239" fmla="*/ 1974056 w 2143125"/>
                <a:gd name="connsiteY239" fmla="*/ 413385 h 1171575"/>
                <a:gd name="connsiteX240" fmla="*/ 1974056 w 2143125"/>
                <a:gd name="connsiteY240" fmla="*/ 408242 h 1171575"/>
                <a:gd name="connsiteX241" fmla="*/ 1972532 w 2143125"/>
                <a:gd name="connsiteY241" fmla="*/ 406527 h 1171575"/>
                <a:gd name="connsiteX242" fmla="*/ 1970437 w 2143125"/>
                <a:gd name="connsiteY242" fmla="*/ 405575 h 1171575"/>
                <a:gd name="connsiteX243" fmla="*/ 1969770 w 2143125"/>
                <a:gd name="connsiteY243" fmla="*/ 404813 h 1171575"/>
                <a:gd name="connsiteX244" fmla="*/ 1968151 w 2143125"/>
                <a:gd name="connsiteY244" fmla="*/ 401955 h 1171575"/>
                <a:gd name="connsiteX245" fmla="*/ 1967198 w 2143125"/>
                <a:gd name="connsiteY245" fmla="*/ 401003 h 1171575"/>
                <a:gd name="connsiteX246" fmla="*/ 1966151 w 2143125"/>
                <a:gd name="connsiteY246" fmla="*/ 400336 h 1171575"/>
                <a:gd name="connsiteX247" fmla="*/ 1965008 w 2143125"/>
                <a:gd name="connsiteY247" fmla="*/ 400050 h 1171575"/>
                <a:gd name="connsiteX248" fmla="*/ 1962626 w 2143125"/>
                <a:gd name="connsiteY248" fmla="*/ 400050 h 1171575"/>
                <a:gd name="connsiteX249" fmla="*/ 1961579 w 2143125"/>
                <a:gd name="connsiteY249" fmla="*/ 399860 h 1171575"/>
                <a:gd name="connsiteX250" fmla="*/ 1960436 w 2143125"/>
                <a:gd name="connsiteY250" fmla="*/ 399098 h 1171575"/>
                <a:gd name="connsiteX251" fmla="*/ 1957388 w 2143125"/>
                <a:gd name="connsiteY251" fmla="*/ 396335 h 1171575"/>
                <a:gd name="connsiteX252" fmla="*/ 1956149 w 2143125"/>
                <a:gd name="connsiteY252" fmla="*/ 395764 h 1171575"/>
                <a:gd name="connsiteX253" fmla="*/ 1950244 w 2143125"/>
                <a:gd name="connsiteY253" fmla="*/ 394621 h 1171575"/>
                <a:gd name="connsiteX254" fmla="*/ 1949101 w 2143125"/>
                <a:gd name="connsiteY254" fmla="*/ 393954 h 1171575"/>
                <a:gd name="connsiteX255" fmla="*/ 1948339 w 2143125"/>
                <a:gd name="connsiteY255" fmla="*/ 393002 h 1171575"/>
                <a:gd name="connsiteX256" fmla="*/ 1946815 w 2143125"/>
                <a:gd name="connsiteY256" fmla="*/ 390620 h 1171575"/>
                <a:gd name="connsiteX257" fmla="*/ 1941005 w 2143125"/>
                <a:gd name="connsiteY257" fmla="*/ 389763 h 1171575"/>
                <a:gd name="connsiteX258" fmla="*/ 1935099 w 2143125"/>
                <a:gd name="connsiteY258" fmla="*/ 390620 h 1171575"/>
                <a:gd name="connsiteX259" fmla="*/ 1934242 w 2143125"/>
                <a:gd name="connsiteY259" fmla="*/ 390906 h 1171575"/>
                <a:gd name="connsiteX260" fmla="*/ 1933385 w 2143125"/>
                <a:gd name="connsiteY260" fmla="*/ 391001 h 1171575"/>
                <a:gd name="connsiteX261" fmla="*/ 1932527 w 2143125"/>
                <a:gd name="connsiteY261" fmla="*/ 390906 h 1171575"/>
                <a:gd name="connsiteX262" fmla="*/ 1931194 w 2143125"/>
                <a:gd name="connsiteY262" fmla="*/ 390430 h 1171575"/>
                <a:gd name="connsiteX263" fmla="*/ 1930622 w 2143125"/>
                <a:gd name="connsiteY263" fmla="*/ 390430 h 1171575"/>
                <a:gd name="connsiteX264" fmla="*/ 1930051 w 2143125"/>
                <a:gd name="connsiteY264" fmla="*/ 390525 h 1171575"/>
                <a:gd name="connsiteX265" fmla="*/ 1929575 w 2143125"/>
                <a:gd name="connsiteY265" fmla="*/ 390716 h 1171575"/>
                <a:gd name="connsiteX266" fmla="*/ 1928432 w 2143125"/>
                <a:gd name="connsiteY266" fmla="*/ 394049 h 1171575"/>
                <a:gd name="connsiteX267" fmla="*/ 1926908 w 2143125"/>
                <a:gd name="connsiteY267" fmla="*/ 397002 h 1171575"/>
                <a:gd name="connsiteX268" fmla="*/ 1925003 w 2143125"/>
                <a:gd name="connsiteY268" fmla="*/ 399098 h 1171575"/>
                <a:gd name="connsiteX269" fmla="*/ 1922717 w 2143125"/>
                <a:gd name="connsiteY269" fmla="*/ 399479 h 1171575"/>
                <a:gd name="connsiteX270" fmla="*/ 1915763 w 2143125"/>
                <a:gd name="connsiteY270" fmla="*/ 398621 h 1171575"/>
                <a:gd name="connsiteX271" fmla="*/ 1911572 w 2143125"/>
                <a:gd name="connsiteY271" fmla="*/ 397383 h 1171575"/>
                <a:gd name="connsiteX272" fmla="*/ 1909572 w 2143125"/>
                <a:gd name="connsiteY272" fmla="*/ 397859 h 1171575"/>
                <a:gd name="connsiteX273" fmla="*/ 1908143 w 2143125"/>
                <a:gd name="connsiteY273" fmla="*/ 399479 h 1171575"/>
                <a:gd name="connsiteX274" fmla="*/ 1908048 w 2143125"/>
                <a:gd name="connsiteY274" fmla="*/ 405289 h 1171575"/>
                <a:gd name="connsiteX275" fmla="*/ 1906715 w 2143125"/>
                <a:gd name="connsiteY275" fmla="*/ 407099 h 1171575"/>
                <a:gd name="connsiteX276" fmla="*/ 1903095 w 2143125"/>
                <a:gd name="connsiteY276" fmla="*/ 408813 h 1171575"/>
                <a:gd name="connsiteX277" fmla="*/ 1896332 w 2143125"/>
                <a:gd name="connsiteY277" fmla="*/ 413385 h 1171575"/>
                <a:gd name="connsiteX278" fmla="*/ 1893951 w 2143125"/>
                <a:gd name="connsiteY278" fmla="*/ 411099 h 1171575"/>
                <a:gd name="connsiteX279" fmla="*/ 1892808 w 2143125"/>
                <a:gd name="connsiteY279" fmla="*/ 410528 h 1171575"/>
                <a:gd name="connsiteX280" fmla="*/ 1890427 w 2143125"/>
                <a:gd name="connsiteY280" fmla="*/ 411004 h 1171575"/>
                <a:gd name="connsiteX281" fmla="*/ 1889855 w 2143125"/>
                <a:gd name="connsiteY281" fmla="*/ 410718 h 1171575"/>
                <a:gd name="connsiteX282" fmla="*/ 1889284 w 2143125"/>
                <a:gd name="connsiteY282" fmla="*/ 410337 h 1171575"/>
                <a:gd name="connsiteX283" fmla="*/ 1888617 w 2143125"/>
                <a:gd name="connsiteY283" fmla="*/ 410147 h 1171575"/>
                <a:gd name="connsiteX284" fmla="*/ 1887855 w 2143125"/>
                <a:gd name="connsiteY284" fmla="*/ 410528 h 1171575"/>
                <a:gd name="connsiteX285" fmla="*/ 1887188 w 2143125"/>
                <a:gd name="connsiteY285" fmla="*/ 411099 h 1171575"/>
                <a:gd name="connsiteX286" fmla="*/ 1886522 w 2143125"/>
                <a:gd name="connsiteY286" fmla="*/ 411385 h 1171575"/>
                <a:gd name="connsiteX287" fmla="*/ 1885760 w 2143125"/>
                <a:gd name="connsiteY287" fmla="*/ 410909 h 1171575"/>
                <a:gd name="connsiteX288" fmla="*/ 1884807 w 2143125"/>
                <a:gd name="connsiteY288" fmla="*/ 410718 h 1171575"/>
                <a:gd name="connsiteX289" fmla="*/ 1883759 w 2143125"/>
                <a:gd name="connsiteY289" fmla="*/ 411575 h 1171575"/>
                <a:gd name="connsiteX290" fmla="*/ 1882712 w 2143125"/>
                <a:gd name="connsiteY290" fmla="*/ 412814 h 1171575"/>
                <a:gd name="connsiteX291" fmla="*/ 1881759 w 2143125"/>
                <a:gd name="connsiteY291" fmla="*/ 413671 h 1171575"/>
                <a:gd name="connsiteX292" fmla="*/ 1880426 w 2143125"/>
                <a:gd name="connsiteY292" fmla="*/ 414147 h 1171575"/>
                <a:gd name="connsiteX293" fmla="*/ 1878997 w 2143125"/>
                <a:gd name="connsiteY293" fmla="*/ 414242 h 1171575"/>
                <a:gd name="connsiteX294" fmla="*/ 1876235 w 2143125"/>
                <a:gd name="connsiteY294" fmla="*/ 413671 h 1171575"/>
                <a:gd name="connsiteX295" fmla="*/ 1875092 w 2143125"/>
                <a:gd name="connsiteY295" fmla="*/ 413004 h 1171575"/>
                <a:gd name="connsiteX296" fmla="*/ 1871853 w 2143125"/>
                <a:gd name="connsiteY296" fmla="*/ 410147 h 1171575"/>
                <a:gd name="connsiteX297" fmla="*/ 1870710 w 2143125"/>
                <a:gd name="connsiteY297" fmla="*/ 409385 h 1171575"/>
                <a:gd name="connsiteX298" fmla="*/ 1868329 w 2143125"/>
                <a:gd name="connsiteY298" fmla="*/ 408623 h 1171575"/>
                <a:gd name="connsiteX299" fmla="*/ 1865662 w 2143125"/>
                <a:gd name="connsiteY299" fmla="*/ 408242 h 1171575"/>
                <a:gd name="connsiteX300" fmla="*/ 1861852 w 2143125"/>
                <a:gd name="connsiteY300" fmla="*/ 408908 h 1171575"/>
                <a:gd name="connsiteX301" fmla="*/ 1860709 w 2143125"/>
                <a:gd name="connsiteY301" fmla="*/ 408718 h 1171575"/>
                <a:gd name="connsiteX302" fmla="*/ 1858709 w 2143125"/>
                <a:gd name="connsiteY302" fmla="*/ 407384 h 1171575"/>
                <a:gd name="connsiteX303" fmla="*/ 1857661 w 2143125"/>
                <a:gd name="connsiteY303" fmla="*/ 407289 h 1171575"/>
                <a:gd name="connsiteX304" fmla="*/ 1856708 w 2143125"/>
                <a:gd name="connsiteY304" fmla="*/ 408146 h 1171575"/>
                <a:gd name="connsiteX305" fmla="*/ 1855184 w 2143125"/>
                <a:gd name="connsiteY305" fmla="*/ 410623 h 1171575"/>
                <a:gd name="connsiteX306" fmla="*/ 1853946 w 2143125"/>
                <a:gd name="connsiteY306" fmla="*/ 411385 h 1171575"/>
                <a:gd name="connsiteX307" fmla="*/ 1842707 w 2143125"/>
                <a:gd name="connsiteY307" fmla="*/ 411861 h 1171575"/>
                <a:gd name="connsiteX308" fmla="*/ 1841183 w 2143125"/>
                <a:gd name="connsiteY308" fmla="*/ 411004 h 1171575"/>
                <a:gd name="connsiteX309" fmla="*/ 1840516 w 2143125"/>
                <a:gd name="connsiteY309" fmla="*/ 409194 h 1171575"/>
                <a:gd name="connsiteX310" fmla="*/ 1840897 w 2143125"/>
                <a:gd name="connsiteY310" fmla="*/ 407099 h 1171575"/>
                <a:gd name="connsiteX311" fmla="*/ 1841849 w 2143125"/>
                <a:gd name="connsiteY311" fmla="*/ 405003 h 1171575"/>
                <a:gd name="connsiteX312" fmla="*/ 1842992 w 2143125"/>
                <a:gd name="connsiteY312" fmla="*/ 403289 h 1171575"/>
                <a:gd name="connsiteX313" fmla="*/ 1841564 w 2143125"/>
                <a:gd name="connsiteY313" fmla="*/ 401098 h 1171575"/>
                <a:gd name="connsiteX314" fmla="*/ 1840611 w 2143125"/>
                <a:gd name="connsiteY314" fmla="*/ 398812 h 1171575"/>
                <a:gd name="connsiteX315" fmla="*/ 1839849 w 2143125"/>
                <a:gd name="connsiteY315" fmla="*/ 396050 h 1171575"/>
                <a:gd name="connsiteX316" fmla="*/ 1839849 w 2143125"/>
                <a:gd name="connsiteY316" fmla="*/ 393002 h 1171575"/>
                <a:gd name="connsiteX317" fmla="*/ 1833372 w 2143125"/>
                <a:gd name="connsiteY317" fmla="*/ 392716 h 1171575"/>
                <a:gd name="connsiteX318" fmla="*/ 1827086 w 2143125"/>
                <a:gd name="connsiteY318" fmla="*/ 394716 h 1171575"/>
                <a:gd name="connsiteX319" fmla="*/ 1824228 w 2143125"/>
                <a:gd name="connsiteY319" fmla="*/ 394811 h 1171575"/>
                <a:gd name="connsiteX320" fmla="*/ 1822799 w 2143125"/>
                <a:gd name="connsiteY320" fmla="*/ 394526 h 1171575"/>
                <a:gd name="connsiteX321" fmla="*/ 1821752 w 2143125"/>
                <a:gd name="connsiteY321" fmla="*/ 393954 h 1171575"/>
                <a:gd name="connsiteX322" fmla="*/ 1821371 w 2143125"/>
                <a:gd name="connsiteY322" fmla="*/ 393192 h 1171575"/>
                <a:gd name="connsiteX323" fmla="*/ 1821466 w 2143125"/>
                <a:gd name="connsiteY323" fmla="*/ 392049 h 1171575"/>
                <a:gd name="connsiteX324" fmla="*/ 1822895 w 2143125"/>
                <a:gd name="connsiteY324" fmla="*/ 387001 h 1171575"/>
                <a:gd name="connsiteX325" fmla="*/ 1826419 w 2143125"/>
                <a:gd name="connsiteY325" fmla="*/ 378238 h 1171575"/>
                <a:gd name="connsiteX326" fmla="*/ 1826895 w 2143125"/>
                <a:gd name="connsiteY326" fmla="*/ 376428 h 1171575"/>
                <a:gd name="connsiteX327" fmla="*/ 1827086 w 2143125"/>
                <a:gd name="connsiteY327" fmla="*/ 374999 h 1171575"/>
                <a:gd name="connsiteX328" fmla="*/ 1826705 w 2143125"/>
                <a:gd name="connsiteY328" fmla="*/ 373952 h 1171575"/>
                <a:gd name="connsiteX329" fmla="*/ 1825657 w 2143125"/>
                <a:gd name="connsiteY329" fmla="*/ 373285 h 1171575"/>
                <a:gd name="connsiteX330" fmla="*/ 1824609 w 2143125"/>
                <a:gd name="connsiteY330" fmla="*/ 373190 h 1171575"/>
                <a:gd name="connsiteX331" fmla="*/ 1823847 w 2143125"/>
                <a:gd name="connsiteY331" fmla="*/ 373571 h 1171575"/>
                <a:gd name="connsiteX332" fmla="*/ 1822323 w 2143125"/>
                <a:gd name="connsiteY332" fmla="*/ 375190 h 1171575"/>
                <a:gd name="connsiteX333" fmla="*/ 1820990 w 2143125"/>
                <a:gd name="connsiteY333" fmla="*/ 375094 h 1171575"/>
                <a:gd name="connsiteX334" fmla="*/ 1819751 w 2143125"/>
                <a:gd name="connsiteY334" fmla="*/ 374809 h 1171575"/>
                <a:gd name="connsiteX335" fmla="*/ 1817370 w 2143125"/>
                <a:gd name="connsiteY335" fmla="*/ 373666 h 1171575"/>
                <a:gd name="connsiteX336" fmla="*/ 1815275 w 2143125"/>
                <a:gd name="connsiteY336" fmla="*/ 372428 h 1171575"/>
                <a:gd name="connsiteX337" fmla="*/ 1814608 w 2143125"/>
                <a:gd name="connsiteY337" fmla="*/ 371570 h 1171575"/>
                <a:gd name="connsiteX338" fmla="*/ 1814227 w 2143125"/>
                <a:gd name="connsiteY338" fmla="*/ 369951 h 1171575"/>
                <a:gd name="connsiteX339" fmla="*/ 1814132 w 2143125"/>
                <a:gd name="connsiteY339" fmla="*/ 366998 h 1171575"/>
                <a:gd name="connsiteX340" fmla="*/ 1813655 w 2143125"/>
                <a:gd name="connsiteY340" fmla="*/ 365855 h 1171575"/>
                <a:gd name="connsiteX341" fmla="*/ 1812417 w 2143125"/>
                <a:gd name="connsiteY341" fmla="*/ 365760 h 1171575"/>
                <a:gd name="connsiteX342" fmla="*/ 1811465 w 2143125"/>
                <a:gd name="connsiteY342" fmla="*/ 366522 h 1171575"/>
                <a:gd name="connsiteX343" fmla="*/ 1810988 w 2143125"/>
                <a:gd name="connsiteY343" fmla="*/ 367475 h 1171575"/>
                <a:gd name="connsiteX344" fmla="*/ 1810322 w 2143125"/>
                <a:gd name="connsiteY344" fmla="*/ 368046 h 1171575"/>
                <a:gd name="connsiteX345" fmla="*/ 1808988 w 2143125"/>
                <a:gd name="connsiteY345" fmla="*/ 367760 h 1171575"/>
                <a:gd name="connsiteX346" fmla="*/ 1801940 w 2143125"/>
                <a:gd name="connsiteY346" fmla="*/ 364331 h 1171575"/>
                <a:gd name="connsiteX347" fmla="*/ 1800987 w 2143125"/>
                <a:gd name="connsiteY347" fmla="*/ 364522 h 1171575"/>
                <a:gd name="connsiteX348" fmla="*/ 1799939 w 2143125"/>
                <a:gd name="connsiteY348" fmla="*/ 365474 h 1171575"/>
                <a:gd name="connsiteX349" fmla="*/ 1799272 w 2143125"/>
                <a:gd name="connsiteY349" fmla="*/ 366427 h 1171575"/>
                <a:gd name="connsiteX350" fmla="*/ 1798701 w 2143125"/>
                <a:gd name="connsiteY350" fmla="*/ 367570 h 1171575"/>
                <a:gd name="connsiteX351" fmla="*/ 1798320 w 2143125"/>
                <a:gd name="connsiteY351" fmla="*/ 368808 h 1171575"/>
                <a:gd name="connsiteX352" fmla="*/ 1798225 w 2143125"/>
                <a:gd name="connsiteY352" fmla="*/ 370142 h 1171575"/>
                <a:gd name="connsiteX353" fmla="*/ 1797558 w 2143125"/>
                <a:gd name="connsiteY353" fmla="*/ 372237 h 1171575"/>
                <a:gd name="connsiteX354" fmla="*/ 1795558 w 2143125"/>
                <a:gd name="connsiteY354" fmla="*/ 372809 h 1171575"/>
                <a:gd name="connsiteX355" fmla="*/ 1791081 w 2143125"/>
                <a:gd name="connsiteY355" fmla="*/ 372142 h 1171575"/>
                <a:gd name="connsiteX356" fmla="*/ 1789843 w 2143125"/>
                <a:gd name="connsiteY356" fmla="*/ 372237 h 1171575"/>
                <a:gd name="connsiteX357" fmla="*/ 1788890 w 2143125"/>
                <a:gd name="connsiteY357" fmla="*/ 372809 h 1171575"/>
                <a:gd name="connsiteX358" fmla="*/ 1788224 w 2143125"/>
                <a:gd name="connsiteY358" fmla="*/ 373952 h 1171575"/>
                <a:gd name="connsiteX359" fmla="*/ 1787747 w 2143125"/>
                <a:gd name="connsiteY359" fmla="*/ 375571 h 1171575"/>
                <a:gd name="connsiteX360" fmla="*/ 1787462 w 2143125"/>
                <a:gd name="connsiteY360" fmla="*/ 378333 h 1171575"/>
                <a:gd name="connsiteX361" fmla="*/ 1787462 w 2143125"/>
                <a:gd name="connsiteY361" fmla="*/ 379857 h 1171575"/>
                <a:gd name="connsiteX362" fmla="*/ 1787652 w 2143125"/>
                <a:gd name="connsiteY362" fmla="*/ 380905 h 1171575"/>
                <a:gd name="connsiteX363" fmla="*/ 1788414 w 2143125"/>
                <a:gd name="connsiteY363" fmla="*/ 381953 h 1171575"/>
                <a:gd name="connsiteX364" fmla="*/ 1789843 w 2143125"/>
                <a:gd name="connsiteY364" fmla="*/ 383477 h 1171575"/>
                <a:gd name="connsiteX365" fmla="*/ 1790319 w 2143125"/>
                <a:gd name="connsiteY365" fmla="*/ 384715 h 1171575"/>
                <a:gd name="connsiteX366" fmla="*/ 1790510 w 2143125"/>
                <a:gd name="connsiteY366" fmla="*/ 385953 h 1171575"/>
                <a:gd name="connsiteX367" fmla="*/ 1790510 w 2143125"/>
                <a:gd name="connsiteY367" fmla="*/ 387477 h 1171575"/>
                <a:gd name="connsiteX368" fmla="*/ 1790414 w 2143125"/>
                <a:gd name="connsiteY368" fmla="*/ 389001 h 1171575"/>
                <a:gd name="connsiteX369" fmla="*/ 1790224 w 2143125"/>
                <a:gd name="connsiteY369" fmla="*/ 390239 h 1171575"/>
                <a:gd name="connsiteX370" fmla="*/ 1789176 w 2143125"/>
                <a:gd name="connsiteY370" fmla="*/ 393097 h 1171575"/>
                <a:gd name="connsiteX371" fmla="*/ 1787271 w 2143125"/>
                <a:gd name="connsiteY371" fmla="*/ 395097 h 1171575"/>
                <a:gd name="connsiteX372" fmla="*/ 1784985 w 2143125"/>
                <a:gd name="connsiteY372" fmla="*/ 396335 h 1171575"/>
                <a:gd name="connsiteX373" fmla="*/ 1782890 w 2143125"/>
                <a:gd name="connsiteY373" fmla="*/ 396716 h 1171575"/>
                <a:gd name="connsiteX374" fmla="*/ 1780699 w 2143125"/>
                <a:gd name="connsiteY374" fmla="*/ 396431 h 1171575"/>
                <a:gd name="connsiteX375" fmla="*/ 1780032 w 2143125"/>
                <a:gd name="connsiteY375" fmla="*/ 396526 h 1171575"/>
                <a:gd name="connsiteX376" fmla="*/ 1779556 w 2143125"/>
                <a:gd name="connsiteY376" fmla="*/ 396907 h 1171575"/>
                <a:gd name="connsiteX377" fmla="*/ 1778794 w 2143125"/>
                <a:gd name="connsiteY377" fmla="*/ 397955 h 1171575"/>
                <a:gd name="connsiteX378" fmla="*/ 1778318 w 2143125"/>
                <a:gd name="connsiteY378" fmla="*/ 398431 h 1171575"/>
                <a:gd name="connsiteX379" fmla="*/ 1776222 w 2143125"/>
                <a:gd name="connsiteY379" fmla="*/ 399383 h 1171575"/>
                <a:gd name="connsiteX380" fmla="*/ 1775460 w 2143125"/>
                <a:gd name="connsiteY380" fmla="*/ 399955 h 1171575"/>
                <a:gd name="connsiteX381" fmla="*/ 1774793 w 2143125"/>
                <a:gd name="connsiteY381" fmla="*/ 401288 h 1171575"/>
                <a:gd name="connsiteX382" fmla="*/ 1774031 w 2143125"/>
                <a:gd name="connsiteY382" fmla="*/ 404051 h 1171575"/>
                <a:gd name="connsiteX383" fmla="*/ 1773365 w 2143125"/>
                <a:gd name="connsiteY383" fmla="*/ 404908 h 1171575"/>
                <a:gd name="connsiteX384" fmla="*/ 1772126 w 2143125"/>
                <a:gd name="connsiteY384" fmla="*/ 405098 h 1171575"/>
                <a:gd name="connsiteX385" fmla="*/ 1771174 w 2143125"/>
                <a:gd name="connsiteY385" fmla="*/ 404527 h 1171575"/>
                <a:gd name="connsiteX386" fmla="*/ 1769364 w 2143125"/>
                <a:gd name="connsiteY386" fmla="*/ 402431 h 1171575"/>
                <a:gd name="connsiteX387" fmla="*/ 1768412 w 2143125"/>
                <a:gd name="connsiteY387" fmla="*/ 401955 h 1171575"/>
                <a:gd name="connsiteX388" fmla="*/ 1766602 w 2143125"/>
                <a:gd name="connsiteY388" fmla="*/ 403003 h 1171575"/>
                <a:gd name="connsiteX389" fmla="*/ 1767459 w 2143125"/>
                <a:gd name="connsiteY389" fmla="*/ 405575 h 1171575"/>
                <a:gd name="connsiteX390" fmla="*/ 1770317 w 2143125"/>
                <a:gd name="connsiteY390" fmla="*/ 410242 h 1171575"/>
                <a:gd name="connsiteX391" fmla="*/ 1768697 w 2143125"/>
                <a:gd name="connsiteY391" fmla="*/ 410147 h 1171575"/>
                <a:gd name="connsiteX392" fmla="*/ 1766888 w 2143125"/>
                <a:gd name="connsiteY392" fmla="*/ 409004 h 1171575"/>
                <a:gd name="connsiteX393" fmla="*/ 1765268 w 2143125"/>
                <a:gd name="connsiteY393" fmla="*/ 407194 h 1171575"/>
                <a:gd name="connsiteX394" fmla="*/ 1764030 w 2143125"/>
                <a:gd name="connsiteY394" fmla="*/ 405384 h 1171575"/>
                <a:gd name="connsiteX395" fmla="*/ 1763459 w 2143125"/>
                <a:gd name="connsiteY395" fmla="*/ 404051 h 1171575"/>
                <a:gd name="connsiteX396" fmla="*/ 1761935 w 2143125"/>
                <a:gd name="connsiteY396" fmla="*/ 399669 h 1171575"/>
                <a:gd name="connsiteX397" fmla="*/ 1759172 w 2143125"/>
                <a:gd name="connsiteY397" fmla="*/ 393668 h 1171575"/>
                <a:gd name="connsiteX398" fmla="*/ 1756696 w 2143125"/>
                <a:gd name="connsiteY398" fmla="*/ 388430 h 1171575"/>
                <a:gd name="connsiteX399" fmla="*/ 1752029 w 2143125"/>
                <a:gd name="connsiteY399" fmla="*/ 378428 h 1171575"/>
                <a:gd name="connsiteX400" fmla="*/ 1747266 w 2143125"/>
                <a:gd name="connsiteY400" fmla="*/ 368332 h 1171575"/>
                <a:gd name="connsiteX401" fmla="*/ 1742599 w 2143125"/>
                <a:gd name="connsiteY401" fmla="*/ 358235 h 1171575"/>
                <a:gd name="connsiteX402" fmla="*/ 1737932 w 2143125"/>
                <a:gd name="connsiteY402" fmla="*/ 348139 h 1171575"/>
                <a:gd name="connsiteX403" fmla="*/ 1732312 w 2143125"/>
                <a:gd name="connsiteY403" fmla="*/ 337566 h 1171575"/>
                <a:gd name="connsiteX404" fmla="*/ 1729264 w 2143125"/>
                <a:gd name="connsiteY404" fmla="*/ 331756 h 1171575"/>
                <a:gd name="connsiteX405" fmla="*/ 1726692 w 2143125"/>
                <a:gd name="connsiteY405" fmla="*/ 326993 h 1171575"/>
                <a:gd name="connsiteX406" fmla="*/ 1721072 w 2143125"/>
                <a:gd name="connsiteY406" fmla="*/ 316325 h 1171575"/>
                <a:gd name="connsiteX407" fmla="*/ 1715453 w 2143125"/>
                <a:gd name="connsiteY407" fmla="*/ 305657 h 1171575"/>
                <a:gd name="connsiteX408" fmla="*/ 1715453 w 2143125"/>
                <a:gd name="connsiteY408" fmla="*/ 305657 h 1171575"/>
                <a:gd name="connsiteX409" fmla="*/ 1715453 w 2143125"/>
                <a:gd name="connsiteY409" fmla="*/ 305657 h 1171575"/>
                <a:gd name="connsiteX410" fmla="*/ 1708023 w 2143125"/>
                <a:gd name="connsiteY410" fmla="*/ 291846 h 1171575"/>
                <a:gd name="connsiteX411" fmla="*/ 1700593 w 2143125"/>
                <a:gd name="connsiteY411" fmla="*/ 278035 h 1171575"/>
                <a:gd name="connsiteX412" fmla="*/ 1693164 w 2143125"/>
                <a:gd name="connsiteY412" fmla="*/ 264128 h 1171575"/>
                <a:gd name="connsiteX413" fmla="*/ 1685735 w 2143125"/>
                <a:gd name="connsiteY413" fmla="*/ 250222 h 1171575"/>
                <a:gd name="connsiteX414" fmla="*/ 1680020 w 2143125"/>
                <a:gd name="connsiteY414" fmla="*/ 240316 h 1171575"/>
                <a:gd name="connsiteX415" fmla="*/ 1674305 w 2143125"/>
                <a:gd name="connsiteY415" fmla="*/ 230315 h 1171575"/>
                <a:gd name="connsiteX416" fmla="*/ 1668590 w 2143125"/>
                <a:gd name="connsiteY416" fmla="*/ 220313 h 1171575"/>
                <a:gd name="connsiteX417" fmla="*/ 1662875 w 2143125"/>
                <a:gd name="connsiteY417" fmla="*/ 210312 h 1171575"/>
                <a:gd name="connsiteX418" fmla="*/ 1659350 w 2143125"/>
                <a:gd name="connsiteY418" fmla="*/ 204026 h 1171575"/>
                <a:gd name="connsiteX419" fmla="*/ 1653540 w 2143125"/>
                <a:gd name="connsiteY419" fmla="*/ 194882 h 1171575"/>
                <a:gd name="connsiteX420" fmla="*/ 1649254 w 2143125"/>
                <a:gd name="connsiteY420" fmla="*/ 190024 h 1171575"/>
                <a:gd name="connsiteX421" fmla="*/ 1646587 w 2143125"/>
                <a:gd name="connsiteY421" fmla="*/ 187071 h 1171575"/>
                <a:gd name="connsiteX422" fmla="*/ 1640205 w 2143125"/>
                <a:gd name="connsiteY422" fmla="*/ 179927 h 1171575"/>
                <a:gd name="connsiteX423" fmla="*/ 1632966 w 2143125"/>
                <a:gd name="connsiteY423" fmla="*/ 174117 h 1171575"/>
                <a:gd name="connsiteX424" fmla="*/ 1623155 w 2143125"/>
                <a:gd name="connsiteY424" fmla="*/ 166307 h 1171575"/>
                <a:gd name="connsiteX425" fmla="*/ 1613345 w 2143125"/>
                <a:gd name="connsiteY425" fmla="*/ 158496 h 1171575"/>
                <a:gd name="connsiteX426" fmla="*/ 1603534 w 2143125"/>
                <a:gd name="connsiteY426" fmla="*/ 150590 h 1171575"/>
                <a:gd name="connsiteX427" fmla="*/ 1593723 w 2143125"/>
                <a:gd name="connsiteY427" fmla="*/ 142685 h 1171575"/>
                <a:gd name="connsiteX428" fmla="*/ 1587246 w 2143125"/>
                <a:gd name="connsiteY428" fmla="*/ 137446 h 1171575"/>
                <a:gd name="connsiteX429" fmla="*/ 1582769 w 2143125"/>
                <a:gd name="connsiteY429" fmla="*/ 133826 h 1171575"/>
                <a:gd name="connsiteX430" fmla="*/ 1581150 w 2143125"/>
                <a:gd name="connsiteY430" fmla="*/ 131064 h 1171575"/>
                <a:gd name="connsiteX431" fmla="*/ 1580483 w 2143125"/>
                <a:gd name="connsiteY431" fmla="*/ 127635 h 1171575"/>
                <a:gd name="connsiteX432" fmla="*/ 1580197 w 2143125"/>
                <a:gd name="connsiteY432" fmla="*/ 126587 h 1171575"/>
                <a:gd name="connsiteX433" fmla="*/ 1574864 w 2143125"/>
                <a:gd name="connsiteY433" fmla="*/ 117062 h 1171575"/>
                <a:gd name="connsiteX434" fmla="*/ 1574959 w 2143125"/>
                <a:gd name="connsiteY434" fmla="*/ 116491 h 1171575"/>
                <a:gd name="connsiteX435" fmla="*/ 1575816 w 2143125"/>
                <a:gd name="connsiteY435" fmla="*/ 115824 h 1171575"/>
                <a:gd name="connsiteX436" fmla="*/ 1576864 w 2143125"/>
                <a:gd name="connsiteY436" fmla="*/ 115443 h 1171575"/>
                <a:gd name="connsiteX437" fmla="*/ 1580197 w 2143125"/>
                <a:gd name="connsiteY437" fmla="*/ 115634 h 1171575"/>
                <a:gd name="connsiteX438" fmla="*/ 1586865 w 2143125"/>
                <a:gd name="connsiteY438" fmla="*/ 118205 h 1171575"/>
                <a:gd name="connsiteX439" fmla="*/ 1590104 w 2143125"/>
                <a:gd name="connsiteY439" fmla="*/ 118301 h 1171575"/>
                <a:gd name="connsiteX440" fmla="*/ 1592866 w 2143125"/>
                <a:gd name="connsiteY440" fmla="*/ 114967 h 1171575"/>
                <a:gd name="connsiteX441" fmla="*/ 1593342 w 2143125"/>
                <a:gd name="connsiteY441" fmla="*/ 114110 h 1171575"/>
                <a:gd name="connsiteX442" fmla="*/ 1594676 w 2143125"/>
                <a:gd name="connsiteY442" fmla="*/ 112871 h 1171575"/>
                <a:gd name="connsiteX443" fmla="*/ 1595247 w 2143125"/>
                <a:gd name="connsiteY443" fmla="*/ 112109 h 1171575"/>
                <a:gd name="connsiteX444" fmla="*/ 1595628 w 2143125"/>
                <a:gd name="connsiteY444" fmla="*/ 111157 h 1171575"/>
                <a:gd name="connsiteX445" fmla="*/ 1596295 w 2143125"/>
                <a:gd name="connsiteY445" fmla="*/ 108490 h 1171575"/>
                <a:gd name="connsiteX446" fmla="*/ 1597247 w 2143125"/>
                <a:gd name="connsiteY446" fmla="*/ 106871 h 1171575"/>
                <a:gd name="connsiteX447" fmla="*/ 1598390 w 2143125"/>
                <a:gd name="connsiteY447" fmla="*/ 105346 h 1171575"/>
                <a:gd name="connsiteX448" fmla="*/ 1599247 w 2143125"/>
                <a:gd name="connsiteY448" fmla="*/ 103632 h 1171575"/>
                <a:gd name="connsiteX449" fmla="*/ 1599533 w 2143125"/>
                <a:gd name="connsiteY449" fmla="*/ 101346 h 1171575"/>
                <a:gd name="connsiteX450" fmla="*/ 1599057 w 2143125"/>
                <a:gd name="connsiteY450" fmla="*/ 99251 h 1171575"/>
                <a:gd name="connsiteX451" fmla="*/ 1598105 w 2143125"/>
                <a:gd name="connsiteY451" fmla="*/ 98393 h 1171575"/>
                <a:gd name="connsiteX452" fmla="*/ 1595533 w 2143125"/>
                <a:gd name="connsiteY452" fmla="*/ 97631 h 1171575"/>
                <a:gd name="connsiteX453" fmla="*/ 1594866 w 2143125"/>
                <a:gd name="connsiteY453" fmla="*/ 96584 h 1171575"/>
                <a:gd name="connsiteX454" fmla="*/ 1595533 w 2143125"/>
                <a:gd name="connsiteY454" fmla="*/ 95345 h 1171575"/>
                <a:gd name="connsiteX455" fmla="*/ 1596676 w 2143125"/>
                <a:gd name="connsiteY455" fmla="*/ 94202 h 1171575"/>
                <a:gd name="connsiteX456" fmla="*/ 1597628 w 2143125"/>
                <a:gd name="connsiteY456" fmla="*/ 93536 h 1171575"/>
                <a:gd name="connsiteX457" fmla="*/ 1601915 w 2143125"/>
                <a:gd name="connsiteY457" fmla="*/ 92393 h 1171575"/>
                <a:gd name="connsiteX458" fmla="*/ 1602867 w 2143125"/>
                <a:gd name="connsiteY458" fmla="*/ 91535 h 1171575"/>
                <a:gd name="connsiteX459" fmla="*/ 1603248 w 2143125"/>
                <a:gd name="connsiteY459" fmla="*/ 89535 h 1171575"/>
                <a:gd name="connsiteX460" fmla="*/ 1602486 w 2143125"/>
                <a:gd name="connsiteY460" fmla="*/ 88678 h 1171575"/>
                <a:gd name="connsiteX461" fmla="*/ 1601248 w 2143125"/>
                <a:gd name="connsiteY461" fmla="*/ 88583 h 1171575"/>
                <a:gd name="connsiteX462" fmla="*/ 1600200 w 2143125"/>
                <a:gd name="connsiteY462" fmla="*/ 88868 h 1171575"/>
                <a:gd name="connsiteX463" fmla="*/ 1596485 w 2143125"/>
                <a:gd name="connsiteY463" fmla="*/ 90869 h 1171575"/>
                <a:gd name="connsiteX464" fmla="*/ 1595152 w 2143125"/>
                <a:gd name="connsiteY464" fmla="*/ 91059 h 1171575"/>
                <a:gd name="connsiteX465" fmla="*/ 1592199 w 2143125"/>
                <a:gd name="connsiteY465" fmla="*/ 90773 h 1171575"/>
                <a:gd name="connsiteX466" fmla="*/ 1590675 w 2143125"/>
                <a:gd name="connsiteY466" fmla="*/ 91154 h 1171575"/>
                <a:gd name="connsiteX467" fmla="*/ 1589532 w 2143125"/>
                <a:gd name="connsiteY467" fmla="*/ 92393 h 1171575"/>
                <a:gd name="connsiteX468" fmla="*/ 1589246 w 2143125"/>
                <a:gd name="connsiteY468" fmla="*/ 94107 h 1171575"/>
                <a:gd name="connsiteX469" fmla="*/ 1589246 w 2143125"/>
                <a:gd name="connsiteY469" fmla="*/ 95917 h 1171575"/>
                <a:gd name="connsiteX470" fmla="*/ 1589056 w 2143125"/>
                <a:gd name="connsiteY470" fmla="*/ 97441 h 1171575"/>
                <a:gd name="connsiteX471" fmla="*/ 1588103 w 2143125"/>
                <a:gd name="connsiteY471" fmla="*/ 98393 h 1171575"/>
                <a:gd name="connsiteX472" fmla="*/ 1587341 w 2143125"/>
                <a:gd name="connsiteY472" fmla="*/ 98489 h 1171575"/>
                <a:gd name="connsiteX473" fmla="*/ 1585722 w 2143125"/>
                <a:gd name="connsiteY473" fmla="*/ 98298 h 1171575"/>
                <a:gd name="connsiteX474" fmla="*/ 1584960 w 2143125"/>
                <a:gd name="connsiteY474" fmla="*/ 98298 h 1171575"/>
                <a:gd name="connsiteX475" fmla="*/ 1583817 w 2143125"/>
                <a:gd name="connsiteY475" fmla="*/ 98774 h 1171575"/>
                <a:gd name="connsiteX476" fmla="*/ 1580483 w 2143125"/>
                <a:gd name="connsiteY476" fmla="*/ 101251 h 1171575"/>
                <a:gd name="connsiteX477" fmla="*/ 1578197 w 2143125"/>
                <a:gd name="connsiteY477" fmla="*/ 101822 h 1171575"/>
                <a:gd name="connsiteX478" fmla="*/ 1567720 w 2143125"/>
                <a:gd name="connsiteY478" fmla="*/ 99060 h 1171575"/>
                <a:gd name="connsiteX479" fmla="*/ 1566672 w 2143125"/>
                <a:gd name="connsiteY479" fmla="*/ 99536 h 1171575"/>
                <a:gd name="connsiteX480" fmla="*/ 1565529 w 2143125"/>
                <a:gd name="connsiteY480" fmla="*/ 101060 h 1171575"/>
                <a:gd name="connsiteX481" fmla="*/ 1564672 w 2143125"/>
                <a:gd name="connsiteY481" fmla="*/ 102775 h 1171575"/>
                <a:gd name="connsiteX482" fmla="*/ 1564291 w 2143125"/>
                <a:gd name="connsiteY482" fmla="*/ 104204 h 1171575"/>
                <a:gd name="connsiteX483" fmla="*/ 1564386 w 2143125"/>
                <a:gd name="connsiteY483" fmla="*/ 105727 h 1171575"/>
                <a:gd name="connsiteX484" fmla="*/ 1565053 w 2143125"/>
                <a:gd name="connsiteY484" fmla="*/ 107823 h 1171575"/>
                <a:gd name="connsiteX485" fmla="*/ 1557528 w 2143125"/>
                <a:gd name="connsiteY485" fmla="*/ 111443 h 1171575"/>
                <a:gd name="connsiteX486" fmla="*/ 1548193 w 2143125"/>
                <a:gd name="connsiteY486" fmla="*/ 115919 h 1171575"/>
                <a:gd name="connsiteX487" fmla="*/ 1542193 w 2143125"/>
                <a:gd name="connsiteY487" fmla="*/ 118777 h 1171575"/>
                <a:gd name="connsiteX488" fmla="*/ 1538954 w 2143125"/>
                <a:gd name="connsiteY488" fmla="*/ 120301 h 1171575"/>
                <a:gd name="connsiteX489" fmla="*/ 1536287 w 2143125"/>
                <a:gd name="connsiteY489" fmla="*/ 121539 h 1171575"/>
                <a:gd name="connsiteX490" fmla="*/ 1534287 w 2143125"/>
                <a:gd name="connsiteY490" fmla="*/ 121920 h 1171575"/>
                <a:gd name="connsiteX491" fmla="*/ 1528858 w 2143125"/>
                <a:gd name="connsiteY491" fmla="*/ 121253 h 1171575"/>
                <a:gd name="connsiteX492" fmla="*/ 1526953 w 2143125"/>
                <a:gd name="connsiteY492" fmla="*/ 121444 h 1171575"/>
                <a:gd name="connsiteX493" fmla="*/ 1525143 w 2143125"/>
                <a:gd name="connsiteY493" fmla="*/ 122396 h 1171575"/>
                <a:gd name="connsiteX494" fmla="*/ 1521524 w 2143125"/>
                <a:gd name="connsiteY494" fmla="*/ 125159 h 1171575"/>
                <a:gd name="connsiteX495" fmla="*/ 1525429 w 2143125"/>
                <a:gd name="connsiteY495" fmla="*/ 131731 h 1171575"/>
                <a:gd name="connsiteX496" fmla="*/ 1517142 w 2143125"/>
                <a:gd name="connsiteY496" fmla="*/ 137922 h 1171575"/>
                <a:gd name="connsiteX497" fmla="*/ 1510856 w 2143125"/>
                <a:gd name="connsiteY497" fmla="*/ 142589 h 1171575"/>
                <a:gd name="connsiteX498" fmla="*/ 1503997 w 2143125"/>
                <a:gd name="connsiteY498" fmla="*/ 147638 h 1171575"/>
                <a:gd name="connsiteX499" fmla="*/ 1502569 w 2143125"/>
                <a:gd name="connsiteY499" fmla="*/ 147733 h 1171575"/>
                <a:gd name="connsiteX500" fmla="*/ 1498473 w 2143125"/>
                <a:gd name="connsiteY500" fmla="*/ 145542 h 1171575"/>
                <a:gd name="connsiteX501" fmla="*/ 1496568 w 2143125"/>
                <a:gd name="connsiteY501" fmla="*/ 145066 h 1171575"/>
                <a:gd name="connsiteX502" fmla="*/ 1492187 w 2143125"/>
                <a:gd name="connsiteY502" fmla="*/ 144971 h 1171575"/>
                <a:gd name="connsiteX503" fmla="*/ 1490377 w 2143125"/>
                <a:gd name="connsiteY503" fmla="*/ 145542 h 1171575"/>
                <a:gd name="connsiteX504" fmla="*/ 1489901 w 2143125"/>
                <a:gd name="connsiteY504" fmla="*/ 146304 h 1171575"/>
                <a:gd name="connsiteX505" fmla="*/ 1489520 w 2143125"/>
                <a:gd name="connsiteY505" fmla="*/ 147542 h 1171575"/>
                <a:gd name="connsiteX506" fmla="*/ 1488948 w 2143125"/>
                <a:gd name="connsiteY506" fmla="*/ 150114 h 1171575"/>
                <a:gd name="connsiteX507" fmla="*/ 1488472 w 2143125"/>
                <a:gd name="connsiteY507" fmla="*/ 151352 h 1171575"/>
                <a:gd name="connsiteX508" fmla="*/ 1487996 w 2143125"/>
                <a:gd name="connsiteY508" fmla="*/ 151924 h 1171575"/>
                <a:gd name="connsiteX509" fmla="*/ 1485329 w 2143125"/>
                <a:gd name="connsiteY509" fmla="*/ 152114 h 1171575"/>
                <a:gd name="connsiteX510" fmla="*/ 1484757 w 2143125"/>
                <a:gd name="connsiteY510" fmla="*/ 152305 h 1171575"/>
                <a:gd name="connsiteX511" fmla="*/ 1484281 w 2143125"/>
                <a:gd name="connsiteY511" fmla="*/ 152876 h 1171575"/>
                <a:gd name="connsiteX512" fmla="*/ 1483709 w 2143125"/>
                <a:gd name="connsiteY512" fmla="*/ 154115 h 1171575"/>
                <a:gd name="connsiteX513" fmla="*/ 1482757 w 2143125"/>
                <a:gd name="connsiteY513" fmla="*/ 158306 h 1171575"/>
                <a:gd name="connsiteX514" fmla="*/ 1482185 w 2143125"/>
                <a:gd name="connsiteY514" fmla="*/ 158877 h 1171575"/>
                <a:gd name="connsiteX515" fmla="*/ 1473613 w 2143125"/>
                <a:gd name="connsiteY515" fmla="*/ 158496 h 1171575"/>
                <a:gd name="connsiteX516" fmla="*/ 1472851 w 2143125"/>
                <a:gd name="connsiteY516" fmla="*/ 159544 h 1171575"/>
                <a:gd name="connsiteX517" fmla="*/ 1472375 w 2143125"/>
                <a:gd name="connsiteY517" fmla="*/ 161258 h 1171575"/>
                <a:gd name="connsiteX518" fmla="*/ 1471898 w 2143125"/>
                <a:gd name="connsiteY518" fmla="*/ 165735 h 1171575"/>
                <a:gd name="connsiteX519" fmla="*/ 1472184 w 2143125"/>
                <a:gd name="connsiteY519" fmla="*/ 166307 h 1171575"/>
                <a:gd name="connsiteX520" fmla="*/ 1473137 w 2143125"/>
                <a:gd name="connsiteY520" fmla="*/ 167259 h 1171575"/>
                <a:gd name="connsiteX521" fmla="*/ 1473708 w 2143125"/>
                <a:gd name="connsiteY521" fmla="*/ 168021 h 1171575"/>
                <a:gd name="connsiteX522" fmla="*/ 1473803 w 2143125"/>
                <a:gd name="connsiteY522" fmla="*/ 168688 h 1171575"/>
                <a:gd name="connsiteX523" fmla="*/ 1471327 w 2143125"/>
                <a:gd name="connsiteY523" fmla="*/ 176879 h 1171575"/>
                <a:gd name="connsiteX524" fmla="*/ 1470279 w 2143125"/>
                <a:gd name="connsiteY524" fmla="*/ 178213 h 1171575"/>
                <a:gd name="connsiteX525" fmla="*/ 1468755 w 2143125"/>
                <a:gd name="connsiteY525" fmla="*/ 177832 h 1171575"/>
                <a:gd name="connsiteX526" fmla="*/ 1465993 w 2143125"/>
                <a:gd name="connsiteY526" fmla="*/ 175546 h 1171575"/>
                <a:gd name="connsiteX527" fmla="*/ 1465993 w 2143125"/>
                <a:gd name="connsiteY527" fmla="*/ 175546 h 1171575"/>
                <a:gd name="connsiteX528" fmla="*/ 1465993 w 2143125"/>
                <a:gd name="connsiteY528" fmla="*/ 175546 h 1171575"/>
                <a:gd name="connsiteX529" fmla="*/ 1464088 w 2143125"/>
                <a:gd name="connsiteY529" fmla="*/ 173546 h 1171575"/>
                <a:gd name="connsiteX530" fmla="*/ 1463707 w 2143125"/>
                <a:gd name="connsiteY530" fmla="*/ 172212 h 1171575"/>
                <a:gd name="connsiteX531" fmla="*/ 1464088 w 2143125"/>
                <a:gd name="connsiteY531" fmla="*/ 170212 h 1171575"/>
                <a:gd name="connsiteX532" fmla="*/ 1463040 w 2143125"/>
                <a:gd name="connsiteY532" fmla="*/ 169926 h 1171575"/>
                <a:gd name="connsiteX533" fmla="*/ 1462564 w 2143125"/>
                <a:gd name="connsiteY533" fmla="*/ 168974 h 1171575"/>
                <a:gd name="connsiteX534" fmla="*/ 1462183 w 2143125"/>
                <a:gd name="connsiteY534" fmla="*/ 167735 h 1171575"/>
                <a:gd name="connsiteX535" fmla="*/ 1461516 w 2143125"/>
                <a:gd name="connsiteY535" fmla="*/ 166592 h 1171575"/>
                <a:gd name="connsiteX536" fmla="*/ 1461040 w 2143125"/>
                <a:gd name="connsiteY536" fmla="*/ 166402 h 1171575"/>
                <a:gd name="connsiteX537" fmla="*/ 1457611 w 2143125"/>
                <a:gd name="connsiteY537" fmla="*/ 166307 h 1171575"/>
                <a:gd name="connsiteX538" fmla="*/ 1457039 w 2143125"/>
                <a:gd name="connsiteY538" fmla="*/ 166687 h 1171575"/>
                <a:gd name="connsiteX539" fmla="*/ 1456087 w 2143125"/>
                <a:gd name="connsiteY539" fmla="*/ 168878 h 1171575"/>
                <a:gd name="connsiteX540" fmla="*/ 1455515 w 2143125"/>
                <a:gd name="connsiteY540" fmla="*/ 169259 h 1171575"/>
                <a:gd name="connsiteX541" fmla="*/ 1453896 w 2143125"/>
                <a:gd name="connsiteY541" fmla="*/ 169164 h 1171575"/>
                <a:gd name="connsiteX542" fmla="*/ 1453134 w 2143125"/>
                <a:gd name="connsiteY542" fmla="*/ 168497 h 1171575"/>
                <a:gd name="connsiteX543" fmla="*/ 1453039 w 2143125"/>
                <a:gd name="connsiteY543" fmla="*/ 167069 h 1171575"/>
                <a:gd name="connsiteX544" fmla="*/ 1453134 w 2143125"/>
                <a:gd name="connsiteY544" fmla="*/ 165354 h 1171575"/>
                <a:gd name="connsiteX545" fmla="*/ 1452848 w 2143125"/>
                <a:gd name="connsiteY545" fmla="*/ 163925 h 1171575"/>
                <a:gd name="connsiteX546" fmla="*/ 1452086 w 2143125"/>
                <a:gd name="connsiteY546" fmla="*/ 163449 h 1171575"/>
                <a:gd name="connsiteX547" fmla="*/ 1448562 w 2143125"/>
                <a:gd name="connsiteY547" fmla="*/ 162973 h 1171575"/>
                <a:gd name="connsiteX548" fmla="*/ 1446467 w 2143125"/>
                <a:gd name="connsiteY548" fmla="*/ 162592 h 1171575"/>
                <a:gd name="connsiteX549" fmla="*/ 1444752 w 2143125"/>
                <a:gd name="connsiteY549" fmla="*/ 162592 h 1171575"/>
                <a:gd name="connsiteX550" fmla="*/ 1443133 w 2143125"/>
                <a:gd name="connsiteY550" fmla="*/ 163259 h 1171575"/>
                <a:gd name="connsiteX551" fmla="*/ 1439513 w 2143125"/>
                <a:gd name="connsiteY551" fmla="*/ 166211 h 1171575"/>
                <a:gd name="connsiteX552" fmla="*/ 1438656 w 2143125"/>
                <a:gd name="connsiteY552" fmla="*/ 166497 h 1171575"/>
                <a:gd name="connsiteX553" fmla="*/ 1436846 w 2143125"/>
                <a:gd name="connsiteY553" fmla="*/ 165449 h 1171575"/>
                <a:gd name="connsiteX554" fmla="*/ 1435989 w 2143125"/>
                <a:gd name="connsiteY554" fmla="*/ 165164 h 1171575"/>
                <a:gd name="connsiteX555" fmla="*/ 1431989 w 2143125"/>
                <a:gd name="connsiteY555" fmla="*/ 164973 h 1171575"/>
                <a:gd name="connsiteX556" fmla="*/ 1431608 w 2143125"/>
                <a:gd name="connsiteY556" fmla="*/ 165164 h 1171575"/>
                <a:gd name="connsiteX557" fmla="*/ 1431512 w 2143125"/>
                <a:gd name="connsiteY557" fmla="*/ 165735 h 1171575"/>
                <a:gd name="connsiteX558" fmla="*/ 1431512 w 2143125"/>
                <a:gd name="connsiteY558" fmla="*/ 166402 h 1171575"/>
                <a:gd name="connsiteX559" fmla="*/ 1431131 w 2143125"/>
                <a:gd name="connsiteY559" fmla="*/ 167735 h 1171575"/>
                <a:gd name="connsiteX560" fmla="*/ 1431131 w 2143125"/>
                <a:gd name="connsiteY560" fmla="*/ 168497 h 1171575"/>
                <a:gd name="connsiteX561" fmla="*/ 1431036 w 2143125"/>
                <a:gd name="connsiteY561" fmla="*/ 169164 h 1171575"/>
                <a:gd name="connsiteX562" fmla="*/ 1430560 w 2143125"/>
                <a:gd name="connsiteY562" fmla="*/ 169355 h 1171575"/>
                <a:gd name="connsiteX563" fmla="*/ 1429322 w 2143125"/>
                <a:gd name="connsiteY563" fmla="*/ 169164 h 1171575"/>
                <a:gd name="connsiteX564" fmla="*/ 1428941 w 2143125"/>
                <a:gd name="connsiteY564" fmla="*/ 169164 h 1171575"/>
                <a:gd name="connsiteX565" fmla="*/ 1427988 w 2143125"/>
                <a:gd name="connsiteY565" fmla="*/ 169545 h 1171575"/>
                <a:gd name="connsiteX566" fmla="*/ 1427607 w 2143125"/>
                <a:gd name="connsiteY566" fmla="*/ 170021 h 1171575"/>
                <a:gd name="connsiteX567" fmla="*/ 1427417 w 2143125"/>
                <a:gd name="connsiteY567" fmla="*/ 170879 h 1171575"/>
                <a:gd name="connsiteX568" fmla="*/ 1426940 w 2143125"/>
                <a:gd name="connsiteY568" fmla="*/ 172403 h 1171575"/>
                <a:gd name="connsiteX569" fmla="*/ 1426464 w 2143125"/>
                <a:gd name="connsiteY569" fmla="*/ 173355 h 1171575"/>
                <a:gd name="connsiteX570" fmla="*/ 1425988 w 2143125"/>
                <a:gd name="connsiteY570" fmla="*/ 174022 h 1171575"/>
                <a:gd name="connsiteX571" fmla="*/ 1424750 w 2143125"/>
                <a:gd name="connsiteY571" fmla="*/ 175260 h 1171575"/>
                <a:gd name="connsiteX572" fmla="*/ 1424750 w 2143125"/>
                <a:gd name="connsiteY572" fmla="*/ 175260 h 1171575"/>
                <a:gd name="connsiteX573" fmla="*/ 1424750 w 2143125"/>
                <a:gd name="connsiteY573" fmla="*/ 175260 h 1171575"/>
                <a:gd name="connsiteX574" fmla="*/ 1420940 w 2143125"/>
                <a:gd name="connsiteY574" fmla="*/ 179165 h 1171575"/>
                <a:gd name="connsiteX575" fmla="*/ 1419511 w 2143125"/>
                <a:gd name="connsiteY575" fmla="*/ 180594 h 1171575"/>
                <a:gd name="connsiteX576" fmla="*/ 1418844 w 2143125"/>
                <a:gd name="connsiteY576" fmla="*/ 180785 h 1171575"/>
                <a:gd name="connsiteX577" fmla="*/ 1415510 w 2143125"/>
                <a:gd name="connsiteY577" fmla="*/ 178213 h 1171575"/>
                <a:gd name="connsiteX578" fmla="*/ 1417796 w 2143125"/>
                <a:gd name="connsiteY578" fmla="*/ 172879 h 1171575"/>
                <a:gd name="connsiteX579" fmla="*/ 1409319 w 2143125"/>
                <a:gd name="connsiteY579" fmla="*/ 168307 h 1171575"/>
                <a:gd name="connsiteX580" fmla="*/ 1410843 w 2143125"/>
                <a:gd name="connsiteY580" fmla="*/ 165259 h 1171575"/>
                <a:gd name="connsiteX581" fmla="*/ 1409033 w 2143125"/>
                <a:gd name="connsiteY581" fmla="*/ 163163 h 1171575"/>
                <a:gd name="connsiteX582" fmla="*/ 1408843 w 2143125"/>
                <a:gd name="connsiteY582" fmla="*/ 162020 h 1171575"/>
                <a:gd name="connsiteX583" fmla="*/ 1409319 w 2143125"/>
                <a:gd name="connsiteY583" fmla="*/ 160306 h 1171575"/>
                <a:gd name="connsiteX584" fmla="*/ 1410081 w 2143125"/>
                <a:gd name="connsiteY584" fmla="*/ 159163 h 1171575"/>
                <a:gd name="connsiteX585" fmla="*/ 1411129 w 2143125"/>
                <a:gd name="connsiteY585" fmla="*/ 158591 h 1171575"/>
                <a:gd name="connsiteX586" fmla="*/ 1413415 w 2143125"/>
                <a:gd name="connsiteY586" fmla="*/ 158210 h 1171575"/>
                <a:gd name="connsiteX587" fmla="*/ 1414748 w 2143125"/>
                <a:gd name="connsiteY587" fmla="*/ 150305 h 1171575"/>
                <a:gd name="connsiteX588" fmla="*/ 1415606 w 2143125"/>
                <a:gd name="connsiteY588" fmla="*/ 149162 h 1171575"/>
                <a:gd name="connsiteX589" fmla="*/ 1420368 w 2143125"/>
                <a:gd name="connsiteY589" fmla="*/ 147352 h 1171575"/>
                <a:gd name="connsiteX590" fmla="*/ 1417892 w 2143125"/>
                <a:gd name="connsiteY590" fmla="*/ 145637 h 1171575"/>
                <a:gd name="connsiteX591" fmla="*/ 1418939 w 2143125"/>
                <a:gd name="connsiteY591" fmla="*/ 143637 h 1171575"/>
                <a:gd name="connsiteX592" fmla="*/ 1420082 w 2143125"/>
                <a:gd name="connsiteY592" fmla="*/ 142304 h 1171575"/>
                <a:gd name="connsiteX593" fmla="*/ 1421321 w 2143125"/>
                <a:gd name="connsiteY593" fmla="*/ 141542 h 1171575"/>
                <a:gd name="connsiteX594" fmla="*/ 1422845 w 2143125"/>
                <a:gd name="connsiteY594" fmla="*/ 141446 h 1171575"/>
                <a:gd name="connsiteX595" fmla="*/ 1430655 w 2143125"/>
                <a:gd name="connsiteY595" fmla="*/ 142970 h 1171575"/>
                <a:gd name="connsiteX596" fmla="*/ 1432084 w 2143125"/>
                <a:gd name="connsiteY596" fmla="*/ 142685 h 1171575"/>
                <a:gd name="connsiteX597" fmla="*/ 1433227 w 2143125"/>
                <a:gd name="connsiteY597" fmla="*/ 141542 h 1171575"/>
                <a:gd name="connsiteX598" fmla="*/ 1433989 w 2143125"/>
                <a:gd name="connsiteY598" fmla="*/ 139160 h 1171575"/>
                <a:gd name="connsiteX599" fmla="*/ 1436275 w 2143125"/>
                <a:gd name="connsiteY599" fmla="*/ 125159 h 1171575"/>
                <a:gd name="connsiteX600" fmla="*/ 1433322 w 2143125"/>
                <a:gd name="connsiteY600" fmla="*/ 126016 h 1171575"/>
                <a:gd name="connsiteX601" fmla="*/ 1432751 w 2143125"/>
                <a:gd name="connsiteY601" fmla="*/ 125730 h 1171575"/>
                <a:gd name="connsiteX602" fmla="*/ 1432560 w 2143125"/>
                <a:gd name="connsiteY602" fmla="*/ 123825 h 1171575"/>
                <a:gd name="connsiteX603" fmla="*/ 1432465 w 2143125"/>
                <a:gd name="connsiteY603" fmla="*/ 123539 h 1171575"/>
                <a:gd name="connsiteX604" fmla="*/ 1431608 w 2143125"/>
                <a:gd name="connsiteY604" fmla="*/ 123349 h 1171575"/>
                <a:gd name="connsiteX605" fmla="*/ 1428845 w 2143125"/>
                <a:gd name="connsiteY605" fmla="*/ 124016 h 1171575"/>
                <a:gd name="connsiteX606" fmla="*/ 1428179 w 2143125"/>
                <a:gd name="connsiteY606" fmla="*/ 124492 h 1171575"/>
                <a:gd name="connsiteX607" fmla="*/ 1428369 w 2143125"/>
                <a:gd name="connsiteY607" fmla="*/ 125254 h 1171575"/>
                <a:gd name="connsiteX608" fmla="*/ 1428845 w 2143125"/>
                <a:gd name="connsiteY608" fmla="*/ 126206 h 1171575"/>
                <a:gd name="connsiteX609" fmla="*/ 1429036 w 2143125"/>
                <a:gd name="connsiteY609" fmla="*/ 127349 h 1171575"/>
                <a:gd name="connsiteX610" fmla="*/ 1428083 w 2143125"/>
                <a:gd name="connsiteY610" fmla="*/ 128683 h 1171575"/>
                <a:gd name="connsiteX611" fmla="*/ 1425035 w 2143125"/>
                <a:gd name="connsiteY611" fmla="*/ 129445 h 1171575"/>
                <a:gd name="connsiteX612" fmla="*/ 1424559 w 2143125"/>
                <a:gd name="connsiteY612" fmla="*/ 131064 h 1171575"/>
                <a:gd name="connsiteX613" fmla="*/ 1424559 w 2143125"/>
                <a:gd name="connsiteY613" fmla="*/ 131064 h 1171575"/>
                <a:gd name="connsiteX614" fmla="*/ 1424654 w 2143125"/>
                <a:gd name="connsiteY614" fmla="*/ 133160 h 1171575"/>
                <a:gd name="connsiteX615" fmla="*/ 1424464 w 2143125"/>
                <a:gd name="connsiteY615" fmla="*/ 134303 h 1171575"/>
                <a:gd name="connsiteX616" fmla="*/ 1423797 w 2143125"/>
                <a:gd name="connsiteY616" fmla="*/ 134874 h 1171575"/>
                <a:gd name="connsiteX617" fmla="*/ 1422559 w 2143125"/>
                <a:gd name="connsiteY617" fmla="*/ 135255 h 1171575"/>
                <a:gd name="connsiteX618" fmla="*/ 1421892 w 2143125"/>
                <a:gd name="connsiteY618" fmla="*/ 135065 h 1171575"/>
                <a:gd name="connsiteX619" fmla="*/ 1420654 w 2143125"/>
                <a:gd name="connsiteY619" fmla="*/ 133541 h 1171575"/>
                <a:gd name="connsiteX620" fmla="*/ 1419987 w 2143125"/>
                <a:gd name="connsiteY620" fmla="*/ 132969 h 1171575"/>
                <a:gd name="connsiteX621" fmla="*/ 1419511 w 2143125"/>
                <a:gd name="connsiteY621" fmla="*/ 132779 h 1171575"/>
                <a:gd name="connsiteX622" fmla="*/ 1417892 w 2143125"/>
                <a:gd name="connsiteY622" fmla="*/ 132874 h 1171575"/>
                <a:gd name="connsiteX623" fmla="*/ 1417415 w 2143125"/>
                <a:gd name="connsiteY623" fmla="*/ 133160 h 1171575"/>
                <a:gd name="connsiteX624" fmla="*/ 1417225 w 2143125"/>
                <a:gd name="connsiteY624" fmla="*/ 134017 h 1171575"/>
                <a:gd name="connsiteX625" fmla="*/ 1417130 w 2143125"/>
                <a:gd name="connsiteY625" fmla="*/ 135065 h 1171575"/>
                <a:gd name="connsiteX626" fmla="*/ 1416844 w 2143125"/>
                <a:gd name="connsiteY626" fmla="*/ 135731 h 1171575"/>
                <a:gd name="connsiteX627" fmla="*/ 1416082 w 2143125"/>
                <a:gd name="connsiteY627" fmla="*/ 135922 h 1171575"/>
                <a:gd name="connsiteX628" fmla="*/ 1407128 w 2143125"/>
                <a:gd name="connsiteY628" fmla="*/ 133826 h 1171575"/>
                <a:gd name="connsiteX629" fmla="*/ 1400366 w 2143125"/>
                <a:gd name="connsiteY629" fmla="*/ 132302 h 1171575"/>
                <a:gd name="connsiteX630" fmla="*/ 1399413 w 2143125"/>
                <a:gd name="connsiteY630" fmla="*/ 131159 h 1171575"/>
                <a:gd name="connsiteX631" fmla="*/ 1398937 w 2143125"/>
                <a:gd name="connsiteY631" fmla="*/ 128588 h 1171575"/>
                <a:gd name="connsiteX632" fmla="*/ 1398365 w 2143125"/>
                <a:gd name="connsiteY632" fmla="*/ 127349 h 1171575"/>
                <a:gd name="connsiteX633" fmla="*/ 1395889 w 2143125"/>
                <a:gd name="connsiteY633" fmla="*/ 126111 h 1171575"/>
                <a:gd name="connsiteX634" fmla="*/ 1395698 w 2143125"/>
                <a:gd name="connsiteY634" fmla="*/ 122682 h 1171575"/>
                <a:gd name="connsiteX635" fmla="*/ 1395413 w 2143125"/>
                <a:gd name="connsiteY635" fmla="*/ 121063 h 1171575"/>
                <a:gd name="connsiteX636" fmla="*/ 1394841 w 2143125"/>
                <a:gd name="connsiteY636" fmla="*/ 119825 h 1171575"/>
                <a:gd name="connsiteX637" fmla="*/ 1394079 w 2143125"/>
                <a:gd name="connsiteY637" fmla="*/ 119444 h 1171575"/>
                <a:gd name="connsiteX638" fmla="*/ 1391126 w 2143125"/>
                <a:gd name="connsiteY638" fmla="*/ 119825 h 1171575"/>
                <a:gd name="connsiteX639" fmla="*/ 1384364 w 2143125"/>
                <a:gd name="connsiteY639" fmla="*/ 119063 h 1171575"/>
                <a:gd name="connsiteX640" fmla="*/ 1377315 w 2143125"/>
                <a:gd name="connsiteY640" fmla="*/ 118205 h 1171575"/>
                <a:gd name="connsiteX641" fmla="*/ 1374648 w 2143125"/>
                <a:gd name="connsiteY641" fmla="*/ 118777 h 1171575"/>
                <a:gd name="connsiteX642" fmla="*/ 1372267 w 2143125"/>
                <a:gd name="connsiteY642" fmla="*/ 121349 h 1171575"/>
                <a:gd name="connsiteX643" fmla="*/ 1371791 w 2143125"/>
                <a:gd name="connsiteY643" fmla="*/ 122587 h 1171575"/>
                <a:gd name="connsiteX644" fmla="*/ 1371219 w 2143125"/>
                <a:gd name="connsiteY644" fmla="*/ 124301 h 1171575"/>
                <a:gd name="connsiteX645" fmla="*/ 1370933 w 2143125"/>
                <a:gd name="connsiteY645" fmla="*/ 125921 h 1171575"/>
                <a:gd name="connsiteX646" fmla="*/ 1371219 w 2143125"/>
                <a:gd name="connsiteY646" fmla="*/ 126587 h 1171575"/>
                <a:gd name="connsiteX647" fmla="*/ 1375886 w 2143125"/>
                <a:gd name="connsiteY647" fmla="*/ 125635 h 1171575"/>
                <a:gd name="connsiteX648" fmla="*/ 1377696 w 2143125"/>
                <a:gd name="connsiteY648" fmla="*/ 125730 h 1171575"/>
                <a:gd name="connsiteX649" fmla="*/ 1379030 w 2143125"/>
                <a:gd name="connsiteY649" fmla="*/ 126778 h 1171575"/>
                <a:gd name="connsiteX650" fmla="*/ 1380077 w 2143125"/>
                <a:gd name="connsiteY650" fmla="*/ 128683 h 1171575"/>
                <a:gd name="connsiteX651" fmla="*/ 1381125 w 2143125"/>
                <a:gd name="connsiteY651" fmla="*/ 131255 h 1171575"/>
                <a:gd name="connsiteX652" fmla="*/ 1381411 w 2143125"/>
                <a:gd name="connsiteY652" fmla="*/ 134398 h 1171575"/>
                <a:gd name="connsiteX653" fmla="*/ 1379982 w 2143125"/>
                <a:gd name="connsiteY653" fmla="*/ 135065 h 1171575"/>
                <a:gd name="connsiteX654" fmla="*/ 1374648 w 2143125"/>
                <a:gd name="connsiteY654" fmla="*/ 132779 h 1171575"/>
                <a:gd name="connsiteX655" fmla="*/ 1373886 w 2143125"/>
                <a:gd name="connsiteY655" fmla="*/ 132683 h 1171575"/>
                <a:gd name="connsiteX656" fmla="*/ 1373219 w 2143125"/>
                <a:gd name="connsiteY656" fmla="*/ 133255 h 1171575"/>
                <a:gd name="connsiteX657" fmla="*/ 1371886 w 2143125"/>
                <a:gd name="connsiteY657" fmla="*/ 135731 h 1171575"/>
                <a:gd name="connsiteX658" fmla="*/ 1369695 w 2143125"/>
                <a:gd name="connsiteY658" fmla="*/ 138398 h 1171575"/>
                <a:gd name="connsiteX659" fmla="*/ 1368552 w 2143125"/>
                <a:gd name="connsiteY659" fmla="*/ 139160 h 1171575"/>
                <a:gd name="connsiteX660" fmla="*/ 1366838 w 2143125"/>
                <a:gd name="connsiteY660" fmla="*/ 139351 h 1171575"/>
                <a:gd name="connsiteX661" fmla="*/ 1365218 w 2143125"/>
                <a:gd name="connsiteY661" fmla="*/ 138970 h 1171575"/>
                <a:gd name="connsiteX662" fmla="*/ 1364171 w 2143125"/>
                <a:gd name="connsiteY662" fmla="*/ 137922 h 1171575"/>
                <a:gd name="connsiteX663" fmla="*/ 1364171 w 2143125"/>
                <a:gd name="connsiteY663" fmla="*/ 136493 h 1171575"/>
                <a:gd name="connsiteX664" fmla="*/ 1364742 w 2143125"/>
                <a:gd name="connsiteY664" fmla="*/ 134684 h 1171575"/>
                <a:gd name="connsiteX665" fmla="*/ 1366076 w 2143125"/>
                <a:gd name="connsiteY665" fmla="*/ 131445 h 1171575"/>
                <a:gd name="connsiteX666" fmla="*/ 1366076 w 2143125"/>
                <a:gd name="connsiteY666" fmla="*/ 131445 h 1171575"/>
                <a:gd name="connsiteX667" fmla="*/ 1366647 w 2143125"/>
                <a:gd name="connsiteY667" fmla="*/ 129350 h 1171575"/>
                <a:gd name="connsiteX668" fmla="*/ 1365980 w 2143125"/>
                <a:gd name="connsiteY668" fmla="*/ 128016 h 1171575"/>
                <a:gd name="connsiteX669" fmla="*/ 1364742 w 2143125"/>
                <a:gd name="connsiteY669" fmla="*/ 126873 h 1171575"/>
                <a:gd name="connsiteX670" fmla="*/ 1363790 w 2143125"/>
                <a:gd name="connsiteY670" fmla="*/ 125349 h 1171575"/>
                <a:gd name="connsiteX671" fmla="*/ 1363599 w 2143125"/>
                <a:gd name="connsiteY671" fmla="*/ 124492 h 1171575"/>
                <a:gd name="connsiteX672" fmla="*/ 1363409 w 2143125"/>
                <a:gd name="connsiteY672" fmla="*/ 123349 h 1171575"/>
                <a:gd name="connsiteX673" fmla="*/ 1363504 w 2143125"/>
                <a:gd name="connsiteY673" fmla="*/ 122301 h 1171575"/>
                <a:gd name="connsiteX674" fmla="*/ 1363980 w 2143125"/>
                <a:gd name="connsiteY674" fmla="*/ 122015 h 1171575"/>
                <a:gd name="connsiteX675" fmla="*/ 1365599 w 2143125"/>
                <a:gd name="connsiteY675" fmla="*/ 122587 h 1171575"/>
                <a:gd name="connsiteX676" fmla="*/ 1366076 w 2143125"/>
                <a:gd name="connsiteY676" fmla="*/ 122587 h 1171575"/>
                <a:gd name="connsiteX677" fmla="*/ 1366266 w 2143125"/>
                <a:gd name="connsiteY677" fmla="*/ 122301 h 1171575"/>
                <a:gd name="connsiteX678" fmla="*/ 1366647 w 2143125"/>
                <a:gd name="connsiteY678" fmla="*/ 121158 h 1171575"/>
                <a:gd name="connsiteX679" fmla="*/ 1366838 w 2143125"/>
                <a:gd name="connsiteY679" fmla="*/ 120872 h 1171575"/>
                <a:gd name="connsiteX680" fmla="*/ 1367695 w 2143125"/>
                <a:gd name="connsiteY680" fmla="*/ 120872 h 1171575"/>
                <a:gd name="connsiteX681" fmla="*/ 1368457 w 2143125"/>
                <a:gd name="connsiteY681" fmla="*/ 121063 h 1171575"/>
                <a:gd name="connsiteX682" fmla="*/ 1369124 w 2143125"/>
                <a:gd name="connsiteY682" fmla="*/ 120777 h 1171575"/>
                <a:gd name="connsiteX683" fmla="*/ 1369695 w 2143125"/>
                <a:gd name="connsiteY683" fmla="*/ 119539 h 1171575"/>
                <a:gd name="connsiteX684" fmla="*/ 1369981 w 2143125"/>
                <a:gd name="connsiteY684" fmla="*/ 119158 h 1171575"/>
                <a:gd name="connsiteX685" fmla="*/ 1370076 w 2143125"/>
                <a:gd name="connsiteY685" fmla="*/ 118777 h 1171575"/>
                <a:gd name="connsiteX686" fmla="*/ 1369981 w 2143125"/>
                <a:gd name="connsiteY686" fmla="*/ 118491 h 1171575"/>
                <a:gd name="connsiteX687" fmla="*/ 1365028 w 2143125"/>
                <a:gd name="connsiteY687" fmla="*/ 116491 h 1171575"/>
                <a:gd name="connsiteX688" fmla="*/ 1360265 w 2143125"/>
                <a:gd name="connsiteY688" fmla="*/ 114586 h 1171575"/>
                <a:gd name="connsiteX689" fmla="*/ 1362075 w 2143125"/>
                <a:gd name="connsiteY689" fmla="*/ 110490 h 1171575"/>
                <a:gd name="connsiteX690" fmla="*/ 1362266 w 2143125"/>
                <a:gd name="connsiteY690" fmla="*/ 109347 h 1171575"/>
                <a:gd name="connsiteX691" fmla="*/ 1361599 w 2143125"/>
                <a:gd name="connsiteY691" fmla="*/ 107823 h 1171575"/>
                <a:gd name="connsiteX692" fmla="*/ 1359218 w 2143125"/>
                <a:gd name="connsiteY692" fmla="*/ 106966 h 1171575"/>
                <a:gd name="connsiteX693" fmla="*/ 1358646 w 2143125"/>
                <a:gd name="connsiteY693" fmla="*/ 106013 h 1171575"/>
                <a:gd name="connsiteX694" fmla="*/ 1357884 w 2143125"/>
                <a:gd name="connsiteY694" fmla="*/ 103346 h 1171575"/>
                <a:gd name="connsiteX695" fmla="*/ 1356265 w 2143125"/>
                <a:gd name="connsiteY695" fmla="*/ 100679 h 1171575"/>
                <a:gd name="connsiteX696" fmla="*/ 1354360 w 2143125"/>
                <a:gd name="connsiteY696" fmla="*/ 98584 h 1171575"/>
                <a:gd name="connsiteX697" fmla="*/ 1352645 w 2143125"/>
                <a:gd name="connsiteY697" fmla="*/ 97536 h 1171575"/>
                <a:gd name="connsiteX698" fmla="*/ 1346930 w 2143125"/>
                <a:gd name="connsiteY698" fmla="*/ 96679 h 1171575"/>
                <a:gd name="connsiteX699" fmla="*/ 1345978 w 2143125"/>
                <a:gd name="connsiteY699" fmla="*/ 97346 h 1171575"/>
                <a:gd name="connsiteX700" fmla="*/ 1346073 w 2143125"/>
                <a:gd name="connsiteY700" fmla="*/ 98774 h 1171575"/>
                <a:gd name="connsiteX701" fmla="*/ 1346645 w 2143125"/>
                <a:gd name="connsiteY701" fmla="*/ 99632 h 1171575"/>
                <a:gd name="connsiteX702" fmla="*/ 1348359 w 2143125"/>
                <a:gd name="connsiteY702" fmla="*/ 100775 h 1171575"/>
                <a:gd name="connsiteX703" fmla="*/ 1349597 w 2143125"/>
                <a:gd name="connsiteY703" fmla="*/ 101918 h 1171575"/>
                <a:gd name="connsiteX704" fmla="*/ 1350074 w 2143125"/>
                <a:gd name="connsiteY704" fmla="*/ 102775 h 1171575"/>
                <a:gd name="connsiteX705" fmla="*/ 1349883 w 2143125"/>
                <a:gd name="connsiteY705" fmla="*/ 103727 h 1171575"/>
                <a:gd name="connsiteX706" fmla="*/ 1348835 w 2143125"/>
                <a:gd name="connsiteY706" fmla="*/ 106109 h 1171575"/>
                <a:gd name="connsiteX707" fmla="*/ 1348550 w 2143125"/>
                <a:gd name="connsiteY707" fmla="*/ 107156 h 1171575"/>
                <a:gd name="connsiteX708" fmla="*/ 1348264 w 2143125"/>
                <a:gd name="connsiteY708" fmla="*/ 108204 h 1171575"/>
                <a:gd name="connsiteX709" fmla="*/ 1348168 w 2143125"/>
                <a:gd name="connsiteY709" fmla="*/ 109157 h 1171575"/>
                <a:gd name="connsiteX710" fmla="*/ 1348168 w 2143125"/>
                <a:gd name="connsiteY710" fmla="*/ 110300 h 1171575"/>
                <a:gd name="connsiteX711" fmla="*/ 1348264 w 2143125"/>
                <a:gd name="connsiteY711" fmla="*/ 110776 h 1171575"/>
                <a:gd name="connsiteX712" fmla="*/ 1349216 w 2143125"/>
                <a:gd name="connsiteY712" fmla="*/ 111633 h 1171575"/>
                <a:gd name="connsiteX713" fmla="*/ 1350645 w 2143125"/>
                <a:gd name="connsiteY713" fmla="*/ 112300 h 1171575"/>
                <a:gd name="connsiteX714" fmla="*/ 1352264 w 2143125"/>
                <a:gd name="connsiteY714" fmla="*/ 112586 h 1171575"/>
                <a:gd name="connsiteX715" fmla="*/ 1353693 w 2143125"/>
                <a:gd name="connsiteY715" fmla="*/ 113157 h 1171575"/>
                <a:gd name="connsiteX716" fmla="*/ 1354646 w 2143125"/>
                <a:gd name="connsiteY716" fmla="*/ 114681 h 1171575"/>
                <a:gd name="connsiteX717" fmla="*/ 1354836 w 2143125"/>
                <a:gd name="connsiteY717" fmla="*/ 117158 h 1171575"/>
                <a:gd name="connsiteX718" fmla="*/ 1354169 w 2143125"/>
                <a:gd name="connsiteY718" fmla="*/ 118586 h 1171575"/>
                <a:gd name="connsiteX719" fmla="*/ 1353026 w 2143125"/>
                <a:gd name="connsiteY719" fmla="*/ 119253 h 1171575"/>
                <a:gd name="connsiteX720" fmla="*/ 1351217 w 2143125"/>
                <a:gd name="connsiteY720" fmla="*/ 119253 h 1171575"/>
                <a:gd name="connsiteX721" fmla="*/ 1349693 w 2143125"/>
                <a:gd name="connsiteY721" fmla="*/ 118682 h 1171575"/>
                <a:gd name="connsiteX722" fmla="*/ 1348550 w 2143125"/>
                <a:gd name="connsiteY722" fmla="*/ 117253 h 1171575"/>
                <a:gd name="connsiteX723" fmla="*/ 1345502 w 2143125"/>
                <a:gd name="connsiteY723" fmla="*/ 111252 h 1171575"/>
                <a:gd name="connsiteX724" fmla="*/ 1344644 w 2143125"/>
                <a:gd name="connsiteY724" fmla="*/ 110300 h 1171575"/>
                <a:gd name="connsiteX725" fmla="*/ 1343692 w 2143125"/>
                <a:gd name="connsiteY725" fmla="*/ 109728 h 1171575"/>
                <a:gd name="connsiteX726" fmla="*/ 1342358 w 2143125"/>
                <a:gd name="connsiteY726" fmla="*/ 109347 h 1171575"/>
                <a:gd name="connsiteX727" fmla="*/ 1332071 w 2143125"/>
                <a:gd name="connsiteY727" fmla="*/ 108299 h 1171575"/>
                <a:gd name="connsiteX728" fmla="*/ 1330928 w 2143125"/>
                <a:gd name="connsiteY728" fmla="*/ 108776 h 1171575"/>
                <a:gd name="connsiteX729" fmla="*/ 1330071 w 2143125"/>
                <a:gd name="connsiteY729" fmla="*/ 110014 h 1171575"/>
                <a:gd name="connsiteX730" fmla="*/ 1329595 w 2143125"/>
                <a:gd name="connsiteY730" fmla="*/ 111633 h 1171575"/>
                <a:gd name="connsiteX731" fmla="*/ 1329404 w 2143125"/>
                <a:gd name="connsiteY731" fmla="*/ 113443 h 1171575"/>
                <a:gd name="connsiteX732" fmla="*/ 1329690 w 2143125"/>
                <a:gd name="connsiteY732" fmla="*/ 117443 h 1171575"/>
                <a:gd name="connsiteX733" fmla="*/ 1329214 w 2143125"/>
                <a:gd name="connsiteY733" fmla="*/ 118682 h 1171575"/>
                <a:gd name="connsiteX734" fmla="*/ 1327690 w 2143125"/>
                <a:gd name="connsiteY734" fmla="*/ 119825 h 1171575"/>
                <a:gd name="connsiteX735" fmla="*/ 1325880 w 2143125"/>
                <a:gd name="connsiteY735" fmla="*/ 120777 h 1171575"/>
                <a:gd name="connsiteX736" fmla="*/ 1325118 w 2143125"/>
                <a:gd name="connsiteY736" fmla="*/ 120872 h 1171575"/>
                <a:gd name="connsiteX737" fmla="*/ 1324166 w 2143125"/>
                <a:gd name="connsiteY737" fmla="*/ 120682 h 1171575"/>
                <a:gd name="connsiteX738" fmla="*/ 1323594 w 2143125"/>
                <a:gd name="connsiteY738" fmla="*/ 120301 h 1171575"/>
                <a:gd name="connsiteX739" fmla="*/ 1322546 w 2143125"/>
                <a:gd name="connsiteY739" fmla="*/ 119253 h 1171575"/>
                <a:gd name="connsiteX740" fmla="*/ 1321975 w 2143125"/>
                <a:gd name="connsiteY740" fmla="*/ 118967 h 1171575"/>
                <a:gd name="connsiteX741" fmla="*/ 1320737 w 2143125"/>
                <a:gd name="connsiteY741" fmla="*/ 119158 h 1171575"/>
                <a:gd name="connsiteX742" fmla="*/ 1318070 w 2143125"/>
                <a:gd name="connsiteY742" fmla="*/ 120491 h 1171575"/>
                <a:gd name="connsiteX743" fmla="*/ 1316927 w 2143125"/>
                <a:gd name="connsiteY743" fmla="*/ 120682 h 1171575"/>
                <a:gd name="connsiteX744" fmla="*/ 1316450 w 2143125"/>
                <a:gd name="connsiteY744" fmla="*/ 116300 h 1171575"/>
                <a:gd name="connsiteX745" fmla="*/ 1316165 w 2143125"/>
                <a:gd name="connsiteY745" fmla="*/ 115157 h 1171575"/>
                <a:gd name="connsiteX746" fmla="*/ 1315688 w 2143125"/>
                <a:gd name="connsiteY746" fmla="*/ 114300 h 1171575"/>
                <a:gd name="connsiteX747" fmla="*/ 1315212 w 2143125"/>
                <a:gd name="connsiteY747" fmla="*/ 113919 h 1171575"/>
                <a:gd name="connsiteX748" fmla="*/ 1313593 w 2143125"/>
                <a:gd name="connsiteY748" fmla="*/ 114014 h 1171575"/>
                <a:gd name="connsiteX749" fmla="*/ 1311974 w 2143125"/>
                <a:gd name="connsiteY749" fmla="*/ 113633 h 1171575"/>
                <a:gd name="connsiteX750" fmla="*/ 1310259 w 2143125"/>
                <a:gd name="connsiteY750" fmla="*/ 112871 h 1171575"/>
                <a:gd name="connsiteX751" fmla="*/ 1308735 w 2143125"/>
                <a:gd name="connsiteY751" fmla="*/ 112586 h 1171575"/>
                <a:gd name="connsiteX752" fmla="*/ 1307497 w 2143125"/>
                <a:gd name="connsiteY752" fmla="*/ 113633 h 1171575"/>
                <a:gd name="connsiteX753" fmla="*/ 1304830 w 2143125"/>
                <a:gd name="connsiteY753" fmla="*/ 118396 h 1171575"/>
                <a:gd name="connsiteX754" fmla="*/ 1303401 w 2143125"/>
                <a:gd name="connsiteY754" fmla="*/ 120110 h 1171575"/>
                <a:gd name="connsiteX755" fmla="*/ 1301496 w 2143125"/>
                <a:gd name="connsiteY755" fmla="*/ 121444 h 1171575"/>
                <a:gd name="connsiteX756" fmla="*/ 1300353 w 2143125"/>
                <a:gd name="connsiteY756" fmla="*/ 121444 h 1171575"/>
                <a:gd name="connsiteX757" fmla="*/ 1299401 w 2143125"/>
                <a:gd name="connsiteY757" fmla="*/ 120396 h 1171575"/>
                <a:gd name="connsiteX758" fmla="*/ 1297781 w 2143125"/>
                <a:gd name="connsiteY758" fmla="*/ 117158 h 1171575"/>
                <a:gd name="connsiteX759" fmla="*/ 1296924 w 2143125"/>
                <a:gd name="connsiteY759" fmla="*/ 115824 h 1171575"/>
                <a:gd name="connsiteX760" fmla="*/ 1296162 w 2143125"/>
                <a:gd name="connsiteY760" fmla="*/ 114967 h 1171575"/>
                <a:gd name="connsiteX761" fmla="*/ 1294067 w 2143125"/>
                <a:gd name="connsiteY761" fmla="*/ 113824 h 1171575"/>
                <a:gd name="connsiteX762" fmla="*/ 1294447 w 2143125"/>
                <a:gd name="connsiteY762" fmla="*/ 112490 h 1171575"/>
                <a:gd name="connsiteX763" fmla="*/ 1294733 w 2143125"/>
                <a:gd name="connsiteY763" fmla="*/ 110395 h 1171575"/>
                <a:gd name="connsiteX764" fmla="*/ 1294733 w 2143125"/>
                <a:gd name="connsiteY764" fmla="*/ 108299 h 1171575"/>
                <a:gd name="connsiteX765" fmla="*/ 1294447 w 2143125"/>
                <a:gd name="connsiteY765" fmla="*/ 106871 h 1171575"/>
                <a:gd name="connsiteX766" fmla="*/ 1293781 w 2143125"/>
                <a:gd name="connsiteY766" fmla="*/ 106490 h 1171575"/>
                <a:gd name="connsiteX767" fmla="*/ 1290542 w 2143125"/>
                <a:gd name="connsiteY767" fmla="*/ 106299 h 1171575"/>
                <a:gd name="connsiteX768" fmla="*/ 1290161 w 2143125"/>
                <a:gd name="connsiteY768" fmla="*/ 103156 h 1171575"/>
                <a:gd name="connsiteX769" fmla="*/ 1290638 w 2143125"/>
                <a:gd name="connsiteY769" fmla="*/ 101346 h 1171575"/>
                <a:gd name="connsiteX770" fmla="*/ 1291876 w 2143125"/>
                <a:gd name="connsiteY770" fmla="*/ 100584 h 1171575"/>
                <a:gd name="connsiteX771" fmla="*/ 1293781 w 2143125"/>
                <a:gd name="connsiteY771" fmla="*/ 100679 h 1171575"/>
                <a:gd name="connsiteX772" fmla="*/ 1294829 w 2143125"/>
                <a:gd name="connsiteY772" fmla="*/ 101060 h 1171575"/>
                <a:gd name="connsiteX773" fmla="*/ 1296829 w 2143125"/>
                <a:gd name="connsiteY773" fmla="*/ 102203 h 1171575"/>
                <a:gd name="connsiteX774" fmla="*/ 1297877 w 2143125"/>
                <a:gd name="connsiteY774" fmla="*/ 102584 h 1171575"/>
                <a:gd name="connsiteX775" fmla="*/ 1298829 w 2143125"/>
                <a:gd name="connsiteY775" fmla="*/ 102584 h 1171575"/>
                <a:gd name="connsiteX776" fmla="*/ 1301782 w 2143125"/>
                <a:gd name="connsiteY776" fmla="*/ 102013 h 1171575"/>
                <a:gd name="connsiteX777" fmla="*/ 1302068 w 2143125"/>
                <a:gd name="connsiteY777" fmla="*/ 98203 h 1171575"/>
                <a:gd name="connsiteX778" fmla="*/ 1302068 w 2143125"/>
                <a:gd name="connsiteY778" fmla="*/ 96965 h 1171575"/>
                <a:gd name="connsiteX779" fmla="*/ 1302163 w 2143125"/>
                <a:gd name="connsiteY779" fmla="*/ 95441 h 1171575"/>
                <a:gd name="connsiteX780" fmla="*/ 1302163 w 2143125"/>
                <a:gd name="connsiteY780" fmla="*/ 94774 h 1171575"/>
                <a:gd name="connsiteX781" fmla="*/ 1301877 w 2143125"/>
                <a:gd name="connsiteY781" fmla="*/ 94393 h 1171575"/>
                <a:gd name="connsiteX782" fmla="*/ 1300925 w 2143125"/>
                <a:gd name="connsiteY782" fmla="*/ 94107 h 1171575"/>
                <a:gd name="connsiteX783" fmla="*/ 1300543 w 2143125"/>
                <a:gd name="connsiteY783" fmla="*/ 93821 h 1171575"/>
                <a:gd name="connsiteX784" fmla="*/ 1300353 w 2143125"/>
                <a:gd name="connsiteY784" fmla="*/ 93250 h 1171575"/>
                <a:gd name="connsiteX785" fmla="*/ 1300639 w 2143125"/>
                <a:gd name="connsiteY785" fmla="*/ 90202 h 1171575"/>
                <a:gd name="connsiteX786" fmla="*/ 1300448 w 2143125"/>
                <a:gd name="connsiteY786" fmla="*/ 89154 h 1171575"/>
                <a:gd name="connsiteX787" fmla="*/ 1299401 w 2143125"/>
                <a:gd name="connsiteY787" fmla="*/ 87916 h 1171575"/>
                <a:gd name="connsiteX788" fmla="*/ 1299305 w 2143125"/>
                <a:gd name="connsiteY788" fmla="*/ 87535 h 1171575"/>
                <a:gd name="connsiteX789" fmla="*/ 1299305 w 2143125"/>
                <a:gd name="connsiteY789" fmla="*/ 87059 h 1171575"/>
                <a:gd name="connsiteX790" fmla="*/ 1299401 w 2143125"/>
                <a:gd name="connsiteY790" fmla="*/ 86487 h 1171575"/>
                <a:gd name="connsiteX791" fmla="*/ 1299020 w 2143125"/>
                <a:gd name="connsiteY791" fmla="*/ 80010 h 1171575"/>
                <a:gd name="connsiteX792" fmla="*/ 1299401 w 2143125"/>
                <a:gd name="connsiteY792" fmla="*/ 77534 h 1171575"/>
                <a:gd name="connsiteX793" fmla="*/ 1301020 w 2143125"/>
                <a:gd name="connsiteY793" fmla="*/ 76010 h 1171575"/>
                <a:gd name="connsiteX794" fmla="*/ 1303687 w 2143125"/>
                <a:gd name="connsiteY794" fmla="*/ 75248 h 1171575"/>
                <a:gd name="connsiteX795" fmla="*/ 1304830 w 2143125"/>
                <a:gd name="connsiteY795" fmla="*/ 74581 h 1171575"/>
                <a:gd name="connsiteX796" fmla="*/ 1305497 w 2143125"/>
                <a:gd name="connsiteY796" fmla="*/ 73343 h 1171575"/>
                <a:gd name="connsiteX797" fmla="*/ 1305497 w 2143125"/>
                <a:gd name="connsiteY797" fmla="*/ 71342 h 1171575"/>
                <a:gd name="connsiteX798" fmla="*/ 1304830 w 2143125"/>
                <a:gd name="connsiteY798" fmla="*/ 69437 h 1171575"/>
                <a:gd name="connsiteX799" fmla="*/ 1303020 w 2143125"/>
                <a:gd name="connsiteY799" fmla="*/ 66580 h 1171575"/>
                <a:gd name="connsiteX800" fmla="*/ 1302068 w 2143125"/>
                <a:gd name="connsiteY800" fmla="*/ 65723 h 1171575"/>
                <a:gd name="connsiteX801" fmla="*/ 1301020 w 2143125"/>
                <a:gd name="connsiteY801" fmla="*/ 65437 h 1171575"/>
                <a:gd name="connsiteX802" fmla="*/ 1298734 w 2143125"/>
                <a:gd name="connsiteY802" fmla="*/ 65437 h 1171575"/>
                <a:gd name="connsiteX803" fmla="*/ 1296638 w 2143125"/>
                <a:gd name="connsiteY803" fmla="*/ 64865 h 1171575"/>
                <a:gd name="connsiteX804" fmla="*/ 1293971 w 2143125"/>
                <a:gd name="connsiteY804" fmla="*/ 63437 h 1171575"/>
                <a:gd name="connsiteX805" fmla="*/ 1291781 w 2143125"/>
                <a:gd name="connsiteY805" fmla="*/ 61151 h 1171575"/>
                <a:gd name="connsiteX806" fmla="*/ 1291114 w 2143125"/>
                <a:gd name="connsiteY806" fmla="*/ 58103 h 1171575"/>
                <a:gd name="connsiteX807" fmla="*/ 1291304 w 2143125"/>
                <a:gd name="connsiteY807" fmla="*/ 55626 h 1171575"/>
                <a:gd name="connsiteX808" fmla="*/ 1290923 w 2143125"/>
                <a:gd name="connsiteY808" fmla="*/ 54388 h 1171575"/>
                <a:gd name="connsiteX809" fmla="*/ 1289018 w 2143125"/>
                <a:gd name="connsiteY809" fmla="*/ 52102 h 1171575"/>
                <a:gd name="connsiteX810" fmla="*/ 1288637 w 2143125"/>
                <a:gd name="connsiteY810" fmla="*/ 50768 h 1171575"/>
                <a:gd name="connsiteX811" fmla="*/ 1288733 w 2143125"/>
                <a:gd name="connsiteY811" fmla="*/ 49149 h 1171575"/>
                <a:gd name="connsiteX812" fmla="*/ 1289114 w 2143125"/>
                <a:gd name="connsiteY812" fmla="*/ 47530 h 1171575"/>
                <a:gd name="connsiteX813" fmla="*/ 1289685 w 2143125"/>
                <a:gd name="connsiteY813" fmla="*/ 46482 h 1171575"/>
                <a:gd name="connsiteX814" fmla="*/ 1290066 w 2143125"/>
                <a:gd name="connsiteY814" fmla="*/ 45339 h 1171575"/>
                <a:gd name="connsiteX815" fmla="*/ 1289114 w 2143125"/>
                <a:gd name="connsiteY815" fmla="*/ 42863 h 1171575"/>
                <a:gd name="connsiteX816" fmla="*/ 1289495 w 2143125"/>
                <a:gd name="connsiteY816" fmla="*/ 41148 h 1171575"/>
                <a:gd name="connsiteX817" fmla="*/ 1289780 w 2143125"/>
                <a:gd name="connsiteY817" fmla="*/ 40005 h 1171575"/>
                <a:gd name="connsiteX818" fmla="*/ 1289971 w 2143125"/>
                <a:gd name="connsiteY818" fmla="*/ 38767 h 1171575"/>
                <a:gd name="connsiteX819" fmla="*/ 1290161 w 2143125"/>
                <a:gd name="connsiteY819" fmla="*/ 36195 h 1171575"/>
                <a:gd name="connsiteX820" fmla="*/ 1290161 w 2143125"/>
                <a:gd name="connsiteY820" fmla="*/ 36005 h 1171575"/>
                <a:gd name="connsiteX821" fmla="*/ 1290161 w 2143125"/>
                <a:gd name="connsiteY821" fmla="*/ 35243 h 1171575"/>
                <a:gd name="connsiteX822" fmla="*/ 1290161 w 2143125"/>
                <a:gd name="connsiteY822" fmla="*/ 35052 h 1171575"/>
                <a:gd name="connsiteX823" fmla="*/ 1290161 w 2143125"/>
                <a:gd name="connsiteY823" fmla="*/ 33909 h 1171575"/>
                <a:gd name="connsiteX824" fmla="*/ 1290161 w 2143125"/>
                <a:gd name="connsiteY824" fmla="*/ 32766 h 1171575"/>
                <a:gd name="connsiteX825" fmla="*/ 1289304 w 2143125"/>
                <a:gd name="connsiteY825" fmla="*/ 30194 h 1171575"/>
                <a:gd name="connsiteX826" fmla="*/ 1284542 w 2143125"/>
                <a:gd name="connsiteY826" fmla="*/ 23432 h 1171575"/>
                <a:gd name="connsiteX827" fmla="*/ 1280922 w 2143125"/>
                <a:gd name="connsiteY827" fmla="*/ 18574 h 1171575"/>
                <a:gd name="connsiteX828" fmla="*/ 1280351 w 2143125"/>
                <a:gd name="connsiteY828" fmla="*/ 17145 h 1171575"/>
                <a:gd name="connsiteX829" fmla="*/ 1280732 w 2143125"/>
                <a:gd name="connsiteY829" fmla="*/ 15621 h 1171575"/>
                <a:gd name="connsiteX830" fmla="*/ 1281589 w 2143125"/>
                <a:gd name="connsiteY830" fmla="*/ 14097 h 1171575"/>
                <a:gd name="connsiteX831" fmla="*/ 1282446 w 2143125"/>
                <a:gd name="connsiteY831" fmla="*/ 12954 h 1171575"/>
                <a:gd name="connsiteX832" fmla="*/ 1280160 w 2143125"/>
                <a:gd name="connsiteY832" fmla="*/ 11716 h 1171575"/>
                <a:gd name="connsiteX833" fmla="*/ 1277207 w 2143125"/>
                <a:gd name="connsiteY833" fmla="*/ 11144 h 1171575"/>
                <a:gd name="connsiteX834" fmla="*/ 1274255 w 2143125"/>
                <a:gd name="connsiteY834" fmla="*/ 11525 h 1171575"/>
                <a:gd name="connsiteX835" fmla="*/ 1272159 w 2143125"/>
                <a:gd name="connsiteY835" fmla="*/ 13049 h 1171575"/>
                <a:gd name="connsiteX836" fmla="*/ 1271207 w 2143125"/>
                <a:gd name="connsiteY836" fmla="*/ 14192 h 1171575"/>
                <a:gd name="connsiteX837" fmla="*/ 1270064 w 2143125"/>
                <a:gd name="connsiteY837" fmla="*/ 14859 h 1171575"/>
                <a:gd name="connsiteX838" fmla="*/ 1268825 w 2143125"/>
                <a:gd name="connsiteY838" fmla="*/ 15145 h 1171575"/>
                <a:gd name="connsiteX839" fmla="*/ 1267682 w 2143125"/>
                <a:gd name="connsiteY839" fmla="*/ 15145 h 1171575"/>
                <a:gd name="connsiteX840" fmla="*/ 1263968 w 2143125"/>
                <a:gd name="connsiteY840" fmla="*/ 13621 h 1171575"/>
                <a:gd name="connsiteX841" fmla="*/ 1263491 w 2143125"/>
                <a:gd name="connsiteY841" fmla="*/ 13430 h 1171575"/>
                <a:gd name="connsiteX842" fmla="*/ 1262539 w 2143125"/>
                <a:gd name="connsiteY842" fmla="*/ 13811 h 1171575"/>
                <a:gd name="connsiteX843" fmla="*/ 1260348 w 2143125"/>
                <a:gd name="connsiteY843" fmla="*/ 17240 h 1171575"/>
                <a:gd name="connsiteX844" fmla="*/ 1259681 w 2143125"/>
                <a:gd name="connsiteY844" fmla="*/ 18669 h 1171575"/>
                <a:gd name="connsiteX845" fmla="*/ 1259586 w 2143125"/>
                <a:gd name="connsiteY845" fmla="*/ 19431 h 1171575"/>
                <a:gd name="connsiteX846" fmla="*/ 1259586 w 2143125"/>
                <a:gd name="connsiteY846" fmla="*/ 20193 h 1171575"/>
                <a:gd name="connsiteX847" fmla="*/ 1259396 w 2143125"/>
                <a:gd name="connsiteY847" fmla="*/ 20860 h 1171575"/>
                <a:gd name="connsiteX848" fmla="*/ 1258919 w 2143125"/>
                <a:gd name="connsiteY848" fmla="*/ 21336 h 1171575"/>
                <a:gd name="connsiteX849" fmla="*/ 1254252 w 2143125"/>
                <a:gd name="connsiteY849" fmla="*/ 22955 h 1171575"/>
                <a:gd name="connsiteX850" fmla="*/ 1253204 w 2143125"/>
                <a:gd name="connsiteY850" fmla="*/ 23813 h 1171575"/>
                <a:gd name="connsiteX851" fmla="*/ 1251490 w 2143125"/>
                <a:gd name="connsiteY851" fmla="*/ 26765 h 1171575"/>
                <a:gd name="connsiteX852" fmla="*/ 1250537 w 2143125"/>
                <a:gd name="connsiteY852" fmla="*/ 27623 h 1171575"/>
                <a:gd name="connsiteX853" fmla="*/ 1249680 w 2143125"/>
                <a:gd name="connsiteY853" fmla="*/ 27527 h 1171575"/>
                <a:gd name="connsiteX854" fmla="*/ 1242346 w 2143125"/>
                <a:gd name="connsiteY854" fmla="*/ 22574 h 1171575"/>
                <a:gd name="connsiteX855" fmla="*/ 1240346 w 2143125"/>
                <a:gd name="connsiteY855" fmla="*/ 21812 h 1171575"/>
                <a:gd name="connsiteX856" fmla="*/ 1235964 w 2143125"/>
                <a:gd name="connsiteY856" fmla="*/ 21622 h 1171575"/>
                <a:gd name="connsiteX857" fmla="*/ 1234440 w 2143125"/>
                <a:gd name="connsiteY857" fmla="*/ 20574 h 1171575"/>
                <a:gd name="connsiteX858" fmla="*/ 1230154 w 2143125"/>
                <a:gd name="connsiteY858" fmla="*/ 14573 h 1171575"/>
                <a:gd name="connsiteX859" fmla="*/ 1228630 w 2143125"/>
                <a:gd name="connsiteY859" fmla="*/ 13145 h 1171575"/>
                <a:gd name="connsiteX860" fmla="*/ 1221867 w 2143125"/>
                <a:gd name="connsiteY860" fmla="*/ 9239 h 1171575"/>
                <a:gd name="connsiteX861" fmla="*/ 1211485 w 2143125"/>
                <a:gd name="connsiteY861" fmla="*/ 7811 h 1171575"/>
                <a:gd name="connsiteX862" fmla="*/ 1203960 w 2143125"/>
                <a:gd name="connsiteY862" fmla="*/ 4477 h 1171575"/>
                <a:gd name="connsiteX863" fmla="*/ 1202722 w 2143125"/>
                <a:gd name="connsiteY863" fmla="*/ 4858 h 1171575"/>
                <a:gd name="connsiteX864" fmla="*/ 1198340 w 2143125"/>
                <a:gd name="connsiteY864" fmla="*/ 9335 h 1171575"/>
                <a:gd name="connsiteX865" fmla="*/ 1196245 w 2143125"/>
                <a:gd name="connsiteY865" fmla="*/ 10097 h 1171575"/>
                <a:gd name="connsiteX866" fmla="*/ 1195102 w 2143125"/>
                <a:gd name="connsiteY866" fmla="*/ 8096 h 1171575"/>
                <a:gd name="connsiteX867" fmla="*/ 1194245 w 2143125"/>
                <a:gd name="connsiteY867" fmla="*/ 5239 h 1171575"/>
                <a:gd name="connsiteX868" fmla="*/ 1192911 w 2143125"/>
                <a:gd name="connsiteY868" fmla="*/ 3429 h 1171575"/>
                <a:gd name="connsiteX869" fmla="*/ 1183481 w 2143125"/>
                <a:gd name="connsiteY869" fmla="*/ 0 h 1171575"/>
                <a:gd name="connsiteX870" fmla="*/ 1182624 w 2143125"/>
                <a:gd name="connsiteY870" fmla="*/ 95 h 1171575"/>
                <a:gd name="connsiteX871" fmla="*/ 1181767 w 2143125"/>
                <a:gd name="connsiteY871" fmla="*/ 667 h 1171575"/>
                <a:gd name="connsiteX872" fmla="*/ 1181291 w 2143125"/>
                <a:gd name="connsiteY872" fmla="*/ 1429 h 1171575"/>
                <a:gd name="connsiteX873" fmla="*/ 1181291 w 2143125"/>
                <a:gd name="connsiteY873" fmla="*/ 2096 h 1171575"/>
                <a:gd name="connsiteX874" fmla="*/ 1181481 w 2143125"/>
                <a:gd name="connsiteY874" fmla="*/ 2762 h 1171575"/>
                <a:gd name="connsiteX875" fmla="*/ 1182053 w 2143125"/>
                <a:gd name="connsiteY875" fmla="*/ 5906 h 1171575"/>
                <a:gd name="connsiteX876" fmla="*/ 1182815 w 2143125"/>
                <a:gd name="connsiteY876" fmla="*/ 6858 h 1171575"/>
                <a:gd name="connsiteX877" fmla="*/ 1183862 w 2143125"/>
                <a:gd name="connsiteY877" fmla="*/ 7334 h 1171575"/>
                <a:gd name="connsiteX878" fmla="*/ 1185196 w 2143125"/>
                <a:gd name="connsiteY878" fmla="*/ 8192 h 1171575"/>
                <a:gd name="connsiteX879" fmla="*/ 1185482 w 2143125"/>
                <a:gd name="connsiteY879" fmla="*/ 11716 h 1171575"/>
                <a:gd name="connsiteX880" fmla="*/ 1185386 w 2143125"/>
                <a:gd name="connsiteY880" fmla="*/ 13335 h 1171575"/>
                <a:gd name="connsiteX881" fmla="*/ 1184815 w 2143125"/>
                <a:gd name="connsiteY881" fmla="*/ 14478 h 1171575"/>
                <a:gd name="connsiteX882" fmla="*/ 1183481 w 2143125"/>
                <a:gd name="connsiteY882" fmla="*/ 15240 h 1171575"/>
                <a:gd name="connsiteX883" fmla="*/ 1182243 w 2143125"/>
                <a:gd name="connsiteY883" fmla="*/ 14669 h 1171575"/>
                <a:gd name="connsiteX884" fmla="*/ 1181195 w 2143125"/>
                <a:gd name="connsiteY884" fmla="*/ 13335 h 1171575"/>
                <a:gd name="connsiteX885" fmla="*/ 1179290 w 2143125"/>
                <a:gd name="connsiteY885" fmla="*/ 10097 h 1171575"/>
                <a:gd name="connsiteX886" fmla="*/ 1178243 w 2143125"/>
                <a:gd name="connsiteY886" fmla="*/ 9049 h 1171575"/>
                <a:gd name="connsiteX887" fmla="*/ 1177004 w 2143125"/>
                <a:gd name="connsiteY887" fmla="*/ 8382 h 1171575"/>
                <a:gd name="connsiteX888" fmla="*/ 1172337 w 2143125"/>
                <a:gd name="connsiteY888" fmla="*/ 7620 h 1171575"/>
                <a:gd name="connsiteX889" fmla="*/ 1171766 w 2143125"/>
                <a:gd name="connsiteY889" fmla="*/ 7525 h 1171575"/>
                <a:gd name="connsiteX890" fmla="*/ 1170623 w 2143125"/>
                <a:gd name="connsiteY890" fmla="*/ 6858 h 1171575"/>
                <a:gd name="connsiteX891" fmla="*/ 1170051 w 2143125"/>
                <a:gd name="connsiteY891" fmla="*/ 8477 h 1171575"/>
                <a:gd name="connsiteX892" fmla="*/ 1169670 w 2143125"/>
                <a:gd name="connsiteY892" fmla="*/ 10001 h 1171575"/>
                <a:gd name="connsiteX893" fmla="*/ 1169575 w 2143125"/>
                <a:gd name="connsiteY893" fmla="*/ 11621 h 1171575"/>
                <a:gd name="connsiteX894" fmla="*/ 1169765 w 2143125"/>
                <a:gd name="connsiteY894" fmla="*/ 13621 h 1171575"/>
                <a:gd name="connsiteX895" fmla="*/ 1169384 w 2143125"/>
                <a:gd name="connsiteY895" fmla="*/ 15050 h 1171575"/>
                <a:gd name="connsiteX896" fmla="*/ 1166908 w 2143125"/>
                <a:gd name="connsiteY896" fmla="*/ 16764 h 1171575"/>
                <a:gd name="connsiteX897" fmla="*/ 1166051 w 2143125"/>
                <a:gd name="connsiteY897" fmla="*/ 17812 h 1171575"/>
                <a:gd name="connsiteX898" fmla="*/ 1166051 w 2143125"/>
                <a:gd name="connsiteY898" fmla="*/ 18574 h 1171575"/>
                <a:gd name="connsiteX899" fmla="*/ 1166336 w 2143125"/>
                <a:gd name="connsiteY899" fmla="*/ 20384 h 1171575"/>
                <a:gd name="connsiteX900" fmla="*/ 1166241 w 2143125"/>
                <a:gd name="connsiteY900" fmla="*/ 21336 h 1171575"/>
                <a:gd name="connsiteX901" fmla="*/ 1165670 w 2143125"/>
                <a:gd name="connsiteY901" fmla="*/ 22289 h 1171575"/>
                <a:gd name="connsiteX902" fmla="*/ 1165098 w 2143125"/>
                <a:gd name="connsiteY902" fmla="*/ 22479 h 1171575"/>
                <a:gd name="connsiteX903" fmla="*/ 1163669 w 2143125"/>
                <a:gd name="connsiteY903" fmla="*/ 22098 h 1171575"/>
                <a:gd name="connsiteX904" fmla="*/ 1162431 w 2143125"/>
                <a:gd name="connsiteY904" fmla="*/ 22193 h 1171575"/>
                <a:gd name="connsiteX905" fmla="*/ 1158907 w 2143125"/>
                <a:gd name="connsiteY905" fmla="*/ 23527 h 1171575"/>
                <a:gd name="connsiteX906" fmla="*/ 1154906 w 2143125"/>
                <a:gd name="connsiteY906" fmla="*/ 22479 h 1171575"/>
                <a:gd name="connsiteX907" fmla="*/ 1153668 w 2143125"/>
                <a:gd name="connsiteY907" fmla="*/ 22479 h 1171575"/>
                <a:gd name="connsiteX908" fmla="*/ 1151001 w 2143125"/>
                <a:gd name="connsiteY908" fmla="*/ 23717 h 1171575"/>
                <a:gd name="connsiteX909" fmla="*/ 1149953 w 2143125"/>
                <a:gd name="connsiteY909" fmla="*/ 23813 h 1171575"/>
                <a:gd name="connsiteX910" fmla="*/ 1149096 w 2143125"/>
                <a:gd name="connsiteY910" fmla="*/ 23432 h 1171575"/>
                <a:gd name="connsiteX911" fmla="*/ 1148429 w 2143125"/>
                <a:gd name="connsiteY911" fmla="*/ 22955 h 1171575"/>
                <a:gd name="connsiteX912" fmla="*/ 1147667 w 2143125"/>
                <a:gd name="connsiteY912" fmla="*/ 22670 h 1171575"/>
                <a:gd name="connsiteX913" fmla="*/ 1146524 w 2143125"/>
                <a:gd name="connsiteY913" fmla="*/ 22955 h 1171575"/>
                <a:gd name="connsiteX914" fmla="*/ 1143191 w 2143125"/>
                <a:gd name="connsiteY914" fmla="*/ 24860 h 1171575"/>
                <a:gd name="connsiteX915" fmla="*/ 1143572 w 2143125"/>
                <a:gd name="connsiteY915" fmla="*/ 25146 h 1171575"/>
                <a:gd name="connsiteX916" fmla="*/ 1144715 w 2143125"/>
                <a:gd name="connsiteY916" fmla="*/ 26384 h 1171575"/>
                <a:gd name="connsiteX917" fmla="*/ 1143857 w 2143125"/>
                <a:gd name="connsiteY917" fmla="*/ 29051 h 1171575"/>
                <a:gd name="connsiteX918" fmla="*/ 1145858 w 2143125"/>
                <a:gd name="connsiteY918" fmla="*/ 31242 h 1171575"/>
                <a:gd name="connsiteX919" fmla="*/ 1150049 w 2143125"/>
                <a:gd name="connsiteY919" fmla="*/ 33909 h 1171575"/>
                <a:gd name="connsiteX920" fmla="*/ 1149858 w 2143125"/>
                <a:gd name="connsiteY920" fmla="*/ 35719 h 1171575"/>
                <a:gd name="connsiteX921" fmla="*/ 1148620 w 2143125"/>
                <a:gd name="connsiteY921" fmla="*/ 36195 h 1171575"/>
                <a:gd name="connsiteX922" fmla="*/ 1147191 w 2143125"/>
                <a:gd name="connsiteY922" fmla="*/ 36290 h 1171575"/>
                <a:gd name="connsiteX923" fmla="*/ 1146143 w 2143125"/>
                <a:gd name="connsiteY923" fmla="*/ 36957 h 1171575"/>
                <a:gd name="connsiteX924" fmla="*/ 1145667 w 2143125"/>
                <a:gd name="connsiteY924" fmla="*/ 38576 h 1171575"/>
                <a:gd name="connsiteX925" fmla="*/ 1145477 w 2143125"/>
                <a:gd name="connsiteY925" fmla="*/ 39815 h 1171575"/>
                <a:gd name="connsiteX926" fmla="*/ 1145000 w 2143125"/>
                <a:gd name="connsiteY926" fmla="*/ 40672 h 1171575"/>
                <a:gd name="connsiteX927" fmla="*/ 1143857 w 2143125"/>
                <a:gd name="connsiteY927" fmla="*/ 41243 h 1171575"/>
                <a:gd name="connsiteX928" fmla="*/ 1143476 w 2143125"/>
                <a:gd name="connsiteY928" fmla="*/ 43529 h 1171575"/>
                <a:gd name="connsiteX929" fmla="*/ 1142524 w 2143125"/>
                <a:gd name="connsiteY929" fmla="*/ 44577 h 1171575"/>
                <a:gd name="connsiteX930" fmla="*/ 1134332 w 2143125"/>
                <a:gd name="connsiteY930" fmla="*/ 45815 h 1171575"/>
                <a:gd name="connsiteX931" fmla="*/ 1129284 w 2143125"/>
                <a:gd name="connsiteY931" fmla="*/ 43434 h 1171575"/>
                <a:gd name="connsiteX932" fmla="*/ 1127665 w 2143125"/>
                <a:gd name="connsiteY932" fmla="*/ 43339 h 1171575"/>
                <a:gd name="connsiteX933" fmla="*/ 1125760 w 2143125"/>
                <a:gd name="connsiteY933" fmla="*/ 43910 h 1171575"/>
                <a:gd name="connsiteX934" fmla="*/ 1124236 w 2143125"/>
                <a:gd name="connsiteY934" fmla="*/ 44958 h 1171575"/>
                <a:gd name="connsiteX935" fmla="*/ 1123188 w 2143125"/>
                <a:gd name="connsiteY935" fmla="*/ 46291 h 1171575"/>
                <a:gd name="connsiteX936" fmla="*/ 1121093 w 2143125"/>
                <a:gd name="connsiteY936" fmla="*/ 49911 h 1171575"/>
                <a:gd name="connsiteX937" fmla="*/ 1117854 w 2143125"/>
                <a:gd name="connsiteY937" fmla="*/ 52102 h 1171575"/>
                <a:gd name="connsiteX938" fmla="*/ 1113854 w 2143125"/>
                <a:gd name="connsiteY938" fmla="*/ 53340 h 1171575"/>
                <a:gd name="connsiteX939" fmla="*/ 1104424 w 2143125"/>
                <a:gd name="connsiteY939" fmla="*/ 53054 h 1171575"/>
                <a:gd name="connsiteX940" fmla="*/ 1100995 w 2143125"/>
                <a:gd name="connsiteY940" fmla="*/ 53816 h 1171575"/>
                <a:gd name="connsiteX941" fmla="*/ 1097471 w 2143125"/>
                <a:gd name="connsiteY941" fmla="*/ 52864 h 1171575"/>
                <a:gd name="connsiteX942" fmla="*/ 1096042 w 2143125"/>
                <a:gd name="connsiteY942" fmla="*/ 53435 h 1171575"/>
                <a:gd name="connsiteX943" fmla="*/ 1094804 w 2143125"/>
                <a:gd name="connsiteY943" fmla="*/ 54959 h 1171575"/>
                <a:gd name="connsiteX944" fmla="*/ 1093756 w 2143125"/>
                <a:gd name="connsiteY944" fmla="*/ 57150 h 1171575"/>
                <a:gd name="connsiteX945" fmla="*/ 1092422 w 2143125"/>
                <a:gd name="connsiteY945" fmla="*/ 58579 h 1171575"/>
                <a:gd name="connsiteX946" fmla="*/ 1090327 w 2143125"/>
                <a:gd name="connsiteY946" fmla="*/ 59150 h 1171575"/>
                <a:gd name="connsiteX947" fmla="*/ 1086326 w 2143125"/>
                <a:gd name="connsiteY947" fmla="*/ 59055 h 1171575"/>
                <a:gd name="connsiteX948" fmla="*/ 1084707 w 2143125"/>
                <a:gd name="connsiteY948" fmla="*/ 59436 h 1171575"/>
                <a:gd name="connsiteX949" fmla="*/ 1081564 w 2143125"/>
                <a:gd name="connsiteY949" fmla="*/ 61246 h 1171575"/>
                <a:gd name="connsiteX950" fmla="*/ 1079945 w 2143125"/>
                <a:gd name="connsiteY950" fmla="*/ 61627 h 1171575"/>
                <a:gd name="connsiteX951" fmla="*/ 1069658 w 2143125"/>
                <a:gd name="connsiteY951" fmla="*/ 62103 h 1171575"/>
                <a:gd name="connsiteX952" fmla="*/ 1068515 w 2143125"/>
                <a:gd name="connsiteY952" fmla="*/ 62770 h 1171575"/>
                <a:gd name="connsiteX953" fmla="*/ 1066514 w 2143125"/>
                <a:gd name="connsiteY953" fmla="*/ 64961 h 1171575"/>
                <a:gd name="connsiteX954" fmla="*/ 1065371 w 2143125"/>
                <a:gd name="connsiteY954" fmla="*/ 65723 h 1171575"/>
                <a:gd name="connsiteX955" fmla="*/ 1062038 w 2143125"/>
                <a:gd name="connsiteY955" fmla="*/ 66199 h 1171575"/>
                <a:gd name="connsiteX956" fmla="*/ 1055275 w 2143125"/>
                <a:gd name="connsiteY956" fmla="*/ 65913 h 1171575"/>
                <a:gd name="connsiteX957" fmla="*/ 1051941 w 2143125"/>
                <a:gd name="connsiteY957" fmla="*/ 66485 h 1171575"/>
                <a:gd name="connsiteX958" fmla="*/ 1033558 w 2143125"/>
                <a:gd name="connsiteY958" fmla="*/ 73152 h 1171575"/>
                <a:gd name="connsiteX959" fmla="*/ 1027176 w 2143125"/>
                <a:gd name="connsiteY959" fmla="*/ 75438 h 1171575"/>
                <a:gd name="connsiteX960" fmla="*/ 1026319 w 2143125"/>
                <a:gd name="connsiteY960" fmla="*/ 73914 h 1171575"/>
                <a:gd name="connsiteX961" fmla="*/ 1025842 w 2143125"/>
                <a:gd name="connsiteY961" fmla="*/ 67913 h 1171575"/>
                <a:gd name="connsiteX962" fmla="*/ 1024795 w 2143125"/>
                <a:gd name="connsiteY962" fmla="*/ 67151 h 1171575"/>
                <a:gd name="connsiteX963" fmla="*/ 1020890 w 2143125"/>
                <a:gd name="connsiteY963" fmla="*/ 68675 h 1171575"/>
                <a:gd name="connsiteX964" fmla="*/ 1019175 w 2143125"/>
                <a:gd name="connsiteY964" fmla="*/ 69818 h 1171575"/>
                <a:gd name="connsiteX965" fmla="*/ 1017651 w 2143125"/>
                <a:gd name="connsiteY965" fmla="*/ 72009 h 1171575"/>
                <a:gd name="connsiteX966" fmla="*/ 1016222 w 2143125"/>
                <a:gd name="connsiteY966" fmla="*/ 74771 h 1171575"/>
                <a:gd name="connsiteX967" fmla="*/ 1014794 w 2143125"/>
                <a:gd name="connsiteY967" fmla="*/ 76295 h 1171575"/>
                <a:gd name="connsiteX968" fmla="*/ 1013174 w 2143125"/>
                <a:gd name="connsiteY968" fmla="*/ 76676 h 1171575"/>
                <a:gd name="connsiteX969" fmla="*/ 1005840 w 2143125"/>
                <a:gd name="connsiteY969" fmla="*/ 74105 h 1171575"/>
                <a:gd name="connsiteX970" fmla="*/ 1000697 w 2143125"/>
                <a:gd name="connsiteY970" fmla="*/ 73438 h 1171575"/>
                <a:gd name="connsiteX971" fmla="*/ 999268 w 2143125"/>
                <a:gd name="connsiteY971" fmla="*/ 73914 h 1171575"/>
                <a:gd name="connsiteX972" fmla="*/ 998982 w 2143125"/>
                <a:gd name="connsiteY972" fmla="*/ 75152 h 1171575"/>
                <a:gd name="connsiteX973" fmla="*/ 999554 w 2143125"/>
                <a:gd name="connsiteY973" fmla="*/ 78486 h 1171575"/>
                <a:gd name="connsiteX974" fmla="*/ 999173 w 2143125"/>
                <a:gd name="connsiteY974" fmla="*/ 80391 h 1171575"/>
                <a:gd name="connsiteX975" fmla="*/ 998030 w 2143125"/>
                <a:gd name="connsiteY975" fmla="*/ 80772 h 1171575"/>
                <a:gd name="connsiteX976" fmla="*/ 994982 w 2143125"/>
                <a:gd name="connsiteY976" fmla="*/ 79915 h 1171575"/>
                <a:gd name="connsiteX977" fmla="*/ 993458 w 2143125"/>
                <a:gd name="connsiteY977" fmla="*/ 80010 h 1171575"/>
                <a:gd name="connsiteX978" fmla="*/ 986790 w 2143125"/>
                <a:gd name="connsiteY978" fmla="*/ 83058 h 1171575"/>
                <a:gd name="connsiteX979" fmla="*/ 985933 w 2143125"/>
                <a:gd name="connsiteY979" fmla="*/ 84106 h 1171575"/>
                <a:gd name="connsiteX980" fmla="*/ 985933 w 2143125"/>
                <a:gd name="connsiteY980" fmla="*/ 86296 h 1171575"/>
                <a:gd name="connsiteX981" fmla="*/ 986028 w 2143125"/>
                <a:gd name="connsiteY981" fmla="*/ 86677 h 1171575"/>
                <a:gd name="connsiteX982" fmla="*/ 986219 w 2143125"/>
                <a:gd name="connsiteY982" fmla="*/ 88106 h 1171575"/>
                <a:gd name="connsiteX983" fmla="*/ 985076 w 2143125"/>
                <a:gd name="connsiteY983" fmla="*/ 90202 h 1171575"/>
                <a:gd name="connsiteX984" fmla="*/ 986790 w 2143125"/>
                <a:gd name="connsiteY984" fmla="*/ 99822 h 1171575"/>
                <a:gd name="connsiteX985" fmla="*/ 985266 w 2143125"/>
                <a:gd name="connsiteY985" fmla="*/ 102775 h 1171575"/>
                <a:gd name="connsiteX986" fmla="*/ 984694 w 2143125"/>
                <a:gd name="connsiteY986" fmla="*/ 102775 h 1171575"/>
                <a:gd name="connsiteX987" fmla="*/ 983075 w 2143125"/>
                <a:gd name="connsiteY987" fmla="*/ 102108 h 1171575"/>
                <a:gd name="connsiteX988" fmla="*/ 982694 w 2143125"/>
                <a:gd name="connsiteY988" fmla="*/ 102203 h 1171575"/>
                <a:gd name="connsiteX989" fmla="*/ 982028 w 2143125"/>
                <a:gd name="connsiteY989" fmla="*/ 102870 h 1171575"/>
                <a:gd name="connsiteX990" fmla="*/ 981647 w 2143125"/>
                <a:gd name="connsiteY990" fmla="*/ 103061 h 1171575"/>
                <a:gd name="connsiteX991" fmla="*/ 980694 w 2143125"/>
                <a:gd name="connsiteY991" fmla="*/ 103156 h 1171575"/>
                <a:gd name="connsiteX992" fmla="*/ 979932 w 2143125"/>
                <a:gd name="connsiteY992" fmla="*/ 102870 h 1171575"/>
                <a:gd name="connsiteX993" fmla="*/ 979170 w 2143125"/>
                <a:gd name="connsiteY993" fmla="*/ 102299 h 1171575"/>
                <a:gd name="connsiteX994" fmla="*/ 978408 w 2143125"/>
                <a:gd name="connsiteY994" fmla="*/ 101441 h 1171575"/>
                <a:gd name="connsiteX995" fmla="*/ 974217 w 2143125"/>
                <a:gd name="connsiteY995" fmla="*/ 95821 h 1171575"/>
                <a:gd name="connsiteX996" fmla="*/ 970693 w 2143125"/>
                <a:gd name="connsiteY996" fmla="*/ 94393 h 1171575"/>
                <a:gd name="connsiteX997" fmla="*/ 967359 w 2143125"/>
                <a:gd name="connsiteY997" fmla="*/ 96107 h 1171575"/>
                <a:gd name="connsiteX998" fmla="*/ 964025 w 2143125"/>
                <a:gd name="connsiteY998" fmla="*/ 98870 h 1171575"/>
                <a:gd name="connsiteX999" fmla="*/ 960596 w 2143125"/>
                <a:gd name="connsiteY999" fmla="*/ 100584 h 1171575"/>
                <a:gd name="connsiteX1000" fmla="*/ 958691 w 2143125"/>
                <a:gd name="connsiteY1000" fmla="*/ 100394 h 1171575"/>
                <a:gd name="connsiteX1001" fmla="*/ 957072 w 2143125"/>
                <a:gd name="connsiteY1001" fmla="*/ 99441 h 1171575"/>
                <a:gd name="connsiteX1002" fmla="*/ 953834 w 2143125"/>
                <a:gd name="connsiteY1002" fmla="*/ 96584 h 1171575"/>
                <a:gd name="connsiteX1003" fmla="*/ 953167 w 2143125"/>
                <a:gd name="connsiteY1003" fmla="*/ 95917 h 1171575"/>
                <a:gd name="connsiteX1004" fmla="*/ 950976 w 2143125"/>
                <a:gd name="connsiteY1004" fmla="*/ 97441 h 1171575"/>
                <a:gd name="connsiteX1005" fmla="*/ 949642 w 2143125"/>
                <a:gd name="connsiteY1005" fmla="*/ 97727 h 1171575"/>
                <a:gd name="connsiteX1006" fmla="*/ 949071 w 2143125"/>
                <a:gd name="connsiteY1006" fmla="*/ 97631 h 1171575"/>
                <a:gd name="connsiteX1007" fmla="*/ 947928 w 2143125"/>
                <a:gd name="connsiteY1007" fmla="*/ 97250 h 1171575"/>
                <a:gd name="connsiteX1008" fmla="*/ 947261 w 2143125"/>
                <a:gd name="connsiteY1008" fmla="*/ 97155 h 1171575"/>
                <a:gd name="connsiteX1009" fmla="*/ 946976 w 2143125"/>
                <a:gd name="connsiteY1009" fmla="*/ 97441 h 1171575"/>
                <a:gd name="connsiteX1010" fmla="*/ 946594 w 2143125"/>
                <a:gd name="connsiteY1010" fmla="*/ 98108 h 1171575"/>
                <a:gd name="connsiteX1011" fmla="*/ 946118 w 2143125"/>
                <a:gd name="connsiteY1011" fmla="*/ 98774 h 1171575"/>
                <a:gd name="connsiteX1012" fmla="*/ 945452 w 2143125"/>
                <a:gd name="connsiteY1012" fmla="*/ 99060 h 1171575"/>
                <a:gd name="connsiteX1013" fmla="*/ 940213 w 2143125"/>
                <a:gd name="connsiteY1013" fmla="*/ 99727 h 1171575"/>
                <a:gd name="connsiteX1014" fmla="*/ 938879 w 2143125"/>
                <a:gd name="connsiteY1014" fmla="*/ 99060 h 1171575"/>
                <a:gd name="connsiteX1015" fmla="*/ 938117 w 2143125"/>
                <a:gd name="connsiteY1015" fmla="*/ 98965 h 1171575"/>
                <a:gd name="connsiteX1016" fmla="*/ 937451 w 2143125"/>
                <a:gd name="connsiteY1016" fmla="*/ 99441 h 1171575"/>
                <a:gd name="connsiteX1017" fmla="*/ 937165 w 2143125"/>
                <a:gd name="connsiteY1017" fmla="*/ 99727 h 1171575"/>
                <a:gd name="connsiteX1018" fmla="*/ 936117 w 2143125"/>
                <a:gd name="connsiteY1018" fmla="*/ 100203 h 1171575"/>
                <a:gd name="connsiteX1019" fmla="*/ 934498 w 2143125"/>
                <a:gd name="connsiteY1019" fmla="*/ 100584 h 1171575"/>
                <a:gd name="connsiteX1020" fmla="*/ 931926 w 2143125"/>
                <a:gd name="connsiteY1020" fmla="*/ 101822 h 1171575"/>
                <a:gd name="connsiteX1021" fmla="*/ 930592 w 2143125"/>
                <a:gd name="connsiteY1021" fmla="*/ 102108 h 1171575"/>
                <a:gd name="connsiteX1022" fmla="*/ 928307 w 2143125"/>
                <a:gd name="connsiteY1022" fmla="*/ 101441 h 1171575"/>
                <a:gd name="connsiteX1023" fmla="*/ 927544 w 2143125"/>
                <a:gd name="connsiteY1023" fmla="*/ 101537 h 1171575"/>
                <a:gd name="connsiteX1024" fmla="*/ 927068 w 2143125"/>
                <a:gd name="connsiteY1024" fmla="*/ 101918 h 1171575"/>
                <a:gd name="connsiteX1025" fmla="*/ 926211 w 2143125"/>
                <a:gd name="connsiteY1025" fmla="*/ 103061 h 1171575"/>
                <a:gd name="connsiteX1026" fmla="*/ 925735 w 2143125"/>
                <a:gd name="connsiteY1026" fmla="*/ 103442 h 1171575"/>
                <a:gd name="connsiteX1027" fmla="*/ 925163 w 2143125"/>
                <a:gd name="connsiteY1027" fmla="*/ 103537 h 1171575"/>
                <a:gd name="connsiteX1028" fmla="*/ 924497 w 2143125"/>
                <a:gd name="connsiteY1028" fmla="*/ 103442 h 1171575"/>
                <a:gd name="connsiteX1029" fmla="*/ 923830 w 2143125"/>
                <a:gd name="connsiteY1029" fmla="*/ 103156 h 1171575"/>
                <a:gd name="connsiteX1030" fmla="*/ 922877 w 2143125"/>
                <a:gd name="connsiteY1030" fmla="*/ 102013 h 1171575"/>
                <a:gd name="connsiteX1031" fmla="*/ 922401 w 2143125"/>
                <a:gd name="connsiteY1031" fmla="*/ 102394 h 1171575"/>
                <a:gd name="connsiteX1032" fmla="*/ 922020 w 2143125"/>
                <a:gd name="connsiteY1032" fmla="*/ 103061 h 1171575"/>
                <a:gd name="connsiteX1033" fmla="*/ 921639 w 2143125"/>
                <a:gd name="connsiteY1033" fmla="*/ 103442 h 1171575"/>
                <a:gd name="connsiteX1034" fmla="*/ 921544 w 2143125"/>
                <a:gd name="connsiteY1034" fmla="*/ 104108 h 1171575"/>
                <a:gd name="connsiteX1035" fmla="*/ 922306 w 2143125"/>
                <a:gd name="connsiteY1035" fmla="*/ 105537 h 1171575"/>
                <a:gd name="connsiteX1036" fmla="*/ 924020 w 2143125"/>
                <a:gd name="connsiteY1036" fmla="*/ 107823 h 1171575"/>
                <a:gd name="connsiteX1037" fmla="*/ 923068 w 2143125"/>
                <a:gd name="connsiteY1037" fmla="*/ 110204 h 1171575"/>
                <a:gd name="connsiteX1038" fmla="*/ 921449 w 2143125"/>
                <a:gd name="connsiteY1038" fmla="*/ 111062 h 1171575"/>
                <a:gd name="connsiteX1039" fmla="*/ 919544 w 2143125"/>
                <a:gd name="connsiteY1039" fmla="*/ 111347 h 1171575"/>
                <a:gd name="connsiteX1040" fmla="*/ 917829 w 2143125"/>
                <a:gd name="connsiteY1040" fmla="*/ 112014 h 1171575"/>
                <a:gd name="connsiteX1041" fmla="*/ 917258 w 2143125"/>
                <a:gd name="connsiteY1041" fmla="*/ 113252 h 1171575"/>
                <a:gd name="connsiteX1042" fmla="*/ 916496 w 2143125"/>
                <a:gd name="connsiteY1042" fmla="*/ 112967 h 1171575"/>
                <a:gd name="connsiteX1043" fmla="*/ 915067 w 2143125"/>
                <a:gd name="connsiteY1043" fmla="*/ 112586 h 1171575"/>
                <a:gd name="connsiteX1044" fmla="*/ 910685 w 2143125"/>
                <a:gd name="connsiteY1044" fmla="*/ 109157 h 1171575"/>
                <a:gd name="connsiteX1045" fmla="*/ 909161 w 2143125"/>
                <a:gd name="connsiteY1045" fmla="*/ 108299 h 1171575"/>
                <a:gd name="connsiteX1046" fmla="*/ 907256 w 2143125"/>
                <a:gd name="connsiteY1046" fmla="*/ 108109 h 1171575"/>
                <a:gd name="connsiteX1047" fmla="*/ 898589 w 2143125"/>
                <a:gd name="connsiteY1047" fmla="*/ 112014 h 1171575"/>
                <a:gd name="connsiteX1048" fmla="*/ 895064 w 2143125"/>
                <a:gd name="connsiteY1048" fmla="*/ 112205 h 1171575"/>
                <a:gd name="connsiteX1049" fmla="*/ 894017 w 2143125"/>
                <a:gd name="connsiteY1049" fmla="*/ 112967 h 1171575"/>
                <a:gd name="connsiteX1050" fmla="*/ 891254 w 2143125"/>
                <a:gd name="connsiteY1050" fmla="*/ 115252 h 1171575"/>
                <a:gd name="connsiteX1051" fmla="*/ 889730 w 2143125"/>
                <a:gd name="connsiteY1051" fmla="*/ 115919 h 1171575"/>
                <a:gd name="connsiteX1052" fmla="*/ 887825 w 2143125"/>
                <a:gd name="connsiteY1052" fmla="*/ 115919 h 1171575"/>
                <a:gd name="connsiteX1053" fmla="*/ 887635 w 2143125"/>
                <a:gd name="connsiteY1053" fmla="*/ 115919 h 1171575"/>
                <a:gd name="connsiteX1054" fmla="*/ 881729 w 2143125"/>
                <a:gd name="connsiteY1054" fmla="*/ 114491 h 1171575"/>
                <a:gd name="connsiteX1055" fmla="*/ 878586 w 2143125"/>
                <a:gd name="connsiteY1055" fmla="*/ 114395 h 1171575"/>
                <a:gd name="connsiteX1056" fmla="*/ 876872 w 2143125"/>
                <a:gd name="connsiteY1056" fmla="*/ 114967 h 1171575"/>
                <a:gd name="connsiteX1057" fmla="*/ 876110 w 2143125"/>
                <a:gd name="connsiteY1057" fmla="*/ 116396 h 1171575"/>
                <a:gd name="connsiteX1058" fmla="*/ 876395 w 2143125"/>
                <a:gd name="connsiteY1058" fmla="*/ 118015 h 1171575"/>
                <a:gd name="connsiteX1059" fmla="*/ 876872 w 2143125"/>
                <a:gd name="connsiteY1059" fmla="*/ 119348 h 1171575"/>
                <a:gd name="connsiteX1060" fmla="*/ 876967 w 2143125"/>
                <a:gd name="connsiteY1060" fmla="*/ 120682 h 1171575"/>
                <a:gd name="connsiteX1061" fmla="*/ 876205 w 2143125"/>
                <a:gd name="connsiteY1061" fmla="*/ 122206 h 1171575"/>
                <a:gd name="connsiteX1062" fmla="*/ 874776 w 2143125"/>
                <a:gd name="connsiteY1062" fmla="*/ 122968 h 1171575"/>
                <a:gd name="connsiteX1063" fmla="*/ 869537 w 2143125"/>
                <a:gd name="connsiteY1063" fmla="*/ 122301 h 1171575"/>
                <a:gd name="connsiteX1064" fmla="*/ 865156 w 2143125"/>
                <a:gd name="connsiteY1064" fmla="*/ 123635 h 1171575"/>
                <a:gd name="connsiteX1065" fmla="*/ 863727 w 2143125"/>
                <a:gd name="connsiteY1065" fmla="*/ 123539 h 1171575"/>
                <a:gd name="connsiteX1066" fmla="*/ 861441 w 2143125"/>
                <a:gd name="connsiteY1066" fmla="*/ 122396 h 1171575"/>
                <a:gd name="connsiteX1067" fmla="*/ 860393 w 2143125"/>
                <a:gd name="connsiteY1067" fmla="*/ 122206 h 1171575"/>
                <a:gd name="connsiteX1068" fmla="*/ 857536 w 2143125"/>
                <a:gd name="connsiteY1068" fmla="*/ 123444 h 1171575"/>
                <a:gd name="connsiteX1069" fmla="*/ 852964 w 2143125"/>
                <a:gd name="connsiteY1069" fmla="*/ 123730 h 1171575"/>
                <a:gd name="connsiteX1070" fmla="*/ 850773 w 2143125"/>
                <a:gd name="connsiteY1070" fmla="*/ 124301 h 1171575"/>
                <a:gd name="connsiteX1071" fmla="*/ 848201 w 2143125"/>
                <a:gd name="connsiteY1071" fmla="*/ 125921 h 1171575"/>
                <a:gd name="connsiteX1072" fmla="*/ 846582 w 2143125"/>
                <a:gd name="connsiteY1072" fmla="*/ 128302 h 1171575"/>
                <a:gd name="connsiteX1073" fmla="*/ 847249 w 2143125"/>
                <a:gd name="connsiteY1073" fmla="*/ 131350 h 1171575"/>
                <a:gd name="connsiteX1074" fmla="*/ 847535 w 2143125"/>
                <a:gd name="connsiteY1074" fmla="*/ 131731 h 1171575"/>
                <a:gd name="connsiteX1075" fmla="*/ 848487 w 2143125"/>
                <a:gd name="connsiteY1075" fmla="*/ 133350 h 1171575"/>
                <a:gd name="connsiteX1076" fmla="*/ 846201 w 2143125"/>
                <a:gd name="connsiteY1076" fmla="*/ 135731 h 1171575"/>
                <a:gd name="connsiteX1077" fmla="*/ 845534 w 2143125"/>
                <a:gd name="connsiteY1077" fmla="*/ 136874 h 1171575"/>
                <a:gd name="connsiteX1078" fmla="*/ 845534 w 2143125"/>
                <a:gd name="connsiteY1078" fmla="*/ 137541 h 1171575"/>
                <a:gd name="connsiteX1079" fmla="*/ 845820 w 2143125"/>
                <a:gd name="connsiteY1079" fmla="*/ 138208 h 1171575"/>
                <a:gd name="connsiteX1080" fmla="*/ 846296 w 2143125"/>
                <a:gd name="connsiteY1080" fmla="*/ 140970 h 1171575"/>
                <a:gd name="connsiteX1081" fmla="*/ 846106 w 2143125"/>
                <a:gd name="connsiteY1081" fmla="*/ 141637 h 1171575"/>
                <a:gd name="connsiteX1082" fmla="*/ 845249 w 2143125"/>
                <a:gd name="connsiteY1082" fmla="*/ 142018 h 1171575"/>
                <a:gd name="connsiteX1083" fmla="*/ 844487 w 2143125"/>
                <a:gd name="connsiteY1083" fmla="*/ 141923 h 1171575"/>
                <a:gd name="connsiteX1084" fmla="*/ 843820 w 2143125"/>
                <a:gd name="connsiteY1084" fmla="*/ 141446 h 1171575"/>
                <a:gd name="connsiteX1085" fmla="*/ 843248 w 2143125"/>
                <a:gd name="connsiteY1085" fmla="*/ 140684 h 1171575"/>
                <a:gd name="connsiteX1086" fmla="*/ 842772 w 2143125"/>
                <a:gd name="connsiteY1086" fmla="*/ 139827 h 1171575"/>
                <a:gd name="connsiteX1087" fmla="*/ 841629 w 2143125"/>
                <a:gd name="connsiteY1087" fmla="*/ 138589 h 1171575"/>
                <a:gd name="connsiteX1088" fmla="*/ 839057 w 2143125"/>
                <a:gd name="connsiteY1088" fmla="*/ 137160 h 1171575"/>
                <a:gd name="connsiteX1089" fmla="*/ 838105 w 2143125"/>
                <a:gd name="connsiteY1089" fmla="*/ 135636 h 1171575"/>
                <a:gd name="connsiteX1090" fmla="*/ 837914 w 2143125"/>
                <a:gd name="connsiteY1090" fmla="*/ 133826 h 1171575"/>
                <a:gd name="connsiteX1091" fmla="*/ 838581 w 2143125"/>
                <a:gd name="connsiteY1091" fmla="*/ 132683 h 1171575"/>
                <a:gd name="connsiteX1092" fmla="*/ 840867 w 2143125"/>
                <a:gd name="connsiteY1092" fmla="*/ 131064 h 1171575"/>
                <a:gd name="connsiteX1093" fmla="*/ 840867 w 2143125"/>
                <a:gd name="connsiteY1093" fmla="*/ 131064 h 1171575"/>
                <a:gd name="connsiteX1094" fmla="*/ 840962 w 2143125"/>
                <a:gd name="connsiteY1094" fmla="*/ 129064 h 1171575"/>
                <a:gd name="connsiteX1095" fmla="*/ 840296 w 2143125"/>
                <a:gd name="connsiteY1095" fmla="*/ 128207 h 1171575"/>
                <a:gd name="connsiteX1096" fmla="*/ 839248 w 2143125"/>
                <a:gd name="connsiteY1096" fmla="*/ 128016 h 1171575"/>
                <a:gd name="connsiteX1097" fmla="*/ 817626 w 2143125"/>
                <a:gd name="connsiteY1097" fmla="*/ 128873 h 1171575"/>
                <a:gd name="connsiteX1098" fmla="*/ 817626 w 2143125"/>
                <a:gd name="connsiteY1098" fmla="*/ 130588 h 1171575"/>
                <a:gd name="connsiteX1099" fmla="*/ 817817 w 2143125"/>
                <a:gd name="connsiteY1099" fmla="*/ 131255 h 1171575"/>
                <a:gd name="connsiteX1100" fmla="*/ 817817 w 2143125"/>
                <a:gd name="connsiteY1100" fmla="*/ 136684 h 1171575"/>
                <a:gd name="connsiteX1101" fmla="*/ 811911 w 2143125"/>
                <a:gd name="connsiteY1101" fmla="*/ 136303 h 1171575"/>
                <a:gd name="connsiteX1102" fmla="*/ 810101 w 2143125"/>
                <a:gd name="connsiteY1102" fmla="*/ 135731 h 1171575"/>
                <a:gd name="connsiteX1103" fmla="*/ 809054 w 2143125"/>
                <a:gd name="connsiteY1103" fmla="*/ 134969 h 1171575"/>
                <a:gd name="connsiteX1104" fmla="*/ 808768 w 2143125"/>
                <a:gd name="connsiteY1104" fmla="*/ 134112 h 1171575"/>
                <a:gd name="connsiteX1105" fmla="*/ 808673 w 2143125"/>
                <a:gd name="connsiteY1105" fmla="*/ 132969 h 1171575"/>
                <a:gd name="connsiteX1106" fmla="*/ 808292 w 2143125"/>
                <a:gd name="connsiteY1106" fmla="*/ 131255 h 1171575"/>
                <a:gd name="connsiteX1107" fmla="*/ 807530 w 2143125"/>
                <a:gd name="connsiteY1107" fmla="*/ 130778 h 1171575"/>
                <a:gd name="connsiteX1108" fmla="*/ 806767 w 2143125"/>
                <a:gd name="connsiteY1108" fmla="*/ 130493 h 1171575"/>
                <a:gd name="connsiteX1109" fmla="*/ 806006 w 2143125"/>
                <a:gd name="connsiteY1109" fmla="*/ 130588 h 1171575"/>
                <a:gd name="connsiteX1110" fmla="*/ 804863 w 2143125"/>
                <a:gd name="connsiteY1110" fmla="*/ 132112 h 1171575"/>
                <a:gd name="connsiteX1111" fmla="*/ 804196 w 2143125"/>
                <a:gd name="connsiteY1111" fmla="*/ 132302 h 1171575"/>
                <a:gd name="connsiteX1112" fmla="*/ 803434 w 2143125"/>
                <a:gd name="connsiteY1112" fmla="*/ 131921 h 1171575"/>
                <a:gd name="connsiteX1113" fmla="*/ 802577 w 2143125"/>
                <a:gd name="connsiteY1113" fmla="*/ 131159 h 1171575"/>
                <a:gd name="connsiteX1114" fmla="*/ 797528 w 2143125"/>
                <a:gd name="connsiteY1114" fmla="*/ 131159 h 1171575"/>
                <a:gd name="connsiteX1115" fmla="*/ 797338 w 2143125"/>
                <a:gd name="connsiteY1115" fmla="*/ 132779 h 1171575"/>
                <a:gd name="connsiteX1116" fmla="*/ 797052 w 2143125"/>
                <a:gd name="connsiteY1116" fmla="*/ 134112 h 1171575"/>
                <a:gd name="connsiteX1117" fmla="*/ 796481 w 2143125"/>
                <a:gd name="connsiteY1117" fmla="*/ 134969 h 1171575"/>
                <a:gd name="connsiteX1118" fmla="*/ 795528 w 2143125"/>
                <a:gd name="connsiteY1118" fmla="*/ 135160 h 1171575"/>
                <a:gd name="connsiteX1119" fmla="*/ 794576 w 2143125"/>
                <a:gd name="connsiteY1119" fmla="*/ 134779 h 1171575"/>
                <a:gd name="connsiteX1120" fmla="*/ 794194 w 2143125"/>
                <a:gd name="connsiteY1120" fmla="*/ 133922 h 1171575"/>
                <a:gd name="connsiteX1121" fmla="*/ 794004 w 2143125"/>
                <a:gd name="connsiteY1121" fmla="*/ 131064 h 1171575"/>
                <a:gd name="connsiteX1122" fmla="*/ 790099 w 2143125"/>
                <a:gd name="connsiteY1122" fmla="*/ 130112 h 1171575"/>
                <a:gd name="connsiteX1123" fmla="*/ 789242 w 2143125"/>
                <a:gd name="connsiteY1123" fmla="*/ 129540 h 1171575"/>
                <a:gd name="connsiteX1124" fmla="*/ 787717 w 2143125"/>
                <a:gd name="connsiteY1124" fmla="*/ 126302 h 1171575"/>
                <a:gd name="connsiteX1125" fmla="*/ 786860 w 2143125"/>
                <a:gd name="connsiteY1125" fmla="*/ 125540 h 1171575"/>
                <a:gd name="connsiteX1126" fmla="*/ 782669 w 2143125"/>
                <a:gd name="connsiteY1126" fmla="*/ 124873 h 1171575"/>
                <a:gd name="connsiteX1127" fmla="*/ 781336 w 2143125"/>
                <a:gd name="connsiteY1127" fmla="*/ 125159 h 1171575"/>
                <a:gd name="connsiteX1128" fmla="*/ 780383 w 2143125"/>
                <a:gd name="connsiteY1128" fmla="*/ 126397 h 1171575"/>
                <a:gd name="connsiteX1129" fmla="*/ 779431 w 2143125"/>
                <a:gd name="connsiteY1129" fmla="*/ 127921 h 1171575"/>
                <a:gd name="connsiteX1130" fmla="*/ 778097 w 2143125"/>
                <a:gd name="connsiteY1130" fmla="*/ 128588 h 1171575"/>
                <a:gd name="connsiteX1131" fmla="*/ 775144 w 2143125"/>
                <a:gd name="connsiteY1131" fmla="*/ 128778 h 1171575"/>
                <a:gd name="connsiteX1132" fmla="*/ 775526 w 2143125"/>
                <a:gd name="connsiteY1132" fmla="*/ 130588 h 1171575"/>
                <a:gd name="connsiteX1133" fmla="*/ 775716 w 2143125"/>
                <a:gd name="connsiteY1133" fmla="*/ 131064 h 1171575"/>
                <a:gd name="connsiteX1134" fmla="*/ 776764 w 2143125"/>
                <a:gd name="connsiteY1134" fmla="*/ 133922 h 1171575"/>
                <a:gd name="connsiteX1135" fmla="*/ 777050 w 2143125"/>
                <a:gd name="connsiteY1135" fmla="*/ 135446 h 1171575"/>
                <a:gd name="connsiteX1136" fmla="*/ 776859 w 2143125"/>
                <a:gd name="connsiteY1136" fmla="*/ 136970 h 1171575"/>
                <a:gd name="connsiteX1137" fmla="*/ 776002 w 2143125"/>
                <a:gd name="connsiteY1137" fmla="*/ 138589 h 1171575"/>
                <a:gd name="connsiteX1138" fmla="*/ 775049 w 2143125"/>
                <a:gd name="connsiteY1138" fmla="*/ 138684 h 1171575"/>
                <a:gd name="connsiteX1139" fmla="*/ 774192 w 2143125"/>
                <a:gd name="connsiteY1139" fmla="*/ 137827 h 1171575"/>
                <a:gd name="connsiteX1140" fmla="*/ 773525 w 2143125"/>
                <a:gd name="connsiteY1140" fmla="*/ 136779 h 1171575"/>
                <a:gd name="connsiteX1141" fmla="*/ 773144 w 2143125"/>
                <a:gd name="connsiteY1141" fmla="*/ 135922 h 1171575"/>
                <a:gd name="connsiteX1142" fmla="*/ 772954 w 2143125"/>
                <a:gd name="connsiteY1142" fmla="*/ 135255 h 1171575"/>
                <a:gd name="connsiteX1143" fmla="*/ 772573 w 2143125"/>
                <a:gd name="connsiteY1143" fmla="*/ 134874 h 1171575"/>
                <a:gd name="connsiteX1144" fmla="*/ 770001 w 2143125"/>
                <a:gd name="connsiteY1144" fmla="*/ 134303 h 1171575"/>
                <a:gd name="connsiteX1145" fmla="*/ 768287 w 2143125"/>
                <a:gd name="connsiteY1145" fmla="*/ 134398 h 1171575"/>
                <a:gd name="connsiteX1146" fmla="*/ 765810 w 2143125"/>
                <a:gd name="connsiteY1146" fmla="*/ 134969 h 1171575"/>
                <a:gd name="connsiteX1147" fmla="*/ 764667 w 2143125"/>
                <a:gd name="connsiteY1147" fmla="*/ 135636 h 1171575"/>
                <a:gd name="connsiteX1148" fmla="*/ 763715 w 2143125"/>
                <a:gd name="connsiteY1148" fmla="*/ 136970 h 1171575"/>
                <a:gd name="connsiteX1149" fmla="*/ 763429 w 2143125"/>
                <a:gd name="connsiteY1149" fmla="*/ 137922 h 1171575"/>
                <a:gd name="connsiteX1150" fmla="*/ 763334 w 2143125"/>
                <a:gd name="connsiteY1150" fmla="*/ 138970 h 1171575"/>
                <a:gd name="connsiteX1151" fmla="*/ 763429 w 2143125"/>
                <a:gd name="connsiteY1151" fmla="*/ 140018 h 1171575"/>
                <a:gd name="connsiteX1152" fmla="*/ 763810 w 2143125"/>
                <a:gd name="connsiteY1152" fmla="*/ 140970 h 1171575"/>
                <a:gd name="connsiteX1153" fmla="*/ 764953 w 2143125"/>
                <a:gd name="connsiteY1153" fmla="*/ 141256 h 1171575"/>
                <a:gd name="connsiteX1154" fmla="*/ 768382 w 2143125"/>
                <a:gd name="connsiteY1154" fmla="*/ 141351 h 1171575"/>
                <a:gd name="connsiteX1155" fmla="*/ 769430 w 2143125"/>
                <a:gd name="connsiteY1155" fmla="*/ 141637 h 1171575"/>
                <a:gd name="connsiteX1156" fmla="*/ 770001 w 2143125"/>
                <a:gd name="connsiteY1156" fmla="*/ 142113 h 1171575"/>
                <a:gd name="connsiteX1157" fmla="*/ 771049 w 2143125"/>
                <a:gd name="connsiteY1157" fmla="*/ 143732 h 1171575"/>
                <a:gd name="connsiteX1158" fmla="*/ 772478 w 2143125"/>
                <a:gd name="connsiteY1158" fmla="*/ 144685 h 1171575"/>
                <a:gd name="connsiteX1159" fmla="*/ 774287 w 2143125"/>
                <a:gd name="connsiteY1159" fmla="*/ 145447 h 1171575"/>
                <a:gd name="connsiteX1160" fmla="*/ 775621 w 2143125"/>
                <a:gd name="connsiteY1160" fmla="*/ 146590 h 1171575"/>
                <a:gd name="connsiteX1161" fmla="*/ 775430 w 2143125"/>
                <a:gd name="connsiteY1161" fmla="*/ 148590 h 1171575"/>
                <a:gd name="connsiteX1162" fmla="*/ 774383 w 2143125"/>
                <a:gd name="connsiteY1162" fmla="*/ 150019 h 1171575"/>
                <a:gd name="connsiteX1163" fmla="*/ 772954 w 2143125"/>
                <a:gd name="connsiteY1163" fmla="*/ 151448 h 1171575"/>
                <a:gd name="connsiteX1164" fmla="*/ 771716 w 2143125"/>
                <a:gd name="connsiteY1164" fmla="*/ 153067 h 1171575"/>
                <a:gd name="connsiteX1165" fmla="*/ 771144 w 2143125"/>
                <a:gd name="connsiteY1165" fmla="*/ 155162 h 1171575"/>
                <a:gd name="connsiteX1166" fmla="*/ 770668 w 2143125"/>
                <a:gd name="connsiteY1166" fmla="*/ 156115 h 1171575"/>
                <a:gd name="connsiteX1167" fmla="*/ 768572 w 2143125"/>
                <a:gd name="connsiteY1167" fmla="*/ 156401 h 1171575"/>
                <a:gd name="connsiteX1168" fmla="*/ 767715 w 2143125"/>
                <a:gd name="connsiteY1168" fmla="*/ 156877 h 1171575"/>
                <a:gd name="connsiteX1169" fmla="*/ 767334 w 2143125"/>
                <a:gd name="connsiteY1169" fmla="*/ 157924 h 1171575"/>
                <a:gd name="connsiteX1170" fmla="*/ 767334 w 2143125"/>
                <a:gd name="connsiteY1170" fmla="*/ 158972 h 1171575"/>
                <a:gd name="connsiteX1171" fmla="*/ 767429 w 2143125"/>
                <a:gd name="connsiteY1171" fmla="*/ 160115 h 1171575"/>
                <a:gd name="connsiteX1172" fmla="*/ 767334 w 2143125"/>
                <a:gd name="connsiteY1172" fmla="*/ 161258 h 1171575"/>
                <a:gd name="connsiteX1173" fmla="*/ 765524 w 2143125"/>
                <a:gd name="connsiteY1173" fmla="*/ 162878 h 1171575"/>
                <a:gd name="connsiteX1174" fmla="*/ 760095 w 2143125"/>
                <a:gd name="connsiteY1174" fmla="*/ 160973 h 1171575"/>
                <a:gd name="connsiteX1175" fmla="*/ 758762 w 2143125"/>
                <a:gd name="connsiteY1175" fmla="*/ 163163 h 1171575"/>
                <a:gd name="connsiteX1176" fmla="*/ 760190 w 2143125"/>
                <a:gd name="connsiteY1176" fmla="*/ 164878 h 1171575"/>
                <a:gd name="connsiteX1177" fmla="*/ 767525 w 2143125"/>
                <a:gd name="connsiteY1177" fmla="*/ 165354 h 1171575"/>
                <a:gd name="connsiteX1178" fmla="*/ 770192 w 2143125"/>
                <a:gd name="connsiteY1178" fmla="*/ 166211 h 1171575"/>
                <a:gd name="connsiteX1179" fmla="*/ 770573 w 2143125"/>
                <a:gd name="connsiteY1179" fmla="*/ 166783 h 1171575"/>
                <a:gd name="connsiteX1180" fmla="*/ 771144 w 2143125"/>
                <a:gd name="connsiteY1180" fmla="*/ 168212 h 1171575"/>
                <a:gd name="connsiteX1181" fmla="*/ 771525 w 2143125"/>
                <a:gd name="connsiteY1181" fmla="*/ 168783 h 1171575"/>
                <a:gd name="connsiteX1182" fmla="*/ 772573 w 2143125"/>
                <a:gd name="connsiteY1182" fmla="*/ 169450 h 1171575"/>
                <a:gd name="connsiteX1183" fmla="*/ 779717 w 2143125"/>
                <a:gd name="connsiteY1183" fmla="*/ 171260 h 1171575"/>
                <a:gd name="connsiteX1184" fmla="*/ 781622 w 2143125"/>
                <a:gd name="connsiteY1184" fmla="*/ 170974 h 1171575"/>
                <a:gd name="connsiteX1185" fmla="*/ 784003 w 2143125"/>
                <a:gd name="connsiteY1185" fmla="*/ 167640 h 1171575"/>
                <a:gd name="connsiteX1186" fmla="*/ 785527 w 2143125"/>
                <a:gd name="connsiteY1186" fmla="*/ 167069 h 1171575"/>
                <a:gd name="connsiteX1187" fmla="*/ 791432 w 2143125"/>
                <a:gd name="connsiteY1187" fmla="*/ 167069 h 1171575"/>
                <a:gd name="connsiteX1188" fmla="*/ 792194 w 2143125"/>
                <a:gd name="connsiteY1188" fmla="*/ 167354 h 1171575"/>
                <a:gd name="connsiteX1189" fmla="*/ 792766 w 2143125"/>
                <a:gd name="connsiteY1189" fmla="*/ 168593 h 1171575"/>
                <a:gd name="connsiteX1190" fmla="*/ 794194 w 2143125"/>
                <a:gd name="connsiteY1190" fmla="*/ 174403 h 1171575"/>
                <a:gd name="connsiteX1191" fmla="*/ 792099 w 2143125"/>
                <a:gd name="connsiteY1191" fmla="*/ 175546 h 1171575"/>
                <a:gd name="connsiteX1192" fmla="*/ 790670 w 2143125"/>
                <a:gd name="connsiteY1192" fmla="*/ 176689 h 1171575"/>
                <a:gd name="connsiteX1193" fmla="*/ 788003 w 2143125"/>
                <a:gd name="connsiteY1193" fmla="*/ 179737 h 1171575"/>
                <a:gd name="connsiteX1194" fmla="*/ 786670 w 2143125"/>
                <a:gd name="connsiteY1194" fmla="*/ 180689 h 1171575"/>
                <a:gd name="connsiteX1195" fmla="*/ 785051 w 2143125"/>
                <a:gd name="connsiteY1195" fmla="*/ 180689 h 1171575"/>
                <a:gd name="connsiteX1196" fmla="*/ 783527 w 2143125"/>
                <a:gd name="connsiteY1196" fmla="*/ 179451 h 1171575"/>
                <a:gd name="connsiteX1197" fmla="*/ 782193 w 2143125"/>
                <a:gd name="connsiteY1197" fmla="*/ 177641 h 1171575"/>
                <a:gd name="connsiteX1198" fmla="*/ 781050 w 2143125"/>
                <a:gd name="connsiteY1198" fmla="*/ 175736 h 1171575"/>
                <a:gd name="connsiteX1199" fmla="*/ 780002 w 2143125"/>
                <a:gd name="connsiteY1199" fmla="*/ 174784 h 1171575"/>
                <a:gd name="connsiteX1200" fmla="*/ 778574 w 2143125"/>
                <a:gd name="connsiteY1200" fmla="*/ 174498 h 1171575"/>
                <a:gd name="connsiteX1201" fmla="*/ 777240 w 2143125"/>
                <a:gd name="connsiteY1201" fmla="*/ 174784 h 1171575"/>
                <a:gd name="connsiteX1202" fmla="*/ 776383 w 2143125"/>
                <a:gd name="connsiteY1202" fmla="*/ 175736 h 1171575"/>
                <a:gd name="connsiteX1203" fmla="*/ 776192 w 2143125"/>
                <a:gd name="connsiteY1203" fmla="*/ 178499 h 1171575"/>
                <a:gd name="connsiteX1204" fmla="*/ 776002 w 2143125"/>
                <a:gd name="connsiteY1204" fmla="*/ 179546 h 1171575"/>
                <a:gd name="connsiteX1205" fmla="*/ 775526 w 2143125"/>
                <a:gd name="connsiteY1205" fmla="*/ 180785 h 1171575"/>
                <a:gd name="connsiteX1206" fmla="*/ 773144 w 2143125"/>
                <a:gd name="connsiteY1206" fmla="*/ 184309 h 1171575"/>
                <a:gd name="connsiteX1207" fmla="*/ 772192 w 2143125"/>
                <a:gd name="connsiteY1207" fmla="*/ 186404 h 1171575"/>
                <a:gd name="connsiteX1208" fmla="*/ 772001 w 2143125"/>
                <a:gd name="connsiteY1208" fmla="*/ 188595 h 1171575"/>
                <a:gd name="connsiteX1209" fmla="*/ 772478 w 2143125"/>
                <a:gd name="connsiteY1209" fmla="*/ 190786 h 1171575"/>
                <a:gd name="connsiteX1210" fmla="*/ 773525 w 2143125"/>
                <a:gd name="connsiteY1210" fmla="*/ 192881 h 1171575"/>
                <a:gd name="connsiteX1211" fmla="*/ 775621 w 2143125"/>
                <a:gd name="connsiteY1211" fmla="*/ 194882 h 1171575"/>
                <a:gd name="connsiteX1212" fmla="*/ 778097 w 2143125"/>
                <a:gd name="connsiteY1212" fmla="*/ 195453 h 1171575"/>
                <a:gd name="connsiteX1213" fmla="*/ 783146 w 2143125"/>
                <a:gd name="connsiteY1213" fmla="*/ 195453 h 1171575"/>
                <a:gd name="connsiteX1214" fmla="*/ 784955 w 2143125"/>
                <a:gd name="connsiteY1214" fmla="*/ 196215 h 1171575"/>
                <a:gd name="connsiteX1215" fmla="*/ 790099 w 2143125"/>
                <a:gd name="connsiteY1215" fmla="*/ 200311 h 1171575"/>
                <a:gd name="connsiteX1216" fmla="*/ 792004 w 2143125"/>
                <a:gd name="connsiteY1216" fmla="*/ 200882 h 1171575"/>
                <a:gd name="connsiteX1217" fmla="*/ 793718 w 2143125"/>
                <a:gd name="connsiteY1217" fmla="*/ 200597 h 1171575"/>
                <a:gd name="connsiteX1218" fmla="*/ 798767 w 2143125"/>
                <a:gd name="connsiteY1218" fmla="*/ 197834 h 1171575"/>
                <a:gd name="connsiteX1219" fmla="*/ 799910 w 2143125"/>
                <a:gd name="connsiteY1219" fmla="*/ 198215 h 1171575"/>
                <a:gd name="connsiteX1220" fmla="*/ 802100 w 2143125"/>
                <a:gd name="connsiteY1220" fmla="*/ 201359 h 1171575"/>
                <a:gd name="connsiteX1221" fmla="*/ 805244 w 2143125"/>
                <a:gd name="connsiteY1221" fmla="*/ 204311 h 1171575"/>
                <a:gd name="connsiteX1222" fmla="*/ 808958 w 2143125"/>
                <a:gd name="connsiteY1222" fmla="*/ 205931 h 1171575"/>
                <a:gd name="connsiteX1223" fmla="*/ 820293 w 2143125"/>
                <a:gd name="connsiteY1223" fmla="*/ 208217 h 1171575"/>
                <a:gd name="connsiteX1224" fmla="*/ 822008 w 2143125"/>
                <a:gd name="connsiteY1224" fmla="*/ 209264 h 1171575"/>
                <a:gd name="connsiteX1225" fmla="*/ 823341 w 2143125"/>
                <a:gd name="connsiteY1225" fmla="*/ 211455 h 1171575"/>
                <a:gd name="connsiteX1226" fmla="*/ 823722 w 2143125"/>
                <a:gd name="connsiteY1226" fmla="*/ 213551 h 1171575"/>
                <a:gd name="connsiteX1227" fmla="*/ 823627 w 2143125"/>
                <a:gd name="connsiteY1227" fmla="*/ 215551 h 1171575"/>
                <a:gd name="connsiteX1228" fmla="*/ 822579 w 2143125"/>
                <a:gd name="connsiteY1228" fmla="*/ 219837 h 1171575"/>
                <a:gd name="connsiteX1229" fmla="*/ 822579 w 2143125"/>
                <a:gd name="connsiteY1229" fmla="*/ 219837 h 1171575"/>
                <a:gd name="connsiteX1230" fmla="*/ 821436 w 2143125"/>
                <a:gd name="connsiteY1230" fmla="*/ 221837 h 1171575"/>
                <a:gd name="connsiteX1231" fmla="*/ 819436 w 2143125"/>
                <a:gd name="connsiteY1231" fmla="*/ 223266 h 1171575"/>
                <a:gd name="connsiteX1232" fmla="*/ 815435 w 2143125"/>
                <a:gd name="connsiteY1232" fmla="*/ 224790 h 1171575"/>
                <a:gd name="connsiteX1233" fmla="*/ 813530 w 2143125"/>
                <a:gd name="connsiteY1233" fmla="*/ 224504 h 1171575"/>
                <a:gd name="connsiteX1234" fmla="*/ 810006 w 2143125"/>
                <a:gd name="connsiteY1234" fmla="*/ 221742 h 1171575"/>
                <a:gd name="connsiteX1235" fmla="*/ 808101 w 2143125"/>
                <a:gd name="connsiteY1235" fmla="*/ 221075 h 1171575"/>
                <a:gd name="connsiteX1236" fmla="*/ 802767 w 2143125"/>
                <a:gd name="connsiteY1236" fmla="*/ 221837 h 1171575"/>
                <a:gd name="connsiteX1237" fmla="*/ 800481 w 2143125"/>
                <a:gd name="connsiteY1237" fmla="*/ 221552 h 1171575"/>
                <a:gd name="connsiteX1238" fmla="*/ 799433 w 2143125"/>
                <a:gd name="connsiteY1238" fmla="*/ 221742 h 1171575"/>
                <a:gd name="connsiteX1239" fmla="*/ 798386 w 2143125"/>
                <a:gd name="connsiteY1239" fmla="*/ 222695 h 1171575"/>
                <a:gd name="connsiteX1240" fmla="*/ 796766 w 2143125"/>
                <a:gd name="connsiteY1240" fmla="*/ 223742 h 1171575"/>
                <a:gd name="connsiteX1241" fmla="*/ 795147 w 2143125"/>
                <a:gd name="connsiteY1241" fmla="*/ 223076 h 1171575"/>
                <a:gd name="connsiteX1242" fmla="*/ 792004 w 2143125"/>
                <a:gd name="connsiteY1242" fmla="*/ 219837 h 1171575"/>
                <a:gd name="connsiteX1243" fmla="*/ 790099 w 2143125"/>
                <a:gd name="connsiteY1243" fmla="*/ 217837 h 1171575"/>
                <a:gd name="connsiteX1244" fmla="*/ 788575 w 2143125"/>
                <a:gd name="connsiteY1244" fmla="*/ 217075 h 1171575"/>
                <a:gd name="connsiteX1245" fmla="*/ 787337 w 2143125"/>
                <a:gd name="connsiteY1245" fmla="*/ 217456 h 1171575"/>
                <a:gd name="connsiteX1246" fmla="*/ 784860 w 2143125"/>
                <a:gd name="connsiteY1246" fmla="*/ 219647 h 1171575"/>
                <a:gd name="connsiteX1247" fmla="*/ 783431 w 2143125"/>
                <a:gd name="connsiteY1247" fmla="*/ 220313 h 1171575"/>
                <a:gd name="connsiteX1248" fmla="*/ 781812 w 2143125"/>
                <a:gd name="connsiteY1248" fmla="*/ 220504 h 1171575"/>
                <a:gd name="connsiteX1249" fmla="*/ 780193 w 2143125"/>
                <a:gd name="connsiteY1249" fmla="*/ 220313 h 1171575"/>
                <a:gd name="connsiteX1250" fmla="*/ 778669 w 2143125"/>
                <a:gd name="connsiteY1250" fmla="*/ 219647 h 1171575"/>
                <a:gd name="connsiteX1251" fmla="*/ 776859 w 2143125"/>
                <a:gd name="connsiteY1251" fmla="*/ 218408 h 1171575"/>
                <a:gd name="connsiteX1252" fmla="*/ 775049 w 2143125"/>
                <a:gd name="connsiteY1252" fmla="*/ 217837 h 1171575"/>
                <a:gd name="connsiteX1253" fmla="*/ 773240 w 2143125"/>
                <a:gd name="connsiteY1253" fmla="*/ 218123 h 1171575"/>
                <a:gd name="connsiteX1254" fmla="*/ 771525 w 2143125"/>
                <a:gd name="connsiteY1254" fmla="*/ 219647 h 1171575"/>
                <a:gd name="connsiteX1255" fmla="*/ 771525 w 2143125"/>
                <a:gd name="connsiteY1255" fmla="*/ 219647 h 1171575"/>
                <a:gd name="connsiteX1256" fmla="*/ 771525 w 2143125"/>
                <a:gd name="connsiteY1256" fmla="*/ 219647 h 1171575"/>
                <a:gd name="connsiteX1257" fmla="*/ 771525 w 2143125"/>
                <a:gd name="connsiteY1257" fmla="*/ 219647 h 1171575"/>
                <a:gd name="connsiteX1258" fmla="*/ 769715 w 2143125"/>
                <a:gd name="connsiteY1258" fmla="*/ 220885 h 1171575"/>
                <a:gd name="connsiteX1259" fmla="*/ 767810 w 2143125"/>
                <a:gd name="connsiteY1259" fmla="*/ 221456 h 1171575"/>
                <a:gd name="connsiteX1260" fmla="*/ 763715 w 2143125"/>
                <a:gd name="connsiteY1260" fmla="*/ 221456 h 1171575"/>
                <a:gd name="connsiteX1261" fmla="*/ 763715 w 2143125"/>
                <a:gd name="connsiteY1261" fmla="*/ 221456 h 1171575"/>
                <a:gd name="connsiteX1262" fmla="*/ 763715 w 2143125"/>
                <a:gd name="connsiteY1262" fmla="*/ 221552 h 1171575"/>
                <a:gd name="connsiteX1263" fmla="*/ 768096 w 2143125"/>
                <a:gd name="connsiteY1263" fmla="*/ 225743 h 1171575"/>
                <a:gd name="connsiteX1264" fmla="*/ 758952 w 2143125"/>
                <a:gd name="connsiteY1264" fmla="*/ 234220 h 1171575"/>
                <a:gd name="connsiteX1265" fmla="*/ 758000 w 2143125"/>
                <a:gd name="connsiteY1265" fmla="*/ 235363 h 1171575"/>
                <a:gd name="connsiteX1266" fmla="*/ 756761 w 2143125"/>
                <a:gd name="connsiteY1266" fmla="*/ 237839 h 1171575"/>
                <a:gd name="connsiteX1267" fmla="*/ 755904 w 2143125"/>
                <a:gd name="connsiteY1267" fmla="*/ 238792 h 1171575"/>
                <a:gd name="connsiteX1268" fmla="*/ 753713 w 2143125"/>
                <a:gd name="connsiteY1268" fmla="*/ 240030 h 1171575"/>
                <a:gd name="connsiteX1269" fmla="*/ 751142 w 2143125"/>
                <a:gd name="connsiteY1269" fmla="*/ 240602 h 1171575"/>
                <a:gd name="connsiteX1270" fmla="*/ 748856 w 2143125"/>
                <a:gd name="connsiteY1270" fmla="*/ 242030 h 1171575"/>
                <a:gd name="connsiteX1271" fmla="*/ 747617 w 2143125"/>
                <a:gd name="connsiteY1271" fmla="*/ 245555 h 1171575"/>
                <a:gd name="connsiteX1272" fmla="*/ 747522 w 2143125"/>
                <a:gd name="connsiteY1272" fmla="*/ 246507 h 1171575"/>
                <a:gd name="connsiteX1273" fmla="*/ 747522 w 2143125"/>
                <a:gd name="connsiteY1273" fmla="*/ 247460 h 1171575"/>
                <a:gd name="connsiteX1274" fmla="*/ 747713 w 2143125"/>
                <a:gd name="connsiteY1274" fmla="*/ 248222 h 1171575"/>
                <a:gd name="connsiteX1275" fmla="*/ 748189 w 2143125"/>
                <a:gd name="connsiteY1275" fmla="*/ 248698 h 1171575"/>
                <a:gd name="connsiteX1276" fmla="*/ 748856 w 2143125"/>
                <a:gd name="connsiteY1276" fmla="*/ 249174 h 1171575"/>
                <a:gd name="connsiteX1277" fmla="*/ 749046 w 2143125"/>
                <a:gd name="connsiteY1277" fmla="*/ 249650 h 1171575"/>
                <a:gd name="connsiteX1278" fmla="*/ 749141 w 2143125"/>
                <a:gd name="connsiteY1278" fmla="*/ 250222 h 1171575"/>
                <a:gd name="connsiteX1279" fmla="*/ 749427 w 2143125"/>
                <a:gd name="connsiteY1279" fmla="*/ 250984 h 1171575"/>
                <a:gd name="connsiteX1280" fmla="*/ 750094 w 2143125"/>
                <a:gd name="connsiteY1280" fmla="*/ 251460 h 1171575"/>
                <a:gd name="connsiteX1281" fmla="*/ 751046 w 2143125"/>
                <a:gd name="connsiteY1281" fmla="*/ 251555 h 1171575"/>
                <a:gd name="connsiteX1282" fmla="*/ 753713 w 2143125"/>
                <a:gd name="connsiteY1282" fmla="*/ 251270 h 1171575"/>
                <a:gd name="connsiteX1283" fmla="*/ 754285 w 2143125"/>
                <a:gd name="connsiteY1283" fmla="*/ 251365 h 1171575"/>
                <a:gd name="connsiteX1284" fmla="*/ 754571 w 2143125"/>
                <a:gd name="connsiteY1284" fmla="*/ 251936 h 1171575"/>
                <a:gd name="connsiteX1285" fmla="*/ 754856 w 2143125"/>
                <a:gd name="connsiteY1285" fmla="*/ 253270 h 1171575"/>
                <a:gd name="connsiteX1286" fmla="*/ 754952 w 2143125"/>
                <a:gd name="connsiteY1286" fmla="*/ 254984 h 1171575"/>
                <a:gd name="connsiteX1287" fmla="*/ 754761 w 2143125"/>
                <a:gd name="connsiteY1287" fmla="*/ 259080 h 1171575"/>
                <a:gd name="connsiteX1288" fmla="*/ 755047 w 2143125"/>
                <a:gd name="connsiteY1288" fmla="*/ 260509 h 1171575"/>
                <a:gd name="connsiteX1289" fmla="*/ 755904 w 2143125"/>
                <a:gd name="connsiteY1289" fmla="*/ 261271 h 1171575"/>
                <a:gd name="connsiteX1290" fmla="*/ 760762 w 2143125"/>
                <a:gd name="connsiteY1290" fmla="*/ 262985 h 1171575"/>
                <a:gd name="connsiteX1291" fmla="*/ 761429 w 2143125"/>
                <a:gd name="connsiteY1291" fmla="*/ 263462 h 1171575"/>
                <a:gd name="connsiteX1292" fmla="*/ 761905 w 2143125"/>
                <a:gd name="connsiteY1292" fmla="*/ 264319 h 1171575"/>
                <a:gd name="connsiteX1293" fmla="*/ 762286 w 2143125"/>
                <a:gd name="connsiteY1293" fmla="*/ 265843 h 1171575"/>
                <a:gd name="connsiteX1294" fmla="*/ 762476 w 2143125"/>
                <a:gd name="connsiteY1294" fmla="*/ 269367 h 1171575"/>
                <a:gd name="connsiteX1295" fmla="*/ 762762 w 2143125"/>
                <a:gd name="connsiteY1295" fmla="*/ 270891 h 1171575"/>
                <a:gd name="connsiteX1296" fmla="*/ 763619 w 2143125"/>
                <a:gd name="connsiteY1296" fmla="*/ 272129 h 1171575"/>
                <a:gd name="connsiteX1297" fmla="*/ 766858 w 2143125"/>
                <a:gd name="connsiteY1297" fmla="*/ 276701 h 1171575"/>
                <a:gd name="connsiteX1298" fmla="*/ 765239 w 2143125"/>
                <a:gd name="connsiteY1298" fmla="*/ 278416 h 1171575"/>
                <a:gd name="connsiteX1299" fmla="*/ 762953 w 2143125"/>
                <a:gd name="connsiteY1299" fmla="*/ 279749 h 1171575"/>
                <a:gd name="connsiteX1300" fmla="*/ 762000 w 2143125"/>
                <a:gd name="connsiteY1300" fmla="*/ 280607 h 1171575"/>
                <a:gd name="connsiteX1301" fmla="*/ 759333 w 2143125"/>
                <a:gd name="connsiteY1301" fmla="*/ 283655 h 1171575"/>
                <a:gd name="connsiteX1302" fmla="*/ 758285 w 2143125"/>
                <a:gd name="connsiteY1302" fmla="*/ 284417 h 1171575"/>
                <a:gd name="connsiteX1303" fmla="*/ 753237 w 2143125"/>
                <a:gd name="connsiteY1303" fmla="*/ 286607 h 1171575"/>
                <a:gd name="connsiteX1304" fmla="*/ 752285 w 2143125"/>
                <a:gd name="connsiteY1304" fmla="*/ 287465 h 1171575"/>
                <a:gd name="connsiteX1305" fmla="*/ 750189 w 2143125"/>
                <a:gd name="connsiteY1305" fmla="*/ 290989 h 1171575"/>
                <a:gd name="connsiteX1306" fmla="*/ 747522 w 2143125"/>
                <a:gd name="connsiteY1306" fmla="*/ 293180 h 1171575"/>
                <a:gd name="connsiteX1307" fmla="*/ 744665 w 2143125"/>
                <a:gd name="connsiteY1307" fmla="*/ 293275 h 1171575"/>
                <a:gd name="connsiteX1308" fmla="*/ 741712 w 2143125"/>
                <a:gd name="connsiteY1308" fmla="*/ 292608 h 1171575"/>
                <a:gd name="connsiteX1309" fmla="*/ 738759 w 2143125"/>
                <a:gd name="connsiteY1309" fmla="*/ 292513 h 1171575"/>
                <a:gd name="connsiteX1310" fmla="*/ 734473 w 2143125"/>
                <a:gd name="connsiteY1310" fmla="*/ 294418 h 1171575"/>
                <a:gd name="connsiteX1311" fmla="*/ 730377 w 2143125"/>
                <a:gd name="connsiteY1311" fmla="*/ 297847 h 1171575"/>
                <a:gd name="connsiteX1312" fmla="*/ 722757 w 2143125"/>
                <a:gd name="connsiteY1312" fmla="*/ 306134 h 1171575"/>
                <a:gd name="connsiteX1313" fmla="*/ 713613 w 2143125"/>
                <a:gd name="connsiteY1313" fmla="*/ 306134 h 1171575"/>
                <a:gd name="connsiteX1314" fmla="*/ 712184 w 2143125"/>
                <a:gd name="connsiteY1314" fmla="*/ 306134 h 1171575"/>
                <a:gd name="connsiteX1315" fmla="*/ 712184 w 2143125"/>
                <a:gd name="connsiteY1315" fmla="*/ 306134 h 1171575"/>
                <a:gd name="connsiteX1316" fmla="*/ 711327 w 2143125"/>
                <a:gd name="connsiteY1316" fmla="*/ 308134 h 1171575"/>
                <a:gd name="connsiteX1317" fmla="*/ 711232 w 2143125"/>
                <a:gd name="connsiteY1317" fmla="*/ 309563 h 1171575"/>
                <a:gd name="connsiteX1318" fmla="*/ 711708 w 2143125"/>
                <a:gd name="connsiteY1318" fmla="*/ 310896 h 1171575"/>
                <a:gd name="connsiteX1319" fmla="*/ 714089 w 2143125"/>
                <a:gd name="connsiteY1319" fmla="*/ 316421 h 1171575"/>
                <a:gd name="connsiteX1320" fmla="*/ 715137 w 2143125"/>
                <a:gd name="connsiteY1320" fmla="*/ 317468 h 1171575"/>
                <a:gd name="connsiteX1321" fmla="*/ 716756 w 2143125"/>
                <a:gd name="connsiteY1321" fmla="*/ 317754 h 1171575"/>
                <a:gd name="connsiteX1322" fmla="*/ 718090 w 2143125"/>
                <a:gd name="connsiteY1322" fmla="*/ 316992 h 1171575"/>
                <a:gd name="connsiteX1323" fmla="*/ 718566 w 2143125"/>
                <a:gd name="connsiteY1323" fmla="*/ 315659 h 1171575"/>
                <a:gd name="connsiteX1324" fmla="*/ 719138 w 2143125"/>
                <a:gd name="connsiteY1324" fmla="*/ 314801 h 1171575"/>
                <a:gd name="connsiteX1325" fmla="*/ 720947 w 2143125"/>
                <a:gd name="connsiteY1325" fmla="*/ 315563 h 1171575"/>
                <a:gd name="connsiteX1326" fmla="*/ 726377 w 2143125"/>
                <a:gd name="connsiteY1326" fmla="*/ 319564 h 1171575"/>
                <a:gd name="connsiteX1327" fmla="*/ 735711 w 2143125"/>
                <a:gd name="connsiteY1327" fmla="*/ 321850 h 1171575"/>
                <a:gd name="connsiteX1328" fmla="*/ 737140 w 2143125"/>
                <a:gd name="connsiteY1328" fmla="*/ 323660 h 1171575"/>
                <a:gd name="connsiteX1329" fmla="*/ 736949 w 2143125"/>
                <a:gd name="connsiteY1329" fmla="*/ 324326 h 1171575"/>
                <a:gd name="connsiteX1330" fmla="*/ 736473 w 2143125"/>
                <a:gd name="connsiteY1330" fmla="*/ 324898 h 1171575"/>
                <a:gd name="connsiteX1331" fmla="*/ 735425 w 2143125"/>
                <a:gd name="connsiteY1331" fmla="*/ 325660 h 1171575"/>
                <a:gd name="connsiteX1332" fmla="*/ 735140 w 2143125"/>
                <a:gd name="connsiteY1332" fmla="*/ 326136 h 1171575"/>
                <a:gd name="connsiteX1333" fmla="*/ 735235 w 2143125"/>
                <a:gd name="connsiteY1333" fmla="*/ 327660 h 1171575"/>
                <a:gd name="connsiteX1334" fmla="*/ 735044 w 2143125"/>
                <a:gd name="connsiteY1334" fmla="*/ 328327 h 1171575"/>
                <a:gd name="connsiteX1335" fmla="*/ 733997 w 2143125"/>
                <a:gd name="connsiteY1335" fmla="*/ 329089 h 1171575"/>
                <a:gd name="connsiteX1336" fmla="*/ 731520 w 2143125"/>
                <a:gd name="connsiteY1336" fmla="*/ 330327 h 1171575"/>
                <a:gd name="connsiteX1337" fmla="*/ 730663 w 2143125"/>
                <a:gd name="connsiteY1337" fmla="*/ 331470 h 1171575"/>
                <a:gd name="connsiteX1338" fmla="*/ 730663 w 2143125"/>
                <a:gd name="connsiteY1338" fmla="*/ 333280 h 1171575"/>
                <a:gd name="connsiteX1339" fmla="*/ 732092 w 2143125"/>
                <a:gd name="connsiteY1339" fmla="*/ 333947 h 1171575"/>
                <a:gd name="connsiteX1340" fmla="*/ 737807 w 2143125"/>
                <a:gd name="connsiteY1340" fmla="*/ 334899 h 1171575"/>
                <a:gd name="connsiteX1341" fmla="*/ 738378 w 2143125"/>
                <a:gd name="connsiteY1341" fmla="*/ 335280 h 1171575"/>
                <a:gd name="connsiteX1342" fmla="*/ 738569 w 2143125"/>
                <a:gd name="connsiteY1342" fmla="*/ 336042 h 1171575"/>
                <a:gd name="connsiteX1343" fmla="*/ 738664 w 2143125"/>
                <a:gd name="connsiteY1343" fmla="*/ 336899 h 1171575"/>
                <a:gd name="connsiteX1344" fmla="*/ 738950 w 2143125"/>
                <a:gd name="connsiteY1344" fmla="*/ 337566 h 1171575"/>
                <a:gd name="connsiteX1345" fmla="*/ 739426 w 2143125"/>
                <a:gd name="connsiteY1345" fmla="*/ 337757 h 1171575"/>
                <a:gd name="connsiteX1346" fmla="*/ 760857 w 2143125"/>
                <a:gd name="connsiteY1346" fmla="*/ 338328 h 1171575"/>
                <a:gd name="connsiteX1347" fmla="*/ 761714 w 2143125"/>
                <a:gd name="connsiteY1347" fmla="*/ 338328 h 1171575"/>
                <a:gd name="connsiteX1348" fmla="*/ 761524 w 2143125"/>
                <a:gd name="connsiteY1348" fmla="*/ 339376 h 1171575"/>
                <a:gd name="connsiteX1349" fmla="*/ 761524 w 2143125"/>
                <a:gd name="connsiteY1349" fmla="*/ 342138 h 1171575"/>
                <a:gd name="connsiteX1350" fmla="*/ 761714 w 2143125"/>
                <a:gd name="connsiteY1350" fmla="*/ 342900 h 1171575"/>
                <a:gd name="connsiteX1351" fmla="*/ 762095 w 2143125"/>
                <a:gd name="connsiteY1351" fmla="*/ 343948 h 1171575"/>
                <a:gd name="connsiteX1352" fmla="*/ 762857 w 2143125"/>
                <a:gd name="connsiteY1352" fmla="*/ 345567 h 1171575"/>
                <a:gd name="connsiteX1353" fmla="*/ 763524 w 2143125"/>
                <a:gd name="connsiteY1353" fmla="*/ 346329 h 1171575"/>
                <a:gd name="connsiteX1354" fmla="*/ 765239 w 2143125"/>
                <a:gd name="connsiteY1354" fmla="*/ 347567 h 1171575"/>
                <a:gd name="connsiteX1355" fmla="*/ 765619 w 2143125"/>
                <a:gd name="connsiteY1355" fmla="*/ 347948 h 1171575"/>
                <a:gd name="connsiteX1356" fmla="*/ 765905 w 2143125"/>
                <a:gd name="connsiteY1356" fmla="*/ 348329 h 1171575"/>
                <a:gd name="connsiteX1357" fmla="*/ 766096 w 2143125"/>
                <a:gd name="connsiteY1357" fmla="*/ 348615 h 1171575"/>
                <a:gd name="connsiteX1358" fmla="*/ 766286 w 2143125"/>
                <a:gd name="connsiteY1358" fmla="*/ 348901 h 1171575"/>
                <a:gd name="connsiteX1359" fmla="*/ 766572 w 2143125"/>
                <a:gd name="connsiteY1359" fmla="*/ 349091 h 1171575"/>
                <a:gd name="connsiteX1360" fmla="*/ 767048 w 2143125"/>
                <a:gd name="connsiteY1360" fmla="*/ 349282 h 1171575"/>
                <a:gd name="connsiteX1361" fmla="*/ 767620 w 2143125"/>
                <a:gd name="connsiteY1361" fmla="*/ 349377 h 1171575"/>
                <a:gd name="connsiteX1362" fmla="*/ 769334 w 2143125"/>
                <a:gd name="connsiteY1362" fmla="*/ 349282 h 1171575"/>
                <a:gd name="connsiteX1363" fmla="*/ 770382 w 2143125"/>
                <a:gd name="connsiteY1363" fmla="*/ 349472 h 1171575"/>
                <a:gd name="connsiteX1364" fmla="*/ 772478 w 2143125"/>
                <a:gd name="connsiteY1364" fmla="*/ 350234 h 1171575"/>
                <a:gd name="connsiteX1365" fmla="*/ 773716 w 2143125"/>
                <a:gd name="connsiteY1365" fmla="*/ 350425 h 1171575"/>
                <a:gd name="connsiteX1366" fmla="*/ 777335 w 2143125"/>
                <a:gd name="connsiteY1366" fmla="*/ 350139 h 1171575"/>
                <a:gd name="connsiteX1367" fmla="*/ 778574 w 2143125"/>
                <a:gd name="connsiteY1367" fmla="*/ 350425 h 1171575"/>
                <a:gd name="connsiteX1368" fmla="*/ 780383 w 2143125"/>
                <a:gd name="connsiteY1368" fmla="*/ 351473 h 1171575"/>
                <a:gd name="connsiteX1369" fmla="*/ 781050 w 2143125"/>
                <a:gd name="connsiteY1369" fmla="*/ 351663 h 1171575"/>
                <a:gd name="connsiteX1370" fmla="*/ 781717 w 2143125"/>
                <a:gd name="connsiteY1370" fmla="*/ 351663 h 1171575"/>
                <a:gd name="connsiteX1371" fmla="*/ 782955 w 2143125"/>
                <a:gd name="connsiteY1371" fmla="*/ 351187 h 1171575"/>
                <a:gd name="connsiteX1372" fmla="*/ 783717 w 2143125"/>
                <a:gd name="connsiteY1372" fmla="*/ 351092 h 1171575"/>
                <a:gd name="connsiteX1373" fmla="*/ 785717 w 2143125"/>
                <a:gd name="connsiteY1373" fmla="*/ 351949 h 1171575"/>
                <a:gd name="connsiteX1374" fmla="*/ 788003 w 2143125"/>
                <a:gd name="connsiteY1374" fmla="*/ 353473 h 1171575"/>
                <a:gd name="connsiteX1375" fmla="*/ 789908 w 2143125"/>
                <a:gd name="connsiteY1375" fmla="*/ 354044 h 1171575"/>
                <a:gd name="connsiteX1376" fmla="*/ 790099 w 2143125"/>
                <a:gd name="connsiteY1376" fmla="*/ 354425 h 1171575"/>
                <a:gd name="connsiteX1377" fmla="*/ 791147 w 2143125"/>
                <a:gd name="connsiteY1377" fmla="*/ 356140 h 1171575"/>
                <a:gd name="connsiteX1378" fmla="*/ 793242 w 2143125"/>
                <a:gd name="connsiteY1378" fmla="*/ 362617 h 1171575"/>
                <a:gd name="connsiteX1379" fmla="*/ 794480 w 2143125"/>
                <a:gd name="connsiteY1379" fmla="*/ 364903 h 1171575"/>
                <a:gd name="connsiteX1380" fmla="*/ 796100 w 2143125"/>
                <a:gd name="connsiteY1380" fmla="*/ 366427 h 1171575"/>
                <a:gd name="connsiteX1381" fmla="*/ 798862 w 2143125"/>
                <a:gd name="connsiteY1381" fmla="*/ 367665 h 1171575"/>
                <a:gd name="connsiteX1382" fmla="*/ 799814 w 2143125"/>
                <a:gd name="connsiteY1382" fmla="*/ 368046 h 1171575"/>
                <a:gd name="connsiteX1383" fmla="*/ 797052 w 2143125"/>
                <a:gd name="connsiteY1383" fmla="*/ 368808 h 1171575"/>
                <a:gd name="connsiteX1384" fmla="*/ 794766 w 2143125"/>
                <a:gd name="connsiteY1384" fmla="*/ 370142 h 1171575"/>
                <a:gd name="connsiteX1385" fmla="*/ 793052 w 2143125"/>
                <a:gd name="connsiteY1385" fmla="*/ 372428 h 1171575"/>
                <a:gd name="connsiteX1386" fmla="*/ 791909 w 2143125"/>
                <a:gd name="connsiteY1386" fmla="*/ 376333 h 1171575"/>
                <a:gd name="connsiteX1387" fmla="*/ 789432 w 2143125"/>
                <a:gd name="connsiteY1387" fmla="*/ 390335 h 1171575"/>
                <a:gd name="connsiteX1388" fmla="*/ 788956 w 2143125"/>
                <a:gd name="connsiteY1388" fmla="*/ 392621 h 1171575"/>
                <a:gd name="connsiteX1389" fmla="*/ 788194 w 2143125"/>
                <a:gd name="connsiteY1389" fmla="*/ 400145 h 1171575"/>
                <a:gd name="connsiteX1390" fmla="*/ 787432 w 2143125"/>
                <a:gd name="connsiteY1390" fmla="*/ 403669 h 1171575"/>
                <a:gd name="connsiteX1391" fmla="*/ 786194 w 2143125"/>
                <a:gd name="connsiteY1391" fmla="*/ 406241 h 1171575"/>
                <a:gd name="connsiteX1392" fmla="*/ 784479 w 2143125"/>
                <a:gd name="connsiteY1392" fmla="*/ 407956 h 1171575"/>
                <a:gd name="connsiteX1393" fmla="*/ 769906 w 2143125"/>
                <a:gd name="connsiteY1393" fmla="*/ 412909 h 1171575"/>
                <a:gd name="connsiteX1394" fmla="*/ 755333 w 2143125"/>
                <a:gd name="connsiteY1394" fmla="*/ 417862 h 1171575"/>
                <a:gd name="connsiteX1395" fmla="*/ 750094 w 2143125"/>
                <a:gd name="connsiteY1395" fmla="*/ 418719 h 1171575"/>
                <a:gd name="connsiteX1396" fmla="*/ 728091 w 2143125"/>
                <a:gd name="connsiteY1396" fmla="*/ 416052 h 1171575"/>
                <a:gd name="connsiteX1397" fmla="*/ 725234 w 2143125"/>
                <a:gd name="connsiteY1397" fmla="*/ 414623 h 1171575"/>
                <a:gd name="connsiteX1398" fmla="*/ 723329 w 2143125"/>
                <a:gd name="connsiteY1398" fmla="*/ 413194 h 1171575"/>
                <a:gd name="connsiteX1399" fmla="*/ 721614 w 2143125"/>
                <a:gd name="connsiteY1399" fmla="*/ 411290 h 1171575"/>
                <a:gd name="connsiteX1400" fmla="*/ 720471 w 2143125"/>
                <a:gd name="connsiteY1400" fmla="*/ 408908 h 1171575"/>
                <a:gd name="connsiteX1401" fmla="*/ 720281 w 2143125"/>
                <a:gd name="connsiteY1401" fmla="*/ 405860 h 1171575"/>
                <a:gd name="connsiteX1402" fmla="*/ 719423 w 2143125"/>
                <a:gd name="connsiteY1402" fmla="*/ 402812 h 1171575"/>
                <a:gd name="connsiteX1403" fmla="*/ 716661 w 2143125"/>
                <a:gd name="connsiteY1403" fmla="*/ 401765 h 1171575"/>
                <a:gd name="connsiteX1404" fmla="*/ 713423 w 2143125"/>
                <a:gd name="connsiteY1404" fmla="*/ 402050 h 1171575"/>
                <a:gd name="connsiteX1405" fmla="*/ 711137 w 2143125"/>
                <a:gd name="connsiteY1405" fmla="*/ 402622 h 1171575"/>
                <a:gd name="connsiteX1406" fmla="*/ 710660 w 2143125"/>
                <a:gd name="connsiteY1406" fmla="*/ 403193 h 1171575"/>
                <a:gd name="connsiteX1407" fmla="*/ 710279 w 2143125"/>
                <a:gd name="connsiteY1407" fmla="*/ 403860 h 1171575"/>
                <a:gd name="connsiteX1408" fmla="*/ 708089 w 2143125"/>
                <a:gd name="connsiteY1408" fmla="*/ 409385 h 1171575"/>
                <a:gd name="connsiteX1409" fmla="*/ 707803 w 2143125"/>
                <a:gd name="connsiteY1409" fmla="*/ 410813 h 1171575"/>
                <a:gd name="connsiteX1410" fmla="*/ 707803 w 2143125"/>
                <a:gd name="connsiteY1410" fmla="*/ 412433 h 1171575"/>
                <a:gd name="connsiteX1411" fmla="*/ 708089 w 2143125"/>
                <a:gd name="connsiteY1411" fmla="*/ 415385 h 1171575"/>
                <a:gd name="connsiteX1412" fmla="*/ 707898 w 2143125"/>
                <a:gd name="connsiteY1412" fmla="*/ 416814 h 1171575"/>
                <a:gd name="connsiteX1413" fmla="*/ 707231 w 2143125"/>
                <a:gd name="connsiteY1413" fmla="*/ 417862 h 1171575"/>
                <a:gd name="connsiteX1414" fmla="*/ 705517 w 2143125"/>
                <a:gd name="connsiteY1414" fmla="*/ 419862 h 1171575"/>
                <a:gd name="connsiteX1415" fmla="*/ 704850 w 2143125"/>
                <a:gd name="connsiteY1415" fmla="*/ 421005 h 1171575"/>
                <a:gd name="connsiteX1416" fmla="*/ 702564 w 2143125"/>
                <a:gd name="connsiteY1416" fmla="*/ 425958 h 1171575"/>
                <a:gd name="connsiteX1417" fmla="*/ 700373 w 2143125"/>
                <a:gd name="connsiteY1417" fmla="*/ 428339 h 1171575"/>
                <a:gd name="connsiteX1418" fmla="*/ 697802 w 2143125"/>
                <a:gd name="connsiteY1418" fmla="*/ 428816 h 1171575"/>
                <a:gd name="connsiteX1419" fmla="*/ 695039 w 2143125"/>
                <a:gd name="connsiteY1419" fmla="*/ 428625 h 1171575"/>
                <a:gd name="connsiteX1420" fmla="*/ 692372 w 2143125"/>
                <a:gd name="connsiteY1420" fmla="*/ 429101 h 1171575"/>
                <a:gd name="connsiteX1421" fmla="*/ 690563 w 2143125"/>
                <a:gd name="connsiteY1421" fmla="*/ 430625 h 1171575"/>
                <a:gd name="connsiteX1422" fmla="*/ 688848 w 2143125"/>
                <a:gd name="connsiteY1422" fmla="*/ 432435 h 1171575"/>
                <a:gd name="connsiteX1423" fmla="*/ 687134 w 2143125"/>
                <a:gd name="connsiteY1423" fmla="*/ 433197 h 1171575"/>
                <a:gd name="connsiteX1424" fmla="*/ 684181 w 2143125"/>
                <a:gd name="connsiteY1424" fmla="*/ 430530 h 1171575"/>
                <a:gd name="connsiteX1425" fmla="*/ 683324 w 2143125"/>
                <a:gd name="connsiteY1425" fmla="*/ 429292 h 1171575"/>
                <a:gd name="connsiteX1426" fmla="*/ 683324 w 2143125"/>
                <a:gd name="connsiteY1426" fmla="*/ 428054 h 1171575"/>
                <a:gd name="connsiteX1427" fmla="*/ 684752 w 2143125"/>
                <a:gd name="connsiteY1427" fmla="*/ 426815 h 1171575"/>
                <a:gd name="connsiteX1428" fmla="*/ 687800 w 2143125"/>
                <a:gd name="connsiteY1428" fmla="*/ 427292 h 1171575"/>
                <a:gd name="connsiteX1429" fmla="*/ 689134 w 2143125"/>
                <a:gd name="connsiteY1429" fmla="*/ 426720 h 1171575"/>
                <a:gd name="connsiteX1430" fmla="*/ 689324 w 2143125"/>
                <a:gd name="connsiteY1430" fmla="*/ 424529 h 1171575"/>
                <a:gd name="connsiteX1431" fmla="*/ 688658 w 2143125"/>
                <a:gd name="connsiteY1431" fmla="*/ 424053 h 1171575"/>
                <a:gd name="connsiteX1432" fmla="*/ 685895 w 2143125"/>
                <a:gd name="connsiteY1432" fmla="*/ 422910 h 1171575"/>
                <a:gd name="connsiteX1433" fmla="*/ 684848 w 2143125"/>
                <a:gd name="connsiteY1433" fmla="*/ 421672 h 1171575"/>
                <a:gd name="connsiteX1434" fmla="*/ 682752 w 2143125"/>
                <a:gd name="connsiteY1434" fmla="*/ 420243 h 1171575"/>
                <a:gd name="connsiteX1435" fmla="*/ 680085 w 2143125"/>
                <a:gd name="connsiteY1435" fmla="*/ 420338 h 1171575"/>
                <a:gd name="connsiteX1436" fmla="*/ 675037 w 2143125"/>
                <a:gd name="connsiteY1436" fmla="*/ 421577 h 1171575"/>
                <a:gd name="connsiteX1437" fmla="*/ 674084 w 2143125"/>
                <a:gd name="connsiteY1437" fmla="*/ 421577 h 1171575"/>
                <a:gd name="connsiteX1438" fmla="*/ 673322 w 2143125"/>
                <a:gd name="connsiteY1438" fmla="*/ 421196 h 1171575"/>
                <a:gd name="connsiteX1439" fmla="*/ 672656 w 2143125"/>
                <a:gd name="connsiteY1439" fmla="*/ 420434 h 1171575"/>
                <a:gd name="connsiteX1440" fmla="*/ 672084 w 2143125"/>
                <a:gd name="connsiteY1440" fmla="*/ 419195 h 1171575"/>
                <a:gd name="connsiteX1441" fmla="*/ 671227 w 2143125"/>
                <a:gd name="connsiteY1441" fmla="*/ 418052 h 1171575"/>
                <a:gd name="connsiteX1442" fmla="*/ 670084 w 2143125"/>
                <a:gd name="connsiteY1442" fmla="*/ 417671 h 1171575"/>
                <a:gd name="connsiteX1443" fmla="*/ 655796 w 2143125"/>
                <a:gd name="connsiteY1443" fmla="*/ 416433 h 1171575"/>
                <a:gd name="connsiteX1444" fmla="*/ 653701 w 2143125"/>
                <a:gd name="connsiteY1444" fmla="*/ 415576 h 1171575"/>
                <a:gd name="connsiteX1445" fmla="*/ 649700 w 2143125"/>
                <a:gd name="connsiteY1445" fmla="*/ 412528 h 1171575"/>
                <a:gd name="connsiteX1446" fmla="*/ 648748 w 2143125"/>
                <a:gd name="connsiteY1446" fmla="*/ 411480 h 1171575"/>
                <a:gd name="connsiteX1447" fmla="*/ 648272 w 2143125"/>
                <a:gd name="connsiteY1447" fmla="*/ 410528 h 1171575"/>
                <a:gd name="connsiteX1448" fmla="*/ 647414 w 2143125"/>
                <a:gd name="connsiteY1448" fmla="*/ 407765 h 1171575"/>
                <a:gd name="connsiteX1449" fmla="*/ 646367 w 2143125"/>
                <a:gd name="connsiteY1449" fmla="*/ 406718 h 1171575"/>
                <a:gd name="connsiteX1450" fmla="*/ 644842 w 2143125"/>
                <a:gd name="connsiteY1450" fmla="*/ 406813 h 1171575"/>
                <a:gd name="connsiteX1451" fmla="*/ 643319 w 2143125"/>
                <a:gd name="connsiteY1451" fmla="*/ 407194 h 1171575"/>
                <a:gd name="connsiteX1452" fmla="*/ 641985 w 2143125"/>
                <a:gd name="connsiteY1452" fmla="*/ 407099 h 1171575"/>
                <a:gd name="connsiteX1453" fmla="*/ 641033 w 2143125"/>
                <a:gd name="connsiteY1453" fmla="*/ 406146 h 1171575"/>
                <a:gd name="connsiteX1454" fmla="*/ 640842 w 2143125"/>
                <a:gd name="connsiteY1454" fmla="*/ 405003 h 1171575"/>
                <a:gd name="connsiteX1455" fmla="*/ 641223 w 2143125"/>
                <a:gd name="connsiteY1455" fmla="*/ 401765 h 1171575"/>
                <a:gd name="connsiteX1456" fmla="*/ 640652 w 2143125"/>
                <a:gd name="connsiteY1456" fmla="*/ 400907 h 1171575"/>
                <a:gd name="connsiteX1457" fmla="*/ 637985 w 2143125"/>
                <a:gd name="connsiteY1457" fmla="*/ 401098 h 1171575"/>
                <a:gd name="connsiteX1458" fmla="*/ 636937 w 2143125"/>
                <a:gd name="connsiteY1458" fmla="*/ 400907 h 1171575"/>
                <a:gd name="connsiteX1459" fmla="*/ 636365 w 2143125"/>
                <a:gd name="connsiteY1459" fmla="*/ 399955 h 1171575"/>
                <a:gd name="connsiteX1460" fmla="*/ 635889 w 2143125"/>
                <a:gd name="connsiteY1460" fmla="*/ 398431 h 1171575"/>
                <a:gd name="connsiteX1461" fmla="*/ 635699 w 2143125"/>
                <a:gd name="connsiteY1461" fmla="*/ 396907 h 1171575"/>
                <a:gd name="connsiteX1462" fmla="*/ 636080 w 2143125"/>
                <a:gd name="connsiteY1462" fmla="*/ 395764 h 1171575"/>
                <a:gd name="connsiteX1463" fmla="*/ 636937 w 2143125"/>
                <a:gd name="connsiteY1463" fmla="*/ 394907 h 1171575"/>
                <a:gd name="connsiteX1464" fmla="*/ 637699 w 2143125"/>
                <a:gd name="connsiteY1464" fmla="*/ 393954 h 1171575"/>
                <a:gd name="connsiteX1465" fmla="*/ 638270 w 2143125"/>
                <a:gd name="connsiteY1465" fmla="*/ 392716 h 1171575"/>
                <a:gd name="connsiteX1466" fmla="*/ 638556 w 2143125"/>
                <a:gd name="connsiteY1466" fmla="*/ 391192 h 1171575"/>
                <a:gd name="connsiteX1467" fmla="*/ 638175 w 2143125"/>
                <a:gd name="connsiteY1467" fmla="*/ 387668 h 1171575"/>
                <a:gd name="connsiteX1468" fmla="*/ 636556 w 2143125"/>
                <a:gd name="connsiteY1468" fmla="*/ 385477 h 1171575"/>
                <a:gd name="connsiteX1469" fmla="*/ 634270 w 2143125"/>
                <a:gd name="connsiteY1469" fmla="*/ 384429 h 1171575"/>
                <a:gd name="connsiteX1470" fmla="*/ 627793 w 2143125"/>
                <a:gd name="connsiteY1470" fmla="*/ 384239 h 1171575"/>
                <a:gd name="connsiteX1471" fmla="*/ 626745 w 2143125"/>
                <a:gd name="connsiteY1471" fmla="*/ 383667 h 1171575"/>
                <a:gd name="connsiteX1472" fmla="*/ 626364 w 2143125"/>
                <a:gd name="connsiteY1472" fmla="*/ 382715 h 1171575"/>
                <a:gd name="connsiteX1473" fmla="*/ 626364 w 2143125"/>
                <a:gd name="connsiteY1473" fmla="*/ 381667 h 1171575"/>
                <a:gd name="connsiteX1474" fmla="*/ 626174 w 2143125"/>
                <a:gd name="connsiteY1474" fmla="*/ 380524 h 1171575"/>
                <a:gd name="connsiteX1475" fmla="*/ 625507 w 2143125"/>
                <a:gd name="connsiteY1475" fmla="*/ 379476 h 1171575"/>
                <a:gd name="connsiteX1476" fmla="*/ 623888 w 2143125"/>
                <a:gd name="connsiteY1476" fmla="*/ 377762 h 1171575"/>
                <a:gd name="connsiteX1477" fmla="*/ 623126 w 2143125"/>
                <a:gd name="connsiteY1477" fmla="*/ 377095 h 1171575"/>
                <a:gd name="connsiteX1478" fmla="*/ 621030 w 2143125"/>
                <a:gd name="connsiteY1478" fmla="*/ 378428 h 1171575"/>
                <a:gd name="connsiteX1479" fmla="*/ 619792 w 2143125"/>
                <a:gd name="connsiteY1479" fmla="*/ 378714 h 1171575"/>
                <a:gd name="connsiteX1480" fmla="*/ 618649 w 2143125"/>
                <a:gd name="connsiteY1480" fmla="*/ 379381 h 1171575"/>
                <a:gd name="connsiteX1481" fmla="*/ 617982 w 2143125"/>
                <a:gd name="connsiteY1481" fmla="*/ 380905 h 1171575"/>
                <a:gd name="connsiteX1482" fmla="*/ 617506 w 2143125"/>
                <a:gd name="connsiteY1482" fmla="*/ 382715 h 1171575"/>
                <a:gd name="connsiteX1483" fmla="*/ 616839 w 2143125"/>
                <a:gd name="connsiteY1483" fmla="*/ 384239 h 1171575"/>
                <a:gd name="connsiteX1484" fmla="*/ 615601 w 2143125"/>
                <a:gd name="connsiteY1484" fmla="*/ 385096 h 1171575"/>
                <a:gd name="connsiteX1485" fmla="*/ 614172 w 2143125"/>
                <a:gd name="connsiteY1485" fmla="*/ 385001 h 1171575"/>
                <a:gd name="connsiteX1486" fmla="*/ 612743 w 2143125"/>
                <a:gd name="connsiteY1486" fmla="*/ 384334 h 1171575"/>
                <a:gd name="connsiteX1487" fmla="*/ 611505 w 2143125"/>
                <a:gd name="connsiteY1487" fmla="*/ 383381 h 1171575"/>
                <a:gd name="connsiteX1488" fmla="*/ 611410 w 2143125"/>
                <a:gd name="connsiteY1488" fmla="*/ 383096 h 1171575"/>
                <a:gd name="connsiteX1489" fmla="*/ 611410 w 2143125"/>
                <a:gd name="connsiteY1489" fmla="*/ 382619 h 1171575"/>
                <a:gd name="connsiteX1490" fmla="*/ 611410 w 2143125"/>
                <a:gd name="connsiteY1490" fmla="*/ 382048 h 1171575"/>
                <a:gd name="connsiteX1491" fmla="*/ 611124 w 2143125"/>
                <a:gd name="connsiteY1491" fmla="*/ 381667 h 1171575"/>
                <a:gd name="connsiteX1492" fmla="*/ 610743 w 2143125"/>
                <a:gd name="connsiteY1492" fmla="*/ 381572 h 1171575"/>
                <a:gd name="connsiteX1493" fmla="*/ 606743 w 2143125"/>
                <a:gd name="connsiteY1493" fmla="*/ 382238 h 1171575"/>
                <a:gd name="connsiteX1494" fmla="*/ 606076 w 2143125"/>
                <a:gd name="connsiteY1494" fmla="*/ 382429 h 1171575"/>
                <a:gd name="connsiteX1495" fmla="*/ 604552 w 2143125"/>
                <a:gd name="connsiteY1495" fmla="*/ 383286 h 1171575"/>
                <a:gd name="connsiteX1496" fmla="*/ 603980 w 2143125"/>
                <a:gd name="connsiteY1496" fmla="*/ 383096 h 1171575"/>
                <a:gd name="connsiteX1497" fmla="*/ 603123 w 2143125"/>
                <a:gd name="connsiteY1497" fmla="*/ 381857 h 1171575"/>
                <a:gd name="connsiteX1498" fmla="*/ 602647 w 2143125"/>
                <a:gd name="connsiteY1498" fmla="*/ 381381 h 1171575"/>
                <a:gd name="connsiteX1499" fmla="*/ 601980 w 2143125"/>
                <a:gd name="connsiteY1499" fmla="*/ 381095 h 1171575"/>
                <a:gd name="connsiteX1500" fmla="*/ 599123 w 2143125"/>
                <a:gd name="connsiteY1500" fmla="*/ 381095 h 1171575"/>
                <a:gd name="connsiteX1501" fmla="*/ 598265 w 2143125"/>
                <a:gd name="connsiteY1501" fmla="*/ 380905 h 1171575"/>
                <a:gd name="connsiteX1502" fmla="*/ 595884 w 2143125"/>
                <a:gd name="connsiteY1502" fmla="*/ 379476 h 1171575"/>
                <a:gd name="connsiteX1503" fmla="*/ 594455 w 2143125"/>
                <a:gd name="connsiteY1503" fmla="*/ 379762 h 1171575"/>
                <a:gd name="connsiteX1504" fmla="*/ 593598 w 2143125"/>
                <a:gd name="connsiteY1504" fmla="*/ 381572 h 1171575"/>
                <a:gd name="connsiteX1505" fmla="*/ 592646 w 2143125"/>
                <a:gd name="connsiteY1505" fmla="*/ 383572 h 1171575"/>
                <a:gd name="connsiteX1506" fmla="*/ 592360 w 2143125"/>
                <a:gd name="connsiteY1506" fmla="*/ 386620 h 1171575"/>
                <a:gd name="connsiteX1507" fmla="*/ 592836 w 2143125"/>
                <a:gd name="connsiteY1507" fmla="*/ 392144 h 1171575"/>
                <a:gd name="connsiteX1508" fmla="*/ 592836 w 2143125"/>
                <a:gd name="connsiteY1508" fmla="*/ 394907 h 1171575"/>
                <a:gd name="connsiteX1509" fmla="*/ 592074 w 2143125"/>
                <a:gd name="connsiteY1509" fmla="*/ 397383 h 1171575"/>
                <a:gd name="connsiteX1510" fmla="*/ 590360 w 2143125"/>
                <a:gd name="connsiteY1510" fmla="*/ 398336 h 1171575"/>
                <a:gd name="connsiteX1511" fmla="*/ 585502 w 2143125"/>
                <a:gd name="connsiteY1511" fmla="*/ 396716 h 1171575"/>
                <a:gd name="connsiteX1512" fmla="*/ 583406 w 2143125"/>
                <a:gd name="connsiteY1512" fmla="*/ 396431 h 1171575"/>
                <a:gd name="connsiteX1513" fmla="*/ 582168 w 2143125"/>
                <a:gd name="connsiteY1513" fmla="*/ 397193 h 1171575"/>
                <a:gd name="connsiteX1514" fmla="*/ 581501 w 2143125"/>
                <a:gd name="connsiteY1514" fmla="*/ 398336 h 1171575"/>
                <a:gd name="connsiteX1515" fmla="*/ 580930 w 2143125"/>
                <a:gd name="connsiteY1515" fmla="*/ 399574 h 1171575"/>
                <a:gd name="connsiteX1516" fmla="*/ 579977 w 2143125"/>
                <a:gd name="connsiteY1516" fmla="*/ 400812 h 1171575"/>
                <a:gd name="connsiteX1517" fmla="*/ 578739 w 2143125"/>
                <a:gd name="connsiteY1517" fmla="*/ 401479 h 1171575"/>
                <a:gd name="connsiteX1518" fmla="*/ 577406 w 2143125"/>
                <a:gd name="connsiteY1518" fmla="*/ 401574 h 1171575"/>
                <a:gd name="connsiteX1519" fmla="*/ 576072 w 2143125"/>
                <a:gd name="connsiteY1519" fmla="*/ 401193 h 1171575"/>
                <a:gd name="connsiteX1520" fmla="*/ 572643 w 2143125"/>
                <a:gd name="connsiteY1520" fmla="*/ 399193 h 1171575"/>
                <a:gd name="connsiteX1521" fmla="*/ 571691 w 2143125"/>
                <a:gd name="connsiteY1521" fmla="*/ 398240 h 1171575"/>
                <a:gd name="connsiteX1522" fmla="*/ 570929 w 2143125"/>
                <a:gd name="connsiteY1522" fmla="*/ 396907 h 1171575"/>
                <a:gd name="connsiteX1523" fmla="*/ 570452 w 2143125"/>
                <a:gd name="connsiteY1523" fmla="*/ 395573 h 1171575"/>
                <a:gd name="connsiteX1524" fmla="*/ 569786 w 2143125"/>
                <a:gd name="connsiteY1524" fmla="*/ 392621 h 1171575"/>
                <a:gd name="connsiteX1525" fmla="*/ 569309 w 2143125"/>
                <a:gd name="connsiteY1525" fmla="*/ 391287 h 1171575"/>
                <a:gd name="connsiteX1526" fmla="*/ 568452 w 2143125"/>
                <a:gd name="connsiteY1526" fmla="*/ 389954 h 1171575"/>
                <a:gd name="connsiteX1527" fmla="*/ 567595 w 2143125"/>
                <a:gd name="connsiteY1527" fmla="*/ 389192 h 1171575"/>
                <a:gd name="connsiteX1528" fmla="*/ 566547 w 2143125"/>
                <a:gd name="connsiteY1528" fmla="*/ 388906 h 1171575"/>
                <a:gd name="connsiteX1529" fmla="*/ 565309 w 2143125"/>
                <a:gd name="connsiteY1529" fmla="*/ 388811 h 1171575"/>
                <a:gd name="connsiteX1530" fmla="*/ 564452 w 2143125"/>
                <a:gd name="connsiteY1530" fmla="*/ 388239 h 1171575"/>
                <a:gd name="connsiteX1531" fmla="*/ 564071 w 2143125"/>
                <a:gd name="connsiteY1531" fmla="*/ 386810 h 1171575"/>
                <a:gd name="connsiteX1532" fmla="*/ 563594 w 2143125"/>
                <a:gd name="connsiteY1532" fmla="*/ 383572 h 1171575"/>
                <a:gd name="connsiteX1533" fmla="*/ 562928 w 2143125"/>
                <a:gd name="connsiteY1533" fmla="*/ 381857 h 1171575"/>
                <a:gd name="connsiteX1534" fmla="*/ 562166 w 2143125"/>
                <a:gd name="connsiteY1534" fmla="*/ 381381 h 1171575"/>
                <a:gd name="connsiteX1535" fmla="*/ 561308 w 2143125"/>
                <a:gd name="connsiteY1535" fmla="*/ 381762 h 1171575"/>
                <a:gd name="connsiteX1536" fmla="*/ 557879 w 2143125"/>
                <a:gd name="connsiteY1536" fmla="*/ 383953 h 1171575"/>
                <a:gd name="connsiteX1537" fmla="*/ 555403 w 2143125"/>
                <a:gd name="connsiteY1537" fmla="*/ 384524 h 1171575"/>
                <a:gd name="connsiteX1538" fmla="*/ 551117 w 2143125"/>
                <a:gd name="connsiteY1538" fmla="*/ 383953 h 1171575"/>
                <a:gd name="connsiteX1539" fmla="*/ 549783 w 2143125"/>
                <a:gd name="connsiteY1539" fmla="*/ 384334 h 1171575"/>
                <a:gd name="connsiteX1540" fmla="*/ 548450 w 2143125"/>
                <a:gd name="connsiteY1540" fmla="*/ 385001 h 1171575"/>
                <a:gd name="connsiteX1541" fmla="*/ 547116 w 2143125"/>
                <a:gd name="connsiteY1541" fmla="*/ 385382 h 1171575"/>
                <a:gd name="connsiteX1542" fmla="*/ 545687 w 2143125"/>
                <a:gd name="connsiteY1542" fmla="*/ 385382 h 1171575"/>
                <a:gd name="connsiteX1543" fmla="*/ 544354 w 2143125"/>
                <a:gd name="connsiteY1543" fmla="*/ 384905 h 1171575"/>
                <a:gd name="connsiteX1544" fmla="*/ 542354 w 2143125"/>
                <a:gd name="connsiteY1544" fmla="*/ 383286 h 1171575"/>
                <a:gd name="connsiteX1545" fmla="*/ 541592 w 2143125"/>
                <a:gd name="connsiteY1545" fmla="*/ 382905 h 1171575"/>
                <a:gd name="connsiteX1546" fmla="*/ 540258 w 2143125"/>
                <a:gd name="connsiteY1546" fmla="*/ 383096 h 1171575"/>
                <a:gd name="connsiteX1547" fmla="*/ 539210 w 2143125"/>
                <a:gd name="connsiteY1547" fmla="*/ 383477 h 1171575"/>
                <a:gd name="connsiteX1548" fmla="*/ 538067 w 2143125"/>
                <a:gd name="connsiteY1548" fmla="*/ 384239 h 1171575"/>
                <a:gd name="connsiteX1549" fmla="*/ 537305 w 2143125"/>
                <a:gd name="connsiteY1549" fmla="*/ 385382 h 1171575"/>
                <a:gd name="connsiteX1550" fmla="*/ 537401 w 2143125"/>
                <a:gd name="connsiteY1550" fmla="*/ 387001 h 1171575"/>
                <a:gd name="connsiteX1551" fmla="*/ 538448 w 2143125"/>
                <a:gd name="connsiteY1551" fmla="*/ 389668 h 1171575"/>
                <a:gd name="connsiteX1552" fmla="*/ 538829 w 2143125"/>
                <a:gd name="connsiteY1552" fmla="*/ 391097 h 1171575"/>
                <a:gd name="connsiteX1553" fmla="*/ 538734 w 2143125"/>
                <a:gd name="connsiteY1553" fmla="*/ 392049 h 1171575"/>
                <a:gd name="connsiteX1554" fmla="*/ 537686 w 2143125"/>
                <a:gd name="connsiteY1554" fmla="*/ 392144 h 1171575"/>
                <a:gd name="connsiteX1555" fmla="*/ 533876 w 2143125"/>
                <a:gd name="connsiteY1555" fmla="*/ 391382 h 1171575"/>
                <a:gd name="connsiteX1556" fmla="*/ 532829 w 2143125"/>
                <a:gd name="connsiteY1556" fmla="*/ 390906 h 1171575"/>
                <a:gd name="connsiteX1557" fmla="*/ 528161 w 2143125"/>
                <a:gd name="connsiteY1557" fmla="*/ 384048 h 1171575"/>
                <a:gd name="connsiteX1558" fmla="*/ 526637 w 2143125"/>
                <a:gd name="connsiteY1558" fmla="*/ 383477 h 1171575"/>
                <a:gd name="connsiteX1559" fmla="*/ 524923 w 2143125"/>
                <a:gd name="connsiteY1559" fmla="*/ 384810 h 1171575"/>
                <a:gd name="connsiteX1560" fmla="*/ 524066 w 2143125"/>
                <a:gd name="connsiteY1560" fmla="*/ 385763 h 1171575"/>
                <a:gd name="connsiteX1561" fmla="*/ 523589 w 2143125"/>
                <a:gd name="connsiteY1561" fmla="*/ 386715 h 1171575"/>
                <a:gd name="connsiteX1562" fmla="*/ 523589 w 2143125"/>
                <a:gd name="connsiteY1562" fmla="*/ 387953 h 1171575"/>
                <a:gd name="connsiteX1563" fmla="*/ 524161 w 2143125"/>
                <a:gd name="connsiteY1563" fmla="*/ 390335 h 1171575"/>
                <a:gd name="connsiteX1564" fmla="*/ 524161 w 2143125"/>
                <a:gd name="connsiteY1564" fmla="*/ 391478 h 1171575"/>
                <a:gd name="connsiteX1565" fmla="*/ 523304 w 2143125"/>
                <a:gd name="connsiteY1565" fmla="*/ 392621 h 1171575"/>
                <a:gd name="connsiteX1566" fmla="*/ 520637 w 2143125"/>
                <a:gd name="connsiteY1566" fmla="*/ 393002 h 1171575"/>
                <a:gd name="connsiteX1567" fmla="*/ 519875 w 2143125"/>
                <a:gd name="connsiteY1567" fmla="*/ 393859 h 1171575"/>
                <a:gd name="connsiteX1568" fmla="*/ 519494 w 2143125"/>
                <a:gd name="connsiteY1568" fmla="*/ 396907 h 1171575"/>
                <a:gd name="connsiteX1569" fmla="*/ 519113 w 2143125"/>
                <a:gd name="connsiteY1569" fmla="*/ 398240 h 1171575"/>
                <a:gd name="connsiteX1570" fmla="*/ 518065 w 2143125"/>
                <a:gd name="connsiteY1570" fmla="*/ 399288 h 1171575"/>
                <a:gd name="connsiteX1571" fmla="*/ 516636 w 2143125"/>
                <a:gd name="connsiteY1571" fmla="*/ 399574 h 1171575"/>
                <a:gd name="connsiteX1572" fmla="*/ 515017 w 2143125"/>
                <a:gd name="connsiteY1572" fmla="*/ 399193 h 1171575"/>
                <a:gd name="connsiteX1573" fmla="*/ 510635 w 2143125"/>
                <a:gd name="connsiteY1573" fmla="*/ 397193 h 1171575"/>
                <a:gd name="connsiteX1574" fmla="*/ 509778 w 2143125"/>
                <a:gd name="connsiteY1574" fmla="*/ 397478 h 1171575"/>
                <a:gd name="connsiteX1575" fmla="*/ 509207 w 2143125"/>
                <a:gd name="connsiteY1575" fmla="*/ 398621 h 1171575"/>
                <a:gd name="connsiteX1576" fmla="*/ 508635 w 2143125"/>
                <a:gd name="connsiteY1576" fmla="*/ 400622 h 1171575"/>
                <a:gd name="connsiteX1577" fmla="*/ 506635 w 2143125"/>
                <a:gd name="connsiteY1577" fmla="*/ 410718 h 1171575"/>
                <a:gd name="connsiteX1578" fmla="*/ 505492 w 2143125"/>
                <a:gd name="connsiteY1578" fmla="*/ 412623 h 1171575"/>
                <a:gd name="connsiteX1579" fmla="*/ 497777 w 2143125"/>
                <a:gd name="connsiteY1579" fmla="*/ 419100 h 1171575"/>
                <a:gd name="connsiteX1580" fmla="*/ 488918 w 2143125"/>
                <a:gd name="connsiteY1580" fmla="*/ 424053 h 1171575"/>
                <a:gd name="connsiteX1581" fmla="*/ 485204 w 2143125"/>
                <a:gd name="connsiteY1581" fmla="*/ 428054 h 1171575"/>
                <a:gd name="connsiteX1582" fmla="*/ 483394 w 2143125"/>
                <a:gd name="connsiteY1582" fmla="*/ 428816 h 1171575"/>
                <a:gd name="connsiteX1583" fmla="*/ 481108 w 2143125"/>
                <a:gd name="connsiteY1583" fmla="*/ 427196 h 1171575"/>
                <a:gd name="connsiteX1584" fmla="*/ 479489 w 2143125"/>
                <a:gd name="connsiteY1584" fmla="*/ 424815 h 1171575"/>
                <a:gd name="connsiteX1585" fmla="*/ 478631 w 2143125"/>
                <a:gd name="connsiteY1585" fmla="*/ 423958 h 1171575"/>
                <a:gd name="connsiteX1586" fmla="*/ 476250 w 2143125"/>
                <a:gd name="connsiteY1586" fmla="*/ 422910 h 1171575"/>
                <a:gd name="connsiteX1587" fmla="*/ 475679 w 2143125"/>
                <a:gd name="connsiteY1587" fmla="*/ 421767 h 1171575"/>
                <a:gd name="connsiteX1588" fmla="*/ 475298 w 2143125"/>
                <a:gd name="connsiteY1588" fmla="*/ 420434 h 1171575"/>
                <a:gd name="connsiteX1589" fmla="*/ 474536 w 2143125"/>
                <a:gd name="connsiteY1589" fmla="*/ 419100 h 1171575"/>
                <a:gd name="connsiteX1590" fmla="*/ 473297 w 2143125"/>
                <a:gd name="connsiteY1590" fmla="*/ 418148 h 1171575"/>
                <a:gd name="connsiteX1591" fmla="*/ 471964 w 2143125"/>
                <a:gd name="connsiteY1591" fmla="*/ 417767 h 1171575"/>
                <a:gd name="connsiteX1592" fmla="*/ 470535 w 2143125"/>
                <a:gd name="connsiteY1592" fmla="*/ 417767 h 1171575"/>
                <a:gd name="connsiteX1593" fmla="*/ 467868 w 2143125"/>
                <a:gd name="connsiteY1593" fmla="*/ 418529 h 1171575"/>
                <a:gd name="connsiteX1594" fmla="*/ 466916 w 2143125"/>
                <a:gd name="connsiteY1594" fmla="*/ 418624 h 1171575"/>
                <a:gd name="connsiteX1595" fmla="*/ 465963 w 2143125"/>
                <a:gd name="connsiteY1595" fmla="*/ 418338 h 1171575"/>
                <a:gd name="connsiteX1596" fmla="*/ 464725 w 2143125"/>
                <a:gd name="connsiteY1596" fmla="*/ 417481 h 1171575"/>
                <a:gd name="connsiteX1597" fmla="*/ 453104 w 2143125"/>
                <a:gd name="connsiteY1597" fmla="*/ 406527 h 1171575"/>
                <a:gd name="connsiteX1598" fmla="*/ 451866 w 2143125"/>
                <a:gd name="connsiteY1598" fmla="*/ 404336 h 1171575"/>
                <a:gd name="connsiteX1599" fmla="*/ 451961 w 2143125"/>
                <a:gd name="connsiteY1599" fmla="*/ 401098 h 1171575"/>
                <a:gd name="connsiteX1600" fmla="*/ 451104 w 2143125"/>
                <a:gd name="connsiteY1600" fmla="*/ 399288 h 1171575"/>
                <a:gd name="connsiteX1601" fmla="*/ 443008 w 2143125"/>
                <a:gd name="connsiteY1601" fmla="*/ 396907 h 1171575"/>
                <a:gd name="connsiteX1602" fmla="*/ 441293 w 2143125"/>
                <a:gd name="connsiteY1602" fmla="*/ 395097 h 1171575"/>
                <a:gd name="connsiteX1603" fmla="*/ 439674 w 2143125"/>
                <a:gd name="connsiteY1603" fmla="*/ 393002 h 1171575"/>
                <a:gd name="connsiteX1604" fmla="*/ 438626 w 2143125"/>
                <a:gd name="connsiteY1604" fmla="*/ 391954 h 1171575"/>
                <a:gd name="connsiteX1605" fmla="*/ 435197 w 2143125"/>
                <a:gd name="connsiteY1605" fmla="*/ 390239 h 1171575"/>
                <a:gd name="connsiteX1606" fmla="*/ 433102 w 2143125"/>
                <a:gd name="connsiteY1606" fmla="*/ 388334 h 1171575"/>
                <a:gd name="connsiteX1607" fmla="*/ 431959 w 2143125"/>
                <a:gd name="connsiteY1607" fmla="*/ 387763 h 1171575"/>
                <a:gd name="connsiteX1608" fmla="*/ 430721 w 2143125"/>
                <a:gd name="connsiteY1608" fmla="*/ 387382 h 1171575"/>
                <a:gd name="connsiteX1609" fmla="*/ 429482 w 2143125"/>
                <a:gd name="connsiteY1609" fmla="*/ 387382 h 1171575"/>
                <a:gd name="connsiteX1610" fmla="*/ 425005 w 2143125"/>
                <a:gd name="connsiteY1610" fmla="*/ 388811 h 1171575"/>
                <a:gd name="connsiteX1611" fmla="*/ 424053 w 2143125"/>
                <a:gd name="connsiteY1611" fmla="*/ 389382 h 1171575"/>
                <a:gd name="connsiteX1612" fmla="*/ 423577 w 2143125"/>
                <a:gd name="connsiteY1612" fmla="*/ 390430 h 1171575"/>
                <a:gd name="connsiteX1613" fmla="*/ 424625 w 2143125"/>
                <a:gd name="connsiteY1613" fmla="*/ 393573 h 1171575"/>
                <a:gd name="connsiteX1614" fmla="*/ 424053 w 2143125"/>
                <a:gd name="connsiteY1614" fmla="*/ 394335 h 1171575"/>
                <a:gd name="connsiteX1615" fmla="*/ 423101 w 2143125"/>
                <a:gd name="connsiteY1615" fmla="*/ 394907 h 1171575"/>
                <a:gd name="connsiteX1616" fmla="*/ 422434 w 2143125"/>
                <a:gd name="connsiteY1616" fmla="*/ 395668 h 1171575"/>
                <a:gd name="connsiteX1617" fmla="*/ 423672 w 2143125"/>
                <a:gd name="connsiteY1617" fmla="*/ 396621 h 1171575"/>
                <a:gd name="connsiteX1618" fmla="*/ 426720 w 2143125"/>
                <a:gd name="connsiteY1618" fmla="*/ 397478 h 1171575"/>
                <a:gd name="connsiteX1619" fmla="*/ 429578 w 2143125"/>
                <a:gd name="connsiteY1619" fmla="*/ 399098 h 1171575"/>
                <a:gd name="connsiteX1620" fmla="*/ 430244 w 2143125"/>
                <a:gd name="connsiteY1620" fmla="*/ 402431 h 1171575"/>
                <a:gd name="connsiteX1621" fmla="*/ 429959 w 2143125"/>
                <a:gd name="connsiteY1621" fmla="*/ 403098 h 1171575"/>
                <a:gd name="connsiteX1622" fmla="*/ 429101 w 2143125"/>
                <a:gd name="connsiteY1622" fmla="*/ 404527 h 1171575"/>
                <a:gd name="connsiteX1623" fmla="*/ 428911 w 2143125"/>
                <a:gd name="connsiteY1623" fmla="*/ 405289 h 1171575"/>
                <a:gd name="connsiteX1624" fmla="*/ 429101 w 2143125"/>
                <a:gd name="connsiteY1624" fmla="*/ 405956 h 1171575"/>
                <a:gd name="connsiteX1625" fmla="*/ 429863 w 2143125"/>
                <a:gd name="connsiteY1625" fmla="*/ 406908 h 1171575"/>
                <a:gd name="connsiteX1626" fmla="*/ 430149 w 2143125"/>
                <a:gd name="connsiteY1626" fmla="*/ 407480 h 1171575"/>
                <a:gd name="connsiteX1627" fmla="*/ 430149 w 2143125"/>
                <a:gd name="connsiteY1627" fmla="*/ 409194 h 1171575"/>
                <a:gd name="connsiteX1628" fmla="*/ 429482 w 2143125"/>
                <a:gd name="connsiteY1628" fmla="*/ 412337 h 1171575"/>
                <a:gd name="connsiteX1629" fmla="*/ 429482 w 2143125"/>
                <a:gd name="connsiteY1629" fmla="*/ 414052 h 1171575"/>
                <a:gd name="connsiteX1630" fmla="*/ 431292 w 2143125"/>
                <a:gd name="connsiteY1630" fmla="*/ 420053 h 1171575"/>
                <a:gd name="connsiteX1631" fmla="*/ 431483 w 2143125"/>
                <a:gd name="connsiteY1631" fmla="*/ 422719 h 1171575"/>
                <a:gd name="connsiteX1632" fmla="*/ 429959 w 2143125"/>
                <a:gd name="connsiteY1632" fmla="*/ 425101 h 1171575"/>
                <a:gd name="connsiteX1633" fmla="*/ 427292 w 2143125"/>
                <a:gd name="connsiteY1633" fmla="*/ 427673 h 1171575"/>
                <a:gd name="connsiteX1634" fmla="*/ 425101 w 2143125"/>
                <a:gd name="connsiteY1634" fmla="*/ 428625 h 1171575"/>
                <a:gd name="connsiteX1635" fmla="*/ 424815 w 2143125"/>
                <a:gd name="connsiteY1635" fmla="*/ 428720 h 1171575"/>
                <a:gd name="connsiteX1636" fmla="*/ 422434 w 2143125"/>
                <a:gd name="connsiteY1636" fmla="*/ 429292 h 1171575"/>
                <a:gd name="connsiteX1637" fmla="*/ 421291 w 2143125"/>
                <a:gd name="connsiteY1637" fmla="*/ 429101 h 1171575"/>
                <a:gd name="connsiteX1638" fmla="*/ 420053 w 2143125"/>
                <a:gd name="connsiteY1638" fmla="*/ 428339 h 1171575"/>
                <a:gd name="connsiteX1639" fmla="*/ 419005 w 2143125"/>
                <a:gd name="connsiteY1639" fmla="*/ 427387 h 1171575"/>
                <a:gd name="connsiteX1640" fmla="*/ 417100 w 2143125"/>
                <a:gd name="connsiteY1640" fmla="*/ 424815 h 1171575"/>
                <a:gd name="connsiteX1641" fmla="*/ 416243 w 2143125"/>
                <a:gd name="connsiteY1641" fmla="*/ 423101 h 1171575"/>
                <a:gd name="connsiteX1642" fmla="*/ 416052 w 2143125"/>
                <a:gd name="connsiteY1642" fmla="*/ 421481 h 1171575"/>
                <a:gd name="connsiteX1643" fmla="*/ 416338 w 2143125"/>
                <a:gd name="connsiteY1643" fmla="*/ 419862 h 1171575"/>
                <a:gd name="connsiteX1644" fmla="*/ 417481 w 2143125"/>
                <a:gd name="connsiteY1644" fmla="*/ 416147 h 1171575"/>
                <a:gd name="connsiteX1645" fmla="*/ 417767 w 2143125"/>
                <a:gd name="connsiteY1645" fmla="*/ 414528 h 1171575"/>
                <a:gd name="connsiteX1646" fmla="*/ 417862 w 2143125"/>
                <a:gd name="connsiteY1646" fmla="*/ 410813 h 1171575"/>
                <a:gd name="connsiteX1647" fmla="*/ 418243 w 2143125"/>
                <a:gd name="connsiteY1647" fmla="*/ 409099 h 1171575"/>
                <a:gd name="connsiteX1648" fmla="*/ 421196 w 2143125"/>
                <a:gd name="connsiteY1648" fmla="*/ 405193 h 1171575"/>
                <a:gd name="connsiteX1649" fmla="*/ 421577 w 2143125"/>
                <a:gd name="connsiteY1649" fmla="*/ 404432 h 1171575"/>
                <a:gd name="connsiteX1650" fmla="*/ 421672 w 2143125"/>
                <a:gd name="connsiteY1650" fmla="*/ 403574 h 1171575"/>
                <a:gd name="connsiteX1651" fmla="*/ 421577 w 2143125"/>
                <a:gd name="connsiteY1651" fmla="*/ 402812 h 1171575"/>
                <a:gd name="connsiteX1652" fmla="*/ 421196 w 2143125"/>
                <a:gd name="connsiteY1652" fmla="*/ 402146 h 1171575"/>
                <a:gd name="connsiteX1653" fmla="*/ 420434 w 2143125"/>
                <a:gd name="connsiteY1653" fmla="*/ 401765 h 1171575"/>
                <a:gd name="connsiteX1654" fmla="*/ 418052 w 2143125"/>
                <a:gd name="connsiteY1654" fmla="*/ 401193 h 1171575"/>
                <a:gd name="connsiteX1655" fmla="*/ 417767 w 2143125"/>
                <a:gd name="connsiteY1655" fmla="*/ 400622 h 1171575"/>
                <a:gd name="connsiteX1656" fmla="*/ 416814 w 2143125"/>
                <a:gd name="connsiteY1656" fmla="*/ 399669 h 1171575"/>
                <a:gd name="connsiteX1657" fmla="*/ 416243 w 2143125"/>
                <a:gd name="connsiteY1657" fmla="*/ 399288 h 1171575"/>
                <a:gd name="connsiteX1658" fmla="*/ 411956 w 2143125"/>
                <a:gd name="connsiteY1658" fmla="*/ 398526 h 1171575"/>
                <a:gd name="connsiteX1659" fmla="*/ 410718 w 2143125"/>
                <a:gd name="connsiteY1659" fmla="*/ 397764 h 1171575"/>
                <a:gd name="connsiteX1660" fmla="*/ 409861 w 2143125"/>
                <a:gd name="connsiteY1660" fmla="*/ 396621 h 1171575"/>
                <a:gd name="connsiteX1661" fmla="*/ 409194 w 2143125"/>
                <a:gd name="connsiteY1661" fmla="*/ 395478 h 1171575"/>
                <a:gd name="connsiteX1662" fmla="*/ 408432 w 2143125"/>
                <a:gd name="connsiteY1662" fmla="*/ 394430 h 1171575"/>
                <a:gd name="connsiteX1663" fmla="*/ 406337 w 2143125"/>
                <a:gd name="connsiteY1663" fmla="*/ 393097 h 1171575"/>
                <a:gd name="connsiteX1664" fmla="*/ 405384 w 2143125"/>
                <a:gd name="connsiteY1664" fmla="*/ 392335 h 1171575"/>
                <a:gd name="connsiteX1665" fmla="*/ 403765 w 2143125"/>
                <a:gd name="connsiteY1665" fmla="*/ 390239 h 1171575"/>
                <a:gd name="connsiteX1666" fmla="*/ 403955 w 2143125"/>
                <a:gd name="connsiteY1666" fmla="*/ 388811 h 1171575"/>
                <a:gd name="connsiteX1667" fmla="*/ 403765 w 2143125"/>
                <a:gd name="connsiteY1667" fmla="*/ 387953 h 1171575"/>
                <a:gd name="connsiteX1668" fmla="*/ 403384 w 2143125"/>
                <a:gd name="connsiteY1668" fmla="*/ 387191 h 1171575"/>
                <a:gd name="connsiteX1669" fmla="*/ 402908 w 2143125"/>
                <a:gd name="connsiteY1669" fmla="*/ 386048 h 1171575"/>
                <a:gd name="connsiteX1670" fmla="*/ 402431 w 2143125"/>
                <a:gd name="connsiteY1670" fmla="*/ 382810 h 1171575"/>
                <a:gd name="connsiteX1671" fmla="*/ 401955 w 2143125"/>
                <a:gd name="connsiteY1671" fmla="*/ 381572 h 1171575"/>
                <a:gd name="connsiteX1672" fmla="*/ 400907 w 2143125"/>
                <a:gd name="connsiteY1672" fmla="*/ 380810 h 1171575"/>
                <a:gd name="connsiteX1673" fmla="*/ 398145 w 2143125"/>
                <a:gd name="connsiteY1673" fmla="*/ 380333 h 1171575"/>
                <a:gd name="connsiteX1674" fmla="*/ 397002 w 2143125"/>
                <a:gd name="connsiteY1674" fmla="*/ 379571 h 1171575"/>
                <a:gd name="connsiteX1675" fmla="*/ 395764 w 2143125"/>
                <a:gd name="connsiteY1675" fmla="*/ 376714 h 1171575"/>
                <a:gd name="connsiteX1676" fmla="*/ 394716 w 2143125"/>
                <a:gd name="connsiteY1676" fmla="*/ 375571 h 1171575"/>
                <a:gd name="connsiteX1677" fmla="*/ 392716 w 2143125"/>
                <a:gd name="connsiteY1677" fmla="*/ 373952 h 1171575"/>
                <a:gd name="connsiteX1678" fmla="*/ 391287 w 2143125"/>
                <a:gd name="connsiteY1678" fmla="*/ 373571 h 1171575"/>
                <a:gd name="connsiteX1679" fmla="*/ 388620 w 2143125"/>
                <a:gd name="connsiteY1679" fmla="*/ 374047 h 1171575"/>
                <a:gd name="connsiteX1680" fmla="*/ 378904 w 2143125"/>
                <a:gd name="connsiteY1680" fmla="*/ 371094 h 1171575"/>
                <a:gd name="connsiteX1681" fmla="*/ 377571 w 2143125"/>
                <a:gd name="connsiteY1681" fmla="*/ 369665 h 1171575"/>
                <a:gd name="connsiteX1682" fmla="*/ 377190 w 2143125"/>
                <a:gd name="connsiteY1682" fmla="*/ 368141 h 1171575"/>
                <a:gd name="connsiteX1683" fmla="*/ 376428 w 2143125"/>
                <a:gd name="connsiteY1683" fmla="*/ 367093 h 1171575"/>
                <a:gd name="connsiteX1684" fmla="*/ 374618 w 2143125"/>
                <a:gd name="connsiteY1684" fmla="*/ 365284 h 1171575"/>
                <a:gd name="connsiteX1685" fmla="*/ 374333 w 2143125"/>
                <a:gd name="connsiteY1685" fmla="*/ 363950 h 1171575"/>
                <a:gd name="connsiteX1686" fmla="*/ 374523 w 2143125"/>
                <a:gd name="connsiteY1686" fmla="*/ 362522 h 1171575"/>
                <a:gd name="connsiteX1687" fmla="*/ 374523 w 2143125"/>
                <a:gd name="connsiteY1687" fmla="*/ 361093 h 1171575"/>
                <a:gd name="connsiteX1688" fmla="*/ 373571 w 2143125"/>
                <a:gd name="connsiteY1688" fmla="*/ 359950 h 1171575"/>
                <a:gd name="connsiteX1689" fmla="*/ 375380 w 2143125"/>
                <a:gd name="connsiteY1689" fmla="*/ 358997 h 1171575"/>
                <a:gd name="connsiteX1690" fmla="*/ 375857 w 2143125"/>
                <a:gd name="connsiteY1690" fmla="*/ 358331 h 1171575"/>
                <a:gd name="connsiteX1691" fmla="*/ 375476 w 2143125"/>
                <a:gd name="connsiteY1691" fmla="*/ 356997 h 1171575"/>
                <a:gd name="connsiteX1692" fmla="*/ 374809 w 2143125"/>
                <a:gd name="connsiteY1692" fmla="*/ 356235 h 1171575"/>
                <a:gd name="connsiteX1693" fmla="*/ 372618 w 2143125"/>
                <a:gd name="connsiteY1693" fmla="*/ 354711 h 1171575"/>
                <a:gd name="connsiteX1694" fmla="*/ 367284 w 2143125"/>
                <a:gd name="connsiteY1694" fmla="*/ 352520 h 1171575"/>
                <a:gd name="connsiteX1695" fmla="*/ 366522 w 2143125"/>
                <a:gd name="connsiteY1695" fmla="*/ 351758 h 1171575"/>
                <a:gd name="connsiteX1696" fmla="*/ 365474 w 2143125"/>
                <a:gd name="connsiteY1696" fmla="*/ 349758 h 1171575"/>
                <a:gd name="connsiteX1697" fmla="*/ 364808 w 2143125"/>
                <a:gd name="connsiteY1697" fmla="*/ 348996 h 1171575"/>
                <a:gd name="connsiteX1698" fmla="*/ 362807 w 2143125"/>
                <a:gd name="connsiteY1698" fmla="*/ 348139 h 1171575"/>
                <a:gd name="connsiteX1699" fmla="*/ 362712 w 2143125"/>
                <a:gd name="connsiteY1699" fmla="*/ 348139 h 1171575"/>
                <a:gd name="connsiteX1700" fmla="*/ 361664 w 2143125"/>
                <a:gd name="connsiteY1700" fmla="*/ 347377 h 1171575"/>
                <a:gd name="connsiteX1701" fmla="*/ 360426 w 2143125"/>
                <a:gd name="connsiteY1701" fmla="*/ 348043 h 1171575"/>
                <a:gd name="connsiteX1702" fmla="*/ 359664 w 2143125"/>
                <a:gd name="connsiteY1702" fmla="*/ 348139 h 1171575"/>
                <a:gd name="connsiteX1703" fmla="*/ 355664 w 2143125"/>
                <a:gd name="connsiteY1703" fmla="*/ 347567 h 1171575"/>
                <a:gd name="connsiteX1704" fmla="*/ 355378 w 2143125"/>
                <a:gd name="connsiteY1704" fmla="*/ 347663 h 1171575"/>
                <a:gd name="connsiteX1705" fmla="*/ 355092 w 2143125"/>
                <a:gd name="connsiteY1705" fmla="*/ 347948 h 1171575"/>
                <a:gd name="connsiteX1706" fmla="*/ 354711 w 2143125"/>
                <a:gd name="connsiteY1706" fmla="*/ 348139 h 1171575"/>
                <a:gd name="connsiteX1707" fmla="*/ 354235 w 2143125"/>
                <a:gd name="connsiteY1707" fmla="*/ 347948 h 1171575"/>
                <a:gd name="connsiteX1708" fmla="*/ 353854 w 2143125"/>
                <a:gd name="connsiteY1708" fmla="*/ 347472 h 1171575"/>
                <a:gd name="connsiteX1709" fmla="*/ 353663 w 2143125"/>
                <a:gd name="connsiteY1709" fmla="*/ 346996 h 1171575"/>
                <a:gd name="connsiteX1710" fmla="*/ 353378 w 2143125"/>
                <a:gd name="connsiteY1710" fmla="*/ 346615 h 1171575"/>
                <a:gd name="connsiteX1711" fmla="*/ 352997 w 2143125"/>
                <a:gd name="connsiteY1711" fmla="*/ 346424 h 1171575"/>
                <a:gd name="connsiteX1712" fmla="*/ 352235 w 2143125"/>
                <a:gd name="connsiteY1712" fmla="*/ 346424 h 1171575"/>
                <a:gd name="connsiteX1713" fmla="*/ 351568 w 2143125"/>
                <a:gd name="connsiteY1713" fmla="*/ 346615 h 1171575"/>
                <a:gd name="connsiteX1714" fmla="*/ 351282 w 2143125"/>
                <a:gd name="connsiteY1714" fmla="*/ 347282 h 1171575"/>
                <a:gd name="connsiteX1715" fmla="*/ 351758 w 2143125"/>
                <a:gd name="connsiteY1715" fmla="*/ 348806 h 1171575"/>
                <a:gd name="connsiteX1716" fmla="*/ 345472 w 2143125"/>
                <a:gd name="connsiteY1716" fmla="*/ 348615 h 1171575"/>
                <a:gd name="connsiteX1717" fmla="*/ 343472 w 2143125"/>
                <a:gd name="connsiteY1717" fmla="*/ 349377 h 1171575"/>
                <a:gd name="connsiteX1718" fmla="*/ 342805 w 2143125"/>
                <a:gd name="connsiteY1718" fmla="*/ 350044 h 1171575"/>
                <a:gd name="connsiteX1719" fmla="*/ 342138 w 2143125"/>
                <a:gd name="connsiteY1719" fmla="*/ 350806 h 1171575"/>
                <a:gd name="connsiteX1720" fmla="*/ 341471 w 2143125"/>
                <a:gd name="connsiteY1720" fmla="*/ 351473 h 1171575"/>
                <a:gd name="connsiteX1721" fmla="*/ 340614 w 2143125"/>
                <a:gd name="connsiteY1721" fmla="*/ 351758 h 1171575"/>
                <a:gd name="connsiteX1722" fmla="*/ 339852 w 2143125"/>
                <a:gd name="connsiteY1722" fmla="*/ 351568 h 1171575"/>
                <a:gd name="connsiteX1723" fmla="*/ 338519 w 2143125"/>
                <a:gd name="connsiteY1723" fmla="*/ 350806 h 1171575"/>
                <a:gd name="connsiteX1724" fmla="*/ 337471 w 2143125"/>
                <a:gd name="connsiteY1724" fmla="*/ 350615 h 1171575"/>
                <a:gd name="connsiteX1725" fmla="*/ 338233 w 2143125"/>
                <a:gd name="connsiteY1725" fmla="*/ 349091 h 1171575"/>
                <a:gd name="connsiteX1726" fmla="*/ 337185 w 2143125"/>
                <a:gd name="connsiteY1726" fmla="*/ 348710 h 1171575"/>
                <a:gd name="connsiteX1727" fmla="*/ 334232 w 2143125"/>
                <a:gd name="connsiteY1727" fmla="*/ 348996 h 1171575"/>
                <a:gd name="connsiteX1728" fmla="*/ 333756 w 2143125"/>
                <a:gd name="connsiteY1728" fmla="*/ 348710 h 1171575"/>
                <a:gd name="connsiteX1729" fmla="*/ 332613 w 2143125"/>
                <a:gd name="connsiteY1729" fmla="*/ 347567 h 1171575"/>
                <a:gd name="connsiteX1730" fmla="*/ 332137 w 2143125"/>
                <a:gd name="connsiteY1730" fmla="*/ 347282 h 1171575"/>
                <a:gd name="connsiteX1731" fmla="*/ 331375 w 2143125"/>
                <a:gd name="connsiteY1731" fmla="*/ 347567 h 1171575"/>
                <a:gd name="connsiteX1732" fmla="*/ 330994 w 2143125"/>
                <a:gd name="connsiteY1732" fmla="*/ 348139 h 1171575"/>
                <a:gd name="connsiteX1733" fmla="*/ 330708 w 2143125"/>
                <a:gd name="connsiteY1733" fmla="*/ 348806 h 1171575"/>
                <a:gd name="connsiteX1734" fmla="*/ 330327 w 2143125"/>
                <a:gd name="connsiteY1734" fmla="*/ 349091 h 1171575"/>
                <a:gd name="connsiteX1735" fmla="*/ 329089 w 2143125"/>
                <a:gd name="connsiteY1735" fmla="*/ 349282 h 1171575"/>
                <a:gd name="connsiteX1736" fmla="*/ 328422 w 2143125"/>
                <a:gd name="connsiteY1736" fmla="*/ 349568 h 1171575"/>
                <a:gd name="connsiteX1737" fmla="*/ 327946 w 2143125"/>
                <a:gd name="connsiteY1737" fmla="*/ 350044 h 1171575"/>
                <a:gd name="connsiteX1738" fmla="*/ 327470 w 2143125"/>
                <a:gd name="connsiteY1738" fmla="*/ 350711 h 1171575"/>
                <a:gd name="connsiteX1739" fmla="*/ 326803 w 2143125"/>
                <a:gd name="connsiteY1739" fmla="*/ 351473 h 1171575"/>
                <a:gd name="connsiteX1740" fmla="*/ 326231 w 2143125"/>
                <a:gd name="connsiteY1740" fmla="*/ 351758 h 1171575"/>
                <a:gd name="connsiteX1741" fmla="*/ 325946 w 2143125"/>
                <a:gd name="connsiteY1741" fmla="*/ 351092 h 1171575"/>
                <a:gd name="connsiteX1742" fmla="*/ 321278 w 2143125"/>
                <a:gd name="connsiteY1742" fmla="*/ 350806 h 1171575"/>
                <a:gd name="connsiteX1743" fmla="*/ 319945 w 2143125"/>
                <a:gd name="connsiteY1743" fmla="*/ 351187 h 1171575"/>
                <a:gd name="connsiteX1744" fmla="*/ 319564 w 2143125"/>
                <a:gd name="connsiteY1744" fmla="*/ 351092 h 1171575"/>
                <a:gd name="connsiteX1745" fmla="*/ 318421 w 2143125"/>
                <a:gd name="connsiteY1745" fmla="*/ 350425 h 1171575"/>
                <a:gd name="connsiteX1746" fmla="*/ 317373 w 2143125"/>
                <a:gd name="connsiteY1746" fmla="*/ 349472 h 1171575"/>
                <a:gd name="connsiteX1747" fmla="*/ 316516 w 2143125"/>
                <a:gd name="connsiteY1747" fmla="*/ 348329 h 1171575"/>
                <a:gd name="connsiteX1748" fmla="*/ 315944 w 2143125"/>
                <a:gd name="connsiteY1748" fmla="*/ 347282 h 1171575"/>
                <a:gd name="connsiteX1749" fmla="*/ 315563 w 2143125"/>
                <a:gd name="connsiteY1749" fmla="*/ 346424 h 1171575"/>
                <a:gd name="connsiteX1750" fmla="*/ 314135 w 2143125"/>
                <a:gd name="connsiteY1750" fmla="*/ 340900 h 1171575"/>
                <a:gd name="connsiteX1751" fmla="*/ 310610 w 2143125"/>
                <a:gd name="connsiteY1751" fmla="*/ 334137 h 1171575"/>
                <a:gd name="connsiteX1752" fmla="*/ 309944 w 2143125"/>
                <a:gd name="connsiteY1752" fmla="*/ 331565 h 1171575"/>
                <a:gd name="connsiteX1753" fmla="*/ 309277 w 2143125"/>
                <a:gd name="connsiteY1753" fmla="*/ 328136 h 1171575"/>
                <a:gd name="connsiteX1754" fmla="*/ 308324 w 2143125"/>
                <a:gd name="connsiteY1754" fmla="*/ 325279 h 1171575"/>
                <a:gd name="connsiteX1755" fmla="*/ 306896 w 2143125"/>
                <a:gd name="connsiteY1755" fmla="*/ 324326 h 1171575"/>
                <a:gd name="connsiteX1756" fmla="*/ 306038 w 2143125"/>
                <a:gd name="connsiteY1756" fmla="*/ 325088 h 1171575"/>
                <a:gd name="connsiteX1757" fmla="*/ 305372 w 2143125"/>
                <a:gd name="connsiteY1757" fmla="*/ 327660 h 1171575"/>
                <a:gd name="connsiteX1758" fmla="*/ 304229 w 2143125"/>
                <a:gd name="connsiteY1758" fmla="*/ 328613 h 1171575"/>
                <a:gd name="connsiteX1759" fmla="*/ 302705 w 2143125"/>
                <a:gd name="connsiteY1759" fmla="*/ 328803 h 1171575"/>
                <a:gd name="connsiteX1760" fmla="*/ 299752 w 2143125"/>
                <a:gd name="connsiteY1760" fmla="*/ 328613 h 1171575"/>
                <a:gd name="connsiteX1761" fmla="*/ 298418 w 2143125"/>
                <a:gd name="connsiteY1761" fmla="*/ 329375 h 1171575"/>
                <a:gd name="connsiteX1762" fmla="*/ 297656 w 2143125"/>
                <a:gd name="connsiteY1762" fmla="*/ 330613 h 1171575"/>
                <a:gd name="connsiteX1763" fmla="*/ 296513 w 2143125"/>
                <a:gd name="connsiteY1763" fmla="*/ 333280 h 1171575"/>
                <a:gd name="connsiteX1764" fmla="*/ 295466 w 2143125"/>
                <a:gd name="connsiteY1764" fmla="*/ 334232 h 1171575"/>
                <a:gd name="connsiteX1765" fmla="*/ 294132 w 2143125"/>
                <a:gd name="connsiteY1765" fmla="*/ 334709 h 1171575"/>
                <a:gd name="connsiteX1766" fmla="*/ 292513 w 2143125"/>
                <a:gd name="connsiteY1766" fmla="*/ 334804 h 1171575"/>
                <a:gd name="connsiteX1767" fmla="*/ 290894 w 2143125"/>
                <a:gd name="connsiteY1767" fmla="*/ 334613 h 1171575"/>
                <a:gd name="connsiteX1768" fmla="*/ 289560 w 2143125"/>
                <a:gd name="connsiteY1768" fmla="*/ 334137 h 1171575"/>
                <a:gd name="connsiteX1769" fmla="*/ 288227 w 2143125"/>
                <a:gd name="connsiteY1769" fmla="*/ 333280 h 1171575"/>
                <a:gd name="connsiteX1770" fmla="*/ 286798 w 2143125"/>
                <a:gd name="connsiteY1770" fmla="*/ 332613 h 1171575"/>
                <a:gd name="connsiteX1771" fmla="*/ 285369 w 2143125"/>
                <a:gd name="connsiteY1771" fmla="*/ 332518 h 1171575"/>
                <a:gd name="connsiteX1772" fmla="*/ 283940 w 2143125"/>
                <a:gd name="connsiteY1772" fmla="*/ 333089 h 1171575"/>
                <a:gd name="connsiteX1773" fmla="*/ 282988 w 2143125"/>
                <a:gd name="connsiteY1773" fmla="*/ 334042 h 1171575"/>
                <a:gd name="connsiteX1774" fmla="*/ 281369 w 2143125"/>
                <a:gd name="connsiteY1774" fmla="*/ 336518 h 1171575"/>
                <a:gd name="connsiteX1775" fmla="*/ 278416 w 2143125"/>
                <a:gd name="connsiteY1775" fmla="*/ 339852 h 1171575"/>
                <a:gd name="connsiteX1776" fmla="*/ 278606 w 2143125"/>
                <a:gd name="connsiteY1776" fmla="*/ 342424 h 1171575"/>
                <a:gd name="connsiteX1777" fmla="*/ 279368 w 2143125"/>
                <a:gd name="connsiteY1777" fmla="*/ 345186 h 1171575"/>
                <a:gd name="connsiteX1778" fmla="*/ 279368 w 2143125"/>
                <a:gd name="connsiteY1778" fmla="*/ 348329 h 1171575"/>
                <a:gd name="connsiteX1779" fmla="*/ 277368 w 2143125"/>
                <a:gd name="connsiteY1779" fmla="*/ 349949 h 1171575"/>
                <a:gd name="connsiteX1780" fmla="*/ 274701 w 2143125"/>
                <a:gd name="connsiteY1780" fmla="*/ 351568 h 1171575"/>
                <a:gd name="connsiteX1781" fmla="*/ 272320 w 2143125"/>
                <a:gd name="connsiteY1781" fmla="*/ 351854 h 1171575"/>
                <a:gd name="connsiteX1782" fmla="*/ 271082 w 2143125"/>
                <a:gd name="connsiteY1782" fmla="*/ 349377 h 1171575"/>
                <a:gd name="connsiteX1783" fmla="*/ 270986 w 2143125"/>
                <a:gd name="connsiteY1783" fmla="*/ 347377 h 1171575"/>
                <a:gd name="connsiteX1784" fmla="*/ 270891 w 2143125"/>
                <a:gd name="connsiteY1784" fmla="*/ 346139 h 1171575"/>
                <a:gd name="connsiteX1785" fmla="*/ 270320 w 2143125"/>
                <a:gd name="connsiteY1785" fmla="*/ 345377 h 1171575"/>
                <a:gd name="connsiteX1786" fmla="*/ 268986 w 2143125"/>
                <a:gd name="connsiteY1786" fmla="*/ 344805 h 1171575"/>
                <a:gd name="connsiteX1787" fmla="*/ 267653 w 2143125"/>
                <a:gd name="connsiteY1787" fmla="*/ 344805 h 1171575"/>
                <a:gd name="connsiteX1788" fmla="*/ 266891 w 2143125"/>
                <a:gd name="connsiteY1788" fmla="*/ 345662 h 1171575"/>
                <a:gd name="connsiteX1789" fmla="*/ 266224 w 2143125"/>
                <a:gd name="connsiteY1789" fmla="*/ 346996 h 1171575"/>
                <a:gd name="connsiteX1790" fmla="*/ 265367 w 2143125"/>
                <a:gd name="connsiteY1790" fmla="*/ 348329 h 1171575"/>
                <a:gd name="connsiteX1791" fmla="*/ 262604 w 2143125"/>
                <a:gd name="connsiteY1791" fmla="*/ 349758 h 1171575"/>
                <a:gd name="connsiteX1792" fmla="*/ 258223 w 2143125"/>
                <a:gd name="connsiteY1792" fmla="*/ 350425 h 1171575"/>
                <a:gd name="connsiteX1793" fmla="*/ 254222 w 2143125"/>
                <a:gd name="connsiteY1793" fmla="*/ 350044 h 1171575"/>
                <a:gd name="connsiteX1794" fmla="*/ 252603 w 2143125"/>
                <a:gd name="connsiteY1794" fmla="*/ 348234 h 1171575"/>
                <a:gd name="connsiteX1795" fmla="*/ 252603 w 2143125"/>
                <a:gd name="connsiteY1795" fmla="*/ 348234 h 1171575"/>
                <a:gd name="connsiteX1796" fmla="*/ 252127 w 2143125"/>
                <a:gd name="connsiteY1796" fmla="*/ 347186 h 1171575"/>
                <a:gd name="connsiteX1797" fmla="*/ 251270 w 2143125"/>
                <a:gd name="connsiteY1797" fmla="*/ 345853 h 1171575"/>
                <a:gd name="connsiteX1798" fmla="*/ 250698 w 2143125"/>
                <a:gd name="connsiteY1798" fmla="*/ 344615 h 1171575"/>
                <a:gd name="connsiteX1799" fmla="*/ 250984 w 2143125"/>
                <a:gd name="connsiteY1799" fmla="*/ 343948 h 1171575"/>
                <a:gd name="connsiteX1800" fmla="*/ 256127 w 2143125"/>
                <a:gd name="connsiteY1800" fmla="*/ 342995 h 1171575"/>
                <a:gd name="connsiteX1801" fmla="*/ 257175 w 2143125"/>
                <a:gd name="connsiteY1801" fmla="*/ 342424 h 1171575"/>
                <a:gd name="connsiteX1802" fmla="*/ 257747 w 2143125"/>
                <a:gd name="connsiteY1802" fmla="*/ 341662 h 1171575"/>
                <a:gd name="connsiteX1803" fmla="*/ 258128 w 2143125"/>
                <a:gd name="connsiteY1803" fmla="*/ 340328 h 1171575"/>
                <a:gd name="connsiteX1804" fmla="*/ 258128 w 2143125"/>
                <a:gd name="connsiteY1804" fmla="*/ 338423 h 1171575"/>
                <a:gd name="connsiteX1805" fmla="*/ 257556 w 2143125"/>
                <a:gd name="connsiteY1805" fmla="*/ 336709 h 1171575"/>
                <a:gd name="connsiteX1806" fmla="*/ 256508 w 2143125"/>
                <a:gd name="connsiteY1806" fmla="*/ 336137 h 1171575"/>
                <a:gd name="connsiteX1807" fmla="*/ 254222 w 2143125"/>
                <a:gd name="connsiteY1807" fmla="*/ 336042 h 1171575"/>
                <a:gd name="connsiteX1808" fmla="*/ 253175 w 2143125"/>
                <a:gd name="connsiteY1808" fmla="*/ 335566 h 1171575"/>
                <a:gd name="connsiteX1809" fmla="*/ 252508 w 2143125"/>
                <a:gd name="connsiteY1809" fmla="*/ 334804 h 1171575"/>
                <a:gd name="connsiteX1810" fmla="*/ 251270 w 2143125"/>
                <a:gd name="connsiteY1810" fmla="*/ 332518 h 1171575"/>
                <a:gd name="connsiteX1811" fmla="*/ 250317 w 2143125"/>
                <a:gd name="connsiteY1811" fmla="*/ 331946 h 1171575"/>
                <a:gd name="connsiteX1812" fmla="*/ 249174 w 2143125"/>
                <a:gd name="connsiteY1812" fmla="*/ 332232 h 1171575"/>
                <a:gd name="connsiteX1813" fmla="*/ 248031 w 2143125"/>
                <a:gd name="connsiteY1813" fmla="*/ 332899 h 1171575"/>
                <a:gd name="connsiteX1814" fmla="*/ 246983 w 2143125"/>
                <a:gd name="connsiteY1814" fmla="*/ 333280 h 1171575"/>
                <a:gd name="connsiteX1815" fmla="*/ 234125 w 2143125"/>
                <a:gd name="connsiteY1815" fmla="*/ 332423 h 1171575"/>
                <a:gd name="connsiteX1816" fmla="*/ 232791 w 2143125"/>
                <a:gd name="connsiteY1816" fmla="*/ 331756 h 1171575"/>
                <a:gd name="connsiteX1817" fmla="*/ 231934 w 2143125"/>
                <a:gd name="connsiteY1817" fmla="*/ 330232 h 1171575"/>
                <a:gd name="connsiteX1818" fmla="*/ 231362 w 2143125"/>
                <a:gd name="connsiteY1818" fmla="*/ 328803 h 1171575"/>
                <a:gd name="connsiteX1819" fmla="*/ 230505 w 2143125"/>
                <a:gd name="connsiteY1819" fmla="*/ 327660 h 1171575"/>
                <a:gd name="connsiteX1820" fmla="*/ 229553 w 2143125"/>
                <a:gd name="connsiteY1820" fmla="*/ 326803 h 1171575"/>
                <a:gd name="connsiteX1821" fmla="*/ 228600 w 2143125"/>
                <a:gd name="connsiteY1821" fmla="*/ 326231 h 1171575"/>
                <a:gd name="connsiteX1822" fmla="*/ 225743 w 2143125"/>
                <a:gd name="connsiteY1822" fmla="*/ 325660 h 1171575"/>
                <a:gd name="connsiteX1823" fmla="*/ 224504 w 2143125"/>
                <a:gd name="connsiteY1823" fmla="*/ 327089 h 1171575"/>
                <a:gd name="connsiteX1824" fmla="*/ 224695 w 2143125"/>
                <a:gd name="connsiteY1824" fmla="*/ 329946 h 1171575"/>
                <a:gd name="connsiteX1825" fmla="*/ 227267 w 2143125"/>
                <a:gd name="connsiteY1825" fmla="*/ 336994 h 1171575"/>
                <a:gd name="connsiteX1826" fmla="*/ 227076 w 2143125"/>
                <a:gd name="connsiteY1826" fmla="*/ 339376 h 1171575"/>
                <a:gd name="connsiteX1827" fmla="*/ 225647 w 2143125"/>
                <a:gd name="connsiteY1827" fmla="*/ 340995 h 1171575"/>
                <a:gd name="connsiteX1828" fmla="*/ 223266 w 2143125"/>
                <a:gd name="connsiteY1828" fmla="*/ 341948 h 1171575"/>
                <a:gd name="connsiteX1829" fmla="*/ 222028 w 2143125"/>
                <a:gd name="connsiteY1829" fmla="*/ 342138 h 1171575"/>
                <a:gd name="connsiteX1830" fmla="*/ 220694 w 2143125"/>
                <a:gd name="connsiteY1830" fmla="*/ 341948 h 1171575"/>
                <a:gd name="connsiteX1831" fmla="*/ 220028 w 2143125"/>
                <a:gd name="connsiteY1831" fmla="*/ 341186 h 1171575"/>
                <a:gd name="connsiteX1832" fmla="*/ 220885 w 2143125"/>
                <a:gd name="connsiteY1832" fmla="*/ 339662 h 1171575"/>
                <a:gd name="connsiteX1833" fmla="*/ 221933 w 2143125"/>
                <a:gd name="connsiteY1833" fmla="*/ 338233 h 1171575"/>
                <a:gd name="connsiteX1834" fmla="*/ 221552 w 2143125"/>
                <a:gd name="connsiteY1834" fmla="*/ 337852 h 1171575"/>
                <a:gd name="connsiteX1835" fmla="*/ 219075 w 2143125"/>
                <a:gd name="connsiteY1835" fmla="*/ 337852 h 1171575"/>
                <a:gd name="connsiteX1836" fmla="*/ 216980 w 2143125"/>
                <a:gd name="connsiteY1836" fmla="*/ 336328 h 1171575"/>
                <a:gd name="connsiteX1837" fmla="*/ 216027 w 2143125"/>
                <a:gd name="connsiteY1837" fmla="*/ 336233 h 1171575"/>
                <a:gd name="connsiteX1838" fmla="*/ 215837 w 2143125"/>
                <a:gd name="connsiteY1838" fmla="*/ 338138 h 1171575"/>
                <a:gd name="connsiteX1839" fmla="*/ 215741 w 2143125"/>
                <a:gd name="connsiteY1839" fmla="*/ 340233 h 1171575"/>
                <a:gd name="connsiteX1840" fmla="*/ 214979 w 2143125"/>
                <a:gd name="connsiteY1840" fmla="*/ 340900 h 1171575"/>
                <a:gd name="connsiteX1841" fmla="*/ 213932 w 2143125"/>
                <a:gd name="connsiteY1841" fmla="*/ 341186 h 1171575"/>
                <a:gd name="connsiteX1842" fmla="*/ 212979 w 2143125"/>
                <a:gd name="connsiteY1842" fmla="*/ 342138 h 1171575"/>
                <a:gd name="connsiteX1843" fmla="*/ 212789 w 2143125"/>
                <a:gd name="connsiteY1843" fmla="*/ 343376 h 1171575"/>
                <a:gd name="connsiteX1844" fmla="*/ 213265 w 2143125"/>
                <a:gd name="connsiteY1844" fmla="*/ 348234 h 1171575"/>
                <a:gd name="connsiteX1845" fmla="*/ 213074 w 2143125"/>
                <a:gd name="connsiteY1845" fmla="*/ 350139 h 1171575"/>
                <a:gd name="connsiteX1846" fmla="*/ 212598 w 2143125"/>
                <a:gd name="connsiteY1846" fmla="*/ 350996 h 1171575"/>
                <a:gd name="connsiteX1847" fmla="*/ 211741 w 2143125"/>
                <a:gd name="connsiteY1847" fmla="*/ 351282 h 1171575"/>
                <a:gd name="connsiteX1848" fmla="*/ 210503 w 2143125"/>
                <a:gd name="connsiteY1848" fmla="*/ 351473 h 1171575"/>
                <a:gd name="connsiteX1849" fmla="*/ 210122 w 2143125"/>
                <a:gd name="connsiteY1849" fmla="*/ 352997 h 1171575"/>
                <a:gd name="connsiteX1850" fmla="*/ 209360 w 2143125"/>
                <a:gd name="connsiteY1850" fmla="*/ 353759 h 1171575"/>
                <a:gd name="connsiteX1851" fmla="*/ 208407 w 2143125"/>
                <a:gd name="connsiteY1851" fmla="*/ 354044 h 1171575"/>
                <a:gd name="connsiteX1852" fmla="*/ 205264 w 2143125"/>
                <a:gd name="connsiteY1852" fmla="*/ 354235 h 1171575"/>
                <a:gd name="connsiteX1853" fmla="*/ 204597 w 2143125"/>
                <a:gd name="connsiteY1853" fmla="*/ 354425 h 1171575"/>
                <a:gd name="connsiteX1854" fmla="*/ 204216 w 2143125"/>
                <a:gd name="connsiteY1854" fmla="*/ 354902 h 1171575"/>
                <a:gd name="connsiteX1855" fmla="*/ 204502 w 2143125"/>
                <a:gd name="connsiteY1855" fmla="*/ 355473 h 1171575"/>
                <a:gd name="connsiteX1856" fmla="*/ 204978 w 2143125"/>
                <a:gd name="connsiteY1856" fmla="*/ 355949 h 1171575"/>
                <a:gd name="connsiteX1857" fmla="*/ 205169 w 2143125"/>
                <a:gd name="connsiteY1857" fmla="*/ 356330 h 1171575"/>
                <a:gd name="connsiteX1858" fmla="*/ 204407 w 2143125"/>
                <a:gd name="connsiteY1858" fmla="*/ 357092 h 1171575"/>
                <a:gd name="connsiteX1859" fmla="*/ 203645 w 2143125"/>
                <a:gd name="connsiteY1859" fmla="*/ 357568 h 1171575"/>
                <a:gd name="connsiteX1860" fmla="*/ 203168 w 2143125"/>
                <a:gd name="connsiteY1860" fmla="*/ 358331 h 1171575"/>
                <a:gd name="connsiteX1861" fmla="*/ 203359 w 2143125"/>
                <a:gd name="connsiteY1861" fmla="*/ 359950 h 1171575"/>
                <a:gd name="connsiteX1862" fmla="*/ 203740 w 2143125"/>
                <a:gd name="connsiteY1862" fmla="*/ 361474 h 1171575"/>
                <a:gd name="connsiteX1863" fmla="*/ 203835 w 2143125"/>
                <a:gd name="connsiteY1863" fmla="*/ 362522 h 1171575"/>
                <a:gd name="connsiteX1864" fmla="*/ 203454 w 2143125"/>
                <a:gd name="connsiteY1864" fmla="*/ 363379 h 1171575"/>
                <a:gd name="connsiteX1865" fmla="*/ 202597 w 2143125"/>
                <a:gd name="connsiteY1865" fmla="*/ 364141 h 1171575"/>
                <a:gd name="connsiteX1866" fmla="*/ 196406 w 2143125"/>
                <a:gd name="connsiteY1866" fmla="*/ 367284 h 1171575"/>
                <a:gd name="connsiteX1867" fmla="*/ 186976 w 2143125"/>
                <a:gd name="connsiteY1867" fmla="*/ 369189 h 1171575"/>
                <a:gd name="connsiteX1868" fmla="*/ 184785 w 2143125"/>
                <a:gd name="connsiteY1868" fmla="*/ 370332 h 1171575"/>
                <a:gd name="connsiteX1869" fmla="*/ 177165 w 2143125"/>
                <a:gd name="connsiteY1869" fmla="*/ 377000 h 1171575"/>
                <a:gd name="connsiteX1870" fmla="*/ 174689 w 2143125"/>
                <a:gd name="connsiteY1870" fmla="*/ 380429 h 1171575"/>
                <a:gd name="connsiteX1871" fmla="*/ 173831 w 2143125"/>
                <a:gd name="connsiteY1871" fmla="*/ 381000 h 1171575"/>
                <a:gd name="connsiteX1872" fmla="*/ 161258 w 2143125"/>
                <a:gd name="connsiteY1872" fmla="*/ 381095 h 1171575"/>
                <a:gd name="connsiteX1873" fmla="*/ 157067 w 2143125"/>
                <a:gd name="connsiteY1873" fmla="*/ 379762 h 1171575"/>
                <a:gd name="connsiteX1874" fmla="*/ 155829 w 2143125"/>
                <a:gd name="connsiteY1874" fmla="*/ 380048 h 1171575"/>
                <a:gd name="connsiteX1875" fmla="*/ 155162 w 2143125"/>
                <a:gd name="connsiteY1875" fmla="*/ 380905 h 1171575"/>
                <a:gd name="connsiteX1876" fmla="*/ 154496 w 2143125"/>
                <a:gd name="connsiteY1876" fmla="*/ 382238 h 1171575"/>
                <a:gd name="connsiteX1877" fmla="*/ 154019 w 2143125"/>
                <a:gd name="connsiteY1877" fmla="*/ 383762 h 1171575"/>
                <a:gd name="connsiteX1878" fmla="*/ 153543 w 2143125"/>
                <a:gd name="connsiteY1878" fmla="*/ 386525 h 1171575"/>
                <a:gd name="connsiteX1879" fmla="*/ 153067 w 2143125"/>
                <a:gd name="connsiteY1879" fmla="*/ 387763 h 1171575"/>
                <a:gd name="connsiteX1880" fmla="*/ 151829 w 2143125"/>
                <a:gd name="connsiteY1880" fmla="*/ 389954 h 1171575"/>
                <a:gd name="connsiteX1881" fmla="*/ 151257 w 2143125"/>
                <a:gd name="connsiteY1881" fmla="*/ 392335 h 1171575"/>
                <a:gd name="connsiteX1882" fmla="*/ 152495 w 2143125"/>
                <a:gd name="connsiteY1882" fmla="*/ 394430 h 1171575"/>
                <a:gd name="connsiteX1883" fmla="*/ 154305 w 2143125"/>
                <a:gd name="connsiteY1883" fmla="*/ 396621 h 1171575"/>
                <a:gd name="connsiteX1884" fmla="*/ 155258 w 2143125"/>
                <a:gd name="connsiteY1884" fmla="*/ 399288 h 1171575"/>
                <a:gd name="connsiteX1885" fmla="*/ 154496 w 2143125"/>
                <a:gd name="connsiteY1885" fmla="*/ 402146 h 1171575"/>
                <a:gd name="connsiteX1886" fmla="*/ 152400 w 2143125"/>
                <a:gd name="connsiteY1886" fmla="*/ 403955 h 1171575"/>
                <a:gd name="connsiteX1887" fmla="*/ 147923 w 2143125"/>
                <a:gd name="connsiteY1887" fmla="*/ 405860 h 1171575"/>
                <a:gd name="connsiteX1888" fmla="*/ 140589 w 2143125"/>
                <a:gd name="connsiteY1888" fmla="*/ 407670 h 1171575"/>
                <a:gd name="connsiteX1889" fmla="*/ 138398 w 2143125"/>
                <a:gd name="connsiteY1889" fmla="*/ 409670 h 1171575"/>
                <a:gd name="connsiteX1890" fmla="*/ 133636 w 2143125"/>
                <a:gd name="connsiteY1890" fmla="*/ 415862 h 1171575"/>
                <a:gd name="connsiteX1891" fmla="*/ 124016 w 2143125"/>
                <a:gd name="connsiteY1891" fmla="*/ 423101 h 1171575"/>
                <a:gd name="connsiteX1892" fmla="*/ 121730 w 2143125"/>
                <a:gd name="connsiteY1892" fmla="*/ 423577 h 1171575"/>
                <a:gd name="connsiteX1893" fmla="*/ 119253 w 2143125"/>
                <a:gd name="connsiteY1893" fmla="*/ 423005 h 1171575"/>
                <a:gd name="connsiteX1894" fmla="*/ 112395 w 2143125"/>
                <a:gd name="connsiteY1894" fmla="*/ 418814 h 1171575"/>
                <a:gd name="connsiteX1895" fmla="*/ 111062 w 2143125"/>
                <a:gd name="connsiteY1895" fmla="*/ 418719 h 1171575"/>
                <a:gd name="connsiteX1896" fmla="*/ 110204 w 2143125"/>
                <a:gd name="connsiteY1896" fmla="*/ 419767 h 1171575"/>
                <a:gd name="connsiteX1897" fmla="*/ 110490 w 2143125"/>
                <a:gd name="connsiteY1897" fmla="*/ 421386 h 1171575"/>
                <a:gd name="connsiteX1898" fmla="*/ 111824 w 2143125"/>
                <a:gd name="connsiteY1898" fmla="*/ 422148 h 1171575"/>
                <a:gd name="connsiteX1899" fmla="*/ 114491 w 2143125"/>
                <a:gd name="connsiteY1899" fmla="*/ 422719 h 1171575"/>
                <a:gd name="connsiteX1900" fmla="*/ 115824 w 2143125"/>
                <a:gd name="connsiteY1900" fmla="*/ 424529 h 1171575"/>
                <a:gd name="connsiteX1901" fmla="*/ 116110 w 2143125"/>
                <a:gd name="connsiteY1901" fmla="*/ 427101 h 1171575"/>
                <a:gd name="connsiteX1902" fmla="*/ 115919 w 2143125"/>
                <a:gd name="connsiteY1902" fmla="*/ 432911 h 1171575"/>
                <a:gd name="connsiteX1903" fmla="*/ 117348 w 2143125"/>
                <a:gd name="connsiteY1903" fmla="*/ 444818 h 1171575"/>
                <a:gd name="connsiteX1904" fmla="*/ 118777 w 2143125"/>
                <a:gd name="connsiteY1904" fmla="*/ 450533 h 1171575"/>
                <a:gd name="connsiteX1905" fmla="*/ 120968 w 2143125"/>
                <a:gd name="connsiteY1905" fmla="*/ 455009 h 1171575"/>
                <a:gd name="connsiteX1906" fmla="*/ 121920 w 2143125"/>
                <a:gd name="connsiteY1906" fmla="*/ 458153 h 1171575"/>
                <a:gd name="connsiteX1907" fmla="*/ 121539 w 2143125"/>
                <a:gd name="connsiteY1907" fmla="*/ 461105 h 1171575"/>
                <a:gd name="connsiteX1908" fmla="*/ 121634 w 2143125"/>
                <a:gd name="connsiteY1908" fmla="*/ 463201 h 1171575"/>
                <a:gd name="connsiteX1909" fmla="*/ 125254 w 2143125"/>
                <a:gd name="connsiteY1909" fmla="*/ 464344 h 1171575"/>
                <a:gd name="connsiteX1910" fmla="*/ 126016 w 2143125"/>
                <a:gd name="connsiteY1910" fmla="*/ 465201 h 1171575"/>
                <a:gd name="connsiteX1911" fmla="*/ 126492 w 2143125"/>
                <a:gd name="connsiteY1911" fmla="*/ 466535 h 1171575"/>
                <a:gd name="connsiteX1912" fmla="*/ 127063 w 2143125"/>
                <a:gd name="connsiteY1912" fmla="*/ 469773 h 1171575"/>
                <a:gd name="connsiteX1913" fmla="*/ 127063 w 2143125"/>
                <a:gd name="connsiteY1913" fmla="*/ 470630 h 1171575"/>
                <a:gd name="connsiteX1914" fmla="*/ 126682 w 2143125"/>
                <a:gd name="connsiteY1914" fmla="*/ 471392 h 1171575"/>
                <a:gd name="connsiteX1915" fmla="*/ 125825 w 2143125"/>
                <a:gd name="connsiteY1915" fmla="*/ 472821 h 1171575"/>
                <a:gd name="connsiteX1916" fmla="*/ 121730 w 2143125"/>
                <a:gd name="connsiteY1916" fmla="*/ 477679 h 1171575"/>
                <a:gd name="connsiteX1917" fmla="*/ 116396 w 2143125"/>
                <a:gd name="connsiteY1917" fmla="*/ 480727 h 1171575"/>
                <a:gd name="connsiteX1918" fmla="*/ 105632 w 2143125"/>
                <a:gd name="connsiteY1918" fmla="*/ 485013 h 1171575"/>
                <a:gd name="connsiteX1919" fmla="*/ 104966 w 2143125"/>
                <a:gd name="connsiteY1919" fmla="*/ 485585 h 1171575"/>
                <a:gd name="connsiteX1920" fmla="*/ 103727 w 2143125"/>
                <a:gd name="connsiteY1920" fmla="*/ 487299 h 1171575"/>
                <a:gd name="connsiteX1921" fmla="*/ 103061 w 2143125"/>
                <a:gd name="connsiteY1921" fmla="*/ 487775 h 1171575"/>
                <a:gd name="connsiteX1922" fmla="*/ 102394 w 2143125"/>
                <a:gd name="connsiteY1922" fmla="*/ 487585 h 1171575"/>
                <a:gd name="connsiteX1923" fmla="*/ 99346 w 2143125"/>
                <a:gd name="connsiteY1923" fmla="*/ 485775 h 1171575"/>
                <a:gd name="connsiteX1924" fmla="*/ 96869 w 2143125"/>
                <a:gd name="connsiteY1924" fmla="*/ 483394 h 1171575"/>
                <a:gd name="connsiteX1925" fmla="*/ 96393 w 2143125"/>
                <a:gd name="connsiteY1925" fmla="*/ 483108 h 1171575"/>
                <a:gd name="connsiteX1926" fmla="*/ 94869 w 2143125"/>
                <a:gd name="connsiteY1926" fmla="*/ 483394 h 1171575"/>
                <a:gd name="connsiteX1927" fmla="*/ 93059 w 2143125"/>
                <a:gd name="connsiteY1927" fmla="*/ 483299 h 1171575"/>
                <a:gd name="connsiteX1928" fmla="*/ 92012 w 2143125"/>
                <a:gd name="connsiteY1928" fmla="*/ 482060 h 1171575"/>
                <a:gd name="connsiteX1929" fmla="*/ 91631 w 2143125"/>
                <a:gd name="connsiteY1929" fmla="*/ 480251 h 1171575"/>
                <a:gd name="connsiteX1930" fmla="*/ 90583 w 2143125"/>
                <a:gd name="connsiteY1930" fmla="*/ 478346 h 1171575"/>
                <a:gd name="connsiteX1931" fmla="*/ 88487 w 2143125"/>
                <a:gd name="connsiteY1931" fmla="*/ 476631 h 1171575"/>
                <a:gd name="connsiteX1932" fmla="*/ 87916 w 2143125"/>
                <a:gd name="connsiteY1932" fmla="*/ 475964 h 1171575"/>
                <a:gd name="connsiteX1933" fmla="*/ 87535 w 2143125"/>
                <a:gd name="connsiteY1933" fmla="*/ 475202 h 1171575"/>
                <a:gd name="connsiteX1934" fmla="*/ 86963 w 2143125"/>
                <a:gd name="connsiteY1934" fmla="*/ 473583 h 1171575"/>
                <a:gd name="connsiteX1935" fmla="*/ 86582 w 2143125"/>
                <a:gd name="connsiteY1935" fmla="*/ 472821 h 1171575"/>
                <a:gd name="connsiteX1936" fmla="*/ 85916 w 2143125"/>
                <a:gd name="connsiteY1936" fmla="*/ 470440 h 1171575"/>
                <a:gd name="connsiteX1937" fmla="*/ 85535 w 2143125"/>
                <a:gd name="connsiteY1937" fmla="*/ 468059 h 1171575"/>
                <a:gd name="connsiteX1938" fmla="*/ 85058 w 2143125"/>
                <a:gd name="connsiteY1938" fmla="*/ 465773 h 1171575"/>
                <a:gd name="connsiteX1939" fmla="*/ 83915 w 2143125"/>
                <a:gd name="connsiteY1939" fmla="*/ 463582 h 1171575"/>
                <a:gd name="connsiteX1940" fmla="*/ 81248 w 2143125"/>
                <a:gd name="connsiteY1940" fmla="*/ 461486 h 1171575"/>
                <a:gd name="connsiteX1941" fmla="*/ 80582 w 2143125"/>
                <a:gd name="connsiteY1941" fmla="*/ 460629 h 1171575"/>
                <a:gd name="connsiteX1942" fmla="*/ 80201 w 2143125"/>
                <a:gd name="connsiteY1942" fmla="*/ 459486 h 1171575"/>
                <a:gd name="connsiteX1943" fmla="*/ 79915 w 2143125"/>
                <a:gd name="connsiteY1943" fmla="*/ 458343 h 1171575"/>
                <a:gd name="connsiteX1944" fmla="*/ 79534 w 2143125"/>
                <a:gd name="connsiteY1944" fmla="*/ 457391 h 1171575"/>
                <a:gd name="connsiteX1945" fmla="*/ 77438 w 2143125"/>
                <a:gd name="connsiteY1945" fmla="*/ 455486 h 1171575"/>
                <a:gd name="connsiteX1946" fmla="*/ 75343 w 2143125"/>
                <a:gd name="connsiteY1946" fmla="*/ 452247 h 1171575"/>
                <a:gd name="connsiteX1947" fmla="*/ 73247 w 2143125"/>
                <a:gd name="connsiteY1947" fmla="*/ 450437 h 1171575"/>
                <a:gd name="connsiteX1948" fmla="*/ 72200 w 2143125"/>
                <a:gd name="connsiteY1948" fmla="*/ 448913 h 1171575"/>
                <a:gd name="connsiteX1949" fmla="*/ 69723 w 2143125"/>
                <a:gd name="connsiteY1949" fmla="*/ 446056 h 1171575"/>
                <a:gd name="connsiteX1950" fmla="*/ 69056 w 2143125"/>
                <a:gd name="connsiteY1950" fmla="*/ 445675 h 1171575"/>
                <a:gd name="connsiteX1951" fmla="*/ 68009 w 2143125"/>
                <a:gd name="connsiteY1951" fmla="*/ 445294 h 1171575"/>
                <a:gd name="connsiteX1952" fmla="*/ 67532 w 2143125"/>
                <a:gd name="connsiteY1952" fmla="*/ 444722 h 1171575"/>
                <a:gd name="connsiteX1953" fmla="*/ 67151 w 2143125"/>
                <a:gd name="connsiteY1953" fmla="*/ 443865 h 1171575"/>
                <a:gd name="connsiteX1954" fmla="*/ 66580 w 2143125"/>
                <a:gd name="connsiteY1954" fmla="*/ 442817 h 1171575"/>
                <a:gd name="connsiteX1955" fmla="*/ 65818 w 2143125"/>
                <a:gd name="connsiteY1955" fmla="*/ 442055 h 1171575"/>
                <a:gd name="connsiteX1956" fmla="*/ 63437 w 2143125"/>
                <a:gd name="connsiteY1956" fmla="*/ 440722 h 1171575"/>
                <a:gd name="connsiteX1957" fmla="*/ 60008 w 2143125"/>
                <a:gd name="connsiteY1957" fmla="*/ 436245 h 1171575"/>
                <a:gd name="connsiteX1958" fmla="*/ 58674 w 2143125"/>
                <a:gd name="connsiteY1958" fmla="*/ 435293 h 1171575"/>
                <a:gd name="connsiteX1959" fmla="*/ 56483 w 2143125"/>
                <a:gd name="connsiteY1959" fmla="*/ 435293 h 1171575"/>
                <a:gd name="connsiteX1960" fmla="*/ 54102 w 2143125"/>
                <a:gd name="connsiteY1960" fmla="*/ 436626 h 1171575"/>
                <a:gd name="connsiteX1961" fmla="*/ 51911 w 2143125"/>
                <a:gd name="connsiteY1961" fmla="*/ 438722 h 1171575"/>
                <a:gd name="connsiteX1962" fmla="*/ 50292 w 2143125"/>
                <a:gd name="connsiteY1962" fmla="*/ 441103 h 1171575"/>
                <a:gd name="connsiteX1963" fmla="*/ 50102 w 2143125"/>
                <a:gd name="connsiteY1963" fmla="*/ 441674 h 1171575"/>
                <a:gd name="connsiteX1964" fmla="*/ 48577 w 2143125"/>
                <a:gd name="connsiteY1964" fmla="*/ 445199 h 1171575"/>
                <a:gd name="connsiteX1965" fmla="*/ 47816 w 2143125"/>
                <a:gd name="connsiteY1965" fmla="*/ 446151 h 1171575"/>
                <a:gd name="connsiteX1966" fmla="*/ 44387 w 2143125"/>
                <a:gd name="connsiteY1966" fmla="*/ 447294 h 1171575"/>
                <a:gd name="connsiteX1967" fmla="*/ 43434 w 2143125"/>
                <a:gd name="connsiteY1967" fmla="*/ 448056 h 1171575"/>
                <a:gd name="connsiteX1968" fmla="*/ 42863 w 2143125"/>
                <a:gd name="connsiteY1968" fmla="*/ 449675 h 1171575"/>
                <a:gd name="connsiteX1969" fmla="*/ 43339 w 2143125"/>
                <a:gd name="connsiteY1969" fmla="*/ 450628 h 1171575"/>
                <a:gd name="connsiteX1970" fmla="*/ 44101 w 2143125"/>
                <a:gd name="connsiteY1970" fmla="*/ 451485 h 1171575"/>
                <a:gd name="connsiteX1971" fmla="*/ 44387 w 2143125"/>
                <a:gd name="connsiteY1971" fmla="*/ 452723 h 1171575"/>
                <a:gd name="connsiteX1972" fmla="*/ 43815 w 2143125"/>
                <a:gd name="connsiteY1972" fmla="*/ 454057 h 1171575"/>
                <a:gd name="connsiteX1973" fmla="*/ 41910 w 2143125"/>
                <a:gd name="connsiteY1973" fmla="*/ 455867 h 1171575"/>
                <a:gd name="connsiteX1974" fmla="*/ 41339 w 2143125"/>
                <a:gd name="connsiteY1974" fmla="*/ 457010 h 1171575"/>
                <a:gd name="connsiteX1975" fmla="*/ 41720 w 2143125"/>
                <a:gd name="connsiteY1975" fmla="*/ 459296 h 1171575"/>
                <a:gd name="connsiteX1976" fmla="*/ 44577 w 2143125"/>
                <a:gd name="connsiteY1976" fmla="*/ 463296 h 1171575"/>
                <a:gd name="connsiteX1977" fmla="*/ 44672 w 2143125"/>
                <a:gd name="connsiteY1977" fmla="*/ 466249 h 1171575"/>
                <a:gd name="connsiteX1978" fmla="*/ 43624 w 2143125"/>
                <a:gd name="connsiteY1978" fmla="*/ 468535 h 1171575"/>
                <a:gd name="connsiteX1979" fmla="*/ 40291 w 2143125"/>
                <a:gd name="connsiteY1979" fmla="*/ 472821 h 1171575"/>
                <a:gd name="connsiteX1980" fmla="*/ 36671 w 2143125"/>
                <a:gd name="connsiteY1980" fmla="*/ 476536 h 1171575"/>
                <a:gd name="connsiteX1981" fmla="*/ 25146 w 2143125"/>
                <a:gd name="connsiteY1981" fmla="*/ 481679 h 1171575"/>
                <a:gd name="connsiteX1982" fmla="*/ 23241 w 2143125"/>
                <a:gd name="connsiteY1982" fmla="*/ 483584 h 1171575"/>
                <a:gd name="connsiteX1983" fmla="*/ 22003 w 2143125"/>
                <a:gd name="connsiteY1983" fmla="*/ 486918 h 1171575"/>
                <a:gd name="connsiteX1984" fmla="*/ 18669 w 2143125"/>
                <a:gd name="connsiteY1984" fmla="*/ 506730 h 1171575"/>
                <a:gd name="connsiteX1985" fmla="*/ 15526 w 2143125"/>
                <a:gd name="connsiteY1985" fmla="*/ 526447 h 1171575"/>
                <a:gd name="connsiteX1986" fmla="*/ 18479 w 2143125"/>
                <a:gd name="connsiteY1986" fmla="*/ 527590 h 1171575"/>
                <a:gd name="connsiteX1987" fmla="*/ 26289 w 2143125"/>
                <a:gd name="connsiteY1987" fmla="*/ 533591 h 1171575"/>
                <a:gd name="connsiteX1988" fmla="*/ 28861 w 2143125"/>
                <a:gd name="connsiteY1988" fmla="*/ 537020 h 1171575"/>
                <a:gd name="connsiteX1989" fmla="*/ 29432 w 2143125"/>
                <a:gd name="connsiteY1989" fmla="*/ 541115 h 1171575"/>
                <a:gd name="connsiteX1990" fmla="*/ 28384 w 2143125"/>
                <a:gd name="connsiteY1990" fmla="*/ 545402 h 1171575"/>
                <a:gd name="connsiteX1991" fmla="*/ 26289 w 2143125"/>
                <a:gd name="connsiteY1991" fmla="*/ 549402 h 1171575"/>
                <a:gd name="connsiteX1992" fmla="*/ 23717 w 2143125"/>
                <a:gd name="connsiteY1992" fmla="*/ 552831 h 1171575"/>
                <a:gd name="connsiteX1993" fmla="*/ 22765 w 2143125"/>
                <a:gd name="connsiteY1993" fmla="*/ 553688 h 1171575"/>
                <a:gd name="connsiteX1994" fmla="*/ 21527 w 2143125"/>
                <a:gd name="connsiteY1994" fmla="*/ 554641 h 1171575"/>
                <a:gd name="connsiteX1995" fmla="*/ 17526 w 2143125"/>
                <a:gd name="connsiteY1995" fmla="*/ 556832 h 1171575"/>
                <a:gd name="connsiteX1996" fmla="*/ 15716 w 2143125"/>
                <a:gd name="connsiteY1996" fmla="*/ 558260 h 1171575"/>
                <a:gd name="connsiteX1997" fmla="*/ 14478 w 2143125"/>
                <a:gd name="connsiteY1997" fmla="*/ 559975 h 1171575"/>
                <a:gd name="connsiteX1998" fmla="*/ 7430 w 2143125"/>
                <a:gd name="connsiteY1998" fmla="*/ 579501 h 1171575"/>
                <a:gd name="connsiteX1999" fmla="*/ 0 w 2143125"/>
                <a:gd name="connsiteY1999" fmla="*/ 599980 h 1171575"/>
                <a:gd name="connsiteX2000" fmla="*/ 0 w 2143125"/>
                <a:gd name="connsiteY2000" fmla="*/ 600075 h 1171575"/>
                <a:gd name="connsiteX2001" fmla="*/ 0 w 2143125"/>
                <a:gd name="connsiteY2001" fmla="*/ 600075 h 1171575"/>
                <a:gd name="connsiteX2002" fmla="*/ 0 w 2143125"/>
                <a:gd name="connsiteY2002" fmla="*/ 600075 h 1171575"/>
                <a:gd name="connsiteX2003" fmla="*/ 0 w 2143125"/>
                <a:gd name="connsiteY2003" fmla="*/ 600075 h 1171575"/>
                <a:gd name="connsiteX2004" fmla="*/ 13145 w 2143125"/>
                <a:gd name="connsiteY2004" fmla="*/ 604647 h 1171575"/>
                <a:gd name="connsiteX2005" fmla="*/ 26289 w 2143125"/>
                <a:gd name="connsiteY2005" fmla="*/ 609314 h 1171575"/>
                <a:gd name="connsiteX2006" fmla="*/ 31528 w 2143125"/>
                <a:gd name="connsiteY2006" fmla="*/ 610743 h 1171575"/>
                <a:gd name="connsiteX2007" fmla="*/ 32576 w 2143125"/>
                <a:gd name="connsiteY2007" fmla="*/ 611505 h 1171575"/>
                <a:gd name="connsiteX2008" fmla="*/ 33242 w 2143125"/>
                <a:gd name="connsiteY2008" fmla="*/ 612648 h 1171575"/>
                <a:gd name="connsiteX2009" fmla="*/ 33242 w 2143125"/>
                <a:gd name="connsiteY2009" fmla="*/ 613315 h 1171575"/>
                <a:gd name="connsiteX2010" fmla="*/ 33242 w 2143125"/>
                <a:gd name="connsiteY2010" fmla="*/ 613410 h 1171575"/>
                <a:gd name="connsiteX2011" fmla="*/ 32576 w 2143125"/>
                <a:gd name="connsiteY2011" fmla="*/ 614934 h 1171575"/>
                <a:gd name="connsiteX2012" fmla="*/ 32195 w 2143125"/>
                <a:gd name="connsiteY2012" fmla="*/ 615315 h 1171575"/>
                <a:gd name="connsiteX2013" fmla="*/ 31623 w 2143125"/>
                <a:gd name="connsiteY2013" fmla="*/ 615791 h 1171575"/>
                <a:gd name="connsiteX2014" fmla="*/ 31242 w 2143125"/>
                <a:gd name="connsiteY2014" fmla="*/ 616363 h 1171575"/>
                <a:gd name="connsiteX2015" fmla="*/ 31528 w 2143125"/>
                <a:gd name="connsiteY2015" fmla="*/ 617125 h 1171575"/>
                <a:gd name="connsiteX2016" fmla="*/ 32671 w 2143125"/>
                <a:gd name="connsiteY2016" fmla="*/ 618363 h 1171575"/>
                <a:gd name="connsiteX2017" fmla="*/ 32957 w 2143125"/>
                <a:gd name="connsiteY2017" fmla="*/ 618839 h 1171575"/>
                <a:gd name="connsiteX2018" fmla="*/ 33338 w 2143125"/>
                <a:gd name="connsiteY2018" fmla="*/ 620458 h 1171575"/>
                <a:gd name="connsiteX2019" fmla="*/ 33242 w 2143125"/>
                <a:gd name="connsiteY2019" fmla="*/ 621697 h 1171575"/>
                <a:gd name="connsiteX2020" fmla="*/ 32861 w 2143125"/>
                <a:gd name="connsiteY2020" fmla="*/ 623030 h 1171575"/>
                <a:gd name="connsiteX2021" fmla="*/ 32861 w 2143125"/>
                <a:gd name="connsiteY2021" fmla="*/ 624459 h 1171575"/>
                <a:gd name="connsiteX2022" fmla="*/ 33719 w 2143125"/>
                <a:gd name="connsiteY2022" fmla="*/ 625507 h 1171575"/>
                <a:gd name="connsiteX2023" fmla="*/ 36576 w 2143125"/>
                <a:gd name="connsiteY2023" fmla="*/ 625793 h 1171575"/>
                <a:gd name="connsiteX2024" fmla="*/ 37529 w 2143125"/>
                <a:gd name="connsiteY2024" fmla="*/ 626745 h 1171575"/>
                <a:gd name="connsiteX2025" fmla="*/ 36767 w 2143125"/>
                <a:gd name="connsiteY2025" fmla="*/ 628364 h 1171575"/>
                <a:gd name="connsiteX2026" fmla="*/ 34576 w 2143125"/>
                <a:gd name="connsiteY2026" fmla="*/ 630269 h 1171575"/>
                <a:gd name="connsiteX2027" fmla="*/ 30385 w 2143125"/>
                <a:gd name="connsiteY2027" fmla="*/ 632841 h 1171575"/>
                <a:gd name="connsiteX2028" fmla="*/ 29623 w 2143125"/>
                <a:gd name="connsiteY2028" fmla="*/ 633508 h 1171575"/>
                <a:gd name="connsiteX2029" fmla="*/ 30004 w 2143125"/>
                <a:gd name="connsiteY2029" fmla="*/ 634460 h 1171575"/>
                <a:gd name="connsiteX2030" fmla="*/ 33719 w 2143125"/>
                <a:gd name="connsiteY2030" fmla="*/ 639128 h 1171575"/>
                <a:gd name="connsiteX2031" fmla="*/ 35528 w 2143125"/>
                <a:gd name="connsiteY2031" fmla="*/ 642080 h 1171575"/>
                <a:gd name="connsiteX2032" fmla="*/ 35719 w 2143125"/>
                <a:gd name="connsiteY2032" fmla="*/ 642556 h 1171575"/>
                <a:gd name="connsiteX2033" fmla="*/ 35624 w 2143125"/>
                <a:gd name="connsiteY2033" fmla="*/ 643223 h 1171575"/>
                <a:gd name="connsiteX2034" fmla="*/ 35338 w 2143125"/>
                <a:gd name="connsiteY2034" fmla="*/ 643509 h 1171575"/>
                <a:gd name="connsiteX2035" fmla="*/ 34957 w 2143125"/>
                <a:gd name="connsiteY2035" fmla="*/ 643795 h 1171575"/>
                <a:gd name="connsiteX2036" fmla="*/ 34576 w 2143125"/>
                <a:gd name="connsiteY2036" fmla="*/ 644271 h 1171575"/>
                <a:gd name="connsiteX2037" fmla="*/ 33909 w 2143125"/>
                <a:gd name="connsiteY2037" fmla="*/ 645605 h 1171575"/>
                <a:gd name="connsiteX2038" fmla="*/ 33623 w 2143125"/>
                <a:gd name="connsiteY2038" fmla="*/ 646557 h 1171575"/>
                <a:gd name="connsiteX2039" fmla="*/ 33814 w 2143125"/>
                <a:gd name="connsiteY2039" fmla="*/ 647510 h 1171575"/>
                <a:gd name="connsiteX2040" fmla="*/ 34671 w 2143125"/>
                <a:gd name="connsiteY2040" fmla="*/ 648748 h 1171575"/>
                <a:gd name="connsiteX2041" fmla="*/ 36481 w 2143125"/>
                <a:gd name="connsiteY2041" fmla="*/ 650462 h 1171575"/>
                <a:gd name="connsiteX2042" fmla="*/ 46292 w 2143125"/>
                <a:gd name="connsiteY2042" fmla="*/ 657225 h 1171575"/>
                <a:gd name="connsiteX2043" fmla="*/ 47054 w 2143125"/>
                <a:gd name="connsiteY2043" fmla="*/ 657035 h 1171575"/>
                <a:gd name="connsiteX2044" fmla="*/ 47530 w 2143125"/>
                <a:gd name="connsiteY2044" fmla="*/ 655511 h 1171575"/>
                <a:gd name="connsiteX2045" fmla="*/ 47911 w 2143125"/>
                <a:gd name="connsiteY2045" fmla="*/ 651891 h 1171575"/>
                <a:gd name="connsiteX2046" fmla="*/ 47911 w 2143125"/>
                <a:gd name="connsiteY2046" fmla="*/ 647129 h 1171575"/>
                <a:gd name="connsiteX2047" fmla="*/ 48197 w 2143125"/>
                <a:gd name="connsiteY2047" fmla="*/ 645986 h 1171575"/>
                <a:gd name="connsiteX2048" fmla="*/ 49149 w 2143125"/>
                <a:gd name="connsiteY2048" fmla="*/ 645319 h 1171575"/>
                <a:gd name="connsiteX2049" fmla="*/ 50387 w 2143125"/>
                <a:gd name="connsiteY2049" fmla="*/ 645414 h 1171575"/>
                <a:gd name="connsiteX2050" fmla="*/ 61722 w 2143125"/>
                <a:gd name="connsiteY2050" fmla="*/ 650843 h 1171575"/>
                <a:gd name="connsiteX2051" fmla="*/ 82487 w 2143125"/>
                <a:gd name="connsiteY2051" fmla="*/ 650558 h 1171575"/>
                <a:gd name="connsiteX2052" fmla="*/ 86106 w 2143125"/>
                <a:gd name="connsiteY2052" fmla="*/ 652177 h 1171575"/>
                <a:gd name="connsiteX2053" fmla="*/ 89345 w 2143125"/>
                <a:gd name="connsiteY2053" fmla="*/ 654939 h 1171575"/>
                <a:gd name="connsiteX2054" fmla="*/ 99155 w 2143125"/>
                <a:gd name="connsiteY2054" fmla="*/ 672084 h 1171575"/>
                <a:gd name="connsiteX2055" fmla="*/ 99155 w 2143125"/>
                <a:gd name="connsiteY2055" fmla="*/ 672084 h 1171575"/>
                <a:gd name="connsiteX2056" fmla="*/ 101822 w 2143125"/>
                <a:gd name="connsiteY2056" fmla="*/ 675704 h 1171575"/>
                <a:gd name="connsiteX2057" fmla="*/ 103251 w 2143125"/>
                <a:gd name="connsiteY2057" fmla="*/ 677037 h 1171575"/>
                <a:gd name="connsiteX2058" fmla="*/ 105156 w 2143125"/>
                <a:gd name="connsiteY2058" fmla="*/ 677704 h 1171575"/>
                <a:gd name="connsiteX2059" fmla="*/ 107156 w 2143125"/>
                <a:gd name="connsiteY2059" fmla="*/ 677894 h 1171575"/>
                <a:gd name="connsiteX2060" fmla="*/ 107918 w 2143125"/>
                <a:gd name="connsiteY2060" fmla="*/ 678466 h 1171575"/>
                <a:gd name="connsiteX2061" fmla="*/ 108490 w 2143125"/>
                <a:gd name="connsiteY2061" fmla="*/ 679799 h 1171575"/>
                <a:gd name="connsiteX2062" fmla="*/ 109061 w 2143125"/>
                <a:gd name="connsiteY2062" fmla="*/ 681704 h 1171575"/>
                <a:gd name="connsiteX2063" fmla="*/ 117062 w 2143125"/>
                <a:gd name="connsiteY2063" fmla="*/ 702469 h 1171575"/>
                <a:gd name="connsiteX2064" fmla="*/ 133350 w 2143125"/>
                <a:gd name="connsiteY2064" fmla="*/ 727996 h 1171575"/>
                <a:gd name="connsiteX2065" fmla="*/ 130302 w 2143125"/>
                <a:gd name="connsiteY2065" fmla="*/ 731806 h 1171575"/>
                <a:gd name="connsiteX2066" fmla="*/ 128683 w 2143125"/>
                <a:gd name="connsiteY2066" fmla="*/ 733139 h 1171575"/>
                <a:gd name="connsiteX2067" fmla="*/ 120587 w 2143125"/>
                <a:gd name="connsiteY2067" fmla="*/ 734663 h 1171575"/>
                <a:gd name="connsiteX2068" fmla="*/ 119253 w 2143125"/>
                <a:gd name="connsiteY2068" fmla="*/ 734092 h 1171575"/>
                <a:gd name="connsiteX2069" fmla="*/ 117824 w 2143125"/>
                <a:gd name="connsiteY2069" fmla="*/ 731139 h 1171575"/>
                <a:gd name="connsiteX2070" fmla="*/ 116967 w 2143125"/>
                <a:gd name="connsiteY2070" fmla="*/ 729901 h 1171575"/>
                <a:gd name="connsiteX2071" fmla="*/ 115919 w 2143125"/>
                <a:gd name="connsiteY2071" fmla="*/ 728948 h 1171575"/>
                <a:gd name="connsiteX2072" fmla="*/ 112871 w 2143125"/>
                <a:gd name="connsiteY2072" fmla="*/ 727996 h 1171575"/>
                <a:gd name="connsiteX2073" fmla="*/ 109633 w 2143125"/>
                <a:gd name="connsiteY2073" fmla="*/ 728663 h 1171575"/>
                <a:gd name="connsiteX2074" fmla="*/ 106966 w 2143125"/>
                <a:gd name="connsiteY2074" fmla="*/ 730853 h 1171575"/>
                <a:gd name="connsiteX2075" fmla="*/ 105537 w 2143125"/>
                <a:gd name="connsiteY2075" fmla="*/ 734568 h 1171575"/>
                <a:gd name="connsiteX2076" fmla="*/ 104299 w 2143125"/>
                <a:gd name="connsiteY2076" fmla="*/ 736283 h 1171575"/>
                <a:gd name="connsiteX2077" fmla="*/ 105347 w 2143125"/>
                <a:gd name="connsiteY2077" fmla="*/ 736378 h 1171575"/>
                <a:gd name="connsiteX2078" fmla="*/ 106394 w 2143125"/>
                <a:gd name="connsiteY2078" fmla="*/ 736854 h 1171575"/>
                <a:gd name="connsiteX2079" fmla="*/ 108299 w 2143125"/>
                <a:gd name="connsiteY2079" fmla="*/ 737997 h 1171575"/>
                <a:gd name="connsiteX2080" fmla="*/ 108776 w 2143125"/>
                <a:gd name="connsiteY2080" fmla="*/ 738759 h 1171575"/>
                <a:gd name="connsiteX2081" fmla="*/ 108966 w 2143125"/>
                <a:gd name="connsiteY2081" fmla="*/ 739902 h 1171575"/>
                <a:gd name="connsiteX2082" fmla="*/ 109252 w 2143125"/>
                <a:gd name="connsiteY2082" fmla="*/ 740950 h 1171575"/>
                <a:gd name="connsiteX2083" fmla="*/ 110109 w 2143125"/>
                <a:gd name="connsiteY2083" fmla="*/ 741521 h 1171575"/>
                <a:gd name="connsiteX2084" fmla="*/ 108871 w 2143125"/>
                <a:gd name="connsiteY2084" fmla="*/ 743331 h 1171575"/>
                <a:gd name="connsiteX2085" fmla="*/ 110681 w 2143125"/>
                <a:gd name="connsiteY2085" fmla="*/ 744093 h 1171575"/>
                <a:gd name="connsiteX2086" fmla="*/ 115538 w 2143125"/>
                <a:gd name="connsiteY2086" fmla="*/ 744188 h 1171575"/>
                <a:gd name="connsiteX2087" fmla="*/ 117634 w 2143125"/>
                <a:gd name="connsiteY2087" fmla="*/ 744665 h 1171575"/>
                <a:gd name="connsiteX2088" fmla="*/ 119063 w 2143125"/>
                <a:gd name="connsiteY2088" fmla="*/ 745903 h 1171575"/>
                <a:gd name="connsiteX2089" fmla="*/ 120396 w 2143125"/>
                <a:gd name="connsiteY2089" fmla="*/ 747522 h 1171575"/>
                <a:gd name="connsiteX2090" fmla="*/ 123635 w 2143125"/>
                <a:gd name="connsiteY2090" fmla="*/ 750094 h 1171575"/>
                <a:gd name="connsiteX2091" fmla="*/ 124968 w 2143125"/>
                <a:gd name="connsiteY2091" fmla="*/ 750189 h 1171575"/>
                <a:gd name="connsiteX2092" fmla="*/ 126302 w 2143125"/>
                <a:gd name="connsiteY2092" fmla="*/ 749903 h 1171575"/>
                <a:gd name="connsiteX2093" fmla="*/ 127826 w 2143125"/>
                <a:gd name="connsiteY2093" fmla="*/ 749903 h 1171575"/>
                <a:gd name="connsiteX2094" fmla="*/ 128969 w 2143125"/>
                <a:gd name="connsiteY2094" fmla="*/ 750475 h 1171575"/>
                <a:gd name="connsiteX2095" fmla="*/ 131159 w 2143125"/>
                <a:gd name="connsiteY2095" fmla="*/ 752666 h 1171575"/>
                <a:gd name="connsiteX2096" fmla="*/ 135065 w 2143125"/>
                <a:gd name="connsiteY2096" fmla="*/ 755714 h 1171575"/>
                <a:gd name="connsiteX2097" fmla="*/ 145256 w 2143125"/>
                <a:gd name="connsiteY2097" fmla="*/ 761619 h 1171575"/>
                <a:gd name="connsiteX2098" fmla="*/ 145256 w 2143125"/>
                <a:gd name="connsiteY2098" fmla="*/ 761619 h 1171575"/>
                <a:gd name="connsiteX2099" fmla="*/ 145256 w 2143125"/>
                <a:gd name="connsiteY2099" fmla="*/ 761143 h 1171575"/>
                <a:gd name="connsiteX2100" fmla="*/ 145161 w 2143125"/>
                <a:gd name="connsiteY2100" fmla="*/ 760476 h 1171575"/>
                <a:gd name="connsiteX2101" fmla="*/ 145066 w 2143125"/>
                <a:gd name="connsiteY2101" fmla="*/ 759047 h 1171575"/>
                <a:gd name="connsiteX2102" fmla="*/ 144685 w 2143125"/>
                <a:gd name="connsiteY2102" fmla="*/ 757619 h 1171575"/>
                <a:gd name="connsiteX2103" fmla="*/ 143828 w 2143125"/>
                <a:gd name="connsiteY2103" fmla="*/ 756952 h 1171575"/>
                <a:gd name="connsiteX2104" fmla="*/ 143256 w 2143125"/>
                <a:gd name="connsiteY2104" fmla="*/ 756856 h 1171575"/>
                <a:gd name="connsiteX2105" fmla="*/ 142685 w 2143125"/>
                <a:gd name="connsiteY2105" fmla="*/ 756666 h 1171575"/>
                <a:gd name="connsiteX2106" fmla="*/ 142304 w 2143125"/>
                <a:gd name="connsiteY2106" fmla="*/ 756190 h 1171575"/>
                <a:gd name="connsiteX2107" fmla="*/ 141542 w 2143125"/>
                <a:gd name="connsiteY2107" fmla="*/ 755428 h 1171575"/>
                <a:gd name="connsiteX2108" fmla="*/ 141827 w 2143125"/>
                <a:gd name="connsiteY2108" fmla="*/ 755142 h 1171575"/>
                <a:gd name="connsiteX2109" fmla="*/ 142399 w 2143125"/>
                <a:gd name="connsiteY2109" fmla="*/ 755142 h 1171575"/>
                <a:gd name="connsiteX2110" fmla="*/ 146590 w 2143125"/>
                <a:gd name="connsiteY2110" fmla="*/ 756476 h 1171575"/>
                <a:gd name="connsiteX2111" fmla="*/ 147352 w 2143125"/>
                <a:gd name="connsiteY2111" fmla="*/ 757047 h 1171575"/>
                <a:gd name="connsiteX2112" fmla="*/ 147828 w 2143125"/>
                <a:gd name="connsiteY2112" fmla="*/ 756571 h 1171575"/>
                <a:gd name="connsiteX2113" fmla="*/ 148019 w 2143125"/>
                <a:gd name="connsiteY2113" fmla="*/ 756476 h 1171575"/>
                <a:gd name="connsiteX2114" fmla="*/ 146114 w 2143125"/>
                <a:gd name="connsiteY2114" fmla="*/ 754380 h 1171575"/>
                <a:gd name="connsiteX2115" fmla="*/ 145828 w 2143125"/>
                <a:gd name="connsiteY2115" fmla="*/ 753618 h 1171575"/>
                <a:gd name="connsiteX2116" fmla="*/ 145733 w 2143125"/>
                <a:gd name="connsiteY2116" fmla="*/ 752475 h 1171575"/>
                <a:gd name="connsiteX2117" fmla="*/ 145447 w 2143125"/>
                <a:gd name="connsiteY2117" fmla="*/ 751808 h 1171575"/>
                <a:gd name="connsiteX2118" fmla="*/ 145066 w 2143125"/>
                <a:gd name="connsiteY2118" fmla="*/ 751237 h 1171575"/>
                <a:gd name="connsiteX2119" fmla="*/ 144494 w 2143125"/>
                <a:gd name="connsiteY2119" fmla="*/ 750761 h 1171575"/>
                <a:gd name="connsiteX2120" fmla="*/ 145923 w 2143125"/>
                <a:gd name="connsiteY2120" fmla="*/ 750856 h 1171575"/>
                <a:gd name="connsiteX2121" fmla="*/ 146780 w 2143125"/>
                <a:gd name="connsiteY2121" fmla="*/ 751237 h 1171575"/>
                <a:gd name="connsiteX2122" fmla="*/ 147352 w 2143125"/>
                <a:gd name="connsiteY2122" fmla="*/ 751999 h 1171575"/>
                <a:gd name="connsiteX2123" fmla="*/ 148114 w 2143125"/>
                <a:gd name="connsiteY2123" fmla="*/ 753237 h 1171575"/>
                <a:gd name="connsiteX2124" fmla="*/ 148876 w 2143125"/>
                <a:gd name="connsiteY2124" fmla="*/ 754285 h 1171575"/>
                <a:gd name="connsiteX2125" fmla="*/ 149924 w 2143125"/>
                <a:gd name="connsiteY2125" fmla="*/ 755333 h 1171575"/>
                <a:gd name="connsiteX2126" fmla="*/ 152114 w 2143125"/>
                <a:gd name="connsiteY2126" fmla="*/ 756952 h 1171575"/>
                <a:gd name="connsiteX2127" fmla="*/ 152305 w 2143125"/>
                <a:gd name="connsiteY2127" fmla="*/ 756190 h 1171575"/>
                <a:gd name="connsiteX2128" fmla="*/ 152400 w 2143125"/>
                <a:gd name="connsiteY2128" fmla="*/ 755333 h 1171575"/>
                <a:gd name="connsiteX2129" fmla="*/ 152305 w 2143125"/>
                <a:gd name="connsiteY2129" fmla="*/ 754571 h 1171575"/>
                <a:gd name="connsiteX2130" fmla="*/ 152114 w 2143125"/>
                <a:gd name="connsiteY2130" fmla="*/ 753904 h 1171575"/>
                <a:gd name="connsiteX2131" fmla="*/ 150114 w 2143125"/>
                <a:gd name="connsiteY2131" fmla="*/ 751808 h 1171575"/>
                <a:gd name="connsiteX2132" fmla="*/ 148781 w 2143125"/>
                <a:gd name="connsiteY2132" fmla="*/ 751142 h 1171575"/>
                <a:gd name="connsiteX2133" fmla="*/ 148495 w 2143125"/>
                <a:gd name="connsiteY2133" fmla="*/ 749618 h 1171575"/>
                <a:gd name="connsiteX2134" fmla="*/ 148304 w 2143125"/>
                <a:gd name="connsiteY2134" fmla="*/ 747998 h 1171575"/>
                <a:gd name="connsiteX2135" fmla="*/ 147447 w 2143125"/>
                <a:gd name="connsiteY2135" fmla="*/ 747141 h 1171575"/>
                <a:gd name="connsiteX2136" fmla="*/ 147447 w 2143125"/>
                <a:gd name="connsiteY2136" fmla="*/ 746665 h 1171575"/>
                <a:gd name="connsiteX2137" fmla="*/ 148495 w 2143125"/>
                <a:gd name="connsiteY2137" fmla="*/ 746760 h 1171575"/>
                <a:gd name="connsiteX2138" fmla="*/ 149066 w 2143125"/>
                <a:gd name="connsiteY2138" fmla="*/ 747617 h 1171575"/>
                <a:gd name="connsiteX2139" fmla="*/ 149543 w 2143125"/>
                <a:gd name="connsiteY2139" fmla="*/ 748760 h 1171575"/>
                <a:gd name="connsiteX2140" fmla="*/ 150305 w 2143125"/>
                <a:gd name="connsiteY2140" fmla="*/ 749713 h 1171575"/>
                <a:gd name="connsiteX2141" fmla="*/ 150495 w 2143125"/>
                <a:gd name="connsiteY2141" fmla="*/ 749618 h 1171575"/>
                <a:gd name="connsiteX2142" fmla="*/ 152400 w 2143125"/>
                <a:gd name="connsiteY2142" fmla="*/ 749713 h 1171575"/>
                <a:gd name="connsiteX2143" fmla="*/ 153448 w 2143125"/>
                <a:gd name="connsiteY2143" fmla="*/ 750189 h 1171575"/>
                <a:gd name="connsiteX2144" fmla="*/ 152591 w 2143125"/>
                <a:gd name="connsiteY2144" fmla="*/ 747808 h 1171575"/>
                <a:gd name="connsiteX2145" fmla="*/ 149162 w 2143125"/>
                <a:gd name="connsiteY2145" fmla="*/ 743807 h 1171575"/>
                <a:gd name="connsiteX2146" fmla="*/ 148781 w 2143125"/>
                <a:gd name="connsiteY2146" fmla="*/ 741902 h 1171575"/>
                <a:gd name="connsiteX2147" fmla="*/ 149733 w 2143125"/>
                <a:gd name="connsiteY2147" fmla="*/ 743426 h 1171575"/>
                <a:gd name="connsiteX2148" fmla="*/ 151352 w 2143125"/>
                <a:gd name="connsiteY2148" fmla="*/ 744569 h 1171575"/>
                <a:gd name="connsiteX2149" fmla="*/ 153257 w 2143125"/>
                <a:gd name="connsiteY2149" fmla="*/ 745331 h 1171575"/>
                <a:gd name="connsiteX2150" fmla="*/ 154972 w 2143125"/>
                <a:gd name="connsiteY2150" fmla="*/ 745617 h 1171575"/>
                <a:gd name="connsiteX2151" fmla="*/ 154972 w 2143125"/>
                <a:gd name="connsiteY2151" fmla="*/ 745331 h 1171575"/>
                <a:gd name="connsiteX2152" fmla="*/ 155067 w 2143125"/>
                <a:gd name="connsiteY2152" fmla="*/ 744760 h 1171575"/>
                <a:gd name="connsiteX2153" fmla="*/ 155353 w 2143125"/>
                <a:gd name="connsiteY2153" fmla="*/ 744379 h 1171575"/>
                <a:gd name="connsiteX2154" fmla="*/ 155829 w 2143125"/>
                <a:gd name="connsiteY2154" fmla="*/ 744760 h 1171575"/>
                <a:gd name="connsiteX2155" fmla="*/ 156877 w 2143125"/>
                <a:gd name="connsiteY2155" fmla="*/ 745808 h 1171575"/>
                <a:gd name="connsiteX2156" fmla="*/ 157067 w 2143125"/>
                <a:gd name="connsiteY2156" fmla="*/ 746093 h 1171575"/>
                <a:gd name="connsiteX2157" fmla="*/ 157067 w 2143125"/>
                <a:gd name="connsiteY2157" fmla="*/ 746570 h 1171575"/>
                <a:gd name="connsiteX2158" fmla="*/ 156877 w 2143125"/>
                <a:gd name="connsiteY2158" fmla="*/ 747236 h 1171575"/>
                <a:gd name="connsiteX2159" fmla="*/ 156877 w 2143125"/>
                <a:gd name="connsiteY2159" fmla="*/ 747808 h 1171575"/>
                <a:gd name="connsiteX2160" fmla="*/ 157353 w 2143125"/>
                <a:gd name="connsiteY2160" fmla="*/ 748094 h 1171575"/>
                <a:gd name="connsiteX2161" fmla="*/ 157925 w 2143125"/>
                <a:gd name="connsiteY2161" fmla="*/ 748189 h 1171575"/>
                <a:gd name="connsiteX2162" fmla="*/ 158877 w 2143125"/>
                <a:gd name="connsiteY2162" fmla="*/ 748570 h 1171575"/>
                <a:gd name="connsiteX2163" fmla="*/ 159448 w 2143125"/>
                <a:gd name="connsiteY2163" fmla="*/ 748665 h 1171575"/>
                <a:gd name="connsiteX2164" fmla="*/ 159068 w 2143125"/>
                <a:gd name="connsiteY2164" fmla="*/ 747903 h 1171575"/>
                <a:gd name="connsiteX2165" fmla="*/ 158496 w 2143125"/>
                <a:gd name="connsiteY2165" fmla="*/ 745903 h 1171575"/>
                <a:gd name="connsiteX2166" fmla="*/ 157734 w 2143125"/>
                <a:gd name="connsiteY2166" fmla="*/ 744950 h 1171575"/>
                <a:gd name="connsiteX2167" fmla="*/ 157544 w 2143125"/>
                <a:gd name="connsiteY2167" fmla="*/ 743712 h 1171575"/>
                <a:gd name="connsiteX2168" fmla="*/ 157544 w 2143125"/>
                <a:gd name="connsiteY2168" fmla="*/ 741331 h 1171575"/>
                <a:gd name="connsiteX2169" fmla="*/ 157544 w 2143125"/>
                <a:gd name="connsiteY2169" fmla="*/ 742950 h 1171575"/>
                <a:gd name="connsiteX2170" fmla="*/ 158115 w 2143125"/>
                <a:gd name="connsiteY2170" fmla="*/ 743903 h 1171575"/>
                <a:gd name="connsiteX2171" fmla="*/ 159068 w 2143125"/>
                <a:gd name="connsiteY2171" fmla="*/ 744474 h 1171575"/>
                <a:gd name="connsiteX2172" fmla="*/ 162211 w 2143125"/>
                <a:gd name="connsiteY2172" fmla="*/ 745903 h 1171575"/>
                <a:gd name="connsiteX2173" fmla="*/ 162878 w 2143125"/>
                <a:gd name="connsiteY2173" fmla="*/ 746855 h 1171575"/>
                <a:gd name="connsiteX2174" fmla="*/ 163354 w 2143125"/>
                <a:gd name="connsiteY2174" fmla="*/ 748570 h 1171575"/>
                <a:gd name="connsiteX2175" fmla="*/ 163925 w 2143125"/>
                <a:gd name="connsiteY2175" fmla="*/ 747808 h 1171575"/>
                <a:gd name="connsiteX2176" fmla="*/ 164306 w 2143125"/>
                <a:gd name="connsiteY2176" fmla="*/ 746855 h 1171575"/>
                <a:gd name="connsiteX2177" fmla="*/ 164878 w 2143125"/>
                <a:gd name="connsiteY2177" fmla="*/ 746379 h 1171575"/>
                <a:gd name="connsiteX2178" fmla="*/ 165830 w 2143125"/>
                <a:gd name="connsiteY2178" fmla="*/ 746951 h 1171575"/>
                <a:gd name="connsiteX2179" fmla="*/ 165354 w 2143125"/>
                <a:gd name="connsiteY2179" fmla="*/ 743617 h 1171575"/>
                <a:gd name="connsiteX2180" fmla="*/ 165545 w 2143125"/>
                <a:gd name="connsiteY2180" fmla="*/ 742188 h 1171575"/>
                <a:gd name="connsiteX2181" fmla="*/ 166307 w 2143125"/>
                <a:gd name="connsiteY2181" fmla="*/ 742569 h 1171575"/>
                <a:gd name="connsiteX2182" fmla="*/ 169735 w 2143125"/>
                <a:gd name="connsiteY2182" fmla="*/ 747046 h 1171575"/>
                <a:gd name="connsiteX2183" fmla="*/ 169831 w 2143125"/>
                <a:gd name="connsiteY2183" fmla="*/ 746474 h 1171575"/>
                <a:gd name="connsiteX2184" fmla="*/ 169640 w 2143125"/>
                <a:gd name="connsiteY2184" fmla="*/ 744569 h 1171575"/>
                <a:gd name="connsiteX2185" fmla="*/ 169735 w 2143125"/>
                <a:gd name="connsiteY2185" fmla="*/ 743998 h 1171575"/>
                <a:gd name="connsiteX2186" fmla="*/ 170307 w 2143125"/>
                <a:gd name="connsiteY2186" fmla="*/ 743903 h 1171575"/>
                <a:gd name="connsiteX2187" fmla="*/ 170974 w 2143125"/>
                <a:gd name="connsiteY2187" fmla="*/ 744379 h 1171575"/>
                <a:gd name="connsiteX2188" fmla="*/ 172022 w 2143125"/>
                <a:gd name="connsiteY2188" fmla="*/ 745808 h 1171575"/>
                <a:gd name="connsiteX2189" fmla="*/ 172593 w 2143125"/>
                <a:gd name="connsiteY2189" fmla="*/ 746189 h 1171575"/>
                <a:gd name="connsiteX2190" fmla="*/ 172784 w 2143125"/>
                <a:gd name="connsiteY2190" fmla="*/ 745427 h 1171575"/>
                <a:gd name="connsiteX2191" fmla="*/ 172784 w 2143125"/>
                <a:gd name="connsiteY2191" fmla="*/ 743807 h 1171575"/>
                <a:gd name="connsiteX2192" fmla="*/ 173355 w 2143125"/>
                <a:gd name="connsiteY2192" fmla="*/ 743522 h 1171575"/>
                <a:gd name="connsiteX2193" fmla="*/ 173831 w 2143125"/>
                <a:gd name="connsiteY2193" fmla="*/ 743903 h 1171575"/>
                <a:gd name="connsiteX2194" fmla="*/ 174498 w 2143125"/>
                <a:gd name="connsiteY2194" fmla="*/ 745046 h 1171575"/>
                <a:gd name="connsiteX2195" fmla="*/ 175832 w 2143125"/>
                <a:gd name="connsiteY2195" fmla="*/ 745617 h 1171575"/>
                <a:gd name="connsiteX2196" fmla="*/ 176117 w 2143125"/>
                <a:gd name="connsiteY2196" fmla="*/ 744665 h 1171575"/>
                <a:gd name="connsiteX2197" fmla="*/ 176213 w 2143125"/>
                <a:gd name="connsiteY2197" fmla="*/ 743236 h 1171575"/>
                <a:gd name="connsiteX2198" fmla="*/ 176975 w 2143125"/>
                <a:gd name="connsiteY2198" fmla="*/ 742569 h 1171575"/>
                <a:gd name="connsiteX2199" fmla="*/ 178498 w 2143125"/>
                <a:gd name="connsiteY2199" fmla="*/ 742950 h 1171575"/>
                <a:gd name="connsiteX2200" fmla="*/ 179260 w 2143125"/>
                <a:gd name="connsiteY2200" fmla="*/ 742950 h 1171575"/>
                <a:gd name="connsiteX2201" fmla="*/ 179832 w 2143125"/>
                <a:gd name="connsiteY2201" fmla="*/ 741807 h 1171575"/>
                <a:gd name="connsiteX2202" fmla="*/ 181737 w 2143125"/>
                <a:gd name="connsiteY2202" fmla="*/ 741045 h 1171575"/>
                <a:gd name="connsiteX2203" fmla="*/ 182213 w 2143125"/>
                <a:gd name="connsiteY2203" fmla="*/ 740569 h 1171575"/>
                <a:gd name="connsiteX2204" fmla="*/ 183071 w 2143125"/>
                <a:gd name="connsiteY2204" fmla="*/ 739331 h 1171575"/>
                <a:gd name="connsiteX2205" fmla="*/ 183547 w 2143125"/>
                <a:gd name="connsiteY2205" fmla="*/ 738950 h 1171575"/>
                <a:gd name="connsiteX2206" fmla="*/ 184309 w 2143125"/>
                <a:gd name="connsiteY2206" fmla="*/ 738759 h 1171575"/>
                <a:gd name="connsiteX2207" fmla="*/ 186309 w 2143125"/>
                <a:gd name="connsiteY2207" fmla="*/ 738950 h 1171575"/>
                <a:gd name="connsiteX2208" fmla="*/ 187357 w 2143125"/>
                <a:gd name="connsiteY2208" fmla="*/ 738473 h 1171575"/>
                <a:gd name="connsiteX2209" fmla="*/ 188214 w 2143125"/>
                <a:gd name="connsiteY2209" fmla="*/ 737330 h 1171575"/>
                <a:gd name="connsiteX2210" fmla="*/ 189738 w 2143125"/>
                <a:gd name="connsiteY2210" fmla="*/ 734758 h 1171575"/>
                <a:gd name="connsiteX2211" fmla="*/ 194405 w 2143125"/>
                <a:gd name="connsiteY2211" fmla="*/ 729806 h 1171575"/>
                <a:gd name="connsiteX2212" fmla="*/ 196025 w 2143125"/>
                <a:gd name="connsiteY2212" fmla="*/ 728758 h 1171575"/>
                <a:gd name="connsiteX2213" fmla="*/ 196691 w 2143125"/>
                <a:gd name="connsiteY2213" fmla="*/ 728567 h 1171575"/>
                <a:gd name="connsiteX2214" fmla="*/ 197263 w 2143125"/>
                <a:gd name="connsiteY2214" fmla="*/ 728948 h 1171575"/>
                <a:gd name="connsiteX2215" fmla="*/ 197072 w 2143125"/>
                <a:gd name="connsiteY2215" fmla="*/ 729806 h 1171575"/>
                <a:gd name="connsiteX2216" fmla="*/ 196691 w 2143125"/>
                <a:gd name="connsiteY2216" fmla="*/ 730758 h 1171575"/>
                <a:gd name="connsiteX2217" fmla="*/ 196691 w 2143125"/>
                <a:gd name="connsiteY2217" fmla="*/ 731520 h 1171575"/>
                <a:gd name="connsiteX2218" fmla="*/ 197644 w 2143125"/>
                <a:gd name="connsiteY2218" fmla="*/ 731711 h 1171575"/>
                <a:gd name="connsiteX2219" fmla="*/ 198692 w 2143125"/>
                <a:gd name="connsiteY2219" fmla="*/ 729996 h 1171575"/>
                <a:gd name="connsiteX2220" fmla="*/ 200978 w 2143125"/>
                <a:gd name="connsiteY2220" fmla="*/ 725710 h 1171575"/>
                <a:gd name="connsiteX2221" fmla="*/ 201168 w 2143125"/>
                <a:gd name="connsiteY2221" fmla="*/ 725424 h 1171575"/>
                <a:gd name="connsiteX2222" fmla="*/ 201549 w 2143125"/>
                <a:gd name="connsiteY2222" fmla="*/ 725043 h 1171575"/>
                <a:gd name="connsiteX2223" fmla="*/ 202025 w 2143125"/>
                <a:gd name="connsiteY2223" fmla="*/ 724853 h 1171575"/>
                <a:gd name="connsiteX2224" fmla="*/ 202978 w 2143125"/>
                <a:gd name="connsiteY2224" fmla="*/ 724757 h 1171575"/>
                <a:gd name="connsiteX2225" fmla="*/ 203359 w 2143125"/>
                <a:gd name="connsiteY2225" fmla="*/ 724567 h 1171575"/>
                <a:gd name="connsiteX2226" fmla="*/ 203740 w 2143125"/>
                <a:gd name="connsiteY2226" fmla="*/ 723805 h 1171575"/>
                <a:gd name="connsiteX2227" fmla="*/ 204026 w 2143125"/>
                <a:gd name="connsiteY2227" fmla="*/ 722852 h 1171575"/>
                <a:gd name="connsiteX2228" fmla="*/ 204407 w 2143125"/>
                <a:gd name="connsiteY2228" fmla="*/ 721995 h 1171575"/>
                <a:gd name="connsiteX2229" fmla="*/ 205073 w 2143125"/>
                <a:gd name="connsiteY2229" fmla="*/ 721424 h 1171575"/>
                <a:gd name="connsiteX2230" fmla="*/ 204978 w 2143125"/>
                <a:gd name="connsiteY2230" fmla="*/ 724091 h 1171575"/>
                <a:gd name="connsiteX2231" fmla="*/ 204692 w 2143125"/>
                <a:gd name="connsiteY2231" fmla="*/ 725043 h 1171575"/>
                <a:gd name="connsiteX2232" fmla="*/ 205550 w 2143125"/>
                <a:gd name="connsiteY2232" fmla="*/ 724186 h 1171575"/>
                <a:gd name="connsiteX2233" fmla="*/ 207264 w 2143125"/>
                <a:gd name="connsiteY2233" fmla="*/ 719233 h 1171575"/>
                <a:gd name="connsiteX2234" fmla="*/ 207740 w 2143125"/>
                <a:gd name="connsiteY2234" fmla="*/ 718471 h 1171575"/>
                <a:gd name="connsiteX2235" fmla="*/ 208026 w 2143125"/>
                <a:gd name="connsiteY2235" fmla="*/ 718185 h 1171575"/>
                <a:gd name="connsiteX2236" fmla="*/ 208312 w 2143125"/>
                <a:gd name="connsiteY2236" fmla="*/ 718185 h 1171575"/>
                <a:gd name="connsiteX2237" fmla="*/ 208788 w 2143125"/>
                <a:gd name="connsiteY2237" fmla="*/ 718280 h 1171575"/>
                <a:gd name="connsiteX2238" fmla="*/ 209360 w 2143125"/>
                <a:gd name="connsiteY2238" fmla="*/ 718566 h 1171575"/>
                <a:gd name="connsiteX2239" fmla="*/ 211074 w 2143125"/>
                <a:gd name="connsiteY2239" fmla="*/ 720090 h 1171575"/>
                <a:gd name="connsiteX2240" fmla="*/ 211455 w 2143125"/>
                <a:gd name="connsiteY2240" fmla="*/ 720566 h 1171575"/>
                <a:gd name="connsiteX2241" fmla="*/ 211931 w 2143125"/>
                <a:gd name="connsiteY2241" fmla="*/ 720757 h 1171575"/>
                <a:gd name="connsiteX2242" fmla="*/ 212503 w 2143125"/>
                <a:gd name="connsiteY2242" fmla="*/ 720090 h 1171575"/>
                <a:gd name="connsiteX2243" fmla="*/ 212884 w 2143125"/>
                <a:gd name="connsiteY2243" fmla="*/ 719900 h 1171575"/>
                <a:gd name="connsiteX2244" fmla="*/ 214694 w 2143125"/>
                <a:gd name="connsiteY2244" fmla="*/ 719328 h 1171575"/>
                <a:gd name="connsiteX2245" fmla="*/ 215932 w 2143125"/>
                <a:gd name="connsiteY2245" fmla="*/ 719614 h 1171575"/>
                <a:gd name="connsiteX2246" fmla="*/ 216027 w 2143125"/>
                <a:gd name="connsiteY2246" fmla="*/ 720471 h 1171575"/>
                <a:gd name="connsiteX2247" fmla="*/ 215456 w 2143125"/>
                <a:gd name="connsiteY2247" fmla="*/ 721614 h 1171575"/>
                <a:gd name="connsiteX2248" fmla="*/ 214503 w 2143125"/>
                <a:gd name="connsiteY2248" fmla="*/ 722948 h 1171575"/>
                <a:gd name="connsiteX2249" fmla="*/ 215456 w 2143125"/>
                <a:gd name="connsiteY2249" fmla="*/ 723329 h 1171575"/>
                <a:gd name="connsiteX2250" fmla="*/ 216218 w 2143125"/>
                <a:gd name="connsiteY2250" fmla="*/ 722662 h 1171575"/>
                <a:gd name="connsiteX2251" fmla="*/ 216884 w 2143125"/>
                <a:gd name="connsiteY2251" fmla="*/ 721519 h 1171575"/>
                <a:gd name="connsiteX2252" fmla="*/ 217360 w 2143125"/>
                <a:gd name="connsiteY2252" fmla="*/ 720281 h 1171575"/>
                <a:gd name="connsiteX2253" fmla="*/ 217551 w 2143125"/>
                <a:gd name="connsiteY2253" fmla="*/ 716661 h 1171575"/>
                <a:gd name="connsiteX2254" fmla="*/ 217837 w 2143125"/>
                <a:gd name="connsiteY2254" fmla="*/ 715137 h 1171575"/>
                <a:gd name="connsiteX2255" fmla="*/ 218599 w 2143125"/>
                <a:gd name="connsiteY2255" fmla="*/ 715232 h 1171575"/>
                <a:gd name="connsiteX2256" fmla="*/ 219647 w 2143125"/>
                <a:gd name="connsiteY2256" fmla="*/ 715708 h 1171575"/>
                <a:gd name="connsiteX2257" fmla="*/ 221075 w 2143125"/>
                <a:gd name="connsiteY2257" fmla="*/ 715328 h 1171575"/>
                <a:gd name="connsiteX2258" fmla="*/ 222409 w 2143125"/>
                <a:gd name="connsiteY2258" fmla="*/ 714566 h 1171575"/>
                <a:gd name="connsiteX2259" fmla="*/ 224314 w 2143125"/>
                <a:gd name="connsiteY2259" fmla="*/ 712565 h 1171575"/>
                <a:gd name="connsiteX2260" fmla="*/ 224981 w 2143125"/>
                <a:gd name="connsiteY2260" fmla="*/ 712184 h 1171575"/>
                <a:gd name="connsiteX2261" fmla="*/ 225266 w 2143125"/>
                <a:gd name="connsiteY2261" fmla="*/ 712661 h 1171575"/>
                <a:gd name="connsiteX2262" fmla="*/ 224981 w 2143125"/>
                <a:gd name="connsiteY2262" fmla="*/ 713613 h 1171575"/>
                <a:gd name="connsiteX2263" fmla="*/ 223933 w 2143125"/>
                <a:gd name="connsiteY2263" fmla="*/ 715137 h 1171575"/>
                <a:gd name="connsiteX2264" fmla="*/ 223742 w 2143125"/>
                <a:gd name="connsiteY2264" fmla="*/ 715994 h 1171575"/>
                <a:gd name="connsiteX2265" fmla="*/ 224314 w 2143125"/>
                <a:gd name="connsiteY2265" fmla="*/ 717328 h 1171575"/>
                <a:gd name="connsiteX2266" fmla="*/ 225266 w 2143125"/>
                <a:gd name="connsiteY2266" fmla="*/ 716566 h 1171575"/>
                <a:gd name="connsiteX2267" fmla="*/ 229457 w 2143125"/>
                <a:gd name="connsiteY2267" fmla="*/ 709327 h 1171575"/>
                <a:gd name="connsiteX2268" fmla="*/ 229743 w 2143125"/>
                <a:gd name="connsiteY2268" fmla="*/ 708660 h 1171575"/>
                <a:gd name="connsiteX2269" fmla="*/ 229553 w 2143125"/>
                <a:gd name="connsiteY2269" fmla="*/ 708374 h 1171575"/>
                <a:gd name="connsiteX2270" fmla="*/ 229648 w 2143125"/>
                <a:gd name="connsiteY2270" fmla="*/ 707803 h 1171575"/>
                <a:gd name="connsiteX2271" fmla="*/ 229934 w 2143125"/>
                <a:gd name="connsiteY2271" fmla="*/ 707231 h 1171575"/>
                <a:gd name="connsiteX2272" fmla="*/ 230505 w 2143125"/>
                <a:gd name="connsiteY2272" fmla="*/ 706946 h 1171575"/>
                <a:gd name="connsiteX2273" fmla="*/ 231077 w 2143125"/>
                <a:gd name="connsiteY2273" fmla="*/ 707231 h 1171575"/>
                <a:gd name="connsiteX2274" fmla="*/ 232220 w 2143125"/>
                <a:gd name="connsiteY2274" fmla="*/ 708374 h 1171575"/>
                <a:gd name="connsiteX2275" fmla="*/ 232982 w 2143125"/>
                <a:gd name="connsiteY2275" fmla="*/ 708660 h 1171575"/>
                <a:gd name="connsiteX2276" fmla="*/ 233934 w 2143125"/>
                <a:gd name="connsiteY2276" fmla="*/ 708184 h 1171575"/>
                <a:gd name="connsiteX2277" fmla="*/ 235458 w 2143125"/>
                <a:gd name="connsiteY2277" fmla="*/ 706088 h 1171575"/>
                <a:gd name="connsiteX2278" fmla="*/ 236410 w 2143125"/>
                <a:gd name="connsiteY2278" fmla="*/ 705517 h 1171575"/>
                <a:gd name="connsiteX2279" fmla="*/ 243364 w 2143125"/>
                <a:gd name="connsiteY2279" fmla="*/ 703898 h 1171575"/>
                <a:gd name="connsiteX2280" fmla="*/ 245459 w 2143125"/>
                <a:gd name="connsiteY2280" fmla="*/ 702850 h 1171575"/>
                <a:gd name="connsiteX2281" fmla="*/ 247841 w 2143125"/>
                <a:gd name="connsiteY2281" fmla="*/ 701135 h 1171575"/>
                <a:gd name="connsiteX2282" fmla="*/ 249174 w 2143125"/>
                <a:gd name="connsiteY2282" fmla="*/ 700850 h 1171575"/>
                <a:gd name="connsiteX2283" fmla="*/ 251365 w 2143125"/>
                <a:gd name="connsiteY2283" fmla="*/ 702278 h 1171575"/>
                <a:gd name="connsiteX2284" fmla="*/ 258128 w 2143125"/>
                <a:gd name="connsiteY2284" fmla="*/ 703802 h 1171575"/>
                <a:gd name="connsiteX2285" fmla="*/ 261080 w 2143125"/>
                <a:gd name="connsiteY2285" fmla="*/ 704945 h 1171575"/>
                <a:gd name="connsiteX2286" fmla="*/ 264509 w 2143125"/>
                <a:gd name="connsiteY2286" fmla="*/ 705517 h 1171575"/>
                <a:gd name="connsiteX2287" fmla="*/ 265843 w 2143125"/>
                <a:gd name="connsiteY2287" fmla="*/ 706183 h 1171575"/>
                <a:gd name="connsiteX2288" fmla="*/ 266795 w 2143125"/>
                <a:gd name="connsiteY2288" fmla="*/ 707136 h 1171575"/>
                <a:gd name="connsiteX2289" fmla="*/ 268129 w 2143125"/>
                <a:gd name="connsiteY2289" fmla="*/ 709803 h 1171575"/>
                <a:gd name="connsiteX2290" fmla="*/ 269177 w 2143125"/>
                <a:gd name="connsiteY2290" fmla="*/ 711137 h 1171575"/>
                <a:gd name="connsiteX2291" fmla="*/ 270129 w 2143125"/>
                <a:gd name="connsiteY2291" fmla="*/ 711041 h 1171575"/>
                <a:gd name="connsiteX2292" fmla="*/ 270701 w 2143125"/>
                <a:gd name="connsiteY2292" fmla="*/ 709613 h 1171575"/>
                <a:gd name="connsiteX2293" fmla="*/ 270986 w 2143125"/>
                <a:gd name="connsiteY2293" fmla="*/ 707898 h 1171575"/>
                <a:gd name="connsiteX2294" fmla="*/ 271463 w 2143125"/>
                <a:gd name="connsiteY2294" fmla="*/ 706374 h 1171575"/>
                <a:gd name="connsiteX2295" fmla="*/ 272510 w 2143125"/>
                <a:gd name="connsiteY2295" fmla="*/ 705517 h 1171575"/>
                <a:gd name="connsiteX2296" fmla="*/ 273844 w 2143125"/>
                <a:gd name="connsiteY2296" fmla="*/ 705707 h 1171575"/>
                <a:gd name="connsiteX2297" fmla="*/ 274606 w 2143125"/>
                <a:gd name="connsiteY2297" fmla="*/ 706850 h 1171575"/>
                <a:gd name="connsiteX2298" fmla="*/ 274701 w 2143125"/>
                <a:gd name="connsiteY2298" fmla="*/ 708470 h 1171575"/>
                <a:gd name="connsiteX2299" fmla="*/ 273653 w 2143125"/>
                <a:gd name="connsiteY2299" fmla="*/ 711708 h 1171575"/>
                <a:gd name="connsiteX2300" fmla="*/ 274415 w 2143125"/>
                <a:gd name="connsiteY2300" fmla="*/ 713137 h 1171575"/>
                <a:gd name="connsiteX2301" fmla="*/ 276416 w 2143125"/>
                <a:gd name="connsiteY2301" fmla="*/ 714756 h 1171575"/>
                <a:gd name="connsiteX2302" fmla="*/ 277273 w 2143125"/>
                <a:gd name="connsiteY2302" fmla="*/ 715804 h 1171575"/>
                <a:gd name="connsiteX2303" fmla="*/ 278321 w 2143125"/>
                <a:gd name="connsiteY2303" fmla="*/ 716661 h 1171575"/>
                <a:gd name="connsiteX2304" fmla="*/ 279464 w 2143125"/>
                <a:gd name="connsiteY2304" fmla="*/ 717137 h 1171575"/>
                <a:gd name="connsiteX2305" fmla="*/ 280607 w 2143125"/>
                <a:gd name="connsiteY2305" fmla="*/ 717137 h 1171575"/>
                <a:gd name="connsiteX2306" fmla="*/ 282893 w 2143125"/>
                <a:gd name="connsiteY2306" fmla="*/ 715708 h 1171575"/>
                <a:gd name="connsiteX2307" fmla="*/ 284226 w 2143125"/>
                <a:gd name="connsiteY2307" fmla="*/ 715137 h 1171575"/>
                <a:gd name="connsiteX2308" fmla="*/ 285369 w 2143125"/>
                <a:gd name="connsiteY2308" fmla="*/ 715518 h 1171575"/>
                <a:gd name="connsiteX2309" fmla="*/ 284798 w 2143125"/>
                <a:gd name="connsiteY2309" fmla="*/ 715994 h 1171575"/>
                <a:gd name="connsiteX2310" fmla="*/ 283178 w 2143125"/>
                <a:gd name="connsiteY2310" fmla="*/ 718185 h 1171575"/>
                <a:gd name="connsiteX2311" fmla="*/ 284417 w 2143125"/>
                <a:gd name="connsiteY2311" fmla="*/ 718852 h 1171575"/>
                <a:gd name="connsiteX2312" fmla="*/ 286131 w 2143125"/>
                <a:gd name="connsiteY2312" fmla="*/ 719328 h 1171575"/>
                <a:gd name="connsiteX2313" fmla="*/ 287846 w 2143125"/>
                <a:gd name="connsiteY2313" fmla="*/ 719423 h 1171575"/>
                <a:gd name="connsiteX2314" fmla="*/ 288893 w 2143125"/>
                <a:gd name="connsiteY2314" fmla="*/ 718947 h 1171575"/>
                <a:gd name="connsiteX2315" fmla="*/ 289941 w 2143125"/>
                <a:gd name="connsiteY2315" fmla="*/ 716090 h 1171575"/>
                <a:gd name="connsiteX2316" fmla="*/ 290894 w 2143125"/>
                <a:gd name="connsiteY2316" fmla="*/ 714756 h 1171575"/>
                <a:gd name="connsiteX2317" fmla="*/ 291941 w 2143125"/>
                <a:gd name="connsiteY2317" fmla="*/ 715042 h 1171575"/>
                <a:gd name="connsiteX2318" fmla="*/ 292132 w 2143125"/>
                <a:gd name="connsiteY2318" fmla="*/ 715899 h 1171575"/>
                <a:gd name="connsiteX2319" fmla="*/ 291751 w 2143125"/>
                <a:gd name="connsiteY2319" fmla="*/ 716566 h 1171575"/>
                <a:gd name="connsiteX2320" fmla="*/ 291179 w 2143125"/>
                <a:gd name="connsiteY2320" fmla="*/ 717137 h 1171575"/>
                <a:gd name="connsiteX2321" fmla="*/ 290894 w 2143125"/>
                <a:gd name="connsiteY2321" fmla="*/ 717614 h 1171575"/>
                <a:gd name="connsiteX2322" fmla="*/ 290989 w 2143125"/>
                <a:gd name="connsiteY2322" fmla="*/ 718566 h 1171575"/>
                <a:gd name="connsiteX2323" fmla="*/ 291370 w 2143125"/>
                <a:gd name="connsiteY2323" fmla="*/ 718947 h 1171575"/>
                <a:gd name="connsiteX2324" fmla="*/ 291941 w 2143125"/>
                <a:gd name="connsiteY2324" fmla="*/ 719328 h 1171575"/>
                <a:gd name="connsiteX2325" fmla="*/ 293656 w 2143125"/>
                <a:gd name="connsiteY2325" fmla="*/ 721138 h 1171575"/>
                <a:gd name="connsiteX2326" fmla="*/ 294323 w 2143125"/>
                <a:gd name="connsiteY2326" fmla="*/ 721709 h 1171575"/>
                <a:gd name="connsiteX2327" fmla="*/ 294608 w 2143125"/>
                <a:gd name="connsiteY2327" fmla="*/ 721614 h 1171575"/>
                <a:gd name="connsiteX2328" fmla="*/ 294418 w 2143125"/>
                <a:gd name="connsiteY2328" fmla="*/ 722662 h 1171575"/>
                <a:gd name="connsiteX2329" fmla="*/ 294608 w 2143125"/>
                <a:gd name="connsiteY2329" fmla="*/ 723233 h 1171575"/>
                <a:gd name="connsiteX2330" fmla="*/ 294989 w 2143125"/>
                <a:gd name="connsiteY2330" fmla="*/ 723519 h 1171575"/>
                <a:gd name="connsiteX2331" fmla="*/ 295466 w 2143125"/>
                <a:gd name="connsiteY2331" fmla="*/ 723900 h 1171575"/>
                <a:gd name="connsiteX2332" fmla="*/ 296799 w 2143125"/>
                <a:gd name="connsiteY2332" fmla="*/ 724567 h 1171575"/>
                <a:gd name="connsiteX2333" fmla="*/ 303467 w 2143125"/>
                <a:gd name="connsiteY2333" fmla="*/ 725043 h 1171575"/>
                <a:gd name="connsiteX2334" fmla="*/ 303752 w 2143125"/>
                <a:gd name="connsiteY2334" fmla="*/ 724757 h 1171575"/>
                <a:gd name="connsiteX2335" fmla="*/ 303657 w 2143125"/>
                <a:gd name="connsiteY2335" fmla="*/ 723900 h 1171575"/>
                <a:gd name="connsiteX2336" fmla="*/ 303371 w 2143125"/>
                <a:gd name="connsiteY2336" fmla="*/ 723043 h 1171575"/>
                <a:gd name="connsiteX2337" fmla="*/ 302990 w 2143125"/>
                <a:gd name="connsiteY2337" fmla="*/ 722281 h 1171575"/>
                <a:gd name="connsiteX2338" fmla="*/ 302705 w 2143125"/>
                <a:gd name="connsiteY2338" fmla="*/ 721805 h 1171575"/>
                <a:gd name="connsiteX2339" fmla="*/ 302228 w 2143125"/>
                <a:gd name="connsiteY2339" fmla="*/ 721519 h 1171575"/>
                <a:gd name="connsiteX2340" fmla="*/ 300800 w 2143125"/>
                <a:gd name="connsiteY2340" fmla="*/ 720947 h 1171575"/>
                <a:gd name="connsiteX2341" fmla="*/ 300419 w 2143125"/>
                <a:gd name="connsiteY2341" fmla="*/ 720662 h 1171575"/>
                <a:gd name="connsiteX2342" fmla="*/ 300323 w 2143125"/>
                <a:gd name="connsiteY2342" fmla="*/ 719614 h 1171575"/>
                <a:gd name="connsiteX2343" fmla="*/ 300704 w 2143125"/>
                <a:gd name="connsiteY2343" fmla="*/ 718947 h 1171575"/>
                <a:gd name="connsiteX2344" fmla="*/ 301371 w 2143125"/>
                <a:gd name="connsiteY2344" fmla="*/ 718852 h 1171575"/>
                <a:gd name="connsiteX2345" fmla="*/ 303086 w 2143125"/>
                <a:gd name="connsiteY2345" fmla="*/ 720090 h 1171575"/>
                <a:gd name="connsiteX2346" fmla="*/ 304514 w 2143125"/>
                <a:gd name="connsiteY2346" fmla="*/ 719995 h 1171575"/>
                <a:gd name="connsiteX2347" fmla="*/ 309563 w 2143125"/>
                <a:gd name="connsiteY2347" fmla="*/ 718185 h 1171575"/>
                <a:gd name="connsiteX2348" fmla="*/ 310420 w 2143125"/>
                <a:gd name="connsiteY2348" fmla="*/ 717423 h 1171575"/>
                <a:gd name="connsiteX2349" fmla="*/ 312801 w 2143125"/>
                <a:gd name="connsiteY2349" fmla="*/ 714280 h 1171575"/>
                <a:gd name="connsiteX2350" fmla="*/ 312992 w 2143125"/>
                <a:gd name="connsiteY2350" fmla="*/ 713518 h 1171575"/>
                <a:gd name="connsiteX2351" fmla="*/ 312992 w 2143125"/>
                <a:gd name="connsiteY2351" fmla="*/ 711613 h 1171575"/>
                <a:gd name="connsiteX2352" fmla="*/ 313182 w 2143125"/>
                <a:gd name="connsiteY2352" fmla="*/ 710756 h 1171575"/>
                <a:gd name="connsiteX2353" fmla="*/ 313658 w 2143125"/>
                <a:gd name="connsiteY2353" fmla="*/ 710089 h 1171575"/>
                <a:gd name="connsiteX2354" fmla="*/ 314706 w 2143125"/>
                <a:gd name="connsiteY2354" fmla="*/ 709898 h 1171575"/>
                <a:gd name="connsiteX2355" fmla="*/ 318040 w 2143125"/>
                <a:gd name="connsiteY2355" fmla="*/ 710470 h 1171575"/>
                <a:gd name="connsiteX2356" fmla="*/ 318992 w 2143125"/>
                <a:gd name="connsiteY2356" fmla="*/ 710851 h 1171575"/>
                <a:gd name="connsiteX2357" fmla="*/ 320802 w 2143125"/>
                <a:gd name="connsiteY2357" fmla="*/ 712851 h 1171575"/>
                <a:gd name="connsiteX2358" fmla="*/ 321754 w 2143125"/>
                <a:gd name="connsiteY2358" fmla="*/ 713423 h 1171575"/>
                <a:gd name="connsiteX2359" fmla="*/ 323088 w 2143125"/>
                <a:gd name="connsiteY2359" fmla="*/ 713804 h 1171575"/>
                <a:gd name="connsiteX2360" fmla="*/ 328994 w 2143125"/>
                <a:gd name="connsiteY2360" fmla="*/ 713804 h 1171575"/>
                <a:gd name="connsiteX2361" fmla="*/ 332042 w 2143125"/>
                <a:gd name="connsiteY2361" fmla="*/ 714470 h 1171575"/>
                <a:gd name="connsiteX2362" fmla="*/ 336899 w 2143125"/>
                <a:gd name="connsiteY2362" fmla="*/ 713518 h 1171575"/>
                <a:gd name="connsiteX2363" fmla="*/ 339280 w 2143125"/>
                <a:gd name="connsiteY2363" fmla="*/ 713423 h 1171575"/>
                <a:gd name="connsiteX2364" fmla="*/ 340138 w 2143125"/>
                <a:gd name="connsiteY2364" fmla="*/ 714089 h 1171575"/>
                <a:gd name="connsiteX2365" fmla="*/ 342138 w 2143125"/>
                <a:gd name="connsiteY2365" fmla="*/ 717233 h 1171575"/>
                <a:gd name="connsiteX2366" fmla="*/ 343091 w 2143125"/>
                <a:gd name="connsiteY2366" fmla="*/ 718185 h 1171575"/>
                <a:gd name="connsiteX2367" fmla="*/ 343948 w 2143125"/>
                <a:gd name="connsiteY2367" fmla="*/ 718185 h 1171575"/>
                <a:gd name="connsiteX2368" fmla="*/ 346234 w 2143125"/>
                <a:gd name="connsiteY2368" fmla="*/ 717899 h 1171575"/>
                <a:gd name="connsiteX2369" fmla="*/ 346710 w 2143125"/>
                <a:gd name="connsiteY2369" fmla="*/ 718376 h 1171575"/>
                <a:gd name="connsiteX2370" fmla="*/ 346901 w 2143125"/>
                <a:gd name="connsiteY2370" fmla="*/ 719328 h 1171575"/>
                <a:gd name="connsiteX2371" fmla="*/ 347853 w 2143125"/>
                <a:gd name="connsiteY2371" fmla="*/ 721328 h 1171575"/>
                <a:gd name="connsiteX2372" fmla="*/ 348805 w 2143125"/>
                <a:gd name="connsiteY2372" fmla="*/ 726758 h 1171575"/>
                <a:gd name="connsiteX2373" fmla="*/ 348710 w 2143125"/>
                <a:gd name="connsiteY2373" fmla="*/ 729234 h 1171575"/>
                <a:gd name="connsiteX2374" fmla="*/ 349091 w 2143125"/>
                <a:gd name="connsiteY2374" fmla="*/ 730282 h 1171575"/>
                <a:gd name="connsiteX2375" fmla="*/ 350139 w 2143125"/>
                <a:gd name="connsiteY2375" fmla="*/ 730758 h 1171575"/>
                <a:gd name="connsiteX2376" fmla="*/ 351758 w 2143125"/>
                <a:gd name="connsiteY2376" fmla="*/ 730949 h 1171575"/>
                <a:gd name="connsiteX2377" fmla="*/ 353378 w 2143125"/>
                <a:gd name="connsiteY2377" fmla="*/ 731806 h 1171575"/>
                <a:gd name="connsiteX2378" fmla="*/ 354425 w 2143125"/>
                <a:gd name="connsiteY2378" fmla="*/ 733520 h 1171575"/>
                <a:gd name="connsiteX2379" fmla="*/ 354235 w 2143125"/>
                <a:gd name="connsiteY2379" fmla="*/ 736568 h 1171575"/>
                <a:gd name="connsiteX2380" fmla="*/ 354044 w 2143125"/>
                <a:gd name="connsiteY2380" fmla="*/ 737521 h 1171575"/>
                <a:gd name="connsiteX2381" fmla="*/ 353759 w 2143125"/>
                <a:gd name="connsiteY2381" fmla="*/ 737806 h 1171575"/>
                <a:gd name="connsiteX2382" fmla="*/ 353187 w 2143125"/>
                <a:gd name="connsiteY2382" fmla="*/ 738188 h 1171575"/>
                <a:gd name="connsiteX2383" fmla="*/ 352711 w 2143125"/>
                <a:gd name="connsiteY2383" fmla="*/ 738188 h 1171575"/>
                <a:gd name="connsiteX2384" fmla="*/ 351473 w 2143125"/>
                <a:gd name="connsiteY2384" fmla="*/ 737997 h 1171575"/>
                <a:gd name="connsiteX2385" fmla="*/ 350996 w 2143125"/>
                <a:gd name="connsiteY2385" fmla="*/ 738188 h 1171575"/>
                <a:gd name="connsiteX2386" fmla="*/ 350520 w 2143125"/>
                <a:gd name="connsiteY2386" fmla="*/ 739140 h 1171575"/>
                <a:gd name="connsiteX2387" fmla="*/ 350139 w 2143125"/>
                <a:gd name="connsiteY2387" fmla="*/ 740378 h 1171575"/>
                <a:gd name="connsiteX2388" fmla="*/ 349758 w 2143125"/>
                <a:gd name="connsiteY2388" fmla="*/ 740759 h 1171575"/>
                <a:gd name="connsiteX2389" fmla="*/ 349282 w 2143125"/>
                <a:gd name="connsiteY2389" fmla="*/ 739235 h 1171575"/>
                <a:gd name="connsiteX2390" fmla="*/ 348901 w 2143125"/>
                <a:gd name="connsiteY2390" fmla="*/ 740474 h 1171575"/>
                <a:gd name="connsiteX2391" fmla="*/ 348710 w 2143125"/>
                <a:gd name="connsiteY2391" fmla="*/ 743236 h 1171575"/>
                <a:gd name="connsiteX2392" fmla="*/ 348329 w 2143125"/>
                <a:gd name="connsiteY2392" fmla="*/ 744379 h 1171575"/>
                <a:gd name="connsiteX2393" fmla="*/ 347472 w 2143125"/>
                <a:gd name="connsiteY2393" fmla="*/ 745046 h 1171575"/>
                <a:gd name="connsiteX2394" fmla="*/ 346520 w 2143125"/>
                <a:gd name="connsiteY2394" fmla="*/ 744950 h 1171575"/>
                <a:gd name="connsiteX2395" fmla="*/ 345853 w 2143125"/>
                <a:gd name="connsiteY2395" fmla="*/ 744188 h 1171575"/>
                <a:gd name="connsiteX2396" fmla="*/ 345758 w 2143125"/>
                <a:gd name="connsiteY2396" fmla="*/ 742760 h 1171575"/>
                <a:gd name="connsiteX2397" fmla="*/ 344138 w 2143125"/>
                <a:gd name="connsiteY2397" fmla="*/ 745998 h 1171575"/>
                <a:gd name="connsiteX2398" fmla="*/ 343472 w 2143125"/>
                <a:gd name="connsiteY2398" fmla="*/ 748094 h 1171575"/>
                <a:gd name="connsiteX2399" fmla="*/ 343567 w 2143125"/>
                <a:gd name="connsiteY2399" fmla="*/ 749618 h 1171575"/>
                <a:gd name="connsiteX2400" fmla="*/ 344615 w 2143125"/>
                <a:gd name="connsiteY2400" fmla="*/ 750094 h 1171575"/>
                <a:gd name="connsiteX2401" fmla="*/ 345853 w 2143125"/>
                <a:gd name="connsiteY2401" fmla="*/ 749237 h 1171575"/>
                <a:gd name="connsiteX2402" fmla="*/ 346996 w 2143125"/>
                <a:gd name="connsiteY2402" fmla="*/ 747998 h 1171575"/>
                <a:gd name="connsiteX2403" fmla="*/ 347948 w 2143125"/>
                <a:gd name="connsiteY2403" fmla="*/ 747522 h 1171575"/>
                <a:gd name="connsiteX2404" fmla="*/ 347567 w 2143125"/>
                <a:gd name="connsiteY2404" fmla="*/ 748951 h 1171575"/>
                <a:gd name="connsiteX2405" fmla="*/ 347567 w 2143125"/>
                <a:gd name="connsiteY2405" fmla="*/ 750380 h 1171575"/>
                <a:gd name="connsiteX2406" fmla="*/ 348044 w 2143125"/>
                <a:gd name="connsiteY2406" fmla="*/ 751523 h 1171575"/>
                <a:gd name="connsiteX2407" fmla="*/ 348996 w 2143125"/>
                <a:gd name="connsiteY2407" fmla="*/ 752189 h 1171575"/>
                <a:gd name="connsiteX2408" fmla="*/ 348996 w 2143125"/>
                <a:gd name="connsiteY2408" fmla="*/ 752761 h 1171575"/>
                <a:gd name="connsiteX2409" fmla="*/ 348044 w 2143125"/>
                <a:gd name="connsiteY2409" fmla="*/ 752285 h 1171575"/>
                <a:gd name="connsiteX2410" fmla="*/ 346424 w 2143125"/>
                <a:gd name="connsiteY2410" fmla="*/ 750856 h 1171575"/>
                <a:gd name="connsiteX2411" fmla="*/ 345377 w 2143125"/>
                <a:gd name="connsiteY2411" fmla="*/ 750665 h 1171575"/>
                <a:gd name="connsiteX2412" fmla="*/ 348044 w 2143125"/>
                <a:gd name="connsiteY2412" fmla="*/ 753428 h 1171575"/>
                <a:gd name="connsiteX2413" fmla="*/ 350425 w 2143125"/>
                <a:gd name="connsiteY2413" fmla="*/ 756571 h 1171575"/>
                <a:gd name="connsiteX2414" fmla="*/ 351949 w 2143125"/>
                <a:gd name="connsiteY2414" fmla="*/ 760571 h 1171575"/>
                <a:gd name="connsiteX2415" fmla="*/ 351949 w 2143125"/>
                <a:gd name="connsiteY2415" fmla="*/ 765810 h 1171575"/>
                <a:gd name="connsiteX2416" fmla="*/ 350425 w 2143125"/>
                <a:gd name="connsiteY2416" fmla="*/ 772573 h 1171575"/>
                <a:gd name="connsiteX2417" fmla="*/ 349949 w 2143125"/>
                <a:gd name="connsiteY2417" fmla="*/ 777812 h 1171575"/>
                <a:gd name="connsiteX2418" fmla="*/ 349663 w 2143125"/>
                <a:gd name="connsiteY2418" fmla="*/ 779050 h 1171575"/>
                <a:gd name="connsiteX2419" fmla="*/ 349187 w 2143125"/>
                <a:gd name="connsiteY2419" fmla="*/ 780098 h 1171575"/>
                <a:gd name="connsiteX2420" fmla="*/ 347948 w 2143125"/>
                <a:gd name="connsiteY2420" fmla="*/ 781812 h 1171575"/>
                <a:gd name="connsiteX2421" fmla="*/ 347663 w 2143125"/>
                <a:gd name="connsiteY2421" fmla="*/ 782765 h 1171575"/>
                <a:gd name="connsiteX2422" fmla="*/ 347948 w 2143125"/>
                <a:gd name="connsiteY2422" fmla="*/ 783908 h 1171575"/>
                <a:gd name="connsiteX2423" fmla="*/ 347948 w 2143125"/>
                <a:gd name="connsiteY2423" fmla="*/ 783431 h 1171575"/>
                <a:gd name="connsiteX2424" fmla="*/ 348234 w 2143125"/>
                <a:gd name="connsiteY2424" fmla="*/ 784765 h 1171575"/>
                <a:gd name="connsiteX2425" fmla="*/ 347948 w 2143125"/>
                <a:gd name="connsiteY2425" fmla="*/ 785908 h 1171575"/>
                <a:gd name="connsiteX2426" fmla="*/ 346805 w 2143125"/>
                <a:gd name="connsiteY2426" fmla="*/ 788003 h 1171575"/>
                <a:gd name="connsiteX2427" fmla="*/ 346424 w 2143125"/>
                <a:gd name="connsiteY2427" fmla="*/ 788861 h 1171575"/>
                <a:gd name="connsiteX2428" fmla="*/ 345948 w 2143125"/>
                <a:gd name="connsiteY2428" fmla="*/ 790575 h 1171575"/>
                <a:gd name="connsiteX2429" fmla="*/ 345662 w 2143125"/>
                <a:gd name="connsiteY2429" fmla="*/ 791242 h 1171575"/>
                <a:gd name="connsiteX2430" fmla="*/ 345186 w 2143125"/>
                <a:gd name="connsiteY2430" fmla="*/ 791908 h 1171575"/>
                <a:gd name="connsiteX2431" fmla="*/ 343662 w 2143125"/>
                <a:gd name="connsiteY2431" fmla="*/ 793528 h 1171575"/>
                <a:gd name="connsiteX2432" fmla="*/ 342805 w 2143125"/>
                <a:gd name="connsiteY2432" fmla="*/ 795052 h 1171575"/>
                <a:gd name="connsiteX2433" fmla="*/ 341757 w 2143125"/>
                <a:gd name="connsiteY2433" fmla="*/ 797909 h 1171575"/>
                <a:gd name="connsiteX2434" fmla="*/ 341090 w 2143125"/>
                <a:gd name="connsiteY2434" fmla="*/ 799243 h 1171575"/>
                <a:gd name="connsiteX2435" fmla="*/ 339280 w 2143125"/>
                <a:gd name="connsiteY2435" fmla="*/ 801815 h 1171575"/>
                <a:gd name="connsiteX2436" fmla="*/ 338804 w 2143125"/>
                <a:gd name="connsiteY2436" fmla="*/ 802196 h 1171575"/>
                <a:gd name="connsiteX2437" fmla="*/ 337471 w 2143125"/>
                <a:gd name="connsiteY2437" fmla="*/ 802672 h 1171575"/>
                <a:gd name="connsiteX2438" fmla="*/ 336899 w 2143125"/>
                <a:gd name="connsiteY2438" fmla="*/ 803053 h 1171575"/>
                <a:gd name="connsiteX2439" fmla="*/ 336042 w 2143125"/>
                <a:gd name="connsiteY2439" fmla="*/ 804101 h 1171575"/>
                <a:gd name="connsiteX2440" fmla="*/ 334042 w 2143125"/>
                <a:gd name="connsiteY2440" fmla="*/ 807720 h 1171575"/>
                <a:gd name="connsiteX2441" fmla="*/ 333185 w 2143125"/>
                <a:gd name="connsiteY2441" fmla="*/ 810482 h 1171575"/>
                <a:gd name="connsiteX2442" fmla="*/ 332613 w 2143125"/>
                <a:gd name="connsiteY2442" fmla="*/ 811816 h 1171575"/>
                <a:gd name="connsiteX2443" fmla="*/ 331756 w 2143125"/>
                <a:gd name="connsiteY2443" fmla="*/ 812387 h 1171575"/>
                <a:gd name="connsiteX2444" fmla="*/ 330803 w 2143125"/>
                <a:gd name="connsiteY2444" fmla="*/ 812673 h 1171575"/>
                <a:gd name="connsiteX2445" fmla="*/ 330232 w 2143125"/>
                <a:gd name="connsiteY2445" fmla="*/ 813530 h 1171575"/>
                <a:gd name="connsiteX2446" fmla="*/ 329946 w 2143125"/>
                <a:gd name="connsiteY2446" fmla="*/ 814864 h 1171575"/>
                <a:gd name="connsiteX2447" fmla="*/ 329851 w 2143125"/>
                <a:gd name="connsiteY2447" fmla="*/ 816674 h 1171575"/>
                <a:gd name="connsiteX2448" fmla="*/ 329946 w 2143125"/>
                <a:gd name="connsiteY2448" fmla="*/ 817340 h 1171575"/>
                <a:gd name="connsiteX2449" fmla="*/ 330137 w 2143125"/>
                <a:gd name="connsiteY2449" fmla="*/ 817912 h 1171575"/>
                <a:gd name="connsiteX2450" fmla="*/ 330137 w 2143125"/>
                <a:gd name="connsiteY2450" fmla="*/ 818483 h 1171575"/>
                <a:gd name="connsiteX2451" fmla="*/ 329755 w 2143125"/>
                <a:gd name="connsiteY2451" fmla="*/ 819245 h 1171575"/>
                <a:gd name="connsiteX2452" fmla="*/ 329660 w 2143125"/>
                <a:gd name="connsiteY2452" fmla="*/ 819912 h 1171575"/>
                <a:gd name="connsiteX2453" fmla="*/ 329946 w 2143125"/>
                <a:gd name="connsiteY2453" fmla="*/ 820483 h 1171575"/>
                <a:gd name="connsiteX2454" fmla="*/ 330232 w 2143125"/>
                <a:gd name="connsiteY2454" fmla="*/ 821150 h 1171575"/>
                <a:gd name="connsiteX2455" fmla="*/ 329946 w 2143125"/>
                <a:gd name="connsiteY2455" fmla="*/ 822103 h 1171575"/>
                <a:gd name="connsiteX2456" fmla="*/ 330803 w 2143125"/>
                <a:gd name="connsiteY2456" fmla="*/ 822770 h 1171575"/>
                <a:gd name="connsiteX2457" fmla="*/ 333375 w 2143125"/>
                <a:gd name="connsiteY2457" fmla="*/ 823913 h 1171575"/>
                <a:gd name="connsiteX2458" fmla="*/ 335280 w 2143125"/>
                <a:gd name="connsiteY2458" fmla="*/ 824198 h 1171575"/>
                <a:gd name="connsiteX2459" fmla="*/ 335756 w 2143125"/>
                <a:gd name="connsiteY2459" fmla="*/ 824389 h 1171575"/>
                <a:gd name="connsiteX2460" fmla="*/ 336137 w 2143125"/>
                <a:gd name="connsiteY2460" fmla="*/ 824770 h 1171575"/>
                <a:gd name="connsiteX2461" fmla="*/ 337090 w 2143125"/>
                <a:gd name="connsiteY2461" fmla="*/ 826103 h 1171575"/>
                <a:gd name="connsiteX2462" fmla="*/ 337566 w 2143125"/>
                <a:gd name="connsiteY2462" fmla="*/ 826389 h 1171575"/>
                <a:gd name="connsiteX2463" fmla="*/ 338900 w 2143125"/>
                <a:gd name="connsiteY2463" fmla="*/ 826675 h 1171575"/>
                <a:gd name="connsiteX2464" fmla="*/ 345567 w 2143125"/>
                <a:gd name="connsiteY2464" fmla="*/ 830008 h 1171575"/>
                <a:gd name="connsiteX2465" fmla="*/ 347948 w 2143125"/>
                <a:gd name="connsiteY2465" fmla="*/ 830771 h 1171575"/>
                <a:gd name="connsiteX2466" fmla="*/ 349568 w 2143125"/>
                <a:gd name="connsiteY2466" fmla="*/ 830961 h 1171575"/>
                <a:gd name="connsiteX2467" fmla="*/ 350044 w 2143125"/>
                <a:gd name="connsiteY2467" fmla="*/ 831247 h 1171575"/>
                <a:gd name="connsiteX2468" fmla="*/ 350425 w 2143125"/>
                <a:gd name="connsiteY2468" fmla="*/ 831628 h 1171575"/>
                <a:gd name="connsiteX2469" fmla="*/ 350711 w 2143125"/>
                <a:gd name="connsiteY2469" fmla="*/ 832104 h 1171575"/>
                <a:gd name="connsiteX2470" fmla="*/ 351187 w 2143125"/>
                <a:gd name="connsiteY2470" fmla="*/ 832485 h 1171575"/>
                <a:gd name="connsiteX2471" fmla="*/ 356711 w 2143125"/>
                <a:gd name="connsiteY2471" fmla="*/ 833533 h 1171575"/>
                <a:gd name="connsiteX2472" fmla="*/ 357664 w 2143125"/>
                <a:gd name="connsiteY2472" fmla="*/ 834200 h 1171575"/>
                <a:gd name="connsiteX2473" fmla="*/ 357759 w 2143125"/>
                <a:gd name="connsiteY2473" fmla="*/ 834962 h 1171575"/>
                <a:gd name="connsiteX2474" fmla="*/ 357473 w 2143125"/>
                <a:gd name="connsiteY2474" fmla="*/ 835533 h 1171575"/>
                <a:gd name="connsiteX2475" fmla="*/ 356997 w 2143125"/>
                <a:gd name="connsiteY2475" fmla="*/ 836009 h 1171575"/>
                <a:gd name="connsiteX2476" fmla="*/ 356616 w 2143125"/>
                <a:gd name="connsiteY2476" fmla="*/ 836200 h 1171575"/>
                <a:gd name="connsiteX2477" fmla="*/ 356521 w 2143125"/>
                <a:gd name="connsiteY2477" fmla="*/ 836105 h 1171575"/>
                <a:gd name="connsiteX2478" fmla="*/ 354902 w 2143125"/>
                <a:gd name="connsiteY2478" fmla="*/ 836009 h 1171575"/>
                <a:gd name="connsiteX2479" fmla="*/ 354616 w 2143125"/>
                <a:gd name="connsiteY2479" fmla="*/ 836200 h 1171575"/>
                <a:gd name="connsiteX2480" fmla="*/ 354044 w 2143125"/>
                <a:gd name="connsiteY2480" fmla="*/ 836962 h 1171575"/>
                <a:gd name="connsiteX2481" fmla="*/ 353759 w 2143125"/>
                <a:gd name="connsiteY2481" fmla="*/ 837152 h 1171575"/>
                <a:gd name="connsiteX2482" fmla="*/ 352520 w 2143125"/>
                <a:gd name="connsiteY2482" fmla="*/ 837438 h 1171575"/>
                <a:gd name="connsiteX2483" fmla="*/ 350329 w 2143125"/>
                <a:gd name="connsiteY2483" fmla="*/ 838772 h 1171575"/>
                <a:gd name="connsiteX2484" fmla="*/ 349187 w 2143125"/>
                <a:gd name="connsiteY2484" fmla="*/ 839153 h 1171575"/>
                <a:gd name="connsiteX2485" fmla="*/ 347853 w 2143125"/>
                <a:gd name="connsiteY2485" fmla="*/ 838962 h 1171575"/>
                <a:gd name="connsiteX2486" fmla="*/ 344996 w 2143125"/>
                <a:gd name="connsiteY2486" fmla="*/ 837819 h 1171575"/>
                <a:gd name="connsiteX2487" fmla="*/ 343567 w 2143125"/>
                <a:gd name="connsiteY2487" fmla="*/ 837533 h 1171575"/>
                <a:gd name="connsiteX2488" fmla="*/ 338709 w 2143125"/>
                <a:gd name="connsiteY2488" fmla="*/ 838105 h 1171575"/>
                <a:gd name="connsiteX2489" fmla="*/ 337376 w 2143125"/>
                <a:gd name="connsiteY2489" fmla="*/ 837724 h 1171575"/>
                <a:gd name="connsiteX2490" fmla="*/ 334709 w 2143125"/>
                <a:gd name="connsiteY2490" fmla="*/ 836390 h 1171575"/>
                <a:gd name="connsiteX2491" fmla="*/ 329470 w 2143125"/>
                <a:gd name="connsiteY2491" fmla="*/ 835533 h 1171575"/>
                <a:gd name="connsiteX2492" fmla="*/ 320612 w 2143125"/>
                <a:gd name="connsiteY2492" fmla="*/ 831533 h 1171575"/>
                <a:gd name="connsiteX2493" fmla="*/ 318135 w 2143125"/>
                <a:gd name="connsiteY2493" fmla="*/ 830961 h 1171575"/>
                <a:gd name="connsiteX2494" fmla="*/ 314230 w 2143125"/>
                <a:gd name="connsiteY2494" fmla="*/ 831533 h 1171575"/>
                <a:gd name="connsiteX2495" fmla="*/ 311944 w 2143125"/>
                <a:gd name="connsiteY2495" fmla="*/ 830866 h 1171575"/>
                <a:gd name="connsiteX2496" fmla="*/ 295656 w 2143125"/>
                <a:gd name="connsiteY2496" fmla="*/ 832961 h 1171575"/>
                <a:gd name="connsiteX2497" fmla="*/ 294513 w 2143125"/>
                <a:gd name="connsiteY2497" fmla="*/ 832771 h 1171575"/>
                <a:gd name="connsiteX2498" fmla="*/ 292418 w 2143125"/>
                <a:gd name="connsiteY2498" fmla="*/ 832104 h 1171575"/>
                <a:gd name="connsiteX2499" fmla="*/ 291179 w 2143125"/>
                <a:gd name="connsiteY2499" fmla="*/ 831914 h 1171575"/>
                <a:gd name="connsiteX2500" fmla="*/ 290227 w 2143125"/>
                <a:gd name="connsiteY2500" fmla="*/ 832199 h 1171575"/>
                <a:gd name="connsiteX2501" fmla="*/ 288512 w 2143125"/>
                <a:gd name="connsiteY2501" fmla="*/ 833628 h 1171575"/>
                <a:gd name="connsiteX2502" fmla="*/ 287560 w 2143125"/>
                <a:gd name="connsiteY2502" fmla="*/ 833914 h 1171575"/>
                <a:gd name="connsiteX2503" fmla="*/ 286607 w 2143125"/>
                <a:gd name="connsiteY2503" fmla="*/ 833628 h 1171575"/>
                <a:gd name="connsiteX2504" fmla="*/ 285179 w 2143125"/>
                <a:gd name="connsiteY2504" fmla="*/ 832199 h 1171575"/>
                <a:gd name="connsiteX2505" fmla="*/ 284321 w 2143125"/>
                <a:gd name="connsiteY2505" fmla="*/ 831914 h 1171575"/>
                <a:gd name="connsiteX2506" fmla="*/ 279749 w 2143125"/>
                <a:gd name="connsiteY2506" fmla="*/ 831152 h 1171575"/>
                <a:gd name="connsiteX2507" fmla="*/ 279559 w 2143125"/>
                <a:gd name="connsiteY2507" fmla="*/ 830104 h 1171575"/>
                <a:gd name="connsiteX2508" fmla="*/ 279178 w 2143125"/>
                <a:gd name="connsiteY2508" fmla="*/ 828961 h 1171575"/>
                <a:gd name="connsiteX2509" fmla="*/ 278606 w 2143125"/>
                <a:gd name="connsiteY2509" fmla="*/ 827913 h 1171575"/>
                <a:gd name="connsiteX2510" fmla="*/ 277940 w 2143125"/>
                <a:gd name="connsiteY2510" fmla="*/ 827151 h 1171575"/>
                <a:gd name="connsiteX2511" fmla="*/ 276987 w 2143125"/>
                <a:gd name="connsiteY2511" fmla="*/ 827913 h 1171575"/>
                <a:gd name="connsiteX2512" fmla="*/ 276320 w 2143125"/>
                <a:gd name="connsiteY2512" fmla="*/ 829247 h 1171575"/>
                <a:gd name="connsiteX2513" fmla="*/ 275749 w 2143125"/>
                <a:gd name="connsiteY2513" fmla="*/ 830675 h 1171575"/>
                <a:gd name="connsiteX2514" fmla="*/ 274987 w 2143125"/>
                <a:gd name="connsiteY2514" fmla="*/ 832009 h 1171575"/>
                <a:gd name="connsiteX2515" fmla="*/ 274511 w 2143125"/>
                <a:gd name="connsiteY2515" fmla="*/ 832295 h 1171575"/>
                <a:gd name="connsiteX2516" fmla="*/ 273368 w 2143125"/>
                <a:gd name="connsiteY2516" fmla="*/ 832199 h 1171575"/>
                <a:gd name="connsiteX2517" fmla="*/ 272891 w 2143125"/>
                <a:gd name="connsiteY2517" fmla="*/ 832485 h 1171575"/>
                <a:gd name="connsiteX2518" fmla="*/ 271272 w 2143125"/>
                <a:gd name="connsiteY2518" fmla="*/ 834295 h 1171575"/>
                <a:gd name="connsiteX2519" fmla="*/ 269462 w 2143125"/>
                <a:gd name="connsiteY2519" fmla="*/ 835533 h 1171575"/>
                <a:gd name="connsiteX2520" fmla="*/ 266891 w 2143125"/>
                <a:gd name="connsiteY2520" fmla="*/ 836295 h 1171575"/>
                <a:gd name="connsiteX2521" fmla="*/ 264224 w 2143125"/>
                <a:gd name="connsiteY2521" fmla="*/ 836295 h 1171575"/>
                <a:gd name="connsiteX2522" fmla="*/ 262223 w 2143125"/>
                <a:gd name="connsiteY2522" fmla="*/ 835343 h 1171575"/>
                <a:gd name="connsiteX2523" fmla="*/ 260795 w 2143125"/>
                <a:gd name="connsiteY2523" fmla="*/ 832866 h 1171575"/>
                <a:gd name="connsiteX2524" fmla="*/ 260033 w 2143125"/>
                <a:gd name="connsiteY2524" fmla="*/ 832199 h 1171575"/>
                <a:gd name="connsiteX2525" fmla="*/ 259747 w 2143125"/>
                <a:gd name="connsiteY2525" fmla="*/ 833628 h 1171575"/>
                <a:gd name="connsiteX2526" fmla="*/ 259556 w 2143125"/>
                <a:gd name="connsiteY2526" fmla="*/ 835343 h 1171575"/>
                <a:gd name="connsiteX2527" fmla="*/ 259080 w 2143125"/>
                <a:gd name="connsiteY2527" fmla="*/ 836581 h 1171575"/>
                <a:gd name="connsiteX2528" fmla="*/ 254413 w 2143125"/>
                <a:gd name="connsiteY2528" fmla="*/ 842201 h 1171575"/>
                <a:gd name="connsiteX2529" fmla="*/ 253937 w 2143125"/>
                <a:gd name="connsiteY2529" fmla="*/ 843439 h 1171575"/>
                <a:gd name="connsiteX2530" fmla="*/ 253651 w 2143125"/>
                <a:gd name="connsiteY2530" fmla="*/ 844582 h 1171575"/>
                <a:gd name="connsiteX2531" fmla="*/ 252032 w 2143125"/>
                <a:gd name="connsiteY2531" fmla="*/ 847058 h 1171575"/>
                <a:gd name="connsiteX2532" fmla="*/ 251365 w 2143125"/>
                <a:gd name="connsiteY2532" fmla="*/ 848297 h 1171575"/>
                <a:gd name="connsiteX2533" fmla="*/ 250984 w 2143125"/>
                <a:gd name="connsiteY2533" fmla="*/ 849344 h 1171575"/>
                <a:gd name="connsiteX2534" fmla="*/ 251174 w 2143125"/>
                <a:gd name="connsiteY2534" fmla="*/ 849725 h 1171575"/>
                <a:gd name="connsiteX2535" fmla="*/ 251651 w 2143125"/>
                <a:gd name="connsiteY2535" fmla="*/ 850868 h 1171575"/>
                <a:gd name="connsiteX2536" fmla="*/ 251746 w 2143125"/>
                <a:gd name="connsiteY2536" fmla="*/ 851345 h 1171575"/>
                <a:gd name="connsiteX2537" fmla="*/ 251555 w 2143125"/>
                <a:gd name="connsiteY2537" fmla="*/ 852106 h 1171575"/>
                <a:gd name="connsiteX2538" fmla="*/ 251174 w 2143125"/>
                <a:gd name="connsiteY2538" fmla="*/ 852964 h 1171575"/>
                <a:gd name="connsiteX2539" fmla="*/ 250984 w 2143125"/>
                <a:gd name="connsiteY2539" fmla="*/ 853821 h 1171575"/>
                <a:gd name="connsiteX2540" fmla="*/ 251174 w 2143125"/>
                <a:gd name="connsiteY2540" fmla="*/ 854583 h 1171575"/>
                <a:gd name="connsiteX2541" fmla="*/ 251841 w 2143125"/>
                <a:gd name="connsiteY2541" fmla="*/ 855631 h 1171575"/>
                <a:gd name="connsiteX2542" fmla="*/ 252603 w 2143125"/>
                <a:gd name="connsiteY2542" fmla="*/ 857060 h 1171575"/>
                <a:gd name="connsiteX2543" fmla="*/ 252984 w 2143125"/>
                <a:gd name="connsiteY2543" fmla="*/ 858488 h 1171575"/>
                <a:gd name="connsiteX2544" fmla="*/ 252508 w 2143125"/>
                <a:gd name="connsiteY2544" fmla="*/ 859441 h 1171575"/>
                <a:gd name="connsiteX2545" fmla="*/ 251365 w 2143125"/>
                <a:gd name="connsiteY2545" fmla="*/ 859346 h 1171575"/>
                <a:gd name="connsiteX2546" fmla="*/ 250317 w 2143125"/>
                <a:gd name="connsiteY2546" fmla="*/ 858298 h 1171575"/>
                <a:gd name="connsiteX2547" fmla="*/ 249365 w 2143125"/>
                <a:gd name="connsiteY2547" fmla="*/ 857060 h 1171575"/>
                <a:gd name="connsiteX2548" fmla="*/ 248507 w 2143125"/>
                <a:gd name="connsiteY2548" fmla="*/ 856488 h 1171575"/>
                <a:gd name="connsiteX2549" fmla="*/ 247364 w 2143125"/>
                <a:gd name="connsiteY2549" fmla="*/ 856774 h 1171575"/>
                <a:gd name="connsiteX2550" fmla="*/ 246126 w 2143125"/>
                <a:gd name="connsiteY2550" fmla="*/ 857441 h 1171575"/>
                <a:gd name="connsiteX2551" fmla="*/ 243840 w 2143125"/>
                <a:gd name="connsiteY2551" fmla="*/ 859060 h 1171575"/>
                <a:gd name="connsiteX2552" fmla="*/ 243364 w 2143125"/>
                <a:gd name="connsiteY2552" fmla="*/ 859536 h 1171575"/>
                <a:gd name="connsiteX2553" fmla="*/ 242792 w 2143125"/>
                <a:gd name="connsiteY2553" fmla="*/ 860584 h 1171575"/>
                <a:gd name="connsiteX2554" fmla="*/ 242411 w 2143125"/>
                <a:gd name="connsiteY2554" fmla="*/ 861060 h 1171575"/>
                <a:gd name="connsiteX2555" fmla="*/ 241649 w 2143125"/>
                <a:gd name="connsiteY2555" fmla="*/ 861631 h 1171575"/>
                <a:gd name="connsiteX2556" fmla="*/ 241078 w 2143125"/>
                <a:gd name="connsiteY2556" fmla="*/ 861727 h 1171575"/>
                <a:gd name="connsiteX2557" fmla="*/ 239744 w 2143125"/>
                <a:gd name="connsiteY2557" fmla="*/ 861536 h 1171575"/>
                <a:gd name="connsiteX2558" fmla="*/ 238697 w 2143125"/>
                <a:gd name="connsiteY2558" fmla="*/ 861727 h 1171575"/>
                <a:gd name="connsiteX2559" fmla="*/ 237268 w 2143125"/>
                <a:gd name="connsiteY2559" fmla="*/ 862203 h 1171575"/>
                <a:gd name="connsiteX2560" fmla="*/ 236030 w 2143125"/>
                <a:gd name="connsiteY2560" fmla="*/ 862965 h 1171575"/>
                <a:gd name="connsiteX2561" fmla="*/ 235553 w 2143125"/>
                <a:gd name="connsiteY2561" fmla="*/ 864108 h 1171575"/>
                <a:gd name="connsiteX2562" fmla="*/ 235839 w 2143125"/>
                <a:gd name="connsiteY2562" fmla="*/ 864965 h 1171575"/>
                <a:gd name="connsiteX2563" fmla="*/ 236410 w 2143125"/>
                <a:gd name="connsiteY2563" fmla="*/ 865156 h 1171575"/>
                <a:gd name="connsiteX2564" fmla="*/ 237173 w 2143125"/>
                <a:gd name="connsiteY2564" fmla="*/ 865251 h 1171575"/>
                <a:gd name="connsiteX2565" fmla="*/ 237744 w 2143125"/>
                <a:gd name="connsiteY2565" fmla="*/ 865632 h 1171575"/>
                <a:gd name="connsiteX2566" fmla="*/ 237935 w 2143125"/>
                <a:gd name="connsiteY2566" fmla="*/ 866108 h 1171575"/>
                <a:gd name="connsiteX2567" fmla="*/ 237935 w 2143125"/>
                <a:gd name="connsiteY2567" fmla="*/ 866775 h 1171575"/>
                <a:gd name="connsiteX2568" fmla="*/ 237744 w 2143125"/>
                <a:gd name="connsiteY2568" fmla="*/ 867347 h 1171575"/>
                <a:gd name="connsiteX2569" fmla="*/ 237268 w 2143125"/>
                <a:gd name="connsiteY2569" fmla="*/ 867632 h 1171575"/>
                <a:gd name="connsiteX2570" fmla="*/ 236506 w 2143125"/>
                <a:gd name="connsiteY2570" fmla="*/ 868299 h 1171575"/>
                <a:gd name="connsiteX2571" fmla="*/ 236220 w 2143125"/>
                <a:gd name="connsiteY2571" fmla="*/ 869823 h 1171575"/>
                <a:gd name="connsiteX2572" fmla="*/ 236315 w 2143125"/>
                <a:gd name="connsiteY2572" fmla="*/ 871538 h 1171575"/>
                <a:gd name="connsiteX2573" fmla="*/ 236792 w 2143125"/>
                <a:gd name="connsiteY2573" fmla="*/ 872776 h 1171575"/>
                <a:gd name="connsiteX2574" fmla="*/ 240125 w 2143125"/>
                <a:gd name="connsiteY2574" fmla="*/ 874967 h 1171575"/>
                <a:gd name="connsiteX2575" fmla="*/ 240697 w 2143125"/>
                <a:gd name="connsiteY2575" fmla="*/ 875538 h 1171575"/>
                <a:gd name="connsiteX2576" fmla="*/ 240887 w 2143125"/>
                <a:gd name="connsiteY2576" fmla="*/ 876014 h 1171575"/>
                <a:gd name="connsiteX2577" fmla="*/ 241459 w 2143125"/>
                <a:gd name="connsiteY2577" fmla="*/ 876300 h 1171575"/>
                <a:gd name="connsiteX2578" fmla="*/ 243364 w 2143125"/>
                <a:gd name="connsiteY2578" fmla="*/ 876586 h 1171575"/>
                <a:gd name="connsiteX2579" fmla="*/ 243745 w 2143125"/>
                <a:gd name="connsiteY2579" fmla="*/ 876967 h 1171575"/>
                <a:gd name="connsiteX2580" fmla="*/ 244126 w 2143125"/>
                <a:gd name="connsiteY2580" fmla="*/ 877443 h 1171575"/>
                <a:gd name="connsiteX2581" fmla="*/ 244697 w 2143125"/>
                <a:gd name="connsiteY2581" fmla="*/ 878015 h 1171575"/>
                <a:gd name="connsiteX2582" fmla="*/ 248888 w 2143125"/>
                <a:gd name="connsiteY2582" fmla="*/ 880777 h 1171575"/>
                <a:gd name="connsiteX2583" fmla="*/ 250603 w 2143125"/>
                <a:gd name="connsiteY2583" fmla="*/ 882396 h 1171575"/>
                <a:gd name="connsiteX2584" fmla="*/ 251841 w 2143125"/>
                <a:gd name="connsiteY2584" fmla="*/ 884587 h 1171575"/>
                <a:gd name="connsiteX2585" fmla="*/ 253651 w 2143125"/>
                <a:gd name="connsiteY2585" fmla="*/ 890111 h 1171575"/>
                <a:gd name="connsiteX2586" fmla="*/ 255080 w 2143125"/>
                <a:gd name="connsiteY2586" fmla="*/ 891445 h 1171575"/>
                <a:gd name="connsiteX2587" fmla="*/ 257651 w 2143125"/>
                <a:gd name="connsiteY2587" fmla="*/ 891159 h 1171575"/>
                <a:gd name="connsiteX2588" fmla="*/ 260128 w 2143125"/>
                <a:gd name="connsiteY2588" fmla="*/ 890302 h 1171575"/>
                <a:gd name="connsiteX2589" fmla="*/ 261366 w 2143125"/>
                <a:gd name="connsiteY2589" fmla="*/ 890492 h 1171575"/>
                <a:gd name="connsiteX2590" fmla="*/ 263462 w 2143125"/>
                <a:gd name="connsiteY2590" fmla="*/ 892493 h 1171575"/>
                <a:gd name="connsiteX2591" fmla="*/ 266605 w 2143125"/>
                <a:gd name="connsiteY2591" fmla="*/ 894207 h 1171575"/>
                <a:gd name="connsiteX2592" fmla="*/ 267367 w 2143125"/>
                <a:gd name="connsiteY2592" fmla="*/ 894874 h 1171575"/>
                <a:gd name="connsiteX2593" fmla="*/ 268129 w 2143125"/>
                <a:gd name="connsiteY2593" fmla="*/ 895826 h 1171575"/>
                <a:gd name="connsiteX2594" fmla="*/ 268415 w 2143125"/>
                <a:gd name="connsiteY2594" fmla="*/ 896874 h 1171575"/>
                <a:gd name="connsiteX2595" fmla="*/ 267653 w 2143125"/>
                <a:gd name="connsiteY2595" fmla="*/ 897827 h 1171575"/>
                <a:gd name="connsiteX2596" fmla="*/ 266510 w 2143125"/>
                <a:gd name="connsiteY2596" fmla="*/ 898017 h 1171575"/>
                <a:gd name="connsiteX2597" fmla="*/ 262985 w 2143125"/>
                <a:gd name="connsiteY2597" fmla="*/ 896398 h 1171575"/>
                <a:gd name="connsiteX2598" fmla="*/ 259366 w 2143125"/>
                <a:gd name="connsiteY2598" fmla="*/ 897160 h 1171575"/>
                <a:gd name="connsiteX2599" fmla="*/ 257842 w 2143125"/>
                <a:gd name="connsiteY2599" fmla="*/ 896683 h 1171575"/>
                <a:gd name="connsiteX2600" fmla="*/ 258223 w 2143125"/>
                <a:gd name="connsiteY2600" fmla="*/ 894302 h 1171575"/>
                <a:gd name="connsiteX2601" fmla="*/ 257461 w 2143125"/>
                <a:gd name="connsiteY2601" fmla="*/ 894302 h 1171575"/>
                <a:gd name="connsiteX2602" fmla="*/ 256032 w 2143125"/>
                <a:gd name="connsiteY2602" fmla="*/ 894779 h 1171575"/>
                <a:gd name="connsiteX2603" fmla="*/ 255270 w 2143125"/>
                <a:gd name="connsiteY2603" fmla="*/ 894874 h 1171575"/>
                <a:gd name="connsiteX2604" fmla="*/ 254032 w 2143125"/>
                <a:gd name="connsiteY2604" fmla="*/ 894779 h 1171575"/>
                <a:gd name="connsiteX2605" fmla="*/ 253651 w 2143125"/>
                <a:gd name="connsiteY2605" fmla="*/ 894874 h 1171575"/>
                <a:gd name="connsiteX2606" fmla="*/ 253270 w 2143125"/>
                <a:gd name="connsiteY2606" fmla="*/ 895160 h 1171575"/>
                <a:gd name="connsiteX2607" fmla="*/ 252984 w 2143125"/>
                <a:gd name="connsiteY2607" fmla="*/ 895064 h 1171575"/>
                <a:gd name="connsiteX2608" fmla="*/ 252889 w 2143125"/>
                <a:gd name="connsiteY2608" fmla="*/ 895350 h 1171575"/>
                <a:gd name="connsiteX2609" fmla="*/ 252794 w 2143125"/>
                <a:gd name="connsiteY2609" fmla="*/ 895541 h 1171575"/>
                <a:gd name="connsiteX2610" fmla="*/ 249936 w 2143125"/>
                <a:gd name="connsiteY2610" fmla="*/ 898398 h 1171575"/>
                <a:gd name="connsiteX2611" fmla="*/ 248793 w 2143125"/>
                <a:gd name="connsiteY2611" fmla="*/ 899065 h 1171575"/>
                <a:gd name="connsiteX2612" fmla="*/ 247174 w 2143125"/>
                <a:gd name="connsiteY2612" fmla="*/ 899446 h 1171575"/>
                <a:gd name="connsiteX2613" fmla="*/ 245650 w 2143125"/>
                <a:gd name="connsiteY2613" fmla="*/ 899541 h 1171575"/>
                <a:gd name="connsiteX2614" fmla="*/ 244126 w 2143125"/>
                <a:gd name="connsiteY2614" fmla="*/ 899255 h 1171575"/>
                <a:gd name="connsiteX2615" fmla="*/ 239840 w 2143125"/>
                <a:gd name="connsiteY2615" fmla="*/ 897255 h 1171575"/>
                <a:gd name="connsiteX2616" fmla="*/ 238506 w 2143125"/>
                <a:gd name="connsiteY2616" fmla="*/ 896303 h 1171575"/>
                <a:gd name="connsiteX2617" fmla="*/ 237649 w 2143125"/>
                <a:gd name="connsiteY2617" fmla="*/ 895064 h 1171575"/>
                <a:gd name="connsiteX2618" fmla="*/ 238125 w 2143125"/>
                <a:gd name="connsiteY2618" fmla="*/ 894969 h 1171575"/>
                <a:gd name="connsiteX2619" fmla="*/ 238506 w 2143125"/>
                <a:gd name="connsiteY2619" fmla="*/ 894683 h 1171575"/>
                <a:gd name="connsiteX2620" fmla="*/ 238697 w 2143125"/>
                <a:gd name="connsiteY2620" fmla="*/ 894112 h 1171575"/>
                <a:gd name="connsiteX2621" fmla="*/ 238316 w 2143125"/>
                <a:gd name="connsiteY2621" fmla="*/ 893540 h 1171575"/>
                <a:gd name="connsiteX2622" fmla="*/ 237744 w 2143125"/>
                <a:gd name="connsiteY2622" fmla="*/ 893350 h 1171575"/>
                <a:gd name="connsiteX2623" fmla="*/ 236506 w 2143125"/>
                <a:gd name="connsiteY2623" fmla="*/ 893540 h 1171575"/>
                <a:gd name="connsiteX2624" fmla="*/ 236030 w 2143125"/>
                <a:gd name="connsiteY2624" fmla="*/ 893255 h 1171575"/>
                <a:gd name="connsiteX2625" fmla="*/ 234410 w 2143125"/>
                <a:gd name="connsiteY2625" fmla="*/ 891254 h 1171575"/>
                <a:gd name="connsiteX2626" fmla="*/ 232505 w 2143125"/>
                <a:gd name="connsiteY2626" fmla="*/ 889540 h 1171575"/>
                <a:gd name="connsiteX2627" fmla="*/ 231362 w 2143125"/>
                <a:gd name="connsiteY2627" fmla="*/ 888968 h 1171575"/>
                <a:gd name="connsiteX2628" fmla="*/ 230029 w 2143125"/>
                <a:gd name="connsiteY2628" fmla="*/ 888683 h 1171575"/>
                <a:gd name="connsiteX2629" fmla="*/ 227267 w 2143125"/>
                <a:gd name="connsiteY2629" fmla="*/ 888587 h 1171575"/>
                <a:gd name="connsiteX2630" fmla="*/ 226695 w 2143125"/>
                <a:gd name="connsiteY2630" fmla="*/ 888683 h 1171575"/>
                <a:gd name="connsiteX2631" fmla="*/ 226409 w 2143125"/>
                <a:gd name="connsiteY2631" fmla="*/ 889064 h 1171575"/>
                <a:gd name="connsiteX2632" fmla="*/ 226219 w 2143125"/>
                <a:gd name="connsiteY2632" fmla="*/ 889635 h 1171575"/>
                <a:gd name="connsiteX2633" fmla="*/ 225838 w 2143125"/>
                <a:gd name="connsiteY2633" fmla="*/ 890397 h 1171575"/>
                <a:gd name="connsiteX2634" fmla="*/ 225266 w 2143125"/>
                <a:gd name="connsiteY2634" fmla="*/ 890778 h 1171575"/>
                <a:gd name="connsiteX2635" fmla="*/ 224695 w 2143125"/>
                <a:gd name="connsiteY2635" fmla="*/ 890492 h 1171575"/>
                <a:gd name="connsiteX2636" fmla="*/ 223933 w 2143125"/>
                <a:gd name="connsiteY2636" fmla="*/ 889635 h 1171575"/>
                <a:gd name="connsiteX2637" fmla="*/ 219266 w 2143125"/>
                <a:gd name="connsiteY2637" fmla="*/ 889635 h 1171575"/>
                <a:gd name="connsiteX2638" fmla="*/ 218504 w 2143125"/>
                <a:gd name="connsiteY2638" fmla="*/ 889445 h 1171575"/>
                <a:gd name="connsiteX2639" fmla="*/ 217932 w 2143125"/>
                <a:gd name="connsiteY2639" fmla="*/ 888302 h 1171575"/>
                <a:gd name="connsiteX2640" fmla="*/ 216598 w 2143125"/>
                <a:gd name="connsiteY2640" fmla="*/ 888302 h 1171575"/>
                <a:gd name="connsiteX2641" fmla="*/ 214122 w 2143125"/>
                <a:gd name="connsiteY2641" fmla="*/ 889254 h 1171575"/>
                <a:gd name="connsiteX2642" fmla="*/ 211646 w 2143125"/>
                <a:gd name="connsiteY2642" fmla="*/ 889349 h 1171575"/>
                <a:gd name="connsiteX2643" fmla="*/ 203359 w 2143125"/>
                <a:gd name="connsiteY2643" fmla="*/ 887730 h 1171575"/>
                <a:gd name="connsiteX2644" fmla="*/ 202787 w 2143125"/>
                <a:gd name="connsiteY2644" fmla="*/ 887349 h 1171575"/>
                <a:gd name="connsiteX2645" fmla="*/ 202311 w 2143125"/>
                <a:gd name="connsiteY2645" fmla="*/ 886873 h 1171575"/>
                <a:gd name="connsiteX2646" fmla="*/ 201835 w 2143125"/>
                <a:gd name="connsiteY2646" fmla="*/ 886682 h 1171575"/>
                <a:gd name="connsiteX2647" fmla="*/ 201168 w 2143125"/>
                <a:gd name="connsiteY2647" fmla="*/ 887158 h 1171575"/>
                <a:gd name="connsiteX2648" fmla="*/ 200978 w 2143125"/>
                <a:gd name="connsiteY2648" fmla="*/ 887921 h 1171575"/>
                <a:gd name="connsiteX2649" fmla="*/ 200978 w 2143125"/>
                <a:gd name="connsiteY2649" fmla="*/ 888968 h 1171575"/>
                <a:gd name="connsiteX2650" fmla="*/ 200882 w 2143125"/>
                <a:gd name="connsiteY2650" fmla="*/ 889826 h 1171575"/>
                <a:gd name="connsiteX2651" fmla="*/ 200311 w 2143125"/>
                <a:gd name="connsiteY2651" fmla="*/ 890206 h 1171575"/>
                <a:gd name="connsiteX2652" fmla="*/ 200120 w 2143125"/>
                <a:gd name="connsiteY2652" fmla="*/ 891350 h 1171575"/>
                <a:gd name="connsiteX2653" fmla="*/ 199549 w 2143125"/>
                <a:gd name="connsiteY2653" fmla="*/ 893445 h 1171575"/>
                <a:gd name="connsiteX2654" fmla="*/ 198787 w 2143125"/>
                <a:gd name="connsiteY2654" fmla="*/ 894112 h 1171575"/>
                <a:gd name="connsiteX2655" fmla="*/ 197930 w 2143125"/>
                <a:gd name="connsiteY2655" fmla="*/ 892016 h 1171575"/>
                <a:gd name="connsiteX2656" fmla="*/ 197263 w 2143125"/>
                <a:gd name="connsiteY2656" fmla="*/ 893445 h 1171575"/>
                <a:gd name="connsiteX2657" fmla="*/ 197168 w 2143125"/>
                <a:gd name="connsiteY2657" fmla="*/ 895826 h 1171575"/>
                <a:gd name="connsiteX2658" fmla="*/ 197453 w 2143125"/>
                <a:gd name="connsiteY2658" fmla="*/ 898208 h 1171575"/>
                <a:gd name="connsiteX2659" fmla="*/ 198025 w 2143125"/>
                <a:gd name="connsiteY2659" fmla="*/ 899541 h 1171575"/>
                <a:gd name="connsiteX2660" fmla="*/ 197644 w 2143125"/>
                <a:gd name="connsiteY2660" fmla="*/ 900113 h 1171575"/>
                <a:gd name="connsiteX2661" fmla="*/ 198025 w 2143125"/>
                <a:gd name="connsiteY2661" fmla="*/ 901541 h 1171575"/>
                <a:gd name="connsiteX2662" fmla="*/ 198025 w 2143125"/>
                <a:gd name="connsiteY2662" fmla="*/ 903161 h 1171575"/>
                <a:gd name="connsiteX2663" fmla="*/ 197644 w 2143125"/>
                <a:gd name="connsiteY2663" fmla="*/ 906494 h 1171575"/>
                <a:gd name="connsiteX2664" fmla="*/ 198025 w 2143125"/>
                <a:gd name="connsiteY2664" fmla="*/ 908114 h 1171575"/>
                <a:gd name="connsiteX2665" fmla="*/ 198977 w 2143125"/>
                <a:gd name="connsiteY2665" fmla="*/ 909447 h 1171575"/>
                <a:gd name="connsiteX2666" fmla="*/ 200120 w 2143125"/>
                <a:gd name="connsiteY2666" fmla="*/ 910495 h 1171575"/>
                <a:gd name="connsiteX2667" fmla="*/ 201263 w 2143125"/>
                <a:gd name="connsiteY2667" fmla="*/ 911257 h 1171575"/>
                <a:gd name="connsiteX2668" fmla="*/ 203645 w 2143125"/>
                <a:gd name="connsiteY2668" fmla="*/ 912400 h 1171575"/>
                <a:gd name="connsiteX2669" fmla="*/ 222218 w 2143125"/>
                <a:gd name="connsiteY2669" fmla="*/ 915829 h 1171575"/>
                <a:gd name="connsiteX2670" fmla="*/ 226695 w 2143125"/>
                <a:gd name="connsiteY2670" fmla="*/ 917924 h 1171575"/>
                <a:gd name="connsiteX2671" fmla="*/ 228791 w 2143125"/>
                <a:gd name="connsiteY2671" fmla="*/ 919448 h 1171575"/>
                <a:gd name="connsiteX2672" fmla="*/ 230124 w 2143125"/>
                <a:gd name="connsiteY2672" fmla="*/ 921353 h 1171575"/>
                <a:gd name="connsiteX2673" fmla="*/ 230410 w 2143125"/>
                <a:gd name="connsiteY2673" fmla="*/ 922496 h 1171575"/>
                <a:gd name="connsiteX2674" fmla="*/ 230600 w 2143125"/>
                <a:gd name="connsiteY2674" fmla="*/ 924020 h 1171575"/>
                <a:gd name="connsiteX2675" fmla="*/ 230791 w 2143125"/>
                <a:gd name="connsiteY2675" fmla="*/ 930116 h 1171575"/>
                <a:gd name="connsiteX2676" fmla="*/ 230600 w 2143125"/>
                <a:gd name="connsiteY2676" fmla="*/ 931069 h 1171575"/>
                <a:gd name="connsiteX2677" fmla="*/ 230410 w 2143125"/>
                <a:gd name="connsiteY2677" fmla="*/ 931736 h 1171575"/>
                <a:gd name="connsiteX2678" fmla="*/ 230315 w 2143125"/>
                <a:gd name="connsiteY2678" fmla="*/ 932212 h 1171575"/>
                <a:gd name="connsiteX2679" fmla="*/ 230696 w 2143125"/>
                <a:gd name="connsiteY2679" fmla="*/ 933164 h 1171575"/>
                <a:gd name="connsiteX2680" fmla="*/ 231077 w 2143125"/>
                <a:gd name="connsiteY2680" fmla="*/ 933545 h 1171575"/>
                <a:gd name="connsiteX2681" fmla="*/ 232220 w 2143125"/>
                <a:gd name="connsiteY2681" fmla="*/ 933926 h 1171575"/>
                <a:gd name="connsiteX2682" fmla="*/ 232791 w 2143125"/>
                <a:gd name="connsiteY2682" fmla="*/ 934212 h 1171575"/>
                <a:gd name="connsiteX2683" fmla="*/ 233267 w 2143125"/>
                <a:gd name="connsiteY2683" fmla="*/ 934879 h 1171575"/>
                <a:gd name="connsiteX2684" fmla="*/ 233934 w 2143125"/>
                <a:gd name="connsiteY2684" fmla="*/ 936308 h 1171575"/>
                <a:gd name="connsiteX2685" fmla="*/ 234696 w 2143125"/>
                <a:gd name="connsiteY2685" fmla="*/ 937546 h 1171575"/>
                <a:gd name="connsiteX2686" fmla="*/ 235077 w 2143125"/>
                <a:gd name="connsiteY2686" fmla="*/ 938879 h 1171575"/>
                <a:gd name="connsiteX2687" fmla="*/ 235458 w 2143125"/>
                <a:gd name="connsiteY2687" fmla="*/ 939546 h 1171575"/>
                <a:gd name="connsiteX2688" fmla="*/ 237077 w 2143125"/>
                <a:gd name="connsiteY2688" fmla="*/ 940975 h 1171575"/>
                <a:gd name="connsiteX2689" fmla="*/ 237649 w 2143125"/>
                <a:gd name="connsiteY2689" fmla="*/ 941737 h 1171575"/>
                <a:gd name="connsiteX2690" fmla="*/ 237744 w 2143125"/>
                <a:gd name="connsiteY2690" fmla="*/ 942404 h 1171575"/>
                <a:gd name="connsiteX2691" fmla="*/ 237649 w 2143125"/>
                <a:gd name="connsiteY2691" fmla="*/ 944023 h 1171575"/>
                <a:gd name="connsiteX2692" fmla="*/ 237649 w 2143125"/>
                <a:gd name="connsiteY2692" fmla="*/ 944785 h 1171575"/>
                <a:gd name="connsiteX2693" fmla="*/ 237839 w 2143125"/>
                <a:gd name="connsiteY2693" fmla="*/ 945166 h 1171575"/>
                <a:gd name="connsiteX2694" fmla="*/ 238220 w 2143125"/>
                <a:gd name="connsiteY2694" fmla="*/ 945737 h 1171575"/>
                <a:gd name="connsiteX2695" fmla="*/ 238601 w 2143125"/>
                <a:gd name="connsiteY2695" fmla="*/ 946404 h 1171575"/>
                <a:gd name="connsiteX2696" fmla="*/ 238792 w 2143125"/>
                <a:gd name="connsiteY2696" fmla="*/ 947071 h 1171575"/>
                <a:gd name="connsiteX2697" fmla="*/ 238982 w 2143125"/>
                <a:gd name="connsiteY2697" fmla="*/ 948309 h 1171575"/>
                <a:gd name="connsiteX2698" fmla="*/ 239459 w 2143125"/>
                <a:gd name="connsiteY2698" fmla="*/ 949547 h 1171575"/>
                <a:gd name="connsiteX2699" fmla="*/ 244316 w 2143125"/>
                <a:gd name="connsiteY2699" fmla="*/ 959739 h 1171575"/>
                <a:gd name="connsiteX2700" fmla="*/ 245745 w 2143125"/>
                <a:gd name="connsiteY2700" fmla="*/ 961739 h 1171575"/>
                <a:gd name="connsiteX2701" fmla="*/ 246507 w 2143125"/>
                <a:gd name="connsiteY2701" fmla="*/ 962406 h 1171575"/>
                <a:gd name="connsiteX2702" fmla="*/ 246888 w 2143125"/>
                <a:gd name="connsiteY2702" fmla="*/ 962597 h 1171575"/>
                <a:gd name="connsiteX2703" fmla="*/ 247555 w 2143125"/>
                <a:gd name="connsiteY2703" fmla="*/ 962787 h 1171575"/>
                <a:gd name="connsiteX2704" fmla="*/ 248126 w 2143125"/>
                <a:gd name="connsiteY2704" fmla="*/ 962692 h 1171575"/>
                <a:gd name="connsiteX2705" fmla="*/ 248698 w 2143125"/>
                <a:gd name="connsiteY2705" fmla="*/ 962406 h 1171575"/>
                <a:gd name="connsiteX2706" fmla="*/ 249174 w 2143125"/>
                <a:gd name="connsiteY2706" fmla="*/ 962501 h 1171575"/>
                <a:gd name="connsiteX2707" fmla="*/ 249365 w 2143125"/>
                <a:gd name="connsiteY2707" fmla="*/ 963549 h 1171575"/>
                <a:gd name="connsiteX2708" fmla="*/ 249746 w 2143125"/>
                <a:gd name="connsiteY2708" fmla="*/ 964787 h 1171575"/>
                <a:gd name="connsiteX2709" fmla="*/ 251841 w 2143125"/>
                <a:gd name="connsiteY2709" fmla="*/ 966311 h 1171575"/>
                <a:gd name="connsiteX2710" fmla="*/ 252603 w 2143125"/>
                <a:gd name="connsiteY2710" fmla="*/ 967264 h 1171575"/>
                <a:gd name="connsiteX2711" fmla="*/ 252698 w 2143125"/>
                <a:gd name="connsiteY2711" fmla="*/ 967931 h 1171575"/>
                <a:gd name="connsiteX2712" fmla="*/ 252794 w 2143125"/>
                <a:gd name="connsiteY2712" fmla="*/ 969550 h 1171575"/>
                <a:gd name="connsiteX2713" fmla="*/ 252889 w 2143125"/>
                <a:gd name="connsiteY2713" fmla="*/ 970217 h 1171575"/>
                <a:gd name="connsiteX2714" fmla="*/ 253175 w 2143125"/>
                <a:gd name="connsiteY2714" fmla="*/ 970883 h 1171575"/>
                <a:gd name="connsiteX2715" fmla="*/ 254794 w 2143125"/>
                <a:gd name="connsiteY2715" fmla="*/ 974217 h 1171575"/>
                <a:gd name="connsiteX2716" fmla="*/ 255080 w 2143125"/>
                <a:gd name="connsiteY2716" fmla="*/ 975646 h 1171575"/>
                <a:gd name="connsiteX2717" fmla="*/ 254698 w 2143125"/>
                <a:gd name="connsiteY2717" fmla="*/ 985171 h 1171575"/>
                <a:gd name="connsiteX2718" fmla="*/ 254127 w 2143125"/>
                <a:gd name="connsiteY2718" fmla="*/ 988219 h 1171575"/>
                <a:gd name="connsiteX2719" fmla="*/ 252222 w 2143125"/>
                <a:gd name="connsiteY2719" fmla="*/ 994124 h 1171575"/>
                <a:gd name="connsiteX2720" fmla="*/ 252032 w 2143125"/>
                <a:gd name="connsiteY2720" fmla="*/ 995744 h 1171575"/>
                <a:gd name="connsiteX2721" fmla="*/ 252698 w 2143125"/>
                <a:gd name="connsiteY2721" fmla="*/ 996506 h 1171575"/>
                <a:gd name="connsiteX2722" fmla="*/ 257556 w 2143125"/>
                <a:gd name="connsiteY2722" fmla="*/ 996506 h 1171575"/>
                <a:gd name="connsiteX2723" fmla="*/ 262414 w 2143125"/>
                <a:gd name="connsiteY2723" fmla="*/ 995458 h 1171575"/>
                <a:gd name="connsiteX2724" fmla="*/ 263081 w 2143125"/>
                <a:gd name="connsiteY2724" fmla="*/ 995648 h 1171575"/>
                <a:gd name="connsiteX2725" fmla="*/ 264319 w 2143125"/>
                <a:gd name="connsiteY2725" fmla="*/ 996315 h 1171575"/>
                <a:gd name="connsiteX2726" fmla="*/ 264986 w 2143125"/>
                <a:gd name="connsiteY2726" fmla="*/ 996506 h 1171575"/>
                <a:gd name="connsiteX2727" fmla="*/ 265557 w 2143125"/>
                <a:gd name="connsiteY2727" fmla="*/ 996315 h 1171575"/>
                <a:gd name="connsiteX2728" fmla="*/ 265938 w 2143125"/>
                <a:gd name="connsiteY2728" fmla="*/ 995934 h 1171575"/>
                <a:gd name="connsiteX2729" fmla="*/ 266319 w 2143125"/>
                <a:gd name="connsiteY2729" fmla="*/ 995458 h 1171575"/>
                <a:gd name="connsiteX2730" fmla="*/ 266700 w 2143125"/>
                <a:gd name="connsiteY2730" fmla="*/ 995077 h 1171575"/>
                <a:gd name="connsiteX2731" fmla="*/ 267938 w 2143125"/>
                <a:gd name="connsiteY2731" fmla="*/ 994791 h 1171575"/>
                <a:gd name="connsiteX2732" fmla="*/ 270510 w 2143125"/>
                <a:gd name="connsiteY2732" fmla="*/ 994981 h 1171575"/>
                <a:gd name="connsiteX2733" fmla="*/ 272510 w 2143125"/>
                <a:gd name="connsiteY2733" fmla="*/ 993934 h 1171575"/>
                <a:gd name="connsiteX2734" fmla="*/ 273368 w 2143125"/>
                <a:gd name="connsiteY2734" fmla="*/ 994791 h 1171575"/>
                <a:gd name="connsiteX2735" fmla="*/ 273939 w 2143125"/>
                <a:gd name="connsiteY2735" fmla="*/ 996220 h 1171575"/>
                <a:gd name="connsiteX2736" fmla="*/ 274130 w 2143125"/>
                <a:gd name="connsiteY2736" fmla="*/ 997553 h 1171575"/>
                <a:gd name="connsiteX2737" fmla="*/ 273939 w 2143125"/>
                <a:gd name="connsiteY2737" fmla="*/ 998411 h 1171575"/>
                <a:gd name="connsiteX2738" fmla="*/ 273653 w 2143125"/>
                <a:gd name="connsiteY2738" fmla="*/ 998982 h 1171575"/>
                <a:gd name="connsiteX2739" fmla="*/ 273463 w 2143125"/>
                <a:gd name="connsiteY2739" fmla="*/ 999554 h 1171575"/>
                <a:gd name="connsiteX2740" fmla="*/ 273749 w 2143125"/>
                <a:gd name="connsiteY2740" fmla="*/ 1000506 h 1171575"/>
                <a:gd name="connsiteX2741" fmla="*/ 274225 w 2143125"/>
                <a:gd name="connsiteY2741" fmla="*/ 1000792 h 1171575"/>
                <a:gd name="connsiteX2742" fmla="*/ 274987 w 2143125"/>
                <a:gd name="connsiteY2742" fmla="*/ 1000887 h 1171575"/>
                <a:gd name="connsiteX2743" fmla="*/ 275654 w 2143125"/>
                <a:gd name="connsiteY2743" fmla="*/ 1001173 h 1171575"/>
                <a:gd name="connsiteX2744" fmla="*/ 276320 w 2143125"/>
                <a:gd name="connsiteY2744" fmla="*/ 1002602 h 1171575"/>
                <a:gd name="connsiteX2745" fmla="*/ 278797 w 2143125"/>
                <a:gd name="connsiteY2745" fmla="*/ 1005459 h 1171575"/>
                <a:gd name="connsiteX2746" fmla="*/ 279368 w 2143125"/>
                <a:gd name="connsiteY2746" fmla="*/ 1006888 h 1171575"/>
                <a:gd name="connsiteX2747" fmla="*/ 279940 w 2143125"/>
                <a:gd name="connsiteY2747" fmla="*/ 1009555 h 1171575"/>
                <a:gd name="connsiteX2748" fmla="*/ 280416 w 2143125"/>
                <a:gd name="connsiteY2748" fmla="*/ 1010698 h 1171575"/>
                <a:gd name="connsiteX2749" fmla="*/ 281178 w 2143125"/>
                <a:gd name="connsiteY2749" fmla="*/ 1011936 h 1171575"/>
                <a:gd name="connsiteX2750" fmla="*/ 282321 w 2143125"/>
                <a:gd name="connsiteY2750" fmla="*/ 1014222 h 1171575"/>
                <a:gd name="connsiteX2751" fmla="*/ 283083 w 2143125"/>
                <a:gd name="connsiteY2751" fmla="*/ 1015365 h 1171575"/>
                <a:gd name="connsiteX2752" fmla="*/ 286131 w 2143125"/>
                <a:gd name="connsiteY2752" fmla="*/ 1019080 h 1171575"/>
                <a:gd name="connsiteX2753" fmla="*/ 287179 w 2143125"/>
                <a:gd name="connsiteY2753" fmla="*/ 1019651 h 1171575"/>
                <a:gd name="connsiteX2754" fmla="*/ 288322 w 2143125"/>
                <a:gd name="connsiteY2754" fmla="*/ 1019270 h 1171575"/>
                <a:gd name="connsiteX2755" fmla="*/ 290227 w 2143125"/>
                <a:gd name="connsiteY2755" fmla="*/ 1017937 h 1171575"/>
                <a:gd name="connsiteX2756" fmla="*/ 293751 w 2143125"/>
                <a:gd name="connsiteY2756" fmla="*/ 1016603 h 1171575"/>
                <a:gd name="connsiteX2757" fmla="*/ 298323 w 2143125"/>
                <a:gd name="connsiteY2757" fmla="*/ 1015841 h 1171575"/>
                <a:gd name="connsiteX2758" fmla="*/ 299561 w 2143125"/>
                <a:gd name="connsiteY2758" fmla="*/ 1015937 h 1171575"/>
                <a:gd name="connsiteX2759" fmla="*/ 301562 w 2143125"/>
                <a:gd name="connsiteY2759" fmla="*/ 1017461 h 1171575"/>
                <a:gd name="connsiteX2760" fmla="*/ 305086 w 2143125"/>
                <a:gd name="connsiteY2760" fmla="*/ 1022318 h 1171575"/>
                <a:gd name="connsiteX2761" fmla="*/ 306515 w 2143125"/>
                <a:gd name="connsiteY2761" fmla="*/ 1022890 h 1171575"/>
                <a:gd name="connsiteX2762" fmla="*/ 306800 w 2143125"/>
                <a:gd name="connsiteY2762" fmla="*/ 1022509 h 1171575"/>
                <a:gd name="connsiteX2763" fmla="*/ 307372 w 2143125"/>
                <a:gd name="connsiteY2763" fmla="*/ 1021271 h 1171575"/>
                <a:gd name="connsiteX2764" fmla="*/ 307658 w 2143125"/>
                <a:gd name="connsiteY2764" fmla="*/ 1020890 h 1171575"/>
                <a:gd name="connsiteX2765" fmla="*/ 308324 w 2143125"/>
                <a:gd name="connsiteY2765" fmla="*/ 1020413 h 1171575"/>
                <a:gd name="connsiteX2766" fmla="*/ 308991 w 2143125"/>
                <a:gd name="connsiteY2766" fmla="*/ 1020128 h 1171575"/>
                <a:gd name="connsiteX2767" fmla="*/ 309658 w 2143125"/>
                <a:gd name="connsiteY2767" fmla="*/ 1019937 h 1171575"/>
                <a:gd name="connsiteX2768" fmla="*/ 310420 w 2143125"/>
                <a:gd name="connsiteY2768" fmla="*/ 1019842 h 1171575"/>
                <a:gd name="connsiteX2769" fmla="*/ 315659 w 2143125"/>
                <a:gd name="connsiteY2769" fmla="*/ 1020318 h 1171575"/>
                <a:gd name="connsiteX2770" fmla="*/ 321088 w 2143125"/>
                <a:gd name="connsiteY2770" fmla="*/ 1022318 h 1171575"/>
                <a:gd name="connsiteX2771" fmla="*/ 323755 w 2143125"/>
                <a:gd name="connsiteY2771" fmla="*/ 1024033 h 1171575"/>
                <a:gd name="connsiteX2772" fmla="*/ 323945 w 2143125"/>
                <a:gd name="connsiteY2772" fmla="*/ 1025843 h 1171575"/>
                <a:gd name="connsiteX2773" fmla="*/ 326422 w 2143125"/>
                <a:gd name="connsiteY2773" fmla="*/ 1026033 h 1171575"/>
                <a:gd name="connsiteX2774" fmla="*/ 328327 w 2143125"/>
                <a:gd name="connsiteY2774" fmla="*/ 1027176 h 1171575"/>
                <a:gd name="connsiteX2775" fmla="*/ 329565 w 2143125"/>
                <a:gd name="connsiteY2775" fmla="*/ 1029272 h 1171575"/>
                <a:gd name="connsiteX2776" fmla="*/ 330041 w 2143125"/>
                <a:gd name="connsiteY2776" fmla="*/ 1032415 h 1171575"/>
                <a:gd name="connsiteX2777" fmla="*/ 329851 w 2143125"/>
                <a:gd name="connsiteY2777" fmla="*/ 1033844 h 1171575"/>
                <a:gd name="connsiteX2778" fmla="*/ 329375 w 2143125"/>
                <a:gd name="connsiteY2778" fmla="*/ 1035558 h 1171575"/>
                <a:gd name="connsiteX2779" fmla="*/ 328803 w 2143125"/>
                <a:gd name="connsiteY2779" fmla="*/ 1036987 h 1171575"/>
                <a:gd name="connsiteX2780" fmla="*/ 328232 w 2143125"/>
                <a:gd name="connsiteY2780" fmla="*/ 1037558 h 1171575"/>
                <a:gd name="connsiteX2781" fmla="*/ 327755 w 2143125"/>
                <a:gd name="connsiteY2781" fmla="*/ 1036987 h 1171575"/>
                <a:gd name="connsiteX2782" fmla="*/ 327184 w 2143125"/>
                <a:gd name="connsiteY2782" fmla="*/ 1035749 h 1171575"/>
                <a:gd name="connsiteX2783" fmla="*/ 326422 w 2143125"/>
                <a:gd name="connsiteY2783" fmla="*/ 1033177 h 1171575"/>
                <a:gd name="connsiteX2784" fmla="*/ 326136 w 2143125"/>
                <a:gd name="connsiteY2784" fmla="*/ 1033177 h 1171575"/>
                <a:gd name="connsiteX2785" fmla="*/ 326041 w 2143125"/>
                <a:gd name="connsiteY2785" fmla="*/ 1032796 h 1171575"/>
                <a:gd name="connsiteX2786" fmla="*/ 325946 w 2143125"/>
                <a:gd name="connsiteY2786" fmla="*/ 1032224 h 1171575"/>
                <a:gd name="connsiteX2787" fmla="*/ 325660 w 2143125"/>
                <a:gd name="connsiteY2787" fmla="*/ 1031748 h 1171575"/>
                <a:gd name="connsiteX2788" fmla="*/ 323850 w 2143125"/>
                <a:gd name="connsiteY2788" fmla="*/ 1030510 h 1171575"/>
                <a:gd name="connsiteX2789" fmla="*/ 323374 w 2143125"/>
                <a:gd name="connsiteY2789" fmla="*/ 1030319 h 1171575"/>
                <a:gd name="connsiteX2790" fmla="*/ 322421 w 2143125"/>
                <a:gd name="connsiteY2790" fmla="*/ 1029653 h 1171575"/>
                <a:gd name="connsiteX2791" fmla="*/ 321850 w 2143125"/>
                <a:gd name="connsiteY2791" fmla="*/ 1028224 h 1171575"/>
                <a:gd name="connsiteX2792" fmla="*/ 321469 w 2143125"/>
                <a:gd name="connsiteY2792" fmla="*/ 1026700 h 1171575"/>
                <a:gd name="connsiteX2793" fmla="*/ 321088 w 2143125"/>
                <a:gd name="connsiteY2793" fmla="*/ 1025938 h 1171575"/>
                <a:gd name="connsiteX2794" fmla="*/ 320516 w 2143125"/>
                <a:gd name="connsiteY2794" fmla="*/ 1026509 h 1171575"/>
                <a:gd name="connsiteX2795" fmla="*/ 320516 w 2143125"/>
                <a:gd name="connsiteY2795" fmla="*/ 1028033 h 1171575"/>
                <a:gd name="connsiteX2796" fmla="*/ 321088 w 2143125"/>
                <a:gd name="connsiteY2796" fmla="*/ 1029653 h 1171575"/>
                <a:gd name="connsiteX2797" fmla="*/ 323374 w 2143125"/>
                <a:gd name="connsiteY2797" fmla="*/ 1031081 h 1171575"/>
                <a:gd name="connsiteX2798" fmla="*/ 324422 w 2143125"/>
                <a:gd name="connsiteY2798" fmla="*/ 1032701 h 1171575"/>
                <a:gd name="connsiteX2799" fmla="*/ 325755 w 2143125"/>
                <a:gd name="connsiteY2799" fmla="*/ 1035749 h 1171575"/>
                <a:gd name="connsiteX2800" fmla="*/ 326422 w 2143125"/>
                <a:gd name="connsiteY2800" fmla="*/ 1038511 h 1171575"/>
                <a:gd name="connsiteX2801" fmla="*/ 326422 w 2143125"/>
                <a:gd name="connsiteY2801" fmla="*/ 1041083 h 1171575"/>
                <a:gd name="connsiteX2802" fmla="*/ 325850 w 2143125"/>
                <a:gd name="connsiteY2802" fmla="*/ 1043654 h 1171575"/>
                <a:gd name="connsiteX2803" fmla="*/ 324993 w 2143125"/>
                <a:gd name="connsiteY2803" fmla="*/ 1046512 h 1171575"/>
                <a:gd name="connsiteX2804" fmla="*/ 324898 w 2143125"/>
                <a:gd name="connsiteY2804" fmla="*/ 1047083 h 1171575"/>
                <a:gd name="connsiteX2805" fmla="*/ 324803 w 2143125"/>
                <a:gd name="connsiteY2805" fmla="*/ 1048322 h 1171575"/>
                <a:gd name="connsiteX2806" fmla="*/ 324612 w 2143125"/>
                <a:gd name="connsiteY2806" fmla="*/ 1048893 h 1171575"/>
                <a:gd name="connsiteX2807" fmla="*/ 324136 w 2143125"/>
                <a:gd name="connsiteY2807" fmla="*/ 1049560 h 1171575"/>
                <a:gd name="connsiteX2808" fmla="*/ 322612 w 2143125"/>
                <a:gd name="connsiteY2808" fmla="*/ 1051084 h 1171575"/>
                <a:gd name="connsiteX2809" fmla="*/ 322421 w 2143125"/>
                <a:gd name="connsiteY2809" fmla="*/ 1051655 h 1171575"/>
                <a:gd name="connsiteX2810" fmla="*/ 322326 w 2143125"/>
                <a:gd name="connsiteY2810" fmla="*/ 1052417 h 1171575"/>
                <a:gd name="connsiteX2811" fmla="*/ 322421 w 2143125"/>
                <a:gd name="connsiteY2811" fmla="*/ 1053941 h 1171575"/>
                <a:gd name="connsiteX2812" fmla="*/ 322326 w 2143125"/>
                <a:gd name="connsiteY2812" fmla="*/ 1054799 h 1171575"/>
                <a:gd name="connsiteX2813" fmla="*/ 322040 w 2143125"/>
                <a:gd name="connsiteY2813" fmla="*/ 1055465 h 1171575"/>
                <a:gd name="connsiteX2814" fmla="*/ 321659 w 2143125"/>
                <a:gd name="connsiteY2814" fmla="*/ 1056037 h 1171575"/>
                <a:gd name="connsiteX2815" fmla="*/ 318802 w 2143125"/>
                <a:gd name="connsiteY2815" fmla="*/ 1059942 h 1171575"/>
                <a:gd name="connsiteX2816" fmla="*/ 316230 w 2143125"/>
                <a:gd name="connsiteY2816" fmla="*/ 1064895 h 1171575"/>
                <a:gd name="connsiteX2817" fmla="*/ 315373 w 2143125"/>
                <a:gd name="connsiteY2817" fmla="*/ 1065467 h 1171575"/>
                <a:gd name="connsiteX2818" fmla="*/ 314420 w 2143125"/>
                <a:gd name="connsiteY2818" fmla="*/ 1065848 h 1171575"/>
                <a:gd name="connsiteX2819" fmla="*/ 313658 w 2143125"/>
                <a:gd name="connsiteY2819" fmla="*/ 1066419 h 1171575"/>
                <a:gd name="connsiteX2820" fmla="*/ 313373 w 2143125"/>
                <a:gd name="connsiteY2820" fmla="*/ 1067562 h 1171575"/>
                <a:gd name="connsiteX2821" fmla="*/ 313277 w 2143125"/>
                <a:gd name="connsiteY2821" fmla="*/ 1068896 h 1171575"/>
                <a:gd name="connsiteX2822" fmla="*/ 312992 w 2143125"/>
                <a:gd name="connsiteY2822" fmla="*/ 1069753 h 1171575"/>
                <a:gd name="connsiteX2823" fmla="*/ 312515 w 2143125"/>
                <a:gd name="connsiteY2823" fmla="*/ 1071086 h 1171575"/>
                <a:gd name="connsiteX2824" fmla="*/ 311944 w 2143125"/>
                <a:gd name="connsiteY2824" fmla="*/ 1072134 h 1171575"/>
                <a:gd name="connsiteX2825" fmla="*/ 313468 w 2143125"/>
                <a:gd name="connsiteY2825" fmla="*/ 1073944 h 1171575"/>
                <a:gd name="connsiteX2826" fmla="*/ 313754 w 2143125"/>
                <a:gd name="connsiteY2826" fmla="*/ 1074611 h 1171575"/>
                <a:gd name="connsiteX2827" fmla="*/ 313754 w 2143125"/>
                <a:gd name="connsiteY2827" fmla="*/ 1075277 h 1171575"/>
                <a:gd name="connsiteX2828" fmla="*/ 313373 w 2143125"/>
                <a:gd name="connsiteY2828" fmla="*/ 1077659 h 1171575"/>
                <a:gd name="connsiteX2829" fmla="*/ 313563 w 2143125"/>
                <a:gd name="connsiteY2829" fmla="*/ 1078611 h 1171575"/>
                <a:gd name="connsiteX2830" fmla="*/ 313944 w 2143125"/>
                <a:gd name="connsiteY2830" fmla="*/ 1079183 h 1171575"/>
                <a:gd name="connsiteX2831" fmla="*/ 314516 w 2143125"/>
                <a:gd name="connsiteY2831" fmla="*/ 1079659 h 1171575"/>
                <a:gd name="connsiteX2832" fmla="*/ 314992 w 2143125"/>
                <a:gd name="connsiteY2832" fmla="*/ 1080135 h 1171575"/>
                <a:gd name="connsiteX2833" fmla="*/ 315659 w 2143125"/>
                <a:gd name="connsiteY2833" fmla="*/ 1081278 h 1171575"/>
                <a:gd name="connsiteX2834" fmla="*/ 316230 w 2143125"/>
                <a:gd name="connsiteY2834" fmla="*/ 1082802 h 1171575"/>
                <a:gd name="connsiteX2835" fmla="*/ 316611 w 2143125"/>
                <a:gd name="connsiteY2835" fmla="*/ 1085564 h 1171575"/>
                <a:gd name="connsiteX2836" fmla="*/ 316135 w 2143125"/>
                <a:gd name="connsiteY2836" fmla="*/ 1088231 h 1171575"/>
                <a:gd name="connsiteX2837" fmla="*/ 314135 w 2143125"/>
                <a:gd name="connsiteY2837" fmla="*/ 1093375 h 1171575"/>
                <a:gd name="connsiteX2838" fmla="*/ 313754 w 2143125"/>
                <a:gd name="connsiteY2838" fmla="*/ 1094899 h 1171575"/>
                <a:gd name="connsiteX2839" fmla="*/ 313849 w 2143125"/>
                <a:gd name="connsiteY2839" fmla="*/ 1096328 h 1171575"/>
                <a:gd name="connsiteX2840" fmla="*/ 316040 w 2143125"/>
                <a:gd name="connsiteY2840" fmla="*/ 1094137 h 1171575"/>
                <a:gd name="connsiteX2841" fmla="*/ 324041 w 2143125"/>
                <a:gd name="connsiteY2841" fmla="*/ 1086136 h 1171575"/>
                <a:gd name="connsiteX2842" fmla="*/ 331089 w 2143125"/>
                <a:gd name="connsiteY2842" fmla="*/ 1079087 h 1171575"/>
                <a:gd name="connsiteX2843" fmla="*/ 331089 w 2143125"/>
                <a:gd name="connsiteY2843" fmla="*/ 1079087 h 1171575"/>
                <a:gd name="connsiteX2844" fmla="*/ 331089 w 2143125"/>
                <a:gd name="connsiteY2844" fmla="*/ 1079087 h 1171575"/>
                <a:gd name="connsiteX2845" fmla="*/ 342329 w 2143125"/>
                <a:gd name="connsiteY2845" fmla="*/ 1069658 h 1171575"/>
                <a:gd name="connsiteX2846" fmla="*/ 350520 w 2143125"/>
                <a:gd name="connsiteY2846" fmla="*/ 1066705 h 1171575"/>
                <a:gd name="connsiteX2847" fmla="*/ 353473 w 2143125"/>
                <a:gd name="connsiteY2847" fmla="*/ 1064895 h 1171575"/>
                <a:gd name="connsiteX2848" fmla="*/ 365093 w 2143125"/>
                <a:gd name="connsiteY2848" fmla="*/ 1060323 h 1171575"/>
                <a:gd name="connsiteX2849" fmla="*/ 368618 w 2143125"/>
                <a:gd name="connsiteY2849" fmla="*/ 1059561 h 1171575"/>
                <a:gd name="connsiteX2850" fmla="*/ 377857 w 2143125"/>
                <a:gd name="connsiteY2850" fmla="*/ 1057847 h 1171575"/>
                <a:gd name="connsiteX2851" fmla="*/ 385953 w 2143125"/>
                <a:gd name="connsiteY2851" fmla="*/ 1056418 h 1171575"/>
                <a:gd name="connsiteX2852" fmla="*/ 398526 w 2143125"/>
                <a:gd name="connsiteY2852" fmla="*/ 1054132 h 1171575"/>
                <a:gd name="connsiteX2853" fmla="*/ 402527 w 2143125"/>
                <a:gd name="connsiteY2853" fmla="*/ 1054703 h 1171575"/>
                <a:gd name="connsiteX2854" fmla="*/ 406337 w 2143125"/>
                <a:gd name="connsiteY2854" fmla="*/ 1056132 h 1171575"/>
                <a:gd name="connsiteX2855" fmla="*/ 414528 w 2143125"/>
                <a:gd name="connsiteY2855" fmla="*/ 1061561 h 1171575"/>
                <a:gd name="connsiteX2856" fmla="*/ 423386 w 2143125"/>
                <a:gd name="connsiteY2856" fmla="*/ 1067467 h 1171575"/>
                <a:gd name="connsiteX2857" fmla="*/ 428720 w 2143125"/>
                <a:gd name="connsiteY2857" fmla="*/ 1070991 h 1171575"/>
                <a:gd name="connsiteX2858" fmla="*/ 435007 w 2143125"/>
                <a:gd name="connsiteY2858" fmla="*/ 1075182 h 1171575"/>
                <a:gd name="connsiteX2859" fmla="*/ 443865 w 2143125"/>
                <a:gd name="connsiteY2859" fmla="*/ 1083374 h 1171575"/>
                <a:gd name="connsiteX2860" fmla="*/ 445103 w 2143125"/>
                <a:gd name="connsiteY2860" fmla="*/ 1084993 h 1171575"/>
                <a:gd name="connsiteX2861" fmla="*/ 445579 w 2143125"/>
                <a:gd name="connsiteY2861" fmla="*/ 1086422 h 1171575"/>
                <a:gd name="connsiteX2862" fmla="*/ 445579 w 2143125"/>
                <a:gd name="connsiteY2862" fmla="*/ 1087660 h 1171575"/>
                <a:gd name="connsiteX2863" fmla="*/ 445389 w 2143125"/>
                <a:gd name="connsiteY2863" fmla="*/ 1088898 h 1171575"/>
                <a:gd name="connsiteX2864" fmla="*/ 445294 w 2143125"/>
                <a:gd name="connsiteY2864" fmla="*/ 1090422 h 1171575"/>
                <a:gd name="connsiteX2865" fmla="*/ 445579 w 2143125"/>
                <a:gd name="connsiteY2865" fmla="*/ 1091851 h 1171575"/>
                <a:gd name="connsiteX2866" fmla="*/ 446151 w 2143125"/>
                <a:gd name="connsiteY2866" fmla="*/ 1093089 h 1171575"/>
                <a:gd name="connsiteX2867" fmla="*/ 451676 w 2143125"/>
                <a:gd name="connsiteY2867" fmla="*/ 1100519 h 1171575"/>
                <a:gd name="connsiteX2868" fmla="*/ 454057 w 2143125"/>
                <a:gd name="connsiteY2868" fmla="*/ 1103757 h 1171575"/>
                <a:gd name="connsiteX2869" fmla="*/ 457486 w 2143125"/>
                <a:gd name="connsiteY2869" fmla="*/ 1109853 h 1171575"/>
                <a:gd name="connsiteX2870" fmla="*/ 460820 w 2143125"/>
                <a:gd name="connsiteY2870" fmla="*/ 1115759 h 1171575"/>
                <a:gd name="connsiteX2871" fmla="*/ 462439 w 2143125"/>
                <a:gd name="connsiteY2871" fmla="*/ 1117759 h 1171575"/>
                <a:gd name="connsiteX2872" fmla="*/ 464249 w 2143125"/>
                <a:gd name="connsiteY2872" fmla="*/ 1119378 h 1171575"/>
                <a:gd name="connsiteX2873" fmla="*/ 467582 w 2143125"/>
                <a:gd name="connsiteY2873" fmla="*/ 1121664 h 1171575"/>
                <a:gd name="connsiteX2874" fmla="*/ 468440 w 2143125"/>
                <a:gd name="connsiteY2874" fmla="*/ 1122617 h 1171575"/>
                <a:gd name="connsiteX2875" fmla="*/ 469106 w 2143125"/>
                <a:gd name="connsiteY2875" fmla="*/ 1123760 h 1171575"/>
                <a:gd name="connsiteX2876" fmla="*/ 470630 w 2143125"/>
                <a:gd name="connsiteY2876" fmla="*/ 1127284 h 1171575"/>
                <a:gd name="connsiteX2877" fmla="*/ 471488 w 2143125"/>
                <a:gd name="connsiteY2877" fmla="*/ 1128522 h 1171575"/>
                <a:gd name="connsiteX2878" fmla="*/ 472535 w 2143125"/>
                <a:gd name="connsiteY2878" fmla="*/ 1129379 h 1171575"/>
                <a:gd name="connsiteX2879" fmla="*/ 473964 w 2143125"/>
                <a:gd name="connsiteY2879" fmla="*/ 1130237 h 1171575"/>
                <a:gd name="connsiteX2880" fmla="*/ 475583 w 2143125"/>
                <a:gd name="connsiteY2880" fmla="*/ 1130808 h 1171575"/>
                <a:gd name="connsiteX2881" fmla="*/ 482251 w 2143125"/>
                <a:gd name="connsiteY2881" fmla="*/ 1130427 h 1171575"/>
                <a:gd name="connsiteX2882" fmla="*/ 485394 w 2143125"/>
                <a:gd name="connsiteY2882" fmla="*/ 1129189 h 1171575"/>
                <a:gd name="connsiteX2883" fmla="*/ 490252 w 2143125"/>
                <a:gd name="connsiteY2883" fmla="*/ 1128522 h 1171575"/>
                <a:gd name="connsiteX2884" fmla="*/ 494919 w 2143125"/>
                <a:gd name="connsiteY2884" fmla="*/ 1126236 h 1171575"/>
                <a:gd name="connsiteX2885" fmla="*/ 496729 w 2143125"/>
                <a:gd name="connsiteY2885" fmla="*/ 1126046 h 1171575"/>
                <a:gd name="connsiteX2886" fmla="*/ 500348 w 2143125"/>
                <a:gd name="connsiteY2886" fmla="*/ 1126427 h 1171575"/>
                <a:gd name="connsiteX2887" fmla="*/ 500348 w 2143125"/>
                <a:gd name="connsiteY2887" fmla="*/ 1110329 h 1171575"/>
                <a:gd name="connsiteX2888" fmla="*/ 500348 w 2143125"/>
                <a:gd name="connsiteY2888" fmla="*/ 1094232 h 1171575"/>
                <a:gd name="connsiteX2889" fmla="*/ 500348 w 2143125"/>
                <a:gd name="connsiteY2889" fmla="*/ 1078040 h 1171575"/>
                <a:gd name="connsiteX2890" fmla="*/ 500348 w 2143125"/>
                <a:gd name="connsiteY2890" fmla="*/ 1061847 h 1171575"/>
                <a:gd name="connsiteX2891" fmla="*/ 500348 w 2143125"/>
                <a:gd name="connsiteY2891" fmla="*/ 1045559 h 1171575"/>
                <a:gd name="connsiteX2892" fmla="*/ 500348 w 2143125"/>
                <a:gd name="connsiteY2892" fmla="*/ 1029176 h 1171575"/>
                <a:gd name="connsiteX2893" fmla="*/ 500348 w 2143125"/>
                <a:gd name="connsiteY2893" fmla="*/ 1012793 h 1171575"/>
                <a:gd name="connsiteX2894" fmla="*/ 500348 w 2143125"/>
                <a:gd name="connsiteY2894" fmla="*/ 996315 h 1171575"/>
                <a:gd name="connsiteX2895" fmla="*/ 500348 w 2143125"/>
                <a:gd name="connsiteY2895" fmla="*/ 979742 h 1171575"/>
                <a:gd name="connsiteX2896" fmla="*/ 500348 w 2143125"/>
                <a:gd name="connsiteY2896" fmla="*/ 963168 h 1171575"/>
                <a:gd name="connsiteX2897" fmla="*/ 500348 w 2143125"/>
                <a:gd name="connsiteY2897" fmla="*/ 946499 h 1171575"/>
                <a:gd name="connsiteX2898" fmla="*/ 500348 w 2143125"/>
                <a:gd name="connsiteY2898" fmla="*/ 929735 h 1171575"/>
                <a:gd name="connsiteX2899" fmla="*/ 500348 w 2143125"/>
                <a:gd name="connsiteY2899" fmla="*/ 912971 h 1171575"/>
                <a:gd name="connsiteX2900" fmla="*/ 500348 w 2143125"/>
                <a:gd name="connsiteY2900" fmla="*/ 896112 h 1171575"/>
                <a:gd name="connsiteX2901" fmla="*/ 500348 w 2143125"/>
                <a:gd name="connsiteY2901" fmla="*/ 879158 h 1171575"/>
                <a:gd name="connsiteX2902" fmla="*/ 500348 w 2143125"/>
                <a:gd name="connsiteY2902" fmla="*/ 862108 h 1171575"/>
                <a:gd name="connsiteX2903" fmla="*/ 500348 w 2143125"/>
                <a:gd name="connsiteY2903" fmla="*/ 862013 h 1171575"/>
                <a:gd name="connsiteX2904" fmla="*/ 500348 w 2143125"/>
                <a:gd name="connsiteY2904" fmla="*/ 862013 h 1171575"/>
                <a:gd name="connsiteX2905" fmla="*/ 500348 w 2143125"/>
                <a:gd name="connsiteY2905" fmla="*/ 862013 h 1171575"/>
                <a:gd name="connsiteX2906" fmla="*/ 500348 w 2143125"/>
                <a:gd name="connsiteY2906" fmla="*/ 862013 h 1171575"/>
                <a:gd name="connsiteX2907" fmla="*/ 500348 w 2143125"/>
                <a:gd name="connsiteY2907" fmla="*/ 862013 h 1171575"/>
                <a:gd name="connsiteX2908" fmla="*/ 500348 w 2143125"/>
                <a:gd name="connsiteY2908" fmla="*/ 862013 h 1171575"/>
                <a:gd name="connsiteX2909" fmla="*/ 500348 w 2143125"/>
                <a:gd name="connsiteY2909" fmla="*/ 862013 h 1171575"/>
                <a:gd name="connsiteX2910" fmla="*/ 500348 w 2143125"/>
                <a:gd name="connsiteY2910" fmla="*/ 862013 h 1171575"/>
                <a:gd name="connsiteX2911" fmla="*/ 500348 w 2143125"/>
                <a:gd name="connsiteY2911" fmla="*/ 862013 h 1171575"/>
                <a:gd name="connsiteX2912" fmla="*/ 500348 w 2143125"/>
                <a:gd name="connsiteY2912" fmla="*/ 862013 h 1171575"/>
                <a:gd name="connsiteX2913" fmla="*/ 500348 w 2143125"/>
                <a:gd name="connsiteY2913" fmla="*/ 862013 h 1171575"/>
                <a:gd name="connsiteX2914" fmla="*/ 500348 w 2143125"/>
                <a:gd name="connsiteY2914" fmla="*/ 862013 h 1171575"/>
                <a:gd name="connsiteX2915" fmla="*/ 500348 w 2143125"/>
                <a:gd name="connsiteY2915" fmla="*/ 862013 h 1171575"/>
                <a:gd name="connsiteX2916" fmla="*/ 500348 w 2143125"/>
                <a:gd name="connsiteY2916" fmla="*/ 862013 h 1171575"/>
                <a:gd name="connsiteX2917" fmla="*/ 500348 w 2143125"/>
                <a:gd name="connsiteY2917" fmla="*/ 862013 h 1171575"/>
                <a:gd name="connsiteX2918" fmla="*/ 500348 w 2143125"/>
                <a:gd name="connsiteY2918" fmla="*/ 862013 h 1171575"/>
                <a:gd name="connsiteX2919" fmla="*/ 500348 w 2143125"/>
                <a:gd name="connsiteY2919" fmla="*/ 862013 h 1171575"/>
                <a:gd name="connsiteX2920" fmla="*/ 500348 w 2143125"/>
                <a:gd name="connsiteY2920" fmla="*/ 862013 h 1171575"/>
                <a:gd name="connsiteX2921" fmla="*/ 500348 w 2143125"/>
                <a:gd name="connsiteY2921" fmla="*/ 862013 h 1171575"/>
                <a:gd name="connsiteX2922" fmla="*/ 500348 w 2143125"/>
                <a:gd name="connsiteY2922" fmla="*/ 862013 h 1171575"/>
                <a:gd name="connsiteX2923" fmla="*/ 500348 w 2143125"/>
                <a:gd name="connsiteY2923" fmla="*/ 862013 h 1171575"/>
                <a:gd name="connsiteX2924" fmla="*/ 500348 w 2143125"/>
                <a:gd name="connsiteY2924" fmla="*/ 862013 h 1171575"/>
                <a:gd name="connsiteX2925" fmla="*/ 500348 w 2143125"/>
                <a:gd name="connsiteY2925" fmla="*/ 862013 h 1171575"/>
                <a:gd name="connsiteX2926" fmla="*/ 500348 w 2143125"/>
                <a:gd name="connsiteY2926" fmla="*/ 862013 h 1171575"/>
                <a:gd name="connsiteX2927" fmla="*/ 500348 w 2143125"/>
                <a:gd name="connsiteY2927" fmla="*/ 862013 h 1171575"/>
                <a:gd name="connsiteX2928" fmla="*/ 500348 w 2143125"/>
                <a:gd name="connsiteY2928" fmla="*/ 862013 h 1171575"/>
                <a:gd name="connsiteX2929" fmla="*/ 500348 w 2143125"/>
                <a:gd name="connsiteY2929" fmla="*/ 862013 h 1171575"/>
                <a:gd name="connsiteX2930" fmla="*/ 500348 w 2143125"/>
                <a:gd name="connsiteY2930" fmla="*/ 862013 h 1171575"/>
                <a:gd name="connsiteX2931" fmla="*/ 500348 w 2143125"/>
                <a:gd name="connsiteY2931" fmla="*/ 862013 h 1171575"/>
                <a:gd name="connsiteX2932" fmla="*/ 500348 w 2143125"/>
                <a:gd name="connsiteY2932" fmla="*/ 862013 h 1171575"/>
                <a:gd name="connsiteX2933" fmla="*/ 500348 w 2143125"/>
                <a:gd name="connsiteY2933" fmla="*/ 862013 h 1171575"/>
                <a:gd name="connsiteX2934" fmla="*/ 500348 w 2143125"/>
                <a:gd name="connsiteY2934" fmla="*/ 862013 h 1171575"/>
                <a:gd name="connsiteX2935" fmla="*/ 505301 w 2143125"/>
                <a:gd name="connsiteY2935" fmla="*/ 860393 h 1171575"/>
                <a:gd name="connsiteX2936" fmla="*/ 510254 w 2143125"/>
                <a:gd name="connsiteY2936" fmla="*/ 858774 h 1171575"/>
                <a:gd name="connsiteX2937" fmla="*/ 515207 w 2143125"/>
                <a:gd name="connsiteY2937" fmla="*/ 857155 h 1171575"/>
                <a:gd name="connsiteX2938" fmla="*/ 520160 w 2143125"/>
                <a:gd name="connsiteY2938" fmla="*/ 855536 h 1171575"/>
                <a:gd name="connsiteX2939" fmla="*/ 525113 w 2143125"/>
                <a:gd name="connsiteY2939" fmla="*/ 853916 h 1171575"/>
                <a:gd name="connsiteX2940" fmla="*/ 530066 w 2143125"/>
                <a:gd name="connsiteY2940" fmla="*/ 852297 h 1171575"/>
                <a:gd name="connsiteX2941" fmla="*/ 535019 w 2143125"/>
                <a:gd name="connsiteY2941" fmla="*/ 850678 h 1171575"/>
                <a:gd name="connsiteX2942" fmla="*/ 538829 w 2143125"/>
                <a:gd name="connsiteY2942" fmla="*/ 849440 h 1171575"/>
                <a:gd name="connsiteX2943" fmla="*/ 539877 w 2143125"/>
                <a:gd name="connsiteY2943" fmla="*/ 849058 h 1171575"/>
                <a:gd name="connsiteX2944" fmla="*/ 544830 w 2143125"/>
                <a:gd name="connsiteY2944" fmla="*/ 847439 h 1171575"/>
                <a:gd name="connsiteX2945" fmla="*/ 549783 w 2143125"/>
                <a:gd name="connsiteY2945" fmla="*/ 845820 h 1171575"/>
                <a:gd name="connsiteX2946" fmla="*/ 554736 w 2143125"/>
                <a:gd name="connsiteY2946" fmla="*/ 844201 h 1171575"/>
                <a:gd name="connsiteX2947" fmla="*/ 559689 w 2143125"/>
                <a:gd name="connsiteY2947" fmla="*/ 842581 h 1171575"/>
                <a:gd name="connsiteX2948" fmla="*/ 564642 w 2143125"/>
                <a:gd name="connsiteY2948" fmla="*/ 840962 h 1171575"/>
                <a:gd name="connsiteX2949" fmla="*/ 569595 w 2143125"/>
                <a:gd name="connsiteY2949" fmla="*/ 839343 h 1171575"/>
                <a:gd name="connsiteX2950" fmla="*/ 574548 w 2143125"/>
                <a:gd name="connsiteY2950" fmla="*/ 837724 h 1171575"/>
                <a:gd name="connsiteX2951" fmla="*/ 579501 w 2143125"/>
                <a:gd name="connsiteY2951" fmla="*/ 836105 h 1171575"/>
                <a:gd name="connsiteX2952" fmla="*/ 586073 w 2143125"/>
                <a:gd name="connsiteY2952" fmla="*/ 834104 h 1171575"/>
                <a:gd name="connsiteX2953" fmla="*/ 592646 w 2143125"/>
                <a:gd name="connsiteY2953" fmla="*/ 832104 h 1171575"/>
                <a:gd name="connsiteX2954" fmla="*/ 599218 w 2143125"/>
                <a:gd name="connsiteY2954" fmla="*/ 830104 h 1171575"/>
                <a:gd name="connsiteX2955" fmla="*/ 605790 w 2143125"/>
                <a:gd name="connsiteY2955" fmla="*/ 828104 h 1171575"/>
                <a:gd name="connsiteX2956" fmla="*/ 608838 w 2143125"/>
                <a:gd name="connsiteY2956" fmla="*/ 827151 h 1171575"/>
                <a:gd name="connsiteX2957" fmla="*/ 611886 w 2143125"/>
                <a:gd name="connsiteY2957" fmla="*/ 826294 h 1171575"/>
                <a:gd name="connsiteX2958" fmla="*/ 614934 w 2143125"/>
                <a:gd name="connsiteY2958" fmla="*/ 825341 h 1171575"/>
                <a:gd name="connsiteX2959" fmla="*/ 617982 w 2143125"/>
                <a:gd name="connsiteY2959" fmla="*/ 824389 h 1171575"/>
                <a:gd name="connsiteX2960" fmla="*/ 621125 w 2143125"/>
                <a:gd name="connsiteY2960" fmla="*/ 823436 h 1171575"/>
                <a:gd name="connsiteX2961" fmla="*/ 624269 w 2143125"/>
                <a:gd name="connsiteY2961" fmla="*/ 822484 h 1171575"/>
                <a:gd name="connsiteX2962" fmla="*/ 627412 w 2143125"/>
                <a:gd name="connsiteY2962" fmla="*/ 821531 h 1171575"/>
                <a:gd name="connsiteX2963" fmla="*/ 630555 w 2143125"/>
                <a:gd name="connsiteY2963" fmla="*/ 820579 h 1171575"/>
                <a:gd name="connsiteX2964" fmla="*/ 634841 w 2143125"/>
                <a:gd name="connsiteY2964" fmla="*/ 819341 h 1171575"/>
                <a:gd name="connsiteX2965" fmla="*/ 636080 w 2143125"/>
                <a:gd name="connsiteY2965" fmla="*/ 819436 h 1171575"/>
                <a:gd name="connsiteX2966" fmla="*/ 637508 w 2143125"/>
                <a:gd name="connsiteY2966" fmla="*/ 820103 h 1171575"/>
                <a:gd name="connsiteX2967" fmla="*/ 641509 w 2143125"/>
                <a:gd name="connsiteY2967" fmla="*/ 822865 h 1171575"/>
                <a:gd name="connsiteX2968" fmla="*/ 642652 w 2143125"/>
                <a:gd name="connsiteY2968" fmla="*/ 823627 h 1171575"/>
                <a:gd name="connsiteX2969" fmla="*/ 645890 w 2143125"/>
                <a:gd name="connsiteY2969" fmla="*/ 825818 h 1171575"/>
                <a:gd name="connsiteX2970" fmla="*/ 651034 w 2143125"/>
                <a:gd name="connsiteY2970" fmla="*/ 829247 h 1171575"/>
                <a:gd name="connsiteX2971" fmla="*/ 657797 w 2143125"/>
                <a:gd name="connsiteY2971" fmla="*/ 833819 h 1171575"/>
                <a:gd name="connsiteX2972" fmla="*/ 662369 w 2143125"/>
                <a:gd name="connsiteY2972" fmla="*/ 836962 h 1171575"/>
                <a:gd name="connsiteX2973" fmla="*/ 665798 w 2143125"/>
                <a:gd name="connsiteY2973" fmla="*/ 839248 h 1171575"/>
                <a:gd name="connsiteX2974" fmla="*/ 674942 w 2143125"/>
                <a:gd name="connsiteY2974" fmla="*/ 845725 h 1171575"/>
                <a:gd name="connsiteX2975" fmla="*/ 684752 w 2143125"/>
                <a:gd name="connsiteY2975" fmla="*/ 852297 h 1171575"/>
                <a:gd name="connsiteX2976" fmla="*/ 695135 w 2143125"/>
                <a:gd name="connsiteY2976" fmla="*/ 859250 h 1171575"/>
                <a:gd name="connsiteX2977" fmla="*/ 705707 w 2143125"/>
                <a:gd name="connsiteY2977" fmla="*/ 866299 h 1171575"/>
                <a:gd name="connsiteX2978" fmla="*/ 716280 w 2143125"/>
                <a:gd name="connsiteY2978" fmla="*/ 873347 h 1171575"/>
                <a:gd name="connsiteX2979" fmla="*/ 726472 w 2143125"/>
                <a:gd name="connsiteY2979" fmla="*/ 880205 h 1171575"/>
                <a:gd name="connsiteX2980" fmla="*/ 736092 w 2143125"/>
                <a:gd name="connsiteY2980" fmla="*/ 886587 h 1171575"/>
                <a:gd name="connsiteX2981" fmla="*/ 744855 w 2143125"/>
                <a:gd name="connsiteY2981" fmla="*/ 892397 h 1171575"/>
                <a:gd name="connsiteX2982" fmla="*/ 752570 w 2143125"/>
                <a:gd name="connsiteY2982" fmla="*/ 897541 h 1171575"/>
                <a:gd name="connsiteX2983" fmla="*/ 758857 w 2143125"/>
                <a:gd name="connsiteY2983" fmla="*/ 901732 h 1171575"/>
                <a:gd name="connsiteX2984" fmla="*/ 763524 w 2143125"/>
                <a:gd name="connsiteY2984" fmla="*/ 904780 h 1171575"/>
                <a:gd name="connsiteX2985" fmla="*/ 766858 w 2143125"/>
                <a:gd name="connsiteY2985" fmla="*/ 906971 h 1171575"/>
                <a:gd name="connsiteX2986" fmla="*/ 768191 w 2143125"/>
                <a:gd name="connsiteY2986" fmla="*/ 908495 h 1171575"/>
                <a:gd name="connsiteX2987" fmla="*/ 769144 w 2143125"/>
                <a:gd name="connsiteY2987" fmla="*/ 910400 h 1171575"/>
                <a:gd name="connsiteX2988" fmla="*/ 769525 w 2143125"/>
                <a:gd name="connsiteY2988" fmla="*/ 912209 h 1171575"/>
                <a:gd name="connsiteX2989" fmla="*/ 769906 w 2143125"/>
                <a:gd name="connsiteY2989" fmla="*/ 916019 h 1171575"/>
                <a:gd name="connsiteX2990" fmla="*/ 770382 w 2143125"/>
                <a:gd name="connsiteY2990" fmla="*/ 917734 h 1171575"/>
                <a:gd name="connsiteX2991" fmla="*/ 773430 w 2143125"/>
                <a:gd name="connsiteY2991" fmla="*/ 922687 h 1171575"/>
                <a:gd name="connsiteX2992" fmla="*/ 779431 w 2143125"/>
                <a:gd name="connsiteY2992" fmla="*/ 929259 h 1171575"/>
                <a:gd name="connsiteX2993" fmla="*/ 782288 w 2143125"/>
                <a:gd name="connsiteY2993" fmla="*/ 932402 h 1171575"/>
                <a:gd name="connsiteX2994" fmla="*/ 785146 w 2143125"/>
                <a:gd name="connsiteY2994" fmla="*/ 935546 h 1171575"/>
                <a:gd name="connsiteX2995" fmla="*/ 788861 w 2143125"/>
                <a:gd name="connsiteY2995" fmla="*/ 939832 h 1171575"/>
                <a:gd name="connsiteX2996" fmla="*/ 791909 w 2143125"/>
                <a:gd name="connsiteY2996" fmla="*/ 943356 h 1171575"/>
                <a:gd name="connsiteX2997" fmla="*/ 794957 w 2143125"/>
                <a:gd name="connsiteY2997" fmla="*/ 946880 h 1171575"/>
                <a:gd name="connsiteX2998" fmla="*/ 798005 w 2143125"/>
                <a:gd name="connsiteY2998" fmla="*/ 950405 h 1171575"/>
                <a:gd name="connsiteX2999" fmla="*/ 801053 w 2143125"/>
                <a:gd name="connsiteY2999" fmla="*/ 953929 h 1171575"/>
                <a:gd name="connsiteX3000" fmla="*/ 804005 w 2143125"/>
                <a:gd name="connsiteY3000" fmla="*/ 957358 h 1171575"/>
                <a:gd name="connsiteX3001" fmla="*/ 806958 w 2143125"/>
                <a:gd name="connsiteY3001" fmla="*/ 960787 h 1171575"/>
                <a:gd name="connsiteX3002" fmla="*/ 809911 w 2143125"/>
                <a:gd name="connsiteY3002" fmla="*/ 964216 h 1171575"/>
                <a:gd name="connsiteX3003" fmla="*/ 812864 w 2143125"/>
                <a:gd name="connsiteY3003" fmla="*/ 967645 h 1171575"/>
                <a:gd name="connsiteX3004" fmla="*/ 816769 w 2143125"/>
                <a:gd name="connsiteY3004" fmla="*/ 972217 h 1171575"/>
                <a:gd name="connsiteX3005" fmla="*/ 817817 w 2143125"/>
                <a:gd name="connsiteY3005" fmla="*/ 972693 h 1171575"/>
                <a:gd name="connsiteX3006" fmla="*/ 818864 w 2143125"/>
                <a:gd name="connsiteY3006" fmla="*/ 973169 h 1171575"/>
                <a:gd name="connsiteX3007" fmla="*/ 818960 w 2143125"/>
                <a:gd name="connsiteY3007" fmla="*/ 973169 h 1171575"/>
                <a:gd name="connsiteX3008" fmla="*/ 823341 w 2143125"/>
                <a:gd name="connsiteY3008" fmla="*/ 972407 h 1171575"/>
                <a:gd name="connsiteX3009" fmla="*/ 825151 w 2143125"/>
                <a:gd name="connsiteY3009" fmla="*/ 972026 h 1171575"/>
                <a:gd name="connsiteX3010" fmla="*/ 827056 w 2143125"/>
                <a:gd name="connsiteY3010" fmla="*/ 971645 h 1171575"/>
                <a:gd name="connsiteX3011" fmla="*/ 828961 w 2143125"/>
                <a:gd name="connsiteY3011" fmla="*/ 971264 h 1171575"/>
                <a:gd name="connsiteX3012" fmla="*/ 830771 w 2143125"/>
                <a:gd name="connsiteY3012" fmla="*/ 970883 h 1171575"/>
                <a:gd name="connsiteX3013" fmla="*/ 833723 w 2143125"/>
                <a:gd name="connsiteY3013" fmla="*/ 970312 h 1171575"/>
                <a:gd name="connsiteX3014" fmla="*/ 836676 w 2143125"/>
                <a:gd name="connsiteY3014" fmla="*/ 969740 h 1171575"/>
                <a:gd name="connsiteX3015" fmla="*/ 839629 w 2143125"/>
                <a:gd name="connsiteY3015" fmla="*/ 969169 h 1171575"/>
                <a:gd name="connsiteX3016" fmla="*/ 842582 w 2143125"/>
                <a:gd name="connsiteY3016" fmla="*/ 968597 h 1171575"/>
                <a:gd name="connsiteX3017" fmla="*/ 847344 w 2143125"/>
                <a:gd name="connsiteY3017" fmla="*/ 967835 h 1171575"/>
                <a:gd name="connsiteX3018" fmla="*/ 852107 w 2143125"/>
                <a:gd name="connsiteY3018" fmla="*/ 967073 h 1171575"/>
                <a:gd name="connsiteX3019" fmla="*/ 856869 w 2143125"/>
                <a:gd name="connsiteY3019" fmla="*/ 966311 h 1171575"/>
                <a:gd name="connsiteX3020" fmla="*/ 861727 w 2143125"/>
                <a:gd name="connsiteY3020" fmla="*/ 965549 h 1171575"/>
                <a:gd name="connsiteX3021" fmla="*/ 866489 w 2143125"/>
                <a:gd name="connsiteY3021" fmla="*/ 964787 h 1171575"/>
                <a:gd name="connsiteX3022" fmla="*/ 871252 w 2143125"/>
                <a:gd name="connsiteY3022" fmla="*/ 964025 h 1171575"/>
                <a:gd name="connsiteX3023" fmla="*/ 876014 w 2143125"/>
                <a:gd name="connsiteY3023" fmla="*/ 963263 h 1171575"/>
                <a:gd name="connsiteX3024" fmla="*/ 880872 w 2143125"/>
                <a:gd name="connsiteY3024" fmla="*/ 962501 h 1171575"/>
                <a:gd name="connsiteX3025" fmla="*/ 888873 w 2143125"/>
                <a:gd name="connsiteY3025" fmla="*/ 963263 h 1171575"/>
                <a:gd name="connsiteX3026" fmla="*/ 896874 w 2143125"/>
                <a:gd name="connsiteY3026" fmla="*/ 964025 h 1171575"/>
                <a:gd name="connsiteX3027" fmla="*/ 904875 w 2143125"/>
                <a:gd name="connsiteY3027" fmla="*/ 964787 h 1171575"/>
                <a:gd name="connsiteX3028" fmla="*/ 912876 w 2143125"/>
                <a:gd name="connsiteY3028" fmla="*/ 965549 h 1171575"/>
                <a:gd name="connsiteX3029" fmla="*/ 920210 w 2143125"/>
                <a:gd name="connsiteY3029" fmla="*/ 966216 h 1171575"/>
                <a:gd name="connsiteX3030" fmla="*/ 927544 w 2143125"/>
                <a:gd name="connsiteY3030" fmla="*/ 966883 h 1171575"/>
                <a:gd name="connsiteX3031" fmla="*/ 934879 w 2143125"/>
                <a:gd name="connsiteY3031" fmla="*/ 967550 h 1171575"/>
                <a:gd name="connsiteX3032" fmla="*/ 942213 w 2143125"/>
                <a:gd name="connsiteY3032" fmla="*/ 968216 h 1171575"/>
                <a:gd name="connsiteX3033" fmla="*/ 945071 w 2143125"/>
                <a:gd name="connsiteY3033" fmla="*/ 968502 h 1171575"/>
                <a:gd name="connsiteX3034" fmla="*/ 946023 w 2143125"/>
                <a:gd name="connsiteY3034" fmla="*/ 968216 h 1171575"/>
                <a:gd name="connsiteX3035" fmla="*/ 946976 w 2143125"/>
                <a:gd name="connsiteY3035" fmla="*/ 967931 h 1171575"/>
                <a:gd name="connsiteX3036" fmla="*/ 952310 w 2143125"/>
                <a:gd name="connsiteY3036" fmla="*/ 964978 h 1171575"/>
                <a:gd name="connsiteX3037" fmla="*/ 957358 w 2143125"/>
                <a:gd name="connsiteY3037" fmla="*/ 962216 h 1171575"/>
                <a:gd name="connsiteX3038" fmla="*/ 962597 w 2143125"/>
                <a:gd name="connsiteY3038" fmla="*/ 959263 h 1171575"/>
                <a:gd name="connsiteX3039" fmla="*/ 967740 w 2143125"/>
                <a:gd name="connsiteY3039" fmla="*/ 956405 h 1171575"/>
                <a:gd name="connsiteX3040" fmla="*/ 968692 w 2143125"/>
                <a:gd name="connsiteY3040" fmla="*/ 956024 h 1171575"/>
                <a:gd name="connsiteX3041" fmla="*/ 969645 w 2143125"/>
                <a:gd name="connsiteY3041" fmla="*/ 955643 h 1171575"/>
                <a:gd name="connsiteX3042" fmla="*/ 970502 w 2143125"/>
                <a:gd name="connsiteY3042" fmla="*/ 955739 h 1171575"/>
                <a:gd name="connsiteX3043" fmla="*/ 971360 w 2143125"/>
                <a:gd name="connsiteY3043" fmla="*/ 955834 h 1171575"/>
                <a:gd name="connsiteX3044" fmla="*/ 972217 w 2143125"/>
                <a:gd name="connsiteY3044" fmla="*/ 956596 h 1171575"/>
                <a:gd name="connsiteX3045" fmla="*/ 973074 w 2143125"/>
                <a:gd name="connsiteY3045" fmla="*/ 957358 h 1171575"/>
                <a:gd name="connsiteX3046" fmla="*/ 978789 w 2143125"/>
                <a:gd name="connsiteY3046" fmla="*/ 964787 h 1171575"/>
                <a:gd name="connsiteX3047" fmla="*/ 984504 w 2143125"/>
                <a:gd name="connsiteY3047" fmla="*/ 972122 h 1171575"/>
                <a:gd name="connsiteX3048" fmla="*/ 987171 w 2143125"/>
                <a:gd name="connsiteY3048" fmla="*/ 974884 h 1171575"/>
                <a:gd name="connsiteX3049" fmla="*/ 989743 w 2143125"/>
                <a:gd name="connsiteY3049" fmla="*/ 977646 h 1171575"/>
                <a:gd name="connsiteX3050" fmla="*/ 995172 w 2143125"/>
                <a:gd name="connsiteY3050" fmla="*/ 981075 h 1171575"/>
                <a:gd name="connsiteX3051" fmla="*/ 1000601 w 2143125"/>
                <a:gd name="connsiteY3051" fmla="*/ 984504 h 1171575"/>
                <a:gd name="connsiteX3052" fmla="*/ 1001649 w 2143125"/>
                <a:gd name="connsiteY3052" fmla="*/ 985456 h 1171575"/>
                <a:gd name="connsiteX3053" fmla="*/ 1002697 w 2143125"/>
                <a:gd name="connsiteY3053" fmla="*/ 986409 h 1171575"/>
                <a:gd name="connsiteX3054" fmla="*/ 1007174 w 2143125"/>
                <a:gd name="connsiteY3054" fmla="*/ 995648 h 1171575"/>
                <a:gd name="connsiteX3055" fmla="*/ 1010031 w 2143125"/>
                <a:gd name="connsiteY3055" fmla="*/ 1001554 h 1171575"/>
                <a:gd name="connsiteX3056" fmla="*/ 1013936 w 2143125"/>
                <a:gd name="connsiteY3056" fmla="*/ 1009650 h 1171575"/>
                <a:gd name="connsiteX3057" fmla="*/ 1017270 w 2143125"/>
                <a:gd name="connsiteY3057" fmla="*/ 1016603 h 1171575"/>
                <a:gd name="connsiteX3058" fmla="*/ 1017746 w 2143125"/>
                <a:gd name="connsiteY3058" fmla="*/ 1016699 h 1171575"/>
                <a:gd name="connsiteX3059" fmla="*/ 1018223 w 2143125"/>
                <a:gd name="connsiteY3059" fmla="*/ 1016794 h 1171575"/>
                <a:gd name="connsiteX3060" fmla="*/ 1025842 w 2143125"/>
                <a:gd name="connsiteY3060" fmla="*/ 1012698 h 1171575"/>
                <a:gd name="connsiteX3061" fmla="*/ 1033463 w 2143125"/>
                <a:gd name="connsiteY3061" fmla="*/ 1008602 h 1171575"/>
                <a:gd name="connsiteX3062" fmla="*/ 1032319 w 2143125"/>
                <a:gd name="connsiteY3062" fmla="*/ 1026414 h 1171575"/>
                <a:gd name="connsiteX3063" fmla="*/ 1031177 w 2143125"/>
                <a:gd name="connsiteY3063" fmla="*/ 1044131 h 1171575"/>
                <a:gd name="connsiteX3064" fmla="*/ 1031081 w 2143125"/>
                <a:gd name="connsiteY3064" fmla="*/ 1046036 h 1171575"/>
                <a:gd name="connsiteX3065" fmla="*/ 1030986 w 2143125"/>
                <a:gd name="connsiteY3065" fmla="*/ 1047941 h 1171575"/>
                <a:gd name="connsiteX3066" fmla="*/ 1030700 w 2143125"/>
                <a:gd name="connsiteY3066" fmla="*/ 1048512 h 1171575"/>
                <a:gd name="connsiteX3067" fmla="*/ 1030415 w 2143125"/>
                <a:gd name="connsiteY3067" fmla="*/ 1049084 h 1171575"/>
                <a:gd name="connsiteX3068" fmla="*/ 1029748 w 2143125"/>
                <a:gd name="connsiteY3068" fmla="*/ 1049369 h 1171575"/>
                <a:gd name="connsiteX3069" fmla="*/ 1029176 w 2143125"/>
                <a:gd name="connsiteY3069" fmla="*/ 1049655 h 1171575"/>
                <a:gd name="connsiteX3070" fmla="*/ 1028986 w 2143125"/>
                <a:gd name="connsiteY3070" fmla="*/ 1050131 h 1171575"/>
                <a:gd name="connsiteX3071" fmla="*/ 1028795 w 2143125"/>
                <a:gd name="connsiteY3071" fmla="*/ 1050608 h 1171575"/>
                <a:gd name="connsiteX3072" fmla="*/ 1028795 w 2143125"/>
                <a:gd name="connsiteY3072" fmla="*/ 1052798 h 1171575"/>
                <a:gd name="connsiteX3073" fmla="*/ 1028605 w 2143125"/>
                <a:gd name="connsiteY3073" fmla="*/ 1064514 h 1171575"/>
                <a:gd name="connsiteX3074" fmla="*/ 1028414 w 2143125"/>
                <a:gd name="connsiteY3074" fmla="*/ 1078325 h 1171575"/>
                <a:gd name="connsiteX3075" fmla="*/ 1028510 w 2143125"/>
                <a:gd name="connsiteY3075" fmla="*/ 1078706 h 1171575"/>
                <a:gd name="connsiteX3076" fmla="*/ 1028605 w 2143125"/>
                <a:gd name="connsiteY3076" fmla="*/ 1079087 h 1171575"/>
                <a:gd name="connsiteX3077" fmla="*/ 1028795 w 2143125"/>
                <a:gd name="connsiteY3077" fmla="*/ 1079278 h 1171575"/>
                <a:gd name="connsiteX3078" fmla="*/ 1028986 w 2143125"/>
                <a:gd name="connsiteY3078" fmla="*/ 1079468 h 1171575"/>
                <a:gd name="connsiteX3079" fmla="*/ 1035367 w 2143125"/>
                <a:gd name="connsiteY3079" fmla="*/ 1079468 h 1171575"/>
                <a:gd name="connsiteX3080" fmla="*/ 1041178 w 2143125"/>
                <a:gd name="connsiteY3080" fmla="*/ 1079468 h 1171575"/>
                <a:gd name="connsiteX3081" fmla="*/ 1046893 w 2143125"/>
                <a:gd name="connsiteY3081" fmla="*/ 1079468 h 1171575"/>
                <a:gd name="connsiteX3082" fmla="*/ 1053275 w 2143125"/>
                <a:gd name="connsiteY3082" fmla="*/ 1079468 h 1171575"/>
                <a:gd name="connsiteX3083" fmla="*/ 1053465 w 2143125"/>
                <a:gd name="connsiteY3083" fmla="*/ 1079468 h 1171575"/>
                <a:gd name="connsiteX3084" fmla="*/ 1053656 w 2143125"/>
                <a:gd name="connsiteY3084" fmla="*/ 1079468 h 1171575"/>
                <a:gd name="connsiteX3085" fmla="*/ 1053846 w 2143125"/>
                <a:gd name="connsiteY3085" fmla="*/ 1079468 h 1171575"/>
                <a:gd name="connsiteX3086" fmla="*/ 1054037 w 2143125"/>
                <a:gd name="connsiteY3086" fmla="*/ 1079468 h 1171575"/>
                <a:gd name="connsiteX3087" fmla="*/ 1054227 w 2143125"/>
                <a:gd name="connsiteY3087" fmla="*/ 1079468 h 1171575"/>
                <a:gd name="connsiteX3088" fmla="*/ 1054418 w 2143125"/>
                <a:gd name="connsiteY3088" fmla="*/ 1079468 h 1171575"/>
                <a:gd name="connsiteX3089" fmla="*/ 1054513 w 2143125"/>
                <a:gd name="connsiteY3089" fmla="*/ 1079564 h 1171575"/>
                <a:gd name="connsiteX3090" fmla="*/ 1054608 w 2143125"/>
                <a:gd name="connsiteY3090" fmla="*/ 1079659 h 1171575"/>
                <a:gd name="connsiteX3091" fmla="*/ 1055561 w 2143125"/>
                <a:gd name="connsiteY3091" fmla="*/ 1088612 h 1171575"/>
                <a:gd name="connsiteX3092" fmla="*/ 1056513 w 2143125"/>
                <a:gd name="connsiteY3092" fmla="*/ 1097471 h 1171575"/>
                <a:gd name="connsiteX3093" fmla="*/ 1058228 w 2143125"/>
                <a:gd name="connsiteY3093" fmla="*/ 1106138 h 1171575"/>
                <a:gd name="connsiteX3094" fmla="*/ 1059942 w 2143125"/>
                <a:gd name="connsiteY3094" fmla="*/ 1114806 h 1171575"/>
                <a:gd name="connsiteX3095" fmla="*/ 1062228 w 2143125"/>
                <a:gd name="connsiteY3095" fmla="*/ 1125093 h 1171575"/>
                <a:gd name="connsiteX3096" fmla="*/ 1064514 w 2143125"/>
                <a:gd name="connsiteY3096" fmla="*/ 1135380 h 1171575"/>
                <a:gd name="connsiteX3097" fmla="*/ 1065657 w 2143125"/>
                <a:gd name="connsiteY3097" fmla="*/ 1136809 h 1171575"/>
                <a:gd name="connsiteX3098" fmla="*/ 1066800 w 2143125"/>
                <a:gd name="connsiteY3098" fmla="*/ 1138238 h 1171575"/>
                <a:gd name="connsiteX3099" fmla="*/ 1068134 w 2143125"/>
                <a:gd name="connsiteY3099" fmla="*/ 1138619 h 1171575"/>
                <a:gd name="connsiteX3100" fmla="*/ 1068991 w 2143125"/>
                <a:gd name="connsiteY3100" fmla="*/ 1138809 h 1171575"/>
                <a:gd name="connsiteX3101" fmla="*/ 1071182 w 2143125"/>
                <a:gd name="connsiteY3101" fmla="*/ 1139381 h 1171575"/>
                <a:gd name="connsiteX3102" fmla="*/ 1077278 w 2143125"/>
                <a:gd name="connsiteY3102" fmla="*/ 1139000 h 1171575"/>
                <a:gd name="connsiteX3103" fmla="*/ 1082421 w 2143125"/>
                <a:gd name="connsiteY3103" fmla="*/ 1138714 h 1171575"/>
                <a:gd name="connsiteX3104" fmla="*/ 1090136 w 2143125"/>
                <a:gd name="connsiteY3104" fmla="*/ 1138238 h 1171575"/>
                <a:gd name="connsiteX3105" fmla="*/ 1095756 w 2143125"/>
                <a:gd name="connsiteY3105" fmla="*/ 1137857 h 1171575"/>
                <a:gd name="connsiteX3106" fmla="*/ 1102519 w 2143125"/>
                <a:gd name="connsiteY3106" fmla="*/ 1137476 h 1171575"/>
                <a:gd name="connsiteX3107" fmla="*/ 1106805 w 2143125"/>
                <a:gd name="connsiteY3107" fmla="*/ 1137190 h 1171575"/>
                <a:gd name="connsiteX3108" fmla="*/ 1113663 w 2143125"/>
                <a:gd name="connsiteY3108" fmla="*/ 1136809 h 1171575"/>
                <a:gd name="connsiteX3109" fmla="*/ 1120426 w 2143125"/>
                <a:gd name="connsiteY3109" fmla="*/ 1136428 h 1171575"/>
                <a:gd name="connsiteX3110" fmla="*/ 1120997 w 2143125"/>
                <a:gd name="connsiteY3110" fmla="*/ 1136618 h 1171575"/>
                <a:gd name="connsiteX3111" fmla="*/ 1121569 w 2143125"/>
                <a:gd name="connsiteY3111" fmla="*/ 1136809 h 1171575"/>
                <a:gd name="connsiteX3112" fmla="*/ 1122712 w 2143125"/>
                <a:gd name="connsiteY3112" fmla="*/ 1137380 h 1171575"/>
                <a:gd name="connsiteX3113" fmla="*/ 1123855 w 2143125"/>
                <a:gd name="connsiteY3113" fmla="*/ 1137952 h 1171575"/>
                <a:gd name="connsiteX3114" fmla="*/ 1124426 w 2143125"/>
                <a:gd name="connsiteY3114" fmla="*/ 1138142 h 1171575"/>
                <a:gd name="connsiteX3115" fmla="*/ 1124998 w 2143125"/>
                <a:gd name="connsiteY3115" fmla="*/ 1138333 h 1171575"/>
                <a:gd name="connsiteX3116" fmla="*/ 1125474 w 2143125"/>
                <a:gd name="connsiteY3116" fmla="*/ 1138238 h 1171575"/>
                <a:gd name="connsiteX3117" fmla="*/ 1125950 w 2143125"/>
                <a:gd name="connsiteY3117" fmla="*/ 1138142 h 1171575"/>
                <a:gd name="connsiteX3118" fmla="*/ 1127474 w 2143125"/>
                <a:gd name="connsiteY3118" fmla="*/ 1137095 h 1171575"/>
                <a:gd name="connsiteX3119" fmla="*/ 1128998 w 2143125"/>
                <a:gd name="connsiteY3119" fmla="*/ 1136047 h 1171575"/>
                <a:gd name="connsiteX3120" fmla="*/ 1129665 w 2143125"/>
                <a:gd name="connsiteY3120" fmla="*/ 1135666 h 1171575"/>
                <a:gd name="connsiteX3121" fmla="*/ 1130332 w 2143125"/>
                <a:gd name="connsiteY3121" fmla="*/ 1135190 h 1171575"/>
                <a:gd name="connsiteX3122" fmla="*/ 1130618 w 2143125"/>
                <a:gd name="connsiteY3122" fmla="*/ 1136142 h 1171575"/>
                <a:gd name="connsiteX3123" fmla="*/ 1130903 w 2143125"/>
                <a:gd name="connsiteY3123" fmla="*/ 1137095 h 1171575"/>
                <a:gd name="connsiteX3124" fmla="*/ 1130999 w 2143125"/>
                <a:gd name="connsiteY3124" fmla="*/ 1137095 h 1171575"/>
                <a:gd name="connsiteX3125" fmla="*/ 1131094 w 2143125"/>
                <a:gd name="connsiteY3125" fmla="*/ 1137095 h 1171575"/>
                <a:gd name="connsiteX3126" fmla="*/ 1131284 w 2143125"/>
                <a:gd name="connsiteY3126" fmla="*/ 1137476 h 1171575"/>
                <a:gd name="connsiteX3127" fmla="*/ 1131475 w 2143125"/>
                <a:gd name="connsiteY3127" fmla="*/ 1137857 h 1171575"/>
                <a:gd name="connsiteX3128" fmla="*/ 1132618 w 2143125"/>
                <a:gd name="connsiteY3128" fmla="*/ 1139381 h 1171575"/>
                <a:gd name="connsiteX3129" fmla="*/ 1133761 w 2143125"/>
                <a:gd name="connsiteY3129" fmla="*/ 1140905 h 1171575"/>
                <a:gd name="connsiteX3130" fmla="*/ 1134047 w 2143125"/>
                <a:gd name="connsiteY3130" fmla="*/ 1141571 h 1171575"/>
                <a:gd name="connsiteX3131" fmla="*/ 1134332 w 2143125"/>
                <a:gd name="connsiteY3131" fmla="*/ 1142143 h 1171575"/>
                <a:gd name="connsiteX3132" fmla="*/ 1134523 w 2143125"/>
                <a:gd name="connsiteY3132" fmla="*/ 1143476 h 1171575"/>
                <a:gd name="connsiteX3133" fmla="*/ 1134713 w 2143125"/>
                <a:gd name="connsiteY3133" fmla="*/ 1144810 h 1171575"/>
                <a:gd name="connsiteX3134" fmla="*/ 1135094 w 2143125"/>
                <a:gd name="connsiteY3134" fmla="*/ 1145381 h 1171575"/>
                <a:gd name="connsiteX3135" fmla="*/ 1135475 w 2143125"/>
                <a:gd name="connsiteY3135" fmla="*/ 1145953 h 1171575"/>
                <a:gd name="connsiteX3136" fmla="*/ 1135761 w 2143125"/>
                <a:gd name="connsiteY3136" fmla="*/ 1145667 h 1171575"/>
                <a:gd name="connsiteX3137" fmla="*/ 1136047 w 2143125"/>
                <a:gd name="connsiteY3137" fmla="*/ 1145381 h 1171575"/>
                <a:gd name="connsiteX3138" fmla="*/ 1136428 w 2143125"/>
                <a:gd name="connsiteY3138" fmla="*/ 1145191 h 1171575"/>
                <a:gd name="connsiteX3139" fmla="*/ 1136809 w 2143125"/>
                <a:gd name="connsiteY3139" fmla="*/ 1145000 h 1171575"/>
                <a:gd name="connsiteX3140" fmla="*/ 1137095 w 2143125"/>
                <a:gd name="connsiteY3140" fmla="*/ 1145000 h 1171575"/>
                <a:gd name="connsiteX3141" fmla="*/ 1137380 w 2143125"/>
                <a:gd name="connsiteY3141" fmla="*/ 1145096 h 1171575"/>
                <a:gd name="connsiteX3142" fmla="*/ 1137666 w 2143125"/>
                <a:gd name="connsiteY3142" fmla="*/ 1145477 h 1171575"/>
                <a:gd name="connsiteX3143" fmla="*/ 1137952 w 2143125"/>
                <a:gd name="connsiteY3143" fmla="*/ 1145858 h 1171575"/>
                <a:gd name="connsiteX3144" fmla="*/ 1138333 w 2143125"/>
                <a:gd name="connsiteY3144" fmla="*/ 1145096 h 1171575"/>
                <a:gd name="connsiteX3145" fmla="*/ 1138714 w 2143125"/>
                <a:gd name="connsiteY3145" fmla="*/ 1144334 h 1171575"/>
                <a:gd name="connsiteX3146" fmla="*/ 1139285 w 2143125"/>
                <a:gd name="connsiteY3146" fmla="*/ 1144238 h 1171575"/>
                <a:gd name="connsiteX3147" fmla="*/ 1139857 w 2143125"/>
                <a:gd name="connsiteY3147" fmla="*/ 1144143 h 1171575"/>
                <a:gd name="connsiteX3148" fmla="*/ 1139952 w 2143125"/>
                <a:gd name="connsiteY3148" fmla="*/ 1144905 h 1171575"/>
                <a:gd name="connsiteX3149" fmla="*/ 1140047 w 2143125"/>
                <a:gd name="connsiteY3149" fmla="*/ 1145667 h 1171575"/>
                <a:gd name="connsiteX3150" fmla="*/ 1140047 w 2143125"/>
                <a:gd name="connsiteY3150" fmla="*/ 1145762 h 1171575"/>
                <a:gd name="connsiteX3151" fmla="*/ 1140047 w 2143125"/>
                <a:gd name="connsiteY3151" fmla="*/ 1145858 h 1171575"/>
                <a:gd name="connsiteX3152" fmla="*/ 1139952 w 2143125"/>
                <a:gd name="connsiteY3152" fmla="*/ 1146143 h 1171575"/>
                <a:gd name="connsiteX3153" fmla="*/ 1139857 w 2143125"/>
                <a:gd name="connsiteY3153" fmla="*/ 1146429 h 1171575"/>
                <a:gd name="connsiteX3154" fmla="*/ 1140143 w 2143125"/>
                <a:gd name="connsiteY3154" fmla="*/ 1146524 h 1171575"/>
                <a:gd name="connsiteX3155" fmla="*/ 1140428 w 2143125"/>
                <a:gd name="connsiteY3155" fmla="*/ 1146620 h 1171575"/>
                <a:gd name="connsiteX3156" fmla="*/ 1140524 w 2143125"/>
                <a:gd name="connsiteY3156" fmla="*/ 1146715 h 1171575"/>
                <a:gd name="connsiteX3157" fmla="*/ 1140619 w 2143125"/>
                <a:gd name="connsiteY3157" fmla="*/ 1146810 h 1171575"/>
                <a:gd name="connsiteX3158" fmla="*/ 1140047 w 2143125"/>
                <a:gd name="connsiteY3158" fmla="*/ 1147286 h 1171575"/>
                <a:gd name="connsiteX3159" fmla="*/ 1139476 w 2143125"/>
                <a:gd name="connsiteY3159" fmla="*/ 1147763 h 1171575"/>
                <a:gd name="connsiteX3160" fmla="*/ 1139285 w 2143125"/>
                <a:gd name="connsiteY3160" fmla="*/ 1147858 h 1171575"/>
                <a:gd name="connsiteX3161" fmla="*/ 1139095 w 2143125"/>
                <a:gd name="connsiteY3161" fmla="*/ 1147953 h 1171575"/>
                <a:gd name="connsiteX3162" fmla="*/ 1139285 w 2143125"/>
                <a:gd name="connsiteY3162" fmla="*/ 1148048 h 1171575"/>
                <a:gd name="connsiteX3163" fmla="*/ 1139476 w 2143125"/>
                <a:gd name="connsiteY3163" fmla="*/ 1148144 h 1171575"/>
                <a:gd name="connsiteX3164" fmla="*/ 1139571 w 2143125"/>
                <a:gd name="connsiteY3164" fmla="*/ 1148334 h 1171575"/>
                <a:gd name="connsiteX3165" fmla="*/ 1139666 w 2143125"/>
                <a:gd name="connsiteY3165" fmla="*/ 1148525 h 1171575"/>
                <a:gd name="connsiteX3166" fmla="*/ 1139857 w 2143125"/>
                <a:gd name="connsiteY3166" fmla="*/ 1148906 h 1171575"/>
                <a:gd name="connsiteX3167" fmla="*/ 1140047 w 2143125"/>
                <a:gd name="connsiteY3167" fmla="*/ 1149287 h 1171575"/>
                <a:gd name="connsiteX3168" fmla="*/ 1140047 w 2143125"/>
                <a:gd name="connsiteY3168" fmla="*/ 1150239 h 1171575"/>
                <a:gd name="connsiteX3169" fmla="*/ 1140047 w 2143125"/>
                <a:gd name="connsiteY3169" fmla="*/ 1151192 h 1171575"/>
                <a:gd name="connsiteX3170" fmla="*/ 1139762 w 2143125"/>
                <a:gd name="connsiteY3170" fmla="*/ 1152335 h 1171575"/>
                <a:gd name="connsiteX3171" fmla="*/ 1139476 w 2143125"/>
                <a:gd name="connsiteY3171" fmla="*/ 1153478 h 1171575"/>
                <a:gd name="connsiteX3172" fmla="*/ 1139095 w 2143125"/>
                <a:gd name="connsiteY3172" fmla="*/ 1154621 h 1171575"/>
                <a:gd name="connsiteX3173" fmla="*/ 1138714 w 2143125"/>
                <a:gd name="connsiteY3173" fmla="*/ 1155764 h 1171575"/>
                <a:gd name="connsiteX3174" fmla="*/ 1138333 w 2143125"/>
                <a:gd name="connsiteY3174" fmla="*/ 1156621 h 1171575"/>
                <a:gd name="connsiteX3175" fmla="*/ 1137952 w 2143125"/>
                <a:gd name="connsiteY3175" fmla="*/ 1157478 h 1171575"/>
                <a:gd name="connsiteX3176" fmla="*/ 1137666 w 2143125"/>
                <a:gd name="connsiteY3176" fmla="*/ 1157954 h 1171575"/>
                <a:gd name="connsiteX3177" fmla="*/ 1137380 w 2143125"/>
                <a:gd name="connsiteY3177" fmla="*/ 1158431 h 1171575"/>
                <a:gd name="connsiteX3178" fmla="*/ 1136999 w 2143125"/>
                <a:gd name="connsiteY3178" fmla="*/ 1158907 h 1171575"/>
                <a:gd name="connsiteX3179" fmla="*/ 1136618 w 2143125"/>
                <a:gd name="connsiteY3179" fmla="*/ 1159383 h 1171575"/>
                <a:gd name="connsiteX3180" fmla="*/ 1136142 w 2143125"/>
                <a:gd name="connsiteY3180" fmla="*/ 1159764 h 1171575"/>
                <a:gd name="connsiteX3181" fmla="*/ 1135666 w 2143125"/>
                <a:gd name="connsiteY3181" fmla="*/ 1160145 h 1171575"/>
                <a:gd name="connsiteX3182" fmla="*/ 1134713 w 2143125"/>
                <a:gd name="connsiteY3182" fmla="*/ 1160526 h 1171575"/>
                <a:gd name="connsiteX3183" fmla="*/ 1133761 w 2143125"/>
                <a:gd name="connsiteY3183" fmla="*/ 1160907 h 1171575"/>
                <a:gd name="connsiteX3184" fmla="*/ 1133570 w 2143125"/>
                <a:gd name="connsiteY3184" fmla="*/ 1161098 h 1171575"/>
                <a:gd name="connsiteX3185" fmla="*/ 1133285 w 2143125"/>
                <a:gd name="connsiteY3185" fmla="*/ 1161288 h 1171575"/>
                <a:gd name="connsiteX3186" fmla="*/ 1133189 w 2143125"/>
                <a:gd name="connsiteY3186" fmla="*/ 1161574 h 1171575"/>
                <a:gd name="connsiteX3187" fmla="*/ 1133094 w 2143125"/>
                <a:gd name="connsiteY3187" fmla="*/ 1161860 h 1171575"/>
                <a:gd name="connsiteX3188" fmla="*/ 1133285 w 2143125"/>
                <a:gd name="connsiteY3188" fmla="*/ 1161955 h 1171575"/>
                <a:gd name="connsiteX3189" fmla="*/ 1133475 w 2143125"/>
                <a:gd name="connsiteY3189" fmla="*/ 1162050 h 1171575"/>
                <a:gd name="connsiteX3190" fmla="*/ 1134523 w 2143125"/>
                <a:gd name="connsiteY3190" fmla="*/ 1162241 h 1171575"/>
                <a:gd name="connsiteX3191" fmla="*/ 1135571 w 2143125"/>
                <a:gd name="connsiteY3191" fmla="*/ 1162431 h 1171575"/>
                <a:gd name="connsiteX3192" fmla="*/ 1136333 w 2143125"/>
                <a:gd name="connsiteY3192" fmla="*/ 1162907 h 1171575"/>
                <a:gd name="connsiteX3193" fmla="*/ 1137095 w 2143125"/>
                <a:gd name="connsiteY3193" fmla="*/ 1163384 h 1171575"/>
                <a:gd name="connsiteX3194" fmla="*/ 1139476 w 2143125"/>
                <a:gd name="connsiteY3194" fmla="*/ 1165765 h 1171575"/>
                <a:gd name="connsiteX3195" fmla="*/ 1141857 w 2143125"/>
                <a:gd name="connsiteY3195" fmla="*/ 1168146 h 1171575"/>
                <a:gd name="connsiteX3196" fmla="*/ 1143572 w 2143125"/>
                <a:gd name="connsiteY3196" fmla="*/ 1169575 h 1171575"/>
                <a:gd name="connsiteX3197" fmla="*/ 1145381 w 2143125"/>
                <a:gd name="connsiteY3197" fmla="*/ 1171004 h 1171575"/>
                <a:gd name="connsiteX3198" fmla="*/ 1147477 w 2143125"/>
                <a:gd name="connsiteY3198" fmla="*/ 1172147 h 1171575"/>
                <a:gd name="connsiteX3199" fmla="*/ 1151573 w 2143125"/>
                <a:gd name="connsiteY3199" fmla="*/ 1174242 h 1171575"/>
                <a:gd name="connsiteX3200" fmla="*/ 1157764 w 2143125"/>
                <a:gd name="connsiteY3200" fmla="*/ 1177481 h 1171575"/>
                <a:gd name="connsiteX3201" fmla="*/ 1157859 w 2143125"/>
                <a:gd name="connsiteY3201" fmla="*/ 1177290 h 1171575"/>
                <a:gd name="connsiteX3202" fmla="*/ 1157954 w 2143125"/>
                <a:gd name="connsiteY3202" fmla="*/ 1177100 h 1171575"/>
                <a:gd name="connsiteX3203" fmla="*/ 1158240 w 2143125"/>
                <a:gd name="connsiteY3203" fmla="*/ 1176814 h 1171575"/>
                <a:gd name="connsiteX3204" fmla="*/ 1158526 w 2143125"/>
                <a:gd name="connsiteY3204" fmla="*/ 1176528 h 1171575"/>
                <a:gd name="connsiteX3205" fmla="*/ 1158907 w 2143125"/>
                <a:gd name="connsiteY3205" fmla="*/ 1176528 h 1171575"/>
                <a:gd name="connsiteX3206" fmla="*/ 1159288 w 2143125"/>
                <a:gd name="connsiteY3206" fmla="*/ 1176528 h 1171575"/>
                <a:gd name="connsiteX3207" fmla="*/ 1159478 w 2143125"/>
                <a:gd name="connsiteY3207" fmla="*/ 1176242 h 1171575"/>
                <a:gd name="connsiteX3208" fmla="*/ 1159669 w 2143125"/>
                <a:gd name="connsiteY3208" fmla="*/ 1175957 h 1171575"/>
                <a:gd name="connsiteX3209" fmla="*/ 1159859 w 2143125"/>
                <a:gd name="connsiteY3209" fmla="*/ 1175671 h 1171575"/>
                <a:gd name="connsiteX3210" fmla="*/ 1160050 w 2143125"/>
                <a:gd name="connsiteY3210" fmla="*/ 1175385 h 1171575"/>
                <a:gd name="connsiteX3211" fmla="*/ 1160336 w 2143125"/>
                <a:gd name="connsiteY3211" fmla="*/ 1175195 h 1171575"/>
                <a:gd name="connsiteX3212" fmla="*/ 1160621 w 2143125"/>
                <a:gd name="connsiteY3212" fmla="*/ 1175004 h 1171575"/>
                <a:gd name="connsiteX3213" fmla="*/ 1160907 w 2143125"/>
                <a:gd name="connsiteY3213" fmla="*/ 1175099 h 1171575"/>
                <a:gd name="connsiteX3214" fmla="*/ 1161193 w 2143125"/>
                <a:gd name="connsiteY3214" fmla="*/ 1175195 h 1171575"/>
                <a:gd name="connsiteX3215" fmla="*/ 1162241 w 2143125"/>
                <a:gd name="connsiteY3215" fmla="*/ 1175671 h 1171575"/>
                <a:gd name="connsiteX3216" fmla="*/ 1163288 w 2143125"/>
                <a:gd name="connsiteY3216" fmla="*/ 1176147 h 1171575"/>
                <a:gd name="connsiteX3217" fmla="*/ 1163955 w 2143125"/>
                <a:gd name="connsiteY3217" fmla="*/ 1176242 h 1171575"/>
                <a:gd name="connsiteX3218" fmla="*/ 1164622 w 2143125"/>
                <a:gd name="connsiteY3218" fmla="*/ 1176338 h 1171575"/>
                <a:gd name="connsiteX3219" fmla="*/ 1165193 w 2143125"/>
                <a:gd name="connsiteY3219" fmla="*/ 1175957 h 1171575"/>
                <a:gd name="connsiteX3220" fmla="*/ 1165765 w 2143125"/>
                <a:gd name="connsiteY3220" fmla="*/ 1175671 h 1171575"/>
                <a:gd name="connsiteX3221" fmla="*/ 1165955 w 2143125"/>
                <a:gd name="connsiteY3221" fmla="*/ 1175195 h 1171575"/>
                <a:gd name="connsiteX3222" fmla="*/ 1166146 w 2143125"/>
                <a:gd name="connsiteY3222" fmla="*/ 1174718 h 1171575"/>
                <a:gd name="connsiteX3223" fmla="*/ 1165670 w 2143125"/>
                <a:gd name="connsiteY3223" fmla="*/ 1174433 h 1171575"/>
                <a:gd name="connsiteX3224" fmla="*/ 1165193 w 2143125"/>
                <a:gd name="connsiteY3224" fmla="*/ 1174147 h 1171575"/>
                <a:gd name="connsiteX3225" fmla="*/ 1165860 w 2143125"/>
                <a:gd name="connsiteY3225" fmla="*/ 1173099 h 1171575"/>
                <a:gd name="connsiteX3226" fmla="*/ 1166527 w 2143125"/>
                <a:gd name="connsiteY3226" fmla="*/ 1172051 h 1171575"/>
                <a:gd name="connsiteX3227" fmla="*/ 1166527 w 2143125"/>
                <a:gd name="connsiteY3227" fmla="*/ 1171861 h 1171575"/>
                <a:gd name="connsiteX3228" fmla="*/ 1166622 w 2143125"/>
                <a:gd name="connsiteY3228" fmla="*/ 1171670 h 1171575"/>
                <a:gd name="connsiteX3229" fmla="*/ 1166432 w 2143125"/>
                <a:gd name="connsiteY3229" fmla="*/ 1171289 h 1171575"/>
                <a:gd name="connsiteX3230" fmla="*/ 1166241 w 2143125"/>
                <a:gd name="connsiteY3230" fmla="*/ 1170908 h 1171575"/>
                <a:gd name="connsiteX3231" fmla="*/ 1166051 w 2143125"/>
                <a:gd name="connsiteY3231" fmla="*/ 1170432 h 1171575"/>
                <a:gd name="connsiteX3232" fmla="*/ 1165860 w 2143125"/>
                <a:gd name="connsiteY3232" fmla="*/ 1170051 h 1171575"/>
                <a:gd name="connsiteX3233" fmla="*/ 1165765 w 2143125"/>
                <a:gd name="connsiteY3233" fmla="*/ 1169575 h 1171575"/>
                <a:gd name="connsiteX3234" fmla="*/ 1165670 w 2143125"/>
                <a:gd name="connsiteY3234" fmla="*/ 1169099 h 1171575"/>
                <a:gd name="connsiteX3235" fmla="*/ 1165670 w 2143125"/>
                <a:gd name="connsiteY3235" fmla="*/ 1168622 h 1171575"/>
                <a:gd name="connsiteX3236" fmla="*/ 1165670 w 2143125"/>
                <a:gd name="connsiteY3236" fmla="*/ 1168241 h 1171575"/>
                <a:gd name="connsiteX3237" fmla="*/ 1165003 w 2143125"/>
                <a:gd name="connsiteY3237" fmla="*/ 1168051 h 1171575"/>
                <a:gd name="connsiteX3238" fmla="*/ 1164336 w 2143125"/>
                <a:gd name="connsiteY3238" fmla="*/ 1167860 h 1171575"/>
                <a:gd name="connsiteX3239" fmla="*/ 1164050 w 2143125"/>
                <a:gd name="connsiteY3239" fmla="*/ 1167670 h 1171575"/>
                <a:gd name="connsiteX3240" fmla="*/ 1163765 w 2143125"/>
                <a:gd name="connsiteY3240" fmla="*/ 1167479 h 1171575"/>
                <a:gd name="connsiteX3241" fmla="*/ 1163574 w 2143125"/>
                <a:gd name="connsiteY3241" fmla="*/ 1167194 h 1171575"/>
                <a:gd name="connsiteX3242" fmla="*/ 1163384 w 2143125"/>
                <a:gd name="connsiteY3242" fmla="*/ 1166908 h 1171575"/>
                <a:gd name="connsiteX3243" fmla="*/ 1163193 w 2143125"/>
                <a:gd name="connsiteY3243" fmla="*/ 1166241 h 1171575"/>
                <a:gd name="connsiteX3244" fmla="*/ 1163003 w 2143125"/>
                <a:gd name="connsiteY3244" fmla="*/ 1165574 h 1171575"/>
                <a:gd name="connsiteX3245" fmla="*/ 1162717 w 2143125"/>
                <a:gd name="connsiteY3245" fmla="*/ 1162717 h 1171575"/>
                <a:gd name="connsiteX3246" fmla="*/ 1162431 w 2143125"/>
                <a:gd name="connsiteY3246" fmla="*/ 1159859 h 1171575"/>
                <a:gd name="connsiteX3247" fmla="*/ 1162526 w 2143125"/>
                <a:gd name="connsiteY3247" fmla="*/ 1159288 h 1171575"/>
                <a:gd name="connsiteX3248" fmla="*/ 1162622 w 2143125"/>
                <a:gd name="connsiteY3248" fmla="*/ 1158716 h 1171575"/>
                <a:gd name="connsiteX3249" fmla="*/ 1162812 w 2143125"/>
                <a:gd name="connsiteY3249" fmla="*/ 1158526 h 1171575"/>
                <a:gd name="connsiteX3250" fmla="*/ 1163003 w 2143125"/>
                <a:gd name="connsiteY3250" fmla="*/ 1158335 h 1171575"/>
                <a:gd name="connsiteX3251" fmla="*/ 1163193 w 2143125"/>
                <a:gd name="connsiteY3251" fmla="*/ 1158240 h 1171575"/>
                <a:gd name="connsiteX3252" fmla="*/ 1163384 w 2143125"/>
                <a:gd name="connsiteY3252" fmla="*/ 1158145 h 1171575"/>
                <a:gd name="connsiteX3253" fmla="*/ 1163574 w 2143125"/>
                <a:gd name="connsiteY3253" fmla="*/ 1157764 h 1171575"/>
                <a:gd name="connsiteX3254" fmla="*/ 1163765 w 2143125"/>
                <a:gd name="connsiteY3254" fmla="*/ 1157383 h 1171575"/>
                <a:gd name="connsiteX3255" fmla="*/ 1163765 w 2143125"/>
                <a:gd name="connsiteY3255" fmla="*/ 1157002 h 1171575"/>
                <a:gd name="connsiteX3256" fmla="*/ 1163765 w 2143125"/>
                <a:gd name="connsiteY3256" fmla="*/ 1156621 h 1171575"/>
                <a:gd name="connsiteX3257" fmla="*/ 1163669 w 2143125"/>
                <a:gd name="connsiteY3257" fmla="*/ 1155859 h 1171575"/>
                <a:gd name="connsiteX3258" fmla="*/ 1163574 w 2143125"/>
                <a:gd name="connsiteY3258" fmla="*/ 1155097 h 1171575"/>
                <a:gd name="connsiteX3259" fmla="*/ 1163574 w 2143125"/>
                <a:gd name="connsiteY3259" fmla="*/ 1154716 h 1171575"/>
                <a:gd name="connsiteX3260" fmla="*/ 1163574 w 2143125"/>
                <a:gd name="connsiteY3260" fmla="*/ 1154335 h 1171575"/>
                <a:gd name="connsiteX3261" fmla="*/ 1163669 w 2143125"/>
                <a:gd name="connsiteY3261" fmla="*/ 1154430 h 1171575"/>
                <a:gd name="connsiteX3262" fmla="*/ 1163765 w 2143125"/>
                <a:gd name="connsiteY3262" fmla="*/ 1154525 h 1171575"/>
                <a:gd name="connsiteX3263" fmla="*/ 1164050 w 2143125"/>
                <a:gd name="connsiteY3263" fmla="*/ 1154621 h 1171575"/>
                <a:gd name="connsiteX3264" fmla="*/ 1164336 w 2143125"/>
                <a:gd name="connsiteY3264" fmla="*/ 1154716 h 1171575"/>
                <a:gd name="connsiteX3265" fmla="*/ 1164431 w 2143125"/>
                <a:gd name="connsiteY3265" fmla="*/ 1154811 h 1171575"/>
                <a:gd name="connsiteX3266" fmla="*/ 1164527 w 2143125"/>
                <a:gd name="connsiteY3266" fmla="*/ 1154906 h 1171575"/>
                <a:gd name="connsiteX3267" fmla="*/ 1164812 w 2143125"/>
                <a:gd name="connsiteY3267" fmla="*/ 1154049 h 1171575"/>
                <a:gd name="connsiteX3268" fmla="*/ 1165098 w 2143125"/>
                <a:gd name="connsiteY3268" fmla="*/ 1153287 h 1171575"/>
                <a:gd name="connsiteX3269" fmla="*/ 1165860 w 2143125"/>
                <a:gd name="connsiteY3269" fmla="*/ 1152811 h 1171575"/>
                <a:gd name="connsiteX3270" fmla="*/ 1166622 w 2143125"/>
                <a:gd name="connsiteY3270" fmla="*/ 1152335 h 1171575"/>
                <a:gd name="connsiteX3271" fmla="*/ 1167765 w 2143125"/>
                <a:gd name="connsiteY3271" fmla="*/ 1151858 h 1171575"/>
                <a:gd name="connsiteX3272" fmla="*/ 1168241 w 2143125"/>
                <a:gd name="connsiteY3272" fmla="*/ 1151668 h 1171575"/>
                <a:gd name="connsiteX3273" fmla="*/ 1169861 w 2143125"/>
                <a:gd name="connsiteY3273" fmla="*/ 1151001 h 1171575"/>
                <a:gd name="connsiteX3274" fmla="*/ 1170432 w 2143125"/>
                <a:gd name="connsiteY3274" fmla="*/ 1150334 h 1171575"/>
                <a:gd name="connsiteX3275" fmla="*/ 1171004 w 2143125"/>
                <a:gd name="connsiteY3275" fmla="*/ 1149668 h 1171575"/>
                <a:gd name="connsiteX3276" fmla="*/ 1171956 w 2143125"/>
                <a:gd name="connsiteY3276" fmla="*/ 1146905 h 1171575"/>
                <a:gd name="connsiteX3277" fmla="*/ 1172909 w 2143125"/>
                <a:gd name="connsiteY3277" fmla="*/ 1144143 h 1171575"/>
                <a:gd name="connsiteX3278" fmla="*/ 1173671 w 2143125"/>
                <a:gd name="connsiteY3278" fmla="*/ 1143286 h 1171575"/>
                <a:gd name="connsiteX3279" fmla="*/ 1174433 w 2143125"/>
                <a:gd name="connsiteY3279" fmla="*/ 1142429 h 1171575"/>
                <a:gd name="connsiteX3280" fmla="*/ 1176242 w 2143125"/>
                <a:gd name="connsiteY3280" fmla="*/ 1141667 h 1171575"/>
                <a:gd name="connsiteX3281" fmla="*/ 1178052 w 2143125"/>
                <a:gd name="connsiteY3281" fmla="*/ 1140905 h 1171575"/>
                <a:gd name="connsiteX3282" fmla="*/ 1178719 w 2143125"/>
                <a:gd name="connsiteY3282" fmla="*/ 1139762 h 1171575"/>
                <a:gd name="connsiteX3283" fmla="*/ 1179386 w 2143125"/>
                <a:gd name="connsiteY3283" fmla="*/ 1138619 h 1171575"/>
                <a:gd name="connsiteX3284" fmla="*/ 1179671 w 2143125"/>
                <a:gd name="connsiteY3284" fmla="*/ 1138142 h 1171575"/>
                <a:gd name="connsiteX3285" fmla="*/ 1180052 w 2143125"/>
                <a:gd name="connsiteY3285" fmla="*/ 1137666 h 1171575"/>
                <a:gd name="connsiteX3286" fmla="*/ 1180624 w 2143125"/>
                <a:gd name="connsiteY3286" fmla="*/ 1137476 h 1171575"/>
                <a:gd name="connsiteX3287" fmla="*/ 1181195 w 2143125"/>
                <a:gd name="connsiteY3287" fmla="*/ 1137285 h 1171575"/>
                <a:gd name="connsiteX3288" fmla="*/ 1182338 w 2143125"/>
                <a:gd name="connsiteY3288" fmla="*/ 1137095 h 1171575"/>
                <a:gd name="connsiteX3289" fmla="*/ 1183481 w 2143125"/>
                <a:gd name="connsiteY3289" fmla="*/ 1136904 h 1171575"/>
                <a:gd name="connsiteX3290" fmla="*/ 1184434 w 2143125"/>
                <a:gd name="connsiteY3290" fmla="*/ 1136428 h 1171575"/>
                <a:gd name="connsiteX3291" fmla="*/ 1185386 w 2143125"/>
                <a:gd name="connsiteY3291" fmla="*/ 1135952 h 1171575"/>
                <a:gd name="connsiteX3292" fmla="*/ 1186339 w 2143125"/>
                <a:gd name="connsiteY3292" fmla="*/ 1135380 h 1171575"/>
                <a:gd name="connsiteX3293" fmla="*/ 1187196 w 2143125"/>
                <a:gd name="connsiteY3293" fmla="*/ 1134713 h 1171575"/>
                <a:gd name="connsiteX3294" fmla="*/ 1187672 w 2143125"/>
                <a:gd name="connsiteY3294" fmla="*/ 1134237 h 1171575"/>
                <a:gd name="connsiteX3295" fmla="*/ 1188149 w 2143125"/>
                <a:gd name="connsiteY3295" fmla="*/ 1133761 h 1171575"/>
                <a:gd name="connsiteX3296" fmla="*/ 1188339 w 2143125"/>
                <a:gd name="connsiteY3296" fmla="*/ 1133380 h 1171575"/>
                <a:gd name="connsiteX3297" fmla="*/ 1188530 w 2143125"/>
                <a:gd name="connsiteY3297" fmla="*/ 1132999 h 1171575"/>
                <a:gd name="connsiteX3298" fmla="*/ 1188911 w 2143125"/>
                <a:gd name="connsiteY3298" fmla="*/ 1129665 h 1171575"/>
                <a:gd name="connsiteX3299" fmla="*/ 1189292 w 2143125"/>
                <a:gd name="connsiteY3299" fmla="*/ 1126331 h 1171575"/>
                <a:gd name="connsiteX3300" fmla="*/ 1189292 w 2143125"/>
                <a:gd name="connsiteY3300" fmla="*/ 1125760 h 1171575"/>
                <a:gd name="connsiteX3301" fmla="*/ 1189292 w 2143125"/>
                <a:gd name="connsiteY3301" fmla="*/ 1125188 h 1171575"/>
                <a:gd name="connsiteX3302" fmla="*/ 1189196 w 2143125"/>
                <a:gd name="connsiteY3302" fmla="*/ 1124807 h 1171575"/>
                <a:gd name="connsiteX3303" fmla="*/ 1189101 w 2143125"/>
                <a:gd name="connsiteY3303" fmla="*/ 1124426 h 1171575"/>
                <a:gd name="connsiteX3304" fmla="*/ 1189006 w 2143125"/>
                <a:gd name="connsiteY3304" fmla="*/ 1124331 h 1171575"/>
                <a:gd name="connsiteX3305" fmla="*/ 1188911 w 2143125"/>
                <a:gd name="connsiteY3305" fmla="*/ 1124236 h 1171575"/>
                <a:gd name="connsiteX3306" fmla="*/ 1188815 w 2143125"/>
                <a:gd name="connsiteY3306" fmla="*/ 1124141 h 1171575"/>
                <a:gd name="connsiteX3307" fmla="*/ 1188720 w 2143125"/>
                <a:gd name="connsiteY3307" fmla="*/ 1124045 h 1171575"/>
                <a:gd name="connsiteX3308" fmla="*/ 1188434 w 2143125"/>
                <a:gd name="connsiteY3308" fmla="*/ 1123760 h 1171575"/>
                <a:gd name="connsiteX3309" fmla="*/ 1188149 w 2143125"/>
                <a:gd name="connsiteY3309" fmla="*/ 1123474 h 1171575"/>
                <a:gd name="connsiteX3310" fmla="*/ 1188053 w 2143125"/>
                <a:gd name="connsiteY3310" fmla="*/ 1123188 h 1171575"/>
                <a:gd name="connsiteX3311" fmla="*/ 1187958 w 2143125"/>
                <a:gd name="connsiteY3311" fmla="*/ 1122902 h 1171575"/>
                <a:gd name="connsiteX3312" fmla="*/ 1188053 w 2143125"/>
                <a:gd name="connsiteY3312" fmla="*/ 1122617 h 1171575"/>
                <a:gd name="connsiteX3313" fmla="*/ 1188149 w 2143125"/>
                <a:gd name="connsiteY3313" fmla="*/ 1122331 h 1171575"/>
                <a:gd name="connsiteX3314" fmla="*/ 1188339 w 2143125"/>
                <a:gd name="connsiteY3314" fmla="*/ 1122140 h 1171575"/>
                <a:gd name="connsiteX3315" fmla="*/ 1188530 w 2143125"/>
                <a:gd name="connsiteY3315" fmla="*/ 1121950 h 1171575"/>
                <a:gd name="connsiteX3316" fmla="*/ 1189768 w 2143125"/>
                <a:gd name="connsiteY3316" fmla="*/ 1121378 h 1171575"/>
                <a:gd name="connsiteX3317" fmla="*/ 1191006 w 2143125"/>
                <a:gd name="connsiteY3317" fmla="*/ 1120807 h 1171575"/>
                <a:gd name="connsiteX3318" fmla="*/ 1191482 w 2143125"/>
                <a:gd name="connsiteY3318" fmla="*/ 1120616 h 1171575"/>
                <a:gd name="connsiteX3319" fmla="*/ 1191959 w 2143125"/>
                <a:gd name="connsiteY3319" fmla="*/ 1120426 h 1171575"/>
                <a:gd name="connsiteX3320" fmla="*/ 1192435 w 2143125"/>
                <a:gd name="connsiteY3320" fmla="*/ 1120616 h 1171575"/>
                <a:gd name="connsiteX3321" fmla="*/ 1192911 w 2143125"/>
                <a:gd name="connsiteY3321" fmla="*/ 1120807 h 1171575"/>
                <a:gd name="connsiteX3322" fmla="*/ 1193483 w 2143125"/>
                <a:gd name="connsiteY3322" fmla="*/ 1119378 h 1171575"/>
                <a:gd name="connsiteX3323" fmla="*/ 1194149 w 2143125"/>
                <a:gd name="connsiteY3323" fmla="*/ 1118711 h 1171575"/>
                <a:gd name="connsiteX3324" fmla="*/ 1194816 w 2143125"/>
                <a:gd name="connsiteY3324" fmla="*/ 1118045 h 1171575"/>
                <a:gd name="connsiteX3325" fmla="*/ 1196245 w 2143125"/>
                <a:gd name="connsiteY3325" fmla="*/ 1117092 h 1171575"/>
                <a:gd name="connsiteX3326" fmla="*/ 1197674 w 2143125"/>
                <a:gd name="connsiteY3326" fmla="*/ 1116140 h 1171575"/>
                <a:gd name="connsiteX3327" fmla="*/ 1198150 w 2143125"/>
                <a:gd name="connsiteY3327" fmla="*/ 1116044 h 1171575"/>
                <a:gd name="connsiteX3328" fmla="*/ 1198531 w 2143125"/>
                <a:gd name="connsiteY3328" fmla="*/ 1115949 h 1171575"/>
                <a:gd name="connsiteX3329" fmla="*/ 1199293 w 2143125"/>
                <a:gd name="connsiteY3329" fmla="*/ 1116235 h 1171575"/>
                <a:gd name="connsiteX3330" fmla="*/ 1200055 w 2143125"/>
                <a:gd name="connsiteY3330" fmla="*/ 1116521 h 1171575"/>
                <a:gd name="connsiteX3331" fmla="*/ 1200436 w 2143125"/>
                <a:gd name="connsiteY3331" fmla="*/ 1116425 h 1171575"/>
                <a:gd name="connsiteX3332" fmla="*/ 1200817 w 2143125"/>
                <a:gd name="connsiteY3332" fmla="*/ 1116330 h 1171575"/>
                <a:gd name="connsiteX3333" fmla="*/ 1201865 w 2143125"/>
                <a:gd name="connsiteY3333" fmla="*/ 1115663 h 1171575"/>
                <a:gd name="connsiteX3334" fmla="*/ 1202912 w 2143125"/>
                <a:gd name="connsiteY3334" fmla="*/ 1114997 h 1171575"/>
                <a:gd name="connsiteX3335" fmla="*/ 1203293 w 2143125"/>
                <a:gd name="connsiteY3335" fmla="*/ 1114901 h 1171575"/>
                <a:gd name="connsiteX3336" fmla="*/ 1203674 w 2143125"/>
                <a:gd name="connsiteY3336" fmla="*/ 1114806 h 1171575"/>
                <a:gd name="connsiteX3337" fmla="*/ 1205198 w 2143125"/>
                <a:gd name="connsiteY3337" fmla="*/ 1115092 h 1171575"/>
                <a:gd name="connsiteX3338" fmla="*/ 1206818 w 2143125"/>
                <a:gd name="connsiteY3338" fmla="*/ 1115378 h 1171575"/>
                <a:gd name="connsiteX3339" fmla="*/ 1207103 w 2143125"/>
                <a:gd name="connsiteY3339" fmla="*/ 1115187 h 1171575"/>
                <a:gd name="connsiteX3340" fmla="*/ 1207389 w 2143125"/>
                <a:gd name="connsiteY3340" fmla="*/ 1114997 h 1171575"/>
                <a:gd name="connsiteX3341" fmla="*/ 1207389 w 2143125"/>
                <a:gd name="connsiteY3341" fmla="*/ 1114616 h 1171575"/>
                <a:gd name="connsiteX3342" fmla="*/ 1207389 w 2143125"/>
                <a:gd name="connsiteY3342" fmla="*/ 1114235 h 1171575"/>
                <a:gd name="connsiteX3343" fmla="*/ 1206913 w 2143125"/>
                <a:gd name="connsiteY3343" fmla="*/ 1113377 h 1171575"/>
                <a:gd name="connsiteX3344" fmla="*/ 1206437 w 2143125"/>
                <a:gd name="connsiteY3344" fmla="*/ 1112615 h 1171575"/>
                <a:gd name="connsiteX3345" fmla="*/ 1206341 w 2143125"/>
                <a:gd name="connsiteY3345" fmla="*/ 1112234 h 1171575"/>
                <a:gd name="connsiteX3346" fmla="*/ 1206246 w 2143125"/>
                <a:gd name="connsiteY3346" fmla="*/ 1111853 h 1171575"/>
                <a:gd name="connsiteX3347" fmla="*/ 1206627 w 2143125"/>
                <a:gd name="connsiteY3347" fmla="*/ 1110901 h 1171575"/>
                <a:gd name="connsiteX3348" fmla="*/ 1207008 w 2143125"/>
                <a:gd name="connsiteY3348" fmla="*/ 1109948 h 1171575"/>
                <a:gd name="connsiteX3349" fmla="*/ 1207675 w 2143125"/>
                <a:gd name="connsiteY3349" fmla="*/ 1109472 h 1171575"/>
                <a:gd name="connsiteX3350" fmla="*/ 1208342 w 2143125"/>
                <a:gd name="connsiteY3350" fmla="*/ 1108996 h 1171575"/>
                <a:gd name="connsiteX3351" fmla="*/ 1209866 w 2143125"/>
                <a:gd name="connsiteY3351" fmla="*/ 1108520 h 1171575"/>
                <a:gd name="connsiteX3352" fmla="*/ 1211390 w 2143125"/>
                <a:gd name="connsiteY3352" fmla="*/ 1108043 h 1171575"/>
                <a:gd name="connsiteX3353" fmla="*/ 1214057 w 2143125"/>
                <a:gd name="connsiteY3353" fmla="*/ 1105948 h 1171575"/>
                <a:gd name="connsiteX3354" fmla="*/ 1216724 w 2143125"/>
                <a:gd name="connsiteY3354" fmla="*/ 1103852 h 1171575"/>
                <a:gd name="connsiteX3355" fmla="*/ 1217486 w 2143125"/>
                <a:gd name="connsiteY3355" fmla="*/ 1102995 h 1171575"/>
                <a:gd name="connsiteX3356" fmla="*/ 1218247 w 2143125"/>
                <a:gd name="connsiteY3356" fmla="*/ 1102138 h 1171575"/>
                <a:gd name="connsiteX3357" fmla="*/ 1218724 w 2143125"/>
                <a:gd name="connsiteY3357" fmla="*/ 1101757 h 1171575"/>
                <a:gd name="connsiteX3358" fmla="*/ 1219200 w 2143125"/>
                <a:gd name="connsiteY3358" fmla="*/ 1101376 h 1171575"/>
                <a:gd name="connsiteX3359" fmla="*/ 1222724 w 2143125"/>
                <a:gd name="connsiteY3359" fmla="*/ 1100423 h 1171575"/>
                <a:gd name="connsiteX3360" fmla="*/ 1226249 w 2143125"/>
                <a:gd name="connsiteY3360" fmla="*/ 1099471 h 1171575"/>
                <a:gd name="connsiteX3361" fmla="*/ 1229201 w 2143125"/>
                <a:gd name="connsiteY3361" fmla="*/ 1099376 h 1171575"/>
                <a:gd name="connsiteX3362" fmla="*/ 1232154 w 2143125"/>
                <a:gd name="connsiteY3362" fmla="*/ 1099280 h 1171575"/>
                <a:gd name="connsiteX3363" fmla="*/ 1233297 w 2143125"/>
                <a:gd name="connsiteY3363" fmla="*/ 1098804 h 1171575"/>
                <a:gd name="connsiteX3364" fmla="*/ 1234345 w 2143125"/>
                <a:gd name="connsiteY3364" fmla="*/ 1098328 h 1171575"/>
                <a:gd name="connsiteX3365" fmla="*/ 1235107 w 2143125"/>
                <a:gd name="connsiteY3365" fmla="*/ 1097375 h 1171575"/>
                <a:gd name="connsiteX3366" fmla="*/ 1235869 w 2143125"/>
                <a:gd name="connsiteY3366" fmla="*/ 1096423 h 1171575"/>
                <a:gd name="connsiteX3367" fmla="*/ 1236631 w 2143125"/>
                <a:gd name="connsiteY3367" fmla="*/ 1095375 h 1171575"/>
                <a:gd name="connsiteX3368" fmla="*/ 1237012 w 2143125"/>
                <a:gd name="connsiteY3368" fmla="*/ 1094994 h 1171575"/>
                <a:gd name="connsiteX3369" fmla="*/ 1237393 w 2143125"/>
                <a:gd name="connsiteY3369" fmla="*/ 1094708 h 1171575"/>
                <a:gd name="connsiteX3370" fmla="*/ 1238822 w 2143125"/>
                <a:gd name="connsiteY3370" fmla="*/ 1094137 h 1171575"/>
                <a:gd name="connsiteX3371" fmla="*/ 1240250 w 2143125"/>
                <a:gd name="connsiteY3371" fmla="*/ 1093565 h 1171575"/>
                <a:gd name="connsiteX3372" fmla="*/ 1242441 w 2143125"/>
                <a:gd name="connsiteY3372" fmla="*/ 1091946 h 1171575"/>
                <a:gd name="connsiteX3373" fmla="*/ 1244632 w 2143125"/>
                <a:gd name="connsiteY3373" fmla="*/ 1090327 h 1171575"/>
                <a:gd name="connsiteX3374" fmla="*/ 1245299 w 2143125"/>
                <a:gd name="connsiteY3374" fmla="*/ 1089565 h 1171575"/>
                <a:gd name="connsiteX3375" fmla="*/ 1245965 w 2143125"/>
                <a:gd name="connsiteY3375" fmla="*/ 1088803 h 1171575"/>
                <a:gd name="connsiteX3376" fmla="*/ 1247775 w 2143125"/>
                <a:gd name="connsiteY3376" fmla="*/ 1085755 h 1171575"/>
                <a:gd name="connsiteX3377" fmla="*/ 1249585 w 2143125"/>
                <a:gd name="connsiteY3377" fmla="*/ 1082707 h 1171575"/>
                <a:gd name="connsiteX3378" fmla="*/ 1249966 w 2143125"/>
                <a:gd name="connsiteY3378" fmla="*/ 1082326 h 1171575"/>
                <a:gd name="connsiteX3379" fmla="*/ 1250347 w 2143125"/>
                <a:gd name="connsiteY3379" fmla="*/ 1081945 h 1171575"/>
                <a:gd name="connsiteX3380" fmla="*/ 1250823 w 2143125"/>
                <a:gd name="connsiteY3380" fmla="*/ 1081659 h 1171575"/>
                <a:gd name="connsiteX3381" fmla="*/ 1251299 w 2143125"/>
                <a:gd name="connsiteY3381" fmla="*/ 1081373 h 1171575"/>
                <a:gd name="connsiteX3382" fmla="*/ 1251776 w 2143125"/>
                <a:gd name="connsiteY3382" fmla="*/ 1081183 h 1171575"/>
                <a:gd name="connsiteX3383" fmla="*/ 1252252 w 2143125"/>
                <a:gd name="connsiteY3383" fmla="*/ 1080992 h 1171575"/>
                <a:gd name="connsiteX3384" fmla="*/ 1252728 w 2143125"/>
                <a:gd name="connsiteY3384" fmla="*/ 1080802 h 1171575"/>
                <a:gd name="connsiteX3385" fmla="*/ 1253204 w 2143125"/>
                <a:gd name="connsiteY3385" fmla="*/ 1080611 h 1171575"/>
                <a:gd name="connsiteX3386" fmla="*/ 1253585 w 2143125"/>
                <a:gd name="connsiteY3386" fmla="*/ 1080230 h 1171575"/>
                <a:gd name="connsiteX3387" fmla="*/ 1253871 w 2143125"/>
                <a:gd name="connsiteY3387" fmla="*/ 1079849 h 1171575"/>
                <a:gd name="connsiteX3388" fmla="*/ 1254062 w 2143125"/>
                <a:gd name="connsiteY3388" fmla="*/ 1079278 h 1171575"/>
                <a:gd name="connsiteX3389" fmla="*/ 1254252 w 2143125"/>
                <a:gd name="connsiteY3389" fmla="*/ 1078611 h 1171575"/>
                <a:gd name="connsiteX3390" fmla="*/ 1254919 w 2143125"/>
                <a:gd name="connsiteY3390" fmla="*/ 1077182 h 1171575"/>
                <a:gd name="connsiteX3391" fmla="*/ 1255586 w 2143125"/>
                <a:gd name="connsiteY3391" fmla="*/ 1075754 h 1171575"/>
                <a:gd name="connsiteX3392" fmla="*/ 1256729 w 2143125"/>
                <a:gd name="connsiteY3392" fmla="*/ 1074801 h 1171575"/>
                <a:gd name="connsiteX3393" fmla="*/ 1257872 w 2143125"/>
                <a:gd name="connsiteY3393" fmla="*/ 1073849 h 1171575"/>
                <a:gd name="connsiteX3394" fmla="*/ 1260443 w 2143125"/>
                <a:gd name="connsiteY3394" fmla="*/ 1072706 h 1171575"/>
                <a:gd name="connsiteX3395" fmla="*/ 1263015 w 2143125"/>
                <a:gd name="connsiteY3395" fmla="*/ 1071563 h 1171575"/>
                <a:gd name="connsiteX3396" fmla="*/ 1263396 w 2143125"/>
                <a:gd name="connsiteY3396" fmla="*/ 1071658 h 1171575"/>
                <a:gd name="connsiteX3397" fmla="*/ 1263777 w 2143125"/>
                <a:gd name="connsiteY3397" fmla="*/ 1071753 h 1171575"/>
                <a:gd name="connsiteX3398" fmla="*/ 1264253 w 2143125"/>
                <a:gd name="connsiteY3398" fmla="*/ 1072134 h 1171575"/>
                <a:gd name="connsiteX3399" fmla="*/ 1264730 w 2143125"/>
                <a:gd name="connsiteY3399" fmla="*/ 1072515 h 1171575"/>
                <a:gd name="connsiteX3400" fmla="*/ 1265111 w 2143125"/>
                <a:gd name="connsiteY3400" fmla="*/ 1072991 h 1171575"/>
                <a:gd name="connsiteX3401" fmla="*/ 1265492 w 2143125"/>
                <a:gd name="connsiteY3401" fmla="*/ 1073468 h 1171575"/>
                <a:gd name="connsiteX3402" fmla="*/ 1265682 w 2143125"/>
                <a:gd name="connsiteY3402" fmla="*/ 1073944 h 1171575"/>
                <a:gd name="connsiteX3403" fmla="*/ 1265872 w 2143125"/>
                <a:gd name="connsiteY3403" fmla="*/ 1074420 h 1171575"/>
                <a:gd name="connsiteX3404" fmla="*/ 1266063 w 2143125"/>
                <a:gd name="connsiteY3404" fmla="*/ 1075087 h 1171575"/>
                <a:gd name="connsiteX3405" fmla="*/ 1266254 w 2143125"/>
                <a:gd name="connsiteY3405" fmla="*/ 1075754 h 1171575"/>
                <a:gd name="connsiteX3406" fmla="*/ 1266635 w 2143125"/>
                <a:gd name="connsiteY3406" fmla="*/ 1076135 h 1171575"/>
                <a:gd name="connsiteX3407" fmla="*/ 1267016 w 2143125"/>
                <a:gd name="connsiteY3407" fmla="*/ 1076516 h 1171575"/>
                <a:gd name="connsiteX3408" fmla="*/ 1267587 w 2143125"/>
                <a:gd name="connsiteY3408" fmla="*/ 1076706 h 1171575"/>
                <a:gd name="connsiteX3409" fmla="*/ 1268159 w 2143125"/>
                <a:gd name="connsiteY3409" fmla="*/ 1076897 h 1171575"/>
                <a:gd name="connsiteX3410" fmla="*/ 1268825 w 2143125"/>
                <a:gd name="connsiteY3410" fmla="*/ 1076992 h 1171575"/>
                <a:gd name="connsiteX3411" fmla="*/ 1269492 w 2143125"/>
                <a:gd name="connsiteY3411" fmla="*/ 1077087 h 1171575"/>
                <a:gd name="connsiteX3412" fmla="*/ 1270349 w 2143125"/>
                <a:gd name="connsiteY3412" fmla="*/ 1076706 h 1171575"/>
                <a:gd name="connsiteX3413" fmla="*/ 1271207 w 2143125"/>
                <a:gd name="connsiteY3413" fmla="*/ 1076325 h 1171575"/>
                <a:gd name="connsiteX3414" fmla="*/ 1271778 w 2143125"/>
                <a:gd name="connsiteY3414" fmla="*/ 1075277 h 1171575"/>
                <a:gd name="connsiteX3415" fmla="*/ 1272350 w 2143125"/>
                <a:gd name="connsiteY3415" fmla="*/ 1074230 h 1171575"/>
                <a:gd name="connsiteX3416" fmla="*/ 1272826 w 2143125"/>
                <a:gd name="connsiteY3416" fmla="*/ 1072896 h 1171575"/>
                <a:gd name="connsiteX3417" fmla="*/ 1273302 w 2143125"/>
                <a:gd name="connsiteY3417" fmla="*/ 1071563 h 1171575"/>
                <a:gd name="connsiteX3418" fmla="*/ 1273874 w 2143125"/>
                <a:gd name="connsiteY3418" fmla="*/ 1070420 h 1171575"/>
                <a:gd name="connsiteX3419" fmla="*/ 1274445 w 2143125"/>
                <a:gd name="connsiteY3419" fmla="*/ 1069277 h 1171575"/>
                <a:gd name="connsiteX3420" fmla="*/ 1275207 w 2143125"/>
                <a:gd name="connsiteY3420" fmla="*/ 1068419 h 1171575"/>
                <a:gd name="connsiteX3421" fmla="*/ 1275969 w 2143125"/>
                <a:gd name="connsiteY3421" fmla="*/ 1067562 h 1171575"/>
                <a:gd name="connsiteX3422" fmla="*/ 1276255 w 2143125"/>
                <a:gd name="connsiteY3422" fmla="*/ 1067086 h 1171575"/>
                <a:gd name="connsiteX3423" fmla="*/ 1276541 w 2143125"/>
                <a:gd name="connsiteY3423" fmla="*/ 1066610 h 1171575"/>
                <a:gd name="connsiteX3424" fmla="*/ 1276731 w 2143125"/>
                <a:gd name="connsiteY3424" fmla="*/ 1065943 h 1171575"/>
                <a:gd name="connsiteX3425" fmla="*/ 1276922 w 2143125"/>
                <a:gd name="connsiteY3425" fmla="*/ 1065276 h 1171575"/>
                <a:gd name="connsiteX3426" fmla="*/ 1277303 w 2143125"/>
                <a:gd name="connsiteY3426" fmla="*/ 1064800 h 1171575"/>
                <a:gd name="connsiteX3427" fmla="*/ 1277684 w 2143125"/>
                <a:gd name="connsiteY3427" fmla="*/ 1064324 h 1171575"/>
                <a:gd name="connsiteX3428" fmla="*/ 1278350 w 2143125"/>
                <a:gd name="connsiteY3428" fmla="*/ 1064324 h 1171575"/>
                <a:gd name="connsiteX3429" fmla="*/ 1279017 w 2143125"/>
                <a:gd name="connsiteY3429" fmla="*/ 1064324 h 1171575"/>
                <a:gd name="connsiteX3430" fmla="*/ 1280255 w 2143125"/>
                <a:gd name="connsiteY3430" fmla="*/ 1064705 h 1171575"/>
                <a:gd name="connsiteX3431" fmla="*/ 1281493 w 2143125"/>
                <a:gd name="connsiteY3431" fmla="*/ 1065086 h 1171575"/>
                <a:gd name="connsiteX3432" fmla="*/ 1282541 w 2143125"/>
                <a:gd name="connsiteY3432" fmla="*/ 1064895 h 1171575"/>
                <a:gd name="connsiteX3433" fmla="*/ 1283494 w 2143125"/>
                <a:gd name="connsiteY3433" fmla="*/ 1064705 h 1171575"/>
                <a:gd name="connsiteX3434" fmla="*/ 1284446 w 2143125"/>
                <a:gd name="connsiteY3434" fmla="*/ 1064228 h 1171575"/>
                <a:gd name="connsiteX3435" fmla="*/ 1285399 w 2143125"/>
                <a:gd name="connsiteY3435" fmla="*/ 1063752 h 1171575"/>
                <a:gd name="connsiteX3436" fmla="*/ 1287209 w 2143125"/>
                <a:gd name="connsiteY3436" fmla="*/ 1062323 h 1171575"/>
                <a:gd name="connsiteX3437" fmla="*/ 1289018 w 2143125"/>
                <a:gd name="connsiteY3437" fmla="*/ 1060895 h 1171575"/>
                <a:gd name="connsiteX3438" fmla="*/ 1287494 w 2143125"/>
                <a:gd name="connsiteY3438" fmla="*/ 1060514 h 1171575"/>
                <a:gd name="connsiteX3439" fmla="*/ 1286351 w 2143125"/>
                <a:gd name="connsiteY3439" fmla="*/ 1059942 h 1171575"/>
                <a:gd name="connsiteX3440" fmla="*/ 1284256 w 2143125"/>
                <a:gd name="connsiteY3440" fmla="*/ 1057847 h 1171575"/>
                <a:gd name="connsiteX3441" fmla="*/ 1283970 w 2143125"/>
                <a:gd name="connsiteY3441" fmla="*/ 1056799 h 1171575"/>
                <a:gd name="connsiteX3442" fmla="*/ 1284637 w 2143125"/>
                <a:gd name="connsiteY3442" fmla="*/ 1055656 h 1171575"/>
                <a:gd name="connsiteX3443" fmla="*/ 1285875 w 2143125"/>
                <a:gd name="connsiteY3443" fmla="*/ 1054418 h 1171575"/>
                <a:gd name="connsiteX3444" fmla="*/ 1286447 w 2143125"/>
                <a:gd name="connsiteY3444" fmla="*/ 1053846 h 1171575"/>
                <a:gd name="connsiteX3445" fmla="*/ 1288161 w 2143125"/>
                <a:gd name="connsiteY3445" fmla="*/ 1051751 h 1171575"/>
                <a:gd name="connsiteX3446" fmla="*/ 1288542 w 2143125"/>
                <a:gd name="connsiteY3446" fmla="*/ 1050893 h 1171575"/>
                <a:gd name="connsiteX3447" fmla="*/ 1288447 w 2143125"/>
                <a:gd name="connsiteY3447" fmla="*/ 1050417 h 1171575"/>
                <a:gd name="connsiteX3448" fmla="*/ 1288161 w 2143125"/>
                <a:gd name="connsiteY3448" fmla="*/ 1049941 h 1171575"/>
                <a:gd name="connsiteX3449" fmla="*/ 1288066 w 2143125"/>
                <a:gd name="connsiteY3449" fmla="*/ 1049179 h 1171575"/>
                <a:gd name="connsiteX3450" fmla="*/ 1288352 w 2143125"/>
                <a:gd name="connsiteY3450" fmla="*/ 1047845 h 1171575"/>
                <a:gd name="connsiteX3451" fmla="*/ 1288923 w 2143125"/>
                <a:gd name="connsiteY3451" fmla="*/ 1046417 h 1171575"/>
                <a:gd name="connsiteX3452" fmla="*/ 1289685 w 2143125"/>
                <a:gd name="connsiteY3452" fmla="*/ 1045178 h 1171575"/>
                <a:gd name="connsiteX3453" fmla="*/ 1290447 w 2143125"/>
                <a:gd name="connsiteY3453" fmla="*/ 1044416 h 1171575"/>
                <a:gd name="connsiteX3454" fmla="*/ 1292924 w 2143125"/>
                <a:gd name="connsiteY3454" fmla="*/ 1046036 h 1171575"/>
                <a:gd name="connsiteX3455" fmla="*/ 1293781 w 2143125"/>
                <a:gd name="connsiteY3455" fmla="*/ 1046131 h 1171575"/>
                <a:gd name="connsiteX3456" fmla="*/ 1294543 w 2143125"/>
                <a:gd name="connsiteY3456" fmla="*/ 1045750 h 1171575"/>
                <a:gd name="connsiteX3457" fmla="*/ 1295019 w 2143125"/>
                <a:gd name="connsiteY3457" fmla="*/ 1045083 h 1171575"/>
                <a:gd name="connsiteX3458" fmla="*/ 1295114 w 2143125"/>
                <a:gd name="connsiteY3458" fmla="*/ 1044226 h 1171575"/>
                <a:gd name="connsiteX3459" fmla="*/ 1294638 w 2143125"/>
                <a:gd name="connsiteY3459" fmla="*/ 1043464 h 1171575"/>
                <a:gd name="connsiteX3460" fmla="*/ 1294638 w 2143125"/>
                <a:gd name="connsiteY3460" fmla="*/ 1043464 h 1171575"/>
                <a:gd name="connsiteX3461" fmla="*/ 1294638 w 2143125"/>
                <a:gd name="connsiteY3461" fmla="*/ 1043464 h 1171575"/>
                <a:gd name="connsiteX3462" fmla="*/ 1294638 w 2143125"/>
                <a:gd name="connsiteY3462" fmla="*/ 1043464 h 1171575"/>
                <a:gd name="connsiteX3463" fmla="*/ 1292828 w 2143125"/>
                <a:gd name="connsiteY3463" fmla="*/ 1041845 h 1171575"/>
                <a:gd name="connsiteX3464" fmla="*/ 1292257 w 2143125"/>
                <a:gd name="connsiteY3464" fmla="*/ 1041178 h 1171575"/>
                <a:gd name="connsiteX3465" fmla="*/ 1291781 w 2143125"/>
                <a:gd name="connsiteY3465" fmla="*/ 1038511 h 1171575"/>
                <a:gd name="connsiteX3466" fmla="*/ 1293781 w 2143125"/>
                <a:gd name="connsiteY3466" fmla="*/ 1037273 h 1171575"/>
                <a:gd name="connsiteX3467" fmla="*/ 1298353 w 2143125"/>
                <a:gd name="connsiteY3467" fmla="*/ 1036511 h 1171575"/>
                <a:gd name="connsiteX3468" fmla="*/ 1299210 w 2143125"/>
                <a:gd name="connsiteY3468" fmla="*/ 1035653 h 1171575"/>
                <a:gd name="connsiteX3469" fmla="*/ 1299496 w 2143125"/>
                <a:gd name="connsiteY3469" fmla="*/ 1034606 h 1171575"/>
                <a:gd name="connsiteX3470" fmla="*/ 1299401 w 2143125"/>
                <a:gd name="connsiteY3470" fmla="*/ 1031748 h 1171575"/>
                <a:gd name="connsiteX3471" fmla="*/ 1299496 w 2143125"/>
                <a:gd name="connsiteY3471" fmla="*/ 1030224 h 1171575"/>
                <a:gd name="connsiteX3472" fmla="*/ 1299972 w 2143125"/>
                <a:gd name="connsiteY3472" fmla="*/ 1029557 h 1171575"/>
                <a:gd name="connsiteX3473" fmla="*/ 1301972 w 2143125"/>
                <a:gd name="connsiteY3473" fmla="*/ 1028891 h 1171575"/>
                <a:gd name="connsiteX3474" fmla="*/ 1302830 w 2143125"/>
                <a:gd name="connsiteY3474" fmla="*/ 1028319 h 1171575"/>
                <a:gd name="connsiteX3475" fmla="*/ 1303496 w 2143125"/>
                <a:gd name="connsiteY3475" fmla="*/ 1027367 h 1171575"/>
                <a:gd name="connsiteX3476" fmla="*/ 1304639 w 2143125"/>
                <a:gd name="connsiteY3476" fmla="*/ 1025271 h 1171575"/>
                <a:gd name="connsiteX3477" fmla="*/ 1305497 w 2143125"/>
                <a:gd name="connsiteY3477" fmla="*/ 1024795 h 1171575"/>
                <a:gd name="connsiteX3478" fmla="*/ 1306640 w 2143125"/>
                <a:gd name="connsiteY3478" fmla="*/ 1025176 h 1171575"/>
                <a:gd name="connsiteX3479" fmla="*/ 1307878 w 2143125"/>
                <a:gd name="connsiteY3479" fmla="*/ 1025747 h 1171575"/>
                <a:gd name="connsiteX3480" fmla="*/ 1309021 w 2143125"/>
                <a:gd name="connsiteY3480" fmla="*/ 1025938 h 1171575"/>
                <a:gd name="connsiteX3481" fmla="*/ 1309973 w 2143125"/>
                <a:gd name="connsiteY3481" fmla="*/ 1025557 h 1171575"/>
                <a:gd name="connsiteX3482" fmla="*/ 1310831 w 2143125"/>
                <a:gd name="connsiteY3482" fmla="*/ 1024795 h 1171575"/>
                <a:gd name="connsiteX3483" fmla="*/ 1311497 w 2143125"/>
                <a:gd name="connsiteY3483" fmla="*/ 1023747 h 1171575"/>
                <a:gd name="connsiteX3484" fmla="*/ 1312069 w 2143125"/>
                <a:gd name="connsiteY3484" fmla="*/ 1022699 h 1171575"/>
                <a:gd name="connsiteX3485" fmla="*/ 1313021 w 2143125"/>
                <a:gd name="connsiteY3485" fmla="*/ 1021842 h 1171575"/>
                <a:gd name="connsiteX3486" fmla="*/ 1314260 w 2143125"/>
                <a:gd name="connsiteY3486" fmla="*/ 1021747 h 1171575"/>
                <a:gd name="connsiteX3487" fmla="*/ 1316831 w 2143125"/>
                <a:gd name="connsiteY3487" fmla="*/ 1022604 h 1171575"/>
                <a:gd name="connsiteX3488" fmla="*/ 1317689 w 2143125"/>
                <a:gd name="connsiteY3488" fmla="*/ 1022223 h 1171575"/>
                <a:gd name="connsiteX3489" fmla="*/ 1318260 w 2143125"/>
                <a:gd name="connsiteY3489" fmla="*/ 1022128 h 1171575"/>
                <a:gd name="connsiteX3490" fmla="*/ 1318832 w 2143125"/>
                <a:gd name="connsiteY3490" fmla="*/ 1022414 h 1171575"/>
                <a:gd name="connsiteX3491" fmla="*/ 1320927 w 2143125"/>
                <a:gd name="connsiteY3491" fmla="*/ 1024223 h 1171575"/>
                <a:gd name="connsiteX3492" fmla="*/ 1321594 w 2143125"/>
                <a:gd name="connsiteY3492" fmla="*/ 1024509 h 1171575"/>
                <a:gd name="connsiteX3493" fmla="*/ 1322546 w 2143125"/>
                <a:gd name="connsiteY3493" fmla="*/ 1024319 h 1171575"/>
                <a:gd name="connsiteX3494" fmla="*/ 1328357 w 2143125"/>
                <a:gd name="connsiteY3494" fmla="*/ 1020604 h 1171575"/>
                <a:gd name="connsiteX3495" fmla="*/ 1330071 w 2143125"/>
                <a:gd name="connsiteY3495" fmla="*/ 1020032 h 1171575"/>
                <a:gd name="connsiteX3496" fmla="*/ 1333786 w 2143125"/>
                <a:gd name="connsiteY3496" fmla="*/ 1019842 h 1171575"/>
                <a:gd name="connsiteX3497" fmla="*/ 1335596 w 2143125"/>
                <a:gd name="connsiteY3497" fmla="*/ 1019175 h 1171575"/>
                <a:gd name="connsiteX3498" fmla="*/ 1336453 w 2143125"/>
                <a:gd name="connsiteY3498" fmla="*/ 1018985 h 1171575"/>
                <a:gd name="connsiteX3499" fmla="*/ 1337310 w 2143125"/>
                <a:gd name="connsiteY3499" fmla="*/ 1019366 h 1171575"/>
                <a:gd name="connsiteX3500" fmla="*/ 1338167 w 2143125"/>
                <a:gd name="connsiteY3500" fmla="*/ 1019937 h 1171575"/>
                <a:gd name="connsiteX3501" fmla="*/ 1339025 w 2143125"/>
                <a:gd name="connsiteY3501" fmla="*/ 1020318 h 1171575"/>
                <a:gd name="connsiteX3502" fmla="*/ 1342263 w 2143125"/>
                <a:gd name="connsiteY3502" fmla="*/ 1021175 h 1171575"/>
                <a:gd name="connsiteX3503" fmla="*/ 1348359 w 2143125"/>
                <a:gd name="connsiteY3503" fmla="*/ 1024604 h 1171575"/>
                <a:gd name="connsiteX3504" fmla="*/ 1350074 w 2143125"/>
                <a:gd name="connsiteY3504" fmla="*/ 1025081 h 1171575"/>
                <a:gd name="connsiteX3505" fmla="*/ 1350836 w 2143125"/>
                <a:gd name="connsiteY3505" fmla="*/ 1024985 h 1171575"/>
                <a:gd name="connsiteX3506" fmla="*/ 1352360 w 2143125"/>
                <a:gd name="connsiteY3506" fmla="*/ 1024223 h 1171575"/>
                <a:gd name="connsiteX3507" fmla="*/ 1353217 w 2143125"/>
                <a:gd name="connsiteY3507" fmla="*/ 1024033 h 1171575"/>
                <a:gd name="connsiteX3508" fmla="*/ 1359980 w 2143125"/>
                <a:gd name="connsiteY3508" fmla="*/ 1024319 h 1171575"/>
                <a:gd name="connsiteX3509" fmla="*/ 1363504 w 2143125"/>
                <a:gd name="connsiteY3509" fmla="*/ 1025747 h 1171575"/>
                <a:gd name="connsiteX3510" fmla="*/ 1369695 w 2143125"/>
                <a:gd name="connsiteY3510" fmla="*/ 1029938 h 1171575"/>
                <a:gd name="connsiteX3511" fmla="*/ 1371505 w 2143125"/>
                <a:gd name="connsiteY3511" fmla="*/ 1030319 h 1171575"/>
                <a:gd name="connsiteX3512" fmla="*/ 1375315 w 2143125"/>
                <a:gd name="connsiteY3512" fmla="*/ 1030224 h 1171575"/>
                <a:gd name="connsiteX3513" fmla="*/ 1382840 w 2143125"/>
                <a:gd name="connsiteY3513" fmla="*/ 1032034 h 1171575"/>
                <a:gd name="connsiteX3514" fmla="*/ 1384459 w 2143125"/>
                <a:gd name="connsiteY3514" fmla="*/ 1032891 h 1171575"/>
                <a:gd name="connsiteX3515" fmla="*/ 1385697 w 2143125"/>
                <a:gd name="connsiteY3515" fmla="*/ 1034320 h 1171575"/>
                <a:gd name="connsiteX3516" fmla="*/ 1387507 w 2143125"/>
                <a:gd name="connsiteY3516" fmla="*/ 1037749 h 1171575"/>
                <a:gd name="connsiteX3517" fmla="*/ 1388840 w 2143125"/>
                <a:gd name="connsiteY3517" fmla="*/ 1038987 h 1171575"/>
                <a:gd name="connsiteX3518" fmla="*/ 1390650 w 2143125"/>
                <a:gd name="connsiteY3518" fmla="*/ 1039844 h 1171575"/>
                <a:gd name="connsiteX3519" fmla="*/ 1392460 w 2143125"/>
                <a:gd name="connsiteY3519" fmla="*/ 1040321 h 1171575"/>
                <a:gd name="connsiteX3520" fmla="*/ 1394270 w 2143125"/>
                <a:gd name="connsiteY3520" fmla="*/ 1040416 h 1171575"/>
                <a:gd name="connsiteX3521" fmla="*/ 1401032 w 2143125"/>
                <a:gd name="connsiteY3521" fmla="*/ 1039273 h 1171575"/>
                <a:gd name="connsiteX3522" fmla="*/ 1403414 w 2143125"/>
                <a:gd name="connsiteY3522" fmla="*/ 1039368 h 1171575"/>
                <a:gd name="connsiteX3523" fmla="*/ 1405414 w 2143125"/>
                <a:gd name="connsiteY3523" fmla="*/ 1040225 h 1171575"/>
                <a:gd name="connsiteX3524" fmla="*/ 1406462 w 2143125"/>
                <a:gd name="connsiteY3524" fmla="*/ 1040987 h 1171575"/>
                <a:gd name="connsiteX3525" fmla="*/ 1407319 w 2143125"/>
                <a:gd name="connsiteY3525" fmla="*/ 1041464 h 1171575"/>
                <a:gd name="connsiteX3526" fmla="*/ 1408271 w 2143125"/>
                <a:gd name="connsiteY3526" fmla="*/ 1041749 h 1171575"/>
                <a:gd name="connsiteX3527" fmla="*/ 1412081 w 2143125"/>
                <a:gd name="connsiteY3527" fmla="*/ 1042035 h 1171575"/>
                <a:gd name="connsiteX3528" fmla="*/ 1413320 w 2143125"/>
                <a:gd name="connsiteY3528" fmla="*/ 1042511 h 1171575"/>
                <a:gd name="connsiteX3529" fmla="*/ 1414082 w 2143125"/>
                <a:gd name="connsiteY3529" fmla="*/ 1043464 h 1171575"/>
                <a:gd name="connsiteX3530" fmla="*/ 1413891 w 2143125"/>
                <a:gd name="connsiteY3530" fmla="*/ 1045655 h 1171575"/>
                <a:gd name="connsiteX3531" fmla="*/ 1413986 w 2143125"/>
                <a:gd name="connsiteY3531" fmla="*/ 1047179 h 1171575"/>
                <a:gd name="connsiteX3532" fmla="*/ 1414653 w 2143125"/>
                <a:gd name="connsiteY3532" fmla="*/ 1048131 h 1171575"/>
                <a:gd name="connsiteX3533" fmla="*/ 1419416 w 2143125"/>
                <a:gd name="connsiteY3533" fmla="*/ 1048988 h 1171575"/>
                <a:gd name="connsiteX3534" fmla="*/ 1422559 w 2143125"/>
                <a:gd name="connsiteY3534" fmla="*/ 1050227 h 1171575"/>
                <a:gd name="connsiteX3535" fmla="*/ 1424083 w 2143125"/>
                <a:gd name="connsiteY3535" fmla="*/ 1049941 h 1171575"/>
                <a:gd name="connsiteX3536" fmla="*/ 1424083 w 2143125"/>
                <a:gd name="connsiteY3536" fmla="*/ 1048703 h 1171575"/>
                <a:gd name="connsiteX3537" fmla="*/ 1424083 w 2143125"/>
                <a:gd name="connsiteY3537" fmla="*/ 1048703 h 1171575"/>
                <a:gd name="connsiteX3538" fmla="*/ 1420273 w 2143125"/>
                <a:gd name="connsiteY3538" fmla="*/ 1041368 h 1171575"/>
                <a:gd name="connsiteX3539" fmla="*/ 1419416 w 2143125"/>
                <a:gd name="connsiteY3539" fmla="*/ 1039178 h 1171575"/>
                <a:gd name="connsiteX3540" fmla="*/ 1419035 w 2143125"/>
                <a:gd name="connsiteY3540" fmla="*/ 1036796 h 1171575"/>
                <a:gd name="connsiteX3541" fmla="*/ 1419225 w 2143125"/>
                <a:gd name="connsiteY3541" fmla="*/ 1034129 h 1171575"/>
                <a:gd name="connsiteX3542" fmla="*/ 1419797 w 2143125"/>
                <a:gd name="connsiteY3542" fmla="*/ 1031558 h 1171575"/>
                <a:gd name="connsiteX3543" fmla="*/ 1422559 w 2143125"/>
                <a:gd name="connsiteY3543" fmla="*/ 1025271 h 1171575"/>
                <a:gd name="connsiteX3544" fmla="*/ 1423988 w 2143125"/>
                <a:gd name="connsiteY3544" fmla="*/ 1022223 h 1171575"/>
                <a:gd name="connsiteX3545" fmla="*/ 1424178 w 2143125"/>
                <a:gd name="connsiteY3545" fmla="*/ 1021175 h 1171575"/>
                <a:gd name="connsiteX3546" fmla="*/ 1423988 w 2143125"/>
                <a:gd name="connsiteY3546" fmla="*/ 1019842 h 1171575"/>
                <a:gd name="connsiteX3547" fmla="*/ 1423321 w 2143125"/>
                <a:gd name="connsiteY3547" fmla="*/ 1017461 h 1171575"/>
                <a:gd name="connsiteX3548" fmla="*/ 1423226 w 2143125"/>
                <a:gd name="connsiteY3548" fmla="*/ 1016222 h 1171575"/>
                <a:gd name="connsiteX3549" fmla="*/ 1423416 w 2143125"/>
                <a:gd name="connsiteY3549" fmla="*/ 1014984 h 1171575"/>
                <a:gd name="connsiteX3550" fmla="*/ 1423892 w 2143125"/>
                <a:gd name="connsiteY3550" fmla="*/ 1013936 h 1171575"/>
                <a:gd name="connsiteX3551" fmla="*/ 1424940 w 2143125"/>
                <a:gd name="connsiteY3551" fmla="*/ 1012031 h 1171575"/>
                <a:gd name="connsiteX3552" fmla="*/ 1426940 w 2143125"/>
                <a:gd name="connsiteY3552" fmla="*/ 1006221 h 1171575"/>
                <a:gd name="connsiteX3553" fmla="*/ 1427512 w 2143125"/>
                <a:gd name="connsiteY3553" fmla="*/ 1005173 h 1171575"/>
                <a:gd name="connsiteX3554" fmla="*/ 1428369 w 2143125"/>
                <a:gd name="connsiteY3554" fmla="*/ 1004411 h 1171575"/>
                <a:gd name="connsiteX3555" fmla="*/ 1430846 w 2143125"/>
                <a:gd name="connsiteY3555" fmla="*/ 1002983 h 1171575"/>
                <a:gd name="connsiteX3556" fmla="*/ 1439894 w 2143125"/>
                <a:gd name="connsiteY3556" fmla="*/ 999268 h 1171575"/>
                <a:gd name="connsiteX3557" fmla="*/ 1440847 w 2143125"/>
                <a:gd name="connsiteY3557" fmla="*/ 999077 h 1171575"/>
                <a:gd name="connsiteX3558" fmla="*/ 1443038 w 2143125"/>
                <a:gd name="connsiteY3558" fmla="*/ 999173 h 1171575"/>
                <a:gd name="connsiteX3559" fmla="*/ 1445038 w 2143125"/>
                <a:gd name="connsiteY3559" fmla="*/ 998125 h 1171575"/>
                <a:gd name="connsiteX3560" fmla="*/ 1446752 w 2143125"/>
                <a:gd name="connsiteY3560" fmla="*/ 993172 h 1171575"/>
                <a:gd name="connsiteX3561" fmla="*/ 1448372 w 2143125"/>
                <a:gd name="connsiteY3561" fmla="*/ 991933 h 1171575"/>
                <a:gd name="connsiteX3562" fmla="*/ 1449419 w 2143125"/>
                <a:gd name="connsiteY3562" fmla="*/ 992315 h 1171575"/>
                <a:gd name="connsiteX3563" fmla="*/ 1451324 w 2143125"/>
                <a:gd name="connsiteY3563" fmla="*/ 994124 h 1171575"/>
                <a:gd name="connsiteX3564" fmla="*/ 1452277 w 2143125"/>
                <a:gd name="connsiteY3564" fmla="*/ 994410 h 1171575"/>
                <a:gd name="connsiteX3565" fmla="*/ 1460564 w 2143125"/>
                <a:gd name="connsiteY3565" fmla="*/ 993362 h 1171575"/>
                <a:gd name="connsiteX3566" fmla="*/ 1461421 w 2143125"/>
                <a:gd name="connsiteY3566" fmla="*/ 992886 h 1171575"/>
                <a:gd name="connsiteX3567" fmla="*/ 1461516 w 2143125"/>
                <a:gd name="connsiteY3567" fmla="*/ 991838 h 1171575"/>
                <a:gd name="connsiteX3568" fmla="*/ 1460945 w 2143125"/>
                <a:gd name="connsiteY3568" fmla="*/ 990600 h 1171575"/>
                <a:gd name="connsiteX3569" fmla="*/ 1459516 w 2143125"/>
                <a:gd name="connsiteY3569" fmla="*/ 988600 h 1171575"/>
                <a:gd name="connsiteX3570" fmla="*/ 1461040 w 2143125"/>
                <a:gd name="connsiteY3570" fmla="*/ 989457 h 1171575"/>
                <a:gd name="connsiteX3571" fmla="*/ 1463707 w 2143125"/>
                <a:gd name="connsiteY3571" fmla="*/ 991933 h 1171575"/>
                <a:gd name="connsiteX3572" fmla="*/ 1465231 w 2143125"/>
                <a:gd name="connsiteY3572" fmla="*/ 992505 h 1171575"/>
                <a:gd name="connsiteX3573" fmla="*/ 1466945 w 2143125"/>
                <a:gd name="connsiteY3573" fmla="*/ 992886 h 1171575"/>
                <a:gd name="connsiteX3574" fmla="*/ 1468469 w 2143125"/>
                <a:gd name="connsiteY3574" fmla="*/ 993648 h 1171575"/>
                <a:gd name="connsiteX3575" fmla="*/ 1471232 w 2143125"/>
                <a:gd name="connsiteY3575" fmla="*/ 995934 h 1171575"/>
                <a:gd name="connsiteX3576" fmla="*/ 1472279 w 2143125"/>
                <a:gd name="connsiteY3576" fmla="*/ 996506 h 1171575"/>
                <a:gd name="connsiteX3577" fmla="*/ 1474470 w 2143125"/>
                <a:gd name="connsiteY3577" fmla="*/ 996696 h 1171575"/>
                <a:gd name="connsiteX3578" fmla="*/ 1476375 w 2143125"/>
                <a:gd name="connsiteY3578" fmla="*/ 997934 h 1171575"/>
                <a:gd name="connsiteX3579" fmla="*/ 1478566 w 2143125"/>
                <a:gd name="connsiteY3579" fmla="*/ 998506 h 1171575"/>
                <a:gd name="connsiteX3580" fmla="*/ 1479614 w 2143125"/>
                <a:gd name="connsiteY3580" fmla="*/ 999077 h 1171575"/>
                <a:gd name="connsiteX3581" fmla="*/ 1480376 w 2143125"/>
                <a:gd name="connsiteY3581" fmla="*/ 1000030 h 1171575"/>
                <a:gd name="connsiteX3582" fmla="*/ 1481709 w 2143125"/>
                <a:gd name="connsiteY3582" fmla="*/ 1002316 h 1171575"/>
                <a:gd name="connsiteX3583" fmla="*/ 1482471 w 2143125"/>
                <a:gd name="connsiteY3583" fmla="*/ 1003173 h 1171575"/>
                <a:gd name="connsiteX3584" fmla="*/ 1487900 w 2143125"/>
                <a:gd name="connsiteY3584" fmla="*/ 1007364 h 1171575"/>
                <a:gd name="connsiteX3585" fmla="*/ 1489710 w 2143125"/>
                <a:gd name="connsiteY3585" fmla="*/ 1008031 h 1171575"/>
                <a:gd name="connsiteX3586" fmla="*/ 1495711 w 2143125"/>
                <a:gd name="connsiteY3586" fmla="*/ 1009079 h 1171575"/>
                <a:gd name="connsiteX3587" fmla="*/ 1500188 w 2143125"/>
                <a:gd name="connsiteY3587" fmla="*/ 1011269 h 1171575"/>
                <a:gd name="connsiteX3588" fmla="*/ 1501712 w 2143125"/>
                <a:gd name="connsiteY3588" fmla="*/ 1012603 h 1171575"/>
                <a:gd name="connsiteX3589" fmla="*/ 1503236 w 2143125"/>
                <a:gd name="connsiteY3589" fmla="*/ 1013365 h 1171575"/>
                <a:gd name="connsiteX3590" fmla="*/ 1506474 w 2143125"/>
                <a:gd name="connsiteY3590" fmla="*/ 1014317 h 1171575"/>
                <a:gd name="connsiteX3591" fmla="*/ 1507998 w 2143125"/>
                <a:gd name="connsiteY3591" fmla="*/ 1015175 h 1171575"/>
                <a:gd name="connsiteX3592" fmla="*/ 1509236 w 2143125"/>
                <a:gd name="connsiteY3592" fmla="*/ 1016127 h 1171575"/>
                <a:gd name="connsiteX3593" fmla="*/ 1512380 w 2143125"/>
                <a:gd name="connsiteY3593" fmla="*/ 1018032 h 1171575"/>
                <a:gd name="connsiteX3594" fmla="*/ 1513713 w 2143125"/>
                <a:gd name="connsiteY3594" fmla="*/ 1018318 h 1171575"/>
                <a:gd name="connsiteX3595" fmla="*/ 1517237 w 2143125"/>
                <a:gd name="connsiteY3595" fmla="*/ 1018318 h 1171575"/>
                <a:gd name="connsiteX3596" fmla="*/ 1529143 w 2143125"/>
                <a:gd name="connsiteY3596" fmla="*/ 1019842 h 1171575"/>
                <a:gd name="connsiteX3597" fmla="*/ 1531239 w 2143125"/>
                <a:gd name="connsiteY3597" fmla="*/ 1019651 h 1171575"/>
                <a:gd name="connsiteX3598" fmla="*/ 1532287 w 2143125"/>
                <a:gd name="connsiteY3598" fmla="*/ 1019747 h 1171575"/>
                <a:gd name="connsiteX3599" fmla="*/ 1535716 w 2143125"/>
                <a:gd name="connsiteY3599" fmla="*/ 1021175 h 1171575"/>
                <a:gd name="connsiteX3600" fmla="*/ 1537049 w 2143125"/>
                <a:gd name="connsiteY3600" fmla="*/ 1021080 h 1171575"/>
                <a:gd name="connsiteX3601" fmla="*/ 1538573 w 2143125"/>
                <a:gd name="connsiteY3601" fmla="*/ 1020413 h 1171575"/>
                <a:gd name="connsiteX3602" fmla="*/ 1540097 w 2143125"/>
                <a:gd name="connsiteY3602" fmla="*/ 1019366 h 1171575"/>
                <a:gd name="connsiteX3603" fmla="*/ 1541336 w 2143125"/>
                <a:gd name="connsiteY3603" fmla="*/ 1018032 h 1171575"/>
                <a:gd name="connsiteX3604" fmla="*/ 1541907 w 2143125"/>
                <a:gd name="connsiteY3604" fmla="*/ 1017080 h 1171575"/>
                <a:gd name="connsiteX3605" fmla="*/ 1543622 w 2143125"/>
                <a:gd name="connsiteY3605" fmla="*/ 1012508 h 1171575"/>
                <a:gd name="connsiteX3606" fmla="*/ 1544193 w 2143125"/>
                <a:gd name="connsiteY3606" fmla="*/ 1011936 h 1171575"/>
                <a:gd name="connsiteX3607" fmla="*/ 1544955 w 2143125"/>
                <a:gd name="connsiteY3607" fmla="*/ 1011746 h 1171575"/>
                <a:gd name="connsiteX3608" fmla="*/ 1545431 w 2143125"/>
                <a:gd name="connsiteY3608" fmla="*/ 1011746 h 1171575"/>
                <a:gd name="connsiteX3609" fmla="*/ 1548193 w 2143125"/>
                <a:gd name="connsiteY3609" fmla="*/ 1011555 h 1171575"/>
                <a:gd name="connsiteX3610" fmla="*/ 1550289 w 2143125"/>
                <a:gd name="connsiteY3610" fmla="*/ 1011841 h 1171575"/>
                <a:gd name="connsiteX3611" fmla="*/ 1554385 w 2143125"/>
                <a:gd name="connsiteY3611" fmla="*/ 1013079 h 1171575"/>
                <a:gd name="connsiteX3612" fmla="*/ 1555623 w 2143125"/>
                <a:gd name="connsiteY3612" fmla="*/ 1013174 h 1171575"/>
                <a:gd name="connsiteX3613" fmla="*/ 1559052 w 2143125"/>
                <a:gd name="connsiteY3613" fmla="*/ 1012031 h 1171575"/>
                <a:gd name="connsiteX3614" fmla="*/ 1560386 w 2143125"/>
                <a:gd name="connsiteY3614" fmla="*/ 1012031 h 1171575"/>
                <a:gd name="connsiteX3615" fmla="*/ 1564196 w 2143125"/>
                <a:gd name="connsiteY3615" fmla="*/ 1012984 h 1171575"/>
                <a:gd name="connsiteX3616" fmla="*/ 1568958 w 2143125"/>
                <a:gd name="connsiteY3616" fmla="*/ 1012984 h 1171575"/>
                <a:gd name="connsiteX3617" fmla="*/ 1573530 w 2143125"/>
                <a:gd name="connsiteY3617" fmla="*/ 1014413 h 1171575"/>
                <a:gd name="connsiteX3618" fmla="*/ 1574102 w 2143125"/>
                <a:gd name="connsiteY3618" fmla="*/ 1014317 h 1171575"/>
                <a:gd name="connsiteX3619" fmla="*/ 1575149 w 2143125"/>
                <a:gd name="connsiteY3619" fmla="*/ 1013841 h 1171575"/>
                <a:gd name="connsiteX3620" fmla="*/ 1575816 w 2143125"/>
                <a:gd name="connsiteY3620" fmla="*/ 1013841 h 1171575"/>
                <a:gd name="connsiteX3621" fmla="*/ 1576388 w 2143125"/>
                <a:gd name="connsiteY3621" fmla="*/ 1014222 h 1171575"/>
                <a:gd name="connsiteX3622" fmla="*/ 1576959 w 2143125"/>
                <a:gd name="connsiteY3622" fmla="*/ 1015365 h 1171575"/>
                <a:gd name="connsiteX3623" fmla="*/ 1577435 w 2143125"/>
                <a:gd name="connsiteY3623" fmla="*/ 1015651 h 1171575"/>
                <a:gd name="connsiteX3624" fmla="*/ 1578388 w 2143125"/>
                <a:gd name="connsiteY3624" fmla="*/ 1015365 h 1171575"/>
                <a:gd name="connsiteX3625" fmla="*/ 1580007 w 2143125"/>
                <a:gd name="connsiteY3625" fmla="*/ 1013841 h 1171575"/>
                <a:gd name="connsiteX3626" fmla="*/ 1580960 w 2143125"/>
                <a:gd name="connsiteY3626" fmla="*/ 1013460 h 1171575"/>
                <a:gd name="connsiteX3627" fmla="*/ 1582388 w 2143125"/>
                <a:gd name="connsiteY3627" fmla="*/ 1013651 h 1171575"/>
                <a:gd name="connsiteX3628" fmla="*/ 1585151 w 2143125"/>
                <a:gd name="connsiteY3628" fmla="*/ 1014794 h 1171575"/>
                <a:gd name="connsiteX3629" fmla="*/ 1586579 w 2143125"/>
                <a:gd name="connsiteY3629" fmla="*/ 1015079 h 1171575"/>
                <a:gd name="connsiteX3630" fmla="*/ 1587722 w 2143125"/>
                <a:gd name="connsiteY3630" fmla="*/ 1014794 h 1171575"/>
                <a:gd name="connsiteX3631" fmla="*/ 1589722 w 2143125"/>
                <a:gd name="connsiteY3631" fmla="*/ 1013841 h 1171575"/>
                <a:gd name="connsiteX3632" fmla="*/ 1592104 w 2143125"/>
                <a:gd name="connsiteY3632" fmla="*/ 1013936 h 1171575"/>
                <a:gd name="connsiteX3633" fmla="*/ 1593152 w 2143125"/>
                <a:gd name="connsiteY3633" fmla="*/ 1013651 h 1171575"/>
                <a:gd name="connsiteX3634" fmla="*/ 1595152 w 2143125"/>
                <a:gd name="connsiteY3634" fmla="*/ 1012603 h 1171575"/>
                <a:gd name="connsiteX3635" fmla="*/ 1595342 w 2143125"/>
                <a:gd name="connsiteY3635" fmla="*/ 1012317 h 1171575"/>
                <a:gd name="connsiteX3636" fmla="*/ 1595438 w 2143125"/>
                <a:gd name="connsiteY3636" fmla="*/ 1012031 h 1171575"/>
                <a:gd name="connsiteX3637" fmla="*/ 1595533 w 2143125"/>
                <a:gd name="connsiteY3637" fmla="*/ 1011746 h 1171575"/>
                <a:gd name="connsiteX3638" fmla="*/ 1595914 w 2143125"/>
                <a:gd name="connsiteY3638" fmla="*/ 1011650 h 1171575"/>
                <a:gd name="connsiteX3639" fmla="*/ 1596866 w 2143125"/>
                <a:gd name="connsiteY3639" fmla="*/ 1011841 h 1171575"/>
                <a:gd name="connsiteX3640" fmla="*/ 1597152 w 2143125"/>
                <a:gd name="connsiteY3640" fmla="*/ 1011841 h 1171575"/>
                <a:gd name="connsiteX3641" fmla="*/ 1597533 w 2143125"/>
                <a:gd name="connsiteY3641" fmla="*/ 1011555 h 1171575"/>
                <a:gd name="connsiteX3642" fmla="*/ 1598676 w 2143125"/>
                <a:gd name="connsiteY3642" fmla="*/ 1010222 h 1171575"/>
                <a:gd name="connsiteX3643" fmla="*/ 1599724 w 2143125"/>
                <a:gd name="connsiteY3643" fmla="*/ 1009460 h 1171575"/>
                <a:gd name="connsiteX3644" fmla="*/ 1600772 w 2143125"/>
                <a:gd name="connsiteY3644" fmla="*/ 1009269 h 1171575"/>
                <a:gd name="connsiteX3645" fmla="*/ 1603058 w 2143125"/>
                <a:gd name="connsiteY3645" fmla="*/ 1009269 h 1171575"/>
                <a:gd name="connsiteX3646" fmla="*/ 1605153 w 2143125"/>
                <a:gd name="connsiteY3646" fmla="*/ 1008412 h 1171575"/>
                <a:gd name="connsiteX3647" fmla="*/ 1606201 w 2143125"/>
                <a:gd name="connsiteY3647" fmla="*/ 1008221 h 1171575"/>
                <a:gd name="connsiteX3648" fmla="*/ 1607249 w 2143125"/>
                <a:gd name="connsiteY3648" fmla="*/ 1008698 h 1171575"/>
                <a:gd name="connsiteX3649" fmla="*/ 1613249 w 2143125"/>
                <a:gd name="connsiteY3649" fmla="*/ 1009745 h 1171575"/>
                <a:gd name="connsiteX3650" fmla="*/ 1615059 w 2143125"/>
                <a:gd name="connsiteY3650" fmla="*/ 1010412 h 1171575"/>
                <a:gd name="connsiteX3651" fmla="*/ 1615631 w 2143125"/>
                <a:gd name="connsiteY3651" fmla="*/ 1010888 h 1171575"/>
                <a:gd name="connsiteX3652" fmla="*/ 1617155 w 2143125"/>
                <a:gd name="connsiteY3652" fmla="*/ 1012984 h 1171575"/>
                <a:gd name="connsiteX3653" fmla="*/ 1617917 w 2143125"/>
                <a:gd name="connsiteY3653" fmla="*/ 1013651 h 1171575"/>
                <a:gd name="connsiteX3654" fmla="*/ 1618774 w 2143125"/>
                <a:gd name="connsiteY3654" fmla="*/ 1013841 h 1171575"/>
                <a:gd name="connsiteX3655" fmla="*/ 1619631 w 2143125"/>
                <a:gd name="connsiteY3655" fmla="*/ 1013841 h 1171575"/>
                <a:gd name="connsiteX3656" fmla="*/ 1620584 w 2143125"/>
                <a:gd name="connsiteY3656" fmla="*/ 1013841 h 1171575"/>
                <a:gd name="connsiteX3657" fmla="*/ 1625727 w 2143125"/>
                <a:gd name="connsiteY3657" fmla="*/ 1014698 h 1171575"/>
                <a:gd name="connsiteX3658" fmla="*/ 1627442 w 2143125"/>
                <a:gd name="connsiteY3658" fmla="*/ 1014222 h 1171575"/>
                <a:gd name="connsiteX3659" fmla="*/ 1629632 w 2143125"/>
                <a:gd name="connsiteY3659" fmla="*/ 1013174 h 1171575"/>
                <a:gd name="connsiteX3660" fmla="*/ 1630394 w 2143125"/>
                <a:gd name="connsiteY3660" fmla="*/ 1012984 h 1171575"/>
                <a:gd name="connsiteX3661" fmla="*/ 1631252 w 2143125"/>
                <a:gd name="connsiteY3661" fmla="*/ 1013079 h 1171575"/>
                <a:gd name="connsiteX3662" fmla="*/ 1632680 w 2143125"/>
                <a:gd name="connsiteY3662" fmla="*/ 1013555 h 1171575"/>
                <a:gd name="connsiteX3663" fmla="*/ 1634776 w 2143125"/>
                <a:gd name="connsiteY3663" fmla="*/ 1013555 h 1171575"/>
                <a:gd name="connsiteX3664" fmla="*/ 1635824 w 2143125"/>
                <a:gd name="connsiteY3664" fmla="*/ 1014127 h 1171575"/>
                <a:gd name="connsiteX3665" fmla="*/ 1636776 w 2143125"/>
                <a:gd name="connsiteY3665" fmla="*/ 1014889 h 1171575"/>
                <a:gd name="connsiteX3666" fmla="*/ 1637824 w 2143125"/>
                <a:gd name="connsiteY3666" fmla="*/ 1015460 h 1171575"/>
                <a:gd name="connsiteX3667" fmla="*/ 1638681 w 2143125"/>
                <a:gd name="connsiteY3667" fmla="*/ 1015460 h 1171575"/>
                <a:gd name="connsiteX3668" fmla="*/ 1641443 w 2143125"/>
                <a:gd name="connsiteY3668" fmla="*/ 1014127 h 1171575"/>
                <a:gd name="connsiteX3669" fmla="*/ 1642586 w 2143125"/>
                <a:gd name="connsiteY3669" fmla="*/ 1013936 h 1171575"/>
                <a:gd name="connsiteX3670" fmla="*/ 1646111 w 2143125"/>
                <a:gd name="connsiteY3670" fmla="*/ 1014031 h 1171575"/>
                <a:gd name="connsiteX3671" fmla="*/ 1649635 w 2143125"/>
                <a:gd name="connsiteY3671" fmla="*/ 1014889 h 1171575"/>
                <a:gd name="connsiteX3672" fmla="*/ 1649921 w 2143125"/>
                <a:gd name="connsiteY3672" fmla="*/ 1015270 h 1171575"/>
                <a:gd name="connsiteX3673" fmla="*/ 1650111 w 2143125"/>
                <a:gd name="connsiteY3673" fmla="*/ 1015746 h 1171575"/>
                <a:gd name="connsiteX3674" fmla="*/ 1650492 w 2143125"/>
                <a:gd name="connsiteY3674" fmla="*/ 1016127 h 1171575"/>
                <a:gd name="connsiteX3675" fmla="*/ 1651159 w 2143125"/>
                <a:gd name="connsiteY3675" fmla="*/ 1016603 h 1171575"/>
                <a:gd name="connsiteX3676" fmla="*/ 1652492 w 2143125"/>
                <a:gd name="connsiteY3676" fmla="*/ 1016032 h 1171575"/>
                <a:gd name="connsiteX3677" fmla="*/ 1653350 w 2143125"/>
                <a:gd name="connsiteY3677" fmla="*/ 1015460 h 1171575"/>
                <a:gd name="connsiteX3678" fmla="*/ 1653826 w 2143125"/>
                <a:gd name="connsiteY3678" fmla="*/ 1015270 h 1171575"/>
                <a:gd name="connsiteX3679" fmla="*/ 1655064 w 2143125"/>
                <a:gd name="connsiteY3679" fmla="*/ 1015079 h 1171575"/>
                <a:gd name="connsiteX3680" fmla="*/ 1656302 w 2143125"/>
                <a:gd name="connsiteY3680" fmla="*/ 1015175 h 1171575"/>
                <a:gd name="connsiteX3681" fmla="*/ 1657445 w 2143125"/>
                <a:gd name="connsiteY3681" fmla="*/ 1015651 h 1171575"/>
                <a:gd name="connsiteX3682" fmla="*/ 1660398 w 2143125"/>
                <a:gd name="connsiteY3682" fmla="*/ 1017461 h 1171575"/>
                <a:gd name="connsiteX3683" fmla="*/ 1662779 w 2143125"/>
                <a:gd name="connsiteY3683" fmla="*/ 1017842 h 1171575"/>
                <a:gd name="connsiteX3684" fmla="*/ 1668399 w 2143125"/>
                <a:gd name="connsiteY3684" fmla="*/ 1017270 h 1171575"/>
                <a:gd name="connsiteX3685" fmla="*/ 1670780 w 2143125"/>
                <a:gd name="connsiteY3685" fmla="*/ 1017365 h 1171575"/>
                <a:gd name="connsiteX3686" fmla="*/ 1673257 w 2143125"/>
                <a:gd name="connsiteY3686" fmla="*/ 1016984 h 1171575"/>
                <a:gd name="connsiteX3687" fmla="*/ 1674305 w 2143125"/>
                <a:gd name="connsiteY3687" fmla="*/ 1017175 h 1171575"/>
                <a:gd name="connsiteX3688" fmla="*/ 1676495 w 2143125"/>
                <a:gd name="connsiteY3688" fmla="*/ 1017937 h 1171575"/>
                <a:gd name="connsiteX3689" fmla="*/ 1677638 w 2143125"/>
                <a:gd name="connsiteY3689" fmla="*/ 1018032 h 1171575"/>
                <a:gd name="connsiteX3690" fmla="*/ 1678591 w 2143125"/>
                <a:gd name="connsiteY3690" fmla="*/ 1017651 h 1171575"/>
                <a:gd name="connsiteX3691" fmla="*/ 1680496 w 2143125"/>
                <a:gd name="connsiteY3691" fmla="*/ 1016413 h 1171575"/>
                <a:gd name="connsiteX3692" fmla="*/ 1681639 w 2143125"/>
                <a:gd name="connsiteY3692" fmla="*/ 1016032 h 1171575"/>
                <a:gd name="connsiteX3693" fmla="*/ 1683925 w 2143125"/>
                <a:gd name="connsiteY3693" fmla="*/ 1015841 h 1171575"/>
                <a:gd name="connsiteX3694" fmla="*/ 1687449 w 2143125"/>
                <a:gd name="connsiteY3694" fmla="*/ 1016222 h 1171575"/>
                <a:gd name="connsiteX3695" fmla="*/ 1692593 w 2143125"/>
                <a:gd name="connsiteY3695" fmla="*/ 1018032 h 1171575"/>
                <a:gd name="connsiteX3696" fmla="*/ 1694783 w 2143125"/>
                <a:gd name="connsiteY3696" fmla="*/ 1019270 h 1171575"/>
                <a:gd name="connsiteX3697" fmla="*/ 1696593 w 2143125"/>
                <a:gd name="connsiteY3697" fmla="*/ 1020794 h 1171575"/>
                <a:gd name="connsiteX3698" fmla="*/ 1697450 w 2143125"/>
                <a:gd name="connsiteY3698" fmla="*/ 1021271 h 1171575"/>
                <a:gd name="connsiteX3699" fmla="*/ 1703832 w 2143125"/>
                <a:gd name="connsiteY3699" fmla="*/ 1021937 h 1171575"/>
                <a:gd name="connsiteX3700" fmla="*/ 1708023 w 2143125"/>
                <a:gd name="connsiteY3700" fmla="*/ 1023652 h 1171575"/>
                <a:gd name="connsiteX3701" fmla="*/ 1711547 w 2143125"/>
                <a:gd name="connsiteY3701" fmla="*/ 1023842 h 1171575"/>
                <a:gd name="connsiteX3702" fmla="*/ 1713547 w 2143125"/>
                <a:gd name="connsiteY3702" fmla="*/ 1024604 h 1171575"/>
                <a:gd name="connsiteX3703" fmla="*/ 1715548 w 2143125"/>
                <a:gd name="connsiteY3703" fmla="*/ 1024700 h 1171575"/>
                <a:gd name="connsiteX3704" fmla="*/ 1719643 w 2143125"/>
                <a:gd name="connsiteY3704" fmla="*/ 1022604 h 1171575"/>
                <a:gd name="connsiteX3705" fmla="*/ 1721739 w 2143125"/>
                <a:gd name="connsiteY3705" fmla="*/ 1022223 h 1171575"/>
                <a:gd name="connsiteX3706" fmla="*/ 1723072 w 2143125"/>
                <a:gd name="connsiteY3706" fmla="*/ 1022604 h 1171575"/>
                <a:gd name="connsiteX3707" fmla="*/ 1723454 w 2143125"/>
                <a:gd name="connsiteY3707" fmla="*/ 1023366 h 1171575"/>
                <a:gd name="connsiteX3708" fmla="*/ 1723168 w 2143125"/>
                <a:gd name="connsiteY3708" fmla="*/ 1026128 h 1171575"/>
                <a:gd name="connsiteX3709" fmla="*/ 1723168 w 2143125"/>
                <a:gd name="connsiteY3709" fmla="*/ 1027748 h 1171575"/>
                <a:gd name="connsiteX3710" fmla="*/ 1723454 w 2143125"/>
                <a:gd name="connsiteY3710" fmla="*/ 1029176 h 1171575"/>
                <a:gd name="connsiteX3711" fmla="*/ 1724025 w 2143125"/>
                <a:gd name="connsiteY3711" fmla="*/ 1030510 h 1171575"/>
                <a:gd name="connsiteX3712" fmla="*/ 1724787 w 2143125"/>
                <a:gd name="connsiteY3712" fmla="*/ 1031843 h 1171575"/>
                <a:gd name="connsiteX3713" fmla="*/ 1726692 w 2143125"/>
                <a:gd name="connsiteY3713" fmla="*/ 1033748 h 1171575"/>
                <a:gd name="connsiteX3714" fmla="*/ 1730883 w 2143125"/>
                <a:gd name="connsiteY3714" fmla="*/ 1035749 h 1171575"/>
                <a:gd name="connsiteX3715" fmla="*/ 1732597 w 2143125"/>
                <a:gd name="connsiteY3715" fmla="*/ 1037558 h 1171575"/>
                <a:gd name="connsiteX3716" fmla="*/ 1734979 w 2143125"/>
                <a:gd name="connsiteY3716" fmla="*/ 1043273 h 1171575"/>
                <a:gd name="connsiteX3717" fmla="*/ 1736408 w 2143125"/>
                <a:gd name="connsiteY3717" fmla="*/ 1045178 h 1171575"/>
                <a:gd name="connsiteX3718" fmla="*/ 1739075 w 2143125"/>
                <a:gd name="connsiteY3718" fmla="*/ 1046321 h 1171575"/>
                <a:gd name="connsiteX3719" fmla="*/ 1744123 w 2143125"/>
                <a:gd name="connsiteY3719" fmla="*/ 1046607 h 1171575"/>
                <a:gd name="connsiteX3720" fmla="*/ 1748409 w 2143125"/>
                <a:gd name="connsiteY3720" fmla="*/ 1045750 h 1171575"/>
                <a:gd name="connsiteX3721" fmla="*/ 1750695 w 2143125"/>
                <a:gd name="connsiteY3721" fmla="*/ 1045845 h 1171575"/>
                <a:gd name="connsiteX3722" fmla="*/ 1762411 w 2143125"/>
                <a:gd name="connsiteY3722" fmla="*/ 1048322 h 1171575"/>
                <a:gd name="connsiteX3723" fmla="*/ 1764602 w 2143125"/>
                <a:gd name="connsiteY3723" fmla="*/ 1049846 h 1171575"/>
                <a:gd name="connsiteX3724" fmla="*/ 1765364 w 2143125"/>
                <a:gd name="connsiteY3724" fmla="*/ 1050703 h 1171575"/>
                <a:gd name="connsiteX3725" fmla="*/ 1767364 w 2143125"/>
                <a:gd name="connsiteY3725" fmla="*/ 1053656 h 1171575"/>
                <a:gd name="connsiteX3726" fmla="*/ 1770793 w 2143125"/>
                <a:gd name="connsiteY3726" fmla="*/ 1056799 h 1171575"/>
                <a:gd name="connsiteX3727" fmla="*/ 1772507 w 2143125"/>
                <a:gd name="connsiteY3727" fmla="*/ 1059085 h 1171575"/>
                <a:gd name="connsiteX3728" fmla="*/ 1773936 w 2143125"/>
                <a:gd name="connsiteY3728" fmla="*/ 1061561 h 1171575"/>
                <a:gd name="connsiteX3729" fmla="*/ 1775555 w 2143125"/>
                <a:gd name="connsiteY3729" fmla="*/ 1063657 h 1171575"/>
                <a:gd name="connsiteX3730" fmla="*/ 1777841 w 2143125"/>
                <a:gd name="connsiteY3730" fmla="*/ 1064990 h 1171575"/>
                <a:gd name="connsiteX3731" fmla="*/ 1779842 w 2143125"/>
                <a:gd name="connsiteY3731" fmla="*/ 1063943 h 1171575"/>
                <a:gd name="connsiteX3732" fmla="*/ 1780413 w 2143125"/>
                <a:gd name="connsiteY3732" fmla="*/ 1063085 h 1171575"/>
                <a:gd name="connsiteX3733" fmla="*/ 1780794 w 2143125"/>
                <a:gd name="connsiteY3733" fmla="*/ 1061561 h 1171575"/>
                <a:gd name="connsiteX3734" fmla="*/ 1779842 w 2143125"/>
                <a:gd name="connsiteY3734" fmla="*/ 1056418 h 1171575"/>
                <a:gd name="connsiteX3735" fmla="*/ 1779080 w 2143125"/>
                <a:gd name="connsiteY3735" fmla="*/ 1055370 h 1171575"/>
                <a:gd name="connsiteX3736" fmla="*/ 1778508 w 2143125"/>
                <a:gd name="connsiteY3736" fmla="*/ 1054322 h 1171575"/>
                <a:gd name="connsiteX3737" fmla="*/ 1778127 w 2143125"/>
                <a:gd name="connsiteY3737" fmla="*/ 1053179 h 1171575"/>
                <a:gd name="connsiteX3738" fmla="*/ 1776984 w 2143125"/>
                <a:gd name="connsiteY3738" fmla="*/ 1047560 h 1171575"/>
                <a:gd name="connsiteX3739" fmla="*/ 1776889 w 2143125"/>
                <a:gd name="connsiteY3739" fmla="*/ 1046702 h 1171575"/>
                <a:gd name="connsiteX3740" fmla="*/ 1777460 w 2143125"/>
                <a:gd name="connsiteY3740" fmla="*/ 1045274 h 1171575"/>
                <a:gd name="connsiteX3741" fmla="*/ 1777746 w 2143125"/>
                <a:gd name="connsiteY3741" fmla="*/ 1044321 h 1171575"/>
                <a:gd name="connsiteX3742" fmla="*/ 1777651 w 2143125"/>
                <a:gd name="connsiteY3742" fmla="*/ 1043464 h 1171575"/>
                <a:gd name="connsiteX3743" fmla="*/ 1777079 w 2143125"/>
                <a:gd name="connsiteY3743" fmla="*/ 1042226 h 1171575"/>
                <a:gd name="connsiteX3744" fmla="*/ 1775651 w 2143125"/>
                <a:gd name="connsiteY3744" fmla="*/ 1040225 h 1171575"/>
                <a:gd name="connsiteX3745" fmla="*/ 1775079 w 2143125"/>
                <a:gd name="connsiteY3745" fmla="*/ 1039082 h 1171575"/>
                <a:gd name="connsiteX3746" fmla="*/ 1774603 w 2143125"/>
                <a:gd name="connsiteY3746" fmla="*/ 1036320 h 1171575"/>
                <a:gd name="connsiteX3747" fmla="*/ 1774222 w 2143125"/>
                <a:gd name="connsiteY3747" fmla="*/ 1035177 h 1171575"/>
                <a:gd name="connsiteX3748" fmla="*/ 1773936 w 2143125"/>
                <a:gd name="connsiteY3748" fmla="*/ 1034034 h 1171575"/>
                <a:gd name="connsiteX3749" fmla="*/ 1774127 w 2143125"/>
                <a:gd name="connsiteY3749" fmla="*/ 1032510 h 1171575"/>
                <a:gd name="connsiteX3750" fmla="*/ 1774603 w 2143125"/>
                <a:gd name="connsiteY3750" fmla="*/ 1031367 h 1171575"/>
                <a:gd name="connsiteX3751" fmla="*/ 1776508 w 2143125"/>
                <a:gd name="connsiteY3751" fmla="*/ 1028414 h 1171575"/>
                <a:gd name="connsiteX3752" fmla="*/ 1777365 w 2143125"/>
                <a:gd name="connsiteY3752" fmla="*/ 1026319 h 1171575"/>
                <a:gd name="connsiteX3753" fmla="*/ 1778508 w 2143125"/>
                <a:gd name="connsiteY3753" fmla="*/ 1022033 h 1171575"/>
                <a:gd name="connsiteX3754" fmla="*/ 1779556 w 2143125"/>
                <a:gd name="connsiteY3754" fmla="*/ 1020223 h 1171575"/>
                <a:gd name="connsiteX3755" fmla="*/ 1780413 w 2143125"/>
                <a:gd name="connsiteY3755" fmla="*/ 1019651 h 1171575"/>
                <a:gd name="connsiteX3756" fmla="*/ 1781270 w 2143125"/>
                <a:gd name="connsiteY3756" fmla="*/ 1019747 h 1171575"/>
                <a:gd name="connsiteX3757" fmla="*/ 1783080 w 2143125"/>
                <a:gd name="connsiteY3757" fmla="*/ 1020223 h 1171575"/>
                <a:gd name="connsiteX3758" fmla="*/ 1784033 w 2143125"/>
                <a:gd name="connsiteY3758" fmla="*/ 1020128 h 1171575"/>
                <a:gd name="connsiteX3759" fmla="*/ 1786509 w 2143125"/>
                <a:gd name="connsiteY3759" fmla="*/ 1019080 h 1171575"/>
                <a:gd name="connsiteX3760" fmla="*/ 1787462 w 2143125"/>
                <a:gd name="connsiteY3760" fmla="*/ 1018223 h 1171575"/>
                <a:gd name="connsiteX3761" fmla="*/ 1791462 w 2143125"/>
                <a:gd name="connsiteY3761" fmla="*/ 1016699 h 1171575"/>
                <a:gd name="connsiteX3762" fmla="*/ 1794129 w 2143125"/>
                <a:gd name="connsiteY3762" fmla="*/ 1016413 h 1171575"/>
                <a:gd name="connsiteX3763" fmla="*/ 1795272 w 2143125"/>
                <a:gd name="connsiteY3763" fmla="*/ 1015651 h 1171575"/>
                <a:gd name="connsiteX3764" fmla="*/ 1795558 w 2143125"/>
                <a:gd name="connsiteY3764" fmla="*/ 1014222 h 1171575"/>
                <a:gd name="connsiteX3765" fmla="*/ 1794986 w 2143125"/>
                <a:gd name="connsiteY3765" fmla="*/ 1012984 h 1171575"/>
                <a:gd name="connsiteX3766" fmla="*/ 1793843 w 2143125"/>
                <a:gd name="connsiteY3766" fmla="*/ 1012317 h 1171575"/>
                <a:gd name="connsiteX3767" fmla="*/ 1791462 w 2143125"/>
                <a:gd name="connsiteY3767" fmla="*/ 1011936 h 1171575"/>
                <a:gd name="connsiteX3768" fmla="*/ 1787843 w 2143125"/>
                <a:gd name="connsiteY3768" fmla="*/ 1010222 h 1171575"/>
                <a:gd name="connsiteX3769" fmla="*/ 1786033 w 2143125"/>
                <a:gd name="connsiteY3769" fmla="*/ 1008793 h 1171575"/>
                <a:gd name="connsiteX3770" fmla="*/ 1785080 w 2143125"/>
                <a:gd name="connsiteY3770" fmla="*/ 1006983 h 1171575"/>
                <a:gd name="connsiteX3771" fmla="*/ 1785747 w 2143125"/>
                <a:gd name="connsiteY3771" fmla="*/ 1004983 h 1171575"/>
                <a:gd name="connsiteX3772" fmla="*/ 1787938 w 2143125"/>
                <a:gd name="connsiteY3772" fmla="*/ 1003554 h 1171575"/>
                <a:gd name="connsiteX3773" fmla="*/ 1792510 w 2143125"/>
                <a:gd name="connsiteY3773" fmla="*/ 1001554 h 1171575"/>
                <a:gd name="connsiteX3774" fmla="*/ 1796606 w 2143125"/>
                <a:gd name="connsiteY3774" fmla="*/ 998411 h 1171575"/>
                <a:gd name="connsiteX3775" fmla="*/ 1798892 w 2143125"/>
                <a:gd name="connsiteY3775" fmla="*/ 997363 h 1171575"/>
                <a:gd name="connsiteX3776" fmla="*/ 1801082 w 2143125"/>
                <a:gd name="connsiteY3776" fmla="*/ 997458 h 1171575"/>
                <a:gd name="connsiteX3777" fmla="*/ 1803749 w 2143125"/>
                <a:gd name="connsiteY3777" fmla="*/ 999458 h 1171575"/>
                <a:gd name="connsiteX3778" fmla="*/ 1804892 w 2143125"/>
                <a:gd name="connsiteY3778" fmla="*/ 999744 h 1171575"/>
                <a:gd name="connsiteX3779" fmla="*/ 1806035 w 2143125"/>
                <a:gd name="connsiteY3779" fmla="*/ 999554 h 1171575"/>
                <a:gd name="connsiteX3780" fmla="*/ 1807083 w 2143125"/>
                <a:gd name="connsiteY3780" fmla="*/ 998887 h 1171575"/>
                <a:gd name="connsiteX3781" fmla="*/ 1807845 w 2143125"/>
                <a:gd name="connsiteY3781" fmla="*/ 997839 h 1171575"/>
                <a:gd name="connsiteX3782" fmla="*/ 1808131 w 2143125"/>
                <a:gd name="connsiteY3782" fmla="*/ 996315 h 1171575"/>
                <a:gd name="connsiteX3783" fmla="*/ 1807845 w 2143125"/>
                <a:gd name="connsiteY3783" fmla="*/ 994981 h 1171575"/>
                <a:gd name="connsiteX3784" fmla="*/ 1806607 w 2143125"/>
                <a:gd name="connsiteY3784" fmla="*/ 992696 h 1171575"/>
                <a:gd name="connsiteX3785" fmla="*/ 1806321 w 2143125"/>
                <a:gd name="connsiteY3785" fmla="*/ 991362 h 1171575"/>
                <a:gd name="connsiteX3786" fmla="*/ 1806321 w 2143125"/>
                <a:gd name="connsiteY3786" fmla="*/ 989933 h 1171575"/>
                <a:gd name="connsiteX3787" fmla="*/ 1806131 w 2143125"/>
                <a:gd name="connsiteY3787" fmla="*/ 988505 h 1171575"/>
                <a:gd name="connsiteX3788" fmla="*/ 1805750 w 2143125"/>
                <a:gd name="connsiteY3788" fmla="*/ 987266 h 1171575"/>
                <a:gd name="connsiteX3789" fmla="*/ 1805083 w 2143125"/>
                <a:gd name="connsiteY3789" fmla="*/ 986314 h 1171575"/>
                <a:gd name="connsiteX3790" fmla="*/ 1802987 w 2143125"/>
                <a:gd name="connsiteY3790" fmla="*/ 985266 h 1171575"/>
                <a:gd name="connsiteX3791" fmla="*/ 1800987 w 2143125"/>
                <a:gd name="connsiteY3791" fmla="*/ 984695 h 1171575"/>
                <a:gd name="connsiteX3792" fmla="*/ 1800130 w 2143125"/>
                <a:gd name="connsiteY3792" fmla="*/ 983552 h 1171575"/>
                <a:gd name="connsiteX3793" fmla="*/ 1802797 w 2143125"/>
                <a:gd name="connsiteY3793" fmla="*/ 978599 h 1171575"/>
                <a:gd name="connsiteX3794" fmla="*/ 1803654 w 2143125"/>
                <a:gd name="connsiteY3794" fmla="*/ 976313 h 1171575"/>
                <a:gd name="connsiteX3795" fmla="*/ 1803749 w 2143125"/>
                <a:gd name="connsiteY3795" fmla="*/ 973931 h 1171575"/>
                <a:gd name="connsiteX3796" fmla="*/ 1797558 w 2143125"/>
                <a:gd name="connsiteY3796" fmla="*/ 957548 h 1171575"/>
                <a:gd name="connsiteX3797" fmla="*/ 1791367 w 2143125"/>
                <a:gd name="connsiteY3797" fmla="*/ 941165 h 1171575"/>
                <a:gd name="connsiteX3798" fmla="*/ 1789462 w 2143125"/>
                <a:gd name="connsiteY3798" fmla="*/ 938308 h 1171575"/>
                <a:gd name="connsiteX3799" fmla="*/ 1788605 w 2143125"/>
                <a:gd name="connsiteY3799" fmla="*/ 936593 h 1171575"/>
                <a:gd name="connsiteX3800" fmla="*/ 1788033 w 2143125"/>
                <a:gd name="connsiteY3800" fmla="*/ 935069 h 1171575"/>
                <a:gd name="connsiteX3801" fmla="*/ 1788033 w 2143125"/>
                <a:gd name="connsiteY3801" fmla="*/ 935069 h 1171575"/>
                <a:gd name="connsiteX3802" fmla="*/ 1788033 w 2143125"/>
                <a:gd name="connsiteY3802" fmla="*/ 933545 h 1171575"/>
                <a:gd name="connsiteX3803" fmla="*/ 1787938 w 2143125"/>
                <a:gd name="connsiteY3803" fmla="*/ 932212 h 1171575"/>
                <a:gd name="connsiteX3804" fmla="*/ 1787652 w 2143125"/>
                <a:gd name="connsiteY3804" fmla="*/ 930974 h 1171575"/>
                <a:gd name="connsiteX3805" fmla="*/ 1787081 w 2143125"/>
                <a:gd name="connsiteY3805" fmla="*/ 929735 h 1171575"/>
                <a:gd name="connsiteX3806" fmla="*/ 1785366 w 2143125"/>
                <a:gd name="connsiteY3806" fmla="*/ 928021 h 1171575"/>
                <a:gd name="connsiteX3807" fmla="*/ 1784604 w 2143125"/>
                <a:gd name="connsiteY3807" fmla="*/ 926973 h 1171575"/>
                <a:gd name="connsiteX3808" fmla="*/ 1784318 w 2143125"/>
                <a:gd name="connsiteY3808" fmla="*/ 925640 h 1171575"/>
                <a:gd name="connsiteX3809" fmla="*/ 1784699 w 2143125"/>
                <a:gd name="connsiteY3809" fmla="*/ 922877 h 1171575"/>
                <a:gd name="connsiteX3810" fmla="*/ 1786128 w 2143125"/>
                <a:gd name="connsiteY3810" fmla="*/ 917639 h 1171575"/>
                <a:gd name="connsiteX3811" fmla="*/ 1786128 w 2143125"/>
                <a:gd name="connsiteY3811" fmla="*/ 914781 h 1171575"/>
                <a:gd name="connsiteX3812" fmla="*/ 1784033 w 2143125"/>
                <a:gd name="connsiteY3812" fmla="*/ 904018 h 1171575"/>
                <a:gd name="connsiteX3813" fmla="*/ 1783937 w 2143125"/>
                <a:gd name="connsiteY3813" fmla="*/ 901351 h 1171575"/>
                <a:gd name="connsiteX3814" fmla="*/ 1784318 w 2143125"/>
                <a:gd name="connsiteY3814" fmla="*/ 898303 h 1171575"/>
                <a:gd name="connsiteX3815" fmla="*/ 1785747 w 2143125"/>
                <a:gd name="connsiteY3815" fmla="*/ 892778 h 1171575"/>
                <a:gd name="connsiteX3816" fmla="*/ 1786604 w 2143125"/>
                <a:gd name="connsiteY3816" fmla="*/ 891159 h 1171575"/>
                <a:gd name="connsiteX3817" fmla="*/ 1786795 w 2143125"/>
                <a:gd name="connsiteY3817" fmla="*/ 890302 h 1171575"/>
                <a:gd name="connsiteX3818" fmla="*/ 1786414 w 2143125"/>
                <a:gd name="connsiteY3818" fmla="*/ 889349 h 1171575"/>
                <a:gd name="connsiteX3819" fmla="*/ 1785461 w 2143125"/>
                <a:gd name="connsiteY3819" fmla="*/ 888111 h 1171575"/>
                <a:gd name="connsiteX3820" fmla="*/ 1785176 w 2143125"/>
                <a:gd name="connsiteY3820" fmla="*/ 887444 h 1171575"/>
                <a:gd name="connsiteX3821" fmla="*/ 1785271 w 2143125"/>
                <a:gd name="connsiteY3821" fmla="*/ 886587 h 1171575"/>
                <a:gd name="connsiteX3822" fmla="*/ 1786318 w 2143125"/>
                <a:gd name="connsiteY3822" fmla="*/ 885254 h 1171575"/>
                <a:gd name="connsiteX3823" fmla="*/ 1788128 w 2143125"/>
                <a:gd name="connsiteY3823" fmla="*/ 884396 h 1171575"/>
                <a:gd name="connsiteX3824" fmla="*/ 1791557 w 2143125"/>
                <a:gd name="connsiteY3824" fmla="*/ 883634 h 1171575"/>
                <a:gd name="connsiteX3825" fmla="*/ 1792415 w 2143125"/>
                <a:gd name="connsiteY3825" fmla="*/ 883063 h 1171575"/>
                <a:gd name="connsiteX3826" fmla="*/ 1792700 w 2143125"/>
                <a:gd name="connsiteY3826" fmla="*/ 882110 h 1171575"/>
                <a:gd name="connsiteX3827" fmla="*/ 1792415 w 2143125"/>
                <a:gd name="connsiteY3827" fmla="*/ 881158 h 1171575"/>
                <a:gd name="connsiteX3828" fmla="*/ 1791557 w 2143125"/>
                <a:gd name="connsiteY3828" fmla="*/ 880586 h 1171575"/>
                <a:gd name="connsiteX3829" fmla="*/ 1783080 w 2143125"/>
                <a:gd name="connsiteY3829" fmla="*/ 877253 h 1171575"/>
                <a:gd name="connsiteX3830" fmla="*/ 1779842 w 2143125"/>
                <a:gd name="connsiteY3830" fmla="*/ 875538 h 1171575"/>
                <a:gd name="connsiteX3831" fmla="*/ 1778889 w 2143125"/>
                <a:gd name="connsiteY3831" fmla="*/ 875062 h 1171575"/>
                <a:gd name="connsiteX3832" fmla="*/ 1777460 w 2143125"/>
                <a:gd name="connsiteY3832" fmla="*/ 874871 h 1171575"/>
                <a:gd name="connsiteX3833" fmla="*/ 1768031 w 2143125"/>
                <a:gd name="connsiteY3833" fmla="*/ 876872 h 1171575"/>
                <a:gd name="connsiteX3834" fmla="*/ 1765554 w 2143125"/>
                <a:gd name="connsiteY3834" fmla="*/ 876681 h 1171575"/>
                <a:gd name="connsiteX3835" fmla="*/ 1759077 w 2143125"/>
                <a:gd name="connsiteY3835" fmla="*/ 872585 h 1171575"/>
                <a:gd name="connsiteX3836" fmla="*/ 1757743 w 2143125"/>
                <a:gd name="connsiteY3836" fmla="*/ 870776 h 1171575"/>
                <a:gd name="connsiteX3837" fmla="*/ 1758506 w 2143125"/>
                <a:gd name="connsiteY3837" fmla="*/ 868585 h 1171575"/>
                <a:gd name="connsiteX3838" fmla="*/ 1759553 w 2143125"/>
                <a:gd name="connsiteY3838" fmla="*/ 867728 h 1171575"/>
                <a:gd name="connsiteX3839" fmla="*/ 1762030 w 2143125"/>
                <a:gd name="connsiteY3839" fmla="*/ 866489 h 1171575"/>
                <a:gd name="connsiteX3840" fmla="*/ 1767268 w 2143125"/>
                <a:gd name="connsiteY3840" fmla="*/ 861917 h 1171575"/>
                <a:gd name="connsiteX3841" fmla="*/ 1767268 w 2143125"/>
                <a:gd name="connsiteY3841" fmla="*/ 861917 h 1171575"/>
                <a:gd name="connsiteX3842" fmla="*/ 1769269 w 2143125"/>
                <a:gd name="connsiteY3842" fmla="*/ 860012 h 1171575"/>
                <a:gd name="connsiteX3843" fmla="*/ 1771460 w 2143125"/>
                <a:gd name="connsiteY3843" fmla="*/ 859060 h 1171575"/>
                <a:gd name="connsiteX3844" fmla="*/ 1773746 w 2143125"/>
                <a:gd name="connsiteY3844" fmla="*/ 858869 h 1171575"/>
                <a:gd name="connsiteX3845" fmla="*/ 1777556 w 2143125"/>
                <a:gd name="connsiteY3845" fmla="*/ 859536 h 1171575"/>
                <a:gd name="connsiteX3846" fmla="*/ 1781366 w 2143125"/>
                <a:gd name="connsiteY3846" fmla="*/ 858012 h 1171575"/>
                <a:gd name="connsiteX3847" fmla="*/ 1785271 w 2143125"/>
                <a:gd name="connsiteY3847" fmla="*/ 858203 h 1171575"/>
                <a:gd name="connsiteX3848" fmla="*/ 1786604 w 2143125"/>
                <a:gd name="connsiteY3848" fmla="*/ 858012 h 1171575"/>
                <a:gd name="connsiteX3849" fmla="*/ 1787462 w 2143125"/>
                <a:gd name="connsiteY3849" fmla="*/ 857250 h 1171575"/>
                <a:gd name="connsiteX3850" fmla="*/ 1788414 w 2143125"/>
                <a:gd name="connsiteY3850" fmla="*/ 854583 h 1171575"/>
                <a:gd name="connsiteX3851" fmla="*/ 1789462 w 2143125"/>
                <a:gd name="connsiteY3851" fmla="*/ 853726 h 1171575"/>
                <a:gd name="connsiteX3852" fmla="*/ 1790605 w 2143125"/>
                <a:gd name="connsiteY3852" fmla="*/ 853535 h 1171575"/>
                <a:gd name="connsiteX3853" fmla="*/ 1794224 w 2143125"/>
                <a:gd name="connsiteY3853" fmla="*/ 853916 h 1171575"/>
                <a:gd name="connsiteX3854" fmla="*/ 1802702 w 2143125"/>
                <a:gd name="connsiteY3854" fmla="*/ 850773 h 1171575"/>
                <a:gd name="connsiteX3855" fmla="*/ 1805273 w 2143125"/>
                <a:gd name="connsiteY3855" fmla="*/ 850773 h 1171575"/>
                <a:gd name="connsiteX3856" fmla="*/ 1809560 w 2143125"/>
                <a:gd name="connsiteY3856" fmla="*/ 852106 h 1171575"/>
                <a:gd name="connsiteX3857" fmla="*/ 1810988 w 2143125"/>
                <a:gd name="connsiteY3857" fmla="*/ 852011 h 1171575"/>
                <a:gd name="connsiteX3858" fmla="*/ 1817465 w 2143125"/>
                <a:gd name="connsiteY3858" fmla="*/ 849440 h 1171575"/>
                <a:gd name="connsiteX3859" fmla="*/ 1819847 w 2143125"/>
                <a:gd name="connsiteY3859" fmla="*/ 849440 h 1171575"/>
                <a:gd name="connsiteX3860" fmla="*/ 1821942 w 2143125"/>
                <a:gd name="connsiteY3860" fmla="*/ 848678 h 1171575"/>
                <a:gd name="connsiteX3861" fmla="*/ 1826228 w 2143125"/>
                <a:gd name="connsiteY3861" fmla="*/ 846296 h 1171575"/>
                <a:gd name="connsiteX3862" fmla="*/ 1847183 w 2143125"/>
                <a:gd name="connsiteY3862" fmla="*/ 839724 h 1171575"/>
                <a:gd name="connsiteX3863" fmla="*/ 1851470 w 2143125"/>
                <a:gd name="connsiteY3863" fmla="*/ 836676 h 1171575"/>
                <a:gd name="connsiteX3864" fmla="*/ 1853756 w 2143125"/>
                <a:gd name="connsiteY3864" fmla="*/ 835628 h 1171575"/>
                <a:gd name="connsiteX3865" fmla="*/ 1855851 w 2143125"/>
                <a:gd name="connsiteY3865" fmla="*/ 836200 h 1171575"/>
                <a:gd name="connsiteX3866" fmla="*/ 1857661 w 2143125"/>
                <a:gd name="connsiteY3866" fmla="*/ 836295 h 1171575"/>
                <a:gd name="connsiteX3867" fmla="*/ 1858994 w 2143125"/>
                <a:gd name="connsiteY3867" fmla="*/ 838581 h 1171575"/>
                <a:gd name="connsiteX3868" fmla="*/ 1859852 w 2143125"/>
                <a:gd name="connsiteY3868" fmla="*/ 841629 h 1171575"/>
                <a:gd name="connsiteX3869" fmla="*/ 1860137 w 2143125"/>
                <a:gd name="connsiteY3869" fmla="*/ 844201 h 1171575"/>
                <a:gd name="connsiteX3870" fmla="*/ 1860233 w 2143125"/>
                <a:gd name="connsiteY3870" fmla="*/ 845915 h 1171575"/>
                <a:gd name="connsiteX3871" fmla="*/ 1860518 w 2143125"/>
                <a:gd name="connsiteY3871" fmla="*/ 846963 h 1171575"/>
                <a:gd name="connsiteX3872" fmla="*/ 1861280 w 2143125"/>
                <a:gd name="connsiteY3872" fmla="*/ 847439 h 1171575"/>
                <a:gd name="connsiteX3873" fmla="*/ 1864900 w 2143125"/>
                <a:gd name="connsiteY3873" fmla="*/ 848011 h 1171575"/>
                <a:gd name="connsiteX3874" fmla="*/ 1865757 w 2143125"/>
                <a:gd name="connsiteY3874" fmla="*/ 848582 h 1171575"/>
                <a:gd name="connsiteX3875" fmla="*/ 1866805 w 2143125"/>
                <a:gd name="connsiteY3875" fmla="*/ 849725 h 1171575"/>
                <a:gd name="connsiteX3876" fmla="*/ 1868900 w 2143125"/>
                <a:gd name="connsiteY3876" fmla="*/ 850773 h 1171575"/>
                <a:gd name="connsiteX3877" fmla="*/ 1871567 w 2143125"/>
                <a:gd name="connsiteY3877" fmla="*/ 850106 h 1171575"/>
                <a:gd name="connsiteX3878" fmla="*/ 1881664 w 2143125"/>
                <a:gd name="connsiteY3878" fmla="*/ 844963 h 1171575"/>
                <a:gd name="connsiteX3879" fmla="*/ 1884521 w 2143125"/>
                <a:gd name="connsiteY3879" fmla="*/ 844201 h 1171575"/>
                <a:gd name="connsiteX3880" fmla="*/ 1887093 w 2143125"/>
                <a:gd name="connsiteY3880" fmla="*/ 844487 h 1171575"/>
                <a:gd name="connsiteX3881" fmla="*/ 1889570 w 2143125"/>
                <a:gd name="connsiteY3881" fmla="*/ 846201 h 1171575"/>
                <a:gd name="connsiteX3882" fmla="*/ 1894046 w 2143125"/>
                <a:gd name="connsiteY3882" fmla="*/ 851249 h 1171575"/>
                <a:gd name="connsiteX3883" fmla="*/ 1896618 w 2143125"/>
                <a:gd name="connsiteY3883" fmla="*/ 852869 h 1171575"/>
                <a:gd name="connsiteX3884" fmla="*/ 1899952 w 2143125"/>
                <a:gd name="connsiteY3884" fmla="*/ 852297 h 1171575"/>
                <a:gd name="connsiteX3885" fmla="*/ 1902333 w 2143125"/>
                <a:gd name="connsiteY3885" fmla="*/ 848297 h 1171575"/>
                <a:gd name="connsiteX3886" fmla="*/ 1903857 w 2143125"/>
                <a:gd name="connsiteY3886" fmla="*/ 842963 h 1171575"/>
                <a:gd name="connsiteX3887" fmla="*/ 1904905 w 2143125"/>
                <a:gd name="connsiteY3887" fmla="*/ 836200 h 1171575"/>
                <a:gd name="connsiteX3888" fmla="*/ 1905000 w 2143125"/>
                <a:gd name="connsiteY3888" fmla="*/ 833247 h 1171575"/>
                <a:gd name="connsiteX3889" fmla="*/ 1904810 w 2143125"/>
                <a:gd name="connsiteY3889" fmla="*/ 830485 h 1171575"/>
                <a:gd name="connsiteX3890" fmla="*/ 1903952 w 2143125"/>
                <a:gd name="connsiteY3890" fmla="*/ 829056 h 1171575"/>
                <a:gd name="connsiteX3891" fmla="*/ 1898523 w 2143125"/>
                <a:gd name="connsiteY3891" fmla="*/ 826770 h 1171575"/>
                <a:gd name="connsiteX3892" fmla="*/ 1890617 w 2143125"/>
                <a:gd name="connsiteY3892" fmla="*/ 825627 h 1171575"/>
                <a:gd name="connsiteX3893" fmla="*/ 1888808 w 2143125"/>
                <a:gd name="connsiteY3893" fmla="*/ 824675 h 1171575"/>
                <a:gd name="connsiteX3894" fmla="*/ 1888808 w 2143125"/>
                <a:gd name="connsiteY3894" fmla="*/ 824675 h 1171575"/>
                <a:gd name="connsiteX3895" fmla="*/ 1888808 w 2143125"/>
                <a:gd name="connsiteY3895" fmla="*/ 824675 h 1171575"/>
                <a:gd name="connsiteX3896" fmla="*/ 1886903 w 2143125"/>
                <a:gd name="connsiteY3896" fmla="*/ 821722 h 1171575"/>
                <a:gd name="connsiteX3897" fmla="*/ 1887188 w 2143125"/>
                <a:gd name="connsiteY3897" fmla="*/ 820103 h 1171575"/>
                <a:gd name="connsiteX3898" fmla="*/ 1887569 w 2143125"/>
                <a:gd name="connsiteY3898" fmla="*/ 818007 h 1171575"/>
                <a:gd name="connsiteX3899" fmla="*/ 1889189 w 2143125"/>
                <a:gd name="connsiteY3899" fmla="*/ 814102 h 1171575"/>
                <a:gd name="connsiteX3900" fmla="*/ 1891093 w 2143125"/>
                <a:gd name="connsiteY3900" fmla="*/ 806672 h 1171575"/>
                <a:gd name="connsiteX3901" fmla="*/ 1895094 w 2143125"/>
                <a:gd name="connsiteY3901" fmla="*/ 799814 h 1171575"/>
                <a:gd name="connsiteX3902" fmla="*/ 1896618 w 2143125"/>
                <a:gd name="connsiteY3902" fmla="*/ 796195 h 1171575"/>
                <a:gd name="connsiteX3903" fmla="*/ 1897285 w 2143125"/>
                <a:gd name="connsiteY3903" fmla="*/ 794004 h 1171575"/>
                <a:gd name="connsiteX3904" fmla="*/ 1898714 w 2143125"/>
                <a:gd name="connsiteY3904" fmla="*/ 787051 h 1171575"/>
                <a:gd name="connsiteX3905" fmla="*/ 1898714 w 2143125"/>
                <a:gd name="connsiteY3905" fmla="*/ 787051 h 1171575"/>
                <a:gd name="connsiteX3906" fmla="*/ 1900047 w 2143125"/>
                <a:gd name="connsiteY3906" fmla="*/ 776573 h 1171575"/>
                <a:gd name="connsiteX3907" fmla="*/ 1901476 w 2143125"/>
                <a:gd name="connsiteY3907" fmla="*/ 771620 h 1171575"/>
                <a:gd name="connsiteX3908" fmla="*/ 1903571 w 2143125"/>
                <a:gd name="connsiteY3908" fmla="*/ 767144 h 1171575"/>
                <a:gd name="connsiteX3909" fmla="*/ 1907096 w 2143125"/>
                <a:gd name="connsiteY3909" fmla="*/ 761333 h 1171575"/>
                <a:gd name="connsiteX3910" fmla="*/ 1907858 w 2143125"/>
                <a:gd name="connsiteY3910" fmla="*/ 758952 h 1171575"/>
                <a:gd name="connsiteX3911" fmla="*/ 1908524 w 2143125"/>
                <a:gd name="connsiteY3911" fmla="*/ 754856 h 1171575"/>
                <a:gd name="connsiteX3912" fmla="*/ 1908905 w 2143125"/>
                <a:gd name="connsiteY3912" fmla="*/ 753523 h 1171575"/>
                <a:gd name="connsiteX3913" fmla="*/ 1911001 w 2143125"/>
                <a:gd name="connsiteY3913" fmla="*/ 749046 h 1171575"/>
                <a:gd name="connsiteX3914" fmla="*/ 1915859 w 2143125"/>
                <a:gd name="connsiteY3914" fmla="*/ 730758 h 1171575"/>
                <a:gd name="connsiteX3915" fmla="*/ 1923574 w 2143125"/>
                <a:gd name="connsiteY3915" fmla="*/ 714661 h 1171575"/>
                <a:gd name="connsiteX3916" fmla="*/ 1923860 w 2143125"/>
                <a:gd name="connsiteY3916" fmla="*/ 713423 h 1171575"/>
                <a:gd name="connsiteX3917" fmla="*/ 1923955 w 2143125"/>
                <a:gd name="connsiteY3917" fmla="*/ 712089 h 1171575"/>
                <a:gd name="connsiteX3918" fmla="*/ 1923669 w 2143125"/>
                <a:gd name="connsiteY3918" fmla="*/ 710756 h 1171575"/>
                <a:gd name="connsiteX3919" fmla="*/ 1923479 w 2143125"/>
                <a:gd name="connsiteY3919" fmla="*/ 709231 h 1171575"/>
                <a:gd name="connsiteX3920" fmla="*/ 1923764 w 2143125"/>
                <a:gd name="connsiteY3920" fmla="*/ 707708 h 1171575"/>
                <a:gd name="connsiteX3921" fmla="*/ 1924526 w 2143125"/>
                <a:gd name="connsiteY3921" fmla="*/ 704850 h 1171575"/>
                <a:gd name="connsiteX3922" fmla="*/ 1924526 w 2143125"/>
                <a:gd name="connsiteY3922" fmla="*/ 703993 h 1171575"/>
                <a:gd name="connsiteX3923" fmla="*/ 1924145 w 2143125"/>
                <a:gd name="connsiteY3923" fmla="*/ 702469 h 1171575"/>
                <a:gd name="connsiteX3924" fmla="*/ 1924050 w 2143125"/>
                <a:gd name="connsiteY3924" fmla="*/ 701707 h 1171575"/>
                <a:gd name="connsiteX3925" fmla="*/ 1924241 w 2143125"/>
                <a:gd name="connsiteY3925" fmla="*/ 700850 h 1171575"/>
                <a:gd name="connsiteX3926" fmla="*/ 1924812 w 2143125"/>
                <a:gd name="connsiteY3926" fmla="*/ 699230 h 1171575"/>
                <a:gd name="connsiteX3927" fmla="*/ 1925003 w 2143125"/>
                <a:gd name="connsiteY3927" fmla="*/ 698373 h 1171575"/>
                <a:gd name="connsiteX3928" fmla="*/ 1924907 w 2143125"/>
                <a:gd name="connsiteY3928" fmla="*/ 695230 h 1171575"/>
                <a:gd name="connsiteX3929" fmla="*/ 1925288 w 2143125"/>
                <a:gd name="connsiteY3929" fmla="*/ 694373 h 1171575"/>
                <a:gd name="connsiteX3930" fmla="*/ 1926622 w 2143125"/>
                <a:gd name="connsiteY3930" fmla="*/ 693706 h 1171575"/>
                <a:gd name="connsiteX3931" fmla="*/ 1927955 w 2143125"/>
                <a:gd name="connsiteY3931" fmla="*/ 693420 h 1171575"/>
                <a:gd name="connsiteX3932" fmla="*/ 1929384 w 2143125"/>
                <a:gd name="connsiteY3932" fmla="*/ 693325 h 1171575"/>
                <a:gd name="connsiteX3933" fmla="*/ 1930813 w 2143125"/>
                <a:gd name="connsiteY3933" fmla="*/ 693515 h 1171575"/>
                <a:gd name="connsiteX3934" fmla="*/ 1932051 w 2143125"/>
                <a:gd name="connsiteY3934" fmla="*/ 693992 h 1171575"/>
                <a:gd name="connsiteX3935" fmla="*/ 1934813 w 2143125"/>
                <a:gd name="connsiteY3935" fmla="*/ 696373 h 1171575"/>
                <a:gd name="connsiteX3936" fmla="*/ 1935861 w 2143125"/>
                <a:gd name="connsiteY3936" fmla="*/ 697040 h 1171575"/>
                <a:gd name="connsiteX3937" fmla="*/ 1940719 w 2143125"/>
                <a:gd name="connsiteY3937" fmla="*/ 698087 h 1171575"/>
                <a:gd name="connsiteX3938" fmla="*/ 1942814 w 2143125"/>
                <a:gd name="connsiteY3938" fmla="*/ 699135 h 1171575"/>
                <a:gd name="connsiteX3939" fmla="*/ 1951863 w 2143125"/>
                <a:gd name="connsiteY3939" fmla="*/ 705136 h 1171575"/>
                <a:gd name="connsiteX3940" fmla="*/ 1971961 w 2143125"/>
                <a:gd name="connsiteY3940" fmla="*/ 712280 h 1171575"/>
                <a:gd name="connsiteX3941" fmla="*/ 1976914 w 2143125"/>
                <a:gd name="connsiteY3941" fmla="*/ 712280 h 1171575"/>
                <a:gd name="connsiteX3942" fmla="*/ 1980629 w 2143125"/>
                <a:gd name="connsiteY3942" fmla="*/ 713042 h 1171575"/>
                <a:gd name="connsiteX3943" fmla="*/ 1981867 w 2143125"/>
                <a:gd name="connsiteY3943" fmla="*/ 712851 h 1171575"/>
                <a:gd name="connsiteX3944" fmla="*/ 1985201 w 2143125"/>
                <a:gd name="connsiteY3944" fmla="*/ 710851 h 1171575"/>
                <a:gd name="connsiteX3945" fmla="*/ 1985201 w 2143125"/>
                <a:gd name="connsiteY3945" fmla="*/ 710851 h 1171575"/>
                <a:gd name="connsiteX3946" fmla="*/ 1985201 w 2143125"/>
                <a:gd name="connsiteY3946" fmla="*/ 710851 h 1171575"/>
                <a:gd name="connsiteX3947" fmla="*/ 1985201 w 2143125"/>
                <a:gd name="connsiteY3947" fmla="*/ 710851 h 1171575"/>
                <a:gd name="connsiteX3948" fmla="*/ 1990820 w 2143125"/>
                <a:gd name="connsiteY3948" fmla="*/ 710279 h 1171575"/>
                <a:gd name="connsiteX3949" fmla="*/ 1997297 w 2143125"/>
                <a:gd name="connsiteY3949" fmla="*/ 710851 h 1171575"/>
                <a:gd name="connsiteX3950" fmla="*/ 1997297 w 2143125"/>
                <a:gd name="connsiteY3950" fmla="*/ 710851 h 1171575"/>
                <a:gd name="connsiteX3951" fmla="*/ 1998155 w 2143125"/>
                <a:gd name="connsiteY3951" fmla="*/ 710756 h 1171575"/>
                <a:gd name="connsiteX3952" fmla="*/ 1999012 w 2143125"/>
                <a:gd name="connsiteY3952" fmla="*/ 710851 h 1171575"/>
                <a:gd name="connsiteX3953" fmla="*/ 2001869 w 2143125"/>
                <a:gd name="connsiteY3953" fmla="*/ 712184 h 1171575"/>
                <a:gd name="connsiteX3954" fmla="*/ 2004251 w 2143125"/>
                <a:gd name="connsiteY3954" fmla="*/ 712565 h 1171575"/>
                <a:gd name="connsiteX3955" fmla="*/ 2009299 w 2143125"/>
                <a:gd name="connsiteY3955" fmla="*/ 711327 h 1171575"/>
                <a:gd name="connsiteX3956" fmla="*/ 2011775 w 2143125"/>
                <a:gd name="connsiteY3956" fmla="*/ 711518 h 1171575"/>
                <a:gd name="connsiteX3957" fmla="*/ 2013680 w 2143125"/>
                <a:gd name="connsiteY3957" fmla="*/ 712565 h 1171575"/>
                <a:gd name="connsiteX3958" fmla="*/ 2015395 w 2143125"/>
                <a:gd name="connsiteY3958" fmla="*/ 714280 h 1171575"/>
                <a:gd name="connsiteX3959" fmla="*/ 2016443 w 2143125"/>
                <a:gd name="connsiteY3959" fmla="*/ 716566 h 1171575"/>
                <a:gd name="connsiteX3960" fmla="*/ 2016347 w 2143125"/>
                <a:gd name="connsiteY3960" fmla="*/ 719328 h 1171575"/>
                <a:gd name="connsiteX3961" fmla="*/ 2015776 w 2143125"/>
                <a:gd name="connsiteY3961" fmla="*/ 720566 h 1171575"/>
                <a:gd name="connsiteX3962" fmla="*/ 2015014 w 2143125"/>
                <a:gd name="connsiteY3962" fmla="*/ 721805 h 1171575"/>
                <a:gd name="connsiteX3963" fmla="*/ 2014538 w 2143125"/>
                <a:gd name="connsiteY3963" fmla="*/ 722948 h 1171575"/>
                <a:gd name="connsiteX3964" fmla="*/ 2014728 w 2143125"/>
                <a:gd name="connsiteY3964" fmla="*/ 723995 h 1171575"/>
                <a:gd name="connsiteX3965" fmla="*/ 2015776 w 2143125"/>
                <a:gd name="connsiteY3965" fmla="*/ 724472 h 1171575"/>
                <a:gd name="connsiteX3966" fmla="*/ 2017205 w 2143125"/>
                <a:gd name="connsiteY3966" fmla="*/ 724186 h 1171575"/>
                <a:gd name="connsiteX3967" fmla="*/ 2021015 w 2143125"/>
                <a:gd name="connsiteY3967" fmla="*/ 722567 h 1171575"/>
                <a:gd name="connsiteX3968" fmla="*/ 2025015 w 2143125"/>
                <a:gd name="connsiteY3968" fmla="*/ 721709 h 1171575"/>
                <a:gd name="connsiteX3969" fmla="*/ 2026063 w 2143125"/>
                <a:gd name="connsiteY3969" fmla="*/ 720947 h 1171575"/>
                <a:gd name="connsiteX3970" fmla="*/ 2027301 w 2143125"/>
                <a:gd name="connsiteY3970" fmla="*/ 718661 h 1171575"/>
                <a:gd name="connsiteX3971" fmla="*/ 2028158 w 2143125"/>
                <a:gd name="connsiteY3971" fmla="*/ 717804 h 1171575"/>
                <a:gd name="connsiteX3972" fmla="*/ 2028920 w 2143125"/>
                <a:gd name="connsiteY3972" fmla="*/ 717328 h 1171575"/>
                <a:gd name="connsiteX3973" fmla="*/ 2031302 w 2143125"/>
                <a:gd name="connsiteY3973" fmla="*/ 716756 h 1171575"/>
                <a:gd name="connsiteX3974" fmla="*/ 2031968 w 2143125"/>
                <a:gd name="connsiteY3974" fmla="*/ 716280 h 1171575"/>
                <a:gd name="connsiteX3975" fmla="*/ 2033492 w 2143125"/>
                <a:gd name="connsiteY3975" fmla="*/ 714566 h 1171575"/>
                <a:gd name="connsiteX3976" fmla="*/ 2037112 w 2143125"/>
                <a:gd name="connsiteY3976" fmla="*/ 711899 h 1171575"/>
                <a:gd name="connsiteX3977" fmla="*/ 2038255 w 2143125"/>
                <a:gd name="connsiteY3977" fmla="*/ 710756 h 1171575"/>
                <a:gd name="connsiteX3978" fmla="*/ 2039493 w 2143125"/>
                <a:gd name="connsiteY3978" fmla="*/ 708470 h 1171575"/>
                <a:gd name="connsiteX3979" fmla="*/ 2040255 w 2143125"/>
                <a:gd name="connsiteY3979" fmla="*/ 707708 h 1171575"/>
                <a:gd name="connsiteX3980" fmla="*/ 2041303 w 2143125"/>
                <a:gd name="connsiteY3980" fmla="*/ 707136 h 1171575"/>
                <a:gd name="connsiteX3981" fmla="*/ 2042351 w 2143125"/>
                <a:gd name="connsiteY3981" fmla="*/ 706946 h 1171575"/>
                <a:gd name="connsiteX3982" fmla="*/ 2045399 w 2143125"/>
                <a:gd name="connsiteY3982" fmla="*/ 707327 h 1171575"/>
                <a:gd name="connsiteX3983" fmla="*/ 2052161 w 2143125"/>
                <a:gd name="connsiteY3983" fmla="*/ 706279 h 1171575"/>
                <a:gd name="connsiteX3984" fmla="*/ 2055686 w 2143125"/>
                <a:gd name="connsiteY3984" fmla="*/ 706374 h 1171575"/>
                <a:gd name="connsiteX3985" fmla="*/ 2056067 w 2143125"/>
                <a:gd name="connsiteY3985" fmla="*/ 705422 h 1171575"/>
                <a:gd name="connsiteX3986" fmla="*/ 2056162 w 2143125"/>
                <a:gd name="connsiteY3986" fmla="*/ 703993 h 1171575"/>
                <a:gd name="connsiteX3987" fmla="*/ 2056638 w 2143125"/>
                <a:gd name="connsiteY3987" fmla="*/ 702659 h 1171575"/>
                <a:gd name="connsiteX3988" fmla="*/ 2057305 w 2143125"/>
                <a:gd name="connsiteY3988" fmla="*/ 701612 h 1171575"/>
                <a:gd name="connsiteX3989" fmla="*/ 2057781 w 2143125"/>
                <a:gd name="connsiteY3989" fmla="*/ 700564 h 1171575"/>
                <a:gd name="connsiteX3990" fmla="*/ 2058067 w 2143125"/>
                <a:gd name="connsiteY3990" fmla="*/ 699421 h 1171575"/>
                <a:gd name="connsiteX3991" fmla="*/ 2058257 w 2143125"/>
                <a:gd name="connsiteY3991" fmla="*/ 697992 h 1171575"/>
                <a:gd name="connsiteX3992" fmla="*/ 2058734 w 2143125"/>
                <a:gd name="connsiteY3992" fmla="*/ 696658 h 1171575"/>
                <a:gd name="connsiteX3993" fmla="*/ 2059781 w 2143125"/>
                <a:gd name="connsiteY3993" fmla="*/ 695897 h 1171575"/>
                <a:gd name="connsiteX3994" fmla="*/ 2061020 w 2143125"/>
                <a:gd name="connsiteY3994" fmla="*/ 695516 h 1171575"/>
                <a:gd name="connsiteX3995" fmla="*/ 2063401 w 2143125"/>
                <a:gd name="connsiteY3995" fmla="*/ 695230 h 1171575"/>
                <a:gd name="connsiteX3996" fmla="*/ 2064068 w 2143125"/>
                <a:gd name="connsiteY3996" fmla="*/ 694563 h 1171575"/>
                <a:gd name="connsiteX3997" fmla="*/ 2064353 w 2143125"/>
                <a:gd name="connsiteY3997" fmla="*/ 693420 h 1171575"/>
                <a:gd name="connsiteX3998" fmla="*/ 2064544 w 2143125"/>
                <a:gd name="connsiteY3998" fmla="*/ 691801 h 1171575"/>
                <a:gd name="connsiteX3999" fmla="*/ 2065115 w 2143125"/>
                <a:gd name="connsiteY3999" fmla="*/ 689229 h 1171575"/>
                <a:gd name="connsiteX4000" fmla="*/ 2065115 w 2143125"/>
                <a:gd name="connsiteY4000" fmla="*/ 687991 h 1171575"/>
                <a:gd name="connsiteX4001" fmla="*/ 2064639 w 2143125"/>
                <a:gd name="connsiteY4001" fmla="*/ 686562 h 1171575"/>
                <a:gd name="connsiteX4002" fmla="*/ 2064449 w 2143125"/>
                <a:gd name="connsiteY4002" fmla="*/ 685229 h 1171575"/>
                <a:gd name="connsiteX4003" fmla="*/ 2064830 w 2143125"/>
                <a:gd name="connsiteY4003" fmla="*/ 683800 h 1171575"/>
                <a:gd name="connsiteX4004" fmla="*/ 2065115 w 2143125"/>
                <a:gd name="connsiteY4004" fmla="*/ 682276 h 1171575"/>
                <a:gd name="connsiteX4005" fmla="*/ 2064639 w 2143125"/>
                <a:gd name="connsiteY4005" fmla="*/ 680656 h 1171575"/>
                <a:gd name="connsiteX4006" fmla="*/ 2060924 w 2143125"/>
                <a:gd name="connsiteY4006" fmla="*/ 674561 h 1171575"/>
                <a:gd name="connsiteX4007" fmla="*/ 2060067 w 2143125"/>
                <a:gd name="connsiteY4007" fmla="*/ 672275 h 1171575"/>
                <a:gd name="connsiteX4008" fmla="*/ 2060067 w 2143125"/>
                <a:gd name="connsiteY4008" fmla="*/ 672275 h 1171575"/>
                <a:gd name="connsiteX4009" fmla="*/ 2059781 w 2143125"/>
                <a:gd name="connsiteY4009" fmla="*/ 669893 h 1171575"/>
                <a:gd name="connsiteX4010" fmla="*/ 2060639 w 2143125"/>
                <a:gd name="connsiteY4010" fmla="*/ 664655 h 1171575"/>
                <a:gd name="connsiteX4011" fmla="*/ 2060639 w 2143125"/>
                <a:gd name="connsiteY4011" fmla="*/ 662083 h 1171575"/>
                <a:gd name="connsiteX4012" fmla="*/ 2056447 w 2143125"/>
                <a:gd name="connsiteY4012" fmla="*/ 638937 h 1171575"/>
                <a:gd name="connsiteX4013" fmla="*/ 2056543 w 2143125"/>
                <a:gd name="connsiteY4013" fmla="*/ 637032 h 1171575"/>
                <a:gd name="connsiteX4014" fmla="*/ 2057114 w 2143125"/>
                <a:gd name="connsiteY4014" fmla="*/ 635318 h 1171575"/>
                <a:gd name="connsiteX4015" fmla="*/ 2058067 w 2143125"/>
                <a:gd name="connsiteY4015" fmla="*/ 633222 h 1171575"/>
                <a:gd name="connsiteX4016" fmla="*/ 2058829 w 2143125"/>
                <a:gd name="connsiteY4016" fmla="*/ 630269 h 1171575"/>
                <a:gd name="connsiteX4017" fmla="*/ 2060162 w 2143125"/>
                <a:gd name="connsiteY4017" fmla="*/ 621602 h 1171575"/>
                <a:gd name="connsiteX4018" fmla="*/ 2067116 w 2143125"/>
                <a:gd name="connsiteY4018" fmla="*/ 604457 h 1171575"/>
                <a:gd name="connsiteX4019" fmla="*/ 2068640 w 2143125"/>
                <a:gd name="connsiteY4019" fmla="*/ 601980 h 1171575"/>
                <a:gd name="connsiteX4020" fmla="*/ 2070545 w 2143125"/>
                <a:gd name="connsiteY4020" fmla="*/ 600551 h 1171575"/>
                <a:gd name="connsiteX4021" fmla="*/ 2082260 w 2143125"/>
                <a:gd name="connsiteY4021" fmla="*/ 598837 h 1171575"/>
                <a:gd name="connsiteX4022" fmla="*/ 2092071 w 2143125"/>
                <a:gd name="connsiteY4022" fmla="*/ 599694 h 1171575"/>
                <a:gd name="connsiteX4023" fmla="*/ 2094929 w 2143125"/>
                <a:gd name="connsiteY4023" fmla="*/ 598170 h 1171575"/>
                <a:gd name="connsiteX4024" fmla="*/ 2097024 w 2143125"/>
                <a:gd name="connsiteY4024" fmla="*/ 595598 h 1171575"/>
                <a:gd name="connsiteX4025" fmla="*/ 2098167 w 2143125"/>
                <a:gd name="connsiteY4025" fmla="*/ 594551 h 1171575"/>
                <a:gd name="connsiteX4026" fmla="*/ 2099596 w 2143125"/>
                <a:gd name="connsiteY4026" fmla="*/ 593979 h 1171575"/>
                <a:gd name="connsiteX4027" fmla="*/ 2104739 w 2143125"/>
                <a:gd name="connsiteY4027" fmla="*/ 594360 h 1171575"/>
                <a:gd name="connsiteX4028" fmla="*/ 2110835 w 2143125"/>
                <a:gd name="connsiteY4028" fmla="*/ 591884 h 1171575"/>
                <a:gd name="connsiteX4029" fmla="*/ 2111788 w 2143125"/>
                <a:gd name="connsiteY4029" fmla="*/ 591122 h 1171575"/>
                <a:gd name="connsiteX4030" fmla="*/ 2112359 w 2143125"/>
                <a:gd name="connsiteY4030" fmla="*/ 590169 h 1171575"/>
                <a:gd name="connsiteX4031" fmla="*/ 2113312 w 2143125"/>
                <a:gd name="connsiteY4031" fmla="*/ 587407 h 1171575"/>
                <a:gd name="connsiteX4032" fmla="*/ 2113979 w 2143125"/>
                <a:gd name="connsiteY4032" fmla="*/ 586169 h 1171575"/>
                <a:gd name="connsiteX4033" fmla="*/ 2114836 w 2143125"/>
                <a:gd name="connsiteY4033" fmla="*/ 585121 h 1171575"/>
                <a:gd name="connsiteX4034" fmla="*/ 2117312 w 2143125"/>
                <a:gd name="connsiteY4034" fmla="*/ 582644 h 1171575"/>
                <a:gd name="connsiteX4035" fmla="*/ 2121313 w 2143125"/>
                <a:gd name="connsiteY4035" fmla="*/ 577120 h 1171575"/>
                <a:gd name="connsiteX4036" fmla="*/ 2121694 w 2143125"/>
                <a:gd name="connsiteY4036" fmla="*/ 576167 h 1171575"/>
                <a:gd name="connsiteX4037" fmla="*/ 2121694 w 2143125"/>
                <a:gd name="connsiteY4037" fmla="*/ 575120 h 1171575"/>
                <a:gd name="connsiteX4038" fmla="*/ 2121122 w 2143125"/>
                <a:gd name="connsiteY4038" fmla="*/ 571691 h 1171575"/>
                <a:gd name="connsiteX4039" fmla="*/ 2121027 w 2143125"/>
                <a:gd name="connsiteY4039" fmla="*/ 570738 h 1171575"/>
                <a:gd name="connsiteX4040" fmla="*/ 2121408 w 2143125"/>
                <a:gd name="connsiteY4040" fmla="*/ 569976 h 1171575"/>
                <a:gd name="connsiteX4041" fmla="*/ 2122361 w 2143125"/>
                <a:gd name="connsiteY4041" fmla="*/ 568833 h 1171575"/>
                <a:gd name="connsiteX4042" fmla="*/ 2123694 w 2143125"/>
                <a:gd name="connsiteY4042" fmla="*/ 566357 h 1171575"/>
                <a:gd name="connsiteX4043" fmla="*/ 2122837 w 2143125"/>
                <a:gd name="connsiteY4043" fmla="*/ 564833 h 1171575"/>
                <a:gd name="connsiteX4044" fmla="*/ 2121122 w 2143125"/>
                <a:gd name="connsiteY4044" fmla="*/ 563213 h 1171575"/>
                <a:gd name="connsiteX4045" fmla="*/ 2119884 w 2143125"/>
                <a:gd name="connsiteY4045" fmla="*/ 560546 h 1171575"/>
                <a:gd name="connsiteX4046" fmla="*/ 2119503 w 2143125"/>
                <a:gd name="connsiteY4046" fmla="*/ 558546 h 1171575"/>
                <a:gd name="connsiteX4047" fmla="*/ 2119408 w 2143125"/>
                <a:gd name="connsiteY4047" fmla="*/ 557213 h 1171575"/>
                <a:gd name="connsiteX4048" fmla="*/ 2119598 w 2143125"/>
                <a:gd name="connsiteY4048" fmla="*/ 555974 h 1171575"/>
                <a:gd name="connsiteX4049" fmla="*/ 2120360 w 2143125"/>
                <a:gd name="connsiteY4049" fmla="*/ 554355 h 1171575"/>
                <a:gd name="connsiteX4050" fmla="*/ 2121218 w 2143125"/>
                <a:gd name="connsiteY4050" fmla="*/ 552926 h 1171575"/>
                <a:gd name="connsiteX4051" fmla="*/ 2122075 w 2143125"/>
                <a:gd name="connsiteY4051" fmla="*/ 551974 h 1171575"/>
                <a:gd name="connsiteX4052" fmla="*/ 2124075 w 2143125"/>
                <a:gd name="connsiteY4052" fmla="*/ 550164 h 1171575"/>
                <a:gd name="connsiteX4053" fmla="*/ 2125028 w 2143125"/>
                <a:gd name="connsiteY4053" fmla="*/ 548831 h 1171575"/>
                <a:gd name="connsiteX4054" fmla="*/ 2126171 w 2143125"/>
                <a:gd name="connsiteY4054" fmla="*/ 545973 h 1171575"/>
                <a:gd name="connsiteX4055" fmla="*/ 2127314 w 2143125"/>
                <a:gd name="connsiteY4055" fmla="*/ 545021 h 1171575"/>
                <a:gd name="connsiteX4056" fmla="*/ 2128742 w 2143125"/>
                <a:gd name="connsiteY4056" fmla="*/ 544925 h 1171575"/>
                <a:gd name="connsiteX4057" fmla="*/ 2131886 w 2143125"/>
                <a:gd name="connsiteY4057" fmla="*/ 545878 h 1171575"/>
                <a:gd name="connsiteX4058" fmla="*/ 2133410 w 2143125"/>
                <a:gd name="connsiteY4058" fmla="*/ 546068 h 1171575"/>
                <a:gd name="connsiteX4059" fmla="*/ 2140839 w 2143125"/>
                <a:gd name="connsiteY4059" fmla="*/ 543116 h 1171575"/>
                <a:gd name="connsiteX4060" fmla="*/ 2143220 w 2143125"/>
                <a:gd name="connsiteY4060" fmla="*/ 543687 h 1171575"/>
                <a:gd name="connsiteX4061" fmla="*/ 2145221 w 2143125"/>
                <a:gd name="connsiteY4061" fmla="*/ 544830 h 1171575"/>
                <a:gd name="connsiteX4062" fmla="*/ 2151698 w 2143125"/>
                <a:gd name="connsiteY4062" fmla="*/ 546735 h 1171575"/>
                <a:gd name="connsiteX4063" fmla="*/ 2151031 w 2143125"/>
                <a:gd name="connsiteY4063" fmla="*/ 544068 h 1171575"/>
                <a:gd name="connsiteX4064" fmla="*/ 321469 w 2143125"/>
                <a:gd name="connsiteY4064" fmla="*/ 823913 h 1171575"/>
                <a:gd name="connsiteX4065" fmla="*/ 320612 w 2143125"/>
                <a:gd name="connsiteY4065" fmla="*/ 824579 h 1171575"/>
                <a:gd name="connsiteX4066" fmla="*/ 319850 w 2143125"/>
                <a:gd name="connsiteY4066" fmla="*/ 825722 h 1171575"/>
                <a:gd name="connsiteX4067" fmla="*/ 320326 w 2143125"/>
                <a:gd name="connsiteY4067" fmla="*/ 827342 h 1171575"/>
                <a:gd name="connsiteX4068" fmla="*/ 321754 w 2143125"/>
                <a:gd name="connsiteY4068" fmla="*/ 829151 h 1171575"/>
                <a:gd name="connsiteX4069" fmla="*/ 323850 w 2143125"/>
                <a:gd name="connsiteY4069" fmla="*/ 830866 h 1171575"/>
                <a:gd name="connsiteX4070" fmla="*/ 326422 w 2143125"/>
                <a:gd name="connsiteY4070" fmla="*/ 831818 h 1171575"/>
                <a:gd name="connsiteX4071" fmla="*/ 327755 w 2143125"/>
                <a:gd name="connsiteY4071" fmla="*/ 831247 h 1171575"/>
                <a:gd name="connsiteX4072" fmla="*/ 327755 w 2143125"/>
                <a:gd name="connsiteY4072" fmla="*/ 829723 h 1171575"/>
                <a:gd name="connsiteX4073" fmla="*/ 327565 w 2143125"/>
                <a:gd name="connsiteY4073" fmla="*/ 828485 h 1171575"/>
                <a:gd name="connsiteX4074" fmla="*/ 327279 w 2143125"/>
                <a:gd name="connsiteY4074" fmla="*/ 827151 h 1171575"/>
                <a:gd name="connsiteX4075" fmla="*/ 326993 w 2143125"/>
                <a:gd name="connsiteY4075" fmla="*/ 826008 h 1171575"/>
                <a:gd name="connsiteX4076" fmla="*/ 326231 w 2143125"/>
                <a:gd name="connsiteY4076" fmla="*/ 823817 h 1171575"/>
                <a:gd name="connsiteX4077" fmla="*/ 325279 w 2143125"/>
                <a:gd name="connsiteY4077" fmla="*/ 822484 h 1171575"/>
                <a:gd name="connsiteX4078" fmla="*/ 324231 w 2143125"/>
                <a:gd name="connsiteY4078" fmla="*/ 822198 h 1171575"/>
                <a:gd name="connsiteX4079" fmla="*/ 322326 w 2143125"/>
                <a:gd name="connsiteY4079" fmla="*/ 822103 h 1171575"/>
                <a:gd name="connsiteX4080" fmla="*/ 322040 w 2143125"/>
                <a:gd name="connsiteY4080" fmla="*/ 822389 h 1171575"/>
                <a:gd name="connsiteX4081" fmla="*/ 322231 w 2143125"/>
                <a:gd name="connsiteY4081" fmla="*/ 822865 h 1171575"/>
                <a:gd name="connsiteX4082" fmla="*/ 322040 w 2143125"/>
                <a:gd name="connsiteY4082" fmla="*/ 823436 h 1171575"/>
                <a:gd name="connsiteX4083" fmla="*/ 321469 w 2143125"/>
                <a:gd name="connsiteY4083" fmla="*/ 823913 h 1171575"/>
                <a:gd name="connsiteX4084" fmla="*/ 203168 w 2143125"/>
                <a:gd name="connsiteY4084" fmla="*/ 858203 h 1171575"/>
                <a:gd name="connsiteX4085" fmla="*/ 203549 w 2143125"/>
                <a:gd name="connsiteY4085" fmla="*/ 857536 h 1171575"/>
                <a:gd name="connsiteX4086" fmla="*/ 204026 w 2143125"/>
                <a:gd name="connsiteY4086" fmla="*/ 856012 h 1171575"/>
                <a:gd name="connsiteX4087" fmla="*/ 203740 w 2143125"/>
                <a:gd name="connsiteY4087" fmla="*/ 855155 h 1171575"/>
                <a:gd name="connsiteX4088" fmla="*/ 203549 w 2143125"/>
                <a:gd name="connsiteY4088" fmla="*/ 855059 h 1171575"/>
                <a:gd name="connsiteX4089" fmla="*/ 203264 w 2143125"/>
                <a:gd name="connsiteY4089" fmla="*/ 855345 h 1171575"/>
                <a:gd name="connsiteX4090" fmla="*/ 202787 w 2143125"/>
                <a:gd name="connsiteY4090" fmla="*/ 855536 h 1171575"/>
                <a:gd name="connsiteX4091" fmla="*/ 201835 w 2143125"/>
                <a:gd name="connsiteY4091" fmla="*/ 855536 h 1171575"/>
                <a:gd name="connsiteX4092" fmla="*/ 201549 w 2143125"/>
                <a:gd name="connsiteY4092" fmla="*/ 855536 h 1171575"/>
                <a:gd name="connsiteX4093" fmla="*/ 201263 w 2143125"/>
                <a:gd name="connsiteY4093" fmla="*/ 855536 h 1171575"/>
                <a:gd name="connsiteX4094" fmla="*/ 200692 w 2143125"/>
                <a:gd name="connsiteY4094" fmla="*/ 855631 h 1171575"/>
                <a:gd name="connsiteX4095" fmla="*/ 200025 w 2143125"/>
                <a:gd name="connsiteY4095" fmla="*/ 856107 h 1171575"/>
                <a:gd name="connsiteX4096" fmla="*/ 199739 w 2143125"/>
                <a:gd name="connsiteY4096" fmla="*/ 857250 h 1171575"/>
                <a:gd name="connsiteX4097" fmla="*/ 199549 w 2143125"/>
                <a:gd name="connsiteY4097" fmla="*/ 858965 h 1171575"/>
                <a:gd name="connsiteX4098" fmla="*/ 199168 w 2143125"/>
                <a:gd name="connsiteY4098" fmla="*/ 860774 h 1171575"/>
                <a:gd name="connsiteX4099" fmla="*/ 198977 w 2143125"/>
                <a:gd name="connsiteY4099" fmla="*/ 862584 h 1171575"/>
                <a:gd name="connsiteX4100" fmla="*/ 199358 w 2143125"/>
                <a:gd name="connsiteY4100" fmla="*/ 864203 h 1171575"/>
                <a:gd name="connsiteX4101" fmla="*/ 200216 w 2143125"/>
                <a:gd name="connsiteY4101" fmla="*/ 864775 h 1171575"/>
                <a:gd name="connsiteX4102" fmla="*/ 201454 w 2143125"/>
                <a:gd name="connsiteY4102" fmla="*/ 864489 h 1171575"/>
                <a:gd name="connsiteX4103" fmla="*/ 202502 w 2143125"/>
                <a:gd name="connsiteY4103" fmla="*/ 863441 h 1171575"/>
                <a:gd name="connsiteX4104" fmla="*/ 202978 w 2143125"/>
                <a:gd name="connsiteY4104" fmla="*/ 861822 h 1171575"/>
                <a:gd name="connsiteX4105" fmla="*/ 202597 w 2143125"/>
                <a:gd name="connsiteY4105" fmla="*/ 858965 h 1171575"/>
                <a:gd name="connsiteX4106" fmla="*/ 202787 w 2143125"/>
                <a:gd name="connsiteY4106" fmla="*/ 858488 h 1171575"/>
                <a:gd name="connsiteX4107" fmla="*/ 203168 w 2143125"/>
                <a:gd name="connsiteY4107" fmla="*/ 858203 h 1171575"/>
                <a:gd name="connsiteX4108" fmla="*/ 224123 w 2143125"/>
                <a:gd name="connsiteY4108" fmla="*/ 866585 h 1171575"/>
                <a:gd name="connsiteX4109" fmla="*/ 223742 w 2143125"/>
                <a:gd name="connsiteY4109" fmla="*/ 865823 h 1171575"/>
                <a:gd name="connsiteX4110" fmla="*/ 223361 w 2143125"/>
                <a:gd name="connsiteY4110" fmla="*/ 865727 h 1171575"/>
                <a:gd name="connsiteX4111" fmla="*/ 223171 w 2143125"/>
                <a:gd name="connsiteY4111" fmla="*/ 865346 h 1171575"/>
                <a:gd name="connsiteX4112" fmla="*/ 222980 w 2143125"/>
                <a:gd name="connsiteY4112" fmla="*/ 864775 h 1171575"/>
                <a:gd name="connsiteX4113" fmla="*/ 222695 w 2143125"/>
                <a:gd name="connsiteY4113" fmla="*/ 864775 h 1171575"/>
                <a:gd name="connsiteX4114" fmla="*/ 222409 w 2143125"/>
                <a:gd name="connsiteY4114" fmla="*/ 865251 h 1171575"/>
                <a:gd name="connsiteX4115" fmla="*/ 221933 w 2143125"/>
                <a:gd name="connsiteY4115" fmla="*/ 865823 h 1171575"/>
                <a:gd name="connsiteX4116" fmla="*/ 221171 w 2143125"/>
                <a:gd name="connsiteY4116" fmla="*/ 866204 h 1171575"/>
                <a:gd name="connsiteX4117" fmla="*/ 220218 w 2143125"/>
                <a:gd name="connsiteY4117" fmla="*/ 865918 h 1171575"/>
                <a:gd name="connsiteX4118" fmla="*/ 219361 w 2143125"/>
                <a:gd name="connsiteY4118" fmla="*/ 864870 h 1171575"/>
                <a:gd name="connsiteX4119" fmla="*/ 218980 w 2143125"/>
                <a:gd name="connsiteY4119" fmla="*/ 863822 h 1171575"/>
                <a:gd name="connsiteX4120" fmla="*/ 218599 w 2143125"/>
                <a:gd name="connsiteY4120" fmla="*/ 863822 h 1171575"/>
                <a:gd name="connsiteX4121" fmla="*/ 218504 w 2143125"/>
                <a:gd name="connsiteY4121" fmla="*/ 864965 h 1171575"/>
                <a:gd name="connsiteX4122" fmla="*/ 219266 w 2143125"/>
                <a:gd name="connsiteY4122" fmla="*/ 866299 h 1171575"/>
                <a:gd name="connsiteX4123" fmla="*/ 221647 w 2143125"/>
                <a:gd name="connsiteY4123" fmla="*/ 867918 h 1171575"/>
                <a:gd name="connsiteX4124" fmla="*/ 222028 w 2143125"/>
                <a:gd name="connsiteY4124" fmla="*/ 868871 h 1171575"/>
                <a:gd name="connsiteX4125" fmla="*/ 221837 w 2143125"/>
                <a:gd name="connsiteY4125" fmla="*/ 869633 h 1171575"/>
                <a:gd name="connsiteX4126" fmla="*/ 222028 w 2143125"/>
                <a:gd name="connsiteY4126" fmla="*/ 870109 h 1171575"/>
                <a:gd name="connsiteX4127" fmla="*/ 222599 w 2143125"/>
                <a:gd name="connsiteY4127" fmla="*/ 870299 h 1171575"/>
                <a:gd name="connsiteX4128" fmla="*/ 222599 w 2143125"/>
                <a:gd name="connsiteY4128" fmla="*/ 870776 h 1171575"/>
                <a:gd name="connsiteX4129" fmla="*/ 222123 w 2143125"/>
                <a:gd name="connsiteY4129" fmla="*/ 871538 h 1171575"/>
                <a:gd name="connsiteX4130" fmla="*/ 222314 w 2143125"/>
                <a:gd name="connsiteY4130" fmla="*/ 872014 h 1171575"/>
                <a:gd name="connsiteX4131" fmla="*/ 223076 w 2143125"/>
                <a:gd name="connsiteY4131" fmla="*/ 871823 h 1171575"/>
                <a:gd name="connsiteX4132" fmla="*/ 223838 w 2143125"/>
                <a:gd name="connsiteY4132" fmla="*/ 871347 h 1171575"/>
                <a:gd name="connsiteX4133" fmla="*/ 224504 w 2143125"/>
                <a:gd name="connsiteY4133" fmla="*/ 871156 h 1171575"/>
                <a:gd name="connsiteX4134" fmla="*/ 225647 w 2143125"/>
                <a:gd name="connsiteY4134" fmla="*/ 871442 h 1171575"/>
                <a:gd name="connsiteX4135" fmla="*/ 225457 w 2143125"/>
                <a:gd name="connsiteY4135" fmla="*/ 871061 h 1171575"/>
                <a:gd name="connsiteX4136" fmla="*/ 224695 w 2143125"/>
                <a:gd name="connsiteY4136" fmla="*/ 869918 h 1171575"/>
                <a:gd name="connsiteX4137" fmla="*/ 224314 w 2143125"/>
                <a:gd name="connsiteY4137" fmla="*/ 869156 h 1171575"/>
                <a:gd name="connsiteX4138" fmla="*/ 224314 w 2143125"/>
                <a:gd name="connsiteY4138" fmla="*/ 868299 h 1171575"/>
                <a:gd name="connsiteX4139" fmla="*/ 224123 w 2143125"/>
                <a:gd name="connsiteY4139" fmla="*/ 866585 h 117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</a:cxnLst>
              <a:rect l="l" t="t" r="r" b="b"/>
              <a:pathLst>
                <a:path w="2143125" h="1171575">
                  <a:moveTo>
                    <a:pt x="192881" y="873252"/>
                  </a:moveTo>
                  <a:lnTo>
                    <a:pt x="192119" y="873252"/>
                  </a:lnTo>
                  <a:lnTo>
                    <a:pt x="191548" y="872871"/>
                  </a:lnTo>
                  <a:lnTo>
                    <a:pt x="191072" y="872395"/>
                  </a:lnTo>
                  <a:lnTo>
                    <a:pt x="190500" y="872204"/>
                  </a:lnTo>
                  <a:lnTo>
                    <a:pt x="189262" y="871633"/>
                  </a:lnTo>
                  <a:lnTo>
                    <a:pt x="188690" y="870299"/>
                  </a:lnTo>
                  <a:lnTo>
                    <a:pt x="188500" y="868490"/>
                  </a:lnTo>
                  <a:lnTo>
                    <a:pt x="188500" y="866585"/>
                  </a:lnTo>
                  <a:lnTo>
                    <a:pt x="187643" y="866966"/>
                  </a:lnTo>
                  <a:lnTo>
                    <a:pt x="186976" y="866489"/>
                  </a:lnTo>
                  <a:lnTo>
                    <a:pt x="186500" y="865537"/>
                  </a:lnTo>
                  <a:lnTo>
                    <a:pt x="186309" y="864299"/>
                  </a:lnTo>
                  <a:lnTo>
                    <a:pt x="186500" y="863156"/>
                  </a:lnTo>
                  <a:lnTo>
                    <a:pt x="187262" y="861251"/>
                  </a:lnTo>
                  <a:lnTo>
                    <a:pt x="187452" y="860203"/>
                  </a:lnTo>
                  <a:lnTo>
                    <a:pt x="188214" y="858393"/>
                  </a:lnTo>
                  <a:lnTo>
                    <a:pt x="191262" y="856583"/>
                  </a:lnTo>
                  <a:lnTo>
                    <a:pt x="191357" y="855250"/>
                  </a:lnTo>
                  <a:lnTo>
                    <a:pt x="188976" y="855917"/>
                  </a:lnTo>
                  <a:lnTo>
                    <a:pt x="188119" y="856393"/>
                  </a:lnTo>
                  <a:lnTo>
                    <a:pt x="187547" y="856964"/>
                  </a:lnTo>
                  <a:lnTo>
                    <a:pt x="184595" y="863632"/>
                  </a:lnTo>
                  <a:lnTo>
                    <a:pt x="184595" y="865251"/>
                  </a:lnTo>
                  <a:lnTo>
                    <a:pt x="185547" y="867061"/>
                  </a:lnTo>
                  <a:lnTo>
                    <a:pt x="187547" y="869061"/>
                  </a:lnTo>
                  <a:lnTo>
                    <a:pt x="188119" y="870109"/>
                  </a:lnTo>
                  <a:lnTo>
                    <a:pt x="188405" y="871347"/>
                  </a:lnTo>
                  <a:lnTo>
                    <a:pt x="188500" y="872204"/>
                  </a:lnTo>
                  <a:lnTo>
                    <a:pt x="188785" y="872871"/>
                  </a:lnTo>
                  <a:lnTo>
                    <a:pt x="189548" y="873633"/>
                  </a:lnTo>
                  <a:lnTo>
                    <a:pt x="191262" y="874586"/>
                  </a:lnTo>
                  <a:lnTo>
                    <a:pt x="192881" y="874776"/>
                  </a:lnTo>
                  <a:lnTo>
                    <a:pt x="194310" y="873824"/>
                  </a:lnTo>
                  <a:lnTo>
                    <a:pt x="195263" y="871538"/>
                  </a:lnTo>
                  <a:lnTo>
                    <a:pt x="194501" y="871728"/>
                  </a:lnTo>
                  <a:lnTo>
                    <a:pt x="192881" y="873252"/>
                  </a:lnTo>
                  <a:close/>
                  <a:moveTo>
                    <a:pt x="176022" y="762667"/>
                  </a:moveTo>
                  <a:lnTo>
                    <a:pt x="175451" y="761714"/>
                  </a:lnTo>
                  <a:lnTo>
                    <a:pt x="174498" y="760762"/>
                  </a:lnTo>
                  <a:lnTo>
                    <a:pt x="172307" y="759333"/>
                  </a:lnTo>
                  <a:lnTo>
                    <a:pt x="170688" y="759428"/>
                  </a:lnTo>
                  <a:lnTo>
                    <a:pt x="170783" y="760857"/>
                  </a:lnTo>
                  <a:lnTo>
                    <a:pt x="173165" y="767715"/>
                  </a:lnTo>
                  <a:lnTo>
                    <a:pt x="173927" y="769525"/>
                  </a:lnTo>
                  <a:lnTo>
                    <a:pt x="175165" y="770573"/>
                  </a:lnTo>
                  <a:lnTo>
                    <a:pt x="176022" y="770001"/>
                  </a:lnTo>
                  <a:lnTo>
                    <a:pt x="177070" y="766572"/>
                  </a:lnTo>
                  <a:lnTo>
                    <a:pt x="176879" y="764858"/>
                  </a:lnTo>
                  <a:lnTo>
                    <a:pt x="176022" y="762667"/>
                  </a:lnTo>
                  <a:close/>
                  <a:moveTo>
                    <a:pt x="2151031" y="544068"/>
                  </a:moveTo>
                  <a:lnTo>
                    <a:pt x="2149983" y="538448"/>
                  </a:lnTo>
                  <a:lnTo>
                    <a:pt x="2149126" y="536734"/>
                  </a:lnTo>
                  <a:lnTo>
                    <a:pt x="2146268" y="534734"/>
                  </a:lnTo>
                  <a:lnTo>
                    <a:pt x="2144840" y="534067"/>
                  </a:lnTo>
                  <a:lnTo>
                    <a:pt x="2143220" y="533686"/>
                  </a:lnTo>
                  <a:lnTo>
                    <a:pt x="2138744" y="534067"/>
                  </a:lnTo>
                  <a:lnTo>
                    <a:pt x="2137410" y="533876"/>
                  </a:lnTo>
                  <a:lnTo>
                    <a:pt x="2136648" y="533591"/>
                  </a:lnTo>
                  <a:lnTo>
                    <a:pt x="2135981" y="533114"/>
                  </a:lnTo>
                  <a:lnTo>
                    <a:pt x="2135600" y="532352"/>
                  </a:lnTo>
                  <a:lnTo>
                    <a:pt x="2135600" y="531209"/>
                  </a:lnTo>
                  <a:lnTo>
                    <a:pt x="2135410" y="530543"/>
                  </a:lnTo>
                  <a:lnTo>
                    <a:pt x="2134743" y="529876"/>
                  </a:lnTo>
                  <a:lnTo>
                    <a:pt x="2131219" y="527018"/>
                  </a:lnTo>
                  <a:lnTo>
                    <a:pt x="2130171" y="525875"/>
                  </a:lnTo>
                  <a:lnTo>
                    <a:pt x="2129790" y="524828"/>
                  </a:lnTo>
                  <a:lnTo>
                    <a:pt x="2130362" y="523399"/>
                  </a:lnTo>
                  <a:lnTo>
                    <a:pt x="2131124" y="522542"/>
                  </a:lnTo>
                  <a:lnTo>
                    <a:pt x="2131219" y="521780"/>
                  </a:lnTo>
                  <a:lnTo>
                    <a:pt x="2129790" y="520637"/>
                  </a:lnTo>
                  <a:lnTo>
                    <a:pt x="2127123" y="519303"/>
                  </a:lnTo>
                  <a:lnTo>
                    <a:pt x="2125790" y="518351"/>
                  </a:lnTo>
                  <a:lnTo>
                    <a:pt x="2125028" y="517017"/>
                  </a:lnTo>
                  <a:lnTo>
                    <a:pt x="2125028" y="515207"/>
                  </a:lnTo>
                  <a:lnTo>
                    <a:pt x="2125504" y="513588"/>
                  </a:lnTo>
                  <a:lnTo>
                    <a:pt x="2125599" y="512255"/>
                  </a:lnTo>
                  <a:lnTo>
                    <a:pt x="2124456" y="511207"/>
                  </a:lnTo>
                  <a:lnTo>
                    <a:pt x="2120741" y="508921"/>
                  </a:lnTo>
                  <a:lnTo>
                    <a:pt x="2119503" y="508635"/>
                  </a:lnTo>
                  <a:lnTo>
                    <a:pt x="2117122" y="509207"/>
                  </a:lnTo>
                  <a:lnTo>
                    <a:pt x="2115979" y="509207"/>
                  </a:lnTo>
                  <a:lnTo>
                    <a:pt x="2114741" y="508349"/>
                  </a:lnTo>
                  <a:lnTo>
                    <a:pt x="2113693" y="507111"/>
                  </a:lnTo>
                  <a:lnTo>
                    <a:pt x="2113217" y="505873"/>
                  </a:lnTo>
                  <a:lnTo>
                    <a:pt x="2113407" y="504730"/>
                  </a:lnTo>
                  <a:lnTo>
                    <a:pt x="2114169" y="503206"/>
                  </a:lnTo>
                  <a:lnTo>
                    <a:pt x="2116074" y="500443"/>
                  </a:lnTo>
                  <a:lnTo>
                    <a:pt x="2117122" y="499586"/>
                  </a:lnTo>
                  <a:lnTo>
                    <a:pt x="2119694" y="499396"/>
                  </a:lnTo>
                  <a:lnTo>
                    <a:pt x="2120741" y="499015"/>
                  </a:lnTo>
                  <a:lnTo>
                    <a:pt x="2121789" y="498253"/>
                  </a:lnTo>
                  <a:lnTo>
                    <a:pt x="2122837" y="497205"/>
                  </a:lnTo>
                  <a:lnTo>
                    <a:pt x="2121599" y="495872"/>
                  </a:lnTo>
                  <a:lnTo>
                    <a:pt x="2121027" y="495014"/>
                  </a:lnTo>
                  <a:lnTo>
                    <a:pt x="2120837" y="494062"/>
                  </a:lnTo>
                  <a:lnTo>
                    <a:pt x="2121122" y="493300"/>
                  </a:lnTo>
                  <a:lnTo>
                    <a:pt x="2121599" y="492347"/>
                  </a:lnTo>
                  <a:lnTo>
                    <a:pt x="2121980" y="491395"/>
                  </a:lnTo>
                  <a:lnTo>
                    <a:pt x="2121980" y="490538"/>
                  </a:lnTo>
                  <a:lnTo>
                    <a:pt x="2121408" y="490157"/>
                  </a:lnTo>
                  <a:lnTo>
                    <a:pt x="2120456" y="490157"/>
                  </a:lnTo>
                  <a:lnTo>
                    <a:pt x="2118836" y="490538"/>
                  </a:lnTo>
                  <a:lnTo>
                    <a:pt x="2118074" y="490538"/>
                  </a:lnTo>
                  <a:lnTo>
                    <a:pt x="2115884" y="489299"/>
                  </a:lnTo>
                  <a:lnTo>
                    <a:pt x="2114169" y="489204"/>
                  </a:lnTo>
                  <a:lnTo>
                    <a:pt x="2113407" y="490442"/>
                  </a:lnTo>
                  <a:lnTo>
                    <a:pt x="2112836" y="492157"/>
                  </a:lnTo>
                  <a:lnTo>
                    <a:pt x="2111788" y="493586"/>
                  </a:lnTo>
                  <a:lnTo>
                    <a:pt x="2111407" y="493681"/>
                  </a:lnTo>
                  <a:lnTo>
                    <a:pt x="2111121" y="493586"/>
                  </a:lnTo>
                  <a:lnTo>
                    <a:pt x="2110740" y="493586"/>
                  </a:lnTo>
                  <a:lnTo>
                    <a:pt x="2110359" y="493871"/>
                  </a:lnTo>
                  <a:lnTo>
                    <a:pt x="2109692" y="494633"/>
                  </a:lnTo>
                  <a:lnTo>
                    <a:pt x="2109407" y="494824"/>
                  </a:lnTo>
                  <a:lnTo>
                    <a:pt x="2106930" y="496348"/>
                  </a:lnTo>
                  <a:lnTo>
                    <a:pt x="2107311" y="497205"/>
                  </a:lnTo>
                  <a:lnTo>
                    <a:pt x="2107502" y="498062"/>
                  </a:lnTo>
                  <a:lnTo>
                    <a:pt x="2107406" y="498824"/>
                  </a:lnTo>
                  <a:lnTo>
                    <a:pt x="2107025" y="499301"/>
                  </a:lnTo>
                  <a:lnTo>
                    <a:pt x="2106073" y="499682"/>
                  </a:lnTo>
                  <a:lnTo>
                    <a:pt x="2102549" y="503015"/>
                  </a:lnTo>
                  <a:lnTo>
                    <a:pt x="2099310" y="504254"/>
                  </a:lnTo>
                  <a:lnTo>
                    <a:pt x="2096262" y="506444"/>
                  </a:lnTo>
                  <a:lnTo>
                    <a:pt x="2094929" y="509207"/>
                  </a:lnTo>
                  <a:lnTo>
                    <a:pt x="2093214" y="513588"/>
                  </a:lnTo>
                  <a:lnTo>
                    <a:pt x="2091309" y="516255"/>
                  </a:lnTo>
                  <a:lnTo>
                    <a:pt x="2089214" y="513874"/>
                  </a:lnTo>
                  <a:lnTo>
                    <a:pt x="2087880" y="511683"/>
                  </a:lnTo>
                  <a:lnTo>
                    <a:pt x="2085689" y="511207"/>
                  </a:lnTo>
                  <a:lnTo>
                    <a:pt x="2083403" y="512064"/>
                  </a:lnTo>
                  <a:lnTo>
                    <a:pt x="2081784" y="513874"/>
                  </a:lnTo>
                  <a:lnTo>
                    <a:pt x="2081784" y="513874"/>
                  </a:lnTo>
                  <a:lnTo>
                    <a:pt x="2080927" y="514636"/>
                  </a:lnTo>
                  <a:lnTo>
                    <a:pt x="2080070" y="515017"/>
                  </a:lnTo>
                  <a:lnTo>
                    <a:pt x="2079212" y="514826"/>
                  </a:lnTo>
                  <a:lnTo>
                    <a:pt x="2078450" y="513874"/>
                  </a:lnTo>
                  <a:lnTo>
                    <a:pt x="2078450" y="512445"/>
                  </a:lnTo>
                  <a:lnTo>
                    <a:pt x="2079022" y="509111"/>
                  </a:lnTo>
                  <a:lnTo>
                    <a:pt x="2078927" y="508444"/>
                  </a:lnTo>
                  <a:lnTo>
                    <a:pt x="2076736" y="508064"/>
                  </a:lnTo>
                  <a:lnTo>
                    <a:pt x="2075688" y="508159"/>
                  </a:lnTo>
                  <a:lnTo>
                    <a:pt x="2074640" y="508635"/>
                  </a:lnTo>
                  <a:lnTo>
                    <a:pt x="2072926" y="509968"/>
                  </a:lnTo>
                  <a:lnTo>
                    <a:pt x="2071973" y="510350"/>
                  </a:lnTo>
                  <a:lnTo>
                    <a:pt x="2071211" y="509873"/>
                  </a:lnTo>
                  <a:lnTo>
                    <a:pt x="2070449" y="508730"/>
                  </a:lnTo>
                  <a:lnTo>
                    <a:pt x="2069687" y="507873"/>
                  </a:lnTo>
                  <a:lnTo>
                    <a:pt x="2068735" y="507397"/>
                  </a:lnTo>
                  <a:lnTo>
                    <a:pt x="2067592" y="507397"/>
                  </a:lnTo>
                  <a:lnTo>
                    <a:pt x="2065687" y="508254"/>
                  </a:lnTo>
                  <a:lnTo>
                    <a:pt x="2064830" y="508444"/>
                  </a:lnTo>
                  <a:lnTo>
                    <a:pt x="2063972" y="508064"/>
                  </a:lnTo>
                  <a:lnTo>
                    <a:pt x="2063210" y="507016"/>
                  </a:lnTo>
                  <a:lnTo>
                    <a:pt x="2062448" y="504635"/>
                  </a:lnTo>
                  <a:lnTo>
                    <a:pt x="2061686" y="503777"/>
                  </a:lnTo>
                  <a:lnTo>
                    <a:pt x="2060734" y="503587"/>
                  </a:lnTo>
                  <a:lnTo>
                    <a:pt x="2059877" y="504063"/>
                  </a:lnTo>
                  <a:lnTo>
                    <a:pt x="2058257" y="505492"/>
                  </a:lnTo>
                  <a:lnTo>
                    <a:pt x="2057305" y="505968"/>
                  </a:lnTo>
                  <a:lnTo>
                    <a:pt x="2056352" y="506254"/>
                  </a:lnTo>
                  <a:lnTo>
                    <a:pt x="2054352" y="506444"/>
                  </a:lnTo>
                  <a:lnTo>
                    <a:pt x="2053018" y="505968"/>
                  </a:lnTo>
                  <a:lnTo>
                    <a:pt x="2050733" y="504254"/>
                  </a:lnTo>
                  <a:lnTo>
                    <a:pt x="2049590" y="503587"/>
                  </a:lnTo>
                  <a:lnTo>
                    <a:pt x="2048542" y="503682"/>
                  </a:lnTo>
                  <a:lnTo>
                    <a:pt x="2047399" y="504158"/>
                  </a:lnTo>
                  <a:lnTo>
                    <a:pt x="2046256" y="504825"/>
                  </a:lnTo>
                  <a:lnTo>
                    <a:pt x="2045303" y="505587"/>
                  </a:lnTo>
                  <a:lnTo>
                    <a:pt x="2043208" y="506254"/>
                  </a:lnTo>
                  <a:lnTo>
                    <a:pt x="2041112" y="505111"/>
                  </a:lnTo>
                  <a:lnTo>
                    <a:pt x="2039588" y="502730"/>
                  </a:lnTo>
                  <a:lnTo>
                    <a:pt x="2039112" y="496253"/>
                  </a:lnTo>
                  <a:lnTo>
                    <a:pt x="2037969" y="493871"/>
                  </a:lnTo>
                  <a:lnTo>
                    <a:pt x="2034540" y="489966"/>
                  </a:lnTo>
                  <a:lnTo>
                    <a:pt x="2033683" y="488537"/>
                  </a:lnTo>
                  <a:lnTo>
                    <a:pt x="2033397" y="487394"/>
                  </a:lnTo>
                  <a:lnTo>
                    <a:pt x="2033111" y="484442"/>
                  </a:lnTo>
                  <a:lnTo>
                    <a:pt x="2032349" y="482537"/>
                  </a:lnTo>
                  <a:lnTo>
                    <a:pt x="2031111" y="481584"/>
                  </a:lnTo>
                  <a:lnTo>
                    <a:pt x="2028158" y="480822"/>
                  </a:lnTo>
                  <a:lnTo>
                    <a:pt x="2027015" y="479774"/>
                  </a:lnTo>
                  <a:lnTo>
                    <a:pt x="2026825" y="477584"/>
                  </a:lnTo>
                  <a:lnTo>
                    <a:pt x="2027015" y="472916"/>
                  </a:lnTo>
                  <a:lnTo>
                    <a:pt x="2027396" y="472821"/>
                  </a:lnTo>
                  <a:lnTo>
                    <a:pt x="2027492" y="472726"/>
                  </a:lnTo>
                  <a:lnTo>
                    <a:pt x="2027492" y="472726"/>
                  </a:lnTo>
                  <a:lnTo>
                    <a:pt x="2029873" y="472345"/>
                  </a:lnTo>
                  <a:lnTo>
                    <a:pt x="2030730" y="471868"/>
                  </a:lnTo>
                  <a:lnTo>
                    <a:pt x="2030921" y="470535"/>
                  </a:lnTo>
                  <a:lnTo>
                    <a:pt x="2030444" y="469487"/>
                  </a:lnTo>
                  <a:lnTo>
                    <a:pt x="2028635" y="466725"/>
                  </a:lnTo>
                  <a:lnTo>
                    <a:pt x="2028063" y="466058"/>
                  </a:lnTo>
                  <a:lnTo>
                    <a:pt x="2024634" y="464439"/>
                  </a:lnTo>
                  <a:lnTo>
                    <a:pt x="2023491" y="464344"/>
                  </a:lnTo>
                  <a:lnTo>
                    <a:pt x="2022729" y="464725"/>
                  </a:lnTo>
                  <a:lnTo>
                    <a:pt x="2021777" y="465392"/>
                  </a:lnTo>
                  <a:lnTo>
                    <a:pt x="2020824" y="465677"/>
                  </a:lnTo>
                  <a:lnTo>
                    <a:pt x="2020157" y="465201"/>
                  </a:lnTo>
                  <a:lnTo>
                    <a:pt x="2018824" y="462153"/>
                  </a:lnTo>
                  <a:lnTo>
                    <a:pt x="2018252" y="461391"/>
                  </a:lnTo>
                  <a:lnTo>
                    <a:pt x="2017300" y="460915"/>
                  </a:lnTo>
                  <a:lnTo>
                    <a:pt x="2015490" y="461201"/>
                  </a:lnTo>
                  <a:lnTo>
                    <a:pt x="2014538" y="461105"/>
                  </a:lnTo>
                  <a:lnTo>
                    <a:pt x="2012918" y="459962"/>
                  </a:lnTo>
                  <a:lnTo>
                    <a:pt x="2011680" y="458438"/>
                  </a:lnTo>
                  <a:lnTo>
                    <a:pt x="2010347" y="457200"/>
                  </a:lnTo>
                  <a:lnTo>
                    <a:pt x="2008442" y="457010"/>
                  </a:lnTo>
                  <a:lnTo>
                    <a:pt x="2006537" y="457200"/>
                  </a:lnTo>
                  <a:lnTo>
                    <a:pt x="2004727" y="456724"/>
                  </a:lnTo>
                  <a:lnTo>
                    <a:pt x="2003108" y="455581"/>
                  </a:lnTo>
                  <a:lnTo>
                    <a:pt x="2001584" y="453771"/>
                  </a:lnTo>
                  <a:lnTo>
                    <a:pt x="1999774" y="452342"/>
                  </a:lnTo>
                  <a:lnTo>
                    <a:pt x="1997869" y="453485"/>
                  </a:lnTo>
                  <a:lnTo>
                    <a:pt x="1995964" y="455009"/>
                  </a:lnTo>
                  <a:lnTo>
                    <a:pt x="1993964" y="454914"/>
                  </a:lnTo>
                  <a:lnTo>
                    <a:pt x="1993583" y="454438"/>
                  </a:lnTo>
                  <a:lnTo>
                    <a:pt x="1992916" y="453104"/>
                  </a:lnTo>
                  <a:lnTo>
                    <a:pt x="1992535" y="452533"/>
                  </a:lnTo>
                  <a:lnTo>
                    <a:pt x="1991868" y="452152"/>
                  </a:lnTo>
                  <a:lnTo>
                    <a:pt x="1990344" y="451676"/>
                  </a:lnTo>
                  <a:lnTo>
                    <a:pt x="1989677" y="451199"/>
                  </a:lnTo>
                  <a:lnTo>
                    <a:pt x="1989106" y="449675"/>
                  </a:lnTo>
                  <a:lnTo>
                    <a:pt x="1989106" y="447961"/>
                  </a:lnTo>
                  <a:lnTo>
                    <a:pt x="1989201" y="446056"/>
                  </a:lnTo>
                  <a:lnTo>
                    <a:pt x="1989106" y="444151"/>
                  </a:lnTo>
                  <a:lnTo>
                    <a:pt x="1987963" y="441389"/>
                  </a:lnTo>
                  <a:lnTo>
                    <a:pt x="1986534" y="438912"/>
                  </a:lnTo>
                  <a:lnTo>
                    <a:pt x="1985772" y="436340"/>
                  </a:lnTo>
                  <a:lnTo>
                    <a:pt x="1986915" y="431864"/>
                  </a:lnTo>
                  <a:lnTo>
                    <a:pt x="1986820" y="430340"/>
                  </a:lnTo>
                  <a:lnTo>
                    <a:pt x="1986343" y="429006"/>
                  </a:lnTo>
                  <a:lnTo>
                    <a:pt x="1984534" y="427006"/>
                  </a:lnTo>
                  <a:lnTo>
                    <a:pt x="1984248" y="425863"/>
                  </a:lnTo>
                  <a:lnTo>
                    <a:pt x="1984058" y="424625"/>
                  </a:lnTo>
                  <a:lnTo>
                    <a:pt x="1983581" y="423005"/>
                  </a:lnTo>
                  <a:lnTo>
                    <a:pt x="1981962" y="420719"/>
                  </a:lnTo>
                  <a:lnTo>
                    <a:pt x="1981295" y="420243"/>
                  </a:lnTo>
                  <a:lnTo>
                    <a:pt x="1975390" y="415957"/>
                  </a:lnTo>
                  <a:lnTo>
                    <a:pt x="1974056" y="413385"/>
                  </a:lnTo>
                  <a:lnTo>
                    <a:pt x="1974056" y="408242"/>
                  </a:lnTo>
                  <a:lnTo>
                    <a:pt x="1972532" y="406527"/>
                  </a:lnTo>
                  <a:lnTo>
                    <a:pt x="1970437" y="405575"/>
                  </a:lnTo>
                  <a:lnTo>
                    <a:pt x="1969770" y="404813"/>
                  </a:lnTo>
                  <a:lnTo>
                    <a:pt x="1968151" y="401955"/>
                  </a:lnTo>
                  <a:lnTo>
                    <a:pt x="1967198" y="401003"/>
                  </a:lnTo>
                  <a:lnTo>
                    <a:pt x="1966151" y="400336"/>
                  </a:lnTo>
                  <a:lnTo>
                    <a:pt x="1965008" y="400050"/>
                  </a:lnTo>
                  <a:lnTo>
                    <a:pt x="1962626" y="400050"/>
                  </a:lnTo>
                  <a:lnTo>
                    <a:pt x="1961579" y="399860"/>
                  </a:lnTo>
                  <a:lnTo>
                    <a:pt x="1960436" y="399098"/>
                  </a:lnTo>
                  <a:lnTo>
                    <a:pt x="1957388" y="396335"/>
                  </a:lnTo>
                  <a:lnTo>
                    <a:pt x="1956149" y="395764"/>
                  </a:lnTo>
                  <a:lnTo>
                    <a:pt x="1950244" y="394621"/>
                  </a:lnTo>
                  <a:lnTo>
                    <a:pt x="1949101" y="393954"/>
                  </a:lnTo>
                  <a:lnTo>
                    <a:pt x="1948339" y="393002"/>
                  </a:lnTo>
                  <a:lnTo>
                    <a:pt x="1946815" y="390620"/>
                  </a:lnTo>
                  <a:lnTo>
                    <a:pt x="1941005" y="389763"/>
                  </a:lnTo>
                  <a:lnTo>
                    <a:pt x="1935099" y="390620"/>
                  </a:lnTo>
                  <a:lnTo>
                    <a:pt x="1934242" y="390906"/>
                  </a:lnTo>
                  <a:lnTo>
                    <a:pt x="1933385" y="391001"/>
                  </a:lnTo>
                  <a:lnTo>
                    <a:pt x="1932527" y="390906"/>
                  </a:lnTo>
                  <a:lnTo>
                    <a:pt x="1931194" y="390430"/>
                  </a:lnTo>
                  <a:lnTo>
                    <a:pt x="1930622" y="390430"/>
                  </a:lnTo>
                  <a:lnTo>
                    <a:pt x="1930051" y="390525"/>
                  </a:lnTo>
                  <a:lnTo>
                    <a:pt x="1929575" y="390716"/>
                  </a:lnTo>
                  <a:lnTo>
                    <a:pt x="1928432" y="394049"/>
                  </a:lnTo>
                  <a:lnTo>
                    <a:pt x="1926908" y="397002"/>
                  </a:lnTo>
                  <a:lnTo>
                    <a:pt x="1925003" y="399098"/>
                  </a:lnTo>
                  <a:lnTo>
                    <a:pt x="1922717" y="399479"/>
                  </a:lnTo>
                  <a:lnTo>
                    <a:pt x="1915763" y="398621"/>
                  </a:lnTo>
                  <a:lnTo>
                    <a:pt x="1911572" y="397383"/>
                  </a:lnTo>
                  <a:lnTo>
                    <a:pt x="1909572" y="397859"/>
                  </a:lnTo>
                  <a:lnTo>
                    <a:pt x="1908143" y="399479"/>
                  </a:lnTo>
                  <a:lnTo>
                    <a:pt x="1908048" y="405289"/>
                  </a:lnTo>
                  <a:lnTo>
                    <a:pt x="1906715" y="407099"/>
                  </a:lnTo>
                  <a:lnTo>
                    <a:pt x="1903095" y="408813"/>
                  </a:lnTo>
                  <a:lnTo>
                    <a:pt x="1896332" y="413385"/>
                  </a:lnTo>
                  <a:lnTo>
                    <a:pt x="1893951" y="411099"/>
                  </a:lnTo>
                  <a:lnTo>
                    <a:pt x="1892808" y="410528"/>
                  </a:lnTo>
                  <a:lnTo>
                    <a:pt x="1890427" y="411004"/>
                  </a:lnTo>
                  <a:lnTo>
                    <a:pt x="1889855" y="410718"/>
                  </a:lnTo>
                  <a:lnTo>
                    <a:pt x="1889284" y="410337"/>
                  </a:lnTo>
                  <a:lnTo>
                    <a:pt x="1888617" y="410147"/>
                  </a:lnTo>
                  <a:lnTo>
                    <a:pt x="1887855" y="410528"/>
                  </a:lnTo>
                  <a:lnTo>
                    <a:pt x="1887188" y="411099"/>
                  </a:lnTo>
                  <a:lnTo>
                    <a:pt x="1886522" y="411385"/>
                  </a:lnTo>
                  <a:lnTo>
                    <a:pt x="1885760" y="410909"/>
                  </a:lnTo>
                  <a:lnTo>
                    <a:pt x="1884807" y="410718"/>
                  </a:lnTo>
                  <a:lnTo>
                    <a:pt x="1883759" y="411575"/>
                  </a:lnTo>
                  <a:lnTo>
                    <a:pt x="1882712" y="412814"/>
                  </a:lnTo>
                  <a:lnTo>
                    <a:pt x="1881759" y="413671"/>
                  </a:lnTo>
                  <a:lnTo>
                    <a:pt x="1880426" y="414147"/>
                  </a:lnTo>
                  <a:lnTo>
                    <a:pt x="1878997" y="414242"/>
                  </a:lnTo>
                  <a:lnTo>
                    <a:pt x="1876235" y="413671"/>
                  </a:lnTo>
                  <a:lnTo>
                    <a:pt x="1875092" y="413004"/>
                  </a:lnTo>
                  <a:lnTo>
                    <a:pt x="1871853" y="410147"/>
                  </a:lnTo>
                  <a:lnTo>
                    <a:pt x="1870710" y="409385"/>
                  </a:lnTo>
                  <a:lnTo>
                    <a:pt x="1868329" y="408623"/>
                  </a:lnTo>
                  <a:lnTo>
                    <a:pt x="1865662" y="408242"/>
                  </a:lnTo>
                  <a:lnTo>
                    <a:pt x="1861852" y="408908"/>
                  </a:lnTo>
                  <a:lnTo>
                    <a:pt x="1860709" y="408718"/>
                  </a:lnTo>
                  <a:lnTo>
                    <a:pt x="1858709" y="407384"/>
                  </a:lnTo>
                  <a:lnTo>
                    <a:pt x="1857661" y="407289"/>
                  </a:lnTo>
                  <a:lnTo>
                    <a:pt x="1856708" y="408146"/>
                  </a:lnTo>
                  <a:lnTo>
                    <a:pt x="1855184" y="410623"/>
                  </a:lnTo>
                  <a:lnTo>
                    <a:pt x="1853946" y="411385"/>
                  </a:lnTo>
                  <a:lnTo>
                    <a:pt x="1842707" y="411861"/>
                  </a:lnTo>
                  <a:lnTo>
                    <a:pt x="1841183" y="411004"/>
                  </a:lnTo>
                  <a:lnTo>
                    <a:pt x="1840516" y="409194"/>
                  </a:lnTo>
                  <a:lnTo>
                    <a:pt x="1840897" y="407099"/>
                  </a:lnTo>
                  <a:lnTo>
                    <a:pt x="1841849" y="405003"/>
                  </a:lnTo>
                  <a:lnTo>
                    <a:pt x="1842992" y="403289"/>
                  </a:lnTo>
                  <a:lnTo>
                    <a:pt x="1841564" y="401098"/>
                  </a:lnTo>
                  <a:lnTo>
                    <a:pt x="1840611" y="398812"/>
                  </a:lnTo>
                  <a:lnTo>
                    <a:pt x="1839849" y="396050"/>
                  </a:lnTo>
                  <a:lnTo>
                    <a:pt x="1839849" y="393002"/>
                  </a:lnTo>
                  <a:lnTo>
                    <a:pt x="1833372" y="392716"/>
                  </a:lnTo>
                  <a:lnTo>
                    <a:pt x="1827086" y="394716"/>
                  </a:lnTo>
                  <a:lnTo>
                    <a:pt x="1824228" y="394811"/>
                  </a:lnTo>
                  <a:lnTo>
                    <a:pt x="1822799" y="394526"/>
                  </a:lnTo>
                  <a:lnTo>
                    <a:pt x="1821752" y="393954"/>
                  </a:lnTo>
                  <a:lnTo>
                    <a:pt x="1821371" y="393192"/>
                  </a:lnTo>
                  <a:lnTo>
                    <a:pt x="1821466" y="392049"/>
                  </a:lnTo>
                  <a:lnTo>
                    <a:pt x="1822895" y="387001"/>
                  </a:lnTo>
                  <a:lnTo>
                    <a:pt x="1826419" y="378238"/>
                  </a:lnTo>
                  <a:lnTo>
                    <a:pt x="1826895" y="376428"/>
                  </a:lnTo>
                  <a:lnTo>
                    <a:pt x="1827086" y="374999"/>
                  </a:lnTo>
                  <a:lnTo>
                    <a:pt x="1826705" y="373952"/>
                  </a:lnTo>
                  <a:lnTo>
                    <a:pt x="1825657" y="373285"/>
                  </a:lnTo>
                  <a:lnTo>
                    <a:pt x="1824609" y="373190"/>
                  </a:lnTo>
                  <a:lnTo>
                    <a:pt x="1823847" y="373571"/>
                  </a:lnTo>
                  <a:lnTo>
                    <a:pt x="1822323" y="375190"/>
                  </a:lnTo>
                  <a:lnTo>
                    <a:pt x="1820990" y="375094"/>
                  </a:lnTo>
                  <a:lnTo>
                    <a:pt x="1819751" y="374809"/>
                  </a:lnTo>
                  <a:lnTo>
                    <a:pt x="1817370" y="373666"/>
                  </a:lnTo>
                  <a:lnTo>
                    <a:pt x="1815275" y="372428"/>
                  </a:lnTo>
                  <a:lnTo>
                    <a:pt x="1814608" y="371570"/>
                  </a:lnTo>
                  <a:lnTo>
                    <a:pt x="1814227" y="369951"/>
                  </a:lnTo>
                  <a:lnTo>
                    <a:pt x="1814132" y="366998"/>
                  </a:lnTo>
                  <a:lnTo>
                    <a:pt x="1813655" y="365855"/>
                  </a:lnTo>
                  <a:lnTo>
                    <a:pt x="1812417" y="365760"/>
                  </a:lnTo>
                  <a:lnTo>
                    <a:pt x="1811465" y="366522"/>
                  </a:lnTo>
                  <a:lnTo>
                    <a:pt x="1810988" y="367475"/>
                  </a:lnTo>
                  <a:lnTo>
                    <a:pt x="1810322" y="368046"/>
                  </a:lnTo>
                  <a:lnTo>
                    <a:pt x="1808988" y="367760"/>
                  </a:lnTo>
                  <a:lnTo>
                    <a:pt x="1801940" y="364331"/>
                  </a:lnTo>
                  <a:lnTo>
                    <a:pt x="1800987" y="364522"/>
                  </a:lnTo>
                  <a:lnTo>
                    <a:pt x="1799939" y="365474"/>
                  </a:lnTo>
                  <a:lnTo>
                    <a:pt x="1799272" y="366427"/>
                  </a:lnTo>
                  <a:lnTo>
                    <a:pt x="1798701" y="367570"/>
                  </a:lnTo>
                  <a:lnTo>
                    <a:pt x="1798320" y="368808"/>
                  </a:lnTo>
                  <a:lnTo>
                    <a:pt x="1798225" y="370142"/>
                  </a:lnTo>
                  <a:lnTo>
                    <a:pt x="1797558" y="372237"/>
                  </a:lnTo>
                  <a:lnTo>
                    <a:pt x="1795558" y="372809"/>
                  </a:lnTo>
                  <a:lnTo>
                    <a:pt x="1791081" y="372142"/>
                  </a:lnTo>
                  <a:lnTo>
                    <a:pt x="1789843" y="372237"/>
                  </a:lnTo>
                  <a:lnTo>
                    <a:pt x="1788890" y="372809"/>
                  </a:lnTo>
                  <a:lnTo>
                    <a:pt x="1788224" y="373952"/>
                  </a:lnTo>
                  <a:lnTo>
                    <a:pt x="1787747" y="375571"/>
                  </a:lnTo>
                  <a:lnTo>
                    <a:pt x="1787462" y="378333"/>
                  </a:lnTo>
                  <a:lnTo>
                    <a:pt x="1787462" y="379857"/>
                  </a:lnTo>
                  <a:lnTo>
                    <a:pt x="1787652" y="380905"/>
                  </a:lnTo>
                  <a:lnTo>
                    <a:pt x="1788414" y="381953"/>
                  </a:lnTo>
                  <a:lnTo>
                    <a:pt x="1789843" y="383477"/>
                  </a:lnTo>
                  <a:lnTo>
                    <a:pt x="1790319" y="384715"/>
                  </a:lnTo>
                  <a:lnTo>
                    <a:pt x="1790510" y="385953"/>
                  </a:lnTo>
                  <a:lnTo>
                    <a:pt x="1790510" y="387477"/>
                  </a:lnTo>
                  <a:lnTo>
                    <a:pt x="1790414" y="389001"/>
                  </a:lnTo>
                  <a:lnTo>
                    <a:pt x="1790224" y="390239"/>
                  </a:lnTo>
                  <a:lnTo>
                    <a:pt x="1789176" y="393097"/>
                  </a:lnTo>
                  <a:lnTo>
                    <a:pt x="1787271" y="395097"/>
                  </a:lnTo>
                  <a:lnTo>
                    <a:pt x="1784985" y="396335"/>
                  </a:lnTo>
                  <a:lnTo>
                    <a:pt x="1782890" y="396716"/>
                  </a:lnTo>
                  <a:lnTo>
                    <a:pt x="1780699" y="396431"/>
                  </a:lnTo>
                  <a:lnTo>
                    <a:pt x="1780032" y="396526"/>
                  </a:lnTo>
                  <a:lnTo>
                    <a:pt x="1779556" y="396907"/>
                  </a:lnTo>
                  <a:lnTo>
                    <a:pt x="1778794" y="397955"/>
                  </a:lnTo>
                  <a:lnTo>
                    <a:pt x="1778318" y="398431"/>
                  </a:lnTo>
                  <a:lnTo>
                    <a:pt x="1776222" y="399383"/>
                  </a:lnTo>
                  <a:lnTo>
                    <a:pt x="1775460" y="399955"/>
                  </a:lnTo>
                  <a:lnTo>
                    <a:pt x="1774793" y="401288"/>
                  </a:lnTo>
                  <a:lnTo>
                    <a:pt x="1774031" y="404051"/>
                  </a:lnTo>
                  <a:lnTo>
                    <a:pt x="1773365" y="404908"/>
                  </a:lnTo>
                  <a:lnTo>
                    <a:pt x="1772126" y="405098"/>
                  </a:lnTo>
                  <a:lnTo>
                    <a:pt x="1771174" y="404527"/>
                  </a:lnTo>
                  <a:lnTo>
                    <a:pt x="1769364" y="402431"/>
                  </a:lnTo>
                  <a:lnTo>
                    <a:pt x="1768412" y="401955"/>
                  </a:lnTo>
                  <a:lnTo>
                    <a:pt x="1766602" y="403003"/>
                  </a:lnTo>
                  <a:lnTo>
                    <a:pt x="1767459" y="405575"/>
                  </a:lnTo>
                  <a:lnTo>
                    <a:pt x="1770317" y="410242"/>
                  </a:lnTo>
                  <a:lnTo>
                    <a:pt x="1768697" y="410147"/>
                  </a:lnTo>
                  <a:lnTo>
                    <a:pt x="1766888" y="409004"/>
                  </a:lnTo>
                  <a:lnTo>
                    <a:pt x="1765268" y="407194"/>
                  </a:lnTo>
                  <a:lnTo>
                    <a:pt x="1764030" y="405384"/>
                  </a:lnTo>
                  <a:lnTo>
                    <a:pt x="1763459" y="404051"/>
                  </a:lnTo>
                  <a:lnTo>
                    <a:pt x="1761935" y="399669"/>
                  </a:lnTo>
                  <a:lnTo>
                    <a:pt x="1759172" y="393668"/>
                  </a:lnTo>
                  <a:lnTo>
                    <a:pt x="1756696" y="388430"/>
                  </a:lnTo>
                  <a:lnTo>
                    <a:pt x="1752029" y="378428"/>
                  </a:lnTo>
                  <a:lnTo>
                    <a:pt x="1747266" y="368332"/>
                  </a:lnTo>
                  <a:lnTo>
                    <a:pt x="1742599" y="358235"/>
                  </a:lnTo>
                  <a:lnTo>
                    <a:pt x="1737932" y="348139"/>
                  </a:lnTo>
                  <a:lnTo>
                    <a:pt x="1732312" y="337566"/>
                  </a:lnTo>
                  <a:lnTo>
                    <a:pt x="1729264" y="331756"/>
                  </a:lnTo>
                  <a:lnTo>
                    <a:pt x="1726692" y="326993"/>
                  </a:lnTo>
                  <a:lnTo>
                    <a:pt x="1721072" y="316325"/>
                  </a:lnTo>
                  <a:lnTo>
                    <a:pt x="1715453" y="305657"/>
                  </a:lnTo>
                  <a:lnTo>
                    <a:pt x="1715453" y="305657"/>
                  </a:lnTo>
                  <a:lnTo>
                    <a:pt x="1715453" y="305657"/>
                  </a:lnTo>
                  <a:lnTo>
                    <a:pt x="1708023" y="291846"/>
                  </a:lnTo>
                  <a:lnTo>
                    <a:pt x="1700593" y="278035"/>
                  </a:lnTo>
                  <a:lnTo>
                    <a:pt x="1693164" y="264128"/>
                  </a:lnTo>
                  <a:lnTo>
                    <a:pt x="1685735" y="250222"/>
                  </a:lnTo>
                  <a:lnTo>
                    <a:pt x="1680020" y="240316"/>
                  </a:lnTo>
                  <a:lnTo>
                    <a:pt x="1674305" y="230315"/>
                  </a:lnTo>
                  <a:lnTo>
                    <a:pt x="1668590" y="220313"/>
                  </a:lnTo>
                  <a:lnTo>
                    <a:pt x="1662875" y="210312"/>
                  </a:lnTo>
                  <a:lnTo>
                    <a:pt x="1659350" y="204026"/>
                  </a:lnTo>
                  <a:lnTo>
                    <a:pt x="1653540" y="194882"/>
                  </a:lnTo>
                  <a:lnTo>
                    <a:pt x="1649254" y="190024"/>
                  </a:lnTo>
                  <a:lnTo>
                    <a:pt x="1646587" y="187071"/>
                  </a:lnTo>
                  <a:lnTo>
                    <a:pt x="1640205" y="179927"/>
                  </a:lnTo>
                  <a:lnTo>
                    <a:pt x="1632966" y="174117"/>
                  </a:lnTo>
                  <a:lnTo>
                    <a:pt x="1623155" y="166307"/>
                  </a:lnTo>
                  <a:lnTo>
                    <a:pt x="1613345" y="158496"/>
                  </a:lnTo>
                  <a:lnTo>
                    <a:pt x="1603534" y="150590"/>
                  </a:lnTo>
                  <a:lnTo>
                    <a:pt x="1593723" y="142685"/>
                  </a:lnTo>
                  <a:lnTo>
                    <a:pt x="1587246" y="137446"/>
                  </a:lnTo>
                  <a:lnTo>
                    <a:pt x="1582769" y="133826"/>
                  </a:lnTo>
                  <a:lnTo>
                    <a:pt x="1581150" y="131064"/>
                  </a:lnTo>
                  <a:lnTo>
                    <a:pt x="1580483" y="127635"/>
                  </a:lnTo>
                  <a:lnTo>
                    <a:pt x="1580197" y="126587"/>
                  </a:lnTo>
                  <a:lnTo>
                    <a:pt x="1574864" y="117062"/>
                  </a:lnTo>
                  <a:lnTo>
                    <a:pt x="1574959" y="116491"/>
                  </a:lnTo>
                  <a:lnTo>
                    <a:pt x="1575816" y="115824"/>
                  </a:lnTo>
                  <a:lnTo>
                    <a:pt x="1576864" y="115443"/>
                  </a:lnTo>
                  <a:lnTo>
                    <a:pt x="1580197" y="115634"/>
                  </a:lnTo>
                  <a:lnTo>
                    <a:pt x="1586865" y="118205"/>
                  </a:lnTo>
                  <a:lnTo>
                    <a:pt x="1590104" y="118301"/>
                  </a:lnTo>
                  <a:lnTo>
                    <a:pt x="1592866" y="114967"/>
                  </a:lnTo>
                  <a:lnTo>
                    <a:pt x="1593342" y="114110"/>
                  </a:lnTo>
                  <a:lnTo>
                    <a:pt x="1594676" y="112871"/>
                  </a:lnTo>
                  <a:lnTo>
                    <a:pt x="1595247" y="112109"/>
                  </a:lnTo>
                  <a:lnTo>
                    <a:pt x="1595628" y="111157"/>
                  </a:lnTo>
                  <a:lnTo>
                    <a:pt x="1596295" y="108490"/>
                  </a:lnTo>
                  <a:lnTo>
                    <a:pt x="1597247" y="106871"/>
                  </a:lnTo>
                  <a:lnTo>
                    <a:pt x="1598390" y="105346"/>
                  </a:lnTo>
                  <a:lnTo>
                    <a:pt x="1599247" y="103632"/>
                  </a:lnTo>
                  <a:lnTo>
                    <a:pt x="1599533" y="101346"/>
                  </a:lnTo>
                  <a:lnTo>
                    <a:pt x="1599057" y="99251"/>
                  </a:lnTo>
                  <a:lnTo>
                    <a:pt x="1598105" y="98393"/>
                  </a:lnTo>
                  <a:lnTo>
                    <a:pt x="1595533" y="97631"/>
                  </a:lnTo>
                  <a:lnTo>
                    <a:pt x="1594866" y="96584"/>
                  </a:lnTo>
                  <a:lnTo>
                    <a:pt x="1595533" y="95345"/>
                  </a:lnTo>
                  <a:lnTo>
                    <a:pt x="1596676" y="94202"/>
                  </a:lnTo>
                  <a:lnTo>
                    <a:pt x="1597628" y="93536"/>
                  </a:lnTo>
                  <a:lnTo>
                    <a:pt x="1601915" y="92393"/>
                  </a:lnTo>
                  <a:lnTo>
                    <a:pt x="1602867" y="91535"/>
                  </a:lnTo>
                  <a:lnTo>
                    <a:pt x="1603248" y="89535"/>
                  </a:lnTo>
                  <a:lnTo>
                    <a:pt x="1602486" y="88678"/>
                  </a:lnTo>
                  <a:lnTo>
                    <a:pt x="1601248" y="88583"/>
                  </a:lnTo>
                  <a:lnTo>
                    <a:pt x="1600200" y="88868"/>
                  </a:lnTo>
                  <a:lnTo>
                    <a:pt x="1596485" y="90869"/>
                  </a:lnTo>
                  <a:lnTo>
                    <a:pt x="1595152" y="91059"/>
                  </a:lnTo>
                  <a:lnTo>
                    <a:pt x="1592199" y="90773"/>
                  </a:lnTo>
                  <a:lnTo>
                    <a:pt x="1590675" y="91154"/>
                  </a:lnTo>
                  <a:lnTo>
                    <a:pt x="1589532" y="92393"/>
                  </a:lnTo>
                  <a:lnTo>
                    <a:pt x="1589246" y="94107"/>
                  </a:lnTo>
                  <a:lnTo>
                    <a:pt x="1589246" y="95917"/>
                  </a:lnTo>
                  <a:lnTo>
                    <a:pt x="1589056" y="97441"/>
                  </a:lnTo>
                  <a:lnTo>
                    <a:pt x="1588103" y="98393"/>
                  </a:lnTo>
                  <a:lnTo>
                    <a:pt x="1587341" y="98489"/>
                  </a:lnTo>
                  <a:lnTo>
                    <a:pt x="1585722" y="98298"/>
                  </a:lnTo>
                  <a:lnTo>
                    <a:pt x="1584960" y="98298"/>
                  </a:lnTo>
                  <a:lnTo>
                    <a:pt x="1583817" y="98774"/>
                  </a:lnTo>
                  <a:lnTo>
                    <a:pt x="1580483" y="101251"/>
                  </a:lnTo>
                  <a:lnTo>
                    <a:pt x="1578197" y="101822"/>
                  </a:lnTo>
                  <a:lnTo>
                    <a:pt x="1567720" y="99060"/>
                  </a:lnTo>
                  <a:lnTo>
                    <a:pt x="1566672" y="99536"/>
                  </a:lnTo>
                  <a:lnTo>
                    <a:pt x="1565529" y="101060"/>
                  </a:lnTo>
                  <a:lnTo>
                    <a:pt x="1564672" y="102775"/>
                  </a:lnTo>
                  <a:lnTo>
                    <a:pt x="1564291" y="104204"/>
                  </a:lnTo>
                  <a:lnTo>
                    <a:pt x="1564386" y="105727"/>
                  </a:lnTo>
                  <a:lnTo>
                    <a:pt x="1565053" y="107823"/>
                  </a:lnTo>
                  <a:lnTo>
                    <a:pt x="1557528" y="111443"/>
                  </a:lnTo>
                  <a:lnTo>
                    <a:pt x="1548193" y="115919"/>
                  </a:lnTo>
                  <a:lnTo>
                    <a:pt x="1542193" y="118777"/>
                  </a:lnTo>
                  <a:lnTo>
                    <a:pt x="1538954" y="120301"/>
                  </a:lnTo>
                  <a:lnTo>
                    <a:pt x="1536287" y="121539"/>
                  </a:lnTo>
                  <a:lnTo>
                    <a:pt x="1534287" y="121920"/>
                  </a:lnTo>
                  <a:lnTo>
                    <a:pt x="1528858" y="121253"/>
                  </a:lnTo>
                  <a:lnTo>
                    <a:pt x="1526953" y="121444"/>
                  </a:lnTo>
                  <a:lnTo>
                    <a:pt x="1525143" y="122396"/>
                  </a:lnTo>
                  <a:lnTo>
                    <a:pt x="1521524" y="125159"/>
                  </a:lnTo>
                  <a:lnTo>
                    <a:pt x="1525429" y="131731"/>
                  </a:lnTo>
                  <a:lnTo>
                    <a:pt x="1517142" y="137922"/>
                  </a:lnTo>
                  <a:lnTo>
                    <a:pt x="1510856" y="142589"/>
                  </a:lnTo>
                  <a:lnTo>
                    <a:pt x="1503997" y="147638"/>
                  </a:lnTo>
                  <a:lnTo>
                    <a:pt x="1502569" y="147733"/>
                  </a:lnTo>
                  <a:lnTo>
                    <a:pt x="1498473" y="145542"/>
                  </a:lnTo>
                  <a:lnTo>
                    <a:pt x="1496568" y="145066"/>
                  </a:lnTo>
                  <a:lnTo>
                    <a:pt x="1492187" y="144971"/>
                  </a:lnTo>
                  <a:lnTo>
                    <a:pt x="1490377" y="145542"/>
                  </a:lnTo>
                  <a:lnTo>
                    <a:pt x="1489901" y="146304"/>
                  </a:lnTo>
                  <a:lnTo>
                    <a:pt x="1489520" y="147542"/>
                  </a:lnTo>
                  <a:lnTo>
                    <a:pt x="1488948" y="150114"/>
                  </a:lnTo>
                  <a:lnTo>
                    <a:pt x="1488472" y="151352"/>
                  </a:lnTo>
                  <a:lnTo>
                    <a:pt x="1487996" y="151924"/>
                  </a:lnTo>
                  <a:lnTo>
                    <a:pt x="1485329" y="152114"/>
                  </a:lnTo>
                  <a:lnTo>
                    <a:pt x="1484757" y="152305"/>
                  </a:lnTo>
                  <a:lnTo>
                    <a:pt x="1484281" y="152876"/>
                  </a:lnTo>
                  <a:lnTo>
                    <a:pt x="1483709" y="154115"/>
                  </a:lnTo>
                  <a:lnTo>
                    <a:pt x="1482757" y="158306"/>
                  </a:lnTo>
                  <a:lnTo>
                    <a:pt x="1482185" y="158877"/>
                  </a:lnTo>
                  <a:lnTo>
                    <a:pt x="1473613" y="158496"/>
                  </a:lnTo>
                  <a:lnTo>
                    <a:pt x="1472851" y="159544"/>
                  </a:lnTo>
                  <a:lnTo>
                    <a:pt x="1472375" y="161258"/>
                  </a:lnTo>
                  <a:lnTo>
                    <a:pt x="1471898" y="165735"/>
                  </a:lnTo>
                  <a:lnTo>
                    <a:pt x="1472184" y="166307"/>
                  </a:lnTo>
                  <a:lnTo>
                    <a:pt x="1473137" y="167259"/>
                  </a:lnTo>
                  <a:lnTo>
                    <a:pt x="1473708" y="168021"/>
                  </a:lnTo>
                  <a:lnTo>
                    <a:pt x="1473803" y="168688"/>
                  </a:lnTo>
                  <a:lnTo>
                    <a:pt x="1471327" y="176879"/>
                  </a:lnTo>
                  <a:lnTo>
                    <a:pt x="1470279" y="178213"/>
                  </a:lnTo>
                  <a:lnTo>
                    <a:pt x="1468755" y="177832"/>
                  </a:lnTo>
                  <a:lnTo>
                    <a:pt x="1465993" y="175546"/>
                  </a:lnTo>
                  <a:lnTo>
                    <a:pt x="1465993" y="175546"/>
                  </a:lnTo>
                  <a:lnTo>
                    <a:pt x="1465993" y="175546"/>
                  </a:lnTo>
                  <a:lnTo>
                    <a:pt x="1464088" y="173546"/>
                  </a:lnTo>
                  <a:lnTo>
                    <a:pt x="1463707" y="172212"/>
                  </a:lnTo>
                  <a:lnTo>
                    <a:pt x="1464088" y="170212"/>
                  </a:lnTo>
                  <a:lnTo>
                    <a:pt x="1463040" y="169926"/>
                  </a:lnTo>
                  <a:lnTo>
                    <a:pt x="1462564" y="168974"/>
                  </a:lnTo>
                  <a:lnTo>
                    <a:pt x="1462183" y="167735"/>
                  </a:lnTo>
                  <a:lnTo>
                    <a:pt x="1461516" y="166592"/>
                  </a:lnTo>
                  <a:lnTo>
                    <a:pt x="1461040" y="166402"/>
                  </a:lnTo>
                  <a:lnTo>
                    <a:pt x="1457611" y="166307"/>
                  </a:lnTo>
                  <a:lnTo>
                    <a:pt x="1457039" y="166687"/>
                  </a:lnTo>
                  <a:lnTo>
                    <a:pt x="1456087" y="168878"/>
                  </a:lnTo>
                  <a:lnTo>
                    <a:pt x="1455515" y="169259"/>
                  </a:lnTo>
                  <a:lnTo>
                    <a:pt x="1453896" y="169164"/>
                  </a:lnTo>
                  <a:lnTo>
                    <a:pt x="1453134" y="168497"/>
                  </a:lnTo>
                  <a:lnTo>
                    <a:pt x="1453039" y="167069"/>
                  </a:lnTo>
                  <a:lnTo>
                    <a:pt x="1453134" y="165354"/>
                  </a:lnTo>
                  <a:lnTo>
                    <a:pt x="1452848" y="163925"/>
                  </a:lnTo>
                  <a:lnTo>
                    <a:pt x="1452086" y="163449"/>
                  </a:lnTo>
                  <a:lnTo>
                    <a:pt x="1448562" y="162973"/>
                  </a:lnTo>
                  <a:lnTo>
                    <a:pt x="1446467" y="162592"/>
                  </a:lnTo>
                  <a:lnTo>
                    <a:pt x="1444752" y="162592"/>
                  </a:lnTo>
                  <a:lnTo>
                    <a:pt x="1443133" y="163259"/>
                  </a:lnTo>
                  <a:lnTo>
                    <a:pt x="1439513" y="166211"/>
                  </a:lnTo>
                  <a:lnTo>
                    <a:pt x="1438656" y="166497"/>
                  </a:lnTo>
                  <a:lnTo>
                    <a:pt x="1436846" y="165449"/>
                  </a:lnTo>
                  <a:lnTo>
                    <a:pt x="1435989" y="165164"/>
                  </a:lnTo>
                  <a:lnTo>
                    <a:pt x="1431989" y="164973"/>
                  </a:lnTo>
                  <a:lnTo>
                    <a:pt x="1431608" y="165164"/>
                  </a:lnTo>
                  <a:lnTo>
                    <a:pt x="1431512" y="165735"/>
                  </a:lnTo>
                  <a:lnTo>
                    <a:pt x="1431512" y="166402"/>
                  </a:lnTo>
                  <a:lnTo>
                    <a:pt x="1431131" y="167735"/>
                  </a:lnTo>
                  <a:lnTo>
                    <a:pt x="1431131" y="168497"/>
                  </a:lnTo>
                  <a:lnTo>
                    <a:pt x="1431036" y="169164"/>
                  </a:lnTo>
                  <a:lnTo>
                    <a:pt x="1430560" y="169355"/>
                  </a:lnTo>
                  <a:lnTo>
                    <a:pt x="1429322" y="169164"/>
                  </a:lnTo>
                  <a:lnTo>
                    <a:pt x="1428941" y="169164"/>
                  </a:lnTo>
                  <a:lnTo>
                    <a:pt x="1427988" y="169545"/>
                  </a:lnTo>
                  <a:lnTo>
                    <a:pt x="1427607" y="170021"/>
                  </a:lnTo>
                  <a:lnTo>
                    <a:pt x="1427417" y="170879"/>
                  </a:lnTo>
                  <a:lnTo>
                    <a:pt x="1426940" y="172403"/>
                  </a:lnTo>
                  <a:lnTo>
                    <a:pt x="1426464" y="173355"/>
                  </a:lnTo>
                  <a:lnTo>
                    <a:pt x="1425988" y="174022"/>
                  </a:lnTo>
                  <a:lnTo>
                    <a:pt x="1424750" y="175260"/>
                  </a:lnTo>
                  <a:lnTo>
                    <a:pt x="1424750" y="175260"/>
                  </a:lnTo>
                  <a:lnTo>
                    <a:pt x="1424750" y="175260"/>
                  </a:lnTo>
                  <a:lnTo>
                    <a:pt x="1420940" y="179165"/>
                  </a:lnTo>
                  <a:lnTo>
                    <a:pt x="1419511" y="180594"/>
                  </a:lnTo>
                  <a:lnTo>
                    <a:pt x="1418844" y="180785"/>
                  </a:lnTo>
                  <a:lnTo>
                    <a:pt x="1415510" y="178213"/>
                  </a:lnTo>
                  <a:lnTo>
                    <a:pt x="1417796" y="172879"/>
                  </a:lnTo>
                  <a:lnTo>
                    <a:pt x="1409319" y="168307"/>
                  </a:lnTo>
                  <a:lnTo>
                    <a:pt x="1410843" y="165259"/>
                  </a:lnTo>
                  <a:lnTo>
                    <a:pt x="1409033" y="163163"/>
                  </a:lnTo>
                  <a:lnTo>
                    <a:pt x="1408843" y="162020"/>
                  </a:lnTo>
                  <a:lnTo>
                    <a:pt x="1409319" y="160306"/>
                  </a:lnTo>
                  <a:lnTo>
                    <a:pt x="1410081" y="159163"/>
                  </a:lnTo>
                  <a:lnTo>
                    <a:pt x="1411129" y="158591"/>
                  </a:lnTo>
                  <a:lnTo>
                    <a:pt x="1413415" y="158210"/>
                  </a:lnTo>
                  <a:lnTo>
                    <a:pt x="1414748" y="150305"/>
                  </a:lnTo>
                  <a:lnTo>
                    <a:pt x="1415606" y="149162"/>
                  </a:lnTo>
                  <a:lnTo>
                    <a:pt x="1420368" y="147352"/>
                  </a:lnTo>
                  <a:lnTo>
                    <a:pt x="1417892" y="145637"/>
                  </a:lnTo>
                  <a:lnTo>
                    <a:pt x="1418939" y="143637"/>
                  </a:lnTo>
                  <a:lnTo>
                    <a:pt x="1420082" y="142304"/>
                  </a:lnTo>
                  <a:lnTo>
                    <a:pt x="1421321" y="141542"/>
                  </a:lnTo>
                  <a:lnTo>
                    <a:pt x="1422845" y="141446"/>
                  </a:lnTo>
                  <a:lnTo>
                    <a:pt x="1430655" y="142970"/>
                  </a:lnTo>
                  <a:lnTo>
                    <a:pt x="1432084" y="142685"/>
                  </a:lnTo>
                  <a:lnTo>
                    <a:pt x="1433227" y="141542"/>
                  </a:lnTo>
                  <a:lnTo>
                    <a:pt x="1433989" y="139160"/>
                  </a:lnTo>
                  <a:lnTo>
                    <a:pt x="1436275" y="125159"/>
                  </a:lnTo>
                  <a:lnTo>
                    <a:pt x="1433322" y="126016"/>
                  </a:lnTo>
                  <a:lnTo>
                    <a:pt x="1432751" y="125730"/>
                  </a:lnTo>
                  <a:lnTo>
                    <a:pt x="1432560" y="123825"/>
                  </a:lnTo>
                  <a:lnTo>
                    <a:pt x="1432465" y="123539"/>
                  </a:lnTo>
                  <a:lnTo>
                    <a:pt x="1431608" y="123349"/>
                  </a:lnTo>
                  <a:lnTo>
                    <a:pt x="1428845" y="124016"/>
                  </a:lnTo>
                  <a:lnTo>
                    <a:pt x="1428179" y="124492"/>
                  </a:lnTo>
                  <a:lnTo>
                    <a:pt x="1428369" y="125254"/>
                  </a:lnTo>
                  <a:lnTo>
                    <a:pt x="1428845" y="126206"/>
                  </a:lnTo>
                  <a:lnTo>
                    <a:pt x="1429036" y="127349"/>
                  </a:lnTo>
                  <a:lnTo>
                    <a:pt x="1428083" y="128683"/>
                  </a:lnTo>
                  <a:lnTo>
                    <a:pt x="1425035" y="129445"/>
                  </a:lnTo>
                  <a:lnTo>
                    <a:pt x="1424559" y="131064"/>
                  </a:lnTo>
                  <a:lnTo>
                    <a:pt x="1424559" y="131064"/>
                  </a:lnTo>
                  <a:lnTo>
                    <a:pt x="1424654" y="133160"/>
                  </a:lnTo>
                  <a:lnTo>
                    <a:pt x="1424464" y="134303"/>
                  </a:lnTo>
                  <a:lnTo>
                    <a:pt x="1423797" y="134874"/>
                  </a:lnTo>
                  <a:lnTo>
                    <a:pt x="1422559" y="135255"/>
                  </a:lnTo>
                  <a:lnTo>
                    <a:pt x="1421892" y="135065"/>
                  </a:lnTo>
                  <a:lnTo>
                    <a:pt x="1420654" y="133541"/>
                  </a:lnTo>
                  <a:lnTo>
                    <a:pt x="1419987" y="132969"/>
                  </a:lnTo>
                  <a:lnTo>
                    <a:pt x="1419511" y="132779"/>
                  </a:lnTo>
                  <a:lnTo>
                    <a:pt x="1417892" y="132874"/>
                  </a:lnTo>
                  <a:lnTo>
                    <a:pt x="1417415" y="133160"/>
                  </a:lnTo>
                  <a:lnTo>
                    <a:pt x="1417225" y="134017"/>
                  </a:lnTo>
                  <a:lnTo>
                    <a:pt x="1417130" y="135065"/>
                  </a:lnTo>
                  <a:lnTo>
                    <a:pt x="1416844" y="135731"/>
                  </a:lnTo>
                  <a:lnTo>
                    <a:pt x="1416082" y="135922"/>
                  </a:lnTo>
                  <a:lnTo>
                    <a:pt x="1407128" y="133826"/>
                  </a:lnTo>
                  <a:lnTo>
                    <a:pt x="1400366" y="132302"/>
                  </a:lnTo>
                  <a:lnTo>
                    <a:pt x="1399413" y="131159"/>
                  </a:lnTo>
                  <a:lnTo>
                    <a:pt x="1398937" y="128588"/>
                  </a:lnTo>
                  <a:lnTo>
                    <a:pt x="1398365" y="127349"/>
                  </a:lnTo>
                  <a:lnTo>
                    <a:pt x="1395889" y="126111"/>
                  </a:lnTo>
                  <a:lnTo>
                    <a:pt x="1395698" y="122682"/>
                  </a:lnTo>
                  <a:lnTo>
                    <a:pt x="1395413" y="121063"/>
                  </a:lnTo>
                  <a:lnTo>
                    <a:pt x="1394841" y="119825"/>
                  </a:lnTo>
                  <a:lnTo>
                    <a:pt x="1394079" y="119444"/>
                  </a:lnTo>
                  <a:lnTo>
                    <a:pt x="1391126" y="119825"/>
                  </a:lnTo>
                  <a:lnTo>
                    <a:pt x="1384364" y="119063"/>
                  </a:lnTo>
                  <a:lnTo>
                    <a:pt x="1377315" y="118205"/>
                  </a:lnTo>
                  <a:lnTo>
                    <a:pt x="1374648" y="118777"/>
                  </a:lnTo>
                  <a:lnTo>
                    <a:pt x="1372267" y="121349"/>
                  </a:lnTo>
                  <a:lnTo>
                    <a:pt x="1371791" y="122587"/>
                  </a:lnTo>
                  <a:lnTo>
                    <a:pt x="1371219" y="124301"/>
                  </a:lnTo>
                  <a:lnTo>
                    <a:pt x="1370933" y="125921"/>
                  </a:lnTo>
                  <a:lnTo>
                    <a:pt x="1371219" y="126587"/>
                  </a:lnTo>
                  <a:lnTo>
                    <a:pt x="1375886" y="125635"/>
                  </a:lnTo>
                  <a:lnTo>
                    <a:pt x="1377696" y="125730"/>
                  </a:lnTo>
                  <a:lnTo>
                    <a:pt x="1379030" y="126778"/>
                  </a:lnTo>
                  <a:lnTo>
                    <a:pt x="1380077" y="128683"/>
                  </a:lnTo>
                  <a:lnTo>
                    <a:pt x="1381125" y="131255"/>
                  </a:lnTo>
                  <a:lnTo>
                    <a:pt x="1381411" y="134398"/>
                  </a:lnTo>
                  <a:lnTo>
                    <a:pt x="1379982" y="135065"/>
                  </a:lnTo>
                  <a:lnTo>
                    <a:pt x="1374648" y="132779"/>
                  </a:lnTo>
                  <a:lnTo>
                    <a:pt x="1373886" y="132683"/>
                  </a:lnTo>
                  <a:lnTo>
                    <a:pt x="1373219" y="133255"/>
                  </a:lnTo>
                  <a:lnTo>
                    <a:pt x="1371886" y="135731"/>
                  </a:lnTo>
                  <a:lnTo>
                    <a:pt x="1369695" y="138398"/>
                  </a:lnTo>
                  <a:lnTo>
                    <a:pt x="1368552" y="139160"/>
                  </a:lnTo>
                  <a:lnTo>
                    <a:pt x="1366838" y="139351"/>
                  </a:lnTo>
                  <a:lnTo>
                    <a:pt x="1365218" y="138970"/>
                  </a:lnTo>
                  <a:lnTo>
                    <a:pt x="1364171" y="137922"/>
                  </a:lnTo>
                  <a:lnTo>
                    <a:pt x="1364171" y="136493"/>
                  </a:lnTo>
                  <a:lnTo>
                    <a:pt x="1364742" y="134684"/>
                  </a:lnTo>
                  <a:lnTo>
                    <a:pt x="1366076" y="131445"/>
                  </a:lnTo>
                  <a:lnTo>
                    <a:pt x="1366076" y="131445"/>
                  </a:lnTo>
                  <a:lnTo>
                    <a:pt x="1366647" y="129350"/>
                  </a:lnTo>
                  <a:lnTo>
                    <a:pt x="1365980" y="128016"/>
                  </a:lnTo>
                  <a:lnTo>
                    <a:pt x="1364742" y="126873"/>
                  </a:lnTo>
                  <a:lnTo>
                    <a:pt x="1363790" y="125349"/>
                  </a:lnTo>
                  <a:lnTo>
                    <a:pt x="1363599" y="124492"/>
                  </a:lnTo>
                  <a:lnTo>
                    <a:pt x="1363409" y="123349"/>
                  </a:lnTo>
                  <a:lnTo>
                    <a:pt x="1363504" y="122301"/>
                  </a:lnTo>
                  <a:lnTo>
                    <a:pt x="1363980" y="122015"/>
                  </a:lnTo>
                  <a:lnTo>
                    <a:pt x="1365599" y="122587"/>
                  </a:lnTo>
                  <a:lnTo>
                    <a:pt x="1366076" y="122587"/>
                  </a:lnTo>
                  <a:lnTo>
                    <a:pt x="1366266" y="122301"/>
                  </a:lnTo>
                  <a:lnTo>
                    <a:pt x="1366647" y="121158"/>
                  </a:lnTo>
                  <a:lnTo>
                    <a:pt x="1366838" y="120872"/>
                  </a:lnTo>
                  <a:lnTo>
                    <a:pt x="1367695" y="120872"/>
                  </a:lnTo>
                  <a:lnTo>
                    <a:pt x="1368457" y="121063"/>
                  </a:lnTo>
                  <a:lnTo>
                    <a:pt x="1369124" y="120777"/>
                  </a:lnTo>
                  <a:lnTo>
                    <a:pt x="1369695" y="119539"/>
                  </a:lnTo>
                  <a:lnTo>
                    <a:pt x="1369981" y="119158"/>
                  </a:lnTo>
                  <a:lnTo>
                    <a:pt x="1370076" y="118777"/>
                  </a:lnTo>
                  <a:lnTo>
                    <a:pt x="1369981" y="118491"/>
                  </a:lnTo>
                  <a:lnTo>
                    <a:pt x="1365028" y="116491"/>
                  </a:lnTo>
                  <a:lnTo>
                    <a:pt x="1360265" y="114586"/>
                  </a:lnTo>
                  <a:lnTo>
                    <a:pt x="1362075" y="110490"/>
                  </a:lnTo>
                  <a:lnTo>
                    <a:pt x="1362266" y="109347"/>
                  </a:lnTo>
                  <a:lnTo>
                    <a:pt x="1361599" y="107823"/>
                  </a:lnTo>
                  <a:lnTo>
                    <a:pt x="1359218" y="106966"/>
                  </a:lnTo>
                  <a:lnTo>
                    <a:pt x="1358646" y="106013"/>
                  </a:lnTo>
                  <a:lnTo>
                    <a:pt x="1357884" y="103346"/>
                  </a:lnTo>
                  <a:lnTo>
                    <a:pt x="1356265" y="100679"/>
                  </a:lnTo>
                  <a:lnTo>
                    <a:pt x="1354360" y="98584"/>
                  </a:lnTo>
                  <a:lnTo>
                    <a:pt x="1352645" y="97536"/>
                  </a:lnTo>
                  <a:lnTo>
                    <a:pt x="1346930" y="96679"/>
                  </a:lnTo>
                  <a:lnTo>
                    <a:pt x="1345978" y="97346"/>
                  </a:lnTo>
                  <a:lnTo>
                    <a:pt x="1346073" y="98774"/>
                  </a:lnTo>
                  <a:lnTo>
                    <a:pt x="1346645" y="99632"/>
                  </a:lnTo>
                  <a:lnTo>
                    <a:pt x="1348359" y="100775"/>
                  </a:lnTo>
                  <a:lnTo>
                    <a:pt x="1349597" y="101918"/>
                  </a:lnTo>
                  <a:lnTo>
                    <a:pt x="1350074" y="102775"/>
                  </a:lnTo>
                  <a:lnTo>
                    <a:pt x="1349883" y="103727"/>
                  </a:lnTo>
                  <a:lnTo>
                    <a:pt x="1348835" y="106109"/>
                  </a:lnTo>
                  <a:lnTo>
                    <a:pt x="1348550" y="107156"/>
                  </a:lnTo>
                  <a:lnTo>
                    <a:pt x="1348264" y="108204"/>
                  </a:lnTo>
                  <a:lnTo>
                    <a:pt x="1348168" y="109157"/>
                  </a:lnTo>
                  <a:lnTo>
                    <a:pt x="1348168" y="110300"/>
                  </a:lnTo>
                  <a:lnTo>
                    <a:pt x="1348264" y="110776"/>
                  </a:lnTo>
                  <a:lnTo>
                    <a:pt x="1349216" y="111633"/>
                  </a:lnTo>
                  <a:lnTo>
                    <a:pt x="1350645" y="112300"/>
                  </a:lnTo>
                  <a:lnTo>
                    <a:pt x="1352264" y="112586"/>
                  </a:lnTo>
                  <a:lnTo>
                    <a:pt x="1353693" y="113157"/>
                  </a:lnTo>
                  <a:lnTo>
                    <a:pt x="1354646" y="114681"/>
                  </a:lnTo>
                  <a:lnTo>
                    <a:pt x="1354836" y="117158"/>
                  </a:lnTo>
                  <a:lnTo>
                    <a:pt x="1354169" y="118586"/>
                  </a:lnTo>
                  <a:lnTo>
                    <a:pt x="1353026" y="119253"/>
                  </a:lnTo>
                  <a:lnTo>
                    <a:pt x="1351217" y="119253"/>
                  </a:lnTo>
                  <a:lnTo>
                    <a:pt x="1349693" y="118682"/>
                  </a:lnTo>
                  <a:lnTo>
                    <a:pt x="1348550" y="117253"/>
                  </a:lnTo>
                  <a:lnTo>
                    <a:pt x="1345502" y="111252"/>
                  </a:lnTo>
                  <a:lnTo>
                    <a:pt x="1344644" y="110300"/>
                  </a:lnTo>
                  <a:lnTo>
                    <a:pt x="1343692" y="109728"/>
                  </a:lnTo>
                  <a:lnTo>
                    <a:pt x="1342358" y="109347"/>
                  </a:lnTo>
                  <a:lnTo>
                    <a:pt x="1332071" y="108299"/>
                  </a:lnTo>
                  <a:lnTo>
                    <a:pt x="1330928" y="108776"/>
                  </a:lnTo>
                  <a:lnTo>
                    <a:pt x="1330071" y="110014"/>
                  </a:lnTo>
                  <a:lnTo>
                    <a:pt x="1329595" y="111633"/>
                  </a:lnTo>
                  <a:lnTo>
                    <a:pt x="1329404" y="113443"/>
                  </a:lnTo>
                  <a:lnTo>
                    <a:pt x="1329690" y="117443"/>
                  </a:lnTo>
                  <a:lnTo>
                    <a:pt x="1329214" y="118682"/>
                  </a:lnTo>
                  <a:lnTo>
                    <a:pt x="1327690" y="119825"/>
                  </a:lnTo>
                  <a:lnTo>
                    <a:pt x="1325880" y="120777"/>
                  </a:lnTo>
                  <a:lnTo>
                    <a:pt x="1325118" y="120872"/>
                  </a:lnTo>
                  <a:lnTo>
                    <a:pt x="1324166" y="120682"/>
                  </a:lnTo>
                  <a:lnTo>
                    <a:pt x="1323594" y="120301"/>
                  </a:lnTo>
                  <a:lnTo>
                    <a:pt x="1322546" y="119253"/>
                  </a:lnTo>
                  <a:lnTo>
                    <a:pt x="1321975" y="118967"/>
                  </a:lnTo>
                  <a:lnTo>
                    <a:pt x="1320737" y="119158"/>
                  </a:lnTo>
                  <a:lnTo>
                    <a:pt x="1318070" y="120491"/>
                  </a:lnTo>
                  <a:lnTo>
                    <a:pt x="1316927" y="120682"/>
                  </a:lnTo>
                  <a:lnTo>
                    <a:pt x="1316450" y="116300"/>
                  </a:lnTo>
                  <a:lnTo>
                    <a:pt x="1316165" y="115157"/>
                  </a:lnTo>
                  <a:lnTo>
                    <a:pt x="1315688" y="114300"/>
                  </a:lnTo>
                  <a:lnTo>
                    <a:pt x="1315212" y="113919"/>
                  </a:lnTo>
                  <a:lnTo>
                    <a:pt x="1313593" y="114014"/>
                  </a:lnTo>
                  <a:lnTo>
                    <a:pt x="1311974" y="113633"/>
                  </a:lnTo>
                  <a:lnTo>
                    <a:pt x="1310259" y="112871"/>
                  </a:lnTo>
                  <a:lnTo>
                    <a:pt x="1308735" y="112586"/>
                  </a:lnTo>
                  <a:lnTo>
                    <a:pt x="1307497" y="113633"/>
                  </a:lnTo>
                  <a:lnTo>
                    <a:pt x="1304830" y="118396"/>
                  </a:lnTo>
                  <a:lnTo>
                    <a:pt x="1303401" y="120110"/>
                  </a:lnTo>
                  <a:lnTo>
                    <a:pt x="1301496" y="121444"/>
                  </a:lnTo>
                  <a:lnTo>
                    <a:pt x="1300353" y="121444"/>
                  </a:lnTo>
                  <a:lnTo>
                    <a:pt x="1299401" y="120396"/>
                  </a:lnTo>
                  <a:lnTo>
                    <a:pt x="1297781" y="117158"/>
                  </a:lnTo>
                  <a:lnTo>
                    <a:pt x="1296924" y="115824"/>
                  </a:lnTo>
                  <a:lnTo>
                    <a:pt x="1296162" y="114967"/>
                  </a:lnTo>
                  <a:lnTo>
                    <a:pt x="1294067" y="113824"/>
                  </a:lnTo>
                  <a:lnTo>
                    <a:pt x="1294447" y="112490"/>
                  </a:lnTo>
                  <a:lnTo>
                    <a:pt x="1294733" y="110395"/>
                  </a:lnTo>
                  <a:lnTo>
                    <a:pt x="1294733" y="108299"/>
                  </a:lnTo>
                  <a:lnTo>
                    <a:pt x="1294447" y="106871"/>
                  </a:lnTo>
                  <a:lnTo>
                    <a:pt x="1293781" y="106490"/>
                  </a:lnTo>
                  <a:lnTo>
                    <a:pt x="1290542" y="106299"/>
                  </a:lnTo>
                  <a:lnTo>
                    <a:pt x="1290161" y="103156"/>
                  </a:lnTo>
                  <a:lnTo>
                    <a:pt x="1290638" y="101346"/>
                  </a:lnTo>
                  <a:lnTo>
                    <a:pt x="1291876" y="100584"/>
                  </a:lnTo>
                  <a:lnTo>
                    <a:pt x="1293781" y="100679"/>
                  </a:lnTo>
                  <a:lnTo>
                    <a:pt x="1294829" y="101060"/>
                  </a:lnTo>
                  <a:lnTo>
                    <a:pt x="1296829" y="102203"/>
                  </a:lnTo>
                  <a:lnTo>
                    <a:pt x="1297877" y="102584"/>
                  </a:lnTo>
                  <a:lnTo>
                    <a:pt x="1298829" y="102584"/>
                  </a:lnTo>
                  <a:lnTo>
                    <a:pt x="1301782" y="102013"/>
                  </a:lnTo>
                  <a:lnTo>
                    <a:pt x="1302068" y="98203"/>
                  </a:lnTo>
                  <a:lnTo>
                    <a:pt x="1302068" y="96965"/>
                  </a:lnTo>
                  <a:lnTo>
                    <a:pt x="1302163" y="95441"/>
                  </a:lnTo>
                  <a:lnTo>
                    <a:pt x="1302163" y="94774"/>
                  </a:lnTo>
                  <a:lnTo>
                    <a:pt x="1301877" y="94393"/>
                  </a:lnTo>
                  <a:lnTo>
                    <a:pt x="1300925" y="94107"/>
                  </a:lnTo>
                  <a:lnTo>
                    <a:pt x="1300543" y="93821"/>
                  </a:lnTo>
                  <a:lnTo>
                    <a:pt x="1300353" y="93250"/>
                  </a:lnTo>
                  <a:lnTo>
                    <a:pt x="1300639" y="90202"/>
                  </a:lnTo>
                  <a:lnTo>
                    <a:pt x="1300448" y="89154"/>
                  </a:lnTo>
                  <a:lnTo>
                    <a:pt x="1299401" y="87916"/>
                  </a:lnTo>
                  <a:lnTo>
                    <a:pt x="1299305" y="87535"/>
                  </a:lnTo>
                  <a:lnTo>
                    <a:pt x="1299305" y="87059"/>
                  </a:lnTo>
                  <a:lnTo>
                    <a:pt x="1299401" y="86487"/>
                  </a:lnTo>
                  <a:lnTo>
                    <a:pt x="1299020" y="80010"/>
                  </a:lnTo>
                  <a:lnTo>
                    <a:pt x="1299401" y="77534"/>
                  </a:lnTo>
                  <a:lnTo>
                    <a:pt x="1301020" y="76010"/>
                  </a:lnTo>
                  <a:lnTo>
                    <a:pt x="1303687" y="75248"/>
                  </a:lnTo>
                  <a:lnTo>
                    <a:pt x="1304830" y="74581"/>
                  </a:lnTo>
                  <a:lnTo>
                    <a:pt x="1305497" y="73343"/>
                  </a:lnTo>
                  <a:lnTo>
                    <a:pt x="1305497" y="71342"/>
                  </a:lnTo>
                  <a:lnTo>
                    <a:pt x="1304830" y="69437"/>
                  </a:lnTo>
                  <a:lnTo>
                    <a:pt x="1303020" y="66580"/>
                  </a:lnTo>
                  <a:lnTo>
                    <a:pt x="1302068" y="65723"/>
                  </a:lnTo>
                  <a:lnTo>
                    <a:pt x="1301020" y="65437"/>
                  </a:lnTo>
                  <a:lnTo>
                    <a:pt x="1298734" y="65437"/>
                  </a:lnTo>
                  <a:lnTo>
                    <a:pt x="1296638" y="64865"/>
                  </a:lnTo>
                  <a:lnTo>
                    <a:pt x="1293971" y="63437"/>
                  </a:lnTo>
                  <a:lnTo>
                    <a:pt x="1291781" y="61151"/>
                  </a:lnTo>
                  <a:lnTo>
                    <a:pt x="1291114" y="58103"/>
                  </a:lnTo>
                  <a:lnTo>
                    <a:pt x="1291304" y="55626"/>
                  </a:lnTo>
                  <a:lnTo>
                    <a:pt x="1290923" y="54388"/>
                  </a:lnTo>
                  <a:lnTo>
                    <a:pt x="1289018" y="52102"/>
                  </a:lnTo>
                  <a:lnTo>
                    <a:pt x="1288637" y="50768"/>
                  </a:lnTo>
                  <a:lnTo>
                    <a:pt x="1288733" y="49149"/>
                  </a:lnTo>
                  <a:lnTo>
                    <a:pt x="1289114" y="47530"/>
                  </a:lnTo>
                  <a:lnTo>
                    <a:pt x="1289685" y="46482"/>
                  </a:lnTo>
                  <a:lnTo>
                    <a:pt x="1290066" y="45339"/>
                  </a:lnTo>
                  <a:lnTo>
                    <a:pt x="1289114" y="42863"/>
                  </a:lnTo>
                  <a:lnTo>
                    <a:pt x="1289495" y="41148"/>
                  </a:lnTo>
                  <a:lnTo>
                    <a:pt x="1289780" y="40005"/>
                  </a:lnTo>
                  <a:lnTo>
                    <a:pt x="1289971" y="38767"/>
                  </a:lnTo>
                  <a:lnTo>
                    <a:pt x="1290161" y="36195"/>
                  </a:lnTo>
                  <a:lnTo>
                    <a:pt x="1290161" y="36005"/>
                  </a:lnTo>
                  <a:lnTo>
                    <a:pt x="1290161" y="35243"/>
                  </a:lnTo>
                  <a:lnTo>
                    <a:pt x="1290161" y="35052"/>
                  </a:lnTo>
                  <a:lnTo>
                    <a:pt x="1290161" y="33909"/>
                  </a:lnTo>
                  <a:lnTo>
                    <a:pt x="1290161" y="32766"/>
                  </a:lnTo>
                  <a:lnTo>
                    <a:pt x="1289304" y="30194"/>
                  </a:lnTo>
                  <a:lnTo>
                    <a:pt x="1284542" y="23432"/>
                  </a:lnTo>
                  <a:lnTo>
                    <a:pt x="1280922" y="18574"/>
                  </a:lnTo>
                  <a:lnTo>
                    <a:pt x="1280351" y="17145"/>
                  </a:lnTo>
                  <a:lnTo>
                    <a:pt x="1280732" y="15621"/>
                  </a:lnTo>
                  <a:lnTo>
                    <a:pt x="1281589" y="14097"/>
                  </a:lnTo>
                  <a:lnTo>
                    <a:pt x="1282446" y="12954"/>
                  </a:lnTo>
                  <a:lnTo>
                    <a:pt x="1280160" y="11716"/>
                  </a:lnTo>
                  <a:lnTo>
                    <a:pt x="1277207" y="11144"/>
                  </a:lnTo>
                  <a:lnTo>
                    <a:pt x="1274255" y="11525"/>
                  </a:lnTo>
                  <a:lnTo>
                    <a:pt x="1272159" y="13049"/>
                  </a:lnTo>
                  <a:lnTo>
                    <a:pt x="1271207" y="14192"/>
                  </a:lnTo>
                  <a:lnTo>
                    <a:pt x="1270064" y="14859"/>
                  </a:lnTo>
                  <a:lnTo>
                    <a:pt x="1268825" y="15145"/>
                  </a:lnTo>
                  <a:lnTo>
                    <a:pt x="1267682" y="15145"/>
                  </a:lnTo>
                  <a:lnTo>
                    <a:pt x="1263968" y="13621"/>
                  </a:lnTo>
                  <a:lnTo>
                    <a:pt x="1263491" y="13430"/>
                  </a:lnTo>
                  <a:lnTo>
                    <a:pt x="1262539" y="13811"/>
                  </a:lnTo>
                  <a:lnTo>
                    <a:pt x="1260348" y="17240"/>
                  </a:lnTo>
                  <a:lnTo>
                    <a:pt x="1259681" y="18669"/>
                  </a:lnTo>
                  <a:lnTo>
                    <a:pt x="1259586" y="19431"/>
                  </a:lnTo>
                  <a:lnTo>
                    <a:pt x="1259586" y="20193"/>
                  </a:lnTo>
                  <a:lnTo>
                    <a:pt x="1259396" y="20860"/>
                  </a:lnTo>
                  <a:lnTo>
                    <a:pt x="1258919" y="21336"/>
                  </a:lnTo>
                  <a:lnTo>
                    <a:pt x="1254252" y="22955"/>
                  </a:lnTo>
                  <a:lnTo>
                    <a:pt x="1253204" y="23813"/>
                  </a:lnTo>
                  <a:lnTo>
                    <a:pt x="1251490" y="26765"/>
                  </a:lnTo>
                  <a:lnTo>
                    <a:pt x="1250537" y="27623"/>
                  </a:lnTo>
                  <a:lnTo>
                    <a:pt x="1249680" y="27527"/>
                  </a:lnTo>
                  <a:lnTo>
                    <a:pt x="1242346" y="22574"/>
                  </a:lnTo>
                  <a:lnTo>
                    <a:pt x="1240346" y="21812"/>
                  </a:lnTo>
                  <a:lnTo>
                    <a:pt x="1235964" y="21622"/>
                  </a:lnTo>
                  <a:lnTo>
                    <a:pt x="1234440" y="20574"/>
                  </a:lnTo>
                  <a:lnTo>
                    <a:pt x="1230154" y="14573"/>
                  </a:lnTo>
                  <a:lnTo>
                    <a:pt x="1228630" y="13145"/>
                  </a:lnTo>
                  <a:lnTo>
                    <a:pt x="1221867" y="9239"/>
                  </a:lnTo>
                  <a:lnTo>
                    <a:pt x="1211485" y="7811"/>
                  </a:lnTo>
                  <a:lnTo>
                    <a:pt x="1203960" y="4477"/>
                  </a:lnTo>
                  <a:lnTo>
                    <a:pt x="1202722" y="4858"/>
                  </a:lnTo>
                  <a:lnTo>
                    <a:pt x="1198340" y="9335"/>
                  </a:lnTo>
                  <a:lnTo>
                    <a:pt x="1196245" y="10097"/>
                  </a:lnTo>
                  <a:lnTo>
                    <a:pt x="1195102" y="8096"/>
                  </a:lnTo>
                  <a:lnTo>
                    <a:pt x="1194245" y="5239"/>
                  </a:lnTo>
                  <a:lnTo>
                    <a:pt x="1192911" y="3429"/>
                  </a:lnTo>
                  <a:lnTo>
                    <a:pt x="1183481" y="0"/>
                  </a:lnTo>
                  <a:lnTo>
                    <a:pt x="1182624" y="95"/>
                  </a:lnTo>
                  <a:lnTo>
                    <a:pt x="1181767" y="667"/>
                  </a:lnTo>
                  <a:lnTo>
                    <a:pt x="1181291" y="1429"/>
                  </a:lnTo>
                  <a:lnTo>
                    <a:pt x="1181291" y="2096"/>
                  </a:lnTo>
                  <a:lnTo>
                    <a:pt x="1181481" y="2762"/>
                  </a:lnTo>
                  <a:lnTo>
                    <a:pt x="1182053" y="5906"/>
                  </a:lnTo>
                  <a:lnTo>
                    <a:pt x="1182815" y="6858"/>
                  </a:lnTo>
                  <a:lnTo>
                    <a:pt x="1183862" y="7334"/>
                  </a:lnTo>
                  <a:lnTo>
                    <a:pt x="1185196" y="8192"/>
                  </a:lnTo>
                  <a:lnTo>
                    <a:pt x="1185482" y="11716"/>
                  </a:lnTo>
                  <a:lnTo>
                    <a:pt x="1185386" y="13335"/>
                  </a:lnTo>
                  <a:lnTo>
                    <a:pt x="1184815" y="14478"/>
                  </a:lnTo>
                  <a:lnTo>
                    <a:pt x="1183481" y="15240"/>
                  </a:lnTo>
                  <a:lnTo>
                    <a:pt x="1182243" y="14669"/>
                  </a:lnTo>
                  <a:lnTo>
                    <a:pt x="1181195" y="13335"/>
                  </a:lnTo>
                  <a:lnTo>
                    <a:pt x="1179290" y="10097"/>
                  </a:lnTo>
                  <a:lnTo>
                    <a:pt x="1178243" y="9049"/>
                  </a:lnTo>
                  <a:lnTo>
                    <a:pt x="1177004" y="8382"/>
                  </a:lnTo>
                  <a:lnTo>
                    <a:pt x="1172337" y="7620"/>
                  </a:lnTo>
                  <a:lnTo>
                    <a:pt x="1171766" y="7525"/>
                  </a:lnTo>
                  <a:lnTo>
                    <a:pt x="1170623" y="6858"/>
                  </a:lnTo>
                  <a:lnTo>
                    <a:pt x="1170051" y="8477"/>
                  </a:lnTo>
                  <a:lnTo>
                    <a:pt x="1169670" y="10001"/>
                  </a:lnTo>
                  <a:lnTo>
                    <a:pt x="1169575" y="11621"/>
                  </a:lnTo>
                  <a:lnTo>
                    <a:pt x="1169765" y="13621"/>
                  </a:lnTo>
                  <a:lnTo>
                    <a:pt x="1169384" y="15050"/>
                  </a:lnTo>
                  <a:lnTo>
                    <a:pt x="1166908" y="16764"/>
                  </a:lnTo>
                  <a:lnTo>
                    <a:pt x="1166051" y="17812"/>
                  </a:lnTo>
                  <a:lnTo>
                    <a:pt x="1166051" y="18574"/>
                  </a:lnTo>
                  <a:lnTo>
                    <a:pt x="1166336" y="20384"/>
                  </a:lnTo>
                  <a:lnTo>
                    <a:pt x="1166241" y="21336"/>
                  </a:lnTo>
                  <a:lnTo>
                    <a:pt x="1165670" y="22289"/>
                  </a:lnTo>
                  <a:lnTo>
                    <a:pt x="1165098" y="22479"/>
                  </a:lnTo>
                  <a:lnTo>
                    <a:pt x="1163669" y="22098"/>
                  </a:lnTo>
                  <a:lnTo>
                    <a:pt x="1162431" y="22193"/>
                  </a:lnTo>
                  <a:lnTo>
                    <a:pt x="1158907" y="23527"/>
                  </a:lnTo>
                  <a:lnTo>
                    <a:pt x="1154906" y="22479"/>
                  </a:lnTo>
                  <a:lnTo>
                    <a:pt x="1153668" y="22479"/>
                  </a:lnTo>
                  <a:lnTo>
                    <a:pt x="1151001" y="23717"/>
                  </a:lnTo>
                  <a:lnTo>
                    <a:pt x="1149953" y="23813"/>
                  </a:lnTo>
                  <a:lnTo>
                    <a:pt x="1149096" y="23432"/>
                  </a:lnTo>
                  <a:lnTo>
                    <a:pt x="1148429" y="22955"/>
                  </a:lnTo>
                  <a:lnTo>
                    <a:pt x="1147667" y="22670"/>
                  </a:lnTo>
                  <a:lnTo>
                    <a:pt x="1146524" y="22955"/>
                  </a:lnTo>
                  <a:lnTo>
                    <a:pt x="1143191" y="24860"/>
                  </a:lnTo>
                  <a:lnTo>
                    <a:pt x="1143572" y="25146"/>
                  </a:lnTo>
                  <a:lnTo>
                    <a:pt x="1144715" y="26384"/>
                  </a:lnTo>
                  <a:lnTo>
                    <a:pt x="1143857" y="29051"/>
                  </a:lnTo>
                  <a:lnTo>
                    <a:pt x="1145858" y="31242"/>
                  </a:lnTo>
                  <a:lnTo>
                    <a:pt x="1150049" y="33909"/>
                  </a:lnTo>
                  <a:lnTo>
                    <a:pt x="1149858" y="35719"/>
                  </a:lnTo>
                  <a:lnTo>
                    <a:pt x="1148620" y="36195"/>
                  </a:lnTo>
                  <a:lnTo>
                    <a:pt x="1147191" y="36290"/>
                  </a:lnTo>
                  <a:lnTo>
                    <a:pt x="1146143" y="36957"/>
                  </a:lnTo>
                  <a:lnTo>
                    <a:pt x="1145667" y="38576"/>
                  </a:lnTo>
                  <a:lnTo>
                    <a:pt x="1145477" y="39815"/>
                  </a:lnTo>
                  <a:lnTo>
                    <a:pt x="1145000" y="40672"/>
                  </a:lnTo>
                  <a:lnTo>
                    <a:pt x="1143857" y="41243"/>
                  </a:lnTo>
                  <a:lnTo>
                    <a:pt x="1143476" y="43529"/>
                  </a:lnTo>
                  <a:lnTo>
                    <a:pt x="1142524" y="44577"/>
                  </a:lnTo>
                  <a:lnTo>
                    <a:pt x="1134332" y="45815"/>
                  </a:lnTo>
                  <a:lnTo>
                    <a:pt x="1129284" y="43434"/>
                  </a:lnTo>
                  <a:lnTo>
                    <a:pt x="1127665" y="43339"/>
                  </a:lnTo>
                  <a:lnTo>
                    <a:pt x="1125760" y="43910"/>
                  </a:lnTo>
                  <a:lnTo>
                    <a:pt x="1124236" y="44958"/>
                  </a:lnTo>
                  <a:lnTo>
                    <a:pt x="1123188" y="46291"/>
                  </a:lnTo>
                  <a:lnTo>
                    <a:pt x="1121093" y="49911"/>
                  </a:lnTo>
                  <a:lnTo>
                    <a:pt x="1117854" y="52102"/>
                  </a:lnTo>
                  <a:lnTo>
                    <a:pt x="1113854" y="53340"/>
                  </a:lnTo>
                  <a:lnTo>
                    <a:pt x="1104424" y="53054"/>
                  </a:lnTo>
                  <a:lnTo>
                    <a:pt x="1100995" y="53816"/>
                  </a:lnTo>
                  <a:lnTo>
                    <a:pt x="1097471" y="52864"/>
                  </a:lnTo>
                  <a:lnTo>
                    <a:pt x="1096042" y="53435"/>
                  </a:lnTo>
                  <a:lnTo>
                    <a:pt x="1094804" y="54959"/>
                  </a:lnTo>
                  <a:lnTo>
                    <a:pt x="1093756" y="57150"/>
                  </a:lnTo>
                  <a:lnTo>
                    <a:pt x="1092422" y="58579"/>
                  </a:lnTo>
                  <a:lnTo>
                    <a:pt x="1090327" y="59150"/>
                  </a:lnTo>
                  <a:lnTo>
                    <a:pt x="1086326" y="59055"/>
                  </a:lnTo>
                  <a:lnTo>
                    <a:pt x="1084707" y="59436"/>
                  </a:lnTo>
                  <a:lnTo>
                    <a:pt x="1081564" y="61246"/>
                  </a:lnTo>
                  <a:lnTo>
                    <a:pt x="1079945" y="61627"/>
                  </a:lnTo>
                  <a:lnTo>
                    <a:pt x="1069658" y="62103"/>
                  </a:lnTo>
                  <a:lnTo>
                    <a:pt x="1068515" y="62770"/>
                  </a:lnTo>
                  <a:lnTo>
                    <a:pt x="1066514" y="64961"/>
                  </a:lnTo>
                  <a:lnTo>
                    <a:pt x="1065371" y="65723"/>
                  </a:lnTo>
                  <a:lnTo>
                    <a:pt x="1062038" y="66199"/>
                  </a:lnTo>
                  <a:lnTo>
                    <a:pt x="1055275" y="65913"/>
                  </a:lnTo>
                  <a:lnTo>
                    <a:pt x="1051941" y="66485"/>
                  </a:lnTo>
                  <a:lnTo>
                    <a:pt x="1033558" y="73152"/>
                  </a:lnTo>
                  <a:lnTo>
                    <a:pt x="1027176" y="75438"/>
                  </a:lnTo>
                  <a:lnTo>
                    <a:pt x="1026319" y="73914"/>
                  </a:lnTo>
                  <a:lnTo>
                    <a:pt x="1025842" y="67913"/>
                  </a:lnTo>
                  <a:lnTo>
                    <a:pt x="1024795" y="67151"/>
                  </a:lnTo>
                  <a:lnTo>
                    <a:pt x="1020890" y="68675"/>
                  </a:lnTo>
                  <a:lnTo>
                    <a:pt x="1019175" y="69818"/>
                  </a:lnTo>
                  <a:lnTo>
                    <a:pt x="1017651" y="72009"/>
                  </a:lnTo>
                  <a:lnTo>
                    <a:pt x="1016222" y="74771"/>
                  </a:lnTo>
                  <a:lnTo>
                    <a:pt x="1014794" y="76295"/>
                  </a:lnTo>
                  <a:lnTo>
                    <a:pt x="1013174" y="76676"/>
                  </a:lnTo>
                  <a:lnTo>
                    <a:pt x="1005840" y="74105"/>
                  </a:lnTo>
                  <a:lnTo>
                    <a:pt x="1000697" y="73438"/>
                  </a:lnTo>
                  <a:lnTo>
                    <a:pt x="999268" y="73914"/>
                  </a:lnTo>
                  <a:lnTo>
                    <a:pt x="998982" y="75152"/>
                  </a:lnTo>
                  <a:lnTo>
                    <a:pt x="999554" y="78486"/>
                  </a:lnTo>
                  <a:lnTo>
                    <a:pt x="999173" y="80391"/>
                  </a:lnTo>
                  <a:lnTo>
                    <a:pt x="998030" y="80772"/>
                  </a:lnTo>
                  <a:lnTo>
                    <a:pt x="994982" y="79915"/>
                  </a:lnTo>
                  <a:lnTo>
                    <a:pt x="993458" y="80010"/>
                  </a:lnTo>
                  <a:lnTo>
                    <a:pt x="986790" y="83058"/>
                  </a:lnTo>
                  <a:lnTo>
                    <a:pt x="985933" y="84106"/>
                  </a:lnTo>
                  <a:lnTo>
                    <a:pt x="985933" y="86296"/>
                  </a:lnTo>
                  <a:lnTo>
                    <a:pt x="986028" y="86677"/>
                  </a:lnTo>
                  <a:lnTo>
                    <a:pt x="986219" y="88106"/>
                  </a:lnTo>
                  <a:lnTo>
                    <a:pt x="985076" y="90202"/>
                  </a:lnTo>
                  <a:lnTo>
                    <a:pt x="986790" y="99822"/>
                  </a:lnTo>
                  <a:lnTo>
                    <a:pt x="985266" y="102775"/>
                  </a:lnTo>
                  <a:lnTo>
                    <a:pt x="984694" y="102775"/>
                  </a:lnTo>
                  <a:lnTo>
                    <a:pt x="983075" y="102108"/>
                  </a:lnTo>
                  <a:lnTo>
                    <a:pt x="982694" y="102203"/>
                  </a:lnTo>
                  <a:lnTo>
                    <a:pt x="982028" y="102870"/>
                  </a:lnTo>
                  <a:lnTo>
                    <a:pt x="981647" y="103061"/>
                  </a:lnTo>
                  <a:lnTo>
                    <a:pt x="980694" y="103156"/>
                  </a:lnTo>
                  <a:lnTo>
                    <a:pt x="979932" y="102870"/>
                  </a:lnTo>
                  <a:lnTo>
                    <a:pt x="979170" y="102299"/>
                  </a:lnTo>
                  <a:lnTo>
                    <a:pt x="978408" y="101441"/>
                  </a:lnTo>
                  <a:lnTo>
                    <a:pt x="974217" y="95821"/>
                  </a:lnTo>
                  <a:lnTo>
                    <a:pt x="970693" y="94393"/>
                  </a:lnTo>
                  <a:lnTo>
                    <a:pt x="967359" y="96107"/>
                  </a:lnTo>
                  <a:lnTo>
                    <a:pt x="964025" y="98870"/>
                  </a:lnTo>
                  <a:lnTo>
                    <a:pt x="960596" y="100584"/>
                  </a:lnTo>
                  <a:lnTo>
                    <a:pt x="958691" y="100394"/>
                  </a:lnTo>
                  <a:lnTo>
                    <a:pt x="957072" y="99441"/>
                  </a:lnTo>
                  <a:lnTo>
                    <a:pt x="953834" y="96584"/>
                  </a:lnTo>
                  <a:lnTo>
                    <a:pt x="953167" y="95917"/>
                  </a:lnTo>
                  <a:lnTo>
                    <a:pt x="950976" y="97441"/>
                  </a:lnTo>
                  <a:lnTo>
                    <a:pt x="949642" y="97727"/>
                  </a:lnTo>
                  <a:lnTo>
                    <a:pt x="949071" y="97631"/>
                  </a:lnTo>
                  <a:lnTo>
                    <a:pt x="947928" y="97250"/>
                  </a:lnTo>
                  <a:lnTo>
                    <a:pt x="947261" y="97155"/>
                  </a:lnTo>
                  <a:lnTo>
                    <a:pt x="946976" y="97441"/>
                  </a:lnTo>
                  <a:lnTo>
                    <a:pt x="946594" y="98108"/>
                  </a:lnTo>
                  <a:lnTo>
                    <a:pt x="946118" y="98774"/>
                  </a:lnTo>
                  <a:lnTo>
                    <a:pt x="945452" y="99060"/>
                  </a:lnTo>
                  <a:lnTo>
                    <a:pt x="940213" y="99727"/>
                  </a:lnTo>
                  <a:lnTo>
                    <a:pt x="938879" y="99060"/>
                  </a:lnTo>
                  <a:lnTo>
                    <a:pt x="938117" y="98965"/>
                  </a:lnTo>
                  <a:lnTo>
                    <a:pt x="937451" y="99441"/>
                  </a:lnTo>
                  <a:lnTo>
                    <a:pt x="937165" y="99727"/>
                  </a:lnTo>
                  <a:lnTo>
                    <a:pt x="936117" y="100203"/>
                  </a:lnTo>
                  <a:lnTo>
                    <a:pt x="934498" y="100584"/>
                  </a:lnTo>
                  <a:lnTo>
                    <a:pt x="931926" y="101822"/>
                  </a:lnTo>
                  <a:lnTo>
                    <a:pt x="930592" y="102108"/>
                  </a:lnTo>
                  <a:lnTo>
                    <a:pt x="928307" y="101441"/>
                  </a:lnTo>
                  <a:lnTo>
                    <a:pt x="927544" y="101537"/>
                  </a:lnTo>
                  <a:lnTo>
                    <a:pt x="927068" y="101918"/>
                  </a:lnTo>
                  <a:lnTo>
                    <a:pt x="926211" y="103061"/>
                  </a:lnTo>
                  <a:lnTo>
                    <a:pt x="925735" y="103442"/>
                  </a:lnTo>
                  <a:lnTo>
                    <a:pt x="925163" y="103537"/>
                  </a:lnTo>
                  <a:lnTo>
                    <a:pt x="924497" y="103442"/>
                  </a:lnTo>
                  <a:lnTo>
                    <a:pt x="923830" y="103156"/>
                  </a:lnTo>
                  <a:lnTo>
                    <a:pt x="922877" y="102013"/>
                  </a:lnTo>
                  <a:lnTo>
                    <a:pt x="922401" y="102394"/>
                  </a:lnTo>
                  <a:lnTo>
                    <a:pt x="922020" y="103061"/>
                  </a:lnTo>
                  <a:lnTo>
                    <a:pt x="921639" y="103442"/>
                  </a:lnTo>
                  <a:lnTo>
                    <a:pt x="921544" y="104108"/>
                  </a:lnTo>
                  <a:lnTo>
                    <a:pt x="922306" y="105537"/>
                  </a:lnTo>
                  <a:lnTo>
                    <a:pt x="924020" y="107823"/>
                  </a:lnTo>
                  <a:lnTo>
                    <a:pt x="923068" y="110204"/>
                  </a:lnTo>
                  <a:lnTo>
                    <a:pt x="921449" y="111062"/>
                  </a:lnTo>
                  <a:lnTo>
                    <a:pt x="919544" y="111347"/>
                  </a:lnTo>
                  <a:lnTo>
                    <a:pt x="917829" y="112014"/>
                  </a:lnTo>
                  <a:lnTo>
                    <a:pt x="917258" y="113252"/>
                  </a:lnTo>
                  <a:lnTo>
                    <a:pt x="916496" y="112967"/>
                  </a:lnTo>
                  <a:lnTo>
                    <a:pt x="915067" y="112586"/>
                  </a:lnTo>
                  <a:lnTo>
                    <a:pt x="910685" y="109157"/>
                  </a:lnTo>
                  <a:lnTo>
                    <a:pt x="909161" y="108299"/>
                  </a:lnTo>
                  <a:lnTo>
                    <a:pt x="907256" y="108109"/>
                  </a:lnTo>
                  <a:lnTo>
                    <a:pt x="898589" y="112014"/>
                  </a:lnTo>
                  <a:lnTo>
                    <a:pt x="895064" y="112205"/>
                  </a:lnTo>
                  <a:lnTo>
                    <a:pt x="894017" y="112967"/>
                  </a:lnTo>
                  <a:lnTo>
                    <a:pt x="891254" y="115252"/>
                  </a:lnTo>
                  <a:lnTo>
                    <a:pt x="889730" y="115919"/>
                  </a:lnTo>
                  <a:lnTo>
                    <a:pt x="887825" y="115919"/>
                  </a:lnTo>
                  <a:lnTo>
                    <a:pt x="887635" y="115919"/>
                  </a:lnTo>
                  <a:lnTo>
                    <a:pt x="881729" y="114491"/>
                  </a:lnTo>
                  <a:lnTo>
                    <a:pt x="878586" y="114395"/>
                  </a:lnTo>
                  <a:lnTo>
                    <a:pt x="876872" y="114967"/>
                  </a:lnTo>
                  <a:lnTo>
                    <a:pt x="876110" y="116396"/>
                  </a:lnTo>
                  <a:lnTo>
                    <a:pt x="876395" y="118015"/>
                  </a:lnTo>
                  <a:lnTo>
                    <a:pt x="876872" y="119348"/>
                  </a:lnTo>
                  <a:lnTo>
                    <a:pt x="876967" y="120682"/>
                  </a:lnTo>
                  <a:lnTo>
                    <a:pt x="876205" y="122206"/>
                  </a:lnTo>
                  <a:lnTo>
                    <a:pt x="874776" y="122968"/>
                  </a:lnTo>
                  <a:lnTo>
                    <a:pt x="869537" y="122301"/>
                  </a:lnTo>
                  <a:lnTo>
                    <a:pt x="865156" y="123635"/>
                  </a:lnTo>
                  <a:lnTo>
                    <a:pt x="863727" y="123539"/>
                  </a:lnTo>
                  <a:lnTo>
                    <a:pt x="861441" y="122396"/>
                  </a:lnTo>
                  <a:lnTo>
                    <a:pt x="860393" y="122206"/>
                  </a:lnTo>
                  <a:lnTo>
                    <a:pt x="857536" y="123444"/>
                  </a:lnTo>
                  <a:lnTo>
                    <a:pt x="852964" y="123730"/>
                  </a:lnTo>
                  <a:lnTo>
                    <a:pt x="850773" y="124301"/>
                  </a:lnTo>
                  <a:lnTo>
                    <a:pt x="848201" y="125921"/>
                  </a:lnTo>
                  <a:lnTo>
                    <a:pt x="846582" y="128302"/>
                  </a:lnTo>
                  <a:lnTo>
                    <a:pt x="847249" y="131350"/>
                  </a:lnTo>
                  <a:lnTo>
                    <a:pt x="847535" y="131731"/>
                  </a:lnTo>
                  <a:lnTo>
                    <a:pt x="848487" y="133350"/>
                  </a:lnTo>
                  <a:lnTo>
                    <a:pt x="846201" y="135731"/>
                  </a:lnTo>
                  <a:lnTo>
                    <a:pt x="845534" y="136874"/>
                  </a:lnTo>
                  <a:lnTo>
                    <a:pt x="845534" y="137541"/>
                  </a:lnTo>
                  <a:lnTo>
                    <a:pt x="845820" y="138208"/>
                  </a:lnTo>
                  <a:lnTo>
                    <a:pt x="846296" y="140970"/>
                  </a:lnTo>
                  <a:lnTo>
                    <a:pt x="846106" y="141637"/>
                  </a:lnTo>
                  <a:lnTo>
                    <a:pt x="845249" y="142018"/>
                  </a:lnTo>
                  <a:lnTo>
                    <a:pt x="844487" y="141923"/>
                  </a:lnTo>
                  <a:lnTo>
                    <a:pt x="843820" y="141446"/>
                  </a:lnTo>
                  <a:lnTo>
                    <a:pt x="843248" y="140684"/>
                  </a:lnTo>
                  <a:lnTo>
                    <a:pt x="842772" y="139827"/>
                  </a:lnTo>
                  <a:lnTo>
                    <a:pt x="841629" y="138589"/>
                  </a:lnTo>
                  <a:lnTo>
                    <a:pt x="839057" y="137160"/>
                  </a:lnTo>
                  <a:lnTo>
                    <a:pt x="838105" y="135636"/>
                  </a:lnTo>
                  <a:lnTo>
                    <a:pt x="837914" y="133826"/>
                  </a:lnTo>
                  <a:lnTo>
                    <a:pt x="838581" y="132683"/>
                  </a:lnTo>
                  <a:lnTo>
                    <a:pt x="840867" y="131064"/>
                  </a:lnTo>
                  <a:lnTo>
                    <a:pt x="840867" y="131064"/>
                  </a:lnTo>
                  <a:lnTo>
                    <a:pt x="840962" y="129064"/>
                  </a:lnTo>
                  <a:lnTo>
                    <a:pt x="840296" y="128207"/>
                  </a:lnTo>
                  <a:lnTo>
                    <a:pt x="839248" y="128016"/>
                  </a:lnTo>
                  <a:lnTo>
                    <a:pt x="817626" y="128873"/>
                  </a:lnTo>
                  <a:lnTo>
                    <a:pt x="817626" y="130588"/>
                  </a:lnTo>
                  <a:lnTo>
                    <a:pt x="817817" y="131255"/>
                  </a:lnTo>
                  <a:lnTo>
                    <a:pt x="817817" y="136684"/>
                  </a:lnTo>
                  <a:lnTo>
                    <a:pt x="811911" y="136303"/>
                  </a:lnTo>
                  <a:lnTo>
                    <a:pt x="810101" y="135731"/>
                  </a:lnTo>
                  <a:lnTo>
                    <a:pt x="809054" y="134969"/>
                  </a:lnTo>
                  <a:lnTo>
                    <a:pt x="808768" y="134112"/>
                  </a:lnTo>
                  <a:lnTo>
                    <a:pt x="808673" y="132969"/>
                  </a:lnTo>
                  <a:lnTo>
                    <a:pt x="808292" y="131255"/>
                  </a:lnTo>
                  <a:lnTo>
                    <a:pt x="807530" y="130778"/>
                  </a:lnTo>
                  <a:lnTo>
                    <a:pt x="806767" y="130493"/>
                  </a:lnTo>
                  <a:lnTo>
                    <a:pt x="806006" y="130588"/>
                  </a:lnTo>
                  <a:lnTo>
                    <a:pt x="804863" y="132112"/>
                  </a:lnTo>
                  <a:lnTo>
                    <a:pt x="804196" y="132302"/>
                  </a:lnTo>
                  <a:lnTo>
                    <a:pt x="803434" y="131921"/>
                  </a:lnTo>
                  <a:lnTo>
                    <a:pt x="802577" y="131159"/>
                  </a:lnTo>
                  <a:lnTo>
                    <a:pt x="797528" y="131159"/>
                  </a:lnTo>
                  <a:lnTo>
                    <a:pt x="797338" y="132779"/>
                  </a:lnTo>
                  <a:lnTo>
                    <a:pt x="797052" y="134112"/>
                  </a:lnTo>
                  <a:lnTo>
                    <a:pt x="796481" y="134969"/>
                  </a:lnTo>
                  <a:lnTo>
                    <a:pt x="795528" y="135160"/>
                  </a:lnTo>
                  <a:lnTo>
                    <a:pt x="794576" y="134779"/>
                  </a:lnTo>
                  <a:lnTo>
                    <a:pt x="794194" y="133922"/>
                  </a:lnTo>
                  <a:lnTo>
                    <a:pt x="794004" y="131064"/>
                  </a:lnTo>
                  <a:lnTo>
                    <a:pt x="790099" y="130112"/>
                  </a:lnTo>
                  <a:lnTo>
                    <a:pt x="789242" y="129540"/>
                  </a:lnTo>
                  <a:lnTo>
                    <a:pt x="787717" y="126302"/>
                  </a:lnTo>
                  <a:lnTo>
                    <a:pt x="786860" y="125540"/>
                  </a:lnTo>
                  <a:lnTo>
                    <a:pt x="782669" y="124873"/>
                  </a:lnTo>
                  <a:lnTo>
                    <a:pt x="781336" y="125159"/>
                  </a:lnTo>
                  <a:lnTo>
                    <a:pt x="780383" y="126397"/>
                  </a:lnTo>
                  <a:lnTo>
                    <a:pt x="779431" y="127921"/>
                  </a:lnTo>
                  <a:lnTo>
                    <a:pt x="778097" y="128588"/>
                  </a:lnTo>
                  <a:lnTo>
                    <a:pt x="775144" y="128778"/>
                  </a:lnTo>
                  <a:lnTo>
                    <a:pt x="775526" y="130588"/>
                  </a:lnTo>
                  <a:lnTo>
                    <a:pt x="775716" y="131064"/>
                  </a:lnTo>
                  <a:lnTo>
                    <a:pt x="776764" y="133922"/>
                  </a:lnTo>
                  <a:lnTo>
                    <a:pt x="777050" y="135446"/>
                  </a:lnTo>
                  <a:lnTo>
                    <a:pt x="776859" y="136970"/>
                  </a:lnTo>
                  <a:lnTo>
                    <a:pt x="776002" y="138589"/>
                  </a:lnTo>
                  <a:lnTo>
                    <a:pt x="775049" y="138684"/>
                  </a:lnTo>
                  <a:lnTo>
                    <a:pt x="774192" y="137827"/>
                  </a:lnTo>
                  <a:lnTo>
                    <a:pt x="773525" y="136779"/>
                  </a:lnTo>
                  <a:lnTo>
                    <a:pt x="773144" y="135922"/>
                  </a:lnTo>
                  <a:lnTo>
                    <a:pt x="772954" y="135255"/>
                  </a:lnTo>
                  <a:lnTo>
                    <a:pt x="772573" y="134874"/>
                  </a:lnTo>
                  <a:lnTo>
                    <a:pt x="770001" y="134303"/>
                  </a:lnTo>
                  <a:lnTo>
                    <a:pt x="768287" y="134398"/>
                  </a:lnTo>
                  <a:lnTo>
                    <a:pt x="765810" y="134969"/>
                  </a:lnTo>
                  <a:lnTo>
                    <a:pt x="764667" y="135636"/>
                  </a:lnTo>
                  <a:lnTo>
                    <a:pt x="763715" y="136970"/>
                  </a:lnTo>
                  <a:lnTo>
                    <a:pt x="763429" y="137922"/>
                  </a:lnTo>
                  <a:lnTo>
                    <a:pt x="763334" y="138970"/>
                  </a:lnTo>
                  <a:lnTo>
                    <a:pt x="763429" y="140018"/>
                  </a:lnTo>
                  <a:lnTo>
                    <a:pt x="763810" y="140970"/>
                  </a:lnTo>
                  <a:lnTo>
                    <a:pt x="764953" y="141256"/>
                  </a:lnTo>
                  <a:lnTo>
                    <a:pt x="768382" y="141351"/>
                  </a:lnTo>
                  <a:lnTo>
                    <a:pt x="769430" y="141637"/>
                  </a:lnTo>
                  <a:lnTo>
                    <a:pt x="770001" y="142113"/>
                  </a:lnTo>
                  <a:lnTo>
                    <a:pt x="771049" y="143732"/>
                  </a:lnTo>
                  <a:lnTo>
                    <a:pt x="772478" y="144685"/>
                  </a:lnTo>
                  <a:lnTo>
                    <a:pt x="774287" y="145447"/>
                  </a:lnTo>
                  <a:lnTo>
                    <a:pt x="775621" y="146590"/>
                  </a:lnTo>
                  <a:lnTo>
                    <a:pt x="775430" y="148590"/>
                  </a:lnTo>
                  <a:lnTo>
                    <a:pt x="774383" y="150019"/>
                  </a:lnTo>
                  <a:lnTo>
                    <a:pt x="772954" y="151448"/>
                  </a:lnTo>
                  <a:lnTo>
                    <a:pt x="771716" y="153067"/>
                  </a:lnTo>
                  <a:lnTo>
                    <a:pt x="771144" y="155162"/>
                  </a:lnTo>
                  <a:lnTo>
                    <a:pt x="770668" y="156115"/>
                  </a:lnTo>
                  <a:lnTo>
                    <a:pt x="768572" y="156401"/>
                  </a:lnTo>
                  <a:lnTo>
                    <a:pt x="767715" y="156877"/>
                  </a:lnTo>
                  <a:lnTo>
                    <a:pt x="767334" y="157924"/>
                  </a:lnTo>
                  <a:lnTo>
                    <a:pt x="767334" y="158972"/>
                  </a:lnTo>
                  <a:lnTo>
                    <a:pt x="767429" y="160115"/>
                  </a:lnTo>
                  <a:lnTo>
                    <a:pt x="767334" y="161258"/>
                  </a:lnTo>
                  <a:lnTo>
                    <a:pt x="765524" y="162878"/>
                  </a:lnTo>
                  <a:lnTo>
                    <a:pt x="760095" y="160973"/>
                  </a:lnTo>
                  <a:lnTo>
                    <a:pt x="758762" y="163163"/>
                  </a:lnTo>
                  <a:lnTo>
                    <a:pt x="760190" y="164878"/>
                  </a:lnTo>
                  <a:lnTo>
                    <a:pt x="767525" y="165354"/>
                  </a:lnTo>
                  <a:lnTo>
                    <a:pt x="770192" y="166211"/>
                  </a:lnTo>
                  <a:lnTo>
                    <a:pt x="770573" y="166783"/>
                  </a:lnTo>
                  <a:lnTo>
                    <a:pt x="771144" y="168212"/>
                  </a:lnTo>
                  <a:lnTo>
                    <a:pt x="771525" y="168783"/>
                  </a:lnTo>
                  <a:lnTo>
                    <a:pt x="772573" y="169450"/>
                  </a:lnTo>
                  <a:lnTo>
                    <a:pt x="779717" y="171260"/>
                  </a:lnTo>
                  <a:lnTo>
                    <a:pt x="781622" y="170974"/>
                  </a:lnTo>
                  <a:lnTo>
                    <a:pt x="784003" y="167640"/>
                  </a:lnTo>
                  <a:lnTo>
                    <a:pt x="785527" y="167069"/>
                  </a:lnTo>
                  <a:lnTo>
                    <a:pt x="791432" y="167069"/>
                  </a:lnTo>
                  <a:lnTo>
                    <a:pt x="792194" y="167354"/>
                  </a:lnTo>
                  <a:lnTo>
                    <a:pt x="792766" y="168593"/>
                  </a:lnTo>
                  <a:lnTo>
                    <a:pt x="794194" y="174403"/>
                  </a:lnTo>
                  <a:lnTo>
                    <a:pt x="792099" y="175546"/>
                  </a:lnTo>
                  <a:lnTo>
                    <a:pt x="790670" y="176689"/>
                  </a:lnTo>
                  <a:lnTo>
                    <a:pt x="788003" y="179737"/>
                  </a:lnTo>
                  <a:lnTo>
                    <a:pt x="786670" y="180689"/>
                  </a:lnTo>
                  <a:lnTo>
                    <a:pt x="785051" y="180689"/>
                  </a:lnTo>
                  <a:lnTo>
                    <a:pt x="783527" y="179451"/>
                  </a:lnTo>
                  <a:lnTo>
                    <a:pt x="782193" y="177641"/>
                  </a:lnTo>
                  <a:lnTo>
                    <a:pt x="781050" y="175736"/>
                  </a:lnTo>
                  <a:lnTo>
                    <a:pt x="780002" y="174784"/>
                  </a:lnTo>
                  <a:lnTo>
                    <a:pt x="778574" y="174498"/>
                  </a:lnTo>
                  <a:lnTo>
                    <a:pt x="777240" y="174784"/>
                  </a:lnTo>
                  <a:lnTo>
                    <a:pt x="776383" y="175736"/>
                  </a:lnTo>
                  <a:lnTo>
                    <a:pt x="776192" y="178499"/>
                  </a:lnTo>
                  <a:lnTo>
                    <a:pt x="776002" y="179546"/>
                  </a:lnTo>
                  <a:lnTo>
                    <a:pt x="775526" y="180785"/>
                  </a:lnTo>
                  <a:lnTo>
                    <a:pt x="773144" y="184309"/>
                  </a:lnTo>
                  <a:lnTo>
                    <a:pt x="772192" y="186404"/>
                  </a:lnTo>
                  <a:lnTo>
                    <a:pt x="772001" y="188595"/>
                  </a:lnTo>
                  <a:lnTo>
                    <a:pt x="772478" y="190786"/>
                  </a:lnTo>
                  <a:lnTo>
                    <a:pt x="773525" y="192881"/>
                  </a:lnTo>
                  <a:lnTo>
                    <a:pt x="775621" y="194882"/>
                  </a:lnTo>
                  <a:lnTo>
                    <a:pt x="778097" y="195453"/>
                  </a:lnTo>
                  <a:lnTo>
                    <a:pt x="783146" y="195453"/>
                  </a:lnTo>
                  <a:lnTo>
                    <a:pt x="784955" y="196215"/>
                  </a:lnTo>
                  <a:lnTo>
                    <a:pt x="790099" y="200311"/>
                  </a:lnTo>
                  <a:lnTo>
                    <a:pt x="792004" y="200882"/>
                  </a:lnTo>
                  <a:lnTo>
                    <a:pt x="793718" y="200597"/>
                  </a:lnTo>
                  <a:lnTo>
                    <a:pt x="798767" y="197834"/>
                  </a:lnTo>
                  <a:lnTo>
                    <a:pt x="799910" y="198215"/>
                  </a:lnTo>
                  <a:lnTo>
                    <a:pt x="802100" y="201359"/>
                  </a:lnTo>
                  <a:lnTo>
                    <a:pt x="805244" y="204311"/>
                  </a:lnTo>
                  <a:lnTo>
                    <a:pt x="808958" y="205931"/>
                  </a:lnTo>
                  <a:lnTo>
                    <a:pt x="820293" y="208217"/>
                  </a:lnTo>
                  <a:lnTo>
                    <a:pt x="822008" y="209264"/>
                  </a:lnTo>
                  <a:lnTo>
                    <a:pt x="823341" y="211455"/>
                  </a:lnTo>
                  <a:lnTo>
                    <a:pt x="823722" y="213551"/>
                  </a:lnTo>
                  <a:lnTo>
                    <a:pt x="823627" y="215551"/>
                  </a:lnTo>
                  <a:lnTo>
                    <a:pt x="822579" y="219837"/>
                  </a:lnTo>
                  <a:lnTo>
                    <a:pt x="822579" y="219837"/>
                  </a:lnTo>
                  <a:lnTo>
                    <a:pt x="821436" y="221837"/>
                  </a:lnTo>
                  <a:lnTo>
                    <a:pt x="819436" y="223266"/>
                  </a:lnTo>
                  <a:lnTo>
                    <a:pt x="815435" y="224790"/>
                  </a:lnTo>
                  <a:lnTo>
                    <a:pt x="813530" y="224504"/>
                  </a:lnTo>
                  <a:lnTo>
                    <a:pt x="810006" y="221742"/>
                  </a:lnTo>
                  <a:lnTo>
                    <a:pt x="808101" y="221075"/>
                  </a:lnTo>
                  <a:lnTo>
                    <a:pt x="802767" y="221837"/>
                  </a:lnTo>
                  <a:lnTo>
                    <a:pt x="800481" y="221552"/>
                  </a:lnTo>
                  <a:lnTo>
                    <a:pt x="799433" y="221742"/>
                  </a:lnTo>
                  <a:lnTo>
                    <a:pt x="798386" y="222695"/>
                  </a:lnTo>
                  <a:lnTo>
                    <a:pt x="796766" y="223742"/>
                  </a:lnTo>
                  <a:lnTo>
                    <a:pt x="795147" y="223076"/>
                  </a:lnTo>
                  <a:lnTo>
                    <a:pt x="792004" y="219837"/>
                  </a:lnTo>
                  <a:lnTo>
                    <a:pt x="790099" y="217837"/>
                  </a:lnTo>
                  <a:lnTo>
                    <a:pt x="788575" y="217075"/>
                  </a:lnTo>
                  <a:lnTo>
                    <a:pt x="787337" y="217456"/>
                  </a:lnTo>
                  <a:lnTo>
                    <a:pt x="784860" y="219647"/>
                  </a:lnTo>
                  <a:lnTo>
                    <a:pt x="783431" y="220313"/>
                  </a:lnTo>
                  <a:lnTo>
                    <a:pt x="781812" y="220504"/>
                  </a:lnTo>
                  <a:lnTo>
                    <a:pt x="780193" y="220313"/>
                  </a:lnTo>
                  <a:lnTo>
                    <a:pt x="778669" y="219647"/>
                  </a:lnTo>
                  <a:lnTo>
                    <a:pt x="776859" y="218408"/>
                  </a:lnTo>
                  <a:lnTo>
                    <a:pt x="775049" y="217837"/>
                  </a:lnTo>
                  <a:lnTo>
                    <a:pt x="773240" y="218123"/>
                  </a:lnTo>
                  <a:lnTo>
                    <a:pt x="771525" y="219647"/>
                  </a:lnTo>
                  <a:lnTo>
                    <a:pt x="771525" y="219647"/>
                  </a:lnTo>
                  <a:lnTo>
                    <a:pt x="771525" y="219647"/>
                  </a:lnTo>
                  <a:lnTo>
                    <a:pt x="771525" y="219647"/>
                  </a:lnTo>
                  <a:lnTo>
                    <a:pt x="769715" y="220885"/>
                  </a:lnTo>
                  <a:lnTo>
                    <a:pt x="767810" y="221456"/>
                  </a:lnTo>
                  <a:lnTo>
                    <a:pt x="763715" y="221456"/>
                  </a:lnTo>
                  <a:lnTo>
                    <a:pt x="763715" y="221456"/>
                  </a:lnTo>
                  <a:lnTo>
                    <a:pt x="763715" y="221552"/>
                  </a:lnTo>
                  <a:lnTo>
                    <a:pt x="768096" y="225743"/>
                  </a:lnTo>
                  <a:lnTo>
                    <a:pt x="758952" y="234220"/>
                  </a:lnTo>
                  <a:lnTo>
                    <a:pt x="758000" y="235363"/>
                  </a:lnTo>
                  <a:lnTo>
                    <a:pt x="756761" y="237839"/>
                  </a:lnTo>
                  <a:lnTo>
                    <a:pt x="755904" y="238792"/>
                  </a:lnTo>
                  <a:lnTo>
                    <a:pt x="753713" y="240030"/>
                  </a:lnTo>
                  <a:lnTo>
                    <a:pt x="751142" y="240602"/>
                  </a:lnTo>
                  <a:lnTo>
                    <a:pt x="748856" y="242030"/>
                  </a:lnTo>
                  <a:lnTo>
                    <a:pt x="747617" y="245555"/>
                  </a:lnTo>
                  <a:lnTo>
                    <a:pt x="747522" y="246507"/>
                  </a:lnTo>
                  <a:lnTo>
                    <a:pt x="747522" y="247460"/>
                  </a:lnTo>
                  <a:lnTo>
                    <a:pt x="747713" y="248222"/>
                  </a:lnTo>
                  <a:lnTo>
                    <a:pt x="748189" y="248698"/>
                  </a:lnTo>
                  <a:lnTo>
                    <a:pt x="748856" y="249174"/>
                  </a:lnTo>
                  <a:lnTo>
                    <a:pt x="749046" y="249650"/>
                  </a:lnTo>
                  <a:lnTo>
                    <a:pt x="749141" y="250222"/>
                  </a:lnTo>
                  <a:lnTo>
                    <a:pt x="749427" y="250984"/>
                  </a:lnTo>
                  <a:lnTo>
                    <a:pt x="750094" y="251460"/>
                  </a:lnTo>
                  <a:lnTo>
                    <a:pt x="751046" y="251555"/>
                  </a:lnTo>
                  <a:lnTo>
                    <a:pt x="753713" y="251270"/>
                  </a:lnTo>
                  <a:lnTo>
                    <a:pt x="754285" y="251365"/>
                  </a:lnTo>
                  <a:lnTo>
                    <a:pt x="754571" y="251936"/>
                  </a:lnTo>
                  <a:lnTo>
                    <a:pt x="754856" y="253270"/>
                  </a:lnTo>
                  <a:lnTo>
                    <a:pt x="754952" y="254984"/>
                  </a:lnTo>
                  <a:lnTo>
                    <a:pt x="754761" y="259080"/>
                  </a:lnTo>
                  <a:lnTo>
                    <a:pt x="755047" y="260509"/>
                  </a:lnTo>
                  <a:lnTo>
                    <a:pt x="755904" y="261271"/>
                  </a:lnTo>
                  <a:lnTo>
                    <a:pt x="760762" y="262985"/>
                  </a:lnTo>
                  <a:lnTo>
                    <a:pt x="761429" y="263462"/>
                  </a:lnTo>
                  <a:lnTo>
                    <a:pt x="761905" y="264319"/>
                  </a:lnTo>
                  <a:lnTo>
                    <a:pt x="762286" y="265843"/>
                  </a:lnTo>
                  <a:lnTo>
                    <a:pt x="762476" y="269367"/>
                  </a:lnTo>
                  <a:lnTo>
                    <a:pt x="762762" y="270891"/>
                  </a:lnTo>
                  <a:lnTo>
                    <a:pt x="763619" y="272129"/>
                  </a:lnTo>
                  <a:lnTo>
                    <a:pt x="766858" y="276701"/>
                  </a:lnTo>
                  <a:lnTo>
                    <a:pt x="765239" y="278416"/>
                  </a:lnTo>
                  <a:lnTo>
                    <a:pt x="762953" y="279749"/>
                  </a:lnTo>
                  <a:lnTo>
                    <a:pt x="762000" y="280607"/>
                  </a:lnTo>
                  <a:lnTo>
                    <a:pt x="759333" y="283655"/>
                  </a:lnTo>
                  <a:lnTo>
                    <a:pt x="758285" y="284417"/>
                  </a:lnTo>
                  <a:lnTo>
                    <a:pt x="753237" y="286607"/>
                  </a:lnTo>
                  <a:lnTo>
                    <a:pt x="752285" y="287465"/>
                  </a:lnTo>
                  <a:lnTo>
                    <a:pt x="750189" y="290989"/>
                  </a:lnTo>
                  <a:lnTo>
                    <a:pt x="747522" y="293180"/>
                  </a:lnTo>
                  <a:lnTo>
                    <a:pt x="744665" y="293275"/>
                  </a:lnTo>
                  <a:lnTo>
                    <a:pt x="741712" y="292608"/>
                  </a:lnTo>
                  <a:lnTo>
                    <a:pt x="738759" y="292513"/>
                  </a:lnTo>
                  <a:lnTo>
                    <a:pt x="734473" y="294418"/>
                  </a:lnTo>
                  <a:lnTo>
                    <a:pt x="730377" y="297847"/>
                  </a:lnTo>
                  <a:lnTo>
                    <a:pt x="722757" y="306134"/>
                  </a:lnTo>
                  <a:lnTo>
                    <a:pt x="713613" y="306134"/>
                  </a:lnTo>
                  <a:lnTo>
                    <a:pt x="712184" y="306134"/>
                  </a:lnTo>
                  <a:lnTo>
                    <a:pt x="712184" y="306134"/>
                  </a:lnTo>
                  <a:lnTo>
                    <a:pt x="711327" y="308134"/>
                  </a:lnTo>
                  <a:lnTo>
                    <a:pt x="711232" y="309563"/>
                  </a:lnTo>
                  <a:lnTo>
                    <a:pt x="711708" y="310896"/>
                  </a:lnTo>
                  <a:lnTo>
                    <a:pt x="714089" y="316421"/>
                  </a:lnTo>
                  <a:lnTo>
                    <a:pt x="715137" y="317468"/>
                  </a:lnTo>
                  <a:lnTo>
                    <a:pt x="716756" y="317754"/>
                  </a:lnTo>
                  <a:lnTo>
                    <a:pt x="718090" y="316992"/>
                  </a:lnTo>
                  <a:lnTo>
                    <a:pt x="718566" y="315659"/>
                  </a:lnTo>
                  <a:lnTo>
                    <a:pt x="719138" y="314801"/>
                  </a:lnTo>
                  <a:lnTo>
                    <a:pt x="720947" y="315563"/>
                  </a:lnTo>
                  <a:lnTo>
                    <a:pt x="726377" y="319564"/>
                  </a:lnTo>
                  <a:lnTo>
                    <a:pt x="735711" y="321850"/>
                  </a:lnTo>
                  <a:lnTo>
                    <a:pt x="737140" y="323660"/>
                  </a:lnTo>
                  <a:lnTo>
                    <a:pt x="736949" y="324326"/>
                  </a:lnTo>
                  <a:lnTo>
                    <a:pt x="736473" y="324898"/>
                  </a:lnTo>
                  <a:lnTo>
                    <a:pt x="735425" y="325660"/>
                  </a:lnTo>
                  <a:lnTo>
                    <a:pt x="735140" y="326136"/>
                  </a:lnTo>
                  <a:lnTo>
                    <a:pt x="735235" y="327660"/>
                  </a:lnTo>
                  <a:lnTo>
                    <a:pt x="735044" y="328327"/>
                  </a:lnTo>
                  <a:lnTo>
                    <a:pt x="733997" y="329089"/>
                  </a:lnTo>
                  <a:lnTo>
                    <a:pt x="731520" y="330327"/>
                  </a:lnTo>
                  <a:lnTo>
                    <a:pt x="730663" y="331470"/>
                  </a:lnTo>
                  <a:lnTo>
                    <a:pt x="730663" y="333280"/>
                  </a:lnTo>
                  <a:lnTo>
                    <a:pt x="732092" y="333947"/>
                  </a:lnTo>
                  <a:lnTo>
                    <a:pt x="737807" y="334899"/>
                  </a:lnTo>
                  <a:lnTo>
                    <a:pt x="738378" y="335280"/>
                  </a:lnTo>
                  <a:lnTo>
                    <a:pt x="738569" y="336042"/>
                  </a:lnTo>
                  <a:lnTo>
                    <a:pt x="738664" y="336899"/>
                  </a:lnTo>
                  <a:lnTo>
                    <a:pt x="738950" y="337566"/>
                  </a:lnTo>
                  <a:lnTo>
                    <a:pt x="739426" y="337757"/>
                  </a:lnTo>
                  <a:lnTo>
                    <a:pt x="760857" y="338328"/>
                  </a:lnTo>
                  <a:lnTo>
                    <a:pt x="761714" y="338328"/>
                  </a:lnTo>
                  <a:lnTo>
                    <a:pt x="761524" y="339376"/>
                  </a:lnTo>
                  <a:lnTo>
                    <a:pt x="761524" y="342138"/>
                  </a:lnTo>
                  <a:lnTo>
                    <a:pt x="761714" y="342900"/>
                  </a:lnTo>
                  <a:lnTo>
                    <a:pt x="762095" y="343948"/>
                  </a:lnTo>
                  <a:lnTo>
                    <a:pt x="762857" y="345567"/>
                  </a:lnTo>
                  <a:lnTo>
                    <a:pt x="763524" y="346329"/>
                  </a:lnTo>
                  <a:lnTo>
                    <a:pt x="765239" y="347567"/>
                  </a:lnTo>
                  <a:lnTo>
                    <a:pt x="765619" y="347948"/>
                  </a:lnTo>
                  <a:lnTo>
                    <a:pt x="765905" y="348329"/>
                  </a:lnTo>
                  <a:lnTo>
                    <a:pt x="766096" y="348615"/>
                  </a:lnTo>
                  <a:lnTo>
                    <a:pt x="766286" y="348901"/>
                  </a:lnTo>
                  <a:lnTo>
                    <a:pt x="766572" y="349091"/>
                  </a:lnTo>
                  <a:lnTo>
                    <a:pt x="767048" y="349282"/>
                  </a:lnTo>
                  <a:lnTo>
                    <a:pt x="767620" y="349377"/>
                  </a:lnTo>
                  <a:lnTo>
                    <a:pt x="769334" y="349282"/>
                  </a:lnTo>
                  <a:lnTo>
                    <a:pt x="770382" y="349472"/>
                  </a:lnTo>
                  <a:lnTo>
                    <a:pt x="772478" y="350234"/>
                  </a:lnTo>
                  <a:lnTo>
                    <a:pt x="773716" y="350425"/>
                  </a:lnTo>
                  <a:lnTo>
                    <a:pt x="777335" y="350139"/>
                  </a:lnTo>
                  <a:lnTo>
                    <a:pt x="778574" y="350425"/>
                  </a:lnTo>
                  <a:lnTo>
                    <a:pt x="780383" y="351473"/>
                  </a:lnTo>
                  <a:lnTo>
                    <a:pt x="781050" y="351663"/>
                  </a:lnTo>
                  <a:lnTo>
                    <a:pt x="781717" y="351663"/>
                  </a:lnTo>
                  <a:lnTo>
                    <a:pt x="782955" y="351187"/>
                  </a:lnTo>
                  <a:lnTo>
                    <a:pt x="783717" y="351092"/>
                  </a:lnTo>
                  <a:lnTo>
                    <a:pt x="785717" y="351949"/>
                  </a:lnTo>
                  <a:lnTo>
                    <a:pt x="788003" y="353473"/>
                  </a:lnTo>
                  <a:lnTo>
                    <a:pt x="789908" y="354044"/>
                  </a:lnTo>
                  <a:lnTo>
                    <a:pt x="790099" y="354425"/>
                  </a:lnTo>
                  <a:lnTo>
                    <a:pt x="791147" y="356140"/>
                  </a:lnTo>
                  <a:lnTo>
                    <a:pt x="793242" y="362617"/>
                  </a:lnTo>
                  <a:lnTo>
                    <a:pt x="794480" y="364903"/>
                  </a:lnTo>
                  <a:lnTo>
                    <a:pt x="796100" y="366427"/>
                  </a:lnTo>
                  <a:lnTo>
                    <a:pt x="798862" y="367665"/>
                  </a:lnTo>
                  <a:lnTo>
                    <a:pt x="799814" y="368046"/>
                  </a:lnTo>
                  <a:lnTo>
                    <a:pt x="797052" y="368808"/>
                  </a:lnTo>
                  <a:lnTo>
                    <a:pt x="794766" y="370142"/>
                  </a:lnTo>
                  <a:lnTo>
                    <a:pt x="793052" y="372428"/>
                  </a:lnTo>
                  <a:lnTo>
                    <a:pt x="791909" y="376333"/>
                  </a:lnTo>
                  <a:lnTo>
                    <a:pt x="789432" y="390335"/>
                  </a:lnTo>
                  <a:lnTo>
                    <a:pt x="788956" y="392621"/>
                  </a:lnTo>
                  <a:lnTo>
                    <a:pt x="788194" y="400145"/>
                  </a:lnTo>
                  <a:lnTo>
                    <a:pt x="787432" y="403669"/>
                  </a:lnTo>
                  <a:lnTo>
                    <a:pt x="786194" y="406241"/>
                  </a:lnTo>
                  <a:lnTo>
                    <a:pt x="784479" y="407956"/>
                  </a:lnTo>
                  <a:lnTo>
                    <a:pt x="769906" y="412909"/>
                  </a:lnTo>
                  <a:lnTo>
                    <a:pt x="755333" y="417862"/>
                  </a:lnTo>
                  <a:lnTo>
                    <a:pt x="750094" y="418719"/>
                  </a:lnTo>
                  <a:lnTo>
                    <a:pt x="728091" y="416052"/>
                  </a:lnTo>
                  <a:lnTo>
                    <a:pt x="725234" y="414623"/>
                  </a:lnTo>
                  <a:lnTo>
                    <a:pt x="723329" y="413194"/>
                  </a:lnTo>
                  <a:lnTo>
                    <a:pt x="721614" y="411290"/>
                  </a:lnTo>
                  <a:lnTo>
                    <a:pt x="720471" y="408908"/>
                  </a:lnTo>
                  <a:lnTo>
                    <a:pt x="720281" y="405860"/>
                  </a:lnTo>
                  <a:lnTo>
                    <a:pt x="719423" y="402812"/>
                  </a:lnTo>
                  <a:lnTo>
                    <a:pt x="716661" y="401765"/>
                  </a:lnTo>
                  <a:lnTo>
                    <a:pt x="713423" y="402050"/>
                  </a:lnTo>
                  <a:lnTo>
                    <a:pt x="711137" y="402622"/>
                  </a:lnTo>
                  <a:lnTo>
                    <a:pt x="710660" y="403193"/>
                  </a:lnTo>
                  <a:lnTo>
                    <a:pt x="710279" y="403860"/>
                  </a:lnTo>
                  <a:lnTo>
                    <a:pt x="708089" y="409385"/>
                  </a:lnTo>
                  <a:lnTo>
                    <a:pt x="707803" y="410813"/>
                  </a:lnTo>
                  <a:lnTo>
                    <a:pt x="707803" y="412433"/>
                  </a:lnTo>
                  <a:lnTo>
                    <a:pt x="708089" y="415385"/>
                  </a:lnTo>
                  <a:lnTo>
                    <a:pt x="707898" y="416814"/>
                  </a:lnTo>
                  <a:lnTo>
                    <a:pt x="707231" y="417862"/>
                  </a:lnTo>
                  <a:lnTo>
                    <a:pt x="705517" y="419862"/>
                  </a:lnTo>
                  <a:lnTo>
                    <a:pt x="704850" y="421005"/>
                  </a:lnTo>
                  <a:lnTo>
                    <a:pt x="702564" y="425958"/>
                  </a:lnTo>
                  <a:lnTo>
                    <a:pt x="700373" y="428339"/>
                  </a:lnTo>
                  <a:lnTo>
                    <a:pt x="697802" y="428816"/>
                  </a:lnTo>
                  <a:lnTo>
                    <a:pt x="695039" y="428625"/>
                  </a:lnTo>
                  <a:lnTo>
                    <a:pt x="692372" y="429101"/>
                  </a:lnTo>
                  <a:lnTo>
                    <a:pt x="690563" y="430625"/>
                  </a:lnTo>
                  <a:lnTo>
                    <a:pt x="688848" y="432435"/>
                  </a:lnTo>
                  <a:lnTo>
                    <a:pt x="687134" y="433197"/>
                  </a:lnTo>
                  <a:lnTo>
                    <a:pt x="684181" y="430530"/>
                  </a:lnTo>
                  <a:lnTo>
                    <a:pt x="683324" y="429292"/>
                  </a:lnTo>
                  <a:lnTo>
                    <a:pt x="683324" y="428054"/>
                  </a:lnTo>
                  <a:lnTo>
                    <a:pt x="684752" y="426815"/>
                  </a:lnTo>
                  <a:lnTo>
                    <a:pt x="687800" y="427292"/>
                  </a:lnTo>
                  <a:lnTo>
                    <a:pt x="689134" y="426720"/>
                  </a:lnTo>
                  <a:lnTo>
                    <a:pt x="689324" y="424529"/>
                  </a:lnTo>
                  <a:lnTo>
                    <a:pt x="688658" y="424053"/>
                  </a:lnTo>
                  <a:lnTo>
                    <a:pt x="685895" y="422910"/>
                  </a:lnTo>
                  <a:lnTo>
                    <a:pt x="684848" y="421672"/>
                  </a:lnTo>
                  <a:lnTo>
                    <a:pt x="682752" y="420243"/>
                  </a:lnTo>
                  <a:lnTo>
                    <a:pt x="680085" y="420338"/>
                  </a:lnTo>
                  <a:lnTo>
                    <a:pt x="675037" y="421577"/>
                  </a:lnTo>
                  <a:lnTo>
                    <a:pt x="674084" y="421577"/>
                  </a:lnTo>
                  <a:lnTo>
                    <a:pt x="673322" y="421196"/>
                  </a:lnTo>
                  <a:lnTo>
                    <a:pt x="672656" y="420434"/>
                  </a:lnTo>
                  <a:lnTo>
                    <a:pt x="672084" y="419195"/>
                  </a:lnTo>
                  <a:lnTo>
                    <a:pt x="671227" y="418052"/>
                  </a:lnTo>
                  <a:lnTo>
                    <a:pt x="670084" y="417671"/>
                  </a:lnTo>
                  <a:lnTo>
                    <a:pt x="655796" y="416433"/>
                  </a:lnTo>
                  <a:lnTo>
                    <a:pt x="653701" y="415576"/>
                  </a:lnTo>
                  <a:lnTo>
                    <a:pt x="649700" y="412528"/>
                  </a:lnTo>
                  <a:lnTo>
                    <a:pt x="648748" y="411480"/>
                  </a:lnTo>
                  <a:lnTo>
                    <a:pt x="648272" y="410528"/>
                  </a:lnTo>
                  <a:lnTo>
                    <a:pt x="647414" y="407765"/>
                  </a:lnTo>
                  <a:lnTo>
                    <a:pt x="646367" y="406718"/>
                  </a:lnTo>
                  <a:lnTo>
                    <a:pt x="644842" y="406813"/>
                  </a:lnTo>
                  <a:lnTo>
                    <a:pt x="643319" y="407194"/>
                  </a:lnTo>
                  <a:lnTo>
                    <a:pt x="641985" y="407099"/>
                  </a:lnTo>
                  <a:lnTo>
                    <a:pt x="641033" y="406146"/>
                  </a:lnTo>
                  <a:lnTo>
                    <a:pt x="640842" y="405003"/>
                  </a:lnTo>
                  <a:lnTo>
                    <a:pt x="641223" y="401765"/>
                  </a:lnTo>
                  <a:lnTo>
                    <a:pt x="640652" y="400907"/>
                  </a:lnTo>
                  <a:lnTo>
                    <a:pt x="637985" y="401098"/>
                  </a:lnTo>
                  <a:lnTo>
                    <a:pt x="636937" y="400907"/>
                  </a:lnTo>
                  <a:lnTo>
                    <a:pt x="636365" y="399955"/>
                  </a:lnTo>
                  <a:lnTo>
                    <a:pt x="635889" y="398431"/>
                  </a:lnTo>
                  <a:lnTo>
                    <a:pt x="635699" y="396907"/>
                  </a:lnTo>
                  <a:lnTo>
                    <a:pt x="636080" y="395764"/>
                  </a:lnTo>
                  <a:lnTo>
                    <a:pt x="636937" y="394907"/>
                  </a:lnTo>
                  <a:lnTo>
                    <a:pt x="637699" y="393954"/>
                  </a:lnTo>
                  <a:lnTo>
                    <a:pt x="638270" y="392716"/>
                  </a:lnTo>
                  <a:lnTo>
                    <a:pt x="638556" y="391192"/>
                  </a:lnTo>
                  <a:lnTo>
                    <a:pt x="638175" y="387668"/>
                  </a:lnTo>
                  <a:lnTo>
                    <a:pt x="636556" y="385477"/>
                  </a:lnTo>
                  <a:lnTo>
                    <a:pt x="634270" y="384429"/>
                  </a:lnTo>
                  <a:lnTo>
                    <a:pt x="627793" y="384239"/>
                  </a:lnTo>
                  <a:lnTo>
                    <a:pt x="626745" y="383667"/>
                  </a:lnTo>
                  <a:lnTo>
                    <a:pt x="626364" y="382715"/>
                  </a:lnTo>
                  <a:lnTo>
                    <a:pt x="626364" y="381667"/>
                  </a:lnTo>
                  <a:lnTo>
                    <a:pt x="626174" y="380524"/>
                  </a:lnTo>
                  <a:lnTo>
                    <a:pt x="625507" y="379476"/>
                  </a:lnTo>
                  <a:lnTo>
                    <a:pt x="623888" y="377762"/>
                  </a:lnTo>
                  <a:lnTo>
                    <a:pt x="623126" y="377095"/>
                  </a:lnTo>
                  <a:lnTo>
                    <a:pt x="621030" y="378428"/>
                  </a:lnTo>
                  <a:lnTo>
                    <a:pt x="619792" y="378714"/>
                  </a:lnTo>
                  <a:lnTo>
                    <a:pt x="618649" y="379381"/>
                  </a:lnTo>
                  <a:lnTo>
                    <a:pt x="617982" y="380905"/>
                  </a:lnTo>
                  <a:lnTo>
                    <a:pt x="617506" y="382715"/>
                  </a:lnTo>
                  <a:lnTo>
                    <a:pt x="616839" y="384239"/>
                  </a:lnTo>
                  <a:lnTo>
                    <a:pt x="615601" y="385096"/>
                  </a:lnTo>
                  <a:lnTo>
                    <a:pt x="614172" y="385001"/>
                  </a:lnTo>
                  <a:lnTo>
                    <a:pt x="612743" y="384334"/>
                  </a:lnTo>
                  <a:lnTo>
                    <a:pt x="611505" y="383381"/>
                  </a:lnTo>
                  <a:lnTo>
                    <a:pt x="611410" y="383096"/>
                  </a:lnTo>
                  <a:lnTo>
                    <a:pt x="611410" y="382619"/>
                  </a:lnTo>
                  <a:lnTo>
                    <a:pt x="611410" y="382048"/>
                  </a:lnTo>
                  <a:lnTo>
                    <a:pt x="611124" y="381667"/>
                  </a:lnTo>
                  <a:lnTo>
                    <a:pt x="610743" y="381572"/>
                  </a:lnTo>
                  <a:lnTo>
                    <a:pt x="606743" y="382238"/>
                  </a:lnTo>
                  <a:lnTo>
                    <a:pt x="606076" y="382429"/>
                  </a:lnTo>
                  <a:lnTo>
                    <a:pt x="604552" y="383286"/>
                  </a:lnTo>
                  <a:lnTo>
                    <a:pt x="603980" y="383096"/>
                  </a:lnTo>
                  <a:lnTo>
                    <a:pt x="603123" y="381857"/>
                  </a:lnTo>
                  <a:lnTo>
                    <a:pt x="602647" y="381381"/>
                  </a:lnTo>
                  <a:lnTo>
                    <a:pt x="601980" y="381095"/>
                  </a:lnTo>
                  <a:lnTo>
                    <a:pt x="599123" y="381095"/>
                  </a:lnTo>
                  <a:lnTo>
                    <a:pt x="598265" y="380905"/>
                  </a:lnTo>
                  <a:lnTo>
                    <a:pt x="595884" y="379476"/>
                  </a:lnTo>
                  <a:lnTo>
                    <a:pt x="594455" y="379762"/>
                  </a:lnTo>
                  <a:lnTo>
                    <a:pt x="593598" y="381572"/>
                  </a:lnTo>
                  <a:lnTo>
                    <a:pt x="592646" y="383572"/>
                  </a:lnTo>
                  <a:lnTo>
                    <a:pt x="592360" y="386620"/>
                  </a:lnTo>
                  <a:lnTo>
                    <a:pt x="592836" y="392144"/>
                  </a:lnTo>
                  <a:lnTo>
                    <a:pt x="592836" y="394907"/>
                  </a:lnTo>
                  <a:lnTo>
                    <a:pt x="592074" y="397383"/>
                  </a:lnTo>
                  <a:lnTo>
                    <a:pt x="590360" y="398336"/>
                  </a:lnTo>
                  <a:lnTo>
                    <a:pt x="585502" y="396716"/>
                  </a:lnTo>
                  <a:lnTo>
                    <a:pt x="583406" y="396431"/>
                  </a:lnTo>
                  <a:lnTo>
                    <a:pt x="582168" y="397193"/>
                  </a:lnTo>
                  <a:lnTo>
                    <a:pt x="581501" y="398336"/>
                  </a:lnTo>
                  <a:lnTo>
                    <a:pt x="580930" y="399574"/>
                  </a:lnTo>
                  <a:lnTo>
                    <a:pt x="579977" y="400812"/>
                  </a:lnTo>
                  <a:lnTo>
                    <a:pt x="578739" y="401479"/>
                  </a:lnTo>
                  <a:lnTo>
                    <a:pt x="577406" y="401574"/>
                  </a:lnTo>
                  <a:lnTo>
                    <a:pt x="576072" y="401193"/>
                  </a:lnTo>
                  <a:lnTo>
                    <a:pt x="572643" y="399193"/>
                  </a:lnTo>
                  <a:lnTo>
                    <a:pt x="571691" y="398240"/>
                  </a:lnTo>
                  <a:lnTo>
                    <a:pt x="570929" y="396907"/>
                  </a:lnTo>
                  <a:lnTo>
                    <a:pt x="570452" y="395573"/>
                  </a:lnTo>
                  <a:lnTo>
                    <a:pt x="569786" y="392621"/>
                  </a:lnTo>
                  <a:lnTo>
                    <a:pt x="569309" y="391287"/>
                  </a:lnTo>
                  <a:lnTo>
                    <a:pt x="568452" y="389954"/>
                  </a:lnTo>
                  <a:lnTo>
                    <a:pt x="567595" y="389192"/>
                  </a:lnTo>
                  <a:lnTo>
                    <a:pt x="566547" y="388906"/>
                  </a:lnTo>
                  <a:lnTo>
                    <a:pt x="565309" y="388811"/>
                  </a:lnTo>
                  <a:lnTo>
                    <a:pt x="564452" y="388239"/>
                  </a:lnTo>
                  <a:lnTo>
                    <a:pt x="564071" y="386810"/>
                  </a:lnTo>
                  <a:lnTo>
                    <a:pt x="563594" y="383572"/>
                  </a:lnTo>
                  <a:lnTo>
                    <a:pt x="562928" y="381857"/>
                  </a:lnTo>
                  <a:lnTo>
                    <a:pt x="562166" y="381381"/>
                  </a:lnTo>
                  <a:lnTo>
                    <a:pt x="561308" y="381762"/>
                  </a:lnTo>
                  <a:lnTo>
                    <a:pt x="557879" y="383953"/>
                  </a:lnTo>
                  <a:lnTo>
                    <a:pt x="555403" y="384524"/>
                  </a:lnTo>
                  <a:lnTo>
                    <a:pt x="551117" y="383953"/>
                  </a:lnTo>
                  <a:lnTo>
                    <a:pt x="549783" y="384334"/>
                  </a:lnTo>
                  <a:lnTo>
                    <a:pt x="548450" y="385001"/>
                  </a:lnTo>
                  <a:lnTo>
                    <a:pt x="547116" y="385382"/>
                  </a:lnTo>
                  <a:lnTo>
                    <a:pt x="545687" y="385382"/>
                  </a:lnTo>
                  <a:lnTo>
                    <a:pt x="544354" y="384905"/>
                  </a:lnTo>
                  <a:lnTo>
                    <a:pt x="542354" y="383286"/>
                  </a:lnTo>
                  <a:lnTo>
                    <a:pt x="541592" y="382905"/>
                  </a:lnTo>
                  <a:lnTo>
                    <a:pt x="540258" y="383096"/>
                  </a:lnTo>
                  <a:lnTo>
                    <a:pt x="539210" y="383477"/>
                  </a:lnTo>
                  <a:lnTo>
                    <a:pt x="538067" y="384239"/>
                  </a:lnTo>
                  <a:lnTo>
                    <a:pt x="537305" y="385382"/>
                  </a:lnTo>
                  <a:lnTo>
                    <a:pt x="537401" y="387001"/>
                  </a:lnTo>
                  <a:lnTo>
                    <a:pt x="538448" y="389668"/>
                  </a:lnTo>
                  <a:lnTo>
                    <a:pt x="538829" y="391097"/>
                  </a:lnTo>
                  <a:lnTo>
                    <a:pt x="538734" y="392049"/>
                  </a:lnTo>
                  <a:lnTo>
                    <a:pt x="537686" y="392144"/>
                  </a:lnTo>
                  <a:lnTo>
                    <a:pt x="533876" y="391382"/>
                  </a:lnTo>
                  <a:lnTo>
                    <a:pt x="532829" y="390906"/>
                  </a:lnTo>
                  <a:lnTo>
                    <a:pt x="528161" y="384048"/>
                  </a:lnTo>
                  <a:lnTo>
                    <a:pt x="526637" y="383477"/>
                  </a:lnTo>
                  <a:lnTo>
                    <a:pt x="524923" y="384810"/>
                  </a:lnTo>
                  <a:lnTo>
                    <a:pt x="524066" y="385763"/>
                  </a:lnTo>
                  <a:lnTo>
                    <a:pt x="523589" y="386715"/>
                  </a:lnTo>
                  <a:lnTo>
                    <a:pt x="523589" y="387953"/>
                  </a:lnTo>
                  <a:lnTo>
                    <a:pt x="524161" y="390335"/>
                  </a:lnTo>
                  <a:lnTo>
                    <a:pt x="524161" y="391478"/>
                  </a:lnTo>
                  <a:lnTo>
                    <a:pt x="523304" y="392621"/>
                  </a:lnTo>
                  <a:lnTo>
                    <a:pt x="520637" y="393002"/>
                  </a:lnTo>
                  <a:lnTo>
                    <a:pt x="519875" y="393859"/>
                  </a:lnTo>
                  <a:lnTo>
                    <a:pt x="519494" y="396907"/>
                  </a:lnTo>
                  <a:lnTo>
                    <a:pt x="519113" y="398240"/>
                  </a:lnTo>
                  <a:lnTo>
                    <a:pt x="518065" y="399288"/>
                  </a:lnTo>
                  <a:lnTo>
                    <a:pt x="516636" y="399574"/>
                  </a:lnTo>
                  <a:lnTo>
                    <a:pt x="515017" y="399193"/>
                  </a:lnTo>
                  <a:lnTo>
                    <a:pt x="510635" y="397193"/>
                  </a:lnTo>
                  <a:lnTo>
                    <a:pt x="509778" y="397478"/>
                  </a:lnTo>
                  <a:lnTo>
                    <a:pt x="509207" y="398621"/>
                  </a:lnTo>
                  <a:lnTo>
                    <a:pt x="508635" y="400622"/>
                  </a:lnTo>
                  <a:lnTo>
                    <a:pt x="506635" y="410718"/>
                  </a:lnTo>
                  <a:lnTo>
                    <a:pt x="505492" y="412623"/>
                  </a:lnTo>
                  <a:lnTo>
                    <a:pt x="497777" y="419100"/>
                  </a:lnTo>
                  <a:lnTo>
                    <a:pt x="488918" y="424053"/>
                  </a:lnTo>
                  <a:lnTo>
                    <a:pt x="485204" y="428054"/>
                  </a:lnTo>
                  <a:lnTo>
                    <a:pt x="483394" y="428816"/>
                  </a:lnTo>
                  <a:lnTo>
                    <a:pt x="481108" y="427196"/>
                  </a:lnTo>
                  <a:lnTo>
                    <a:pt x="479489" y="424815"/>
                  </a:lnTo>
                  <a:lnTo>
                    <a:pt x="478631" y="423958"/>
                  </a:lnTo>
                  <a:lnTo>
                    <a:pt x="476250" y="422910"/>
                  </a:lnTo>
                  <a:lnTo>
                    <a:pt x="475679" y="421767"/>
                  </a:lnTo>
                  <a:lnTo>
                    <a:pt x="475298" y="420434"/>
                  </a:lnTo>
                  <a:lnTo>
                    <a:pt x="474536" y="419100"/>
                  </a:lnTo>
                  <a:lnTo>
                    <a:pt x="473297" y="418148"/>
                  </a:lnTo>
                  <a:lnTo>
                    <a:pt x="471964" y="417767"/>
                  </a:lnTo>
                  <a:lnTo>
                    <a:pt x="470535" y="417767"/>
                  </a:lnTo>
                  <a:lnTo>
                    <a:pt x="467868" y="418529"/>
                  </a:lnTo>
                  <a:lnTo>
                    <a:pt x="466916" y="418624"/>
                  </a:lnTo>
                  <a:lnTo>
                    <a:pt x="465963" y="418338"/>
                  </a:lnTo>
                  <a:lnTo>
                    <a:pt x="464725" y="417481"/>
                  </a:lnTo>
                  <a:lnTo>
                    <a:pt x="453104" y="406527"/>
                  </a:lnTo>
                  <a:lnTo>
                    <a:pt x="451866" y="404336"/>
                  </a:lnTo>
                  <a:lnTo>
                    <a:pt x="451961" y="401098"/>
                  </a:lnTo>
                  <a:lnTo>
                    <a:pt x="451104" y="399288"/>
                  </a:lnTo>
                  <a:lnTo>
                    <a:pt x="443008" y="396907"/>
                  </a:lnTo>
                  <a:lnTo>
                    <a:pt x="441293" y="395097"/>
                  </a:lnTo>
                  <a:lnTo>
                    <a:pt x="439674" y="393002"/>
                  </a:lnTo>
                  <a:lnTo>
                    <a:pt x="438626" y="391954"/>
                  </a:lnTo>
                  <a:lnTo>
                    <a:pt x="435197" y="390239"/>
                  </a:lnTo>
                  <a:lnTo>
                    <a:pt x="433102" y="388334"/>
                  </a:lnTo>
                  <a:lnTo>
                    <a:pt x="431959" y="387763"/>
                  </a:lnTo>
                  <a:lnTo>
                    <a:pt x="430721" y="387382"/>
                  </a:lnTo>
                  <a:lnTo>
                    <a:pt x="429482" y="387382"/>
                  </a:lnTo>
                  <a:lnTo>
                    <a:pt x="425005" y="388811"/>
                  </a:lnTo>
                  <a:lnTo>
                    <a:pt x="424053" y="389382"/>
                  </a:lnTo>
                  <a:lnTo>
                    <a:pt x="423577" y="390430"/>
                  </a:lnTo>
                  <a:lnTo>
                    <a:pt x="424625" y="393573"/>
                  </a:lnTo>
                  <a:lnTo>
                    <a:pt x="424053" y="394335"/>
                  </a:lnTo>
                  <a:lnTo>
                    <a:pt x="423101" y="394907"/>
                  </a:lnTo>
                  <a:lnTo>
                    <a:pt x="422434" y="395668"/>
                  </a:lnTo>
                  <a:lnTo>
                    <a:pt x="423672" y="396621"/>
                  </a:lnTo>
                  <a:lnTo>
                    <a:pt x="426720" y="397478"/>
                  </a:lnTo>
                  <a:lnTo>
                    <a:pt x="429578" y="399098"/>
                  </a:lnTo>
                  <a:lnTo>
                    <a:pt x="430244" y="402431"/>
                  </a:lnTo>
                  <a:lnTo>
                    <a:pt x="429959" y="403098"/>
                  </a:lnTo>
                  <a:lnTo>
                    <a:pt x="429101" y="404527"/>
                  </a:lnTo>
                  <a:lnTo>
                    <a:pt x="428911" y="405289"/>
                  </a:lnTo>
                  <a:lnTo>
                    <a:pt x="429101" y="405956"/>
                  </a:lnTo>
                  <a:lnTo>
                    <a:pt x="429863" y="406908"/>
                  </a:lnTo>
                  <a:lnTo>
                    <a:pt x="430149" y="407480"/>
                  </a:lnTo>
                  <a:lnTo>
                    <a:pt x="430149" y="409194"/>
                  </a:lnTo>
                  <a:lnTo>
                    <a:pt x="429482" y="412337"/>
                  </a:lnTo>
                  <a:lnTo>
                    <a:pt x="429482" y="414052"/>
                  </a:lnTo>
                  <a:lnTo>
                    <a:pt x="431292" y="420053"/>
                  </a:lnTo>
                  <a:lnTo>
                    <a:pt x="431483" y="422719"/>
                  </a:lnTo>
                  <a:lnTo>
                    <a:pt x="429959" y="425101"/>
                  </a:lnTo>
                  <a:lnTo>
                    <a:pt x="427292" y="427673"/>
                  </a:lnTo>
                  <a:lnTo>
                    <a:pt x="425101" y="428625"/>
                  </a:lnTo>
                  <a:lnTo>
                    <a:pt x="424815" y="428720"/>
                  </a:lnTo>
                  <a:lnTo>
                    <a:pt x="422434" y="429292"/>
                  </a:lnTo>
                  <a:lnTo>
                    <a:pt x="421291" y="429101"/>
                  </a:lnTo>
                  <a:lnTo>
                    <a:pt x="420053" y="428339"/>
                  </a:lnTo>
                  <a:lnTo>
                    <a:pt x="419005" y="427387"/>
                  </a:lnTo>
                  <a:lnTo>
                    <a:pt x="417100" y="424815"/>
                  </a:lnTo>
                  <a:lnTo>
                    <a:pt x="416243" y="423101"/>
                  </a:lnTo>
                  <a:lnTo>
                    <a:pt x="416052" y="421481"/>
                  </a:lnTo>
                  <a:lnTo>
                    <a:pt x="416338" y="419862"/>
                  </a:lnTo>
                  <a:lnTo>
                    <a:pt x="417481" y="416147"/>
                  </a:lnTo>
                  <a:lnTo>
                    <a:pt x="417767" y="414528"/>
                  </a:lnTo>
                  <a:lnTo>
                    <a:pt x="417862" y="410813"/>
                  </a:lnTo>
                  <a:lnTo>
                    <a:pt x="418243" y="409099"/>
                  </a:lnTo>
                  <a:lnTo>
                    <a:pt x="421196" y="405193"/>
                  </a:lnTo>
                  <a:lnTo>
                    <a:pt x="421577" y="404432"/>
                  </a:lnTo>
                  <a:lnTo>
                    <a:pt x="421672" y="403574"/>
                  </a:lnTo>
                  <a:lnTo>
                    <a:pt x="421577" y="402812"/>
                  </a:lnTo>
                  <a:lnTo>
                    <a:pt x="421196" y="402146"/>
                  </a:lnTo>
                  <a:lnTo>
                    <a:pt x="420434" y="401765"/>
                  </a:lnTo>
                  <a:lnTo>
                    <a:pt x="418052" y="401193"/>
                  </a:lnTo>
                  <a:lnTo>
                    <a:pt x="417767" y="400622"/>
                  </a:lnTo>
                  <a:lnTo>
                    <a:pt x="416814" y="399669"/>
                  </a:lnTo>
                  <a:lnTo>
                    <a:pt x="416243" y="399288"/>
                  </a:lnTo>
                  <a:lnTo>
                    <a:pt x="411956" y="398526"/>
                  </a:lnTo>
                  <a:lnTo>
                    <a:pt x="410718" y="397764"/>
                  </a:lnTo>
                  <a:lnTo>
                    <a:pt x="409861" y="396621"/>
                  </a:lnTo>
                  <a:lnTo>
                    <a:pt x="409194" y="395478"/>
                  </a:lnTo>
                  <a:lnTo>
                    <a:pt x="408432" y="394430"/>
                  </a:lnTo>
                  <a:lnTo>
                    <a:pt x="406337" y="393097"/>
                  </a:lnTo>
                  <a:lnTo>
                    <a:pt x="405384" y="392335"/>
                  </a:lnTo>
                  <a:lnTo>
                    <a:pt x="403765" y="390239"/>
                  </a:lnTo>
                  <a:lnTo>
                    <a:pt x="403955" y="388811"/>
                  </a:lnTo>
                  <a:lnTo>
                    <a:pt x="403765" y="387953"/>
                  </a:lnTo>
                  <a:lnTo>
                    <a:pt x="403384" y="387191"/>
                  </a:lnTo>
                  <a:lnTo>
                    <a:pt x="402908" y="386048"/>
                  </a:lnTo>
                  <a:lnTo>
                    <a:pt x="402431" y="382810"/>
                  </a:lnTo>
                  <a:lnTo>
                    <a:pt x="401955" y="381572"/>
                  </a:lnTo>
                  <a:lnTo>
                    <a:pt x="400907" y="380810"/>
                  </a:lnTo>
                  <a:lnTo>
                    <a:pt x="398145" y="380333"/>
                  </a:lnTo>
                  <a:lnTo>
                    <a:pt x="397002" y="379571"/>
                  </a:lnTo>
                  <a:lnTo>
                    <a:pt x="395764" y="376714"/>
                  </a:lnTo>
                  <a:lnTo>
                    <a:pt x="394716" y="375571"/>
                  </a:lnTo>
                  <a:lnTo>
                    <a:pt x="392716" y="373952"/>
                  </a:lnTo>
                  <a:lnTo>
                    <a:pt x="391287" y="373571"/>
                  </a:lnTo>
                  <a:lnTo>
                    <a:pt x="388620" y="374047"/>
                  </a:lnTo>
                  <a:lnTo>
                    <a:pt x="378904" y="371094"/>
                  </a:lnTo>
                  <a:lnTo>
                    <a:pt x="377571" y="369665"/>
                  </a:lnTo>
                  <a:lnTo>
                    <a:pt x="377190" y="368141"/>
                  </a:lnTo>
                  <a:lnTo>
                    <a:pt x="376428" y="367093"/>
                  </a:lnTo>
                  <a:lnTo>
                    <a:pt x="374618" y="365284"/>
                  </a:lnTo>
                  <a:lnTo>
                    <a:pt x="374333" y="363950"/>
                  </a:lnTo>
                  <a:lnTo>
                    <a:pt x="374523" y="362522"/>
                  </a:lnTo>
                  <a:lnTo>
                    <a:pt x="374523" y="361093"/>
                  </a:lnTo>
                  <a:lnTo>
                    <a:pt x="373571" y="359950"/>
                  </a:lnTo>
                  <a:lnTo>
                    <a:pt x="375380" y="358997"/>
                  </a:lnTo>
                  <a:lnTo>
                    <a:pt x="375857" y="358331"/>
                  </a:lnTo>
                  <a:lnTo>
                    <a:pt x="375476" y="356997"/>
                  </a:lnTo>
                  <a:lnTo>
                    <a:pt x="374809" y="356235"/>
                  </a:lnTo>
                  <a:lnTo>
                    <a:pt x="372618" y="354711"/>
                  </a:lnTo>
                  <a:lnTo>
                    <a:pt x="367284" y="352520"/>
                  </a:lnTo>
                  <a:lnTo>
                    <a:pt x="366522" y="351758"/>
                  </a:lnTo>
                  <a:lnTo>
                    <a:pt x="365474" y="349758"/>
                  </a:lnTo>
                  <a:lnTo>
                    <a:pt x="364808" y="348996"/>
                  </a:lnTo>
                  <a:lnTo>
                    <a:pt x="362807" y="348139"/>
                  </a:lnTo>
                  <a:lnTo>
                    <a:pt x="362712" y="348139"/>
                  </a:lnTo>
                  <a:lnTo>
                    <a:pt x="361664" y="347377"/>
                  </a:lnTo>
                  <a:lnTo>
                    <a:pt x="360426" y="348043"/>
                  </a:lnTo>
                  <a:lnTo>
                    <a:pt x="359664" y="348139"/>
                  </a:lnTo>
                  <a:lnTo>
                    <a:pt x="355664" y="347567"/>
                  </a:lnTo>
                  <a:lnTo>
                    <a:pt x="355378" y="347663"/>
                  </a:lnTo>
                  <a:lnTo>
                    <a:pt x="355092" y="347948"/>
                  </a:lnTo>
                  <a:lnTo>
                    <a:pt x="354711" y="348139"/>
                  </a:lnTo>
                  <a:lnTo>
                    <a:pt x="354235" y="347948"/>
                  </a:lnTo>
                  <a:lnTo>
                    <a:pt x="353854" y="347472"/>
                  </a:lnTo>
                  <a:lnTo>
                    <a:pt x="353663" y="346996"/>
                  </a:lnTo>
                  <a:lnTo>
                    <a:pt x="353378" y="346615"/>
                  </a:lnTo>
                  <a:lnTo>
                    <a:pt x="352997" y="346424"/>
                  </a:lnTo>
                  <a:lnTo>
                    <a:pt x="352235" y="346424"/>
                  </a:lnTo>
                  <a:lnTo>
                    <a:pt x="351568" y="346615"/>
                  </a:lnTo>
                  <a:lnTo>
                    <a:pt x="351282" y="347282"/>
                  </a:lnTo>
                  <a:lnTo>
                    <a:pt x="351758" y="348806"/>
                  </a:lnTo>
                  <a:lnTo>
                    <a:pt x="345472" y="348615"/>
                  </a:lnTo>
                  <a:lnTo>
                    <a:pt x="343472" y="349377"/>
                  </a:lnTo>
                  <a:lnTo>
                    <a:pt x="342805" y="350044"/>
                  </a:lnTo>
                  <a:lnTo>
                    <a:pt x="342138" y="350806"/>
                  </a:lnTo>
                  <a:lnTo>
                    <a:pt x="341471" y="351473"/>
                  </a:lnTo>
                  <a:lnTo>
                    <a:pt x="340614" y="351758"/>
                  </a:lnTo>
                  <a:lnTo>
                    <a:pt x="339852" y="351568"/>
                  </a:lnTo>
                  <a:lnTo>
                    <a:pt x="338519" y="350806"/>
                  </a:lnTo>
                  <a:lnTo>
                    <a:pt x="337471" y="350615"/>
                  </a:lnTo>
                  <a:lnTo>
                    <a:pt x="338233" y="349091"/>
                  </a:lnTo>
                  <a:lnTo>
                    <a:pt x="337185" y="348710"/>
                  </a:lnTo>
                  <a:lnTo>
                    <a:pt x="334232" y="348996"/>
                  </a:lnTo>
                  <a:lnTo>
                    <a:pt x="333756" y="348710"/>
                  </a:lnTo>
                  <a:lnTo>
                    <a:pt x="332613" y="347567"/>
                  </a:lnTo>
                  <a:lnTo>
                    <a:pt x="332137" y="347282"/>
                  </a:lnTo>
                  <a:lnTo>
                    <a:pt x="331375" y="347567"/>
                  </a:lnTo>
                  <a:lnTo>
                    <a:pt x="330994" y="348139"/>
                  </a:lnTo>
                  <a:lnTo>
                    <a:pt x="330708" y="348806"/>
                  </a:lnTo>
                  <a:lnTo>
                    <a:pt x="330327" y="349091"/>
                  </a:lnTo>
                  <a:lnTo>
                    <a:pt x="329089" y="349282"/>
                  </a:lnTo>
                  <a:lnTo>
                    <a:pt x="328422" y="349568"/>
                  </a:lnTo>
                  <a:lnTo>
                    <a:pt x="327946" y="350044"/>
                  </a:lnTo>
                  <a:lnTo>
                    <a:pt x="327470" y="350711"/>
                  </a:lnTo>
                  <a:lnTo>
                    <a:pt x="326803" y="351473"/>
                  </a:lnTo>
                  <a:lnTo>
                    <a:pt x="326231" y="351758"/>
                  </a:lnTo>
                  <a:lnTo>
                    <a:pt x="325946" y="351092"/>
                  </a:lnTo>
                  <a:lnTo>
                    <a:pt x="321278" y="350806"/>
                  </a:lnTo>
                  <a:lnTo>
                    <a:pt x="319945" y="351187"/>
                  </a:lnTo>
                  <a:lnTo>
                    <a:pt x="319564" y="351092"/>
                  </a:lnTo>
                  <a:lnTo>
                    <a:pt x="318421" y="350425"/>
                  </a:lnTo>
                  <a:lnTo>
                    <a:pt x="317373" y="349472"/>
                  </a:lnTo>
                  <a:lnTo>
                    <a:pt x="316516" y="348329"/>
                  </a:lnTo>
                  <a:lnTo>
                    <a:pt x="315944" y="347282"/>
                  </a:lnTo>
                  <a:lnTo>
                    <a:pt x="315563" y="346424"/>
                  </a:lnTo>
                  <a:lnTo>
                    <a:pt x="314135" y="340900"/>
                  </a:lnTo>
                  <a:lnTo>
                    <a:pt x="310610" y="334137"/>
                  </a:lnTo>
                  <a:lnTo>
                    <a:pt x="309944" y="331565"/>
                  </a:lnTo>
                  <a:lnTo>
                    <a:pt x="309277" y="328136"/>
                  </a:lnTo>
                  <a:lnTo>
                    <a:pt x="308324" y="325279"/>
                  </a:lnTo>
                  <a:lnTo>
                    <a:pt x="306896" y="324326"/>
                  </a:lnTo>
                  <a:lnTo>
                    <a:pt x="306038" y="325088"/>
                  </a:lnTo>
                  <a:lnTo>
                    <a:pt x="305372" y="327660"/>
                  </a:lnTo>
                  <a:lnTo>
                    <a:pt x="304229" y="328613"/>
                  </a:lnTo>
                  <a:lnTo>
                    <a:pt x="302705" y="328803"/>
                  </a:lnTo>
                  <a:lnTo>
                    <a:pt x="299752" y="328613"/>
                  </a:lnTo>
                  <a:lnTo>
                    <a:pt x="298418" y="329375"/>
                  </a:lnTo>
                  <a:lnTo>
                    <a:pt x="297656" y="330613"/>
                  </a:lnTo>
                  <a:lnTo>
                    <a:pt x="296513" y="333280"/>
                  </a:lnTo>
                  <a:lnTo>
                    <a:pt x="295466" y="334232"/>
                  </a:lnTo>
                  <a:lnTo>
                    <a:pt x="294132" y="334709"/>
                  </a:lnTo>
                  <a:lnTo>
                    <a:pt x="292513" y="334804"/>
                  </a:lnTo>
                  <a:lnTo>
                    <a:pt x="290894" y="334613"/>
                  </a:lnTo>
                  <a:lnTo>
                    <a:pt x="289560" y="334137"/>
                  </a:lnTo>
                  <a:lnTo>
                    <a:pt x="288227" y="333280"/>
                  </a:lnTo>
                  <a:lnTo>
                    <a:pt x="286798" y="332613"/>
                  </a:lnTo>
                  <a:lnTo>
                    <a:pt x="285369" y="332518"/>
                  </a:lnTo>
                  <a:lnTo>
                    <a:pt x="283940" y="333089"/>
                  </a:lnTo>
                  <a:lnTo>
                    <a:pt x="282988" y="334042"/>
                  </a:lnTo>
                  <a:lnTo>
                    <a:pt x="281369" y="336518"/>
                  </a:lnTo>
                  <a:lnTo>
                    <a:pt x="278416" y="339852"/>
                  </a:lnTo>
                  <a:lnTo>
                    <a:pt x="278606" y="342424"/>
                  </a:lnTo>
                  <a:lnTo>
                    <a:pt x="279368" y="345186"/>
                  </a:lnTo>
                  <a:lnTo>
                    <a:pt x="279368" y="348329"/>
                  </a:lnTo>
                  <a:lnTo>
                    <a:pt x="277368" y="349949"/>
                  </a:lnTo>
                  <a:lnTo>
                    <a:pt x="274701" y="351568"/>
                  </a:lnTo>
                  <a:lnTo>
                    <a:pt x="272320" y="351854"/>
                  </a:lnTo>
                  <a:lnTo>
                    <a:pt x="271082" y="349377"/>
                  </a:lnTo>
                  <a:lnTo>
                    <a:pt x="270986" y="347377"/>
                  </a:lnTo>
                  <a:lnTo>
                    <a:pt x="270891" y="346139"/>
                  </a:lnTo>
                  <a:lnTo>
                    <a:pt x="270320" y="345377"/>
                  </a:lnTo>
                  <a:lnTo>
                    <a:pt x="268986" y="344805"/>
                  </a:lnTo>
                  <a:lnTo>
                    <a:pt x="267653" y="344805"/>
                  </a:lnTo>
                  <a:lnTo>
                    <a:pt x="266891" y="345662"/>
                  </a:lnTo>
                  <a:lnTo>
                    <a:pt x="266224" y="346996"/>
                  </a:lnTo>
                  <a:lnTo>
                    <a:pt x="265367" y="348329"/>
                  </a:lnTo>
                  <a:lnTo>
                    <a:pt x="262604" y="349758"/>
                  </a:lnTo>
                  <a:lnTo>
                    <a:pt x="258223" y="350425"/>
                  </a:lnTo>
                  <a:lnTo>
                    <a:pt x="254222" y="350044"/>
                  </a:lnTo>
                  <a:lnTo>
                    <a:pt x="252603" y="348234"/>
                  </a:lnTo>
                  <a:lnTo>
                    <a:pt x="252603" y="348234"/>
                  </a:lnTo>
                  <a:lnTo>
                    <a:pt x="252127" y="347186"/>
                  </a:lnTo>
                  <a:lnTo>
                    <a:pt x="251270" y="345853"/>
                  </a:lnTo>
                  <a:lnTo>
                    <a:pt x="250698" y="344615"/>
                  </a:lnTo>
                  <a:lnTo>
                    <a:pt x="250984" y="343948"/>
                  </a:lnTo>
                  <a:lnTo>
                    <a:pt x="256127" y="342995"/>
                  </a:lnTo>
                  <a:lnTo>
                    <a:pt x="257175" y="342424"/>
                  </a:lnTo>
                  <a:lnTo>
                    <a:pt x="257747" y="341662"/>
                  </a:lnTo>
                  <a:lnTo>
                    <a:pt x="258128" y="340328"/>
                  </a:lnTo>
                  <a:lnTo>
                    <a:pt x="258128" y="338423"/>
                  </a:lnTo>
                  <a:lnTo>
                    <a:pt x="257556" y="336709"/>
                  </a:lnTo>
                  <a:lnTo>
                    <a:pt x="256508" y="336137"/>
                  </a:lnTo>
                  <a:lnTo>
                    <a:pt x="254222" y="336042"/>
                  </a:lnTo>
                  <a:lnTo>
                    <a:pt x="253175" y="335566"/>
                  </a:lnTo>
                  <a:lnTo>
                    <a:pt x="252508" y="334804"/>
                  </a:lnTo>
                  <a:lnTo>
                    <a:pt x="251270" y="332518"/>
                  </a:lnTo>
                  <a:lnTo>
                    <a:pt x="250317" y="331946"/>
                  </a:lnTo>
                  <a:lnTo>
                    <a:pt x="249174" y="332232"/>
                  </a:lnTo>
                  <a:lnTo>
                    <a:pt x="248031" y="332899"/>
                  </a:lnTo>
                  <a:lnTo>
                    <a:pt x="246983" y="333280"/>
                  </a:lnTo>
                  <a:lnTo>
                    <a:pt x="234125" y="332423"/>
                  </a:lnTo>
                  <a:lnTo>
                    <a:pt x="232791" y="331756"/>
                  </a:lnTo>
                  <a:lnTo>
                    <a:pt x="231934" y="330232"/>
                  </a:lnTo>
                  <a:lnTo>
                    <a:pt x="231362" y="328803"/>
                  </a:lnTo>
                  <a:lnTo>
                    <a:pt x="230505" y="327660"/>
                  </a:lnTo>
                  <a:lnTo>
                    <a:pt x="229553" y="326803"/>
                  </a:lnTo>
                  <a:lnTo>
                    <a:pt x="228600" y="326231"/>
                  </a:lnTo>
                  <a:lnTo>
                    <a:pt x="225743" y="325660"/>
                  </a:lnTo>
                  <a:lnTo>
                    <a:pt x="224504" y="327089"/>
                  </a:lnTo>
                  <a:lnTo>
                    <a:pt x="224695" y="329946"/>
                  </a:lnTo>
                  <a:lnTo>
                    <a:pt x="227267" y="336994"/>
                  </a:lnTo>
                  <a:lnTo>
                    <a:pt x="227076" y="339376"/>
                  </a:lnTo>
                  <a:lnTo>
                    <a:pt x="225647" y="340995"/>
                  </a:lnTo>
                  <a:lnTo>
                    <a:pt x="223266" y="341948"/>
                  </a:lnTo>
                  <a:lnTo>
                    <a:pt x="222028" y="342138"/>
                  </a:lnTo>
                  <a:lnTo>
                    <a:pt x="220694" y="341948"/>
                  </a:lnTo>
                  <a:lnTo>
                    <a:pt x="220028" y="341186"/>
                  </a:lnTo>
                  <a:lnTo>
                    <a:pt x="220885" y="339662"/>
                  </a:lnTo>
                  <a:lnTo>
                    <a:pt x="221933" y="338233"/>
                  </a:lnTo>
                  <a:lnTo>
                    <a:pt x="221552" y="337852"/>
                  </a:lnTo>
                  <a:lnTo>
                    <a:pt x="219075" y="337852"/>
                  </a:lnTo>
                  <a:lnTo>
                    <a:pt x="216980" y="336328"/>
                  </a:lnTo>
                  <a:lnTo>
                    <a:pt x="216027" y="336233"/>
                  </a:lnTo>
                  <a:lnTo>
                    <a:pt x="215837" y="338138"/>
                  </a:lnTo>
                  <a:lnTo>
                    <a:pt x="215741" y="340233"/>
                  </a:lnTo>
                  <a:lnTo>
                    <a:pt x="214979" y="340900"/>
                  </a:lnTo>
                  <a:lnTo>
                    <a:pt x="213932" y="341186"/>
                  </a:lnTo>
                  <a:lnTo>
                    <a:pt x="212979" y="342138"/>
                  </a:lnTo>
                  <a:lnTo>
                    <a:pt x="212789" y="343376"/>
                  </a:lnTo>
                  <a:lnTo>
                    <a:pt x="213265" y="348234"/>
                  </a:lnTo>
                  <a:lnTo>
                    <a:pt x="213074" y="350139"/>
                  </a:lnTo>
                  <a:lnTo>
                    <a:pt x="212598" y="350996"/>
                  </a:lnTo>
                  <a:lnTo>
                    <a:pt x="211741" y="351282"/>
                  </a:lnTo>
                  <a:lnTo>
                    <a:pt x="210503" y="351473"/>
                  </a:lnTo>
                  <a:lnTo>
                    <a:pt x="210122" y="352997"/>
                  </a:lnTo>
                  <a:lnTo>
                    <a:pt x="209360" y="353759"/>
                  </a:lnTo>
                  <a:lnTo>
                    <a:pt x="208407" y="354044"/>
                  </a:lnTo>
                  <a:lnTo>
                    <a:pt x="205264" y="354235"/>
                  </a:lnTo>
                  <a:lnTo>
                    <a:pt x="204597" y="354425"/>
                  </a:lnTo>
                  <a:lnTo>
                    <a:pt x="204216" y="354902"/>
                  </a:lnTo>
                  <a:lnTo>
                    <a:pt x="204502" y="355473"/>
                  </a:lnTo>
                  <a:lnTo>
                    <a:pt x="204978" y="355949"/>
                  </a:lnTo>
                  <a:lnTo>
                    <a:pt x="205169" y="356330"/>
                  </a:lnTo>
                  <a:lnTo>
                    <a:pt x="204407" y="357092"/>
                  </a:lnTo>
                  <a:lnTo>
                    <a:pt x="203645" y="357568"/>
                  </a:lnTo>
                  <a:lnTo>
                    <a:pt x="203168" y="358331"/>
                  </a:lnTo>
                  <a:lnTo>
                    <a:pt x="203359" y="359950"/>
                  </a:lnTo>
                  <a:lnTo>
                    <a:pt x="203740" y="361474"/>
                  </a:lnTo>
                  <a:lnTo>
                    <a:pt x="203835" y="362522"/>
                  </a:lnTo>
                  <a:lnTo>
                    <a:pt x="203454" y="363379"/>
                  </a:lnTo>
                  <a:lnTo>
                    <a:pt x="202597" y="364141"/>
                  </a:lnTo>
                  <a:lnTo>
                    <a:pt x="196406" y="367284"/>
                  </a:lnTo>
                  <a:lnTo>
                    <a:pt x="186976" y="369189"/>
                  </a:lnTo>
                  <a:lnTo>
                    <a:pt x="184785" y="370332"/>
                  </a:lnTo>
                  <a:lnTo>
                    <a:pt x="177165" y="377000"/>
                  </a:lnTo>
                  <a:lnTo>
                    <a:pt x="174689" y="380429"/>
                  </a:lnTo>
                  <a:lnTo>
                    <a:pt x="173831" y="381000"/>
                  </a:lnTo>
                  <a:lnTo>
                    <a:pt x="161258" y="381095"/>
                  </a:lnTo>
                  <a:lnTo>
                    <a:pt x="157067" y="379762"/>
                  </a:lnTo>
                  <a:lnTo>
                    <a:pt x="155829" y="380048"/>
                  </a:lnTo>
                  <a:lnTo>
                    <a:pt x="155162" y="380905"/>
                  </a:lnTo>
                  <a:lnTo>
                    <a:pt x="154496" y="382238"/>
                  </a:lnTo>
                  <a:lnTo>
                    <a:pt x="154019" y="383762"/>
                  </a:lnTo>
                  <a:lnTo>
                    <a:pt x="153543" y="386525"/>
                  </a:lnTo>
                  <a:lnTo>
                    <a:pt x="153067" y="387763"/>
                  </a:lnTo>
                  <a:lnTo>
                    <a:pt x="151829" y="389954"/>
                  </a:lnTo>
                  <a:lnTo>
                    <a:pt x="151257" y="392335"/>
                  </a:lnTo>
                  <a:lnTo>
                    <a:pt x="152495" y="394430"/>
                  </a:lnTo>
                  <a:lnTo>
                    <a:pt x="154305" y="396621"/>
                  </a:lnTo>
                  <a:lnTo>
                    <a:pt x="155258" y="399288"/>
                  </a:lnTo>
                  <a:lnTo>
                    <a:pt x="154496" y="402146"/>
                  </a:lnTo>
                  <a:lnTo>
                    <a:pt x="152400" y="403955"/>
                  </a:lnTo>
                  <a:lnTo>
                    <a:pt x="147923" y="405860"/>
                  </a:lnTo>
                  <a:lnTo>
                    <a:pt x="140589" y="407670"/>
                  </a:lnTo>
                  <a:lnTo>
                    <a:pt x="138398" y="409670"/>
                  </a:lnTo>
                  <a:lnTo>
                    <a:pt x="133636" y="415862"/>
                  </a:lnTo>
                  <a:lnTo>
                    <a:pt x="124016" y="423101"/>
                  </a:lnTo>
                  <a:lnTo>
                    <a:pt x="121730" y="423577"/>
                  </a:lnTo>
                  <a:lnTo>
                    <a:pt x="119253" y="423005"/>
                  </a:lnTo>
                  <a:lnTo>
                    <a:pt x="112395" y="418814"/>
                  </a:lnTo>
                  <a:lnTo>
                    <a:pt x="111062" y="418719"/>
                  </a:lnTo>
                  <a:lnTo>
                    <a:pt x="110204" y="419767"/>
                  </a:lnTo>
                  <a:lnTo>
                    <a:pt x="110490" y="421386"/>
                  </a:lnTo>
                  <a:lnTo>
                    <a:pt x="111824" y="422148"/>
                  </a:lnTo>
                  <a:lnTo>
                    <a:pt x="114491" y="422719"/>
                  </a:lnTo>
                  <a:lnTo>
                    <a:pt x="115824" y="424529"/>
                  </a:lnTo>
                  <a:lnTo>
                    <a:pt x="116110" y="427101"/>
                  </a:lnTo>
                  <a:lnTo>
                    <a:pt x="115919" y="432911"/>
                  </a:lnTo>
                  <a:lnTo>
                    <a:pt x="117348" y="444818"/>
                  </a:lnTo>
                  <a:lnTo>
                    <a:pt x="118777" y="450533"/>
                  </a:lnTo>
                  <a:lnTo>
                    <a:pt x="120968" y="455009"/>
                  </a:lnTo>
                  <a:lnTo>
                    <a:pt x="121920" y="458153"/>
                  </a:lnTo>
                  <a:lnTo>
                    <a:pt x="121539" y="461105"/>
                  </a:lnTo>
                  <a:lnTo>
                    <a:pt x="121634" y="463201"/>
                  </a:lnTo>
                  <a:lnTo>
                    <a:pt x="125254" y="464344"/>
                  </a:lnTo>
                  <a:lnTo>
                    <a:pt x="126016" y="465201"/>
                  </a:lnTo>
                  <a:lnTo>
                    <a:pt x="126492" y="466535"/>
                  </a:lnTo>
                  <a:lnTo>
                    <a:pt x="127063" y="469773"/>
                  </a:lnTo>
                  <a:lnTo>
                    <a:pt x="127063" y="470630"/>
                  </a:lnTo>
                  <a:lnTo>
                    <a:pt x="126682" y="471392"/>
                  </a:lnTo>
                  <a:lnTo>
                    <a:pt x="125825" y="472821"/>
                  </a:lnTo>
                  <a:lnTo>
                    <a:pt x="121730" y="477679"/>
                  </a:lnTo>
                  <a:lnTo>
                    <a:pt x="116396" y="480727"/>
                  </a:lnTo>
                  <a:lnTo>
                    <a:pt x="105632" y="485013"/>
                  </a:lnTo>
                  <a:lnTo>
                    <a:pt x="104966" y="485585"/>
                  </a:lnTo>
                  <a:lnTo>
                    <a:pt x="103727" y="487299"/>
                  </a:lnTo>
                  <a:lnTo>
                    <a:pt x="103061" y="487775"/>
                  </a:lnTo>
                  <a:lnTo>
                    <a:pt x="102394" y="487585"/>
                  </a:lnTo>
                  <a:lnTo>
                    <a:pt x="99346" y="485775"/>
                  </a:lnTo>
                  <a:lnTo>
                    <a:pt x="96869" y="483394"/>
                  </a:lnTo>
                  <a:lnTo>
                    <a:pt x="96393" y="483108"/>
                  </a:lnTo>
                  <a:lnTo>
                    <a:pt x="94869" y="483394"/>
                  </a:lnTo>
                  <a:lnTo>
                    <a:pt x="93059" y="483299"/>
                  </a:lnTo>
                  <a:lnTo>
                    <a:pt x="92012" y="482060"/>
                  </a:lnTo>
                  <a:lnTo>
                    <a:pt x="91631" y="480251"/>
                  </a:lnTo>
                  <a:lnTo>
                    <a:pt x="90583" y="478346"/>
                  </a:lnTo>
                  <a:lnTo>
                    <a:pt x="88487" y="476631"/>
                  </a:lnTo>
                  <a:lnTo>
                    <a:pt x="87916" y="475964"/>
                  </a:lnTo>
                  <a:lnTo>
                    <a:pt x="87535" y="475202"/>
                  </a:lnTo>
                  <a:lnTo>
                    <a:pt x="86963" y="473583"/>
                  </a:lnTo>
                  <a:lnTo>
                    <a:pt x="86582" y="472821"/>
                  </a:lnTo>
                  <a:lnTo>
                    <a:pt x="85916" y="470440"/>
                  </a:lnTo>
                  <a:lnTo>
                    <a:pt x="85535" y="468059"/>
                  </a:lnTo>
                  <a:lnTo>
                    <a:pt x="85058" y="465773"/>
                  </a:lnTo>
                  <a:lnTo>
                    <a:pt x="83915" y="463582"/>
                  </a:lnTo>
                  <a:lnTo>
                    <a:pt x="81248" y="461486"/>
                  </a:lnTo>
                  <a:lnTo>
                    <a:pt x="80582" y="460629"/>
                  </a:lnTo>
                  <a:lnTo>
                    <a:pt x="80201" y="459486"/>
                  </a:lnTo>
                  <a:lnTo>
                    <a:pt x="79915" y="458343"/>
                  </a:lnTo>
                  <a:lnTo>
                    <a:pt x="79534" y="457391"/>
                  </a:lnTo>
                  <a:lnTo>
                    <a:pt x="77438" y="455486"/>
                  </a:lnTo>
                  <a:lnTo>
                    <a:pt x="75343" y="452247"/>
                  </a:lnTo>
                  <a:lnTo>
                    <a:pt x="73247" y="450437"/>
                  </a:lnTo>
                  <a:lnTo>
                    <a:pt x="72200" y="448913"/>
                  </a:lnTo>
                  <a:lnTo>
                    <a:pt x="69723" y="446056"/>
                  </a:lnTo>
                  <a:lnTo>
                    <a:pt x="69056" y="445675"/>
                  </a:lnTo>
                  <a:lnTo>
                    <a:pt x="68009" y="445294"/>
                  </a:lnTo>
                  <a:lnTo>
                    <a:pt x="67532" y="444722"/>
                  </a:lnTo>
                  <a:lnTo>
                    <a:pt x="67151" y="443865"/>
                  </a:lnTo>
                  <a:lnTo>
                    <a:pt x="66580" y="442817"/>
                  </a:lnTo>
                  <a:lnTo>
                    <a:pt x="65818" y="442055"/>
                  </a:lnTo>
                  <a:lnTo>
                    <a:pt x="63437" y="440722"/>
                  </a:lnTo>
                  <a:lnTo>
                    <a:pt x="60008" y="436245"/>
                  </a:lnTo>
                  <a:lnTo>
                    <a:pt x="58674" y="435293"/>
                  </a:lnTo>
                  <a:lnTo>
                    <a:pt x="56483" y="435293"/>
                  </a:lnTo>
                  <a:lnTo>
                    <a:pt x="54102" y="436626"/>
                  </a:lnTo>
                  <a:lnTo>
                    <a:pt x="51911" y="438722"/>
                  </a:lnTo>
                  <a:lnTo>
                    <a:pt x="50292" y="441103"/>
                  </a:lnTo>
                  <a:lnTo>
                    <a:pt x="50102" y="441674"/>
                  </a:lnTo>
                  <a:lnTo>
                    <a:pt x="48577" y="445199"/>
                  </a:lnTo>
                  <a:lnTo>
                    <a:pt x="47816" y="446151"/>
                  </a:lnTo>
                  <a:lnTo>
                    <a:pt x="44387" y="447294"/>
                  </a:lnTo>
                  <a:lnTo>
                    <a:pt x="43434" y="448056"/>
                  </a:lnTo>
                  <a:lnTo>
                    <a:pt x="42863" y="449675"/>
                  </a:lnTo>
                  <a:lnTo>
                    <a:pt x="43339" y="450628"/>
                  </a:lnTo>
                  <a:lnTo>
                    <a:pt x="44101" y="451485"/>
                  </a:lnTo>
                  <a:lnTo>
                    <a:pt x="44387" y="452723"/>
                  </a:lnTo>
                  <a:lnTo>
                    <a:pt x="43815" y="454057"/>
                  </a:lnTo>
                  <a:lnTo>
                    <a:pt x="41910" y="455867"/>
                  </a:lnTo>
                  <a:lnTo>
                    <a:pt x="41339" y="457010"/>
                  </a:lnTo>
                  <a:lnTo>
                    <a:pt x="41720" y="459296"/>
                  </a:lnTo>
                  <a:lnTo>
                    <a:pt x="44577" y="463296"/>
                  </a:lnTo>
                  <a:lnTo>
                    <a:pt x="44672" y="466249"/>
                  </a:lnTo>
                  <a:lnTo>
                    <a:pt x="43624" y="468535"/>
                  </a:lnTo>
                  <a:lnTo>
                    <a:pt x="40291" y="472821"/>
                  </a:lnTo>
                  <a:lnTo>
                    <a:pt x="36671" y="476536"/>
                  </a:lnTo>
                  <a:lnTo>
                    <a:pt x="25146" y="481679"/>
                  </a:lnTo>
                  <a:lnTo>
                    <a:pt x="23241" y="483584"/>
                  </a:lnTo>
                  <a:lnTo>
                    <a:pt x="22003" y="486918"/>
                  </a:lnTo>
                  <a:lnTo>
                    <a:pt x="18669" y="506730"/>
                  </a:lnTo>
                  <a:lnTo>
                    <a:pt x="15526" y="526447"/>
                  </a:lnTo>
                  <a:lnTo>
                    <a:pt x="18479" y="527590"/>
                  </a:lnTo>
                  <a:lnTo>
                    <a:pt x="26289" y="533591"/>
                  </a:lnTo>
                  <a:lnTo>
                    <a:pt x="28861" y="537020"/>
                  </a:lnTo>
                  <a:lnTo>
                    <a:pt x="29432" y="541115"/>
                  </a:lnTo>
                  <a:lnTo>
                    <a:pt x="28384" y="545402"/>
                  </a:lnTo>
                  <a:lnTo>
                    <a:pt x="26289" y="549402"/>
                  </a:lnTo>
                  <a:lnTo>
                    <a:pt x="23717" y="552831"/>
                  </a:lnTo>
                  <a:lnTo>
                    <a:pt x="22765" y="553688"/>
                  </a:lnTo>
                  <a:lnTo>
                    <a:pt x="21527" y="554641"/>
                  </a:lnTo>
                  <a:lnTo>
                    <a:pt x="17526" y="556832"/>
                  </a:lnTo>
                  <a:lnTo>
                    <a:pt x="15716" y="558260"/>
                  </a:lnTo>
                  <a:lnTo>
                    <a:pt x="14478" y="559975"/>
                  </a:lnTo>
                  <a:lnTo>
                    <a:pt x="7430" y="579501"/>
                  </a:lnTo>
                  <a:lnTo>
                    <a:pt x="0" y="599980"/>
                  </a:lnTo>
                  <a:lnTo>
                    <a:pt x="0" y="600075"/>
                  </a:lnTo>
                  <a:lnTo>
                    <a:pt x="0" y="600075"/>
                  </a:lnTo>
                  <a:lnTo>
                    <a:pt x="0" y="600075"/>
                  </a:lnTo>
                  <a:lnTo>
                    <a:pt x="0" y="600075"/>
                  </a:lnTo>
                  <a:lnTo>
                    <a:pt x="13145" y="604647"/>
                  </a:lnTo>
                  <a:lnTo>
                    <a:pt x="26289" y="609314"/>
                  </a:lnTo>
                  <a:lnTo>
                    <a:pt x="31528" y="610743"/>
                  </a:lnTo>
                  <a:lnTo>
                    <a:pt x="32576" y="611505"/>
                  </a:lnTo>
                  <a:lnTo>
                    <a:pt x="33242" y="612648"/>
                  </a:lnTo>
                  <a:lnTo>
                    <a:pt x="33242" y="613315"/>
                  </a:lnTo>
                  <a:lnTo>
                    <a:pt x="33242" y="613410"/>
                  </a:lnTo>
                  <a:lnTo>
                    <a:pt x="32576" y="614934"/>
                  </a:lnTo>
                  <a:lnTo>
                    <a:pt x="32195" y="615315"/>
                  </a:lnTo>
                  <a:lnTo>
                    <a:pt x="31623" y="615791"/>
                  </a:lnTo>
                  <a:lnTo>
                    <a:pt x="31242" y="616363"/>
                  </a:lnTo>
                  <a:lnTo>
                    <a:pt x="31528" y="617125"/>
                  </a:lnTo>
                  <a:lnTo>
                    <a:pt x="32671" y="618363"/>
                  </a:lnTo>
                  <a:lnTo>
                    <a:pt x="32957" y="618839"/>
                  </a:lnTo>
                  <a:lnTo>
                    <a:pt x="33338" y="620458"/>
                  </a:lnTo>
                  <a:lnTo>
                    <a:pt x="33242" y="621697"/>
                  </a:lnTo>
                  <a:lnTo>
                    <a:pt x="32861" y="623030"/>
                  </a:lnTo>
                  <a:lnTo>
                    <a:pt x="32861" y="624459"/>
                  </a:lnTo>
                  <a:lnTo>
                    <a:pt x="33719" y="625507"/>
                  </a:lnTo>
                  <a:lnTo>
                    <a:pt x="36576" y="625793"/>
                  </a:lnTo>
                  <a:lnTo>
                    <a:pt x="37529" y="626745"/>
                  </a:lnTo>
                  <a:lnTo>
                    <a:pt x="36767" y="628364"/>
                  </a:lnTo>
                  <a:lnTo>
                    <a:pt x="34576" y="630269"/>
                  </a:lnTo>
                  <a:lnTo>
                    <a:pt x="30385" y="632841"/>
                  </a:lnTo>
                  <a:lnTo>
                    <a:pt x="29623" y="633508"/>
                  </a:lnTo>
                  <a:lnTo>
                    <a:pt x="30004" y="634460"/>
                  </a:lnTo>
                  <a:lnTo>
                    <a:pt x="33719" y="639128"/>
                  </a:lnTo>
                  <a:lnTo>
                    <a:pt x="35528" y="642080"/>
                  </a:lnTo>
                  <a:lnTo>
                    <a:pt x="35719" y="642556"/>
                  </a:lnTo>
                  <a:lnTo>
                    <a:pt x="35624" y="643223"/>
                  </a:lnTo>
                  <a:lnTo>
                    <a:pt x="35338" y="643509"/>
                  </a:lnTo>
                  <a:lnTo>
                    <a:pt x="34957" y="643795"/>
                  </a:lnTo>
                  <a:lnTo>
                    <a:pt x="34576" y="644271"/>
                  </a:lnTo>
                  <a:lnTo>
                    <a:pt x="33909" y="645605"/>
                  </a:lnTo>
                  <a:lnTo>
                    <a:pt x="33623" y="646557"/>
                  </a:lnTo>
                  <a:lnTo>
                    <a:pt x="33814" y="647510"/>
                  </a:lnTo>
                  <a:lnTo>
                    <a:pt x="34671" y="648748"/>
                  </a:lnTo>
                  <a:lnTo>
                    <a:pt x="36481" y="650462"/>
                  </a:lnTo>
                  <a:lnTo>
                    <a:pt x="46292" y="657225"/>
                  </a:lnTo>
                  <a:lnTo>
                    <a:pt x="47054" y="657035"/>
                  </a:lnTo>
                  <a:lnTo>
                    <a:pt x="47530" y="655511"/>
                  </a:lnTo>
                  <a:lnTo>
                    <a:pt x="47911" y="651891"/>
                  </a:lnTo>
                  <a:lnTo>
                    <a:pt x="47911" y="647129"/>
                  </a:lnTo>
                  <a:lnTo>
                    <a:pt x="48197" y="645986"/>
                  </a:lnTo>
                  <a:lnTo>
                    <a:pt x="49149" y="645319"/>
                  </a:lnTo>
                  <a:lnTo>
                    <a:pt x="50387" y="645414"/>
                  </a:lnTo>
                  <a:lnTo>
                    <a:pt x="61722" y="650843"/>
                  </a:lnTo>
                  <a:lnTo>
                    <a:pt x="82487" y="650558"/>
                  </a:lnTo>
                  <a:lnTo>
                    <a:pt x="86106" y="652177"/>
                  </a:lnTo>
                  <a:lnTo>
                    <a:pt x="89345" y="654939"/>
                  </a:lnTo>
                  <a:lnTo>
                    <a:pt x="99155" y="672084"/>
                  </a:lnTo>
                  <a:lnTo>
                    <a:pt x="99155" y="672084"/>
                  </a:lnTo>
                  <a:lnTo>
                    <a:pt x="101822" y="675704"/>
                  </a:lnTo>
                  <a:lnTo>
                    <a:pt x="103251" y="677037"/>
                  </a:lnTo>
                  <a:lnTo>
                    <a:pt x="105156" y="677704"/>
                  </a:lnTo>
                  <a:lnTo>
                    <a:pt x="107156" y="677894"/>
                  </a:lnTo>
                  <a:lnTo>
                    <a:pt x="107918" y="678466"/>
                  </a:lnTo>
                  <a:lnTo>
                    <a:pt x="108490" y="679799"/>
                  </a:lnTo>
                  <a:lnTo>
                    <a:pt x="109061" y="681704"/>
                  </a:lnTo>
                  <a:lnTo>
                    <a:pt x="117062" y="702469"/>
                  </a:lnTo>
                  <a:lnTo>
                    <a:pt x="133350" y="727996"/>
                  </a:lnTo>
                  <a:lnTo>
                    <a:pt x="130302" y="731806"/>
                  </a:lnTo>
                  <a:lnTo>
                    <a:pt x="128683" y="733139"/>
                  </a:lnTo>
                  <a:lnTo>
                    <a:pt x="120587" y="734663"/>
                  </a:lnTo>
                  <a:lnTo>
                    <a:pt x="119253" y="734092"/>
                  </a:lnTo>
                  <a:lnTo>
                    <a:pt x="117824" y="731139"/>
                  </a:lnTo>
                  <a:lnTo>
                    <a:pt x="116967" y="729901"/>
                  </a:lnTo>
                  <a:lnTo>
                    <a:pt x="115919" y="728948"/>
                  </a:lnTo>
                  <a:lnTo>
                    <a:pt x="112871" y="727996"/>
                  </a:lnTo>
                  <a:lnTo>
                    <a:pt x="109633" y="728663"/>
                  </a:lnTo>
                  <a:lnTo>
                    <a:pt x="106966" y="730853"/>
                  </a:lnTo>
                  <a:lnTo>
                    <a:pt x="105537" y="734568"/>
                  </a:lnTo>
                  <a:lnTo>
                    <a:pt x="104299" y="736283"/>
                  </a:lnTo>
                  <a:lnTo>
                    <a:pt x="105347" y="736378"/>
                  </a:lnTo>
                  <a:lnTo>
                    <a:pt x="106394" y="736854"/>
                  </a:lnTo>
                  <a:lnTo>
                    <a:pt x="108299" y="737997"/>
                  </a:lnTo>
                  <a:lnTo>
                    <a:pt x="108776" y="738759"/>
                  </a:lnTo>
                  <a:lnTo>
                    <a:pt x="108966" y="739902"/>
                  </a:lnTo>
                  <a:lnTo>
                    <a:pt x="109252" y="740950"/>
                  </a:lnTo>
                  <a:lnTo>
                    <a:pt x="110109" y="741521"/>
                  </a:lnTo>
                  <a:lnTo>
                    <a:pt x="108871" y="743331"/>
                  </a:lnTo>
                  <a:lnTo>
                    <a:pt x="110681" y="744093"/>
                  </a:lnTo>
                  <a:lnTo>
                    <a:pt x="115538" y="744188"/>
                  </a:lnTo>
                  <a:lnTo>
                    <a:pt x="117634" y="744665"/>
                  </a:lnTo>
                  <a:lnTo>
                    <a:pt x="119063" y="745903"/>
                  </a:lnTo>
                  <a:lnTo>
                    <a:pt x="120396" y="747522"/>
                  </a:lnTo>
                  <a:lnTo>
                    <a:pt x="123635" y="750094"/>
                  </a:lnTo>
                  <a:lnTo>
                    <a:pt x="124968" y="750189"/>
                  </a:lnTo>
                  <a:lnTo>
                    <a:pt x="126302" y="749903"/>
                  </a:lnTo>
                  <a:lnTo>
                    <a:pt x="127826" y="749903"/>
                  </a:lnTo>
                  <a:lnTo>
                    <a:pt x="128969" y="750475"/>
                  </a:lnTo>
                  <a:lnTo>
                    <a:pt x="131159" y="752666"/>
                  </a:lnTo>
                  <a:lnTo>
                    <a:pt x="135065" y="755714"/>
                  </a:lnTo>
                  <a:lnTo>
                    <a:pt x="145256" y="761619"/>
                  </a:lnTo>
                  <a:lnTo>
                    <a:pt x="145256" y="761619"/>
                  </a:lnTo>
                  <a:lnTo>
                    <a:pt x="145256" y="761143"/>
                  </a:lnTo>
                  <a:lnTo>
                    <a:pt x="145161" y="760476"/>
                  </a:lnTo>
                  <a:lnTo>
                    <a:pt x="145066" y="759047"/>
                  </a:lnTo>
                  <a:lnTo>
                    <a:pt x="144685" y="757619"/>
                  </a:lnTo>
                  <a:lnTo>
                    <a:pt x="143828" y="756952"/>
                  </a:lnTo>
                  <a:lnTo>
                    <a:pt x="143256" y="756856"/>
                  </a:lnTo>
                  <a:lnTo>
                    <a:pt x="142685" y="756666"/>
                  </a:lnTo>
                  <a:lnTo>
                    <a:pt x="142304" y="756190"/>
                  </a:lnTo>
                  <a:lnTo>
                    <a:pt x="141542" y="755428"/>
                  </a:lnTo>
                  <a:lnTo>
                    <a:pt x="141827" y="755142"/>
                  </a:lnTo>
                  <a:lnTo>
                    <a:pt x="142399" y="755142"/>
                  </a:lnTo>
                  <a:lnTo>
                    <a:pt x="146590" y="756476"/>
                  </a:lnTo>
                  <a:lnTo>
                    <a:pt x="147352" y="757047"/>
                  </a:lnTo>
                  <a:lnTo>
                    <a:pt x="147828" y="756571"/>
                  </a:lnTo>
                  <a:lnTo>
                    <a:pt x="148019" y="756476"/>
                  </a:lnTo>
                  <a:lnTo>
                    <a:pt x="146114" y="754380"/>
                  </a:lnTo>
                  <a:lnTo>
                    <a:pt x="145828" y="753618"/>
                  </a:lnTo>
                  <a:lnTo>
                    <a:pt x="145733" y="752475"/>
                  </a:lnTo>
                  <a:lnTo>
                    <a:pt x="145447" y="751808"/>
                  </a:lnTo>
                  <a:lnTo>
                    <a:pt x="145066" y="751237"/>
                  </a:lnTo>
                  <a:lnTo>
                    <a:pt x="144494" y="750761"/>
                  </a:lnTo>
                  <a:lnTo>
                    <a:pt x="145923" y="750856"/>
                  </a:lnTo>
                  <a:lnTo>
                    <a:pt x="146780" y="751237"/>
                  </a:lnTo>
                  <a:lnTo>
                    <a:pt x="147352" y="751999"/>
                  </a:lnTo>
                  <a:lnTo>
                    <a:pt x="148114" y="753237"/>
                  </a:lnTo>
                  <a:lnTo>
                    <a:pt x="148876" y="754285"/>
                  </a:lnTo>
                  <a:lnTo>
                    <a:pt x="149924" y="755333"/>
                  </a:lnTo>
                  <a:lnTo>
                    <a:pt x="152114" y="756952"/>
                  </a:lnTo>
                  <a:lnTo>
                    <a:pt x="152305" y="756190"/>
                  </a:lnTo>
                  <a:lnTo>
                    <a:pt x="152400" y="755333"/>
                  </a:lnTo>
                  <a:lnTo>
                    <a:pt x="152305" y="754571"/>
                  </a:lnTo>
                  <a:lnTo>
                    <a:pt x="152114" y="753904"/>
                  </a:lnTo>
                  <a:lnTo>
                    <a:pt x="150114" y="751808"/>
                  </a:lnTo>
                  <a:lnTo>
                    <a:pt x="148781" y="751142"/>
                  </a:lnTo>
                  <a:lnTo>
                    <a:pt x="148495" y="749618"/>
                  </a:lnTo>
                  <a:lnTo>
                    <a:pt x="148304" y="747998"/>
                  </a:lnTo>
                  <a:lnTo>
                    <a:pt x="147447" y="747141"/>
                  </a:lnTo>
                  <a:lnTo>
                    <a:pt x="147447" y="746665"/>
                  </a:lnTo>
                  <a:lnTo>
                    <a:pt x="148495" y="746760"/>
                  </a:lnTo>
                  <a:lnTo>
                    <a:pt x="149066" y="747617"/>
                  </a:lnTo>
                  <a:lnTo>
                    <a:pt x="149543" y="748760"/>
                  </a:lnTo>
                  <a:lnTo>
                    <a:pt x="150305" y="749713"/>
                  </a:lnTo>
                  <a:lnTo>
                    <a:pt x="150495" y="749618"/>
                  </a:lnTo>
                  <a:lnTo>
                    <a:pt x="152400" y="749713"/>
                  </a:lnTo>
                  <a:lnTo>
                    <a:pt x="153448" y="750189"/>
                  </a:lnTo>
                  <a:lnTo>
                    <a:pt x="152591" y="747808"/>
                  </a:lnTo>
                  <a:lnTo>
                    <a:pt x="149162" y="743807"/>
                  </a:lnTo>
                  <a:lnTo>
                    <a:pt x="148781" y="741902"/>
                  </a:lnTo>
                  <a:lnTo>
                    <a:pt x="149733" y="743426"/>
                  </a:lnTo>
                  <a:lnTo>
                    <a:pt x="151352" y="744569"/>
                  </a:lnTo>
                  <a:lnTo>
                    <a:pt x="153257" y="745331"/>
                  </a:lnTo>
                  <a:lnTo>
                    <a:pt x="154972" y="745617"/>
                  </a:lnTo>
                  <a:lnTo>
                    <a:pt x="154972" y="745331"/>
                  </a:lnTo>
                  <a:lnTo>
                    <a:pt x="155067" y="744760"/>
                  </a:lnTo>
                  <a:lnTo>
                    <a:pt x="155353" y="744379"/>
                  </a:lnTo>
                  <a:lnTo>
                    <a:pt x="155829" y="744760"/>
                  </a:lnTo>
                  <a:lnTo>
                    <a:pt x="156877" y="745808"/>
                  </a:lnTo>
                  <a:lnTo>
                    <a:pt x="157067" y="746093"/>
                  </a:lnTo>
                  <a:lnTo>
                    <a:pt x="157067" y="746570"/>
                  </a:lnTo>
                  <a:lnTo>
                    <a:pt x="156877" y="747236"/>
                  </a:lnTo>
                  <a:lnTo>
                    <a:pt x="156877" y="747808"/>
                  </a:lnTo>
                  <a:lnTo>
                    <a:pt x="157353" y="748094"/>
                  </a:lnTo>
                  <a:lnTo>
                    <a:pt x="157925" y="748189"/>
                  </a:lnTo>
                  <a:lnTo>
                    <a:pt x="158877" y="748570"/>
                  </a:lnTo>
                  <a:lnTo>
                    <a:pt x="159448" y="748665"/>
                  </a:lnTo>
                  <a:lnTo>
                    <a:pt x="159068" y="747903"/>
                  </a:lnTo>
                  <a:lnTo>
                    <a:pt x="158496" y="745903"/>
                  </a:lnTo>
                  <a:lnTo>
                    <a:pt x="157734" y="744950"/>
                  </a:lnTo>
                  <a:lnTo>
                    <a:pt x="157544" y="743712"/>
                  </a:lnTo>
                  <a:lnTo>
                    <a:pt x="157544" y="741331"/>
                  </a:lnTo>
                  <a:lnTo>
                    <a:pt x="157544" y="742950"/>
                  </a:lnTo>
                  <a:lnTo>
                    <a:pt x="158115" y="743903"/>
                  </a:lnTo>
                  <a:lnTo>
                    <a:pt x="159068" y="744474"/>
                  </a:lnTo>
                  <a:lnTo>
                    <a:pt x="162211" y="745903"/>
                  </a:lnTo>
                  <a:lnTo>
                    <a:pt x="162878" y="746855"/>
                  </a:lnTo>
                  <a:lnTo>
                    <a:pt x="163354" y="748570"/>
                  </a:lnTo>
                  <a:lnTo>
                    <a:pt x="163925" y="747808"/>
                  </a:lnTo>
                  <a:lnTo>
                    <a:pt x="164306" y="746855"/>
                  </a:lnTo>
                  <a:lnTo>
                    <a:pt x="164878" y="746379"/>
                  </a:lnTo>
                  <a:lnTo>
                    <a:pt x="165830" y="746951"/>
                  </a:lnTo>
                  <a:lnTo>
                    <a:pt x="165354" y="743617"/>
                  </a:lnTo>
                  <a:lnTo>
                    <a:pt x="165545" y="742188"/>
                  </a:lnTo>
                  <a:lnTo>
                    <a:pt x="166307" y="742569"/>
                  </a:lnTo>
                  <a:lnTo>
                    <a:pt x="169735" y="747046"/>
                  </a:lnTo>
                  <a:lnTo>
                    <a:pt x="169831" y="746474"/>
                  </a:lnTo>
                  <a:lnTo>
                    <a:pt x="169640" y="744569"/>
                  </a:lnTo>
                  <a:lnTo>
                    <a:pt x="169735" y="743998"/>
                  </a:lnTo>
                  <a:lnTo>
                    <a:pt x="170307" y="743903"/>
                  </a:lnTo>
                  <a:lnTo>
                    <a:pt x="170974" y="744379"/>
                  </a:lnTo>
                  <a:lnTo>
                    <a:pt x="172022" y="745808"/>
                  </a:lnTo>
                  <a:lnTo>
                    <a:pt x="172593" y="746189"/>
                  </a:lnTo>
                  <a:lnTo>
                    <a:pt x="172784" y="745427"/>
                  </a:lnTo>
                  <a:lnTo>
                    <a:pt x="172784" y="743807"/>
                  </a:lnTo>
                  <a:lnTo>
                    <a:pt x="173355" y="743522"/>
                  </a:lnTo>
                  <a:lnTo>
                    <a:pt x="173831" y="743903"/>
                  </a:lnTo>
                  <a:lnTo>
                    <a:pt x="174498" y="745046"/>
                  </a:lnTo>
                  <a:lnTo>
                    <a:pt x="175832" y="745617"/>
                  </a:lnTo>
                  <a:lnTo>
                    <a:pt x="176117" y="744665"/>
                  </a:lnTo>
                  <a:lnTo>
                    <a:pt x="176213" y="743236"/>
                  </a:lnTo>
                  <a:lnTo>
                    <a:pt x="176975" y="742569"/>
                  </a:lnTo>
                  <a:lnTo>
                    <a:pt x="178498" y="742950"/>
                  </a:lnTo>
                  <a:lnTo>
                    <a:pt x="179260" y="742950"/>
                  </a:lnTo>
                  <a:lnTo>
                    <a:pt x="179832" y="741807"/>
                  </a:lnTo>
                  <a:lnTo>
                    <a:pt x="181737" y="741045"/>
                  </a:lnTo>
                  <a:lnTo>
                    <a:pt x="182213" y="740569"/>
                  </a:lnTo>
                  <a:lnTo>
                    <a:pt x="183071" y="739331"/>
                  </a:lnTo>
                  <a:lnTo>
                    <a:pt x="183547" y="738950"/>
                  </a:lnTo>
                  <a:lnTo>
                    <a:pt x="184309" y="738759"/>
                  </a:lnTo>
                  <a:lnTo>
                    <a:pt x="186309" y="738950"/>
                  </a:lnTo>
                  <a:lnTo>
                    <a:pt x="187357" y="738473"/>
                  </a:lnTo>
                  <a:lnTo>
                    <a:pt x="188214" y="737330"/>
                  </a:lnTo>
                  <a:lnTo>
                    <a:pt x="189738" y="734758"/>
                  </a:lnTo>
                  <a:lnTo>
                    <a:pt x="194405" y="729806"/>
                  </a:lnTo>
                  <a:lnTo>
                    <a:pt x="196025" y="728758"/>
                  </a:lnTo>
                  <a:lnTo>
                    <a:pt x="196691" y="728567"/>
                  </a:lnTo>
                  <a:lnTo>
                    <a:pt x="197263" y="728948"/>
                  </a:lnTo>
                  <a:lnTo>
                    <a:pt x="197072" y="729806"/>
                  </a:lnTo>
                  <a:lnTo>
                    <a:pt x="196691" y="730758"/>
                  </a:lnTo>
                  <a:lnTo>
                    <a:pt x="196691" y="731520"/>
                  </a:lnTo>
                  <a:lnTo>
                    <a:pt x="197644" y="731711"/>
                  </a:lnTo>
                  <a:lnTo>
                    <a:pt x="198692" y="729996"/>
                  </a:lnTo>
                  <a:lnTo>
                    <a:pt x="200978" y="725710"/>
                  </a:lnTo>
                  <a:lnTo>
                    <a:pt x="201168" y="725424"/>
                  </a:lnTo>
                  <a:lnTo>
                    <a:pt x="201549" y="725043"/>
                  </a:lnTo>
                  <a:lnTo>
                    <a:pt x="202025" y="724853"/>
                  </a:lnTo>
                  <a:lnTo>
                    <a:pt x="202978" y="724757"/>
                  </a:lnTo>
                  <a:lnTo>
                    <a:pt x="203359" y="724567"/>
                  </a:lnTo>
                  <a:lnTo>
                    <a:pt x="203740" y="723805"/>
                  </a:lnTo>
                  <a:lnTo>
                    <a:pt x="204026" y="722852"/>
                  </a:lnTo>
                  <a:lnTo>
                    <a:pt x="204407" y="721995"/>
                  </a:lnTo>
                  <a:lnTo>
                    <a:pt x="205073" y="721424"/>
                  </a:lnTo>
                  <a:lnTo>
                    <a:pt x="204978" y="724091"/>
                  </a:lnTo>
                  <a:lnTo>
                    <a:pt x="204692" y="725043"/>
                  </a:lnTo>
                  <a:lnTo>
                    <a:pt x="205550" y="724186"/>
                  </a:lnTo>
                  <a:lnTo>
                    <a:pt x="207264" y="719233"/>
                  </a:lnTo>
                  <a:lnTo>
                    <a:pt x="207740" y="718471"/>
                  </a:lnTo>
                  <a:lnTo>
                    <a:pt x="208026" y="718185"/>
                  </a:lnTo>
                  <a:lnTo>
                    <a:pt x="208312" y="718185"/>
                  </a:lnTo>
                  <a:lnTo>
                    <a:pt x="208788" y="718280"/>
                  </a:lnTo>
                  <a:lnTo>
                    <a:pt x="209360" y="718566"/>
                  </a:lnTo>
                  <a:lnTo>
                    <a:pt x="211074" y="720090"/>
                  </a:lnTo>
                  <a:lnTo>
                    <a:pt x="211455" y="720566"/>
                  </a:lnTo>
                  <a:lnTo>
                    <a:pt x="211931" y="720757"/>
                  </a:lnTo>
                  <a:lnTo>
                    <a:pt x="212503" y="720090"/>
                  </a:lnTo>
                  <a:lnTo>
                    <a:pt x="212884" y="719900"/>
                  </a:lnTo>
                  <a:lnTo>
                    <a:pt x="214694" y="719328"/>
                  </a:lnTo>
                  <a:lnTo>
                    <a:pt x="215932" y="719614"/>
                  </a:lnTo>
                  <a:lnTo>
                    <a:pt x="216027" y="720471"/>
                  </a:lnTo>
                  <a:lnTo>
                    <a:pt x="215456" y="721614"/>
                  </a:lnTo>
                  <a:lnTo>
                    <a:pt x="214503" y="722948"/>
                  </a:lnTo>
                  <a:lnTo>
                    <a:pt x="215456" y="723329"/>
                  </a:lnTo>
                  <a:lnTo>
                    <a:pt x="216218" y="722662"/>
                  </a:lnTo>
                  <a:lnTo>
                    <a:pt x="216884" y="721519"/>
                  </a:lnTo>
                  <a:lnTo>
                    <a:pt x="217360" y="720281"/>
                  </a:lnTo>
                  <a:lnTo>
                    <a:pt x="217551" y="716661"/>
                  </a:lnTo>
                  <a:lnTo>
                    <a:pt x="217837" y="715137"/>
                  </a:lnTo>
                  <a:lnTo>
                    <a:pt x="218599" y="715232"/>
                  </a:lnTo>
                  <a:lnTo>
                    <a:pt x="219647" y="715708"/>
                  </a:lnTo>
                  <a:lnTo>
                    <a:pt x="221075" y="715328"/>
                  </a:lnTo>
                  <a:lnTo>
                    <a:pt x="222409" y="714566"/>
                  </a:lnTo>
                  <a:lnTo>
                    <a:pt x="224314" y="712565"/>
                  </a:lnTo>
                  <a:lnTo>
                    <a:pt x="224981" y="712184"/>
                  </a:lnTo>
                  <a:lnTo>
                    <a:pt x="225266" y="712661"/>
                  </a:lnTo>
                  <a:lnTo>
                    <a:pt x="224981" y="713613"/>
                  </a:lnTo>
                  <a:lnTo>
                    <a:pt x="223933" y="715137"/>
                  </a:lnTo>
                  <a:lnTo>
                    <a:pt x="223742" y="715994"/>
                  </a:lnTo>
                  <a:lnTo>
                    <a:pt x="224314" y="717328"/>
                  </a:lnTo>
                  <a:lnTo>
                    <a:pt x="225266" y="716566"/>
                  </a:lnTo>
                  <a:lnTo>
                    <a:pt x="229457" y="709327"/>
                  </a:lnTo>
                  <a:lnTo>
                    <a:pt x="229743" y="708660"/>
                  </a:lnTo>
                  <a:lnTo>
                    <a:pt x="229553" y="708374"/>
                  </a:lnTo>
                  <a:lnTo>
                    <a:pt x="229648" y="707803"/>
                  </a:lnTo>
                  <a:lnTo>
                    <a:pt x="229934" y="707231"/>
                  </a:lnTo>
                  <a:lnTo>
                    <a:pt x="230505" y="706946"/>
                  </a:lnTo>
                  <a:lnTo>
                    <a:pt x="231077" y="707231"/>
                  </a:lnTo>
                  <a:lnTo>
                    <a:pt x="232220" y="708374"/>
                  </a:lnTo>
                  <a:lnTo>
                    <a:pt x="232982" y="708660"/>
                  </a:lnTo>
                  <a:lnTo>
                    <a:pt x="233934" y="708184"/>
                  </a:lnTo>
                  <a:lnTo>
                    <a:pt x="235458" y="706088"/>
                  </a:lnTo>
                  <a:lnTo>
                    <a:pt x="236410" y="705517"/>
                  </a:lnTo>
                  <a:lnTo>
                    <a:pt x="243364" y="703898"/>
                  </a:lnTo>
                  <a:lnTo>
                    <a:pt x="245459" y="702850"/>
                  </a:lnTo>
                  <a:lnTo>
                    <a:pt x="247841" y="701135"/>
                  </a:lnTo>
                  <a:lnTo>
                    <a:pt x="249174" y="700850"/>
                  </a:lnTo>
                  <a:lnTo>
                    <a:pt x="251365" y="702278"/>
                  </a:lnTo>
                  <a:lnTo>
                    <a:pt x="258128" y="703802"/>
                  </a:lnTo>
                  <a:lnTo>
                    <a:pt x="261080" y="704945"/>
                  </a:lnTo>
                  <a:lnTo>
                    <a:pt x="264509" y="705517"/>
                  </a:lnTo>
                  <a:lnTo>
                    <a:pt x="265843" y="706183"/>
                  </a:lnTo>
                  <a:lnTo>
                    <a:pt x="266795" y="707136"/>
                  </a:lnTo>
                  <a:lnTo>
                    <a:pt x="268129" y="709803"/>
                  </a:lnTo>
                  <a:lnTo>
                    <a:pt x="269177" y="711137"/>
                  </a:lnTo>
                  <a:lnTo>
                    <a:pt x="270129" y="711041"/>
                  </a:lnTo>
                  <a:lnTo>
                    <a:pt x="270701" y="709613"/>
                  </a:lnTo>
                  <a:lnTo>
                    <a:pt x="270986" y="707898"/>
                  </a:lnTo>
                  <a:lnTo>
                    <a:pt x="271463" y="706374"/>
                  </a:lnTo>
                  <a:lnTo>
                    <a:pt x="272510" y="705517"/>
                  </a:lnTo>
                  <a:lnTo>
                    <a:pt x="273844" y="705707"/>
                  </a:lnTo>
                  <a:lnTo>
                    <a:pt x="274606" y="706850"/>
                  </a:lnTo>
                  <a:lnTo>
                    <a:pt x="274701" y="708470"/>
                  </a:lnTo>
                  <a:lnTo>
                    <a:pt x="273653" y="711708"/>
                  </a:lnTo>
                  <a:lnTo>
                    <a:pt x="274415" y="713137"/>
                  </a:lnTo>
                  <a:lnTo>
                    <a:pt x="276416" y="714756"/>
                  </a:lnTo>
                  <a:lnTo>
                    <a:pt x="277273" y="715804"/>
                  </a:lnTo>
                  <a:lnTo>
                    <a:pt x="278321" y="716661"/>
                  </a:lnTo>
                  <a:lnTo>
                    <a:pt x="279464" y="717137"/>
                  </a:lnTo>
                  <a:lnTo>
                    <a:pt x="280607" y="717137"/>
                  </a:lnTo>
                  <a:lnTo>
                    <a:pt x="282893" y="715708"/>
                  </a:lnTo>
                  <a:lnTo>
                    <a:pt x="284226" y="715137"/>
                  </a:lnTo>
                  <a:lnTo>
                    <a:pt x="285369" y="715518"/>
                  </a:lnTo>
                  <a:lnTo>
                    <a:pt x="284798" y="715994"/>
                  </a:lnTo>
                  <a:lnTo>
                    <a:pt x="283178" y="718185"/>
                  </a:lnTo>
                  <a:lnTo>
                    <a:pt x="284417" y="718852"/>
                  </a:lnTo>
                  <a:lnTo>
                    <a:pt x="286131" y="719328"/>
                  </a:lnTo>
                  <a:lnTo>
                    <a:pt x="287846" y="719423"/>
                  </a:lnTo>
                  <a:lnTo>
                    <a:pt x="288893" y="718947"/>
                  </a:lnTo>
                  <a:lnTo>
                    <a:pt x="289941" y="716090"/>
                  </a:lnTo>
                  <a:lnTo>
                    <a:pt x="290894" y="714756"/>
                  </a:lnTo>
                  <a:lnTo>
                    <a:pt x="291941" y="715042"/>
                  </a:lnTo>
                  <a:lnTo>
                    <a:pt x="292132" y="715899"/>
                  </a:lnTo>
                  <a:lnTo>
                    <a:pt x="291751" y="716566"/>
                  </a:lnTo>
                  <a:lnTo>
                    <a:pt x="291179" y="717137"/>
                  </a:lnTo>
                  <a:lnTo>
                    <a:pt x="290894" y="717614"/>
                  </a:lnTo>
                  <a:lnTo>
                    <a:pt x="290989" y="718566"/>
                  </a:lnTo>
                  <a:lnTo>
                    <a:pt x="291370" y="718947"/>
                  </a:lnTo>
                  <a:lnTo>
                    <a:pt x="291941" y="719328"/>
                  </a:lnTo>
                  <a:lnTo>
                    <a:pt x="293656" y="721138"/>
                  </a:lnTo>
                  <a:lnTo>
                    <a:pt x="294323" y="721709"/>
                  </a:lnTo>
                  <a:lnTo>
                    <a:pt x="294608" y="721614"/>
                  </a:lnTo>
                  <a:lnTo>
                    <a:pt x="294418" y="722662"/>
                  </a:lnTo>
                  <a:lnTo>
                    <a:pt x="294608" y="723233"/>
                  </a:lnTo>
                  <a:lnTo>
                    <a:pt x="294989" y="723519"/>
                  </a:lnTo>
                  <a:lnTo>
                    <a:pt x="295466" y="723900"/>
                  </a:lnTo>
                  <a:lnTo>
                    <a:pt x="296799" y="724567"/>
                  </a:lnTo>
                  <a:lnTo>
                    <a:pt x="303467" y="725043"/>
                  </a:lnTo>
                  <a:lnTo>
                    <a:pt x="303752" y="724757"/>
                  </a:lnTo>
                  <a:lnTo>
                    <a:pt x="303657" y="723900"/>
                  </a:lnTo>
                  <a:lnTo>
                    <a:pt x="303371" y="723043"/>
                  </a:lnTo>
                  <a:lnTo>
                    <a:pt x="302990" y="722281"/>
                  </a:lnTo>
                  <a:lnTo>
                    <a:pt x="302705" y="721805"/>
                  </a:lnTo>
                  <a:lnTo>
                    <a:pt x="302228" y="721519"/>
                  </a:lnTo>
                  <a:lnTo>
                    <a:pt x="300800" y="720947"/>
                  </a:lnTo>
                  <a:lnTo>
                    <a:pt x="300419" y="720662"/>
                  </a:lnTo>
                  <a:lnTo>
                    <a:pt x="300323" y="719614"/>
                  </a:lnTo>
                  <a:lnTo>
                    <a:pt x="300704" y="718947"/>
                  </a:lnTo>
                  <a:lnTo>
                    <a:pt x="301371" y="718852"/>
                  </a:lnTo>
                  <a:lnTo>
                    <a:pt x="303086" y="720090"/>
                  </a:lnTo>
                  <a:lnTo>
                    <a:pt x="304514" y="719995"/>
                  </a:lnTo>
                  <a:lnTo>
                    <a:pt x="309563" y="718185"/>
                  </a:lnTo>
                  <a:lnTo>
                    <a:pt x="310420" y="717423"/>
                  </a:lnTo>
                  <a:lnTo>
                    <a:pt x="312801" y="714280"/>
                  </a:lnTo>
                  <a:lnTo>
                    <a:pt x="312992" y="713518"/>
                  </a:lnTo>
                  <a:lnTo>
                    <a:pt x="312992" y="711613"/>
                  </a:lnTo>
                  <a:lnTo>
                    <a:pt x="313182" y="710756"/>
                  </a:lnTo>
                  <a:lnTo>
                    <a:pt x="313658" y="710089"/>
                  </a:lnTo>
                  <a:lnTo>
                    <a:pt x="314706" y="709898"/>
                  </a:lnTo>
                  <a:lnTo>
                    <a:pt x="318040" y="710470"/>
                  </a:lnTo>
                  <a:lnTo>
                    <a:pt x="318992" y="710851"/>
                  </a:lnTo>
                  <a:lnTo>
                    <a:pt x="320802" y="712851"/>
                  </a:lnTo>
                  <a:lnTo>
                    <a:pt x="321754" y="713423"/>
                  </a:lnTo>
                  <a:lnTo>
                    <a:pt x="323088" y="713804"/>
                  </a:lnTo>
                  <a:lnTo>
                    <a:pt x="328994" y="713804"/>
                  </a:lnTo>
                  <a:lnTo>
                    <a:pt x="332042" y="714470"/>
                  </a:lnTo>
                  <a:lnTo>
                    <a:pt x="336899" y="713518"/>
                  </a:lnTo>
                  <a:lnTo>
                    <a:pt x="339280" y="713423"/>
                  </a:lnTo>
                  <a:lnTo>
                    <a:pt x="340138" y="714089"/>
                  </a:lnTo>
                  <a:lnTo>
                    <a:pt x="342138" y="717233"/>
                  </a:lnTo>
                  <a:lnTo>
                    <a:pt x="343091" y="718185"/>
                  </a:lnTo>
                  <a:lnTo>
                    <a:pt x="343948" y="718185"/>
                  </a:lnTo>
                  <a:lnTo>
                    <a:pt x="346234" y="717899"/>
                  </a:lnTo>
                  <a:lnTo>
                    <a:pt x="346710" y="718376"/>
                  </a:lnTo>
                  <a:lnTo>
                    <a:pt x="346901" y="719328"/>
                  </a:lnTo>
                  <a:lnTo>
                    <a:pt x="347853" y="721328"/>
                  </a:lnTo>
                  <a:lnTo>
                    <a:pt x="348805" y="726758"/>
                  </a:lnTo>
                  <a:lnTo>
                    <a:pt x="348710" y="729234"/>
                  </a:lnTo>
                  <a:lnTo>
                    <a:pt x="349091" y="730282"/>
                  </a:lnTo>
                  <a:lnTo>
                    <a:pt x="350139" y="730758"/>
                  </a:lnTo>
                  <a:lnTo>
                    <a:pt x="351758" y="730949"/>
                  </a:lnTo>
                  <a:lnTo>
                    <a:pt x="353378" y="731806"/>
                  </a:lnTo>
                  <a:lnTo>
                    <a:pt x="354425" y="733520"/>
                  </a:lnTo>
                  <a:lnTo>
                    <a:pt x="354235" y="736568"/>
                  </a:lnTo>
                  <a:lnTo>
                    <a:pt x="354044" y="737521"/>
                  </a:lnTo>
                  <a:lnTo>
                    <a:pt x="353759" y="737806"/>
                  </a:lnTo>
                  <a:lnTo>
                    <a:pt x="353187" y="738188"/>
                  </a:lnTo>
                  <a:lnTo>
                    <a:pt x="352711" y="738188"/>
                  </a:lnTo>
                  <a:lnTo>
                    <a:pt x="351473" y="737997"/>
                  </a:lnTo>
                  <a:lnTo>
                    <a:pt x="350996" y="738188"/>
                  </a:lnTo>
                  <a:lnTo>
                    <a:pt x="350520" y="739140"/>
                  </a:lnTo>
                  <a:lnTo>
                    <a:pt x="350139" y="740378"/>
                  </a:lnTo>
                  <a:lnTo>
                    <a:pt x="349758" y="740759"/>
                  </a:lnTo>
                  <a:lnTo>
                    <a:pt x="349282" y="739235"/>
                  </a:lnTo>
                  <a:lnTo>
                    <a:pt x="348901" y="740474"/>
                  </a:lnTo>
                  <a:lnTo>
                    <a:pt x="348710" y="743236"/>
                  </a:lnTo>
                  <a:lnTo>
                    <a:pt x="348329" y="744379"/>
                  </a:lnTo>
                  <a:lnTo>
                    <a:pt x="347472" y="745046"/>
                  </a:lnTo>
                  <a:lnTo>
                    <a:pt x="346520" y="744950"/>
                  </a:lnTo>
                  <a:lnTo>
                    <a:pt x="345853" y="744188"/>
                  </a:lnTo>
                  <a:lnTo>
                    <a:pt x="345758" y="742760"/>
                  </a:lnTo>
                  <a:lnTo>
                    <a:pt x="344138" y="745998"/>
                  </a:lnTo>
                  <a:lnTo>
                    <a:pt x="343472" y="748094"/>
                  </a:lnTo>
                  <a:lnTo>
                    <a:pt x="343567" y="749618"/>
                  </a:lnTo>
                  <a:lnTo>
                    <a:pt x="344615" y="750094"/>
                  </a:lnTo>
                  <a:lnTo>
                    <a:pt x="345853" y="749237"/>
                  </a:lnTo>
                  <a:lnTo>
                    <a:pt x="346996" y="747998"/>
                  </a:lnTo>
                  <a:lnTo>
                    <a:pt x="347948" y="747522"/>
                  </a:lnTo>
                  <a:lnTo>
                    <a:pt x="347567" y="748951"/>
                  </a:lnTo>
                  <a:lnTo>
                    <a:pt x="347567" y="750380"/>
                  </a:lnTo>
                  <a:lnTo>
                    <a:pt x="348044" y="751523"/>
                  </a:lnTo>
                  <a:lnTo>
                    <a:pt x="348996" y="752189"/>
                  </a:lnTo>
                  <a:lnTo>
                    <a:pt x="348996" y="752761"/>
                  </a:lnTo>
                  <a:lnTo>
                    <a:pt x="348044" y="752285"/>
                  </a:lnTo>
                  <a:lnTo>
                    <a:pt x="346424" y="750856"/>
                  </a:lnTo>
                  <a:lnTo>
                    <a:pt x="345377" y="750665"/>
                  </a:lnTo>
                  <a:lnTo>
                    <a:pt x="348044" y="753428"/>
                  </a:lnTo>
                  <a:lnTo>
                    <a:pt x="350425" y="756571"/>
                  </a:lnTo>
                  <a:lnTo>
                    <a:pt x="351949" y="760571"/>
                  </a:lnTo>
                  <a:lnTo>
                    <a:pt x="351949" y="765810"/>
                  </a:lnTo>
                  <a:lnTo>
                    <a:pt x="350425" y="772573"/>
                  </a:lnTo>
                  <a:lnTo>
                    <a:pt x="349949" y="777812"/>
                  </a:lnTo>
                  <a:lnTo>
                    <a:pt x="349663" y="779050"/>
                  </a:lnTo>
                  <a:lnTo>
                    <a:pt x="349187" y="780098"/>
                  </a:lnTo>
                  <a:lnTo>
                    <a:pt x="347948" y="781812"/>
                  </a:lnTo>
                  <a:lnTo>
                    <a:pt x="347663" y="782765"/>
                  </a:lnTo>
                  <a:lnTo>
                    <a:pt x="347948" y="783908"/>
                  </a:lnTo>
                  <a:lnTo>
                    <a:pt x="347948" y="783431"/>
                  </a:lnTo>
                  <a:lnTo>
                    <a:pt x="348234" y="784765"/>
                  </a:lnTo>
                  <a:lnTo>
                    <a:pt x="347948" y="785908"/>
                  </a:lnTo>
                  <a:lnTo>
                    <a:pt x="346805" y="788003"/>
                  </a:lnTo>
                  <a:lnTo>
                    <a:pt x="346424" y="788861"/>
                  </a:lnTo>
                  <a:lnTo>
                    <a:pt x="345948" y="790575"/>
                  </a:lnTo>
                  <a:lnTo>
                    <a:pt x="345662" y="791242"/>
                  </a:lnTo>
                  <a:lnTo>
                    <a:pt x="345186" y="791908"/>
                  </a:lnTo>
                  <a:lnTo>
                    <a:pt x="343662" y="793528"/>
                  </a:lnTo>
                  <a:lnTo>
                    <a:pt x="342805" y="795052"/>
                  </a:lnTo>
                  <a:lnTo>
                    <a:pt x="341757" y="797909"/>
                  </a:lnTo>
                  <a:lnTo>
                    <a:pt x="341090" y="799243"/>
                  </a:lnTo>
                  <a:lnTo>
                    <a:pt x="339280" y="801815"/>
                  </a:lnTo>
                  <a:lnTo>
                    <a:pt x="338804" y="802196"/>
                  </a:lnTo>
                  <a:lnTo>
                    <a:pt x="337471" y="802672"/>
                  </a:lnTo>
                  <a:lnTo>
                    <a:pt x="336899" y="803053"/>
                  </a:lnTo>
                  <a:lnTo>
                    <a:pt x="336042" y="804101"/>
                  </a:lnTo>
                  <a:lnTo>
                    <a:pt x="334042" y="807720"/>
                  </a:lnTo>
                  <a:lnTo>
                    <a:pt x="333185" y="810482"/>
                  </a:lnTo>
                  <a:lnTo>
                    <a:pt x="332613" y="811816"/>
                  </a:lnTo>
                  <a:lnTo>
                    <a:pt x="331756" y="812387"/>
                  </a:lnTo>
                  <a:lnTo>
                    <a:pt x="330803" y="812673"/>
                  </a:lnTo>
                  <a:lnTo>
                    <a:pt x="330232" y="813530"/>
                  </a:lnTo>
                  <a:lnTo>
                    <a:pt x="329946" y="814864"/>
                  </a:lnTo>
                  <a:lnTo>
                    <a:pt x="329851" y="816674"/>
                  </a:lnTo>
                  <a:lnTo>
                    <a:pt x="329946" y="817340"/>
                  </a:lnTo>
                  <a:lnTo>
                    <a:pt x="330137" y="817912"/>
                  </a:lnTo>
                  <a:lnTo>
                    <a:pt x="330137" y="818483"/>
                  </a:lnTo>
                  <a:lnTo>
                    <a:pt x="329755" y="819245"/>
                  </a:lnTo>
                  <a:lnTo>
                    <a:pt x="329660" y="819912"/>
                  </a:lnTo>
                  <a:lnTo>
                    <a:pt x="329946" y="820483"/>
                  </a:lnTo>
                  <a:lnTo>
                    <a:pt x="330232" y="821150"/>
                  </a:lnTo>
                  <a:lnTo>
                    <a:pt x="329946" y="822103"/>
                  </a:lnTo>
                  <a:lnTo>
                    <a:pt x="330803" y="822770"/>
                  </a:lnTo>
                  <a:lnTo>
                    <a:pt x="333375" y="823913"/>
                  </a:lnTo>
                  <a:lnTo>
                    <a:pt x="335280" y="824198"/>
                  </a:lnTo>
                  <a:lnTo>
                    <a:pt x="335756" y="824389"/>
                  </a:lnTo>
                  <a:lnTo>
                    <a:pt x="336137" y="824770"/>
                  </a:lnTo>
                  <a:lnTo>
                    <a:pt x="337090" y="826103"/>
                  </a:lnTo>
                  <a:lnTo>
                    <a:pt x="337566" y="826389"/>
                  </a:lnTo>
                  <a:lnTo>
                    <a:pt x="338900" y="826675"/>
                  </a:lnTo>
                  <a:lnTo>
                    <a:pt x="345567" y="830008"/>
                  </a:lnTo>
                  <a:lnTo>
                    <a:pt x="347948" y="830771"/>
                  </a:lnTo>
                  <a:lnTo>
                    <a:pt x="349568" y="830961"/>
                  </a:lnTo>
                  <a:lnTo>
                    <a:pt x="350044" y="831247"/>
                  </a:lnTo>
                  <a:lnTo>
                    <a:pt x="350425" y="831628"/>
                  </a:lnTo>
                  <a:lnTo>
                    <a:pt x="350711" y="832104"/>
                  </a:lnTo>
                  <a:lnTo>
                    <a:pt x="351187" y="832485"/>
                  </a:lnTo>
                  <a:lnTo>
                    <a:pt x="356711" y="833533"/>
                  </a:lnTo>
                  <a:lnTo>
                    <a:pt x="357664" y="834200"/>
                  </a:lnTo>
                  <a:lnTo>
                    <a:pt x="357759" y="834962"/>
                  </a:lnTo>
                  <a:lnTo>
                    <a:pt x="357473" y="835533"/>
                  </a:lnTo>
                  <a:lnTo>
                    <a:pt x="356997" y="836009"/>
                  </a:lnTo>
                  <a:lnTo>
                    <a:pt x="356616" y="836200"/>
                  </a:lnTo>
                  <a:lnTo>
                    <a:pt x="356521" y="836105"/>
                  </a:lnTo>
                  <a:lnTo>
                    <a:pt x="354902" y="836009"/>
                  </a:lnTo>
                  <a:lnTo>
                    <a:pt x="354616" y="836200"/>
                  </a:lnTo>
                  <a:lnTo>
                    <a:pt x="354044" y="836962"/>
                  </a:lnTo>
                  <a:lnTo>
                    <a:pt x="353759" y="837152"/>
                  </a:lnTo>
                  <a:lnTo>
                    <a:pt x="352520" y="837438"/>
                  </a:lnTo>
                  <a:lnTo>
                    <a:pt x="350329" y="838772"/>
                  </a:lnTo>
                  <a:lnTo>
                    <a:pt x="349187" y="839153"/>
                  </a:lnTo>
                  <a:lnTo>
                    <a:pt x="347853" y="838962"/>
                  </a:lnTo>
                  <a:lnTo>
                    <a:pt x="344996" y="837819"/>
                  </a:lnTo>
                  <a:lnTo>
                    <a:pt x="343567" y="837533"/>
                  </a:lnTo>
                  <a:lnTo>
                    <a:pt x="338709" y="838105"/>
                  </a:lnTo>
                  <a:lnTo>
                    <a:pt x="337376" y="837724"/>
                  </a:lnTo>
                  <a:lnTo>
                    <a:pt x="334709" y="836390"/>
                  </a:lnTo>
                  <a:lnTo>
                    <a:pt x="329470" y="835533"/>
                  </a:lnTo>
                  <a:lnTo>
                    <a:pt x="320612" y="831533"/>
                  </a:lnTo>
                  <a:lnTo>
                    <a:pt x="318135" y="830961"/>
                  </a:lnTo>
                  <a:lnTo>
                    <a:pt x="314230" y="831533"/>
                  </a:lnTo>
                  <a:lnTo>
                    <a:pt x="311944" y="830866"/>
                  </a:lnTo>
                  <a:lnTo>
                    <a:pt x="295656" y="832961"/>
                  </a:lnTo>
                  <a:lnTo>
                    <a:pt x="294513" y="832771"/>
                  </a:lnTo>
                  <a:lnTo>
                    <a:pt x="292418" y="832104"/>
                  </a:lnTo>
                  <a:lnTo>
                    <a:pt x="291179" y="831914"/>
                  </a:lnTo>
                  <a:lnTo>
                    <a:pt x="290227" y="832199"/>
                  </a:lnTo>
                  <a:lnTo>
                    <a:pt x="288512" y="833628"/>
                  </a:lnTo>
                  <a:lnTo>
                    <a:pt x="287560" y="833914"/>
                  </a:lnTo>
                  <a:lnTo>
                    <a:pt x="286607" y="833628"/>
                  </a:lnTo>
                  <a:lnTo>
                    <a:pt x="285179" y="832199"/>
                  </a:lnTo>
                  <a:lnTo>
                    <a:pt x="284321" y="831914"/>
                  </a:lnTo>
                  <a:lnTo>
                    <a:pt x="279749" y="831152"/>
                  </a:lnTo>
                  <a:lnTo>
                    <a:pt x="279559" y="830104"/>
                  </a:lnTo>
                  <a:lnTo>
                    <a:pt x="279178" y="828961"/>
                  </a:lnTo>
                  <a:lnTo>
                    <a:pt x="278606" y="827913"/>
                  </a:lnTo>
                  <a:lnTo>
                    <a:pt x="277940" y="827151"/>
                  </a:lnTo>
                  <a:lnTo>
                    <a:pt x="276987" y="827913"/>
                  </a:lnTo>
                  <a:lnTo>
                    <a:pt x="276320" y="829247"/>
                  </a:lnTo>
                  <a:lnTo>
                    <a:pt x="275749" y="830675"/>
                  </a:lnTo>
                  <a:lnTo>
                    <a:pt x="274987" y="832009"/>
                  </a:lnTo>
                  <a:lnTo>
                    <a:pt x="274511" y="832295"/>
                  </a:lnTo>
                  <a:lnTo>
                    <a:pt x="273368" y="832199"/>
                  </a:lnTo>
                  <a:lnTo>
                    <a:pt x="272891" y="832485"/>
                  </a:lnTo>
                  <a:lnTo>
                    <a:pt x="271272" y="834295"/>
                  </a:lnTo>
                  <a:lnTo>
                    <a:pt x="269462" y="835533"/>
                  </a:lnTo>
                  <a:lnTo>
                    <a:pt x="266891" y="836295"/>
                  </a:lnTo>
                  <a:lnTo>
                    <a:pt x="264224" y="836295"/>
                  </a:lnTo>
                  <a:lnTo>
                    <a:pt x="262223" y="835343"/>
                  </a:lnTo>
                  <a:lnTo>
                    <a:pt x="260795" y="832866"/>
                  </a:lnTo>
                  <a:lnTo>
                    <a:pt x="260033" y="832199"/>
                  </a:lnTo>
                  <a:lnTo>
                    <a:pt x="259747" y="833628"/>
                  </a:lnTo>
                  <a:lnTo>
                    <a:pt x="259556" y="835343"/>
                  </a:lnTo>
                  <a:lnTo>
                    <a:pt x="259080" y="836581"/>
                  </a:lnTo>
                  <a:lnTo>
                    <a:pt x="254413" y="842201"/>
                  </a:lnTo>
                  <a:lnTo>
                    <a:pt x="253937" y="843439"/>
                  </a:lnTo>
                  <a:lnTo>
                    <a:pt x="253651" y="844582"/>
                  </a:lnTo>
                  <a:lnTo>
                    <a:pt x="252032" y="847058"/>
                  </a:lnTo>
                  <a:lnTo>
                    <a:pt x="251365" y="848297"/>
                  </a:lnTo>
                  <a:lnTo>
                    <a:pt x="250984" y="849344"/>
                  </a:lnTo>
                  <a:lnTo>
                    <a:pt x="251174" y="849725"/>
                  </a:lnTo>
                  <a:lnTo>
                    <a:pt x="251651" y="850868"/>
                  </a:lnTo>
                  <a:lnTo>
                    <a:pt x="251746" y="851345"/>
                  </a:lnTo>
                  <a:lnTo>
                    <a:pt x="251555" y="852106"/>
                  </a:lnTo>
                  <a:lnTo>
                    <a:pt x="251174" y="852964"/>
                  </a:lnTo>
                  <a:lnTo>
                    <a:pt x="250984" y="853821"/>
                  </a:lnTo>
                  <a:lnTo>
                    <a:pt x="251174" y="854583"/>
                  </a:lnTo>
                  <a:lnTo>
                    <a:pt x="251841" y="855631"/>
                  </a:lnTo>
                  <a:lnTo>
                    <a:pt x="252603" y="857060"/>
                  </a:lnTo>
                  <a:lnTo>
                    <a:pt x="252984" y="858488"/>
                  </a:lnTo>
                  <a:lnTo>
                    <a:pt x="252508" y="859441"/>
                  </a:lnTo>
                  <a:lnTo>
                    <a:pt x="251365" y="859346"/>
                  </a:lnTo>
                  <a:lnTo>
                    <a:pt x="250317" y="858298"/>
                  </a:lnTo>
                  <a:lnTo>
                    <a:pt x="249365" y="857060"/>
                  </a:lnTo>
                  <a:lnTo>
                    <a:pt x="248507" y="856488"/>
                  </a:lnTo>
                  <a:lnTo>
                    <a:pt x="247364" y="856774"/>
                  </a:lnTo>
                  <a:lnTo>
                    <a:pt x="246126" y="857441"/>
                  </a:lnTo>
                  <a:lnTo>
                    <a:pt x="243840" y="859060"/>
                  </a:lnTo>
                  <a:lnTo>
                    <a:pt x="243364" y="859536"/>
                  </a:lnTo>
                  <a:lnTo>
                    <a:pt x="242792" y="860584"/>
                  </a:lnTo>
                  <a:lnTo>
                    <a:pt x="242411" y="861060"/>
                  </a:lnTo>
                  <a:lnTo>
                    <a:pt x="241649" y="861631"/>
                  </a:lnTo>
                  <a:lnTo>
                    <a:pt x="241078" y="861727"/>
                  </a:lnTo>
                  <a:lnTo>
                    <a:pt x="239744" y="861536"/>
                  </a:lnTo>
                  <a:lnTo>
                    <a:pt x="238697" y="861727"/>
                  </a:lnTo>
                  <a:lnTo>
                    <a:pt x="237268" y="862203"/>
                  </a:lnTo>
                  <a:lnTo>
                    <a:pt x="236030" y="862965"/>
                  </a:lnTo>
                  <a:lnTo>
                    <a:pt x="235553" y="864108"/>
                  </a:lnTo>
                  <a:lnTo>
                    <a:pt x="235839" y="864965"/>
                  </a:lnTo>
                  <a:lnTo>
                    <a:pt x="236410" y="865156"/>
                  </a:lnTo>
                  <a:lnTo>
                    <a:pt x="237173" y="865251"/>
                  </a:lnTo>
                  <a:lnTo>
                    <a:pt x="237744" y="865632"/>
                  </a:lnTo>
                  <a:lnTo>
                    <a:pt x="237935" y="866108"/>
                  </a:lnTo>
                  <a:lnTo>
                    <a:pt x="237935" y="866775"/>
                  </a:lnTo>
                  <a:lnTo>
                    <a:pt x="237744" y="867347"/>
                  </a:lnTo>
                  <a:lnTo>
                    <a:pt x="237268" y="867632"/>
                  </a:lnTo>
                  <a:lnTo>
                    <a:pt x="236506" y="868299"/>
                  </a:lnTo>
                  <a:lnTo>
                    <a:pt x="236220" y="869823"/>
                  </a:lnTo>
                  <a:lnTo>
                    <a:pt x="236315" y="871538"/>
                  </a:lnTo>
                  <a:lnTo>
                    <a:pt x="236792" y="872776"/>
                  </a:lnTo>
                  <a:lnTo>
                    <a:pt x="240125" y="874967"/>
                  </a:lnTo>
                  <a:lnTo>
                    <a:pt x="240697" y="875538"/>
                  </a:lnTo>
                  <a:lnTo>
                    <a:pt x="240887" y="876014"/>
                  </a:lnTo>
                  <a:lnTo>
                    <a:pt x="241459" y="876300"/>
                  </a:lnTo>
                  <a:lnTo>
                    <a:pt x="243364" y="876586"/>
                  </a:lnTo>
                  <a:lnTo>
                    <a:pt x="243745" y="876967"/>
                  </a:lnTo>
                  <a:lnTo>
                    <a:pt x="244126" y="877443"/>
                  </a:lnTo>
                  <a:lnTo>
                    <a:pt x="244697" y="878015"/>
                  </a:lnTo>
                  <a:lnTo>
                    <a:pt x="248888" y="880777"/>
                  </a:lnTo>
                  <a:lnTo>
                    <a:pt x="250603" y="882396"/>
                  </a:lnTo>
                  <a:lnTo>
                    <a:pt x="251841" y="884587"/>
                  </a:lnTo>
                  <a:lnTo>
                    <a:pt x="253651" y="890111"/>
                  </a:lnTo>
                  <a:lnTo>
                    <a:pt x="255080" y="891445"/>
                  </a:lnTo>
                  <a:lnTo>
                    <a:pt x="257651" y="891159"/>
                  </a:lnTo>
                  <a:lnTo>
                    <a:pt x="260128" y="890302"/>
                  </a:lnTo>
                  <a:lnTo>
                    <a:pt x="261366" y="890492"/>
                  </a:lnTo>
                  <a:lnTo>
                    <a:pt x="263462" y="892493"/>
                  </a:lnTo>
                  <a:lnTo>
                    <a:pt x="266605" y="894207"/>
                  </a:lnTo>
                  <a:lnTo>
                    <a:pt x="267367" y="894874"/>
                  </a:lnTo>
                  <a:lnTo>
                    <a:pt x="268129" y="895826"/>
                  </a:lnTo>
                  <a:lnTo>
                    <a:pt x="268415" y="896874"/>
                  </a:lnTo>
                  <a:lnTo>
                    <a:pt x="267653" y="897827"/>
                  </a:lnTo>
                  <a:lnTo>
                    <a:pt x="266510" y="898017"/>
                  </a:lnTo>
                  <a:lnTo>
                    <a:pt x="262985" y="896398"/>
                  </a:lnTo>
                  <a:lnTo>
                    <a:pt x="259366" y="897160"/>
                  </a:lnTo>
                  <a:lnTo>
                    <a:pt x="257842" y="896683"/>
                  </a:lnTo>
                  <a:lnTo>
                    <a:pt x="258223" y="894302"/>
                  </a:lnTo>
                  <a:lnTo>
                    <a:pt x="257461" y="894302"/>
                  </a:lnTo>
                  <a:lnTo>
                    <a:pt x="256032" y="894779"/>
                  </a:lnTo>
                  <a:lnTo>
                    <a:pt x="255270" y="894874"/>
                  </a:lnTo>
                  <a:lnTo>
                    <a:pt x="254032" y="894779"/>
                  </a:lnTo>
                  <a:lnTo>
                    <a:pt x="253651" y="894874"/>
                  </a:lnTo>
                  <a:lnTo>
                    <a:pt x="253270" y="895160"/>
                  </a:lnTo>
                  <a:lnTo>
                    <a:pt x="252984" y="895064"/>
                  </a:lnTo>
                  <a:lnTo>
                    <a:pt x="252889" y="895350"/>
                  </a:lnTo>
                  <a:lnTo>
                    <a:pt x="252794" y="895541"/>
                  </a:lnTo>
                  <a:lnTo>
                    <a:pt x="249936" y="898398"/>
                  </a:lnTo>
                  <a:lnTo>
                    <a:pt x="248793" y="899065"/>
                  </a:lnTo>
                  <a:lnTo>
                    <a:pt x="247174" y="899446"/>
                  </a:lnTo>
                  <a:lnTo>
                    <a:pt x="245650" y="899541"/>
                  </a:lnTo>
                  <a:lnTo>
                    <a:pt x="244126" y="899255"/>
                  </a:lnTo>
                  <a:lnTo>
                    <a:pt x="239840" y="897255"/>
                  </a:lnTo>
                  <a:lnTo>
                    <a:pt x="238506" y="896303"/>
                  </a:lnTo>
                  <a:lnTo>
                    <a:pt x="237649" y="895064"/>
                  </a:lnTo>
                  <a:lnTo>
                    <a:pt x="238125" y="894969"/>
                  </a:lnTo>
                  <a:lnTo>
                    <a:pt x="238506" y="894683"/>
                  </a:lnTo>
                  <a:lnTo>
                    <a:pt x="238697" y="894112"/>
                  </a:lnTo>
                  <a:lnTo>
                    <a:pt x="238316" y="893540"/>
                  </a:lnTo>
                  <a:lnTo>
                    <a:pt x="237744" y="893350"/>
                  </a:lnTo>
                  <a:lnTo>
                    <a:pt x="236506" y="893540"/>
                  </a:lnTo>
                  <a:lnTo>
                    <a:pt x="236030" y="893255"/>
                  </a:lnTo>
                  <a:lnTo>
                    <a:pt x="234410" y="891254"/>
                  </a:lnTo>
                  <a:lnTo>
                    <a:pt x="232505" y="889540"/>
                  </a:lnTo>
                  <a:lnTo>
                    <a:pt x="231362" y="888968"/>
                  </a:lnTo>
                  <a:lnTo>
                    <a:pt x="230029" y="888683"/>
                  </a:lnTo>
                  <a:lnTo>
                    <a:pt x="227267" y="888587"/>
                  </a:lnTo>
                  <a:lnTo>
                    <a:pt x="226695" y="888683"/>
                  </a:lnTo>
                  <a:lnTo>
                    <a:pt x="226409" y="889064"/>
                  </a:lnTo>
                  <a:lnTo>
                    <a:pt x="226219" y="889635"/>
                  </a:lnTo>
                  <a:lnTo>
                    <a:pt x="225838" y="890397"/>
                  </a:lnTo>
                  <a:lnTo>
                    <a:pt x="225266" y="890778"/>
                  </a:lnTo>
                  <a:lnTo>
                    <a:pt x="224695" y="890492"/>
                  </a:lnTo>
                  <a:lnTo>
                    <a:pt x="223933" y="889635"/>
                  </a:lnTo>
                  <a:lnTo>
                    <a:pt x="219266" y="889635"/>
                  </a:lnTo>
                  <a:lnTo>
                    <a:pt x="218504" y="889445"/>
                  </a:lnTo>
                  <a:lnTo>
                    <a:pt x="217932" y="888302"/>
                  </a:lnTo>
                  <a:lnTo>
                    <a:pt x="216598" y="888302"/>
                  </a:lnTo>
                  <a:lnTo>
                    <a:pt x="214122" y="889254"/>
                  </a:lnTo>
                  <a:lnTo>
                    <a:pt x="211646" y="889349"/>
                  </a:lnTo>
                  <a:lnTo>
                    <a:pt x="203359" y="887730"/>
                  </a:lnTo>
                  <a:lnTo>
                    <a:pt x="202787" y="887349"/>
                  </a:lnTo>
                  <a:lnTo>
                    <a:pt x="202311" y="886873"/>
                  </a:lnTo>
                  <a:lnTo>
                    <a:pt x="201835" y="886682"/>
                  </a:lnTo>
                  <a:lnTo>
                    <a:pt x="201168" y="887158"/>
                  </a:lnTo>
                  <a:lnTo>
                    <a:pt x="200978" y="887921"/>
                  </a:lnTo>
                  <a:lnTo>
                    <a:pt x="200978" y="888968"/>
                  </a:lnTo>
                  <a:lnTo>
                    <a:pt x="200882" y="889826"/>
                  </a:lnTo>
                  <a:lnTo>
                    <a:pt x="200311" y="890206"/>
                  </a:lnTo>
                  <a:lnTo>
                    <a:pt x="200120" y="891350"/>
                  </a:lnTo>
                  <a:lnTo>
                    <a:pt x="199549" y="893445"/>
                  </a:lnTo>
                  <a:lnTo>
                    <a:pt x="198787" y="894112"/>
                  </a:lnTo>
                  <a:lnTo>
                    <a:pt x="197930" y="892016"/>
                  </a:lnTo>
                  <a:lnTo>
                    <a:pt x="197263" y="893445"/>
                  </a:lnTo>
                  <a:lnTo>
                    <a:pt x="197168" y="895826"/>
                  </a:lnTo>
                  <a:lnTo>
                    <a:pt x="197453" y="898208"/>
                  </a:lnTo>
                  <a:lnTo>
                    <a:pt x="198025" y="899541"/>
                  </a:lnTo>
                  <a:lnTo>
                    <a:pt x="197644" y="900113"/>
                  </a:lnTo>
                  <a:lnTo>
                    <a:pt x="198025" y="901541"/>
                  </a:lnTo>
                  <a:lnTo>
                    <a:pt x="198025" y="903161"/>
                  </a:lnTo>
                  <a:lnTo>
                    <a:pt x="197644" y="906494"/>
                  </a:lnTo>
                  <a:lnTo>
                    <a:pt x="198025" y="908114"/>
                  </a:lnTo>
                  <a:lnTo>
                    <a:pt x="198977" y="909447"/>
                  </a:lnTo>
                  <a:lnTo>
                    <a:pt x="200120" y="910495"/>
                  </a:lnTo>
                  <a:lnTo>
                    <a:pt x="201263" y="911257"/>
                  </a:lnTo>
                  <a:lnTo>
                    <a:pt x="203645" y="912400"/>
                  </a:lnTo>
                  <a:lnTo>
                    <a:pt x="222218" y="915829"/>
                  </a:lnTo>
                  <a:lnTo>
                    <a:pt x="226695" y="917924"/>
                  </a:lnTo>
                  <a:lnTo>
                    <a:pt x="228791" y="919448"/>
                  </a:lnTo>
                  <a:lnTo>
                    <a:pt x="230124" y="921353"/>
                  </a:lnTo>
                  <a:lnTo>
                    <a:pt x="230410" y="922496"/>
                  </a:lnTo>
                  <a:lnTo>
                    <a:pt x="230600" y="924020"/>
                  </a:lnTo>
                  <a:lnTo>
                    <a:pt x="230791" y="930116"/>
                  </a:lnTo>
                  <a:lnTo>
                    <a:pt x="230600" y="931069"/>
                  </a:lnTo>
                  <a:lnTo>
                    <a:pt x="230410" y="931736"/>
                  </a:lnTo>
                  <a:lnTo>
                    <a:pt x="230315" y="932212"/>
                  </a:lnTo>
                  <a:lnTo>
                    <a:pt x="230696" y="933164"/>
                  </a:lnTo>
                  <a:lnTo>
                    <a:pt x="231077" y="933545"/>
                  </a:lnTo>
                  <a:lnTo>
                    <a:pt x="232220" y="933926"/>
                  </a:lnTo>
                  <a:lnTo>
                    <a:pt x="232791" y="934212"/>
                  </a:lnTo>
                  <a:lnTo>
                    <a:pt x="233267" y="934879"/>
                  </a:lnTo>
                  <a:lnTo>
                    <a:pt x="233934" y="936308"/>
                  </a:lnTo>
                  <a:lnTo>
                    <a:pt x="234696" y="937546"/>
                  </a:lnTo>
                  <a:lnTo>
                    <a:pt x="235077" y="938879"/>
                  </a:lnTo>
                  <a:lnTo>
                    <a:pt x="235458" y="939546"/>
                  </a:lnTo>
                  <a:lnTo>
                    <a:pt x="237077" y="940975"/>
                  </a:lnTo>
                  <a:lnTo>
                    <a:pt x="237649" y="941737"/>
                  </a:lnTo>
                  <a:lnTo>
                    <a:pt x="237744" y="942404"/>
                  </a:lnTo>
                  <a:lnTo>
                    <a:pt x="237649" y="944023"/>
                  </a:lnTo>
                  <a:lnTo>
                    <a:pt x="237649" y="944785"/>
                  </a:lnTo>
                  <a:lnTo>
                    <a:pt x="237839" y="945166"/>
                  </a:lnTo>
                  <a:lnTo>
                    <a:pt x="238220" y="945737"/>
                  </a:lnTo>
                  <a:lnTo>
                    <a:pt x="238601" y="946404"/>
                  </a:lnTo>
                  <a:lnTo>
                    <a:pt x="238792" y="947071"/>
                  </a:lnTo>
                  <a:lnTo>
                    <a:pt x="238982" y="948309"/>
                  </a:lnTo>
                  <a:lnTo>
                    <a:pt x="239459" y="949547"/>
                  </a:lnTo>
                  <a:lnTo>
                    <a:pt x="244316" y="959739"/>
                  </a:lnTo>
                  <a:lnTo>
                    <a:pt x="245745" y="961739"/>
                  </a:lnTo>
                  <a:lnTo>
                    <a:pt x="246507" y="962406"/>
                  </a:lnTo>
                  <a:lnTo>
                    <a:pt x="246888" y="962597"/>
                  </a:lnTo>
                  <a:lnTo>
                    <a:pt x="247555" y="962787"/>
                  </a:lnTo>
                  <a:lnTo>
                    <a:pt x="248126" y="962692"/>
                  </a:lnTo>
                  <a:lnTo>
                    <a:pt x="248698" y="962406"/>
                  </a:lnTo>
                  <a:lnTo>
                    <a:pt x="249174" y="962501"/>
                  </a:lnTo>
                  <a:lnTo>
                    <a:pt x="249365" y="963549"/>
                  </a:lnTo>
                  <a:lnTo>
                    <a:pt x="249746" y="964787"/>
                  </a:lnTo>
                  <a:lnTo>
                    <a:pt x="251841" y="966311"/>
                  </a:lnTo>
                  <a:lnTo>
                    <a:pt x="252603" y="967264"/>
                  </a:lnTo>
                  <a:lnTo>
                    <a:pt x="252698" y="967931"/>
                  </a:lnTo>
                  <a:lnTo>
                    <a:pt x="252794" y="969550"/>
                  </a:lnTo>
                  <a:lnTo>
                    <a:pt x="252889" y="970217"/>
                  </a:lnTo>
                  <a:lnTo>
                    <a:pt x="253175" y="970883"/>
                  </a:lnTo>
                  <a:lnTo>
                    <a:pt x="254794" y="974217"/>
                  </a:lnTo>
                  <a:lnTo>
                    <a:pt x="255080" y="975646"/>
                  </a:lnTo>
                  <a:lnTo>
                    <a:pt x="254698" y="985171"/>
                  </a:lnTo>
                  <a:lnTo>
                    <a:pt x="254127" y="988219"/>
                  </a:lnTo>
                  <a:lnTo>
                    <a:pt x="252222" y="994124"/>
                  </a:lnTo>
                  <a:lnTo>
                    <a:pt x="252032" y="995744"/>
                  </a:lnTo>
                  <a:lnTo>
                    <a:pt x="252698" y="996506"/>
                  </a:lnTo>
                  <a:lnTo>
                    <a:pt x="257556" y="996506"/>
                  </a:lnTo>
                  <a:lnTo>
                    <a:pt x="262414" y="995458"/>
                  </a:lnTo>
                  <a:lnTo>
                    <a:pt x="263081" y="995648"/>
                  </a:lnTo>
                  <a:lnTo>
                    <a:pt x="264319" y="996315"/>
                  </a:lnTo>
                  <a:lnTo>
                    <a:pt x="264986" y="996506"/>
                  </a:lnTo>
                  <a:lnTo>
                    <a:pt x="265557" y="996315"/>
                  </a:lnTo>
                  <a:lnTo>
                    <a:pt x="265938" y="995934"/>
                  </a:lnTo>
                  <a:lnTo>
                    <a:pt x="266319" y="995458"/>
                  </a:lnTo>
                  <a:lnTo>
                    <a:pt x="266700" y="995077"/>
                  </a:lnTo>
                  <a:lnTo>
                    <a:pt x="267938" y="994791"/>
                  </a:lnTo>
                  <a:lnTo>
                    <a:pt x="270510" y="994981"/>
                  </a:lnTo>
                  <a:lnTo>
                    <a:pt x="272510" y="993934"/>
                  </a:lnTo>
                  <a:lnTo>
                    <a:pt x="273368" y="994791"/>
                  </a:lnTo>
                  <a:lnTo>
                    <a:pt x="273939" y="996220"/>
                  </a:lnTo>
                  <a:lnTo>
                    <a:pt x="274130" y="997553"/>
                  </a:lnTo>
                  <a:lnTo>
                    <a:pt x="273939" y="998411"/>
                  </a:lnTo>
                  <a:lnTo>
                    <a:pt x="273653" y="998982"/>
                  </a:lnTo>
                  <a:lnTo>
                    <a:pt x="273463" y="999554"/>
                  </a:lnTo>
                  <a:lnTo>
                    <a:pt x="273749" y="1000506"/>
                  </a:lnTo>
                  <a:lnTo>
                    <a:pt x="274225" y="1000792"/>
                  </a:lnTo>
                  <a:lnTo>
                    <a:pt x="274987" y="1000887"/>
                  </a:lnTo>
                  <a:lnTo>
                    <a:pt x="275654" y="1001173"/>
                  </a:lnTo>
                  <a:lnTo>
                    <a:pt x="276320" y="1002602"/>
                  </a:lnTo>
                  <a:lnTo>
                    <a:pt x="278797" y="1005459"/>
                  </a:lnTo>
                  <a:lnTo>
                    <a:pt x="279368" y="1006888"/>
                  </a:lnTo>
                  <a:lnTo>
                    <a:pt x="279940" y="1009555"/>
                  </a:lnTo>
                  <a:lnTo>
                    <a:pt x="280416" y="1010698"/>
                  </a:lnTo>
                  <a:lnTo>
                    <a:pt x="281178" y="1011936"/>
                  </a:lnTo>
                  <a:lnTo>
                    <a:pt x="282321" y="1014222"/>
                  </a:lnTo>
                  <a:lnTo>
                    <a:pt x="283083" y="1015365"/>
                  </a:lnTo>
                  <a:lnTo>
                    <a:pt x="286131" y="1019080"/>
                  </a:lnTo>
                  <a:lnTo>
                    <a:pt x="287179" y="1019651"/>
                  </a:lnTo>
                  <a:lnTo>
                    <a:pt x="288322" y="1019270"/>
                  </a:lnTo>
                  <a:lnTo>
                    <a:pt x="290227" y="1017937"/>
                  </a:lnTo>
                  <a:lnTo>
                    <a:pt x="293751" y="1016603"/>
                  </a:lnTo>
                  <a:lnTo>
                    <a:pt x="298323" y="1015841"/>
                  </a:lnTo>
                  <a:lnTo>
                    <a:pt x="299561" y="1015937"/>
                  </a:lnTo>
                  <a:lnTo>
                    <a:pt x="301562" y="1017461"/>
                  </a:lnTo>
                  <a:lnTo>
                    <a:pt x="305086" y="1022318"/>
                  </a:lnTo>
                  <a:lnTo>
                    <a:pt x="306515" y="1022890"/>
                  </a:lnTo>
                  <a:lnTo>
                    <a:pt x="306800" y="1022509"/>
                  </a:lnTo>
                  <a:lnTo>
                    <a:pt x="307372" y="1021271"/>
                  </a:lnTo>
                  <a:lnTo>
                    <a:pt x="307658" y="1020890"/>
                  </a:lnTo>
                  <a:lnTo>
                    <a:pt x="308324" y="1020413"/>
                  </a:lnTo>
                  <a:lnTo>
                    <a:pt x="308991" y="1020128"/>
                  </a:lnTo>
                  <a:lnTo>
                    <a:pt x="309658" y="1019937"/>
                  </a:lnTo>
                  <a:lnTo>
                    <a:pt x="310420" y="1019842"/>
                  </a:lnTo>
                  <a:lnTo>
                    <a:pt x="315659" y="1020318"/>
                  </a:lnTo>
                  <a:lnTo>
                    <a:pt x="321088" y="1022318"/>
                  </a:lnTo>
                  <a:lnTo>
                    <a:pt x="323755" y="1024033"/>
                  </a:lnTo>
                  <a:lnTo>
                    <a:pt x="323945" y="1025843"/>
                  </a:lnTo>
                  <a:lnTo>
                    <a:pt x="326422" y="1026033"/>
                  </a:lnTo>
                  <a:lnTo>
                    <a:pt x="328327" y="1027176"/>
                  </a:lnTo>
                  <a:lnTo>
                    <a:pt x="329565" y="1029272"/>
                  </a:lnTo>
                  <a:lnTo>
                    <a:pt x="330041" y="1032415"/>
                  </a:lnTo>
                  <a:lnTo>
                    <a:pt x="329851" y="1033844"/>
                  </a:lnTo>
                  <a:lnTo>
                    <a:pt x="329375" y="1035558"/>
                  </a:lnTo>
                  <a:lnTo>
                    <a:pt x="328803" y="1036987"/>
                  </a:lnTo>
                  <a:lnTo>
                    <a:pt x="328232" y="1037558"/>
                  </a:lnTo>
                  <a:lnTo>
                    <a:pt x="327755" y="1036987"/>
                  </a:lnTo>
                  <a:lnTo>
                    <a:pt x="327184" y="1035749"/>
                  </a:lnTo>
                  <a:lnTo>
                    <a:pt x="326422" y="1033177"/>
                  </a:lnTo>
                  <a:lnTo>
                    <a:pt x="326136" y="1033177"/>
                  </a:lnTo>
                  <a:lnTo>
                    <a:pt x="326041" y="1032796"/>
                  </a:lnTo>
                  <a:lnTo>
                    <a:pt x="325946" y="1032224"/>
                  </a:lnTo>
                  <a:lnTo>
                    <a:pt x="325660" y="1031748"/>
                  </a:lnTo>
                  <a:lnTo>
                    <a:pt x="323850" y="1030510"/>
                  </a:lnTo>
                  <a:lnTo>
                    <a:pt x="323374" y="1030319"/>
                  </a:lnTo>
                  <a:lnTo>
                    <a:pt x="322421" y="1029653"/>
                  </a:lnTo>
                  <a:lnTo>
                    <a:pt x="321850" y="1028224"/>
                  </a:lnTo>
                  <a:lnTo>
                    <a:pt x="321469" y="1026700"/>
                  </a:lnTo>
                  <a:lnTo>
                    <a:pt x="321088" y="1025938"/>
                  </a:lnTo>
                  <a:lnTo>
                    <a:pt x="320516" y="1026509"/>
                  </a:lnTo>
                  <a:lnTo>
                    <a:pt x="320516" y="1028033"/>
                  </a:lnTo>
                  <a:lnTo>
                    <a:pt x="321088" y="1029653"/>
                  </a:lnTo>
                  <a:lnTo>
                    <a:pt x="323374" y="1031081"/>
                  </a:lnTo>
                  <a:lnTo>
                    <a:pt x="324422" y="1032701"/>
                  </a:lnTo>
                  <a:lnTo>
                    <a:pt x="325755" y="1035749"/>
                  </a:lnTo>
                  <a:lnTo>
                    <a:pt x="326422" y="1038511"/>
                  </a:lnTo>
                  <a:lnTo>
                    <a:pt x="326422" y="1041083"/>
                  </a:lnTo>
                  <a:lnTo>
                    <a:pt x="325850" y="1043654"/>
                  </a:lnTo>
                  <a:lnTo>
                    <a:pt x="324993" y="1046512"/>
                  </a:lnTo>
                  <a:lnTo>
                    <a:pt x="324898" y="1047083"/>
                  </a:lnTo>
                  <a:lnTo>
                    <a:pt x="324803" y="1048322"/>
                  </a:lnTo>
                  <a:lnTo>
                    <a:pt x="324612" y="1048893"/>
                  </a:lnTo>
                  <a:lnTo>
                    <a:pt x="324136" y="1049560"/>
                  </a:lnTo>
                  <a:lnTo>
                    <a:pt x="322612" y="1051084"/>
                  </a:lnTo>
                  <a:lnTo>
                    <a:pt x="322421" y="1051655"/>
                  </a:lnTo>
                  <a:lnTo>
                    <a:pt x="322326" y="1052417"/>
                  </a:lnTo>
                  <a:lnTo>
                    <a:pt x="322421" y="1053941"/>
                  </a:lnTo>
                  <a:lnTo>
                    <a:pt x="322326" y="1054799"/>
                  </a:lnTo>
                  <a:lnTo>
                    <a:pt x="322040" y="1055465"/>
                  </a:lnTo>
                  <a:lnTo>
                    <a:pt x="321659" y="1056037"/>
                  </a:lnTo>
                  <a:lnTo>
                    <a:pt x="318802" y="1059942"/>
                  </a:lnTo>
                  <a:lnTo>
                    <a:pt x="316230" y="1064895"/>
                  </a:lnTo>
                  <a:lnTo>
                    <a:pt x="315373" y="1065467"/>
                  </a:lnTo>
                  <a:lnTo>
                    <a:pt x="314420" y="1065848"/>
                  </a:lnTo>
                  <a:lnTo>
                    <a:pt x="313658" y="1066419"/>
                  </a:lnTo>
                  <a:lnTo>
                    <a:pt x="313373" y="1067562"/>
                  </a:lnTo>
                  <a:lnTo>
                    <a:pt x="313277" y="1068896"/>
                  </a:lnTo>
                  <a:lnTo>
                    <a:pt x="312992" y="1069753"/>
                  </a:lnTo>
                  <a:lnTo>
                    <a:pt x="312515" y="1071086"/>
                  </a:lnTo>
                  <a:lnTo>
                    <a:pt x="311944" y="1072134"/>
                  </a:lnTo>
                  <a:lnTo>
                    <a:pt x="313468" y="1073944"/>
                  </a:lnTo>
                  <a:lnTo>
                    <a:pt x="313754" y="1074611"/>
                  </a:lnTo>
                  <a:lnTo>
                    <a:pt x="313754" y="1075277"/>
                  </a:lnTo>
                  <a:lnTo>
                    <a:pt x="313373" y="1077659"/>
                  </a:lnTo>
                  <a:lnTo>
                    <a:pt x="313563" y="1078611"/>
                  </a:lnTo>
                  <a:lnTo>
                    <a:pt x="313944" y="1079183"/>
                  </a:lnTo>
                  <a:lnTo>
                    <a:pt x="314516" y="1079659"/>
                  </a:lnTo>
                  <a:lnTo>
                    <a:pt x="314992" y="1080135"/>
                  </a:lnTo>
                  <a:lnTo>
                    <a:pt x="315659" y="1081278"/>
                  </a:lnTo>
                  <a:lnTo>
                    <a:pt x="316230" y="1082802"/>
                  </a:lnTo>
                  <a:lnTo>
                    <a:pt x="316611" y="1085564"/>
                  </a:lnTo>
                  <a:lnTo>
                    <a:pt x="316135" y="1088231"/>
                  </a:lnTo>
                  <a:lnTo>
                    <a:pt x="314135" y="1093375"/>
                  </a:lnTo>
                  <a:lnTo>
                    <a:pt x="313754" y="1094899"/>
                  </a:lnTo>
                  <a:lnTo>
                    <a:pt x="313849" y="1096328"/>
                  </a:lnTo>
                  <a:lnTo>
                    <a:pt x="316040" y="1094137"/>
                  </a:lnTo>
                  <a:lnTo>
                    <a:pt x="324041" y="1086136"/>
                  </a:lnTo>
                  <a:lnTo>
                    <a:pt x="331089" y="1079087"/>
                  </a:lnTo>
                  <a:lnTo>
                    <a:pt x="331089" y="1079087"/>
                  </a:lnTo>
                  <a:lnTo>
                    <a:pt x="331089" y="1079087"/>
                  </a:lnTo>
                  <a:lnTo>
                    <a:pt x="342329" y="1069658"/>
                  </a:lnTo>
                  <a:lnTo>
                    <a:pt x="350520" y="1066705"/>
                  </a:lnTo>
                  <a:lnTo>
                    <a:pt x="353473" y="1064895"/>
                  </a:lnTo>
                  <a:lnTo>
                    <a:pt x="365093" y="1060323"/>
                  </a:lnTo>
                  <a:lnTo>
                    <a:pt x="368618" y="1059561"/>
                  </a:lnTo>
                  <a:lnTo>
                    <a:pt x="377857" y="1057847"/>
                  </a:lnTo>
                  <a:lnTo>
                    <a:pt x="385953" y="1056418"/>
                  </a:lnTo>
                  <a:lnTo>
                    <a:pt x="398526" y="1054132"/>
                  </a:lnTo>
                  <a:lnTo>
                    <a:pt x="402527" y="1054703"/>
                  </a:lnTo>
                  <a:lnTo>
                    <a:pt x="406337" y="1056132"/>
                  </a:lnTo>
                  <a:lnTo>
                    <a:pt x="414528" y="1061561"/>
                  </a:lnTo>
                  <a:lnTo>
                    <a:pt x="423386" y="1067467"/>
                  </a:lnTo>
                  <a:lnTo>
                    <a:pt x="428720" y="1070991"/>
                  </a:lnTo>
                  <a:lnTo>
                    <a:pt x="435007" y="1075182"/>
                  </a:lnTo>
                  <a:lnTo>
                    <a:pt x="443865" y="1083374"/>
                  </a:lnTo>
                  <a:lnTo>
                    <a:pt x="445103" y="1084993"/>
                  </a:lnTo>
                  <a:lnTo>
                    <a:pt x="445579" y="1086422"/>
                  </a:lnTo>
                  <a:lnTo>
                    <a:pt x="445579" y="1087660"/>
                  </a:lnTo>
                  <a:lnTo>
                    <a:pt x="445389" y="1088898"/>
                  </a:lnTo>
                  <a:lnTo>
                    <a:pt x="445294" y="1090422"/>
                  </a:lnTo>
                  <a:lnTo>
                    <a:pt x="445579" y="1091851"/>
                  </a:lnTo>
                  <a:lnTo>
                    <a:pt x="446151" y="1093089"/>
                  </a:lnTo>
                  <a:lnTo>
                    <a:pt x="451676" y="1100519"/>
                  </a:lnTo>
                  <a:lnTo>
                    <a:pt x="454057" y="1103757"/>
                  </a:lnTo>
                  <a:lnTo>
                    <a:pt x="457486" y="1109853"/>
                  </a:lnTo>
                  <a:lnTo>
                    <a:pt x="460820" y="1115759"/>
                  </a:lnTo>
                  <a:lnTo>
                    <a:pt x="462439" y="1117759"/>
                  </a:lnTo>
                  <a:lnTo>
                    <a:pt x="464249" y="1119378"/>
                  </a:lnTo>
                  <a:lnTo>
                    <a:pt x="467582" y="1121664"/>
                  </a:lnTo>
                  <a:lnTo>
                    <a:pt x="468440" y="1122617"/>
                  </a:lnTo>
                  <a:lnTo>
                    <a:pt x="469106" y="1123760"/>
                  </a:lnTo>
                  <a:lnTo>
                    <a:pt x="470630" y="1127284"/>
                  </a:lnTo>
                  <a:lnTo>
                    <a:pt x="471488" y="1128522"/>
                  </a:lnTo>
                  <a:lnTo>
                    <a:pt x="472535" y="1129379"/>
                  </a:lnTo>
                  <a:lnTo>
                    <a:pt x="473964" y="1130237"/>
                  </a:lnTo>
                  <a:lnTo>
                    <a:pt x="475583" y="1130808"/>
                  </a:lnTo>
                  <a:lnTo>
                    <a:pt x="482251" y="1130427"/>
                  </a:lnTo>
                  <a:lnTo>
                    <a:pt x="485394" y="1129189"/>
                  </a:lnTo>
                  <a:lnTo>
                    <a:pt x="490252" y="1128522"/>
                  </a:lnTo>
                  <a:lnTo>
                    <a:pt x="494919" y="1126236"/>
                  </a:lnTo>
                  <a:lnTo>
                    <a:pt x="496729" y="1126046"/>
                  </a:lnTo>
                  <a:lnTo>
                    <a:pt x="500348" y="1126427"/>
                  </a:lnTo>
                  <a:lnTo>
                    <a:pt x="500348" y="1110329"/>
                  </a:lnTo>
                  <a:lnTo>
                    <a:pt x="500348" y="1094232"/>
                  </a:lnTo>
                  <a:lnTo>
                    <a:pt x="500348" y="1078040"/>
                  </a:lnTo>
                  <a:lnTo>
                    <a:pt x="500348" y="1061847"/>
                  </a:lnTo>
                  <a:lnTo>
                    <a:pt x="500348" y="1045559"/>
                  </a:lnTo>
                  <a:lnTo>
                    <a:pt x="500348" y="1029176"/>
                  </a:lnTo>
                  <a:lnTo>
                    <a:pt x="500348" y="1012793"/>
                  </a:lnTo>
                  <a:lnTo>
                    <a:pt x="500348" y="996315"/>
                  </a:lnTo>
                  <a:lnTo>
                    <a:pt x="500348" y="979742"/>
                  </a:lnTo>
                  <a:lnTo>
                    <a:pt x="500348" y="963168"/>
                  </a:lnTo>
                  <a:lnTo>
                    <a:pt x="500348" y="946499"/>
                  </a:lnTo>
                  <a:lnTo>
                    <a:pt x="500348" y="929735"/>
                  </a:lnTo>
                  <a:lnTo>
                    <a:pt x="500348" y="912971"/>
                  </a:lnTo>
                  <a:lnTo>
                    <a:pt x="500348" y="896112"/>
                  </a:lnTo>
                  <a:lnTo>
                    <a:pt x="500348" y="879158"/>
                  </a:lnTo>
                  <a:lnTo>
                    <a:pt x="500348" y="862108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0348" y="862013"/>
                  </a:lnTo>
                  <a:lnTo>
                    <a:pt x="505301" y="860393"/>
                  </a:lnTo>
                  <a:lnTo>
                    <a:pt x="510254" y="858774"/>
                  </a:lnTo>
                  <a:lnTo>
                    <a:pt x="515207" y="857155"/>
                  </a:lnTo>
                  <a:lnTo>
                    <a:pt x="520160" y="855536"/>
                  </a:lnTo>
                  <a:lnTo>
                    <a:pt x="525113" y="853916"/>
                  </a:lnTo>
                  <a:lnTo>
                    <a:pt x="530066" y="852297"/>
                  </a:lnTo>
                  <a:lnTo>
                    <a:pt x="535019" y="850678"/>
                  </a:lnTo>
                  <a:lnTo>
                    <a:pt x="538829" y="849440"/>
                  </a:lnTo>
                  <a:lnTo>
                    <a:pt x="539877" y="849058"/>
                  </a:lnTo>
                  <a:lnTo>
                    <a:pt x="544830" y="847439"/>
                  </a:lnTo>
                  <a:lnTo>
                    <a:pt x="549783" y="845820"/>
                  </a:lnTo>
                  <a:lnTo>
                    <a:pt x="554736" y="844201"/>
                  </a:lnTo>
                  <a:lnTo>
                    <a:pt x="559689" y="842581"/>
                  </a:lnTo>
                  <a:lnTo>
                    <a:pt x="564642" y="840962"/>
                  </a:lnTo>
                  <a:lnTo>
                    <a:pt x="569595" y="839343"/>
                  </a:lnTo>
                  <a:lnTo>
                    <a:pt x="574548" y="837724"/>
                  </a:lnTo>
                  <a:lnTo>
                    <a:pt x="579501" y="836105"/>
                  </a:lnTo>
                  <a:lnTo>
                    <a:pt x="586073" y="834104"/>
                  </a:lnTo>
                  <a:lnTo>
                    <a:pt x="592646" y="832104"/>
                  </a:lnTo>
                  <a:lnTo>
                    <a:pt x="599218" y="830104"/>
                  </a:lnTo>
                  <a:lnTo>
                    <a:pt x="605790" y="828104"/>
                  </a:lnTo>
                  <a:lnTo>
                    <a:pt x="608838" y="827151"/>
                  </a:lnTo>
                  <a:lnTo>
                    <a:pt x="611886" y="826294"/>
                  </a:lnTo>
                  <a:lnTo>
                    <a:pt x="614934" y="825341"/>
                  </a:lnTo>
                  <a:lnTo>
                    <a:pt x="617982" y="824389"/>
                  </a:lnTo>
                  <a:lnTo>
                    <a:pt x="621125" y="823436"/>
                  </a:lnTo>
                  <a:lnTo>
                    <a:pt x="624269" y="822484"/>
                  </a:lnTo>
                  <a:lnTo>
                    <a:pt x="627412" y="821531"/>
                  </a:lnTo>
                  <a:lnTo>
                    <a:pt x="630555" y="820579"/>
                  </a:lnTo>
                  <a:lnTo>
                    <a:pt x="634841" y="819341"/>
                  </a:lnTo>
                  <a:lnTo>
                    <a:pt x="636080" y="819436"/>
                  </a:lnTo>
                  <a:lnTo>
                    <a:pt x="637508" y="820103"/>
                  </a:lnTo>
                  <a:lnTo>
                    <a:pt x="641509" y="822865"/>
                  </a:lnTo>
                  <a:lnTo>
                    <a:pt x="642652" y="823627"/>
                  </a:lnTo>
                  <a:lnTo>
                    <a:pt x="645890" y="825818"/>
                  </a:lnTo>
                  <a:lnTo>
                    <a:pt x="651034" y="829247"/>
                  </a:lnTo>
                  <a:lnTo>
                    <a:pt x="657797" y="833819"/>
                  </a:lnTo>
                  <a:lnTo>
                    <a:pt x="662369" y="836962"/>
                  </a:lnTo>
                  <a:lnTo>
                    <a:pt x="665798" y="839248"/>
                  </a:lnTo>
                  <a:lnTo>
                    <a:pt x="674942" y="845725"/>
                  </a:lnTo>
                  <a:lnTo>
                    <a:pt x="684752" y="852297"/>
                  </a:lnTo>
                  <a:lnTo>
                    <a:pt x="695135" y="859250"/>
                  </a:lnTo>
                  <a:lnTo>
                    <a:pt x="705707" y="866299"/>
                  </a:lnTo>
                  <a:lnTo>
                    <a:pt x="716280" y="873347"/>
                  </a:lnTo>
                  <a:lnTo>
                    <a:pt x="726472" y="880205"/>
                  </a:lnTo>
                  <a:lnTo>
                    <a:pt x="736092" y="886587"/>
                  </a:lnTo>
                  <a:lnTo>
                    <a:pt x="744855" y="892397"/>
                  </a:lnTo>
                  <a:lnTo>
                    <a:pt x="752570" y="897541"/>
                  </a:lnTo>
                  <a:lnTo>
                    <a:pt x="758857" y="901732"/>
                  </a:lnTo>
                  <a:lnTo>
                    <a:pt x="763524" y="904780"/>
                  </a:lnTo>
                  <a:lnTo>
                    <a:pt x="766858" y="906971"/>
                  </a:lnTo>
                  <a:lnTo>
                    <a:pt x="768191" y="908495"/>
                  </a:lnTo>
                  <a:lnTo>
                    <a:pt x="769144" y="910400"/>
                  </a:lnTo>
                  <a:lnTo>
                    <a:pt x="769525" y="912209"/>
                  </a:lnTo>
                  <a:lnTo>
                    <a:pt x="769906" y="916019"/>
                  </a:lnTo>
                  <a:lnTo>
                    <a:pt x="770382" y="917734"/>
                  </a:lnTo>
                  <a:lnTo>
                    <a:pt x="773430" y="922687"/>
                  </a:lnTo>
                  <a:lnTo>
                    <a:pt x="779431" y="929259"/>
                  </a:lnTo>
                  <a:lnTo>
                    <a:pt x="782288" y="932402"/>
                  </a:lnTo>
                  <a:lnTo>
                    <a:pt x="785146" y="935546"/>
                  </a:lnTo>
                  <a:lnTo>
                    <a:pt x="788861" y="939832"/>
                  </a:lnTo>
                  <a:lnTo>
                    <a:pt x="791909" y="943356"/>
                  </a:lnTo>
                  <a:lnTo>
                    <a:pt x="794957" y="946880"/>
                  </a:lnTo>
                  <a:lnTo>
                    <a:pt x="798005" y="950405"/>
                  </a:lnTo>
                  <a:lnTo>
                    <a:pt x="801053" y="953929"/>
                  </a:lnTo>
                  <a:lnTo>
                    <a:pt x="804005" y="957358"/>
                  </a:lnTo>
                  <a:lnTo>
                    <a:pt x="806958" y="960787"/>
                  </a:lnTo>
                  <a:lnTo>
                    <a:pt x="809911" y="964216"/>
                  </a:lnTo>
                  <a:lnTo>
                    <a:pt x="812864" y="967645"/>
                  </a:lnTo>
                  <a:lnTo>
                    <a:pt x="816769" y="972217"/>
                  </a:lnTo>
                  <a:lnTo>
                    <a:pt x="817817" y="972693"/>
                  </a:lnTo>
                  <a:lnTo>
                    <a:pt x="818864" y="973169"/>
                  </a:lnTo>
                  <a:lnTo>
                    <a:pt x="818960" y="973169"/>
                  </a:lnTo>
                  <a:lnTo>
                    <a:pt x="823341" y="972407"/>
                  </a:lnTo>
                  <a:lnTo>
                    <a:pt x="825151" y="972026"/>
                  </a:lnTo>
                  <a:lnTo>
                    <a:pt x="827056" y="971645"/>
                  </a:lnTo>
                  <a:lnTo>
                    <a:pt x="828961" y="971264"/>
                  </a:lnTo>
                  <a:lnTo>
                    <a:pt x="830771" y="970883"/>
                  </a:lnTo>
                  <a:lnTo>
                    <a:pt x="833723" y="970312"/>
                  </a:lnTo>
                  <a:lnTo>
                    <a:pt x="836676" y="969740"/>
                  </a:lnTo>
                  <a:lnTo>
                    <a:pt x="839629" y="969169"/>
                  </a:lnTo>
                  <a:lnTo>
                    <a:pt x="842582" y="968597"/>
                  </a:lnTo>
                  <a:lnTo>
                    <a:pt x="847344" y="967835"/>
                  </a:lnTo>
                  <a:lnTo>
                    <a:pt x="852107" y="967073"/>
                  </a:lnTo>
                  <a:lnTo>
                    <a:pt x="856869" y="966311"/>
                  </a:lnTo>
                  <a:lnTo>
                    <a:pt x="861727" y="965549"/>
                  </a:lnTo>
                  <a:lnTo>
                    <a:pt x="866489" y="964787"/>
                  </a:lnTo>
                  <a:lnTo>
                    <a:pt x="871252" y="964025"/>
                  </a:lnTo>
                  <a:lnTo>
                    <a:pt x="876014" y="963263"/>
                  </a:lnTo>
                  <a:lnTo>
                    <a:pt x="880872" y="962501"/>
                  </a:lnTo>
                  <a:lnTo>
                    <a:pt x="888873" y="963263"/>
                  </a:lnTo>
                  <a:lnTo>
                    <a:pt x="896874" y="964025"/>
                  </a:lnTo>
                  <a:lnTo>
                    <a:pt x="904875" y="964787"/>
                  </a:lnTo>
                  <a:lnTo>
                    <a:pt x="912876" y="965549"/>
                  </a:lnTo>
                  <a:lnTo>
                    <a:pt x="920210" y="966216"/>
                  </a:lnTo>
                  <a:lnTo>
                    <a:pt x="927544" y="966883"/>
                  </a:lnTo>
                  <a:lnTo>
                    <a:pt x="934879" y="967550"/>
                  </a:lnTo>
                  <a:lnTo>
                    <a:pt x="942213" y="968216"/>
                  </a:lnTo>
                  <a:lnTo>
                    <a:pt x="945071" y="968502"/>
                  </a:lnTo>
                  <a:lnTo>
                    <a:pt x="946023" y="968216"/>
                  </a:lnTo>
                  <a:lnTo>
                    <a:pt x="946976" y="967931"/>
                  </a:lnTo>
                  <a:lnTo>
                    <a:pt x="952310" y="964978"/>
                  </a:lnTo>
                  <a:lnTo>
                    <a:pt x="957358" y="962216"/>
                  </a:lnTo>
                  <a:lnTo>
                    <a:pt x="962597" y="959263"/>
                  </a:lnTo>
                  <a:lnTo>
                    <a:pt x="967740" y="956405"/>
                  </a:lnTo>
                  <a:lnTo>
                    <a:pt x="968692" y="956024"/>
                  </a:lnTo>
                  <a:lnTo>
                    <a:pt x="969645" y="955643"/>
                  </a:lnTo>
                  <a:lnTo>
                    <a:pt x="970502" y="955739"/>
                  </a:lnTo>
                  <a:lnTo>
                    <a:pt x="971360" y="955834"/>
                  </a:lnTo>
                  <a:lnTo>
                    <a:pt x="972217" y="956596"/>
                  </a:lnTo>
                  <a:lnTo>
                    <a:pt x="973074" y="957358"/>
                  </a:lnTo>
                  <a:lnTo>
                    <a:pt x="978789" y="964787"/>
                  </a:lnTo>
                  <a:lnTo>
                    <a:pt x="984504" y="972122"/>
                  </a:lnTo>
                  <a:lnTo>
                    <a:pt x="987171" y="974884"/>
                  </a:lnTo>
                  <a:lnTo>
                    <a:pt x="989743" y="977646"/>
                  </a:lnTo>
                  <a:lnTo>
                    <a:pt x="995172" y="981075"/>
                  </a:lnTo>
                  <a:lnTo>
                    <a:pt x="1000601" y="984504"/>
                  </a:lnTo>
                  <a:lnTo>
                    <a:pt x="1001649" y="985456"/>
                  </a:lnTo>
                  <a:lnTo>
                    <a:pt x="1002697" y="986409"/>
                  </a:lnTo>
                  <a:lnTo>
                    <a:pt x="1007174" y="995648"/>
                  </a:lnTo>
                  <a:lnTo>
                    <a:pt x="1010031" y="1001554"/>
                  </a:lnTo>
                  <a:lnTo>
                    <a:pt x="1013936" y="1009650"/>
                  </a:lnTo>
                  <a:lnTo>
                    <a:pt x="1017270" y="1016603"/>
                  </a:lnTo>
                  <a:lnTo>
                    <a:pt x="1017746" y="1016699"/>
                  </a:lnTo>
                  <a:lnTo>
                    <a:pt x="1018223" y="1016794"/>
                  </a:lnTo>
                  <a:lnTo>
                    <a:pt x="1025842" y="1012698"/>
                  </a:lnTo>
                  <a:lnTo>
                    <a:pt x="1033463" y="1008602"/>
                  </a:lnTo>
                  <a:lnTo>
                    <a:pt x="1032319" y="1026414"/>
                  </a:lnTo>
                  <a:lnTo>
                    <a:pt x="1031177" y="1044131"/>
                  </a:lnTo>
                  <a:lnTo>
                    <a:pt x="1031081" y="1046036"/>
                  </a:lnTo>
                  <a:lnTo>
                    <a:pt x="1030986" y="1047941"/>
                  </a:lnTo>
                  <a:lnTo>
                    <a:pt x="1030700" y="1048512"/>
                  </a:lnTo>
                  <a:lnTo>
                    <a:pt x="1030415" y="1049084"/>
                  </a:lnTo>
                  <a:lnTo>
                    <a:pt x="1029748" y="1049369"/>
                  </a:lnTo>
                  <a:lnTo>
                    <a:pt x="1029176" y="1049655"/>
                  </a:lnTo>
                  <a:lnTo>
                    <a:pt x="1028986" y="1050131"/>
                  </a:lnTo>
                  <a:lnTo>
                    <a:pt x="1028795" y="1050608"/>
                  </a:lnTo>
                  <a:lnTo>
                    <a:pt x="1028795" y="1052798"/>
                  </a:lnTo>
                  <a:lnTo>
                    <a:pt x="1028605" y="1064514"/>
                  </a:lnTo>
                  <a:lnTo>
                    <a:pt x="1028414" y="1078325"/>
                  </a:lnTo>
                  <a:lnTo>
                    <a:pt x="1028510" y="1078706"/>
                  </a:lnTo>
                  <a:lnTo>
                    <a:pt x="1028605" y="1079087"/>
                  </a:lnTo>
                  <a:lnTo>
                    <a:pt x="1028795" y="1079278"/>
                  </a:lnTo>
                  <a:lnTo>
                    <a:pt x="1028986" y="1079468"/>
                  </a:lnTo>
                  <a:lnTo>
                    <a:pt x="1035367" y="1079468"/>
                  </a:lnTo>
                  <a:lnTo>
                    <a:pt x="1041178" y="1079468"/>
                  </a:lnTo>
                  <a:lnTo>
                    <a:pt x="1046893" y="1079468"/>
                  </a:lnTo>
                  <a:lnTo>
                    <a:pt x="1053275" y="1079468"/>
                  </a:lnTo>
                  <a:lnTo>
                    <a:pt x="1053465" y="1079468"/>
                  </a:lnTo>
                  <a:lnTo>
                    <a:pt x="1053656" y="1079468"/>
                  </a:lnTo>
                  <a:lnTo>
                    <a:pt x="1053846" y="1079468"/>
                  </a:lnTo>
                  <a:lnTo>
                    <a:pt x="1054037" y="1079468"/>
                  </a:lnTo>
                  <a:lnTo>
                    <a:pt x="1054227" y="1079468"/>
                  </a:lnTo>
                  <a:lnTo>
                    <a:pt x="1054418" y="1079468"/>
                  </a:lnTo>
                  <a:lnTo>
                    <a:pt x="1054513" y="1079564"/>
                  </a:lnTo>
                  <a:lnTo>
                    <a:pt x="1054608" y="1079659"/>
                  </a:lnTo>
                  <a:lnTo>
                    <a:pt x="1055561" y="1088612"/>
                  </a:lnTo>
                  <a:lnTo>
                    <a:pt x="1056513" y="1097471"/>
                  </a:lnTo>
                  <a:lnTo>
                    <a:pt x="1058228" y="1106138"/>
                  </a:lnTo>
                  <a:lnTo>
                    <a:pt x="1059942" y="1114806"/>
                  </a:lnTo>
                  <a:lnTo>
                    <a:pt x="1062228" y="1125093"/>
                  </a:lnTo>
                  <a:lnTo>
                    <a:pt x="1064514" y="1135380"/>
                  </a:lnTo>
                  <a:lnTo>
                    <a:pt x="1065657" y="1136809"/>
                  </a:lnTo>
                  <a:lnTo>
                    <a:pt x="1066800" y="1138238"/>
                  </a:lnTo>
                  <a:lnTo>
                    <a:pt x="1068134" y="1138619"/>
                  </a:lnTo>
                  <a:lnTo>
                    <a:pt x="1068991" y="1138809"/>
                  </a:lnTo>
                  <a:lnTo>
                    <a:pt x="1071182" y="1139381"/>
                  </a:lnTo>
                  <a:lnTo>
                    <a:pt x="1077278" y="1139000"/>
                  </a:lnTo>
                  <a:lnTo>
                    <a:pt x="1082421" y="1138714"/>
                  </a:lnTo>
                  <a:lnTo>
                    <a:pt x="1090136" y="1138238"/>
                  </a:lnTo>
                  <a:lnTo>
                    <a:pt x="1095756" y="1137857"/>
                  </a:lnTo>
                  <a:lnTo>
                    <a:pt x="1102519" y="1137476"/>
                  </a:lnTo>
                  <a:lnTo>
                    <a:pt x="1106805" y="1137190"/>
                  </a:lnTo>
                  <a:lnTo>
                    <a:pt x="1113663" y="1136809"/>
                  </a:lnTo>
                  <a:lnTo>
                    <a:pt x="1120426" y="1136428"/>
                  </a:lnTo>
                  <a:lnTo>
                    <a:pt x="1120997" y="1136618"/>
                  </a:lnTo>
                  <a:lnTo>
                    <a:pt x="1121569" y="1136809"/>
                  </a:lnTo>
                  <a:lnTo>
                    <a:pt x="1122712" y="1137380"/>
                  </a:lnTo>
                  <a:lnTo>
                    <a:pt x="1123855" y="1137952"/>
                  </a:lnTo>
                  <a:lnTo>
                    <a:pt x="1124426" y="1138142"/>
                  </a:lnTo>
                  <a:lnTo>
                    <a:pt x="1124998" y="1138333"/>
                  </a:lnTo>
                  <a:lnTo>
                    <a:pt x="1125474" y="1138238"/>
                  </a:lnTo>
                  <a:lnTo>
                    <a:pt x="1125950" y="1138142"/>
                  </a:lnTo>
                  <a:lnTo>
                    <a:pt x="1127474" y="1137095"/>
                  </a:lnTo>
                  <a:lnTo>
                    <a:pt x="1128998" y="1136047"/>
                  </a:lnTo>
                  <a:lnTo>
                    <a:pt x="1129665" y="1135666"/>
                  </a:lnTo>
                  <a:lnTo>
                    <a:pt x="1130332" y="1135190"/>
                  </a:lnTo>
                  <a:lnTo>
                    <a:pt x="1130618" y="1136142"/>
                  </a:lnTo>
                  <a:lnTo>
                    <a:pt x="1130903" y="1137095"/>
                  </a:lnTo>
                  <a:lnTo>
                    <a:pt x="1130999" y="1137095"/>
                  </a:lnTo>
                  <a:lnTo>
                    <a:pt x="1131094" y="1137095"/>
                  </a:lnTo>
                  <a:lnTo>
                    <a:pt x="1131284" y="1137476"/>
                  </a:lnTo>
                  <a:lnTo>
                    <a:pt x="1131475" y="1137857"/>
                  </a:lnTo>
                  <a:lnTo>
                    <a:pt x="1132618" y="1139381"/>
                  </a:lnTo>
                  <a:lnTo>
                    <a:pt x="1133761" y="1140905"/>
                  </a:lnTo>
                  <a:lnTo>
                    <a:pt x="1134047" y="1141571"/>
                  </a:lnTo>
                  <a:lnTo>
                    <a:pt x="1134332" y="1142143"/>
                  </a:lnTo>
                  <a:lnTo>
                    <a:pt x="1134523" y="1143476"/>
                  </a:lnTo>
                  <a:lnTo>
                    <a:pt x="1134713" y="1144810"/>
                  </a:lnTo>
                  <a:lnTo>
                    <a:pt x="1135094" y="1145381"/>
                  </a:lnTo>
                  <a:lnTo>
                    <a:pt x="1135475" y="1145953"/>
                  </a:lnTo>
                  <a:lnTo>
                    <a:pt x="1135761" y="1145667"/>
                  </a:lnTo>
                  <a:lnTo>
                    <a:pt x="1136047" y="1145381"/>
                  </a:lnTo>
                  <a:lnTo>
                    <a:pt x="1136428" y="1145191"/>
                  </a:lnTo>
                  <a:lnTo>
                    <a:pt x="1136809" y="1145000"/>
                  </a:lnTo>
                  <a:lnTo>
                    <a:pt x="1137095" y="1145000"/>
                  </a:lnTo>
                  <a:lnTo>
                    <a:pt x="1137380" y="1145096"/>
                  </a:lnTo>
                  <a:lnTo>
                    <a:pt x="1137666" y="1145477"/>
                  </a:lnTo>
                  <a:lnTo>
                    <a:pt x="1137952" y="1145858"/>
                  </a:lnTo>
                  <a:lnTo>
                    <a:pt x="1138333" y="1145096"/>
                  </a:lnTo>
                  <a:lnTo>
                    <a:pt x="1138714" y="1144334"/>
                  </a:lnTo>
                  <a:lnTo>
                    <a:pt x="1139285" y="1144238"/>
                  </a:lnTo>
                  <a:lnTo>
                    <a:pt x="1139857" y="1144143"/>
                  </a:lnTo>
                  <a:lnTo>
                    <a:pt x="1139952" y="1144905"/>
                  </a:lnTo>
                  <a:lnTo>
                    <a:pt x="1140047" y="1145667"/>
                  </a:lnTo>
                  <a:lnTo>
                    <a:pt x="1140047" y="1145762"/>
                  </a:lnTo>
                  <a:lnTo>
                    <a:pt x="1140047" y="1145858"/>
                  </a:lnTo>
                  <a:lnTo>
                    <a:pt x="1139952" y="1146143"/>
                  </a:lnTo>
                  <a:lnTo>
                    <a:pt x="1139857" y="1146429"/>
                  </a:lnTo>
                  <a:lnTo>
                    <a:pt x="1140143" y="1146524"/>
                  </a:lnTo>
                  <a:lnTo>
                    <a:pt x="1140428" y="1146620"/>
                  </a:lnTo>
                  <a:lnTo>
                    <a:pt x="1140524" y="1146715"/>
                  </a:lnTo>
                  <a:lnTo>
                    <a:pt x="1140619" y="1146810"/>
                  </a:lnTo>
                  <a:lnTo>
                    <a:pt x="1140047" y="1147286"/>
                  </a:lnTo>
                  <a:lnTo>
                    <a:pt x="1139476" y="1147763"/>
                  </a:lnTo>
                  <a:lnTo>
                    <a:pt x="1139285" y="1147858"/>
                  </a:lnTo>
                  <a:lnTo>
                    <a:pt x="1139095" y="1147953"/>
                  </a:lnTo>
                  <a:lnTo>
                    <a:pt x="1139285" y="1148048"/>
                  </a:lnTo>
                  <a:lnTo>
                    <a:pt x="1139476" y="1148144"/>
                  </a:lnTo>
                  <a:lnTo>
                    <a:pt x="1139571" y="1148334"/>
                  </a:lnTo>
                  <a:lnTo>
                    <a:pt x="1139666" y="1148525"/>
                  </a:lnTo>
                  <a:lnTo>
                    <a:pt x="1139857" y="1148906"/>
                  </a:lnTo>
                  <a:lnTo>
                    <a:pt x="1140047" y="1149287"/>
                  </a:lnTo>
                  <a:lnTo>
                    <a:pt x="1140047" y="1150239"/>
                  </a:lnTo>
                  <a:lnTo>
                    <a:pt x="1140047" y="1151192"/>
                  </a:lnTo>
                  <a:lnTo>
                    <a:pt x="1139762" y="1152335"/>
                  </a:lnTo>
                  <a:lnTo>
                    <a:pt x="1139476" y="1153478"/>
                  </a:lnTo>
                  <a:lnTo>
                    <a:pt x="1139095" y="1154621"/>
                  </a:lnTo>
                  <a:lnTo>
                    <a:pt x="1138714" y="1155764"/>
                  </a:lnTo>
                  <a:lnTo>
                    <a:pt x="1138333" y="1156621"/>
                  </a:lnTo>
                  <a:lnTo>
                    <a:pt x="1137952" y="1157478"/>
                  </a:lnTo>
                  <a:lnTo>
                    <a:pt x="1137666" y="1157954"/>
                  </a:lnTo>
                  <a:lnTo>
                    <a:pt x="1137380" y="1158431"/>
                  </a:lnTo>
                  <a:lnTo>
                    <a:pt x="1136999" y="1158907"/>
                  </a:lnTo>
                  <a:lnTo>
                    <a:pt x="1136618" y="1159383"/>
                  </a:lnTo>
                  <a:lnTo>
                    <a:pt x="1136142" y="1159764"/>
                  </a:lnTo>
                  <a:lnTo>
                    <a:pt x="1135666" y="1160145"/>
                  </a:lnTo>
                  <a:lnTo>
                    <a:pt x="1134713" y="1160526"/>
                  </a:lnTo>
                  <a:lnTo>
                    <a:pt x="1133761" y="1160907"/>
                  </a:lnTo>
                  <a:lnTo>
                    <a:pt x="1133570" y="1161098"/>
                  </a:lnTo>
                  <a:lnTo>
                    <a:pt x="1133285" y="1161288"/>
                  </a:lnTo>
                  <a:lnTo>
                    <a:pt x="1133189" y="1161574"/>
                  </a:lnTo>
                  <a:lnTo>
                    <a:pt x="1133094" y="1161860"/>
                  </a:lnTo>
                  <a:lnTo>
                    <a:pt x="1133285" y="1161955"/>
                  </a:lnTo>
                  <a:lnTo>
                    <a:pt x="1133475" y="1162050"/>
                  </a:lnTo>
                  <a:lnTo>
                    <a:pt x="1134523" y="1162241"/>
                  </a:lnTo>
                  <a:lnTo>
                    <a:pt x="1135571" y="1162431"/>
                  </a:lnTo>
                  <a:lnTo>
                    <a:pt x="1136333" y="1162907"/>
                  </a:lnTo>
                  <a:lnTo>
                    <a:pt x="1137095" y="1163384"/>
                  </a:lnTo>
                  <a:lnTo>
                    <a:pt x="1139476" y="1165765"/>
                  </a:lnTo>
                  <a:lnTo>
                    <a:pt x="1141857" y="1168146"/>
                  </a:lnTo>
                  <a:lnTo>
                    <a:pt x="1143572" y="1169575"/>
                  </a:lnTo>
                  <a:lnTo>
                    <a:pt x="1145381" y="1171004"/>
                  </a:lnTo>
                  <a:lnTo>
                    <a:pt x="1147477" y="1172147"/>
                  </a:lnTo>
                  <a:lnTo>
                    <a:pt x="1151573" y="1174242"/>
                  </a:lnTo>
                  <a:lnTo>
                    <a:pt x="1157764" y="1177481"/>
                  </a:lnTo>
                  <a:lnTo>
                    <a:pt x="1157859" y="1177290"/>
                  </a:lnTo>
                  <a:lnTo>
                    <a:pt x="1157954" y="1177100"/>
                  </a:lnTo>
                  <a:lnTo>
                    <a:pt x="1158240" y="1176814"/>
                  </a:lnTo>
                  <a:lnTo>
                    <a:pt x="1158526" y="1176528"/>
                  </a:lnTo>
                  <a:lnTo>
                    <a:pt x="1158907" y="1176528"/>
                  </a:lnTo>
                  <a:lnTo>
                    <a:pt x="1159288" y="1176528"/>
                  </a:lnTo>
                  <a:lnTo>
                    <a:pt x="1159478" y="1176242"/>
                  </a:lnTo>
                  <a:lnTo>
                    <a:pt x="1159669" y="1175957"/>
                  </a:lnTo>
                  <a:lnTo>
                    <a:pt x="1159859" y="1175671"/>
                  </a:lnTo>
                  <a:lnTo>
                    <a:pt x="1160050" y="1175385"/>
                  </a:lnTo>
                  <a:lnTo>
                    <a:pt x="1160336" y="1175195"/>
                  </a:lnTo>
                  <a:lnTo>
                    <a:pt x="1160621" y="1175004"/>
                  </a:lnTo>
                  <a:lnTo>
                    <a:pt x="1160907" y="1175099"/>
                  </a:lnTo>
                  <a:lnTo>
                    <a:pt x="1161193" y="1175195"/>
                  </a:lnTo>
                  <a:lnTo>
                    <a:pt x="1162241" y="1175671"/>
                  </a:lnTo>
                  <a:lnTo>
                    <a:pt x="1163288" y="1176147"/>
                  </a:lnTo>
                  <a:lnTo>
                    <a:pt x="1163955" y="1176242"/>
                  </a:lnTo>
                  <a:lnTo>
                    <a:pt x="1164622" y="1176338"/>
                  </a:lnTo>
                  <a:lnTo>
                    <a:pt x="1165193" y="1175957"/>
                  </a:lnTo>
                  <a:lnTo>
                    <a:pt x="1165765" y="1175671"/>
                  </a:lnTo>
                  <a:lnTo>
                    <a:pt x="1165955" y="1175195"/>
                  </a:lnTo>
                  <a:lnTo>
                    <a:pt x="1166146" y="1174718"/>
                  </a:lnTo>
                  <a:lnTo>
                    <a:pt x="1165670" y="1174433"/>
                  </a:lnTo>
                  <a:lnTo>
                    <a:pt x="1165193" y="1174147"/>
                  </a:lnTo>
                  <a:lnTo>
                    <a:pt x="1165860" y="1173099"/>
                  </a:lnTo>
                  <a:lnTo>
                    <a:pt x="1166527" y="1172051"/>
                  </a:lnTo>
                  <a:lnTo>
                    <a:pt x="1166527" y="1171861"/>
                  </a:lnTo>
                  <a:lnTo>
                    <a:pt x="1166622" y="1171670"/>
                  </a:lnTo>
                  <a:lnTo>
                    <a:pt x="1166432" y="1171289"/>
                  </a:lnTo>
                  <a:lnTo>
                    <a:pt x="1166241" y="1170908"/>
                  </a:lnTo>
                  <a:lnTo>
                    <a:pt x="1166051" y="1170432"/>
                  </a:lnTo>
                  <a:lnTo>
                    <a:pt x="1165860" y="1170051"/>
                  </a:lnTo>
                  <a:lnTo>
                    <a:pt x="1165765" y="1169575"/>
                  </a:lnTo>
                  <a:lnTo>
                    <a:pt x="1165670" y="1169099"/>
                  </a:lnTo>
                  <a:lnTo>
                    <a:pt x="1165670" y="1168622"/>
                  </a:lnTo>
                  <a:lnTo>
                    <a:pt x="1165670" y="1168241"/>
                  </a:lnTo>
                  <a:lnTo>
                    <a:pt x="1165003" y="1168051"/>
                  </a:lnTo>
                  <a:lnTo>
                    <a:pt x="1164336" y="1167860"/>
                  </a:lnTo>
                  <a:lnTo>
                    <a:pt x="1164050" y="1167670"/>
                  </a:lnTo>
                  <a:lnTo>
                    <a:pt x="1163765" y="1167479"/>
                  </a:lnTo>
                  <a:lnTo>
                    <a:pt x="1163574" y="1167194"/>
                  </a:lnTo>
                  <a:lnTo>
                    <a:pt x="1163384" y="1166908"/>
                  </a:lnTo>
                  <a:lnTo>
                    <a:pt x="1163193" y="1166241"/>
                  </a:lnTo>
                  <a:lnTo>
                    <a:pt x="1163003" y="1165574"/>
                  </a:lnTo>
                  <a:lnTo>
                    <a:pt x="1162717" y="1162717"/>
                  </a:lnTo>
                  <a:lnTo>
                    <a:pt x="1162431" y="1159859"/>
                  </a:lnTo>
                  <a:lnTo>
                    <a:pt x="1162526" y="1159288"/>
                  </a:lnTo>
                  <a:lnTo>
                    <a:pt x="1162622" y="1158716"/>
                  </a:lnTo>
                  <a:lnTo>
                    <a:pt x="1162812" y="1158526"/>
                  </a:lnTo>
                  <a:lnTo>
                    <a:pt x="1163003" y="1158335"/>
                  </a:lnTo>
                  <a:lnTo>
                    <a:pt x="1163193" y="1158240"/>
                  </a:lnTo>
                  <a:lnTo>
                    <a:pt x="1163384" y="1158145"/>
                  </a:lnTo>
                  <a:lnTo>
                    <a:pt x="1163574" y="1157764"/>
                  </a:lnTo>
                  <a:lnTo>
                    <a:pt x="1163765" y="1157383"/>
                  </a:lnTo>
                  <a:lnTo>
                    <a:pt x="1163765" y="1157002"/>
                  </a:lnTo>
                  <a:lnTo>
                    <a:pt x="1163765" y="1156621"/>
                  </a:lnTo>
                  <a:lnTo>
                    <a:pt x="1163669" y="1155859"/>
                  </a:lnTo>
                  <a:lnTo>
                    <a:pt x="1163574" y="1155097"/>
                  </a:lnTo>
                  <a:lnTo>
                    <a:pt x="1163574" y="1154716"/>
                  </a:lnTo>
                  <a:lnTo>
                    <a:pt x="1163574" y="1154335"/>
                  </a:lnTo>
                  <a:lnTo>
                    <a:pt x="1163669" y="1154430"/>
                  </a:lnTo>
                  <a:lnTo>
                    <a:pt x="1163765" y="1154525"/>
                  </a:lnTo>
                  <a:lnTo>
                    <a:pt x="1164050" y="1154621"/>
                  </a:lnTo>
                  <a:lnTo>
                    <a:pt x="1164336" y="1154716"/>
                  </a:lnTo>
                  <a:lnTo>
                    <a:pt x="1164431" y="1154811"/>
                  </a:lnTo>
                  <a:lnTo>
                    <a:pt x="1164527" y="1154906"/>
                  </a:lnTo>
                  <a:lnTo>
                    <a:pt x="1164812" y="1154049"/>
                  </a:lnTo>
                  <a:lnTo>
                    <a:pt x="1165098" y="1153287"/>
                  </a:lnTo>
                  <a:lnTo>
                    <a:pt x="1165860" y="1152811"/>
                  </a:lnTo>
                  <a:lnTo>
                    <a:pt x="1166622" y="1152335"/>
                  </a:lnTo>
                  <a:lnTo>
                    <a:pt x="1167765" y="1151858"/>
                  </a:lnTo>
                  <a:lnTo>
                    <a:pt x="1168241" y="1151668"/>
                  </a:lnTo>
                  <a:lnTo>
                    <a:pt x="1169861" y="1151001"/>
                  </a:lnTo>
                  <a:lnTo>
                    <a:pt x="1170432" y="1150334"/>
                  </a:lnTo>
                  <a:lnTo>
                    <a:pt x="1171004" y="1149668"/>
                  </a:lnTo>
                  <a:lnTo>
                    <a:pt x="1171956" y="1146905"/>
                  </a:lnTo>
                  <a:lnTo>
                    <a:pt x="1172909" y="1144143"/>
                  </a:lnTo>
                  <a:lnTo>
                    <a:pt x="1173671" y="1143286"/>
                  </a:lnTo>
                  <a:lnTo>
                    <a:pt x="1174433" y="1142429"/>
                  </a:lnTo>
                  <a:lnTo>
                    <a:pt x="1176242" y="1141667"/>
                  </a:lnTo>
                  <a:lnTo>
                    <a:pt x="1178052" y="1140905"/>
                  </a:lnTo>
                  <a:lnTo>
                    <a:pt x="1178719" y="1139762"/>
                  </a:lnTo>
                  <a:lnTo>
                    <a:pt x="1179386" y="1138619"/>
                  </a:lnTo>
                  <a:lnTo>
                    <a:pt x="1179671" y="1138142"/>
                  </a:lnTo>
                  <a:lnTo>
                    <a:pt x="1180052" y="1137666"/>
                  </a:lnTo>
                  <a:lnTo>
                    <a:pt x="1180624" y="1137476"/>
                  </a:lnTo>
                  <a:lnTo>
                    <a:pt x="1181195" y="1137285"/>
                  </a:lnTo>
                  <a:lnTo>
                    <a:pt x="1182338" y="1137095"/>
                  </a:lnTo>
                  <a:lnTo>
                    <a:pt x="1183481" y="1136904"/>
                  </a:lnTo>
                  <a:lnTo>
                    <a:pt x="1184434" y="1136428"/>
                  </a:lnTo>
                  <a:lnTo>
                    <a:pt x="1185386" y="1135952"/>
                  </a:lnTo>
                  <a:lnTo>
                    <a:pt x="1186339" y="1135380"/>
                  </a:lnTo>
                  <a:lnTo>
                    <a:pt x="1187196" y="1134713"/>
                  </a:lnTo>
                  <a:lnTo>
                    <a:pt x="1187672" y="1134237"/>
                  </a:lnTo>
                  <a:lnTo>
                    <a:pt x="1188149" y="1133761"/>
                  </a:lnTo>
                  <a:lnTo>
                    <a:pt x="1188339" y="1133380"/>
                  </a:lnTo>
                  <a:lnTo>
                    <a:pt x="1188530" y="1132999"/>
                  </a:lnTo>
                  <a:lnTo>
                    <a:pt x="1188911" y="1129665"/>
                  </a:lnTo>
                  <a:lnTo>
                    <a:pt x="1189292" y="1126331"/>
                  </a:lnTo>
                  <a:lnTo>
                    <a:pt x="1189292" y="1125760"/>
                  </a:lnTo>
                  <a:lnTo>
                    <a:pt x="1189292" y="1125188"/>
                  </a:lnTo>
                  <a:lnTo>
                    <a:pt x="1189196" y="1124807"/>
                  </a:lnTo>
                  <a:lnTo>
                    <a:pt x="1189101" y="1124426"/>
                  </a:lnTo>
                  <a:lnTo>
                    <a:pt x="1189006" y="1124331"/>
                  </a:lnTo>
                  <a:lnTo>
                    <a:pt x="1188911" y="1124236"/>
                  </a:lnTo>
                  <a:lnTo>
                    <a:pt x="1188815" y="1124141"/>
                  </a:lnTo>
                  <a:lnTo>
                    <a:pt x="1188720" y="1124045"/>
                  </a:lnTo>
                  <a:lnTo>
                    <a:pt x="1188434" y="1123760"/>
                  </a:lnTo>
                  <a:lnTo>
                    <a:pt x="1188149" y="1123474"/>
                  </a:lnTo>
                  <a:lnTo>
                    <a:pt x="1188053" y="1123188"/>
                  </a:lnTo>
                  <a:lnTo>
                    <a:pt x="1187958" y="1122902"/>
                  </a:lnTo>
                  <a:lnTo>
                    <a:pt x="1188053" y="1122617"/>
                  </a:lnTo>
                  <a:lnTo>
                    <a:pt x="1188149" y="1122331"/>
                  </a:lnTo>
                  <a:lnTo>
                    <a:pt x="1188339" y="1122140"/>
                  </a:lnTo>
                  <a:lnTo>
                    <a:pt x="1188530" y="1121950"/>
                  </a:lnTo>
                  <a:lnTo>
                    <a:pt x="1189768" y="1121378"/>
                  </a:lnTo>
                  <a:lnTo>
                    <a:pt x="1191006" y="1120807"/>
                  </a:lnTo>
                  <a:lnTo>
                    <a:pt x="1191482" y="1120616"/>
                  </a:lnTo>
                  <a:lnTo>
                    <a:pt x="1191959" y="1120426"/>
                  </a:lnTo>
                  <a:lnTo>
                    <a:pt x="1192435" y="1120616"/>
                  </a:lnTo>
                  <a:lnTo>
                    <a:pt x="1192911" y="1120807"/>
                  </a:lnTo>
                  <a:lnTo>
                    <a:pt x="1193483" y="1119378"/>
                  </a:lnTo>
                  <a:lnTo>
                    <a:pt x="1194149" y="1118711"/>
                  </a:lnTo>
                  <a:lnTo>
                    <a:pt x="1194816" y="1118045"/>
                  </a:lnTo>
                  <a:lnTo>
                    <a:pt x="1196245" y="1117092"/>
                  </a:lnTo>
                  <a:lnTo>
                    <a:pt x="1197674" y="1116140"/>
                  </a:lnTo>
                  <a:lnTo>
                    <a:pt x="1198150" y="1116044"/>
                  </a:lnTo>
                  <a:lnTo>
                    <a:pt x="1198531" y="1115949"/>
                  </a:lnTo>
                  <a:lnTo>
                    <a:pt x="1199293" y="1116235"/>
                  </a:lnTo>
                  <a:lnTo>
                    <a:pt x="1200055" y="1116521"/>
                  </a:lnTo>
                  <a:lnTo>
                    <a:pt x="1200436" y="1116425"/>
                  </a:lnTo>
                  <a:lnTo>
                    <a:pt x="1200817" y="1116330"/>
                  </a:lnTo>
                  <a:lnTo>
                    <a:pt x="1201865" y="1115663"/>
                  </a:lnTo>
                  <a:lnTo>
                    <a:pt x="1202912" y="1114997"/>
                  </a:lnTo>
                  <a:lnTo>
                    <a:pt x="1203293" y="1114901"/>
                  </a:lnTo>
                  <a:lnTo>
                    <a:pt x="1203674" y="1114806"/>
                  </a:lnTo>
                  <a:lnTo>
                    <a:pt x="1205198" y="1115092"/>
                  </a:lnTo>
                  <a:lnTo>
                    <a:pt x="1206818" y="1115378"/>
                  </a:lnTo>
                  <a:lnTo>
                    <a:pt x="1207103" y="1115187"/>
                  </a:lnTo>
                  <a:lnTo>
                    <a:pt x="1207389" y="1114997"/>
                  </a:lnTo>
                  <a:lnTo>
                    <a:pt x="1207389" y="1114616"/>
                  </a:lnTo>
                  <a:lnTo>
                    <a:pt x="1207389" y="1114235"/>
                  </a:lnTo>
                  <a:lnTo>
                    <a:pt x="1206913" y="1113377"/>
                  </a:lnTo>
                  <a:lnTo>
                    <a:pt x="1206437" y="1112615"/>
                  </a:lnTo>
                  <a:lnTo>
                    <a:pt x="1206341" y="1112234"/>
                  </a:lnTo>
                  <a:lnTo>
                    <a:pt x="1206246" y="1111853"/>
                  </a:lnTo>
                  <a:lnTo>
                    <a:pt x="1206627" y="1110901"/>
                  </a:lnTo>
                  <a:lnTo>
                    <a:pt x="1207008" y="1109948"/>
                  </a:lnTo>
                  <a:lnTo>
                    <a:pt x="1207675" y="1109472"/>
                  </a:lnTo>
                  <a:lnTo>
                    <a:pt x="1208342" y="1108996"/>
                  </a:lnTo>
                  <a:lnTo>
                    <a:pt x="1209866" y="1108520"/>
                  </a:lnTo>
                  <a:lnTo>
                    <a:pt x="1211390" y="1108043"/>
                  </a:lnTo>
                  <a:lnTo>
                    <a:pt x="1214057" y="1105948"/>
                  </a:lnTo>
                  <a:lnTo>
                    <a:pt x="1216724" y="1103852"/>
                  </a:lnTo>
                  <a:lnTo>
                    <a:pt x="1217486" y="1102995"/>
                  </a:lnTo>
                  <a:lnTo>
                    <a:pt x="1218247" y="1102138"/>
                  </a:lnTo>
                  <a:lnTo>
                    <a:pt x="1218724" y="1101757"/>
                  </a:lnTo>
                  <a:lnTo>
                    <a:pt x="1219200" y="1101376"/>
                  </a:lnTo>
                  <a:lnTo>
                    <a:pt x="1222724" y="1100423"/>
                  </a:lnTo>
                  <a:lnTo>
                    <a:pt x="1226249" y="1099471"/>
                  </a:lnTo>
                  <a:lnTo>
                    <a:pt x="1229201" y="1099376"/>
                  </a:lnTo>
                  <a:lnTo>
                    <a:pt x="1232154" y="1099280"/>
                  </a:lnTo>
                  <a:lnTo>
                    <a:pt x="1233297" y="1098804"/>
                  </a:lnTo>
                  <a:lnTo>
                    <a:pt x="1234345" y="1098328"/>
                  </a:lnTo>
                  <a:lnTo>
                    <a:pt x="1235107" y="1097375"/>
                  </a:lnTo>
                  <a:lnTo>
                    <a:pt x="1235869" y="1096423"/>
                  </a:lnTo>
                  <a:lnTo>
                    <a:pt x="1236631" y="1095375"/>
                  </a:lnTo>
                  <a:lnTo>
                    <a:pt x="1237012" y="1094994"/>
                  </a:lnTo>
                  <a:lnTo>
                    <a:pt x="1237393" y="1094708"/>
                  </a:lnTo>
                  <a:lnTo>
                    <a:pt x="1238822" y="1094137"/>
                  </a:lnTo>
                  <a:lnTo>
                    <a:pt x="1240250" y="1093565"/>
                  </a:lnTo>
                  <a:lnTo>
                    <a:pt x="1242441" y="1091946"/>
                  </a:lnTo>
                  <a:lnTo>
                    <a:pt x="1244632" y="1090327"/>
                  </a:lnTo>
                  <a:lnTo>
                    <a:pt x="1245299" y="1089565"/>
                  </a:lnTo>
                  <a:lnTo>
                    <a:pt x="1245965" y="1088803"/>
                  </a:lnTo>
                  <a:lnTo>
                    <a:pt x="1247775" y="1085755"/>
                  </a:lnTo>
                  <a:lnTo>
                    <a:pt x="1249585" y="1082707"/>
                  </a:lnTo>
                  <a:lnTo>
                    <a:pt x="1249966" y="1082326"/>
                  </a:lnTo>
                  <a:lnTo>
                    <a:pt x="1250347" y="1081945"/>
                  </a:lnTo>
                  <a:lnTo>
                    <a:pt x="1250823" y="1081659"/>
                  </a:lnTo>
                  <a:lnTo>
                    <a:pt x="1251299" y="1081373"/>
                  </a:lnTo>
                  <a:lnTo>
                    <a:pt x="1251776" y="1081183"/>
                  </a:lnTo>
                  <a:lnTo>
                    <a:pt x="1252252" y="1080992"/>
                  </a:lnTo>
                  <a:lnTo>
                    <a:pt x="1252728" y="1080802"/>
                  </a:lnTo>
                  <a:lnTo>
                    <a:pt x="1253204" y="1080611"/>
                  </a:lnTo>
                  <a:lnTo>
                    <a:pt x="1253585" y="1080230"/>
                  </a:lnTo>
                  <a:lnTo>
                    <a:pt x="1253871" y="1079849"/>
                  </a:lnTo>
                  <a:lnTo>
                    <a:pt x="1254062" y="1079278"/>
                  </a:lnTo>
                  <a:lnTo>
                    <a:pt x="1254252" y="1078611"/>
                  </a:lnTo>
                  <a:lnTo>
                    <a:pt x="1254919" y="1077182"/>
                  </a:lnTo>
                  <a:lnTo>
                    <a:pt x="1255586" y="1075754"/>
                  </a:lnTo>
                  <a:lnTo>
                    <a:pt x="1256729" y="1074801"/>
                  </a:lnTo>
                  <a:lnTo>
                    <a:pt x="1257872" y="1073849"/>
                  </a:lnTo>
                  <a:lnTo>
                    <a:pt x="1260443" y="1072706"/>
                  </a:lnTo>
                  <a:lnTo>
                    <a:pt x="1263015" y="1071563"/>
                  </a:lnTo>
                  <a:lnTo>
                    <a:pt x="1263396" y="1071658"/>
                  </a:lnTo>
                  <a:lnTo>
                    <a:pt x="1263777" y="1071753"/>
                  </a:lnTo>
                  <a:lnTo>
                    <a:pt x="1264253" y="1072134"/>
                  </a:lnTo>
                  <a:lnTo>
                    <a:pt x="1264730" y="1072515"/>
                  </a:lnTo>
                  <a:lnTo>
                    <a:pt x="1265111" y="1072991"/>
                  </a:lnTo>
                  <a:lnTo>
                    <a:pt x="1265492" y="1073468"/>
                  </a:lnTo>
                  <a:lnTo>
                    <a:pt x="1265682" y="1073944"/>
                  </a:lnTo>
                  <a:lnTo>
                    <a:pt x="1265872" y="1074420"/>
                  </a:lnTo>
                  <a:lnTo>
                    <a:pt x="1266063" y="1075087"/>
                  </a:lnTo>
                  <a:lnTo>
                    <a:pt x="1266254" y="1075754"/>
                  </a:lnTo>
                  <a:lnTo>
                    <a:pt x="1266635" y="1076135"/>
                  </a:lnTo>
                  <a:lnTo>
                    <a:pt x="1267016" y="1076516"/>
                  </a:lnTo>
                  <a:lnTo>
                    <a:pt x="1267587" y="1076706"/>
                  </a:lnTo>
                  <a:lnTo>
                    <a:pt x="1268159" y="1076897"/>
                  </a:lnTo>
                  <a:lnTo>
                    <a:pt x="1268825" y="1076992"/>
                  </a:lnTo>
                  <a:lnTo>
                    <a:pt x="1269492" y="1077087"/>
                  </a:lnTo>
                  <a:lnTo>
                    <a:pt x="1270349" y="1076706"/>
                  </a:lnTo>
                  <a:lnTo>
                    <a:pt x="1271207" y="1076325"/>
                  </a:lnTo>
                  <a:lnTo>
                    <a:pt x="1271778" y="1075277"/>
                  </a:lnTo>
                  <a:lnTo>
                    <a:pt x="1272350" y="1074230"/>
                  </a:lnTo>
                  <a:lnTo>
                    <a:pt x="1272826" y="1072896"/>
                  </a:lnTo>
                  <a:lnTo>
                    <a:pt x="1273302" y="1071563"/>
                  </a:lnTo>
                  <a:lnTo>
                    <a:pt x="1273874" y="1070420"/>
                  </a:lnTo>
                  <a:lnTo>
                    <a:pt x="1274445" y="1069277"/>
                  </a:lnTo>
                  <a:lnTo>
                    <a:pt x="1275207" y="1068419"/>
                  </a:lnTo>
                  <a:lnTo>
                    <a:pt x="1275969" y="1067562"/>
                  </a:lnTo>
                  <a:lnTo>
                    <a:pt x="1276255" y="1067086"/>
                  </a:lnTo>
                  <a:lnTo>
                    <a:pt x="1276541" y="1066610"/>
                  </a:lnTo>
                  <a:lnTo>
                    <a:pt x="1276731" y="1065943"/>
                  </a:lnTo>
                  <a:lnTo>
                    <a:pt x="1276922" y="1065276"/>
                  </a:lnTo>
                  <a:lnTo>
                    <a:pt x="1277303" y="1064800"/>
                  </a:lnTo>
                  <a:lnTo>
                    <a:pt x="1277684" y="1064324"/>
                  </a:lnTo>
                  <a:lnTo>
                    <a:pt x="1278350" y="1064324"/>
                  </a:lnTo>
                  <a:lnTo>
                    <a:pt x="1279017" y="1064324"/>
                  </a:lnTo>
                  <a:lnTo>
                    <a:pt x="1280255" y="1064705"/>
                  </a:lnTo>
                  <a:lnTo>
                    <a:pt x="1281493" y="1065086"/>
                  </a:lnTo>
                  <a:lnTo>
                    <a:pt x="1282541" y="1064895"/>
                  </a:lnTo>
                  <a:lnTo>
                    <a:pt x="1283494" y="1064705"/>
                  </a:lnTo>
                  <a:lnTo>
                    <a:pt x="1284446" y="1064228"/>
                  </a:lnTo>
                  <a:lnTo>
                    <a:pt x="1285399" y="1063752"/>
                  </a:lnTo>
                  <a:lnTo>
                    <a:pt x="1287209" y="1062323"/>
                  </a:lnTo>
                  <a:lnTo>
                    <a:pt x="1289018" y="1060895"/>
                  </a:lnTo>
                  <a:lnTo>
                    <a:pt x="1287494" y="1060514"/>
                  </a:lnTo>
                  <a:lnTo>
                    <a:pt x="1286351" y="1059942"/>
                  </a:lnTo>
                  <a:lnTo>
                    <a:pt x="1284256" y="1057847"/>
                  </a:lnTo>
                  <a:lnTo>
                    <a:pt x="1283970" y="1056799"/>
                  </a:lnTo>
                  <a:lnTo>
                    <a:pt x="1284637" y="1055656"/>
                  </a:lnTo>
                  <a:lnTo>
                    <a:pt x="1285875" y="1054418"/>
                  </a:lnTo>
                  <a:lnTo>
                    <a:pt x="1286447" y="1053846"/>
                  </a:lnTo>
                  <a:lnTo>
                    <a:pt x="1288161" y="1051751"/>
                  </a:lnTo>
                  <a:lnTo>
                    <a:pt x="1288542" y="1050893"/>
                  </a:lnTo>
                  <a:lnTo>
                    <a:pt x="1288447" y="1050417"/>
                  </a:lnTo>
                  <a:lnTo>
                    <a:pt x="1288161" y="1049941"/>
                  </a:lnTo>
                  <a:lnTo>
                    <a:pt x="1288066" y="1049179"/>
                  </a:lnTo>
                  <a:lnTo>
                    <a:pt x="1288352" y="1047845"/>
                  </a:lnTo>
                  <a:lnTo>
                    <a:pt x="1288923" y="1046417"/>
                  </a:lnTo>
                  <a:lnTo>
                    <a:pt x="1289685" y="1045178"/>
                  </a:lnTo>
                  <a:lnTo>
                    <a:pt x="1290447" y="1044416"/>
                  </a:lnTo>
                  <a:lnTo>
                    <a:pt x="1292924" y="1046036"/>
                  </a:lnTo>
                  <a:lnTo>
                    <a:pt x="1293781" y="1046131"/>
                  </a:lnTo>
                  <a:lnTo>
                    <a:pt x="1294543" y="1045750"/>
                  </a:lnTo>
                  <a:lnTo>
                    <a:pt x="1295019" y="1045083"/>
                  </a:lnTo>
                  <a:lnTo>
                    <a:pt x="1295114" y="1044226"/>
                  </a:lnTo>
                  <a:lnTo>
                    <a:pt x="1294638" y="1043464"/>
                  </a:lnTo>
                  <a:lnTo>
                    <a:pt x="1294638" y="1043464"/>
                  </a:lnTo>
                  <a:lnTo>
                    <a:pt x="1294638" y="1043464"/>
                  </a:lnTo>
                  <a:lnTo>
                    <a:pt x="1294638" y="1043464"/>
                  </a:lnTo>
                  <a:lnTo>
                    <a:pt x="1292828" y="1041845"/>
                  </a:lnTo>
                  <a:lnTo>
                    <a:pt x="1292257" y="1041178"/>
                  </a:lnTo>
                  <a:lnTo>
                    <a:pt x="1291781" y="1038511"/>
                  </a:lnTo>
                  <a:lnTo>
                    <a:pt x="1293781" y="1037273"/>
                  </a:lnTo>
                  <a:lnTo>
                    <a:pt x="1298353" y="1036511"/>
                  </a:lnTo>
                  <a:lnTo>
                    <a:pt x="1299210" y="1035653"/>
                  </a:lnTo>
                  <a:lnTo>
                    <a:pt x="1299496" y="1034606"/>
                  </a:lnTo>
                  <a:lnTo>
                    <a:pt x="1299401" y="1031748"/>
                  </a:lnTo>
                  <a:lnTo>
                    <a:pt x="1299496" y="1030224"/>
                  </a:lnTo>
                  <a:lnTo>
                    <a:pt x="1299972" y="1029557"/>
                  </a:lnTo>
                  <a:lnTo>
                    <a:pt x="1301972" y="1028891"/>
                  </a:lnTo>
                  <a:lnTo>
                    <a:pt x="1302830" y="1028319"/>
                  </a:lnTo>
                  <a:lnTo>
                    <a:pt x="1303496" y="1027367"/>
                  </a:lnTo>
                  <a:lnTo>
                    <a:pt x="1304639" y="1025271"/>
                  </a:lnTo>
                  <a:lnTo>
                    <a:pt x="1305497" y="1024795"/>
                  </a:lnTo>
                  <a:lnTo>
                    <a:pt x="1306640" y="1025176"/>
                  </a:lnTo>
                  <a:lnTo>
                    <a:pt x="1307878" y="1025747"/>
                  </a:lnTo>
                  <a:lnTo>
                    <a:pt x="1309021" y="1025938"/>
                  </a:lnTo>
                  <a:lnTo>
                    <a:pt x="1309973" y="1025557"/>
                  </a:lnTo>
                  <a:lnTo>
                    <a:pt x="1310831" y="1024795"/>
                  </a:lnTo>
                  <a:lnTo>
                    <a:pt x="1311497" y="1023747"/>
                  </a:lnTo>
                  <a:lnTo>
                    <a:pt x="1312069" y="1022699"/>
                  </a:lnTo>
                  <a:lnTo>
                    <a:pt x="1313021" y="1021842"/>
                  </a:lnTo>
                  <a:lnTo>
                    <a:pt x="1314260" y="1021747"/>
                  </a:lnTo>
                  <a:lnTo>
                    <a:pt x="1316831" y="1022604"/>
                  </a:lnTo>
                  <a:lnTo>
                    <a:pt x="1317689" y="1022223"/>
                  </a:lnTo>
                  <a:lnTo>
                    <a:pt x="1318260" y="1022128"/>
                  </a:lnTo>
                  <a:lnTo>
                    <a:pt x="1318832" y="1022414"/>
                  </a:lnTo>
                  <a:lnTo>
                    <a:pt x="1320927" y="1024223"/>
                  </a:lnTo>
                  <a:lnTo>
                    <a:pt x="1321594" y="1024509"/>
                  </a:lnTo>
                  <a:lnTo>
                    <a:pt x="1322546" y="1024319"/>
                  </a:lnTo>
                  <a:lnTo>
                    <a:pt x="1328357" y="1020604"/>
                  </a:lnTo>
                  <a:lnTo>
                    <a:pt x="1330071" y="1020032"/>
                  </a:lnTo>
                  <a:lnTo>
                    <a:pt x="1333786" y="1019842"/>
                  </a:lnTo>
                  <a:lnTo>
                    <a:pt x="1335596" y="1019175"/>
                  </a:lnTo>
                  <a:lnTo>
                    <a:pt x="1336453" y="1018985"/>
                  </a:lnTo>
                  <a:lnTo>
                    <a:pt x="1337310" y="1019366"/>
                  </a:lnTo>
                  <a:lnTo>
                    <a:pt x="1338167" y="1019937"/>
                  </a:lnTo>
                  <a:lnTo>
                    <a:pt x="1339025" y="1020318"/>
                  </a:lnTo>
                  <a:lnTo>
                    <a:pt x="1342263" y="1021175"/>
                  </a:lnTo>
                  <a:lnTo>
                    <a:pt x="1348359" y="1024604"/>
                  </a:lnTo>
                  <a:lnTo>
                    <a:pt x="1350074" y="1025081"/>
                  </a:lnTo>
                  <a:lnTo>
                    <a:pt x="1350836" y="1024985"/>
                  </a:lnTo>
                  <a:lnTo>
                    <a:pt x="1352360" y="1024223"/>
                  </a:lnTo>
                  <a:lnTo>
                    <a:pt x="1353217" y="1024033"/>
                  </a:lnTo>
                  <a:lnTo>
                    <a:pt x="1359980" y="1024319"/>
                  </a:lnTo>
                  <a:lnTo>
                    <a:pt x="1363504" y="1025747"/>
                  </a:lnTo>
                  <a:lnTo>
                    <a:pt x="1369695" y="1029938"/>
                  </a:lnTo>
                  <a:lnTo>
                    <a:pt x="1371505" y="1030319"/>
                  </a:lnTo>
                  <a:lnTo>
                    <a:pt x="1375315" y="1030224"/>
                  </a:lnTo>
                  <a:lnTo>
                    <a:pt x="1382840" y="1032034"/>
                  </a:lnTo>
                  <a:lnTo>
                    <a:pt x="1384459" y="1032891"/>
                  </a:lnTo>
                  <a:lnTo>
                    <a:pt x="1385697" y="1034320"/>
                  </a:lnTo>
                  <a:lnTo>
                    <a:pt x="1387507" y="1037749"/>
                  </a:lnTo>
                  <a:lnTo>
                    <a:pt x="1388840" y="1038987"/>
                  </a:lnTo>
                  <a:lnTo>
                    <a:pt x="1390650" y="1039844"/>
                  </a:lnTo>
                  <a:lnTo>
                    <a:pt x="1392460" y="1040321"/>
                  </a:lnTo>
                  <a:lnTo>
                    <a:pt x="1394270" y="1040416"/>
                  </a:lnTo>
                  <a:lnTo>
                    <a:pt x="1401032" y="1039273"/>
                  </a:lnTo>
                  <a:lnTo>
                    <a:pt x="1403414" y="1039368"/>
                  </a:lnTo>
                  <a:lnTo>
                    <a:pt x="1405414" y="1040225"/>
                  </a:lnTo>
                  <a:lnTo>
                    <a:pt x="1406462" y="1040987"/>
                  </a:lnTo>
                  <a:lnTo>
                    <a:pt x="1407319" y="1041464"/>
                  </a:lnTo>
                  <a:lnTo>
                    <a:pt x="1408271" y="1041749"/>
                  </a:lnTo>
                  <a:lnTo>
                    <a:pt x="1412081" y="1042035"/>
                  </a:lnTo>
                  <a:lnTo>
                    <a:pt x="1413320" y="1042511"/>
                  </a:lnTo>
                  <a:lnTo>
                    <a:pt x="1414082" y="1043464"/>
                  </a:lnTo>
                  <a:lnTo>
                    <a:pt x="1413891" y="1045655"/>
                  </a:lnTo>
                  <a:lnTo>
                    <a:pt x="1413986" y="1047179"/>
                  </a:lnTo>
                  <a:lnTo>
                    <a:pt x="1414653" y="1048131"/>
                  </a:lnTo>
                  <a:lnTo>
                    <a:pt x="1419416" y="1048988"/>
                  </a:lnTo>
                  <a:lnTo>
                    <a:pt x="1422559" y="1050227"/>
                  </a:lnTo>
                  <a:lnTo>
                    <a:pt x="1424083" y="1049941"/>
                  </a:lnTo>
                  <a:lnTo>
                    <a:pt x="1424083" y="1048703"/>
                  </a:lnTo>
                  <a:lnTo>
                    <a:pt x="1424083" y="1048703"/>
                  </a:lnTo>
                  <a:lnTo>
                    <a:pt x="1420273" y="1041368"/>
                  </a:lnTo>
                  <a:lnTo>
                    <a:pt x="1419416" y="1039178"/>
                  </a:lnTo>
                  <a:lnTo>
                    <a:pt x="1419035" y="1036796"/>
                  </a:lnTo>
                  <a:lnTo>
                    <a:pt x="1419225" y="1034129"/>
                  </a:lnTo>
                  <a:lnTo>
                    <a:pt x="1419797" y="1031558"/>
                  </a:lnTo>
                  <a:lnTo>
                    <a:pt x="1422559" y="1025271"/>
                  </a:lnTo>
                  <a:lnTo>
                    <a:pt x="1423988" y="1022223"/>
                  </a:lnTo>
                  <a:lnTo>
                    <a:pt x="1424178" y="1021175"/>
                  </a:lnTo>
                  <a:lnTo>
                    <a:pt x="1423988" y="1019842"/>
                  </a:lnTo>
                  <a:lnTo>
                    <a:pt x="1423321" y="1017461"/>
                  </a:lnTo>
                  <a:lnTo>
                    <a:pt x="1423226" y="1016222"/>
                  </a:lnTo>
                  <a:lnTo>
                    <a:pt x="1423416" y="1014984"/>
                  </a:lnTo>
                  <a:lnTo>
                    <a:pt x="1423892" y="1013936"/>
                  </a:lnTo>
                  <a:lnTo>
                    <a:pt x="1424940" y="1012031"/>
                  </a:lnTo>
                  <a:lnTo>
                    <a:pt x="1426940" y="1006221"/>
                  </a:lnTo>
                  <a:lnTo>
                    <a:pt x="1427512" y="1005173"/>
                  </a:lnTo>
                  <a:lnTo>
                    <a:pt x="1428369" y="1004411"/>
                  </a:lnTo>
                  <a:lnTo>
                    <a:pt x="1430846" y="1002983"/>
                  </a:lnTo>
                  <a:lnTo>
                    <a:pt x="1439894" y="999268"/>
                  </a:lnTo>
                  <a:lnTo>
                    <a:pt x="1440847" y="999077"/>
                  </a:lnTo>
                  <a:lnTo>
                    <a:pt x="1443038" y="999173"/>
                  </a:lnTo>
                  <a:lnTo>
                    <a:pt x="1445038" y="998125"/>
                  </a:lnTo>
                  <a:lnTo>
                    <a:pt x="1446752" y="993172"/>
                  </a:lnTo>
                  <a:lnTo>
                    <a:pt x="1448372" y="991933"/>
                  </a:lnTo>
                  <a:lnTo>
                    <a:pt x="1449419" y="992315"/>
                  </a:lnTo>
                  <a:lnTo>
                    <a:pt x="1451324" y="994124"/>
                  </a:lnTo>
                  <a:lnTo>
                    <a:pt x="1452277" y="994410"/>
                  </a:lnTo>
                  <a:lnTo>
                    <a:pt x="1460564" y="993362"/>
                  </a:lnTo>
                  <a:lnTo>
                    <a:pt x="1461421" y="992886"/>
                  </a:lnTo>
                  <a:lnTo>
                    <a:pt x="1461516" y="991838"/>
                  </a:lnTo>
                  <a:lnTo>
                    <a:pt x="1460945" y="990600"/>
                  </a:lnTo>
                  <a:lnTo>
                    <a:pt x="1459516" y="988600"/>
                  </a:lnTo>
                  <a:lnTo>
                    <a:pt x="1461040" y="989457"/>
                  </a:lnTo>
                  <a:lnTo>
                    <a:pt x="1463707" y="991933"/>
                  </a:lnTo>
                  <a:lnTo>
                    <a:pt x="1465231" y="992505"/>
                  </a:lnTo>
                  <a:lnTo>
                    <a:pt x="1466945" y="992886"/>
                  </a:lnTo>
                  <a:lnTo>
                    <a:pt x="1468469" y="993648"/>
                  </a:lnTo>
                  <a:lnTo>
                    <a:pt x="1471232" y="995934"/>
                  </a:lnTo>
                  <a:lnTo>
                    <a:pt x="1472279" y="996506"/>
                  </a:lnTo>
                  <a:lnTo>
                    <a:pt x="1474470" y="996696"/>
                  </a:lnTo>
                  <a:lnTo>
                    <a:pt x="1476375" y="997934"/>
                  </a:lnTo>
                  <a:lnTo>
                    <a:pt x="1478566" y="998506"/>
                  </a:lnTo>
                  <a:lnTo>
                    <a:pt x="1479614" y="999077"/>
                  </a:lnTo>
                  <a:lnTo>
                    <a:pt x="1480376" y="1000030"/>
                  </a:lnTo>
                  <a:lnTo>
                    <a:pt x="1481709" y="1002316"/>
                  </a:lnTo>
                  <a:lnTo>
                    <a:pt x="1482471" y="1003173"/>
                  </a:lnTo>
                  <a:lnTo>
                    <a:pt x="1487900" y="1007364"/>
                  </a:lnTo>
                  <a:lnTo>
                    <a:pt x="1489710" y="1008031"/>
                  </a:lnTo>
                  <a:lnTo>
                    <a:pt x="1495711" y="1009079"/>
                  </a:lnTo>
                  <a:lnTo>
                    <a:pt x="1500188" y="1011269"/>
                  </a:lnTo>
                  <a:lnTo>
                    <a:pt x="1501712" y="1012603"/>
                  </a:lnTo>
                  <a:lnTo>
                    <a:pt x="1503236" y="1013365"/>
                  </a:lnTo>
                  <a:lnTo>
                    <a:pt x="1506474" y="1014317"/>
                  </a:lnTo>
                  <a:lnTo>
                    <a:pt x="1507998" y="1015175"/>
                  </a:lnTo>
                  <a:lnTo>
                    <a:pt x="1509236" y="1016127"/>
                  </a:lnTo>
                  <a:lnTo>
                    <a:pt x="1512380" y="1018032"/>
                  </a:lnTo>
                  <a:lnTo>
                    <a:pt x="1513713" y="1018318"/>
                  </a:lnTo>
                  <a:lnTo>
                    <a:pt x="1517237" y="1018318"/>
                  </a:lnTo>
                  <a:lnTo>
                    <a:pt x="1529143" y="1019842"/>
                  </a:lnTo>
                  <a:lnTo>
                    <a:pt x="1531239" y="1019651"/>
                  </a:lnTo>
                  <a:lnTo>
                    <a:pt x="1532287" y="1019747"/>
                  </a:lnTo>
                  <a:lnTo>
                    <a:pt x="1535716" y="1021175"/>
                  </a:lnTo>
                  <a:lnTo>
                    <a:pt x="1537049" y="1021080"/>
                  </a:lnTo>
                  <a:lnTo>
                    <a:pt x="1538573" y="1020413"/>
                  </a:lnTo>
                  <a:lnTo>
                    <a:pt x="1540097" y="1019366"/>
                  </a:lnTo>
                  <a:lnTo>
                    <a:pt x="1541336" y="1018032"/>
                  </a:lnTo>
                  <a:lnTo>
                    <a:pt x="1541907" y="1017080"/>
                  </a:lnTo>
                  <a:lnTo>
                    <a:pt x="1543622" y="1012508"/>
                  </a:lnTo>
                  <a:lnTo>
                    <a:pt x="1544193" y="1011936"/>
                  </a:lnTo>
                  <a:lnTo>
                    <a:pt x="1544955" y="1011746"/>
                  </a:lnTo>
                  <a:lnTo>
                    <a:pt x="1545431" y="1011746"/>
                  </a:lnTo>
                  <a:lnTo>
                    <a:pt x="1548193" y="1011555"/>
                  </a:lnTo>
                  <a:lnTo>
                    <a:pt x="1550289" y="1011841"/>
                  </a:lnTo>
                  <a:lnTo>
                    <a:pt x="1554385" y="1013079"/>
                  </a:lnTo>
                  <a:lnTo>
                    <a:pt x="1555623" y="1013174"/>
                  </a:lnTo>
                  <a:lnTo>
                    <a:pt x="1559052" y="1012031"/>
                  </a:lnTo>
                  <a:lnTo>
                    <a:pt x="1560386" y="1012031"/>
                  </a:lnTo>
                  <a:lnTo>
                    <a:pt x="1564196" y="1012984"/>
                  </a:lnTo>
                  <a:lnTo>
                    <a:pt x="1568958" y="1012984"/>
                  </a:lnTo>
                  <a:lnTo>
                    <a:pt x="1573530" y="1014413"/>
                  </a:lnTo>
                  <a:lnTo>
                    <a:pt x="1574102" y="1014317"/>
                  </a:lnTo>
                  <a:lnTo>
                    <a:pt x="1575149" y="1013841"/>
                  </a:lnTo>
                  <a:lnTo>
                    <a:pt x="1575816" y="1013841"/>
                  </a:lnTo>
                  <a:lnTo>
                    <a:pt x="1576388" y="1014222"/>
                  </a:lnTo>
                  <a:lnTo>
                    <a:pt x="1576959" y="1015365"/>
                  </a:lnTo>
                  <a:lnTo>
                    <a:pt x="1577435" y="1015651"/>
                  </a:lnTo>
                  <a:lnTo>
                    <a:pt x="1578388" y="1015365"/>
                  </a:lnTo>
                  <a:lnTo>
                    <a:pt x="1580007" y="1013841"/>
                  </a:lnTo>
                  <a:lnTo>
                    <a:pt x="1580960" y="1013460"/>
                  </a:lnTo>
                  <a:lnTo>
                    <a:pt x="1582388" y="1013651"/>
                  </a:lnTo>
                  <a:lnTo>
                    <a:pt x="1585151" y="1014794"/>
                  </a:lnTo>
                  <a:lnTo>
                    <a:pt x="1586579" y="1015079"/>
                  </a:lnTo>
                  <a:lnTo>
                    <a:pt x="1587722" y="1014794"/>
                  </a:lnTo>
                  <a:lnTo>
                    <a:pt x="1589722" y="1013841"/>
                  </a:lnTo>
                  <a:lnTo>
                    <a:pt x="1592104" y="1013936"/>
                  </a:lnTo>
                  <a:lnTo>
                    <a:pt x="1593152" y="1013651"/>
                  </a:lnTo>
                  <a:lnTo>
                    <a:pt x="1595152" y="1012603"/>
                  </a:lnTo>
                  <a:lnTo>
                    <a:pt x="1595342" y="1012317"/>
                  </a:lnTo>
                  <a:lnTo>
                    <a:pt x="1595438" y="1012031"/>
                  </a:lnTo>
                  <a:lnTo>
                    <a:pt x="1595533" y="1011746"/>
                  </a:lnTo>
                  <a:lnTo>
                    <a:pt x="1595914" y="1011650"/>
                  </a:lnTo>
                  <a:lnTo>
                    <a:pt x="1596866" y="1011841"/>
                  </a:lnTo>
                  <a:lnTo>
                    <a:pt x="1597152" y="1011841"/>
                  </a:lnTo>
                  <a:lnTo>
                    <a:pt x="1597533" y="1011555"/>
                  </a:lnTo>
                  <a:lnTo>
                    <a:pt x="1598676" y="1010222"/>
                  </a:lnTo>
                  <a:lnTo>
                    <a:pt x="1599724" y="1009460"/>
                  </a:lnTo>
                  <a:lnTo>
                    <a:pt x="1600772" y="1009269"/>
                  </a:lnTo>
                  <a:lnTo>
                    <a:pt x="1603058" y="1009269"/>
                  </a:lnTo>
                  <a:lnTo>
                    <a:pt x="1605153" y="1008412"/>
                  </a:lnTo>
                  <a:lnTo>
                    <a:pt x="1606201" y="1008221"/>
                  </a:lnTo>
                  <a:lnTo>
                    <a:pt x="1607249" y="1008698"/>
                  </a:lnTo>
                  <a:lnTo>
                    <a:pt x="1613249" y="1009745"/>
                  </a:lnTo>
                  <a:lnTo>
                    <a:pt x="1615059" y="1010412"/>
                  </a:lnTo>
                  <a:lnTo>
                    <a:pt x="1615631" y="1010888"/>
                  </a:lnTo>
                  <a:lnTo>
                    <a:pt x="1617155" y="1012984"/>
                  </a:lnTo>
                  <a:lnTo>
                    <a:pt x="1617917" y="1013651"/>
                  </a:lnTo>
                  <a:lnTo>
                    <a:pt x="1618774" y="1013841"/>
                  </a:lnTo>
                  <a:lnTo>
                    <a:pt x="1619631" y="1013841"/>
                  </a:lnTo>
                  <a:lnTo>
                    <a:pt x="1620584" y="1013841"/>
                  </a:lnTo>
                  <a:lnTo>
                    <a:pt x="1625727" y="1014698"/>
                  </a:lnTo>
                  <a:lnTo>
                    <a:pt x="1627442" y="1014222"/>
                  </a:lnTo>
                  <a:lnTo>
                    <a:pt x="1629632" y="1013174"/>
                  </a:lnTo>
                  <a:lnTo>
                    <a:pt x="1630394" y="1012984"/>
                  </a:lnTo>
                  <a:lnTo>
                    <a:pt x="1631252" y="1013079"/>
                  </a:lnTo>
                  <a:lnTo>
                    <a:pt x="1632680" y="1013555"/>
                  </a:lnTo>
                  <a:lnTo>
                    <a:pt x="1634776" y="1013555"/>
                  </a:lnTo>
                  <a:lnTo>
                    <a:pt x="1635824" y="1014127"/>
                  </a:lnTo>
                  <a:lnTo>
                    <a:pt x="1636776" y="1014889"/>
                  </a:lnTo>
                  <a:lnTo>
                    <a:pt x="1637824" y="1015460"/>
                  </a:lnTo>
                  <a:lnTo>
                    <a:pt x="1638681" y="1015460"/>
                  </a:lnTo>
                  <a:lnTo>
                    <a:pt x="1641443" y="1014127"/>
                  </a:lnTo>
                  <a:lnTo>
                    <a:pt x="1642586" y="1013936"/>
                  </a:lnTo>
                  <a:lnTo>
                    <a:pt x="1646111" y="1014031"/>
                  </a:lnTo>
                  <a:lnTo>
                    <a:pt x="1649635" y="1014889"/>
                  </a:lnTo>
                  <a:lnTo>
                    <a:pt x="1649921" y="1015270"/>
                  </a:lnTo>
                  <a:lnTo>
                    <a:pt x="1650111" y="1015746"/>
                  </a:lnTo>
                  <a:lnTo>
                    <a:pt x="1650492" y="1016127"/>
                  </a:lnTo>
                  <a:lnTo>
                    <a:pt x="1651159" y="1016603"/>
                  </a:lnTo>
                  <a:lnTo>
                    <a:pt x="1652492" y="1016032"/>
                  </a:lnTo>
                  <a:lnTo>
                    <a:pt x="1653350" y="1015460"/>
                  </a:lnTo>
                  <a:lnTo>
                    <a:pt x="1653826" y="1015270"/>
                  </a:lnTo>
                  <a:lnTo>
                    <a:pt x="1655064" y="1015079"/>
                  </a:lnTo>
                  <a:lnTo>
                    <a:pt x="1656302" y="1015175"/>
                  </a:lnTo>
                  <a:lnTo>
                    <a:pt x="1657445" y="1015651"/>
                  </a:lnTo>
                  <a:lnTo>
                    <a:pt x="1660398" y="1017461"/>
                  </a:lnTo>
                  <a:lnTo>
                    <a:pt x="1662779" y="1017842"/>
                  </a:lnTo>
                  <a:lnTo>
                    <a:pt x="1668399" y="1017270"/>
                  </a:lnTo>
                  <a:lnTo>
                    <a:pt x="1670780" y="1017365"/>
                  </a:lnTo>
                  <a:lnTo>
                    <a:pt x="1673257" y="1016984"/>
                  </a:lnTo>
                  <a:lnTo>
                    <a:pt x="1674305" y="1017175"/>
                  </a:lnTo>
                  <a:lnTo>
                    <a:pt x="1676495" y="1017937"/>
                  </a:lnTo>
                  <a:lnTo>
                    <a:pt x="1677638" y="1018032"/>
                  </a:lnTo>
                  <a:lnTo>
                    <a:pt x="1678591" y="1017651"/>
                  </a:lnTo>
                  <a:lnTo>
                    <a:pt x="1680496" y="1016413"/>
                  </a:lnTo>
                  <a:lnTo>
                    <a:pt x="1681639" y="1016032"/>
                  </a:lnTo>
                  <a:lnTo>
                    <a:pt x="1683925" y="1015841"/>
                  </a:lnTo>
                  <a:lnTo>
                    <a:pt x="1687449" y="1016222"/>
                  </a:lnTo>
                  <a:lnTo>
                    <a:pt x="1692593" y="1018032"/>
                  </a:lnTo>
                  <a:lnTo>
                    <a:pt x="1694783" y="1019270"/>
                  </a:lnTo>
                  <a:lnTo>
                    <a:pt x="1696593" y="1020794"/>
                  </a:lnTo>
                  <a:lnTo>
                    <a:pt x="1697450" y="1021271"/>
                  </a:lnTo>
                  <a:lnTo>
                    <a:pt x="1703832" y="1021937"/>
                  </a:lnTo>
                  <a:lnTo>
                    <a:pt x="1708023" y="1023652"/>
                  </a:lnTo>
                  <a:lnTo>
                    <a:pt x="1711547" y="1023842"/>
                  </a:lnTo>
                  <a:lnTo>
                    <a:pt x="1713547" y="1024604"/>
                  </a:lnTo>
                  <a:lnTo>
                    <a:pt x="1715548" y="1024700"/>
                  </a:lnTo>
                  <a:lnTo>
                    <a:pt x="1719643" y="1022604"/>
                  </a:lnTo>
                  <a:lnTo>
                    <a:pt x="1721739" y="1022223"/>
                  </a:lnTo>
                  <a:lnTo>
                    <a:pt x="1723072" y="1022604"/>
                  </a:lnTo>
                  <a:lnTo>
                    <a:pt x="1723454" y="1023366"/>
                  </a:lnTo>
                  <a:lnTo>
                    <a:pt x="1723168" y="1026128"/>
                  </a:lnTo>
                  <a:lnTo>
                    <a:pt x="1723168" y="1027748"/>
                  </a:lnTo>
                  <a:lnTo>
                    <a:pt x="1723454" y="1029176"/>
                  </a:lnTo>
                  <a:lnTo>
                    <a:pt x="1724025" y="1030510"/>
                  </a:lnTo>
                  <a:lnTo>
                    <a:pt x="1724787" y="1031843"/>
                  </a:lnTo>
                  <a:lnTo>
                    <a:pt x="1726692" y="1033748"/>
                  </a:lnTo>
                  <a:lnTo>
                    <a:pt x="1730883" y="1035749"/>
                  </a:lnTo>
                  <a:lnTo>
                    <a:pt x="1732597" y="1037558"/>
                  </a:lnTo>
                  <a:lnTo>
                    <a:pt x="1734979" y="1043273"/>
                  </a:lnTo>
                  <a:lnTo>
                    <a:pt x="1736408" y="1045178"/>
                  </a:lnTo>
                  <a:lnTo>
                    <a:pt x="1739075" y="1046321"/>
                  </a:lnTo>
                  <a:lnTo>
                    <a:pt x="1744123" y="1046607"/>
                  </a:lnTo>
                  <a:lnTo>
                    <a:pt x="1748409" y="1045750"/>
                  </a:lnTo>
                  <a:lnTo>
                    <a:pt x="1750695" y="1045845"/>
                  </a:lnTo>
                  <a:lnTo>
                    <a:pt x="1762411" y="1048322"/>
                  </a:lnTo>
                  <a:lnTo>
                    <a:pt x="1764602" y="1049846"/>
                  </a:lnTo>
                  <a:lnTo>
                    <a:pt x="1765364" y="1050703"/>
                  </a:lnTo>
                  <a:lnTo>
                    <a:pt x="1767364" y="1053656"/>
                  </a:lnTo>
                  <a:lnTo>
                    <a:pt x="1770793" y="1056799"/>
                  </a:lnTo>
                  <a:lnTo>
                    <a:pt x="1772507" y="1059085"/>
                  </a:lnTo>
                  <a:lnTo>
                    <a:pt x="1773936" y="1061561"/>
                  </a:lnTo>
                  <a:lnTo>
                    <a:pt x="1775555" y="1063657"/>
                  </a:lnTo>
                  <a:lnTo>
                    <a:pt x="1777841" y="1064990"/>
                  </a:lnTo>
                  <a:lnTo>
                    <a:pt x="1779842" y="1063943"/>
                  </a:lnTo>
                  <a:lnTo>
                    <a:pt x="1780413" y="1063085"/>
                  </a:lnTo>
                  <a:lnTo>
                    <a:pt x="1780794" y="1061561"/>
                  </a:lnTo>
                  <a:lnTo>
                    <a:pt x="1779842" y="1056418"/>
                  </a:lnTo>
                  <a:lnTo>
                    <a:pt x="1779080" y="1055370"/>
                  </a:lnTo>
                  <a:lnTo>
                    <a:pt x="1778508" y="1054322"/>
                  </a:lnTo>
                  <a:lnTo>
                    <a:pt x="1778127" y="1053179"/>
                  </a:lnTo>
                  <a:lnTo>
                    <a:pt x="1776984" y="1047560"/>
                  </a:lnTo>
                  <a:lnTo>
                    <a:pt x="1776889" y="1046702"/>
                  </a:lnTo>
                  <a:lnTo>
                    <a:pt x="1777460" y="1045274"/>
                  </a:lnTo>
                  <a:lnTo>
                    <a:pt x="1777746" y="1044321"/>
                  </a:lnTo>
                  <a:lnTo>
                    <a:pt x="1777651" y="1043464"/>
                  </a:lnTo>
                  <a:lnTo>
                    <a:pt x="1777079" y="1042226"/>
                  </a:lnTo>
                  <a:lnTo>
                    <a:pt x="1775651" y="1040225"/>
                  </a:lnTo>
                  <a:lnTo>
                    <a:pt x="1775079" y="1039082"/>
                  </a:lnTo>
                  <a:lnTo>
                    <a:pt x="1774603" y="1036320"/>
                  </a:lnTo>
                  <a:lnTo>
                    <a:pt x="1774222" y="1035177"/>
                  </a:lnTo>
                  <a:lnTo>
                    <a:pt x="1773936" y="1034034"/>
                  </a:lnTo>
                  <a:lnTo>
                    <a:pt x="1774127" y="1032510"/>
                  </a:lnTo>
                  <a:lnTo>
                    <a:pt x="1774603" y="1031367"/>
                  </a:lnTo>
                  <a:lnTo>
                    <a:pt x="1776508" y="1028414"/>
                  </a:lnTo>
                  <a:lnTo>
                    <a:pt x="1777365" y="1026319"/>
                  </a:lnTo>
                  <a:lnTo>
                    <a:pt x="1778508" y="1022033"/>
                  </a:lnTo>
                  <a:lnTo>
                    <a:pt x="1779556" y="1020223"/>
                  </a:lnTo>
                  <a:lnTo>
                    <a:pt x="1780413" y="1019651"/>
                  </a:lnTo>
                  <a:lnTo>
                    <a:pt x="1781270" y="1019747"/>
                  </a:lnTo>
                  <a:lnTo>
                    <a:pt x="1783080" y="1020223"/>
                  </a:lnTo>
                  <a:lnTo>
                    <a:pt x="1784033" y="1020128"/>
                  </a:lnTo>
                  <a:lnTo>
                    <a:pt x="1786509" y="1019080"/>
                  </a:lnTo>
                  <a:lnTo>
                    <a:pt x="1787462" y="1018223"/>
                  </a:lnTo>
                  <a:lnTo>
                    <a:pt x="1791462" y="1016699"/>
                  </a:lnTo>
                  <a:lnTo>
                    <a:pt x="1794129" y="1016413"/>
                  </a:lnTo>
                  <a:lnTo>
                    <a:pt x="1795272" y="1015651"/>
                  </a:lnTo>
                  <a:lnTo>
                    <a:pt x="1795558" y="1014222"/>
                  </a:lnTo>
                  <a:lnTo>
                    <a:pt x="1794986" y="1012984"/>
                  </a:lnTo>
                  <a:lnTo>
                    <a:pt x="1793843" y="1012317"/>
                  </a:lnTo>
                  <a:lnTo>
                    <a:pt x="1791462" y="1011936"/>
                  </a:lnTo>
                  <a:lnTo>
                    <a:pt x="1787843" y="1010222"/>
                  </a:lnTo>
                  <a:lnTo>
                    <a:pt x="1786033" y="1008793"/>
                  </a:lnTo>
                  <a:lnTo>
                    <a:pt x="1785080" y="1006983"/>
                  </a:lnTo>
                  <a:lnTo>
                    <a:pt x="1785747" y="1004983"/>
                  </a:lnTo>
                  <a:lnTo>
                    <a:pt x="1787938" y="1003554"/>
                  </a:lnTo>
                  <a:lnTo>
                    <a:pt x="1792510" y="1001554"/>
                  </a:lnTo>
                  <a:lnTo>
                    <a:pt x="1796606" y="998411"/>
                  </a:lnTo>
                  <a:lnTo>
                    <a:pt x="1798892" y="997363"/>
                  </a:lnTo>
                  <a:lnTo>
                    <a:pt x="1801082" y="997458"/>
                  </a:lnTo>
                  <a:lnTo>
                    <a:pt x="1803749" y="999458"/>
                  </a:lnTo>
                  <a:lnTo>
                    <a:pt x="1804892" y="999744"/>
                  </a:lnTo>
                  <a:lnTo>
                    <a:pt x="1806035" y="999554"/>
                  </a:lnTo>
                  <a:lnTo>
                    <a:pt x="1807083" y="998887"/>
                  </a:lnTo>
                  <a:lnTo>
                    <a:pt x="1807845" y="997839"/>
                  </a:lnTo>
                  <a:lnTo>
                    <a:pt x="1808131" y="996315"/>
                  </a:lnTo>
                  <a:lnTo>
                    <a:pt x="1807845" y="994981"/>
                  </a:lnTo>
                  <a:lnTo>
                    <a:pt x="1806607" y="992696"/>
                  </a:lnTo>
                  <a:lnTo>
                    <a:pt x="1806321" y="991362"/>
                  </a:lnTo>
                  <a:lnTo>
                    <a:pt x="1806321" y="989933"/>
                  </a:lnTo>
                  <a:lnTo>
                    <a:pt x="1806131" y="988505"/>
                  </a:lnTo>
                  <a:lnTo>
                    <a:pt x="1805750" y="987266"/>
                  </a:lnTo>
                  <a:lnTo>
                    <a:pt x="1805083" y="986314"/>
                  </a:lnTo>
                  <a:lnTo>
                    <a:pt x="1802987" y="985266"/>
                  </a:lnTo>
                  <a:lnTo>
                    <a:pt x="1800987" y="984695"/>
                  </a:lnTo>
                  <a:lnTo>
                    <a:pt x="1800130" y="983552"/>
                  </a:lnTo>
                  <a:lnTo>
                    <a:pt x="1802797" y="978599"/>
                  </a:lnTo>
                  <a:lnTo>
                    <a:pt x="1803654" y="976313"/>
                  </a:lnTo>
                  <a:lnTo>
                    <a:pt x="1803749" y="973931"/>
                  </a:lnTo>
                  <a:lnTo>
                    <a:pt x="1797558" y="957548"/>
                  </a:lnTo>
                  <a:lnTo>
                    <a:pt x="1791367" y="941165"/>
                  </a:lnTo>
                  <a:lnTo>
                    <a:pt x="1789462" y="938308"/>
                  </a:lnTo>
                  <a:lnTo>
                    <a:pt x="1788605" y="936593"/>
                  </a:lnTo>
                  <a:lnTo>
                    <a:pt x="1788033" y="935069"/>
                  </a:lnTo>
                  <a:lnTo>
                    <a:pt x="1788033" y="935069"/>
                  </a:lnTo>
                  <a:lnTo>
                    <a:pt x="1788033" y="933545"/>
                  </a:lnTo>
                  <a:lnTo>
                    <a:pt x="1787938" y="932212"/>
                  </a:lnTo>
                  <a:lnTo>
                    <a:pt x="1787652" y="930974"/>
                  </a:lnTo>
                  <a:lnTo>
                    <a:pt x="1787081" y="929735"/>
                  </a:lnTo>
                  <a:lnTo>
                    <a:pt x="1785366" y="928021"/>
                  </a:lnTo>
                  <a:lnTo>
                    <a:pt x="1784604" y="926973"/>
                  </a:lnTo>
                  <a:lnTo>
                    <a:pt x="1784318" y="925640"/>
                  </a:lnTo>
                  <a:lnTo>
                    <a:pt x="1784699" y="922877"/>
                  </a:lnTo>
                  <a:lnTo>
                    <a:pt x="1786128" y="917639"/>
                  </a:lnTo>
                  <a:lnTo>
                    <a:pt x="1786128" y="914781"/>
                  </a:lnTo>
                  <a:lnTo>
                    <a:pt x="1784033" y="904018"/>
                  </a:lnTo>
                  <a:lnTo>
                    <a:pt x="1783937" y="901351"/>
                  </a:lnTo>
                  <a:lnTo>
                    <a:pt x="1784318" y="898303"/>
                  </a:lnTo>
                  <a:lnTo>
                    <a:pt x="1785747" y="892778"/>
                  </a:lnTo>
                  <a:lnTo>
                    <a:pt x="1786604" y="891159"/>
                  </a:lnTo>
                  <a:lnTo>
                    <a:pt x="1786795" y="890302"/>
                  </a:lnTo>
                  <a:lnTo>
                    <a:pt x="1786414" y="889349"/>
                  </a:lnTo>
                  <a:lnTo>
                    <a:pt x="1785461" y="888111"/>
                  </a:lnTo>
                  <a:lnTo>
                    <a:pt x="1785176" y="887444"/>
                  </a:lnTo>
                  <a:lnTo>
                    <a:pt x="1785271" y="886587"/>
                  </a:lnTo>
                  <a:lnTo>
                    <a:pt x="1786318" y="885254"/>
                  </a:lnTo>
                  <a:lnTo>
                    <a:pt x="1788128" y="884396"/>
                  </a:lnTo>
                  <a:lnTo>
                    <a:pt x="1791557" y="883634"/>
                  </a:lnTo>
                  <a:lnTo>
                    <a:pt x="1792415" y="883063"/>
                  </a:lnTo>
                  <a:lnTo>
                    <a:pt x="1792700" y="882110"/>
                  </a:lnTo>
                  <a:lnTo>
                    <a:pt x="1792415" y="881158"/>
                  </a:lnTo>
                  <a:lnTo>
                    <a:pt x="1791557" y="880586"/>
                  </a:lnTo>
                  <a:lnTo>
                    <a:pt x="1783080" y="877253"/>
                  </a:lnTo>
                  <a:lnTo>
                    <a:pt x="1779842" y="875538"/>
                  </a:lnTo>
                  <a:lnTo>
                    <a:pt x="1778889" y="875062"/>
                  </a:lnTo>
                  <a:lnTo>
                    <a:pt x="1777460" y="874871"/>
                  </a:lnTo>
                  <a:lnTo>
                    <a:pt x="1768031" y="876872"/>
                  </a:lnTo>
                  <a:lnTo>
                    <a:pt x="1765554" y="876681"/>
                  </a:lnTo>
                  <a:lnTo>
                    <a:pt x="1759077" y="872585"/>
                  </a:lnTo>
                  <a:lnTo>
                    <a:pt x="1757743" y="870776"/>
                  </a:lnTo>
                  <a:lnTo>
                    <a:pt x="1758506" y="868585"/>
                  </a:lnTo>
                  <a:lnTo>
                    <a:pt x="1759553" y="867728"/>
                  </a:lnTo>
                  <a:lnTo>
                    <a:pt x="1762030" y="866489"/>
                  </a:lnTo>
                  <a:lnTo>
                    <a:pt x="1767268" y="861917"/>
                  </a:lnTo>
                  <a:lnTo>
                    <a:pt x="1767268" y="861917"/>
                  </a:lnTo>
                  <a:lnTo>
                    <a:pt x="1769269" y="860012"/>
                  </a:lnTo>
                  <a:lnTo>
                    <a:pt x="1771460" y="859060"/>
                  </a:lnTo>
                  <a:lnTo>
                    <a:pt x="1773746" y="858869"/>
                  </a:lnTo>
                  <a:lnTo>
                    <a:pt x="1777556" y="859536"/>
                  </a:lnTo>
                  <a:lnTo>
                    <a:pt x="1781366" y="858012"/>
                  </a:lnTo>
                  <a:lnTo>
                    <a:pt x="1785271" y="858203"/>
                  </a:lnTo>
                  <a:lnTo>
                    <a:pt x="1786604" y="858012"/>
                  </a:lnTo>
                  <a:lnTo>
                    <a:pt x="1787462" y="857250"/>
                  </a:lnTo>
                  <a:lnTo>
                    <a:pt x="1788414" y="854583"/>
                  </a:lnTo>
                  <a:lnTo>
                    <a:pt x="1789462" y="853726"/>
                  </a:lnTo>
                  <a:lnTo>
                    <a:pt x="1790605" y="853535"/>
                  </a:lnTo>
                  <a:lnTo>
                    <a:pt x="1794224" y="853916"/>
                  </a:lnTo>
                  <a:lnTo>
                    <a:pt x="1802702" y="850773"/>
                  </a:lnTo>
                  <a:lnTo>
                    <a:pt x="1805273" y="850773"/>
                  </a:lnTo>
                  <a:lnTo>
                    <a:pt x="1809560" y="852106"/>
                  </a:lnTo>
                  <a:lnTo>
                    <a:pt x="1810988" y="852011"/>
                  </a:lnTo>
                  <a:lnTo>
                    <a:pt x="1817465" y="849440"/>
                  </a:lnTo>
                  <a:lnTo>
                    <a:pt x="1819847" y="849440"/>
                  </a:lnTo>
                  <a:lnTo>
                    <a:pt x="1821942" y="848678"/>
                  </a:lnTo>
                  <a:lnTo>
                    <a:pt x="1826228" y="846296"/>
                  </a:lnTo>
                  <a:lnTo>
                    <a:pt x="1847183" y="839724"/>
                  </a:lnTo>
                  <a:lnTo>
                    <a:pt x="1851470" y="836676"/>
                  </a:lnTo>
                  <a:lnTo>
                    <a:pt x="1853756" y="835628"/>
                  </a:lnTo>
                  <a:lnTo>
                    <a:pt x="1855851" y="836200"/>
                  </a:lnTo>
                  <a:lnTo>
                    <a:pt x="1857661" y="836295"/>
                  </a:lnTo>
                  <a:lnTo>
                    <a:pt x="1858994" y="838581"/>
                  </a:lnTo>
                  <a:lnTo>
                    <a:pt x="1859852" y="841629"/>
                  </a:lnTo>
                  <a:lnTo>
                    <a:pt x="1860137" y="844201"/>
                  </a:lnTo>
                  <a:lnTo>
                    <a:pt x="1860233" y="845915"/>
                  </a:lnTo>
                  <a:lnTo>
                    <a:pt x="1860518" y="846963"/>
                  </a:lnTo>
                  <a:lnTo>
                    <a:pt x="1861280" y="847439"/>
                  </a:lnTo>
                  <a:lnTo>
                    <a:pt x="1864900" y="848011"/>
                  </a:lnTo>
                  <a:lnTo>
                    <a:pt x="1865757" y="848582"/>
                  </a:lnTo>
                  <a:lnTo>
                    <a:pt x="1866805" y="849725"/>
                  </a:lnTo>
                  <a:lnTo>
                    <a:pt x="1868900" y="850773"/>
                  </a:lnTo>
                  <a:lnTo>
                    <a:pt x="1871567" y="850106"/>
                  </a:lnTo>
                  <a:lnTo>
                    <a:pt x="1881664" y="844963"/>
                  </a:lnTo>
                  <a:lnTo>
                    <a:pt x="1884521" y="844201"/>
                  </a:lnTo>
                  <a:lnTo>
                    <a:pt x="1887093" y="844487"/>
                  </a:lnTo>
                  <a:lnTo>
                    <a:pt x="1889570" y="846201"/>
                  </a:lnTo>
                  <a:lnTo>
                    <a:pt x="1894046" y="851249"/>
                  </a:lnTo>
                  <a:lnTo>
                    <a:pt x="1896618" y="852869"/>
                  </a:lnTo>
                  <a:lnTo>
                    <a:pt x="1899952" y="852297"/>
                  </a:lnTo>
                  <a:lnTo>
                    <a:pt x="1902333" y="848297"/>
                  </a:lnTo>
                  <a:lnTo>
                    <a:pt x="1903857" y="842963"/>
                  </a:lnTo>
                  <a:lnTo>
                    <a:pt x="1904905" y="836200"/>
                  </a:lnTo>
                  <a:lnTo>
                    <a:pt x="1905000" y="833247"/>
                  </a:lnTo>
                  <a:lnTo>
                    <a:pt x="1904810" y="830485"/>
                  </a:lnTo>
                  <a:lnTo>
                    <a:pt x="1903952" y="829056"/>
                  </a:lnTo>
                  <a:lnTo>
                    <a:pt x="1898523" y="826770"/>
                  </a:lnTo>
                  <a:lnTo>
                    <a:pt x="1890617" y="825627"/>
                  </a:lnTo>
                  <a:lnTo>
                    <a:pt x="1888808" y="824675"/>
                  </a:lnTo>
                  <a:lnTo>
                    <a:pt x="1888808" y="824675"/>
                  </a:lnTo>
                  <a:lnTo>
                    <a:pt x="1888808" y="824675"/>
                  </a:lnTo>
                  <a:lnTo>
                    <a:pt x="1886903" y="821722"/>
                  </a:lnTo>
                  <a:lnTo>
                    <a:pt x="1887188" y="820103"/>
                  </a:lnTo>
                  <a:lnTo>
                    <a:pt x="1887569" y="818007"/>
                  </a:lnTo>
                  <a:lnTo>
                    <a:pt x="1889189" y="814102"/>
                  </a:lnTo>
                  <a:lnTo>
                    <a:pt x="1891093" y="806672"/>
                  </a:lnTo>
                  <a:lnTo>
                    <a:pt x="1895094" y="799814"/>
                  </a:lnTo>
                  <a:lnTo>
                    <a:pt x="1896618" y="796195"/>
                  </a:lnTo>
                  <a:lnTo>
                    <a:pt x="1897285" y="794004"/>
                  </a:lnTo>
                  <a:lnTo>
                    <a:pt x="1898714" y="787051"/>
                  </a:lnTo>
                  <a:lnTo>
                    <a:pt x="1898714" y="787051"/>
                  </a:lnTo>
                  <a:lnTo>
                    <a:pt x="1900047" y="776573"/>
                  </a:lnTo>
                  <a:lnTo>
                    <a:pt x="1901476" y="771620"/>
                  </a:lnTo>
                  <a:lnTo>
                    <a:pt x="1903571" y="767144"/>
                  </a:lnTo>
                  <a:lnTo>
                    <a:pt x="1907096" y="761333"/>
                  </a:lnTo>
                  <a:lnTo>
                    <a:pt x="1907858" y="758952"/>
                  </a:lnTo>
                  <a:lnTo>
                    <a:pt x="1908524" y="754856"/>
                  </a:lnTo>
                  <a:lnTo>
                    <a:pt x="1908905" y="753523"/>
                  </a:lnTo>
                  <a:lnTo>
                    <a:pt x="1911001" y="749046"/>
                  </a:lnTo>
                  <a:lnTo>
                    <a:pt x="1915859" y="730758"/>
                  </a:lnTo>
                  <a:lnTo>
                    <a:pt x="1923574" y="714661"/>
                  </a:lnTo>
                  <a:lnTo>
                    <a:pt x="1923860" y="713423"/>
                  </a:lnTo>
                  <a:lnTo>
                    <a:pt x="1923955" y="712089"/>
                  </a:lnTo>
                  <a:lnTo>
                    <a:pt x="1923669" y="710756"/>
                  </a:lnTo>
                  <a:lnTo>
                    <a:pt x="1923479" y="709231"/>
                  </a:lnTo>
                  <a:lnTo>
                    <a:pt x="1923764" y="707708"/>
                  </a:lnTo>
                  <a:lnTo>
                    <a:pt x="1924526" y="704850"/>
                  </a:lnTo>
                  <a:lnTo>
                    <a:pt x="1924526" y="703993"/>
                  </a:lnTo>
                  <a:lnTo>
                    <a:pt x="1924145" y="702469"/>
                  </a:lnTo>
                  <a:lnTo>
                    <a:pt x="1924050" y="701707"/>
                  </a:lnTo>
                  <a:lnTo>
                    <a:pt x="1924241" y="700850"/>
                  </a:lnTo>
                  <a:lnTo>
                    <a:pt x="1924812" y="699230"/>
                  </a:lnTo>
                  <a:lnTo>
                    <a:pt x="1925003" y="698373"/>
                  </a:lnTo>
                  <a:lnTo>
                    <a:pt x="1924907" y="695230"/>
                  </a:lnTo>
                  <a:lnTo>
                    <a:pt x="1925288" y="694373"/>
                  </a:lnTo>
                  <a:lnTo>
                    <a:pt x="1926622" y="693706"/>
                  </a:lnTo>
                  <a:lnTo>
                    <a:pt x="1927955" y="693420"/>
                  </a:lnTo>
                  <a:lnTo>
                    <a:pt x="1929384" y="693325"/>
                  </a:lnTo>
                  <a:lnTo>
                    <a:pt x="1930813" y="693515"/>
                  </a:lnTo>
                  <a:lnTo>
                    <a:pt x="1932051" y="693992"/>
                  </a:lnTo>
                  <a:lnTo>
                    <a:pt x="1934813" y="696373"/>
                  </a:lnTo>
                  <a:lnTo>
                    <a:pt x="1935861" y="697040"/>
                  </a:lnTo>
                  <a:lnTo>
                    <a:pt x="1940719" y="698087"/>
                  </a:lnTo>
                  <a:lnTo>
                    <a:pt x="1942814" y="699135"/>
                  </a:lnTo>
                  <a:lnTo>
                    <a:pt x="1951863" y="705136"/>
                  </a:lnTo>
                  <a:lnTo>
                    <a:pt x="1971961" y="712280"/>
                  </a:lnTo>
                  <a:lnTo>
                    <a:pt x="1976914" y="712280"/>
                  </a:lnTo>
                  <a:lnTo>
                    <a:pt x="1980629" y="713042"/>
                  </a:lnTo>
                  <a:lnTo>
                    <a:pt x="1981867" y="712851"/>
                  </a:lnTo>
                  <a:lnTo>
                    <a:pt x="1985201" y="710851"/>
                  </a:lnTo>
                  <a:lnTo>
                    <a:pt x="1985201" y="710851"/>
                  </a:lnTo>
                  <a:lnTo>
                    <a:pt x="1985201" y="710851"/>
                  </a:lnTo>
                  <a:lnTo>
                    <a:pt x="1985201" y="710851"/>
                  </a:lnTo>
                  <a:lnTo>
                    <a:pt x="1990820" y="710279"/>
                  </a:lnTo>
                  <a:lnTo>
                    <a:pt x="1997297" y="710851"/>
                  </a:lnTo>
                  <a:lnTo>
                    <a:pt x="1997297" y="710851"/>
                  </a:lnTo>
                  <a:lnTo>
                    <a:pt x="1998155" y="710756"/>
                  </a:lnTo>
                  <a:lnTo>
                    <a:pt x="1999012" y="710851"/>
                  </a:lnTo>
                  <a:lnTo>
                    <a:pt x="2001869" y="712184"/>
                  </a:lnTo>
                  <a:lnTo>
                    <a:pt x="2004251" y="712565"/>
                  </a:lnTo>
                  <a:lnTo>
                    <a:pt x="2009299" y="711327"/>
                  </a:lnTo>
                  <a:lnTo>
                    <a:pt x="2011775" y="711518"/>
                  </a:lnTo>
                  <a:lnTo>
                    <a:pt x="2013680" y="712565"/>
                  </a:lnTo>
                  <a:lnTo>
                    <a:pt x="2015395" y="714280"/>
                  </a:lnTo>
                  <a:lnTo>
                    <a:pt x="2016443" y="716566"/>
                  </a:lnTo>
                  <a:lnTo>
                    <a:pt x="2016347" y="719328"/>
                  </a:lnTo>
                  <a:lnTo>
                    <a:pt x="2015776" y="720566"/>
                  </a:lnTo>
                  <a:lnTo>
                    <a:pt x="2015014" y="721805"/>
                  </a:lnTo>
                  <a:lnTo>
                    <a:pt x="2014538" y="722948"/>
                  </a:lnTo>
                  <a:lnTo>
                    <a:pt x="2014728" y="723995"/>
                  </a:lnTo>
                  <a:lnTo>
                    <a:pt x="2015776" y="724472"/>
                  </a:lnTo>
                  <a:lnTo>
                    <a:pt x="2017205" y="724186"/>
                  </a:lnTo>
                  <a:lnTo>
                    <a:pt x="2021015" y="722567"/>
                  </a:lnTo>
                  <a:lnTo>
                    <a:pt x="2025015" y="721709"/>
                  </a:lnTo>
                  <a:lnTo>
                    <a:pt x="2026063" y="720947"/>
                  </a:lnTo>
                  <a:lnTo>
                    <a:pt x="2027301" y="718661"/>
                  </a:lnTo>
                  <a:lnTo>
                    <a:pt x="2028158" y="717804"/>
                  </a:lnTo>
                  <a:lnTo>
                    <a:pt x="2028920" y="717328"/>
                  </a:lnTo>
                  <a:lnTo>
                    <a:pt x="2031302" y="716756"/>
                  </a:lnTo>
                  <a:lnTo>
                    <a:pt x="2031968" y="716280"/>
                  </a:lnTo>
                  <a:lnTo>
                    <a:pt x="2033492" y="714566"/>
                  </a:lnTo>
                  <a:lnTo>
                    <a:pt x="2037112" y="711899"/>
                  </a:lnTo>
                  <a:lnTo>
                    <a:pt x="2038255" y="710756"/>
                  </a:lnTo>
                  <a:lnTo>
                    <a:pt x="2039493" y="708470"/>
                  </a:lnTo>
                  <a:lnTo>
                    <a:pt x="2040255" y="707708"/>
                  </a:lnTo>
                  <a:lnTo>
                    <a:pt x="2041303" y="707136"/>
                  </a:lnTo>
                  <a:lnTo>
                    <a:pt x="2042351" y="706946"/>
                  </a:lnTo>
                  <a:lnTo>
                    <a:pt x="2045399" y="707327"/>
                  </a:lnTo>
                  <a:lnTo>
                    <a:pt x="2052161" y="706279"/>
                  </a:lnTo>
                  <a:lnTo>
                    <a:pt x="2055686" y="706374"/>
                  </a:lnTo>
                  <a:lnTo>
                    <a:pt x="2056067" y="705422"/>
                  </a:lnTo>
                  <a:lnTo>
                    <a:pt x="2056162" y="703993"/>
                  </a:lnTo>
                  <a:lnTo>
                    <a:pt x="2056638" y="702659"/>
                  </a:lnTo>
                  <a:lnTo>
                    <a:pt x="2057305" y="701612"/>
                  </a:lnTo>
                  <a:lnTo>
                    <a:pt x="2057781" y="700564"/>
                  </a:lnTo>
                  <a:lnTo>
                    <a:pt x="2058067" y="699421"/>
                  </a:lnTo>
                  <a:lnTo>
                    <a:pt x="2058257" y="697992"/>
                  </a:lnTo>
                  <a:lnTo>
                    <a:pt x="2058734" y="696658"/>
                  </a:lnTo>
                  <a:lnTo>
                    <a:pt x="2059781" y="695897"/>
                  </a:lnTo>
                  <a:lnTo>
                    <a:pt x="2061020" y="695516"/>
                  </a:lnTo>
                  <a:lnTo>
                    <a:pt x="2063401" y="695230"/>
                  </a:lnTo>
                  <a:lnTo>
                    <a:pt x="2064068" y="694563"/>
                  </a:lnTo>
                  <a:lnTo>
                    <a:pt x="2064353" y="693420"/>
                  </a:lnTo>
                  <a:lnTo>
                    <a:pt x="2064544" y="691801"/>
                  </a:lnTo>
                  <a:lnTo>
                    <a:pt x="2065115" y="689229"/>
                  </a:lnTo>
                  <a:lnTo>
                    <a:pt x="2065115" y="687991"/>
                  </a:lnTo>
                  <a:lnTo>
                    <a:pt x="2064639" y="686562"/>
                  </a:lnTo>
                  <a:lnTo>
                    <a:pt x="2064449" y="685229"/>
                  </a:lnTo>
                  <a:lnTo>
                    <a:pt x="2064830" y="683800"/>
                  </a:lnTo>
                  <a:lnTo>
                    <a:pt x="2065115" y="682276"/>
                  </a:lnTo>
                  <a:lnTo>
                    <a:pt x="2064639" y="680656"/>
                  </a:lnTo>
                  <a:lnTo>
                    <a:pt x="2060924" y="674561"/>
                  </a:lnTo>
                  <a:lnTo>
                    <a:pt x="2060067" y="672275"/>
                  </a:lnTo>
                  <a:lnTo>
                    <a:pt x="2060067" y="672275"/>
                  </a:lnTo>
                  <a:lnTo>
                    <a:pt x="2059781" y="669893"/>
                  </a:lnTo>
                  <a:lnTo>
                    <a:pt x="2060639" y="664655"/>
                  </a:lnTo>
                  <a:lnTo>
                    <a:pt x="2060639" y="662083"/>
                  </a:lnTo>
                  <a:lnTo>
                    <a:pt x="2056447" y="638937"/>
                  </a:lnTo>
                  <a:lnTo>
                    <a:pt x="2056543" y="637032"/>
                  </a:lnTo>
                  <a:lnTo>
                    <a:pt x="2057114" y="635318"/>
                  </a:lnTo>
                  <a:lnTo>
                    <a:pt x="2058067" y="633222"/>
                  </a:lnTo>
                  <a:lnTo>
                    <a:pt x="2058829" y="630269"/>
                  </a:lnTo>
                  <a:lnTo>
                    <a:pt x="2060162" y="621602"/>
                  </a:lnTo>
                  <a:lnTo>
                    <a:pt x="2067116" y="604457"/>
                  </a:lnTo>
                  <a:lnTo>
                    <a:pt x="2068640" y="601980"/>
                  </a:lnTo>
                  <a:lnTo>
                    <a:pt x="2070545" y="600551"/>
                  </a:lnTo>
                  <a:lnTo>
                    <a:pt x="2082260" y="598837"/>
                  </a:lnTo>
                  <a:lnTo>
                    <a:pt x="2092071" y="599694"/>
                  </a:lnTo>
                  <a:lnTo>
                    <a:pt x="2094929" y="598170"/>
                  </a:lnTo>
                  <a:lnTo>
                    <a:pt x="2097024" y="595598"/>
                  </a:lnTo>
                  <a:lnTo>
                    <a:pt x="2098167" y="594551"/>
                  </a:lnTo>
                  <a:lnTo>
                    <a:pt x="2099596" y="593979"/>
                  </a:lnTo>
                  <a:lnTo>
                    <a:pt x="2104739" y="594360"/>
                  </a:lnTo>
                  <a:lnTo>
                    <a:pt x="2110835" y="591884"/>
                  </a:lnTo>
                  <a:lnTo>
                    <a:pt x="2111788" y="591122"/>
                  </a:lnTo>
                  <a:lnTo>
                    <a:pt x="2112359" y="590169"/>
                  </a:lnTo>
                  <a:lnTo>
                    <a:pt x="2113312" y="587407"/>
                  </a:lnTo>
                  <a:lnTo>
                    <a:pt x="2113979" y="586169"/>
                  </a:lnTo>
                  <a:lnTo>
                    <a:pt x="2114836" y="585121"/>
                  </a:lnTo>
                  <a:lnTo>
                    <a:pt x="2117312" y="582644"/>
                  </a:lnTo>
                  <a:lnTo>
                    <a:pt x="2121313" y="577120"/>
                  </a:lnTo>
                  <a:lnTo>
                    <a:pt x="2121694" y="576167"/>
                  </a:lnTo>
                  <a:lnTo>
                    <a:pt x="2121694" y="575120"/>
                  </a:lnTo>
                  <a:lnTo>
                    <a:pt x="2121122" y="571691"/>
                  </a:lnTo>
                  <a:lnTo>
                    <a:pt x="2121027" y="570738"/>
                  </a:lnTo>
                  <a:lnTo>
                    <a:pt x="2121408" y="569976"/>
                  </a:lnTo>
                  <a:lnTo>
                    <a:pt x="2122361" y="568833"/>
                  </a:lnTo>
                  <a:lnTo>
                    <a:pt x="2123694" y="566357"/>
                  </a:lnTo>
                  <a:lnTo>
                    <a:pt x="2122837" y="564833"/>
                  </a:lnTo>
                  <a:lnTo>
                    <a:pt x="2121122" y="563213"/>
                  </a:lnTo>
                  <a:lnTo>
                    <a:pt x="2119884" y="560546"/>
                  </a:lnTo>
                  <a:lnTo>
                    <a:pt x="2119503" y="558546"/>
                  </a:lnTo>
                  <a:lnTo>
                    <a:pt x="2119408" y="557213"/>
                  </a:lnTo>
                  <a:lnTo>
                    <a:pt x="2119598" y="555974"/>
                  </a:lnTo>
                  <a:lnTo>
                    <a:pt x="2120360" y="554355"/>
                  </a:lnTo>
                  <a:lnTo>
                    <a:pt x="2121218" y="552926"/>
                  </a:lnTo>
                  <a:lnTo>
                    <a:pt x="2122075" y="551974"/>
                  </a:lnTo>
                  <a:lnTo>
                    <a:pt x="2124075" y="550164"/>
                  </a:lnTo>
                  <a:lnTo>
                    <a:pt x="2125028" y="548831"/>
                  </a:lnTo>
                  <a:lnTo>
                    <a:pt x="2126171" y="545973"/>
                  </a:lnTo>
                  <a:lnTo>
                    <a:pt x="2127314" y="545021"/>
                  </a:lnTo>
                  <a:lnTo>
                    <a:pt x="2128742" y="544925"/>
                  </a:lnTo>
                  <a:lnTo>
                    <a:pt x="2131886" y="545878"/>
                  </a:lnTo>
                  <a:lnTo>
                    <a:pt x="2133410" y="546068"/>
                  </a:lnTo>
                  <a:lnTo>
                    <a:pt x="2140839" y="543116"/>
                  </a:lnTo>
                  <a:lnTo>
                    <a:pt x="2143220" y="543687"/>
                  </a:lnTo>
                  <a:lnTo>
                    <a:pt x="2145221" y="544830"/>
                  </a:lnTo>
                  <a:lnTo>
                    <a:pt x="2151698" y="546735"/>
                  </a:lnTo>
                  <a:lnTo>
                    <a:pt x="2151031" y="544068"/>
                  </a:lnTo>
                  <a:close/>
                  <a:moveTo>
                    <a:pt x="321469" y="823913"/>
                  </a:moveTo>
                  <a:lnTo>
                    <a:pt x="320612" y="824579"/>
                  </a:lnTo>
                  <a:lnTo>
                    <a:pt x="319850" y="825722"/>
                  </a:lnTo>
                  <a:lnTo>
                    <a:pt x="320326" y="827342"/>
                  </a:lnTo>
                  <a:lnTo>
                    <a:pt x="321754" y="829151"/>
                  </a:lnTo>
                  <a:lnTo>
                    <a:pt x="323850" y="830866"/>
                  </a:lnTo>
                  <a:lnTo>
                    <a:pt x="326422" y="831818"/>
                  </a:lnTo>
                  <a:lnTo>
                    <a:pt x="327755" y="831247"/>
                  </a:lnTo>
                  <a:lnTo>
                    <a:pt x="327755" y="829723"/>
                  </a:lnTo>
                  <a:lnTo>
                    <a:pt x="327565" y="828485"/>
                  </a:lnTo>
                  <a:lnTo>
                    <a:pt x="327279" y="827151"/>
                  </a:lnTo>
                  <a:lnTo>
                    <a:pt x="326993" y="826008"/>
                  </a:lnTo>
                  <a:lnTo>
                    <a:pt x="326231" y="823817"/>
                  </a:lnTo>
                  <a:lnTo>
                    <a:pt x="325279" y="822484"/>
                  </a:lnTo>
                  <a:lnTo>
                    <a:pt x="324231" y="822198"/>
                  </a:lnTo>
                  <a:lnTo>
                    <a:pt x="322326" y="822103"/>
                  </a:lnTo>
                  <a:lnTo>
                    <a:pt x="322040" y="822389"/>
                  </a:lnTo>
                  <a:lnTo>
                    <a:pt x="322231" y="822865"/>
                  </a:lnTo>
                  <a:lnTo>
                    <a:pt x="322040" y="823436"/>
                  </a:lnTo>
                  <a:lnTo>
                    <a:pt x="321469" y="823913"/>
                  </a:lnTo>
                  <a:close/>
                  <a:moveTo>
                    <a:pt x="203168" y="858203"/>
                  </a:moveTo>
                  <a:lnTo>
                    <a:pt x="203549" y="857536"/>
                  </a:lnTo>
                  <a:lnTo>
                    <a:pt x="204026" y="856012"/>
                  </a:lnTo>
                  <a:lnTo>
                    <a:pt x="203740" y="855155"/>
                  </a:lnTo>
                  <a:lnTo>
                    <a:pt x="203549" y="855059"/>
                  </a:lnTo>
                  <a:lnTo>
                    <a:pt x="203264" y="855345"/>
                  </a:lnTo>
                  <a:lnTo>
                    <a:pt x="202787" y="855536"/>
                  </a:lnTo>
                  <a:lnTo>
                    <a:pt x="201835" y="855536"/>
                  </a:lnTo>
                  <a:lnTo>
                    <a:pt x="201549" y="855536"/>
                  </a:lnTo>
                  <a:lnTo>
                    <a:pt x="201263" y="855536"/>
                  </a:lnTo>
                  <a:lnTo>
                    <a:pt x="200692" y="855631"/>
                  </a:lnTo>
                  <a:lnTo>
                    <a:pt x="200025" y="856107"/>
                  </a:lnTo>
                  <a:lnTo>
                    <a:pt x="199739" y="857250"/>
                  </a:lnTo>
                  <a:lnTo>
                    <a:pt x="199549" y="858965"/>
                  </a:lnTo>
                  <a:lnTo>
                    <a:pt x="199168" y="860774"/>
                  </a:lnTo>
                  <a:lnTo>
                    <a:pt x="198977" y="862584"/>
                  </a:lnTo>
                  <a:lnTo>
                    <a:pt x="199358" y="864203"/>
                  </a:lnTo>
                  <a:lnTo>
                    <a:pt x="200216" y="864775"/>
                  </a:lnTo>
                  <a:lnTo>
                    <a:pt x="201454" y="864489"/>
                  </a:lnTo>
                  <a:lnTo>
                    <a:pt x="202502" y="863441"/>
                  </a:lnTo>
                  <a:lnTo>
                    <a:pt x="202978" y="861822"/>
                  </a:lnTo>
                  <a:lnTo>
                    <a:pt x="202597" y="858965"/>
                  </a:lnTo>
                  <a:lnTo>
                    <a:pt x="202787" y="858488"/>
                  </a:lnTo>
                  <a:lnTo>
                    <a:pt x="203168" y="858203"/>
                  </a:lnTo>
                  <a:close/>
                  <a:moveTo>
                    <a:pt x="224123" y="866585"/>
                  </a:moveTo>
                  <a:lnTo>
                    <a:pt x="223742" y="865823"/>
                  </a:lnTo>
                  <a:lnTo>
                    <a:pt x="223361" y="865727"/>
                  </a:lnTo>
                  <a:lnTo>
                    <a:pt x="223171" y="865346"/>
                  </a:lnTo>
                  <a:lnTo>
                    <a:pt x="222980" y="864775"/>
                  </a:lnTo>
                  <a:lnTo>
                    <a:pt x="222695" y="864775"/>
                  </a:lnTo>
                  <a:lnTo>
                    <a:pt x="222409" y="865251"/>
                  </a:lnTo>
                  <a:lnTo>
                    <a:pt x="221933" y="865823"/>
                  </a:lnTo>
                  <a:lnTo>
                    <a:pt x="221171" y="866204"/>
                  </a:lnTo>
                  <a:lnTo>
                    <a:pt x="220218" y="865918"/>
                  </a:lnTo>
                  <a:lnTo>
                    <a:pt x="219361" y="864870"/>
                  </a:lnTo>
                  <a:lnTo>
                    <a:pt x="218980" y="863822"/>
                  </a:lnTo>
                  <a:lnTo>
                    <a:pt x="218599" y="863822"/>
                  </a:lnTo>
                  <a:lnTo>
                    <a:pt x="218504" y="864965"/>
                  </a:lnTo>
                  <a:lnTo>
                    <a:pt x="219266" y="866299"/>
                  </a:lnTo>
                  <a:lnTo>
                    <a:pt x="221647" y="867918"/>
                  </a:lnTo>
                  <a:lnTo>
                    <a:pt x="222028" y="868871"/>
                  </a:lnTo>
                  <a:lnTo>
                    <a:pt x="221837" y="869633"/>
                  </a:lnTo>
                  <a:lnTo>
                    <a:pt x="222028" y="870109"/>
                  </a:lnTo>
                  <a:lnTo>
                    <a:pt x="222599" y="870299"/>
                  </a:lnTo>
                  <a:lnTo>
                    <a:pt x="222599" y="870776"/>
                  </a:lnTo>
                  <a:lnTo>
                    <a:pt x="222123" y="871538"/>
                  </a:lnTo>
                  <a:lnTo>
                    <a:pt x="222314" y="872014"/>
                  </a:lnTo>
                  <a:lnTo>
                    <a:pt x="223076" y="871823"/>
                  </a:lnTo>
                  <a:lnTo>
                    <a:pt x="223838" y="871347"/>
                  </a:lnTo>
                  <a:lnTo>
                    <a:pt x="224504" y="871156"/>
                  </a:lnTo>
                  <a:lnTo>
                    <a:pt x="225647" y="871442"/>
                  </a:lnTo>
                  <a:lnTo>
                    <a:pt x="225457" y="871061"/>
                  </a:lnTo>
                  <a:lnTo>
                    <a:pt x="224695" y="869918"/>
                  </a:lnTo>
                  <a:lnTo>
                    <a:pt x="224314" y="869156"/>
                  </a:lnTo>
                  <a:lnTo>
                    <a:pt x="224314" y="868299"/>
                  </a:lnTo>
                  <a:lnTo>
                    <a:pt x="224123" y="866585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3" name="Freeform: Shape 25">
              <a:extLst>
                <a:ext uri="{FF2B5EF4-FFF2-40B4-BE49-F238E27FC236}">
                  <a16:creationId xmlns:a16="http://schemas.microsoft.com/office/drawing/2014/main" id="{10621197-43DF-2A3D-0E7B-EEEA9E9FD450}"/>
                </a:ext>
              </a:extLst>
            </p:cNvPr>
            <p:cNvSpPr/>
            <p:nvPr/>
          </p:nvSpPr>
          <p:spPr>
            <a:xfrm>
              <a:off x="7291768" y="2209704"/>
              <a:ext cx="1628775" cy="1371600"/>
            </a:xfrm>
            <a:custGeom>
              <a:avLst/>
              <a:gdLst>
                <a:gd name="connsiteX0" fmla="*/ 314134 w 1628775"/>
                <a:gd name="connsiteY0" fmla="*/ 874776 h 1371600"/>
                <a:gd name="connsiteX1" fmla="*/ 314230 w 1628775"/>
                <a:gd name="connsiteY1" fmla="*/ 874586 h 1371600"/>
                <a:gd name="connsiteX2" fmla="*/ 314230 w 1628775"/>
                <a:gd name="connsiteY2" fmla="*/ 874490 h 1371600"/>
                <a:gd name="connsiteX3" fmla="*/ 313849 w 1628775"/>
                <a:gd name="connsiteY3" fmla="*/ 873824 h 1371600"/>
                <a:gd name="connsiteX4" fmla="*/ 313087 w 1628775"/>
                <a:gd name="connsiteY4" fmla="*/ 872776 h 1371600"/>
                <a:gd name="connsiteX5" fmla="*/ 311848 w 1628775"/>
                <a:gd name="connsiteY5" fmla="*/ 871823 h 1371600"/>
                <a:gd name="connsiteX6" fmla="*/ 311182 w 1628775"/>
                <a:gd name="connsiteY6" fmla="*/ 870871 h 1371600"/>
                <a:gd name="connsiteX7" fmla="*/ 311563 w 1628775"/>
                <a:gd name="connsiteY7" fmla="*/ 868490 h 1371600"/>
                <a:gd name="connsiteX8" fmla="*/ 311182 w 1628775"/>
                <a:gd name="connsiteY8" fmla="*/ 867442 h 1371600"/>
                <a:gd name="connsiteX9" fmla="*/ 310420 w 1628775"/>
                <a:gd name="connsiteY9" fmla="*/ 867251 h 1371600"/>
                <a:gd name="connsiteX10" fmla="*/ 309563 w 1628775"/>
                <a:gd name="connsiteY10" fmla="*/ 866965 h 1371600"/>
                <a:gd name="connsiteX11" fmla="*/ 309563 w 1628775"/>
                <a:gd name="connsiteY11" fmla="*/ 866394 h 1371600"/>
                <a:gd name="connsiteX12" fmla="*/ 309658 w 1628775"/>
                <a:gd name="connsiteY12" fmla="*/ 865918 h 1371600"/>
                <a:gd name="connsiteX13" fmla="*/ 309467 w 1628775"/>
                <a:gd name="connsiteY13" fmla="*/ 864870 h 1371600"/>
                <a:gd name="connsiteX14" fmla="*/ 308229 w 1628775"/>
                <a:gd name="connsiteY14" fmla="*/ 865632 h 1371600"/>
                <a:gd name="connsiteX15" fmla="*/ 307943 w 1628775"/>
                <a:gd name="connsiteY15" fmla="*/ 866394 h 1371600"/>
                <a:gd name="connsiteX16" fmla="*/ 306038 w 1628775"/>
                <a:gd name="connsiteY16" fmla="*/ 867537 h 1371600"/>
                <a:gd name="connsiteX17" fmla="*/ 304895 w 1628775"/>
                <a:gd name="connsiteY17" fmla="*/ 867823 h 1371600"/>
                <a:gd name="connsiteX18" fmla="*/ 304038 w 1628775"/>
                <a:gd name="connsiteY18" fmla="*/ 868204 h 1371600"/>
                <a:gd name="connsiteX19" fmla="*/ 303752 w 1628775"/>
                <a:gd name="connsiteY19" fmla="*/ 868394 h 1371600"/>
                <a:gd name="connsiteX20" fmla="*/ 302990 w 1628775"/>
                <a:gd name="connsiteY20" fmla="*/ 866680 h 1371600"/>
                <a:gd name="connsiteX21" fmla="*/ 302609 w 1628775"/>
                <a:gd name="connsiteY21" fmla="*/ 865918 h 1371600"/>
                <a:gd name="connsiteX22" fmla="*/ 301657 w 1628775"/>
                <a:gd name="connsiteY22" fmla="*/ 865918 h 1371600"/>
                <a:gd name="connsiteX23" fmla="*/ 301180 w 1628775"/>
                <a:gd name="connsiteY23" fmla="*/ 866394 h 1371600"/>
                <a:gd name="connsiteX24" fmla="*/ 300704 w 1628775"/>
                <a:gd name="connsiteY24" fmla="*/ 867251 h 1371600"/>
                <a:gd name="connsiteX25" fmla="*/ 301180 w 1628775"/>
                <a:gd name="connsiteY25" fmla="*/ 868299 h 1371600"/>
                <a:gd name="connsiteX26" fmla="*/ 300799 w 1628775"/>
                <a:gd name="connsiteY26" fmla="*/ 868966 h 1371600"/>
                <a:gd name="connsiteX27" fmla="*/ 300704 w 1628775"/>
                <a:gd name="connsiteY27" fmla="*/ 869252 h 1371600"/>
                <a:gd name="connsiteX28" fmla="*/ 300704 w 1628775"/>
                <a:gd name="connsiteY28" fmla="*/ 869632 h 1371600"/>
                <a:gd name="connsiteX29" fmla="*/ 300799 w 1628775"/>
                <a:gd name="connsiteY29" fmla="*/ 869918 h 1371600"/>
                <a:gd name="connsiteX30" fmla="*/ 300990 w 1628775"/>
                <a:gd name="connsiteY30" fmla="*/ 870204 h 1371600"/>
                <a:gd name="connsiteX31" fmla="*/ 301085 w 1628775"/>
                <a:gd name="connsiteY31" fmla="*/ 870490 h 1371600"/>
                <a:gd name="connsiteX32" fmla="*/ 301276 w 1628775"/>
                <a:gd name="connsiteY32" fmla="*/ 871061 h 1371600"/>
                <a:gd name="connsiteX33" fmla="*/ 301371 w 1628775"/>
                <a:gd name="connsiteY33" fmla="*/ 871728 h 1371600"/>
                <a:gd name="connsiteX34" fmla="*/ 301371 w 1628775"/>
                <a:gd name="connsiteY34" fmla="*/ 872395 h 1371600"/>
                <a:gd name="connsiteX35" fmla="*/ 301276 w 1628775"/>
                <a:gd name="connsiteY35" fmla="*/ 873061 h 1371600"/>
                <a:gd name="connsiteX36" fmla="*/ 300609 w 1628775"/>
                <a:gd name="connsiteY36" fmla="*/ 874681 h 1371600"/>
                <a:gd name="connsiteX37" fmla="*/ 300514 w 1628775"/>
                <a:gd name="connsiteY37" fmla="*/ 875062 h 1371600"/>
                <a:gd name="connsiteX38" fmla="*/ 300418 w 1628775"/>
                <a:gd name="connsiteY38" fmla="*/ 874490 h 1371600"/>
                <a:gd name="connsiteX39" fmla="*/ 300228 w 1628775"/>
                <a:gd name="connsiteY39" fmla="*/ 873157 h 1371600"/>
                <a:gd name="connsiteX40" fmla="*/ 300133 w 1628775"/>
                <a:gd name="connsiteY40" fmla="*/ 872871 h 1371600"/>
                <a:gd name="connsiteX41" fmla="*/ 299752 w 1628775"/>
                <a:gd name="connsiteY41" fmla="*/ 873061 h 1371600"/>
                <a:gd name="connsiteX42" fmla="*/ 299466 w 1628775"/>
                <a:gd name="connsiteY42" fmla="*/ 873538 h 1371600"/>
                <a:gd name="connsiteX43" fmla="*/ 299180 w 1628775"/>
                <a:gd name="connsiteY43" fmla="*/ 874109 h 1371600"/>
                <a:gd name="connsiteX44" fmla="*/ 298990 w 1628775"/>
                <a:gd name="connsiteY44" fmla="*/ 874586 h 1371600"/>
                <a:gd name="connsiteX45" fmla="*/ 298609 w 1628775"/>
                <a:gd name="connsiteY45" fmla="*/ 875348 h 1371600"/>
                <a:gd name="connsiteX46" fmla="*/ 298418 w 1628775"/>
                <a:gd name="connsiteY46" fmla="*/ 876395 h 1371600"/>
                <a:gd name="connsiteX47" fmla="*/ 299371 w 1628775"/>
                <a:gd name="connsiteY47" fmla="*/ 876681 h 1371600"/>
                <a:gd name="connsiteX48" fmla="*/ 301180 w 1628775"/>
                <a:gd name="connsiteY48" fmla="*/ 877824 h 1371600"/>
                <a:gd name="connsiteX49" fmla="*/ 301752 w 1628775"/>
                <a:gd name="connsiteY49" fmla="*/ 877157 h 1371600"/>
                <a:gd name="connsiteX50" fmla="*/ 304324 w 1628775"/>
                <a:gd name="connsiteY50" fmla="*/ 876967 h 1371600"/>
                <a:gd name="connsiteX51" fmla="*/ 305562 w 1628775"/>
                <a:gd name="connsiteY51" fmla="*/ 877062 h 1371600"/>
                <a:gd name="connsiteX52" fmla="*/ 306610 w 1628775"/>
                <a:gd name="connsiteY52" fmla="*/ 878491 h 1371600"/>
                <a:gd name="connsiteX53" fmla="*/ 307562 w 1628775"/>
                <a:gd name="connsiteY53" fmla="*/ 879062 h 1371600"/>
                <a:gd name="connsiteX54" fmla="*/ 308420 w 1628775"/>
                <a:gd name="connsiteY54" fmla="*/ 878110 h 1371600"/>
                <a:gd name="connsiteX55" fmla="*/ 308515 w 1628775"/>
                <a:gd name="connsiteY55" fmla="*/ 877348 h 1371600"/>
                <a:gd name="connsiteX56" fmla="*/ 308610 w 1628775"/>
                <a:gd name="connsiteY56" fmla="*/ 876586 h 1371600"/>
                <a:gd name="connsiteX57" fmla="*/ 307848 w 1628775"/>
                <a:gd name="connsiteY57" fmla="*/ 875633 h 1371600"/>
                <a:gd name="connsiteX58" fmla="*/ 307562 w 1628775"/>
                <a:gd name="connsiteY58" fmla="*/ 875443 h 1371600"/>
                <a:gd name="connsiteX59" fmla="*/ 307372 w 1628775"/>
                <a:gd name="connsiteY59" fmla="*/ 875157 h 1371600"/>
                <a:gd name="connsiteX60" fmla="*/ 307562 w 1628775"/>
                <a:gd name="connsiteY60" fmla="*/ 874490 h 1371600"/>
                <a:gd name="connsiteX61" fmla="*/ 307753 w 1628775"/>
                <a:gd name="connsiteY61" fmla="*/ 874205 h 1371600"/>
                <a:gd name="connsiteX62" fmla="*/ 308229 w 1628775"/>
                <a:gd name="connsiteY62" fmla="*/ 874109 h 1371600"/>
                <a:gd name="connsiteX63" fmla="*/ 308515 w 1628775"/>
                <a:gd name="connsiteY63" fmla="*/ 873824 h 1371600"/>
                <a:gd name="connsiteX64" fmla="*/ 309658 w 1628775"/>
                <a:gd name="connsiteY64" fmla="*/ 874205 h 1371600"/>
                <a:gd name="connsiteX65" fmla="*/ 309753 w 1628775"/>
                <a:gd name="connsiteY65" fmla="*/ 874967 h 1371600"/>
                <a:gd name="connsiteX66" fmla="*/ 311848 w 1628775"/>
                <a:gd name="connsiteY66" fmla="*/ 874395 h 1371600"/>
                <a:gd name="connsiteX67" fmla="*/ 313087 w 1628775"/>
                <a:gd name="connsiteY67" fmla="*/ 874490 h 1371600"/>
                <a:gd name="connsiteX68" fmla="*/ 314134 w 1628775"/>
                <a:gd name="connsiteY68" fmla="*/ 874776 h 1371600"/>
                <a:gd name="connsiteX69" fmla="*/ 233553 w 1628775"/>
                <a:gd name="connsiteY69" fmla="*/ 1261967 h 1371600"/>
                <a:gd name="connsiteX70" fmla="*/ 233267 w 1628775"/>
                <a:gd name="connsiteY70" fmla="*/ 1261586 h 1371600"/>
                <a:gd name="connsiteX71" fmla="*/ 232791 w 1628775"/>
                <a:gd name="connsiteY71" fmla="*/ 1261682 h 1371600"/>
                <a:gd name="connsiteX72" fmla="*/ 232410 w 1628775"/>
                <a:gd name="connsiteY72" fmla="*/ 1262444 h 1371600"/>
                <a:gd name="connsiteX73" fmla="*/ 232220 w 1628775"/>
                <a:gd name="connsiteY73" fmla="*/ 1263682 h 1371600"/>
                <a:gd name="connsiteX74" fmla="*/ 232220 w 1628775"/>
                <a:gd name="connsiteY74" fmla="*/ 1264063 h 1371600"/>
                <a:gd name="connsiteX75" fmla="*/ 232220 w 1628775"/>
                <a:gd name="connsiteY75" fmla="*/ 1264634 h 1371600"/>
                <a:gd name="connsiteX76" fmla="*/ 232315 w 1628775"/>
                <a:gd name="connsiteY76" fmla="*/ 1265301 h 1371600"/>
                <a:gd name="connsiteX77" fmla="*/ 232696 w 1628775"/>
                <a:gd name="connsiteY77" fmla="*/ 1265587 h 1371600"/>
                <a:gd name="connsiteX78" fmla="*/ 233077 w 1628775"/>
                <a:gd name="connsiteY78" fmla="*/ 1265015 h 1371600"/>
                <a:gd name="connsiteX79" fmla="*/ 233172 w 1628775"/>
                <a:gd name="connsiteY79" fmla="*/ 1264253 h 1371600"/>
                <a:gd name="connsiteX80" fmla="*/ 233363 w 1628775"/>
                <a:gd name="connsiteY80" fmla="*/ 1263491 h 1371600"/>
                <a:gd name="connsiteX81" fmla="*/ 233553 w 1628775"/>
                <a:gd name="connsiteY81" fmla="*/ 1262729 h 1371600"/>
                <a:gd name="connsiteX82" fmla="*/ 233553 w 1628775"/>
                <a:gd name="connsiteY82" fmla="*/ 1262348 h 1371600"/>
                <a:gd name="connsiteX83" fmla="*/ 233553 w 1628775"/>
                <a:gd name="connsiteY83" fmla="*/ 1261967 h 1371600"/>
                <a:gd name="connsiteX84" fmla="*/ 226314 w 1628775"/>
                <a:gd name="connsiteY84" fmla="*/ 1239393 h 1371600"/>
                <a:gd name="connsiteX85" fmla="*/ 225742 w 1628775"/>
                <a:gd name="connsiteY85" fmla="*/ 1239488 h 1371600"/>
                <a:gd name="connsiteX86" fmla="*/ 225362 w 1628775"/>
                <a:gd name="connsiteY86" fmla="*/ 1239869 h 1371600"/>
                <a:gd name="connsiteX87" fmla="*/ 225076 w 1628775"/>
                <a:gd name="connsiteY87" fmla="*/ 1240536 h 1371600"/>
                <a:gd name="connsiteX88" fmla="*/ 225362 w 1628775"/>
                <a:gd name="connsiteY88" fmla="*/ 1240822 h 1371600"/>
                <a:gd name="connsiteX89" fmla="*/ 226028 w 1628775"/>
                <a:gd name="connsiteY89" fmla="*/ 1240727 h 1371600"/>
                <a:gd name="connsiteX90" fmla="*/ 226504 w 1628775"/>
                <a:gd name="connsiteY90" fmla="*/ 1240727 h 1371600"/>
                <a:gd name="connsiteX91" fmla="*/ 226885 w 1628775"/>
                <a:gd name="connsiteY91" fmla="*/ 1240346 h 1371600"/>
                <a:gd name="connsiteX92" fmla="*/ 226790 w 1628775"/>
                <a:gd name="connsiteY92" fmla="*/ 1239774 h 1371600"/>
                <a:gd name="connsiteX93" fmla="*/ 226314 w 1628775"/>
                <a:gd name="connsiteY93" fmla="*/ 1239393 h 1371600"/>
                <a:gd name="connsiteX94" fmla="*/ 31337 w 1628775"/>
                <a:gd name="connsiteY94" fmla="*/ 1287685 h 1371600"/>
                <a:gd name="connsiteX95" fmla="*/ 30385 w 1628775"/>
                <a:gd name="connsiteY95" fmla="*/ 1287971 h 1371600"/>
                <a:gd name="connsiteX96" fmla="*/ 30289 w 1628775"/>
                <a:gd name="connsiteY96" fmla="*/ 1288637 h 1371600"/>
                <a:gd name="connsiteX97" fmla="*/ 31242 w 1628775"/>
                <a:gd name="connsiteY97" fmla="*/ 1288447 h 1371600"/>
                <a:gd name="connsiteX98" fmla="*/ 32099 w 1628775"/>
                <a:gd name="connsiteY98" fmla="*/ 1288447 h 1371600"/>
                <a:gd name="connsiteX99" fmla="*/ 31718 w 1628775"/>
                <a:gd name="connsiteY99" fmla="*/ 1287780 h 1371600"/>
                <a:gd name="connsiteX100" fmla="*/ 31337 w 1628775"/>
                <a:gd name="connsiteY100" fmla="*/ 1287685 h 1371600"/>
                <a:gd name="connsiteX101" fmla="*/ 290513 w 1628775"/>
                <a:gd name="connsiteY101" fmla="*/ 1212818 h 1371600"/>
                <a:gd name="connsiteX102" fmla="*/ 290131 w 1628775"/>
                <a:gd name="connsiteY102" fmla="*/ 1212342 h 1371600"/>
                <a:gd name="connsiteX103" fmla="*/ 289370 w 1628775"/>
                <a:gd name="connsiteY103" fmla="*/ 1212152 h 1371600"/>
                <a:gd name="connsiteX104" fmla="*/ 288703 w 1628775"/>
                <a:gd name="connsiteY104" fmla="*/ 1212533 h 1371600"/>
                <a:gd name="connsiteX105" fmla="*/ 288322 w 1628775"/>
                <a:gd name="connsiteY105" fmla="*/ 1213009 h 1371600"/>
                <a:gd name="connsiteX106" fmla="*/ 287941 w 1628775"/>
                <a:gd name="connsiteY106" fmla="*/ 1213009 h 1371600"/>
                <a:gd name="connsiteX107" fmla="*/ 287655 w 1628775"/>
                <a:gd name="connsiteY107" fmla="*/ 1213104 h 1371600"/>
                <a:gd name="connsiteX108" fmla="*/ 287655 w 1628775"/>
                <a:gd name="connsiteY108" fmla="*/ 1213580 h 1371600"/>
                <a:gd name="connsiteX109" fmla="*/ 287941 w 1628775"/>
                <a:gd name="connsiteY109" fmla="*/ 1213771 h 1371600"/>
                <a:gd name="connsiteX110" fmla="*/ 288226 w 1628775"/>
                <a:gd name="connsiteY110" fmla="*/ 1213866 h 1371600"/>
                <a:gd name="connsiteX111" fmla="*/ 288512 w 1628775"/>
                <a:gd name="connsiteY111" fmla="*/ 1214152 h 1371600"/>
                <a:gd name="connsiteX112" fmla="*/ 289560 w 1628775"/>
                <a:gd name="connsiteY112" fmla="*/ 1214723 h 1371600"/>
                <a:gd name="connsiteX113" fmla="*/ 290417 w 1628775"/>
                <a:gd name="connsiteY113" fmla="*/ 1214819 h 1371600"/>
                <a:gd name="connsiteX114" fmla="*/ 290798 w 1628775"/>
                <a:gd name="connsiteY114" fmla="*/ 1214342 h 1371600"/>
                <a:gd name="connsiteX115" fmla="*/ 290798 w 1628775"/>
                <a:gd name="connsiteY115" fmla="*/ 1213199 h 1371600"/>
                <a:gd name="connsiteX116" fmla="*/ 290513 w 1628775"/>
                <a:gd name="connsiteY116" fmla="*/ 1212818 h 1371600"/>
                <a:gd name="connsiteX117" fmla="*/ 303752 w 1628775"/>
                <a:gd name="connsiteY117" fmla="*/ 1189387 h 1371600"/>
                <a:gd name="connsiteX118" fmla="*/ 303752 w 1628775"/>
                <a:gd name="connsiteY118" fmla="*/ 1189387 h 1371600"/>
                <a:gd name="connsiteX119" fmla="*/ 303657 w 1628775"/>
                <a:gd name="connsiteY119" fmla="*/ 1189101 h 1371600"/>
                <a:gd name="connsiteX120" fmla="*/ 300990 w 1628775"/>
                <a:gd name="connsiteY120" fmla="*/ 1190339 h 1371600"/>
                <a:gd name="connsiteX121" fmla="*/ 300228 w 1628775"/>
                <a:gd name="connsiteY121" fmla="*/ 1191006 h 1371600"/>
                <a:gd name="connsiteX122" fmla="*/ 299371 w 1628775"/>
                <a:gd name="connsiteY122" fmla="*/ 1191482 h 1371600"/>
                <a:gd name="connsiteX123" fmla="*/ 298418 w 1628775"/>
                <a:gd name="connsiteY123" fmla="*/ 1191482 h 1371600"/>
                <a:gd name="connsiteX124" fmla="*/ 296418 w 1628775"/>
                <a:gd name="connsiteY124" fmla="*/ 1191197 h 1371600"/>
                <a:gd name="connsiteX125" fmla="*/ 295656 w 1628775"/>
                <a:gd name="connsiteY125" fmla="*/ 1191292 h 1371600"/>
                <a:gd name="connsiteX126" fmla="*/ 295275 w 1628775"/>
                <a:gd name="connsiteY126" fmla="*/ 1191292 h 1371600"/>
                <a:gd name="connsiteX127" fmla="*/ 294989 w 1628775"/>
                <a:gd name="connsiteY127" fmla="*/ 1191387 h 1371600"/>
                <a:gd name="connsiteX128" fmla="*/ 294704 w 1628775"/>
                <a:gd name="connsiteY128" fmla="*/ 1191863 h 1371600"/>
                <a:gd name="connsiteX129" fmla="*/ 294608 w 1628775"/>
                <a:gd name="connsiteY129" fmla="*/ 1192435 h 1371600"/>
                <a:gd name="connsiteX130" fmla="*/ 294513 w 1628775"/>
                <a:gd name="connsiteY130" fmla="*/ 1193197 h 1371600"/>
                <a:gd name="connsiteX131" fmla="*/ 294608 w 1628775"/>
                <a:gd name="connsiteY131" fmla="*/ 1193959 h 1371600"/>
                <a:gd name="connsiteX132" fmla="*/ 294894 w 1628775"/>
                <a:gd name="connsiteY132" fmla="*/ 1194530 h 1371600"/>
                <a:gd name="connsiteX133" fmla="*/ 295561 w 1628775"/>
                <a:gd name="connsiteY133" fmla="*/ 1195007 h 1371600"/>
                <a:gd name="connsiteX134" fmla="*/ 296323 w 1628775"/>
                <a:gd name="connsiteY134" fmla="*/ 1195197 h 1371600"/>
                <a:gd name="connsiteX135" fmla="*/ 297085 w 1628775"/>
                <a:gd name="connsiteY135" fmla="*/ 1195007 h 1371600"/>
                <a:gd name="connsiteX136" fmla="*/ 297751 w 1628775"/>
                <a:gd name="connsiteY136" fmla="*/ 1194530 h 1371600"/>
                <a:gd name="connsiteX137" fmla="*/ 298132 w 1628775"/>
                <a:gd name="connsiteY137" fmla="*/ 1194435 h 1371600"/>
                <a:gd name="connsiteX138" fmla="*/ 298609 w 1628775"/>
                <a:gd name="connsiteY138" fmla="*/ 1194530 h 1371600"/>
                <a:gd name="connsiteX139" fmla="*/ 299085 w 1628775"/>
                <a:gd name="connsiteY139" fmla="*/ 1194340 h 1371600"/>
                <a:gd name="connsiteX140" fmla="*/ 299371 w 1628775"/>
                <a:gd name="connsiteY140" fmla="*/ 1193483 h 1371600"/>
                <a:gd name="connsiteX141" fmla="*/ 300038 w 1628775"/>
                <a:gd name="connsiteY141" fmla="*/ 1193673 h 1371600"/>
                <a:gd name="connsiteX142" fmla="*/ 300514 w 1628775"/>
                <a:gd name="connsiteY142" fmla="*/ 1193102 h 1371600"/>
                <a:gd name="connsiteX143" fmla="*/ 301276 w 1628775"/>
                <a:gd name="connsiteY143" fmla="*/ 1191578 h 1371600"/>
                <a:gd name="connsiteX144" fmla="*/ 302038 w 1628775"/>
                <a:gd name="connsiteY144" fmla="*/ 1190911 h 1371600"/>
                <a:gd name="connsiteX145" fmla="*/ 303466 w 1628775"/>
                <a:gd name="connsiteY145" fmla="*/ 1190054 h 1371600"/>
                <a:gd name="connsiteX146" fmla="*/ 303943 w 1628775"/>
                <a:gd name="connsiteY146" fmla="*/ 1189292 h 1371600"/>
                <a:gd name="connsiteX147" fmla="*/ 303752 w 1628775"/>
                <a:gd name="connsiteY147" fmla="*/ 1189387 h 1371600"/>
                <a:gd name="connsiteX148" fmla="*/ 303752 w 1628775"/>
                <a:gd name="connsiteY148" fmla="*/ 1189387 h 1371600"/>
                <a:gd name="connsiteX149" fmla="*/ 119348 w 1628775"/>
                <a:gd name="connsiteY149" fmla="*/ 1341501 h 1371600"/>
                <a:gd name="connsiteX150" fmla="*/ 118872 w 1628775"/>
                <a:gd name="connsiteY150" fmla="*/ 1341311 h 1371600"/>
                <a:gd name="connsiteX151" fmla="*/ 117920 w 1628775"/>
                <a:gd name="connsiteY151" fmla="*/ 1340930 h 1371600"/>
                <a:gd name="connsiteX152" fmla="*/ 117253 w 1628775"/>
                <a:gd name="connsiteY152" fmla="*/ 1341025 h 1371600"/>
                <a:gd name="connsiteX153" fmla="*/ 117062 w 1628775"/>
                <a:gd name="connsiteY153" fmla="*/ 1341596 h 1371600"/>
                <a:gd name="connsiteX154" fmla="*/ 116967 w 1628775"/>
                <a:gd name="connsiteY154" fmla="*/ 1342168 h 1371600"/>
                <a:gd name="connsiteX155" fmla="*/ 116586 w 1628775"/>
                <a:gd name="connsiteY155" fmla="*/ 1342263 h 1371600"/>
                <a:gd name="connsiteX156" fmla="*/ 116110 w 1628775"/>
                <a:gd name="connsiteY156" fmla="*/ 1342454 h 1371600"/>
                <a:gd name="connsiteX157" fmla="*/ 116014 w 1628775"/>
                <a:gd name="connsiteY157" fmla="*/ 1343120 h 1371600"/>
                <a:gd name="connsiteX158" fmla="*/ 116586 w 1628775"/>
                <a:gd name="connsiteY158" fmla="*/ 1343787 h 1371600"/>
                <a:gd name="connsiteX159" fmla="*/ 117538 w 1628775"/>
                <a:gd name="connsiteY159" fmla="*/ 1343978 h 1371600"/>
                <a:gd name="connsiteX160" fmla="*/ 119539 w 1628775"/>
                <a:gd name="connsiteY160" fmla="*/ 1343787 h 1371600"/>
                <a:gd name="connsiteX161" fmla="*/ 120205 w 1628775"/>
                <a:gd name="connsiteY161" fmla="*/ 1343120 h 1371600"/>
                <a:gd name="connsiteX162" fmla="*/ 119824 w 1628775"/>
                <a:gd name="connsiteY162" fmla="*/ 1341977 h 1371600"/>
                <a:gd name="connsiteX163" fmla="*/ 119348 w 1628775"/>
                <a:gd name="connsiteY163" fmla="*/ 1341501 h 1371600"/>
                <a:gd name="connsiteX164" fmla="*/ 72866 w 1628775"/>
                <a:gd name="connsiteY164" fmla="*/ 1356265 h 1371600"/>
                <a:gd name="connsiteX165" fmla="*/ 72485 w 1628775"/>
                <a:gd name="connsiteY165" fmla="*/ 1356455 h 1371600"/>
                <a:gd name="connsiteX166" fmla="*/ 71723 w 1628775"/>
                <a:gd name="connsiteY166" fmla="*/ 1357503 h 1371600"/>
                <a:gd name="connsiteX167" fmla="*/ 70009 w 1628775"/>
                <a:gd name="connsiteY167" fmla="*/ 1360932 h 1371600"/>
                <a:gd name="connsiteX168" fmla="*/ 69342 w 1628775"/>
                <a:gd name="connsiteY168" fmla="*/ 1361408 h 1371600"/>
                <a:gd name="connsiteX169" fmla="*/ 68485 w 1628775"/>
                <a:gd name="connsiteY169" fmla="*/ 1361789 h 1371600"/>
                <a:gd name="connsiteX170" fmla="*/ 68008 w 1628775"/>
                <a:gd name="connsiteY170" fmla="*/ 1362647 h 1371600"/>
                <a:gd name="connsiteX171" fmla="*/ 67628 w 1628775"/>
                <a:gd name="connsiteY171" fmla="*/ 1363694 h 1371600"/>
                <a:gd name="connsiteX172" fmla="*/ 67056 w 1628775"/>
                <a:gd name="connsiteY172" fmla="*/ 1364552 h 1371600"/>
                <a:gd name="connsiteX173" fmla="*/ 66580 w 1628775"/>
                <a:gd name="connsiteY173" fmla="*/ 1364837 h 1371600"/>
                <a:gd name="connsiteX174" fmla="*/ 66008 w 1628775"/>
                <a:gd name="connsiteY174" fmla="*/ 1364933 h 1371600"/>
                <a:gd name="connsiteX175" fmla="*/ 64770 w 1628775"/>
                <a:gd name="connsiteY175" fmla="*/ 1364933 h 1371600"/>
                <a:gd name="connsiteX176" fmla="*/ 64198 w 1628775"/>
                <a:gd name="connsiteY176" fmla="*/ 1364837 h 1371600"/>
                <a:gd name="connsiteX177" fmla="*/ 63722 w 1628775"/>
                <a:gd name="connsiteY177" fmla="*/ 1364552 h 1371600"/>
                <a:gd name="connsiteX178" fmla="*/ 63341 w 1628775"/>
                <a:gd name="connsiteY178" fmla="*/ 1364171 h 1371600"/>
                <a:gd name="connsiteX179" fmla="*/ 63055 w 1628775"/>
                <a:gd name="connsiteY179" fmla="*/ 1363980 h 1371600"/>
                <a:gd name="connsiteX180" fmla="*/ 62960 w 1628775"/>
                <a:gd name="connsiteY180" fmla="*/ 1363599 h 1371600"/>
                <a:gd name="connsiteX181" fmla="*/ 62770 w 1628775"/>
                <a:gd name="connsiteY181" fmla="*/ 1363313 h 1371600"/>
                <a:gd name="connsiteX182" fmla="*/ 62103 w 1628775"/>
                <a:gd name="connsiteY182" fmla="*/ 1363409 h 1371600"/>
                <a:gd name="connsiteX183" fmla="*/ 61913 w 1628775"/>
                <a:gd name="connsiteY183" fmla="*/ 1363599 h 1371600"/>
                <a:gd name="connsiteX184" fmla="*/ 61341 w 1628775"/>
                <a:gd name="connsiteY184" fmla="*/ 1364552 h 1371600"/>
                <a:gd name="connsiteX185" fmla="*/ 60960 w 1628775"/>
                <a:gd name="connsiteY185" fmla="*/ 1364933 h 1371600"/>
                <a:gd name="connsiteX186" fmla="*/ 60103 w 1628775"/>
                <a:gd name="connsiteY186" fmla="*/ 1365123 h 1371600"/>
                <a:gd name="connsiteX187" fmla="*/ 60103 w 1628775"/>
                <a:gd name="connsiteY187" fmla="*/ 1365504 h 1371600"/>
                <a:gd name="connsiteX188" fmla="*/ 60674 w 1628775"/>
                <a:gd name="connsiteY188" fmla="*/ 1365885 h 1371600"/>
                <a:gd name="connsiteX189" fmla="*/ 61531 w 1628775"/>
                <a:gd name="connsiteY189" fmla="*/ 1366076 h 1371600"/>
                <a:gd name="connsiteX190" fmla="*/ 62389 w 1628775"/>
                <a:gd name="connsiteY190" fmla="*/ 1366361 h 1371600"/>
                <a:gd name="connsiteX191" fmla="*/ 62674 w 1628775"/>
                <a:gd name="connsiteY191" fmla="*/ 1366933 h 1371600"/>
                <a:gd name="connsiteX192" fmla="*/ 62865 w 1628775"/>
                <a:gd name="connsiteY192" fmla="*/ 1367600 h 1371600"/>
                <a:gd name="connsiteX193" fmla="*/ 63437 w 1628775"/>
                <a:gd name="connsiteY193" fmla="*/ 1367981 h 1371600"/>
                <a:gd name="connsiteX194" fmla="*/ 62293 w 1628775"/>
                <a:gd name="connsiteY194" fmla="*/ 1369409 h 1371600"/>
                <a:gd name="connsiteX195" fmla="*/ 63246 w 1628775"/>
                <a:gd name="connsiteY195" fmla="*/ 1370457 h 1371600"/>
                <a:gd name="connsiteX196" fmla="*/ 65151 w 1628775"/>
                <a:gd name="connsiteY196" fmla="*/ 1370933 h 1371600"/>
                <a:gd name="connsiteX197" fmla="*/ 66961 w 1628775"/>
                <a:gd name="connsiteY197" fmla="*/ 1370743 h 1371600"/>
                <a:gd name="connsiteX198" fmla="*/ 68580 w 1628775"/>
                <a:gd name="connsiteY198" fmla="*/ 1369219 h 1371600"/>
                <a:gd name="connsiteX199" fmla="*/ 69247 w 1628775"/>
                <a:gd name="connsiteY199" fmla="*/ 1367028 h 1371600"/>
                <a:gd name="connsiteX200" fmla="*/ 69628 w 1628775"/>
                <a:gd name="connsiteY200" fmla="*/ 1364552 h 1371600"/>
                <a:gd name="connsiteX201" fmla="*/ 70295 w 1628775"/>
                <a:gd name="connsiteY201" fmla="*/ 1362075 h 1371600"/>
                <a:gd name="connsiteX202" fmla="*/ 72104 w 1628775"/>
                <a:gd name="connsiteY202" fmla="*/ 1359408 h 1371600"/>
                <a:gd name="connsiteX203" fmla="*/ 72580 w 1628775"/>
                <a:gd name="connsiteY203" fmla="*/ 1358360 h 1371600"/>
                <a:gd name="connsiteX204" fmla="*/ 72962 w 1628775"/>
                <a:gd name="connsiteY204" fmla="*/ 1357884 h 1371600"/>
                <a:gd name="connsiteX205" fmla="*/ 73247 w 1628775"/>
                <a:gd name="connsiteY205" fmla="*/ 1357313 h 1371600"/>
                <a:gd name="connsiteX206" fmla="*/ 73057 w 1628775"/>
                <a:gd name="connsiteY206" fmla="*/ 1356551 h 1371600"/>
                <a:gd name="connsiteX207" fmla="*/ 72866 w 1628775"/>
                <a:gd name="connsiteY207" fmla="*/ 1356265 h 1371600"/>
                <a:gd name="connsiteX208" fmla="*/ 51245 w 1628775"/>
                <a:gd name="connsiteY208" fmla="*/ 1368362 h 1371600"/>
                <a:gd name="connsiteX209" fmla="*/ 49244 w 1628775"/>
                <a:gd name="connsiteY209" fmla="*/ 1367790 h 1371600"/>
                <a:gd name="connsiteX210" fmla="*/ 47244 w 1628775"/>
                <a:gd name="connsiteY210" fmla="*/ 1367504 h 1371600"/>
                <a:gd name="connsiteX211" fmla="*/ 46196 w 1628775"/>
                <a:gd name="connsiteY211" fmla="*/ 1367695 h 1371600"/>
                <a:gd name="connsiteX212" fmla="*/ 44958 w 1628775"/>
                <a:gd name="connsiteY212" fmla="*/ 1366647 h 1371600"/>
                <a:gd name="connsiteX213" fmla="*/ 44577 w 1628775"/>
                <a:gd name="connsiteY213" fmla="*/ 1366266 h 1371600"/>
                <a:gd name="connsiteX214" fmla="*/ 44196 w 1628775"/>
                <a:gd name="connsiteY214" fmla="*/ 1366076 h 1371600"/>
                <a:gd name="connsiteX215" fmla="*/ 43815 w 1628775"/>
                <a:gd name="connsiteY215" fmla="*/ 1366171 h 1371600"/>
                <a:gd name="connsiteX216" fmla="*/ 43624 w 1628775"/>
                <a:gd name="connsiteY216" fmla="*/ 1366647 h 1371600"/>
                <a:gd name="connsiteX217" fmla="*/ 43529 w 1628775"/>
                <a:gd name="connsiteY217" fmla="*/ 1367123 h 1371600"/>
                <a:gd name="connsiteX218" fmla="*/ 42863 w 1628775"/>
                <a:gd name="connsiteY218" fmla="*/ 1369219 h 1371600"/>
                <a:gd name="connsiteX219" fmla="*/ 42577 w 1628775"/>
                <a:gd name="connsiteY219" fmla="*/ 1371219 h 1371600"/>
                <a:gd name="connsiteX220" fmla="*/ 42291 w 1628775"/>
                <a:gd name="connsiteY220" fmla="*/ 1371791 h 1371600"/>
                <a:gd name="connsiteX221" fmla="*/ 41624 w 1628775"/>
                <a:gd name="connsiteY221" fmla="*/ 1371981 h 1371600"/>
                <a:gd name="connsiteX222" fmla="*/ 41053 w 1628775"/>
                <a:gd name="connsiteY222" fmla="*/ 1371505 h 1371600"/>
                <a:gd name="connsiteX223" fmla="*/ 40481 w 1628775"/>
                <a:gd name="connsiteY223" fmla="*/ 1371219 h 1371600"/>
                <a:gd name="connsiteX224" fmla="*/ 40005 w 1628775"/>
                <a:gd name="connsiteY224" fmla="*/ 1371981 h 1371600"/>
                <a:gd name="connsiteX225" fmla="*/ 39624 w 1628775"/>
                <a:gd name="connsiteY225" fmla="*/ 1371791 h 1371600"/>
                <a:gd name="connsiteX226" fmla="*/ 39433 w 1628775"/>
                <a:gd name="connsiteY226" fmla="*/ 1371695 h 1371600"/>
                <a:gd name="connsiteX227" fmla="*/ 39243 w 1628775"/>
                <a:gd name="connsiteY227" fmla="*/ 1371505 h 1371600"/>
                <a:gd name="connsiteX228" fmla="*/ 38386 w 1628775"/>
                <a:gd name="connsiteY228" fmla="*/ 1373029 h 1371600"/>
                <a:gd name="connsiteX229" fmla="*/ 39148 w 1628775"/>
                <a:gd name="connsiteY229" fmla="*/ 1373696 h 1371600"/>
                <a:gd name="connsiteX230" fmla="*/ 42386 w 1628775"/>
                <a:gd name="connsiteY230" fmla="*/ 1373886 h 1371600"/>
                <a:gd name="connsiteX231" fmla="*/ 47911 w 1628775"/>
                <a:gd name="connsiteY231" fmla="*/ 1375315 h 1371600"/>
                <a:gd name="connsiteX232" fmla="*/ 49054 w 1628775"/>
                <a:gd name="connsiteY232" fmla="*/ 1375220 h 1371600"/>
                <a:gd name="connsiteX233" fmla="*/ 51340 w 1628775"/>
                <a:gd name="connsiteY233" fmla="*/ 1372457 h 1371600"/>
                <a:gd name="connsiteX234" fmla="*/ 52388 w 1628775"/>
                <a:gd name="connsiteY234" fmla="*/ 1370457 h 1371600"/>
                <a:gd name="connsiteX235" fmla="*/ 52292 w 1628775"/>
                <a:gd name="connsiteY235" fmla="*/ 1368933 h 1371600"/>
                <a:gd name="connsiteX236" fmla="*/ 51245 w 1628775"/>
                <a:gd name="connsiteY236" fmla="*/ 1368362 h 1371600"/>
                <a:gd name="connsiteX237" fmla="*/ 203549 w 1628775"/>
                <a:gd name="connsiteY237" fmla="*/ 1253014 h 1371600"/>
                <a:gd name="connsiteX238" fmla="*/ 202787 w 1628775"/>
                <a:gd name="connsiteY238" fmla="*/ 1252252 h 1371600"/>
                <a:gd name="connsiteX239" fmla="*/ 201835 w 1628775"/>
                <a:gd name="connsiteY239" fmla="*/ 1251776 h 1371600"/>
                <a:gd name="connsiteX240" fmla="*/ 200882 w 1628775"/>
                <a:gd name="connsiteY240" fmla="*/ 1251585 h 1371600"/>
                <a:gd name="connsiteX241" fmla="*/ 200311 w 1628775"/>
                <a:gd name="connsiteY241" fmla="*/ 1251680 h 1371600"/>
                <a:gd name="connsiteX242" fmla="*/ 199358 w 1628775"/>
                <a:gd name="connsiteY242" fmla="*/ 1251871 h 1371600"/>
                <a:gd name="connsiteX243" fmla="*/ 198501 w 1628775"/>
                <a:gd name="connsiteY243" fmla="*/ 1252252 h 1371600"/>
                <a:gd name="connsiteX244" fmla="*/ 198025 w 1628775"/>
                <a:gd name="connsiteY244" fmla="*/ 1252823 h 1371600"/>
                <a:gd name="connsiteX245" fmla="*/ 198310 w 1628775"/>
                <a:gd name="connsiteY245" fmla="*/ 1253585 h 1371600"/>
                <a:gd name="connsiteX246" fmla="*/ 199168 w 1628775"/>
                <a:gd name="connsiteY246" fmla="*/ 1254062 h 1371600"/>
                <a:gd name="connsiteX247" fmla="*/ 200311 w 1628775"/>
                <a:gd name="connsiteY247" fmla="*/ 1254347 h 1371600"/>
                <a:gd name="connsiteX248" fmla="*/ 201263 w 1628775"/>
                <a:gd name="connsiteY248" fmla="*/ 1254728 h 1371600"/>
                <a:gd name="connsiteX249" fmla="*/ 201644 w 1628775"/>
                <a:gd name="connsiteY249" fmla="*/ 1255586 h 1371600"/>
                <a:gd name="connsiteX250" fmla="*/ 201739 w 1628775"/>
                <a:gd name="connsiteY250" fmla="*/ 1255967 h 1371600"/>
                <a:gd name="connsiteX251" fmla="*/ 202025 w 1628775"/>
                <a:gd name="connsiteY251" fmla="*/ 1256252 h 1371600"/>
                <a:gd name="connsiteX252" fmla="*/ 202406 w 1628775"/>
                <a:gd name="connsiteY252" fmla="*/ 1256538 h 1371600"/>
                <a:gd name="connsiteX253" fmla="*/ 202787 w 1628775"/>
                <a:gd name="connsiteY253" fmla="*/ 1256633 h 1371600"/>
                <a:gd name="connsiteX254" fmla="*/ 203073 w 1628775"/>
                <a:gd name="connsiteY254" fmla="*/ 1256538 h 1371600"/>
                <a:gd name="connsiteX255" fmla="*/ 203073 w 1628775"/>
                <a:gd name="connsiteY255" fmla="*/ 1256348 h 1371600"/>
                <a:gd name="connsiteX256" fmla="*/ 202978 w 1628775"/>
                <a:gd name="connsiteY256" fmla="*/ 1256157 h 1371600"/>
                <a:gd name="connsiteX257" fmla="*/ 203073 w 1628775"/>
                <a:gd name="connsiteY257" fmla="*/ 1255871 h 1371600"/>
                <a:gd name="connsiteX258" fmla="*/ 203454 w 1628775"/>
                <a:gd name="connsiteY258" fmla="*/ 1255490 h 1371600"/>
                <a:gd name="connsiteX259" fmla="*/ 203740 w 1628775"/>
                <a:gd name="connsiteY259" fmla="*/ 1254919 h 1371600"/>
                <a:gd name="connsiteX260" fmla="*/ 203930 w 1628775"/>
                <a:gd name="connsiteY260" fmla="*/ 1254347 h 1371600"/>
                <a:gd name="connsiteX261" fmla="*/ 203930 w 1628775"/>
                <a:gd name="connsiteY261" fmla="*/ 1253776 h 1371600"/>
                <a:gd name="connsiteX262" fmla="*/ 203549 w 1628775"/>
                <a:gd name="connsiteY262" fmla="*/ 1253014 h 1371600"/>
                <a:gd name="connsiteX263" fmla="*/ 34957 w 1628775"/>
                <a:gd name="connsiteY263" fmla="*/ 1289685 h 1371600"/>
                <a:gd name="connsiteX264" fmla="*/ 35147 w 1628775"/>
                <a:gd name="connsiteY264" fmla="*/ 1289685 h 1371600"/>
                <a:gd name="connsiteX265" fmla="*/ 35242 w 1628775"/>
                <a:gd name="connsiteY265" fmla="*/ 1289685 h 1371600"/>
                <a:gd name="connsiteX266" fmla="*/ 35052 w 1628775"/>
                <a:gd name="connsiteY266" fmla="*/ 1289304 h 1371600"/>
                <a:gd name="connsiteX267" fmla="*/ 34957 w 1628775"/>
                <a:gd name="connsiteY267" fmla="*/ 1289685 h 1371600"/>
                <a:gd name="connsiteX268" fmla="*/ 131159 w 1628775"/>
                <a:gd name="connsiteY268" fmla="*/ 1345883 h 1371600"/>
                <a:gd name="connsiteX269" fmla="*/ 130016 w 1628775"/>
                <a:gd name="connsiteY269" fmla="*/ 1345311 h 1371600"/>
                <a:gd name="connsiteX270" fmla="*/ 129064 w 1628775"/>
                <a:gd name="connsiteY270" fmla="*/ 1345121 h 1371600"/>
                <a:gd name="connsiteX271" fmla="*/ 127921 w 1628775"/>
                <a:gd name="connsiteY271" fmla="*/ 1345216 h 1371600"/>
                <a:gd name="connsiteX272" fmla="*/ 127540 w 1628775"/>
                <a:gd name="connsiteY272" fmla="*/ 1345025 h 1371600"/>
                <a:gd name="connsiteX273" fmla="*/ 125921 w 1628775"/>
                <a:gd name="connsiteY273" fmla="*/ 1343406 h 1371600"/>
                <a:gd name="connsiteX274" fmla="*/ 125635 w 1628775"/>
                <a:gd name="connsiteY274" fmla="*/ 1343025 h 1371600"/>
                <a:gd name="connsiteX275" fmla="*/ 125254 w 1628775"/>
                <a:gd name="connsiteY275" fmla="*/ 1342263 h 1371600"/>
                <a:gd name="connsiteX276" fmla="*/ 124587 w 1628775"/>
                <a:gd name="connsiteY276" fmla="*/ 1340644 h 1371600"/>
                <a:gd name="connsiteX277" fmla="*/ 124206 w 1628775"/>
                <a:gd name="connsiteY277" fmla="*/ 1339977 h 1371600"/>
                <a:gd name="connsiteX278" fmla="*/ 124015 w 1628775"/>
                <a:gd name="connsiteY278" fmla="*/ 1339691 h 1371600"/>
                <a:gd name="connsiteX279" fmla="*/ 123730 w 1628775"/>
                <a:gd name="connsiteY279" fmla="*/ 1339501 h 1371600"/>
                <a:gd name="connsiteX280" fmla="*/ 123158 w 1628775"/>
                <a:gd name="connsiteY280" fmla="*/ 1339215 h 1371600"/>
                <a:gd name="connsiteX281" fmla="*/ 122491 w 1628775"/>
                <a:gd name="connsiteY281" fmla="*/ 1339120 h 1371600"/>
                <a:gd name="connsiteX282" fmla="*/ 122396 w 1628775"/>
                <a:gd name="connsiteY282" fmla="*/ 1339120 h 1371600"/>
                <a:gd name="connsiteX283" fmla="*/ 122968 w 1628775"/>
                <a:gd name="connsiteY283" fmla="*/ 1340168 h 1371600"/>
                <a:gd name="connsiteX284" fmla="*/ 123158 w 1628775"/>
                <a:gd name="connsiteY284" fmla="*/ 1340834 h 1371600"/>
                <a:gd name="connsiteX285" fmla="*/ 123158 w 1628775"/>
                <a:gd name="connsiteY285" fmla="*/ 1342930 h 1371600"/>
                <a:gd name="connsiteX286" fmla="*/ 122491 w 1628775"/>
                <a:gd name="connsiteY286" fmla="*/ 1346168 h 1371600"/>
                <a:gd name="connsiteX287" fmla="*/ 122206 w 1628775"/>
                <a:gd name="connsiteY287" fmla="*/ 1346835 h 1371600"/>
                <a:gd name="connsiteX288" fmla="*/ 122301 w 1628775"/>
                <a:gd name="connsiteY288" fmla="*/ 1347883 h 1371600"/>
                <a:gd name="connsiteX289" fmla="*/ 124492 w 1628775"/>
                <a:gd name="connsiteY289" fmla="*/ 1348359 h 1371600"/>
                <a:gd name="connsiteX290" fmla="*/ 128873 w 1628775"/>
                <a:gd name="connsiteY290" fmla="*/ 1348264 h 1371600"/>
                <a:gd name="connsiteX291" fmla="*/ 130969 w 1628775"/>
                <a:gd name="connsiteY291" fmla="*/ 1347978 h 1371600"/>
                <a:gd name="connsiteX292" fmla="*/ 132016 w 1628775"/>
                <a:gd name="connsiteY292" fmla="*/ 1347692 h 1371600"/>
                <a:gd name="connsiteX293" fmla="*/ 132493 w 1628775"/>
                <a:gd name="connsiteY293" fmla="*/ 1347216 h 1371600"/>
                <a:gd name="connsiteX294" fmla="*/ 132112 w 1628775"/>
                <a:gd name="connsiteY294" fmla="*/ 1346549 h 1371600"/>
                <a:gd name="connsiteX295" fmla="*/ 131159 w 1628775"/>
                <a:gd name="connsiteY295" fmla="*/ 1345883 h 1371600"/>
                <a:gd name="connsiteX296" fmla="*/ 320135 w 1628775"/>
                <a:gd name="connsiteY296" fmla="*/ 1169003 h 1371600"/>
                <a:gd name="connsiteX297" fmla="*/ 319373 w 1628775"/>
                <a:gd name="connsiteY297" fmla="*/ 1168527 h 1371600"/>
                <a:gd name="connsiteX298" fmla="*/ 318802 w 1628775"/>
                <a:gd name="connsiteY298" fmla="*/ 1168051 h 1371600"/>
                <a:gd name="connsiteX299" fmla="*/ 318230 w 1628775"/>
                <a:gd name="connsiteY299" fmla="*/ 1166527 h 1371600"/>
                <a:gd name="connsiteX300" fmla="*/ 317563 w 1628775"/>
                <a:gd name="connsiteY300" fmla="*/ 1163098 h 1371600"/>
                <a:gd name="connsiteX301" fmla="*/ 316611 w 1628775"/>
                <a:gd name="connsiteY301" fmla="*/ 1161955 h 1371600"/>
                <a:gd name="connsiteX302" fmla="*/ 314896 w 1628775"/>
                <a:gd name="connsiteY302" fmla="*/ 1162812 h 1371600"/>
                <a:gd name="connsiteX303" fmla="*/ 314134 w 1628775"/>
                <a:gd name="connsiteY303" fmla="*/ 1163098 h 1371600"/>
                <a:gd name="connsiteX304" fmla="*/ 313849 w 1628775"/>
                <a:gd name="connsiteY304" fmla="*/ 1163384 h 1371600"/>
                <a:gd name="connsiteX305" fmla="*/ 313563 w 1628775"/>
                <a:gd name="connsiteY305" fmla="*/ 1165670 h 1371600"/>
                <a:gd name="connsiteX306" fmla="*/ 313372 w 1628775"/>
                <a:gd name="connsiteY306" fmla="*/ 1166622 h 1371600"/>
                <a:gd name="connsiteX307" fmla="*/ 313087 w 1628775"/>
                <a:gd name="connsiteY307" fmla="*/ 1167384 h 1371600"/>
                <a:gd name="connsiteX308" fmla="*/ 314134 w 1628775"/>
                <a:gd name="connsiteY308" fmla="*/ 1170623 h 1371600"/>
                <a:gd name="connsiteX309" fmla="*/ 313658 w 1628775"/>
                <a:gd name="connsiteY309" fmla="*/ 1172242 h 1371600"/>
                <a:gd name="connsiteX310" fmla="*/ 313849 w 1628775"/>
                <a:gd name="connsiteY310" fmla="*/ 1173004 h 1371600"/>
                <a:gd name="connsiteX311" fmla="*/ 314992 w 1628775"/>
                <a:gd name="connsiteY311" fmla="*/ 1173385 h 1371600"/>
                <a:gd name="connsiteX312" fmla="*/ 315182 w 1628775"/>
                <a:gd name="connsiteY312" fmla="*/ 1173766 h 1371600"/>
                <a:gd name="connsiteX313" fmla="*/ 315278 w 1628775"/>
                <a:gd name="connsiteY313" fmla="*/ 1174623 h 1371600"/>
                <a:gd name="connsiteX314" fmla="*/ 315658 w 1628775"/>
                <a:gd name="connsiteY314" fmla="*/ 1175480 h 1371600"/>
                <a:gd name="connsiteX315" fmla="*/ 316611 w 1628775"/>
                <a:gd name="connsiteY315" fmla="*/ 1175766 h 1371600"/>
                <a:gd name="connsiteX316" fmla="*/ 317373 w 1628775"/>
                <a:gd name="connsiteY316" fmla="*/ 1175480 h 1371600"/>
                <a:gd name="connsiteX317" fmla="*/ 318230 w 1628775"/>
                <a:gd name="connsiteY317" fmla="*/ 1174909 h 1371600"/>
                <a:gd name="connsiteX318" fmla="*/ 318897 w 1628775"/>
                <a:gd name="connsiteY318" fmla="*/ 1174242 h 1371600"/>
                <a:gd name="connsiteX319" fmla="*/ 319468 w 1628775"/>
                <a:gd name="connsiteY319" fmla="*/ 1173004 h 1371600"/>
                <a:gd name="connsiteX320" fmla="*/ 320707 w 1628775"/>
                <a:gd name="connsiteY320" fmla="*/ 1171289 h 1371600"/>
                <a:gd name="connsiteX321" fmla="*/ 320992 w 1628775"/>
                <a:gd name="connsiteY321" fmla="*/ 1170337 h 1371600"/>
                <a:gd name="connsiteX322" fmla="*/ 320707 w 1628775"/>
                <a:gd name="connsiteY322" fmla="*/ 1169575 h 1371600"/>
                <a:gd name="connsiteX323" fmla="*/ 320135 w 1628775"/>
                <a:gd name="connsiteY323" fmla="*/ 1169003 h 1371600"/>
                <a:gd name="connsiteX324" fmla="*/ 284321 w 1628775"/>
                <a:gd name="connsiteY324" fmla="*/ 1228154 h 1371600"/>
                <a:gd name="connsiteX325" fmla="*/ 284512 w 1628775"/>
                <a:gd name="connsiteY325" fmla="*/ 1227963 h 1371600"/>
                <a:gd name="connsiteX326" fmla="*/ 284226 w 1628775"/>
                <a:gd name="connsiteY326" fmla="*/ 1227011 h 1371600"/>
                <a:gd name="connsiteX327" fmla="*/ 280225 w 1628775"/>
                <a:gd name="connsiteY327" fmla="*/ 1222724 h 1371600"/>
                <a:gd name="connsiteX328" fmla="*/ 280225 w 1628775"/>
                <a:gd name="connsiteY328" fmla="*/ 1224058 h 1371600"/>
                <a:gd name="connsiteX329" fmla="*/ 279368 w 1628775"/>
                <a:gd name="connsiteY329" fmla="*/ 1225963 h 1371600"/>
                <a:gd name="connsiteX330" fmla="*/ 279178 w 1628775"/>
                <a:gd name="connsiteY330" fmla="*/ 1227011 h 1371600"/>
                <a:gd name="connsiteX331" fmla="*/ 278701 w 1628775"/>
                <a:gd name="connsiteY331" fmla="*/ 1227773 h 1371600"/>
                <a:gd name="connsiteX332" fmla="*/ 276701 w 1628775"/>
                <a:gd name="connsiteY332" fmla="*/ 1229011 h 1371600"/>
                <a:gd name="connsiteX333" fmla="*/ 276225 w 1628775"/>
                <a:gd name="connsiteY333" fmla="*/ 1229868 h 1371600"/>
                <a:gd name="connsiteX334" fmla="*/ 276034 w 1628775"/>
                <a:gd name="connsiteY334" fmla="*/ 1230059 h 1371600"/>
                <a:gd name="connsiteX335" fmla="*/ 275654 w 1628775"/>
                <a:gd name="connsiteY335" fmla="*/ 1230154 h 1371600"/>
                <a:gd name="connsiteX336" fmla="*/ 275272 w 1628775"/>
                <a:gd name="connsiteY336" fmla="*/ 1230440 h 1371600"/>
                <a:gd name="connsiteX337" fmla="*/ 274987 w 1628775"/>
                <a:gd name="connsiteY337" fmla="*/ 1231583 h 1371600"/>
                <a:gd name="connsiteX338" fmla="*/ 274701 w 1628775"/>
                <a:gd name="connsiteY338" fmla="*/ 1231868 h 1371600"/>
                <a:gd name="connsiteX339" fmla="*/ 272510 w 1628775"/>
                <a:gd name="connsiteY339" fmla="*/ 1233488 h 1371600"/>
                <a:gd name="connsiteX340" fmla="*/ 272129 w 1628775"/>
                <a:gd name="connsiteY340" fmla="*/ 1234250 h 1371600"/>
                <a:gd name="connsiteX341" fmla="*/ 272510 w 1628775"/>
                <a:gd name="connsiteY341" fmla="*/ 1235297 h 1371600"/>
                <a:gd name="connsiteX342" fmla="*/ 269653 w 1628775"/>
                <a:gd name="connsiteY342" fmla="*/ 1237012 h 1371600"/>
                <a:gd name="connsiteX343" fmla="*/ 267367 w 1628775"/>
                <a:gd name="connsiteY343" fmla="*/ 1237583 h 1371600"/>
                <a:gd name="connsiteX344" fmla="*/ 266795 w 1628775"/>
                <a:gd name="connsiteY344" fmla="*/ 1237583 h 1371600"/>
                <a:gd name="connsiteX345" fmla="*/ 266319 w 1628775"/>
                <a:gd name="connsiteY345" fmla="*/ 1237298 h 1371600"/>
                <a:gd name="connsiteX346" fmla="*/ 265938 w 1628775"/>
                <a:gd name="connsiteY346" fmla="*/ 1236536 h 1371600"/>
                <a:gd name="connsiteX347" fmla="*/ 266129 w 1628775"/>
                <a:gd name="connsiteY347" fmla="*/ 1235964 h 1371600"/>
                <a:gd name="connsiteX348" fmla="*/ 266509 w 1628775"/>
                <a:gd name="connsiteY348" fmla="*/ 1235488 h 1371600"/>
                <a:gd name="connsiteX349" fmla="*/ 266605 w 1628775"/>
                <a:gd name="connsiteY349" fmla="*/ 1235012 h 1371600"/>
                <a:gd name="connsiteX350" fmla="*/ 265843 w 1628775"/>
                <a:gd name="connsiteY350" fmla="*/ 1234250 h 1371600"/>
                <a:gd name="connsiteX351" fmla="*/ 264605 w 1628775"/>
                <a:gd name="connsiteY351" fmla="*/ 1233964 h 1371600"/>
                <a:gd name="connsiteX352" fmla="*/ 262223 w 1628775"/>
                <a:gd name="connsiteY352" fmla="*/ 1234154 h 1371600"/>
                <a:gd name="connsiteX353" fmla="*/ 260413 w 1628775"/>
                <a:gd name="connsiteY353" fmla="*/ 1234059 h 1371600"/>
                <a:gd name="connsiteX354" fmla="*/ 260032 w 1628775"/>
                <a:gd name="connsiteY354" fmla="*/ 1234154 h 1371600"/>
                <a:gd name="connsiteX355" fmla="*/ 260032 w 1628775"/>
                <a:gd name="connsiteY355" fmla="*/ 1234631 h 1371600"/>
                <a:gd name="connsiteX356" fmla="*/ 260413 w 1628775"/>
                <a:gd name="connsiteY356" fmla="*/ 1236536 h 1371600"/>
                <a:gd name="connsiteX357" fmla="*/ 260413 w 1628775"/>
                <a:gd name="connsiteY357" fmla="*/ 1237583 h 1371600"/>
                <a:gd name="connsiteX358" fmla="*/ 260413 w 1628775"/>
                <a:gd name="connsiteY358" fmla="*/ 1238441 h 1371600"/>
                <a:gd name="connsiteX359" fmla="*/ 260890 w 1628775"/>
                <a:gd name="connsiteY359" fmla="*/ 1239107 h 1371600"/>
                <a:gd name="connsiteX360" fmla="*/ 263366 w 1628775"/>
                <a:gd name="connsiteY360" fmla="*/ 1239488 h 1371600"/>
                <a:gd name="connsiteX361" fmla="*/ 264128 w 1628775"/>
                <a:gd name="connsiteY361" fmla="*/ 1239965 h 1371600"/>
                <a:gd name="connsiteX362" fmla="*/ 264509 w 1628775"/>
                <a:gd name="connsiteY362" fmla="*/ 1240727 h 1371600"/>
                <a:gd name="connsiteX363" fmla="*/ 264414 w 1628775"/>
                <a:gd name="connsiteY363" fmla="*/ 1241774 h 1371600"/>
                <a:gd name="connsiteX364" fmla="*/ 263176 w 1628775"/>
                <a:gd name="connsiteY364" fmla="*/ 1243679 h 1371600"/>
                <a:gd name="connsiteX365" fmla="*/ 261366 w 1628775"/>
                <a:gd name="connsiteY365" fmla="*/ 1244632 h 1371600"/>
                <a:gd name="connsiteX366" fmla="*/ 259366 w 1628775"/>
                <a:gd name="connsiteY366" fmla="*/ 1245299 h 1371600"/>
                <a:gd name="connsiteX367" fmla="*/ 257556 w 1628775"/>
                <a:gd name="connsiteY367" fmla="*/ 1246346 h 1371600"/>
                <a:gd name="connsiteX368" fmla="*/ 257461 w 1628775"/>
                <a:gd name="connsiteY368" fmla="*/ 1246632 h 1371600"/>
                <a:gd name="connsiteX369" fmla="*/ 256699 w 1628775"/>
                <a:gd name="connsiteY369" fmla="*/ 1248061 h 1371600"/>
                <a:gd name="connsiteX370" fmla="*/ 256508 w 1628775"/>
                <a:gd name="connsiteY370" fmla="*/ 1248061 h 1371600"/>
                <a:gd name="connsiteX371" fmla="*/ 256222 w 1628775"/>
                <a:gd name="connsiteY371" fmla="*/ 1248632 h 1371600"/>
                <a:gd name="connsiteX372" fmla="*/ 255651 w 1628775"/>
                <a:gd name="connsiteY372" fmla="*/ 1248918 h 1371600"/>
                <a:gd name="connsiteX373" fmla="*/ 254984 w 1628775"/>
                <a:gd name="connsiteY373" fmla="*/ 1249013 h 1371600"/>
                <a:gd name="connsiteX374" fmla="*/ 253270 w 1628775"/>
                <a:gd name="connsiteY374" fmla="*/ 1249013 h 1371600"/>
                <a:gd name="connsiteX375" fmla="*/ 252413 w 1628775"/>
                <a:gd name="connsiteY375" fmla="*/ 1249109 h 1371600"/>
                <a:gd name="connsiteX376" fmla="*/ 251936 w 1628775"/>
                <a:gd name="connsiteY376" fmla="*/ 1249680 h 1371600"/>
                <a:gd name="connsiteX377" fmla="*/ 251841 w 1628775"/>
                <a:gd name="connsiteY377" fmla="*/ 1251014 h 1371600"/>
                <a:gd name="connsiteX378" fmla="*/ 252031 w 1628775"/>
                <a:gd name="connsiteY378" fmla="*/ 1252252 h 1371600"/>
                <a:gd name="connsiteX379" fmla="*/ 252793 w 1628775"/>
                <a:gd name="connsiteY379" fmla="*/ 1254824 h 1371600"/>
                <a:gd name="connsiteX380" fmla="*/ 252984 w 1628775"/>
                <a:gd name="connsiteY380" fmla="*/ 1256062 h 1371600"/>
                <a:gd name="connsiteX381" fmla="*/ 252889 w 1628775"/>
                <a:gd name="connsiteY381" fmla="*/ 1256729 h 1371600"/>
                <a:gd name="connsiteX382" fmla="*/ 252508 w 1628775"/>
                <a:gd name="connsiteY382" fmla="*/ 1257872 h 1371600"/>
                <a:gd name="connsiteX383" fmla="*/ 251841 w 1628775"/>
                <a:gd name="connsiteY383" fmla="*/ 1258729 h 1371600"/>
                <a:gd name="connsiteX384" fmla="*/ 250888 w 1628775"/>
                <a:gd name="connsiteY384" fmla="*/ 1258634 h 1371600"/>
                <a:gd name="connsiteX385" fmla="*/ 250507 w 1628775"/>
                <a:gd name="connsiteY385" fmla="*/ 1259777 h 1371600"/>
                <a:gd name="connsiteX386" fmla="*/ 249746 w 1628775"/>
                <a:gd name="connsiteY386" fmla="*/ 1261301 h 1371600"/>
                <a:gd name="connsiteX387" fmla="*/ 248698 w 1628775"/>
                <a:gd name="connsiteY387" fmla="*/ 1262348 h 1371600"/>
                <a:gd name="connsiteX388" fmla="*/ 247650 w 1628775"/>
                <a:gd name="connsiteY388" fmla="*/ 1262253 h 1371600"/>
                <a:gd name="connsiteX389" fmla="*/ 247555 w 1628775"/>
                <a:gd name="connsiteY389" fmla="*/ 1263587 h 1371600"/>
                <a:gd name="connsiteX390" fmla="*/ 248698 w 1628775"/>
                <a:gd name="connsiteY390" fmla="*/ 1267682 h 1371600"/>
                <a:gd name="connsiteX391" fmla="*/ 248412 w 1628775"/>
                <a:gd name="connsiteY391" fmla="*/ 1269873 h 1371600"/>
                <a:gd name="connsiteX392" fmla="*/ 251460 w 1628775"/>
                <a:gd name="connsiteY392" fmla="*/ 1269873 h 1371600"/>
                <a:gd name="connsiteX393" fmla="*/ 252222 w 1628775"/>
                <a:gd name="connsiteY393" fmla="*/ 1269587 h 1371600"/>
                <a:gd name="connsiteX394" fmla="*/ 253079 w 1628775"/>
                <a:gd name="connsiteY394" fmla="*/ 1268063 h 1371600"/>
                <a:gd name="connsiteX395" fmla="*/ 253746 w 1628775"/>
                <a:gd name="connsiteY395" fmla="*/ 1267492 h 1371600"/>
                <a:gd name="connsiteX396" fmla="*/ 254889 w 1628775"/>
                <a:gd name="connsiteY396" fmla="*/ 1267682 h 1371600"/>
                <a:gd name="connsiteX397" fmla="*/ 256032 w 1628775"/>
                <a:gd name="connsiteY397" fmla="*/ 1266635 h 1371600"/>
                <a:gd name="connsiteX398" fmla="*/ 256984 w 1628775"/>
                <a:gd name="connsiteY398" fmla="*/ 1265111 h 1371600"/>
                <a:gd name="connsiteX399" fmla="*/ 257461 w 1628775"/>
                <a:gd name="connsiteY399" fmla="*/ 1263872 h 1371600"/>
                <a:gd name="connsiteX400" fmla="*/ 256699 w 1628775"/>
                <a:gd name="connsiteY400" fmla="*/ 1263777 h 1371600"/>
                <a:gd name="connsiteX401" fmla="*/ 255746 w 1628775"/>
                <a:gd name="connsiteY401" fmla="*/ 1263968 h 1371600"/>
                <a:gd name="connsiteX402" fmla="*/ 254889 w 1628775"/>
                <a:gd name="connsiteY402" fmla="*/ 1263968 h 1371600"/>
                <a:gd name="connsiteX403" fmla="*/ 254508 w 1628775"/>
                <a:gd name="connsiteY403" fmla="*/ 1263206 h 1371600"/>
                <a:gd name="connsiteX404" fmla="*/ 254603 w 1628775"/>
                <a:gd name="connsiteY404" fmla="*/ 1262063 h 1371600"/>
                <a:gd name="connsiteX405" fmla="*/ 254984 w 1628775"/>
                <a:gd name="connsiteY405" fmla="*/ 1261110 h 1371600"/>
                <a:gd name="connsiteX406" fmla="*/ 257651 w 1628775"/>
                <a:gd name="connsiteY406" fmla="*/ 1256252 h 1371600"/>
                <a:gd name="connsiteX407" fmla="*/ 258318 w 1628775"/>
                <a:gd name="connsiteY407" fmla="*/ 1255776 h 1371600"/>
                <a:gd name="connsiteX408" fmla="*/ 259366 w 1628775"/>
                <a:gd name="connsiteY408" fmla="*/ 1256062 h 1371600"/>
                <a:gd name="connsiteX409" fmla="*/ 260413 w 1628775"/>
                <a:gd name="connsiteY409" fmla="*/ 1256538 h 1371600"/>
                <a:gd name="connsiteX410" fmla="*/ 261461 w 1628775"/>
                <a:gd name="connsiteY410" fmla="*/ 1256919 h 1371600"/>
                <a:gd name="connsiteX411" fmla="*/ 262414 w 1628775"/>
                <a:gd name="connsiteY411" fmla="*/ 1256633 h 1371600"/>
                <a:gd name="connsiteX412" fmla="*/ 261938 w 1628775"/>
                <a:gd name="connsiteY412" fmla="*/ 1255871 h 1371600"/>
                <a:gd name="connsiteX413" fmla="*/ 260795 w 1628775"/>
                <a:gd name="connsiteY413" fmla="*/ 1254919 h 1371600"/>
                <a:gd name="connsiteX414" fmla="*/ 260223 w 1628775"/>
                <a:gd name="connsiteY414" fmla="*/ 1254157 h 1371600"/>
                <a:gd name="connsiteX415" fmla="*/ 259937 w 1628775"/>
                <a:gd name="connsiteY415" fmla="*/ 1253395 h 1371600"/>
                <a:gd name="connsiteX416" fmla="*/ 259747 w 1628775"/>
                <a:gd name="connsiteY416" fmla="*/ 1251680 h 1371600"/>
                <a:gd name="connsiteX417" fmla="*/ 259461 w 1628775"/>
                <a:gd name="connsiteY417" fmla="*/ 1250918 h 1371600"/>
                <a:gd name="connsiteX418" fmla="*/ 258889 w 1628775"/>
                <a:gd name="connsiteY418" fmla="*/ 1250537 h 1371600"/>
                <a:gd name="connsiteX419" fmla="*/ 258223 w 1628775"/>
                <a:gd name="connsiteY419" fmla="*/ 1250252 h 1371600"/>
                <a:gd name="connsiteX420" fmla="*/ 258032 w 1628775"/>
                <a:gd name="connsiteY420" fmla="*/ 1249775 h 1371600"/>
                <a:gd name="connsiteX421" fmla="*/ 258699 w 1628775"/>
                <a:gd name="connsiteY421" fmla="*/ 1248823 h 1371600"/>
                <a:gd name="connsiteX422" fmla="*/ 259175 w 1628775"/>
                <a:gd name="connsiteY422" fmla="*/ 1248537 h 1371600"/>
                <a:gd name="connsiteX423" fmla="*/ 259747 w 1628775"/>
                <a:gd name="connsiteY423" fmla="*/ 1248442 h 1371600"/>
                <a:gd name="connsiteX424" fmla="*/ 263366 w 1628775"/>
                <a:gd name="connsiteY424" fmla="*/ 1248442 h 1371600"/>
                <a:gd name="connsiteX425" fmla="*/ 263747 w 1628775"/>
                <a:gd name="connsiteY425" fmla="*/ 1248251 h 1371600"/>
                <a:gd name="connsiteX426" fmla="*/ 263938 w 1628775"/>
                <a:gd name="connsiteY426" fmla="*/ 1247299 h 1371600"/>
                <a:gd name="connsiteX427" fmla="*/ 264414 w 1628775"/>
                <a:gd name="connsiteY427" fmla="*/ 1247013 h 1371600"/>
                <a:gd name="connsiteX428" fmla="*/ 265081 w 1628775"/>
                <a:gd name="connsiteY428" fmla="*/ 1246918 h 1371600"/>
                <a:gd name="connsiteX429" fmla="*/ 265747 w 1628775"/>
                <a:gd name="connsiteY429" fmla="*/ 1246537 h 1371600"/>
                <a:gd name="connsiteX430" fmla="*/ 268510 w 1628775"/>
                <a:gd name="connsiteY430" fmla="*/ 1243679 h 1371600"/>
                <a:gd name="connsiteX431" fmla="*/ 269557 w 1628775"/>
                <a:gd name="connsiteY431" fmla="*/ 1242346 h 1371600"/>
                <a:gd name="connsiteX432" fmla="*/ 270415 w 1628775"/>
                <a:gd name="connsiteY432" fmla="*/ 1242727 h 1371600"/>
                <a:gd name="connsiteX433" fmla="*/ 271367 w 1628775"/>
                <a:gd name="connsiteY433" fmla="*/ 1242822 h 1371600"/>
                <a:gd name="connsiteX434" fmla="*/ 272320 w 1628775"/>
                <a:gd name="connsiteY434" fmla="*/ 1242632 h 1371600"/>
                <a:gd name="connsiteX435" fmla="*/ 273558 w 1628775"/>
                <a:gd name="connsiteY435" fmla="*/ 1242155 h 1371600"/>
                <a:gd name="connsiteX436" fmla="*/ 273844 w 1628775"/>
                <a:gd name="connsiteY436" fmla="*/ 1242155 h 1371600"/>
                <a:gd name="connsiteX437" fmla="*/ 274034 w 1628775"/>
                <a:gd name="connsiteY437" fmla="*/ 1241965 h 1371600"/>
                <a:gd name="connsiteX438" fmla="*/ 274225 w 1628775"/>
                <a:gd name="connsiteY438" fmla="*/ 1241489 h 1371600"/>
                <a:gd name="connsiteX439" fmla="*/ 274225 w 1628775"/>
                <a:gd name="connsiteY439" fmla="*/ 1240917 h 1371600"/>
                <a:gd name="connsiteX440" fmla="*/ 273939 w 1628775"/>
                <a:gd name="connsiteY440" fmla="*/ 1240727 h 1371600"/>
                <a:gd name="connsiteX441" fmla="*/ 273653 w 1628775"/>
                <a:gd name="connsiteY441" fmla="*/ 1240631 h 1371600"/>
                <a:gd name="connsiteX442" fmla="*/ 273463 w 1628775"/>
                <a:gd name="connsiteY442" fmla="*/ 1240441 h 1371600"/>
                <a:gd name="connsiteX443" fmla="*/ 273653 w 1628775"/>
                <a:gd name="connsiteY443" fmla="*/ 1239965 h 1371600"/>
                <a:gd name="connsiteX444" fmla="*/ 274034 w 1628775"/>
                <a:gd name="connsiteY444" fmla="*/ 1239298 h 1371600"/>
                <a:gd name="connsiteX445" fmla="*/ 274510 w 1628775"/>
                <a:gd name="connsiteY445" fmla="*/ 1238631 h 1371600"/>
                <a:gd name="connsiteX446" fmla="*/ 274891 w 1628775"/>
                <a:gd name="connsiteY446" fmla="*/ 1238250 h 1371600"/>
                <a:gd name="connsiteX447" fmla="*/ 275558 w 1628775"/>
                <a:gd name="connsiteY447" fmla="*/ 1237964 h 1371600"/>
                <a:gd name="connsiteX448" fmla="*/ 277939 w 1628775"/>
                <a:gd name="connsiteY448" fmla="*/ 1237869 h 1371600"/>
                <a:gd name="connsiteX449" fmla="*/ 279368 w 1628775"/>
                <a:gd name="connsiteY449" fmla="*/ 1237393 h 1371600"/>
                <a:gd name="connsiteX450" fmla="*/ 280511 w 1628775"/>
                <a:gd name="connsiteY450" fmla="*/ 1236250 h 1371600"/>
                <a:gd name="connsiteX451" fmla="*/ 282226 w 1628775"/>
                <a:gd name="connsiteY451" fmla="*/ 1233392 h 1371600"/>
                <a:gd name="connsiteX452" fmla="*/ 282416 w 1628775"/>
                <a:gd name="connsiteY452" fmla="*/ 1233297 h 1371600"/>
                <a:gd name="connsiteX453" fmla="*/ 282607 w 1628775"/>
                <a:gd name="connsiteY453" fmla="*/ 1233392 h 1371600"/>
                <a:gd name="connsiteX454" fmla="*/ 282797 w 1628775"/>
                <a:gd name="connsiteY454" fmla="*/ 1233392 h 1371600"/>
                <a:gd name="connsiteX455" fmla="*/ 282892 w 1628775"/>
                <a:gd name="connsiteY455" fmla="*/ 1233202 h 1371600"/>
                <a:gd name="connsiteX456" fmla="*/ 282892 w 1628775"/>
                <a:gd name="connsiteY456" fmla="*/ 1232440 h 1371600"/>
                <a:gd name="connsiteX457" fmla="*/ 282892 w 1628775"/>
                <a:gd name="connsiteY457" fmla="*/ 1232249 h 1371600"/>
                <a:gd name="connsiteX458" fmla="*/ 283655 w 1628775"/>
                <a:gd name="connsiteY458" fmla="*/ 1230821 h 1371600"/>
                <a:gd name="connsiteX459" fmla="*/ 283845 w 1628775"/>
                <a:gd name="connsiteY459" fmla="*/ 1230535 h 1371600"/>
                <a:gd name="connsiteX460" fmla="*/ 284226 w 1628775"/>
                <a:gd name="connsiteY460" fmla="*/ 1230154 h 1371600"/>
                <a:gd name="connsiteX461" fmla="*/ 284416 w 1628775"/>
                <a:gd name="connsiteY461" fmla="*/ 1229678 h 1371600"/>
                <a:gd name="connsiteX462" fmla="*/ 284226 w 1628775"/>
                <a:gd name="connsiteY462" fmla="*/ 1229201 h 1371600"/>
                <a:gd name="connsiteX463" fmla="*/ 284035 w 1628775"/>
                <a:gd name="connsiteY463" fmla="*/ 1228725 h 1371600"/>
                <a:gd name="connsiteX464" fmla="*/ 284035 w 1628775"/>
                <a:gd name="connsiteY464" fmla="*/ 1228344 h 1371600"/>
                <a:gd name="connsiteX465" fmla="*/ 284321 w 1628775"/>
                <a:gd name="connsiteY465" fmla="*/ 1228154 h 1371600"/>
                <a:gd name="connsiteX466" fmla="*/ 364236 w 1628775"/>
                <a:gd name="connsiteY466" fmla="*/ 923449 h 1371600"/>
                <a:gd name="connsiteX467" fmla="*/ 364426 w 1628775"/>
                <a:gd name="connsiteY467" fmla="*/ 923544 h 1371600"/>
                <a:gd name="connsiteX468" fmla="*/ 364046 w 1628775"/>
                <a:gd name="connsiteY468" fmla="*/ 923830 h 1371600"/>
                <a:gd name="connsiteX469" fmla="*/ 364046 w 1628775"/>
                <a:gd name="connsiteY469" fmla="*/ 924306 h 1371600"/>
                <a:gd name="connsiteX470" fmla="*/ 364426 w 1628775"/>
                <a:gd name="connsiteY470" fmla="*/ 924782 h 1371600"/>
                <a:gd name="connsiteX471" fmla="*/ 364617 w 1628775"/>
                <a:gd name="connsiteY471" fmla="*/ 925163 h 1371600"/>
                <a:gd name="connsiteX472" fmla="*/ 364712 w 1628775"/>
                <a:gd name="connsiteY472" fmla="*/ 925449 h 1371600"/>
                <a:gd name="connsiteX473" fmla="*/ 364903 w 1628775"/>
                <a:gd name="connsiteY473" fmla="*/ 925640 h 1371600"/>
                <a:gd name="connsiteX474" fmla="*/ 365188 w 1628775"/>
                <a:gd name="connsiteY474" fmla="*/ 925830 h 1371600"/>
                <a:gd name="connsiteX475" fmla="*/ 365570 w 1628775"/>
                <a:gd name="connsiteY475" fmla="*/ 926306 h 1371600"/>
                <a:gd name="connsiteX476" fmla="*/ 366331 w 1628775"/>
                <a:gd name="connsiteY476" fmla="*/ 926306 h 1371600"/>
                <a:gd name="connsiteX477" fmla="*/ 366998 w 1628775"/>
                <a:gd name="connsiteY477" fmla="*/ 925830 h 1371600"/>
                <a:gd name="connsiteX478" fmla="*/ 367474 w 1628775"/>
                <a:gd name="connsiteY478" fmla="*/ 925735 h 1371600"/>
                <a:gd name="connsiteX479" fmla="*/ 367951 w 1628775"/>
                <a:gd name="connsiteY479" fmla="*/ 925735 h 1371600"/>
                <a:gd name="connsiteX480" fmla="*/ 368332 w 1628775"/>
                <a:gd name="connsiteY480" fmla="*/ 925354 h 1371600"/>
                <a:gd name="connsiteX481" fmla="*/ 368427 w 1628775"/>
                <a:gd name="connsiteY481" fmla="*/ 924973 h 1371600"/>
                <a:gd name="connsiteX482" fmla="*/ 368427 w 1628775"/>
                <a:gd name="connsiteY482" fmla="*/ 924782 h 1371600"/>
                <a:gd name="connsiteX483" fmla="*/ 368237 w 1628775"/>
                <a:gd name="connsiteY483" fmla="*/ 924497 h 1371600"/>
                <a:gd name="connsiteX484" fmla="*/ 368237 w 1628775"/>
                <a:gd name="connsiteY484" fmla="*/ 924115 h 1371600"/>
                <a:gd name="connsiteX485" fmla="*/ 368332 w 1628775"/>
                <a:gd name="connsiteY485" fmla="*/ 923735 h 1371600"/>
                <a:gd name="connsiteX486" fmla="*/ 368237 w 1628775"/>
                <a:gd name="connsiteY486" fmla="*/ 923353 h 1371600"/>
                <a:gd name="connsiteX487" fmla="*/ 368237 w 1628775"/>
                <a:gd name="connsiteY487" fmla="*/ 923068 h 1371600"/>
                <a:gd name="connsiteX488" fmla="*/ 368522 w 1628775"/>
                <a:gd name="connsiteY488" fmla="*/ 922782 h 1371600"/>
                <a:gd name="connsiteX489" fmla="*/ 368237 w 1628775"/>
                <a:gd name="connsiteY489" fmla="*/ 922687 h 1371600"/>
                <a:gd name="connsiteX490" fmla="*/ 367474 w 1628775"/>
                <a:gd name="connsiteY490" fmla="*/ 922782 h 1371600"/>
                <a:gd name="connsiteX491" fmla="*/ 367189 w 1628775"/>
                <a:gd name="connsiteY491" fmla="*/ 923163 h 1371600"/>
                <a:gd name="connsiteX492" fmla="*/ 367379 w 1628775"/>
                <a:gd name="connsiteY492" fmla="*/ 923735 h 1371600"/>
                <a:gd name="connsiteX493" fmla="*/ 367189 w 1628775"/>
                <a:gd name="connsiteY493" fmla="*/ 924115 h 1371600"/>
                <a:gd name="connsiteX494" fmla="*/ 366808 w 1628775"/>
                <a:gd name="connsiteY494" fmla="*/ 923925 h 1371600"/>
                <a:gd name="connsiteX495" fmla="*/ 364807 w 1628775"/>
                <a:gd name="connsiteY495" fmla="*/ 922211 h 1371600"/>
                <a:gd name="connsiteX496" fmla="*/ 363760 w 1628775"/>
                <a:gd name="connsiteY496" fmla="*/ 921925 h 1371600"/>
                <a:gd name="connsiteX497" fmla="*/ 363093 w 1628775"/>
                <a:gd name="connsiteY497" fmla="*/ 922401 h 1371600"/>
                <a:gd name="connsiteX498" fmla="*/ 362617 w 1628775"/>
                <a:gd name="connsiteY498" fmla="*/ 923068 h 1371600"/>
                <a:gd name="connsiteX499" fmla="*/ 362426 w 1628775"/>
                <a:gd name="connsiteY499" fmla="*/ 923735 h 1371600"/>
                <a:gd name="connsiteX500" fmla="*/ 362426 w 1628775"/>
                <a:gd name="connsiteY500" fmla="*/ 924115 h 1371600"/>
                <a:gd name="connsiteX501" fmla="*/ 362617 w 1628775"/>
                <a:gd name="connsiteY501" fmla="*/ 924306 h 1371600"/>
                <a:gd name="connsiteX502" fmla="*/ 362998 w 1628775"/>
                <a:gd name="connsiteY502" fmla="*/ 924211 h 1371600"/>
                <a:gd name="connsiteX503" fmla="*/ 363379 w 1628775"/>
                <a:gd name="connsiteY503" fmla="*/ 923639 h 1371600"/>
                <a:gd name="connsiteX504" fmla="*/ 364236 w 1628775"/>
                <a:gd name="connsiteY504" fmla="*/ 923449 h 1371600"/>
                <a:gd name="connsiteX505" fmla="*/ 366903 w 1628775"/>
                <a:gd name="connsiteY505" fmla="*/ 1038225 h 1371600"/>
                <a:gd name="connsiteX506" fmla="*/ 366808 w 1628775"/>
                <a:gd name="connsiteY506" fmla="*/ 1038511 h 1371600"/>
                <a:gd name="connsiteX507" fmla="*/ 366808 w 1628775"/>
                <a:gd name="connsiteY507" fmla="*/ 1038701 h 1371600"/>
                <a:gd name="connsiteX508" fmla="*/ 366903 w 1628775"/>
                <a:gd name="connsiteY508" fmla="*/ 1038797 h 1371600"/>
                <a:gd name="connsiteX509" fmla="*/ 367474 w 1628775"/>
                <a:gd name="connsiteY509" fmla="*/ 1039368 h 1371600"/>
                <a:gd name="connsiteX510" fmla="*/ 368046 w 1628775"/>
                <a:gd name="connsiteY510" fmla="*/ 1039559 h 1371600"/>
                <a:gd name="connsiteX511" fmla="*/ 368903 w 1628775"/>
                <a:gd name="connsiteY511" fmla="*/ 1039844 h 1371600"/>
                <a:gd name="connsiteX512" fmla="*/ 369284 w 1628775"/>
                <a:gd name="connsiteY512" fmla="*/ 1039559 h 1371600"/>
                <a:gd name="connsiteX513" fmla="*/ 369284 w 1628775"/>
                <a:gd name="connsiteY513" fmla="*/ 1039463 h 1371600"/>
                <a:gd name="connsiteX514" fmla="*/ 369189 w 1628775"/>
                <a:gd name="connsiteY514" fmla="*/ 1039368 h 1371600"/>
                <a:gd name="connsiteX515" fmla="*/ 369094 w 1628775"/>
                <a:gd name="connsiteY515" fmla="*/ 1039178 h 1371600"/>
                <a:gd name="connsiteX516" fmla="*/ 368617 w 1628775"/>
                <a:gd name="connsiteY516" fmla="*/ 1038130 h 1371600"/>
                <a:gd name="connsiteX517" fmla="*/ 368237 w 1628775"/>
                <a:gd name="connsiteY517" fmla="*/ 1037463 h 1371600"/>
                <a:gd name="connsiteX518" fmla="*/ 367951 w 1628775"/>
                <a:gd name="connsiteY518" fmla="*/ 1036796 h 1371600"/>
                <a:gd name="connsiteX519" fmla="*/ 367474 w 1628775"/>
                <a:gd name="connsiteY519" fmla="*/ 1037082 h 1371600"/>
                <a:gd name="connsiteX520" fmla="*/ 367284 w 1628775"/>
                <a:gd name="connsiteY520" fmla="*/ 1037177 h 1371600"/>
                <a:gd name="connsiteX521" fmla="*/ 367474 w 1628775"/>
                <a:gd name="connsiteY521" fmla="*/ 1037653 h 1371600"/>
                <a:gd name="connsiteX522" fmla="*/ 366998 w 1628775"/>
                <a:gd name="connsiteY522" fmla="*/ 1038130 h 1371600"/>
                <a:gd name="connsiteX523" fmla="*/ 366903 w 1628775"/>
                <a:gd name="connsiteY523" fmla="*/ 1038225 h 1371600"/>
                <a:gd name="connsiteX524" fmla="*/ 368046 w 1628775"/>
                <a:gd name="connsiteY524" fmla="*/ 1047750 h 1371600"/>
                <a:gd name="connsiteX525" fmla="*/ 368332 w 1628775"/>
                <a:gd name="connsiteY525" fmla="*/ 1047560 h 1371600"/>
                <a:gd name="connsiteX526" fmla="*/ 366713 w 1628775"/>
                <a:gd name="connsiteY526" fmla="*/ 1046321 h 1371600"/>
                <a:gd name="connsiteX527" fmla="*/ 366522 w 1628775"/>
                <a:gd name="connsiteY527" fmla="*/ 1044607 h 1371600"/>
                <a:gd name="connsiteX528" fmla="*/ 366236 w 1628775"/>
                <a:gd name="connsiteY528" fmla="*/ 1044416 h 1371600"/>
                <a:gd name="connsiteX529" fmla="*/ 365950 w 1628775"/>
                <a:gd name="connsiteY529" fmla="*/ 1044321 h 1371600"/>
                <a:gd name="connsiteX530" fmla="*/ 365665 w 1628775"/>
                <a:gd name="connsiteY530" fmla="*/ 1044321 h 1371600"/>
                <a:gd name="connsiteX531" fmla="*/ 365474 w 1628775"/>
                <a:gd name="connsiteY531" fmla="*/ 1044321 h 1371600"/>
                <a:gd name="connsiteX532" fmla="*/ 364236 w 1628775"/>
                <a:gd name="connsiteY532" fmla="*/ 1043845 h 1371600"/>
                <a:gd name="connsiteX533" fmla="*/ 363283 w 1628775"/>
                <a:gd name="connsiteY533" fmla="*/ 1044702 h 1371600"/>
                <a:gd name="connsiteX534" fmla="*/ 363664 w 1628775"/>
                <a:gd name="connsiteY534" fmla="*/ 1046131 h 1371600"/>
                <a:gd name="connsiteX535" fmla="*/ 364331 w 1628775"/>
                <a:gd name="connsiteY535" fmla="*/ 1046798 h 1371600"/>
                <a:gd name="connsiteX536" fmla="*/ 364903 w 1628775"/>
                <a:gd name="connsiteY536" fmla="*/ 1047655 h 1371600"/>
                <a:gd name="connsiteX537" fmla="*/ 367951 w 1628775"/>
                <a:gd name="connsiteY537" fmla="*/ 1047940 h 1371600"/>
                <a:gd name="connsiteX538" fmla="*/ 368046 w 1628775"/>
                <a:gd name="connsiteY538" fmla="*/ 1047750 h 1371600"/>
                <a:gd name="connsiteX539" fmla="*/ 369951 w 1628775"/>
                <a:gd name="connsiteY539" fmla="*/ 986600 h 1371600"/>
                <a:gd name="connsiteX540" fmla="*/ 369856 w 1628775"/>
                <a:gd name="connsiteY540" fmla="*/ 986123 h 1371600"/>
                <a:gd name="connsiteX541" fmla="*/ 369189 w 1628775"/>
                <a:gd name="connsiteY541" fmla="*/ 985647 h 1371600"/>
                <a:gd name="connsiteX542" fmla="*/ 368808 w 1628775"/>
                <a:gd name="connsiteY542" fmla="*/ 985361 h 1371600"/>
                <a:gd name="connsiteX543" fmla="*/ 368427 w 1628775"/>
                <a:gd name="connsiteY543" fmla="*/ 985171 h 1371600"/>
                <a:gd name="connsiteX544" fmla="*/ 368046 w 1628775"/>
                <a:gd name="connsiteY544" fmla="*/ 985266 h 1371600"/>
                <a:gd name="connsiteX545" fmla="*/ 367570 w 1628775"/>
                <a:gd name="connsiteY545" fmla="*/ 985742 h 1371600"/>
                <a:gd name="connsiteX546" fmla="*/ 367189 w 1628775"/>
                <a:gd name="connsiteY546" fmla="*/ 985933 h 1371600"/>
                <a:gd name="connsiteX547" fmla="*/ 366998 w 1628775"/>
                <a:gd name="connsiteY547" fmla="*/ 986219 h 1371600"/>
                <a:gd name="connsiteX548" fmla="*/ 367284 w 1628775"/>
                <a:gd name="connsiteY548" fmla="*/ 986695 h 1371600"/>
                <a:gd name="connsiteX549" fmla="*/ 367284 w 1628775"/>
                <a:gd name="connsiteY549" fmla="*/ 986885 h 1371600"/>
                <a:gd name="connsiteX550" fmla="*/ 367379 w 1628775"/>
                <a:gd name="connsiteY550" fmla="*/ 986981 h 1371600"/>
                <a:gd name="connsiteX551" fmla="*/ 368237 w 1628775"/>
                <a:gd name="connsiteY551" fmla="*/ 987361 h 1371600"/>
                <a:gd name="connsiteX552" fmla="*/ 368903 w 1628775"/>
                <a:gd name="connsiteY552" fmla="*/ 987361 h 1371600"/>
                <a:gd name="connsiteX553" fmla="*/ 369475 w 1628775"/>
                <a:gd name="connsiteY553" fmla="*/ 986981 h 1371600"/>
                <a:gd name="connsiteX554" fmla="*/ 369951 w 1628775"/>
                <a:gd name="connsiteY554" fmla="*/ 986600 h 1371600"/>
                <a:gd name="connsiteX555" fmla="*/ 373094 w 1628775"/>
                <a:gd name="connsiteY555" fmla="*/ 1135190 h 1371600"/>
                <a:gd name="connsiteX556" fmla="*/ 370808 w 1628775"/>
                <a:gd name="connsiteY556" fmla="*/ 1136428 h 1371600"/>
                <a:gd name="connsiteX557" fmla="*/ 367570 w 1628775"/>
                <a:gd name="connsiteY557" fmla="*/ 1139190 h 1371600"/>
                <a:gd name="connsiteX558" fmla="*/ 369856 w 1628775"/>
                <a:gd name="connsiteY558" fmla="*/ 1139952 h 1371600"/>
                <a:gd name="connsiteX559" fmla="*/ 370999 w 1628775"/>
                <a:gd name="connsiteY559" fmla="*/ 1140047 h 1371600"/>
                <a:gd name="connsiteX560" fmla="*/ 371951 w 1628775"/>
                <a:gd name="connsiteY560" fmla="*/ 1139666 h 1371600"/>
                <a:gd name="connsiteX561" fmla="*/ 372618 w 1628775"/>
                <a:gd name="connsiteY561" fmla="*/ 1138714 h 1371600"/>
                <a:gd name="connsiteX562" fmla="*/ 373380 w 1628775"/>
                <a:gd name="connsiteY562" fmla="*/ 1137285 h 1371600"/>
                <a:gd name="connsiteX563" fmla="*/ 373856 w 1628775"/>
                <a:gd name="connsiteY563" fmla="*/ 1135761 h 1371600"/>
                <a:gd name="connsiteX564" fmla="*/ 373856 w 1628775"/>
                <a:gd name="connsiteY564" fmla="*/ 1134713 h 1371600"/>
                <a:gd name="connsiteX565" fmla="*/ 373094 w 1628775"/>
                <a:gd name="connsiteY565" fmla="*/ 1135190 h 1371600"/>
                <a:gd name="connsiteX566" fmla="*/ 379095 w 1628775"/>
                <a:gd name="connsiteY566" fmla="*/ 898303 h 1371600"/>
                <a:gd name="connsiteX567" fmla="*/ 380143 w 1628775"/>
                <a:gd name="connsiteY567" fmla="*/ 895922 h 1371600"/>
                <a:gd name="connsiteX568" fmla="*/ 380429 w 1628775"/>
                <a:gd name="connsiteY568" fmla="*/ 895540 h 1371600"/>
                <a:gd name="connsiteX569" fmla="*/ 381667 w 1628775"/>
                <a:gd name="connsiteY569" fmla="*/ 895064 h 1371600"/>
                <a:gd name="connsiteX570" fmla="*/ 382143 w 1628775"/>
                <a:gd name="connsiteY570" fmla="*/ 894778 h 1371600"/>
                <a:gd name="connsiteX571" fmla="*/ 382619 w 1628775"/>
                <a:gd name="connsiteY571" fmla="*/ 894207 h 1371600"/>
                <a:gd name="connsiteX572" fmla="*/ 382810 w 1628775"/>
                <a:gd name="connsiteY572" fmla="*/ 893826 h 1371600"/>
                <a:gd name="connsiteX573" fmla="*/ 382905 w 1628775"/>
                <a:gd name="connsiteY573" fmla="*/ 893350 h 1371600"/>
                <a:gd name="connsiteX574" fmla="*/ 383096 w 1628775"/>
                <a:gd name="connsiteY574" fmla="*/ 891731 h 1371600"/>
                <a:gd name="connsiteX575" fmla="*/ 383000 w 1628775"/>
                <a:gd name="connsiteY575" fmla="*/ 891254 h 1371600"/>
                <a:gd name="connsiteX576" fmla="*/ 382905 w 1628775"/>
                <a:gd name="connsiteY576" fmla="*/ 890873 h 1371600"/>
                <a:gd name="connsiteX577" fmla="*/ 382810 w 1628775"/>
                <a:gd name="connsiteY577" fmla="*/ 890397 h 1371600"/>
                <a:gd name="connsiteX578" fmla="*/ 382714 w 1628775"/>
                <a:gd name="connsiteY578" fmla="*/ 885158 h 1371600"/>
                <a:gd name="connsiteX579" fmla="*/ 382238 w 1628775"/>
                <a:gd name="connsiteY579" fmla="*/ 882586 h 1371600"/>
                <a:gd name="connsiteX580" fmla="*/ 380714 w 1628775"/>
                <a:gd name="connsiteY580" fmla="*/ 881063 h 1371600"/>
                <a:gd name="connsiteX581" fmla="*/ 379571 w 1628775"/>
                <a:gd name="connsiteY581" fmla="*/ 880967 h 1371600"/>
                <a:gd name="connsiteX582" fmla="*/ 378523 w 1628775"/>
                <a:gd name="connsiteY582" fmla="*/ 881253 h 1371600"/>
                <a:gd name="connsiteX583" fmla="*/ 377571 w 1628775"/>
                <a:gd name="connsiteY583" fmla="*/ 881634 h 1371600"/>
                <a:gd name="connsiteX584" fmla="*/ 376238 w 1628775"/>
                <a:gd name="connsiteY584" fmla="*/ 882015 h 1371600"/>
                <a:gd name="connsiteX585" fmla="*/ 375190 w 1628775"/>
                <a:gd name="connsiteY585" fmla="*/ 882586 h 1371600"/>
                <a:gd name="connsiteX586" fmla="*/ 374523 w 1628775"/>
                <a:gd name="connsiteY586" fmla="*/ 882682 h 1371600"/>
                <a:gd name="connsiteX587" fmla="*/ 373951 w 1628775"/>
                <a:gd name="connsiteY587" fmla="*/ 882491 h 1371600"/>
                <a:gd name="connsiteX588" fmla="*/ 373571 w 1628775"/>
                <a:gd name="connsiteY588" fmla="*/ 882110 h 1371600"/>
                <a:gd name="connsiteX589" fmla="*/ 373094 w 1628775"/>
                <a:gd name="connsiteY589" fmla="*/ 881825 h 1371600"/>
                <a:gd name="connsiteX590" fmla="*/ 372428 w 1628775"/>
                <a:gd name="connsiteY590" fmla="*/ 881825 h 1371600"/>
                <a:gd name="connsiteX591" fmla="*/ 373571 w 1628775"/>
                <a:gd name="connsiteY591" fmla="*/ 883730 h 1371600"/>
                <a:gd name="connsiteX592" fmla="*/ 373856 w 1628775"/>
                <a:gd name="connsiteY592" fmla="*/ 884968 h 1371600"/>
                <a:gd name="connsiteX593" fmla="*/ 373285 w 1628775"/>
                <a:gd name="connsiteY593" fmla="*/ 886301 h 1371600"/>
                <a:gd name="connsiteX594" fmla="*/ 372523 w 1628775"/>
                <a:gd name="connsiteY594" fmla="*/ 887349 h 1371600"/>
                <a:gd name="connsiteX595" fmla="*/ 371856 w 1628775"/>
                <a:gd name="connsiteY595" fmla="*/ 888587 h 1371600"/>
                <a:gd name="connsiteX596" fmla="*/ 371570 w 1628775"/>
                <a:gd name="connsiteY596" fmla="*/ 889826 h 1371600"/>
                <a:gd name="connsiteX597" fmla="*/ 371951 w 1628775"/>
                <a:gd name="connsiteY597" fmla="*/ 890778 h 1371600"/>
                <a:gd name="connsiteX598" fmla="*/ 371475 w 1628775"/>
                <a:gd name="connsiteY598" fmla="*/ 891159 h 1371600"/>
                <a:gd name="connsiteX599" fmla="*/ 371094 w 1628775"/>
                <a:gd name="connsiteY599" fmla="*/ 891635 h 1371600"/>
                <a:gd name="connsiteX600" fmla="*/ 370904 w 1628775"/>
                <a:gd name="connsiteY600" fmla="*/ 892207 h 1371600"/>
                <a:gd name="connsiteX601" fmla="*/ 370808 w 1628775"/>
                <a:gd name="connsiteY601" fmla="*/ 892874 h 1371600"/>
                <a:gd name="connsiteX602" fmla="*/ 371094 w 1628775"/>
                <a:gd name="connsiteY602" fmla="*/ 894302 h 1371600"/>
                <a:gd name="connsiteX603" fmla="*/ 371665 w 1628775"/>
                <a:gd name="connsiteY603" fmla="*/ 895445 h 1371600"/>
                <a:gd name="connsiteX604" fmla="*/ 372618 w 1628775"/>
                <a:gd name="connsiteY604" fmla="*/ 896017 h 1371600"/>
                <a:gd name="connsiteX605" fmla="*/ 373761 w 1628775"/>
                <a:gd name="connsiteY605" fmla="*/ 895540 h 1371600"/>
                <a:gd name="connsiteX606" fmla="*/ 374618 w 1628775"/>
                <a:gd name="connsiteY606" fmla="*/ 895826 h 1371600"/>
                <a:gd name="connsiteX607" fmla="*/ 375095 w 1628775"/>
                <a:gd name="connsiteY607" fmla="*/ 895922 h 1371600"/>
                <a:gd name="connsiteX608" fmla="*/ 375666 w 1628775"/>
                <a:gd name="connsiteY608" fmla="*/ 895922 h 1371600"/>
                <a:gd name="connsiteX609" fmla="*/ 375095 w 1628775"/>
                <a:gd name="connsiteY609" fmla="*/ 896588 h 1371600"/>
                <a:gd name="connsiteX610" fmla="*/ 374523 w 1628775"/>
                <a:gd name="connsiteY610" fmla="*/ 896684 h 1371600"/>
                <a:gd name="connsiteX611" fmla="*/ 373856 w 1628775"/>
                <a:gd name="connsiteY611" fmla="*/ 896684 h 1371600"/>
                <a:gd name="connsiteX612" fmla="*/ 373189 w 1628775"/>
                <a:gd name="connsiteY612" fmla="*/ 896779 h 1371600"/>
                <a:gd name="connsiteX613" fmla="*/ 372142 w 1628775"/>
                <a:gd name="connsiteY613" fmla="*/ 897446 h 1371600"/>
                <a:gd name="connsiteX614" fmla="*/ 370522 w 1628775"/>
                <a:gd name="connsiteY614" fmla="*/ 898970 h 1371600"/>
                <a:gd name="connsiteX615" fmla="*/ 370332 w 1628775"/>
                <a:gd name="connsiteY615" fmla="*/ 899351 h 1371600"/>
                <a:gd name="connsiteX616" fmla="*/ 370141 w 1628775"/>
                <a:gd name="connsiteY616" fmla="*/ 899922 h 1371600"/>
                <a:gd name="connsiteX617" fmla="*/ 370141 w 1628775"/>
                <a:gd name="connsiteY617" fmla="*/ 900208 h 1371600"/>
                <a:gd name="connsiteX618" fmla="*/ 371094 w 1628775"/>
                <a:gd name="connsiteY618" fmla="*/ 899732 h 1371600"/>
                <a:gd name="connsiteX619" fmla="*/ 371665 w 1628775"/>
                <a:gd name="connsiteY619" fmla="*/ 899827 h 1371600"/>
                <a:gd name="connsiteX620" fmla="*/ 372237 w 1628775"/>
                <a:gd name="connsiteY620" fmla="*/ 899827 h 1371600"/>
                <a:gd name="connsiteX621" fmla="*/ 372904 w 1628775"/>
                <a:gd name="connsiteY621" fmla="*/ 899351 h 1371600"/>
                <a:gd name="connsiteX622" fmla="*/ 372142 w 1628775"/>
                <a:gd name="connsiteY622" fmla="*/ 902589 h 1371600"/>
                <a:gd name="connsiteX623" fmla="*/ 372237 w 1628775"/>
                <a:gd name="connsiteY623" fmla="*/ 903161 h 1371600"/>
                <a:gd name="connsiteX624" fmla="*/ 373094 w 1628775"/>
                <a:gd name="connsiteY624" fmla="*/ 903161 h 1371600"/>
                <a:gd name="connsiteX625" fmla="*/ 374428 w 1628775"/>
                <a:gd name="connsiteY625" fmla="*/ 902589 h 1371600"/>
                <a:gd name="connsiteX626" fmla="*/ 375666 w 1628775"/>
                <a:gd name="connsiteY626" fmla="*/ 901827 h 1371600"/>
                <a:gd name="connsiteX627" fmla="*/ 376428 w 1628775"/>
                <a:gd name="connsiteY627" fmla="*/ 901256 h 1371600"/>
                <a:gd name="connsiteX628" fmla="*/ 377571 w 1628775"/>
                <a:gd name="connsiteY628" fmla="*/ 899732 h 1371600"/>
                <a:gd name="connsiteX629" fmla="*/ 378047 w 1628775"/>
                <a:gd name="connsiteY629" fmla="*/ 899255 h 1371600"/>
                <a:gd name="connsiteX630" fmla="*/ 379190 w 1628775"/>
                <a:gd name="connsiteY630" fmla="*/ 898684 h 1371600"/>
                <a:gd name="connsiteX631" fmla="*/ 379095 w 1628775"/>
                <a:gd name="connsiteY631" fmla="*/ 898303 h 1371600"/>
                <a:gd name="connsiteX632" fmla="*/ 328708 w 1628775"/>
                <a:gd name="connsiteY632" fmla="*/ 854583 h 1371600"/>
                <a:gd name="connsiteX633" fmla="*/ 329089 w 1628775"/>
                <a:gd name="connsiteY633" fmla="*/ 853440 h 1371600"/>
                <a:gd name="connsiteX634" fmla="*/ 328422 w 1628775"/>
                <a:gd name="connsiteY634" fmla="*/ 852107 h 1371600"/>
                <a:gd name="connsiteX635" fmla="*/ 325279 w 1628775"/>
                <a:gd name="connsiteY635" fmla="*/ 853535 h 1371600"/>
                <a:gd name="connsiteX636" fmla="*/ 324707 w 1628775"/>
                <a:gd name="connsiteY636" fmla="*/ 853154 h 1371600"/>
                <a:gd name="connsiteX637" fmla="*/ 324707 w 1628775"/>
                <a:gd name="connsiteY637" fmla="*/ 851249 h 1371600"/>
                <a:gd name="connsiteX638" fmla="*/ 324803 w 1628775"/>
                <a:gd name="connsiteY638" fmla="*/ 850106 h 1371600"/>
                <a:gd name="connsiteX639" fmla="*/ 324993 w 1628775"/>
                <a:gd name="connsiteY639" fmla="*/ 848963 h 1371600"/>
                <a:gd name="connsiteX640" fmla="*/ 325469 w 1628775"/>
                <a:gd name="connsiteY640" fmla="*/ 848011 h 1371600"/>
                <a:gd name="connsiteX641" fmla="*/ 325850 w 1628775"/>
                <a:gd name="connsiteY641" fmla="*/ 846868 h 1371600"/>
                <a:gd name="connsiteX642" fmla="*/ 326136 w 1628775"/>
                <a:gd name="connsiteY642" fmla="*/ 845534 h 1371600"/>
                <a:gd name="connsiteX643" fmla="*/ 325755 w 1628775"/>
                <a:gd name="connsiteY643" fmla="*/ 845249 h 1371600"/>
                <a:gd name="connsiteX644" fmla="*/ 325374 w 1628775"/>
                <a:gd name="connsiteY644" fmla="*/ 844677 h 1371600"/>
                <a:gd name="connsiteX645" fmla="*/ 325564 w 1628775"/>
                <a:gd name="connsiteY645" fmla="*/ 844106 h 1371600"/>
                <a:gd name="connsiteX646" fmla="*/ 325755 w 1628775"/>
                <a:gd name="connsiteY646" fmla="*/ 843534 h 1371600"/>
                <a:gd name="connsiteX647" fmla="*/ 325850 w 1628775"/>
                <a:gd name="connsiteY647" fmla="*/ 842391 h 1371600"/>
                <a:gd name="connsiteX648" fmla="*/ 325374 w 1628775"/>
                <a:gd name="connsiteY648" fmla="*/ 841915 h 1371600"/>
                <a:gd name="connsiteX649" fmla="*/ 324707 w 1628775"/>
                <a:gd name="connsiteY649" fmla="*/ 844486 h 1371600"/>
                <a:gd name="connsiteX650" fmla="*/ 324803 w 1628775"/>
                <a:gd name="connsiteY650" fmla="*/ 845153 h 1371600"/>
                <a:gd name="connsiteX651" fmla="*/ 325183 w 1628775"/>
                <a:gd name="connsiteY651" fmla="*/ 846011 h 1371600"/>
                <a:gd name="connsiteX652" fmla="*/ 324898 w 1628775"/>
                <a:gd name="connsiteY652" fmla="*/ 847153 h 1371600"/>
                <a:gd name="connsiteX653" fmla="*/ 324040 w 1628775"/>
                <a:gd name="connsiteY653" fmla="*/ 847535 h 1371600"/>
                <a:gd name="connsiteX654" fmla="*/ 323755 w 1628775"/>
                <a:gd name="connsiteY654" fmla="*/ 848773 h 1371600"/>
                <a:gd name="connsiteX655" fmla="*/ 323945 w 1628775"/>
                <a:gd name="connsiteY655" fmla="*/ 849630 h 1371600"/>
                <a:gd name="connsiteX656" fmla="*/ 323945 w 1628775"/>
                <a:gd name="connsiteY656" fmla="*/ 850868 h 1371600"/>
                <a:gd name="connsiteX657" fmla="*/ 323659 w 1628775"/>
                <a:gd name="connsiteY657" fmla="*/ 851059 h 1371600"/>
                <a:gd name="connsiteX658" fmla="*/ 323088 w 1628775"/>
                <a:gd name="connsiteY658" fmla="*/ 851154 h 1371600"/>
                <a:gd name="connsiteX659" fmla="*/ 322993 w 1628775"/>
                <a:gd name="connsiteY659" fmla="*/ 849630 h 1371600"/>
                <a:gd name="connsiteX660" fmla="*/ 322135 w 1628775"/>
                <a:gd name="connsiteY660" fmla="*/ 849916 h 1371600"/>
                <a:gd name="connsiteX661" fmla="*/ 321850 w 1628775"/>
                <a:gd name="connsiteY661" fmla="*/ 852392 h 1371600"/>
                <a:gd name="connsiteX662" fmla="*/ 322516 w 1628775"/>
                <a:gd name="connsiteY662" fmla="*/ 853726 h 1371600"/>
                <a:gd name="connsiteX663" fmla="*/ 321469 w 1628775"/>
                <a:gd name="connsiteY663" fmla="*/ 854488 h 1371600"/>
                <a:gd name="connsiteX664" fmla="*/ 320707 w 1628775"/>
                <a:gd name="connsiteY664" fmla="*/ 853631 h 1371600"/>
                <a:gd name="connsiteX665" fmla="*/ 319564 w 1628775"/>
                <a:gd name="connsiteY665" fmla="*/ 854488 h 1371600"/>
                <a:gd name="connsiteX666" fmla="*/ 318706 w 1628775"/>
                <a:gd name="connsiteY666" fmla="*/ 854869 h 1371600"/>
                <a:gd name="connsiteX667" fmla="*/ 318611 w 1628775"/>
                <a:gd name="connsiteY667" fmla="*/ 855631 h 1371600"/>
                <a:gd name="connsiteX668" fmla="*/ 319088 w 1628775"/>
                <a:gd name="connsiteY668" fmla="*/ 855821 h 1371600"/>
                <a:gd name="connsiteX669" fmla="*/ 320992 w 1628775"/>
                <a:gd name="connsiteY669" fmla="*/ 856202 h 1371600"/>
                <a:gd name="connsiteX670" fmla="*/ 321469 w 1628775"/>
                <a:gd name="connsiteY670" fmla="*/ 856488 h 1371600"/>
                <a:gd name="connsiteX671" fmla="*/ 322231 w 1628775"/>
                <a:gd name="connsiteY671" fmla="*/ 857917 h 1371600"/>
                <a:gd name="connsiteX672" fmla="*/ 321945 w 1628775"/>
                <a:gd name="connsiteY672" fmla="*/ 858774 h 1371600"/>
                <a:gd name="connsiteX673" fmla="*/ 321850 w 1628775"/>
                <a:gd name="connsiteY673" fmla="*/ 860870 h 1371600"/>
                <a:gd name="connsiteX674" fmla="*/ 322231 w 1628775"/>
                <a:gd name="connsiteY674" fmla="*/ 862203 h 1371600"/>
                <a:gd name="connsiteX675" fmla="*/ 322135 w 1628775"/>
                <a:gd name="connsiteY675" fmla="*/ 863441 h 1371600"/>
                <a:gd name="connsiteX676" fmla="*/ 323183 w 1628775"/>
                <a:gd name="connsiteY676" fmla="*/ 863727 h 1371600"/>
                <a:gd name="connsiteX677" fmla="*/ 323374 w 1628775"/>
                <a:gd name="connsiteY677" fmla="*/ 863251 h 1371600"/>
                <a:gd name="connsiteX678" fmla="*/ 323374 w 1628775"/>
                <a:gd name="connsiteY678" fmla="*/ 862394 h 1371600"/>
                <a:gd name="connsiteX679" fmla="*/ 322993 w 1628775"/>
                <a:gd name="connsiteY679" fmla="*/ 861822 h 1371600"/>
                <a:gd name="connsiteX680" fmla="*/ 323374 w 1628775"/>
                <a:gd name="connsiteY680" fmla="*/ 861060 h 1371600"/>
                <a:gd name="connsiteX681" fmla="*/ 324326 w 1628775"/>
                <a:gd name="connsiteY681" fmla="*/ 861346 h 1371600"/>
                <a:gd name="connsiteX682" fmla="*/ 324898 w 1628775"/>
                <a:gd name="connsiteY682" fmla="*/ 861346 h 1371600"/>
                <a:gd name="connsiteX683" fmla="*/ 324993 w 1628775"/>
                <a:gd name="connsiteY683" fmla="*/ 860584 h 1371600"/>
                <a:gd name="connsiteX684" fmla="*/ 324993 w 1628775"/>
                <a:gd name="connsiteY684" fmla="*/ 860203 h 1371600"/>
                <a:gd name="connsiteX685" fmla="*/ 324612 w 1628775"/>
                <a:gd name="connsiteY685" fmla="*/ 859155 h 1371600"/>
                <a:gd name="connsiteX686" fmla="*/ 324707 w 1628775"/>
                <a:gd name="connsiteY686" fmla="*/ 858203 h 1371600"/>
                <a:gd name="connsiteX687" fmla="*/ 325088 w 1628775"/>
                <a:gd name="connsiteY687" fmla="*/ 857440 h 1371600"/>
                <a:gd name="connsiteX688" fmla="*/ 325946 w 1628775"/>
                <a:gd name="connsiteY688" fmla="*/ 856393 h 1371600"/>
                <a:gd name="connsiteX689" fmla="*/ 326993 w 1628775"/>
                <a:gd name="connsiteY689" fmla="*/ 856202 h 1371600"/>
                <a:gd name="connsiteX690" fmla="*/ 328041 w 1628775"/>
                <a:gd name="connsiteY690" fmla="*/ 854964 h 1371600"/>
                <a:gd name="connsiteX691" fmla="*/ 328708 w 1628775"/>
                <a:gd name="connsiteY691" fmla="*/ 854583 h 1371600"/>
                <a:gd name="connsiteX692" fmla="*/ 336518 w 1628775"/>
                <a:gd name="connsiteY692" fmla="*/ 1149572 h 1371600"/>
                <a:gd name="connsiteX693" fmla="*/ 334994 w 1628775"/>
                <a:gd name="connsiteY693" fmla="*/ 1149763 h 1371600"/>
                <a:gd name="connsiteX694" fmla="*/ 334518 w 1628775"/>
                <a:gd name="connsiteY694" fmla="*/ 1149382 h 1371600"/>
                <a:gd name="connsiteX695" fmla="*/ 333280 w 1628775"/>
                <a:gd name="connsiteY695" fmla="*/ 1148810 h 1371600"/>
                <a:gd name="connsiteX696" fmla="*/ 332613 w 1628775"/>
                <a:gd name="connsiteY696" fmla="*/ 1148239 h 1371600"/>
                <a:gd name="connsiteX697" fmla="*/ 332518 w 1628775"/>
                <a:gd name="connsiteY697" fmla="*/ 1147858 h 1371600"/>
                <a:gd name="connsiteX698" fmla="*/ 332804 w 1628775"/>
                <a:gd name="connsiteY698" fmla="*/ 1147382 h 1371600"/>
                <a:gd name="connsiteX699" fmla="*/ 333184 w 1628775"/>
                <a:gd name="connsiteY699" fmla="*/ 1146905 h 1371600"/>
                <a:gd name="connsiteX700" fmla="*/ 333470 w 1628775"/>
                <a:gd name="connsiteY700" fmla="*/ 1146429 h 1371600"/>
                <a:gd name="connsiteX701" fmla="*/ 331565 w 1628775"/>
                <a:gd name="connsiteY701" fmla="*/ 1146715 h 1371600"/>
                <a:gd name="connsiteX702" fmla="*/ 330994 w 1628775"/>
                <a:gd name="connsiteY702" fmla="*/ 1146429 h 1371600"/>
                <a:gd name="connsiteX703" fmla="*/ 331280 w 1628775"/>
                <a:gd name="connsiteY703" fmla="*/ 1145286 h 1371600"/>
                <a:gd name="connsiteX704" fmla="*/ 329565 w 1628775"/>
                <a:gd name="connsiteY704" fmla="*/ 1145286 h 1371600"/>
                <a:gd name="connsiteX705" fmla="*/ 328803 w 1628775"/>
                <a:gd name="connsiteY705" fmla="*/ 1145572 h 1371600"/>
                <a:gd name="connsiteX706" fmla="*/ 329089 w 1628775"/>
                <a:gd name="connsiteY706" fmla="*/ 1146524 h 1371600"/>
                <a:gd name="connsiteX707" fmla="*/ 330517 w 1628775"/>
                <a:gd name="connsiteY707" fmla="*/ 1148620 h 1371600"/>
                <a:gd name="connsiteX708" fmla="*/ 330613 w 1628775"/>
                <a:gd name="connsiteY708" fmla="*/ 1149191 h 1371600"/>
                <a:gd name="connsiteX709" fmla="*/ 330708 w 1628775"/>
                <a:gd name="connsiteY709" fmla="*/ 1150620 h 1371600"/>
                <a:gd name="connsiteX710" fmla="*/ 330898 w 1628775"/>
                <a:gd name="connsiteY710" fmla="*/ 1151001 h 1371600"/>
                <a:gd name="connsiteX711" fmla="*/ 331375 w 1628775"/>
                <a:gd name="connsiteY711" fmla="*/ 1151192 h 1371600"/>
                <a:gd name="connsiteX712" fmla="*/ 332518 w 1628775"/>
                <a:gd name="connsiteY712" fmla="*/ 1151001 h 1371600"/>
                <a:gd name="connsiteX713" fmla="*/ 333089 w 1628775"/>
                <a:gd name="connsiteY713" fmla="*/ 1151096 h 1371600"/>
                <a:gd name="connsiteX714" fmla="*/ 333089 w 1628775"/>
                <a:gd name="connsiteY714" fmla="*/ 1151287 h 1371600"/>
                <a:gd name="connsiteX715" fmla="*/ 333565 w 1628775"/>
                <a:gd name="connsiteY715" fmla="*/ 1152049 h 1371600"/>
                <a:gd name="connsiteX716" fmla="*/ 333661 w 1628775"/>
                <a:gd name="connsiteY716" fmla="*/ 1152144 h 1371600"/>
                <a:gd name="connsiteX717" fmla="*/ 333851 w 1628775"/>
                <a:gd name="connsiteY717" fmla="*/ 1152430 h 1371600"/>
                <a:gd name="connsiteX718" fmla="*/ 334137 w 1628775"/>
                <a:gd name="connsiteY718" fmla="*/ 1152144 h 1371600"/>
                <a:gd name="connsiteX719" fmla="*/ 334423 w 1628775"/>
                <a:gd name="connsiteY719" fmla="*/ 1151668 h 1371600"/>
                <a:gd name="connsiteX720" fmla="*/ 334423 w 1628775"/>
                <a:gd name="connsiteY720" fmla="*/ 1151382 h 1371600"/>
                <a:gd name="connsiteX721" fmla="*/ 334423 w 1628775"/>
                <a:gd name="connsiteY721" fmla="*/ 1151287 h 1371600"/>
                <a:gd name="connsiteX722" fmla="*/ 334708 w 1628775"/>
                <a:gd name="connsiteY722" fmla="*/ 1151096 h 1371600"/>
                <a:gd name="connsiteX723" fmla="*/ 334994 w 1628775"/>
                <a:gd name="connsiteY723" fmla="*/ 1151001 h 1371600"/>
                <a:gd name="connsiteX724" fmla="*/ 335089 w 1628775"/>
                <a:gd name="connsiteY724" fmla="*/ 1151287 h 1371600"/>
                <a:gd name="connsiteX725" fmla="*/ 335280 w 1628775"/>
                <a:gd name="connsiteY725" fmla="*/ 1151382 h 1371600"/>
                <a:gd name="connsiteX726" fmla="*/ 336232 w 1628775"/>
                <a:gd name="connsiteY726" fmla="*/ 1152335 h 1371600"/>
                <a:gd name="connsiteX727" fmla="*/ 337661 w 1628775"/>
                <a:gd name="connsiteY727" fmla="*/ 1151858 h 1371600"/>
                <a:gd name="connsiteX728" fmla="*/ 337471 w 1628775"/>
                <a:gd name="connsiteY728" fmla="*/ 1150620 h 1371600"/>
                <a:gd name="connsiteX729" fmla="*/ 336518 w 1628775"/>
                <a:gd name="connsiteY729" fmla="*/ 1149572 h 1371600"/>
                <a:gd name="connsiteX730" fmla="*/ 361093 w 1628775"/>
                <a:gd name="connsiteY730" fmla="*/ 928021 h 1371600"/>
                <a:gd name="connsiteX731" fmla="*/ 360712 w 1628775"/>
                <a:gd name="connsiteY731" fmla="*/ 927068 h 1371600"/>
                <a:gd name="connsiteX732" fmla="*/ 360331 w 1628775"/>
                <a:gd name="connsiteY732" fmla="*/ 928307 h 1371600"/>
                <a:gd name="connsiteX733" fmla="*/ 359855 w 1628775"/>
                <a:gd name="connsiteY733" fmla="*/ 929545 h 1371600"/>
                <a:gd name="connsiteX734" fmla="*/ 359092 w 1628775"/>
                <a:gd name="connsiteY734" fmla="*/ 930497 h 1371600"/>
                <a:gd name="connsiteX735" fmla="*/ 357949 w 1628775"/>
                <a:gd name="connsiteY735" fmla="*/ 930878 h 1371600"/>
                <a:gd name="connsiteX736" fmla="*/ 357188 w 1628775"/>
                <a:gd name="connsiteY736" fmla="*/ 931355 h 1371600"/>
                <a:gd name="connsiteX737" fmla="*/ 355854 w 1628775"/>
                <a:gd name="connsiteY737" fmla="*/ 933260 h 1371600"/>
                <a:gd name="connsiteX738" fmla="*/ 355092 w 1628775"/>
                <a:gd name="connsiteY738" fmla="*/ 935260 h 1371600"/>
                <a:gd name="connsiteX739" fmla="*/ 353949 w 1628775"/>
                <a:gd name="connsiteY739" fmla="*/ 935736 h 1371600"/>
                <a:gd name="connsiteX740" fmla="*/ 354139 w 1628775"/>
                <a:gd name="connsiteY740" fmla="*/ 936879 h 1371600"/>
                <a:gd name="connsiteX741" fmla="*/ 355092 w 1628775"/>
                <a:gd name="connsiteY741" fmla="*/ 937641 h 1371600"/>
                <a:gd name="connsiteX742" fmla="*/ 356045 w 1628775"/>
                <a:gd name="connsiteY742" fmla="*/ 938117 h 1371600"/>
                <a:gd name="connsiteX743" fmla="*/ 357283 w 1628775"/>
                <a:gd name="connsiteY743" fmla="*/ 937165 h 1371600"/>
                <a:gd name="connsiteX744" fmla="*/ 357854 w 1628775"/>
                <a:gd name="connsiteY744" fmla="*/ 936784 h 1371600"/>
                <a:gd name="connsiteX745" fmla="*/ 358521 w 1628775"/>
                <a:gd name="connsiteY745" fmla="*/ 934784 h 1371600"/>
                <a:gd name="connsiteX746" fmla="*/ 360331 w 1628775"/>
                <a:gd name="connsiteY746" fmla="*/ 931545 h 1371600"/>
                <a:gd name="connsiteX747" fmla="*/ 360902 w 1628775"/>
                <a:gd name="connsiteY747" fmla="*/ 931069 h 1371600"/>
                <a:gd name="connsiteX748" fmla="*/ 361569 w 1628775"/>
                <a:gd name="connsiteY748" fmla="*/ 930593 h 1371600"/>
                <a:gd name="connsiteX749" fmla="*/ 361569 w 1628775"/>
                <a:gd name="connsiteY749" fmla="*/ 929450 h 1371600"/>
                <a:gd name="connsiteX750" fmla="*/ 361093 w 1628775"/>
                <a:gd name="connsiteY750" fmla="*/ 928021 h 1371600"/>
                <a:gd name="connsiteX751" fmla="*/ 379095 w 1628775"/>
                <a:gd name="connsiteY751" fmla="*/ 905447 h 1371600"/>
                <a:gd name="connsiteX752" fmla="*/ 378809 w 1628775"/>
                <a:gd name="connsiteY752" fmla="*/ 906494 h 1371600"/>
                <a:gd name="connsiteX753" fmla="*/ 379190 w 1628775"/>
                <a:gd name="connsiteY753" fmla="*/ 907352 h 1371600"/>
                <a:gd name="connsiteX754" fmla="*/ 379952 w 1628775"/>
                <a:gd name="connsiteY754" fmla="*/ 907828 h 1371600"/>
                <a:gd name="connsiteX755" fmla="*/ 380905 w 1628775"/>
                <a:gd name="connsiteY755" fmla="*/ 907637 h 1371600"/>
                <a:gd name="connsiteX756" fmla="*/ 381286 w 1628775"/>
                <a:gd name="connsiteY756" fmla="*/ 907066 h 1371600"/>
                <a:gd name="connsiteX757" fmla="*/ 382143 w 1628775"/>
                <a:gd name="connsiteY757" fmla="*/ 904589 h 1371600"/>
                <a:gd name="connsiteX758" fmla="*/ 382333 w 1628775"/>
                <a:gd name="connsiteY758" fmla="*/ 903827 h 1371600"/>
                <a:gd name="connsiteX759" fmla="*/ 381953 w 1628775"/>
                <a:gd name="connsiteY759" fmla="*/ 902589 h 1371600"/>
                <a:gd name="connsiteX760" fmla="*/ 381381 w 1628775"/>
                <a:gd name="connsiteY760" fmla="*/ 902113 h 1371600"/>
                <a:gd name="connsiteX761" fmla="*/ 380143 w 1628775"/>
                <a:gd name="connsiteY761" fmla="*/ 902113 h 1371600"/>
                <a:gd name="connsiteX762" fmla="*/ 379000 w 1628775"/>
                <a:gd name="connsiteY762" fmla="*/ 901636 h 1371600"/>
                <a:gd name="connsiteX763" fmla="*/ 378428 w 1628775"/>
                <a:gd name="connsiteY763" fmla="*/ 901541 h 1371600"/>
                <a:gd name="connsiteX764" fmla="*/ 378047 w 1628775"/>
                <a:gd name="connsiteY764" fmla="*/ 901827 h 1371600"/>
                <a:gd name="connsiteX765" fmla="*/ 377952 w 1628775"/>
                <a:gd name="connsiteY765" fmla="*/ 902684 h 1371600"/>
                <a:gd name="connsiteX766" fmla="*/ 378142 w 1628775"/>
                <a:gd name="connsiteY766" fmla="*/ 903827 h 1371600"/>
                <a:gd name="connsiteX767" fmla="*/ 378523 w 1628775"/>
                <a:gd name="connsiteY767" fmla="*/ 904875 h 1371600"/>
                <a:gd name="connsiteX768" fmla="*/ 379095 w 1628775"/>
                <a:gd name="connsiteY768" fmla="*/ 905447 h 1371600"/>
                <a:gd name="connsiteX769" fmla="*/ 356902 w 1628775"/>
                <a:gd name="connsiteY769" fmla="*/ 1129760 h 1371600"/>
                <a:gd name="connsiteX770" fmla="*/ 356711 w 1628775"/>
                <a:gd name="connsiteY770" fmla="*/ 1129379 h 1371600"/>
                <a:gd name="connsiteX771" fmla="*/ 356235 w 1628775"/>
                <a:gd name="connsiteY771" fmla="*/ 1127379 h 1371600"/>
                <a:gd name="connsiteX772" fmla="*/ 355663 w 1628775"/>
                <a:gd name="connsiteY772" fmla="*/ 1126522 h 1371600"/>
                <a:gd name="connsiteX773" fmla="*/ 354901 w 1628775"/>
                <a:gd name="connsiteY773" fmla="*/ 1126427 h 1371600"/>
                <a:gd name="connsiteX774" fmla="*/ 354616 w 1628775"/>
                <a:gd name="connsiteY774" fmla="*/ 1126808 h 1371600"/>
                <a:gd name="connsiteX775" fmla="*/ 354711 w 1628775"/>
                <a:gd name="connsiteY775" fmla="*/ 1127284 h 1371600"/>
                <a:gd name="connsiteX776" fmla="*/ 354901 w 1628775"/>
                <a:gd name="connsiteY776" fmla="*/ 1127760 h 1371600"/>
                <a:gd name="connsiteX777" fmla="*/ 354901 w 1628775"/>
                <a:gd name="connsiteY777" fmla="*/ 1128046 h 1371600"/>
                <a:gd name="connsiteX778" fmla="*/ 353854 w 1628775"/>
                <a:gd name="connsiteY778" fmla="*/ 1129856 h 1371600"/>
                <a:gd name="connsiteX779" fmla="*/ 353282 w 1628775"/>
                <a:gd name="connsiteY779" fmla="*/ 1130618 h 1371600"/>
                <a:gd name="connsiteX780" fmla="*/ 352711 w 1628775"/>
                <a:gd name="connsiteY780" fmla="*/ 1130903 h 1371600"/>
                <a:gd name="connsiteX781" fmla="*/ 351854 w 1628775"/>
                <a:gd name="connsiteY781" fmla="*/ 1130713 h 1371600"/>
                <a:gd name="connsiteX782" fmla="*/ 351758 w 1628775"/>
                <a:gd name="connsiteY782" fmla="*/ 1130141 h 1371600"/>
                <a:gd name="connsiteX783" fmla="*/ 352425 w 1628775"/>
                <a:gd name="connsiteY783" fmla="*/ 1128046 h 1371600"/>
                <a:gd name="connsiteX784" fmla="*/ 348996 w 1628775"/>
                <a:gd name="connsiteY784" fmla="*/ 1129951 h 1371600"/>
                <a:gd name="connsiteX785" fmla="*/ 347567 w 1628775"/>
                <a:gd name="connsiteY785" fmla="*/ 1131189 h 1371600"/>
                <a:gd name="connsiteX786" fmla="*/ 346710 w 1628775"/>
                <a:gd name="connsiteY786" fmla="*/ 1133380 h 1371600"/>
                <a:gd name="connsiteX787" fmla="*/ 346043 w 1628775"/>
                <a:gd name="connsiteY787" fmla="*/ 1132999 h 1371600"/>
                <a:gd name="connsiteX788" fmla="*/ 345376 w 1628775"/>
                <a:gd name="connsiteY788" fmla="*/ 1132713 h 1371600"/>
                <a:gd name="connsiteX789" fmla="*/ 344805 w 1628775"/>
                <a:gd name="connsiteY789" fmla="*/ 1132332 h 1371600"/>
                <a:gd name="connsiteX790" fmla="*/ 344424 w 1628775"/>
                <a:gd name="connsiteY790" fmla="*/ 1131761 h 1371600"/>
                <a:gd name="connsiteX791" fmla="*/ 343948 w 1628775"/>
                <a:gd name="connsiteY791" fmla="*/ 1132713 h 1371600"/>
                <a:gd name="connsiteX792" fmla="*/ 343186 w 1628775"/>
                <a:gd name="connsiteY792" fmla="*/ 1133475 h 1371600"/>
                <a:gd name="connsiteX793" fmla="*/ 342233 w 1628775"/>
                <a:gd name="connsiteY793" fmla="*/ 1133761 h 1371600"/>
                <a:gd name="connsiteX794" fmla="*/ 341281 w 1628775"/>
                <a:gd name="connsiteY794" fmla="*/ 1133380 h 1371600"/>
                <a:gd name="connsiteX795" fmla="*/ 340519 w 1628775"/>
                <a:gd name="connsiteY795" fmla="*/ 1134618 h 1371600"/>
                <a:gd name="connsiteX796" fmla="*/ 339471 w 1628775"/>
                <a:gd name="connsiteY796" fmla="*/ 1134904 h 1371600"/>
                <a:gd name="connsiteX797" fmla="*/ 338233 w 1628775"/>
                <a:gd name="connsiteY797" fmla="*/ 1134809 h 1371600"/>
                <a:gd name="connsiteX798" fmla="*/ 336899 w 1628775"/>
                <a:gd name="connsiteY798" fmla="*/ 1134904 h 1371600"/>
                <a:gd name="connsiteX799" fmla="*/ 336899 w 1628775"/>
                <a:gd name="connsiteY799" fmla="*/ 1134999 h 1371600"/>
                <a:gd name="connsiteX800" fmla="*/ 336137 w 1628775"/>
                <a:gd name="connsiteY800" fmla="*/ 1135761 h 1371600"/>
                <a:gd name="connsiteX801" fmla="*/ 335089 w 1628775"/>
                <a:gd name="connsiteY801" fmla="*/ 1136618 h 1371600"/>
                <a:gd name="connsiteX802" fmla="*/ 334708 w 1628775"/>
                <a:gd name="connsiteY802" fmla="*/ 1136809 h 1371600"/>
                <a:gd name="connsiteX803" fmla="*/ 333470 w 1628775"/>
                <a:gd name="connsiteY803" fmla="*/ 1137095 h 1371600"/>
                <a:gd name="connsiteX804" fmla="*/ 332899 w 1628775"/>
                <a:gd name="connsiteY804" fmla="*/ 1137571 h 1371600"/>
                <a:gd name="connsiteX805" fmla="*/ 332327 w 1628775"/>
                <a:gd name="connsiteY805" fmla="*/ 1138142 h 1371600"/>
                <a:gd name="connsiteX806" fmla="*/ 331565 w 1628775"/>
                <a:gd name="connsiteY806" fmla="*/ 1138619 h 1371600"/>
                <a:gd name="connsiteX807" fmla="*/ 332232 w 1628775"/>
                <a:gd name="connsiteY807" fmla="*/ 1139476 h 1371600"/>
                <a:gd name="connsiteX808" fmla="*/ 332994 w 1628775"/>
                <a:gd name="connsiteY808" fmla="*/ 1139857 h 1371600"/>
                <a:gd name="connsiteX809" fmla="*/ 334899 w 1628775"/>
                <a:gd name="connsiteY809" fmla="*/ 1139857 h 1371600"/>
                <a:gd name="connsiteX810" fmla="*/ 333851 w 1628775"/>
                <a:gd name="connsiteY810" fmla="*/ 1141571 h 1371600"/>
                <a:gd name="connsiteX811" fmla="*/ 332327 w 1628775"/>
                <a:gd name="connsiteY811" fmla="*/ 1141476 h 1371600"/>
                <a:gd name="connsiteX812" fmla="*/ 330613 w 1628775"/>
                <a:gd name="connsiteY812" fmla="*/ 1141000 h 1371600"/>
                <a:gd name="connsiteX813" fmla="*/ 329089 w 1628775"/>
                <a:gd name="connsiteY813" fmla="*/ 1141476 h 1371600"/>
                <a:gd name="connsiteX814" fmla="*/ 328613 w 1628775"/>
                <a:gd name="connsiteY814" fmla="*/ 1141190 h 1371600"/>
                <a:gd name="connsiteX815" fmla="*/ 328136 w 1628775"/>
                <a:gd name="connsiteY815" fmla="*/ 1141095 h 1371600"/>
                <a:gd name="connsiteX816" fmla="*/ 327660 w 1628775"/>
                <a:gd name="connsiteY816" fmla="*/ 1141190 h 1371600"/>
                <a:gd name="connsiteX817" fmla="*/ 327184 w 1628775"/>
                <a:gd name="connsiteY817" fmla="*/ 1141476 h 1371600"/>
                <a:gd name="connsiteX818" fmla="*/ 327184 w 1628775"/>
                <a:gd name="connsiteY818" fmla="*/ 1141857 h 1371600"/>
                <a:gd name="connsiteX819" fmla="*/ 327850 w 1628775"/>
                <a:gd name="connsiteY819" fmla="*/ 1142429 h 1371600"/>
                <a:gd name="connsiteX820" fmla="*/ 328613 w 1628775"/>
                <a:gd name="connsiteY820" fmla="*/ 1142714 h 1371600"/>
                <a:gd name="connsiteX821" fmla="*/ 330422 w 1628775"/>
                <a:gd name="connsiteY821" fmla="*/ 1143095 h 1371600"/>
                <a:gd name="connsiteX822" fmla="*/ 332232 w 1628775"/>
                <a:gd name="connsiteY822" fmla="*/ 1143953 h 1371600"/>
                <a:gd name="connsiteX823" fmla="*/ 332994 w 1628775"/>
                <a:gd name="connsiteY823" fmla="*/ 1143953 h 1371600"/>
                <a:gd name="connsiteX824" fmla="*/ 333661 w 1628775"/>
                <a:gd name="connsiteY824" fmla="*/ 1143095 h 1371600"/>
                <a:gd name="connsiteX825" fmla="*/ 334232 w 1628775"/>
                <a:gd name="connsiteY825" fmla="*/ 1143762 h 1371600"/>
                <a:gd name="connsiteX826" fmla="*/ 334232 w 1628775"/>
                <a:gd name="connsiteY826" fmla="*/ 1144619 h 1371600"/>
                <a:gd name="connsiteX827" fmla="*/ 334137 w 1628775"/>
                <a:gd name="connsiteY827" fmla="*/ 1145477 h 1371600"/>
                <a:gd name="connsiteX828" fmla="*/ 334518 w 1628775"/>
                <a:gd name="connsiteY828" fmla="*/ 1146239 h 1371600"/>
                <a:gd name="connsiteX829" fmla="*/ 337185 w 1628775"/>
                <a:gd name="connsiteY829" fmla="*/ 1148048 h 1371600"/>
                <a:gd name="connsiteX830" fmla="*/ 338709 w 1628775"/>
                <a:gd name="connsiteY830" fmla="*/ 1149477 h 1371600"/>
                <a:gd name="connsiteX831" fmla="*/ 339280 w 1628775"/>
                <a:gd name="connsiteY831" fmla="*/ 1149668 h 1371600"/>
                <a:gd name="connsiteX832" fmla="*/ 339471 w 1628775"/>
                <a:gd name="connsiteY832" fmla="*/ 1149287 h 1371600"/>
                <a:gd name="connsiteX833" fmla="*/ 339185 w 1628775"/>
                <a:gd name="connsiteY833" fmla="*/ 1148429 h 1371600"/>
                <a:gd name="connsiteX834" fmla="*/ 338614 w 1628775"/>
                <a:gd name="connsiteY834" fmla="*/ 1147572 h 1371600"/>
                <a:gd name="connsiteX835" fmla="*/ 337947 w 1628775"/>
                <a:gd name="connsiteY835" fmla="*/ 1147191 h 1371600"/>
                <a:gd name="connsiteX836" fmla="*/ 338995 w 1628775"/>
                <a:gd name="connsiteY836" fmla="*/ 1146810 h 1371600"/>
                <a:gd name="connsiteX837" fmla="*/ 339947 w 1628775"/>
                <a:gd name="connsiteY837" fmla="*/ 1147096 h 1371600"/>
                <a:gd name="connsiteX838" fmla="*/ 340614 w 1628775"/>
                <a:gd name="connsiteY838" fmla="*/ 1147096 h 1371600"/>
                <a:gd name="connsiteX839" fmla="*/ 340900 w 1628775"/>
                <a:gd name="connsiteY839" fmla="*/ 1145858 h 1371600"/>
                <a:gd name="connsiteX840" fmla="*/ 341376 w 1628775"/>
                <a:gd name="connsiteY840" fmla="*/ 1145762 h 1371600"/>
                <a:gd name="connsiteX841" fmla="*/ 344138 w 1628775"/>
                <a:gd name="connsiteY841" fmla="*/ 1143953 h 1371600"/>
                <a:gd name="connsiteX842" fmla="*/ 343567 w 1628775"/>
                <a:gd name="connsiteY842" fmla="*/ 1143381 h 1371600"/>
                <a:gd name="connsiteX843" fmla="*/ 342233 w 1628775"/>
                <a:gd name="connsiteY843" fmla="*/ 1142429 h 1371600"/>
                <a:gd name="connsiteX844" fmla="*/ 341662 w 1628775"/>
                <a:gd name="connsiteY844" fmla="*/ 1141857 h 1371600"/>
                <a:gd name="connsiteX845" fmla="*/ 342233 w 1628775"/>
                <a:gd name="connsiteY845" fmla="*/ 1141571 h 1371600"/>
                <a:gd name="connsiteX846" fmla="*/ 342709 w 1628775"/>
                <a:gd name="connsiteY846" fmla="*/ 1141286 h 1371600"/>
                <a:gd name="connsiteX847" fmla="*/ 343186 w 1628775"/>
                <a:gd name="connsiteY847" fmla="*/ 1140809 h 1371600"/>
                <a:gd name="connsiteX848" fmla="*/ 343567 w 1628775"/>
                <a:gd name="connsiteY848" fmla="*/ 1140143 h 1371600"/>
                <a:gd name="connsiteX849" fmla="*/ 343186 w 1628775"/>
                <a:gd name="connsiteY849" fmla="*/ 1139285 h 1371600"/>
                <a:gd name="connsiteX850" fmla="*/ 343948 w 1628775"/>
                <a:gd name="connsiteY850" fmla="*/ 1139285 h 1371600"/>
                <a:gd name="connsiteX851" fmla="*/ 345281 w 1628775"/>
                <a:gd name="connsiteY851" fmla="*/ 1139857 h 1371600"/>
                <a:gd name="connsiteX852" fmla="*/ 345853 w 1628775"/>
                <a:gd name="connsiteY852" fmla="*/ 1139571 h 1371600"/>
                <a:gd name="connsiteX853" fmla="*/ 347472 w 1628775"/>
                <a:gd name="connsiteY853" fmla="*/ 1137952 h 1371600"/>
                <a:gd name="connsiteX854" fmla="*/ 347663 w 1628775"/>
                <a:gd name="connsiteY854" fmla="*/ 1137666 h 1371600"/>
                <a:gd name="connsiteX855" fmla="*/ 348710 w 1628775"/>
                <a:gd name="connsiteY855" fmla="*/ 1137095 h 1371600"/>
                <a:gd name="connsiteX856" fmla="*/ 350139 w 1628775"/>
                <a:gd name="connsiteY856" fmla="*/ 1134618 h 1371600"/>
                <a:gd name="connsiteX857" fmla="*/ 351187 w 1628775"/>
                <a:gd name="connsiteY857" fmla="*/ 1134047 h 1371600"/>
                <a:gd name="connsiteX858" fmla="*/ 351663 w 1628775"/>
                <a:gd name="connsiteY858" fmla="*/ 1133856 h 1371600"/>
                <a:gd name="connsiteX859" fmla="*/ 351854 w 1628775"/>
                <a:gd name="connsiteY859" fmla="*/ 1133475 h 1371600"/>
                <a:gd name="connsiteX860" fmla="*/ 351949 w 1628775"/>
                <a:gd name="connsiteY860" fmla="*/ 1133094 h 1371600"/>
                <a:gd name="connsiteX861" fmla="*/ 352044 w 1628775"/>
                <a:gd name="connsiteY861" fmla="*/ 1132808 h 1371600"/>
                <a:gd name="connsiteX862" fmla="*/ 352330 w 1628775"/>
                <a:gd name="connsiteY862" fmla="*/ 1132713 h 1371600"/>
                <a:gd name="connsiteX863" fmla="*/ 353092 w 1628775"/>
                <a:gd name="connsiteY863" fmla="*/ 1132523 h 1371600"/>
                <a:gd name="connsiteX864" fmla="*/ 355282 w 1628775"/>
                <a:gd name="connsiteY864" fmla="*/ 1131570 h 1371600"/>
                <a:gd name="connsiteX865" fmla="*/ 355949 w 1628775"/>
                <a:gd name="connsiteY865" fmla="*/ 1131094 h 1371600"/>
                <a:gd name="connsiteX866" fmla="*/ 356330 w 1628775"/>
                <a:gd name="connsiteY866" fmla="*/ 1130999 h 1371600"/>
                <a:gd name="connsiteX867" fmla="*/ 356806 w 1628775"/>
                <a:gd name="connsiteY867" fmla="*/ 1131094 h 1371600"/>
                <a:gd name="connsiteX868" fmla="*/ 357188 w 1628775"/>
                <a:gd name="connsiteY868" fmla="*/ 1131094 h 1371600"/>
                <a:gd name="connsiteX869" fmla="*/ 357473 w 1628775"/>
                <a:gd name="connsiteY869" fmla="*/ 1130713 h 1371600"/>
                <a:gd name="connsiteX870" fmla="*/ 357473 w 1628775"/>
                <a:gd name="connsiteY870" fmla="*/ 1130141 h 1371600"/>
                <a:gd name="connsiteX871" fmla="*/ 357283 w 1628775"/>
                <a:gd name="connsiteY871" fmla="*/ 1129760 h 1371600"/>
                <a:gd name="connsiteX872" fmla="*/ 356902 w 1628775"/>
                <a:gd name="connsiteY872" fmla="*/ 1129760 h 1371600"/>
                <a:gd name="connsiteX873" fmla="*/ 357092 w 1628775"/>
                <a:gd name="connsiteY873" fmla="*/ 1057847 h 1371600"/>
                <a:gd name="connsiteX874" fmla="*/ 356902 w 1628775"/>
                <a:gd name="connsiteY874" fmla="*/ 1058609 h 1371600"/>
                <a:gd name="connsiteX875" fmla="*/ 356997 w 1628775"/>
                <a:gd name="connsiteY875" fmla="*/ 1059371 h 1371600"/>
                <a:gd name="connsiteX876" fmla="*/ 357378 w 1628775"/>
                <a:gd name="connsiteY876" fmla="*/ 1060799 h 1371600"/>
                <a:gd name="connsiteX877" fmla="*/ 358616 w 1628775"/>
                <a:gd name="connsiteY877" fmla="*/ 1059847 h 1371600"/>
                <a:gd name="connsiteX878" fmla="*/ 359092 w 1628775"/>
                <a:gd name="connsiteY878" fmla="*/ 1058418 h 1371600"/>
                <a:gd name="connsiteX879" fmla="*/ 358712 w 1628775"/>
                <a:gd name="connsiteY879" fmla="*/ 1057466 h 1371600"/>
                <a:gd name="connsiteX880" fmla="*/ 357092 w 1628775"/>
                <a:gd name="connsiteY880" fmla="*/ 1057847 h 1371600"/>
                <a:gd name="connsiteX881" fmla="*/ 351663 w 1628775"/>
                <a:gd name="connsiteY881" fmla="*/ 1070610 h 1371600"/>
                <a:gd name="connsiteX882" fmla="*/ 351854 w 1628775"/>
                <a:gd name="connsiteY882" fmla="*/ 1069848 h 1371600"/>
                <a:gd name="connsiteX883" fmla="*/ 351568 w 1628775"/>
                <a:gd name="connsiteY883" fmla="*/ 1069181 h 1371600"/>
                <a:gd name="connsiteX884" fmla="*/ 351472 w 1628775"/>
                <a:gd name="connsiteY884" fmla="*/ 1068991 h 1371600"/>
                <a:gd name="connsiteX885" fmla="*/ 351187 w 1628775"/>
                <a:gd name="connsiteY885" fmla="*/ 1068991 h 1371600"/>
                <a:gd name="connsiteX886" fmla="*/ 351091 w 1628775"/>
                <a:gd name="connsiteY886" fmla="*/ 1068896 h 1371600"/>
                <a:gd name="connsiteX887" fmla="*/ 350901 w 1628775"/>
                <a:gd name="connsiteY887" fmla="*/ 1068800 h 1371600"/>
                <a:gd name="connsiteX888" fmla="*/ 350520 w 1628775"/>
                <a:gd name="connsiteY888" fmla="*/ 1069086 h 1371600"/>
                <a:gd name="connsiteX889" fmla="*/ 350330 w 1628775"/>
                <a:gd name="connsiteY889" fmla="*/ 1069658 h 1371600"/>
                <a:gd name="connsiteX890" fmla="*/ 350520 w 1628775"/>
                <a:gd name="connsiteY890" fmla="*/ 1070134 h 1371600"/>
                <a:gd name="connsiteX891" fmla="*/ 350901 w 1628775"/>
                <a:gd name="connsiteY891" fmla="*/ 1070515 h 1371600"/>
                <a:gd name="connsiteX892" fmla="*/ 351663 w 1628775"/>
                <a:gd name="connsiteY892" fmla="*/ 1070515 h 1371600"/>
                <a:gd name="connsiteX893" fmla="*/ 320897 w 1628775"/>
                <a:gd name="connsiteY893" fmla="*/ 858774 h 1371600"/>
                <a:gd name="connsiteX894" fmla="*/ 320707 w 1628775"/>
                <a:gd name="connsiteY894" fmla="*/ 858203 h 1371600"/>
                <a:gd name="connsiteX895" fmla="*/ 320516 w 1628775"/>
                <a:gd name="connsiteY895" fmla="*/ 857726 h 1371600"/>
                <a:gd name="connsiteX896" fmla="*/ 319945 w 1628775"/>
                <a:gd name="connsiteY896" fmla="*/ 857250 h 1371600"/>
                <a:gd name="connsiteX897" fmla="*/ 319088 w 1628775"/>
                <a:gd name="connsiteY897" fmla="*/ 856964 h 1371600"/>
                <a:gd name="connsiteX898" fmla="*/ 318706 w 1628775"/>
                <a:gd name="connsiteY898" fmla="*/ 856964 h 1371600"/>
                <a:gd name="connsiteX899" fmla="*/ 318706 w 1628775"/>
                <a:gd name="connsiteY899" fmla="*/ 857155 h 1371600"/>
                <a:gd name="connsiteX900" fmla="*/ 318611 w 1628775"/>
                <a:gd name="connsiteY900" fmla="*/ 857345 h 1371600"/>
                <a:gd name="connsiteX901" fmla="*/ 318421 w 1628775"/>
                <a:gd name="connsiteY901" fmla="*/ 857536 h 1371600"/>
                <a:gd name="connsiteX902" fmla="*/ 318421 w 1628775"/>
                <a:gd name="connsiteY902" fmla="*/ 857726 h 1371600"/>
                <a:gd name="connsiteX903" fmla="*/ 318516 w 1628775"/>
                <a:gd name="connsiteY903" fmla="*/ 858012 h 1371600"/>
                <a:gd name="connsiteX904" fmla="*/ 318611 w 1628775"/>
                <a:gd name="connsiteY904" fmla="*/ 858393 h 1371600"/>
                <a:gd name="connsiteX905" fmla="*/ 318897 w 1628775"/>
                <a:gd name="connsiteY905" fmla="*/ 858774 h 1371600"/>
                <a:gd name="connsiteX906" fmla="*/ 319183 w 1628775"/>
                <a:gd name="connsiteY906" fmla="*/ 859060 h 1371600"/>
                <a:gd name="connsiteX907" fmla="*/ 319278 w 1628775"/>
                <a:gd name="connsiteY907" fmla="*/ 859346 h 1371600"/>
                <a:gd name="connsiteX908" fmla="*/ 319088 w 1628775"/>
                <a:gd name="connsiteY908" fmla="*/ 859346 h 1371600"/>
                <a:gd name="connsiteX909" fmla="*/ 318135 w 1628775"/>
                <a:gd name="connsiteY909" fmla="*/ 858774 h 1371600"/>
                <a:gd name="connsiteX910" fmla="*/ 317659 w 1628775"/>
                <a:gd name="connsiteY910" fmla="*/ 858774 h 1371600"/>
                <a:gd name="connsiteX911" fmla="*/ 317659 w 1628775"/>
                <a:gd name="connsiteY911" fmla="*/ 859346 h 1371600"/>
                <a:gd name="connsiteX912" fmla="*/ 317849 w 1628775"/>
                <a:gd name="connsiteY912" fmla="*/ 860298 h 1371600"/>
                <a:gd name="connsiteX913" fmla="*/ 317945 w 1628775"/>
                <a:gd name="connsiteY913" fmla="*/ 860393 h 1371600"/>
                <a:gd name="connsiteX914" fmla="*/ 318135 w 1628775"/>
                <a:gd name="connsiteY914" fmla="*/ 860584 h 1371600"/>
                <a:gd name="connsiteX915" fmla="*/ 318325 w 1628775"/>
                <a:gd name="connsiteY915" fmla="*/ 860870 h 1371600"/>
                <a:gd name="connsiteX916" fmla="*/ 318611 w 1628775"/>
                <a:gd name="connsiteY916" fmla="*/ 860965 h 1371600"/>
                <a:gd name="connsiteX917" fmla="*/ 319373 w 1628775"/>
                <a:gd name="connsiteY917" fmla="*/ 860679 h 1371600"/>
                <a:gd name="connsiteX918" fmla="*/ 319849 w 1628775"/>
                <a:gd name="connsiteY918" fmla="*/ 860774 h 1371600"/>
                <a:gd name="connsiteX919" fmla="*/ 320230 w 1628775"/>
                <a:gd name="connsiteY919" fmla="*/ 861155 h 1371600"/>
                <a:gd name="connsiteX920" fmla="*/ 320421 w 1628775"/>
                <a:gd name="connsiteY920" fmla="*/ 861251 h 1371600"/>
                <a:gd name="connsiteX921" fmla="*/ 320421 w 1628775"/>
                <a:gd name="connsiteY921" fmla="*/ 861822 h 1371600"/>
                <a:gd name="connsiteX922" fmla="*/ 320707 w 1628775"/>
                <a:gd name="connsiteY922" fmla="*/ 861822 h 1371600"/>
                <a:gd name="connsiteX923" fmla="*/ 320897 w 1628775"/>
                <a:gd name="connsiteY923" fmla="*/ 861346 h 1371600"/>
                <a:gd name="connsiteX924" fmla="*/ 320992 w 1628775"/>
                <a:gd name="connsiteY924" fmla="*/ 859250 h 1371600"/>
                <a:gd name="connsiteX925" fmla="*/ 320992 w 1628775"/>
                <a:gd name="connsiteY925" fmla="*/ 859060 h 1371600"/>
                <a:gd name="connsiteX926" fmla="*/ 320897 w 1628775"/>
                <a:gd name="connsiteY926" fmla="*/ 858774 h 1371600"/>
                <a:gd name="connsiteX927" fmla="*/ 805339 w 1628775"/>
                <a:gd name="connsiteY927" fmla="*/ 543306 h 1371600"/>
                <a:gd name="connsiteX928" fmla="*/ 805815 w 1628775"/>
                <a:gd name="connsiteY928" fmla="*/ 543592 h 1371600"/>
                <a:gd name="connsiteX929" fmla="*/ 806387 w 1628775"/>
                <a:gd name="connsiteY929" fmla="*/ 543687 h 1371600"/>
                <a:gd name="connsiteX930" fmla="*/ 807530 w 1628775"/>
                <a:gd name="connsiteY930" fmla="*/ 543497 h 1371600"/>
                <a:gd name="connsiteX931" fmla="*/ 813054 w 1628775"/>
                <a:gd name="connsiteY931" fmla="*/ 541496 h 1371600"/>
                <a:gd name="connsiteX932" fmla="*/ 819150 w 1628775"/>
                <a:gd name="connsiteY932" fmla="*/ 537305 h 1371600"/>
                <a:gd name="connsiteX933" fmla="*/ 819912 w 1628775"/>
                <a:gd name="connsiteY933" fmla="*/ 536353 h 1371600"/>
                <a:gd name="connsiteX934" fmla="*/ 820579 w 1628775"/>
                <a:gd name="connsiteY934" fmla="*/ 533781 h 1371600"/>
                <a:gd name="connsiteX935" fmla="*/ 821150 w 1628775"/>
                <a:gd name="connsiteY935" fmla="*/ 532543 h 1371600"/>
                <a:gd name="connsiteX936" fmla="*/ 823341 w 1628775"/>
                <a:gd name="connsiteY936" fmla="*/ 529019 h 1371600"/>
                <a:gd name="connsiteX937" fmla="*/ 823817 w 1628775"/>
                <a:gd name="connsiteY937" fmla="*/ 527780 h 1371600"/>
                <a:gd name="connsiteX938" fmla="*/ 823817 w 1628775"/>
                <a:gd name="connsiteY938" fmla="*/ 525209 h 1371600"/>
                <a:gd name="connsiteX939" fmla="*/ 822007 w 1628775"/>
                <a:gd name="connsiteY939" fmla="*/ 525018 h 1371600"/>
                <a:gd name="connsiteX940" fmla="*/ 819531 w 1628775"/>
                <a:gd name="connsiteY940" fmla="*/ 525685 h 1371600"/>
                <a:gd name="connsiteX941" fmla="*/ 817626 w 1628775"/>
                <a:gd name="connsiteY941" fmla="*/ 525494 h 1371600"/>
                <a:gd name="connsiteX942" fmla="*/ 817245 w 1628775"/>
                <a:gd name="connsiteY942" fmla="*/ 526637 h 1371600"/>
                <a:gd name="connsiteX943" fmla="*/ 816769 w 1628775"/>
                <a:gd name="connsiteY943" fmla="*/ 526637 h 1371600"/>
                <a:gd name="connsiteX944" fmla="*/ 816483 w 1628775"/>
                <a:gd name="connsiteY944" fmla="*/ 525875 h 1371600"/>
                <a:gd name="connsiteX945" fmla="*/ 816483 w 1628775"/>
                <a:gd name="connsiteY945" fmla="*/ 524542 h 1371600"/>
                <a:gd name="connsiteX946" fmla="*/ 816769 w 1628775"/>
                <a:gd name="connsiteY946" fmla="*/ 523303 h 1371600"/>
                <a:gd name="connsiteX947" fmla="*/ 819055 w 1628775"/>
                <a:gd name="connsiteY947" fmla="*/ 518065 h 1371600"/>
                <a:gd name="connsiteX948" fmla="*/ 820103 w 1628775"/>
                <a:gd name="connsiteY948" fmla="*/ 514064 h 1371600"/>
                <a:gd name="connsiteX949" fmla="*/ 820769 w 1628775"/>
                <a:gd name="connsiteY949" fmla="*/ 509683 h 1371600"/>
                <a:gd name="connsiteX950" fmla="*/ 820769 w 1628775"/>
                <a:gd name="connsiteY950" fmla="*/ 508921 h 1371600"/>
                <a:gd name="connsiteX951" fmla="*/ 820483 w 1628775"/>
                <a:gd name="connsiteY951" fmla="*/ 508635 h 1371600"/>
                <a:gd name="connsiteX952" fmla="*/ 819150 w 1628775"/>
                <a:gd name="connsiteY952" fmla="*/ 508635 h 1371600"/>
                <a:gd name="connsiteX953" fmla="*/ 818579 w 1628775"/>
                <a:gd name="connsiteY953" fmla="*/ 508826 h 1371600"/>
                <a:gd name="connsiteX954" fmla="*/ 818102 w 1628775"/>
                <a:gd name="connsiteY954" fmla="*/ 509207 h 1371600"/>
                <a:gd name="connsiteX955" fmla="*/ 815912 w 1628775"/>
                <a:gd name="connsiteY955" fmla="*/ 513017 h 1371600"/>
                <a:gd name="connsiteX956" fmla="*/ 814483 w 1628775"/>
                <a:gd name="connsiteY956" fmla="*/ 514064 h 1371600"/>
                <a:gd name="connsiteX957" fmla="*/ 812101 w 1628775"/>
                <a:gd name="connsiteY957" fmla="*/ 516541 h 1371600"/>
                <a:gd name="connsiteX958" fmla="*/ 811625 w 1628775"/>
                <a:gd name="connsiteY958" fmla="*/ 517303 h 1371600"/>
                <a:gd name="connsiteX959" fmla="*/ 810578 w 1628775"/>
                <a:gd name="connsiteY959" fmla="*/ 518065 h 1371600"/>
                <a:gd name="connsiteX960" fmla="*/ 809530 w 1628775"/>
                <a:gd name="connsiteY960" fmla="*/ 519017 h 1371600"/>
                <a:gd name="connsiteX961" fmla="*/ 808768 w 1628775"/>
                <a:gd name="connsiteY961" fmla="*/ 521113 h 1371600"/>
                <a:gd name="connsiteX962" fmla="*/ 806577 w 1628775"/>
                <a:gd name="connsiteY962" fmla="*/ 524161 h 1371600"/>
                <a:gd name="connsiteX963" fmla="*/ 806005 w 1628775"/>
                <a:gd name="connsiteY963" fmla="*/ 525399 h 1371600"/>
                <a:gd name="connsiteX964" fmla="*/ 805624 w 1628775"/>
                <a:gd name="connsiteY964" fmla="*/ 526732 h 1371600"/>
                <a:gd name="connsiteX965" fmla="*/ 805434 w 1628775"/>
                <a:gd name="connsiteY965" fmla="*/ 528161 h 1371600"/>
                <a:gd name="connsiteX966" fmla="*/ 805434 w 1628775"/>
                <a:gd name="connsiteY966" fmla="*/ 529685 h 1371600"/>
                <a:gd name="connsiteX967" fmla="*/ 806196 w 1628775"/>
                <a:gd name="connsiteY967" fmla="*/ 531590 h 1371600"/>
                <a:gd name="connsiteX968" fmla="*/ 809720 w 1628775"/>
                <a:gd name="connsiteY968" fmla="*/ 530352 h 1371600"/>
                <a:gd name="connsiteX969" fmla="*/ 811149 w 1628775"/>
                <a:gd name="connsiteY969" fmla="*/ 532352 h 1371600"/>
                <a:gd name="connsiteX970" fmla="*/ 810578 w 1628775"/>
                <a:gd name="connsiteY970" fmla="*/ 533305 h 1371600"/>
                <a:gd name="connsiteX971" fmla="*/ 808863 w 1628775"/>
                <a:gd name="connsiteY971" fmla="*/ 535305 h 1371600"/>
                <a:gd name="connsiteX972" fmla="*/ 808291 w 1628775"/>
                <a:gd name="connsiteY972" fmla="*/ 536353 h 1371600"/>
                <a:gd name="connsiteX973" fmla="*/ 808291 w 1628775"/>
                <a:gd name="connsiteY973" fmla="*/ 539306 h 1371600"/>
                <a:gd name="connsiteX974" fmla="*/ 808006 w 1628775"/>
                <a:gd name="connsiteY974" fmla="*/ 540163 h 1371600"/>
                <a:gd name="connsiteX975" fmla="*/ 807434 w 1628775"/>
                <a:gd name="connsiteY975" fmla="*/ 540544 h 1371600"/>
                <a:gd name="connsiteX976" fmla="*/ 804863 w 1628775"/>
                <a:gd name="connsiteY976" fmla="*/ 541115 h 1371600"/>
                <a:gd name="connsiteX977" fmla="*/ 804386 w 1628775"/>
                <a:gd name="connsiteY977" fmla="*/ 541401 h 1371600"/>
                <a:gd name="connsiteX978" fmla="*/ 804196 w 1628775"/>
                <a:gd name="connsiteY978" fmla="*/ 542163 h 1371600"/>
                <a:gd name="connsiteX979" fmla="*/ 804386 w 1628775"/>
                <a:gd name="connsiteY979" fmla="*/ 542830 h 1371600"/>
                <a:gd name="connsiteX980" fmla="*/ 805339 w 1628775"/>
                <a:gd name="connsiteY980" fmla="*/ 543306 h 1371600"/>
                <a:gd name="connsiteX981" fmla="*/ 534448 w 1628775"/>
                <a:gd name="connsiteY981" fmla="*/ 656368 h 1371600"/>
                <a:gd name="connsiteX982" fmla="*/ 534353 w 1628775"/>
                <a:gd name="connsiteY982" fmla="*/ 658368 h 1371600"/>
                <a:gd name="connsiteX983" fmla="*/ 534353 w 1628775"/>
                <a:gd name="connsiteY983" fmla="*/ 660273 h 1371600"/>
                <a:gd name="connsiteX984" fmla="*/ 535400 w 1628775"/>
                <a:gd name="connsiteY984" fmla="*/ 659225 h 1371600"/>
                <a:gd name="connsiteX985" fmla="*/ 536638 w 1628775"/>
                <a:gd name="connsiteY985" fmla="*/ 657606 h 1371600"/>
                <a:gd name="connsiteX986" fmla="*/ 537305 w 1628775"/>
                <a:gd name="connsiteY986" fmla="*/ 655892 h 1371600"/>
                <a:gd name="connsiteX987" fmla="*/ 536543 w 1628775"/>
                <a:gd name="connsiteY987" fmla="*/ 654558 h 1371600"/>
                <a:gd name="connsiteX988" fmla="*/ 535114 w 1628775"/>
                <a:gd name="connsiteY988" fmla="*/ 655034 h 1371600"/>
                <a:gd name="connsiteX989" fmla="*/ 534448 w 1628775"/>
                <a:gd name="connsiteY989" fmla="*/ 656368 h 1371600"/>
                <a:gd name="connsiteX990" fmla="*/ 540830 w 1628775"/>
                <a:gd name="connsiteY990" fmla="*/ 648462 h 1371600"/>
                <a:gd name="connsiteX991" fmla="*/ 543306 w 1628775"/>
                <a:gd name="connsiteY991" fmla="*/ 650653 h 1371600"/>
                <a:gd name="connsiteX992" fmla="*/ 543687 w 1628775"/>
                <a:gd name="connsiteY992" fmla="*/ 650843 h 1371600"/>
                <a:gd name="connsiteX993" fmla="*/ 544830 w 1628775"/>
                <a:gd name="connsiteY993" fmla="*/ 650843 h 1371600"/>
                <a:gd name="connsiteX994" fmla="*/ 546925 w 1628775"/>
                <a:gd name="connsiteY994" fmla="*/ 651224 h 1371600"/>
                <a:gd name="connsiteX995" fmla="*/ 547306 w 1628775"/>
                <a:gd name="connsiteY995" fmla="*/ 651224 h 1371600"/>
                <a:gd name="connsiteX996" fmla="*/ 547878 w 1628775"/>
                <a:gd name="connsiteY996" fmla="*/ 650748 h 1371600"/>
                <a:gd name="connsiteX997" fmla="*/ 548068 w 1628775"/>
                <a:gd name="connsiteY997" fmla="*/ 650081 h 1371600"/>
                <a:gd name="connsiteX998" fmla="*/ 547878 w 1628775"/>
                <a:gd name="connsiteY998" fmla="*/ 649510 h 1371600"/>
                <a:gd name="connsiteX999" fmla="*/ 547306 w 1628775"/>
                <a:gd name="connsiteY999" fmla="*/ 649034 h 1371600"/>
                <a:gd name="connsiteX1000" fmla="*/ 547783 w 1628775"/>
                <a:gd name="connsiteY1000" fmla="*/ 648557 h 1371600"/>
                <a:gd name="connsiteX1001" fmla="*/ 548259 w 1628775"/>
                <a:gd name="connsiteY1001" fmla="*/ 648176 h 1371600"/>
                <a:gd name="connsiteX1002" fmla="*/ 548735 w 1628775"/>
                <a:gd name="connsiteY1002" fmla="*/ 648272 h 1371600"/>
                <a:gd name="connsiteX1003" fmla="*/ 549116 w 1628775"/>
                <a:gd name="connsiteY1003" fmla="*/ 649034 h 1371600"/>
                <a:gd name="connsiteX1004" fmla="*/ 549783 w 1628775"/>
                <a:gd name="connsiteY1004" fmla="*/ 648653 h 1371600"/>
                <a:gd name="connsiteX1005" fmla="*/ 550069 w 1628775"/>
                <a:gd name="connsiteY1005" fmla="*/ 647986 h 1371600"/>
                <a:gd name="connsiteX1006" fmla="*/ 550164 w 1628775"/>
                <a:gd name="connsiteY1006" fmla="*/ 644747 h 1371600"/>
                <a:gd name="connsiteX1007" fmla="*/ 549402 w 1628775"/>
                <a:gd name="connsiteY1007" fmla="*/ 643700 h 1371600"/>
                <a:gd name="connsiteX1008" fmla="*/ 549212 w 1628775"/>
                <a:gd name="connsiteY1008" fmla="*/ 643414 h 1371600"/>
                <a:gd name="connsiteX1009" fmla="*/ 549021 w 1628775"/>
                <a:gd name="connsiteY1009" fmla="*/ 642842 h 1371600"/>
                <a:gd name="connsiteX1010" fmla="*/ 548735 w 1628775"/>
                <a:gd name="connsiteY1010" fmla="*/ 642461 h 1371600"/>
                <a:gd name="connsiteX1011" fmla="*/ 548449 w 1628775"/>
                <a:gd name="connsiteY1011" fmla="*/ 642271 h 1371600"/>
                <a:gd name="connsiteX1012" fmla="*/ 547783 w 1628775"/>
                <a:gd name="connsiteY1012" fmla="*/ 642080 h 1371600"/>
                <a:gd name="connsiteX1013" fmla="*/ 547402 w 1628775"/>
                <a:gd name="connsiteY1013" fmla="*/ 641795 h 1371600"/>
                <a:gd name="connsiteX1014" fmla="*/ 547211 w 1628775"/>
                <a:gd name="connsiteY1014" fmla="*/ 641509 h 1371600"/>
                <a:gd name="connsiteX1015" fmla="*/ 547021 w 1628775"/>
                <a:gd name="connsiteY1015" fmla="*/ 640937 h 1371600"/>
                <a:gd name="connsiteX1016" fmla="*/ 546830 w 1628775"/>
                <a:gd name="connsiteY1016" fmla="*/ 640747 h 1371600"/>
                <a:gd name="connsiteX1017" fmla="*/ 546354 w 1628775"/>
                <a:gd name="connsiteY1017" fmla="*/ 640556 h 1371600"/>
                <a:gd name="connsiteX1018" fmla="*/ 545782 w 1628775"/>
                <a:gd name="connsiteY1018" fmla="*/ 640461 h 1371600"/>
                <a:gd name="connsiteX1019" fmla="*/ 545401 w 1628775"/>
                <a:gd name="connsiteY1019" fmla="*/ 640175 h 1371600"/>
                <a:gd name="connsiteX1020" fmla="*/ 545401 w 1628775"/>
                <a:gd name="connsiteY1020" fmla="*/ 639413 h 1371600"/>
                <a:gd name="connsiteX1021" fmla="*/ 541020 w 1628775"/>
                <a:gd name="connsiteY1021" fmla="*/ 642366 h 1371600"/>
                <a:gd name="connsiteX1022" fmla="*/ 540353 w 1628775"/>
                <a:gd name="connsiteY1022" fmla="*/ 643604 h 1371600"/>
                <a:gd name="connsiteX1023" fmla="*/ 539877 w 1628775"/>
                <a:gd name="connsiteY1023" fmla="*/ 647605 h 1371600"/>
                <a:gd name="connsiteX1024" fmla="*/ 540163 w 1628775"/>
                <a:gd name="connsiteY1024" fmla="*/ 648272 h 1371600"/>
                <a:gd name="connsiteX1025" fmla="*/ 540830 w 1628775"/>
                <a:gd name="connsiteY1025" fmla="*/ 648462 h 1371600"/>
                <a:gd name="connsiteX1026" fmla="*/ 532543 w 1628775"/>
                <a:gd name="connsiteY1026" fmla="*/ 660273 h 1371600"/>
                <a:gd name="connsiteX1027" fmla="*/ 531400 w 1628775"/>
                <a:gd name="connsiteY1027" fmla="*/ 659892 h 1371600"/>
                <a:gd name="connsiteX1028" fmla="*/ 530733 w 1628775"/>
                <a:gd name="connsiteY1028" fmla="*/ 660559 h 1371600"/>
                <a:gd name="connsiteX1029" fmla="*/ 530733 w 1628775"/>
                <a:gd name="connsiteY1029" fmla="*/ 661035 h 1371600"/>
                <a:gd name="connsiteX1030" fmla="*/ 530923 w 1628775"/>
                <a:gd name="connsiteY1030" fmla="*/ 661511 h 1371600"/>
                <a:gd name="connsiteX1031" fmla="*/ 531209 w 1628775"/>
                <a:gd name="connsiteY1031" fmla="*/ 661892 h 1371600"/>
                <a:gd name="connsiteX1032" fmla="*/ 531590 w 1628775"/>
                <a:gd name="connsiteY1032" fmla="*/ 661988 h 1371600"/>
                <a:gd name="connsiteX1033" fmla="*/ 533590 w 1628775"/>
                <a:gd name="connsiteY1033" fmla="*/ 661892 h 1371600"/>
                <a:gd name="connsiteX1034" fmla="*/ 534353 w 1628775"/>
                <a:gd name="connsiteY1034" fmla="*/ 661988 h 1371600"/>
                <a:gd name="connsiteX1035" fmla="*/ 533686 w 1628775"/>
                <a:gd name="connsiteY1035" fmla="*/ 661130 h 1371600"/>
                <a:gd name="connsiteX1036" fmla="*/ 532543 w 1628775"/>
                <a:gd name="connsiteY1036" fmla="*/ 660273 h 1371600"/>
                <a:gd name="connsiteX1037" fmla="*/ 529209 w 1628775"/>
                <a:gd name="connsiteY1037" fmla="*/ 658940 h 1371600"/>
                <a:gd name="connsiteX1038" fmla="*/ 529876 w 1628775"/>
                <a:gd name="connsiteY1038" fmla="*/ 659035 h 1371600"/>
                <a:gd name="connsiteX1039" fmla="*/ 530352 w 1628775"/>
                <a:gd name="connsiteY1039" fmla="*/ 658368 h 1371600"/>
                <a:gd name="connsiteX1040" fmla="*/ 529780 w 1628775"/>
                <a:gd name="connsiteY1040" fmla="*/ 657225 h 1371600"/>
                <a:gd name="connsiteX1041" fmla="*/ 529590 w 1628775"/>
                <a:gd name="connsiteY1041" fmla="*/ 656558 h 1371600"/>
                <a:gd name="connsiteX1042" fmla="*/ 530066 w 1628775"/>
                <a:gd name="connsiteY1042" fmla="*/ 656273 h 1371600"/>
                <a:gd name="connsiteX1043" fmla="*/ 530542 w 1628775"/>
                <a:gd name="connsiteY1043" fmla="*/ 656273 h 1371600"/>
                <a:gd name="connsiteX1044" fmla="*/ 530828 w 1628775"/>
                <a:gd name="connsiteY1044" fmla="*/ 656368 h 1371600"/>
                <a:gd name="connsiteX1045" fmla="*/ 530923 w 1628775"/>
                <a:gd name="connsiteY1045" fmla="*/ 656653 h 1371600"/>
                <a:gd name="connsiteX1046" fmla="*/ 530923 w 1628775"/>
                <a:gd name="connsiteY1046" fmla="*/ 657320 h 1371600"/>
                <a:gd name="connsiteX1047" fmla="*/ 531114 w 1628775"/>
                <a:gd name="connsiteY1047" fmla="*/ 657606 h 1371600"/>
                <a:gd name="connsiteX1048" fmla="*/ 531495 w 1628775"/>
                <a:gd name="connsiteY1048" fmla="*/ 657892 h 1371600"/>
                <a:gd name="connsiteX1049" fmla="*/ 531971 w 1628775"/>
                <a:gd name="connsiteY1049" fmla="*/ 658082 h 1371600"/>
                <a:gd name="connsiteX1050" fmla="*/ 532447 w 1628775"/>
                <a:gd name="connsiteY1050" fmla="*/ 657987 h 1371600"/>
                <a:gd name="connsiteX1051" fmla="*/ 533019 w 1628775"/>
                <a:gd name="connsiteY1051" fmla="*/ 657511 h 1371600"/>
                <a:gd name="connsiteX1052" fmla="*/ 533114 w 1628775"/>
                <a:gd name="connsiteY1052" fmla="*/ 657130 h 1371600"/>
                <a:gd name="connsiteX1053" fmla="*/ 532924 w 1628775"/>
                <a:gd name="connsiteY1053" fmla="*/ 656653 h 1371600"/>
                <a:gd name="connsiteX1054" fmla="*/ 532829 w 1628775"/>
                <a:gd name="connsiteY1054" fmla="*/ 655987 h 1371600"/>
                <a:gd name="connsiteX1055" fmla="*/ 533209 w 1628775"/>
                <a:gd name="connsiteY1055" fmla="*/ 654844 h 1371600"/>
                <a:gd name="connsiteX1056" fmla="*/ 533972 w 1628775"/>
                <a:gd name="connsiteY1056" fmla="*/ 654558 h 1371600"/>
                <a:gd name="connsiteX1057" fmla="*/ 534733 w 1628775"/>
                <a:gd name="connsiteY1057" fmla="*/ 654368 h 1371600"/>
                <a:gd name="connsiteX1058" fmla="*/ 534829 w 1628775"/>
                <a:gd name="connsiteY1058" fmla="*/ 653891 h 1371600"/>
                <a:gd name="connsiteX1059" fmla="*/ 534829 w 1628775"/>
                <a:gd name="connsiteY1059" fmla="*/ 653320 h 1371600"/>
                <a:gd name="connsiteX1060" fmla="*/ 534162 w 1628775"/>
                <a:gd name="connsiteY1060" fmla="*/ 653225 h 1371600"/>
                <a:gd name="connsiteX1061" fmla="*/ 533209 w 1628775"/>
                <a:gd name="connsiteY1061" fmla="*/ 653415 h 1371600"/>
                <a:gd name="connsiteX1062" fmla="*/ 532257 w 1628775"/>
                <a:gd name="connsiteY1062" fmla="*/ 653034 h 1371600"/>
                <a:gd name="connsiteX1063" fmla="*/ 531019 w 1628775"/>
                <a:gd name="connsiteY1063" fmla="*/ 654368 h 1371600"/>
                <a:gd name="connsiteX1064" fmla="*/ 528638 w 1628775"/>
                <a:gd name="connsiteY1064" fmla="*/ 656273 h 1371600"/>
                <a:gd name="connsiteX1065" fmla="*/ 527590 w 1628775"/>
                <a:gd name="connsiteY1065" fmla="*/ 657606 h 1371600"/>
                <a:gd name="connsiteX1066" fmla="*/ 528447 w 1628775"/>
                <a:gd name="connsiteY1066" fmla="*/ 658463 h 1371600"/>
                <a:gd name="connsiteX1067" fmla="*/ 529209 w 1628775"/>
                <a:gd name="connsiteY1067" fmla="*/ 658940 h 1371600"/>
                <a:gd name="connsiteX1068" fmla="*/ 536162 w 1628775"/>
                <a:gd name="connsiteY1068" fmla="*/ 654177 h 1371600"/>
                <a:gd name="connsiteX1069" fmla="*/ 535114 w 1628775"/>
                <a:gd name="connsiteY1069" fmla="*/ 653510 h 1371600"/>
                <a:gd name="connsiteX1070" fmla="*/ 535019 w 1628775"/>
                <a:gd name="connsiteY1070" fmla="*/ 653891 h 1371600"/>
                <a:gd name="connsiteX1071" fmla="*/ 535114 w 1628775"/>
                <a:gd name="connsiteY1071" fmla="*/ 654463 h 1371600"/>
                <a:gd name="connsiteX1072" fmla="*/ 536162 w 1628775"/>
                <a:gd name="connsiteY1072" fmla="*/ 654177 h 1371600"/>
                <a:gd name="connsiteX1073" fmla="*/ 1106519 w 1628775"/>
                <a:gd name="connsiteY1073" fmla="*/ 102299 h 1371600"/>
                <a:gd name="connsiteX1074" fmla="*/ 1108424 w 1628775"/>
                <a:gd name="connsiteY1074" fmla="*/ 101632 h 1371600"/>
                <a:gd name="connsiteX1075" fmla="*/ 1107472 w 1628775"/>
                <a:gd name="connsiteY1075" fmla="*/ 101346 h 1371600"/>
                <a:gd name="connsiteX1076" fmla="*/ 1105090 w 1628775"/>
                <a:gd name="connsiteY1076" fmla="*/ 101346 h 1371600"/>
                <a:gd name="connsiteX1077" fmla="*/ 1104328 w 1628775"/>
                <a:gd name="connsiteY1077" fmla="*/ 100965 h 1371600"/>
                <a:gd name="connsiteX1078" fmla="*/ 1103567 w 1628775"/>
                <a:gd name="connsiteY1078" fmla="*/ 100298 h 1371600"/>
                <a:gd name="connsiteX1079" fmla="*/ 1102424 w 1628775"/>
                <a:gd name="connsiteY1079" fmla="*/ 99822 h 1371600"/>
                <a:gd name="connsiteX1080" fmla="*/ 1101185 w 1628775"/>
                <a:gd name="connsiteY1080" fmla="*/ 99631 h 1371600"/>
                <a:gd name="connsiteX1081" fmla="*/ 1100233 w 1628775"/>
                <a:gd name="connsiteY1081" fmla="*/ 99631 h 1371600"/>
                <a:gd name="connsiteX1082" fmla="*/ 1099852 w 1628775"/>
                <a:gd name="connsiteY1082" fmla="*/ 100108 h 1371600"/>
                <a:gd name="connsiteX1083" fmla="*/ 1104233 w 1628775"/>
                <a:gd name="connsiteY1083" fmla="*/ 101727 h 1371600"/>
                <a:gd name="connsiteX1084" fmla="*/ 1106519 w 1628775"/>
                <a:gd name="connsiteY1084" fmla="*/ 102299 h 1371600"/>
                <a:gd name="connsiteX1085" fmla="*/ 864489 w 1628775"/>
                <a:gd name="connsiteY1085" fmla="*/ 291656 h 1371600"/>
                <a:gd name="connsiteX1086" fmla="*/ 866013 w 1628775"/>
                <a:gd name="connsiteY1086" fmla="*/ 290894 h 1371600"/>
                <a:gd name="connsiteX1087" fmla="*/ 866394 w 1628775"/>
                <a:gd name="connsiteY1087" fmla="*/ 290227 h 1371600"/>
                <a:gd name="connsiteX1088" fmla="*/ 866203 w 1628775"/>
                <a:gd name="connsiteY1088" fmla="*/ 289846 h 1371600"/>
                <a:gd name="connsiteX1089" fmla="*/ 865918 w 1628775"/>
                <a:gd name="connsiteY1089" fmla="*/ 289655 h 1371600"/>
                <a:gd name="connsiteX1090" fmla="*/ 865060 w 1628775"/>
                <a:gd name="connsiteY1090" fmla="*/ 289655 h 1371600"/>
                <a:gd name="connsiteX1091" fmla="*/ 864680 w 1628775"/>
                <a:gd name="connsiteY1091" fmla="*/ 289465 h 1371600"/>
                <a:gd name="connsiteX1092" fmla="*/ 864299 w 1628775"/>
                <a:gd name="connsiteY1092" fmla="*/ 289465 h 1371600"/>
                <a:gd name="connsiteX1093" fmla="*/ 864108 w 1628775"/>
                <a:gd name="connsiteY1093" fmla="*/ 289846 h 1371600"/>
                <a:gd name="connsiteX1094" fmla="*/ 864108 w 1628775"/>
                <a:gd name="connsiteY1094" fmla="*/ 290322 h 1371600"/>
                <a:gd name="connsiteX1095" fmla="*/ 864299 w 1628775"/>
                <a:gd name="connsiteY1095" fmla="*/ 291275 h 1371600"/>
                <a:gd name="connsiteX1096" fmla="*/ 864489 w 1628775"/>
                <a:gd name="connsiteY1096" fmla="*/ 291656 h 1371600"/>
                <a:gd name="connsiteX1097" fmla="*/ 355092 w 1628775"/>
                <a:gd name="connsiteY1097" fmla="*/ 804767 h 1371600"/>
                <a:gd name="connsiteX1098" fmla="*/ 353473 w 1628775"/>
                <a:gd name="connsiteY1098" fmla="*/ 804005 h 1371600"/>
                <a:gd name="connsiteX1099" fmla="*/ 353568 w 1628775"/>
                <a:gd name="connsiteY1099" fmla="*/ 805053 h 1371600"/>
                <a:gd name="connsiteX1100" fmla="*/ 353949 w 1628775"/>
                <a:gd name="connsiteY1100" fmla="*/ 805910 h 1371600"/>
                <a:gd name="connsiteX1101" fmla="*/ 354711 w 1628775"/>
                <a:gd name="connsiteY1101" fmla="*/ 805434 h 1371600"/>
                <a:gd name="connsiteX1102" fmla="*/ 355282 w 1628775"/>
                <a:gd name="connsiteY1102" fmla="*/ 805815 h 1371600"/>
                <a:gd name="connsiteX1103" fmla="*/ 355092 w 1628775"/>
                <a:gd name="connsiteY1103" fmla="*/ 806768 h 1371600"/>
                <a:gd name="connsiteX1104" fmla="*/ 355854 w 1628775"/>
                <a:gd name="connsiteY1104" fmla="*/ 807625 h 1371600"/>
                <a:gd name="connsiteX1105" fmla="*/ 356902 w 1628775"/>
                <a:gd name="connsiteY1105" fmla="*/ 808577 h 1371600"/>
                <a:gd name="connsiteX1106" fmla="*/ 357473 w 1628775"/>
                <a:gd name="connsiteY1106" fmla="*/ 808768 h 1371600"/>
                <a:gd name="connsiteX1107" fmla="*/ 357568 w 1628775"/>
                <a:gd name="connsiteY1107" fmla="*/ 807530 h 1371600"/>
                <a:gd name="connsiteX1108" fmla="*/ 358235 w 1628775"/>
                <a:gd name="connsiteY1108" fmla="*/ 806291 h 1371600"/>
                <a:gd name="connsiteX1109" fmla="*/ 359569 w 1628775"/>
                <a:gd name="connsiteY1109" fmla="*/ 806291 h 1371600"/>
                <a:gd name="connsiteX1110" fmla="*/ 360807 w 1628775"/>
                <a:gd name="connsiteY1110" fmla="*/ 806196 h 1371600"/>
                <a:gd name="connsiteX1111" fmla="*/ 361664 w 1628775"/>
                <a:gd name="connsiteY1111" fmla="*/ 805434 h 1371600"/>
                <a:gd name="connsiteX1112" fmla="*/ 361664 w 1628775"/>
                <a:gd name="connsiteY1112" fmla="*/ 804577 h 1371600"/>
                <a:gd name="connsiteX1113" fmla="*/ 360426 w 1628775"/>
                <a:gd name="connsiteY1113" fmla="*/ 804005 h 1371600"/>
                <a:gd name="connsiteX1114" fmla="*/ 360426 w 1628775"/>
                <a:gd name="connsiteY1114" fmla="*/ 803624 h 1371600"/>
                <a:gd name="connsiteX1115" fmla="*/ 360712 w 1628775"/>
                <a:gd name="connsiteY1115" fmla="*/ 803529 h 1371600"/>
                <a:gd name="connsiteX1116" fmla="*/ 361188 w 1628775"/>
                <a:gd name="connsiteY1116" fmla="*/ 803339 h 1371600"/>
                <a:gd name="connsiteX1117" fmla="*/ 361474 w 1628775"/>
                <a:gd name="connsiteY1117" fmla="*/ 803243 h 1371600"/>
                <a:gd name="connsiteX1118" fmla="*/ 360616 w 1628775"/>
                <a:gd name="connsiteY1118" fmla="*/ 802862 h 1371600"/>
                <a:gd name="connsiteX1119" fmla="*/ 359855 w 1628775"/>
                <a:gd name="connsiteY1119" fmla="*/ 802291 h 1371600"/>
                <a:gd name="connsiteX1120" fmla="*/ 359664 w 1628775"/>
                <a:gd name="connsiteY1120" fmla="*/ 801624 h 1371600"/>
                <a:gd name="connsiteX1121" fmla="*/ 359664 w 1628775"/>
                <a:gd name="connsiteY1121" fmla="*/ 800957 h 1371600"/>
                <a:gd name="connsiteX1122" fmla="*/ 359950 w 1628775"/>
                <a:gd name="connsiteY1122" fmla="*/ 800100 h 1371600"/>
                <a:gd name="connsiteX1123" fmla="*/ 359950 w 1628775"/>
                <a:gd name="connsiteY1123" fmla="*/ 799624 h 1371600"/>
                <a:gd name="connsiteX1124" fmla="*/ 356425 w 1628775"/>
                <a:gd name="connsiteY1124" fmla="*/ 798576 h 1371600"/>
                <a:gd name="connsiteX1125" fmla="*/ 355759 w 1628775"/>
                <a:gd name="connsiteY1125" fmla="*/ 798005 h 1371600"/>
                <a:gd name="connsiteX1126" fmla="*/ 355663 w 1628775"/>
                <a:gd name="connsiteY1126" fmla="*/ 798767 h 1371600"/>
                <a:gd name="connsiteX1127" fmla="*/ 355282 w 1628775"/>
                <a:gd name="connsiteY1127" fmla="*/ 799433 h 1371600"/>
                <a:gd name="connsiteX1128" fmla="*/ 354997 w 1628775"/>
                <a:gd name="connsiteY1128" fmla="*/ 800481 h 1371600"/>
                <a:gd name="connsiteX1129" fmla="*/ 355282 w 1628775"/>
                <a:gd name="connsiteY1129" fmla="*/ 801529 h 1371600"/>
                <a:gd name="connsiteX1130" fmla="*/ 354139 w 1628775"/>
                <a:gd name="connsiteY1130" fmla="*/ 801529 h 1371600"/>
                <a:gd name="connsiteX1131" fmla="*/ 354235 w 1628775"/>
                <a:gd name="connsiteY1131" fmla="*/ 802291 h 1371600"/>
                <a:gd name="connsiteX1132" fmla="*/ 354330 w 1628775"/>
                <a:gd name="connsiteY1132" fmla="*/ 803529 h 1371600"/>
                <a:gd name="connsiteX1133" fmla="*/ 355759 w 1628775"/>
                <a:gd name="connsiteY1133" fmla="*/ 804672 h 1371600"/>
                <a:gd name="connsiteX1134" fmla="*/ 355759 w 1628775"/>
                <a:gd name="connsiteY1134" fmla="*/ 805053 h 1371600"/>
                <a:gd name="connsiteX1135" fmla="*/ 355092 w 1628775"/>
                <a:gd name="connsiteY1135" fmla="*/ 804767 h 1371600"/>
                <a:gd name="connsiteX1136" fmla="*/ 1133665 w 1628775"/>
                <a:gd name="connsiteY1136" fmla="*/ 116681 h 1371600"/>
                <a:gd name="connsiteX1137" fmla="*/ 1133285 w 1628775"/>
                <a:gd name="connsiteY1137" fmla="*/ 116681 h 1371600"/>
                <a:gd name="connsiteX1138" fmla="*/ 1133285 w 1628775"/>
                <a:gd name="connsiteY1138" fmla="*/ 116681 h 1371600"/>
                <a:gd name="connsiteX1139" fmla="*/ 1133665 w 1628775"/>
                <a:gd name="connsiteY1139" fmla="*/ 116681 h 1371600"/>
                <a:gd name="connsiteX1140" fmla="*/ 3429 w 1628775"/>
                <a:gd name="connsiteY1140" fmla="*/ 1362932 h 1371600"/>
                <a:gd name="connsiteX1141" fmla="*/ 1619 w 1628775"/>
                <a:gd name="connsiteY1141" fmla="*/ 1363123 h 1371600"/>
                <a:gd name="connsiteX1142" fmla="*/ 953 w 1628775"/>
                <a:gd name="connsiteY1142" fmla="*/ 1363028 h 1371600"/>
                <a:gd name="connsiteX1143" fmla="*/ 381 w 1628775"/>
                <a:gd name="connsiteY1143" fmla="*/ 1363409 h 1371600"/>
                <a:gd name="connsiteX1144" fmla="*/ 0 w 1628775"/>
                <a:gd name="connsiteY1144" fmla="*/ 1364075 h 1371600"/>
                <a:gd name="connsiteX1145" fmla="*/ 0 w 1628775"/>
                <a:gd name="connsiteY1145" fmla="*/ 1364647 h 1371600"/>
                <a:gd name="connsiteX1146" fmla="*/ 476 w 1628775"/>
                <a:gd name="connsiteY1146" fmla="*/ 1364933 h 1371600"/>
                <a:gd name="connsiteX1147" fmla="*/ 2572 w 1628775"/>
                <a:gd name="connsiteY1147" fmla="*/ 1364742 h 1371600"/>
                <a:gd name="connsiteX1148" fmla="*/ 3143 w 1628775"/>
                <a:gd name="connsiteY1148" fmla="*/ 1364933 h 1371600"/>
                <a:gd name="connsiteX1149" fmla="*/ 3810 w 1628775"/>
                <a:gd name="connsiteY1149" fmla="*/ 1364456 h 1371600"/>
                <a:gd name="connsiteX1150" fmla="*/ 4191 w 1628775"/>
                <a:gd name="connsiteY1150" fmla="*/ 1363790 h 1371600"/>
                <a:gd name="connsiteX1151" fmla="*/ 4096 w 1628775"/>
                <a:gd name="connsiteY1151" fmla="*/ 1363218 h 1371600"/>
                <a:gd name="connsiteX1152" fmla="*/ 3429 w 1628775"/>
                <a:gd name="connsiteY1152" fmla="*/ 1362932 h 1371600"/>
                <a:gd name="connsiteX1153" fmla="*/ 868585 w 1628775"/>
                <a:gd name="connsiteY1153" fmla="*/ 246698 h 1371600"/>
                <a:gd name="connsiteX1154" fmla="*/ 868680 w 1628775"/>
                <a:gd name="connsiteY1154" fmla="*/ 247269 h 1371600"/>
                <a:gd name="connsiteX1155" fmla="*/ 868680 w 1628775"/>
                <a:gd name="connsiteY1155" fmla="*/ 248698 h 1371600"/>
                <a:gd name="connsiteX1156" fmla="*/ 868775 w 1628775"/>
                <a:gd name="connsiteY1156" fmla="*/ 249365 h 1371600"/>
                <a:gd name="connsiteX1157" fmla="*/ 869061 w 1628775"/>
                <a:gd name="connsiteY1157" fmla="*/ 250031 h 1371600"/>
                <a:gd name="connsiteX1158" fmla="*/ 868871 w 1628775"/>
                <a:gd name="connsiteY1158" fmla="*/ 250793 h 1371600"/>
                <a:gd name="connsiteX1159" fmla="*/ 869156 w 1628775"/>
                <a:gd name="connsiteY1159" fmla="*/ 251555 h 1371600"/>
                <a:gd name="connsiteX1160" fmla="*/ 869727 w 1628775"/>
                <a:gd name="connsiteY1160" fmla="*/ 252127 h 1371600"/>
                <a:gd name="connsiteX1161" fmla="*/ 870204 w 1628775"/>
                <a:gd name="connsiteY1161" fmla="*/ 252317 h 1371600"/>
                <a:gd name="connsiteX1162" fmla="*/ 872204 w 1628775"/>
                <a:gd name="connsiteY1162" fmla="*/ 250412 h 1371600"/>
                <a:gd name="connsiteX1163" fmla="*/ 872966 w 1628775"/>
                <a:gd name="connsiteY1163" fmla="*/ 248888 h 1371600"/>
                <a:gd name="connsiteX1164" fmla="*/ 873157 w 1628775"/>
                <a:gd name="connsiteY1164" fmla="*/ 247269 h 1371600"/>
                <a:gd name="connsiteX1165" fmla="*/ 873157 w 1628775"/>
                <a:gd name="connsiteY1165" fmla="*/ 245554 h 1371600"/>
                <a:gd name="connsiteX1166" fmla="*/ 873538 w 1628775"/>
                <a:gd name="connsiteY1166" fmla="*/ 243650 h 1371600"/>
                <a:gd name="connsiteX1167" fmla="*/ 875252 w 1628775"/>
                <a:gd name="connsiteY1167" fmla="*/ 240983 h 1371600"/>
                <a:gd name="connsiteX1168" fmla="*/ 875824 w 1628775"/>
                <a:gd name="connsiteY1168" fmla="*/ 239554 h 1371600"/>
                <a:gd name="connsiteX1169" fmla="*/ 874967 w 1628775"/>
                <a:gd name="connsiteY1169" fmla="*/ 238697 h 1371600"/>
                <a:gd name="connsiteX1170" fmla="*/ 874395 w 1628775"/>
                <a:gd name="connsiteY1170" fmla="*/ 238887 h 1371600"/>
                <a:gd name="connsiteX1171" fmla="*/ 872871 w 1628775"/>
                <a:gd name="connsiteY1171" fmla="*/ 239935 h 1371600"/>
                <a:gd name="connsiteX1172" fmla="*/ 872299 w 1628775"/>
                <a:gd name="connsiteY1172" fmla="*/ 240221 h 1371600"/>
                <a:gd name="connsiteX1173" fmla="*/ 871633 w 1628775"/>
                <a:gd name="connsiteY1173" fmla="*/ 240316 h 1371600"/>
                <a:gd name="connsiteX1174" fmla="*/ 870490 w 1628775"/>
                <a:gd name="connsiteY1174" fmla="*/ 240697 h 1371600"/>
                <a:gd name="connsiteX1175" fmla="*/ 869918 w 1628775"/>
                <a:gd name="connsiteY1175" fmla="*/ 240792 h 1371600"/>
                <a:gd name="connsiteX1176" fmla="*/ 869156 w 1628775"/>
                <a:gd name="connsiteY1176" fmla="*/ 241364 h 1371600"/>
                <a:gd name="connsiteX1177" fmla="*/ 868489 w 1628775"/>
                <a:gd name="connsiteY1177" fmla="*/ 242506 h 1371600"/>
                <a:gd name="connsiteX1178" fmla="*/ 868013 w 1628775"/>
                <a:gd name="connsiteY1178" fmla="*/ 243840 h 1371600"/>
                <a:gd name="connsiteX1179" fmla="*/ 867823 w 1628775"/>
                <a:gd name="connsiteY1179" fmla="*/ 245174 h 1371600"/>
                <a:gd name="connsiteX1180" fmla="*/ 867918 w 1628775"/>
                <a:gd name="connsiteY1180" fmla="*/ 245840 h 1371600"/>
                <a:gd name="connsiteX1181" fmla="*/ 868585 w 1628775"/>
                <a:gd name="connsiteY1181" fmla="*/ 246698 h 1371600"/>
                <a:gd name="connsiteX1182" fmla="*/ 951643 w 1628775"/>
                <a:gd name="connsiteY1182" fmla="*/ 7620 h 1371600"/>
                <a:gd name="connsiteX1183" fmla="*/ 951261 w 1628775"/>
                <a:gd name="connsiteY1183" fmla="*/ 11240 h 1371600"/>
                <a:gd name="connsiteX1184" fmla="*/ 951547 w 1628775"/>
                <a:gd name="connsiteY1184" fmla="*/ 12764 h 1371600"/>
                <a:gd name="connsiteX1185" fmla="*/ 952119 w 1628775"/>
                <a:gd name="connsiteY1185" fmla="*/ 14383 h 1371600"/>
                <a:gd name="connsiteX1186" fmla="*/ 953453 w 1628775"/>
                <a:gd name="connsiteY1186" fmla="*/ 17050 h 1371600"/>
                <a:gd name="connsiteX1187" fmla="*/ 953167 w 1628775"/>
                <a:gd name="connsiteY1187" fmla="*/ 17621 h 1371600"/>
                <a:gd name="connsiteX1188" fmla="*/ 953167 w 1628775"/>
                <a:gd name="connsiteY1188" fmla="*/ 18002 h 1371600"/>
                <a:gd name="connsiteX1189" fmla="*/ 953548 w 1628775"/>
                <a:gd name="connsiteY1189" fmla="*/ 19050 h 1371600"/>
                <a:gd name="connsiteX1190" fmla="*/ 954310 w 1628775"/>
                <a:gd name="connsiteY1190" fmla="*/ 16954 h 1371600"/>
                <a:gd name="connsiteX1191" fmla="*/ 954786 w 1628775"/>
                <a:gd name="connsiteY1191" fmla="*/ 14764 h 1371600"/>
                <a:gd name="connsiteX1192" fmla="*/ 955548 w 1628775"/>
                <a:gd name="connsiteY1192" fmla="*/ 7049 h 1371600"/>
                <a:gd name="connsiteX1193" fmla="*/ 955358 w 1628775"/>
                <a:gd name="connsiteY1193" fmla="*/ 5715 h 1371600"/>
                <a:gd name="connsiteX1194" fmla="*/ 954500 w 1628775"/>
                <a:gd name="connsiteY1194" fmla="*/ 5144 h 1371600"/>
                <a:gd name="connsiteX1195" fmla="*/ 953548 w 1628775"/>
                <a:gd name="connsiteY1195" fmla="*/ 5429 h 1371600"/>
                <a:gd name="connsiteX1196" fmla="*/ 952786 w 1628775"/>
                <a:gd name="connsiteY1196" fmla="*/ 5906 h 1371600"/>
                <a:gd name="connsiteX1197" fmla="*/ 952119 w 1628775"/>
                <a:gd name="connsiteY1197" fmla="*/ 5906 h 1371600"/>
                <a:gd name="connsiteX1198" fmla="*/ 951452 w 1628775"/>
                <a:gd name="connsiteY1198" fmla="*/ 4572 h 1371600"/>
                <a:gd name="connsiteX1199" fmla="*/ 951357 w 1628775"/>
                <a:gd name="connsiteY1199" fmla="*/ 4191 h 1371600"/>
                <a:gd name="connsiteX1200" fmla="*/ 951167 w 1628775"/>
                <a:gd name="connsiteY1200" fmla="*/ 3905 h 1371600"/>
                <a:gd name="connsiteX1201" fmla="*/ 950881 w 1628775"/>
                <a:gd name="connsiteY1201" fmla="*/ 3810 h 1371600"/>
                <a:gd name="connsiteX1202" fmla="*/ 950500 w 1628775"/>
                <a:gd name="connsiteY1202" fmla="*/ 3905 h 1371600"/>
                <a:gd name="connsiteX1203" fmla="*/ 950118 w 1628775"/>
                <a:gd name="connsiteY1203" fmla="*/ 4191 h 1371600"/>
                <a:gd name="connsiteX1204" fmla="*/ 951643 w 1628775"/>
                <a:gd name="connsiteY1204" fmla="*/ 6668 h 1371600"/>
                <a:gd name="connsiteX1205" fmla="*/ 951643 w 1628775"/>
                <a:gd name="connsiteY1205" fmla="*/ 7620 h 1371600"/>
                <a:gd name="connsiteX1206" fmla="*/ 959549 w 1628775"/>
                <a:gd name="connsiteY1206" fmla="*/ 27908 h 1371600"/>
                <a:gd name="connsiteX1207" fmla="*/ 961168 w 1628775"/>
                <a:gd name="connsiteY1207" fmla="*/ 29432 h 1371600"/>
                <a:gd name="connsiteX1208" fmla="*/ 964025 w 1628775"/>
                <a:gd name="connsiteY1208" fmla="*/ 31242 h 1371600"/>
                <a:gd name="connsiteX1209" fmla="*/ 964883 w 1628775"/>
                <a:gd name="connsiteY1209" fmla="*/ 31528 h 1371600"/>
                <a:gd name="connsiteX1210" fmla="*/ 965740 w 1628775"/>
                <a:gd name="connsiteY1210" fmla="*/ 31433 h 1371600"/>
                <a:gd name="connsiteX1211" fmla="*/ 967645 w 1628775"/>
                <a:gd name="connsiteY1211" fmla="*/ 30004 h 1371600"/>
                <a:gd name="connsiteX1212" fmla="*/ 967930 w 1628775"/>
                <a:gd name="connsiteY1212" fmla="*/ 29718 h 1371600"/>
                <a:gd name="connsiteX1213" fmla="*/ 968312 w 1628775"/>
                <a:gd name="connsiteY1213" fmla="*/ 28766 h 1371600"/>
                <a:gd name="connsiteX1214" fmla="*/ 968978 w 1628775"/>
                <a:gd name="connsiteY1214" fmla="*/ 28004 h 1371600"/>
                <a:gd name="connsiteX1215" fmla="*/ 969359 w 1628775"/>
                <a:gd name="connsiteY1215" fmla="*/ 27242 h 1371600"/>
                <a:gd name="connsiteX1216" fmla="*/ 968883 w 1628775"/>
                <a:gd name="connsiteY1216" fmla="*/ 26194 h 1371600"/>
                <a:gd name="connsiteX1217" fmla="*/ 967073 w 1628775"/>
                <a:gd name="connsiteY1217" fmla="*/ 23622 h 1371600"/>
                <a:gd name="connsiteX1218" fmla="*/ 965740 w 1628775"/>
                <a:gd name="connsiteY1218" fmla="*/ 22193 h 1371600"/>
                <a:gd name="connsiteX1219" fmla="*/ 964025 w 1628775"/>
                <a:gd name="connsiteY1219" fmla="*/ 21050 h 1371600"/>
                <a:gd name="connsiteX1220" fmla="*/ 962311 w 1628775"/>
                <a:gd name="connsiteY1220" fmla="*/ 20479 h 1371600"/>
                <a:gd name="connsiteX1221" fmla="*/ 961072 w 1628775"/>
                <a:gd name="connsiteY1221" fmla="*/ 20860 h 1371600"/>
                <a:gd name="connsiteX1222" fmla="*/ 960406 w 1628775"/>
                <a:gd name="connsiteY1222" fmla="*/ 21146 h 1371600"/>
                <a:gd name="connsiteX1223" fmla="*/ 958501 w 1628775"/>
                <a:gd name="connsiteY1223" fmla="*/ 23336 h 1371600"/>
                <a:gd name="connsiteX1224" fmla="*/ 958691 w 1628775"/>
                <a:gd name="connsiteY1224" fmla="*/ 23622 h 1371600"/>
                <a:gd name="connsiteX1225" fmla="*/ 958977 w 1628775"/>
                <a:gd name="connsiteY1225" fmla="*/ 24384 h 1371600"/>
                <a:gd name="connsiteX1226" fmla="*/ 959263 w 1628775"/>
                <a:gd name="connsiteY1226" fmla="*/ 24860 h 1371600"/>
                <a:gd name="connsiteX1227" fmla="*/ 958501 w 1628775"/>
                <a:gd name="connsiteY1227" fmla="*/ 26289 h 1371600"/>
                <a:gd name="connsiteX1228" fmla="*/ 959549 w 1628775"/>
                <a:gd name="connsiteY1228" fmla="*/ 27908 h 1371600"/>
                <a:gd name="connsiteX1229" fmla="*/ 279463 w 1628775"/>
                <a:gd name="connsiteY1229" fmla="*/ 1166051 h 1371600"/>
                <a:gd name="connsiteX1230" fmla="*/ 279559 w 1628775"/>
                <a:gd name="connsiteY1230" fmla="*/ 1165384 h 1371600"/>
                <a:gd name="connsiteX1231" fmla="*/ 279273 w 1628775"/>
                <a:gd name="connsiteY1231" fmla="*/ 1165193 h 1371600"/>
                <a:gd name="connsiteX1232" fmla="*/ 279178 w 1628775"/>
                <a:gd name="connsiteY1232" fmla="*/ 1164812 h 1371600"/>
                <a:gd name="connsiteX1233" fmla="*/ 278797 w 1628775"/>
                <a:gd name="connsiteY1233" fmla="*/ 1164622 h 1371600"/>
                <a:gd name="connsiteX1234" fmla="*/ 278892 w 1628775"/>
                <a:gd name="connsiteY1234" fmla="*/ 1165574 h 1371600"/>
                <a:gd name="connsiteX1235" fmla="*/ 279463 w 1628775"/>
                <a:gd name="connsiteY1235" fmla="*/ 1166051 h 1371600"/>
                <a:gd name="connsiteX1236" fmla="*/ 310705 w 1628775"/>
                <a:gd name="connsiteY1236" fmla="*/ 865727 h 1371600"/>
                <a:gd name="connsiteX1237" fmla="*/ 310991 w 1628775"/>
                <a:gd name="connsiteY1237" fmla="*/ 866394 h 1371600"/>
                <a:gd name="connsiteX1238" fmla="*/ 311372 w 1628775"/>
                <a:gd name="connsiteY1238" fmla="*/ 866585 h 1371600"/>
                <a:gd name="connsiteX1239" fmla="*/ 312325 w 1628775"/>
                <a:gd name="connsiteY1239" fmla="*/ 867251 h 1371600"/>
                <a:gd name="connsiteX1240" fmla="*/ 312801 w 1628775"/>
                <a:gd name="connsiteY1240" fmla="*/ 867347 h 1371600"/>
                <a:gd name="connsiteX1241" fmla="*/ 313182 w 1628775"/>
                <a:gd name="connsiteY1241" fmla="*/ 867251 h 1371600"/>
                <a:gd name="connsiteX1242" fmla="*/ 313849 w 1628775"/>
                <a:gd name="connsiteY1242" fmla="*/ 866203 h 1371600"/>
                <a:gd name="connsiteX1243" fmla="*/ 314515 w 1628775"/>
                <a:gd name="connsiteY1243" fmla="*/ 865442 h 1371600"/>
                <a:gd name="connsiteX1244" fmla="*/ 314611 w 1628775"/>
                <a:gd name="connsiteY1244" fmla="*/ 864965 h 1371600"/>
                <a:gd name="connsiteX1245" fmla="*/ 314325 w 1628775"/>
                <a:gd name="connsiteY1245" fmla="*/ 864203 h 1371600"/>
                <a:gd name="connsiteX1246" fmla="*/ 314134 w 1628775"/>
                <a:gd name="connsiteY1246" fmla="*/ 863918 h 1371600"/>
                <a:gd name="connsiteX1247" fmla="*/ 313754 w 1628775"/>
                <a:gd name="connsiteY1247" fmla="*/ 863536 h 1371600"/>
                <a:gd name="connsiteX1248" fmla="*/ 312515 w 1628775"/>
                <a:gd name="connsiteY1248" fmla="*/ 862679 h 1371600"/>
                <a:gd name="connsiteX1249" fmla="*/ 312230 w 1628775"/>
                <a:gd name="connsiteY1249" fmla="*/ 862870 h 1371600"/>
                <a:gd name="connsiteX1250" fmla="*/ 312420 w 1628775"/>
                <a:gd name="connsiteY1250" fmla="*/ 863441 h 1371600"/>
                <a:gd name="connsiteX1251" fmla="*/ 312706 w 1628775"/>
                <a:gd name="connsiteY1251" fmla="*/ 864013 h 1371600"/>
                <a:gd name="connsiteX1252" fmla="*/ 312801 w 1628775"/>
                <a:gd name="connsiteY1252" fmla="*/ 864489 h 1371600"/>
                <a:gd name="connsiteX1253" fmla="*/ 312801 w 1628775"/>
                <a:gd name="connsiteY1253" fmla="*/ 864680 h 1371600"/>
                <a:gd name="connsiteX1254" fmla="*/ 312801 w 1628775"/>
                <a:gd name="connsiteY1254" fmla="*/ 864870 h 1371600"/>
                <a:gd name="connsiteX1255" fmla="*/ 312706 w 1628775"/>
                <a:gd name="connsiteY1255" fmla="*/ 865061 h 1371600"/>
                <a:gd name="connsiteX1256" fmla="*/ 312515 w 1628775"/>
                <a:gd name="connsiteY1256" fmla="*/ 864870 h 1371600"/>
                <a:gd name="connsiteX1257" fmla="*/ 312325 w 1628775"/>
                <a:gd name="connsiteY1257" fmla="*/ 864489 h 1371600"/>
                <a:gd name="connsiteX1258" fmla="*/ 312134 w 1628775"/>
                <a:gd name="connsiteY1258" fmla="*/ 863727 h 1371600"/>
                <a:gd name="connsiteX1259" fmla="*/ 311753 w 1628775"/>
                <a:gd name="connsiteY1259" fmla="*/ 863060 h 1371600"/>
                <a:gd name="connsiteX1260" fmla="*/ 311182 w 1628775"/>
                <a:gd name="connsiteY1260" fmla="*/ 862775 h 1371600"/>
                <a:gd name="connsiteX1261" fmla="*/ 310705 w 1628775"/>
                <a:gd name="connsiteY1261" fmla="*/ 862870 h 1371600"/>
                <a:gd name="connsiteX1262" fmla="*/ 310610 w 1628775"/>
                <a:gd name="connsiteY1262" fmla="*/ 863251 h 1371600"/>
                <a:gd name="connsiteX1263" fmla="*/ 310705 w 1628775"/>
                <a:gd name="connsiteY1263" fmla="*/ 863727 h 1371600"/>
                <a:gd name="connsiteX1264" fmla="*/ 310705 w 1628775"/>
                <a:gd name="connsiteY1264" fmla="*/ 865727 h 1371600"/>
                <a:gd name="connsiteX1265" fmla="*/ 346615 w 1628775"/>
                <a:gd name="connsiteY1265" fmla="*/ 822865 h 1371600"/>
                <a:gd name="connsiteX1266" fmla="*/ 346710 w 1628775"/>
                <a:gd name="connsiteY1266" fmla="*/ 822579 h 1371600"/>
                <a:gd name="connsiteX1267" fmla="*/ 347091 w 1628775"/>
                <a:gd name="connsiteY1267" fmla="*/ 822389 h 1371600"/>
                <a:gd name="connsiteX1268" fmla="*/ 347758 w 1628775"/>
                <a:gd name="connsiteY1268" fmla="*/ 822770 h 1371600"/>
                <a:gd name="connsiteX1269" fmla="*/ 348520 w 1628775"/>
                <a:gd name="connsiteY1269" fmla="*/ 822865 h 1371600"/>
                <a:gd name="connsiteX1270" fmla="*/ 349282 w 1628775"/>
                <a:gd name="connsiteY1270" fmla="*/ 822579 h 1371600"/>
                <a:gd name="connsiteX1271" fmla="*/ 349758 w 1628775"/>
                <a:gd name="connsiteY1271" fmla="*/ 822007 h 1371600"/>
                <a:gd name="connsiteX1272" fmla="*/ 349567 w 1628775"/>
                <a:gd name="connsiteY1272" fmla="*/ 821531 h 1371600"/>
                <a:gd name="connsiteX1273" fmla="*/ 348615 w 1628775"/>
                <a:gd name="connsiteY1273" fmla="*/ 821627 h 1371600"/>
                <a:gd name="connsiteX1274" fmla="*/ 348520 w 1628775"/>
                <a:gd name="connsiteY1274" fmla="*/ 821246 h 1371600"/>
                <a:gd name="connsiteX1275" fmla="*/ 348329 w 1628775"/>
                <a:gd name="connsiteY1275" fmla="*/ 820769 h 1371600"/>
                <a:gd name="connsiteX1276" fmla="*/ 347758 w 1628775"/>
                <a:gd name="connsiteY1276" fmla="*/ 820769 h 1371600"/>
                <a:gd name="connsiteX1277" fmla="*/ 346900 w 1628775"/>
                <a:gd name="connsiteY1277" fmla="*/ 821436 h 1371600"/>
                <a:gd name="connsiteX1278" fmla="*/ 345948 w 1628775"/>
                <a:gd name="connsiteY1278" fmla="*/ 822389 h 1371600"/>
                <a:gd name="connsiteX1279" fmla="*/ 345757 w 1628775"/>
                <a:gd name="connsiteY1279" fmla="*/ 822960 h 1371600"/>
                <a:gd name="connsiteX1280" fmla="*/ 346234 w 1628775"/>
                <a:gd name="connsiteY1280" fmla="*/ 822960 h 1371600"/>
                <a:gd name="connsiteX1281" fmla="*/ 346615 w 1628775"/>
                <a:gd name="connsiteY1281" fmla="*/ 822865 h 1371600"/>
                <a:gd name="connsiteX1282" fmla="*/ 313563 w 1628775"/>
                <a:gd name="connsiteY1282" fmla="*/ 861346 h 1371600"/>
                <a:gd name="connsiteX1283" fmla="*/ 313849 w 1628775"/>
                <a:gd name="connsiteY1283" fmla="*/ 861441 h 1371600"/>
                <a:gd name="connsiteX1284" fmla="*/ 314611 w 1628775"/>
                <a:gd name="connsiteY1284" fmla="*/ 862298 h 1371600"/>
                <a:gd name="connsiteX1285" fmla="*/ 314896 w 1628775"/>
                <a:gd name="connsiteY1285" fmla="*/ 862489 h 1371600"/>
                <a:gd name="connsiteX1286" fmla="*/ 315087 w 1628775"/>
                <a:gd name="connsiteY1286" fmla="*/ 862679 h 1371600"/>
                <a:gd name="connsiteX1287" fmla="*/ 315278 w 1628775"/>
                <a:gd name="connsiteY1287" fmla="*/ 863060 h 1371600"/>
                <a:gd name="connsiteX1288" fmla="*/ 315278 w 1628775"/>
                <a:gd name="connsiteY1288" fmla="*/ 863346 h 1371600"/>
                <a:gd name="connsiteX1289" fmla="*/ 315087 w 1628775"/>
                <a:gd name="connsiteY1289" fmla="*/ 863632 h 1371600"/>
                <a:gd name="connsiteX1290" fmla="*/ 315182 w 1628775"/>
                <a:gd name="connsiteY1290" fmla="*/ 863822 h 1371600"/>
                <a:gd name="connsiteX1291" fmla="*/ 315658 w 1628775"/>
                <a:gd name="connsiteY1291" fmla="*/ 863918 h 1371600"/>
                <a:gd name="connsiteX1292" fmla="*/ 316039 w 1628775"/>
                <a:gd name="connsiteY1292" fmla="*/ 864203 h 1371600"/>
                <a:gd name="connsiteX1293" fmla="*/ 316135 w 1628775"/>
                <a:gd name="connsiteY1293" fmla="*/ 864775 h 1371600"/>
                <a:gd name="connsiteX1294" fmla="*/ 316421 w 1628775"/>
                <a:gd name="connsiteY1294" fmla="*/ 864775 h 1371600"/>
                <a:gd name="connsiteX1295" fmla="*/ 316611 w 1628775"/>
                <a:gd name="connsiteY1295" fmla="*/ 864203 h 1371600"/>
                <a:gd name="connsiteX1296" fmla="*/ 316516 w 1628775"/>
                <a:gd name="connsiteY1296" fmla="*/ 863822 h 1371600"/>
                <a:gd name="connsiteX1297" fmla="*/ 316325 w 1628775"/>
                <a:gd name="connsiteY1297" fmla="*/ 863632 h 1371600"/>
                <a:gd name="connsiteX1298" fmla="*/ 316421 w 1628775"/>
                <a:gd name="connsiteY1298" fmla="*/ 863346 h 1371600"/>
                <a:gd name="connsiteX1299" fmla="*/ 316801 w 1628775"/>
                <a:gd name="connsiteY1299" fmla="*/ 863156 h 1371600"/>
                <a:gd name="connsiteX1300" fmla="*/ 316992 w 1628775"/>
                <a:gd name="connsiteY1300" fmla="*/ 862489 h 1371600"/>
                <a:gd name="connsiteX1301" fmla="*/ 316897 w 1628775"/>
                <a:gd name="connsiteY1301" fmla="*/ 861155 h 1371600"/>
                <a:gd name="connsiteX1302" fmla="*/ 316801 w 1628775"/>
                <a:gd name="connsiteY1302" fmla="*/ 860489 h 1371600"/>
                <a:gd name="connsiteX1303" fmla="*/ 316706 w 1628775"/>
                <a:gd name="connsiteY1303" fmla="*/ 860393 h 1371600"/>
                <a:gd name="connsiteX1304" fmla="*/ 316421 w 1628775"/>
                <a:gd name="connsiteY1304" fmla="*/ 860203 h 1371600"/>
                <a:gd name="connsiteX1305" fmla="*/ 316230 w 1628775"/>
                <a:gd name="connsiteY1305" fmla="*/ 860489 h 1371600"/>
                <a:gd name="connsiteX1306" fmla="*/ 316135 w 1628775"/>
                <a:gd name="connsiteY1306" fmla="*/ 861155 h 1371600"/>
                <a:gd name="connsiteX1307" fmla="*/ 315944 w 1628775"/>
                <a:gd name="connsiteY1307" fmla="*/ 861441 h 1371600"/>
                <a:gd name="connsiteX1308" fmla="*/ 315468 w 1628775"/>
                <a:gd name="connsiteY1308" fmla="*/ 861155 h 1371600"/>
                <a:gd name="connsiteX1309" fmla="*/ 315373 w 1628775"/>
                <a:gd name="connsiteY1309" fmla="*/ 861346 h 1371600"/>
                <a:gd name="connsiteX1310" fmla="*/ 315468 w 1628775"/>
                <a:gd name="connsiteY1310" fmla="*/ 862108 h 1371600"/>
                <a:gd name="connsiteX1311" fmla="*/ 315182 w 1628775"/>
                <a:gd name="connsiteY1311" fmla="*/ 862013 h 1371600"/>
                <a:gd name="connsiteX1312" fmla="*/ 314325 w 1628775"/>
                <a:gd name="connsiteY1312" fmla="*/ 861060 h 1371600"/>
                <a:gd name="connsiteX1313" fmla="*/ 313372 w 1628775"/>
                <a:gd name="connsiteY1313" fmla="*/ 860774 h 1371600"/>
                <a:gd name="connsiteX1314" fmla="*/ 312801 w 1628775"/>
                <a:gd name="connsiteY1314" fmla="*/ 861251 h 1371600"/>
                <a:gd name="connsiteX1315" fmla="*/ 312896 w 1628775"/>
                <a:gd name="connsiteY1315" fmla="*/ 861632 h 1371600"/>
                <a:gd name="connsiteX1316" fmla="*/ 313563 w 1628775"/>
                <a:gd name="connsiteY1316" fmla="*/ 861346 h 1371600"/>
                <a:gd name="connsiteX1317" fmla="*/ 38767 w 1628775"/>
                <a:gd name="connsiteY1317" fmla="*/ 1278636 h 1371600"/>
                <a:gd name="connsiteX1318" fmla="*/ 38767 w 1628775"/>
                <a:gd name="connsiteY1318" fmla="*/ 1278636 h 1371600"/>
                <a:gd name="connsiteX1319" fmla="*/ 38767 w 1628775"/>
                <a:gd name="connsiteY1319" fmla="*/ 1278636 h 1371600"/>
                <a:gd name="connsiteX1320" fmla="*/ 38767 w 1628775"/>
                <a:gd name="connsiteY1320" fmla="*/ 1278636 h 1371600"/>
                <a:gd name="connsiteX1321" fmla="*/ 255460 w 1628775"/>
                <a:gd name="connsiteY1321" fmla="*/ 1233392 h 1371600"/>
                <a:gd name="connsiteX1322" fmla="*/ 256794 w 1628775"/>
                <a:gd name="connsiteY1322" fmla="*/ 1233107 h 1371600"/>
                <a:gd name="connsiteX1323" fmla="*/ 256699 w 1628775"/>
                <a:gd name="connsiteY1323" fmla="*/ 1231487 h 1371600"/>
                <a:gd name="connsiteX1324" fmla="*/ 255937 w 1628775"/>
                <a:gd name="connsiteY1324" fmla="*/ 1231678 h 1371600"/>
                <a:gd name="connsiteX1325" fmla="*/ 254508 w 1628775"/>
                <a:gd name="connsiteY1325" fmla="*/ 1231487 h 1371600"/>
                <a:gd name="connsiteX1326" fmla="*/ 253746 w 1628775"/>
                <a:gd name="connsiteY1326" fmla="*/ 1231773 h 1371600"/>
                <a:gd name="connsiteX1327" fmla="*/ 253937 w 1628775"/>
                <a:gd name="connsiteY1327" fmla="*/ 1232726 h 1371600"/>
                <a:gd name="connsiteX1328" fmla="*/ 255460 w 1628775"/>
                <a:gd name="connsiteY1328" fmla="*/ 1233392 h 1371600"/>
                <a:gd name="connsiteX1329" fmla="*/ 265462 w 1628775"/>
                <a:gd name="connsiteY1329" fmla="*/ 1213580 h 1371600"/>
                <a:gd name="connsiteX1330" fmla="*/ 266414 w 1628775"/>
                <a:gd name="connsiteY1330" fmla="*/ 1211961 h 1371600"/>
                <a:gd name="connsiteX1331" fmla="*/ 266795 w 1628775"/>
                <a:gd name="connsiteY1331" fmla="*/ 1210437 h 1371600"/>
                <a:gd name="connsiteX1332" fmla="*/ 266509 w 1628775"/>
                <a:gd name="connsiteY1332" fmla="*/ 1210437 h 1371600"/>
                <a:gd name="connsiteX1333" fmla="*/ 266033 w 1628775"/>
                <a:gd name="connsiteY1333" fmla="*/ 1211199 h 1371600"/>
                <a:gd name="connsiteX1334" fmla="*/ 263366 w 1628775"/>
                <a:gd name="connsiteY1334" fmla="*/ 1214342 h 1371600"/>
                <a:gd name="connsiteX1335" fmla="*/ 262890 w 1628775"/>
                <a:gd name="connsiteY1335" fmla="*/ 1215200 h 1371600"/>
                <a:gd name="connsiteX1336" fmla="*/ 264319 w 1628775"/>
                <a:gd name="connsiteY1336" fmla="*/ 1214723 h 1371600"/>
                <a:gd name="connsiteX1337" fmla="*/ 265462 w 1628775"/>
                <a:gd name="connsiteY1337" fmla="*/ 1213580 h 1371600"/>
                <a:gd name="connsiteX1338" fmla="*/ 347281 w 1628775"/>
                <a:gd name="connsiteY1338" fmla="*/ 1042511 h 1371600"/>
                <a:gd name="connsiteX1339" fmla="*/ 347281 w 1628775"/>
                <a:gd name="connsiteY1339" fmla="*/ 1042892 h 1371600"/>
                <a:gd name="connsiteX1340" fmla="*/ 347567 w 1628775"/>
                <a:gd name="connsiteY1340" fmla="*/ 1043464 h 1371600"/>
                <a:gd name="connsiteX1341" fmla="*/ 347948 w 1628775"/>
                <a:gd name="connsiteY1341" fmla="*/ 1043654 h 1371600"/>
                <a:gd name="connsiteX1342" fmla="*/ 348520 w 1628775"/>
                <a:gd name="connsiteY1342" fmla="*/ 1043464 h 1371600"/>
                <a:gd name="connsiteX1343" fmla="*/ 348710 w 1628775"/>
                <a:gd name="connsiteY1343" fmla="*/ 1043273 h 1371600"/>
                <a:gd name="connsiteX1344" fmla="*/ 348520 w 1628775"/>
                <a:gd name="connsiteY1344" fmla="*/ 1042892 h 1371600"/>
                <a:gd name="connsiteX1345" fmla="*/ 348139 w 1628775"/>
                <a:gd name="connsiteY1345" fmla="*/ 1042607 h 1371600"/>
                <a:gd name="connsiteX1346" fmla="*/ 347758 w 1628775"/>
                <a:gd name="connsiteY1346" fmla="*/ 1042511 h 1371600"/>
                <a:gd name="connsiteX1347" fmla="*/ 347281 w 1628775"/>
                <a:gd name="connsiteY1347" fmla="*/ 1042511 h 1371600"/>
                <a:gd name="connsiteX1348" fmla="*/ 342614 w 1628775"/>
                <a:gd name="connsiteY1348" fmla="*/ 832104 h 1371600"/>
                <a:gd name="connsiteX1349" fmla="*/ 342424 w 1628775"/>
                <a:gd name="connsiteY1349" fmla="*/ 833914 h 1371600"/>
                <a:gd name="connsiteX1350" fmla="*/ 340805 w 1628775"/>
                <a:gd name="connsiteY1350" fmla="*/ 835247 h 1371600"/>
                <a:gd name="connsiteX1351" fmla="*/ 340900 w 1628775"/>
                <a:gd name="connsiteY1351" fmla="*/ 836581 h 1371600"/>
                <a:gd name="connsiteX1352" fmla="*/ 341376 w 1628775"/>
                <a:gd name="connsiteY1352" fmla="*/ 837628 h 1371600"/>
                <a:gd name="connsiteX1353" fmla="*/ 340138 w 1628775"/>
                <a:gd name="connsiteY1353" fmla="*/ 837438 h 1371600"/>
                <a:gd name="connsiteX1354" fmla="*/ 339471 w 1628775"/>
                <a:gd name="connsiteY1354" fmla="*/ 838105 h 1371600"/>
                <a:gd name="connsiteX1355" fmla="*/ 339280 w 1628775"/>
                <a:gd name="connsiteY1355" fmla="*/ 838962 h 1371600"/>
                <a:gd name="connsiteX1356" fmla="*/ 339662 w 1628775"/>
                <a:gd name="connsiteY1356" fmla="*/ 839629 h 1371600"/>
                <a:gd name="connsiteX1357" fmla="*/ 340233 w 1628775"/>
                <a:gd name="connsiteY1357" fmla="*/ 839724 h 1371600"/>
                <a:gd name="connsiteX1358" fmla="*/ 340614 w 1628775"/>
                <a:gd name="connsiteY1358" fmla="*/ 840010 h 1371600"/>
                <a:gd name="connsiteX1359" fmla="*/ 340805 w 1628775"/>
                <a:gd name="connsiteY1359" fmla="*/ 840200 h 1371600"/>
                <a:gd name="connsiteX1360" fmla="*/ 340423 w 1628775"/>
                <a:gd name="connsiteY1360" fmla="*/ 840677 h 1371600"/>
                <a:gd name="connsiteX1361" fmla="*/ 339566 w 1628775"/>
                <a:gd name="connsiteY1361" fmla="*/ 840772 h 1371600"/>
                <a:gd name="connsiteX1362" fmla="*/ 338328 w 1628775"/>
                <a:gd name="connsiteY1362" fmla="*/ 839819 h 1371600"/>
                <a:gd name="connsiteX1363" fmla="*/ 337756 w 1628775"/>
                <a:gd name="connsiteY1363" fmla="*/ 838867 h 1371600"/>
                <a:gd name="connsiteX1364" fmla="*/ 337471 w 1628775"/>
                <a:gd name="connsiteY1364" fmla="*/ 840296 h 1371600"/>
                <a:gd name="connsiteX1365" fmla="*/ 337375 w 1628775"/>
                <a:gd name="connsiteY1365" fmla="*/ 840962 h 1371600"/>
                <a:gd name="connsiteX1366" fmla="*/ 338233 w 1628775"/>
                <a:gd name="connsiteY1366" fmla="*/ 841153 h 1371600"/>
                <a:gd name="connsiteX1367" fmla="*/ 339185 w 1628775"/>
                <a:gd name="connsiteY1367" fmla="*/ 841629 h 1371600"/>
                <a:gd name="connsiteX1368" fmla="*/ 341090 w 1628775"/>
                <a:gd name="connsiteY1368" fmla="*/ 841057 h 1371600"/>
                <a:gd name="connsiteX1369" fmla="*/ 342900 w 1628775"/>
                <a:gd name="connsiteY1369" fmla="*/ 839819 h 1371600"/>
                <a:gd name="connsiteX1370" fmla="*/ 345376 w 1628775"/>
                <a:gd name="connsiteY1370" fmla="*/ 836867 h 1371600"/>
                <a:gd name="connsiteX1371" fmla="*/ 345853 w 1628775"/>
                <a:gd name="connsiteY1371" fmla="*/ 835628 h 1371600"/>
                <a:gd name="connsiteX1372" fmla="*/ 345757 w 1628775"/>
                <a:gd name="connsiteY1372" fmla="*/ 834676 h 1371600"/>
                <a:gd name="connsiteX1373" fmla="*/ 346424 w 1628775"/>
                <a:gd name="connsiteY1373" fmla="*/ 834200 h 1371600"/>
                <a:gd name="connsiteX1374" fmla="*/ 346424 w 1628775"/>
                <a:gd name="connsiteY1374" fmla="*/ 833533 h 1371600"/>
                <a:gd name="connsiteX1375" fmla="*/ 347091 w 1628775"/>
                <a:gd name="connsiteY1375" fmla="*/ 833152 h 1371600"/>
                <a:gd name="connsiteX1376" fmla="*/ 347758 w 1628775"/>
                <a:gd name="connsiteY1376" fmla="*/ 832390 h 1371600"/>
                <a:gd name="connsiteX1377" fmla="*/ 347186 w 1628775"/>
                <a:gd name="connsiteY1377" fmla="*/ 831914 h 1371600"/>
                <a:gd name="connsiteX1378" fmla="*/ 347948 w 1628775"/>
                <a:gd name="connsiteY1378" fmla="*/ 831152 h 1371600"/>
                <a:gd name="connsiteX1379" fmla="*/ 348710 w 1628775"/>
                <a:gd name="connsiteY1379" fmla="*/ 830009 h 1371600"/>
                <a:gd name="connsiteX1380" fmla="*/ 349091 w 1628775"/>
                <a:gd name="connsiteY1380" fmla="*/ 829151 h 1371600"/>
                <a:gd name="connsiteX1381" fmla="*/ 348710 w 1628775"/>
                <a:gd name="connsiteY1381" fmla="*/ 826389 h 1371600"/>
                <a:gd name="connsiteX1382" fmla="*/ 347091 w 1628775"/>
                <a:gd name="connsiteY1382" fmla="*/ 826770 h 1371600"/>
                <a:gd name="connsiteX1383" fmla="*/ 346996 w 1628775"/>
                <a:gd name="connsiteY1383" fmla="*/ 827627 h 1371600"/>
                <a:gd name="connsiteX1384" fmla="*/ 347853 w 1628775"/>
                <a:gd name="connsiteY1384" fmla="*/ 828294 h 1371600"/>
                <a:gd name="connsiteX1385" fmla="*/ 346996 w 1628775"/>
                <a:gd name="connsiteY1385" fmla="*/ 828961 h 1371600"/>
                <a:gd name="connsiteX1386" fmla="*/ 346615 w 1628775"/>
                <a:gd name="connsiteY1386" fmla="*/ 828294 h 1371600"/>
                <a:gd name="connsiteX1387" fmla="*/ 346234 w 1628775"/>
                <a:gd name="connsiteY1387" fmla="*/ 828103 h 1371600"/>
                <a:gd name="connsiteX1388" fmla="*/ 345567 w 1628775"/>
                <a:gd name="connsiteY1388" fmla="*/ 829628 h 1371600"/>
                <a:gd name="connsiteX1389" fmla="*/ 342805 w 1628775"/>
                <a:gd name="connsiteY1389" fmla="*/ 830294 h 1371600"/>
                <a:gd name="connsiteX1390" fmla="*/ 342614 w 1628775"/>
                <a:gd name="connsiteY1390" fmla="*/ 832104 h 1371600"/>
                <a:gd name="connsiteX1391" fmla="*/ 328422 w 1628775"/>
                <a:gd name="connsiteY1391" fmla="*/ 782860 h 1371600"/>
                <a:gd name="connsiteX1392" fmla="*/ 328708 w 1628775"/>
                <a:gd name="connsiteY1392" fmla="*/ 782765 h 1371600"/>
                <a:gd name="connsiteX1393" fmla="*/ 329374 w 1628775"/>
                <a:gd name="connsiteY1393" fmla="*/ 782384 h 1371600"/>
                <a:gd name="connsiteX1394" fmla="*/ 329755 w 1628775"/>
                <a:gd name="connsiteY1394" fmla="*/ 782669 h 1371600"/>
                <a:gd name="connsiteX1395" fmla="*/ 330422 w 1628775"/>
                <a:gd name="connsiteY1395" fmla="*/ 783336 h 1371600"/>
                <a:gd name="connsiteX1396" fmla="*/ 330708 w 1628775"/>
                <a:gd name="connsiteY1396" fmla="*/ 783431 h 1371600"/>
                <a:gd name="connsiteX1397" fmla="*/ 330898 w 1628775"/>
                <a:gd name="connsiteY1397" fmla="*/ 784003 h 1371600"/>
                <a:gd name="connsiteX1398" fmla="*/ 331470 w 1628775"/>
                <a:gd name="connsiteY1398" fmla="*/ 783622 h 1371600"/>
                <a:gd name="connsiteX1399" fmla="*/ 331660 w 1628775"/>
                <a:gd name="connsiteY1399" fmla="*/ 783241 h 1371600"/>
                <a:gd name="connsiteX1400" fmla="*/ 332327 w 1628775"/>
                <a:gd name="connsiteY1400" fmla="*/ 783336 h 1371600"/>
                <a:gd name="connsiteX1401" fmla="*/ 332518 w 1628775"/>
                <a:gd name="connsiteY1401" fmla="*/ 782860 h 1371600"/>
                <a:gd name="connsiteX1402" fmla="*/ 333089 w 1628775"/>
                <a:gd name="connsiteY1402" fmla="*/ 782384 h 1371600"/>
                <a:gd name="connsiteX1403" fmla="*/ 333184 w 1628775"/>
                <a:gd name="connsiteY1403" fmla="*/ 781812 h 1371600"/>
                <a:gd name="connsiteX1404" fmla="*/ 333851 w 1628775"/>
                <a:gd name="connsiteY1404" fmla="*/ 781431 h 1371600"/>
                <a:gd name="connsiteX1405" fmla="*/ 334232 w 1628775"/>
                <a:gd name="connsiteY1405" fmla="*/ 780383 h 1371600"/>
                <a:gd name="connsiteX1406" fmla="*/ 334232 w 1628775"/>
                <a:gd name="connsiteY1406" fmla="*/ 779621 h 1371600"/>
                <a:gd name="connsiteX1407" fmla="*/ 334423 w 1628775"/>
                <a:gd name="connsiteY1407" fmla="*/ 779145 h 1371600"/>
                <a:gd name="connsiteX1408" fmla="*/ 334804 w 1628775"/>
                <a:gd name="connsiteY1408" fmla="*/ 779050 h 1371600"/>
                <a:gd name="connsiteX1409" fmla="*/ 334899 w 1628775"/>
                <a:gd name="connsiteY1409" fmla="*/ 778764 h 1371600"/>
                <a:gd name="connsiteX1410" fmla="*/ 334899 w 1628775"/>
                <a:gd name="connsiteY1410" fmla="*/ 778002 h 1371600"/>
                <a:gd name="connsiteX1411" fmla="*/ 334994 w 1628775"/>
                <a:gd name="connsiteY1411" fmla="*/ 776954 h 1371600"/>
                <a:gd name="connsiteX1412" fmla="*/ 335185 w 1628775"/>
                <a:gd name="connsiteY1412" fmla="*/ 776192 h 1371600"/>
                <a:gd name="connsiteX1413" fmla="*/ 334899 w 1628775"/>
                <a:gd name="connsiteY1413" fmla="*/ 775907 h 1371600"/>
                <a:gd name="connsiteX1414" fmla="*/ 334899 w 1628775"/>
                <a:gd name="connsiteY1414" fmla="*/ 775526 h 1371600"/>
                <a:gd name="connsiteX1415" fmla="*/ 335566 w 1628775"/>
                <a:gd name="connsiteY1415" fmla="*/ 775526 h 1371600"/>
                <a:gd name="connsiteX1416" fmla="*/ 336328 w 1628775"/>
                <a:gd name="connsiteY1416" fmla="*/ 774859 h 1371600"/>
                <a:gd name="connsiteX1417" fmla="*/ 336137 w 1628775"/>
                <a:gd name="connsiteY1417" fmla="*/ 774097 h 1371600"/>
                <a:gd name="connsiteX1418" fmla="*/ 335947 w 1628775"/>
                <a:gd name="connsiteY1418" fmla="*/ 772954 h 1371600"/>
                <a:gd name="connsiteX1419" fmla="*/ 336328 w 1628775"/>
                <a:gd name="connsiteY1419" fmla="*/ 772097 h 1371600"/>
                <a:gd name="connsiteX1420" fmla="*/ 337280 w 1628775"/>
                <a:gd name="connsiteY1420" fmla="*/ 771620 h 1371600"/>
                <a:gd name="connsiteX1421" fmla="*/ 337471 w 1628775"/>
                <a:gd name="connsiteY1421" fmla="*/ 771049 h 1371600"/>
                <a:gd name="connsiteX1422" fmla="*/ 337280 w 1628775"/>
                <a:gd name="connsiteY1422" fmla="*/ 770668 h 1371600"/>
                <a:gd name="connsiteX1423" fmla="*/ 335947 w 1628775"/>
                <a:gd name="connsiteY1423" fmla="*/ 770573 h 1371600"/>
                <a:gd name="connsiteX1424" fmla="*/ 335756 w 1628775"/>
                <a:gd name="connsiteY1424" fmla="*/ 771525 h 1371600"/>
                <a:gd name="connsiteX1425" fmla="*/ 335185 w 1628775"/>
                <a:gd name="connsiteY1425" fmla="*/ 770953 h 1371600"/>
                <a:gd name="connsiteX1426" fmla="*/ 335280 w 1628775"/>
                <a:gd name="connsiteY1426" fmla="*/ 769715 h 1371600"/>
                <a:gd name="connsiteX1427" fmla="*/ 334613 w 1628775"/>
                <a:gd name="connsiteY1427" fmla="*/ 769049 h 1371600"/>
                <a:gd name="connsiteX1428" fmla="*/ 334137 w 1628775"/>
                <a:gd name="connsiteY1428" fmla="*/ 768763 h 1371600"/>
                <a:gd name="connsiteX1429" fmla="*/ 333565 w 1628775"/>
                <a:gd name="connsiteY1429" fmla="*/ 768763 h 1371600"/>
                <a:gd name="connsiteX1430" fmla="*/ 333661 w 1628775"/>
                <a:gd name="connsiteY1430" fmla="*/ 769239 h 1371600"/>
                <a:gd name="connsiteX1431" fmla="*/ 333946 w 1628775"/>
                <a:gd name="connsiteY1431" fmla="*/ 769715 h 1371600"/>
                <a:gd name="connsiteX1432" fmla="*/ 333280 w 1628775"/>
                <a:gd name="connsiteY1432" fmla="*/ 769715 h 1371600"/>
                <a:gd name="connsiteX1433" fmla="*/ 332518 w 1628775"/>
                <a:gd name="connsiteY1433" fmla="*/ 770192 h 1371600"/>
                <a:gd name="connsiteX1434" fmla="*/ 332041 w 1628775"/>
                <a:gd name="connsiteY1434" fmla="*/ 770287 h 1371600"/>
                <a:gd name="connsiteX1435" fmla="*/ 331660 w 1628775"/>
                <a:gd name="connsiteY1435" fmla="*/ 770668 h 1371600"/>
                <a:gd name="connsiteX1436" fmla="*/ 331280 w 1628775"/>
                <a:gd name="connsiteY1436" fmla="*/ 770668 h 1371600"/>
                <a:gd name="connsiteX1437" fmla="*/ 331280 w 1628775"/>
                <a:gd name="connsiteY1437" fmla="*/ 769430 h 1371600"/>
                <a:gd name="connsiteX1438" fmla="*/ 331470 w 1628775"/>
                <a:gd name="connsiteY1438" fmla="*/ 768953 h 1371600"/>
                <a:gd name="connsiteX1439" fmla="*/ 331280 w 1628775"/>
                <a:gd name="connsiteY1439" fmla="*/ 768572 h 1371600"/>
                <a:gd name="connsiteX1440" fmla="*/ 330327 w 1628775"/>
                <a:gd name="connsiteY1440" fmla="*/ 768477 h 1371600"/>
                <a:gd name="connsiteX1441" fmla="*/ 329851 w 1628775"/>
                <a:gd name="connsiteY1441" fmla="*/ 769334 h 1371600"/>
                <a:gd name="connsiteX1442" fmla="*/ 329755 w 1628775"/>
                <a:gd name="connsiteY1442" fmla="*/ 772097 h 1371600"/>
                <a:gd name="connsiteX1443" fmla="*/ 329374 w 1628775"/>
                <a:gd name="connsiteY1443" fmla="*/ 773621 h 1371600"/>
                <a:gd name="connsiteX1444" fmla="*/ 329374 w 1628775"/>
                <a:gd name="connsiteY1444" fmla="*/ 774573 h 1371600"/>
                <a:gd name="connsiteX1445" fmla="*/ 328898 w 1628775"/>
                <a:gd name="connsiteY1445" fmla="*/ 775049 h 1371600"/>
                <a:gd name="connsiteX1446" fmla="*/ 328613 w 1628775"/>
                <a:gd name="connsiteY1446" fmla="*/ 777050 h 1371600"/>
                <a:gd name="connsiteX1447" fmla="*/ 328803 w 1628775"/>
                <a:gd name="connsiteY1447" fmla="*/ 778669 h 1371600"/>
                <a:gd name="connsiteX1448" fmla="*/ 328327 w 1628775"/>
                <a:gd name="connsiteY1448" fmla="*/ 780098 h 1371600"/>
                <a:gd name="connsiteX1449" fmla="*/ 328422 w 1628775"/>
                <a:gd name="connsiteY1449" fmla="*/ 782860 h 1371600"/>
                <a:gd name="connsiteX1450" fmla="*/ 323945 w 1628775"/>
                <a:gd name="connsiteY1450" fmla="*/ 836200 h 1371600"/>
                <a:gd name="connsiteX1451" fmla="*/ 324326 w 1628775"/>
                <a:gd name="connsiteY1451" fmla="*/ 836486 h 1371600"/>
                <a:gd name="connsiteX1452" fmla="*/ 324898 w 1628775"/>
                <a:gd name="connsiteY1452" fmla="*/ 836867 h 1371600"/>
                <a:gd name="connsiteX1453" fmla="*/ 325755 w 1628775"/>
                <a:gd name="connsiteY1453" fmla="*/ 837057 h 1371600"/>
                <a:gd name="connsiteX1454" fmla="*/ 326136 w 1628775"/>
                <a:gd name="connsiteY1454" fmla="*/ 836962 h 1371600"/>
                <a:gd name="connsiteX1455" fmla="*/ 326517 w 1628775"/>
                <a:gd name="connsiteY1455" fmla="*/ 836295 h 1371600"/>
                <a:gd name="connsiteX1456" fmla="*/ 327279 w 1628775"/>
                <a:gd name="connsiteY1456" fmla="*/ 835628 h 1371600"/>
                <a:gd name="connsiteX1457" fmla="*/ 327279 w 1628775"/>
                <a:gd name="connsiteY1457" fmla="*/ 835152 h 1371600"/>
                <a:gd name="connsiteX1458" fmla="*/ 326898 w 1628775"/>
                <a:gd name="connsiteY1458" fmla="*/ 834676 h 1371600"/>
                <a:gd name="connsiteX1459" fmla="*/ 326517 w 1628775"/>
                <a:gd name="connsiteY1459" fmla="*/ 833723 h 1371600"/>
                <a:gd name="connsiteX1460" fmla="*/ 326136 w 1628775"/>
                <a:gd name="connsiteY1460" fmla="*/ 833628 h 1371600"/>
                <a:gd name="connsiteX1461" fmla="*/ 325374 w 1628775"/>
                <a:gd name="connsiteY1461" fmla="*/ 834295 h 1371600"/>
                <a:gd name="connsiteX1462" fmla="*/ 324898 w 1628775"/>
                <a:gd name="connsiteY1462" fmla="*/ 834485 h 1371600"/>
                <a:gd name="connsiteX1463" fmla="*/ 324136 w 1628775"/>
                <a:gd name="connsiteY1463" fmla="*/ 834866 h 1371600"/>
                <a:gd name="connsiteX1464" fmla="*/ 323469 w 1628775"/>
                <a:gd name="connsiteY1464" fmla="*/ 835819 h 1371600"/>
                <a:gd name="connsiteX1465" fmla="*/ 323374 w 1628775"/>
                <a:gd name="connsiteY1465" fmla="*/ 836390 h 1371600"/>
                <a:gd name="connsiteX1466" fmla="*/ 323659 w 1628775"/>
                <a:gd name="connsiteY1466" fmla="*/ 836295 h 1371600"/>
                <a:gd name="connsiteX1467" fmla="*/ 323945 w 1628775"/>
                <a:gd name="connsiteY1467" fmla="*/ 836200 h 1371600"/>
                <a:gd name="connsiteX1468" fmla="*/ 342043 w 1628775"/>
                <a:gd name="connsiteY1468" fmla="*/ 985933 h 1371600"/>
                <a:gd name="connsiteX1469" fmla="*/ 342233 w 1628775"/>
                <a:gd name="connsiteY1469" fmla="*/ 985742 h 1371600"/>
                <a:gd name="connsiteX1470" fmla="*/ 342043 w 1628775"/>
                <a:gd name="connsiteY1470" fmla="*/ 985552 h 1371600"/>
                <a:gd name="connsiteX1471" fmla="*/ 341947 w 1628775"/>
                <a:gd name="connsiteY1471" fmla="*/ 985647 h 1371600"/>
                <a:gd name="connsiteX1472" fmla="*/ 342043 w 1628775"/>
                <a:gd name="connsiteY1472" fmla="*/ 985933 h 1371600"/>
                <a:gd name="connsiteX1473" fmla="*/ 333756 w 1628775"/>
                <a:gd name="connsiteY1473" fmla="*/ 767048 h 1371600"/>
                <a:gd name="connsiteX1474" fmla="*/ 334518 w 1628775"/>
                <a:gd name="connsiteY1474" fmla="*/ 767810 h 1371600"/>
                <a:gd name="connsiteX1475" fmla="*/ 334899 w 1628775"/>
                <a:gd name="connsiteY1475" fmla="*/ 767525 h 1371600"/>
                <a:gd name="connsiteX1476" fmla="*/ 334613 w 1628775"/>
                <a:gd name="connsiteY1476" fmla="*/ 766477 h 1371600"/>
                <a:gd name="connsiteX1477" fmla="*/ 335089 w 1628775"/>
                <a:gd name="connsiteY1477" fmla="*/ 765715 h 1371600"/>
                <a:gd name="connsiteX1478" fmla="*/ 335756 w 1628775"/>
                <a:gd name="connsiteY1478" fmla="*/ 765239 h 1371600"/>
                <a:gd name="connsiteX1479" fmla="*/ 335566 w 1628775"/>
                <a:gd name="connsiteY1479" fmla="*/ 766001 h 1371600"/>
                <a:gd name="connsiteX1480" fmla="*/ 335566 w 1628775"/>
                <a:gd name="connsiteY1480" fmla="*/ 766667 h 1371600"/>
                <a:gd name="connsiteX1481" fmla="*/ 335661 w 1628775"/>
                <a:gd name="connsiteY1481" fmla="*/ 767906 h 1371600"/>
                <a:gd name="connsiteX1482" fmla="*/ 336232 w 1628775"/>
                <a:gd name="connsiteY1482" fmla="*/ 767906 h 1371600"/>
                <a:gd name="connsiteX1483" fmla="*/ 337185 w 1628775"/>
                <a:gd name="connsiteY1483" fmla="*/ 766763 h 1371600"/>
                <a:gd name="connsiteX1484" fmla="*/ 337852 w 1628775"/>
                <a:gd name="connsiteY1484" fmla="*/ 767048 h 1371600"/>
                <a:gd name="connsiteX1485" fmla="*/ 337756 w 1628775"/>
                <a:gd name="connsiteY1485" fmla="*/ 768858 h 1371600"/>
                <a:gd name="connsiteX1486" fmla="*/ 336518 w 1628775"/>
                <a:gd name="connsiteY1486" fmla="*/ 768477 h 1371600"/>
                <a:gd name="connsiteX1487" fmla="*/ 335756 w 1628775"/>
                <a:gd name="connsiteY1487" fmla="*/ 769049 h 1371600"/>
                <a:gd name="connsiteX1488" fmla="*/ 336804 w 1628775"/>
                <a:gd name="connsiteY1488" fmla="*/ 770382 h 1371600"/>
                <a:gd name="connsiteX1489" fmla="*/ 337852 w 1628775"/>
                <a:gd name="connsiteY1489" fmla="*/ 770668 h 1371600"/>
                <a:gd name="connsiteX1490" fmla="*/ 339090 w 1628775"/>
                <a:gd name="connsiteY1490" fmla="*/ 770192 h 1371600"/>
                <a:gd name="connsiteX1491" fmla="*/ 339662 w 1628775"/>
                <a:gd name="connsiteY1491" fmla="*/ 769144 h 1371600"/>
                <a:gd name="connsiteX1492" fmla="*/ 340042 w 1628775"/>
                <a:gd name="connsiteY1492" fmla="*/ 768763 h 1371600"/>
                <a:gd name="connsiteX1493" fmla="*/ 340805 w 1628775"/>
                <a:gd name="connsiteY1493" fmla="*/ 768382 h 1371600"/>
                <a:gd name="connsiteX1494" fmla="*/ 341185 w 1628775"/>
                <a:gd name="connsiteY1494" fmla="*/ 767525 h 1371600"/>
                <a:gd name="connsiteX1495" fmla="*/ 340709 w 1628775"/>
                <a:gd name="connsiteY1495" fmla="*/ 767334 h 1371600"/>
                <a:gd name="connsiteX1496" fmla="*/ 340138 w 1628775"/>
                <a:gd name="connsiteY1496" fmla="*/ 766572 h 1371600"/>
                <a:gd name="connsiteX1497" fmla="*/ 339947 w 1628775"/>
                <a:gd name="connsiteY1497" fmla="*/ 765524 h 1371600"/>
                <a:gd name="connsiteX1498" fmla="*/ 340138 w 1628775"/>
                <a:gd name="connsiteY1498" fmla="*/ 765143 h 1371600"/>
                <a:gd name="connsiteX1499" fmla="*/ 340423 w 1628775"/>
                <a:gd name="connsiteY1499" fmla="*/ 764286 h 1371600"/>
                <a:gd name="connsiteX1500" fmla="*/ 340328 w 1628775"/>
                <a:gd name="connsiteY1500" fmla="*/ 763810 h 1371600"/>
                <a:gd name="connsiteX1501" fmla="*/ 339376 w 1628775"/>
                <a:gd name="connsiteY1501" fmla="*/ 764857 h 1371600"/>
                <a:gd name="connsiteX1502" fmla="*/ 338518 w 1628775"/>
                <a:gd name="connsiteY1502" fmla="*/ 765143 h 1371600"/>
                <a:gd name="connsiteX1503" fmla="*/ 338614 w 1628775"/>
                <a:gd name="connsiteY1503" fmla="*/ 764191 h 1371600"/>
                <a:gd name="connsiteX1504" fmla="*/ 339757 w 1628775"/>
                <a:gd name="connsiteY1504" fmla="*/ 763048 h 1371600"/>
                <a:gd name="connsiteX1505" fmla="*/ 339471 w 1628775"/>
                <a:gd name="connsiteY1505" fmla="*/ 761238 h 1371600"/>
                <a:gd name="connsiteX1506" fmla="*/ 340709 w 1628775"/>
                <a:gd name="connsiteY1506" fmla="*/ 759428 h 1371600"/>
                <a:gd name="connsiteX1507" fmla="*/ 342995 w 1628775"/>
                <a:gd name="connsiteY1507" fmla="*/ 757333 h 1371600"/>
                <a:gd name="connsiteX1508" fmla="*/ 343948 w 1628775"/>
                <a:gd name="connsiteY1508" fmla="*/ 754856 h 1371600"/>
                <a:gd name="connsiteX1509" fmla="*/ 344424 w 1628775"/>
                <a:gd name="connsiteY1509" fmla="*/ 753237 h 1371600"/>
                <a:gd name="connsiteX1510" fmla="*/ 344519 w 1628775"/>
                <a:gd name="connsiteY1510" fmla="*/ 752665 h 1371600"/>
                <a:gd name="connsiteX1511" fmla="*/ 344710 w 1628775"/>
                <a:gd name="connsiteY1511" fmla="*/ 752094 h 1371600"/>
                <a:gd name="connsiteX1512" fmla="*/ 343948 w 1628775"/>
                <a:gd name="connsiteY1512" fmla="*/ 751332 h 1371600"/>
                <a:gd name="connsiteX1513" fmla="*/ 343376 w 1628775"/>
                <a:gd name="connsiteY1513" fmla="*/ 750665 h 1371600"/>
                <a:gd name="connsiteX1514" fmla="*/ 343853 w 1628775"/>
                <a:gd name="connsiteY1514" fmla="*/ 750475 h 1371600"/>
                <a:gd name="connsiteX1515" fmla="*/ 344424 w 1628775"/>
                <a:gd name="connsiteY1515" fmla="*/ 750761 h 1371600"/>
                <a:gd name="connsiteX1516" fmla="*/ 344900 w 1628775"/>
                <a:gd name="connsiteY1516" fmla="*/ 750570 h 1371600"/>
                <a:gd name="connsiteX1517" fmla="*/ 345281 w 1628775"/>
                <a:gd name="connsiteY1517" fmla="*/ 749522 h 1371600"/>
                <a:gd name="connsiteX1518" fmla="*/ 345281 w 1628775"/>
                <a:gd name="connsiteY1518" fmla="*/ 748856 h 1371600"/>
                <a:gd name="connsiteX1519" fmla="*/ 344805 w 1628775"/>
                <a:gd name="connsiteY1519" fmla="*/ 748570 h 1371600"/>
                <a:gd name="connsiteX1520" fmla="*/ 344329 w 1628775"/>
                <a:gd name="connsiteY1520" fmla="*/ 748475 h 1371600"/>
                <a:gd name="connsiteX1521" fmla="*/ 344805 w 1628775"/>
                <a:gd name="connsiteY1521" fmla="*/ 748189 h 1371600"/>
                <a:gd name="connsiteX1522" fmla="*/ 345091 w 1628775"/>
                <a:gd name="connsiteY1522" fmla="*/ 747808 h 1371600"/>
                <a:gd name="connsiteX1523" fmla="*/ 345281 w 1628775"/>
                <a:gd name="connsiteY1523" fmla="*/ 746951 h 1371600"/>
                <a:gd name="connsiteX1524" fmla="*/ 344900 w 1628775"/>
                <a:gd name="connsiteY1524" fmla="*/ 746474 h 1371600"/>
                <a:gd name="connsiteX1525" fmla="*/ 344329 w 1628775"/>
                <a:gd name="connsiteY1525" fmla="*/ 745903 h 1371600"/>
                <a:gd name="connsiteX1526" fmla="*/ 344043 w 1628775"/>
                <a:gd name="connsiteY1526" fmla="*/ 745427 h 1371600"/>
                <a:gd name="connsiteX1527" fmla="*/ 343281 w 1628775"/>
                <a:gd name="connsiteY1527" fmla="*/ 745427 h 1371600"/>
                <a:gd name="connsiteX1528" fmla="*/ 342614 w 1628775"/>
                <a:gd name="connsiteY1528" fmla="*/ 745903 h 1371600"/>
                <a:gd name="connsiteX1529" fmla="*/ 341852 w 1628775"/>
                <a:gd name="connsiteY1529" fmla="*/ 745807 h 1371600"/>
                <a:gd name="connsiteX1530" fmla="*/ 341566 w 1628775"/>
                <a:gd name="connsiteY1530" fmla="*/ 746379 h 1371600"/>
                <a:gd name="connsiteX1531" fmla="*/ 341947 w 1628775"/>
                <a:gd name="connsiteY1531" fmla="*/ 746855 h 1371600"/>
                <a:gd name="connsiteX1532" fmla="*/ 341090 w 1628775"/>
                <a:gd name="connsiteY1532" fmla="*/ 747046 h 1371600"/>
                <a:gd name="connsiteX1533" fmla="*/ 340042 w 1628775"/>
                <a:gd name="connsiteY1533" fmla="*/ 748379 h 1371600"/>
                <a:gd name="connsiteX1534" fmla="*/ 339376 w 1628775"/>
                <a:gd name="connsiteY1534" fmla="*/ 748951 h 1371600"/>
                <a:gd name="connsiteX1535" fmla="*/ 338423 w 1628775"/>
                <a:gd name="connsiteY1535" fmla="*/ 748760 h 1371600"/>
                <a:gd name="connsiteX1536" fmla="*/ 337185 w 1628775"/>
                <a:gd name="connsiteY1536" fmla="*/ 748760 h 1371600"/>
                <a:gd name="connsiteX1537" fmla="*/ 336518 w 1628775"/>
                <a:gd name="connsiteY1537" fmla="*/ 748760 h 1371600"/>
                <a:gd name="connsiteX1538" fmla="*/ 335661 w 1628775"/>
                <a:gd name="connsiteY1538" fmla="*/ 751618 h 1371600"/>
                <a:gd name="connsiteX1539" fmla="*/ 335471 w 1628775"/>
                <a:gd name="connsiteY1539" fmla="*/ 752665 h 1371600"/>
                <a:gd name="connsiteX1540" fmla="*/ 334708 w 1628775"/>
                <a:gd name="connsiteY1540" fmla="*/ 753713 h 1371600"/>
                <a:gd name="connsiteX1541" fmla="*/ 334804 w 1628775"/>
                <a:gd name="connsiteY1541" fmla="*/ 754571 h 1371600"/>
                <a:gd name="connsiteX1542" fmla="*/ 335756 w 1628775"/>
                <a:gd name="connsiteY1542" fmla="*/ 754285 h 1371600"/>
                <a:gd name="connsiteX1543" fmla="*/ 336613 w 1628775"/>
                <a:gd name="connsiteY1543" fmla="*/ 755428 h 1371600"/>
                <a:gd name="connsiteX1544" fmla="*/ 336613 w 1628775"/>
                <a:gd name="connsiteY1544" fmla="*/ 755904 h 1371600"/>
                <a:gd name="connsiteX1545" fmla="*/ 335471 w 1628775"/>
                <a:gd name="connsiteY1545" fmla="*/ 756857 h 1371600"/>
                <a:gd name="connsiteX1546" fmla="*/ 334613 w 1628775"/>
                <a:gd name="connsiteY1546" fmla="*/ 758952 h 1371600"/>
                <a:gd name="connsiteX1547" fmla="*/ 333946 w 1628775"/>
                <a:gd name="connsiteY1547" fmla="*/ 760571 h 1371600"/>
                <a:gd name="connsiteX1548" fmla="*/ 334232 w 1628775"/>
                <a:gd name="connsiteY1548" fmla="*/ 761333 h 1371600"/>
                <a:gd name="connsiteX1549" fmla="*/ 334899 w 1628775"/>
                <a:gd name="connsiteY1549" fmla="*/ 761143 h 1371600"/>
                <a:gd name="connsiteX1550" fmla="*/ 335756 w 1628775"/>
                <a:gd name="connsiteY1550" fmla="*/ 760286 h 1371600"/>
                <a:gd name="connsiteX1551" fmla="*/ 335851 w 1628775"/>
                <a:gd name="connsiteY1551" fmla="*/ 760667 h 1371600"/>
                <a:gd name="connsiteX1552" fmla="*/ 335185 w 1628775"/>
                <a:gd name="connsiteY1552" fmla="*/ 761524 h 1371600"/>
                <a:gd name="connsiteX1553" fmla="*/ 334899 w 1628775"/>
                <a:gd name="connsiteY1553" fmla="*/ 762000 h 1371600"/>
                <a:gd name="connsiteX1554" fmla="*/ 334613 w 1628775"/>
                <a:gd name="connsiteY1554" fmla="*/ 761810 h 1371600"/>
                <a:gd name="connsiteX1555" fmla="*/ 334137 w 1628775"/>
                <a:gd name="connsiteY1555" fmla="*/ 761905 h 1371600"/>
                <a:gd name="connsiteX1556" fmla="*/ 333661 w 1628775"/>
                <a:gd name="connsiteY1556" fmla="*/ 762476 h 1371600"/>
                <a:gd name="connsiteX1557" fmla="*/ 333946 w 1628775"/>
                <a:gd name="connsiteY1557" fmla="*/ 763715 h 1371600"/>
                <a:gd name="connsiteX1558" fmla="*/ 333851 w 1628775"/>
                <a:gd name="connsiteY1558" fmla="*/ 766096 h 1371600"/>
                <a:gd name="connsiteX1559" fmla="*/ 333184 w 1628775"/>
                <a:gd name="connsiteY1559" fmla="*/ 766477 h 1371600"/>
                <a:gd name="connsiteX1560" fmla="*/ 331946 w 1628775"/>
                <a:gd name="connsiteY1560" fmla="*/ 766572 h 1371600"/>
                <a:gd name="connsiteX1561" fmla="*/ 331565 w 1628775"/>
                <a:gd name="connsiteY1561" fmla="*/ 767334 h 1371600"/>
                <a:gd name="connsiteX1562" fmla="*/ 332613 w 1628775"/>
                <a:gd name="connsiteY1562" fmla="*/ 767525 h 1371600"/>
                <a:gd name="connsiteX1563" fmla="*/ 333756 w 1628775"/>
                <a:gd name="connsiteY1563" fmla="*/ 767048 h 1371600"/>
                <a:gd name="connsiteX1564" fmla="*/ 975836 w 1628775"/>
                <a:gd name="connsiteY1564" fmla="*/ 1377125 h 1371600"/>
                <a:gd name="connsiteX1565" fmla="*/ 975455 w 1628775"/>
                <a:gd name="connsiteY1565" fmla="*/ 1377410 h 1371600"/>
                <a:gd name="connsiteX1566" fmla="*/ 975645 w 1628775"/>
                <a:gd name="connsiteY1566" fmla="*/ 1377791 h 1371600"/>
                <a:gd name="connsiteX1567" fmla="*/ 976027 w 1628775"/>
                <a:gd name="connsiteY1567" fmla="*/ 1377982 h 1371600"/>
                <a:gd name="connsiteX1568" fmla="*/ 976312 w 1628775"/>
                <a:gd name="connsiteY1568" fmla="*/ 1377887 h 1371600"/>
                <a:gd name="connsiteX1569" fmla="*/ 976503 w 1628775"/>
                <a:gd name="connsiteY1569" fmla="*/ 1377601 h 1371600"/>
                <a:gd name="connsiteX1570" fmla="*/ 976503 w 1628775"/>
                <a:gd name="connsiteY1570" fmla="*/ 1377220 h 1371600"/>
                <a:gd name="connsiteX1571" fmla="*/ 975836 w 1628775"/>
                <a:gd name="connsiteY1571" fmla="*/ 1377125 h 1371600"/>
                <a:gd name="connsiteX1572" fmla="*/ 969931 w 1628775"/>
                <a:gd name="connsiteY1572" fmla="*/ 1344549 h 1371600"/>
                <a:gd name="connsiteX1573" fmla="*/ 968978 w 1628775"/>
                <a:gd name="connsiteY1573" fmla="*/ 1344454 h 1371600"/>
                <a:gd name="connsiteX1574" fmla="*/ 968026 w 1628775"/>
                <a:gd name="connsiteY1574" fmla="*/ 1344549 h 1371600"/>
                <a:gd name="connsiteX1575" fmla="*/ 967359 w 1628775"/>
                <a:gd name="connsiteY1575" fmla="*/ 1344930 h 1371600"/>
                <a:gd name="connsiteX1576" fmla="*/ 966978 w 1628775"/>
                <a:gd name="connsiteY1576" fmla="*/ 1345597 h 1371600"/>
                <a:gd name="connsiteX1577" fmla="*/ 966787 w 1628775"/>
                <a:gd name="connsiteY1577" fmla="*/ 1346359 h 1371600"/>
                <a:gd name="connsiteX1578" fmla="*/ 966787 w 1628775"/>
                <a:gd name="connsiteY1578" fmla="*/ 1348264 h 1371600"/>
                <a:gd name="connsiteX1579" fmla="*/ 967454 w 1628775"/>
                <a:gd name="connsiteY1579" fmla="*/ 1347883 h 1371600"/>
                <a:gd name="connsiteX1580" fmla="*/ 968407 w 1628775"/>
                <a:gd name="connsiteY1580" fmla="*/ 1346454 h 1371600"/>
                <a:gd name="connsiteX1581" fmla="*/ 968978 w 1628775"/>
                <a:gd name="connsiteY1581" fmla="*/ 1345883 h 1371600"/>
                <a:gd name="connsiteX1582" fmla="*/ 969645 w 1628775"/>
                <a:gd name="connsiteY1582" fmla="*/ 1345692 h 1371600"/>
                <a:gd name="connsiteX1583" fmla="*/ 970407 w 1628775"/>
                <a:gd name="connsiteY1583" fmla="*/ 1345597 h 1371600"/>
                <a:gd name="connsiteX1584" fmla="*/ 970883 w 1628775"/>
                <a:gd name="connsiteY1584" fmla="*/ 1345311 h 1371600"/>
                <a:gd name="connsiteX1585" fmla="*/ 970502 w 1628775"/>
                <a:gd name="connsiteY1585" fmla="*/ 1344644 h 1371600"/>
                <a:gd name="connsiteX1586" fmla="*/ 969931 w 1628775"/>
                <a:gd name="connsiteY1586" fmla="*/ 1344549 h 1371600"/>
                <a:gd name="connsiteX1587" fmla="*/ 944689 w 1628775"/>
                <a:gd name="connsiteY1587" fmla="*/ 1202150 h 1371600"/>
                <a:gd name="connsiteX1588" fmla="*/ 944785 w 1628775"/>
                <a:gd name="connsiteY1588" fmla="*/ 1203103 h 1371600"/>
                <a:gd name="connsiteX1589" fmla="*/ 945261 w 1628775"/>
                <a:gd name="connsiteY1589" fmla="*/ 1202246 h 1371600"/>
                <a:gd name="connsiteX1590" fmla="*/ 945071 w 1628775"/>
                <a:gd name="connsiteY1590" fmla="*/ 1201960 h 1371600"/>
                <a:gd name="connsiteX1591" fmla="*/ 944689 w 1628775"/>
                <a:gd name="connsiteY1591" fmla="*/ 1202150 h 1371600"/>
                <a:gd name="connsiteX1592" fmla="*/ 967454 w 1628775"/>
                <a:gd name="connsiteY1592" fmla="*/ 1307402 h 1371600"/>
                <a:gd name="connsiteX1593" fmla="*/ 967359 w 1628775"/>
                <a:gd name="connsiteY1593" fmla="*/ 1306830 h 1371600"/>
                <a:gd name="connsiteX1594" fmla="*/ 966883 w 1628775"/>
                <a:gd name="connsiteY1594" fmla="*/ 1306449 h 1371600"/>
                <a:gd name="connsiteX1595" fmla="*/ 966216 w 1628775"/>
                <a:gd name="connsiteY1595" fmla="*/ 1306544 h 1371600"/>
                <a:gd name="connsiteX1596" fmla="*/ 966026 w 1628775"/>
                <a:gd name="connsiteY1596" fmla="*/ 1307211 h 1371600"/>
                <a:gd name="connsiteX1597" fmla="*/ 966216 w 1628775"/>
                <a:gd name="connsiteY1597" fmla="*/ 1307973 h 1371600"/>
                <a:gd name="connsiteX1598" fmla="*/ 966883 w 1628775"/>
                <a:gd name="connsiteY1598" fmla="*/ 1308545 h 1371600"/>
                <a:gd name="connsiteX1599" fmla="*/ 967264 w 1628775"/>
                <a:gd name="connsiteY1599" fmla="*/ 1308164 h 1371600"/>
                <a:gd name="connsiteX1600" fmla="*/ 967454 w 1628775"/>
                <a:gd name="connsiteY1600" fmla="*/ 1307402 h 1371600"/>
                <a:gd name="connsiteX1601" fmla="*/ 1007745 w 1628775"/>
                <a:gd name="connsiteY1601" fmla="*/ 425196 h 1371600"/>
                <a:gd name="connsiteX1602" fmla="*/ 1007459 w 1628775"/>
                <a:gd name="connsiteY1602" fmla="*/ 425006 h 1371600"/>
                <a:gd name="connsiteX1603" fmla="*/ 1005935 w 1628775"/>
                <a:gd name="connsiteY1603" fmla="*/ 423577 h 1371600"/>
                <a:gd name="connsiteX1604" fmla="*/ 1005745 w 1628775"/>
                <a:gd name="connsiteY1604" fmla="*/ 422815 h 1371600"/>
                <a:gd name="connsiteX1605" fmla="*/ 1006221 w 1628775"/>
                <a:gd name="connsiteY1605" fmla="*/ 421672 h 1371600"/>
                <a:gd name="connsiteX1606" fmla="*/ 1005935 w 1628775"/>
                <a:gd name="connsiteY1606" fmla="*/ 421291 h 1371600"/>
                <a:gd name="connsiteX1607" fmla="*/ 1005840 w 1628775"/>
                <a:gd name="connsiteY1607" fmla="*/ 420910 h 1371600"/>
                <a:gd name="connsiteX1608" fmla="*/ 1005935 w 1628775"/>
                <a:gd name="connsiteY1608" fmla="*/ 420434 h 1371600"/>
                <a:gd name="connsiteX1609" fmla="*/ 1006221 w 1628775"/>
                <a:gd name="connsiteY1609" fmla="*/ 419767 h 1371600"/>
                <a:gd name="connsiteX1610" fmla="*/ 1004983 w 1628775"/>
                <a:gd name="connsiteY1610" fmla="*/ 419957 h 1371600"/>
                <a:gd name="connsiteX1611" fmla="*/ 1002601 w 1628775"/>
                <a:gd name="connsiteY1611" fmla="*/ 422529 h 1371600"/>
                <a:gd name="connsiteX1612" fmla="*/ 1002316 w 1628775"/>
                <a:gd name="connsiteY1612" fmla="*/ 421672 h 1371600"/>
                <a:gd name="connsiteX1613" fmla="*/ 1002506 w 1628775"/>
                <a:gd name="connsiteY1613" fmla="*/ 420719 h 1371600"/>
                <a:gd name="connsiteX1614" fmla="*/ 1003173 w 1628775"/>
                <a:gd name="connsiteY1614" fmla="*/ 419195 h 1371600"/>
                <a:gd name="connsiteX1615" fmla="*/ 1003268 w 1628775"/>
                <a:gd name="connsiteY1615" fmla="*/ 418148 h 1371600"/>
                <a:gd name="connsiteX1616" fmla="*/ 1003459 w 1628775"/>
                <a:gd name="connsiteY1616" fmla="*/ 415100 h 1371600"/>
                <a:gd name="connsiteX1617" fmla="*/ 1003840 w 1628775"/>
                <a:gd name="connsiteY1617" fmla="*/ 413480 h 1371600"/>
                <a:gd name="connsiteX1618" fmla="*/ 1003935 w 1628775"/>
                <a:gd name="connsiteY1618" fmla="*/ 413194 h 1371600"/>
                <a:gd name="connsiteX1619" fmla="*/ 1004506 w 1628775"/>
                <a:gd name="connsiteY1619" fmla="*/ 412528 h 1371600"/>
                <a:gd name="connsiteX1620" fmla="*/ 1004697 w 1628775"/>
                <a:gd name="connsiteY1620" fmla="*/ 411956 h 1371600"/>
                <a:gd name="connsiteX1621" fmla="*/ 1004602 w 1628775"/>
                <a:gd name="connsiteY1621" fmla="*/ 411480 h 1371600"/>
                <a:gd name="connsiteX1622" fmla="*/ 1004411 w 1628775"/>
                <a:gd name="connsiteY1622" fmla="*/ 411004 h 1371600"/>
                <a:gd name="connsiteX1623" fmla="*/ 1004411 w 1628775"/>
                <a:gd name="connsiteY1623" fmla="*/ 410623 h 1371600"/>
                <a:gd name="connsiteX1624" fmla="*/ 1004316 w 1628775"/>
                <a:gd name="connsiteY1624" fmla="*/ 410242 h 1371600"/>
                <a:gd name="connsiteX1625" fmla="*/ 1003077 w 1628775"/>
                <a:gd name="connsiteY1625" fmla="*/ 406051 h 1371600"/>
                <a:gd name="connsiteX1626" fmla="*/ 1002887 w 1628775"/>
                <a:gd name="connsiteY1626" fmla="*/ 405194 h 1371600"/>
                <a:gd name="connsiteX1627" fmla="*/ 1002697 w 1628775"/>
                <a:gd name="connsiteY1627" fmla="*/ 403098 h 1371600"/>
                <a:gd name="connsiteX1628" fmla="*/ 1002411 w 1628775"/>
                <a:gd name="connsiteY1628" fmla="*/ 402527 h 1371600"/>
                <a:gd name="connsiteX1629" fmla="*/ 1002030 w 1628775"/>
                <a:gd name="connsiteY1629" fmla="*/ 402050 h 1371600"/>
                <a:gd name="connsiteX1630" fmla="*/ 1001649 w 1628775"/>
                <a:gd name="connsiteY1630" fmla="*/ 401479 h 1371600"/>
                <a:gd name="connsiteX1631" fmla="*/ 1001078 w 1628775"/>
                <a:gd name="connsiteY1631" fmla="*/ 400240 h 1371600"/>
                <a:gd name="connsiteX1632" fmla="*/ 1001268 w 1628775"/>
                <a:gd name="connsiteY1632" fmla="*/ 399764 h 1371600"/>
                <a:gd name="connsiteX1633" fmla="*/ 1001839 w 1628775"/>
                <a:gd name="connsiteY1633" fmla="*/ 398907 h 1371600"/>
                <a:gd name="connsiteX1634" fmla="*/ 1002125 w 1628775"/>
                <a:gd name="connsiteY1634" fmla="*/ 398240 h 1371600"/>
                <a:gd name="connsiteX1635" fmla="*/ 1002030 w 1628775"/>
                <a:gd name="connsiteY1635" fmla="*/ 397478 h 1371600"/>
                <a:gd name="connsiteX1636" fmla="*/ 1001839 w 1628775"/>
                <a:gd name="connsiteY1636" fmla="*/ 396716 h 1371600"/>
                <a:gd name="connsiteX1637" fmla="*/ 1001649 w 1628775"/>
                <a:gd name="connsiteY1637" fmla="*/ 395383 h 1371600"/>
                <a:gd name="connsiteX1638" fmla="*/ 1001173 w 1628775"/>
                <a:gd name="connsiteY1638" fmla="*/ 395002 h 1371600"/>
                <a:gd name="connsiteX1639" fmla="*/ 1000601 w 1628775"/>
                <a:gd name="connsiteY1639" fmla="*/ 394811 h 1371600"/>
                <a:gd name="connsiteX1640" fmla="*/ 1000030 w 1628775"/>
                <a:gd name="connsiteY1640" fmla="*/ 394526 h 1371600"/>
                <a:gd name="connsiteX1641" fmla="*/ 996601 w 1628775"/>
                <a:gd name="connsiteY1641" fmla="*/ 391382 h 1371600"/>
                <a:gd name="connsiteX1642" fmla="*/ 995934 w 1628775"/>
                <a:gd name="connsiteY1642" fmla="*/ 390335 h 1371600"/>
                <a:gd name="connsiteX1643" fmla="*/ 995648 w 1628775"/>
                <a:gd name="connsiteY1643" fmla="*/ 388715 h 1371600"/>
                <a:gd name="connsiteX1644" fmla="*/ 996124 w 1628775"/>
                <a:gd name="connsiteY1644" fmla="*/ 387287 h 1371600"/>
                <a:gd name="connsiteX1645" fmla="*/ 997077 w 1628775"/>
                <a:gd name="connsiteY1645" fmla="*/ 386429 h 1371600"/>
                <a:gd name="connsiteX1646" fmla="*/ 997649 w 1628775"/>
                <a:gd name="connsiteY1646" fmla="*/ 385572 h 1371600"/>
                <a:gd name="connsiteX1647" fmla="*/ 996982 w 1628775"/>
                <a:gd name="connsiteY1647" fmla="*/ 384143 h 1371600"/>
                <a:gd name="connsiteX1648" fmla="*/ 996315 w 1628775"/>
                <a:gd name="connsiteY1648" fmla="*/ 383667 h 1371600"/>
                <a:gd name="connsiteX1649" fmla="*/ 994886 w 1628775"/>
                <a:gd name="connsiteY1649" fmla="*/ 383096 h 1371600"/>
                <a:gd name="connsiteX1650" fmla="*/ 994219 w 1628775"/>
                <a:gd name="connsiteY1650" fmla="*/ 382524 h 1371600"/>
                <a:gd name="connsiteX1651" fmla="*/ 994029 w 1628775"/>
                <a:gd name="connsiteY1651" fmla="*/ 381857 h 1371600"/>
                <a:gd name="connsiteX1652" fmla="*/ 994315 w 1628775"/>
                <a:gd name="connsiteY1652" fmla="*/ 381191 h 1371600"/>
                <a:gd name="connsiteX1653" fmla="*/ 994791 w 1628775"/>
                <a:gd name="connsiteY1653" fmla="*/ 380619 h 1371600"/>
                <a:gd name="connsiteX1654" fmla="*/ 995267 w 1628775"/>
                <a:gd name="connsiteY1654" fmla="*/ 380429 h 1371600"/>
                <a:gd name="connsiteX1655" fmla="*/ 995648 w 1628775"/>
                <a:gd name="connsiteY1655" fmla="*/ 379667 h 1371600"/>
                <a:gd name="connsiteX1656" fmla="*/ 995077 w 1628775"/>
                <a:gd name="connsiteY1656" fmla="*/ 377952 h 1371600"/>
                <a:gd name="connsiteX1657" fmla="*/ 993648 w 1628775"/>
                <a:gd name="connsiteY1657" fmla="*/ 375285 h 1371600"/>
                <a:gd name="connsiteX1658" fmla="*/ 992696 w 1628775"/>
                <a:gd name="connsiteY1658" fmla="*/ 374142 h 1371600"/>
                <a:gd name="connsiteX1659" fmla="*/ 992314 w 1628775"/>
                <a:gd name="connsiteY1659" fmla="*/ 373571 h 1371600"/>
                <a:gd name="connsiteX1660" fmla="*/ 992124 w 1628775"/>
                <a:gd name="connsiteY1660" fmla="*/ 372713 h 1371600"/>
                <a:gd name="connsiteX1661" fmla="*/ 991933 w 1628775"/>
                <a:gd name="connsiteY1661" fmla="*/ 372237 h 1371600"/>
                <a:gd name="connsiteX1662" fmla="*/ 991171 w 1628775"/>
                <a:gd name="connsiteY1662" fmla="*/ 370523 h 1371600"/>
                <a:gd name="connsiteX1663" fmla="*/ 990886 w 1628775"/>
                <a:gd name="connsiteY1663" fmla="*/ 369761 h 1371600"/>
                <a:gd name="connsiteX1664" fmla="*/ 990410 w 1628775"/>
                <a:gd name="connsiteY1664" fmla="*/ 368808 h 1371600"/>
                <a:gd name="connsiteX1665" fmla="*/ 989457 w 1628775"/>
                <a:gd name="connsiteY1665" fmla="*/ 368141 h 1371600"/>
                <a:gd name="connsiteX1666" fmla="*/ 989076 w 1628775"/>
                <a:gd name="connsiteY1666" fmla="*/ 366808 h 1371600"/>
                <a:gd name="connsiteX1667" fmla="*/ 987552 w 1628775"/>
                <a:gd name="connsiteY1667" fmla="*/ 364808 h 1371600"/>
                <a:gd name="connsiteX1668" fmla="*/ 987076 w 1628775"/>
                <a:gd name="connsiteY1668" fmla="*/ 364236 h 1371600"/>
                <a:gd name="connsiteX1669" fmla="*/ 984027 w 1628775"/>
                <a:gd name="connsiteY1669" fmla="*/ 360807 h 1371600"/>
                <a:gd name="connsiteX1670" fmla="*/ 982218 w 1628775"/>
                <a:gd name="connsiteY1670" fmla="*/ 359378 h 1371600"/>
                <a:gd name="connsiteX1671" fmla="*/ 981837 w 1628775"/>
                <a:gd name="connsiteY1671" fmla="*/ 358616 h 1371600"/>
                <a:gd name="connsiteX1672" fmla="*/ 981456 w 1628775"/>
                <a:gd name="connsiteY1672" fmla="*/ 357950 h 1371600"/>
                <a:gd name="connsiteX1673" fmla="*/ 980599 w 1628775"/>
                <a:gd name="connsiteY1673" fmla="*/ 358140 h 1371600"/>
                <a:gd name="connsiteX1674" fmla="*/ 980027 w 1628775"/>
                <a:gd name="connsiteY1674" fmla="*/ 358712 h 1371600"/>
                <a:gd name="connsiteX1675" fmla="*/ 979170 w 1628775"/>
                <a:gd name="connsiteY1675" fmla="*/ 358712 h 1371600"/>
                <a:gd name="connsiteX1676" fmla="*/ 978503 w 1628775"/>
                <a:gd name="connsiteY1676" fmla="*/ 358235 h 1371600"/>
                <a:gd name="connsiteX1677" fmla="*/ 976979 w 1628775"/>
                <a:gd name="connsiteY1677" fmla="*/ 356521 h 1371600"/>
                <a:gd name="connsiteX1678" fmla="*/ 976503 w 1628775"/>
                <a:gd name="connsiteY1678" fmla="*/ 355759 h 1371600"/>
                <a:gd name="connsiteX1679" fmla="*/ 975836 w 1628775"/>
                <a:gd name="connsiteY1679" fmla="*/ 354425 h 1371600"/>
                <a:gd name="connsiteX1680" fmla="*/ 974122 w 1628775"/>
                <a:gd name="connsiteY1680" fmla="*/ 349091 h 1371600"/>
                <a:gd name="connsiteX1681" fmla="*/ 973360 w 1628775"/>
                <a:gd name="connsiteY1681" fmla="*/ 345281 h 1371600"/>
                <a:gd name="connsiteX1682" fmla="*/ 972407 w 1628775"/>
                <a:gd name="connsiteY1682" fmla="*/ 338995 h 1371600"/>
                <a:gd name="connsiteX1683" fmla="*/ 971740 w 1628775"/>
                <a:gd name="connsiteY1683" fmla="*/ 331756 h 1371600"/>
                <a:gd name="connsiteX1684" fmla="*/ 971550 w 1628775"/>
                <a:gd name="connsiteY1684" fmla="*/ 330899 h 1371600"/>
                <a:gd name="connsiteX1685" fmla="*/ 971455 w 1628775"/>
                <a:gd name="connsiteY1685" fmla="*/ 327851 h 1371600"/>
                <a:gd name="connsiteX1686" fmla="*/ 971360 w 1628775"/>
                <a:gd name="connsiteY1686" fmla="*/ 324136 h 1371600"/>
                <a:gd name="connsiteX1687" fmla="*/ 971931 w 1628775"/>
                <a:gd name="connsiteY1687" fmla="*/ 319850 h 1371600"/>
                <a:gd name="connsiteX1688" fmla="*/ 971836 w 1628775"/>
                <a:gd name="connsiteY1688" fmla="*/ 319088 h 1371600"/>
                <a:gd name="connsiteX1689" fmla="*/ 971836 w 1628775"/>
                <a:gd name="connsiteY1689" fmla="*/ 318135 h 1371600"/>
                <a:gd name="connsiteX1690" fmla="*/ 972026 w 1628775"/>
                <a:gd name="connsiteY1690" fmla="*/ 317373 h 1371600"/>
                <a:gd name="connsiteX1691" fmla="*/ 971836 w 1628775"/>
                <a:gd name="connsiteY1691" fmla="*/ 316706 h 1371600"/>
                <a:gd name="connsiteX1692" fmla="*/ 971645 w 1628775"/>
                <a:gd name="connsiteY1692" fmla="*/ 315087 h 1371600"/>
                <a:gd name="connsiteX1693" fmla="*/ 972312 w 1628775"/>
                <a:gd name="connsiteY1693" fmla="*/ 310896 h 1371600"/>
                <a:gd name="connsiteX1694" fmla="*/ 972312 w 1628775"/>
                <a:gd name="connsiteY1694" fmla="*/ 310229 h 1371600"/>
                <a:gd name="connsiteX1695" fmla="*/ 972598 w 1628775"/>
                <a:gd name="connsiteY1695" fmla="*/ 308420 h 1371600"/>
                <a:gd name="connsiteX1696" fmla="*/ 973360 w 1628775"/>
                <a:gd name="connsiteY1696" fmla="*/ 304514 h 1371600"/>
                <a:gd name="connsiteX1697" fmla="*/ 973741 w 1628775"/>
                <a:gd name="connsiteY1697" fmla="*/ 303276 h 1371600"/>
                <a:gd name="connsiteX1698" fmla="*/ 974122 w 1628775"/>
                <a:gd name="connsiteY1698" fmla="*/ 301752 h 1371600"/>
                <a:gd name="connsiteX1699" fmla="*/ 974408 w 1628775"/>
                <a:gd name="connsiteY1699" fmla="*/ 300704 h 1371600"/>
                <a:gd name="connsiteX1700" fmla="*/ 975074 w 1628775"/>
                <a:gd name="connsiteY1700" fmla="*/ 299942 h 1371600"/>
                <a:gd name="connsiteX1701" fmla="*/ 975169 w 1628775"/>
                <a:gd name="connsiteY1701" fmla="*/ 299180 h 1371600"/>
                <a:gd name="connsiteX1702" fmla="*/ 974979 w 1628775"/>
                <a:gd name="connsiteY1702" fmla="*/ 298895 h 1371600"/>
                <a:gd name="connsiteX1703" fmla="*/ 974884 w 1628775"/>
                <a:gd name="connsiteY1703" fmla="*/ 298609 h 1371600"/>
                <a:gd name="connsiteX1704" fmla="*/ 975265 w 1628775"/>
                <a:gd name="connsiteY1704" fmla="*/ 298323 h 1371600"/>
                <a:gd name="connsiteX1705" fmla="*/ 975360 w 1628775"/>
                <a:gd name="connsiteY1705" fmla="*/ 298133 h 1371600"/>
                <a:gd name="connsiteX1706" fmla="*/ 975169 w 1628775"/>
                <a:gd name="connsiteY1706" fmla="*/ 297466 h 1371600"/>
                <a:gd name="connsiteX1707" fmla="*/ 975551 w 1628775"/>
                <a:gd name="connsiteY1707" fmla="*/ 297085 h 1371600"/>
                <a:gd name="connsiteX1708" fmla="*/ 975360 w 1628775"/>
                <a:gd name="connsiteY1708" fmla="*/ 296609 h 1371600"/>
                <a:gd name="connsiteX1709" fmla="*/ 975169 w 1628775"/>
                <a:gd name="connsiteY1709" fmla="*/ 296323 h 1371600"/>
                <a:gd name="connsiteX1710" fmla="*/ 974502 w 1628775"/>
                <a:gd name="connsiteY1710" fmla="*/ 297180 h 1371600"/>
                <a:gd name="connsiteX1711" fmla="*/ 973646 w 1628775"/>
                <a:gd name="connsiteY1711" fmla="*/ 298037 h 1371600"/>
                <a:gd name="connsiteX1712" fmla="*/ 972503 w 1628775"/>
                <a:gd name="connsiteY1712" fmla="*/ 299180 h 1371600"/>
                <a:gd name="connsiteX1713" fmla="*/ 970978 w 1628775"/>
                <a:gd name="connsiteY1713" fmla="*/ 300419 h 1371600"/>
                <a:gd name="connsiteX1714" fmla="*/ 969264 w 1628775"/>
                <a:gd name="connsiteY1714" fmla="*/ 301276 h 1371600"/>
                <a:gd name="connsiteX1715" fmla="*/ 967645 w 1628775"/>
                <a:gd name="connsiteY1715" fmla="*/ 301752 h 1371600"/>
                <a:gd name="connsiteX1716" fmla="*/ 965454 w 1628775"/>
                <a:gd name="connsiteY1716" fmla="*/ 301752 h 1371600"/>
                <a:gd name="connsiteX1717" fmla="*/ 963358 w 1628775"/>
                <a:gd name="connsiteY1717" fmla="*/ 300704 h 1371600"/>
                <a:gd name="connsiteX1718" fmla="*/ 961168 w 1628775"/>
                <a:gd name="connsiteY1718" fmla="*/ 299371 h 1371600"/>
                <a:gd name="connsiteX1719" fmla="*/ 960596 w 1628775"/>
                <a:gd name="connsiteY1719" fmla="*/ 298609 h 1371600"/>
                <a:gd name="connsiteX1720" fmla="*/ 960406 w 1628775"/>
                <a:gd name="connsiteY1720" fmla="*/ 298037 h 1371600"/>
                <a:gd name="connsiteX1721" fmla="*/ 959358 w 1628775"/>
                <a:gd name="connsiteY1721" fmla="*/ 297275 h 1371600"/>
                <a:gd name="connsiteX1722" fmla="*/ 958501 w 1628775"/>
                <a:gd name="connsiteY1722" fmla="*/ 296132 h 1371600"/>
                <a:gd name="connsiteX1723" fmla="*/ 956691 w 1628775"/>
                <a:gd name="connsiteY1723" fmla="*/ 293942 h 1371600"/>
                <a:gd name="connsiteX1724" fmla="*/ 954500 w 1628775"/>
                <a:gd name="connsiteY1724" fmla="*/ 292703 h 1371600"/>
                <a:gd name="connsiteX1725" fmla="*/ 952214 w 1628775"/>
                <a:gd name="connsiteY1725" fmla="*/ 292513 h 1371600"/>
                <a:gd name="connsiteX1726" fmla="*/ 951261 w 1628775"/>
                <a:gd name="connsiteY1726" fmla="*/ 292322 h 1371600"/>
                <a:gd name="connsiteX1727" fmla="*/ 950690 w 1628775"/>
                <a:gd name="connsiteY1727" fmla="*/ 292037 h 1371600"/>
                <a:gd name="connsiteX1728" fmla="*/ 949928 w 1628775"/>
                <a:gd name="connsiteY1728" fmla="*/ 291560 h 1371600"/>
                <a:gd name="connsiteX1729" fmla="*/ 949166 w 1628775"/>
                <a:gd name="connsiteY1729" fmla="*/ 290798 h 1371600"/>
                <a:gd name="connsiteX1730" fmla="*/ 948404 w 1628775"/>
                <a:gd name="connsiteY1730" fmla="*/ 289941 h 1371600"/>
                <a:gd name="connsiteX1731" fmla="*/ 947166 w 1628775"/>
                <a:gd name="connsiteY1731" fmla="*/ 289179 h 1371600"/>
                <a:gd name="connsiteX1732" fmla="*/ 946499 w 1628775"/>
                <a:gd name="connsiteY1732" fmla="*/ 288227 h 1371600"/>
                <a:gd name="connsiteX1733" fmla="*/ 946118 w 1628775"/>
                <a:gd name="connsiteY1733" fmla="*/ 288798 h 1371600"/>
                <a:gd name="connsiteX1734" fmla="*/ 945927 w 1628775"/>
                <a:gd name="connsiteY1734" fmla="*/ 289560 h 1371600"/>
                <a:gd name="connsiteX1735" fmla="*/ 945737 w 1628775"/>
                <a:gd name="connsiteY1735" fmla="*/ 289846 h 1371600"/>
                <a:gd name="connsiteX1736" fmla="*/ 946118 w 1628775"/>
                <a:gd name="connsiteY1736" fmla="*/ 290608 h 1371600"/>
                <a:gd name="connsiteX1737" fmla="*/ 946213 w 1628775"/>
                <a:gd name="connsiteY1737" fmla="*/ 291465 h 1371600"/>
                <a:gd name="connsiteX1738" fmla="*/ 945927 w 1628775"/>
                <a:gd name="connsiteY1738" fmla="*/ 292894 h 1371600"/>
                <a:gd name="connsiteX1739" fmla="*/ 945737 w 1628775"/>
                <a:gd name="connsiteY1739" fmla="*/ 293275 h 1371600"/>
                <a:gd name="connsiteX1740" fmla="*/ 944975 w 1628775"/>
                <a:gd name="connsiteY1740" fmla="*/ 293846 h 1371600"/>
                <a:gd name="connsiteX1741" fmla="*/ 943356 w 1628775"/>
                <a:gd name="connsiteY1741" fmla="*/ 296418 h 1371600"/>
                <a:gd name="connsiteX1742" fmla="*/ 942499 w 1628775"/>
                <a:gd name="connsiteY1742" fmla="*/ 297275 h 1371600"/>
                <a:gd name="connsiteX1743" fmla="*/ 942022 w 1628775"/>
                <a:gd name="connsiteY1743" fmla="*/ 299466 h 1371600"/>
                <a:gd name="connsiteX1744" fmla="*/ 941832 w 1628775"/>
                <a:gd name="connsiteY1744" fmla="*/ 301085 h 1371600"/>
                <a:gd name="connsiteX1745" fmla="*/ 941356 w 1628775"/>
                <a:gd name="connsiteY1745" fmla="*/ 302990 h 1371600"/>
                <a:gd name="connsiteX1746" fmla="*/ 940689 w 1628775"/>
                <a:gd name="connsiteY1746" fmla="*/ 303562 h 1371600"/>
                <a:gd name="connsiteX1747" fmla="*/ 940689 w 1628775"/>
                <a:gd name="connsiteY1747" fmla="*/ 304133 h 1371600"/>
                <a:gd name="connsiteX1748" fmla="*/ 940499 w 1628775"/>
                <a:gd name="connsiteY1748" fmla="*/ 305372 h 1371600"/>
                <a:gd name="connsiteX1749" fmla="*/ 940213 w 1628775"/>
                <a:gd name="connsiteY1749" fmla="*/ 307086 h 1371600"/>
                <a:gd name="connsiteX1750" fmla="*/ 939546 w 1628775"/>
                <a:gd name="connsiteY1750" fmla="*/ 308896 h 1371600"/>
                <a:gd name="connsiteX1751" fmla="*/ 939737 w 1628775"/>
                <a:gd name="connsiteY1751" fmla="*/ 310039 h 1371600"/>
                <a:gd name="connsiteX1752" fmla="*/ 939355 w 1628775"/>
                <a:gd name="connsiteY1752" fmla="*/ 312039 h 1371600"/>
                <a:gd name="connsiteX1753" fmla="*/ 938689 w 1628775"/>
                <a:gd name="connsiteY1753" fmla="*/ 312801 h 1371600"/>
                <a:gd name="connsiteX1754" fmla="*/ 938689 w 1628775"/>
                <a:gd name="connsiteY1754" fmla="*/ 313563 h 1371600"/>
                <a:gd name="connsiteX1755" fmla="*/ 938689 w 1628775"/>
                <a:gd name="connsiteY1755" fmla="*/ 316325 h 1371600"/>
                <a:gd name="connsiteX1756" fmla="*/ 940403 w 1628775"/>
                <a:gd name="connsiteY1756" fmla="*/ 317468 h 1371600"/>
                <a:gd name="connsiteX1757" fmla="*/ 941260 w 1628775"/>
                <a:gd name="connsiteY1757" fmla="*/ 317468 h 1371600"/>
                <a:gd name="connsiteX1758" fmla="*/ 942022 w 1628775"/>
                <a:gd name="connsiteY1758" fmla="*/ 316230 h 1371600"/>
                <a:gd name="connsiteX1759" fmla="*/ 943832 w 1628775"/>
                <a:gd name="connsiteY1759" fmla="*/ 314992 h 1371600"/>
                <a:gd name="connsiteX1760" fmla="*/ 944499 w 1628775"/>
                <a:gd name="connsiteY1760" fmla="*/ 314801 h 1371600"/>
                <a:gd name="connsiteX1761" fmla="*/ 945261 w 1628775"/>
                <a:gd name="connsiteY1761" fmla="*/ 314992 h 1371600"/>
                <a:gd name="connsiteX1762" fmla="*/ 946118 w 1628775"/>
                <a:gd name="connsiteY1762" fmla="*/ 314325 h 1371600"/>
                <a:gd name="connsiteX1763" fmla="*/ 948119 w 1628775"/>
                <a:gd name="connsiteY1763" fmla="*/ 314325 h 1371600"/>
                <a:gd name="connsiteX1764" fmla="*/ 948976 w 1628775"/>
                <a:gd name="connsiteY1764" fmla="*/ 313182 h 1371600"/>
                <a:gd name="connsiteX1765" fmla="*/ 949738 w 1628775"/>
                <a:gd name="connsiteY1765" fmla="*/ 312706 h 1371600"/>
                <a:gd name="connsiteX1766" fmla="*/ 950500 w 1628775"/>
                <a:gd name="connsiteY1766" fmla="*/ 312896 h 1371600"/>
                <a:gd name="connsiteX1767" fmla="*/ 951261 w 1628775"/>
                <a:gd name="connsiteY1767" fmla="*/ 312706 h 1371600"/>
                <a:gd name="connsiteX1768" fmla="*/ 952786 w 1628775"/>
                <a:gd name="connsiteY1768" fmla="*/ 313373 h 1371600"/>
                <a:gd name="connsiteX1769" fmla="*/ 954024 w 1628775"/>
                <a:gd name="connsiteY1769" fmla="*/ 313563 h 1371600"/>
                <a:gd name="connsiteX1770" fmla="*/ 954786 w 1628775"/>
                <a:gd name="connsiteY1770" fmla="*/ 312611 h 1371600"/>
                <a:gd name="connsiteX1771" fmla="*/ 955929 w 1628775"/>
                <a:gd name="connsiteY1771" fmla="*/ 311658 h 1371600"/>
                <a:gd name="connsiteX1772" fmla="*/ 956881 w 1628775"/>
                <a:gd name="connsiteY1772" fmla="*/ 311372 h 1371600"/>
                <a:gd name="connsiteX1773" fmla="*/ 958596 w 1628775"/>
                <a:gd name="connsiteY1773" fmla="*/ 309848 h 1371600"/>
                <a:gd name="connsiteX1774" fmla="*/ 959167 w 1628775"/>
                <a:gd name="connsiteY1774" fmla="*/ 308991 h 1371600"/>
                <a:gd name="connsiteX1775" fmla="*/ 959263 w 1628775"/>
                <a:gd name="connsiteY1775" fmla="*/ 308610 h 1371600"/>
                <a:gd name="connsiteX1776" fmla="*/ 959263 w 1628775"/>
                <a:gd name="connsiteY1776" fmla="*/ 308324 h 1371600"/>
                <a:gd name="connsiteX1777" fmla="*/ 959072 w 1628775"/>
                <a:gd name="connsiteY1777" fmla="*/ 308420 h 1371600"/>
                <a:gd name="connsiteX1778" fmla="*/ 958691 w 1628775"/>
                <a:gd name="connsiteY1778" fmla="*/ 308801 h 1371600"/>
                <a:gd name="connsiteX1779" fmla="*/ 958405 w 1628775"/>
                <a:gd name="connsiteY1779" fmla="*/ 309277 h 1371600"/>
                <a:gd name="connsiteX1780" fmla="*/ 958024 w 1628775"/>
                <a:gd name="connsiteY1780" fmla="*/ 309182 h 1371600"/>
                <a:gd name="connsiteX1781" fmla="*/ 958024 w 1628775"/>
                <a:gd name="connsiteY1781" fmla="*/ 308896 h 1371600"/>
                <a:gd name="connsiteX1782" fmla="*/ 958501 w 1628775"/>
                <a:gd name="connsiteY1782" fmla="*/ 308324 h 1371600"/>
                <a:gd name="connsiteX1783" fmla="*/ 958882 w 1628775"/>
                <a:gd name="connsiteY1783" fmla="*/ 307753 h 1371600"/>
                <a:gd name="connsiteX1784" fmla="*/ 959358 w 1628775"/>
                <a:gd name="connsiteY1784" fmla="*/ 306705 h 1371600"/>
                <a:gd name="connsiteX1785" fmla="*/ 960501 w 1628775"/>
                <a:gd name="connsiteY1785" fmla="*/ 306800 h 1371600"/>
                <a:gd name="connsiteX1786" fmla="*/ 961739 w 1628775"/>
                <a:gd name="connsiteY1786" fmla="*/ 307658 h 1371600"/>
                <a:gd name="connsiteX1787" fmla="*/ 963263 w 1628775"/>
                <a:gd name="connsiteY1787" fmla="*/ 309563 h 1371600"/>
                <a:gd name="connsiteX1788" fmla="*/ 964311 w 1628775"/>
                <a:gd name="connsiteY1788" fmla="*/ 311468 h 1371600"/>
                <a:gd name="connsiteX1789" fmla="*/ 965073 w 1628775"/>
                <a:gd name="connsiteY1789" fmla="*/ 313277 h 1371600"/>
                <a:gd name="connsiteX1790" fmla="*/ 965454 w 1628775"/>
                <a:gd name="connsiteY1790" fmla="*/ 315373 h 1371600"/>
                <a:gd name="connsiteX1791" fmla="*/ 965168 w 1628775"/>
                <a:gd name="connsiteY1791" fmla="*/ 316706 h 1371600"/>
                <a:gd name="connsiteX1792" fmla="*/ 964692 w 1628775"/>
                <a:gd name="connsiteY1792" fmla="*/ 317468 h 1371600"/>
                <a:gd name="connsiteX1793" fmla="*/ 964121 w 1628775"/>
                <a:gd name="connsiteY1793" fmla="*/ 317945 h 1371600"/>
                <a:gd name="connsiteX1794" fmla="*/ 963835 w 1628775"/>
                <a:gd name="connsiteY1794" fmla="*/ 318802 h 1371600"/>
                <a:gd name="connsiteX1795" fmla="*/ 963930 w 1628775"/>
                <a:gd name="connsiteY1795" fmla="*/ 319373 h 1371600"/>
                <a:gd name="connsiteX1796" fmla="*/ 963644 w 1628775"/>
                <a:gd name="connsiteY1796" fmla="*/ 320421 h 1371600"/>
                <a:gd name="connsiteX1797" fmla="*/ 963358 w 1628775"/>
                <a:gd name="connsiteY1797" fmla="*/ 325088 h 1371600"/>
                <a:gd name="connsiteX1798" fmla="*/ 962787 w 1628775"/>
                <a:gd name="connsiteY1798" fmla="*/ 327089 h 1371600"/>
                <a:gd name="connsiteX1799" fmla="*/ 960596 w 1628775"/>
                <a:gd name="connsiteY1799" fmla="*/ 332423 h 1371600"/>
                <a:gd name="connsiteX1800" fmla="*/ 959453 w 1628775"/>
                <a:gd name="connsiteY1800" fmla="*/ 333756 h 1371600"/>
                <a:gd name="connsiteX1801" fmla="*/ 958596 w 1628775"/>
                <a:gd name="connsiteY1801" fmla="*/ 334613 h 1371600"/>
                <a:gd name="connsiteX1802" fmla="*/ 957453 w 1628775"/>
                <a:gd name="connsiteY1802" fmla="*/ 334994 h 1371600"/>
                <a:gd name="connsiteX1803" fmla="*/ 956691 w 1628775"/>
                <a:gd name="connsiteY1803" fmla="*/ 334994 h 1371600"/>
                <a:gd name="connsiteX1804" fmla="*/ 955738 w 1628775"/>
                <a:gd name="connsiteY1804" fmla="*/ 334328 h 1371600"/>
                <a:gd name="connsiteX1805" fmla="*/ 955262 w 1628775"/>
                <a:gd name="connsiteY1805" fmla="*/ 333947 h 1371600"/>
                <a:gd name="connsiteX1806" fmla="*/ 954786 w 1628775"/>
                <a:gd name="connsiteY1806" fmla="*/ 332994 h 1371600"/>
                <a:gd name="connsiteX1807" fmla="*/ 954500 w 1628775"/>
                <a:gd name="connsiteY1807" fmla="*/ 332232 h 1371600"/>
                <a:gd name="connsiteX1808" fmla="*/ 954024 w 1628775"/>
                <a:gd name="connsiteY1808" fmla="*/ 331851 h 1371600"/>
                <a:gd name="connsiteX1809" fmla="*/ 953453 w 1628775"/>
                <a:gd name="connsiteY1809" fmla="*/ 331946 h 1371600"/>
                <a:gd name="connsiteX1810" fmla="*/ 952786 w 1628775"/>
                <a:gd name="connsiteY1810" fmla="*/ 331661 h 1371600"/>
                <a:gd name="connsiteX1811" fmla="*/ 951547 w 1628775"/>
                <a:gd name="connsiteY1811" fmla="*/ 330899 h 1371600"/>
                <a:gd name="connsiteX1812" fmla="*/ 950500 w 1628775"/>
                <a:gd name="connsiteY1812" fmla="*/ 330518 h 1371600"/>
                <a:gd name="connsiteX1813" fmla="*/ 949928 w 1628775"/>
                <a:gd name="connsiteY1813" fmla="*/ 330422 h 1371600"/>
                <a:gd name="connsiteX1814" fmla="*/ 949642 w 1628775"/>
                <a:gd name="connsiteY1814" fmla="*/ 330232 h 1371600"/>
                <a:gd name="connsiteX1815" fmla="*/ 949738 w 1628775"/>
                <a:gd name="connsiteY1815" fmla="*/ 329660 h 1371600"/>
                <a:gd name="connsiteX1816" fmla="*/ 949928 w 1628775"/>
                <a:gd name="connsiteY1816" fmla="*/ 329279 h 1371600"/>
                <a:gd name="connsiteX1817" fmla="*/ 949928 w 1628775"/>
                <a:gd name="connsiteY1817" fmla="*/ 329279 h 1371600"/>
                <a:gd name="connsiteX1818" fmla="*/ 950024 w 1628775"/>
                <a:gd name="connsiteY1818" fmla="*/ 329089 h 1371600"/>
                <a:gd name="connsiteX1819" fmla="*/ 950024 w 1628775"/>
                <a:gd name="connsiteY1819" fmla="*/ 328708 h 1371600"/>
                <a:gd name="connsiteX1820" fmla="*/ 949262 w 1628775"/>
                <a:gd name="connsiteY1820" fmla="*/ 328041 h 1371600"/>
                <a:gd name="connsiteX1821" fmla="*/ 948785 w 1628775"/>
                <a:gd name="connsiteY1821" fmla="*/ 327470 h 1371600"/>
                <a:gd name="connsiteX1822" fmla="*/ 948309 w 1628775"/>
                <a:gd name="connsiteY1822" fmla="*/ 326612 h 1371600"/>
                <a:gd name="connsiteX1823" fmla="*/ 947833 w 1628775"/>
                <a:gd name="connsiteY1823" fmla="*/ 326327 h 1371600"/>
                <a:gd name="connsiteX1824" fmla="*/ 946594 w 1628775"/>
                <a:gd name="connsiteY1824" fmla="*/ 326231 h 1371600"/>
                <a:gd name="connsiteX1825" fmla="*/ 946023 w 1628775"/>
                <a:gd name="connsiteY1825" fmla="*/ 325374 h 1371600"/>
                <a:gd name="connsiteX1826" fmla="*/ 945261 w 1628775"/>
                <a:gd name="connsiteY1826" fmla="*/ 325279 h 1371600"/>
                <a:gd name="connsiteX1827" fmla="*/ 944880 w 1628775"/>
                <a:gd name="connsiteY1827" fmla="*/ 325469 h 1371600"/>
                <a:gd name="connsiteX1828" fmla="*/ 944308 w 1628775"/>
                <a:gd name="connsiteY1828" fmla="*/ 326803 h 1371600"/>
                <a:gd name="connsiteX1829" fmla="*/ 944118 w 1628775"/>
                <a:gd name="connsiteY1829" fmla="*/ 327184 h 1371600"/>
                <a:gd name="connsiteX1830" fmla="*/ 944213 w 1628775"/>
                <a:gd name="connsiteY1830" fmla="*/ 327660 h 1371600"/>
                <a:gd name="connsiteX1831" fmla="*/ 943737 w 1628775"/>
                <a:gd name="connsiteY1831" fmla="*/ 328041 h 1371600"/>
                <a:gd name="connsiteX1832" fmla="*/ 943642 w 1628775"/>
                <a:gd name="connsiteY1832" fmla="*/ 328517 h 1371600"/>
                <a:gd name="connsiteX1833" fmla="*/ 943737 w 1628775"/>
                <a:gd name="connsiteY1833" fmla="*/ 329089 h 1371600"/>
                <a:gd name="connsiteX1834" fmla="*/ 943070 w 1628775"/>
                <a:gd name="connsiteY1834" fmla="*/ 329184 h 1371600"/>
                <a:gd name="connsiteX1835" fmla="*/ 942594 w 1628775"/>
                <a:gd name="connsiteY1835" fmla="*/ 329375 h 1371600"/>
                <a:gd name="connsiteX1836" fmla="*/ 942975 w 1628775"/>
                <a:gd name="connsiteY1836" fmla="*/ 329756 h 1371600"/>
                <a:gd name="connsiteX1837" fmla="*/ 943356 w 1628775"/>
                <a:gd name="connsiteY1837" fmla="*/ 329946 h 1371600"/>
                <a:gd name="connsiteX1838" fmla="*/ 943832 w 1628775"/>
                <a:gd name="connsiteY1838" fmla="*/ 329756 h 1371600"/>
                <a:gd name="connsiteX1839" fmla="*/ 944213 w 1628775"/>
                <a:gd name="connsiteY1839" fmla="*/ 329946 h 1371600"/>
                <a:gd name="connsiteX1840" fmla="*/ 944023 w 1628775"/>
                <a:gd name="connsiteY1840" fmla="*/ 330232 h 1371600"/>
                <a:gd name="connsiteX1841" fmla="*/ 943832 w 1628775"/>
                <a:gd name="connsiteY1841" fmla="*/ 330708 h 1371600"/>
                <a:gd name="connsiteX1842" fmla="*/ 944023 w 1628775"/>
                <a:gd name="connsiteY1842" fmla="*/ 331470 h 1371600"/>
                <a:gd name="connsiteX1843" fmla="*/ 944308 w 1628775"/>
                <a:gd name="connsiteY1843" fmla="*/ 331946 h 1371600"/>
                <a:gd name="connsiteX1844" fmla="*/ 943356 w 1628775"/>
                <a:gd name="connsiteY1844" fmla="*/ 334137 h 1371600"/>
                <a:gd name="connsiteX1845" fmla="*/ 942213 w 1628775"/>
                <a:gd name="connsiteY1845" fmla="*/ 335280 h 1371600"/>
                <a:gd name="connsiteX1846" fmla="*/ 940593 w 1628775"/>
                <a:gd name="connsiteY1846" fmla="*/ 337185 h 1371600"/>
                <a:gd name="connsiteX1847" fmla="*/ 938117 w 1628775"/>
                <a:gd name="connsiteY1847" fmla="*/ 337471 h 1371600"/>
                <a:gd name="connsiteX1848" fmla="*/ 935546 w 1628775"/>
                <a:gd name="connsiteY1848" fmla="*/ 336233 h 1371600"/>
                <a:gd name="connsiteX1849" fmla="*/ 933926 w 1628775"/>
                <a:gd name="connsiteY1849" fmla="*/ 333280 h 1371600"/>
                <a:gd name="connsiteX1850" fmla="*/ 932974 w 1628775"/>
                <a:gd name="connsiteY1850" fmla="*/ 325469 h 1371600"/>
                <a:gd name="connsiteX1851" fmla="*/ 932307 w 1628775"/>
                <a:gd name="connsiteY1851" fmla="*/ 323183 h 1371600"/>
                <a:gd name="connsiteX1852" fmla="*/ 932117 w 1628775"/>
                <a:gd name="connsiteY1852" fmla="*/ 321088 h 1371600"/>
                <a:gd name="connsiteX1853" fmla="*/ 931831 w 1628775"/>
                <a:gd name="connsiteY1853" fmla="*/ 319659 h 1371600"/>
                <a:gd name="connsiteX1854" fmla="*/ 931831 w 1628775"/>
                <a:gd name="connsiteY1854" fmla="*/ 318802 h 1371600"/>
                <a:gd name="connsiteX1855" fmla="*/ 932021 w 1628775"/>
                <a:gd name="connsiteY1855" fmla="*/ 318135 h 1371600"/>
                <a:gd name="connsiteX1856" fmla="*/ 932117 w 1628775"/>
                <a:gd name="connsiteY1856" fmla="*/ 316135 h 1371600"/>
                <a:gd name="connsiteX1857" fmla="*/ 932402 w 1628775"/>
                <a:gd name="connsiteY1857" fmla="*/ 314230 h 1371600"/>
                <a:gd name="connsiteX1858" fmla="*/ 931831 w 1628775"/>
                <a:gd name="connsiteY1858" fmla="*/ 312611 h 1371600"/>
                <a:gd name="connsiteX1859" fmla="*/ 929830 w 1628775"/>
                <a:gd name="connsiteY1859" fmla="*/ 310801 h 1371600"/>
                <a:gd name="connsiteX1860" fmla="*/ 927449 w 1628775"/>
                <a:gd name="connsiteY1860" fmla="*/ 310420 h 1371600"/>
                <a:gd name="connsiteX1861" fmla="*/ 926211 w 1628775"/>
                <a:gd name="connsiteY1861" fmla="*/ 310896 h 1371600"/>
                <a:gd name="connsiteX1862" fmla="*/ 925449 w 1628775"/>
                <a:gd name="connsiteY1862" fmla="*/ 312420 h 1371600"/>
                <a:gd name="connsiteX1863" fmla="*/ 924020 w 1628775"/>
                <a:gd name="connsiteY1863" fmla="*/ 313373 h 1371600"/>
                <a:gd name="connsiteX1864" fmla="*/ 922877 w 1628775"/>
                <a:gd name="connsiteY1864" fmla="*/ 313373 h 1371600"/>
                <a:gd name="connsiteX1865" fmla="*/ 921449 w 1628775"/>
                <a:gd name="connsiteY1865" fmla="*/ 312420 h 1371600"/>
                <a:gd name="connsiteX1866" fmla="*/ 920020 w 1628775"/>
                <a:gd name="connsiteY1866" fmla="*/ 310610 h 1371600"/>
                <a:gd name="connsiteX1867" fmla="*/ 919067 w 1628775"/>
                <a:gd name="connsiteY1867" fmla="*/ 309467 h 1371600"/>
                <a:gd name="connsiteX1868" fmla="*/ 918401 w 1628775"/>
                <a:gd name="connsiteY1868" fmla="*/ 309182 h 1371600"/>
                <a:gd name="connsiteX1869" fmla="*/ 917352 w 1628775"/>
                <a:gd name="connsiteY1869" fmla="*/ 308515 h 1371600"/>
                <a:gd name="connsiteX1870" fmla="*/ 916496 w 1628775"/>
                <a:gd name="connsiteY1870" fmla="*/ 307658 h 1371600"/>
                <a:gd name="connsiteX1871" fmla="*/ 916305 w 1628775"/>
                <a:gd name="connsiteY1871" fmla="*/ 308134 h 1371600"/>
                <a:gd name="connsiteX1872" fmla="*/ 916496 w 1628775"/>
                <a:gd name="connsiteY1872" fmla="*/ 308991 h 1371600"/>
                <a:gd name="connsiteX1873" fmla="*/ 916114 w 1628775"/>
                <a:gd name="connsiteY1873" fmla="*/ 309658 h 1371600"/>
                <a:gd name="connsiteX1874" fmla="*/ 915924 w 1628775"/>
                <a:gd name="connsiteY1874" fmla="*/ 311372 h 1371600"/>
                <a:gd name="connsiteX1875" fmla="*/ 915829 w 1628775"/>
                <a:gd name="connsiteY1875" fmla="*/ 312134 h 1371600"/>
                <a:gd name="connsiteX1876" fmla="*/ 916019 w 1628775"/>
                <a:gd name="connsiteY1876" fmla="*/ 312801 h 1371600"/>
                <a:gd name="connsiteX1877" fmla="*/ 915829 w 1628775"/>
                <a:gd name="connsiteY1877" fmla="*/ 314135 h 1371600"/>
                <a:gd name="connsiteX1878" fmla="*/ 915353 w 1628775"/>
                <a:gd name="connsiteY1878" fmla="*/ 315659 h 1371600"/>
                <a:gd name="connsiteX1879" fmla="*/ 914495 w 1628775"/>
                <a:gd name="connsiteY1879" fmla="*/ 316611 h 1371600"/>
                <a:gd name="connsiteX1880" fmla="*/ 913352 w 1628775"/>
                <a:gd name="connsiteY1880" fmla="*/ 316325 h 1371600"/>
                <a:gd name="connsiteX1881" fmla="*/ 912018 w 1628775"/>
                <a:gd name="connsiteY1881" fmla="*/ 316421 h 1371600"/>
                <a:gd name="connsiteX1882" fmla="*/ 911447 w 1628775"/>
                <a:gd name="connsiteY1882" fmla="*/ 316802 h 1371600"/>
                <a:gd name="connsiteX1883" fmla="*/ 911542 w 1628775"/>
                <a:gd name="connsiteY1883" fmla="*/ 317564 h 1371600"/>
                <a:gd name="connsiteX1884" fmla="*/ 912400 w 1628775"/>
                <a:gd name="connsiteY1884" fmla="*/ 317754 h 1371600"/>
                <a:gd name="connsiteX1885" fmla="*/ 913257 w 1628775"/>
                <a:gd name="connsiteY1885" fmla="*/ 317849 h 1371600"/>
                <a:gd name="connsiteX1886" fmla="*/ 914210 w 1628775"/>
                <a:gd name="connsiteY1886" fmla="*/ 318421 h 1371600"/>
                <a:gd name="connsiteX1887" fmla="*/ 915353 w 1628775"/>
                <a:gd name="connsiteY1887" fmla="*/ 320421 h 1371600"/>
                <a:gd name="connsiteX1888" fmla="*/ 915353 w 1628775"/>
                <a:gd name="connsiteY1888" fmla="*/ 321278 h 1371600"/>
                <a:gd name="connsiteX1889" fmla="*/ 915448 w 1628775"/>
                <a:gd name="connsiteY1889" fmla="*/ 322993 h 1371600"/>
                <a:gd name="connsiteX1890" fmla="*/ 915638 w 1628775"/>
                <a:gd name="connsiteY1890" fmla="*/ 323279 h 1371600"/>
                <a:gd name="connsiteX1891" fmla="*/ 916019 w 1628775"/>
                <a:gd name="connsiteY1891" fmla="*/ 322993 h 1371600"/>
                <a:gd name="connsiteX1892" fmla="*/ 916400 w 1628775"/>
                <a:gd name="connsiteY1892" fmla="*/ 322707 h 1371600"/>
                <a:gd name="connsiteX1893" fmla="*/ 916591 w 1628775"/>
                <a:gd name="connsiteY1893" fmla="*/ 323088 h 1371600"/>
                <a:gd name="connsiteX1894" fmla="*/ 916876 w 1628775"/>
                <a:gd name="connsiteY1894" fmla="*/ 323469 h 1371600"/>
                <a:gd name="connsiteX1895" fmla="*/ 917829 w 1628775"/>
                <a:gd name="connsiteY1895" fmla="*/ 323469 h 1371600"/>
                <a:gd name="connsiteX1896" fmla="*/ 918401 w 1628775"/>
                <a:gd name="connsiteY1896" fmla="*/ 323469 h 1371600"/>
                <a:gd name="connsiteX1897" fmla="*/ 919448 w 1628775"/>
                <a:gd name="connsiteY1897" fmla="*/ 323374 h 1371600"/>
                <a:gd name="connsiteX1898" fmla="*/ 919734 w 1628775"/>
                <a:gd name="connsiteY1898" fmla="*/ 323755 h 1371600"/>
                <a:gd name="connsiteX1899" fmla="*/ 919924 w 1628775"/>
                <a:gd name="connsiteY1899" fmla="*/ 324326 h 1371600"/>
                <a:gd name="connsiteX1900" fmla="*/ 919353 w 1628775"/>
                <a:gd name="connsiteY1900" fmla="*/ 324231 h 1371600"/>
                <a:gd name="connsiteX1901" fmla="*/ 918781 w 1628775"/>
                <a:gd name="connsiteY1901" fmla="*/ 324041 h 1371600"/>
                <a:gd name="connsiteX1902" fmla="*/ 918305 w 1628775"/>
                <a:gd name="connsiteY1902" fmla="*/ 324136 h 1371600"/>
                <a:gd name="connsiteX1903" fmla="*/ 917924 w 1628775"/>
                <a:gd name="connsiteY1903" fmla="*/ 324612 h 1371600"/>
                <a:gd name="connsiteX1904" fmla="*/ 918305 w 1628775"/>
                <a:gd name="connsiteY1904" fmla="*/ 325279 h 1371600"/>
                <a:gd name="connsiteX1905" fmla="*/ 918686 w 1628775"/>
                <a:gd name="connsiteY1905" fmla="*/ 326993 h 1371600"/>
                <a:gd name="connsiteX1906" fmla="*/ 918019 w 1628775"/>
                <a:gd name="connsiteY1906" fmla="*/ 327184 h 1371600"/>
                <a:gd name="connsiteX1907" fmla="*/ 917638 w 1628775"/>
                <a:gd name="connsiteY1907" fmla="*/ 326708 h 1371600"/>
                <a:gd name="connsiteX1908" fmla="*/ 916972 w 1628775"/>
                <a:gd name="connsiteY1908" fmla="*/ 326327 h 1371600"/>
                <a:gd name="connsiteX1909" fmla="*/ 916496 w 1628775"/>
                <a:gd name="connsiteY1909" fmla="*/ 325850 h 1371600"/>
                <a:gd name="connsiteX1910" fmla="*/ 915638 w 1628775"/>
                <a:gd name="connsiteY1910" fmla="*/ 324326 h 1371600"/>
                <a:gd name="connsiteX1911" fmla="*/ 915448 w 1628775"/>
                <a:gd name="connsiteY1911" fmla="*/ 324326 h 1371600"/>
                <a:gd name="connsiteX1912" fmla="*/ 915353 w 1628775"/>
                <a:gd name="connsiteY1912" fmla="*/ 326231 h 1371600"/>
                <a:gd name="connsiteX1913" fmla="*/ 915162 w 1628775"/>
                <a:gd name="connsiteY1913" fmla="*/ 327660 h 1371600"/>
                <a:gd name="connsiteX1914" fmla="*/ 915257 w 1628775"/>
                <a:gd name="connsiteY1914" fmla="*/ 329375 h 1371600"/>
                <a:gd name="connsiteX1915" fmla="*/ 914876 w 1628775"/>
                <a:gd name="connsiteY1915" fmla="*/ 330613 h 1371600"/>
                <a:gd name="connsiteX1916" fmla="*/ 914210 w 1628775"/>
                <a:gd name="connsiteY1916" fmla="*/ 334994 h 1371600"/>
                <a:gd name="connsiteX1917" fmla="*/ 912876 w 1628775"/>
                <a:gd name="connsiteY1917" fmla="*/ 339281 h 1371600"/>
                <a:gd name="connsiteX1918" fmla="*/ 912209 w 1628775"/>
                <a:gd name="connsiteY1918" fmla="*/ 340424 h 1371600"/>
                <a:gd name="connsiteX1919" fmla="*/ 911257 w 1628775"/>
                <a:gd name="connsiteY1919" fmla="*/ 341281 h 1371600"/>
                <a:gd name="connsiteX1920" fmla="*/ 910114 w 1628775"/>
                <a:gd name="connsiteY1920" fmla="*/ 341662 h 1371600"/>
                <a:gd name="connsiteX1921" fmla="*/ 908970 w 1628775"/>
                <a:gd name="connsiteY1921" fmla="*/ 341090 h 1371600"/>
                <a:gd name="connsiteX1922" fmla="*/ 906685 w 1628775"/>
                <a:gd name="connsiteY1922" fmla="*/ 342805 h 1371600"/>
                <a:gd name="connsiteX1923" fmla="*/ 905923 w 1628775"/>
                <a:gd name="connsiteY1923" fmla="*/ 343662 h 1371600"/>
                <a:gd name="connsiteX1924" fmla="*/ 904970 w 1628775"/>
                <a:gd name="connsiteY1924" fmla="*/ 343948 h 1371600"/>
                <a:gd name="connsiteX1925" fmla="*/ 904208 w 1628775"/>
                <a:gd name="connsiteY1925" fmla="*/ 344043 h 1371600"/>
                <a:gd name="connsiteX1926" fmla="*/ 903542 w 1628775"/>
                <a:gd name="connsiteY1926" fmla="*/ 343662 h 1371600"/>
                <a:gd name="connsiteX1927" fmla="*/ 902208 w 1628775"/>
                <a:gd name="connsiteY1927" fmla="*/ 342519 h 1371600"/>
                <a:gd name="connsiteX1928" fmla="*/ 900970 w 1628775"/>
                <a:gd name="connsiteY1928" fmla="*/ 342329 h 1371600"/>
                <a:gd name="connsiteX1929" fmla="*/ 898493 w 1628775"/>
                <a:gd name="connsiteY1929" fmla="*/ 344138 h 1371600"/>
                <a:gd name="connsiteX1930" fmla="*/ 897922 w 1628775"/>
                <a:gd name="connsiteY1930" fmla="*/ 345853 h 1371600"/>
                <a:gd name="connsiteX1931" fmla="*/ 897064 w 1628775"/>
                <a:gd name="connsiteY1931" fmla="*/ 347567 h 1371600"/>
                <a:gd name="connsiteX1932" fmla="*/ 896493 w 1628775"/>
                <a:gd name="connsiteY1932" fmla="*/ 348710 h 1371600"/>
                <a:gd name="connsiteX1933" fmla="*/ 895350 w 1628775"/>
                <a:gd name="connsiteY1933" fmla="*/ 349282 h 1371600"/>
                <a:gd name="connsiteX1934" fmla="*/ 894683 w 1628775"/>
                <a:gd name="connsiteY1934" fmla="*/ 350901 h 1371600"/>
                <a:gd name="connsiteX1935" fmla="*/ 893350 w 1628775"/>
                <a:gd name="connsiteY1935" fmla="*/ 351187 h 1371600"/>
                <a:gd name="connsiteX1936" fmla="*/ 892302 w 1628775"/>
                <a:gd name="connsiteY1936" fmla="*/ 352425 h 1371600"/>
                <a:gd name="connsiteX1937" fmla="*/ 891254 w 1628775"/>
                <a:gd name="connsiteY1937" fmla="*/ 353568 h 1371600"/>
                <a:gd name="connsiteX1938" fmla="*/ 891064 w 1628775"/>
                <a:gd name="connsiteY1938" fmla="*/ 354902 h 1371600"/>
                <a:gd name="connsiteX1939" fmla="*/ 892112 w 1628775"/>
                <a:gd name="connsiteY1939" fmla="*/ 355378 h 1371600"/>
                <a:gd name="connsiteX1940" fmla="*/ 894111 w 1628775"/>
                <a:gd name="connsiteY1940" fmla="*/ 355187 h 1371600"/>
                <a:gd name="connsiteX1941" fmla="*/ 894778 w 1628775"/>
                <a:gd name="connsiteY1941" fmla="*/ 356235 h 1371600"/>
                <a:gd name="connsiteX1942" fmla="*/ 894874 w 1628775"/>
                <a:gd name="connsiteY1942" fmla="*/ 357378 h 1371600"/>
                <a:gd name="connsiteX1943" fmla="*/ 895540 w 1628775"/>
                <a:gd name="connsiteY1943" fmla="*/ 358045 h 1371600"/>
                <a:gd name="connsiteX1944" fmla="*/ 895540 w 1628775"/>
                <a:gd name="connsiteY1944" fmla="*/ 359664 h 1371600"/>
                <a:gd name="connsiteX1945" fmla="*/ 895636 w 1628775"/>
                <a:gd name="connsiteY1945" fmla="*/ 362617 h 1371600"/>
                <a:gd name="connsiteX1946" fmla="*/ 895445 w 1628775"/>
                <a:gd name="connsiteY1946" fmla="*/ 365665 h 1371600"/>
                <a:gd name="connsiteX1947" fmla="*/ 895636 w 1628775"/>
                <a:gd name="connsiteY1947" fmla="*/ 366713 h 1371600"/>
                <a:gd name="connsiteX1948" fmla="*/ 896588 w 1628775"/>
                <a:gd name="connsiteY1948" fmla="*/ 367760 h 1371600"/>
                <a:gd name="connsiteX1949" fmla="*/ 898398 w 1628775"/>
                <a:gd name="connsiteY1949" fmla="*/ 369570 h 1371600"/>
                <a:gd name="connsiteX1950" fmla="*/ 899065 w 1628775"/>
                <a:gd name="connsiteY1950" fmla="*/ 370237 h 1371600"/>
                <a:gd name="connsiteX1951" fmla="*/ 899731 w 1628775"/>
                <a:gd name="connsiteY1951" fmla="*/ 371094 h 1371600"/>
                <a:gd name="connsiteX1952" fmla="*/ 899541 w 1628775"/>
                <a:gd name="connsiteY1952" fmla="*/ 372618 h 1371600"/>
                <a:gd name="connsiteX1953" fmla="*/ 899065 w 1628775"/>
                <a:gd name="connsiteY1953" fmla="*/ 379381 h 1371600"/>
                <a:gd name="connsiteX1954" fmla="*/ 898588 w 1628775"/>
                <a:gd name="connsiteY1954" fmla="*/ 380238 h 1371600"/>
                <a:gd name="connsiteX1955" fmla="*/ 897826 w 1628775"/>
                <a:gd name="connsiteY1955" fmla="*/ 382429 h 1371600"/>
                <a:gd name="connsiteX1956" fmla="*/ 898112 w 1628775"/>
                <a:gd name="connsiteY1956" fmla="*/ 383953 h 1371600"/>
                <a:gd name="connsiteX1957" fmla="*/ 897255 w 1628775"/>
                <a:gd name="connsiteY1957" fmla="*/ 387001 h 1371600"/>
                <a:gd name="connsiteX1958" fmla="*/ 893350 w 1628775"/>
                <a:gd name="connsiteY1958" fmla="*/ 394430 h 1371600"/>
                <a:gd name="connsiteX1959" fmla="*/ 891349 w 1628775"/>
                <a:gd name="connsiteY1959" fmla="*/ 396716 h 1371600"/>
                <a:gd name="connsiteX1960" fmla="*/ 888968 w 1628775"/>
                <a:gd name="connsiteY1960" fmla="*/ 398336 h 1371600"/>
                <a:gd name="connsiteX1961" fmla="*/ 887825 w 1628775"/>
                <a:gd name="connsiteY1961" fmla="*/ 398240 h 1371600"/>
                <a:gd name="connsiteX1962" fmla="*/ 885444 w 1628775"/>
                <a:gd name="connsiteY1962" fmla="*/ 396335 h 1371600"/>
                <a:gd name="connsiteX1963" fmla="*/ 883158 w 1628775"/>
                <a:gd name="connsiteY1963" fmla="*/ 394716 h 1371600"/>
                <a:gd name="connsiteX1964" fmla="*/ 882967 w 1628775"/>
                <a:gd name="connsiteY1964" fmla="*/ 395859 h 1371600"/>
                <a:gd name="connsiteX1965" fmla="*/ 883158 w 1628775"/>
                <a:gd name="connsiteY1965" fmla="*/ 397764 h 1371600"/>
                <a:gd name="connsiteX1966" fmla="*/ 884110 w 1628775"/>
                <a:gd name="connsiteY1966" fmla="*/ 398336 h 1371600"/>
                <a:gd name="connsiteX1967" fmla="*/ 883253 w 1628775"/>
                <a:gd name="connsiteY1967" fmla="*/ 398812 h 1371600"/>
                <a:gd name="connsiteX1968" fmla="*/ 883539 w 1628775"/>
                <a:gd name="connsiteY1968" fmla="*/ 400240 h 1371600"/>
                <a:gd name="connsiteX1969" fmla="*/ 884682 w 1628775"/>
                <a:gd name="connsiteY1969" fmla="*/ 401669 h 1371600"/>
                <a:gd name="connsiteX1970" fmla="*/ 885063 w 1628775"/>
                <a:gd name="connsiteY1970" fmla="*/ 402431 h 1371600"/>
                <a:gd name="connsiteX1971" fmla="*/ 885825 w 1628775"/>
                <a:gd name="connsiteY1971" fmla="*/ 404146 h 1371600"/>
                <a:gd name="connsiteX1972" fmla="*/ 886301 w 1628775"/>
                <a:gd name="connsiteY1972" fmla="*/ 404717 h 1371600"/>
                <a:gd name="connsiteX1973" fmla="*/ 889730 w 1628775"/>
                <a:gd name="connsiteY1973" fmla="*/ 404717 h 1371600"/>
                <a:gd name="connsiteX1974" fmla="*/ 890683 w 1628775"/>
                <a:gd name="connsiteY1974" fmla="*/ 404432 h 1371600"/>
                <a:gd name="connsiteX1975" fmla="*/ 891254 w 1628775"/>
                <a:gd name="connsiteY1975" fmla="*/ 403860 h 1371600"/>
                <a:gd name="connsiteX1976" fmla="*/ 891730 w 1628775"/>
                <a:gd name="connsiteY1976" fmla="*/ 403098 h 1371600"/>
                <a:gd name="connsiteX1977" fmla="*/ 892397 w 1628775"/>
                <a:gd name="connsiteY1977" fmla="*/ 402336 h 1371600"/>
                <a:gd name="connsiteX1978" fmla="*/ 894683 w 1628775"/>
                <a:gd name="connsiteY1978" fmla="*/ 401955 h 1371600"/>
                <a:gd name="connsiteX1979" fmla="*/ 897064 w 1628775"/>
                <a:gd name="connsiteY1979" fmla="*/ 403193 h 1371600"/>
                <a:gd name="connsiteX1980" fmla="*/ 899065 w 1628775"/>
                <a:gd name="connsiteY1980" fmla="*/ 405194 h 1371600"/>
                <a:gd name="connsiteX1981" fmla="*/ 900303 w 1628775"/>
                <a:gd name="connsiteY1981" fmla="*/ 407003 h 1371600"/>
                <a:gd name="connsiteX1982" fmla="*/ 900874 w 1628775"/>
                <a:gd name="connsiteY1982" fmla="*/ 409099 h 1371600"/>
                <a:gd name="connsiteX1983" fmla="*/ 900874 w 1628775"/>
                <a:gd name="connsiteY1983" fmla="*/ 410718 h 1371600"/>
                <a:gd name="connsiteX1984" fmla="*/ 901922 w 1628775"/>
                <a:gd name="connsiteY1984" fmla="*/ 413576 h 1371600"/>
                <a:gd name="connsiteX1985" fmla="*/ 901922 w 1628775"/>
                <a:gd name="connsiteY1985" fmla="*/ 415576 h 1371600"/>
                <a:gd name="connsiteX1986" fmla="*/ 901351 w 1628775"/>
                <a:gd name="connsiteY1986" fmla="*/ 428720 h 1371600"/>
                <a:gd name="connsiteX1987" fmla="*/ 899827 w 1628775"/>
                <a:gd name="connsiteY1987" fmla="*/ 435293 h 1371600"/>
                <a:gd name="connsiteX1988" fmla="*/ 898493 w 1628775"/>
                <a:gd name="connsiteY1988" fmla="*/ 440722 h 1371600"/>
                <a:gd name="connsiteX1989" fmla="*/ 896779 w 1628775"/>
                <a:gd name="connsiteY1989" fmla="*/ 442627 h 1371600"/>
                <a:gd name="connsiteX1990" fmla="*/ 895064 w 1628775"/>
                <a:gd name="connsiteY1990" fmla="*/ 443389 h 1371600"/>
                <a:gd name="connsiteX1991" fmla="*/ 894302 w 1628775"/>
                <a:gd name="connsiteY1991" fmla="*/ 445103 h 1371600"/>
                <a:gd name="connsiteX1992" fmla="*/ 893635 w 1628775"/>
                <a:gd name="connsiteY1992" fmla="*/ 447675 h 1371600"/>
                <a:gd name="connsiteX1993" fmla="*/ 893350 w 1628775"/>
                <a:gd name="connsiteY1993" fmla="*/ 449866 h 1371600"/>
                <a:gd name="connsiteX1994" fmla="*/ 893255 w 1628775"/>
                <a:gd name="connsiteY1994" fmla="*/ 452628 h 1371600"/>
                <a:gd name="connsiteX1995" fmla="*/ 893064 w 1628775"/>
                <a:gd name="connsiteY1995" fmla="*/ 453961 h 1371600"/>
                <a:gd name="connsiteX1996" fmla="*/ 892492 w 1628775"/>
                <a:gd name="connsiteY1996" fmla="*/ 455200 h 1371600"/>
                <a:gd name="connsiteX1997" fmla="*/ 892112 w 1628775"/>
                <a:gd name="connsiteY1997" fmla="*/ 456343 h 1371600"/>
                <a:gd name="connsiteX1998" fmla="*/ 891730 w 1628775"/>
                <a:gd name="connsiteY1998" fmla="*/ 458819 h 1371600"/>
                <a:gd name="connsiteX1999" fmla="*/ 891254 w 1628775"/>
                <a:gd name="connsiteY1999" fmla="*/ 460819 h 1371600"/>
                <a:gd name="connsiteX2000" fmla="*/ 889063 w 1628775"/>
                <a:gd name="connsiteY2000" fmla="*/ 467011 h 1371600"/>
                <a:gd name="connsiteX2001" fmla="*/ 886873 w 1628775"/>
                <a:gd name="connsiteY2001" fmla="*/ 475393 h 1371600"/>
                <a:gd name="connsiteX2002" fmla="*/ 885444 w 1628775"/>
                <a:gd name="connsiteY2002" fmla="*/ 477965 h 1371600"/>
                <a:gd name="connsiteX2003" fmla="*/ 883825 w 1628775"/>
                <a:gd name="connsiteY2003" fmla="*/ 480155 h 1371600"/>
                <a:gd name="connsiteX2004" fmla="*/ 879158 w 1628775"/>
                <a:gd name="connsiteY2004" fmla="*/ 484537 h 1371600"/>
                <a:gd name="connsiteX2005" fmla="*/ 877729 w 1628775"/>
                <a:gd name="connsiteY2005" fmla="*/ 486728 h 1371600"/>
                <a:gd name="connsiteX2006" fmla="*/ 876681 w 1628775"/>
                <a:gd name="connsiteY2006" fmla="*/ 489490 h 1371600"/>
                <a:gd name="connsiteX2007" fmla="*/ 874014 w 1628775"/>
                <a:gd name="connsiteY2007" fmla="*/ 496157 h 1371600"/>
                <a:gd name="connsiteX2008" fmla="*/ 872014 w 1628775"/>
                <a:gd name="connsiteY2008" fmla="*/ 499777 h 1371600"/>
                <a:gd name="connsiteX2009" fmla="*/ 870966 w 1628775"/>
                <a:gd name="connsiteY2009" fmla="*/ 502539 h 1371600"/>
                <a:gd name="connsiteX2010" fmla="*/ 870394 w 1628775"/>
                <a:gd name="connsiteY2010" fmla="*/ 505015 h 1371600"/>
                <a:gd name="connsiteX2011" fmla="*/ 868871 w 1628775"/>
                <a:gd name="connsiteY2011" fmla="*/ 518732 h 1371600"/>
                <a:gd name="connsiteX2012" fmla="*/ 868489 w 1628775"/>
                <a:gd name="connsiteY2012" fmla="*/ 519970 h 1371600"/>
                <a:gd name="connsiteX2013" fmla="*/ 867632 w 1628775"/>
                <a:gd name="connsiteY2013" fmla="*/ 521303 h 1371600"/>
                <a:gd name="connsiteX2014" fmla="*/ 862203 w 1628775"/>
                <a:gd name="connsiteY2014" fmla="*/ 527304 h 1371600"/>
                <a:gd name="connsiteX2015" fmla="*/ 858774 w 1628775"/>
                <a:gd name="connsiteY2015" fmla="*/ 529876 h 1371600"/>
                <a:gd name="connsiteX2016" fmla="*/ 857536 w 1628775"/>
                <a:gd name="connsiteY2016" fmla="*/ 530733 h 1371600"/>
                <a:gd name="connsiteX2017" fmla="*/ 853154 w 1628775"/>
                <a:gd name="connsiteY2017" fmla="*/ 532828 h 1371600"/>
                <a:gd name="connsiteX2018" fmla="*/ 850963 w 1628775"/>
                <a:gd name="connsiteY2018" fmla="*/ 533114 h 1371600"/>
                <a:gd name="connsiteX2019" fmla="*/ 849725 w 1628775"/>
                <a:gd name="connsiteY2019" fmla="*/ 533114 h 1371600"/>
                <a:gd name="connsiteX2020" fmla="*/ 849249 w 1628775"/>
                <a:gd name="connsiteY2020" fmla="*/ 533686 h 1371600"/>
                <a:gd name="connsiteX2021" fmla="*/ 842391 w 1628775"/>
                <a:gd name="connsiteY2021" fmla="*/ 538448 h 1371600"/>
                <a:gd name="connsiteX2022" fmla="*/ 838581 w 1628775"/>
                <a:gd name="connsiteY2022" fmla="*/ 541592 h 1371600"/>
                <a:gd name="connsiteX2023" fmla="*/ 836962 w 1628775"/>
                <a:gd name="connsiteY2023" fmla="*/ 543592 h 1371600"/>
                <a:gd name="connsiteX2024" fmla="*/ 836009 w 1628775"/>
                <a:gd name="connsiteY2024" fmla="*/ 545973 h 1371600"/>
                <a:gd name="connsiteX2025" fmla="*/ 833723 w 1628775"/>
                <a:gd name="connsiteY2025" fmla="*/ 554355 h 1371600"/>
                <a:gd name="connsiteX2026" fmla="*/ 832675 w 1628775"/>
                <a:gd name="connsiteY2026" fmla="*/ 556832 h 1371600"/>
                <a:gd name="connsiteX2027" fmla="*/ 831151 w 1628775"/>
                <a:gd name="connsiteY2027" fmla="*/ 558927 h 1371600"/>
                <a:gd name="connsiteX2028" fmla="*/ 828104 w 1628775"/>
                <a:gd name="connsiteY2028" fmla="*/ 561594 h 1371600"/>
                <a:gd name="connsiteX2029" fmla="*/ 826103 w 1628775"/>
                <a:gd name="connsiteY2029" fmla="*/ 564737 h 1371600"/>
                <a:gd name="connsiteX2030" fmla="*/ 824770 w 1628775"/>
                <a:gd name="connsiteY2030" fmla="*/ 567500 h 1371600"/>
                <a:gd name="connsiteX2031" fmla="*/ 823817 w 1628775"/>
                <a:gd name="connsiteY2031" fmla="*/ 569690 h 1371600"/>
                <a:gd name="connsiteX2032" fmla="*/ 822388 w 1628775"/>
                <a:gd name="connsiteY2032" fmla="*/ 571310 h 1371600"/>
                <a:gd name="connsiteX2033" fmla="*/ 816388 w 1628775"/>
                <a:gd name="connsiteY2033" fmla="*/ 575024 h 1371600"/>
                <a:gd name="connsiteX2034" fmla="*/ 810482 w 1628775"/>
                <a:gd name="connsiteY2034" fmla="*/ 581025 h 1371600"/>
                <a:gd name="connsiteX2035" fmla="*/ 806291 w 1628775"/>
                <a:gd name="connsiteY2035" fmla="*/ 584168 h 1371600"/>
                <a:gd name="connsiteX2036" fmla="*/ 804291 w 1628775"/>
                <a:gd name="connsiteY2036" fmla="*/ 585121 h 1371600"/>
                <a:gd name="connsiteX2037" fmla="*/ 802005 w 1628775"/>
                <a:gd name="connsiteY2037" fmla="*/ 585597 h 1371600"/>
                <a:gd name="connsiteX2038" fmla="*/ 798481 w 1628775"/>
                <a:gd name="connsiteY2038" fmla="*/ 585026 h 1371600"/>
                <a:gd name="connsiteX2039" fmla="*/ 797433 w 1628775"/>
                <a:gd name="connsiteY2039" fmla="*/ 586454 h 1371600"/>
                <a:gd name="connsiteX2040" fmla="*/ 796195 w 1628775"/>
                <a:gd name="connsiteY2040" fmla="*/ 587788 h 1371600"/>
                <a:gd name="connsiteX2041" fmla="*/ 793337 w 1628775"/>
                <a:gd name="connsiteY2041" fmla="*/ 589026 h 1371600"/>
                <a:gd name="connsiteX2042" fmla="*/ 787908 w 1628775"/>
                <a:gd name="connsiteY2042" fmla="*/ 592550 h 1371600"/>
                <a:gd name="connsiteX2043" fmla="*/ 783241 w 1628775"/>
                <a:gd name="connsiteY2043" fmla="*/ 594265 h 1371600"/>
                <a:gd name="connsiteX2044" fmla="*/ 776668 w 1628775"/>
                <a:gd name="connsiteY2044" fmla="*/ 597122 h 1371600"/>
                <a:gd name="connsiteX2045" fmla="*/ 771620 w 1628775"/>
                <a:gd name="connsiteY2045" fmla="*/ 598265 h 1371600"/>
                <a:gd name="connsiteX2046" fmla="*/ 767048 w 1628775"/>
                <a:gd name="connsiteY2046" fmla="*/ 599218 h 1371600"/>
                <a:gd name="connsiteX2047" fmla="*/ 764286 w 1628775"/>
                <a:gd name="connsiteY2047" fmla="*/ 600647 h 1371600"/>
                <a:gd name="connsiteX2048" fmla="*/ 763238 w 1628775"/>
                <a:gd name="connsiteY2048" fmla="*/ 601409 h 1371600"/>
                <a:gd name="connsiteX2049" fmla="*/ 762572 w 1628775"/>
                <a:gd name="connsiteY2049" fmla="*/ 603028 h 1371600"/>
                <a:gd name="connsiteX2050" fmla="*/ 762857 w 1628775"/>
                <a:gd name="connsiteY2050" fmla="*/ 604266 h 1371600"/>
                <a:gd name="connsiteX2051" fmla="*/ 762476 w 1628775"/>
                <a:gd name="connsiteY2051" fmla="*/ 605314 h 1371600"/>
                <a:gd name="connsiteX2052" fmla="*/ 762190 w 1628775"/>
                <a:gd name="connsiteY2052" fmla="*/ 606457 h 1371600"/>
                <a:gd name="connsiteX2053" fmla="*/ 761429 w 1628775"/>
                <a:gd name="connsiteY2053" fmla="*/ 607600 h 1371600"/>
                <a:gd name="connsiteX2054" fmla="*/ 760857 w 1628775"/>
                <a:gd name="connsiteY2054" fmla="*/ 609410 h 1371600"/>
                <a:gd name="connsiteX2055" fmla="*/ 759142 w 1628775"/>
                <a:gd name="connsiteY2055" fmla="*/ 610553 h 1371600"/>
                <a:gd name="connsiteX2056" fmla="*/ 758285 w 1628775"/>
                <a:gd name="connsiteY2056" fmla="*/ 611791 h 1371600"/>
                <a:gd name="connsiteX2057" fmla="*/ 756475 w 1628775"/>
                <a:gd name="connsiteY2057" fmla="*/ 612172 h 1371600"/>
                <a:gd name="connsiteX2058" fmla="*/ 753428 w 1628775"/>
                <a:gd name="connsiteY2058" fmla="*/ 611600 h 1371600"/>
                <a:gd name="connsiteX2059" fmla="*/ 751141 w 1628775"/>
                <a:gd name="connsiteY2059" fmla="*/ 612077 h 1371600"/>
                <a:gd name="connsiteX2060" fmla="*/ 749046 w 1628775"/>
                <a:gd name="connsiteY2060" fmla="*/ 611886 h 1371600"/>
                <a:gd name="connsiteX2061" fmla="*/ 747522 w 1628775"/>
                <a:gd name="connsiteY2061" fmla="*/ 610838 h 1371600"/>
                <a:gd name="connsiteX2062" fmla="*/ 745046 w 1628775"/>
                <a:gd name="connsiteY2062" fmla="*/ 609981 h 1371600"/>
                <a:gd name="connsiteX2063" fmla="*/ 743617 w 1628775"/>
                <a:gd name="connsiteY2063" fmla="*/ 608648 h 1371600"/>
                <a:gd name="connsiteX2064" fmla="*/ 741140 w 1628775"/>
                <a:gd name="connsiteY2064" fmla="*/ 607028 h 1371600"/>
                <a:gd name="connsiteX2065" fmla="*/ 740188 w 1628775"/>
                <a:gd name="connsiteY2065" fmla="*/ 604742 h 1371600"/>
                <a:gd name="connsiteX2066" fmla="*/ 742188 w 1628775"/>
                <a:gd name="connsiteY2066" fmla="*/ 601885 h 1371600"/>
                <a:gd name="connsiteX2067" fmla="*/ 742283 w 1628775"/>
                <a:gd name="connsiteY2067" fmla="*/ 600265 h 1371600"/>
                <a:gd name="connsiteX2068" fmla="*/ 743712 w 1628775"/>
                <a:gd name="connsiteY2068" fmla="*/ 598456 h 1371600"/>
                <a:gd name="connsiteX2069" fmla="*/ 743426 w 1628775"/>
                <a:gd name="connsiteY2069" fmla="*/ 594741 h 1371600"/>
                <a:gd name="connsiteX2070" fmla="*/ 743712 w 1628775"/>
                <a:gd name="connsiteY2070" fmla="*/ 591026 h 1371600"/>
                <a:gd name="connsiteX2071" fmla="*/ 743331 w 1628775"/>
                <a:gd name="connsiteY2071" fmla="*/ 589788 h 1371600"/>
                <a:gd name="connsiteX2072" fmla="*/ 742855 w 1628775"/>
                <a:gd name="connsiteY2072" fmla="*/ 589502 h 1371600"/>
                <a:gd name="connsiteX2073" fmla="*/ 742093 w 1628775"/>
                <a:gd name="connsiteY2073" fmla="*/ 589978 h 1371600"/>
                <a:gd name="connsiteX2074" fmla="*/ 741045 w 1628775"/>
                <a:gd name="connsiteY2074" fmla="*/ 592646 h 1371600"/>
                <a:gd name="connsiteX2075" fmla="*/ 739807 w 1628775"/>
                <a:gd name="connsiteY2075" fmla="*/ 593217 h 1371600"/>
                <a:gd name="connsiteX2076" fmla="*/ 738949 w 1628775"/>
                <a:gd name="connsiteY2076" fmla="*/ 592931 h 1371600"/>
                <a:gd name="connsiteX2077" fmla="*/ 737425 w 1628775"/>
                <a:gd name="connsiteY2077" fmla="*/ 591122 h 1371600"/>
                <a:gd name="connsiteX2078" fmla="*/ 736378 w 1628775"/>
                <a:gd name="connsiteY2078" fmla="*/ 590931 h 1371600"/>
                <a:gd name="connsiteX2079" fmla="*/ 735235 w 1628775"/>
                <a:gd name="connsiteY2079" fmla="*/ 591503 h 1371600"/>
                <a:gd name="connsiteX2080" fmla="*/ 734282 w 1628775"/>
                <a:gd name="connsiteY2080" fmla="*/ 591693 h 1371600"/>
                <a:gd name="connsiteX2081" fmla="*/ 733520 w 1628775"/>
                <a:gd name="connsiteY2081" fmla="*/ 591217 h 1371600"/>
                <a:gd name="connsiteX2082" fmla="*/ 733901 w 1628775"/>
                <a:gd name="connsiteY2082" fmla="*/ 590455 h 1371600"/>
                <a:gd name="connsiteX2083" fmla="*/ 733901 w 1628775"/>
                <a:gd name="connsiteY2083" fmla="*/ 589026 h 1371600"/>
                <a:gd name="connsiteX2084" fmla="*/ 734949 w 1628775"/>
                <a:gd name="connsiteY2084" fmla="*/ 589026 h 1371600"/>
                <a:gd name="connsiteX2085" fmla="*/ 735235 w 1628775"/>
                <a:gd name="connsiteY2085" fmla="*/ 588550 h 1371600"/>
                <a:gd name="connsiteX2086" fmla="*/ 735330 w 1628775"/>
                <a:gd name="connsiteY2086" fmla="*/ 587121 h 1371600"/>
                <a:gd name="connsiteX2087" fmla="*/ 734473 w 1628775"/>
                <a:gd name="connsiteY2087" fmla="*/ 586740 h 1371600"/>
                <a:gd name="connsiteX2088" fmla="*/ 735139 w 1628775"/>
                <a:gd name="connsiteY2088" fmla="*/ 584835 h 1371600"/>
                <a:gd name="connsiteX2089" fmla="*/ 736378 w 1628775"/>
                <a:gd name="connsiteY2089" fmla="*/ 583216 h 1371600"/>
                <a:gd name="connsiteX2090" fmla="*/ 736854 w 1628775"/>
                <a:gd name="connsiteY2090" fmla="*/ 582168 h 1371600"/>
                <a:gd name="connsiteX2091" fmla="*/ 737045 w 1628775"/>
                <a:gd name="connsiteY2091" fmla="*/ 581597 h 1371600"/>
                <a:gd name="connsiteX2092" fmla="*/ 737616 w 1628775"/>
                <a:gd name="connsiteY2092" fmla="*/ 581406 h 1371600"/>
                <a:gd name="connsiteX2093" fmla="*/ 738092 w 1628775"/>
                <a:gd name="connsiteY2093" fmla="*/ 580739 h 1371600"/>
                <a:gd name="connsiteX2094" fmla="*/ 738568 w 1628775"/>
                <a:gd name="connsiteY2094" fmla="*/ 580739 h 1371600"/>
                <a:gd name="connsiteX2095" fmla="*/ 738378 w 1628775"/>
                <a:gd name="connsiteY2095" fmla="*/ 581215 h 1371600"/>
                <a:gd name="connsiteX2096" fmla="*/ 737806 w 1628775"/>
                <a:gd name="connsiteY2096" fmla="*/ 581978 h 1371600"/>
                <a:gd name="connsiteX2097" fmla="*/ 738568 w 1628775"/>
                <a:gd name="connsiteY2097" fmla="*/ 582644 h 1371600"/>
                <a:gd name="connsiteX2098" fmla="*/ 739616 w 1628775"/>
                <a:gd name="connsiteY2098" fmla="*/ 583406 h 1371600"/>
                <a:gd name="connsiteX2099" fmla="*/ 741426 w 1628775"/>
                <a:gd name="connsiteY2099" fmla="*/ 584168 h 1371600"/>
                <a:gd name="connsiteX2100" fmla="*/ 742093 w 1628775"/>
                <a:gd name="connsiteY2100" fmla="*/ 583787 h 1371600"/>
                <a:gd name="connsiteX2101" fmla="*/ 742379 w 1628775"/>
                <a:gd name="connsiteY2101" fmla="*/ 582930 h 1371600"/>
                <a:gd name="connsiteX2102" fmla="*/ 743522 w 1628775"/>
                <a:gd name="connsiteY2102" fmla="*/ 582549 h 1371600"/>
                <a:gd name="connsiteX2103" fmla="*/ 744379 w 1628775"/>
                <a:gd name="connsiteY2103" fmla="*/ 581978 h 1371600"/>
                <a:gd name="connsiteX2104" fmla="*/ 744379 w 1628775"/>
                <a:gd name="connsiteY2104" fmla="*/ 580739 h 1371600"/>
                <a:gd name="connsiteX2105" fmla="*/ 745522 w 1628775"/>
                <a:gd name="connsiteY2105" fmla="*/ 579215 h 1371600"/>
                <a:gd name="connsiteX2106" fmla="*/ 746379 w 1628775"/>
                <a:gd name="connsiteY2106" fmla="*/ 577786 h 1371600"/>
                <a:gd name="connsiteX2107" fmla="*/ 749427 w 1628775"/>
                <a:gd name="connsiteY2107" fmla="*/ 576644 h 1371600"/>
                <a:gd name="connsiteX2108" fmla="*/ 751713 w 1628775"/>
                <a:gd name="connsiteY2108" fmla="*/ 577120 h 1371600"/>
                <a:gd name="connsiteX2109" fmla="*/ 752856 w 1628775"/>
                <a:gd name="connsiteY2109" fmla="*/ 577215 h 1371600"/>
                <a:gd name="connsiteX2110" fmla="*/ 753237 w 1628775"/>
                <a:gd name="connsiteY2110" fmla="*/ 576548 h 1371600"/>
                <a:gd name="connsiteX2111" fmla="*/ 754189 w 1628775"/>
                <a:gd name="connsiteY2111" fmla="*/ 575691 h 1371600"/>
                <a:gd name="connsiteX2112" fmla="*/ 754571 w 1628775"/>
                <a:gd name="connsiteY2112" fmla="*/ 575024 h 1371600"/>
                <a:gd name="connsiteX2113" fmla="*/ 754761 w 1628775"/>
                <a:gd name="connsiteY2113" fmla="*/ 574072 h 1371600"/>
                <a:gd name="connsiteX2114" fmla="*/ 754856 w 1628775"/>
                <a:gd name="connsiteY2114" fmla="*/ 573024 h 1371600"/>
                <a:gd name="connsiteX2115" fmla="*/ 753904 w 1628775"/>
                <a:gd name="connsiteY2115" fmla="*/ 572834 h 1371600"/>
                <a:gd name="connsiteX2116" fmla="*/ 753332 w 1628775"/>
                <a:gd name="connsiteY2116" fmla="*/ 571310 h 1371600"/>
                <a:gd name="connsiteX2117" fmla="*/ 753808 w 1628775"/>
                <a:gd name="connsiteY2117" fmla="*/ 569119 h 1371600"/>
                <a:gd name="connsiteX2118" fmla="*/ 754189 w 1628775"/>
                <a:gd name="connsiteY2118" fmla="*/ 568071 h 1371600"/>
                <a:gd name="connsiteX2119" fmla="*/ 754951 w 1628775"/>
                <a:gd name="connsiteY2119" fmla="*/ 567595 h 1371600"/>
                <a:gd name="connsiteX2120" fmla="*/ 755999 w 1628775"/>
                <a:gd name="connsiteY2120" fmla="*/ 567214 h 1371600"/>
                <a:gd name="connsiteX2121" fmla="*/ 757047 w 1628775"/>
                <a:gd name="connsiteY2121" fmla="*/ 567404 h 1371600"/>
                <a:gd name="connsiteX2122" fmla="*/ 757999 w 1628775"/>
                <a:gd name="connsiteY2122" fmla="*/ 567404 h 1371600"/>
                <a:gd name="connsiteX2123" fmla="*/ 759333 w 1628775"/>
                <a:gd name="connsiteY2123" fmla="*/ 566928 h 1371600"/>
                <a:gd name="connsiteX2124" fmla="*/ 759619 w 1628775"/>
                <a:gd name="connsiteY2124" fmla="*/ 566452 h 1371600"/>
                <a:gd name="connsiteX2125" fmla="*/ 759809 w 1628775"/>
                <a:gd name="connsiteY2125" fmla="*/ 565595 h 1371600"/>
                <a:gd name="connsiteX2126" fmla="*/ 759047 w 1628775"/>
                <a:gd name="connsiteY2126" fmla="*/ 565023 h 1371600"/>
                <a:gd name="connsiteX2127" fmla="*/ 758952 w 1628775"/>
                <a:gd name="connsiteY2127" fmla="*/ 564261 h 1371600"/>
                <a:gd name="connsiteX2128" fmla="*/ 759333 w 1628775"/>
                <a:gd name="connsiteY2128" fmla="*/ 563023 h 1371600"/>
                <a:gd name="connsiteX2129" fmla="*/ 758857 w 1628775"/>
                <a:gd name="connsiteY2129" fmla="*/ 562261 h 1371600"/>
                <a:gd name="connsiteX2130" fmla="*/ 756475 w 1628775"/>
                <a:gd name="connsiteY2130" fmla="*/ 561308 h 1371600"/>
                <a:gd name="connsiteX2131" fmla="*/ 754380 w 1628775"/>
                <a:gd name="connsiteY2131" fmla="*/ 561785 h 1371600"/>
                <a:gd name="connsiteX2132" fmla="*/ 746950 w 1628775"/>
                <a:gd name="connsiteY2132" fmla="*/ 564261 h 1371600"/>
                <a:gd name="connsiteX2133" fmla="*/ 745712 w 1628775"/>
                <a:gd name="connsiteY2133" fmla="*/ 565214 h 1371600"/>
                <a:gd name="connsiteX2134" fmla="*/ 744664 w 1628775"/>
                <a:gd name="connsiteY2134" fmla="*/ 566547 h 1371600"/>
                <a:gd name="connsiteX2135" fmla="*/ 743236 w 1628775"/>
                <a:gd name="connsiteY2135" fmla="*/ 566928 h 1371600"/>
                <a:gd name="connsiteX2136" fmla="*/ 737425 w 1628775"/>
                <a:gd name="connsiteY2136" fmla="*/ 570167 h 1371600"/>
                <a:gd name="connsiteX2137" fmla="*/ 735806 w 1628775"/>
                <a:gd name="connsiteY2137" fmla="*/ 570262 h 1371600"/>
                <a:gd name="connsiteX2138" fmla="*/ 734568 w 1628775"/>
                <a:gd name="connsiteY2138" fmla="*/ 569595 h 1371600"/>
                <a:gd name="connsiteX2139" fmla="*/ 732568 w 1628775"/>
                <a:gd name="connsiteY2139" fmla="*/ 570167 h 1371600"/>
                <a:gd name="connsiteX2140" fmla="*/ 729520 w 1628775"/>
                <a:gd name="connsiteY2140" fmla="*/ 571881 h 1371600"/>
                <a:gd name="connsiteX2141" fmla="*/ 727710 w 1628775"/>
                <a:gd name="connsiteY2141" fmla="*/ 572929 h 1371600"/>
                <a:gd name="connsiteX2142" fmla="*/ 726281 w 1628775"/>
                <a:gd name="connsiteY2142" fmla="*/ 575120 h 1371600"/>
                <a:gd name="connsiteX2143" fmla="*/ 726472 w 1628775"/>
                <a:gd name="connsiteY2143" fmla="*/ 576929 h 1371600"/>
                <a:gd name="connsiteX2144" fmla="*/ 726948 w 1628775"/>
                <a:gd name="connsiteY2144" fmla="*/ 577786 h 1371600"/>
                <a:gd name="connsiteX2145" fmla="*/ 726567 w 1628775"/>
                <a:gd name="connsiteY2145" fmla="*/ 578834 h 1371600"/>
                <a:gd name="connsiteX2146" fmla="*/ 725900 w 1628775"/>
                <a:gd name="connsiteY2146" fmla="*/ 580073 h 1371600"/>
                <a:gd name="connsiteX2147" fmla="*/ 725138 w 1628775"/>
                <a:gd name="connsiteY2147" fmla="*/ 580835 h 1371600"/>
                <a:gd name="connsiteX2148" fmla="*/ 725519 w 1628775"/>
                <a:gd name="connsiteY2148" fmla="*/ 581597 h 1371600"/>
                <a:gd name="connsiteX2149" fmla="*/ 724757 w 1628775"/>
                <a:gd name="connsiteY2149" fmla="*/ 582454 h 1371600"/>
                <a:gd name="connsiteX2150" fmla="*/ 724281 w 1628775"/>
                <a:gd name="connsiteY2150" fmla="*/ 583502 h 1371600"/>
                <a:gd name="connsiteX2151" fmla="*/ 723900 w 1628775"/>
                <a:gd name="connsiteY2151" fmla="*/ 585026 h 1371600"/>
                <a:gd name="connsiteX2152" fmla="*/ 723709 w 1628775"/>
                <a:gd name="connsiteY2152" fmla="*/ 586740 h 1371600"/>
                <a:gd name="connsiteX2153" fmla="*/ 723995 w 1628775"/>
                <a:gd name="connsiteY2153" fmla="*/ 587597 h 1371600"/>
                <a:gd name="connsiteX2154" fmla="*/ 725043 w 1628775"/>
                <a:gd name="connsiteY2154" fmla="*/ 587693 h 1371600"/>
                <a:gd name="connsiteX2155" fmla="*/ 725138 w 1628775"/>
                <a:gd name="connsiteY2155" fmla="*/ 586931 h 1371600"/>
                <a:gd name="connsiteX2156" fmla="*/ 725710 w 1628775"/>
                <a:gd name="connsiteY2156" fmla="*/ 586740 h 1371600"/>
                <a:gd name="connsiteX2157" fmla="*/ 726376 w 1628775"/>
                <a:gd name="connsiteY2157" fmla="*/ 587216 h 1371600"/>
                <a:gd name="connsiteX2158" fmla="*/ 726662 w 1628775"/>
                <a:gd name="connsiteY2158" fmla="*/ 588264 h 1371600"/>
                <a:gd name="connsiteX2159" fmla="*/ 726186 w 1628775"/>
                <a:gd name="connsiteY2159" fmla="*/ 591598 h 1371600"/>
                <a:gd name="connsiteX2160" fmla="*/ 726281 w 1628775"/>
                <a:gd name="connsiteY2160" fmla="*/ 593027 h 1371600"/>
                <a:gd name="connsiteX2161" fmla="*/ 726853 w 1628775"/>
                <a:gd name="connsiteY2161" fmla="*/ 593503 h 1371600"/>
                <a:gd name="connsiteX2162" fmla="*/ 727424 w 1628775"/>
                <a:gd name="connsiteY2162" fmla="*/ 595789 h 1371600"/>
                <a:gd name="connsiteX2163" fmla="*/ 728377 w 1628775"/>
                <a:gd name="connsiteY2163" fmla="*/ 596646 h 1371600"/>
                <a:gd name="connsiteX2164" fmla="*/ 728758 w 1628775"/>
                <a:gd name="connsiteY2164" fmla="*/ 597884 h 1371600"/>
                <a:gd name="connsiteX2165" fmla="*/ 728377 w 1628775"/>
                <a:gd name="connsiteY2165" fmla="*/ 599789 h 1371600"/>
                <a:gd name="connsiteX2166" fmla="*/ 727900 w 1628775"/>
                <a:gd name="connsiteY2166" fmla="*/ 600932 h 1371600"/>
                <a:gd name="connsiteX2167" fmla="*/ 727805 w 1628775"/>
                <a:gd name="connsiteY2167" fmla="*/ 601599 h 1371600"/>
                <a:gd name="connsiteX2168" fmla="*/ 728186 w 1628775"/>
                <a:gd name="connsiteY2168" fmla="*/ 601980 h 1371600"/>
                <a:gd name="connsiteX2169" fmla="*/ 728567 w 1628775"/>
                <a:gd name="connsiteY2169" fmla="*/ 602361 h 1371600"/>
                <a:gd name="connsiteX2170" fmla="*/ 728567 w 1628775"/>
                <a:gd name="connsiteY2170" fmla="*/ 603885 h 1371600"/>
                <a:gd name="connsiteX2171" fmla="*/ 728281 w 1628775"/>
                <a:gd name="connsiteY2171" fmla="*/ 605123 h 1371600"/>
                <a:gd name="connsiteX2172" fmla="*/ 724567 w 1628775"/>
                <a:gd name="connsiteY2172" fmla="*/ 614267 h 1371600"/>
                <a:gd name="connsiteX2173" fmla="*/ 721900 w 1628775"/>
                <a:gd name="connsiteY2173" fmla="*/ 618744 h 1371600"/>
                <a:gd name="connsiteX2174" fmla="*/ 710851 w 1628775"/>
                <a:gd name="connsiteY2174" fmla="*/ 633794 h 1371600"/>
                <a:gd name="connsiteX2175" fmla="*/ 708374 w 1628775"/>
                <a:gd name="connsiteY2175" fmla="*/ 636461 h 1371600"/>
                <a:gd name="connsiteX2176" fmla="*/ 706469 w 1628775"/>
                <a:gd name="connsiteY2176" fmla="*/ 638080 h 1371600"/>
                <a:gd name="connsiteX2177" fmla="*/ 703897 w 1628775"/>
                <a:gd name="connsiteY2177" fmla="*/ 639318 h 1371600"/>
                <a:gd name="connsiteX2178" fmla="*/ 702850 w 1628775"/>
                <a:gd name="connsiteY2178" fmla="*/ 640937 h 1371600"/>
                <a:gd name="connsiteX2179" fmla="*/ 698563 w 1628775"/>
                <a:gd name="connsiteY2179" fmla="*/ 644747 h 1371600"/>
                <a:gd name="connsiteX2180" fmla="*/ 696754 w 1628775"/>
                <a:gd name="connsiteY2180" fmla="*/ 645509 h 1371600"/>
                <a:gd name="connsiteX2181" fmla="*/ 695801 w 1628775"/>
                <a:gd name="connsiteY2181" fmla="*/ 645414 h 1371600"/>
                <a:gd name="connsiteX2182" fmla="*/ 694754 w 1628775"/>
                <a:gd name="connsiteY2182" fmla="*/ 645509 h 1371600"/>
                <a:gd name="connsiteX2183" fmla="*/ 694468 w 1628775"/>
                <a:gd name="connsiteY2183" fmla="*/ 645986 h 1371600"/>
                <a:gd name="connsiteX2184" fmla="*/ 695230 w 1628775"/>
                <a:gd name="connsiteY2184" fmla="*/ 647414 h 1371600"/>
                <a:gd name="connsiteX2185" fmla="*/ 694468 w 1628775"/>
                <a:gd name="connsiteY2185" fmla="*/ 649034 h 1371600"/>
                <a:gd name="connsiteX2186" fmla="*/ 693801 w 1628775"/>
                <a:gd name="connsiteY2186" fmla="*/ 649986 h 1371600"/>
                <a:gd name="connsiteX2187" fmla="*/ 693039 w 1628775"/>
                <a:gd name="connsiteY2187" fmla="*/ 651510 h 1371600"/>
                <a:gd name="connsiteX2188" fmla="*/ 690467 w 1628775"/>
                <a:gd name="connsiteY2188" fmla="*/ 654749 h 1371600"/>
                <a:gd name="connsiteX2189" fmla="*/ 689800 w 1628775"/>
                <a:gd name="connsiteY2189" fmla="*/ 656749 h 1371600"/>
                <a:gd name="connsiteX2190" fmla="*/ 689134 w 1628775"/>
                <a:gd name="connsiteY2190" fmla="*/ 658273 h 1371600"/>
                <a:gd name="connsiteX2191" fmla="*/ 688181 w 1628775"/>
                <a:gd name="connsiteY2191" fmla="*/ 660464 h 1371600"/>
                <a:gd name="connsiteX2192" fmla="*/ 687514 w 1628775"/>
                <a:gd name="connsiteY2192" fmla="*/ 661226 h 1371600"/>
                <a:gd name="connsiteX2193" fmla="*/ 686276 w 1628775"/>
                <a:gd name="connsiteY2193" fmla="*/ 661988 h 1371600"/>
                <a:gd name="connsiteX2194" fmla="*/ 685990 w 1628775"/>
                <a:gd name="connsiteY2194" fmla="*/ 663702 h 1371600"/>
                <a:gd name="connsiteX2195" fmla="*/ 686657 w 1628775"/>
                <a:gd name="connsiteY2195" fmla="*/ 664559 h 1371600"/>
                <a:gd name="connsiteX2196" fmla="*/ 687896 w 1628775"/>
                <a:gd name="connsiteY2196" fmla="*/ 666083 h 1371600"/>
                <a:gd name="connsiteX2197" fmla="*/ 687896 w 1628775"/>
                <a:gd name="connsiteY2197" fmla="*/ 667512 h 1371600"/>
                <a:gd name="connsiteX2198" fmla="*/ 687800 w 1628775"/>
                <a:gd name="connsiteY2198" fmla="*/ 669322 h 1371600"/>
                <a:gd name="connsiteX2199" fmla="*/ 688753 w 1628775"/>
                <a:gd name="connsiteY2199" fmla="*/ 670274 h 1371600"/>
                <a:gd name="connsiteX2200" fmla="*/ 690658 w 1628775"/>
                <a:gd name="connsiteY2200" fmla="*/ 672370 h 1371600"/>
                <a:gd name="connsiteX2201" fmla="*/ 691801 w 1628775"/>
                <a:gd name="connsiteY2201" fmla="*/ 673227 h 1371600"/>
                <a:gd name="connsiteX2202" fmla="*/ 692087 w 1628775"/>
                <a:gd name="connsiteY2202" fmla="*/ 674084 h 1371600"/>
                <a:gd name="connsiteX2203" fmla="*/ 692658 w 1628775"/>
                <a:gd name="connsiteY2203" fmla="*/ 675132 h 1371600"/>
                <a:gd name="connsiteX2204" fmla="*/ 693230 w 1628775"/>
                <a:gd name="connsiteY2204" fmla="*/ 676370 h 1371600"/>
                <a:gd name="connsiteX2205" fmla="*/ 693230 w 1628775"/>
                <a:gd name="connsiteY2205" fmla="*/ 677418 h 1371600"/>
                <a:gd name="connsiteX2206" fmla="*/ 692848 w 1628775"/>
                <a:gd name="connsiteY2206" fmla="*/ 678466 h 1371600"/>
                <a:gd name="connsiteX2207" fmla="*/ 692848 w 1628775"/>
                <a:gd name="connsiteY2207" fmla="*/ 679704 h 1371600"/>
                <a:gd name="connsiteX2208" fmla="*/ 692848 w 1628775"/>
                <a:gd name="connsiteY2208" fmla="*/ 680276 h 1371600"/>
                <a:gd name="connsiteX2209" fmla="*/ 692372 w 1628775"/>
                <a:gd name="connsiteY2209" fmla="*/ 680942 h 1371600"/>
                <a:gd name="connsiteX2210" fmla="*/ 692372 w 1628775"/>
                <a:gd name="connsiteY2210" fmla="*/ 681800 h 1371600"/>
                <a:gd name="connsiteX2211" fmla="*/ 692277 w 1628775"/>
                <a:gd name="connsiteY2211" fmla="*/ 682181 h 1371600"/>
                <a:gd name="connsiteX2212" fmla="*/ 691896 w 1628775"/>
                <a:gd name="connsiteY2212" fmla="*/ 682561 h 1371600"/>
                <a:gd name="connsiteX2213" fmla="*/ 691610 w 1628775"/>
                <a:gd name="connsiteY2213" fmla="*/ 683705 h 1371600"/>
                <a:gd name="connsiteX2214" fmla="*/ 690467 w 1628775"/>
                <a:gd name="connsiteY2214" fmla="*/ 683895 h 1371600"/>
                <a:gd name="connsiteX2215" fmla="*/ 690277 w 1628775"/>
                <a:gd name="connsiteY2215" fmla="*/ 683133 h 1371600"/>
                <a:gd name="connsiteX2216" fmla="*/ 689420 w 1628775"/>
                <a:gd name="connsiteY2216" fmla="*/ 682466 h 1371600"/>
                <a:gd name="connsiteX2217" fmla="*/ 689705 w 1628775"/>
                <a:gd name="connsiteY2217" fmla="*/ 681800 h 1371600"/>
                <a:gd name="connsiteX2218" fmla="*/ 690181 w 1628775"/>
                <a:gd name="connsiteY2218" fmla="*/ 681800 h 1371600"/>
                <a:gd name="connsiteX2219" fmla="*/ 690467 w 1628775"/>
                <a:gd name="connsiteY2219" fmla="*/ 681038 h 1371600"/>
                <a:gd name="connsiteX2220" fmla="*/ 690086 w 1628775"/>
                <a:gd name="connsiteY2220" fmla="*/ 679799 h 1371600"/>
                <a:gd name="connsiteX2221" fmla="*/ 689705 w 1628775"/>
                <a:gd name="connsiteY2221" fmla="*/ 678752 h 1371600"/>
                <a:gd name="connsiteX2222" fmla="*/ 689800 w 1628775"/>
                <a:gd name="connsiteY2222" fmla="*/ 678180 h 1371600"/>
                <a:gd name="connsiteX2223" fmla="*/ 689038 w 1628775"/>
                <a:gd name="connsiteY2223" fmla="*/ 676942 h 1371600"/>
                <a:gd name="connsiteX2224" fmla="*/ 687038 w 1628775"/>
                <a:gd name="connsiteY2224" fmla="*/ 678561 h 1371600"/>
                <a:gd name="connsiteX2225" fmla="*/ 685705 w 1628775"/>
                <a:gd name="connsiteY2225" fmla="*/ 679323 h 1371600"/>
                <a:gd name="connsiteX2226" fmla="*/ 685705 w 1628775"/>
                <a:gd name="connsiteY2226" fmla="*/ 681133 h 1371600"/>
                <a:gd name="connsiteX2227" fmla="*/ 686467 w 1628775"/>
                <a:gd name="connsiteY2227" fmla="*/ 680942 h 1371600"/>
                <a:gd name="connsiteX2228" fmla="*/ 686657 w 1628775"/>
                <a:gd name="connsiteY2228" fmla="*/ 681704 h 1371600"/>
                <a:gd name="connsiteX2229" fmla="*/ 686562 w 1628775"/>
                <a:gd name="connsiteY2229" fmla="*/ 682657 h 1371600"/>
                <a:gd name="connsiteX2230" fmla="*/ 686086 w 1628775"/>
                <a:gd name="connsiteY2230" fmla="*/ 683990 h 1371600"/>
                <a:gd name="connsiteX2231" fmla="*/ 687038 w 1628775"/>
                <a:gd name="connsiteY2231" fmla="*/ 684752 h 1371600"/>
                <a:gd name="connsiteX2232" fmla="*/ 686943 w 1628775"/>
                <a:gd name="connsiteY2232" fmla="*/ 685610 h 1371600"/>
                <a:gd name="connsiteX2233" fmla="*/ 686467 w 1628775"/>
                <a:gd name="connsiteY2233" fmla="*/ 685895 h 1371600"/>
                <a:gd name="connsiteX2234" fmla="*/ 685419 w 1628775"/>
                <a:gd name="connsiteY2234" fmla="*/ 685705 h 1371600"/>
                <a:gd name="connsiteX2235" fmla="*/ 684847 w 1628775"/>
                <a:gd name="connsiteY2235" fmla="*/ 686372 h 1371600"/>
                <a:gd name="connsiteX2236" fmla="*/ 683800 w 1628775"/>
                <a:gd name="connsiteY2236" fmla="*/ 687038 h 1371600"/>
                <a:gd name="connsiteX2237" fmla="*/ 683323 w 1628775"/>
                <a:gd name="connsiteY2237" fmla="*/ 686562 h 1371600"/>
                <a:gd name="connsiteX2238" fmla="*/ 682942 w 1628775"/>
                <a:gd name="connsiteY2238" fmla="*/ 685990 h 1371600"/>
                <a:gd name="connsiteX2239" fmla="*/ 681133 w 1628775"/>
                <a:gd name="connsiteY2239" fmla="*/ 686372 h 1371600"/>
                <a:gd name="connsiteX2240" fmla="*/ 680371 w 1628775"/>
                <a:gd name="connsiteY2240" fmla="*/ 685895 h 1371600"/>
                <a:gd name="connsiteX2241" fmla="*/ 679704 w 1628775"/>
                <a:gd name="connsiteY2241" fmla="*/ 685324 h 1371600"/>
                <a:gd name="connsiteX2242" fmla="*/ 678751 w 1628775"/>
                <a:gd name="connsiteY2242" fmla="*/ 684657 h 1371600"/>
                <a:gd name="connsiteX2243" fmla="*/ 678180 w 1628775"/>
                <a:gd name="connsiteY2243" fmla="*/ 684752 h 1371600"/>
                <a:gd name="connsiteX2244" fmla="*/ 678371 w 1628775"/>
                <a:gd name="connsiteY2244" fmla="*/ 685610 h 1371600"/>
                <a:gd name="connsiteX2245" fmla="*/ 679132 w 1628775"/>
                <a:gd name="connsiteY2245" fmla="*/ 686467 h 1371600"/>
                <a:gd name="connsiteX2246" fmla="*/ 679323 w 1628775"/>
                <a:gd name="connsiteY2246" fmla="*/ 686753 h 1371600"/>
                <a:gd name="connsiteX2247" fmla="*/ 679513 w 1628775"/>
                <a:gd name="connsiteY2247" fmla="*/ 687610 h 1371600"/>
                <a:gd name="connsiteX2248" fmla="*/ 679895 w 1628775"/>
                <a:gd name="connsiteY2248" fmla="*/ 688086 h 1371600"/>
                <a:gd name="connsiteX2249" fmla="*/ 680275 w 1628775"/>
                <a:gd name="connsiteY2249" fmla="*/ 688467 h 1371600"/>
                <a:gd name="connsiteX2250" fmla="*/ 680466 w 1628775"/>
                <a:gd name="connsiteY2250" fmla="*/ 688943 h 1371600"/>
                <a:gd name="connsiteX2251" fmla="*/ 679704 w 1628775"/>
                <a:gd name="connsiteY2251" fmla="*/ 689324 h 1371600"/>
                <a:gd name="connsiteX2252" fmla="*/ 678942 w 1628775"/>
                <a:gd name="connsiteY2252" fmla="*/ 689610 h 1371600"/>
                <a:gd name="connsiteX2253" fmla="*/ 678371 w 1628775"/>
                <a:gd name="connsiteY2253" fmla="*/ 689039 h 1371600"/>
                <a:gd name="connsiteX2254" fmla="*/ 677799 w 1628775"/>
                <a:gd name="connsiteY2254" fmla="*/ 689229 h 1371600"/>
                <a:gd name="connsiteX2255" fmla="*/ 677608 w 1628775"/>
                <a:gd name="connsiteY2255" fmla="*/ 689705 h 1371600"/>
                <a:gd name="connsiteX2256" fmla="*/ 678371 w 1628775"/>
                <a:gd name="connsiteY2256" fmla="*/ 691134 h 1371600"/>
                <a:gd name="connsiteX2257" fmla="*/ 678751 w 1628775"/>
                <a:gd name="connsiteY2257" fmla="*/ 691610 h 1371600"/>
                <a:gd name="connsiteX2258" fmla="*/ 679323 w 1628775"/>
                <a:gd name="connsiteY2258" fmla="*/ 691896 h 1371600"/>
                <a:gd name="connsiteX2259" fmla="*/ 678085 w 1628775"/>
                <a:gd name="connsiteY2259" fmla="*/ 692372 h 1371600"/>
                <a:gd name="connsiteX2260" fmla="*/ 677228 w 1628775"/>
                <a:gd name="connsiteY2260" fmla="*/ 692086 h 1371600"/>
                <a:gd name="connsiteX2261" fmla="*/ 676370 w 1628775"/>
                <a:gd name="connsiteY2261" fmla="*/ 690848 h 1371600"/>
                <a:gd name="connsiteX2262" fmla="*/ 675227 w 1628775"/>
                <a:gd name="connsiteY2262" fmla="*/ 690944 h 1371600"/>
                <a:gd name="connsiteX2263" fmla="*/ 674846 w 1628775"/>
                <a:gd name="connsiteY2263" fmla="*/ 689991 h 1371600"/>
                <a:gd name="connsiteX2264" fmla="*/ 674370 w 1628775"/>
                <a:gd name="connsiteY2264" fmla="*/ 689610 h 1371600"/>
                <a:gd name="connsiteX2265" fmla="*/ 672655 w 1628775"/>
                <a:gd name="connsiteY2265" fmla="*/ 690182 h 1371600"/>
                <a:gd name="connsiteX2266" fmla="*/ 671893 w 1628775"/>
                <a:gd name="connsiteY2266" fmla="*/ 691229 h 1371600"/>
                <a:gd name="connsiteX2267" fmla="*/ 672751 w 1628775"/>
                <a:gd name="connsiteY2267" fmla="*/ 691610 h 1371600"/>
                <a:gd name="connsiteX2268" fmla="*/ 673417 w 1628775"/>
                <a:gd name="connsiteY2268" fmla="*/ 692753 h 1371600"/>
                <a:gd name="connsiteX2269" fmla="*/ 674846 w 1628775"/>
                <a:gd name="connsiteY2269" fmla="*/ 691991 h 1371600"/>
                <a:gd name="connsiteX2270" fmla="*/ 674846 w 1628775"/>
                <a:gd name="connsiteY2270" fmla="*/ 693230 h 1371600"/>
                <a:gd name="connsiteX2271" fmla="*/ 674275 w 1628775"/>
                <a:gd name="connsiteY2271" fmla="*/ 694182 h 1371600"/>
                <a:gd name="connsiteX2272" fmla="*/ 673513 w 1628775"/>
                <a:gd name="connsiteY2272" fmla="*/ 694658 h 1371600"/>
                <a:gd name="connsiteX2273" fmla="*/ 672084 w 1628775"/>
                <a:gd name="connsiteY2273" fmla="*/ 694563 h 1371600"/>
                <a:gd name="connsiteX2274" fmla="*/ 669322 w 1628775"/>
                <a:gd name="connsiteY2274" fmla="*/ 695325 h 1371600"/>
                <a:gd name="connsiteX2275" fmla="*/ 668083 w 1628775"/>
                <a:gd name="connsiteY2275" fmla="*/ 694944 h 1371600"/>
                <a:gd name="connsiteX2276" fmla="*/ 668750 w 1628775"/>
                <a:gd name="connsiteY2276" fmla="*/ 694468 h 1371600"/>
                <a:gd name="connsiteX2277" fmla="*/ 669131 w 1628775"/>
                <a:gd name="connsiteY2277" fmla="*/ 692658 h 1371600"/>
                <a:gd name="connsiteX2278" fmla="*/ 670370 w 1628775"/>
                <a:gd name="connsiteY2278" fmla="*/ 692182 h 1371600"/>
                <a:gd name="connsiteX2279" fmla="*/ 670655 w 1628775"/>
                <a:gd name="connsiteY2279" fmla="*/ 691896 h 1371600"/>
                <a:gd name="connsiteX2280" fmla="*/ 669512 w 1628775"/>
                <a:gd name="connsiteY2280" fmla="*/ 691325 h 1371600"/>
                <a:gd name="connsiteX2281" fmla="*/ 668274 w 1628775"/>
                <a:gd name="connsiteY2281" fmla="*/ 691991 h 1371600"/>
                <a:gd name="connsiteX2282" fmla="*/ 667226 w 1628775"/>
                <a:gd name="connsiteY2282" fmla="*/ 692944 h 1371600"/>
                <a:gd name="connsiteX2283" fmla="*/ 666750 w 1628775"/>
                <a:gd name="connsiteY2283" fmla="*/ 693706 h 1371600"/>
                <a:gd name="connsiteX2284" fmla="*/ 665702 w 1628775"/>
                <a:gd name="connsiteY2284" fmla="*/ 694277 h 1371600"/>
                <a:gd name="connsiteX2285" fmla="*/ 665226 w 1628775"/>
                <a:gd name="connsiteY2285" fmla="*/ 694468 h 1371600"/>
                <a:gd name="connsiteX2286" fmla="*/ 664750 w 1628775"/>
                <a:gd name="connsiteY2286" fmla="*/ 694563 h 1371600"/>
                <a:gd name="connsiteX2287" fmla="*/ 663226 w 1628775"/>
                <a:gd name="connsiteY2287" fmla="*/ 694468 h 1371600"/>
                <a:gd name="connsiteX2288" fmla="*/ 662273 w 1628775"/>
                <a:gd name="connsiteY2288" fmla="*/ 694087 h 1371600"/>
                <a:gd name="connsiteX2289" fmla="*/ 662178 w 1628775"/>
                <a:gd name="connsiteY2289" fmla="*/ 693230 h 1371600"/>
                <a:gd name="connsiteX2290" fmla="*/ 662368 w 1628775"/>
                <a:gd name="connsiteY2290" fmla="*/ 692086 h 1371600"/>
                <a:gd name="connsiteX2291" fmla="*/ 662368 w 1628775"/>
                <a:gd name="connsiteY2291" fmla="*/ 690944 h 1371600"/>
                <a:gd name="connsiteX2292" fmla="*/ 661892 w 1628775"/>
                <a:gd name="connsiteY2292" fmla="*/ 691991 h 1371600"/>
                <a:gd name="connsiteX2293" fmla="*/ 661511 w 1628775"/>
                <a:gd name="connsiteY2293" fmla="*/ 692468 h 1371600"/>
                <a:gd name="connsiteX2294" fmla="*/ 661130 w 1628775"/>
                <a:gd name="connsiteY2294" fmla="*/ 692658 h 1371600"/>
                <a:gd name="connsiteX2295" fmla="*/ 660654 w 1628775"/>
                <a:gd name="connsiteY2295" fmla="*/ 692563 h 1371600"/>
                <a:gd name="connsiteX2296" fmla="*/ 660654 w 1628775"/>
                <a:gd name="connsiteY2296" fmla="*/ 692277 h 1371600"/>
                <a:gd name="connsiteX2297" fmla="*/ 660749 w 1628775"/>
                <a:gd name="connsiteY2297" fmla="*/ 691896 h 1371600"/>
                <a:gd name="connsiteX2298" fmla="*/ 660654 w 1628775"/>
                <a:gd name="connsiteY2298" fmla="*/ 691229 h 1371600"/>
                <a:gd name="connsiteX2299" fmla="*/ 660845 w 1628775"/>
                <a:gd name="connsiteY2299" fmla="*/ 690277 h 1371600"/>
                <a:gd name="connsiteX2300" fmla="*/ 660178 w 1628775"/>
                <a:gd name="connsiteY2300" fmla="*/ 689801 h 1371600"/>
                <a:gd name="connsiteX2301" fmla="*/ 659225 w 1628775"/>
                <a:gd name="connsiteY2301" fmla="*/ 689420 h 1371600"/>
                <a:gd name="connsiteX2302" fmla="*/ 659511 w 1628775"/>
                <a:gd name="connsiteY2302" fmla="*/ 688467 h 1371600"/>
                <a:gd name="connsiteX2303" fmla="*/ 659797 w 1628775"/>
                <a:gd name="connsiteY2303" fmla="*/ 687419 h 1371600"/>
                <a:gd name="connsiteX2304" fmla="*/ 658558 w 1628775"/>
                <a:gd name="connsiteY2304" fmla="*/ 688277 h 1371600"/>
                <a:gd name="connsiteX2305" fmla="*/ 658368 w 1628775"/>
                <a:gd name="connsiteY2305" fmla="*/ 688943 h 1371600"/>
                <a:gd name="connsiteX2306" fmla="*/ 657892 w 1628775"/>
                <a:gd name="connsiteY2306" fmla="*/ 689610 h 1371600"/>
                <a:gd name="connsiteX2307" fmla="*/ 657415 w 1628775"/>
                <a:gd name="connsiteY2307" fmla="*/ 690182 h 1371600"/>
                <a:gd name="connsiteX2308" fmla="*/ 656749 w 1628775"/>
                <a:gd name="connsiteY2308" fmla="*/ 690372 h 1371600"/>
                <a:gd name="connsiteX2309" fmla="*/ 655225 w 1628775"/>
                <a:gd name="connsiteY2309" fmla="*/ 690372 h 1371600"/>
                <a:gd name="connsiteX2310" fmla="*/ 654558 w 1628775"/>
                <a:gd name="connsiteY2310" fmla="*/ 690563 h 1371600"/>
                <a:gd name="connsiteX2311" fmla="*/ 653320 w 1628775"/>
                <a:gd name="connsiteY2311" fmla="*/ 691610 h 1371600"/>
                <a:gd name="connsiteX2312" fmla="*/ 653987 w 1628775"/>
                <a:gd name="connsiteY2312" fmla="*/ 693325 h 1371600"/>
                <a:gd name="connsiteX2313" fmla="*/ 655225 w 1628775"/>
                <a:gd name="connsiteY2313" fmla="*/ 693896 h 1371600"/>
                <a:gd name="connsiteX2314" fmla="*/ 656749 w 1628775"/>
                <a:gd name="connsiteY2314" fmla="*/ 693515 h 1371600"/>
                <a:gd name="connsiteX2315" fmla="*/ 656749 w 1628775"/>
                <a:gd name="connsiteY2315" fmla="*/ 695135 h 1371600"/>
                <a:gd name="connsiteX2316" fmla="*/ 656368 w 1628775"/>
                <a:gd name="connsiteY2316" fmla="*/ 695515 h 1371600"/>
                <a:gd name="connsiteX2317" fmla="*/ 655130 w 1628775"/>
                <a:gd name="connsiteY2317" fmla="*/ 694849 h 1371600"/>
                <a:gd name="connsiteX2318" fmla="*/ 654177 w 1628775"/>
                <a:gd name="connsiteY2318" fmla="*/ 694753 h 1371600"/>
                <a:gd name="connsiteX2319" fmla="*/ 653510 w 1628775"/>
                <a:gd name="connsiteY2319" fmla="*/ 695801 h 1371600"/>
                <a:gd name="connsiteX2320" fmla="*/ 653034 w 1628775"/>
                <a:gd name="connsiteY2320" fmla="*/ 696849 h 1371600"/>
                <a:gd name="connsiteX2321" fmla="*/ 652463 w 1628775"/>
                <a:gd name="connsiteY2321" fmla="*/ 697325 h 1371600"/>
                <a:gd name="connsiteX2322" fmla="*/ 652177 w 1628775"/>
                <a:gd name="connsiteY2322" fmla="*/ 696563 h 1371600"/>
                <a:gd name="connsiteX2323" fmla="*/ 652272 w 1628775"/>
                <a:gd name="connsiteY2323" fmla="*/ 696087 h 1371600"/>
                <a:gd name="connsiteX2324" fmla="*/ 652748 w 1628775"/>
                <a:gd name="connsiteY2324" fmla="*/ 694849 h 1371600"/>
                <a:gd name="connsiteX2325" fmla="*/ 653034 w 1628775"/>
                <a:gd name="connsiteY2325" fmla="*/ 694277 h 1371600"/>
                <a:gd name="connsiteX2326" fmla="*/ 653320 w 1628775"/>
                <a:gd name="connsiteY2326" fmla="*/ 693420 h 1371600"/>
                <a:gd name="connsiteX2327" fmla="*/ 652748 w 1628775"/>
                <a:gd name="connsiteY2327" fmla="*/ 692372 h 1371600"/>
                <a:gd name="connsiteX2328" fmla="*/ 652272 w 1628775"/>
                <a:gd name="connsiteY2328" fmla="*/ 692753 h 1371600"/>
                <a:gd name="connsiteX2329" fmla="*/ 651510 w 1628775"/>
                <a:gd name="connsiteY2329" fmla="*/ 693039 h 1371600"/>
                <a:gd name="connsiteX2330" fmla="*/ 648176 w 1628775"/>
                <a:gd name="connsiteY2330" fmla="*/ 691229 h 1371600"/>
                <a:gd name="connsiteX2331" fmla="*/ 648272 w 1628775"/>
                <a:gd name="connsiteY2331" fmla="*/ 690182 h 1371600"/>
                <a:gd name="connsiteX2332" fmla="*/ 648938 w 1628775"/>
                <a:gd name="connsiteY2332" fmla="*/ 690182 h 1371600"/>
                <a:gd name="connsiteX2333" fmla="*/ 649510 w 1628775"/>
                <a:gd name="connsiteY2333" fmla="*/ 690182 h 1371600"/>
                <a:gd name="connsiteX2334" fmla="*/ 649986 w 1628775"/>
                <a:gd name="connsiteY2334" fmla="*/ 689801 h 1371600"/>
                <a:gd name="connsiteX2335" fmla="*/ 649700 w 1628775"/>
                <a:gd name="connsiteY2335" fmla="*/ 689515 h 1371600"/>
                <a:gd name="connsiteX2336" fmla="*/ 649033 w 1628775"/>
                <a:gd name="connsiteY2336" fmla="*/ 689229 h 1371600"/>
                <a:gd name="connsiteX2337" fmla="*/ 648748 w 1628775"/>
                <a:gd name="connsiteY2337" fmla="*/ 687896 h 1371600"/>
                <a:gd name="connsiteX2338" fmla="*/ 648081 w 1628775"/>
                <a:gd name="connsiteY2338" fmla="*/ 688372 h 1371600"/>
                <a:gd name="connsiteX2339" fmla="*/ 647319 w 1628775"/>
                <a:gd name="connsiteY2339" fmla="*/ 689420 h 1371600"/>
                <a:gd name="connsiteX2340" fmla="*/ 646557 w 1628775"/>
                <a:gd name="connsiteY2340" fmla="*/ 689991 h 1371600"/>
                <a:gd name="connsiteX2341" fmla="*/ 646462 w 1628775"/>
                <a:gd name="connsiteY2341" fmla="*/ 691134 h 1371600"/>
                <a:gd name="connsiteX2342" fmla="*/ 645890 w 1628775"/>
                <a:gd name="connsiteY2342" fmla="*/ 691229 h 1371600"/>
                <a:gd name="connsiteX2343" fmla="*/ 645509 w 1628775"/>
                <a:gd name="connsiteY2343" fmla="*/ 690848 h 1371600"/>
                <a:gd name="connsiteX2344" fmla="*/ 645509 w 1628775"/>
                <a:gd name="connsiteY2344" fmla="*/ 689610 h 1371600"/>
                <a:gd name="connsiteX2345" fmla="*/ 646366 w 1628775"/>
                <a:gd name="connsiteY2345" fmla="*/ 688181 h 1371600"/>
                <a:gd name="connsiteX2346" fmla="*/ 647795 w 1628775"/>
                <a:gd name="connsiteY2346" fmla="*/ 686467 h 1371600"/>
                <a:gd name="connsiteX2347" fmla="*/ 648272 w 1628775"/>
                <a:gd name="connsiteY2347" fmla="*/ 685895 h 1371600"/>
                <a:gd name="connsiteX2348" fmla="*/ 648462 w 1628775"/>
                <a:gd name="connsiteY2348" fmla="*/ 685038 h 1371600"/>
                <a:gd name="connsiteX2349" fmla="*/ 649129 w 1628775"/>
                <a:gd name="connsiteY2349" fmla="*/ 683705 h 1371600"/>
                <a:gd name="connsiteX2350" fmla="*/ 650176 w 1628775"/>
                <a:gd name="connsiteY2350" fmla="*/ 682943 h 1371600"/>
                <a:gd name="connsiteX2351" fmla="*/ 651224 w 1628775"/>
                <a:gd name="connsiteY2351" fmla="*/ 683609 h 1371600"/>
                <a:gd name="connsiteX2352" fmla="*/ 651605 w 1628775"/>
                <a:gd name="connsiteY2352" fmla="*/ 682752 h 1371600"/>
                <a:gd name="connsiteX2353" fmla="*/ 651510 w 1628775"/>
                <a:gd name="connsiteY2353" fmla="*/ 681609 h 1371600"/>
                <a:gd name="connsiteX2354" fmla="*/ 650938 w 1628775"/>
                <a:gd name="connsiteY2354" fmla="*/ 680180 h 1371600"/>
                <a:gd name="connsiteX2355" fmla="*/ 650081 w 1628775"/>
                <a:gd name="connsiteY2355" fmla="*/ 678942 h 1371600"/>
                <a:gd name="connsiteX2356" fmla="*/ 649319 w 1628775"/>
                <a:gd name="connsiteY2356" fmla="*/ 678371 h 1371600"/>
                <a:gd name="connsiteX2357" fmla="*/ 648748 w 1628775"/>
                <a:gd name="connsiteY2357" fmla="*/ 677228 h 1371600"/>
                <a:gd name="connsiteX2358" fmla="*/ 647509 w 1628775"/>
                <a:gd name="connsiteY2358" fmla="*/ 676275 h 1371600"/>
                <a:gd name="connsiteX2359" fmla="*/ 646652 w 1628775"/>
                <a:gd name="connsiteY2359" fmla="*/ 676847 h 1371600"/>
                <a:gd name="connsiteX2360" fmla="*/ 645223 w 1628775"/>
                <a:gd name="connsiteY2360" fmla="*/ 677037 h 1371600"/>
                <a:gd name="connsiteX2361" fmla="*/ 642652 w 1628775"/>
                <a:gd name="connsiteY2361" fmla="*/ 677609 h 1371600"/>
                <a:gd name="connsiteX2362" fmla="*/ 639985 w 1628775"/>
                <a:gd name="connsiteY2362" fmla="*/ 678466 h 1371600"/>
                <a:gd name="connsiteX2363" fmla="*/ 640080 w 1628775"/>
                <a:gd name="connsiteY2363" fmla="*/ 679323 h 1371600"/>
                <a:gd name="connsiteX2364" fmla="*/ 637889 w 1628775"/>
                <a:gd name="connsiteY2364" fmla="*/ 680847 h 1371600"/>
                <a:gd name="connsiteX2365" fmla="*/ 637032 w 1628775"/>
                <a:gd name="connsiteY2365" fmla="*/ 681419 h 1371600"/>
                <a:gd name="connsiteX2366" fmla="*/ 636080 w 1628775"/>
                <a:gd name="connsiteY2366" fmla="*/ 681514 h 1371600"/>
                <a:gd name="connsiteX2367" fmla="*/ 634841 w 1628775"/>
                <a:gd name="connsiteY2367" fmla="*/ 681609 h 1371600"/>
                <a:gd name="connsiteX2368" fmla="*/ 633317 w 1628775"/>
                <a:gd name="connsiteY2368" fmla="*/ 682657 h 1371600"/>
                <a:gd name="connsiteX2369" fmla="*/ 633508 w 1628775"/>
                <a:gd name="connsiteY2369" fmla="*/ 683514 h 1371600"/>
                <a:gd name="connsiteX2370" fmla="*/ 632936 w 1628775"/>
                <a:gd name="connsiteY2370" fmla="*/ 683705 h 1371600"/>
                <a:gd name="connsiteX2371" fmla="*/ 632555 w 1628775"/>
                <a:gd name="connsiteY2371" fmla="*/ 683895 h 1371600"/>
                <a:gd name="connsiteX2372" fmla="*/ 631507 w 1628775"/>
                <a:gd name="connsiteY2372" fmla="*/ 684752 h 1371600"/>
                <a:gd name="connsiteX2373" fmla="*/ 630936 w 1628775"/>
                <a:gd name="connsiteY2373" fmla="*/ 684562 h 1371600"/>
                <a:gd name="connsiteX2374" fmla="*/ 629983 w 1628775"/>
                <a:gd name="connsiteY2374" fmla="*/ 684276 h 1371600"/>
                <a:gd name="connsiteX2375" fmla="*/ 629317 w 1628775"/>
                <a:gd name="connsiteY2375" fmla="*/ 684467 h 1371600"/>
                <a:gd name="connsiteX2376" fmla="*/ 629126 w 1628775"/>
                <a:gd name="connsiteY2376" fmla="*/ 683705 h 1371600"/>
                <a:gd name="connsiteX2377" fmla="*/ 628174 w 1628775"/>
                <a:gd name="connsiteY2377" fmla="*/ 683609 h 1371600"/>
                <a:gd name="connsiteX2378" fmla="*/ 627031 w 1628775"/>
                <a:gd name="connsiteY2378" fmla="*/ 684467 h 1371600"/>
                <a:gd name="connsiteX2379" fmla="*/ 626555 w 1628775"/>
                <a:gd name="connsiteY2379" fmla="*/ 683705 h 1371600"/>
                <a:gd name="connsiteX2380" fmla="*/ 625507 w 1628775"/>
                <a:gd name="connsiteY2380" fmla="*/ 683324 h 1371600"/>
                <a:gd name="connsiteX2381" fmla="*/ 624745 w 1628775"/>
                <a:gd name="connsiteY2381" fmla="*/ 683133 h 1371600"/>
                <a:gd name="connsiteX2382" fmla="*/ 623125 w 1628775"/>
                <a:gd name="connsiteY2382" fmla="*/ 683038 h 1371600"/>
                <a:gd name="connsiteX2383" fmla="*/ 619125 w 1628775"/>
                <a:gd name="connsiteY2383" fmla="*/ 683228 h 1371600"/>
                <a:gd name="connsiteX2384" fmla="*/ 616839 w 1628775"/>
                <a:gd name="connsiteY2384" fmla="*/ 683133 h 1371600"/>
                <a:gd name="connsiteX2385" fmla="*/ 613791 w 1628775"/>
                <a:gd name="connsiteY2385" fmla="*/ 683419 h 1371600"/>
                <a:gd name="connsiteX2386" fmla="*/ 611029 w 1628775"/>
                <a:gd name="connsiteY2386" fmla="*/ 682561 h 1371600"/>
                <a:gd name="connsiteX2387" fmla="*/ 609029 w 1628775"/>
                <a:gd name="connsiteY2387" fmla="*/ 683705 h 1371600"/>
                <a:gd name="connsiteX2388" fmla="*/ 607314 w 1628775"/>
                <a:gd name="connsiteY2388" fmla="*/ 684752 h 1371600"/>
                <a:gd name="connsiteX2389" fmla="*/ 604552 w 1628775"/>
                <a:gd name="connsiteY2389" fmla="*/ 685800 h 1371600"/>
                <a:gd name="connsiteX2390" fmla="*/ 602551 w 1628775"/>
                <a:gd name="connsiteY2390" fmla="*/ 686467 h 1371600"/>
                <a:gd name="connsiteX2391" fmla="*/ 601789 w 1628775"/>
                <a:gd name="connsiteY2391" fmla="*/ 687419 h 1371600"/>
                <a:gd name="connsiteX2392" fmla="*/ 601313 w 1628775"/>
                <a:gd name="connsiteY2392" fmla="*/ 687515 h 1371600"/>
                <a:gd name="connsiteX2393" fmla="*/ 600837 w 1628775"/>
                <a:gd name="connsiteY2393" fmla="*/ 687515 h 1371600"/>
                <a:gd name="connsiteX2394" fmla="*/ 598265 w 1628775"/>
                <a:gd name="connsiteY2394" fmla="*/ 687991 h 1371600"/>
                <a:gd name="connsiteX2395" fmla="*/ 597598 w 1628775"/>
                <a:gd name="connsiteY2395" fmla="*/ 689324 h 1371600"/>
                <a:gd name="connsiteX2396" fmla="*/ 596551 w 1628775"/>
                <a:gd name="connsiteY2396" fmla="*/ 690086 h 1371600"/>
                <a:gd name="connsiteX2397" fmla="*/ 595313 w 1628775"/>
                <a:gd name="connsiteY2397" fmla="*/ 690563 h 1371600"/>
                <a:gd name="connsiteX2398" fmla="*/ 591979 w 1628775"/>
                <a:gd name="connsiteY2398" fmla="*/ 691229 h 1371600"/>
                <a:gd name="connsiteX2399" fmla="*/ 584645 w 1628775"/>
                <a:gd name="connsiteY2399" fmla="*/ 692277 h 1371600"/>
                <a:gd name="connsiteX2400" fmla="*/ 583216 w 1628775"/>
                <a:gd name="connsiteY2400" fmla="*/ 691134 h 1371600"/>
                <a:gd name="connsiteX2401" fmla="*/ 578072 w 1628775"/>
                <a:gd name="connsiteY2401" fmla="*/ 692563 h 1371600"/>
                <a:gd name="connsiteX2402" fmla="*/ 568547 w 1628775"/>
                <a:gd name="connsiteY2402" fmla="*/ 693325 h 1371600"/>
                <a:gd name="connsiteX2403" fmla="*/ 563308 w 1628775"/>
                <a:gd name="connsiteY2403" fmla="*/ 692086 h 1371600"/>
                <a:gd name="connsiteX2404" fmla="*/ 560546 w 1628775"/>
                <a:gd name="connsiteY2404" fmla="*/ 691325 h 1371600"/>
                <a:gd name="connsiteX2405" fmla="*/ 557689 w 1628775"/>
                <a:gd name="connsiteY2405" fmla="*/ 692086 h 1371600"/>
                <a:gd name="connsiteX2406" fmla="*/ 555974 w 1628775"/>
                <a:gd name="connsiteY2406" fmla="*/ 692849 h 1371600"/>
                <a:gd name="connsiteX2407" fmla="*/ 553212 w 1628775"/>
                <a:gd name="connsiteY2407" fmla="*/ 694087 h 1371600"/>
                <a:gd name="connsiteX2408" fmla="*/ 551974 w 1628775"/>
                <a:gd name="connsiteY2408" fmla="*/ 696278 h 1371600"/>
                <a:gd name="connsiteX2409" fmla="*/ 551021 w 1628775"/>
                <a:gd name="connsiteY2409" fmla="*/ 696468 h 1371600"/>
                <a:gd name="connsiteX2410" fmla="*/ 549973 w 1628775"/>
                <a:gd name="connsiteY2410" fmla="*/ 696373 h 1371600"/>
                <a:gd name="connsiteX2411" fmla="*/ 548926 w 1628775"/>
                <a:gd name="connsiteY2411" fmla="*/ 696087 h 1371600"/>
                <a:gd name="connsiteX2412" fmla="*/ 547306 w 1628775"/>
                <a:gd name="connsiteY2412" fmla="*/ 695801 h 1371600"/>
                <a:gd name="connsiteX2413" fmla="*/ 545497 w 1628775"/>
                <a:gd name="connsiteY2413" fmla="*/ 694849 h 1371600"/>
                <a:gd name="connsiteX2414" fmla="*/ 543878 w 1628775"/>
                <a:gd name="connsiteY2414" fmla="*/ 693801 h 1371600"/>
                <a:gd name="connsiteX2415" fmla="*/ 543687 w 1628775"/>
                <a:gd name="connsiteY2415" fmla="*/ 692944 h 1371600"/>
                <a:gd name="connsiteX2416" fmla="*/ 543306 w 1628775"/>
                <a:gd name="connsiteY2416" fmla="*/ 692182 h 1371600"/>
                <a:gd name="connsiteX2417" fmla="*/ 543306 w 1628775"/>
                <a:gd name="connsiteY2417" fmla="*/ 691420 h 1371600"/>
                <a:gd name="connsiteX2418" fmla="*/ 543497 w 1628775"/>
                <a:gd name="connsiteY2418" fmla="*/ 691229 h 1371600"/>
                <a:gd name="connsiteX2419" fmla="*/ 544163 w 1628775"/>
                <a:gd name="connsiteY2419" fmla="*/ 690372 h 1371600"/>
                <a:gd name="connsiteX2420" fmla="*/ 545021 w 1628775"/>
                <a:gd name="connsiteY2420" fmla="*/ 690086 h 1371600"/>
                <a:gd name="connsiteX2421" fmla="*/ 545687 w 1628775"/>
                <a:gd name="connsiteY2421" fmla="*/ 689801 h 1371600"/>
                <a:gd name="connsiteX2422" fmla="*/ 546449 w 1628775"/>
                <a:gd name="connsiteY2422" fmla="*/ 689610 h 1371600"/>
                <a:gd name="connsiteX2423" fmla="*/ 547116 w 1628775"/>
                <a:gd name="connsiteY2423" fmla="*/ 689229 h 1371600"/>
                <a:gd name="connsiteX2424" fmla="*/ 546163 w 1628775"/>
                <a:gd name="connsiteY2424" fmla="*/ 688657 h 1371600"/>
                <a:gd name="connsiteX2425" fmla="*/ 545021 w 1628775"/>
                <a:gd name="connsiteY2425" fmla="*/ 688753 h 1371600"/>
                <a:gd name="connsiteX2426" fmla="*/ 543973 w 1628775"/>
                <a:gd name="connsiteY2426" fmla="*/ 688848 h 1371600"/>
                <a:gd name="connsiteX2427" fmla="*/ 542925 w 1628775"/>
                <a:gd name="connsiteY2427" fmla="*/ 689324 h 1371600"/>
                <a:gd name="connsiteX2428" fmla="*/ 542544 w 1628775"/>
                <a:gd name="connsiteY2428" fmla="*/ 689515 h 1371600"/>
                <a:gd name="connsiteX2429" fmla="*/ 541972 w 1628775"/>
                <a:gd name="connsiteY2429" fmla="*/ 689420 h 1371600"/>
                <a:gd name="connsiteX2430" fmla="*/ 541687 w 1628775"/>
                <a:gd name="connsiteY2430" fmla="*/ 689134 h 1371600"/>
                <a:gd name="connsiteX2431" fmla="*/ 542068 w 1628775"/>
                <a:gd name="connsiteY2431" fmla="*/ 688467 h 1371600"/>
                <a:gd name="connsiteX2432" fmla="*/ 541782 w 1628775"/>
                <a:gd name="connsiteY2432" fmla="*/ 688181 h 1371600"/>
                <a:gd name="connsiteX2433" fmla="*/ 540830 w 1628775"/>
                <a:gd name="connsiteY2433" fmla="*/ 688848 h 1371600"/>
                <a:gd name="connsiteX2434" fmla="*/ 539877 w 1628775"/>
                <a:gd name="connsiteY2434" fmla="*/ 688943 h 1371600"/>
                <a:gd name="connsiteX2435" fmla="*/ 538163 w 1628775"/>
                <a:gd name="connsiteY2435" fmla="*/ 689515 h 1371600"/>
                <a:gd name="connsiteX2436" fmla="*/ 537400 w 1628775"/>
                <a:gd name="connsiteY2436" fmla="*/ 689039 h 1371600"/>
                <a:gd name="connsiteX2437" fmla="*/ 536257 w 1628775"/>
                <a:gd name="connsiteY2437" fmla="*/ 688086 h 1371600"/>
                <a:gd name="connsiteX2438" fmla="*/ 535496 w 1628775"/>
                <a:gd name="connsiteY2438" fmla="*/ 687229 h 1371600"/>
                <a:gd name="connsiteX2439" fmla="*/ 534733 w 1628775"/>
                <a:gd name="connsiteY2439" fmla="*/ 686943 h 1371600"/>
                <a:gd name="connsiteX2440" fmla="*/ 534733 w 1628775"/>
                <a:gd name="connsiteY2440" fmla="*/ 687800 h 1371600"/>
                <a:gd name="connsiteX2441" fmla="*/ 534257 w 1628775"/>
                <a:gd name="connsiteY2441" fmla="*/ 688562 h 1371600"/>
                <a:gd name="connsiteX2442" fmla="*/ 533400 w 1628775"/>
                <a:gd name="connsiteY2442" fmla="*/ 688277 h 1371600"/>
                <a:gd name="connsiteX2443" fmla="*/ 532733 w 1628775"/>
                <a:gd name="connsiteY2443" fmla="*/ 688657 h 1371600"/>
                <a:gd name="connsiteX2444" fmla="*/ 532257 w 1628775"/>
                <a:gd name="connsiteY2444" fmla="*/ 689420 h 1371600"/>
                <a:gd name="connsiteX2445" fmla="*/ 531781 w 1628775"/>
                <a:gd name="connsiteY2445" fmla="*/ 690372 h 1371600"/>
                <a:gd name="connsiteX2446" fmla="*/ 530733 w 1628775"/>
                <a:gd name="connsiteY2446" fmla="*/ 690753 h 1371600"/>
                <a:gd name="connsiteX2447" fmla="*/ 529495 w 1628775"/>
                <a:gd name="connsiteY2447" fmla="*/ 690467 h 1371600"/>
                <a:gd name="connsiteX2448" fmla="*/ 528542 w 1628775"/>
                <a:gd name="connsiteY2448" fmla="*/ 690658 h 1371600"/>
                <a:gd name="connsiteX2449" fmla="*/ 528352 w 1628775"/>
                <a:gd name="connsiteY2449" fmla="*/ 692277 h 1371600"/>
                <a:gd name="connsiteX2450" fmla="*/ 527113 w 1628775"/>
                <a:gd name="connsiteY2450" fmla="*/ 692182 h 1371600"/>
                <a:gd name="connsiteX2451" fmla="*/ 525875 w 1628775"/>
                <a:gd name="connsiteY2451" fmla="*/ 692563 h 1371600"/>
                <a:gd name="connsiteX2452" fmla="*/ 522827 w 1628775"/>
                <a:gd name="connsiteY2452" fmla="*/ 692753 h 1371600"/>
                <a:gd name="connsiteX2453" fmla="*/ 521398 w 1628775"/>
                <a:gd name="connsiteY2453" fmla="*/ 693039 h 1371600"/>
                <a:gd name="connsiteX2454" fmla="*/ 519684 w 1628775"/>
                <a:gd name="connsiteY2454" fmla="*/ 693706 h 1371600"/>
                <a:gd name="connsiteX2455" fmla="*/ 518160 w 1628775"/>
                <a:gd name="connsiteY2455" fmla="*/ 694658 h 1371600"/>
                <a:gd name="connsiteX2456" fmla="*/ 516922 w 1628775"/>
                <a:gd name="connsiteY2456" fmla="*/ 694944 h 1371600"/>
                <a:gd name="connsiteX2457" fmla="*/ 516064 w 1628775"/>
                <a:gd name="connsiteY2457" fmla="*/ 695230 h 1371600"/>
                <a:gd name="connsiteX2458" fmla="*/ 515493 w 1628775"/>
                <a:gd name="connsiteY2458" fmla="*/ 695325 h 1371600"/>
                <a:gd name="connsiteX2459" fmla="*/ 516446 w 1628775"/>
                <a:gd name="connsiteY2459" fmla="*/ 695801 h 1371600"/>
                <a:gd name="connsiteX2460" fmla="*/ 517017 w 1628775"/>
                <a:gd name="connsiteY2460" fmla="*/ 696278 h 1371600"/>
                <a:gd name="connsiteX2461" fmla="*/ 516731 w 1628775"/>
                <a:gd name="connsiteY2461" fmla="*/ 696563 h 1371600"/>
                <a:gd name="connsiteX2462" fmla="*/ 515969 w 1628775"/>
                <a:gd name="connsiteY2462" fmla="*/ 696754 h 1371600"/>
                <a:gd name="connsiteX2463" fmla="*/ 514255 w 1628775"/>
                <a:gd name="connsiteY2463" fmla="*/ 696754 h 1371600"/>
                <a:gd name="connsiteX2464" fmla="*/ 513207 w 1628775"/>
                <a:gd name="connsiteY2464" fmla="*/ 696754 h 1371600"/>
                <a:gd name="connsiteX2465" fmla="*/ 511778 w 1628775"/>
                <a:gd name="connsiteY2465" fmla="*/ 697135 h 1371600"/>
                <a:gd name="connsiteX2466" fmla="*/ 510730 w 1628775"/>
                <a:gd name="connsiteY2466" fmla="*/ 697230 h 1371600"/>
                <a:gd name="connsiteX2467" fmla="*/ 510159 w 1628775"/>
                <a:gd name="connsiteY2467" fmla="*/ 697897 h 1371600"/>
                <a:gd name="connsiteX2468" fmla="*/ 510540 w 1628775"/>
                <a:gd name="connsiteY2468" fmla="*/ 698659 h 1371600"/>
                <a:gd name="connsiteX2469" fmla="*/ 511778 w 1628775"/>
                <a:gd name="connsiteY2469" fmla="*/ 699516 h 1371600"/>
                <a:gd name="connsiteX2470" fmla="*/ 512635 w 1628775"/>
                <a:gd name="connsiteY2470" fmla="*/ 699992 h 1371600"/>
                <a:gd name="connsiteX2471" fmla="*/ 512826 w 1628775"/>
                <a:gd name="connsiteY2471" fmla="*/ 700850 h 1371600"/>
                <a:gd name="connsiteX2472" fmla="*/ 512826 w 1628775"/>
                <a:gd name="connsiteY2472" fmla="*/ 701707 h 1371600"/>
                <a:gd name="connsiteX2473" fmla="*/ 512731 w 1628775"/>
                <a:gd name="connsiteY2473" fmla="*/ 702755 h 1371600"/>
                <a:gd name="connsiteX2474" fmla="*/ 512350 w 1628775"/>
                <a:gd name="connsiteY2474" fmla="*/ 704374 h 1371600"/>
                <a:gd name="connsiteX2475" fmla="*/ 511683 w 1628775"/>
                <a:gd name="connsiteY2475" fmla="*/ 705422 h 1371600"/>
                <a:gd name="connsiteX2476" fmla="*/ 511016 w 1628775"/>
                <a:gd name="connsiteY2476" fmla="*/ 706565 h 1371600"/>
                <a:gd name="connsiteX2477" fmla="*/ 510064 w 1628775"/>
                <a:gd name="connsiteY2477" fmla="*/ 707231 h 1371600"/>
                <a:gd name="connsiteX2478" fmla="*/ 507682 w 1628775"/>
                <a:gd name="connsiteY2478" fmla="*/ 707993 h 1371600"/>
                <a:gd name="connsiteX2479" fmla="*/ 506349 w 1628775"/>
                <a:gd name="connsiteY2479" fmla="*/ 708660 h 1371600"/>
                <a:gd name="connsiteX2480" fmla="*/ 505396 w 1628775"/>
                <a:gd name="connsiteY2480" fmla="*/ 708946 h 1371600"/>
                <a:gd name="connsiteX2481" fmla="*/ 505301 w 1628775"/>
                <a:gd name="connsiteY2481" fmla="*/ 709803 h 1371600"/>
                <a:gd name="connsiteX2482" fmla="*/ 503491 w 1628775"/>
                <a:gd name="connsiteY2482" fmla="*/ 710565 h 1371600"/>
                <a:gd name="connsiteX2483" fmla="*/ 501967 w 1628775"/>
                <a:gd name="connsiteY2483" fmla="*/ 711803 h 1371600"/>
                <a:gd name="connsiteX2484" fmla="*/ 498824 w 1628775"/>
                <a:gd name="connsiteY2484" fmla="*/ 714280 h 1371600"/>
                <a:gd name="connsiteX2485" fmla="*/ 498538 w 1628775"/>
                <a:gd name="connsiteY2485" fmla="*/ 715232 h 1371600"/>
                <a:gd name="connsiteX2486" fmla="*/ 497681 w 1628775"/>
                <a:gd name="connsiteY2486" fmla="*/ 716185 h 1371600"/>
                <a:gd name="connsiteX2487" fmla="*/ 497776 w 1628775"/>
                <a:gd name="connsiteY2487" fmla="*/ 716852 h 1371600"/>
                <a:gd name="connsiteX2488" fmla="*/ 497300 w 1628775"/>
                <a:gd name="connsiteY2488" fmla="*/ 717518 h 1371600"/>
                <a:gd name="connsiteX2489" fmla="*/ 496062 w 1628775"/>
                <a:gd name="connsiteY2489" fmla="*/ 718376 h 1371600"/>
                <a:gd name="connsiteX2490" fmla="*/ 494443 w 1628775"/>
                <a:gd name="connsiteY2490" fmla="*/ 719614 h 1371600"/>
                <a:gd name="connsiteX2491" fmla="*/ 493966 w 1628775"/>
                <a:gd name="connsiteY2491" fmla="*/ 721519 h 1371600"/>
                <a:gd name="connsiteX2492" fmla="*/ 492728 w 1628775"/>
                <a:gd name="connsiteY2492" fmla="*/ 722376 h 1371600"/>
                <a:gd name="connsiteX2493" fmla="*/ 491490 w 1628775"/>
                <a:gd name="connsiteY2493" fmla="*/ 722852 h 1371600"/>
                <a:gd name="connsiteX2494" fmla="*/ 489680 w 1628775"/>
                <a:gd name="connsiteY2494" fmla="*/ 723233 h 1371600"/>
                <a:gd name="connsiteX2495" fmla="*/ 488632 w 1628775"/>
                <a:gd name="connsiteY2495" fmla="*/ 724567 h 1371600"/>
                <a:gd name="connsiteX2496" fmla="*/ 485584 w 1628775"/>
                <a:gd name="connsiteY2496" fmla="*/ 726948 h 1371600"/>
                <a:gd name="connsiteX2497" fmla="*/ 484251 w 1628775"/>
                <a:gd name="connsiteY2497" fmla="*/ 728091 h 1371600"/>
                <a:gd name="connsiteX2498" fmla="*/ 483203 w 1628775"/>
                <a:gd name="connsiteY2498" fmla="*/ 729044 h 1371600"/>
                <a:gd name="connsiteX2499" fmla="*/ 480727 w 1628775"/>
                <a:gd name="connsiteY2499" fmla="*/ 731330 h 1371600"/>
                <a:gd name="connsiteX2500" fmla="*/ 480631 w 1628775"/>
                <a:gd name="connsiteY2500" fmla="*/ 732758 h 1371600"/>
                <a:gd name="connsiteX2501" fmla="*/ 480250 w 1628775"/>
                <a:gd name="connsiteY2501" fmla="*/ 733615 h 1371600"/>
                <a:gd name="connsiteX2502" fmla="*/ 479203 w 1628775"/>
                <a:gd name="connsiteY2502" fmla="*/ 733330 h 1371600"/>
                <a:gd name="connsiteX2503" fmla="*/ 478536 w 1628775"/>
                <a:gd name="connsiteY2503" fmla="*/ 733997 h 1371600"/>
                <a:gd name="connsiteX2504" fmla="*/ 477298 w 1628775"/>
                <a:gd name="connsiteY2504" fmla="*/ 735806 h 1371600"/>
                <a:gd name="connsiteX2505" fmla="*/ 475202 w 1628775"/>
                <a:gd name="connsiteY2505" fmla="*/ 737330 h 1371600"/>
                <a:gd name="connsiteX2506" fmla="*/ 473488 w 1628775"/>
                <a:gd name="connsiteY2506" fmla="*/ 738950 h 1371600"/>
                <a:gd name="connsiteX2507" fmla="*/ 472345 w 1628775"/>
                <a:gd name="connsiteY2507" fmla="*/ 740093 h 1371600"/>
                <a:gd name="connsiteX2508" fmla="*/ 472059 w 1628775"/>
                <a:gd name="connsiteY2508" fmla="*/ 740569 h 1371600"/>
                <a:gd name="connsiteX2509" fmla="*/ 470916 w 1628775"/>
                <a:gd name="connsiteY2509" fmla="*/ 740759 h 1371600"/>
                <a:gd name="connsiteX2510" fmla="*/ 470535 w 1628775"/>
                <a:gd name="connsiteY2510" fmla="*/ 741617 h 1371600"/>
                <a:gd name="connsiteX2511" fmla="*/ 470345 w 1628775"/>
                <a:gd name="connsiteY2511" fmla="*/ 742188 h 1371600"/>
                <a:gd name="connsiteX2512" fmla="*/ 470059 w 1628775"/>
                <a:gd name="connsiteY2512" fmla="*/ 743617 h 1371600"/>
                <a:gd name="connsiteX2513" fmla="*/ 469106 w 1628775"/>
                <a:gd name="connsiteY2513" fmla="*/ 744188 h 1371600"/>
                <a:gd name="connsiteX2514" fmla="*/ 468154 w 1628775"/>
                <a:gd name="connsiteY2514" fmla="*/ 744665 h 1371600"/>
                <a:gd name="connsiteX2515" fmla="*/ 466439 w 1628775"/>
                <a:gd name="connsiteY2515" fmla="*/ 745427 h 1371600"/>
                <a:gd name="connsiteX2516" fmla="*/ 464058 w 1628775"/>
                <a:gd name="connsiteY2516" fmla="*/ 746093 h 1371600"/>
                <a:gd name="connsiteX2517" fmla="*/ 462248 w 1628775"/>
                <a:gd name="connsiteY2517" fmla="*/ 746379 h 1371600"/>
                <a:gd name="connsiteX2518" fmla="*/ 460629 w 1628775"/>
                <a:gd name="connsiteY2518" fmla="*/ 746189 h 1371600"/>
                <a:gd name="connsiteX2519" fmla="*/ 460248 w 1628775"/>
                <a:gd name="connsiteY2519" fmla="*/ 746379 h 1371600"/>
                <a:gd name="connsiteX2520" fmla="*/ 460153 w 1628775"/>
                <a:gd name="connsiteY2520" fmla="*/ 746855 h 1371600"/>
                <a:gd name="connsiteX2521" fmla="*/ 459391 w 1628775"/>
                <a:gd name="connsiteY2521" fmla="*/ 747427 h 1371600"/>
                <a:gd name="connsiteX2522" fmla="*/ 457962 w 1628775"/>
                <a:gd name="connsiteY2522" fmla="*/ 747046 h 1371600"/>
                <a:gd name="connsiteX2523" fmla="*/ 457200 w 1628775"/>
                <a:gd name="connsiteY2523" fmla="*/ 746665 h 1371600"/>
                <a:gd name="connsiteX2524" fmla="*/ 456247 w 1628775"/>
                <a:gd name="connsiteY2524" fmla="*/ 747046 h 1371600"/>
                <a:gd name="connsiteX2525" fmla="*/ 456152 w 1628775"/>
                <a:gd name="connsiteY2525" fmla="*/ 748189 h 1371600"/>
                <a:gd name="connsiteX2526" fmla="*/ 456152 w 1628775"/>
                <a:gd name="connsiteY2526" fmla="*/ 749236 h 1371600"/>
                <a:gd name="connsiteX2527" fmla="*/ 456247 w 1628775"/>
                <a:gd name="connsiteY2527" fmla="*/ 749808 h 1371600"/>
                <a:gd name="connsiteX2528" fmla="*/ 455676 w 1628775"/>
                <a:gd name="connsiteY2528" fmla="*/ 749713 h 1371600"/>
                <a:gd name="connsiteX2529" fmla="*/ 454628 w 1628775"/>
                <a:gd name="connsiteY2529" fmla="*/ 749618 h 1371600"/>
                <a:gd name="connsiteX2530" fmla="*/ 454247 w 1628775"/>
                <a:gd name="connsiteY2530" fmla="*/ 749903 h 1371600"/>
                <a:gd name="connsiteX2531" fmla="*/ 454152 w 1628775"/>
                <a:gd name="connsiteY2531" fmla="*/ 751332 h 1371600"/>
                <a:gd name="connsiteX2532" fmla="*/ 453962 w 1628775"/>
                <a:gd name="connsiteY2532" fmla="*/ 751999 h 1371600"/>
                <a:gd name="connsiteX2533" fmla="*/ 453199 w 1628775"/>
                <a:gd name="connsiteY2533" fmla="*/ 753047 h 1371600"/>
                <a:gd name="connsiteX2534" fmla="*/ 452342 w 1628775"/>
                <a:gd name="connsiteY2534" fmla="*/ 753904 h 1371600"/>
                <a:gd name="connsiteX2535" fmla="*/ 450342 w 1628775"/>
                <a:gd name="connsiteY2535" fmla="*/ 755428 h 1371600"/>
                <a:gd name="connsiteX2536" fmla="*/ 449199 w 1628775"/>
                <a:gd name="connsiteY2536" fmla="*/ 755714 h 1371600"/>
                <a:gd name="connsiteX2537" fmla="*/ 448818 w 1628775"/>
                <a:gd name="connsiteY2537" fmla="*/ 755999 h 1371600"/>
                <a:gd name="connsiteX2538" fmla="*/ 449199 w 1628775"/>
                <a:gd name="connsiteY2538" fmla="*/ 757238 h 1371600"/>
                <a:gd name="connsiteX2539" fmla="*/ 448913 w 1628775"/>
                <a:gd name="connsiteY2539" fmla="*/ 757809 h 1371600"/>
                <a:gd name="connsiteX2540" fmla="*/ 447294 w 1628775"/>
                <a:gd name="connsiteY2540" fmla="*/ 759428 h 1371600"/>
                <a:gd name="connsiteX2541" fmla="*/ 446627 w 1628775"/>
                <a:gd name="connsiteY2541" fmla="*/ 760190 h 1371600"/>
                <a:gd name="connsiteX2542" fmla="*/ 446627 w 1628775"/>
                <a:gd name="connsiteY2542" fmla="*/ 762095 h 1371600"/>
                <a:gd name="connsiteX2543" fmla="*/ 444055 w 1628775"/>
                <a:gd name="connsiteY2543" fmla="*/ 762667 h 1371600"/>
                <a:gd name="connsiteX2544" fmla="*/ 442436 w 1628775"/>
                <a:gd name="connsiteY2544" fmla="*/ 762667 h 1371600"/>
                <a:gd name="connsiteX2545" fmla="*/ 441865 w 1628775"/>
                <a:gd name="connsiteY2545" fmla="*/ 764096 h 1371600"/>
                <a:gd name="connsiteX2546" fmla="*/ 439864 w 1628775"/>
                <a:gd name="connsiteY2546" fmla="*/ 764667 h 1371600"/>
                <a:gd name="connsiteX2547" fmla="*/ 437293 w 1628775"/>
                <a:gd name="connsiteY2547" fmla="*/ 764762 h 1371600"/>
                <a:gd name="connsiteX2548" fmla="*/ 436912 w 1628775"/>
                <a:gd name="connsiteY2548" fmla="*/ 764857 h 1371600"/>
                <a:gd name="connsiteX2549" fmla="*/ 436245 w 1628775"/>
                <a:gd name="connsiteY2549" fmla="*/ 765334 h 1371600"/>
                <a:gd name="connsiteX2550" fmla="*/ 435864 w 1628775"/>
                <a:gd name="connsiteY2550" fmla="*/ 765524 h 1371600"/>
                <a:gd name="connsiteX2551" fmla="*/ 436055 w 1628775"/>
                <a:gd name="connsiteY2551" fmla="*/ 764572 h 1371600"/>
                <a:gd name="connsiteX2552" fmla="*/ 436245 w 1628775"/>
                <a:gd name="connsiteY2552" fmla="*/ 763715 h 1371600"/>
                <a:gd name="connsiteX2553" fmla="*/ 436531 w 1628775"/>
                <a:gd name="connsiteY2553" fmla="*/ 762953 h 1371600"/>
                <a:gd name="connsiteX2554" fmla="*/ 436912 w 1628775"/>
                <a:gd name="connsiteY2554" fmla="*/ 762381 h 1371600"/>
                <a:gd name="connsiteX2555" fmla="*/ 437483 w 1628775"/>
                <a:gd name="connsiteY2555" fmla="*/ 762190 h 1371600"/>
                <a:gd name="connsiteX2556" fmla="*/ 437959 w 1628775"/>
                <a:gd name="connsiteY2556" fmla="*/ 762286 h 1371600"/>
                <a:gd name="connsiteX2557" fmla="*/ 438817 w 1628775"/>
                <a:gd name="connsiteY2557" fmla="*/ 762857 h 1371600"/>
                <a:gd name="connsiteX2558" fmla="*/ 439579 w 1628775"/>
                <a:gd name="connsiteY2558" fmla="*/ 762953 h 1371600"/>
                <a:gd name="connsiteX2559" fmla="*/ 438721 w 1628775"/>
                <a:gd name="connsiteY2559" fmla="*/ 761714 h 1371600"/>
                <a:gd name="connsiteX2560" fmla="*/ 438055 w 1628775"/>
                <a:gd name="connsiteY2560" fmla="*/ 761143 h 1371600"/>
                <a:gd name="connsiteX2561" fmla="*/ 437102 w 1628775"/>
                <a:gd name="connsiteY2561" fmla="*/ 761428 h 1371600"/>
                <a:gd name="connsiteX2562" fmla="*/ 435673 w 1628775"/>
                <a:gd name="connsiteY2562" fmla="*/ 761714 h 1371600"/>
                <a:gd name="connsiteX2563" fmla="*/ 434912 w 1628775"/>
                <a:gd name="connsiteY2563" fmla="*/ 762000 h 1371600"/>
                <a:gd name="connsiteX2564" fmla="*/ 433768 w 1628775"/>
                <a:gd name="connsiteY2564" fmla="*/ 761714 h 1371600"/>
                <a:gd name="connsiteX2565" fmla="*/ 433768 w 1628775"/>
                <a:gd name="connsiteY2565" fmla="*/ 762476 h 1371600"/>
                <a:gd name="connsiteX2566" fmla="*/ 433959 w 1628775"/>
                <a:gd name="connsiteY2566" fmla="*/ 762857 h 1371600"/>
                <a:gd name="connsiteX2567" fmla="*/ 434912 w 1628775"/>
                <a:gd name="connsiteY2567" fmla="*/ 763905 h 1371600"/>
                <a:gd name="connsiteX2568" fmla="*/ 434245 w 1628775"/>
                <a:gd name="connsiteY2568" fmla="*/ 764857 h 1371600"/>
                <a:gd name="connsiteX2569" fmla="*/ 433959 w 1628775"/>
                <a:gd name="connsiteY2569" fmla="*/ 765524 h 1371600"/>
                <a:gd name="connsiteX2570" fmla="*/ 432911 w 1628775"/>
                <a:gd name="connsiteY2570" fmla="*/ 765429 h 1371600"/>
                <a:gd name="connsiteX2571" fmla="*/ 432245 w 1628775"/>
                <a:gd name="connsiteY2571" fmla="*/ 764857 h 1371600"/>
                <a:gd name="connsiteX2572" fmla="*/ 431863 w 1628775"/>
                <a:gd name="connsiteY2572" fmla="*/ 762762 h 1371600"/>
                <a:gd name="connsiteX2573" fmla="*/ 430911 w 1628775"/>
                <a:gd name="connsiteY2573" fmla="*/ 762857 h 1371600"/>
                <a:gd name="connsiteX2574" fmla="*/ 430054 w 1628775"/>
                <a:gd name="connsiteY2574" fmla="*/ 762667 h 1371600"/>
                <a:gd name="connsiteX2575" fmla="*/ 428720 w 1628775"/>
                <a:gd name="connsiteY2575" fmla="*/ 761905 h 1371600"/>
                <a:gd name="connsiteX2576" fmla="*/ 427958 w 1628775"/>
                <a:gd name="connsiteY2576" fmla="*/ 762190 h 1371600"/>
                <a:gd name="connsiteX2577" fmla="*/ 427387 w 1628775"/>
                <a:gd name="connsiteY2577" fmla="*/ 762572 h 1371600"/>
                <a:gd name="connsiteX2578" fmla="*/ 426625 w 1628775"/>
                <a:gd name="connsiteY2578" fmla="*/ 762857 h 1371600"/>
                <a:gd name="connsiteX2579" fmla="*/ 425863 w 1628775"/>
                <a:gd name="connsiteY2579" fmla="*/ 762953 h 1371600"/>
                <a:gd name="connsiteX2580" fmla="*/ 425196 w 1628775"/>
                <a:gd name="connsiteY2580" fmla="*/ 762857 h 1371600"/>
                <a:gd name="connsiteX2581" fmla="*/ 424720 w 1628775"/>
                <a:gd name="connsiteY2581" fmla="*/ 762572 h 1371600"/>
                <a:gd name="connsiteX2582" fmla="*/ 424815 w 1628775"/>
                <a:gd name="connsiteY2582" fmla="*/ 761905 h 1371600"/>
                <a:gd name="connsiteX2583" fmla="*/ 424148 w 1628775"/>
                <a:gd name="connsiteY2583" fmla="*/ 761333 h 1371600"/>
                <a:gd name="connsiteX2584" fmla="*/ 423481 w 1628775"/>
                <a:gd name="connsiteY2584" fmla="*/ 761048 h 1371600"/>
                <a:gd name="connsiteX2585" fmla="*/ 422529 w 1628775"/>
                <a:gd name="connsiteY2585" fmla="*/ 761810 h 1371600"/>
                <a:gd name="connsiteX2586" fmla="*/ 421957 w 1628775"/>
                <a:gd name="connsiteY2586" fmla="*/ 762381 h 1371600"/>
                <a:gd name="connsiteX2587" fmla="*/ 421481 w 1628775"/>
                <a:gd name="connsiteY2587" fmla="*/ 763048 h 1371600"/>
                <a:gd name="connsiteX2588" fmla="*/ 421196 w 1628775"/>
                <a:gd name="connsiteY2588" fmla="*/ 763810 h 1371600"/>
                <a:gd name="connsiteX2589" fmla="*/ 421862 w 1628775"/>
                <a:gd name="connsiteY2589" fmla="*/ 764000 h 1371600"/>
                <a:gd name="connsiteX2590" fmla="*/ 421957 w 1628775"/>
                <a:gd name="connsiteY2590" fmla="*/ 763810 h 1371600"/>
                <a:gd name="connsiteX2591" fmla="*/ 422243 w 1628775"/>
                <a:gd name="connsiteY2591" fmla="*/ 763238 h 1371600"/>
                <a:gd name="connsiteX2592" fmla="*/ 422815 w 1628775"/>
                <a:gd name="connsiteY2592" fmla="*/ 763429 h 1371600"/>
                <a:gd name="connsiteX2593" fmla="*/ 424815 w 1628775"/>
                <a:gd name="connsiteY2593" fmla="*/ 763905 h 1371600"/>
                <a:gd name="connsiteX2594" fmla="*/ 425577 w 1628775"/>
                <a:gd name="connsiteY2594" fmla="*/ 763905 h 1371600"/>
                <a:gd name="connsiteX2595" fmla="*/ 426434 w 1628775"/>
                <a:gd name="connsiteY2595" fmla="*/ 764667 h 1371600"/>
                <a:gd name="connsiteX2596" fmla="*/ 425291 w 1628775"/>
                <a:gd name="connsiteY2596" fmla="*/ 765048 h 1371600"/>
                <a:gd name="connsiteX2597" fmla="*/ 424434 w 1628775"/>
                <a:gd name="connsiteY2597" fmla="*/ 765429 h 1371600"/>
                <a:gd name="connsiteX2598" fmla="*/ 422243 w 1628775"/>
                <a:gd name="connsiteY2598" fmla="*/ 765905 h 1371600"/>
                <a:gd name="connsiteX2599" fmla="*/ 421862 w 1628775"/>
                <a:gd name="connsiteY2599" fmla="*/ 766096 h 1371600"/>
                <a:gd name="connsiteX2600" fmla="*/ 421481 w 1628775"/>
                <a:gd name="connsiteY2600" fmla="*/ 766572 h 1371600"/>
                <a:gd name="connsiteX2601" fmla="*/ 420719 w 1628775"/>
                <a:gd name="connsiteY2601" fmla="*/ 766667 h 1371600"/>
                <a:gd name="connsiteX2602" fmla="*/ 419862 w 1628775"/>
                <a:gd name="connsiteY2602" fmla="*/ 766572 h 1371600"/>
                <a:gd name="connsiteX2603" fmla="*/ 419290 w 1628775"/>
                <a:gd name="connsiteY2603" fmla="*/ 766286 h 1371600"/>
                <a:gd name="connsiteX2604" fmla="*/ 418909 w 1628775"/>
                <a:gd name="connsiteY2604" fmla="*/ 767048 h 1371600"/>
                <a:gd name="connsiteX2605" fmla="*/ 418719 w 1628775"/>
                <a:gd name="connsiteY2605" fmla="*/ 767810 h 1371600"/>
                <a:gd name="connsiteX2606" fmla="*/ 418529 w 1628775"/>
                <a:gd name="connsiteY2606" fmla="*/ 769811 h 1371600"/>
                <a:gd name="connsiteX2607" fmla="*/ 418338 w 1628775"/>
                <a:gd name="connsiteY2607" fmla="*/ 770287 h 1371600"/>
                <a:gd name="connsiteX2608" fmla="*/ 417957 w 1628775"/>
                <a:gd name="connsiteY2608" fmla="*/ 770668 h 1371600"/>
                <a:gd name="connsiteX2609" fmla="*/ 417766 w 1628775"/>
                <a:gd name="connsiteY2609" fmla="*/ 771144 h 1371600"/>
                <a:gd name="connsiteX2610" fmla="*/ 418052 w 1628775"/>
                <a:gd name="connsiteY2610" fmla="*/ 771715 h 1371600"/>
                <a:gd name="connsiteX2611" fmla="*/ 418909 w 1628775"/>
                <a:gd name="connsiteY2611" fmla="*/ 772382 h 1371600"/>
                <a:gd name="connsiteX2612" fmla="*/ 419005 w 1628775"/>
                <a:gd name="connsiteY2612" fmla="*/ 772668 h 1371600"/>
                <a:gd name="connsiteX2613" fmla="*/ 419195 w 1628775"/>
                <a:gd name="connsiteY2613" fmla="*/ 773335 h 1371600"/>
                <a:gd name="connsiteX2614" fmla="*/ 419957 w 1628775"/>
                <a:gd name="connsiteY2614" fmla="*/ 774573 h 1371600"/>
                <a:gd name="connsiteX2615" fmla="*/ 420243 w 1628775"/>
                <a:gd name="connsiteY2615" fmla="*/ 776192 h 1371600"/>
                <a:gd name="connsiteX2616" fmla="*/ 420433 w 1628775"/>
                <a:gd name="connsiteY2616" fmla="*/ 776669 h 1371600"/>
                <a:gd name="connsiteX2617" fmla="*/ 420624 w 1628775"/>
                <a:gd name="connsiteY2617" fmla="*/ 777240 h 1371600"/>
                <a:gd name="connsiteX2618" fmla="*/ 420529 w 1628775"/>
                <a:gd name="connsiteY2618" fmla="*/ 778097 h 1371600"/>
                <a:gd name="connsiteX2619" fmla="*/ 420053 w 1628775"/>
                <a:gd name="connsiteY2619" fmla="*/ 779145 h 1371600"/>
                <a:gd name="connsiteX2620" fmla="*/ 419386 w 1628775"/>
                <a:gd name="connsiteY2620" fmla="*/ 779717 h 1371600"/>
                <a:gd name="connsiteX2621" fmla="*/ 418719 w 1628775"/>
                <a:gd name="connsiteY2621" fmla="*/ 780098 h 1371600"/>
                <a:gd name="connsiteX2622" fmla="*/ 418052 w 1628775"/>
                <a:gd name="connsiteY2622" fmla="*/ 780764 h 1371600"/>
                <a:gd name="connsiteX2623" fmla="*/ 417481 w 1628775"/>
                <a:gd name="connsiteY2623" fmla="*/ 781812 h 1371600"/>
                <a:gd name="connsiteX2624" fmla="*/ 417576 w 1628775"/>
                <a:gd name="connsiteY2624" fmla="*/ 782479 h 1371600"/>
                <a:gd name="connsiteX2625" fmla="*/ 417957 w 1628775"/>
                <a:gd name="connsiteY2625" fmla="*/ 783146 h 1371600"/>
                <a:gd name="connsiteX2626" fmla="*/ 418147 w 1628775"/>
                <a:gd name="connsiteY2626" fmla="*/ 784003 h 1371600"/>
                <a:gd name="connsiteX2627" fmla="*/ 418433 w 1628775"/>
                <a:gd name="connsiteY2627" fmla="*/ 784670 h 1371600"/>
                <a:gd name="connsiteX2628" fmla="*/ 419767 w 1628775"/>
                <a:gd name="connsiteY2628" fmla="*/ 784765 h 1371600"/>
                <a:gd name="connsiteX2629" fmla="*/ 420243 w 1628775"/>
                <a:gd name="connsiteY2629" fmla="*/ 785527 h 1371600"/>
                <a:gd name="connsiteX2630" fmla="*/ 419862 w 1628775"/>
                <a:gd name="connsiteY2630" fmla="*/ 787051 h 1371600"/>
                <a:gd name="connsiteX2631" fmla="*/ 420243 w 1628775"/>
                <a:gd name="connsiteY2631" fmla="*/ 787527 h 1371600"/>
                <a:gd name="connsiteX2632" fmla="*/ 420433 w 1628775"/>
                <a:gd name="connsiteY2632" fmla="*/ 788194 h 1371600"/>
                <a:gd name="connsiteX2633" fmla="*/ 420243 w 1628775"/>
                <a:gd name="connsiteY2633" fmla="*/ 788956 h 1371600"/>
                <a:gd name="connsiteX2634" fmla="*/ 419957 w 1628775"/>
                <a:gd name="connsiteY2634" fmla="*/ 789908 h 1371600"/>
                <a:gd name="connsiteX2635" fmla="*/ 420053 w 1628775"/>
                <a:gd name="connsiteY2635" fmla="*/ 790575 h 1371600"/>
                <a:gd name="connsiteX2636" fmla="*/ 419481 w 1628775"/>
                <a:gd name="connsiteY2636" fmla="*/ 792099 h 1371600"/>
                <a:gd name="connsiteX2637" fmla="*/ 418433 w 1628775"/>
                <a:gd name="connsiteY2637" fmla="*/ 792099 h 1371600"/>
                <a:gd name="connsiteX2638" fmla="*/ 418433 w 1628775"/>
                <a:gd name="connsiteY2638" fmla="*/ 792861 h 1371600"/>
                <a:gd name="connsiteX2639" fmla="*/ 419195 w 1628775"/>
                <a:gd name="connsiteY2639" fmla="*/ 793242 h 1371600"/>
                <a:gd name="connsiteX2640" fmla="*/ 419481 w 1628775"/>
                <a:gd name="connsiteY2640" fmla="*/ 793718 h 1371600"/>
                <a:gd name="connsiteX2641" fmla="*/ 420338 w 1628775"/>
                <a:gd name="connsiteY2641" fmla="*/ 794385 h 1371600"/>
                <a:gd name="connsiteX2642" fmla="*/ 420910 w 1628775"/>
                <a:gd name="connsiteY2642" fmla="*/ 793814 h 1371600"/>
                <a:gd name="connsiteX2643" fmla="*/ 421196 w 1628775"/>
                <a:gd name="connsiteY2643" fmla="*/ 792385 h 1371600"/>
                <a:gd name="connsiteX2644" fmla="*/ 423100 w 1628775"/>
                <a:gd name="connsiteY2644" fmla="*/ 790765 h 1371600"/>
                <a:gd name="connsiteX2645" fmla="*/ 425482 w 1628775"/>
                <a:gd name="connsiteY2645" fmla="*/ 788003 h 1371600"/>
                <a:gd name="connsiteX2646" fmla="*/ 426625 w 1628775"/>
                <a:gd name="connsiteY2646" fmla="*/ 785908 h 1371600"/>
                <a:gd name="connsiteX2647" fmla="*/ 428530 w 1628775"/>
                <a:gd name="connsiteY2647" fmla="*/ 786575 h 1371600"/>
                <a:gd name="connsiteX2648" fmla="*/ 430149 w 1628775"/>
                <a:gd name="connsiteY2648" fmla="*/ 787051 h 1371600"/>
                <a:gd name="connsiteX2649" fmla="*/ 431292 w 1628775"/>
                <a:gd name="connsiteY2649" fmla="*/ 788956 h 1371600"/>
                <a:gd name="connsiteX2650" fmla="*/ 433006 w 1628775"/>
                <a:gd name="connsiteY2650" fmla="*/ 790289 h 1371600"/>
                <a:gd name="connsiteX2651" fmla="*/ 433483 w 1628775"/>
                <a:gd name="connsiteY2651" fmla="*/ 790385 h 1371600"/>
                <a:gd name="connsiteX2652" fmla="*/ 433483 w 1628775"/>
                <a:gd name="connsiteY2652" fmla="*/ 790670 h 1371600"/>
                <a:gd name="connsiteX2653" fmla="*/ 433197 w 1628775"/>
                <a:gd name="connsiteY2653" fmla="*/ 791147 h 1371600"/>
                <a:gd name="connsiteX2654" fmla="*/ 433102 w 1628775"/>
                <a:gd name="connsiteY2654" fmla="*/ 791909 h 1371600"/>
                <a:gd name="connsiteX2655" fmla="*/ 433673 w 1628775"/>
                <a:gd name="connsiteY2655" fmla="*/ 792575 h 1371600"/>
                <a:gd name="connsiteX2656" fmla="*/ 433768 w 1628775"/>
                <a:gd name="connsiteY2656" fmla="*/ 793052 h 1371600"/>
                <a:gd name="connsiteX2657" fmla="*/ 434054 w 1628775"/>
                <a:gd name="connsiteY2657" fmla="*/ 793242 h 1371600"/>
                <a:gd name="connsiteX2658" fmla="*/ 434530 w 1628775"/>
                <a:gd name="connsiteY2658" fmla="*/ 793052 h 1371600"/>
                <a:gd name="connsiteX2659" fmla="*/ 434912 w 1628775"/>
                <a:gd name="connsiteY2659" fmla="*/ 792766 h 1371600"/>
                <a:gd name="connsiteX2660" fmla="*/ 435197 w 1628775"/>
                <a:gd name="connsiteY2660" fmla="*/ 792480 h 1371600"/>
                <a:gd name="connsiteX2661" fmla="*/ 435292 w 1628775"/>
                <a:gd name="connsiteY2661" fmla="*/ 792385 h 1371600"/>
                <a:gd name="connsiteX2662" fmla="*/ 435673 w 1628775"/>
                <a:gd name="connsiteY2662" fmla="*/ 792194 h 1371600"/>
                <a:gd name="connsiteX2663" fmla="*/ 436055 w 1628775"/>
                <a:gd name="connsiteY2663" fmla="*/ 792004 h 1371600"/>
                <a:gd name="connsiteX2664" fmla="*/ 436340 w 1628775"/>
                <a:gd name="connsiteY2664" fmla="*/ 792004 h 1371600"/>
                <a:gd name="connsiteX2665" fmla="*/ 436435 w 1628775"/>
                <a:gd name="connsiteY2665" fmla="*/ 792575 h 1371600"/>
                <a:gd name="connsiteX2666" fmla="*/ 436626 w 1628775"/>
                <a:gd name="connsiteY2666" fmla="*/ 792956 h 1371600"/>
                <a:gd name="connsiteX2667" fmla="*/ 437007 w 1628775"/>
                <a:gd name="connsiteY2667" fmla="*/ 793052 h 1371600"/>
                <a:gd name="connsiteX2668" fmla="*/ 437483 w 1628775"/>
                <a:gd name="connsiteY2668" fmla="*/ 792956 h 1371600"/>
                <a:gd name="connsiteX2669" fmla="*/ 437864 w 1628775"/>
                <a:gd name="connsiteY2669" fmla="*/ 792766 h 1371600"/>
                <a:gd name="connsiteX2670" fmla="*/ 438245 w 1628775"/>
                <a:gd name="connsiteY2670" fmla="*/ 793623 h 1371600"/>
                <a:gd name="connsiteX2671" fmla="*/ 439007 w 1628775"/>
                <a:gd name="connsiteY2671" fmla="*/ 793528 h 1371600"/>
                <a:gd name="connsiteX2672" fmla="*/ 441674 w 1628775"/>
                <a:gd name="connsiteY2672" fmla="*/ 791909 h 1371600"/>
                <a:gd name="connsiteX2673" fmla="*/ 442246 w 1628775"/>
                <a:gd name="connsiteY2673" fmla="*/ 791337 h 1371600"/>
                <a:gd name="connsiteX2674" fmla="*/ 443484 w 1628775"/>
                <a:gd name="connsiteY2674" fmla="*/ 789623 h 1371600"/>
                <a:gd name="connsiteX2675" fmla="*/ 444913 w 1628775"/>
                <a:gd name="connsiteY2675" fmla="*/ 786860 h 1371600"/>
                <a:gd name="connsiteX2676" fmla="*/ 445294 w 1628775"/>
                <a:gd name="connsiteY2676" fmla="*/ 786479 h 1371600"/>
                <a:gd name="connsiteX2677" fmla="*/ 445865 w 1628775"/>
                <a:gd name="connsiteY2677" fmla="*/ 786956 h 1371600"/>
                <a:gd name="connsiteX2678" fmla="*/ 446056 w 1628775"/>
                <a:gd name="connsiteY2678" fmla="*/ 787908 h 1371600"/>
                <a:gd name="connsiteX2679" fmla="*/ 445960 w 1628775"/>
                <a:gd name="connsiteY2679" fmla="*/ 789051 h 1371600"/>
                <a:gd name="connsiteX2680" fmla="*/ 445484 w 1628775"/>
                <a:gd name="connsiteY2680" fmla="*/ 789908 h 1371600"/>
                <a:gd name="connsiteX2681" fmla="*/ 445960 w 1628775"/>
                <a:gd name="connsiteY2681" fmla="*/ 790194 h 1371600"/>
                <a:gd name="connsiteX2682" fmla="*/ 446341 w 1628775"/>
                <a:gd name="connsiteY2682" fmla="*/ 790099 h 1371600"/>
                <a:gd name="connsiteX2683" fmla="*/ 446627 w 1628775"/>
                <a:gd name="connsiteY2683" fmla="*/ 789718 h 1371600"/>
                <a:gd name="connsiteX2684" fmla="*/ 446913 w 1628775"/>
                <a:gd name="connsiteY2684" fmla="*/ 789051 h 1371600"/>
                <a:gd name="connsiteX2685" fmla="*/ 447104 w 1628775"/>
                <a:gd name="connsiteY2685" fmla="*/ 789432 h 1371600"/>
                <a:gd name="connsiteX2686" fmla="*/ 447389 w 1628775"/>
                <a:gd name="connsiteY2686" fmla="*/ 789908 h 1371600"/>
                <a:gd name="connsiteX2687" fmla="*/ 447675 w 1628775"/>
                <a:gd name="connsiteY2687" fmla="*/ 790289 h 1371600"/>
                <a:gd name="connsiteX2688" fmla="*/ 448056 w 1628775"/>
                <a:gd name="connsiteY2688" fmla="*/ 790385 h 1371600"/>
                <a:gd name="connsiteX2689" fmla="*/ 448532 w 1628775"/>
                <a:gd name="connsiteY2689" fmla="*/ 790194 h 1371600"/>
                <a:gd name="connsiteX2690" fmla="*/ 448628 w 1628775"/>
                <a:gd name="connsiteY2690" fmla="*/ 790003 h 1371600"/>
                <a:gd name="connsiteX2691" fmla="*/ 448628 w 1628775"/>
                <a:gd name="connsiteY2691" fmla="*/ 789813 h 1371600"/>
                <a:gd name="connsiteX2692" fmla="*/ 448818 w 1628775"/>
                <a:gd name="connsiteY2692" fmla="*/ 789623 h 1371600"/>
                <a:gd name="connsiteX2693" fmla="*/ 448913 w 1628775"/>
                <a:gd name="connsiteY2693" fmla="*/ 789242 h 1371600"/>
                <a:gd name="connsiteX2694" fmla="*/ 449389 w 1628775"/>
                <a:gd name="connsiteY2694" fmla="*/ 788765 h 1371600"/>
                <a:gd name="connsiteX2695" fmla="*/ 449485 w 1628775"/>
                <a:gd name="connsiteY2695" fmla="*/ 788765 h 1371600"/>
                <a:gd name="connsiteX2696" fmla="*/ 449771 w 1628775"/>
                <a:gd name="connsiteY2696" fmla="*/ 788289 h 1371600"/>
                <a:gd name="connsiteX2697" fmla="*/ 449771 w 1628775"/>
                <a:gd name="connsiteY2697" fmla="*/ 788003 h 1371600"/>
                <a:gd name="connsiteX2698" fmla="*/ 449485 w 1628775"/>
                <a:gd name="connsiteY2698" fmla="*/ 787527 h 1371600"/>
                <a:gd name="connsiteX2699" fmla="*/ 450247 w 1628775"/>
                <a:gd name="connsiteY2699" fmla="*/ 787146 h 1371600"/>
                <a:gd name="connsiteX2700" fmla="*/ 450818 w 1628775"/>
                <a:gd name="connsiteY2700" fmla="*/ 787432 h 1371600"/>
                <a:gd name="connsiteX2701" fmla="*/ 451771 w 1628775"/>
                <a:gd name="connsiteY2701" fmla="*/ 788384 h 1371600"/>
                <a:gd name="connsiteX2702" fmla="*/ 452247 w 1628775"/>
                <a:gd name="connsiteY2702" fmla="*/ 788670 h 1371600"/>
                <a:gd name="connsiteX2703" fmla="*/ 453962 w 1628775"/>
                <a:gd name="connsiteY2703" fmla="*/ 789242 h 1371600"/>
                <a:gd name="connsiteX2704" fmla="*/ 453962 w 1628775"/>
                <a:gd name="connsiteY2704" fmla="*/ 789051 h 1371600"/>
                <a:gd name="connsiteX2705" fmla="*/ 454247 w 1628775"/>
                <a:gd name="connsiteY2705" fmla="*/ 788861 h 1371600"/>
                <a:gd name="connsiteX2706" fmla="*/ 454533 w 1628775"/>
                <a:gd name="connsiteY2706" fmla="*/ 788861 h 1371600"/>
                <a:gd name="connsiteX2707" fmla="*/ 454723 w 1628775"/>
                <a:gd name="connsiteY2707" fmla="*/ 789432 h 1371600"/>
                <a:gd name="connsiteX2708" fmla="*/ 454723 w 1628775"/>
                <a:gd name="connsiteY2708" fmla="*/ 789813 h 1371600"/>
                <a:gd name="connsiteX2709" fmla="*/ 454819 w 1628775"/>
                <a:gd name="connsiteY2709" fmla="*/ 790003 h 1371600"/>
                <a:gd name="connsiteX2710" fmla="*/ 455009 w 1628775"/>
                <a:gd name="connsiteY2710" fmla="*/ 790099 h 1371600"/>
                <a:gd name="connsiteX2711" fmla="*/ 455390 w 1628775"/>
                <a:gd name="connsiteY2711" fmla="*/ 790099 h 1371600"/>
                <a:gd name="connsiteX2712" fmla="*/ 456152 w 1628775"/>
                <a:gd name="connsiteY2712" fmla="*/ 789718 h 1371600"/>
                <a:gd name="connsiteX2713" fmla="*/ 456343 w 1628775"/>
                <a:gd name="connsiteY2713" fmla="*/ 789051 h 1371600"/>
                <a:gd name="connsiteX2714" fmla="*/ 456152 w 1628775"/>
                <a:gd name="connsiteY2714" fmla="*/ 788289 h 1371600"/>
                <a:gd name="connsiteX2715" fmla="*/ 455676 w 1628775"/>
                <a:gd name="connsiteY2715" fmla="*/ 787527 h 1371600"/>
                <a:gd name="connsiteX2716" fmla="*/ 456152 w 1628775"/>
                <a:gd name="connsiteY2716" fmla="*/ 786860 h 1371600"/>
                <a:gd name="connsiteX2717" fmla="*/ 456438 w 1628775"/>
                <a:gd name="connsiteY2717" fmla="*/ 786956 h 1371600"/>
                <a:gd name="connsiteX2718" fmla="*/ 456629 w 1628775"/>
                <a:gd name="connsiteY2718" fmla="*/ 787336 h 1371600"/>
                <a:gd name="connsiteX2719" fmla="*/ 456819 w 1628775"/>
                <a:gd name="connsiteY2719" fmla="*/ 787527 h 1371600"/>
                <a:gd name="connsiteX2720" fmla="*/ 458248 w 1628775"/>
                <a:gd name="connsiteY2720" fmla="*/ 787527 h 1371600"/>
                <a:gd name="connsiteX2721" fmla="*/ 458819 w 1628775"/>
                <a:gd name="connsiteY2721" fmla="*/ 787432 h 1371600"/>
                <a:gd name="connsiteX2722" fmla="*/ 460438 w 1628775"/>
                <a:gd name="connsiteY2722" fmla="*/ 786670 h 1371600"/>
                <a:gd name="connsiteX2723" fmla="*/ 461105 w 1628775"/>
                <a:gd name="connsiteY2723" fmla="*/ 786194 h 1371600"/>
                <a:gd name="connsiteX2724" fmla="*/ 461867 w 1628775"/>
                <a:gd name="connsiteY2724" fmla="*/ 786384 h 1371600"/>
                <a:gd name="connsiteX2725" fmla="*/ 463867 w 1628775"/>
                <a:gd name="connsiteY2725" fmla="*/ 785622 h 1371600"/>
                <a:gd name="connsiteX2726" fmla="*/ 466915 w 1628775"/>
                <a:gd name="connsiteY2726" fmla="*/ 786765 h 1371600"/>
                <a:gd name="connsiteX2727" fmla="*/ 467678 w 1628775"/>
                <a:gd name="connsiteY2727" fmla="*/ 787336 h 1371600"/>
                <a:gd name="connsiteX2728" fmla="*/ 468154 w 1628775"/>
                <a:gd name="connsiteY2728" fmla="*/ 787432 h 1371600"/>
                <a:gd name="connsiteX2729" fmla="*/ 468249 w 1628775"/>
                <a:gd name="connsiteY2729" fmla="*/ 787813 h 1371600"/>
                <a:gd name="connsiteX2730" fmla="*/ 467392 w 1628775"/>
                <a:gd name="connsiteY2730" fmla="*/ 788765 h 1371600"/>
                <a:gd name="connsiteX2731" fmla="*/ 465772 w 1628775"/>
                <a:gd name="connsiteY2731" fmla="*/ 790003 h 1371600"/>
                <a:gd name="connsiteX2732" fmla="*/ 465868 w 1628775"/>
                <a:gd name="connsiteY2732" fmla="*/ 791051 h 1371600"/>
                <a:gd name="connsiteX2733" fmla="*/ 466534 w 1628775"/>
                <a:gd name="connsiteY2733" fmla="*/ 791432 h 1371600"/>
                <a:gd name="connsiteX2734" fmla="*/ 468344 w 1628775"/>
                <a:gd name="connsiteY2734" fmla="*/ 791337 h 1371600"/>
                <a:gd name="connsiteX2735" fmla="*/ 468344 w 1628775"/>
                <a:gd name="connsiteY2735" fmla="*/ 790956 h 1371600"/>
                <a:gd name="connsiteX2736" fmla="*/ 467582 w 1628775"/>
                <a:gd name="connsiteY2736" fmla="*/ 790956 h 1371600"/>
                <a:gd name="connsiteX2737" fmla="*/ 468725 w 1628775"/>
                <a:gd name="connsiteY2737" fmla="*/ 789527 h 1371600"/>
                <a:gd name="connsiteX2738" fmla="*/ 469678 w 1628775"/>
                <a:gd name="connsiteY2738" fmla="*/ 789337 h 1371600"/>
                <a:gd name="connsiteX2739" fmla="*/ 470630 w 1628775"/>
                <a:gd name="connsiteY2739" fmla="*/ 790003 h 1371600"/>
                <a:gd name="connsiteX2740" fmla="*/ 471868 w 1628775"/>
                <a:gd name="connsiteY2740" fmla="*/ 791051 h 1371600"/>
                <a:gd name="connsiteX2741" fmla="*/ 472345 w 1628775"/>
                <a:gd name="connsiteY2741" fmla="*/ 791337 h 1371600"/>
                <a:gd name="connsiteX2742" fmla="*/ 473773 w 1628775"/>
                <a:gd name="connsiteY2742" fmla="*/ 791909 h 1371600"/>
                <a:gd name="connsiteX2743" fmla="*/ 474345 w 1628775"/>
                <a:gd name="connsiteY2743" fmla="*/ 792290 h 1371600"/>
                <a:gd name="connsiteX2744" fmla="*/ 475679 w 1628775"/>
                <a:gd name="connsiteY2744" fmla="*/ 794195 h 1371600"/>
                <a:gd name="connsiteX2745" fmla="*/ 475964 w 1628775"/>
                <a:gd name="connsiteY2745" fmla="*/ 794480 h 1371600"/>
                <a:gd name="connsiteX2746" fmla="*/ 477107 w 1628775"/>
                <a:gd name="connsiteY2746" fmla="*/ 794671 h 1371600"/>
                <a:gd name="connsiteX2747" fmla="*/ 480441 w 1628775"/>
                <a:gd name="connsiteY2747" fmla="*/ 795814 h 1371600"/>
                <a:gd name="connsiteX2748" fmla="*/ 481393 w 1628775"/>
                <a:gd name="connsiteY2748" fmla="*/ 796385 h 1371600"/>
                <a:gd name="connsiteX2749" fmla="*/ 481965 w 1628775"/>
                <a:gd name="connsiteY2749" fmla="*/ 796861 h 1371600"/>
                <a:gd name="connsiteX2750" fmla="*/ 482632 w 1628775"/>
                <a:gd name="connsiteY2750" fmla="*/ 797243 h 1371600"/>
                <a:gd name="connsiteX2751" fmla="*/ 483108 w 1628775"/>
                <a:gd name="connsiteY2751" fmla="*/ 797814 h 1371600"/>
                <a:gd name="connsiteX2752" fmla="*/ 483298 w 1628775"/>
                <a:gd name="connsiteY2752" fmla="*/ 798957 h 1371600"/>
                <a:gd name="connsiteX2753" fmla="*/ 483108 w 1628775"/>
                <a:gd name="connsiteY2753" fmla="*/ 799910 h 1371600"/>
                <a:gd name="connsiteX2754" fmla="*/ 482632 w 1628775"/>
                <a:gd name="connsiteY2754" fmla="*/ 800290 h 1371600"/>
                <a:gd name="connsiteX2755" fmla="*/ 481965 w 1628775"/>
                <a:gd name="connsiteY2755" fmla="*/ 800195 h 1371600"/>
                <a:gd name="connsiteX2756" fmla="*/ 481489 w 1628775"/>
                <a:gd name="connsiteY2756" fmla="*/ 799528 h 1371600"/>
                <a:gd name="connsiteX2757" fmla="*/ 481393 w 1628775"/>
                <a:gd name="connsiteY2757" fmla="*/ 800005 h 1371600"/>
                <a:gd name="connsiteX2758" fmla="*/ 481013 w 1628775"/>
                <a:gd name="connsiteY2758" fmla="*/ 800957 h 1371600"/>
                <a:gd name="connsiteX2759" fmla="*/ 480822 w 1628775"/>
                <a:gd name="connsiteY2759" fmla="*/ 801243 h 1371600"/>
                <a:gd name="connsiteX2760" fmla="*/ 479679 w 1628775"/>
                <a:gd name="connsiteY2760" fmla="*/ 802100 h 1371600"/>
                <a:gd name="connsiteX2761" fmla="*/ 479488 w 1628775"/>
                <a:gd name="connsiteY2761" fmla="*/ 803148 h 1371600"/>
                <a:gd name="connsiteX2762" fmla="*/ 480250 w 1628775"/>
                <a:gd name="connsiteY2762" fmla="*/ 803053 h 1371600"/>
                <a:gd name="connsiteX2763" fmla="*/ 481298 w 1628775"/>
                <a:gd name="connsiteY2763" fmla="*/ 802386 h 1371600"/>
                <a:gd name="connsiteX2764" fmla="*/ 482917 w 1628775"/>
                <a:gd name="connsiteY2764" fmla="*/ 800957 h 1371600"/>
                <a:gd name="connsiteX2765" fmla="*/ 485299 w 1628775"/>
                <a:gd name="connsiteY2765" fmla="*/ 799624 h 1371600"/>
                <a:gd name="connsiteX2766" fmla="*/ 485870 w 1628775"/>
                <a:gd name="connsiteY2766" fmla="*/ 798862 h 1371600"/>
                <a:gd name="connsiteX2767" fmla="*/ 485775 w 1628775"/>
                <a:gd name="connsiteY2767" fmla="*/ 797909 h 1371600"/>
                <a:gd name="connsiteX2768" fmla="*/ 484632 w 1628775"/>
                <a:gd name="connsiteY2768" fmla="*/ 795528 h 1371600"/>
                <a:gd name="connsiteX2769" fmla="*/ 484346 w 1628775"/>
                <a:gd name="connsiteY2769" fmla="*/ 794385 h 1371600"/>
                <a:gd name="connsiteX2770" fmla="*/ 484441 w 1628775"/>
                <a:gd name="connsiteY2770" fmla="*/ 792766 h 1371600"/>
                <a:gd name="connsiteX2771" fmla="*/ 484822 w 1628775"/>
                <a:gd name="connsiteY2771" fmla="*/ 792290 h 1371600"/>
                <a:gd name="connsiteX2772" fmla="*/ 485584 w 1628775"/>
                <a:gd name="connsiteY2772" fmla="*/ 792099 h 1371600"/>
                <a:gd name="connsiteX2773" fmla="*/ 486823 w 1628775"/>
                <a:gd name="connsiteY2773" fmla="*/ 791528 h 1371600"/>
                <a:gd name="connsiteX2774" fmla="*/ 488537 w 1628775"/>
                <a:gd name="connsiteY2774" fmla="*/ 789527 h 1371600"/>
                <a:gd name="connsiteX2775" fmla="*/ 488442 w 1628775"/>
                <a:gd name="connsiteY2775" fmla="*/ 787241 h 1371600"/>
                <a:gd name="connsiteX2776" fmla="*/ 487775 w 1628775"/>
                <a:gd name="connsiteY2776" fmla="*/ 784765 h 1371600"/>
                <a:gd name="connsiteX2777" fmla="*/ 487966 w 1628775"/>
                <a:gd name="connsiteY2777" fmla="*/ 782003 h 1371600"/>
                <a:gd name="connsiteX2778" fmla="*/ 488632 w 1628775"/>
                <a:gd name="connsiteY2778" fmla="*/ 781050 h 1371600"/>
                <a:gd name="connsiteX2779" fmla="*/ 489395 w 1628775"/>
                <a:gd name="connsiteY2779" fmla="*/ 780574 h 1371600"/>
                <a:gd name="connsiteX2780" fmla="*/ 489966 w 1628775"/>
                <a:gd name="connsiteY2780" fmla="*/ 779907 h 1371600"/>
                <a:gd name="connsiteX2781" fmla="*/ 490252 w 1628775"/>
                <a:gd name="connsiteY2781" fmla="*/ 778383 h 1371600"/>
                <a:gd name="connsiteX2782" fmla="*/ 490061 w 1628775"/>
                <a:gd name="connsiteY2782" fmla="*/ 776954 h 1371600"/>
                <a:gd name="connsiteX2783" fmla="*/ 489966 w 1628775"/>
                <a:gd name="connsiteY2783" fmla="*/ 776002 h 1371600"/>
                <a:gd name="connsiteX2784" fmla="*/ 489585 w 1628775"/>
                <a:gd name="connsiteY2784" fmla="*/ 774668 h 1371600"/>
                <a:gd name="connsiteX2785" fmla="*/ 489109 w 1628775"/>
                <a:gd name="connsiteY2785" fmla="*/ 773811 h 1371600"/>
                <a:gd name="connsiteX2786" fmla="*/ 493871 w 1628775"/>
                <a:gd name="connsiteY2786" fmla="*/ 768191 h 1371600"/>
                <a:gd name="connsiteX2787" fmla="*/ 495681 w 1628775"/>
                <a:gd name="connsiteY2787" fmla="*/ 766763 h 1371600"/>
                <a:gd name="connsiteX2788" fmla="*/ 497681 w 1628775"/>
                <a:gd name="connsiteY2788" fmla="*/ 765715 h 1371600"/>
                <a:gd name="connsiteX2789" fmla="*/ 498824 w 1628775"/>
                <a:gd name="connsiteY2789" fmla="*/ 765524 h 1371600"/>
                <a:gd name="connsiteX2790" fmla="*/ 500729 w 1628775"/>
                <a:gd name="connsiteY2790" fmla="*/ 766667 h 1371600"/>
                <a:gd name="connsiteX2791" fmla="*/ 501777 w 1628775"/>
                <a:gd name="connsiteY2791" fmla="*/ 766667 h 1371600"/>
                <a:gd name="connsiteX2792" fmla="*/ 502825 w 1628775"/>
                <a:gd name="connsiteY2792" fmla="*/ 766382 h 1371600"/>
                <a:gd name="connsiteX2793" fmla="*/ 503682 w 1628775"/>
                <a:gd name="connsiteY2793" fmla="*/ 765905 h 1371600"/>
                <a:gd name="connsiteX2794" fmla="*/ 504730 w 1628775"/>
                <a:gd name="connsiteY2794" fmla="*/ 766477 h 1371600"/>
                <a:gd name="connsiteX2795" fmla="*/ 505206 w 1628775"/>
                <a:gd name="connsiteY2795" fmla="*/ 766953 h 1371600"/>
                <a:gd name="connsiteX2796" fmla="*/ 505492 w 1628775"/>
                <a:gd name="connsiteY2796" fmla="*/ 767620 h 1371600"/>
                <a:gd name="connsiteX2797" fmla="*/ 505111 w 1628775"/>
                <a:gd name="connsiteY2797" fmla="*/ 767715 h 1371600"/>
                <a:gd name="connsiteX2798" fmla="*/ 504444 w 1628775"/>
                <a:gd name="connsiteY2798" fmla="*/ 768001 h 1371600"/>
                <a:gd name="connsiteX2799" fmla="*/ 504063 w 1628775"/>
                <a:gd name="connsiteY2799" fmla="*/ 768096 h 1371600"/>
                <a:gd name="connsiteX2800" fmla="*/ 504349 w 1628775"/>
                <a:gd name="connsiteY2800" fmla="*/ 768858 h 1371600"/>
                <a:gd name="connsiteX2801" fmla="*/ 504254 w 1628775"/>
                <a:gd name="connsiteY2801" fmla="*/ 769334 h 1371600"/>
                <a:gd name="connsiteX2802" fmla="*/ 504063 w 1628775"/>
                <a:gd name="connsiteY2802" fmla="*/ 769811 h 1371600"/>
                <a:gd name="connsiteX2803" fmla="*/ 504063 w 1628775"/>
                <a:gd name="connsiteY2803" fmla="*/ 770668 h 1371600"/>
                <a:gd name="connsiteX2804" fmla="*/ 504254 w 1628775"/>
                <a:gd name="connsiteY2804" fmla="*/ 770953 h 1371600"/>
                <a:gd name="connsiteX2805" fmla="*/ 505015 w 1628775"/>
                <a:gd name="connsiteY2805" fmla="*/ 771811 h 1371600"/>
                <a:gd name="connsiteX2806" fmla="*/ 505682 w 1628775"/>
                <a:gd name="connsiteY2806" fmla="*/ 773430 h 1371600"/>
                <a:gd name="connsiteX2807" fmla="*/ 506539 w 1628775"/>
                <a:gd name="connsiteY2807" fmla="*/ 774287 h 1371600"/>
                <a:gd name="connsiteX2808" fmla="*/ 507016 w 1628775"/>
                <a:gd name="connsiteY2808" fmla="*/ 775049 h 1371600"/>
                <a:gd name="connsiteX2809" fmla="*/ 506254 w 1628775"/>
                <a:gd name="connsiteY2809" fmla="*/ 775907 h 1371600"/>
                <a:gd name="connsiteX2810" fmla="*/ 506730 w 1628775"/>
                <a:gd name="connsiteY2810" fmla="*/ 776669 h 1371600"/>
                <a:gd name="connsiteX2811" fmla="*/ 507301 w 1628775"/>
                <a:gd name="connsiteY2811" fmla="*/ 776669 h 1371600"/>
                <a:gd name="connsiteX2812" fmla="*/ 508730 w 1628775"/>
                <a:gd name="connsiteY2812" fmla="*/ 775907 h 1371600"/>
                <a:gd name="connsiteX2813" fmla="*/ 508921 w 1628775"/>
                <a:gd name="connsiteY2813" fmla="*/ 775716 h 1371600"/>
                <a:gd name="connsiteX2814" fmla="*/ 509111 w 1628775"/>
                <a:gd name="connsiteY2814" fmla="*/ 775430 h 1371600"/>
                <a:gd name="connsiteX2815" fmla="*/ 509397 w 1628775"/>
                <a:gd name="connsiteY2815" fmla="*/ 775145 h 1371600"/>
                <a:gd name="connsiteX2816" fmla="*/ 509873 w 1628775"/>
                <a:gd name="connsiteY2816" fmla="*/ 775049 h 1371600"/>
                <a:gd name="connsiteX2817" fmla="*/ 509968 w 1628775"/>
                <a:gd name="connsiteY2817" fmla="*/ 775240 h 1371600"/>
                <a:gd name="connsiteX2818" fmla="*/ 510159 w 1628775"/>
                <a:gd name="connsiteY2818" fmla="*/ 775621 h 1371600"/>
                <a:gd name="connsiteX2819" fmla="*/ 510349 w 1628775"/>
                <a:gd name="connsiteY2819" fmla="*/ 776097 h 1371600"/>
                <a:gd name="connsiteX2820" fmla="*/ 510635 w 1628775"/>
                <a:gd name="connsiteY2820" fmla="*/ 776383 h 1371600"/>
                <a:gd name="connsiteX2821" fmla="*/ 512159 w 1628775"/>
                <a:gd name="connsiteY2821" fmla="*/ 776288 h 1371600"/>
                <a:gd name="connsiteX2822" fmla="*/ 514636 w 1628775"/>
                <a:gd name="connsiteY2822" fmla="*/ 774668 h 1371600"/>
                <a:gd name="connsiteX2823" fmla="*/ 515874 w 1628775"/>
                <a:gd name="connsiteY2823" fmla="*/ 774287 h 1371600"/>
                <a:gd name="connsiteX2824" fmla="*/ 517493 w 1628775"/>
                <a:gd name="connsiteY2824" fmla="*/ 774287 h 1371600"/>
                <a:gd name="connsiteX2825" fmla="*/ 518255 w 1628775"/>
                <a:gd name="connsiteY2825" fmla="*/ 774097 h 1371600"/>
                <a:gd name="connsiteX2826" fmla="*/ 518636 w 1628775"/>
                <a:gd name="connsiteY2826" fmla="*/ 773621 h 1371600"/>
                <a:gd name="connsiteX2827" fmla="*/ 518350 w 1628775"/>
                <a:gd name="connsiteY2827" fmla="*/ 772954 h 1371600"/>
                <a:gd name="connsiteX2828" fmla="*/ 517874 w 1628775"/>
                <a:gd name="connsiteY2828" fmla="*/ 772382 h 1371600"/>
                <a:gd name="connsiteX2829" fmla="*/ 517779 w 1628775"/>
                <a:gd name="connsiteY2829" fmla="*/ 771906 h 1371600"/>
                <a:gd name="connsiteX2830" fmla="*/ 518636 w 1628775"/>
                <a:gd name="connsiteY2830" fmla="*/ 771715 h 1371600"/>
                <a:gd name="connsiteX2831" fmla="*/ 519779 w 1628775"/>
                <a:gd name="connsiteY2831" fmla="*/ 771049 h 1371600"/>
                <a:gd name="connsiteX2832" fmla="*/ 520827 w 1628775"/>
                <a:gd name="connsiteY2832" fmla="*/ 769811 h 1371600"/>
                <a:gd name="connsiteX2833" fmla="*/ 521780 w 1628775"/>
                <a:gd name="connsiteY2833" fmla="*/ 769334 h 1371600"/>
                <a:gd name="connsiteX2834" fmla="*/ 522637 w 1628775"/>
                <a:gd name="connsiteY2834" fmla="*/ 770858 h 1371600"/>
                <a:gd name="connsiteX2835" fmla="*/ 524256 w 1628775"/>
                <a:gd name="connsiteY2835" fmla="*/ 769811 h 1371600"/>
                <a:gd name="connsiteX2836" fmla="*/ 525780 w 1628775"/>
                <a:gd name="connsiteY2836" fmla="*/ 769144 h 1371600"/>
                <a:gd name="connsiteX2837" fmla="*/ 531400 w 1628775"/>
                <a:gd name="connsiteY2837" fmla="*/ 768572 h 1371600"/>
                <a:gd name="connsiteX2838" fmla="*/ 533590 w 1628775"/>
                <a:gd name="connsiteY2838" fmla="*/ 768001 h 1371600"/>
                <a:gd name="connsiteX2839" fmla="*/ 535019 w 1628775"/>
                <a:gd name="connsiteY2839" fmla="*/ 766858 h 1371600"/>
                <a:gd name="connsiteX2840" fmla="*/ 534638 w 1628775"/>
                <a:gd name="connsiteY2840" fmla="*/ 764857 h 1371600"/>
                <a:gd name="connsiteX2841" fmla="*/ 535400 w 1628775"/>
                <a:gd name="connsiteY2841" fmla="*/ 764381 h 1371600"/>
                <a:gd name="connsiteX2842" fmla="*/ 535972 w 1628775"/>
                <a:gd name="connsiteY2842" fmla="*/ 764667 h 1371600"/>
                <a:gd name="connsiteX2843" fmla="*/ 536448 w 1628775"/>
                <a:gd name="connsiteY2843" fmla="*/ 764667 h 1371600"/>
                <a:gd name="connsiteX2844" fmla="*/ 536924 w 1628775"/>
                <a:gd name="connsiteY2844" fmla="*/ 764667 h 1371600"/>
                <a:gd name="connsiteX2845" fmla="*/ 537496 w 1628775"/>
                <a:gd name="connsiteY2845" fmla="*/ 764762 h 1371600"/>
                <a:gd name="connsiteX2846" fmla="*/ 538448 w 1628775"/>
                <a:gd name="connsiteY2846" fmla="*/ 765334 h 1371600"/>
                <a:gd name="connsiteX2847" fmla="*/ 539305 w 1628775"/>
                <a:gd name="connsiteY2847" fmla="*/ 766096 h 1371600"/>
                <a:gd name="connsiteX2848" fmla="*/ 539305 w 1628775"/>
                <a:gd name="connsiteY2848" fmla="*/ 766572 h 1371600"/>
                <a:gd name="connsiteX2849" fmla="*/ 538163 w 1628775"/>
                <a:gd name="connsiteY2849" fmla="*/ 766763 h 1371600"/>
                <a:gd name="connsiteX2850" fmla="*/ 537400 w 1628775"/>
                <a:gd name="connsiteY2850" fmla="*/ 768858 h 1371600"/>
                <a:gd name="connsiteX2851" fmla="*/ 536353 w 1628775"/>
                <a:gd name="connsiteY2851" fmla="*/ 769144 h 1371600"/>
                <a:gd name="connsiteX2852" fmla="*/ 536543 w 1628775"/>
                <a:gd name="connsiteY2852" fmla="*/ 768382 h 1371600"/>
                <a:gd name="connsiteX2853" fmla="*/ 536543 w 1628775"/>
                <a:gd name="connsiteY2853" fmla="*/ 767334 h 1371600"/>
                <a:gd name="connsiteX2854" fmla="*/ 536353 w 1628775"/>
                <a:gd name="connsiteY2854" fmla="*/ 766763 h 1371600"/>
                <a:gd name="connsiteX2855" fmla="*/ 535781 w 1628775"/>
                <a:gd name="connsiteY2855" fmla="*/ 767144 h 1371600"/>
                <a:gd name="connsiteX2856" fmla="*/ 534924 w 1628775"/>
                <a:gd name="connsiteY2856" fmla="*/ 768286 h 1371600"/>
                <a:gd name="connsiteX2857" fmla="*/ 534353 w 1628775"/>
                <a:gd name="connsiteY2857" fmla="*/ 768953 h 1371600"/>
                <a:gd name="connsiteX2858" fmla="*/ 534067 w 1628775"/>
                <a:gd name="connsiteY2858" fmla="*/ 768858 h 1371600"/>
                <a:gd name="connsiteX2859" fmla="*/ 533972 w 1628775"/>
                <a:gd name="connsiteY2859" fmla="*/ 771430 h 1371600"/>
                <a:gd name="connsiteX2860" fmla="*/ 534257 w 1628775"/>
                <a:gd name="connsiteY2860" fmla="*/ 772573 h 1371600"/>
                <a:gd name="connsiteX2861" fmla="*/ 535114 w 1628775"/>
                <a:gd name="connsiteY2861" fmla="*/ 773049 h 1371600"/>
                <a:gd name="connsiteX2862" fmla="*/ 535591 w 1628775"/>
                <a:gd name="connsiteY2862" fmla="*/ 772763 h 1371600"/>
                <a:gd name="connsiteX2863" fmla="*/ 536829 w 1628775"/>
                <a:gd name="connsiteY2863" fmla="*/ 771525 h 1371600"/>
                <a:gd name="connsiteX2864" fmla="*/ 537781 w 1628775"/>
                <a:gd name="connsiteY2864" fmla="*/ 771144 h 1371600"/>
                <a:gd name="connsiteX2865" fmla="*/ 538353 w 1628775"/>
                <a:gd name="connsiteY2865" fmla="*/ 770573 h 1371600"/>
                <a:gd name="connsiteX2866" fmla="*/ 538639 w 1628775"/>
                <a:gd name="connsiteY2866" fmla="*/ 770382 h 1371600"/>
                <a:gd name="connsiteX2867" fmla="*/ 538924 w 1628775"/>
                <a:gd name="connsiteY2867" fmla="*/ 770477 h 1371600"/>
                <a:gd name="connsiteX2868" fmla="*/ 539591 w 1628775"/>
                <a:gd name="connsiteY2868" fmla="*/ 771049 h 1371600"/>
                <a:gd name="connsiteX2869" fmla="*/ 539972 w 1628775"/>
                <a:gd name="connsiteY2869" fmla="*/ 771239 h 1371600"/>
                <a:gd name="connsiteX2870" fmla="*/ 540925 w 1628775"/>
                <a:gd name="connsiteY2870" fmla="*/ 770668 h 1371600"/>
                <a:gd name="connsiteX2871" fmla="*/ 541210 w 1628775"/>
                <a:gd name="connsiteY2871" fmla="*/ 769430 h 1371600"/>
                <a:gd name="connsiteX2872" fmla="*/ 540830 w 1628775"/>
                <a:gd name="connsiteY2872" fmla="*/ 768096 h 1371600"/>
                <a:gd name="connsiteX2873" fmla="*/ 539782 w 1628775"/>
                <a:gd name="connsiteY2873" fmla="*/ 767239 h 1371600"/>
                <a:gd name="connsiteX2874" fmla="*/ 540448 w 1628775"/>
                <a:gd name="connsiteY2874" fmla="*/ 766477 h 1371600"/>
                <a:gd name="connsiteX2875" fmla="*/ 541401 w 1628775"/>
                <a:gd name="connsiteY2875" fmla="*/ 765905 h 1371600"/>
                <a:gd name="connsiteX2876" fmla="*/ 542258 w 1628775"/>
                <a:gd name="connsiteY2876" fmla="*/ 765048 h 1371600"/>
                <a:gd name="connsiteX2877" fmla="*/ 543211 w 1628775"/>
                <a:gd name="connsiteY2877" fmla="*/ 761810 h 1371600"/>
                <a:gd name="connsiteX2878" fmla="*/ 544258 w 1628775"/>
                <a:gd name="connsiteY2878" fmla="*/ 762190 h 1371600"/>
                <a:gd name="connsiteX2879" fmla="*/ 544735 w 1628775"/>
                <a:gd name="connsiteY2879" fmla="*/ 763429 h 1371600"/>
                <a:gd name="connsiteX2880" fmla="*/ 543782 w 1628775"/>
                <a:gd name="connsiteY2880" fmla="*/ 764191 h 1371600"/>
                <a:gd name="connsiteX2881" fmla="*/ 543782 w 1628775"/>
                <a:gd name="connsiteY2881" fmla="*/ 764667 h 1371600"/>
                <a:gd name="connsiteX2882" fmla="*/ 545116 w 1628775"/>
                <a:gd name="connsiteY2882" fmla="*/ 764572 h 1371600"/>
                <a:gd name="connsiteX2883" fmla="*/ 546259 w 1628775"/>
                <a:gd name="connsiteY2883" fmla="*/ 764953 h 1371600"/>
                <a:gd name="connsiteX2884" fmla="*/ 546830 w 1628775"/>
                <a:gd name="connsiteY2884" fmla="*/ 765715 h 1371600"/>
                <a:gd name="connsiteX2885" fmla="*/ 546354 w 1628775"/>
                <a:gd name="connsiteY2885" fmla="*/ 766858 h 1371600"/>
                <a:gd name="connsiteX2886" fmla="*/ 545878 w 1628775"/>
                <a:gd name="connsiteY2886" fmla="*/ 767048 h 1371600"/>
                <a:gd name="connsiteX2887" fmla="*/ 545116 w 1628775"/>
                <a:gd name="connsiteY2887" fmla="*/ 767239 h 1371600"/>
                <a:gd name="connsiteX2888" fmla="*/ 544449 w 1628775"/>
                <a:gd name="connsiteY2888" fmla="*/ 767429 h 1371600"/>
                <a:gd name="connsiteX2889" fmla="*/ 544163 w 1628775"/>
                <a:gd name="connsiteY2889" fmla="*/ 767906 h 1371600"/>
                <a:gd name="connsiteX2890" fmla="*/ 544449 w 1628775"/>
                <a:gd name="connsiteY2890" fmla="*/ 768477 h 1371600"/>
                <a:gd name="connsiteX2891" fmla="*/ 545116 w 1628775"/>
                <a:gd name="connsiteY2891" fmla="*/ 768572 h 1371600"/>
                <a:gd name="connsiteX2892" fmla="*/ 545878 w 1628775"/>
                <a:gd name="connsiteY2892" fmla="*/ 768382 h 1371600"/>
                <a:gd name="connsiteX2893" fmla="*/ 547497 w 1628775"/>
                <a:gd name="connsiteY2893" fmla="*/ 767620 h 1371600"/>
                <a:gd name="connsiteX2894" fmla="*/ 548354 w 1628775"/>
                <a:gd name="connsiteY2894" fmla="*/ 766858 h 1371600"/>
                <a:gd name="connsiteX2895" fmla="*/ 552164 w 1628775"/>
                <a:gd name="connsiteY2895" fmla="*/ 762000 h 1371600"/>
                <a:gd name="connsiteX2896" fmla="*/ 552640 w 1628775"/>
                <a:gd name="connsiteY2896" fmla="*/ 760667 h 1371600"/>
                <a:gd name="connsiteX2897" fmla="*/ 552259 w 1628775"/>
                <a:gd name="connsiteY2897" fmla="*/ 760286 h 1371600"/>
                <a:gd name="connsiteX2898" fmla="*/ 552450 w 1628775"/>
                <a:gd name="connsiteY2898" fmla="*/ 759238 h 1371600"/>
                <a:gd name="connsiteX2899" fmla="*/ 553022 w 1628775"/>
                <a:gd name="connsiteY2899" fmla="*/ 758952 h 1371600"/>
                <a:gd name="connsiteX2900" fmla="*/ 554450 w 1628775"/>
                <a:gd name="connsiteY2900" fmla="*/ 758952 h 1371600"/>
                <a:gd name="connsiteX2901" fmla="*/ 555117 w 1628775"/>
                <a:gd name="connsiteY2901" fmla="*/ 758666 h 1371600"/>
                <a:gd name="connsiteX2902" fmla="*/ 556260 w 1628775"/>
                <a:gd name="connsiteY2902" fmla="*/ 757904 h 1371600"/>
                <a:gd name="connsiteX2903" fmla="*/ 556831 w 1628775"/>
                <a:gd name="connsiteY2903" fmla="*/ 757714 h 1371600"/>
                <a:gd name="connsiteX2904" fmla="*/ 557974 w 1628775"/>
                <a:gd name="connsiteY2904" fmla="*/ 758285 h 1371600"/>
                <a:gd name="connsiteX2905" fmla="*/ 557308 w 1628775"/>
                <a:gd name="connsiteY2905" fmla="*/ 759619 h 1371600"/>
                <a:gd name="connsiteX2906" fmla="*/ 555212 w 1628775"/>
                <a:gd name="connsiteY2906" fmla="*/ 762000 h 1371600"/>
                <a:gd name="connsiteX2907" fmla="*/ 558451 w 1628775"/>
                <a:gd name="connsiteY2907" fmla="*/ 760667 h 1371600"/>
                <a:gd name="connsiteX2908" fmla="*/ 558737 w 1628775"/>
                <a:gd name="connsiteY2908" fmla="*/ 760476 h 1371600"/>
                <a:gd name="connsiteX2909" fmla="*/ 559022 w 1628775"/>
                <a:gd name="connsiteY2909" fmla="*/ 760190 h 1371600"/>
                <a:gd name="connsiteX2910" fmla="*/ 559403 w 1628775"/>
                <a:gd name="connsiteY2910" fmla="*/ 759905 h 1371600"/>
                <a:gd name="connsiteX2911" fmla="*/ 560356 w 1628775"/>
                <a:gd name="connsiteY2911" fmla="*/ 759714 h 1371600"/>
                <a:gd name="connsiteX2912" fmla="*/ 560737 w 1628775"/>
                <a:gd name="connsiteY2912" fmla="*/ 759524 h 1371600"/>
                <a:gd name="connsiteX2913" fmla="*/ 561118 w 1628775"/>
                <a:gd name="connsiteY2913" fmla="*/ 759143 h 1371600"/>
                <a:gd name="connsiteX2914" fmla="*/ 561308 w 1628775"/>
                <a:gd name="connsiteY2914" fmla="*/ 758666 h 1371600"/>
                <a:gd name="connsiteX2915" fmla="*/ 561880 w 1628775"/>
                <a:gd name="connsiteY2915" fmla="*/ 758285 h 1371600"/>
                <a:gd name="connsiteX2916" fmla="*/ 564261 w 1628775"/>
                <a:gd name="connsiteY2916" fmla="*/ 757047 h 1371600"/>
                <a:gd name="connsiteX2917" fmla="*/ 565785 w 1628775"/>
                <a:gd name="connsiteY2917" fmla="*/ 756476 h 1371600"/>
                <a:gd name="connsiteX2918" fmla="*/ 566642 w 1628775"/>
                <a:gd name="connsiteY2918" fmla="*/ 755904 h 1371600"/>
                <a:gd name="connsiteX2919" fmla="*/ 567404 w 1628775"/>
                <a:gd name="connsiteY2919" fmla="*/ 755523 h 1371600"/>
                <a:gd name="connsiteX2920" fmla="*/ 568262 w 1628775"/>
                <a:gd name="connsiteY2920" fmla="*/ 755904 h 1371600"/>
                <a:gd name="connsiteX2921" fmla="*/ 568642 w 1628775"/>
                <a:gd name="connsiteY2921" fmla="*/ 755428 h 1371600"/>
                <a:gd name="connsiteX2922" fmla="*/ 568738 w 1628775"/>
                <a:gd name="connsiteY2922" fmla="*/ 756095 h 1371600"/>
                <a:gd name="connsiteX2923" fmla="*/ 569023 w 1628775"/>
                <a:gd name="connsiteY2923" fmla="*/ 756666 h 1371600"/>
                <a:gd name="connsiteX2924" fmla="*/ 569405 w 1628775"/>
                <a:gd name="connsiteY2924" fmla="*/ 756952 h 1371600"/>
                <a:gd name="connsiteX2925" fmla="*/ 569785 w 1628775"/>
                <a:gd name="connsiteY2925" fmla="*/ 756761 h 1371600"/>
                <a:gd name="connsiteX2926" fmla="*/ 571119 w 1628775"/>
                <a:gd name="connsiteY2926" fmla="*/ 757904 h 1371600"/>
                <a:gd name="connsiteX2927" fmla="*/ 571690 w 1628775"/>
                <a:gd name="connsiteY2927" fmla="*/ 759428 h 1371600"/>
                <a:gd name="connsiteX2928" fmla="*/ 572453 w 1628775"/>
                <a:gd name="connsiteY2928" fmla="*/ 760762 h 1371600"/>
                <a:gd name="connsiteX2929" fmla="*/ 574167 w 1628775"/>
                <a:gd name="connsiteY2929" fmla="*/ 761143 h 1371600"/>
                <a:gd name="connsiteX2930" fmla="*/ 573881 w 1628775"/>
                <a:gd name="connsiteY2930" fmla="*/ 759619 h 1371600"/>
                <a:gd name="connsiteX2931" fmla="*/ 575881 w 1628775"/>
                <a:gd name="connsiteY2931" fmla="*/ 759619 h 1371600"/>
                <a:gd name="connsiteX2932" fmla="*/ 579977 w 1628775"/>
                <a:gd name="connsiteY2932" fmla="*/ 760381 h 1371600"/>
                <a:gd name="connsiteX2933" fmla="*/ 580930 w 1628775"/>
                <a:gd name="connsiteY2933" fmla="*/ 758952 h 1371600"/>
                <a:gd name="connsiteX2934" fmla="*/ 581597 w 1628775"/>
                <a:gd name="connsiteY2934" fmla="*/ 756857 h 1371600"/>
                <a:gd name="connsiteX2935" fmla="*/ 582454 w 1628775"/>
                <a:gd name="connsiteY2935" fmla="*/ 755428 h 1371600"/>
                <a:gd name="connsiteX2936" fmla="*/ 583978 w 1628775"/>
                <a:gd name="connsiteY2936" fmla="*/ 755999 h 1371600"/>
                <a:gd name="connsiteX2937" fmla="*/ 583787 w 1628775"/>
                <a:gd name="connsiteY2937" fmla="*/ 755428 h 1371600"/>
                <a:gd name="connsiteX2938" fmla="*/ 583787 w 1628775"/>
                <a:gd name="connsiteY2938" fmla="*/ 755332 h 1371600"/>
                <a:gd name="connsiteX2939" fmla="*/ 583692 w 1628775"/>
                <a:gd name="connsiteY2939" fmla="*/ 755142 h 1371600"/>
                <a:gd name="connsiteX2940" fmla="*/ 584359 w 1628775"/>
                <a:gd name="connsiteY2940" fmla="*/ 754475 h 1371600"/>
                <a:gd name="connsiteX2941" fmla="*/ 585216 w 1628775"/>
                <a:gd name="connsiteY2941" fmla="*/ 753904 h 1371600"/>
                <a:gd name="connsiteX2942" fmla="*/ 585883 w 1628775"/>
                <a:gd name="connsiteY2942" fmla="*/ 753142 h 1371600"/>
                <a:gd name="connsiteX2943" fmla="*/ 585883 w 1628775"/>
                <a:gd name="connsiteY2943" fmla="*/ 751999 h 1371600"/>
                <a:gd name="connsiteX2944" fmla="*/ 585311 w 1628775"/>
                <a:gd name="connsiteY2944" fmla="*/ 751237 h 1371600"/>
                <a:gd name="connsiteX2945" fmla="*/ 584454 w 1628775"/>
                <a:gd name="connsiteY2945" fmla="*/ 751046 h 1371600"/>
                <a:gd name="connsiteX2946" fmla="*/ 583501 w 1628775"/>
                <a:gd name="connsiteY2946" fmla="*/ 751237 h 1371600"/>
                <a:gd name="connsiteX2947" fmla="*/ 582644 w 1628775"/>
                <a:gd name="connsiteY2947" fmla="*/ 751618 h 1371600"/>
                <a:gd name="connsiteX2948" fmla="*/ 581215 w 1628775"/>
                <a:gd name="connsiteY2948" fmla="*/ 753142 h 1371600"/>
                <a:gd name="connsiteX2949" fmla="*/ 580454 w 1628775"/>
                <a:gd name="connsiteY2949" fmla="*/ 753713 h 1371600"/>
                <a:gd name="connsiteX2950" fmla="*/ 579787 w 1628775"/>
                <a:gd name="connsiteY2950" fmla="*/ 753332 h 1371600"/>
                <a:gd name="connsiteX2951" fmla="*/ 579596 w 1628775"/>
                <a:gd name="connsiteY2951" fmla="*/ 752285 h 1371600"/>
                <a:gd name="connsiteX2952" fmla="*/ 580168 w 1628775"/>
                <a:gd name="connsiteY2952" fmla="*/ 751713 h 1371600"/>
                <a:gd name="connsiteX2953" fmla="*/ 581025 w 1628775"/>
                <a:gd name="connsiteY2953" fmla="*/ 751332 h 1371600"/>
                <a:gd name="connsiteX2954" fmla="*/ 582358 w 1628775"/>
                <a:gd name="connsiteY2954" fmla="*/ 750475 h 1371600"/>
                <a:gd name="connsiteX2955" fmla="*/ 583121 w 1628775"/>
                <a:gd name="connsiteY2955" fmla="*/ 750284 h 1371600"/>
                <a:gd name="connsiteX2956" fmla="*/ 584930 w 1628775"/>
                <a:gd name="connsiteY2956" fmla="*/ 750284 h 1371600"/>
                <a:gd name="connsiteX2957" fmla="*/ 585883 w 1628775"/>
                <a:gd name="connsiteY2957" fmla="*/ 750570 h 1371600"/>
                <a:gd name="connsiteX2958" fmla="*/ 587026 w 1628775"/>
                <a:gd name="connsiteY2958" fmla="*/ 751808 h 1371600"/>
                <a:gd name="connsiteX2959" fmla="*/ 587788 w 1628775"/>
                <a:gd name="connsiteY2959" fmla="*/ 752094 h 1371600"/>
                <a:gd name="connsiteX2960" fmla="*/ 589312 w 1628775"/>
                <a:gd name="connsiteY2960" fmla="*/ 751808 h 1371600"/>
                <a:gd name="connsiteX2961" fmla="*/ 591122 w 1628775"/>
                <a:gd name="connsiteY2961" fmla="*/ 751046 h 1371600"/>
                <a:gd name="connsiteX2962" fmla="*/ 592646 w 1628775"/>
                <a:gd name="connsiteY2962" fmla="*/ 749903 h 1371600"/>
                <a:gd name="connsiteX2963" fmla="*/ 593312 w 1628775"/>
                <a:gd name="connsiteY2963" fmla="*/ 748475 h 1371600"/>
                <a:gd name="connsiteX2964" fmla="*/ 592836 w 1628775"/>
                <a:gd name="connsiteY2964" fmla="*/ 748760 h 1371600"/>
                <a:gd name="connsiteX2965" fmla="*/ 592360 w 1628775"/>
                <a:gd name="connsiteY2965" fmla="*/ 748856 h 1371600"/>
                <a:gd name="connsiteX2966" fmla="*/ 591883 w 1628775"/>
                <a:gd name="connsiteY2966" fmla="*/ 748760 h 1371600"/>
                <a:gd name="connsiteX2967" fmla="*/ 591503 w 1628775"/>
                <a:gd name="connsiteY2967" fmla="*/ 748475 h 1371600"/>
                <a:gd name="connsiteX2968" fmla="*/ 592264 w 1628775"/>
                <a:gd name="connsiteY2968" fmla="*/ 747903 h 1371600"/>
                <a:gd name="connsiteX2969" fmla="*/ 592646 w 1628775"/>
                <a:gd name="connsiteY2969" fmla="*/ 747713 h 1371600"/>
                <a:gd name="connsiteX2970" fmla="*/ 593598 w 1628775"/>
                <a:gd name="connsiteY2970" fmla="*/ 747522 h 1371600"/>
                <a:gd name="connsiteX2971" fmla="*/ 594455 w 1628775"/>
                <a:gd name="connsiteY2971" fmla="*/ 746951 h 1371600"/>
                <a:gd name="connsiteX2972" fmla="*/ 594836 w 1628775"/>
                <a:gd name="connsiteY2972" fmla="*/ 746855 h 1371600"/>
                <a:gd name="connsiteX2973" fmla="*/ 595027 w 1628775"/>
                <a:gd name="connsiteY2973" fmla="*/ 746570 h 1371600"/>
                <a:gd name="connsiteX2974" fmla="*/ 596074 w 1628775"/>
                <a:gd name="connsiteY2974" fmla="*/ 745046 h 1371600"/>
                <a:gd name="connsiteX2975" fmla="*/ 596455 w 1628775"/>
                <a:gd name="connsiteY2975" fmla="*/ 744855 h 1371600"/>
                <a:gd name="connsiteX2976" fmla="*/ 597503 w 1628775"/>
                <a:gd name="connsiteY2976" fmla="*/ 744665 h 1371600"/>
                <a:gd name="connsiteX2977" fmla="*/ 597884 w 1628775"/>
                <a:gd name="connsiteY2977" fmla="*/ 744569 h 1371600"/>
                <a:gd name="connsiteX2978" fmla="*/ 595122 w 1628775"/>
                <a:gd name="connsiteY2978" fmla="*/ 743903 h 1371600"/>
                <a:gd name="connsiteX2979" fmla="*/ 594550 w 1628775"/>
                <a:gd name="connsiteY2979" fmla="*/ 743617 h 1371600"/>
                <a:gd name="connsiteX2980" fmla="*/ 594170 w 1628775"/>
                <a:gd name="connsiteY2980" fmla="*/ 742569 h 1371600"/>
                <a:gd name="connsiteX2981" fmla="*/ 594836 w 1628775"/>
                <a:gd name="connsiteY2981" fmla="*/ 742569 h 1371600"/>
                <a:gd name="connsiteX2982" fmla="*/ 596265 w 1628775"/>
                <a:gd name="connsiteY2982" fmla="*/ 743236 h 1371600"/>
                <a:gd name="connsiteX2983" fmla="*/ 597789 w 1628775"/>
                <a:gd name="connsiteY2983" fmla="*/ 743426 h 1371600"/>
                <a:gd name="connsiteX2984" fmla="*/ 600456 w 1628775"/>
                <a:gd name="connsiteY2984" fmla="*/ 744093 h 1371600"/>
                <a:gd name="connsiteX2985" fmla="*/ 601885 w 1628775"/>
                <a:gd name="connsiteY2985" fmla="*/ 743998 h 1371600"/>
                <a:gd name="connsiteX2986" fmla="*/ 601789 w 1628775"/>
                <a:gd name="connsiteY2986" fmla="*/ 743331 h 1371600"/>
                <a:gd name="connsiteX2987" fmla="*/ 602075 w 1628775"/>
                <a:gd name="connsiteY2987" fmla="*/ 742664 h 1371600"/>
                <a:gd name="connsiteX2988" fmla="*/ 602647 w 1628775"/>
                <a:gd name="connsiteY2988" fmla="*/ 742093 h 1371600"/>
                <a:gd name="connsiteX2989" fmla="*/ 603313 w 1628775"/>
                <a:gd name="connsiteY2989" fmla="*/ 741807 h 1371600"/>
                <a:gd name="connsiteX2990" fmla="*/ 603790 w 1628775"/>
                <a:gd name="connsiteY2990" fmla="*/ 741998 h 1371600"/>
                <a:gd name="connsiteX2991" fmla="*/ 604266 w 1628775"/>
                <a:gd name="connsiteY2991" fmla="*/ 742378 h 1371600"/>
                <a:gd name="connsiteX2992" fmla="*/ 604838 w 1628775"/>
                <a:gd name="connsiteY2992" fmla="*/ 742760 h 1371600"/>
                <a:gd name="connsiteX2993" fmla="*/ 605599 w 1628775"/>
                <a:gd name="connsiteY2993" fmla="*/ 742760 h 1371600"/>
                <a:gd name="connsiteX2994" fmla="*/ 606076 w 1628775"/>
                <a:gd name="connsiteY2994" fmla="*/ 742474 h 1371600"/>
                <a:gd name="connsiteX2995" fmla="*/ 607409 w 1628775"/>
                <a:gd name="connsiteY2995" fmla="*/ 740569 h 1371600"/>
                <a:gd name="connsiteX2996" fmla="*/ 607695 w 1628775"/>
                <a:gd name="connsiteY2996" fmla="*/ 740378 h 1371600"/>
                <a:gd name="connsiteX2997" fmla="*/ 607885 w 1628775"/>
                <a:gd name="connsiteY2997" fmla="*/ 740474 h 1371600"/>
                <a:gd name="connsiteX2998" fmla="*/ 608076 w 1628775"/>
                <a:gd name="connsiteY2998" fmla="*/ 740378 h 1371600"/>
                <a:gd name="connsiteX2999" fmla="*/ 608171 w 1628775"/>
                <a:gd name="connsiteY2999" fmla="*/ 739902 h 1371600"/>
                <a:gd name="connsiteX3000" fmla="*/ 608266 w 1628775"/>
                <a:gd name="connsiteY3000" fmla="*/ 739426 h 1371600"/>
                <a:gd name="connsiteX3001" fmla="*/ 608552 w 1628775"/>
                <a:gd name="connsiteY3001" fmla="*/ 739140 h 1371600"/>
                <a:gd name="connsiteX3002" fmla="*/ 608933 w 1628775"/>
                <a:gd name="connsiteY3002" fmla="*/ 738950 h 1371600"/>
                <a:gd name="connsiteX3003" fmla="*/ 609314 w 1628775"/>
                <a:gd name="connsiteY3003" fmla="*/ 738854 h 1371600"/>
                <a:gd name="connsiteX3004" fmla="*/ 609314 w 1628775"/>
                <a:gd name="connsiteY3004" fmla="*/ 739807 h 1371600"/>
                <a:gd name="connsiteX3005" fmla="*/ 609600 w 1628775"/>
                <a:gd name="connsiteY3005" fmla="*/ 740283 h 1371600"/>
                <a:gd name="connsiteX3006" fmla="*/ 610172 w 1628775"/>
                <a:gd name="connsiteY3006" fmla="*/ 740474 h 1371600"/>
                <a:gd name="connsiteX3007" fmla="*/ 610838 w 1628775"/>
                <a:gd name="connsiteY3007" fmla="*/ 740569 h 1371600"/>
                <a:gd name="connsiteX3008" fmla="*/ 611124 w 1628775"/>
                <a:gd name="connsiteY3008" fmla="*/ 740474 h 1371600"/>
                <a:gd name="connsiteX3009" fmla="*/ 611505 w 1628775"/>
                <a:gd name="connsiteY3009" fmla="*/ 740283 h 1371600"/>
                <a:gd name="connsiteX3010" fmla="*/ 611886 w 1628775"/>
                <a:gd name="connsiteY3010" fmla="*/ 740093 h 1371600"/>
                <a:gd name="connsiteX3011" fmla="*/ 612172 w 1628775"/>
                <a:gd name="connsiteY3011" fmla="*/ 739902 h 1371600"/>
                <a:gd name="connsiteX3012" fmla="*/ 612553 w 1628775"/>
                <a:gd name="connsiteY3012" fmla="*/ 739711 h 1371600"/>
                <a:gd name="connsiteX3013" fmla="*/ 612838 w 1628775"/>
                <a:gd name="connsiteY3013" fmla="*/ 739807 h 1371600"/>
                <a:gd name="connsiteX3014" fmla="*/ 613124 w 1628775"/>
                <a:gd name="connsiteY3014" fmla="*/ 739997 h 1371600"/>
                <a:gd name="connsiteX3015" fmla="*/ 613505 w 1628775"/>
                <a:gd name="connsiteY3015" fmla="*/ 740093 h 1371600"/>
                <a:gd name="connsiteX3016" fmla="*/ 620268 w 1628775"/>
                <a:gd name="connsiteY3016" fmla="*/ 739426 h 1371600"/>
                <a:gd name="connsiteX3017" fmla="*/ 622840 w 1628775"/>
                <a:gd name="connsiteY3017" fmla="*/ 740093 h 1371600"/>
                <a:gd name="connsiteX3018" fmla="*/ 623792 w 1628775"/>
                <a:gd name="connsiteY3018" fmla="*/ 740664 h 1371600"/>
                <a:gd name="connsiteX3019" fmla="*/ 625792 w 1628775"/>
                <a:gd name="connsiteY3019" fmla="*/ 742283 h 1371600"/>
                <a:gd name="connsiteX3020" fmla="*/ 627507 w 1628775"/>
                <a:gd name="connsiteY3020" fmla="*/ 742855 h 1371600"/>
                <a:gd name="connsiteX3021" fmla="*/ 630364 w 1628775"/>
                <a:gd name="connsiteY3021" fmla="*/ 744760 h 1371600"/>
                <a:gd name="connsiteX3022" fmla="*/ 631412 w 1628775"/>
                <a:gd name="connsiteY3022" fmla="*/ 745617 h 1371600"/>
                <a:gd name="connsiteX3023" fmla="*/ 632936 w 1628775"/>
                <a:gd name="connsiteY3023" fmla="*/ 746284 h 1371600"/>
                <a:gd name="connsiteX3024" fmla="*/ 634174 w 1628775"/>
                <a:gd name="connsiteY3024" fmla="*/ 747808 h 1371600"/>
                <a:gd name="connsiteX3025" fmla="*/ 635127 w 1628775"/>
                <a:gd name="connsiteY3025" fmla="*/ 747998 h 1371600"/>
                <a:gd name="connsiteX3026" fmla="*/ 637127 w 1628775"/>
                <a:gd name="connsiteY3026" fmla="*/ 747903 h 1371600"/>
                <a:gd name="connsiteX3027" fmla="*/ 638651 w 1628775"/>
                <a:gd name="connsiteY3027" fmla="*/ 749046 h 1371600"/>
                <a:gd name="connsiteX3028" fmla="*/ 640461 w 1628775"/>
                <a:gd name="connsiteY3028" fmla="*/ 748856 h 1371600"/>
                <a:gd name="connsiteX3029" fmla="*/ 642175 w 1628775"/>
                <a:gd name="connsiteY3029" fmla="*/ 748094 h 1371600"/>
                <a:gd name="connsiteX3030" fmla="*/ 645985 w 1628775"/>
                <a:gd name="connsiteY3030" fmla="*/ 747427 h 1371600"/>
                <a:gd name="connsiteX3031" fmla="*/ 646081 w 1628775"/>
                <a:gd name="connsiteY3031" fmla="*/ 745903 h 1371600"/>
                <a:gd name="connsiteX3032" fmla="*/ 647033 w 1628775"/>
                <a:gd name="connsiteY3032" fmla="*/ 745712 h 1371600"/>
                <a:gd name="connsiteX3033" fmla="*/ 647414 w 1628775"/>
                <a:gd name="connsiteY3033" fmla="*/ 747141 h 1371600"/>
                <a:gd name="connsiteX3034" fmla="*/ 649033 w 1628775"/>
                <a:gd name="connsiteY3034" fmla="*/ 747427 h 1371600"/>
                <a:gd name="connsiteX3035" fmla="*/ 647890 w 1628775"/>
                <a:gd name="connsiteY3035" fmla="*/ 744855 h 1371600"/>
                <a:gd name="connsiteX3036" fmla="*/ 649700 w 1628775"/>
                <a:gd name="connsiteY3036" fmla="*/ 744188 h 1371600"/>
                <a:gd name="connsiteX3037" fmla="*/ 649605 w 1628775"/>
                <a:gd name="connsiteY3037" fmla="*/ 745712 h 1371600"/>
                <a:gd name="connsiteX3038" fmla="*/ 651415 w 1628775"/>
                <a:gd name="connsiteY3038" fmla="*/ 745522 h 1371600"/>
                <a:gd name="connsiteX3039" fmla="*/ 651415 w 1628775"/>
                <a:gd name="connsiteY3039" fmla="*/ 743903 h 1371600"/>
                <a:gd name="connsiteX3040" fmla="*/ 653034 w 1628775"/>
                <a:gd name="connsiteY3040" fmla="*/ 743807 h 1371600"/>
                <a:gd name="connsiteX3041" fmla="*/ 654272 w 1628775"/>
                <a:gd name="connsiteY3041" fmla="*/ 743712 h 1371600"/>
                <a:gd name="connsiteX3042" fmla="*/ 655415 w 1628775"/>
                <a:gd name="connsiteY3042" fmla="*/ 744950 h 1371600"/>
                <a:gd name="connsiteX3043" fmla="*/ 656368 w 1628775"/>
                <a:gd name="connsiteY3043" fmla="*/ 745427 h 1371600"/>
                <a:gd name="connsiteX3044" fmla="*/ 657225 w 1628775"/>
                <a:gd name="connsiteY3044" fmla="*/ 745141 h 1371600"/>
                <a:gd name="connsiteX3045" fmla="*/ 658082 w 1628775"/>
                <a:gd name="connsiteY3045" fmla="*/ 744760 h 1371600"/>
                <a:gd name="connsiteX3046" fmla="*/ 657606 w 1628775"/>
                <a:gd name="connsiteY3046" fmla="*/ 746855 h 1371600"/>
                <a:gd name="connsiteX3047" fmla="*/ 657797 w 1628775"/>
                <a:gd name="connsiteY3047" fmla="*/ 748475 h 1371600"/>
                <a:gd name="connsiteX3048" fmla="*/ 658273 w 1628775"/>
                <a:gd name="connsiteY3048" fmla="*/ 749999 h 1371600"/>
                <a:gd name="connsiteX3049" fmla="*/ 658273 w 1628775"/>
                <a:gd name="connsiteY3049" fmla="*/ 751903 h 1371600"/>
                <a:gd name="connsiteX3050" fmla="*/ 658273 w 1628775"/>
                <a:gd name="connsiteY3050" fmla="*/ 753332 h 1371600"/>
                <a:gd name="connsiteX3051" fmla="*/ 657987 w 1628775"/>
                <a:gd name="connsiteY3051" fmla="*/ 754380 h 1371600"/>
                <a:gd name="connsiteX3052" fmla="*/ 657511 w 1628775"/>
                <a:gd name="connsiteY3052" fmla="*/ 754856 h 1371600"/>
                <a:gd name="connsiteX3053" fmla="*/ 657130 w 1628775"/>
                <a:gd name="connsiteY3053" fmla="*/ 755428 h 1371600"/>
                <a:gd name="connsiteX3054" fmla="*/ 656177 w 1628775"/>
                <a:gd name="connsiteY3054" fmla="*/ 755714 h 1371600"/>
                <a:gd name="connsiteX3055" fmla="*/ 656272 w 1628775"/>
                <a:gd name="connsiteY3055" fmla="*/ 756380 h 1371600"/>
                <a:gd name="connsiteX3056" fmla="*/ 656177 w 1628775"/>
                <a:gd name="connsiteY3056" fmla="*/ 757904 h 1371600"/>
                <a:gd name="connsiteX3057" fmla="*/ 655130 w 1628775"/>
                <a:gd name="connsiteY3057" fmla="*/ 758952 h 1371600"/>
                <a:gd name="connsiteX3058" fmla="*/ 653320 w 1628775"/>
                <a:gd name="connsiteY3058" fmla="*/ 761428 h 1371600"/>
                <a:gd name="connsiteX3059" fmla="*/ 651320 w 1628775"/>
                <a:gd name="connsiteY3059" fmla="*/ 763429 h 1371600"/>
                <a:gd name="connsiteX3060" fmla="*/ 649986 w 1628775"/>
                <a:gd name="connsiteY3060" fmla="*/ 764762 h 1371600"/>
                <a:gd name="connsiteX3061" fmla="*/ 647509 w 1628775"/>
                <a:gd name="connsiteY3061" fmla="*/ 766953 h 1371600"/>
                <a:gd name="connsiteX3062" fmla="*/ 642080 w 1628775"/>
                <a:gd name="connsiteY3062" fmla="*/ 768477 h 1371600"/>
                <a:gd name="connsiteX3063" fmla="*/ 640271 w 1628775"/>
                <a:gd name="connsiteY3063" fmla="*/ 770573 h 1371600"/>
                <a:gd name="connsiteX3064" fmla="*/ 639699 w 1628775"/>
                <a:gd name="connsiteY3064" fmla="*/ 771715 h 1371600"/>
                <a:gd name="connsiteX3065" fmla="*/ 641318 w 1628775"/>
                <a:gd name="connsiteY3065" fmla="*/ 772192 h 1371600"/>
                <a:gd name="connsiteX3066" fmla="*/ 642747 w 1628775"/>
                <a:gd name="connsiteY3066" fmla="*/ 773335 h 1371600"/>
                <a:gd name="connsiteX3067" fmla="*/ 643604 w 1628775"/>
                <a:gd name="connsiteY3067" fmla="*/ 774287 h 1371600"/>
                <a:gd name="connsiteX3068" fmla="*/ 644271 w 1628775"/>
                <a:gd name="connsiteY3068" fmla="*/ 776954 h 1371600"/>
                <a:gd name="connsiteX3069" fmla="*/ 645128 w 1628775"/>
                <a:gd name="connsiteY3069" fmla="*/ 776859 h 1371600"/>
                <a:gd name="connsiteX3070" fmla="*/ 645890 w 1628775"/>
                <a:gd name="connsiteY3070" fmla="*/ 778193 h 1371600"/>
                <a:gd name="connsiteX3071" fmla="*/ 646462 w 1628775"/>
                <a:gd name="connsiteY3071" fmla="*/ 779240 h 1371600"/>
                <a:gd name="connsiteX3072" fmla="*/ 646271 w 1628775"/>
                <a:gd name="connsiteY3072" fmla="*/ 780098 h 1371600"/>
                <a:gd name="connsiteX3073" fmla="*/ 644271 w 1628775"/>
                <a:gd name="connsiteY3073" fmla="*/ 780002 h 1371600"/>
                <a:gd name="connsiteX3074" fmla="*/ 642938 w 1628775"/>
                <a:gd name="connsiteY3074" fmla="*/ 780098 h 1371600"/>
                <a:gd name="connsiteX3075" fmla="*/ 643318 w 1628775"/>
                <a:gd name="connsiteY3075" fmla="*/ 781050 h 1371600"/>
                <a:gd name="connsiteX3076" fmla="*/ 643318 w 1628775"/>
                <a:gd name="connsiteY3076" fmla="*/ 781622 h 1371600"/>
                <a:gd name="connsiteX3077" fmla="*/ 643223 w 1628775"/>
                <a:gd name="connsiteY3077" fmla="*/ 781907 h 1371600"/>
                <a:gd name="connsiteX3078" fmla="*/ 643033 w 1628775"/>
                <a:gd name="connsiteY3078" fmla="*/ 782098 h 1371600"/>
                <a:gd name="connsiteX3079" fmla="*/ 642556 w 1628775"/>
                <a:gd name="connsiteY3079" fmla="*/ 782288 h 1371600"/>
                <a:gd name="connsiteX3080" fmla="*/ 642461 w 1628775"/>
                <a:gd name="connsiteY3080" fmla="*/ 782384 h 1371600"/>
                <a:gd name="connsiteX3081" fmla="*/ 641413 w 1628775"/>
                <a:gd name="connsiteY3081" fmla="*/ 784574 h 1371600"/>
                <a:gd name="connsiteX3082" fmla="*/ 642271 w 1628775"/>
                <a:gd name="connsiteY3082" fmla="*/ 784670 h 1371600"/>
                <a:gd name="connsiteX3083" fmla="*/ 643414 w 1628775"/>
                <a:gd name="connsiteY3083" fmla="*/ 785146 h 1371600"/>
                <a:gd name="connsiteX3084" fmla="*/ 644462 w 1628775"/>
                <a:gd name="connsiteY3084" fmla="*/ 785717 h 1371600"/>
                <a:gd name="connsiteX3085" fmla="*/ 644938 w 1628775"/>
                <a:gd name="connsiteY3085" fmla="*/ 786289 h 1371600"/>
                <a:gd name="connsiteX3086" fmla="*/ 644842 w 1628775"/>
                <a:gd name="connsiteY3086" fmla="*/ 787241 h 1371600"/>
                <a:gd name="connsiteX3087" fmla="*/ 644366 w 1628775"/>
                <a:gd name="connsiteY3087" fmla="*/ 788194 h 1371600"/>
                <a:gd name="connsiteX3088" fmla="*/ 643033 w 1628775"/>
                <a:gd name="connsiteY3088" fmla="*/ 788861 h 1371600"/>
                <a:gd name="connsiteX3089" fmla="*/ 642271 w 1628775"/>
                <a:gd name="connsiteY3089" fmla="*/ 789146 h 1371600"/>
                <a:gd name="connsiteX3090" fmla="*/ 641128 w 1628775"/>
                <a:gd name="connsiteY3090" fmla="*/ 789242 h 1371600"/>
                <a:gd name="connsiteX3091" fmla="*/ 640271 w 1628775"/>
                <a:gd name="connsiteY3091" fmla="*/ 790194 h 1371600"/>
                <a:gd name="connsiteX3092" fmla="*/ 640366 w 1628775"/>
                <a:gd name="connsiteY3092" fmla="*/ 791337 h 1371600"/>
                <a:gd name="connsiteX3093" fmla="*/ 641318 w 1628775"/>
                <a:gd name="connsiteY3093" fmla="*/ 791337 h 1371600"/>
                <a:gd name="connsiteX3094" fmla="*/ 641604 w 1628775"/>
                <a:gd name="connsiteY3094" fmla="*/ 791623 h 1371600"/>
                <a:gd name="connsiteX3095" fmla="*/ 640747 w 1628775"/>
                <a:gd name="connsiteY3095" fmla="*/ 792385 h 1371600"/>
                <a:gd name="connsiteX3096" fmla="*/ 639985 w 1628775"/>
                <a:gd name="connsiteY3096" fmla="*/ 793147 h 1371600"/>
                <a:gd name="connsiteX3097" fmla="*/ 640461 w 1628775"/>
                <a:gd name="connsiteY3097" fmla="*/ 793909 h 1371600"/>
                <a:gd name="connsiteX3098" fmla="*/ 640556 w 1628775"/>
                <a:gd name="connsiteY3098" fmla="*/ 794671 h 1371600"/>
                <a:gd name="connsiteX3099" fmla="*/ 639794 w 1628775"/>
                <a:gd name="connsiteY3099" fmla="*/ 794671 h 1371600"/>
                <a:gd name="connsiteX3100" fmla="*/ 639413 w 1628775"/>
                <a:gd name="connsiteY3100" fmla="*/ 794957 h 1371600"/>
                <a:gd name="connsiteX3101" fmla="*/ 639889 w 1628775"/>
                <a:gd name="connsiteY3101" fmla="*/ 795242 h 1371600"/>
                <a:gd name="connsiteX3102" fmla="*/ 639604 w 1628775"/>
                <a:gd name="connsiteY3102" fmla="*/ 795623 h 1371600"/>
                <a:gd name="connsiteX3103" fmla="*/ 639508 w 1628775"/>
                <a:gd name="connsiteY3103" fmla="*/ 796290 h 1371600"/>
                <a:gd name="connsiteX3104" fmla="*/ 639889 w 1628775"/>
                <a:gd name="connsiteY3104" fmla="*/ 795909 h 1371600"/>
                <a:gd name="connsiteX3105" fmla="*/ 641699 w 1628775"/>
                <a:gd name="connsiteY3105" fmla="*/ 795623 h 1371600"/>
                <a:gd name="connsiteX3106" fmla="*/ 642652 w 1628775"/>
                <a:gd name="connsiteY3106" fmla="*/ 795433 h 1371600"/>
                <a:gd name="connsiteX3107" fmla="*/ 644462 w 1628775"/>
                <a:gd name="connsiteY3107" fmla="*/ 796481 h 1371600"/>
                <a:gd name="connsiteX3108" fmla="*/ 645509 w 1628775"/>
                <a:gd name="connsiteY3108" fmla="*/ 798862 h 1371600"/>
                <a:gd name="connsiteX3109" fmla="*/ 646747 w 1628775"/>
                <a:gd name="connsiteY3109" fmla="*/ 800386 h 1371600"/>
                <a:gd name="connsiteX3110" fmla="*/ 648462 w 1628775"/>
                <a:gd name="connsiteY3110" fmla="*/ 801434 h 1371600"/>
                <a:gd name="connsiteX3111" fmla="*/ 648653 w 1628775"/>
                <a:gd name="connsiteY3111" fmla="*/ 802481 h 1371600"/>
                <a:gd name="connsiteX3112" fmla="*/ 650367 w 1628775"/>
                <a:gd name="connsiteY3112" fmla="*/ 802481 h 1371600"/>
                <a:gd name="connsiteX3113" fmla="*/ 651891 w 1628775"/>
                <a:gd name="connsiteY3113" fmla="*/ 803624 h 1371600"/>
                <a:gd name="connsiteX3114" fmla="*/ 652843 w 1628775"/>
                <a:gd name="connsiteY3114" fmla="*/ 803529 h 1371600"/>
                <a:gd name="connsiteX3115" fmla="*/ 653320 w 1628775"/>
                <a:gd name="connsiteY3115" fmla="*/ 804291 h 1371600"/>
                <a:gd name="connsiteX3116" fmla="*/ 654367 w 1628775"/>
                <a:gd name="connsiteY3116" fmla="*/ 804767 h 1371600"/>
                <a:gd name="connsiteX3117" fmla="*/ 657034 w 1628775"/>
                <a:gd name="connsiteY3117" fmla="*/ 806768 h 1371600"/>
                <a:gd name="connsiteX3118" fmla="*/ 657606 w 1628775"/>
                <a:gd name="connsiteY3118" fmla="*/ 807530 h 1371600"/>
                <a:gd name="connsiteX3119" fmla="*/ 656368 w 1628775"/>
                <a:gd name="connsiteY3119" fmla="*/ 807720 h 1371600"/>
                <a:gd name="connsiteX3120" fmla="*/ 654463 w 1628775"/>
                <a:gd name="connsiteY3120" fmla="*/ 808006 h 1371600"/>
                <a:gd name="connsiteX3121" fmla="*/ 653701 w 1628775"/>
                <a:gd name="connsiteY3121" fmla="*/ 809435 h 1371600"/>
                <a:gd name="connsiteX3122" fmla="*/ 654463 w 1628775"/>
                <a:gd name="connsiteY3122" fmla="*/ 810292 h 1371600"/>
                <a:gd name="connsiteX3123" fmla="*/ 655320 w 1628775"/>
                <a:gd name="connsiteY3123" fmla="*/ 810482 h 1371600"/>
                <a:gd name="connsiteX3124" fmla="*/ 655891 w 1628775"/>
                <a:gd name="connsiteY3124" fmla="*/ 811054 h 1371600"/>
                <a:gd name="connsiteX3125" fmla="*/ 656177 w 1628775"/>
                <a:gd name="connsiteY3125" fmla="*/ 811149 h 1371600"/>
                <a:gd name="connsiteX3126" fmla="*/ 656463 w 1628775"/>
                <a:gd name="connsiteY3126" fmla="*/ 811530 h 1371600"/>
                <a:gd name="connsiteX3127" fmla="*/ 657034 w 1628775"/>
                <a:gd name="connsiteY3127" fmla="*/ 812673 h 1371600"/>
                <a:gd name="connsiteX3128" fmla="*/ 656749 w 1628775"/>
                <a:gd name="connsiteY3128" fmla="*/ 813340 h 1371600"/>
                <a:gd name="connsiteX3129" fmla="*/ 656749 w 1628775"/>
                <a:gd name="connsiteY3129" fmla="*/ 814197 h 1371600"/>
                <a:gd name="connsiteX3130" fmla="*/ 657320 w 1628775"/>
                <a:gd name="connsiteY3130" fmla="*/ 814959 h 1371600"/>
                <a:gd name="connsiteX3131" fmla="*/ 657892 w 1628775"/>
                <a:gd name="connsiteY3131" fmla="*/ 815531 h 1371600"/>
                <a:gd name="connsiteX3132" fmla="*/ 659797 w 1628775"/>
                <a:gd name="connsiteY3132" fmla="*/ 816959 h 1371600"/>
                <a:gd name="connsiteX3133" fmla="*/ 662178 w 1628775"/>
                <a:gd name="connsiteY3133" fmla="*/ 817531 h 1371600"/>
                <a:gd name="connsiteX3134" fmla="*/ 669893 w 1628775"/>
                <a:gd name="connsiteY3134" fmla="*/ 820484 h 1371600"/>
                <a:gd name="connsiteX3135" fmla="*/ 671513 w 1628775"/>
                <a:gd name="connsiteY3135" fmla="*/ 820769 h 1371600"/>
                <a:gd name="connsiteX3136" fmla="*/ 676656 w 1628775"/>
                <a:gd name="connsiteY3136" fmla="*/ 821341 h 1371600"/>
                <a:gd name="connsiteX3137" fmla="*/ 676942 w 1628775"/>
                <a:gd name="connsiteY3137" fmla="*/ 822198 h 1371600"/>
                <a:gd name="connsiteX3138" fmla="*/ 676084 w 1628775"/>
                <a:gd name="connsiteY3138" fmla="*/ 823246 h 1371600"/>
                <a:gd name="connsiteX3139" fmla="*/ 676370 w 1628775"/>
                <a:gd name="connsiteY3139" fmla="*/ 824389 h 1371600"/>
                <a:gd name="connsiteX3140" fmla="*/ 677037 w 1628775"/>
                <a:gd name="connsiteY3140" fmla="*/ 823627 h 1371600"/>
                <a:gd name="connsiteX3141" fmla="*/ 677989 w 1628775"/>
                <a:gd name="connsiteY3141" fmla="*/ 823913 h 1371600"/>
                <a:gd name="connsiteX3142" fmla="*/ 677989 w 1628775"/>
                <a:gd name="connsiteY3142" fmla="*/ 823151 h 1371600"/>
                <a:gd name="connsiteX3143" fmla="*/ 677608 w 1628775"/>
                <a:gd name="connsiteY3143" fmla="*/ 821912 h 1371600"/>
                <a:gd name="connsiteX3144" fmla="*/ 678371 w 1628775"/>
                <a:gd name="connsiteY3144" fmla="*/ 820484 h 1371600"/>
                <a:gd name="connsiteX3145" fmla="*/ 678942 w 1628775"/>
                <a:gd name="connsiteY3145" fmla="*/ 819817 h 1371600"/>
                <a:gd name="connsiteX3146" fmla="*/ 679895 w 1628775"/>
                <a:gd name="connsiteY3146" fmla="*/ 819245 h 1371600"/>
                <a:gd name="connsiteX3147" fmla="*/ 682847 w 1628775"/>
                <a:gd name="connsiteY3147" fmla="*/ 818293 h 1371600"/>
                <a:gd name="connsiteX3148" fmla="*/ 683323 w 1628775"/>
                <a:gd name="connsiteY3148" fmla="*/ 817531 h 1371600"/>
                <a:gd name="connsiteX3149" fmla="*/ 684276 w 1628775"/>
                <a:gd name="connsiteY3149" fmla="*/ 817150 h 1371600"/>
                <a:gd name="connsiteX3150" fmla="*/ 686086 w 1628775"/>
                <a:gd name="connsiteY3150" fmla="*/ 815245 h 1371600"/>
                <a:gd name="connsiteX3151" fmla="*/ 686848 w 1628775"/>
                <a:gd name="connsiteY3151" fmla="*/ 814292 h 1371600"/>
                <a:gd name="connsiteX3152" fmla="*/ 685705 w 1628775"/>
                <a:gd name="connsiteY3152" fmla="*/ 813626 h 1371600"/>
                <a:gd name="connsiteX3153" fmla="*/ 685609 w 1628775"/>
                <a:gd name="connsiteY3153" fmla="*/ 812768 h 1371600"/>
                <a:gd name="connsiteX3154" fmla="*/ 686657 w 1628775"/>
                <a:gd name="connsiteY3154" fmla="*/ 812292 h 1371600"/>
                <a:gd name="connsiteX3155" fmla="*/ 686848 w 1628775"/>
                <a:gd name="connsiteY3155" fmla="*/ 811244 h 1371600"/>
                <a:gd name="connsiteX3156" fmla="*/ 687896 w 1628775"/>
                <a:gd name="connsiteY3156" fmla="*/ 810578 h 1371600"/>
                <a:gd name="connsiteX3157" fmla="*/ 688372 w 1628775"/>
                <a:gd name="connsiteY3157" fmla="*/ 808673 h 1371600"/>
                <a:gd name="connsiteX3158" fmla="*/ 688562 w 1628775"/>
                <a:gd name="connsiteY3158" fmla="*/ 808482 h 1371600"/>
                <a:gd name="connsiteX3159" fmla="*/ 689800 w 1628775"/>
                <a:gd name="connsiteY3159" fmla="*/ 805529 h 1371600"/>
                <a:gd name="connsiteX3160" fmla="*/ 692563 w 1628775"/>
                <a:gd name="connsiteY3160" fmla="*/ 798386 h 1371600"/>
                <a:gd name="connsiteX3161" fmla="*/ 694468 w 1628775"/>
                <a:gd name="connsiteY3161" fmla="*/ 795623 h 1371600"/>
                <a:gd name="connsiteX3162" fmla="*/ 695611 w 1628775"/>
                <a:gd name="connsiteY3162" fmla="*/ 795719 h 1371600"/>
                <a:gd name="connsiteX3163" fmla="*/ 696182 w 1628775"/>
                <a:gd name="connsiteY3163" fmla="*/ 795623 h 1371600"/>
                <a:gd name="connsiteX3164" fmla="*/ 696468 w 1628775"/>
                <a:gd name="connsiteY3164" fmla="*/ 795433 h 1371600"/>
                <a:gd name="connsiteX3165" fmla="*/ 697039 w 1628775"/>
                <a:gd name="connsiteY3165" fmla="*/ 794671 h 1371600"/>
                <a:gd name="connsiteX3166" fmla="*/ 697421 w 1628775"/>
                <a:gd name="connsiteY3166" fmla="*/ 794195 h 1371600"/>
                <a:gd name="connsiteX3167" fmla="*/ 697611 w 1628775"/>
                <a:gd name="connsiteY3167" fmla="*/ 794004 h 1371600"/>
                <a:gd name="connsiteX3168" fmla="*/ 699421 w 1628775"/>
                <a:gd name="connsiteY3168" fmla="*/ 793718 h 1371600"/>
                <a:gd name="connsiteX3169" fmla="*/ 699802 w 1628775"/>
                <a:gd name="connsiteY3169" fmla="*/ 793337 h 1371600"/>
                <a:gd name="connsiteX3170" fmla="*/ 700088 w 1628775"/>
                <a:gd name="connsiteY3170" fmla="*/ 792194 h 1371600"/>
                <a:gd name="connsiteX3171" fmla="*/ 701040 w 1628775"/>
                <a:gd name="connsiteY3171" fmla="*/ 792575 h 1371600"/>
                <a:gd name="connsiteX3172" fmla="*/ 701326 w 1628775"/>
                <a:gd name="connsiteY3172" fmla="*/ 791909 h 1371600"/>
                <a:gd name="connsiteX3173" fmla="*/ 700945 w 1628775"/>
                <a:gd name="connsiteY3173" fmla="*/ 791051 h 1371600"/>
                <a:gd name="connsiteX3174" fmla="*/ 699706 w 1628775"/>
                <a:gd name="connsiteY3174" fmla="*/ 790861 h 1371600"/>
                <a:gd name="connsiteX3175" fmla="*/ 699706 w 1628775"/>
                <a:gd name="connsiteY3175" fmla="*/ 790480 h 1371600"/>
                <a:gd name="connsiteX3176" fmla="*/ 700468 w 1628775"/>
                <a:gd name="connsiteY3176" fmla="*/ 789908 h 1371600"/>
                <a:gd name="connsiteX3177" fmla="*/ 701135 w 1628775"/>
                <a:gd name="connsiteY3177" fmla="*/ 789146 h 1371600"/>
                <a:gd name="connsiteX3178" fmla="*/ 701516 w 1628775"/>
                <a:gd name="connsiteY3178" fmla="*/ 789813 h 1371600"/>
                <a:gd name="connsiteX3179" fmla="*/ 701992 w 1628775"/>
                <a:gd name="connsiteY3179" fmla="*/ 790480 h 1371600"/>
                <a:gd name="connsiteX3180" fmla="*/ 702564 w 1628775"/>
                <a:gd name="connsiteY3180" fmla="*/ 790861 h 1371600"/>
                <a:gd name="connsiteX3181" fmla="*/ 703326 w 1628775"/>
                <a:gd name="connsiteY3181" fmla="*/ 790480 h 1371600"/>
                <a:gd name="connsiteX3182" fmla="*/ 703421 w 1628775"/>
                <a:gd name="connsiteY3182" fmla="*/ 789908 h 1371600"/>
                <a:gd name="connsiteX3183" fmla="*/ 703421 w 1628775"/>
                <a:gd name="connsiteY3183" fmla="*/ 788194 h 1371600"/>
                <a:gd name="connsiteX3184" fmla="*/ 703516 w 1628775"/>
                <a:gd name="connsiteY3184" fmla="*/ 787813 h 1371600"/>
                <a:gd name="connsiteX3185" fmla="*/ 703707 w 1628775"/>
                <a:gd name="connsiteY3185" fmla="*/ 787527 h 1371600"/>
                <a:gd name="connsiteX3186" fmla="*/ 703231 w 1628775"/>
                <a:gd name="connsiteY3186" fmla="*/ 786860 h 1371600"/>
                <a:gd name="connsiteX3187" fmla="*/ 702278 w 1628775"/>
                <a:gd name="connsiteY3187" fmla="*/ 785908 h 1371600"/>
                <a:gd name="connsiteX3188" fmla="*/ 702183 w 1628775"/>
                <a:gd name="connsiteY3188" fmla="*/ 785051 h 1371600"/>
                <a:gd name="connsiteX3189" fmla="*/ 701802 w 1628775"/>
                <a:gd name="connsiteY3189" fmla="*/ 784574 h 1371600"/>
                <a:gd name="connsiteX3190" fmla="*/ 701230 w 1628775"/>
                <a:gd name="connsiteY3190" fmla="*/ 784384 h 1371600"/>
                <a:gd name="connsiteX3191" fmla="*/ 700468 w 1628775"/>
                <a:gd name="connsiteY3191" fmla="*/ 784384 h 1371600"/>
                <a:gd name="connsiteX3192" fmla="*/ 700468 w 1628775"/>
                <a:gd name="connsiteY3192" fmla="*/ 783907 h 1371600"/>
                <a:gd name="connsiteX3193" fmla="*/ 701135 w 1628775"/>
                <a:gd name="connsiteY3193" fmla="*/ 783431 h 1371600"/>
                <a:gd name="connsiteX3194" fmla="*/ 701992 w 1628775"/>
                <a:gd name="connsiteY3194" fmla="*/ 782098 h 1371600"/>
                <a:gd name="connsiteX3195" fmla="*/ 702373 w 1628775"/>
                <a:gd name="connsiteY3195" fmla="*/ 781812 h 1371600"/>
                <a:gd name="connsiteX3196" fmla="*/ 702755 w 1628775"/>
                <a:gd name="connsiteY3196" fmla="*/ 782003 h 1371600"/>
                <a:gd name="connsiteX3197" fmla="*/ 703421 w 1628775"/>
                <a:gd name="connsiteY3197" fmla="*/ 783241 h 1371600"/>
                <a:gd name="connsiteX3198" fmla="*/ 703993 w 1628775"/>
                <a:gd name="connsiteY3198" fmla="*/ 783527 h 1371600"/>
                <a:gd name="connsiteX3199" fmla="*/ 704374 w 1628775"/>
                <a:gd name="connsiteY3199" fmla="*/ 783431 h 1371600"/>
                <a:gd name="connsiteX3200" fmla="*/ 704850 w 1628775"/>
                <a:gd name="connsiteY3200" fmla="*/ 783241 h 1371600"/>
                <a:gd name="connsiteX3201" fmla="*/ 705231 w 1628775"/>
                <a:gd name="connsiteY3201" fmla="*/ 782955 h 1371600"/>
                <a:gd name="connsiteX3202" fmla="*/ 705517 w 1628775"/>
                <a:gd name="connsiteY3202" fmla="*/ 782669 h 1371600"/>
                <a:gd name="connsiteX3203" fmla="*/ 705803 w 1628775"/>
                <a:gd name="connsiteY3203" fmla="*/ 781812 h 1371600"/>
                <a:gd name="connsiteX3204" fmla="*/ 705707 w 1628775"/>
                <a:gd name="connsiteY3204" fmla="*/ 781431 h 1371600"/>
                <a:gd name="connsiteX3205" fmla="*/ 705231 w 1628775"/>
                <a:gd name="connsiteY3205" fmla="*/ 781240 h 1371600"/>
                <a:gd name="connsiteX3206" fmla="*/ 704659 w 1628775"/>
                <a:gd name="connsiteY3206" fmla="*/ 780764 h 1371600"/>
                <a:gd name="connsiteX3207" fmla="*/ 704755 w 1628775"/>
                <a:gd name="connsiteY3207" fmla="*/ 778955 h 1371600"/>
                <a:gd name="connsiteX3208" fmla="*/ 706755 w 1628775"/>
                <a:gd name="connsiteY3208" fmla="*/ 777050 h 1371600"/>
                <a:gd name="connsiteX3209" fmla="*/ 709231 w 1628775"/>
                <a:gd name="connsiteY3209" fmla="*/ 775811 h 1371600"/>
                <a:gd name="connsiteX3210" fmla="*/ 710946 w 1628775"/>
                <a:gd name="connsiteY3210" fmla="*/ 775811 h 1371600"/>
                <a:gd name="connsiteX3211" fmla="*/ 711517 w 1628775"/>
                <a:gd name="connsiteY3211" fmla="*/ 775240 h 1371600"/>
                <a:gd name="connsiteX3212" fmla="*/ 713899 w 1628775"/>
                <a:gd name="connsiteY3212" fmla="*/ 773621 h 1371600"/>
                <a:gd name="connsiteX3213" fmla="*/ 715518 w 1628775"/>
                <a:gd name="connsiteY3213" fmla="*/ 774287 h 1371600"/>
                <a:gd name="connsiteX3214" fmla="*/ 716185 w 1628775"/>
                <a:gd name="connsiteY3214" fmla="*/ 774287 h 1371600"/>
                <a:gd name="connsiteX3215" fmla="*/ 715708 w 1628775"/>
                <a:gd name="connsiteY3215" fmla="*/ 773240 h 1371600"/>
                <a:gd name="connsiteX3216" fmla="*/ 716089 w 1628775"/>
                <a:gd name="connsiteY3216" fmla="*/ 772859 h 1371600"/>
                <a:gd name="connsiteX3217" fmla="*/ 716375 w 1628775"/>
                <a:gd name="connsiteY3217" fmla="*/ 772287 h 1371600"/>
                <a:gd name="connsiteX3218" fmla="*/ 716661 w 1628775"/>
                <a:gd name="connsiteY3218" fmla="*/ 771525 h 1371600"/>
                <a:gd name="connsiteX3219" fmla="*/ 717137 w 1628775"/>
                <a:gd name="connsiteY3219" fmla="*/ 771620 h 1371600"/>
                <a:gd name="connsiteX3220" fmla="*/ 718566 w 1628775"/>
                <a:gd name="connsiteY3220" fmla="*/ 772382 h 1371600"/>
                <a:gd name="connsiteX3221" fmla="*/ 718566 w 1628775"/>
                <a:gd name="connsiteY3221" fmla="*/ 771811 h 1371600"/>
                <a:gd name="connsiteX3222" fmla="*/ 718661 w 1628775"/>
                <a:gd name="connsiteY3222" fmla="*/ 771620 h 1371600"/>
                <a:gd name="connsiteX3223" fmla="*/ 718852 w 1628775"/>
                <a:gd name="connsiteY3223" fmla="*/ 771430 h 1371600"/>
                <a:gd name="connsiteX3224" fmla="*/ 719138 w 1628775"/>
                <a:gd name="connsiteY3224" fmla="*/ 771049 h 1371600"/>
                <a:gd name="connsiteX3225" fmla="*/ 720090 w 1628775"/>
                <a:gd name="connsiteY3225" fmla="*/ 772192 h 1371600"/>
                <a:gd name="connsiteX3226" fmla="*/ 720947 w 1628775"/>
                <a:gd name="connsiteY3226" fmla="*/ 772097 h 1371600"/>
                <a:gd name="connsiteX3227" fmla="*/ 721709 w 1628775"/>
                <a:gd name="connsiteY3227" fmla="*/ 771430 h 1371600"/>
                <a:gd name="connsiteX3228" fmla="*/ 723424 w 1628775"/>
                <a:gd name="connsiteY3228" fmla="*/ 770668 h 1371600"/>
                <a:gd name="connsiteX3229" fmla="*/ 724090 w 1628775"/>
                <a:gd name="connsiteY3229" fmla="*/ 769906 h 1371600"/>
                <a:gd name="connsiteX3230" fmla="*/ 724186 w 1628775"/>
                <a:gd name="connsiteY3230" fmla="*/ 769144 h 1371600"/>
                <a:gd name="connsiteX3231" fmla="*/ 723233 w 1628775"/>
                <a:gd name="connsiteY3231" fmla="*/ 768858 h 1371600"/>
                <a:gd name="connsiteX3232" fmla="*/ 724662 w 1628775"/>
                <a:gd name="connsiteY3232" fmla="*/ 768096 h 1371600"/>
                <a:gd name="connsiteX3233" fmla="*/ 726281 w 1628775"/>
                <a:gd name="connsiteY3233" fmla="*/ 767620 h 1371600"/>
                <a:gd name="connsiteX3234" fmla="*/ 727138 w 1628775"/>
                <a:gd name="connsiteY3234" fmla="*/ 767810 h 1371600"/>
                <a:gd name="connsiteX3235" fmla="*/ 726376 w 1628775"/>
                <a:gd name="connsiteY3235" fmla="*/ 769144 h 1371600"/>
                <a:gd name="connsiteX3236" fmla="*/ 726091 w 1628775"/>
                <a:gd name="connsiteY3236" fmla="*/ 770192 h 1371600"/>
                <a:gd name="connsiteX3237" fmla="*/ 727329 w 1628775"/>
                <a:gd name="connsiteY3237" fmla="*/ 770477 h 1371600"/>
                <a:gd name="connsiteX3238" fmla="*/ 728948 w 1628775"/>
                <a:gd name="connsiteY3238" fmla="*/ 770192 h 1371600"/>
                <a:gd name="connsiteX3239" fmla="*/ 729805 w 1628775"/>
                <a:gd name="connsiteY3239" fmla="*/ 769430 h 1371600"/>
                <a:gd name="connsiteX3240" fmla="*/ 731615 w 1628775"/>
                <a:gd name="connsiteY3240" fmla="*/ 770763 h 1371600"/>
                <a:gd name="connsiteX3241" fmla="*/ 731615 w 1628775"/>
                <a:gd name="connsiteY3241" fmla="*/ 770287 h 1371600"/>
                <a:gd name="connsiteX3242" fmla="*/ 731710 w 1628775"/>
                <a:gd name="connsiteY3242" fmla="*/ 770096 h 1371600"/>
                <a:gd name="connsiteX3243" fmla="*/ 731710 w 1628775"/>
                <a:gd name="connsiteY3243" fmla="*/ 769906 h 1371600"/>
                <a:gd name="connsiteX3244" fmla="*/ 731615 w 1628775"/>
                <a:gd name="connsiteY3244" fmla="*/ 769525 h 1371600"/>
                <a:gd name="connsiteX3245" fmla="*/ 732663 w 1628775"/>
                <a:gd name="connsiteY3245" fmla="*/ 769239 h 1371600"/>
                <a:gd name="connsiteX3246" fmla="*/ 733711 w 1628775"/>
                <a:gd name="connsiteY3246" fmla="*/ 769525 h 1371600"/>
                <a:gd name="connsiteX3247" fmla="*/ 734187 w 1628775"/>
                <a:gd name="connsiteY3247" fmla="*/ 770382 h 1371600"/>
                <a:gd name="connsiteX3248" fmla="*/ 733806 w 1628775"/>
                <a:gd name="connsiteY3248" fmla="*/ 771715 h 1371600"/>
                <a:gd name="connsiteX3249" fmla="*/ 733139 w 1628775"/>
                <a:gd name="connsiteY3249" fmla="*/ 771239 h 1371600"/>
                <a:gd name="connsiteX3250" fmla="*/ 733234 w 1628775"/>
                <a:gd name="connsiteY3250" fmla="*/ 771525 h 1371600"/>
                <a:gd name="connsiteX3251" fmla="*/ 733330 w 1628775"/>
                <a:gd name="connsiteY3251" fmla="*/ 772097 h 1371600"/>
                <a:gd name="connsiteX3252" fmla="*/ 733425 w 1628775"/>
                <a:gd name="connsiteY3252" fmla="*/ 772478 h 1371600"/>
                <a:gd name="connsiteX3253" fmla="*/ 732758 w 1628775"/>
                <a:gd name="connsiteY3253" fmla="*/ 772001 h 1371600"/>
                <a:gd name="connsiteX3254" fmla="*/ 731710 w 1628775"/>
                <a:gd name="connsiteY3254" fmla="*/ 771525 h 1371600"/>
                <a:gd name="connsiteX3255" fmla="*/ 730567 w 1628775"/>
                <a:gd name="connsiteY3255" fmla="*/ 771335 h 1371600"/>
                <a:gd name="connsiteX3256" fmla="*/ 729805 w 1628775"/>
                <a:gd name="connsiteY3256" fmla="*/ 771620 h 1371600"/>
                <a:gd name="connsiteX3257" fmla="*/ 729901 w 1628775"/>
                <a:gd name="connsiteY3257" fmla="*/ 772382 h 1371600"/>
                <a:gd name="connsiteX3258" fmla="*/ 730948 w 1628775"/>
                <a:gd name="connsiteY3258" fmla="*/ 772954 h 1371600"/>
                <a:gd name="connsiteX3259" fmla="*/ 732187 w 1628775"/>
                <a:gd name="connsiteY3259" fmla="*/ 773335 h 1371600"/>
                <a:gd name="connsiteX3260" fmla="*/ 733044 w 1628775"/>
                <a:gd name="connsiteY3260" fmla="*/ 773430 h 1371600"/>
                <a:gd name="connsiteX3261" fmla="*/ 733806 w 1628775"/>
                <a:gd name="connsiteY3261" fmla="*/ 773240 h 1371600"/>
                <a:gd name="connsiteX3262" fmla="*/ 735616 w 1628775"/>
                <a:gd name="connsiteY3262" fmla="*/ 772573 h 1371600"/>
                <a:gd name="connsiteX3263" fmla="*/ 736092 w 1628775"/>
                <a:gd name="connsiteY3263" fmla="*/ 772192 h 1371600"/>
                <a:gd name="connsiteX3264" fmla="*/ 736378 w 1628775"/>
                <a:gd name="connsiteY3264" fmla="*/ 771239 h 1371600"/>
                <a:gd name="connsiteX3265" fmla="*/ 736282 w 1628775"/>
                <a:gd name="connsiteY3265" fmla="*/ 770096 h 1371600"/>
                <a:gd name="connsiteX3266" fmla="*/ 735901 w 1628775"/>
                <a:gd name="connsiteY3266" fmla="*/ 769049 h 1371600"/>
                <a:gd name="connsiteX3267" fmla="*/ 735521 w 1628775"/>
                <a:gd name="connsiteY3267" fmla="*/ 768382 h 1371600"/>
                <a:gd name="connsiteX3268" fmla="*/ 735806 w 1628775"/>
                <a:gd name="connsiteY3268" fmla="*/ 767906 h 1371600"/>
                <a:gd name="connsiteX3269" fmla="*/ 736092 w 1628775"/>
                <a:gd name="connsiteY3269" fmla="*/ 767525 h 1371600"/>
                <a:gd name="connsiteX3270" fmla="*/ 736949 w 1628775"/>
                <a:gd name="connsiteY3270" fmla="*/ 766763 h 1371600"/>
                <a:gd name="connsiteX3271" fmla="*/ 736282 w 1628775"/>
                <a:gd name="connsiteY3271" fmla="*/ 766858 h 1371600"/>
                <a:gd name="connsiteX3272" fmla="*/ 735806 w 1628775"/>
                <a:gd name="connsiteY3272" fmla="*/ 766667 h 1371600"/>
                <a:gd name="connsiteX3273" fmla="*/ 735425 w 1628775"/>
                <a:gd name="connsiteY3273" fmla="*/ 766286 h 1371600"/>
                <a:gd name="connsiteX3274" fmla="*/ 735139 w 1628775"/>
                <a:gd name="connsiteY3274" fmla="*/ 765905 h 1371600"/>
                <a:gd name="connsiteX3275" fmla="*/ 735521 w 1628775"/>
                <a:gd name="connsiteY3275" fmla="*/ 765334 h 1371600"/>
                <a:gd name="connsiteX3276" fmla="*/ 735997 w 1628775"/>
                <a:gd name="connsiteY3276" fmla="*/ 765143 h 1371600"/>
                <a:gd name="connsiteX3277" fmla="*/ 736568 w 1628775"/>
                <a:gd name="connsiteY3277" fmla="*/ 765239 h 1371600"/>
                <a:gd name="connsiteX3278" fmla="*/ 737235 w 1628775"/>
                <a:gd name="connsiteY3278" fmla="*/ 765524 h 1371600"/>
                <a:gd name="connsiteX3279" fmla="*/ 737711 w 1628775"/>
                <a:gd name="connsiteY3279" fmla="*/ 763143 h 1371600"/>
                <a:gd name="connsiteX3280" fmla="*/ 737616 w 1628775"/>
                <a:gd name="connsiteY3280" fmla="*/ 762476 h 1371600"/>
                <a:gd name="connsiteX3281" fmla="*/ 737140 w 1628775"/>
                <a:gd name="connsiteY3281" fmla="*/ 761810 h 1371600"/>
                <a:gd name="connsiteX3282" fmla="*/ 736663 w 1628775"/>
                <a:gd name="connsiteY3282" fmla="*/ 761810 h 1371600"/>
                <a:gd name="connsiteX3283" fmla="*/ 736092 w 1628775"/>
                <a:gd name="connsiteY3283" fmla="*/ 761905 h 1371600"/>
                <a:gd name="connsiteX3284" fmla="*/ 735425 w 1628775"/>
                <a:gd name="connsiteY3284" fmla="*/ 761619 h 1371600"/>
                <a:gd name="connsiteX3285" fmla="*/ 734949 w 1628775"/>
                <a:gd name="connsiteY3285" fmla="*/ 761048 h 1371600"/>
                <a:gd name="connsiteX3286" fmla="*/ 734854 w 1628775"/>
                <a:gd name="connsiteY3286" fmla="*/ 760381 h 1371600"/>
                <a:gd name="connsiteX3287" fmla="*/ 734758 w 1628775"/>
                <a:gd name="connsiteY3287" fmla="*/ 759714 h 1371600"/>
                <a:gd name="connsiteX3288" fmla="*/ 734378 w 1628775"/>
                <a:gd name="connsiteY3288" fmla="*/ 758952 h 1371600"/>
                <a:gd name="connsiteX3289" fmla="*/ 733901 w 1628775"/>
                <a:gd name="connsiteY3289" fmla="*/ 758571 h 1371600"/>
                <a:gd name="connsiteX3290" fmla="*/ 733234 w 1628775"/>
                <a:gd name="connsiteY3290" fmla="*/ 758381 h 1371600"/>
                <a:gd name="connsiteX3291" fmla="*/ 732472 w 1628775"/>
                <a:gd name="connsiteY3291" fmla="*/ 758381 h 1371600"/>
                <a:gd name="connsiteX3292" fmla="*/ 731901 w 1628775"/>
                <a:gd name="connsiteY3292" fmla="*/ 758571 h 1371600"/>
                <a:gd name="connsiteX3293" fmla="*/ 731330 w 1628775"/>
                <a:gd name="connsiteY3293" fmla="*/ 758000 h 1371600"/>
                <a:gd name="connsiteX3294" fmla="*/ 728663 w 1628775"/>
                <a:gd name="connsiteY3294" fmla="*/ 756857 h 1371600"/>
                <a:gd name="connsiteX3295" fmla="*/ 724662 w 1628775"/>
                <a:gd name="connsiteY3295" fmla="*/ 754285 h 1371600"/>
                <a:gd name="connsiteX3296" fmla="*/ 723900 w 1628775"/>
                <a:gd name="connsiteY3296" fmla="*/ 753523 h 1371600"/>
                <a:gd name="connsiteX3297" fmla="*/ 723138 w 1628775"/>
                <a:gd name="connsiteY3297" fmla="*/ 752665 h 1371600"/>
                <a:gd name="connsiteX3298" fmla="*/ 722281 w 1628775"/>
                <a:gd name="connsiteY3298" fmla="*/ 751903 h 1371600"/>
                <a:gd name="connsiteX3299" fmla="*/ 721138 w 1628775"/>
                <a:gd name="connsiteY3299" fmla="*/ 751618 h 1371600"/>
                <a:gd name="connsiteX3300" fmla="*/ 718852 w 1628775"/>
                <a:gd name="connsiteY3300" fmla="*/ 751618 h 1371600"/>
                <a:gd name="connsiteX3301" fmla="*/ 717995 w 1628775"/>
                <a:gd name="connsiteY3301" fmla="*/ 751237 h 1371600"/>
                <a:gd name="connsiteX3302" fmla="*/ 717423 w 1628775"/>
                <a:gd name="connsiteY3302" fmla="*/ 750380 h 1371600"/>
                <a:gd name="connsiteX3303" fmla="*/ 717518 w 1628775"/>
                <a:gd name="connsiteY3303" fmla="*/ 749713 h 1371600"/>
                <a:gd name="connsiteX3304" fmla="*/ 717709 w 1628775"/>
                <a:gd name="connsiteY3304" fmla="*/ 748856 h 1371600"/>
                <a:gd name="connsiteX3305" fmla="*/ 717709 w 1628775"/>
                <a:gd name="connsiteY3305" fmla="*/ 748094 h 1371600"/>
                <a:gd name="connsiteX3306" fmla="*/ 717137 w 1628775"/>
                <a:gd name="connsiteY3306" fmla="*/ 747808 h 1371600"/>
                <a:gd name="connsiteX3307" fmla="*/ 716947 w 1628775"/>
                <a:gd name="connsiteY3307" fmla="*/ 747617 h 1371600"/>
                <a:gd name="connsiteX3308" fmla="*/ 716375 w 1628775"/>
                <a:gd name="connsiteY3308" fmla="*/ 746570 h 1371600"/>
                <a:gd name="connsiteX3309" fmla="*/ 716280 w 1628775"/>
                <a:gd name="connsiteY3309" fmla="*/ 746284 h 1371600"/>
                <a:gd name="connsiteX3310" fmla="*/ 716375 w 1628775"/>
                <a:gd name="connsiteY3310" fmla="*/ 744950 h 1371600"/>
                <a:gd name="connsiteX3311" fmla="*/ 716661 w 1628775"/>
                <a:gd name="connsiteY3311" fmla="*/ 743712 h 1371600"/>
                <a:gd name="connsiteX3312" fmla="*/ 717042 w 1628775"/>
                <a:gd name="connsiteY3312" fmla="*/ 740855 h 1371600"/>
                <a:gd name="connsiteX3313" fmla="*/ 718661 w 1628775"/>
                <a:gd name="connsiteY3313" fmla="*/ 738664 h 1371600"/>
                <a:gd name="connsiteX3314" fmla="*/ 721328 w 1628775"/>
                <a:gd name="connsiteY3314" fmla="*/ 735235 h 1371600"/>
                <a:gd name="connsiteX3315" fmla="*/ 722566 w 1628775"/>
                <a:gd name="connsiteY3315" fmla="*/ 732949 h 1371600"/>
                <a:gd name="connsiteX3316" fmla="*/ 723043 w 1628775"/>
                <a:gd name="connsiteY3316" fmla="*/ 731520 h 1371600"/>
                <a:gd name="connsiteX3317" fmla="*/ 722947 w 1628775"/>
                <a:gd name="connsiteY3317" fmla="*/ 730377 h 1371600"/>
                <a:gd name="connsiteX3318" fmla="*/ 723805 w 1628775"/>
                <a:gd name="connsiteY3318" fmla="*/ 729710 h 1371600"/>
                <a:gd name="connsiteX3319" fmla="*/ 722947 w 1628775"/>
                <a:gd name="connsiteY3319" fmla="*/ 729615 h 1371600"/>
                <a:gd name="connsiteX3320" fmla="*/ 722852 w 1628775"/>
                <a:gd name="connsiteY3320" fmla="*/ 729234 h 1371600"/>
                <a:gd name="connsiteX3321" fmla="*/ 722947 w 1628775"/>
                <a:gd name="connsiteY3321" fmla="*/ 728948 h 1371600"/>
                <a:gd name="connsiteX3322" fmla="*/ 723233 w 1628775"/>
                <a:gd name="connsiteY3322" fmla="*/ 728377 h 1371600"/>
                <a:gd name="connsiteX3323" fmla="*/ 723329 w 1628775"/>
                <a:gd name="connsiteY3323" fmla="*/ 727996 h 1371600"/>
                <a:gd name="connsiteX3324" fmla="*/ 723805 w 1628775"/>
                <a:gd name="connsiteY3324" fmla="*/ 727043 h 1371600"/>
                <a:gd name="connsiteX3325" fmla="*/ 724948 w 1628775"/>
                <a:gd name="connsiteY3325" fmla="*/ 725996 h 1371600"/>
                <a:gd name="connsiteX3326" fmla="*/ 727329 w 1628775"/>
                <a:gd name="connsiteY3326" fmla="*/ 724281 h 1371600"/>
                <a:gd name="connsiteX3327" fmla="*/ 728377 w 1628775"/>
                <a:gd name="connsiteY3327" fmla="*/ 724567 h 1371600"/>
                <a:gd name="connsiteX3328" fmla="*/ 728758 w 1628775"/>
                <a:gd name="connsiteY3328" fmla="*/ 724376 h 1371600"/>
                <a:gd name="connsiteX3329" fmla="*/ 730187 w 1628775"/>
                <a:gd name="connsiteY3329" fmla="*/ 724757 h 1371600"/>
                <a:gd name="connsiteX3330" fmla="*/ 731234 w 1628775"/>
                <a:gd name="connsiteY3330" fmla="*/ 724567 h 1371600"/>
                <a:gd name="connsiteX3331" fmla="*/ 731330 w 1628775"/>
                <a:gd name="connsiteY3331" fmla="*/ 723043 h 1371600"/>
                <a:gd name="connsiteX3332" fmla="*/ 731806 w 1628775"/>
                <a:gd name="connsiteY3332" fmla="*/ 723043 h 1371600"/>
                <a:gd name="connsiteX3333" fmla="*/ 731996 w 1628775"/>
                <a:gd name="connsiteY3333" fmla="*/ 724376 h 1371600"/>
                <a:gd name="connsiteX3334" fmla="*/ 733425 w 1628775"/>
                <a:gd name="connsiteY3334" fmla="*/ 724090 h 1371600"/>
                <a:gd name="connsiteX3335" fmla="*/ 732949 w 1628775"/>
                <a:gd name="connsiteY3335" fmla="*/ 721138 h 1371600"/>
                <a:gd name="connsiteX3336" fmla="*/ 733615 w 1628775"/>
                <a:gd name="connsiteY3336" fmla="*/ 721424 h 1371600"/>
                <a:gd name="connsiteX3337" fmla="*/ 733711 w 1628775"/>
                <a:gd name="connsiteY3337" fmla="*/ 722376 h 1371600"/>
                <a:gd name="connsiteX3338" fmla="*/ 733997 w 1628775"/>
                <a:gd name="connsiteY3338" fmla="*/ 723710 h 1371600"/>
                <a:gd name="connsiteX3339" fmla="*/ 734378 w 1628775"/>
                <a:gd name="connsiteY3339" fmla="*/ 722281 h 1371600"/>
                <a:gd name="connsiteX3340" fmla="*/ 735139 w 1628775"/>
                <a:gd name="connsiteY3340" fmla="*/ 720281 h 1371600"/>
                <a:gd name="connsiteX3341" fmla="*/ 735901 w 1628775"/>
                <a:gd name="connsiteY3341" fmla="*/ 720566 h 1371600"/>
                <a:gd name="connsiteX3342" fmla="*/ 735711 w 1628775"/>
                <a:gd name="connsiteY3342" fmla="*/ 721709 h 1371600"/>
                <a:gd name="connsiteX3343" fmla="*/ 735521 w 1628775"/>
                <a:gd name="connsiteY3343" fmla="*/ 723424 h 1371600"/>
                <a:gd name="connsiteX3344" fmla="*/ 734758 w 1628775"/>
                <a:gd name="connsiteY3344" fmla="*/ 724567 h 1371600"/>
                <a:gd name="connsiteX3345" fmla="*/ 734282 w 1628775"/>
                <a:gd name="connsiteY3345" fmla="*/ 725710 h 1371600"/>
                <a:gd name="connsiteX3346" fmla="*/ 733615 w 1628775"/>
                <a:gd name="connsiteY3346" fmla="*/ 726948 h 1371600"/>
                <a:gd name="connsiteX3347" fmla="*/ 733044 w 1628775"/>
                <a:gd name="connsiteY3347" fmla="*/ 728091 h 1371600"/>
                <a:gd name="connsiteX3348" fmla="*/ 732568 w 1628775"/>
                <a:gd name="connsiteY3348" fmla="*/ 729234 h 1371600"/>
                <a:gd name="connsiteX3349" fmla="*/ 732472 w 1628775"/>
                <a:gd name="connsiteY3349" fmla="*/ 730282 h 1371600"/>
                <a:gd name="connsiteX3350" fmla="*/ 732472 w 1628775"/>
                <a:gd name="connsiteY3350" fmla="*/ 731520 h 1371600"/>
                <a:gd name="connsiteX3351" fmla="*/ 732568 w 1628775"/>
                <a:gd name="connsiteY3351" fmla="*/ 733044 h 1371600"/>
                <a:gd name="connsiteX3352" fmla="*/ 732854 w 1628775"/>
                <a:gd name="connsiteY3352" fmla="*/ 734568 h 1371600"/>
                <a:gd name="connsiteX3353" fmla="*/ 733711 w 1628775"/>
                <a:gd name="connsiteY3353" fmla="*/ 734663 h 1371600"/>
                <a:gd name="connsiteX3354" fmla="*/ 734378 w 1628775"/>
                <a:gd name="connsiteY3354" fmla="*/ 735616 h 1371600"/>
                <a:gd name="connsiteX3355" fmla="*/ 734758 w 1628775"/>
                <a:gd name="connsiteY3355" fmla="*/ 736854 h 1371600"/>
                <a:gd name="connsiteX3356" fmla="*/ 734758 w 1628775"/>
                <a:gd name="connsiteY3356" fmla="*/ 737807 h 1371600"/>
                <a:gd name="connsiteX3357" fmla="*/ 734378 w 1628775"/>
                <a:gd name="connsiteY3357" fmla="*/ 738854 h 1371600"/>
                <a:gd name="connsiteX3358" fmla="*/ 734187 w 1628775"/>
                <a:gd name="connsiteY3358" fmla="*/ 739997 h 1371600"/>
                <a:gd name="connsiteX3359" fmla="*/ 733615 w 1628775"/>
                <a:gd name="connsiteY3359" fmla="*/ 741140 h 1371600"/>
                <a:gd name="connsiteX3360" fmla="*/ 733711 w 1628775"/>
                <a:gd name="connsiteY3360" fmla="*/ 742188 h 1371600"/>
                <a:gd name="connsiteX3361" fmla="*/ 734282 w 1628775"/>
                <a:gd name="connsiteY3361" fmla="*/ 743045 h 1371600"/>
                <a:gd name="connsiteX3362" fmla="*/ 735425 w 1628775"/>
                <a:gd name="connsiteY3362" fmla="*/ 743807 h 1371600"/>
                <a:gd name="connsiteX3363" fmla="*/ 737235 w 1628775"/>
                <a:gd name="connsiteY3363" fmla="*/ 744950 h 1371600"/>
                <a:gd name="connsiteX3364" fmla="*/ 738949 w 1628775"/>
                <a:gd name="connsiteY3364" fmla="*/ 745712 h 1371600"/>
                <a:gd name="connsiteX3365" fmla="*/ 740283 w 1628775"/>
                <a:gd name="connsiteY3365" fmla="*/ 745807 h 1371600"/>
                <a:gd name="connsiteX3366" fmla="*/ 740283 w 1628775"/>
                <a:gd name="connsiteY3366" fmla="*/ 744760 h 1371600"/>
                <a:gd name="connsiteX3367" fmla="*/ 739807 w 1628775"/>
                <a:gd name="connsiteY3367" fmla="*/ 743426 h 1371600"/>
                <a:gd name="connsiteX3368" fmla="*/ 738473 w 1628775"/>
                <a:gd name="connsiteY3368" fmla="*/ 742760 h 1371600"/>
                <a:gd name="connsiteX3369" fmla="*/ 737902 w 1628775"/>
                <a:gd name="connsiteY3369" fmla="*/ 741617 h 1371600"/>
                <a:gd name="connsiteX3370" fmla="*/ 737330 w 1628775"/>
                <a:gd name="connsiteY3370" fmla="*/ 740855 h 1371600"/>
                <a:gd name="connsiteX3371" fmla="*/ 737902 w 1628775"/>
                <a:gd name="connsiteY3371" fmla="*/ 737521 h 1371600"/>
                <a:gd name="connsiteX3372" fmla="*/ 738188 w 1628775"/>
                <a:gd name="connsiteY3372" fmla="*/ 736378 h 1371600"/>
                <a:gd name="connsiteX3373" fmla="*/ 738568 w 1628775"/>
                <a:gd name="connsiteY3373" fmla="*/ 735425 h 1371600"/>
                <a:gd name="connsiteX3374" fmla="*/ 739521 w 1628775"/>
                <a:gd name="connsiteY3374" fmla="*/ 733901 h 1371600"/>
                <a:gd name="connsiteX3375" fmla="*/ 740188 w 1628775"/>
                <a:gd name="connsiteY3375" fmla="*/ 732187 h 1371600"/>
                <a:gd name="connsiteX3376" fmla="*/ 740664 w 1628775"/>
                <a:gd name="connsiteY3376" fmla="*/ 731425 h 1371600"/>
                <a:gd name="connsiteX3377" fmla="*/ 740855 w 1628775"/>
                <a:gd name="connsiteY3377" fmla="*/ 733044 h 1371600"/>
                <a:gd name="connsiteX3378" fmla="*/ 739807 w 1628775"/>
                <a:gd name="connsiteY3378" fmla="*/ 735616 h 1371600"/>
                <a:gd name="connsiteX3379" fmla="*/ 739616 w 1628775"/>
                <a:gd name="connsiteY3379" fmla="*/ 737235 h 1371600"/>
                <a:gd name="connsiteX3380" fmla="*/ 740569 w 1628775"/>
                <a:gd name="connsiteY3380" fmla="*/ 737711 h 1371600"/>
                <a:gd name="connsiteX3381" fmla="*/ 741616 w 1628775"/>
                <a:gd name="connsiteY3381" fmla="*/ 738854 h 1371600"/>
                <a:gd name="connsiteX3382" fmla="*/ 741997 w 1628775"/>
                <a:gd name="connsiteY3382" fmla="*/ 739235 h 1371600"/>
                <a:gd name="connsiteX3383" fmla="*/ 742855 w 1628775"/>
                <a:gd name="connsiteY3383" fmla="*/ 740474 h 1371600"/>
                <a:gd name="connsiteX3384" fmla="*/ 743426 w 1628775"/>
                <a:gd name="connsiteY3384" fmla="*/ 740664 h 1371600"/>
                <a:gd name="connsiteX3385" fmla="*/ 744569 w 1628775"/>
                <a:gd name="connsiteY3385" fmla="*/ 740855 h 1371600"/>
                <a:gd name="connsiteX3386" fmla="*/ 745712 w 1628775"/>
                <a:gd name="connsiteY3386" fmla="*/ 740378 h 1371600"/>
                <a:gd name="connsiteX3387" fmla="*/ 746474 w 1628775"/>
                <a:gd name="connsiteY3387" fmla="*/ 740950 h 1371600"/>
                <a:gd name="connsiteX3388" fmla="*/ 747236 w 1628775"/>
                <a:gd name="connsiteY3388" fmla="*/ 740378 h 1371600"/>
                <a:gd name="connsiteX3389" fmla="*/ 748284 w 1628775"/>
                <a:gd name="connsiteY3389" fmla="*/ 740093 h 1371600"/>
                <a:gd name="connsiteX3390" fmla="*/ 749332 w 1628775"/>
                <a:gd name="connsiteY3390" fmla="*/ 740093 h 1371600"/>
                <a:gd name="connsiteX3391" fmla="*/ 750189 w 1628775"/>
                <a:gd name="connsiteY3391" fmla="*/ 740474 h 1371600"/>
                <a:gd name="connsiteX3392" fmla="*/ 750951 w 1628775"/>
                <a:gd name="connsiteY3392" fmla="*/ 740283 h 1371600"/>
                <a:gd name="connsiteX3393" fmla="*/ 750951 w 1628775"/>
                <a:gd name="connsiteY3393" fmla="*/ 741617 h 1371600"/>
                <a:gd name="connsiteX3394" fmla="*/ 751904 w 1628775"/>
                <a:gd name="connsiteY3394" fmla="*/ 741236 h 1371600"/>
                <a:gd name="connsiteX3395" fmla="*/ 751999 w 1628775"/>
                <a:gd name="connsiteY3395" fmla="*/ 740093 h 1371600"/>
                <a:gd name="connsiteX3396" fmla="*/ 752189 w 1628775"/>
                <a:gd name="connsiteY3396" fmla="*/ 738950 h 1371600"/>
                <a:gd name="connsiteX3397" fmla="*/ 752856 w 1628775"/>
                <a:gd name="connsiteY3397" fmla="*/ 739235 h 1371600"/>
                <a:gd name="connsiteX3398" fmla="*/ 753618 w 1628775"/>
                <a:gd name="connsiteY3398" fmla="*/ 738378 h 1371600"/>
                <a:gd name="connsiteX3399" fmla="*/ 754856 w 1628775"/>
                <a:gd name="connsiteY3399" fmla="*/ 738759 h 1371600"/>
                <a:gd name="connsiteX3400" fmla="*/ 755904 w 1628775"/>
                <a:gd name="connsiteY3400" fmla="*/ 739140 h 1371600"/>
                <a:gd name="connsiteX3401" fmla="*/ 756571 w 1628775"/>
                <a:gd name="connsiteY3401" fmla="*/ 738854 h 1371600"/>
                <a:gd name="connsiteX3402" fmla="*/ 757523 w 1628775"/>
                <a:gd name="connsiteY3402" fmla="*/ 739521 h 1371600"/>
                <a:gd name="connsiteX3403" fmla="*/ 758762 w 1628775"/>
                <a:gd name="connsiteY3403" fmla="*/ 741045 h 1371600"/>
                <a:gd name="connsiteX3404" fmla="*/ 758952 w 1628775"/>
                <a:gd name="connsiteY3404" fmla="*/ 741426 h 1371600"/>
                <a:gd name="connsiteX3405" fmla="*/ 758762 w 1628775"/>
                <a:gd name="connsiteY3405" fmla="*/ 742188 h 1371600"/>
                <a:gd name="connsiteX3406" fmla="*/ 758285 w 1628775"/>
                <a:gd name="connsiteY3406" fmla="*/ 743331 h 1371600"/>
                <a:gd name="connsiteX3407" fmla="*/ 759809 w 1628775"/>
                <a:gd name="connsiteY3407" fmla="*/ 743998 h 1371600"/>
                <a:gd name="connsiteX3408" fmla="*/ 759333 w 1628775"/>
                <a:gd name="connsiteY3408" fmla="*/ 744379 h 1371600"/>
                <a:gd name="connsiteX3409" fmla="*/ 758095 w 1628775"/>
                <a:gd name="connsiteY3409" fmla="*/ 743998 h 1371600"/>
                <a:gd name="connsiteX3410" fmla="*/ 758095 w 1628775"/>
                <a:gd name="connsiteY3410" fmla="*/ 745236 h 1371600"/>
                <a:gd name="connsiteX3411" fmla="*/ 757714 w 1628775"/>
                <a:gd name="connsiteY3411" fmla="*/ 746284 h 1371600"/>
                <a:gd name="connsiteX3412" fmla="*/ 757333 w 1628775"/>
                <a:gd name="connsiteY3412" fmla="*/ 746189 h 1371600"/>
                <a:gd name="connsiteX3413" fmla="*/ 757523 w 1628775"/>
                <a:gd name="connsiteY3413" fmla="*/ 745236 h 1371600"/>
                <a:gd name="connsiteX3414" fmla="*/ 757428 w 1628775"/>
                <a:gd name="connsiteY3414" fmla="*/ 743903 h 1371600"/>
                <a:gd name="connsiteX3415" fmla="*/ 756571 w 1628775"/>
                <a:gd name="connsiteY3415" fmla="*/ 743712 h 1371600"/>
                <a:gd name="connsiteX3416" fmla="*/ 755428 w 1628775"/>
                <a:gd name="connsiteY3416" fmla="*/ 745427 h 1371600"/>
                <a:gd name="connsiteX3417" fmla="*/ 754475 w 1628775"/>
                <a:gd name="connsiteY3417" fmla="*/ 745903 h 1371600"/>
                <a:gd name="connsiteX3418" fmla="*/ 752189 w 1628775"/>
                <a:gd name="connsiteY3418" fmla="*/ 747332 h 1371600"/>
                <a:gd name="connsiteX3419" fmla="*/ 750665 w 1628775"/>
                <a:gd name="connsiteY3419" fmla="*/ 748475 h 1371600"/>
                <a:gd name="connsiteX3420" fmla="*/ 749903 w 1628775"/>
                <a:gd name="connsiteY3420" fmla="*/ 748856 h 1371600"/>
                <a:gd name="connsiteX3421" fmla="*/ 749046 w 1628775"/>
                <a:gd name="connsiteY3421" fmla="*/ 749236 h 1371600"/>
                <a:gd name="connsiteX3422" fmla="*/ 748189 w 1628775"/>
                <a:gd name="connsiteY3422" fmla="*/ 749713 h 1371600"/>
                <a:gd name="connsiteX3423" fmla="*/ 748093 w 1628775"/>
                <a:gd name="connsiteY3423" fmla="*/ 749999 h 1371600"/>
                <a:gd name="connsiteX3424" fmla="*/ 747713 w 1628775"/>
                <a:gd name="connsiteY3424" fmla="*/ 750570 h 1371600"/>
                <a:gd name="connsiteX3425" fmla="*/ 747427 w 1628775"/>
                <a:gd name="connsiteY3425" fmla="*/ 750189 h 1371600"/>
                <a:gd name="connsiteX3426" fmla="*/ 747236 w 1628775"/>
                <a:gd name="connsiteY3426" fmla="*/ 749713 h 1371600"/>
                <a:gd name="connsiteX3427" fmla="*/ 745712 w 1628775"/>
                <a:gd name="connsiteY3427" fmla="*/ 748094 h 1371600"/>
                <a:gd name="connsiteX3428" fmla="*/ 744664 w 1628775"/>
                <a:gd name="connsiteY3428" fmla="*/ 749236 h 1371600"/>
                <a:gd name="connsiteX3429" fmla="*/ 744188 w 1628775"/>
                <a:gd name="connsiteY3429" fmla="*/ 751142 h 1371600"/>
                <a:gd name="connsiteX3430" fmla="*/ 743522 w 1628775"/>
                <a:gd name="connsiteY3430" fmla="*/ 752380 h 1371600"/>
                <a:gd name="connsiteX3431" fmla="*/ 743236 w 1628775"/>
                <a:gd name="connsiteY3431" fmla="*/ 752856 h 1371600"/>
                <a:gd name="connsiteX3432" fmla="*/ 742855 w 1628775"/>
                <a:gd name="connsiteY3432" fmla="*/ 753618 h 1371600"/>
                <a:gd name="connsiteX3433" fmla="*/ 743617 w 1628775"/>
                <a:gd name="connsiteY3433" fmla="*/ 753618 h 1371600"/>
                <a:gd name="connsiteX3434" fmla="*/ 744283 w 1628775"/>
                <a:gd name="connsiteY3434" fmla="*/ 753523 h 1371600"/>
                <a:gd name="connsiteX3435" fmla="*/ 746950 w 1628775"/>
                <a:gd name="connsiteY3435" fmla="*/ 752761 h 1371600"/>
                <a:gd name="connsiteX3436" fmla="*/ 749332 w 1628775"/>
                <a:gd name="connsiteY3436" fmla="*/ 753047 h 1371600"/>
                <a:gd name="connsiteX3437" fmla="*/ 759809 w 1628775"/>
                <a:gd name="connsiteY3437" fmla="*/ 749332 h 1371600"/>
                <a:gd name="connsiteX3438" fmla="*/ 764476 w 1628775"/>
                <a:gd name="connsiteY3438" fmla="*/ 747998 h 1371600"/>
                <a:gd name="connsiteX3439" fmla="*/ 770763 w 1628775"/>
                <a:gd name="connsiteY3439" fmla="*/ 747427 h 1371600"/>
                <a:gd name="connsiteX3440" fmla="*/ 773335 w 1628775"/>
                <a:gd name="connsiteY3440" fmla="*/ 747427 h 1371600"/>
                <a:gd name="connsiteX3441" fmla="*/ 778002 w 1628775"/>
                <a:gd name="connsiteY3441" fmla="*/ 747808 h 1371600"/>
                <a:gd name="connsiteX3442" fmla="*/ 783717 w 1628775"/>
                <a:gd name="connsiteY3442" fmla="*/ 749808 h 1371600"/>
                <a:gd name="connsiteX3443" fmla="*/ 789051 w 1628775"/>
                <a:gd name="connsiteY3443" fmla="*/ 747998 h 1371600"/>
                <a:gd name="connsiteX3444" fmla="*/ 792956 w 1628775"/>
                <a:gd name="connsiteY3444" fmla="*/ 748094 h 1371600"/>
                <a:gd name="connsiteX3445" fmla="*/ 797147 w 1628775"/>
                <a:gd name="connsiteY3445" fmla="*/ 748856 h 1371600"/>
                <a:gd name="connsiteX3446" fmla="*/ 804672 w 1628775"/>
                <a:gd name="connsiteY3446" fmla="*/ 752285 h 1371600"/>
                <a:gd name="connsiteX3447" fmla="*/ 806958 w 1628775"/>
                <a:gd name="connsiteY3447" fmla="*/ 752665 h 1371600"/>
                <a:gd name="connsiteX3448" fmla="*/ 807339 w 1628775"/>
                <a:gd name="connsiteY3448" fmla="*/ 752189 h 1371600"/>
                <a:gd name="connsiteX3449" fmla="*/ 806577 w 1628775"/>
                <a:gd name="connsiteY3449" fmla="*/ 751332 h 1371600"/>
                <a:gd name="connsiteX3450" fmla="*/ 805339 w 1628775"/>
                <a:gd name="connsiteY3450" fmla="*/ 750951 h 1371600"/>
                <a:gd name="connsiteX3451" fmla="*/ 804958 w 1628775"/>
                <a:gd name="connsiteY3451" fmla="*/ 749713 h 1371600"/>
                <a:gd name="connsiteX3452" fmla="*/ 805339 w 1628775"/>
                <a:gd name="connsiteY3452" fmla="*/ 748570 h 1371600"/>
                <a:gd name="connsiteX3453" fmla="*/ 806101 w 1628775"/>
                <a:gd name="connsiteY3453" fmla="*/ 745236 h 1371600"/>
                <a:gd name="connsiteX3454" fmla="*/ 807910 w 1628775"/>
                <a:gd name="connsiteY3454" fmla="*/ 743522 h 1371600"/>
                <a:gd name="connsiteX3455" fmla="*/ 810197 w 1628775"/>
                <a:gd name="connsiteY3455" fmla="*/ 741807 h 1371600"/>
                <a:gd name="connsiteX3456" fmla="*/ 811339 w 1628775"/>
                <a:gd name="connsiteY3456" fmla="*/ 739711 h 1371600"/>
                <a:gd name="connsiteX3457" fmla="*/ 811911 w 1628775"/>
                <a:gd name="connsiteY3457" fmla="*/ 739140 h 1371600"/>
                <a:gd name="connsiteX3458" fmla="*/ 812673 w 1628775"/>
                <a:gd name="connsiteY3458" fmla="*/ 737997 h 1371600"/>
                <a:gd name="connsiteX3459" fmla="*/ 812101 w 1628775"/>
                <a:gd name="connsiteY3459" fmla="*/ 736759 h 1371600"/>
                <a:gd name="connsiteX3460" fmla="*/ 812006 w 1628775"/>
                <a:gd name="connsiteY3460" fmla="*/ 736092 h 1371600"/>
                <a:gd name="connsiteX3461" fmla="*/ 812387 w 1628775"/>
                <a:gd name="connsiteY3461" fmla="*/ 734854 h 1371600"/>
                <a:gd name="connsiteX3462" fmla="*/ 812959 w 1628775"/>
                <a:gd name="connsiteY3462" fmla="*/ 733997 h 1371600"/>
                <a:gd name="connsiteX3463" fmla="*/ 813340 w 1628775"/>
                <a:gd name="connsiteY3463" fmla="*/ 732949 h 1371600"/>
                <a:gd name="connsiteX3464" fmla="*/ 814102 w 1628775"/>
                <a:gd name="connsiteY3464" fmla="*/ 732092 h 1371600"/>
                <a:gd name="connsiteX3465" fmla="*/ 815816 w 1628775"/>
                <a:gd name="connsiteY3465" fmla="*/ 731139 h 1371600"/>
                <a:gd name="connsiteX3466" fmla="*/ 817340 w 1628775"/>
                <a:gd name="connsiteY3466" fmla="*/ 730377 h 1371600"/>
                <a:gd name="connsiteX3467" fmla="*/ 819340 w 1628775"/>
                <a:gd name="connsiteY3467" fmla="*/ 729425 h 1371600"/>
                <a:gd name="connsiteX3468" fmla="*/ 821722 w 1628775"/>
                <a:gd name="connsiteY3468" fmla="*/ 728091 h 1371600"/>
                <a:gd name="connsiteX3469" fmla="*/ 822674 w 1628775"/>
                <a:gd name="connsiteY3469" fmla="*/ 725710 h 1371600"/>
                <a:gd name="connsiteX3470" fmla="*/ 822103 w 1628775"/>
                <a:gd name="connsiteY3470" fmla="*/ 725519 h 1371600"/>
                <a:gd name="connsiteX3471" fmla="*/ 821341 w 1628775"/>
                <a:gd name="connsiteY3471" fmla="*/ 725996 h 1371600"/>
                <a:gd name="connsiteX3472" fmla="*/ 821341 w 1628775"/>
                <a:gd name="connsiteY3472" fmla="*/ 727329 h 1371600"/>
                <a:gd name="connsiteX3473" fmla="*/ 820674 w 1628775"/>
                <a:gd name="connsiteY3473" fmla="*/ 726757 h 1371600"/>
                <a:gd name="connsiteX3474" fmla="*/ 820864 w 1628775"/>
                <a:gd name="connsiteY3474" fmla="*/ 724757 h 1371600"/>
                <a:gd name="connsiteX3475" fmla="*/ 822388 w 1628775"/>
                <a:gd name="connsiteY3475" fmla="*/ 723614 h 1371600"/>
                <a:gd name="connsiteX3476" fmla="*/ 823817 w 1628775"/>
                <a:gd name="connsiteY3476" fmla="*/ 720757 h 1371600"/>
                <a:gd name="connsiteX3477" fmla="*/ 825532 w 1628775"/>
                <a:gd name="connsiteY3477" fmla="*/ 719614 h 1371600"/>
                <a:gd name="connsiteX3478" fmla="*/ 828199 w 1628775"/>
                <a:gd name="connsiteY3478" fmla="*/ 719519 h 1371600"/>
                <a:gd name="connsiteX3479" fmla="*/ 829628 w 1628775"/>
                <a:gd name="connsiteY3479" fmla="*/ 718757 h 1371600"/>
                <a:gd name="connsiteX3480" fmla="*/ 831342 w 1628775"/>
                <a:gd name="connsiteY3480" fmla="*/ 717995 h 1371600"/>
                <a:gd name="connsiteX3481" fmla="*/ 833914 w 1628775"/>
                <a:gd name="connsiteY3481" fmla="*/ 718280 h 1371600"/>
                <a:gd name="connsiteX3482" fmla="*/ 837057 w 1628775"/>
                <a:gd name="connsiteY3482" fmla="*/ 719138 h 1371600"/>
                <a:gd name="connsiteX3483" fmla="*/ 838867 w 1628775"/>
                <a:gd name="connsiteY3483" fmla="*/ 720566 h 1371600"/>
                <a:gd name="connsiteX3484" fmla="*/ 839629 w 1628775"/>
                <a:gd name="connsiteY3484" fmla="*/ 721900 h 1371600"/>
                <a:gd name="connsiteX3485" fmla="*/ 842486 w 1628775"/>
                <a:gd name="connsiteY3485" fmla="*/ 724948 h 1371600"/>
                <a:gd name="connsiteX3486" fmla="*/ 841724 w 1628775"/>
                <a:gd name="connsiteY3486" fmla="*/ 725615 h 1371600"/>
                <a:gd name="connsiteX3487" fmla="*/ 840772 w 1628775"/>
                <a:gd name="connsiteY3487" fmla="*/ 725615 h 1371600"/>
                <a:gd name="connsiteX3488" fmla="*/ 839724 w 1628775"/>
                <a:gd name="connsiteY3488" fmla="*/ 725710 h 1371600"/>
                <a:gd name="connsiteX3489" fmla="*/ 838200 w 1628775"/>
                <a:gd name="connsiteY3489" fmla="*/ 725424 h 1371600"/>
                <a:gd name="connsiteX3490" fmla="*/ 836105 w 1628775"/>
                <a:gd name="connsiteY3490" fmla="*/ 725234 h 1371600"/>
                <a:gd name="connsiteX3491" fmla="*/ 835628 w 1628775"/>
                <a:gd name="connsiteY3491" fmla="*/ 726757 h 1371600"/>
                <a:gd name="connsiteX3492" fmla="*/ 834866 w 1628775"/>
                <a:gd name="connsiteY3492" fmla="*/ 728282 h 1371600"/>
                <a:gd name="connsiteX3493" fmla="*/ 834962 w 1628775"/>
                <a:gd name="connsiteY3493" fmla="*/ 729806 h 1371600"/>
                <a:gd name="connsiteX3494" fmla="*/ 835533 w 1628775"/>
                <a:gd name="connsiteY3494" fmla="*/ 731330 h 1371600"/>
                <a:gd name="connsiteX3495" fmla="*/ 835819 w 1628775"/>
                <a:gd name="connsiteY3495" fmla="*/ 731901 h 1371600"/>
                <a:gd name="connsiteX3496" fmla="*/ 836390 w 1628775"/>
                <a:gd name="connsiteY3496" fmla="*/ 732853 h 1371600"/>
                <a:gd name="connsiteX3497" fmla="*/ 835723 w 1628775"/>
                <a:gd name="connsiteY3497" fmla="*/ 732949 h 1371600"/>
                <a:gd name="connsiteX3498" fmla="*/ 834962 w 1628775"/>
                <a:gd name="connsiteY3498" fmla="*/ 733615 h 1371600"/>
                <a:gd name="connsiteX3499" fmla="*/ 834485 w 1628775"/>
                <a:gd name="connsiteY3499" fmla="*/ 734568 h 1371600"/>
                <a:gd name="connsiteX3500" fmla="*/ 834866 w 1628775"/>
                <a:gd name="connsiteY3500" fmla="*/ 735235 h 1371600"/>
                <a:gd name="connsiteX3501" fmla="*/ 834866 w 1628775"/>
                <a:gd name="connsiteY3501" fmla="*/ 736568 h 1371600"/>
                <a:gd name="connsiteX3502" fmla="*/ 834962 w 1628775"/>
                <a:gd name="connsiteY3502" fmla="*/ 736759 h 1371600"/>
                <a:gd name="connsiteX3503" fmla="*/ 834771 w 1628775"/>
                <a:gd name="connsiteY3503" fmla="*/ 737807 h 1371600"/>
                <a:gd name="connsiteX3504" fmla="*/ 834295 w 1628775"/>
                <a:gd name="connsiteY3504" fmla="*/ 738854 h 1371600"/>
                <a:gd name="connsiteX3505" fmla="*/ 834866 w 1628775"/>
                <a:gd name="connsiteY3505" fmla="*/ 740759 h 1371600"/>
                <a:gd name="connsiteX3506" fmla="*/ 835723 w 1628775"/>
                <a:gd name="connsiteY3506" fmla="*/ 742760 h 1371600"/>
                <a:gd name="connsiteX3507" fmla="*/ 835057 w 1628775"/>
                <a:gd name="connsiteY3507" fmla="*/ 742950 h 1371600"/>
                <a:gd name="connsiteX3508" fmla="*/ 834771 w 1628775"/>
                <a:gd name="connsiteY3508" fmla="*/ 743617 h 1371600"/>
                <a:gd name="connsiteX3509" fmla="*/ 834104 w 1628775"/>
                <a:gd name="connsiteY3509" fmla="*/ 744188 h 1371600"/>
                <a:gd name="connsiteX3510" fmla="*/ 834199 w 1628775"/>
                <a:gd name="connsiteY3510" fmla="*/ 745427 h 1371600"/>
                <a:gd name="connsiteX3511" fmla="*/ 834199 w 1628775"/>
                <a:gd name="connsiteY3511" fmla="*/ 746570 h 1371600"/>
                <a:gd name="connsiteX3512" fmla="*/ 834485 w 1628775"/>
                <a:gd name="connsiteY3512" fmla="*/ 747141 h 1371600"/>
                <a:gd name="connsiteX3513" fmla="*/ 834866 w 1628775"/>
                <a:gd name="connsiteY3513" fmla="*/ 747332 h 1371600"/>
                <a:gd name="connsiteX3514" fmla="*/ 835247 w 1628775"/>
                <a:gd name="connsiteY3514" fmla="*/ 747522 h 1371600"/>
                <a:gd name="connsiteX3515" fmla="*/ 835628 w 1628775"/>
                <a:gd name="connsiteY3515" fmla="*/ 747903 h 1371600"/>
                <a:gd name="connsiteX3516" fmla="*/ 835819 w 1628775"/>
                <a:gd name="connsiteY3516" fmla="*/ 748379 h 1371600"/>
                <a:gd name="connsiteX3517" fmla="*/ 835438 w 1628775"/>
                <a:gd name="connsiteY3517" fmla="*/ 749427 h 1371600"/>
                <a:gd name="connsiteX3518" fmla="*/ 836676 w 1628775"/>
                <a:gd name="connsiteY3518" fmla="*/ 750761 h 1371600"/>
                <a:gd name="connsiteX3519" fmla="*/ 837247 w 1628775"/>
                <a:gd name="connsiteY3519" fmla="*/ 751523 h 1371600"/>
                <a:gd name="connsiteX3520" fmla="*/ 838009 w 1628775"/>
                <a:gd name="connsiteY3520" fmla="*/ 752285 h 1371600"/>
                <a:gd name="connsiteX3521" fmla="*/ 838772 w 1628775"/>
                <a:gd name="connsiteY3521" fmla="*/ 752665 h 1371600"/>
                <a:gd name="connsiteX3522" fmla="*/ 840105 w 1628775"/>
                <a:gd name="connsiteY3522" fmla="*/ 751523 h 1371600"/>
                <a:gd name="connsiteX3523" fmla="*/ 841915 w 1628775"/>
                <a:gd name="connsiteY3523" fmla="*/ 750570 h 1371600"/>
                <a:gd name="connsiteX3524" fmla="*/ 844296 w 1628775"/>
                <a:gd name="connsiteY3524" fmla="*/ 748570 h 1371600"/>
                <a:gd name="connsiteX3525" fmla="*/ 845534 w 1628775"/>
                <a:gd name="connsiteY3525" fmla="*/ 749141 h 1371600"/>
                <a:gd name="connsiteX3526" fmla="*/ 845915 w 1628775"/>
                <a:gd name="connsiteY3526" fmla="*/ 749522 h 1371600"/>
                <a:gd name="connsiteX3527" fmla="*/ 846391 w 1628775"/>
                <a:gd name="connsiteY3527" fmla="*/ 749618 h 1371600"/>
                <a:gd name="connsiteX3528" fmla="*/ 846963 w 1628775"/>
                <a:gd name="connsiteY3528" fmla="*/ 749236 h 1371600"/>
                <a:gd name="connsiteX3529" fmla="*/ 846677 w 1628775"/>
                <a:gd name="connsiteY3529" fmla="*/ 748284 h 1371600"/>
                <a:gd name="connsiteX3530" fmla="*/ 846582 w 1628775"/>
                <a:gd name="connsiteY3530" fmla="*/ 747141 h 1371600"/>
                <a:gd name="connsiteX3531" fmla="*/ 846772 w 1628775"/>
                <a:gd name="connsiteY3531" fmla="*/ 745998 h 1371600"/>
                <a:gd name="connsiteX3532" fmla="*/ 847249 w 1628775"/>
                <a:gd name="connsiteY3532" fmla="*/ 745141 h 1371600"/>
                <a:gd name="connsiteX3533" fmla="*/ 847535 w 1628775"/>
                <a:gd name="connsiteY3533" fmla="*/ 744665 h 1371600"/>
                <a:gd name="connsiteX3534" fmla="*/ 847344 w 1628775"/>
                <a:gd name="connsiteY3534" fmla="*/ 743903 h 1371600"/>
                <a:gd name="connsiteX3535" fmla="*/ 848011 w 1628775"/>
                <a:gd name="connsiteY3535" fmla="*/ 743045 h 1371600"/>
                <a:gd name="connsiteX3536" fmla="*/ 848392 w 1628775"/>
                <a:gd name="connsiteY3536" fmla="*/ 742569 h 1371600"/>
                <a:gd name="connsiteX3537" fmla="*/ 848773 w 1628775"/>
                <a:gd name="connsiteY3537" fmla="*/ 741902 h 1371600"/>
                <a:gd name="connsiteX3538" fmla="*/ 849630 w 1628775"/>
                <a:gd name="connsiteY3538" fmla="*/ 741712 h 1371600"/>
                <a:gd name="connsiteX3539" fmla="*/ 850106 w 1628775"/>
                <a:gd name="connsiteY3539" fmla="*/ 741045 h 1371600"/>
                <a:gd name="connsiteX3540" fmla="*/ 850487 w 1628775"/>
                <a:gd name="connsiteY3540" fmla="*/ 740093 h 1371600"/>
                <a:gd name="connsiteX3541" fmla="*/ 851344 w 1628775"/>
                <a:gd name="connsiteY3541" fmla="*/ 739045 h 1371600"/>
                <a:gd name="connsiteX3542" fmla="*/ 851820 w 1628775"/>
                <a:gd name="connsiteY3542" fmla="*/ 737807 h 1371600"/>
                <a:gd name="connsiteX3543" fmla="*/ 852011 w 1628775"/>
                <a:gd name="connsiteY3543" fmla="*/ 736949 h 1371600"/>
                <a:gd name="connsiteX3544" fmla="*/ 852583 w 1628775"/>
                <a:gd name="connsiteY3544" fmla="*/ 736092 h 1371600"/>
                <a:gd name="connsiteX3545" fmla="*/ 853630 w 1628775"/>
                <a:gd name="connsiteY3545" fmla="*/ 735330 h 1371600"/>
                <a:gd name="connsiteX3546" fmla="*/ 854774 w 1628775"/>
                <a:gd name="connsiteY3546" fmla="*/ 735140 h 1371600"/>
                <a:gd name="connsiteX3547" fmla="*/ 855155 w 1628775"/>
                <a:gd name="connsiteY3547" fmla="*/ 732949 h 1371600"/>
                <a:gd name="connsiteX3548" fmla="*/ 854868 w 1628775"/>
                <a:gd name="connsiteY3548" fmla="*/ 730568 h 1371600"/>
                <a:gd name="connsiteX3549" fmla="*/ 854202 w 1628775"/>
                <a:gd name="connsiteY3549" fmla="*/ 729139 h 1371600"/>
                <a:gd name="connsiteX3550" fmla="*/ 852583 w 1628775"/>
                <a:gd name="connsiteY3550" fmla="*/ 728567 h 1371600"/>
                <a:gd name="connsiteX3551" fmla="*/ 851820 w 1628775"/>
                <a:gd name="connsiteY3551" fmla="*/ 727139 h 1371600"/>
                <a:gd name="connsiteX3552" fmla="*/ 852392 w 1628775"/>
                <a:gd name="connsiteY3552" fmla="*/ 726186 h 1371600"/>
                <a:gd name="connsiteX3553" fmla="*/ 852678 w 1628775"/>
                <a:gd name="connsiteY3553" fmla="*/ 724948 h 1371600"/>
                <a:gd name="connsiteX3554" fmla="*/ 852869 w 1628775"/>
                <a:gd name="connsiteY3554" fmla="*/ 723710 h 1371600"/>
                <a:gd name="connsiteX3555" fmla="*/ 851249 w 1628775"/>
                <a:gd name="connsiteY3555" fmla="*/ 723424 h 1371600"/>
                <a:gd name="connsiteX3556" fmla="*/ 851249 w 1628775"/>
                <a:gd name="connsiteY3556" fmla="*/ 721995 h 1371600"/>
                <a:gd name="connsiteX3557" fmla="*/ 851916 w 1628775"/>
                <a:gd name="connsiteY3557" fmla="*/ 719709 h 1371600"/>
                <a:gd name="connsiteX3558" fmla="*/ 853630 w 1628775"/>
                <a:gd name="connsiteY3558" fmla="*/ 717137 h 1371600"/>
                <a:gd name="connsiteX3559" fmla="*/ 855631 w 1628775"/>
                <a:gd name="connsiteY3559" fmla="*/ 717995 h 1371600"/>
                <a:gd name="connsiteX3560" fmla="*/ 854774 w 1628775"/>
                <a:gd name="connsiteY3560" fmla="*/ 714947 h 1371600"/>
                <a:gd name="connsiteX3561" fmla="*/ 854964 w 1628775"/>
                <a:gd name="connsiteY3561" fmla="*/ 711708 h 1371600"/>
                <a:gd name="connsiteX3562" fmla="*/ 856964 w 1628775"/>
                <a:gd name="connsiteY3562" fmla="*/ 709898 h 1371600"/>
                <a:gd name="connsiteX3563" fmla="*/ 859631 w 1628775"/>
                <a:gd name="connsiteY3563" fmla="*/ 708470 h 1371600"/>
                <a:gd name="connsiteX3564" fmla="*/ 862203 w 1628775"/>
                <a:gd name="connsiteY3564" fmla="*/ 707803 h 1371600"/>
                <a:gd name="connsiteX3565" fmla="*/ 864775 w 1628775"/>
                <a:gd name="connsiteY3565" fmla="*/ 707231 h 1371600"/>
                <a:gd name="connsiteX3566" fmla="*/ 869251 w 1628775"/>
                <a:gd name="connsiteY3566" fmla="*/ 706279 h 1371600"/>
                <a:gd name="connsiteX3567" fmla="*/ 872014 w 1628775"/>
                <a:gd name="connsiteY3567" fmla="*/ 706660 h 1371600"/>
                <a:gd name="connsiteX3568" fmla="*/ 873062 w 1628775"/>
                <a:gd name="connsiteY3568" fmla="*/ 707517 h 1371600"/>
                <a:gd name="connsiteX3569" fmla="*/ 874109 w 1628775"/>
                <a:gd name="connsiteY3569" fmla="*/ 707327 h 1371600"/>
                <a:gd name="connsiteX3570" fmla="*/ 875157 w 1628775"/>
                <a:gd name="connsiteY3570" fmla="*/ 707422 h 1371600"/>
                <a:gd name="connsiteX3571" fmla="*/ 876110 w 1628775"/>
                <a:gd name="connsiteY3571" fmla="*/ 707041 h 1371600"/>
                <a:gd name="connsiteX3572" fmla="*/ 876300 w 1628775"/>
                <a:gd name="connsiteY3572" fmla="*/ 708279 h 1371600"/>
                <a:gd name="connsiteX3573" fmla="*/ 876967 w 1628775"/>
                <a:gd name="connsiteY3573" fmla="*/ 708374 h 1371600"/>
                <a:gd name="connsiteX3574" fmla="*/ 877253 w 1628775"/>
                <a:gd name="connsiteY3574" fmla="*/ 709041 h 1371600"/>
                <a:gd name="connsiteX3575" fmla="*/ 877443 w 1628775"/>
                <a:gd name="connsiteY3575" fmla="*/ 709517 h 1371600"/>
                <a:gd name="connsiteX3576" fmla="*/ 878967 w 1628775"/>
                <a:gd name="connsiteY3576" fmla="*/ 711422 h 1371600"/>
                <a:gd name="connsiteX3577" fmla="*/ 879348 w 1628775"/>
                <a:gd name="connsiteY3577" fmla="*/ 712375 h 1371600"/>
                <a:gd name="connsiteX3578" fmla="*/ 880205 w 1628775"/>
                <a:gd name="connsiteY3578" fmla="*/ 712661 h 1371600"/>
                <a:gd name="connsiteX3579" fmla="*/ 880395 w 1628775"/>
                <a:gd name="connsiteY3579" fmla="*/ 713232 h 1371600"/>
                <a:gd name="connsiteX3580" fmla="*/ 879252 w 1628775"/>
                <a:gd name="connsiteY3580" fmla="*/ 713899 h 1371600"/>
                <a:gd name="connsiteX3581" fmla="*/ 879919 w 1628775"/>
                <a:gd name="connsiteY3581" fmla="*/ 715709 h 1371600"/>
                <a:gd name="connsiteX3582" fmla="*/ 880015 w 1628775"/>
                <a:gd name="connsiteY3582" fmla="*/ 717042 h 1371600"/>
                <a:gd name="connsiteX3583" fmla="*/ 879729 w 1628775"/>
                <a:gd name="connsiteY3583" fmla="*/ 717709 h 1371600"/>
                <a:gd name="connsiteX3584" fmla="*/ 880015 w 1628775"/>
                <a:gd name="connsiteY3584" fmla="*/ 718185 h 1371600"/>
                <a:gd name="connsiteX3585" fmla="*/ 880491 w 1628775"/>
                <a:gd name="connsiteY3585" fmla="*/ 718376 h 1371600"/>
                <a:gd name="connsiteX3586" fmla="*/ 881348 w 1628775"/>
                <a:gd name="connsiteY3586" fmla="*/ 717899 h 1371600"/>
                <a:gd name="connsiteX3587" fmla="*/ 882587 w 1628775"/>
                <a:gd name="connsiteY3587" fmla="*/ 718185 h 1371600"/>
                <a:gd name="connsiteX3588" fmla="*/ 883158 w 1628775"/>
                <a:gd name="connsiteY3588" fmla="*/ 718090 h 1371600"/>
                <a:gd name="connsiteX3589" fmla="*/ 883730 w 1628775"/>
                <a:gd name="connsiteY3589" fmla="*/ 717804 h 1371600"/>
                <a:gd name="connsiteX3590" fmla="*/ 883443 w 1628775"/>
                <a:gd name="connsiteY3590" fmla="*/ 717232 h 1371600"/>
                <a:gd name="connsiteX3591" fmla="*/ 882967 w 1628775"/>
                <a:gd name="connsiteY3591" fmla="*/ 716566 h 1371600"/>
                <a:gd name="connsiteX3592" fmla="*/ 882396 w 1628775"/>
                <a:gd name="connsiteY3592" fmla="*/ 715423 h 1371600"/>
                <a:gd name="connsiteX3593" fmla="*/ 882682 w 1628775"/>
                <a:gd name="connsiteY3593" fmla="*/ 714375 h 1371600"/>
                <a:gd name="connsiteX3594" fmla="*/ 883825 w 1628775"/>
                <a:gd name="connsiteY3594" fmla="*/ 713423 h 1371600"/>
                <a:gd name="connsiteX3595" fmla="*/ 885920 w 1628775"/>
                <a:gd name="connsiteY3595" fmla="*/ 713518 h 1371600"/>
                <a:gd name="connsiteX3596" fmla="*/ 886111 w 1628775"/>
                <a:gd name="connsiteY3596" fmla="*/ 712565 h 1371600"/>
                <a:gd name="connsiteX3597" fmla="*/ 886015 w 1628775"/>
                <a:gd name="connsiteY3597" fmla="*/ 712375 h 1371600"/>
                <a:gd name="connsiteX3598" fmla="*/ 885920 w 1628775"/>
                <a:gd name="connsiteY3598" fmla="*/ 712184 h 1371600"/>
                <a:gd name="connsiteX3599" fmla="*/ 885730 w 1628775"/>
                <a:gd name="connsiteY3599" fmla="*/ 711899 h 1371600"/>
                <a:gd name="connsiteX3600" fmla="*/ 886778 w 1628775"/>
                <a:gd name="connsiteY3600" fmla="*/ 710851 h 1371600"/>
                <a:gd name="connsiteX3601" fmla="*/ 886206 w 1628775"/>
                <a:gd name="connsiteY3601" fmla="*/ 709803 h 1371600"/>
                <a:gd name="connsiteX3602" fmla="*/ 884110 w 1628775"/>
                <a:gd name="connsiteY3602" fmla="*/ 709613 h 1371600"/>
                <a:gd name="connsiteX3603" fmla="*/ 883253 w 1628775"/>
                <a:gd name="connsiteY3603" fmla="*/ 708184 h 1371600"/>
                <a:gd name="connsiteX3604" fmla="*/ 882587 w 1628775"/>
                <a:gd name="connsiteY3604" fmla="*/ 707707 h 1371600"/>
                <a:gd name="connsiteX3605" fmla="*/ 882205 w 1628775"/>
                <a:gd name="connsiteY3605" fmla="*/ 708470 h 1371600"/>
                <a:gd name="connsiteX3606" fmla="*/ 881729 w 1628775"/>
                <a:gd name="connsiteY3606" fmla="*/ 707707 h 1371600"/>
                <a:gd name="connsiteX3607" fmla="*/ 881824 w 1628775"/>
                <a:gd name="connsiteY3607" fmla="*/ 706946 h 1371600"/>
                <a:gd name="connsiteX3608" fmla="*/ 881824 w 1628775"/>
                <a:gd name="connsiteY3608" fmla="*/ 705898 h 1371600"/>
                <a:gd name="connsiteX3609" fmla="*/ 882110 w 1628775"/>
                <a:gd name="connsiteY3609" fmla="*/ 705040 h 1371600"/>
                <a:gd name="connsiteX3610" fmla="*/ 882205 w 1628775"/>
                <a:gd name="connsiteY3610" fmla="*/ 702659 h 1371600"/>
                <a:gd name="connsiteX3611" fmla="*/ 881444 w 1628775"/>
                <a:gd name="connsiteY3611" fmla="*/ 701897 h 1371600"/>
                <a:gd name="connsiteX3612" fmla="*/ 879729 w 1628775"/>
                <a:gd name="connsiteY3612" fmla="*/ 700183 h 1371600"/>
                <a:gd name="connsiteX3613" fmla="*/ 880491 w 1628775"/>
                <a:gd name="connsiteY3613" fmla="*/ 699611 h 1371600"/>
                <a:gd name="connsiteX3614" fmla="*/ 881824 w 1628775"/>
                <a:gd name="connsiteY3614" fmla="*/ 700278 h 1371600"/>
                <a:gd name="connsiteX3615" fmla="*/ 882491 w 1628775"/>
                <a:gd name="connsiteY3615" fmla="*/ 700278 h 1371600"/>
                <a:gd name="connsiteX3616" fmla="*/ 882205 w 1628775"/>
                <a:gd name="connsiteY3616" fmla="*/ 699135 h 1371600"/>
                <a:gd name="connsiteX3617" fmla="*/ 882491 w 1628775"/>
                <a:gd name="connsiteY3617" fmla="*/ 698278 h 1371600"/>
                <a:gd name="connsiteX3618" fmla="*/ 882110 w 1628775"/>
                <a:gd name="connsiteY3618" fmla="*/ 697897 h 1371600"/>
                <a:gd name="connsiteX3619" fmla="*/ 881158 w 1628775"/>
                <a:gd name="connsiteY3619" fmla="*/ 697421 h 1371600"/>
                <a:gd name="connsiteX3620" fmla="*/ 880110 w 1628775"/>
                <a:gd name="connsiteY3620" fmla="*/ 696944 h 1371600"/>
                <a:gd name="connsiteX3621" fmla="*/ 880586 w 1628775"/>
                <a:gd name="connsiteY3621" fmla="*/ 696278 h 1371600"/>
                <a:gd name="connsiteX3622" fmla="*/ 881444 w 1628775"/>
                <a:gd name="connsiteY3622" fmla="*/ 696087 h 1371600"/>
                <a:gd name="connsiteX3623" fmla="*/ 882587 w 1628775"/>
                <a:gd name="connsiteY3623" fmla="*/ 696563 h 1371600"/>
                <a:gd name="connsiteX3624" fmla="*/ 883920 w 1628775"/>
                <a:gd name="connsiteY3624" fmla="*/ 696373 h 1371600"/>
                <a:gd name="connsiteX3625" fmla="*/ 885539 w 1628775"/>
                <a:gd name="connsiteY3625" fmla="*/ 695135 h 1371600"/>
                <a:gd name="connsiteX3626" fmla="*/ 887349 w 1628775"/>
                <a:gd name="connsiteY3626" fmla="*/ 693992 h 1371600"/>
                <a:gd name="connsiteX3627" fmla="*/ 887730 w 1628775"/>
                <a:gd name="connsiteY3627" fmla="*/ 693325 h 1371600"/>
                <a:gd name="connsiteX3628" fmla="*/ 887825 w 1628775"/>
                <a:gd name="connsiteY3628" fmla="*/ 693230 h 1371600"/>
                <a:gd name="connsiteX3629" fmla="*/ 887730 w 1628775"/>
                <a:gd name="connsiteY3629" fmla="*/ 692372 h 1371600"/>
                <a:gd name="connsiteX3630" fmla="*/ 888397 w 1628775"/>
                <a:gd name="connsiteY3630" fmla="*/ 691515 h 1371600"/>
                <a:gd name="connsiteX3631" fmla="*/ 887635 w 1628775"/>
                <a:gd name="connsiteY3631" fmla="*/ 689705 h 1371600"/>
                <a:gd name="connsiteX3632" fmla="*/ 887635 w 1628775"/>
                <a:gd name="connsiteY3632" fmla="*/ 688943 h 1371600"/>
                <a:gd name="connsiteX3633" fmla="*/ 886778 w 1628775"/>
                <a:gd name="connsiteY3633" fmla="*/ 687610 h 1371600"/>
                <a:gd name="connsiteX3634" fmla="*/ 886206 w 1628775"/>
                <a:gd name="connsiteY3634" fmla="*/ 685610 h 1371600"/>
                <a:gd name="connsiteX3635" fmla="*/ 886587 w 1628775"/>
                <a:gd name="connsiteY3635" fmla="*/ 684181 h 1371600"/>
                <a:gd name="connsiteX3636" fmla="*/ 887158 w 1628775"/>
                <a:gd name="connsiteY3636" fmla="*/ 684943 h 1371600"/>
                <a:gd name="connsiteX3637" fmla="*/ 887158 w 1628775"/>
                <a:gd name="connsiteY3637" fmla="*/ 686467 h 1371600"/>
                <a:gd name="connsiteX3638" fmla="*/ 887921 w 1628775"/>
                <a:gd name="connsiteY3638" fmla="*/ 687419 h 1371600"/>
                <a:gd name="connsiteX3639" fmla="*/ 888492 w 1628775"/>
                <a:gd name="connsiteY3639" fmla="*/ 686467 h 1371600"/>
                <a:gd name="connsiteX3640" fmla="*/ 888873 w 1628775"/>
                <a:gd name="connsiteY3640" fmla="*/ 685228 h 1371600"/>
                <a:gd name="connsiteX3641" fmla="*/ 889540 w 1628775"/>
                <a:gd name="connsiteY3641" fmla="*/ 685228 h 1371600"/>
                <a:gd name="connsiteX3642" fmla="*/ 889730 w 1628775"/>
                <a:gd name="connsiteY3642" fmla="*/ 686181 h 1371600"/>
                <a:gd name="connsiteX3643" fmla="*/ 890397 w 1628775"/>
                <a:gd name="connsiteY3643" fmla="*/ 686753 h 1371600"/>
                <a:gd name="connsiteX3644" fmla="*/ 890683 w 1628775"/>
                <a:gd name="connsiteY3644" fmla="*/ 685800 h 1371600"/>
                <a:gd name="connsiteX3645" fmla="*/ 891064 w 1628775"/>
                <a:gd name="connsiteY3645" fmla="*/ 685228 h 1371600"/>
                <a:gd name="connsiteX3646" fmla="*/ 891826 w 1628775"/>
                <a:gd name="connsiteY3646" fmla="*/ 685610 h 1371600"/>
                <a:gd name="connsiteX3647" fmla="*/ 892207 w 1628775"/>
                <a:gd name="connsiteY3647" fmla="*/ 685705 h 1371600"/>
                <a:gd name="connsiteX3648" fmla="*/ 892683 w 1628775"/>
                <a:gd name="connsiteY3648" fmla="*/ 686086 h 1371600"/>
                <a:gd name="connsiteX3649" fmla="*/ 893255 w 1628775"/>
                <a:gd name="connsiteY3649" fmla="*/ 686181 h 1371600"/>
                <a:gd name="connsiteX3650" fmla="*/ 893540 w 1628775"/>
                <a:gd name="connsiteY3650" fmla="*/ 686753 h 1371600"/>
                <a:gd name="connsiteX3651" fmla="*/ 894302 w 1628775"/>
                <a:gd name="connsiteY3651" fmla="*/ 686086 h 1371600"/>
                <a:gd name="connsiteX3652" fmla="*/ 895731 w 1628775"/>
                <a:gd name="connsiteY3652" fmla="*/ 685228 h 1371600"/>
                <a:gd name="connsiteX3653" fmla="*/ 894778 w 1628775"/>
                <a:gd name="connsiteY3653" fmla="*/ 683609 h 1371600"/>
                <a:gd name="connsiteX3654" fmla="*/ 896303 w 1628775"/>
                <a:gd name="connsiteY3654" fmla="*/ 682943 h 1371600"/>
                <a:gd name="connsiteX3655" fmla="*/ 898017 w 1628775"/>
                <a:gd name="connsiteY3655" fmla="*/ 683228 h 1371600"/>
                <a:gd name="connsiteX3656" fmla="*/ 898684 w 1628775"/>
                <a:gd name="connsiteY3656" fmla="*/ 683990 h 1371600"/>
                <a:gd name="connsiteX3657" fmla="*/ 899351 w 1628775"/>
                <a:gd name="connsiteY3657" fmla="*/ 683800 h 1371600"/>
                <a:gd name="connsiteX3658" fmla="*/ 900589 w 1628775"/>
                <a:gd name="connsiteY3658" fmla="*/ 685038 h 1371600"/>
                <a:gd name="connsiteX3659" fmla="*/ 901351 w 1628775"/>
                <a:gd name="connsiteY3659" fmla="*/ 685705 h 1371600"/>
                <a:gd name="connsiteX3660" fmla="*/ 902208 w 1628775"/>
                <a:gd name="connsiteY3660" fmla="*/ 686657 h 1371600"/>
                <a:gd name="connsiteX3661" fmla="*/ 903065 w 1628775"/>
                <a:gd name="connsiteY3661" fmla="*/ 687419 h 1371600"/>
                <a:gd name="connsiteX3662" fmla="*/ 903256 w 1628775"/>
                <a:gd name="connsiteY3662" fmla="*/ 688562 h 1371600"/>
                <a:gd name="connsiteX3663" fmla="*/ 903446 w 1628775"/>
                <a:gd name="connsiteY3663" fmla="*/ 689801 h 1371600"/>
                <a:gd name="connsiteX3664" fmla="*/ 904303 w 1628775"/>
                <a:gd name="connsiteY3664" fmla="*/ 689801 h 1371600"/>
                <a:gd name="connsiteX3665" fmla="*/ 904113 w 1628775"/>
                <a:gd name="connsiteY3665" fmla="*/ 690563 h 1371600"/>
                <a:gd name="connsiteX3666" fmla="*/ 903732 w 1628775"/>
                <a:gd name="connsiteY3666" fmla="*/ 691515 h 1371600"/>
                <a:gd name="connsiteX3667" fmla="*/ 902780 w 1628775"/>
                <a:gd name="connsiteY3667" fmla="*/ 691420 h 1371600"/>
                <a:gd name="connsiteX3668" fmla="*/ 901160 w 1628775"/>
                <a:gd name="connsiteY3668" fmla="*/ 693325 h 1371600"/>
                <a:gd name="connsiteX3669" fmla="*/ 900017 w 1628775"/>
                <a:gd name="connsiteY3669" fmla="*/ 694753 h 1371600"/>
                <a:gd name="connsiteX3670" fmla="*/ 899255 w 1628775"/>
                <a:gd name="connsiteY3670" fmla="*/ 695897 h 1371600"/>
                <a:gd name="connsiteX3671" fmla="*/ 898017 w 1628775"/>
                <a:gd name="connsiteY3671" fmla="*/ 696849 h 1371600"/>
                <a:gd name="connsiteX3672" fmla="*/ 896779 w 1628775"/>
                <a:gd name="connsiteY3672" fmla="*/ 697040 h 1371600"/>
                <a:gd name="connsiteX3673" fmla="*/ 895826 w 1628775"/>
                <a:gd name="connsiteY3673" fmla="*/ 697897 h 1371600"/>
                <a:gd name="connsiteX3674" fmla="*/ 894397 w 1628775"/>
                <a:gd name="connsiteY3674" fmla="*/ 698373 h 1371600"/>
                <a:gd name="connsiteX3675" fmla="*/ 893731 w 1628775"/>
                <a:gd name="connsiteY3675" fmla="*/ 699135 h 1371600"/>
                <a:gd name="connsiteX3676" fmla="*/ 894111 w 1628775"/>
                <a:gd name="connsiteY3676" fmla="*/ 701135 h 1371600"/>
                <a:gd name="connsiteX3677" fmla="*/ 894111 w 1628775"/>
                <a:gd name="connsiteY3677" fmla="*/ 701993 h 1371600"/>
                <a:gd name="connsiteX3678" fmla="*/ 893350 w 1628775"/>
                <a:gd name="connsiteY3678" fmla="*/ 702945 h 1371600"/>
                <a:gd name="connsiteX3679" fmla="*/ 890873 w 1628775"/>
                <a:gd name="connsiteY3679" fmla="*/ 702183 h 1371600"/>
                <a:gd name="connsiteX3680" fmla="*/ 890587 w 1628775"/>
                <a:gd name="connsiteY3680" fmla="*/ 703231 h 1371600"/>
                <a:gd name="connsiteX3681" fmla="*/ 889826 w 1628775"/>
                <a:gd name="connsiteY3681" fmla="*/ 703993 h 1371600"/>
                <a:gd name="connsiteX3682" fmla="*/ 889826 w 1628775"/>
                <a:gd name="connsiteY3682" fmla="*/ 705231 h 1371600"/>
                <a:gd name="connsiteX3683" fmla="*/ 888683 w 1628775"/>
                <a:gd name="connsiteY3683" fmla="*/ 705898 h 1371600"/>
                <a:gd name="connsiteX3684" fmla="*/ 887539 w 1628775"/>
                <a:gd name="connsiteY3684" fmla="*/ 705898 h 1371600"/>
                <a:gd name="connsiteX3685" fmla="*/ 887635 w 1628775"/>
                <a:gd name="connsiteY3685" fmla="*/ 706184 h 1371600"/>
                <a:gd name="connsiteX3686" fmla="*/ 888968 w 1628775"/>
                <a:gd name="connsiteY3686" fmla="*/ 706755 h 1371600"/>
                <a:gd name="connsiteX3687" fmla="*/ 891159 w 1628775"/>
                <a:gd name="connsiteY3687" fmla="*/ 707517 h 1371600"/>
                <a:gd name="connsiteX3688" fmla="*/ 891159 w 1628775"/>
                <a:gd name="connsiteY3688" fmla="*/ 708946 h 1371600"/>
                <a:gd name="connsiteX3689" fmla="*/ 892112 w 1628775"/>
                <a:gd name="connsiteY3689" fmla="*/ 710565 h 1371600"/>
                <a:gd name="connsiteX3690" fmla="*/ 892016 w 1628775"/>
                <a:gd name="connsiteY3690" fmla="*/ 711994 h 1371600"/>
                <a:gd name="connsiteX3691" fmla="*/ 891349 w 1628775"/>
                <a:gd name="connsiteY3691" fmla="*/ 712565 h 1371600"/>
                <a:gd name="connsiteX3692" fmla="*/ 889920 w 1628775"/>
                <a:gd name="connsiteY3692" fmla="*/ 713613 h 1371600"/>
                <a:gd name="connsiteX3693" fmla="*/ 889635 w 1628775"/>
                <a:gd name="connsiteY3693" fmla="*/ 714470 h 1371600"/>
                <a:gd name="connsiteX3694" fmla="*/ 889730 w 1628775"/>
                <a:gd name="connsiteY3694" fmla="*/ 715423 h 1371600"/>
                <a:gd name="connsiteX3695" fmla="*/ 889540 w 1628775"/>
                <a:gd name="connsiteY3695" fmla="*/ 716280 h 1371600"/>
                <a:gd name="connsiteX3696" fmla="*/ 890492 w 1628775"/>
                <a:gd name="connsiteY3696" fmla="*/ 717709 h 1371600"/>
                <a:gd name="connsiteX3697" fmla="*/ 890492 w 1628775"/>
                <a:gd name="connsiteY3697" fmla="*/ 719995 h 1371600"/>
                <a:gd name="connsiteX3698" fmla="*/ 890587 w 1628775"/>
                <a:gd name="connsiteY3698" fmla="*/ 720661 h 1371600"/>
                <a:gd name="connsiteX3699" fmla="*/ 891064 w 1628775"/>
                <a:gd name="connsiteY3699" fmla="*/ 721900 h 1371600"/>
                <a:gd name="connsiteX3700" fmla="*/ 891159 w 1628775"/>
                <a:gd name="connsiteY3700" fmla="*/ 722662 h 1371600"/>
                <a:gd name="connsiteX3701" fmla="*/ 890969 w 1628775"/>
                <a:gd name="connsiteY3701" fmla="*/ 723424 h 1371600"/>
                <a:gd name="connsiteX3702" fmla="*/ 890397 w 1628775"/>
                <a:gd name="connsiteY3702" fmla="*/ 723995 h 1371600"/>
                <a:gd name="connsiteX3703" fmla="*/ 890492 w 1628775"/>
                <a:gd name="connsiteY3703" fmla="*/ 724662 h 1371600"/>
                <a:gd name="connsiteX3704" fmla="*/ 891540 w 1628775"/>
                <a:gd name="connsiteY3704" fmla="*/ 725043 h 1371600"/>
                <a:gd name="connsiteX3705" fmla="*/ 892112 w 1628775"/>
                <a:gd name="connsiteY3705" fmla="*/ 725519 h 1371600"/>
                <a:gd name="connsiteX3706" fmla="*/ 892207 w 1628775"/>
                <a:gd name="connsiteY3706" fmla="*/ 726377 h 1371600"/>
                <a:gd name="connsiteX3707" fmla="*/ 892016 w 1628775"/>
                <a:gd name="connsiteY3707" fmla="*/ 726948 h 1371600"/>
                <a:gd name="connsiteX3708" fmla="*/ 891635 w 1628775"/>
                <a:gd name="connsiteY3708" fmla="*/ 727139 h 1371600"/>
                <a:gd name="connsiteX3709" fmla="*/ 890683 w 1628775"/>
                <a:gd name="connsiteY3709" fmla="*/ 726853 h 1371600"/>
                <a:gd name="connsiteX3710" fmla="*/ 890016 w 1628775"/>
                <a:gd name="connsiteY3710" fmla="*/ 726948 h 1371600"/>
                <a:gd name="connsiteX3711" fmla="*/ 889635 w 1628775"/>
                <a:gd name="connsiteY3711" fmla="*/ 727520 h 1371600"/>
                <a:gd name="connsiteX3712" fmla="*/ 888968 w 1628775"/>
                <a:gd name="connsiteY3712" fmla="*/ 727901 h 1371600"/>
                <a:gd name="connsiteX3713" fmla="*/ 888206 w 1628775"/>
                <a:gd name="connsiteY3713" fmla="*/ 728091 h 1371600"/>
                <a:gd name="connsiteX3714" fmla="*/ 887635 w 1628775"/>
                <a:gd name="connsiteY3714" fmla="*/ 727996 h 1371600"/>
                <a:gd name="connsiteX3715" fmla="*/ 886682 w 1628775"/>
                <a:gd name="connsiteY3715" fmla="*/ 727805 h 1371600"/>
                <a:gd name="connsiteX3716" fmla="*/ 886015 w 1628775"/>
                <a:gd name="connsiteY3716" fmla="*/ 727805 h 1371600"/>
                <a:gd name="connsiteX3717" fmla="*/ 886015 w 1628775"/>
                <a:gd name="connsiteY3717" fmla="*/ 728472 h 1371600"/>
                <a:gd name="connsiteX3718" fmla="*/ 886206 w 1628775"/>
                <a:gd name="connsiteY3718" fmla="*/ 729044 h 1371600"/>
                <a:gd name="connsiteX3719" fmla="*/ 887349 w 1628775"/>
                <a:gd name="connsiteY3719" fmla="*/ 729139 h 1371600"/>
                <a:gd name="connsiteX3720" fmla="*/ 889063 w 1628775"/>
                <a:gd name="connsiteY3720" fmla="*/ 729806 h 1371600"/>
                <a:gd name="connsiteX3721" fmla="*/ 889730 w 1628775"/>
                <a:gd name="connsiteY3721" fmla="*/ 730377 h 1371600"/>
                <a:gd name="connsiteX3722" fmla="*/ 889826 w 1628775"/>
                <a:gd name="connsiteY3722" fmla="*/ 731234 h 1371600"/>
                <a:gd name="connsiteX3723" fmla="*/ 889635 w 1628775"/>
                <a:gd name="connsiteY3723" fmla="*/ 731806 h 1371600"/>
                <a:gd name="connsiteX3724" fmla="*/ 890492 w 1628775"/>
                <a:gd name="connsiteY3724" fmla="*/ 732282 h 1371600"/>
                <a:gd name="connsiteX3725" fmla="*/ 890778 w 1628775"/>
                <a:gd name="connsiteY3725" fmla="*/ 732568 h 1371600"/>
                <a:gd name="connsiteX3726" fmla="*/ 891445 w 1628775"/>
                <a:gd name="connsiteY3726" fmla="*/ 732377 h 1371600"/>
                <a:gd name="connsiteX3727" fmla="*/ 892207 w 1628775"/>
                <a:gd name="connsiteY3727" fmla="*/ 732187 h 1371600"/>
                <a:gd name="connsiteX3728" fmla="*/ 892874 w 1628775"/>
                <a:gd name="connsiteY3728" fmla="*/ 732377 h 1371600"/>
                <a:gd name="connsiteX3729" fmla="*/ 893826 w 1628775"/>
                <a:gd name="connsiteY3729" fmla="*/ 732282 h 1371600"/>
                <a:gd name="connsiteX3730" fmla="*/ 895160 w 1628775"/>
                <a:gd name="connsiteY3730" fmla="*/ 731996 h 1371600"/>
                <a:gd name="connsiteX3731" fmla="*/ 896017 w 1628775"/>
                <a:gd name="connsiteY3731" fmla="*/ 731234 h 1371600"/>
                <a:gd name="connsiteX3732" fmla="*/ 896493 w 1628775"/>
                <a:gd name="connsiteY3732" fmla="*/ 730663 h 1371600"/>
                <a:gd name="connsiteX3733" fmla="*/ 896969 w 1628775"/>
                <a:gd name="connsiteY3733" fmla="*/ 729806 h 1371600"/>
                <a:gd name="connsiteX3734" fmla="*/ 897064 w 1628775"/>
                <a:gd name="connsiteY3734" fmla="*/ 728663 h 1371600"/>
                <a:gd name="connsiteX3735" fmla="*/ 897064 w 1628775"/>
                <a:gd name="connsiteY3735" fmla="*/ 727615 h 1371600"/>
                <a:gd name="connsiteX3736" fmla="*/ 897636 w 1628775"/>
                <a:gd name="connsiteY3736" fmla="*/ 726662 h 1371600"/>
                <a:gd name="connsiteX3737" fmla="*/ 897922 w 1628775"/>
                <a:gd name="connsiteY3737" fmla="*/ 725519 h 1371600"/>
                <a:gd name="connsiteX3738" fmla="*/ 898493 w 1628775"/>
                <a:gd name="connsiteY3738" fmla="*/ 724662 h 1371600"/>
                <a:gd name="connsiteX3739" fmla="*/ 900112 w 1628775"/>
                <a:gd name="connsiteY3739" fmla="*/ 723519 h 1371600"/>
                <a:gd name="connsiteX3740" fmla="*/ 901922 w 1628775"/>
                <a:gd name="connsiteY3740" fmla="*/ 722186 h 1371600"/>
                <a:gd name="connsiteX3741" fmla="*/ 902970 w 1628775"/>
                <a:gd name="connsiteY3741" fmla="*/ 722186 h 1371600"/>
                <a:gd name="connsiteX3742" fmla="*/ 904303 w 1628775"/>
                <a:gd name="connsiteY3742" fmla="*/ 721138 h 1371600"/>
                <a:gd name="connsiteX3743" fmla="*/ 904589 w 1628775"/>
                <a:gd name="connsiteY3743" fmla="*/ 719709 h 1371600"/>
                <a:gd name="connsiteX3744" fmla="*/ 906113 w 1628775"/>
                <a:gd name="connsiteY3744" fmla="*/ 718090 h 1371600"/>
                <a:gd name="connsiteX3745" fmla="*/ 907256 w 1628775"/>
                <a:gd name="connsiteY3745" fmla="*/ 718376 h 1371600"/>
                <a:gd name="connsiteX3746" fmla="*/ 909637 w 1628775"/>
                <a:gd name="connsiteY3746" fmla="*/ 718566 h 1371600"/>
                <a:gd name="connsiteX3747" fmla="*/ 911638 w 1628775"/>
                <a:gd name="connsiteY3747" fmla="*/ 718757 h 1371600"/>
                <a:gd name="connsiteX3748" fmla="*/ 912495 w 1628775"/>
                <a:gd name="connsiteY3748" fmla="*/ 717328 h 1371600"/>
                <a:gd name="connsiteX3749" fmla="*/ 913828 w 1628775"/>
                <a:gd name="connsiteY3749" fmla="*/ 717518 h 1371600"/>
                <a:gd name="connsiteX3750" fmla="*/ 914686 w 1628775"/>
                <a:gd name="connsiteY3750" fmla="*/ 716566 h 1371600"/>
                <a:gd name="connsiteX3751" fmla="*/ 915162 w 1628775"/>
                <a:gd name="connsiteY3751" fmla="*/ 717423 h 1371600"/>
                <a:gd name="connsiteX3752" fmla="*/ 916114 w 1628775"/>
                <a:gd name="connsiteY3752" fmla="*/ 717614 h 1371600"/>
                <a:gd name="connsiteX3753" fmla="*/ 916781 w 1628775"/>
                <a:gd name="connsiteY3753" fmla="*/ 716852 h 1371600"/>
                <a:gd name="connsiteX3754" fmla="*/ 916591 w 1628775"/>
                <a:gd name="connsiteY3754" fmla="*/ 715899 h 1371600"/>
                <a:gd name="connsiteX3755" fmla="*/ 917543 w 1628775"/>
                <a:gd name="connsiteY3755" fmla="*/ 714470 h 1371600"/>
                <a:gd name="connsiteX3756" fmla="*/ 919067 w 1628775"/>
                <a:gd name="connsiteY3756" fmla="*/ 714756 h 1371600"/>
                <a:gd name="connsiteX3757" fmla="*/ 919924 w 1628775"/>
                <a:gd name="connsiteY3757" fmla="*/ 713423 h 1371600"/>
                <a:gd name="connsiteX3758" fmla="*/ 920210 w 1628775"/>
                <a:gd name="connsiteY3758" fmla="*/ 711803 h 1371600"/>
                <a:gd name="connsiteX3759" fmla="*/ 920496 w 1628775"/>
                <a:gd name="connsiteY3759" fmla="*/ 709422 h 1371600"/>
                <a:gd name="connsiteX3760" fmla="*/ 920972 w 1628775"/>
                <a:gd name="connsiteY3760" fmla="*/ 706755 h 1371600"/>
                <a:gd name="connsiteX3761" fmla="*/ 920591 w 1628775"/>
                <a:gd name="connsiteY3761" fmla="*/ 704945 h 1371600"/>
                <a:gd name="connsiteX3762" fmla="*/ 919544 w 1628775"/>
                <a:gd name="connsiteY3762" fmla="*/ 701611 h 1371600"/>
                <a:gd name="connsiteX3763" fmla="*/ 921543 w 1628775"/>
                <a:gd name="connsiteY3763" fmla="*/ 694563 h 1371600"/>
                <a:gd name="connsiteX3764" fmla="*/ 924687 w 1628775"/>
                <a:gd name="connsiteY3764" fmla="*/ 689705 h 1371600"/>
                <a:gd name="connsiteX3765" fmla="*/ 930592 w 1628775"/>
                <a:gd name="connsiteY3765" fmla="*/ 684181 h 1371600"/>
                <a:gd name="connsiteX3766" fmla="*/ 934021 w 1628775"/>
                <a:gd name="connsiteY3766" fmla="*/ 681800 h 1371600"/>
                <a:gd name="connsiteX3767" fmla="*/ 936974 w 1628775"/>
                <a:gd name="connsiteY3767" fmla="*/ 681133 h 1371600"/>
                <a:gd name="connsiteX3768" fmla="*/ 937165 w 1628775"/>
                <a:gd name="connsiteY3768" fmla="*/ 682181 h 1371600"/>
                <a:gd name="connsiteX3769" fmla="*/ 939832 w 1628775"/>
                <a:gd name="connsiteY3769" fmla="*/ 681228 h 1371600"/>
                <a:gd name="connsiteX3770" fmla="*/ 941546 w 1628775"/>
                <a:gd name="connsiteY3770" fmla="*/ 680466 h 1371600"/>
                <a:gd name="connsiteX3771" fmla="*/ 942880 w 1628775"/>
                <a:gd name="connsiteY3771" fmla="*/ 680180 h 1371600"/>
                <a:gd name="connsiteX3772" fmla="*/ 943546 w 1628775"/>
                <a:gd name="connsiteY3772" fmla="*/ 680752 h 1371600"/>
                <a:gd name="connsiteX3773" fmla="*/ 943928 w 1628775"/>
                <a:gd name="connsiteY3773" fmla="*/ 681323 h 1371600"/>
                <a:gd name="connsiteX3774" fmla="*/ 944689 w 1628775"/>
                <a:gd name="connsiteY3774" fmla="*/ 681800 h 1371600"/>
                <a:gd name="connsiteX3775" fmla="*/ 945071 w 1628775"/>
                <a:gd name="connsiteY3775" fmla="*/ 681228 h 1371600"/>
                <a:gd name="connsiteX3776" fmla="*/ 945642 w 1628775"/>
                <a:gd name="connsiteY3776" fmla="*/ 679704 h 1371600"/>
                <a:gd name="connsiteX3777" fmla="*/ 945356 w 1628775"/>
                <a:gd name="connsiteY3777" fmla="*/ 679132 h 1371600"/>
                <a:gd name="connsiteX3778" fmla="*/ 944880 w 1628775"/>
                <a:gd name="connsiteY3778" fmla="*/ 678847 h 1371600"/>
                <a:gd name="connsiteX3779" fmla="*/ 944594 w 1628775"/>
                <a:gd name="connsiteY3779" fmla="*/ 678752 h 1371600"/>
                <a:gd name="connsiteX3780" fmla="*/ 944213 w 1628775"/>
                <a:gd name="connsiteY3780" fmla="*/ 678656 h 1371600"/>
                <a:gd name="connsiteX3781" fmla="*/ 943642 w 1628775"/>
                <a:gd name="connsiteY3781" fmla="*/ 678371 h 1371600"/>
                <a:gd name="connsiteX3782" fmla="*/ 943070 w 1628775"/>
                <a:gd name="connsiteY3782" fmla="*/ 677132 h 1371600"/>
                <a:gd name="connsiteX3783" fmla="*/ 940880 w 1628775"/>
                <a:gd name="connsiteY3783" fmla="*/ 674084 h 1371600"/>
                <a:gd name="connsiteX3784" fmla="*/ 933355 w 1628775"/>
                <a:gd name="connsiteY3784" fmla="*/ 660845 h 1371600"/>
                <a:gd name="connsiteX3785" fmla="*/ 931450 w 1628775"/>
                <a:gd name="connsiteY3785" fmla="*/ 655511 h 1371600"/>
                <a:gd name="connsiteX3786" fmla="*/ 929830 w 1628775"/>
                <a:gd name="connsiteY3786" fmla="*/ 651224 h 1371600"/>
                <a:gd name="connsiteX3787" fmla="*/ 929164 w 1628775"/>
                <a:gd name="connsiteY3787" fmla="*/ 645700 h 1371600"/>
                <a:gd name="connsiteX3788" fmla="*/ 929069 w 1628775"/>
                <a:gd name="connsiteY3788" fmla="*/ 643319 h 1371600"/>
                <a:gd name="connsiteX3789" fmla="*/ 929830 w 1628775"/>
                <a:gd name="connsiteY3789" fmla="*/ 641890 h 1371600"/>
                <a:gd name="connsiteX3790" fmla="*/ 931831 w 1628775"/>
                <a:gd name="connsiteY3790" fmla="*/ 639699 h 1371600"/>
                <a:gd name="connsiteX3791" fmla="*/ 932211 w 1628775"/>
                <a:gd name="connsiteY3791" fmla="*/ 637985 h 1371600"/>
                <a:gd name="connsiteX3792" fmla="*/ 932117 w 1628775"/>
                <a:gd name="connsiteY3792" fmla="*/ 636937 h 1371600"/>
                <a:gd name="connsiteX3793" fmla="*/ 931450 w 1628775"/>
                <a:gd name="connsiteY3793" fmla="*/ 634460 h 1371600"/>
                <a:gd name="connsiteX3794" fmla="*/ 931450 w 1628775"/>
                <a:gd name="connsiteY3794" fmla="*/ 633413 h 1371600"/>
                <a:gd name="connsiteX3795" fmla="*/ 932117 w 1628775"/>
                <a:gd name="connsiteY3795" fmla="*/ 628745 h 1371600"/>
                <a:gd name="connsiteX3796" fmla="*/ 932974 w 1628775"/>
                <a:gd name="connsiteY3796" fmla="*/ 626555 h 1371600"/>
                <a:gd name="connsiteX3797" fmla="*/ 935831 w 1628775"/>
                <a:gd name="connsiteY3797" fmla="*/ 621411 h 1371600"/>
                <a:gd name="connsiteX3798" fmla="*/ 938403 w 1628775"/>
                <a:gd name="connsiteY3798" fmla="*/ 611600 h 1371600"/>
                <a:gd name="connsiteX3799" fmla="*/ 938879 w 1628775"/>
                <a:gd name="connsiteY3799" fmla="*/ 610553 h 1371600"/>
                <a:gd name="connsiteX3800" fmla="*/ 941070 w 1628775"/>
                <a:gd name="connsiteY3800" fmla="*/ 607124 h 1371600"/>
                <a:gd name="connsiteX3801" fmla="*/ 941260 w 1628775"/>
                <a:gd name="connsiteY3801" fmla="*/ 606552 h 1371600"/>
                <a:gd name="connsiteX3802" fmla="*/ 941546 w 1628775"/>
                <a:gd name="connsiteY3802" fmla="*/ 605885 h 1371600"/>
                <a:gd name="connsiteX3803" fmla="*/ 941546 w 1628775"/>
                <a:gd name="connsiteY3803" fmla="*/ 604742 h 1371600"/>
                <a:gd name="connsiteX3804" fmla="*/ 941642 w 1628775"/>
                <a:gd name="connsiteY3804" fmla="*/ 603980 h 1371600"/>
                <a:gd name="connsiteX3805" fmla="*/ 942022 w 1628775"/>
                <a:gd name="connsiteY3805" fmla="*/ 603599 h 1371600"/>
                <a:gd name="connsiteX3806" fmla="*/ 942403 w 1628775"/>
                <a:gd name="connsiteY3806" fmla="*/ 603409 h 1371600"/>
                <a:gd name="connsiteX3807" fmla="*/ 943165 w 1628775"/>
                <a:gd name="connsiteY3807" fmla="*/ 602456 h 1371600"/>
                <a:gd name="connsiteX3808" fmla="*/ 944404 w 1628775"/>
                <a:gd name="connsiteY3808" fmla="*/ 602075 h 1371600"/>
                <a:gd name="connsiteX3809" fmla="*/ 946118 w 1628775"/>
                <a:gd name="connsiteY3809" fmla="*/ 600932 h 1371600"/>
                <a:gd name="connsiteX3810" fmla="*/ 947452 w 1628775"/>
                <a:gd name="connsiteY3810" fmla="*/ 600647 h 1371600"/>
                <a:gd name="connsiteX3811" fmla="*/ 947928 w 1628775"/>
                <a:gd name="connsiteY3811" fmla="*/ 600456 h 1371600"/>
                <a:gd name="connsiteX3812" fmla="*/ 949738 w 1628775"/>
                <a:gd name="connsiteY3812" fmla="*/ 598646 h 1371600"/>
                <a:gd name="connsiteX3813" fmla="*/ 950500 w 1628775"/>
                <a:gd name="connsiteY3813" fmla="*/ 596265 h 1371600"/>
                <a:gd name="connsiteX3814" fmla="*/ 951261 w 1628775"/>
                <a:gd name="connsiteY3814" fmla="*/ 590455 h 1371600"/>
                <a:gd name="connsiteX3815" fmla="*/ 952119 w 1628775"/>
                <a:gd name="connsiteY3815" fmla="*/ 588264 h 1371600"/>
                <a:gd name="connsiteX3816" fmla="*/ 952214 w 1628775"/>
                <a:gd name="connsiteY3816" fmla="*/ 587502 h 1371600"/>
                <a:gd name="connsiteX3817" fmla="*/ 952214 w 1628775"/>
                <a:gd name="connsiteY3817" fmla="*/ 581406 h 1371600"/>
                <a:gd name="connsiteX3818" fmla="*/ 952595 w 1628775"/>
                <a:gd name="connsiteY3818" fmla="*/ 580549 h 1371600"/>
                <a:gd name="connsiteX3819" fmla="*/ 952595 w 1628775"/>
                <a:gd name="connsiteY3819" fmla="*/ 578453 h 1371600"/>
                <a:gd name="connsiteX3820" fmla="*/ 953738 w 1628775"/>
                <a:gd name="connsiteY3820" fmla="*/ 573596 h 1371600"/>
                <a:gd name="connsiteX3821" fmla="*/ 954024 w 1628775"/>
                <a:gd name="connsiteY3821" fmla="*/ 571500 h 1371600"/>
                <a:gd name="connsiteX3822" fmla="*/ 953262 w 1628775"/>
                <a:gd name="connsiteY3822" fmla="*/ 553593 h 1371600"/>
                <a:gd name="connsiteX3823" fmla="*/ 953071 w 1628775"/>
                <a:gd name="connsiteY3823" fmla="*/ 552926 h 1371600"/>
                <a:gd name="connsiteX3824" fmla="*/ 952310 w 1628775"/>
                <a:gd name="connsiteY3824" fmla="*/ 551974 h 1371600"/>
                <a:gd name="connsiteX3825" fmla="*/ 952119 w 1628775"/>
                <a:gd name="connsiteY3825" fmla="*/ 551498 h 1371600"/>
                <a:gd name="connsiteX3826" fmla="*/ 952214 w 1628775"/>
                <a:gd name="connsiteY3826" fmla="*/ 551117 h 1371600"/>
                <a:gd name="connsiteX3827" fmla="*/ 952690 w 1628775"/>
                <a:gd name="connsiteY3827" fmla="*/ 550259 h 1371600"/>
                <a:gd name="connsiteX3828" fmla="*/ 952881 w 1628775"/>
                <a:gd name="connsiteY3828" fmla="*/ 549688 h 1371600"/>
                <a:gd name="connsiteX3829" fmla="*/ 952881 w 1628775"/>
                <a:gd name="connsiteY3829" fmla="*/ 548354 h 1371600"/>
                <a:gd name="connsiteX3830" fmla="*/ 952595 w 1628775"/>
                <a:gd name="connsiteY3830" fmla="*/ 547497 h 1371600"/>
                <a:gd name="connsiteX3831" fmla="*/ 952119 w 1628775"/>
                <a:gd name="connsiteY3831" fmla="*/ 546830 h 1371600"/>
                <a:gd name="connsiteX3832" fmla="*/ 951928 w 1628775"/>
                <a:gd name="connsiteY3832" fmla="*/ 545878 h 1371600"/>
                <a:gd name="connsiteX3833" fmla="*/ 951357 w 1628775"/>
                <a:gd name="connsiteY3833" fmla="*/ 543497 h 1371600"/>
                <a:gd name="connsiteX3834" fmla="*/ 949547 w 1628775"/>
                <a:gd name="connsiteY3834" fmla="*/ 540163 h 1371600"/>
                <a:gd name="connsiteX3835" fmla="*/ 948214 w 1628775"/>
                <a:gd name="connsiteY3835" fmla="*/ 537591 h 1371600"/>
                <a:gd name="connsiteX3836" fmla="*/ 948214 w 1628775"/>
                <a:gd name="connsiteY3836" fmla="*/ 537401 h 1371600"/>
                <a:gd name="connsiteX3837" fmla="*/ 947547 w 1628775"/>
                <a:gd name="connsiteY3837" fmla="*/ 532543 h 1371600"/>
                <a:gd name="connsiteX3838" fmla="*/ 947452 w 1628775"/>
                <a:gd name="connsiteY3838" fmla="*/ 529781 h 1371600"/>
                <a:gd name="connsiteX3839" fmla="*/ 947833 w 1628775"/>
                <a:gd name="connsiteY3839" fmla="*/ 527018 h 1371600"/>
                <a:gd name="connsiteX3840" fmla="*/ 950024 w 1628775"/>
                <a:gd name="connsiteY3840" fmla="*/ 518922 h 1371600"/>
                <a:gd name="connsiteX3841" fmla="*/ 951167 w 1628775"/>
                <a:gd name="connsiteY3841" fmla="*/ 516446 h 1371600"/>
                <a:gd name="connsiteX3842" fmla="*/ 952690 w 1628775"/>
                <a:gd name="connsiteY3842" fmla="*/ 513874 h 1371600"/>
                <a:gd name="connsiteX3843" fmla="*/ 954596 w 1628775"/>
                <a:gd name="connsiteY3843" fmla="*/ 511588 h 1371600"/>
                <a:gd name="connsiteX3844" fmla="*/ 955072 w 1628775"/>
                <a:gd name="connsiteY3844" fmla="*/ 511207 h 1371600"/>
                <a:gd name="connsiteX3845" fmla="*/ 955643 w 1628775"/>
                <a:gd name="connsiteY3845" fmla="*/ 510921 h 1371600"/>
                <a:gd name="connsiteX3846" fmla="*/ 956024 w 1628775"/>
                <a:gd name="connsiteY3846" fmla="*/ 510540 h 1371600"/>
                <a:gd name="connsiteX3847" fmla="*/ 956215 w 1628775"/>
                <a:gd name="connsiteY3847" fmla="*/ 510064 h 1371600"/>
                <a:gd name="connsiteX3848" fmla="*/ 956024 w 1628775"/>
                <a:gd name="connsiteY3848" fmla="*/ 509492 h 1371600"/>
                <a:gd name="connsiteX3849" fmla="*/ 955548 w 1628775"/>
                <a:gd name="connsiteY3849" fmla="*/ 509302 h 1371600"/>
                <a:gd name="connsiteX3850" fmla="*/ 954976 w 1628775"/>
                <a:gd name="connsiteY3850" fmla="*/ 509397 h 1371600"/>
                <a:gd name="connsiteX3851" fmla="*/ 954500 w 1628775"/>
                <a:gd name="connsiteY3851" fmla="*/ 509683 h 1371600"/>
                <a:gd name="connsiteX3852" fmla="*/ 954786 w 1628775"/>
                <a:gd name="connsiteY3852" fmla="*/ 508349 h 1371600"/>
                <a:gd name="connsiteX3853" fmla="*/ 955358 w 1628775"/>
                <a:gd name="connsiteY3853" fmla="*/ 507206 h 1371600"/>
                <a:gd name="connsiteX3854" fmla="*/ 956119 w 1628775"/>
                <a:gd name="connsiteY3854" fmla="*/ 506254 h 1371600"/>
                <a:gd name="connsiteX3855" fmla="*/ 957072 w 1628775"/>
                <a:gd name="connsiteY3855" fmla="*/ 505587 h 1371600"/>
                <a:gd name="connsiteX3856" fmla="*/ 957453 w 1628775"/>
                <a:gd name="connsiteY3856" fmla="*/ 505968 h 1371600"/>
                <a:gd name="connsiteX3857" fmla="*/ 957929 w 1628775"/>
                <a:gd name="connsiteY3857" fmla="*/ 506063 h 1371600"/>
                <a:gd name="connsiteX3858" fmla="*/ 958405 w 1628775"/>
                <a:gd name="connsiteY3858" fmla="*/ 505968 h 1371600"/>
                <a:gd name="connsiteX3859" fmla="*/ 958882 w 1628775"/>
                <a:gd name="connsiteY3859" fmla="*/ 505587 h 1371600"/>
                <a:gd name="connsiteX3860" fmla="*/ 959739 w 1628775"/>
                <a:gd name="connsiteY3860" fmla="*/ 508444 h 1371600"/>
                <a:gd name="connsiteX3861" fmla="*/ 959930 w 1628775"/>
                <a:gd name="connsiteY3861" fmla="*/ 508826 h 1371600"/>
                <a:gd name="connsiteX3862" fmla="*/ 960882 w 1628775"/>
                <a:gd name="connsiteY3862" fmla="*/ 508826 h 1371600"/>
                <a:gd name="connsiteX3863" fmla="*/ 961168 w 1628775"/>
                <a:gd name="connsiteY3863" fmla="*/ 508730 h 1371600"/>
                <a:gd name="connsiteX3864" fmla="*/ 960977 w 1628775"/>
                <a:gd name="connsiteY3864" fmla="*/ 507206 h 1371600"/>
                <a:gd name="connsiteX3865" fmla="*/ 961453 w 1628775"/>
                <a:gd name="connsiteY3865" fmla="*/ 505587 h 1371600"/>
                <a:gd name="connsiteX3866" fmla="*/ 962596 w 1628775"/>
                <a:gd name="connsiteY3866" fmla="*/ 504635 h 1371600"/>
                <a:gd name="connsiteX3867" fmla="*/ 964025 w 1628775"/>
                <a:gd name="connsiteY3867" fmla="*/ 504063 h 1371600"/>
                <a:gd name="connsiteX3868" fmla="*/ 967930 w 1628775"/>
                <a:gd name="connsiteY3868" fmla="*/ 503111 h 1371600"/>
                <a:gd name="connsiteX3869" fmla="*/ 969455 w 1628775"/>
                <a:gd name="connsiteY3869" fmla="*/ 503015 h 1371600"/>
                <a:gd name="connsiteX3870" fmla="*/ 970502 w 1628775"/>
                <a:gd name="connsiteY3870" fmla="*/ 503492 h 1371600"/>
                <a:gd name="connsiteX3871" fmla="*/ 971645 w 1628775"/>
                <a:gd name="connsiteY3871" fmla="*/ 504635 h 1371600"/>
                <a:gd name="connsiteX3872" fmla="*/ 972217 w 1628775"/>
                <a:gd name="connsiteY3872" fmla="*/ 504920 h 1371600"/>
                <a:gd name="connsiteX3873" fmla="*/ 972883 w 1628775"/>
                <a:gd name="connsiteY3873" fmla="*/ 505111 h 1371600"/>
                <a:gd name="connsiteX3874" fmla="*/ 973550 w 1628775"/>
                <a:gd name="connsiteY3874" fmla="*/ 505111 h 1371600"/>
                <a:gd name="connsiteX3875" fmla="*/ 974026 w 1628775"/>
                <a:gd name="connsiteY3875" fmla="*/ 504920 h 1371600"/>
                <a:gd name="connsiteX3876" fmla="*/ 974502 w 1628775"/>
                <a:gd name="connsiteY3876" fmla="*/ 504920 h 1371600"/>
                <a:gd name="connsiteX3877" fmla="*/ 975074 w 1628775"/>
                <a:gd name="connsiteY3877" fmla="*/ 505492 h 1371600"/>
                <a:gd name="connsiteX3878" fmla="*/ 974598 w 1628775"/>
                <a:gd name="connsiteY3878" fmla="*/ 506921 h 1371600"/>
                <a:gd name="connsiteX3879" fmla="*/ 974312 w 1628775"/>
                <a:gd name="connsiteY3879" fmla="*/ 507397 h 1371600"/>
                <a:gd name="connsiteX3880" fmla="*/ 976027 w 1628775"/>
                <a:gd name="connsiteY3880" fmla="*/ 508254 h 1371600"/>
                <a:gd name="connsiteX3881" fmla="*/ 976503 w 1628775"/>
                <a:gd name="connsiteY3881" fmla="*/ 508730 h 1371600"/>
                <a:gd name="connsiteX3882" fmla="*/ 976503 w 1628775"/>
                <a:gd name="connsiteY3882" fmla="*/ 509111 h 1371600"/>
                <a:gd name="connsiteX3883" fmla="*/ 976312 w 1628775"/>
                <a:gd name="connsiteY3883" fmla="*/ 509492 h 1371600"/>
                <a:gd name="connsiteX3884" fmla="*/ 976122 w 1628775"/>
                <a:gd name="connsiteY3884" fmla="*/ 509873 h 1371600"/>
                <a:gd name="connsiteX3885" fmla="*/ 976312 w 1628775"/>
                <a:gd name="connsiteY3885" fmla="*/ 510350 h 1371600"/>
                <a:gd name="connsiteX3886" fmla="*/ 976694 w 1628775"/>
                <a:gd name="connsiteY3886" fmla="*/ 510540 h 1371600"/>
                <a:gd name="connsiteX3887" fmla="*/ 977455 w 1628775"/>
                <a:gd name="connsiteY3887" fmla="*/ 510540 h 1371600"/>
                <a:gd name="connsiteX3888" fmla="*/ 977837 w 1628775"/>
                <a:gd name="connsiteY3888" fmla="*/ 510731 h 1371600"/>
                <a:gd name="connsiteX3889" fmla="*/ 979265 w 1628775"/>
                <a:gd name="connsiteY3889" fmla="*/ 512159 h 1371600"/>
                <a:gd name="connsiteX3890" fmla="*/ 979646 w 1628775"/>
                <a:gd name="connsiteY3890" fmla="*/ 512350 h 1371600"/>
                <a:gd name="connsiteX3891" fmla="*/ 980313 w 1628775"/>
                <a:gd name="connsiteY3891" fmla="*/ 510540 h 1371600"/>
                <a:gd name="connsiteX3892" fmla="*/ 980599 w 1628775"/>
                <a:gd name="connsiteY3892" fmla="*/ 510064 h 1371600"/>
                <a:gd name="connsiteX3893" fmla="*/ 979932 w 1628775"/>
                <a:gd name="connsiteY3893" fmla="*/ 509016 h 1371600"/>
                <a:gd name="connsiteX3894" fmla="*/ 979932 w 1628775"/>
                <a:gd name="connsiteY3894" fmla="*/ 507587 h 1371600"/>
                <a:gd name="connsiteX3895" fmla="*/ 979742 w 1628775"/>
                <a:gd name="connsiteY3895" fmla="*/ 506254 h 1371600"/>
                <a:gd name="connsiteX3896" fmla="*/ 978503 w 1628775"/>
                <a:gd name="connsiteY3896" fmla="*/ 505492 h 1371600"/>
                <a:gd name="connsiteX3897" fmla="*/ 978884 w 1628775"/>
                <a:gd name="connsiteY3897" fmla="*/ 504539 h 1371600"/>
                <a:gd name="connsiteX3898" fmla="*/ 979456 w 1628775"/>
                <a:gd name="connsiteY3898" fmla="*/ 504158 h 1371600"/>
                <a:gd name="connsiteX3899" fmla="*/ 980218 w 1628775"/>
                <a:gd name="connsiteY3899" fmla="*/ 504158 h 1371600"/>
                <a:gd name="connsiteX3900" fmla="*/ 980980 w 1628775"/>
                <a:gd name="connsiteY3900" fmla="*/ 504444 h 1371600"/>
                <a:gd name="connsiteX3901" fmla="*/ 980408 w 1628775"/>
                <a:gd name="connsiteY3901" fmla="*/ 503587 h 1371600"/>
                <a:gd name="connsiteX3902" fmla="*/ 979360 w 1628775"/>
                <a:gd name="connsiteY3902" fmla="*/ 503301 h 1371600"/>
                <a:gd name="connsiteX3903" fmla="*/ 978313 w 1628775"/>
                <a:gd name="connsiteY3903" fmla="*/ 503492 h 1371600"/>
                <a:gd name="connsiteX3904" fmla="*/ 977741 w 1628775"/>
                <a:gd name="connsiteY3904" fmla="*/ 503968 h 1371600"/>
                <a:gd name="connsiteX3905" fmla="*/ 977265 w 1628775"/>
                <a:gd name="connsiteY3905" fmla="*/ 503301 h 1371600"/>
                <a:gd name="connsiteX3906" fmla="*/ 977265 w 1628775"/>
                <a:gd name="connsiteY3906" fmla="*/ 502730 h 1371600"/>
                <a:gd name="connsiteX3907" fmla="*/ 977265 w 1628775"/>
                <a:gd name="connsiteY3907" fmla="*/ 502158 h 1371600"/>
                <a:gd name="connsiteX3908" fmla="*/ 976884 w 1628775"/>
                <a:gd name="connsiteY3908" fmla="*/ 501396 h 1371600"/>
                <a:gd name="connsiteX3909" fmla="*/ 976979 w 1628775"/>
                <a:gd name="connsiteY3909" fmla="*/ 501015 h 1371600"/>
                <a:gd name="connsiteX3910" fmla="*/ 977551 w 1628775"/>
                <a:gd name="connsiteY3910" fmla="*/ 500729 h 1371600"/>
                <a:gd name="connsiteX3911" fmla="*/ 978884 w 1628775"/>
                <a:gd name="connsiteY3911" fmla="*/ 500348 h 1371600"/>
                <a:gd name="connsiteX3912" fmla="*/ 978693 w 1628775"/>
                <a:gd name="connsiteY3912" fmla="*/ 500063 h 1371600"/>
                <a:gd name="connsiteX3913" fmla="*/ 978599 w 1628775"/>
                <a:gd name="connsiteY3913" fmla="*/ 499777 h 1371600"/>
                <a:gd name="connsiteX3914" fmla="*/ 978503 w 1628775"/>
                <a:gd name="connsiteY3914" fmla="*/ 499586 h 1371600"/>
                <a:gd name="connsiteX3915" fmla="*/ 978217 w 1628775"/>
                <a:gd name="connsiteY3915" fmla="*/ 499396 h 1371600"/>
                <a:gd name="connsiteX3916" fmla="*/ 978503 w 1628775"/>
                <a:gd name="connsiteY3916" fmla="*/ 498729 h 1371600"/>
                <a:gd name="connsiteX3917" fmla="*/ 979265 w 1628775"/>
                <a:gd name="connsiteY3917" fmla="*/ 496253 h 1371600"/>
                <a:gd name="connsiteX3918" fmla="*/ 979456 w 1628775"/>
                <a:gd name="connsiteY3918" fmla="*/ 496919 h 1371600"/>
                <a:gd name="connsiteX3919" fmla="*/ 979742 w 1628775"/>
                <a:gd name="connsiteY3919" fmla="*/ 497491 h 1371600"/>
                <a:gd name="connsiteX3920" fmla="*/ 980122 w 1628775"/>
                <a:gd name="connsiteY3920" fmla="*/ 497872 h 1371600"/>
                <a:gd name="connsiteX3921" fmla="*/ 980694 w 1628775"/>
                <a:gd name="connsiteY3921" fmla="*/ 498062 h 1371600"/>
                <a:gd name="connsiteX3922" fmla="*/ 980885 w 1628775"/>
                <a:gd name="connsiteY3922" fmla="*/ 496634 h 1371600"/>
                <a:gd name="connsiteX3923" fmla="*/ 980885 w 1628775"/>
                <a:gd name="connsiteY3923" fmla="*/ 495490 h 1371600"/>
                <a:gd name="connsiteX3924" fmla="*/ 980599 w 1628775"/>
                <a:gd name="connsiteY3924" fmla="*/ 494538 h 1371600"/>
                <a:gd name="connsiteX3925" fmla="*/ 979932 w 1628775"/>
                <a:gd name="connsiteY3925" fmla="*/ 493490 h 1371600"/>
                <a:gd name="connsiteX3926" fmla="*/ 979170 w 1628775"/>
                <a:gd name="connsiteY3926" fmla="*/ 494443 h 1371600"/>
                <a:gd name="connsiteX3927" fmla="*/ 978313 w 1628775"/>
                <a:gd name="connsiteY3927" fmla="*/ 493967 h 1371600"/>
                <a:gd name="connsiteX3928" fmla="*/ 977455 w 1628775"/>
                <a:gd name="connsiteY3928" fmla="*/ 492919 h 1371600"/>
                <a:gd name="connsiteX3929" fmla="*/ 976598 w 1628775"/>
                <a:gd name="connsiteY3929" fmla="*/ 492061 h 1371600"/>
                <a:gd name="connsiteX3930" fmla="*/ 978980 w 1628775"/>
                <a:gd name="connsiteY3930" fmla="*/ 490157 h 1371600"/>
                <a:gd name="connsiteX3931" fmla="*/ 979360 w 1628775"/>
                <a:gd name="connsiteY3931" fmla="*/ 489680 h 1371600"/>
                <a:gd name="connsiteX3932" fmla="*/ 979932 w 1628775"/>
                <a:gd name="connsiteY3932" fmla="*/ 488728 h 1371600"/>
                <a:gd name="connsiteX3933" fmla="*/ 980313 w 1628775"/>
                <a:gd name="connsiteY3933" fmla="*/ 487775 h 1371600"/>
                <a:gd name="connsiteX3934" fmla="*/ 980122 w 1628775"/>
                <a:gd name="connsiteY3934" fmla="*/ 487394 h 1371600"/>
                <a:gd name="connsiteX3935" fmla="*/ 977646 w 1628775"/>
                <a:gd name="connsiteY3935" fmla="*/ 487204 h 1371600"/>
                <a:gd name="connsiteX3936" fmla="*/ 977074 w 1628775"/>
                <a:gd name="connsiteY3936" fmla="*/ 486918 h 1371600"/>
                <a:gd name="connsiteX3937" fmla="*/ 976503 w 1628775"/>
                <a:gd name="connsiteY3937" fmla="*/ 486251 h 1371600"/>
                <a:gd name="connsiteX3938" fmla="*/ 976503 w 1628775"/>
                <a:gd name="connsiteY3938" fmla="*/ 485870 h 1371600"/>
                <a:gd name="connsiteX3939" fmla="*/ 977455 w 1628775"/>
                <a:gd name="connsiteY3939" fmla="*/ 485108 h 1371600"/>
                <a:gd name="connsiteX3940" fmla="*/ 978027 w 1628775"/>
                <a:gd name="connsiteY3940" fmla="*/ 484727 h 1371600"/>
                <a:gd name="connsiteX3941" fmla="*/ 979360 w 1628775"/>
                <a:gd name="connsiteY3941" fmla="*/ 484251 h 1371600"/>
                <a:gd name="connsiteX3942" fmla="*/ 979836 w 1628775"/>
                <a:gd name="connsiteY3942" fmla="*/ 483870 h 1371600"/>
                <a:gd name="connsiteX3943" fmla="*/ 980503 w 1628775"/>
                <a:gd name="connsiteY3943" fmla="*/ 482918 h 1371600"/>
                <a:gd name="connsiteX3944" fmla="*/ 980789 w 1628775"/>
                <a:gd name="connsiteY3944" fmla="*/ 482727 h 1371600"/>
                <a:gd name="connsiteX3945" fmla="*/ 981170 w 1628775"/>
                <a:gd name="connsiteY3945" fmla="*/ 482727 h 1371600"/>
                <a:gd name="connsiteX3946" fmla="*/ 981456 w 1628775"/>
                <a:gd name="connsiteY3946" fmla="*/ 483013 h 1371600"/>
                <a:gd name="connsiteX3947" fmla="*/ 981742 w 1628775"/>
                <a:gd name="connsiteY3947" fmla="*/ 483203 h 1371600"/>
                <a:gd name="connsiteX3948" fmla="*/ 982123 w 1628775"/>
                <a:gd name="connsiteY3948" fmla="*/ 482918 h 1371600"/>
                <a:gd name="connsiteX3949" fmla="*/ 982408 w 1628775"/>
                <a:gd name="connsiteY3949" fmla="*/ 481870 h 1371600"/>
                <a:gd name="connsiteX3950" fmla="*/ 982123 w 1628775"/>
                <a:gd name="connsiteY3950" fmla="*/ 481203 h 1371600"/>
                <a:gd name="connsiteX3951" fmla="*/ 981170 w 1628775"/>
                <a:gd name="connsiteY3951" fmla="*/ 480441 h 1371600"/>
                <a:gd name="connsiteX3952" fmla="*/ 980599 w 1628775"/>
                <a:gd name="connsiteY3952" fmla="*/ 479393 h 1371600"/>
                <a:gd name="connsiteX3953" fmla="*/ 980218 w 1628775"/>
                <a:gd name="connsiteY3953" fmla="*/ 478917 h 1371600"/>
                <a:gd name="connsiteX3954" fmla="*/ 979646 w 1628775"/>
                <a:gd name="connsiteY3954" fmla="*/ 478631 h 1371600"/>
                <a:gd name="connsiteX3955" fmla="*/ 980122 w 1628775"/>
                <a:gd name="connsiteY3955" fmla="*/ 477774 h 1371600"/>
                <a:gd name="connsiteX3956" fmla="*/ 982408 w 1628775"/>
                <a:gd name="connsiteY3956" fmla="*/ 476060 h 1371600"/>
                <a:gd name="connsiteX3957" fmla="*/ 983171 w 1628775"/>
                <a:gd name="connsiteY3957" fmla="*/ 475202 h 1371600"/>
                <a:gd name="connsiteX3958" fmla="*/ 983266 w 1628775"/>
                <a:gd name="connsiteY3958" fmla="*/ 474726 h 1371600"/>
                <a:gd name="connsiteX3959" fmla="*/ 983075 w 1628775"/>
                <a:gd name="connsiteY3959" fmla="*/ 474155 h 1371600"/>
                <a:gd name="connsiteX3960" fmla="*/ 982980 w 1628775"/>
                <a:gd name="connsiteY3960" fmla="*/ 472821 h 1371600"/>
                <a:gd name="connsiteX3961" fmla="*/ 982980 w 1628775"/>
                <a:gd name="connsiteY3961" fmla="*/ 471583 h 1371600"/>
                <a:gd name="connsiteX3962" fmla="*/ 983171 w 1628775"/>
                <a:gd name="connsiteY3962" fmla="*/ 471011 h 1371600"/>
                <a:gd name="connsiteX3963" fmla="*/ 983742 w 1628775"/>
                <a:gd name="connsiteY3963" fmla="*/ 470821 h 1371600"/>
                <a:gd name="connsiteX3964" fmla="*/ 984790 w 1628775"/>
                <a:gd name="connsiteY3964" fmla="*/ 470821 h 1371600"/>
                <a:gd name="connsiteX3965" fmla="*/ 985170 w 1628775"/>
                <a:gd name="connsiteY3965" fmla="*/ 470726 h 1371600"/>
                <a:gd name="connsiteX3966" fmla="*/ 985552 w 1628775"/>
                <a:gd name="connsiteY3966" fmla="*/ 470535 h 1371600"/>
                <a:gd name="connsiteX3967" fmla="*/ 985837 w 1628775"/>
                <a:gd name="connsiteY3967" fmla="*/ 470440 h 1371600"/>
                <a:gd name="connsiteX3968" fmla="*/ 986123 w 1628775"/>
                <a:gd name="connsiteY3968" fmla="*/ 470630 h 1371600"/>
                <a:gd name="connsiteX3969" fmla="*/ 986314 w 1628775"/>
                <a:gd name="connsiteY3969" fmla="*/ 471011 h 1371600"/>
                <a:gd name="connsiteX3970" fmla="*/ 986504 w 1628775"/>
                <a:gd name="connsiteY3970" fmla="*/ 471964 h 1371600"/>
                <a:gd name="connsiteX3971" fmla="*/ 986695 w 1628775"/>
                <a:gd name="connsiteY3971" fmla="*/ 472250 h 1371600"/>
                <a:gd name="connsiteX3972" fmla="*/ 987838 w 1628775"/>
                <a:gd name="connsiteY3972" fmla="*/ 473107 h 1371600"/>
                <a:gd name="connsiteX3973" fmla="*/ 987552 w 1628775"/>
                <a:gd name="connsiteY3973" fmla="*/ 471678 h 1371600"/>
                <a:gd name="connsiteX3974" fmla="*/ 986314 w 1628775"/>
                <a:gd name="connsiteY3974" fmla="*/ 468249 h 1371600"/>
                <a:gd name="connsiteX3975" fmla="*/ 986028 w 1628775"/>
                <a:gd name="connsiteY3975" fmla="*/ 465392 h 1371600"/>
                <a:gd name="connsiteX3976" fmla="*/ 985933 w 1628775"/>
                <a:gd name="connsiteY3976" fmla="*/ 464058 h 1371600"/>
                <a:gd name="connsiteX3977" fmla="*/ 986599 w 1628775"/>
                <a:gd name="connsiteY3977" fmla="*/ 463296 h 1371600"/>
                <a:gd name="connsiteX3978" fmla="*/ 988885 w 1628775"/>
                <a:gd name="connsiteY3978" fmla="*/ 463391 h 1371600"/>
                <a:gd name="connsiteX3979" fmla="*/ 988505 w 1628775"/>
                <a:gd name="connsiteY3979" fmla="*/ 464058 h 1371600"/>
                <a:gd name="connsiteX3980" fmla="*/ 987838 w 1628775"/>
                <a:gd name="connsiteY3980" fmla="*/ 464344 h 1371600"/>
                <a:gd name="connsiteX3981" fmla="*/ 988218 w 1628775"/>
                <a:gd name="connsiteY3981" fmla="*/ 465011 h 1371600"/>
                <a:gd name="connsiteX3982" fmla="*/ 988790 w 1628775"/>
                <a:gd name="connsiteY3982" fmla="*/ 465773 h 1371600"/>
                <a:gd name="connsiteX3983" fmla="*/ 989457 w 1628775"/>
                <a:gd name="connsiteY3983" fmla="*/ 466344 h 1371600"/>
                <a:gd name="connsiteX3984" fmla="*/ 990124 w 1628775"/>
                <a:gd name="connsiteY3984" fmla="*/ 466630 h 1371600"/>
                <a:gd name="connsiteX3985" fmla="*/ 990790 w 1628775"/>
                <a:gd name="connsiteY3985" fmla="*/ 466344 h 1371600"/>
                <a:gd name="connsiteX3986" fmla="*/ 990981 w 1628775"/>
                <a:gd name="connsiteY3986" fmla="*/ 465677 h 1371600"/>
                <a:gd name="connsiteX3987" fmla="*/ 990695 w 1628775"/>
                <a:gd name="connsiteY3987" fmla="*/ 465011 h 1371600"/>
                <a:gd name="connsiteX3988" fmla="*/ 989933 w 1628775"/>
                <a:gd name="connsiteY3988" fmla="*/ 464725 h 1371600"/>
                <a:gd name="connsiteX3989" fmla="*/ 990695 w 1628775"/>
                <a:gd name="connsiteY3989" fmla="*/ 463772 h 1371600"/>
                <a:gd name="connsiteX3990" fmla="*/ 991171 w 1628775"/>
                <a:gd name="connsiteY3990" fmla="*/ 463677 h 1371600"/>
                <a:gd name="connsiteX3991" fmla="*/ 991743 w 1628775"/>
                <a:gd name="connsiteY3991" fmla="*/ 463772 h 1371600"/>
                <a:gd name="connsiteX3992" fmla="*/ 991362 w 1628775"/>
                <a:gd name="connsiteY3992" fmla="*/ 463010 h 1371600"/>
                <a:gd name="connsiteX3993" fmla="*/ 990981 w 1628775"/>
                <a:gd name="connsiteY3993" fmla="*/ 462248 h 1371600"/>
                <a:gd name="connsiteX3994" fmla="*/ 990695 w 1628775"/>
                <a:gd name="connsiteY3994" fmla="*/ 461486 h 1371600"/>
                <a:gd name="connsiteX3995" fmla="*/ 990695 w 1628775"/>
                <a:gd name="connsiteY3995" fmla="*/ 460534 h 1371600"/>
                <a:gd name="connsiteX3996" fmla="*/ 991648 w 1628775"/>
                <a:gd name="connsiteY3996" fmla="*/ 461201 h 1371600"/>
                <a:gd name="connsiteX3997" fmla="*/ 992696 w 1628775"/>
                <a:gd name="connsiteY3997" fmla="*/ 461296 h 1371600"/>
                <a:gd name="connsiteX3998" fmla="*/ 994791 w 1628775"/>
                <a:gd name="connsiteY3998" fmla="*/ 461010 h 1371600"/>
                <a:gd name="connsiteX3999" fmla="*/ 996982 w 1628775"/>
                <a:gd name="connsiteY3999" fmla="*/ 461486 h 1371600"/>
                <a:gd name="connsiteX4000" fmla="*/ 997458 w 1628775"/>
                <a:gd name="connsiteY4000" fmla="*/ 461201 h 1371600"/>
                <a:gd name="connsiteX4001" fmla="*/ 997077 w 1628775"/>
                <a:gd name="connsiteY4001" fmla="*/ 460629 h 1371600"/>
                <a:gd name="connsiteX4002" fmla="*/ 996315 w 1628775"/>
                <a:gd name="connsiteY4002" fmla="*/ 459962 h 1371600"/>
                <a:gd name="connsiteX4003" fmla="*/ 995744 w 1628775"/>
                <a:gd name="connsiteY4003" fmla="*/ 459677 h 1371600"/>
                <a:gd name="connsiteX4004" fmla="*/ 995744 w 1628775"/>
                <a:gd name="connsiteY4004" fmla="*/ 459200 h 1371600"/>
                <a:gd name="connsiteX4005" fmla="*/ 996410 w 1628775"/>
                <a:gd name="connsiteY4005" fmla="*/ 459200 h 1371600"/>
                <a:gd name="connsiteX4006" fmla="*/ 997077 w 1628775"/>
                <a:gd name="connsiteY4006" fmla="*/ 459105 h 1371600"/>
                <a:gd name="connsiteX4007" fmla="*/ 997743 w 1628775"/>
                <a:gd name="connsiteY4007" fmla="*/ 458915 h 1371600"/>
                <a:gd name="connsiteX4008" fmla="*/ 998315 w 1628775"/>
                <a:gd name="connsiteY4008" fmla="*/ 458629 h 1371600"/>
                <a:gd name="connsiteX4009" fmla="*/ 997649 w 1628775"/>
                <a:gd name="connsiteY4009" fmla="*/ 457962 h 1371600"/>
                <a:gd name="connsiteX4010" fmla="*/ 995362 w 1628775"/>
                <a:gd name="connsiteY4010" fmla="*/ 456819 h 1371600"/>
                <a:gd name="connsiteX4011" fmla="*/ 996315 w 1628775"/>
                <a:gd name="connsiteY4011" fmla="*/ 455867 h 1371600"/>
                <a:gd name="connsiteX4012" fmla="*/ 999172 w 1628775"/>
                <a:gd name="connsiteY4012" fmla="*/ 456819 h 1371600"/>
                <a:gd name="connsiteX4013" fmla="*/ 1000411 w 1628775"/>
                <a:gd name="connsiteY4013" fmla="*/ 456248 h 1371600"/>
                <a:gd name="connsiteX4014" fmla="*/ 1000125 w 1628775"/>
                <a:gd name="connsiteY4014" fmla="*/ 455390 h 1371600"/>
                <a:gd name="connsiteX4015" fmla="*/ 997649 w 1628775"/>
                <a:gd name="connsiteY4015" fmla="*/ 453485 h 1371600"/>
                <a:gd name="connsiteX4016" fmla="*/ 996696 w 1628775"/>
                <a:gd name="connsiteY4016" fmla="*/ 452533 h 1371600"/>
                <a:gd name="connsiteX4017" fmla="*/ 998030 w 1628775"/>
                <a:gd name="connsiteY4017" fmla="*/ 452438 h 1371600"/>
                <a:gd name="connsiteX4018" fmla="*/ 999363 w 1628775"/>
                <a:gd name="connsiteY4018" fmla="*/ 452057 h 1371600"/>
                <a:gd name="connsiteX4019" fmla="*/ 1000411 w 1628775"/>
                <a:gd name="connsiteY4019" fmla="*/ 451294 h 1371600"/>
                <a:gd name="connsiteX4020" fmla="*/ 1000982 w 1628775"/>
                <a:gd name="connsiteY4020" fmla="*/ 450152 h 1371600"/>
                <a:gd name="connsiteX4021" fmla="*/ 999268 w 1628775"/>
                <a:gd name="connsiteY4021" fmla="*/ 450152 h 1371600"/>
                <a:gd name="connsiteX4022" fmla="*/ 998601 w 1628775"/>
                <a:gd name="connsiteY4022" fmla="*/ 449771 h 1371600"/>
                <a:gd name="connsiteX4023" fmla="*/ 998410 w 1628775"/>
                <a:gd name="connsiteY4023" fmla="*/ 448723 h 1371600"/>
                <a:gd name="connsiteX4024" fmla="*/ 999649 w 1628775"/>
                <a:gd name="connsiteY4024" fmla="*/ 448913 h 1371600"/>
                <a:gd name="connsiteX4025" fmla="*/ 1001078 w 1628775"/>
                <a:gd name="connsiteY4025" fmla="*/ 448342 h 1371600"/>
                <a:gd name="connsiteX4026" fmla="*/ 1002125 w 1628775"/>
                <a:gd name="connsiteY4026" fmla="*/ 447294 h 1371600"/>
                <a:gd name="connsiteX4027" fmla="*/ 1002030 w 1628775"/>
                <a:gd name="connsiteY4027" fmla="*/ 445865 h 1371600"/>
                <a:gd name="connsiteX4028" fmla="*/ 1002030 w 1628775"/>
                <a:gd name="connsiteY4028" fmla="*/ 445770 h 1371600"/>
                <a:gd name="connsiteX4029" fmla="*/ 1001173 w 1628775"/>
                <a:gd name="connsiteY4029" fmla="*/ 445865 h 1371600"/>
                <a:gd name="connsiteX4030" fmla="*/ 999458 w 1628775"/>
                <a:gd name="connsiteY4030" fmla="*/ 445770 h 1371600"/>
                <a:gd name="connsiteX4031" fmla="*/ 999458 w 1628775"/>
                <a:gd name="connsiteY4031" fmla="*/ 444818 h 1371600"/>
                <a:gd name="connsiteX4032" fmla="*/ 999458 w 1628775"/>
                <a:gd name="connsiteY4032" fmla="*/ 443960 h 1371600"/>
                <a:gd name="connsiteX4033" fmla="*/ 999839 w 1628775"/>
                <a:gd name="connsiteY4033" fmla="*/ 443960 h 1371600"/>
                <a:gd name="connsiteX4034" fmla="*/ 1000696 w 1628775"/>
                <a:gd name="connsiteY4034" fmla="*/ 443865 h 1371600"/>
                <a:gd name="connsiteX4035" fmla="*/ 1001173 w 1628775"/>
                <a:gd name="connsiteY4035" fmla="*/ 443865 h 1371600"/>
                <a:gd name="connsiteX4036" fmla="*/ 1000982 w 1628775"/>
                <a:gd name="connsiteY4036" fmla="*/ 443294 h 1371600"/>
                <a:gd name="connsiteX4037" fmla="*/ 1000696 w 1628775"/>
                <a:gd name="connsiteY4037" fmla="*/ 442817 h 1371600"/>
                <a:gd name="connsiteX4038" fmla="*/ 1000315 w 1628775"/>
                <a:gd name="connsiteY4038" fmla="*/ 442532 h 1371600"/>
                <a:gd name="connsiteX4039" fmla="*/ 1002887 w 1628775"/>
                <a:gd name="connsiteY4039" fmla="*/ 441293 h 1371600"/>
                <a:gd name="connsiteX4040" fmla="*/ 1003935 w 1628775"/>
                <a:gd name="connsiteY4040" fmla="*/ 440341 h 1371600"/>
                <a:gd name="connsiteX4041" fmla="*/ 1003840 w 1628775"/>
                <a:gd name="connsiteY4041" fmla="*/ 438722 h 1371600"/>
                <a:gd name="connsiteX4042" fmla="*/ 1003077 w 1628775"/>
                <a:gd name="connsiteY4042" fmla="*/ 439388 h 1371600"/>
                <a:gd name="connsiteX4043" fmla="*/ 1002030 w 1628775"/>
                <a:gd name="connsiteY4043" fmla="*/ 440150 h 1371600"/>
                <a:gd name="connsiteX4044" fmla="*/ 1000887 w 1628775"/>
                <a:gd name="connsiteY4044" fmla="*/ 440531 h 1371600"/>
                <a:gd name="connsiteX4045" fmla="*/ 999839 w 1628775"/>
                <a:gd name="connsiteY4045" fmla="*/ 440150 h 1371600"/>
                <a:gd name="connsiteX4046" fmla="*/ 1000982 w 1628775"/>
                <a:gd name="connsiteY4046" fmla="*/ 439103 h 1371600"/>
                <a:gd name="connsiteX4047" fmla="*/ 1002411 w 1628775"/>
                <a:gd name="connsiteY4047" fmla="*/ 438055 h 1371600"/>
                <a:gd name="connsiteX4048" fmla="*/ 1002983 w 1628775"/>
                <a:gd name="connsiteY4048" fmla="*/ 437102 h 1371600"/>
                <a:gd name="connsiteX4049" fmla="*/ 1001649 w 1628775"/>
                <a:gd name="connsiteY4049" fmla="*/ 436436 h 1371600"/>
                <a:gd name="connsiteX4050" fmla="*/ 1002221 w 1628775"/>
                <a:gd name="connsiteY4050" fmla="*/ 435959 h 1371600"/>
                <a:gd name="connsiteX4051" fmla="*/ 1003363 w 1628775"/>
                <a:gd name="connsiteY4051" fmla="*/ 434911 h 1371600"/>
                <a:gd name="connsiteX4052" fmla="*/ 1003840 w 1628775"/>
                <a:gd name="connsiteY4052" fmla="*/ 434531 h 1371600"/>
                <a:gd name="connsiteX4053" fmla="*/ 1004411 w 1628775"/>
                <a:gd name="connsiteY4053" fmla="*/ 434435 h 1371600"/>
                <a:gd name="connsiteX4054" fmla="*/ 1004887 w 1628775"/>
                <a:gd name="connsiteY4054" fmla="*/ 434531 h 1371600"/>
                <a:gd name="connsiteX4055" fmla="*/ 1005364 w 1628775"/>
                <a:gd name="connsiteY4055" fmla="*/ 434435 h 1371600"/>
                <a:gd name="connsiteX4056" fmla="*/ 1006507 w 1628775"/>
                <a:gd name="connsiteY4056" fmla="*/ 434340 h 1371600"/>
                <a:gd name="connsiteX4057" fmla="*/ 1006888 w 1628775"/>
                <a:gd name="connsiteY4057" fmla="*/ 433864 h 1371600"/>
                <a:gd name="connsiteX4058" fmla="*/ 1006888 w 1628775"/>
                <a:gd name="connsiteY4058" fmla="*/ 432721 h 1371600"/>
                <a:gd name="connsiteX4059" fmla="*/ 1006983 w 1628775"/>
                <a:gd name="connsiteY4059" fmla="*/ 431768 h 1371600"/>
                <a:gd name="connsiteX4060" fmla="*/ 1007268 w 1628775"/>
                <a:gd name="connsiteY4060" fmla="*/ 431387 h 1371600"/>
                <a:gd name="connsiteX4061" fmla="*/ 1007935 w 1628775"/>
                <a:gd name="connsiteY4061" fmla="*/ 431006 h 1371600"/>
                <a:gd name="connsiteX4062" fmla="*/ 1007555 w 1628775"/>
                <a:gd name="connsiteY4062" fmla="*/ 430244 h 1371600"/>
                <a:gd name="connsiteX4063" fmla="*/ 1006792 w 1628775"/>
                <a:gd name="connsiteY4063" fmla="*/ 429768 h 1371600"/>
                <a:gd name="connsiteX4064" fmla="*/ 1006412 w 1628775"/>
                <a:gd name="connsiteY4064" fmla="*/ 430149 h 1371600"/>
                <a:gd name="connsiteX4065" fmla="*/ 1005935 w 1628775"/>
                <a:gd name="connsiteY4065" fmla="*/ 431387 h 1371600"/>
                <a:gd name="connsiteX4066" fmla="*/ 1004697 w 1628775"/>
                <a:gd name="connsiteY4066" fmla="*/ 432340 h 1371600"/>
                <a:gd name="connsiteX4067" fmla="*/ 1003363 w 1628775"/>
                <a:gd name="connsiteY4067" fmla="*/ 432435 h 1371600"/>
                <a:gd name="connsiteX4068" fmla="*/ 1002411 w 1628775"/>
                <a:gd name="connsiteY4068" fmla="*/ 431292 h 1371600"/>
                <a:gd name="connsiteX4069" fmla="*/ 1003077 w 1628775"/>
                <a:gd name="connsiteY4069" fmla="*/ 430530 h 1371600"/>
                <a:gd name="connsiteX4070" fmla="*/ 1004792 w 1628775"/>
                <a:gd name="connsiteY4070" fmla="*/ 429863 h 1371600"/>
                <a:gd name="connsiteX4071" fmla="*/ 1005649 w 1628775"/>
                <a:gd name="connsiteY4071" fmla="*/ 429292 h 1371600"/>
                <a:gd name="connsiteX4072" fmla="*/ 1007555 w 1628775"/>
                <a:gd name="connsiteY4072" fmla="*/ 427006 h 1371600"/>
                <a:gd name="connsiteX4073" fmla="*/ 1007935 w 1628775"/>
                <a:gd name="connsiteY4073" fmla="*/ 426815 h 1371600"/>
                <a:gd name="connsiteX4074" fmla="*/ 1008031 w 1628775"/>
                <a:gd name="connsiteY4074" fmla="*/ 426339 h 1371600"/>
                <a:gd name="connsiteX4075" fmla="*/ 1008317 w 1628775"/>
                <a:gd name="connsiteY4075" fmla="*/ 426148 h 1371600"/>
                <a:gd name="connsiteX4076" fmla="*/ 1008602 w 1628775"/>
                <a:gd name="connsiteY4076" fmla="*/ 425863 h 1371600"/>
                <a:gd name="connsiteX4077" fmla="*/ 1008602 w 1628775"/>
                <a:gd name="connsiteY4077" fmla="*/ 425196 h 1371600"/>
                <a:gd name="connsiteX4078" fmla="*/ 1008507 w 1628775"/>
                <a:gd name="connsiteY4078" fmla="*/ 424815 h 1371600"/>
                <a:gd name="connsiteX4079" fmla="*/ 1007745 w 1628775"/>
                <a:gd name="connsiteY4079" fmla="*/ 425196 h 1371600"/>
                <a:gd name="connsiteX4080" fmla="*/ 735425 w 1628775"/>
                <a:gd name="connsiteY4080" fmla="*/ 755428 h 1371600"/>
                <a:gd name="connsiteX4081" fmla="*/ 735139 w 1628775"/>
                <a:gd name="connsiteY4081" fmla="*/ 755904 h 1371600"/>
                <a:gd name="connsiteX4082" fmla="*/ 733901 w 1628775"/>
                <a:gd name="connsiteY4082" fmla="*/ 756571 h 1371600"/>
                <a:gd name="connsiteX4083" fmla="*/ 733044 w 1628775"/>
                <a:gd name="connsiteY4083" fmla="*/ 756952 h 1371600"/>
                <a:gd name="connsiteX4084" fmla="*/ 733425 w 1628775"/>
                <a:gd name="connsiteY4084" fmla="*/ 757238 h 1371600"/>
                <a:gd name="connsiteX4085" fmla="*/ 734378 w 1628775"/>
                <a:gd name="connsiteY4085" fmla="*/ 757047 h 1371600"/>
                <a:gd name="connsiteX4086" fmla="*/ 735139 w 1628775"/>
                <a:gd name="connsiteY4086" fmla="*/ 756476 h 1371600"/>
                <a:gd name="connsiteX4087" fmla="*/ 735901 w 1628775"/>
                <a:gd name="connsiteY4087" fmla="*/ 756285 h 1371600"/>
                <a:gd name="connsiteX4088" fmla="*/ 735901 w 1628775"/>
                <a:gd name="connsiteY4088" fmla="*/ 755809 h 1371600"/>
                <a:gd name="connsiteX4089" fmla="*/ 736282 w 1628775"/>
                <a:gd name="connsiteY4089" fmla="*/ 755332 h 1371600"/>
                <a:gd name="connsiteX4090" fmla="*/ 735425 w 1628775"/>
                <a:gd name="connsiteY4090" fmla="*/ 755428 h 1371600"/>
                <a:gd name="connsiteX4091" fmla="*/ 873824 w 1628775"/>
                <a:gd name="connsiteY4091" fmla="*/ 782479 h 1371600"/>
                <a:gd name="connsiteX4092" fmla="*/ 872299 w 1628775"/>
                <a:gd name="connsiteY4092" fmla="*/ 783717 h 1371600"/>
                <a:gd name="connsiteX4093" fmla="*/ 871919 w 1628775"/>
                <a:gd name="connsiteY4093" fmla="*/ 785717 h 1371600"/>
                <a:gd name="connsiteX4094" fmla="*/ 872871 w 1628775"/>
                <a:gd name="connsiteY4094" fmla="*/ 787336 h 1371600"/>
                <a:gd name="connsiteX4095" fmla="*/ 874395 w 1628775"/>
                <a:gd name="connsiteY4095" fmla="*/ 787241 h 1371600"/>
                <a:gd name="connsiteX4096" fmla="*/ 875824 w 1628775"/>
                <a:gd name="connsiteY4096" fmla="*/ 785908 h 1371600"/>
                <a:gd name="connsiteX4097" fmla="*/ 876586 w 1628775"/>
                <a:gd name="connsiteY4097" fmla="*/ 783907 h 1371600"/>
                <a:gd name="connsiteX4098" fmla="*/ 875633 w 1628775"/>
                <a:gd name="connsiteY4098" fmla="*/ 782384 h 1371600"/>
                <a:gd name="connsiteX4099" fmla="*/ 873824 w 1628775"/>
                <a:gd name="connsiteY4099" fmla="*/ 782479 h 1371600"/>
                <a:gd name="connsiteX4100" fmla="*/ 890492 w 1628775"/>
                <a:gd name="connsiteY4100" fmla="*/ 845249 h 1371600"/>
                <a:gd name="connsiteX4101" fmla="*/ 889159 w 1628775"/>
                <a:gd name="connsiteY4101" fmla="*/ 844772 h 1371600"/>
                <a:gd name="connsiteX4102" fmla="*/ 888016 w 1628775"/>
                <a:gd name="connsiteY4102" fmla="*/ 844010 h 1371600"/>
                <a:gd name="connsiteX4103" fmla="*/ 886778 w 1628775"/>
                <a:gd name="connsiteY4103" fmla="*/ 843058 h 1371600"/>
                <a:gd name="connsiteX4104" fmla="*/ 885920 w 1628775"/>
                <a:gd name="connsiteY4104" fmla="*/ 843344 h 1371600"/>
                <a:gd name="connsiteX4105" fmla="*/ 885349 w 1628775"/>
                <a:gd name="connsiteY4105" fmla="*/ 844106 h 1371600"/>
                <a:gd name="connsiteX4106" fmla="*/ 885539 w 1628775"/>
                <a:gd name="connsiteY4106" fmla="*/ 845058 h 1371600"/>
                <a:gd name="connsiteX4107" fmla="*/ 887254 w 1628775"/>
                <a:gd name="connsiteY4107" fmla="*/ 847439 h 1371600"/>
                <a:gd name="connsiteX4108" fmla="*/ 887825 w 1628775"/>
                <a:gd name="connsiteY4108" fmla="*/ 848773 h 1371600"/>
                <a:gd name="connsiteX4109" fmla="*/ 888587 w 1628775"/>
                <a:gd name="connsiteY4109" fmla="*/ 849440 h 1371600"/>
                <a:gd name="connsiteX4110" fmla="*/ 889540 w 1628775"/>
                <a:gd name="connsiteY4110" fmla="*/ 849916 h 1371600"/>
                <a:gd name="connsiteX4111" fmla="*/ 890302 w 1628775"/>
                <a:gd name="connsiteY4111" fmla="*/ 849916 h 1371600"/>
                <a:gd name="connsiteX4112" fmla="*/ 890778 w 1628775"/>
                <a:gd name="connsiteY4112" fmla="*/ 849440 h 1371600"/>
                <a:gd name="connsiteX4113" fmla="*/ 892016 w 1628775"/>
                <a:gd name="connsiteY4113" fmla="*/ 847630 h 1371600"/>
                <a:gd name="connsiteX4114" fmla="*/ 892397 w 1628775"/>
                <a:gd name="connsiteY4114" fmla="*/ 846868 h 1371600"/>
                <a:gd name="connsiteX4115" fmla="*/ 891635 w 1628775"/>
                <a:gd name="connsiteY4115" fmla="*/ 845630 h 1371600"/>
                <a:gd name="connsiteX4116" fmla="*/ 890492 w 1628775"/>
                <a:gd name="connsiteY4116" fmla="*/ 845249 h 1371600"/>
                <a:gd name="connsiteX4117" fmla="*/ 886111 w 1628775"/>
                <a:gd name="connsiteY4117" fmla="*/ 886682 h 1371600"/>
                <a:gd name="connsiteX4118" fmla="*/ 887063 w 1628775"/>
                <a:gd name="connsiteY4118" fmla="*/ 887349 h 1371600"/>
                <a:gd name="connsiteX4119" fmla="*/ 886206 w 1628775"/>
                <a:gd name="connsiteY4119" fmla="*/ 885539 h 1371600"/>
                <a:gd name="connsiteX4120" fmla="*/ 886111 w 1628775"/>
                <a:gd name="connsiteY4120" fmla="*/ 886682 h 1371600"/>
                <a:gd name="connsiteX4121" fmla="*/ 878872 w 1628775"/>
                <a:gd name="connsiteY4121" fmla="*/ 796576 h 1371600"/>
                <a:gd name="connsiteX4122" fmla="*/ 878396 w 1628775"/>
                <a:gd name="connsiteY4122" fmla="*/ 796195 h 1371600"/>
                <a:gd name="connsiteX4123" fmla="*/ 877443 w 1628775"/>
                <a:gd name="connsiteY4123" fmla="*/ 796195 h 1371600"/>
                <a:gd name="connsiteX4124" fmla="*/ 876776 w 1628775"/>
                <a:gd name="connsiteY4124" fmla="*/ 797147 h 1371600"/>
                <a:gd name="connsiteX4125" fmla="*/ 876871 w 1628775"/>
                <a:gd name="connsiteY4125" fmla="*/ 798290 h 1371600"/>
                <a:gd name="connsiteX4126" fmla="*/ 877538 w 1628775"/>
                <a:gd name="connsiteY4126" fmla="*/ 798767 h 1371600"/>
                <a:gd name="connsiteX4127" fmla="*/ 878396 w 1628775"/>
                <a:gd name="connsiteY4127" fmla="*/ 798862 h 1371600"/>
                <a:gd name="connsiteX4128" fmla="*/ 879062 w 1628775"/>
                <a:gd name="connsiteY4128" fmla="*/ 798576 h 1371600"/>
                <a:gd name="connsiteX4129" fmla="*/ 879348 w 1628775"/>
                <a:gd name="connsiteY4129" fmla="*/ 798005 h 1371600"/>
                <a:gd name="connsiteX4130" fmla="*/ 879348 w 1628775"/>
                <a:gd name="connsiteY4130" fmla="*/ 797624 h 1371600"/>
                <a:gd name="connsiteX4131" fmla="*/ 878967 w 1628775"/>
                <a:gd name="connsiteY4131" fmla="*/ 796766 h 1371600"/>
                <a:gd name="connsiteX4132" fmla="*/ 878872 w 1628775"/>
                <a:gd name="connsiteY4132" fmla="*/ 796576 h 1371600"/>
                <a:gd name="connsiteX4133" fmla="*/ 901160 w 1628775"/>
                <a:gd name="connsiteY4133" fmla="*/ 948976 h 1371600"/>
                <a:gd name="connsiteX4134" fmla="*/ 901160 w 1628775"/>
                <a:gd name="connsiteY4134" fmla="*/ 948976 h 1371600"/>
                <a:gd name="connsiteX4135" fmla="*/ 901255 w 1628775"/>
                <a:gd name="connsiteY4135" fmla="*/ 948976 h 1371600"/>
                <a:gd name="connsiteX4136" fmla="*/ 901160 w 1628775"/>
                <a:gd name="connsiteY4136" fmla="*/ 948881 h 1371600"/>
                <a:gd name="connsiteX4137" fmla="*/ 901160 w 1628775"/>
                <a:gd name="connsiteY4137" fmla="*/ 948976 h 1371600"/>
                <a:gd name="connsiteX4138" fmla="*/ 915162 w 1628775"/>
                <a:gd name="connsiteY4138" fmla="*/ 1007174 h 1371600"/>
                <a:gd name="connsiteX4139" fmla="*/ 914876 w 1628775"/>
                <a:gd name="connsiteY4139" fmla="*/ 1007459 h 1371600"/>
                <a:gd name="connsiteX4140" fmla="*/ 914876 w 1628775"/>
                <a:gd name="connsiteY4140" fmla="*/ 1007840 h 1371600"/>
                <a:gd name="connsiteX4141" fmla="*/ 915162 w 1628775"/>
                <a:gd name="connsiteY4141" fmla="*/ 1008221 h 1371600"/>
                <a:gd name="connsiteX4142" fmla="*/ 915829 w 1628775"/>
                <a:gd name="connsiteY4142" fmla="*/ 1008126 h 1371600"/>
                <a:gd name="connsiteX4143" fmla="*/ 916210 w 1628775"/>
                <a:gd name="connsiteY4143" fmla="*/ 1007555 h 1371600"/>
                <a:gd name="connsiteX4144" fmla="*/ 915733 w 1628775"/>
                <a:gd name="connsiteY4144" fmla="*/ 1007174 h 1371600"/>
                <a:gd name="connsiteX4145" fmla="*/ 915162 w 1628775"/>
                <a:gd name="connsiteY4145" fmla="*/ 1007174 h 1371600"/>
                <a:gd name="connsiteX4146" fmla="*/ 735235 w 1628775"/>
                <a:gd name="connsiteY4146" fmla="*/ 758095 h 1371600"/>
                <a:gd name="connsiteX4147" fmla="*/ 734187 w 1628775"/>
                <a:gd name="connsiteY4147" fmla="*/ 758476 h 1371600"/>
                <a:gd name="connsiteX4148" fmla="*/ 734473 w 1628775"/>
                <a:gd name="connsiteY4148" fmla="*/ 758952 h 1371600"/>
                <a:gd name="connsiteX4149" fmla="*/ 734758 w 1628775"/>
                <a:gd name="connsiteY4149" fmla="*/ 759428 h 1371600"/>
                <a:gd name="connsiteX4150" fmla="*/ 735139 w 1628775"/>
                <a:gd name="connsiteY4150" fmla="*/ 759143 h 1371600"/>
                <a:gd name="connsiteX4151" fmla="*/ 735711 w 1628775"/>
                <a:gd name="connsiteY4151" fmla="*/ 758761 h 1371600"/>
                <a:gd name="connsiteX4152" fmla="*/ 735901 w 1628775"/>
                <a:gd name="connsiteY4152" fmla="*/ 758285 h 1371600"/>
                <a:gd name="connsiteX4153" fmla="*/ 735997 w 1628775"/>
                <a:gd name="connsiteY4153" fmla="*/ 757714 h 1371600"/>
                <a:gd name="connsiteX4154" fmla="*/ 735425 w 1628775"/>
                <a:gd name="connsiteY4154" fmla="*/ 757619 h 1371600"/>
                <a:gd name="connsiteX4155" fmla="*/ 735235 w 1628775"/>
                <a:gd name="connsiteY4155" fmla="*/ 758095 h 1371600"/>
                <a:gd name="connsiteX4156" fmla="*/ 901255 w 1628775"/>
                <a:gd name="connsiteY4156" fmla="*/ 948976 h 1371600"/>
                <a:gd name="connsiteX4157" fmla="*/ 901351 w 1628775"/>
                <a:gd name="connsiteY4157" fmla="*/ 948976 h 1371600"/>
                <a:gd name="connsiteX4158" fmla="*/ 901255 w 1628775"/>
                <a:gd name="connsiteY4158" fmla="*/ 948881 h 1371600"/>
                <a:gd name="connsiteX4159" fmla="*/ 901255 w 1628775"/>
                <a:gd name="connsiteY4159" fmla="*/ 948976 h 1371600"/>
                <a:gd name="connsiteX4160" fmla="*/ 1177576 w 1628775"/>
                <a:gd name="connsiteY4160" fmla="*/ 145352 h 1371600"/>
                <a:gd name="connsiteX4161" fmla="*/ 1177004 w 1628775"/>
                <a:gd name="connsiteY4161" fmla="*/ 146018 h 1371600"/>
                <a:gd name="connsiteX4162" fmla="*/ 1176814 w 1628775"/>
                <a:gd name="connsiteY4162" fmla="*/ 147161 h 1371600"/>
                <a:gd name="connsiteX4163" fmla="*/ 1177385 w 1628775"/>
                <a:gd name="connsiteY4163" fmla="*/ 147447 h 1371600"/>
                <a:gd name="connsiteX4164" fmla="*/ 1178147 w 1628775"/>
                <a:gd name="connsiteY4164" fmla="*/ 147066 h 1371600"/>
                <a:gd name="connsiteX4165" fmla="*/ 1178528 w 1628775"/>
                <a:gd name="connsiteY4165" fmla="*/ 146209 h 1371600"/>
                <a:gd name="connsiteX4166" fmla="*/ 1178909 w 1628775"/>
                <a:gd name="connsiteY4166" fmla="*/ 145637 h 1371600"/>
                <a:gd name="connsiteX4167" fmla="*/ 1180910 w 1628775"/>
                <a:gd name="connsiteY4167" fmla="*/ 145066 h 1371600"/>
                <a:gd name="connsiteX4168" fmla="*/ 1181576 w 1628775"/>
                <a:gd name="connsiteY4168" fmla="*/ 144685 h 1371600"/>
                <a:gd name="connsiteX4169" fmla="*/ 1181481 w 1628775"/>
                <a:gd name="connsiteY4169" fmla="*/ 143923 h 1371600"/>
                <a:gd name="connsiteX4170" fmla="*/ 1180624 w 1628775"/>
                <a:gd name="connsiteY4170" fmla="*/ 143161 h 1371600"/>
                <a:gd name="connsiteX4171" fmla="*/ 1178909 w 1628775"/>
                <a:gd name="connsiteY4171" fmla="*/ 141923 h 1371600"/>
                <a:gd name="connsiteX4172" fmla="*/ 1177576 w 1628775"/>
                <a:gd name="connsiteY4172" fmla="*/ 141351 h 1371600"/>
                <a:gd name="connsiteX4173" fmla="*/ 1173099 w 1628775"/>
                <a:gd name="connsiteY4173" fmla="*/ 140399 h 1371600"/>
                <a:gd name="connsiteX4174" fmla="*/ 1179957 w 1628775"/>
                <a:gd name="connsiteY4174" fmla="*/ 143923 h 1371600"/>
                <a:gd name="connsiteX4175" fmla="*/ 1179290 w 1628775"/>
                <a:gd name="connsiteY4175" fmla="*/ 144494 h 1371600"/>
                <a:gd name="connsiteX4176" fmla="*/ 1177576 w 1628775"/>
                <a:gd name="connsiteY4176" fmla="*/ 145352 h 1371600"/>
                <a:gd name="connsiteX4177" fmla="*/ 1014031 w 1628775"/>
                <a:gd name="connsiteY4177" fmla="*/ 1206627 h 1371600"/>
                <a:gd name="connsiteX4178" fmla="*/ 1014317 w 1628775"/>
                <a:gd name="connsiteY4178" fmla="*/ 1207389 h 1371600"/>
                <a:gd name="connsiteX4179" fmla="*/ 1014698 w 1628775"/>
                <a:gd name="connsiteY4179" fmla="*/ 1207008 h 1371600"/>
                <a:gd name="connsiteX4180" fmla="*/ 1014984 w 1628775"/>
                <a:gd name="connsiteY4180" fmla="*/ 1206437 h 1371600"/>
                <a:gd name="connsiteX4181" fmla="*/ 1015079 w 1628775"/>
                <a:gd name="connsiteY4181" fmla="*/ 1205770 h 1371600"/>
                <a:gd name="connsiteX4182" fmla="*/ 1014889 w 1628775"/>
                <a:gd name="connsiteY4182" fmla="*/ 1205198 h 1371600"/>
                <a:gd name="connsiteX4183" fmla="*/ 1014412 w 1628775"/>
                <a:gd name="connsiteY4183" fmla="*/ 1205103 h 1371600"/>
                <a:gd name="connsiteX4184" fmla="*/ 1014127 w 1628775"/>
                <a:gd name="connsiteY4184" fmla="*/ 1205770 h 1371600"/>
                <a:gd name="connsiteX4185" fmla="*/ 1014031 w 1628775"/>
                <a:gd name="connsiteY4185" fmla="*/ 1206627 h 1371600"/>
                <a:gd name="connsiteX4186" fmla="*/ 1015937 w 1628775"/>
                <a:gd name="connsiteY4186" fmla="*/ 1210151 h 1371600"/>
                <a:gd name="connsiteX4187" fmla="*/ 1015174 w 1628775"/>
                <a:gd name="connsiteY4187" fmla="*/ 1210247 h 1371600"/>
                <a:gd name="connsiteX4188" fmla="*/ 1014508 w 1628775"/>
                <a:gd name="connsiteY4188" fmla="*/ 1210532 h 1371600"/>
                <a:gd name="connsiteX4189" fmla="*/ 1014889 w 1628775"/>
                <a:gd name="connsiteY4189" fmla="*/ 1210818 h 1371600"/>
                <a:gd name="connsiteX4190" fmla="*/ 1015174 w 1628775"/>
                <a:gd name="connsiteY4190" fmla="*/ 1211199 h 1371600"/>
                <a:gd name="connsiteX4191" fmla="*/ 1015460 w 1628775"/>
                <a:gd name="connsiteY4191" fmla="*/ 1211675 h 1371600"/>
                <a:gd name="connsiteX4192" fmla="*/ 1015651 w 1628775"/>
                <a:gd name="connsiteY4192" fmla="*/ 1212247 h 1371600"/>
                <a:gd name="connsiteX4193" fmla="*/ 1013841 w 1628775"/>
                <a:gd name="connsiteY4193" fmla="*/ 1211390 h 1371600"/>
                <a:gd name="connsiteX4194" fmla="*/ 1014794 w 1628775"/>
                <a:gd name="connsiteY4194" fmla="*/ 1213009 h 1371600"/>
                <a:gd name="connsiteX4195" fmla="*/ 1015841 w 1628775"/>
                <a:gd name="connsiteY4195" fmla="*/ 1213676 h 1371600"/>
                <a:gd name="connsiteX4196" fmla="*/ 1016699 w 1628775"/>
                <a:gd name="connsiteY4196" fmla="*/ 1213104 h 1371600"/>
                <a:gd name="connsiteX4197" fmla="*/ 1017080 w 1628775"/>
                <a:gd name="connsiteY4197" fmla="*/ 1211104 h 1371600"/>
                <a:gd name="connsiteX4198" fmla="*/ 1016699 w 1628775"/>
                <a:gd name="connsiteY4198" fmla="*/ 1210532 h 1371600"/>
                <a:gd name="connsiteX4199" fmla="*/ 1015937 w 1628775"/>
                <a:gd name="connsiteY4199" fmla="*/ 1210151 h 1371600"/>
                <a:gd name="connsiteX4200" fmla="*/ 1203484 w 1628775"/>
                <a:gd name="connsiteY4200" fmla="*/ 156972 h 1371600"/>
                <a:gd name="connsiteX4201" fmla="*/ 1202817 w 1628775"/>
                <a:gd name="connsiteY4201" fmla="*/ 156877 h 1371600"/>
                <a:gd name="connsiteX4202" fmla="*/ 1202626 w 1628775"/>
                <a:gd name="connsiteY4202" fmla="*/ 156781 h 1371600"/>
                <a:gd name="connsiteX4203" fmla="*/ 1202436 w 1628775"/>
                <a:gd name="connsiteY4203" fmla="*/ 156591 h 1371600"/>
                <a:gd name="connsiteX4204" fmla="*/ 1202246 w 1628775"/>
                <a:gd name="connsiteY4204" fmla="*/ 156401 h 1371600"/>
                <a:gd name="connsiteX4205" fmla="*/ 1201864 w 1628775"/>
                <a:gd name="connsiteY4205" fmla="*/ 156305 h 1371600"/>
                <a:gd name="connsiteX4206" fmla="*/ 1201579 w 1628775"/>
                <a:gd name="connsiteY4206" fmla="*/ 156496 h 1371600"/>
                <a:gd name="connsiteX4207" fmla="*/ 1200912 w 1628775"/>
                <a:gd name="connsiteY4207" fmla="*/ 157163 h 1371600"/>
                <a:gd name="connsiteX4208" fmla="*/ 1200436 w 1628775"/>
                <a:gd name="connsiteY4208" fmla="*/ 157353 h 1371600"/>
                <a:gd name="connsiteX4209" fmla="*/ 1197959 w 1628775"/>
                <a:gd name="connsiteY4209" fmla="*/ 157163 h 1371600"/>
                <a:gd name="connsiteX4210" fmla="*/ 1197197 w 1628775"/>
                <a:gd name="connsiteY4210" fmla="*/ 157353 h 1371600"/>
                <a:gd name="connsiteX4211" fmla="*/ 1196530 w 1628775"/>
                <a:gd name="connsiteY4211" fmla="*/ 157829 h 1371600"/>
                <a:gd name="connsiteX4212" fmla="*/ 1196245 w 1628775"/>
                <a:gd name="connsiteY4212" fmla="*/ 158306 h 1371600"/>
                <a:gd name="connsiteX4213" fmla="*/ 1196054 w 1628775"/>
                <a:gd name="connsiteY4213" fmla="*/ 158782 h 1371600"/>
                <a:gd name="connsiteX4214" fmla="*/ 1195673 w 1628775"/>
                <a:gd name="connsiteY4214" fmla="*/ 159258 h 1371600"/>
                <a:gd name="connsiteX4215" fmla="*/ 1195006 w 1628775"/>
                <a:gd name="connsiteY4215" fmla="*/ 159639 h 1371600"/>
                <a:gd name="connsiteX4216" fmla="*/ 1193673 w 1628775"/>
                <a:gd name="connsiteY4216" fmla="*/ 160020 h 1371600"/>
                <a:gd name="connsiteX4217" fmla="*/ 1193006 w 1628775"/>
                <a:gd name="connsiteY4217" fmla="*/ 160496 h 1371600"/>
                <a:gd name="connsiteX4218" fmla="*/ 1190815 w 1628775"/>
                <a:gd name="connsiteY4218" fmla="*/ 162973 h 1371600"/>
                <a:gd name="connsiteX4219" fmla="*/ 1188815 w 1628775"/>
                <a:gd name="connsiteY4219" fmla="*/ 164687 h 1371600"/>
                <a:gd name="connsiteX4220" fmla="*/ 1188434 w 1628775"/>
                <a:gd name="connsiteY4220" fmla="*/ 165164 h 1371600"/>
                <a:gd name="connsiteX4221" fmla="*/ 1188720 w 1628775"/>
                <a:gd name="connsiteY4221" fmla="*/ 166116 h 1371600"/>
                <a:gd name="connsiteX4222" fmla="*/ 1189386 w 1628775"/>
                <a:gd name="connsiteY4222" fmla="*/ 166688 h 1371600"/>
                <a:gd name="connsiteX4223" fmla="*/ 1189863 w 1628775"/>
                <a:gd name="connsiteY4223" fmla="*/ 167259 h 1371600"/>
                <a:gd name="connsiteX4224" fmla="*/ 1189577 w 1628775"/>
                <a:gd name="connsiteY4224" fmla="*/ 168116 h 1371600"/>
                <a:gd name="connsiteX4225" fmla="*/ 1188244 w 1628775"/>
                <a:gd name="connsiteY4225" fmla="*/ 166973 h 1371600"/>
                <a:gd name="connsiteX4226" fmla="*/ 1187005 w 1628775"/>
                <a:gd name="connsiteY4226" fmla="*/ 166402 h 1371600"/>
                <a:gd name="connsiteX4227" fmla="*/ 1182529 w 1628775"/>
                <a:gd name="connsiteY4227" fmla="*/ 165926 h 1371600"/>
                <a:gd name="connsiteX4228" fmla="*/ 1180814 w 1628775"/>
                <a:gd name="connsiteY4228" fmla="*/ 165449 h 1371600"/>
                <a:gd name="connsiteX4229" fmla="*/ 1179290 w 1628775"/>
                <a:gd name="connsiteY4229" fmla="*/ 164687 h 1371600"/>
                <a:gd name="connsiteX4230" fmla="*/ 1178338 w 1628775"/>
                <a:gd name="connsiteY4230" fmla="*/ 163544 h 1371600"/>
                <a:gd name="connsiteX4231" fmla="*/ 1179195 w 1628775"/>
                <a:gd name="connsiteY4231" fmla="*/ 163259 h 1371600"/>
                <a:gd name="connsiteX4232" fmla="*/ 1178909 w 1628775"/>
                <a:gd name="connsiteY4232" fmla="*/ 162782 h 1371600"/>
                <a:gd name="connsiteX4233" fmla="*/ 1178052 w 1628775"/>
                <a:gd name="connsiteY4233" fmla="*/ 162306 h 1371600"/>
                <a:gd name="connsiteX4234" fmla="*/ 1177099 w 1628775"/>
                <a:gd name="connsiteY4234" fmla="*/ 162116 h 1371600"/>
                <a:gd name="connsiteX4235" fmla="*/ 1176243 w 1628775"/>
                <a:gd name="connsiteY4235" fmla="*/ 161830 h 1371600"/>
                <a:gd name="connsiteX4236" fmla="*/ 1175956 w 1628775"/>
                <a:gd name="connsiteY4236" fmla="*/ 161068 h 1371600"/>
                <a:gd name="connsiteX4237" fmla="*/ 1176052 w 1628775"/>
                <a:gd name="connsiteY4237" fmla="*/ 160211 h 1371600"/>
                <a:gd name="connsiteX4238" fmla="*/ 1176528 w 1628775"/>
                <a:gd name="connsiteY4238" fmla="*/ 159639 h 1371600"/>
                <a:gd name="connsiteX4239" fmla="*/ 1178052 w 1628775"/>
                <a:gd name="connsiteY4239" fmla="*/ 160020 h 1371600"/>
                <a:gd name="connsiteX4240" fmla="*/ 1181386 w 1628775"/>
                <a:gd name="connsiteY4240" fmla="*/ 162877 h 1371600"/>
                <a:gd name="connsiteX4241" fmla="*/ 1183100 w 1628775"/>
                <a:gd name="connsiteY4241" fmla="*/ 162592 h 1371600"/>
                <a:gd name="connsiteX4242" fmla="*/ 1180624 w 1628775"/>
                <a:gd name="connsiteY4242" fmla="*/ 160592 h 1371600"/>
                <a:gd name="connsiteX4243" fmla="*/ 1178814 w 1628775"/>
                <a:gd name="connsiteY4243" fmla="*/ 158115 h 1371600"/>
                <a:gd name="connsiteX4244" fmla="*/ 1177671 w 1628775"/>
                <a:gd name="connsiteY4244" fmla="*/ 155353 h 1371600"/>
                <a:gd name="connsiteX4245" fmla="*/ 1176243 w 1628775"/>
                <a:gd name="connsiteY4245" fmla="*/ 149257 h 1371600"/>
                <a:gd name="connsiteX4246" fmla="*/ 1175576 w 1628775"/>
                <a:gd name="connsiteY4246" fmla="*/ 147447 h 1371600"/>
                <a:gd name="connsiteX4247" fmla="*/ 1175290 w 1628775"/>
                <a:gd name="connsiteY4247" fmla="*/ 146304 h 1371600"/>
                <a:gd name="connsiteX4248" fmla="*/ 1174527 w 1628775"/>
                <a:gd name="connsiteY4248" fmla="*/ 145637 h 1371600"/>
                <a:gd name="connsiteX4249" fmla="*/ 1174337 w 1628775"/>
                <a:gd name="connsiteY4249" fmla="*/ 145066 h 1371600"/>
                <a:gd name="connsiteX4250" fmla="*/ 1174147 w 1628775"/>
                <a:gd name="connsiteY4250" fmla="*/ 143447 h 1371600"/>
                <a:gd name="connsiteX4251" fmla="*/ 1173766 w 1628775"/>
                <a:gd name="connsiteY4251" fmla="*/ 142018 h 1371600"/>
                <a:gd name="connsiteX4252" fmla="*/ 1173194 w 1628775"/>
                <a:gd name="connsiteY4252" fmla="*/ 140779 h 1371600"/>
                <a:gd name="connsiteX4253" fmla="*/ 1172528 w 1628775"/>
                <a:gd name="connsiteY4253" fmla="*/ 139827 h 1371600"/>
                <a:gd name="connsiteX4254" fmla="*/ 1169099 w 1628775"/>
                <a:gd name="connsiteY4254" fmla="*/ 136112 h 1371600"/>
                <a:gd name="connsiteX4255" fmla="*/ 1168337 w 1628775"/>
                <a:gd name="connsiteY4255" fmla="*/ 134969 h 1371600"/>
                <a:gd name="connsiteX4256" fmla="*/ 1166145 w 1628775"/>
                <a:gd name="connsiteY4256" fmla="*/ 130112 h 1371600"/>
                <a:gd name="connsiteX4257" fmla="*/ 1166051 w 1628775"/>
                <a:gd name="connsiteY4257" fmla="*/ 129540 h 1371600"/>
                <a:gd name="connsiteX4258" fmla="*/ 1166051 w 1628775"/>
                <a:gd name="connsiteY4258" fmla="*/ 128588 h 1371600"/>
                <a:gd name="connsiteX4259" fmla="*/ 1166241 w 1628775"/>
                <a:gd name="connsiteY4259" fmla="*/ 127730 h 1371600"/>
                <a:gd name="connsiteX4260" fmla="*/ 1167003 w 1628775"/>
                <a:gd name="connsiteY4260" fmla="*/ 126683 h 1371600"/>
                <a:gd name="connsiteX4261" fmla="*/ 1167479 w 1628775"/>
                <a:gd name="connsiteY4261" fmla="*/ 125063 h 1371600"/>
                <a:gd name="connsiteX4262" fmla="*/ 1168051 w 1628775"/>
                <a:gd name="connsiteY4262" fmla="*/ 123635 h 1371600"/>
                <a:gd name="connsiteX4263" fmla="*/ 1168337 w 1628775"/>
                <a:gd name="connsiteY4263" fmla="*/ 122111 h 1371600"/>
                <a:gd name="connsiteX4264" fmla="*/ 1167860 w 1628775"/>
                <a:gd name="connsiteY4264" fmla="*/ 120777 h 1371600"/>
                <a:gd name="connsiteX4265" fmla="*/ 1168717 w 1628775"/>
                <a:gd name="connsiteY4265" fmla="*/ 118110 h 1371600"/>
                <a:gd name="connsiteX4266" fmla="*/ 1169860 w 1628775"/>
                <a:gd name="connsiteY4266" fmla="*/ 115538 h 1371600"/>
                <a:gd name="connsiteX4267" fmla="*/ 1171194 w 1628775"/>
                <a:gd name="connsiteY4267" fmla="*/ 113157 h 1371600"/>
                <a:gd name="connsiteX4268" fmla="*/ 1175956 w 1628775"/>
                <a:gd name="connsiteY4268" fmla="*/ 107061 h 1371600"/>
                <a:gd name="connsiteX4269" fmla="*/ 1176433 w 1628775"/>
                <a:gd name="connsiteY4269" fmla="*/ 105918 h 1371600"/>
                <a:gd name="connsiteX4270" fmla="*/ 1176909 w 1628775"/>
                <a:gd name="connsiteY4270" fmla="*/ 102394 h 1371600"/>
                <a:gd name="connsiteX4271" fmla="*/ 1177480 w 1628775"/>
                <a:gd name="connsiteY4271" fmla="*/ 100870 h 1371600"/>
                <a:gd name="connsiteX4272" fmla="*/ 1180624 w 1628775"/>
                <a:gd name="connsiteY4272" fmla="*/ 96679 h 1371600"/>
                <a:gd name="connsiteX4273" fmla="*/ 1181767 w 1628775"/>
                <a:gd name="connsiteY4273" fmla="*/ 93917 h 1371600"/>
                <a:gd name="connsiteX4274" fmla="*/ 1181862 w 1628775"/>
                <a:gd name="connsiteY4274" fmla="*/ 90773 h 1371600"/>
                <a:gd name="connsiteX4275" fmla="*/ 1181576 w 1628775"/>
                <a:gd name="connsiteY4275" fmla="*/ 90011 h 1371600"/>
                <a:gd name="connsiteX4276" fmla="*/ 1180624 w 1628775"/>
                <a:gd name="connsiteY4276" fmla="*/ 88297 h 1371600"/>
                <a:gd name="connsiteX4277" fmla="*/ 1180243 w 1628775"/>
                <a:gd name="connsiteY4277" fmla="*/ 86868 h 1371600"/>
                <a:gd name="connsiteX4278" fmla="*/ 1179767 w 1628775"/>
                <a:gd name="connsiteY4278" fmla="*/ 86868 h 1371600"/>
                <a:gd name="connsiteX4279" fmla="*/ 1179290 w 1628775"/>
                <a:gd name="connsiteY4279" fmla="*/ 87154 h 1371600"/>
                <a:gd name="connsiteX4280" fmla="*/ 1179100 w 1628775"/>
                <a:gd name="connsiteY4280" fmla="*/ 87535 h 1371600"/>
                <a:gd name="connsiteX4281" fmla="*/ 1178624 w 1628775"/>
                <a:gd name="connsiteY4281" fmla="*/ 88964 h 1371600"/>
                <a:gd name="connsiteX4282" fmla="*/ 1177671 w 1628775"/>
                <a:gd name="connsiteY4282" fmla="*/ 90583 h 1371600"/>
                <a:gd name="connsiteX4283" fmla="*/ 1175576 w 1628775"/>
                <a:gd name="connsiteY4283" fmla="*/ 92583 h 1371600"/>
                <a:gd name="connsiteX4284" fmla="*/ 1173004 w 1628775"/>
                <a:gd name="connsiteY4284" fmla="*/ 97441 h 1371600"/>
                <a:gd name="connsiteX4285" fmla="*/ 1172146 w 1628775"/>
                <a:gd name="connsiteY4285" fmla="*/ 98203 h 1371600"/>
                <a:gd name="connsiteX4286" fmla="*/ 1171194 w 1628775"/>
                <a:gd name="connsiteY4286" fmla="*/ 98584 h 1371600"/>
                <a:gd name="connsiteX4287" fmla="*/ 1168717 w 1628775"/>
                <a:gd name="connsiteY4287" fmla="*/ 101251 h 1371600"/>
                <a:gd name="connsiteX4288" fmla="*/ 1165002 w 1628775"/>
                <a:gd name="connsiteY4288" fmla="*/ 103632 h 1371600"/>
                <a:gd name="connsiteX4289" fmla="*/ 1164431 w 1628775"/>
                <a:gd name="connsiteY4289" fmla="*/ 104489 h 1371600"/>
                <a:gd name="connsiteX4290" fmla="*/ 1159669 w 1628775"/>
                <a:gd name="connsiteY4290" fmla="*/ 110109 h 1371600"/>
                <a:gd name="connsiteX4291" fmla="*/ 1153573 w 1628775"/>
                <a:gd name="connsiteY4291" fmla="*/ 116777 h 1371600"/>
                <a:gd name="connsiteX4292" fmla="*/ 1151286 w 1628775"/>
                <a:gd name="connsiteY4292" fmla="*/ 118301 h 1371600"/>
                <a:gd name="connsiteX4293" fmla="*/ 1148810 w 1628775"/>
                <a:gd name="connsiteY4293" fmla="*/ 118777 h 1371600"/>
                <a:gd name="connsiteX4294" fmla="*/ 1139857 w 1628775"/>
                <a:gd name="connsiteY4294" fmla="*/ 118015 h 1371600"/>
                <a:gd name="connsiteX4295" fmla="*/ 1132523 w 1628775"/>
                <a:gd name="connsiteY4295" fmla="*/ 116681 h 1371600"/>
                <a:gd name="connsiteX4296" fmla="*/ 1130713 w 1628775"/>
                <a:gd name="connsiteY4296" fmla="*/ 116110 h 1371600"/>
                <a:gd name="connsiteX4297" fmla="*/ 1129855 w 1628775"/>
                <a:gd name="connsiteY4297" fmla="*/ 115729 h 1371600"/>
                <a:gd name="connsiteX4298" fmla="*/ 1127569 w 1628775"/>
                <a:gd name="connsiteY4298" fmla="*/ 114014 h 1371600"/>
                <a:gd name="connsiteX4299" fmla="*/ 1127093 w 1628775"/>
                <a:gd name="connsiteY4299" fmla="*/ 113729 h 1371600"/>
                <a:gd name="connsiteX4300" fmla="*/ 1126617 w 1628775"/>
                <a:gd name="connsiteY4300" fmla="*/ 113157 h 1371600"/>
                <a:gd name="connsiteX4301" fmla="*/ 1125760 w 1628775"/>
                <a:gd name="connsiteY4301" fmla="*/ 110776 h 1371600"/>
                <a:gd name="connsiteX4302" fmla="*/ 1125283 w 1628775"/>
                <a:gd name="connsiteY4302" fmla="*/ 110204 h 1371600"/>
                <a:gd name="connsiteX4303" fmla="*/ 1124426 w 1628775"/>
                <a:gd name="connsiteY4303" fmla="*/ 109823 h 1371600"/>
                <a:gd name="connsiteX4304" fmla="*/ 1123950 w 1628775"/>
                <a:gd name="connsiteY4304" fmla="*/ 108871 h 1371600"/>
                <a:gd name="connsiteX4305" fmla="*/ 1123283 w 1628775"/>
                <a:gd name="connsiteY4305" fmla="*/ 106680 h 1371600"/>
                <a:gd name="connsiteX4306" fmla="*/ 1123664 w 1628775"/>
                <a:gd name="connsiteY4306" fmla="*/ 104585 h 1371600"/>
                <a:gd name="connsiteX4307" fmla="*/ 1122617 w 1628775"/>
                <a:gd name="connsiteY4307" fmla="*/ 103727 h 1371600"/>
                <a:gd name="connsiteX4308" fmla="*/ 1121188 w 1628775"/>
                <a:gd name="connsiteY4308" fmla="*/ 104299 h 1371600"/>
                <a:gd name="connsiteX4309" fmla="*/ 1120426 w 1628775"/>
                <a:gd name="connsiteY4309" fmla="*/ 106394 h 1371600"/>
                <a:gd name="connsiteX4310" fmla="*/ 1120235 w 1628775"/>
                <a:gd name="connsiteY4310" fmla="*/ 107537 h 1371600"/>
                <a:gd name="connsiteX4311" fmla="*/ 1119759 w 1628775"/>
                <a:gd name="connsiteY4311" fmla="*/ 108776 h 1371600"/>
                <a:gd name="connsiteX4312" fmla="*/ 1119187 w 1628775"/>
                <a:gd name="connsiteY4312" fmla="*/ 109919 h 1371600"/>
                <a:gd name="connsiteX4313" fmla="*/ 1118616 w 1628775"/>
                <a:gd name="connsiteY4313" fmla="*/ 110681 h 1371600"/>
                <a:gd name="connsiteX4314" fmla="*/ 1117854 w 1628775"/>
                <a:gd name="connsiteY4314" fmla="*/ 111062 h 1371600"/>
                <a:gd name="connsiteX4315" fmla="*/ 1117092 w 1628775"/>
                <a:gd name="connsiteY4315" fmla="*/ 110966 h 1371600"/>
                <a:gd name="connsiteX4316" fmla="*/ 1115378 w 1628775"/>
                <a:gd name="connsiteY4316" fmla="*/ 110204 h 1371600"/>
                <a:gd name="connsiteX4317" fmla="*/ 1116521 w 1628775"/>
                <a:gd name="connsiteY4317" fmla="*/ 106680 h 1371600"/>
                <a:gd name="connsiteX4318" fmla="*/ 1117283 w 1628775"/>
                <a:gd name="connsiteY4318" fmla="*/ 105727 h 1371600"/>
                <a:gd name="connsiteX4319" fmla="*/ 1118235 w 1628775"/>
                <a:gd name="connsiteY4319" fmla="*/ 105156 h 1371600"/>
                <a:gd name="connsiteX4320" fmla="*/ 1118902 w 1628775"/>
                <a:gd name="connsiteY4320" fmla="*/ 104966 h 1371600"/>
                <a:gd name="connsiteX4321" fmla="*/ 1118902 w 1628775"/>
                <a:gd name="connsiteY4321" fmla="*/ 104680 h 1371600"/>
                <a:gd name="connsiteX4322" fmla="*/ 1117949 w 1628775"/>
                <a:gd name="connsiteY4322" fmla="*/ 103823 h 1371600"/>
                <a:gd name="connsiteX4323" fmla="*/ 1116139 w 1628775"/>
                <a:gd name="connsiteY4323" fmla="*/ 102965 h 1371600"/>
                <a:gd name="connsiteX4324" fmla="*/ 1109853 w 1628775"/>
                <a:gd name="connsiteY4324" fmla="*/ 102584 h 1371600"/>
                <a:gd name="connsiteX4325" fmla="*/ 1108995 w 1628775"/>
                <a:gd name="connsiteY4325" fmla="*/ 102870 h 1371600"/>
                <a:gd name="connsiteX4326" fmla="*/ 1108139 w 1628775"/>
                <a:gd name="connsiteY4326" fmla="*/ 103632 h 1371600"/>
                <a:gd name="connsiteX4327" fmla="*/ 1106614 w 1628775"/>
                <a:gd name="connsiteY4327" fmla="*/ 105347 h 1371600"/>
                <a:gd name="connsiteX4328" fmla="*/ 1106233 w 1628775"/>
                <a:gd name="connsiteY4328" fmla="*/ 105156 h 1371600"/>
                <a:gd name="connsiteX4329" fmla="*/ 1098518 w 1628775"/>
                <a:gd name="connsiteY4329" fmla="*/ 105061 h 1371600"/>
                <a:gd name="connsiteX4330" fmla="*/ 1097756 w 1628775"/>
                <a:gd name="connsiteY4330" fmla="*/ 104870 h 1371600"/>
                <a:gd name="connsiteX4331" fmla="*/ 1097089 w 1628775"/>
                <a:gd name="connsiteY4331" fmla="*/ 104394 h 1371600"/>
                <a:gd name="connsiteX4332" fmla="*/ 1096328 w 1628775"/>
                <a:gd name="connsiteY4332" fmla="*/ 103632 h 1371600"/>
                <a:gd name="connsiteX4333" fmla="*/ 1096137 w 1628775"/>
                <a:gd name="connsiteY4333" fmla="*/ 103823 h 1371600"/>
                <a:gd name="connsiteX4334" fmla="*/ 1095565 w 1628775"/>
                <a:gd name="connsiteY4334" fmla="*/ 104108 h 1371600"/>
                <a:gd name="connsiteX4335" fmla="*/ 1094803 w 1628775"/>
                <a:gd name="connsiteY4335" fmla="*/ 101346 h 1371600"/>
                <a:gd name="connsiteX4336" fmla="*/ 1094518 w 1628775"/>
                <a:gd name="connsiteY4336" fmla="*/ 100870 h 1371600"/>
                <a:gd name="connsiteX4337" fmla="*/ 1093280 w 1628775"/>
                <a:gd name="connsiteY4337" fmla="*/ 99536 h 1371600"/>
                <a:gd name="connsiteX4338" fmla="*/ 1092994 w 1628775"/>
                <a:gd name="connsiteY4338" fmla="*/ 99060 h 1371600"/>
                <a:gd name="connsiteX4339" fmla="*/ 1093756 w 1628775"/>
                <a:gd name="connsiteY4339" fmla="*/ 98489 h 1371600"/>
                <a:gd name="connsiteX4340" fmla="*/ 1098042 w 1628775"/>
                <a:gd name="connsiteY4340" fmla="*/ 99060 h 1371600"/>
                <a:gd name="connsiteX4341" fmla="*/ 1098042 w 1628775"/>
                <a:gd name="connsiteY4341" fmla="*/ 98584 h 1371600"/>
                <a:gd name="connsiteX4342" fmla="*/ 1086231 w 1628775"/>
                <a:gd name="connsiteY4342" fmla="*/ 93917 h 1371600"/>
                <a:gd name="connsiteX4343" fmla="*/ 1078516 w 1628775"/>
                <a:gd name="connsiteY4343" fmla="*/ 89154 h 1371600"/>
                <a:gd name="connsiteX4344" fmla="*/ 1078039 w 1628775"/>
                <a:gd name="connsiteY4344" fmla="*/ 88773 h 1371600"/>
                <a:gd name="connsiteX4345" fmla="*/ 1076611 w 1628775"/>
                <a:gd name="connsiteY4345" fmla="*/ 87058 h 1371600"/>
                <a:gd name="connsiteX4346" fmla="*/ 1076611 w 1628775"/>
                <a:gd name="connsiteY4346" fmla="*/ 86677 h 1371600"/>
                <a:gd name="connsiteX4347" fmla="*/ 1075753 w 1628775"/>
                <a:gd name="connsiteY4347" fmla="*/ 84487 h 1371600"/>
                <a:gd name="connsiteX4348" fmla="*/ 1075182 w 1628775"/>
                <a:gd name="connsiteY4348" fmla="*/ 84106 h 1371600"/>
                <a:gd name="connsiteX4349" fmla="*/ 1072896 w 1628775"/>
                <a:gd name="connsiteY4349" fmla="*/ 83534 h 1371600"/>
                <a:gd name="connsiteX4350" fmla="*/ 1071944 w 1628775"/>
                <a:gd name="connsiteY4350" fmla="*/ 82677 h 1371600"/>
                <a:gd name="connsiteX4351" fmla="*/ 1069943 w 1628775"/>
                <a:gd name="connsiteY4351" fmla="*/ 80486 h 1371600"/>
                <a:gd name="connsiteX4352" fmla="*/ 1069086 w 1628775"/>
                <a:gd name="connsiteY4352" fmla="*/ 80010 h 1371600"/>
                <a:gd name="connsiteX4353" fmla="*/ 1068038 w 1628775"/>
                <a:gd name="connsiteY4353" fmla="*/ 79629 h 1371600"/>
                <a:gd name="connsiteX4354" fmla="*/ 1063466 w 1628775"/>
                <a:gd name="connsiteY4354" fmla="*/ 76010 h 1371600"/>
                <a:gd name="connsiteX4355" fmla="*/ 1059466 w 1628775"/>
                <a:gd name="connsiteY4355" fmla="*/ 71723 h 1371600"/>
                <a:gd name="connsiteX4356" fmla="*/ 1056227 w 1628775"/>
                <a:gd name="connsiteY4356" fmla="*/ 69437 h 1371600"/>
                <a:gd name="connsiteX4357" fmla="*/ 1054037 w 1628775"/>
                <a:gd name="connsiteY4357" fmla="*/ 65913 h 1371600"/>
                <a:gd name="connsiteX4358" fmla="*/ 1052322 w 1628775"/>
                <a:gd name="connsiteY4358" fmla="*/ 64960 h 1371600"/>
                <a:gd name="connsiteX4359" fmla="*/ 1042130 w 1628775"/>
                <a:gd name="connsiteY4359" fmla="*/ 53245 h 1371600"/>
                <a:gd name="connsiteX4360" fmla="*/ 1039558 w 1628775"/>
                <a:gd name="connsiteY4360" fmla="*/ 48768 h 1371600"/>
                <a:gd name="connsiteX4361" fmla="*/ 1037749 w 1628775"/>
                <a:gd name="connsiteY4361" fmla="*/ 47530 h 1371600"/>
                <a:gd name="connsiteX4362" fmla="*/ 1036892 w 1628775"/>
                <a:gd name="connsiteY4362" fmla="*/ 46006 h 1371600"/>
                <a:gd name="connsiteX4363" fmla="*/ 1032986 w 1628775"/>
                <a:gd name="connsiteY4363" fmla="*/ 37529 h 1371600"/>
                <a:gd name="connsiteX4364" fmla="*/ 1016222 w 1628775"/>
                <a:gd name="connsiteY4364" fmla="*/ 16574 h 1371600"/>
                <a:gd name="connsiteX4365" fmla="*/ 1014222 w 1628775"/>
                <a:gd name="connsiteY4365" fmla="*/ 14573 h 1371600"/>
                <a:gd name="connsiteX4366" fmla="*/ 1009650 w 1628775"/>
                <a:gd name="connsiteY4366" fmla="*/ 11144 h 1371600"/>
                <a:gd name="connsiteX4367" fmla="*/ 1007555 w 1628775"/>
                <a:gd name="connsiteY4367" fmla="*/ 8954 h 1371600"/>
                <a:gd name="connsiteX4368" fmla="*/ 1005269 w 1628775"/>
                <a:gd name="connsiteY4368" fmla="*/ 4858 h 1371600"/>
                <a:gd name="connsiteX4369" fmla="*/ 1004411 w 1628775"/>
                <a:gd name="connsiteY4369" fmla="*/ 4286 h 1371600"/>
                <a:gd name="connsiteX4370" fmla="*/ 1003649 w 1628775"/>
                <a:gd name="connsiteY4370" fmla="*/ 3905 h 1371600"/>
                <a:gd name="connsiteX4371" fmla="*/ 1003173 w 1628775"/>
                <a:gd name="connsiteY4371" fmla="*/ 2953 h 1371600"/>
                <a:gd name="connsiteX4372" fmla="*/ 1002316 w 1628775"/>
                <a:gd name="connsiteY4372" fmla="*/ 762 h 1371600"/>
                <a:gd name="connsiteX4373" fmla="*/ 1001458 w 1628775"/>
                <a:gd name="connsiteY4373" fmla="*/ 0 h 1371600"/>
                <a:gd name="connsiteX4374" fmla="*/ 1000125 w 1628775"/>
                <a:gd name="connsiteY4374" fmla="*/ 381 h 1371600"/>
                <a:gd name="connsiteX4375" fmla="*/ 998792 w 1628775"/>
                <a:gd name="connsiteY4375" fmla="*/ 1524 h 1371600"/>
                <a:gd name="connsiteX4376" fmla="*/ 998030 w 1628775"/>
                <a:gd name="connsiteY4376" fmla="*/ 2762 h 1371600"/>
                <a:gd name="connsiteX4377" fmla="*/ 997934 w 1628775"/>
                <a:gd name="connsiteY4377" fmla="*/ 3524 h 1371600"/>
                <a:gd name="connsiteX4378" fmla="*/ 997934 w 1628775"/>
                <a:gd name="connsiteY4378" fmla="*/ 4572 h 1371600"/>
                <a:gd name="connsiteX4379" fmla="*/ 997839 w 1628775"/>
                <a:gd name="connsiteY4379" fmla="*/ 5429 h 1371600"/>
                <a:gd name="connsiteX4380" fmla="*/ 997458 w 1628775"/>
                <a:gd name="connsiteY4380" fmla="*/ 5810 h 1371600"/>
                <a:gd name="connsiteX4381" fmla="*/ 996887 w 1628775"/>
                <a:gd name="connsiteY4381" fmla="*/ 6001 h 1371600"/>
                <a:gd name="connsiteX4382" fmla="*/ 995077 w 1628775"/>
                <a:gd name="connsiteY4382" fmla="*/ 7334 h 1371600"/>
                <a:gd name="connsiteX4383" fmla="*/ 992505 w 1628775"/>
                <a:gd name="connsiteY4383" fmla="*/ 8096 h 1371600"/>
                <a:gd name="connsiteX4384" fmla="*/ 990028 w 1628775"/>
                <a:gd name="connsiteY4384" fmla="*/ 8382 h 1371600"/>
                <a:gd name="connsiteX4385" fmla="*/ 988790 w 1628775"/>
                <a:gd name="connsiteY4385" fmla="*/ 8858 h 1371600"/>
                <a:gd name="connsiteX4386" fmla="*/ 988124 w 1628775"/>
                <a:gd name="connsiteY4386" fmla="*/ 8858 h 1371600"/>
                <a:gd name="connsiteX4387" fmla="*/ 987838 w 1628775"/>
                <a:gd name="connsiteY4387" fmla="*/ 8096 h 1371600"/>
                <a:gd name="connsiteX4388" fmla="*/ 987838 w 1628775"/>
                <a:gd name="connsiteY4388" fmla="*/ 7144 h 1371600"/>
                <a:gd name="connsiteX4389" fmla="*/ 987742 w 1628775"/>
                <a:gd name="connsiteY4389" fmla="*/ 6382 h 1371600"/>
                <a:gd name="connsiteX4390" fmla="*/ 987362 w 1628775"/>
                <a:gd name="connsiteY4390" fmla="*/ 5810 h 1371600"/>
                <a:gd name="connsiteX4391" fmla="*/ 986790 w 1628775"/>
                <a:gd name="connsiteY4391" fmla="*/ 5334 h 1371600"/>
                <a:gd name="connsiteX4392" fmla="*/ 985837 w 1628775"/>
                <a:gd name="connsiteY4392" fmla="*/ 6287 h 1371600"/>
                <a:gd name="connsiteX4393" fmla="*/ 985361 w 1628775"/>
                <a:gd name="connsiteY4393" fmla="*/ 7525 h 1371600"/>
                <a:gd name="connsiteX4394" fmla="*/ 985266 w 1628775"/>
                <a:gd name="connsiteY4394" fmla="*/ 8763 h 1371600"/>
                <a:gd name="connsiteX4395" fmla="*/ 985361 w 1628775"/>
                <a:gd name="connsiteY4395" fmla="*/ 9906 h 1371600"/>
                <a:gd name="connsiteX4396" fmla="*/ 985933 w 1628775"/>
                <a:gd name="connsiteY4396" fmla="*/ 12287 h 1371600"/>
                <a:gd name="connsiteX4397" fmla="*/ 985933 w 1628775"/>
                <a:gd name="connsiteY4397" fmla="*/ 13526 h 1371600"/>
                <a:gd name="connsiteX4398" fmla="*/ 984790 w 1628775"/>
                <a:gd name="connsiteY4398" fmla="*/ 15526 h 1371600"/>
                <a:gd name="connsiteX4399" fmla="*/ 984599 w 1628775"/>
                <a:gd name="connsiteY4399" fmla="*/ 16193 h 1371600"/>
                <a:gd name="connsiteX4400" fmla="*/ 984504 w 1628775"/>
                <a:gd name="connsiteY4400" fmla="*/ 16859 h 1371600"/>
                <a:gd name="connsiteX4401" fmla="*/ 984218 w 1628775"/>
                <a:gd name="connsiteY4401" fmla="*/ 17621 h 1371600"/>
                <a:gd name="connsiteX4402" fmla="*/ 983837 w 1628775"/>
                <a:gd name="connsiteY4402" fmla="*/ 18288 h 1371600"/>
                <a:gd name="connsiteX4403" fmla="*/ 982789 w 1628775"/>
                <a:gd name="connsiteY4403" fmla="*/ 19622 h 1371600"/>
                <a:gd name="connsiteX4404" fmla="*/ 982504 w 1628775"/>
                <a:gd name="connsiteY4404" fmla="*/ 20193 h 1371600"/>
                <a:gd name="connsiteX4405" fmla="*/ 982028 w 1628775"/>
                <a:gd name="connsiteY4405" fmla="*/ 23527 h 1371600"/>
                <a:gd name="connsiteX4406" fmla="*/ 982599 w 1628775"/>
                <a:gd name="connsiteY4406" fmla="*/ 26670 h 1371600"/>
                <a:gd name="connsiteX4407" fmla="*/ 989743 w 1628775"/>
                <a:gd name="connsiteY4407" fmla="*/ 42196 h 1371600"/>
                <a:gd name="connsiteX4408" fmla="*/ 991457 w 1628775"/>
                <a:gd name="connsiteY4408" fmla="*/ 47339 h 1371600"/>
                <a:gd name="connsiteX4409" fmla="*/ 992981 w 1628775"/>
                <a:gd name="connsiteY4409" fmla="*/ 56198 h 1371600"/>
                <a:gd name="connsiteX4410" fmla="*/ 993648 w 1628775"/>
                <a:gd name="connsiteY4410" fmla="*/ 65342 h 1371600"/>
                <a:gd name="connsiteX4411" fmla="*/ 993458 w 1628775"/>
                <a:gd name="connsiteY4411" fmla="*/ 68675 h 1371600"/>
                <a:gd name="connsiteX4412" fmla="*/ 991076 w 1628775"/>
                <a:gd name="connsiteY4412" fmla="*/ 81439 h 1371600"/>
                <a:gd name="connsiteX4413" fmla="*/ 986790 w 1628775"/>
                <a:gd name="connsiteY4413" fmla="*/ 89630 h 1371600"/>
                <a:gd name="connsiteX4414" fmla="*/ 986219 w 1628775"/>
                <a:gd name="connsiteY4414" fmla="*/ 92297 h 1371600"/>
                <a:gd name="connsiteX4415" fmla="*/ 986980 w 1628775"/>
                <a:gd name="connsiteY4415" fmla="*/ 107728 h 1371600"/>
                <a:gd name="connsiteX4416" fmla="*/ 986790 w 1628775"/>
                <a:gd name="connsiteY4416" fmla="*/ 110776 h 1371600"/>
                <a:gd name="connsiteX4417" fmla="*/ 986314 w 1628775"/>
                <a:gd name="connsiteY4417" fmla="*/ 113824 h 1371600"/>
                <a:gd name="connsiteX4418" fmla="*/ 985361 w 1628775"/>
                <a:gd name="connsiteY4418" fmla="*/ 117158 h 1371600"/>
                <a:gd name="connsiteX4419" fmla="*/ 984027 w 1628775"/>
                <a:gd name="connsiteY4419" fmla="*/ 119729 h 1371600"/>
                <a:gd name="connsiteX4420" fmla="*/ 982408 w 1628775"/>
                <a:gd name="connsiteY4420" fmla="*/ 121729 h 1371600"/>
                <a:gd name="connsiteX4421" fmla="*/ 979456 w 1628775"/>
                <a:gd name="connsiteY4421" fmla="*/ 124206 h 1371600"/>
                <a:gd name="connsiteX4422" fmla="*/ 978503 w 1628775"/>
                <a:gd name="connsiteY4422" fmla="*/ 124873 h 1371600"/>
                <a:gd name="connsiteX4423" fmla="*/ 977455 w 1628775"/>
                <a:gd name="connsiteY4423" fmla="*/ 125254 h 1371600"/>
                <a:gd name="connsiteX4424" fmla="*/ 975169 w 1628775"/>
                <a:gd name="connsiteY4424" fmla="*/ 125635 h 1371600"/>
                <a:gd name="connsiteX4425" fmla="*/ 973931 w 1628775"/>
                <a:gd name="connsiteY4425" fmla="*/ 126206 h 1371600"/>
                <a:gd name="connsiteX4426" fmla="*/ 972693 w 1628775"/>
                <a:gd name="connsiteY4426" fmla="*/ 126968 h 1371600"/>
                <a:gd name="connsiteX4427" fmla="*/ 971836 w 1628775"/>
                <a:gd name="connsiteY4427" fmla="*/ 127826 h 1371600"/>
                <a:gd name="connsiteX4428" fmla="*/ 970407 w 1628775"/>
                <a:gd name="connsiteY4428" fmla="*/ 130397 h 1371600"/>
                <a:gd name="connsiteX4429" fmla="*/ 969645 w 1628775"/>
                <a:gd name="connsiteY4429" fmla="*/ 132207 h 1371600"/>
                <a:gd name="connsiteX4430" fmla="*/ 969359 w 1628775"/>
                <a:gd name="connsiteY4430" fmla="*/ 133541 h 1371600"/>
                <a:gd name="connsiteX4431" fmla="*/ 969740 w 1628775"/>
                <a:gd name="connsiteY4431" fmla="*/ 135160 h 1371600"/>
                <a:gd name="connsiteX4432" fmla="*/ 970978 w 1628775"/>
                <a:gd name="connsiteY4432" fmla="*/ 138303 h 1371600"/>
                <a:gd name="connsiteX4433" fmla="*/ 970788 w 1628775"/>
                <a:gd name="connsiteY4433" fmla="*/ 139637 h 1371600"/>
                <a:gd name="connsiteX4434" fmla="*/ 971264 w 1628775"/>
                <a:gd name="connsiteY4434" fmla="*/ 140303 h 1371600"/>
                <a:gd name="connsiteX4435" fmla="*/ 972217 w 1628775"/>
                <a:gd name="connsiteY4435" fmla="*/ 143161 h 1371600"/>
                <a:gd name="connsiteX4436" fmla="*/ 971360 w 1628775"/>
                <a:gd name="connsiteY4436" fmla="*/ 144494 h 1371600"/>
                <a:gd name="connsiteX4437" fmla="*/ 970693 w 1628775"/>
                <a:gd name="connsiteY4437" fmla="*/ 145733 h 1371600"/>
                <a:gd name="connsiteX4438" fmla="*/ 970597 w 1628775"/>
                <a:gd name="connsiteY4438" fmla="*/ 147161 h 1371600"/>
                <a:gd name="connsiteX4439" fmla="*/ 971169 w 1628775"/>
                <a:gd name="connsiteY4439" fmla="*/ 149066 h 1371600"/>
                <a:gd name="connsiteX4440" fmla="*/ 974122 w 1628775"/>
                <a:gd name="connsiteY4440" fmla="*/ 153638 h 1371600"/>
                <a:gd name="connsiteX4441" fmla="*/ 974788 w 1628775"/>
                <a:gd name="connsiteY4441" fmla="*/ 155543 h 1371600"/>
                <a:gd name="connsiteX4442" fmla="*/ 974788 w 1628775"/>
                <a:gd name="connsiteY4442" fmla="*/ 158877 h 1371600"/>
                <a:gd name="connsiteX4443" fmla="*/ 973931 w 1628775"/>
                <a:gd name="connsiteY4443" fmla="*/ 162020 h 1371600"/>
                <a:gd name="connsiteX4444" fmla="*/ 972598 w 1628775"/>
                <a:gd name="connsiteY4444" fmla="*/ 164783 h 1371600"/>
                <a:gd name="connsiteX4445" fmla="*/ 971169 w 1628775"/>
                <a:gd name="connsiteY4445" fmla="*/ 166783 h 1371600"/>
                <a:gd name="connsiteX4446" fmla="*/ 967645 w 1628775"/>
                <a:gd name="connsiteY4446" fmla="*/ 170593 h 1371600"/>
                <a:gd name="connsiteX4447" fmla="*/ 963644 w 1628775"/>
                <a:gd name="connsiteY4447" fmla="*/ 173641 h 1371600"/>
                <a:gd name="connsiteX4448" fmla="*/ 962215 w 1628775"/>
                <a:gd name="connsiteY4448" fmla="*/ 174403 h 1371600"/>
                <a:gd name="connsiteX4449" fmla="*/ 961453 w 1628775"/>
                <a:gd name="connsiteY4449" fmla="*/ 174593 h 1371600"/>
                <a:gd name="connsiteX4450" fmla="*/ 960501 w 1628775"/>
                <a:gd name="connsiteY4450" fmla="*/ 174593 h 1371600"/>
                <a:gd name="connsiteX4451" fmla="*/ 959834 w 1628775"/>
                <a:gd name="connsiteY4451" fmla="*/ 174403 h 1371600"/>
                <a:gd name="connsiteX4452" fmla="*/ 958691 w 1628775"/>
                <a:gd name="connsiteY4452" fmla="*/ 173736 h 1371600"/>
                <a:gd name="connsiteX4453" fmla="*/ 957358 w 1628775"/>
                <a:gd name="connsiteY4453" fmla="*/ 173450 h 1371600"/>
                <a:gd name="connsiteX4454" fmla="*/ 955167 w 1628775"/>
                <a:gd name="connsiteY4454" fmla="*/ 172498 h 1371600"/>
                <a:gd name="connsiteX4455" fmla="*/ 953167 w 1628775"/>
                <a:gd name="connsiteY4455" fmla="*/ 172212 h 1371600"/>
                <a:gd name="connsiteX4456" fmla="*/ 952595 w 1628775"/>
                <a:gd name="connsiteY4456" fmla="*/ 172022 h 1371600"/>
                <a:gd name="connsiteX4457" fmla="*/ 951643 w 1628775"/>
                <a:gd name="connsiteY4457" fmla="*/ 170688 h 1371600"/>
                <a:gd name="connsiteX4458" fmla="*/ 952024 w 1628775"/>
                <a:gd name="connsiteY4458" fmla="*/ 169450 h 1371600"/>
                <a:gd name="connsiteX4459" fmla="*/ 952595 w 1628775"/>
                <a:gd name="connsiteY4459" fmla="*/ 168497 h 1371600"/>
                <a:gd name="connsiteX4460" fmla="*/ 952024 w 1628775"/>
                <a:gd name="connsiteY4460" fmla="*/ 168116 h 1371600"/>
                <a:gd name="connsiteX4461" fmla="*/ 950785 w 1628775"/>
                <a:gd name="connsiteY4461" fmla="*/ 168307 h 1371600"/>
                <a:gd name="connsiteX4462" fmla="*/ 946785 w 1628775"/>
                <a:gd name="connsiteY4462" fmla="*/ 169926 h 1371600"/>
                <a:gd name="connsiteX4463" fmla="*/ 941356 w 1628775"/>
                <a:gd name="connsiteY4463" fmla="*/ 170783 h 1371600"/>
                <a:gd name="connsiteX4464" fmla="*/ 940593 w 1628775"/>
                <a:gd name="connsiteY4464" fmla="*/ 170593 h 1371600"/>
                <a:gd name="connsiteX4465" fmla="*/ 940117 w 1628775"/>
                <a:gd name="connsiteY4465" fmla="*/ 170212 h 1371600"/>
                <a:gd name="connsiteX4466" fmla="*/ 939355 w 1628775"/>
                <a:gd name="connsiteY4466" fmla="*/ 169164 h 1371600"/>
                <a:gd name="connsiteX4467" fmla="*/ 938879 w 1628775"/>
                <a:gd name="connsiteY4467" fmla="*/ 168593 h 1371600"/>
                <a:gd name="connsiteX4468" fmla="*/ 935069 w 1628775"/>
                <a:gd name="connsiteY4468" fmla="*/ 166783 h 1371600"/>
                <a:gd name="connsiteX4469" fmla="*/ 934021 w 1628775"/>
                <a:gd name="connsiteY4469" fmla="*/ 165926 h 1371600"/>
                <a:gd name="connsiteX4470" fmla="*/ 932402 w 1628775"/>
                <a:gd name="connsiteY4470" fmla="*/ 163830 h 1371600"/>
                <a:gd name="connsiteX4471" fmla="*/ 931450 w 1628775"/>
                <a:gd name="connsiteY4471" fmla="*/ 162973 h 1371600"/>
                <a:gd name="connsiteX4472" fmla="*/ 926973 w 1628775"/>
                <a:gd name="connsiteY4472" fmla="*/ 159639 h 1371600"/>
                <a:gd name="connsiteX4473" fmla="*/ 926116 w 1628775"/>
                <a:gd name="connsiteY4473" fmla="*/ 159258 h 1371600"/>
                <a:gd name="connsiteX4474" fmla="*/ 925735 w 1628775"/>
                <a:gd name="connsiteY4474" fmla="*/ 158972 h 1371600"/>
                <a:gd name="connsiteX4475" fmla="*/ 925163 w 1628775"/>
                <a:gd name="connsiteY4475" fmla="*/ 158401 h 1371600"/>
                <a:gd name="connsiteX4476" fmla="*/ 924496 w 1628775"/>
                <a:gd name="connsiteY4476" fmla="*/ 157925 h 1371600"/>
                <a:gd name="connsiteX4477" fmla="*/ 923735 w 1628775"/>
                <a:gd name="connsiteY4477" fmla="*/ 157829 h 1371600"/>
                <a:gd name="connsiteX4478" fmla="*/ 923258 w 1628775"/>
                <a:gd name="connsiteY4478" fmla="*/ 158210 h 1371600"/>
                <a:gd name="connsiteX4479" fmla="*/ 923068 w 1628775"/>
                <a:gd name="connsiteY4479" fmla="*/ 158877 h 1371600"/>
                <a:gd name="connsiteX4480" fmla="*/ 922877 w 1628775"/>
                <a:gd name="connsiteY4480" fmla="*/ 159639 h 1371600"/>
                <a:gd name="connsiteX4481" fmla="*/ 922592 w 1628775"/>
                <a:gd name="connsiteY4481" fmla="*/ 160306 h 1371600"/>
                <a:gd name="connsiteX4482" fmla="*/ 921543 w 1628775"/>
                <a:gd name="connsiteY4482" fmla="*/ 161068 h 1371600"/>
                <a:gd name="connsiteX4483" fmla="*/ 920305 w 1628775"/>
                <a:gd name="connsiteY4483" fmla="*/ 161354 h 1371600"/>
                <a:gd name="connsiteX4484" fmla="*/ 917734 w 1628775"/>
                <a:gd name="connsiteY4484" fmla="*/ 161354 h 1371600"/>
                <a:gd name="connsiteX4485" fmla="*/ 916114 w 1628775"/>
                <a:gd name="connsiteY4485" fmla="*/ 166688 h 1371600"/>
                <a:gd name="connsiteX4486" fmla="*/ 916591 w 1628775"/>
                <a:gd name="connsiteY4486" fmla="*/ 169545 h 1371600"/>
                <a:gd name="connsiteX4487" fmla="*/ 918210 w 1628775"/>
                <a:gd name="connsiteY4487" fmla="*/ 171545 h 1371600"/>
                <a:gd name="connsiteX4488" fmla="*/ 920210 w 1628775"/>
                <a:gd name="connsiteY4488" fmla="*/ 173165 h 1371600"/>
                <a:gd name="connsiteX4489" fmla="*/ 921925 w 1628775"/>
                <a:gd name="connsiteY4489" fmla="*/ 175070 h 1371600"/>
                <a:gd name="connsiteX4490" fmla="*/ 924496 w 1628775"/>
                <a:gd name="connsiteY4490" fmla="*/ 178784 h 1371600"/>
                <a:gd name="connsiteX4491" fmla="*/ 924878 w 1628775"/>
                <a:gd name="connsiteY4491" fmla="*/ 179832 h 1371600"/>
                <a:gd name="connsiteX4492" fmla="*/ 925258 w 1628775"/>
                <a:gd name="connsiteY4492" fmla="*/ 181451 h 1371600"/>
                <a:gd name="connsiteX4493" fmla="*/ 926021 w 1628775"/>
                <a:gd name="connsiteY4493" fmla="*/ 182594 h 1371600"/>
                <a:gd name="connsiteX4494" fmla="*/ 926592 w 1628775"/>
                <a:gd name="connsiteY4494" fmla="*/ 183642 h 1371600"/>
                <a:gd name="connsiteX4495" fmla="*/ 926306 w 1628775"/>
                <a:gd name="connsiteY4495" fmla="*/ 184976 h 1371600"/>
                <a:gd name="connsiteX4496" fmla="*/ 925354 w 1628775"/>
                <a:gd name="connsiteY4496" fmla="*/ 186119 h 1371600"/>
                <a:gd name="connsiteX4497" fmla="*/ 923163 w 1628775"/>
                <a:gd name="connsiteY4497" fmla="*/ 187643 h 1371600"/>
                <a:gd name="connsiteX4498" fmla="*/ 919544 w 1628775"/>
                <a:gd name="connsiteY4498" fmla="*/ 191262 h 1371600"/>
                <a:gd name="connsiteX4499" fmla="*/ 918686 w 1628775"/>
                <a:gd name="connsiteY4499" fmla="*/ 192310 h 1371600"/>
                <a:gd name="connsiteX4500" fmla="*/ 917352 w 1628775"/>
                <a:gd name="connsiteY4500" fmla="*/ 195263 h 1371600"/>
                <a:gd name="connsiteX4501" fmla="*/ 916591 w 1628775"/>
                <a:gd name="connsiteY4501" fmla="*/ 196596 h 1371600"/>
                <a:gd name="connsiteX4502" fmla="*/ 915638 w 1628775"/>
                <a:gd name="connsiteY4502" fmla="*/ 197168 h 1371600"/>
                <a:gd name="connsiteX4503" fmla="*/ 915257 w 1628775"/>
                <a:gd name="connsiteY4503" fmla="*/ 197929 h 1371600"/>
                <a:gd name="connsiteX4504" fmla="*/ 915162 w 1628775"/>
                <a:gd name="connsiteY4504" fmla="*/ 199549 h 1371600"/>
                <a:gd name="connsiteX4505" fmla="*/ 914781 w 1628775"/>
                <a:gd name="connsiteY4505" fmla="*/ 201263 h 1371600"/>
                <a:gd name="connsiteX4506" fmla="*/ 913638 w 1628775"/>
                <a:gd name="connsiteY4506" fmla="*/ 202121 h 1371600"/>
                <a:gd name="connsiteX4507" fmla="*/ 912590 w 1628775"/>
                <a:gd name="connsiteY4507" fmla="*/ 201835 h 1371600"/>
                <a:gd name="connsiteX4508" fmla="*/ 911828 w 1628775"/>
                <a:gd name="connsiteY4508" fmla="*/ 200977 h 1371600"/>
                <a:gd name="connsiteX4509" fmla="*/ 910590 w 1628775"/>
                <a:gd name="connsiteY4509" fmla="*/ 198977 h 1371600"/>
                <a:gd name="connsiteX4510" fmla="*/ 909447 w 1628775"/>
                <a:gd name="connsiteY4510" fmla="*/ 198025 h 1371600"/>
                <a:gd name="connsiteX4511" fmla="*/ 908590 w 1628775"/>
                <a:gd name="connsiteY4511" fmla="*/ 198311 h 1371600"/>
                <a:gd name="connsiteX4512" fmla="*/ 907827 w 1628775"/>
                <a:gd name="connsiteY4512" fmla="*/ 199358 h 1371600"/>
                <a:gd name="connsiteX4513" fmla="*/ 906494 w 1628775"/>
                <a:gd name="connsiteY4513" fmla="*/ 202121 h 1371600"/>
                <a:gd name="connsiteX4514" fmla="*/ 906018 w 1628775"/>
                <a:gd name="connsiteY4514" fmla="*/ 202787 h 1371600"/>
                <a:gd name="connsiteX4515" fmla="*/ 905542 w 1628775"/>
                <a:gd name="connsiteY4515" fmla="*/ 203073 h 1371600"/>
                <a:gd name="connsiteX4516" fmla="*/ 904875 w 1628775"/>
                <a:gd name="connsiteY4516" fmla="*/ 203168 h 1371600"/>
                <a:gd name="connsiteX4517" fmla="*/ 904303 w 1628775"/>
                <a:gd name="connsiteY4517" fmla="*/ 203359 h 1371600"/>
                <a:gd name="connsiteX4518" fmla="*/ 903827 w 1628775"/>
                <a:gd name="connsiteY4518" fmla="*/ 203740 h 1371600"/>
                <a:gd name="connsiteX4519" fmla="*/ 901637 w 1628775"/>
                <a:gd name="connsiteY4519" fmla="*/ 206597 h 1371600"/>
                <a:gd name="connsiteX4520" fmla="*/ 900779 w 1628775"/>
                <a:gd name="connsiteY4520" fmla="*/ 207169 h 1371600"/>
                <a:gd name="connsiteX4521" fmla="*/ 899541 w 1628775"/>
                <a:gd name="connsiteY4521" fmla="*/ 207454 h 1371600"/>
                <a:gd name="connsiteX4522" fmla="*/ 894397 w 1628775"/>
                <a:gd name="connsiteY4522" fmla="*/ 207740 h 1371600"/>
                <a:gd name="connsiteX4523" fmla="*/ 892302 w 1628775"/>
                <a:gd name="connsiteY4523" fmla="*/ 208693 h 1371600"/>
                <a:gd name="connsiteX4524" fmla="*/ 890492 w 1628775"/>
                <a:gd name="connsiteY4524" fmla="*/ 211265 h 1371600"/>
                <a:gd name="connsiteX4525" fmla="*/ 889920 w 1628775"/>
                <a:gd name="connsiteY4525" fmla="*/ 214027 h 1371600"/>
                <a:gd name="connsiteX4526" fmla="*/ 890778 w 1628775"/>
                <a:gd name="connsiteY4526" fmla="*/ 219361 h 1371600"/>
                <a:gd name="connsiteX4527" fmla="*/ 890778 w 1628775"/>
                <a:gd name="connsiteY4527" fmla="*/ 222599 h 1371600"/>
                <a:gd name="connsiteX4528" fmla="*/ 890111 w 1628775"/>
                <a:gd name="connsiteY4528" fmla="*/ 225838 h 1371600"/>
                <a:gd name="connsiteX4529" fmla="*/ 889540 w 1628775"/>
                <a:gd name="connsiteY4529" fmla="*/ 227362 h 1371600"/>
                <a:gd name="connsiteX4530" fmla="*/ 887349 w 1628775"/>
                <a:gd name="connsiteY4530" fmla="*/ 230981 h 1371600"/>
                <a:gd name="connsiteX4531" fmla="*/ 886682 w 1628775"/>
                <a:gd name="connsiteY4531" fmla="*/ 232410 h 1371600"/>
                <a:gd name="connsiteX4532" fmla="*/ 886396 w 1628775"/>
                <a:gd name="connsiteY4532" fmla="*/ 233839 h 1371600"/>
                <a:gd name="connsiteX4533" fmla="*/ 886968 w 1628775"/>
                <a:gd name="connsiteY4533" fmla="*/ 236696 h 1371600"/>
                <a:gd name="connsiteX4534" fmla="*/ 887444 w 1628775"/>
                <a:gd name="connsiteY4534" fmla="*/ 238411 h 1371600"/>
                <a:gd name="connsiteX4535" fmla="*/ 888016 w 1628775"/>
                <a:gd name="connsiteY4535" fmla="*/ 239173 h 1371600"/>
                <a:gd name="connsiteX4536" fmla="*/ 890397 w 1628775"/>
                <a:gd name="connsiteY4536" fmla="*/ 241078 h 1371600"/>
                <a:gd name="connsiteX4537" fmla="*/ 892016 w 1628775"/>
                <a:gd name="connsiteY4537" fmla="*/ 241649 h 1371600"/>
                <a:gd name="connsiteX4538" fmla="*/ 892492 w 1628775"/>
                <a:gd name="connsiteY4538" fmla="*/ 242030 h 1371600"/>
                <a:gd name="connsiteX4539" fmla="*/ 893540 w 1628775"/>
                <a:gd name="connsiteY4539" fmla="*/ 244126 h 1371600"/>
                <a:gd name="connsiteX4540" fmla="*/ 893826 w 1628775"/>
                <a:gd name="connsiteY4540" fmla="*/ 244507 h 1371600"/>
                <a:gd name="connsiteX4541" fmla="*/ 893921 w 1628775"/>
                <a:gd name="connsiteY4541" fmla="*/ 244793 h 1371600"/>
                <a:gd name="connsiteX4542" fmla="*/ 894874 w 1628775"/>
                <a:gd name="connsiteY4542" fmla="*/ 246031 h 1371600"/>
                <a:gd name="connsiteX4543" fmla="*/ 900112 w 1628775"/>
                <a:gd name="connsiteY4543" fmla="*/ 248412 h 1371600"/>
                <a:gd name="connsiteX4544" fmla="*/ 901827 w 1628775"/>
                <a:gd name="connsiteY4544" fmla="*/ 250222 h 1371600"/>
                <a:gd name="connsiteX4545" fmla="*/ 904494 w 1628775"/>
                <a:gd name="connsiteY4545" fmla="*/ 255079 h 1371600"/>
                <a:gd name="connsiteX4546" fmla="*/ 906208 w 1628775"/>
                <a:gd name="connsiteY4546" fmla="*/ 257080 h 1371600"/>
                <a:gd name="connsiteX4547" fmla="*/ 905828 w 1628775"/>
                <a:gd name="connsiteY4547" fmla="*/ 258127 h 1371600"/>
                <a:gd name="connsiteX4548" fmla="*/ 905923 w 1628775"/>
                <a:gd name="connsiteY4548" fmla="*/ 259461 h 1371600"/>
                <a:gd name="connsiteX4549" fmla="*/ 906208 w 1628775"/>
                <a:gd name="connsiteY4549" fmla="*/ 260795 h 1371600"/>
                <a:gd name="connsiteX4550" fmla="*/ 906589 w 1628775"/>
                <a:gd name="connsiteY4550" fmla="*/ 261938 h 1371600"/>
                <a:gd name="connsiteX4551" fmla="*/ 906399 w 1628775"/>
                <a:gd name="connsiteY4551" fmla="*/ 262414 h 1371600"/>
                <a:gd name="connsiteX4552" fmla="*/ 906399 w 1628775"/>
                <a:gd name="connsiteY4552" fmla="*/ 263557 h 1371600"/>
                <a:gd name="connsiteX4553" fmla="*/ 906304 w 1628775"/>
                <a:gd name="connsiteY4553" fmla="*/ 264414 h 1371600"/>
                <a:gd name="connsiteX4554" fmla="*/ 905732 w 1628775"/>
                <a:gd name="connsiteY4554" fmla="*/ 264700 h 1371600"/>
                <a:gd name="connsiteX4555" fmla="*/ 905351 w 1628775"/>
                <a:gd name="connsiteY4555" fmla="*/ 264986 h 1371600"/>
                <a:gd name="connsiteX4556" fmla="*/ 905161 w 1628775"/>
                <a:gd name="connsiteY4556" fmla="*/ 265367 h 1371600"/>
                <a:gd name="connsiteX4557" fmla="*/ 905161 w 1628775"/>
                <a:gd name="connsiteY4557" fmla="*/ 265748 h 1371600"/>
                <a:gd name="connsiteX4558" fmla="*/ 905542 w 1628775"/>
                <a:gd name="connsiteY4558" fmla="*/ 266319 h 1371600"/>
                <a:gd name="connsiteX4559" fmla="*/ 905542 w 1628775"/>
                <a:gd name="connsiteY4559" fmla="*/ 266700 h 1371600"/>
                <a:gd name="connsiteX4560" fmla="*/ 905446 w 1628775"/>
                <a:gd name="connsiteY4560" fmla="*/ 268319 h 1371600"/>
                <a:gd name="connsiteX4561" fmla="*/ 905256 w 1628775"/>
                <a:gd name="connsiteY4561" fmla="*/ 268986 h 1371600"/>
                <a:gd name="connsiteX4562" fmla="*/ 904780 w 1628775"/>
                <a:gd name="connsiteY4562" fmla="*/ 269653 h 1371600"/>
                <a:gd name="connsiteX4563" fmla="*/ 904303 w 1628775"/>
                <a:gd name="connsiteY4563" fmla="*/ 269748 h 1371600"/>
                <a:gd name="connsiteX4564" fmla="*/ 903160 w 1628775"/>
                <a:gd name="connsiteY4564" fmla="*/ 269653 h 1371600"/>
                <a:gd name="connsiteX4565" fmla="*/ 902970 w 1628775"/>
                <a:gd name="connsiteY4565" fmla="*/ 269939 h 1371600"/>
                <a:gd name="connsiteX4566" fmla="*/ 902303 w 1628775"/>
                <a:gd name="connsiteY4566" fmla="*/ 272796 h 1371600"/>
                <a:gd name="connsiteX4567" fmla="*/ 899541 w 1628775"/>
                <a:gd name="connsiteY4567" fmla="*/ 277273 h 1371600"/>
                <a:gd name="connsiteX4568" fmla="*/ 898684 w 1628775"/>
                <a:gd name="connsiteY4568" fmla="*/ 281654 h 1371600"/>
                <a:gd name="connsiteX4569" fmla="*/ 897636 w 1628775"/>
                <a:gd name="connsiteY4569" fmla="*/ 283845 h 1371600"/>
                <a:gd name="connsiteX4570" fmla="*/ 897446 w 1628775"/>
                <a:gd name="connsiteY4570" fmla="*/ 285369 h 1371600"/>
                <a:gd name="connsiteX4571" fmla="*/ 897636 w 1628775"/>
                <a:gd name="connsiteY4571" fmla="*/ 286893 h 1371600"/>
                <a:gd name="connsiteX4572" fmla="*/ 899255 w 1628775"/>
                <a:gd name="connsiteY4572" fmla="*/ 290894 h 1371600"/>
                <a:gd name="connsiteX4573" fmla="*/ 900017 w 1628775"/>
                <a:gd name="connsiteY4573" fmla="*/ 293846 h 1371600"/>
                <a:gd name="connsiteX4574" fmla="*/ 900589 w 1628775"/>
                <a:gd name="connsiteY4574" fmla="*/ 295180 h 1371600"/>
                <a:gd name="connsiteX4575" fmla="*/ 901351 w 1628775"/>
                <a:gd name="connsiteY4575" fmla="*/ 295751 h 1371600"/>
                <a:gd name="connsiteX4576" fmla="*/ 901922 w 1628775"/>
                <a:gd name="connsiteY4576" fmla="*/ 295942 h 1371600"/>
                <a:gd name="connsiteX4577" fmla="*/ 903256 w 1628775"/>
                <a:gd name="connsiteY4577" fmla="*/ 296990 h 1371600"/>
                <a:gd name="connsiteX4578" fmla="*/ 903922 w 1628775"/>
                <a:gd name="connsiteY4578" fmla="*/ 297180 h 1371600"/>
                <a:gd name="connsiteX4579" fmla="*/ 904399 w 1628775"/>
                <a:gd name="connsiteY4579" fmla="*/ 297085 h 1371600"/>
                <a:gd name="connsiteX4580" fmla="*/ 905256 w 1628775"/>
                <a:gd name="connsiteY4580" fmla="*/ 296704 h 1371600"/>
                <a:gd name="connsiteX4581" fmla="*/ 905828 w 1628775"/>
                <a:gd name="connsiteY4581" fmla="*/ 296704 h 1371600"/>
                <a:gd name="connsiteX4582" fmla="*/ 908304 w 1628775"/>
                <a:gd name="connsiteY4582" fmla="*/ 297942 h 1371600"/>
                <a:gd name="connsiteX4583" fmla="*/ 909542 w 1628775"/>
                <a:gd name="connsiteY4583" fmla="*/ 298133 h 1371600"/>
                <a:gd name="connsiteX4584" fmla="*/ 910114 w 1628775"/>
                <a:gd name="connsiteY4584" fmla="*/ 296990 h 1371600"/>
                <a:gd name="connsiteX4585" fmla="*/ 910495 w 1628775"/>
                <a:gd name="connsiteY4585" fmla="*/ 295561 h 1371600"/>
                <a:gd name="connsiteX4586" fmla="*/ 911257 w 1628775"/>
                <a:gd name="connsiteY4586" fmla="*/ 294227 h 1371600"/>
                <a:gd name="connsiteX4587" fmla="*/ 912209 w 1628775"/>
                <a:gd name="connsiteY4587" fmla="*/ 293180 h 1371600"/>
                <a:gd name="connsiteX4588" fmla="*/ 912971 w 1628775"/>
                <a:gd name="connsiteY4588" fmla="*/ 292513 h 1371600"/>
                <a:gd name="connsiteX4589" fmla="*/ 919639 w 1628775"/>
                <a:gd name="connsiteY4589" fmla="*/ 290322 h 1371600"/>
                <a:gd name="connsiteX4590" fmla="*/ 921353 w 1628775"/>
                <a:gd name="connsiteY4590" fmla="*/ 289084 h 1371600"/>
                <a:gd name="connsiteX4591" fmla="*/ 921925 w 1628775"/>
                <a:gd name="connsiteY4591" fmla="*/ 286798 h 1371600"/>
                <a:gd name="connsiteX4592" fmla="*/ 921449 w 1628775"/>
                <a:gd name="connsiteY4592" fmla="*/ 281083 h 1371600"/>
                <a:gd name="connsiteX4593" fmla="*/ 922496 w 1628775"/>
                <a:gd name="connsiteY4593" fmla="*/ 278511 h 1371600"/>
                <a:gd name="connsiteX4594" fmla="*/ 923353 w 1628775"/>
                <a:gd name="connsiteY4594" fmla="*/ 278035 h 1371600"/>
                <a:gd name="connsiteX4595" fmla="*/ 926211 w 1628775"/>
                <a:gd name="connsiteY4595" fmla="*/ 277273 h 1371600"/>
                <a:gd name="connsiteX4596" fmla="*/ 926783 w 1628775"/>
                <a:gd name="connsiteY4596" fmla="*/ 276797 h 1371600"/>
                <a:gd name="connsiteX4597" fmla="*/ 927259 w 1628775"/>
                <a:gd name="connsiteY4597" fmla="*/ 276320 h 1371600"/>
                <a:gd name="connsiteX4598" fmla="*/ 930402 w 1628775"/>
                <a:gd name="connsiteY4598" fmla="*/ 274701 h 1371600"/>
                <a:gd name="connsiteX4599" fmla="*/ 930974 w 1628775"/>
                <a:gd name="connsiteY4599" fmla="*/ 273368 h 1371600"/>
                <a:gd name="connsiteX4600" fmla="*/ 931831 w 1628775"/>
                <a:gd name="connsiteY4600" fmla="*/ 270415 h 1371600"/>
                <a:gd name="connsiteX4601" fmla="*/ 932402 w 1628775"/>
                <a:gd name="connsiteY4601" fmla="*/ 269177 h 1371600"/>
                <a:gd name="connsiteX4602" fmla="*/ 933355 w 1628775"/>
                <a:gd name="connsiteY4602" fmla="*/ 268319 h 1371600"/>
                <a:gd name="connsiteX4603" fmla="*/ 934688 w 1628775"/>
                <a:gd name="connsiteY4603" fmla="*/ 268129 h 1371600"/>
                <a:gd name="connsiteX4604" fmla="*/ 935926 w 1628775"/>
                <a:gd name="connsiteY4604" fmla="*/ 268510 h 1371600"/>
                <a:gd name="connsiteX4605" fmla="*/ 936879 w 1628775"/>
                <a:gd name="connsiteY4605" fmla="*/ 269462 h 1371600"/>
                <a:gd name="connsiteX4606" fmla="*/ 937165 w 1628775"/>
                <a:gd name="connsiteY4606" fmla="*/ 270701 h 1371600"/>
                <a:gd name="connsiteX4607" fmla="*/ 936593 w 1628775"/>
                <a:gd name="connsiteY4607" fmla="*/ 271463 h 1371600"/>
                <a:gd name="connsiteX4608" fmla="*/ 935736 w 1628775"/>
                <a:gd name="connsiteY4608" fmla="*/ 272129 h 1371600"/>
                <a:gd name="connsiteX4609" fmla="*/ 935260 w 1628775"/>
                <a:gd name="connsiteY4609" fmla="*/ 273177 h 1371600"/>
                <a:gd name="connsiteX4610" fmla="*/ 935736 w 1628775"/>
                <a:gd name="connsiteY4610" fmla="*/ 274225 h 1371600"/>
                <a:gd name="connsiteX4611" fmla="*/ 936879 w 1628775"/>
                <a:gd name="connsiteY4611" fmla="*/ 273939 h 1371600"/>
                <a:gd name="connsiteX4612" fmla="*/ 939260 w 1628775"/>
                <a:gd name="connsiteY4612" fmla="*/ 272510 h 1371600"/>
                <a:gd name="connsiteX4613" fmla="*/ 941832 w 1628775"/>
                <a:gd name="connsiteY4613" fmla="*/ 272510 h 1371600"/>
                <a:gd name="connsiteX4614" fmla="*/ 944499 w 1628775"/>
                <a:gd name="connsiteY4614" fmla="*/ 273368 h 1371600"/>
                <a:gd name="connsiteX4615" fmla="*/ 948976 w 1628775"/>
                <a:gd name="connsiteY4615" fmla="*/ 275939 h 1371600"/>
                <a:gd name="connsiteX4616" fmla="*/ 951452 w 1628775"/>
                <a:gd name="connsiteY4616" fmla="*/ 276606 h 1371600"/>
                <a:gd name="connsiteX4617" fmla="*/ 953357 w 1628775"/>
                <a:gd name="connsiteY4617" fmla="*/ 275749 h 1371600"/>
                <a:gd name="connsiteX4618" fmla="*/ 956595 w 1628775"/>
                <a:gd name="connsiteY4618" fmla="*/ 272510 h 1371600"/>
                <a:gd name="connsiteX4619" fmla="*/ 957548 w 1628775"/>
                <a:gd name="connsiteY4619" fmla="*/ 271844 h 1371600"/>
                <a:gd name="connsiteX4620" fmla="*/ 958691 w 1628775"/>
                <a:gd name="connsiteY4620" fmla="*/ 271367 h 1371600"/>
                <a:gd name="connsiteX4621" fmla="*/ 961168 w 1628775"/>
                <a:gd name="connsiteY4621" fmla="*/ 270986 h 1371600"/>
                <a:gd name="connsiteX4622" fmla="*/ 961644 w 1628775"/>
                <a:gd name="connsiteY4622" fmla="*/ 270415 h 1371600"/>
                <a:gd name="connsiteX4623" fmla="*/ 960786 w 1628775"/>
                <a:gd name="connsiteY4623" fmla="*/ 269081 h 1371600"/>
                <a:gd name="connsiteX4624" fmla="*/ 956786 w 1628775"/>
                <a:gd name="connsiteY4624" fmla="*/ 265271 h 1371600"/>
                <a:gd name="connsiteX4625" fmla="*/ 955548 w 1628775"/>
                <a:gd name="connsiteY4625" fmla="*/ 264509 h 1371600"/>
                <a:gd name="connsiteX4626" fmla="*/ 954310 w 1628775"/>
                <a:gd name="connsiteY4626" fmla="*/ 264224 h 1371600"/>
                <a:gd name="connsiteX4627" fmla="*/ 952976 w 1628775"/>
                <a:gd name="connsiteY4627" fmla="*/ 264128 h 1371600"/>
                <a:gd name="connsiteX4628" fmla="*/ 951833 w 1628775"/>
                <a:gd name="connsiteY4628" fmla="*/ 263747 h 1371600"/>
                <a:gd name="connsiteX4629" fmla="*/ 950785 w 1628775"/>
                <a:gd name="connsiteY4629" fmla="*/ 263176 h 1371600"/>
                <a:gd name="connsiteX4630" fmla="*/ 949833 w 1628775"/>
                <a:gd name="connsiteY4630" fmla="*/ 262319 h 1371600"/>
                <a:gd name="connsiteX4631" fmla="*/ 946404 w 1628775"/>
                <a:gd name="connsiteY4631" fmla="*/ 257747 h 1371600"/>
                <a:gd name="connsiteX4632" fmla="*/ 945547 w 1628775"/>
                <a:gd name="connsiteY4632" fmla="*/ 256889 h 1371600"/>
                <a:gd name="connsiteX4633" fmla="*/ 943546 w 1628775"/>
                <a:gd name="connsiteY4633" fmla="*/ 255461 h 1371600"/>
                <a:gd name="connsiteX4634" fmla="*/ 942689 w 1628775"/>
                <a:gd name="connsiteY4634" fmla="*/ 254603 h 1371600"/>
                <a:gd name="connsiteX4635" fmla="*/ 940213 w 1628775"/>
                <a:gd name="connsiteY4635" fmla="*/ 250984 h 1371600"/>
                <a:gd name="connsiteX4636" fmla="*/ 939355 w 1628775"/>
                <a:gd name="connsiteY4636" fmla="*/ 248984 h 1371600"/>
                <a:gd name="connsiteX4637" fmla="*/ 936212 w 1628775"/>
                <a:gd name="connsiteY4637" fmla="*/ 246793 h 1371600"/>
                <a:gd name="connsiteX4638" fmla="*/ 935164 w 1628775"/>
                <a:gd name="connsiteY4638" fmla="*/ 247269 h 1371600"/>
                <a:gd name="connsiteX4639" fmla="*/ 934117 w 1628775"/>
                <a:gd name="connsiteY4639" fmla="*/ 247555 h 1371600"/>
                <a:gd name="connsiteX4640" fmla="*/ 930783 w 1628775"/>
                <a:gd name="connsiteY4640" fmla="*/ 247841 h 1371600"/>
                <a:gd name="connsiteX4641" fmla="*/ 928783 w 1628775"/>
                <a:gd name="connsiteY4641" fmla="*/ 248507 h 1371600"/>
                <a:gd name="connsiteX4642" fmla="*/ 927544 w 1628775"/>
                <a:gd name="connsiteY4642" fmla="*/ 248698 h 1371600"/>
                <a:gd name="connsiteX4643" fmla="*/ 926592 w 1628775"/>
                <a:gd name="connsiteY4643" fmla="*/ 248222 h 1371600"/>
                <a:gd name="connsiteX4644" fmla="*/ 922686 w 1628775"/>
                <a:gd name="connsiteY4644" fmla="*/ 243840 h 1371600"/>
                <a:gd name="connsiteX4645" fmla="*/ 920972 w 1628775"/>
                <a:gd name="connsiteY4645" fmla="*/ 242506 h 1371600"/>
                <a:gd name="connsiteX4646" fmla="*/ 915543 w 1628775"/>
                <a:gd name="connsiteY4646" fmla="*/ 239554 h 1371600"/>
                <a:gd name="connsiteX4647" fmla="*/ 913924 w 1628775"/>
                <a:gd name="connsiteY4647" fmla="*/ 237744 h 1371600"/>
                <a:gd name="connsiteX4648" fmla="*/ 913352 w 1628775"/>
                <a:gd name="connsiteY4648" fmla="*/ 234506 h 1371600"/>
                <a:gd name="connsiteX4649" fmla="*/ 913733 w 1628775"/>
                <a:gd name="connsiteY4649" fmla="*/ 231267 h 1371600"/>
                <a:gd name="connsiteX4650" fmla="*/ 914495 w 1628775"/>
                <a:gd name="connsiteY4650" fmla="*/ 228219 h 1371600"/>
                <a:gd name="connsiteX4651" fmla="*/ 915638 w 1628775"/>
                <a:gd name="connsiteY4651" fmla="*/ 225362 h 1371600"/>
                <a:gd name="connsiteX4652" fmla="*/ 918591 w 1628775"/>
                <a:gd name="connsiteY4652" fmla="*/ 220218 h 1371600"/>
                <a:gd name="connsiteX4653" fmla="*/ 920496 w 1628775"/>
                <a:gd name="connsiteY4653" fmla="*/ 217837 h 1371600"/>
                <a:gd name="connsiteX4654" fmla="*/ 922592 w 1628775"/>
                <a:gd name="connsiteY4654" fmla="*/ 215932 h 1371600"/>
                <a:gd name="connsiteX4655" fmla="*/ 924878 w 1628775"/>
                <a:gd name="connsiteY4655" fmla="*/ 214884 h 1371600"/>
                <a:gd name="connsiteX4656" fmla="*/ 926211 w 1628775"/>
                <a:gd name="connsiteY4656" fmla="*/ 214789 h 1371600"/>
                <a:gd name="connsiteX4657" fmla="*/ 930021 w 1628775"/>
                <a:gd name="connsiteY4657" fmla="*/ 215456 h 1371600"/>
                <a:gd name="connsiteX4658" fmla="*/ 933450 w 1628775"/>
                <a:gd name="connsiteY4658" fmla="*/ 214884 h 1371600"/>
                <a:gd name="connsiteX4659" fmla="*/ 934688 w 1628775"/>
                <a:gd name="connsiteY4659" fmla="*/ 214884 h 1371600"/>
                <a:gd name="connsiteX4660" fmla="*/ 937165 w 1628775"/>
                <a:gd name="connsiteY4660" fmla="*/ 215932 h 1371600"/>
                <a:gd name="connsiteX4661" fmla="*/ 946023 w 1628775"/>
                <a:gd name="connsiteY4661" fmla="*/ 226124 h 1371600"/>
                <a:gd name="connsiteX4662" fmla="*/ 946594 w 1628775"/>
                <a:gd name="connsiteY4662" fmla="*/ 228981 h 1371600"/>
                <a:gd name="connsiteX4663" fmla="*/ 946880 w 1628775"/>
                <a:gd name="connsiteY4663" fmla="*/ 229552 h 1371600"/>
                <a:gd name="connsiteX4664" fmla="*/ 947356 w 1628775"/>
                <a:gd name="connsiteY4664" fmla="*/ 230124 h 1371600"/>
                <a:gd name="connsiteX4665" fmla="*/ 948404 w 1628775"/>
                <a:gd name="connsiteY4665" fmla="*/ 230981 h 1371600"/>
                <a:gd name="connsiteX4666" fmla="*/ 949833 w 1628775"/>
                <a:gd name="connsiteY4666" fmla="*/ 231458 h 1371600"/>
                <a:gd name="connsiteX4667" fmla="*/ 950500 w 1628775"/>
                <a:gd name="connsiteY4667" fmla="*/ 231934 h 1371600"/>
                <a:gd name="connsiteX4668" fmla="*/ 950405 w 1628775"/>
                <a:gd name="connsiteY4668" fmla="*/ 232696 h 1371600"/>
                <a:gd name="connsiteX4669" fmla="*/ 949928 w 1628775"/>
                <a:gd name="connsiteY4669" fmla="*/ 232886 h 1371600"/>
                <a:gd name="connsiteX4670" fmla="*/ 947833 w 1628775"/>
                <a:gd name="connsiteY4670" fmla="*/ 232410 h 1371600"/>
                <a:gd name="connsiteX4671" fmla="*/ 947642 w 1628775"/>
                <a:gd name="connsiteY4671" fmla="*/ 232696 h 1371600"/>
                <a:gd name="connsiteX4672" fmla="*/ 947928 w 1628775"/>
                <a:gd name="connsiteY4672" fmla="*/ 233363 h 1371600"/>
                <a:gd name="connsiteX4673" fmla="*/ 948404 w 1628775"/>
                <a:gd name="connsiteY4673" fmla="*/ 234029 h 1371600"/>
                <a:gd name="connsiteX4674" fmla="*/ 948785 w 1628775"/>
                <a:gd name="connsiteY4674" fmla="*/ 234410 h 1371600"/>
                <a:gd name="connsiteX4675" fmla="*/ 949452 w 1628775"/>
                <a:gd name="connsiteY4675" fmla="*/ 234696 h 1371600"/>
                <a:gd name="connsiteX4676" fmla="*/ 950118 w 1628775"/>
                <a:gd name="connsiteY4676" fmla="*/ 234791 h 1371600"/>
                <a:gd name="connsiteX4677" fmla="*/ 950785 w 1628775"/>
                <a:gd name="connsiteY4677" fmla="*/ 234696 h 1371600"/>
                <a:gd name="connsiteX4678" fmla="*/ 951357 w 1628775"/>
                <a:gd name="connsiteY4678" fmla="*/ 234410 h 1371600"/>
                <a:gd name="connsiteX4679" fmla="*/ 952214 w 1628775"/>
                <a:gd name="connsiteY4679" fmla="*/ 233648 h 1371600"/>
                <a:gd name="connsiteX4680" fmla="*/ 955167 w 1628775"/>
                <a:gd name="connsiteY4680" fmla="*/ 229267 h 1371600"/>
                <a:gd name="connsiteX4681" fmla="*/ 956119 w 1628775"/>
                <a:gd name="connsiteY4681" fmla="*/ 228219 h 1371600"/>
                <a:gd name="connsiteX4682" fmla="*/ 960215 w 1628775"/>
                <a:gd name="connsiteY4682" fmla="*/ 225266 h 1371600"/>
                <a:gd name="connsiteX4683" fmla="*/ 960786 w 1628775"/>
                <a:gd name="connsiteY4683" fmla="*/ 224981 h 1371600"/>
                <a:gd name="connsiteX4684" fmla="*/ 961358 w 1628775"/>
                <a:gd name="connsiteY4684" fmla="*/ 224790 h 1371600"/>
                <a:gd name="connsiteX4685" fmla="*/ 962025 w 1628775"/>
                <a:gd name="connsiteY4685" fmla="*/ 224695 h 1371600"/>
                <a:gd name="connsiteX4686" fmla="*/ 962692 w 1628775"/>
                <a:gd name="connsiteY4686" fmla="*/ 224504 h 1371600"/>
                <a:gd name="connsiteX4687" fmla="*/ 963739 w 1628775"/>
                <a:gd name="connsiteY4687" fmla="*/ 223456 h 1371600"/>
                <a:gd name="connsiteX4688" fmla="*/ 965168 w 1628775"/>
                <a:gd name="connsiteY4688" fmla="*/ 222790 h 1371600"/>
                <a:gd name="connsiteX4689" fmla="*/ 973836 w 1628775"/>
                <a:gd name="connsiteY4689" fmla="*/ 215932 h 1371600"/>
                <a:gd name="connsiteX4690" fmla="*/ 980218 w 1628775"/>
                <a:gd name="connsiteY4690" fmla="*/ 213265 h 1371600"/>
                <a:gd name="connsiteX4691" fmla="*/ 984790 w 1628775"/>
                <a:gd name="connsiteY4691" fmla="*/ 212217 h 1371600"/>
                <a:gd name="connsiteX4692" fmla="*/ 989552 w 1628775"/>
                <a:gd name="connsiteY4692" fmla="*/ 212122 h 1371600"/>
                <a:gd name="connsiteX4693" fmla="*/ 994315 w 1628775"/>
                <a:gd name="connsiteY4693" fmla="*/ 213360 h 1371600"/>
                <a:gd name="connsiteX4694" fmla="*/ 998030 w 1628775"/>
                <a:gd name="connsiteY4694" fmla="*/ 215456 h 1371600"/>
                <a:gd name="connsiteX4695" fmla="*/ 999172 w 1628775"/>
                <a:gd name="connsiteY4695" fmla="*/ 215741 h 1371600"/>
                <a:gd name="connsiteX4696" fmla="*/ 1000030 w 1628775"/>
                <a:gd name="connsiteY4696" fmla="*/ 216218 h 1371600"/>
                <a:gd name="connsiteX4697" fmla="*/ 1002887 w 1628775"/>
                <a:gd name="connsiteY4697" fmla="*/ 219647 h 1371600"/>
                <a:gd name="connsiteX4698" fmla="*/ 1007174 w 1628775"/>
                <a:gd name="connsiteY4698" fmla="*/ 222504 h 1371600"/>
                <a:gd name="connsiteX4699" fmla="*/ 1012698 w 1628775"/>
                <a:gd name="connsiteY4699" fmla="*/ 223266 h 1371600"/>
                <a:gd name="connsiteX4700" fmla="*/ 1015555 w 1628775"/>
                <a:gd name="connsiteY4700" fmla="*/ 226695 h 1371600"/>
                <a:gd name="connsiteX4701" fmla="*/ 1018699 w 1628775"/>
                <a:gd name="connsiteY4701" fmla="*/ 229934 h 1371600"/>
                <a:gd name="connsiteX4702" fmla="*/ 1028128 w 1628775"/>
                <a:gd name="connsiteY4702" fmla="*/ 236696 h 1371600"/>
                <a:gd name="connsiteX4703" fmla="*/ 1032701 w 1628775"/>
                <a:gd name="connsiteY4703" fmla="*/ 238125 h 1371600"/>
                <a:gd name="connsiteX4704" fmla="*/ 1043845 w 1628775"/>
                <a:gd name="connsiteY4704" fmla="*/ 244697 h 1371600"/>
                <a:gd name="connsiteX4705" fmla="*/ 1054513 w 1628775"/>
                <a:gd name="connsiteY4705" fmla="*/ 248412 h 1371600"/>
                <a:gd name="connsiteX4706" fmla="*/ 1062704 w 1628775"/>
                <a:gd name="connsiteY4706" fmla="*/ 253841 h 1371600"/>
                <a:gd name="connsiteX4707" fmla="*/ 1064038 w 1628775"/>
                <a:gd name="connsiteY4707" fmla="*/ 255079 h 1371600"/>
                <a:gd name="connsiteX4708" fmla="*/ 1065276 w 1628775"/>
                <a:gd name="connsiteY4708" fmla="*/ 256508 h 1371600"/>
                <a:gd name="connsiteX4709" fmla="*/ 1065848 w 1628775"/>
                <a:gd name="connsiteY4709" fmla="*/ 257842 h 1371600"/>
                <a:gd name="connsiteX4710" fmla="*/ 1066324 w 1628775"/>
                <a:gd name="connsiteY4710" fmla="*/ 258604 h 1371600"/>
                <a:gd name="connsiteX4711" fmla="*/ 1067371 w 1628775"/>
                <a:gd name="connsiteY4711" fmla="*/ 259747 h 1371600"/>
                <a:gd name="connsiteX4712" fmla="*/ 1068610 w 1628775"/>
                <a:gd name="connsiteY4712" fmla="*/ 260699 h 1371600"/>
                <a:gd name="connsiteX4713" fmla="*/ 1069467 w 1628775"/>
                <a:gd name="connsiteY4713" fmla="*/ 260985 h 1371600"/>
                <a:gd name="connsiteX4714" fmla="*/ 1070039 w 1628775"/>
                <a:gd name="connsiteY4714" fmla="*/ 260033 h 1371600"/>
                <a:gd name="connsiteX4715" fmla="*/ 1070705 w 1628775"/>
                <a:gd name="connsiteY4715" fmla="*/ 256889 h 1371600"/>
                <a:gd name="connsiteX4716" fmla="*/ 1072134 w 1628775"/>
                <a:gd name="connsiteY4716" fmla="*/ 255556 h 1371600"/>
                <a:gd name="connsiteX4717" fmla="*/ 1072705 w 1628775"/>
                <a:gd name="connsiteY4717" fmla="*/ 254127 h 1371600"/>
                <a:gd name="connsiteX4718" fmla="*/ 1074134 w 1628775"/>
                <a:gd name="connsiteY4718" fmla="*/ 248412 h 1371600"/>
                <a:gd name="connsiteX4719" fmla="*/ 1074420 w 1628775"/>
                <a:gd name="connsiteY4719" fmla="*/ 246793 h 1371600"/>
                <a:gd name="connsiteX4720" fmla="*/ 1074515 w 1628775"/>
                <a:gd name="connsiteY4720" fmla="*/ 245364 h 1371600"/>
                <a:gd name="connsiteX4721" fmla="*/ 1074420 w 1628775"/>
                <a:gd name="connsiteY4721" fmla="*/ 243745 h 1371600"/>
                <a:gd name="connsiteX4722" fmla="*/ 1073849 w 1628775"/>
                <a:gd name="connsiteY4722" fmla="*/ 239744 h 1371600"/>
                <a:gd name="connsiteX4723" fmla="*/ 1074230 w 1628775"/>
                <a:gd name="connsiteY4723" fmla="*/ 236411 h 1371600"/>
                <a:gd name="connsiteX4724" fmla="*/ 1075086 w 1628775"/>
                <a:gd name="connsiteY4724" fmla="*/ 233458 h 1371600"/>
                <a:gd name="connsiteX4725" fmla="*/ 1080326 w 1628775"/>
                <a:gd name="connsiteY4725" fmla="*/ 223838 h 1371600"/>
                <a:gd name="connsiteX4726" fmla="*/ 1086993 w 1628775"/>
                <a:gd name="connsiteY4726" fmla="*/ 213265 h 1371600"/>
                <a:gd name="connsiteX4727" fmla="*/ 1090327 w 1628775"/>
                <a:gd name="connsiteY4727" fmla="*/ 209169 h 1371600"/>
                <a:gd name="connsiteX4728" fmla="*/ 1098327 w 1628775"/>
                <a:gd name="connsiteY4728" fmla="*/ 202311 h 1371600"/>
                <a:gd name="connsiteX4729" fmla="*/ 1103376 w 1628775"/>
                <a:gd name="connsiteY4729" fmla="*/ 196120 h 1371600"/>
                <a:gd name="connsiteX4730" fmla="*/ 1111567 w 1628775"/>
                <a:gd name="connsiteY4730" fmla="*/ 190214 h 1371600"/>
                <a:gd name="connsiteX4731" fmla="*/ 1118997 w 1628775"/>
                <a:gd name="connsiteY4731" fmla="*/ 186595 h 1371600"/>
                <a:gd name="connsiteX4732" fmla="*/ 1126331 w 1628775"/>
                <a:gd name="connsiteY4732" fmla="*/ 184690 h 1371600"/>
                <a:gd name="connsiteX4733" fmla="*/ 1127474 w 1628775"/>
                <a:gd name="connsiteY4733" fmla="*/ 184595 h 1371600"/>
                <a:gd name="connsiteX4734" fmla="*/ 1128141 w 1628775"/>
                <a:gd name="connsiteY4734" fmla="*/ 184880 h 1371600"/>
                <a:gd name="connsiteX4735" fmla="*/ 1128522 w 1628775"/>
                <a:gd name="connsiteY4735" fmla="*/ 185547 h 1371600"/>
                <a:gd name="connsiteX4736" fmla="*/ 1128712 w 1628775"/>
                <a:gd name="connsiteY4736" fmla="*/ 186404 h 1371600"/>
                <a:gd name="connsiteX4737" fmla="*/ 1128998 w 1628775"/>
                <a:gd name="connsiteY4737" fmla="*/ 186976 h 1371600"/>
                <a:gd name="connsiteX4738" fmla="*/ 1129474 w 1628775"/>
                <a:gd name="connsiteY4738" fmla="*/ 187547 h 1371600"/>
                <a:gd name="connsiteX4739" fmla="*/ 1129951 w 1628775"/>
                <a:gd name="connsiteY4739" fmla="*/ 187928 h 1371600"/>
                <a:gd name="connsiteX4740" fmla="*/ 1133856 w 1628775"/>
                <a:gd name="connsiteY4740" fmla="*/ 189357 h 1371600"/>
                <a:gd name="connsiteX4741" fmla="*/ 1135475 w 1628775"/>
                <a:gd name="connsiteY4741" fmla="*/ 189643 h 1371600"/>
                <a:gd name="connsiteX4742" fmla="*/ 1136809 w 1628775"/>
                <a:gd name="connsiteY4742" fmla="*/ 188881 h 1371600"/>
                <a:gd name="connsiteX4743" fmla="*/ 1140905 w 1628775"/>
                <a:gd name="connsiteY4743" fmla="*/ 188500 h 1371600"/>
                <a:gd name="connsiteX4744" fmla="*/ 1148429 w 1628775"/>
                <a:gd name="connsiteY4744" fmla="*/ 190310 h 1371600"/>
                <a:gd name="connsiteX4745" fmla="*/ 1150620 w 1628775"/>
                <a:gd name="connsiteY4745" fmla="*/ 189548 h 1371600"/>
                <a:gd name="connsiteX4746" fmla="*/ 1149953 w 1628775"/>
                <a:gd name="connsiteY4746" fmla="*/ 188786 h 1371600"/>
                <a:gd name="connsiteX4747" fmla="*/ 1149096 w 1628775"/>
                <a:gd name="connsiteY4747" fmla="*/ 188119 h 1371600"/>
                <a:gd name="connsiteX4748" fmla="*/ 1148334 w 1628775"/>
                <a:gd name="connsiteY4748" fmla="*/ 187357 h 1371600"/>
                <a:gd name="connsiteX4749" fmla="*/ 1148048 w 1628775"/>
                <a:gd name="connsiteY4749" fmla="*/ 186309 h 1371600"/>
                <a:gd name="connsiteX4750" fmla="*/ 1148239 w 1628775"/>
                <a:gd name="connsiteY4750" fmla="*/ 185452 h 1371600"/>
                <a:gd name="connsiteX4751" fmla="*/ 1148715 w 1628775"/>
                <a:gd name="connsiteY4751" fmla="*/ 184404 h 1371600"/>
                <a:gd name="connsiteX4752" fmla="*/ 1149287 w 1628775"/>
                <a:gd name="connsiteY4752" fmla="*/ 183547 h 1371600"/>
                <a:gd name="connsiteX4753" fmla="*/ 1149763 w 1628775"/>
                <a:gd name="connsiteY4753" fmla="*/ 183166 h 1371600"/>
                <a:gd name="connsiteX4754" fmla="*/ 1150144 w 1628775"/>
                <a:gd name="connsiteY4754" fmla="*/ 182975 h 1371600"/>
                <a:gd name="connsiteX4755" fmla="*/ 1150715 w 1628775"/>
                <a:gd name="connsiteY4755" fmla="*/ 182023 h 1371600"/>
                <a:gd name="connsiteX4756" fmla="*/ 1151096 w 1628775"/>
                <a:gd name="connsiteY4756" fmla="*/ 181642 h 1371600"/>
                <a:gd name="connsiteX4757" fmla="*/ 1151477 w 1628775"/>
                <a:gd name="connsiteY4757" fmla="*/ 181451 h 1371600"/>
                <a:gd name="connsiteX4758" fmla="*/ 1151763 w 1628775"/>
                <a:gd name="connsiteY4758" fmla="*/ 181451 h 1371600"/>
                <a:gd name="connsiteX4759" fmla="*/ 1152144 w 1628775"/>
                <a:gd name="connsiteY4759" fmla="*/ 181547 h 1371600"/>
                <a:gd name="connsiteX4760" fmla="*/ 1152715 w 1628775"/>
                <a:gd name="connsiteY4760" fmla="*/ 181642 h 1371600"/>
                <a:gd name="connsiteX4761" fmla="*/ 1153668 w 1628775"/>
                <a:gd name="connsiteY4761" fmla="*/ 181927 h 1371600"/>
                <a:gd name="connsiteX4762" fmla="*/ 1153858 w 1628775"/>
                <a:gd name="connsiteY4762" fmla="*/ 182690 h 1371600"/>
                <a:gd name="connsiteX4763" fmla="*/ 1153763 w 1628775"/>
                <a:gd name="connsiteY4763" fmla="*/ 183547 h 1371600"/>
                <a:gd name="connsiteX4764" fmla="*/ 1153858 w 1628775"/>
                <a:gd name="connsiteY4764" fmla="*/ 184214 h 1371600"/>
                <a:gd name="connsiteX4765" fmla="*/ 1155287 w 1628775"/>
                <a:gd name="connsiteY4765" fmla="*/ 185547 h 1371600"/>
                <a:gd name="connsiteX4766" fmla="*/ 1156906 w 1628775"/>
                <a:gd name="connsiteY4766" fmla="*/ 186214 h 1371600"/>
                <a:gd name="connsiteX4767" fmla="*/ 1158716 w 1628775"/>
                <a:gd name="connsiteY4767" fmla="*/ 186309 h 1371600"/>
                <a:gd name="connsiteX4768" fmla="*/ 1162240 w 1628775"/>
                <a:gd name="connsiteY4768" fmla="*/ 185738 h 1371600"/>
                <a:gd name="connsiteX4769" fmla="*/ 1163003 w 1628775"/>
                <a:gd name="connsiteY4769" fmla="*/ 185547 h 1371600"/>
                <a:gd name="connsiteX4770" fmla="*/ 1163479 w 1628775"/>
                <a:gd name="connsiteY4770" fmla="*/ 185071 h 1371600"/>
                <a:gd name="connsiteX4771" fmla="*/ 1163669 w 1628775"/>
                <a:gd name="connsiteY4771" fmla="*/ 184118 h 1371600"/>
                <a:gd name="connsiteX4772" fmla="*/ 1163383 w 1628775"/>
                <a:gd name="connsiteY4772" fmla="*/ 183356 h 1371600"/>
                <a:gd name="connsiteX4773" fmla="*/ 1162336 w 1628775"/>
                <a:gd name="connsiteY4773" fmla="*/ 181642 h 1371600"/>
                <a:gd name="connsiteX4774" fmla="*/ 1164908 w 1628775"/>
                <a:gd name="connsiteY4774" fmla="*/ 182499 h 1371600"/>
                <a:gd name="connsiteX4775" fmla="*/ 1166241 w 1628775"/>
                <a:gd name="connsiteY4775" fmla="*/ 182404 h 1371600"/>
                <a:gd name="connsiteX4776" fmla="*/ 1167479 w 1628775"/>
                <a:gd name="connsiteY4776" fmla="*/ 181642 h 1371600"/>
                <a:gd name="connsiteX4777" fmla="*/ 1167860 w 1628775"/>
                <a:gd name="connsiteY4777" fmla="*/ 181070 h 1371600"/>
                <a:gd name="connsiteX4778" fmla="*/ 1167955 w 1628775"/>
                <a:gd name="connsiteY4778" fmla="*/ 180594 h 1371600"/>
                <a:gd name="connsiteX4779" fmla="*/ 1168146 w 1628775"/>
                <a:gd name="connsiteY4779" fmla="*/ 180308 h 1371600"/>
                <a:gd name="connsiteX4780" fmla="*/ 1170146 w 1628775"/>
                <a:gd name="connsiteY4780" fmla="*/ 180118 h 1371600"/>
                <a:gd name="connsiteX4781" fmla="*/ 1170623 w 1628775"/>
                <a:gd name="connsiteY4781" fmla="*/ 179832 h 1371600"/>
                <a:gd name="connsiteX4782" fmla="*/ 1171099 w 1628775"/>
                <a:gd name="connsiteY4782" fmla="*/ 179165 h 1371600"/>
                <a:gd name="connsiteX4783" fmla="*/ 1170242 w 1628775"/>
                <a:gd name="connsiteY4783" fmla="*/ 178784 h 1371600"/>
                <a:gd name="connsiteX4784" fmla="*/ 1169384 w 1628775"/>
                <a:gd name="connsiteY4784" fmla="*/ 178784 h 1371600"/>
                <a:gd name="connsiteX4785" fmla="*/ 1168717 w 1628775"/>
                <a:gd name="connsiteY4785" fmla="*/ 178499 h 1371600"/>
                <a:gd name="connsiteX4786" fmla="*/ 1168527 w 1628775"/>
                <a:gd name="connsiteY4786" fmla="*/ 177165 h 1371600"/>
                <a:gd name="connsiteX4787" fmla="*/ 1168908 w 1628775"/>
                <a:gd name="connsiteY4787" fmla="*/ 176117 h 1371600"/>
                <a:gd name="connsiteX4788" fmla="*/ 1169575 w 1628775"/>
                <a:gd name="connsiteY4788" fmla="*/ 175546 h 1371600"/>
                <a:gd name="connsiteX4789" fmla="*/ 1170432 w 1628775"/>
                <a:gd name="connsiteY4789" fmla="*/ 175260 h 1371600"/>
                <a:gd name="connsiteX4790" fmla="*/ 1174527 w 1628775"/>
                <a:gd name="connsiteY4790" fmla="*/ 174593 h 1371600"/>
                <a:gd name="connsiteX4791" fmla="*/ 1175956 w 1628775"/>
                <a:gd name="connsiteY4791" fmla="*/ 174022 h 1371600"/>
                <a:gd name="connsiteX4792" fmla="*/ 1177099 w 1628775"/>
                <a:gd name="connsiteY4792" fmla="*/ 172879 h 1371600"/>
                <a:gd name="connsiteX4793" fmla="*/ 1178242 w 1628775"/>
                <a:gd name="connsiteY4793" fmla="*/ 172307 h 1371600"/>
                <a:gd name="connsiteX4794" fmla="*/ 1183576 w 1628775"/>
                <a:gd name="connsiteY4794" fmla="*/ 172212 h 1371600"/>
                <a:gd name="connsiteX4795" fmla="*/ 1185195 w 1628775"/>
                <a:gd name="connsiteY4795" fmla="*/ 171736 h 1371600"/>
                <a:gd name="connsiteX4796" fmla="*/ 1186053 w 1628775"/>
                <a:gd name="connsiteY4796" fmla="*/ 171641 h 1371600"/>
                <a:gd name="connsiteX4797" fmla="*/ 1187387 w 1628775"/>
                <a:gd name="connsiteY4797" fmla="*/ 172498 h 1371600"/>
                <a:gd name="connsiteX4798" fmla="*/ 1188434 w 1628775"/>
                <a:gd name="connsiteY4798" fmla="*/ 172784 h 1371600"/>
                <a:gd name="connsiteX4799" fmla="*/ 1189482 w 1628775"/>
                <a:gd name="connsiteY4799" fmla="*/ 172879 h 1371600"/>
                <a:gd name="connsiteX4800" fmla="*/ 1190053 w 1628775"/>
                <a:gd name="connsiteY4800" fmla="*/ 172688 h 1371600"/>
                <a:gd name="connsiteX4801" fmla="*/ 1189386 w 1628775"/>
                <a:gd name="connsiteY4801" fmla="*/ 172212 h 1371600"/>
                <a:gd name="connsiteX4802" fmla="*/ 1190911 w 1628775"/>
                <a:gd name="connsiteY4802" fmla="*/ 170307 h 1371600"/>
                <a:gd name="connsiteX4803" fmla="*/ 1191196 w 1628775"/>
                <a:gd name="connsiteY4803" fmla="*/ 169736 h 1371600"/>
                <a:gd name="connsiteX4804" fmla="*/ 1191482 w 1628775"/>
                <a:gd name="connsiteY4804" fmla="*/ 168878 h 1371600"/>
                <a:gd name="connsiteX4805" fmla="*/ 1191958 w 1628775"/>
                <a:gd name="connsiteY4805" fmla="*/ 167069 h 1371600"/>
                <a:gd name="connsiteX4806" fmla="*/ 1192244 w 1628775"/>
                <a:gd name="connsiteY4806" fmla="*/ 166306 h 1371600"/>
                <a:gd name="connsiteX4807" fmla="*/ 1192625 w 1628775"/>
                <a:gd name="connsiteY4807" fmla="*/ 165735 h 1371600"/>
                <a:gd name="connsiteX4808" fmla="*/ 1194054 w 1628775"/>
                <a:gd name="connsiteY4808" fmla="*/ 164306 h 1371600"/>
                <a:gd name="connsiteX4809" fmla="*/ 1194530 w 1628775"/>
                <a:gd name="connsiteY4809" fmla="*/ 163544 h 1371600"/>
                <a:gd name="connsiteX4810" fmla="*/ 1194816 w 1628775"/>
                <a:gd name="connsiteY4810" fmla="*/ 162877 h 1371600"/>
                <a:gd name="connsiteX4811" fmla="*/ 1195197 w 1628775"/>
                <a:gd name="connsiteY4811" fmla="*/ 162401 h 1371600"/>
                <a:gd name="connsiteX4812" fmla="*/ 1195959 w 1628775"/>
                <a:gd name="connsiteY4812" fmla="*/ 162211 h 1371600"/>
                <a:gd name="connsiteX4813" fmla="*/ 1197483 w 1628775"/>
                <a:gd name="connsiteY4813" fmla="*/ 162497 h 1371600"/>
                <a:gd name="connsiteX4814" fmla="*/ 1198055 w 1628775"/>
                <a:gd name="connsiteY4814" fmla="*/ 162306 h 1371600"/>
                <a:gd name="connsiteX4815" fmla="*/ 1198817 w 1628775"/>
                <a:gd name="connsiteY4815" fmla="*/ 161449 h 1371600"/>
                <a:gd name="connsiteX4816" fmla="*/ 1199293 w 1628775"/>
                <a:gd name="connsiteY4816" fmla="*/ 161163 h 1371600"/>
                <a:gd name="connsiteX4817" fmla="*/ 1201293 w 1628775"/>
                <a:gd name="connsiteY4817" fmla="*/ 160687 h 1371600"/>
                <a:gd name="connsiteX4818" fmla="*/ 1201960 w 1628775"/>
                <a:gd name="connsiteY4818" fmla="*/ 160401 h 1371600"/>
                <a:gd name="connsiteX4819" fmla="*/ 1202912 w 1628775"/>
                <a:gd name="connsiteY4819" fmla="*/ 158972 h 1371600"/>
                <a:gd name="connsiteX4820" fmla="*/ 1203484 w 1628775"/>
                <a:gd name="connsiteY4820" fmla="*/ 158687 h 1371600"/>
                <a:gd name="connsiteX4821" fmla="*/ 1204627 w 1628775"/>
                <a:gd name="connsiteY4821" fmla="*/ 158687 h 1371600"/>
                <a:gd name="connsiteX4822" fmla="*/ 1205103 w 1628775"/>
                <a:gd name="connsiteY4822" fmla="*/ 158401 h 1371600"/>
                <a:gd name="connsiteX4823" fmla="*/ 1205484 w 1628775"/>
                <a:gd name="connsiteY4823" fmla="*/ 157734 h 1371600"/>
                <a:gd name="connsiteX4824" fmla="*/ 1204912 w 1628775"/>
                <a:gd name="connsiteY4824" fmla="*/ 157353 h 1371600"/>
                <a:gd name="connsiteX4825" fmla="*/ 1203484 w 1628775"/>
                <a:gd name="connsiteY4825" fmla="*/ 156972 h 1371600"/>
                <a:gd name="connsiteX4826" fmla="*/ 1635538 w 1628775"/>
                <a:gd name="connsiteY4826" fmla="*/ 1373219 h 1371600"/>
                <a:gd name="connsiteX4827" fmla="*/ 1635062 w 1628775"/>
                <a:gd name="connsiteY4827" fmla="*/ 1373505 h 1371600"/>
                <a:gd name="connsiteX4828" fmla="*/ 1634966 w 1628775"/>
                <a:gd name="connsiteY4828" fmla="*/ 1373791 h 1371600"/>
                <a:gd name="connsiteX4829" fmla="*/ 1635347 w 1628775"/>
                <a:gd name="connsiteY4829" fmla="*/ 1373886 h 1371600"/>
                <a:gd name="connsiteX4830" fmla="*/ 1635633 w 1628775"/>
                <a:gd name="connsiteY4830" fmla="*/ 1373886 h 1371600"/>
                <a:gd name="connsiteX4831" fmla="*/ 1635728 w 1628775"/>
                <a:gd name="connsiteY4831" fmla="*/ 1373410 h 1371600"/>
                <a:gd name="connsiteX4832" fmla="*/ 1635538 w 1628775"/>
                <a:gd name="connsiteY4832" fmla="*/ 1373219 h 1371600"/>
                <a:gd name="connsiteX4833" fmla="*/ 1633443 w 1628775"/>
                <a:gd name="connsiteY4833" fmla="*/ 1372267 h 1371600"/>
                <a:gd name="connsiteX4834" fmla="*/ 1634109 w 1628775"/>
                <a:gd name="connsiteY4834" fmla="*/ 1373410 h 1371600"/>
                <a:gd name="connsiteX4835" fmla="*/ 1634776 w 1628775"/>
                <a:gd name="connsiteY4835" fmla="*/ 1372457 h 1371600"/>
                <a:gd name="connsiteX4836" fmla="*/ 1634109 w 1628775"/>
                <a:gd name="connsiteY4836" fmla="*/ 1372076 h 1371600"/>
                <a:gd name="connsiteX4837" fmla="*/ 1633443 w 1628775"/>
                <a:gd name="connsiteY4837" fmla="*/ 1372267 h 1371600"/>
                <a:gd name="connsiteX4838" fmla="*/ 731615 w 1628775"/>
                <a:gd name="connsiteY4838" fmla="*/ 734854 h 1371600"/>
                <a:gd name="connsiteX4839" fmla="*/ 730948 w 1628775"/>
                <a:gd name="connsiteY4839" fmla="*/ 733901 h 1371600"/>
                <a:gd name="connsiteX4840" fmla="*/ 730282 w 1628775"/>
                <a:gd name="connsiteY4840" fmla="*/ 733901 h 1371600"/>
                <a:gd name="connsiteX4841" fmla="*/ 730758 w 1628775"/>
                <a:gd name="connsiteY4841" fmla="*/ 736282 h 1371600"/>
                <a:gd name="connsiteX4842" fmla="*/ 731139 w 1628775"/>
                <a:gd name="connsiteY4842" fmla="*/ 736282 h 1371600"/>
                <a:gd name="connsiteX4843" fmla="*/ 731139 w 1628775"/>
                <a:gd name="connsiteY4843" fmla="*/ 735902 h 1371600"/>
                <a:gd name="connsiteX4844" fmla="*/ 731710 w 1628775"/>
                <a:gd name="connsiteY4844" fmla="*/ 735711 h 1371600"/>
                <a:gd name="connsiteX4845" fmla="*/ 731615 w 1628775"/>
                <a:gd name="connsiteY4845" fmla="*/ 734854 h 1371600"/>
                <a:gd name="connsiteX4846" fmla="*/ 1008507 w 1628775"/>
                <a:gd name="connsiteY4846" fmla="*/ 1173004 h 1371600"/>
                <a:gd name="connsiteX4847" fmla="*/ 1008602 w 1628775"/>
                <a:gd name="connsiteY4847" fmla="*/ 1173575 h 1371600"/>
                <a:gd name="connsiteX4848" fmla="*/ 1008888 w 1628775"/>
                <a:gd name="connsiteY4848" fmla="*/ 1173004 h 1371600"/>
                <a:gd name="connsiteX4849" fmla="*/ 1008697 w 1628775"/>
                <a:gd name="connsiteY4849" fmla="*/ 1172813 h 1371600"/>
                <a:gd name="connsiteX4850" fmla="*/ 1008507 w 1628775"/>
                <a:gd name="connsiteY4850" fmla="*/ 1173004 h 1371600"/>
                <a:gd name="connsiteX4851" fmla="*/ 743426 w 1628775"/>
                <a:gd name="connsiteY4851" fmla="*/ 586264 h 1371600"/>
                <a:gd name="connsiteX4852" fmla="*/ 743045 w 1628775"/>
                <a:gd name="connsiteY4852" fmla="*/ 585788 h 1371600"/>
                <a:gd name="connsiteX4853" fmla="*/ 742283 w 1628775"/>
                <a:gd name="connsiteY4853" fmla="*/ 586073 h 1371600"/>
                <a:gd name="connsiteX4854" fmla="*/ 741712 w 1628775"/>
                <a:gd name="connsiteY4854" fmla="*/ 586740 h 1371600"/>
                <a:gd name="connsiteX4855" fmla="*/ 741331 w 1628775"/>
                <a:gd name="connsiteY4855" fmla="*/ 587026 h 1371600"/>
                <a:gd name="connsiteX4856" fmla="*/ 740855 w 1628775"/>
                <a:gd name="connsiteY4856" fmla="*/ 587121 h 1371600"/>
                <a:gd name="connsiteX4857" fmla="*/ 740283 w 1628775"/>
                <a:gd name="connsiteY4857" fmla="*/ 586740 h 1371600"/>
                <a:gd name="connsiteX4858" fmla="*/ 739902 w 1628775"/>
                <a:gd name="connsiteY4858" fmla="*/ 586359 h 1371600"/>
                <a:gd name="connsiteX4859" fmla="*/ 739521 w 1628775"/>
                <a:gd name="connsiteY4859" fmla="*/ 586264 h 1371600"/>
                <a:gd name="connsiteX4860" fmla="*/ 739140 w 1628775"/>
                <a:gd name="connsiteY4860" fmla="*/ 586359 h 1371600"/>
                <a:gd name="connsiteX4861" fmla="*/ 738759 w 1628775"/>
                <a:gd name="connsiteY4861" fmla="*/ 586645 h 1371600"/>
                <a:gd name="connsiteX4862" fmla="*/ 738283 w 1628775"/>
                <a:gd name="connsiteY4862" fmla="*/ 586835 h 1371600"/>
                <a:gd name="connsiteX4863" fmla="*/ 737806 w 1628775"/>
                <a:gd name="connsiteY4863" fmla="*/ 586835 h 1371600"/>
                <a:gd name="connsiteX4864" fmla="*/ 737425 w 1628775"/>
                <a:gd name="connsiteY4864" fmla="*/ 587026 h 1371600"/>
                <a:gd name="connsiteX4865" fmla="*/ 737140 w 1628775"/>
                <a:gd name="connsiteY4865" fmla="*/ 587311 h 1371600"/>
                <a:gd name="connsiteX4866" fmla="*/ 736854 w 1628775"/>
                <a:gd name="connsiteY4866" fmla="*/ 587121 h 1371600"/>
                <a:gd name="connsiteX4867" fmla="*/ 736663 w 1628775"/>
                <a:gd name="connsiteY4867" fmla="*/ 586645 h 1371600"/>
                <a:gd name="connsiteX4868" fmla="*/ 736282 w 1628775"/>
                <a:gd name="connsiteY4868" fmla="*/ 586454 h 1371600"/>
                <a:gd name="connsiteX4869" fmla="*/ 735997 w 1628775"/>
                <a:gd name="connsiteY4869" fmla="*/ 586931 h 1371600"/>
                <a:gd name="connsiteX4870" fmla="*/ 736568 w 1628775"/>
                <a:gd name="connsiteY4870" fmla="*/ 587978 h 1371600"/>
                <a:gd name="connsiteX4871" fmla="*/ 737616 w 1628775"/>
                <a:gd name="connsiteY4871" fmla="*/ 589312 h 1371600"/>
                <a:gd name="connsiteX4872" fmla="*/ 738092 w 1628775"/>
                <a:gd name="connsiteY4872" fmla="*/ 589978 h 1371600"/>
                <a:gd name="connsiteX4873" fmla="*/ 738283 w 1628775"/>
                <a:gd name="connsiteY4873" fmla="*/ 589978 h 1371600"/>
                <a:gd name="connsiteX4874" fmla="*/ 739140 w 1628775"/>
                <a:gd name="connsiteY4874" fmla="*/ 589693 h 1371600"/>
                <a:gd name="connsiteX4875" fmla="*/ 739616 w 1628775"/>
                <a:gd name="connsiteY4875" fmla="*/ 589693 h 1371600"/>
                <a:gd name="connsiteX4876" fmla="*/ 740283 w 1628775"/>
                <a:gd name="connsiteY4876" fmla="*/ 589217 h 1371600"/>
                <a:gd name="connsiteX4877" fmla="*/ 741235 w 1628775"/>
                <a:gd name="connsiteY4877" fmla="*/ 588836 h 1371600"/>
                <a:gd name="connsiteX4878" fmla="*/ 742188 w 1628775"/>
                <a:gd name="connsiteY4878" fmla="*/ 588740 h 1371600"/>
                <a:gd name="connsiteX4879" fmla="*/ 743045 w 1628775"/>
                <a:gd name="connsiteY4879" fmla="*/ 588359 h 1371600"/>
                <a:gd name="connsiteX4880" fmla="*/ 743426 w 1628775"/>
                <a:gd name="connsiteY4880" fmla="*/ 587788 h 1371600"/>
                <a:gd name="connsiteX4881" fmla="*/ 743331 w 1628775"/>
                <a:gd name="connsiteY4881" fmla="*/ 587216 h 1371600"/>
                <a:gd name="connsiteX4882" fmla="*/ 743331 w 1628775"/>
                <a:gd name="connsiteY4882" fmla="*/ 586645 h 1371600"/>
                <a:gd name="connsiteX4883" fmla="*/ 743426 w 1628775"/>
                <a:gd name="connsiteY4883" fmla="*/ 586264 h 1371600"/>
                <a:gd name="connsiteX4884" fmla="*/ 647319 w 1628775"/>
                <a:gd name="connsiteY4884" fmla="*/ 763238 h 1371600"/>
                <a:gd name="connsiteX4885" fmla="*/ 649033 w 1628775"/>
                <a:gd name="connsiteY4885" fmla="*/ 762000 h 1371600"/>
                <a:gd name="connsiteX4886" fmla="*/ 648176 w 1628775"/>
                <a:gd name="connsiteY4886" fmla="*/ 760762 h 1371600"/>
                <a:gd name="connsiteX4887" fmla="*/ 646271 w 1628775"/>
                <a:gd name="connsiteY4887" fmla="*/ 762286 h 1371600"/>
                <a:gd name="connsiteX4888" fmla="*/ 646557 w 1628775"/>
                <a:gd name="connsiteY4888" fmla="*/ 762857 h 1371600"/>
                <a:gd name="connsiteX4889" fmla="*/ 647319 w 1628775"/>
                <a:gd name="connsiteY4889" fmla="*/ 763238 h 1371600"/>
                <a:gd name="connsiteX4890" fmla="*/ 1010031 w 1628775"/>
                <a:gd name="connsiteY4890" fmla="*/ 1172909 h 1371600"/>
                <a:gd name="connsiteX4891" fmla="*/ 1009840 w 1628775"/>
                <a:gd name="connsiteY4891" fmla="*/ 1173099 h 1371600"/>
                <a:gd name="connsiteX4892" fmla="*/ 1009936 w 1628775"/>
                <a:gd name="connsiteY4892" fmla="*/ 1173671 h 1371600"/>
                <a:gd name="connsiteX4893" fmla="*/ 1010126 w 1628775"/>
                <a:gd name="connsiteY4893" fmla="*/ 1173099 h 1371600"/>
                <a:gd name="connsiteX4894" fmla="*/ 1010031 w 1628775"/>
                <a:gd name="connsiteY4894" fmla="*/ 1172909 h 1371600"/>
                <a:gd name="connsiteX4895" fmla="*/ 1013936 w 1628775"/>
                <a:gd name="connsiteY4895" fmla="*/ 1179386 h 1371600"/>
                <a:gd name="connsiteX4896" fmla="*/ 1013745 w 1628775"/>
                <a:gd name="connsiteY4896" fmla="*/ 1179767 h 1371600"/>
                <a:gd name="connsiteX4897" fmla="*/ 1014603 w 1628775"/>
                <a:gd name="connsiteY4897" fmla="*/ 1180529 h 1371600"/>
                <a:gd name="connsiteX4898" fmla="*/ 1014508 w 1628775"/>
                <a:gd name="connsiteY4898" fmla="*/ 1179481 h 1371600"/>
                <a:gd name="connsiteX4899" fmla="*/ 1013936 w 1628775"/>
                <a:gd name="connsiteY4899" fmla="*/ 1179386 h 1371600"/>
                <a:gd name="connsiteX4900" fmla="*/ 1014127 w 1628775"/>
                <a:gd name="connsiteY4900" fmla="*/ 1236059 h 1371600"/>
                <a:gd name="connsiteX4901" fmla="*/ 1013936 w 1628775"/>
                <a:gd name="connsiteY4901" fmla="*/ 1236059 h 1371600"/>
                <a:gd name="connsiteX4902" fmla="*/ 1013460 w 1628775"/>
                <a:gd name="connsiteY4902" fmla="*/ 1236250 h 1371600"/>
                <a:gd name="connsiteX4903" fmla="*/ 1013555 w 1628775"/>
                <a:gd name="connsiteY4903" fmla="*/ 1235964 h 1371600"/>
                <a:gd name="connsiteX4904" fmla="*/ 1013555 w 1628775"/>
                <a:gd name="connsiteY4904" fmla="*/ 1235869 h 1371600"/>
                <a:gd name="connsiteX4905" fmla="*/ 1013555 w 1628775"/>
                <a:gd name="connsiteY4905" fmla="*/ 1235774 h 1371600"/>
                <a:gd name="connsiteX4906" fmla="*/ 1013841 w 1628775"/>
                <a:gd name="connsiteY4906" fmla="*/ 1235583 h 1371600"/>
                <a:gd name="connsiteX4907" fmla="*/ 1013841 w 1628775"/>
                <a:gd name="connsiteY4907" fmla="*/ 1235107 h 1371600"/>
                <a:gd name="connsiteX4908" fmla="*/ 1013079 w 1628775"/>
                <a:gd name="connsiteY4908" fmla="*/ 1235107 h 1371600"/>
                <a:gd name="connsiteX4909" fmla="*/ 1012508 w 1628775"/>
                <a:gd name="connsiteY4909" fmla="*/ 1234821 h 1371600"/>
                <a:gd name="connsiteX4910" fmla="*/ 1012412 w 1628775"/>
                <a:gd name="connsiteY4910" fmla="*/ 1234345 h 1371600"/>
                <a:gd name="connsiteX4911" fmla="*/ 1012984 w 1628775"/>
                <a:gd name="connsiteY4911" fmla="*/ 1233869 h 1371600"/>
                <a:gd name="connsiteX4912" fmla="*/ 1012984 w 1628775"/>
                <a:gd name="connsiteY4912" fmla="*/ 1233488 h 1371600"/>
                <a:gd name="connsiteX4913" fmla="*/ 1012317 w 1628775"/>
                <a:gd name="connsiteY4913" fmla="*/ 1233488 h 1371600"/>
                <a:gd name="connsiteX4914" fmla="*/ 1011746 w 1628775"/>
                <a:gd name="connsiteY4914" fmla="*/ 1233392 h 1371600"/>
                <a:gd name="connsiteX4915" fmla="*/ 1011364 w 1628775"/>
                <a:gd name="connsiteY4915" fmla="*/ 1233107 h 1371600"/>
                <a:gd name="connsiteX4916" fmla="*/ 1011174 w 1628775"/>
                <a:gd name="connsiteY4916" fmla="*/ 1232630 h 1371600"/>
                <a:gd name="connsiteX4917" fmla="*/ 1010698 w 1628775"/>
                <a:gd name="connsiteY4917" fmla="*/ 1232345 h 1371600"/>
                <a:gd name="connsiteX4918" fmla="*/ 1010412 w 1628775"/>
                <a:gd name="connsiteY4918" fmla="*/ 1232249 h 1371600"/>
                <a:gd name="connsiteX4919" fmla="*/ 1010031 w 1628775"/>
                <a:gd name="connsiteY4919" fmla="*/ 1232249 h 1371600"/>
                <a:gd name="connsiteX4920" fmla="*/ 1011460 w 1628775"/>
                <a:gd name="connsiteY4920" fmla="*/ 1235678 h 1371600"/>
                <a:gd name="connsiteX4921" fmla="*/ 1012602 w 1628775"/>
                <a:gd name="connsiteY4921" fmla="*/ 1237488 h 1371600"/>
                <a:gd name="connsiteX4922" fmla="*/ 1013651 w 1628775"/>
                <a:gd name="connsiteY4922" fmla="*/ 1238250 h 1371600"/>
                <a:gd name="connsiteX4923" fmla="*/ 1013365 w 1628775"/>
                <a:gd name="connsiteY4923" fmla="*/ 1237583 h 1371600"/>
                <a:gd name="connsiteX4924" fmla="*/ 1013365 w 1628775"/>
                <a:gd name="connsiteY4924" fmla="*/ 1237107 h 1371600"/>
                <a:gd name="connsiteX4925" fmla="*/ 1013651 w 1628775"/>
                <a:gd name="connsiteY4925" fmla="*/ 1236821 h 1371600"/>
                <a:gd name="connsiteX4926" fmla="*/ 1014317 w 1628775"/>
                <a:gd name="connsiteY4926" fmla="*/ 1236726 h 1371600"/>
                <a:gd name="connsiteX4927" fmla="*/ 1014127 w 1628775"/>
                <a:gd name="connsiteY4927" fmla="*/ 1236250 h 1371600"/>
                <a:gd name="connsiteX4928" fmla="*/ 1014127 w 1628775"/>
                <a:gd name="connsiteY4928" fmla="*/ 1236059 h 1371600"/>
                <a:gd name="connsiteX4929" fmla="*/ 529399 w 1628775"/>
                <a:gd name="connsiteY4929" fmla="*/ 775240 h 1371600"/>
                <a:gd name="connsiteX4930" fmla="*/ 528542 w 1628775"/>
                <a:gd name="connsiteY4930" fmla="*/ 775526 h 1371600"/>
                <a:gd name="connsiteX4931" fmla="*/ 528161 w 1628775"/>
                <a:gd name="connsiteY4931" fmla="*/ 775811 h 1371600"/>
                <a:gd name="connsiteX4932" fmla="*/ 527780 w 1628775"/>
                <a:gd name="connsiteY4932" fmla="*/ 777050 h 1371600"/>
                <a:gd name="connsiteX4933" fmla="*/ 528256 w 1628775"/>
                <a:gd name="connsiteY4933" fmla="*/ 777431 h 1371600"/>
                <a:gd name="connsiteX4934" fmla="*/ 530162 w 1628775"/>
                <a:gd name="connsiteY4934" fmla="*/ 776383 h 1371600"/>
                <a:gd name="connsiteX4935" fmla="*/ 532066 w 1628775"/>
                <a:gd name="connsiteY4935" fmla="*/ 776478 h 1371600"/>
                <a:gd name="connsiteX4936" fmla="*/ 532924 w 1628775"/>
                <a:gd name="connsiteY4936" fmla="*/ 775526 h 1371600"/>
                <a:gd name="connsiteX4937" fmla="*/ 533114 w 1628775"/>
                <a:gd name="connsiteY4937" fmla="*/ 774287 h 1371600"/>
                <a:gd name="connsiteX4938" fmla="*/ 532543 w 1628775"/>
                <a:gd name="connsiteY4938" fmla="*/ 772382 h 1371600"/>
                <a:gd name="connsiteX4939" fmla="*/ 531781 w 1628775"/>
                <a:gd name="connsiteY4939" fmla="*/ 770953 h 1371600"/>
                <a:gd name="connsiteX4940" fmla="*/ 530733 w 1628775"/>
                <a:gd name="connsiteY4940" fmla="*/ 771239 h 1371600"/>
                <a:gd name="connsiteX4941" fmla="*/ 529590 w 1628775"/>
                <a:gd name="connsiteY4941" fmla="*/ 772382 h 1371600"/>
                <a:gd name="connsiteX4942" fmla="*/ 528542 w 1628775"/>
                <a:gd name="connsiteY4942" fmla="*/ 773716 h 1371600"/>
                <a:gd name="connsiteX4943" fmla="*/ 529018 w 1628775"/>
                <a:gd name="connsiteY4943" fmla="*/ 773716 h 1371600"/>
                <a:gd name="connsiteX4944" fmla="*/ 529399 w 1628775"/>
                <a:gd name="connsiteY4944" fmla="*/ 773906 h 1371600"/>
                <a:gd name="connsiteX4945" fmla="*/ 529590 w 1628775"/>
                <a:gd name="connsiteY4945" fmla="*/ 774287 h 1371600"/>
                <a:gd name="connsiteX4946" fmla="*/ 529590 w 1628775"/>
                <a:gd name="connsiteY4946" fmla="*/ 774954 h 1371600"/>
                <a:gd name="connsiteX4947" fmla="*/ 529399 w 1628775"/>
                <a:gd name="connsiteY4947" fmla="*/ 775240 h 1371600"/>
                <a:gd name="connsiteX4948" fmla="*/ 507111 w 1628775"/>
                <a:gd name="connsiteY4948" fmla="*/ 868585 h 1371600"/>
                <a:gd name="connsiteX4949" fmla="*/ 506921 w 1628775"/>
                <a:gd name="connsiteY4949" fmla="*/ 868394 h 1371600"/>
                <a:gd name="connsiteX4950" fmla="*/ 506730 w 1628775"/>
                <a:gd name="connsiteY4950" fmla="*/ 868299 h 1371600"/>
                <a:gd name="connsiteX4951" fmla="*/ 506349 w 1628775"/>
                <a:gd name="connsiteY4951" fmla="*/ 868109 h 1371600"/>
                <a:gd name="connsiteX4952" fmla="*/ 506063 w 1628775"/>
                <a:gd name="connsiteY4952" fmla="*/ 868394 h 1371600"/>
                <a:gd name="connsiteX4953" fmla="*/ 505873 w 1628775"/>
                <a:gd name="connsiteY4953" fmla="*/ 869156 h 1371600"/>
                <a:gd name="connsiteX4954" fmla="*/ 505873 w 1628775"/>
                <a:gd name="connsiteY4954" fmla="*/ 869918 h 1371600"/>
                <a:gd name="connsiteX4955" fmla="*/ 505968 w 1628775"/>
                <a:gd name="connsiteY4955" fmla="*/ 870776 h 1371600"/>
                <a:gd name="connsiteX4956" fmla="*/ 506349 w 1628775"/>
                <a:gd name="connsiteY4956" fmla="*/ 871061 h 1371600"/>
                <a:gd name="connsiteX4957" fmla="*/ 507111 w 1628775"/>
                <a:gd name="connsiteY4957" fmla="*/ 870680 h 1371600"/>
                <a:gd name="connsiteX4958" fmla="*/ 507492 w 1628775"/>
                <a:gd name="connsiteY4958" fmla="*/ 870204 h 1371600"/>
                <a:gd name="connsiteX4959" fmla="*/ 507492 w 1628775"/>
                <a:gd name="connsiteY4959" fmla="*/ 869728 h 1371600"/>
                <a:gd name="connsiteX4960" fmla="*/ 507301 w 1628775"/>
                <a:gd name="connsiteY4960" fmla="*/ 869156 h 1371600"/>
                <a:gd name="connsiteX4961" fmla="*/ 507111 w 1628775"/>
                <a:gd name="connsiteY4961" fmla="*/ 868585 h 1371600"/>
                <a:gd name="connsiteX4962" fmla="*/ 383191 w 1628775"/>
                <a:gd name="connsiteY4962" fmla="*/ 898207 h 1371600"/>
                <a:gd name="connsiteX4963" fmla="*/ 383191 w 1628775"/>
                <a:gd name="connsiteY4963" fmla="*/ 898874 h 1371600"/>
                <a:gd name="connsiteX4964" fmla="*/ 383381 w 1628775"/>
                <a:gd name="connsiteY4964" fmla="*/ 899065 h 1371600"/>
                <a:gd name="connsiteX4965" fmla="*/ 383762 w 1628775"/>
                <a:gd name="connsiteY4965" fmla="*/ 898779 h 1371600"/>
                <a:gd name="connsiteX4966" fmla="*/ 384238 w 1628775"/>
                <a:gd name="connsiteY4966" fmla="*/ 898684 h 1371600"/>
                <a:gd name="connsiteX4967" fmla="*/ 384810 w 1628775"/>
                <a:gd name="connsiteY4967" fmla="*/ 898398 h 1371600"/>
                <a:gd name="connsiteX4968" fmla="*/ 385381 w 1628775"/>
                <a:gd name="connsiteY4968" fmla="*/ 897827 h 1371600"/>
                <a:gd name="connsiteX4969" fmla="*/ 385858 w 1628775"/>
                <a:gd name="connsiteY4969" fmla="*/ 897255 h 1371600"/>
                <a:gd name="connsiteX4970" fmla="*/ 386048 w 1628775"/>
                <a:gd name="connsiteY4970" fmla="*/ 896874 h 1371600"/>
                <a:gd name="connsiteX4971" fmla="*/ 385763 w 1628775"/>
                <a:gd name="connsiteY4971" fmla="*/ 896398 h 1371600"/>
                <a:gd name="connsiteX4972" fmla="*/ 384905 w 1628775"/>
                <a:gd name="connsiteY4972" fmla="*/ 896017 h 1371600"/>
                <a:gd name="connsiteX4973" fmla="*/ 384334 w 1628775"/>
                <a:gd name="connsiteY4973" fmla="*/ 896207 h 1371600"/>
                <a:gd name="connsiteX4974" fmla="*/ 384238 w 1628775"/>
                <a:gd name="connsiteY4974" fmla="*/ 896398 h 1371600"/>
                <a:gd name="connsiteX4975" fmla="*/ 384143 w 1628775"/>
                <a:gd name="connsiteY4975" fmla="*/ 896493 h 1371600"/>
                <a:gd name="connsiteX4976" fmla="*/ 383857 w 1628775"/>
                <a:gd name="connsiteY4976" fmla="*/ 896588 h 1371600"/>
                <a:gd name="connsiteX4977" fmla="*/ 383572 w 1628775"/>
                <a:gd name="connsiteY4977" fmla="*/ 896874 h 1371600"/>
                <a:gd name="connsiteX4978" fmla="*/ 383381 w 1628775"/>
                <a:gd name="connsiteY4978" fmla="*/ 897541 h 1371600"/>
                <a:gd name="connsiteX4979" fmla="*/ 383191 w 1628775"/>
                <a:gd name="connsiteY4979" fmla="*/ 898207 h 1371600"/>
                <a:gd name="connsiteX4980" fmla="*/ 502444 w 1628775"/>
                <a:gd name="connsiteY4980" fmla="*/ 782955 h 1371600"/>
                <a:gd name="connsiteX4981" fmla="*/ 501491 w 1628775"/>
                <a:gd name="connsiteY4981" fmla="*/ 784003 h 1371600"/>
                <a:gd name="connsiteX4982" fmla="*/ 502730 w 1628775"/>
                <a:gd name="connsiteY4982" fmla="*/ 784479 h 1371600"/>
                <a:gd name="connsiteX4983" fmla="*/ 505587 w 1628775"/>
                <a:gd name="connsiteY4983" fmla="*/ 784384 h 1371600"/>
                <a:gd name="connsiteX4984" fmla="*/ 506825 w 1628775"/>
                <a:gd name="connsiteY4984" fmla="*/ 785051 h 1371600"/>
                <a:gd name="connsiteX4985" fmla="*/ 507587 w 1628775"/>
                <a:gd name="connsiteY4985" fmla="*/ 784765 h 1371600"/>
                <a:gd name="connsiteX4986" fmla="*/ 508159 w 1628775"/>
                <a:gd name="connsiteY4986" fmla="*/ 783241 h 1371600"/>
                <a:gd name="connsiteX4987" fmla="*/ 507968 w 1628775"/>
                <a:gd name="connsiteY4987" fmla="*/ 782003 h 1371600"/>
                <a:gd name="connsiteX4988" fmla="*/ 506635 w 1628775"/>
                <a:gd name="connsiteY4988" fmla="*/ 782669 h 1371600"/>
                <a:gd name="connsiteX4989" fmla="*/ 506539 w 1628775"/>
                <a:gd name="connsiteY4989" fmla="*/ 781812 h 1371600"/>
                <a:gd name="connsiteX4990" fmla="*/ 506539 w 1628775"/>
                <a:gd name="connsiteY4990" fmla="*/ 781050 h 1371600"/>
                <a:gd name="connsiteX4991" fmla="*/ 506349 w 1628775"/>
                <a:gd name="connsiteY4991" fmla="*/ 780288 h 1371600"/>
                <a:gd name="connsiteX4992" fmla="*/ 505873 w 1628775"/>
                <a:gd name="connsiteY4992" fmla="*/ 779526 h 1371600"/>
                <a:gd name="connsiteX4993" fmla="*/ 506254 w 1628775"/>
                <a:gd name="connsiteY4993" fmla="*/ 779431 h 1371600"/>
                <a:gd name="connsiteX4994" fmla="*/ 506444 w 1628775"/>
                <a:gd name="connsiteY4994" fmla="*/ 779240 h 1371600"/>
                <a:gd name="connsiteX4995" fmla="*/ 506539 w 1628775"/>
                <a:gd name="connsiteY4995" fmla="*/ 778955 h 1371600"/>
                <a:gd name="connsiteX4996" fmla="*/ 506635 w 1628775"/>
                <a:gd name="connsiteY4996" fmla="*/ 778669 h 1371600"/>
                <a:gd name="connsiteX4997" fmla="*/ 506158 w 1628775"/>
                <a:gd name="connsiteY4997" fmla="*/ 778288 h 1371600"/>
                <a:gd name="connsiteX4998" fmla="*/ 505587 w 1628775"/>
                <a:gd name="connsiteY4998" fmla="*/ 778288 h 1371600"/>
                <a:gd name="connsiteX4999" fmla="*/ 504920 w 1628775"/>
                <a:gd name="connsiteY4999" fmla="*/ 778478 h 1371600"/>
                <a:gd name="connsiteX5000" fmla="*/ 504254 w 1628775"/>
                <a:gd name="connsiteY5000" fmla="*/ 778859 h 1371600"/>
                <a:gd name="connsiteX5001" fmla="*/ 503777 w 1628775"/>
                <a:gd name="connsiteY5001" fmla="*/ 779526 h 1371600"/>
                <a:gd name="connsiteX5002" fmla="*/ 504444 w 1628775"/>
                <a:gd name="connsiteY5002" fmla="*/ 781145 h 1371600"/>
                <a:gd name="connsiteX5003" fmla="*/ 503777 w 1628775"/>
                <a:gd name="connsiteY5003" fmla="*/ 782098 h 1371600"/>
                <a:gd name="connsiteX5004" fmla="*/ 502444 w 1628775"/>
                <a:gd name="connsiteY5004" fmla="*/ 782955 h 1371600"/>
                <a:gd name="connsiteX5005" fmla="*/ 493109 w 1628775"/>
                <a:gd name="connsiteY5005" fmla="*/ 774192 h 1371600"/>
                <a:gd name="connsiteX5006" fmla="*/ 494633 w 1628775"/>
                <a:gd name="connsiteY5006" fmla="*/ 772859 h 1371600"/>
                <a:gd name="connsiteX5007" fmla="*/ 495681 w 1628775"/>
                <a:gd name="connsiteY5007" fmla="*/ 771715 h 1371600"/>
                <a:gd name="connsiteX5008" fmla="*/ 495681 w 1628775"/>
                <a:gd name="connsiteY5008" fmla="*/ 771430 h 1371600"/>
                <a:gd name="connsiteX5009" fmla="*/ 495586 w 1628775"/>
                <a:gd name="connsiteY5009" fmla="*/ 770858 h 1371600"/>
                <a:gd name="connsiteX5010" fmla="*/ 495300 w 1628775"/>
                <a:gd name="connsiteY5010" fmla="*/ 770287 h 1371600"/>
                <a:gd name="connsiteX5011" fmla="*/ 494824 w 1628775"/>
                <a:gd name="connsiteY5011" fmla="*/ 770192 h 1371600"/>
                <a:gd name="connsiteX5012" fmla="*/ 494062 w 1628775"/>
                <a:gd name="connsiteY5012" fmla="*/ 770573 h 1371600"/>
                <a:gd name="connsiteX5013" fmla="*/ 493205 w 1628775"/>
                <a:gd name="connsiteY5013" fmla="*/ 771049 h 1371600"/>
                <a:gd name="connsiteX5014" fmla="*/ 492538 w 1628775"/>
                <a:gd name="connsiteY5014" fmla="*/ 771906 h 1371600"/>
                <a:gd name="connsiteX5015" fmla="*/ 491490 w 1628775"/>
                <a:gd name="connsiteY5015" fmla="*/ 773525 h 1371600"/>
                <a:gd name="connsiteX5016" fmla="*/ 491490 w 1628775"/>
                <a:gd name="connsiteY5016" fmla="*/ 774097 h 1371600"/>
                <a:gd name="connsiteX5017" fmla="*/ 492062 w 1628775"/>
                <a:gd name="connsiteY5017" fmla="*/ 774478 h 1371600"/>
                <a:gd name="connsiteX5018" fmla="*/ 493109 w 1628775"/>
                <a:gd name="connsiteY5018" fmla="*/ 774192 h 1371600"/>
                <a:gd name="connsiteX5019" fmla="*/ 392335 w 1628775"/>
                <a:gd name="connsiteY5019" fmla="*/ 883063 h 1371600"/>
                <a:gd name="connsiteX5020" fmla="*/ 392144 w 1628775"/>
                <a:gd name="connsiteY5020" fmla="*/ 882682 h 1371600"/>
                <a:gd name="connsiteX5021" fmla="*/ 392049 w 1628775"/>
                <a:gd name="connsiteY5021" fmla="*/ 882206 h 1371600"/>
                <a:gd name="connsiteX5022" fmla="*/ 391763 w 1628775"/>
                <a:gd name="connsiteY5022" fmla="*/ 881920 h 1371600"/>
                <a:gd name="connsiteX5023" fmla="*/ 391382 w 1628775"/>
                <a:gd name="connsiteY5023" fmla="*/ 881920 h 1371600"/>
                <a:gd name="connsiteX5024" fmla="*/ 390239 w 1628775"/>
                <a:gd name="connsiteY5024" fmla="*/ 882682 h 1371600"/>
                <a:gd name="connsiteX5025" fmla="*/ 388334 w 1628775"/>
                <a:gd name="connsiteY5025" fmla="*/ 883349 h 1371600"/>
                <a:gd name="connsiteX5026" fmla="*/ 387572 w 1628775"/>
                <a:gd name="connsiteY5026" fmla="*/ 883730 h 1371600"/>
                <a:gd name="connsiteX5027" fmla="*/ 386429 w 1628775"/>
                <a:gd name="connsiteY5027" fmla="*/ 884587 h 1371600"/>
                <a:gd name="connsiteX5028" fmla="*/ 385381 w 1628775"/>
                <a:gd name="connsiteY5028" fmla="*/ 885825 h 1371600"/>
                <a:gd name="connsiteX5029" fmla="*/ 384905 w 1628775"/>
                <a:gd name="connsiteY5029" fmla="*/ 886111 h 1371600"/>
                <a:gd name="connsiteX5030" fmla="*/ 384143 w 1628775"/>
                <a:gd name="connsiteY5030" fmla="*/ 886206 h 1371600"/>
                <a:gd name="connsiteX5031" fmla="*/ 383762 w 1628775"/>
                <a:gd name="connsiteY5031" fmla="*/ 886301 h 1371600"/>
                <a:gd name="connsiteX5032" fmla="*/ 383476 w 1628775"/>
                <a:gd name="connsiteY5032" fmla="*/ 886682 h 1371600"/>
                <a:gd name="connsiteX5033" fmla="*/ 383476 w 1628775"/>
                <a:gd name="connsiteY5033" fmla="*/ 887540 h 1371600"/>
                <a:gd name="connsiteX5034" fmla="*/ 383953 w 1628775"/>
                <a:gd name="connsiteY5034" fmla="*/ 888492 h 1371600"/>
                <a:gd name="connsiteX5035" fmla="*/ 385000 w 1628775"/>
                <a:gd name="connsiteY5035" fmla="*/ 890111 h 1371600"/>
                <a:gd name="connsiteX5036" fmla="*/ 386239 w 1628775"/>
                <a:gd name="connsiteY5036" fmla="*/ 889635 h 1371600"/>
                <a:gd name="connsiteX5037" fmla="*/ 387287 w 1628775"/>
                <a:gd name="connsiteY5037" fmla="*/ 889349 h 1371600"/>
                <a:gd name="connsiteX5038" fmla="*/ 389382 w 1628775"/>
                <a:gd name="connsiteY5038" fmla="*/ 889254 h 1371600"/>
                <a:gd name="connsiteX5039" fmla="*/ 390334 w 1628775"/>
                <a:gd name="connsiteY5039" fmla="*/ 888492 h 1371600"/>
                <a:gd name="connsiteX5040" fmla="*/ 390906 w 1628775"/>
                <a:gd name="connsiteY5040" fmla="*/ 888302 h 1371600"/>
                <a:gd name="connsiteX5041" fmla="*/ 391192 w 1628775"/>
                <a:gd name="connsiteY5041" fmla="*/ 888968 h 1371600"/>
                <a:gd name="connsiteX5042" fmla="*/ 391192 w 1628775"/>
                <a:gd name="connsiteY5042" fmla="*/ 890302 h 1371600"/>
                <a:gd name="connsiteX5043" fmla="*/ 391192 w 1628775"/>
                <a:gd name="connsiteY5043" fmla="*/ 890969 h 1371600"/>
                <a:gd name="connsiteX5044" fmla="*/ 391382 w 1628775"/>
                <a:gd name="connsiteY5044" fmla="*/ 891254 h 1371600"/>
                <a:gd name="connsiteX5045" fmla="*/ 393001 w 1628775"/>
                <a:gd name="connsiteY5045" fmla="*/ 889921 h 1371600"/>
                <a:gd name="connsiteX5046" fmla="*/ 395192 w 1628775"/>
                <a:gd name="connsiteY5046" fmla="*/ 884015 h 1371600"/>
                <a:gd name="connsiteX5047" fmla="*/ 397002 w 1628775"/>
                <a:gd name="connsiteY5047" fmla="*/ 882872 h 1371600"/>
                <a:gd name="connsiteX5048" fmla="*/ 396430 w 1628775"/>
                <a:gd name="connsiteY5048" fmla="*/ 882015 h 1371600"/>
                <a:gd name="connsiteX5049" fmla="*/ 395573 w 1628775"/>
                <a:gd name="connsiteY5049" fmla="*/ 882110 h 1371600"/>
                <a:gd name="connsiteX5050" fmla="*/ 393954 w 1628775"/>
                <a:gd name="connsiteY5050" fmla="*/ 882872 h 1371600"/>
                <a:gd name="connsiteX5051" fmla="*/ 393001 w 1628775"/>
                <a:gd name="connsiteY5051" fmla="*/ 883063 h 1371600"/>
                <a:gd name="connsiteX5052" fmla="*/ 392335 w 1628775"/>
                <a:gd name="connsiteY5052" fmla="*/ 883063 h 1371600"/>
                <a:gd name="connsiteX5053" fmla="*/ 489395 w 1628775"/>
                <a:gd name="connsiteY5053" fmla="*/ 792575 h 1371600"/>
                <a:gd name="connsiteX5054" fmla="*/ 488156 w 1628775"/>
                <a:gd name="connsiteY5054" fmla="*/ 793052 h 1371600"/>
                <a:gd name="connsiteX5055" fmla="*/ 487299 w 1628775"/>
                <a:gd name="connsiteY5055" fmla="*/ 794576 h 1371600"/>
                <a:gd name="connsiteX5056" fmla="*/ 487680 w 1628775"/>
                <a:gd name="connsiteY5056" fmla="*/ 796100 h 1371600"/>
                <a:gd name="connsiteX5057" fmla="*/ 488442 w 1628775"/>
                <a:gd name="connsiteY5057" fmla="*/ 797528 h 1371600"/>
                <a:gd name="connsiteX5058" fmla="*/ 488823 w 1628775"/>
                <a:gd name="connsiteY5058" fmla="*/ 798767 h 1371600"/>
                <a:gd name="connsiteX5059" fmla="*/ 489395 w 1628775"/>
                <a:gd name="connsiteY5059" fmla="*/ 798386 h 1371600"/>
                <a:gd name="connsiteX5060" fmla="*/ 489680 w 1628775"/>
                <a:gd name="connsiteY5060" fmla="*/ 798195 h 1371600"/>
                <a:gd name="connsiteX5061" fmla="*/ 489966 w 1628775"/>
                <a:gd name="connsiteY5061" fmla="*/ 797909 h 1371600"/>
                <a:gd name="connsiteX5062" fmla="*/ 490347 w 1628775"/>
                <a:gd name="connsiteY5062" fmla="*/ 798386 h 1371600"/>
                <a:gd name="connsiteX5063" fmla="*/ 490918 w 1628775"/>
                <a:gd name="connsiteY5063" fmla="*/ 798100 h 1371600"/>
                <a:gd name="connsiteX5064" fmla="*/ 491871 w 1628775"/>
                <a:gd name="connsiteY5064" fmla="*/ 798481 h 1371600"/>
                <a:gd name="connsiteX5065" fmla="*/ 492538 w 1628775"/>
                <a:gd name="connsiteY5065" fmla="*/ 798386 h 1371600"/>
                <a:gd name="connsiteX5066" fmla="*/ 492728 w 1628775"/>
                <a:gd name="connsiteY5066" fmla="*/ 798005 h 1371600"/>
                <a:gd name="connsiteX5067" fmla="*/ 492919 w 1628775"/>
                <a:gd name="connsiteY5067" fmla="*/ 797338 h 1371600"/>
                <a:gd name="connsiteX5068" fmla="*/ 493205 w 1628775"/>
                <a:gd name="connsiteY5068" fmla="*/ 796957 h 1371600"/>
                <a:gd name="connsiteX5069" fmla="*/ 493966 w 1628775"/>
                <a:gd name="connsiteY5069" fmla="*/ 797433 h 1371600"/>
                <a:gd name="connsiteX5070" fmla="*/ 494347 w 1628775"/>
                <a:gd name="connsiteY5070" fmla="*/ 796957 h 1371600"/>
                <a:gd name="connsiteX5071" fmla="*/ 494919 w 1628775"/>
                <a:gd name="connsiteY5071" fmla="*/ 797433 h 1371600"/>
                <a:gd name="connsiteX5072" fmla="*/ 494919 w 1628775"/>
                <a:gd name="connsiteY5072" fmla="*/ 798005 h 1371600"/>
                <a:gd name="connsiteX5073" fmla="*/ 494824 w 1628775"/>
                <a:gd name="connsiteY5073" fmla="*/ 798576 h 1371600"/>
                <a:gd name="connsiteX5074" fmla="*/ 495014 w 1628775"/>
                <a:gd name="connsiteY5074" fmla="*/ 799148 h 1371600"/>
                <a:gd name="connsiteX5075" fmla="*/ 495490 w 1628775"/>
                <a:gd name="connsiteY5075" fmla="*/ 799338 h 1371600"/>
                <a:gd name="connsiteX5076" fmla="*/ 496633 w 1628775"/>
                <a:gd name="connsiteY5076" fmla="*/ 799338 h 1371600"/>
                <a:gd name="connsiteX5077" fmla="*/ 497205 w 1628775"/>
                <a:gd name="connsiteY5077" fmla="*/ 799528 h 1371600"/>
                <a:gd name="connsiteX5078" fmla="*/ 497396 w 1628775"/>
                <a:gd name="connsiteY5078" fmla="*/ 798862 h 1371600"/>
                <a:gd name="connsiteX5079" fmla="*/ 497491 w 1628775"/>
                <a:gd name="connsiteY5079" fmla="*/ 798195 h 1371600"/>
                <a:gd name="connsiteX5080" fmla="*/ 497586 w 1628775"/>
                <a:gd name="connsiteY5080" fmla="*/ 796671 h 1371600"/>
                <a:gd name="connsiteX5081" fmla="*/ 497776 w 1628775"/>
                <a:gd name="connsiteY5081" fmla="*/ 796195 h 1371600"/>
                <a:gd name="connsiteX5082" fmla="*/ 498253 w 1628775"/>
                <a:gd name="connsiteY5082" fmla="*/ 795909 h 1371600"/>
                <a:gd name="connsiteX5083" fmla="*/ 499586 w 1628775"/>
                <a:gd name="connsiteY5083" fmla="*/ 795528 h 1371600"/>
                <a:gd name="connsiteX5084" fmla="*/ 500063 w 1628775"/>
                <a:gd name="connsiteY5084" fmla="*/ 795719 h 1371600"/>
                <a:gd name="connsiteX5085" fmla="*/ 500443 w 1628775"/>
                <a:gd name="connsiteY5085" fmla="*/ 795623 h 1371600"/>
                <a:gd name="connsiteX5086" fmla="*/ 501587 w 1628775"/>
                <a:gd name="connsiteY5086" fmla="*/ 794099 h 1371600"/>
                <a:gd name="connsiteX5087" fmla="*/ 502158 w 1628775"/>
                <a:gd name="connsiteY5087" fmla="*/ 793432 h 1371600"/>
                <a:gd name="connsiteX5088" fmla="*/ 501301 w 1628775"/>
                <a:gd name="connsiteY5088" fmla="*/ 793432 h 1371600"/>
                <a:gd name="connsiteX5089" fmla="*/ 499872 w 1628775"/>
                <a:gd name="connsiteY5089" fmla="*/ 793242 h 1371600"/>
                <a:gd name="connsiteX5090" fmla="*/ 499205 w 1628775"/>
                <a:gd name="connsiteY5090" fmla="*/ 793337 h 1371600"/>
                <a:gd name="connsiteX5091" fmla="*/ 498920 w 1628775"/>
                <a:gd name="connsiteY5091" fmla="*/ 793623 h 1371600"/>
                <a:gd name="connsiteX5092" fmla="*/ 498824 w 1628775"/>
                <a:gd name="connsiteY5092" fmla="*/ 794290 h 1371600"/>
                <a:gd name="connsiteX5093" fmla="*/ 498538 w 1628775"/>
                <a:gd name="connsiteY5093" fmla="*/ 794671 h 1371600"/>
                <a:gd name="connsiteX5094" fmla="*/ 498253 w 1628775"/>
                <a:gd name="connsiteY5094" fmla="*/ 794766 h 1371600"/>
                <a:gd name="connsiteX5095" fmla="*/ 497491 w 1628775"/>
                <a:gd name="connsiteY5095" fmla="*/ 794671 h 1371600"/>
                <a:gd name="connsiteX5096" fmla="*/ 497205 w 1628775"/>
                <a:gd name="connsiteY5096" fmla="*/ 794671 h 1371600"/>
                <a:gd name="connsiteX5097" fmla="*/ 496062 w 1628775"/>
                <a:gd name="connsiteY5097" fmla="*/ 795528 h 1371600"/>
                <a:gd name="connsiteX5098" fmla="*/ 495395 w 1628775"/>
                <a:gd name="connsiteY5098" fmla="*/ 795909 h 1371600"/>
                <a:gd name="connsiteX5099" fmla="*/ 494633 w 1628775"/>
                <a:gd name="connsiteY5099" fmla="*/ 796004 h 1371600"/>
                <a:gd name="connsiteX5100" fmla="*/ 493205 w 1628775"/>
                <a:gd name="connsiteY5100" fmla="*/ 793814 h 1371600"/>
                <a:gd name="connsiteX5101" fmla="*/ 492252 w 1628775"/>
                <a:gd name="connsiteY5101" fmla="*/ 793147 h 1371600"/>
                <a:gd name="connsiteX5102" fmla="*/ 490918 w 1628775"/>
                <a:gd name="connsiteY5102" fmla="*/ 792575 h 1371600"/>
                <a:gd name="connsiteX5103" fmla="*/ 489395 w 1628775"/>
                <a:gd name="connsiteY5103" fmla="*/ 792575 h 1371600"/>
                <a:gd name="connsiteX5104" fmla="*/ 620839 w 1628775"/>
                <a:gd name="connsiteY5104" fmla="*/ 800100 h 1371600"/>
                <a:gd name="connsiteX5105" fmla="*/ 619125 w 1628775"/>
                <a:gd name="connsiteY5105" fmla="*/ 800481 h 1371600"/>
                <a:gd name="connsiteX5106" fmla="*/ 619125 w 1628775"/>
                <a:gd name="connsiteY5106" fmla="*/ 800005 h 1371600"/>
                <a:gd name="connsiteX5107" fmla="*/ 619601 w 1628775"/>
                <a:gd name="connsiteY5107" fmla="*/ 799910 h 1371600"/>
                <a:gd name="connsiteX5108" fmla="*/ 620078 w 1628775"/>
                <a:gd name="connsiteY5108" fmla="*/ 799624 h 1371600"/>
                <a:gd name="connsiteX5109" fmla="*/ 620554 w 1628775"/>
                <a:gd name="connsiteY5109" fmla="*/ 799528 h 1371600"/>
                <a:gd name="connsiteX5110" fmla="*/ 620554 w 1628775"/>
                <a:gd name="connsiteY5110" fmla="*/ 799148 h 1371600"/>
                <a:gd name="connsiteX5111" fmla="*/ 617601 w 1628775"/>
                <a:gd name="connsiteY5111" fmla="*/ 799243 h 1371600"/>
                <a:gd name="connsiteX5112" fmla="*/ 616839 w 1628775"/>
                <a:gd name="connsiteY5112" fmla="*/ 798862 h 1371600"/>
                <a:gd name="connsiteX5113" fmla="*/ 617696 w 1628775"/>
                <a:gd name="connsiteY5113" fmla="*/ 797433 h 1371600"/>
                <a:gd name="connsiteX5114" fmla="*/ 618268 w 1628775"/>
                <a:gd name="connsiteY5114" fmla="*/ 797052 h 1371600"/>
                <a:gd name="connsiteX5115" fmla="*/ 618934 w 1628775"/>
                <a:gd name="connsiteY5115" fmla="*/ 796766 h 1371600"/>
                <a:gd name="connsiteX5116" fmla="*/ 619125 w 1628775"/>
                <a:gd name="connsiteY5116" fmla="*/ 796195 h 1371600"/>
                <a:gd name="connsiteX5117" fmla="*/ 619792 w 1628775"/>
                <a:gd name="connsiteY5117" fmla="*/ 795528 h 1371600"/>
                <a:gd name="connsiteX5118" fmla="*/ 619792 w 1628775"/>
                <a:gd name="connsiteY5118" fmla="*/ 794576 h 1371600"/>
                <a:gd name="connsiteX5119" fmla="*/ 619792 w 1628775"/>
                <a:gd name="connsiteY5119" fmla="*/ 793528 h 1371600"/>
                <a:gd name="connsiteX5120" fmla="*/ 619125 w 1628775"/>
                <a:gd name="connsiteY5120" fmla="*/ 793242 h 1371600"/>
                <a:gd name="connsiteX5121" fmla="*/ 619411 w 1628775"/>
                <a:gd name="connsiteY5121" fmla="*/ 792671 h 1371600"/>
                <a:gd name="connsiteX5122" fmla="*/ 617696 w 1628775"/>
                <a:gd name="connsiteY5122" fmla="*/ 791623 h 1371600"/>
                <a:gd name="connsiteX5123" fmla="*/ 617030 w 1628775"/>
                <a:gd name="connsiteY5123" fmla="*/ 790575 h 1371600"/>
                <a:gd name="connsiteX5124" fmla="*/ 616267 w 1628775"/>
                <a:gd name="connsiteY5124" fmla="*/ 789051 h 1371600"/>
                <a:gd name="connsiteX5125" fmla="*/ 615696 w 1628775"/>
                <a:gd name="connsiteY5125" fmla="*/ 789242 h 1371600"/>
                <a:gd name="connsiteX5126" fmla="*/ 615601 w 1628775"/>
                <a:gd name="connsiteY5126" fmla="*/ 789908 h 1371600"/>
                <a:gd name="connsiteX5127" fmla="*/ 614934 w 1628775"/>
                <a:gd name="connsiteY5127" fmla="*/ 789908 h 1371600"/>
                <a:gd name="connsiteX5128" fmla="*/ 614553 w 1628775"/>
                <a:gd name="connsiteY5128" fmla="*/ 789623 h 1371600"/>
                <a:gd name="connsiteX5129" fmla="*/ 614267 w 1628775"/>
                <a:gd name="connsiteY5129" fmla="*/ 789051 h 1371600"/>
                <a:gd name="connsiteX5130" fmla="*/ 613981 w 1628775"/>
                <a:gd name="connsiteY5130" fmla="*/ 787813 h 1371600"/>
                <a:gd name="connsiteX5131" fmla="*/ 613981 w 1628775"/>
                <a:gd name="connsiteY5131" fmla="*/ 787146 h 1371600"/>
                <a:gd name="connsiteX5132" fmla="*/ 614077 w 1628775"/>
                <a:gd name="connsiteY5132" fmla="*/ 786765 h 1371600"/>
                <a:gd name="connsiteX5133" fmla="*/ 614458 w 1628775"/>
                <a:gd name="connsiteY5133" fmla="*/ 785622 h 1371600"/>
                <a:gd name="connsiteX5134" fmla="*/ 614743 w 1628775"/>
                <a:gd name="connsiteY5134" fmla="*/ 785336 h 1371600"/>
                <a:gd name="connsiteX5135" fmla="*/ 614553 w 1628775"/>
                <a:gd name="connsiteY5135" fmla="*/ 784289 h 1371600"/>
                <a:gd name="connsiteX5136" fmla="*/ 614553 w 1628775"/>
                <a:gd name="connsiteY5136" fmla="*/ 782669 h 1371600"/>
                <a:gd name="connsiteX5137" fmla="*/ 615505 w 1628775"/>
                <a:gd name="connsiteY5137" fmla="*/ 781145 h 1371600"/>
                <a:gd name="connsiteX5138" fmla="*/ 615410 w 1628775"/>
                <a:gd name="connsiteY5138" fmla="*/ 780764 h 1371600"/>
                <a:gd name="connsiteX5139" fmla="*/ 615601 w 1628775"/>
                <a:gd name="connsiteY5139" fmla="*/ 780098 h 1371600"/>
                <a:gd name="connsiteX5140" fmla="*/ 616172 w 1628775"/>
                <a:gd name="connsiteY5140" fmla="*/ 779145 h 1371600"/>
                <a:gd name="connsiteX5141" fmla="*/ 616553 w 1628775"/>
                <a:gd name="connsiteY5141" fmla="*/ 778288 h 1371600"/>
                <a:gd name="connsiteX5142" fmla="*/ 615791 w 1628775"/>
                <a:gd name="connsiteY5142" fmla="*/ 778383 h 1371600"/>
                <a:gd name="connsiteX5143" fmla="*/ 615315 w 1628775"/>
                <a:gd name="connsiteY5143" fmla="*/ 778097 h 1371600"/>
                <a:gd name="connsiteX5144" fmla="*/ 614743 w 1628775"/>
                <a:gd name="connsiteY5144" fmla="*/ 777907 h 1371600"/>
                <a:gd name="connsiteX5145" fmla="*/ 615791 w 1628775"/>
                <a:gd name="connsiteY5145" fmla="*/ 777716 h 1371600"/>
                <a:gd name="connsiteX5146" fmla="*/ 615696 w 1628775"/>
                <a:gd name="connsiteY5146" fmla="*/ 777335 h 1371600"/>
                <a:gd name="connsiteX5147" fmla="*/ 615696 w 1628775"/>
                <a:gd name="connsiteY5147" fmla="*/ 776859 h 1371600"/>
                <a:gd name="connsiteX5148" fmla="*/ 615791 w 1628775"/>
                <a:gd name="connsiteY5148" fmla="*/ 776288 h 1371600"/>
                <a:gd name="connsiteX5149" fmla="*/ 616553 w 1628775"/>
                <a:gd name="connsiteY5149" fmla="*/ 775335 h 1371600"/>
                <a:gd name="connsiteX5150" fmla="*/ 616839 w 1628775"/>
                <a:gd name="connsiteY5150" fmla="*/ 774478 h 1371600"/>
                <a:gd name="connsiteX5151" fmla="*/ 615887 w 1628775"/>
                <a:gd name="connsiteY5151" fmla="*/ 774859 h 1371600"/>
                <a:gd name="connsiteX5152" fmla="*/ 614934 w 1628775"/>
                <a:gd name="connsiteY5152" fmla="*/ 775907 h 1371600"/>
                <a:gd name="connsiteX5153" fmla="*/ 614077 w 1628775"/>
                <a:gd name="connsiteY5153" fmla="*/ 776002 h 1371600"/>
                <a:gd name="connsiteX5154" fmla="*/ 614458 w 1628775"/>
                <a:gd name="connsiteY5154" fmla="*/ 775049 h 1371600"/>
                <a:gd name="connsiteX5155" fmla="*/ 615029 w 1628775"/>
                <a:gd name="connsiteY5155" fmla="*/ 774382 h 1371600"/>
                <a:gd name="connsiteX5156" fmla="*/ 614839 w 1628775"/>
                <a:gd name="connsiteY5156" fmla="*/ 773621 h 1371600"/>
                <a:gd name="connsiteX5157" fmla="*/ 614172 w 1628775"/>
                <a:gd name="connsiteY5157" fmla="*/ 774764 h 1371600"/>
                <a:gd name="connsiteX5158" fmla="*/ 613505 w 1628775"/>
                <a:gd name="connsiteY5158" fmla="*/ 774954 h 1371600"/>
                <a:gd name="connsiteX5159" fmla="*/ 612457 w 1628775"/>
                <a:gd name="connsiteY5159" fmla="*/ 775430 h 1371600"/>
                <a:gd name="connsiteX5160" fmla="*/ 609029 w 1628775"/>
                <a:gd name="connsiteY5160" fmla="*/ 775240 h 1371600"/>
                <a:gd name="connsiteX5161" fmla="*/ 607600 w 1628775"/>
                <a:gd name="connsiteY5161" fmla="*/ 776288 h 1371600"/>
                <a:gd name="connsiteX5162" fmla="*/ 606076 w 1628775"/>
                <a:gd name="connsiteY5162" fmla="*/ 776192 h 1371600"/>
                <a:gd name="connsiteX5163" fmla="*/ 604838 w 1628775"/>
                <a:gd name="connsiteY5163" fmla="*/ 775145 h 1371600"/>
                <a:gd name="connsiteX5164" fmla="*/ 604361 w 1628775"/>
                <a:gd name="connsiteY5164" fmla="*/ 774478 h 1371600"/>
                <a:gd name="connsiteX5165" fmla="*/ 604171 w 1628775"/>
                <a:gd name="connsiteY5165" fmla="*/ 773906 h 1371600"/>
                <a:gd name="connsiteX5166" fmla="*/ 603885 w 1628775"/>
                <a:gd name="connsiteY5166" fmla="*/ 773525 h 1371600"/>
                <a:gd name="connsiteX5167" fmla="*/ 603218 w 1628775"/>
                <a:gd name="connsiteY5167" fmla="*/ 773525 h 1371600"/>
                <a:gd name="connsiteX5168" fmla="*/ 601789 w 1628775"/>
                <a:gd name="connsiteY5168" fmla="*/ 773716 h 1371600"/>
                <a:gd name="connsiteX5169" fmla="*/ 601028 w 1628775"/>
                <a:gd name="connsiteY5169" fmla="*/ 773430 h 1371600"/>
                <a:gd name="connsiteX5170" fmla="*/ 599884 w 1628775"/>
                <a:gd name="connsiteY5170" fmla="*/ 772287 h 1371600"/>
                <a:gd name="connsiteX5171" fmla="*/ 599218 w 1628775"/>
                <a:gd name="connsiteY5171" fmla="*/ 772001 h 1371600"/>
                <a:gd name="connsiteX5172" fmla="*/ 598551 w 1628775"/>
                <a:gd name="connsiteY5172" fmla="*/ 771906 h 1371600"/>
                <a:gd name="connsiteX5173" fmla="*/ 596455 w 1628775"/>
                <a:gd name="connsiteY5173" fmla="*/ 770668 h 1371600"/>
                <a:gd name="connsiteX5174" fmla="*/ 597122 w 1628775"/>
                <a:gd name="connsiteY5174" fmla="*/ 768858 h 1371600"/>
                <a:gd name="connsiteX5175" fmla="*/ 596551 w 1628775"/>
                <a:gd name="connsiteY5175" fmla="*/ 768096 h 1371600"/>
                <a:gd name="connsiteX5176" fmla="*/ 595313 w 1628775"/>
                <a:gd name="connsiteY5176" fmla="*/ 767715 h 1371600"/>
                <a:gd name="connsiteX5177" fmla="*/ 594170 w 1628775"/>
                <a:gd name="connsiteY5177" fmla="*/ 766858 h 1371600"/>
                <a:gd name="connsiteX5178" fmla="*/ 593884 w 1628775"/>
                <a:gd name="connsiteY5178" fmla="*/ 767334 h 1371600"/>
                <a:gd name="connsiteX5179" fmla="*/ 592741 w 1628775"/>
                <a:gd name="connsiteY5179" fmla="*/ 768763 h 1371600"/>
                <a:gd name="connsiteX5180" fmla="*/ 592360 w 1628775"/>
                <a:gd name="connsiteY5180" fmla="*/ 769049 h 1371600"/>
                <a:gd name="connsiteX5181" fmla="*/ 591503 w 1628775"/>
                <a:gd name="connsiteY5181" fmla="*/ 768763 h 1371600"/>
                <a:gd name="connsiteX5182" fmla="*/ 591217 w 1628775"/>
                <a:gd name="connsiteY5182" fmla="*/ 768096 h 1371600"/>
                <a:gd name="connsiteX5183" fmla="*/ 591217 w 1628775"/>
                <a:gd name="connsiteY5183" fmla="*/ 766382 h 1371600"/>
                <a:gd name="connsiteX5184" fmla="*/ 591026 w 1628775"/>
                <a:gd name="connsiteY5184" fmla="*/ 765620 h 1371600"/>
                <a:gd name="connsiteX5185" fmla="*/ 590740 w 1628775"/>
                <a:gd name="connsiteY5185" fmla="*/ 764953 h 1371600"/>
                <a:gd name="connsiteX5186" fmla="*/ 590264 w 1628775"/>
                <a:gd name="connsiteY5186" fmla="*/ 764572 h 1371600"/>
                <a:gd name="connsiteX5187" fmla="*/ 589407 w 1628775"/>
                <a:gd name="connsiteY5187" fmla="*/ 764667 h 1371600"/>
                <a:gd name="connsiteX5188" fmla="*/ 589216 w 1628775"/>
                <a:gd name="connsiteY5188" fmla="*/ 765239 h 1371600"/>
                <a:gd name="connsiteX5189" fmla="*/ 589121 w 1628775"/>
                <a:gd name="connsiteY5189" fmla="*/ 766191 h 1371600"/>
                <a:gd name="connsiteX5190" fmla="*/ 588835 w 1628775"/>
                <a:gd name="connsiteY5190" fmla="*/ 766572 h 1371600"/>
                <a:gd name="connsiteX5191" fmla="*/ 587978 w 1628775"/>
                <a:gd name="connsiteY5191" fmla="*/ 765620 h 1371600"/>
                <a:gd name="connsiteX5192" fmla="*/ 587312 w 1628775"/>
                <a:gd name="connsiteY5192" fmla="*/ 766953 h 1371600"/>
                <a:gd name="connsiteX5193" fmla="*/ 586930 w 1628775"/>
                <a:gd name="connsiteY5193" fmla="*/ 767429 h 1371600"/>
                <a:gd name="connsiteX5194" fmla="*/ 585121 w 1628775"/>
                <a:gd name="connsiteY5194" fmla="*/ 766953 h 1371600"/>
                <a:gd name="connsiteX5195" fmla="*/ 584645 w 1628775"/>
                <a:gd name="connsiteY5195" fmla="*/ 766953 h 1371600"/>
                <a:gd name="connsiteX5196" fmla="*/ 583787 w 1628775"/>
                <a:gd name="connsiteY5196" fmla="*/ 767334 h 1371600"/>
                <a:gd name="connsiteX5197" fmla="*/ 583311 w 1628775"/>
                <a:gd name="connsiteY5197" fmla="*/ 767334 h 1371600"/>
                <a:gd name="connsiteX5198" fmla="*/ 582739 w 1628775"/>
                <a:gd name="connsiteY5198" fmla="*/ 767144 h 1371600"/>
                <a:gd name="connsiteX5199" fmla="*/ 582073 w 1628775"/>
                <a:gd name="connsiteY5199" fmla="*/ 766572 h 1371600"/>
                <a:gd name="connsiteX5200" fmla="*/ 581120 w 1628775"/>
                <a:gd name="connsiteY5200" fmla="*/ 766286 h 1371600"/>
                <a:gd name="connsiteX5201" fmla="*/ 580358 w 1628775"/>
                <a:gd name="connsiteY5201" fmla="*/ 765715 h 1371600"/>
                <a:gd name="connsiteX5202" fmla="*/ 579882 w 1628775"/>
                <a:gd name="connsiteY5202" fmla="*/ 765620 h 1371600"/>
                <a:gd name="connsiteX5203" fmla="*/ 579406 w 1628775"/>
                <a:gd name="connsiteY5203" fmla="*/ 765715 h 1371600"/>
                <a:gd name="connsiteX5204" fmla="*/ 578548 w 1628775"/>
                <a:gd name="connsiteY5204" fmla="*/ 766001 h 1371600"/>
                <a:gd name="connsiteX5205" fmla="*/ 578072 w 1628775"/>
                <a:gd name="connsiteY5205" fmla="*/ 766096 h 1371600"/>
                <a:gd name="connsiteX5206" fmla="*/ 577405 w 1628775"/>
                <a:gd name="connsiteY5206" fmla="*/ 766382 h 1371600"/>
                <a:gd name="connsiteX5207" fmla="*/ 576929 w 1628775"/>
                <a:gd name="connsiteY5207" fmla="*/ 767144 h 1371600"/>
                <a:gd name="connsiteX5208" fmla="*/ 576548 w 1628775"/>
                <a:gd name="connsiteY5208" fmla="*/ 768001 h 1371600"/>
                <a:gd name="connsiteX5209" fmla="*/ 576072 w 1628775"/>
                <a:gd name="connsiteY5209" fmla="*/ 768668 h 1371600"/>
                <a:gd name="connsiteX5210" fmla="*/ 574453 w 1628775"/>
                <a:gd name="connsiteY5210" fmla="*/ 769715 h 1371600"/>
                <a:gd name="connsiteX5211" fmla="*/ 571214 w 1628775"/>
                <a:gd name="connsiteY5211" fmla="*/ 771239 h 1371600"/>
                <a:gd name="connsiteX5212" fmla="*/ 569785 w 1628775"/>
                <a:gd name="connsiteY5212" fmla="*/ 772382 h 1371600"/>
                <a:gd name="connsiteX5213" fmla="*/ 568547 w 1628775"/>
                <a:gd name="connsiteY5213" fmla="*/ 773621 h 1371600"/>
                <a:gd name="connsiteX5214" fmla="*/ 566928 w 1628775"/>
                <a:gd name="connsiteY5214" fmla="*/ 774859 h 1371600"/>
                <a:gd name="connsiteX5215" fmla="*/ 565404 w 1628775"/>
                <a:gd name="connsiteY5215" fmla="*/ 775335 h 1371600"/>
                <a:gd name="connsiteX5216" fmla="*/ 564451 w 1628775"/>
                <a:gd name="connsiteY5216" fmla="*/ 774287 h 1371600"/>
                <a:gd name="connsiteX5217" fmla="*/ 563594 w 1628775"/>
                <a:gd name="connsiteY5217" fmla="*/ 774668 h 1371600"/>
                <a:gd name="connsiteX5218" fmla="*/ 562070 w 1628775"/>
                <a:gd name="connsiteY5218" fmla="*/ 774287 h 1371600"/>
                <a:gd name="connsiteX5219" fmla="*/ 560451 w 1628775"/>
                <a:gd name="connsiteY5219" fmla="*/ 773621 h 1371600"/>
                <a:gd name="connsiteX5220" fmla="*/ 559308 w 1628775"/>
                <a:gd name="connsiteY5220" fmla="*/ 772954 h 1371600"/>
                <a:gd name="connsiteX5221" fmla="*/ 560070 w 1628775"/>
                <a:gd name="connsiteY5221" fmla="*/ 774097 h 1371600"/>
                <a:gd name="connsiteX5222" fmla="*/ 560832 w 1628775"/>
                <a:gd name="connsiteY5222" fmla="*/ 774764 h 1371600"/>
                <a:gd name="connsiteX5223" fmla="*/ 561689 w 1628775"/>
                <a:gd name="connsiteY5223" fmla="*/ 775335 h 1371600"/>
                <a:gd name="connsiteX5224" fmla="*/ 562547 w 1628775"/>
                <a:gd name="connsiteY5224" fmla="*/ 776097 h 1371600"/>
                <a:gd name="connsiteX5225" fmla="*/ 563213 w 1628775"/>
                <a:gd name="connsiteY5225" fmla="*/ 776954 h 1371600"/>
                <a:gd name="connsiteX5226" fmla="*/ 563594 w 1628775"/>
                <a:gd name="connsiteY5226" fmla="*/ 777811 h 1371600"/>
                <a:gd name="connsiteX5227" fmla="*/ 563880 w 1628775"/>
                <a:gd name="connsiteY5227" fmla="*/ 778859 h 1371600"/>
                <a:gd name="connsiteX5228" fmla="*/ 563975 w 1628775"/>
                <a:gd name="connsiteY5228" fmla="*/ 781526 h 1371600"/>
                <a:gd name="connsiteX5229" fmla="*/ 563594 w 1628775"/>
                <a:gd name="connsiteY5229" fmla="*/ 784384 h 1371600"/>
                <a:gd name="connsiteX5230" fmla="*/ 563213 w 1628775"/>
                <a:gd name="connsiteY5230" fmla="*/ 785527 h 1371600"/>
                <a:gd name="connsiteX5231" fmla="*/ 562547 w 1628775"/>
                <a:gd name="connsiteY5231" fmla="*/ 786479 h 1371600"/>
                <a:gd name="connsiteX5232" fmla="*/ 560737 w 1628775"/>
                <a:gd name="connsiteY5232" fmla="*/ 788099 h 1371600"/>
                <a:gd name="connsiteX5233" fmla="*/ 559975 w 1628775"/>
                <a:gd name="connsiteY5233" fmla="*/ 788956 h 1371600"/>
                <a:gd name="connsiteX5234" fmla="*/ 559403 w 1628775"/>
                <a:gd name="connsiteY5234" fmla="*/ 789813 h 1371600"/>
                <a:gd name="connsiteX5235" fmla="*/ 558737 w 1628775"/>
                <a:gd name="connsiteY5235" fmla="*/ 790575 h 1371600"/>
                <a:gd name="connsiteX5236" fmla="*/ 557879 w 1628775"/>
                <a:gd name="connsiteY5236" fmla="*/ 791242 h 1371600"/>
                <a:gd name="connsiteX5237" fmla="*/ 556736 w 1628775"/>
                <a:gd name="connsiteY5237" fmla="*/ 791623 h 1371600"/>
                <a:gd name="connsiteX5238" fmla="*/ 555403 w 1628775"/>
                <a:gd name="connsiteY5238" fmla="*/ 791528 h 1371600"/>
                <a:gd name="connsiteX5239" fmla="*/ 552831 w 1628775"/>
                <a:gd name="connsiteY5239" fmla="*/ 790575 h 1371600"/>
                <a:gd name="connsiteX5240" fmla="*/ 551593 w 1628775"/>
                <a:gd name="connsiteY5240" fmla="*/ 790289 h 1371600"/>
                <a:gd name="connsiteX5241" fmla="*/ 548735 w 1628775"/>
                <a:gd name="connsiteY5241" fmla="*/ 790480 h 1371600"/>
                <a:gd name="connsiteX5242" fmla="*/ 547783 w 1628775"/>
                <a:gd name="connsiteY5242" fmla="*/ 790003 h 1371600"/>
                <a:gd name="connsiteX5243" fmla="*/ 546830 w 1628775"/>
                <a:gd name="connsiteY5243" fmla="*/ 790003 h 1371600"/>
                <a:gd name="connsiteX5244" fmla="*/ 545592 w 1628775"/>
                <a:gd name="connsiteY5244" fmla="*/ 790575 h 1371600"/>
                <a:gd name="connsiteX5245" fmla="*/ 544449 w 1628775"/>
                <a:gd name="connsiteY5245" fmla="*/ 790385 h 1371600"/>
                <a:gd name="connsiteX5246" fmla="*/ 542830 w 1628775"/>
                <a:gd name="connsiteY5246" fmla="*/ 790956 h 1371600"/>
                <a:gd name="connsiteX5247" fmla="*/ 542544 w 1628775"/>
                <a:gd name="connsiteY5247" fmla="*/ 792099 h 1371600"/>
                <a:gd name="connsiteX5248" fmla="*/ 540734 w 1628775"/>
                <a:gd name="connsiteY5248" fmla="*/ 792671 h 1371600"/>
                <a:gd name="connsiteX5249" fmla="*/ 538829 w 1628775"/>
                <a:gd name="connsiteY5249" fmla="*/ 793147 h 1371600"/>
                <a:gd name="connsiteX5250" fmla="*/ 537400 w 1628775"/>
                <a:gd name="connsiteY5250" fmla="*/ 793718 h 1371600"/>
                <a:gd name="connsiteX5251" fmla="*/ 536353 w 1628775"/>
                <a:gd name="connsiteY5251" fmla="*/ 793623 h 1371600"/>
                <a:gd name="connsiteX5252" fmla="*/ 535305 w 1628775"/>
                <a:gd name="connsiteY5252" fmla="*/ 793147 h 1371600"/>
                <a:gd name="connsiteX5253" fmla="*/ 534162 w 1628775"/>
                <a:gd name="connsiteY5253" fmla="*/ 792671 h 1371600"/>
                <a:gd name="connsiteX5254" fmla="*/ 533686 w 1628775"/>
                <a:gd name="connsiteY5254" fmla="*/ 792004 h 1371600"/>
                <a:gd name="connsiteX5255" fmla="*/ 533305 w 1628775"/>
                <a:gd name="connsiteY5255" fmla="*/ 791051 h 1371600"/>
                <a:gd name="connsiteX5256" fmla="*/ 532829 w 1628775"/>
                <a:gd name="connsiteY5256" fmla="*/ 790003 h 1371600"/>
                <a:gd name="connsiteX5257" fmla="*/ 531305 w 1628775"/>
                <a:gd name="connsiteY5257" fmla="*/ 786098 h 1371600"/>
                <a:gd name="connsiteX5258" fmla="*/ 528352 w 1628775"/>
                <a:gd name="connsiteY5258" fmla="*/ 782574 h 1371600"/>
                <a:gd name="connsiteX5259" fmla="*/ 527780 w 1628775"/>
                <a:gd name="connsiteY5259" fmla="*/ 782193 h 1371600"/>
                <a:gd name="connsiteX5260" fmla="*/ 527495 w 1628775"/>
                <a:gd name="connsiteY5260" fmla="*/ 781717 h 1371600"/>
                <a:gd name="connsiteX5261" fmla="*/ 527113 w 1628775"/>
                <a:gd name="connsiteY5261" fmla="*/ 781431 h 1371600"/>
                <a:gd name="connsiteX5262" fmla="*/ 526542 w 1628775"/>
                <a:gd name="connsiteY5262" fmla="*/ 780383 h 1371600"/>
                <a:gd name="connsiteX5263" fmla="*/ 525780 w 1628775"/>
                <a:gd name="connsiteY5263" fmla="*/ 781717 h 1371600"/>
                <a:gd name="connsiteX5264" fmla="*/ 525113 w 1628775"/>
                <a:gd name="connsiteY5264" fmla="*/ 781717 h 1371600"/>
                <a:gd name="connsiteX5265" fmla="*/ 524161 w 1628775"/>
                <a:gd name="connsiteY5265" fmla="*/ 781526 h 1371600"/>
                <a:gd name="connsiteX5266" fmla="*/ 524065 w 1628775"/>
                <a:gd name="connsiteY5266" fmla="*/ 782098 h 1371600"/>
                <a:gd name="connsiteX5267" fmla="*/ 524637 w 1628775"/>
                <a:gd name="connsiteY5267" fmla="*/ 782098 h 1371600"/>
                <a:gd name="connsiteX5268" fmla="*/ 525685 w 1628775"/>
                <a:gd name="connsiteY5268" fmla="*/ 782193 h 1371600"/>
                <a:gd name="connsiteX5269" fmla="*/ 525875 w 1628775"/>
                <a:gd name="connsiteY5269" fmla="*/ 783336 h 1371600"/>
                <a:gd name="connsiteX5270" fmla="*/ 525494 w 1628775"/>
                <a:gd name="connsiteY5270" fmla="*/ 783907 h 1371600"/>
                <a:gd name="connsiteX5271" fmla="*/ 525304 w 1628775"/>
                <a:gd name="connsiteY5271" fmla="*/ 784955 h 1371600"/>
                <a:gd name="connsiteX5272" fmla="*/ 522351 w 1628775"/>
                <a:gd name="connsiteY5272" fmla="*/ 785717 h 1371600"/>
                <a:gd name="connsiteX5273" fmla="*/ 521589 w 1628775"/>
                <a:gd name="connsiteY5273" fmla="*/ 786765 h 1371600"/>
                <a:gd name="connsiteX5274" fmla="*/ 519017 w 1628775"/>
                <a:gd name="connsiteY5274" fmla="*/ 788480 h 1371600"/>
                <a:gd name="connsiteX5275" fmla="*/ 517493 w 1628775"/>
                <a:gd name="connsiteY5275" fmla="*/ 789527 h 1371600"/>
                <a:gd name="connsiteX5276" fmla="*/ 517588 w 1628775"/>
                <a:gd name="connsiteY5276" fmla="*/ 792099 h 1371600"/>
                <a:gd name="connsiteX5277" fmla="*/ 516826 w 1628775"/>
                <a:gd name="connsiteY5277" fmla="*/ 793432 h 1371600"/>
                <a:gd name="connsiteX5278" fmla="*/ 516731 w 1628775"/>
                <a:gd name="connsiteY5278" fmla="*/ 794957 h 1371600"/>
                <a:gd name="connsiteX5279" fmla="*/ 514540 w 1628775"/>
                <a:gd name="connsiteY5279" fmla="*/ 795338 h 1371600"/>
                <a:gd name="connsiteX5280" fmla="*/ 514255 w 1628775"/>
                <a:gd name="connsiteY5280" fmla="*/ 797052 h 1371600"/>
                <a:gd name="connsiteX5281" fmla="*/ 513874 w 1628775"/>
                <a:gd name="connsiteY5281" fmla="*/ 798767 h 1371600"/>
                <a:gd name="connsiteX5282" fmla="*/ 513397 w 1628775"/>
                <a:gd name="connsiteY5282" fmla="*/ 801053 h 1371600"/>
                <a:gd name="connsiteX5283" fmla="*/ 513683 w 1628775"/>
                <a:gd name="connsiteY5283" fmla="*/ 802767 h 1371600"/>
                <a:gd name="connsiteX5284" fmla="*/ 513779 w 1628775"/>
                <a:gd name="connsiteY5284" fmla="*/ 804672 h 1371600"/>
                <a:gd name="connsiteX5285" fmla="*/ 512731 w 1628775"/>
                <a:gd name="connsiteY5285" fmla="*/ 807244 h 1371600"/>
                <a:gd name="connsiteX5286" fmla="*/ 511112 w 1628775"/>
                <a:gd name="connsiteY5286" fmla="*/ 808863 h 1371600"/>
                <a:gd name="connsiteX5287" fmla="*/ 509683 w 1628775"/>
                <a:gd name="connsiteY5287" fmla="*/ 809815 h 1371600"/>
                <a:gd name="connsiteX5288" fmla="*/ 508825 w 1628775"/>
                <a:gd name="connsiteY5288" fmla="*/ 810673 h 1371600"/>
                <a:gd name="connsiteX5289" fmla="*/ 503491 w 1628775"/>
                <a:gd name="connsiteY5289" fmla="*/ 812864 h 1371600"/>
                <a:gd name="connsiteX5290" fmla="*/ 502348 w 1628775"/>
                <a:gd name="connsiteY5290" fmla="*/ 813911 h 1371600"/>
                <a:gd name="connsiteX5291" fmla="*/ 501872 w 1628775"/>
                <a:gd name="connsiteY5291" fmla="*/ 814292 h 1371600"/>
                <a:gd name="connsiteX5292" fmla="*/ 500348 w 1628775"/>
                <a:gd name="connsiteY5292" fmla="*/ 816102 h 1371600"/>
                <a:gd name="connsiteX5293" fmla="*/ 500063 w 1628775"/>
                <a:gd name="connsiteY5293" fmla="*/ 816674 h 1371600"/>
                <a:gd name="connsiteX5294" fmla="*/ 499681 w 1628775"/>
                <a:gd name="connsiteY5294" fmla="*/ 817721 h 1371600"/>
                <a:gd name="connsiteX5295" fmla="*/ 498824 w 1628775"/>
                <a:gd name="connsiteY5295" fmla="*/ 818483 h 1371600"/>
                <a:gd name="connsiteX5296" fmla="*/ 492538 w 1628775"/>
                <a:gd name="connsiteY5296" fmla="*/ 821627 h 1371600"/>
                <a:gd name="connsiteX5297" fmla="*/ 491014 w 1628775"/>
                <a:gd name="connsiteY5297" fmla="*/ 822960 h 1371600"/>
                <a:gd name="connsiteX5298" fmla="*/ 489775 w 1628775"/>
                <a:gd name="connsiteY5298" fmla="*/ 822960 h 1371600"/>
                <a:gd name="connsiteX5299" fmla="*/ 488823 w 1628775"/>
                <a:gd name="connsiteY5299" fmla="*/ 823627 h 1371600"/>
                <a:gd name="connsiteX5300" fmla="*/ 487680 w 1628775"/>
                <a:gd name="connsiteY5300" fmla="*/ 823532 h 1371600"/>
                <a:gd name="connsiteX5301" fmla="*/ 486156 w 1628775"/>
                <a:gd name="connsiteY5301" fmla="*/ 824103 h 1371600"/>
                <a:gd name="connsiteX5302" fmla="*/ 485299 w 1628775"/>
                <a:gd name="connsiteY5302" fmla="*/ 824675 h 1371600"/>
                <a:gd name="connsiteX5303" fmla="*/ 485394 w 1628775"/>
                <a:gd name="connsiteY5303" fmla="*/ 825151 h 1371600"/>
                <a:gd name="connsiteX5304" fmla="*/ 485870 w 1628775"/>
                <a:gd name="connsiteY5304" fmla="*/ 825722 h 1371600"/>
                <a:gd name="connsiteX5305" fmla="*/ 485204 w 1628775"/>
                <a:gd name="connsiteY5305" fmla="*/ 826008 h 1371600"/>
                <a:gd name="connsiteX5306" fmla="*/ 484251 w 1628775"/>
                <a:gd name="connsiteY5306" fmla="*/ 825722 h 1371600"/>
                <a:gd name="connsiteX5307" fmla="*/ 482060 w 1628775"/>
                <a:gd name="connsiteY5307" fmla="*/ 826484 h 1371600"/>
                <a:gd name="connsiteX5308" fmla="*/ 479774 w 1628775"/>
                <a:gd name="connsiteY5308" fmla="*/ 828485 h 1371600"/>
                <a:gd name="connsiteX5309" fmla="*/ 478631 w 1628775"/>
                <a:gd name="connsiteY5309" fmla="*/ 829151 h 1371600"/>
                <a:gd name="connsiteX5310" fmla="*/ 477583 w 1628775"/>
                <a:gd name="connsiteY5310" fmla="*/ 830199 h 1371600"/>
                <a:gd name="connsiteX5311" fmla="*/ 478346 w 1628775"/>
                <a:gd name="connsiteY5311" fmla="*/ 830485 h 1371600"/>
                <a:gd name="connsiteX5312" fmla="*/ 480917 w 1628775"/>
                <a:gd name="connsiteY5312" fmla="*/ 829056 h 1371600"/>
                <a:gd name="connsiteX5313" fmla="*/ 482822 w 1628775"/>
                <a:gd name="connsiteY5313" fmla="*/ 827818 h 1371600"/>
                <a:gd name="connsiteX5314" fmla="*/ 482346 w 1628775"/>
                <a:gd name="connsiteY5314" fmla="*/ 828865 h 1371600"/>
                <a:gd name="connsiteX5315" fmla="*/ 483013 w 1628775"/>
                <a:gd name="connsiteY5315" fmla="*/ 829247 h 1371600"/>
                <a:gd name="connsiteX5316" fmla="*/ 483870 w 1628775"/>
                <a:gd name="connsiteY5316" fmla="*/ 829247 h 1371600"/>
                <a:gd name="connsiteX5317" fmla="*/ 484346 w 1628775"/>
                <a:gd name="connsiteY5317" fmla="*/ 828580 h 1371600"/>
                <a:gd name="connsiteX5318" fmla="*/ 484918 w 1628775"/>
                <a:gd name="connsiteY5318" fmla="*/ 827627 h 1371600"/>
                <a:gd name="connsiteX5319" fmla="*/ 486537 w 1628775"/>
                <a:gd name="connsiteY5319" fmla="*/ 826484 h 1371600"/>
                <a:gd name="connsiteX5320" fmla="*/ 488347 w 1628775"/>
                <a:gd name="connsiteY5320" fmla="*/ 825532 h 1371600"/>
                <a:gd name="connsiteX5321" fmla="*/ 490442 w 1628775"/>
                <a:gd name="connsiteY5321" fmla="*/ 824389 h 1371600"/>
                <a:gd name="connsiteX5322" fmla="*/ 491776 w 1628775"/>
                <a:gd name="connsiteY5322" fmla="*/ 824008 h 1371600"/>
                <a:gd name="connsiteX5323" fmla="*/ 493300 w 1628775"/>
                <a:gd name="connsiteY5323" fmla="*/ 822960 h 1371600"/>
                <a:gd name="connsiteX5324" fmla="*/ 494062 w 1628775"/>
                <a:gd name="connsiteY5324" fmla="*/ 823341 h 1371600"/>
                <a:gd name="connsiteX5325" fmla="*/ 494633 w 1628775"/>
                <a:gd name="connsiteY5325" fmla="*/ 823055 h 1371600"/>
                <a:gd name="connsiteX5326" fmla="*/ 495205 w 1628775"/>
                <a:gd name="connsiteY5326" fmla="*/ 822770 h 1371600"/>
                <a:gd name="connsiteX5327" fmla="*/ 496157 w 1628775"/>
                <a:gd name="connsiteY5327" fmla="*/ 822674 h 1371600"/>
                <a:gd name="connsiteX5328" fmla="*/ 497110 w 1628775"/>
                <a:gd name="connsiteY5328" fmla="*/ 822770 h 1371600"/>
                <a:gd name="connsiteX5329" fmla="*/ 499205 w 1628775"/>
                <a:gd name="connsiteY5329" fmla="*/ 824103 h 1371600"/>
                <a:gd name="connsiteX5330" fmla="*/ 498729 w 1628775"/>
                <a:gd name="connsiteY5330" fmla="*/ 824294 h 1371600"/>
                <a:gd name="connsiteX5331" fmla="*/ 498348 w 1628775"/>
                <a:gd name="connsiteY5331" fmla="*/ 824579 h 1371600"/>
                <a:gd name="connsiteX5332" fmla="*/ 498062 w 1628775"/>
                <a:gd name="connsiteY5332" fmla="*/ 824960 h 1371600"/>
                <a:gd name="connsiteX5333" fmla="*/ 497872 w 1628775"/>
                <a:gd name="connsiteY5333" fmla="*/ 825436 h 1371600"/>
                <a:gd name="connsiteX5334" fmla="*/ 498634 w 1628775"/>
                <a:gd name="connsiteY5334" fmla="*/ 825436 h 1371600"/>
                <a:gd name="connsiteX5335" fmla="*/ 498634 w 1628775"/>
                <a:gd name="connsiteY5335" fmla="*/ 825913 h 1371600"/>
                <a:gd name="connsiteX5336" fmla="*/ 497776 w 1628775"/>
                <a:gd name="connsiteY5336" fmla="*/ 827056 h 1371600"/>
                <a:gd name="connsiteX5337" fmla="*/ 497776 w 1628775"/>
                <a:gd name="connsiteY5337" fmla="*/ 828485 h 1371600"/>
                <a:gd name="connsiteX5338" fmla="*/ 498443 w 1628775"/>
                <a:gd name="connsiteY5338" fmla="*/ 829247 h 1371600"/>
                <a:gd name="connsiteX5339" fmla="*/ 499396 w 1628775"/>
                <a:gd name="connsiteY5339" fmla="*/ 828389 h 1371600"/>
                <a:gd name="connsiteX5340" fmla="*/ 499205 w 1628775"/>
                <a:gd name="connsiteY5340" fmla="*/ 830199 h 1371600"/>
                <a:gd name="connsiteX5341" fmla="*/ 499110 w 1628775"/>
                <a:gd name="connsiteY5341" fmla="*/ 830580 h 1371600"/>
                <a:gd name="connsiteX5342" fmla="*/ 498729 w 1628775"/>
                <a:gd name="connsiteY5342" fmla="*/ 830866 h 1371600"/>
                <a:gd name="connsiteX5343" fmla="*/ 497872 w 1628775"/>
                <a:gd name="connsiteY5343" fmla="*/ 830961 h 1371600"/>
                <a:gd name="connsiteX5344" fmla="*/ 497491 w 1628775"/>
                <a:gd name="connsiteY5344" fmla="*/ 831247 h 1371600"/>
                <a:gd name="connsiteX5345" fmla="*/ 497205 w 1628775"/>
                <a:gd name="connsiteY5345" fmla="*/ 831914 h 1371600"/>
                <a:gd name="connsiteX5346" fmla="*/ 497776 w 1628775"/>
                <a:gd name="connsiteY5346" fmla="*/ 832104 h 1371600"/>
                <a:gd name="connsiteX5347" fmla="*/ 498348 w 1628775"/>
                <a:gd name="connsiteY5347" fmla="*/ 832485 h 1371600"/>
                <a:gd name="connsiteX5348" fmla="*/ 499300 w 1628775"/>
                <a:gd name="connsiteY5348" fmla="*/ 832771 h 1371600"/>
                <a:gd name="connsiteX5349" fmla="*/ 502825 w 1628775"/>
                <a:gd name="connsiteY5349" fmla="*/ 832009 h 1371600"/>
                <a:gd name="connsiteX5350" fmla="*/ 504825 w 1628775"/>
                <a:gd name="connsiteY5350" fmla="*/ 832104 h 1371600"/>
                <a:gd name="connsiteX5351" fmla="*/ 504634 w 1628775"/>
                <a:gd name="connsiteY5351" fmla="*/ 832580 h 1371600"/>
                <a:gd name="connsiteX5352" fmla="*/ 503682 w 1628775"/>
                <a:gd name="connsiteY5352" fmla="*/ 832771 h 1371600"/>
                <a:gd name="connsiteX5353" fmla="*/ 502634 w 1628775"/>
                <a:gd name="connsiteY5353" fmla="*/ 833628 h 1371600"/>
                <a:gd name="connsiteX5354" fmla="*/ 502634 w 1628775"/>
                <a:gd name="connsiteY5354" fmla="*/ 834485 h 1371600"/>
                <a:gd name="connsiteX5355" fmla="*/ 503015 w 1628775"/>
                <a:gd name="connsiteY5355" fmla="*/ 834866 h 1371600"/>
                <a:gd name="connsiteX5356" fmla="*/ 503587 w 1628775"/>
                <a:gd name="connsiteY5356" fmla="*/ 835152 h 1371600"/>
                <a:gd name="connsiteX5357" fmla="*/ 503872 w 1628775"/>
                <a:gd name="connsiteY5357" fmla="*/ 835724 h 1371600"/>
                <a:gd name="connsiteX5358" fmla="*/ 504730 w 1628775"/>
                <a:gd name="connsiteY5358" fmla="*/ 835438 h 1371600"/>
                <a:gd name="connsiteX5359" fmla="*/ 505587 w 1628775"/>
                <a:gd name="connsiteY5359" fmla="*/ 835438 h 1371600"/>
                <a:gd name="connsiteX5360" fmla="*/ 504730 w 1628775"/>
                <a:gd name="connsiteY5360" fmla="*/ 836200 h 1371600"/>
                <a:gd name="connsiteX5361" fmla="*/ 505396 w 1628775"/>
                <a:gd name="connsiteY5361" fmla="*/ 836676 h 1371600"/>
                <a:gd name="connsiteX5362" fmla="*/ 505968 w 1628775"/>
                <a:gd name="connsiteY5362" fmla="*/ 837628 h 1371600"/>
                <a:gd name="connsiteX5363" fmla="*/ 505301 w 1628775"/>
                <a:gd name="connsiteY5363" fmla="*/ 838200 h 1371600"/>
                <a:gd name="connsiteX5364" fmla="*/ 504158 w 1628775"/>
                <a:gd name="connsiteY5364" fmla="*/ 838486 h 1371600"/>
                <a:gd name="connsiteX5365" fmla="*/ 503587 w 1628775"/>
                <a:gd name="connsiteY5365" fmla="*/ 839438 h 1371600"/>
                <a:gd name="connsiteX5366" fmla="*/ 503682 w 1628775"/>
                <a:gd name="connsiteY5366" fmla="*/ 840486 h 1371600"/>
                <a:gd name="connsiteX5367" fmla="*/ 502634 w 1628775"/>
                <a:gd name="connsiteY5367" fmla="*/ 841248 h 1371600"/>
                <a:gd name="connsiteX5368" fmla="*/ 502253 w 1628775"/>
                <a:gd name="connsiteY5368" fmla="*/ 840486 h 1371600"/>
                <a:gd name="connsiteX5369" fmla="*/ 501396 w 1628775"/>
                <a:gd name="connsiteY5369" fmla="*/ 839819 h 1371600"/>
                <a:gd name="connsiteX5370" fmla="*/ 501301 w 1628775"/>
                <a:gd name="connsiteY5370" fmla="*/ 839057 h 1371600"/>
                <a:gd name="connsiteX5371" fmla="*/ 500539 w 1628775"/>
                <a:gd name="connsiteY5371" fmla="*/ 838962 h 1371600"/>
                <a:gd name="connsiteX5372" fmla="*/ 499205 w 1628775"/>
                <a:gd name="connsiteY5372" fmla="*/ 838676 h 1371600"/>
                <a:gd name="connsiteX5373" fmla="*/ 497872 w 1628775"/>
                <a:gd name="connsiteY5373" fmla="*/ 839057 h 1371600"/>
                <a:gd name="connsiteX5374" fmla="*/ 498062 w 1628775"/>
                <a:gd name="connsiteY5374" fmla="*/ 840105 h 1371600"/>
                <a:gd name="connsiteX5375" fmla="*/ 498920 w 1628775"/>
                <a:gd name="connsiteY5375" fmla="*/ 840010 h 1371600"/>
                <a:gd name="connsiteX5376" fmla="*/ 499396 w 1628775"/>
                <a:gd name="connsiteY5376" fmla="*/ 839438 h 1371600"/>
                <a:gd name="connsiteX5377" fmla="*/ 500158 w 1628775"/>
                <a:gd name="connsiteY5377" fmla="*/ 839915 h 1371600"/>
                <a:gd name="connsiteX5378" fmla="*/ 500729 w 1628775"/>
                <a:gd name="connsiteY5378" fmla="*/ 840296 h 1371600"/>
                <a:gd name="connsiteX5379" fmla="*/ 501205 w 1628775"/>
                <a:gd name="connsiteY5379" fmla="*/ 840962 h 1371600"/>
                <a:gd name="connsiteX5380" fmla="*/ 500158 w 1628775"/>
                <a:gd name="connsiteY5380" fmla="*/ 841343 h 1371600"/>
                <a:gd name="connsiteX5381" fmla="*/ 500063 w 1628775"/>
                <a:gd name="connsiteY5381" fmla="*/ 842105 h 1371600"/>
                <a:gd name="connsiteX5382" fmla="*/ 500348 w 1628775"/>
                <a:gd name="connsiteY5382" fmla="*/ 842963 h 1371600"/>
                <a:gd name="connsiteX5383" fmla="*/ 500824 w 1628775"/>
                <a:gd name="connsiteY5383" fmla="*/ 843344 h 1371600"/>
                <a:gd name="connsiteX5384" fmla="*/ 502348 w 1628775"/>
                <a:gd name="connsiteY5384" fmla="*/ 843344 h 1371600"/>
                <a:gd name="connsiteX5385" fmla="*/ 502920 w 1628775"/>
                <a:gd name="connsiteY5385" fmla="*/ 843534 h 1371600"/>
                <a:gd name="connsiteX5386" fmla="*/ 502825 w 1628775"/>
                <a:gd name="connsiteY5386" fmla="*/ 844010 h 1371600"/>
                <a:gd name="connsiteX5387" fmla="*/ 502444 w 1628775"/>
                <a:gd name="connsiteY5387" fmla="*/ 844486 h 1371600"/>
                <a:gd name="connsiteX5388" fmla="*/ 502253 w 1628775"/>
                <a:gd name="connsiteY5388" fmla="*/ 844677 h 1371600"/>
                <a:gd name="connsiteX5389" fmla="*/ 502063 w 1628775"/>
                <a:gd name="connsiteY5389" fmla="*/ 844772 h 1371600"/>
                <a:gd name="connsiteX5390" fmla="*/ 500920 w 1628775"/>
                <a:gd name="connsiteY5390" fmla="*/ 844677 h 1371600"/>
                <a:gd name="connsiteX5391" fmla="*/ 500920 w 1628775"/>
                <a:gd name="connsiteY5391" fmla="*/ 845058 h 1371600"/>
                <a:gd name="connsiteX5392" fmla="*/ 501682 w 1628775"/>
                <a:gd name="connsiteY5392" fmla="*/ 845249 h 1371600"/>
                <a:gd name="connsiteX5393" fmla="*/ 501967 w 1628775"/>
                <a:gd name="connsiteY5393" fmla="*/ 845820 h 1371600"/>
                <a:gd name="connsiteX5394" fmla="*/ 501967 w 1628775"/>
                <a:gd name="connsiteY5394" fmla="*/ 846677 h 1371600"/>
                <a:gd name="connsiteX5395" fmla="*/ 501682 w 1628775"/>
                <a:gd name="connsiteY5395" fmla="*/ 847630 h 1371600"/>
                <a:gd name="connsiteX5396" fmla="*/ 502730 w 1628775"/>
                <a:gd name="connsiteY5396" fmla="*/ 847630 h 1371600"/>
                <a:gd name="connsiteX5397" fmla="*/ 502158 w 1628775"/>
                <a:gd name="connsiteY5397" fmla="*/ 848392 h 1371600"/>
                <a:gd name="connsiteX5398" fmla="*/ 501110 w 1628775"/>
                <a:gd name="connsiteY5398" fmla="*/ 848582 h 1371600"/>
                <a:gd name="connsiteX5399" fmla="*/ 498824 w 1628775"/>
                <a:gd name="connsiteY5399" fmla="*/ 847535 h 1371600"/>
                <a:gd name="connsiteX5400" fmla="*/ 498253 w 1628775"/>
                <a:gd name="connsiteY5400" fmla="*/ 848201 h 1371600"/>
                <a:gd name="connsiteX5401" fmla="*/ 498443 w 1628775"/>
                <a:gd name="connsiteY5401" fmla="*/ 849059 h 1371600"/>
                <a:gd name="connsiteX5402" fmla="*/ 497491 w 1628775"/>
                <a:gd name="connsiteY5402" fmla="*/ 850582 h 1371600"/>
                <a:gd name="connsiteX5403" fmla="*/ 498253 w 1628775"/>
                <a:gd name="connsiteY5403" fmla="*/ 850773 h 1371600"/>
                <a:gd name="connsiteX5404" fmla="*/ 499491 w 1628775"/>
                <a:gd name="connsiteY5404" fmla="*/ 848582 h 1371600"/>
                <a:gd name="connsiteX5405" fmla="*/ 500634 w 1628775"/>
                <a:gd name="connsiteY5405" fmla="*/ 849059 h 1371600"/>
                <a:gd name="connsiteX5406" fmla="*/ 502253 w 1628775"/>
                <a:gd name="connsiteY5406" fmla="*/ 849249 h 1371600"/>
                <a:gd name="connsiteX5407" fmla="*/ 502730 w 1628775"/>
                <a:gd name="connsiteY5407" fmla="*/ 850297 h 1371600"/>
                <a:gd name="connsiteX5408" fmla="*/ 503777 w 1628775"/>
                <a:gd name="connsiteY5408" fmla="*/ 852202 h 1371600"/>
                <a:gd name="connsiteX5409" fmla="*/ 503491 w 1628775"/>
                <a:gd name="connsiteY5409" fmla="*/ 852678 h 1371600"/>
                <a:gd name="connsiteX5410" fmla="*/ 502825 w 1628775"/>
                <a:gd name="connsiteY5410" fmla="*/ 853631 h 1371600"/>
                <a:gd name="connsiteX5411" fmla="*/ 503396 w 1628775"/>
                <a:gd name="connsiteY5411" fmla="*/ 854964 h 1371600"/>
                <a:gd name="connsiteX5412" fmla="*/ 502253 w 1628775"/>
                <a:gd name="connsiteY5412" fmla="*/ 855917 h 1371600"/>
                <a:gd name="connsiteX5413" fmla="*/ 503206 w 1628775"/>
                <a:gd name="connsiteY5413" fmla="*/ 857917 h 1371600"/>
                <a:gd name="connsiteX5414" fmla="*/ 503968 w 1628775"/>
                <a:gd name="connsiteY5414" fmla="*/ 858488 h 1371600"/>
                <a:gd name="connsiteX5415" fmla="*/ 504825 w 1628775"/>
                <a:gd name="connsiteY5415" fmla="*/ 858679 h 1371600"/>
                <a:gd name="connsiteX5416" fmla="*/ 505682 w 1628775"/>
                <a:gd name="connsiteY5416" fmla="*/ 858298 h 1371600"/>
                <a:gd name="connsiteX5417" fmla="*/ 505396 w 1628775"/>
                <a:gd name="connsiteY5417" fmla="*/ 858107 h 1371600"/>
                <a:gd name="connsiteX5418" fmla="*/ 504920 w 1628775"/>
                <a:gd name="connsiteY5418" fmla="*/ 857631 h 1371600"/>
                <a:gd name="connsiteX5419" fmla="*/ 504634 w 1628775"/>
                <a:gd name="connsiteY5419" fmla="*/ 857440 h 1371600"/>
                <a:gd name="connsiteX5420" fmla="*/ 505015 w 1628775"/>
                <a:gd name="connsiteY5420" fmla="*/ 856107 h 1371600"/>
                <a:gd name="connsiteX5421" fmla="*/ 505682 w 1628775"/>
                <a:gd name="connsiteY5421" fmla="*/ 856012 h 1371600"/>
                <a:gd name="connsiteX5422" fmla="*/ 506539 w 1628775"/>
                <a:gd name="connsiteY5422" fmla="*/ 856393 h 1371600"/>
                <a:gd name="connsiteX5423" fmla="*/ 507587 w 1628775"/>
                <a:gd name="connsiteY5423" fmla="*/ 856488 h 1371600"/>
                <a:gd name="connsiteX5424" fmla="*/ 506921 w 1628775"/>
                <a:gd name="connsiteY5424" fmla="*/ 855631 h 1371600"/>
                <a:gd name="connsiteX5425" fmla="*/ 507778 w 1628775"/>
                <a:gd name="connsiteY5425" fmla="*/ 855917 h 1371600"/>
                <a:gd name="connsiteX5426" fmla="*/ 510064 w 1628775"/>
                <a:gd name="connsiteY5426" fmla="*/ 857440 h 1371600"/>
                <a:gd name="connsiteX5427" fmla="*/ 510540 w 1628775"/>
                <a:gd name="connsiteY5427" fmla="*/ 857440 h 1371600"/>
                <a:gd name="connsiteX5428" fmla="*/ 511207 w 1628775"/>
                <a:gd name="connsiteY5428" fmla="*/ 857250 h 1371600"/>
                <a:gd name="connsiteX5429" fmla="*/ 514826 w 1628775"/>
                <a:gd name="connsiteY5429" fmla="*/ 857250 h 1371600"/>
                <a:gd name="connsiteX5430" fmla="*/ 514636 w 1628775"/>
                <a:gd name="connsiteY5430" fmla="*/ 858012 h 1371600"/>
                <a:gd name="connsiteX5431" fmla="*/ 513969 w 1628775"/>
                <a:gd name="connsiteY5431" fmla="*/ 858774 h 1371600"/>
                <a:gd name="connsiteX5432" fmla="*/ 512350 w 1628775"/>
                <a:gd name="connsiteY5432" fmla="*/ 860489 h 1371600"/>
                <a:gd name="connsiteX5433" fmla="*/ 511492 w 1628775"/>
                <a:gd name="connsiteY5433" fmla="*/ 862394 h 1371600"/>
                <a:gd name="connsiteX5434" fmla="*/ 510254 w 1628775"/>
                <a:gd name="connsiteY5434" fmla="*/ 864013 h 1371600"/>
                <a:gd name="connsiteX5435" fmla="*/ 510064 w 1628775"/>
                <a:gd name="connsiteY5435" fmla="*/ 865632 h 1371600"/>
                <a:gd name="connsiteX5436" fmla="*/ 510445 w 1628775"/>
                <a:gd name="connsiteY5436" fmla="*/ 866965 h 1371600"/>
                <a:gd name="connsiteX5437" fmla="*/ 512350 w 1628775"/>
                <a:gd name="connsiteY5437" fmla="*/ 865251 h 1371600"/>
                <a:gd name="connsiteX5438" fmla="*/ 514826 w 1628775"/>
                <a:gd name="connsiteY5438" fmla="*/ 864584 h 1371600"/>
                <a:gd name="connsiteX5439" fmla="*/ 515779 w 1628775"/>
                <a:gd name="connsiteY5439" fmla="*/ 865537 h 1371600"/>
                <a:gd name="connsiteX5440" fmla="*/ 517303 w 1628775"/>
                <a:gd name="connsiteY5440" fmla="*/ 866870 h 1371600"/>
                <a:gd name="connsiteX5441" fmla="*/ 518065 w 1628775"/>
                <a:gd name="connsiteY5441" fmla="*/ 867251 h 1371600"/>
                <a:gd name="connsiteX5442" fmla="*/ 519113 w 1628775"/>
                <a:gd name="connsiteY5442" fmla="*/ 867632 h 1371600"/>
                <a:gd name="connsiteX5443" fmla="*/ 520160 w 1628775"/>
                <a:gd name="connsiteY5443" fmla="*/ 867632 h 1371600"/>
                <a:gd name="connsiteX5444" fmla="*/ 521113 w 1628775"/>
                <a:gd name="connsiteY5444" fmla="*/ 867156 h 1371600"/>
                <a:gd name="connsiteX5445" fmla="*/ 521875 w 1628775"/>
                <a:gd name="connsiteY5445" fmla="*/ 866394 h 1371600"/>
                <a:gd name="connsiteX5446" fmla="*/ 522637 w 1628775"/>
                <a:gd name="connsiteY5446" fmla="*/ 865823 h 1371600"/>
                <a:gd name="connsiteX5447" fmla="*/ 523399 w 1628775"/>
                <a:gd name="connsiteY5447" fmla="*/ 865918 h 1371600"/>
                <a:gd name="connsiteX5448" fmla="*/ 523875 w 1628775"/>
                <a:gd name="connsiteY5448" fmla="*/ 866965 h 1371600"/>
                <a:gd name="connsiteX5449" fmla="*/ 524542 w 1628775"/>
                <a:gd name="connsiteY5449" fmla="*/ 865632 h 1371600"/>
                <a:gd name="connsiteX5450" fmla="*/ 525685 w 1628775"/>
                <a:gd name="connsiteY5450" fmla="*/ 865442 h 1371600"/>
                <a:gd name="connsiteX5451" fmla="*/ 526923 w 1628775"/>
                <a:gd name="connsiteY5451" fmla="*/ 865918 h 1371600"/>
                <a:gd name="connsiteX5452" fmla="*/ 527875 w 1628775"/>
                <a:gd name="connsiteY5452" fmla="*/ 866680 h 1371600"/>
                <a:gd name="connsiteX5453" fmla="*/ 528161 w 1628775"/>
                <a:gd name="connsiteY5453" fmla="*/ 867156 h 1371600"/>
                <a:gd name="connsiteX5454" fmla="*/ 528638 w 1628775"/>
                <a:gd name="connsiteY5454" fmla="*/ 868394 h 1371600"/>
                <a:gd name="connsiteX5455" fmla="*/ 528923 w 1628775"/>
                <a:gd name="connsiteY5455" fmla="*/ 868871 h 1371600"/>
                <a:gd name="connsiteX5456" fmla="*/ 529304 w 1628775"/>
                <a:gd name="connsiteY5456" fmla="*/ 869156 h 1371600"/>
                <a:gd name="connsiteX5457" fmla="*/ 530257 w 1628775"/>
                <a:gd name="connsiteY5457" fmla="*/ 869632 h 1371600"/>
                <a:gd name="connsiteX5458" fmla="*/ 531590 w 1628775"/>
                <a:gd name="connsiteY5458" fmla="*/ 869061 h 1371600"/>
                <a:gd name="connsiteX5459" fmla="*/ 531590 w 1628775"/>
                <a:gd name="connsiteY5459" fmla="*/ 867918 h 1371600"/>
                <a:gd name="connsiteX5460" fmla="*/ 531019 w 1628775"/>
                <a:gd name="connsiteY5460" fmla="*/ 866775 h 1371600"/>
                <a:gd name="connsiteX5461" fmla="*/ 530352 w 1628775"/>
                <a:gd name="connsiteY5461" fmla="*/ 865918 h 1371600"/>
                <a:gd name="connsiteX5462" fmla="*/ 529304 w 1628775"/>
                <a:gd name="connsiteY5462" fmla="*/ 864965 h 1371600"/>
                <a:gd name="connsiteX5463" fmla="*/ 528923 w 1628775"/>
                <a:gd name="connsiteY5463" fmla="*/ 864489 h 1371600"/>
                <a:gd name="connsiteX5464" fmla="*/ 528542 w 1628775"/>
                <a:gd name="connsiteY5464" fmla="*/ 863727 h 1371600"/>
                <a:gd name="connsiteX5465" fmla="*/ 527780 w 1628775"/>
                <a:gd name="connsiteY5465" fmla="*/ 863251 h 1371600"/>
                <a:gd name="connsiteX5466" fmla="*/ 527875 w 1628775"/>
                <a:gd name="connsiteY5466" fmla="*/ 861917 h 1371600"/>
                <a:gd name="connsiteX5467" fmla="*/ 527685 w 1628775"/>
                <a:gd name="connsiteY5467" fmla="*/ 860870 h 1371600"/>
                <a:gd name="connsiteX5468" fmla="*/ 527971 w 1628775"/>
                <a:gd name="connsiteY5468" fmla="*/ 860107 h 1371600"/>
                <a:gd name="connsiteX5469" fmla="*/ 529495 w 1628775"/>
                <a:gd name="connsiteY5469" fmla="*/ 860203 h 1371600"/>
                <a:gd name="connsiteX5470" fmla="*/ 530162 w 1628775"/>
                <a:gd name="connsiteY5470" fmla="*/ 859822 h 1371600"/>
                <a:gd name="connsiteX5471" fmla="*/ 530542 w 1628775"/>
                <a:gd name="connsiteY5471" fmla="*/ 857726 h 1371600"/>
                <a:gd name="connsiteX5472" fmla="*/ 529780 w 1628775"/>
                <a:gd name="connsiteY5472" fmla="*/ 854869 h 1371600"/>
                <a:gd name="connsiteX5473" fmla="*/ 530162 w 1628775"/>
                <a:gd name="connsiteY5473" fmla="*/ 852488 h 1371600"/>
                <a:gd name="connsiteX5474" fmla="*/ 531019 w 1628775"/>
                <a:gd name="connsiteY5474" fmla="*/ 850202 h 1371600"/>
                <a:gd name="connsiteX5475" fmla="*/ 532829 w 1628775"/>
                <a:gd name="connsiteY5475" fmla="*/ 849249 h 1371600"/>
                <a:gd name="connsiteX5476" fmla="*/ 533972 w 1628775"/>
                <a:gd name="connsiteY5476" fmla="*/ 849916 h 1371600"/>
                <a:gd name="connsiteX5477" fmla="*/ 534733 w 1628775"/>
                <a:gd name="connsiteY5477" fmla="*/ 850487 h 1371600"/>
                <a:gd name="connsiteX5478" fmla="*/ 535114 w 1628775"/>
                <a:gd name="connsiteY5478" fmla="*/ 850202 h 1371600"/>
                <a:gd name="connsiteX5479" fmla="*/ 535210 w 1628775"/>
                <a:gd name="connsiteY5479" fmla="*/ 849630 h 1371600"/>
                <a:gd name="connsiteX5480" fmla="*/ 535114 w 1628775"/>
                <a:gd name="connsiteY5480" fmla="*/ 848678 h 1371600"/>
                <a:gd name="connsiteX5481" fmla="*/ 535686 w 1628775"/>
                <a:gd name="connsiteY5481" fmla="*/ 847915 h 1371600"/>
                <a:gd name="connsiteX5482" fmla="*/ 537020 w 1628775"/>
                <a:gd name="connsiteY5482" fmla="*/ 846201 h 1371600"/>
                <a:gd name="connsiteX5483" fmla="*/ 538734 w 1628775"/>
                <a:gd name="connsiteY5483" fmla="*/ 843153 h 1371600"/>
                <a:gd name="connsiteX5484" fmla="*/ 540067 w 1628775"/>
                <a:gd name="connsiteY5484" fmla="*/ 841534 h 1371600"/>
                <a:gd name="connsiteX5485" fmla="*/ 540830 w 1628775"/>
                <a:gd name="connsiteY5485" fmla="*/ 841534 h 1371600"/>
                <a:gd name="connsiteX5486" fmla="*/ 541115 w 1628775"/>
                <a:gd name="connsiteY5486" fmla="*/ 842296 h 1371600"/>
                <a:gd name="connsiteX5487" fmla="*/ 541972 w 1628775"/>
                <a:gd name="connsiteY5487" fmla="*/ 841820 h 1371600"/>
                <a:gd name="connsiteX5488" fmla="*/ 541591 w 1628775"/>
                <a:gd name="connsiteY5488" fmla="*/ 841439 h 1371600"/>
                <a:gd name="connsiteX5489" fmla="*/ 541496 w 1628775"/>
                <a:gd name="connsiteY5489" fmla="*/ 840105 h 1371600"/>
                <a:gd name="connsiteX5490" fmla="*/ 542068 w 1628775"/>
                <a:gd name="connsiteY5490" fmla="*/ 839629 h 1371600"/>
                <a:gd name="connsiteX5491" fmla="*/ 542830 w 1628775"/>
                <a:gd name="connsiteY5491" fmla="*/ 838962 h 1371600"/>
                <a:gd name="connsiteX5492" fmla="*/ 543497 w 1628775"/>
                <a:gd name="connsiteY5492" fmla="*/ 838105 h 1371600"/>
                <a:gd name="connsiteX5493" fmla="*/ 543782 w 1628775"/>
                <a:gd name="connsiteY5493" fmla="*/ 836676 h 1371600"/>
                <a:gd name="connsiteX5494" fmla="*/ 543878 w 1628775"/>
                <a:gd name="connsiteY5494" fmla="*/ 836486 h 1371600"/>
                <a:gd name="connsiteX5495" fmla="*/ 544163 w 1628775"/>
                <a:gd name="connsiteY5495" fmla="*/ 836295 h 1371600"/>
                <a:gd name="connsiteX5496" fmla="*/ 544354 w 1628775"/>
                <a:gd name="connsiteY5496" fmla="*/ 836009 h 1371600"/>
                <a:gd name="connsiteX5497" fmla="*/ 544449 w 1628775"/>
                <a:gd name="connsiteY5497" fmla="*/ 835533 h 1371600"/>
                <a:gd name="connsiteX5498" fmla="*/ 544354 w 1628775"/>
                <a:gd name="connsiteY5498" fmla="*/ 835247 h 1371600"/>
                <a:gd name="connsiteX5499" fmla="*/ 544163 w 1628775"/>
                <a:gd name="connsiteY5499" fmla="*/ 835057 h 1371600"/>
                <a:gd name="connsiteX5500" fmla="*/ 544068 w 1628775"/>
                <a:gd name="connsiteY5500" fmla="*/ 834771 h 1371600"/>
                <a:gd name="connsiteX5501" fmla="*/ 543878 w 1628775"/>
                <a:gd name="connsiteY5501" fmla="*/ 834295 h 1371600"/>
                <a:gd name="connsiteX5502" fmla="*/ 543592 w 1628775"/>
                <a:gd name="connsiteY5502" fmla="*/ 833914 h 1371600"/>
                <a:gd name="connsiteX5503" fmla="*/ 543497 w 1628775"/>
                <a:gd name="connsiteY5503" fmla="*/ 833438 h 1371600"/>
                <a:gd name="connsiteX5504" fmla="*/ 543878 w 1628775"/>
                <a:gd name="connsiteY5504" fmla="*/ 832676 h 1371600"/>
                <a:gd name="connsiteX5505" fmla="*/ 543687 w 1628775"/>
                <a:gd name="connsiteY5505" fmla="*/ 831437 h 1371600"/>
                <a:gd name="connsiteX5506" fmla="*/ 544449 w 1628775"/>
                <a:gd name="connsiteY5506" fmla="*/ 830104 h 1371600"/>
                <a:gd name="connsiteX5507" fmla="*/ 545687 w 1628775"/>
                <a:gd name="connsiteY5507" fmla="*/ 828961 h 1371600"/>
                <a:gd name="connsiteX5508" fmla="*/ 546735 w 1628775"/>
                <a:gd name="connsiteY5508" fmla="*/ 828294 h 1371600"/>
                <a:gd name="connsiteX5509" fmla="*/ 547116 w 1628775"/>
                <a:gd name="connsiteY5509" fmla="*/ 828580 h 1371600"/>
                <a:gd name="connsiteX5510" fmla="*/ 547497 w 1628775"/>
                <a:gd name="connsiteY5510" fmla="*/ 828770 h 1371600"/>
                <a:gd name="connsiteX5511" fmla="*/ 547306 w 1628775"/>
                <a:gd name="connsiteY5511" fmla="*/ 829913 h 1371600"/>
                <a:gd name="connsiteX5512" fmla="*/ 547592 w 1628775"/>
                <a:gd name="connsiteY5512" fmla="*/ 829818 h 1371600"/>
                <a:gd name="connsiteX5513" fmla="*/ 548545 w 1628775"/>
                <a:gd name="connsiteY5513" fmla="*/ 828389 h 1371600"/>
                <a:gd name="connsiteX5514" fmla="*/ 549021 w 1628775"/>
                <a:gd name="connsiteY5514" fmla="*/ 827913 h 1371600"/>
                <a:gd name="connsiteX5515" fmla="*/ 549497 w 1628775"/>
                <a:gd name="connsiteY5515" fmla="*/ 827627 h 1371600"/>
                <a:gd name="connsiteX5516" fmla="*/ 550069 w 1628775"/>
                <a:gd name="connsiteY5516" fmla="*/ 827532 h 1371600"/>
                <a:gd name="connsiteX5517" fmla="*/ 550926 w 1628775"/>
                <a:gd name="connsiteY5517" fmla="*/ 827532 h 1371600"/>
                <a:gd name="connsiteX5518" fmla="*/ 552164 w 1628775"/>
                <a:gd name="connsiteY5518" fmla="*/ 827342 h 1371600"/>
                <a:gd name="connsiteX5519" fmla="*/ 553498 w 1628775"/>
                <a:gd name="connsiteY5519" fmla="*/ 826770 h 1371600"/>
                <a:gd name="connsiteX5520" fmla="*/ 554260 w 1628775"/>
                <a:gd name="connsiteY5520" fmla="*/ 825913 h 1371600"/>
                <a:gd name="connsiteX5521" fmla="*/ 553974 w 1628775"/>
                <a:gd name="connsiteY5521" fmla="*/ 824865 h 1371600"/>
                <a:gd name="connsiteX5522" fmla="*/ 554831 w 1628775"/>
                <a:gd name="connsiteY5522" fmla="*/ 823436 h 1371600"/>
                <a:gd name="connsiteX5523" fmla="*/ 559117 w 1628775"/>
                <a:gd name="connsiteY5523" fmla="*/ 821436 h 1371600"/>
                <a:gd name="connsiteX5524" fmla="*/ 561308 w 1628775"/>
                <a:gd name="connsiteY5524" fmla="*/ 820484 h 1371600"/>
                <a:gd name="connsiteX5525" fmla="*/ 562261 w 1628775"/>
                <a:gd name="connsiteY5525" fmla="*/ 819626 h 1371600"/>
                <a:gd name="connsiteX5526" fmla="*/ 565690 w 1628775"/>
                <a:gd name="connsiteY5526" fmla="*/ 818769 h 1371600"/>
                <a:gd name="connsiteX5527" fmla="*/ 569214 w 1628775"/>
                <a:gd name="connsiteY5527" fmla="*/ 818198 h 1371600"/>
                <a:gd name="connsiteX5528" fmla="*/ 570452 w 1628775"/>
                <a:gd name="connsiteY5528" fmla="*/ 819340 h 1371600"/>
                <a:gd name="connsiteX5529" fmla="*/ 575310 w 1628775"/>
                <a:gd name="connsiteY5529" fmla="*/ 820579 h 1371600"/>
                <a:gd name="connsiteX5530" fmla="*/ 579025 w 1628775"/>
                <a:gd name="connsiteY5530" fmla="*/ 820960 h 1371600"/>
                <a:gd name="connsiteX5531" fmla="*/ 579882 w 1628775"/>
                <a:gd name="connsiteY5531" fmla="*/ 823151 h 1371600"/>
                <a:gd name="connsiteX5532" fmla="*/ 581311 w 1628775"/>
                <a:gd name="connsiteY5532" fmla="*/ 824579 h 1371600"/>
                <a:gd name="connsiteX5533" fmla="*/ 582739 w 1628775"/>
                <a:gd name="connsiteY5533" fmla="*/ 825246 h 1371600"/>
                <a:gd name="connsiteX5534" fmla="*/ 584263 w 1628775"/>
                <a:gd name="connsiteY5534" fmla="*/ 825818 h 1371600"/>
                <a:gd name="connsiteX5535" fmla="*/ 585025 w 1628775"/>
                <a:gd name="connsiteY5535" fmla="*/ 827818 h 1371600"/>
                <a:gd name="connsiteX5536" fmla="*/ 587121 w 1628775"/>
                <a:gd name="connsiteY5536" fmla="*/ 830675 h 1371600"/>
                <a:gd name="connsiteX5537" fmla="*/ 588550 w 1628775"/>
                <a:gd name="connsiteY5537" fmla="*/ 832199 h 1371600"/>
                <a:gd name="connsiteX5538" fmla="*/ 588455 w 1628775"/>
                <a:gd name="connsiteY5538" fmla="*/ 833533 h 1371600"/>
                <a:gd name="connsiteX5539" fmla="*/ 589597 w 1628775"/>
                <a:gd name="connsiteY5539" fmla="*/ 833819 h 1371600"/>
                <a:gd name="connsiteX5540" fmla="*/ 590359 w 1628775"/>
                <a:gd name="connsiteY5540" fmla="*/ 833628 h 1371600"/>
                <a:gd name="connsiteX5541" fmla="*/ 591217 w 1628775"/>
                <a:gd name="connsiteY5541" fmla="*/ 835057 h 1371600"/>
                <a:gd name="connsiteX5542" fmla="*/ 592169 w 1628775"/>
                <a:gd name="connsiteY5542" fmla="*/ 837152 h 1371600"/>
                <a:gd name="connsiteX5543" fmla="*/ 592931 w 1628775"/>
                <a:gd name="connsiteY5543" fmla="*/ 836390 h 1371600"/>
                <a:gd name="connsiteX5544" fmla="*/ 593026 w 1628775"/>
                <a:gd name="connsiteY5544" fmla="*/ 834961 h 1371600"/>
                <a:gd name="connsiteX5545" fmla="*/ 593312 w 1628775"/>
                <a:gd name="connsiteY5545" fmla="*/ 833342 h 1371600"/>
                <a:gd name="connsiteX5546" fmla="*/ 593407 w 1628775"/>
                <a:gd name="connsiteY5546" fmla="*/ 832485 h 1371600"/>
                <a:gd name="connsiteX5547" fmla="*/ 593884 w 1628775"/>
                <a:gd name="connsiteY5547" fmla="*/ 830675 h 1371600"/>
                <a:gd name="connsiteX5548" fmla="*/ 594265 w 1628775"/>
                <a:gd name="connsiteY5548" fmla="*/ 828294 h 1371600"/>
                <a:gd name="connsiteX5549" fmla="*/ 595884 w 1628775"/>
                <a:gd name="connsiteY5549" fmla="*/ 823055 h 1371600"/>
                <a:gd name="connsiteX5550" fmla="*/ 597408 w 1628775"/>
                <a:gd name="connsiteY5550" fmla="*/ 820103 h 1371600"/>
                <a:gd name="connsiteX5551" fmla="*/ 598646 w 1628775"/>
                <a:gd name="connsiteY5551" fmla="*/ 818674 h 1371600"/>
                <a:gd name="connsiteX5552" fmla="*/ 599504 w 1628775"/>
                <a:gd name="connsiteY5552" fmla="*/ 817912 h 1371600"/>
                <a:gd name="connsiteX5553" fmla="*/ 599599 w 1628775"/>
                <a:gd name="connsiteY5553" fmla="*/ 817150 h 1371600"/>
                <a:gd name="connsiteX5554" fmla="*/ 599408 w 1628775"/>
                <a:gd name="connsiteY5554" fmla="*/ 816102 h 1371600"/>
                <a:gd name="connsiteX5555" fmla="*/ 600170 w 1628775"/>
                <a:gd name="connsiteY5555" fmla="*/ 815626 h 1371600"/>
                <a:gd name="connsiteX5556" fmla="*/ 600837 w 1628775"/>
                <a:gd name="connsiteY5556" fmla="*/ 815816 h 1371600"/>
                <a:gd name="connsiteX5557" fmla="*/ 601599 w 1628775"/>
                <a:gd name="connsiteY5557" fmla="*/ 815531 h 1371600"/>
                <a:gd name="connsiteX5558" fmla="*/ 601980 w 1628775"/>
                <a:gd name="connsiteY5558" fmla="*/ 815054 h 1371600"/>
                <a:gd name="connsiteX5559" fmla="*/ 602171 w 1628775"/>
                <a:gd name="connsiteY5559" fmla="*/ 814292 h 1371600"/>
                <a:gd name="connsiteX5560" fmla="*/ 603504 w 1628775"/>
                <a:gd name="connsiteY5560" fmla="*/ 812864 h 1371600"/>
                <a:gd name="connsiteX5561" fmla="*/ 602837 w 1628775"/>
                <a:gd name="connsiteY5561" fmla="*/ 812102 h 1371600"/>
                <a:gd name="connsiteX5562" fmla="*/ 604266 w 1628775"/>
                <a:gd name="connsiteY5562" fmla="*/ 810959 h 1371600"/>
                <a:gd name="connsiteX5563" fmla="*/ 607123 w 1628775"/>
                <a:gd name="connsiteY5563" fmla="*/ 809911 h 1371600"/>
                <a:gd name="connsiteX5564" fmla="*/ 611410 w 1628775"/>
                <a:gd name="connsiteY5564" fmla="*/ 807053 h 1371600"/>
                <a:gd name="connsiteX5565" fmla="*/ 611791 w 1628775"/>
                <a:gd name="connsiteY5565" fmla="*/ 806101 h 1371600"/>
                <a:gd name="connsiteX5566" fmla="*/ 613029 w 1628775"/>
                <a:gd name="connsiteY5566" fmla="*/ 805815 h 1371600"/>
                <a:gd name="connsiteX5567" fmla="*/ 613505 w 1628775"/>
                <a:gd name="connsiteY5567" fmla="*/ 804101 h 1371600"/>
                <a:gd name="connsiteX5568" fmla="*/ 615029 w 1628775"/>
                <a:gd name="connsiteY5568" fmla="*/ 804005 h 1371600"/>
                <a:gd name="connsiteX5569" fmla="*/ 615505 w 1628775"/>
                <a:gd name="connsiteY5569" fmla="*/ 802957 h 1371600"/>
                <a:gd name="connsiteX5570" fmla="*/ 617315 w 1628775"/>
                <a:gd name="connsiteY5570" fmla="*/ 802672 h 1371600"/>
                <a:gd name="connsiteX5571" fmla="*/ 617982 w 1628775"/>
                <a:gd name="connsiteY5571" fmla="*/ 801910 h 1371600"/>
                <a:gd name="connsiteX5572" fmla="*/ 619982 w 1628775"/>
                <a:gd name="connsiteY5572" fmla="*/ 800957 h 1371600"/>
                <a:gd name="connsiteX5573" fmla="*/ 621601 w 1628775"/>
                <a:gd name="connsiteY5573" fmla="*/ 800195 h 1371600"/>
                <a:gd name="connsiteX5574" fmla="*/ 622649 w 1628775"/>
                <a:gd name="connsiteY5574" fmla="*/ 799624 h 1371600"/>
                <a:gd name="connsiteX5575" fmla="*/ 622078 w 1628775"/>
                <a:gd name="connsiteY5575" fmla="*/ 799243 h 1371600"/>
                <a:gd name="connsiteX5576" fmla="*/ 620839 w 1628775"/>
                <a:gd name="connsiteY5576" fmla="*/ 800100 h 1371600"/>
                <a:gd name="connsiteX5577" fmla="*/ 870013 w 1628775"/>
                <a:gd name="connsiteY5577" fmla="*/ 741521 h 1371600"/>
                <a:gd name="connsiteX5578" fmla="*/ 869347 w 1628775"/>
                <a:gd name="connsiteY5578" fmla="*/ 740569 h 1371600"/>
                <a:gd name="connsiteX5579" fmla="*/ 868299 w 1628775"/>
                <a:gd name="connsiteY5579" fmla="*/ 739997 h 1371600"/>
                <a:gd name="connsiteX5580" fmla="*/ 867346 w 1628775"/>
                <a:gd name="connsiteY5580" fmla="*/ 739521 h 1371600"/>
                <a:gd name="connsiteX5581" fmla="*/ 865060 w 1628775"/>
                <a:gd name="connsiteY5581" fmla="*/ 738950 h 1371600"/>
                <a:gd name="connsiteX5582" fmla="*/ 864870 w 1628775"/>
                <a:gd name="connsiteY5582" fmla="*/ 740855 h 1371600"/>
                <a:gd name="connsiteX5583" fmla="*/ 864870 w 1628775"/>
                <a:gd name="connsiteY5583" fmla="*/ 743903 h 1371600"/>
                <a:gd name="connsiteX5584" fmla="*/ 865251 w 1628775"/>
                <a:gd name="connsiteY5584" fmla="*/ 745046 h 1371600"/>
                <a:gd name="connsiteX5585" fmla="*/ 868489 w 1628775"/>
                <a:gd name="connsiteY5585" fmla="*/ 746665 h 1371600"/>
                <a:gd name="connsiteX5586" fmla="*/ 869633 w 1628775"/>
                <a:gd name="connsiteY5586" fmla="*/ 746665 h 1371600"/>
                <a:gd name="connsiteX5587" fmla="*/ 870204 w 1628775"/>
                <a:gd name="connsiteY5587" fmla="*/ 746474 h 1371600"/>
                <a:gd name="connsiteX5588" fmla="*/ 870394 w 1628775"/>
                <a:gd name="connsiteY5588" fmla="*/ 745807 h 1371600"/>
                <a:gd name="connsiteX5589" fmla="*/ 870394 w 1628775"/>
                <a:gd name="connsiteY5589" fmla="*/ 744188 h 1371600"/>
                <a:gd name="connsiteX5590" fmla="*/ 870299 w 1628775"/>
                <a:gd name="connsiteY5590" fmla="*/ 742760 h 1371600"/>
                <a:gd name="connsiteX5591" fmla="*/ 870013 w 1628775"/>
                <a:gd name="connsiteY5591" fmla="*/ 741521 h 1371600"/>
                <a:gd name="connsiteX5592" fmla="*/ 403670 w 1628775"/>
                <a:gd name="connsiteY5592" fmla="*/ 1012031 h 1371600"/>
                <a:gd name="connsiteX5593" fmla="*/ 401955 w 1628775"/>
                <a:gd name="connsiteY5593" fmla="*/ 1010603 h 1371600"/>
                <a:gd name="connsiteX5594" fmla="*/ 399669 w 1628775"/>
                <a:gd name="connsiteY5594" fmla="*/ 1009745 h 1371600"/>
                <a:gd name="connsiteX5595" fmla="*/ 398335 w 1628775"/>
                <a:gd name="connsiteY5595" fmla="*/ 1008602 h 1371600"/>
                <a:gd name="connsiteX5596" fmla="*/ 397764 w 1628775"/>
                <a:gd name="connsiteY5596" fmla="*/ 1009269 h 1371600"/>
                <a:gd name="connsiteX5597" fmla="*/ 396621 w 1628775"/>
                <a:gd name="connsiteY5597" fmla="*/ 1009269 h 1371600"/>
                <a:gd name="connsiteX5598" fmla="*/ 396335 w 1628775"/>
                <a:gd name="connsiteY5598" fmla="*/ 1010222 h 1371600"/>
                <a:gd name="connsiteX5599" fmla="*/ 395288 w 1628775"/>
                <a:gd name="connsiteY5599" fmla="*/ 1011365 h 1371600"/>
                <a:gd name="connsiteX5600" fmla="*/ 394335 w 1628775"/>
                <a:gd name="connsiteY5600" fmla="*/ 1012793 h 1371600"/>
                <a:gd name="connsiteX5601" fmla="*/ 392430 w 1628775"/>
                <a:gd name="connsiteY5601" fmla="*/ 1012889 h 1371600"/>
                <a:gd name="connsiteX5602" fmla="*/ 391858 w 1628775"/>
                <a:gd name="connsiteY5602" fmla="*/ 1013079 h 1371600"/>
                <a:gd name="connsiteX5603" fmla="*/ 391954 w 1628775"/>
                <a:gd name="connsiteY5603" fmla="*/ 1014794 h 1371600"/>
                <a:gd name="connsiteX5604" fmla="*/ 392335 w 1628775"/>
                <a:gd name="connsiteY5604" fmla="*/ 1016413 h 1371600"/>
                <a:gd name="connsiteX5605" fmla="*/ 393573 w 1628775"/>
                <a:gd name="connsiteY5605" fmla="*/ 1019365 h 1371600"/>
                <a:gd name="connsiteX5606" fmla="*/ 394430 w 1628775"/>
                <a:gd name="connsiteY5606" fmla="*/ 1021556 h 1371600"/>
                <a:gd name="connsiteX5607" fmla="*/ 395002 w 1628775"/>
                <a:gd name="connsiteY5607" fmla="*/ 1022604 h 1371600"/>
                <a:gd name="connsiteX5608" fmla="*/ 397573 w 1628775"/>
                <a:gd name="connsiteY5608" fmla="*/ 1023366 h 1371600"/>
                <a:gd name="connsiteX5609" fmla="*/ 399288 w 1628775"/>
                <a:gd name="connsiteY5609" fmla="*/ 1023271 h 1371600"/>
                <a:gd name="connsiteX5610" fmla="*/ 400812 w 1628775"/>
                <a:gd name="connsiteY5610" fmla="*/ 1023080 h 1371600"/>
                <a:gd name="connsiteX5611" fmla="*/ 402431 w 1628775"/>
                <a:gd name="connsiteY5611" fmla="*/ 1022795 h 1371600"/>
                <a:gd name="connsiteX5612" fmla="*/ 403860 w 1628775"/>
                <a:gd name="connsiteY5612" fmla="*/ 1021747 h 1371600"/>
                <a:gd name="connsiteX5613" fmla="*/ 406146 w 1628775"/>
                <a:gd name="connsiteY5613" fmla="*/ 1019461 h 1371600"/>
                <a:gd name="connsiteX5614" fmla="*/ 407289 w 1628775"/>
                <a:gd name="connsiteY5614" fmla="*/ 1016508 h 1371600"/>
                <a:gd name="connsiteX5615" fmla="*/ 407575 w 1628775"/>
                <a:gd name="connsiteY5615" fmla="*/ 1014413 h 1371600"/>
                <a:gd name="connsiteX5616" fmla="*/ 405670 w 1628775"/>
                <a:gd name="connsiteY5616" fmla="*/ 1012698 h 1371600"/>
                <a:gd name="connsiteX5617" fmla="*/ 403670 w 1628775"/>
                <a:gd name="connsiteY5617" fmla="*/ 1012031 h 1371600"/>
                <a:gd name="connsiteX5618" fmla="*/ 437769 w 1628775"/>
                <a:gd name="connsiteY5618" fmla="*/ 1281684 h 1371600"/>
                <a:gd name="connsiteX5619" fmla="*/ 437483 w 1628775"/>
                <a:gd name="connsiteY5619" fmla="*/ 1281779 h 1371600"/>
                <a:gd name="connsiteX5620" fmla="*/ 437197 w 1628775"/>
                <a:gd name="connsiteY5620" fmla="*/ 1281970 h 1371600"/>
                <a:gd name="connsiteX5621" fmla="*/ 436435 w 1628775"/>
                <a:gd name="connsiteY5621" fmla="*/ 1282922 h 1371600"/>
                <a:gd name="connsiteX5622" fmla="*/ 435959 w 1628775"/>
                <a:gd name="connsiteY5622" fmla="*/ 1283780 h 1371600"/>
                <a:gd name="connsiteX5623" fmla="*/ 435959 w 1628775"/>
                <a:gd name="connsiteY5623" fmla="*/ 1284542 h 1371600"/>
                <a:gd name="connsiteX5624" fmla="*/ 436912 w 1628775"/>
                <a:gd name="connsiteY5624" fmla="*/ 1284923 h 1371600"/>
                <a:gd name="connsiteX5625" fmla="*/ 437483 w 1628775"/>
                <a:gd name="connsiteY5625" fmla="*/ 1285113 h 1371600"/>
                <a:gd name="connsiteX5626" fmla="*/ 438055 w 1628775"/>
                <a:gd name="connsiteY5626" fmla="*/ 1285113 h 1371600"/>
                <a:gd name="connsiteX5627" fmla="*/ 438340 w 1628775"/>
                <a:gd name="connsiteY5627" fmla="*/ 1284637 h 1371600"/>
                <a:gd name="connsiteX5628" fmla="*/ 438436 w 1628775"/>
                <a:gd name="connsiteY5628" fmla="*/ 1284065 h 1371600"/>
                <a:gd name="connsiteX5629" fmla="*/ 438721 w 1628775"/>
                <a:gd name="connsiteY5629" fmla="*/ 1283494 h 1371600"/>
                <a:gd name="connsiteX5630" fmla="*/ 439103 w 1628775"/>
                <a:gd name="connsiteY5630" fmla="*/ 1283113 h 1371600"/>
                <a:gd name="connsiteX5631" fmla="*/ 439483 w 1628775"/>
                <a:gd name="connsiteY5631" fmla="*/ 1282827 h 1371600"/>
                <a:gd name="connsiteX5632" fmla="*/ 438340 w 1628775"/>
                <a:gd name="connsiteY5632" fmla="*/ 1281875 h 1371600"/>
                <a:gd name="connsiteX5633" fmla="*/ 437769 w 1628775"/>
                <a:gd name="connsiteY5633" fmla="*/ 1281684 h 1371600"/>
                <a:gd name="connsiteX5634" fmla="*/ 440722 w 1628775"/>
                <a:gd name="connsiteY5634" fmla="*/ 1277207 h 1371600"/>
                <a:gd name="connsiteX5635" fmla="*/ 440055 w 1628775"/>
                <a:gd name="connsiteY5635" fmla="*/ 1277303 h 1371600"/>
                <a:gd name="connsiteX5636" fmla="*/ 440150 w 1628775"/>
                <a:gd name="connsiteY5636" fmla="*/ 1278065 h 1371600"/>
                <a:gd name="connsiteX5637" fmla="*/ 440722 w 1628775"/>
                <a:gd name="connsiteY5637" fmla="*/ 1278731 h 1371600"/>
                <a:gd name="connsiteX5638" fmla="*/ 441103 w 1628775"/>
                <a:gd name="connsiteY5638" fmla="*/ 1278922 h 1371600"/>
                <a:gd name="connsiteX5639" fmla="*/ 441484 w 1628775"/>
                <a:gd name="connsiteY5639" fmla="*/ 1278922 h 1371600"/>
                <a:gd name="connsiteX5640" fmla="*/ 441770 w 1628775"/>
                <a:gd name="connsiteY5640" fmla="*/ 1278731 h 1371600"/>
                <a:gd name="connsiteX5641" fmla="*/ 442055 w 1628775"/>
                <a:gd name="connsiteY5641" fmla="*/ 1278160 h 1371600"/>
                <a:gd name="connsiteX5642" fmla="*/ 441674 w 1628775"/>
                <a:gd name="connsiteY5642" fmla="*/ 1277588 h 1371600"/>
                <a:gd name="connsiteX5643" fmla="*/ 440722 w 1628775"/>
                <a:gd name="connsiteY5643" fmla="*/ 1277207 h 1371600"/>
                <a:gd name="connsiteX5644" fmla="*/ 480631 w 1628775"/>
                <a:gd name="connsiteY5644" fmla="*/ 855821 h 1371600"/>
                <a:gd name="connsiteX5645" fmla="*/ 479298 w 1628775"/>
                <a:gd name="connsiteY5645" fmla="*/ 855536 h 1371600"/>
                <a:gd name="connsiteX5646" fmla="*/ 478631 w 1628775"/>
                <a:gd name="connsiteY5646" fmla="*/ 856393 h 1371600"/>
                <a:gd name="connsiteX5647" fmla="*/ 478250 w 1628775"/>
                <a:gd name="connsiteY5647" fmla="*/ 856583 h 1371600"/>
                <a:gd name="connsiteX5648" fmla="*/ 478060 w 1628775"/>
                <a:gd name="connsiteY5648" fmla="*/ 856298 h 1371600"/>
                <a:gd name="connsiteX5649" fmla="*/ 478060 w 1628775"/>
                <a:gd name="connsiteY5649" fmla="*/ 856012 h 1371600"/>
                <a:gd name="connsiteX5650" fmla="*/ 477393 w 1628775"/>
                <a:gd name="connsiteY5650" fmla="*/ 856298 h 1371600"/>
                <a:gd name="connsiteX5651" fmla="*/ 477012 w 1628775"/>
                <a:gd name="connsiteY5651" fmla="*/ 856107 h 1371600"/>
                <a:gd name="connsiteX5652" fmla="*/ 476726 w 1628775"/>
                <a:gd name="connsiteY5652" fmla="*/ 855726 h 1371600"/>
                <a:gd name="connsiteX5653" fmla="*/ 476345 w 1628775"/>
                <a:gd name="connsiteY5653" fmla="*/ 855536 h 1371600"/>
                <a:gd name="connsiteX5654" fmla="*/ 475869 w 1628775"/>
                <a:gd name="connsiteY5654" fmla="*/ 855631 h 1371600"/>
                <a:gd name="connsiteX5655" fmla="*/ 475297 w 1628775"/>
                <a:gd name="connsiteY5655" fmla="*/ 855821 h 1371600"/>
                <a:gd name="connsiteX5656" fmla="*/ 474821 w 1628775"/>
                <a:gd name="connsiteY5656" fmla="*/ 854869 h 1371600"/>
                <a:gd name="connsiteX5657" fmla="*/ 474059 w 1628775"/>
                <a:gd name="connsiteY5657" fmla="*/ 854869 h 1371600"/>
                <a:gd name="connsiteX5658" fmla="*/ 473012 w 1628775"/>
                <a:gd name="connsiteY5658" fmla="*/ 853821 h 1371600"/>
                <a:gd name="connsiteX5659" fmla="*/ 472440 w 1628775"/>
                <a:gd name="connsiteY5659" fmla="*/ 853440 h 1371600"/>
                <a:gd name="connsiteX5660" fmla="*/ 472630 w 1628775"/>
                <a:gd name="connsiteY5660" fmla="*/ 851630 h 1371600"/>
                <a:gd name="connsiteX5661" fmla="*/ 473488 w 1628775"/>
                <a:gd name="connsiteY5661" fmla="*/ 850582 h 1371600"/>
                <a:gd name="connsiteX5662" fmla="*/ 473869 w 1628775"/>
                <a:gd name="connsiteY5662" fmla="*/ 849440 h 1371600"/>
                <a:gd name="connsiteX5663" fmla="*/ 474726 w 1628775"/>
                <a:gd name="connsiteY5663" fmla="*/ 849440 h 1371600"/>
                <a:gd name="connsiteX5664" fmla="*/ 476726 w 1628775"/>
                <a:gd name="connsiteY5664" fmla="*/ 849535 h 1371600"/>
                <a:gd name="connsiteX5665" fmla="*/ 478060 w 1628775"/>
                <a:gd name="connsiteY5665" fmla="*/ 849154 h 1371600"/>
                <a:gd name="connsiteX5666" fmla="*/ 478250 w 1628775"/>
                <a:gd name="connsiteY5666" fmla="*/ 848392 h 1371600"/>
                <a:gd name="connsiteX5667" fmla="*/ 477298 w 1628775"/>
                <a:gd name="connsiteY5667" fmla="*/ 846677 h 1371600"/>
                <a:gd name="connsiteX5668" fmla="*/ 477012 w 1628775"/>
                <a:gd name="connsiteY5668" fmla="*/ 848106 h 1371600"/>
                <a:gd name="connsiteX5669" fmla="*/ 476726 w 1628775"/>
                <a:gd name="connsiteY5669" fmla="*/ 848487 h 1371600"/>
                <a:gd name="connsiteX5670" fmla="*/ 476250 w 1628775"/>
                <a:gd name="connsiteY5670" fmla="*/ 848678 h 1371600"/>
                <a:gd name="connsiteX5671" fmla="*/ 475774 w 1628775"/>
                <a:gd name="connsiteY5671" fmla="*/ 848582 h 1371600"/>
                <a:gd name="connsiteX5672" fmla="*/ 475297 w 1628775"/>
                <a:gd name="connsiteY5672" fmla="*/ 848201 h 1371600"/>
                <a:gd name="connsiteX5673" fmla="*/ 474916 w 1628775"/>
                <a:gd name="connsiteY5673" fmla="*/ 847630 h 1371600"/>
                <a:gd name="connsiteX5674" fmla="*/ 474440 w 1628775"/>
                <a:gd name="connsiteY5674" fmla="*/ 846582 h 1371600"/>
                <a:gd name="connsiteX5675" fmla="*/ 474059 w 1628775"/>
                <a:gd name="connsiteY5675" fmla="*/ 846582 h 1371600"/>
                <a:gd name="connsiteX5676" fmla="*/ 473964 w 1628775"/>
                <a:gd name="connsiteY5676" fmla="*/ 847344 h 1371600"/>
                <a:gd name="connsiteX5677" fmla="*/ 473773 w 1628775"/>
                <a:gd name="connsiteY5677" fmla="*/ 848011 h 1371600"/>
                <a:gd name="connsiteX5678" fmla="*/ 473107 w 1628775"/>
                <a:gd name="connsiteY5678" fmla="*/ 847915 h 1371600"/>
                <a:gd name="connsiteX5679" fmla="*/ 472535 w 1628775"/>
                <a:gd name="connsiteY5679" fmla="*/ 847439 h 1371600"/>
                <a:gd name="connsiteX5680" fmla="*/ 471773 w 1628775"/>
                <a:gd name="connsiteY5680" fmla="*/ 847344 h 1371600"/>
                <a:gd name="connsiteX5681" fmla="*/ 471202 w 1628775"/>
                <a:gd name="connsiteY5681" fmla="*/ 847630 h 1371600"/>
                <a:gd name="connsiteX5682" fmla="*/ 470249 w 1628775"/>
                <a:gd name="connsiteY5682" fmla="*/ 847153 h 1371600"/>
                <a:gd name="connsiteX5683" fmla="*/ 470535 w 1628775"/>
                <a:gd name="connsiteY5683" fmla="*/ 846392 h 1371600"/>
                <a:gd name="connsiteX5684" fmla="*/ 471392 w 1628775"/>
                <a:gd name="connsiteY5684" fmla="*/ 845439 h 1371600"/>
                <a:gd name="connsiteX5685" fmla="*/ 472821 w 1628775"/>
                <a:gd name="connsiteY5685" fmla="*/ 844486 h 1371600"/>
                <a:gd name="connsiteX5686" fmla="*/ 472249 w 1628775"/>
                <a:gd name="connsiteY5686" fmla="*/ 844201 h 1371600"/>
                <a:gd name="connsiteX5687" fmla="*/ 470630 w 1628775"/>
                <a:gd name="connsiteY5687" fmla="*/ 844201 h 1371600"/>
                <a:gd name="connsiteX5688" fmla="*/ 469201 w 1628775"/>
                <a:gd name="connsiteY5688" fmla="*/ 845153 h 1371600"/>
                <a:gd name="connsiteX5689" fmla="*/ 467487 w 1628775"/>
                <a:gd name="connsiteY5689" fmla="*/ 844296 h 1371600"/>
                <a:gd name="connsiteX5690" fmla="*/ 468344 w 1628775"/>
                <a:gd name="connsiteY5690" fmla="*/ 842772 h 1371600"/>
                <a:gd name="connsiteX5691" fmla="*/ 468535 w 1628775"/>
                <a:gd name="connsiteY5691" fmla="*/ 841724 h 1371600"/>
                <a:gd name="connsiteX5692" fmla="*/ 469487 w 1628775"/>
                <a:gd name="connsiteY5692" fmla="*/ 840581 h 1371600"/>
                <a:gd name="connsiteX5693" fmla="*/ 470345 w 1628775"/>
                <a:gd name="connsiteY5693" fmla="*/ 840296 h 1371600"/>
                <a:gd name="connsiteX5694" fmla="*/ 470725 w 1628775"/>
                <a:gd name="connsiteY5694" fmla="*/ 839819 h 1371600"/>
                <a:gd name="connsiteX5695" fmla="*/ 470725 w 1628775"/>
                <a:gd name="connsiteY5695" fmla="*/ 838867 h 1371600"/>
                <a:gd name="connsiteX5696" fmla="*/ 471297 w 1628775"/>
                <a:gd name="connsiteY5696" fmla="*/ 837533 h 1371600"/>
                <a:gd name="connsiteX5697" fmla="*/ 472345 w 1628775"/>
                <a:gd name="connsiteY5697" fmla="*/ 835724 h 1371600"/>
                <a:gd name="connsiteX5698" fmla="*/ 471392 w 1628775"/>
                <a:gd name="connsiteY5698" fmla="*/ 835628 h 1371600"/>
                <a:gd name="connsiteX5699" fmla="*/ 469582 w 1628775"/>
                <a:gd name="connsiteY5699" fmla="*/ 836676 h 1371600"/>
                <a:gd name="connsiteX5700" fmla="*/ 468058 w 1628775"/>
                <a:gd name="connsiteY5700" fmla="*/ 837152 h 1371600"/>
                <a:gd name="connsiteX5701" fmla="*/ 464915 w 1628775"/>
                <a:gd name="connsiteY5701" fmla="*/ 836581 h 1371600"/>
                <a:gd name="connsiteX5702" fmla="*/ 462248 w 1628775"/>
                <a:gd name="connsiteY5702" fmla="*/ 835533 h 1371600"/>
                <a:gd name="connsiteX5703" fmla="*/ 461677 w 1628775"/>
                <a:gd name="connsiteY5703" fmla="*/ 836581 h 1371600"/>
                <a:gd name="connsiteX5704" fmla="*/ 459296 w 1628775"/>
                <a:gd name="connsiteY5704" fmla="*/ 835438 h 1371600"/>
                <a:gd name="connsiteX5705" fmla="*/ 457105 w 1628775"/>
                <a:gd name="connsiteY5705" fmla="*/ 836581 h 1371600"/>
                <a:gd name="connsiteX5706" fmla="*/ 453676 w 1628775"/>
                <a:gd name="connsiteY5706" fmla="*/ 836486 h 1371600"/>
                <a:gd name="connsiteX5707" fmla="*/ 452628 w 1628775"/>
                <a:gd name="connsiteY5707" fmla="*/ 836105 h 1371600"/>
                <a:gd name="connsiteX5708" fmla="*/ 451675 w 1628775"/>
                <a:gd name="connsiteY5708" fmla="*/ 835343 h 1371600"/>
                <a:gd name="connsiteX5709" fmla="*/ 451009 w 1628775"/>
                <a:gd name="connsiteY5709" fmla="*/ 831152 h 1371600"/>
                <a:gd name="connsiteX5710" fmla="*/ 451390 w 1628775"/>
                <a:gd name="connsiteY5710" fmla="*/ 829723 h 1371600"/>
                <a:gd name="connsiteX5711" fmla="*/ 452818 w 1628775"/>
                <a:gd name="connsiteY5711" fmla="*/ 829532 h 1371600"/>
                <a:gd name="connsiteX5712" fmla="*/ 453580 w 1628775"/>
                <a:gd name="connsiteY5712" fmla="*/ 830390 h 1371600"/>
                <a:gd name="connsiteX5713" fmla="*/ 454057 w 1628775"/>
                <a:gd name="connsiteY5713" fmla="*/ 830771 h 1371600"/>
                <a:gd name="connsiteX5714" fmla="*/ 455105 w 1628775"/>
                <a:gd name="connsiteY5714" fmla="*/ 830771 h 1371600"/>
                <a:gd name="connsiteX5715" fmla="*/ 456152 w 1628775"/>
                <a:gd name="connsiteY5715" fmla="*/ 830580 h 1371600"/>
                <a:gd name="connsiteX5716" fmla="*/ 456438 w 1628775"/>
                <a:gd name="connsiteY5716" fmla="*/ 829628 h 1371600"/>
                <a:gd name="connsiteX5717" fmla="*/ 456914 w 1628775"/>
                <a:gd name="connsiteY5717" fmla="*/ 829342 h 1371600"/>
                <a:gd name="connsiteX5718" fmla="*/ 458248 w 1628775"/>
                <a:gd name="connsiteY5718" fmla="*/ 829056 h 1371600"/>
                <a:gd name="connsiteX5719" fmla="*/ 458438 w 1628775"/>
                <a:gd name="connsiteY5719" fmla="*/ 828294 h 1371600"/>
                <a:gd name="connsiteX5720" fmla="*/ 458248 w 1628775"/>
                <a:gd name="connsiteY5720" fmla="*/ 827342 h 1371600"/>
                <a:gd name="connsiteX5721" fmla="*/ 458533 w 1628775"/>
                <a:gd name="connsiteY5721" fmla="*/ 826484 h 1371600"/>
                <a:gd name="connsiteX5722" fmla="*/ 459486 w 1628775"/>
                <a:gd name="connsiteY5722" fmla="*/ 826103 h 1371600"/>
                <a:gd name="connsiteX5723" fmla="*/ 460343 w 1628775"/>
                <a:gd name="connsiteY5723" fmla="*/ 826484 h 1371600"/>
                <a:gd name="connsiteX5724" fmla="*/ 461581 w 1628775"/>
                <a:gd name="connsiteY5724" fmla="*/ 827056 h 1371600"/>
                <a:gd name="connsiteX5725" fmla="*/ 462058 w 1628775"/>
                <a:gd name="connsiteY5725" fmla="*/ 826865 h 1371600"/>
                <a:gd name="connsiteX5726" fmla="*/ 462248 w 1628775"/>
                <a:gd name="connsiteY5726" fmla="*/ 825436 h 1371600"/>
                <a:gd name="connsiteX5727" fmla="*/ 463201 w 1628775"/>
                <a:gd name="connsiteY5727" fmla="*/ 823532 h 1371600"/>
                <a:gd name="connsiteX5728" fmla="*/ 463772 w 1628775"/>
                <a:gd name="connsiteY5728" fmla="*/ 822198 h 1371600"/>
                <a:gd name="connsiteX5729" fmla="*/ 463296 w 1628775"/>
                <a:gd name="connsiteY5729" fmla="*/ 820484 h 1371600"/>
                <a:gd name="connsiteX5730" fmla="*/ 463867 w 1628775"/>
                <a:gd name="connsiteY5730" fmla="*/ 818769 h 1371600"/>
                <a:gd name="connsiteX5731" fmla="*/ 463677 w 1628775"/>
                <a:gd name="connsiteY5731" fmla="*/ 817436 h 1371600"/>
                <a:gd name="connsiteX5732" fmla="*/ 463296 w 1628775"/>
                <a:gd name="connsiteY5732" fmla="*/ 816197 h 1371600"/>
                <a:gd name="connsiteX5733" fmla="*/ 462439 w 1628775"/>
                <a:gd name="connsiteY5733" fmla="*/ 814578 h 1371600"/>
                <a:gd name="connsiteX5734" fmla="*/ 461200 w 1628775"/>
                <a:gd name="connsiteY5734" fmla="*/ 812292 h 1371600"/>
                <a:gd name="connsiteX5735" fmla="*/ 460057 w 1628775"/>
                <a:gd name="connsiteY5735" fmla="*/ 810673 h 1371600"/>
                <a:gd name="connsiteX5736" fmla="*/ 459010 w 1628775"/>
                <a:gd name="connsiteY5736" fmla="*/ 810482 h 1371600"/>
                <a:gd name="connsiteX5737" fmla="*/ 457962 w 1628775"/>
                <a:gd name="connsiteY5737" fmla="*/ 810578 h 1371600"/>
                <a:gd name="connsiteX5738" fmla="*/ 456914 w 1628775"/>
                <a:gd name="connsiteY5738" fmla="*/ 810006 h 1371600"/>
                <a:gd name="connsiteX5739" fmla="*/ 455962 w 1628775"/>
                <a:gd name="connsiteY5739" fmla="*/ 809625 h 1371600"/>
                <a:gd name="connsiteX5740" fmla="*/ 455105 w 1628775"/>
                <a:gd name="connsiteY5740" fmla="*/ 809720 h 1371600"/>
                <a:gd name="connsiteX5741" fmla="*/ 453962 w 1628775"/>
                <a:gd name="connsiteY5741" fmla="*/ 809720 h 1371600"/>
                <a:gd name="connsiteX5742" fmla="*/ 452342 w 1628775"/>
                <a:gd name="connsiteY5742" fmla="*/ 810006 h 1371600"/>
                <a:gd name="connsiteX5743" fmla="*/ 451104 w 1628775"/>
                <a:gd name="connsiteY5743" fmla="*/ 810578 h 1371600"/>
                <a:gd name="connsiteX5744" fmla="*/ 450342 w 1628775"/>
                <a:gd name="connsiteY5744" fmla="*/ 811435 h 1371600"/>
                <a:gd name="connsiteX5745" fmla="*/ 449866 w 1628775"/>
                <a:gd name="connsiteY5745" fmla="*/ 812768 h 1371600"/>
                <a:gd name="connsiteX5746" fmla="*/ 449008 w 1628775"/>
                <a:gd name="connsiteY5746" fmla="*/ 813721 h 1371600"/>
                <a:gd name="connsiteX5747" fmla="*/ 447104 w 1628775"/>
                <a:gd name="connsiteY5747" fmla="*/ 815435 h 1371600"/>
                <a:gd name="connsiteX5748" fmla="*/ 446818 w 1628775"/>
                <a:gd name="connsiteY5748" fmla="*/ 815911 h 1371600"/>
                <a:gd name="connsiteX5749" fmla="*/ 444151 w 1628775"/>
                <a:gd name="connsiteY5749" fmla="*/ 816388 h 1371600"/>
                <a:gd name="connsiteX5750" fmla="*/ 441770 w 1628775"/>
                <a:gd name="connsiteY5750" fmla="*/ 816007 h 1371600"/>
                <a:gd name="connsiteX5751" fmla="*/ 439674 w 1628775"/>
                <a:gd name="connsiteY5751" fmla="*/ 815911 h 1371600"/>
                <a:gd name="connsiteX5752" fmla="*/ 438245 w 1628775"/>
                <a:gd name="connsiteY5752" fmla="*/ 814483 h 1371600"/>
                <a:gd name="connsiteX5753" fmla="*/ 436340 w 1628775"/>
                <a:gd name="connsiteY5753" fmla="*/ 814292 h 1371600"/>
                <a:gd name="connsiteX5754" fmla="*/ 434721 w 1628775"/>
                <a:gd name="connsiteY5754" fmla="*/ 813721 h 1371600"/>
                <a:gd name="connsiteX5755" fmla="*/ 432435 w 1628775"/>
                <a:gd name="connsiteY5755" fmla="*/ 813340 h 1371600"/>
                <a:gd name="connsiteX5756" fmla="*/ 431101 w 1628775"/>
                <a:gd name="connsiteY5756" fmla="*/ 813054 h 1371600"/>
                <a:gd name="connsiteX5757" fmla="*/ 430244 w 1628775"/>
                <a:gd name="connsiteY5757" fmla="*/ 813149 h 1371600"/>
                <a:gd name="connsiteX5758" fmla="*/ 429101 w 1628775"/>
                <a:gd name="connsiteY5758" fmla="*/ 812482 h 1371600"/>
                <a:gd name="connsiteX5759" fmla="*/ 428244 w 1628775"/>
                <a:gd name="connsiteY5759" fmla="*/ 811340 h 1371600"/>
                <a:gd name="connsiteX5760" fmla="*/ 427482 w 1628775"/>
                <a:gd name="connsiteY5760" fmla="*/ 809530 h 1371600"/>
                <a:gd name="connsiteX5761" fmla="*/ 425863 w 1628775"/>
                <a:gd name="connsiteY5761" fmla="*/ 806672 h 1371600"/>
                <a:gd name="connsiteX5762" fmla="*/ 425291 w 1628775"/>
                <a:gd name="connsiteY5762" fmla="*/ 805434 h 1371600"/>
                <a:gd name="connsiteX5763" fmla="*/ 425101 w 1628775"/>
                <a:gd name="connsiteY5763" fmla="*/ 803815 h 1371600"/>
                <a:gd name="connsiteX5764" fmla="*/ 425005 w 1628775"/>
                <a:gd name="connsiteY5764" fmla="*/ 803339 h 1371600"/>
                <a:gd name="connsiteX5765" fmla="*/ 425196 w 1628775"/>
                <a:gd name="connsiteY5765" fmla="*/ 801243 h 1371600"/>
                <a:gd name="connsiteX5766" fmla="*/ 424053 w 1628775"/>
                <a:gd name="connsiteY5766" fmla="*/ 801529 h 1371600"/>
                <a:gd name="connsiteX5767" fmla="*/ 423005 w 1628775"/>
                <a:gd name="connsiteY5767" fmla="*/ 801243 h 1371600"/>
                <a:gd name="connsiteX5768" fmla="*/ 422815 w 1628775"/>
                <a:gd name="connsiteY5768" fmla="*/ 801053 h 1371600"/>
                <a:gd name="connsiteX5769" fmla="*/ 422815 w 1628775"/>
                <a:gd name="connsiteY5769" fmla="*/ 800862 h 1371600"/>
                <a:gd name="connsiteX5770" fmla="*/ 422910 w 1628775"/>
                <a:gd name="connsiteY5770" fmla="*/ 800005 h 1371600"/>
                <a:gd name="connsiteX5771" fmla="*/ 423767 w 1628775"/>
                <a:gd name="connsiteY5771" fmla="*/ 799433 h 1371600"/>
                <a:gd name="connsiteX5772" fmla="*/ 424053 w 1628775"/>
                <a:gd name="connsiteY5772" fmla="*/ 799052 h 1371600"/>
                <a:gd name="connsiteX5773" fmla="*/ 424434 w 1628775"/>
                <a:gd name="connsiteY5773" fmla="*/ 798576 h 1371600"/>
                <a:gd name="connsiteX5774" fmla="*/ 424339 w 1628775"/>
                <a:gd name="connsiteY5774" fmla="*/ 798100 h 1371600"/>
                <a:gd name="connsiteX5775" fmla="*/ 424148 w 1628775"/>
                <a:gd name="connsiteY5775" fmla="*/ 797528 h 1371600"/>
                <a:gd name="connsiteX5776" fmla="*/ 424910 w 1628775"/>
                <a:gd name="connsiteY5776" fmla="*/ 797528 h 1371600"/>
                <a:gd name="connsiteX5777" fmla="*/ 425005 w 1628775"/>
                <a:gd name="connsiteY5777" fmla="*/ 796671 h 1371600"/>
                <a:gd name="connsiteX5778" fmla="*/ 424529 w 1628775"/>
                <a:gd name="connsiteY5778" fmla="*/ 796004 h 1371600"/>
                <a:gd name="connsiteX5779" fmla="*/ 425101 w 1628775"/>
                <a:gd name="connsiteY5779" fmla="*/ 795147 h 1371600"/>
                <a:gd name="connsiteX5780" fmla="*/ 425101 w 1628775"/>
                <a:gd name="connsiteY5780" fmla="*/ 794766 h 1371600"/>
                <a:gd name="connsiteX5781" fmla="*/ 425196 w 1628775"/>
                <a:gd name="connsiteY5781" fmla="*/ 794385 h 1371600"/>
                <a:gd name="connsiteX5782" fmla="*/ 425672 w 1628775"/>
                <a:gd name="connsiteY5782" fmla="*/ 793623 h 1371600"/>
                <a:gd name="connsiteX5783" fmla="*/ 425863 w 1628775"/>
                <a:gd name="connsiteY5783" fmla="*/ 792290 h 1371600"/>
                <a:gd name="connsiteX5784" fmla="*/ 425291 w 1628775"/>
                <a:gd name="connsiteY5784" fmla="*/ 791623 h 1371600"/>
                <a:gd name="connsiteX5785" fmla="*/ 423672 w 1628775"/>
                <a:gd name="connsiteY5785" fmla="*/ 792194 h 1371600"/>
                <a:gd name="connsiteX5786" fmla="*/ 422243 w 1628775"/>
                <a:gd name="connsiteY5786" fmla="*/ 793432 h 1371600"/>
                <a:gd name="connsiteX5787" fmla="*/ 421862 w 1628775"/>
                <a:gd name="connsiteY5787" fmla="*/ 794766 h 1371600"/>
                <a:gd name="connsiteX5788" fmla="*/ 421100 w 1628775"/>
                <a:gd name="connsiteY5788" fmla="*/ 795909 h 1371600"/>
                <a:gd name="connsiteX5789" fmla="*/ 420433 w 1628775"/>
                <a:gd name="connsiteY5789" fmla="*/ 796385 h 1371600"/>
                <a:gd name="connsiteX5790" fmla="*/ 419576 w 1628775"/>
                <a:gd name="connsiteY5790" fmla="*/ 796481 h 1371600"/>
                <a:gd name="connsiteX5791" fmla="*/ 418719 w 1628775"/>
                <a:gd name="connsiteY5791" fmla="*/ 796100 h 1371600"/>
                <a:gd name="connsiteX5792" fmla="*/ 418243 w 1628775"/>
                <a:gd name="connsiteY5792" fmla="*/ 794957 h 1371600"/>
                <a:gd name="connsiteX5793" fmla="*/ 417766 w 1628775"/>
                <a:gd name="connsiteY5793" fmla="*/ 794195 h 1371600"/>
                <a:gd name="connsiteX5794" fmla="*/ 416433 w 1628775"/>
                <a:gd name="connsiteY5794" fmla="*/ 794195 h 1371600"/>
                <a:gd name="connsiteX5795" fmla="*/ 415671 w 1628775"/>
                <a:gd name="connsiteY5795" fmla="*/ 794576 h 1371600"/>
                <a:gd name="connsiteX5796" fmla="*/ 416052 w 1628775"/>
                <a:gd name="connsiteY5796" fmla="*/ 793337 h 1371600"/>
                <a:gd name="connsiteX5797" fmla="*/ 414052 w 1628775"/>
                <a:gd name="connsiteY5797" fmla="*/ 793052 h 1371600"/>
                <a:gd name="connsiteX5798" fmla="*/ 412242 w 1628775"/>
                <a:gd name="connsiteY5798" fmla="*/ 793052 h 1371600"/>
                <a:gd name="connsiteX5799" fmla="*/ 410908 w 1628775"/>
                <a:gd name="connsiteY5799" fmla="*/ 793814 h 1371600"/>
                <a:gd name="connsiteX5800" fmla="*/ 410146 w 1628775"/>
                <a:gd name="connsiteY5800" fmla="*/ 793432 h 1371600"/>
                <a:gd name="connsiteX5801" fmla="*/ 409480 w 1628775"/>
                <a:gd name="connsiteY5801" fmla="*/ 793337 h 1371600"/>
                <a:gd name="connsiteX5802" fmla="*/ 408813 w 1628775"/>
                <a:gd name="connsiteY5802" fmla="*/ 793432 h 1371600"/>
                <a:gd name="connsiteX5803" fmla="*/ 408432 w 1628775"/>
                <a:gd name="connsiteY5803" fmla="*/ 793623 h 1371600"/>
                <a:gd name="connsiteX5804" fmla="*/ 406813 w 1628775"/>
                <a:gd name="connsiteY5804" fmla="*/ 796004 h 1371600"/>
                <a:gd name="connsiteX5805" fmla="*/ 405670 w 1628775"/>
                <a:gd name="connsiteY5805" fmla="*/ 796861 h 1371600"/>
                <a:gd name="connsiteX5806" fmla="*/ 404527 w 1628775"/>
                <a:gd name="connsiteY5806" fmla="*/ 797052 h 1371600"/>
                <a:gd name="connsiteX5807" fmla="*/ 402050 w 1628775"/>
                <a:gd name="connsiteY5807" fmla="*/ 796861 h 1371600"/>
                <a:gd name="connsiteX5808" fmla="*/ 401193 w 1628775"/>
                <a:gd name="connsiteY5808" fmla="*/ 797052 h 1371600"/>
                <a:gd name="connsiteX5809" fmla="*/ 400907 w 1628775"/>
                <a:gd name="connsiteY5809" fmla="*/ 797338 h 1371600"/>
                <a:gd name="connsiteX5810" fmla="*/ 400717 w 1628775"/>
                <a:gd name="connsiteY5810" fmla="*/ 797719 h 1371600"/>
                <a:gd name="connsiteX5811" fmla="*/ 400240 w 1628775"/>
                <a:gd name="connsiteY5811" fmla="*/ 798195 h 1371600"/>
                <a:gd name="connsiteX5812" fmla="*/ 399002 w 1628775"/>
                <a:gd name="connsiteY5812" fmla="*/ 798957 h 1371600"/>
                <a:gd name="connsiteX5813" fmla="*/ 398431 w 1628775"/>
                <a:gd name="connsiteY5813" fmla="*/ 799052 h 1371600"/>
                <a:gd name="connsiteX5814" fmla="*/ 398050 w 1628775"/>
                <a:gd name="connsiteY5814" fmla="*/ 798576 h 1371600"/>
                <a:gd name="connsiteX5815" fmla="*/ 397478 w 1628775"/>
                <a:gd name="connsiteY5815" fmla="*/ 800481 h 1371600"/>
                <a:gd name="connsiteX5816" fmla="*/ 397192 w 1628775"/>
                <a:gd name="connsiteY5816" fmla="*/ 800957 h 1371600"/>
                <a:gd name="connsiteX5817" fmla="*/ 396621 w 1628775"/>
                <a:gd name="connsiteY5817" fmla="*/ 801338 h 1371600"/>
                <a:gd name="connsiteX5818" fmla="*/ 396240 w 1628775"/>
                <a:gd name="connsiteY5818" fmla="*/ 801529 h 1371600"/>
                <a:gd name="connsiteX5819" fmla="*/ 395954 w 1628775"/>
                <a:gd name="connsiteY5819" fmla="*/ 801910 h 1371600"/>
                <a:gd name="connsiteX5820" fmla="*/ 395859 w 1628775"/>
                <a:gd name="connsiteY5820" fmla="*/ 802672 h 1371600"/>
                <a:gd name="connsiteX5821" fmla="*/ 396240 w 1628775"/>
                <a:gd name="connsiteY5821" fmla="*/ 803148 h 1371600"/>
                <a:gd name="connsiteX5822" fmla="*/ 396812 w 1628775"/>
                <a:gd name="connsiteY5822" fmla="*/ 803243 h 1371600"/>
                <a:gd name="connsiteX5823" fmla="*/ 397002 w 1628775"/>
                <a:gd name="connsiteY5823" fmla="*/ 804386 h 1371600"/>
                <a:gd name="connsiteX5824" fmla="*/ 396907 w 1628775"/>
                <a:gd name="connsiteY5824" fmla="*/ 805625 h 1371600"/>
                <a:gd name="connsiteX5825" fmla="*/ 396049 w 1628775"/>
                <a:gd name="connsiteY5825" fmla="*/ 806577 h 1371600"/>
                <a:gd name="connsiteX5826" fmla="*/ 395668 w 1628775"/>
                <a:gd name="connsiteY5826" fmla="*/ 807149 h 1371600"/>
                <a:gd name="connsiteX5827" fmla="*/ 394811 w 1628775"/>
                <a:gd name="connsiteY5827" fmla="*/ 807434 h 1371600"/>
                <a:gd name="connsiteX5828" fmla="*/ 394145 w 1628775"/>
                <a:gd name="connsiteY5828" fmla="*/ 808101 h 1371600"/>
                <a:gd name="connsiteX5829" fmla="*/ 393478 w 1628775"/>
                <a:gd name="connsiteY5829" fmla="*/ 808958 h 1371600"/>
                <a:gd name="connsiteX5830" fmla="*/ 392621 w 1628775"/>
                <a:gd name="connsiteY5830" fmla="*/ 809720 h 1371600"/>
                <a:gd name="connsiteX5831" fmla="*/ 390430 w 1628775"/>
                <a:gd name="connsiteY5831" fmla="*/ 810673 h 1371600"/>
                <a:gd name="connsiteX5832" fmla="*/ 389287 w 1628775"/>
                <a:gd name="connsiteY5832" fmla="*/ 810482 h 1371600"/>
                <a:gd name="connsiteX5833" fmla="*/ 388620 w 1628775"/>
                <a:gd name="connsiteY5833" fmla="*/ 810006 h 1371600"/>
                <a:gd name="connsiteX5834" fmla="*/ 388334 w 1628775"/>
                <a:gd name="connsiteY5834" fmla="*/ 809053 h 1371600"/>
                <a:gd name="connsiteX5835" fmla="*/ 387763 w 1628775"/>
                <a:gd name="connsiteY5835" fmla="*/ 808958 h 1371600"/>
                <a:gd name="connsiteX5836" fmla="*/ 387477 w 1628775"/>
                <a:gd name="connsiteY5836" fmla="*/ 809435 h 1371600"/>
                <a:gd name="connsiteX5837" fmla="*/ 387763 w 1628775"/>
                <a:gd name="connsiteY5837" fmla="*/ 810482 h 1371600"/>
                <a:gd name="connsiteX5838" fmla="*/ 388430 w 1628775"/>
                <a:gd name="connsiteY5838" fmla="*/ 811054 h 1371600"/>
                <a:gd name="connsiteX5839" fmla="*/ 389001 w 1628775"/>
                <a:gd name="connsiteY5839" fmla="*/ 810863 h 1371600"/>
                <a:gd name="connsiteX5840" fmla="*/ 389382 w 1628775"/>
                <a:gd name="connsiteY5840" fmla="*/ 811244 h 1371600"/>
                <a:gd name="connsiteX5841" fmla="*/ 389954 w 1628775"/>
                <a:gd name="connsiteY5841" fmla="*/ 811625 h 1371600"/>
                <a:gd name="connsiteX5842" fmla="*/ 390620 w 1628775"/>
                <a:gd name="connsiteY5842" fmla="*/ 812006 h 1371600"/>
                <a:gd name="connsiteX5843" fmla="*/ 391287 w 1628775"/>
                <a:gd name="connsiteY5843" fmla="*/ 811721 h 1371600"/>
                <a:gd name="connsiteX5844" fmla="*/ 392239 w 1628775"/>
                <a:gd name="connsiteY5844" fmla="*/ 810863 h 1371600"/>
                <a:gd name="connsiteX5845" fmla="*/ 393287 w 1628775"/>
                <a:gd name="connsiteY5845" fmla="*/ 810197 h 1371600"/>
                <a:gd name="connsiteX5846" fmla="*/ 393573 w 1628775"/>
                <a:gd name="connsiteY5846" fmla="*/ 810863 h 1371600"/>
                <a:gd name="connsiteX5847" fmla="*/ 393763 w 1628775"/>
                <a:gd name="connsiteY5847" fmla="*/ 811340 h 1371600"/>
                <a:gd name="connsiteX5848" fmla="*/ 393478 w 1628775"/>
                <a:gd name="connsiteY5848" fmla="*/ 812578 h 1371600"/>
                <a:gd name="connsiteX5849" fmla="*/ 393287 w 1628775"/>
                <a:gd name="connsiteY5849" fmla="*/ 813530 h 1371600"/>
                <a:gd name="connsiteX5850" fmla="*/ 392811 w 1628775"/>
                <a:gd name="connsiteY5850" fmla="*/ 814197 h 1371600"/>
                <a:gd name="connsiteX5851" fmla="*/ 391858 w 1628775"/>
                <a:gd name="connsiteY5851" fmla="*/ 814292 h 1371600"/>
                <a:gd name="connsiteX5852" fmla="*/ 391096 w 1628775"/>
                <a:gd name="connsiteY5852" fmla="*/ 814673 h 1371600"/>
                <a:gd name="connsiteX5853" fmla="*/ 389668 w 1628775"/>
                <a:gd name="connsiteY5853" fmla="*/ 814673 h 1371600"/>
                <a:gd name="connsiteX5854" fmla="*/ 388906 w 1628775"/>
                <a:gd name="connsiteY5854" fmla="*/ 814673 h 1371600"/>
                <a:gd name="connsiteX5855" fmla="*/ 388430 w 1628775"/>
                <a:gd name="connsiteY5855" fmla="*/ 815435 h 1371600"/>
                <a:gd name="connsiteX5856" fmla="*/ 388239 w 1628775"/>
                <a:gd name="connsiteY5856" fmla="*/ 815816 h 1371600"/>
                <a:gd name="connsiteX5857" fmla="*/ 387953 w 1628775"/>
                <a:gd name="connsiteY5857" fmla="*/ 815816 h 1371600"/>
                <a:gd name="connsiteX5858" fmla="*/ 387667 w 1628775"/>
                <a:gd name="connsiteY5858" fmla="*/ 816102 h 1371600"/>
                <a:gd name="connsiteX5859" fmla="*/ 387382 w 1628775"/>
                <a:gd name="connsiteY5859" fmla="*/ 815911 h 1371600"/>
                <a:gd name="connsiteX5860" fmla="*/ 386715 w 1628775"/>
                <a:gd name="connsiteY5860" fmla="*/ 815531 h 1371600"/>
                <a:gd name="connsiteX5861" fmla="*/ 386334 w 1628775"/>
                <a:gd name="connsiteY5861" fmla="*/ 815150 h 1371600"/>
                <a:gd name="connsiteX5862" fmla="*/ 386905 w 1628775"/>
                <a:gd name="connsiteY5862" fmla="*/ 814197 h 1371600"/>
                <a:gd name="connsiteX5863" fmla="*/ 386715 w 1628775"/>
                <a:gd name="connsiteY5863" fmla="*/ 813721 h 1371600"/>
                <a:gd name="connsiteX5864" fmla="*/ 385667 w 1628775"/>
                <a:gd name="connsiteY5864" fmla="*/ 813911 h 1371600"/>
                <a:gd name="connsiteX5865" fmla="*/ 385381 w 1628775"/>
                <a:gd name="connsiteY5865" fmla="*/ 813721 h 1371600"/>
                <a:gd name="connsiteX5866" fmla="*/ 384620 w 1628775"/>
                <a:gd name="connsiteY5866" fmla="*/ 813245 h 1371600"/>
                <a:gd name="connsiteX5867" fmla="*/ 384429 w 1628775"/>
                <a:gd name="connsiteY5867" fmla="*/ 812197 h 1371600"/>
                <a:gd name="connsiteX5868" fmla="*/ 384905 w 1628775"/>
                <a:gd name="connsiteY5868" fmla="*/ 811625 h 1371600"/>
                <a:gd name="connsiteX5869" fmla="*/ 384620 w 1628775"/>
                <a:gd name="connsiteY5869" fmla="*/ 811054 h 1371600"/>
                <a:gd name="connsiteX5870" fmla="*/ 384048 w 1628775"/>
                <a:gd name="connsiteY5870" fmla="*/ 810673 h 1371600"/>
                <a:gd name="connsiteX5871" fmla="*/ 383381 w 1628775"/>
                <a:gd name="connsiteY5871" fmla="*/ 810292 h 1371600"/>
                <a:gd name="connsiteX5872" fmla="*/ 383191 w 1628775"/>
                <a:gd name="connsiteY5872" fmla="*/ 811911 h 1371600"/>
                <a:gd name="connsiteX5873" fmla="*/ 382810 w 1628775"/>
                <a:gd name="connsiteY5873" fmla="*/ 812292 h 1371600"/>
                <a:gd name="connsiteX5874" fmla="*/ 382429 w 1628775"/>
                <a:gd name="connsiteY5874" fmla="*/ 812482 h 1371600"/>
                <a:gd name="connsiteX5875" fmla="*/ 381953 w 1628775"/>
                <a:gd name="connsiteY5875" fmla="*/ 812578 h 1371600"/>
                <a:gd name="connsiteX5876" fmla="*/ 381381 w 1628775"/>
                <a:gd name="connsiteY5876" fmla="*/ 812578 h 1371600"/>
                <a:gd name="connsiteX5877" fmla="*/ 380809 w 1628775"/>
                <a:gd name="connsiteY5877" fmla="*/ 812578 h 1371600"/>
                <a:gd name="connsiteX5878" fmla="*/ 380524 w 1628775"/>
                <a:gd name="connsiteY5878" fmla="*/ 813245 h 1371600"/>
                <a:gd name="connsiteX5879" fmla="*/ 380714 w 1628775"/>
                <a:gd name="connsiteY5879" fmla="*/ 814007 h 1371600"/>
                <a:gd name="connsiteX5880" fmla="*/ 379762 w 1628775"/>
                <a:gd name="connsiteY5880" fmla="*/ 814769 h 1371600"/>
                <a:gd name="connsiteX5881" fmla="*/ 379190 w 1628775"/>
                <a:gd name="connsiteY5881" fmla="*/ 814959 h 1371600"/>
                <a:gd name="connsiteX5882" fmla="*/ 378714 w 1628775"/>
                <a:gd name="connsiteY5882" fmla="*/ 814959 h 1371600"/>
                <a:gd name="connsiteX5883" fmla="*/ 378142 w 1628775"/>
                <a:gd name="connsiteY5883" fmla="*/ 815054 h 1371600"/>
                <a:gd name="connsiteX5884" fmla="*/ 377571 w 1628775"/>
                <a:gd name="connsiteY5884" fmla="*/ 815531 h 1371600"/>
                <a:gd name="connsiteX5885" fmla="*/ 377285 w 1628775"/>
                <a:gd name="connsiteY5885" fmla="*/ 816007 h 1371600"/>
                <a:gd name="connsiteX5886" fmla="*/ 377285 w 1628775"/>
                <a:gd name="connsiteY5886" fmla="*/ 816483 h 1371600"/>
                <a:gd name="connsiteX5887" fmla="*/ 377571 w 1628775"/>
                <a:gd name="connsiteY5887" fmla="*/ 816769 h 1371600"/>
                <a:gd name="connsiteX5888" fmla="*/ 378238 w 1628775"/>
                <a:gd name="connsiteY5888" fmla="*/ 816864 h 1371600"/>
                <a:gd name="connsiteX5889" fmla="*/ 378714 w 1628775"/>
                <a:gd name="connsiteY5889" fmla="*/ 817055 h 1371600"/>
                <a:gd name="connsiteX5890" fmla="*/ 378809 w 1628775"/>
                <a:gd name="connsiteY5890" fmla="*/ 817912 h 1371600"/>
                <a:gd name="connsiteX5891" fmla="*/ 379285 w 1628775"/>
                <a:gd name="connsiteY5891" fmla="*/ 818102 h 1371600"/>
                <a:gd name="connsiteX5892" fmla="*/ 381000 w 1628775"/>
                <a:gd name="connsiteY5892" fmla="*/ 817721 h 1371600"/>
                <a:gd name="connsiteX5893" fmla="*/ 381667 w 1628775"/>
                <a:gd name="connsiteY5893" fmla="*/ 817721 h 1371600"/>
                <a:gd name="connsiteX5894" fmla="*/ 381381 w 1628775"/>
                <a:gd name="connsiteY5894" fmla="*/ 818483 h 1371600"/>
                <a:gd name="connsiteX5895" fmla="*/ 380809 w 1628775"/>
                <a:gd name="connsiteY5895" fmla="*/ 819055 h 1371600"/>
                <a:gd name="connsiteX5896" fmla="*/ 380047 w 1628775"/>
                <a:gd name="connsiteY5896" fmla="*/ 819340 h 1371600"/>
                <a:gd name="connsiteX5897" fmla="*/ 379381 w 1628775"/>
                <a:gd name="connsiteY5897" fmla="*/ 819436 h 1371600"/>
                <a:gd name="connsiteX5898" fmla="*/ 379190 w 1628775"/>
                <a:gd name="connsiteY5898" fmla="*/ 819626 h 1371600"/>
                <a:gd name="connsiteX5899" fmla="*/ 378619 w 1628775"/>
                <a:gd name="connsiteY5899" fmla="*/ 820103 h 1371600"/>
                <a:gd name="connsiteX5900" fmla="*/ 378047 w 1628775"/>
                <a:gd name="connsiteY5900" fmla="*/ 819912 h 1371600"/>
                <a:gd name="connsiteX5901" fmla="*/ 377095 w 1628775"/>
                <a:gd name="connsiteY5901" fmla="*/ 820293 h 1371600"/>
                <a:gd name="connsiteX5902" fmla="*/ 375475 w 1628775"/>
                <a:gd name="connsiteY5902" fmla="*/ 820960 h 1371600"/>
                <a:gd name="connsiteX5903" fmla="*/ 374904 w 1628775"/>
                <a:gd name="connsiteY5903" fmla="*/ 821531 h 1371600"/>
                <a:gd name="connsiteX5904" fmla="*/ 374713 w 1628775"/>
                <a:gd name="connsiteY5904" fmla="*/ 823055 h 1371600"/>
                <a:gd name="connsiteX5905" fmla="*/ 374142 w 1628775"/>
                <a:gd name="connsiteY5905" fmla="*/ 823722 h 1371600"/>
                <a:gd name="connsiteX5906" fmla="*/ 373475 w 1628775"/>
                <a:gd name="connsiteY5906" fmla="*/ 824008 h 1371600"/>
                <a:gd name="connsiteX5907" fmla="*/ 372046 w 1628775"/>
                <a:gd name="connsiteY5907" fmla="*/ 823817 h 1371600"/>
                <a:gd name="connsiteX5908" fmla="*/ 371284 w 1628775"/>
                <a:gd name="connsiteY5908" fmla="*/ 823436 h 1371600"/>
                <a:gd name="connsiteX5909" fmla="*/ 370808 w 1628775"/>
                <a:gd name="connsiteY5909" fmla="*/ 822865 h 1371600"/>
                <a:gd name="connsiteX5910" fmla="*/ 370808 w 1628775"/>
                <a:gd name="connsiteY5910" fmla="*/ 822293 h 1371600"/>
                <a:gd name="connsiteX5911" fmla="*/ 370618 w 1628775"/>
                <a:gd name="connsiteY5911" fmla="*/ 821627 h 1371600"/>
                <a:gd name="connsiteX5912" fmla="*/ 370141 w 1628775"/>
                <a:gd name="connsiteY5912" fmla="*/ 822198 h 1371600"/>
                <a:gd name="connsiteX5913" fmla="*/ 369475 w 1628775"/>
                <a:gd name="connsiteY5913" fmla="*/ 821817 h 1371600"/>
                <a:gd name="connsiteX5914" fmla="*/ 369665 w 1628775"/>
                <a:gd name="connsiteY5914" fmla="*/ 821150 h 1371600"/>
                <a:gd name="connsiteX5915" fmla="*/ 370237 w 1628775"/>
                <a:gd name="connsiteY5915" fmla="*/ 820388 h 1371600"/>
                <a:gd name="connsiteX5916" fmla="*/ 370427 w 1628775"/>
                <a:gd name="connsiteY5916" fmla="*/ 819722 h 1371600"/>
                <a:gd name="connsiteX5917" fmla="*/ 369380 w 1628775"/>
                <a:gd name="connsiteY5917" fmla="*/ 818483 h 1371600"/>
                <a:gd name="connsiteX5918" fmla="*/ 367665 w 1628775"/>
                <a:gd name="connsiteY5918" fmla="*/ 817531 h 1371600"/>
                <a:gd name="connsiteX5919" fmla="*/ 366427 w 1628775"/>
                <a:gd name="connsiteY5919" fmla="*/ 818293 h 1371600"/>
                <a:gd name="connsiteX5920" fmla="*/ 365570 w 1628775"/>
                <a:gd name="connsiteY5920" fmla="*/ 818102 h 1371600"/>
                <a:gd name="connsiteX5921" fmla="*/ 364712 w 1628775"/>
                <a:gd name="connsiteY5921" fmla="*/ 817245 h 1371600"/>
                <a:gd name="connsiteX5922" fmla="*/ 364807 w 1628775"/>
                <a:gd name="connsiteY5922" fmla="*/ 818483 h 1371600"/>
                <a:gd name="connsiteX5923" fmla="*/ 363855 w 1628775"/>
                <a:gd name="connsiteY5923" fmla="*/ 819722 h 1371600"/>
                <a:gd name="connsiteX5924" fmla="*/ 364236 w 1628775"/>
                <a:gd name="connsiteY5924" fmla="*/ 821722 h 1371600"/>
                <a:gd name="connsiteX5925" fmla="*/ 365474 w 1628775"/>
                <a:gd name="connsiteY5925" fmla="*/ 823246 h 1371600"/>
                <a:gd name="connsiteX5926" fmla="*/ 365665 w 1628775"/>
                <a:gd name="connsiteY5926" fmla="*/ 824103 h 1371600"/>
                <a:gd name="connsiteX5927" fmla="*/ 365188 w 1628775"/>
                <a:gd name="connsiteY5927" fmla="*/ 824484 h 1371600"/>
                <a:gd name="connsiteX5928" fmla="*/ 364522 w 1628775"/>
                <a:gd name="connsiteY5928" fmla="*/ 824103 h 1371600"/>
                <a:gd name="connsiteX5929" fmla="*/ 364141 w 1628775"/>
                <a:gd name="connsiteY5929" fmla="*/ 823341 h 1371600"/>
                <a:gd name="connsiteX5930" fmla="*/ 363855 w 1628775"/>
                <a:gd name="connsiteY5930" fmla="*/ 822579 h 1371600"/>
                <a:gd name="connsiteX5931" fmla="*/ 362998 w 1628775"/>
                <a:gd name="connsiteY5931" fmla="*/ 821436 h 1371600"/>
                <a:gd name="connsiteX5932" fmla="*/ 362236 w 1628775"/>
                <a:gd name="connsiteY5932" fmla="*/ 821627 h 1371600"/>
                <a:gd name="connsiteX5933" fmla="*/ 361855 w 1628775"/>
                <a:gd name="connsiteY5933" fmla="*/ 822484 h 1371600"/>
                <a:gd name="connsiteX5934" fmla="*/ 361379 w 1628775"/>
                <a:gd name="connsiteY5934" fmla="*/ 823341 h 1371600"/>
                <a:gd name="connsiteX5935" fmla="*/ 361855 w 1628775"/>
                <a:gd name="connsiteY5935" fmla="*/ 824008 h 1371600"/>
                <a:gd name="connsiteX5936" fmla="*/ 362903 w 1628775"/>
                <a:gd name="connsiteY5936" fmla="*/ 825151 h 1371600"/>
                <a:gd name="connsiteX5937" fmla="*/ 365665 w 1628775"/>
                <a:gd name="connsiteY5937" fmla="*/ 826961 h 1371600"/>
                <a:gd name="connsiteX5938" fmla="*/ 365284 w 1628775"/>
                <a:gd name="connsiteY5938" fmla="*/ 827437 h 1371600"/>
                <a:gd name="connsiteX5939" fmla="*/ 365760 w 1628775"/>
                <a:gd name="connsiteY5939" fmla="*/ 828199 h 1371600"/>
                <a:gd name="connsiteX5940" fmla="*/ 365093 w 1628775"/>
                <a:gd name="connsiteY5940" fmla="*/ 828865 h 1371600"/>
                <a:gd name="connsiteX5941" fmla="*/ 364426 w 1628775"/>
                <a:gd name="connsiteY5941" fmla="*/ 830104 h 1371600"/>
                <a:gd name="connsiteX5942" fmla="*/ 364141 w 1628775"/>
                <a:gd name="connsiteY5942" fmla="*/ 832104 h 1371600"/>
                <a:gd name="connsiteX5943" fmla="*/ 364522 w 1628775"/>
                <a:gd name="connsiteY5943" fmla="*/ 833533 h 1371600"/>
                <a:gd name="connsiteX5944" fmla="*/ 364712 w 1628775"/>
                <a:gd name="connsiteY5944" fmla="*/ 834390 h 1371600"/>
                <a:gd name="connsiteX5945" fmla="*/ 363950 w 1628775"/>
                <a:gd name="connsiteY5945" fmla="*/ 834009 h 1371600"/>
                <a:gd name="connsiteX5946" fmla="*/ 363379 w 1628775"/>
                <a:gd name="connsiteY5946" fmla="*/ 833438 h 1371600"/>
                <a:gd name="connsiteX5947" fmla="*/ 362998 w 1628775"/>
                <a:gd name="connsiteY5947" fmla="*/ 832771 h 1371600"/>
                <a:gd name="connsiteX5948" fmla="*/ 362712 w 1628775"/>
                <a:gd name="connsiteY5948" fmla="*/ 831152 h 1371600"/>
                <a:gd name="connsiteX5949" fmla="*/ 362712 w 1628775"/>
                <a:gd name="connsiteY5949" fmla="*/ 831152 h 1371600"/>
                <a:gd name="connsiteX5950" fmla="*/ 362331 w 1628775"/>
                <a:gd name="connsiteY5950" fmla="*/ 830104 h 1371600"/>
                <a:gd name="connsiteX5951" fmla="*/ 358997 w 1628775"/>
                <a:gd name="connsiteY5951" fmla="*/ 829056 h 1371600"/>
                <a:gd name="connsiteX5952" fmla="*/ 356711 w 1628775"/>
                <a:gd name="connsiteY5952" fmla="*/ 829723 h 1371600"/>
                <a:gd name="connsiteX5953" fmla="*/ 355473 w 1628775"/>
                <a:gd name="connsiteY5953" fmla="*/ 829151 h 1371600"/>
                <a:gd name="connsiteX5954" fmla="*/ 355663 w 1628775"/>
                <a:gd name="connsiteY5954" fmla="*/ 827437 h 1371600"/>
                <a:gd name="connsiteX5955" fmla="*/ 355282 w 1628775"/>
                <a:gd name="connsiteY5955" fmla="*/ 826865 h 1371600"/>
                <a:gd name="connsiteX5956" fmla="*/ 353758 w 1628775"/>
                <a:gd name="connsiteY5956" fmla="*/ 829151 h 1371600"/>
                <a:gd name="connsiteX5957" fmla="*/ 352520 w 1628775"/>
                <a:gd name="connsiteY5957" fmla="*/ 829342 h 1371600"/>
                <a:gd name="connsiteX5958" fmla="*/ 350996 w 1628775"/>
                <a:gd name="connsiteY5958" fmla="*/ 828008 h 1371600"/>
                <a:gd name="connsiteX5959" fmla="*/ 350330 w 1628775"/>
                <a:gd name="connsiteY5959" fmla="*/ 828675 h 1371600"/>
                <a:gd name="connsiteX5960" fmla="*/ 350139 w 1628775"/>
                <a:gd name="connsiteY5960" fmla="*/ 830104 h 1371600"/>
                <a:gd name="connsiteX5961" fmla="*/ 349853 w 1628775"/>
                <a:gd name="connsiteY5961" fmla="*/ 831818 h 1371600"/>
                <a:gd name="connsiteX5962" fmla="*/ 350520 w 1628775"/>
                <a:gd name="connsiteY5962" fmla="*/ 833057 h 1371600"/>
                <a:gd name="connsiteX5963" fmla="*/ 350806 w 1628775"/>
                <a:gd name="connsiteY5963" fmla="*/ 833723 h 1371600"/>
                <a:gd name="connsiteX5964" fmla="*/ 350901 w 1628775"/>
                <a:gd name="connsiteY5964" fmla="*/ 834104 h 1371600"/>
                <a:gd name="connsiteX5965" fmla="*/ 350330 w 1628775"/>
                <a:gd name="connsiteY5965" fmla="*/ 834676 h 1371600"/>
                <a:gd name="connsiteX5966" fmla="*/ 349948 w 1628775"/>
                <a:gd name="connsiteY5966" fmla="*/ 834581 h 1371600"/>
                <a:gd name="connsiteX5967" fmla="*/ 349472 w 1628775"/>
                <a:gd name="connsiteY5967" fmla="*/ 834866 h 1371600"/>
                <a:gd name="connsiteX5968" fmla="*/ 349377 w 1628775"/>
                <a:gd name="connsiteY5968" fmla="*/ 835914 h 1371600"/>
                <a:gd name="connsiteX5969" fmla="*/ 348805 w 1628775"/>
                <a:gd name="connsiteY5969" fmla="*/ 837724 h 1371600"/>
                <a:gd name="connsiteX5970" fmla="*/ 349472 w 1628775"/>
                <a:gd name="connsiteY5970" fmla="*/ 838676 h 1371600"/>
                <a:gd name="connsiteX5971" fmla="*/ 350806 w 1628775"/>
                <a:gd name="connsiteY5971" fmla="*/ 838676 h 1371600"/>
                <a:gd name="connsiteX5972" fmla="*/ 351377 w 1628775"/>
                <a:gd name="connsiteY5972" fmla="*/ 838867 h 1371600"/>
                <a:gd name="connsiteX5973" fmla="*/ 352330 w 1628775"/>
                <a:gd name="connsiteY5973" fmla="*/ 839724 h 1371600"/>
                <a:gd name="connsiteX5974" fmla="*/ 352901 w 1628775"/>
                <a:gd name="connsiteY5974" fmla="*/ 839915 h 1371600"/>
                <a:gd name="connsiteX5975" fmla="*/ 353378 w 1628775"/>
                <a:gd name="connsiteY5975" fmla="*/ 839819 h 1371600"/>
                <a:gd name="connsiteX5976" fmla="*/ 353758 w 1628775"/>
                <a:gd name="connsiteY5976" fmla="*/ 839534 h 1371600"/>
                <a:gd name="connsiteX5977" fmla="*/ 354139 w 1628775"/>
                <a:gd name="connsiteY5977" fmla="*/ 840010 h 1371600"/>
                <a:gd name="connsiteX5978" fmla="*/ 354330 w 1628775"/>
                <a:gd name="connsiteY5978" fmla="*/ 840391 h 1371600"/>
                <a:gd name="connsiteX5979" fmla="*/ 354330 w 1628775"/>
                <a:gd name="connsiteY5979" fmla="*/ 840772 h 1371600"/>
                <a:gd name="connsiteX5980" fmla="*/ 354139 w 1628775"/>
                <a:gd name="connsiteY5980" fmla="*/ 841343 h 1371600"/>
                <a:gd name="connsiteX5981" fmla="*/ 354711 w 1628775"/>
                <a:gd name="connsiteY5981" fmla="*/ 841629 h 1371600"/>
                <a:gd name="connsiteX5982" fmla="*/ 355282 w 1628775"/>
                <a:gd name="connsiteY5982" fmla="*/ 842010 h 1371600"/>
                <a:gd name="connsiteX5983" fmla="*/ 355759 w 1628775"/>
                <a:gd name="connsiteY5983" fmla="*/ 842486 h 1371600"/>
                <a:gd name="connsiteX5984" fmla="*/ 355949 w 1628775"/>
                <a:gd name="connsiteY5984" fmla="*/ 843153 h 1371600"/>
                <a:gd name="connsiteX5985" fmla="*/ 355759 w 1628775"/>
                <a:gd name="connsiteY5985" fmla="*/ 843820 h 1371600"/>
                <a:gd name="connsiteX5986" fmla="*/ 354616 w 1628775"/>
                <a:gd name="connsiteY5986" fmla="*/ 844106 h 1371600"/>
                <a:gd name="connsiteX5987" fmla="*/ 354806 w 1628775"/>
                <a:gd name="connsiteY5987" fmla="*/ 845725 h 1371600"/>
                <a:gd name="connsiteX5988" fmla="*/ 355187 w 1628775"/>
                <a:gd name="connsiteY5988" fmla="*/ 845534 h 1371600"/>
                <a:gd name="connsiteX5989" fmla="*/ 355568 w 1628775"/>
                <a:gd name="connsiteY5989" fmla="*/ 844868 h 1371600"/>
                <a:gd name="connsiteX5990" fmla="*/ 356425 w 1628775"/>
                <a:gd name="connsiteY5990" fmla="*/ 844868 h 1371600"/>
                <a:gd name="connsiteX5991" fmla="*/ 356806 w 1628775"/>
                <a:gd name="connsiteY5991" fmla="*/ 845058 h 1371600"/>
                <a:gd name="connsiteX5992" fmla="*/ 356997 w 1628775"/>
                <a:gd name="connsiteY5992" fmla="*/ 844582 h 1371600"/>
                <a:gd name="connsiteX5993" fmla="*/ 357188 w 1628775"/>
                <a:gd name="connsiteY5993" fmla="*/ 843248 h 1371600"/>
                <a:gd name="connsiteX5994" fmla="*/ 357092 w 1628775"/>
                <a:gd name="connsiteY5994" fmla="*/ 841915 h 1371600"/>
                <a:gd name="connsiteX5995" fmla="*/ 357759 w 1628775"/>
                <a:gd name="connsiteY5995" fmla="*/ 842201 h 1371600"/>
                <a:gd name="connsiteX5996" fmla="*/ 357664 w 1628775"/>
                <a:gd name="connsiteY5996" fmla="*/ 842963 h 1371600"/>
                <a:gd name="connsiteX5997" fmla="*/ 357759 w 1628775"/>
                <a:gd name="connsiteY5997" fmla="*/ 843725 h 1371600"/>
                <a:gd name="connsiteX5998" fmla="*/ 358045 w 1628775"/>
                <a:gd name="connsiteY5998" fmla="*/ 844391 h 1371600"/>
                <a:gd name="connsiteX5999" fmla="*/ 359092 w 1628775"/>
                <a:gd name="connsiteY5999" fmla="*/ 843344 h 1371600"/>
                <a:gd name="connsiteX6000" fmla="*/ 359664 w 1628775"/>
                <a:gd name="connsiteY6000" fmla="*/ 843344 h 1371600"/>
                <a:gd name="connsiteX6001" fmla="*/ 359759 w 1628775"/>
                <a:gd name="connsiteY6001" fmla="*/ 843915 h 1371600"/>
                <a:gd name="connsiteX6002" fmla="*/ 358997 w 1628775"/>
                <a:gd name="connsiteY6002" fmla="*/ 844201 h 1371600"/>
                <a:gd name="connsiteX6003" fmla="*/ 358997 w 1628775"/>
                <a:gd name="connsiteY6003" fmla="*/ 844772 h 1371600"/>
                <a:gd name="connsiteX6004" fmla="*/ 359188 w 1628775"/>
                <a:gd name="connsiteY6004" fmla="*/ 845915 h 1371600"/>
                <a:gd name="connsiteX6005" fmla="*/ 358616 w 1628775"/>
                <a:gd name="connsiteY6005" fmla="*/ 845725 h 1371600"/>
                <a:gd name="connsiteX6006" fmla="*/ 358330 w 1628775"/>
                <a:gd name="connsiteY6006" fmla="*/ 845725 h 1371600"/>
                <a:gd name="connsiteX6007" fmla="*/ 358807 w 1628775"/>
                <a:gd name="connsiteY6007" fmla="*/ 847344 h 1371600"/>
                <a:gd name="connsiteX6008" fmla="*/ 358997 w 1628775"/>
                <a:gd name="connsiteY6008" fmla="*/ 848011 h 1371600"/>
                <a:gd name="connsiteX6009" fmla="*/ 359759 w 1628775"/>
                <a:gd name="connsiteY6009" fmla="*/ 848582 h 1371600"/>
                <a:gd name="connsiteX6010" fmla="*/ 360521 w 1628775"/>
                <a:gd name="connsiteY6010" fmla="*/ 848487 h 1371600"/>
                <a:gd name="connsiteX6011" fmla="*/ 361093 w 1628775"/>
                <a:gd name="connsiteY6011" fmla="*/ 847725 h 1371600"/>
                <a:gd name="connsiteX6012" fmla="*/ 361664 w 1628775"/>
                <a:gd name="connsiteY6012" fmla="*/ 847344 h 1371600"/>
                <a:gd name="connsiteX6013" fmla="*/ 362998 w 1628775"/>
                <a:gd name="connsiteY6013" fmla="*/ 848297 h 1371600"/>
                <a:gd name="connsiteX6014" fmla="*/ 363093 w 1628775"/>
                <a:gd name="connsiteY6014" fmla="*/ 849535 h 1371600"/>
                <a:gd name="connsiteX6015" fmla="*/ 363664 w 1628775"/>
                <a:gd name="connsiteY6015" fmla="*/ 849535 h 1371600"/>
                <a:gd name="connsiteX6016" fmla="*/ 364617 w 1628775"/>
                <a:gd name="connsiteY6016" fmla="*/ 848868 h 1371600"/>
                <a:gd name="connsiteX6017" fmla="*/ 366141 w 1628775"/>
                <a:gd name="connsiteY6017" fmla="*/ 848297 h 1371600"/>
                <a:gd name="connsiteX6018" fmla="*/ 367760 w 1628775"/>
                <a:gd name="connsiteY6018" fmla="*/ 849916 h 1371600"/>
                <a:gd name="connsiteX6019" fmla="*/ 369570 w 1628775"/>
                <a:gd name="connsiteY6019" fmla="*/ 851249 h 1371600"/>
                <a:gd name="connsiteX6020" fmla="*/ 369665 w 1628775"/>
                <a:gd name="connsiteY6020" fmla="*/ 852583 h 1371600"/>
                <a:gd name="connsiteX6021" fmla="*/ 369189 w 1628775"/>
                <a:gd name="connsiteY6021" fmla="*/ 854011 h 1371600"/>
                <a:gd name="connsiteX6022" fmla="*/ 368713 w 1628775"/>
                <a:gd name="connsiteY6022" fmla="*/ 854964 h 1371600"/>
                <a:gd name="connsiteX6023" fmla="*/ 368808 w 1628775"/>
                <a:gd name="connsiteY6023" fmla="*/ 856774 h 1371600"/>
                <a:gd name="connsiteX6024" fmla="*/ 371665 w 1628775"/>
                <a:gd name="connsiteY6024" fmla="*/ 860870 h 1371600"/>
                <a:gd name="connsiteX6025" fmla="*/ 372618 w 1628775"/>
                <a:gd name="connsiteY6025" fmla="*/ 862013 h 1371600"/>
                <a:gd name="connsiteX6026" fmla="*/ 371856 w 1628775"/>
                <a:gd name="connsiteY6026" fmla="*/ 862203 h 1371600"/>
                <a:gd name="connsiteX6027" fmla="*/ 369094 w 1628775"/>
                <a:gd name="connsiteY6027" fmla="*/ 861060 h 1371600"/>
                <a:gd name="connsiteX6028" fmla="*/ 366331 w 1628775"/>
                <a:gd name="connsiteY6028" fmla="*/ 860107 h 1371600"/>
                <a:gd name="connsiteX6029" fmla="*/ 365855 w 1628775"/>
                <a:gd name="connsiteY6029" fmla="*/ 861060 h 1371600"/>
                <a:gd name="connsiteX6030" fmla="*/ 365570 w 1628775"/>
                <a:gd name="connsiteY6030" fmla="*/ 861536 h 1371600"/>
                <a:gd name="connsiteX6031" fmla="*/ 364807 w 1628775"/>
                <a:gd name="connsiteY6031" fmla="*/ 861917 h 1371600"/>
                <a:gd name="connsiteX6032" fmla="*/ 364617 w 1628775"/>
                <a:gd name="connsiteY6032" fmla="*/ 862298 h 1371600"/>
                <a:gd name="connsiteX6033" fmla="*/ 364331 w 1628775"/>
                <a:gd name="connsiteY6033" fmla="*/ 862489 h 1371600"/>
                <a:gd name="connsiteX6034" fmla="*/ 364141 w 1628775"/>
                <a:gd name="connsiteY6034" fmla="*/ 862108 h 1371600"/>
                <a:gd name="connsiteX6035" fmla="*/ 363569 w 1628775"/>
                <a:gd name="connsiteY6035" fmla="*/ 861727 h 1371600"/>
                <a:gd name="connsiteX6036" fmla="*/ 363093 w 1628775"/>
                <a:gd name="connsiteY6036" fmla="*/ 861251 h 1371600"/>
                <a:gd name="connsiteX6037" fmla="*/ 362712 w 1628775"/>
                <a:gd name="connsiteY6037" fmla="*/ 860965 h 1371600"/>
                <a:gd name="connsiteX6038" fmla="*/ 361664 w 1628775"/>
                <a:gd name="connsiteY6038" fmla="*/ 860203 h 1371600"/>
                <a:gd name="connsiteX6039" fmla="*/ 362331 w 1628775"/>
                <a:gd name="connsiteY6039" fmla="*/ 859536 h 1371600"/>
                <a:gd name="connsiteX6040" fmla="*/ 362140 w 1628775"/>
                <a:gd name="connsiteY6040" fmla="*/ 858488 h 1371600"/>
                <a:gd name="connsiteX6041" fmla="*/ 361379 w 1628775"/>
                <a:gd name="connsiteY6041" fmla="*/ 857917 h 1371600"/>
                <a:gd name="connsiteX6042" fmla="*/ 361188 w 1628775"/>
                <a:gd name="connsiteY6042" fmla="*/ 855726 h 1371600"/>
                <a:gd name="connsiteX6043" fmla="*/ 361664 w 1628775"/>
                <a:gd name="connsiteY6043" fmla="*/ 855726 h 1371600"/>
                <a:gd name="connsiteX6044" fmla="*/ 361950 w 1628775"/>
                <a:gd name="connsiteY6044" fmla="*/ 857250 h 1371600"/>
                <a:gd name="connsiteX6045" fmla="*/ 362236 w 1628775"/>
                <a:gd name="connsiteY6045" fmla="*/ 857822 h 1371600"/>
                <a:gd name="connsiteX6046" fmla="*/ 362617 w 1628775"/>
                <a:gd name="connsiteY6046" fmla="*/ 857345 h 1371600"/>
                <a:gd name="connsiteX6047" fmla="*/ 362712 w 1628775"/>
                <a:gd name="connsiteY6047" fmla="*/ 856393 h 1371600"/>
                <a:gd name="connsiteX6048" fmla="*/ 362617 w 1628775"/>
                <a:gd name="connsiteY6048" fmla="*/ 854869 h 1371600"/>
                <a:gd name="connsiteX6049" fmla="*/ 362712 w 1628775"/>
                <a:gd name="connsiteY6049" fmla="*/ 854297 h 1371600"/>
                <a:gd name="connsiteX6050" fmla="*/ 363093 w 1628775"/>
                <a:gd name="connsiteY6050" fmla="*/ 853726 h 1371600"/>
                <a:gd name="connsiteX6051" fmla="*/ 362521 w 1628775"/>
                <a:gd name="connsiteY6051" fmla="*/ 852773 h 1371600"/>
                <a:gd name="connsiteX6052" fmla="*/ 361759 w 1628775"/>
                <a:gd name="connsiteY6052" fmla="*/ 851821 h 1371600"/>
                <a:gd name="connsiteX6053" fmla="*/ 360140 w 1628775"/>
                <a:gd name="connsiteY6053" fmla="*/ 851345 h 1371600"/>
                <a:gd name="connsiteX6054" fmla="*/ 359378 w 1628775"/>
                <a:gd name="connsiteY6054" fmla="*/ 852678 h 1371600"/>
                <a:gd name="connsiteX6055" fmla="*/ 358807 w 1628775"/>
                <a:gd name="connsiteY6055" fmla="*/ 852964 h 1371600"/>
                <a:gd name="connsiteX6056" fmla="*/ 358521 w 1628775"/>
                <a:gd name="connsiteY6056" fmla="*/ 852202 h 1371600"/>
                <a:gd name="connsiteX6057" fmla="*/ 358712 w 1628775"/>
                <a:gd name="connsiteY6057" fmla="*/ 851249 h 1371600"/>
                <a:gd name="connsiteX6058" fmla="*/ 359473 w 1628775"/>
                <a:gd name="connsiteY6058" fmla="*/ 849821 h 1371600"/>
                <a:gd name="connsiteX6059" fmla="*/ 359855 w 1628775"/>
                <a:gd name="connsiteY6059" fmla="*/ 849440 h 1371600"/>
                <a:gd name="connsiteX6060" fmla="*/ 359664 w 1628775"/>
                <a:gd name="connsiteY6060" fmla="*/ 848963 h 1371600"/>
                <a:gd name="connsiteX6061" fmla="*/ 359378 w 1628775"/>
                <a:gd name="connsiteY6061" fmla="*/ 848868 h 1371600"/>
                <a:gd name="connsiteX6062" fmla="*/ 359092 w 1628775"/>
                <a:gd name="connsiteY6062" fmla="*/ 849249 h 1371600"/>
                <a:gd name="connsiteX6063" fmla="*/ 358712 w 1628775"/>
                <a:gd name="connsiteY6063" fmla="*/ 849630 h 1371600"/>
                <a:gd name="connsiteX6064" fmla="*/ 358521 w 1628775"/>
                <a:gd name="connsiteY6064" fmla="*/ 849630 h 1371600"/>
                <a:gd name="connsiteX6065" fmla="*/ 358521 w 1628775"/>
                <a:gd name="connsiteY6065" fmla="*/ 849440 h 1371600"/>
                <a:gd name="connsiteX6066" fmla="*/ 358616 w 1628775"/>
                <a:gd name="connsiteY6066" fmla="*/ 848868 h 1371600"/>
                <a:gd name="connsiteX6067" fmla="*/ 358616 w 1628775"/>
                <a:gd name="connsiteY6067" fmla="*/ 848678 h 1371600"/>
                <a:gd name="connsiteX6068" fmla="*/ 357854 w 1628775"/>
                <a:gd name="connsiteY6068" fmla="*/ 847535 h 1371600"/>
                <a:gd name="connsiteX6069" fmla="*/ 355854 w 1628775"/>
                <a:gd name="connsiteY6069" fmla="*/ 846582 h 1371600"/>
                <a:gd name="connsiteX6070" fmla="*/ 354901 w 1628775"/>
                <a:gd name="connsiteY6070" fmla="*/ 848106 h 1371600"/>
                <a:gd name="connsiteX6071" fmla="*/ 354711 w 1628775"/>
                <a:gd name="connsiteY6071" fmla="*/ 849916 h 1371600"/>
                <a:gd name="connsiteX6072" fmla="*/ 354235 w 1628775"/>
                <a:gd name="connsiteY6072" fmla="*/ 850297 h 1371600"/>
                <a:gd name="connsiteX6073" fmla="*/ 354139 w 1628775"/>
                <a:gd name="connsiteY6073" fmla="*/ 851345 h 1371600"/>
                <a:gd name="connsiteX6074" fmla="*/ 354330 w 1628775"/>
                <a:gd name="connsiteY6074" fmla="*/ 852107 h 1371600"/>
                <a:gd name="connsiteX6075" fmla="*/ 353949 w 1628775"/>
                <a:gd name="connsiteY6075" fmla="*/ 853059 h 1371600"/>
                <a:gd name="connsiteX6076" fmla="*/ 353187 w 1628775"/>
                <a:gd name="connsiteY6076" fmla="*/ 853726 h 1371600"/>
                <a:gd name="connsiteX6077" fmla="*/ 353092 w 1628775"/>
                <a:gd name="connsiteY6077" fmla="*/ 855155 h 1371600"/>
                <a:gd name="connsiteX6078" fmla="*/ 353473 w 1628775"/>
                <a:gd name="connsiteY6078" fmla="*/ 857060 h 1371600"/>
                <a:gd name="connsiteX6079" fmla="*/ 354139 w 1628775"/>
                <a:gd name="connsiteY6079" fmla="*/ 857250 h 1371600"/>
                <a:gd name="connsiteX6080" fmla="*/ 354616 w 1628775"/>
                <a:gd name="connsiteY6080" fmla="*/ 857726 h 1371600"/>
                <a:gd name="connsiteX6081" fmla="*/ 355092 w 1628775"/>
                <a:gd name="connsiteY6081" fmla="*/ 858298 h 1371600"/>
                <a:gd name="connsiteX6082" fmla="*/ 355282 w 1628775"/>
                <a:gd name="connsiteY6082" fmla="*/ 859060 h 1371600"/>
                <a:gd name="connsiteX6083" fmla="*/ 355378 w 1628775"/>
                <a:gd name="connsiteY6083" fmla="*/ 859822 h 1371600"/>
                <a:gd name="connsiteX6084" fmla="*/ 355568 w 1628775"/>
                <a:gd name="connsiteY6084" fmla="*/ 860489 h 1371600"/>
                <a:gd name="connsiteX6085" fmla="*/ 356045 w 1628775"/>
                <a:gd name="connsiteY6085" fmla="*/ 861441 h 1371600"/>
                <a:gd name="connsiteX6086" fmla="*/ 356616 w 1628775"/>
                <a:gd name="connsiteY6086" fmla="*/ 862394 h 1371600"/>
                <a:gd name="connsiteX6087" fmla="*/ 357854 w 1628775"/>
                <a:gd name="connsiteY6087" fmla="*/ 863156 h 1371600"/>
                <a:gd name="connsiteX6088" fmla="*/ 358521 w 1628775"/>
                <a:gd name="connsiteY6088" fmla="*/ 864489 h 1371600"/>
                <a:gd name="connsiteX6089" fmla="*/ 359092 w 1628775"/>
                <a:gd name="connsiteY6089" fmla="*/ 864203 h 1371600"/>
                <a:gd name="connsiteX6090" fmla="*/ 359664 w 1628775"/>
                <a:gd name="connsiteY6090" fmla="*/ 863632 h 1371600"/>
                <a:gd name="connsiteX6091" fmla="*/ 360521 w 1628775"/>
                <a:gd name="connsiteY6091" fmla="*/ 863918 h 1371600"/>
                <a:gd name="connsiteX6092" fmla="*/ 360807 w 1628775"/>
                <a:gd name="connsiteY6092" fmla="*/ 864584 h 1371600"/>
                <a:gd name="connsiteX6093" fmla="*/ 360902 w 1628775"/>
                <a:gd name="connsiteY6093" fmla="*/ 865346 h 1371600"/>
                <a:gd name="connsiteX6094" fmla="*/ 361188 w 1628775"/>
                <a:gd name="connsiteY6094" fmla="*/ 865727 h 1371600"/>
                <a:gd name="connsiteX6095" fmla="*/ 361664 w 1628775"/>
                <a:gd name="connsiteY6095" fmla="*/ 866013 h 1371600"/>
                <a:gd name="connsiteX6096" fmla="*/ 362236 w 1628775"/>
                <a:gd name="connsiteY6096" fmla="*/ 866489 h 1371600"/>
                <a:gd name="connsiteX6097" fmla="*/ 363283 w 1628775"/>
                <a:gd name="connsiteY6097" fmla="*/ 868775 h 1371600"/>
                <a:gd name="connsiteX6098" fmla="*/ 363283 w 1628775"/>
                <a:gd name="connsiteY6098" fmla="*/ 869632 h 1371600"/>
                <a:gd name="connsiteX6099" fmla="*/ 365188 w 1628775"/>
                <a:gd name="connsiteY6099" fmla="*/ 869442 h 1371600"/>
                <a:gd name="connsiteX6100" fmla="*/ 364522 w 1628775"/>
                <a:gd name="connsiteY6100" fmla="*/ 870871 h 1371600"/>
                <a:gd name="connsiteX6101" fmla="*/ 363950 w 1628775"/>
                <a:gd name="connsiteY6101" fmla="*/ 871347 h 1371600"/>
                <a:gd name="connsiteX6102" fmla="*/ 363474 w 1628775"/>
                <a:gd name="connsiteY6102" fmla="*/ 870680 h 1371600"/>
                <a:gd name="connsiteX6103" fmla="*/ 362903 w 1628775"/>
                <a:gd name="connsiteY6103" fmla="*/ 870871 h 1371600"/>
                <a:gd name="connsiteX6104" fmla="*/ 362521 w 1628775"/>
                <a:gd name="connsiteY6104" fmla="*/ 871347 h 1371600"/>
                <a:gd name="connsiteX6105" fmla="*/ 361855 w 1628775"/>
                <a:gd name="connsiteY6105" fmla="*/ 871442 h 1371600"/>
                <a:gd name="connsiteX6106" fmla="*/ 361855 w 1628775"/>
                <a:gd name="connsiteY6106" fmla="*/ 871919 h 1371600"/>
                <a:gd name="connsiteX6107" fmla="*/ 362236 w 1628775"/>
                <a:gd name="connsiteY6107" fmla="*/ 872300 h 1371600"/>
                <a:gd name="connsiteX6108" fmla="*/ 362807 w 1628775"/>
                <a:gd name="connsiteY6108" fmla="*/ 871919 h 1371600"/>
                <a:gd name="connsiteX6109" fmla="*/ 362998 w 1628775"/>
                <a:gd name="connsiteY6109" fmla="*/ 872300 h 1371600"/>
                <a:gd name="connsiteX6110" fmla="*/ 362807 w 1628775"/>
                <a:gd name="connsiteY6110" fmla="*/ 873252 h 1371600"/>
                <a:gd name="connsiteX6111" fmla="*/ 362331 w 1628775"/>
                <a:gd name="connsiteY6111" fmla="*/ 874205 h 1371600"/>
                <a:gd name="connsiteX6112" fmla="*/ 361759 w 1628775"/>
                <a:gd name="connsiteY6112" fmla="*/ 875157 h 1371600"/>
                <a:gd name="connsiteX6113" fmla="*/ 361188 w 1628775"/>
                <a:gd name="connsiteY6113" fmla="*/ 876681 h 1371600"/>
                <a:gd name="connsiteX6114" fmla="*/ 360807 w 1628775"/>
                <a:gd name="connsiteY6114" fmla="*/ 877062 h 1371600"/>
                <a:gd name="connsiteX6115" fmla="*/ 360140 w 1628775"/>
                <a:gd name="connsiteY6115" fmla="*/ 877348 h 1371600"/>
                <a:gd name="connsiteX6116" fmla="*/ 359473 w 1628775"/>
                <a:gd name="connsiteY6116" fmla="*/ 877634 h 1371600"/>
                <a:gd name="connsiteX6117" fmla="*/ 358616 w 1628775"/>
                <a:gd name="connsiteY6117" fmla="*/ 878300 h 1371600"/>
                <a:gd name="connsiteX6118" fmla="*/ 358997 w 1628775"/>
                <a:gd name="connsiteY6118" fmla="*/ 879062 h 1371600"/>
                <a:gd name="connsiteX6119" fmla="*/ 359473 w 1628775"/>
                <a:gd name="connsiteY6119" fmla="*/ 878777 h 1371600"/>
                <a:gd name="connsiteX6120" fmla="*/ 360235 w 1628775"/>
                <a:gd name="connsiteY6120" fmla="*/ 878300 h 1371600"/>
                <a:gd name="connsiteX6121" fmla="*/ 360902 w 1628775"/>
                <a:gd name="connsiteY6121" fmla="*/ 878491 h 1371600"/>
                <a:gd name="connsiteX6122" fmla="*/ 361283 w 1628775"/>
                <a:gd name="connsiteY6122" fmla="*/ 878681 h 1371600"/>
                <a:gd name="connsiteX6123" fmla="*/ 361474 w 1628775"/>
                <a:gd name="connsiteY6123" fmla="*/ 878110 h 1371600"/>
                <a:gd name="connsiteX6124" fmla="*/ 362712 w 1628775"/>
                <a:gd name="connsiteY6124" fmla="*/ 877253 h 1371600"/>
                <a:gd name="connsiteX6125" fmla="*/ 363950 w 1628775"/>
                <a:gd name="connsiteY6125" fmla="*/ 876110 h 1371600"/>
                <a:gd name="connsiteX6126" fmla="*/ 364236 w 1628775"/>
                <a:gd name="connsiteY6126" fmla="*/ 875157 h 1371600"/>
                <a:gd name="connsiteX6127" fmla="*/ 364426 w 1628775"/>
                <a:gd name="connsiteY6127" fmla="*/ 874681 h 1371600"/>
                <a:gd name="connsiteX6128" fmla="*/ 365188 w 1628775"/>
                <a:gd name="connsiteY6128" fmla="*/ 874681 h 1371600"/>
                <a:gd name="connsiteX6129" fmla="*/ 366141 w 1628775"/>
                <a:gd name="connsiteY6129" fmla="*/ 874109 h 1371600"/>
                <a:gd name="connsiteX6130" fmla="*/ 367189 w 1628775"/>
                <a:gd name="connsiteY6130" fmla="*/ 873252 h 1371600"/>
                <a:gd name="connsiteX6131" fmla="*/ 367665 w 1628775"/>
                <a:gd name="connsiteY6131" fmla="*/ 872109 h 1371600"/>
                <a:gd name="connsiteX6132" fmla="*/ 368332 w 1628775"/>
                <a:gd name="connsiteY6132" fmla="*/ 871061 h 1371600"/>
                <a:gd name="connsiteX6133" fmla="*/ 369665 w 1628775"/>
                <a:gd name="connsiteY6133" fmla="*/ 869156 h 1371600"/>
                <a:gd name="connsiteX6134" fmla="*/ 370332 w 1628775"/>
                <a:gd name="connsiteY6134" fmla="*/ 868109 h 1371600"/>
                <a:gd name="connsiteX6135" fmla="*/ 370046 w 1628775"/>
                <a:gd name="connsiteY6135" fmla="*/ 867347 h 1371600"/>
                <a:gd name="connsiteX6136" fmla="*/ 370522 w 1628775"/>
                <a:gd name="connsiteY6136" fmla="*/ 866870 h 1371600"/>
                <a:gd name="connsiteX6137" fmla="*/ 370713 w 1628775"/>
                <a:gd name="connsiteY6137" fmla="*/ 867061 h 1371600"/>
                <a:gd name="connsiteX6138" fmla="*/ 370713 w 1628775"/>
                <a:gd name="connsiteY6138" fmla="*/ 867632 h 1371600"/>
                <a:gd name="connsiteX6139" fmla="*/ 371094 w 1628775"/>
                <a:gd name="connsiteY6139" fmla="*/ 868109 h 1371600"/>
                <a:gd name="connsiteX6140" fmla="*/ 372142 w 1628775"/>
                <a:gd name="connsiteY6140" fmla="*/ 867918 h 1371600"/>
                <a:gd name="connsiteX6141" fmla="*/ 373094 w 1628775"/>
                <a:gd name="connsiteY6141" fmla="*/ 867442 h 1371600"/>
                <a:gd name="connsiteX6142" fmla="*/ 374332 w 1628775"/>
                <a:gd name="connsiteY6142" fmla="*/ 867156 h 1371600"/>
                <a:gd name="connsiteX6143" fmla="*/ 375285 w 1628775"/>
                <a:gd name="connsiteY6143" fmla="*/ 866394 h 1371600"/>
                <a:gd name="connsiteX6144" fmla="*/ 376047 w 1628775"/>
                <a:gd name="connsiteY6144" fmla="*/ 865632 h 1371600"/>
                <a:gd name="connsiteX6145" fmla="*/ 377571 w 1628775"/>
                <a:gd name="connsiteY6145" fmla="*/ 864965 h 1371600"/>
                <a:gd name="connsiteX6146" fmla="*/ 379285 w 1628775"/>
                <a:gd name="connsiteY6146" fmla="*/ 865346 h 1371600"/>
                <a:gd name="connsiteX6147" fmla="*/ 379952 w 1628775"/>
                <a:gd name="connsiteY6147" fmla="*/ 865346 h 1371600"/>
                <a:gd name="connsiteX6148" fmla="*/ 380429 w 1628775"/>
                <a:gd name="connsiteY6148" fmla="*/ 864965 h 1371600"/>
                <a:gd name="connsiteX6149" fmla="*/ 382048 w 1628775"/>
                <a:gd name="connsiteY6149" fmla="*/ 865156 h 1371600"/>
                <a:gd name="connsiteX6150" fmla="*/ 382714 w 1628775"/>
                <a:gd name="connsiteY6150" fmla="*/ 865727 h 1371600"/>
                <a:gd name="connsiteX6151" fmla="*/ 382524 w 1628775"/>
                <a:gd name="connsiteY6151" fmla="*/ 866299 h 1371600"/>
                <a:gd name="connsiteX6152" fmla="*/ 382333 w 1628775"/>
                <a:gd name="connsiteY6152" fmla="*/ 866585 h 1371600"/>
                <a:gd name="connsiteX6153" fmla="*/ 382524 w 1628775"/>
                <a:gd name="connsiteY6153" fmla="*/ 867061 h 1371600"/>
                <a:gd name="connsiteX6154" fmla="*/ 383000 w 1628775"/>
                <a:gd name="connsiteY6154" fmla="*/ 867347 h 1371600"/>
                <a:gd name="connsiteX6155" fmla="*/ 383572 w 1628775"/>
                <a:gd name="connsiteY6155" fmla="*/ 867632 h 1371600"/>
                <a:gd name="connsiteX6156" fmla="*/ 383762 w 1628775"/>
                <a:gd name="connsiteY6156" fmla="*/ 868775 h 1371600"/>
                <a:gd name="connsiteX6157" fmla="*/ 383286 w 1628775"/>
                <a:gd name="connsiteY6157" fmla="*/ 869347 h 1371600"/>
                <a:gd name="connsiteX6158" fmla="*/ 382714 w 1628775"/>
                <a:gd name="connsiteY6158" fmla="*/ 870014 h 1371600"/>
                <a:gd name="connsiteX6159" fmla="*/ 382048 w 1628775"/>
                <a:gd name="connsiteY6159" fmla="*/ 870585 h 1371600"/>
                <a:gd name="connsiteX6160" fmla="*/ 381476 w 1628775"/>
                <a:gd name="connsiteY6160" fmla="*/ 871061 h 1371600"/>
                <a:gd name="connsiteX6161" fmla="*/ 380809 w 1628775"/>
                <a:gd name="connsiteY6161" fmla="*/ 871823 h 1371600"/>
                <a:gd name="connsiteX6162" fmla="*/ 380238 w 1628775"/>
                <a:gd name="connsiteY6162" fmla="*/ 872109 h 1371600"/>
                <a:gd name="connsiteX6163" fmla="*/ 379476 w 1628775"/>
                <a:gd name="connsiteY6163" fmla="*/ 872014 h 1371600"/>
                <a:gd name="connsiteX6164" fmla="*/ 379476 w 1628775"/>
                <a:gd name="connsiteY6164" fmla="*/ 873443 h 1371600"/>
                <a:gd name="connsiteX6165" fmla="*/ 379476 w 1628775"/>
                <a:gd name="connsiteY6165" fmla="*/ 874681 h 1371600"/>
                <a:gd name="connsiteX6166" fmla="*/ 380429 w 1628775"/>
                <a:gd name="connsiteY6166" fmla="*/ 875157 h 1371600"/>
                <a:gd name="connsiteX6167" fmla="*/ 380905 w 1628775"/>
                <a:gd name="connsiteY6167" fmla="*/ 875633 h 1371600"/>
                <a:gd name="connsiteX6168" fmla="*/ 381667 w 1628775"/>
                <a:gd name="connsiteY6168" fmla="*/ 876014 h 1371600"/>
                <a:gd name="connsiteX6169" fmla="*/ 381857 w 1628775"/>
                <a:gd name="connsiteY6169" fmla="*/ 876967 h 1371600"/>
                <a:gd name="connsiteX6170" fmla="*/ 381476 w 1628775"/>
                <a:gd name="connsiteY6170" fmla="*/ 877634 h 1371600"/>
                <a:gd name="connsiteX6171" fmla="*/ 382238 w 1628775"/>
                <a:gd name="connsiteY6171" fmla="*/ 877634 h 1371600"/>
                <a:gd name="connsiteX6172" fmla="*/ 383096 w 1628775"/>
                <a:gd name="connsiteY6172" fmla="*/ 876967 h 1371600"/>
                <a:gd name="connsiteX6173" fmla="*/ 384429 w 1628775"/>
                <a:gd name="connsiteY6173" fmla="*/ 876776 h 1371600"/>
                <a:gd name="connsiteX6174" fmla="*/ 384905 w 1628775"/>
                <a:gd name="connsiteY6174" fmla="*/ 876490 h 1371600"/>
                <a:gd name="connsiteX6175" fmla="*/ 385191 w 1628775"/>
                <a:gd name="connsiteY6175" fmla="*/ 875728 h 1371600"/>
                <a:gd name="connsiteX6176" fmla="*/ 386143 w 1628775"/>
                <a:gd name="connsiteY6176" fmla="*/ 875538 h 1371600"/>
                <a:gd name="connsiteX6177" fmla="*/ 386429 w 1628775"/>
                <a:gd name="connsiteY6177" fmla="*/ 875062 h 1371600"/>
                <a:gd name="connsiteX6178" fmla="*/ 386429 w 1628775"/>
                <a:gd name="connsiteY6178" fmla="*/ 874395 h 1371600"/>
                <a:gd name="connsiteX6179" fmla="*/ 386905 w 1628775"/>
                <a:gd name="connsiteY6179" fmla="*/ 874014 h 1371600"/>
                <a:gd name="connsiteX6180" fmla="*/ 388906 w 1628775"/>
                <a:gd name="connsiteY6180" fmla="*/ 873919 h 1371600"/>
                <a:gd name="connsiteX6181" fmla="*/ 390811 w 1628775"/>
                <a:gd name="connsiteY6181" fmla="*/ 872966 h 1371600"/>
                <a:gd name="connsiteX6182" fmla="*/ 391858 w 1628775"/>
                <a:gd name="connsiteY6182" fmla="*/ 871633 h 1371600"/>
                <a:gd name="connsiteX6183" fmla="*/ 391382 w 1628775"/>
                <a:gd name="connsiteY6183" fmla="*/ 870585 h 1371600"/>
                <a:gd name="connsiteX6184" fmla="*/ 391573 w 1628775"/>
                <a:gd name="connsiteY6184" fmla="*/ 869728 h 1371600"/>
                <a:gd name="connsiteX6185" fmla="*/ 392525 w 1628775"/>
                <a:gd name="connsiteY6185" fmla="*/ 868394 h 1371600"/>
                <a:gd name="connsiteX6186" fmla="*/ 392621 w 1628775"/>
                <a:gd name="connsiteY6186" fmla="*/ 867823 h 1371600"/>
                <a:gd name="connsiteX6187" fmla="*/ 392621 w 1628775"/>
                <a:gd name="connsiteY6187" fmla="*/ 865823 h 1371600"/>
                <a:gd name="connsiteX6188" fmla="*/ 392525 w 1628775"/>
                <a:gd name="connsiteY6188" fmla="*/ 864965 h 1371600"/>
                <a:gd name="connsiteX6189" fmla="*/ 391382 w 1628775"/>
                <a:gd name="connsiteY6189" fmla="*/ 862394 h 1371600"/>
                <a:gd name="connsiteX6190" fmla="*/ 390715 w 1628775"/>
                <a:gd name="connsiteY6190" fmla="*/ 860965 h 1371600"/>
                <a:gd name="connsiteX6191" fmla="*/ 389001 w 1628775"/>
                <a:gd name="connsiteY6191" fmla="*/ 859727 h 1371600"/>
                <a:gd name="connsiteX6192" fmla="*/ 385667 w 1628775"/>
                <a:gd name="connsiteY6192" fmla="*/ 859822 h 1371600"/>
                <a:gd name="connsiteX6193" fmla="*/ 383096 w 1628775"/>
                <a:gd name="connsiteY6193" fmla="*/ 861727 h 1371600"/>
                <a:gd name="connsiteX6194" fmla="*/ 382238 w 1628775"/>
                <a:gd name="connsiteY6194" fmla="*/ 861917 h 1371600"/>
                <a:gd name="connsiteX6195" fmla="*/ 380905 w 1628775"/>
                <a:gd name="connsiteY6195" fmla="*/ 861917 h 1371600"/>
                <a:gd name="connsiteX6196" fmla="*/ 379762 w 1628775"/>
                <a:gd name="connsiteY6196" fmla="*/ 861060 h 1371600"/>
                <a:gd name="connsiteX6197" fmla="*/ 379190 w 1628775"/>
                <a:gd name="connsiteY6197" fmla="*/ 860298 h 1371600"/>
                <a:gd name="connsiteX6198" fmla="*/ 378333 w 1628775"/>
                <a:gd name="connsiteY6198" fmla="*/ 859822 h 1371600"/>
                <a:gd name="connsiteX6199" fmla="*/ 378905 w 1628775"/>
                <a:gd name="connsiteY6199" fmla="*/ 859536 h 1371600"/>
                <a:gd name="connsiteX6200" fmla="*/ 379952 w 1628775"/>
                <a:gd name="connsiteY6200" fmla="*/ 858965 h 1371600"/>
                <a:gd name="connsiteX6201" fmla="*/ 380714 w 1628775"/>
                <a:gd name="connsiteY6201" fmla="*/ 858488 h 1371600"/>
                <a:gd name="connsiteX6202" fmla="*/ 381476 w 1628775"/>
                <a:gd name="connsiteY6202" fmla="*/ 857726 h 1371600"/>
                <a:gd name="connsiteX6203" fmla="*/ 382810 w 1628775"/>
                <a:gd name="connsiteY6203" fmla="*/ 857345 h 1371600"/>
                <a:gd name="connsiteX6204" fmla="*/ 383572 w 1628775"/>
                <a:gd name="connsiteY6204" fmla="*/ 856488 h 1371600"/>
                <a:gd name="connsiteX6205" fmla="*/ 383572 w 1628775"/>
                <a:gd name="connsiteY6205" fmla="*/ 855155 h 1371600"/>
                <a:gd name="connsiteX6206" fmla="*/ 384334 w 1628775"/>
                <a:gd name="connsiteY6206" fmla="*/ 854869 h 1371600"/>
                <a:gd name="connsiteX6207" fmla="*/ 384524 w 1628775"/>
                <a:gd name="connsiteY6207" fmla="*/ 853631 h 1371600"/>
                <a:gd name="connsiteX6208" fmla="*/ 383572 w 1628775"/>
                <a:gd name="connsiteY6208" fmla="*/ 852583 h 1371600"/>
                <a:gd name="connsiteX6209" fmla="*/ 381286 w 1628775"/>
                <a:gd name="connsiteY6209" fmla="*/ 848678 h 1371600"/>
                <a:gd name="connsiteX6210" fmla="*/ 380524 w 1628775"/>
                <a:gd name="connsiteY6210" fmla="*/ 846773 h 1371600"/>
                <a:gd name="connsiteX6211" fmla="*/ 379857 w 1628775"/>
                <a:gd name="connsiteY6211" fmla="*/ 845725 h 1371600"/>
                <a:gd name="connsiteX6212" fmla="*/ 379666 w 1628775"/>
                <a:gd name="connsiteY6212" fmla="*/ 844486 h 1371600"/>
                <a:gd name="connsiteX6213" fmla="*/ 380905 w 1628775"/>
                <a:gd name="connsiteY6213" fmla="*/ 845058 h 1371600"/>
                <a:gd name="connsiteX6214" fmla="*/ 382333 w 1628775"/>
                <a:gd name="connsiteY6214" fmla="*/ 843629 h 1371600"/>
                <a:gd name="connsiteX6215" fmla="*/ 384524 w 1628775"/>
                <a:gd name="connsiteY6215" fmla="*/ 842105 h 1371600"/>
                <a:gd name="connsiteX6216" fmla="*/ 385667 w 1628775"/>
                <a:gd name="connsiteY6216" fmla="*/ 840296 h 1371600"/>
                <a:gd name="connsiteX6217" fmla="*/ 386524 w 1628775"/>
                <a:gd name="connsiteY6217" fmla="*/ 840867 h 1371600"/>
                <a:gd name="connsiteX6218" fmla="*/ 388239 w 1628775"/>
                <a:gd name="connsiteY6218" fmla="*/ 842677 h 1371600"/>
                <a:gd name="connsiteX6219" fmla="*/ 388810 w 1628775"/>
                <a:gd name="connsiteY6219" fmla="*/ 842677 h 1371600"/>
                <a:gd name="connsiteX6220" fmla="*/ 389572 w 1628775"/>
                <a:gd name="connsiteY6220" fmla="*/ 842772 h 1371600"/>
                <a:gd name="connsiteX6221" fmla="*/ 390811 w 1628775"/>
                <a:gd name="connsiteY6221" fmla="*/ 843058 h 1371600"/>
                <a:gd name="connsiteX6222" fmla="*/ 392239 w 1628775"/>
                <a:gd name="connsiteY6222" fmla="*/ 843248 h 1371600"/>
                <a:gd name="connsiteX6223" fmla="*/ 392430 w 1628775"/>
                <a:gd name="connsiteY6223" fmla="*/ 843629 h 1371600"/>
                <a:gd name="connsiteX6224" fmla="*/ 392430 w 1628775"/>
                <a:gd name="connsiteY6224" fmla="*/ 844201 h 1371600"/>
                <a:gd name="connsiteX6225" fmla="*/ 392716 w 1628775"/>
                <a:gd name="connsiteY6225" fmla="*/ 844963 h 1371600"/>
                <a:gd name="connsiteX6226" fmla="*/ 393097 w 1628775"/>
                <a:gd name="connsiteY6226" fmla="*/ 845439 h 1371600"/>
                <a:gd name="connsiteX6227" fmla="*/ 394145 w 1628775"/>
                <a:gd name="connsiteY6227" fmla="*/ 846201 h 1371600"/>
                <a:gd name="connsiteX6228" fmla="*/ 394335 w 1628775"/>
                <a:gd name="connsiteY6228" fmla="*/ 846296 h 1371600"/>
                <a:gd name="connsiteX6229" fmla="*/ 394621 w 1628775"/>
                <a:gd name="connsiteY6229" fmla="*/ 846296 h 1371600"/>
                <a:gd name="connsiteX6230" fmla="*/ 394906 w 1628775"/>
                <a:gd name="connsiteY6230" fmla="*/ 846392 h 1371600"/>
                <a:gd name="connsiteX6231" fmla="*/ 395192 w 1628775"/>
                <a:gd name="connsiteY6231" fmla="*/ 846677 h 1371600"/>
                <a:gd name="connsiteX6232" fmla="*/ 395288 w 1628775"/>
                <a:gd name="connsiteY6232" fmla="*/ 846963 h 1371600"/>
                <a:gd name="connsiteX6233" fmla="*/ 395288 w 1628775"/>
                <a:gd name="connsiteY6233" fmla="*/ 847725 h 1371600"/>
                <a:gd name="connsiteX6234" fmla="*/ 395668 w 1628775"/>
                <a:gd name="connsiteY6234" fmla="*/ 848963 h 1371600"/>
                <a:gd name="connsiteX6235" fmla="*/ 395573 w 1628775"/>
                <a:gd name="connsiteY6235" fmla="*/ 851630 h 1371600"/>
                <a:gd name="connsiteX6236" fmla="*/ 395954 w 1628775"/>
                <a:gd name="connsiteY6236" fmla="*/ 855726 h 1371600"/>
                <a:gd name="connsiteX6237" fmla="*/ 396335 w 1628775"/>
                <a:gd name="connsiteY6237" fmla="*/ 856869 h 1371600"/>
                <a:gd name="connsiteX6238" fmla="*/ 397859 w 1628775"/>
                <a:gd name="connsiteY6238" fmla="*/ 857726 h 1371600"/>
                <a:gd name="connsiteX6239" fmla="*/ 400240 w 1628775"/>
                <a:gd name="connsiteY6239" fmla="*/ 860298 h 1371600"/>
                <a:gd name="connsiteX6240" fmla="*/ 404241 w 1628775"/>
                <a:gd name="connsiteY6240" fmla="*/ 863536 h 1371600"/>
                <a:gd name="connsiteX6241" fmla="*/ 404908 w 1628775"/>
                <a:gd name="connsiteY6241" fmla="*/ 864775 h 1371600"/>
                <a:gd name="connsiteX6242" fmla="*/ 405003 w 1628775"/>
                <a:gd name="connsiteY6242" fmla="*/ 865156 h 1371600"/>
                <a:gd name="connsiteX6243" fmla="*/ 405193 w 1628775"/>
                <a:gd name="connsiteY6243" fmla="*/ 865442 h 1371600"/>
                <a:gd name="connsiteX6244" fmla="*/ 405289 w 1628775"/>
                <a:gd name="connsiteY6244" fmla="*/ 865727 h 1371600"/>
                <a:gd name="connsiteX6245" fmla="*/ 405098 w 1628775"/>
                <a:gd name="connsiteY6245" fmla="*/ 866108 h 1371600"/>
                <a:gd name="connsiteX6246" fmla="*/ 404527 w 1628775"/>
                <a:gd name="connsiteY6246" fmla="*/ 866870 h 1371600"/>
                <a:gd name="connsiteX6247" fmla="*/ 404336 w 1628775"/>
                <a:gd name="connsiteY6247" fmla="*/ 867347 h 1371600"/>
                <a:gd name="connsiteX6248" fmla="*/ 404241 w 1628775"/>
                <a:gd name="connsiteY6248" fmla="*/ 867823 h 1371600"/>
                <a:gd name="connsiteX6249" fmla="*/ 404336 w 1628775"/>
                <a:gd name="connsiteY6249" fmla="*/ 868490 h 1371600"/>
                <a:gd name="connsiteX6250" fmla="*/ 404717 w 1628775"/>
                <a:gd name="connsiteY6250" fmla="*/ 869252 h 1371600"/>
                <a:gd name="connsiteX6251" fmla="*/ 405289 w 1628775"/>
                <a:gd name="connsiteY6251" fmla="*/ 869823 h 1371600"/>
                <a:gd name="connsiteX6252" fmla="*/ 406051 w 1628775"/>
                <a:gd name="connsiteY6252" fmla="*/ 870109 h 1371600"/>
                <a:gd name="connsiteX6253" fmla="*/ 406051 w 1628775"/>
                <a:gd name="connsiteY6253" fmla="*/ 870585 h 1371600"/>
                <a:gd name="connsiteX6254" fmla="*/ 405574 w 1628775"/>
                <a:gd name="connsiteY6254" fmla="*/ 870585 h 1371600"/>
                <a:gd name="connsiteX6255" fmla="*/ 405098 w 1628775"/>
                <a:gd name="connsiteY6255" fmla="*/ 870680 h 1371600"/>
                <a:gd name="connsiteX6256" fmla="*/ 404241 w 1628775"/>
                <a:gd name="connsiteY6256" fmla="*/ 870966 h 1371600"/>
                <a:gd name="connsiteX6257" fmla="*/ 403384 w 1628775"/>
                <a:gd name="connsiteY6257" fmla="*/ 870871 h 1371600"/>
                <a:gd name="connsiteX6258" fmla="*/ 402812 w 1628775"/>
                <a:gd name="connsiteY6258" fmla="*/ 871157 h 1371600"/>
                <a:gd name="connsiteX6259" fmla="*/ 401669 w 1628775"/>
                <a:gd name="connsiteY6259" fmla="*/ 872204 h 1371600"/>
                <a:gd name="connsiteX6260" fmla="*/ 398050 w 1628775"/>
                <a:gd name="connsiteY6260" fmla="*/ 874014 h 1371600"/>
                <a:gd name="connsiteX6261" fmla="*/ 397097 w 1628775"/>
                <a:gd name="connsiteY6261" fmla="*/ 874776 h 1371600"/>
                <a:gd name="connsiteX6262" fmla="*/ 396621 w 1628775"/>
                <a:gd name="connsiteY6262" fmla="*/ 875633 h 1371600"/>
                <a:gd name="connsiteX6263" fmla="*/ 397383 w 1628775"/>
                <a:gd name="connsiteY6263" fmla="*/ 876014 h 1371600"/>
                <a:gd name="connsiteX6264" fmla="*/ 398240 w 1628775"/>
                <a:gd name="connsiteY6264" fmla="*/ 875633 h 1371600"/>
                <a:gd name="connsiteX6265" fmla="*/ 406813 w 1628775"/>
                <a:gd name="connsiteY6265" fmla="*/ 874014 h 1371600"/>
                <a:gd name="connsiteX6266" fmla="*/ 408241 w 1628775"/>
                <a:gd name="connsiteY6266" fmla="*/ 874014 h 1371600"/>
                <a:gd name="connsiteX6267" fmla="*/ 407575 w 1628775"/>
                <a:gd name="connsiteY6267" fmla="*/ 875538 h 1371600"/>
                <a:gd name="connsiteX6268" fmla="*/ 406813 w 1628775"/>
                <a:gd name="connsiteY6268" fmla="*/ 876586 h 1371600"/>
                <a:gd name="connsiteX6269" fmla="*/ 403098 w 1628775"/>
                <a:gd name="connsiteY6269" fmla="*/ 879920 h 1371600"/>
                <a:gd name="connsiteX6270" fmla="*/ 402812 w 1628775"/>
                <a:gd name="connsiteY6270" fmla="*/ 880396 h 1371600"/>
                <a:gd name="connsiteX6271" fmla="*/ 403003 w 1628775"/>
                <a:gd name="connsiteY6271" fmla="*/ 881158 h 1371600"/>
                <a:gd name="connsiteX6272" fmla="*/ 404241 w 1628775"/>
                <a:gd name="connsiteY6272" fmla="*/ 882110 h 1371600"/>
                <a:gd name="connsiteX6273" fmla="*/ 404622 w 1628775"/>
                <a:gd name="connsiteY6273" fmla="*/ 882968 h 1371600"/>
                <a:gd name="connsiteX6274" fmla="*/ 403098 w 1628775"/>
                <a:gd name="connsiteY6274" fmla="*/ 882968 h 1371600"/>
                <a:gd name="connsiteX6275" fmla="*/ 402526 w 1628775"/>
                <a:gd name="connsiteY6275" fmla="*/ 883158 h 1371600"/>
                <a:gd name="connsiteX6276" fmla="*/ 402050 w 1628775"/>
                <a:gd name="connsiteY6276" fmla="*/ 883825 h 1371600"/>
                <a:gd name="connsiteX6277" fmla="*/ 403003 w 1628775"/>
                <a:gd name="connsiteY6277" fmla="*/ 884682 h 1371600"/>
                <a:gd name="connsiteX6278" fmla="*/ 403193 w 1628775"/>
                <a:gd name="connsiteY6278" fmla="*/ 886301 h 1371600"/>
                <a:gd name="connsiteX6279" fmla="*/ 402717 w 1628775"/>
                <a:gd name="connsiteY6279" fmla="*/ 887825 h 1371600"/>
                <a:gd name="connsiteX6280" fmla="*/ 401574 w 1628775"/>
                <a:gd name="connsiteY6280" fmla="*/ 888492 h 1371600"/>
                <a:gd name="connsiteX6281" fmla="*/ 400240 w 1628775"/>
                <a:gd name="connsiteY6281" fmla="*/ 890397 h 1371600"/>
                <a:gd name="connsiteX6282" fmla="*/ 399955 w 1628775"/>
                <a:gd name="connsiteY6282" fmla="*/ 890873 h 1371600"/>
                <a:gd name="connsiteX6283" fmla="*/ 400145 w 1628775"/>
                <a:gd name="connsiteY6283" fmla="*/ 892588 h 1371600"/>
                <a:gd name="connsiteX6284" fmla="*/ 400050 w 1628775"/>
                <a:gd name="connsiteY6284" fmla="*/ 893350 h 1371600"/>
                <a:gd name="connsiteX6285" fmla="*/ 399574 w 1628775"/>
                <a:gd name="connsiteY6285" fmla="*/ 894017 h 1371600"/>
                <a:gd name="connsiteX6286" fmla="*/ 398240 w 1628775"/>
                <a:gd name="connsiteY6286" fmla="*/ 892683 h 1371600"/>
                <a:gd name="connsiteX6287" fmla="*/ 397859 w 1628775"/>
                <a:gd name="connsiteY6287" fmla="*/ 892778 h 1371600"/>
                <a:gd name="connsiteX6288" fmla="*/ 397478 w 1628775"/>
                <a:gd name="connsiteY6288" fmla="*/ 894017 h 1371600"/>
                <a:gd name="connsiteX6289" fmla="*/ 397383 w 1628775"/>
                <a:gd name="connsiteY6289" fmla="*/ 894588 h 1371600"/>
                <a:gd name="connsiteX6290" fmla="*/ 397573 w 1628775"/>
                <a:gd name="connsiteY6290" fmla="*/ 895160 h 1371600"/>
                <a:gd name="connsiteX6291" fmla="*/ 397478 w 1628775"/>
                <a:gd name="connsiteY6291" fmla="*/ 895731 h 1371600"/>
                <a:gd name="connsiteX6292" fmla="*/ 397192 w 1628775"/>
                <a:gd name="connsiteY6292" fmla="*/ 896017 h 1371600"/>
                <a:gd name="connsiteX6293" fmla="*/ 396526 w 1628775"/>
                <a:gd name="connsiteY6293" fmla="*/ 896493 h 1371600"/>
                <a:gd name="connsiteX6294" fmla="*/ 396335 w 1628775"/>
                <a:gd name="connsiteY6294" fmla="*/ 896779 h 1371600"/>
                <a:gd name="connsiteX6295" fmla="*/ 395764 w 1628775"/>
                <a:gd name="connsiteY6295" fmla="*/ 898398 h 1371600"/>
                <a:gd name="connsiteX6296" fmla="*/ 391954 w 1628775"/>
                <a:gd name="connsiteY6296" fmla="*/ 902494 h 1371600"/>
                <a:gd name="connsiteX6297" fmla="*/ 391954 w 1628775"/>
                <a:gd name="connsiteY6297" fmla="*/ 902684 h 1371600"/>
                <a:gd name="connsiteX6298" fmla="*/ 391954 w 1628775"/>
                <a:gd name="connsiteY6298" fmla="*/ 903637 h 1371600"/>
                <a:gd name="connsiteX6299" fmla="*/ 391858 w 1628775"/>
                <a:gd name="connsiteY6299" fmla="*/ 903827 h 1371600"/>
                <a:gd name="connsiteX6300" fmla="*/ 391382 w 1628775"/>
                <a:gd name="connsiteY6300" fmla="*/ 904018 h 1371600"/>
                <a:gd name="connsiteX6301" fmla="*/ 391192 w 1628775"/>
                <a:gd name="connsiteY6301" fmla="*/ 904208 h 1371600"/>
                <a:gd name="connsiteX6302" fmla="*/ 391192 w 1628775"/>
                <a:gd name="connsiteY6302" fmla="*/ 904303 h 1371600"/>
                <a:gd name="connsiteX6303" fmla="*/ 390715 w 1628775"/>
                <a:gd name="connsiteY6303" fmla="*/ 905923 h 1371600"/>
                <a:gd name="connsiteX6304" fmla="*/ 390525 w 1628775"/>
                <a:gd name="connsiteY6304" fmla="*/ 906304 h 1371600"/>
                <a:gd name="connsiteX6305" fmla="*/ 389858 w 1628775"/>
                <a:gd name="connsiteY6305" fmla="*/ 906971 h 1371600"/>
                <a:gd name="connsiteX6306" fmla="*/ 388715 w 1628775"/>
                <a:gd name="connsiteY6306" fmla="*/ 907732 h 1371600"/>
                <a:gd name="connsiteX6307" fmla="*/ 387667 w 1628775"/>
                <a:gd name="connsiteY6307" fmla="*/ 908018 h 1371600"/>
                <a:gd name="connsiteX6308" fmla="*/ 386048 w 1628775"/>
                <a:gd name="connsiteY6308" fmla="*/ 905923 h 1371600"/>
                <a:gd name="connsiteX6309" fmla="*/ 383857 w 1628775"/>
                <a:gd name="connsiteY6309" fmla="*/ 906685 h 1371600"/>
                <a:gd name="connsiteX6310" fmla="*/ 382429 w 1628775"/>
                <a:gd name="connsiteY6310" fmla="*/ 908399 h 1371600"/>
                <a:gd name="connsiteX6311" fmla="*/ 383667 w 1628775"/>
                <a:gd name="connsiteY6311" fmla="*/ 909733 h 1371600"/>
                <a:gd name="connsiteX6312" fmla="*/ 383667 w 1628775"/>
                <a:gd name="connsiteY6312" fmla="*/ 911257 h 1371600"/>
                <a:gd name="connsiteX6313" fmla="*/ 382714 w 1628775"/>
                <a:gd name="connsiteY6313" fmla="*/ 912590 h 1371600"/>
                <a:gd name="connsiteX6314" fmla="*/ 382048 w 1628775"/>
                <a:gd name="connsiteY6314" fmla="*/ 913162 h 1371600"/>
                <a:gd name="connsiteX6315" fmla="*/ 382143 w 1628775"/>
                <a:gd name="connsiteY6315" fmla="*/ 914305 h 1371600"/>
                <a:gd name="connsiteX6316" fmla="*/ 383000 w 1628775"/>
                <a:gd name="connsiteY6316" fmla="*/ 915067 h 1371600"/>
                <a:gd name="connsiteX6317" fmla="*/ 383191 w 1628775"/>
                <a:gd name="connsiteY6317" fmla="*/ 915353 h 1371600"/>
                <a:gd name="connsiteX6318" fmla="*/ 383762 w 1628775"/>
                <a:gd name="connsiteY6318" fmla="*/ 915924 h 1371600"/>
                <a:gd name="connsiteX6319" fmla="*/ 384238 w 1628775"/>
                <a:gd name="connsiteY6319" fmla="*/ 917257 h 1371600"/>
                <a:gd name="connsiteX6320" fmla="*/ 384620 w 1628775"/>
                <a:gd name="connsiteY6320" fmla="*/ 918496 h 1371600"/>
                <a:gd name="connsiteX6321" fmla="*/ 384334 w 1628775"/>
                <a:gd name="connsiteY6321" fmla="*/ 921258 h 1371600"/>
                <a:gd name="connsiteX6322" fmla="*/ 383381 w 1628775"/>
                <a:gd name="connsiteY6322" fmla="*/ 922973 h 1371600"/>
                <a:gd name="connsiteX6323" fmla="*/ 383953 w 1628775"/>
                <a:gd name="connsiteY6323" fmla="*/ 923925 h 1371600"/>
                <a:gd name="connsiteX6324" fmla="*/ 385381 w 1628775"/>
                <a:gd name="connsiteY6324" fmla="*/ 925449 h 1371600"/>
                <a:gd name="connsiteX6325" fmla="*/ 384715 w 1628775"/>
                <a:gd name="connsiteY6325" fmla="*/ 925163 h 1371600"/>
                <a:gd name="connsiteX6326" fmla="*/ 383000 w 1628775"/>
                <a:gd name="connsiteY6326" fmla="*/ 924497 h 1371600"/>
                <a:gd name="connsiteX6327" fmla="*/ 382524 w 1628775"/>
                <a:gd name="connsiteY6327" fmla="*/ 924973 h 1371600"/>
                <a:gd name="connsiteX6328" fmla="*/ 382048 w 1628775"/>
                <a:gd name="connsiteY6328" fmla="*/ 927259 h 1371600"/>
                <a:gd name="connsiteX6329" fmla="*/ 382619 w 1628775"/>
                <a:gd name="connsiteY6329" fmla="*/ 928592 h 1371600"/>
                <a:gd name="connsiteX6330" fmla="*/ 382714 w 1628775"/>
                <a:gd name="connsiteY6330" fmla="*/ 929164 h 1371600"/>
                <a:gd name="connsiteX6331" fmla="*/ 383572 w 1628775"/>
                <a:gd name="connsiteY6331" fmla="*/ 929450 h 1371600"/>
                <a:gd name="connsiteX6332" fmla="*/ 386048 w 1628775"/>
                <a:gd name="connsiteY6332" fmla="*/ 930974 h 1371600"/>
                <a:gd name="connsiteX6333" fmla="*/ 386715 w 1628775"/>
                <a:gd name="connsiteY6333" fmla="*/ 931545 h 1371600"/>
                <a:gd name="connsiteX6334" fmla="*/ 388715 w 1628775"/>
                <a:gd name="connsiteY6334" fmla="*/ 934688 h 1371600"/>
                <a:gd name="connsiteX6335" fmla="*/ 390239 w 1628775"/>
                <a:gd name="connsiteY6335" fmla="*/ 936403 h 1371600"/>
                <a:gd name="connsiteX6336" fmla="*/ 390811 w 1628775"/>
                <a:gd name="connsiteY6336" fmla="*/ 937355 h 1371600"/>
                <a:gd name="connsiteX6337" fmla="*/ 390906 w 1628775"/>
                <a:gd name="connsiteY6337" fmla="*/ 938498 h 1371600"/>
                <a:gd name="connsiteX6338" fmla="*/ 390239 w 1628775"/>
                <a:gd name="connsiteY6338" fmla="*/ 939832 h 1371600"/>
                <a:gd name="connsiteX6339" fmla="*/ 390811 w 1628775"/>
                <a:gd name="connsiteY6339" fmla="*/ 941356 h 1371600"/>
                <a:gd name="connsiteX6340" fmla="*/ 390525 w 1628775"/>
                <a:gd name="connsiteY6340" fmla="*/ 943451 h 1371600"/>
                <a:gd name="connsiteX6341" fmla="*/ 389954 w 1628775"/>
                <a:gd name="connsiteY6341" fmla="*/ 945642 h 1371600"/>
                <a:gd name="connsiteX6342" fmla="*/ 389287 w 1628775"/>
                <a:gd name="connsiteY6342" fmla="*/ 946690 h 1371600"/>
                <a:gd name="connsiteX6343" fmla="*/ 388715 w 1628775"/>
                <a:gd name="connsiteY6343" fmla="*/ 948690 h 1371600"/>
                <a:gd name="connsiteX6344" fmla="*/ 386143 w 1628775"/>
                <a:gd name="connsiteY6344" fmla="*/ 951167 h 1371600"/>
                <a:gd name="connsiteX6345" fmla="*/ 385286 w 1628775"/>
                <a:gd name="connsiteY6345" fmla="*/ 952595 h 1371600"/>
                <a:gd name="connsiteX6346" fmla="*/ 384620 w 1628775"/>
                <a:gd name="connsiteY6346" fmla="*/ 952024 h 1371600"/>
                <a:gd name="connsiteX6347" fmla="*/ 383572 w 1628775"/>
                <a:gd name="connsiteY6347" fmla="*/ 950690 h 1371600"/>
                <a:gd name="connsiteX6348" fmla="*/ 382905 w 1628775"/>
                <a:gd name="connsiteY6348" fmla="*/ 950405 h 1371600"/>
                <a:gd name="connsiteX6349" fmla="*/ 382429 w 1628775"/>
                <a:gd name="connsiteY6349" fmla="*/ 950309 h 1371600"/>
                <a:gd name="connsiteX6350" fmla="*/ 381762 w 1628775"/>
                <a:gd name="connsiteY6350" fmla="*/ 950024 h 1371600"/>
                <a:gd name="connsiteX6351" fmla="*/ 381286 w 1628775"/>
                <a:gd name="connsiteY6351" fmla="*/ 950024 h 1371600"/>
                <a:gd name="connsiteX6352" fmla="*/ 380905 w 1628775"/>
                <a:gd name="connsiteY6352" fmla="*/ 950119 h 1371600"/>
                <a:gd name="connsiteX6353" fmla="*/ 379571 w 1628775"/>
                <a:gd name="connsiteY6353" fmla="*/ 950786 h 1371600"/>
                <a:gd name="connsiteX6354" fmla="*/ 380714 w 1628775"/>
                <a:gd name="connsiteY6354" fmla="*/ 951452 h 1371600"/>
                <a:gd name="connsiteX6355" fmla="*/ 382238 w 1628775"/>
                <a:gd name="connsiteY6355" fmla="*/ 952690 h 1371600"/>
                <a:gd name="connsiteX6356" fmla="*/ 383667 w 1628775"/>
                <a:gd name="connsiteY6356" fmla="*/ 954119 h 1371600"/>
                <a:gd name="connsiteX6357" fmla="*/ 384238 w 1628775"/>
                <a:gd name="connsiteY6357" fmla="*/ 955167 h 1371600"/>
                <a:gd name="connsiteX6358" fmla="*/ 384143 w 1628775"/>
                <a:gd name="connsiteY6358" fmla="*/ 955929 h 1371600"/>
                <a:gd name="connsiteX6359" fmla="*/ 383286 w 1628775"/>
                <a:gd name="connsiteY6359" fmla="*/ 955834 h 1371600"/>
                <a:gd name="connsiteX6360" fmla="*/ 382714 w 1628775"/>
                <a:gd name="connsiteY6360" fmla="*/ 955739 h 1371600"/>
                <a:gd name="connsiteX6361" fmla="*/ 383381 w 1628775"/>
                <a:gd name="connsiteY6361" fmla="*/ 956501 h 1371600"/>
                <a:gd name="connsiteX6362" fmla="*/ 383953 w 1628775"/>
                <a:gd name="connsiteY6362" fmla="*/ 957834 h 1371600"/>
                <a:gd name="connsiteX6363" fmla="*/ 384238 w 1628775"/>
                <a:gd name="connsiteY6363" fmla="*/ 958691 h 1371600"/>
                <a:gd name="connsiteX6364" fmla="*/ 384429 w 1628775"/>
                <a:gd name="connsiteY6364" fmla="*/ 959834 h 1371600"/>
                <a:gd name="connsiteX6365" fmla="*/ 385000 w 1628775"/>
                <a:gd name="connsiteY6365" fmla="*/ 960692 h 1371600"/>
                <a:gd name="connsiteX6366" fmla="*/ 386429 w 1628775"/>
                <a:gd name="connsiteY6366" fmla="*/ 960787 h 1371600"/>
                <a:gd name="connsiteX6367" fmla="*/ 387858 w 1628775"/>
                <a:gd name="connsiteY6367" fmla="*/ 960215 h 1371600"/>
                <a:gd name="connsiteX6368" fmla="*/ 389001 w 1628775"/>
                <a:gd name="connsiteY6368" fmla="*/ 960215 h 1371600"/>
                <a:gd name="connsiteX6369" fmla="*/ 397097 w 1628775"/>
                <a:gd name="connsiteY6369" fmla="*/ 960501 h 1371600"/>
                <a:gd name="connsiteX6370" fmla="*/ 399383 w 1628775"/>
                <a:gd name="connsiteY6370" fmla="*/ 961835 h 1371600"/>
                <a:gd name="connsiteX6371" fmla="*/ 400050 w 1628775"/>
                <a:gd name="connsiteY6371" fmla="*/ 962692 h 1371600"/>
                <a:gd name="connsiteX6372" fmla="*/ 400526 w 1628775"/>
                <a:gd name="connsiteY6372" fmla="*/ 964121 h 1371600"/>
                <a:gd name="connsiteX6373" fmla="*/ 400526 w 1628775"/>
                <a:gd name="connsiteY6373" fmla="*/ 964978 h 1371600"/>
                <a:gd name="connsiteX6374" fmla="*/ 400812 w 1628775"/>
                <a:gd name="connsiteY6374" fmla="*/ 965359 h 1371600"/>
                <a:gd name="connsiteX6375" fmla="*/ 401574 w 1628775"/>
                <a:gd name="connsiteY6375" fmla="*/ 965740 h 1371600"/>
                <a:gd name="connsiteX6376" fmla="*/ 402336 w 1628775"/>
                <a:gd name="connsiteY6376" fmla="*/ 965740 h 1371600"/>
                <a:gd name="connsiteX6377" fmla="*/ 403003 w 1628775"/>
                <a:gd name="connsiteY6377" fmla="*/ 965454 h 1371600"/>
                <a:gd name="connsiteX6378" fmla="*/ 403574 w 1628775"/>
                <a:gd name="connsiteY6378" fmla="*/ 965454 h 1371600"/>
                <a:gd name="connsiteX6379" fmla="*/ 404241 w 1628775"/>
                <a:gd name="connsiteY6379" fmla="*/ 966216 h 1371600"/>
                <a:gd name="connsiteX6380" fmla="*/ 405193 w 1628775"/>
                <a:gd name="connsiteY6380" fmla="*/ 965168 h 1371600"/>
                <a:gd name="connsiteX6381" fmla="*/ 406241 w 1628775"/>
                <a:gd name="connsiteY6381" fmla="*/ 964787 h 1371600"/>
                <a:gd name="connsiteX6382" fmla="*/ 407098 w 1628775"/>
                <a:gd name="connsiteY6382" fmla="*/ 964311 h 1371600"/>
                <a:gd name="connsiteX6383" fmla="*/ 407480 w 1628775"/>
                <a:gd name="connsiteY6383" fmla="*/ 963073 h 1371600"/>
                <a:gd name="connsiteX6384" fmla="*/ 407670 w 1628775"/>
                <a:gd name="connsiteY6384" fmla="*/ 962025 h 1371600"/>
                <a:gd name="connsiteX6385" fmla="*/ 408337 w 1628775"/>
                <a:gd name="connsiteY6385" fmla="*/ 959930 h 1371600"/>
                <a:gd name="connsiteX6386" fmla="*/ 408241 w 1628775"/>
                <a:gd name="connsiteY6386" fmla="*/ 959168 h 1371600"/>
                <a:gd name="connsiteX6387" fmla="*/ 406337 w 1628775"/>
                <a:gd name="connsiteY6387" fmla="*/ 958882 h 1371600"/>
                <a:gd name="connsiteX6388" fmla="*/ 405193 w 1628775"/>
                <a:gd name="connsiteY6388" fmla="*/ 957263 h 1371600"/>
                <a:gd name="connsiteX6389" fmla="*/ 404431 w 1628775"/>
                <a:gd name="connsiteY6389" fmla="*/ 956977 h 1371600"/>
                <a:gd name="connsiteX6390" fmla="*/ 403574 w 1628775"/>
                <a:gd name="connsiteY6390" fmla="*/ 956501 h 1371600"/>
                <a:gd name="connsiteX6391" fmla="*/ 403003 w 1628775"/>
                <a:gd name="connsiteY6391" fmla="*/ 955262 h 1371600"/>
                <a:gd name="connsiteX6392" fmla="*/ 402336 w 1628775"/>
                <a:gd name="connsiteY6392" fmla="*/ 952786 h 1371600"/>
                <a:gd name="connsiteX6393" fmla="*/ 400812 w 1628775"/>
                <a:gd name="connsiteY6393" fmla="*/ 949261 h 1371600"/>
                <a:gd name="connsiteX6394" fmla="*/ 400621 w 1628775"/>
                <a:gd name="connsiteY6394" fmla="*/ 948023 h 1371600"/>
                <a:gd name="connsiteX6395" fmla="*/ 400717 w 1628775"/>
                <a:gd name="connsiteY6395" fmla="*/ 946880 h 1371600"/>
                <a:gd name="connsiteX6396" fmla="*/ 401288 w 1628775"/>
                <a:gd name="connsiteY6396" fmla="*/ 944404 h 1371600"/>
                <a:gd name="connsiteX6397" fmla="*/ 401955 w 1628775"/>
                <a:gd name="connsiteY6397" fmla="*/ 942689 h 1371600"/>
                <a:gd name="connsiteX6398" fmla="*/ 402812 w 1628775"/>
                <a:gd name="connsiteY6398" fmla="*/ 941165 h 1371600"/>
                <a:gd name="connsiteX6399" fmla="*/ 403288 w 1628775"/>
                <a:gd name="connsiteY6399" fmla="*/ 939070 h 1371600"/>
                <a:gd name="connsiteX6400" fmla="*/ 403670 w 1628775"/>
                <a:gd name="connsiteY6400" fmla="*/ 938403 h 1371600"/>
                <a:gd name="connsiteX6401" fmla="*/ 405098 w 1628775"/>
                <a:gd name="connsiteY6401" fmla="*/ 936784 h 1371600"/>
                <a:gd name="connsiteX6402" fmla="*/ 405289 w 1628775"/>
                <a:gd name="connsiteY6402" fmla="*/ 936307 h 1371600"/>
                <a:gd name="connsiteX6403" fmla="*/ 405479 w 1628775"/>
                <a:gd name="connsiteY6403" fmla="*/ 934688 h 1371600"/>
                <a:gd name="connsiteX6404" fmla="*/ 405670 w 1628775"/>
                <a:gd name="connsiteY6404" fmla="*/ 934022 h 1371600"/>
                <a:gd name="connsiteX6405" fmla="*/ 407384 w 1628775"/>
                <a:gd name="connsiteY6405" fmla="*/ 932021 h 1371600"/>
                <a:gd name="connsiteX6406" fmla="*/ 409575 w 1628775"/>
                <a:gd name="connsiteY6406" fmla="*/ 931355 h 1371600"/>
                <a:gd name="connsiteX6407" fmla="*/ 412337 w 1628775"/>
                <a:gd name="connsiteY6407" fmla="*/ 932402 h 1371600"/>
                <a:gd name="connsiteX6408" fmla="*/ 414338 w 1628775"/>
                <a:gd name="connsiteY6408" fmla="*/ 932307 h 1371600"/>
                <a:gd name="connsiteX6409" fmla="*/ 415862 w 1628775"/>
                <a:gd name="connsiteY6409" fmla="*/ 933736 h 1371600"/>
                <a:gd name="connsiteX6410" fmla="*/ 416147 w 1628775"/>
                <a:gd name="connsiteY6410" fmla="*/ 935927 h 1371600"/>
                <a:gd name="connsiteX6411" fmla="*/ 415576 w 1628775"/>
                <a:gd name="connsiteY6411" fmla="*/ 938308 h 1371600"/>
                <a:gd name="connsiteX6412" fmla="*/ 414338 w 1628775"/>
                <a:gd name="connsiteY6412" fmla="*/ 940308 h 1371600"/>
                <a:gd name="connsiteX6413" fmla="*/ 413385 w 1628775"/>
                <a:gd name="connsiteY6413" fmla="*/ 941261 h 1371600"/>
                <a:gd name="connsiteX6414" fmla="*/ 412909 w 1628775"/>
                <a:gd name="connsiteY6414" fmla="*/ 941546 h 1371600"/>
                <a:gd name="connsiteX6415" fmla="*/ 412242 w 1628775"/>
                <a:gd name="connsiteY6415" fmla="*/ 941546 h 1371600"/>
                <a:gd name="connsiteX6416" fmla="*/ 411575 w 1628775"/>
                <a:gd name="connsiteY6416" fmla="*/ 941261 h 1371600"/>
                <a:gd name="connsiteX6417" fmla="*/ 411385 w 1628775"/>
                <a:gd name="connsiteY6417" fmla="*/ 940784 h 1371600"/>
                <a:gd name="connsiteX6418" fmla="*/ 411575 w 1628775"/>
                <a:gd name="connsiteY6418" fmla="*/ 939165 h 1371600"/>
                <a:gd name="connsiteX6419" fmla="*/ 411004 w 1628775"/>
                <a:gd name="connsiteY6419" fmla="*/ 938117 h 1371600"/>
                <a:gd name="connsiteX6420" fmla="*/ 409765 w 1628775"/>
                <a:gd name="connsiteY6420" fmla="*/ 937832 h 1371600"/>
                <a:gd name="connsiteX6421" fmla="*/ 408432 w 1628775"/>
                <a:gd name="connsiteY6421" fmla="*/ 937927 h 1371600"/>
                <a:gd name="connsiteX6422" fmla="*/ 407194 w 1628775"/>
                <a:gd name="connsiteY6422" fmla="*/ 937641 h 1371600"/>
                <a:gd name="connsiteX6423" fmla="*/ 405955 w 1628775"/>
                <a:gd name="connsiteY6423" fmla="*/ 938308 h 1371600"/>
                <a:gd name="connsiteX6424" fmla="*/ 404717 w 1628775"/>
                <a:gd name="connsiteY6424" fmla="*/ 939927 h 1371600"/>
                <a:gd name="connsiteX6425" fmla="*/ 405098 w 1628775"/>
                <a:gd name="connsiteY6425" fmla="*/ 940689 h 1371600"/>
                <a:gd name="connsiteX6426" fmla="*/ 405670 w 1628775"/>
                <a:gd name="connsiteY6426" fmla="*/ 941165 h 1371600"/>
                <a:gd name="connsiteX6427" fmla="*/ 406241 w 1628775"/>
                <a:gd name="connsiteY6427" fmla="*/ 941261 h 1371600"/>
                <a:gd name="connsiteX6428" fmla="*/ 407194 w 1628775"/>
                <a:gd name="connsiteY6428" fmla="*/ 941832 h 1371600"/>
                <a:gd name="connsiteX6429" fmla="*/ 410242 w 1628775"/>
                <a:gd name="connsiteY6429" fmla="*/ 942403 h 1371600"/>
                <a:gd name="connsiteX6430" fmla="*/ 410718 w 1628775"/>
                <a:gd name="connsiteY6430" fmla="*/ 943451 h 1371600"/>
                <a:gd name="connsiteX6431" fmla="*/ 410051 w 1628775"/>
                <a:gd name="connsiteY6431" fmla="*/ 946118 h 1371600"/>
                <a:gd name="connsiteX6432" fmla="*/ 410623 w 1628775"/>
                <a:gd name="connsiteY6432" fmla="*/ 947738 h 1371600"/>
                <a:gd name="connsiteX6433" fmla="*/ 412909 w 1628775"/>
                <a:gd name="connsiteY6433" fmla="*/ 949166 h 1371600"/>
                <a:gd name="connsiteX6434" fmla="*/ 414052 w 1628775"/>
                <a:gd name="connsiteY6434" fmla="*/ 951167 h 1371600"/>
                <a:gd name="connsiteX6435" fmla="*/ 414718 w 1628775"/>
                <a:gd name="connsiteY6435" fmla="*/ 952976 h 1371600"/>
                <a:gd name="connsiteX6436" fmla="*/ 415385 w 1628775"/>
                <a:gd name="connsiteY6436" fmla="*/ 954691 h 1371600"/>
                <a:gd name="connsiteX6437" fmla="*/ 415480 w 1628775"/>
                <a:gd name="connsiteY6437" fmla="*/ 955834 h 1371600"/>
                <a:gd name="connsiteX6438" fmla="*/ 415099 w 1628775"/>
                <a:gd name="connsiteY6438" fmla="*/ 958882 h 1371600"/>
                <a:gd name="connsiteX6439" fmla="*/ 414623 w 1628775"/>
                <a:gd name="connsiteY6439" fmla="*/ 960882 h 1371600"/>
                <a:gd name="connsiteX6440" fmla="*/ 413195 w 1628775"/>
                <a:gd name="connsiteY6440" fmla="*/ 963263 h 1371600"/>
                <a:gd name="connsiteX6441" fmla="*/ 413766 w 1628775"/>
                <a:gd name="connsiteY6441" fmla="*/ 964311 h 1371600"/>
                <a:gd name="connsiteX6442" fmla="*/ 412623 w 1628775"/>
                <a:gd name="connsiteY6442" fmla="*/ 968311 h 1371600"/>
                <a:gd name="connsiteX6443" fmla="*/ 411861 w 1628775"/>
                <a:gd name="connsiteY6443" fmla="*/ 968883 h 1371600"/>
                <a:gd name="connsiteX6444" fmla="*/ 409765 w 1628775"/>
                <a:gd name="connsiteY6444" fmla="*/ 970217 h 1371600"/>
                <a:gd name="connsiteX6445" fmla="*/ 408432 w 1628775"/>
                <a:gd name="connsiteY6445" fmla="*/ 971455 h 1371600"/>
                <a:gd name="connsiteX6446" fmla="*/ 408146 w 1628775"/>
                <a:gd name="connsiteY6446" fmla="*/ 975551 h 1371600"/>
                <a:gd name="connsiteX6447" fmla="*/ 409194 w 1628775"/>
                <a:gd name="connsiteY6447" fmla="*/ 975455 h 1371600"/>
                <a:gd name="connsiteX6448" fmla="*/ 410051 w 1628775"/>
                <a:gd name="connsiteY6448" fmla="*/ 974598 h 1371600"/>
                <a:gd name="connsiteX6449" fmla="*/ 411671 w 1628775"/>
                <a:gd name="connsiteY6449" fmla="*/ 972884 h 1371600"/>
                <a:gd name="connsiteX6450" fmla="*/ 413861 w 1628775"/>
                <a:gd name="connsiteY6450" fmla="*/ 972312 h 1371600"/>
                <a:gd name="connsiteX6451" fmla="*/ 414147 w 1628775"/>
                <a:gd name="connsiteY6451" fmla="*/ 971740 h 1371600"/>
                <a:gd name="connsiteX6452" fmla="*/ 415099 w 1628775"/>
                <a:gd name="connsiteY6452" fmla="*/ 970978 h 1371600"/>
                <a:gd name="connsiteX6453" fmla="*/ 416528 w 1628775"/>
                <a:gd name="connsiteY6453" fmla="*/ 970407 h 1371600"/>
                <a:gd name="connsiteX6454" fmla="*/ 417862 w 1628775"/>
                <a:gd name="connsiteY6454" fmla="*/ 970217 h 1371600"/>
                <a:gd name="connsiteX6455" fmla="*/ 419195 w 1628775"/>
                <a:gd name="connsiteY6455" fmla="*/ 969836 h 1371600"/>
                <a:gd name="connsiteX6456" fmla="*/ 421100 w 1628775"/>
                <a:gd name="connsiteY6456" fmla="*/ 969169 h 1371600"/>
                <a:gd name="connsiteX6457" fmla="*/ 421957 w 1628775"/>
                <a:gd name="connsiteY6457" fmla="*/ 968788 h 1371600"/>
                <a:gd name="connsiteX6458" fmla="*/ 422815 w 1628775"/>
                <a:gd name="connsiteY6458" fmla="*/ 968311 h 1371600"/>
                <a:gd name="connsiteX6459" fmla="*/ 423672 w 1628775"/>
                <a:gd name="connsiteY6459" fmla="*/ 967740 h 1371600"/>
                <a:gd name="connsiteX6460" fmla="*/ 424339 w 1628775"/>
                <a:gd name="connsiteY6460" fmla="*/ 967073 h 1371600"/>
                <a:gd name="connsiteX6461" fmla="*/ 424910 w 1628775"/>
                <a:gd name="connsiteY6461" fmla="*/ 966216 h 1371600"/>
                <a:gd name="connsiteX6462" fmla="*/ 425767 w 1628775"/>
                <a:gd name="connsiteY6462" fmla="*/ 964311 h 1371600"/>
                <a:gd name="connsiteX6463" fmla="*/ 426244 w 1628775"/>
                <a:gd name="connsiteY6463" fmla="*/ 963549 h 1371600"/>
                <a:gd name="connsiteX6464" fmla="*/ 426339 w 1628775"/>
                <a:gd name="connsiteY6464" fmla="*/ 962215 h 1371600"/>
                <a:gd name="connsiteX6465" fmla="*/ 427672 w 1628775"/>
                <a:gd name="connsiteY6465" fmla="*/ 961835 h 1371600"/>
                <a:gd name="connsiteX6466" fmla="*/ 429101 w 1628775"/>
                <a:gd name="connsiteY6466" fmla="*/ 961930 h 1371600"/>
                <a:gd name="connsiteX6467" fmla="*/ 432911 w 1628775"/>
                <a:gd name="connsiteY6467" fmla="*/ 958596 h 1371600"/>
                <a:gd name="connsiteX6468" fmla="*/ 432530 w 1628775"/>
                <a:gd name="connsiteY6468" fmla="*/ 958025 h 1371600"/>
                <a:gd name="connsiteX6469" fmla="*/ 430816 w 1628775"/>
                <a:gd name="connsiteY6469" fmla="*/ 958786 h 1371600"/>
                <a:gd name="connsiteX6470" fmla="*/ 429863 w 1628775"/>
                <a:gd name="connsiteY6470" fmla="*/ 958406 h 1371600"/>
                <a:gd name="connsiteX6471" fmla="*/ 430339 w 1628775"/>
                <a:gd name="connsiteY6471" fmla="*/ 957453 h 1371600"/>
                <a:gd name="connsiteX6472" fmla="*/ 431482 w 1628775"/>
                <a:gd name="connsiteY6472" fmla="*/ 956691 h 1371600"/>
                <a:gd name="connsiteX6473" fmla="*/ 431673 w 1628775"/>
                <a:gd name="connsiteY6473" fmla="*/ 956215 h 1371600"/>
                <a:gd name="connsiteX6474" fmla="*/ 431482 w 1628775"/>
                <a:gd name="connsiteY6474" fmla="*/ 955453 h 1371600"/>
                <a:gd name="connsiteX6475" fmla="*/ 430435 w 1628775"/>
                <a:gd name="connsiteY6475" fmla="*/ 954881 h 1371600"/>
                <a:gd name="connsiteX6476" fmla="*/ 429196 w 1628775"/>
                <a:gd name="connsiteY6476" fmla="*/ 954500 h 1371600"/>
                <a:gd name="connsiteX6477" fmla="*/ 427387 w 1628775"/>
                <a:gd name="connsiteY6477" fmla="*/ 953929 h 1371600"/>
                <a:gd name="connsiteX6478" fmla="*/ 426720 w 1628775"/>
                <a:gd name="connsiteY6478" fmla="*/ 953357 h 1371600"/>
                <a:gd name="connsiteX6479" fmla="*/ 427482 w 1628775"/>
                <a:gd name="connsiteY6479" fmla="*/ 950976 h 1371600"/>
                <a:gd name="connsiteX6480" fmla="*/ 428339 w 1628775"/>
                <a:gd name="connsiteY6480" fmla="*/ 949357 h 1371600"/>
                <a:gd name="connsiteX6481" fmla="*/ 428911 w 1628775"/>
                <a:gd name="connsiteY6481" fmla="*/ 948595 h 1371600"/>
                <a:gd name="connsiteX6482" fmla="*/ 429673 w 1628775"/>
                <a:gd name="connsiteY6482" fmla="*/ 948023 h 1371600"/>
                <a:gd name="connsiteX6483" fmla="*/ 431673 w 1628775"/>
                <a:gd name="connsiteY6483" fmla="*/ 947071 h 1371600"/>
                <a:gd name="connsiteX6484" fmla="*/ 432816 w 1628775"/>
                <a:gd name="connsiteY6484" fmla="*/ 946785 h 1371600"/>
                <a:gd name="connsiteX6485" fmla="*/ 433864 w 1628775"/>
                <a:gd name="connsiteY6485" fmla="*/ 946690 h 1371600"/>
                <a:gd name="connsiteX6486" fmla="*/ 434435 w 1628775"/>
                <a:gd name="connsiteY6486" fmla="*/ 947166 h 1371600"/>
                <a:gd name="connsiteX6487" fmla="*/ 435292 w 1628775"/>
                <a:gd name="connsiteY6487" fmla="*/ 947833 h 1371600"/>
                <a:gd name="connsiteX6488" fmla="*/ 436435 w 1628775"/>
                <a:gd name="connsiteY6488" fmla="*/ 947547 h 1371600"/>
                <a:gd name="connsiteX6489" fmla="*/ 436816 w 1628775"/>
                <a:gd name="connsiteY6489" fmla="*/ 947642 h 1371600"/>
                <a:gd name="connsiteX6490" fmla="*/ 437102 w 1628775"/>
                <a:gd name="connsiteY6490" fmla="*/ 947738 h 1371600"/>
                <a:gd name="connsiteX6491" fmla="*/ 437483 w 1628775"/>
                <a:gd name="connsiteY6491" fmla="*/ 948214 h 1371600"/>
                <a:gd name="connsiteX6492" fmla="*/ 438531 w 1628775"/>
                <a:gd name="connsiteY6492" fmla="*/ 949357 h 1371600"/>
                <a:gd name="connsiteX6493" fmla="*/ 438721 w 1628775"/>
                <a:gd name="connsiteY6493" fmla="*/ 949738 h 1371600"/>
                <a:gd name="connsiteX6494" fmla="*/ 438912 w 1628775"/>
                <a:gd name="connsiteY6494" fmla="*/ 950309 h 1371600"/>
                <a:gd name="connsiteX6495" fmla="*/ 438912 w 1628775"/>
                <a:gd name="connsiteY6495" fmla="*/ 951357 h 1371600"/>
                <a:gd name="connsiteX6496" fmla="*/ 439198 w 1628775"/>
                <a:gd name="connsiteY6496" fmla="*/ 951833 h 1371600"/>
                <a:gd name="connsiteX6497" fmla="*/ 440055 w 1628775"/>
                <a:gd name="connsiteY6497" fmla="*/ 952214 h 1371600"/>
                <a:gd name="connsiteX6498" fmla="*/ 441103 w 1628775"/>
                <a:gd name="connsiteY6498" fmla="*/ 952119 h 1371600"/>
                <a:gd name="connsiteX6499" fmla="*/ 443198 w 1628775"/>
                <a:gd name="connsiteY6499" fmla="*/ 951738 h 1371600"/>
                <a:gd name="connsiteX6500" fmla="*/ 443103 w 1628775"/>
                <a:gd name="connsiteY6500" fmla="*/ 952024 h 1371600"/>
                <a:gd name="connsiteX6501" fmla="*/ 443008 w 1628775"/>
                <a:gd name="connsiteY6501" fmla="*/ 952214 h 1371600"/>
                <a:gd name="connsiteX6502" fmla="*/ 442817 w 1628775"/>
                <a:gd name="connsiteY6502" fmla="*/ 952595 h 1371600"/>
                <a:gd name="connsiteX6503" fmla="*/ 443198 w 1628775"/>
                <a:gd name="connsiteY6503" fmla="*/ 952690 h 1371600"/>
                <a:gd name="connsiteX6504" fmla="*/ 443293 w 1628775"/>
                <a:gd name="connsiteY6504" fmla="*/ 952786 h 1371600"/>
                <a:gd name="connsiteX6505" fmla="*/ 443484 w 1628775"/>
                <a:gd name="connsiteY6505" fmla="*/ 952976 h 1371600"/>
                <a:gd name="connsiteX6506" fmla="*/ 443865 w 1628775"/>
                <a:gd name="connsiteY6506" fmla="*/ 952690 h 1371600"/>
                <a:gd name="connsiteX6507" fmla="*/ 443960 w 1628775"/>
                <a:gd name="connsiteY6507" fmla="*/ 952310 h 1371600"/>
                <a:gd name="connsiteX6508" fmla="*/ 444055 w 1628775"/>
                <a:gd name="connsiteY6508" fmla="*/ 951833 h 1371600"/>
                <a:gd name="connsiteX6509" fmla="*/ 444246 w 1628775"/>
                <a:gd name="connsiteY6509" fmla="*/ 951262 h 1371600"/>
                <a:gd name="connsiteX6510" fmla="*/ 444913 w 1628775"/>
                <a:gd name="connsiteY6510" fmla="*/ 950309 h 1371600"/>
                <a:gd name="connsiteX6511" fmla="*/ 445198 w 1628775"/>
                <a:gd name="connsiteY6511" fmla="*/ 949738 h 1371600"/>
                <a:gd name="connsiteX6512" fmla="*/ 445675 w 1628775"/>
                <a:gd name="connsiteY6512" fmla="*/ 946785 h 1371600"/>
                <a:gd name="connsiteX6513" fmla="*/ 445865 w 1628775"/>
                <a:gd name="connsiteY6513" fmla="*/ 946309 h 1371600"/>
                <a:gd name="connsiteX6514" fmla="*/ 446532 w 1628775"/>
                <a:gd name="connsiteY6514" fmla="*/ 945642 h 1371600"/>
                <a:gd name="connsiteX6515" fmla="*/ 446818 w 1628775"/>
                <a:gd name="connsiteY6515" fmla="*/ 945261 h 1371600"/>
                <a:gd name="connsiteX6516" fmla="*/ 446818 w 1628775"/>
                <a:gd name="connsiteY6516" fmla="*/ 943928 h 1371600"/>
                <a:gd name="connsiteX6517" fmla="*/ 446722 w 1628775"/>
                <a:gd name="connsiteY6517" fmla="*/ 943642 h 1371600"/>
                <a:gd name="connsiteX6518" fmla="*/ 446532 w 1628775"/>
                <a:gd name="connsiteY6518" fmla="*/ 943451 h 1371600"/>
                <a:gd name="connsiteX6519" fmla="*/ 446437 w 1628775"/>
                <a:gd name="connsiteY6519" fmla="*/ 943070 h 1371600"/>
                <a:gd name="connsiteX6520" fmla="*/ 446532 w 1628775"/>
                <a:gd name="connsiteY6520" fmla="*/ 942308 h 1371600"/>
                <a:gd name="connsiteX6521" fmla="*/ 446722 w 1628775"/>
                <a:gd name="connsiteY6521" fmla="*/ 941737 h 1371600"/>
                <a:gd name="connsiteX6522" fmla="*/ 447389 w 1628775"/>
                <a:gd name="connsiteY6522" fmla="*/ 940594 h 1371600"/>
                <a:gd name="connsiteX6523" fmla="*/ 447580 w 1628775"/>
                <a:gd name="connsiteY6523" fmla="*/ 940499 h 1371600"/>
                <a:gd name="connsiteX6524" fmla="*/ 447865 w 1628775"/>
                <a:gd name="connsiteY6524" fmla="*/ 939451 h 1371600"/>
                <a:gd name="connsiteX6525" fmla="*/ 448532 w 1628775"/>
                <a:gd name="connsiteY6525" fmla="*/ 938689 h 1371600"/>
                <a:gd name="connsiteX6526" fmla="*/ 450247 w 1628775"/>
                <a:gd name="connsiteY6526" fmla="*/ 937260 h 1371600"/>
                <a:gd name="connsiteX6527" fmla="*/ 449961 w 1628775"/>
                <a:gd name="connsiteY6527" fmla="*/ 935355 h 1371600"/>
                <a:gd name="connsiteX6528" fmla="*/ 451295 w 1628775"/>
                <a:gd name="connsiteY6528" fmla="*/ 928497 h 1371600"/>
                <a:gd name="connsiteX6529" fmla="*/ 451485 w 1628775"/>
                <a:gd name="connsiteY6529" fmla="*/ 928021 h 1371600"/>
                <a:gd name="connsiteX6530" fmla="*/ 452247 w 1628775"/>
                <a:gd name="connsiteY6530" fmla="*/ 926973 h 1371600"/>
                <a:gd name="connsiteX6531" fmla="*/ 452438 w 1628775"/>
                <a:gd name="connsiteY6531" fmla="*/ 926402 h 1371600"/>
                <a:gd name="connsiteX6532" fmla="*/ 450913 w 1628775"/>
                <a:gd name="connsiteY6532" fmla="*/ 925830 h 1371600"/>
                <a:gd name="connsiteX6533" fmla="*/ 450247 w 1628775"/>
                <a:gd name="connsiteY6533" fmla="*/ 924782 h 1371600"/>
                <a:gd name="connsiteX6534" fmla="*/ 449771 w 1628775"/>
                <a:gd name="connsiteY6534" fmla="*/ 923258 h 1371600"/>
                <a:gd name="connsiteX6535" fmla="*/ 449866 w 1628775"/>
                <a:gd name="connsiteY6535" fmla="*/ 922592 h 1371600"/>
                <a:gd name="connsiteX6536" fmla="*/ 449771 w 1628775"/>
                <a:gd name="connsiteY6536" fmla="*/ 921449 h 1371600"/>
                <a:gd name="connsiteX6537" fmla="*/ 450342 w 1628775"/>
                <a:gd name="connsiteY6537" fmla="*/ 919734 h 1371600"/>
                <a:gd name="connsiteX6538" fmla="*/ 452342 w 1628775"/>
                <a:gd name="connsiteY6538" fmla="*/ 913067 h 1371600"/>
                <a:gd name="connsiteX6539" fmla="*/ 454152 w 1628775"/>
                <a:gd name="connsiteY6539" fmla="*/ 907256 h 1371600"/>
                <a:gd name="connsiteX6540" fmla="*/ 455200 w 1628775"/>
                <a:gd name="connsiteY6540" fmla="*/ 903446 h 1371600"/>
                <a:gd name="connsiteX6541" fmla="*/ 455866 w 1628775"/>
                <a:gd name="connsiteY6541" fmla="*/ 900494 h 1371600"/>
                <a:gd name="connsiteX6542" fmla="*/ 456819 w 1628775"/>
                <a:gd name="connsiteY6542" fmla="*/ 898303 h 1371600"/>
                <a:gd name="connsiteX6543" fmla="*/ 457486 w 1628775"/>
                <a:gd name="connsiteY6543" fmla="*/ 895255 h 1371600"/>
                <a:gd name="connsiteX6544" fmla="*/ 458057 w 1628775"/>
                <a:gd name="connsiteY6544" fmla="*/ 894017 h 1371600"/>
                <a:gd name="connsiteX6545" fmla="*/ 458438 w 1628775"/>
                <a:gd name="connsiteY6545" fmla="*/ 893636 h 1371600"/>
                <a:gd name="connsiteX6546" fmla="*/ 458724 w 1628775"/>
                <a:gd name="connsiteY6546" fmla="*/ 893445 h 1371600"/>
                <a:gd name="connsiteX6547" fmla="*/ 458914 w 1628775"/>
                <a:gd name="connsiteY6547" fmla="*/ 893159 h 1371600"/>
                <a:gd name="connsiteX6548" fmla="*/ 459010 w 1628775"/>
                <a:gd name="connsiteY6548" fmla="*/ 891731 h 1371600"/>
                <a:gd name="connsiteX6549" fmla="*/ 459391 w 1628775"/>
                <a:gd name="connsiteY6549" fmla="*/ 890111 h 1371600"/>
                <a:gd name="connsiteX6550" fmla="*/ 459581 w 1628775"/>
                <a:gd name="connsiteY6550" fmla="*/ 889540 h 1371600"/>
                <a:gd name="connsiteX6551" fmla="*/ 459962 w 1628775"/>
                <a:gd name="connsiteY6551" fmla="*/ 889349 h 1371600"/>
                <a:gd name="connsiteX6552" fmla="*/ 460629 w 1628775"/>
                <a:gd name="connsiteY6552" fmla="*/ 889254 h 1371600"/>
                <a:gd name="connsiteX6553" fmla="*/ 461200 w 1628775"/>
                <a:gd name="connsiteY6553" fmla="*/ 888968 h 1371600"/>
                <a:gd name="connsiteX6554" fmla="*/ 462534 w 1628775"/>
                <a:gd name="connsiteY6554" fmla="*/ 888016 h 1371600"/>
                <a:gd name="connsiteX6555" fmla="*/ 461772 w 1628775"/>
                <a:gd name="connsiteY6555" fmla="*/ 886778 h 1371600"/>
                <a:gd name="connsiteX6556" fmla="*/ 460820 w 1628775"/>
                <a:gd name="connsiteY6556" fmla="*/ 885825 h 1371600"/>
                <a:gd name="connsiteX6557" fmla="*/ 461010 w 1628775"/>
                <a:gd name="connsiteY6557" fmla="*/ 884587 h 1371600"/>
                <a:gd name="connsiteX6558" fmla="*/ 462058 w 1628775"/>
                <a:gd name="connsiteY6558" fmla="*/ 884777 h 1371600"/>
                <a:gd name="connsiteX6559" fmla="*/ 462915 w 1628775"/>
                <a:gd name="connsiteY6559" fmla="*/ 885158 h 1371600"/>
                <a:gd name="connsiteX6560" fmla="*/ 464058 w 1628775"/>
                <a:gd name="connsiteY6560" fmla="*/ 884873 h 1371600"/>
                <a:gd name="connsiteX6561" fmla="*/ 465106 w 1628775"/>
                <a:gd name="connsiteY6561" fmla="*/ 883730 h 1371600"/>
                <a:gd name="connsiteX6562" fmla="*/ 464153 w 1628775"/>
                <a:gd name="connsiteY6562" fmla="*/ 882682 h 1371600"/>
                <a:gd name="connsiteX6563" fmla="*/ 463867 w 1628775"/>
                <a:gd name="connsiteY6563" fmla="*/ 882491 h 1371600"/>
                <a:gd name="connsiteX6564" fmla="*/ 463010 w 1628775"/>
                <a:gd name="connsiteY6564" fmla="*/ 882491 h 1371600"/>
                <a:gd name="connsiteX6565" fmla="*/ 462439 w 1628775"/>
                <a:gd name="connsiteY6565" fmla="*/ 881825 h 1371600"/>
                <a:gd name="connsiteX6566" fmla="*/ 462248 w 1628775"/>
                <a:gd name="connsiteY6566" fmla="*/ 881063 h 1371600"/>
                <a:gd name="connsiteX6567" fmla="*/ 463105 w 1628775"/>
                <a:gd name="connsiteY6567" fmla="*/ 879253 h 1371600"/>
                <a:gd name="connsiteX6568" fmla="*/ 463391 w 1628775"/>
                <a:gd name="connsiteY6568" fmla="*/ 878205 h 1371600"/>
                <a:gd name="connsiteX6569" fmla="*/ 463582 w 1628775"/>
                <a:gd name="connsiteY6569" fmla="*/ 877919 h 1371600"/>
                <a:gd name="connsiteX6570" fmla="*/ 464630 w 1628775"/>
                <a:gd name="connsiteY6570" fmla="*/ 878015 h 1371600"/>
                <a:gd name="connsiteX6571" fmla="*/ 465391 w 1628775"/>
                <a:gd name="connsiteY6571" fmla="*/ 877729 h 1371600"/>
                <a:gd name="connsiteX6572" fmla="*/ 465677 w 1628775"/>
                <a:gd name="connsiteY6572" fmla="*/ 877348 h 1371600"/>
                <a:gd name="connsiteX6573" fmla="*/ 466630 w 1628775"/>
                <a:gd name="connsiteY6573" fmla="*/ 875728 h 1371600"/>
                <a:gd name="connsiteX6574" fmla="*/ 466820 w 1628775"/>
                <a:gd name="connsiteY6574" fmla="*/ 875062 h 1371600"/>
                <a:gd name="connsiteX6575" fmla="*/ 466820 w 1628775"/>
                <a:gd name="connsiteY6575" fmla="*/ 874586 h 1371600"/>
                <a:gd name="connsiteX6576" fmla="*/ 466725 w 1628775"/>
                <a:gd name="connsiteY6576" fmla="*/ 874395 h 1371600"/>
                <a:gd name="connsiteX6577" fmla="*/ 466725 w 1628775"/>
                <a:gd name="connsiteY6577" fmla="*/ 874300 h 1371600"/>
                <a:gd name="connsiteX6578" fmla="*/ 466915 w 1628775"/>
                <a:gd name="connsiteY6578" fmla="*/ 874014 h 1371600"/>
                <a:gd name="connsiteX6579" fmla="*/ 467201 w 1628775"/>
                <a:gd name="connsiteY6579" fmla="*/ 873728 h 1371600"/>
                <a:gd name="connsiteX6580" fmla="*/ 467868 w 1628775"/>
                <a:gd name="connsiteY6580" fmla="*/ 873157 h 1371600"/>
                <a:gd name="connsiteX6581" fmla="*/ 468535 w 1628775"/>
                <a:gd name="connsiteY6581" fmla="*/ 872014 h 1371600"/>
                <a:gd name="connsiteX6582" fmla="*/ 469392 w 1628775"/>
                <a:gd name="connsiteY6582" fmla="*/ 871538 h 1371600"/>
                <a:gd name="connsiteX6583" fmla="*/ 469678 w 1628775"/>
                <a:gd name="connsiteY6583" fmla="*/ 870680 h 1371600"/>
                <a:gd name="connsiteX6584" fmla="*/ 470345 w 1628775"/>
                <a:gd name="connsiteY6584" fmla="*/ 870966 h 1371600"/>
                <a:gd name="connsiteX6585" fmla="*/ 471106 w 1628775"/>
                <a:gd name="connsiteY6585" fmla="*/ 872014 h 1371600"/>
                <a:gd name="connsiteX6586" fmla="*/ 471488 w 1628775"/>
                <a:gd name="connsiteY6586" fmla="*/ 871728 h 1371600"/>
                <a:gd name="connsiteX6587" fmla="*/ 471583 w 1628775"/>
                <a:gd name="connsiteY6587" fmla="*/ 870776 h 1371600"/>
                <a:gd name="connsiteX6588" fmla="*/ 471678 w 1628775"/>
                <a:gd name="connsiteY6588" fmla="*/ 869728 h 1371600"/>
                <a:gd name="connsiteX6589" fmla="*/ 471868 w 1628775"/>
                <a:gd name="connsiteY6589" fmla="*/ 869537 h 1371600"/>
                <a:gd name="connsiteX6590" fmla="*/ 472154 w 1628775"/>
                <a:gd name="connsiteY6590" fmla="*/ 869347 h 1371600"/>
                <a:gd name="connsiteX6591" fmla="*/ 472345 w 1628775"/>
                <a:gd name="connsiteY6591" fmla="*/ 869061 h 1371600"/>
                <a:gd name="connsiteX6592" fmla="*/ 472440 w 1628775"/>
                <a:gd name="connsiteY6592" fmla="*/ 868775 h 1371600"/>
                <a:gd name="connsiteX6593" fmla="*/ 472440 w 1628775"/>
                <a:gd name="connsiteY6593" fmla="*/ 868585 h 1371600"/>
                <a:gd name="connsiteX6594" fmla="*/ 472440 w 1628775"/>
                <a:gd name="connsiteY6594" fmla="*/ 866870 h 1371600"/>
                <a:gd name="connsiteX6595" fmla="*/ 472916 w 1628775"/>
                <a:gd name="connsiteY6595" fmla="*/ 865537 h 1371600"/>
                <a:gd name="connsiteX6596" fmla="*/ 475393 w 1628775"/>
                <a:gd name="connsiteY6596" fmla="*/ 865823 h 1371600"/>
                <a:gd name="connsiteX6597" fmla="*/ 476345 w 1628775"/>
                <a:gd name="connsiteY6597" fmla="*/ 864870 h 1371600"/>
                <a:gd name="connsiteX6598" fmla="*/ 477107 w 1628775"/>
                <a:gd name="connsiteY6598" fmla="*/ 864870 h 1371600"/>
                <a:gd name="connsiteX6599" fmla="*/ 478060 w 1628775"/>
                <a:gd name="connsiteY6599" fmla="*/ 864489 h 1371600"/>
                <a:gd name="connsiteX6600" fmla="*/ 478917 w 1628775"/>
                <a:gd name="connsiteY6600" fmla="*/ 863822 h 1371600"/>
                <a:gd name="connsiteX6601" fmla="*/ 479298 w 1628775"/>
                <a:gd name="connsiteY6601" fmla="*/ 862965 h 1371600"/>
                <a:gd name="connsiteX6602" fmla="*/ 479012 w 1628775"/>
                <a:gd name="connsiteY6602" fmla="*/ 862584 h 1371600"/>
                <a:gd name="connsiteX6603" fmla="*/ 477488 w 1628775"/>
                <a:gd name="connsiteY6603" fmla="*/ 862775 h 1371600"/>
                <a:gd name="connsiteX6604" fmla="*/ 476821 w 1628775"/>
                <a:gd name="connsiteY6604" fmla="*/ 862679 h 1371600"/>
                <a:gd name="connsiteX6605" fmla="*/ 477203 w 1628775"/>
                <a:gd name="connsiteY6605" fmla="*/ 861917 h 1371600"/>
                <a:gd name="connsiteX6606" fmla="*/ 477679 w 1628775"/>
                <a:gd name="connsiteY6606" fmla="*/ 861536 h 1371600"/>
                <a:gd name="connsiteX6607" fmla="*/ 478155 w 1628775"/>
                <a:gd name="connsiteY6607" fmla="*/ 861251 h 1371600"/>
                <a:gd name="connsiteX6608" fmla="*/ 478631 w 1628775"/>
                <a:gd name="connsiteY6608" fmla="*/ 860870 h 1371600"/>
                <a:gd name="connsiteX6609" fmla="*/ 479203 w 1628775"/>
                <a:gd name="connsiteY6609" fmla="*/ 859822 h 1371600"/>
                <a:gd name="connsiteX6610" fmla="*/ 479012 w 1628775"/>
                <a:gd name="connsiteY6610" fmla="*/ 859346 h 1371600"/>
                <a:gd name="connsiteX6611" fmla="*/ 478536 w 1628775"/>
                <a:gd name="connsiteY6611" fmla="*/ 859060 h 1371600"/>
                <a:gd name="connsiteX6612" fmla="*/ 478346 w 1628775"/>
                <a:gd name="connsiteY6612" fmla="*/ 858679 h 1371600"/>
                <a:gd name="connsiteX6613" fmla="*/ 479012 w 1628775"/>
                <a:gd name="connsiteY6613" fmla="*/ 857726 h 1371600"/>
                <a:gd name="connsiteX6614" fmla="*/ 480631 w 1628775"/>
                <a:gd name="connsiteY6614" fmla="*/ 856488 h 1371600"/>
                <a:gd name="connsiteX6615" fmla="*/ 481584 w 1628775"/>
                <a:gd name="connsiteY6615" fmla="*/ 856298 h 1371600"/>
                <a:gd name="connsiteX6616" fmla="*/ 482727 w 1628775"/>
                <a:gd name="connsiteY6616" fmla="*/ 855726 h 1371600"/>
                <a:gd name="connsiteX6617" fmla="*/ 483775 w 1628775"/>
                <a:gd name="connsiteY6617" fmla="*/ 855917 h 1371600"/>
                <a:gd name="connsiteX6618" fmla="*/ 483584 w 1628775"/>
                <a:gd name="connsiteY6618" fmla="*/ 855250 h 1371600"/>
                <a:gd name="connsiteX6619" fmla="*/ 480631 w 1628775"/>
                <a:gd name="connsiteY6619" fmla="*/ 855821 h 1371600"/>
                <a:gd name="connsiteX6620" fmla="*/ 395954 w 1628775"/>
                <a:gd name="connsiteY6620" fmla="*/ 876776 h 1371600"/>
                <a:gd name="connsiteX6621" fmla="*/ 395573 w 1628775"/>
                <a:gd name="connsiteY6621" fmla="*/ 876395 h 1371600"/>
                <a:gd name="connsiteX6622" fmla="*/ 395097 w 1628775"/>
                <a:gd name="connsiteY6622" fmla="*/ 876110 h 1371600"/>
                <a:gd name="connsiteX6623" fmla="*/ 394716 w 1628775"/>
                <a:gd name="connsiteY6623" fmla="*/ 876300 h 1371600"/>
                <a:gd name="connsiteX6624" fmla="*/ 394240 w 1628775"/>
                <a:gd name="connsiteY6624" fmla="*/ 876681 h 1371600"/>
                <a:gd name="connsiteX6625" fmla="*/ 394049 w 1628775"/>
                <a:gd name="connsiteY6625" fmla="*/ 876776 h 1371600"/>
                <a:gd name="connsiteX6626" fmla="*/ 394049 w 1628775"/>
                <a:gd name="connsiteY6626" fmla="*/ 876490 h 1371600"/>
                <a:gd name="connsiteX6627" fmla="*/ 393859 w 1628775"/>
                <a:gd name="connsiteY6627" fmla="*/ 876490 h 1371600"/>
                <a:gd name="connsiteX6628" fmla="*/ 393097 w 1628775"/>
                <a:gd name="connsiteY6628" fmla="*/ 877729 h 1371600"/>
                <a:gd name="connsiteX6629" fmla="*/ 393097 w 1628775"/>
                <a:gd name="connsiteY6629" fmla="*/ 878110 h 1371600"/>
                <a:gd name="connsiteX6630" fmla="*/ 393478 w 1628775"/>
                <a:gd name="connsiteY6630" fmla="*/ 878396 h 1371600"/>
                <a:gd name="connsiteX6631" fmla="*/ 393668 w 1628775"/>
                <a:gd name="connsiteY6631" fmla="*/ 878872 h 1371600"/>
                <a:gd name="connsiteX6632" fmla="*/ 393382 w 1628775"/>
                <a:gd name="connsiteY6632" fmla="*/ 879634 h 1371600"/>
                <a:gd name="connsiteX6633" fmla="*/ 393478 w 1628775"/>
                <a:gd name="connsiteY6633" fmla="*/ 880396 h 1371600"/>
                <a:gd name="connsiteX6634" fmla="*/ 394145 w 1628775"/>
                <a:gd name="connsiteY6634" fmla="*/ 880967 h 1371600"/>
                <a:gd name="connsiteX6635" fmla="*/ 394430 w 1628775"/>
                <a:gd name="connsiteY6635" fmla="*/ 881158 h 1371600"/>
                <a:gd name="connsiteX6636" fmla="*/ 394240 w 1628775"/>
                <a:gd name="connsiteY6636" fmla="*/ 880586 h 1371600"/>
                <a:gd name="connsiteX6637" fmla="*/ 394621 w 1628775"/>
                <a:gd name="connsiteY6637" fmla="*/ 880396 h 1371600"/>
                <a:gd name="connsiteX6638" fmla="*/ 395383 w 1628775"/>
                <a:gd name="connsiteY6638" fmla="*/ 880205 h 1371600"/>
                <a:gd name="connsiteX6639" fmla="*/ 395668 w 1628775"/>
                <a:gd name="connsiteY6639" fmla="*/ 879539 h 1371600"/>
                <a:gd name="connsiteX6640" fmla="*/ 395859 w 1628775"/>
                <a:gd name="connsiteY6640" fmla="*/ 878491 h 1371600"/>
                <a:gd name="connsiteX6641" fmla="*/ 395764 w 1628775"/>
                <a:gd name="connsiteY6641" fmla="*/ 877824 h 1371600"/>
                <a:gd name="connsiteX6642" fmla="*/ 395478 w 1628775"/>
                <a:gd name="connsiteY6642" fmla="*/ 877443 h 1371600"/>
                <a:gd name="connsiteX6643" fmla="*/ 395668 w 1628775"/>
                <a:gd name="connsiteY6643" fmla="*/ 877062 h 1371600"/>
                <a:gd name="connsiteX6644" fmla="*/ 395954 w 1628775"/>
                <a:gd name="connsiteY6644" fmla="*/ 876776 h 1371600"/>
                <a:gd name="connsiteX6645" fmla="*/ 429387 w 1628775"/>
                <a:gd name="connsiteY6645" fmla="*/ 989457 h 1371600"/>
                <a:gd name="connsiteX6646" fmla="*/ 428625 w 1628775"/>
                <a:gd name="connsiteY6646" fmla="*/ 988409 h 1371600"/>
                <a:gd name="connsiteX6647" fmla="*/ 428054 w 1628775"/>
                <a:gd name="connsiteY6647" fmla="*/ 986885 h 1371600"/>
                <a:gd name="connsiteX6648" fmla="*/ 428054 w 1628775"/>
                <a:gd name="connsiteY6648" fmla="*/ 985933 h 1371600"/>
                <a:gd name="connsiteX6649" fmla="*/ 427577 w 1628775"/>
                <a:gd name="connsiteY6649" fmla="*/ 985933 h 1371600"/>
                <a:gd name="connsiteX6650" fmla="*/ 427196 w 1628775"/>
                <a:gd name="connsiteY6650" fmla="*/ 986123 h 1371600"/>
                <a:gd name="connsiteX6651" fmla="*/ 426910 w 1628775"/>
                <a:gd name="connsiteY6651" fmla="*/ 986409 h 1371600"/>
                <a:gd name="connsiteX6652" fmla="*/ 426244 w 1628775"/>
                <a:gd name="connsiteY6652" fmla="*/ 987171 h 1371600"/>
                <a:gd name="connsiteX6653" fmla="*/ 425101 w 1628775"/>
                <a:gd name="connsiteY6653" fmla="*/ 988981 h 1371600"/>
                <a:gd name="connsiteX6654" fmla="*/ 425196 w 1628775"/>
                <a:gd name="connsiteY6654" fmla="*/ 990314 h 1371600"/>
                <a:gd name="connsiteX6655" fmla="*/ 424720 w 1628775"/>
                <a:gd name="connsiteY6655" fmla="*/ 991648 h 1371600"/>
                <a:gd name="connsiteX6656" fmla="*/ 423958 w 1628775"/>
                <a:gd name="connsiteY6656" fmla="*/ 991934 h 1371600"/>
                <a:gd name="connsiteX6657" fmla="*/ 423958 w 1628775"/>
                <a:gd name="connsiteY6657" fmla="*/ 992600 h 1371600"/>
                <a:gd name="connsiteX6658" fmla="*/ 423005 w 1628775"/>
                <a:gd name="connsiteY6658" fmla="*/ 994315 h 1371600"/>
                <a:gd name="connsiteX6659" fmla="*/ 422243 w 1628775"/>
                <a:gd name="connsiteY6659" fmla="*/ 995267 h 1371600"/>
                <a:gd name="connsiteX6660" fmla="*/ 421576 w 1628775"/>
                <a:gd name="connsiteY6660" fmla="*/ 996029 h 1371600"/>
                <a:gd name="connsiteX6661" fmla="*/ 421862 w 1628775"/>
                <a:gd name="connsiteY6661" fmla="*/ 996506 h 1371600"/>
                <a:gd name="connsiteX6662" fmla="*/ 421767 w 1628775"/>
                <a:gd name="connsiteY6662" fmla="*/ 997077 h 1371600"/>
                <a:gd name="connsiteX6663" fmla="*/ 422053 w 1628775"/>
                <a:gd name="connsiteY6663" fmla="*/ 997934 h 1371600"/>
                <a:gd name="connsiteX6664" fmla="*/ 422243 w 1628775"/>
                <a:gd name="connsiteY6664" fmla="*/ 999839 h 1371600"/>
                <a:gd name="connsiteX6665" fmla="*/ 422243 w 1628775"/>
                <a:gd name="connsiteY6665" fmla="*/ 1000792 h 1371600"/>
                <a:gd name="connsiteX6666" fmla="*/ 421767 w 1628775"/>
                <a:gd name="connsiteY6666" fmla="*/ 1002316 h 1371600"/>
                <a:gd name="connsiteX6667" fmla="*/ 421100 w 1628775"/>
                <a:gd name="connsiteY6667" fmla="*/ 1004126 h 1371600"/>
                <a:gd name="connsiteX6668" fmla="*/ 419576 w 1628775"/>
                <a:gd name="connsiteY6668" fmla="*/ 1006411 h 1371600"/>
                <a:gd name="connsiteX6669" fmla="*/ 418243 w 1628775"/>
                <a:gd name="connsiteY6669" fmla="*/ 1007840 h 1371600"/>
                <a:gd name="connsiteX6670" fmla="*/ 417862 w 1628775"/>
                <a:gd name="connsiteY6670" fmla="*/ 1008888 h 1371600"/>
                <a:gd name="connsiteX6671" fmla="*/ 417481 w 1628775"/>
                <a:gd name="connsiteY6671" fmla="*/ 1008793 h 1371600"/>
                <a:gd name="connsiteX6672" fmla="*/ 416909 w 1628775"/>
                <a:gd name="connsiteY6672" fmla="*/ 1008507 h 1371600"/>
                <a:gd name="connsiteX6673" fmla="*/ 416814 w 1628775"/>
                <a:gd name="connsiteY6673" fmla="*/ 1009078 h 1371600"/>
                <a:gd name="connsiteX6674" fmla="*/ 417005 w 1628775"/>
                <a:gd name="connsiteY6674" fmla="*/ 1010317 h 1371600"/>
                <a:gd name="connsiteX6675" fmla="*/ 417481 w 1628775"/>
                <a:gd name="connsiteY6675" fmla="*/ 1011365 h 1371600"/>
                <a:gd name="connsiteX6676" fmla="*/ 417671 w 1628775"/>
                <a:gd name="connsiteY6676" fmla="*/ 1012984 h 1371600"/>
                <a:gd name="connsiteX6677" fmla="*/ 417385 w 1628775"/>
                <a:gd name="connsiteY6677" fmla="*/ 1014032 h 1371600"/>
                <a:gd name="connsiteX6678" fmla="*/ 417195 w 1628775"/>
                <a:gd name="connsiteY6678" fmla="*/ 1014794 h 1371600"/>
                <a:gd name="connsiteX6679" fmla="*/ 417766 w 1628775"/>
                <a:gd name="connsiteY6679" fmla="*/ 1015556 h 1371600"/>
                <a:gd name="connsiteX6680" fmla="*/ 417957 w 1628775"/>
                <a:gd name="connsiteY6680" fmla="*/ 1016127 h 1371600"/>
                <a:gd name="connsiteX6681" fmla="*/ 418814 w 1628775"/>
                <a:gd name="connsiteY6681" fmla="*/ 1016127 h 1371600"/>
                <a:gd name="connsiteX6682" fmla="*/ 419100 w 1628775"/>
                <a:gd name="connsiteY6682" fmla="*/ 1015460 h 1371600"/>
                <a:gd name="connsiteX6683" fmla="*/ 419957 w 1628775"/>
                <a:gd name="connsiteY6683" fmla="*/ 1014794 h 1371600"/>
                <a:gd name="connsiteX6684" fmla="*/ 420910 w 1628775"/>
                <a:gd name="connsiteY6684" fmla="*/ 1014603 h 1371600"/>
                <a:gd name="connsiteX6685" fmla="*/ 421957 w 1628775"/>
                <a:gd name="connsiteY6685" fmla="*/ 1014317 h 1371600"/>
                <a:gd name="connsiteX6686" fmla="*/ 422910 w 1628775"/>
                <a:gd name="connsiteY6686" fmla="*/ 1014413 h 1371600"/>
                <a:gd name="connsiteX6687" fmla="*/ 423005 w 1628775"/>
                <a:gd name="connsiteY6687" fmla="*/ 1013651 h 1371600"/>
                <a:gd name="connsiteX6688" fmla="*/ 423767 w 1628775"/>
                <a:gd name="connsiteY6688" fmla="*/ 1012793 h 1371600"/>
                <a:gd name="connsiteX6689" fmla="*/ 423291 w 1628775"/>
                <a:gd name="connsiteY6689" fmla="*/ 1011841 h 1371600"/>
                <a:gd name="connsiteX6690" fmla="*/ 423386 w 1628775"/>
                <a:gd name="connsiteY6690" fmla="*/ 1011174 h 1371600"/>
                <a:gd name="connsiteX6691" fmla="*/ 423672 w 1628775"/>
                <a:gd name="connsiteY6691" fmla="*/ 1010507 h 1371600"/>
                <a:gd name="connsiteX6692" fmla="*/ 423386 w 1628775"/>
                <a:gd name="connsiteY6692" fmla="*/ 1009840 h 1371600"/>
                <a:gd name="connsiteX6693" fmla="*/ 423005 w 1628775"/>
                <a:gd name="connsiteY6693" fmla="*/ 1009364 h 1371600"/>
                <a:gd name="connsiteX6694" fmla="*/ 423196 w 1628775"/>
                <a:gd name="connsiteY6694" fmla="*/ 1008888 h 1371600"/>
                <a:gd name="connsiteX6695" fmla="*/ 423100 w 1628775"/>
                <a:gd name="connsiteY6695" fmla="*/ 1007936 h 1371600"/>
                <a:gd name="connsiteX6696" fmla="*/ 423863 w 1628775"/>
                <a:gd name="connsiteY6696" fmla="*/ 1006888 h 1371600"/>
                <a:gd name="connsiteX6697" fmla="*/ 423958 w 1628775"/>
                <a:gd name="connsiteY6697" fmla="*/ 1005554 h 1371600"/>
                <a:gd name="connsiteX6698" fmla="*/ 424529 w 1628775"/>
                <a:gd name="connsiteY6698" fmla="*/ 1004697 h 1371600"/>
                <a:gd name="connsiteX6699" fmla="*/ 425005 w 1628775"/>
                <a:gd name="connsiteY6699" fmla="*/ 1003554 h 1371600"/>
                <a:gd name="connsiteX6700" fmla="*/ 425767 w 1628775"/>
                <a:gd name="connsiteY6700" fmla="*/ 1003554 h 1371600"/>
                <a:gd name="connsiteX6701" fmla="*/ 426720 w 1628775"/>
                <a:gd name="connsiteY6701" fmla="*/ 1003173 h 1371600"/>
                <a:gd name="connsiteX6702" fmla="*/ 426815 w 1628775"/>
                <a:gd name="connsiteY6702" fmla="*/ 1002221 h 1371600"/>
                <a:gd name="connsiteX6703" fmla="*/ 426815 w 1628775"/>
                <a:gd name="connsiteY6703" fmla="*/ 1001173 h 1371600"/>
                <a:gd name="connsiteX6704" fmla="*/ 427482 w 1628775"/>
                <a:gd name="connsiteY6704" fmla="*/ 1000697 h 1371600"/>
                <a:gd name="connsiteX6705" fmla="*/ 427863 w 1628775"/>
                <a:gd name="connsiteY6705" fmla="*/ 999839 h 1371600"/>
                <a:gd name="connsiteX6706" fmla="*/ 427863 w 1628775"/>
                <a:gd name="connsiteY6706" fmla="*/ 997934 h 1371600"/>
                <a:gd name="connsiteX6707" fmla="*/ 427672 w 1628775"/>
                <a:gd name="connsiteY6707" fmla="*/ 996696 h 1371600"/>
                <a:gd name="connsiteX6708" fmla="*/ 429006 w 1628775"/>
                <a:gd name="connsiteY6708" fmla="*/ 994410 h 1371600"/>
                <a:gd name="connsiteX6709" fmla="*/ 428625 w 1628775"/>
                <a:gd name="connsiteY6709" fmla="*/ 992029 h 1371600"/>
                <a:gd name="connsiteX6710" fmla="*/ 428625 w 1628775"/>
                <a:gd name="connsiteY6710" fmla="*/ 990028 h 1371600"/>
                <a:gd name="connsiteX6711" fmla="*/ 429387 w 1628775"/>
                <a:gd name="connsiteY6711" fmla="*/ 989457 h 1371600"/>
                <a:gd name="connsiteX6712" fmla="*/ 591312 w 1628775"/>
                <a:gd name="connsiteY6712" fmla="*/ 759238 h 1371600"/>
                <a:gd name="connsiteX6713" fmla="*/ 591788 w 1628775"/>
                <a:gd name="connsiteY6713" fmla="*/ 760095 h 1371600"/>
                <a:gd name="connsiteX6714" fmla="*/ 592646 w 1628775"/>
                <a:gd name="connsiteY6714" fmla="*/ 760095 h 1371600"/>
                <a:gd name="connsiteX6715" fmla="*/ 593598 w 1628775"/>
                <a:gd name="connsiteY6715" fmla="*/ 759714 h 1371600"/>
                <a:gd name="connsiteX6716" fmla="*/ 594550 w 1628775"/>
                <a:gd name="connsiteY6716" fmla="*/ 759619 h 1371600"/>
                <a:gd name="connsiteX6717" fmla="*/ 595598 w 1628775"/>
                <a:gd name="connsiteY6717" fmla="*/ 760190 h 1371600"/>
                <a:gd name="connsiteX6718" fmla="*/ 595884 w 1628775"/>
                <a:gd name="connsiteY6718" fmla="*/ 760857 h 1371600"/>
                <a:gd name="connsiteX6719" fmla="*/ 595693 w 1628775"/>
                <a:gd name="connsiteY6719" fmla="*/ 763143 h 1371600"/>
                <a:gd name="connsiteX6720" fmla="*/ 596646 w 1628775"/>
                <a:gd name="connsiteY6720" fmla="*/ 762953 h 1371600"/>
                <a:gd name="connsiteX6721" fmla="*/ 597313 w 1628775"/>
                <a:gd name="connsiteY6721" fmla="*/ 762095 h 1371600"/>
                <a:gd name="connsiteX6722" fmla="*/ 597884 w 1628775"/>
                <a:gd name="connsiteY6722" fmla="*/ 760952 h 1371600"/>
                <a:gd name="connsiteX6723" fmla="*/ 598646 w 1628775"/>
                <a:gd name="connsiteY6723" fmla="*/ 760190 h 1371600"/>
                <a:gd name="connsiteX6724" fmla="*/ 599789 w 1628775"/>
                <a:gd name="connsiteY6724" fmla="*/ 759905 h 1371600"/>
                <a:gd name="connsiteX6725" fmla="*/ 600265 w 1628775"/>
                <a:gd name="connsiteY6725" fmla="*/ 760286 h 1371600"/>
                <a:gd name="connsiteX6726" fmla="*/ 599980 w 1628775"/>
                <a:gd name="connsiteY6726" fmla="*/ 760857 h 1371600"/>
                <a:gd name="connsiteX6727" fmla="*/ 598932 w 1628775"/>
                <a:gd name="connsiteY6727" fmla="*/ 761048 h 1371600"/>
                <a:gd name="connsiteX6728" fmla="*/ 598932 w 1628775"/>
                <a:gd name="connsiteY6728" fmla="*/ 761428 h 1371600"/>
                <a:gd name="connsiteX6729" fmla="*/ 599694 w 1628775"/>
                <a:gd name="connsiteY6729" fmla="*/ 761333 h 1371600"/>
                <a:gd name="connsiteX6730" fmla="*/ 600361 w 1628775"/>
                <a:gd name="connsiteY6730" fmla="*/ 761428 h 1371600"/>
                <a:gd name="connsiteX6731" fmla="*/ 600837 w 1628775"/>
                <a:gd name="connsiteY6731" fmla="*/ 761714 h 1371600"/>
                <a:gd name="connsiteX6732" fmla="*/ 601123 w 1628775"/>
                <a:gd name="connsiteY6732" fmla="*/ 762286 h 1371600"/>
                <a:gd name="connsiteX6733" fmla="*/ 602266 w 1628775"/>
                <a:gd name="connsiteY6733" fmla="*/ 758857 h 1371600"/>
                <a:gd name="connsiteX6734" fmla="*/ 602551 w 1628775"/>
                <a:gd name="connsiteY6734" fmla="*/ 757047 h 1371600"/>
                <a:gd name="connsiteX6735" fmla="*/ 602361 w 1628775"/>
                <a:gd name="connsiteY6735" fmla="*/ 756285 h 1371600"/>
                <a:gd name="connsiteX6736" fmla="*/ 602075 w 1628775"/>
                <a:gd name="connsiteY6736" fmla="*/ 755618 h 1371600"/>
                <a:gd name="connsiteX6737" fmla="*/ 601980 w 1628775"/>
                <a:gd name="connsiteY6737" fmla="*/ 755047 h 1371600"/>
                <a:gd name="connsiteX6738" fmla="*/ 602171 w 1628775"/>
                <a:gd name="connsiteY6738" fmla="*/ 754475 h 1371600"/>
                <a:gd name="connsiteX6739" fmla="*/ 601408 w 1628775"/>
                <a:gd name="connsiteY6739" fmla="*/ 754475 h 1371600"/>
                <a:gd name="connsiteX6740" fmla="*/ 599599 w 1628775"/>
                <a:gd name="connsiteY6740" fmla="*/ 754952 h 1371600"/>
                <a:gd name="connsiteX6741" fmla="*/ 597694 w 1628775"/>
                <a:gd name="connsiteY6741" fmla="*/ 755142 h 1371600"/>
                <a:gd name="connsiteX6742" fmla="*/ 597027 w 1628775"/>
                <a:gd name="connsiteY6742" fmla="*/ 755332 h 1371600"/>
                <a:gd name="connsiteX6743" fmla="*/ 594741 w 1628775"/>
                <a:gd name="connsiteY6743" fmla="*/ 756761 h 1371600"/>
                <a:gd name="connsiteX6744" fmla="*/ 593407 w 1628775"/>
                <a:gd name="connsiteY6744" fmla="*/ 757142 h 1371600"/>
                <a:gd name="connsiteX6745" fmla="*/ 591883 w 1628775"/>
                <a:gd name="connsiteY6745" fmla="*/ 756666 h 1371600"/>
                <a:gd name="connsiteX6746" fmla="*/ 591693 w 1628775"/>
                <a:gd name="connsiteY6746" fmla="*/ 757333 h 1371600"/>
                <a:gd name="connsiteX6747" fmla="*/ 591788 w 1628775"/>
                <a:gd name="connsiteY6747" fmla="*/ 758095 h 1371600"/>
                <a:gd name="connsiteX6748" fmla="*/ 591788 w 1628775"/>
                <a:gd name="connsiteY6748" fmla="*/ 758761 h 1371600"/>
                <a:gd name="connsiteX6749" fmla="*/ 591312 w 1628775"/>
                <a:gd name="connsiteY6749" fmla="*/ 759238 h 1371600"/>
                <a:gd name="connsiteX6750" fmla="*/ 567404 w 1628775"/>
                <a:gd name="connsiteY6750" fmla="*/ 767144 h 1371600"/>
                <a:gd name="connsiteX6751" fmla="*/ 567785 w 1628775"/>
                <a:gd name="connsiteY6751" fmla="*/ 766858 h 1371600"/>
                <a:gd name="connsiteX6752" fmla="*/ 568166 w 1628775"/>
                <a:gd name="connsiteY6752" fmla="*/ 766572 h 1371600"/>
                <a:gd name="connsiteX6753" fmla="*/ 568452 w 1628775"/>
                <a:gd name="connsiteY6753" fmla="*/ 766096 h 1371600"/>
                <a:gd name="connsiteX6754" fmla="*/ 568357 w 1628775"/>
                <a:gd name="connsiteY6754" fmla="*/ 765239 h 1371600"/>
                <a:gd name="connsiteX6755" fmla="*/ 567880 w 1628775"/>
                <a:gd name="connsiteY6755" fmla="*/ 764477 h 1371600"/>
                <a:gd name="connsiteX6756" fmla="*/ 567499 w 1628775"/>
                <a:gd name="connsiteY6756" fmla="*/ 764381 h 1371600"/>
                <a:gd name="connsiteX6757" fmla="*/ 567309 w 1628775"/>
                <a:gd name="connsiteY6757" fmla="*/ 764762 h 1371600"/>
                <a:gd name="connsiteX6758" fmla="*/ 566642 w 1628775"/>
                <a:gd name="connsiteY6758" fmla="*/ 765620 h 1371600"/>
                <a:gd name="connsiteX6759" fmla="*/ 566452 w 1628775"/>
                <a:gd name="connsiteY6759" fmla="*/ 766382 h 1371600"/>
                <a:gd name="connsiteX6760" fmla="*/ 566833 w 1628775"/>
                <a:gd name="connsiteY6760" fmla="*/ 767144 h 1371600"/>
                <a:gd name="connsiteX6761" fmla="*/ 567214 w 1628775"/>
                <a:gd name="connsiteY6761" fmla="*/ 767334 h 1371600"/>
                <a:gd name="connsiteX6762" fmla="*/ 567404 w 1628775"/>
                <a:gd name="connsiteY6762" fmla="*/ 767144 h 1371600"/>
                <a:gd name="connsiteX6763" fmla="*/ 585406 w 1628775"/>
                <a:gd name="connsiteY6763" fmla="*/ 759524 h 1371600"/>
                <a:gd name="connsiteX6764" fmla="*/ 586359 w 1628775"/>
                <a:gd name="connsiteY6764" fmla="*/ 760000 h 1371600"/>
                <a:gd name="connsiteX6765" fmla="*/ 586359 w 1628775"/>
                <a:gd name="connsiteY6765" fmla="*/ 760000 h 1371600"/>
                <a:gd name="connsiteX6766" fmla="*/ 586835 w 1628775"/>
                <a:gd name="connsiteY6766" fmla="*/ 760381 h 1371600"/>
                <a:gd name="connsiteX6767" fmla="*/ 587216 w 1628775"/>
                <a:gd name="connsiteY6767" fmla="*/ 760476 h 1371600"/>
                <a:gd name="connsiteX6768" fmla="*/ 588169 w 1628775"/>
                <a:gd name="connsiteY6768" fmla="*/ 759143 h 1371600"/>
                <a:gd name="connsiteX6769" fmla="*/ 588264 w 1628775"/>
                <a:gd name="connsiteY6769" fmla="*/ 758571 h 1371600"/>
                <a:gd name="connsiteX6770" fmla="*/ 588169 w 1628775"/>
                <a:gd name="connsiteY6770" fmla="*/ 758476 h 1371600"/>
                <a:gd name="connsiteX6771" fmla="*/ 587788 w 1628775"/>
                <a:gd name="connsiteY6771" fmla="*/ 758476 h 1371600"/>
                <a:gd name="connsiteX6772" fmla="*/ 587407 w 1628775"/>
                <a:gd name="connsiteY6772" fmla="*/ 758095 h 1371600"/>
                <a:gd name="connsiteX6773" fmla="*/ 587216 w 1628775"/>
                <a:gd name="connsiteY6773" fmla="*/ 757904 h 1371600"/>
                <a:gd name="connsiteX6774" fmla="*/ 586645 w 1628775"/>
                <a:gd name="connsiteY6774" fmla="*/ 758095 h 1371600"/>
                <a:gd name="connsiteX6775" fmla="*/ 585692 w 1628775"/>
                <a:gd name="connsiteY6775" fmla="*/ 758666 h 1371600"/>
                <a:gd name="connsiteX6776" fmla="*/ 585216 w 1628775"/>
                <a:gd name="connsiteY6776" fmla="*/ 758761 h 1371600"/>
                <a:gd name="connsiteX6777" fmla="*/ 584835 w 1628775"/>
                <a:gd name="connsiteY6777" fmla="*/ 759047 h 1371600"/>
                <a:gd name="connsiteX6778" fmla="*/ 584740 w 1628775"/>
                <a:gd name="connsiteY6778" fmla="*/ 759238 h 1371600"/>
                <a:gd name="connsiteX6779" fmla="*/ 584930 w 1628775"/>
                <a:gd name="connsiteY6779" fmla="*/ 759428 h 1371600"/>
                <a:gd name="connsiteX6780" fmla="*/ 585406 w 1628775"/>
                <a:gd name="connsiteY6780" fmla="*/ 759524 h 1371600"/>
                <a:gd name="connsiteX6781" fmla="*/ 635698 w 1628775"/>
                <a:gd name="connsiteY6781" fmla="*/ 750951 h 1371600"/>
                <a:gd name="connsiteX6782" fmla="*/ 634555 w 1628775"/>
                <a:gd name="connsiteY6782" fmla="*/ 751332 h 1371600"/>
                <a:gd name="connsiteX6783" fmla="*/ 633603 w 1628775"/>
                <a:gd name="connsiteY6783" fmla="*/ 752665 h 1371600"/>
                <a:gd name="connsiteX6784" fmla="*/ 632270 w 1628775"/>
                <a:gd name="connsiteY6784" fmla="*/ 754571 h 1371600"/>
                <a:gd name="connsiteX6785" fmla="*/ 631412 w 1628775"/>
                <a:gd name="connsiteY6785" fmla="*/ 754856 h 1371600"/>
                <a:gd name="connsiteX6786" fmla="*/ 629412 w 1628775"/>
                <a:gd name="connsiteY6786" fmla="*/ 755904 h 1371600"/>
                <a:gd name="connsiteX6787" fmla="*/ 628745 w 1628775"/>
                <a:gd name="connsiteY6787" fmla="*/ 757142 h 1371600"/>
                <a:gd name="connsiteX6788" fmla="*/ 628364 w 1628775"/>
                <a:gd name="connsiteY6788" fmla="*/ 757714 h 1371600"/>
                <a:gd name="connsiteX6789" fmla="*/ 627888 w 1628775"/>
                <a:gd name="connsiteY6789" fmla="*/ 758857 h 1371600"/>
                <a:gd name="connsiteX6790" fmla="*/ 627602 w 1628775"/>
                <a:gd name="connsiteY6790" fmla="*/ 759333 h 1371600"/>
                <a:gd name="connsiteX6791" fmla="*/ 627221 w 1628775"/>
                <a:gd name="connsiteY6791" fmla="*/ 759714 h 1371600"/>
                <a:gd name="connsiteX6792" fmla="*/ 626269 w 1628775"/>
                <a:gd name="connsiteY6792" fmla="*/ 760286 h 1371600"/>
                <a:gd name="connsiteX6793" fmla="*/ 624935 w 1628775"/>
                <a:gd name="connsiteY6793" fmla="*/ 761143 h 1371600"/>
                <a:gd name="connsiteX6794" fmla="*/ 620839 w 1628775"/>
                <a:gd name="connsiteY6794" fmla="*/ 768572 h 1371600"/>
                <a:gd name="connsiteX6795" fmla="*/ 619982 w 1628775"/>
                <a:gd name="connsiteY6795" fmla="*/ 768953 h 1371600"/>
                <a:gd name="connsiteX6796" fmla="*/ 618839 w 1628775"/>
                <a:gd name="connsiteY6796" fmla="*/ 768668 h 1371600"/>
                <a:gd name="connsiteX6797" fmla="*/ 618077 w 1628775"/>
                <a:gd name="connsiteY6797" fmla="*/ 770287 h 1371600"/>
                <a:gd name="connsiteX6798" fmla="*/ 617410 w 1628775"/>
                <a:gd name="connsiteY6798" fmla="*/ 771144 h 1371600"/>
                <a:gd name="connsiteX6799" fmla="*/ 617887 w 1628775"/>
                <a:gd name="connsiteY6799" fmla="*/ 772573 h 1371600"/>
                <a:gd name="connsiteX6800" fmla="*/ 619030 w 1628775"/>
                <a:gd name="connsiteY6800" fmla="*/ 774002 h 1371600"/>
                <a:gd name="connsiteX6801" fmla="*/ 620935 w 1628775"/>
                <a:gd name="connsiteY6801" fmla="*/ 773430 h 1371600"/>
                <a:gd name="connsiteX6802" fmla="*/ 620363 w 1628775"/>
                <a:gd name="connsiteY6802" fmla="*/ 774192 h 1371600"/>
                <a:gd name="connsiteX6803" fmla="*/ 619792 w 1628775"/>
                <a:gd name="connsiteY6803" fmla="*/ 775430 h 1371600"/>
                <a:gd name="connsiteX6804" fmla="*/ 619982 w 1628775"/>
                <a:gd name="connsiteY6804" fmla="*/ 775621 h 1371600"/>
                <a:gd name="connsiteX6805" fmla="*/ 621125 w 1628775"/>
                <a:gd name="connsiteY6805" fmla="*/ 776097 h 1371600"/>
                <a:gd name="connsiteX6806" fmla="*/ 621221 w 1628775"/>
                <a:gd name="connsiteY6806" fmla="*/ 777335 h 1371600"/>
                <a:gd name="connsiteX6807" fmla="*/ 622459 w 1628775"/>
                <a:gd name="connsiteY6807" fmla="*/ 777240 h 1371600"/>
                <a:gd name="connsiteX6808" fmla="*/ 625030 w 1628775"/>
                <a:gd name="connsiteY6808" fmla="*/ 776669 h 1371600"/>
                <a:gd name="connsiteX6809" fmla="*/ 626840 w 1628775"/>
                <a:gd name="connsiteY6809" fmla="*/ 775049 h 1371600"/>
                <a:gd name="connsiteX6810" fmla="*/ 627983 w 1628775"/>
                <a:gd name="connsiteY6810" fmla="*/ 774478 h 1371600"/>
                <a:gd name="connsiteX6811" fmla="*/ 629507 w 1628775"/>
                <a:gd name="connsiteY6811" fmla="*/ 773906 h 1371600"/>
                <a:gd name="connsiteX6812" fmla="*/ 630841 w 1628775"/>
                <a:gd name="connsiteY6812" fmla="*/ 773144 h 1371600"/>
                <a:gd name="connsiteX6813" fmla="*/ 632365 w 1628775"/>
                <a:gd name="connsiteY6813" fmla="*/ 772763 h 1371600"/>
                <a:gd name="connsiteX6814" fmla="*/ 633413 w 1628775"/>
                <a:gd name="connsiteY6814" fmla="*/ 772287 h 1371600"/>
                <a:gd name="connsiteX6815" fmla="*/ 633031 w 1628775"/>
                <a:gd name="connsiteY6815" fmla="*/ 771239 h 1371600"/>
                <a:gd name="connsiteX6816" fmla="*/ 631793 w 1628775"/>
                <a:gd name="connsiteY6816" fmla="*/ 769906 h 1371600"/>
                <a:gd name="connsiteX6817" fmla="*/ 631412 w 1628775"/>
                <a:gd name="connsiteY6817" fmla="*/ 769144 h 1371600"/>
                <a:gd name="connsiteX6818" fmla="*/ 631317 w 1628775"/>
                <a:gd name="connsiteY6818" fmla="*/ 768001 h 1371600"/>
                <a:gd name="connsiteX6819" fmla="*/ 630460 w 1628775"/>
                <a:gd name="connsiteY6819" fmla="*/ 767334 h 1371600"/>
                <a:gd name="connsiteX6820" fmla="*/ 630460 w 1628775"/>
                <a:gd name="connsiteY6820" fmla="*/ 766572 h 1371600"/>
                <a:gd name="connsiteX6821" fmla="*/ 630269 w 1628775"/>
                <a:gd name="connsiteY6821" fmla="*/ 765810 h 1371600"/>
                <a:gd name="connsiteX6822" fmla="*/ 630364 w 1628775"/>
                <a:gd name="connsiteY6822" fmla="*/ 765239 h 1371600"/>
                <a:gd name="connsiteX6823" fmla="*/ 630650 w 1628775"/>
                <a:gd name="connsiteY6823" fmla="*/ 762857 h 1371600"/>
                <a:gd name="connsiteX6824" fmla="*/ 632174 w 1628775"/>
                <a:gd name="connsiteY6824" fmla="*/ 760667 h 1371600"/>
                <a:gd name="connsiteX6825" fmla="*/ 633413 w 1628775"/>
                <a:gd name="connsiteY6825" fmla="*/ 758666 h 1371600"/>
                <a:gd name="connsiteX6826" fmla="*/ 634841 w 1628775"/>
                <a:gd name="connsiteY6826" fmla="*/ 757333 h 1371600"/>
                <a:gd name="connsiteX6827" fmla="*/ 635413 w 1628775"/>
                <a:gd name="connsiteY6827" fmla="*/ 755809 h 1371600"/>
                <a:gd name="connsiteX6828" fmla="*/ 635794 w 1628775"/>
                <a:gd name="connsiteY6828" fmla="*/ 754475 h 1371600"/>
                <a:gd name="connsiteX6829" fmla="*/ 636556 w 1628775"/>
                <a:gd name="connsiteY6829" fmla="*/ 753523 h 1371600"/>
                <a:gd name="connsiteX6830" fmla="*/ 637127 w 1628775"/>
                <a:gd name="connsiteY6830" fmla="*/ 752665 h 1371600"/>
                <a:gd name="connsiteX6831" fmla="*/ 637032 w 1628775"/>
                <a:gd name="connsiteY6831" fmla="*/ 751903 h 1371600"/>
                <a:gd name="connsiteX6832" fmla="*/ 635698 w 1628775"/>
                <a:gd name="connsiteY6832" fmla="*/ 750951 h 1371600"/>
                <a:gd name="connsiteX6833" fmla="*/ 862012 w 1628775"/>
                <a:gd name="connsiteY6833" fmla="*/ 811721 h 1371600"/>
                <a:gd name="connsiteX6834" fmla="*/ 862012 w 1628775"/>
                <a:gd name="connsiteY6834" fmla="*/ 811721 h 1371600"/>
                <a:gd name="connsiteX6835" fmla="*/ 861822 w 1628775"/>
                <a:gd name="connsiteY6835" fmla="*/ 811625 h 1371600"/>
                <a:gd name="connsiteX6836" fmla="*/ 862012 w 1628775"/>
                <a:gd name="connsiteY6836" fmla="*/ 811721 h 1371600"/>
                <a:gd name="connsiteX6837" fmla="*/ 861631 w 1628775"/>
                <a:gd name="connsiteY6837" fmla="*/ 763334 h 1371600"/>
                <a:gd name="connsiteX6838" fmla="*/ 860965 w 1628775"/>
                <a:gd name="connsiteY6838" fmla="*/ 764096 h 1371600"/>
                <a:gd name="connsiteX6839" fmla="*/ 860488 w 1628775"/>
                <a:gd name="connsiteY6839" fmla="*/ 764572 h 1371600"/>
                <a:gd name="connsiteX6840" fmla="*/ 860202 w 1628775"/>
                <a:gd name="connsiteY6840" fmla="*/ 765048 h 1371600"/>
                <a:gd name="connsiteX6841" fmla="*/ 859631 w 1628775"/>
                <a:gd name="connsiteY6841" fmla="*/ 767239 h 1371600"/>
                <a:gd name="connsiteX6842" fmla="*/ 859631 w 1628775"/>
                <a:gd name="connsiteY6842" fmla="*/ 768001 h 1371600"/>
                <a:gd name="connsiteX6843" fmla="*/ 860393 w 1628775"/>
                <a:gd name="connsiteY6843" fmla="*/ 769144 h 1371600"/>
                <a:gd name="connsiteX6844" fmla="*/ 861251 w 1628775"/>
                <a:gd name="connsiteY6844" fmla="*/ 768286 h 1371600"/>
                <a:gd name="connsiteX6845" fmla="*/ 861917 w 1628775"/>
                <a:gd name="connsiteY6845" fmla="*/ 766286 h 1371600"/>
                <a:gd name="connsiteX6846" fmla="*/ 862203 w 1628775"/>
                <a:gd name="connsiteY6846" fmla="*/ 764286 h 1371600"/>
                <a:gd name="connsiteX6847" fmla="*/ 862108 w 1628775"/>
                <a:gd name="connsiteY6847" fmla="*/ 763143 h 1371600"/>
                <a:gd name="connsiteX6848" fmla="*/ 861631 w 1628775"/>
                <a:gd name="connsiteY6848" fmla="*/ 763334 h 1371600"/>
                <a:gd name="connsiteX6849" fmla="*/ 384905 w 1628775"/>
                <a:gd name="connsiteY6849" fmla="*/ 1008888 h 1371600"/>
                <a:gd name="connsiteX6850" fmla="*/ 383667 w 1628775"/>
                <a:gd name="connsiteY6850" fmla="*/ 1008412 h 1371600"/>
                <a:gd name="connsiteX6851" fmla="*/ 382714 w 1628775"/>
                <a:gd name="connsiteY6851" fmla="*/ 1007745 h 1371600"/>
                <a:gd name="connsiteX6852" fmla="*/ 382143 w 1628775"/>
                <a:gd name="connsiteY6852" fmla="*/ 1008126 h 1371600"/>
                <a:gd name="connsiteX6853" fmla="*/ 380809 w 1628775"/>
                <a:gd name="connsiteY6853" fmla="*/ 1007269 h 1371600"/>
                <a:gd name="connsiteX6854" fmla="*/ 379571 w 1628775"/>
                <a:gd name="connsiteY6854" fmla="*/ 1007269 h 1371600"/>
                <a:gd name="connsiteX6855" fmla="*/ 380047 w 1628775"/>
                <a:gd name="connsiteY6855" fmla="*/ 1007936 h 1371600"/>
                <a:gd name="connsiteX6856" fmla="*/ 380619 w 1628775"/>
                <a:gd name="connsiteY6856" fmla="*/ 1008507 h 1371600"/>
                <a:gd name="connsiteX6857" fmla="*/ 381190 w 1628775"/>
                <a:gd name="connsiteY6857" fmla="*/ 1009364 h 1371600"/>
                <a:gd name="connsiteX6858" fmla="*/ 382143 w 1628775"/>
                <a:gd name="connsiteY6858" fmla="*/ 1008983 h 1371600"/>
                <a:gd name="connsiteX6859" fmla="*/ 382333 w 1628775"/>
                <a:gd name="connsiteY6859" fmla="*/ 1009555 h 1371600"/>
                <a:gd name="connsiteX6860" fmla="*/ 382238 w 1628775"/>
                <a:gd name="connsiteY6860" fmla="*/ 1010317 h 1371600"/>
                <a:gd name="connsiteX6861" fmla="*/ 383286 w 1628775"/>
                <a:gd name="connsiteY6861" fmla="*/ 1011460 h 1371600"/>
                <a:gd name="connsiteX6862" fmla="*/ 384334 w 1628775"/>
                <a:gd name="connsiteY6862" fmla="*/ 1011269 h 1371600"/>
                <a:gd name="connsiteX6863" fmla="*/ 384810 w 1628775"/>
                <a:gd name="connsiteY6863" fmla="*/ 1010603 h 1371600"/>
                <a:gd name="connsiteX6864" fmla="*/ 385953 w 1628775"/>
                <a:gd name="connsiteY6864" fmla="*/ 1010603 h 1371600"/>
                <a:gd name="connsiteX6865" fmla="*/ 385953 w 1628775"/>
                <a:gd name="connsiteY6865" fmla="*/ 1009840 h 1371600"/>
                <a:gd name="connsiteX6866" fmla="*/ 384905 w 1628775"/>
                <a:gd name="connsiteY6866" fmla="*/ 1008888 h 1371600"/>
                <a:gd name="connsiteX6867" fmla="*/ 515588 w 1628775"/>
                <a:gd name="connsiteY6867" fmla="*/ 778764 h 1371600"/>
                <a:gd name="connsiteX6868" fmla="*/ 515969 w 1628775"/>
                <a:gd name="connsiteY6868" fmla="*/ 778764 h 1371600"/>
                <a:gd name="connsiteX6869" fmla="*/ 516255 w 1628775"/>
                <a:gd name="connsiteY6869" fmla="*/ 778955 h 1371600"/>
                <a:gd name="connsiteX6870" fmla="*/ 516255 w 1628775"/>
                <a:gd name="connsiteY6870" fmla="*/ 779431 h 1371600"/>
                <a:gd name="connsiteX6871" fmla="*/ 516350 w 1628775"/>
                <a:gd name="connsiteY6871" fmla="*/ 779526 h 1371600"/>
                <a:gd name="connsiteX6872" fmla="*/ 516731 w 1628775"/>
                <a:gd name="connsiteY6872" fmla="*/ 779336 h 1371600"/>
                <a:gd name="connsiteX6873" fmla="*/ 517207 w 1628775"/>
                <a:gd name="connsiteY6873" fmla="*/ 779050 h 1371600"/>
                <a:gd name="connsiteX6874" fmla="*/ 517493 w 1628775"/>
                <a:gd name="connsiteY6874" fmla="*/ 778478 h 1371600"/>
                <a:gd name="connsiteX6875" fmla="*/ 517112 w 1628775"/>
                <a:gd name="connsiteY6875" fmla="*/ 777716 h 1371600"/>
                <a:gd name="connsiteX6876" fmla="*/ 516255 w 1628775"/>
                <a:gd name="connsiteY6876" fmla="*/ 777240 h 1371600"/>
                <a:gd name="connsiteX6877" fmla="*/ 515779 w 1628775"/>
                <a:gd name="connsiteY6877" fmla="*/ 777145 h 1371600"/>
                <a:gd name="connsiteX6878" fmla="*/ 514731 w 1628775"/>
                <a:gd name="connsiteY6878" fmla="*/ 776859 h 1371600"/>
                <a:gd name="connsiteX6879" fmla="*/ 513969 w 1628775"/>
                <a:gd name="connsiteY6879" fmla="*/ 777050 h 1371600"/>
                <a:gd name="connsiteX6880" fmla="*/ 513683 w 1628775"/>
                <a:gd name="connsiteY6880" fmla="*/ 777716 h 1371600"/>
                <a:gd name="connsiteX6881" fmla="*/ 514159 w 1628775"/>
                <a:gd name="connsiteY6881" fmla="*/ 778288 h 1371600"/>
                <a:gd name="connsiteX6882" fmla="*/ 515588 w 1628775"/>
                <a:gd name="connsiteY6882" fmla="*/ 778764 h 1371600"/>
                <a:gd name="connsiteX6883" fmla="*/ 510159 w 1628775"/>
                <a:gd name="connsiteY6883" fmla="*/ 792575 h 1371600"/>
                <a:gd name="connsiteX6884" fmla="*/ 510921 w 1628775"/>
                <a:gd name="connsiteY6884" fmla="*/ 791909 h 1371600"/>
                <a:gd name="connsiteX6885" fmla="*/ 510921 w 1628775"/>
                <a:gd name="connsiteY6885" fmla="*/ 791242 h 1371600"/>
                <a:gd name="connsiteX6886" fmla="*/ 511016 w 1628775"/>
                <a:gd name="connsiteY6886" fmla="*/ 790956 h 1371600"/>
                <a:gd name="connsiteX6887" fmla="*/ 511207 w 1628775"/>
                <a:gd name="connsiteY6887" fmla="*/ 790670 h 1371600"/>
                <a:gd name="connsiteX6888" fmla="*/ 511302 w 1628775"/>
                <a:gd name="connsiteY6888" fmla="*/ 790289 h 1371600"/>
                <a:gd name="connsiteX6889" fmla="*/ 511397 w 1628775"/>
                <a:gd name="connsiteY6889" fmla="*/ 789623 h 1371600"/>
                <a:gd name="connsiteX6890" fmla="*/ 511397 w 1628775"/>
                <a:gd name="connsiteY6890" fmla="*/ 788956 h 1371600"/>
                <a:gd name="connsiteX6891" fmla="*/ 511302 w 1628775"/>
                <a:gd name="connsiteY6891" fmla="*/ 788765 h 1371600"/>
                <a:gd name="connsiteX6892" fmla="*/ 511016 w 1628775"/>
                <a:gd name="connsiteY6892" fmla="*/ 789146 h 1371600"/>
                <a:gd name="connsiteX6893" fmla="*/ 510349 w 1628775"/>
                <a:gd name="connsiteY6893" fmla="*/ 789718 h 1371600"/>
                <a:gd name="connsiteX6894" fmla="*/ 509968 w 1628775"/>
                <a:gd name="connsiteY6894" fmla="*/ 789908 h 1371600"/>
                <a:gd name="connsiteX6895" fmla="*/ 509778 w 1628775"/>
                <a:gd name="connsiteY6895" fmla="*/ 790003 h 1371600"/>
                <a:gd name="connsiteX6896" fmla="*/ 509397 w 1628775"/>
                <a:gd name="connsiteY6896" fmla="*/ 790289 h 1371600"/>
                <a:gd name="connsiteX6897" fmla="*/ 508825 w 1628775"/>
                <a:gd name="connsiteY6897" fmla="*/ 790765 h 1371600"/>
                <a:gd name="connsiteX6898" fmla="*/ 508349 w 1628775"/>
                <a:gd name="connsiteY6898" fmla="*/ 791432 h 1371600"/>
                <a:gd name="connsiteX6899" fmla="*/ 508445 w 1628775"/>
                <a:gd name="connsiteY6899" fmla="*/ 792290 h 1371600"/>
                <a:gd name="connsiteX6900" fmla="*/ 509016 w 1628775"/>
                <a:gd name="connsiteY6900" fmla="*/ 792671 h 1371600"/>
                <a:gd name="connsiteX6901" fmla="*/ 510159 w 1628775"/>
                <a:gd name="connsiteY6901" fmla="*/ 792575 h 1371600"/>
                <a:gd name="connsiteX6902" fmla="*/ 522922 w 1628775"/>
                <a:gd name="connsiteY6902" fmla="*/ 776383 h 1371600"/>
                <a:gd name="connsiteX6903" fmla="*/ 523970 w 1628775"/>
                <a:gd name="connsiteY6903" fmla="*/ 776383 h 1371600"/>
                <a:gd name="connsiteX6904" fmla="*/ 525208 w 1628775"/>
                <a:gd name="connsiteY6904" fmla="*/ 776097 h 1371600"/>
                <a:gd name="connsiteX6905" fmla="*/ 525780 w 1628775"/>
                <a:gd name="connsiteY6905" fmla="*/ 775526 h 1371600"/>
                <a:gd name="connsiteX6906" fmla="*/ 525875 w 1628775"/>
                <a:gd name="connsiteY6906" fmla="*/ 774859 h 1371600"/>
                <a:gd name="connsiteX6907" fmla="*/ 526351 w 1628775"/>
                <a:gd name="connsiteY6907" fmla="*/ 773621 h 1371600"/>
                <a:gd name="connsiteX6908" fmla="*/ 526542 w 1628775"/>
                <a:gd name="connsiteY6908" fmla="*/ 772192 h 1371600"/>
                <a:gd name="connsiteX6909" fmla="*/ 526351 w 1628775"/>
                <a:gd name="connsiteY6909" fmla="*/ 771620 h 1371600"/>
                <a:gd name="connsiteX6910" fmla="*/ 525971 w 1628775"/>
                <a:gd name="connsiteY6910" fmla="*/ 772001 h 1371600"/>
                <a:gd name="connsiteX6911" fmla="*/ 525304 w 1628775"/>
                <a:gd name="connsiteY6911" fmla="*/ 772954 h 1371600"/>
                <a:gd name="connsiteX6912" fmla="*/ 524732 w 1628775"/>
                <a:gd name="connsiteY6912" fmla="*/ 773335 h 1371600"/>
                <a:gd name="connsiteX6913" fmla="*/ 524161 w 1628775"/>
                <a:gd name="connsiteY6913" fmla="*/ 773335 h 1371600"/>
                <a:gd name="connsiteX6914" fmla="*/ 522637 w 1628775"/>
                <a:gd name="connsiteY6914" fmla="*/ 774002 h 1371600"/>
                <a:gd name="connsiteX6915" fmla="*/ 522446 w 1628775"/>
                <a:gd name="connsiteY6915" fmla="*/ 774097 h 1371600"/>
                <a:gd name="connsiteX6916" fmla="*/ 522065 w 1628775"/>
                <a:gd name="connsiteY6916" fmla="*/ 774382 h 1371600"/>
                <a:gd name="connsiteX6917" fmla="*/ 521875 w 1628775"/>
                <a:gd name="connsiteY6917" fmla="*/ 775145 h 1371600"/>
                <a:gd name="connsiteX6918" fmla="*/ 522256 w 1628775"/>
                <a:gd name="connsiteY6918" fmla="*/ 776002 h 1371600"/>
                <a:gd name="connsiteX6919" fmla="*/ 522922 w 1628775"/>
                <a:gd name="connsiteY6919" fmla="*/ 776383 h 1371600"/>
                <a:gd name="connsiteX6920" fmla="*/ 490347 w 1628775"/>
                <a:gd name="connsiteY6920" fmla="*/ 802672 h 1371600"/>
                <a:gd name="connsiteX6921" fmla="*/ 489395 w 1628775"/>
                <a:gd name="connsiteY6921" fmla="*/ 802291 h 1371600"/>
                <a:gd name="connsiteX6922" fmla="*/ 488537 w 1628775"/>
                <a:gd name="connsiteY6922" fmla="*/ 802291 h 1371600"/>
                <a:gd name="connsiteX6923" fmla="*/ 487871 w 1628775"/>
                <a:gd name="connsiteY6923" fmla="*/ 802672 h 1371600"/>
                <a:gd name="connsiteX6924" fmla="*/ 487489 w 1628775"/>
                <a:gd name="connsiteY6924" fmla="*/ 803529 h 1371600"/>
                <a:gd name="connsiteX6925" fmla="*/ 488347 w 1628775"/>
                <a:gd name="connsiteY6925" fmla="*/ 803339 h 1371600"/>
                <a:gd name="connsiteX6926" fmla="*/ 490061 w 1628775"/>
                <a:gd name="connsiteY6926" fmla="*/ 804196 h 1371600"/>
                <a:gd name="connsiteX6927" fmla="*/ 491204 w 1628775"/>
                <a:gd name="connsiteY6927" fmla="*/ 804386 h 1371600"/>
                <a:gd name="connsiteX6928" fmla="*/ 492062 w 1628775"/>
                <a:gd name="connsiteY6928" fmla="*/ 804196 h 1371600"/>
                <a:gd name="connsiteX6929" fmla="*/ 492157 w 1628775"/>
                <a:gd name="connsiteY6929" fmla="*/ 804005 h 1371600"/>
                <a:gd name="connsiteX6930" fmla="*/ 491014 w 1628775"/>
                <a:gd name="connsiteY6930" fmla="*/ 803148 h 1371600"/>
                <a:gd name="connsiteX6931" fmla="*/ 490347 w 1628775"/>
                <a:gd name="connsiteY6931" fmla="*/ 802672 h 1371600"/>
                <a:gd name="connsiteX6932" fmla="*/ 531495 w 1628775"/>
                <a:gd name="connsiteY6932" fmla="*/ 779812 h 1371600"/>
                <a:gd name="connsiteX6933" fmla="*/ 531209 w 1628775"/>
                <a:gd name="connsiteY6933" fmla="*/ 780098 h 1371600"/>
                <a:gd name="connsiteX6934" fmla="*/ 531019 w 1628775"/>
                <a:gd name="connsiteY6934" fmla="*/ 780955 h 1371600"/>
                <a:gd name="connsiteX6935" fmla="*/ 531019 w 1628775"/>
                <a:gd name="connsiteY6935" fmla="*/ 782098 h 1371600"/>
                <a:gd name="connsiteX6936" fmla="*/ 531590 w 1628775"/>
                <a:gd name="connsiteY6936" fmla="*/ 782574 h 1371600"/>
                <a:gd name="connsiteX6937" fmla="*/ 532543 w 1628775"/>
                <a:gd name="connsiteY6937" fmla="*/ 782098 h 1371600"/>
                <a:gd name="connsiteX6938" fmla="*/ 535114 w 1628775"/>
                <a:gd name="connsiteY6938" fmla="*/ 779431 h 1371600"/>
                <a:gd name="connsiteX6939" fmla="*/ 535496 w 1628775"/>
                <a:gd name="connsiteY6939" fmla="*/ 778764 h 1371600"/>
                <a:gd name="connsiteX6940" fmla="*/ 535400 w 1628775"/>
                <a:gd name="connsiteY6940" fmla="*/ 778478 h 1371600"/>
                <a:gd name="connsiteX6941" fmla="*/ 535114 w 1628775"/>
                <a:gd name="connsiteY6941" fmla="*/ 778574 h 1371600"/>
                <a:gd name="connsiteX6942" fmla="*/ 534543 w 1628775"/>
                <a:gd name="connsiteY6942" fmla="*/ 778574 h 1371600"/>
                <a:gd name="connsiteX6943" fmla="*/ 534162 w 1628775"/>
                <a:gd name="connsiteY6943" fmla="*/ 778193 h 1371600"/>
                <a:gd name="connsiteX6944" fmla="*/ 533876 w 1628775"/>
                <a:gd name="connsiteY6944" fmla="*/ 777716 h 1371600"/>
                <a:gd name="connsiteX6945" fmla="*/ 533019 w 1628775"/>
                <a:gd name="connsiteY6945" fmla="*/ 777335 h 1371600"/>
                <a:gd name="connsiteX6946" fmla="*/ 531876 w 1628775"/>
                <a:gd name="connsiteY6946" fmla="*/ 777621 h 1371600"/>
                <a:gd name="connsiteX6947" fmla="*/ 531495 w 1628775"/>
                <a:gd name="connsiteY6947" fmla="*/ 778478 h 1371600"/>
                <a:gd name="connsiteX6948" fmla="*/ 531876 w 1628775"/>
                <a:gd name="connsiteY6948" fmla="*/ 779431 h 1371600"/>
                <a:gd name="connsiteX6949" fmla="*/ 532066 w 1628775"/>
                <a:gd name="connsiteY6949" fmla="*/ 779907 h 1371600"/>
                <a:gd name="connsiteX6950" fmla="*/ 531781 w 1628775"/>
                <a:gd name="connsiteY6950" fmla="*/ 779812 h 1371600"/>
                <a:gd name="connsiteX6951" fmla="*/ 531495 w 1628775"/>
                <a:gd name="connsiteY6951" fmla="*/ 77981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</a:cxnLst>
              <a:rect l="l" t="t" r="r" b="b"/>
              <a:pathLst>
                <a:path w="1628775" h="1371600">
                  <a:moveTo>
                    <a:pt x="314134" y="874776"/>
                  </a:moveTo>
                  <a:lnTo>
                    <a:pt x="314230" y="874586"/>
                  </a:lnTo>
                  <a:lnTo>
                    <a:pt x="314230" y="874490"/>
                  </a:lnTo>
                  <a:lnTo>
                    <a:pt x="313849" y="873824"/>
                  </a:lnTo>
                  <a:lnTo>
                    <a:pt x="313087" y="872776"/>
                  </a:lnTo>
                  <a:lnTo>
                    <a:pt x="311848" y="871823"/>
                  </a:lnTo>
                  <a:lnTo>
                    <a:pt x="311182" y="870871"/>
                  </a:lnTo>
                  <a:lnTo>
                    <a:pt x="311563" y="868490"/>
                  </a:lnTo>
                  <a:lnTo>
                    <a:pt x="311182" y="867442"/>
                  </a:lnTo>
                  <a:lnTo>
                    <a:pt x="310420" y="867251"/>
                  </a:lnTo>
                  <a:lnTo>
                    <a:pt x="309563" y="866965"/>
                  </a:lnTo>
                  <a:lnTo>
                    <a:pt x="309563" y="866394"/>
                  </a:lnTo>
                  <a:lnTo>
                    <a:pt x="309658" y="865918"/>
                  </a:lnTo>
                  <a:lnTo>
                    <a:pt x="309467" y="864870"/>
                  </a:lnTo>
                  <a:lnTo>
                    <a:pt x="308229" y="865632"/>
                  </a:lnTo>
                  <a:lnTo>
                    <a:pt x="307943" y="866394"/>
                  </a:lnTo>
                  <a:lnTo>
                    <a:pt x="306038" y="867537"/>
                  </a:lnTo>
                  <a:lnTo>
                    <a:pt x="304895" y="867823"/>
                  </a:lnTo>
                  <a:lnTo>
                    <a:pt x="304038" y="868204"/>
                  </a:lnTo>
                  <a:lnTo>
                    <a:pt x="303752" y="868394"/>
                  </a:lnTo>
                  <a:lnTo>
                    <a:pt x="302990" y="866680"/>
                  </a:lnTo>
                  <a:lnTo>
                    <a:pt x="302609" y="865918"/>
                  </a:lnTo>
                  <a:lnTo>
                    <a:pt x="301657" y="865918"/>
                  </a:lnTo>
                  <a:lnTo>
                    <a:pt x="301180" y="866394"/>
                  </a:lnTo>
                  <a:lnTo>
                    <a:pt x="300704" y="867251"/>
                  </a:lnTo>
                  <a:lnTo>
                    <a:pt x="301180" y="868299"/>
                  </a:lnTo>
                  <a:lnTo>
                    <a:pt x="300799" y="868966"/>
                  </a:lnTo>
                  <a:lnTo>
                    <a:pt x="300704" y="869252"/>
                  </a:lnTo>
                  <a:lnTo>
                    <a:pt x="300704" y="869632"/>
                  </a:lnTo>
                  <a:lnTo>
                    <a:pt x="300799" y="869918"/>
                  </a:lnTo>
                  <a:lnTo>
                    <a:pt x="300990" y="870204"/>
                  </a:lnTo>
                  <a:lnTo>
                    <a:pt x="301085" y="870490"/>
                  </a:lnTo>
                  <a:lnTo>
                    <a:pt x="301276" y="871061"/>
                  </a:lnTo>
                  <a:lnTo>
                    <a:pt x="301371" y="871728"/>
                  </a:lnTo>
                  <a:lnTo>
                    <a:pt x="301371" y="872395"/>
                  </a:lnTo>
                  <a:lnTo>
                    <a:pt x="301276" y="873061"/>
                  </a:lnTo>
                  <a:lnTo>
                    <a:pt x="300609" y="874681"/>
                  </a:lnTo>
                  <a:lnTo>
                    <a:pt x="300514" y="875062"/>
                  </a:lnTo>
                  <a:lnTo>
                    <a:pt x="300418" y="874490"/>
                  </a:lnTo>
                  <a:lnTo>
                    <a:pt x="300228" y="873157"/>
                  </a:lnTo>
                  <a:lnTo>
                    <a:pt x="300133" y="872871"/>
                  </a:lnTo>
                  <a:lnTo>
                    <a:pt x="299752" y="873061"/>
                  </a:lnTo>
                  <a:lnTo>
                    <a:pt x="299466" y="873538"/>
                  </a:lnTo>
                  <a:lnTo>
                    <a:pt x="299180" y="874109"/>
                  </a:lnTo>
                  <a:lnTo>
                    <a:pt x="298990" y="874586"/>
                  </a:lnTo>
                  <a:lnTo>
                    <a:pt x="298609" y="875348"/>
                  </a:lnTo>
                  <a:lnTo>
                    <a:pt x="298418" y="876395"/>
                  </a:lnTo>
                  <a:lnTo>
                    <a:pt x="299371" y="876681"/>
                  </a:lnTo>
                  <a:lnTo>
                    <a:pt x="301180" y="877824"/>
                  </a:lnTo>
                  <a:lnTo>
                    <a:pt x="301752" y="877157"/>
                  </a:lnTo>
                  <a:lnTo>
                    <a:pt x="304324" y="876967"/>
                  </a:lnTo>
                  <a:lnTo>
                    <a:pt x="305562" y="877062"/>
                  </a:lnTo>
                  <a:lnTo>
                    <a:pt x="306610" y="878491"/>
                  </a:lnTo>
                  <a:lnTo>
                    <a:pt x="307562" y="879062"/>
                  </a:lnTo>
                  <a:lnTo>
                    <a:pt x="308420" y="878110"/>
                  </a:lnTo>
                  <a:lnTo>
                    <a:pt x="308515" y="877348"/>
                  </a:lnTo>
                  <a:lnTo>
                    <a:pt x="308610" y="876586"/>
                  </a:lnTo>
                  <a:lnTo>
                    <a:pt x="307848" y="875633"/>
                  </a:lnTo>
                  <a:lnTo>
                    <a:pt x="307562" y="875443"/>
                  </a:lnTo>
                  <a:lnTo>
                    <a:pt x="307372" y="875157"/>
                  </a:lnTo>
                  <a:lnTo>
                    <a:pt x="307562" y="874490"/>
                  </a:lnTo>
                  <a:lnTo>
                    <a:pt x="307753" y="874205"/>
                  </a:lnTo>
                  <a:lnTo>
                    <a:pt x="308229" y="874109"/>
                  </a:lnTo>
                  <a:lnTo>
                    <a:pt x="308515" y="873824"/>
                  </a:lnTo>
                  <a:lnTo>
                    <a:pt x="309658" y="874205"/>
                  </a:lnTo>
                  <a:lnTo>
                    <a:pt x="309753" y="874967"/>
                  </a:lnTo>
                  <a:lnTo>
                    <a:pt x="311848" y="874395"/>
                  </a:lnTo>
                  <a:lnTo>
                    <a:pt x="313087" y="874490"/>
                  </a:lnTo>
                  <a:lnTo>
                    <a:pt x="314134" y="874776"/>
                  </a:lnTo>
                  <a:close/>
                  <a:moveTo>
                    <a:pt x="233553" y="1261967"/>
                  </a:moveTo>
                  <a:lnTo>
                    <a:pt x="233267" y="1261586"/>
                  </a:lnTo>
                  <a:lnTo>
                    <a:pt x="232791" y="1261682"/>
                  </a:lnTo>
                  <a:lnTo>
                    <a:pt x="232410" y="1262444"/>
                  </a:lnTo>
                  <a:lnTo>
                    <a:pt x="232220" y="1263682"/>
                  </a:lnTo>
                  <a:lnTo>
                    <a:pt x="232220" y="1264063"/>
                  </a:lnTo>
                  <a:lnTo>
                    <a:pt x="232220" y="1264634"/>
                  </a:lnTo>
                  <a:lnTo>
                    <a:pt x="232315" y="1265301"/>
                  </a:lnTo>
                  <a:lnTo>
                    <a:pt x="232696" y="1265587"/>
                  </a:lnTo>
                  <a:lnTo>
                    <a:pt x="233077" y="1265015"/>
                  </a:lnTo>
                  <a:lnTo>
                    <a:pt x="233172" y="1264253"/>
                  </a:lnTo>
                  <a:lnTo>
                    <a:pt x="233363" y="1263491"/>
                  </a:lnTo>
                  <a:lnTo>
                    <a:pt x="233553" y="1262729"/>
                  </a:lnTo>
                  <a:lnTo>
                    <a:pt x="233553" y="1262348"/>
                  </a:lnTo>
                  <a:lnTo>
                    <a:pt x="233553" y="1261967"/>
                  </a:lnTo>
                  <a:close/>
                  <a:moveTo>
                    <a:pt x="226314" y="1239393"/>
                  </a:moveTo>
                  <a:lnTo>
                    <a:pt x="225742" y="1239488"/>
                  </a:lnTo>
                  <a:lnTo>
                    <a:pt x="225362" y="1239869"/>
                  </a:lnTo>
                  <a:lnTo>
                    <a:pt x="225076" y="1240536"/>
                  </a:lnTo>
                  <a:lnTo>
                    <a:pt x="225362" y="1240822"/>
                  </a:lnTo>
                  <a:lnTo>
                    <a:pt x="226028" y="1240727"/>
                  </a:lnTo>
                  <a:lnTo>
                    <a:pt x="226504" y="1240727"/>
                  </a:lnTo>
                  <a:lnTo>
                    <a:pt x="226885" y="1240346"/>
                  </a:lnTo>
                  <a:lnTo>
                    <a:pt x="226790" y="1239774"/>
                  </a:lnTo>
                  <a:lnTo>
                    <a:pt x="226314" y="1239393"/>
                  </a:lnTo>
                  <a:close/>
                  <a:moveTo>
                    <a:pt x="31337" y="1287685"/>
                  </a:moveTo>
                  <a:lnTo>
                    <a:pt x="30385" y="1287971"/>
                  </a:lnTo>
                  <a:lnTo>
                    <a:pt x="30289" y="1288637"/>
                  </a:lnTo>
                  <a:lnTo>
                    <a:pt x="31242" y="1288447"/>
                  </a:lnTo>
                  <a:lnTo>
                    <a:pt x="32099" y="1288447"/>
                  </a:lnTo>
                  <a:lnTo>
                    <a:pt x="31718" y="1287780"/>
                  </a:lnTo>
                  <a:lnTo>
                    <a:pt x="31337" y="1287685"/>
                  </a:lnTo>
                  <a:close/>
                  <a:moveTo>
                    <a:pt x="290513" y="1212818"/>
                  </a:moveTo>
                  <a:lnTo>
                    <a:pt x="290131" y="1212342"/>
                  </a:lnTo>
                  <a:lnTo>
                    <a:pt x="289370" y="1212152"/>
                  </a:lnTo>
                  <a:lnTo>
                    <a:pt x="288703" y="1212533"/>
                  </a:lnTo>
                  <a:lnTo>
                    <a:pt x="288322" y="1213009"/>
                  </a:lnTo>
                  <a:lnTo>
                    <a:pt x="287941" y="1213009"/>
                  </a:lnTo>
                  <a:lnTo>
                    <a:pt x="287655" y="1213104"/>
                  </a:lnTo>
                  <a:lnTo>
                    <a:pt x="287655" y="1213580"/>
                  </a:lnTo>
                  <a:lnTo>
                    <a:pt x="287941" y="1213771"/>
                  </a:lnTo>
                  <a:lnTo>
                    <a:pt x="288226" y="1213866"/>
                  </a:lnTo>
                  <a:lnTo>
                    <a:pt x="288512" y="1214152"/>
                  </a:lnTo>
                  <a:lnTo>
                    <a:pt x="289560" y="1214723"/>
                  </a:lnTo>
                  <a:lnTo>
                    <a:pt x="290417" y="1214819"/>
                  </a:lnTo>
                  <a:lnTo>
                    <a:pt x="290798" y="1214342"/>
                  </a:lnTo>
                  <a:lnTo>
                    <a:pt x="290798" y="1213199"/>
                  </a:lnTo>
                  <a:lnTo>
                    <a:pt x="290513" y="1212818"/>
                  </a:lnTo>
                  <a:close/>
                  <a:moveTo>
                    <a:pt x="303752" y="1189387"/>
                  </a:moveTo>
                  <a:lnTo>
                    <a:pt x="303752" y="1189387"/>
                  </a:lnTo>
                  <a:lnTo>
                    <a:pt x="303657" y="1189101"/>
                  </a:lnTo>
                  <a:lnTo>
                    <a:pt x="300990" y="1190339"/>
                  </a:lnTo>
                  <a:lnTo>
                    <a:pt x="300228" y="1191006"/>
                  </a:lnTo>
                  <a:lnTo>
                    <a:pt x="299371" y="1191482"/>
                  </a:lnTo>
                  <a:lnTo>
                    <a:pt x="298418" y="1191482"/>
                  </a:lnTo>
                  <a:lnTo>
                    <a:pt x="296418" y="1191197"/>
                  </a:lnTo>
                  <a:lnTo>
                    <a:pt x="295656" y="1191292"/>
                  </a:lnTo>
                  <a:lnTo>
                    <a:pt x="295275" y="1191292"/>
                  </a:lnTo>
                  <a:lnTo>
                    <a:pt x="294989" y="1191387"/>
                  </a:lnTo>
                  <a:lnTo>
                    <a:pt x="294704" y="1191863"/>
                  </a:lnTo>
                  <a:lnTo>
                    <a:pt x="294608" y="1192435"/>
                  </a:lnTo>
                  <a:lnTo>
                    <a:pt x="294513" y="1193197"/>
                  </a:lnTo>
                  <a:lnTo>
                    <a:pt x="294608" y="1193959"/>
                  </a:lnTo>
                  <a:lnTo>
                    <a:pt x="294894" y="1194530"/>
                  </a:lnTo>
                  <a:lnTo>
                    <a:pt x="295561" y="1195007"/>
                  </a:lnTo>
                  <a:lnTo>
                    <a:pt x="296323" y="1195197"/>
                  </a:lnTo>
                  <a:lnTo>
                    <a:pt x="297085" y="1195007"/>
                  </a:lnTo>
                  <a:lnTo>
                    <a:pt x="297751" y="1194530"/>
                  </a:lnTo>
                  <a:lnTo>
                    <a:pt x="298132" y="1194435"/>
                  </a:lnTo>
                  <a:lnTo>
                    <a:pt x="298609" y="1194530"/>
                  </a:lnTo>
                  <a:lnTo>
                    <a:pt x="299085" y="1194340"/>
                  </a:lnTo>
                  <a:lnTo>
                    <a:pt x="299371" y="1193483"/>
                  </a:lnTo>
                  <a:lnTo>
                    <a:pt x="300038" y="1193673"/>
                  </a:lnTo>
                  <a:lnTo>
                    <a:pt x="300514" y="1193102"/>
                  </a:lnTo>
                  <a:lnTo>
                    <a:pt x="301276" y="1191578"/>
                  </a:lnTo>
                  <a:lnTo>
                    <a:pt x="302038" y="1190911"/>
                  </a:lnTo>
                  <a:lnTo>
                    <a:pt x="303466" y="1190054"/>
                  </a:lnTo>
                  <a:lnTo>
                    <a:pt x="303943" y="1189292"/>
                  </a:lnTo>
                  <a:lnTo>
                    <a:pt x="303752" y="1189387"/>
                  </a:lnTo>
                  <a:lnTo>
                    <a:pt x="303752" y="1189387"/>
                  </a:lnTo>
                  <a:close/>
                  <a:moveTo>
                    <a:pt x="119348" y="1341501"/>
                  </a:moveTo>
                  <a:lnTo>
                    <a:pt x="118872" y="1341311"/>
                  </a:lnTo>
                  <a:lnTo>
                    <a:pt x="117920" y="1340930"/>
                  </a:lnTo>
                  <a:lnTo>
                    <a:pt x="117253" y="1341025"/>
                  </a:lnTo>
                  <a:lnTo>
                    <a:pt x="117062" y="1341596"/>
                  </a:lnTo>
                  <a:lnTo>
                    <a:pt x="116967" y="1342168"/>
                  </a:lnTo>
                  <a:lnTo>
                    <a:pt x="116586" y="1342263"/>
                  </a:lnTo>
                  <a:lnTo>
                    <a:pt x="116110" y="1342454"/>
                  </a:lnTo>
                  <a:lnTo>
                    <a:pt x="116014" y="1343120"/>
                  </a:lnTo>
                  <a:lnTo>
                    <a:pt x="116586" y="1343787"/>
                  </a:lnTo>
                  <a:lnTo>
                    <a:pt x="117538" y="1343978"/>
                  </a:lnTo>
                  <a:lnTo>
                    <a:pt x="119539" y="1343787"/>
                  </a:lnTo>
                  <a:lnTo>
                    <a:pt x="120205" y="1343120"/>
                  </a:lnTo>
                  <a:lnTo>
                    <a:pt x="119824" y="1341977"/>
                  </a:lnTo>
                  <a:lnTo>
                    <a:pt x="119348" y="1341501"/>
                  </a:lnTo>
                  <a:close/>
                  <a:moveTo>
                    <a:pt x="72866" y="1356265"/>
                  </a:moveTo>
                  <a:lnTo>
                    <a:pt x="72485" y="1356455"/>
                  </a:lnTo>
                  <a:lnTo>
                    <a:pt x="71723" y="1357503"/>
                  </a:lnTo>
                  <a:lnTo>
                    <a:pt x="70009" y="1360932"/>
                  </a:lnTo>
                  <a:lnTo>
                    <a:pt x="69342" y="1361408"/>
                  </a:lnTo>
                  <a:lnTo>
                    <a:pt x="68485" y="1361789"/>
                  </a:lnTo>
                  <a:lnTo>
                    <a:pt x="68008" y="1362647"/>
                  </a:lnTo>
                  <a:lnTo>
                    <a:pt x="67628" y="1363694"/>
                  </a:lnTo>
                  <a:lnTo>
                    <a:pt x="67056" y="1364552"/>
                  </a:lnTo>
                  <a:lnTo>
                    <a:pt x="66580" y="1364837"/>
                  </a:lnTo>
                  <a:lnTo>
                    <a:pt x="66008" y="1364933"/>
                  </a:lnTo>
                  <a:lnTo>
                    <a:pt x="64770" y="1364933"/>
                  </a:lnTo>
                  <a:lnTo>
                    <a:pt x="64198" y="1364837"/>
                  </a:lnTo>
                  <a:lnTo>
                    <a:pt x="63722" y="1364552"/>
                  </a:lnTo>
                  <a:lnTo>
                    <a:pt x="63341" y="1364171"/>
                  </a:lnTo>
                  <a:lnTo>
                    <a:pt x="63055" y="1363980"/>
                  </a:lnTo>
                  <a:lnTo>
                    <a:pt x="62960" y="1363599"/>
                  </a:lnTo>
                  <a:lnTo>
                    <a:pt x="62770" y="1363313"/>
                  </a:lnTo>
                  <a:lnTo>
                    <a:pt x="62103" y="1363409"/>
                  </a:lnTo>
                  <a:lnTo>
                    <a:pt x="61913" y="1363599"/>
                  </a:lnTo>
                  <a:lnTo>
                    <a:pt x="61341" y="1364552"/>
                  </a:lnTo>
                  <a:lnTo>
                    <a:pt x="60960" y="1364933"/>
                  </a:lnTo>
                  <a:lnTo>
                    <a:pt x="60103" y="1365123"/>
                  </a:lnTo>
                  <a:lnTo>
                    <a:pt x="60103" y="1365504"/>
                  </a:lnTo>
                  <a:lnTo>
                    <a:pt x="60674" y="1365885"/>
                  </a:lnTo>
                  <a:lnTo>
                    <a:pt x="61531" y="1366076"/>
                  </a:lnTo>
                  <a:lnTo>
                    <a:pt x="62389" y="1366361"/>
                  </a:lnTo>
                  <a:lnTo>
                    <a:pt x="62674" y="1366933"/>
                  </a:lnTo>
                  <a:lnTo>
                    <a:pt x="62865" y="1367600"/>
                  </a:lnTo>
                  <a:lnTo>
                    <a:pt x="63437" y="1367981"/>
                  </a:lnTo>
                  <a:lnTo>
                    <a:pt x="62293" y="1369409"/>
                  </a:lnTo>
                  <a:lnTo>
                    <a:pt x="63246" y="1370457"/>
                  </a:lnTo>
                  <a:lnTo>
                    <a:pt x="65151" y="1370933"/>
                  </a:lnTo>
                  <a:lnTo>
                    <a:pt x="66961" y="1370743"/>
                  </a:lnTo>
                  <a:lnTo>
                    <a:pt x="68580" y="1369219"/>
                  </a:lnTo>
                  <a:lnTo>
                    <a:pt x="69247" y="1367028"/>
                  </a:lnTo>
                  <a:lnTo>
                    <a:pt x="69628" y="1364552"/>
                  </a:lnTo>
                  <a:lnTo>
                    <a:pt x="70295" y="1362075"/>
                  </a:lnTo>
                  <a:lnTo>
                    <a:pt x="72104" y="1359408"/>
                  </a:lnTo>
                  <a:lnTo>
                    <a:pt x="72580" y="1358360"/>
                  </a:lnTo>
                  <a:lnTo>
                    <a:pt x="72962" y="1357884"/>
                  </a:lnTo>
                  <a:lnTo>
                    <a:pt x="73247" y="1357313"/>
                  </a:lnTo>
                  <a:lnTo>
                    <a:pt x="73057" y="1356551"/>
                  </a:lnTo>
                  <a:lnTo>
                    <a:pt x="72866" y="1356265"/>
                  </a:lnTo>
                  <a:close/>
                  <a:moveTo>
                    <a:pt x="51245" y="1368362"/>
                  </a:moveTo>
                  <a:lnTo>
                    <a:pt x="49244" y="1367790"/>
                  </a:lnTo>
                  <a:lnTo>
                    <a:pt x="47244" y="1367504"/>
                  </a:lnTo>
                  <a:lnTo>
                    <a:pt x="46196" y="1367695"/>
                  </a:lnTo>
                  <a:lnTo>
                    <a:pt x="44958" y="1366647"/>
                  </a:lnTo>
                  <a:lnTo>
                    <a:pt x="44577" y="1366266"/>
                  </a:lnTo>
                  <a:lnTo>
                    <a:pt x="44196" y="1366076"/>
                  </a:lnTo>
                  <a:lnTo>
                    <a:pt x="43815" y="1366171"/>
                  </a:lnTo>
                  <a:lnTo>
                    <a:pt x="43624" y="1366647"/>
                  </a:lnTo>
                  <a:lnTo>
                    <a:pt x="43529" y="1367123"/>
                  </a:lnTo>
                  <a:lnTo>
                    <a:pt x="42863" y="1369219"/>
                  </a:lnTo>
                  <a:lnTo>
                    <a:pt x="42577" y="1371219"/>
                  </a:lnTo>
                  <a:lnTo>
                    <a:pt x="42291" y="1371791"/>
                  </a:lnTo>
                  <a:lnTo>
                    <a:pt x="41624" y="1371981"/>
                  </a:lnTo>
                  <a:lnTo>
                    <a:pt x="41053" y="1371505"/>
                  </a:lnTo>
                  <a:lnTo>
                    <a:pt x="40481" y="1371219"/>
                  </a:lnTo>
                  <a:lnTo>
                    <a:pt x="40005" y="1371981"/>
                  </a:lnTo>
                  <a:lnTo>
                    <a:pt x="39624" y="1371791"/>
                  </a:lnTo>
                  <a:lnTo>
                    <a:pt x="39433" y="1371695"/>
                  </a:lnTo>
                  <a:lnTo>
                    <a:pt x="39243" y="1371505"/>
                  </a:lnTo>
                  <a:lnTo>
                    <a:pt x="38386" y="1373029"/>
                  </a:lnTo>
                  <a:lnTo>
                    <a:pt x="39148" y="1373696"/>
                  </a:lnTo>
                  <a:lnTo>
                    <a:pt x="42386" y="1373886"/>
                  </a:lnTo>
                  <a:lnTo>
                    <a:pt x="47911" y="1375315"/>
                  </a:lnTo>
                  <a:lnTo>
                    <a:pt x="49054" y="1375220"/>
                  </a:lnTo>
                  <a:lnTo>
                    <a:pt x="51340" y="1372457"/>
                  </a:lnTo>
                  <a:lnTo>
                    <a:pt x="52388" y="1370457"/>
                  </a:lnTo>
                  <a:lnTo>
                    <a:pt x="52292" y="1368933"/>
                  </a:lnTo>
                  <a:lnTo>
                    <a:pt x="51245" y="1368362"/>
                  </a:lnTo>
                  <a:close/>
                  <a:moveTo>
                    <a:pt x="203549" y="1253014"/>
                  </a:moveTo>
                  <a:lnTo>
                    <a:pt x="202787" y="1252252"/>
                  </a:lnTo>
                  <a:lnTo>
                    <a:pt x="201835" y="1251776"/>
                  </a:lnTo>
                  <a:lnTo>
                    <a:pt x="200882" y="1251585"/>
                  </a:lnTo>
                  <a:lnTo>
                    <a:pt x="200311" y="1251680"/>
                  </a:lnTo>
                  <a:lnTo>
                    <a:pt x="199358" y="1251871"/>
                  </a:lnTo>
                  <a:lnTo>
                    <a:pt x="198501" y="1252252"/>
                  </a:lnTo>
                  <a:lnTo>
                    <a:pt x="198025" y="1252823"/>
                  </a:lnTo>
                  <a:lnTo>
                    <a:pt x="198310" y="1253585"/>
                  </a:lnTo>
                  <a:lnTo>
                    <a:pt x="199168" y="1254062"/>
                  </a:lnTo>
                  <a:lnTo>
                    <a:pt x="200311" y="1254347"/>
                  </a:lnTo>
                  <a:lnTo>
                    <a:pt x="201263" y="1254728"/>
                  </a:lnTo>
                  <a:lnTo>
                    <a:pt x="201644" y="1255586"/>
                  </a:lnTo>
                  <a:lnTo>
                    <a:pt x="201739" y="1255967"/>
                  </a:lnTo>
                  <a:lnTo>
                    <a:pt x="202025" y="1256252"/>
                  </a:lnTo>
                  <a:lnTo>
                    <a:pt x="202406" y="1256538"/>
                  </a:lnTo>
                  <a:lnTo>
                    <a:pt x="202787" y="1256633"/>
                  </a:lnTo>
                  <a:lnTo>
                    <a:pt x="203073" y="1256538"/>
                  </a:lnTo>
                  <a:lnTo>
                    <a:pt x="203073" y="1256348"/>
                  </a:lnTo>
                  <a:lnTo>
                    <a:pt x="202978" y="1256157"/>
                  </a:lnTo>
                  <a:lnTo>
                    <a:pt x="203073" y="1255871"/>
                  </a:lnTo>
                  <a:lnTo>
                    <a:pt x="203454" y="1255490"/>
                  </a:lnTo>
                  <a:lnTo>
                    <a:pt x="203740" y="1254919"/>
                  </a:lnTo>
                  <a:lnTo>
                    <a:pt x="203930" y="1254347"/>
                  </a:lnTo>
                  <a:lnTo>
                    <a:pt x="203930" y="1253776"/>
                  </a:lnTo>
                  <a:lnTo>
                    <a:pt x="203549" y="1253014"/>
                  </a:lnTo>
                  <a:close/>
                  <a:moveTo>
                    <a:pt x="34957" y="1289685"/>
                  </a:moveTo>
                  <a:lnTo>
                    <a:pt x="35147" y="1289685"/>
                  </a:lnTo>
                  <a:lnTo>
                    <a:pt x="35242" y="1289685"/>
                  </a:lnTo>
                  <a:lnTo>
                    <a:pt x="35052" y="1289304"/>
                  </a:lnTo>
                  <a:lnTo>
                    <a:pt x="34957" y="1289685"/>
                  </a:lnTo>
                  <a:close/>
                  <a:moveTo>
                    <a:pt x="131159" y="1345883"/>
                  </a:moveTo>
                  <a:lnTo>
                    <a:pt x="130016" y="1345311"/>
                  </a:lnTo>
                  <a:lnTo>
                    <a:pt x="129064" y="1345121"/>
                  </a:lnTo>
                  <a:lnTo>
                    <a:pt x="127921" y="1345216"/>
                  </a:lnTo>
                  <a:lnTo>
                    <a:pt x="127540" y="1345025"/>
                  </a:lnTo>
                  <a:lnTo>
                    <a:pt x="125921" y="1343406"/>
                  </a:lnTo>
                  <a:lnTo>
                    <a:pt x="125635" y="1343025"/>
                  </a:lnTo>
                  <a:lnTo>
                    <a:pt x="125254" y="1342263"/>
                  </a:lnTo>
                  <a:lnTo>
                    <a:pt x="124587" y="1340644"/>
                  </a:lnTo>
                  <a:lnTo>
                    <a:pt x="124206" y="1339977"/>
                  </a:lnTo>
                  <a:lnTo>
                    <a:pt x="124015" y="1339691"/>
                  </a:lnTo>
                  <a:lnTo>
                    <a:pt x="123730" y="1339501"/>
                  </a:lnTo>
                  <a:lnTo>
                    <a:pt x="123158" y="1339215"/>
                  </a:lnTo>
                  <a:lnTo>
                    <a:pt x="122491" y="1339120"/>
                  </a:lnTo>
                  <a:lnTo>
                    <a:pt x="122396" y="1339120"/>
                  </a:lnTo>
                  <a:lnTo>
                    <a:pt x="122968" y="1340168"/>
                  </a:lnTo>
                  <a:lnTo>
                    <a:pt x="123158" y="1340834"/>
                  </a:lnTo>
                  <a:lnTo>
                    <a:pt x="123158" y="1342930"/>
                  </a:lnTo>
                  <a:lnTo>
                    <a:pt x="122491" y="1346168"/>
                  </a:lnTo>
                  <a:lnTo>
                    <a:pt x="122206" y="1346835"/>
                  </a:lnTo>
                  <a:lnTo>
                    <a:pt x="122301" y="1347883"/>
                  </a:lnTo>
                  <a:lnTo>
                    <a:pt x="124492" y="1348359"/>
                  </a:lnTo>
                  <a:lnTo>
                    <a:pt x="128873" y="1348264"/>
                  </a:lnTo>
                  <a:lnTo>
                    <a:pt x="130969" y="1347978"/>
                  </a:lnTo>
                  <a:lnTo>
                    <a:pt x="132016" y="1347692"/>
                  </a:lnTo>
                  <a:lnTo>
                    <a:pt x="132493" y="1347216"/>
                  </a:lnTo>
                  <a:lnTo>
                    <a:pt x="132112" y="1346549"/>
                  </a:lnTo>
                  <a:lnTo>
                    <a:pt x="131159" y="1345883"/>
                  </a:lnTo>
                  <a:close/>
                  <a:moveTo>
                    <a:pt x="320135" y="1169003"/>
                  </a:moveTo>
                  <a:lnTo>
                    <a:pt x="319373" y="1168527"/>
                  </a:lnTo>
                  <a:lnTo>
                    <a:pt x="318802" y="1168051"/>
                  </a:lnTo>
                  <a:lnTo>
                    <a:pt x="318230" y="1166527"/>
                  </a:lnTo>
                  <a:lnTo>
                    <a:pt x="317563" y="1163098"/>
                  </a:lnTo>
                  <a:lnTo>
                    <a:pt x="316611" y="1161955"/>
                  </a:lnTo>
                  <a:lnTo>
                    <a:pt x="314896" y="1162812"/>
                  </a:lnTo>
                  <a:lnTo>
                    <a:pt x="314134" y="1163098"/>
                  </a:lnTo>
                  <a:lnTo>
                    <a:pt x="313849" y="1163384"/>
                  </a:lnTo>
                  <a:lnTo>
                    <a:pt x="313563" y="1165670"/>
                  </a:lnTo>
                  <a:lnTo>
                    <a:pt x="313372" y="1166622"/>
                  </a:lnTo>
                  <a:lnTo>
                    <a:pt x="313087" y="1167384"/>
                  </a:lnTo>
                  <a:lnTo>
                    <a:pt x="314134" y="1170623"/>
                  </a:lnTo>
                  <a:lnTo>
                    <a:pt x="313658" y="1172242"/>
                  </a:lnTo>
                  <a:lnTo>
                    <a:pt x="313849" y="1173004"/>
                  </a:lnTo>
                  <a:lnTo>
                    <a:pt x="314992" y="1173385"/>
                  </a:lnTo>
                  <a:lnTo>
                    <a:pt x="315182" y="1173766"/>
                  </a:lnTo>
                  <a:lnTo>
                    <a:pt x="315278" y="1174623"/>
                  </a:lnTo>
                  <a:lnTo>
                    <a:pt x="315658" y="1175480"/>
                  </a:lnTo>
                  <a:lnTo>
                    <a:pt x="316611" y="1175766"/>
                  </a:lnTo>
                  <a:lnTo>
                    <a:pt x="317373" y="1175480"/>
                  </a:lnTo>
                  <a:lnTo>
                    <a:pt x="318230" y="1174909"/>
                  </a:lnTo>
                  <a:lnTo>
                    <a:pt x="318897" y="1174242"/>
                  </a:lnTo>
                  <a:lnTo>
                    <a:pt x="319468" y="1173004"/>
                  </a:lnTo>
                  <a:lnTo>
                    <a:pt x="320707" y="1171289"/>
                  </a:lnTo>
                  <a:lnTo>
                    <a:pt x="320992" y="1170337"/>
                  </a:lnTo>
                  <a:lnTo>
                    <a:pt x="320707" y="1169575"/>
                  </a:lnTo>
                  <a:lnTo>
                    <a:pt x="320135" y="1169003"/>
                  </a:lnTo>
                  <a:close/>
                  <a:moveTo>
                    <a:pt x="284321" y="1228154"/>
                  </a:moveTo>
                  <a:lnTo>
                    <a:pt x="284512" y="1227963"/>
                  </a:lnTo>
                  <a:lnTo>
                    <a:pt x="284226" y="1227011"/>
                  </a:lnTo>
                  <a:lnTo>
                    <a:pt x="280225" y="1222724"/>
                  </a:lnTo>
                  <a:lnTo>
                    <a:pt x="280225" y="1224058"/>
                  </a:lnTo>
                  <a:lnTo>
                    <a:pt x="279368" y="1225963"/>
                  </a:lnTo>
                  <a:lnTo>
                    <a:pt x="279178" y="1227011"/>
                  </a:lnTo>
                  <a:lnTo>
                    <a:pt x="278701" y="1227773"/>
                  </a:lnTo>
                  <a:lnTo>
                    <a:pt x="276701" y="1229011"/>
                  </a:lnTo>
                  <a:lnTo>
                    <a:pt x="276225" y="1229868"/>
                  </a:lnTo>
                  <a:lnTo>
                    <a:pt x="276034" y="1230059"/>
                  </a:lnTo>
                  <a:lnTo>
                    <a:pt x="275654" y="1230154"/>
                  </a:lnTo>
                  <a:lnTo>
                    <a:pt x="275272" y="1230440"/>
                  </a:lnTo>
                  <a:lnTo>
                    <a:pt x="274987" y="1231583"/>
                  </a:lnTo>
                  <a:lnTo>
                    <a:pt x="274701" y="1231868"/>
                  </a:lnTo>
                  <a:lnTo>
                    <a:pt x="272510" y="1233488"/>
                  </a:lnTo>
                  <a:lnTo>
                    <a:pt x="272129" y="1234250"/>
                  </a:lnTo>
                  <a:lnTo>
                    <a:pt x="272510" y="1235297"/>
                  </a:lnTo>
                  <a:lnTo>
                    <a:pt x="269653" y="1237012"/>
                  </a:lnTo>
                  <a:lnTo>
                    <a:pt x="267367" y="1237583"/>
                  </a:lnTo>
                  <a:lnTo>
                    <a:pt x="266795" y="1237583"/>
                  </a:lnTo>
                  <a:lnTo>
                    <a:pt x="266319" y="1237298"/>
                  </a:lnTo>
                  <a:lnTo>
                    <a:pt x="265938" y="1236536"/>
                  </a:lnTo>
                  <a:lnTo>
                    <a:pt x="266129" y="1235964"/>
                  </a:lnTo>
                  <a:lnTo>
                    <a:pt x="266509" y="1235488"/>
                  </a:lnTo>
                  <a:lnTo>
                    <a:pt x="266605" y="1235012"/>
                  </a:lnTo>
                  <a:lnTo>
                    <a:pt x="265843" y="1234250"/>
                  </a:lnTo>
                  <a:lnTo>
                    <a:pt x="264605" y="1233964"/>
                  </a:lnTo>
                  <a:lnTo>
                    <a:pt x="262223" y="1234154"/>
                  </a:lnTo>
                  <a:lnTo>
                    <a:pt x="260413" y="1234059"/>
                  </a:lnTo>
                  <a:lnTo>
                    <a:pt x="260032" y="1234154"/>
                  </a:lnTo>
                  <a:lnTo>
                    <a:pt x="260032" y="1234631"/>
                  </a:lnTo>
                  <a:lnTo>
                    <a:pt x="260413" y="1236536"/>
                  </a:lnTo>
                  <a:lnTo>
                    <a:pt x="260413" y="1237583"/>
                  </a:lnTo>
                  <a:lnTo>
                    <a:pt x="260413" y="1238441"/>
                  </a:lnTo>
                  <a:lnTo>
                    <a:pt x="260890" y="1239107"/>
                  </a:lnTo>
                  <a:lnTo>
                    <a:pt x="263366" y="1239488"/>
                  </a:lnTo>
                  <a:lnTo>
                    <a:pt x="264128" y="1239965"/>
                  </a:lnTo>
                  <a:lnTo>
                    <a:pt x="264509" y="1240727"/>
                  </a:lnTo>
                  <a:lnTo>
                    <a:pt x="264414" y="1241774"/>
                  </a:lnTo>
                  <a:lnTo>
                    <a:pt x="263176" y="1243679"/>
                  </a:lnTo>
                  <a:lnTo>
                    <a:pt x="261366" y="1244632"/>
                  </a:lnTo>
                  <a:lnTo>
                    <a:pt x="259366" y="1245299"/>
                  </a:lnTo>
                  <a:lnTo>
                    <a:pt x="257556" y="1246346"/>
                  </a:lnTo>
                  <a:lnTo>
                    <a:pt x="257461" y="1246632"/>
                  </a:lnTo>
                  <a:lnTo>
                    <a:pt x="256699" y="1248061"/>
                  </a:lnTo>
                  <a:lnTo>
                    <a:pt x="256508" y="1248061"/>
                  </a:lnTo>
                  <a:lnTo>
                    <a:pt x="256222" y="1248632"/>
                  </a:lnTo>
                  <a:lnTo>
                    <a:pt x="255651" y="1248918"/>
                  </a:lnTo>
                  <a:lnTo>
                    <a:pt x="254984" y="1249013"/>
                  </a:lnTo>
                  <a:lnTo>
                    <a:pt x="253270" y="1249013"/>
                  </a:lnTo>
                  <a:lnTo>
                    <a:pt x="252413" y="1249109"/>
                  </a:lnTo>
                  <a:lnTo>
                    <a:pt x="251936" y="1249680"/>
                  </a:lnTo>
                  <a:lnTo>
                    <a:pt x="251841" y="1251014"/>
                  </a:lnTo>
                  <a:lnTo>
                    <a:pt x="252031" y="1252252"/>
                  </a:lnTo>
                  <a:lnTo>
                    <a:pt x="252793" y="1254824"/>
                  </a:lnTo>
                  <a:lnTo>
                    <a:pt x="252984" y="1256062"/>
                  </a:lnTo>
                  <a:lnTo>
                    <a:pt x="252889" y="1256729"/>
                  </a:lnTo>
                  <a:lnTo>
                    <a:pt x="252508" y="1257872"/>
                  </a:lnTo>
                  <a:lnTo>
                    <a:pt x="251841" y="1258729"/>
                  </a:lnTo>
                  <a:lnTo>
                    <a:pt x="250888" y="1258634"/>
                  </a:lnTo>
                  <a:lnTo>
                    <a:pt x="250507" y="1259777"/>
                  </a:lnTo>
                  <a:lnTo>
                    <a:pt x="249746" y="1261301"/>
                  </a:lnTo>
                  <a:lnTo>
                    <a:pt x="248698" y="1262348"/>
                  </a:lnTo>
                  <a:lnTo>
                    <a:pt x="247650" y="1262253"/>
                  </a:lnTo>
                  <a:lnTo>
                    <a:pt x="247555" y="1263587"/>
                  </a:lnTo>
                  <a:lnTo>
                    <a:pt x="248698" y="1267682"/>
                  </a:lnTo>
                  <a:lnTo>
                    <a:pt x="248412" y="1269873"/>
                  </a:lnTo>
                  <a:lnTo>
                    <a:pt x="251460" y="1269873"/>
                  </a:lnTo>
                  <a:lnTo>
                    <a:pt x="252222" y="1269587"/>
                  </a:lnTo>
                  <a:lnTo>
                    <a:pt x="253079" y="1268063"/>
                  </a:lnTo>
                  <a:lnTo>
                    <a:pt x="253746" y="1267492"/>
                  </a:lnTo>
                  <a:lnTo>
                    <a:pt x="254889" y="1267682"/>
                  </a:lnTo>
                  <a:lnTo>
                    <a:pt x="256032" y="1266635"/>
                  </a:lnTo>
                  <a:lnTo>
                    <a:pt x="256984" y="1265111"/>
                  </a:lnTo>
                  <a:lnTo>
                    <a:pt x="257461" y="1263872"/>
                  </a:lnTo>
                  <a:lnTo>
                    <a:pt x="256699" y="1263777"/>
                  </a:lnTo>
                  <a:lnTo>
                    <a:pt x="255746" y="1263968"/>
                  </a:lnTo>
                  <a:lnTo>
                    <a:pt x="254889" y="1263968"/>
                  </a:lnTo>
                  <a:lnTo>
                    <a:pt x="254508" y="1263206"/>
                  </a:lnTo>
                  <a:lnTo>
                    <a:pt x="254603" y="1262063"/>
                  </a:lnTo>
                  <a:lnTo>
                    <a:pt x="254984" y="1261110"/>
                  </a:lnTo>
                  <a:lnTo>
                    <a:pt x="257651" y="1256252"/>
                  </a:lnTo>
                  <a:lnTo>
                    <a:pt x="258318" y="1255776"/>
                  </a:lnTo>
                  <a:lnTo>
                    <a:pt x="259366" y="1256062"/>
                  </a:lnTo>
                  <a:lnTo>
                    <a:pt x="260413" y="1256538"/>
                  </a:lnTo>
                  <a:lnTo>
                    <a:pt x="261461" y="1256919"/>
                  </a:lnTo>
                  <a:lnTo>
                    <a:pt x="262414" y="1256633"/>
                  </a:lnTo>
                  <a:lnTo>
                    <a:pt x="261938" y="1255871"/>
                  </a:lnTo>
                  <a:lnTo>
                    <a:pt x="260795" y="1254919"/>
                  </a:lnTo>
                  <a:lnTo>
                    <a:pt x="260223" y="1254157"/>
                  </a:lnTo>
                  <a:lnTo>
                    <a:pt x="259937" y="1253395"/>
                  </a:lnTo>
                  <a:lnTo>
                    <a:pt x="259747" y="1251680"/>
                  </a:lnTo>
                  <a:lnTo>
                    <a:pt x="259461" y="1250918"/>
                  </a:lnTo>
                  <a:lnTo>
                    <a:pt x="258889" y="1250537"/>
                  </a:lnTo>
                  <a:lnTo>
                    <a:pt x="258223" y="1250252"/>
                  </a:lnTo>
                  <a:lnTo>
                    <a:pt x="258032" y="1249775"/>
                  </a:lnTo>
                  <a:lnTo>
                    <a:pt x="258699" y="1248823"/>
                  </a:lnTo>
                  <a:lnTo>
                    <a:pt x="259175" y="1248537"/>
                  </a:lnTo>
                  <a:lnTo>
                    <a:pt x="259747" y="1248442"/>
                  </a:lnTo>
                  <a:lnTo>
                    <a:pt x="263366" y="1248442"/>
                  </a:lnTo>
                  <a:lnTo>
                    <a:pt x="263747" y="1248251"/>
                  </a:lnTo>
                  <a:lnTo>
                    <a:pt x="263938" y="1247299"/>
                  </a:lnTo>
                  <a:lnTo>
                    <a:pt x="264414" y="1247013"/>
                  </a:lnTo>
                  <a:lnTo>
                    <a:pt x="265081" y="1246918"/>
                  </a:lnTo>
                  <a:lnTo>
                    <a:pt x="265747" y="1246537"/>
                  </a:lnTo>
                  <a:lnTo>
                    <a:pt x="268510" y="1243679"/>
                  </a:lnTo>
                  <a:lnTo>
                    <a:pt x="269557" y="1242346"/>
                  </a:lnTo>
                  <a:lnTo>
                    <a:pt x="270415" y="1242727"/>
                  </a:lnTo>
                  <a:lnTo>
                    <a:pt x="271367" y="1242822"/>
                  </a:lnTo>
                  <a:lnTo>
                    <a:pt x="272320" y="1242632"/>
                  </a:lnTo>
                  <a:lnTo>
                    <a:pt x="273558" y="1242155"/>
                  </a:lnTo>
                  <a:lnTo>
                    <a:pt x="273844" y="1242155"/>
                  </a:lnTo>
                  <a:lnTo>
                    <a:pt x="274034" y="1241965"/>
                  </a:lnTo>
                  <a:lnTo>
                    <a:pt x="274225" y="1241489"/>
                  </a:lnTo>
                  <a:lnTo>
                    <a:pt x="274225" y="1240917"/>
                  </a:lnTo>
                  <a:lnTo>
                    <a:pt x="273939" y="1240727"/>
                  </a:lnTo>
                  <a:lnTo>
                    <a:pt x="273653" y="1240631"/>
                  </a:lnTo>
                  <a:lnTo>
                    <a:pt x="273463" y="1240441"/>
                  </a:lnTo>
                  <a:lnTo>
                    <a:pt x="273653" y="1239965"/>
                  </a:lnTo>
                  <a:lnTo>
                    <a:pt x="274034" y="1239298"/>
                  </a:lnTo>
                  <a:lnTo>
                    <a:pt x="274510" y="1238631"/>
                  </a:lnTo>
                  <a:lnTo>
                    <a:pt x="274891" y="1238250"/>
                  </a:lnTo>
                  <a:lnTo>
                    <a:pt x="275558" y="1237964"/>
                  </a:lnTo>
                  <a:lnTo>
                    <a:pt x="277939" y="1237869"/>
                  </a:lnTo>
                  <a:lnTo>
                    <a:pt x="279368" y="1237393"/>
                  </a:lnTo>
                  <a:lnTo>
                    <a:pt x="280511" y="1236250"/>
                  </a:lnTo>
                  <a:lnTo>
                    <a:pt x="282226" y="1233392"/>
                  </a:lnTo>
                  <a:lnTo>
                    <a:pt x="282416" y="1233297"/>
                  </a:lnTo>
                  <a:lnTo>
                    <a:pt x="282607" y="1233392"/>
                  </a:lnTo>
                  <a:lnTo>
                    <a:pt x="282797" y="1233392"/>
                  </a:lnTo>
                  <a:lnTo>
                    <a:pt x="282892" y="1233202"/>
                  </a:lnTo>
                  <a:lnTo>
                    <a:pt x="282892" y="1232440"/>
                  </a:lnTo>
                  <a:lnTo>
                    <a:pt x="282892" y="1232249"/>
                  </a:lnTo>
                  <a:lnTo>
                    <a:pt x="283655" y="1230821"/>
                  </a:lnTo>
                  <a:lnTo>
                    <a:pt x="283845" y="1230535"/>
                  </a:lnTo>
                  <a:lnTo>
                    <a:pt x="284226" y="1230154"/>
                  </a:lnTo>
                  <a:lnTo>
                    <a:pt x="284416" y="1229678"/>
                  </a:lnTo>
                  <a:lnTo>
                    <a:pt x="284226" y="1229201"/>
                  </a:lnTo>
                  <a:lnTo>
                    <a:pt x="284035" y="1228725"/>
                  </a:lnTo>
                  <a:lnTo>
                    <a:pt x="284035" y="1228344"/>
                  </a:lnTo>
                  <a:lnTo>
                    <a:pt x="284321" y="1228154"/>
                  </a:lnTo>
                  <a:close/>
                  <a:moveTo>
                    <a:pt x="364236" y="923449"/>
                  </a:moveTo>
                  <a:lnTo>
                    <a:pt x="364426" y="923544"/>
                  </a:lnTo>
                  <a:lnTo>
                    <a:pt x="364046" y="923830"/>
                  </a:lnTo>
                  <a:lnTo>
                    <a:pt x="364046" y="924306"/>
                  </a:lnTo>
                  <a:lnTo>
                    <a:pt x="364426" y="924782"/>
                  </a:lnTo>
                  <a:lnTo>
                    <a:pt x="364617" y="925163"/>
                  </a:lnTo>
                  <a:lnTo>
                    <a:pt x="364712" y="925449"/>
                  </a:lnTo>
                  <a:lnTo>
                    <a:pt x="364903" y="925640"/>
                  </a:lnTo>
                  <a:lnTo>
                    <a:pt x="365188" y="925830"/>
                  </a:lnTo>
                  <a:lnTo>
                    <a:pt x="365570" y="926306"/>
                  </a:lnTo>
                  <a:lnTo>
                    <a:pt x="366331" y="926306"/>
                  </a:lnTo>
                  <a:lnTo>
                    <a:pt x="366998" y="925830"/>
                  </a:lnTo>
                  <a:lnTo>
                    <a:pt x="367474" y="925735"/>
                  </a:lnTo>
                  <a:lnTo>
                    <a:pt x="367951" y="925735"/>
                  </a:lnTo>
                  <a:lnTo>
                    <a:pt x="368332" y="925354"/>
                  </a:lnTo>
                  <a:lnTo>
                    <a:pt x="368427" y="924973"/>
                  </a:lnTo>
                  <a:lnTo>
                    <a:pt x="368427" y="924782"/>
                  </a:lnTo>
                  <a:lnTo>
                    <a:pt x="368237" y="924497"/>
                  </a:lnTo>
                  <a:lnTo>
                    <a:pt x="368237" y="924115"/>
                  </a:lnTo>
                  <a:lnTo>
                    <a:pt x="368332" y="923735"/>
                  </a:lnTo>
                  <a:lnTo>
                    <a:pt x="368237" y="923353"/>
                  </a:lnTo>
                  <a:lnTo>
                    <a:pt x="368237" y="923068"/>
                  </a:lnTo>
                  <a:lnTo>
                    <a:pt x="368522" y="922782"/>
                  </a:lnTo>
                  <a:lnTo>
                    <a:pt x="368237" y="922687"/>
                  </a:lnTo>
                  <a:lnTo>
                    <a:pt x="367474" y="922782"/>
                  </a:lnTo>
                  <a:lnTo>
                    <a:pt x="367189" y="923163"/>
                  </a:lnTo>
                  <a:lnTo>
                    <a:pt x="367379" y="923735"/>
                  </a:lnTo>
                  <a:lnTo>
                    <a:pt x="367189" y="924115"/>
                  </a:lnTo>
                  <a:lnTo>
                    <a:pt x="366808" y="923925"/>
                  </a:lnTo>
                  <a:lnTo>
                    <a:pt x="364807" y="922211"/>
                  </a:lnTo>
                  <a:lnTo>
                    <a:pt x="363760" y="921925"/>
                  </a:lnTo>
                  <a:lnTo>
                    <a:pt x="363093" y="922401"/>
                  </a:lnTo>
                  <a:lnTo>
                    <a:pt x="362617" y="923068"/>
                  </a:lnTo>
                  <a:lnTo>
                    <a:pt x="362426" y="923735"/>
                  </a:lnTo>
                  <a:lnTo>
                    <a:pt x="362426" y="924115"/>
                  </a:lnTo>
                  <a:lnTo>
                    <a:pt x="362617" y="924306"/>
                  </a:lnTo>
                  <a:lnTo>
                    <a:pt x="362998" y="924211"/>
                  </a:lnTo>
                  <a:lnTo>
                    <a:pt x="363379" y="923639"/>
                  </a:lnTo>
                  <a:lnTo>
                    <a:pt x="364236" y="923449"/>
                  </a:lnTo>
                  <a:close/>
                  <a:moveTo>
                    <a:pt x="366903" y="1038225"/>
                  </a:moveTo>
                  <a:lnTo>
                    <a:pt x="366808" y="1038511"/>
                  </a:lnTo>
                  <a:lnTo>
                    <a:pt x="366808" y="1038701"/>
                  </a:lnTo>
                  <a:lnTo>
                    <a:pt x="366903" y="1038797"/>
                  </a:lnTo>
                  <a:lnTo>
                    <a:pt x="367474" y="1039368"/>
                  </a:lnTo>
                  <a:lnTo>
                    <a:pt x="368046" y="1039559"/>
                  </a:lnTo>
                  <a:lnTo>
                    <a:pt x="368903" y="1039844"/>
                  </a:lnTo>
                  <a:lnTo>
                    <a:pt x="369284" y="1039559"/>
                  </a:lnTo>
                  <a:lnTo>
                    <a:pt x="369284" y="1039463"/>
                  </a:lnTo>
                  <a:lnTo>
                    <a:pt x="369189" y="1039368"/>
                  </a:lnTo>
                  <a:lnTo>
                    <a:pt x="369094" y="1039178"/>
                  </a:lnTo>
                  <a:lnTo>
                    <a:pt x="368617" y="1038130"/>
                  </a:lnTo>
                  <a:lnTo>
                    <a:pt x="368237" y="1037463"/>
                  </a:lnTo>
                  <a:lnTo>
                    <a:pt x="367951" y="1036796"/>
                  </a:lnTo>
                  <a:lnTo>
                    <a:pt x="367474" y="1037082"/>
                  </a:lnTo>
                  <a:lnTo>
                    <a:pt x="367284" y="1037177"/>
                  </a:lnTo>
                  <a:lnTo>
                    <a:pt x="367474" y="1037653"/>
                  </a:lnTo>
                  <a:lnTo>
                    <a:pt x="366998" y="1038130"/>
                  </a:lnTo>
                  <a:lnTo>
                    <a:pt x="366903" y="1038225"/>
                  </a:lnTo>
                  <a:close/>
                  <a:moveTo>
                    <a:pt x="368046" y="1047750"/>
                  </a:moveTo>
                  <a:lnTo>
                    <a:pt x="368332" y="1047560"/>
                  </a:lnTo>
                  <a:lnTo>
                    <a:pt x="366713" y="1046321"/>
                  </a:lnTo>
                  <a:lnTo>
                    <a:pt x="366522" y="1044607"/>
                  </a:lnTo>
                  <a:lnTo>
                    <a:pt x="366236" y="1044416"/>
                  </a:lnTo>
                  <a:lnTo>
                    <a:pt x="365950" y="1044321"/>
                  </a:lnTo>
                  <a:lnTo>
                    <a:pt x="365665" y="1044321"/>
                  </a:lnTo>
                  <a:lnTo>
                    <a:pt x="365474" y="1044321"/>
                  </a:lnTo>
                  <a:lnTo>
                    <a:pt x="364236" y="1043845"/>
                  </a:lnTo>
                  <a:lnTo>
                    <a:pt x="363283" y="1044702"/>
                  </a:lnTo>
                  <a:lnTo>
                    <a:pt x="363664" y="1046131"/>
                  </a:lnTo>
                  <a:lnTo>
                    <a:pt x="364331" y="1046798"/>
                  </a:lnTo>
                  <a:lnTo>
                    <a:pt x="364903" y="1047655"/>
                  </a:lnTo>
                  <a:lnTo>
                    <a:pt x="367951" y="1047940"/>
                  </a:lnTo>
                  <a:lnTo>
                    <a:pt x="368046" y="1047750"/>
                  </a:lnTo>
                  <a:close/>
                  <a:moveTo>
                    <a:pt x="369951" y="986600"/>
                  </a:moveTo>
                  <a:lnTo>
                    <a:pt x="369856" y="986123"/>
                  </a:lnTo>
                  <a:lnTo>
                    <a:pt x="369189" y="985647"/>
                  </a:lnTo>
                  <a:lnTo>
                    <a:pt x="368808" y="985361"/>
                  </a:lnTo>
                  <a:lnTo>
                    <a:pt x="368427" y="985171"/>
                  </a:lnTo>
                  <a:lnTo>
                    <a:pt x="368046" y="985266"/>
                  </a:lnTo>
                  <a:lnTo>
                    <a:pt x="367570" y="985742"/>
                  </a:lnTo>
                  <a:lnTo>
                    <a:pt x="367189" y="985933"/>
                  </a:lnTo>
                  <a:lnTo>
                    <a:pt x="366998" y="986219"/>
                  </a:lnTo>
                  <a:lnTo>
                    <a:pt x="367284" y="986695"/>
                  </a:lnTo>
                  <a:lnTo>
                    <a:pt x="367284" y="986885"/>
                  </a:lnTo>
                  <a:lnTo>
                    <a:pt x="367379" y="986981"/>
                  </a:lnTo>
                  <a:lnTo>
                    <a:pt x="368237" y="987361"/>
                  </a:lnTo>
                  <a:lnTo>
                    <a:pt x="368903" y="987361"/>
                  </a:lnTo>
                  <a:lnTo>
                    <a:pt x="369475" y="986981"/>
                  </a:lnTo>
                  <a:lnTo>
                    <a:pt x="369951" y="986600"/>
                  </a:lnTo>
                  <a:close/>
                  <a:moveTo>
                    <a:pt x="373094" y="1135190"/>
                  </a:moveTo>
                  <a:lnTo>
                    <a:pt x="370808" y="1136428"/>
                  </a:lnTo>
                  <a:lnTo>
                    <a:pt x="367570" y="1139190"/>
                  </a:lnTo>
                  <a:lnTo>
                    <a:pt x="369856" y="1139952"/>
                  </a:lnTo>
                  <a:lnTo>
                    <a:pt x="370999" y="1140047"/>
                  </a:lnTo>
                  <a:lnTo>
                    <a:pt x="371951" y="1139666"/>
                  </a:lnTo>
                  <a:lnTo>
                    <a:pt x="372618" y="1138714"/>
                  </a:lnTo>
                  <a:lnTo>
                    <a:pt x="373380" y="1137285"/>
                  </a:lnTo>
                  <a:lnTo>
                    <a:pt x="373856" y="1135761"/>
                  </a:lnTo>
                  <a:lnTo>
                    <a:pt x="373856" y="1134713"/>
                  </a:lnTo>
                  <a:lnTo>
                    <a:pt x="373094" y="1135190"/>
                  </a:lnTo>
                  <a:close/>
                  <a:moveTo>
                    <a:pt x="379095" y="898303"/>
                  </a:moveTo>
                  <a:lnTo>
                    <a:pt x="380143" y="895922"/>
                  </a:lnTo>
                  <a:lnTo>
                    <a:pt x="380429" y="895540"/>
                  </a:lnTo>
                  <a:lnTo>
                    <a:pt x="381667" y="895064"/>
                  </a:lnTo>
                  <a:lnTo>
                    <a:pt x="382143" y="894778"/>
                  </a:lnTo>
                  <a:lnTo>
                    <a:pt x="382619" y="894207"/>
                  </a:lnTo>
                  <a:lnTo>
                    <a:pt x="382810" y="893826"/>
                  </a:lnTo>
                  <a:lnTo>
                    <a:pt x="382905" y="893350"/>
                  </a:lnTo>
                  <a:lnTo>
                    <a:pt x="383096" y="891731"/>
                  </a:lnTo>
                  <a:lnTo>
                    <a:pt x="383000" y="891254"/>
                  </a:lnTo>
                  <a:lnTo>
                    <a:pt x="382905" y="890873"/>
                  </a:lnTo>
                  <a:lnTo>
                    <a:pt x="382810" y="890397"/>
                  </a:lnTo>
                  <a:lnTo>
                    <a:pt x="382714" y="885158"/>
                  </a:lnTo>
                  <a:lnTo>
                    <a:pt x="382238" y="882586"/>
                  </a:lnTo>
                  <a:lnTo>
                    <a:pt x="380714" y="881063"/>
                  </a:lnTo>
                  <a:lnTo>
                    <a:pt x="379571" y="880967"/>
                  </a:lnTo>
                  <a:lnTo>
                    <a:pt x="378523" y="881253"/>
                  </a:lnTo>
                  <a:lnTo>
                    <a:pt x="377571" y="881634"/>
                  </a:lnTo>
                  <a:lnTo>
                    <a:pt x="376238" y="882015"/>
                  </a:lnTo>
                  <a:lnTo>
                    <a:pt x="375190" y="882586"/>
                  </a:lnTo>
                  <a:lnTo>
                    <a:pt x="374523" y="882682"/>
                  </a:lnTo>
                  <a:lnTo>
                    <a:pt x="373951" y="882491"/>
                  </a:lnTo>
                  <a:lnTo>
                    <a:pt x="373571" y="882110"/>
                  </a:lnTo>
                  <a:lnTo>
                    <a:pt x="373094" y="881825"/>
                  </a:lnTo>
                  <a:lnTo>
                    <a:pt x="372428" y="881825"/>
                  </a:lnTo>
                  <a:lnTo>
                    <a:pt x="373571" y="883730"/>
                  </a:lnTo>
                  <a:lnTo>
                    <a:pt x="373856" y="884968"/>
                  </a:lnTo>
                  <a:lnTo>
                    <a:pt x="373285" y="886301"/>
                  </a:lnTo>
                  <a:lnTo>
                    <a:pt x="372523" y="887349"/>
                  </a:lnTo>
                  <a:lnTo>
                    <a:pt x="371856" y="888587"/>
                  </a:lnTo>
                  <a:lnTo>
                    <a:pt x="371570" y="889826"/>
                  </a:lnTo>
                  <a:lnTo>
                    <a:pt x="371951" y="890778"/>
                  </a:lnTo>
                  <a:lnTo>
                    <a:pt x="371475" y="891159"/>
                  </a:lnTo>
                  <a:lnTo>
                    <a:pt x="371094" y="891635"/>
                  </a:lnTo>
                  <a:lnTo>
                    <a:pt x="370904" y="892207"/>
                  </a:lnTo>
                  <a:lnTo>
                    <a:pt x="370808" y="892874"/>
                  </a:lnTo>
                  <a:lnTo>
                    <a:pt x="371094" y="894302"/>
                  </a:lnTo>
                  <a:lnTo>
                    <a:pt x="371665" y="895445"/>
                  </a:lnTo>
                  <a:lnTo>
                    <a:pt x="372618" y="896017"/>
                  </a:lnTo>
                  <a:lnTo>
                    <a:pt x="373761" y="895540"/>
                  </a:lnTo>
                  <a:lnTo>
                    <a:pt x="374618" y="895826"/>
                  </a:lnTo>
                  <a:lnTo>
                    <a:pt x="375095" y="895922"/>
                  </a:lnTo>
                  <a:lnTo>
                    <a:pt x="375666" y="895922"/>
                  </a:lnTo>
                  <a:lnTo>
                    <a:pt x="375095" y="896588"/>
                  </a:lnTo>
                  <a:lnTo>
                    <a:pt x="374523" y="896684"/>
                  </a:lnTo>
                  <a:lnTo>
                    <a:pt x="373856" y="896684"/>
                  </a:lnTo>
                  <a:lnTo>
                    <a:pt x="373189" y="896779"/>
                  </a:lnTo>
                  <a:lnTo>
                    <a:pt x="372142" y="897446"/>
                  </a:lnTo>
                  <a:lnTo>
                    <a:pt x="370522" y="898970"/>
                  </a:lnTo>
                  <a:lnTo>
                    <a:pt x="370332" y="899351"/>
                  </a:lnTo>
                  <a:lnTo>
                    <a:pt x="370141" y="899922"/>
                  </a:lnTo>
                  <a:lnTo>
                    <a:pt x="370141" y="900208"/>
                  </a:lnTo>
                  <a:lnTo>
                    <a:pt x="371094" y="899732"/>
                  </a:lnTo>
                  <a:lnTo>
                    <a:pt x="371665" y="899827"/>
                  </a:lnTo>
                  <a:lnTo>
                    <a:pt x="372237" y="899827"/>
                  </a:lnTo>
                  <a:lnTo>
                    <a:pt x="372904" y="899351"/>
                  </a:lnTo>
                  <a:lnTo>
                    <a:pt x="372142" y="902589"/>
                  </a:lnTo>
                  <a:lnTo>
                    <a:pt x="372237" y="903161"/>
                  </a:lnTo>
                  <a:lnTo>
                    <a:pt x="373094" y="903161"/>
                  </a:lnTo>
                  <a:lnTo>
                    <a:pt x="374428" y="902589"/>
                  </a:lnTo>
                  <a:lnTo>
                    <a:pt x="375666" y="901827"/>
                  </a:lnTo>
                  <a:lnTo>
                    <a:pt x="376428" y="901256"/>
                  </a:lnTo>
                  <a:lnTo>
                    <a:pt x="377571" y="899732"/>
                  </a:lnTo>
                  <a:lnTo>
                    <a:pt x="378047" y="899255"/>
                  </a:lnTo>
                  <a:lnTo>
                    <a:pt x="379190" y="898684"/>
                  </a:lnTo>
                  <a:lnTo>
                    <a:pt x="379095" y="898303"/>
                  </a:lnTo>
                  <a:close/>
                  <a:moveTo>
                    <a:pt x="328708" y="854583"/>
                  </a:moveTo>
                  <a:lnTo>
                    <a:pt x="329089" y="853440"/>
                  </a:lnTo>
                  <a:lnTo>
                    <a:pt x="328422" y="852107"/>
                  </a:lnTo>
                  <a:lnTo>
                    <a:pt x="325279" y="853535"/>
                  </a:lnTo>
                  <a:lnTo>
                    <a:pt x="324707" y="853154"/>
                  </a:lnTo>
                  <a:lnTo>
                    <a:pt x="324707" y="851249"/>
                  </a:lnTo>
                  <a:lnTo>
                    <a:pt x="324803" y="850106"/>
                  </a:lnTo>
                  <a:lnTo>
                    <a:pt x="324993" y="848963"/>
                  </a:lnTo>
                  <a:lnTo>
                    <a:pt x="325469" y="848011"/>
                  </a:lnTo>
                  <a:lnTo>
                    <a:pt x="325850" y="846868"/>
                  </a:lnTo>
                  <a:lnTo>
                    <a:pt x="326136" y="845534"/>
                  </a:lnTo>
                  <a:lnTo>
                    <a:pt x="325755" y="845249"/>
                  </a:lnTo>
                  <a:lnTo>
                    <a:pt x="325374" y="844677"/>
                  </a:lnTo>
                  <a:lnTo>
                    <a:pt x="325564" y="844106"/>
                  </a:lnTo>
                  <a:lnTo>
                    <a:pt x="325755" y="843534"/>
                  </a:lnTo>
                  <a:lnTo>
                    <a:pt x="325850" y="842391"/>
                  </a:lnTo>
                  <a:lnTo>
                    <a:pt x="325374" y="841915"/>
                  </a:lnTo>
                  <a:lnTo>
                    <a:pt x="324707" y="844486"/>
                  </a:lnTo>
                  <a:lnTo>
                    <a:pt x="324803" y="845153"/>
                  </a:lnTo>
                  <a:lnTo>
                    <a:pt x="325183" y="846011"/>
                  </a:lnTo>
                  <a:lnTo>
                    <a:pt x="324898" y="847153"/>
                  </a:lnTo>
                  <a:lnTo>
                    <a:pt x="324040" y="847535"/>
                  </a:lnTo>
                  <a:lnTo>
                    <a:pt x="323755" y="848773"/>
                  </a:lnTo>
                  <a:lnTo>
                    <a:pt x="323945" y="849630"/>
                  </a:lnTo>
                  <a:lnTo>
                    <a:pt x="323945" y="850868"/>
                  </a:lnTo>
                  <a:lnTo>
                    <a:pt x="323659" y="851059"/>
                  </a:lnTo>
                  <a:lnTo>
                    <a:pt x="323088" y="851154"/>
                  </a:lnTo>
                  <a:lnTo>
                    <a:pt x="322993" y="849630"/>
                  </a:lnTo>
                  <a:lnTo>
                    <a:pt x="322135" y="849916"/>
                  </a:lnTo>
                  <a:lnTo>
                    <a:pt x="321850" y="852392"/>
                  </a:lnTo>
                  <a:lnTo>
                    <a:pt x="322516" y="853726"/>
                  </a:lnTo>
                  <a:lnTo>
                    <a:pt x="321469" y="854488"/>
                  </a:lnTo>
                  <a:lnTo>
                    <a:pt x="320707" y="853631"/>
                  </a:lnTo>
                  <a:lnTo>
                    <a:pt x="319564" y="854488"/>
                  </a:lnTo>
                  <a:lnTo>
                    <a:pt x="318706" y="854869"/>
                  </a:lnTo>
                  <a:lnTo>
                    <a:pt x="318611" y="855631"/>
                  </a:lnTo>
                  <a:lnTo>
                    <a:pt x="319088" y="855821"/>
                  </a:lnTo>
                  <a:lnTo>
                    <a:pt x="320992" y="856202"/>
                  </a:lnTo>
                  <a:lnTo>
                    <a:pt x="321469" y="856488"/>
                  </a:lnTo>
                  <a:lnTo>
                    <a:pt x="322231" y="857917"/>
                  </a:lnTo>
                  <a:lnTo>
                    <a:pt x="321945" y="858774"/>
                  </a:lnTo>
                  <a:lnTo>
                    <a:pt x="321850" y="860870"/>
                  </a:lnTo>
                  <a:lnTo>
                    <a:pt x="322231" y="862203"/>
                  </a:lnTo>
                  <a:lnTo>
                    <a:pt x="322135" y="863441"/>
                  </a:lnTo>
                  <a:lnTo>
                    <a:pt x="323183" y="863727"/>
                  </a:lnTo>
                  <a:lnTo>
                    <a:pt x="323374" y="863251"/>
                  </a:lnTo>
                  <a:lnTo>
                    <a:pt x="323374" y="862394"/>
                  </a:lnTo>
                  <a:lnTo>
                    <a:pt x="322993" y="861822"/>
                  </a:lnTo>
                  <a:lnTo>
                    <a:pt x="323374" y="861060"/>
                  </a:lnTo>
                  <a:lnTo>
                    <a:pt x="324326" y="861346"/>
                  </a:lnTo>
                  <a:lnTo>
                    <a:pt x="324898" y="861346"/>
                  </a:lnTo>
                  <a:lnTo>
                    <a:pt x="324993" y="860584"/>
                  </a:lnTo>
                  <a:lnTo>
                    <a:pt x="324993" y="860203"/>
                  </a:lnTo>
                  <a:lnTo>
                    <a:pt x="324612" y="859155"/>
                  </a:lnTo>
                  <a:lnTo>
                    <a:pt x="324707" y="858203"/>
                  </a:lnTo>
                  <a:lnTo>
                    <a:pt x="325088" y="857440"/>
                  </a:lnTo>
                  <a:lnTo>
                    <a:pt x="325946" y="856393"/>
                  </a:lnTo>
                  <a:lnTo>
                    <a:pt x="326993" y="856202"/>
                  </a:lnTo>
                  <a:lnTo>
                    <a:pt x="328041" y="854964"/>
                  </a:lnTo>
                  <a:lnTo>
                    <a:pt x="328708" y="854583"/>
                  </a:lnTo>
                  <a:close/>
                  <a:moveTo>
                    <a:pt x="336518" y="1149572"/>
                  </a:moveTo>
                  <a:lnTo>
                    <a:pt x="334994" y="1149763"/>
                  </a:lnTo>
                  <a:lnTo>
                    <a:pt x="334518" y="1149382"/>
                  </a:lnTo>
                  <a:lnTo>
                    <a:pt x="333280" y="1148810"/>
                  </a:lnTo>
                  <a:lnTo>
                    <a:pt x="332613" y="1148239"/>
                  </a:lnTo>
                  <a:lnTo>
                    <a:pt x="332518" y="1147858"/>
                  </a:lnTo>
                  <a:lnTo>
                    <a:pt x="332804" y="1147382"/>
                  </a:lnTo>
                  <a:lnTo>
                    <a:pt x="333184" y="1146905"/>
                  </a:lnTo>
                  <a:lnTo>
                    <a:pt x="333470" y="1146429"/>
                  </a:lnTo>
                  <a:lnTo>
                    <a:pt x="331565" y="1146715"/>
                  </a:lnTo>
                  <a:lnTo>
                    <a:pt x="330994" y="1146429"/>
                  </a:lnTo>
                  <a:lnTo>
                    <a:pt x="331280" y="1145286"/>
                  </a:lnTo>
                  <a:lnTo>
                    <a:pt x="329565" y="1145286"/>
                  </a:lnTo>
                  <a:lnTo>
                    <a:pt x="328803" y="1145572"/>
                  </a:lnTo>
                  <a:lnTo>
                    <a:pt x="329089" y="1146524"/>
                  </a:lnTo>
                  <a:lnTo>
                    <a:pt x="330517" y="1148620"/>
                  </a:lnTo>
                  <a:lnTo>
                    <a:pt x="330613" y="1149191"/>
                  </a:lnTo>
                  <a:lnTo>
                    <a:pt x="330708" y="1150620"/>
                  </a:lnTo>
                  <a:lnTo>
                    <a:pt x="330898" y="1151001"/>
                  </a:lnTo>
                  <a:lnTo>
                    <a:pt x="331375" y="1151192"/>
                  </a:lnTo>
                  <a:lnTo>
                    <a:pt x="332518" y="1151001"/>
                  </a:lnTo>
                  <a:lnTo>
                    <a:pt x="333089" y="1151096"/>
                  </a:lnTo>
                  <a:lnTo>
                    <a:pt x="333089" y="1151287"/>
                  </a:lnTo>
                  <a:lnTo>
                    <a:pt x="333565" y="1152049"/>
                  </a:lnTo>
                  <a:lnTo>
                    <a:pt x="333661" y="1152144"/>
                  </a:lnTo>
                  <a:lnTo>
                    <a:pt x="333851" y="1152430"/>
                  </a:lnTo>
                  <a:lnTo>
                    <a:pt x="334137" y="1152144"/>
                  </a:lnTo>
                  <a:lnTo>
                    <a:pt x="334423" y="1151668"/>
                  </a:lnTo>
                  <a:lnTo>
                    <a:pt x="334423" y="1151382"/>
                  </a:lnTo>
                  <a:lnTo>
                    <a:pt x="334423" y="1151287"/>
                  </a:lnTo>
                  <a:lnTo>
                    <a:pt x="334708" y="1151096"/>
                  </a:lnTo>
                  <a:lnTo>
                    <a:pt x="334994" y="1151001"/>
                  </a:lnTo>
                  <a:lnTo>
                    <a:pt x="335089" y="1151287"/>
                  </a:lnTo>
                  <a:lnTo>
                    <a:pt x="335280" y="1151382"/>
                  </a:lnTo>
                  <a:lnTo>
                    <a:pt x="336232" y="1152335"/>
                  </a:lnTo>
                  <a:lnTo>
                    <a:pt x="337661" y="1151858"/>
                  </a:lnTo>
                  <a:lnTo>
                    <a:pt x="337471" y="1150620"/>
                  </a:lnTo>
                  <a:lnTo>
                    <a:pt x="336518" y="1149572"/>
                  </a:lnTo>
                  <a:close/>
                  <a:moveTo>
                    <a:pt x="361093" y="928021"/>
                  </a:moveTo>
                  <a:lnTo>
                    <a:pt x="360712" y="927068"/>
                  </a:lnTo>
                  <a:lnTo>
                    <a:pt x="360331" y="928307"/>
                  </a:lnTo>
                  <a:lnTo>
                    <a:pt x="359855" y="929545"/>
                  </a:lnTo>
                  <a:lnTo>
                    <a:pt x="359092" y="930497"/>
                  </a:lnTo>
                  <a:lnTo>
                    <a:pt x="357949" y="930878"/>
                  </a:lnTo>
                  <a:lnTo>
                    <a:pt x="357188" y="931355"/>
                  </a:lnTo>
                  <a:lnTo>
                    <a:pt x="355854" y="933260"/>
                  </a:lnTo>
                  <a:lnTo>
                    <a:pt x="355092" y="935260"/>
                  </a:lnTo>
                  <a:lnTo>
                    <a:pt x="353949" y="935736"/>
                  </a:lnTo>
                  <a:lnTo>
                    <a:pt x="354139" y="936879"/>
                  </a:lnTo>
                  <a:lnTo>
                    <a:pt x="355092" y="937641"/>
                  </a:lnTo>
                  <a:lnTo>
                    <a:pt x="356045" y="938117"/>
                  </a:lnTo>
                  <a:lnTo>
                    <a:pt x="357283" y="937165"/>
                  </a:lnTo>
                  <a:lnTo>
                    <a:pt x="357854" y="936784"/>
                  </a:lnTo>
                  <a:lnTo>
                    <a:pt x="358521" y="934784"/>
                  </a:lnTo>
                  <a:lnTo>
                    <a:pt x="360331" y="931545"/>
                  </a:lnTo>
                  <a:lnTo>
                    <a:pt x="360902" y="931069"/>
                  </a:lnTo>
                  <a:lnTo>
                    <a:pt x="361569" y="930593"/>
                  </a:lnTo>
                  <a:lnTo>
                    <a:pt x="361569" y="929450"/>
                  </a:lnTo>
                  <a:lnTo>
                    <a:pt x="361093" y="928021"/>
                  </a:lnTo>
                  <a:close/>
                  <a:moveTo>
                    <a:pt x="379095" y="905447"/>
                  </a:moveTo>
                  <a:lnTo>
                    <a:pt x="378809" y="906494"/>
                  </a:lnTo>
                  <a:lnTo>
                    <a:pt x="379190" y="907352"/>
                  </a:lnTo>
                  <a:lnTo>
                    <a:pt x="379952" y="907828"/>
                  </a:lnTo>
                  <a:lnTo>
                    <a:pt x="380905" y="907637"/>
                  </a:lnTo>
                  <a:lnTo>
                    <a:pt x="381286" y="907066"/>
                  </a:lnTo>
                  <a:lnTo>
                    <a:pt x="382143" y="904589"/>
                  </a:lnTo>
                  <a:lnTo>
                    <a:pt x="382333" y="903827"/>
                  </a:lnTo>
                  <a:lnTo>
                    <a:pt x="381953" y="902589"/>
                  </a:lnTo>
                  <a:lnTo>
                    <a:pt x="381381" y="902113"/>
                  </a:lnTo>
                  <a:lnTo>
                    <a:pt x="380143" y="902113"/>
                  </a:lnTo>
                  <a:lnTo>
                    <a:pt x="379000" y="901636"/>
                  </a:lnTo>
                  <a:lnTo>
                    <a:pt x="378428" y="901541"/>
                  </a:lnTo>
                  <a:lnTo>
                    <a:pt x="378047" y="901827"/>
                  </a:lnTo>
                  <a:lnTo>
                    <a:pt x="377952" y="902684"/>
                  </a:lnTo>
                  <a:lnTo>
                    <a:pt x="378142" y="903827"/>
                  </a:lnTo>
                  <a:lnTo>
                    <a:pt x="378523" y="904875"/>
                  </a:lnTo>
                  <a:lnTo>
                    <a:pt x="379095" y="905447"/>
                  </a:lnTo>
                  <a:close/>
                  <a:moveTo>
                    <a:pt x="356902" y="1129760"/>
                  </a:moveTo>
                  <a:lnTo>
                    <a:pt x="356711" y="1129379"/>
                  </a:lnTo>
                  <a:lnTo>
                    <a:pt x="356235" y="1127379"/>
                  </a:lnTo>
                  <a:lnTo>
                    <a:pt x="355663" y="1126522"/>
                  </a:lnTo>
                  <a:lnTo>
                    <a:pt x="354901" y="1126427"/>
                  </a:lnTo>
                  <a:lnTo>
                    <a:pt x="354616" y="1126808"/>
                  </a:lnTo>
                  <a:lnTo>
                    <a:pt x="354711" y="1127284"/>
                  </a:lnTo>
                  <a:lnTo>
                    <a:pt x="354901" y="1127760"/>
                  </a:lnTo>
                  <a:lnTo>
                    <a:pt x="354901" y="1128046"/>
                  </a:lnTo>
                  <a:lnTo>
                    <a:pt x="353854" y="1129856"/>
                  </a:lnTo>
                  <a:lnTo>
                    <a:pt x="353282" y="1130618"/>
                  </a:lnTo>
                  <a:lnTo>
                    <a:pt x="352711" y="1130903"/>
                  </a:lnTo>
                  <a:lnTo>
                    <a:pt x="351854" y="1130713"/>
                  </a:lnTo>
                  <a:lnTo>
                    <a:pt x="351758" y="1130141"/>
                  </a:lnTo>
                  <a:lnTo>
                    <a:pt x="352425" y="1128046"/>
                  </a:lnTo>
                  <a:lnTo>
                    <a:pt x="348996" y="1129951"/>
                  </a:lnTo>
                  <a:lnTo>
                    <a:pt x="347567" y="1131189"/>
                  </a:lnTo>
                  <a:lnTo>
                    <a:pt x="346710" y="1133380"/>
                  </a:lnTo>
                  <a:lnTo>
                    <a:pt x="346043" y="1132999"/>
                  </a:lnTo>
                  <a:lnTo>
                    <a:pt x="345376" y="1132713"/>
                  </a:lnTo>
                  <a:lnTo>
                    <a:pt x="344805" y="1132332"/>
                  </a:lnTo>
                  <a:lnTo>
                    <a:pt x="344424" y="1131761"/>
                  </a:lnTo>
                  <a:lnTo>
                    <a:pt x="343948" y="1132713"/>
                  </a:lnTo>
                  <a:lnTo>
                    <a:pt x="343186" y="1133475"/>
                  </a:lnTo>
                  <a:lnTo>
                    <a:pt x="342233" y="1133761"/>
                  </a:lnTo>
                  <a:lnTo>
                    <a:pt x="341281" y="1133380"/>
                  </a:lnTo>
                  <a:lnTo>
                    <a:pt x="340519" y="1134618"/>
                  </a:lnTo>
                  <a:lnTo>
                    <a:pt x="339471" y="1134904"/>
                  </a:lnTo>
                  <a:lnTo>
                    <a:pt x="338233" y="1134809"/>
                  </a:lnTo>
                  <a:lnTo>
                    <a:pt x="336899" y="1134904"/>
                  </a:lnTo>
                  <a:lnTo>
                    <a:pt x="336899" y="1134999"/>
                  </a:lnTo>
                  <a:lnTo>
                    <a:pt x="336137" y="1135761"/>
                  </a:lnTo>
                  <a:lnTo>
                    <a:pt x="335089" y="1136618"/>
                  </a:lnTo>
                  <a:lnTo>
                    <a:pt x="334708" y="1136809"/>
                  </a:lnTo>
                  <a:lnTo>
                    <a:pt x="333470" y="1137095"/>
                  </a:lnTo>
                  <a:lnTo>
                    <a:pt x="332899" y="1137571"/>
                  </a:lnTo>
                  <a:lnTo>
                    <a:pt x="332327" y="1138142"/>
                  </a:lnTo>
                  <a:lnTo>
                    <a:pt x="331565" y="1138619"/>
                  </a:lnTo>
                  <a:lnTo>
                    <a:pt x="332232" y="1139476"/>
                  </a:lnTo>
                  <a:lnTo>
                    <a:pt x="332994" y="1139857"/>
                  </a:lnTo>
                  <a:lnTo>
                    <a:pt x="334899" y="1139857"/>
                  </a:lnTo>
                  <a:lnTo>
                    <a:pt x="333851" y="1141571"/>
                  </a:lnTo>
                  <a:lnTo>
                    <a:pt x="332327" y="1141476"/>
                  </a:lnTo>
                  <a:lnTo>
                    <a:pt x="330613" y="1141000"/>
                  </a:lnTo>
                  <a:lnTo>
                    <a:pt x="329089" y="1141476"/>
                  </a:lnTo>
                  <a:lnTo>
                    <a:pt x="328613" y="1141190"/>
                  </a:lnTo>
                  <a:lnTo>
                    <a:pt x="328136" y="1141095"/>
                  </a:lnTo>
                  <a:lnTo>
                    <a:pt x="327660" y="1141190"/>
                  </a:lnTo>
                  <a:lnTo>
                    <a:pt x="327184" y="1141476"/>
                  </a:lnTo>
                  <a:lnTo>
                    <a:pt x="327184" y="1141857"/>
                  </a:lnTo>
                  <a:lnTo>
                    <a:pt x="327850" y="1142429"/>
                  </a:lnTo>
                  <a:lnTo>
                    <a:pt x="328613" y="1142714"/>
                  </a:lnTo>
                  <a:lnTo>
                    <a:pt x="330422" y="1143095"/>
                  </a:lnTo>
                  <a:lnTo>
                    <a:pt x="332232" y="1143953"/>
                  </a:lnTo>
                  <a:lnTo>
                    <a:pt x="332994" y="1143953"/>
                  </a:lnTo>
                  <a:lnTo>
                    <a:pt x="333661" y="1143095"/>
                  </a:lnTo>
                  <a:lnTo>
                    <a:pt x="334232" y="1143762"/>
                  </a:lnTo>
                  <a:lnTo>
                    <a:pt x="334232" y="1144619"/>
                  </a:lnTo>
                  <a:lnTo>
                    <a:pt x="334137" y="1145477"/>
                  </a:lnTo>
                  <a:lnTo>
                    <a:pt x="334518" y="1146239"/>
                  </a:lnTo>
                  <a:lnTo>
                    <a:pt x="337185" y="1148048"/>
                  </a:lnTo>
                  <a:lnTo>
                    <a:pt x="338709" y="1149477"/>
                  </a:lnTo>
                  <a:lnTo>
                    <a:pt x="339280" y="1149668"/>
                  </a:lnTo>
                  <a:lnTo>
                    <a:pt x="339471" y="1149287"/>
                  </a:lnTo>
                  <a:lnTo>
                    <a:pt x="339185" y="1148429"/>
                  </a:lnTo>
                  <a:lnTo>
                    <a:pt x="338614" y="1147572"/>
                  </a:lnTo>
                  <a:lnTo>
                    <a:pt x="337947" y="1147191"/>
                  </a:lnTo>
                  <a:lnTo>
                    <a:pt x="338995" y="1146810"/>
                  </a:lnTo>
                  <a:lnTo>
                    <a:pt x="339947" y="1147096"/>
                  </a:lnTo>
                  <a:lnTo>
                    <a:pt x="340614" y="1147096"/>
                  </a:lnTo>
                  <a:lnTo>
                    <a:pt x="340900" y="1145858"/>
                  </a:lnTo>
                  <a:lnTo>
                    <a:pt x="341376" y="1145762"/>
                  </a:lnTo>
                  <a:lnTo>
                    <a:pt x="344138" y="1143953"/>
                  </a:lnTo>
                  <a:lnTo>
                    <a:pt x="343567" y="1143381"/>
                  </a:lnTo>
                  <a:lnTo>
                    <a:pt x="342233" y="1142429"/>
                  </a:lnTo>
                  <a:lnTo>
                    <a:pt x="341662" y="1141857"/>
                  </a:lnTo>
                  <a:lnTo>
                    <a:pt x="342233" y="1141571"/>
                  </a:lnTo>
                  <a:lnTo>
                    <a:pt x="342709" y="1141286"/>
                  </a:lnTo>
                  <a:lnTo>
                    <a:pt x="343186" y="1140809"/>
                  </a:lnTo>
                  <a:lnTo>
                    <a:pt x="343567" y="1140143"/>
                  </a:lnTo>
                  <a:lnTo>
                    <a:pt x="343186" y="1139285"/>
                  </a:lnTo>
                  <a:lnTo>
                    <a:pt x="343948" y="1139285"/>
                  </a:lnTo>
                  <a:lnTo>
                    <a:pt x="345281" y="1139857"/>
                  </a:lnTo>
                  <a:lnTo>
                    <a:pt x="345853" y="1139571"/>
                  </a:lnTo>
                  <a:lnTo>
                    <a:pt x="347472" y="1137952"/>
                  </a:lnTo>
                  <a:lnTo>
                    <a:pt x="347663" y="1137666"/>
                  </a:lnTo>
                  <a:lnTo>
                    <a:pt x="348710" y="1137095"/>
                  </a:lnTo>
                  <a:lnTo>
                    <a:pt x="350139" y="1134618"/>
                  </a:lnTo>
                  <a:lnTo>
                    <a:pt x="351187" y="1134047"/>
                  </a:lnTo>
                  <a:lnTo>
                    <a:pt x="351663" y="1133856"/>
                  </a:lnTo>
                  <a:lnTo>
                    <a:pt x="351854" y="1133475"/>
                  </a:lnTo>
                  <a:lnTo>
                    <a:pt x="351949" y="1133094"/>
                  </a:lnTo>
                  <a:lnTo>
                    <a:pt x="352044" y="1132808"/>
                  </a:lnTo>
                  <a:lnTo>
                    <a:pt x="352330" y="1132713"/>
                  </a:lnTo>
                  <a:lnTo>
                    <a:pt x="353092" y="1132523"/>
                  </a:lnTo>
                  <a:lnTo>
                    <a:pt x="355282" y="1131570"/>
                  </a:lnTo>
                  <a:lnTo>
                    <a:pt x="355949" y="1131094"/>
                  </a:lnTo>
                  <a:lnTo>
                    <a:pt x="356330" y="1130999"/>
                  </a:lnTo>
                  <a:lnTo>
                    <a:pt x="356806" y="1131094"/>
                  </a:lnTo>
                  <a:lnTo>
                    <a:pt x="357188" y="1131094"/>
                  </a:lnTo>
                  <a:lnTo>
                    <a:pt x="357473" y="1130713"/>
                  </a:lnTo>
                  <a:lnTo>
                    <a:pt x="357473" y="1130141"/>
                  </a:lnTo>
                  <a:lnTo>
                    <a:pt x="357283" y="1129760"/>
                  </a:lnTo>
                  <a:lnTo>
                    <a:pt x="356902" y="1129760"/>
                  </a:lnTo>
                  <a:close/>
                  <a:moveTo>
                    <a:pt x="357092" y="1057847"/>
                  </a:moveTo>
                  <a:lnTo>
                    <a:pt x="356902" y="1058609"/>
                  </a:lnTo>
                  <a:lnTo>
                    <a:pt x="356997" y="1059371"/>
                  </a:lnTo>
                  <a:lnTo>
                    <a:pt x="357378" y="1060799"/>
                  </a:lnTo>
                  <a:lnTo>
                    <a:pt x="358616" y="1059847"/>
                  </a:lnTo>
                  <a:lnTo>
                    <a:pt x="359092" y="1058418"/>
                  </a:lnTo>
                  <a:lnTo>
                    <a:pt x="358712" y="1057466"/>
                  </a:lnTo>
                  <a:lnTo>
                    <a:pt x="357092" y="1057847"/>
                  </a:lnTo>
                  <a:close/>
                  <a:moveTo>
                    <a:pt x="351663" y="1070610"/>
                  </a:moveTo>
                  <a:lnTo>
                    <a:pt x="351854" y="1069848"/>
                  </a:lnTo>
                  <a:lnTo>
                    <a:pt x="351568" y="1069181"/>
                  </a:lnTo>
                  <a:lnTo>
                    <a:pt x="351472" y="1068991"/>
                  </a:lnTo>
                  <a:lnTo>
                    <a:pt x="351187" y="1068991"/>
                  </a:lnTo>
                  <a:lnTo>
                    <a:pt x="351091" y="1068896"/>
                  </a:lnTo>
                  <a:lnTo>
                    <a:pt x="350901" y="1068800"/>
                  </a:lnTo>
                  <a:lnTo>
                    <a:pt x="350520" y="1069086"/>
                  </a:lnTo>
                  <a:lnTo>
                    <a:pt x="350330" y="1069658"/>
                  </a:lnTo>
                  <a:lnTo>
                    <a:pt x="350520" y="1070134"/>
                  </a:lnTo>
                  <a:lnTo>
                    <a:pt x="350901" y="1070515"/>
                  </a:lnTo>
                  <a:lnTo>
                    <a:pt x="351663" y="1070515"/>
                  </a:lnTo>
                  <a:close/>
                  <a:moveTo>
                    <a:pt x="320897" y="858774"/>
                  </a:moveTo>
                  <a:lnTo>
                    <a:pt x="320707" y="858203"/>
                  </a:lnTo>
                  <a:lnTo>
                    <a:pt x="320516" y="857726"/>
                  </a:lnTo>
                  <a:lnTo>
                    <a:pt x="319945" y="857250"/>
                  </a:lnTo>
                  <a:lnTo>
                    <a:pt x="319088" y="856964"/>
                  </a:lnTo>
                  <a:lnTo>
                    <a:pt x="318706" y="856964"/>
                  </a:lnTo>
                  <a:lnTo>
                    <a:pt x="318706" y="857155"/>
                  </a:lnTo>
                  <a:lnTo>
                    <a:pt x="318611" y="857345"/>
                  </a:lnTo>
                  <a:lnTo>
                    <a:pt x="318421" y="857536"/>
                  </a:lnTo>
                  <a:lnTo>
                    <a:pt x="318421" y="857726"/>
                  </a:lnTo>
                  <a:lnTo>
                    <a:pt x="318516" y="858012"/>
                  </a:lnTo>
                  <a:lnTo>
                    <a:pt x="318611" y="858393"/>
                  </a:lnTo>
                  <a:lnTo>
                    <a:pt x="318897" y="858774"/>
                  </a:lnTo>
                  <a:lnTo>
                    <a:pt x="319183" y="859060"/>
                  </a:lnTo>
                  <a:lnTo>
                    <a:pt x="319278" y="859346"/>
                  </a:lnTo>
                  <a:lnTo>
                    <a:pt x="319088" y="859346"/>
                  </a:lnTo>
                  <a:lnTo>
                    <a:pt x="318135" y="858774"/>
                  </a:lnTo>
                  <a:lnTo>
                    <a:pt x="317659" y="858774"/>
                  </a:lnTo>
                  <a:lnTo>
                    <a:pt x="317659" y="859346"/>
                  </a:lnTo>
                  <a:lnTo>
                    <a:pt x="317849" y="860298"/>
                  </a:lnTo>
                  <a:lnTo>
                    <a:pt x="317945" y="860393"/>
                  </a:lnTo>
                  <a:lnTo>
                    <a:pt x="318135" y="860584"/>
                  </a:lnTo>
                  <a:lnTo>
                    <a:pt x="318325" y="860870"/>
                  </a:lnTo>
                  <a:lnTo>
                    <a:pt x="318611" y="860965"/>
                  </a:lnTo>
                  <a:lnTo>
                    <a:pt x="319373" y="860679"/>
                  </a:lnTo>
                  <a:lnTo>
                    <a:pt x="319849" y="860774"/>
                  </a:lnTo>
                  <a:lnTo>
                    <a:pt x="320230" y="861155"/>
                  </a:lnTo>
                  <a:lnTo>
                    <a:pt x="320421" y="861251"/>
                  </a:lnTo>
                  <a:lnTo>
                    <a:pt x="320421" y="861822"/>
                  </a:lnTo>
                  <a:lnTo>
                    <a:pt x="320707" y="861822"/>
                  </a:lnTo>
                  <a:lnTo>
                    <a:pt x="320897" y="861346"/>
                  </a:lnTo>
                  <a:lnTo>
                    <a:pt x="320992" y="859250"/>
                  </a:lnTo>
                  <a:lnTo>
                    <a:pt x="320992" y="859060"/>
                  </a:lnTo>
                  <a:lnTo>
                    <a:pt x="320897" y="858774"/>
                  </a:lnTo>
                  <a:close/>
                  <a:moveTo>
                    <a:pt x="805339" y="543306"/>
                  </a:moveTo>
                  <a:lnTo>
                    <a:pt x="805815" y="543592"/>
                  </a:lnTo>
                  <a:lnTo>
                    <a:pt x="806387" y="543687"/>
                  </a:lnTo>
                  <a:lnTo>
                    <a:pt x="807530" y="543497"/>
                  </a:lnTo>
                  <a:lnTo>
                    <a:pt x="813054" y="541496"/>
                  </a:lnTo>
                  <a:lnTo>
                    <a:pt x="819150" y="537305"/>
                  </a:lnTo>
                  <a:lnTo>
                    <a:pt x="819912" y="536353"/>
                  </a:lnTo>
                  <a:lnTo>
                    <a:pt x="820579" y="533781"/>
                  </a:lnTo>
                  <a:lnTo>
                    <a:pt x="821150" y="532543"/>
                  </a:lnTo>
                  <a:lnTo>
                    <a:pt x="823341" y="529019"/>
                  </a:lnTo>
                  <a:lnTo>
                    <a:pt x="823817" y="527780"/>
                  </a:lnTo>
                  <a:lnTo>
                    <a:pt x="823817" y="525209"/>
                  </a:lnTo>
                  <a:lnTo>
                    <a:pt x="822007" y="525018"/>
                  </a:lnTo>
                  <a:lnTo>
                    <a:pt x="819531" y="525685"/>
                  </a:lnTo>
                  <a:lnTo>
                    <a:pt x="817626" y="525494"/>
                  </a:lnTo>
                  <a:lnTo>
                    <a:pt x="817245" y="526637"/>
                  </a:lnTo>
                  <a:lnTo>
                    <a:pt x="816769" y="526637"/>
                  </a:lnTo>
                  <a:lnTo>
                    <a:pt x="816483" y="525875"/>
                  </a:lnTo>
                  <a:lnTo>
                    <a:pt x="816483" y="524542"/>
                  </a:lnTo>
                  <a:lnTo>
                    <a:pt x="816769" y="523303"/>
                  </a:lnTo>
                  <a:lnTo>
                    <a:pt x="819055" y="518065"/>
                  </a:lnTo>
                  <a:lnTo>
                    <a:pt x="820103" y="514064"/>
                  </a:lnTo>
                  <a:lnTo>
                    <a:pt x="820769" y="509683"/>
                  </a:lnTo>
                  <a:lnTo>
                    <a:pt x="820769" y="508921"/>
                  </a:lnTo>
                  <a:lnTo>
                    <a:pt x="820483" y="508635"/>
                  </a:lnTo>
                  <a:lnTo>
                    <a:pt x="819150" y="508635"/>
                  </a:lnTo>
                  <a:lnTo>
                    <a:pt x="818579" y="508826"/>
                  </a:lnTo>
                  <a:lnTo>
                    <a:pt x="818102" y="509207"/>
                  </a:lnTo>
                  <a:lnTo>
                    <a:pt x="815912" y="513017"/>
                  </a:lnTo>
                  <a:lnTo>
                    <a:pt x="814483" y="514064"/>
                  </a:lnTo>
                  <a:lnTo>
                    <a:pt x="812101" y="516541"/>
                  </a:lnTo>
                  <a:lnTo>
                    <a:pt x="811625" y="517303"/>
                  </a:lnTo>
                  <a:lnTo>
                    <a:pt x="810578" y="518065"/>
                  </a:lnTo>
                  <a:lnTo>
                    <a:pt x="809530" y="519017"/>
                  </a:lnTo>
                  <a:lnTo>
                    <a:pt x="808768" y="521113"/>
                  </a:lnTo>
                  <a:lnTo>
                    <a:pt x="806577" y="524161"/>
                  </a:lnTo>
                  <a:lnTo>
                    <a:pt x="806005" y="525399"/>
                  </a:lnTo>
                  <a:lnTo>
                    <a:pt x="805624" y="526732"/>
                  </a:lnTo>
                  <a:lnTo>
                    <a:pt x="805434" y="528161"/>
                  </a:lnTo>
                  <a:lnTo>
                    <a:pt x="805434" y="529685"/>
                  </a:lnTo>
                  <a:lnTo>
                    <a:pt x="806196" y="531590"/>
                  </a:lnTo>
                  <a:lnTo>
                    <a:pt x="809720" y="530352"/>
                  </a:lnTo>
                  <a:lnTo>
                    <a:pt x="811149" y="532352"/>
                  </a:lnTo>
                  <a:lnTo>
                    <a:pt x="810578" y="533305"/>
                  </a:lnTo>
                  <a:lnTo>
                    <a:pt x="808863" y="535305"/>
                  </a:lnTo>
                  <a:lnTo>
                    <a:pt x="808291" y="536353"/>
                  </a:lnTo>
                  <a:lnTo>
                    <a:pt x="808291" y="539306"/>
                  </a:lnTo>
                  <a:lnTo>
                    <a:pt x="808006" y="540163"/>
                  </a:lnTo>
                  <a:lnTo>
                    <a:pt x="807434" y="540544"/>
                  </a:lnTo>
                  <a:lnTo>
                    <a:pt x="804863" y="541115"/>
                  </a:lnTo>
                  <a:lnTo>
                    <a:pt x="804386" y="541401"/>
                  </a:lnTo>
                  <a:lnTo>
                    <a:pt x="804196" y="542163"/>
                  </a:lnTo>
                  <a:lnTo>
                    <a:pt x="804386" y="542830"/>
                  </a:lnTo>
                  <a:lnTo>
                    <a:pt x="805339" y="543306"/>
                  </a:lnTo>
                  <a:close/>
                  <a:moveTo>
                    <a:pt x="534448" y="656368"/>
                  </a:moveTo>
                  <a:lnTo>
                    <a:pt x="534353" y="658368"/>
                  </a:lnTo>
                  <a:lnTo>
                    <a:pt x="534353" y="660273"/>
                  </a:lnTo>
                  <a:lnTo>
                    <a:pt x="535400" y="659225"/>
                  </a:lnTo>
                  <a:lnTo>
                    <a:pt x="536638" y="657606"/>
                  </a:lnTo>
                  <a:lnTo>
                    <a:pt x="537305" y="655892"/>
                  </a:lnTo>
                  <a:lnTo>
                    <a:pt x="536543" y="654558"/>
                  </a:lnTo>
                  <a:lnTo>
                    <a:pt x="535114" y="655034"/>
                  </a:lnTo>
                  <a:lnTo>
                    <a:pt x="534448" y="656368"/>
                  </a:lnTo>
                  <a:close/>
                  <a:moveTo>
                    <a:pt x="540830" y="648462"/>
                  </a:moveTo>
                  <a:lnTo>
                    <a:pt x="543306" y="650653"/>
                  </a:lnTo>
                  <a:lnTo>
                    <a:pt x="543687" y="650843"/>
                  </a:lnTo>
                  <a:lnTo>
                    <a:pt x="544830" y="650843"/>
                  </a:lnTo>
                  <a:lnTo>
                    <a:pt x="546925" y="651224"/>
                  </a:lnTo>
                  <a:lnTo>
                    <a:pt x="547306" y="651224"/>
                  </a:lnTo>
                  <a:lnTo>
                    <a:pt x="547878" y="650748"/>
                  </a:lnTo>
                  <a:lnTo>
                    <a:pt x="548068" y="650081"/>
                  </a:lnTo>
                  <a:lnTo>
                    <a:pt x="547878" y="649510"/>
                  </a:lnTo>
                  <a:lnTo>
                    <a:pt x="547306" y="649034"/>
                  </a:lnTo>
                  <a:lnTo>
                    <a:pt x="547783" y="648557"/>
                  </a:lnTo>
                  <a:lnTo>
                    <a:pt x="548259" y="648176"/>
                  </a:lnTo>
                  <a:lnTo>
                    <a:pt x="548735" y="648272"/>
                  </a:lnTo>
                  <a:lnTo>
                    <a:pt x="549116" y="649034"/>
                  </a:lnTo>
                  <a:lnTo>
                    <a:pt x="549783" y="648653"/>
                  </a:lnTo>
                  <a:lnTo>
                    <a:pt x="550069" y="647986"/>
                  </a:lnTo>
                  <a:lnTo>
                    <a:pt x="550164" y="644747"/>
                  </a:lnTo>
                  <a:lnTo>
                    <a:pt x="549402" y="643700"/>
                  </a:lnTo>
                  <a:lnTo>
                    <a:pt x="549212" y="643414"/>
                  </a:lnTo>
                  <a:lnTo>
                    <a:pt x="549021" y="642842"/>
                  </a:lnTo>
                  <a:lnTo>
                    <a:pt x="548735" y="642461"/>
                  </a:lnTo>
                  <a:lnTo>
                    <a:pt x="548449" y="642271"/>
                  </a:lnTo>
                  <a:lnTo>
                    <a:pt x="547783" y="642080"/>
                  </a:lnTo>
                  <a:lnTo>
                    <a:pt x="547402" y="641795"/>
                  </a:lnTo>
                  <a:lnTo>
                    <a:pt x="547211" y="641509"/>
                  </a:lnTo>
                  <a:lnTo>
                    <a:pt x="547021" y="640937"/>
                  </a:lnTo>
                  <a:lnTo>
                    <a:pt x="546830" y="640747"/>
                  </a:lnTo>
                  <a:lnTo>
                    <a:pt x="546354" y="640556"/>
                  </a:lnTo>
                  <a:lnTo>
                    <a:pt x="545782" y="640461"/>
                  </a:lnTo>
                  <a:lnTo>
                    <a:pt x="545401" y="640175"/>
                  </a:lnTo>
                  <a:lnTo>
                    <a:pt x="545401" y="639413"/>
                  </a:lnTo>
                  <a:lnTo>
                    <a:pt x="541020" y="642366"/>
                  </a:lnTo>
                  <a:lnTo>
                    <a:pt x="540353" y="643604"/>
                  </a:lnTo>
                  <a:lnTo>
                    <a:pt x="539877" y="647605"/>
                  </a:lnTo>
                  <a:lnTo>
                    <a:pt x="540163" y="648272"/>
                  </a:lnTo>
                  <a:lnTo>
                    <a:pt x="540830" y="648462"/>
                  </a:lnTo>
                  <a:close/>
                  <a:moveTo>
                    <a:pt x="532543" y="660273"/>
                  </a:moveTo>
                  <a:lnTo>
                    <a:pt x="531400" y="659892"/>
                  </a:lnTo>
                  <a:lnTo>
                    <a:pt x="530733" y="660559"/>
                  </a:lnTo>
                  <a:lnTo>
                    <a:pt x="530733" y="661035"/>
                  </a:lnTo>
                  <a:lnTo>
                    <a:pt x="530923" y="661511"/>
                  </a:lnTo>
                  <a:lnTo>
                    <a:pt x="531209" y="661892"/>
                  </a:lnTo>
                  <a:lnTo>
                    <a:pt x="531590" y="661988"/>
                  </a:lnTo>
                  <a:lnTo>
                    <a:pt x="533590" y="661892"/>
                  </a:lnTo>
                  <a:lnTo>
                    <a:pt x="534353" y="661988"/>
                  </a:lnTo>
                  <a:lnTo>
                    <a:pt x="533686" y="661130"/>
                  </a:lnTo>
                  <a:lnTo>
                    <a:pt x="532543" y="660273"/>
                  </a:lnTo>
                  <a:close/>
                  <a:moveTo>
                    <a:pt x="529209" y="658940"/>
                  </a:moveTo>
                  <a:lnTo>
                    <a:pt x="529876" y="659035"/>
                  </a:lnTo>
                  <a:lnTo>
                    <a:pt x="530352" y="658368"/>
                  </a:lnTo>
                  <a:lnTo>
                    <a:pt x="529780" y="657225"/>
                  </a:lnTo>
                  <a:lnTo>
                    <a:pt x="529590" y="656558"/>
                  </a:lnTo>
                  <a:lnTo>
                    <a:pt x="530066" y="656273"/>
                  </a:lnTo>
                  <a:lnTo>
                    <a:pt x="530542" y="656273"/>
                  </a:lnTo>
                  <a:lnTo>
                    <a:pt x="530828" y="656368"/>
                  </a:lnTo>
                  <a:lnTo>
                    <a:pt x="530923" y="656653"/>
                  </a:lnTo>
                  <a:lnTo>
                    <a:pt x="530923" y="657320"/>
                  </a:lnTo>
                  <a:lnTo>
                    <a:pt x="531114" y="657606"/>
                  </a:lnTo>
                  <a:lnTo>
                    <a:pt x="531495" y="657892"/>
                  </a:lnTo>
                  <a:lnTo>
                    <a:pt x="531971" y="658082"/>
                  </a:lnTo>
                  <a:lnTo>
                    <a:pt x="532447" y="657987"/>
                  </a:lnTo>
                  <a:lnTo>
                    <a:pt x="533019" y="657511"/>
                  </a:lnTo>
                  <a:lnTo>
                    <a:pt x="533114" y="657130"/>
                  </a:lnTo>
                  <a:lnTo>
                    <a:pt x="532924" y="656653"/>
                  </a:lnTo>
                  <a:lnTo>
                    <a:pt x="532829" y="655987"/>
                  </a:lnTo>
                  <a:lnTo>
                    <a:pt x="533209" y="654844"/>
                  </a:lnTo>
                  <a:lnTo>
                    <a:pt x="533972" y="654558"/>
                  </a:lnTo>
                  <a:lnTo>
                    <a:pt x="534733" y="654368"/>
                  </a:lnTo>
                  <a:lnTo>
                    <a:pt x="534829" y="653891"/>
                  </a:lnTo>
                  <a:lnTo>
                    <a:pt x="534829" y="653320"/>
                  </a:lnTo>
                  <a:lnTo>
                    <a:pt x="534162" y="653225"/>
                  </a:lnTo>
                  <a:lnTo>
                    <a:pt x="533209" y="653415"/>
                  </a:lnTo>
                  <a:lnTo>
                    <a:pt x="532257" y="653034"/>
                  </a:lnTo>
                  <a:lnTo>
                    <a:pt x="531019" y="654368"/>
                  </a:lnTo>
                  <a:lnTo>
                    <a:pt x="528638" y="656273"/>
                  </a:lnTo>
                  <a:lnTo>
                    <a:pt x="527590" y="657606"/>
                  </a:lnTo>
                  <a:lnTo>
                    <a:pt x="528447" y="658463"/>
                  </a:lnTo>
                  <a:lnTo>
                    <a:pt x="529209" y="658940"/>
                  </a:lnTo>
                  <a:close/>
                  <a:moveTo>
                    <a:pt x="536162" y="654177"/>
                  </a:moveTo>
                  <a:lnTo>
                    <a:pt x="535114" y="653510"/>
                  </a:lnTo>
                  <a:lnTo>
                    <a:pt x="535019" y="653891"/>
                  </a:lnTo>
                  <a:lnTo>
                    <a:pt x="535114" y="654463"/>
                  </a:lnTo>
                  <a:lnTo>
                    <a:pt x="536162" y="654177"/>
                  </a:lnTo>
                  <a:close/>
                  <a:moveTo>
                    <a:pt x="1106519" y="102299"/>
                  </a:moveTo>
                  <a:lnTo>
                    <a:pt x="1108424" y="101632"/>
                  </a:lnTo>
                  <a:lnTo>
                    <a:pt x="1107472" y="101346"/>
                  </a:lnTo>
                  <a:lnTo>
                    <a:pt x="1105090" y="101346"/>
                  </a:lnTo>
                  <a:lnTo>
                    <a:pt x="1104328" y="100965"/>
                  </a:lnTo>
                  <a:lnTo>
                    <a:pt x="1103567" y="100298"/>
                  </a:lnTo>
                  <a:lnTo>
                    <a:pt x="1102424" y="99822"/>
                  </a:lnTo>
                  <a:lnTo>
                    <a:pt x="1101185" y="99631"/>
                  </a:lnTo>
                  <a:lnTo>
                    <a:pt x="1100233" y="99631"/>
                  </a:lnTo>
                  <a:lnTo>
                    <a:pt x="1099852" y="100108"/>
                  </a:lnTo>
                  <a:lnTo>
                    <a:pt x="1104233" y="101727"/>
                  </a:lnTo>
                  <a:lnTo>
                    <a:pt x="1106519" y="102299"/>
                  </a:lnTo>
                  <a:close/>
                  <a:moveTo>
                    <a:pt x="864489" y="291656"/>
                  </a:moveTo>
                  <a:lnTo>
                    <a:pt x="866013" y="290894"/>
                  </a:lnTo>
                  <a:lnTo>
                    <a:pt x="866394" y="290227"/>
                  </a:lnTo>
                  <a:lnTo>
                    <a:pt x="866203" y="289846"/>
                  </a:lnTo>
                  <a:lnTo>
                    <a:pt x="865918" y="289655"/>
                  </a:lnTo>
                  <a:lnTo>
                    <a:pt x="865060" y="289655"/>
                  </a:lnTo>
                  <a:lnTo>
                    <a:pt x="864680" y="289465"/>
                  </a:lnTo>
                  <a:lnTo>
                    <a:pt x="864299" y="289465"/>
                  </a:lnTo>
                  <a:lnTo>
                    <a:pt x="864108" y="289846"/>
                  </a:lnTo>
                  <a:lnTo>
                    <a:pt x="864108" y="290322"/>
                  </a:lnTo>
                  <a:lnTo>
                    <a:pt x="864299" y="291275"/>
                  </a:lnTo>
                  <a:lnTo>
                    <a:pt x="864489" y="291656"/>
                  </a:lnTo>
                  <a:close/>
                  <a:moveTo>
                    <a:pt x="355092" y="804767"/>
                  </a:moveTo>
                  <a:lnTo>
                    <a:pt x="353473" y="804005"/>
                  </a:lnTo>
                  <a:lnTo>
                    <a:pt x="353568" y="805053"/>
                  </a:lnTo>
                  <a:lnTo>
                    <a:pt x="353949" y="805910"/>
                  </a:lnTo>
                  <a:lnTo>
                    <a:pt x="354711" y="805434"/>
                  </a:lnTo>
                  <a:lnTo>
                    <a:pt x="355282" y="805815"/>
                  </a:lnTo>
                  <a:lnTo>
                    <a:pt x="355092" y="806768"/>
                  </a:lnTo>
                  <a:lnTo>
                    <a:pt x="355854" y="807625"/>
                  </a:lnTo>
                  <a:lnTo>
                    <a:pt x="356902" y="808577"/>
                  </a:lnTo>
                  <a:lnTo>
                    <a:pt x="357473" y="808768"/>
                  </a:lnTo>
                  <a:lnTo>
                    <a:pt x="357568" y="807530"/>
                  </a:lnTo>
                  <a:lnTo>
                    <a:pt x="358235" y="806291"/>
                  </a:lnTo>
                  <a:lnTo>
                    <a:pt x="359569" y="806291"/>
                  </a:lnTo>
                  <a:lnTo>
                    <a:pt x="360807" y="806196"/>
                  </a:lnTo>
                  <a:lnTo>
                    <a:pt x="361664" y="805434"/>
                  </a:lnTo>
                  <a:lnTo>
                    <a:pt x="361664" y="804577"/>
                  </a:lnTo>
                  <a:lnTo>
                    <a:pt x="360426" y="804005"/>
                  </a:lnTo>
                  <a:lnTo>
                    <a:pt x="360426" y="803624"/>
                  </a:lnTo>
                  <a:lnTo>
                    <a:pt x="360712" y="803529"/>
                  </a:lnTo>
                  <a:lnTo>
                    <a:pt x="361188" y="803339"/>
                  </a:lnTo>
                  <a:lnTo>
                    <a:pt x="361474" y="803243"/>
                  </a:lnTo>
                  <a:lnTo>
                    <a:pt x="360616" y="802862"/>
                  </a:lnTo>
                  <a:lnTo>
                    <a:pt x="359855" y="802291"/>
                  </a:lnTo>
                  <a:lnTo>
                    <a:pt x="359664" y="801624"/>
                  </a:lnTo>
                  <a:lnTo>
                    <a:pt x="359664" y="800957"/>
                  </a:lnTo>
                  <a:lnTo>
                    <a:pt x="359950" y="800100"/>
                  </a:lnTo>
                  <a:lnTo>
                    <a:pt x="359950" y="799624"/>
                  </a:lnTo>
                  <a:lnTo>
                    <a:pt x="356425" y="798576"/>
                  </a:lnTo>
                  <a:lnTo>
                    <a:pt x="355759" y="798005"/>
                  </a:lnTo>
                  <a:lnTo>
                    <a:pt x="355663" y="798767"/>
                  </a:lnTo>
                  <a:lnTo>
                    <a:pt x="355282" y="799433"/>
                  </a:lnTo>
                  <a:lnTo>
                    <a:pt x="354997" y="800481"/>
                  </a:lnTo>
                  <a:lnTo>
                    <a:pt x="355282" y="801529"/>
                  </a:lnTo>
                  <a:lnTo>
                    <a:pt x="354139" y="801529"/>
                  </a:lnTo>
                  <a:lnTo>
                    <a:pt x="354235" y="802291"/>
                  </a:lnTo>
                  <a:lnTo>
                    <a:pt x="354330" y="803529"/>
                  </a:lnTo>
                  <a:lnTo>
                    <a:pt x="355759" y="804672"/>
                  </a:lnTo>
                  <a:lnTo>
                    <a:pt x="355759" y="805053"/>
                  </a:lnTo>
                  <a:lnTo>
                    <a:pt x="355092" y="804767"/>
                  </a:lnTo>
                  <a:close/>
                  <a:moveTo>
                    <a:pt x="1133665" y="116681"/>
                  </a:moveTo>
                  <a:lnTo>
                    <a:pt x="1133285" y="116681"/>
                  </a:lnTo>
                  <a:lnTo>
                    <a:pt x="1133285" y="116681"/>
                  </a:lnTo>
                  <a:lnTo>
                    <a:pt x="1133665" y="116681"/>
                  </a:lnTo>
                  <a:close/>
                  <a:moveTo>
                    <a:pt x="3429" y="1362932"/>
                  </a:moveTo>
                  <a:lnTo>
                    <a:pt x="1619" y="1363123"/>
                  </a:lnTo>
                  <a:lnTo>
                    <a:pt x="953" y="1363028"/>
                  </a:lnTo>
                  <a:lnTo>
                    <a:pt x="381" y="1363409"/>
                  </a:lnTo>
                  <a:lnTo>
                    <a:pt x="0" y="1364075"/>
                  </a:lnTo>
                  <a:lnTo>
                    <a:pt x="0" y="1364647"/>
                  </a:lnTo>
                  <a:lnTo>
                    <a:pt x="476" y="1364933"/>
                  </a:lnTo>
                  <a:lnTo>
                    <a:pt x="2572" y="1364742"/>
                  </a:lnTo>
                  <a:lnTo>
                    <a:pt x="3143" y="1364933"/>
                  </a:lnTo>
                  <a:lnTo>
                    <a:pt x="3810" y="1364456"/>
                  </a:lnTo>
                  <a:lnTo>
                    <a:pt x="4191" y="1363790"/>
                  </a:lnTo>
                  <a:lnTo>
                    <a:pt x="4096" y="1363218"/>
                  </a:lnTo>
                  <a:lnTo>
                    <a:pt x="3429" y="1362932"/>
                  </a:lnTo>
                  <a:close/>
                  <a:moveTo>
                    <a:pt x="868585" y="246698"/>
                  </a:moveTo>
                  <a:lnTo>
                    <a:pt x="868680" y="247269"/>
                  </a:lnTo>
                  <a:lnTo>
                    <a:pt x="868680" y="248698"/>
                  </a:lnTo>
                  <a:lnTo>
                    <a:pt x="868775" y="249365"/>
                  </a:lnTo>
                  <a:lnTo>
                    <a:pt x="869061" y="250031"/>
                  </a:lnTo>
                  <a:lnTo>
                    <a:pt x="868871" y="250793"/>
                  </a:lnTo>
                  <a:lnTo>
                    <a:pt x="869156" y="251555"/>
                  </a:lnTo>
                  <a:lnTo>
                    <a:pt x="869727" y="252127"/>
                  </a:lnTo>
                  <a:lnTo>
                    <a:pt x="870204" y="252317"/>
                  </a:lnTo>
                  <a:lnTo>
                    <a:pt x="872204" y="250412"/>
                  </a:lnTo>
                  <a:lnTo>
                    <a:pt x="872966" y="248888"/>
                  </a:lnTo>
                  <a:lnTo>
                    <a:pt x="873157" y="247269"/>
                  </a:lnTo>
                  <a:lnTo>
                    <a:pt x="873157" y="245554"/>
                  </a:lnTo>
                  <a:lnTo>
                    <a:pt x="873538" y="243650"/>
                  </a:lnTo>
                  <a:lnTo>
                    <a:pt x="875252" y="240983"/>
                  </a:lnTo>
                  <a:lnTo>
                    <a:pt x="875824" y="239554"/>
                  </a:lnTo>
                  <a:lnTo>
                    <a:pt x="874967" y="238697"/>
                  </a:lnTo>
                  <a:lnTo>
                    <a:pt x="874395" y="238887"/>
                  </a:lnTo>
                  <a:lnTo>
                    <a:pt x="872871" y="239935"/>
                  </a:lnTo>
                  <a:lnTo>
                    <a:pt x="872299" y="240221"/>
                  </a:lnTo>
                  <a:lnTo>
                    <a:pt x="871633" y="240316"/>
                  </a:lnTo>
                  <a:lnTo>
                    <a:pt x="870490" y="240697"/>
                  </a:lnTo>
                  <a:lnTo>
                    <a:pt x="869918" y="240792"/>
                  </a:lnTo>
                  <a:lnTo>
                    <a:pt x="869156" y="241364"/>
                  </a:lnTo>
                  <a:lnTo>
                    <a:pt x="868489" y="242506"/>
                  </a:lnTo>
                  <a:lnTo>
                    <a:pt x="868013" y="243840"/>
                  </a:lnTo>
                  <a:lnTo>
                    <a:pt x="867823" y="245174"/>
                  </a:lnTo>
                  <a:lnTo>
                    <a:pt x="867918" y="245840"/>
                  </a:lnTo>
                  <a:lnTo>
                    <a:pt x="868585" y="246698"/>
                  </a:lnTo>
                  <a:close/>
                  <a:moveTo>
                    <a:pt x="951643" y="7620"/>
                  </a:moveTo>
                  <a:lnTo>
                    <a:pt x="951261" y="11240"/>
                  </a:lnTo>
                  <a:lnTo>
                    <a:pt x="951547" y="12764"/>
                  </a:lnTo>
                  <a:lnTo>
                    <a:pt x="952119" y="14383"/>
                  </a:lnTo>
                  <a:lnTo>
                    <a:pt x="953453" y="17050"/>
                  </a:lnTo>
                  <a:lnTo>
                    <a:pt x="953167" y="17621"/>
                  </a:lnTo>
                  <a:lnTo>
                    <a:pt x="953167" y="18002"/>
                  </a:lnTo>
                  <a:lnTo>
                    <a:pt x="953548" y="19050"/>
                  </a:lnTo>
                  <a:lnTo>
                    <a:pt x="954310" y="16954"/>
                  </a:lnTo>
                  <a:lnTo>
                    <a:pt x="954786" y="14764"/>
                  </a:lnTo>
                  <a:lnTo>
                    <a:pt x="955548" y="7049"/>
                  </a:lnTo>
                  <a:lnTo>
                    <a:pt x="955358" y="5715"/>
                  </a:lnTo>
                  <a:lnTo>
                    <a:pt x="954500" y="5144"/>
                  </a:lnTo>
                  <a:lnTo>
                    <a:pt x="953548" y="5429"/>
                  </a:lnTo>
                  <a:lnTo>
                    <a:pt x="952786" y="5906"/>
                  </a:lnTo>
                  <a:lnTo>
                    <a:pt x="952119" y="5906"/>
                  </a:lnTo>
                  <a:lnTo>
                    <a:pt x="951452" y="4572"/>
                  </a:lnTo>
                  <a:lnTo>
                    <a:pt x="951357" y="4191"/>
                  </a:lnTo>
                  <a:lnTo>
                    <a:pt x="951167" y="3905"/>
                  </a:lnTo>
                  <a:lnTo>
                    <a:pt x="950881" y="3810"/>
                  </a:lnTo>
                  <a:lnTo>
                    <a:pt x="950500" y="3905"/>
                  </a:lnTo>
                  <a:lnTo>
                    <a:pt x="950118" y="4191"/>
                  </a:lnTo>
                  <a:lnTo>
                    <a:pt x="951643" y="6668"/>
                  </a:lnTo>
                  <a:lnTo>
                    <a:pt x="951643" y="7620"/>
                  </a:lnTo>
                  <a:close/>
                  <a:moveTo>
                    <a:pt x="959549" y="27908"/>
                  </a:moveTo>
                  <a:lnTo>
                    <a:pt x="961168" y="29432"/>
                  </a:lnTo>
                  <a:lnTo>
                    <a:pt x="964025" y="31242"/>
                  </a:lnTo>
                  <a:lnTo>
                    <a:pt x="964883" y="31528"/>
                  </a:lnTo>
                  <a:lnTo>
                    <a:pt x="965740" y="31433"/>
                  </a:lnTo>
                  <a:lnTo>
                    <a:pt x="967645" y="30004"/>
                  </a:lnTo>
                  <a:lnTo>
                    <a:pt x="967930" y="29718"/>
                  </a:lnTo>
                  <a:lnTo>
                    <a:pt x="968312" y="28766"/>
                  </a:lnTo>
                  <a:lnTo>
                    <a:pt x="968978" y="28004"/>
                  </a:lnTo>
                  <a:lnTo>
                    <a:pt x="969359" y="27242"/>
                  </a:lnTo>
                  <a:lnTo>
                    <a:pt x="968883" y="26194"/>
                  </a:lnTo>
                  <a:lnTo>
                    <a:pt x="967073" y="23622"/>
                  </a:lnTo>
                  <a:lnTo>
                    <a:pt x="965740" y="22193"/>
                  </a:lnTo>
                  <a:lnTo>
                    <a:pt x="964025" y="21050"/>
                  </a:lnTo>
                  <a:lnTo>
                    <a:pt x="962311" y="20479"/>
                  </a:lnTo>
                  <a:lnTo>
                    <a:pt x="961072" y="20860"/>
                  </a:lnTo>
                  <a:lnTo>
                    <a:pt x="960406" y="21146"/>
                  </a:lnTo>
                  <a:lnTo>
                    <a:pt x="958501" y="23336"/>
                  </a:lnTo>
                  <a:lnTo>
                    <a:pt x="958691" y="23622"/>
                  </a:lnTo>
                  <a:lnTo>
                    <a:pt x="958977" y="24384"/>
                  </a:lnTo>
                  <a:lnTo>
                    <a:pt x="959263" y="24860"/>
                  </a:lnTo>
                  <a:lnTo>
                    <a:pt x="958501" y="26289"/>
                  </a:lnTo>
                  <a:lnTo>
                    <a:pt x="959549" y="27908"/>
                  </a:lnTo>
                  <a:close/>
                  <a:moveTo>
                    <a:pt x="279463" y="1166051"/>
                  </a:moveTo>
                  <a:lnTo>
                    <a:pt x="279559" y="1165384"/>
                  </a:lnTo>
                  <a:lnTo>
                    <a:pt x="279273" y="1165193"/>
                  </a:lnTo>
                  <a:lnTo>
                    <a:pt x="279178" y="1164812"/>
                  </a:lnTo>
                  <a:lnTo>
                    <a:pt x="278797" y="1164622"/>
                  </a:lnTo>
                  <a:lnTo>
                    <a:pt x="278892" y="1165574"/>
                  </a:lnTo>
                  <a:lnTo>
                    <a:pt x="279463" y="1166051"/>
                  </a:lnTo>
                  <a:close/>
                  <a:moveTo>
                    <a:pt x="310705" y="865727"/>
                  </a:moveTo>
                  <a:lnTo>
                    <a:pt x="310991" y="866394"/>
                  </a:lnTo>
                  <a:lnTo>
                    <a:pt x="311372" y="866585"/>
                  </a:lnTo>
                  <a:lnTo>
                    <a:pt x="312325" y="867251"/>
                  </a:lnTo>
                  <a:lnTo>
                    <a:pt x="312801" y="867347"/>
                  </a:lnTo>
                  <a:lnTo>
                    <a:pt x="313182" y="867251"/>
                  </a:lnTo>
                  <a:lnTo>
                    <a:pt x="313849" y="866203"/>
                  </a:lnTo>
                  <a:lnTo>
                    <a:pt x="314515" y="865442"/>
                  </a:lnTo>
                  <a:lnTo>
                    <a:pt x="314611" y="864965"/>
                  </a:lnTo>
                  <a:lnTo>
                    <a:pt x="314325" y="864203"/>
                  </a:lnTo>
                  <a:lnTo>
                    <a:pt x="314134" y="863918"/>
                  </a:lnTo>
                  <a:lnTo>
                    <a:pt x="313754" y="863536"/>
                  </a:lnTo>
                  <a:lnTo>
                    <a:pt x="312515" y="862679"/>
                  </a:lnTo>
                  <a:lnTo>
                    <a:pt x="312230" y="862870"/>
                  </a:lnTo>
                  <a:lnTo>
                    <a:pt x="312420" y="863441"/>
                  </a:lnTo>
                  <a:lnTo>
                    <a:pt x="312706" y="864013"/>
                  </a:lnTo>
                  <a:lnTo>
                    <a:pt x="312801" y="864489"/>
                  </a:lnTo>
                  <a:lnTo>
                    <a:pt x="312801" y="864680"/>
                  </a:lnTo>
                  <a:lnTo>
                    <a:pt x="312801" y="864870"/>
                  </a:lnTo>
                  <a:lnTo>
                    <a:pt x="312706" y="865061"/>
                  </a:lnTo>
                  <a:lnTo>
                    <a:pt x="312515" y="864870"/>
                  </a:lnTo>
                  <a:lnTo>
                    <a:pt x="312325" y="864489"/>
                  </a:lnTo>
                  <a:lnTo>
                    <a:pt x="312134" y="863727"/>
                  </a:lnTo>
                  <a:lnTo>
                    <a:pt x="311753" y="863060"/>
                  </a:lnTo>
                  <a:lnTo>
                    <a:pt x="311182" y="862775"/>
                  </a:lnTo>
                  <a:lnTo>
                    <a:pt x="310705" y="862870"/>
                  </a:lnTo>
                  <a:lnTo>
                    <a:pt x="310610" y="863251"/>
                  </a:lnTo>
                  <a:lnTo>
                    <a:pt x="310705" y="863727"/>
                  </a:lnTo>
                  <a:lnTo>
                    <a:pt x="310705" y="865727"/>
                  </a:lnTo>
                  <a:close/>
                  <a:moveTo>
                    <a:pt x="346615" y="822865"/>
                  </a:moveTo>
                  <a:lnTo>
                    <a:pt x="346710" y="822579"/>
                  </a:lnTo>
                  <a:lnTo>
                    <a:pt x="347091" y="822389"/>
                  </a:lnTo>
                  <a:lnTo>
                    <a:pt x="347758" y="822770"/>
                  </a:lnTo>
                  <a:lnTo>
                    <a:pt x="348520" y="822865"/>
                  </a:lnTo>
                  <a:lnTo>
                    <a:pt x="349282" y="822579"/>
                  </a:lnTo>
                  <a:lnTo>
                    <a:pt x="349758" y="822007"/>
                  </a:lnTo>
                  <a:lnTo>
                    <a:pt x="349567" y="821531"/>
                  </a:lnTo>
                  <a:lnTo>
                    <a:pt x="348615" y="821627"/>
                  </a:lnTo>
                  <a:lnTo>
                    <a:pt x="348520" y="821246"/>
                  </a:lnTo>
                  <a:lnTo>
                    <a:pt x="348329" y="820769"/>
                  </a:lnTo>
                  <a:lnTo>
                    <a:pt x="347758" y="820769"/>
                  </a:lnTo>
                  <a:lnTo>
                    <a:pt x="346900" y="821436"/>
                  </a:lnTo>
                  <a:lnTo>
                    <a:pt x="345948" y="822389"/>
                  </a:lnTo>
                  <a:lnTo>
                    <a:pt x="345757" y="822960"/>
                  </a:lnTo>
                  <a:lnTo>
                    <a:pt x="346234" y="822960"/>
                  </a:lnTo>
                  <a:lnTo>
                    <a:pt x="346615" y="822865"/>
                  </a:lnTo>
                  <a:close/>
                  <a:moveTo>
                    <a:pt x="313563" y="861346"/>
                  </a:moveTo>
                  <a:lnTo>
                    <a:pt x="313849" y="861441"/>
                  </a:lnTo>
                  <a:lnTo>
                    <a:pt x="314611" y="862298"/>
                  </a:lnTo>
                  <a:lnTo>
                    <a:pt x="314896" y="862489"/>
                  </a:lnTo>
                  <a:lnTo>
                    <a:pt x="315087" y="862679"/>
                  </a:lnTo>
                  <a:lnTo>
                    <a:pt x="315278" y="863060"/>
                  </a:lnTo>
                  <a:lnTo>
                    <a:pt x="315278" y="863346"/>
                  </a:lnTo>
                  <a:lnTo>
                    <a:pt x="315087" y="863632"/>
                  </a:lnTo>
                  <a:lnTo>
                    <a:pt x="315182" y="863822"/>
                  </a:lnTo>
                  <a:lnTo>
                    <a:pt x="315658" y="863918"/>
                  </a:lnTo>
                  <a:lnTo>
                    <a:pt x="316039" y="864203"/>
                  </a:lnTo>
                  <a:lnTo>
                    <a:pt x="316135" y="864775"/>
                  </a:lnTo>
                  <a:lnTo>
                    <a:pt x="316421" y="864775"/>
                  </a:lnTo>
                  <a:lnTo>
                    <a:pt x="316611" y="864203"/>
                  </a:lnTo>
                  <a:lnTo>
                    <a:pt x="316516" y="863822"/>
                  </a:lnTo>
                  <a:lnTo>
                    <a:pt x="316325" y="863632"/>
                  </a:lnTo>
                  <a:lnTo>
                    <a:pt x="316421" y="863346"/>
                  </a:lnTo>
                  <a:lnTo>
                    <a:pt x="316801" y="863156"/>
                  </a:lnTo>
                  <a:lnTo>
                    <a:pt x="316992" y="862489"/>
                  </a:lnTo>
                  <a:lnTo>
                    <a:pt x="316897" y="861155"/>
                  </a:lnTo>
                  <a:lnTo>
                    <a:pt x="316801" y="860489"/>
                  </a:lnTo>
                  <a:lnTo>
                    <a:pt x="316706" y="860393"/>
                  </a:lnTo>
                  <a:lnTo>
                    <a:pt x="316421" y="860203"/>
                  </a:lnTo>
                  <a:lnTo>
                    <a:pt x="316230" y="860489"/>
                  </a:lnTo>
                  <a:lnTo>
                    <a:pt x="316135" y="861155"/>
                  </a:lnTo>
                  <a:lnTo>
                    <a:pt x="315944" y="861441"/>
                  </a:lnTo>
                  <a:lnTo>
                    <a:pt x="315468" y="861155"/>
                  </a:lnTo>
                  <a:lnTo>
                    <a:pt x="315373" y="861346"/>
                  </a:lnTo>
                  <a:lnTo>
                    <a:pt x="315468" y="862108"/>
                  </a:lnTo>
                  <a:lnTo>
                    <a:pt x="315182" y="862013"/>
                  </a:lnTo>
                  <a:lnTo>
                    <a:pt x="314325" y="861060"/>
                  </a:lnTo>
                  <a:lnTo>
                    <a:pt x="313372" y="860774"/>
                  </a:lnTo>
                  <a:lnTo>
                    <a:pt x="312801" y="861251"/>
                  </a:lnTo>
                  <a:lnTo>
                    <a:pt x="312896" y="861632"/>
                  </a:lnTo>
                  <a:lnTo>
                    <a:pt x="313563" y="861346"/>
                  </a:lnTo>
                  <a:close/>
                  <a:moveTo>
                    <a:pt x="38767" y="1278636"/>
                  </a:moveTo>
                  <a:lnTo>
                    <a:pt x="38767" y="1278636"/>
                  </a:lnTo>
                  <a:lnTo>
                    <a:pt x="38767" y="1278636"/>
                  </a:lnTo>
                  <a:lnTo>
                    <a:pt x="38767" y="1278636"/>
                  </a:lnTo>
                  <a:close/>
                  <a:moveTo>
                    <a:pt x="255460" y="1233392"/>
                  </a:moveTo>
                  <a:lnTo>
                    <a:pt x="256794" y="1233107"/>
                  </a:lnTo>
                  <a:lnTo>
                    <a:pt x="256699" y="1231487"/>
                  </a:lnTo>
                  <a:lnTo>
                    <a:pt x="255937" y="1231678"/>
                  </a:lnTo>
                  <a:lnTo>
                    <a:pt x="254508" y="1231487"/>
                  </a:lnTo>
                  <a:lnTo>
                    <a:pt x="253746" y="1231773"/>
                  </a:lnTo>
                  <a:lnTo>
                    <a:pt x="253937" y="1232726"/>
                  </a:lnTo>
                  <a:lnTo>
                    <a:pt x="255460" y="1233392"/>
                  </a:lnTo>
                  <a:close/>
                  <a:moveTo>
                    <a:pt x="265462" y="1213580"/>
                  </a:moveTo>
                  <a:lnTo>
                    <a:pt x="266414" y="1211961"/>
                  </a:lnTo>
                  <a:lnTo>
                    <a:pt x="266795" y="1210437"/>
                  </a:lnTo>
                  <a:lnTo>
                    <a:pt x="266509" y="1210437"/>
                  </a:lnTo>
                  <a:lnTo>
                    <a:pt x="266033" y="1211199"/>
                  </a:lnTo>
                  <a:lnTo>
                    <a:pt x="263366" y="1214342"/>
                  </a:lnTo>
                  <a:lnTo>
                    <a:pt x="262890" y="1215200"/>
                  </a:lnTo>
                  <a:lnTo>
                    <a:pt x="264319" y="1214723"/>
                  </a:lnTo>
                  <a:lnTo>
                    <a:pt x="265462" y="1213580"/>
                  </a:lnTo>
                  <a:close/>
                  <a:moveTo>
                    <a:pt x="347281" y="1042511"/>
                  </a:moveTo>
                  <a:lnTo>
                    <a:pt x="347281" y="1042892"/>
                  </a:lnTo>
                  <a:lnTo>
                    <a:pt x="347567" y="1043464"/>
                  </a:lnTo>
                  <a:lnTo>
                    <a:pt x="347948" y="1043654"/>
                  </a:lnTo>
                  <a:lnTo>
                    <a:pt x="348520" y="1043464"/>
                  </a:lnTo>
                  <a:lnTo>
                    <a:pt x="348710" y="1043273"/>
                  </a:lnTo>
                  <a:lnTo>
                    <a:pt x="348520" y="1042892"/>
                  </a:lnTo>
                  <a:lnTo>
                    <a:pt x="348139" y="1042607"/>
                  </a:lnTo>
                  <a:lnTo>
                    <a:pt x="347758" y="1042511"/>
                  </a:lnTo>
                  <a:lnTo>
                    <a:pt x="347281" y="1042511"/>
                  </a:lnTo>
                  <a:close/>
                  <a:moveTo>
                    <a:pt x="342614" y="832104"/>
                  </a:moveTo>
                  <a:lnTo>
                    <a:pt x="342424" y="833914"/>
                  </a:lnTo>
                  <a:lnTo>
                    <a:pt x="340805" y="835247"/>
                  </a:lnTo>
                  <a:lnTo>
                    <a:pt x="340900" y="836581"/>
                  </a:lnTo>
                  <a:lnTo>
                    <a:pt x="341376" y="837628"/>
                  </a:lnTo>
                  <a:lnTo>
                    <a:pt x="340138" y="837438"/>
                  </a:lnTo>
                  <a:lnTo>
                    <a:pt x="339471" y="838105"/>
                  </a:lnTo>
                  <a:lnTo>
                    <a:pt x="339280" y="838962"/>
                  </a:lnTo>
                  <a:lnTo>
                    <a:pt x="339662" y="839629"/>
                  </a:lnTo>
                  <a:lnTo>
                    <a:pt x="340233" y="839724"/>
                  </a:lnTo>
                  <a:lnTo>
                    <a:pt x="340614" y="840010"/>
                  </a:lnTo>
                  <a:lnTo>
                    <a:pt x="340805" y="840200"/>
                  </a:lnTo>
                  <a:lnTo>
                    <a:pt x="340423" y="840677"/>
                  </a:lnTo>
                  <a:lnTo>
                    <a:pt x="339566" y="840772"/>
                  </a:lnTo>
                  <a:lnTo>
                    <a:pt x="338328" y="839819"/>
                  </a:lnTo>
                  <a:lnTo>
                    <a:pt x="337756" y="838867"/>
                  </a:lnTo>
                  <a:lnTo>
                    <a:pt x="337471" y="840296"/>
                  </a:lnTo>
                  <a:lnTo>
                    <a:pt x="337375" y="840962"/>
                  </a:lnTo>
                  <a:lnTo>
                    <a:pt x="338233" y="841153"/>
                  </a:lnTo>
                  <a:lnTo>
                    <a:pt x="339185" y="841629"/>
                  </a:lnTo>
                  <a:lnTo>
                    <a:pt x="341090" y="841057"/>
                  </a:lnTo>
                  <a:lnTo>
                    <a:pt x="342900" y="839819"/>
                  </a:lnTo>
                  <a:lnTo>
                    <a:pt x="345376" y="836867"/>
                  </a:lnTo>
                  <a:lnTo>
                    <a:pt x="345853" y="835628"/>
                  </a:lnTo>
                  <a:lnTo>
                    <a:pt x="345757" y="834676"/>
                  </a:lnTo>
                  <a:lnTo>
                    <a:pt x="346424" y="834200"/>
                  </a:lnTo>
                  <a:lnTo>
                    <a:pt x="346424" y="833533"/>
                  </a:lnTo>
                  <a:lnTo>
                    <a:pt x="347091" y="833152"/>
                  </a:lnTo>
                  <a:lnTo>
                    <a:pt x="347758" y="832390"/>
                  </a:lnTo>
                  <a:lnTo>
                    <a:pt x="347186" y="831914"/>
                  </a:lnTo>
                  <a:lnTo>
                    <a:pt x="347948" y="831152"/>
                  </a:lnTo>
                  <a:lnTo>
                    <a:pt x="348710" y="830009"/>
                  </a:lnTo>
                  <a:lnTo>
                    <a:pt x="349091" y="829151"/>
                  </a:lnTo>
                  <a:lnTo>
                    <a:pt x="348710" y="826389"/>
                  </a:lnTo>
                  <a:lnTo>
                    <a:pt x="347091" y="826770"/>
                  </a:lnTo>
                  <a:lnTo>
                    <a:pt x="346996" y="827627"/>
                  </a:lnTo>
                  <a:lnTo>
                    <a:pt x="347853" y="828294"/>
                  </a:lnTo>
                  <a:lnTo>
                    <a:pt x="346996" y="828961"/>
                  </a:lnTo>
                  <a:lnTo>
                    <a:pt x="346615" y="828294"/>
                  </a:lnTo>
                  <a:lnTo>
                    <a:pt x="346234" y="828103"/>
                  </a:lnTo>
                  <a:lnTo>
                    <a:pt x="345567" y="829628"/>
                  </a:lnTo>
                  <a:lnTo>
                    <a:pt x="342805" y="830294"/>
                  </a:lnTo>
                  <a:lnTo>
                    <a:pt x="342614" y="832104"/>
                  </a:lnTo>
                  <a:close/>
                  <a:moveTo>
                    <a:pt x="328422" y="782860"/>
                  </a:moveTo>
                  <a:lnTo>
                    <a:pt x="328708" y="782765"/>
                  </a:lnTo>
                  <a:lnTo>
                    <a:pt x="329374" y="782384"/>
                  </a:lnTo>
                  <a:lnTo>
                    <a:pt x="329755" y="782669"/>
                  </a:lnTo>
                  <a:lnTo>
                    <a:pt x="330422" y="783336"/>
                  </a:lnTo>
                  <a:lnTo>
                    <a:pt x="330708" y="783431"/>
                  </a:lnTo>
                  <a:lnTo>
                    <a:pt x="330898" y="784003"/>
                  </a:lnTo>
                  <a:lnTo>
                    <a:pt x="331470" y="783622"/>
                  </a:lnTo>
                  <a:lnTo>
                    <a:pt x="331660" y="783241"/>
                  </a:lnTo>
                  <a:lnTo>
                    <a:pt x="332327" y="783336"/>
                  </a:lnTo>
                  <a:lnTo>
                    <a:pt x="332518" y="782860"/>
                  </a:lnTo>
                  <a:lnTo>
                    <a:pt x="333089" y="782384"/>
                  </a:lnTo>
                  <a:lnTo>
                    <a:pt x="333184" y="781812"/>
                  </a:lnTo>
                  <a:lnTo>
                    <a:pt x="333851" y="781431"/>
                  </a:lnTo>
                  <a:lnTo>
                    <a:pt x="334232" y="780383"/>
                  </a:lnTo>
                  <a:lnTo>
                    <a:pt x="334232" y="779621"/>
                  </a:lnTo>
                  <a:lnTo>
                    <a:pt x="334423" y="779145"/>
                  </a:lnTo>
                  <a:lnTo>
                    <a:pt x="334804" y="779050"/>
                  </a:lnTo>
                  <a:lnTo>
                    <a:pt x="334899" y="778764"/>
                  </a:lnTo>
                  <a:lnTo>
                    <a:pt x="334899" y="778002"/>
                  </a:lnTo>
                  <a:lnTo>
                    <a:pt x="334994" y="776954"/>
                  </a:lnTo>
                  <a:lnTo>
                    <a:pt x="335185" y="776192"/>
                  </a:lnTo>
                  <a:lnTo>
                    <a:pt x="334899" y="775907"/>
                  </a:lnTo>
                  <a:lnTo>
                    <a:pt x="334899" y="775526"/>
                  </a:lnTo>
                  <a:lnTo>
                    <a:pt x="335566" y="775526"/>
                  </a:lnTo>
                  <a:lnTo>
                    <a:pt x="336328" y="774859"/>
                  </a:lnTo>
                  <a:lnTo>
                    <a:pt x="336137" y="774097"/>
                  </a:lnTo>
                  <a:lnTo>
                    <a:pt x="335947" y="772954"/>
                  </a:lnTo>
                  <a:lnTo>
                    <a:pt x="336328" y="772097"/>
                  </a:lnTo>
                  <a:lnTo>
                    <a:pt x="337280" y="771620"/>
                  </a:lnTo>
                  <a:lnTo>
                    <a:pt x="337471" y="771049"/>
                  </a:lnTo>
                  <a:lnTo>
                    <a:pt x="337280" y="770668"/>
                  </a:lnTo>
                  <a:lnTo>
                    <a:pt x="335947" y="770573"/>
                  </a:lnTo>
                  <a:lnTo>
                    <a:pt x="335756" y="771525"/>
                  </a:lnTo>
                  <a:lnTo>
                    <a:pt x="335185" y="770953"/>
                  </a:lnTo>
                  <a:lnTo>
                    <a:pt x="335280" y="769715"/>
                  </a:lnTo>
                  <a:lnTo>
                    <a:pt x="334613" y="769049"/>
                  </a:lnTo>
                  <a:lnTo>
                    <a:pt x="334137" y="768763"/>
                  </a:lnTo>
                  <a:lnTo>
                    <a:pt x="333565" y="768763"/>
                  </a:lnTo>
                  <a:lnTo>
                    <a:pt x="333661" y="769239"/>
                  </a:lnTo>
                  <a:lnTo>
                    <a:pt x="333946" y="769715"/>
                  </a:lnTo>
                  <a:lnTo>
                    <a:pt x="333280" y="769715"/>
                  </a:lnTo>
                  <a:lnTo>
                    <a:pt x="332518" y="770192"/>
                  </a:lnTo>
                  <a:lnTo>
                    <a:pt x="332041" y="770287"/>
                  </a:lnTo>
                  <a:lnTo>
                    <a:pt x="331660" y="770668"/>
                  </a:lnTo>
                  <a:lnTo>
                    <a:pt x="331280" y="770668"/>
                  </a:lnTo>
                  <a:lnTo>
                    <a:pt x="331280" y="769430"/>
                  </a:lnTo>
                  <a:lnTo>
                    <a:pt x="331470" y="768953"/>
                  </a:lnTo>
                  <a:lnTo>
                    <a:pt x="331280" y="768572"/>
                  </a:lnTo>
                  <a:lnTo>
                    <a:pt x="330327" y="768477"/>
                  </a:lnTo>
                  <a:lnTo>
                    <a:pt x="329851" y="769334"/>
                  </a:lnTo>
                  <a:lnTo>
                    <a:pt x="329755" y="772097"/>
                  </a:lnTo>
                  <a:lnTo>
                    <a:pt x="329374" y="773621"/>
                  </a:lnTo>
                  <a:lnTo>
                    <a:pt x="329374" y="774573"/>
                  </a:lnTo>
                  <a:lnTo>
                    <a:pt x="328898" y="775049"/>
                  </a:lnTo>
                  <a:lnTo>
                    <a:pt x="328613" y="777050"/>
                  </a:lnTo>
                  <a:lnTo>
                    <a:pt x="328803" y="778669"/>
                  </a:lnTo>
                  <a:lnTo>
                    <a:pt x="328327" y="780098"/>
                  </a:lnTo>
                  <a:lnTo>
                    <a:pt x="328422" y="782860"/>
                  </a:lnTo>
                  <a:close/>
                  <a:moveTo>
                    <a:pt x="323945" y="836200"/>
                  </a:moveTo>
                  <a:lnTo>
                    <a:pt x="324326" y="836486"/>
                  </a:lnTo>
                  <a:lnTo>
                    <a:pt x="324898" y="836867"/>
                  </a:lnTo>
                  <a:lnTo>
                    <a:pt x="325755" y="837057"/>
                  </a:lnTo>
                  <a:lnTo>
                    <a:pt x="326136" y="836962"/>
                  </a:lnTo>
                  <a:lnTo>
                    <a:pt x="326517" y="836295"/>
                  </a:lnTo>
                  <a:lnTo>
                    <a:pt x="327279" y="835628"/>
                  </a:lnTo>
                  <a:lnTo>
                    <a:pt x="327279" y="835152"/>
                  </a:lnTo>
                  <a:lnTo>
                    <a:pt x="326898" y="834676"/>
                  </a:lnTo>
                  <a:lnTo>
                    <a:pt x="326517" y="833723"/>
                  </a:lnTo>
                  <a:lnTo>
                    <a:pt x="326136" y="833628"/>
                  </a:lnTo>
                  <a:lnTo>
                    <a:pt x="325374" y="834295"/>
                  </a:lnTo>
                  <a:lnTo>
                    <a:pt x="324898" y="834485"/>
                  </a:lnTo>
                  <a:lnTo>
                    <a:pt x="324136" y="834866"/>
                  </a:lnTo>
                  <a:lnTo>
                    <a:pt x="323469" y="835819"/>
                  </a:lnTo>
                  <a:lnTo>
                    <a:pt x="323374" y="836390"/>
                  </a:lnTo>
                  <a:lnTo>
                    <a:pt x="323659" y="836295"/>
                  </a:lnTo>
                  <a:lnTo>
                    <a:pt x="323945" y="836200"/>
                  </a:lnTo>
                  <a:close/>
                  <a:moveTo>
                    <a:pt x="342043" y="985933"/>
                  </a:moveTo>
                  <a:lnTo>
                    <a:pt x="342233" y="985742"/>
                  </a:lnTo>
                  <a:lnTo>
                    <a:pt x="342043" y="985552"/>
                  </a:lnTo>
                  <a:lnTo>
                    <a:pt x="341947" y="985647"/>
                  </a:lnTo>
                  <a:lnTo>
                    <a:pt x="342043" y="985933"/>
                  </a:lnTo>
                  <a:close/>
                  <a:moveTo>
                    <a:pt x="333756" y="767048"/>
                  </a:moveTo>
                  <a:lnTo>
                    <a:pt x="334518" y="767810"/>
                  </a:lnTo>
                  <a:lnTo>
                    <a:pt x="334899" y="767525"/>
                  </a:lnTo>
                  <a:lnTo>
                    <a:pt x="334613" y="766477"/>
                  </a:lnTo>
                  <a:lnTo>
                    <a:pt x="335089" y="765715"/>
                  </a:lnTo>
                  <a:lnTo>
                    <a:pt x="335756" y="765239"/>
                  </a:lnTo>
                  <a:lnTo>
                    <a:pt x="335566" y="766001"/>
                  </a:lnTo>
                  <a:lnTo>
                    <a:pt x="335566" y="766667"/>
                  </a:lnTo>
                  <a:lnTo>
                    <a:pt x="335661" y="767906"/>
                  </a:lnTo>
                  <a:lnTo>
                    <a:pt x="336232" y="767906"/>
                  </a:lnTo>
                  <a:lnTo>
                    <a:pt x="337185" y="766763"/>
                  </a:lnTo>
                  <a:lnTo>
                    <a:pt x="337852" y="767048"/>
                  </a:lnTo>
                  <a:lnTo>
                    <a:pt x="337756" y="768858"/>
                  </a:lnTo>
                  <a:lnTo>
                    <a:pt x="336518" y="768477"/>
                  </a:lnTo>
                  <a:lnTo>
                    <a:pt x="335756" y="769049"/>
                  </a:lnTo>
                  <a:lnTo>
                    <a:pt x="336804" y="770382"/>
                  </a:lnTo>
                  <a:lnTo>
                    <a:pt x="337852" y="770668"/>
                  </a:lnTo>
                  <a:lnTo>
                    <a:pt x="339090" y="770192"/>
                  </a:lnTo>
                  <a:lnTo>
                    <a:pt x="339662" y="769144"/>
                  </a:lnTo>
                  <a:lnTo>
                    <a:pt x="340042" y="768763"/>
                  </a:lnTo>
                  <a:lnTo>
                    <a:pt x="340805" y="768382"/>
                  </a:lnTo>
                  <a:lnTo>
                    <a:pt x="341185" y="767525"/>
                  </a:lnTo>
                  <a:lnTo>
                    <a:pt x="340709" y="767334"/>
                  </a:lnTo>
                  <a:lnTo>
                    <a:pt x="340138" y="766572"/>
                  </a:lnTo>
                  <a:lnTo>
                    <a:pt x="339947" y="765524"/>
                  </a:lnTo>
                  <a:lnTo>
                    <a:pt x="340138" y="765143"/>
                  </a:lnTo>
                  <a:lnTo>
                    <a:pt x="340423" y="764286"/>
                  </a:lnTo>
                  <a:lnTo>
                    <a:pt x="340328" y="763810"/>
                  </a:lnTo>
                  <a:lnTo>
                    <a:pt x="339376" y="764857"/>
                  </a:lnTo>
                  <a:lnTo>
                    <a:pt x="338518" y="765143"/>
                  </a:lnTo>
                  <a:lnTo>
                    <a:pt x="338614" y="764191"/>
                  </a:lnTo>
                  <a:lnTo>
                    <a:pt x="339757" y="763048"/>
                  </a:lnTo>
                  <a:lnTo>
                    <a:pt x="339471" y="761238"/>
                  </a:lnTo>
                  <a:lnTo>
                    <a:pt x="340709" y="759428"/>
                  </a:lnTo>
                  <a:lnTo>
                    <a:pt x="342995" y="757333"/>
                  </a:lnTo>
                  <a:lnTo>
                    <a:pt x="343948" y="754856"/>
                  </a:lnTo>
                  <a:lnTo>
                    <a:pt x="344424" y="753237"/>
                  </a:lnTo>
                  <a:lnTo>
                    <a:pt x="344519" y="752665"/>
                  </a:lnTo>
                  <a:lnTo>
                    <a:pt x="344710" y="752094"/>
                  </a:lnTo>
                  <a:lnTo>
                    <a:pt x="343948" y="751332"/>
                  </a:lnTo>
                  <a:lnTo>
                    <a:pt x="343376" y="750665"/>
                  </a:lnTo>
                  <a:lnTo>
                    <a:pt x="343853" y="750475"/>
                  </a:lnTo>
                  <a:lnTo>
                    <a:pt x="344424" y="750761"/>
                  </a:lnTo>
                  <a:lnTo>
                    <a:pt x="344900" y="750570"/>
                  </a:lnTo>
                  <a:lnTo>
                    <a:pt x="345281" y="749522"/>
                  </a:lnTo>
                  <a:lnTo>
                    <a:pt x="345281" y="748856"/>
                  </a:lnTo>
                  <a:lnTo>
                    <a:pt x="344805" y="748570"/>
                  </a:lnTo>
                  <a:lnTo>
                    <a:pt x="344329" y="748475"/>
                  </a:lnTo>
                  <a:lnTo>
                    <a:pt x="344805" y="748189"/>
                  </a:lnTo>
                  <a:lnTo>
                    <a:pt x="345091" y="747808"/>
                  </a:lnTo>
                  <a:lnTo>
                    <a:pt x="345281" y="746951"/>
                  </a:lnTo>
                  <a:lnTo>
                    <a:pt x="344900" y="746474"/>
                  </a:lnTo>
                  <a:lnTo>
                    <a:pt x="344329" y="745903"/>
                  </a:lnTo>
                  <a:lnTo>
                    <a:pt x="344043" y="745427"/>
                  </a:lnTo>
                  <a:lnTo>
                    <a:pt x="343281" y="745427"/>
                  </a:lnTo>
                  <a:lnTo>
                    <a:pt x="342614" y="745903"/>
                  </a:lnTo>
                  <a:lnTo>
                    <a:pt x="341852" y="745807"/>
                  </a:lnTo>
                  <a:lnTo>
                    <a:pt x="341566" y="746379"/>
                  </a:lnTo>
                  <a:lnTo>
                    <a:pt x="341947" y="746855"/>
                  </a:lnTo>
                  <a:lnTo>
                    <a:pt x="341090" y="747046"/>
                  </a:lnTo>
                  <a:lnTo>
                    <a:pt x="340042" y="748379"/>
                  </a:lnTo>
                  <a:lnTo>
                    <a:pt x="339376" y="748951"/>
                  </a:lnTo>
                  <a:lnTo>
                    <a:pt x="338423" y="748760"/>
                  </a:lnTo>
                  <a:lnTo>
                    <a:pt x="337185" y="748760"/>
                  </a:lnTo>
                  <a:lnTo>
                    <a:pt x="336518" y="748760"/>
                  </a:lnTo>
                  <a:lnTo>
                    <a:pt x="335661" y="751618"/>
                  </a:lnTo>
                  <a:lnTo>
                    <a:pt x="335471" y="752665"/>
                  </a:lnTo>
                  <a:lnTo>
                    <a:pt x="334708" y="753713"/>
                  </a:lnTo>
                  <a:lnTo>
                    <a:pt x="334804" y="754571"/>
                  </a:lnTo>
                  <a:lnTo>
                    <a:pt x="335756" y="754285"/>
                  </a:lnTo>
                  <a:lnTo>
                    <a:pt x="336613" y="755428"/>
                  </a:lnTo>
                  <a:lnTo>
                    <a:pt x="336613" y="755904"/>
                  </a:lnTo>
                  <a:lnTo>
                    <a:pt x="335471" y="756857"/>
                  </a:lnTo>
                  <a:lnTo>
                    <a:pt x="334613" y="758952"/>
                  </a:lnTo>
                  <a:lnTo>
                    <a:pt x="333946" y="760571"/>
                  </a:lnTo>
                  <a:lnTo>
                    <a:pt x="334232" y="761333"/>
                  </a:lnTo>
                  <a:lnTo>
                    <a:pt x="334899" y="761143"/>
                  </a:lnTo>
                  <a:lnTo>
                    <a:pt x="335756" y="760286"/>
                  </a:lnTo>
                  <a:lnTo>
                    <a:pt x="335851" y="760667"/>
                  </a:lnTo>
                  <a:lnTo>
                    <a:pt x="335185" y="761524"/>
                  </a:lnTo>
                  <a:lnTo>
                    <a:pt x="334899" y="762000"/>
                  </a:lnTo>
                  <a:lnTo>
                    <a:pt x="334613" y="761810"/>
                  </a:lnTo>
                  <a:lnTo>
                    <a:pt x="334137" y="761905"/>
                  </a:lnTo>
                  <a:lnTo>
                    <a:pt x="333661" y="762476"/>
                  </a:lnTo>
                  <a:lnTo>
                    <a:pt x="333946" y="763715"/>
                  </a:lnTo>
                  <a:lnTo>
                    <a:pt x="333851" y="766096"/>
                  </a:lnTo>
                  <a:lnTo>
                    <a:pt x="333184" y="766477"/>
                  </a:lnTo>
                  <a:lnTo>
                    <a:pt x="331946" y="766572"/>
                  </a:lnTo>
                  <a:lnTo>
                    <a:pt x="331565" y="767334"/>
                  </a:lnTo>
                  <a:lnTo>
                    <a:pt x="332613" y="767525"/>
                  </a:lnTo>
                  <a:lnTo>
                    <a:pt x="333756" y="767048"/>
                  </a:lnTo>
                  <a:close/>
                  <a:moveTo>
                    <a:pt x="975836" y="1377125"/>
                  </a:moveTo>
                  <a:lnTo>
                    <a:pt x="975455" y="1377410"/>
                  </a:lnTo>
                  <a:lnTo>
                    <a:pt x="975645" y="1377791"/>
                  </a:lnTo>
                  <a:lnTo>
                    <a:pt x="976027" y="1377982"/>
                  </a:lnTo>
                  <a:lnTo>
                    <a:pt x="976312" y="1377887"/>
                  </a:lnTo>
                  <a:lnTo>
                    <a:pt x="976503" y="1377601"/>
                  </a:lnTo>
                  <a:lnTo>
                    <a:pt x="976503" y="1377220"/>
                  </a:lnTo>
                  <a:lnTo>
                    <a:pt x="975836" y="1377125"/>
                  </a:lnTo>
                  <a:close/>
                  <a:moveTo>
                    <a:pt x="969931" y="1344549"/>
                  </a:moveTo>
                  <a:lnTo>
                    <a:pt x="968978" y="1344454"/>
                  </a:lnTo>
                  <a:lnTo>
                    <a:pt x="968026" y="1344549"/>
                  </a:lnTo>
                  <a:lnTo>
                    <a:pt x="967359" y="1344930"/>
                  </a:lnTo>
                  <a:lnTo>
                    <a:pt x="966978" y="1345597"/>
                  </a:lnTo>
                  <a:lnTo>
                    <a:pt x="966787" y="1346359"/>
                  </a:lnTo>
                  <a:lnTo>
                    <a:pt x="966787" y="1348264"/>
                  </a:lnTo>
                  <a:lnTo>
                    <a:pt x="967454" y="1347883"/>
                  </a:lnTo>
                  <a:lnTo>
                    <a:pt x="968407" y="1346454"/>
                  </a:lnTo>
                  <a:lnTo>
                    <a:pt x="968978" y="1345883"/>
                  </a:lnTo>
                  <a:lnTo>
                    <a:pt x="969645" y="1345692"/>
                  </a:lnTo>
                  <a:lnTo>
                    <a:pt x="970407" y="1345597"/>
                  </a:lnTo>
                  <a:lnTo>
                    <a:pt x="970883" y="1345311"/>
                  </a:lnTo>
                  <a:lnTo>
                    <a:pt x="970502" y="1344644"/>
                  </a:lnTo>
                  <a:lnTo>
                    <a:pt x="969931" y="1344549"/>
                  </a:lnTo>
                  <a:close/>
                  <a:moveTo>
                    <a:pt x="944689" y="1202150"/>
                  </a:moveTo>
                  <a:lnTo>
                    <a:pt x="944785" y="1203103"/>
                  </a:lnTo>
                  <a:lnTo>
                    <a:pt x="945261" y="1202246"/>
                  </a:lnTo>
                  <a:lnTo>
                    <a:pt x="945071" y="1201960"/>
                  </a:lnTo>
                  <a:lnTo>
                    <a:pt x="944689" y="1202150"/>
                  </a:lnTo>
                  <a:close/>
                  <a:moveTo>
                    <a:pt x="967454" y="1307402"/>
                  </a:moveTo>
                  <a:lnTo>
                    <a:pt x="967359" y="1306830"/>
                  </a:lnTo>
                  <a:lnTo>
                    <a:pt x="966883" y="1306449"/>
                  </a:lnTo>
                  <a:lnTo>
                    <a:pt x="966216" y="1306544"/>
                  </a:lnTo>
                  <a:lnTo>
                    <a:pt x="966026" y="1307211"/>
                  </a:lnTo>
                  <a:lnTo>
                    <a:pt x="966216" y="1307973"/>
                  </a:lnTo>
                  <a:lnTo>
                    <a:pt x="966883" y="1308545"/>
                  </a:lnTo>
                  <a:lnTo>
                    <a:pt x="967264" y="1308164"/>
                  </a:lnTo>
                  <a:lnTo>
                    <a:pt x="967454" y="1307402"/>
                  </a:lnTo>
                  <a:close/>
                  <a:moveTo>
                    <a:pt x="1007745" y="425196"/>
                  </a:moveTo>
                  <a:lnTo>
                    <a:pt x="1007459" y="425006"/>
                  </a:lnTo>
                  <a:lnTo>
                    <a:pt x="1005935" y="423577"/>
                  </a:lnTo>
                  <a:lnTo>
                    <a:pt x="1005745" y="422815"/>
                  </a:lnTo>
                  <a:lnTo>
                    <a:pt x="1006221" y="421672"/>
                  </a:lnTo>
                  <a:lnTo>
                    <a:pt x="1005935" y="421291"/>
                  </a:lnTo>
                  <a:lnTo>
                    <a:pt x="1005840" y="420910"/>
                  </a:lnTo>
                  <a:lnTo>
                    <a:pt x="1005935" y="420434"/>
                  </a:lnTo>
                  <a:lnTo>
                    <a:pt x="1006221" y="419767"/>
                  </a:lnTo>
                  <a:lnTo>
                    <a:pt x="1004983" y="419957"/>
                  </a:lnTo>
                  <a:lnTo>
                    <a:pt x="1002601" y="422529"/>
                  </a:lnTo>
                  <a:lnTo>
                    <a:pt x="1002316" y="421672"/>
                  </a:lnTo>
                  <a:lnTo>
                    <a:pt x="1002506" y="420719"/>
                  </a:lnTo>
                  <a:lnTo>
                    <a:pt x="1003173" y="419195"/>
                  </a:lnTo>
                  <a:lnTo>
                    <a:pt x="1003268" y="418148"/>
                  </a:lnTo>
                  <a:lnTo>
                    <a:pt x="1003459" y="415100"/>
                  </a:lnTo>
                  <a:lnTo>
                    <a:pt x="1003840" y="413480"/>
                  </a:lnTo>
                  <a:lnTo>
                    <a:pt x="1003935" y="413194"/>
                  </a:lnTo>
                  <a:lnTo>
                    <a:pt x="1004506" y="412528"/>
                  </a:lnTo>
                  <a:lnTo>
                    <a:pt x="1004697" y="411956"/>
                  </a:lnTo>
                  <a:lnTo>
                    <a:pt x="1004602" y="411480"/>
                  </a:lnTo>
                  <a:lnTo>
                    <a:pt x="1004411" y="411004"/>
                  </a:lnTo>
                  <a:lnTo>
                    <a:pt x="1004411" y="410623"/>
                  </a:lnTo>
                  <a:lnTo>
                    <a:pt x="1004316" y="410242"/>
                  </a:lnTo>
                  <a:lnTo>
                    <a:pt x="1003077" y="406051"/>
                  </a:lnTo>
                  <a:lnTo>
                    <a:pt x="1002887" y="405194"/>
                  </a:lnTo>
                  <a:lnTo>
                    <a:pt x="1002697" y="403098"/>
                  </a:lnTo>
                  <a:lnTo>
                    <a:pt x="1002411" y="402527"/>
                  </a:lnTo>
                  <a:lnTo>
                    <a:pt x="1002030" y="402050"/>
                  </a:lnTo>
                  <a:lnTo>
                    <a:pt x="1001649" y="401479"/>
                  </a:lnTo>
                  <a:lnTo>
                    <a:pt x="1001078" y="400240"/>
                  </a:lnTo>
                  <a:lnTo>
                    <a:pt x="1001268" y="399764"/>
                  </a:lnTo>
                  <a:lnTo>
                    <a:pt x="1001839" y="398907"/>
                  </a:lnTo>
                  <a:lnTo>
                    <a:pt x="1002125" y="398240"/>
                  </a:lnTo>
                  <a:lnTo>
                    <a:pt x="1002030" y="397478"/>
                  </a:lnTo>
                  <a:lnTo>
                    <a:pt x="1001839" y="396716"/>
                  </a:lnTo>
                  <a:lnTo>
                    <a:pt x="1001649" y="395383"/>
                  </a:lnTo>
                  <a:lnTo>
                    <a:pt x="1001173" y="395002"/>
                  </a:lnTo>
                  <a:lnTo>
                    <a:pt x="1000601" y="394811"/>
                  </a:lnTo>
                  <a:lnTo>
                    <a:pt x="1000030" y="394526"/>
                  </a:lnTo>
                  <a:lnTo>
                    <a:pt x="996601" y="391382"/>
                  </a:lnTo>
                  <a:lnTo>
                    <a:pt x="995934" y="390335"/>
                  </a:lnTo>
                  <a:lnTo>
                    <a:pt x="995648" y="388715"/>
                  </a:lnTo>
                  <a:lnTo>
                    <a:pt x="996124" y="387287"/>
                  </a:lnTo>
                  <a:lnTo>
                    <a:pt x="997077" y="386429"/>
                  </a:lnTo>
                  <a:lnTo>
                    <a:pt x="997649" y="385572"/>
                  </a:lnTo>
                  <a:lnTo>
                    <a:pt x="996982" y="384143"/>
                  </a:lnTo>
                  <a:lnTo>
                    <a:pt x="996315" y="383667"/>
                  </a:lnTo>
                  <a:lnTo>
                    <a:pt x="994886" y="383096"/>
                  </a:lnTo>
                  <a:lnTo>
                    <a:pt x="994219" y="382524"/>
                  </a:lnTo>
                  <a:lnTo>
                    <a:pt x="994029" y="381857"/>
                  </a:lnTo>
                  <a:lnTo>
                    <a:pt x="994315" y="381191"/>
                  </a:lnTo>
                  <a:lnTo>
                    <a:pt x="994791" y="380619"/>
                  </a:lnTo>
                  <a:lnTo>
                    <a:pt x="995267" y="380429"/>
                  </a:lnTo>
                  <a:lnTo>
                    <a:pt x="995648" y="379667"/>
                  </a:lnTo>
                  <a:lnTo>
                    <a:pt x="995077" y="377952"/>
                  </a:lnTo>
                  <a:lnTo>
                    <a:pt x="993648" y="375285"/>
                  </a:lnTo>
                  <a:lnTo>
                    <a:pt x="992696" y="374142"/>
                  </a:lnTo>
                  <a:lnTo>
                    <a:pt x="992314" y="373571"/>
                  </a:lnTo>
                  <a:lnTo>
                    <a:pt x="992124" y="372713"/>
                  </a:lnTo>
                  <a:lnTo>
                    <a:pt x="991933" y="372237"/>
                  </a:lnTo>
                  <a:lnTo>
                    <a:pt x="991171" y="370523"/>
                  </a:lnTo>
                  <a:lnTo>
                    <a:pt x="990886" y="369761"/>
                  </a:lnTo>
                  <a:lnTo>
                    <a:pt x="990410" y="368808"/>
                  </a:lnTo>
                  <a:lnTo>
                    <a:pt x="989457" y="368141"/>
                  </a:lnTo>
                  <a:lnTo>
                    <a:pt x="989076" y="366808"/>
                  </a:lnTo>
                  <a:lnTo>
                    <a:pt x="987552" y="364808"/>
                  </a:lnTo>
                  <a:lnTo>
                    <a:pt x="987076" y="364236"/>
                  </a:lnTo>
                  <a:lnTo>
                    <a:pt x="984027" y="360807"/>
                  </a:lnTo>
                  <a:lnTo>
                    <a:pt x="982218" y="359378"/>
                  </a:lnTo>
                  <a:lnTo>
                    <a:pt x="981837" y="358616"/>
                  </a:lnTo>
                  <a:lnTo>
                    <a:pt x="981456" y="357950"/>
                  </a:lnTo>
                  <a:lnTo>
                    <a:pt x="980599" y="358140"/>
                  </a:lnTo>
                  <a:lnTo>
                    <a:pt x="980027" y="358712"/>
                  </a:lnTo>
                  <a:lnTo>
                    <a:pt x="979170" y="358712"/>
                  </a:lnTo>
                  <a:lnTo>
                    <a:pt x="978503" y="358235"/>
                  </a:lnTo>
                  <a:lnTo>
                    <a:pt x="976979" y="356521"/>
                  </a:lnTo>
                  <a:lnTo>
                    <a:pt x="976503" y="355759"/>
                  </a:lnTo>
                  <a:lnTo>
                    <a:pt x="975836" y="354425"/>
                  </a:lnTo>
                  <a:lnTo>
                    <a:pt x="974122" y="349091"/>
                  </a:lnTo>
                  <a:lnTo>
                    <a:pt x="973360" y="345281"/>
                  </a:lnTo>
                  <a:lnTo>
                    <a:pt x="972407" y="338995"/>
                  </a:lnTo>
                  <a:lnTo>
                    <a:pt x="971740" y="331756"/>
                  </a:lnTo>
                  <a:lnTo>
                    <a:pt x="971550" y="330899"/>
                  </a:lnTo>
                  <a:lnTo>
                    <a:pt x="971455" y="327851"/>
                  </a:lnTo>
                  <a:lnTo>
                    <a:pt x="971360" y="324136"/>
                  </a:lnTo>
                  <a:lnTo>
                    <a:pt x="971931" y="319850"/>
                  </a:lnTo>
                  <a:lnTo>
                    <a:pt x="971836" y="319088"/>
                  </a:lnTo>
                  <a:lnTo>
                    <a:pt x="971836" y="318135"/>
                  </a:lnTo>
                  <a:lnTo>
                    <a:pt x="972026" y="317373"/>
                  </a:lnTo>
                  <a:lnTo>
                    <a:pt x="971836" y="316706"/>
                  </a:lnTo>
                  <a:lnTo>
                    <a:pt x="971645" y="315087"/>
                  </a:lnTo>
                  <a:lnTo>
                    <a:pt x="972312" y="310896"/>
                  </a:lnTo>
                  <a:lnTo>
                    <a:pt x="972312" y="310229"/>
                  </a:lnTo>
                  <a:lnTo>
                    <a:pt x="972598" y="308420"/>
                  </a:lnTo>
                  <a:lnTo>
                    <a:pt x="973360" y="304514"/>
                  </a:lnTo>
                  <a:lnTo>
                    <a:pt x="973741" y="303276"/>
                  </a:lnTo>
                  <a:lnTo>
                    <a:pt x="974122" y="301752"/>
                  </a:lnTo>
                  <a:lnTo>
                    <a:pt x="974408" y="300704"/>
                  </a:lnTo>
                  <a:lnTo>
                    <a:pt x="975074" y="299942"/>
                  </a:lnTo>
                  <a:lnTo>
                    <a:pt x="975169" y="299180"/>
                  </a:lnTo>
                  <a:lnTo>
                    <a:pt x="974979" y="298895"/>
                  </a:lnTo>
                  <a:lnTo>
                    <a:pt x="974884" y="298609"/>
                  </a:lnTo>
                  <a:lnTo>
                    <a:pt x="975265" y="298323"/>
                  </a:lnTo>
                  <a:lnTo>
                    <a:pt x="975360" y="298133"/>
                  </a:lnTo>
                  <a:lnTo>
                    <a:pt x="975169" y="297466"/>
                  </a:lnTo>
                  <a:lnTo>
                    <a:pt x="975551" y="297085"/>
                  </a:lnTo>
                  <a:lnTo>
                    <a:pt x="975360" y="296609"/>
                  </a:lnTo>
                  <a:lnTo>
                    <a:pt x="975169" y="296323"/>
                  </a:lnTo>
                  <a:lnTo>
                    <a:pt x="974502" y="297180"/>
                  </a:lnTo>
                  <a:lnTo>
                    <a:pt x="973646" y="298037"/>
                  </a:lnTo>
                  <a:lnTo>
                    <a:pt x="972503" y="299180"/>
                  </a:lnTo>
                  <a:lnTo>
                    <a:pt x="970978" y="300419"/>
                  </a:lnTo>
                  <a:lnTo>
                    <a:pt x="969264" y="301276"/>
                  </a:lnTo>
                  <a:lnTo>
                    <a:pt x="967645" y="301752"/>
                  </a:lnTo>
                  <a:lnTo>
                    <a:pt x="965454" y="301752"/>
                  </a:lnTo>
                  <a:lnTo>
                    <a:pt x="963358" y="300704"/>
                  </a:lnTo>
                  <a:lnTo>
                    <a:pt x="961168" y="299371"/>
                  </a:lnTo>
                  <a:lnTo>
                    <a:pt x="960596" y="298609"/>
                  </a:lnTo>
                  <a:lnTo>
                    <a:pt x="960406" y="298037"/>
                  </a:lnTo>
                  <a:lnTo>
                    <a:pt x="959358" y="297275"/>
                  </a:lnTo>
                  <a:lnTo>
                    <a:pt x="958501" y="296132"/>
                  </a:lnTo>
                  <a:lnTo>
                    <a:pt x="956691" y="293942"/>
                  </a:lnTo>
                  <a:lnTo>
                    <a:pt x="954500" y="292703"/>
                  </a:lnTo>
                  <a:lnTo>
                    <a:pt x="952214" y="292513"/>
                  </a:lnTo>
                  <a:lnTo>
                    <a:pt x="951261" y="292322"/>
                  </a:lnTo>
                  <a:lnTo>
                    <a:pt x="950690" y="292037"/>
                  </a:lnTo>
                  <a:lnTo>
                    <a:pt x="949928" y="291560"/>
                  </a:lnTo>
                  <a:lnTo>
                    <a:pt x="949166" y="290798"/>
                  </a:lnTo>
                  <a:lnTo>
                    <a:pt x="948404" y="289941"/>
                  </a:lnTo>
                  <a:lnTo>
                    <a:pt x="947166" y="289179"/>
                  </a:lnTo>
                  <a:lnTo>
                    <a:pt x="946499" y="288227"/>
                  </a:lnTo>
                  <a:lnTo>
                    <a:pt x="946118" y="288798"/>
                  </a:lnTo>
                  <a:lnTo>
                    <a:pt x="945927" y="289560"/>
                  </a:lnTo>
                  <a:lnTo>
                    <a:pt x="945737" y="289846"/>
                  </a:lnTo>
                  <a:lnTo>
                    <a:pt x="946118" y="290608"/>
                  </a:lnTo>
                  <a:lnTo>
                    <a:pt x="946213" y="291465"/>
                  </a:lnTo>
                  <a:lnTo>
                    <a:pt x="945927" y="292894"/>
                  </a:lnTo>
                  <a:lnTo>
                    <a:pt x="945737" y="293275"/>
                  </a:lnTo>
                  <a:lnTo>
                    <a:pt x="944975" y="293846"/>
                  </a:lnTo>
                  <a:lnTo>
                    <a:pt x="943356" y="296418"/>
                  </a:lnTo>
                  <a:lnTo>
                    <a:pt x="942499" y="297275"/>
                  </a:lnTo>
                  <a:lnTo>
                    <a:pt x="942022" y="299466"/>
                  </a:lnTo>
                  <a:lnTo>
                    <a:pt x="941832" y="301085"/>
                  </a:lnTo>
                  <a:lnTo>
                    <a:pt x="941356" y="302990"/>
                  </a:lnTo>
                  <a:lnTo>
                    <a:pt x="940689" y="303562"/>
                  </a:lnTo>
                  <a:lnTo>
                    <a:pt x="940689" y="304133"/>
                  </a:lnTo>
                  <a:lnTo>
                    <a:pt x="940499" y="305372"/>
                  </a:lnTo>
                  <a:lnTo>
                    <a:pt x="940213" y="307086"/>
                  </a:lnTo>
                  <a:lnTo>
                    <a:pt x="939546" y="308896"/>
                  </a:lnTo>
                  <a:lnTo>
                    <a:pt x="939737" y="310039"/>
                  </a:lnTo>
                  <a:lnTo>
                    <a:pt x="939355" y="312039"/>
                  </a:lnTo>
                  <a:lnTo>
                    <a:pt x="938689" y="312801"/>
                  </a:lnTo>
                  <a:lnTo>
                    <a:pt x="938689" y="313563"/>
                  </a:lnTo>
                  <a:lnTo>
                    <a:pt x="938689" y="316325"/>
                  </a:lnTo>
                  <a:lnTo>
                    <a:pt x="940403" y="317468"/>
                  </a:lnTo>
                  <a:lnTo>
                    <a:pt x="941260" y="317468"/>
                  </a:lnTo>
                  <a:lnTo>
                    <a:pt x="942022" y="316230"/>
                  </a:lnTo>
                  <a:lnTo>
                    <a:pt x="943832" y="314992"/>
                  </a:lnTo>
                  <a:lnTo>
                    <a:pt x="944499" y="314801"/>
                  </a:lnTo>
                  <a:lnTo>
                    <a:pt x="945261" y="314992"/>
                  </a:lnTo>
                  <a:lnTo>
                    <a:pt x="946118" y="314325"/>
                  </a:lnTo>
                  <a:lnTo>
                    <a:pt x="948119" y="314325"/>
                  </a:lnTo>
                  <a:lnTo>
                    <a:pt x="948976" y="313182"/>
                  </a:lnTo>
                  <a:lnTo>
                    <a:pt x="949738" y="312706"/>
                  </a:lnTo>
                  <a:lnTo>
                    <a:pt x="950500" y="312896"/>
                  </a:lnTo>
                  <a:lnTo>
                    <a:pt x="951261" y="312706"/>
                  </a:lnTo>
                  <a:lnTo>
                    <a:pt x="952786" y="313373"/>
                  </a:lnTo>
                  <a:lnTo>
                    <a:pt x="954024" y="313563"/>
                  </a:lnTo>
                  <a:lnTo>
                    <a:pt x="954786" y="312611"/>
                  </a:lnTo>
                  <a:lnTo>
                    <a:pt x="955929" y="311658"/>
                  </a:lnTo>
                  <a:lnTo>
                    <a:pt x="956881" y="311372"/>
                  </a:lnTo>
                  <a:lnTo>
                    <a:pt x="958596" y="309848"/>
                  </a:lnTo>
                  <a:lnTo>
                    <a:pt x="959167" y="308991"/>
                  </a:lnTo>
                  <a:lnTo>
                    <a:pt x="959263" y="308610"/>
                  </a:lnTo>
                  <a:lnTo>
                    <a:pt x="959263" y="308324"/>
                  </a:lnTo>
                  <a:lnTo>
                    <a:pt x="959072" y="308420"/>
                  </a:lnTo>
                  <a:lnTo>
                    <a:pt x="958691" y="308801"/>
                  </a:lnTo>
                  <a:lnTo>
                    <a:pt x="958405" y="309277"/>
                  </a:lnTo>
                  <a:lnTo>
                    <a:pt x="958024" y="309182"/>
                  </a:lnTo>
                  <a:lnTo>
                    <a:pt x="958024" y="308896"/>
                  </a:lnTo>
                  <a:lnTo>
                    <a:pt x="958501" y="308324"/>
                  </a:lnTo>
                  <a:lnTo>
                    <a:pt x="958882" y="307753"/>
                  </a:lnTo>
                  <a:lnTo>
                    <a:pt x="959358" y="306705"/>
                  </a:lnTo>
                  <a:lnTo>
                    <a:pt x="960501" y="306800"/>
                  </a:lnTo>
                  <a:lnTo>
                    <a:pt x="961739" y="307658"/>
                  </a:lnTo>
                  <a:lnTo>
                    <a:pt x="963263" y="309563"/>
                  </a:lnTo>
                  <a:lnTo>
                    <a:pt x="964311" y="311468"/>
                  </a:lnTo>
                  <a:lnTo>
                    <a:pt x="965073" y="313277"/>
                  </a:lnTo>
                  <a:lnTo>
                    <a:pt x="965454" y="315373"/>
                  </a:lnTo>
                  <a:lnTo>
                    <a:pt x="965168" y="316706"/>
                  </a:lnTo>
                  <a:lnTo>
                    <a:pt x="964692" y="317468"/>
                  </a:lnTo>
                  <a:lnTo>
                    <a:pt x="964121" y="317945"/>
                  </a:lnTo>
                  <a:lnTo>
                    <a:pt x="963835" y="318802"/>
                  </a:lnTo>
                  <a:lnTo>
                    <a:pt x="963930" y="319373"/>
                  </a:lnTo>
                  <a:lnTo>
                    <a:pt x="963644" y="320421"/>
                  </a:lnTo>
                  <a:lnTo>
                    <a:pt x="963358" y="325088"/>
                  </a:lnTo>
                  <a:lnTo>
                    <a:pt x="962787" y="327089"/>
                  </a:lnTo>
                  <a:lnTo>
                    <a:pt x="960596" y="332423"/>
                  </a:lnTo>
                  <a:lnTo>
                    <a:pt x="959453" y="333756"/>
                  </a:lnTo>
                  <a:lnTo>
                    <a:pt x="958596" y="334613"/>
                  </a:lnTo>
                  <a:lnTo>
                    <a:pt x="957453" y="334994"/>
                  </a:lnTo>
                  <a:lnTo>
                    <a:pt x="956691" y="334994"/>
                  </a:lnTo>
                  <a:lnTo>
                    <a:pt x="955738" y="334328"/>
                  </a:lnTo>
                  <a:lnTo>
                    <a:pt x="955262" y="333947"/>
                  </a:lnTo>
                  <a:lnTo>
                    <a:pt x="954786" y="332994"/>
                  </a:lnTo>
                  <a:lnTo>
                    <a:pt x="954500" y="332232"/>
                  </a:lnTo>
                  <a:lnTo>
                    <a:pt x="954024" y="331851"/>
                  </a:lnTo>
                  <a:lnTo>
                    <a:pt x="953453" y="331946"/>
                  </a:lnTo>
                  <a:lnTo>
                    <a:pt x="952786" y="331661"/>
                  </a:lnTo>
                  <a:lnTo>
                    <a:pt x="951547" y="330899"/>
                  </a:lnTo>
                  <a:lnTo>
                    <a:pt x="950500" y="330518"/>
                  </a:lnTo>
                  <a:lnTo>
                    <a:pt x="949928" y="330422"/>
                  </a:lnTo>
                  <a:lnTo>
                    <a:pt x="949642" y="330232"/>
                  </a:lnTo>
                  <a:lnTo>
                    <a:pt x="949738" y="329660"/>
                  </a:lnTo>
                  <a:lnTo>
                    <a:pt x="949928" y="329279"/>
                  </a:lnTo>
                  <a:lnTo>
                    <a:pt x="949928" y="329279"/>
                  </a:lnTo>
                  <a:lnTo>
                    <a:pt x="950024" y="329089"/>
                  </a:lnTo>
                  <a:lnTo>
                    <a:pt x="950024" y="328708"/>
                  </a:lnTo>
                  <a:lnTo>
                    <a:pt x="949262" y="328041"/>
                  </a:lnTo>
                  <a:lnTo>
                    <a:pt x="948785" y="327470"/>
                  </a:lnTo>
                  <a:lnTo>
                    <a:pt x="948309" y="326612"/>
                  </a:lnTo>
                  <a:lnTo>
                    <a:pt x="947833" y="326327"/>
                  </a:lnTo>
                  <a:lnTo>
                    <a:pt x="946594" y="326231"/>
                  </a:lnTo>
                  <a:lnTo>
                    <a:pt x="946023" y="325374"/>
                  </a:lnTo>
                  <a:lnTo>
                    <a:pt x="945261" y="325279"/>
                  </a:lnTo>
                  <a:lnTo>
                    <a:pt x="944880" y="325469"/>
                  </a:lnTo>
                  <a:lnTo>
                    <a:pt x="944308" y="326803"/>
                  </a:lnTo>
                  <a:lnTo>
                    <a:pt x="944118" y="327184"/>
                  </a:lnTo>
                  <a:lnTo>
                    <a:pt x="944213" y="327660"/>
                  </a:lnTo>
                  <a:lnTo>
                    <a:pt x="943737" y="328041"/>
                  </a:lnTo>
                  <a:lnTo>
                    <a:pt x="943642" y="328517"/>
                  </a:lnTo>
                  <a:lnTo>
                    <a:pt x="943737" y="329089"/>
                  </a:lnTo>
                  <a:lnTo>
                    <a:pt x="943070" y="329184"/>
                  </a:lnTo>
                  <a:lnTo>
                    <a:pt x="942594" y="329375"/>
                  </a:lnTo>
                  <a:lnTo>
                    <a:pt x="942975" y="329756"/>
                  </a:lnTo>
                  <a:lnTo>
                    <a:pt x="943356" y="329946"/>
                  </a:lnTo>
                  <a:lnTo>
                    <a:pt x="943832" y="329756"/>
                  </a:lnTo>
                  <a:lnTo>
                    <a:pt x="944213" y="329946"/>
                  </a:lnTo>
                  <a:lnTo>
                    <a:pt x="944023" y="330232"/>
                  </a:lnTo>
                  <a:lnTo>
                    <a:pt x="943832" y="330708"/>
                  </a:lnTo>
                  <a:lnTo>
                    <a:pt x="944023" y="331470"/>
                  </a:lnTo>
                  <a:lnTo>
                    <a:pt x="944308" y="331946"/>
                  </a:lnTo>
                  <a:lnTo>
                    <a:pt x="943356" y="334137"/>
                  </a:lnTo>
                  <a:lnTo>
                    <a:pt x="942213" y="335280"/>
                  </a:lnTo>
                  <a:lnTo>
                    <a:pt x="940593" y="337185"/>
                  </a:lnTo>
                  <a:lnTo>
                    <a:pt x="938117" y="337471"/>
                  </a:lnTo>
                  <a:lnTo>
                    <a:pt x="935546" y="336233"/>
                  </a:lnTo>
                  <a:lnTo>
                    <a:pt x="933926" y="333280"/>
                  </a:lnTo>
                  <a:lnTo>
                    <a:pt x="932974" y="325469"/>
                  </a:lnTo>
                  <a:lnTo>
                    <a:pt x="932307" y="323183"/>
                  </a:lnTo>
                  <a:lnTo>
                    <a:pt x="932117" y="321088"/>
                  </a:lnTo>
                  <a:lnTo>
                    <a:pt x="931831" y="319659"/>
                  </a:lnTo>
                  <a:lnTo>
                    <a:pt x="931831" y="318802"/>
                  </a:lnTo>
                  <a:lnTo>
                    <a:pt x="932021" y="318135"/>
                  </a:lnTo>
                  <a:lnTo>
                    <a:pt x="932117" y="316135"/>
                  </a:lnTo>
                  <a:lnTo>
                    <a:pt x="932402" y="314230"/>
                  </a:lnTo>
                  <a:lnTo>
                    <a:pt x="931831" y="312611"/>
                  </a:lnTo>
                  <a:lnTo>
                    <a:pt x="929830" y="310801"/>
                  </a:lnTo>
                  <a:lnTo>
                    <a:pt x="927449" y="310420"/>
                  </a:lnTo>
                  <a:lnTo>
                    <a:pt x="926211" y="310896"/>
                  </a:lnTo>
                  <a:lnTo>
                    <a:pt x="925449" y="312420"/>
                  </a:lnTo>
                  <a:lnTo>
                    <a:pt x="924020" y="313373"/>
                  </a:lnTo>
                  <a:lnTo>
                    <a:pt x="922877" y="313373"/>
                  </a:lnTo>
                  <a:lnTo>
                    <a:pt x="921449" y="312420"/>
                  </a:lnTo>
                  <a:lnTo>
                    <a:pt x="920020" y="310610"/>
                  </a:lnTo>
                  <a:lnTo>
                    <a:pt x="919067" y="309467"/>
                  </a:lnTo>
                  <a:lnTo>
                    <a:pt x="918401" y="309182"/>
                  </a:lnTo>
                  <a:lnTo>
                    <a:pt x="917352" y="308515"/>
                  </a:lnTo>
                  <a:lnTo>
                    <a:pt x="916496" y="307658"/>
                  </a:lnTo>
                  <a:lnTo>
                    <a:pt x="916305" y="308134"/>
                  </a:lnTo>
                  <a:lnTo>
                    <a:pt x="916496" y="308991"/>
                  </a:lnTo>
                  <a:lnTo>
                    <a:pt x="916114" y="309658"/>
                  </a:lnTo>
                  <a:lnTo>
                    <a:pt x="915924" y="311372"/>
                  </a:lnTo>
                  <a:lnTo>
                    <a:pt x="915829" y="312134"/>
                  </a:lnTo>
                  <a:lnTo>
                    <a:pt x="916019" y="312801"/>
                  </a:lnTo>
                  <a:lnTo>
                    <a:pt x="915829" y="314135"/>
                  </a:lnTo>
                  <a:lnTo>
                    <a:pt x="915353" y="315659"/>
                  </a:lnTo>
                  <a:lnTo>
                    <a:pt x="914495" y="316611"/>
                  </a:lnTo>
                  <a:lnTo>
                    <a:pt x="913352" y="316325"/>
                  </a:lnTo>
                  <a:lnTo>
                    <a:pt x="912018" y="316421"/>
                  </a:lnTo>
                  <a:lnTo>
                    <a:pt x="911447" y="316802"/>
                  </a:lnTo>
                  <a:lnTo>
                    <a:pt x="911542" y="317564"/>
                  </a:lnTo>
                  <a:lnTo>
                    <a:pt x="912400" y="317754"/>
                  </a:lnTo>
                  <a:lnTo>
                    <a:pt x="913257" y="317849"/>
                  </a:lnTo>
                  <a:lnTo>
                    <a:pt x="914210" y="318421"/>
                  </a:lnTo>
                  <a:lnTo>
                    <a:pt x="915353" y="320421"/>
                  </a:lnTo>
                  <a:lnTo>
                    <a:pt x="915353" y="321278"/>
                  </a:lnTo>
                  <a:lnTo>
                    <a:pt x="915448" y="322993"/>
                  </a:lnTo>
                  <a:lnTo>
                    <a:pt x="915638" y="323279"/>
                  </a:lnTo>
                  <a:lnTo>
                    <a:pt x="916019" y="322993"/>
                  </a:lnTo>
                  <a:lnTo>
                    <a:pt x="916400" y="322707"/>
                  </a:lnTo>
                  <a:lnTo>
                    <a:pt x="916591" y="323088"/>
                  </a:lnTo>
                  <a:lnTo>
                    <a:pt x="916876" y="323469"/>
                  </a:lnTo>
                  <a:lnTo>
                    <a:pt x="917829" y="323469"/>
                  </a:lnTo>
                  <a:lnTo>
                    <a:pt x="918401" y="323469"/>
                  </a:lnTo>
                  <a:lnTo>
                    <a:pt x="919448" y="323374"/>
                  </a:lnTo>
                  <a:lnTo>
                    <a:pt x="919734" y="323755"/>
                  </a:lnTo>
                  <a:lnTo>
                    <a:pt x="919924" y="324326"/>
                  </a:lnTo>
                  <a:lnTo>
                    <a:pt x="919353" y="324231"/>
                  </a:lnTo>
                  <a:lnTo>
                    <a:pt x="918781" y="324041"/>
                  </a:lnTo>
                  <a:lnTo>
                    <a:pt x="918305" y="324136"/>
                  </a:lnTo>
                  <a:lnTo>
                    <a:pt x="917924" y="324612"/>
                  </a:lnTo>
                  <a:lnTo>
                    <a:pt x="918305" y="325279"/>
                  </a:lnTo>
                  <a:lnTo>
                    <a:pt x="918686" y="326993"/>
                  </a:lnTo>
                  <a:lnTo>
                    <a:pt x="918019" y="327184"/>
                  </a:lnTo>
                  <a:lnTo>
                    <a:pt x="917638" y="326708"/>
                  </a:lnTo>
                  <a:lnTo>
                    <a:pt x="916972" y="326327"/>
                  </a:lnTo>
                  <a:lnTo>
                    <a:pt x="916496" y="325850"/>
                  </a:lnTo>
                  <a:lnTo>
                    <a:pt x="915638" y="324326"/>
                  </a:lnTo>
                  <a:lnTo>
                    <a:pt x="915448" y="324326"/>
                  </a:lnTo>
                  <a:lnTo>
                    <a:pt x="915353" y="326231"/>
                  </a:lnTo>
                  <a:lnTo>
                    <a:pt x="915162" y="327660"/>
                  </a:lnTo>
                  <a:lnTo>
                    <a:pt x="915257" y="329375"/>
                  </a:lnTo>
                  <a:lnTo>
                    <a:pt x="914876" y="330613"/>
                  </a:lnTo>
                  <a:lnTo>
                    <a:pt x="914210" y="334994"/>
                  </a:lnTo>
                  <a:lnTo>
                    <a:pt x="912876" y="339281"/>
                  </a:lnTo>
                  <a:lnTo>
                    <a:pt x="912209" y="340424"/>
                  </a:lnTo>
                  <a:lnTo>
                    <a:pt x="911257" y="341281"/>
                  </a:lnTo>
                  <a:lnTo>
                    <a:pt x="910114" y="341662"/>
                  </a:lnTo>
                  <a:lnTo>
                    <a:pt x="908970" y="341090"/>
                  </a:lnTo>
                  <a:lnTo>
                    <a:pt x="906685" y="342805"/>
                  </a:lnTo>
                  <a:lnTo>
                    <a:pt x="905923" y="343662"/>
                  </a:lnTo>
                  <a:lnTo>
                    <a:pt x="904970" y="343948"/>
                  </a:lnTo>
                  <a:lnTo>
                    <a:pt x="904208" y="344043"/>
                  </a:lnTo>
                  <a:lnTo>
                    <a:pt x="903542" y="343662"/>
                  </a:lnTo>
                  <a:lnTo>
                    <a:pt x="902208" y="342519"/>
                  </a:lnTo>
                  <a:lnTo>
                    <a:pt x="900970" y="342329"/>
                  </a:lnTo>
                  <a:lnTo>
                    <a:pt x="898493" y="344138"/>
                  </a:lnTo>
                  <a:lnTo>
                    <a:pt x="897922" y="345853"/>
                  </a:lnTo>
                  <a:lnTo>
                    <a:pt x="897064" y="347567"/>
                  </a:lnTo>
                  <a:lnTo>
                    <a:pt x="896493" y="348710"/>
                  </a:lnTo>
                  <a:lnTo>
                    <a:pt x="895350" y="349282"/>
                  </a:lnTo>
                  <a:lnTo>
                    <a:pt x="894683" y="350901"/>
                  </a:lnTo>
                  <a:lnTo>
                    <a:pt x="893350" y="351187"/>
                  </a:lnTo>
                  <a:lnTo>
                    <a:pt x="892302" y="352425"/>
                  </a:lnTo>
                  <a:lnTo>
                    <a:pt x="891254" y="353568"/>
                  </a:lnTo>
                  <a:lnTo>
                    <a:pt x="891064" y="354902"/>
                  </a:lnTo>
                  <a:lnTo>
                    <a:pt x="892112" y="355378"/>
                  </a:lnTo>
                  <a:lnTo>
                    <a:pt x="894111" y="355187"/>
                  </a:lnTo>
                  <a:lnTo>
                    <a:pt x="894778" y="356235"/>
                  </a:lnTo>
                  <a:lnTo>
                    <a:pt x="894874" y="357378"/>
                  </a:lnTo>
                  <a:lnTo>
                    <a:pt x="895540" y="358045"/>
                  </a:lnTo>
                  <a:lnTo>
                    <a:pt x="895540" y="359664"/>
                  </a:lnTo>
                  <a:lnTo>
                    <a:pt x="895636" y="362617"/>
                  </a:lnTo>
                  <a:lnTo>
                    <a:pt x="895445" y="365665"/>
                  </a:lnTo>
                  <a:lnTo>
                    <a:pt x="895636" y="366713"/>
                  </a:lnTo>
                  <a:lnTo>
                    <a:pt x="896588" y="367760"/>
                  </a:lnTo>
                  <a:lnTo>
                    <a:pt x="898398" y="369570"/>
                  </a:lnTo>
                  <a:lnTo>
                    <a:pt x="899065" y="370237"/>
                  </a:lnTo>
                  <a:lnTo>
                    <a:pt x="899731" y="371094"/>
                  </a:lnTo>
                  <a:lnTo>
                    <a:pt x="899541" y="372618"/>
                  </a:lnTo>
                  <a:lnTo>
                    <a:pt x="899065" y="379381"/>
                  </a:lnTo>
                  <a:lnTo>
                    <a:pt x="898588" y="380238"/>
                  </a:lnTo>
                  <a:lnTo>
                    <a:pt x="897826" y="382429"/>
                  </a:lnTo>
                  <a:lnTo>
                    <a:pt x="898112" y="383953"/>
                  </a:lnTo>
                  <a:lnTo>
                    <a:pt x="897255" y="387001"/>
                  </a:lnTo>
                  <a:lnTo>
                    <a:pt x="893350" y="394430"/>
                  </a:lnTo>
                  <a:lnTo>
                    <a:pt x="891349" y="396716"/>
                  </a:lnTo>
                  <a:lnTo>
                    <a:pt x="888968" y="398336"/>
                  </a:lnTo>
                  <a:lnTo>
                    <a:pt x="887825" y="398240"/>
                  </a:lnTo>
                  <a:lnTo>
                    <a:pt x="885444" y="396335"/>
                  </a:lnTo>
                  <a:lnTo>
                    <a:pt x="883158" y="394716"/>
                  </a:lnTo>
                  <a:lnTo>
                    <a:pt x="882967" y="395859"/>
                  </a:lnTo>
                  <a:lnTo>
                    <a:pt x="883158" y="397764"/>
                  </a:lnTo>
                  <a:lnTo>
                    <a:pt x="884110" y="398336"/>
                  </a:lnTo>
                  <a:lnTo>
                    <a:pt x="883253" y="398812"/>
                  </a:lnTo>
                  <a:lnTo>
                    <a:pt x="883539" y="400240"/>
                  </a:lnTo>
                  <a:lnTo>
                    <a:pt x="884682" y="401669"/>
                  </a:lnTo>
                  <a:lnTo>
                    <a:pt x="885063" y="402431"/>
                  </a:lnTo>
                  <a:lnTo>
                    <a:pt x="885825" y="404146"/>
                  </a:lnTo>
                  <a:lnTo>
                    <a:pt x="886301" y="404717"/>
                  </a:lnTo>
                  <a:lnTo>
                    <a:pt x="889730" y="404717"/>
                  </a:lnTo>
                  <a:lnTo>
                    <a:pt x="890683" y="404432"/>
                  </a:lnTo>
                  <a:lnTo>
                    <a:pt x="891254" y="403860"/>
                  </a:lnTo>
                  <a:lnTo>
                    <a:pt x="891730" y="403098"/>
                  </a:lnTo>
                  <a:lnTo>
                    <a:pt x="892397" y="402336"/>
                  </a:lnTo>
                  <a:lnTo>
                    <a:pt x="894683" y="401955"/>
                  </a:lnTo>
                  <a:lnTo>
                    <a:pt x="897064" y="403193"/>
                  </a:lnTo>
                  <a:lnTo>
                    <a:pt x="899065" y="405194"/>
                  </a:lnTo>
                  <a:lnTo>
                    <a:pt x="900303" y="407003"/>
                  </a:lnTo>
                  <a:lnTo>
                    <a:pt x="900874" y="409099"/>
                  </a:lnTo>
                  <a:lnTo>
                    <a:pt x="900874" y="410718"/>
                  </a:lnTo>
                  <a:lnTo>
                    <a:pt x="901922" y="413576"/>
                  </a:lnTo>
                  <a:lnTo>
                    <a:pt x="901922" y="415576"/>
                  </a:lnTo>
                  <a:lnTo>
                    <a:pt x="901351" y="428720"/>
                  </a:lnTo>
                  <a:lnTo>
                    <a:pt x="899827" y="435293"/>
                  </a:lnTo>
                  <a:lnTo>
                    <a:pt x="898493" y="440722"/>
                  </a:lnTo>
                  <a:lnTo>
                    <a:pt x="896779" y="442627"/>
                  </a:lnTo>
                  <a:lnTo>
                    <a:pt x="895064" y="443389"/>
                  </a:lnTo>
                  <a:lnTo>
                    <a:pt x="894302" y="445103"/>
                  </a:lnTo>
                  <a:lnTo>
                    <a:pt x="893635" y="447675"/>
                  </a:lnTo>
                  <a:lnTo>
                    <a:pt x="893350" y="449866"/>
                  </a:lnTo>
                  <a:lnTo>
                    <a:pt x="893255" y="452628"/>
                  </a:lnTo>
                  <a:lnTo>
                    <a:pt x="893064" y="453961"/>
                  </a:lnTo>
                  <a:lnTo>
                    <a:pt x="892492" y="455200"/>
                  </a:lnTo>
                  <a:lnTo>
                    <a:pt x="892112" y="456343"/>
                  </a:lnTo>
                  <a:lnTo>
                    <a:pt x="891730" y="458819"/>
                  </a:lnTo>
                  <a:lnTo>
                    <a:pt x="891254" y="460819"/>
                  </a:lnTo>
                  <a:lnTo>
                    <a:pt x="889063" y="467011"/>
                  </a:lnTo>
                  <a:lnTo>
                    <a:pt x="886873" y="475393"/>
                  </a:lnTo>
                  <a:lnTo>
                    <a:pt x="885444" y="477965"/>
                  </a:lnTo>
                  <a:lnTo>
                    <a:pt x="883825" y="480155"/>
                  </a:lnTo>
                  <a:lnTo>
                    <a:pt x="879158" y="484537"/>
                  </a:lnTo>
                  <a:lnTo>
                    <a:pt x="877729" y="486728"/>
                  </a:lnTo>
                  <a:lnTo>
                    <a:pt x="876681" y="489490"/>
                  </a:lnTo>
                  <a:lnTo>
                    <a:pt x="874014" y="496157"/>
                  </a:lnTo>
                  <a:lnTo>
                    <a:pt x="872014" y="499777"/>
                  </a:lnTo>
                  <a:lnTo>
                    <a:pt x="870966" y="502539"/>
                  </a:lnTo>
                  <a:lnTo>
                    <a:pt x="870394" y="505015"/>
                  </a:lnTo>
                  <a:lnTo>
                    <a:pt x="868871" y="518732"/>
                  </a:lnTo>
                  <a:lnTo>
                    <a:pt x="868489" y="519970"/>
                  </a:lnTo>
                  <a:lnTo>
                    <a:pt x="867632" y="521303"/>
                  </a:lnTo>
                  <a:lnTo>
                    <a:pt x="862203" y="527304"/>
                  </a:lnTo>
                  <a:lnTo>
                    <a:pt x="858774" y="529876"/>
                  </a:lnTo>
                  <a:lnTo>
                    <a:pt x="857536" y="530733"/>
                  </a:lnTo>
                  <a:lnTo>
                    <a:pt x="853154" y="532828"/>
                  </a:lnTo>
                  <a:lnTo>
                    <a:pt x="850963" y="533114"/>
                  </a:lnTo>
                  <a:lnTo>
                    <a:pt x="849725" y="533114"/>
                  </a:lnTo>
                  <a:lnTo>
                    <a:pt x="849249" y="533686"/>
                  </a:lnTo>
                  <a:lnTo>
                    <a:pt x="842391" y="538448"/>
                  </a:lnTo>
                  <a:lnTo>
                    <a:pt x="838581" y="541592"/>
                  </a:lnTo>
                  <a:lnTo>
                    <a:pt x="836962" y="543592"/>
                  </a:lnTo>
                  <a:lnTo>
                    <a:pt x="836009" y="545973"/>
                  </a:lnTo>
                  <a:lnTo>
                    <a:pt x="833723" y="554355"/>
                  </a:lnTo>
                  <a:lnTo>
                    <a:pt x="832675" y="556832"/>
                  </a:lnTo>
                  <a:lnTo>
                    <a:pt x="831151" y="558927"/>
                  </a:lnTo>
                  <a:lnTo>
                    <a:pt x="828104" y="561594"/>
                  </a:lnTo>
                  <a:lnTo>
                    <a:pt x="826103" y="564737"/>
                  </a:lnTo>
                  <a:lnTo>
                    <a:pt x="824770" y="567500"/>
                  </a:lnTo>
                  <a:lnTo>
                    <a:pt x="823817" y="569690"/>
                  </a:lnTo>
                  <a:lnTo>
                    <a:pt x="822388" y="571310"/>
                  </a:lnTo>
                  <a:lnTo>
                    <a:pt x="816388" y="575024"/>
                  </a:lnTo>
                  <a:lnTo>
                    <a:pt x="810482" y="581025"/>
                  </a:lnTo>
                  <a:lnTo>
                    <a:pt x="806291" y="584168"/>
                  </a:lnTo>
                  <a:lnTo>
                    <a:pt x="804291" y="585121"/>
                  </a:lnTo>
                  <a:lnTo>
                    <a:pt x="802005" y="585597"/>
                  </a:lnTo>
                  <a:lnTo>
                    <a:pt x="798481" y="585026"/>
                  </a:lnTo>
                  <a:lnTo>
                    <a:pt x="797433" y="586454"/>
                  </a:lnTo>
                  <a:lnTo>
                    <a:pt x="796195" y="587788"/>
                  </a:lnTo>
                  <a:lnTo>
                    <a:pt x="793337" y="589026"/>
                  </a:lnTo>
                  <a:lnTo>
                    <a:pt x="787908" y="592550"/>
                  </a:lnTo>
                  <a:lnTo>
                    <a:pt x="783241" y="594265"/>
                  </a:lnTo>
                  <a:lnTo>
                    <a:pt x="776668" y="597122"/>
                  </a:lnTo>
                  <a:lnTo>
                    <a:pt x="771620" y="598265"/>
                  </a:lnTo>
                  <a:lnTo>
                    <a:pt x="767048" y="599218"/>
                  </a:lnTo>
                  <a:lnTo>
                    <a:pt x="764286" y="600647"/>
                  </a:lnTo>
                  <a:lnTo>
                    <a:pt x="763238" y="601409"/>
                  </a:lnTo>
                  <a:lnTo>
                    <a:pt x="762572" y="603028"/>
                  </a:lnTo>
                  <a:lnTo>
                    <a:pt x="762857" y="604266"/>
                  </a:lnTo>
                  <a:lnTo>
                    <a:pt x="762476" y="605314"/>
                  </a:lnTo>
                  <a:lnTo>
                    <a:pt x="762190" y="606457"/>
                  </a:lnTo>
                  <a:lnTo>
                    <a:pt x="761429" y="607600"/>
                  </a:lnTo>
                  <a:lnTo>
                    <a:pt x="760857" y="609410"/>
                  </a:lnTo>
                  <a:lnTo>
                    <a:pt x="759142" y="610553"/>
                  </a:lnTo>
                  <a:lnTo>
                    <a:pt x="758285" y="611791"/>
                  </a:lnTo>
                  <a:lnTo>
                    <a:pt x="756475" y="612172"/>
                  </a:lnTo>
                  <a:lnTo>
                    <a:pt x="753428" y="611600"/>
                  </a:lnTo>
                  <a:lnTo>
                    <a:pt x="751141" y="612077"/>
                  </a:lnTo>
                  <a:lnTo>
                    <a:pt x="749046" y="611886"/>
                  </a:lnTo>
                  <a:lnTo>
                    <a:pt x="747522" y="610838"/>
                  </a:lnTo>
                  <a:lnTo>
                    <a:pt x="745046" y="609981"/>
                  </a:lnTo>
                  <a:lnTo>
                    <a:pt x="743617" y="608648"/>
                  </a:lnTo>
                  <a:lnTo>
                    <a:pt x="741140" y="607028"/>
                  </a:lnTo>
                  <a:lnTo>
                    <a:pt x="740188" y="604742"/>
                  </a:lnTo>
                  <a:lnTo>
                    <a:pt x="742188" y="601885"/>
                  </a:lnTo>
                  <a:lnTo>
                    <a:pt x="742283" y="600265"/>
                  </a:lnTo>
                  <a:lnTo>
                    <a:pt x="743712" y="598456"/>
                  </a:lnTo>
                  <a:lnTo>
                    <a:pt x="743426" y="594741"/>
                  </a:lnTo>
                  <a:lnTo>
                    <a:pt x="743712" y="591026"/>
                  </a:lnTo>
                  <a:lnTo>
                    <a:pt x="743331" y="589788"/>
                  </a:lnTo>
                  <a:lnTo>
                    <a:pt x="742855" y="589502"/>
                  </a:lnTo>
                  <a:lnTo>
                    <a:pt x="742093" y="589978"/>
                  </a:lnTo>
                  <a:lnTo>
                    <a:pt x="741045" y="592646"/>
                  </a:lnTo>
                  <a:lnTo>
                    <a:pt x="739807" y="593217"/>
                  </a:lnTo>
                  <a:lnTo>
                    <a:pt x="738949" y="592931"/>
                  </a:lnTo>
                  <a:lnTo>
                    <a:pt x="737425" y="591122"/>
                  </a:lnTo>
                  <a:lnTo>
                    <a:pt x="736378" y="590931"/>
                  </a:lnTo>
                  <a:lnTo>
                    <a:pt x="735235" y="591503"/>
                  </a:lnTo>
                  <a:lnTo>
                    <a:pt x="734282" y="591693"/>
                  </a:lnTo>
                  <a:lnTo>
                    <a:pt x="733520" y="591217"/>
                  </a:lnTo>
                  <a:lnTo>
                    <a:pt x="733901" y="590455"/>
                  </a:lnTo>
                  <a:lnTo>
                    <a:pt x="733901" y="589026"/>
                  </a:lnTo>
                  <a:lnTo>
                    <a:pt x="734949" y="589026"/>
                  </a:lnTo>
                  <a:lnTo>
                    <a:pt x="735235" y="588550"/>
                  </a:lnTo>
                  <a:lnTo>
                    <a:pt x="735330" y="587121"/>
                  </a:lnTo>
                  <a:lnTo>
                    <a:pt x="734473" y="586740"/>
                  </a:lnTo>
                  <a:lnTo>
                    <a:pt x="735139" y="584835"/>
                  </a:lnTo>
                  <a:lnTo>
                    <a:pt x="736378" y="583216"/>
                  </a:lnTo>
                  <a:lnTo>
                    <a:pt x="736854" y="582168"/>
                  </a:lnTo>
                  <a:lnTo>
                    <a:pt x="737045" y="581597"/>
                  </a:lnTo>
                  <a:lnTo>
                    <a:pt x="737616" y="581406"/>
                  </a:lnTo>
                  <a:lnTo>
                    <a:pt x="738092" y="580739"/>
                  </a:lnTo>
                  <a:lnTo>
                    <a:pt x="738568" y="580739"/>
                  </a:lnTo>
                  <a:lnTo>
                    <a:pt x="738378" y="581215"/>
                  </a:lnTo>
                  <a:lnTo>
                    <a:pt x="737806" y="581978"/>
                  </a:lnTo>
                  <a:lnTo>
                    <a:pt x="738568" y="582644"/>
                  </a:lnTo>
                  <a:lnTo>
                    <a:pt x="739616" y="583406"/>
                  </a:lnTo>
                  <a:lnTo>
                    <a:pt x="741426" y="584168"/>
                  </a:lnTo>
                  <a:lnTo>
                    <a:pt x="742093" y="583787"/>
                  </a:lnTo>
                  <a:lnTo>
                    <a:pt x="742379" y="582930"/>
                  </a:lnTo>
                  <a:lnTo>
                    <a:pt x="743522" y="582549"/>
                  </a:lnTo>
                  <a:lnTo>
                    <a:pt x="744379" y="581978"/>
                  </a:lnTo>
                  <a:lnTo>
                    <a:pt x="744379" y="580739"/>
                  </a:lnTo>
                  <a:lnTo>
                    <a:pt x="745522" y="579215"/>
                  </a:lnTo>
                  <a:lnTo>
                    <a:pt x="746379" y="577786"/>
                  </a:lnTo>
                  <a:lnTo>
                    <a:pt x="749427" y="576644"/>
                  </a:lnTo>
                  <a:lnTo>
                    <a:pt x="751713" y="577120"/>
                  </a:lnTo>
                  <a:lnTo>
                    <a:pt x="752856" y="577215"/>
                  </a:lnTo>
                  <a:lnTo>
                    <a:pt x="753237" y="576548"/>
                  </a:lnTo>
                  <a:lnTo>
                    <a:pt x="754189" y="575691"/>
                  </a:lnTo>
                  <a:lnTo>
                    <a:pt x="754571" y="575024"/>
                  </a:lnTo>
                  <a:lnTo>
                    <a:pt x="754761" y="574072"/>
                  </a:lnTo>
                  <a:lnTo>
                    <a:pt x="754856" y="573024"/>
                  </a:lnTo>
                  <a:lnTo>
                    <a:pt x="753904" y="572834"/>
                  </a:lnTo>
                  <a:lnTo>
                    <a:pt x="753332" y="571310"/>
                  </a:lnTo>
                  <a:lnTo>
                    <a:pt x="753808" y="569119"/>
                  </a:lnTo>
                  <a:lnTo>
                    <a:pt x="754189" y="568071"/>
                  </a:lnTo>
                  <a:lnTo>
                    <a:pt x="754951" y="567595"/>
                  </a:lnTo>
                  <a:lnTo>
                    <a:pt x="755999" y="567214"/>
                  </a:lnTo>
                  <a:lnTo>
                    <a:pt x="757047" y="567404"/>
                  </a:lnTo>
                  <a:lnTo>
                    <a:pt x="757999" y="567404"/>
                  </a:lnTo>
                  <a:lnTo>
                    <a:pt x="759333" y="566928"/>
                  </a:lnTo>
                  <a:lnTo>
                    <a:pt x="759619" y="566452"/>
                  </a:lnTo>
                  <a:lnTo>
                    <a:pt x="759809" y="565595"/>
                  </a:lnTo>
                  <a:lnTo>
                    <a:pt x="759047" y="565023"/>
                  </a:lnTo>
                  <a:lnTo>
                    <a:pt x="758952" y="564261"/>
                  </a:lnTo>
                  <a:lnTo>
                    <a:pt x="759333" y="563023"/>
                  </a:lnTo>
                  <a:lnTo>
                    <a:pt x="758857" y="562261"/>
                  </a:lnTo>
                  <a:lnTo>
                    <a:pt x="756475" y="561308"/>
                  </a:lnTo>
                  <a:lnTo>
                    <a:pt x="754380" y="561785"/>
                  </a:lnTo>
                  <a:lnTo>
                    <a:pt x="746950" y="564261"/>
                  </a:lnTo>
                  <a:lnTo>
                    <a:pt x="745712" y="565214"/>
                  </a:lnTo>
                  <a:lnTo>
                    <a:pt x="744664" y="566547"/>
                  </a:lnTo>
                  <a:lnTo>
                    <a:pt x="743236" y="566928"/>
                  </a:lnTo>
                  <a:lnTo>
                    <a:pt x="737425" y="570167"/>
                  </a:lnTo>
                  <a:lnTo>
                    <a:pt x="735806" y="570262"/>
                  </a:lnTo>
                  <a:lnTo>
                    <a:pt x="734568" y="569595"/>
                  </a:lnTo>
                  <a:lnTo>
                    <a:pt x="732568" y="570167"/>
                  </a:lnTo>
                  <a:lnTo>
                    <a:pt x="729520" y="571881"/>
                  </a:lnTo>
                  <a:lnTo>
                    <a:pt x="727710" y="572929"/>
                  </a:lnTo>
                  <a:lnTo>
                    <a:pt x="726281" y="575120"/>
                  </a:lnTo>
                  <a:lnTo>
                    <a:pt x="726472" y="576929"/>
                  </a:lnTo>
                  <a:lnTo>
                    <a:pt x="726948" y="577786"/>
                  </a:lnTo>
                  <a:lnTo>
                    <a:pt x="726567" y="578834"/>
                  </a:lnTo>
                  <a:lnTo>
                    <a:pt x="725900" y="580073"/>
                  </a:lnTo>
                  <a:lnTo>
                    <a:pt x="725138" y="580835"/>
                  </a:lnTo>
                  <a:lnTo>
                    <a:pt x="725519" y="581597"/>
                  </a:lnTo>
                  <a:lnTo>
                    <a:pt x="724757" y="582454"/>
                  </a:lnTo>
                  <a:lnTo>
                    <a:pt x="724281" y="583502"/>
                  </a:lnTo>
                  <a:lnTo>
                    <a:pt x="723900" y="585026"/>
                  </a:lnTo>
                  <a:lnTo>
                    <a:pt x="723709" y="586740"/>
                  </a:lnTo>
                  <a:lnTo>
                    <a:pt x="723995" y="587597"/>
                  </a:lnTo>
                  <a:lnTo>
                    <a:pt x="725043" y="587693"/>
                  </a:lnTo>
                  <a:lnTo>
                    <a:pt x="725138" y="586931"/>
                  </a:lnTo>
                  <a:lnTo>
                    <a:pt x="725710" y="586740"/>
                  </a:lnTo>
                  <a:lnTo>
                    <a:pt x="726376" y="587216"/>
                  </a:lnTo>
                  <a:lnTo>
                    <a:pt x="726662" y="588264"/>
                  </a:lnTo>
                  <a:lnTo>
                    <a:pt x="726186" y="591598"/>
                  </a:lnTo>
                  <a:lnTo>
                    <a:pt x="726281" y="593027"/>
                  </a:lnTo>
                  <a:lnTo>
                    <a:pt x="726853" y="593503"/>
                  </a:lnTo>
                  <a:lnTo>
                    <a:pt x="727424" y="595789"/>
                  </a:lnTo>
                  <a:lnTo>
                    <a:pt x="728377" y="596646"/>
                  </a:lnTo>
                  <a:lnTo>
                    <a:pt x="728758" y="597884"/>
                  </a:lnTo>
                  <a:lnTo>
                    <a:pt x="728377" y="599789"/>
                  </a:lnTo>
                  <a:lnTo>
                    <a:pt x="727900" y="600932"/>
                  </a:lnTo>
                  <a:lnTo>
                    <a:pt x="727805" y="601599"/>
                  </a:lnTo>
                  <a:lnTo>
                    <a:pt x="728186" y="601980"/>
                  </a:lnTo>
                  <a:lnTo>
                    <a:pt x="728567" y="602361"/>
                  </a:lnTo>
                  <a:lnTo>
                    <a:pt x="728567" y="603885"/>
                  </a:lnTo>
                  <a:lnTo>
                    <a:pt x="728281" y="605123"/>
                  </a:lnTo>
                  <a:lnTo>
                    <a:pt x="724567" y="614267"/>
                  </a:lnTo>
                  <a:lnTo>
                    <a:pt x="721900" y="618744"/>
                  </a:lnTo>
                  <a:lnTo>
                    <a:pt x="710851" y="633794"/>
                  </a:lnTo>
                  <a:lnTo>
                    <a:pt x="708374" y="636461"/>
                  </a:lnTo>
                  <a:lnTo>
                    <a:pt x="706469" y="638080"/>
                  </a:lnTo>
                  <a:lnTo>
                    <a:pt x="703897" y="639318"/>
                  </a:lnTo>
                  <a:lnTo>
                    <a:pt x="702850" y="640937"/>
                  </a:lnTo>
                  <a:lnTo>
                    <a:pt x="698563" y="644747"/>
                  </a:lnTo>
                  <a:lnTo>
                    <a:pt x="696754" y="645509"/>
                  </a:lnTo>
                  <a:lnTo>
                    <a:pt x="695801" y="645414"/>
                  </a:lnTo>
                  <a:lnTo>
                    <a:pt x="694754" y="645509"/>
                  </a:lnTo>
                  <a:lnTo>
                    <a:pt x="694468" y="645986"/>
                  </a:lnTo>
                  <a:lnTo>
                    <a:pt x="695230" y="647414"/>
                  </a:lnTo>
                  <a:lnTo>
                    <a:pt x="694468" y="649034"/>
                  </a:lnTo>
                  <a:lnTo>
                    <a:pt x="693801" y="649986"/>
                  </a:lnTo>
                  <a:lnTo>
                    <a:pt x="693039" y="651510"/>
                  </a:lnTo>
                  <a:lnTo>
                    <a:pt x="690467" y="654749"/>
                  </a:lnTo>
                  <a:lnTo>
                    <a:pt x="689800" y="656749"/>
                  </a:lnTo>
                  <a:lnTo>
                    <a:pt x="689134" y="658273"/>
                  </a:lnTo>
                  <a:lnTo>
                    <a:pt x="688181" y="660464"/>
                  </a:lnTo>
                  <a:lnTo>
                    <a:pt x="687514" y="661226"/>
                  </a:lnTo>
                  <a:lnTo>
                    <a:pt x="686276" y="661988"/>
                  </a:lnTo>
                  <a:lnTo>
                    <a:pt x="685990" y="663702"/>
                  </a:lnTo>
                  <a:lnTo>
                    <a:pt x="686657" y="664559"/>
                  </a:lnTo>
                  <a:lnTo>
                    <a:pt x="687896" y="666083"/>
                  </a:lnTo>
                  <a:lnTo>
                    <a:pt x="687896" y="667512"/>
                  </a:lnTo>
                  <a:lnTo>
                    <a:pt x="687800" y="669322"/>
                  </a:lnTo>
                  <a:lnTo>
                    <a:pt x="688753" y="670274"/>
                  </a:lnTo>
                  <a:lnTo>
                    <a:pt x="690658" y="672370"/>
                  </a:lnTo>
                  <a:lnTo>
                    <a:pt x="691801" y="673227"/>
                  </a:lnTo>
                  <a:lnTo>
                    <a:pt x="692087" y="674084"/>
                  </a:lnTo>
                  <a:lnTo>
                    <a:pt x="692658" y="675132"/>
                  </a:lnTo>
                  <a:lnTo>
                    <a:pt x="693230" y="676370"/>
                  </a:lnTo>
                  <a:lnTo>
                    <a:pt x="693230" y="677418"/>
                  </a:lnTo>
                  <a:lnTo>
                    <a:pt x="692848" y="678466"/>
                  </a:lnTo>
                  <a:lnTo>
                    <a:pt x="692848" y="679704"/>
                  </a:lnTo>
                  <a:lnTo>
                    <a:pt x="692848" y="680276"/>
                  </a:lnTo>
                  <a:lnTo>
                    <a:pt x="692372" y="680942"/>
                  </a:lnTo>
                  <a:lnTo>
                    <a:pt x="692372" y="681800"/>
                  </a:lnTo>
                  <a:lnTo>
                    <a:pt x="692277" y="682181"/>
                  </a:lnTo>
                  <a:lnTo>
                    <a:pt x="691896" y="682561"/>
                  </a:lnTo>
                  <a:lnTo>
                    <a:pt x="691610" y="683705"/>
                  </a:lnTo>
                  <a:lnTo>
                    <a:pt x="690467" y="683895"/>
                  </a:lnTo>
                  <a:lnTo>
                    <a:pt x="690277" y="683133"/>
                  </a:lnTo>
                  <a:lnTo>
                    <a:pt x="689420" y="682466"/>
                  </a:lnTo>
                  <a:lnTo>
                    <a:pt x="689705" y="681800"/>
                  </a:lnTo>
                  <a:lnTo>
                    <a:pt x="690181" y="681800"/>
                  </a:lnTo>
                  <a:lnTo>
                    <a:pt x="690467" y="681038"/>
                  </a:lnTo>
                  <a:lnTo>
                    <a:pt x="690086" y="679799"/>
                  </a:lnTo>
                  <a:lnTo>
                    <a:pt x="689705" y="678752"/>
                  </a:lnTo>
                  <a:lnTo>
                    <a:pt x="689800" y="678180"/>
                  </a:lnTo>
                  <a:lnTo>
                    <a:pt x="689038" y="676942"/>
                  </a:lnTo>
                  <a:lnTo>
                    <a:pt x="687038" y="678561"/>
                  </a:lnTo>
                  <a:lnTo>
                    <a:pt x="685705" y="679323"/>
                  </a:lnTo>
                  <a:lnTo>
                    <a:pt x="685705" y="681133"/>
                  </a:lnTo>
                  <a:lnTo>
                    <a:pt x="686467" y="680942"/>
                  </a:lnTo>
                  <a:lnTo>
                    <a:pt x="686657" y="681704"/>
                  </a:lnTo>
                  <a:lnTo>
                    <a:pt x="686562" y="682657"/>
                  </a:lnTo>
                  <a:lnTo>
                    <a:pt x="686086" y="683990"/>
                  </a:lnTo>
                  <a:lnTo>
                    <a:pt x="687038" y="684752"/>
                  </a:lnTo>
                  <a:lnTo>
                    <a:pt x="686943" y="685610"/>
                  </a:lnTo>
                  <a:lnTo>
                    <a:pt x="686467" y="685895"/>
                  </a:lnTo>
                  <a:lnTo>
                    <a:pt x="685419" y="685705"/>
                  </a:lnTo>
                  <a:lnTo>
                    <a:pt x="684847" y="686372"/>
                  </a:lnTo>
                  <a:lnTo>
                    <a:pt x="683800" y="687038"/>
                  </a:lnTo>
                  <a:lnTo>
                    <a:pt x="683323" y="686562"/>
                  </a:lnTo>
                  <a:lnTo>
                    <a:pt x="682942" y="685990"/>
                  </a:lnTo>
                  <a:lnTo>
                    <a:pt x="681133" y="686372"/>
                  </a:lnTo>
                  <a:lnTo>
                    <a:pt x="680371" y="685895"/>
                  </a:lnTo>
                  <a:lnTo>
                    <a:pt x="679704" y="685324"/>
                  </a:lnTo>
                  <a:lnTo>
                    <a:pt x="678751" y="684657"/>
                  </a:lnTo>
                  <a:lnTo>
                    <a:pt x="678180" y="684752"/>
                  </a:lnTo>
                  <a:lnTo>
                    <a:pt x="678371" y="685610"/>
                  </a:lnTo>
                  <a:lnTo>
                    <a:pt x="679132" y="686467"/>
                  </a:lnTo>
                  <a:lnTo>
                    <a:pt x="679323" y="686753"/>
                  </a:lnTo>
                  <a:lnTo>
                    <a:pt x="679513" y="687610"/>
                  </a:lnTo>
                  <a:lnTo>
                    <a:pt x="679895" y="688086"/>
                  </a:lnTo>
                  <a:lnTo>
                    <a:pt x="680275" y="688467"/>
                  </a:lnTo>
                  <a:lnTo>
                    <a:pt x="680466" y="688943"/>
                  </a:lnTo>
                  <a:lnTo>
                    <a:pt x="679704" y="689324"/>
                  </a:lnTo>
                  <a:lnTo>
                    <a:pt x="678942" y="689610"/>
                  </a:lnTo>
                  <a:lnTo>
                    <a:pt x="678371" y="689039"/>
                  </a:lnTo>
                  <a:lnTo>
                    <a:pt x="677799" y="689229"/>
                  </a:lnTo>
                  <a:lnTo>
                    <a:pt x="677608" y="689705"/>
                  </a:lnTo>
                  <a:lnTo>
                    <a:pt x="678371" y="691134"/>
                  </a:lnTo>
                  <a:lnTo>
                    <a:pt x="678751" y="691610"/>
                  </a:lnTo>
                  <a:lnTo>
                    <a:pt x="679323" y="691896"/>
                  </a:lnTo>
                  <a:lnTo>
                    <a:pt x="678085" y="692372"/>
                  </a:lnTo>
                  <a:lnTo>
                    <a:pt x="677228" y="692086"/>
                  </a:lnTo>
                  <a:lnTo>
                    <a:pt x="676370" y="690848"/>
                  </a:lnTo>
                  <a:lnTo>
                    <a:pt x="675227" y="690944"/>
                  </a:lnTo>
                  <a:lnTo>
                    <a:pt x="674846" y="689991"/>
                  </a:lnTo>
                  <a:lnTo>
                    <a:pt x="674370" y="689610"/>
                  </a:lnTo>
                  <a:lnTo>
                    <a:pt x="672655" y="690182"/>
                  </a:lnTo>
                  <a:lnTo>
                    <a:pt x="671893" y="691229"/>
                  </a:lnTo>
                  <a:lnTo>
                    <a:pt x="672751" y="691610"/>
                  </a:lnTo>
                  <a:lnTo>
                    <a:pt x="673417" y="692753"/>
                  </a:lnTo>
                  <a:lnTo>
                    <a:pt x="674846" y="691991"/>
                  </a:lnTo>
                  <a:lnTo>
                    <a:pt x="674846" y="693230"/>
                  </a:lnTo>
                  <a:lnTo>
                    <a:pt x="674275" y="694182"/>
                  </a:lnTo>
                  <a:lnTo>
                    <a:pt x="673513" y="694658"/>
                  </a:lnTo>
                  <a:lnTo>
                    <a:pt x="672084" y="694563"/>
                  </a:lnTo>
                  <a:lnTo>
                    <a:pt x="669322" y="695325"/>
                  </a:lnTo>
                  <a:lnTo>
                    <a:pt x="668083" y="694944"/>
                  </a:lnTo>
                  <a:lnTo>
                    <a:pt x="668750" y="694468"/>
                  </a:lnTo>
                  <a:lnTo>
                    <a:pt x="669131" y="692658"/>
                  </a:lnTo>
                  <a:lnTo>
                    <a:pt x="670370" y="692182"/>
                  </a:lnTo>
                  <a:lnTo>
                    <a:pt x="670655" y="691896"/>
                  </a:lnTo>
                  <a:lnTo>
                    <a:pt x="669512" y="691325"/>
                  </a:lnTo>
                  <a:lnTo>
                    <a:pt x="668274" y="691991"/>
                  </a:lnTo>
                  <a:lnTo>
                    <a:pt x="667226" y="692944"/>
                  </a:lnTo>
                  <a:lnTo>
                    <a:pt x="666750" y="693706"/>
                  </a:lnTo>
                  <a:lnTo>
                    <a:pt x="665702" y="694277"/>
                  </a:lnTo>
                  <a:lnTo>
                    <a:pt x="665226" y="694468"/>
                  </a:lnTo>
                  <a:lnTo>
                    <a:pt x="664750" y="694563"/>
                  </a:lnTo>
                  <a:lnTo>
                    <a:pt x="663226" y="694468"/>
                  </a:lnTo>
                  <a:lnTo>
                    <a:pt x="662273" y="694087"/>
                  </a:lnTo>
                  <a:lnTo>
                    <a:pt x="662178" y="693230"/>
                  </a:lnTo>
                  <a:lnTo>
                    <a:pt x="662368" y="692086"/>
                  </a:lnTo>
                  <a:lnTo>
                    <a:pt x="662368" y="690944"/>
                  </a:lnTo>
                  <a:lnTo>
                    <a:pt x="661892" y="691991"/>
                  </a:lnTo>
                  <a:lnTo>
                    <a:pt x="661511" y="692468"/>
                  </a:lnTo>
                  <a:lnTo>
                    <a:pt x="661130" y="692658"/>
                  </a:lnTo>
                  <a:lnTo>
                    <a:pt x="660654" y="692563"/>
                  </a:lnTo>
                  <a:lnTo>
                    <a:pt x="660654" y="692277"/>
                  </a:lnTo>
                  <a:lnTo>
                    <a:pt x="660749" y="691896"/>
                  </a:lnTo>
                  <a:lnTo>
                    <a:pt x="660654" y="691229"/>
                  </a:lnTo>
                  <a:lnTo>
                    <a:pt x="660845" y="690277"/>
                  </a:lnTo>
                  <a:lnTo>
                    <a:pt x="660178" y="689801"/>
                  </a:lnTo>
                  <a:lnTo>
                    <a:pt x="659225" y="689420"/>
                  </a:lnTo>
                  <a:lnTo>
                    <a:pt x="659511" y="688467"/>
                  </a:lnTo>
                  <a:lnTo>
                    <a:pt x="659797" y="687419"/>
                  </a:lnTo>
                  <a:lnTo>
                    <a:pt x="658558" y="688277"/>
                  </a:lnTo>
                  <a:lnTo>
                    <a:pt x="658368" y="688943"/>
                  </a:lnTo>
                  <a:lnTo>
                    <a:pt x="657892" y="689610"/>
                  </a:lnTo>
                  <a:lnTo>
                    <a:pt x="657415" y="690182"/>
                  </a:lnTo>
                  <a:lnTo>
                    <a:pt x="656749" y="690372"/>
                  </a:lnTo>
                  <a:lnTo>
                    <a:pt x="655225" y="690372"/>
                  </a:lnTo>
                  <a:lnTo>
                    <a:pt x="654558" y="690563"/>
                  </a:lnTo>
                  <a:lnTo>
                    <a:pt x="653320" y="691610"/>
                  </a:lnTo>
                  <a:lnTo>
                    <a:pt x="653987" y="693325"/>
                  </a:lnTo>
                  <a:lnTo>
                    <a:pt x="655225" y="693896"/>
                  </a:lnTo>
                  <a:lnTo>
                    <a:pt x="656749" y="693515"/>
                  </a:lnTo>
                  <a:lnTo>
                    <a:pt x="656749" y="695135"/>
                  </a:lnTo>
                  <a:lnTo>
                    <a:pt x="656368" y="695515"/>
                  </a:lnTo>
                  <a:lnTo>
                    <a:pt x="655130" y="694849"/>
                  </a:lnTo>
                  <a:lnTo>
                    <a:pt x="654177" y="694753"/>
                  </a:lnTo>
                  <a:lnTo>
                    <a:pt x="653510" y="695801"/>
                  </a:lnTo>
                  <a:lnTo>
                    <a:pt x="653034" y="696849"/>
                  </a:lnTo>
                  <a:lnTo>
                    <a:pt x="652463" y="697325"/>
                  </a:lnTo>
                  <a:lnTo>
                    <a:pt x="652177" y="696563"/>
                  </a:lnTo>
                  <a:lnTo>
                    <a:pt x="652272" y="696087"/>
                  </a:lnTo>
                  <a:lnTo>
                    <a:pt x="652748" y="694849"/>
                  </a:lnTo>
                  <a:lnTo>
                    <a:pt x="653034" y="694277"/>
                  </a:lnTo>
                  <a:lnTo>
                    <a:pt x="653320" y="693420"/>
                  </a:lnTo>
                  <a:lnTo>
                    <a:pt x="652748" y="692372"/>
                  </a:lnTo>
                  <a:lnTo>
                    <a:pt x="652272" y="692753"/>
                  </a:lnTo>
                  <a:lnTo>
                    <a:pt x="651510" y="693039"/>
                  </a:lnTo>
                  <a:lnTo>
                    <a:pt x="648176" y="691229"/>
                  </a:lnTo>
                  <a:lnTo>
                    <a:pt x="648272" y="690182"/>
                  </a:lnTo>
                  <a:lnTo>
                    <a:pt x="648938" y="690182"/>
                  </a:lnTo>
                  <a:lnTo>
                    <a:pt x="649510" y="690182"/>
                  </a:lnTo>
                  <a:lnTo>
                    <a:pt x="649986" y="689801"/>
                  </a:lnTo>
                  <a:lnTo>
                    <a:pt x="649700" y="689515"/>
                  </a:lnTo>
                  <a:lnTo>
                    <a:pt x="649033" y="689229"/>
                  </a:lnTo>
                  <a:lnTo>
                    <a:pt x="648748" y="687896"/>
                  </a:lnTo>
                  <a:lnTo>
                    <a:pt x="648081" y="688372"/>
                  </a:lnTo>
                  <a:lnTo>
                    <a:pt x="647319" y="689420"/>
                  </a:lnTo>
                  <a:lnTo>
                    <a:pt x="646557" y="689991"/>
                  </a:lnTo>
                  <a:lnTo>
                    <a:pt x="646462" y="691134"/>
                  </a:lnTo>
                  <a:lnTo>
                    <a:pt x="645890" y="691229"/>
                  </a:lnTo>
                  <a:lnTo>
                    <a:pt x="645509" y="690848"/>
                  </a:lnTo>
                  <a:lnTo>
                    <a:pt x="645509" y="689610"/>
                  </a:lnTo>
                  <a:lnTo>
                    <a:pt x="646366" y="688181"/>
                  </a:lnTo>
                  <a:lnTo>
                    <a:pt x="647795" y="686467"/>
                  </a:lnTo>
                  <a:lnTo>
                    <a:pt x="648272" y="685895"/>
                  </a:lnTo>
                  <a:lnTo>
                    <a:pt x="648462" y="685038"/>
                  </a:lnTo>
                  <a:lnTo>
                    <a:pt x="649129" y="683705"/>
                  </a:lnTo>
                  <a:lnTo>
                    <a:pt x="650176" y="682943"/>
                  </a:lnTo>
                  <a:lnTo>
                    <a:pt x="651224" y="683609"/>
                  </a:lnTo>
                  <a:lnTo>
                    <a:pt x="651605" y="682752"/>
                  </a:lnTo>
                  <a:lnTo>
                    <a:pt x="651510" y="681609"/>
                  </a:lnTo>
                  <a:lnTo>
                    <a:pt x="650938" y="680180"/>
                  </a:lnTo>
                  <a:lnTo>
                    <a:pt x="650081" y="678942"/>
                  </a:lnTo>
                  <a:lnTo>
                    <a:pt x="649319" y="678371"/>
                  </a:lnTo>
                  <a:lnTo>
                    <a:pt x="648748" y="677228"/>
                  </a:lnTo>
                  <a:lnTo>
                    <a:pt x="647509" y="676275"/>
                  </a:lnTo>
                  <a:lnTo>
                    <a:pt x="646652" y="676847"/>
                  </a:lnTo>
                  <a:lnTo>
                    <a:pt x="645223" y="677037"/>
                  </a:lnTo>
                  <a:lnTo>
                    <a:pt x="642652" y="677609"/>
                  </a:lnTo>
                  <a:lnTo>
                    <a:pt x="639985" y="678466"/>
                  </a:lnTo>
                  <a:lnTo>
                    <a:pt x="640080" y="679323"/>
                  </a:lnTo>
                  <a:lnTo>
                    <a:pt x="637889" y="680847"/>
                  </a:lnTo>
                  <a:lnTo>
                    <a:pt x="637032" y="681419"/>
                  </a:lnTo>
                  <a:lnTo>
                    <a:pt x="636080" y="681514"/>
                  </a:lnTo>
                  <a:lnTo>
                    <a:pt x="634841" y="681609"/>
                  </a:lnTo>
                  <a:lnTo>
                    <a:pt x="633317" y="682657"/>
                  </a:lnTo>
                  <a:lnTo>
                    <a:pt x="633508" y="683514"/>
                  </a:lnTo>
                  <a:lnTo>
                    <a:pt x="632936" y="683705"/>
                  </a:lnTo>
                  <a:lnTo>
                    <a:pt x="632555" y="683895"/>
                  </a:lnTo>
                  <a:lnTo>
                    <a:pt x="631507" y="684752"/>
                  </a:lnTo>
                  <a:lnTo>
                    <a:pt x="630936" y="684562"/>
                  </a:lnTo>
                  <a:lnTo>
                    <a:pt x="629983" y="684276"/>
                  </a:lnTo>
                  <a:lnTo>
                    <a:pt x="629317" y="684467"/>
                  </a:lnTo>
                  <a:lnTo>
                    <a:pt x="629126" y="683705"/>
                  </a:lnTo>
                  <a:lnTo>
                    <a:pt x="628174" y="683609"/>
                  </a:lnTo>
                  <a:lnTo>
                    <a:pt x="627031" y="684467"/>
                  </a:lnTo>
                  <a:lnTo>
                    <a:pt x="626555" y="683705"/>
                  </a:lnTo>
                  <a:lnTo>
                    <a:pt x="625507" y="683324"/>
                  </a:lnTo>
                  <a:lnTo>
                    <a:pt x="624745" y="683133"/>
                  </a:lnTo>
                  <a:lnTo>
                    <a:pt x="623125" y="683038"/>
                  </a:lnTo>
                  <a:lnTo>
                    <a:pt x="619125" y="683228"/>
                  </a:lnTo>
                  <a:lnTo>
                    <a:pt x="616839" y="683133"/>
                  </a:lnTo>
                  <a:lnTo>
                    <a:pt x="613791" y="683419"/>
                  </a:lnTo>
                  <a:lnTo>
                    <a:pt x="611029" y="682561"/>
                  </a:lnTo>
                  <a:lnTo>
                    <a:pt x="609029" y="683705"/>
                  </a:lnTo>
                  <a:lnTo>
                    <a:pt x="607314" y="684752"/>
                  </a:lnTo>
                  <a:lnTo>
                    <a:pt x="604552" y="685800"/>
                  </a:lnTo>
                  <a:lnTo>
                    <a:pt x="602551" y="686467"/>
                  </a:lnTo>
                  <a:lnTo>
                    <a:pt x="601789" y="687419"/>
                  </a:lnTo>
                  <a:lnTo>
                    <a:pt x="601313" y="687515"/>
                  </a:lnTo>
                  <a:lnTo>
                    <a:pt x="600837" y="687515"/>
                  </a:lnTo>
                  <a:lnTo>
                    <a:pt x="598265" y="687991"/>
                  </a:lnTo>
                  <a:lnTo>
                    <a:pt x="597598" y="689324"/>
                  </a:lnTo>
                  <a:lnTo>
                    <a:pt x="596551" y="690086"/>
                  </a:lnTo>
                  <a:lnTo>
                    <a:pt x="595313" y="690563"/>
                  </a:lnTo>
                  <a:lnTo>
                    <a:pt x="591979" y="691229"/>
                  </a:lnTo>
                  <a:lnTo>
                    <a:pt x="584645" y="692277"/>
                  </a:lnTo>
                  <a:lnTo>
                    <a:pt x="583216" y="691134"/>
                  </a:lnTo>
                  <a:lnTo>
                    <a:pt x="578072" y="692563"/>
                  </a:lnTo>
                  <a:lnTo>
                    <a:pt x="568547" y="693325"/>
                  </a:lnTo>
                  <a:lnTo>
                    <a:pt x="563308" y="692086"/>
                  </a:lnTo>
                  <a:lnTo>
                    <a:pt x="560546" y="691325"/>
                  </a:lnTo>
                  <a:lnTo>
                    <a:pt x="557689" y="692086"/>
                  </a:lnTo>
                  <a:lnTo>
                    <a:pt x="555974" y="692849"/>
                  </a:lnTo>
                  <a:lnTo>
                    <a:pt x="553212" y="694087"/>
                  </a:lnTo>
                  <a:lnTo>
                    <a:pt x="551974" y="696278"/>
                  </a:lnTo>
                  <a:lnTo>
                    <a:pt x="551021" y="696468"/>
                  </a:lnTo>
                  <a:lnTo>
                    <a:pt x="549973" y="696373"/>
                  </a:lnTo>
                  <a:lnTo>
                    <a:pt x="548926" y="696087"/>
                  </a:lnTo>
                  <a:lnTo>
                    <a:pt x="547306" y="695801"/>
                  </a:lnTo>
                  <a:lnTo>
                    <a:pt x="545497" y="694849"/>
                  </a:lnTo>
                  <a:lnTo>
                    <a:pt x="543878" y="693801"/>
                  </a:lnTo>
                  <a:lnTo>
                    <a:pt x="543687" y="692944"/>
                  </a:lnTo>
                  <a:lnTo>
                    <a:pt x="543306" y="692182"/>
                  </a:lnTo>
                  <a:lnTo>
                    <a:pt x="543306" y="691420"/>
                  </a:lnTo>
                  <a:lnTo>
                    <a:pt x="543497" y="691229"/>
                  </a:lnTo>
                  <a:lnTo>
                    <a:pt x="544163" y="690372"/>
                  </a:lnTo>
                  <a:lnTo>
                    <a:pt x="545021" y="690086"/>
                  </a:lnTo>
                  <a:lnTo>
                    <a:pt x="545687" y="689801"/>
                  </a:lnTo>
                  <a:lnTo>
                    <a:pt x="546449" y="689610"/>
                  </a:lnTo>
                  <a:lnTo>
                    <a:pt x="547116" y="689229"/>
                  </a:lnTo>
                  <a:lnTo>
                    <a:pt x="546163" y="688657"/>
                  </a:lnTo>
                  <a:lnTo>
                    <a:pt x="545021" y="688753"/>
                  </a:lnTo>
                  <a:lnTo>
                    <a:pt x="543973" y="688848"/>
                  </a:lnTo>
                  <a:lnTo>
                    <a:pt x="542925" y="689324"/>
                  </a:lnTo>
                  <a:lnTo>
                    <a:pt x="542544" y="689515"/>
                  </a:lnTo>
                  <a:lnTo>
                    <a:pt x="541972" y="689420"/>
                  </a:lnTo>
                  <a:lnTo>
                    <a:pt x="541687" y="689134"/>
                  </a:lnTo>
                  <a:lnTo>
                    <a:pt x="542068" y="688467"/>
                  </a:lnTo>
                  <a:lnTo>
                    <a:pt x="541782" y="688181"/>
                  </a:lnTo>
                  <a:lnTo>
                    <a:pt x="540830" y="688848"/>
                  </a:lnTo>
                  <a:lnTo>
                    <a:pt x="539877" y="688943"/>
                  </a:lnTo>
                  <a:lnTo>
                    <a:pt x="538163" y="689515"/>
                  </a:lnTo>
                  <a:lnTo>
                    <a:pt x="537400" y="689039"/>
                  </a:lnTo>
                  <a:lnTo>
                    <a:pt x="536257" y="688086"/>
                  </a:lnTo>
                  <a:lnTo>
                    <a:pt x="535496" y="687229"/>
                  </a:lnTo>
                  <a:lnTo>
                    <a:pt x="534733" y="686943"/>
                  </a:lnTo>
                  <a:lnTo>
                    <a:pt x="534733" y="687800"/>
                  </a:lnTo>
                  <a:lnTo>
                    <a:pt x="534257" y="688562"/>
                  </a:lnTo>
                  <a:lnTo>
                    <a:pt x="533400" y="688277"/>
                  </a:lnTo>
                  <a:lnTo>
                    <a:pt x="532733" y="688657"/>
                  </a:lnTo>
                  <a:lnTo>
                    <a:pt x="532257" y="689420"/>
                  </a:lnTo>
                  <a:lnTo>
                    <a:pt x="531781" y="690372"/>
                  </a:lnTo>
                  <a:lnTo>
                    <a:pt x="530733" y="690753"/>
                  </a:lnTo>
                  <a:lnTo>
                    <a:pt x="529495" y="690467"/>
                  </a:lnTo>
                  <a:lnTo>
                    <a:pt x="528542" y="690658"/>
                  </a:lnTo>
                  <a:lnTo>
                    <a:pt x="528352" y="692277"/>
                  </a:lnTo>
                  <a:lnTo>
                    <a:pt x="527113" y="692182"/>
                  </a:lnTo>
                  <a:lnTo>
                    <a:pt x="525875" y="692563"/>
                  </a:lnTo>
                  <a:lnTo>
                    <a:pt x="522827" y="692753"/>
                  </a:lnTo>
                  <a:lnTo>
                    <a:pt x="521398" y="693039"/>
                  </a:lnTo>
                  <a:lnTo>
                    <a:pt x="519684" y="693706"/>
                  </a:lnTo>
                  <a:lnTo>
                    <a:pt x="518160" y="694658"/>
                  </a:lnTo>
                  <a:lnTo>
                    <a:pt x="516922" y="694944"/>
                  </a:lnTo>
                  <a:lnTo>
                    <a:pt x="516064" y="695230"/>
                  </a:lnTo>
                  <a:lnTo>
                    <a:pt x="515493" y="695325"/>
                  </a:lnTo>
                  <a:lnTo>
                    <a:pt x="516446" y="695801"/>
                  </a:lnTo>
                  <a:lnTo>
                    <a:pt x="517017" y="696278"/>
                  </a:lnTo>
                  <a:lnTo>
                    <a:pt x="516731" y="696563"/>
                  </a:lnTo>
                  <a:lnTo>
                    <a:pt x="515969" y="696754"/>
                  </a:lnTo>
                  <a:lnTo>
                    <a:pt x="514255" y="696754"/>
                  </a:lnTo>
                  <a:lnTo>
                    <a:pt x="513207" y="696754"/>
                  </a:lnTo>
                  <a:lnTo>
                    <a:pt x="511778" y="697135"/>
                  </a:lnTo>
                  <a:lnTo>
                    <a:pt x="510730" y="697230"/>
                  </a:lnTo>
                  <a:lnTo>
                    <a:pt x="510159" y="697897"/>
                  </a:lnTo>
                  <a:lnTo>
                    <a:pt x="510540" y="698659"/>
                  </a:lnTo>
                  <a:lnTo>
                    <a:pt x="511778" y="699516"/>
                  </a:lnTo>
                  <a:lnTo>
                    <a:pt x="512635" y="699992"/>
                  </a:lnTo>
                  <a:lnTo>
                    <a:pt x="512826" y="700850"/>
                  </a:lnTo>
                  <a:lnTo>
                    <a:pt x="512826" y="701707"/>
                  </a:lnTo>
                  <a:lnTo>
                    <a:pt x="512731" y="702755"/>
                  </a:lnTo>
                  <a:lnTo>
                    <a:pt x="512350" y="704374"/>
                  </a:lnTo>
                  <a:lnTo>
                    <a:pt x="511683" y="705422"/>
                  </a:lnTo>
                  <a:lnTo>
                    <a:pt x="511016" y="706565"/>
                  </a:lnTo>
                  <a:lnTo>
                    <a:pt x="510064" y="707231"/>
                  </a:lnTo>
                  <a:lnTo>
                    <a:pt x="507682" y="707993"/>
                  </a:lnTo>
                  <a:lnTo>
                    <a:pt x="506349" y="708660"/>
                  </a:lnTo>
                  <a:lnTo>
                    <a:pt x="505396" y="708946"/>
                  </a:lnTo>
                  <a:lnTo>
                    <a:pt x="505301" y="709803"/>
                  </a:lnTo>
                  <a:lnTo>
                    <a:pt x="503491" y="710565"/>
                  </a:lnTo>
                  <a:lnTo>
                    <a:pt x="501967" y="711803"/>
                  </a:lnTo>
                  <a:lnTo>
                    <a:pt x="498824" y="714280"/>
                  </a:lnTo>
                  <a:lnTo>
                    <a:pt x="498538" y="715232"/>
                  </a:lnTo>
                  <a:lnTo>
                    <a:pt x="497681" y="716185"/>
                  </a:lnTo>
                  <a:lnTo>
                    <a:pt x="497776" y="716852"/>
                  </a:lnTo>
                  <a:lnTo>
                    <a:pt x="497300" y="717518"/>
                  </a:lnTo>
                  <a:lnTo>
                    <a:pt x="496062" y="718376"/>
                  </a:lnTo>
                  <a:lnTo>
                    <a:pt x="494443" y="719614"/>
                  </a:lnTo>
                  <a:lnTo>
                    <a:pt x="493966" y="721519"/>
                  </a:lnTo>
                  <a:lnTo>
                    <a:pt x="492728" y="722376"/>
                  </a:lnTo>
                  <a:lnTo>
                    <a:pt x="491490" y="722852"/>
                  </a:lnTo>
                  <a:lnTo>
                    <a:pt x="489680" y="723233"/>
                  </a:lnTo>
                  <a:lnTo>
                    <a:pt x="488632" y="724567"/>
                  </a:lnTo>
                  <a:lnTo>
                    <a:pt x="485584" y="726948"/>
                  </a:lnTo>
                  <a:lnTo>
                    <a:pt x="484251" y="728091"/>
                  </a:lnTo>
                  <a:lnTo>
                    <a:pt x="483203" y="729044"/>
                  </a:lnTo>
                  <a:lnTo>
                    <a:pt x="480727" y="731330"/>
                  </a:lnTo>
                  <a:lnTo>
                    <a:pt x="480631" y="732758"/>
                  </a:lnTo>
                  <a:lnTo>
                    <a:pt x="480250" y="733615"/>
                  </a:lnTo>
                  <a:lnTo>
                    <a:pt x="479203" y="733330"/>
                  </a:lnTo>
                  <a:lnTo>
                    <a:pt x="478536" y="733997"/>
                  </a:lnTo>
                  <a:lnTo>
                    <a:pt x="477298" y="735806"/>
                  </a:lnTo>
                  <a:lnTo>
                    <a:pt x="475202" y="737330"/>
                  </a:lnTo>
                  <a:lnTo>
                    <a:pt x="473488" y="738950"/>
                  </a:lnTo>
                  <a:lnTo>
                    <a:pt x="472345" y="740093"/>
                  </a:lnTo>
                  <a:lnTo>
                    <a:pt x="472059" y="740569"/>
                  </a:lnTo>
                  <a:lnTo>
                    <a:pt x="470916" y="740759"/>
                  </a:lnTo>
                  <a:lnTo>
                    <a:pt x="470535" y="741617"/>
                  </a:lnTo>
                  <a:lnTo>
                    <a:pt x="470345" y="742188"/>
                  </a:lnTo>
                  <a:lnTo>
                    <a:pt x="470059" y="743617"/>
                  </a:lnTo>
                  <a:lnTo>
                    <a:pt x="469106" y="744188"/>
                  </a:lnTo>
                  <a:lnTo>
                    <a:pt x="468154" y="744665"/>
                  </a:lnTo>
                  <a:lnTo>
                    <a:pt x="466439" y="745427"/>
                  </a:lnTo>
                  <a:lnTo>
                    <a:pt x="464058" y="746093"/>
                  </a:lnTo>
                  <a:lnTo>
                    <a:pt x="462248" y="746379"/>
                  </a:lnTo>
                  <a:lnTo>
                    <a:pt x="460629" y="746189"/>
                  </a:lnTo>
                  <a:lnTo>
                    <a:pt x="460248" y="746379"/>
                  </a:lnTo>
                  <a:lnTo>
                    <a:pt x="460153" y="746855"/>
                  </a:lnTo>
                  <a:lnTo>
                    <a:pt x="459391" y="747427"/>
                  </a:lnTo>
                  <a:lnTo>
                    <a:pt x="457962" y="747046"/>
                  </a:lnTo>
                  <a:lnTo>
                    <a:pt x="457200" y="746665"/>
                  </a:lnTo>
                  <a:lnTo>
                    <a:pt x="456247" y="747046"/>
                  </a:lnTo>
                  <a:lnTo>
                    <a:pt x="456152" y="748189"/>
                  </a:lnTo>
                  <a:lnTo>
                    <a:pt x="456152" y="749236"/>
                  </a:lnTo>
                  <a:lnTo>
                    <a:pt x="456247" y="749808"/>
                  </a:lnTo>
                  <a:lnTo>
                    <a:pt x="455676" y="749713"/>
                  </a:lnTo>
                  <a:lnTo>
                    <a:pt x="454628" y="749618"/>
                  </a:lnTo>
                  <a:lnTo>
                    <a:pt x="454247" y="749903"/>
                  </a:lnTo>
                  <a:lnTo>
                    <a:pt x="454152" y="751332"/>
                  </a:lnTo>
                  <a:lnTo>
                    <a:pt x="453962" y="751999"/>
                  </a:lnTo>
                  <a:lnTo>
                    <a:pt x="453199" y="753047"/>
                  </a:lnTo>
                  <a:lnTo>
                    <a:pt x="452342" y="753904"/>
                  </a:lnTo>
                  <a:lnTo>
                    <a:pt x="450342" y="755428"/>
                  </a:lnTo>
                  <a:lnTo>
                    <a:pt x="449199" y="755714"/>
                  </a:lnTo>
                  <a:lnTo>
                    <a:pt x="448818" y="755999"/>
                  </a:lnTo>
                  <a:lnTo>
                    <a:pt x="449199" y="757238"/>
                  </a:lnTo>
                  <a:lnTo>
                    <a:pt x="448913" y="757809"/>
                  </a:lnTo>
                  <a:lnTo>
                    <a:pt x="447294" y="759428"/>
                  </a:lnTo>
                  <a:lnTo>
                    <a:pt x="446627" y="760190"/>
                  </a:lnTo>
                  <a:lnTo>
                    <a:pt x="446627" y="762095"/>
                  </a:lnTo>
                  <a:lnTo>
                    <a:pt x="444055" y="762667"/>
                  </a:lnTo>
                  <a:lnTo>
                    <a:pt x="442436" y="762667"/>
                  </a:lnTo>
                  <a:lnTo>
                    <a:pt x="441865" y="764096"/>
                  </a:lnTo>
                  <a:lnTo>
                    <a:pt x="439864" y="764667"/>
                  </a:lnTo>
                  <a:lnTo>
                    <a:pt x="437293" y="764762"/>
                  </a:lnTo>
                  <a:lnTo>
                    <a:pt x="436912" y="764857"/>
                  </a:lnTo>
                  <a:lnTo>
                    <a:pt x="436245" y="765334"/>
                  </a:lnTo>
                  <a:lnTo>
                    <a:pt x="435864" y="765524"/>
                  </a:lnTo>
                  <a:lnTo>
                    <a:pt x="436055" y="764572"/>
                  </a:lnTo>
                  <a:lnTo>
                    <a:pt x="436245" y="763715"/>
                  </a:lnTo>
                  <a:lnTo>
                    <a:pt x="436531" y="762953"/>
                  </a:lnTo>
                  <a:lnTo>
                    <a:pt x="436912" y="762381"/>
                  </a:lnTo>
                  <a:lnTo>
                    <a:pt x="437483" y="762190"/>
                  </a:lnTo>
                  <a:lnTo>
                    <a:pt x="437959" y="762286"/>
                  </a:lnTo>
                  <a:lnTo>
                    <a:pt x="438817" y="762857"/>
                  </a:lnTo>
                  <a:lnTo>
                    <a:pt x="439579" y="762953"/>
                  </a:lnTo>
                  <a:lnTo>
                    <a:pt x="438721" y="761714"/>
                  </a:lnTo>
                  <a:lnTo>
                    <a:pt x="438055" y="761143"/>
                  </a:lnTo>
                  <a:lnTo>
                    <a:pt x="437102" y="761428"/>
                  </a:lnTo>
                  <a:lnTo>
                    <a:pt x="435673" y="761714"/>
                  </a:lnTo>
                  <a:lnTo>
                    <a:pt x="434912" y="762000"/>
                  </a:lnTo>
                  <a:lnTo>
                    <a:pt x="433768" y="761714"/>
                  </a:lnTo>
                  <a:lnTo>
                    <a:pt x="433768" y="762476"/>
                  </a:lnTo>
                  <a:lnTo>
                    <a:pt x="433959" y="762857"/>
                  </a:lnTo>
                  <a:lnTo>
                    <a:pt x="434912" y="763905"/>
                  </a:lnTo>
                  <a:lnTo>
                    <a:pt x="434245" y="764857"/>
                  </a:lnTo>
                  <a:lnTo>
                    <a:pt x="433959" y="765524"/>
                  </a:lnTo>
                  <a:lnTo>
                    <a:pt x="432911" y="765429"/>
                  </a:lnTo>
                  <a:lnTo>
                    <a:pt x="432245" y="764857"/>
                  </a:lnTo>
                  <a:lnTo>
                    <a:pt x="431863" y="762762"/>
                  </a:lnTo>
                  <a:lnTo>
                    <a:pt x="430911" y="762857"/>
                  </a:lnTo>
                  <a:lnTo>
                    <a:pt x="430054" y="762667"/>
                  </a:lnTo>
                  <a:lnTo>
                    <a:pt x="428720" y="761905"/>
                  </a:lnTo>
                  <a:lnTo>
                    <a:pt x="427958" y="762190"/>
                  </a:lnTo>
                  <a:lnTo>
                    <a:pt x="427387" y="762572"/>
                  </a:lnTo>
                  <a:lnTo>
                    <a:pt x="426625" y="762857"/>
                  </a:lnTo>
                  <a:lnTo>
                    <a:pt x="425863" y="762953"/>
                  </a:lnTo>
                  <a:lnTo>
                    <a:pt x="425196" y="762857"/>
                  </a:lnTo>
                  <a:lnTo>
                    <a:pt x="424720" y="762572"/>
                  </a:lnTo>
                  <a:lnTo>
                    <a:pt x="424815" y="761905"/>
                  </a:lnTo>
                  <a:lnTo>
                    <a:pt x="424148" y="761333"/>
                  </a:lnTo>
                  <a:lnTo>
                    <a:pt x="423481" y="761048"/>
                  </a:lnTo>
                  <a:lnTo>
                    <a:pt x="422529" y="761810"/>
                  </a:lnTo>
                  <a:lnTo>
                    <a:pt x="421957" y="762381"/>
                  </a:lnTo>
                  <a:lnTo>
                    <a:pt x="421481" y="763048"/>
                  </a:lnTo>
                  <a:lnTo>
                    <a:pt x="421196" y="763810"/>
                  </a:lnTo>
                  <a:lnTo>
                    <a:pt x="421862" y="764000"/>
                  </a:lnTo>
                  <a:lnTo>
                    <a:pt x="421957" y="763810"/>
                  </a:lnTo>
                  <a:lnTo>
                    <a:pt x="422243" y="763238"/>
                  </a:lnTo>
                  <a:lnTo>
                    <a:pt x="422815" y="763429"/>
                  </a:lnTo>
                  <a:lnTo>
                    <a:pt x="424815" y="763905"/>
                  </a:lnTo>
                  <a:lnTo>
                    <a:pt x="425577" y="763905"/>
                  </a:lnTo>
                  <a:lnTo>
                    <a:pt x="426434" y="764667"/>
                  </a:lnTo>
                  <a:lnTo>
                    <a:pt x="425291" y="765048"/>
                  </a:lnTo>
                  <a:lnTo>
                    <a:pt x="424434" y="765429"/>
                  </a:lnTo>
                  <a:lnTo>
                    <a:pt x="422243" y="765905"/>
                  </a:lnTo>
                  <a:lnTo>
                    <a:pt x="421862" y="766096"/>
                  </a:lnTo>
                  <a:lnTo>
                    <a:pt x="421481" y="766572"/>
                  </a:lnTo>
                  <a:lnTo>
                    <a:pt x="420719" y="766667"/>
                  </a:lnTo>
                  <a:lnTo>
                    <a:pt x="419862" y="766572"/>
                  </a:lnTo>
                  <a:lnTo>
                    <a:pt x="419290" y="766286"/>
                  </a:lnTo>
                  <a:lnTo>
                    <a:pt x="418909" y="767048"/>
                  </a:lnTo>
                  <a:lnTo>
                    <a:pt x="418719" y="767810"/>
                  </a:lnTo>
                  <a:lnTo>
                    <a:pt x="418529" y="769811"/>
                  </a:lnTo>
                  <a:lnTo>
                    <a:pt x="418338" y="770287"/>
                  </a:lnTo>
                  <a:lnTo>
                    <a:pt x="417957" y="770668"/>
                  </a:lnTo>
                  <a:lnTo>
                    <a:pt x="417766" y="771144"/>
                  </a:lnTo>
                  <a:lnTo>
                    <a:pt x="418052" y="771715"/>
                  </a:lnTo>
                  <a:lnTo>
                    <a:pt x="418909" y="772382"/>
                  </a:lnTo>
                  <a:lnTo>
                    <a:pt x="419005" y="772668"/>
                  </a:lnTo>
                  <a:lnTo>
                    <a:pt x="419195" y="773335"/>
                  </a:lnTo>
                  <a:lnTo>
                    <a:pt x="419957" y="774573"/>
                  </a:lnTo>
                  <a:lnTo>
                    <a:pt x="420243" y="776192"/>
                  </a:lnTo>
                  <a:lnTo>
                    <a:pt x="420433" y="776669"/>
                  </a:lnTo>
                  <a:lnTo>
                    <a:pt x="420624" y="777240"/>
                  </a:lnTo>
                  <a:lnTo>
                    <a:pt x="420529" y="778097"/>
                  </a:lnTo>
                  <a:lnTo>
                    <a:pt x="420053" y="779145"/>
                  </a:lnTo>
                  <a:lnTo>
                    <a:pt x="419386" y="779717"/>
                  </a:lnTo>
                  <a:lnTo>
                    <a:pt x="418719" y="780098"/>
                  </a:lnTo>
                  <a:lnTo>
                    <a:pt x="418052" y="780764"/>
                  </a:lnTo>
                  <a:lnTo>
                    <a:pt x="417481" y="781812"/>
                  </a:lnTo>
                  <a:lnTo>
                    <a:pt x="417576" y="782479"/>
                  </a:lnTo>
                  <a:lnTo>
                    <a:pt x="417957" y="783146"/>
                  </a:lnTo>
                  <a:lnTo>
                    <a:pt x="418147" y="784003"/>
                  </a:lnTo>
                  <a:lnTo>
                    <a:pt x="418433" y="784670"/>
                  </a:lnTo>
                  <a:lnTo>
                    <a:pt x="419767" y="784765"/>
                  </a:lnTo>
                  <a:lnTo>
                    <a:pt x="420243" y="785527"/>
                  </a:lnTo>
                  <a:lnTo>
                    <a:pt x="419862" y="787051"/>
                  </a:lnTo>
                  <a:lnTo>
                    <a:pt x="420243" y="787527"/>
                  </a:lnTo>
                  <a:lnTo>
                    <a:pt x="420433" y="788194"/>
                  </a:lnTo>
                  <a:lnTo>
                    <a:pt x="420243" y="788956"/>
                  </a:lnTo>
                  <a:lnTo>
                    <a:pt x="419957" y="789908"/>
                  </a:lnTo>
                  <a:lnTo>
                    <a:pt x="420053" y="790575"/>
                  </a:lnTo>
                  <a:lnTo>
                    <a:pt x="419481" y="792099"/>
                  </a:lnTo>
                  <a:lnTo>
                    <a:pt x="418433" y="792099"/>
                  </a:lnTo>
                  <a:lnTo>
                    <a:pt x="418433" y="792861"/>
                  </a:lnTo>
                  <a:lnTo>
                    <a:pt x="419195" y="793242"/>
                  </a:lnTo>
                  <a:lnTo>
                    <a:pt x="419481" y="793718"/>
                  </a:lnTo>
                  <a:lnTo>
                    <a:pt x="420338" y="794385"/>
                  </a:lnTo>
                  <a:lnTo>
                    <a:pt x="420910" y="793814"/>
                  </a:lnTo>
                  <a:lnTo>
                    <a:pt x="421196" y="792385"/>
                  </a:lnTo>
                  <a:lnTo>
                    <a:pt x="423100" y="790765"/>
                  </a:lnTo>
                  <a:lnTo>
                    <a:pt x="425482" y="788003"/>
                  </a:lnTo>
                  <a:lnTo>
                    <a:pt x="426625" y="785908"/>
                  </a:lnTo>
                  <a:lnTo>
                    <a:pt x="428530" y="786575"/>
                  </a:lnTo>
                  <a:lnTo>
                    <a:pt x="430149" y="787051"/>
                  </a:lnTo>
                  <a:lnTo>
                    <a:pt x="431292" y="788956"/>
                  </a:lnTo>
                  <a:lnTo>
                    <a:pt x="433006" y="790289"/>
                  </a:lnTo>
                  <a:lnTo>
                    <a:pt x="433483" y="790385"/>
                  </a:lnTo>
                  <a:lnTo>
                    <a:pt x="433483" y="790670"/>
                  </a:lnTo>
                  <a:lnTo>
                    <a:pt x="433197" y="791147"/>
                  </a:lnTo>
                  <a:lnTo>
                    <a:pt x="433102" y="791909"/>
                  </a:lnTo>
                  <a:lnTo>
                    <a:pt x="433673" y="792575"/>
                  </a:lnTo>
                  <a:lnTo>
                    <a:pt x="433768" y="793052"/>
                  </a:lnTo>
                  <a:lnTo>
                    <a:pt x="434054" y="793242"/>
                  </a:lnTo>
                  <a:lnTo>
                    <a:pt x="434530" y="793052"/>
                  </a:lnTo>
                  <a:lnTo>
                    <a:pt x="434912" y="792766"/>
                  </a:lnTo>
                  <a:lnTo>
                    <a:pt x="435197" y="792480"/>
                  </a:lnTo>
                  <a:lnTo>
                    <a:pt x="435292" y="792385"/>
                  </a:lnTo>
                  <a:lnTo>
                    <a:pt x="435673" y="792194"/>
                  </a:lnTo>
                  <a:lnTo>
                    <a:pt x="436055" y="792004"/>
                  </a:lnTo>
                  <a:lnTo>
                    <a:pt x="436340" y="792004"/>
                  </a:lnTo>
                  <a:lnTo>
                    <a:pt x="436435" y="792575"/>
                  </a:lnTo>
                  <a:lnTo>
                    <a:pt x="436626" y="792956"/>
                  </a:lnTo>
                  <a:lnTo>
                    <a:pt x="437007" y="793052"/>
                  </a:lnTo>
                  <a:lnTo>
                    <a:pt x="437483" y="792956"/>
                  </a:lnTo>
                  <a:lnTo>
                    <a:pt x="437864" y="792766"/>
                  </a:lnTo>
                  <a:lnTo>
                    <a:pt x="438245" y="793623"/>
                  </a:lnTo>
                  <a:lnTo>
                    <a:pt x="439007" y="793528"/>
                  </a:lnTo>
                  <a:lnTo>
                    <a:pt x="441674" y="791909"/>
                  </a:lnTo>
                  <a:lnTo>
                    <a:pt x="442246" y="791337"/>
                  </a:lnTo>
                  <a:lnTo>
                    <a:pt x="443484" y="789623"/>
                  </a:lnTo>
                  <a:lnTo>
                    <a:pt x="444913" y="786860"/>
                  </a:lnTo>
                  <a:lnTo>
                    <a:pt x="445294" y="786479"/>
                  </a:lnTo>
                  <a:lnTo>
                    <a:pt x="445865" y="786956"/>
                  </a:lnTo>
                  <a:lnTo>
                    <a:pt x="446056" y="787908"/>
                  </a:lnTo>
                  <a:lnTo>
                    <a:pt x="445960" y="789051"/>
                  </a:lnTo>
                  <a:lnTo>
                    <a:pt x="445484" y="789908"/>
                  </a:lnTo>
                  <a:lnTo>
                    <a:pt x="445960" y="790194"/>
                  </a:lnTo>
                  <a:lnTo>
                    <a:pt x="446341" y="790099"/>
                  </a:lnTo>
                  <a:lnTo>
                    <a:pt x="446627" y="789718"/>
                  </a:lnTo>
                  <a:lnTo>
                    <a:pt x="446913" y="789051"/>
                  </a:lnTo>
                  <a:lnTo>
                    <a:pt x="447104" y="789432"/>
                  </a:lnTo>
                  <a:lnTo>
                    <a:pt x="447389" y="789908"/>
                  </a:lnTo>
                  <a:lnTo>
                    <a:pt x="447675" y="790289"/>
                  </a:lnTo>
                  <a:lnTo>
                    <a:pt x="448056" y="790385"/>
                  </a:lnTo>
                  <a:lnTo>
                    <a:pt x="448532" y="790194"/>
                  </a:lnTo>
                  <a:lnTo>
                    <a:pt x="448628" y="790003"/>
                  </a:lnTo>
                  <a:lnTo>
                    <a:pt x="448628" y="789813"/>
                  </a:lnTo>
                  <a:lnTo>
                    <a:pt x="448818" y="789623"/>
                  </a:lnTo>
                  <a:lnTo>
                    <a:pt x="448913" y="789242"/>
                  </a:lnTo>
                  <a:lnTo>
                    <a:pt x="449389" y="788765"/>
                  </a:lnTo>
                  <a:lnTo>
                    <a:pt x="449485" y="788765"/>
                  </a:lnTo>
                  <a:lnTo>
                    <a:pt x="449771" y="788289"/>
                  </a:lnTo>
                  <a:lnTo>
                    <a:pt x="449771" y="788003"/>
                  </a:lnTo>
                  <a:lnTo>
                    <a:pt x="449485" y="787527"/>
                  </a:lnTo>
                  <a:lnTo>
                    <a:pt x="450247" y="787146"/>
                  </a:lnTo>
                  <a:lnTo>
                    <a:pt x="450818" y="787432"/>
                  </a:lnTo>
                  <a:lnTo>
                    <a:pt x="451771" y="788384"/>
                  </a:lnTo>
                  <a:lnTo>
                    <a:pt x="452247" y="788670"/>
                  </a:lnTo>
                  <a:lnTo>
                    <a:pt x="453962" y="789242"/>
                  </a:lnTo>
                  <a:lnTo>
                    <a:pt x="453962" y="789051"/>
                  </a:lnTo>
                  <a:lnTo>
                    <a:pt x="454247" y="788861"/>
                  </a:lnTo>
                  <a:lnTo>
                    <a:pt x="454533" y="788861"/>
                  </a:lnTo>
                  <a:lnTo>
                    <a:pt x="454723" y="789432"/>
                  </a:lnTo>
                  <a:lnTo>
                    <a:pt x="454723" y="789813"/>
                  </a:lnTo>
                  <a:lnTo>
                    <a:pt x="454819" y="790003"/>
                  </a:lnTo>
                  <a:lnTo>
                    <a:pt x="455009" y="790099"/>
                  </a:lnTo>
                  <a:lnTo>
                    <a:pt x="455390" y="790099"/>
                  </a:lnTo>
                  <a:lnTo>
                    <a:pt x="456152" y="789718"/>
                  </a:lnTo>
                  <a:lnTo>
                    <a:pt x="456343" y="789051"/>
                  </a:lnTo>
                  <a:lnTo>
                    <a:pt x="456152" y="788289"/>
                  </a:lnTo>
                  <a:lnTo>
                    <a:pt x="455676" y="787527"/>
                  </a:lnTo>
                  <a:lnTo>
                    <a:pt x="456152" y="786860"/>
                  </a:lnTo>
                  <a:lnTo>
                    <a:pt x="456438" y="786956"/>
                  </a:lnTo>
                  <a:lnTo>
                    <a:pt x="456629" y="787336"/>
                  </a:lnTo>
                  <a:lnTo>
                    <a:pt x="456819" y="787527"/>
                  </a:lnTo>
                  <a:lnTo>
                    <a:pt x="458248" y="787527"/>
                  </a:lnTo>
                  <a:lnTo>
                    <a:pt x="458819" y="787432"/>
                  </a:lnTo>
                  <a:lnTo>
                    <a:pt x="460438" y="786670"/>
                  </a:lnTo>
                  <a:lnTo>
                    <a:pt x="461105" y="786194"/>
                  </a:lnTo>
                  <a:lnTo>
                    <a:pt x="461867" y="786384"/>
                  </a:lnTo>
                  <a:lnTo>
                    <a:pt x="463867" y="785622"/>
                  </a:lnTo>
                  <a:lnTo>
                    <a:pt x="466915" y="786765"/>
                  </a:lnTo>
                  <a:lnTo>
                    <a:pt x="467678" y="787336"/>
                  </a:lnTo>
                  <a:lnTo>
                    <a:pt x="468154" y="787432"/>
                  </a:lnTo>
                  <a:lnTo>
                    <a:pt x="468249" y="787813"/>
                  </a:lnTo>
                  <a:lnTo>
                    <a:pt x="467392" y="788765"/>
                  </a:lnTo>
                  <a:lnTo>
                    <a:pt x="465772" y="790003"/>
                  </a:lnTo>
                  <a:lnTo>
                    <a:pt x="465868" y="791051"/>
                  </a:lnTo>
                  <a:lnTo>
                    <a:pt x="466534" y="791432"/>
                  </a:lnTo>
                  <a:lnTo>
                    <a:pt x="468344" y="791337"/>
                  </a:lnTo>
                  <a:lnTo>
                    <a:pt x="468344" y="790956"/>
                  </a:lnTo>
                  <a:lnTo>
                    <a:pt x="467582" y="790956"/>
                  </a:lnTo>
                  <a:lnTo>
                    <a:pt x="468725" y="789527"/>
                  </a:lnTo>
                  <a:lnTo>
                    <a:pt x="469678" y="789337"/>
                  </a:lnTo>
                  <a:lnTo>
                    <a:pt x="470630" y="790003"/>
                  </a:lnTo>
                  <a:lnTo>
                    <a:pt x="471868" y="791051"/>
                  </a:lnTo>
                  <a:lnTo>
                    <a:pt x="472345" y="791337"/>
                  </a:lnTo>
                  <a:lnTo>
                    <a:pt x="473773" y="791909"/>
                  </a:lnTo>
                  <a:lnTo>
                    <a:pt x="474345" y="792290"/>
                  </a:lnTo>
                  <a:lnTo>
                    <a:pt x="475679" y="794195"/>
                  </a:lnTo>
                  <a:lnTo>
                    <a:pt x="475964" y="794480"/>
                  </a:lnTo>
                  <a:lnTo>
                    <a:pt x="477107" y="794671"/>
                  </a:lnTo>
                  <a:lnTo>
                    <a:pt x="480441" y="795814"/>
                  </a:lnTo>
                  <a:lnTo>
                    <a:pt x="481393" y="796385"/>
                  </a:lnTo>
                  <a:lnTo>
                    <a:pt x="481965" y="796861"/>
                  </a:lnTo>
                  <a:lnTo>
                    <a:pt x="482632" y="797243"/>
                  </a:lnTo>
                  <a:lnTo>
                    <a:pt x="483108" y="797814"/>
                  </a:lnTo>
                  <a:lnTo>
                    <a:pt x="483298" y="798957"/>
                  </a:lnTo>
                  <a:lnTo>
                    <a:pt x="483108" y="799910"/>
                  </a:lnTo>
                  <a:lnTo>
                    <a:pt x="482632" y="800290"/>
                  </a:lnTo>
                  <a:lnTo>
                    <a:pt x="481965" y="800195"/>
                  </a:lnTo>
                  <a:lnTo>
                    <a:pt x="481489" y="799528"/>
                  </a:lnTo>
                  <a:lnTo>
                    <a:pt x="481393" y="800005"/>
                  </a:lnTo>
                  <a:lnTo>
                    <a:pt x="481013" y="800957"/>
                  </a:lnTo>
                  <a:lnTo>
                    <a:pt x="480822" y="801243"/>
                  </a:lnTo>
                  <a:lnTo>
                    <a:pt x="479679" y="802100"/>
                  </a:lnTo>
                  <a:lnTo>
                    <a:pt x="479488" y="803148"/>
                  </a:lnTo>
                  <a:lnTo>
                    <a:pt x="480250" y="803053"/>
                  </a:lnTo>
                  <a:lnTo>
                    <a:pt x="481298" y="802386"/>
                  </a:lnTo>
                  <a:lnTo>
                    <a:pt x="482917" y="800957"/>
                  </a:lnTo>
                  <a:lnTo>
                    <a:pt x="485299" y="799624"/>
                  </a:lnTo>
                  <a:lnTo>
                    <a:pt x="485870" y="798862"/>
                  </a:lnTo>
                  <a:lnTo>
                    <a:pt x="485775" y="797909"/>
                  </a:lnTo>
                  <a:lnTo>
                    <a:pt x="484632" y="795528"/>
                  </a:lnTo>
                  <a:lnTo>
                    <a:pt x="484346" y="794385"/>
                  </a:lnTo>
                  <a:lnTo>
                    <a:pt x="484441" y="792766"/>
                  </a:lnTo>
                  <a:lnTo>
                    <a:pt x="484822" y="792290"/>
                  </a:lnTo>
                  <a:lnTo>
                    <a:pt x="485584" y="792099"/>
                  </a:lnTo>
                  <a:lnTo>
                    <a:pt x="486823" y="791528"/>
                  </a:lnTo>
                  <a:lnTo>
                    <a:pt x="488537" y="789527"/>
                  </a:lnTo>
                  <a:lnTo>
                    <a:pt x="488442" y="787241"/>
                  </a:lnTo>
                  <a:lnTo>
                    <a:pt x="487775" y="784765"/>
                  </a:lnTo>
                  <a:lnTo>
                    <a:pt x="487966" y="782003"/>
                  </a:lnTo>
                  <a:lnTo>
                    <a:pt x="488632" y="781050"/>
                  </a:lnTo>
                  <a:lnTo>
                    <a:pt x="489395" y="780574"/>
                  </a:lnTo>
                  <a:lnTo>
                    <a:pt x="489966" y="779907"/>
                  </a:lnTo>
                  <a:lnTo>
                    <a:pt x="490252" y="778383"/>
                  </a:lnTo>
                  <a:lnTo>
                    <a:pt x="490061" y="776954"/>
                  </a:lnTo>
                  <a:lnTo>
                    <a:pt x="489966" y="776002"/>
                  </a:lnTo>
                  <a:lnTo>
                    <a:pt x="489585" y="774668"/>
                  </a:lnTo>
                  <a:lnTo>
                    <a:pt x="489109" y="773811"/>
                  </a:lnTo>
                  <a:lnTo>
                    <a:pt x="493871" y="768191"/>
                  </a:lnTo>
                  <a:lnTo>
                    <a:pt x="495681" y="766763"/>
                  </a:lnTo>
                  <a:lnTo>
                    <a:pt x="497681" y="765715"/>
                  </a:lnTo>
                  <a:lnTo>
                    <a:pt x="498824" y="765524"/>
                  </a:lnTo>
                  <a:lnTo>
                    <a:pt x="500729" y="766667"/>
                  </a:lnTo>
                  <a:lnTo>
                    <a:pt x="501777" y="766667"/>
                  </a:lnTo>
                  <a:lnTo>
                    <a:pt x="502825" y="766382"/>
                  </a:lnTo>
                  <a:lnTo>
                    <a:pt x="503682" y="765905"/>
                  </a:lnTo>
                  <a:lnTo>
                    <a:pt x="504730" y="766477"/>
                  </a:lnTo>
                  <a:lnTo>
                    <a:pt x="505206" y="766953"/>
                  </a:lnTo>
                  <a:lnTo>
                    <a:pt x="505492" y="767620"/>
                  </a:lnTo>
                  <a:lnTo>
                    <a:pt x="505111" y="767715"/>
                  </a:lnTo>
                  <a:lnTo>
                    <a:pt x="504444" y="768001"/>
                  </a:lnTo>
                  <a:lnTo>
                    <a:pt x="504063" y="768096"/>
                  </a:lnTo>
                  <a:lnTo>
                    <a:pt x="504349" y="768858"/>
                  </a:lnTo>
                  <a:lnTo>
                    <a:pt x="504254" y="769334"/>
                  </a:lnTo>
                  <a:lnTo>
                    <a:pt x="504063" y="769811"/>
                  </a:lnTo>
                  <a:lnTo>
                    <a:pt x="504063" y="770668"/>
                  </a:lnTo>
                  <a:lnTo>
                    <a:pt x="504254" y="770953"/>
                  </a:lnTo>
                  <a:lnTo>
                    <a:pt x="505015" y="771811"/>
                  </a:lnTo>
                  <a:lnTo>
                    <a:pt x="505682" y="773430"/>
                  </a:lnTo>
                  <a:lnTo>
                    <a:pt x="506539" y="774287"/>
                  </a:lnTo>
                  <a:lnTo>
                    <a:pt x="507016" y="775049"/>
                  </a:lnTo>
                  <a:lnTo>
                    <a:pt x="506254" y="775907"/>
                  </a:lnTo>
                  <a:lnTo>
                    <a:pt x="506730" y="776669"/>
                  </a:lnTo>
                  <a:lnTo>
                    <a:pt x="507301" y="776669"/>
                  </a:lnTo>
                  <a:lnTo>
                    <a:pt x="508730" y="775907"/>
                  </a:lnTo>
                  <a:lnTo>
                    <a:pt x="508921" y="775716"/>
                  </a:lnTo>
                  <a:lnTo>
                    <a:pt x="509111" y="775430"/>
                  </a:lnTo>
                  <a:lnTo>
                    <a:pt x="509397" y="775145"/>
                  </a:lnTo>
                  <a:lnTo>
                    <a:pt x="509873" y="775049"/>
                  </a:lnTo>
                  <a:lnTo>
                    <a:pt x="509968" y="775240"/>
                  </a:lnTo>
                  <a:lnTo>
                    <a:pt x="510159" y="775621"/>
                  </a:lnTo>
                  <a:lnTo>
                    <a:pt x="510349" y="776097"/>
                  </a:lnTo>
                  <a:lnTo>
                    <a:pt x="510635" y="776383"/>
                  </a:lnTo>
                  <a:lnTo>
                    <a:pt x="512159" y="776288"/>
                  </a:lnTo>
                  <a:lnTo>
                    <a:pt x="514636" y="774668"/>
                  </a:lnTo>
                  <a:lnTo>
                    <a:pt x="515874" y="774287"/>
                  </a:lnTo>
                  <a:lnTo>
                    <a:pt x="517493" y="774287"/>
                  </a:lnTo>
                  <a:lnTo>
                    <a:pt x="518255" y="774097"/>
                  </a:lnTo>
                  <a:lnTo>
                    <a:pt x="518636" y="773621"/>
                  </a:lnTo>
                  <a:lnTo>
                    <a:pt x="518350" y="772954"/>
                  </a:lnTo>
                  <a:lnTo>
                    <a:pt x="517874" y="772382"/>
                  </a:lnTo>
                  <a:lnTo>
                    <a:pt x="517779" y="771906"/>
                  </a:lnTo>
                  <a:lnTo>
                    <a:pt x="518636" y="771715"/>
                  </a:lnTo>
                  <a:lnTo>
                    <a:pt x="519779" y="771049"/>
                  </a:lnTo>
                  <a:lnTo>
                    <a:pt x="520827" y="769811"/>
                  </a:lnTo>
                  <a:lnTo>
                    <a:pt x="521780" y="769334"/>
                  </a:lnTo>
                  <a:lnTo>
                    <a:pt x="522637" y="770858"/>
                  </a:lnTo>
                  <a:lnTo>
                    <a:pt x="524256" y="769811"/>
                  </a:lnTo>
                  <a:lnTo>
                    <a:pt x="525780" y="769144"/>
                  </a:lnTo>
                  <a:lnTo>
                    <a:pt x="531400" y="768572"/>
                  </a:lnTo>
                  <a:lnTo>
                    <a:pt x="533590" y="768001"/>
                  </a:lnTo>
                  <a:lnTo>
                    <a:pt x="535019" y="766858"/>
                  </a:lnTo>
                  <a:lnTo>
                    <a:pt x="534638" y="764857"/>
                  </a:lnTo>
                  <a:lnTo>
                    <a:pt x="535400" y="764381"/>
                  </a:lnTo>
                  <a:lnTo>
                    <a:pt x="535972" y="764667"/>
                  </a:lnTo>
                  <a:lnTo>
                    <a:pt x="536448" y="764667"/>
                  </a:lnTo>
                  <a:lnTo>
                    <a:pt x="536924" y="764667"/>
                  </a:lnTo>
                  <a:lnTo>
                    <a:pt x="537496" y="764762"/>
                  </a:lnTo>
                  <a:lnTo>
                    <a:pt x="538448" y="765334"/>
                  </a:lnTo>
                  <a:lnTo>
                    <a:pt x="539305" y="766096"/>
                  </a:lnTo>
                  <a:lnTo>
                    <a:pt x="539305" y="766572"/>
                  </a:lnTo>
                  <a:lnTo>
                    <a:pt x="538163" y="766763"/>
                  </a:lnTo>
                  <a:lnTo>
                    <a:pt x="537400" y="768858"/>
                  </a:lnTo>
                  <a:lnTo>
                    <a:pt x="536353" y="769144"/>
                  </a:lnTo>
                  <a:lnTo>
                    <a:pt x="536543" y="768382"/>
                  </a:lnTo>
                  <a:lnTo>
                    <a:pt x="536543" y="767334"/>
                  </a:lnTo>
                  <a:lnTo>
                    <a:pt x="536353" y="766763"/>
                  </a:lnTo>
                  <a:lnTo>
                    <a:pt x="535781" y="767144"/>
                  </a:lnTo>
                  <a:lnTo>
                    <a:pt x="534924" y="768286"/>
                  </a:lnTo>
                  <a:lnTo>
                    <a:pt x="534353" y="768953"/>
                  </a:lnTo>
                  <a:lnTo>
                    <a:pt x="534067" y="768858"/>
                  </a:lnTo>
                  <a:lnTo>
                    <a:pt x="533972" y="771430"/>
                  </a:lnTo>
                  <a:lnTo>
                    <a:pt x="534257" y="772573"/>
                  </a:lnTo>
                  <a:lnTo>
                    <a:pt x="535114" y="773049"/>
                  </a:lnTo>
                  <a:lnTo>
                    <a:pt x="535591" y="772763"/>
                  </a:lnTo>
                  <a:lnTo>
                    <a:pt x="536829" y="771525"/>
                  </a:lnTo>
                  <a:lnTo>
                    <a:pt x="537781" y="771144"/>
                  </a:lnTo>
                  <a:lnTo>
                    <a:pt x="538353" y="770573"/>
                  </a:lnTo>
                  <a:lnTo>
                    <a:pt x="538639" y="770382"/>
                  </a:lnTo>
                  <a:lnTo>
                    <a:pt x="538924" y="770477"/>
                  </a:lnTo>
                  <a:lnTo>
                    <a:pt x="539591" y="771049"/>
                  </a:lnTo>
                  <a:lnTo>
                    <a:pt x="539972" y="771239"/>
                  </a:lnTo>
                  <a:lnTo>
                    <a:pt x="540925" y="770668"/>
                  </a:lnTo>
                  <a:lnTo>
                    <a:pt x="541210" y="769430"/>
                  </a:lnTo>
                  <a:lnTo>
                    <a:pt x="540830" y="768096"/>
                  </a:lnTo>
                  <a:lnTo>
                    <a:pt x="539782" y="767239"/>
                  </a:lnTo>
                  <a:lnTo>
                    <a:pt x="540448" y="766477"/>
                  </a:lnTo>
                  <a:lnTo>
                    <a:pt x="541401" y="765905"/>
                  </a:lnTo>
                  <a:lnTo>
                    <a:pt x="542258" y="765048"/>
                  </a:lnTo>
                  <a:lnTo>
                    <a:pt x="543211" y="761810"/>
                  </a:lnTo>
                  <a:lnTo>
                    <a:pt x="544258" y="762190"/>
                  </a:lnTo>
                  <a:lnTo>
                    <a:pt x="544735" y="763429"/>
                  </a:lnTo>
                  <a:lnTo>
                    <a:pt x="543782" y="764191"/>
                  </a:lnTo>
                  <a:lnTo>
                    <a:pt x="543782" y="764667"/>
                  </a:lnTo>
                  <a:lnTo>
                    <a:pt x="545116" y="764572"/>
                  </a:lnTo>
                  <a:lnTo>
                    <a:pt x="546259" y="764953"/>
                  </a:lnTo>
                  <a:lnTo>
                    <a:pt x="546830" y="765715"/>
                  </a:lnTo>
                  <a:lnTo>
                    <a:pt x="546354" y="766858"/>
                  </a:lnTo>
                  <a:lnTo>
                    <a:pt x="545878" y="767048"/>
                  </a:lnTo>
                  <a:lnTo>
                    <a:pt x="545116" y="767239"/>
                  </a:lnTo>
                  <a:lnTo>
                    <a:pt x="544449" y="767429"/>
                  </a:lnTo>
                  <a:lnTo>
                    <a:pt x="544163" y="767906"/>
                  </a:lnTo>
                  <a:lnTo>
                    <a:pt x="544449" y="768477"/>
                  </a:lnTo>
                  <a:lnTo>
                    <a:pt x="545116" y="768572"/>
                  </a:lnTo>
                  <a:lnTo>
                    <a:pt x="545878" y="768382"/>
                  </a:lnTo>
                  <a:lnTo>
                    <a:pt x="547497" y="767620"/>
                  </a:lnTo>
                  <a:lnTo>
                    <a:pt x="548354" y="766858"/>
                  </a:lnTo>
                  <a:lnTo>
                    <a:pt x="552164" y="762000"/>
                  </a:lnTo>
                  <a:lnTo>
                    <a:pt x="552640" y="760667"/>
                  </a:lnTo>
                  <a:lnTo>
                    <a:pt x="552259" y="760286"/>
                  </a:lnTo>
                  <a:lnTo>
                    <a:pt x="552450" y="759238"/>
                  </a:lnTo>
                  <a:lnTo>
                    <a:pt x="553022" y="758952"/>
                  </a:lnTo>
                  <a:lnTo>
                    <a:pt x="554450" y="758952"/>
                  </a:lnTo>
                  <a:lnTo>
                    <a:pt x="555117" y="758666"/>
                  </a:lnTo>
                  <a:lnTo>
                    <a:pt x="556260" y="757904"/>
                  </a:lnTo>
                  <a:lnTo>
                    <a:pt x="556831" y="757714"/>
                  </a:lnTo>
                  <a:lnTo>
                    <a:pt x="557974" y="758285"/>
                  </a:lnTo>
                  <a:lnTo>
                    <a:pt x="557308" y="759619"/>
                  </a:lnTo>
                  <a:lnTo>
                    <a:pt x="555212" y="762000"/>
                  </a:lnTo>
                  <a:lnTo>
                    <a:pt x="558451" y="760667"/>
                  </a:lnTo>
                  <a:lnTo>
                    <a:pt x="558737" y="760476"/>
                  </a:lnTo>
                  <a:lnTo>
                    <a:pt x="559022" y="760190"/>
                  </a:lnTo>
                  <a:lnTo>
                    <a:pt x="559403" y="759905"/>
                  </a:lnTo>
                  <a:lnTo>
                    <a:pt x="560356" y="759714"/>
                  </a:lnTo>
                  <a:lnTo>
                    <a:pt x="560737" y="759524"/>
                  </a:lnTo>
                  <a:lnTo>
                    <a:pt x="561118" y="759143"/>
                  </a:lnTo>
                  <a:lnTo>
                    <a:pt x="561308" y="758666"/>
                  </a:lnTo>
                  <a:lnTo>
                    <a:pt x="561880" y="758285"/>
                  </a:lnTo>
                  <a:lnTo>
                    <a:pt x="564261" y="757047"/>
                  </a:lnTo>
                  <a:lnTo>
                    <a:pt x="565785" y="756476"/>
                  </a:lnTo>
                  <a:lnTo>
                    <a:pt x="566642" y="755904"/>
                  </a:lnTo>
                  <a:lnTo>
                    <a:pt x="567404" y="755523"/>
                  </a:lnTo>
                  <a:lnTo>
                    <a:pt x="568262" y="755904"/>
                  </a:lnTo>
                  <a:lnTo>
                    <a:pt x="568642" y="755428"/>
                  </a:lnTo>
                  <a:lnTo>
                    <a:pt x="568738" y="756095"/>
                  </a:lnTo>
                  <a:lnTo>
                    <a:pt x="569023" y="756666"/>
                  </a:lnTo>
                  <a:lnTo>
                    <a:pt x="569405" y="756952"/>
                  </a:lnTo>
                  <a:lnTo>
                    <a:pt x="569785" y="756761"/>
                  </a:lnTo>
                  <a:lnTo>
                    <a:pt x="571119" y="757904"/>
                  </a:lnTo>
                  <a:lnTo>
                    <a:pt x="571690" y="759428"/>
                  </a:lnTo>
                  <a:lnTo>
                    <a:pt x="572453" y="760762"/>
                  </a:lnTo>
                  <a:lnTo>
                    <a:pt x="574167" y="761143"/>
                  </a:lnTo>
                  <a:lnTo>
                    <a:pt x="573881" y="759619"/>
                  </a:lnTo>
                  <a:lnTo>
                    <a:pt x="575881" y="759619"/>
                  </a:lnTo>
                  <a:lnTo>
                    <a:pt x="579977" y="760381"/>
                  </a:lnTo>
                  <a:lnTo>
                    <a:pt x="580930" y="758952"/>
                  </a:lnTo>
                  <a:lnTo>
                    <a:pt x="581597" y="756857"/>
                  </a:lnTo>
                  <a:lnTo>
                    <a:pt x="582454" y="755428"/>
                  </a:lnTo>
                  <a:lnTo>
                    <a:pt x="583978" y="755999"/>
                  </a:lnTo>
                  <a:lnTo>
                    <a:pt x="583787" y="755428"/>
                  </a:lnTo>
                  <a:lnTo>
                    <a:pt x="583787" y="755332"/>
                  </a:lnTo>
                  <a:lnTo>
                    <a:pt x="583692" y="755142"/>
                  </a:lnTo>
                  <a:lnTo>
                    <a:pt x="584359" y="754475"/>
                  </a:lnTo>
                  <a:lnTo>
                    <a:pt x="585216" y="753904"/>
                  </a:lnTo>
                  <a:lnTo>
                    <a:pt x="585883" y="753142"/>
                  </a:lnTo>
                  <a:lnTo>
                    <a:pt x="585883" y="751999"/>
                  </a:lnTo>
                  <a:lnTo>
                    <a:pt x="585311" y="751237"/>
                  </a:lnTo>
                  <a:lnTo>
                    <a:pt x="584454" y="751046"/>
                  </a:lnTo>
                  <a:lnTo>
                    <a:pt x="583501" y="751237"/>
                  </a:lnTo>
                  <a:lnTo>
                    <a:pt x="582644" y="751618"/>
                  </a:lnTo>
                  <a:lnTo>
                    <a:pt x="581215" y="753142"/>
                  </a:lnTo>
                  <a:lnTo>
                    <a:pt x="580454" y="753713"/>
                  </a:lnTo>
                  <a:lnTo>
                    <a:pt x="579787" y="753332"/>
                  </a:lnTo>
                  <a:lnTo>
                    <a:pt x="579596" y="752285"/>
                  </a:lnTo>
                  <a:lnTo>
                    <a:pt x="580168" y="751713"/>
                  </a:lnTo>
                  <a:lnTo>
                    <a:pt x="581025" y="751332"/>
                  </a:lnTo>
                  <a:lnTo>
                    <a:pt x="582358" y="750475"/>
                  </a:lnTo>
                  <a:lnTo>
                    <a:pt x="583121" y="750284"/>
                  </a:lnTo>
                  <a:lnTo>
                    <a:pt x="584930" y="750284"/>
                  </a:lnTo>
                  <a:lnTo>
                    <a:pt x="585883" y="750570"/>
                  </a:lnTo>
                  <a:lnTo>
                    <a:pt x="587026" y="751808"/>
                  </a:lnTo>
                  <a:lnTo>
                    <a:pt x="587788" y="752094"/>
                  </a:lnTo>
                  <a:lnTo>
                    <a:pt x="589312" y="751808"/>
                  </a:lnTo>
                  <a:lnTo>
                    <a:pt x="591122" y="751046"/>
                  </a:lnTo>
                  <a:lnTo>
                    <a:pt x="592646" y="749903"/>
                  </a:lnTo>
                  <a:lnTo>
                    <a:pt x="593312" y="748475"/>
                  </a:lnTo>
                  <a:lnTo>
                    <a:pt x="592836" y="748760"/>
                  </a:lnTo>
                  <a:lnTo>
                    <a:pt x="592360" y="748856"/>
                  </a:lnTo>
                  <a:lnTo>
                    <a:pt x="591883" y="748760"/>
                  </a:lnTo>
                  <a:lnTo>
                    <a:pt x="591503" y="748475"/>
                  </a:lnTo>
                  <a:lnTo>
                    <a:pt x="592264" y="747903"/>
                  </a:lnTo>
                  <a:lnTo>
                    <a:pt x="592646" y="747713"/>
                  </a:lnTo>
                  <a:lnTo>
                    <a:pt x="593598" y="747522"/>
                  </a:lnTo>
                  <a:lnTo>
                    <a:pt x="594455" y="746951"/>
                  </a:lnTo>
                  <a:lnTo>
                    <a:pt x="594836" y="746855"/>
                  </a:lnTo>
                  <a:lnTo>
                    <a:pt x="595027" y="746570"/>
                  </a:lnTo>
                  <a:lnTo>
                    <a:pt x="596074" y="745046"/>
                  </a:lnTo>
                  <a:lnTo>
                    <a:pt x="596455" y="744855"/>
                  </a:lnTo>
                  <a:lnTo>
                    <a:pt x="597503" y="744665"/>
                  </a:lnTo>
                  <a:lnTo>
                    <a:pt x="597884" y="744569"/>
                  </a:lnTo>
                  <a:lnTo>
                    <a:pt x="595122" y="743903"/>
                  </a:lnTo>
                  <a:lnTo>
                    <a:pt x="594550" y="743617"/>
                  </a:lnTo>
                  <a:lnTo>
                    <a:pt x="594170" y="742569"/>
                  </a:lnTo>
                  <a:lnTo>
                    <a:pt x="594836" y="742569"/>
                  </a:lnTo>
                  <a:lnTo>
                    <a:pt x="596265" y="743236"/>
                  </a:lnTo>
                  <a:lnTo>
                    <a:pt x="597789" y="743426"/>
                  </a:lnTo>
                  <a:lnTo>
                    <a:pt x="600456" y="744093"/>
                  </a:lnTo>
                  <a:lnTo>
                    <a:pt x="601885" y="743998"/>
                  </a:lnTo>
                  <a:lnTo>
                    <a:pt x="601789" y="743331"/>
                  </a:lnTo>
                  <a:lnTo>
                    <a:pt x="602075" y="742664"/>
                  </a:lnTo>
                  <a:lnTo>
                    <a:pt x="602647" y="742093"/>
                  </a:lnTo>
                  <a:lnTo>
                    <a:pt x="603313" y="741807"/>
                  </a:lnTo>
                  <a:lnTo>
                    <a:pt x="603790" y="741998"/>
                  </a:lnTo>
                  <a:lnTo>
                    <a:pt x="604266" y="742378"/>
                  </a:lnTo>
                  <a:lnTo>
                    <a:pt x="604838" y="742760"/>
                  </a:lnTo>
                  <a:lnTo>
                    <a:pt x="605599" y="742760"/>
                  </a:lnTo>
                  <a:lnTo>
                    <a:pt x="606076" y="742474"/>
                  </a:lnTo>
                  <a:lnTo>
                    <a:pt x="607409" y="740569"/>
                  </a:lnTo>
                  <a:lnTo>
                    <a:pt x="607695" y="740378"/>
                  </a:lnTo>
                  <a:lnTo>
                    <a:pt x="607885" y="740474"/>
                  </a:lnTo>
                  <a:lnTo>
                    <a:pt x="608076" y="740378"/>
                  </a:lnTo>
                  <a:lnTo>
                    <a:pt x="608171" y="739902"/>
                  </a:lnTo>
                  <a:lnTo>
                    <a:pt x="608266" y="739426"/>
                  </a:lnTo>
                  <a:lnTo>
                    <a:pt x="608552" y="739140"/>
                  </a:lnTo>
                  <a:lnTo>
                    <a:pt x="608933" y="738950"/>
                  </a:lnTo>
                  <a:lnTo>
                    <a:pt x="609314" y="738854"/>
                  </a:lnTo>
                  <a:lnTo>
                    <a:pt x="609314" y="739807"/>
                  </a:lnTo>
                  <a:lnTo>
                    <a:pt x="609600" y="740283"/>
                  </a:lnTo>
                  <a:lnTo>
                    <a:pt x="610172" y="740474"/>
                  </a:lnTo>
                  <a:lnTo>
                    <a:pt x="610838" y="740569"/>
                  </a:lnTo>
                  <a:lnTo>
                    <a:pt x="611124" y="740474"/>
                  </a:lnTo>
                  <a:lnTo>
                    <a:pt x="611505" y="740283"/>
                  </a:lnTo>
                  <a:lnTo>
                    <a:pt x="611886" y="740093"/>
                  </a:lnTo>
                  <a:lnTo>
                    <a:pt x="612172" y="739902"/>
                  </a:lnTo>
                  <a:lnTo>
                    <a:pt x="612553" y="739711"/>
                  </a:lnTo>
                  <a:lnTo>
                    <a:pt x="612838" y="739807"/>
                  </a:lnTo>
                  <a:lnTo>
                    <a:pt x="613124" y="739997"/>
                  </a:lnTo>
                  <a:lnTo>
                    <a:pt x="613505" y="740093"/>
                  </a:lnTo>
                  <a:lnTo>
                    <a:pt x="620268" y="739426"/>
                  </a:lnTo>
                  <a:lnTo>
                    <a:pt x="622840" y="740093"/>
                  </a:lnTo>
                  <a:lnTo>
                    <a:pt x="623792" y="740664"/>
                  </a:lnTo>
                  <a:lnTo>
                    <a:pt x="625792" y="742283"/>
                  </a:lnTo>
                  <a:lnTo>
                    <a:pt x="627507" y="742855"/>
                  </a:lnTo>
                  <a:lnTo>
                    <a:pt x="630364" y="744760"/>
                  </a:lnTo>
                  <a:lnTo>
                    <a:pt x="631412" y="745617"/>
                  </a:lnTo>
                  <a:lnTo>
                    <a:pt x="632936" y="746284"/>
                  </a:lnTo>
                  <a:lnTo>
                    <a:pt x="634174" y="747808"/>
                  </a:lnTo>
                  <a:lnTo>
                    <a:pt x="635127" y="747998"/>
                  </a:lnTo>
                  <a:lnTo>
                    <a:pt x="637127" y="747903"/>
                  </a:lnTo>
                  <a:lnTo>
                    <a:pt x="638651" y="749046"/>
                  </a:lnTo>
                  <a:lnTo>
                    <a:pt x="640461" y="748856"/>
                  </a:lnTo>
                  <a:lnTo>
                    <a:pt x="642175" y="748094"/>
                  </a:lnTo>
                  <a:lnTo>
                    <a:pt x="645985" y="747427"/>
                  </a:lnTo>
                  <a:lnTo>
                    <a:pt x="646081" y="745903"/>
                  </a:lnTo>
                  <a:lnTo>
                    <a:pt x="647033" y="745712"/>
                  </a:lnTo>
                  <a:lnTo>
                    <a:pt x="647414" y="747141"/>
                  </a:lnTo>
                  <a:lnTo>
                    <a:pt x="649033" y="747427"/>
                  </a:lnTo>
                  <a:lnTo>
                    <a:pt x="647890" y="744855"/>
                  </a:lnTo>
                  <a:lnTo>
                    <a:pt x="649700" y="744188"/>
                  </a:lnTo>
                  <a:lnTo>
                    <a:pt x="649605" y="745712"/>
                  </a:lnTo>
                  <a:lnTo>
                    <a:pt x="651415" y="745522"/>
                  </a:lnTo>
                  <a:lnTo>
                    <a:pt x="651415" y="743903"/>
                  </a:lnTo>
                  <a:lnTo>
                    <a:pt x="653034" y="743807"/>
                  </a:lnTo>
                  <a:lnTo>
                    <a:pt x="654272" y="743712"/>
                  </a:lnTo>
                  <a:lnTo>
                    <a:pt x="655415" y="744950"/>
                  </a:lnTo>
                  <a:lnTo>
                    <a:pt x="656368" y="745427"/>
                  </a:lnTo>
                  <a:lnTo>
                    <a:pt x="657225" y="745141"/>
                  </a:lnTo>
                  <a:lnTo>
                    <a:pt x="658082" y="744760"/>
                  </a:lnTo>
                  <a:lnTo>
                    <a:pt x="657606" y="746855"/>
                  </a:lnTo>
                  <a:lnTo>
                    <a:pt x="657797" y="748475"/>
                  </a:lnTo>
                  <a:lnTo>
                    <a:pt x="658273" y="749999"/>
                  </a:lnTo>
                  <a:lnTo>
                    <a:pt x="658273" y="751903"/>
                  </a:lnTo>
                  <a:lnTo>
                    <a:pt x="658273" y="753332"/>
                  </a:lnTo>
                  <a:lnTo>
                    <a:pt x="657987" y="754380"/>
                  </a:lnTo>
                  <a:lnTo>
                    <a:pt x="657511" y="754856"/>
                  </a:lnTo>
                  <a:lnTo>
                    <a:pt x="657130" y="755428"/>
                  </a:lnTo>
                  <a:lnTo>
                    <a:pt x="656177" y="755714"/>
                  </a:lnTo>
                  <a:lnTo>
                    <a:pt x="656272" y="756380"/>
                  </a:lnTo>
                  <a:lnTo>
                    <a:pt x="656177" y="757904"/>
                  </a:lnTo>
                  <a:lnTo>
                    <a:pt x="655130" y="758952"/>
                  </a:lnTo>
                  <a:lnTo>
                    <a:pt x="653320" y="761428"/>
                  </a:lnTo>
                  <a:lnTo>
                    <a:pt x="651320" y="763429"/>
                  </a:lnTo>
                  <a:lnTo>
                    <a:pt x="649986" y="764762"/>
                  </a:lnTo>
                  <a:lnTo>
                    <a:pt x="647509" y="766953"/>
                  </a:lnTo>
                  <a:lnTo>
                    <a:pt x="642080" y="768477"/>
                  </a:lnTo>
                  <a:lnTo>
                    <a:pt x="640271" y="770573"/>
                  </a:lnTo>
                  <a:lnTo>
                    <a:pt x="639699" y="771715"/>
                  </a:lnTo>
                  <a:lnTo>
                    <a:pt x="641318" y="772192"/>
                  </a:lnTo>
                  <a:lnTo>
                    <a:pt x="642747" y="773335"/>
                  </a:lnTo>
                  <a:lnTo>
                    <a:pt x="643604" y="774287"/>
                  </a:lnTo>
                  <a:lnTo>
                    <a:pt x="644271" y="776954"/>
                  </a:lnTo>
                  <a:lnTo>
                    <a:pt x="645128" y="776859"/>
                  </a:lnTo>
                  <a:lnTo>
                    <a:pt x="645890" y="778193"/>
                  </a:lnTo>
                  <a:lnTo>
                    <a:pt x="646462" y="779240"/>
                  </a:lnTo>
                  <a:lnTo>
                    <a:pt x="646271" y="780098"/>
                  </a:lnTo>
                  <a:lnTo>
                    <a:pt x="644271" y="780002"/>
                  </a:lnTo>
                  <a:lnTo>
                    <a:pt x="642938" y="780098"/>
                  </a:lnTo>
                  <a:lnTo>
                    <a:pt x="643318" y="781050"/>
                  </a:lnTo>
                  <a:lnTo>
                    <a:pt x="643318" y="781622"/>
                  </a:lnTo>
                  <a:lnTo>
                    <a:pt x="643223" y="781907"/>
                  </a:lnTo>
                  <a:lnTo>
                    <a:pt x="643033" y="782098"/>
                  </a:lnTo>
                  <a:lnTo>
                    <a:pt x="642556" y="782288"/>
                  </a:lnTo>
                  <a:lnTo>
                    <a:pt x="642461" y="782384"/>
                  </a:lnTo>
                  <a:lnTo>
                    <a:pt x="641413" y="784574"/>
                  </a:lnTo>
                  <a:lnTo>
                    <a:pt x="642271" y="784670"/>
                  </a:lnTo>
                  <a:lnTo>
                    <a:pt x="643414" y="785146"/>
                  </a:lnTo>
                  <a:lnTo>
                    <a:pt x="644462" y="785717"/>
                  </a:lnTo>
                  <a:lnTo>
                    <a:pt x="644938" y="786289"/>
                  </a:lnTo>
                  <a:lnTo>
                    <a:pt x="644842" y="787241"/>
                  </a:lnTo>
                  <a:lnTo>
                    <a:pt x="644366" y="788194"/>
                  </a:lnTo>
                  <a:lnTo>
                    <a:pt x="643033" y="788861"/>
                  </a:lnTo>
                  <a:lnTo>
                    <a:pt x="642271" y="789146"/>
                  </a:lnTo>
                  <a:lnTo>
                    <a:pt x="641128" y="789242"/>
                  </a:lnTo>
                  <a:lnTo>
                    <a:pt x="640271" y="790194"/>
                  </a:lnTo>
                  <a:lnTo>
                    <a:pt x="640366" y="791337"/>
                  </a:lnTo>
                  <a:lnTo>
                    <a:pt x="641318" y="791337"/>
                  </a:lnTo>
                  <a:lnTo>
                    <a:pt x="641604" y="791623"/>
                  </a:lnTo>
                  <a:lnTo>
                    <a:pt x="640747" y="792385"/>
                  </a:lnTo>
                  <a:lnTo>
                    <a:pt x="639985" y="793147"/>
                  </a:lnTo>
                  <a:lnTo>
                    <a:pt x="640461" y="793909"/>
                  </a:lnTo>
                  <a:lnTo>
                    <a:pt x="640556" y="794671"/>
                  </a:lnTo>
                  <a:lnTo>
                    <a:pt x="639794" y="794671"/>
                  </a:lnTo>
                  <a:lnTo>
                    <a:pt x="639413" y="794957"/>
                  </a:lnTo>
                  <a:lnTo>
                    <a:pt x="639889" y="795242"/>
                  </a:lnTo>
                  <a:lnTo>
                    <a:pt x="639604" y="795623"/>
                  </a:lnTo>
                  <a:lnTo>
                    <a:pt x="639508" y="796290"/>
                  </a:lnTo>
                  <a:lnTo>
                    <a:pt x="639889" y="795909"/>
                  </a:lnTo>
                  <a:lnTo>
                    <a:pt x="641699" y="795623"/>
                  </a:lnTo>
                  <a:lnTo>
                    <a:pt x="642652" y="795433"/>
                  </a:lnTo>
                  <a:lnTo>
                    <a:pt x="644462" y="796481"/>
                  </a:lnTo>
                  <a:lnTo>
                    <a:pt x="645509" y="798862"/>
                  </a:lnTo>
                  <a:lnTo>
                    <a:pt x="646747" y="800386"/>
                  </a:lnTo>
                  <a:lnTo>
                    <a:pt x="648462" y="801434"/>
                  </a:lnTo>
                  <a:lnTo>
                    <a:pt x="648653" y="802481"/>
                  </a:lnTo>
                  <a:lnTo>
                    <a:pt x="650367" y="802481"/>
                  </a:lnTo>
                  <a:lnTo>
                    <a:pt x="651891" y="803624"/>
                  </a:lnTo>
                  <a:lnTo>
                    <a:pt x="652843" y="803529"/>
                  </a:lnTo>
                  <a:lnTo>
                    <a:pt x="653320" y="804291"/>
                  </a:lnTo>
                  <a:lnTo>
                    <a:pt x="654367" y="804767"/>
                  </a:lnTo>
                  <a:lnTo>
                    <a:pt x="657034" y="806768"/>
                  </a:lnTo>
                  <a:lnTo>
                    <a:pt x="657606" y="807530"/>
                  </a:lnTo>
                  <a:lnTo>
                    <a:pt x="656368" y="807720"/>
                  </a:lnTo>
                  <a:lnTo>
                    <a:pt x="654463" y="808006"/>
                  </a:lnTo>
                  <a:lnTo>
                    <a:pt x="653701" y="809435"/>
                  </a:lnTo>
                  <a:lnTo>
                    <a:pt x="654463" y="810292"/>
                  </a:lnTo>
                  <a:lnTo>
                    <a:pt x="655320" y="810482"/>
                  </a:lnTo>
                  <a:lnTo>
                    <a:pt x="655891" y="811054"/>
                  </a:lnTo>
                  <a:lnTo>
                    <a:pt x="656177" y="811149"/>
                  </a:lnTo>
                  <a:lnTo>
                    <a:pt x="656463" y="811530"/>
                  </a:lnTo>
                  <a:lnTo>
                    <a:pt x="657034" y="812673"/>
                  </a:lnTo>
                  <a:lnTo>
                    <a:pt x="656749" y="813340"/>
                  </a:lnTo>
                  <a:lnTo>
                    <a:pt x="656749" y="814197"/>
                  </a:lnTo>
                  <a:lnTo>
                    <a:pt x="657320" y="814959"/>
                  </a:lnTo>
                  <a:lnTo>
                    <a:pt x="657892" y="815531"/>
                  </a:lnTo>
                  <a:lnTo>
                    <a:pt x="659797" y="816959"/>
                  </a:lnTo>
                  <a:lnTo>
                    <a:pt x="662178" y="817531"/>
                  </a:lnTo>
                  <a:lnTo>
                    <a:pt x="669893" y="820484"/>
                  </a:lnTo>
                  <a:lnTo>
                    <a:pt x="671513" y="820769"/>
                  </a:lnTo>
                  <a:lnTo>
                    <a:pt x="676656" y="821341"/>
                  </a:lnTo>
                  <a:lnTo>
                    <a:pt x="676942" y="822198"/>
                  </a:lnTo>
                  <a:lnTo>
                    <a:pt x="676084" y="823246"/>
                  </a:lnTo>
                  <a:lnTo>
                    <a:pt x="676370" y="824389"/>
                  </a:lnTo>
                  <a:lnTo>
                    <a:pt x="677037" y="823627"/>
                  </a:lnTo>
                  <a:lnTo>
                    <a:pt x="677989" y="823913"/>
                  </a:lnTo>
                  <a:lnTo>
                    <a:pt x="677989" y="823151"/>
                  </a:lnTo>
                  <a:lnTo>
                    <a:pt x="677608" y="821912"/>
                  </a:lnTo>
                  <a:lnTo>
                    <a:pt x="678371" y="820484"/>
                  </a:lnTo>
                  <a:lnTo>
                    <a:pt x="678942" y="819817"/>
                  </a:lnTo>
                  <a:lnTo>
                    <a:pt x="679895" y="819245"/>
                  </a:lnTo>
                  <a:lnTo>
                    <a:pt x="682847" y="818293"/>
                  </a:lnTo>
                  <a:lnTo>
                    <a:pt x="683323" y="817531"/>
                  </a:lnTo>
                  <a:lnTo>
                    <a:pt x="684276" y="817150"/>
                  </a:lnTo>
                  <a:lnTo>
                    <a:pt x="686086" y="815245"/>
                  </a:lnTo>
                  <a:lnTo>
                    <a:pt x="686848" y="814292"/>
                  </a:lnTo>
                  <a:lnTo>
                    <a:pt x="685705" y="813626"/>
                  </a:lnTo>
                  <a:lnTo>
                    <a:pt x="685609" y="812768"/>
                  </a:lnTo>
                  <a:lnTo>
                    <a:pt x="686657" y="812292"/>
                  </a:lnTo>
                  <a:lnTo>
                    <a:pt x="686848" y="811244"/>
                  </a:lnTo>
                  <a:lnTo>
                    <a:pt x="687896" y="810578"/>
                  </a:lnTo>
                  <a:lnTo>
                    <a:pt x="688372" y="808673"/>
                  </a:lnTo>
                  <a:lnTo>
                    <a:pt x="688562" y="808482"/>
                  </a:lnTo>
                  <a:lnTo>
                    <a:pt x="689800" y="805529"/>
                  </a:lnTo>
                  <a:lnTo>
                    <a:pt x="692563" y="798386"/>
                  </a:lnTo>
                  <a:lnTo>
                    <a:pt x="694468" y="795623"/>
                  </a:lnTo>
                  <a:lnTo>
                    <a:pt x="695611" y="795719"/>
                  </a:lnTo>
                  <a:lnTo>
                    <a:pt x="696182" y="795623"/>
                  </a:lnTo>
                  <a:lnTo>
                    <a:pt x="696468" y="795433"/>
                  </a:lnTo>
                  <a:lnTo>
                    <a:pt x="697039" y="794671"/>
                  </a:lnTo>
                  <a:lnTo>
                    <a:pt x="697421" y="794195"/>
                  </a:lnTo>
                  <a:lnTo>
                    <a:pt x="697611" y="794004"/>
                  </a:lnTo>
                  <a:lnTo>
                    <a:pt x="699421" y="793718"/>
                  </a:lnTo>
                  <a:lnTo>
                    <a:pt x="699802" y="793337"/>
                  </a:lnTo>
                  <a:lnTo>
                    <a:pt x="700088" y="792194"/>
                  </a:lnTo>
                  <a:lnTo>
                    <a:pt x="701040" y="792575"/>
                  </a:lnTo>
                  <a:lnTo>
                    <a:pt x="701326" y="791909"/>
                  </a:lnTo>
                  <a:lnTo>
                    <a:pt x="700945" y="791051"/>
                  </a:lnTo>
                  <a:lnTo>
                    <a:pt x="699706" y="790861"/>
                  </a:lnTo>
                  <a:lnTo>
                    <a:pt x="699706" y="790480"/>
                  </a:lnTo>
                  <a:lnTo>
                    <a:pt x="700468" y="789908"/>
                  </a:lnTo>
                  <a:lnTo>
                    <a:pt x="701135" y="789146"/>
                  </a:lnTo>
                  <a:lnTo>
                    <a:pt x="701516" y="789813"/>
                  </a:lnTo>
                  <a:lnTo>
                    <a:pt x="701992" y="790480"/>
                  </a:lnTo>
                  <a:lnTo>
                    <a:pt x="702564" y="790861"/>
                  </a:lnTo>
                  <a:lnTo>
                    <a:pt x="703326" y="790480"/>
                  </a:lnTo>
                  <a:lnTo>
                    <a:pt x="703421" y="789908"/>
                  </a:lnTo>
                  <a:lnTo>
                    <a:pt x="703421" y="788194"/>
                  </a:lnTo>
                  <a:lnTo>
                    <a:pt x="703516" y="787813"/>
                  </a:lnTo>
                  <a:lnTo>
                    <a:pt x="703707" y="787527"/>
                  </a:lnTo>
                  <a:lnTo>
                    <a:pt x="703231" y="786860"/>
                  </a:lnTo>
                  <a:lnTo>
                    <a:pt x="702278" y="785908"/>
                  </a:lnTo>
                  <a:lnTo>
                    <a:pt x="702183" y="785051"/>
                  </a:lnTo>
                  <a:lnTo>
                    <a:pt x="701802" y="784574"/>
                  </a:lnTo>
                  <a:lnTo>
                    <a:pt x="701230" y="784384"/>
                  </a:lnTo>
                  <a:lnTo>
                    <a:pt x="700468" y="784384"/>
                  </a:lnTo>
                  <a:lnTo>
                    <a:pt x="700468" y="783907"/>
                  </a:lnTo>
                  <a:lnTo>
                    <a:pt x="701135" y="783431"/>
                  </a:lnTo>
                  <a:lnTo>
                    <a:pt x="701992" y="782098"/>
                  </a:lnTo>
                  <a:lnTo>
                    <a:pt x="702373" y="781812"/>
                  </a:lnTo>
                  <a:lnTo>
                    <a:pt x="702755" y="782003"/>
                  </a:lnTo>
                  <a:lnTo>
                    <a:pt x="703421" y="783241"/>
                  </a:lnTo>
                  <a:lnTo>
                    <a:pt x="703993" y="783527"/>
                  </a:lnTo>
                  <a:lnTo>
                    <a:pt x="704374" y="783431"/>
                  </a:lnTo>
                  <a:lnTo>
                    <a:pt x="704850" y="783241"/>
                  </a:lnTo>
                  <a:lnTo>
                    <a:pt x="705231" y="782955"/>
                  </a:lnTo>
                  <a:lnTo>
                    <a:pt x="705517" y="782669"/>
                  </a:lnTo>
                  <a:lnTo>
                    <a:pt x="705803" y="781812"/>
                  </a:lnTo>
                  <a:lnTo>
                    <a:pt x="705707" y="781431"/>
                  </a:lnTo>
                  <a:lnTo>
                    <a:pt x="705231" y="781240"/>
                  </a:lnTo>
                  <a:lnTo>
                    <a:pt x="704659" y="780764"/>
                  </a:lnTo>
                  <a:lnTo>
                    <a:pt x="704755" y="778955"/>
                  </a:lnTo>
                  <a:lnTo>
                    <a:pt x="706755" y="777050"/>
                  </a:lnTo>
                  <a:lnTo>
                    <a:pt x="709231" y="775811"/>
                  </a:lnTo>
                  <a:lnTo>
                    <a:pt x="710946" y="775811"/>
                  </a:lnTo>
                  <a:lnTo>
                    <a:pt x="711517" y="775240"/>
                  </a:lnTo>
                  <a:lnTo>
                    <a:pt x="713899" y="773621"/>
                  </a:lnTo>
                  <a:lnTo>
                    <a:pt x="715518" y="774287"/>
                  </a:lnTo>
                  <a:lnTo>
                    <a:pt x="716185" y="774287"/>
                  </a:lnTo>
                  <a:lnTo>
                    <a:pt x="715708" y="773240"/>
                  </a:lnTo>
                  <a:lnTo>
                    <a:pt x="716089" y="772859"/>
                  </a:lnTo>
                  <a:lnTo>
                    <a:pt x="716375" y="772287"/>
                  </a:lnTo>
                  <a:lnTo>
                    <a:pt x="716661" y="771525"/>
                  </a:lnTo>
                  <a:lnTo>
                    <a:pt x="717137" y="771620"/>
                  </a:lnTo>
                  <a:lnTo>
                    <a:pt x="718566" y="772382"/>
                  </a:lnTo>
                  <a:lnTo>
                    <a:pt x="718566" y="771811"/>
                  </a:lnTo>
                  <a:lnTo>
                    <a:pt x="718661" y="771620"/>
                  </a:lnTo>
                  <a:lnTo>
                    <a:pt x="718852" y="771430"/>
                  </a:lnTo>
                  <a:lnTo>
                    <a:pt x="719138" y="771049"/>
                  </a:lnTo>
                  <a:lnTo>
                    <a:pt x="720090" y="772192"/>
                  </a:lnTo>
                  <a:lnTo>
                    <a:pt x="720947" y="772097"/>
                  </a:lnTo>
                  <a:lnTo>
                    <a:pt x="721709" y="771430"/>
                  </a:lnTo>
                  <a:lnTo>
                    <a:pt x="723424" y="770668"/>
                  </a:lnTo>
                  <a:lnTo>
                    <a:pt x="724090" y="769906"/>
                  </a:lnTo>
                  <a:lnTo>
                    <a:pt x="724186" y="769144"/>
                  </a:lnTo>
                  <a:lnTo>
                    <a:pt x="723233" y="768858"/>
                  </a:lnTo>
                  <a:lnTo>
                    <a:pt x="724662" y="768096"/>
                  </a:lnTo>
                  <a:lnTo>
                    <a:pt x="726281" y="767620"/>
                  </a:lnTo>
                  <a:lnTo>
                    <a:pt x="727138" y="767810"/>
                  </a:lnTo>
                  <a:lnTo>
                    <a:pt x="726376" y="769144"/>
                  </a:lnTo>
                  <a:lnTo>
                    <a:pt x="726091" y="770192"/>
                  </a:lnTo>
                  <a:lnTo>
                    <a:pt x="727329" y="770477"/>
                  </a:lnTo>
                  <a:lnTo>
                    <a:pt x="728948" y="770192"/>
                  </a:lnTo>
                  <a:lnTo>
                    <a:pt x="729805" y="769430"/>
                  </a:lnTo>
                  <a:lnTo>
                    <a:pt x="731615" y="770763"/>
                  </a:lnTo>
                  <a:lnTo>
                    <a:pt x="731615" y="770287"/>
                  </a:lnTo>
                  <a:lnTo>
                    <a:pt x="731710" y="770096"/>
                  </a:lnTo>
                  <a:lnTo>
                    <a:pt x="731710" y="769906"/>
                  </a:lnTo>
                  <a:lnTo>
                    <a:pt x="731615" y="769525"/>
                  </a:lnTo>
                  <a:lnTo>
                    <a:pt x="732663" y="769239"/>
                  </a:lnTo>
                  <a:lnTo>
                    <a:pt x="733711" y="769525"/>
                  </a:lnTo>
                  <a:lnTo>
                    <a:pt x="734187" y="770382"/>
                  </a:lnTo>
                  <a:lnTo>
                    <a:pt x="733806" y="771715"/>
                  </a:lnTo>
                  <a:lnTo>
                    <a:pt x="733139" y="771239"/>
                  </a:lnTo>
                  <a:lnTo>
                    <a:pt x="733234" y="771525"/>
                  </a:lnTo>
                  <a:lnTo>
                    <a:pt x="733330" y="772097"/>
                  </a:lnTo>
                  <a:lnTo>
                    <a:pt x="733425" y="772478"/>
                  </a:lnTo>
                  <a:lnTo>
                    <a:pt x="732758" y="772001"/>
                  </a:lnTo>
                  <a:lnTo>
                    <a:pt x="731710" y="771525"/>
                  </a:lnTo>
                  <a:lnTo>
                    <a:pt x="730567" y="771335"/>
                  </a:lnTo>
                  <a:lnTo>
                    <a:pt x="729805" y="771620"/>
                  </a:lnTo>
                  <a:lnTo>
                    <a:pt x="729901" y="772382"/>
                  </a:lnTo>
                  <a:lnTo>
                    <a:pt x="730948" y="772954"/>
                  </a:lnTo>
                  <a:lnTo>
                    <a:pt x="732187" y="773335"/>
                  </a:lnTo>
                  <a:lnTo>
                    <a:pt x="733044" y="773430"/>
                  </a:lnTo>
                  <a:lnTo>
                    <a:pt x="733806" y="773240"/>
                  </a:lnTo>
                  <a:lnTo>
                    <a:pt x="735616" y="772573"/>
                  </a:lnTo>
                  <a:lnTo>
                    <a:pt x="736092" y="772192"/>
                  </a:lnTo>
                  <a:lnTo>
                    <a:pt x="736378" y="771239"/>
                  </a:lnTo>
                  <a:lnTo>
                    <a:pt x="736282" y="770096"/>
                  </a:lnTo>
                  <a:lnTo>
                    <a:pt x="735901" y="769049"/>
                  </a:lnTo>
                  <a:lnTo>
                    <a:pt x="735521" y="768382"/>
                  </a:lnTo>
                  <a:lnTo>
                    <a:pt x="735806" y="767906"/>
                  </a:lnTo>
                  <a:lnTo>
                    <a:pt x="736092" y="767525"/>
                  </a:lnTo>
                  <a:lnTo>
                    <a:pt x="736949" y="766763"/>
                  </a:lnTo>
                  <a:lnTo>
                    <a:pt x="736282" y="766858"/>
                  </a:lnTo>
                  <a:lnTo>
                    <a:pt x="735806" y="766667"/>
                  </a:lnTo>
                  <a:lnTo>
                    <a:pt x="735425" y="766286"/>
                  </a:lnTo>
                  <a:lnTo>
                    <a:pt x="735139" y="765905"/>
                  </a:lnTo>
                  <a:lnTo>
                    <a:pt x="735521" y="765334"/>
                  </a:lnTo>
                  <a:lnTo>
                    <a:pt x="735997" y="765143"/>
                  </a:lnTo>
                  <a:lnTo>
                    <a:pt x="736568" y="765239"/>
                  </a:lnTo>
                  <a:lnTo>
                    <a:pt x="737235" y="765524"/>
                  </a:lnTo>
                  <a:lnTo>
                    <a:pt x="737711" y="763143"/>
                  </a:lnTo>
                  <a:lnTo>
                    <a:pt x="737616" y="762476"/>
                  </a:lnTo>
                  <a:lnTo>
                    <a:pt x="737140" y="761810"/>
                  </a:lnTo>
                  <a:lnTo>
                    <a:pt x="736663" y="761810"/>
                  </a:lnTo>
                  <a:lnTo>
                    <a:pt x="736092" y="761905"/>
                  </a:lnTo>
                  <a:lnTo>
                    <a:pt x="735425" y="761619"/>
                  </a:lnTo>
                  <a:lnTo>
                    <a:pt x="734949" y="761048"/>
                  </a:lnTo>
                  <a:lnTo>
                    <a:pt x="734854" y="760381"/>
                  </a:lnTo>
                  <a:lnTo>
                    <a:pt x="734758" y="759714"/>
                  </a:lnTo>
                  <a:lnTo>
                    <a:pt x="734378" y="758952"/>
                  </a:lnTo>
                  <a:lnTo>
                    <a:pt x="733901" y="758571"/>
                  </a:lnTo>
                  <a:lnTo>
                    <a:pt x="733234" y="758381"/>
                  </a:lnTo>
                  <a:lnTo>
                    <a:pt x="732472" y="758381"/>
                  </a:lnTo>
                  <a:lnTo>
                    <a:pt x="731901" y="758571"/>
                  </a:lnTo>
                  <a:lnTo>
                    <a:pt x="731330" y="758000"/>
                  </a:lnTo>
                  <a:lnTo>
                    <a:pt x="728663" y="756857"/>
                  </a:lnTo>
                  <a:lnTo>
                    <a:pt x="724662" y="754285"/>
                  </a:lnTo>
                  <a:lnTo>
                    <a:pt x="723900" y="753523"/>
                  </a:lnTo>
                  <a:lnTo>
                    <a:pt x="723138" y="752665"/>
                  </a:lnTo>
                  <a:lnTo>
                    <a:pt x="722281" y="751903"/>
                  </a:lnTo>
                  <a:lnTo>
                    <a:pt x="721138" y="751618"/>
                  </a:lnTo>
                  <a:lnTo>
                    <a:pt x="718852" y="751618"/>
                  </a:lnTo>
                  <a:lnTo>
                    <a:pt x="717995" y="751237"/>
                  </a:lnTo>
                  <a:lnTo>
                    <a:pt x="717423" y="750380"/>
                  </a:lnTo>
                  <a:lnTo>
                    <a:pt x="717518" y="749713"/>
                  </a:lnTo>
                  <a:lnTo>
                    <a:pt x="717709" y="748856"/>
                  </a:lnTo>
                  <a:lnTo>
                    <a:pt x="717709" y="748094"/>
                  </a:lnTo>
                  <a:lnTo>
                    <a:pt x="717137" y="747808"/>
                  </a:lnTo>
                  <a:lnTo>
                    <a:pt x="716947" y="747617"/>
                  </a:lnTo>
                  <a:lnTo>
                    <a:pt x="716375" y="746570"/>
                  </a:lnTo>
                  <a:lnTo>
                    <a:pt x="716280" y="746284"/>
                  </a:lnTo>
                  <a:lnTo>
                    <a:pt x="716375" y="744950"/>
                  </a:lnTo>
                  <a:lnTo>
                    <a:pt x="716661" y="743712"/>
                  </a:lnTo>
                  <a:lnTo>
                    <a:pt x="717042" y="740855"/>
                  </a:lnTo>
                  <a:lnTo>
                    <a:pt x="718661" y="738664"/>
                  </a:lnTo>
                  <a:lnTo>
                    <a:pt x="721328" y="735235"/>
                  </a:lnTo>
                  <a:lnTo>
                    <a:pt x="722566" y="732949"/>
                  </a:lnTo>
                  <a:lnTo>
                    <a:pt x="723043" y="731520"/>
                  </a:lnTo>
                  <a:lnTo>
                    <a:pt x="722947" y="730377"/>
                  </a:lnTo>
                  <a:lnTo>
                    <a:pt x="723805" y="729710"/>
                  </a:lnTo>
                  <a:lnTo>
                    <a:pt x="722947" y="729615"/>
                  </a:lnTo>
                  <a:lnTo>
                    <a:pt x="722852" y="729234"/>
                  </a:lnTo>
                  <a:lnTo>
                    <a:pt x="722947" y="728948"/>
                  </a:lnTo>
                  <a:lnTo>
                    <a:pt x="723233" y="728377"/>
                  </a:lnTo>
                  <a:lnTo>
                    <a:pt x="723329" y="727996"/>
                  </a:lnTo>
                  <a:lnTo>
                    <a:pt x="723805" y="727043"/>
                  </a:lnTo>
                  <a:lnTo>
                    <a:pt x="724948" y="725996"/>
                  </a:lnTo>
                  <a:lnTo>
                    <a:pt x="727329" y="724281"/>
                  </a:lnTo>
                  <a:lnTo>
                    <a:pt x="728377" y="724567"/>
                  </a:lnTo>
                  <a:lnTo>
                    <a:pt x="728758" y="724376"/>
                  </a:lnTo>
                  <a:lnTo>
                    <a:pt x="730187" y="724757"/>
                  </a:lnTo>
                  <a:lnTo>
                    <a:pt x="731234" y="724567"/>
                  </a:lnTo>
                  <a:lnTo>
                    <a:pt x="731330" y="723043"/>
                  </a:lnTo>
                  <a:lnTo>
                    <a:pt x="731806" y="723043"/>
                  </a:lnTo>
                  <a:lnTo>
                    <a:pt x="731996" y="724376"/>
                  </a:lnTo>
                  <a:lnTo>
                    <a:pt x="733425" y="724090"/>
                  </a:lnTo>
                  <a:lnTo>
                    <a:pt x="732949" y="721138"/>
                  </a:lnTo>
                  <a:lnTo>
                    <a:pt x="733615" y="721424"/>
                  </a:lnTo>
                  <a:lnTo>
                    <a:pt x="733711" y="722376"/>
                  </a:lnTo>
                  <a:lnTo>
                    <a:pt x="733997" y="723710"/>
                  </a:lnTo>
                  <a:lnTo>
                    <a:pt x="734378" y="722281"/>
                  </a:lnTo>
                  <a:lnTo>
                    <a:pt x="735139" y="720281"/>
                  </a:lnTo>
                  <a:lnTo>
                    <a:pt x="735901" y="720566"/>
                  </a:lnTo>
                  <a:lnTo>
                    <a:pt x="735711" y="721709"/>
                  </a:lnTo>
                  <a:lnTo>
                    <a:pt x="735521" y="723424"/>
                  </a:lnTo>
                  <a:lnTo>
                    <a:pt x="734758" y="724567"/>
                  </a:lnTo>
                  <a:lnTo>
                    <a:pt x="734282" y="725710"/>
                  </a:lnTo>
                  <a:lnTo>
                    <a:pt x="733615" y="726948"/>
                  </a:lnTo>
                  <a:lnTo>
                    <a:pt x="733044" y="728091"/>
                  </a:lnTo>
                  <a:lnTo>
                    <a:pt x="732568" y="729234"/>
                  </a:lnTo>
                  <a:lnTo>
                    <a:pt x="732472" y="730282"/>
                  </a:lnTo>
                  <a:lnTo>
                    <a:pt x="732472" y="731520"/>
                  </a:lnTo>
                  <a:lnTo>
                    <a:pt x="732568" y="733044"/>
                  </a:lnTo>
                  <a:lnTo>
                    <a:pt x="732854" y="734568"/>
                  </a:lnTo>
                  <a:lnTo>
                    <a:pt x="733711" y="734663"/>
                  </a:lnTo>
                  <a:lnTo>
                    <a:pt x="734378" y="735616"/>
                  </a:lnTo>
                  <a:lnTo>
                    <a:pt x="734758" y="736854"/>
                  </a:lnTo>
                  <a:lnTo>
                    <a:pt x="734758" y="737807"/>
                  </a:lnTo>
                  <a:lnTo>
                    <a:pt x="734378" y="738854"/>
                  </a:lnTo>
                  <a:lnTo>
                    <a:pt x="734187" y="739997"/>
                  </a:lnTo>
                  <a:lnTo>
                    <a:pt x="733615" y="741140"/>
                  </a:lnTo>
                  <a:lnTo>
                    <a:pt x="733711" y="742188"/>
                  </a:lnTo>
                  <a:lnTo>
                    <a:pt x="734282" y="743045"/>
                  </a:lnTo>
                  <a:lnTo>
                    <a:pt x="735425" y="743807"/>
                  </a:lnTo>
                  <a:lnTo>
                    <a:pt x="737235" y="744950"/>
                  </a:lnTo>
                  <a:lnTo>
                    <a:pt x="738949" y="745712"/>
                  </a:lnTo>
                  <a:lnTo>
                    <a:pt x="740283" y="745807"/>
                  </a:lnTo>
                  <a:lnTo>
                    <a:pt x="740283" y="744760"/>
                  </a:lnTo>
                  <a:lnTo>
                    <a:pt x="739807" y="743426"/>
                  </a:lnTo>
                  <a:lnTo>
                    <a:pt x="738473" y="742760"/>
                  </a:lnTo>
                  <a:lnTo>
                    <a:pt x="737902" y="741617"/>
                  </a:lnTo>
                  <a:lnTo>
                    <a:pt x="737330" y="740855"/>
                  </a:lnTo>
                  <a:lnTo>
                    <a:pt x="737902" y="737521"/>
                  </a:lnTo>
                  <a:lnTo>
                    <a:pt x="738188" y="736378"/>
                  </a:lnTo>
                  <a:lnTo>
                    <a:pt x="738568" y="735425"/>
                  </a:lnTo>
                  <a:lnTo>
                    <a:pt x="739521" y="733901"/>
                  </a:lnTo>
                  <a:lnTo>
                    <a:pt x="740188" y="732187"/>
                  </a:lnTo>
                  <a:lnTo>
                    <a:pt x="740664" y="731425"/>
                  </a:lnTo>
                  <a:lnTo>
                    <a:pt x="740855" y="733044"/>
                  </a:lnTo>
                  <a:lnTo>
                    <a:pt x="739807" y="735616"/>
                  </a:lnTo>
                  <a:lnTo>
                    <a:pt x="739616" y="737235"/>
                  </a:lnTo>
                  <a:lnTo>
                    <a:pt x="740569" y="737711"/>
                  </a:lnTo>
                  <a:lnTo>
                    <a:pt x="741616" y="738854"/>
                  </a:lnTo>
                  <a:lnTo>
                    <a:pt x="741997" y="739235"/>
                  </a:lnTo>
                  <a:lnTo>
                    <a:pt x="742855" y="740474"/>
                  </a:lnTo>
                  <a:lnTo>
                    <a:pt x="743426" y="740664"/>
                  </a:lnTo>
                  <a:lnTo>
                    <a:pt x="744569" y="740855"/>
                  </a:lnTo>
                  <a:lnTo>
                    <a:pt x="745712" y="740378"/>
                  </a:lnTo>
                  <a:lnTo>
                    <a:pt x="746474" y="740950"/>
                  </a:lnTo>
                  <a:lnTo>
                    <a:pt x="747236" y="740378"/>
                  </a:lnTo>
                  <a:lnTo>
                    <a:pt x="748284" y="740093"/>
                  </a:lnTo>
                  <a:lnTo>
                    <a:pt x="749332" y="740093"/>
                  </a:lnTo>
                  <a:lnTo>
                    <a:pt x="750189" y="740474"/>
                  </a:lnTo>
                  <a:lnTo>
                    <a:pt x="750951" y="740283"/>
                  </a:lnTo>
                  <a:lnTo>
                    <a:pt x="750951" y="741617"/>
                  </a:lnTo>
                  <a:lnTo>
                    <a:pt x="751904" y="741236"/>
                  </a:lnTo>
                  <a:lnTo>
                    <a:pt x="751999" y="740093"/>
                  </a:lnTo>
                  <a:lnTo>
                    <a:pt x="752189" y="738950"/>
                  </a:lnTo>
                  <a:lnTo>
                    <a:pt x="752856" y="739235"/>
                  </a:lnTo>
                  <a:lnTo>
                    <a:pt x="753618" y="738378"/>
                  </a:lnTo>
                  <a:lnTo>
                    <a:pt x="754856" y="738759"/>
                  </a:lnTo>
                  <a:lnTo>
                    <a:pt x="755904" y="739140"/>
                  </a:lnTo>
                  <a:lnTo>
                    <a:pt x="756571" y="738854"/>
                  </a:lnTo>
                  <a:lnTo>
                    <a:pt x="757523" y="739521"/>
                  </a:lnTo>
                  <a:lnTo>
                    <a:pt x="758762" y="741045"/>
                  </a:lnTo>
                  <a:lnTo>
                    <a:pt x="758952" y="741426"/>
                  </a:lnTo>
                  <a:lnTo>
                    <a:pt x="758762" y="742188"/>
                  </a:lnTo>
                  <a:lnTo>
                    <a:pt x="758285" y="743331"/>
                  </a:lnTo>
                  <a:lnTo>
                    <a:pt x="759809" y="743998"/>
                  </a:lnTo>
                  <a:lnTo>
                    <a:pt x="759333" y="744379"/>
                  </a:lnTo>
                  <a:lnTo>
                    <a:pt x="758095" y="743998"/>
                  </a:lnTo>
                  <a:lnTo>
                    <a:pt x="758095" y="745236"/>
                  </a:lnTo>
                  <a:lnTo>
                    <a:pt x="757714" y="746284"/>
                  </a:lnTo>
                  <a:lnTo>
                    <a:pt x="757333" y="746189"/>
                  </a:lnTo>
                  <a:lnTo>
                    <a:pt x="757523" y="745236"/>
                  </a:lnTo>
                  <a:lnTo>
                    <a:pt x="757428" y="743903"/>
                  </a:lnTo>
                  <a:lnTo>
                    <a:pt x="756571" y="743712"/>
                  </a:lnTo>
                  <a:lnTo>
                    <a:pt x="755428" y="745427"/>
                  </a:lnTo>
                  <a:lnTo>
                    <a:pt x="754475" y="745903"/>
                  </a:lnTo>
                  <a:lnTo>
                    <a:pt x="752189" y="747332"/>
                  </a:lnTo>
                  <a:lnTo>
                    <a:pt x="750665" y="748475"/>
                  </a:lnTo>
                  <a:lnTo>
                    <a:pt x="749903" y="748856"/>
                  </a:lnTo>
                  <a:lnTo>
                    <a:pt x="749046" y="749236"/>
                  </a:lnTo>
                  <a:lnTo>
                    <a:pt x="748189" y="749713"/>
                  </a:lnTo>
                  <a:lnTo>
                    <a:pt x="748093" y="749999"/>
                  </a:lnTo>
                  <a:lnTo>
                    <a:pt x="747713" y="750570"/>
                  </a:lnTo>
                  <a:lnTo>
                    <a:pt x="747427" y="750189"/>
                  </a:lnTo>
                  <a:lnTo>
                    <a:pt x="747236" y="749713"/>
                  </a:lnTo>
                  <a:lnTo>
                    <a:pt x="745712" y="748094"/>
                  </a:lnTo>
                  <a:lnTo>
                    <a:pt x="744664" y="749236"/>
                  </a:lnTo>
                  <a:lnTo>
                    <a:pt x="744188" y="751142"/>
                  </a:lnTo>
                  <a:lnTo>
                    <a:pt x="743522" y="752380"/>
                  </a:lnTo>
                  <a:lnTo>
                    <a:pt x="743236" y="752856"/>
                  </a:lnTo>
                  <a:lnTo>
                    <a:pt x="742855" y="753618"/>
                  </a:lnTo>
                  <a:lnTo>
                    <a:pt x="743617" y="753618"/>
                  </a:lnTo>
                  <a:lnTo>
                    <a:pt x="744283" y="753523"/>
                  </a:lnTo>
                  <a:lnTo>
                    <a:pt x="746950" y="752761"/>
                  </a:lnTo>
                  <a:lnTo>
                    <a:pt x="749332" y="753047"/>
                  </a:lnTo>
                  <a:lnTo>
                    <a:pt x="759809" y="749332"/>
                  </a:lnTo>
                  <a:lnTo>
                    <a:pt x="764476" y="747998"/>
                  </a:lnTo>
                  <a:lnTo>
                    <a:pt x="770763" y="747427"/>
                  </a:lnTo>
                  <a:lnTo>
                    <a:pt x="773335" y="747427"/>
                  </a:lnTo>
                  <a:lnTo>
                    <a:pt x="778002" y="747808"/>
                  </a:lnTo>
                  <a:lnTo>
                    <a:pt x="783717" y="749808"/>
                  </a:lnTo>
                  <a:lnTo>
                    <a:pt x="789051" y="747998"/>
                  </a:lnTo>
                  <a:lnTo>
                    <a:pt x="792956" y="748094"/>
                  </a:lnTo>
                  <a:lnTo>
                    <a:pt x="797147" y="748856"/>
                  </a:lnTo>
                  <a:lnTo>
                    <a:pt x="804672" y="752285"/>
                  </a:lnTo>
                  <a:lnTo>
                    <a:pt x="806958" y="752665"/>
                  </a:lnTo>
                  <a:lnTo>
                    <a:pt x="807339" y="752189"/>
                  </a:lnTo>
                  <a:lnTo>
                    <a:pt x="806577" y="751332"/>
                  </a:lnTo>
                  <a:lnTo>
                    <a:pt x="805339" y="750951"/>
                  </a:lnTo>
                  <a:lnTo>
                    <a:pt x="804958" y="749713"/>
                  </a:lnTo>
                  <a:lnTo>
                    <a:pt x="805339" y="748570"/>
                  </a:lnTo>
                  <a:lnTo>
                    <a:pt x="806101" y="745236"/>
                  </a:lnTo>
                  <a:lnTo>
                    <a:pt x="807910" y="743522"/>
                  </a:lnTo>
                  <a:lnTo>
                    <a:pt x="810197" y="741807"/>
                  </a:lnTo>
                  <a:lnTo>
                    <a:pt x="811339" y="739711"/>
                  </a:lnTo>
                  <a:lnTo>
                    <a:pt x="811911" y="739140"/>
                  </a:lnTo>
                  <a:lnTo>
                    <a:pt x="812673" y="737997"/>
                  </a:lnTo>
                  <a:lnTo>
                    <a:pt x="812101" y="736759"/>
                  </a:lnTo>
                  <a:lnTo>
                    <a:pt x="812006" y="736092"/>
                  </a:lnTo>
                  <a:lnTo>
                    <a:pt x="812387" y="734854"/>
                  </a:lnTo>
                  <a:lnTo>
                    <a:pt x="812959" y="733997"/>
                  </a:lnTo>
                  <a:lnTo>
                    <a:pt x="813340" y="732949"/>
                  </a:lnTo>
                  <a:lnTo>
                    <a:pt x="814102" y="732092"/>
                  </a:lnTo>
                  <a:lnTo>
                    <a:pt x="815816" y="731139"/>
                  </a:lnTo>
                  <a:lnTo>
                    <a:pt x="817340" y="730377"/>
                  </a:lnTo>
                  <a:lnTo>
                    <a:pt x="819340" y="729425"/>
                  </a:lnTo>
                  <a:lnTo>
                    <a:pt x="821722" y="728091"/>
                  </a:lnTo>
                  <a:lnTo>
                    <a:pt x="822674" y="725710"/>
                  </a:lnTo>
                  <a:lnTo>
                    <a:pt x="822103" y="725519"/>
                  </a:lnTo>
                  <a:lnTo>
                    <a:pt x="821341" y="725996"/>
                  </a:lnTo>
                  <a:lnTo>
                    <a:pt x="821341" y="727329"/>
                  </a:lnTo>
                  <a:lnTo>
                    <a:pt x="820674" y="726757"/>
                  </a:lnTo>
                  <a:lnTo>
                    <a:pt x="820864" y="724757"/>
                  </a:lnTo>
                  <a:lnTo>
                    <a:pt x="822388" y="723614"/>
                  </a:lnTo>
                  <a:lnTo>
                    <a:pt x="823817" y="720757"/>
                  </a:lnTo>
                  <a:lnTo>
                    <a:pt x="825532" y="719614"/>
                  </a:lnTo>
                  <a:lnTo>
                    <a:pt x="828199" y="719519"/>
                  </a:lnTo>
                  <a:lnTo>
                    <a:pt x="829628" y="718757"/>
                  </a:lnTo>
                  <a:lnTo>
                    <a:pt x="831342" y="717995"/>
                  </a:lnTo>
                  <a:lnTo>
                    <a:pt x="833914" y="718280"/>
                  </a:lnTo>
                  <a:lnTo>
                    <a:pt x="837057" y="719138"/>
                  </a:lnTo>
                  <a:lnTo>
                    <a:pt x="838867" y="720566"/>
                  </a:lnTo>
                  <a:lnTo>
                    <a:pt x="839629" y="721900"/>
                  </a:lnTo>
                  <a:lnTo>
                    <a:pt x="842486" y="724948"/>
                  </a:lnTo>
                  <a:lnTo>
                    <a:pt x="841724" y="725615"/>
                  </a:lnTo>
                  <a:lnTo>
                    <a:pt x="840772" y="725615"/>
                  </a:lnTo>
                  <a:lnTo>
                    <a:pt x="839724" y="725710"/>
                  </a:lnTo>
                  <a:lnTo>
                    <a:pt x="838200" y="725424"/>
                  </a:lnTo>
                  <a:lnTo>
                    <a:pt x="836105" y="725234"/>
                  </a:lnTo>
                  <a:lnTo>
                    <a:pt x="835628" y="726757"/>
                  </a:lnTo>
                  <a:lnTo>
                    <a:pt x="834866" y="728282"/>
                  </a:lnTo>
                  <a:lnTo>
                    <a:pt x="834962" y="729806"/>
                  </a:lnTo>
                  <a:lnTo>
                    <a:pt x="835533" y="731330"/>
                  </a:lnTo>
                  <a:lnTo>
                    <a:pt x="835819" y="731901"/>
                  </a:lnTo>
                  <a:lnTo>
                    <a:pt x="836390" y="732853"/>
                  </a:lnTo>
                  <a:lnTo>
                    <a:pt x="835723" y="732949"/>
                  </a:lnTo>
                  <a:lnTo>
                    <a:pt x="834962" y="733615"/>
                  </a:lnTo>
                  <a:lnTo>
                    <a:pt x="834485" y="734568"/>
                  </a:lnTo>
                  <a:lnTo>
                    <a:pt x="834866" y="735235"/>
                  </a:lnTo>
                  <a:lnTo>
                    <a:pt x="834866" y="736568"/>
                  </a:lnTo>
                  <a:lnTo>
                    <a:pt x="834962" y="736759"/>
                  </a:lnTo>
                  <a:lnTo>
                    <a:pt x="834771" y="737807"/>
                  </a:lnTo>
                  <a:lnTo>
                    <a:pt x="834295" y="738854"/>
                  </a:lnTo>
                  <a:lnTo>
                    <a:pt x="834866" y="740759"/>
                  </a:lnTo>
                  <a:lnTo>
                    <a:pt x="835723" y="742760"/>
                  </a:lnTo>
                  <a:lnTo>
                    <a:pt x="835057" y="742950"/>
                  </a:lnTo>
                  <a:lnTo>
                    <a:pt x="834771" y="743617"/>
                  </a:lnTo>
                  <a:lnTo>
                    <a:pt x="834104" y="744188"/>
                  </a:lnTo>
                  <a:lnTo>
                    <a:pt x="834199" y="745427"/>
                  </a:lnTo>
                  <a:lnTo>
                    <a:pt x="834199" y="746570"/>
                  </a:lnTo>
                  <a:lnTo>
                    <a:pt x="834485" y="747141"/>
                  </a:lnTo>
                  <a:lnTo>
                    <a:pt x="834866" y="747332"/>
                  </a:lnTo>
                  <a:lnTo>
                    <a:pt x="835247" y="747522"/>
                  </a:lnTo>
                  <a:lnTo>
                    <a:pt x="835628" y="747903"/>
                  </a:lnTo>
                  <a:lnTo>
                    <a:pt x="835819" y="748379"/>
                  </a:lnTo>
                  <a:lnTo>
                    <a:pt x="835438" y="749427"/>
                  </a:lnTo>
                  <a:lnTo>
                    <a:pt x="836676" y="750761"/>
                  </a:lnTo>
                  <a:lnTo>
                    <a:pt x="837247" y="751523"/>
                  </a:lnTo>
                  <a:lnTo>
                    <a:pt x="838009" y="752285"/>
                  </a:lnTo>
                  <a:lnTo>
                    <a:pt x="838772" y="752665"/>
                  </a:lnTo>
                  <a:lnTo>
                    <a:pt x="840105" y="751523"/>
                  </a:lnTo>
                  <a:lnTo>
                    <a:pt x="841915" y="750570"/>
                  </a:lnTo>
                  <a:lnTo>
                    <a:pt x="844296" y="748570"/>
                  </a:lnTo>
                  <a:lnTo>
                    <a:pt x="845534" y="749141"/>
                  </a:lnTo>
                  <a:lnTo>
                    <a:pt x="845915" y="749522"/>
                  </a:lnTo>
                  <a:lnTo>
                    <a:pt x="846391" y="749618"/>
                  </a:lnTo>
                  <a:lnTo>
                    <a:pt x="846963" y="749236"/>
                  </a:lnTo>
                  <a:lnTo>
                    <a:pt x="846677" y="748284"/>
                  </a:lnTo>
                  <a:lnTo>
                    <a:pt x="846582" y="747141"/>
                  </a:lnTo>
                  <a:lnTo>
                    <a:pt x="846772" y="745998"/>
                  </a:lnTo>
                  <a:lnTo>
                    <a:pt x="847249" y="745141"/>
                  </a:lnTo>
                  <a:lnTo>
                    <a:pt x="847535" y="744665"/>
                  </a:lnTo>
                  <a:lnTo>
                    <a:pt x="847344" y="743903"/>
                  </a:lnTo>
                  <a:lnTo>
                    <a:pt x="848011" y="743045"/>
                  </a:lnTo>
                  <a:lnTo>
                    <a:pt x="848392" y="742569"/>
                  </a:lnTo>
                  <a:lnTo>
                    <a:pt x="848773" y="741902"/>
                  </a:lnTo>
                  <a:lnTo>
                    <a:pt x="849630" y="741712"/>
                  </a:lnTo>
                  <a:lnTo>
                    <a:pt x="850106" y="741045"/>
                  </a:lnTo>
                  <a:lnTo>
                    <a:pt x="850487" y="740093"/>
                  </a:lnTo>
                  <a:lnTo>
                    <a:pt x="851344" y="739045"/>
                  </a:lnTo>
                  <a:lnTo>
                    <a:pt x="851820" y="737807"/>
                  </a:lnTo>
                  <a:lnTo>
                    <a:pt x="852011" y="736949"/>
                  </a:lnTo>
                  <a:lnTo>
                    <a:pt x="852583" y="736092"/>
                  </a:lnTo>
                  <a:lnTo>
                    <a:pt x="853630" y="735330"/>
                  </a:lnTo>
                  <a:lnTo>
                    <a:pt x="854774" y="735140"/>
                  </a:lnTo>
                  <a:lnTo>
                    <a:pt x="855155" y="732949"/>
                  </a:lnTo>
                  <a:lnTo>
                    <a:pt x="854868" y="730568"/>
                  </a:lnTo>
                  <a:lnTo>
                    <a:pt x="854202" y="729139"/>
                  </a:lnTo>
                  <a:lnTo>
                    <a:pt x="852583" y="728567"/>
                  </a:lnTo>
                  <a:lnTo>
                    <a:pt x="851820" y="727139"/>
                  </a:lnTo>
                  <a:lnTo>
                    <a:pt x="852392" y="726186"/>
                  </a:lnTo>
                  <a:lnTo>
                    <a:pt x="852678" y="724948"/>
                  </a:lnTo>
                  <a:lnTo>
                    <a:pt x="852869" y="723710"/>
                  </a:lnTo>
                  <a:lnTo>
                    <a:pt x="851249" y="723424"/>
                  </a:lnTo>
                  <a:lnTo>
                    <a:pt x="851249" y="721995"/>
                  </a:lnTo>
                  <a:lnTo>
                    <a:pt x="851916" y="719709"/>
                  </a:lnTo>
                  <a:lnTo>
                    <a:pt x="853630" y="717137"/>
                  </a:lnTo>
                  <a:lnTo>
                    <a:pt x="855631" y="717995"/>
                  </a:lnTo>
                  <a:lnTo>
                    <a:pt x="854774" y="714947"/>
                  </a:lnTo>
                  <a:lnTo>
                    <a:pt x="854964" y="711708"/>
                  </a:lnTo>
                  <a:lnTo>
                    <a:pt x="856964" y="709898"/>
                  </a:lnTo>
                  <a:lnTo>
                    <a:pt x="859631" y="708470"/>
                  </a:lnTo>
                  <a:lnTo>
                    <a:pt x="862203" y="707803"/>
                  </a:lnTo>
                  <a:lnTo>
                    <a:pt x="864775" y="707231"/>
                  </a:lnTo>
                  <a:lnTo>
                    <a:pt x="869251" y="706279"/>
                  </a:lnTo>
                  <a:lnTo>
                    <a:pt x="872014" y="706660"/>
                  </a:lnTo>
                  <a:lnTo>
                    <a:pt x="873062" y="707517"/>
                  </a:lnTo>
                  <a:lnTo>
                    <a:pt x="874109" y="707327"/>
                  </a:lnTo>
                  <a:lnTo>
                    <a:pt x="875157" y="707422"/>
                  </a:lnTo>
                  <a:lnTo>
                    <a:pt x="876110" y="707041"/>
                  </a:lnTo>
                  <a:lnTo>
                    <a:pt x="876300" y="708279"/>
                  </a:lnTo>
                  <a:lnTo>
                    <a:pt x="876967" y="708374"/>
                  </a:lnTo>
                  <a:lnTo>
                    <a:pt x="877253" y="709041"/>
                  </a:lnTo>
                  <a:lnTo>
                    <a:pt x="877443" y="709517"/>
                  </a:lnTo>
                  <a:lnTo>
                    <a:pt x="878967" y="711422"/>
                  </a:lnTo>
                  <a:lnTo>
                    <a:pt x="879348" y="712375"/>
                  </a:lnTo>
                  <a:lnTo>
                    <a:pt x="880205" y="712661"/>
                  </a:lnTo>
                  <a:lnTo>
                    <a:pt x="880395" y="713232"/>
                  </a:lnTo>
                  <a:lnTo>
                    <a:pt x="879252" y="713899"/>
                  </a:lnTo>
                  <a:lnTo>
                    <a:pt x="879919" y="715709"/>
                  </a:lnTo>
                  <a:lnTo>
                    <a:pt x="880015" y="717042"/>
                  </a:lnTo>
                  <a:lnTo>
                    <a:pt x="879729" y="717709"/>
                  </a:lnTo>
                  <a:lnTo>
                    <a:pt x="880015" y="718185"/>
                  </a:lnTo>
                  <a:lnTo>
                    <a:pt x="880491" y="718376"/>
                  </a:lnTo>
                  <a:lnTo>
                    <a:pt x="881348" y="717899"/>
                  </a:lnTo>
                  <a:lnTo>
                    <a:pt x="882587" y="718185"/>
                  </a:lnTo>
                  <a:lnTo>
                    <a:pt x="883158" y="718090"/>
                  </a:lnTo>
                  <a:lnTo>
                    <a:pt x="883730" y="717804"/>
                  </a:lnTo>
                  <a:lnTo>
                    <a:pt x="883443" y="717232"/>
                  </a:lnTo>
                  <a:lnTo>
                    <a:pt x="882967" y="716566"/>
                  </a:lnTo>
                  <a:lnTo>
                    <a:pt x="882396" y="715423"/>
                  </a:lnTo>
                  <a:lnTo>
                    <a:pt x="882682" y="714375"/>
                  </a:lnTo>
                  <a:lnTo>
                    <a:pt x="883825" y="713423"/>
                  </a:lnTo>
                  <a:lnTo>
                    <a:pt x="885920" y="713518"/>
                  </a:lnTo>
                  <a:lnTo>
                    <a:pt x="886111" y="712565"/>
                  </a:lnTo>
                  <a:lnTo>
                    <a:pt x="886015" y="712375"/>
                  </a:lnTo>
                  <a:lnTo>
                    <a:pt x="885920" y="712184"/>
                  </a:lnTo>
                  <a:lnTo>
                    <a:pt x="885730" y="711899"/>
                  </a:lnTo>
                  <a:lnTo>
                    <a:pt x="886778" y="710851"/>
                  </a:lnTo>
                  <a:lnTo>
                    <a:pt x="886206" y="709803"/>
                  </a:lnTo>
                  <a:lnTo>
                    <a:pt x="884110" y="709613"/>
                  </a:lnTo>
                  <a:lnTo>
                    <a:pt x="883253" y="708184"/>
                  </a:lnTo>
                  <a:lnTo>
                    <a:pt x="882587" y="707707"/>
                  </a:lnTo>
                  <a:lnTo>
                    <a:pt x="882205" y="708470"/>
                  </a:lnTo>
                  <a:lnTo>
                    <a:pt x="881729" y="707707"/>
                  </a:lnTo>
                  <a:lnTo>
                    <a:pt x="881824" y="706946"/>
                  </a:lnTo>
                  <a:lnTo>
                    <a:pt x="881824" y="705898"/>
                  </a:lnTo>
                  <a:lnTo>
                    <a:pt x="882110" y="705040"/>
                  </a:lnTo>
                  <a:lnTo>
                    <a:pt x="882205" y="702659"/>
                  </a:lnTo>
                  <a:lnTo>
                    <a:pt x="881444" y="701897"/>
                  </a:lnTo>
                  <a:lnTo>
                    <a:pt x="879729" y="700183"/>
                  </a:lnTo>
                  <a:lnTo>
                    <a:pt x="880491" y="699611"/>
                  </a:lnTo>
                  <a:lnTo>
                    <a:pt x="881824" y="700278"/>
                  </a:lnTo>
                  <a:lnTo>
                    <a:pt x="882491" y="700278"/>
                  </a:lnTo>
                  <a:lnTo>
                    <a:pt x="882205" y="699135"/>
                  </a:lnTo>
                  <a:lnTo>
                    <a:pt x="882491" y="698278"/>
                  </a:lnTo>
                  <a:lnTo>
                    <a:pt x="882110" y="697897"/>
                  </a:lnTo>
                  <a:lnTo>
                    <a:pt x="881158" y="697421"/>
                  </a:lnTo>
                  <a:lnTo>
                    <a:pt x="880110" y="696944"/>
                  </a:lnTo>
                  <a:lnTo>
                    <a:pt x="880586" y="696278"/>
                  </a:lnTo>
                  <a:lnTo>
                    <a:pt x="881444" y="696087"/>
                  </a:lnTo>
                  <a:lnTo>
                    <a:pt x="882587" y="696563"/>
                  </a:lnTo>
                  <a:lnTo>
                    <a:pt x="883920" y="696373"/>
                  </a:lnTo>
                  <a:lnTo>
                    <a:pt x="885539" y="695135"/>
                  </a:lnTo>
                  <a:lnTo>
                    <a:pt x="887349" y="693992"/>
                  </a:lnTo>
                  <a:lnTo>
                    <a:pt x="887730" y="693325"/>
                  </a:lnTo>
                  <a:lnTo>
                    <a:pt x="887825" y="693230"/>
                  </a:lnTo>
                  <a:lnTo>
                    <a:pt x="887730" y="692372"/>
                  </a:lnTo>
                  <a:lnTo>
                    <a:pt x="888397" y="691515"/>
                  </a:lnTo>
                  <a:lnTo>
                    <a:pt x="887635" y="689705"/>
                  </a:lnTo>
                  <a:lnTo>
                    <a:pt x="887635" y="688943"/>
                  </a:lnTo>
                  <a:lnTo>
                    <a:pt x="886778" y="687610"/>
                  </a:lnTo>
                  <a:lnTo>
                    <a:pt x="886206" y="685610"/>
                  </a:lnTo>
                  <a:lnTo>
                    <a:pt x="886587" y="684181"/>
                  </a:lnTo>
                  <a:lnTo>
                    <a:pt x="887158" y="684943"/>
                  </a:lnTo>
                  <a:lnTo>
                    <a:pt x="887158" y="686467"/>
                  </a:lnTo>
                  <a:lnTo>
                    <a:pt x="887921" y="687419"/>
                  </a:lnTo>
                  <a:lnTo>
                    <a:pt x="888492" y="686467"/>
                  </a:lnTo>
                  <a:lnTo>
                    <a:pt x="888873" y="685228"/>
                  </a:lnTo>
                  <a:lnTo>
                    <a:pt x="889540" y="685228"/>
                  </a:lnTo>
                  <a:lnTo>
                    <a:pt x="889730" y="686181"/>
                  </a:lnTo>
                  <a:lnTo>
                    <a:pt x="890397" y="686753"/>
                  </a:lnTo>
                  <a:lnTo>
                    <a:pt x="890683" y="685800"/>
                  </a:lnTo>
                  <a:lnTo>
                    <a:pt x="891064" y="685228"/>
                  </a:lnTo>
                  <a:lnTo>
                    <a:pt x="891826" y="685610"/>
                  </a:lnTo>
                  <a:lnTo>
                    <a:pt x="892207" y="685705"/>
                  </a:lnTo>
                  <a:lnTo>
                    <a:pt x="892683" y="686086"/>
                  </a:lnTo>
                  <a:lnTo>
                    <a:pt x="893255" y="686181"/>
                  </a:lnTo>
                  <a:lnTo>
                    <a:pt x="893540" y="686753"/>
                  </a:lnTo>
                  <a:lnTo>
                    <a:pt x="894302" y="686086"/>
                  </a:lnTo>
                  <a:lnTo>
                    <a:pt x="895731" y="685228"/>
                  </a:lnTo>
                  <a:lnTo>
                    <a:pt x="894778" y="683609"/>
                  </a:lnTo>
                  <a:lnTo>
                    <a:pt x="896303" y="682943"/>
                  </a:lnTo>
                  <a:lnTo>
                    <a:pt x="898017" y="683228"/>
                  </a:lnTo>
                  <a:lnTo>
                    <a:pt x="898684" y="683990"/>
                  </a:lnTo>
                  <a:lnTo>
                    <a:pt x="899351" y="683800"/>
                  </a:lnTo>
                  <a:lnTo>
                    <a:pt x="900589" y="685038"/>
                  </a:lnTo>
                  <a:lnTo>
                    <a:pt x="901351" y="685705"/>
                  </a:lnTo>
                  <a:lnTo>
                    <a:pt x="902208" y="686657"/>
                  </a:lnTo>
                  <a:lnTo>
                    <a:pt x="903065" y="687419"/>
                  </a:lnTo>
                  <a:lnTo>
                    <a:pt x="903256" y="688562"/>
                  </a:lnTo>
                  <a:lnTo>
                    <a:pt x="903446" y="689801"/>
                  </a:lnTo>
                  <a:lnTo>
                    <a:pt x="904303" y="689801"/>
                  </a:lnTo>
                  <a:lnTo>
                    <a:pt x="904113" y="690563"/>
                  </a:lnTo>
                  <a:lnTo>
                    <a:pt x="903732" y="691515"/>
                  </a:lnTo>
                  <a:lnTo>
                    <a:pt x="902780" y="691420"/>
                  </a:lnTo>
                  <a:lnTo>
                    <a:pt x="901160" y="693325"/>
                  </a:lnTo>
                  <a:lnTo>
                    <a:pt x="900017" y="694753"/>
                  </a:lnTo>
                  <a:lnTo>
                    <a:pt x="899255" y="695897"/>
                  </a:lnTo>
                  <a:lnTo>
                    <a:pt x="898017" y="696849"/>
                  </a:lnTo>
                  <a:lnTo>
                    <a:pt x="896779" y="697040"/>
                  </a:lnTo>
                  <a:lnTo>
                    <a:pt x="895826" y="697897"/>
                  </a:lnTo>
                  <a:lnTo>
                    <a:pt x="894397" y="698373"/>
                  </a:lnTo>
                  <a:lnTo>
                    <a:pt x="893731" y="699135"/>
                  </a:lnTo>
                  <a:lnTo>
                    <a:pt x="894111" y="701135"/>
                  </a:lnTo>
                  <a:lnTo>
                    <a:pt x="894111" y="701993"/>
                  </a:lnTo>
                  <a:lnTo>
                    <a:pt x="893350" y="702945"/>
                  </a:lnTo>
                  <a:lnTo>
                    <a:pt x="890873" y="702183"/>
                  </a:lnTo>
                  <a:lnTo>
                    <a:pt x="890587" y="703231"/>
                  </a:lnTo>
                  <a:lnTo>
                    <a:pt x="889826" y="703993"/>
                  </a:lnTo>
                  <a:lnTo>
                    <a:pt x="889826" y="705231"/>
                  </a:lnTo>
                  <a:lnTo>
                    <a:pt x="888683" y="705898"/>
                  </a:lnTo>
                  <a:lnTo>
                    <a:pt x="887539" y="705898"/>
                  </a:lnTo>
                  <a:lnTo>
                    <a:pt x="887635" y="706184"/>
                  </a:lnTo>
                  <a:lnTo>
                    <a:pt x="888968" y="706755"/>
                  </a:lnTo>
                  <a:lnTo>
                    <a:pt x="891159" y="707517"/>
                  </a:lnTo>
                  <a:lnTo>
                    <a:pt x="891159" y="708946"/>
                  </a:lnTo>
                  <a:lnTo>
                    <a:pt x="892112" y="710565"/>
                  </a:lnTo>
                  <a:lnTo>
                    <a:pt x="892016" y="711994"/>
                  </a:lnTo>
                  <a:lnTo>
                    <a:pt x="891349" y="712565"/>
                  </a:lnTo>
                  <a:lnTo>
                    <a:pt x="889920" y="713613"/>
                  </a:lnTo>
                  <a:lnTo>
                    <a:pt x="889635" y="714470"/>
                  </a:lnTo>
                  <a:lnTo>
                    <a:pt x="889730" y="715423"/>
                  </a:lnTo>
                  <a:lnTo>
                    <a:pt x="889540" y="716280"/>
                  </a:lnTo>
                  <a:lnTo>
                    <a:pt x="890492" y="717709"/>
                  </a:lnTo>
                  <a:lnTo>
                    <a:pt x="890492" y="719995"/>
                  </a:lnTo>
                  <a:lnTo>
                    <a:pt x="890587" y="720661"/>
                  </a:lnTo>
                  <a:lnTo>
                    <a:pt x="891064" y="721900"/>
                  </a:lnTo>
                  <a:lnTo>
                    <a:pt x="891159" y="722662"/>
                  </a:lnTo>
                  <a:lnTo>
                    <a:pt x="890969" y="723424"/>
                  </a:lnTo>
                  <a:lnTo>
                    <a:pt x="890397" y="723995"/>
                  </a:lnTo>
                  <a:lnTo>
                    <a:pt x="890492" y="724662"/>
                  </a:lnTo>
                  <a:lnTo>
                    <a:pt x="891540" y="725043"/>
                  </a:lnTo>
                  <a:lnTo>
                    <a:pt x="892112" y="725519"/>
                  </a:lnTo>
                  <a:lnTo>
                    <a:pt x="892207" y="726377"/>
                  </a:lnTo>
                  <a:lnTo>
                    <a:pt x="892016" y="726948"/>
                  </a:lnTo>
                  <a:lnTo>
                    <a:pt x="891635" y="727139"/>
                  </a:lnTo>
                  <a:lnTo>
                    <a:pt x="890683" y="726853"/>
                  </a:lnTo>
                  <a:lnTo>
                    <a:pt x="890016" y="726948"/>
                  </a:lnTo>
                  <a:lnTo>
                    <a:pt x="889635" y="727520"/>
                  </a:lnTo>
                  <a:lnTo>
                    <a:pt x="888968" y="727901"/>
                  </a:lnTo>
                  <a:lnTo>
                    <a:pt x="888206" y="728091"/>
                  </a:lnTo>
                  <a:lnTo>
                    <a:pt x="887635" y="727996"/>
                  </a:lnTo>
                  <a:lnTo>
                    <a:pt x="886682" y="727805"/>
                  </a:lnTo>
                  <a:lnTo>
                    <a:pt x="886015" y="727805"/>
                  </a:lnTo>
                  <a:lnTo>
                    <a:pt x="886015" y="728472"/>
                  </a:lnTo>
                  <a:lnTo>
                    <a:pt x="886206" y="729044"/>
                  </a:lnTo>
                  <a:lnTo>
                    <a:pt x="887349" y="729139"/>
                  </a:lnTo>
                  <a:lnTo>
                    <a:pt x="889063" y="729806"/>
                  </a:lnTo>
                  <a:lnTo>
                    <a:pt x="889730" y="730377"/>
                  </a:lnTo>
                  <a:lnTo>
                    <a:pt x="889826" y="731234"/>
                  </a:lnTo>
                  <a:lnTo>
                    <a:pt x="889635" y="731806"/>
                  </a:lnTo>
                  <a:lnTo>
                    <a:pt x="890492" y="732282"/>
                  </a:lnTo>
                  <a:lnTo>
                    <a:pt x="890778" y="732568"/>
                  </a:lnTo>
                  <a:lnTo>
                    <a:pt x="891445" y="732377"/>
                  </a:lnTo>
                  <a:lnTo>
                    <a:pt x="892207" y="732187"/>
                  </a:lnTo>
                  <a:lnTo>
                    <a:pt x="892874" y="732377"/>
                  </a:lnTo>
                  <a:lnTo>
                    <a:pt x="893826" y="732282"/>
                  </a:lnTo>
                  <a:lnTo>
                    <a:pt x="895160" y="731996"/>
                  </a:lnTo>
                  <a:lnTo>
                    <a:pt x="896017" y="731234"/>
                  </a:lnTo>
                  <a:lnTo>
                    <a:pt x="896493" y="730663"/>
                  </a:lnTo>
                  <a:lnTo>
                    <a:pt x="896969" y="729806"/>
                  </a:lnTo>
                  <a:lnTo>
                    <a:pt x="897064" y="728663"/>
                  </a:lnTo>
                  <a:lnTo>
                    <a:pt x="897064" y="727615"/>
                  </a:lnTo>
                  <a:lnTo>
                    <a:pt x="897636" y="726662"/>
                  </a:lnTo>
                  <a:lnTo>
                    <a:pt x="897922" y="725519"/>
                  </a:lnTo>
                  <a:lnTo>
                    <a:pt x="898493" y="724662"/>
                  </a:lnTo>
                  <a:lnTo>
                    <a:pt x="900112" y="723519"/>
                  </a:lnTo>
                  <a:lnTo>
                    <a:pt x="901922" y="722186"/>
                  </a:lnTo>
                  <a:lnTo>
                    <a:pt x="902970" y="722186"/>
                  </a:lnTo>
                  <a:lnTo>
                    <a:pt x="904303" y="721138"/>
                  </a:lnTo>
                  <a:lnTo>
                    <a:pt x="904589" y="719709"/>
                  </a:lnTo>
                  <a:lnTo>
                    <a:pt x="906113" y="718090"/>
                  </a:lnTo>
                  <a:lnTo>
                    <a:pt x="907256" y="718376"/>
                  </a:lnTo>
                  <a:lnTo>
                    <a:pt x="909637" y="718566"/>
                  </a:lnTo>
                  <a:lnTo>
                    <a:pt x="911638" y="718757"/>
                  </a:lnTo>
                  <a:lnTo>
                    <a:pt x="912495" y="717328"/>
                  </a:lnTo>
                  <a:lnTo>
                    <a:pt x="913828" y="717518"/>
                  </a:lnTo>
                  <a:lnTo>
                    <a:pt x="914686" y="716566"/>
                  </a:lnTo>
                  <a:lnTo>
                    <a:pt x="915162" y="717423"/>
                  </a:lnTo>
                  <a:lnTo>
                    <a:pt x="916114" y="717614"/>
                  </a:lnTo>
                  <a:lnTo>
                    <a:pt x="916781" y="716852"/>
                  </a:lnTo>
                  <a:lnTo>
                    <a:pt x="916591" y="715899"/>
                  </a:lnTo>
                  <a:lnTo>
                    <a:pt x="917543" y="714470"/>
                  </a:lnTo>
                  <a:lnTo>
                    <a:pt x="919067" y="714756"/>
                  </a:lnTo>
                  <a:lnTo>
                    <a:pt x="919924" y="713423"/>
                  </a:lnTo>
                  <a:lnTo>
                    <a:pt x="920210" y="711803"/>
                  </a:lnTo>
                  <a:lnTo>
                    <a:pt x="920496" y="709422"/>
                  </a:lnTo>
                  <a:lnTo>
                    <a:pt x="920972" y="706755"/>
                  </a:lnTo>
                  <a:lnTo>
                    <a:pt x="920591" y="704945"/>
                  </a:lnTo>
                  <a:lnTo>
                    <a:pt x="919544" y="701611"/>
                  </a:lnTo>
                  <a:lnTo>
                    <a:pt x="921543" y="694563"/>
                  </a:lnTo>
                  <a:lnTo>
                    <a:pt x="924687" y="689705"/>
                  </a:lnTo>
                  <a:lnTo>
                    <a:pt x="930592" y="684181"/>
                  </a:lnTo>
                  <a:lnTo>
                    <a:pt x="934021" y="681800"/>
                  </a:lnTo>
                  <a:lnTo>
                    <a:pt x="936974" y="681133"/>
                  </a:lnTo>
                  <a:lnTo>
                    <a:pt x="937165" y="682181"/>
                  </a:lnTo>
                  <a:lnTo>
                    <a:pt x="939832" y="681228"/>
                  </a:lnTo>
                  <a:lnTo>
                    <a:pt x="941546" y="680466"/>
                  </a:lnTo>
                  <a:lnTo>
                    <a:pt x="942880" y="680180"/>
                  </a:lnTo>
                  <a:lnTo>
                    <a:pt x="943546" y="680752"/>
                  </a:lnTo>
                  <a:lnTo>
                    <a:pt x="943928" y="681323"/>
                  </a:lnTo>
                  <a:lnTo>
                    <a:pt x="944689" y="681800"/>
                  </a:lnTo>
                  <a:lnTo>
                    <a:pt x="945071" y="681228"/>
                  </a:lnTo>
                  <a:lnTo>
                    <a:pt x="945642" y="679704"/>
                  </a:lnTo>
                  <a:lnTo>
                    <a:pt x="945356" y="679132"/>
                  </a:lnTo>
                  <a:lnTo>
                    <a:pt x="944880" y="678847"/>
                  </a:lnTo>
                  <a:lnTo>
                    <a:pt x="944594" y="678752"/>
                  </a:lnTo>
                  <a:lnTo>
                    <a:pt x="944213" y="678656"/>
                  </a:lnTo>
                  <a:lnTo>
                    <a:pt x="943642" y="678371"/>
                  </a:lnTo>
                  <a:lnTo>
                    <a:pt x="943070" y="677132"/>
                  </a:lnTo>
                  <a:lnTo>
                    <a:pt x="940880" y="674084"/>
                  </a:lnTo>
                  <a:lnTo>
                    <a:pt x="933355" y="660845"/>
                  </a:lnTo>
                  <a:lnTo>
                    <a:pt x="931450" y="655511"/>
                  </a:lnTo>
                  <a:lnTo>
                    <a:pt x="929830" y="651224"/>
                  </a:lnTo>
                  <a:lnTo>
                    <a:pt x="929164" y="645700"/>
                  </a:lnTo>
                  <a:lnTo>
                    <a:pt x="929069" y="643319"/>
                  </a:lnTo>
                  <a:lnTo>
                    <a:pt x="929830" y="641890"/>
                  </a:lnTo>
                  <a:lnTo>
                    <a:pt x="931831" y="639699"/>
                  </a:lnTo>
                  <a:lnTo>
                    <a:pt x="932211" y="637985"/>
                  </a:lnTo>
                  <a:lnTo>
                    <a:pt x="932117" y="636937"/>
                  </a:lnTo>
                  <a:lnTo>
                    <a:pt x="931450" y="634460"/>
                  </a:lnTo>
                  <a:lnTo>
                    <a:pt x="931450" y="633413"/>
                  </a:lnTo>
                  <a:lnTo>
                    <a:pt x="932117" y="628745"/>
                  </a:lnTo>
                  <a:lnTo>
                    <a:pt x="932974" y="626555"/>
                  </a:lnTo>
                  <a:lnTo>
                    <a:pt x="935831" y="621411"/>
                  </a:lnTo>
                  <a:lnTo>
                    <a:pt x="938403" y="611600"/>
                  </a:lnTo>
                  <a:lnTo>
                    <a:pt x="938879" y="610553"/>
                  </a:lnTo>
                  <a:lnTo>
                    <a:pt x="941070" y="607124"/>
                  </a:lnTo>
                  <a:lnTo>
                    <a:pt x="941260" y="606552"/>
                  </a:lnTo>
                  <a:lnTo>
                    <a:pt x="941546" y="605885"/>
                  </a:lnTo>
                  <a:lnTo>
                    <a:pt x="941546" y="604742"/>
                  </a:lnTo>
                  <a:lnTo>
                    <a:pt x="941642" y="603980"/>
                  </a:lnTo>
                  <a:lnTo>
                    <a:pt x="942022" y="603599"/>
                  </a:lnTo>
                  <a:lnTo>
                    <a:pt x="942403" y="603409"/>
                  </a:lnTo>
                  <a:lnTo>
                    <a:pt x="943165" y="602456"/>
                  </a:lnTo>
                  <a:lnTo>
                    <a:pt x="944404" y="602075"/>
                  </a:lnTo>
                  <a:lnTo>
                    <a:pt x="946118" y="600932"/>
                  </a:lnTo>
                  <a:lnTo>
                    <a:pt x="947452" y="600647"/>
                  </a:lnTo>
                  <a:lnTo>
                    <a:pt x="947928" y="600456"/>
                  </a:lnTo>
                  <a:lnTo>
                    <a:pt x="949738" y="598646"/>
                  </a:lnTo>
                  <a:lnTo>
                    <a:pt x="950500" y="596265"/>
                  </a:lnTo>
                  <a:lnTo>
                    <a:pt x="951261" y="590455"/>
                  </a:lnTo>
                  <a:lnTo>
                    <a:pt x="952119" y="588264"/>
                  </a:lnTo>
                  <a:lnTo>
                    <a:pt x="952214" y="587502"/>
                  </a:lnTo>
                  <a:lnTo>
                    <a:pt x="952214" y="581406"/>
                  </a:lnTo>
                  <a:lnTo>
                    <a:pt x="952595" y="580549"/>
                  </a:lnTo>
                  <a:lnTo>
                    <a:pt x="952595" y="578453"/>
                  </a:lnTo>
                  <a:lnTo>
                    <a:pt x="953738" y="573596"/>
                  </a:lnTo>
                  <a:lnTo>
                    <a:pt x="954024" y="571500"/>
                  </a:lnTo>
                  <a:lnTo>
                    <a:pt x="953262" y="553593"/>
                  </a:lnTo>
                  <a:lnTo>
                    <a:pt x="953071" y="552926"/>
                  </a:lnTo>
                  <a:lnTo>
                    <a:pt x="952310" y="551974"/>
                  </a:lnTo>
                  <a:lnTo>
                    <a:pt x="952119" y="551498"/>
                  </a:lnTo>
                  <a:lnTo>
                    <a:pt x="952214" y="551117"/>
                  </a:lnTo>
                  <a:lnTo>
                    <a:pt x="952690" y="550259"/>
                  </a:lnTo>
                  <a:lnTo>
                    <a:pt x="952881" y="549688"/>
                  </a:lnTo>
                  <a:lnTo>
                    <a:pt x="952881" y="548354"/>
                  </a:lnTo>
                  <a:lnTo>
                    <a:pt x="952595" y="547497"/>
                  </a:lnTo>
                  <a:lnTo>
                    <a:pt x="952119" y="546830"/>
                  </a:lnTo>
                  <a:lnTo>
                    <a:pt x="951928" y="545878"/>
                  </a:lnTo>
                  <a:lnTo>
                    <a:pt x="951357" y="543497"/>
                  </a:lnTo>
                  <a:lnTo>
                    <a:pt x="949547" y="540163"/>
                  </a:lnTo>
                  <a:lnTo>
                    <a:pt x="948214" y="537591"/>
                  </a:lnTo>
                  <a:lnTo>
                    <a:pt x="948214" y="537401"/>
                  </a:lnTo>
                  <a:lnTo>
                    <a:pt x="947547" y="532543"/>
                  </a:lnTo>
                  <a:lnTo>
                    <a:pt x="947452" y="529781"/>
                  </a:lnTo>
                  <a:lnTo>
                    <a:pt x="947833" y="527018"/>
                  </a:lnTo>
                  <a:lnTo>
                    <a:pt x="950024" y="518922"/>
                  </a:lnTo>
                  <a:lnTo>
                    <a:pt x="951167" y="516446"/>
                  </a:lnTo>
                  <a:lnTo>
                    <a:pt x="952690" y="513874"/>
                  </a:lnTo>
                  <a:lnTo>
                    <a:pt x="954596" y="511588"/>
                  </a:lnTo>
                  <a:lnTo>
                    <a:pt x="955072" y="511207"/>
                  </a:lnTo>
                  <a:lnTo>
                    <a:pt x="955643" y="510921"/>
                  </a:lnTo>
                  <a:lnTo>
                    <a:pt x="956024" y="510540"/>
                  </a:lnTo>
                  <a:lnTo>
                    <a:pt x="956215" y="510064"/>
                  </a:lnTo>
                  <a:lnTo>
                    <a:pt x="956024" y="509492"/>
                  </a:lnTo>
                  <a:lnTo>
                    <a:pt x="955548" y="509302"/>
                  </a:lnTo>
                  <a:lnTo>
                    <a:pt x="954976" y="509397"/>
                  </a:lnTo>
                  <a:lnTo>
                    <a:pt x="954500" y="509683"/>
                  </a:lnTo>
                  <a:lnTo>
                    <a:pt x="954786" y="508349"/>
                  </a:lnTo>
                  <a:lnTo>
                    <a:pt x="955358" y="507206"/>
                  </a:lnTo>
                  <a:lnTo>
                    <a:pt x="956119" y="506254"/>
                  </a:lnTo>
                  <a:lnTo>
                    <a:pt x="957072" y="505587"/>
                  </a:lnTo>
                  <a:lnTo>
                    <a:pt x="957453" y="505968"/>
                  </a:lnTo>
                  <a:lnTo>
                    <a:pt x="957929" y="506063"/>
                  </a:lnTo>
                  <a:lnTo>
                    <a:pt x="958405" y="505968"/>
                  </a:lnTo>
                  <a:lnTo>
                    <a:pt x="958882" y="505587"/>
                  </a:lnTo>
                  <a:lnTo>
                    <a:pt x="959739" y="508444"/>
                  </a:lnTo>
                  <a:lnTo>
                    <a:pt x="959930" y="508826"/>
                  </a:lnTo>
                  <a:lnTo>
                    <a:pt x="960882" y="508826"/>
                  </a:lnTo>
                  <a:lnTo>
                    <a:pt x="961168" y="508730"/>
                  </a:lnTo>
                  <a:lnTo>
                    <a:pt x="960977" y="507206"/>
                  </a:lnTo>
                  <a:lnTo>
                    <a:pt x="961453" y="505587"/>
                  </a:lnTo>
                  <a:lnTo>
                    <a:pt x="962596" y="504635"/>
                  </a:lnTo>
                  <a:lnTo>
                    <a:pt x="964025" y="504063"/>
                  </a:lnTo>
                  <a:lnTo>
                    <a:pt x="967930" y="503111"/>
                  </a:lnTo>
                  <a:lnTo>
                    <a:pt x="969455" y="503015"/>
                  </a:lnTo>
                  <a:lnTo>
                    <a:pt x="970502" y="503492"/>
                  </a:lnTo>
                  <a:lnTo>
                    <a:pt x="971645" y="504635"/>
                  </a:lnTo>
                  <a:lnTo>
                    <a:pt x="972217" y="504920"/>
                  </a:lnTo>
                  <a:lnTo>
                    <a:pt x="972883" y="505111"/>
                  </a:lnTo>
                  <a:lnTo>
                    <a:pt x="973550" y="505111"/>
                  </a:lnTo>
                  <a:lnTo>
                    <a:pt x="974026" y="504920"/>
                  </a:lnTo>
                  <a:lnTo>
                    <a:pt x="974502" y="504920"/>
                  </a:lnTo>
                  <a:lnTo>
                    <a:pt x="975074" y="505492"/>
                  </a:lnTo>
                  <a:lnTo>
                    <a:pt x="974598" y="506921"/>
                  </a:lnTo>
                  <a:lnTo>
                    <a:pt x="974312" y="507397"/>
                  </a:lnTo>
                  <a:lnTo>
                    <a:pt x="976027" y="508254"/>
                  </a:lnTo>
                  <a:lnTo>
                    <a:pt x="976503" y="508730"/>
                  </a:lnTo>
                  <a:lnTo>
                    <a:pt x="976503" y="509111"/>
                  </a:lnTo>
                  <a:lnTo>
                    <a:pt x="976312" y="509492"/>
                  </a:lnTo>
                  <a:lnTo>
                    <a:pt x="976122" y="509873"/>
                  </a:lnTo>
                  <a:lnTo>
                    <a:pt x="976312" y="510350"/>
                  </a:lnTo>
                  <a:lnTo>
                    <a:pt x="976694" y="510540"/>
                  </a:lnTo>
                  <a:lnTo>
                    <a:pt x="977455" y="510540"/>
                  </a:lnTo>
                  <a:lnTo>
                    <a:pt x="977837" y="510731"/>
                  </a:lnTo>
                  <a:lnTo>
                    <a:pt x="979265" y="512159"/>
                  </a:lnTo>
                  <a:lnTo>
                    <a:pt x="979646" y="512350"/>
                  </a:lnTo>
                  <a:lnTo>
                    <a:pt x="980313" y="510540"/>
                  </a:lnTo>
                  <a:lnTo>
                    <a:pt x="980599" y="510064"/>
                  </a:lnTo>
                  <a:lnTo>
                    <a:pt x="979932" y="509016"/>
                  </a:lnTo>
                  <a:lnTo>
                    <a:pt x="979932" y="507587"/>
                  </a:lnTo>
                  <a:lnTo>
                    <a:pt x="979742" y="506254"/>
                  </a:lnTo>
                  <a:lnTo>
                    <a:pt x="978503" y="505492"/>
                  </a:lnTo>
                  <a:lnTo>
                    <a:pt x="978884" y="504539"/>
                  </a:lnTo>
                  <a:lnTo>
                    <a:pt x="979456" y="504158"/>
                  </a:lnTo>
                  <a:lnTo>
                    <a:pt x="980218" y="504158"/>
                  </a:lnTo>
                  <a:lnTo>
                    <a:pt x="980980" y="504444"/>
                  </a:lnTo>
                  <a:lnTo>
                    <a:pt x="980408" y="503587"/>
                  </a:lnTo>
                  <a:lnTo>
                    <a:pt x="979360" y="503301"/>
                  </a:lnTo>
                  <a:lnTo>
                    <a:pt x="978313" y="503492"/>
                  </a:lnTo>
                  <a:lnTo>
                    <a:pt x="977741" y="503968"/>
                  </a:lnTo>
                  <a:lnTo>
                    <a:pt x="977265" y="503301"/>
                  </a:lnTo>
                  <a:lnTo>
                    <a:pt x="977265" y="502730"/>
                  </a:lnTo>
                  <a:lnTo>
                    <a:pt x="977265" y="502158"/>
                  </a:lnTo>
                  <a:lnTo>
                    <a:pt x="976884" y="501396"/>
                  </a:lnTo>
                  <a:lnTo>
                    <a:pt x="976979" y="501015"/>
                  </a:lnTo>
                  <a:lnTo>
                    <a:pt x="977551" y="500729"/>
                  </a:lnTo>
                  <a:lnTo>
                    <a:pt x="978884" y="500348"/>
                  </a:lnTo>
                  <a:lnTo>
                    <a:pt x="978693" y="500063"/>
                  </a:lnTo>
                  <a:lnTo>
                    <a:pt x="978599" y="499777"/>
                  </a:lnTo>
                  <a:lnTo>
                    <a:pt x="978503" y="499586"/>
                  </a:lnTo>
                  <a:lnTo>
                    <a:pt x="978217" y="499396"/>
                  </a:lnTo>
                  <a:lnTo>
                    <a:pt x="978503" y="498729"/>
                  </a:lnTo>
                  <a:lnTo>
                    <a:pt x="979265" y="496253"/>
                  </a:lnTo>
                  <a:lnTo>
                    <a:pt x="979456" y="496919"/>
                  </a:lnTo>
                  <a:lnTo>
                    <a:pt x="979742" y="497491"/>
                  </a:lnTo>
                  <a:lnTo>
                    <a:pt x="980122" y="497872"/>
                  </a:lnTo>
                  <a:lnTo>
                    <a:pt x="980694" y="498062"/>
                  </a:lnTo>
                  <a:lnTo>
                    <a:pt x="980885" y="496634"/>
                  </a:lnTo>
                  <a:lnTo>
                    <a:pt x="980885" y="495490"/>
                  </a:lnTo>
                  <a:lnTo>
                    <a:pt x="980599" y="494538"/>
                  </a:lnTo>
                  <a:lnTo>
                    <a:pt x="979932" y="493490"/>
                  </a:lnTo>
                  <a:lnTo>
                    <a:pt x="979170" y="494443"/>
                  </a:lnTo>
                  <a:lnTo>
                    <a:pt x="978313" y="493967"/>
                  </a:lnTo>
                  <a:lnTo>
                    <a:pt x="977455" y="492919"/>
                  </a:lnTo>
                  <a:lnTo>
                    <a:pt x="976598" y="492061"/>
                  </a:lnTo>
                  <a:lnTo>
                    <a:pt x="978980" y="490157"/>
                  </a:lnTo>
                  <a:lnTo>
                    <a:pt x="979360" y="489680"/>
                  </a:lnTo>
                  <a:lnTo>
                    <a:pt x="979932" y="488728"/>
                  </a:lnTo>
                  <a:lnTo>
                    <a:pt x="980313" y="487775"/>
                  </a:lnTo>
                  <a:lnTo>
                    <a:pt x="980122" y="487394"/>
                  </a:lnTo>
                  <a:lnTo>
                    <a:pt x="977646" y="487204"/>
                  </a:lnTo>
                  <a:lnTo>
                    <a:pt x="977074" y="486918"/>
                  </a:lnTo>
                  <a:lnTo>
                    <a:pt x="976503" y="486251"/>
                  </a:lnTo>
                  <a:lnTo>
                    <a:pt x="976503" y="485870"/>
                  </a:lnTo>
                  <a:lnTo>
                    <a:pt x="977455" y="485108"/>
                  </a:lnTo>
                  <a:lnTo>
                    <a:pt x="978027" y="484727"/>
                  </a:lnTo>
                  <a:lnTo>
                    <a:pt x="979360" y="484251"/>
                  </a:lnTo>
                  <a:lnTo>
                    <a:pt x="979836" y="483870"/>
                  </a:lnTo>
                  <a:lnTo>
                    <a:pt x="980503" y="482918"/>
                  </a:lnTo>
                  <a:lnTo>
                    <a:pt x="980789" y="482727"/>
                  </a:lnTo>
                  <a:lnTo>
                    <a:pt x="981170" y="482727"/>
                  </a:lnTo>
                  <a:lnTo>
                    <a:pt x="981456" y="483013"/>
                  </a:lnTo>
                  <a:lnTo>
                    <a:pt x="981742" y="483203"/>
                  </a:lnTo>
                  <a:lnTo>
                    <a:pt x="982123" y="482918"/>
                  </a:lnTo>
                  <a:lnTo>
                    <a:pt x="982408" y="481870"/>
                  </a:lnTo>
                  <a:lnTo>
                    <a:pt x="982123" y="481203"/>
                  </a:lnTo>
                  <a:lnTo>
                    <a:pt x="981170" y="480441"/>
                  </a:lnTo>
                  <a:lnTo>
                    <a:pt x="980599" y="479393"/>
                  </a:lnTo>
                  <a:lnTo>
                    <a:pt x="980218" y="478917"/>
                  </a:lnTo>
                  <a:lnTo>
                    <a:pt x="979646" y="478631"/>
                  </a:lnTo>
                  <a:lnTo>
                    <a:pt x="980122" y="477774"/>
                  </a:lnTo>
                  <a:lnTo>
                    <a:pt x="982408" y="476060"/>
                  </a:lnTo>
                  <a:lnTo>
                    <a:pt x="983171" y="475202"/>
                  </a:lnTo>
                  <a:lnTo>
                    <a:pt x="983266" y="474726"/>
                  </a:lnTo>
                  <a:lnTo>
                    <a:pt x="983075" y="474155"/>
                  </a:lnTo>
                  <a:lnTo>
                    <a:pt x="982980" y="472821"/>
                  </a:lnTo>
                  <a:lnTo>
                    <a:pt x="982980" y="471583"/>
                  </a:lnTo>
                  <a:lnTo>
                    <a:pt x="983171" y="471011"/>
                  </a:lnTo>
                  <a:lnTo>
                    <a:pt x="983742" y="470821"/>
                  </a:lnTo>
                  <a:lnTo>
                    <a:pt x="984790" y="470821"/>
                  </a:lnTo>
                  <a:lnTo>
                    <a:pt x="985170" y="470726"/>
                  </a:lnTo>
                  <a:lnTo>
                    <a:pt x="985552" y="470535"/>
                  </a:lnTo>
                  <a:lnTo>
                    <a:pt x="985837" y="470440"/>
                  </a:lnTo>
                  <a:lnTo>
                    <a:pt x="986123" y="470630"/>
                  </a:lnTo>
                  <a:lnTo>
                    <a:pt x="986314" y="471011"/>
                  </a:lnTo>
                  <a:lnTo>
                    <a:pt x="986504" y="471964"/>
                  </a:lnTo>
                  <a:lnTo>
                    <a:pt x="986695" y="472250"/>
                  </a:lnTo>
                  <a:lnTo>
                    <a:pt x="987838" y="473107"/>
                  </a:lnTo>
                  <a:lnTo>
                    <a:pt x="987552" y="471678"/>
                  </a:lnTo>
                  <a:lnTo>
                    <a:pt x="986314" y="468249"/>
                  </a:lnTo>
                  <a:lnTo>
                    <a:pt x="986028" y="465392"/>
                  </a:lnTo>
                  <a:lnTo>
                    <a:pt x="985933" y="464058"/>
                  </a:lnTo>
                  <a:lnTo>
                    <a:pt x="986599" y="463296"/>
                  </a:lnTo>
                  <a:lnTo>
                    <a:pt x="988885" y="463391"/>
                  </a:lnTo>
                  <a:lnTo>
                    <a:pt x="988505" y="464058"/>
                  </a:lnTo>
                  <a:lnTo>
                    <a:pt x="987838" y="464344"/>
                  </a:lnTo>
                  <a:lnTo>
                    <a:pt x="988218" y="465011"/>
                  </a:lnTo>
                  <a:lnTo>
                    <a:pt x="988790" y="465773"/>
                  </a:lnTo>
                  <a:lnTo>
                    <a:pt x="989457" y="466344"/>
                  </a:lnTo>
                  <a:lnTo>
                    <a:pt x="990124" y="466630"/>
                  </a:lnTo>
                  <a:lnTo>
                    <a:pt x="990790" y="466344"/>
                  </a:lnTo>
                  <a:lnTo>
                    <a:pt x="990981" y="465677"/>
                  </a:lnTo>
                  <a:lnTo>
                    <a:pt x="990695" y="465011"/>
                  </a:lnTo>
                  <a:lnTo>
                    <a:pt x="989933" y="464725"/>
                  </a:lnTo>
                  <a:lnTo>
                    <a:pt x="990695" y="463772"/>
                  </a:lnTo>
                  <a:lnTo>
                    <a:pt x="991171" y="463677"/>
                  </a:lnTo>
                  <a:lnTo>
                    <a:pt x="991743" y="463772"/>
                  </a:lnTo>
                  <a:lnTo>
                    <a:pt x="991362" y="463010"/>
                  </a:lnTo>
                  <a:lnTo>
                    <a:pt x="990981" y="462248"/>
                  </a:lnTo>
                  <a:lnTo>
                    <a:pt x="990695" y="461486"/>
                  </a:lnTo>
                  <a:lnTo>
                    <a:pt x="990695" y="460534"/>
                  </a:lnTo>
                  <a:lnTo>
                    <a:pt x="991648" y="461201"/>
                  </a:lnTo>
                  <a:lnTo>
                    <a:pt x="992696" y="461296"/>
                  </a:lnTo>
                  <a:lnTo>
                    <a:pt x="994791" y="461010"/>
                  </a:lnTo>
                  <a:lnTo>
                    <a:pt x="996982" y="461486"/>
                  </a:lnTo>
                  <a:lnTo>
                    <a:pt x="997458" y="461201"/>
                  </a:lnTo>
                  <a:lnTo>
                    <a:pt x="997077" y="460629"/>
                  </a:lnTo>
                  <a:lnTo>
                    <a:pt x="996315" y="459962"/>
                  </a:lnTo>
                  <a:lnTo>
                    <a:pt x="995744" y="459677"/>
                  </a:lnTo>
                  <a:lnTo>
                    <a:pt x="995744" y="459200"/>
                  </a:lnTo>
                  <a:lnTo>
                    <a:pt x="996410" y="459200"/>
                  </a:lnTo>
                  <a:lnTo>
                    <a:pt x="997077" y="459105"/>
                  </a:lnTo>
                  <a:lnTo>
                    <a:pt x="997743" y="458915"/>
                  </a:lnTo>
                  <a:lnTo>
                    <a:pt x="998315" y="458629"/>
                  </a:lnTo>
                  <a:lnTo>
                    <a:pt x="997649" y="457962"/>
                  </a:lnTo>
                  <a:lnTo>
                    <a:pt x="995362" y="456819"/>
                  </a:lnTo>
                  <a:lnTo>
                    <a:pt x="996315" y="455867"/>
                  </a:lnTo>
                  <a:lnTo>
                    <a:pt x="999172" y="456819"/>
                  </a:lnTo>
                  <a:lnTo>
                    <a:pt x="1000411" y="456248"/>
                  </a:lnTo>
                  <a:lnTo>
                    <a:pt x="1000125" y="455390"/>
                  </a:lnTo>
                  <a:lnTo>
                    <a:pt x="997649" y="453485"/>
                  </a:lnTo>
                  <a:lnTo>
                    <a:pt x="996696" y="452533"/>
                  </a:lnTo>
                  <a:lnTo>
                    <a:pt x="998030" y="452438"/>
                  </a:lnTo>
                  <a:lnTo>
                    <a:pt x="999363" y="452057"/>
                  </a:lnTo>
                  <a:lnTo>
                    <a:pt x="1000411" y="451294"/>
                  </a:lnTo>
                  <a:lnTo>
                    <a:pt x="1000982" y="450152"/>
                  </a:lnTo>
                  <a:lnTo>
                    <a:pt x="999268" y="450152"/>
                  </a:lnTo>
                  <a:lnTo>
                    <a:pt x="998601" y="449771"/>
                  </a:lnTo>
                  <a:lnTo>
                    <a:pt x="998410" y="448723"/>
                  </a:lnTo>
                  <a:lnTo>
                    <a:pt x="999649" y="448913"/>
                  </a:lnTo>
                  <a:lnTo>
                    <a:pt x="1001078" y="448342"/>
                  </a:lnTo>
                  <a:lnTo>
                    <a:pt x="1002125" y="447294"/>
                  </a:lnTo>
                  <a:lnTo>
                    <a:pt x="1002030" y="445865"/>
                  </a:lnTo>
                  <a:lnTo>
                    <a:pt x="1002030" y="445770"/>
                  </a:lnTo>
                  <a:lnTo>
                    <a:pt x="1001173" y="445865"/>
                  </a:lnTo>
                  <a:lnTo>
                    <a:pt x="999458" y="445770"/>
                  </a:lnTo>
                  <a:lnTo>
                    <a:pt x="999458" y="444818"/>
                  </a:lnTo>
                  <a:lnTo>
                    <a:pt x="999458" y="443960"/>
                  </a:lnTo>
                  <a:lnTo>
                    <a:pt x="999839" y="443960"/>
                  </a:lnTo>
                  <a:lnTo>
                    <a:pt x="1000696" y="443865"/>
                  </a:lnTo>
                  <a:lnTo>
                    <a:pt x="1001173" y="443865"/>
                  </a:lnTo>
                  <a:lnTo>
                    <a:pt x="1000982" y="443294"/>
                  </a:lnTo>
                  <a:lnTo>
                    <a:pt x="1000696" y="442817"/>
                  </a:lnTo>
                  <a:lnTo>
                    <a:pt x="1000315" y="442532"/>
                  </a:lnTo>
                  <a:lnTo>
                    <a:pt x="1002887" y="441293"/>
                  </a:lnTo>
                  <a:lnTo>
                    <a:pt x="1003935" y="440341"/>
                  </a:lnTo>
                  <a:lnTo>
                    <a:pt x="1003840" y="438722"/>
                  </a:lnTo>
                  <a:lnTo>
                    <a:pt x="1003077" y="439388"/>
                  </a:lnTo>
                  <a:lnTo>
                    <a:pt x="1002030" y="440150"/>
                  </a:lnTo>
                  <a:lnTo>
                    <a:pt x="1000887" y="440531"/>
                  </a:lnTo>
                  <a:lnTo>
                    <a:pt x="999839" y="440150"/>
                  </a:lnTo>
                  <a:lnTo>
                    <a:pt x="1000982" y="439103"/>
                  </a:lnTo>
                  <a:lnTo>
                    <a:pt x="1002411" y="438055"/>
                  </a:lnTo>
                  <a:lnTo>
                    <a:pt x="1002983" y="437102"/>
                  </a:lnTo>
                  <a:lnTo>
                    <a:pt x="1001649" y="436436"/>
                  </a:lnTo>
                  <a:lnTo>
                    <a:pt x="1002221" y="435959"/>
                  </a:lnTo>
                  <a:lnTo>
                    <a:pt x="1003363" y="434911"/>
                  </a:lnTo>
                  <a:lnTo>
                    <a:pt x="1003840" y="434531"/>
                  </a:lnTo>
                  <a:lnTo>
                    <a:pt x="1004411" y="434435"/>
                  </a:lnTo>
                  <a:lnTo>
                    <a:pt x="1004887" y="434531"/>
                  </a:lnTo>
                  <a:lnTo>
                    <a:pt x="1005364" y="434435"/>
                  </a:lnTo>
                  <a:lnTo>
                    <a:pt x="1006507" y="434340"/>
                  </a:lnTo>
                  <a:lnTo>
                    <a:pt x="1006888" y="433864"/>
                  </a:lnTo>
                  <a:lnTo>
                    <a:pt x="1006888" y="432721"/>
                  </a:lnTo>
                  <a:lnTo>
                    <a:pt x="1006983" y="431768"/>
                  </a:lnTo>
                  <a:lnTo>
                    <a:pt x="1007268" y="431387"/>
                  </a:lnTo>
                  <a:lnTo>
                    <a:pt x="1007935" y="431006"/>
                  </a:lnTo>
                  <a:lnTo>
                    <a:pt x="1007555" y="430244"/>
                  </a:lnTo>
                  <a:lnTo>
                    <a:pt x="1006792" y="429768"/>
                  </a:lnTo>
                  <a:lnTo>
                    <a:pt x="1006412" y="430149"/>
                  </a:lnTo>
                  <a:lnTo>
                    <a:pt x="1005935" y="431387"/>
                  </a:lnTo>
                  <a:lnTo>
                    <a:pt x="1004697" y="432340"/>
                  </a:lnTo>
                  <a:lnTo>
                    <a:pt x="1003363" y="432435"/>
                  </a:lnTo>
                  <a:lnTo>
                    <a:pt x="1002411" y="431292"/>
                  </a:lnTo>
                  <a:lnTo>
                    <a:pt x="1003077" y="430530"/>
                  </a:lnTo>
                  <a:lnTo>
                    <a:pt x="1004792" y="429863"/>
                  </a:lnTo>
                  <a:lnTo>
                    <a:pt x="1005649" y="429292"/>
                  </a:lnTo>
                  <a:lnTo>
                    <a:pt x="1007555" y="427006"/>
                  </a:lnTo>
                  <a:lnTo>
                    <a:pt x="1007935" y="426815"/>
                  </a:lnTo>
                  <a:lnTo>
                    <a:pt x="1008031" y="426339"/>
                  </a:lnTo>
                  <a:lnTo>
                    <a:pt x="1008317" y="426148"/>
                  </a:lnTo>
                  <a:lnTo>
                    <a:pt x="1008602" y="425863"/>
                  </a:lnTo>
                  <a:lnTo>
                    <a:pt x="1008602" y="425196"/>
                  </a:lnTo>
                  <a:lnTo>
                    <a:pt x="1008507" y="424815"/>
                  </a:lnTo>
                  <a:lnTo>
                    <a:pt x="1007745" y="425196"/>
                  </a:lnTo>
                  <a:close/>
                  <a:moveTo>
                    <a:pt x="735425" y="755428"/>
                  </a:moveTo>
                  <a:lnTo>
                    <a:pt x="735139" y="755904"/>
                  </a:lnTo>
                  <a:lnTo>
                    <a:pt x="733901" y="756571"/>
                  </a:lnTo>
                  <a:lnTo>
                    <a:pt x="733044" y="756952"/>
                  </a:lnTo>
                  <a:lnTo>
                    <a:pt x="733425" y="757238"/>
                  </a:lnTo>
                  <a:lnTo>
                    <a:pt x="734378" y="757047"/>
                  </a:lnTo>
                  <a:lnTo>
                    <a:pt x="735139" y="756476"/>
                  </a:lnTo>
                  <a:lnTo>
                    <a:pt x="735901" y="756285"/>
                  </a:lnTo>
                  <a:lnTo>
                    <a:pt x="735901" y="755809"/>
                  </a:lnTo>
                  <a:lnTo>
                    <a:pt x="736282" y="755332"/>
                  </a:lnTo>
                  <a:lnTo>
                    <a:pt x="735425" y="755428"/>
                  </a:lnTo>
                  <a:close/>
                  <a:moveTo>
                    <a:pt x="873824" y="782479"/>
                  </a:moveTo>
                  <a:lnTo>
                    <a:pt x="872299" y="783717"/>
                  </a:lnTo>
                  <a:lnTo>
                    <a:pt x="871919" y="785717"/>
                  </a:lnTo>
                  <a:lnTo>
                    <a:pt x="872871" y="787336"/>
                  </a:lnTo>
                  <a:lnTo>
                    <a:pt x="874395" y="787241"/>
                  </a:lnTo>
                  <a:lnTo>
                    <a:pt x="875824" y="785908"/>
                  </a:lnTo>
                  <a:lnTo>
                    <a:pt x="876586" y="783907"/>
                  </a:lnTo>
                  <a:lnTo>
                    <a:pt x="875633" y="782384"/>
                  </a:lnTo>
                  <a:lnTo>
                    <a:pt x="873824" y="782479"/>
                  </a:lnTo>
                  <a:close/>
                  <a:moveTo>
                    <a:pt x="890492" y="845249"/>
                  </a:moveTo>
                  <a:lnTo>
                    <a:pt x="889159" y="844772"/>
                  </a:lnTo>
                  <a:lnTo>
                    <a:pt x="888016" y="844010"/>
                  </a:lnTo>
                  <a:lnTo>
                    <a:pt x="886778" y="843058"/>
                  </a:lnTo>
                  <a:lnTo>
                    <a:pt x="885920" y="843344"/>
                  </a:lnTo>
                  <a:lnTo>
                    <a:pt x="885349" y="844106"/>
                  </a:lnTo>
                  <a:lnTo>
                    <a:pt x="885539" y="845058"/>
                  </a:lnTo>
                  <a:lnTo>
                    <a:pt x="887254" y="847439"/>
                  </a:lnTo>
                  <a:lnTo>
                    <a:pt x="887825" y="848773"/>
                  </a:lnTo>
                  <a:lnTo>
                    <a:pt x="888587" y="849440"/>
                  </a:lnTo>
                  <a:lnTo>
                    <a:pt x="889540" y="849916"/>
                  </a:lnTo>
                  <a:lnTo>
                    <a:pt x="890302" y="849916"/>
                  </a:lnTo>
                  <a:lnTo>
                    <a:pt x="890778" y="849440"/>
                  </a:lnTo>
                  <a:lnTo>
                    <a:pt x="892016" y="847630"/>
                  </a:lnTo>
                  <a:lnTo>
                    <a:pt x="892397" y="846868"/>
                  </a:lnTo>
                  <a:lnTo>
                    <a:pt x="891635" y="845630"/>
                  </a:lnTo>
                  <a:lnTo>
                    <a:pt x="890492" y="845249"/>
                  </a:lnTo>
                  <a:close/>
                  <a:moveTo>
                    <a:pt x="886111" y="886682"/>
                  </a:moveTo>
                  <a:lnTo>
                    <a:pt x="887063" y="887349"/>
                  </a:lnTo>
                  <a:lnTo>
                    <a:pt x="886206" y="885539"/>
                  </a:lnTo>
                  <a:lnTo>
                    <a:pt x="886111" y="886682"/>
                  </a:lnTo>
                  <a:close/>
                  <a:moveTo>
                    <a:pt x="878872" y="796576"/>
                  </a:moveTo>
                  <a:lnTo>
                    <a:pt x="878396" y="796195"/>
                  </a:lnTo>
                  <a:lnTo>
                    <a:pt x="877443" y="796195"/>
                  </a:lnTo>
                  <a:lnTo>
                    <a:pt x="876776" y="797147"/>
                  </a:lnTo>
                  <a:lnTo>
                    <a:pt x="876871" y="798290"/>
                  </a:lnTo>
                  <a:lnTo>
                    <a:pt x="877538" y="798767"/>
                  </a:lnTo>
                  <a:lnTo>
                    <a:pt x="878396" y="798862"/>
                  </a:lnTo>
                  <a:lnTo>
                    <a:pt x="879062" y="798576"/>
                  </a:lnTo>
                  <a:lnTo>
                    <a:pt x="879348" y="798005"/>
                  </a:lnTo>
                  <a:lnTo>
                    <a:pt x="879348" y="797624"/>
                  </a:lnTo>
                  <a:lnTo>
                    <a:pt x="878967" y="796766"/>
                  </a:lnTo>
                  <a:lnTo>
                    <a:pt x="878872" y="796576"/>
                  </a:lnTo>
                  <a:close/>
                  <a:moveTo>
                    <a:pt x="901160" y="948976"/>
                  </a:moveTo>
                  <a:lnTo>
                    <a:pt x="901160" y="948976"/>
                  </a:lnTo>
                  <a:lnTo>
                    <a:pt x="901255" y="948976"/>
                  </a:lnTo>
                  <a:lnTo>
                    <a:pt x="901160" y="948881"/>
                  </a:lnTo>
                  <a:lnTo>
                    <a:pt x="901160" y="948976"/>
                  </a:lnTo>
                  <a:close/>
                  <a:moveTo>
                    <a:pt x="915162" y="1007174"/>
                  </a:moveTo>
                  <a:lnTo>
                    <a:pt x="914876" y="1007459"/>
                  </a:lnTo>
                  <a:lnTo>
                    <a:pt x="914876" y="1007840"/>
                  </a:lnTo>
                  <a:lnTo>
                    <a:pt x="915162" y="1008221"/>
                  </a:lnTo>
                  <a:lnTo>
                    <a:pt x="915829" y="1008126"/>
                  </a:lnTo>
                  <a:lnTo>
                    <a:pt x="916210" y="1007555"/>
                  </a:lnTo>
                  <a:lnTo>
                    <a:pt x="915733" y="1007174"/>
                  </a:lnTo>
                  <a:lnTo>
                    <a:pt x="915162" y="1007174"/>
                  </a:lnTo>
                  <a:close/>
                  <a:moveTo>
                    <a:pt x="735235" y="758095"/>
                  </a:moveTo>
                  <a:lnTo>
                    <a:pt x="734187" y="758476"/>
                  </a:lnTo>
                  <a:lnTo>
                    <a:pt x="734473" y="758952"/>
                  </a:lnTo>
                  <a:lnTo>
                    <a:pt x="734758" y="759428"/>
                  </a:lnTo>
                  <a:lnTo>
                    <a:pt x="735139" y="759143"/>
                  </a:lnTo>
                  <a:lnTo>
                    <a:pt x="735711" y="758761"/>
                  </a:lnTo>
                  <a:lnTo>
                    <a:pt x="735901" y="758285"/>
                  </a:lnTo>
                  <a:lnTo>
                    <a:pt x="735997" y="757714"/>
                  </a:lnTo>
                  <a:lnTo>
                    <a:pt x="735425" y="757619"/>
                  </a:lnTo>
                  <a:lnTo>
                    <a:pt x="735235" y="758095"/>
                  </a:lnTo>
                  <a:close/>
                  <a:moveTo>
                    <a:pt x="901255" y="948976"/>
                  </a:moveTo>
                  <a:lnTo>
                    <a:pt x="901351" y="948976"/>
                  </a:lnTo>
                  <a:lnTo>
                    <a:pt x="901255" y="948881"/>
                  </a:lnTo>
                  <a:lnTo>
                    <a:pt x="901255" y="948976"/>
                  </a:lnTo>
                  <a:close/>
                  <a:moveTo>
                    <a:pt x="1177576" y="145352"/>
                  </a:moveTo>
                  <a:lnTo>
                    <a:pt x="1177004" y="146018"/>
                  </a:lnTo>
                  <a:lnTo>
                    <a:pt x="1176814" y="147161"/>
                  </a:lnTo>
                  <a:lnTo>
                    <a:pt x="1177385" y="147447"/>
                  </a:lnTo>
                  <a:lnTo>
                    <a:pt x="1178147" y="147066"/>
                  </a:lnTo>
                  <a:lnTo>
                    <a:pt x="1178528" y="146209"/>
                  </a:lnTo>
                  <a:lnTo>
                    <a:pt x="1178909" y="145637"/>
                  </a:lnTo>
                  <a:lnTo>
                    <a:pt x="1180910" y="145066"/>
                  </a:lnTo>
                  <a:lnTo>
                    <a:pt x="1181576" y="144685"/>
                  </a:lnTo>
                  <a:lnTo>
                    <a:pt x="1181481" y="143923"/>
                  </a:lnTo>
                  <a:lnTo>
                    <a:pt x="1180624" y="143161"/>
                  </a:lnTo>
                  <a:lnTo>
                    <a:pt x="1178909" y="141923"/>
                  </a:lnTo>
                  <a:lnTo>
                    <a:pt x="1177576" y="141351"/>
                  </a:lnTo>
                  <a:lnTo>
                    <a:pt x="1173099" y="140399"/>
                  </a:lnTo>
                  <a:lnTo>
                    <a:pt x="1179957" y="143923"/>
                  </a:lnTo>
                  <a:lnTo>
                    <a:pt x="1179290" y="144494"/>
                  </a:lnTo>
                  <a:lnTo>
                    <a:pt x="1177576" y="145352"/>
                  </a:lnTo>
                  <a:close/>
                  <a:moveTo>
                    <a:pt x="1014031" y="1206627"/>
                  </a:moveTo>
                  <a:lnTo>
                    <a:pt x="1014317" y="1207389"/>
                  </a:lnTo>
                  <a:lnTo>
                    <a:pt x="1014698" y="1207008"/>
                  </a:lnTo>
                  <a:lnTo>
                    <a:pt x="1014984" y="1206437"/>
                  </a:lnTo>
                  <a:lnTo>
                    <a:pt x="1015079" y="1205770"/>
                  </a:lnTo>
                  <a:lnTo>
                    <a:pt x="1014889" y="1205198"/>
                  </a:lnTo>
                  <a:lnTo>
                    <a:pt x="1014412" y="1205103"/>
                  </a:lnTo>
                  <a:lnTo>
                    <a:pt x="1014127" y="1205770"/>
                  </a:lnTo>
                  <a:lnTo>
                    <a:pt x="1014031" y="1206627"/>
                  </a:lnTo>
                  <a:close/>
                  <a:moveTo>
                    <a:pt x="1015937" y="1210151"/>
                  </a:moveTo>
                  <a:lnTo>
                    <a:pt x="1015174" y="1210247"/>
                  </a:lnTo>
                  <a:lnTo>
                    <a:pt x="1014508" y="1210532"/>
                  </a:lnTo>
                  <a:lnTo>
                    <a:pt x="1014889" y="1210818"/>
                  </a:lnTo>
                  <a:lnTo>
                    <a:pt x="1015174" y="1211199"/>
                  </a:lnTo>
                  <a:lnTo>
                    <a:pt x="1015460" y="1211675"/>
                  </a:lnTo>
                  <a:lnTo>
                    <a:pt x="1015651" y="1212247"/>
                  </a:lnTo>
                  <a:lnTo>
                    <a:pt x="1013841" y="1211390"/>
                  </a:lnTo>
                  <a:lnTo>
                    <a:pt x="1014794" y="1213009"/>
                  </a:lnTo>
                  <a:lnTo>
                    <a:pt x="1015841" y="1213676"/>
                  </a:lnTo>
                  <a:lnTo>
                    <a:pt x="1016699" y="1213104"/>
                  </a:lnTo>
                  <a:lnTo>
                    <a:pt x="1017080" y="1211104"/>
                  </a:lnTo>
                  <a:lnTo>
                    <a:pt x="1016699" y="1210532"/>
                  </a:lnTo>
                  <a:lnTo>
                    <a:pt x="1015937" y="1210151"/>
                  </a:lnTo>
                  <a:close/>
                  <a:moveTo>
                    <a:pt x="1203484" y="156972"/>
                  </a:moveTo>
                  <a:lnTo>
                    <a:pt x="1202817" y="156877"/>
                  </a:lnTo>
                  <a:lnTo>
                    <a:pt x="1202626" y="156781"/>
                  </a:lnTo>
                  <a:lnTo>
                    <a:pt x="1202436" y="156591"/>
                  </a:lnTo>
                  <a:lnTo>
                    <a:pt x="1202246" y="156401"/>
                  </a:lnTo>
                  <a:lnTo>
                    <a:pt x="1201864" y="156305"/>
                  </a:lnTo>
                  <a:lnTo>
                    <a:pt x="1201579" y="156496"/>
                  </a:lnTo>
                  <a:lnTo>
                    <a:pt x="1200912" y="157163"/>
                  </a:lnTo>
                  <a:lnTo>
                    <a:pt x="1200436" y="157353"/>
                  </a:lnTo>
                  <a:lnTo>
                    <a:pt x="1197959" y="157163"/>
                  </a:lnTo>
                  <a:lnTo>
                    <a:pt x="1197197" y="157353"/>
                  </a:lnTo>
                  <a:lnTo>
                    <a:pt x="1196530" y="157829"/>
                  </a:lnTo>
                  <a:lnTo>
                    <a:pt x="1196245" y="158306"/>
                  </a:lnTo>
                  <a:lnTo>
                    <a:pt x="1196054" y="158782"/>
                  </a:lnTo>
                  <a:lnTo>
                    <a:pt x="1195673" y="159258"/>
                  </a:lnTo>
                  <a:lnTo>
                    <a:pt x="1195006" y="159639"/>
                  </a:lnTo>
                  <a:lnTo>
                    <a:pt x="1193673" y="160020"/>
                  </a:lnTo>
                  <a:lnTo>
                    <a:pt x="1193006" y="160496"/>
                  </a:lnTo>
                  <a:lnTo>
                    <a:pt x="1190815" y="162973"/>
                  </a:lnTo>
                  <a:lnTo>
                    <a:pt x="1188815" y="164687"/>
                  </a:lnTo>
                  <a:lnTo>
                    <a:pt x="1188434" y="165164"/>
                  </a:lnTo>
                  <a:lnTo>
                    <a:pt x="1188720" y="166116"/>
                  </a:lnTo>
                  <a:lnTo>
                    <a:pt x="1189386" y="166688"/>
                  </a:lnTo>
                  <a:lnTo>
                    <a:pt x="1189863" y="167259"/>
                  </a:lnTo>
                  <a:lnTo>
                    <a:pt x="1189577" y="168116"/>
                  </a:lnTo>
                  <a:lnTo>
                    <a:pt x="1188244" y="166973"/>
                  </a:lnTo>
                  <a:lnTo>
                    <a:pt x="1187005" y="166402"/>
                  </a:lnTo>
                  <a:lnTo>
                    <a:pt x="1182529" y="165926"/>
                  </a:lnTo>
                  <a:lnTo>
                    <a:pt x="1180814" y="165449"/>
                  </a:lnTo>
                  <a:lnTo>
                    <a:pt x="1179290" y="164687"/>
                  </a:lnTo>
                  <a:lnTo>
                    <a:pt x="1178338" y="163544"/>
                  </a:lnTo>
                  <a:lnTo>
                    <a:pt x="1179195" y="163259"/>
                  </a:lnTo>
                  <a:lnTo>
                    <a:pt x="1178909" y="162782"/>
                  </a:lnTo>
                  <a:lnTo>
                    <a:pt x="1178052" y="162306"/>
                  </a:lnTo>
                  <a:lnTo>
                    <a:pt x="1177099" y="162116"/>
                  </a:lnTo>
                  <a:lnTo>
                    <a:pt x="1176243" y="161830"/>
                  </a:lnTo>
                  <a:lnTo>
                    <a:pt x="1175956" y="161068"/>
                  </a:lnTo>
                  <a:lnTo>
                    <a:pt x="1176052" y="160211"/>
                  </a:lnTo>
                  <a:lnTo>
                    <a:pt x="1176528" y="159639"/>
                  </a:lnTo>
                  <a:lnTo>
                    <a:pt x="1178052" y="160020"/>
                  </a:lnTo>
                  <a:lnTo>
                    <a:pt x="1181386" y="162877"/>
                  </a:lnTo>
                  <a:lnTo>
                    <a:pt x="1183100" y="162592"/>
                  </a:lnTo>
                  <a:lnTo>
                    <a:pt x="1180624" y="160592"/>
                  </a:lnTo>
                  <a:lnTo>
                    <a:pt x="1178814" y="158115"/>
                  </a:lnTo>
                  <a:lnTo>
                    <a:pt x="1177671" y="155353"/>
                  </a:lnTo>
                  <a:lnTo>
                    <a:pt x="1176243" y="149257"/>
                  </a:lnTo>
                  <a:lnTo>
                    <a:pt x="1175576" y="147447"/>
                  </a:lnTo>
                  <a:lnTo>
                    <a:pt x="1175290" y="146304"/>
                  </a:lnTo>
                  <a:lnTo>
                    <a:pt x="1174527" y="145637"/>
                  </a:lnTo>
                  <a:lnTo>
                    <a:pt x="1174337" y="145066"/>
                  </a:lnTo>
                  <a:lnTo>
                    <a:pt x="1174147" y="143447"/>
                  </a:lnTo>
                  <a:lnTo>
                    <a:pt x="1173766" y="142018"/>
                  </a:lnTo>
                  <a:lnTo>
                    <a:pt x="1173194" y="140779"/>
                  </a:lnTo>
                  <a:lnTo>
                    <a:pt x="1172528" y="139827"/>
                  </a:lnTo>
                  <a:lnTo>
                    <a:pt x="1169099" y="136112"/>
                  </a:lnTo>
                  <a:lnTo>
                    <a:pt x="1168337" y="134969"/>
                  </a:lnTo>
                  <a:lnTo>
                    <a:pt x="1166145" y="130112"/>
                  </a:lnTo>
                  <a:lnTo>
                    <a:pt x="1166051" y="129540"/>
                  </a:lnTo>
                  <a:lnTo>
                    <a:pt x="1166051" y="128588"/>
                  </a:lnTo>
                  <a:lnTo>
                    <a:pt x="1166241" y="127730"/>
                  </a:lnTo>
                  <a:lnTo>
                    <a:pt x="1167003" y="126683"/>
                  </a:lnTo>
                  <a:lnTo>
                    <a:pt x="1167479" y="125063"/>
                  </a:lnTo>
                  <a:lnTo>
                    <a:pt x="1168051" y="123635"/>
                  </a:lnTo>
                  <a:lnTo>
                    <a:pt x="1168337" y="122111"/>
                  </a:lnTo>
                  <a:lnTo>
                    <a:pt x="1167860" y="120777"/>
                  </a:lnTo>
                  <a:lnTo>
                    <a:pt x="1168717" y="118110"/>
                  </a:lnTo>
                  <a:lnTo>
                    <a:pt x="1169860" y="115538"/>
                  </a:lnTo>
                  <a:lnTo>
                    <a:pt x="1171194" y="113157"/>
                  </a:lnTo>
                  <a:lnTo>
                    <a:pt x="1175956" y="107061"/>
                  </a:lnTo>
                  <a:lnTo>
                    <a:pt x="1176433" y="105918"/>
                  </a:lnTo>
                  <a:lnTo>
                    <a:pt x="1176909" y="102394"/>
                  </a:lnTo>
                  <a:lnTo>
                    <a:pt x="1177480" y="100870"/>
                  </a:lnTo>
                  <a:lnTo>
                    <a:pt x="1180624" y="96679"/>
                  </a:lnTo>
                  <a:lnTo>
                    <a:pt x="1181767" y="93917"/>
                  </a:lnTo>
                  <a:lnTo>
                    <a:pt x="1181862" y="90773"/>
                  </a:lnTo>
                  <a:lnTo>
                    <a:pt x="1181576" y="90011"/>
                  </a:lnTo>
                  <a:lnTo>
                    <a:pt x="1180624" y="88297"/>
                  </a:lnTo>
                  <a:lnTo>
                    <a:pt x="1180243" y="86868"/>
                  </a:lnTo>
                  <a:lnTo>
                    <a:pt x="1179767" y="86868"/>
                  </a:lnTo>
                  <a:lnTo>
                    <a:pt x="1179290" y="87154"/>
                  </a:lnTo>
                  <a:lnTo>
                    <a:pt x="1179100" y="87535"/>
                  </a:lnTo>
                  <a:lnTo>
                    <a:pt x="1178624" y="88964"/>
                  </a:lnTo>
                  <a:lnTo>
                    <a:pt x="1177671" y="90583"/>
                  </a:lnTo>
                  <a:lnTo>
                    <a:pt x="1175576" y="92583"/>
                  </a:lnTo>
                  <a:lnTo>
                    <a:pt x="1173004" y="97441"/>
                  </a:lnTo>
                  <a:lnTo>
                    <a:pt x="1172146" y="98203"/>
                  </a:lnTo>
                  <a:lnTo>
                    <a:pt x="1171194" y="98584"/>
                  </a:lnTo>
                  <a:lnTo>
                    <a:pt x="1168717" y="101251"/>
                  </a:lnTo>
                  <a:lnTo>
                    <a:pt x="1165002" y="103632"/>
                  </a:lnTo>
                  <a:lnTo>
                    <a:pt x="1164431" y="104489"/>
                  </a:lnTo>
                  <a:lnTo>
                    <a:pt x="1159669" y="110109"/>
                  </a:lnTo>
                  <a:lnTo>
                    <a:pt x="1153573" y="116777"/>
                  </a:lnTo>
                  <a:lnTo>
                    <a:pt x="1151286" y="118301"/>
                  </a:lnTo>
                  <a:lnTo>
                    <a:pt x="1148810" y="118777"/>
                  </a:lnTo>
                  <a:lnTo>
                    <a:pt x="1139857" y="118015"/>
                  </a:lnTo>
                  <a:lnTo>
                    <a:pt x="1132523" y="116681"/>
                  </a:lnTo>
                  <a:lnTo>
                    <a:pt x="1130713" y="116110"/>
                  </a:lnTo>
                  <a:lnTo>
                    <a:pt x="1129855" y="115729"/>
                  </a:lnTo>
                  <a:lnTo>
                    <a:pt x="1127569" y="114014"/>
                  </a:lnTo>
                  <a:lnTo>
                    <a:pt x="1127093" y="113729"/>
                  </a:lnTo>
                  <a:lnTo>
                    <a:pt x="1126617" y="113157"/>
                  </a:lnTo>
                  <a:lnTo>
                    <a:pt x="1125760" y="110776"/>
                  </a:lnTo>
                  <a:lnTo>
                    <a:pt x="1125283" y="110204"/>
                  </a:lnTo>
                  <a:lnTo>
                    <a:pt x="1124426" y="109823"/>
                  </a:lnTo>
                  <a:lnTo>
                    <a:pt x="1123950" y="108871"/>
                  </a:lnTo>
                  <a:lnTo>
                    <a:pt x="1123283" y="106680"/>
                  </a:lnTo>
                  <a:lnTo>
                    <a:pt x="1123664" y="104585"/>
                  </a:lnTo>
                  <a:lnTo>
                    <a:pt x="1122617" y="103727"/>
                  </a:lnTo>
                  <a:lnTo>
                    <a:pt x="1121188" y="104299"/>
                  </a:lnTo>
                  <a:lnTo>
                    <a:pt x="1120426" y="106394"/>
                  </a:lnTo>
                  <a:lnTo>
                    <a:pt x="1120235" y="107537"/>
                  </a:lnTo>
                  <a:lnTo>
                    <a:pt x="1119759" y="108776"/>
                  </a:lnTo>
                  <a:lnTo>
                    <a:pt x="1119187" y="109919"/>
                  </a:lnTo>
                  <a:lnTo>
                    <a:pt x="1118616" y="110681"/>
                  </a:lnTo>
                  <a:lnTo>
                    <a:pt x="1117854" y="111062"/>
                  </a:lnTo>
                  <a:lnTo>
                    <a:pt x="1117092" y="110966"/>
                  </a:lnTo>
                  <a:lnTo>
                    <a:pt x="1115378" y="110204"/>
                  </a:lnTo>
                  <a:lnTo>
                    <a:pt x="1116521" y="106680"/>
                  </a:lnTo>
                  <a:lnTo>
                    <a:pt x="1117283" y="105727"/>
                  </a:lnTo>
                  <a:lnTo>
                    <a:pt x="1118235" y="105156"/>
                  </a:lnTo>
                  <a:lnTo>
                    <a:pt x="1118902" y="104966"/>
                  </a:lnTo>
                  <a:lnTo>
                    <a:pt x="1118902" y="104680"/>
                  </a:lnTo>
                  <a:lnTo>
                    <a:pt x="1117949" y="103823"/>
                  </a:lnTo>
                  <a:lnTo>
                    <a:pt x="1116139" y="102965"/>
                  </a:lnTo>
                  <a:lnTo>
                    <a:pt x="1109853" y="102584"/>
                  </a:lnTo>
                  <a:lnTo>
                    <a:pt x="1108995" y="102870"/>
                  </a:lnTo>
                  <a:lnTo>
                    <a:pt x="1108139" y="103632"/>
                  </a:lnTo>
                  <a:lnTo>
                    <a:pt x="1106614" y="105347"/>
                  </a:lnTo>
                  <a:lnTo>
                    <a:pt x="1106233" y="105156"/>
                  </a:lnTo>
                  <a:lnTo>
                    <a:pt x="1098518" y="105061"/>
                  </a:lnTo>
                  <a:lnTo>
                    <a:pt x="1097756" y="104870"/>
                  </a:lnTo>
                  <a:lnTo>
                    <a:pt x="1097089" y="104394"/>
                  </a:lnTo>
                  <a:lnTo>
                    <a:pt x="1096328" y="103632"/>
                  </a:lnTo>
                  <a:lnTo>
                    <a:pt x="1096137" y="103823"/>
                  </a:lnTo>
                  <a:lnTo>
                    <a:pt x="1095565" y="104108"/>
                  </a:lnTo>
                  <a:lnTo>
                    <a:pt x="1094803" y="101346"/>
                  </a:lnTo>
                  <a:lnTo>
                    <a:pt x="1094518" y="100870"/>
                  </a:lnTo>
                  <a:lnTo>
                    <a:pt x="1093280" y="99536"/>
                  </a:lnTo>
                  <a:lnTo>
                    <a:pt x="1092994" y="99060"/>
                  </a:lnTo>
                  <a:lnTo>
                    <a:pt x="1093756" y="98489"/>
                  </a:lnTo>
                  <a:lnTo>
                    <a:pt x="1098042" y="99060"/>
                  </a:lnTo>
                  <a:lnTo>
                    <a:pt x="1098042" y="98584"/>
                  </a:lnTo>
                  <a:lnTo>
                    <a:pt x="1086231" y="93917"/>
                  </a:lnTo>
                  <a:lnTo>
                    <a:pt x="1078516" y="89154"/>
                  </a:lnTo>
                  <a:lnTo>
                    <a:pt x="1078039" y="88773"/>
                  </a:lnTo>
                  <a:lnTo>
                    <a:pt x="1076611" y="87058"/>
                  </a:lnTo>
                  <a:lnTo>
                    <a:pt x="1076611" y="86677"/>
                  </a:lnTo>
                  <a:lnTo>
                    <a:pt x="1075753" y="84487"/>
                  </a:lnTo>
                  <a:lnTo>
                    <a:pt x="1075182" y="84106"/>
                  </a:lnTo>
                  <a:lnTo>
                    <a:pt x="1072896" y="83534"/>
                  </a:lnTo>
                  <a:lnTo>
                    <a:pt x="1071944" y="82677"/>
                  </a:lnTo>
                  <a:lnTo>
                    <a:pt x="1069943" y="80486"/>
                  </a:lnTo>
                  <a:lnTo>
                    <a:pt x="1069086" y="80010"/>
                  </a:lnTo>
                  <a:lnTo>
                    <a:pt x="1068038" y="79629"/>
                  </a:lnTo>
                  <a:lnTo>
                    <a:pt x="1063466" y="76010"/>
                  </a:lnTo>
                  <a:lnTo>
                    <a:pt x="1059466" y="71723"/>
                  </a:lnTo>
                  <a:lnTo>
                    <a:pt x="1056227" y="69437"/>
                  </a:lnTo>
                  <a:lnTo>
                    <a:pt x="1054037" y="65913"/>
                  </a:lnTo>
                  <a:lnTo>
                    <a:pt x="1052322" y="64960"/>
                  </a:lnTo>
                  <a:lnTo>
                    <a:pt x="1042130" y="53245"/>
                  </a:lnTo>
                  <a:lnTo>
                    <a:pt x="1039558" y="48768"/>
                  </a:lnTo>
                  <a:lnTo>
                    <a:pt x="1037749" y="47530"/>
                  </a:lnTo>
                  <a:lnTo>
                    <a:pt x="1036892" y="46006"/>
                  </a:lnTo>
                  <a:lnTo>
                    <a:pt x="1032986" y="37529"/>
                  </a:lnTo>
                  <a:lnTo>
                    <a:pt x="1016222" y="16574"/>
                  </a:lnTo>
                  <a:lnTo>
                    <a:pt x="1014222" y="14573"/>
                  </a:lnTo>
                  <a:lnTo>
                    <a:pt x="1009650" y="11144"/>
                  </a:lnTo>
                  <a:lnTo>
                    <a:pt x="1007555" y="8954"/>
                  </a:lnTo>
                  <a:lnTo>
                    <a:pt x="1005269" y="4858"/>
                  </a:lnTo>
                  <a:lnTo>
                    <a:pt x="1004411" y="4286"/>
                  </a:lnTo>
                  <a:lnTo>
                    <a:pt x="1003649" y="3905"/>
                  </a:lnTo>
                  <a:lnTo>
                    <a:pt x="1003173" y="2953"/>
                  </a:lnTo>
                  <a:lnTo>
                    <a:pt x="1002316" y="762"/>
                  </a:lnTo>
                  <a:lnTo>
                    <a:pt x="1001458" y="0"/>
                  </a:lnTo>
                  <a:lnTo>
                    <a:pt x="1000125" y="381"/>
                  </a:lnTo>
                  <a:lnTo>
                    <a:pt x="998792" y="1524"/>
                  </a:lnTo>
                  <a:lnTo>
                    <a:pt x="998030" y="2762"/>
                  </a:lnTo>
                  <a:lnTo>
                    <a:pt x="997934" y="3524"/>
                  </a:lnTo>
                  <a:lnTo>
                    <a:pt x="997934" y="4572"/>
                  </a:lnTo>
                  <a:lnTo>
                    <a:pt x="997839" y="5429"/>
                  </a:lnTo>
                  <a:lnTo>
                    <a:pt x="997458" y="5810"/>
                  </a:lnTo>
                  <a:lnTo>
                    <a:pt x="996887" y="6001"/>
                  </a:lnTo>
                  <a:lnTo>
                    <a:pt x="995077" y="7334"/>
                  </a:lnTo>
                  <a:lnTo>
                    <a:pt x="992505" y="8096"/>
                  </a:lnTo>
                  <a:lnTo>
                    <a:pt x="990028" y="8382"/>
                  </a:lnTo>
                  <a:lnTo>
                    <a:pt x="988790" y="8858"/>
                  </a:lnTo>
                  <a:lnTo>
                    <a:pt x="988124" y="8858"/>
                  </a:lnTo>
                  <a:lnTo>
                    <a:pt x="987838" y="8096"/>
                  </a:lnTo>
                  <a:lnTo>
                    <a:pt x="987838" y="7144"/>
                  </a:lnTo>
                  <a:lnTo>
                    <a:pt x="987742" y="6382"/>
                  </a:lnTo>
                  <a:lnTo>
                    <a:pt x="987362" y="5810"/>
                  </a:lnTo>
                  <a:lnTo>
                    <a:pt x="986790" y="5334"/>
                  </a:lnTo>
                  <a:lnTo>
                    <a:pt x="985837" y="6287"/>
                  </a:lnTo>
                  <a:lnTo>
                    <a:pt x="985361" y="7525"/>
                  </a:lnTo>
                  <a:lnTo>
                    <a:pt x="985266" y="8763"/>
                  </a:lnTo>
                  <a:lnTo>
                    <a:pt x="985361" y="9906"/>
                  </a:lnTo>
                  <a:lnTo>
                    <a:pt x="985933" y="12287"/>
                  </a:lnTo>
                  <a:lnTo>
                    <a:pt x="985933" y="13526"/>
                  </a:lnTo>
                  <a:lnTo>
                    <a:pt x="984790" y="15526"/>
                  </a:lnTo>
                  <a:lnTo>
                    <a:pt x="984599" y="16193"/>
                  </a:lnTo>
                  <a:lnTo>
                    <a:pt x="984504" y="16859"/>
                  </a:lnTo>
                  <a:lnTo>
                    <a:pt x="984218" y="17621"/>
                  </a:lnTo>
                  <a:lnTo>
                    <a:pt x="983837" y="18288"/>
                  </a:lnTo>
                  <a:lnTo>
                    <a:pt x="982789" y="19622"/>
                  </a:lnTo>
                  <a:lnTo>
                    <a:pt x="982504" y="20193"/>
                  </a:lnTo>
                  <a:lnTo>
                    <a:pt x="982028" y="23527"/>
                  </a:lnTo>
                  <a:lnTo>
                    <a:pt x="982599" y="26670"/>
                  </a:lnTo>
                  <a:lnTo>
                    <a:pt x="989743" y="42196"/>
                  </a:lnTo>
                  <a:lnTo>
                    <a:pt x="991457" y="47339"/>
                  </a:lnTo>
                  <a:lnTo>
                    <a:pt x="992981" y="56198"/>
                  </a:lnTo>
                  <a:lnTo>
                    <a:pt x="993648" y="65342"/>
                  </a:lnTo>
                  <a:lnTo>
                    <a:pt x="993458" y="68675"/>
                  </a:lnTo>
                  <a:lnTo>
                    <a:pt x="991076" y="81439"/>
                  </a:lnTo>
                  <a:lnTo>
                    <a:pt x="986790" y="89630"/>
                  </a:lnTo>
                  <a:lnTo>
                    <a:pt x="986219" y="92297"/>
                  </a:lnTo>
                  <a:lnTo>
                    <a:pt x="986980" y="107728"/>
                  </a:lnTo>
                  <a:lnTo>
                    <a:pt x="986790" y="110776"/>
                  </a:lnTo>
                  <a:lnTo>
                    <a:pt x="986314" y="113824"/>
                  </a:lnTo>
                  <a:lnTo>
                    <a:pt x="985361" y="117158"/>
                  </a:lnTo>
                  <a:lnTo>
                    <a:pt x="984027" y="119729"/>
                  </a:lnTo>
                  <a:lnTo>
                    <a:pt x="982408" y="121729"/>
                  </a:lnTo>
                  <a:lnTo>
                    <a:pt x="979456" y="124206"/>
                  </a:lnTo>
                  <a:lnTo>
                    <a:pt x="978503" y="124873"/>
                  </a:lnTo>
                  <a:lnTo>
                    <a:pt x="977455" y="125254"/>
                  </a:lnTo>
                  <a:lnTo>
                    <a:pt x="975169" y="125635"/>
                  </a:lnTo>
                  <a:lnTo>
                    <a:pt x="973931" y="126206"/>
                  </a:lnTo>
                  <a:lnTo>
                    <a:pt x="972693" y="126968"/>
                  </a:lnTo>
                  <a:lnTo>
                    <a:pt x="971836" y="127826"/>
                  </a:lnTo>
                  <a:lnTo>
                    <a:pt x="970407" y="130397"/>
                  </a:lnTo>
                  <a:lnTo>
                    <a:pt x="969645" y="132207"/>
                  </a:lnTo>
                  <a:lnTo>
                    <a:pt x="969359" y="133541"/>
                  </a:lnTo>
                  <a:lnTo>
                    <a:pt x="969740" y="135160"/>
                  </a:lnTo>
                  <a:lnTo>
                    <a:pt x="970978" y="138303"/>
                  </a:lnTo>
                  <a:lnTo>
                    <a:pt x="970788" y="139637"/>
                  </a:lnTo>
                  <a:lnTo>
                    <a:pt x="971264" y="140303"/>
                  </a:lnTo>
                  <a:lnTo>
                    <a:pt x="972217" y="143161"/>
                  </a:lnTo>
                  <a:lnTo>
                    <a:pt x="971360" y="144494"/>
                  </a:lnTo>
                  <a:lnTo>
                    <a:pt x="970693" y="145733"/>
                  </a:lnTo>
                  <a:lnTo>
                    <a:pt x="970597" y="147161"/>
                  </a:lnTo>
                  <a:lnTo>
                    <a:pt x="971169" y="149066"/>
                  </a:lnTo>
                  <a:lnTo>
                    <a:pt x="974122" y="153638"/>
                  </a:lnTo>
                  <a:lnTo>
                    <a:pt x="974788" y="155543"/>
                  </a:lnTo>
                  <a:lnTo>
                    <a:pt x="974788" y="158877"/>
                  </a:lnTo>
                  <a:lnTo>
                    <a:pt x="973931" y="162020"/>
                  </a:lnTo>
                  <a:lnTo>
                    <a:pt x="972598" y="164783"/>
                  </a:lnTo>
                  <a:lnTo>
                    <a:pt x="971169" y="166783"/>
                  </a:lnTo>
                  <a:lnTo>
                    <a:pt x="967645" y="170593"/>
                  </a:lnTo>
                  <a:lnTo>
                    <a:pt x="963644" y="173641"/>
                  </a:lnTo>
                  <a:lnTo>
                    <a:pt x="962215" y="174403"/>
                  </a:lnTo>
                  <a:lnTo>
                    <a:pt x="961453" y="174593"/>
                  </a:lnTo>
                  <a:lnTo>
                    <a:pt x="960501" y="174593"/>
                  </a:lnTo>
                  <a:lnTo>
                    <a:pt x="959834" y="174403"/>
                  </a:lnTo>
                  <a:lnTo>
                    <a:pt x="958691" y="173736"/>
                  </a:lnTo>
                  <a:lnTo>
                    <a:pt x="957358" y="173450"/>
                  </a:lnTo>
                  <a:lnTo>
                    <a:pt x="955167" y="172498"/>
                  </a:lnTo>
                  <a:lnTo>
                    <a:pt x="953167" y="172212"/>
                  </a:lnTo>
                  <a:lnTo>
                    <a:pt x="952595" y="172022"/>
                  </a:lnTo>
                  <a:lnTo>
                    <a:pt x="951643" y="170688"/>
                  </a:lnTo>
                  <a:lnTo>
                    <a:pt x="952024" y="169450"/>
                  </a:lnTo>
                  <a:lnTo>
                    <a:pt x="952595" y="168497"/>
                  </a:lnTo>
                  <a:lnTo>
                    <a:pt x="952024" y="168116"/>
                  </a:lnTo>
                  <a:lnTo>
                    <a:pt x="950785" y="168307"/>
                  </a:lnTo>
                  <a:lnTo>
                    <a:pt x="946785" y="169926"/>
                  </a:lnTo>
                  <a:lnTo>
                    <a:pt x="941356" y="170783"/>
                  </a:lnTo>
                  <a:lnTo>
                    <a:pt x="940593" y="170593"/>
                  </a:lnTo>
                  <a:lnTo>
                    <a:pt x="940117" y="170212"/>
                  </a:lnTo>
                  <a:lnTo>
                    <a:pt x="939355" y="169164"/>
                  </a:lnTo>
                  <a:lnTo>
                    <a:pt x="938879" y="168593"/>
                  </a:lnTo>
                  <a:lnTo>
                    <a:pt x="935069" y="166783"/>
                  </a:lnTo>
                  <a:lnTo>
                    <a:pt x="934021" y="165926"/>
                  </a:lnTo>
                  <a:lnTo>
                    <a:pt x="932402" y="163830"/>
                  </a:lnTo>
                  <a:lnTo>
                    <a:pt x="931450" y="162973"/>
                  </a:lnTo>
                  <a:lnTo>
                    <a:pt x="926973" y="159639"/>
                  </a:lnTo>
                  <a:lnTo>
                    <a:pt x="926116" y="159258"/>
                  </a:lnTo>
                  <a:lnTo>
                    <a:pt x="925735" y="158972"/>
                  </a:lnTo>
                  <a:lnTo>
                    <a:pt x="925163" y="158401"/>
                  </a:lnTo>
                  <a:lnTo>
                    <a:pt x="924496" y="157925"/>
                  </a:lnTo>
                  <a:lnTo>
                    <a:pt x="923735" y="157829"/>
                  </a:lnTo>
                  <a:lnTo>
                    <a:pt x="923258" y="158210"/>
                  </a:lnTo>
                  <a:lnTo>
                    <a:pt x="923068" y="158877"/>
                  </a:lnTo>
                  <a:lnTo>
                    <a:pt x="922877" y="159639"/>
                  </a:lnTo>
                  <a:lnTo>
                    <a:pt x="922592" y="160306"/>
                  </a:lnTo>
                  <a:lnTo>
                    <a:pt x="921543" y="161068"/>
                  </a:lnTo>
                  <a:lnTo>
                    <a:pt x="920305" y="161354"/>
                  </a:lnTo>
                  <a:lnTo>
                    <a:pt x="917734" y="161354"/>
                  </a:lnTo>
                  <a:lnTo>
                    <a:pt x="916114" y="166688"/>
                  </a:lnTo>
                  <a:lnTo>
                    <a:pt x="916591" y="169545"/>
                  </a:lnTo>
                  <a:lnTo>
                    <a:pt x="918210" y="171545"/>
                  </a:lnTo>
                  <a:lnTo>
                    <a:pt x="920210" y="173165"/>
                  </a:lnTo>
                  <a:lnTo>
                    <a:pt x="921925" y="175070"/>
                  </a:lnTo>
                  <a:lnTo>
                    <a:pt x="924496" y="178784"/>
                  </a:lnTo>
                  <a:lnTo>
                    <a:pt x="924878" y="179832"/>
                  </a:lnTo>
                  <a:lnTo>
                    <a:pt x="925258" y="181451"/>
                  </a:lnTo>
                  <a:lnTo>
                    <a:pt x="926021" y="182594"/>
                  </a:lnTo>
                  <a:lnTo>
                    <a:pt x="926592" y="183642"/>
                  </a:lnTo>
                  <a:lnTo>
                    <a:pt x="926306" y="184976"/>
                  </a:lnTo>
                  <a:lnTo>
                    <a:pt x="925354" y="186119"/>
                  </a:lnTo>
                  <a:lnTo>
                    <a:pt x="923163" y="187643"/>
                  </a:lnTo>
                  <a:lnTo>
                    <a:pt x="919544" y="191262"/>
                  </a:lnTo>
                  <a:lnTo>
                    <a:pt x="918686" y="192310"/>
                  </a:lnTo>
                  <a:lnTo>
                    <a:pt x="917352" y="195263"/>
                  </a:lnTo>
                  <a:lnTo>
                    <a:pt x="916591" y="196596"/>
                  </a:lnTo>
                  <a:lnTo>
                    <a:pt x="915638" y="197168"/>
                  </a:lnTo>
                  <a:lnTo>
                    <a:pt x="915257" y="197929"/>
                  </a:lnTo>
                  <a:lnTo>
                    <a:pt x="915162" y="199549"/>
                  </a:lnTo>
                  <a:lnTo>
                    <a:pt x="914781" y="201263"/>
                  </a:lnTo>
                  <a:lnTo>
                    <a:pt x="913638" y="202121"/>
                  </a:lnTo>
                  <a:lnTo>
                    <a:pt x="912590" y="201835"/>
                  </a:lnTo>
                  <a:lnTo>
                    <a:pt x="911828" y="200977"/>
                  </a:lnTo>
                  <a:lnTo>
                    <a:pt x="910590" y="198977"/>
                  </a:lnTo>
                  <a:lnTo>
                    <a:pt x="909447" y="198025"/>
                  </a:lnTo>
                  <a:lnTo>
                    <a:pt x="908590" y="198311"/>
                  </a:lnTo>
                  <a:lnTo>
                    <a:pt x="907827" y="199358"/>
                  </a:lnTo>
                  <a:lnTo>
                    <a:pt x="906494" y="202121"/>
                  </a:lnTo>
                  <a:lnTo>
                    <a:pt x="906018" y="202787"/>
                  </a:lnTo>
                  <a:lnTo>
                    <a:pt x="905542" y="203073"/>
                  </a:lnTo>
                  <a:lnTo>
                    <a:pt x="904875" y="203168"/>
                  </a:lnTo>
                  <a:lnTo>
                    <a:pt x="904303" y="203359"/>
                  </a:lnTo>
                  <a:lnTo>
                    <a:pt x="903827" y="203740"/>
                  </a:lnTo>
                  <a:lnTo>
                    <a:pt x="901637" y="206597"/>
                  </a:lnTo>
                  <a:lnTo>
                    <a:pt x="900779" y="207169"/>
                  </a:lnTo>
                  <a:lnTo>
                    <a:pt x="899541" y="207454"/>
                  </a:lnTo>
                  <a:lnTo>
                    <a:pt x="894397" y="207740"/>
                  </a:lnTo>
                  <a:lnTo>
                    <a:pt x="892302" y="208693"/>
                  </a:lnTo>
                  <a:lnTo>
                    <a:pt x="890492" y="211265"/>
                  </a:lnTo>
                  <a:lnTo>
                    <a:pt x="889920" y="214027"/>
                  </a:lnTo>
                  <a:lnTo>
                    <a:pt x="890778" y="219361"/>
                  </a:lnTo>
                  <a:lnTo>
                    <a:pt x="890778" y="222599"/>
                  </a:lnTo>
                  <a:lnTo>
                    <a:pt x="890111" y="225838"/>
                  </a:lnTo>
                  <a:lnTo>
                    <a:pt x="889540" y="227362"/>
                  </a:lnTo>
                  <a:lnTo>
                    <a:pt x="887349" y="230981"/>
                  </a:lnTo>
                  <a:lnTo>
                    <a:pt x="886682" y="232410"/>
                  </a:lnTo>
                  <a:lnTo>
                    <a:pt x="886396" y="233839"/>
                  </a:lnTo>
                  <a:lnTo>
                    <a:pt x="886968" y="236696"/>
                  </a:lnTo>
                  <a:lnTo>
                    <a:pt x="887444" y="238411"/>
                  </a:lnTo>
                  <a:lnTo>
                    <a:pt x="888016" y="239173"/>
                  </a:lnTo>
                  <a:lnTo>
                    <a:pt x="890397" y="241078"/>
                  </a:lnTo>
                  <a:lnTo>
                    <a:pt x="892016" y="241649"/>
                  </a:lnTo>
                  <a:lnTo>
                    <a:pt x="892492" y="242030"/>
                  </a:lnTo>
                  <a:lnTo>
                    <a:pt x="893540" y="244126"/>
                  </a:lnTo>
                  <a:lnTo>
                    <a:pt x="893826" y="244507"/>
                  </a:lnTo>
                  <a:lnTo>
                    <a:pt x="893921" y="244793"/>
                  </a:lnTo>
                  <a:lnTo>
                    <a:pt x="894874" y="246031"/>
                  </a:lnTo>
                  <a:lnTo>
                    <a:pt x="900112" y="248412"/>
                  </a:lnTo>
                  <a:lnTo>
                    <a:pt x="901827" y="250222"/>
                  </a:lnTo>
                  <a:lnTo>
                    <a:pt x="904494" y="255079"/>
                  </a:lnTo>
                  <a:lnTo>
                    <a:pt x="906208" y="257080"/>
                  </a:lnTo>
                  <a:lnTo>
                    <a:pt x="905828" y="258127"/>
                  </a:lnTo>
                  <a:lnTo>
                    <a:pt x="905923" y="259461"/>
                  </a:lnTo>
                  <a:lnTo>
                    <a:pt x="906208" y="260795"/>
                  </a:lnTo>
                  <a:lnTo>
                    <a:pt x="906589" y="261938"/>
                  </a:lnTo>
                  <a:lnTo>
                    <a:pt x="906399" y="262414"/>
                  </a:lnTo>
                  <a:lnTo>
                    <a:pt x="906399" y="263557"/>
                  </a:lnTo>
                  <a:lnTo>
                    <a:pt x="906304" y="264414"/>
                  </a:lnTo>
                  <a:lnTo>
                    <a:pt x="905732" y="264700"/>
                  </a:lnTo>
                  <a:lnTo>
                    <a:pt x="905351" y="264986"/>
                  </a:lnTo>
                  <a:lnTo>
                    <a:pt x="905161" y="265367"/>
                  </a:lnTo>
                  <a:lnTo>
                    <a:pt x="905161" y="265748"/>
                  </a:lnTo>
                  <a:lnTo>
                    <a:pt x="905542" y="266319"/>
                  </a:lnTo>
                  <a:lnTo>
                    <a:pt x="905542" y="266700"/>
                  </a:lnTo>
                  <a:lnTo>
                    <a:pt x="905446" y="268319"/>
                  </a:lnTo>
                  <a:lnTo>
                    <a:pt x="905256" y="268986"/>
                  </a:lnTo>
                  <a:lnTo>
                    <a:pt x="904780" y="269653"/>
                  </a:lnTo>
                  <a:lnTo>
                    <a:pt x="904303" y="269748"/>
                  </a:lnTo>
                  <a:lnTo>
                    <a:pt x="903160" y="269653"/>
                  </a:lnTo>
                  <a:lnTo>
                    <a:pt x="902970" y="269939"/>
                  </a:lnTo>
                  <a:lnTo>
                    <a:pt x="902303" y="272796"/>
                  </a:lnTo>
                  <a:lnTo>
                    <a:pt x="899541" y="277273"/>
                  </a:lnTo>
                  <a:lnTo>
                    <a:pt x="898684" y="281654"/>
                  </a:lnTo>
                  <a:lnTo>
                    <a:pt x="897636" y="283845"/>
                  </a:lnTo>
                  <a:lnTo>
                    <a:pt x="897446" y="285369"/>
                  </a:lnTo>
                  <a:lnTo>
                    <a:pt x="897636" y="286893"/>
                  </a:lnTo>
                  <a:lnTo>
                    <a:pt x="899255" y="290894"/>
                  </a:lnTo>
                  <a:lnTo>
                    <a:pt x="900017" y="293846"/>
                  </a:lnTo>
                  <a:lnTo>
                    <a:pt x="900589" y="295180"/>
                  </a:lnTo>
                  <a:lnTo>
                    <a:pt x="901351" y="295751"/>
                  </a:lnTo>
                  <a:lnTo>
                    <a:pt x="901922" y="295942"/>
                  </a:lnTo>
                  <a:lnTo>
                    <a:pt x="903256" y="296990"/>
                  </a:lnTo>
                  <a:lnTo>
                    <a:pt x="903922" y="297180"/>
                  </a:lnTo>
                  <a:lnTo>
                    <a:pt x="904399" y="297085"/>
                  </a:lnTo>
                  <a:lnTo>
                    <a:pt x="905256" y="296704"/>
                  </a:lnTo>
                  <a:lnTo>
                    <a:pt x="905828" y="296704"/>
                  </a:lnTo>
                  <a:lnTo>
                    <a:pt x="908304" y="297942"/>
                  </a:lnTo>
                  <a:lnTo>
                    <a:pt x="909542" y="298133"/>
                  </a:lnTo>
                  <a:lnTo>
                    <a:pt x="910114" y="296990"/>
                  </a:lnTo>
                  <a:lnTo>
                    <a:pt x="910495" y="295561"/>
                  </a:lnTo>
                  <a:lnTo>
                    <a:pt x="911257" y="294227"/>
                  </a:lnTo>
                  <a:lnTo>
                    <a:pt x="912209" y="293180"/>
                  </a:lnTo>
                  <a:lnTo>
                    <a:pt x="912971" y="292513"/>
                  </a:lnTo>
                  <a:lnTo>
                    <a:pt x="919639" y="290322"/>
                  </a:lnTo>
                  <a:lnTo>
                    <a:pt x="921353" y="289084"/>
                  </a:lnTo>
                  <a:lnTo>
                    <a:pt x="921925" y="286798"/>
                  </a:lnTo>
                  <a:lnTo>
                    <a:pt x="921449" y="281083"/>
                  </a:lnTo>
                  <a:lnTo>
                    <a:pt x="922496" y="278511"/>
                  </a:lnTo>
                  <a:lnTo>
                    <a:pt x="923353" y="278035"/>
                  </a:lnTo>
                  <a:lnTo>
                    <a:pt x="926211" y="277273"/>
                  </a:lnTo>
                  <a:lnTo>
                    <a:pt x="926783" y="276797"/>
                  </a:lnTo>
                  <a:lnTo>
                    <a:pt x="927259" y="276320"/>
                  </a:lnTo>
                  <a:lnTo>
                    <a:pt x="930402" y="274701"/>
                  </a:lnTo>
                  <a:lnTo>
                    <a:pt x="930974" y="273368"/>
                  </a:lnTo>
                  <a:lnTo>
                    <a:pt x="931831" y="270415"/>
                  </a:lnTo>
                  <a:lnTo>
                    <a:pt x="932402" y="269177"/>
                  </a:lnTo>
                  <a:lnTo>
                    <a:pt x="933355" y="268319"/>
                  </a:lnTo>
                  <a:lnTo>
                    <a:pt x="934688" y="268129"/>
                  </a:lnTo>
                  <a:lnTo>
                    <a:pt x="935926" y="268510"/>
                  </a:lnTo>
                  <a:lnTo>
                    <a:pt x="936879" y="269462"/>
                  </a:lnTo>
                  <a:lnTo>
                    <a:pt x="937165" y="270701"/>
                  </a:lnTo>
                  <a:lnTo>
                    <a:pt x="936593" y="271463"/>
                  </a:lnTo>
                  <a:lnTo>
                    <a:pt x="935736" y="272129"/>
                  </a:lnTo>
                  <a:lnTo>
                    <a:pt x="935260" y="273177"/>
                  </a:lnTo>
                  <a:lnTo>
                    <a:pt x="935736" y="274225"/>
                  </a:lnTo>
                  <a:lnTo>
                    <a:pt x="936879" y="273939"/>
                  </a:lnTo>
                  <a:lnTo>
                    <a:pt x="939260" y="272510"/>
                  </a:lnTo>
                  <a:lnTo>
                    <a:pt x="941832" y="272510"/>
                  </a:lnTo>
                  <a:lnTo>
                    <a:pt x="944499" y="273368"/>
                  </a:lnTo>
                  <a:lnTo>
                    <a:pt x="948976" y="275939"/>
                  </a:lnTo>
                  <a:lnTo>
                    <a:pt x="951452" y="276606"/>
                  </a:lnTo>
                  <a:lnTo>
                    <a:pt x="953357" y="275749"/>
                  </a:lnTo>
                  <a:lnTo>
                    <a:pt x="956595" y="272510"/>
                  </a:lnTo>
                  <a:lnTo>
                    <a:pt x="957548" y="271844"/>
                  </a:lnTo>
                  <a:lnTo>
                    <a:pt x="958691" y="271367"/>
                  </a:lnTo>
                  <a:lnTo>
                    <a:pt x="961168" y="270986"/>
                  </a:lnTo>
                  <a:lnTo>
                    <a:pt x="961644" y="270415"/>
                  </a:lnTo>
                  <a:lnTo>
                    <a:pt x="960786" y="269081"/>
                  </a:lnTo>
                  <a:lnTo>
                    <a:pt x="956786" y="265271"/>
                  </a:lnTo>
                  <a:lnTo>
                    <a:pt x="955548" y="264509"/>
                  </a:lnTo>
                  <a:lnTo>
                    <a:pt x="954310" y="264224"/>
                  </a:lnTo>
                  <a:lnTo>
                    <a:pt x="952976" y="264128"/>
                  </a:lnTo>
                  <a:lnTo>
                    <a:pt x="951833" y="263747"/>
                  </a:lnTo>
                  <a:lnTo>
                    <a:pt x="950785" y="263176"/>
                  </a:lnTo>
                  <a:lnTo>
                    <a:pt x="949833" y="262319"/>
                  </a:lnTo>
                  <a:lnTo>
                    <a:pt x="946404" y="257747"/>
                  </a:lnTo>
                  <a:lnTo>
                    <a:pt x="945547" y="256889"/>
                  </a:lnTo>
                  <a:lnTo>
                    <a:pt x="943546" y="255461"/>
                  </a:lnTo>
                  <a:lnTo>
                    <a:pt x="942689" y="254603"/>
                  </a:lnTo>
                  <a:lnTo>
                    <a:pt x="940213" y="250984"/>
                  </a:lnTo>
                  <a:lnTo>
                    <a:pt x="939355" y="248984"/>
                  </a:lnTo>
                  <a:lnTo>
                    <a:pt x="936212" y="246793"/>
                  </a:lnTo>
                  <a:lnTo>
                    <a:pt x="935164" y="247269"/>
                  </a:lnTo>
                  <a:lnTo>
                    <a:pt x="934117" y="247555"/>
                  </a:lnTo>
                  <a:lnTo>
                    <a:pt x="930783" y="247841"/>
                  </a:lnTo>
                  <a:lnTo>
                    <a:pt x="928783" y="248507"/>
                  </a:lnTo>
                  <a:lnTo>
                    <a:pt x="927544" y="248698"/>
                  </a:lnTo>
                  <a:lnTo>
                    <a:pt x="926592" y="248222"/>
                  </a:lnTo>
                  <a:lnTo>
                    <a:pt x="922686" y="243840"/>
                  </a:lnTo>
                  <a:lnTo>
                    <a:pt x="920972" y="242506"/>
                  </a:lnTo>
                  <a:lnTo>
                    <a:pt x="915543" y="239554"/>
                  </a:lnTo>
                  <a:lnTo>
                    <a:pt x="913924" y="237744"/>
                  </a:lnTo>
                  <a:lnTo>
                    <a:pt x="913352" y="234506"/>
                  </a:lnTo>
                  <a:lnTo>
                    <a:pt x="913733" y="231267"/>
                  </a:lnTo>
                  <a:lnTo>
                    <a:pt x="914495" y="228219"/>
                  </a:lnTo>
                  <a:lnTo>
                    <a:pt x="915638" y="225362"/>
                  </a:lnTo>
                  <a:lnTo>
                    <a:pt x="918591" y="220218"/>
                  </a:lnTo>
                  <a:lnTo>
                    <a:pt x="920496" y="217837"/>
                  </a:lnTo>
                  <a:lnTo>
                    <a:pt x="922592" y="215932"/>
                  </a:lnTo>
                  <a:lnTo>
                    <a:pt x="924878" y="214884"/>
                  </a:lnTo>
                  <a:lnTo>
                    <a:pt x="926211" y="214789"/>
                  </a:lnTo>
                  <a:lnTo>
                    <a:pt x="930021" y="215456"/>
                  </a:lnTo>
                  <a:lnTo>
                    <a:pt x="933450" y="214884"/>
                  </a:lnTo>
                  <a:lnTo>
                    <a:pt x="934688" y="214884"/>
                  </a:lnTo>
                  <a:lnTo>
                    <a:pt x="937165" y="215932"/>
                  </a:lnTo>
                  <a:lnTo>
                    <a:pt x="946023" y="226124"/>
                  </a:lnTo>
                  <a:lnTo>
                    <a:pt x="946594" y="228981"/>
                  </a:lnTo>
                  <a:lnTo>
                    <a:pt x="946880" y="229552"/>
                  </a:lnTo>
                  <a:lnTo>
                    <a:pt x="947356" y="230124"/>
                  </a:lnTo>
                  <a:lnTo>
                    <a:pt x="948404" y="230981"/>
                  </a:lnTo>
                  <a:lnTo>
                    <a:pt x="949833" y="231458"/>
                  </a:lnTo>
                  <a:lnTo>
                    <a:pt x="950500" y="231934"/>
                  </a:lnTo>
                  <a:lnTo>
                    <a:pt x="950405" y="232696"/>
                  </a:lnTo>
                  <a:lnTo>
                    <a:pt x="949928" y="232886"/>
                  </a:lnTo>
                  <a:lnTo>
                    <a:pt x="947833" y="232410"/>
                  </a:lnTo>
                  <a:lnTo>
                    <a:pt x="947642" y="232696"/>
                  </a:lnTo>
                  <a:lnTo>
                    <a:pt x="947928" y="233363"/>
                  </a:lnTo>
                  <a:lnTo>
                    <a:pt x="948404" y="234029"/>
                  </a:lnTo>
                  <a:lnTo>
                    <a:pt x="948785" y="234410"/>
                  </a:lnTo>
                  <a:lnTo>
                    <a:pt x="949452" y="234696"/>
                  </a:lnTo>
                  <a:lnTo>
                    <a:pt x="950118" y="234791"/>
                  </a:lnTo>
                  <a:lnTo>
                    <a:pt x="950785" y="234696"/>
                  </a:lnTo>
                  <a:lnTo>
                    <a:pt x="951357" y="234410"/>
                  </a:lnTo>
                  <a:lnTo>
                    <a:pt x="952214" y="233648"/>
                  </a:lnTo>
                  <a:lnTo>
                    <a:pt x="955167" y="229267"/>
                  </a:lnTo>
                  <a:lnTo>
                    <a:pt x="956119" y="228219"/>
                  </a:lnTo>
                  <a:lnTo>
                    <a:pt x="960215" y="225266"/>
                  </a:lnTo>
                  <a:lnTo>
                    <a:pt x="960786" y="224981"/>
                  </a:lnTo>
                  <a:lnTo>
                    <a:pt x="961358" y="224790"/>
                  </a:lnTo>
                  <a:lnTo>
                    <a:pt x="962025" y="224695"/>
                  </a:lnTo>
                  <a:lnTo>
                    <a:pt x="962692" y="224504"/>
                  </a:lnTo>
                  <a:lnTo>
                    <a:pt x="963739" y="223456"/>
                  </a:lnTo>
                  <a:lnTo>
                    <a:pt x="965168" y="222790"/>
                  </a:lnTo>
                  <a:lnTo>
                    <a:pt x="973836" y="215932"/>
                  </a:lnTo>
                  <a:lnTo>
                    <a:pt x="980218" y="213265"/>
                  </a:lnTo>
                  <a:lnTo>
                    <a:pt x="984790" y="212217"/>
                  </a:lnTo>
                  <a:lnTo>
                    <a:pt x="989552" y="212122"/>
                  </a:lnTo>
                  <a:lnTo>
                    <a:pt x="994315" y="213360"/>
                  </a:lnTo>
                  <a:lnTo>
                    <a:pt x="998030" y="215456"/>
                  </a:lnTo>
                  <a:lnTo>
                    <a:pt x="999172" y="215741"/>
                  </a:lnTo>
                  <a:lnTo>
                    <a:pt x="1000030" y="216218"/>
                  </a:lnTo>
                  <a:lnTo>
                    <a:pt x="1002887" y="219647"/>
                  </a:lnTo>
                  <a:lnTo>
                    <a:pt x="1007174" y="222504"/>
                  </a:lnTo>
                  <a:lnTo>
                    <a:pt x="1012698" y="223266"/>
                  </a:lnTo>
                  <a:lnTo>
                    <a:pt x="1015555" y="226695"/>
                  </a:lnTo>
                  <a:lnTo>
                    <a:pt x="1018699" y="229934"/>
                  </a:lnTo>
                  <a:lnTo>
                    <a:pt x="1028128" y="236696"/>
                  </a:lnTo>
                  <a:lnTo>
                    <a:pt x="1032701" y="238125"/>
                  </a:lnTo>
                  <a:lnTo>
                    <a:pt x="1043845" y="244697"/>
                  </a:lnTo>
                  <a:lnTo>
                    <a:pt x="1054513" y="248412"/>
                  </a:lnTo>
                  <a:lnTo>
                    <a:pt x="1062704" y="253841"/>
                  </a:lnTo>
                  <a:lnTo>
                    <a:pt x="1064038" y="255079"/>
                  </a:lnTo>
                  <a:lnTo>
                    <a:pt x="1065276" y="256508"/>
                  </a:lnTo>
                  <a:lnTo>
                    <a:pt x="1065848" y="257842"/>
                  </a:lnTo>
                  <a:lnTo>
                    <a:pt x="1066324" y="258604"/>
                  </a:lnTo>
                  <a:lnTo>
                    <a:pt x="1067371" y="259747"/>
                  </a:lnTo>
                  <a:lnTo>
                    <a:pt x="1068610" y="260699"/>
                  </a:lnTo>
                  <a:lnTo>
                    <a:pt x="1069467" y="260985"/>
                  </a:lnTo>
                  <a:lnTo>
                    <a:pt x="1070039" y="260033"/>
                  </a:lnTo>
                  <a:lnTo>
                    <a:pt x="1070705" y="256889"/>
                  </a:lnTo>
                  <a:lnTo>
                    <a:pt x="1072134" y="255556"/>
                  </a:lnTo>
                  <a:lnTo>
                    <a:pt x="1072705" y="254127"/>
                  </a:lnTo>
                  <a:lnTo>
                    <a:pt x="1074134" y="248412"/>
                  </a:lnTo>
                  <a:lnTo>
                    <a:pt x="1074420" y="246793"/>
                  </a:lnTo>
                  <a:lnTo>
                    <a:pt x="1074515" y="245364"/>
                  </a:lnTo>
                  <a:lnTo>
                    <a:pt x="1074420" y="243745"/>
                  </a:lnTo>
                  <a:lnTo>
                    <a:pt x="1073849" y="239744"/>
                  </a:lnTo>
                  <a:lnTo>
                    <a:pt x="1074230" y="236411"/>
                  </a:lnTo>
                  <a:lnTo>
                    <a:pt x="1075086" y="233458"/>
                  </a:lnTo>
                  <a:lnTo>
                    <a:pt x="1080326" y="223838"/>
                  </a:lnTo>
                  <a:lnTo>
                    <a:pt x="1086993" y="213265"/>
                  </a:lnTo>
                  <a:lnTo>
                    <a:pt x="1090327" y="209169"/>
                  </a:lnTo>
                  <a:lnTo>
                    <a:pt x="1098327" y="202311"/>
                  </a:lnTo>
                  <a:lnTo>
                    <a:pt x="1103376" y="196120"/>
                  </a:lnTo>
                  <a:lnTo>
                    <a:pt x="1111567" y="190214"/>
                  </a:lnTo>
                  <a:lnTo>
                    <a:pt x="1118997" y="186595"/>
                  </a:lnTo>
                  <a:lnTo>
                    <a:pt x="1126331" y="184690"/>
                  </a:lnTo>
                  <a:lnTo>
                    <a:pt x="1127474" y="184595"/>
                  </a:lnTo>
                  <a:lnTo>
                    <a:pt x="1128141" y="184880"/>
                  </a:lnTo>
                  <a:lnTo>
                    <a:pt x="1128522" y="185547"/>
                  </a:lnTo>
                  <a:lnTo>
                    <a:pt x="1128712" y="186404"/>
                  </a:lnTo>
                  <a:lnTo>
                    <a:pt x="1128998" y="186976"/>
                  </a:lnTo>
                  <a:lnTo>
                    <a:pt x="1129474" y="187547"/>
                  </a:lnTo>
                  <a:lnTo>
                    <a:pt x="1129951" y="187928"/>
                  </a:lnTo>
                  <a:lnTo>
                    <a:pt x="1133856" y="189357"/>
                  </a:lnTo>
                  <a:lnTo>
                    <a:pt x="1135475" y="189643"/>
                  </a:lnTo>
                  <a:lnTo>
                    <a:pt x="1136809" y="188881"/>
                  </a:lnTo>
                  <a:lnTo>
                    <a:pt x="1140905" y="188500"/>
                  </a:lnTo>
                  <a:lnTo>
                    <a:pt x="1148429" y="190310"/>
                  </a:lnTo>
                  <a:lnTo>
                    <a:pt x="1150620" y="189548"/>
                  </a:lnTo>
                  <a:lnTo>
                    <a:pt x="1149953" y="188786"/>
                  </a:lnTo>
                  <a:lnTo>
                    <a:pt x="1149096" y="188119"/>
                  </a:lnTo>
                  <a:lnTo>
                    <a:pt x="1148334" y="187357"/>
                  </a:lnTo>
                  <a:lnTo>
                    <a:pt x="1148048" y="186309"/>
                  </a:lnTo>
                  <a:lnTo>
                    <a:pt x="1148239" y="185452"/>
                  </a:lnTo>
                  <a:lnTo>
                    <a:pt x="1148715" y="184404"/>
                  </a:lnTo>
                  <a:lnTo>
                    <a:pt x="1149287" y="183547"/>
                  </a:lnTo>
                  <a:lnTo>
                    <a:pt x="1149763" y="183166"/>
                  </a:lnTo>
                  <a:lnTo>
                    <a:pt x="1150144" y="182975"/>
                  </a:lnTo>
                  <a:lnTo>
                    <a:pt x="1150715" y="182023"/>
                  </a:lnTo>
                  <a:lnTo>
                    <a:pt x="1151096" y="181642"/>
                  </a:lnTo>
                  <a:lnTo>
                    <a:pt x="1151477" y="181451"/>
                  </a:lnTo>
                  <a:lnTo>
                    <a:pt x="1151763" y="181451"/>
                  </a:lnTo>
                  <a:lnTo>
                    <a:pt x="1152144" y="181547"/>
                  </a:lnTo>
                  <a:lnTo>
                    <a:pt x="1152715" y="181642"/>
                  </a:lnTo>
                  <a:lnTo>
                    <a:pt x="1153668" y="181927"/>
                  </a:lnTo>
                  <a:lnTo>
                    <a:pt x="1153858" y="182690"/>
                  </a:lnTo>
                  <a:lnTo>
                    <a:pt x="1153763" y="183547"/>
                  </a:lnTo>
                  <a:lnTo>
                    <a:pt x="1153858" y="184214"/>
                  </a:lnTo>
                  <a:lnTo>
                    <a:pt x="1155287" y="185547"/>
                  </a:lnTo>
                  <a:lnTo>
                    <a:pt x="1156906" y="186214"/>
                  </a:lnTo>
                  <a:lnTo>
                    <a:pt x="1158716" y="186309"/>
                  </a:lnTo>
                  <a:lnTo>
                    <a:pt x="1162240" y="185738"/>
                  </a:lnTo>
                  <a:lnTo>
                    <a:pt x="1163003" y="185547"/>
                  </a:lnTo>
                  <a:lnTo>
                    <a:pt x="1163479" y="185071"/>
                  </a:lnTo>
                  <a:lnTo>
                    <a:pt x="1163669" y="184118"/>
                  </a:lnTo>
                  <a:lnTo>
                    <a:pt x="1163383" y="183356"/>
                  </a:lnTo>
                  <a:lnTo>
                    <a:pt x="1162336" y="181642"/>
                  </a:lnTo>
                  <a:lnTo>
                    <a:pt x="1164908" y="182499"/>
                  </a:lnTo>
                  <a:lnTo>
                    <a:pt x="1166241" y="182404"/>
                  </a:lnTo>
                  <a:lnTo>
                    <a:pt x="1167479" y="181642"/>
                  </a:lnTo>
                  <a:lnTo>
                    <a:pt x="1167860" y="181070"/>
                  </a:lnTo>
                  <a:lnTo>
                    <a:pt x="1167955" y="180594"/>
                  </a:lnTo>
                  <a:lnTo>
                    <a:pt x="1168146" y="180308"/>
                  </a:lnTo>
                  <a:lnTo>
                    <a:pt x="1170146" y="180118"/>
                  </a:lnTo>
                  <a:lnTo>
                    <a:pt x="1170623" y="179832"/>
                  </a:lnTo>
                  <a:lnTo>
                    <a:pt x="1171099" y="179165"/>
                  </a:lnTo>
                  <a:lnTo>
                    <a:pt x="1170242" y="178784"/>
                  </a:lnTo>
                  <a:lnTo>
                    <a:pt x="1169384" y="178784"/>
                  </a:lnTo>
                  <a:lnTo>
                    <a:pt x="1168717" y="178499"/>
                  </a:lnTo>
                  <a:lnTo>
                    <a:pt x="1168527" y="177165"/>
                  </a:lnTo>
                  <a:lnTo>
                    <a:pt x="1168908" y="176117"/>
                  </a:lnTo>
                  <a:lnTo>
                    <a:pt x="1169575" y="175546"/>
                  </a:lnTo>
                  <a:lnTo>
                    <a:pt x="1170432" y="175260"/>
                  </a:lnTo>
                  <a:lnTo>
                    <a:pt x="1174527" y="174593"/>
                  </a:lnTo>
                  <a:lnTo>
                    <a:pt x="1175956" y="174022"/>
                  </a:lnTo>
                  <a:lnTo>
                    <a:pt x="1177099" y="172879"/>
                  </a:lnTo>
                  <a:lnTo>
                    <a:pt x="1178242" y="172307"/>
                  </a:lnTo>
                  <a:lnTo>
                    <a:pt x="1183576" y="172212"/>
                  </a:lnTo>
                  <a:lnTo>
                    <a:pt x="1185195" y="171736"/>
                  </a:lnTo>
                  <a:lnTo>
                    <a:pt x="1186053" y="171641"/>
                  </a:lnTo>
                  <a:lnTo>
                    <a:pt x="1187387" y="172498"/>
                  </a:lnTo>
                  <a:lnTo>
                    <a:pt x="1188434" y="172784"/>
                  </a:lnTo>
                  <a:lnTo>
                    <a:pt x="1189482" y="172879"/>
                  </a:lnTo>
                  <a:lnTo>
                    <a:pt x="1190053" y="172688"/>
                  </a:lnTo>
                  <a:lnTo>
                    <a:pt x="1189386" y="172212"/>
                  </a:lnTo>
                  <a:lnTo>
                    <a:pt x="1190911" y="170307"/>
                  </a:lnTo>
                  <a:lnTo>
                    <a:pt x="1191196" y="169736"/>
                  </a:lnTo>
                  <a:lnTo>
                    <a:pt x="1191482" y="168878"/>
                  </a:lnTo>
                  <a:lnTo>
                    <a:pt x="1191958" y="167069"/>
                  </a:lnTo>
                  <a:lnTo>
                    <a:pt x="1192244" y="166306"/>
                  </a:lnTo>
                  <a:lnTo>
                    <a:pt x="1192625" y="165735"/>
                  </a:lnTo>
                  <a:lnTo>
                    <a:pt x="1194054" y="164306"/>
                  </a:lnTo>
                  <a:lnTo>
                    <a:pt x="1194530" y="163544"/>
                  </a:lnTo>
                  <a:lnTo>
                    <a:pt x="1194816" y="162877"/>
                  </a:lnTo>
                  <a:lnTo>
                    <a:pt x="1195197" y="162401"/>
                  </a:lnTo>
                  <a:lnTo>
                    <a:pt x="1195959" y="162211"/>
                  </a:lnTo>
                  <a:lnTo>
                    <a:pt x="1197483" y="162497"/>
                  </a:lnTo>
                  <a:lnTo>
                    <a:pt x="1198055" y="162306"/>
                  </a:lnTo>
                  <a:lnTo>
                    <a:pt x="1198817" y="161449"/>
                  </a:lnTo>
                  <a:lnTo>
                    <a:pt x="1199293" y="161163"/>
                  </a:lnTo>
                  <a:lnTo>
                    <a:pt x="1201293" y="160687"/>
                  </a:lnTo>
                  <a:lnTo>
                    <a:pt x="1201960" y="160401"/>
                  </a:lnTo>
                  <a:lnTo>
                    <a:pt x="1202912" y="158972"/>
                  </a:lnTo>
                  <a:lnTo>
                    <a:pt x="1203484" y="158687"/>
                  </a:lnTo>
                  <a:lnTo>
                    <a:pt x="1204627" y="158687"/>
                  </a:lnTo>
                  <a:lnTo>
                    <a:pt x="1205103" y="158401"/>
                  </a:lnTo>
                  <a:lnTo>
                    <a:pt x="1205484" y="157734"/>
                  </a:lnTo>
                  <a:lnTo>
                    <a:pt x="1204912" y="157353"/>
                  </a:lnTo>
                  <a:lnTo>
                    <a:pt x="1203484" y="156972"/>
                  </a:lnTo>
                  <a:close/>
                  <a:moveTo>
                    <a:pt x="1635538" y="1373219"/>
                  </a:moveTo>
                  <a:lnTo>
                    <a:pt x="1635062" y="1373505"/>
                  </a:lnTo>
                  <a:lnTo>
                    <a:pt x="1634966" y="1373791"/>
                  </a:lnTo>
                  <a:lnTo>
                    <a:pt x="1635347" y="1373886"/>
                  </a:lnTo>
                  <a:lnTo>
                    <a:pt x="1635633" y="1373886"/>
                  </a:lnTo>
                  <a:lnTo>
                    <a:pt x="1635728" y="1373410"/>
                  </a:lnTo>
                  <a:lnTo>
                    <a:pt x="1635538" y="1373219"/>
                  </a:lnTo>
                  <a:close/>
                  <a:moveTo>
                    <a:pt x="1633443" y="1372267"/>
                  </a:moveTo>
                  <a:lnTo>
                    <a:pt x="1634109" y="1373410"/>
                  </a:lnTo>
                  <a:lnTo>
                    <a:pt x="1634776" y="1372457"/>
                  </a:lnTo>
                  <a:lnTo>
                    <a:pt x="1634109" y="1372076"/>
                  </a:lnTo>
                  <a:lnTo>
                    <a:pt x="1633443" y="1372267"/>
                  </a:lnTo>
                  <a:close/>
                  <a:moveTo>
                    <a:pt x="731615" y="734854"/>
                  </a:moveTo>
                  <a:lnTo>
                    <a:pt x="730948" y="733901"/>
                  </a:lnTo>
                  <a:lnTo>
                    <a:pt x="730282" y="733901"/>
                  </a:lnTo>
                  <a:lnTo>
                    <a:pt x="730758" y="736282"/>
                  </a:lnTo>
                  <a:lnTo>
                    <a:pt x="731139" y="736282"/>
                  </a:lnTo>
                  <a:lnTo>
                    <a:pt x="731139" y="735902"/>
                  </a:lnTo>
                  <a:lnTo>
                    <a:pt x="731710" y="735711"/>
                  </a:lnTo>
                  <a:lnTo>
                    <a:pt x="731615" y="734854"/>
                  </a:lnTo>
                  <a:close/>
                  <a:moveTo>
                    <a:pt x="1008507" y="1173004"/>
                  </a:moveTo>
                  <a:lnTo>
                    <a:pt x="1008602" y="1173575"/>
                  </a:lnTo>
                  <a:lnTo>
                    <a:pt x="1008888" y="1173004"/>
                  </a:lnTo>
                  <a:lnTo>
                    <a:pt x="1008697" y="1172813"/>
                  </a:lnTo>
                  <a:lnTo>
                    <a:pt x="1008507" y="1173004"/>
                  </a:lnTo>
                  <a:close/>
                  <a:moveTo>
                    <a:pt x="743426" y="586264"/>
                  </a:moveTo>
                  <a:lnTo>
                    <a:pt x="743045" y="585788"/>
                  </a:lnTo>
                  <a:lnTo>
                    <a:pt x="742283" y="586073"/>
                  </a:lnTo>
                  <a:lnTo>
                    <a:pt x="741712" y="586740"/>
                  </a:lnTo>
                  <a:lnTo>
                    <a:pt x="741331" y="587026"/>
                  </a:lnTo>
                  <a:lnTo>
                    <a:pt x="740855" y="587121"/>
                  </a:lnTo>
                  <a:lnTo>
                    <a:pt x="740283" y="586740"/>
                  </a:lnTo>
                  <a:lnTo>
                    <a:pt x="739902" y="586359"/>
                  </a:lnTo>
                  <a:lnTo>
                    <a:pt x="739521" y="586264"/>
                  </a:lnTo>
                  <a:lnTo>
                    <a:pt x="739140" y="586359"/>
                  </a:lnTo>
                  <a:lnTo>
                    <a:pt x="738759" y="586645"/>
                  </a:lnTo>
                  <a:lnTo>
                    <a:pt x="738283" y="586835"/>
                  </a:lnTo>
                  <a:lnTo>
                    <a:pt x="737806" y="586835"/>
                  </a:lnTo>
                  <a:lnTo>
                    <a:pt x="737425" y="587026"/>
                  </a:lnTo>
                  <a:lnTo>
                    <a:pt x="737140" y="587311"/>
                  </a:lnTo>
                  <a:lnTo>
                    <a:pt x="736854" y="587121"/>
                  </a:lnTo>
                  <a:lnTo>
                    <a:pt x="736663" y="586645"/>
                  </a:lnTo>
                  <a:lnTo>
                    <a:pt x="736282" y="586454"/>
                  </a:lnTo>
                  <a:lnTo>
                    <a:pt x="735997" y="586931"/>
                  </a:lnTo>
                  <a:lnTo>
                    <a:pt x="736568" y="587978"/>
                  </a:lnTo>
                  <a:lnTo>
                    <a:pt x="737616" y="589312"/>
                  </a:lnTo>
                  <a:lnTo>
                    <a:pt x="738092" y="589978"/>
                  </a:lnTo>
                  <a:lnTo>
                    <a:pt x="738283" y="589978"/>
                  </a:lnTo>
                  <a:lnTo>
                    <a:pt x="739140" y="589693"/>
                  </a:lnTo>
                  <a:lnTo>
                    <a:pt x="739616" y="589693"/>
                  </a:lnTo>
                  <a:lnTo>
                    <a:pt x="740283" y="589217"/>
                  </a:lnTo>
                  <a:lnTo>
                    <a:pt x="741235" y="588836"/>
                  </a:lnTo>
                  <a:lnTo>
                    <a:pt x="742188" y="588740"/>
                  </a:lnTo>
                  <a:lnTo>
                    <a:pt x="743045" y="588359"/>
                  </a:lnTo>
                  <a:lnTo>
                    <a:pt x="743426" y="587788"/>
                  </a:lnTo>
                  <a:lnTo>
                    <a:pt x="743331" y="587216"/>
                  </a:lnTo>
                  <a:lnTo>
                    <a:pt x="743331" y="586645"/>
                  </a:lnTo>
                  <a:lnTo>
                    <a:pt x="743426" y="586264"/>
                  </a:lnTo>
                  <a:close/>
                  <a:moveTo>
                    <a:pt x="647319" y="763238"/>
                  </a:moveTo>
                  <a:lnTo>
                    <a:pt x="649033" y="762000"/>
                  </a:lnTo>
                  <a:lnTo>
                    <a:pt x="648176" y="760762"/>
                  </a:lnTo>
                  <a:lnTo>
                    <a:pt x="646271" y="762286"/>
                  </a:lnTo>
                  <a:lnTo>
                    <a:pt x="646557" y="762857"/>
                  </a:lnTo>
                  <a:lnTo>
                    <a:pt x="647319" y="763238"/>
                  </a:lnTo>
                  <a:close/>
                  <a:moveTo>
                    <a:pt x="1010031" y="1172909"/>
                  </a:moveTo>
                  <a:lnTo>
                    <a:pt x="1009840" y="1173099"/>
                  </a:lnTo>
                  <a:lnTo>
                    <a:pt x="1009936" y="1173671"/>
                  </a:lnTo>
                  <a:lnTo>
                    <a:pt x="1010126" y="1173099"/>
                  </a:lnTo>
                  <a:lnTo>
                    <a:pt x="1010031" y="1172909"/>
                  </a:lnTo>
                  <a:close/>
                  <a:moveTo>
                    <a:pt x="1013936" y="1179386"/>
                  </a:moveTo>
                  <a:lnTo>
                    <a:pt x="1013745" y="1179767"/>
                  </a:lnTo>
                  <a:lnTo>
                    <a:pt x="1014603" y="1180529"/>
                  </a:lnTo>
                  <a:lnTo>
                    <a:pt x="1014508" y="1179481"/>
                  </a:lnTo>
                  <a:lnTo>
                    <a:pt x="1013936" y="1179386"/>
                  </a:lnTo>
                  <a:close/>
                  <a:moveTo>
                    <a:pt x="1014127" y="1236059"/>
                  </a:moveTo>
                  <a:lnTo>
                    <a:pt x="1013936" y="1236059"/>
                  </a:lnTo>
                  <a:lnTo>
                    <a:pt x="1013460" y="1236250"/>
                  </a:lnTo>
                  <a:lnTo>
                    <a:pt x="1013555" y="1235964"/>
                  </a:lnTo>
                  <a:lnTo>
                    <a:pt x="1013555" y="1235869"/>
                  </a:lnTo>
                  <a:lnTo>
                    <a:pt x="1013555" y="1235774"/>
                  </a:lnTo>
                  <a:lnTo>
                    <a:pt x="1013841" y="1235583"/>
                  </a:lnTo>
                  <a:lnTo>
                    <a:pt x="1013841" y="1235107"/>
                  </a:lnTo>
                  <a:lnTo>
                    <a:pt x="1013079" y="1235107"/>
                  </a:lnTo>
                  <a:lnTo>
                    <a:pt x="1012508" y="1234821"/>
                  </a:lnTo>
                  <a:lnTo>
                    <a:pt x="1012412" y="1234345"/>
                  </a:lnTo>
                  <a:lnTo>
                    <a:pt x="1012984" y="1233869"/>
                  </a:lnTo>
                  <a:lnTo>
                    <a:pt x="1012984" y="1233488"/>
                  </a:lnTo>
                  <a:lnTo>
                    <a:pt x="1012317" y="1233488"/>
                  </a:lnTo>
                  <a:lnTo>
                    <a:pt x="1011746" y="1233392"/>
                  </a:lnTo>
                  <a:lnTo>
                    <a:pt x="1011364" y="1233107"/>
                  </a:lnTo>
                  <a:lnTo>
                    <a:pt x="1011174" y="1232630"/>
                  </a:lnTo>
                  <a:lnTo>
                    <a:pt x="1010698" y="1232345"/>
                  </a:lnTo>
                  <a:lnTo>
                    <a:pt x="1010412" y="1232249"/>
                  </a:lnTo>
                  <a:lnTo>
                    <a:pt x="1010031" y="1232249"/>
                  </a:lnTo>
                  <a:lnTo>
                    <a:pt x="1011460" y="1235678"/>
                  </a:lnTo>
                  <a:lnTo>
                    <a:pt x="1012602" y="1237488"/>
                  </a:lnTo>
                  <a:lnTo>
                    <a:pt x="1013651" y="1238250"/>
                  </a:lnTo>
                  <a:lnTo>
                    <a:pt x="1013365" y="1237583"/>
                  </a:lnTo>
                  <a:lnTo>
                    <a:pt x="1013365" y="1237107"/>
                  </a:lnTo>
                  <a:lnTo>
                    <a:pt x="1013651" y="1236821"/>
                  </a:lnTo>
                  <a:lnTo>
                    <a:pt x="1014317" y="1236726"/>
                  </a:lnTo>
                  <a:lnTo>
                    <a:pt x="1014127" y="1236250"/>
                  </a:lnTo>
                  <a:lnTo>
                    <a:pt x="1014127" y="1236059"/>
                  </a:lnTo>
                  <a:close/>
                  <a:moveTo>
                    <a:pt x="529399" y="775240"/>
                  </a:moveTo>
                  <a:lnTo>
                    <a:pt x="528542" y="775526"/>
                  </a:lnTo>
                  <a:lnTo>
                    <a:pt x="528161" y="775811"/>
                  </a:lnTo>
                  <a:lnTo>
                    <a:pt x="527780" y="777050"/>
                  </a:lnTo>
                  <a:lnTo>
                    <a:pt x="528256" y="777431"/>
                  </a:lnTo>
                  <a:lnTo>
                    <a:pt x="530162" y="776383"/>
                  </a:lnTo>
                  <a:lnTo>
                    <a:pt x="532066" y="776478"/>
                  </a:lnTo>
                  <a:lnTo>
                    <a:pt x="532924" y="775526"/>
                  </a:lnTo>
                  <a:lnTo>
                    <a:pt x="533114" y="774287"/>
                  </a:lnTo>
                  <a:lnTo>
                    <a:pt x="532543" y="772382"/>
                  </a:lnTo>
                  <a:lnTo>
                    <a:pt x="531781" y="770953"/>
                  </a:lnTo>
                  <a:lnTo>
                    <a:pt x="530733" y="771239"/>
                  </a:lnTo>
                  <a:lnTo>
                    <a:pt x="529590" y="772382"/>
                  </a:lnTo>
                  <a:lnTo>
                    <a:pt x="528542" y="773716"/>
                  </a:lnTo>
                  <a:lnTo>
                    <a:pt x="529018" y="773716"/>
                  </a:lnTo>
                  <a:lnTo>
                    <a:pt x="529399" y="773906"/>
                  </a:lnTo>
                  <a:lnTo>
                    <a:pt x="529590" y="774287"/>
                  </a:lnTo>
                  <a:lnTo>
                    <a:pt x="529590" y="774954"/>
                  </a:lnTo>
                  <a:lnTo>
                    <a:pt x="529399" y="775240"/>
                  </a:lnTo>
                  <a:close/>
                  <a:moveTo>
                    <a:pt x="507111" y="868585"/>
                  </a:moveTo>
                  <a:lnTo>
                    <a:pt x="506921" y="868394"/>
                  </a:lnTo>
                  <a:lnTo>
                    <a:pt x="506730" y="868299"/>
                  </a:lnTo>
                  <a:lnTo>
                    <a:pt x="506349" y="868109"/>
                  </a:lnTo>
                  <a:lnTo>
                    <a:pt x="506063" y="868394"/>
                  </a:lnTo>
                  <a:lnTo>
                    <a:pt x="505873" y="869156"/>
                  </a:lnTo>
                  <a:lnTo>
                    <a:pt x="505873" y="869918"/>
                  </a:lnTo>
                  <a:lnTo>
                    <a:pt x="505968" y="870776"/>
                  </a:lnTo>
                  <a:lnTo>
                    <a:pt x="506349" y="871061"/>
                  </a:lnTo>
                  <a:lnTo>
                    <a:pt x="507111" y="870680"/>
                  </a:lnTo>
                  <a:lnTo>
                    <a:pt x="507492" y="870204"/>
                  </a:lnTo>
                  <a:lnTo>
                    <a:pt x="507492" y="869728"/>
                  </a:lnTo>
                  <a:lnTo>
                    <a:pt x="507301" y="869156"/>
                  </a:lnTo>
                  <a:lnTo>
                    <a:pt x="507111" y="868585"/>
                  </a:lnTo>
                  <a:close/>
                  <a:moveTo>
                    <a:pt x="383191" y="898207"/>
                  </a:moveTo>
                  <a:lnTo>
                    <a:pt x="383191" y="898874"/>
                  </a:lnTo>
                  <a:lnTo>
                    <a:pt x="383381" y="899065"/>
                  </a:lnTo>
                  <a:lnTo>
                    <a:pt x="383762" y="898779"/>
                  </a:lnTo>
                  <a:lnTo>
                    <a:pt x="384238" y="898684"/>
                  </a:lnTo>
                  <a:lnTo>
                    <a:pt x="384810" y="898398"/>
                  </a:lnTo>
                  <a:lnTo>
                    <a:pt x="385381" y="897827"/>
                  </a:lnTo>
                  <a:lnTo>
                    <a:pt x="385858" y="897255"/>
                  </a:lnTo>
                  <a:lnTo>
                    <a:pt x="386048" y="896874"/>
                  </a:lnTo>
                  <a:lnTo>
                    <a:pt x="385763" y="896398"/>
                  </a:lnTo>
                  <a:lnTo>
                    <a:pt x="384905" y="896017"/>
                  </a:lnTo>
                  <a:lnTo>
                    <a:pt x="384334" y="896207"/>
                  </a:lnTo>
                  <a:lnTo>
                    <a:pt x="384238" y="896398"/>
                  </a:lnTo>
                  <a:lnTo>
                    <a:pt x="384143" y="896493"/>
                  </a:lnTo>
                  <a:lnTo>
                    <a:pt x="383857" y="896588"/>
                  </a:lnTo>
                  <a:lnTo>
                    <a:pt x="383572" y="896874"/>
                  </a:lnTo>
                  <a:lnTo>
                    <a:pt x="383381" y="897541"/>
                  </a:lnTo>
                  <a:lnTo>
                    <a:pt x="383191" y="898207"/>
                  </a:lnTo>
                  <a:close/>
                  <a:moveTo>
                    <a:pt x="502444" y="782955"/>
                  </a:moveTo>
                  <a:lnTo>
                    <a:pt x="501491" y="784003"/>
                  </a:lnTo>
                  <a:lnTo>
                    <a:pt x="502730" y="784479"/>
                  </a:lnTo>
                  <a:lnTo>
                    <a:pt x="505587" y="784384"/>
                  </a:lnTo>
                  <a:lnTo>
                    <a:pt x="506825" y="785051"/>
                  </a:lnTo>
                  <a:lnTo>
                    <a:pt x="507587" y="784765"/>
                  </a:lnTo>
                  <a:lnTo>
                    <a:pt x="508159" y="783241"/>
                  </a:lnTo>
                  <a:lnTo>
                    <a:pt x="507968" y="782003"/>
                  </a:lnTo>
                  <a:lnTo>
                    <a:pt x="506635" y="782669"/>
                  </a:lnTo>
                  <a:lnTo>
                    <a:pt x="506539" y="781812"/>
                  </a:lnTo>
                  <a:lnTo>
                    <a:pt x="506539" y="781050"/>
                  </a:lnTo>
                  <a:lnTo>
                    <a:pt x="506349" y="780288"/>
                  </a:lnTo>
                  <a:lnTo>
                    <a:pt x="505873" y="779526"/>
                  </a:lnTo>
                  <a:lnTo>
                    <a:pt x="506254" y="779431"/>
                  </a:lnTo>
                  <a:lnTo>
                    <a:pt x="506444" y="779240"/>
                  </a:lnTo>
                  <a:lnTo>
                    <a:pt x="506539" y="778955"/>
                  </a:lnTo>
                  <a:lnTo>
                    <a:pt x="506635" y="778669"/>
                  </a:lnTo>
                  <a:lnTo>
                    <a:pt x="506158" y="778288"/>
                  </a:lnTo>
                  <a:lnTo>
                    <a:pt x="505587" y="778288"/>
                  </a:lnTo>
                  <a:lnTo>
                    <a:pt x="504920" y="778478"/>
                  </a:lnTo>
                  <a:lnTo>
                    <a:pt x="504254" y="778859"/>
                  </a:lnTo>
                  <a:lnTo>
                    <a:pt x="503777" y="779526"/>
                  </a:lnTo>
                  <a:lnTo>
                    <a:pt x="504444" y="781145"/>
                  </a:lnTo>
                  <a:lnTo>
                    <a:pt x="503777" y="782098"/>
                  </a:lnTo>
                  <a:lnTo>
                    <a:pt x="502444" y="782955"/>
                  </a:lnTo>
                  <a:close/>
                  <a:moveTo>
                    <a:pt x="493109" y="774192"/>
                  </a:moveTo>
                  <a:lnTo>
                    <a:pt x="494633" y="772859"/>
                  </a:lnTo>
                  <a:lnTo>
                    <a:pt x="495681" y="771715"/>
                  </a:lnTo>
                  <a:lnTo>
                    <a:pt x="495681" y="771430"/>
                  </a:lnTo>
                  <a:lnTo>
                    <a:pt x="495586" y="770858"/>
                  </a:lnTo>
                  <a:lnTo>
                    <a:pt x="495300" y="770287"/>
                  </a:lnTo>
                  <a:lnTo>
                    <a:pt x="494824" y="770192"/>
                  </a:lnTo>
                  <a:lnTo>
                    <a:pt x="494062" y="770573"/>
                  </a:lnTo>
                  <a:lnTo>
                    <a:pt x="493205" y="771049"/>
                  </a:lnTo>
                  <a:lnTo>
                    <a:pt x="492538" y="771906"/>
                  </a:lnTo>
                  <a:lnTo>
                    <a:pt x="491490" y="773525"/>
                  </a:lnTo>
                  <a:lnTo>
                    <a:pt x="491490" y="774097"/>
                  </a:lnTo>
                  <a:lnTo>
                    <a:pt x="492062" y="774478"/>
                  </a:lnTo>
                  <a:lnTo>
                    <a:pt x="493109" y="774192"/>
                  </a:lnTo>
                  <a:close/>
                  <a:moveTo>
                    <a:pt x="392335" y="883063"/>
                  </a:moveTo>
                  <a:lnTo>
                    <a:pt x="392144" y="882682"/>
                  </a:lnTo>
                  <a:lnTo>
                    <a:pt x="392049" y="882206"/>
                  </a:lnTo>
                  <a:lnTo>
                    <a:pt x="391763" y="881920"/>
                  </a:lnTo>
                  <a:lnTo>
                    <a:pt x="391382" y="881920"/>
                  </a:lnTo>
                  <a:lnTo>
                    <a:pt x="390239" y="882682"/>
                  </a:lnTo>
                  <a:lnTo>
                    <a:pt x="388334" y="883349"/>
                  </a:lnTo>
                  <a:lnTo>
                    <a:pt x="387572" y="883730"/>
                  </a:lnTo>
                  <a:lnTo>
                    <a:pt x="386429" y="884587"/>
                  </a:lnTo>
                  <a:lnTo>
                    <a:pt x="385381" y="885825"/>
                  </a:lnTo>
                  <a:lnTo>
                    <a:pt x="384905" y="886111"/>
                  </a:lnTo>
                  <a:lnTo>
                    <a:pt x="384143" y="886206"/>
                  </a:lnTo>
                  <a:lnTo>
                    <a:pt x="383762" y="886301"/>
                  </a:lnTo>
                  <a:lnTo>
                    <a:pt x="383476" y="886682"/>
                  </a:lnTo>
                  <a:lnTo>
                    <a:pt x="383476" y="887540"/>
                  </a:lnTo>
                  <a:lnTo>
                    <a:pt x="383953" y="888492"/>
                  </a:lnTo>
                  <a:lnTo>
                    <a:pt x="385000" y="890111"/>
                  </a:lnTo>
                  <a:lnTo>
                    <a:pt x="386239" y="889635"/>
                  </a:lnTo>
                  <a:lnTo>
                    <a:pt x="387287" y="889349"/>
                  </a:lnTo>
                  <a:lnTo>
                    <a:pt x="389382" y="889254"/>
                  </a:lnTo>
                  <a:lnTo>
                    <a:pt x="390334" y="888492"/>
                  </a:lnTo>
                  <a:lnTo>
                    <a:pt x="390906" y="888302"/>
                  </a:lnTo>
                  <a:lnTo>
                    <a:pt x="391192" y="888968"/>
                  </a:lnTo>
                  <a:lnTo>
                    <a:pt x="391192" y="890302"/>
                  </a:lnTo>
                  <a:lnTo>
                    <a:pt x="391192" y="890969"/>
                  </a:lnTo>
                  <a:lnTo>
                    <a:pt x="391382" y="891254"/>
                  </a:lnTo>
                  <a:lnTo>
                    <a:pt x="393001" y="889921"/>
                  </a:lnTo>
                  <a:lnTo>
                    <a:pt x="395192" y="884015"/>
                  </a:lnTo>
                  <a:lnTo>
                    <a:pt x="397002" y="882872"/>
                  </a:lnTo>
                  <a:lnTo>
                    <a:pt x="396430" y="882015"/>
                  </a:lnTo>
                  <a:lnTo>
                    <a:pt x="395573" y="882110"/>
                  </a:lnTo>
                  <a:lnTo>
                    <a:pt x="393954" y="882872"/>
                  </a:lnTo>
                  <a:lnTo>
                    <a:pt x="393001" y="883063"/>
                  </a:lnTo>
                  <a:lnTo>
                    <a:pt x="392335" y="883063"/>
                  </a:lnTo>
                  <a:close/>
                  <a:moveTo>
                    <a:pt x="489395" y="792575"/>
                  </a:moveTo>
                  <a:lnTo>
                    <a:pt x="488156" y="793052"/>
                  </a:lnTo>
                  <a:lnTo>
                    <a:pt x="487299" y="794576"/>
                  </a:lnTo>
                  <a:lnTo>
                    <a:pt x="487680" y="796100"/>
                  </a:lnTo>
                  <a:lnTo>
                    <a:pt x="488442" y="797528"/>
                  </a:lnTo>
                  <a:lnTo>
                    <a:pt x="488823" y="798767"/>
                  </a:lnTo>
                  <a:lnTo>
                    <a:pt x="489395" y="798386"/>
                  </a:lnTo>
                  <a:lnTo>
                    <a:pt x="489680" y="798195"/>
                  </a:lnTo>
                  <a:lnTo>
                    <a:pt x="489966" y="797909"/>
                  </a:lnTo>
                  <a:lnTo>
                    <a:pt x="490347" y="798386"/>
                  </a:lnTo>
                  <a:lnTo>
                    <a:pt x="490918" y="798100"/>
                  </a:lnTo>
                  <a:lnTo>
                    <a:pt x="491871" y="798481"/>
                  </a:lnTo>
                  <a:lnTo>
                    <a:pt x="492538" y="798386"/>
                  </a:lnTo>
                  <a:lnTo>
                    <a:pt x="492728" y="798005"/>
                  </a:lnTo>
                  <a:lnTo>
                    <a:pt x="492919" y="797338"/>
                  </a:lnTo>
                  <a:lnTo>
                    <a:pt x="493205" y="796957"/>
                  </a:lnTo>
                  <a:lnTo>
                    <a:pt x="493966" y="797433"/>
                  </a:lnTo>
                  <a:lnTo>
                    <a:pt x="494347" y="796957"/>
                  </a:lnTo>
                  <a:lnTo>
                    <a:pt x="494919" y="797433"/>
                  </a:lnTo>
                  <a:lnTo>
                    <a:pt x="494919" y="798005"/>
                  </a:lnTo>
                  <a:lnTo>
                    <a:pt x="494824" y="798576"/>
                  </a:lnTo>
                  <a:lnTo>
                    <a:pt x="495014" y="799148"/>
                  </a:lnTo>
                  <a:lnTo>
                    <a:pt x="495490" y="799338"/>
                  </a:lnTo>
                  <a:lnTo>
                    <a:pt x="496633" y="799338"/>
                  </a:lnTo>
                  <a:lnTo>
                    <a:pt x="497205" y="799528"/>
                  </a:lnTo>
                  <a:lnTo>
                    <a:pt x="497396" y="798862"/>
                  </a:lnTo>
                  <a:lnTo>
                    <a:pt x="497491" y="798195"/>
                  </a:lnTo>
                  <a:lnTo>
                    <a:pt x="497586" y="796671"/>
                  </a:lnTo>
                  <a:lnTo>
                    <a:pt x="497776" y="796195"/>
                  </a:lnTo>
                  <a:lnTo>
                    <a:pt x="498253" y="795909"/>
                  </a:lnTo>
                  <a:lnTo>
                    <a:pt x="499586" y="795528"/>
                  </a:lnTo>
                  <a:lnTo>
                    <a:pt x="500063" y="795719"/>
                  </a:lnTo>
                  <a:lnTo>
                    <a:pt x="500443" y="795623"/>
                  </a:lnTo>
                  <a:lnTo>
                    <a:pt x="501587" y="794099"/>
                  </a:lnTo>
                  <a:lnTo>
                    <a:pt x="502158" y="793432"/>
                  </a:lnTo>
                  <a:lnTo>
                    <a:pt x="501301" y="793432"/>
                  </a:lnTo>
                  <a:lnTo>
                    <a:pt x="499872" y="793242"/>
                  </a:lnTo>
                  <a:lnTo>
                    <a:pt x="499205" y="793337"/>
                  </a:lnTo>
                  <a:lnTo>
                    <a:pt x="498920" y="793623"/>
                  </a:lnTo>
                  <a:lnTo>
                    <a:pt x="498824" y="794290"/>
                  </a:lnTo>
                  <a:lnTo>
                    <a:pt x="498538" y="794671"/>
                  </a:lnTo>
                  <a:lnTo>
                    <a:pt x="498253" y="794766"/>
                  </a:lnTo>
                  <a:lnTo>
                    <a:pt x="497491" y="794671"/>
                  </a:lnTo>
                  <a:lnTo>
                    <a:pt x="497205" y="794671"/>
                  </a:lnTo>
                  <a:lnTo>
                    <a:pt x="496062" y="795528"/>
                  </a:lnTo>
                  <a:lnTo>
                    <a:pt x="495395" y="795909"/>
                  </a:lnTo>
                  <a:lnTo>
                    <a:pt x="494633" y="796004"/>
                  </a:lnTo>
                  <a:lnTo>
                    <a:pt x="493205" y="793814"/>
                  </a:lnTo>
                  <a:lnTo>
                    <a:pt x="492252" y="793147"/>
                  </a:lnTo>
                  <a:lnTo>
                    <a:pt x="490918" y="792575"/>
                  </a:lnTo>
                  <a:lnTo>
                    <a:pt x="489395" y="792575"/>
                  </a:lnTo>
                  <a:close/>
                  <a:moveTo>
                    <a:pt x="620839" y="800100"/>
                  </a:moveTo>
                  <a:lnTo>
                    <a:pt x="619125" y="800481"/>
                  </a:lnTo>
                  <a:lnTo>
                    <a:pt x="619125" y="800005"/>
                  </a:lnTo>
                  <a:lnTo>
                    <a:pt x="619601" y="799910"/>
                  </a:lnTo>
                  <a:lnTo>
                    <a:pt x="620078" y="799624"/>
                  </a:lnTo>
                  <a:lnTo>
                    <a:pt x="620554" y="799528"/>
                  </a:lnTo>
                  <a:lnTo>
                    <a:pt x="620554" y="799148"/>
                  </a:lnTo>
                  <a:lnTo>
                    <a:pt x="617601" y="799243"/>
                  </a:lnTo>
                  <a:lnTo>
                    <a:pt x="616839" y="798862"/>
                  </a:lnTo>
                  <a:lnTo>
                    <a:pt x="617696" y="797433"/>
                  </a:lnTo>
                  <a:lnTo>
                    <a:pt x="618268" y="797052"/>
                  </a:lnTo>
                  <a:lnTo>
                    <a:pt x="618934" y="796766"/>
                  </a:lnTo>
                  <a:lnTo>
                    <a:pt x="619125" y="796195"/>
                  </a:lnTo>
                  <a:lnTo>
                    <a:pt x="619792" y="795528"/>
                  </a:lnTo>
                  <a:lnTo>
                    <a:pt x="619792" y="794576"/>
                  </a:lnTo>
                  <a:lnTo>
                    <a:pt x="619792" y="793528"/>
                  </a:lnTo>
                  <a:lnTo>
                    <a:pt x="619125" y="793242"/>
                  </a:lnTo>
                  <a:lnTo>
                    <a:pt x="619411" y="792671"/>
                  </a:lnTo>
                  <a:lnTo>
                    <a:pt x="617696" y="791623"/>
                  </a:lnTo>
                  <a:lnTo>
                    <a:pt x="617030" y="790575"/>
                  </a:lnTo>
                  <a:lnTo>
                    <a:pt x="616267" y="789051"/>
                  </a:lnTo>
                  <a:lnTo>
                    <a:pt x="615696" y="789242"/>
                  </a:lnTo>
                  <a:lnTo>
                    <a:pt x="615601" y="789908"/>
                  </a:lnTo>
                  <a:lnTo>
                    <a:pt x="614934" y="789908"/>
                  </a:lnTo>
                  <a:lnTo>
                    <a:pt x="614553" y="789623"/>
                  </a:lnTo>
                  <a:lnTo>
                    <a:pt x="614267" y="789051"/>
                  </a:lnTo>
                  <a:lnTo>
                    <a:pt x="613981" y="787813"/>
                  </a:lnTo>
                  <a:lnTo>
                    <a:pt x="613981" y="787146"/>
                  </a:lnTo>
                  <a:lnTo>
                    <a:pt x="614077" y="786765"/>
                  </a:lnTo>
                  <a:lnTo>
                    <a:pt x="614458" y="785622"/>
                  </a:lnTo>
                  <a:lnTo>
                    <a:pt x="614743" y="785336"/>
                  </a:lnTo>
                  <a:lnTo>
                    <a:pt x="614553" y="784289"/>
                  </a:lnTo>
                  <a:lnTo>
                    <a:pt x="614553" y="782669"/>
                  </a:lnTo>
                  <a:lnTo>
                    <a:pt x="615505" y="781145"/>
                  </a:lnTo>
                  <a:lnTo>
                    <a:pt x="615410" y="780764"/>
                  </a:lnTo>
                  <a:lnTo>
                    <a:pt x="615601" y="780098"/>
                  </a:lnTo>
                  <a:lnTo>
                    <a:pt x="616172" y="779145"/>
                  </a:lnTo>
                  <a:lnTo>
                    <a:pt x="616553" y="778288"/>
                  </a:lnTo>
                  <a:lnTo>
                    <a:pt x="615791" y="778383"/>
                  </a:lnTo>
                  <a:lnTo>
                    <a:pt x="615315" y="778097"/>
                  </a:lnTo>
                  <a:lnTo>
                    <a:pt x="614743" y="777907"/>
                  </a:lnTo>
                  <a:lnTo>
                    <a:pt x="615791" y="777716"/>
                  </a:lnTo>
                  <a:lnTo>
                    <a:pt x="615696" y="777335"/>
                  </a:lnTo>
                  <a:lnTo>
                    <a:pt x="615696" y="776859"/>
                  </a:lnTo>
                  <a:lnTo>
                    <a:pt x="615791" y="776288"/>
                  </a:lnTo>
                  <a:lnTo>
                    <a:pt x="616553" y="775335"/>
                  </a:lnTo>
                  <a:lnTo>
                    <a:pt x="616839" y="774478"/>
                  </a:lnTo>
                  <a:lnTo>
                    <a:pt x="615887" y="774859"/>
                  </a:lnTo>
                  <a:lnTo>
                    <a:pt x="614934" y="775907"/>
                  </a:lnTo>
                  <a:lnTo>
                    <a:pt x="614077" y="776002"/>
                  </a:lnTo>
                  <a:lnTo>
                    <a:pt x="614458" y="775049"/>
                  </a:lnTo>
                  <a:lnTo>
                    <a:pt x="615029" y="774382"/>
                  </a:lnTo>
                  <a:lnTo>
                    <a:pt x="614839" y="773621"/>
                  </a:lnTo>
                  <a:lnTo>
                    <a:pt x="614172" y="774764"/>
                  </a:lnTo>
                  <a:lnTo>
                    <a:pt x="613505" y="774954"/>
                  </a:lnTo>
                  <a:lnTo>
                    <a:pt x="612457" y="775430"/>
                  </a:lnTo>
                  <a:lnTo>
                    <a:pt x="609029" y="775240"/>
                  </a:lnTo>
                  <a:lnTo>
                    <a:pt x="607600" y="776288"/>
                  </a:lnTo>
                  <a:lnTo>
                    <a:pt x="606076" y="776192"/>
                  </a:lnTo>
                  <a:lnTo>
                    <a:pt x="604838" y="775145"/>
                  </a:lnTo>
                  <a:lnTo>
                    <a:pt x="604361" y="774478"/>
                  </a:lnTo>
                  <a:lnTo>
                    <a:pt x="604171" y="773906"/>
                  </a:lnTo>
                  <a:lnTo>
                    <a:pt x="603885" y="773525"/>
                  </a:lnTo>
                  <a:lnTo>
                    <a:pt x="603218" y="773525"/>
                  </a:lnTo>
                  <a:lnTo>
                    <a:pt x="601789" y="773716"/>
                  </a:lnTo>
                  <a:lnTo>
                    <a:pt x="601028" y="773430"/>
                  </a:lnTo>
                  <a:lnTo>
                    <a:pt x="599884" y="772287"/>
                  </a:lnTo>
                  <a:lnTo>
                    <a:pt x="599218" y="772001"/>
                  </a:lnTo>
                  <a:lnTo>
                    <a:pt x="598551" y="771906"/>
                  </a:lnTo>
                  <a:lnTo>
                    <a:pt x="596455" y="770668"/>
                  </a:lnTo>
                  <a:lnTo>
                    <a:pt x="597122" y="768858"/>
                  </a:lnTo>
                  <a:lnTo>
                    <a:pt x="596551" y="768096"/>
                  </a:lnTo>
                  <a:lnTo>
                    <a:pt x="595313" y="767715"/>
                  </a:lnTo>
                  <a:lnTo>
                    <a:pt x="594170" y="766858"/>
                  </a:lnTo>
                  <a:lnTo>
                    <a:pt x="593884" y="767334"/>
                  </a:lnTo>
                  <a:lnTo>
                    <a:pt x="592741" y="768763"/>
                  </a:lnTo>
                  <a:lnTo>
                    <a:pt x="592360" y="769049"/>
                  </a:lnTo>
                  <a:lnTo>
                    <a:pt x="591503" y="768763"/>
                  </a:lnTo>
                  <a:lnTo>
                    <a:pt x="591217" y="768096"/>
                  </a:lnTo>
                  <a:lnTo>
                    <a:pt x="591217" y="766382"/>
                  </a:lnTo>
                  <a:lnTo>
                    <a:pt x="591026" y="765620"/>
                  </a:lnTo>
                  <a:lnTo>
                    <a:pt x="590740" y="764953"/>
                  </a:lnTo>
                  <a:lnTo>
                    <a:pt x="590264" y="764572"/>
                  </a:lnTo>
                  <a:lnTo>
                    <a:pt x="589407" y="764667"/>
                  </a:lnTo>
                  <a:lnTo>
                    <a:pt x="589216" y="765239"/>
                  </a:lnTo>
                  <a:lnTo>
                    <a:pt x="589121" y="766191"/>
                  </a:lnTo>
                  <a:lnTo>
                    <a:pt x="588835" y="766572"/>
                  </a:lnTo>
                  <a:lnTo>
                    <a:pt x="587978" y="765620"/>
                  </a:lnTo>
                  <a:lnTo>
                    <a:pt x="587312" y="766953"/>
                  </a:lnTo>
                  <a:lnTo>
                    <a:pt x="586930" y="767429"/>
                  </a:lnTo>
                  <a:lnTo>
                    <a:pt x="585121" y="766953"/>
                  </a:lnTo>
                  <a:lnTo>
                    <a:pt x="584645" y="766953"/>
                  </a:lnTo>
                  <a:lnTo>
                    <a:pt x="583787" y="767334"/>
                  </a:lnTo>
                  <a:lnTo>
                    <a:pt x="583311" y="767334"/>
                  </a:lnTo>
                  <a:lnTo>
                    <a:pt x="582739" y="767144"/>
                  </a:lnTo>
                  <a:lnTo>
                    <a:pt x="582073" y="766572"/>
                  </a:lnTo>
                  <a:lnTo>
                    <a:pt x="581120" y="766286"/>
                  </a:lnTo>
                  <a:lnTo>
                    <a:pt x="580358" y="765715"/>
                  </a:lnTo>
                  <a:lnTo>
                    <a:pt x="579882" y="765620"/>
                  </a:lnTo>
                  <a:lnTo>
                    <a:pt x="579406" y="765715"/>
                  </a:lnTo>
                  <a:lnTo>
                    <a:pt x="578548" y="766001"/>
                  </a:lnTo>
                  <a:lnTo>
                    <a:pt x="578072" y="766096"/>
                  </a:lnTo>
                  <a:lnTo>
                    <a:pt x="577405" y="766382"/>
                  </a:lnTo>
                  <a:lnTo>
                    <a:pt x="576929" y="767144"/>
                  </a:lnTo>
                  <a:lnTo>
                    <a:pt x="576548" y="768001"/>
                  </a:lnTo>
                  <a:lnTo>
                    <a:pt x="576072" y="768668"/>
                  </a:lnTo>
                  <a:lnTo>
                    <a:pt x="574453" y="769715"/>
                  </a:lnTo>
                  <a:lnTo>
                    <a:pt x="571214" y="771239"/>
                  </a:lnTo>
                  <a:lnTo>
                    <a:pt x="569785" y="772382"/>
                  </a:lnTo>
                  <a:lnTo>
                    <a:pt x="568547" y="773621"/>
                  </a:lnTo>
                  <a:lnTo>
                    <a:pt x="566928" y="774859"/>
                  </a:lnTo>
                  <a:lnTo>
                    <a:pt x="565404" y="775335"/>
                  </a:lnTo>
                  <a:lnTo>
                    <a:pt x="564451" y="774287"/>
                  </a:lnTo>
                  <a:lnTo>
                    <a:pt x="563594" y="774668"/>
                  </a:lnTo>
                  <a:lnTo>
                    <a:pt x="562070" y="774287"/>
                  </a:lnTo>
                  <a:lnTo>
                    <a:pt x="560451" y="773621"/>
                  </a:lnTo>
                  <a:lnTo>
                    <a:pt x="559308" y="772954"/>
                  </a:lnTo>
                  <a:lnTo>
                    <a:pt x="560070" y="774097"/>
                  </a:lnTo>
                  <a:lnTo>
                    <a:pt x="560832" y="774764"/>
                  </a:lnTo>
                  <a:lnTo>
                    <a:pt x="561689" y="775335"/>
                  </a:lnTo>
                  <a:lnTo>
                    <a:pt x="562547" y="776097"/>
                  </a:lnTo>
                  <a:lnTo>
                    <a:pt x="563213" y="776954"/>
                  </a:lnTo>
                  <a:lnTo>
                    <a:pt x="563594" y="777811"/>
                  </a:lnTo>
                  <a:lnTo>
                    <a:pt x="563880" y="778859"/>
                  </a:lnTo>
                  <a:lnTo>
                    <a:pt x="563975" y="781526"/>
                  </a:lnTo>
                  <a:lnTo>
                    <a:pt x="563594" y="784384"/>
                  </a:lnTo>
                  <a:lnTo>
                    <a:pt x="563213" y="785527"/>
                  </a:lnTo>
                  <a:lnTo>
                    <a:pt x="562547" y="786479"/>
                  </a:lnTo>
                  <a:lnTo>
                    <a:pt x="560737" y="788099"/>
                  </a:lnTo>
                  <a:lnTo>
                    <a:pt x="559975" y="788956"/>
                  </a:lnTo>
                  <a:lnTo>
                    <a:pt x="559403" y="789813"/>
                  </a:lnTo>
                  <a:lnTo>
                    <a:pt x="558737" y="790575"/>
                  </a:lnTo>
                  <a:lnTo>
                    <a:pt x="557879" y="791242"/>
                  </a:lnTo>
                  <a:lnTo>
                    <a:pt x="556736" y="791623"/>
                  </a:lnTo>
                  <a:lnTo>
                    <a:pt x="555403" y="791528"/>
                  </a:lnTo>
                  <a:lnTo>
                    <a:pt x="552831" y="790575"/>
                  </a:lnTo>
                  <a:lnTo>
                    <a:pt x="551593" y="790289"/>
                  </a:lnTo>
                  <a:lnTo>
                    <a:pt x="548735" y="790480"/>
                  </a:lnTo>
                  <a:lnTo>
                    <a:pt x="547783" y="790003"/>
                  </a:lnTo>
                  <a:lnTo>
                    <a:pt x="546830" y="790003"/>
                  </a:lnTo>
                  <a:lnTo>
                    <a:pt x="545592" y="790575"/>
                  </a:lnTo>
                  <a:lnTo>
                    <a:pt x="544449" y="790385"/>
                  </a:lnTo>
                  <a:lnTo>
                    <a:pt x="542830" y="790956"/>
                  </a:lnTo>
                  <a:lnTo>
                    <a:pt x="542544" y="792099"/>
                  </a:lnTo>
                  <a:lnTo>
                    <a:pt x="540734" y="792671"/>
                  </a:lnTo>
                  <a:lnTo>
                    <a:pt x="538829" y="793147"/>
                  </a:lnTo>
                  <a:lnTo>
                    <a:pt x="537400" y="793718"/>
                  </a:lnTo>
                  <a:lnTo>
                    <a:pt x="536353" y="793623"/>
                  </a:lnTo>
                  <a:lnTo>
                    <a:pt x="535305" y="793147"/>
                  </a:lnTo>
                  <a:lnTo>
                    <a:pt x="534162" y="792671"/>
                  </a:lnTo>
                  <a:lnTo>
                    <a:pt x="533686" y="792004"/>
                  </a:lnTo>
                  <a:lnTo>
                    <a:pt x="533305" y="791051"/>
                  </a:lnTo>
                  <a:lnTo>
                    <a:pt x="532829" y="790003"/>
                  </a:lnTo>
                  <a:lnTo>
                    <a:pt x="531305" y="786098"/>
                  </a:lnTo>
                  <a:lnTo>
                    <a:pt x="528352" y="782574"/>
                  </a:lnTo>
                  <a:lnTo>
                    <a:pt x="527780" y="782193"/>
                  </a:lnTo>
                  <a:lnTo>
                    <a:pt x="527495" y="781717"/>
                  </a:lnTo>
                  <a:lnTo>
                    <a:pt x="527113" y="781431"/>
                  </a:lnTo>
                  <a:lnTo>
                    <a:pt x="526542" y="780383"/>
                  </a:lnTo>
                  <a:lnTo>
                    <a:pt x="525780" y="781717"/>
                  </a:lnTo>
                  <a:lnTo>
                    <a:pt x="525113" y="781717"/>
                  </a:lnTo>
                  <a:lnTo>
                    <a:pt x="524161" y="781526"/>
                  </a:lnTo>
                  <a:lnTo>
                    <a:pt x="524065" y="782098"/>
                  </a:lnTo>
                  <a:lnTo>
                    <a:pt x="524637" y="782098"/>
                  </a:lnTo>
                  <a:lnTo>
                    <a:pt x="525685" y="782193"/>
                  </a:lnTo>
                  <a:lnTo>
                    <a:pt x="525875" y="783336"/>
                  </a:lnTo>
                  <a:lnTo>
                    <a:pt x="525494" y="783907"/>
                  </a:lnTo>
                  <a:lnTo>
                    <a:pt x="525304" y="784955"/>
                  </a:lnTo>
                  <a:lnTo>
                    <a:pt x="522351" y="785717"/>
                  </a:lnTo>
                  <a:lnTo>
                    <a:pt x="521589" y="786765"/>
                  </a:lnTo>
                  <a:lnTo>
                    <a:pt x="519017" y="788480"/>
                  </a:lnTo>
                  <a:lnTo>
                    <a:pt x="517493" y="789527"/>
                  </a:lnTo>
                  <a:lnTo>
                    <a:pt x="517588" y="792099"/>
                  </a:lnTo>
                  <a:lnTo>
                    <a:pt x="516826" y="793432"/>
                  </a:lnTo>
                  <a:lnTo>
                    <a:pt x="516731" y="794957"/>
                  </a:lnTo>
                  <a:lnTo>
                    <a:pt x="514540" y="795338"/>
                  </a:lnTo>
                  <a:lnTo>
                    <a:pt x="514255" y="797052"/>
                  </a:lnTo>
                  <a:lnTo>
                    <a:pt x="513874" y="798767"/>
                  </a:lnTo>
                  <a:lnTo>
                    <a:pt x="513397" y="801053"/>
                  </a:lnTo>
                  <a:lnTo>
                    <a:pt x="513683" y="802767"/>
                  </a:lnTo>
                  <a:lnTo>
                    <a:pt x="513779" y="804672"/>
                  </a:lnTo>
                  <a:lnTo>
                    <a:pt x="512731" y="807244"/>
                  </a:lnTo>
                  <a:lnTo>
                    <a:pt x="511112" y="808863"/>
                  </a:lnTo>
                  <a:lnTo>
                    <a:pt x="509683" y="809815"/>
                  </a:lnTo>
                  <a:lnTo>
                    <a:pt x="508825" y="810673"/>
                  </a:lnTo>
                  <a:lnTo>
                    <a:pt x="503491" y="812864"/>
                  </a:lnTo>
                  <a:lnTo>
                    <a:pt x="502348" y="813911"/>
                  </a:lnTo>
                  <a:lnTo>
                    <a:pt x="501872" y="814292"/>
                  </a:lnTo>
                  <a:lnTo>
                    <a:pt x="500348" y="816102"/>
                  </a:lnTo>
                  <a:lnTo>
                    <a:pt x="500063" y="816674"/>
                  </a:lnTo>
                  <a:lnTo>
                    <a:pt x="499681" y="817721"/>
                  </a:lnTo>
                  <a:lnTo>
                    <a:pt x="498824" y="818483"/>
                  </a:lnTo>
                  <a:lnTo>
                    <a:pt x="492538" y="821627"/>
                  </a:lnTo>
                  <a:lnTo>
                    <a:pt x="491014" y="822960"/>
                  </a:lnTo>
                  <a:lnTo>
                    <a:pt x="489775" y="822960"/>
                  </a:lnTo>
                  <a:lnTo>
                    <a:pt x="488823" y="823627"/>
                  </a:lnTo>
                  <a:lnTo>
                    <a:pt x="487680" y="823532"/>
                  </a:lnTo>
                  <a:lnTo>
                    <a:pt x="486156" y="824103"/>
                  </a:lnTo>
                  <a:lnTo>
                    <a:pt x="485299" y="824675"/>
                  </a:lnTo>
                  <a:lnTo>
                    <a:pt x="485394" y="825151"/>
                  </a:lnTo>
                  <a:lnTo>
                    <a:pt x="485870" y="825722"/>
                  </a:lnTo>
                  <a:lnTo>
                    <a:pt x="485204" y="826008"/>
                  </a:lnTo>
                  <a:lnTo>
                    <a:pt x="484251" y="825722"/>
                  </a:lnTo>
                  <a:lnTo>
                    <a:pt x="482060" y="826484"/>
                  </a:lnTo>
                  <a:lnTo>
                    <a:pt x="479774" y="828485"/>
                  </a:lnTo>
                  <a:lnTo>
                    <a:pt x="478631" y="829151"/>
                  </a:lnTo>
                  <a:lnTo>
                    <a:pt x="477583" y="830199"/>
                  </a:lnTo>
                  <a:lnTo>
                    <a:pt x="478346" y="830485"/>
                  </a:lnTo>
                  <a:lnTo>
                    <a:pt x="480917" y="829056"/>
                  </a:lnTo>
                  <a:lnTo>
                    <a:pt x="482822" y="827818"/>
                  </a:lnTo>
                  <a:lnTo>
                    <a:pt x="482346" y="828865"/>
                  </a:lnTo>
                  <a:lnTo>
                    <a:pt x="483013" y="829247"/>
                  </a:lnTo>
                  <a:lnTo>
                    <a:pt x="483870" y="829247"/>
                  </a:lnTo>
                  <a:lnTo>
                    <a:pt x="484346" y="828580"/>
                  </a:lnTo>
                  <a:lnTo>
                    <a:pt x="484918" y="827627"/>
                  </a:lnTo>
                  <a:lnTo>
                    <a:pt x="486537" y="826484"/>
                  </a:lnTo>
                  <a:lnTo>
                    <a:pt x="488347" y="825532"/>
                  </a:lnTo>
                  <a:lnTo>
                    <a:pt x="490442" y="824389"/>
                  </a:lnTo>
                  <a:lnTo>
                    <a:pt x="491776" y="824008"/>
                  </a:lnTo>
                  <a:lnTo>
                    <a:pt x="493300" y="822960"/>
                  </a:lnTo>
                  <a:lnTo>
                    <a:pt x="494062" y="823341"/>
                  </a:lnTo>
                  <a:lnTo>
                    <a:pt x="494633" y="823055"/>
                  </a:lnTo>
                  <a:lnTo>
                    <a:pt x="495205" y="822770"/>
                  </a:lnTo>
                  <a:lnTo>
                    <a:pt x="496157" y="822674"/>
                  </a:lnTo>
                  <a:lnTo>
                    <a:pt x="497110" y="822770"/>
                  </a:lnTo>
                  <a:lnTo>
                    <a:pt x="499205" y="824103"/>
                  </a:lnTo>
                  <a:lnTo>
                    <a:pt x="498729" y="824294"/>
                  </a:lnTo>
                  <a:lnTo>
                    <a:pt x="498348" y="824579"/>
                  </a:lnTo>
                  <a:lnTo>
                    <a:pt x="498062" y="824960"/>
                  </a:lnTo>
                  <a:lnTo>
                    <a:pt x="497872" y="825436"/>
                  </a:lnTo>
                  <a:lnTo>
                    <a:pt x="498634" y="825436"/>
                  </a:lnTo>
                  <a:lnTo>
                    <a:pt x="498634" y="825913"/>
                  </a:lnTo>
                  <a:lnTo>
                    <a:pt x="497776" y="827056"/>
                  </a:lnTo>
                  <a:lnTo>
                    <a:pt x="497776" y="828485"/>
                  </a:lnTo>
                  <a:lnTo>
                    <a:pt x="498443" y="829247"/>
                  </a:lnTo>
                  <a:lnTo>
                    <a:pt x="499396" y="828389"/>
                  </a:lnTo>
                  <a:lnTo>
                    <a:pt x="499205" y="830199"/>
                  </a:lnTo>
                  <a:lnTo>
                    <a:pt x="499110" y="830580"/>
                  </a:lnTo>
                  <a:lnTo>
                    <a:pt x="498729" y="830866"/>
                  </a:lnTo>
                  <a:lnTo>
                    <a:pt x="497872" y="830961"/>
                  </a:lnTo>
                  <a:lnTo>
                    <a:pt x="497491" y="831247"/>
                  </a:lnTo>
                  <a:lnTo>
                    <a:pt x="497205" y="831914"/>
                  </a:lnTo>
                  <a:lnTo>
                    <a:pt x="497776" y="832104"/>
                  </a:lnTo>
                  <a:lnTo>
                    <a:pt x="498348" y="832485"/>
                  </a:lnTo>
                  <a:lnTo>
                    <a:pt x="499300" y="832771"/>
                  </a:lnTo>
                  <a:lnTo>
                    <a:pt x="502825" y="832009"/>
                  </a:lnTo>
                  <a:lnTo>
                    <a:pt x="504825" y="832104"/>
                  </a:lnTo>
                  <a:lnTo>
                    <a:pt x="504634" y="832580"/>
                  </a:lnTo>
                  <a:lnTo>
                    <a:pt x="503682" y="832771"/>
                  </a:lnTo>
                  <a:lnTo>
                    <a:pt x="502634" y="833628"/>
                  </a:lnTo>
                  <a:lnTo>
                    <a:pt x="502634" y="834485"/>
                  </a:lnTo>
                  <a:lnTo>
                    <a:pt x="503015" y="834866"/>
                  </a:lnTo>
                  <a:lnTo>
                    <a:pt x="503587" y="835152"/>
                  </a:lnTo>
                  <a:lnTo>
                    <a:pt x="503872" y="835724"/>
                  </a:lnTo>
                  <a:lnTo>
                    <a:pt x="504730" y="835438"/>
                  </a:lnTo>
                  <a:lnTo>
                    <a:pt x="505587" y="835438"/>
                  </a:lnTo>
                  <a:lnTo>
                    <a:pt x="504730" y="836200"/>
                  </a:lnTo>
                  <a:lnTo>
                    <a:pt x="505396" y="836676"/>
                  </a:lnTo>
                  <a:lnTo>
                    <a:pt x="505968" y="837628"/>
                  </a:lnTo>
                  <a:lnTo>
                    <a:pt x="505301" y="838200"/>
                  </a:lnTo>
                  <a:lnTo>
                    <a:pt x="504158" y="838486"/>
                  </a:lnTo>
                  <a:lnTo>
                    <a:pt x="503587" y="839438"/>
                  </a:lnTo>
                  <a:lnTo>
                    <a:pt x="503682" y="840486"/>
                  </a:lnTo>
                  <a:lnTo>
                    <a:pt x="502634" y="841248"/>
                  </a:lnTo>
                  <a:lnTo>
                    <a:pt x="502253" y="840486"/>
                  </a:lnTo>
                  <a:lnTo>
                    <a:pt x="501396" y="839819"/>
                  </a:lnTo>
                  <a:lnTo>
                    <a:pt x="501301" y="839057"/>
                  </a:lnTo>
                  <a:lnTo>
                    <a:pt x="500539" y="838962"/>
                  </a:lnTo>
                  <a:lnTo>
                    <a:pt x="499205" y="838676"/>
                  </a:lnTo>
                  <a:lnTo>
                    <a:pt x="497872" y="839057"/>
                  </a:lnTo>
                  <a:lnTo>
                    <a:pt x="498062" y="840105"/>
                  </a:lnTo>
                  <a:lnTo>
                    <a:pt x="498920" y="840010"/>
                  </a:lnTo>
                  <a:lnTo>
                    <a:pt x="499396" y="839438"/>
                  </a:lnTo>
                  <a:lnTo>
                    <a:pt x="500158" y="839915"/>
                  </a:lnTo>
                  <a:lnTo>
                    <a:pt x="500729" y="840296"/>
                  </a:lnTo>
                  <a:lnTo>
                    <a:pt x="501205" y="840962"/>
                  </a:lnTo>
                  <a:lnTo>
                    <a:pt x="500158" y="841343"/>
                  </a:lnTo>
                  <a:lnTo>
                    <a:pt x="500063" y="842105"/>
                  </a:lnTo>
                  <a:lnTo>
                    <a:pt x="500348" y="842963"/>
                  </a:lnTo>
                  <a:lnTo>
                    <a:pt x="500824" y="843344"/>
                  </a:lnTo>
                  <a:lnTo>
                    <a:pt x="502348" y="843344"/>
                  </a:lnTo>
                  <a:lnTo>
                    <a:pt x="502920" y="843534"/>
                  </a:lnTo>
                  <a:lnTo>
                    <a:pt x="502825" y="844010"/>
                  </a:lnTo>
                  <a:lnTo>
                    <a:pt x="502444" y="844486"/>
                  </a:lnTo>
                  <a:lnTo>
                    <a:pt x="502253" y="844677"/>
                  </a:lnTo>
                  <a:lnTo>
                    <a:pt x="502063" y="844772"/>
                  </a:lnTo>
                  <a:lnTo>
                    <a:pt x="500920" y="844677"/>
                  </a:lnTo>
                  <a:lnTo>
                    <a:pt x="500920" y="845058"/>
                  </a:lnTo>
                  <a:lnTo>
                    <a:pt x="501682" y="845249"/>
                  </a:lnTo>
                  <a:lnTo>
                    <a:pt x="501967" y="845820"/>
                  </a:lnTo>
                  <a:lnTo>
                    <a:pt x="501967" y="846677"/>
                  </a:lnTo>
                  <a:lnTo>
                    <a:pt x="501682" y="847630"/>
                  </a:lnTo>
                  <a:lnTo>
                    <a:pt x="502730" y="847630"/>
                  </a:lnTo>
                  <a:lnTo>
                    <a:pt x="502158" y="848392"/>
                  </a:lnTo>
                  <a:lnTo>
                    <a:pt x="501110" y="848582"/>
                  </a:lnTo>
                  <a:lnTo>
                    <a:pt x="498824" y="847535"/>
                  </a:lnTo>
                  <a:lnTo>
                    <a:pt x="498253" y="848201"/>
                  </a:lnTo>
                  <a:lnTo>
                    <a:pt x="498443" y="849059"/>
                  </a:lnTo>
                  <a:lnTo>
                    <a:pt x="497491" y="850582"/>
                  </a:lnTo>
                  <a:lnTo>
                    <a:pt x="498253" y="850773"/>
                  </a:lnTo>
                  <a:lnTo>
                    <a:pt x="499491" y="848582"/>
                  </a:lnTo>
                  <a:lnTo>
                    <a:pt x="500634" y="849059"/>
                  </a:lnTo>
                  <a:lnTo>
                    <a:pt x="502253" y="849249"/>
                  </a:lnTo>
                  <a:lnTo>
                    <a:pt x="502730" y="850297"/>
                  </a:lnTo>
                  <a:lnTo>
                    <a:pt x="503777" y="852202"/>
                  </a:lnTo>
                  <a:lnTo>
                    <a:pt x="503491" y="852678"/>
                  </a:lnTo>
                  <a:lnTo>
                    <a:pt x="502825" y="853631"/>
                  </a:lnTo>
                  <a:lnTo>
                    <a:pt x="503396" y="854964"/>
                  </a:lnTo>
                  <a:lnTo>
                    <a:pt x="502253" y="855917"/>
                  </a:lnTo>
                  <a:lnTo>
                    <a:pt x="503206" y="857917"/>
                  </a:lnTo>
                  <a:lnTo>
                    <a:pt x="503968" y="858488"/>
                  </a:lnTo>
                  <a:lnTo>
                    <a:pt x="504825" y="858679"/>
                  </a:lnTo>
                  <a:lnTo>
                    <a:pt x="505682" y="858298"/>
                  </a:lnTo>
                  <a:lnTo>
                    <a:pt x="505396" y="858107"/>
                  </a:lnTo>
                  <a:lnTo>
                    <a:pt x="504920" y="857631"/>
                  </a:lnTo>
                  <a:lnTo>
                    <a:pt x="504634" y="857440"/>
                  </a:lnTo>
                  <a:lnTo>
                    <a:pt x="505015" y="856107"/>
                  </a:lnTo>
                  <a:lnTo>
                    <a:pt x="505682" y="856012"/>
                  </a:lnTo>
                  <a:lnTo>
                    <a:pt x="506539" y="856393"/>
                  </a:lnTo>
                  <a:lnTo>
                    <a:pt x="507587" y="856488"/>
                  </a:lnTo>
                  <a:lnTo>
                    <a:pt x="506921" y="855631"/>
                  </a:lnTo>
                  <a:lnTo>
                    <a:pt x="507778" y="855917"/>
                  </a:lnTo>
                  <a:lnTo>
                    <a:pt x="510064" y="857440"/>
                  </a:lnTo>
                  <a:lnTo>
                    <a:pt x="510540" y="857440"/>
                  </a:lnTo>
                  <a:lnTo>
                    <a:pt x="511207" y="857250"/>
                  </a:lnTo>
                  <a:lnTo>
                    <a:pt x="514826" y="857250"/>
                  </a:lnTo>
                  <a:lnTo>
                    <a:pt x="514636" y="858012"/>
                  </a:lnTo>
                  <a:lnTo>
                    <a:pt x="513969" y="858774"/>
                  </a:lnTo>
                  <a:lnTo>
                    <a:pt x="512350" y="860489"/>
                  </a:lnTo>
                  <a:lnTo>
                    <a:pt x="511492" y="862394"/>
                  </a:lnTo>
                  <a:lnTo>
                    <a:pt x="510254" y="864013"/>
                  </a:lnTo>
                  <a:lnTo>
                    <a:pt x="510064" y="865632"/>
                  </a:lnTo>
                  <a:lnTo>
                    <a:pt x="510445" y="866965"/>
                  </a:lnTo>
                  <a:lnTo>
                    <a:pt x="512350" y="865251"/>
                  </a:lnTo>
                  <a:lnTo>
                    <a:pt x="514826" y="864584"/>
                  </a:lnTo>
                  <a:lnTo>
                    <a:pt x="515779" y="865537"/>
                  </a:lnTo>
                  <a:lnTo>
                    <a:pt x="517303" y="866870"/>
                  </a:lnTo>
                  <a:lnTo>
                    <a:pt x="518065" y="867251"/>
                  </a:lnTo>
                  <a:lnTo>
                    <a:pt x="519113" y="867632"/>
                  </a:lnTo>
                  <a:lnTo>
                    <a:pt x="520160" y="867632"/>
                  </a:lnTo>
                  <a:lnTo>
                    <a:pt x="521113" y="867156"/>
                  </a:lnTo>
                  <a:lnTo>
                    <a:pt x="521875" y="866394"/>
                  </a:lnTo>
                  <a:lnTo>
                    <a:pt x="522637" y="865823"/>
                  </a:lnTo>
                  <a:lnTo>
                    <a:pt x="523399" y="865918"/>
                  </a:lnTo>
                  <a:lnTo>
                    <a:pt x="523875" y="866965"/>
                  </a:lnTo>
                  <a:lnTo>
                    <a:pt x="524542" y="865632"/>
                  </a:lnTo>
                  <a:lnTo>
                    <a:pt x="525685" y="865442"/>
                  </a:lnTo>
                  <a:lnTo>
                    <a:pt x="526923" y="865918"/>
                  </a:lnTo>
                  <a:lnTo>
                    <a:pt x="527875" y="866680"/>
                  </a:lnTo>
                  <a:lnTo>
                    <a:pt x="528161" y="867156"/>
                  </a:lnTo>
                  <a:lnTo>
                    <a:pt x="528638" y="868394"/>
                  </a:lnTo>
                  <a:lnTo>
                    <a:pt x="528923" y="868871"/>
                  </a:lnTo>
                  <a:lnTo>
                    <a:pt x="529304" y="869156"/>
                  </a:lnTo>
                  <a:lnTo>
                    <a:pt x="530257" y="869632"/>
                  </a:lnTo>
                  <a:lnTo>
                    <a:pt x="531590" y="869061"/>
                  </a:lnTo>
                  <a:lnTo>
                    <a:pt x="531590" y="867918"/>
                  </a:lnTo>
                  <a:lnTo>
                    <a:pt x="531019" y="866775"/>
                  </a:lnTo>
                  <a:lnTo>
                    <a:pt x="530352" y="865918"/>
                  </a:lnTo>
                  <a:lnTo>
                    <a:pt x="529304" y="864965"/>
                  </a:lnTo>
                  <a:lnTo>
                    <a:pt x="528923" y="864489"/>
                  </a:lnTo>
                  <a:lnTo>
                    <a:pt x="528542" y="863727"/>
                  </a:lnTo>
                  <a:lnTo>
                    <a:pt x="527780" y="863251"/>
                  </a:lnTo>
                  <a:lnTo>
                    <a:pt x="527875" y="861917"/>
                  </a:lnTo>
                  <a:lnTo>
                    <a:pt x="527685" y="860870"/>
                  </a:lnTo>
                  <a:lnTo>
                    <a:pt x="527971" y="860107"/>
                  </a:lnTo>
                  <a:lnTo>
                    <a:pt x="529495" y="860203"/>
                  </a:lnTo>
                  <a:lnTo>
                    <a:pt x="530162" y="859822"/>
                  </a:lnTo>
                  <a:lnTo>
                    <a:pt x="530542" y="857726"/>
                  </a:lnTo>
                  <a:lnTo>
                    <a:pt x="529780" y="854869"/>
                  </a:lnTo>
                  <a:lnTo>
                    <a:pt x="530162" y="852488"/>
                  </a:lnTo>
                  <a:lnTo>
                    <a:pt x="531019" y="850202"/>
                  </a:lnTo>
                  <a:lnTo>
                    <a:pt x="532829" y="849249"/>
                  </a:lnTo>
                  <a:lnTo>
                    <a:pt x="533972" y="849916"/>
                  </a:lnTo>
                  <a:lnTo>
                    <a:pt x="534733" y="850487"/>
                  </a:lnTo>
                  <a:lnTo>
                    <a:pt x="535114" y="850202"/>
                  </a:lnTo>
                  <a:lnTo>
                    <a:pt x="535210" y="849630"/>
                  </a:lnTo>
                  <a:lnTo>
                    <a:pt x="535114" y="848678"/>
                  </a:lnTo>
                  <a:lnTo>
                    <a:pt x="535686" y="847915"/>
                  </a:lnTo>
                  <a:lnTo>
                    <a:pt x="537020" y="846201"/>
                  </a:lnTo>
                  <a:lnTo>
                    <a:pt x="538734" y="843153"/>
                  </a:lnTo>
                  <a:lnTo>
                    <a:pt x="540067" y="841534"/>
                  </a:lnTo>
                  <a:lnTo>
                    <a:pt x="540830" y="841534"/>
                  </a:lnTo>
                  <a:lnTo>
                    <a:pt x="541115" y="842296"/>
                  </a:lnTo>
                  <a:lnTo>
                    <a:pt x="541972" y="841820"/>
                  </a:lnTo>
                  <a:lnTo>
                    <a:pt x="541591" y="841439"/>
                  </a:lnTo>
                  <a:lnTo>
                    <a:pt x="541496" y="840105"/>
                  </a:lnTo>
                  <a:lnTo>
                    <a:pt x="542068" y="839629"/>
                  </a:lnTo>
                  <a:lnTo>
                    <a:pt x="542830" y="838962"/>
                  </a:lnTo>
                  <a:lnTo>
                    <a:pt x="543497" y="838105"/>
                  </a:lnTo>
                  <a:lnTo>
                    <a:pt x="543782" y="836676"/>
                  </a:lnTo>
                  <a:lnTo>
                    <a:pt x="543878" y="836486"/>
                  </a:lnTo>
                  <a:lnTo>
                    <a:pt x="544163" y="836295"/>
                  </a:lnTo>
                  <a:lnTo>
                    <a:pt x="544354" y="836009"/>
                  </a:lnTo>
                  <a:lnTo>
                    <a:pt x="544449" y="835533"/>
                  </a:lnTo>
                  <a:lnTo>
                    <a:pt x="544354" y="835247"/>
                  </a:lnTo>
                  <a:lnTo>
                    <a:pt x="544163" y="835057"/>
                  </a:lnTo>
                  <a:lnTo>
                    <a:pt x="544068" y="834771"/>
                  </a:lnTo>
                  <a:lnTo>
                    <a:pt x="543878" y="834295"/>
                  </a:lnTo>
                  <a:lnTo>
                    <a:pt x="543592" y="833914"/>
                  </a:lnTo>
                  <a:lnTo>
                    <a:pt x="543497" y="833438"/>
                  </a:lnTo>
                  <a:lnTo>
                    <a:pt x="543878" y="832676"/>
                  </a:lnTo>
                  <a:lnTo>
                    <a:pt x="543687" y="831437"/>
                  </a:lnTo>
                  <a:lnTo>
                    <a:pt x="544449" y="830104"/>
                  </a:lnTo>
                  <a:lnTo>
                    <a:pt x="545687" y="828961"/>
                  </a:lnTo>
                  <a:lnTo>
                    <a:pt x="546735" y="828294"/>
                  </a:lnTo>
                  <a:lnTo>
                    <a:pt x="547116" y="828580"/>
                  </a:lnTo>
                  <a:lnTo>
                    <a:pt x="547497" y="828770"/>
                  </a:lnTo>
                  <a:lnTo>
                    <a:pt x="547306" y="829913"/>
                  </a:lnTo>
                  <a:lnTo>
                    <a:pt x="547592" y="829818"/>
                  </a:lnTo>
                  <a:lnTo>
                    <a:pt x="548545" y="828389"/>
                  </a:lnTo>
                  <a:lnTo>
                    <a:pt x="549021" y="827913"/>
                  </a:lnTo>
                  <a:lnTo>
                    <a:pt x="549497" y="827627"/>
                  </a:lnTo>
                  <a:lnTo>
                    <a:pt x="550069" y="827532"/>
                  </a:lnTo>
                  <a:lnTo>
                    <a:pt x="550926" y="827532"/>
                  </a:lnTo>
                  <a:lnTo>
                    <a:pt x="552164" y="827342"/>
                  </a:lnTo>
                  <a:lnTo>
                    <a:pt x="553498" y="826770"/>
                  </a:lnTo>
                  <a:lnTo>
                    <a:pt x="554260" y="825913"/>
                  </a:lnTo>
                  <a:lnTo>
                    <a:pt x="553974" y="824865"/>
                  </a:lnTo>
                  <a:lnTo>
                    <a:pt x="554831" y="823436"/>
                  </a:lnTo>
                  <a:lnTo>
                    <a:pt x="559117" y="821436"/>
                  </a:lnTo>
                  <a:lnTo>
                    <a:pt x="561308" y="820484"/>
                  </a:lnTo>
                  <a:lnTo>
                    <a:pt x="562261" y="819626"/>
                  </a:lnTo>
                  <a:lnTo>
                    <a:pt x="565690" y="818769"/>
                  </a:lnTo>
                  <a:lnTo>
                    <a:pt x="569214" y="818198"/>
                  </a:lnTo>
                  <a:lnTo>
                    <a:pt x="570452" y="819340"/>
                  </a:lnTo>
                  <a:lnTo>
                    <a:pt x="575310" y="820579"/>
                  </a:lnTo>
                  <a:lnTo>
                    <a:pt x="579025" y="820960"/>
                  </a:lnTo>
                  <a:lnTo>
                    <a:pt x="579882" y="823151"/>
                  </a:lnTo>
                  <a:lnTo>
                    <a:pt x="581311" y="824579"/>
                  </a:lnTo>
                  <a:lnTo>
                    <a:pt x="582739" y="825246"/>
                  </a:lnTo>
                  <a:lnTo>
                    <a:pt x="584263" y="825818"/>
                  </a:lnTo>
                  <a:lnTo>
                    <a:pt x="585025" y="827818"/>
                  </a:lnTo>
                  <a:lnTo>
                    <a:pt x="587121" y="830675"/>
                  </a:lnTo>
                  <a:lnTo>
                    <a:pt x="588550" y="832199"/>
                  </a:lnTo>
                  <a:lnTo>
                    <a:pt x="588455" y="833533"/>
                  </a:lnTo>
                  <a:lnTo>
                    <a:pt x="589597" y="833819"/>
                  </a:lnTo>
                  <a:lnTo>
                    <a:pt x="590359" y="833628"/>
                  </a:lnTo>
                  <a:lnTo>
                    <a:pt x="591217" y="835057"/>
                  </a:lnTo>
                  <a:lnTo>
                    <a:pt x="592169" y="837152"/>
                  </a:lnTo>
                  <a:lnTo>
                    <a:pt x="592931" y="836390"/>
                  </a:lnTo>
                  <a:lnTo>
                    <a:pt x="593026" y="834961"/>
                  </a:lnTo>
                  <a:lnTo>
                    <a:pt x="593312" y="833342"/>
                  </a:lnTo>
                  <a:lnTo>
                    <a:pt x="593407" y="832485"/>
                  </a:lnTo>
                  <a:lnTo>
                    <a:pt x="593884" y="830675"/>
                  </a:lnTo>
                  <a:lnTo>
                    <a:pt x="594265" y="828294"/>
                  </a:lnTo>
                  <a:lnTo>
                    <a:pt x="595884" y="823055"/>
                  </a:lnTo>
                  <a:lnTo>
                    <a:pt x="597408" y="820103"/>
                  </a:lnTo>
                  <a:lnTo>
                    <a:pt x="598646" y="818674"/>
                  </a:lnTo>
                  <a:lnTo>
                    <a:pt x="599504" y="817912"/>
                  </a:lnTo>
                  <a:lnTo>
                    <a:pt x="599599" y="817150"/>
                  </a:lnTo>
                  <a:lnTo>
                    <a:pt x="599408" y="816102"/>
                  </a:lnTo>
                  <a:lnTo>
                    <a:pt x="600170" y="815626"/>
                  </a:lnTo>
                  <a:lnTo>
                    <a:pt x="600837" y="815816"/>
                  </a:lnTo>
                  <a:lnTo>
                    <a:pt x="601599" y="815531"/>
                  </a:lnTo>
                  <a:lnTo>
                    <a:pt x="601980" y="815054"/>
                  </a:lnTo>
                  <a:lnTo>
                    <a:pt x="602171" y="814292"/>
                  </a:lnTo>
                  <a:lnTo>
                    <a:pt x="603504" y="812864"/>
                  </a:lnTo>
                  <a:lnTo>
                    <a:pt x="602837" y="812102"/>
                  </a:lnTo>
                  <a:lnTo>
                    <a:pt x="604266" y="810959"/>
                  </a:lnTo>
                  <a:lnTo>
                    <a:pt x="607123" y="809911"/>
                  </a:lnTo>
                  <a:lnTo>
                    <a:pt x="611410" y="807053"/>
                  </a:lnTo>
                  <a:lnTo>
                    <a:pt x="611791" y="806101"/>
                  </a:lnTo>
                  <a:lnTo>
                    <a:pt x="613029" y="805815"/>
                  </a:lnTo>
                  <a:lnTo>
                    <a:pt x="613505" y="804101"/>
                  </a:lnTo>
                  <a:lnTo>
                    <a:pt x="615029" y="804005"/>
                  </a:lnTo>
                  <a:lnTo>
                    <a:pt x="615505" y="802957"/>
                  </a:lnTo>
                  <a:lnTo>
                    <a:pt x="617315" y="802672"/>
                  </a:lnTo>
                  <a:lnTo>
                    <a:pt x="617982" y="801910"/>
                  </a:lnTo>
                  <a:lnTo>
                    <a:pt x="619982" y="800957"/>
                  </a:lnTo>
                  <a:lnTo>
                    <a:pt x="621601" y="800195"/>
                  </a:lnTo>
                  <a:lnTo>
                    <a:pt x="622649" y="799624"/>
                  </a:lnTo>
                  <a:lnTo>
                    <a:pt x="622078" y="799243"/>
                  </a:lnTo>
                  <a:lnTo>
                    <a:pt x="620839" y="800100"/>
                  </a:lnTo>
                  <a:close/>
                  <a:moveTo>
                    <a:pt x="870013" y="741521"/>
                  </a:moveTo>
                  <a:lnTo>
                    <a:pt x="869347" y="740569"/>
                  </a:lnTo>
                  <a:lnTo>
                    <a:pt x="868299" y="739997"/>
                  </a:lnTo>
                  <a:lnTo>
                    <a:pt x="867346" y="739521"/>
                  </a:lnTo>
                  <a:lnTo>
                    <a:pt x="865060" y="738950"/>
                  </a:lnTo>
                  <a:lnTo>
                    <a:pt x="864870" y="740855"/>
                  </a:lnTo>
                  <a:lnTo>
                    <a:pt x="864870" y="743903"/>
                  </a:lnTo>
                  <a:lnTo>
                    <a:pt x="865251" y="745046"/>
                  </a:lnTo>
                  <a:lnTo>
                    <a:pt x="868489" y="746665"/>
                  </a:lnTo>
                  <a:lnTo>
                    <a:pt x="869633" y="746665"/>
                  </a:lnTo>
                  <a:lnTo>
                    <a:pt x="870204" y="746474"/>
                  </a:lnTo>
                  <a:lnTo>
                    <a:pt x="870394" y="745807"/>
                  </a:lnTo>
                  <a:lnTo>
                    <a:pt x="870394" y="744188"/>
                  </a:lnTo>
                  <a:lnTo>
                    <a:pt x="870299" y="742760"/>
                  </a:lnTo>
                  <a:lnTo>
                    <a:pt x="870013" y="741521"/>
                  </a:lnTo>
                  <a:close/>
                  <a:moveTo>
                    <a:pt x="403670" y="1012031"/>
                  </a:moveTo>
                  <a:lnTo>
                    <a:pt x="401955" y="1010603"/>
                  </a:lnTo>
                  <a:lnTo>
                    <a:pt x="399669" y="1009745"/>
                  </a:lnTo>
                  <a:lnTo>
                    <a:pt x="398335" y="1008602"/>
                  </a:lnTo>
                  <a:lnTo>
                    <a:pt x="397764" y="1009269"/>
                  </a:lnTo>
                  <a:lnTo>
                    <a:pt x="396621" y="1009269"/>
                  </a:lnTo>
                  <a:lnTo>
                    <a:pt x="396335" y="1010222"/>
                  </a:lnTo>
                  <a:lnTo>
                    <a:pt x="395288" y="1011365"/>
                  </a:lnTo>
                  <a:lnTo>
                    <a:pt x="394335" y="1012793"/>
                  </a:lnTo>
                  <a:lnTo>
                    <a:pt x="392430" y="1012889"/>
                  </a:lnTo>
                  <a:lnTo>
                    <a:pt x="391858" y="1013079"/>
                  </a:lnTo>
                  <a:lnTo>
                    <a:pt x="391954" y="1014794"/>
                  </a:lnTo>
                  <a:lnTo>
                    <a:pt x="392335" y="1016413"/>
                  </a:lnTo>
                  <a:lnTo>
                    <a:pt x="393573" y="1019365"/>
                  </a:lnTo>
                  <a:lnTo>
                    <a:pt x="394430" y="1021556"/>
                  </a:lnTo>
                  <a:lnTo>
                    <a:pt x="395002" y="1022604"/>
                  </a:lnTo>
                  <a:lnTo>
                    <a:pt x="397573" y="1023366"/>
                  </a:lnTo>
                  <a:lnTo>
                    <a:pt x="399288" y="1023271"/>
                  </a:lnTo>
                  <a:lnTo>
                    <a:pt x="400812" y="1023080"/>
                  </a:lnTo>
                  <a:lnTo>
                    <a:pt x="402431" y="1022795"/>
                  </a:lnTo>
                  <a:lnTo>
                    <a:pt x="403860" y="1021747"/>
                  </a:lnTo>
                  <a:lnTo>
                    <a:pt x="406146" y="1019461"/>
                  </a:lnTo>
                  <a:lnTo>
                    <a:pt x="407289" y="1016508"/>
                  </a:lnTo>
                  <a:lnTo>
                    <a:pt x="407575" y="1014413"/>
                  </a:lnTo>
                  <a:lnTo>
                    <a:pt x="405670" y="1012698"/>
                  </a:lnTo>
                  <a:lnTo>
                    <a:pt x="403670" y="1012031"/>
                  </a:lnTo>
                  <a:close/>
                  <a:moveTo>
                    <a:pt x="437769" y="1281684"/>
                  </a:moveTo>
                  <a:lnTo>
                    <a:pt x="437483" y="1281779"/>
                  </a:lnTo>
                  <a:lnTo>
                    <a:pt x="437197" y="1281970"/>
                  </a:lnTo>
                  <a:lnTo>
                    <a:pt x="436435" y="1282922"/>
                  </a:lnTo>
                  <a:lnTo>
                    <a:pt x="435959" y="1283780"/>
                  </a:lnTo>
                  <a:lnTo>
                    <a:pt x="435959" y="1284542"/>
                  </a:lnTo>
                  <a:lnTo>
                    <a:pt x="436912" y="1284923"/>
                  </a:lnTo>
                  <a:lnTo>
                    <a:pt x="437483" y="1285113"/>
                  </a:lnTo>
                  <a:lnTo>
                    <a:pt x="438055" y="1285113"/>
                  </a:lnTo>
                  <a:lnTo>
                    <a:pt x="438340" y="1284637"/>
                  </a:lnTo>
                  <a:lnTo>
                    <a:pt x="438436" y="1284065"/>
                  </a:lnTo>
                  <a:lnTo>
                    <a:pt x="438721" y="1283494"/>
                  </a:lnTo>
                  <a:lnTo>
                    <a:pt x="439103" y="1283113"/>
                  </a:lnTo>
                  <a:lnTo>
                    <a:pt x="439483" y="1282827"/>
                  </a:lnTo>
                  <a:lnTo>
                    <a:pt x="438340" y="1281875"/>
                  </a:lnTo>
                  <a:lnTo>
                    <a:pt x="437769" y="1281684"/>
                  </a:lnTo>
                  <a:close/>
                  <a:moveTo>
                    <a:pt x="440722" y="1277207"/>
                  </a:moveTo>
                  <a:lnTo>
                    <a:pt x="440055" y="1277303"/>
                  </a:lnTo>
                  <a:lnTo>
                    <a:pt x="440150" y="1278065"/>
                  </a:lnTo>
                  <a:lnTo>
                    <a:pt x="440722" y="1278731"/>
                  </a:lnTo>
                  <a:lnTo>
                    <a:pt x="441103" y="1278922"/>
                  </a:lnTo>
                  <a:lnTo>
                    <a:pt x="441484" y="1278922"/>
                  </a:lnTo>
                  <a:lnTo>
                    <a:pt x="441770" y="1278731"/>
                  </a:lnTo>
                  <a:lnTo>
                    <a:pt x="442055" y="1278160"/>
                  </a:lnTo>
                  <a:lnTo>
                    <a:pt x="441674" y="1277588"/>
                  </a:lnTo>
                  <a:lnTo>
                    <a:pt x="440722" y="1277207"/>
                  </a:lnTo>
                  <a:close/>
                  <a:moveTo>
                    <a:pt x="480631" y="855821"/>
                  </a:moveTo>
                  <a:lnTo>
                    <a:pt x="479298" y="855536"/>
                  </a:lnTo>
                  <a:lnTo>
                    <a:pt x="478631" y="856393"/>
                  </a:lnTo>
                  <a:lnTo>
                    <a:pt x="478250" y="856583"/>
                  </a:lnTo>
                  <a:lnTo>
                    <a:pt x="478060" y="856298"/>
                  </a:lnTo>
                  <a:lnTo>
                    <a:pt x="478060" y="856012"/>
                  </a:lnTo>
                  <a:lnTo>
                    <a:pt x="477393" y="856298"/>
                  </a:lnTo>
                  <a:lnTo>
                    <a:pt x="477012" y="856107"/>
                  </a:lnTo>
                  <a:lnTo>
                    <a:pt x="476726" y="855726"/>
                  </a:lnTo>
                  <a:lnTo>
                    <a:pt x="476345" y="855536"/>
                  </a:lnTo>
                  <a:lnTo>
                    <a:pt x="475869" y="855631"/>
                  </a:lnTo>
                  <a:lnTo>
                    <a:pt x="475297" y="855821"/>
                  </a:lnTo>
                  <a:lnTo>
                    <a:pt x="474821" y="854869"/>
                  </a:lnTo>
                  <a:lnTo>
                    <a:pt x="474059" y="854869"/>
                  </a:lnTo>
                  <a:lnTo>
                    <a:pt x="473012" y="853821"/>
                  </a:lnTo>
                  <a:lnTo>
                    <a:pt x="472440" y="853440"/>
                  </a:lnTo>
                  <a:lnTo>
                    <a:pt x="472630" y="851630"/>
                  </a:lnTo>
                  <a:lnTo>
                    <a:pt x="473488" y="850582"/>
                  </a:lnTo>
                  <a:lnTo>
                    <a:pt x="473869" y="849440"/>
                  </a:lnTo>
                  <a:lnTo>
                    <a:pt x="474726" y="849440"/>
                  </a:lnTo>
                  <a:lnTo>
                    <a:pt x="476726" y="849535"/>
                  </a:lnTo>
                  <a:lnTo>
                    <a:pt x="478060" y="849154"/>
                  </a:lnTo>
                  <a:lnTo>
                    <a:pt x="478250" y="848392"/>
                  </a:lnTo>
                  <a:lnTo>
                    <a:pt x="477298" y="846677"/>
                  </a:lnTo>
                  <a:lnTo>
                    <a:pt x="477012" y="848106"/>
                  </a:lnTo>
                  <a:lnTo>
                    <a:pt x="476726" y="848487"/>
                  </a:lnTo>
                  <a:lnTo>
                    <a:pt x="476250" y="848678"/>
                  </a:lnTo>
                  <a:lnTo>
                    <a:pt x="475774" y="848582"/>
                  </a:lnTo>
                  <a:lnTo>
                    <a:pt x="475297" y="848201"/>
                  </a:lnTo>
                  <a:lnTo>
                    <a:pt x="474916" y="847630"/>
                  </a:lnTo>
                  <a:lnTo>
                    <a:pt x="474440" y="846582"/>
                  </a:lnTo>
                  <a:lnTo>
                    <a:pt x="474059" y="846582"/>
                  </a:lnTo>
                  <a:lnTo>
                    <a:pt x="473964" y="847344"/>
                  </a:lnTo>
                  <a:lnTo>
                    <a:pt x="473773" y="848011"/>
                  </a:lnTo>
                  <a:lnTo>
                    <a:pt x="473107" y="847915"/>
                  </a:lnTo>
                  <a:lnTo>
                    <a:pt x="472535" y="847439"/>
                  </a:lnTo>
                  <a:lnTo>
                    <a:pt x="471773" y="847344"/>
                  </a:lnTo>
                  <a:lnTo>
                    <a:pt x="471202" y="847630"/>
                  </a:lnTo>
                  <a:lnTo>
                    <a:pt x="470249" y="847153"/>
                  </a:lnTo>
                  <a:lnTo>
                    <a:pt x="470535" y="846392"/>
                  </a:lnTo>
                  <a:lnTo>
                    <a:pt x="471392" y="845439"/>
                  </a:lnTo>
                  <a:lnTo>
                    <a:pt x="472821" y="844486"/>
                  </a:lnTo>
                  <a:lnTo>
                    <a:pt x="472249" y="844201"/>
                  </a:lnTo>
                  <a:lnTo>
                    <a:pt x="470630" y="844201"/>
                  </a:lnTo>
                  <a:lnTo>
                    <a:pt x="469201" y="845153"/>
                  </a:lnTo>
                  <a:lnTo>
                    <a:pt x="467487" y="844296"/>
                  </a:lnTo>
                  <a:lnTo>
                    <a:pt x="468344" y="842772"/>
                  </a:lnTo>
                  <a:lnTo>
                    <a:pt x="468535" y="841724"/>
                  </a:lnTo>
                  <a:lnTo>
                    <a:pt x="469487" y="840581"/>
                  </a:lnTo>
                  <a:lnTo>
                    <a:pt x="470345" y="840296"/>
                  </a:lnTo>
                  <a:lnTo>
                    <a:pt x="470725" y="839819"/>
                  </a:lnTo>
                  <a:lnTo>
                    <a:pt x="470725" y="838867"/>
                  </a:lnTo>
                  <a:lnTo>
                    <a:pt x="471297" y="837533"/>
                  </a:lnTo>
                  <a:lnTo>
                    <a:pt x="472345" y="835724"/>
                  </a:lnTo>
                  <a:lnTo>
                    <a:pt x="471392" y="835628"/>
                  </a:lnTo>
                  <a:lnTo>
                    <a:pt x="469582" y="836676"/>
                  </a:lnTo>
                  <a:lnTo>
                    <a:pt x="468058" y="837152"/>
                  </a:lnTo>
                  <a:lnTo>
                    <a:pt x="464915" y="836581"/>
                  </a:lnTo>
                  <a:lnTo>
                    <a:pt x="462248" y="835533"/>
                  </a:lnTo>
                  <a:lnTo>
                    <a:pt x="461677" y="836581"/>
                  </a:lnTo>
                  <a:lnTo>
                    <a:pt x="459296" y="835438"/>
                  </a:lnTo>
                  <a:lnTo>
                    <a:pt x="457105" y="836581"/>
                  </a:lnTo>
                  <a:lnTo>
                    <a:pt x="453676" y="836486"/>
                  </a:lnTo>
                  <a:lnTo>
                    <a:pt x="452628" y="836105"/>
                  </a:lnTo>
                  <a:lnTo>
                    <a:pt x="451675" y="835343"/>
                  </a:lnTo>
                  <a:lnTo>
                    <a:pt x="451009" y="831152"/>
                  </a:lnTo>
                  <a:lnTo>
                    <a:pt x="451390" y="829723"/>
                  </a:lnTo>
                  <a:lnTo>
                    <a:pt x="452818" y="829532"/>
                  </a:lnTo>
                  <a:lnTo>
                    <a:pt x="453580" y="830390"/>
                  </a:lnTo>
                  <a:lnTo>
                    <a:pt x="454057" y="830771"/>
                  </a:lnTo>
                  <a:lnTo>
                    <a:pt x="455105" y="830771"/>
                  </a:lnTo>
                  <a:lnTo>
                    <a:pt x="456152" y="830580"/>
                  </a:lnTo>
                  <a:lnTo>
                    <a:pt x="456438" y="829628"/>
                  </a:lnTo>
                  <a:lnTo>
                    <a:pt x="456914" y="829342"/>
                  </a:lnTo>
                  <a:lnTo>
                    <a:pt x="458248" y="829056"/>
                  </a:lnTo>
                  <a:lnTo>
                    <a:pt x="458438" y="828294"/>
                  </a:lnTo>
                  <a:lnTo>
                    <a:pt x="458248" y="827342"/>
                  </a:lnTo>
                  <a:lnTo>
                    <a:pt x="458533" y="826484"/>
                  </a:lnTo>
                  <a:lnTo>
                    <a:pt x="459486" y="826103"/>
                  </a:lnTo>
                  <a:lnTo>
                    <a:pt x="460343" y="826484"/>
                  </a:lnTo>
                  <a:lnTo>
                    <a:pt x="461581" y="827056"/>
                  </a:lnTo>
                  <a:lnTo>
                    <a:pt x="462058" y="826865"/>
                  </a:lnTo>
                  <a:lnTo>
                    <a:pt x="462248" y="825436"/>
                  </a:lnTo>
                  <a:lnTo>
                    <a:pt x="463201" y="823532"/>
                  </a:lnTo>
                  <a:lnTo>
                    <a:pt x="463772" y="822198"/>
                  </a:lnTo>
                  <a:lnTo>
                    <a:pt x="463296" y="820484"/>
                  </a:lnTo>
                  <a:lnTo>
                    <a:pt x="463867" y="818769"/>
                  </a:lnTo>
                  <a:lnTo>
                    <a:pt x="463677" y="817436"/>
                  </a:lnTo>
                  <a:lnTo>
                    <a:pt x="463296" y="816197"/>
                  </a:lnTo>
                  <a:lnTo>
                    <a:pt x="462439" y="814578"/>
                  </a:lnTo>
                  <a:lnTo>
                    <a:pt x="461200" y="812292"/>
                  </a:lnTo>
                  <a:lnTo>
                    <a:pt x="460057" y="810673"/>
                  </a:lnTo>
                  <a:lnTo>
                    <a:pt x="459010" y="810482"/>
                  </a:lnTo>
                  <a:lnTo>
                    <a:pt x="457962" y="810578"/>
                  </a:lnTo>
                  <a:lnTo>
                    <a:pt x="456914" y="810006"/>
                  </a:lnTo>
                  <a:lnTo>
                    <a:pt x="455962" y="809625"/>
                  </a:lnTo>
                  <a:lnTo>
                    <a:pt x="455105" y="809720"/>
                  </a:lnTo>
                  <a:lnTo>
                    <a:pt x="453962" y="809720"/>
                  </a:lnTo>
                  <a:lnTo>
                    <a:pt x="452342" y="810006"/>
                  </a:lnTo>
                  <a:lnTo>
                    <a:pt x="451104" y="810578"/>
                  </a:lnTo>
                  <a:lnTo>
                    <a:pt x="450342" y="811435"/>
                  </a:lnTo>
                  <a:lnTo>
                    <a:pt x="449866" y="812768"/>
                  </a:lnTo>
                  <a:lnTo>
                    <a:pt x="449008" y="813721"/>
                  </a:lnTo>
                  <a:lnTo>
                    <a:pt x="447104" y="815435"/>
                  </a:lnTo>
                  <a:lnTo>
                    <a:pt x="446818" y="815911"/>
                  </a:lnTo>
                  <a:lnTo>
                    <a:pt x="444151" y="816388"/>
                  </a:lnTo>
                  <a:lnTo>
                    <a:pt x="441770" y="816007"/>
                  </a:lnTo>
                  <a:lnTo>
                    <a:pt x="439674" y="815911"/>
                  </a:lnTo>
                  <a:lnTo>
                    <a:pt x="438245" y="814483"/>
                  </a:lnTo>
                  <a:lnTo>
                    <a:pt x="436340" y="814292"/>
                  </a:lnTo>
                  <a:lnTo>
                    <a:pt x="434721" y="813721"/>
                  </a:lnTo>
                  <a:lnTo>
                    <a:pt x="432435" y="813340"/>
                  </a:lnTo>
                  <a:lnTo>
                    <a:pt x="431101" y="813054"/>
                  </a:lnTo>
                  <a:lnTo>
                    <a:pt x="430244" y="813149"/>
                  </a:lnTo>
                  <a:lnTo>
                    <a:pt x="429101" y="812482"/>
                  </a:lnTo>
                  <a:lnTo>
                    <a:pt x="428244" y="811340"/>
                  </a:lnTo>
                  <a:lnTo>
                    <a:pt x="427482" y="809530"/>
                  </a:lnTo>
                  <a:lnTo>
                    <a:pt x="425863" y="806672"/>
                  </a:lnTo>
                  <a:lnTo>
                    <a:pt x="425291" y="805434"/>
                  </a:lnTo>
                  <a:lnTo>
                    <a:pt x="425101" y="803815"/>
                  </a:lnTo>
                  <a:lnTo>
                    <a:pt x="425005" y="803339"/>
                  </a:lnTo>
                  <a:lnTo>
                    <a:pt x="425196" y="801243"/>
                  </a:lnTo>
                  <a:lnTo>
                    <a:pt x="424053" y="801529"/>
                  </a:lnTo>
                  <a:lnTo>
                    <a:pt x="423005" y="801243"/>
                  </a:lnTo>
                  <a:lnTo>
                    <a:pt x="422815" y="801053"/>
                  </a:lnTo>
                  <a:lnTo>
                    <a:pt x="422815" y="800862"/>
                  </a:lnTo>
                  <a:lnTo>
                    <a:pt x="422910" y="800005"/>
                  </a:lnTo>
                  <a:lnTo>
                    <a:pt x="423767" y="799433"/>
                  </a:lnTo>
                  <a:lnTo>
                    <a:pt x="424053" y="799052"/>
                  </a:lnTo>
                  <a:lnTo>
                    <a:pt x="424434" y="798576"/>
                  </a:lnTo>
                  <a:lnTo>
                    <a:pt x="424339" y="798100"/>
                  </a:lnTo>
                  <a:lnTo>
                    <a:pt x="424148" y="797528"/>
                  </a:lnTo>
                  <a:lnTo>
                    <a:pt x="424910" y="797528"/>
                  </a:lnTo>
                  <a:lnTo>
                    <a:pt x="425005" y="796671"/>
                  </a:lnTo>
                  <a:lnTo>
                    <a:pt x="424529" y="796004"/>
                  </a:lnTo>
                  <a:lnTo>
                    <a:pt x="425101" y="795147"/>
                  </a:lnTo>
                  <a:lnTo>
                    <a:pt x="425101" y="794766"/>
                  </a:lnTo>
                  <a:lnTo>
                    <a:pt x="425196" y="794385"/>
                  </a:lnTo>
                  <a:lnTo>
                    <a:pt x="425672" y="793623"/>
                  </a:lnTo>
                  <a:lnTo>
                    <a:pt x="425863" y="792290"/>
                  </a:lnTo>
                  <a:lnTo>
                    <a:pt x="425291" y="791623"/>
                  </a:lnTo>
                  <a:lnTo>
                    <a:pt x="423672" y="792194"/>
                  </a:lnTo>
                  <a:lnTo>
                    <a:pt x="422243" y="793432"/>
                  </a:lnTo>
                  <a:lnTo>
                    <a:pt x="421862" y="794766"/>
                  </a:lnTo>
                  <a:lnTo>
                    <a:pt x="421100" y="795909"/>
                  </a:lnTo>
                  <a:lnTo>
                    <a:pt x="420433" y="796385"/>
                  </a:lnTo>
                  <a:lnTo>
                    <a:pt x="419576" y="796481"/>
                  </a:lnTo>
                  <a:lnTo>
                    <a:pt x="418719" y="796100"/>
                  </a:lnTo>
                  <a:lnTo>
                    <a:pt x="418243" y="794957"/>
                  </a:lnTo>
                  <a:lnTo>
                    <a:pt x="417766" y="794195"/>
                  </a:lnTo>
                  <a:lnTo>
                    <a:pt x="416433" y="794195"/>
                  </a:lnTo>
                  <a:lnTo>
                    <a:pt x="415671" y="794576"/>
                  </a:lnTo>
                  <a:lnTo>
                    <a:pt x="416052" y="793337"/>
                  </a:lnTo>
                  <a:lnTo>
                    <a:pt x="414052" y="793052"/>
                  </a:lnTo>
                  <a:lnTo>
                    <a:pt x="412242" y="793052"/>
                  </a:lnTo>
                  <a:lnTo>
                    <a:pt x="410908" y="793814"/>
                  </a:lnTo>
                  <a:lnTo>
                    <a:pt x="410146" y="793432"/>
                  </a:lnTo>
                  <a:lnTo>
                    <a:pt x="409480" y="793337"/>
                  </a:lnTo>
                  <a:lnTo>
                    <a:pt x="408813" y="793432"/>
                  </a:lnTo>
                  <a:lnTo>
                    <a:pt x="408432" y="793623"/>
                  </a:lnTo>
                  <a:lnTo>
                    <a:pt x="406813" y="796004"/>
                  </a:lnTo>
                  <a:lnTo>
                    <a:pt x="405670" y="796861"/>
                  </a:lnTo>
                  <a:lnTo>
                    <a:pt x="404527" y="797052"/>
                  </a:lnTo>
                  <a:lnTo>
                    <a:pt x="402050" y="796861"/>
                  </a:lnTo>
                  <a:lnTo>
                    <a:pt x="401193" y="797052"/>
                  </a:lnTo>
                  <a:lnTo>
                    <a:pt x="400907" y="797338"/>
                  </a:lnTo>
                  <a:lnTo>
                    <a:pt x="400717" y="797719"/>
                  </a:lnTo>
                  <a:lnTo>
                    <a:pt x="400240" y="798195"/>
                  </a:lnTo>
                  <a:lnTo>
                    <a:pt x="399002" y="798957"/>
                  </a:lnTo>
                  <a:lnTo>
                    <a:pt x="398431" y="799052"/>
                  </a:lnTo>
                  <a:lnTo>
                    <a:pt x="398050" y="798576"/>
                  </a:lnTo>
                  <a:lnTo>
                    <a:pt x="397478" y="800481"/>
                  </a:lnTo>
                  <a:lnTo>
                    <a:pt x="397192" y="800957"/>
                  </a:lnTo>
                  <a:lnTo>
                    <a:pt x="396621" y="801338"/>
                  </a:lnTo>
                  <a:lnTo>
                    <a:pt x="396240" y="801529"/>
                  </a:lnTo>
                  <a:lnTo>
                    <a:pt x="395954" y="801910"/>
                  </a:lnTo>
                  <a:lnTo>
                    <a:pt x="395859" y="802672"/>
                  </a:lnTo>
                  <a:lnTo>
                    <a:pt x="396240" y="803148"/>
                  </a:lnTo>
                  <a:lnTo>
                    <a:pt x="396812" y="803243"/>
                  </a:lnTo>
                  <a:lnTo>
                    <a:pt x="397002" y="804386"/>
                  </a:lnTo>
                  <a:lnTo>
                    <a:pt x="396907" y="805625"/>
                  </a:lnTo>
                  <a:lnTo>
                    <a:pt x="396049" y="806577"/>
                  </a:lnTo>
                  <a:lnTo>
                    <a:pt x="395668" y="807149"/>
                  </a:lnTo>
                  <a:lnTo>
                    <a:pt x="394811" y="807434"/>
                  </a:lnTo>
                  <a:lnTo>
                    <a:pt x="394145" y="808101"/>
                  </a:lnTo>
                  <a:lnTo>
                    <a:pt x="393478" y="808958"/>
                  </a:lnTo>
                  <a:lnTo>
                    <a:pt x="392621" y="809720"/>
                  </a:lnTo>
                  <a:lnTo>
                    <a:pt x="390430" y="810673"/>
                  </a:lnTo>
                  <a:lnTo>
                    <a:pt x="389287" y="810482"/>
                  </a:lnTo>
                  <a:lnTo>
                    <a:pt x="388620" y="810006"/>
                  </a:lnTo>
                  <a:lnTo>
                    <a:pt x="388334" y="809053"/>
                  </a:lnTo>
                  <a:lnTo>
                    <a:pt x="387763" y="808958"/>
                  </a:lnTo>
                  <a:lnTo>
                    <a:pt x="387477" y="809435"/>
                  </a:lnTo>
                  <a:lnTo>
                    <a:pt x="387763" y="810482"/>
                  </a:lnTo>
                  <a:lnTo>
                    <a:pt x="388430" y="811054"/>
                  </a:lnTo>
                  <a:lnTo>
                    <a:pt x="389001" y="810863"/>
                  </a:lnTo>
                  <a:lnTo>
                    <a:pt x="389382" y="811244"/>
                  </a:lnTo>
                  <a:lnTo>
                    <a:pt x="389954" y="811625"/>
                  </a:lnTo>
                  <a:lnTo>
                    <a:pt x="390620" y="812006"/>
                  </a:lnTo>
                  <a:lnTo>
                    <a:pt x="391287" y="811721"/>
                  </a:lnTo>
                  <a:lnTo>
                    <a:pt x="392239" y="810863"/>
                  </a:lnTo>
                  <a:lnTo>
                    <a:pt x="393287" y="810197"/>
                  </a:lnTo>
                  <a:lnTo>
                    <a:pt x="393573" y="810863"/>
                  </a:lnTo>
                  <a:lnTo>
                    <a:pt x="393763" y="811340"/>
                  </a:lnTo>
                  <a:lnTo>
                    <a:pt x="393478" y="812578"/>
                  </a:lnTo>
                  <a:lnTo>
                    <a:pt x="393287" y="813530"/>
                  </a:lnTo>
                  <a:lnTo>
                    <a:pt x="392811" y="814197"/>
                  </a:lnTo>
                  <a:lnTo>
                    <a:pt x="391858" y="814292"/>
                  </a:lnTo>
                  <a:lnTo>
                    <a:pt x="391096" y="814673"/>
                  </a:lnTo>
                  <a:lnTo>
                    <a:pt x="389668" y="814673"/>
                  </a:lnTo>
                  <a:lnTo>
                    <a:pt x="388906" y="814673"/>
                  </a:lnTo>
                  <a:lnTo>
                    <a:pt x="388430" y="815435"/>
                  </a:lnTo>
                  <a:lnTo>
                    <a:pt x="388239" y="815816"/>
                  </a:lnTo>
                  <a:lnTo>
                    <a:pt x="387953" y="815816"/>
                  </a:lnTo>
                  <a:lnTo>
                    <a:pt x="387667" y="816102"/>
                  </a:lnTo>
                  <a:lnTo>
                    <a:pt x="387382" y="815911"/>
                  </a:lnTo>
                  <a:lnTo>
                    <a:pt x="386715" y="815531"/>
                  </a:lnTo>
                  <a:lnTo>
                    <a:pt x="386334" y="815150"/>
                  </a:lnTo>
                  <a:lnTo>
                    <a:pt x="386905" y="814197"/>
                  </a:lnTo>
                  <a:lnTo>
                    <a:pt x="386715" y="813721"/>
                  </a:lnTo>
                  <a:lnTo>
                    <a:pt x="385667" y="813911"/>
                  </a:lnTo>
                  <a:lnTo>
                    <a:pt x="385381" y="813721"/>
                  </a:lnTo>
                  <a:lnTo>
                    <a:pt x="384620" y="813245"/>
                  </a:lnTo>
                  <a:lnTo>
                    <a:pt x="384429" y="812197"/>
                  </a:lnTo>
                  <a:lnTo>
                    <a:pt x="384905" y="811625"/>
                  </a:lnTo>
                  <a:lnTo>
                    <a:pt x="384620" y="811054"/>
                  </a:lnTo>
                  <a:lnTo>
                    <a:pt x="384048" y="810673"/>
                  </a:lnTo>
                  <a:lnTo>
                    <a:pt x="383381" y="810292"/>
                  </a:lnTo>
                  <a:lnTo>
                    <a:pt x="383191" y="811911"/>
                  </a:lnTo>
                  <a:lnTo>
                    <a:pt x="382810" y="812292"/>
                  </a:lnTo>
                  <a:lnTo>
                    <a:pt x="382429" y="812482"/>
                  </a:lnTo>
                  <a:lnTo>
                    <a:pt x="381953" y="812578"/>
                  </a:lnTo>
                  <a:lnTo>
                    <a:pt x="381381" y="812578"/>
                  </a:lnTo>
                  <a:lnTo>
                    <a:pt x="380809" y="812578"/>
                  </a:lnTo>
                  <a:lnTo>
                    <a:pt x="380524" y="813245"/>
                  </a:lnTo>
                  <a:lnTo>
                    <a:pt x="380714" y="814007"/>
                  </a:lnTo>
                  <a:lnTo>
                    <a:pt x="379762" y="814769"/>
                  </a:lnTo>
                  <a:lnTo>
                    <a:pt x="379190" y="814959"/>
                  </a:lnTo>
                  <a:lnTo>
                    <a:pt x="378714" y="814959"/>
                  </a:lnTo>
                  <a:lnTo>
                    <a:pt x="378142" y="815054"/>
                  </a:lnTo>
                  <a:lnTo>
                    <a:pt x="377571" y="815531"/>
                  </a:lnTo>
                  <a:lnTo>
                    <a:pt x="377285" y="816007"/>
                  </a:lnTo>
                  <a:lnTo>
                    <a:pt x="377285" y="816483"/>
                  </a:lnTo>
                  <a:lnTo>
                    <a:pt x="377571" y="816769"/>
                  </a:lnTo>
                  <a:lnTo>
                    <a:pt x="378238" y="816864"/>
                  </a:lnTo>
                  <a:lnTo>
                    <a:pt x="378714" y="817055"/>
                  </a:lnTo>
                  <a:lnTo>
                    <a:pt x="378809" y="817912"/>
                  </a:lnTo>
                  <a:lnTo>
                    <a:pt x="379285" y="818102"/>
                  </a:lnTo>
                  <a:lnTo>
                    <a:pt x="381000" y="817721"/>
                  </a:lnTo>
                  <a:lnTo>
                    <a:pt x="381667" y="817721"/>
                  </a:lnTo>
                  <a:lnTo>
                    <a:pt x="381381" y="818483"/>
                  </a:lnTo>
                  <a:lnTo>
                    <a:pt x="380809" y="819055"/>
                  </a:lnTo>
                  <a:lnTo>
                    <a:pt x="380047" y="819340"/>
                  </a:lnTo>
                  <a:lnTo>
                    <a:pt x="379381" y="819436"/>
                  </a:lnTo>
                  <a:lnTo>
                    <a:pt x="379190" y="819626"/>
                  </a:lnTo>
                  <a:lnTo>
                    <a:pt x="378619" y="820103"/>
                  </a:lnTo>
                  <a:lnTo>
                    <a:pt x="378047" y="819912"/>
                  </a:lnTo>
                  <a:lnTo>
                    <a:pt x="377095" y="820293"/>
                  </a:lnTo>
                  <a:lnTo>
                    <a:pt x="375475" y="820960"/>
                  </a:lnTo>
                  <a:lnTo>
                    <a:pt x="374904" y="821531"/>
                  </a:lnTo>
                  <a:lnTo>
                    <a:pt x="374713" y="823055"/>
                  </a:lnTo>
                  <a:lnTo>
                    <a:pt x="374142" y="823722"/>
                  </a:lnTo>
                  <a:lnTo>
                    <a:pt x="373475" y="824008"/>
                  </a:lnTo>
                  <a:lnTo>
                    <a:pt x="372046" y="823817"/>
                  </a:lnTo>
                  <a:lnTo>
                    <a:pt x="371284" y="823436"/>
                  </a:lnTo>
                  <a:lnTo>
                    <a:pt x="370808" y="822865"/>
                  </a:lnTo>
                  <a:lnTo>
                    <a:pt x="370808" y="822293"/>
                  </a:lnTo>
                  <a:lnTo>
                    <a:pt x="370618" y="821627"/>
                  </a:lnTo>
                  <a:lnTo>
                    <a:pt x="370141" y="822198"/>
                  </a:lnTo>
                  <a:lnTo>
                    <a:pt x="369475" y="821817"/>
                  </a:lnTo>
                  <a:lnTo>
                    <a:pt x="369665" y="821150"/>
                  </a:lnTo>
                  <a:lnTo>
                    <a:pt x="370237" y="820388"/>
                  </a:lnTo>
                  <a:lnTo>
                    <a:pt x="370427" y="819722"/>
                  </a:lnTo>
                  <a:lnTo>
                    <a:pt x="369380" y="818483"/>
                  </a:lnTo>
                  <a:lnTo>
                    <a:pt x="367665" y="817531"/>
                  </a:lnTo>
                  <a:lnTo>
                    <a:pt x="366427" y="818293"/>
                  </a:lnTo>
                  <a:lnTo>
                    <a:pt x="365570" y="818102"/>
                  </a:lnTo>
                  <a:lnTo>
                    <a:pt x="364712" y="817245"/>
                  </a:lnTo>
                  <a:lnTo>
                    <a:pt x="364807" y="818483"/>
                  </a:lnTo>
                  <a:lnTo>
                    <a:pt x="363855" y="819722"/>
                  </a:lnTo>
                  <a:lnTo>
                    <a:pt x="364236" y="821722"/>
                  </a:lnTo>
                  <a:lnTo>
                    <a:pt x="365474" y="823246"/>
                  </a:lnTo>
                  <a:lnTo>
                    <a:pt x="365665" y="824103"/>
                  </a:lnTo>
                  <a:lnTo>
                    <a:pt x="365188" y="824484"/>
                  </a:lnTo>
                  <a:lnTo>
                    <a:pt x="364522" y="824103"/>
                  </a:lnTo>
                  <a:lnTo>
                    <a:pt x="364141" y="823341"/>
                  </a:lnTo>
                  <a:lnTo>
                    <a:pt x="363855" y="822579"/>
                  </a:lnTo>
                  <a:lnTo>
                    <a:pt x="362998" y="821436"/>
                  </a:lnTo>
                  <a:lnTo>
                    <a:pt x="362236" y="821627"/>
                  </a:lnTo>
                  <a:lnTo>
                    <a:pt x="361855" y="822484"/>
                  </a:lnTo>
                  <a:lnTo>
                    <a:pt x="361379" y="823341"/>
                  </a:lnTo>
                  <a:lnTo>
                    <a:pt x="361855" y="824008"/>
                  </a:lnTo>
                  <a:lnTo>
                    <a:pt x="362903" y="825151"/>
                  </a:lnTo>
                  <a:lnTo>
                    <a:pt x="365665" y="826961"/>
                  </a:lnTo>
                  <a:lnTo>
                    <a:pt x="365284" y="827437"/>
                  </a:lnTo>
                  <a:lnTo>
                    <a:pt x="365760" y="828199"/>
                  </a:lnTo>
                  <a:lnTo>
                    <a:pt x="365093" y="828865"/>
                  </a:lnTo>
                  <a:lnTo>
                    <a:pt x="364426" y="830104"/>
                  </a:lnTo>
                  <a:lnTo>
                    <a:pt x="364141" y="832104"/>
                  </a:lnTo>
                  <a:lnTo>
                    <a:pt x="364522" y="833533"/>
                  </a:lnTo>
                  <a:lnTo>
                    <a:pt x="364712" y="834390"/>
                  </a:lnTo>
                  <a:lnTo>
                    <a:pt x="363950" y="834009"/>
                  </a:lnTo>
                  <a:lnTo>
                    <a:pt x="363379" y="833438"/>
                  </a:lnTo>
                  <a:lnTo>
                    <a:pt x="362998" y="832771"/>
                  </a:lnTo>
                  <a:lnTo>
                    <a:pt x="362712" y="831152"/>
                  </a:lnTo>
                  <a:lnTo>
                    <a:pt x="362712" y="831152"/>
                  </a:lnTo>
                  <a:lnTo>
                    <a:pt x="362331" y="830104"/>
                  </a:lnTo>
                  <a:lnTo>
                    <a:pt x="358997" y="829056"/>
                  </a:lnTo>
                  <a:lnTo>
                    <a:pt x="356711" y="829723"/>
                  </a:lnTo>
                  <a:lnTo>
                    <a:pt x="355473" y="829151"/>
                  </a:lnTo>
                  <a:lnTo>
                    <a:pt x="355663" y="827437"/>
                  </a:lnTo>
                  <a:lnTo>
                    <a:pt x="355282" y="826865"/>
                  </a:lnTo>
                  <a:lnTo>
                    <a:pt x="353758" y="829151"/>
                  </a:lnTo>
                  <a:lnTo>
                    <a:pt x="352520" y="829342"/>
                  </a:lnTo>
                  <a:lnTo>
                    <a:pt x="350996" y="828008"/>
                  </a:lnTo>
                  <a:lnTo>
                    <a:pt x="350330" y="828675"/>
                  </a:lnTo>
                  <a:lnTo>
                    <a:pt x="350139" y="830104"/>
                  </a:lnTo>
                  <a:lnTo>
                    <a:pt x="349853" y="831818"/>
                  </a:lnTo>
                  <a:lnTo>
                    <a:pt x="350520" y="833057"/>
                  </a:lnTo>
                  <a:lnTo>
                    <a:pt x="350806" y="833723"/>
                  </a:lnTo>
                  <a:lnTo>
                    <a:pt x="350901" y="834104"/>
                  </a:lnTo>
                  <a:lnTo>
                    <a:pt x="350330" y="834676"/>
                  </a:lnTo>
                  <a:lnTo>
                    <a:pt x="349948" y="834581"/>
                  </a:lnTo>
                  <a:lnTo>
                    <a:pt x="349472" y="834866"/>
                  </a:lnTo>
                  <a:lnTo>
                    <a:pt x="349377" y="835914"/>
                  </a:lnTo>
                  <a:lnTo>
                    <a:pt x="348805" y="837724"/>
                  </a:lnTo>
                  <a:lnTo>
                    <a:pt x="349472" y="838676"/>
                  </a:lnTo>
                  <a:lnTo>
                    <a:pt x="350806" y="838676"/>
                  </a:lnTo>
                  <a:lnTo>
                    <a:pt x="351377" y="838867"/>
                  </a:lnTo>
                  <a:lnTo>
                    <a:pt x="352330" y="839724"/>
                  </a:lnTo>
                  <a:lnTo>
                    <a:pt x="352901" y="839915"/>
                  </a:lnTo>
                  <a:lnTo>
                    <a:pt x="353378" y="839819"/>
                  </a:lnTo>
                  <a:lnTo>
                    <a:pt x="353758" y="839534"/>
                  </a:lnTo>
                  <a:lnTo>
                    <a:pt x="354139" y="840010"/>
                  </a:lnTo>
                  <a:lnTo>
                    <a:pt x="354330" y="840391"/>
                  </a:lnTo>
                  <a:lnTo>
                    <a:pt x="354330" y="840772"/>
                  </a:lnTo>
                  <a:lnTo>
                    <a:pt x="354139" y="841343"/>
                  </a:lnTo>
                  <a:lnTo>
                    <a:pt x="354711" y="841629"/>
                  </a:lnTo>
                  <a:lnTo>
                    <a:pt x="355282" y="842010"/>
                  </a:lnTo>
                  <a:lnTo>
                    <a:pt x="355759" y="842486"/>
                  </a:lnTo>
                  <a:lnTo>
                    <a:pt x="355949" y="843153"/>
                  </a:lnTo>
                  <a:lnTo>
                    <a:pt x="355759" y="843820"/>
                  </a:lnTo>
                  <a:lnTo>
                    <a:pt x="354616" y="844106"/>
                  </a:lnTo>
                  <a:lnTo>
                    <a:pt x="354806" y="845725"/>
                  </a:lnTo>
                  <a:lnTo>
                    <a:pt x="355187" y="845534"/>
                  </a:lnTo>
                  <a:lnTo>
                    <a:pt x="355568" y="844868"/>
                  </a:lnTo>
                  <a:lnTo>
                    <a:pt x="356425" y="844868"/>
                  </a:lnTo>
                  <a:lnTo>
                    <a:pt x="356806" y="845058"/>
                  </a:lnTo>
                  <a:lnTo>
                    <a:pt x="356997" y="844582"/>
                  </a:lnTo>
                  <a:lnTo>
                    <a:pt x="357188" y="843248"/>
                  </a:lnTo>
                  <a:lnTo>
                    <a:pt x="357092" y="841915"/>
                  </a:lnTo>
                  <a:lnTo>
                    <a:pt x="357759" y="842201"/>
                  </a:lnTo>
                  <a:lnTo>
                    <a:pt x="357664" y="842963"/>
                  </a:lnTo>
                  <a:lnTo>
                    <a:pt x="357759" y="843725"/>
                  </a:lnTo>
                  <a:lnTo>
                    <a:pt x="358045" y="844391"/>
                  </a:lnTo>
                  <a:lnTo>
                    <a:pt x="359092" y="843344"/>
                  </a:lnTo>
                  <a:lnTo>
                    <a:pt x="359664" y="843344"/>
                  </a:lnTo>
                  <a:lnTo>
                    <a:pt x="359759" y="843915"/>
                  </a:lnTo>
                  <a:lnTo>
                    <a:pt x="358997" y="844201"/>
                  </a:lnTo>
                  <a:lnTo>
                    <a:pt x="358997" y="844772"/>
                  </a:lnTo>
                  <a:lnTo>
                    <a:pt x="359188" y="845915"/>
                  </a:lnTo>
                  <a:lnTo>
                    <a:pt x="358616" y="845725"/>
                  </a:lnTo>
                  <a:lnTo>
                    <a:pt x="358330" y="845725"/>
                  </a:lnTo>
                  <a:lnTo>
                    <a:pt x="358807" y="847344"/>
                  </a:lnTo>
                  <a:lnTo>
                    <a:pt x="358997" y="848011"/>
                  </a:lnTo>
                  <a:lnTo>
                    <a:pt x="359759" y="848582"/>
                  </a:lnTo>
                  <a:lnTo>
                    <a:pt x="360521" y="848487"/>
                  </a:lnTo>
                  <a:lnTo>
                    <a:pt x="361093" y="847725"/>
                  </a:lnTo>
                  <a:lnTo>
                    <a:pt x="361664" y="847344"/>
                  </a:lnTo>
                  <a:lnTo>
                    <a:pt x="362998" y="848297"/>
                  </a:lnTo>
                  <a:lnTo>
                    <a:pt x="363093" y="849535"/>
                  </a:lnTo>
                  <a:lnTo>
                    <a:pt x="363664" y="849535"/>
                  </a:lnTo>
                  <a:lnTo>
                    <a:pt x="364617" y="848868"/>
                  </a:lnTo>
                  <a:lnTo>
                    <a:pt x="366141" y="848297"/>
                  </a:lnTo>
                  <a:lnTo>
                    <a:pt x="367760" y="849916"/>
                  </a:lnTo>
                  <a:lnTo>
                    <a:pt x="369570" y="851249"/>
                  </a:lnTo>
                  <a:lnTo>
                    <a:pt x="369665" y="852583"/>
                  </a:lnTo>
                  <a:lnTo>
                    <a:pt x="369189" y="854011"/>
                  </a:lnTo>
                  <a:lnTo>
                    <a:pt x="368713" y="854964"/>
                  </a:lnTo>
                  <a:lnTo>
                    <a:pt x="368808" y="856774"/>
                  </a:lnTo>
                  <a:lnTo>
                    <a:pt x="371665" y="860870"/>
                  </a:lnTo>
                  <a:lnTo>
                    <a:pt x="372618" y="862013"/>
                  </a:lnTo>
                  <a:lnTo>
                    <a:pt x="371856" y="862203"/>
                  </a:lnTo>
                  <a:lnTo>
                    <a:pt x="369094" y="861060"/>
                  </a:lnTo>
                  <a:lnTo>
                    <a:pt x="366331" y="860107"/>
                  </a:lnTo>
                  <a:lnTo>
                    <a:pt x="365855" y="861060"/>
                  </a:lnTo>
                  <a:lnTo>
                    <a:pt x="365570" y="861536"/>
                  </a:lnTo>
                  <a:lnTo>
                    <a:pt x="364807" y="861917"/>
                  </a:lnTo>
                  <a:lnTo>
                    <a:pt x="364617" y="862298"/>
                  </a:lnTo>
                  <a:lnTo>
                    <a:pt x="364331" y="862489"/>
                  </a:lnTo>
                  <a:lnTo>
                    <a:pt x="364141" y="862108"/>
                  </a:lnTo>
                  <a:lnTo>
                    <a:pt x="363569" y="861727"/>
                  </a:lnTo>
                  <a:lnTo>
                    <a:pt x="363093" y="861251"/>
                  </a:lnTo>
                  <a:lnTo>
                    <a:pt x="362712" y="860965"/>
                  </a:lnTo>
                  <a:lnTo>
                    <a:pt x="361664" y="860203"/>
                  </a:lnTo>
                  <a:lnTo>
                    <a:pt x="362331" y="859536"/>
                  </a:lnTo>
                  <a:lnTo>
                    <a:pt x="362140" y="858488"/>
                  </a:lnTo>
                  <a:lnTo>
                    <a:pt x="361379" y="857917"/>
                  </a:lnTo>
                  <a:lnTo>
                    <a:pt x="361188" y="855726"/>
                  </a:lnTo>
                  <a:lnTo>
                    <a:pt x="361664" y="855726"/>
                  </a:lnTo>
                  <a:lnTo>
                    <a:pt x="361950" y="857250"/>
                  </a:lnTo>
                  <a:lnTo>
                    <a:pt x="362236" y="857822"/>
                  </a:lnTo>
                  <a:lnTo>
                    <a:pt x="362617" y="857345"/>
                  </a:lnTo>
                  <a:lnTo>
                    <a:pt x="362712" y="856393"/>
                  </a:lnTo>
                  <a:lnTo>
                    <a:pt x="362617" y="854869"/>
                  </a:lnTo>
                  <a:lnTo>
                    <a:pt x="362712" y="854297"/>
                  </a:lnTo>
                  <a:lnTo>
                    <a:pt x="363093" y="853726"/>
                  </a:lnTo>
                  <a:lnTo>
                    <a:pt x="362521" y="852773"/>
                  </a:lnTo>
                  <a:lnTo>
                    <a:pt x="361759" y="851821"/>
                  </a:lnTo>
                  <a:lnTo>
                    <a:pt x="360140" y="851345"/>
                  </a:lnTo>
                  <a:lnTo>
                    <a:pt x="359378" y="852678"/>
                  </a:lnTo>
                  <a:lnTo>
                    <a:pt x="358807" y="852964"/>
                  </a:lnTo>
                  <a:lnTo>
                    <a:pt x="358521" y="852202"/>
                  </a:lnTo>
                  <a:lnTo>
                    <a:pt x="358712" y="851249"/>
                  </a:lnTo>
                  <a:lnTo>
                    <a:pt x="359473" y="849821"/>
                  </a:lnTo>
                  <a:lnTo>
                    <a:pt x="359855" y="849440"/>
                  </a:lnTo>
                  <a:lnTo>
                    <a:pt x="359664" y="848963"/>
                  </a:lnTo>
                  <a:lnTo>
                    <a:pt x="359378" y="848868"/>
                  </a:lnTo>
                  <a:lnTo>
                    <a:pt x="359092" y="849249"/>
                  </a:lnTo>
                  <a:lnTo>
                    <a:pt x="358712" y="849630"/>
                  </a:lnTo>
                  <a:lnTo>
                    <a:pt x="358521" y="849630"/>
                  </a:lnTo>
                  <a:lnTo>
                    <a:pt x="358521" y="849440"/>
                  </a:lnTo>
                  <a:lnTo>
                    <a:pt x="358616" y="848868"/>
                  </a:lnTo>
                  <a:lnTo>
                    <a:pt x="358616" y="848678"/>
                  </a:lnTo>
                  <a:lnTo>
                    <a:pt x="357854" y="847535"/>
                  </a:lnTo>
                  <a:lnTo>
                    <a:pt x="355854" y="846582"/>
                  </a:lnTo>
                  <a:lnTo>
                    <a:pt x="354901" y="848106"/>
                  </a:lnTo>
                  <a:lnTo>
                    <a:pt x="354711" y="849916"/>
                  </a:lnTo>
                  <a:lnTo>
                    <a:pt x="354235" y="850297"/>
                  </a:lnTo>
                  <a:lnTo>
                    <a:pt x="354139" y="851345"/>
                  </a:lnTo>
                  <a:lnTo>
                    <a:pt x="354330" y="852107"/>
                  </a:lnTo>
                  <a:lnTo>
                    <a:pt x="353949" y="853059"/>
                  </a:lnTo>
                  <a:lnTo>
                    <a:pt x="353187" y="853726"/>
                  </a:lnTo>
                  <a:lnTo>
                    <a:pt x="353092" y="855155"/>
                  </a:lnTo>
                  <a:lnTo>
                    <a:pt x="353473" y="857060"/>
                  </a:lnTo>
                  <a:lnTo>
                    <a:pt x="354139" y="857250"/>
                  </a:lnTo>
                  <a:lnTo>
                    <a:pt x="354616" y="857726"/>
                  </a:lnTo>
                  <a:lnTo>
                    <a:pt x="355092" y="858298"/>
                  </a:lnTo>
                  <a:lnTo>
                    <a:pt x="355282" y="859060"/>
                  </a:lnTo>
                  <a:lnTo>
                    <a:pt x="355378" y="859822"/>
                  </a:lnTo>
                  <a:lnTo>
                    <a:pt x="355568" y="860489"/>
                  </a:lnTo>
                  <a:lnTo>
                    <a:pt x="356045" y="861441"/>
                  </a:lnTo>
                  <a:lnTo>
                    <a:pt x="356616" y="862394"/>
                  </a:lnTo>
                  <a:lnTo>
                    <a:pt x="357854" y="863156"/>
                  </a:lnTo>
                  <a:lnTo>
                    <a:pt x="358521" y="864489"/>
                  </a:lnTo>
                  <a:lnTo>
                    <a:pt x="359092" y="864203"/>
                  </a:lnTo>
                  <a:lnTo>
                    <a:pt x="359664" y="863632"/>
                  </a:lnTo>
                  <a:lnTo>
                    <a:pt x="360521" y="863918"/>
                  </a:lnTo>
                  <a:lnTo>
                    <a:pt x="360807" y="864584"/>
                  </a:lnTo>
                  <a:lnTo>
                    <a:pt x="360902" y="865346"/>
                  </a:lnTo>
                  <a:lnTo>
                    <a:pt x="361188" y="865727"/>
                  </a:lnTo>
                  <a:lnTo>
                    <a:pt x="361664" y="866013"/>
                  </a:lnTo>
                  <a:lnTo>
                    <a:pt x="362236" y="866489"/>
                  </a:lnTo>
                  <a:lnTo>
                    <a:pt x="363283" y="868775"/>
                  </a:lnTo>
                  <a:lnTo>
                    <a:pt x="363283" y="869632"/>
                  </a:lnTo>
                  <a:lnTo>
                    <a:pt x="365188" y="869442"/>
                  </a:lnTo>
                  <a:lnTo>
                    <a:pt x="364522" y="870871"/>
                  </a:lnTo>
                  <a:lnTo>
                    <a:pt x="363950" y="871347"/>
                  </a:lnTo>
                  <a:lnTo>
                    <a:pt x="363474" y="870680"/>
                  </a:lnTo>
                  <a:lnTo>
                    <a:pt x="362903" y="870871"/>
                  </a:lnTo>
                  <a:lnTo>
                    <a:pt x="362521" y="871347"/>
                  </a:lnTo>
                  <a:lnTo>
                    <a:pt x="361855" y="871442"/>
                  </a:lnTo>
                  <a:lnTo>
                    <a:pt x="361855" y="871919"/>
                  </a:lnTo>
                  <a:lnTo>
                    <a:pt x="362236" y="872300"/>
                  </a:lnTo>
                  <a:lnTo>
                    <a:pt x="362807" y="871919"/>
                  </a:lnTo>
                  <a:lnTo>
                    <a:pt x="362998" y="872300"/>
                  </a:lnTo>
                  <a:lnTo>
                    <a:pt x="362807" y="873252"/>
                  </a:lnTo>
                  <a:lnTo>
                    <a:pt x="362331" y="874205"/>
                  </a:lnTo>
                  <a:lnTo>
                    <a:pt x="361759" y="875157"/>
                  </a:lnTo>
                  <a:lnTo>
                    <a:pt x="361188" y="876681"/>
                  </a:lnTo>
                  <a:lnTo>
                    <a:pt x="360807" y="877062"/>
                  </a:lnTo>
                  <a:lnTo>
                    <a:pt x="360140" y="877348"/>
                  </a:lnTo>
                  <a:lnTo>
                    <a:pt x="359473" y="877634"/>
                  </a:lnTo>
                  <a:lnTo>
                    <a:pt x="358616" y="878300"/>
                  </a:lnTo>
                  <a:lnTo>
                    <a:pt x="358997" y="879062"/>
                  </a:lnTo>
                  <a:lnTo>
                    <a:pt x="359473" y="878777"/>
                  </a:lnTo>
                  <a:lnTo>
                    <a:pt x="360235" y="878300"/>
                  </a:lnTo>
                  <a:lnTo>
                    <a:pt x="360902" y="878491"/>
                  </a:lnTo>
                  <a:lnTo>
                    <a:pt x="361283" y="878681"/>
                  </a:lnTo>
                  <a:lnTo>
                    <a:pt x="361474" y="878110"/>
                  </a:lnTo>
                  <a:lnTo>
                    <a:pt x="362712" y="877253"/>
                  </a:lnTo>
                  <a:lnTo>
                    <a:pt x="363950" y="876110"/>
                  </a:lnTo>
                  <a:lnTo>
                    <a:pt x="364236" y="875157"/>
                  </a:lnTo>
                  <a:lnTo>
                    <a:pt x="364426" y="874681"/>
                  </a:lnTo>
                  <a:lnTo>
                    <a:pt x="365188" y="874681"/>
                  </a:lnTo>
                  <a:lnTo>
                    <a:pt x="366141" y="874109"/>
                  </a:lnTo>
                  <a:lnTo>
                    <a:pt x="367189" y="873252"/>
                  </a:lnTo>
                  <a:lnTo>
                    <a:pt x="367665" y="872109"/>
                  </a:lnTo>
                  <a:lnTo>
                    <a:pt x="368332" y="871061"/>
                  </a:lnTo>
                  <a:lnTo>
                    <a:pt x="369665" y="869156"/>
                  </a:lnTo>
                  <a:lnTo>
                    <a:pt x="370332" y="868109"/>
                  </a:lnTo>
                  <a:lnTo>
                    <a:pt x="370046" y="867347"/>
                  </a:lnTo>
                  <a:lnTo>
                    <a:pt x="370522" y="866870"/>
                  </a:lnTo>
                  <a:lnTo>
                    <a:pt x="370713" y="867061"/>
                  </a:lnTo>
                  <a:lnTo>
                    <a:pt x="370713" y="867632"/>
                  </a:lnTo>
                  <a:lnTo>
                    <a:pt x="371094" y="868109"/>
                  </a:lnTo>
                  <a:lnTo>
                    <a:pt x="372142" y="867918"/>
                  </a:lnTo>
                  <a:lnTo>
                    <a:pt x="373094" y="867442"/>
                  </a:lnTo>
                  <a:lnTo>
                    <a:pt x="374332" y="867156"/>
                  </a:lnTo>
                  <a:lnTo>
                    <a:pt x="375285" y="866394"/>
                  </a:lnTo>
                  <a:lnTo>
                    <a:pt x="376047" y="865632"/>
                  </a:lnTo>
                  <a:lnTo>
                    <a:pt x="377571" y="864965"/>
                  </a:lnTo>
                  <a:lnTo>
                    <a:pt x="379285" y="865346"/>
                  </a:lnTo>
                  <a:lnTo>
                    <a:pt x="379952" y="865346"/>
                  </a:lnTo>
                  <a:lnTo>
                    <a:pt x="380429" y="864965"/>
                  </a:lnTo>
                  <a:lnTo>
                    <a:pt x="382048" y="865156"/>
                  </a:lnTo>
                  <a:lnTo>
                    <a:pt x="382714" y="865727"/>
                  </a:lnTo>
                  <a:lnTo>
                    <a:pt x="382524" y="866299"/>
                  </a:lnTo>
                  <a:lnTo>
                    <a:pt x="382333" y="866585"/>
                  </a:lnTo>
                  <a:lnTo>
                    <a:pt x="382524" y="867061"/>
                  </a:lnTo>
                  <a:lnTo>
                    <a:pt x="383000" y="867347"/>
                  </a:lnTo>
                  <a:lnTo>
                    <a:pt x="383572" y="867632"/>
                  </a:lnTo>
                  <a:lnTo>
                    <a:pt x="383762" y="868775"/>
                  </a:lnTo>
                  <a:lnTo>
                    <a:pt x="383286" y="869347"/>
                  </a:lnTo>
                  <a:lnTo>
                    <a:pt x="382714" y="870014"/>
                  </a:lnTo>
                  <a:lnTo>
                    <a:pt x="382048" y="870585"/>
                  </a:lnTo>
                  <a:lnTo>
                    <a:pt x="381476" y="871061"/>
                  </a:lnTo>
                  <a:lnTo>
                    <a:pt x="380809" y="871823"/>
                  </a:lnTo>
                  <a:lnTo>
                    <a:pt x="380238" y="872109"/>
                  </a:lnTo>
                  <a:lnTo>
                    <a:pt x="379476" y="872014"/>
                  </a:lnTo>
                  <a:lnTo>
                    <a:pt x="379476" y="873443"/>
                  </a:lnTo>
                  <a:lnTo>
                    <a:pt x="379476" y="874681"/>
                  </a:lnTo>
                  <a:lnTo>
                    <a:pt x="380429" y="875157"/>
                  </a:lnTo>
                  <a:lnTo>
                    <a:pt x="380905" y="875633"/>
                  </a:lnTo>
                  <a:lnTo>
                    <a:pt x="381667" y="876014"/>
                  </a:lnTo>
                  <a:lnTo>
                    <a:pt x="381857" y="876967"/>
                  </a:lnTo>
                  <a:lnTo>
                    <a:pt x="381476" y="877634"/>
                  </a:lnTo>
                  <a:lnTo>
                    <a:pt x="382238" y="877634"/>
                  </a:lnTo>
                  <a:lnTo>
                    <a:pt x="383096" y="876967"/>
                  </a:lnTo>
                  <a:lnTo>
                    <a:pt x="384429" y="876776"/>
                  </a:lnTo>
                  <a:lnTo>
                    <a:pt x="384905" y="876490"/>
                  </a:lnTo>
                  <a:lnTo>
                    <a:pt x="385191" y="875728"/>
                  </a:lnTo>
                  <a:lnTo>
                    <a:pt x="386143" y="875538"/>
                  </a:lnTo>
                  <a:lnTo>
                    <a:pt x="386429" y="875062"/>
                  </a:lnTo>
                  <a:lnTo>
                    <a:pt x="386429" y="874395"/>
                  </a:lnTo>
                  <a:lnTo>
                    <a:pt x="386905" y="874014"/>
                  </a:lnTo>
                  <a:lnTo>
                    <a:pt x="388906" y="873919"/>
                  </a:lnTo>
                  <a:lnTo>
                    <a:pt x="390811" y="872966"/>
                  </a:lnTo>
                  <a:lnTo>
                    <a:pt x="391858" y="871633"/>
                  </a:lnTo>
                  <a:lnTo>
                    <a:pt x="391382" y="870585"/>
                  </a:lnTo>
                  <a:lnTo>
                    <a:pt x="391573" y="869728"/>
                  </a:lnTo>
                  <a:lnTo>
                    <a:pt x="392525" y="868394"/>
                  </a:lnTo>
                  <a:lnTo>
                    <a:pt x="392621" y="867823"/>
                  </a:lnTo>
                  <a:lnTo>
                    <a:pt x="392621" y="865823"/>
                  </a:lnTo>
                  <a:lnTo>
                    <a:pt x="392525" y="864965"/>
                  </a:lnTo>
                  <a:lnTo>
                    <a:pt x="391382" y="862394"/>
                  </a:lnTo>
                  <a:lnTo>
                    <a:pt x="390715" y="860965"/>
                  </a:lnTo>
                  <a:lnTo>
                    <a:pt x="389001" y="859727"/>
                  </a:lnTo>
                  <a:lnTo>
                    <a:pt x="385667" y="859822"/>
                  </a:lnTo>
                  <a:lnTo>
                    <a:pt x="383096" y="861727"/>
                  </a:lnTo>
                  <a:lnTo>
                    <a:pt x="382238" y="861917"/>
                  </a:lnTo>
                  <a:lnTo>
                    <a:pt x="380905" y="861917"/>
                  </a:lnTo>
                  <a:lnTo>
                    <a:pt x="379762" y="861060"/>
                  </a:lnTo>
                  <a:lnTo>
                    <a:pt x="379190" y="860298"/>
                  </a:lnTo>
                  <a:lnTo>
                    <a:pt x="378333" y="859822"/>
                  </a:lnTo>
                  <a:lnTo>
                    <a:pt x="378905" y="859536"/>
                  </a:lnTo>
                  <a:lnTo>
                    <a:pt x="379952" y="858965"/>
                  </a:lnTo>
                  <a:lnTo>
                    <a:pt x="380714" y="858488"/>
                  </a:lnTo>
                  <a:lnTo>
                    <a:pt x="381476" y="857726"/>
                  </a:lnTo>
                  <a:lnTo>
                    <a:pt x="382810" y="857345"/>
                  </a:lnTo>
                  <a:lnTo>
                    <a:pt x="383572" y="856488"/>
                  </a:lnTo>
                  <a:lnTo>
                    <a:pt x="383572" y="855155"/>
                  </a:lnTo>
                  <a:lnTo>
                    <a:pt x="384334" y="854869"/>
                  </a:lnTo>
                  <a:lnTo>
                    <a:pt x="384524" y="853631"/>
                  </a:lnTo>
                  <a:lnTo>
                    <a:pt x="383572" y="852583"/>
                  </a:lnTo>
                  <a:lnTo>
                    <a:pt x="381286" y="848678"/>
                  </a:lnTo>
                  <a:lnTo>
                    <a:pt x="380524" y="846773"/>
                  </a:lnTo>
                  <a:lnTo>
                    <a:pt x="379857" y="845725"/>
                  </a:lnTo>
                  <a:lnTo>
                    <a:pt x="379666" y="844486"/>
                  </a:lnTo>
                  <a:lnTo>
                    <a:pt x="380905" y="845058"/>
                  </a:lnTo>
                  <a:lnTo>
                    <a:pt x="382333" y="843629"/>
                  </a:lnTo>
                  <a:lnTo>
                    <a:pt x="384524" y="842105"/>
                  </a:lnTo>
                  <a:lnTo>
                    <a:pt x="385667" y="840296"/>
                  </a:lnTo>
                  <a:lnTo>
                    <a:pt x="386524" y="840867"/>
                  </a:lnTo>
                  <a:lnTo>
                    <a:pt x="388239" y="842677"/>
                  </a:lnTo>
                  <a:lnTo>
                    <a:pt x="388810" y="842677"/>
                  </a:lnTo>
                  <a:lnTo>
                    <a:pt x="389572" y="842772"/>
                  </a:lnTo>
                  <a:lnTo>
                    <a:pt x="390811" y="843058"/>
                  </a:lnTo>
                  <a:lnTo>
                    <a:pt x="392239" y="843248"/>
                  </a:lnTo>
                  <a:lnTo>
                    <a:pt x="392430" y="843629"/>
                  </a:lnTo>
                  <a:lnTo>
                    <a:pt x="392430" y="844201"/>
                  </a:lnTo>
                  <a:lnTo>
                    <a:pt x="392716" y="844963"/>
                  </a:lnTo>
                  <a:lnTo>
                    <a:pt x="393097" y="845439"/>
                  </a:lnTo>
                  <a:lnTo>
                    <a:pt x="394145" y="846201"/>
                  </a:lnTo>
                  <a:lnTo>
                    <a:pt x="394335" y="846296"/>
                  </a:lnTo>
                  <a:lnTo>
                    <a:pt x="394621" y="846296"/>
                  </a:lnTo>
                  <a:lnTo>
                    <a:pt x="394906" y="846392"/>
                  </a:lnTo>
                  <a:lnTo>
                    <a:pt x="395192" y="846677"/>
                  </a:lnTo>
                  <a:lnTo>
                    <a:pt x="395288" y="846963"/>
                  </a:lnTo>
                  <a:lnTo>
                    <a:pt x="395288" y="847725"/>
                  </a:lnTo>
                  <a:lnTo>
                    <a:pt x="395668" y="848963"/>
                  </a:lnTo>
                  <a:lnTo>
                    <a:pt x="395573" y="851630"/>
                  </a:lnTo>
                  <a:lnTo>
                    <a:pt x="395954" y="855726"/>
                  </a:lnTo>
                  <a:lnTo>
                    <a:pt x="396335" y="856869"/>
                  </a:lnTo>
                  <a:lnTo>
                    <a:pt x="397859" y="857726"/>
                  </a:lnTo>
                  <a:lnTo>
                    <a:pt x="400240" y="860298"/>
                  </a:lnTo>
                  <a:lnTo>
                    <a:pt x="404241" y="863536"/>
                  </a:lnTo>
                  <a:lnTo>
                    <a:pt x="404908" y="864775"/>
                  </a:lnTo>
                  <a:lnTo>
                    <a:pt x="405003" y="865156"/>
                  </a:lnTo>
                  <a:lnTo>
                    <a:pt x="405193" y="865442"/>
                  </a:lnTo>
                  <a:lnTo>
                    <a:pt x="405289" y="865727"/>
                  </a:lnTo>
                  <a:lnTo>
                    <a:pt x="405098" y="866108"/>
                  </a:lnTo>
                  <a:lnTo>
                    <a:pt x="404527" y="866870"/>
                  </a:lnTo>
                  <a:lnTo>
                    <a:pt x="404336" y="867347"/>
                  </a:lnTo>
                  <a:lnTo>
                    <a:pt x="404241" y="867823"/>
                  </a:lnTo>
                  <a:lnTo>
                    <a:pt x="404336" y="868490"/>
                  </a:lnTo>
                  <a:lnTo>
                    <a:pt x="404717" y="869252"/>
                  </a:lnTo>
                  <a:lnTo>
                    <a:pt x="405289" y="869823"/>
                  </a:lnTo>
                  <a:lnTo>
                    <a:pt x="406051" y="870109"/>
                  </a:lnTo>
                  <a:lnTo>
                    <a:pt x="406051" y="870585"/>
                  </a:lnTo>
                  <a:lnTo>
                    <a:pt x="405574" y="870585"/>
                  </a:lnTo>
                  <a:lnTo>
                    <a:pt x="405098" y="870680"/>
                  </a:lnTo>
                  <a:lnTo>
                    <a:pt x="404241" y="870966"/>
                  </a:lnTo>
                  <a:lnTo>
                    <a:pt x="403384" y="870871"/>
                  </a:lnTo>
                  <a:lnTo>
                    <a:pt x="402812" y="871157"/>
                  </a:lnTo>
                  <a:lnTo>
                    <a:pt x="401669" y="872204"/>
                  </a:lnTo>
                  <a:lnTo>
                    <a:pt x="398050" y="874014"/>
                  </a:lnTo>
                  <a:lnTo>
                    <a:pt x="397097" y="874776"/>
                  </a:lnTo>
                  <a:lnTo>
                    <a:pt x="396621" y="875633"/>
                  </a:lnTo>
                  <a:lnTo>
                    <a:pt x="397383" y="876014"/>
                  </a:lnTo>
                  <a:lnTo>
                    <a:pt x="398240" y="875633"/>
                  </a:lnTo>
                  <a:lnTo>
                    <a:pt x="406813" y="874014"/>
                  </a:lnTo>
                  <a:lnTo>
                    <a:pt x="408241" y="874014"/>
                  </a:lnTo>
                  <a:lnTo>
                    <a:pt x="407575" y="875538"/>
                  </a:lnTo>
                  <a:lnTo>
                    <a:pt x="406813" y="876586"/>
                  </a:lnTo>
                  <a:lnTo>
                    <a:pt x="403098" y="879920"/>
                  </a:lnTo>
                  <a:lnTo>
                    <a:pt x="402812" y="880396"/>
                  </a:lnTo>
                  <a:lnTo>
                    <a:pt x="403003" y="881158"/>
                  </a:lnTo>
                  <a:lnTo>
                    <a:pt x="404241" y="882110"/>
                  </a:lnTo>
                  <a:lnTo>
                    <a:pt x="404622" y="882968"/>
                  </a:lnTo>
                  <a:lnTo>
                    <a:pt x="403098" y="882968"/>
                  </a:lnTo>
                  <a:lnTo>
                    <a:pt x="402526" y="883158"/>
                  </a:lnTo>
                  <a:lnTo>
                    <a:pt x="402050" y="883825"/>
                  </a:lnTo>
                  <a:lnTo>
                    <a:pt x="403003" y="884682"/>
                  </a:lnTo>
                  <a:lnTo>
                    <a:pt x="403193" y="886301"/>
                  </a:lnTo>
                  <a:lnTo>
                    <a:pt x="402717" y="887825"/>
                  </a:lnTo>
                  <a:lnTo>
                    <a:pt x="401574" y="888492"/>
                  </a:lnTo>
                  <a:lnTo>
                    <a:pt x="400240" y="890397"/>
                  </a:lnTo>
                  <a:lnTo>
                    <a:pt x="399955" y="890873"/>
                  </a:lnTo>
                  <a:lnTo>
                    <a:pt x="400145" y="892588"/>
                  </a:lnTo>
                  <a:lnTo>
                    <a:pt x="400050" y="893350"/>
                  </a:lnTo>
                  <a:lnTo>
                    <a:pt x="399574" y="894017"/>
                  </a:lnTo>
                  <a:lnTo>
                    <a:pt x="398240" y="892683"/>
                  </a:lnTo>
                  <a:lnTo>
                    <a:pt x="397859" y="892778"/>
                  </a:lnTo>
                  <a:lnTo>
                    <a:pt x="397478" y="894017"/>
                  </a:lnTo>
                  <a:lnTo>
                    <a:pt x="397383" y="894588"/>
                  </a:lnTo>
                  <a:lnTo>
                    <a:pt x="397573" y="895160"/>
                  </a:lnTo>
                  <a:lnTo>
                    <a:pt x="397478" y="895731"/>
                  </a:lnTo>
                  <a:lnTo>
                    <a:pt x="397192" y="896017"/>
                  </a:lnTo>
                  <a:lnTo>
                    <a:pt x="396526" y="896493"/>
                  </a:lnTo>
                  <a:lnTo>
                    <a:pt x="396335" y="896779"/>
                  </a:lnTo>
                  <a:lnTo>
                    <a:pt x="395764" y="898398"/>
                  </a:lnTo>
                  <a:lnTo>
                    <a:pt x="391954" y="902494"/>
                  </a:lnTo>
                  <a:lnTo>
                    <a:pt x="391954" y="902684"/>
                  </a:lnTo>
                  <a:lnTo>
                    <a:pt x="391954" y="903637"/>
                  </a:lnTo>
                  <a:lnTo>
                    <a:pt x="391858" y="903827"/>
                  </a:lnTo>
                  <a:lnTo>
                    <a:pt x="391382" y="904018"/>
                  </a:lnTo>
                  <a:lnTo>
                    <a:pt x="391192" y="904208"/>
                  </a:lnTo>
                  <a:lnTo>
                    <a:pt x="391192" y="904303"/>
                  </a:lnTo>
                  <a:lnTo>
                    <a:pt x="390715" y="905923"/>
                  </a:lnTo>
                  <a:lnTo>
                    <a:pt x="390525" y="906304"/>
                  </a:lnTo>
                  <a:lnTo>
                    <a:pt x="389858" y="906971"/>
                  </a:lnTo>
                  <a:lnTo>
                    <a:pt x="388715" y="907732"/>
                  </a:lnTo>
                  <a:lnTo>
                    <a:pt x="387667" y="908018"/>
                  </a:lnTo>
                  <a:lnTo>
                    <a:pt x="386048" y="905923"/>
                  </a:lnTo>
                  <a:lnTo>
                    <a:pt x="383857" y="906685"/>
                  </a:lnTo>
                  <a:lnTo>
                    <a:pt x="382429" y="908399"/>
                  </a:lnTo>
                  <a:lnTo>
                    <a:pt x="383667" y="909733"/>
                  </a:lnTo>
                  <a:lnTo>
                    <a:pt x="383667" y="911257"/>
                  </a:lnTo>
                  <a:lnTo>
                    <a:pt x="382714" y="912590"/>
                  </a:lnTo>
                  <a:lnTo>
                    <a:pt x="382048" y="913162"/>
                  </a:lnTo>
                  <a:lnTo>
                    <a:pt x="382143" y="914305"/>
                  </a:lnTo>
                  <a:lnTo>
                    <a:pt x="383000" y="915067"/>
                  </a:lnTo>
                  <a:lnTo>
                    <a:pt x="383191" y="915353"/>
                  </a:lnTo>
                  <a:lnTo>
                    <a:pt x="383762" y="915924"/>
                  </a:lnTo>
                  <a:lnTo>
                    <a:pt x="384238" y="917257"/>
                  </a:lnTo>
                  <a:lnTo>
                    <a:pt x="384620" y="918496"/>
                  </a:lnTo>
                  <a:lnTo>
                    <a:pt x="384334" y="921258"/>
                  </a:lnTo>
                  <a:lnTo>
                    <a:pt x="383381" y="922973"/>
                  </a:lnTo>
                  <a:lnTo>
                    <a:pt x="383953" y="923925"/>
                  </a:lnTo>
                  <a:lnTo>
                    <a:pt x="385381" y="925449"/>
                  </a:lnTo>
                  <a:lnTo>
                    <a:pt x="384715" y="925163"/>
                  </a:lnTo>
                  <a:lnTo>
                    <a:pt x="383000" y="924497"/>
                  </a:lnTo>
                  <a:lnTo>
                    <a:pt x="382524" y="924973"/>
                  </a:lnTo>
                  <a:lnTo>
                    <a:pt x="382048" y="927259"/>
                  </a:lnTo>
                  <a:lnTo>
                    <a:pt x="382619" y="928592"/>
                  </a:lnTo>
                  <a:lnTo>
                    <a:pt x="382714" y="929164"/>
                  </a:lnTo>
                  <a:lnTo>
                    <a:pt x="383572" y="929450"/>
                  </a:lnTo>
                  <a:lnTo>
                    <a:pt x="386048" y="930974"/>
                  </a:lnTo>
                  <a:lnTo>
                    <a:pt x="386715" y="931545"/>
                  </a:lnTo>
                  <a:lnTo>
                    <a:pt x="388715" y="934688"/>
                  </a:lnTo>
                  <a:lnTo>
                    <a:pt x="390239" y="936403"/>
                  </a:lnTo>
                  <a:lnTo>
                    <a:pt x="390811" y="937355"/>
                  </a:lnTo>
                  <a:lnTo>
                    <a:pt x="390906" y="938498"/>
                  </a:lnTo>
                  <a:lnTo>
                    <a:pt x="390239" y="939832"/>
                  </a:lnTo>
                  <a:lnTo>
                    <a:pt x="390811" y="941356"/>
                  </a:lnTo>
                  <a:lnTo>
                    <a:pt x="390525" y="943451"/>
                  </a:lnTo>
                  <a:lnTo>
                    <a:pt x="389954" y="945642"/>
                  </a:lnTo>
                  <a:lnTo>
                    <a:pt x="389287" y="946690"/>
                  </a:lnTo>
                  <a:lnTo>
                    <a:pt x="388715" y="948690"/>
                  </a:lnTo>
                  <a:lnTo>
                    <a:pt x="386143" y="951167"/>
                  </a:lnTo>
                  <a:lnTo>
                    <a:pt x="385286" y="952595"/>
                  </a:lnTo>
                  <a:lnTo>
                    <a:pt x="384620" y="952024"/>
                  </a:lnTo>
                  <a:lnTo>
                    <a:pt x="383572" y="950690"/>
                  </a:lnTo>
                  <a:lnTo>
                    <a:pt x="382905" y="950405"/>
                  </a:lnTo>
                  <a:lnTo>
                    <a:pt x="382429" y="950309"/>
                  </a:lnTo>
                  <a:lnTo>
                    <a:pt x="381762" y="950024"/>
                  </a:lnTo>
                  <a:lnTo>
                    <a:pt x="381286" y="950024"/>
                  </a:lnTo>
                  <a:lnTo>
                    <a:pt x="380905" y="950119"/>
                  </a:lnTo>
                  <a:lnTo>
                    <a:pt x="379571" y="950786"/>
                  </a:lnTo>
                  <a:lnTo>
                    <a:pt x="380714" y="951452"/>
                  </a:lnTo>
                  <a:lnTo>
                    <a:pt x="382238" y="952690"/>
                  </a:lnTo>
                  <a:lnTo>
                    <a:pt x="383667" y="954119"/>
                  </a:lnTo>
                  <a:lnTo>
                    <a:pt x="384238" y="955167"/>
                  </a:lnTo>
                  <a:lnTo>
                    <a:pt x="384143" y="955929"/>
                  </a:lnTo>
                  <a:lnTo>
                    <a:pt x="383286" y="955834"/>
                  </a:lnTo>
                  <a:lnTo>
                    <a:pt x="382714" y="955739"/>
                  </a:lnTo>
                  <a:lnTo>
                    <a:pt x="383381" y="956501"/>
                  </a:lnTo>
                  <a:lnTo>
                    <a:pt x="383953" y="957834"/>
                  </a:lnTo>
                  <a:lnTo>
                    <a:pt x="384238" y="958691"/>
                  </a:lnTo>
                  <a:lnTo>
                    <a:pt x="384429" y="959834"/>
                  </a:lnTo>
                  <a:lnTo>
                    <a:pt x="385000" y="960692"/>
                  </a:lnTo>
                  <a:lnTo>
                    <a:pt x="386429" y="960787"/>
                  </a:lnTo>
                  <a:lnTo>
                    <a:pt x="387858" y="960215"/>
                  </a:lnTo>
                  <a:lnTo>
                    <a:pt x="389001" y="960215"/>
                  </a:lnTo>
                  <a:lnTo>
                    <a:pt x="397097" y="960501"/>
                  </a:lnTo>
                  <a:lnTo>
                    <a:pt x="399383" y="961835"/>
                  </a:lnTo>
                  <a:lnTo>
                    <a:pt x="400050" y="962692"/>
                  </a:lnTo>
                  <a:lnTo>
                    <a:pt x="400526" y="964121"/>
                  </a:lnTo>
                  <a:lnTo>
                    <a:pt x="400526" y="964978"/>
                  </a:lnTo>
                  <a:lnTo>
                    <a:pt x="400812" y="965359"/>
                  </a:lnTo>
                  <a:lnTo>
                    <a:pt x="401574" y="965740"/>
                  </a:lnTo>
                  <a:lnTo>
                    <a:pt x="402336" y="965740"/>
                  </a:lnTo>
                  <a:lnTo>
                    <a:pt x="403003" y="965454"/>
                  </a:lnTo>
                  <a:lnTo>
                    <a:pt x="403574" y="965454"/>
                  </a:lnTo>
                  <a:lnTo>
                    <a:pt x="404241" y="966216"/>
                  </a:lnTo>
                  <a:lnTo>
                    <a:pt x="405193" y="965168"/>
                  </a:lnTo>
                  <a:lnTo>
                    <a:pt x="406241" y="964787"/>
                  </a:lnTo>
                  <a:lnTo>
                    <a:pt x="407098" y="964311"/>
                  </a:lnTo>
                  <a:lnTo>
                    <a:pt x="407480" y="963073"/>
                  </a:lnTo>
                  <a:lnTo>
                    <a:pt x="407670" y="962025"/>
                  </a:lnTo>
                  <a:lnTo>
                    <a:pt x="408337" y="959930"/>
                  </a:lnTo>
                  <a:lnTo>
                    <a:pt x="408241" y="959168"/>
                  </a:lnTo>
                  <a:lnTo>
                    <a:pt x="406337" y="958882"/>
                  </a:lnTo>
                  <a:lnTo>
                    <a:pt x="405193" y="957263"/>
                  </a:lnTo>
                  <a:lnTo>
                    <a:pt x="404431" y="956977"/>
                  </a:lnTo>
                  <a:lnTo>
                    <a:pt x="403574" y="956501"/>
                  </a:lnTo>
                  <a:lnTo>
                    <a:pt x="403003" y="955262"/>
                  </a:lnTo>
                  <a:lnTo>
                    <a:pt x="402336" y="952786"/>
                  </a:lnTo>
                  <a:lnTo>
                    <a:pt x="400812" y="949261"/>
                  </a:lnTo>
                  <a:lnTo>
                    <a:pt x="400621" y="948023"/>
                  </a:lnTo>
                  <a:lnTo>
                    <a:pt x="400717" y="946880"/>
                  </a:lnTo>
                  <a:lnTo>
                    <a:pt x="401288" y="944404"/>
                  </a:lnTo>
                  <a:lnTo>
                    <a:pt x="401955" y="942689"/>
                  </a:lnTo>
                  <a:lnTo>
                    <a:pt x="402812" y="941165"/>
                  </a:lnTo>
                  <a:lnTo>
                    <a:pt x="403288" y="939070"/>
                  </a:lnTo>
                  <a:lnTo>
                    <a:pt x="403670" y="938403"/>
                  </a:lnTo>
                  <a:lnTo>
                    <a:pt x="405098" y="936784"/>
                  </a:lnTo>
                  <a:lnTo>
                    <a:pt x="405289" y="936307"/>
                  </a:lnTo>
                  <a:lnTo>
                    <a:pt x="405479" y="934688"/>
                  </a:lnTo>
                  <a:lnTo>
                    <a:pt x="405670" y="934022"/>
                  </a:lnTo>
                  <a:lnTo>
                    <a:pt x="407384" y="932021"/>
                  </a:lnTo>
                  <a:lnTo>
                    <a:pt x="409575" y="931355"/>
                  </a:lnTo>
                  <a:lnTo>
                    <a:pt x="412337" y="932402"/>
                  </a:lnTo>
                  <a:lnTo>
                    <a:pt x="414338" y="932307"/>
                  </a:lnTo>
                  <a:lnTo>
                    <a:pt x="415862" y="933736"/>
                  </a:lnTo>
                  <a:lnTo>
                    <a:pt x="416147" y="935927"/>
                  </a:lnTo>
                  <a:lnTo>
                    <a:pt x="415576" y="938308"/>
                  </a:lnTo>
                  <a:lnTo>
                    <a:pt x="414338" y="940308"/>
                  </a:lnTo>
                  <a:lnTo>
                    <a:pt x="413385" y="941261"/>
                  </a:lnTo>
                  <a:lnTo>
                    <a:pt x="412909" y="941546"/>
                  </a:lnTo>
                  <a:lnTo>
                    <a:pt x="412242" y="941546"/>
                  </a:lnTo>
                  <a:lnTo>
                    <a:pt x="411575" y="941261"/>
                  </a:lnTo>
                  <a:lnTo>
                    <a:pt x="411385" y="940784"/>
                  </a:lnTo>
                  <a:lnTo>
                    <a:pt x="411575" y="939165"/>
                  </a:lnTo>
                  <a:lnTo>
                    <a:pt x="411004" y="938117"/>
                  </a:lnTo>
                  <a:lnTo>
                    <a:pt x="409765" y="937832"/>
                  </a:lnTo>
                  <a:lnTo>
                    <a:pt x="408432" y="937927"/>
                  </a:lnTo>
                  <a:lnTo>
                    <a:pt x="407194" y="937641"/>
                  </a:lnTo>
                  <a:lnTo>
                    <a:pt x="405955" y="938308"/>
                  </a:lnTo>
                  <a:lnTo>
                    <a:pt x="404717" y="939927"/>
                  </a:lnTo>
                  <a:lnTo>
                    <a:pt x="405098" y="940689"/>
                  </a:lnTo>
                  <a:lnTo>
                    <a:pt x="405670" y="941165"/>
                  </a:lnTo>
                  <a:lnTo>
                    <a:pt x="406241" y="941261"/>
                  </a:lnTo>
                  <a:lnTo>
                    <a:pt x="407194" y="941832"/>
                  </a:lnTo>
                  <a:lnTo>
                    <a:pt x="410242" y="942403"/>
                  </a:lnTo>
                  <a:lnTo>
                    <a:pt x="410718" y="943451"/>
                  </a:lnTo>
                  <a:lnTo>
                    <a:pt x="410051" y="946118"/>
                  </a:lnTo>
                  <a:lnTo>
                    <a:pt x="410623" y="947738"/>
                  </a:lnTo>
                  <a:lnTo>
                    <a:pt x="412909" y="949166"/>
                  </a:lnTo>
                  <a:lnTo>
                    <a:pt x="414052" y="951167"/>
                  </a:lnTo>
                  <a:lnTo>
                    <a:pt x="414718" y="952976"/>
                  </a:lnTo>
                  <a:lnTo>
                    <a:pt x="415385" y="954691"/>
                  </a:lnTo>
                  <a:lnTo>
                    <a:pt x="415480" y="955834"/>
                  </a:lnTo>
                  <a:lnTo>
                    <a:pt x="415099" y="958882"/>
                  </a:lnTo>
                  <a:lnTo>
                    <a:pt x="414623" y="960882"/>
                  </a:lnTo>
                  <a:lnTo>
                    <a:pt x="413195" y="963263"/>
                  </a:lnTo>
                  <a:lnTo>
                    <a:pt x="413766" y="964311"/>
                  </a:lnTo>
                  <a:lnTo>
                    <a:pt x="412623" y="968311"/>
                  </a:lnTo>
                  <a:lnTo>
                    <a:pt x="411861" y="968883"/>
                  </a:lnTo>
                  <a:lnTo>
                    <a:pt x="409765" y="970217"/>
                  </a:lnTo>
                  <a:lnTo>
                    <a:pt x="408432" y="971455"/>
                  </a:lnTo>
                  <a:lnTo>
                    <a:pt x="408146" y="975551"/>
                  </a:lnTo>
                  <a:lnTo>
                    <a:pt x="409194" y="975455"/>
                  </a:lnTo>
                  <a:lnTo>
                    <a:pt x="410051" y="974598"/>
                  </a:lnTo>
                  <a:lnTo>
                    <a:pt x="411671" y="972884"/>
                  </a:lnTo>
                  <a:lnTo>
                    <a:pt x="413861" y="972312"/>
                  </a:lnTo>
                  <a:lnTo>
                    <a:pt x="414147" y="971740"/>
                  </a:lnTo>
                  <a:lnTo>
                    <a:pt x="415099" y="970978"/>
                  </a:lnTo>
                  <a:lnTo>
                    <a:pt x="416528" y="970407"/>
                  </a:lnTo>
                  <a:lnTo>
                    <a:pt x="417862" y="970217"/>
                  </a:lnTo>
                  <a:lnTo>
                    <a:pt x="419195" y="969836"/>
                  </a:lnTo>
                  <a:lnTo>
                    <a:pt x="421100" y="969169"/>
                  </a:lnTo>
                  <a:lnTo>
                    <a:pt x="421957" y="968788"/>
                  </a:lnTo>
                  <a:lnTo>
                    <a:pt x="422815" y="968311"/>
                  </a:lnTo>
                  <a:lnTo>
                    <a:pt x="423672" y="967740"/>
                  </a:lnTo>
                  <a:lnTo>
                    <a:pt x="424339" y="967073"/>
                  </a:lnTo>
                  <a:lnTo>
                    <a:pt x="424910" y="966216"/>
                  </a:lnTo>
                  <a:lnTo>
                    <a:pt x="425767" y="964311"/>
                  </a:lnTo>
                  <a:lnTo>
                    <a:pt x="426244" y="963549"/>
                  </a:lnTo>
                  <a:lnTo>
                    <a:pt x="426339" y="962215"/>
                  </a:lnTo>
                  <a:lnTo>
                    <a:pt x="427672" y="961835"/>
                  </a:lnTo>
                  <a:lnTo>
                    <a:pt x="429101" y="961930"/>
                  </a:lnTo>
                  <a:lnTo>
                    <a:pt x="432911" y="958596"/>
                  </a:lnTo>
                  <a:lnTo>
                    <a:pt x="432530" y="958025"/>
                  </a:lnTo>
                  <a:lnTo>
                    <a:pt x="430816" y="958786"/>
                  </a:lnTo>
                  <a:lnTo>
                    <a:pt x="429863" y="958406"/>
                  </a:lnTo>
                  <a:lnTo>
                    <a:pt x="430339" y="957453"/>
                  </a:lnTo>
                  <a:lnTo>
                    <a:pt x="431482" y="956691"/>
                  </a:lnTo>
                  <a:lnTo>
                    <a:pt x="431673" y="956215"/>
                  </a:lnTo>
                  <a:lnTo>
                    <a:pt x="431482" y="955453"/>
                  </a:lnTo>
                  <a:lnTo>
                    <a:pt x="430435" y="954881"/>
                  </a:lnTo>
                  <a:lnTo>
                    <a:pt x="429196" y="954500"/>
                  </a:lnTo>
                  <a:lnTo>
                    <a:pt x="427387" y="953929"/>
                  </a:lnTo>
                  <a:lnTo>
                    <a:pt x="426720" y="953357"/>
                  </a:lnTo>
                  <a:lnTo>
                    <a:pt x="427482" y="950976"/>
                  </a:lnTo>
                  <a:lnTo>
                    <a:pt x="428339" y="949357"/>
                  </a:lnTo>
                  <a:lnTo>
                    <a:pt x="428911" y="948595"/>
                  </a:lnTo>
                  <a:lnTo>
                    <a:pt x="429673" y="948023"/>
                  </a:lnTo>
                  <a:lnTo>
                    <a:pt x="431673" y="947071"/>
                  </a:lnTo>
                  <a:lnTo>
                    <a:pt x="432816" y="946785"/>
                  </a:lnTo>
                  <a:lnTo>
                    <a:pt x="433864" y="946690"/>
                  </a:lnTo>
                  <a:lnTo>
                    <a:pt x="434435" y="947166"/>
                  </a:lnTo>
                  <a:lnTo>
                    <a:pt x="435292" y="947833"/>
                  </a:lnTo>
                  <a:lnTo>
                    <a:pt x="436435" y="947547"/>
                  </a:lnTo>
                  <a:lnTo>
                    <a:pt x="436816" y="947642"/>
                  </a:lnTo>
                  <a:lnTo>
                    <a:pt x="437102" y="947738"/>
                  </a:lnTo>
                  <a:lnTo>
                    <a:pt x="437483" y="948214"/>
                  </a:lnTo>
                  <a:lnTo>
                    <a:pt x="438531" y="949357"/>
                  </a:lnTo>
                  <a:lnTo>
                    <a:pt x="438721" y="949738"/>
                  </a:lnTo>
                  <a:lnTo>
                    <a:pt x="438912" y="950309"/>
                  </a:lnTo>
                  <a:lnTo>
                    <a:pt x="438912" y="951357"/>
                  </a:lnTo>
                  <a:lnTo>
                    <a:pt x="439198" y="951833"/>
                  </a:lnTo>
                  <a:lnTo>
                    <a:pt x="440055" y="952214"/>
                  </a:lnTo>
                  <a:lnTo>
                    <a:pt x="441103" y="952119"/>
                  </a:lnTo>
                  <a:lnTo>
                    <a:pt x="443198" y="951738"/>
                  </a:lnTo>
                  <a:lnTo>
                    <a:pt x="443103" y="952024"/>
                  </a:lnTo>
                  <a:lnTo>
                    <a:pt x="443008" y="952214"/>
                  </a:lnTo>
                  <a:lnTo>
                    <a:pt x="442817" y="952595"/>
                  </a:lnTo>
                  <a:lnTo>
                    <a:pt x="443198" y="952690"/>
                  </a:lnTo>
                  <a:lnTo>
                    <a:pt x="443293" y="952786"/>
                  </a:lnTo>
                  <a:lnTo>
                    <a:pt x="443484" y="952976"/>
                  </a:lnTo>
                  <a:lnTo>
                    <a:pt x="443865" y="952690"/>
                  </a:lnTo>
                  <a:lnTo>
                    <a:pt x="443960" y="952310"/>
                  </a:lnTo>
                  <a:lnTo>
                    <a:pt x="444055" y="951833"/>
                  </a:lnTo>
                  <a:lnTo>
                    <a:pt x="444246" y="951262"/>
                  </a:lnTo>
                  <a:lnTo>
                    <a:pt x="444913" y="950309"/>
                  </a:lnTo>
                  <a:lnTo>
                    <a:pt x="445198" y="949738"/>
                  </a:lnTo>
                  <a:lnTo>
                    <a:pt x="445675" y="946785"/>
                  </a:lnTo>
                  <a:lnTo>
                    <a:pt x="445865" y="946309"/>
                  </a:lnTo>
                  <a:lnTo>
                    <a:pt x="446532" y="945642"/>
                  </a:lnTo>
                  <a:lnTo>
                    <a:pt x="446818" y="945261"/>
                  </a:lnTo>
                  <a:lnTo>
                    <a:pt x="446818" y="943928"/>
                  </a:lnTo>
                  <a:lnTo>
                    <a:pt x="446722" y="943642"/>
                  </a:lnTo>
                  <a:lnTo>
                    <a:pt x="446532" y="943451"/>
                  </a:lnTo>
                  <a:lnTo>
                    <a:pt x="446437" y="943070"/>
                  </a:lnTo>
                  <a:lnTo>
                    <a:pt x="446532" y="942308"/>
                  </a:lnTo>
                  <a:lnTo>
                    <a:pt x="446722" y="941737"/>
                  </a:lnTo>
                  <a:lnTo>
                    <a:pt x="447389" y="940594"/>
                  </a:lnTo>
                  <a:lnTo>
                    <a:pt x="447580" y="940499"/>
                  </a:lnTo>
                  <a:lnTo>
                    <a:pt x="447865" y="939451"/>
                  </a:lnTo>
                  <a:lnTo>
                    <a:pt x="448532" y="938689"/>
                  </a:lnTo>
                  <a:lnTo>
                    <a:pt x="450247" y="937260"/>
                  </a:lnTo>
                  <a:lnTo>
                    <a:pt x="449961" y="935355"/>
                  </a:lnTo>
                  <a:lnTo>
                    <a:pt x="451295" y="928497"/>
                  </a:lnTo>
                  <a:lnTo>
                    <a:pt x="451485" y="928021"/>
                  </a:lnTo>
                  <a:lnTo>
                    <a:pt x="452247" y="926973"/>
                  </a:lnTo>
                  <a:lnTo>
                    <a:pt x="452438" y="926402"/>
                  </a:lnTo>
                  <a:lnTo>
                    <a:pt x="450913" y="925830"/>
                  </a:lnTo>
                  <a:lnTo>
                    <a:pt x="450247" y="924782"/>
                  </a:lnTo>
                  <a:lnTo>
                    <a:pt x="449771" y="923258"/>
                  </a:lnTo>
                  <a:lnTo>
                    <a:pt x="449866" y="922592"/>
                  </a:lnTo>
                  <a:lnTo>
                    <a:pt x="449771" y="921449"/>
                  </a:lnTo>
                  <a:lnTo>
                    <a:pt x="450342" y="919734"/>
                  </a:lnTo>
                  <a:lnTo>
                    <a:pt x="452342" y="913067"/>
                  </a:lnTo>
                  <a:lnTo>
                    <a:pt x="454152" y="907256"/>
                  </a:lnTo>
                  <a:lnTo>
                    <a:pt x="455200" y="903446"/>
                  </a:lnTo>
                  <a:lnTo>
                    <a:pt x="455866" y="900494"/>
                  </a:lnTo>
                  <a:lnTo>
                    <a:pt x="456819" y="898303"/>
                  </a:lnTo>
                  <a:lnTo>
                    <a:pt x="457486" y="895255"/>
                  </a:lnTo>
                  <a:lnTo>
                    <a:pt x="458057" y="894017"/>
                  </a:lnTo>
                  <a:lnTo>
                    <a:pt x="458438" y="893636"/>
                  </a:lnTo>
                  <a:lnTo>
                    <a:pt x="458724" y="893445"/>
                  </a:lnTo>
                  <a:lnTo>
                    <a:pt x="458914" y="893159"/>
                  </a:lnTo>
                  <a:lnTo>
                    <a:pt x="459010" y="891731"/>
                  </a:lnTo>
                  <a:lnTo>
                    <a:pt x="459391" y="890111"/>
                  </a:lnTo>
                  <a:lnTo>
                    <a:pt x="459581" y="889540"/>
                  </a:lnTo>
                  <a:lnTo>
                    <a:pt x="459962" y="889349"/>
                  </a:lnTo>
                  <a:lnTo>
                    <a:pt x="460629" y="889254"/>
                  </a:lnTo>
                  <a:lnTo>
                    <a:pt x="461200" y="888968"/>
                  </a:lnTo>
                  <a:lnTo>
                    <a:pt x="462534" y="888016"/>
                  </a:lnTo>
                  <a:lnTo>
                    <a:pt x="461772" y="886778"/>
                  </a:lnTo>
                  <a:lnTo>
                    <a:pt x="460820" y="885825"/>
                  </a:lnTo>
                  <a:lnTo>
                    <a:pt x="461010" y="884587"/>
                  </a:lnTo>
                  <a:lnTo>
                    <a:pt x="462058" y="884777"/>
                  </a:lnTo>
                  <a:lnTo>
                    <a:pt x="462915" y="885158"/>
                  </a:lnTo>
                  <a:lnTo>
                    <a:pt x="464058" y="884873"/>
                  </a:lnTo>
                  <a:lnTo>
                    <a:pt x="465106" y="883730"/>
                  </a:lnTo>
                  <a:lnTo>
                    <a:pt x="464153" y="882682"/>
                  </a:lnTo>
                  <a:lnTo>
                    <a:pt x="463867" y="882491"/>
                  </a:lnTo>
                  <a:lnTo>
                    <a:pt x="463010" y="882491"/>
                  </a:lnTo>
                  <a:lnTo>
                    <a:pt x="462439" y="881825"/>
                  </a:lnTo>
                  <a:lnTo>
                    <a:pt x="462248" y="881063"/>
                  </a:lnTo>
                  <a:lnTo>
                    <a:pt x="463105" y="879253"/>
                  </a:lnTo>
                  <a:lnTo>
                    <a:pt x="463391" y="878205"/>
                  </a:lnTo>
                  <a:lnTo>
                    <a:pt x="463582" y="877919"/>
                  </a:lnTo>
                  <a:lnTo>
                    <a:pt x="464630" y="878015"/>
                  </a:lnTo>
                  <a:lnTo>
                    <a:pt x="465391" y="877729"/>
                  </a:lnTo>
                  <a:lnTo>
                    <a:pt x="465677" y="877348"/>
                  </a:lnTo>
                  <a:lnTo>
                    <a:pt x="466630" y="875728"/>
                  </a:lnTo>
                  <a:lnTo>
                    <a:pt x="466820" y="875062"/>
                  </a:lnTo>
                  <a:lnTo>
                    <a:pt x="466820" y="874586"/>
                  </a:lnTo>
                  <a:lnTo>
                    <a:pt x="466725" y="874395"/>
                  </a:lnTo>
                  <a:lnTo>
                    <a:pt x="466725" y="874300"/>
                  </a:lnTo>
                  <a:lnTo>
                    <a:pt x="466915" y="874014"/>
                  </a:lnTo>
                  <a:lnTo>
                    <a:pt x="467201" y="873728"/>
                  </a:lnTo>
                  <a:lnTo>
                    <a:pt x="467868" y="873157"/>
                  </a:lnTo>
                  <a:lnTo>
                    <a:pt x="468535" y="872014"/>
                  </a:lnTo>
                  <a:lnTo>
                    <a:pt x="469392" y="871538"/>
                  </a:lnTo>
                  <a:lnTo>
                    <a:pt x="469678" y="870680"/>
                  </a:lnTo>
                  <a:lnTo>
                    <a:pt x="470345" y="870966"/>
                  </a:lnTo>
                  <a:lnTo>
                    <a:pt x="471106" y="872014"/>
                  </a:lnTo>
                  <a:lnTo>
                    <a:pt x="471488" y="871728"/>
                  </a:lnTo>
                  <a:lnTo>
                    <a:pt x="471583" y="870776"/>
                  </a:lnTo>
                  <a:lnTo>
                    <a:pt x="471678" y="869728"/>
                  </a:lnTo>
                  <a:lnTo>
                    <a:pt x="471868" y="869537"/>
                  </a:lnTo>
                  <a:lnTo>
                    <a:pt x="472154" y="869347"/>
                  </a:lnTo>
                  <a:lnTo>
                    <a:pt x="472345" y="869061"/>
                  </a:lnTo>
                  <a:lnTo>
                    <a:pt x="472440" y="868775"/>
                  </a:lnTo>
                  <a:lnTo>
                    <a:pt x="472440" y="868585"/>
                  </a:lnTo>
                  <a:lnTo>
                    <a:pt x="472440" y="866870"/>
                  </a:lnTo>
                  <a:lnTo>
                    <a:pt x="472916" y="865537"/>
                  </a:lnTo>
                  <a:lnTo>
                    <a:pt x="475393" y="865823"/>
                  </a:lnTo>
                  <a:lnTo>
                    <a:pt x="476345" y="864870"/>
                  </a:lnTo>
                  <a:lnTo>
                    <a:pt x="477107" y="864870"/>
                  </a:lnTo>
                  <a:lnTo>
                    <a:pt x="478060" y="864489"/>
                  </a:lnTo>
                  <a:lnTo>
                    <a:pt x="478917" y="863822"/>
                  </a:lnTo>
                  <a:lnTo>
                    <a:pt x="479298" y="862965"/>
                  </a:lnTo>
                  <a:lnTo>
                    <a:pt x="479012" y="862584"/>
                  </a:lnTo>
                  <a:lnTo>
                    <a:pt x="477488" y="862775"/>
                  </a:lnTo>
                  <a:lnTo>
                    <a:pt x="476821" y="862679"/>
                  </a:lnTo>
                  <a:lnTo>
                    <a:pt x="477203" y="861917"/>
                  </a:lnTo>
                  <a:lnTo>
                    <a:pt x="477679" y="861536"/>
                  </a:lnTo>
                  <a:lnTo>
                    <a:pt x="478155" y="861251"/>
                  </a:lnTo>
                  <a:lnTo>
                    <a:pt x="478631" y="860870"/>
                  </a:lnTo>
                  <a:lnTo>
                    <a:pt x="479203" y="859822"/>
                  </a:lnTo>
                  <a:lnTo>
                    <a:pt x="479012" y="859346"/>
                  </a:lnTo>
                  <a:lnTo>
                    <a:pt x="478536" y="859060"/>
                  </a:lnTo>
                  <a:lnTo>
                    <a:pt x="478346" y="858679"/>
                  </a:lnTo>
                  <a:lnTo>
                    <a:pt x="479012" y="857726"/>
                  </a:lnTo>
                  <a:lnTo>
                    <a:pt x="480631" y="856488"/>
                  </a:lnTo>
                  <a:lnTo>
                    <a:pt x="481584" y="856298"/>
                  </a:lnTo>
                  <a:lnTo>
                    <a:pt x="482727" y="855726"/>
                  </a:lnTo>
                  <a:lnTo>
                    <a:pt x="483775" y="855917"/>
                  </a:lnTo>
                  <a:lnTo>
                    <a:pt x="483584" y="855250"/>
                  </a:lnTo>
                  <a:lnTo>
                    <a:pt x="480631" y="855821"/>
                  </a:lnTo>
                  <a:close/>
                  <a:moveTo>
                    <a:pt x="395954" y="876776"/>
                  </a:moveTo>
                  <a:lnTo>
                    <a:pt x="395573" y="876395"/>
                  </a:lnTo>
                  <a:lnTo>
                    <a:pt x="395097" y="876110"/>
                  </a:lnTo>
                  <a:lnTo>
                    <a:pt x="394716" y="876300"/>
                  </a:lnTo>
                  <a:lnTo>
                    <a:pt x="394240" y="876681"/>
                  </a:lnTo>
                  <a:lnTo>
                    <a:pt x="394049" y="876776"/>
                  </a:lnTo>
                  <a:lnTo>
                    <a:pt x="394049" y="876490"/>
                  </a:lnTo>
                  <a:lnTo>
                    <a:pt x="393859" y="876490"/>
                  </a:lnTo>
                  <a:lnTo>
                    <a:pt x="393097" y="877729"/>
                  </a:lnTo>
                  <a:lnTo>
                    <a:pt x="393097" y="878110"/>
                  </a:lnTo>
                  <a:lnTo>
                    <a:pt x="393478" y="878396"/>
                  </a:lnTo>
                  <a:lnTo>
                    <a:pt x="393668" y="878872"/>
                  </a:lnTo>
                  <a:lnTo>
                    <a:pt x="393382" y="879634"/>
                  </a:lnTo>
                  <a:lnTo>
                    <a:pt x="393478" y="880396"/>
                  </a:lnTo>
                  <a:lnTo>
                    <a:pt x="394145" y="880967"/>
                  </a:lnTo>
                  <a:lnTo>
                    <a:pt x="394430" y="881158"/>
                  </a:lnTo>
                  <a:lnTo>
                    <a:pt x="394240" y="880586"/>
                  </a:lnTo>
                  <a:lnTo>
                    <a:pt x="394621" y="880396"/>
                  </a:lnTo>
                  <a:lnTo>
                    <a:pt x="395383" y="880205"/>
                  </a:lnTo>
                  <a:lnTo>
                    <a:pt x="395668" y="879539"/>
                  </a:lnTo>
                  <a:lnTo>
                    <a:pt x="395859" y="878491"/>
                  </a:lnTo>
                  <a:lnTo>
                    <a:pt x="395764" y="877824"/>
                  </a:lnTo>
                  <a:lnTo>
                    <a:pt x="395478" y="877443"/>
                  </a:lnTo>
                  <a:lnTo>
                    <a:pt x="395668" y="877062"/>
                  </a:lnTo>
                  <a:lnTo>
                    <a:pt x="395954" y="876776"/>
                  </a:lnTo>
                  <a:close/>
                  <a:moveTo>
                    <a:pt x="429387" y="989457"/>
                  </a:moveTo>
                  <a:lnTo>
                    <a:pt x="428625" y="988409"/>
                  </a:lnTo>
                  <a:lnTo>
                    <a:pt x="428054" y="986885"/>
                  </a:lnTo>
                  <a:lnTo>
                    <a:pt x="428054" y="985933"/>
                  </a:lnTo>
                  <a:lnTo>
                    <a:pt x="427577" y="985933"/>
                  </a:lnTo>
                  <a:lnTo>
                    <a:pt x="427196" y="986123"/>
                  </a:lnTo>
                  <a:lnTo>
                    <a:pt x="426910" y="986409"/>
                  </a:lnTo>
                  <a:lnTo>
                    <a:pt x="426244" y="987171"/>
                  </a:lnTo>
                  <a:lnTo>
                    <a:pt x="425101" y="988981"/>
                  </a:lnTo>
                  <a:lnTo>
                    <a:pt x="425196" y="990314"/>
                  </a:lnTo>
                  <a:lnTo>
                    <a:pt x="424720" y="991648"/>
                  </a:lnTo>
                  <a:lnTo>
                    <a:pt x="423958" y="991934"/>
                  </a:lnTo>
                  <a:lnTo>
                    <a:pt x="423958" y="992600"/>
                  </a:lnTo>
                  <a:lnTo>
                    <a:pt x="423005" y="994315"/>
                  </a:lnTo>
                  <a:lnTo>
                    <a:pt x="422243" y="995267"/>
                  </a:lnTo>
                  <a:lnTo>
                    <a:pt x="421576" y="996029"/>
                  </a:lnTo>
                  <a:lnTo>
                    <a:pt x="421862" y="996506"/>
                  </a:lnTo>
                  <a:lnTo>
                    <a:pt x="421767" y="997077"/>
                  </a:lnTo>
                  <a:lnTo>
                    <a:pt x="422053" y="997934"/>
                  </a:lnTo>
                  <a:lnTo>
                    <a:pt x="422243" y="999839"/>
                  </a:lnTo>
                  <a:lnTo>
                    <a:pt x="422243" y="1000792"/>
                  </a:lnTo>
                  <a:lnTo>
                    <a:pt x="421767" y="1002316"/>
                  </a:lnTo>
                  <a:lnTo>
                    <a:pt x="421100" y="1004126"/>
                  </a:lnTo>
                  <a:lnTo>
                    <a:pt x="419576" y="1006411"/>
                  </a:lnTo>
                  <a:lnTo>
                    <a:pt x="418243" y="1007840"/>
                  </a:lnTo>
                  <a:lnTo>
                    <a:pt x="417862" y="1008888"/>
                  </a:lnTo>
                  <a:lnTo>
                    <a:pt x="417481" y="1008793"/>
                  </a:lnTo>
                  <a:lnTo>
                    <a:pt x="416909" y="1008507"/>
                  </a:lnTo>
                  <a:lnTo>
                    <a:pt x="416814" y="1009078"/>
                  </a:lnTo>
                  <a:lnTo>
                    <a:pt x="417005" y="1010317"/>
                  </a:lnTo>
                  <a:lnTo>
                    <a:pt x="417481" y="1011365"/>
                  </a:lnTo>
                  <a:lnTo>
                    <a:pt x="417671" y="1012984"/>
                  </a:lnTo>
                  <a:lnTo>
                    <a:pt x="417385" y="1014032"/>
                  </a:lnTo>
                  <a:lnTo>
                    <a:pt x="417195" y="1014794"/>
                  </a:lnTo>
                  <a:lnTo>
                    <a:pt x="417766" y="1015556"/>
                  </a:lnTo>
                  <a:lnTo>
                    <a:pt x="417957" y="1016127"/>
                  </a:lnTo>
                  <a:lnTo>
                    <a:pt x="418814" y="1016127"/>
                  </a:lnTo>
                  <a:lnTo>
                    <a:pt x="419100" y="1015460"/>
                  </a:lnTo>
                  <a:lnTo>
                    <a:pt x="419957" y="1014794"/>
                  </a:lnTo>
                  <a:lnTo>
                    <a:pt x="420910" y="1014603"/>
                  </a:lnTo>
                  <a:lnTo>
                    <a:pt x="421957" y="1014317"/>
                  </a:lnTo>
                  <a:lnTo>
                    <a:pt x="422910" y="1014413"/>
                  </a:lnTo>
                  <a:lnTo>
                    <a:pt x="423005" y="1013651"/>
                  </a:lnTo>
                  <a:lnTo>
                    <a:pt x="423767" y="1012793"/>
                  </a:lnTo>
                  <a:lnTo>
                    <a:pt x="423291" y="1011841"/>
                  </a:lnTo>
                  <a:lnTo>
                    <a:pt x="423386" y="1011174"/>
                  </a:lnTo>
                  <a:lnTo>
                    <a:pt x="423672" y="1010507"/>
                  </a:lnTo>
                  <a:lnTo>
                    <a:pt x="423386" y="1009840"/>
                  </a:lnTo>
                  <a:lnTo>
                    <a:pt x="423005" y="1009364"/>
                  </a:lnTo>
                  <a:lnTo>
                    <a:pt x="423196" y="1008888"/>
                  </a:lnTo>
                  <a:lnTo>
                    <a:pt x="423100" y="1007936"/>
                  </a:lnTo>
                  <a:lnTo>
                    <a:pt x="423863" y="1006888"/>
                  </a:lnTo>
                  <a:lnTo>
                    <a:pt x="423958" y="1005554"/>
                  </a:lnTo>
                  <a:lnTo>
                    <a:pt x="424529" y="1004697"/>
                  </a:lnTo>
                  <a:lnTo>
                    <a:pt x="425005" y="1003554"/>
                  </a:lnTo>
                  <a:lnTo>
                    <a:pt x="425767" y="1003554"/>
                  </a:lnTo>
                  <a:lnTo>
                    <a:pt x="426720" y="1003173"/>
                  </a:lnTo>
                  <a:lnTo>
                    <a:pt x="426815" y="1002221"/>
                  </a:lnTo>
                  <a:lnTo>
                    <a:pt x="426815" y="1001173"/>
                  </a:lnTo>
                  <a:lnTo>
                    <a:pt x="427482" y="1000697"/>
                  </a:lnTo>
                  <a:lnTo>
                    <a:pt x="427863" y="999839"/>
                  </a:lnTo>
                  <a:lnTo>
                    <a:pt x="427863" y="997934"/>
                  </a:lnTo>
                  <a:lnTo>
                    <a:pt x="427672" y="996696"/>
                  </a:lnTo>
                  <a:lnTo>
                    <a:pt x="429006" y="994410"/>
                  </a:lnTo>
                  <a:lnTo>
                    <a:pt x="428625" y="992029"/>
                  </a:lnTo>
                  <a:lnTo>
                    <a:pt x="428625" y="990028"/>
                  </a:lnTo>
                  <a:lnTo>
                    <a:pt x="429387" y="989457"/>
                  </a:lnTo>
                  <a:close/>
                  <a:moveTo>
                    <a:pt x="591312" y="759238"/>
                  </a:moveTo>
                  <a:lnTo>
                    <a:pt x="591788" y="760095"/>
                  </a:lnTo>
                  <a:lnTo>
                    <a:pt x="592646" y="760095"/>
                  </a:lnTo>
                  <a:lnTo>
                    <a:pt x="593598" y="759714"/>
                  </a:lnTo>
                  <a:lnTo>
                    <a:pt x="594550" y="759619"/>
                  </a:lnTo>
                  <a:lnTo>
                    <a:pt x="595598" y="760190"/>
                  </a:lnTo>
                  <a:lnTo>
                    <a:pt x="595884" y="760857"/>
                  </a:lnTo>
                  <a:lnTo>
                    <a:pt x="595693" y="763143"/>
                  </a:lnTo>
                  <a:lnTo>
                    <a:pt x="596646" y="762953"/>
                  </a:lnTo>
                  <a:lnTo>
                    <a:pt x="597313" y="762095"/>
                  </a:lnTo>
                  <a:lnTo>
                    <a:pt x="597884" y="760952"/>
                  </a:lnTo>
                  <a:lnTo>
                    <a:pt x="598646" y="760190"/>
                  </a:lnTo>
                  <a:lnTo>
                    <a:pt x="599789" y="759905"/>
                  </a:lnTo>
                  <a:lnTo>
                    <a:pt x="600265" y="760286"/>
                  </a:lnTo>
                  <a:lnTo>
                    <a:pt x="599980" y="760857"/>
                  </a:lnTo>
                  <a:lnTo>
                    <a:pt x="598932" y="761048"/>
                  </a:lnTo>
                  <a:lnTo>
                    <a:pt x="598932" y="761428"/>
                  </a:lnTo>
                  <a:lnTo>
                    <a:pt x="599694" y="761333"/>
                  </a:lnTo>
                  <a:lnTo>
                    <a:pt x="600361" y="761428"/>
                  </a:lnTo>
                  <a:lnTo>
                    <a:pt x="600837" y="761714"/>
                  </a:lnTo>
                  <a:lnTo>
                    <a:pt x="601123" y="762286"/>
                  </a:lnTo>
                  <a:lnTo>
                    <a:pt x="602266" y="758857"/>
                  </a:lnTo>
                  <a:lnTo>
                    <a:pt x="602551" y="757047"/>
                  </a:lnTo>
                  <a:lnTo>
                    <a:pt x="602361" y="756285"/>
                  </a:lnTo>
                  <a:lnTo>
                    <a:pt x="602075" y="755618"/>
                  </a:lnTo>
                  <a:lnTo>
                    <a:pt x="601980" y="755047"/>
                  </a:lnTo>
                  <a:lnTo>
                    <a:pt x="602171" y="754475"/>
                  </a:lnTo>
                  <a:lnTo>
                    <a:pt x="601408" y="754475"/>
                  </a:lnTo>
                  <a:lnTo>
                    <a:pt x="599599" y="754952"/>
                  </a:lnTo>
                  <a:lnTo>
                    <a:pt x="597694" y="755142"/>
                  </a:lnTo>
                  <a:lnTo>
                    <a:pt x="597027" y="755332"/>
                  </a:lnTo>
                  <a:lnTo>
                    <a:pt x="594741" y="756761"/>
                  </a:lnTo>
                  <a:lnTo>
                    <a:pt x="593407" y="757142"/>
                  </a:lnTo>
                  <a:lnTo>
                    <a:pt x="591883" y="756666"/>
                  </a:lnTo>
                  <a:lnTo>
                    <a:pt x="591693" y="757333"/>
                  </a:lnTo>
                  <a:lnTo>
                    <a:pt x="591788" y="758095"/>
                  </a:lnTo>
                  <a:lnTo>
                    <a:pt x="591788" y="758761"/>
                  </a:lnTo>
                  <a:lnTo>
                    <a:pt x="591312" y="759238"/>
                  </a:lnTo>
                  <a:close/>
                  <a:moveTo>
                    <a:pt x="567404" y="767144"/>
                  </a:moveTo>
                  <a:lnTo>
                    <a:pt x="567785" y="766858"/>
                  </a:lnTo>
                  <a:lnTo>
                    <a:pt x="568166" y="766572"/>
                  </a:lnTo>
                  <a:lnTo>
                    <a:pt x="568452" y="766096"/>
                  </a:lnTo>
                  <a:lnTo>
                    <a:pt x="568357" y="765239"/>
                  </a:lnTo>
                  <a:lnTo>
                    <a:pt x="567880" y="764477"/>
                  </a:lnTo>
                  <a:lnTo>
                    <a:pt x="567499" y="764381"/>
                  </a:lnTo>
                  <a:lnTo>
                    <a:pt x="567309" y="764762"/>
                  </a:lnTo>
                  <a:lnTo>
                    <a:pt x="566642" y="765620"/>
                  </a:lnTo>
                  <a:lnTo>
                    <a:pt x="566452" y="766382"/>
                  </a:lnTo>
                  <a:lnTo>
                    <a:pt x="566833" y="767144"/>
                  </a:lnTo>
                  <a:lnTo>
                    <a:pt x="567214" y="767334"/>
                  </a:lnTo>
                  <a:lnTo>
                    <a:pt x="567404" y="767144"/>
                  </a:lnTo>
                  <a:close/>
                  <a:moveTo>
                    <a:pt x="585406" y="759524"/>
                  </a:moveTo>
                  <a:lnTo>
                    <a:pt x="586359" y="760000"/>
                  </a:lnTo>
                  <a:lnTo>
                    <a:pt x="586359" y="760000"/>
                  </a:lnTo>
                  <a:lnTo>
                    <a:pt x="586835" y="760381"/>
                  </a:lnTo>
                  <a:lnTo>
                    <a:pt x="587216" y="760476"/>
                  </a:lnTo>
                  <a:lnTo>
                    <a:pt x="588169" y="759143"/>
                  </a:lnTo>
                  <a:lnTo>
                    <a:pt x="588264" y="758571"/>
                  </a:lnTo>
                  <a:lnTo>
                    <a:pt x="588169" y="758476"/>
                  </a:lnTo>
                  <a:lnTo>
                    <a:pt x="587788" y="758476"/>
                  </a:lnTo>
                  <a:lnTo>
                    <a:pt x="587407" y="758095"/>
                  </a:lnTo>
                  <a:lnTo>
                    <a:pt x="587216" y="757904"/>
                  </a:lnTo>
                  <a:lnTo>
                    <a:pt x="586645" y="758095"/>
                  </a:lnTo>
                  <a:lnTo>
                    <a:pt x="585692" y="758666"/>
                  </a:lnTo>
                  <a:lnTo>
                    <a:pt x="585216" y="758761"/>
                  </a:lnTo>
                  <a:lnTo>
                    <a:pt x="584835" y="759047"/>
                  </a:lnTo>
                  <a:lnTo>
                    <a:pt x="584740" y="759238"/>
                  </a:lnTo>
                  <a:lnTo>
                    <a:pt x="584930" y="759428"/>
                  </a:lnTo>
                  <a:lnTo>
                    <a:pt x="585406" y="759524"/>
                  </a:lnTo>
                  <a:close/>
                  <a:moveTo>
                    <a:pt x="635698" y="750951"/>
                  </a:moveTo>
                  <a:lnTo>
                    <a:pt x="634555" y="751332"/>
                  </a:lnTo>
                  <a:lnTo>
                    <a:pt x="633603" y="752665"/>
                  </a:lnTo>
                  <a:lnTo>
                    <a:pt x="632270" y="754571"/>
                  </a:lnTo>
                  <a:lnTo>
                    <a:pt x="631412" y="754856"/>
                  </a:lnTo>
                  <a:lnTo>
                    <a:pt x="629412" y="755904"/>
                  </a:lnTo>
                  <a:lnTo>
                    <a:pt x="628745" y="757142"/>
                  </a:lnTo>
                  <a:lnTo>
                    <a:pt x="628364" y="757714"/>
                  </a:lnTo>
                  <a:lnTo>
                    <a:pt x="627888" y="758857"/>
                  </a:lnTo>
                  <a:lnTo>
                    <a:pt x="627602" y="759333"/>
                  </a:lnTo>
                  <a:lnTo>
                    <a:pt x="627221" y="759714"/>
                  </a:lnTo>
                  <a:lnTo>
                    <a:pt x="626269" y="760286"/>
                  </a:lnTo>
                  <a:lnTo>
                    <a:pt x="624935" y="761143"/>
                  </a:lnTo>
                  <a:lnTo>
                    <a:pt x="620839" y="768572"/>
                  </a:lnTo>
                  <a:lnTo>
                    <a:pt x="619982" y="768953"/>
                  </a:lnTo>
                  <a:lnTo>
                    <a:pt x="618839" y="768668"/>
                  </a:lnTo>
                  <a:lnTo>
                    <a:pt x="618077" y="770287"/>
                  </a:lnTo>
                  <a:lnTo>
                    <a:pt x="617410" y="771144"/>
                  </a:lnTo>
                  <a:lnTo>
                    <a:pt x="617887" y="772573"/>
                  </a:lnTo>
                  <a:lnTo>
                    <a:pt x="619030" y="774002"/>
                  </a:lnTo>
                  <a:lnTo>
                    <a:pt x="620935" y="773430"/>
                  </a:lnTo>
                  <a:lnTo>
                    <a:pt x="620363" y="774192"/>
                  </a:lnTo>
                  <a:lnTo>
                    <a:pt x="619792" y="775430"/>
                  </a:lnTo>
                  <a:lnTo>
                    <a:pt x="619982" y="775621"/>
                  </a:lnTo>
                  <a:lnTo>
                    <a:pt x="621125" y="776097"/>
                  </a:lnTo>
                  <a:lnTo>
                    <a:pt x="621221" y="777335"/>
                  </a:lnTo>
                  <a:lnTo>
                    <a:pt x="622459" y="777240"/>
                  </a:lnTo>
                  <a:lnTo>
                    <a:pt x="625030" y="776669"/>
                  </a:lnTo>
                  <a:lnTo>
                    <a:pt x="626840" y="775049"/>
                  </a:lnTo>
                  <a:lnTo>
                    <a:pt x="627983" y="774478"/>
                  </a:lnTo>
                  <a:lnTo>
                    <a:pt x="629507" y="773906"/>
                  </a:lnTo>
                  <a:lnTo>
                    <a:pt x="630841" y="773144"/>
                  </a:lnTo>
                  <a:lnTo>
                    <a:pt x="632365" y="772763"/>
                  </a:lnTo>
                  <a:lnTo>
                    <a:pt x="633413" y="772287"/>
                  </a:lnTo>
                  <a:lnTo>
                    <a:pt x="633031" y="771239"/>
                  </a:lnTo>
                  <a:lnTo>
                    <a:pt x="631793" y="769906"/>
                  </a:lnTo>
                  <a:lnTo>
                    <a:pt x="631412" y="769144"/>
                  </a:lnTo>
                  <a:lnTo>
                    <a:pt x="631317" y="768001"/>
                  </a:lnTo>
                  <a:lnTo>
                    <a:pt x="630460" y="767334"/>
                  </a:lnTo>
                  <a:lnTo>
                    <a:pt x="630460" y="766572"/>
                  </a:lnTo>
                  <a:lnTo>
                    <a:pt x="630269" y="765810"/>
                  </a:lnTo>
                  <a:lnTo>
                    <a:pt x="630364" y="765239"/>
                  </a:lnTo>
                  <a:lnTo>
                    <a:pt x="630650" y="762857"/>
                  </a:lnTo>
                  <a:lnTo>
                    <a:pt x="632174" y="760667"/>
                  </a:lnTo>
                  <a:lnTo>
                    <a:pt x="633413" y="758666"/>
                  </a:lnTo>
                  <a:lnTo>
                    <a:pt x="634841" y="757333"/>
                  </a:lnTo>
                  <a:lnTo>
                    <a:pt x="635413" y="755809"/>
                  </a:lnTo>
                  <a:lnTo>
                    <a:pt x="635794" y="754475"/>
                  </a:lnTo>
                  <a:lnTo>
                    <a:pt x="636556" y="753523"/>
                  </a:lnTo>
                  <a:lnTo>
                    <a:pt x="637127" y="752665"/>
                  </a:lnTo>
                  <a:lnTo>
                    <a:pt x="637032" y="751903"/>
                  </a:lnTo>
                  <a:lnTo>
                    <a:pt x="635698" y="750951"/>
                  </a:lnTo>
                  <a:close/>
                  <a:moveTo>
                    <a:pt x="862012" y="811721"/>
                  </a:moveTo>
                  <a:lnTo>
                    <a:pt x="862012" y="811721"/>
                  </a:lnTo>
                  <a:lnTo>
                    <a:pt x="861822" y="811625"/>
                  </a:lnTo>
                  <a:lnTo>
                    <a:pt x="862012" y="811721"/>
                  </a:lnTo>
                  <a:close/>
                  <a:moveTo>
                    <a:pt x="861631" y="763334"/>
                  </a:moveTo>
                  <a:lnTo>
                    <a:pt x="860965" y="764096"/>
                  </a:lnTo>
                  <a:lnTo>
                    <a:pt x="860488" y="764572"/>
                  </a:lnTo>
                  <a:lnTo>
                    <a:pt x="860202" y="765048"/>
                  </a:lnTo>
                  <a:lnTo>
                    <a:pt x="859631" y="767239"/>
                  </a:lnTo>
                  <a:lnTo>
                    <a:pt x="859631" y="768001"/>
                  </a:lnTo>
                  <a:lnTo>
                    <a:pt x="860393" y="769144"/>
                  </a:lnTo>
                  <a:lnTo>
                    <a:pt x="861251" y="768286"/>
                  </a:lnTo>
                  <a:lnTo>
                    <a:pt x="861917" y="766286"/>
                  </a:lnTo>
                  <a:lnTo>
                    <a:pt x="862203" y="764286"/>
                  </a:lnTo>
                  <a:lnTo>
                    <a:pt x="862108" y="763143"/>
                  </a:lnTo>
                  <a:lnTo>
                    <a:pt x="861631" y="763334"/>
                  </a:lnTo>
                  <a:close/>
                  <a:moveTo>
                    <a:pt x="384905" y="1008888"/>
                  </a:moveTo>
                  <a:lnTo>
                    <a:pt x="383667" y="1008412"/>
                  </a:lnTo>
                  <a:lnTo>
                    <a:pt x="382714" y="1007745"/>
                  </a:lnTo>
                  <a:lnTo>
                    <a:pt x="382143" y="1008126"/>
                  </a:lnTo>
                  <a:lnTo>
                    <a:pt x="380809" y="1007269"/>
                  </a:lnTo>
                  <a:lnTo>
                    <a:pt x="379571" y="1007269"/>
                  </a:lnTo>
                  <a:lnTo>
                    <a:pt x="380047" y="1007936"/>
                  </a:lnTo>
                  <a:lnTo>
                    <a:pt x="380619" y="1008507"/>
                  </a:lnTo>
                  <a:lnTo>
                    <a:pt x="381190" y="1009364"/>
                  </a:lnTo>
                  <a:lnTo>
                    <a:pt x="382143" y="1008983"/>
                  </a:lnTo>
                  <a:lnTo>
                    <a:pt x="382333" y="1009555"/>
                  </a:lnTo>
                  <a:lnTo>
                    <a:pt x="382238" y="1010317"/>
                  </a:lnTo>
                  <a:lnTo>
                    <a:pt x="383286" y="1011460"/>
                  </a:lnTo>
                  <a:lnTo>
                    <a:pt x="384334" y="1011269"/>
                  </a:lnTo>
                  <a:lnTo>
                    <a:pt x="384810" y="1010603"/>
                  </a:lnTo>
                  <a:lnTo>
                    <a:pt x="385953" y="1010603"/>
                  </a:lnTo>
                  <a:lnTo>
                    <a:pt x="385953" y="1009840"/>
                  </a:lnTo>
                  <a:lnTo>
                    <a:pt x="384905" y="1008888"/>
                  </a:lnTo>
                  <a:close/>
                  <a:moveTo>
                    <a:pt x="515588" y="778764"/>
                  </a:moveTo>
                  <a:lnTo>
                    <a:pt x="515969" y="778764"/>
                  </a:lnTo>
                  <a:lnTo>
                    <a:pt x="516255" y="778955"/>
                  </a:lnTo>
                  <a:lnTo>
                    <a:pt x="516255" y="779431"/>
                  </a:lnTo>
                  <a:lnTo>
                    <a:pt x="516350" y="779526"/>
                  </a:lnTo>
                  <a:lnTo>
                    <a:pt x="516731" y="779336"/>
                  </a:lnTo>
                  <a:lnTo>
                    <a:pt x="517207" y="779050"/>
                  </a:lnTo>
                  <a:lnTo>
                    <a:pt x="517493" y="778478"/>
                  </a:lnTo>
                  <a:lnTo>
                    <a:pt x="517112" y="777716"/>
                  </a:lnTo>
                  <a:lnTo>
                    <a:pt x="516255" y="777240"/>
                  </a:lnTo>
                  <a:lnTo>
                    <a:pt x="515779" y="777145"/>
                  </a:lnTo>
                  <a:lnTo>
                    <a:pt x="514731" y="776859"/>
                  </a:lnTo>
                  <a:lnTo>
                    <a:pt x="513969" y="777050"/>
                  </a:lnTo>
                  <a:lnTo>
                    <a:pt x="513683" y="777716"/>
                  </a:lnTo>
                  <a:lnTo>
                    <a:pt x="514159" y="778288"/>
                  </a:lnTo>
                  <a:lnTo>
                    <a:pt x="515588" y="778764"/>
                  </a:lnTo>
                  <a:close/>
                  <a:moveTo>
                    <a:pt x="510159" y="792575"/>
                  </a:moveTo>
                  <a:lnTo>
                    <a:pt x="510921" y="791909"/>
                  </a:lnTo>
                  <a:lnTo>
                    <a:pt x="510921" y="791242"/>
                  </a:lnTo>
                  <a:lnTo>
                    <a:pt x="511016" y="790956"/>
                  </a:lnTo>
                  <a:lnTo>
                    <a:pt x="511207" y="790670"/>
                  </a:lnTo>
                  <a:lnTo>
                    <a:pt x="511302" y="790289"/>
                  </a:lnTo>
                  <a:lnTo>
                    <a:pt x="511397" y="789623"/>
                  </a:lnTo>
                  <a:lnTo>
                    <a:pt x="511397" y="788956"/>
                  </a:lnTo>
                  <a:lnTo>
                    <a:pt x="511302" y="788765"/>
                  </a:lnTo>
                  <a:lnTo>
                    <a:pt x="511016" y="789146"/>
                  </a:lnTo>
                  <a:lnTo>
                    <a:pt x="510349" y="789718"/>
                  </a:lnTo>
                  <a:lnTo>
                    <a:pt x="509968" y="789908"/>
                  </a:lnTo>
                  <a:lnTo>
                    <a:pt x="509778" y="790003"/>
                  </a:lnTo>
                  <a:lnTo>
                    <a:pt x="509397" y="790289"/>
                  </a:lnTo>
                  <a:lnTo>
                    <a:pt x="508825" y="790765"/>
                  </a:lnTo>
                  <a:lnTo>
                    <a:pt x="508349" y="791432"/>
                  </a:lnTo>
                  <a:lnTo>
                    <a:pt x="508445" y="792290"/>
                  </a:lnTo>
                  <a:lnTo>
                    <a:pt x="509016" y="792671"/>
                  </a:lnTo>
                  <a:lnTo>
                    <a:pt x="510159" y="792575"/>
                  </a:lnTo>
                  <a:close/>
                  <a:moveTo>
                    <a:pt x="522922" y="776383"/>
                  </a:moveTo>
                  <a:lnTo>
                    <a:pt x="523970" y="776383"/>
                  </a:lnTo>
                  <a:lnTo>
                    <a:pt x="525208" y="776097"/>
                  </a:lnTo>
                  <a:lnTo>
                    <a:pt x="525780" y="775526"/>
                  </a:lnTo>
                  <a:lnTo>
                    <a:pt x="525875" y="774859"/>
                  </a:lnTo>
                  <a:lnTo>
                    <a:pt x="526351" y="773621"/>
                  </a:lnTo>
                  <a:lnTo>
                    <a:pt x="526542" y="772192"/>
                  </a:lnTo>
                  <a:lnTo>
                    <a:pt x="526351" y="771620"/>
                  </a:lnTo>
                  <a:lnTo>
                    <a:pt x="525971" y="772001"/>
                  </a:lnTo>
                  <a:lnTo>
                    <a:pt x="525304" y="772954"/>
                  </a:lnTo>
                  <a:lnTo>
                    <a:pt x="524732" y="773335"/>
                  </a:lnTo>
                  <a:lnTo>
                    <a:pt x="524161" y="773335"/>
                  </a:lnTo>
                  <a:lnTo>
                    <a:pt x="522637" y="774002"/>
                  </a:lnTo>
                  <a:lnTo>
                    <a:pt x="522446" y="774097"/>
                  </a:lnTo>
                  <a:lnTo>
                    <a:pt x="522065" y="774382"/>
                  </a:lnTo>
                  <a:lnTo>
                    <a:pt x="521875" y="775145"/>
                  </a:lnTo>
                  <a:lnTo>
                    <a:pt x="522256" y="776002"/>
                  </a:lnTo>
                  <a:lnTo>
                    <a:pt x="522922" y="776383"/>
                  </a:lnTo>
                  <a:close/>
                  <a:moveTo>
                    <a:pt x="490347" y="802672"/>
                  </a:moveTo>
                  <a:lnTo>
                    <a:pt x="489395" y="802291"/>
                  </a:lnTo>
                  <a:lnTo>
                    <a:pt x="488537" y="802291"/>
                  </a:lnTo>
                  <a:lnTo>
                    <a:pt x="487871" y="802672"/>
                  </a:lnTo>
                  <a:lnTo>
                    <a:pt x="487489" y="803529"/>
                  </a:lnTo>
                  <a:lnTo>
                    <a:pt x="488347" y="803339"/>
                  </a:lnTo>
                  <a:lnTo>
                    <a:pt x="490061" y="804196"/>
                  </a:lnTo>
                  <a:lnTo>
                    <a:pt x="491204" y="804386"/>
                  </a:lnTo>
                  <a:lnTo>
                    <a:pt x="492062" y="804196"/>
                  </a:lnTo>
                  <a:lnTo>
                    <a:pt x="492157" y="804005"/>
                  </a:lnTo>
                  <a:lnTo>
                    <a:pt x="491014" y="803148"/>
                  </a:lnTo>
                  <a:lnTo>
                    <a:pt x="490347" y="802672"/>
                  </a:lnTo>
                  <a:close/>
                  <a:moveTo>
                    <a:pt x="531495" y="779812"/>
                  </a:moveTo>
                  <a:lnTo>
                    <a:pt x="531209" y="780098"/>
                  </a:lnTo>
                  <a:lnTo>
                    <a:pt x="531019" y="780955"/>
                  </a:lnTo>
                  <a:lnTo>
                    <a:pt x="531019" y="782098"/>
                  </a:lnTo>
                  <a:lnTo>
                    <a:pt x="531590" y="782574"/>
                  </a:lnTo>
                  <a:lnTo>
                    <a:pt x="532543" y="782098"/>
                  </a:lnTo>
                  <a:lnTo>
                    <a:pt x="535114" y="779431"/>
                  </a:lnTo>
                  <a:lnTo>
                    <a:pt x="535496" y="778764"/>
                  </a:lnTo>
                  <a:lnTo>
                    <a:pt x="535400" y="778478"/>
                  </a:lnTo>
                  <a:lnTo>
                    <a:pt x="535114" y="778574"/>
                  </a:lnTo>
                  <a:lnTo>
                    <a:pt x="534543" y="778574"/>
                  </a:lnTo>
                  <a:lnTo>
                    <a:pt x="534162" y="778193"/>
                  </a:lnTo>
                  <a:lnTo>
                    <a:pt x="533876" y="777716"/>
                  </a:lnTo>
                  <a:lnTo>
                    <a:pt x="533019" y="777335"/>
                  </a:lnTo>
                  <a:lnTo>
                    <a:pt x="531876" y="777621"/>
                  </a:lnTo>
                  <a:lnTo>
                    <a:pt x="531495" y="778478"/>
                  </a:lnTo>
                  <a:lnTo>
                    <a:pt x="531876" y="779431"/>
                  </a:lnTo>
                  <a:lnTo>
                    <a:pt x="532066" y="779907"/>
                  </a:lnTo>
                  <a:lnTo>
                    <a:pt x="531781" y="779812"/>
                  </a:lnTo>
                  <a:lnTo>
                    <a:pt x="531495" y="779812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4" name="Freeform: Shape 26">
              <a:extLst>
                <a:ext uri="{FF2B5EF4-FFF2-40B4-BE49-F238E27FC236}">
                  <a16:creationId xmlns:a16="http://schemas.microsoft.com/office/drawing/2014/main" id="{52F06D12-4EE1-46E1-8E4E-900DDDCCF62B}"/>
                </a:ext>
              </a:extLst>
            </p:cNvPr>
            <p:cNvSpPr/>
            <p:nvPr/>
          </p:nvSpPr>
          <p:spPr>
            <a:xfrm>
              <a:off x="5820441" y="4585334"/>
              <a:ext cx="2419350" cy="876300"/>
            </a:xfrm>
            <a:custGeom>
              <a:avLst/>
              <a:gdLst>
                <a:gd name="connsiteX0" fmla="*/ 1410367 w 2419350"/>
                <a:gd name="connsiteY0" fmla="*/ 694849 h 876300"/>
                <a:gd name="connsiteX1" fmla="*/ 1409795 w 2419350"/>
                <a:gd name="connsiteY1" fmla="*/ 695230 h 876300"/>
                <a:gd name="connsiteX2" fmla="*/ 1409319 w 2419350"/>
                <a:gd name="connsiteY2" fmla="*/ 695897 h 876300"/>
                <a:gd name="connsiteX3" fmla="*/ 1409033 w 2419350"/>
                <a:gd name="connsiteY3" fmla="*/ 696754 h 876300"/>
                <a:gd name="connsiteX4" fmla="*/ 1408938 w 2419350"/>
                <a:gd name="connsiteY4" fmla="*/ 697516 h 876300"/>
                <a:gd name="connsiteX5" fmla="*/ 1409319 w 2419350"/>
                <a:gd name="connsiteY5" fmla="*/ 698659 h 876300"/>
                <a:gd name="connsiteX6" fmla="*/ 1410176 w 2419350"/>
                <a:gd name="connsiteY6" fmla="*/ 698754 h 876300"/>
                <a:gd name="connsiteX7" fmla="*/ 1411986 w 2419350"/>
                <a:gd name="connsiteY7" fmla="*/ 698087 h 876300"/>
                <a:gd name="connsiteX8" fmla="*/ 1413320 w 2419350"/>
                <a:gd name="connsiteY8" fmla="*/ 697230 h 876300"/>
                <a:gd name="connsiteX9" fmla="*/ 1413415 w 2419350"/>
                <a:gd name="connsiteY9" fmla="*/ 695516 h 876300"/>
                <a:gd name="connsiteX10" fmla="*/ 1412462 w 2419350"/>
                <a:gd name="connsiteY10" fmla="*/ 694277 h 876300"/>
                <a:gd name="connsiteX11" fmla="*/ 1410367 w 2419350"/>
                <a:gd name="connsiteY11" fmla="*/ 694849 h 876300"/>
                <a:gd name="connsiteX12" fmla="*/ 1345692 w 2419350"/>
                <a:gd name="connsiteY12" fmla="*/ 629793 h 876300"/>
                <a:gd name="connsiteX13" fmla="*/ 1345978 w 2419350"/>
                <a:gd name="connsiteY13" fmla="*/ 627507 h 876300"/>
                <a:gd name="connsiteX14" fmla="*/ 1345978 w 2419350"/>
                <a:gd name="connsiteY14" fmla="*/ 625221 h 876300"/>
                <a:gd name="connsiteX15" fmla="*/ 1345787 w 2419350"/>
                <a:gd name="connsiteY15" fmla="*/ 622935 h 876300"/>
                <a:gd name="connsiteX16" fmla="*/ 1345311 w 2419350"/>
                <a:gd name="connsiteY16" fmla="*/ 620744 h 876300"/>
                <a:gd name="connsiteX17" fmla="*/ 1343978 w 2419350"/>
                <a:gd name="connsiteY17" fmla="*/ 617411 h 876300"/>
                <a:gd name="connsiteX18" fmla="*/ 1343787 w 2419350"/>
                <a:gd name="connsiteY18" fmla="*/ 616268 h 876300"/>
                <a:gd name="connsiteX19" fmla="*/ 1343501 w 2419350"/>
                <a:gd name="connsiteY19" fmla="*/ 615410 h 876300"/>
                <a:gd name="connsiteX20" fmla="*/ 1343025 w 2419350"/>
                <a:gd name="connsiteY20" fmla="*/ 614648 h 876300"/>
                <a:gd name="connsiteX21" fmla="*/ 1342644 w 2419350"/>
                <a:gd name="connsiteY21" fmla="*/ 613791 h 876300"/>
                <a:gd name="connsiteX22" fmla="*/ 1342739 w 2419350"/>
                <a:gd name="connsiteY22" fmla="*/ 612553 h 876300"/>
                <a:gd name="connsiteX23" fmla="*/ 1342644 w 2419350"/>
                <a:gd name="connsiteY23" fmla="*/ 612077 h 876300"/>
                <a:gd name="connsiteX24" fmla="*/ 1342358 w 2419350"/>
                <a:gd name="connsiteY24" fmla="*/ 611696 h 876300"/>
                <a:gd name="connsiteX25" fmla="*/ 1341977 w 2419350"/>
                <a:gd name="connsiteY25" fmla="*/ 611505 h 876300"/>
                <a:gd name="connsiteX26" fmla="*/ 1341406 w 2419350"/>
                <a:gd name="connsiteY26" fmla="*/ 611696 h 876300"/>
                <a:gd name="connsiteX27" fmla="*/ 1340739 w 2419350"/>
                <a:gd name="connsiteY27" fmla="*/ 613505 h 876300"/>
                <a:gd name="connsiteX28" fmla="*/ 1340263 w 2419350"/>
                <a:gd name="connsiteY28" fmla="*/ 615791 h 876300"/>
                <a:gd name="connsiteX29" fmla="*/ 1339882 w 2419350"/>
                <a:gd name="connsiteY29" fmla="*/ 622840 h 876300"/>
                <a:gd name="connsiteX30" fmla="*/ 1340453 w 2419350"/>
                <a:gd name="connsiteY30" fmla="*/ 628269 h 876300"/>
                <a:gd name="connsiteX31" fmla="*/ 1340358 w 2419350"/>
                <a:gd name="connsiteY31" fmla="*/ 631412 h 876300"/>
                <a:gd name="connsiteX32" fmla="*/ 1340167 w 2419350"/>
                <a:gd name="connsiteY32" fmla="*/ 632174 h 876300"/>
                <a:gd name="connsiteX33" fmla="*/ 1339406 w 2419350"/>
                <a:gd name="connsiteY33" fmla="*/ 633222 h 876300"/>
                <a:gd name="connsiteX34" fmla="*/ 1339215 w 2419350"/>
                <a:gd name="connsiteY34" fmla="*/ 633889 h 876300"/>
                <a:gd name="connsiteX35" fmla="*/ 1339310 w 2419350"/>
                <a:gd name="connsiteY35" fmla="*/ 634365 h 876300"/>
                <a:gd name="connsiteX36" fmla="*/ 1339977 w 2419350"/>
                <a:gd name="connsiteY36" fmla="*/ 636080 h 876300"/>
                <a:gd name="connsiteX37" fmla="*/ 1340072 w 2419350"/>
                <a:gd name="connsiteY37" fmla="*/ 636651 h 876300"/>
                <a:gd name="connsiteX38" fmla="*/ 1340072 w 2419350"/>
                <a:gd name="connsiteY38" fmla="*/ 637222 h 876300"/>
                <a:gd name="connsiteX39" fmla="*/ 1340263 w 2419350"/>
                <a:gd name="connsiteY39" fmla="*/ 637604 h 876300"/>
                <a:gd name="connsiteX40" fmla="*/ 1340930 w 2419350"/>
                <a:gd name="connsiteY40" fmla="*/ 637794 h 876300"/>
                <a:gd name="connsiteX41" fmla="*/ 1341311 w 2419350"/>
                <a:gd name="connsiteY41" fmla="*/ 638080 h 876300"/>
                <a:gd name="connsiteX42" fmla="*/ 1341501 w 2419350"/>
                <a:gd name="connsiteY42" fmla="*/ 638651 h 876300"/>
                <a:gd name="connsiteX43" fmla="*/ 1341120 w 2419350"/>
                <a:gd name="connsiteY43" fmla="*/ 644366 h 876300"/>
                <a:gd name="connsiteX44" fmla="*/ 1341215 w 2419350"/>
                <a:gd name="connsiteY44" fmla="*/ 645319 h 876300"/>
                <a:gd name="connsiteX45" fmla="*/ 1341691 w 2419350"/>
                <a:gd name="connsiteY45" fmla="*/ 647033 h 876300"/>
                <a:gd name="connsiteX46" fmla="*/ 1341977 w 2419350"/>
                <a:gd name="connsiteY46" fmla="*/ 649319 h 876300"/>
                <a:gd name="connsiteX47" fmla="*/ 1342454 w 2419350"/>
                <a:gd name="connsiteY47" fmla="*/ 649034 h 876300"/>
                <a:gd name="connsiteX48" fmla="*/ 1342930 w 2419350"/>
                <a:gd name="connsiteY48" fmla="*/ 647986 h 876300"/>
                <a:gd name="connsiteX49" fmla="*/ 1343215 w 2419350"/>
                <a:gd name="connsiteY49" fmla="*/ 646938 h 876300"/>
                <a:gd name="connsiteX50" fmla="*/ 1343025 w 2419350"/>
                <a:gd name="connsiteY50" fmla="*/ 644843 h 876300"/>
                <a:gd name="connsiteX51" fmla="*/ 1343120 w 2419350"/>
                <a:gd name="connsiteY51" fmla="*/ 643795 h 876300"/>
                <a:gd name="connsiteX52" fmla="*/ 1343787 w 2419350"/>
                <a:gd name="connsiteY52" fmla="*/ 642652 h 876300"/>
                <a:gd name="connsiteX53" fmla="*/ 1344168 w 2419350"/>
                <a:gd name="connsiteY53" fmla="*/ 641795 h 876300"/>
                <a:gd name="connsiteX54" fmla="*/ 1344549 w 2419350"/>
                <a:gd name="connsiteY54" fmla="*/ 639223 h 876300"/>
                <a:gd name="connsiteX55" fmla="*/ 1344644 w 2419350"/>
                <a:gd name="connsiteY55" fmla="*/ 637127 h 876300"/>
                <a:gd name="connsiteX56" fmla="*/ 1344358 w 2419350"/>
                <a:gd name="connsiteY56" fmla="*/ 634365 h 876300"/>
                <a:gd name="connsiteX57" fmla="*/ 1344549 w 2419350"/>
                <a:gd name="connsiteY57" fmla="*/ 633222 h 876300"/>
                <a:gd name="connsiteX58" fmla="*/ 1345692 w 2419350"/>
                <a:gd name="connsiteY58" fmla="*/ 629793 h 876300"/>
                <a:gd name="connsiteX59" fmla="*/ 1268444 w 2419350"/>
                <a:gd name="connsiteY59" fmla="*/ 736473 h 876300"/>
                <a:gd name="connsiteX60" fmla="*/ 1266063 w 2419350"/>
                <a:gd name="connsiteY60" fmla="*/ 737330 h 876300"/>
                <a:gd name="connsiteX61" fmla="*/ 1264920 w 2419350"/>
                <a:gd name="connsiteY61" fmla="*/ 739521 h 876300"/>
                <a:gd name="connsiteX62" fmla="*/ 1265015 w 2419350"/>
                <a:gd name="connsiteY62" fmla="*/ 741902 h 876300"/>
                <a:gd name="connsiteX63" fmla="*/ 1266539 w 2419350"/>
                <a:gd name="connsiteY63" fmla="*/ 743331 h 876300"/>
                <a:gd name="connsiteX64" fmla="*/ 1267968 w 2419350"/>
                <a:gd name="connsiteY64" fmla="*/ 743331 h 876300"/>
                <a:gd name="connsiteX65" fmla="*/ 1269111 w 2419350"/>
                <a:gd name="connsiteY65" fmla="*/ 742760 h 876300"/>
                <a:gd name="connsiteX66" fmla="*/ 1269968 w 2419350"/>
                <a:gd name="connsiteY66" fmla="*/ 741902 h 876300"/>
                <a:gd name="connsiteX67" fmla="*/ 1270540 w 2419350"/>
                <a:gd name="connsiteY67" fmla="*/ 741140 h 876300"/>
                <a:gd name="connsiteX68" fmla="*/ 1271111 w 2419350"/>
                <a:gd name="connsiteY68" fmla="*/ 739521 h 876300"/>
                <a:gd name="connsiteX69" fmla="*/ 1270825 w 2419350"/>
                <a:gd name="connsiteY69" fmla="*/ 738283 h 876300"/>
                <a:gd name="connsiteX70" fmla="*/ 1269873 w 2419350"/>
                <a:gd name="connsiteY70" fmla="*/ 737235 h 876300"/>
                <a:gd name="connsiteX71" fmla="*/ 1268444 w 2419350"/>
                <a:gd name="connsiteY71" fmla="*/ 736473 h 876300"/>
                <a:gd name="connsiteX72" fmla="*/ 1294829 w 2419350"/>
                <a:gd name="connsiteY72" fmla="*/ 759238 h 876300"/>
                <a:gd name="connsiteX73" fmla="*/ 1294352 w 2419350"/>
                <a:gd name="connsiteY73" fmla="*/ 758476 h 876300"/>
                <a:gd name="connsiteX74" fmla="*/ 1293876 w 2419350"/>
                <a:gd name="connsiteY74" fmla="*/ 758000 h 876300"/>
                <a:gd name="connsiteX75" fmla="*/ 1293495 w 2419350"/>
                <a:gd name="connsiteY75" fmla="*/ 757619 h 876300"/>
                <a:gd name="connsiteX76" fmla="*/ 1293400 w 2419350"/>
                <a:gd name="connsiteY76" fmla="*/ 756856 h 876300"/>
                <a:gd name="connsiteX77" fmla="*/ 1293590 w 2419350"/>
                <a:gd name="connsiteY77" fmla="*/ 756666 h 876300"/>
                <a:gd name="connsiteX78" fmla="*/ 1293971 w 2419350"/>
                <a:gd name="connsiteY78" fmla="*/ 756476 h 876300"/>
                <a:gd name="connsiteX79" fmla="*/ 1294162 w 2419350"/>
                <a:gd name="connsiteY79" fmla="*/ 756190 h 876300"/>
                <a:gd name="connsiteX80" fmla="*/ 1293876 w 2419350"/>
                <a:gd name="connsiteY80" fmla="*/ 755713 h 876300"/>
                <a:gd name="connsiteX81" fmla="*/ 1293400 w 2419350"/>
                <a:gd name="connsiteY81" fmla="*/ 755142 h 876300"/>
                <a:gd name="connsiteX82" fmla="*/ 1293114 w 2419350"/>
                <a:gd name="connsiteY82" fmla="*/ 754952 h 876300"/>
                <a:gd name="connsiteX83" fmla="*/ 1292638 w 2419350"/>
                <a:gd name="connsiteY83" fmla="*/ 754761 h 876300"/>
                <a:gd name="connsiteX84" fmla="*/ 1291781 w 2419350"/>
                <a:gd name="connsiteY84" fmla="*/ 754666 h 876300"/>
                <a:gd name="connsiteX85" fmla="*/ 1289209 w 2419350"/>
                <a:gd name="connsiteY85" fmla="*/ 755047 h 876300"/>
                <a:gd name="connsiteX86" fmla="*/ 1288637 w 2419350"/>
                <a:gd name="connsiteY86" fmla="*/ 754666 h 876300"/>
                <a:gd name="connsiteX87" fmla="*/ 1288351 w 2419350"/>
                <a:gd name="connsiteY87" fmla="*/ 753713 h 876300"/>
                <a:gd name="connsiteX88" fmla="*/ 1288256 w 2419350"/>
                <a:gd name="connsiteY88" fmla="*/ 752666 h 876300"/>
                <a:gd name="connsiteX89" fmla="*/ 1288066 w 2419350"/>
                <a:gd name="connsiteY89" fmla="*/ 751904 h 876300"/>
                <a:gd name="connsiteX90" fmla="*/ 1286161 w 2419350"/>
                <a:gd name="connsiteY90" fmla="*/ 752761 h 876300"/>
                <a:gd name="connsiteX91" fmla="*/ 1285875 w 2419350"/>
                <a:gd name="connsiteY91" fmla="*/ 752856 h 876300"/>
                <a:gd name="connsiteX92" fmla="*/ 1286351 w 2419350"/>
                <a:gd name="connsiteY92" fmla="*/ 754380 h 876300"/>
                <a:gd name="connsiteX93" fmla="*/ 1286447 w 2419350"/>
                <a:gd name="connsiteY93" fmla="*/ 755237 h 876300"/>
                <a:gd name="connsiteX94" fmla="*/ 1285970 w 2419350"/>
                <a:gd name="connsiteY94" fmla="*/ 755618 h 876300"/>
                <a:gd name="connsiteX95" fmla="*/ 1286161 w 2419350"/>
                <a:gd name="connsiteY95" fmla="*/ 757333 h 876300"/>
                <a:gd name="connsiteX96" fmla="*/ 1286161 w 2419350"/>
                <a:gd name="connsiteY96" fmla="*/ 757809 h 876300"/>
                <a:gd name="connsiteX97" fmla="*/ 1286161 w 2419350"/>
                <a:gd name="connsiteY97" fmla="*/ 757809 h 876300"/>
                <a:gd name="connsiteX98" fmla="*/ 1285780 w 2419350"/>
                <a:gd name="connsiteY98" fmla="*/ 758762 h 876300"/>
                <a:gd name="connsiteX99" fmla="*/ 1285780 w 2419350"/>
                <a:gd name="connsiteY99" fmla="*/ 758952 h 876300"/>
                <a:gd name="connsiteX100" fmla="*/ 1285494 w 2419350"/>
                <a:gd name="connsiteY100" fmla="*/ 759047 h 876300"/>
                <a:gd name="connsiteX101" fmla="*/ 1284637 w 2419350"/>
                <a:gd name="connsiteY101" fmla="*/ 758952 h 876300"/>
                <a:gd name="connsiteX102" fmla="*/ 1284351 w 2419350"/>
                <a:gd name="connsiteY102" fmla="*/ 759047 h 876300"/>
                <a:gd name="connsiteX103" fmla="*/ 1283875 w 2419350"/>
                <a:gd name="connsiteY103" fmla="*/ 759524 h 876300"/>
                <a:gd name="connsiteX104" fmla="*/ 1283780 w 2419350"/>
                <a:gd name="connsiteY104" fmla="*/ 759905 h 876300"/>
                <a:gd name="connsiteX105" fmla="*/ 1283970 w 2419350"/>
                <a:gd name="connsiteY105" fmla="*/ 761333 h 876300"/>
                <a:gd name="connsiteX106" fmla="*/ 1283970 w 2419350"/>
                <a:gd name="connsiteY106" fmla="*/ 762762 h 876300"/>
                <a:gd name="connsiteX107" fmla="*/ 1284161 w 2419350"/>
                <a:gd name="connsiteY107" fmla="*/ 762953 h 876300"/>
                <a:gd name="connsiteX108" fmla="*/ 1284541 w 2419350"/>
                <a:gd name="connsiteY108" fmla="*/ 763048 h 876300"/>
                <a:gd name="connsiteX109" fmla="*/ 1284923 w 2419350"/>
                <a:gd name="connsiteY109" fmla="*/ 763143 h 876300"/>
                <a:gd name="connsiteX110" fmla="*/ 1285113 w 2419350"/>
                <a:gd name="connsiteY110" fmla="*/ 763524 h 876300"/>
                <a:gd name="connsiteX111" fmla="*/ 1285113 w 2419350"/>
                <a:gd name="connsiteY111" fmla="*/ 764953 h 876300"/>
                <a:gd name="connsiteX112" fmla="*/ 1285018 w 2419350"/>
                <a:gd name="connsiteY112" fmla="*/ 765334 h 876300"/>
                <a:gd name="connsiteX113" fmla="*/ 1284065 w 2419350"/>
                <a:gd name="connsiteY113" fmla="*/ 767144 h 876300"/>
                <a:gd name="connsiteX114" fmla="*/ 1283875 w 2419350"/>
                <a:gd name="connsiteY114" fmla="*/ 767905 h 876300"/>
                <a:gd name="connsiteX115" fmla="*/ 1284065 w 2419350"/>
                <a:gd name="connsiteY115" fmla="*/ 768572 h 876300"/>
                <a:gd name="connsiteX116" fmla="*/ 1283684 w 2419350"/>
                <a:gd name="connsiteY116" fmla="*/ 768572 h 876300"/>
                <a:gd name="connsiteX117" fmla="*/ 1284065 w 2419350"/>
                <a:gd name="connsiteY117" fmla="*/ 768953 h 876300"/>
                <a:gd name="connsiteX118" fmla="*/ 1285018 w 2419350"/>
                <a:gd name="connsiteY118" fmla="*/ 768191 h 876300"/>
                <a:gd name="connsiteX119" fmla="*/ 1287494 w 2419350"/>
                <a:gd name="connsiteY119" fmla="*/ 769239 h 876300"/>
                <a:gd name="connsiteX120" fmla="*/ 1288732 w 2419350"/>
                <a:gd name="connsiteY120" fmla="*/ 768953 h 876300"/>
                <a:gd name="connsiteX121" fmla="*/ 1288066 w 2419350"/>
                <a:gd name="connsiteY121" fmla="*/ 768287 h 876300"/>
                <a:gd name="connsiteX122" fmla="*/ 1287589 w 2419350"/>
                <a:gd name="connsiteY122" fmla="*/ 767239 h 876300"/>
                <a:gd name="connsiteX123" fmla="*/ 1287304 w 2419350"/>
                <a:gd name="connsiteY123" fmla="*/ 766286 h 876300"/>
                <a:gd name="connsiteX124" fmla="*/ 1287208 w 2419350"/>
                <a:gd name="connsiteY124" fmla="*/ 765715 h 876300"/>
                <a:gd name="connsiteX125" fmla="*/ 1287494 w 2419350"/>
                <a:gd name="connsiteY125" fmla="*/ 764381 h 876300"/>
                <a:gd name="connsiteX126" fmla="*/ 1287875 w 2419350"/>
                <a:gd name="connsiteY126" fmla="*/ 763905 h 876300"/>
                <a:gd name="connsiteX127" fmla="*/ 1288447 w 2419350"/>
                <a:gd name="connsiteY127" fmla="*/ 764096 h 876300"/>
                <a:gd name="connsiteX128" fmla="*/ 1288828 w 2419350"/>
                <a:gd name="connsiteY128" fmla="*/ 764000 h 876300"/>
                <a:gd name="connsiteX129" fmla="*/ 1289209 w 2419350"/>
                <a:gd name="connsiteY129" fmla="*/ 763334 h 876300"/>
                <a:gd name="connsiteX130" fmla="*/ 1289780 w 2419350"/>
                <a:gd name="connsiteY130" fmla="*/ 762000 h 876300"/>
                <a:gd name="connsiteX131" fmla="*/ 1289399 w 2419350"/>
                <a:gd name="connsiteY131" fmla="*/ 761619 h 876300"/>
                <a:gd name="connsiteX132" fmla="*/ 1289114 w 2419350"/>
                <a:gd name="connsiteY132" fmla="*/ 762191 h 876300"/>
                <a:gd name="connsiteX133" fmla="*/ 1288732 w 2419350"/>
                <a:gd name="connsiteY133" fmla="*/ 762286 h 876300"/>
                <a:gd name="connsiteX134" fmla="*/ 1288351 w 2419350"/>
                <a:gd name="connsiteY134" fmla="*/ 762000 h 876300"/>
                <a:gd name="connsiteX135" fmla="*/ 1288066 w 2419350"/>
                <a:gd name="connsiteY135" fmla="*/ 761333 h 876300"/>
                <a:gd name="connsiteX136" fmla="*/ 1288828 w 2419350"/>
                <a:gd name="connsiteY136" fmla="*/ 761333 h 876300"/>
                <a:gd name="connsiteX137" fmla="*/ 1289304 w 2419350"/>
                <a:gd name="connsiteY137" fmla="*/ 761047 h 876300"/>
                <a:gd name="connsiteX138" fmla="*/ 1290066 w 2419350"/>
                <a:gd name="connsiteY138" fmla="*/ 760095 h 876300"/>
                <a:gd name="connsiteX139" fmla="*/ 1290733 w 2419350"/>
                <a:gd name="connsiteY139" fmla="*/ 759714 h 876300"/>
                <a:gd name="connsiteX140" fmla="*/ 1291209 w 2419350"/>
                <a:gd name="connsiteY140" fmla="*/ 760095 h 876300"/>
                <a:gd name="connsiteX141" fmla="*/ 1291685 w 2419350"/>
                <a:gd name="connsiteY141" fmla="*/ 761047 h 876300"/>
                <a:gd name="connsiteX142" fmla="*/ 1292352 w 2419350"/>
                <a:gd name="connsiteY142" fmla="*/ 761238 h 876300"/>
                <a:gd name="connsiteX143" fmla="*/ 1294066 w 2419350"/>
                <a:gd name="connsiteY143" fmla="*/ 761047 h 876300"/>
                <a:gd name="connsiteX144" fmla="*/ 1294162 w 2419350"/>
                <a:gd name="connsiteY144" fmla="*/ 760762 h 876300"/>
                <a:gd name="connsiteX145" fmla="*/ 1294066 w 2419350"/>
                <a:gd name="connsiteY145" fmla="*/ 760190 h 876300"/>
                <a:gd name="connsiteX146" fmla="*/ 1294162 w 2419350"/>
                <a:gd name="connsiteY146" fmla="*/ 759714 h 876300"/>
                <a:gd name="connsiteX147" fmla="*/ 1294829 w 2419350"/>
                <a:gd name="connsiteY147" fmla="*/ 759238 h 876300"/>
                <a:gd name="connsiteX148" fmla="*/ 1349978 w 2419350"/>
                <a:gd name="connsiteY148" fmla="*/ 683609 h 876300"/>
                <a:gd name="connsiteX149" fmla="*/ 1351883 w 2419350"/>
                <a:gd name="connsiteY149" fmla="*/ 684657 h 876300"/>
                <a:gd name="connsiteX150" fmla="*/ 1352455 w 2419350"/>
                <a:gd name="connsiteY150" fmla="*/ 684086 h 876300"/>
                <a:gd name="connsiteX151" fmla="*/ 1352550 w 2419350"/>
                <a:gd name="connsiteY151" fmla="*/ 683324 h 876300"/>
                <a:gd name="connsiteX152" fmla="*/ 1353693 w 2419350"/>
                <a:gd name="connsiteY152" fmla="*/ 683800 h 876300"/>
                <a:gd name="connsiteX153" fmla="*/ 1355598 w 2419350"/>
                <a:gd name="connsiteY153" fmla="*/ 683895 h 876300"/>
                <a:gd name="connsiteX154" fmla="*/ 1357122 w 2419350"/>
                <a:gd name="connsiteY154" fmla="*/ 683705 h 876300"/>
                <a:gd name="connsiteX155" fmla="*/ 1357217 w 2419350"/>
                <a:gd name="connsiteY155" fmla="*/ 682943 h 876300"/>
                <a:gd name="connsiteX156" fmla="*/ 1357693 w 2419350"/>
                <a:gd name="connsiteY156" fmla="*/ 681514 h 876300"/>
                <a:gd name="connsiteX157" fmla="*/ 1357789 w 2419350"/>
                <a:gd name="connsiteY157" fmla="*/ 680656 h 876300"/>
                <a:gd name="connsiteX158" fmla="*/ 1357598 w 2419350"/>
                <a:gd name="connsiteY158" fmla="*/ 679799 h 876300"/>
                <a:gd name="connsiteX159" fmla="*/ 1357122 w 2419350"/>
                <a:gd name="connsiteY159" fmla="*/ 679990 h 876300"/>
                <a:gd name="connsiteX160" fmla="*/ 1356360 w 2419350"/>
                <a:gd name="connsiteY160" fmla="*/ 680847 h 876300"/>
                <a:gd name="connsiteX161" fmla="*/ 1355693 w 2419350"/>
                <a:gd name="connsiteY161" fmla="*/ 680752 h 876300"/>
                <a:gd name="connsiteX162" fmla="*/ 1354931 w 2419350"/>
                <a:gd name="connsiteY162" fmla="*/ 680371 h 876300"/>
                <a:gd name="connsiteX163" fmla="*/ 1352169 w 2419350"/>
                <a:gd name="connsiteY163" fmla="*/ 679133 h 876300"/>
                <a:gd name="connsiteX164" fmla="*/ 1350931 w 2419350"/>
                <a:gd name="connsiteY164" fmla="*/ 677323 h 876300"/>
                <a:gd name="connsiteX165" fmla="*/ 1349978 w 2419350"/>
                <a:gd name="connsiteY165" fmla="*/ 677132 h 876300"/>
                <a:gd name="connsiteX166" fmla="*/ 1349216 w 2419350"/>
                <a:gd name="connsiteY166" fmla="*/ 676656 h 876300"/>
                <a:gd name="connsiteX167" fmla="*/ 1348931 w 2419350"/>
                <a:gd name="connsiteY167" fmla="*/ 677894 h 876300"/>
                <a:gd name="connsiteX168" fmla="*/ 1349121 w 2419350"/>
                <a:gd name="connsiteY168" fmla="*/ 679037 h 876300"/>
                <a:gd name="connsiteX169" fmla="*/ 1348835 w 2419350"/>
                <a:gd name="connsiteY169" fmla="*/ 680371 h 876300"/>
                <a:gd name="connsiteX170" fmla="*/ 1347597 w 2419350"/>
                <a:gd name="connsiteY170" fmla="*/ 680847 h 876300"/>
                <a:gd name="connsiteX171" fmla="*/ 1346264 w 2419350"/>
                <a:gd name="connsiteY171" fmla="*/ 680180 h 876300"/>
                <a:gd name="connsiteX172" fmla="*/ 1345787 w 2419350"/>
                <a:gd name="connsiteY172" fmla="*/ 680466 h 876300"/>
                <a:gd name="connsiteX173" fmla="*/ 1346168 w 2419350"/>
                <a:gd name="connsiteY173" fmla="*/ 681609 h 876300"/>
                <a:gd name="connsiteX174" fmla="*/ 1347121 w 2419350"/>
                <a:gd name="connsiteY174" fmla="*/ 681419 h 876300"/>
                <a:gd name="connsiteX175" fmla="*/ 1348073 w 2419350"/>
                <a:gd name="connsiteY175" fmla="*/ 681800 h 876300"/>
                <a:gd name="connsiteX176" fmla="*/ 1349407 w 2419350"/>
                <a:gd name="connsiteY176" fmla="*/ 681609 h 876300"/>
                <a:gd name="connsiteX177" fmla="*/ 1349216 w 2419350"/>
                <a:gd name="connsiteY177" fmla="*/ 682371 h 876300"/>
                <a:gd name="connsiteX178" fmla="*/ 1349978 w 2419350"/>
                <a:gd name="connsiteY178" fmla="*/ 683609 h 876300"/>
                <a:gd name="connsiteX179" fmla="*/ 1406652 w 2419350"/>
                <a:gd name="connsiteY179" fmla="*/ 744760 h 876300"/>
                <a:gd name="connsiteX180" fmla="*/ 1406081 w 2419350"/>
                <a:gd name="connsiteY180" fmla="*/ 744950 h 876300"/>
                <a:gd name="connsiteX181" fmla="*/ 1405699 w 2419350"/>
                <a:gd name="connsiteY181" fmla="*/ 745236 h 876300"/>
                <a:gd name="connsiteX182" fmla="*/ 1405318 w 2419350"/>
                <a:gd name="connsiteY182" fmla="*/ 745522 h 876300"/>
                <a:gd name="connsiteX183" fmla="*/ 1404842 w 2419350"/>
                <a:gd name="connsiteY183" fmla="*/ 745808 h 876300"/>
                <a:gd name="connsiteX184" fmla="*/ 1405795 w 2419350"/>
                <a:gd name="connsiteY184" fmla="*/ 747713 h 876300"/>
                <a:gd name="connsiteX185" fmla="*/ 1406557 w 2419350"/>
                <a:gd name="connsiteY185" fmla="*/ 748284 h 876300"/>
                <a:gd name="connsiteX186" fmla="*/ 1407700 w 2419350"/>
                <a:gd name="connsiteY186" fmla="*/ 748094 h 876300"/>
                <a:gd name="connsiteX187" fmla="*/ 1408366 w 2419350"/>
                <a:gd name="connsiteY187" fmla="*/ 747236 h 876300"/>
                <a:gd name="connsiteX188" fmla="*/ 1408366 w 2419350"/>
                <a:gd name="connsiteY188" fmla="*/ 745998 h 876300"/>
                <a:gd name="connsiteX189" fmla="*/ 1407795 w 2419350"/>
                <a:gd name="connsiteY189" fmla="*/ 745046 h 876300"/>
                <a:gd name="connsiteX190" fmla="*/ 1406652 w 2419350"/>
                <a:gd name="connsiteY190" fmla="*/ 744760 h 876300"/>
                <a:gd name="connsiteX191" fmla="*/ 1367218 w 2419350"/>
                <a:gd name="connsiteY191" fmla="*/ 691610 h 876300"/>
                <a:gd name="connsiteX192" fmla="*/ 1362551 w 2419350"/>
                <a:gd name="connsiteY192" fmla="*/ 691134 h 876300"/>
                <a:gd name="connsiteX193" fmla="*/ 1360646 w 2419350"/>
                <a:gd name="connsiteY193" fmla="*/ 690467 h 876300"/>
                <a:gd name="connsiteX194" fmla="*/ 1359598 w 2419350"/>
                <a:gd name="connsiteY194" fmla="*/ 690277 h 876300"/>
                <a:gd name="connsiteX195" fmla="*/ 1358741 w 2419350"/>
                <a:gd name="connsiteY195" fmla="*/ 690658 h 876300"/>
                <a:gd name="connsiteX196" fmla="*/ 1358456 w 2419350"/>
                <a:gd name="connsiteY196" fmla="*/ 691039 h 876300"/>
                <a:gd name="connsiteX197" fmla="*/ 1358360 w 2419350"/>
                <a:gd name="connsiteY197" fmla="*/ 691515 h 876300"/>
                <a:gd name="connsiteX198" fmla="*/ 1358456 w 2419350"/>
                <a:gd name="connsiteY198" fmla="*/ 691896 h 876300"/>
                <a:gd name="connsiteX199" fmla="*/ 1358741 w 2419350"/>
                <a:gd name="connsiteY199" fmla="*/ 692277 h 876300"/>
                <a:gd name="connsiteX200" fmla="*/ 1359598 w 2419350"/>
                <a:gd name="connsiteY200" fmla="*/ 692658 h 876300"/>
                <a:gd name="connsiteX201" fmla="*/ 1360837 w 2419350"/>
                <a:gd name="connsiteY201" fmla="*/ 692753 h 876300"/>
                <a:gd name="connsiteX202" fmla="*/ 1362075 w 2419350"/>
                <a:gd name="connsiteY202" fmla="*/ 692658 h 876300"/>
                <a:gd name="connsiteX203" fmla="*/ 1362932 w 2419350"/>
                <a:gd name="connsiteY203" fmla="*/ 692277 h 876300"/>
                <a:gd name="connsiteX204" fmla="*/ 1363980 w 2419350"/>
                <a:gd name="connsiteY204" fmla="*/ 692753 h 876300"/>
                <a:gd name="connsiteX205" fmla="*/ 1367314 w 2419350"/>
                <a:gd name="connsiteY205" fmla="*/ 693325 h 876300"/>
                <a:gd name="connsiteX206" fmla="*/ 1367981 w 2419350"/>
                <a:gd name="connsiteY206" fmla="*/ 693992 h 876300"/>
                <a:gd name="connsiteX207" fmla="*/ 1368742 w 2419350"/>
                <a:gd name="connsiteY207" fmla="*/ 694372 h 876300"/>
                <a:gd name="connsiteX208" fmla="*/ 1370457 w 2419350"/>
                <a:gd name="connsiteY208" fmla="*/ 694277 h 876300"/>
                <a:gd name="connsiteX209" fmla="*/ 1372076 w 2419350"/>
                <a:gd name="connsiteY209" fmla="*/ 693706 h 876300"/>
                <a:gd name="connsiteX210" fmla="*/ 1372553 w 2419350"/>
                <a:gd name="connsiteY210" fmla="*/ 692753 h 876300"/>
                <a:gd name="connsiteX211" fmla="*/ 1371695 w 2419350"/>
                <a:gd name="connsiteY211" fmla="*/ 691896 h 876300"/>
                <a:gd name="connsiteX212" fmla="*/ 1370076 w 2419350"/>
                <a:gd name="connsiteY212" fmla="*/ 691610 h 876300"/>
                <a:gd name="connsiteX213" fmla="*/ 1367218 w 2419350"/>
                <a:gd name="connsiteY213" fmla="*/ 691610 h 876300"/>
                <a:gd name="connsiteX214" fmla="*/ 1305401 w 2419350"/>
                <a:gd name="connsiteY214" fmla="*/ 763429 h 876300"/>
                <a:gd name="connsiteX215" fmla="*/ 1305592 w 2419350"/>
                <a:gd name="connsiteY215" fmla="*/ 762476 h 876300"/>
                <a:gd name="connsiteX216" fmla="*/ 1304354 w 2419350"/>
                <a:gd name="connsiteY216" fmla="*/ 762095 h 876300"/>
                <a:gd name="connsiteX217" fmla="*/ 1302734 w 2419350"/>
                <a:gd name="connsiteY217" fmla="*/ 762095 h 876300"/>
                <a:gd name="connsiteX218" fmla="*/ 1301972 w 2419350"/>
                <a:gd name="connsiteY218" fmla="*/ 762286 h 876300"/>
                <a:gd name="connsiteX219" fmla="*/ 1301782 w 2419350"/>
                <a:gd name="connsiteY219" fmla="*/ 763429 h 876300"/>
                <a:gd name="connsiteX220" fmla="*/ 1301306 w 2419350"/>
                <a:gd name="connsiteY220" fmla="*/ 764381 h 876300"/>
                <a:gd name="connsiteX221" fmla="*/ 1300543 w 2419350"/>
                <a:gd name="connsiteY221" fmla="*/ 764762 h 876300"/>
                <a:gd name="connsiteX222" fmla="*/ 1299496 w 2419350"/>
                <a:gd name="connsiteY222" fmla="*/ 764286 h 876300"/>
                <a:gd name="connsiteX223" fmla="*/ 1299115 w 2419350"/>
                <a:gd name="connsiteY223" fmla="*/ 763810 h 876300"/>
                <a:gd name="connsiteX224" fmla="*/ 1298924 w 2419350"/>
                <a:gd name="connsiteY224" fmla="*/ 762667 h 876300"/>
                <a:gd name="connsiteX225" fmla="*/ 1298734 w 2419350"/>
                <a:gd name="connsiteY225" fmla="*/ 762191 h 876300"/>
                <a:gd name="connsiteX226" fmla="*/ 1298448 w 2419350"/>
                <a:gd name="connsiteY226" fmla="*/ 761905 h 876300"/>
                <a:gd name="connsiteX227" fmla="*/ 1297400 w 2419350"/>
                <a:gd name="connsiteY227" fmla="*/ 761143 h 876300"/>
                <a:gd name="connsiteX228" fmla="*/ 1297019 w 2419350"/>
                <a:gd name="connsiteY228" fmla="*/ 762286 h 876300"/>
                <a:gd name="connsiteX229" fmla="*/ 1298067 w 2419350"/>
                <a:gd name="connsiteY229" fmla="*/ 764381 h 876300"/>
                <a:gd name="connsiteX230" fmla="*/ 1297781 w 2419350"/>
                <a:gd name="connsiteY230" fmla="*/ 765524 h 876300"/>
                <a:gd name="connsiteX231" fmla="*/ 1298829 w 2419350"/>
                <a:gd name="connsiteY231" fmla="*/ 765905 h 876300"/>
                <a:gd name="connsiteX232" fmla="*/ 1298639 w 2419350"/>
                <a:gd name="connsiteY232" fmla="*/ 766477 h 876300"/>
                <a:gd name="connsiteX233" fmla="*/ 1297876 w 2419350"/>
                <a:gd name="connsiteY233" fmla="*/ 767048 h 876300"/>
                <a:gd name="connsiteX234" fmla="*/ 1297114 w 2419350"/>
                <a:gd name="connsiteY234" fmla="*/ 767429 h 876300"/>
                <a:gd name="connsiteX235" fmla="*/ 1297210 w 2419350"/>
                <a:gd name="connsiteY235" fmla="*/ 767620 h 876300"/>
                <a:gd name="connsiteX236" fmla="*/ 1297496 w 2419350"/>
                <a:gd name="connsiteY236" fmla="*/ 768096 h 876300"/>
                <a:gd name="connsiteX237" fmla="*/ 1296733 w 2419350"/>
                <a:gd name="connsiteY237" fmla="*/ 768287 h 876300"/>
                <a:gd name="connsiteX238" fmla="*/ 1296353 w 2419350"/>
                <a:gd name="connsiteY238" fmla="*/ 768763 h 876300"/>
                <a:gd name="connsiteX239" fmla="*/ 1295972 w 2419350"/>
                <a:gd name="connsiteY239" fmla="*/ 770287 h 876300"/>
                <a:gd name="connsiteX240" fmla="*/ 1296448 w 2419350"/>
                <a:gd name="connsiteY240" fmla="*/ 770763 h 876300"/>
                <a:gd name="connsiteX241" fmla="*/ 1296924 w 2419350"/>
                <a:gd name="connsiteY241" fmla="*/ 770954 h 876300"/>
                <a:gd name="connsiteX242" fmla="*/ 1297400 w 2419350"/>
                <a:gd name="connsiteY242" fmla="*/ 770858 h 876300"/>
                <a:gd name="connsiteX243" fmla="*/ 1297876 w 2419350"/>
                <a:gd name="connsiteY243" fmla="*/ 770477 h 876300"/>
                <a:gd name="connsiteX244" fmla="*/ 1298448 w 2419350"/>
                <a:gd name="connsiteY244" fmla="*/ 770192 h 876300"/>
                <a:gd name="connsiteX245" fmla="*/ 1298829 w 2419350"/>
                <a:gd name="connsiteY245" fmla="*/ 770477 h 876300"/>
                <a:gd name="connsiteX246" fmla="*/ 1299115 w 2419350"/>
                <a:gd name="connsiteY246" fmla="*/ 770954 h 876300"/>
                <a:gd name="connsiteX247" fmla="*/ 1299686 w 2419350"/>
                <a:gd name="connsiteY247" fmla="*/ 771525 h 876300"/>
                <a:gd name="connsiteX248" fmla="*/ 1300163 w 2419350"/>
                <a:gd name="connsiteY248" fmla="*/ 771906 h 876300"/>
                <a:gd name="connsiteX249" fmla="*/ 1300639 w 2419350"/>
                <a:gd name="connsiteY249" fmla="*/ 772001 h 876300"/>
                <a:gd name="connsiteX250" fmla="*/ 1300829 w 2419350"/>
                <a:gd name="connsiteY250" fmla="*/ 771525 h 876300"/>
                <a:gd name="connsiteX251" fmla="*/ 1301687 w 2419350"/>
                <a:gd name="connsiteY251" fmla="*/ 770382 h 876300"/>
                <a:gd name="connsiteX252" fmla="*/ 1301877 w 2419350"/>
                <a:gd name="connsiteY252" fmla="*/ 769906 h 876300"/>
                <a:gd name="connsiteX253" fmla="*/ 1301877 w 2419350"/>
                <a:gd name="connsiteY253" fmla="*/ 768858 h 876300"/>
                <a:gd name="connsiteX254" fmla="*/ 1300924 w 2419350"/>
                <a:gd name="connsiteY254" fmla="*/ 767905 h 876300"/>
                <a:gd name="connsiteX255" fmla="*/ 1300829 w 2419350"/>
                <a:gd name="connsiteY255" fmla="*/ 766953 h 876300"/>
                <a:gd name="connsiteX256" fmla="*/ 1301210 w 2419350"/>
                <a:gd name="connsiteY256" fmla="*/ 766286 h 876300"/>
                <a:gd name="connsiteX257" fmla="*/ 1301877 w 2419350"/>
                <a:gd name="connsiteY257" fmla="*/ 766096 h 876300"/>
                <a:gd name="connsiteX258" fmla="*/ 1302639 w 2419350"/>
                <a:gd name="connsiteY258" fmla="*/ 766096 h 876300"/>
                <a:gd name="connsiteX259" fmla="*/ 1303401 w 2419350"/>
                <a:gd name="connsiteY259" fmla="*/ 765905 h 876300"/>
                <a:gd name="connsiteX260" fmla="*/ 1303211 w 2419350"/>
                <a:gd name="connsiteY260" fmla="*/ 765143 h 876300"/>
                <a:gd name="connsiteX261" fmla="*/ 1303782 w 2419350"/>
                <a:gd name="connsiteY261" fmla="*/ 764572 h 876300"/>
                <a:gd name="connsiteX262" fmla="*/ 1305401 w 2419350"/>
                <a:gd name="connsiteY262" fmla="*/ 763429 h 876300"/>
                <a:gd name="connsiteX263" fmla="*/ 735711 w 2419350"/>
                <a:gd name="connsiteY263" fmla="*/ 176879 h 876300"/>
                <a:gd name="connsiteX264" fmla="*/ 735997 w 2419350"/>
                <a:gd name="connsiteY264" fmla="*/ 177070 h 876300"/>
                <a:gd name="connsiteX265" fmla="*/ 736282 w 2419350"/>
                <a:gd name="connsiteY265" fmla="*/ 177165 h 876300"/>
                <a:gd name="connsiteX266" fmla="*/ 736568 w 2419350"/>
                <a:gd name="connsiteY266" fmla="*/ 177070 h 876300"/>
                <a:gd name="connsiteX267" fmla="*/ 737140 w 2419350"/>
                <a:gd name="connsiteY267" fmla="*/ 176689 h 876300"/>
                <a:gd name="connsiteX268" fmla="*/ 737425 w 2419350"/>
                <a:gd name="connsiteY268" fmla="*/ 176689 h 876300"/>
                <a:gd name="connsiteX269" fmla="*/ 738378 w 2419350"/>
                <a:gd name="connsiteY269" fmla="*/ 177260 h 876300"/>
                <a:gd name="connsiteX270" fmla="*/ 738378 w 2419350"/>
                <a:gd name="connsiteY270" fmla="*/ 177641 h 876300"/>
                <a:gd name="connsiteX271" fmla="*/ 737997 w 2419350"/>
                <a:gd name="connsiteY271" fmla="*/ 178118 h 876300"/>
                <a:gd name="connsiteX272" fmla="*/ 737902 w 2419350"/>
                <a:gd name="connsiteY272" fmla="*/ 178784 h 876300"/>
                <a:gd name="connsiteX273" fmla="*/ 738664 w 2419350"/>
                <a:gd name="connsiteY273" fmla="*/ 179451 h 876300"/>
                <a:gd name="connsiteX274" fmla="*/ 739997 w 2419350"/>
                <a:gd name="connsiteY274" fmla="*/ 179356 h 876300"/>
                <a:gd name="connsiteX275" fmla="*/ 741426 w 2419350"/>
                <a:gd name="connsiteY275" fmla="*/ 178879 h 876300"/>
                <a:gd name="connsiteX276" fmla="*/ 742283 w 2419350"/>
                <a:gd name="connsiteY276" fmla="*/ 178403 h 876300"/>
                <a:gd name="connsiteX277" fmla="*/ 743140 w 2419350"/>
                <a:gd name="connsiteY277" fmla="*/ 177832 h 876300"/>
                <a:gd name="connsiteX278" fmla="*/ 743331 w 2419350"/>
                <a:gd name="connsiteY278" fmla="*/ 177451 h 876300"/>
                <a:gd name="connsiteX279" fmla="*/ 743045 w 2419350"/>
                <a:gd name="connsiteY279" fmla="*/ 176975 h 876300"/>
                <a:gd name="connsiteX280" fmla="*/ 742379 w 2419350"/>
                <a:gd name="connsiteY280" fmla="*/ 176689 h 876300"/>
                <a:gd name="connsiteX281" fmla="*/ 740092 w 2419350"/>
                <a:gd name="connsiteY281" fmla="*/ 176689 h 876300"/>
                <a:gd name="connsiteX282" fmla="*/ 739521 w 2419350"/>
                <a:gd name="connsiteY282" fmla="*/ 176498 h 876300"/>
                <a:gd name="connsiteX283" fmla="*/ 738378 w 2419350"/>
                <a:gd name="connsiteY283" fmla="*/ 175831 h 876300"/>
                <a:gd name="connsiteX284" fmla="*/ 737806 w 2419350"/>
                <a:gd name="connsiteY284" fmla="*/ 175546 h 876300"/>
                <a:gd name="connsiteX285" fmla="*/ 737140 w 2419350"/>
                <a:gd name="connsiteY285" fmla="*/ 175451 h 876300"/>
                <a:gd name="connsiteX286" fmla="*/ 736378 w 2419350"/>
                <a:gd name="connsiteY286" fmla="*/ 175546 h 876300"/>
                <a:gd name="connsiteX287" fmla="*/ 735806 w 2419350"/>
                <a:gd name="connsiteY287" fmla="*/ 175831 h 876300"/>
                <a:gd name="connsiteX288" fmla="*/ 735616 w 2419350"/>
                <a:gd name="connsiteY288" fmla="*/ 176403 h 876300"/>
                <a:gd name="connsiteX289" fmla="*/ 735711 w 2419350"/>
                <a:gd name="connsiteY289" fmla="*/ 176689 h 876300"/>
                <a:gd name="connsiteX290" fmla="*/ 735711 w 2419350"/>
                <a:gd name="connsiteY290" fmla="*/ 176879 h 876300"/>
                <a:gd name="connsiteX291" fmla="*/ 1193578 w 2419350"/>
                <a:gd name="connsiteY291" fmla="*/ 100775 h 876300"/>
                <a:gd name="connsiteX292" fmla="*/ 1195673 w 2419350"/>
                <a:gd name="connsiteY292" fmla="*/ 100584 h 876300"/>
                <a:gd name="connsiteX293" fmla="*/ 1197578 w 2419350"/>
                <a:gd name="connsiteY293" fmla="*/ 98584 h 876300"/>
                <a:gd name="connsiteX294" fmla="*/ 1198245 w 2419350"/>
                <a:gd name="connsiteY294" fmla="*/ 97250 h 876300"/>
                <a:gd name="connsiteX295" fmla="*/ 1198055 w 2419350"/>
                <a:gd name="connsiteY295" fmla="*/ 95726 h 876300"/>
                <a:gd name="connsiteX296" fmla="*/ 1197578 w 2419350"/>
                <a:gd name="connsiteY296" fmla="*/ 95345 h 876300"/>
                <a:gd name="connsiteX297" fmla="*/ 1195292 w 2419350"/>
                <a:gd name="connsiteY297" fmla="*/ 94107 h 876300"/>
                <a:gd name="connsiteX298" fmla="*/ 1193959 w 2419350"/>
                <a:gd name="connsiteY298" fmla="*/ 92583 h 876300"/>
                <a:gd name="connsiteX299" fmla="*/ 1193292 w 2419350"/>
                <a:gd name="connsiteY299" fmla="*/ 92107 h 876300"/>
                <a:gd name="connsiteX300" fmla="*/ 1192530 w 2419350"/>
                <a:gd name="connsiteY300" fmla="*/ 92583 h 876300"/>
                <a:gd name="connsiteX301" fmla="*/ 1190720 w 2419350"/>
                <a:gd name="connsiteY301" fmla="*/ 94297 h 876300"/>
                <a:gd name="connsiteX302" fmla="*/ 1189768 w 2419350"/>
                <a:gd name="connsiteY302" fmla="*/ 96584 h 876300"/>
                <a:gd name="connsiteX303" fmla="*/ 1191101 w 2419350"/>
                <a:gd name="connsiteY303" fmla="*/ 99155 h 876300"/>
                <a:gd name="connsiteX304" fmla="*/ 1193578 w 2419350"/>
                <a:gd name="connsiteY304" fmla="*/ 100775 h 876300"/>
                <a:gd name="connsiteX305" fmla="*/ 734568 w 2419350"/>
                <a:gd name="connsiteY305" fmla="*/ 262509 h 876300"/>
                <a:gd name="connsiteX306" fmla="*/ 733901 w 2419350"/>
                <a:gd name="connsiteY306" fmla="*/ 263176 h 876300"/>
                <a:gd name="connsiteX307" fmla="*/ 733139 w 2419350"/>
                <a:gd name="connsiteY307" fmla="*/ 263557 h 876300"/>
                <a:gd name="connsiteX308" fmla="*/ 732091 w 2419350"/>
                <a:gd name="connsiteY308" fmla="*/ 263652 h 876300"/>
                <a:gd name="connsiteX309" fmla="*/ 731425 w 2419350"/>
                <a:gd name="connsiteY309" fmla="*/ 263938 h 876300"/>
                <a:gd name="connsiteX310" fmla="*/ 730567 w 2419350"/>
                <a:gd name="connsiteY310" fmla="*/ 264605 h 876300"/>
                <a:gd name="connsiteX311" fmla="*/ 729805 w 2419350"/>
                <a:gd name="connsiteY311" fmla="*/ 265367 h 876300"/>
                <a:gd name="connsiteX312" fmla="*/ 729424 w 2419350"/>
                <a:gd name="connsiteY312" fmla="*/ 265843 h 876300"/>
                <a:gd name="connsiteX313" fmla="*/ 729424 w 2419350"/>
                <a:gd name="connsiteY313" fmla="*/ 266891 h 876300"/>
                <a:gd name="connsiteX314" fmla="*/ 730853 w 2419350"/>
                <a:gd name="connsiteY314" fmla="*/ 268700 h 876300"/>
                <a:gd name="connsiteX315" fmla="*/ 731234 w 2419350"/>
                <a:gd name="connsiteY315" fmla="*/ 269938 h 876300"/>
                <a:gd name="connsiteX316" fmla="*/ 730948 w 2419350"/>
                <a:gd name="connsiteY316" fmla="*/ 270986 h 876300"/>
                <a:gd name="connsiteX317" fmla="*/ 730567 w 2419350"/>
                <a:gd name="connsiteY317" fmla="*/ 271463 h 876300"/>
                <a:gd name="connsiteX318" fmla="*/ 730472 w 2419350"/>
                <a:gd name="connsiteY318" fmla="*/ 271939 h 876300"/>
                <a:gd name="connsiteX319" fmla="*/ 732663 w 2419350"/>
                <a:gd name="connsiteY319" fmla="*/ 274701 h 876300"/>
                <a:gd name="connsiteX320" fmla="*/ 733139 w 2419350"/>
                <a:gd name="connsiteY320" fmla="*/ 275749 h 876300"/>
                <a:gd name="connsiteX321" fmla="*/ 733330 w 2419350"/>
                <a:gd name="connsiteY321" fmla="*/ 277082 h 876300"/>
                <a:gd name="connsiteX322" fmla="*/ 733330 w 2419350"/>
                <a:gd name="connsiteY322" fmla="*/ 279273 h 876300"/>
                <a:gd name="connsiteX323" fmla="*/ 733139 w 2419350"/>
                <a:gd name="connsiteY323" fmla="*/ 279845 h 876300"/>
                <a:gd name="connsiteX324" fmla="*/ 732377 w 2419350"/>
                <a:gd name="connsiteY324" fmla="*/ 280988 h 876300"/>
                <a:gd name="connsiteX325" fmla="*/ 732187 w 2419350"/>
                <a:gd name="connsiteY325" fmla="*/ 281559 h 876300"/>
                <a:gd name="connsiteX326" fmla="*/ 732377 w 2419350"/>
                <a:gd name="connsiteY326" fmla="*/ 282893 h 876300"/>
                <a:gd name="connsiteX327" fmla="*/ 733711 w 2419350"/>
                <a:gd name="connsiteY327" fmla="*/ 284893 h 876300"/>
                <a:gd name="connsiteX328" fmla="*/ 734092 w 2419350"/>
                <a:gd name="connsiteY328" fmla="*/ 285941 h 876300"/>
                <a:gd name="connsiteX329" fmla="*/ 734092 w 2419350"/>
                <a:gd name="connsiteY329" fmla="*/ 287179 h 876300"/>
                <a:gd name="connsiteX330" fmla="*/ 733997 w 2419350"/>
                <a:gd name="connsiteY330" fmla="*/ 287941 h 876300"/>
                <a:gd name="connsiteX331" fmla="*/ 733425 w 2419350"/>
                <a:gd name="connsiteY331" fmla="*/ 289465 h 876300"/>
                <a:gd name="connsiteX332" fmla="*/ 732854 w 2419350"/>
                <a:gd name="connsiteY332" fmla="*/ 291560 h 876300"/>
                <a:gd name="connsiteX333" fmla="*/ 733234 w 2419350"/>
                <a:gd name="connsiteY333" fmla="*/ 292894 h 876300"/>
                <a:gd name="connsiteX334" fmla="*/ 734568 w 2419350"/>
                <a:gd name="connsiteY334" fmla="*/ 293561 h 876300"/>
                <a:gd name="connsiteX335" fmla="*/ 737902 w 2419350"/>
                <a:gd name="connsiteY335" fmla="*/ 293846 h 876300"/>
                <a:gd name="connsiteX336" fmla="*/ 738759 w 2419350"/>
                <a:gd name="connsiteY336" fmla="*/ 294037 h 876300"/>
                <a:gd name="connsiteX337" fmla="*/ 739426 w 2419350"/>
                <a:gd name="connsiteY337" fmla="*/ 294322 h 876300"/>
                <a:gd name="connsiteX338" fmla="*/ 742379 w 2419350"/>
                <a:gd name="connsiteY338" fmla="*/ 296609 h 876300"/>
                <a:gd name="connsiteX339" fmla="*/ 745807 w 2419350"/>
                <a:gd name="connsiteY339" fmla="*/ 303467 h 876300"/>
                <a:gd name="connsiteX340" fmla="*/ 746379 w 2419350"/>
                <a:gd name="connsiteY340" fmla="*/ 303752 h 876300"/>
                <a:gd name="connsiteX341" fmla="*/ 749522 w 2419350"/>
                <a:gd name="connsiteY341" fmla="*/ 306419 h 876300"/>
                <a:gd name="connsiteX342" fmla="*/ 751808 w 2419350"/>
                <a:gd name="connsiteY342" fmla="*/ 307943 h 876300"/>
                <a:gd name="connsiteX343" fmla="*/ 752856 w 2419350"/>
                <a:gd name="connsiteY343" fmla="*/ 308801 h 876300"/>
                <a:gd name="connsiteX344" fmla="*/ 747427 w 2419350"/>
                <a:gd name="connsiteY344" fmla="*/ 308134 h 876300"/>
                <a:gd name="connsiteX345" fmla="*/ 746093 w 2419350"/>
                <a:gd name="connsiteY345" fmla="*/ 307562 h 876300"/>
                <a:gd name="connsiteX346" fmla="*/ 745522 w 2419350"/>
                <a:gd name="connsiteY346" fmla="*/ 307562 h 876300"/>
                <a:gd name="connsiteX347" fmla="*/ 745331 w 2419350"/>
                <a:gd name="connsiteY347" fmla="*/ 308324 h 876300"/>
                <a:gd name="connsiteX348" fmla="*/ 745331 w 2419350"/>
                <a:gd name="connsiteY348" fmla="*/ 309848 h 876300"/>
                <a:gd name="connsiteX349" fmla="*/ 745522 w 2419350"/>
                <a:gd name="connsiteY349" fmla="*/ 310610 h 876300"/>
                <a:gd name="connsiteX350" fmla="*/ 746570 w 2419350"/>
                <a:gd name="connsiteY350" fmla="*/ 312230 h 876300"/>
                <a:gd name="connsiteX351" fmla="*/ 746950 w 2419350"/>
                <a:gd name="connsiteY351" fmla="*/ 313658 h 876300"/>
                <a:gd name="connsiteX352" fmla="*/ 747141 w 2419350"/>
                <a:gd name="connsiteY352" fmla="*/ 316516 h 876300"/>
                <a:gd name="connsiteX353" fmla="*/ 747046 w 2419350"/>
                <a:gd name="connsiteY353" fmla="*/ 318611 h 876300"/>
                <a:gd name="connsiteX354" fmla="*/ 747141 w 2419350"/>
                <a:gd name="connsiteY354" fmla="*/ 319183 h 876300"/>
                <a:gd name="connsiteX355" fmla="*/ 747522 w 2419350"/>
                <a:gd name="connsiteY355" fmla="*/ 319850 h 876300"/>
                <a:gd name="connsiteX356" fmla="*/ 748570 w 2419350"/>
                <a:gd name="connsiteY356" fmla="*/ 320897 h 876300"/>
                <a:gd name="connsiteX357" fmla="*/ 748855 w 2419350"/>
                <a:gd name="connsiteY357" fmla="*/ 321755 h 876300"/>
                <a:gd name="connsiteX358" fmla="*/ 748570 w 2419350"/>
                <a:gd name="connsiteY358" fmla="*/ 321755 h 876300"/>
                <a:gd name="connsiteX359" fmla="*/ 747713 w 2419350"/>
                <a:gd name="connsiteY359" fmla="*/ 320993 h 876300"/>
                <a:gd name="connsiteX360" fmla="*/ 746379 w 2419350"/>
                <a:gd name="connsiteY360" fmla="*/ 320421 h 876300"/>
                <a:gd name="connsiteX361" fmla="*/ 744855 w 2419350"/>
                <a:gd name="connsiteY361" fmla="*/ 320040 h 876300"/>
                <a:gd name="connsiteX362" fmla="*/ 743331 w 2419350"/>
                <a:gd name="connsiteY362" fmla="*/ 319945 h 876300"/>
                <a:gd name="connsiteX363" fmla="*/ 741616 w 2419350"/>
                <a:gd name="connsiteY363" fmla="*/ 320135 h 876300"/>
                <a:gd name="connsiteX364" fmla="*/ 740759 w 2419350"/>
                <a:gd name="connsiteY364" fmla="*/ 320326 h 876300"/>
                <a:gd name="connsiteX365" fmla="*/ 740188 w 2419350"/>
                <a:gd name="connsiteY365" fmla="*/ 320612 h 876300"/>
                <a:gd name="connsiteX366" fmla="*/ 739712 w 2419350"/>
                <a:gd name="connsiteY366" fmla="*/ 321278 h 876300"/>
                <a:gd name="connsiteX367" fmla="*/ 739426 w 2419350"/>
                <a:gd name="connsiteY367" fmla="*/ 322136 h 876300"/>
                <a:gd name="connsiteX368" fmla="*/ 739616 w 2419350"/>
                <a:gd name="connsiteY368" fmla="*/ 322993 h 876300"/>
                <a:gd name="connsiteX369" fmla="*/ 740473 w 2419350"/>
                <a:gd name="connsiteY369" fmla="*/ 323469 h 876300"/>
                <a:gd name="connsiteX370" fmla="*/ 740473 w 2419350"/>
                <a:gd name="connsiteY370" fmla="*/ 322612 h 876300"/>
                <a:gd name="connsiteX371" fmla="*/ 740950 w 2419350"/>
                <a:gd name="connsiteY371" fmla="*/ 322326 h 876300"/>
                <a:gd name="connsiteX372" fmla="*/ 741616 w 2419350"/>
                <a:gd name="connsiteY372" fmla="*/ 322421 h 876300"/>
                <a:gd name="connsiteX373" fmla="*/ 742283 w 2419350"/>
                <a:gd name="connsiteY373" fmla="*/ 322707 h 876300"/>
                <a:gd name="connsiteX374" fmla="*/ 742283 w 2419350"/>
                <a:gd name="connsiteY374" fmla="*/ 322993 h 876300"/>
                <a:gd name="connsiteX375" fmla="*/ 741712 w 2419350"/>
                <a:gd name="connsiteY375" fmla="*/ 324231 h 876300"/>
                <a:gd name="connsiteX376" fmla="*/ 742379 w 2419350"/>
                <a:gd name="connsiteY376" fmla="*/ 325660 h 876300"/>
                <a:gd name="connsiteX377" fmla="*/ 744093 w 2419350"/>
                <a:gd name="connsiteY377" fmla="*/ 328041 h 876300"/>
                <a:gd name="connsiteX378" fmla="*/ 742855 w 2419350"/>
                <a:gd name="connsiteY378" fmla="*/ 328041 h 876300"/>
                <a:gd name="connsiteX379" fmla="*/ 742379 w 2419350"/>
                <a:gd name="connsiteY379" fmla="*/ 328136 h 876300"/>
                <a:gd name="connsiteX380" fmla="*/ 742283 w 2419350"/>
                <a:gd name="connsiteY380" fmla="*/ 328613 h 876300"/>
                <a:gd name="connsiteX381" fmla="*/ 742379 w 2419350"/>
                <a:gd name="connsiteY381" fmla="*/ 330708 h 876300"/>
                <a:gd name="connsiteX382" fmla="*/ 743426 w 2419350"/>
                <a:gd name="connsiteY382" fmla="*/ 335375 h 876300"/>
                <a:gd name="connsiteX383" fmla="*/ 743807 w 2419350"/>
                <a:gd name="connsiteY383" fmla="*/ 336233 h 876300"/>
                <a:gd name="connsiteX384" fmla="*/ 744283 w 2419350"/>
                <a:gd name="connsiteY384" fmla="*/ 336899 h 876300"/>
                <a:gd name="connsiteX385" fmla="*/ 745331 w 2419350"/>
                <a:gd name="connsiteY385" fmla="*/ 337947 h 876300"/>
                <a:gd name="connsiteX386" fmla="*/ 745903 w 2419350"/>
                <a:gd name="connsiteY386" fmla="*/ 338328 h 876300"/>
                <a:gd name="connsiteX387" fmla="*/ 746379 w 2419350"/>
                <a:gd name="connsiteY387" fmla="*/ 338328 h 876300"/>
                <a:gd name="connsiteX388" fmla="*/ 746760 w 2419350"/>
                <a:gd name="connsiteY388" fmla="*/ 338138 h 876300"/>
                <a:gd name="connsiteX389" fmla="*/ 747331 w 2419350"/>
                <a:gd name="connsiteY389" fmla="*/ 338042 h 876300"/>
                <a:gd name="connsiteX390" fmla="*/ 747903 w 2419350"/>
                <a:gd name="connsiteY390" fmla="*/ 338042 h 876300"/>
                <a:gd name="connsiteX391" fmla="*/ 748093 w 2419350"/>
                <a:gd name="connsiteY391" fmla="*/ 338042 h 876300"/>
                <a:gd name="connsiteX392" fmla="*/ 748284 w 2419350"/>
                <a:gd name="connsiteY392" fmla="*/ 338138 h 876300"/>
                <a:gd name="connsiteX393" fmla="*/ 748760 w 2419350"/>
                <a:gd name="connsiteY393" fmla="*/ 338423 h 876300"/>
                <a:gd name="connsiteX394" fmla="*/ 748951 w 2419350"/>
                <a:gd name="connsiteY394" fmla="*/ 338614 h 876300"/>
                <a:gd name="connsiteX395" fmla="*/ 749141 w 2419350"/>
                <a:gd name="connsiteY395" fmla="*/ 338995 h 876300"/>
                <a:gd name="connsiteX396" fmla="*/ 749332 w 2419350"/>
                <a:gd name="connsiteY396" fmla="*/ 339376 h 876300"/>
                <a:gd name="connsiteX397" fmla="*/ 750094 w 2419350"/>
                <a:gd name="connsiteY397" fmla="*/ 339662 h 876300"/>
                <a:gd name="connsiteX398" fmla="*/ 750475 w 2419350"/>
                <a:gd name="connsiteY398" fmla="*/ 339947 h 876300"/>
                <a:gd name="connsiteX399" fmla="*/ 750761 w 2419350"/>
                <a:gd name="connsiteY399" fmla="*/ 340138 h 876300"/>
                <a:gd name="connsiteX400" fmla="*/ 751522 w 2419350"/>
                <a:gd name="connsiteY400" fmla="*/ 339852 h 876300"/>
                <a:gd name="connsiteX401" fmla="*/ 755047 w 2419350"/>
                <a:gd name="connsiteY401" fmla="*/ 339757 h 876300"/>
                <a:gd name="connsiteX402" fmla="*/ 756666 w 2419350"/>
                <a:gd name="connsiteY402" fmla="*/ 339947 h 876300"/>
                <a:gd name="connsiteX403" fmla="*/ 757999 w 2419350"/>
                <a:gd name="connsiteY403" fmla="*/ 340424 h 876300"/>
                <a:gd name="connsiteX404" fmla="*/ 759238 w 2419350"/>
                <a:gd name="connsiteY404" fmla="*/ 341281 h 876300"/>
                <a:gd name="connsiteX405" fmla="*/ 759238 w 2419350"/>
                <a:gd name="connsiteY405" fmla="*/ 341567 h 876300"/>
                <a:gd name="connsiteX406" fmla="*/ 758285 w 2419350"/>
                <a:gd name="connsiteY406" fmla="*/ 341567 h 876300"/>
                <a:gd name="connsiteX407" fmla="*/ 756571 w 2419350"/>
                <a:gd name="connsiteY407" fmla="*/ 341281 h 876300"/>
                <a:gd name="connsiteX408" fmla="*/ 755618 w 2419350"/>
                <a:gd name="connsiteY408" fmla="*/ 341281 h 876300"/>
                <a:gd name="connsiteX409" fmla="*/ 755618 w 2419350"/>
                <a:gd name="connsiteY409" fmla="*/ 341567 h 876300"/>
                <a:gd name="connsiteX410" fmla="*/ 755809 w 2419350"/>
                <a:gd name="connsiteY410" fmla="*/ 341757 h 876300"/>
                <a:gd name="connsiteX411" fmla="*/ 756095 w 2419350"/>
                <a:gd name="connsiteY411" fmla="*/ 342138 h 876300"/>
                <a:gd name="connsiteX412" fmla="*/ 756285 w 2419350"/>
                <a:gd name="connsiteY412" fmla="*/ 342329 h 876300"/>
                <a:gd name="connsiteX413" fmla="*/ 755809 w 2419350"/>
                <a:gd name="connsiteY413" fmla="*/ 342614 h 876300"/>
                <a:gd name="connsiteX414" fmla="*/ 755618 w 2419350"/>
                <a:gd name="connsiteY414" fmla="*/ 342710 h 876300"/>
                <a:gd name="connsiteX415" fmla="*/ 755618 w 2419350"/>
                <a:gd name="connsiteY415" fmla="*/ 343091 h 876300"/>
                <a:gd name="connsiteX416" fmla="*/ 755999 w 2419350"/>
                <a:gd name="connsiteY416" fmla="*/ 343281 h 876300"/>
                <a:gd name="connsiteX417" fmla="*/ 756856 w 2419350"/>
                <a:gd name="connsiteY417" fmla="*/ 343376 h 876300"/>
                <a:gd name="connsiteX418" fmla="*/ 757428 w 2419350"/>
                <a:gd name="connsiteY418" fmla="*/ 343471 h 876300"/>
                <a:gd name="connsiteX419" fmla="*/ 758666 w 2419350"/>
                <a:gd name="connsiteY419" fmla="*/ 343948 h 876300"/>
                <a:gd name="connsiteX420" fmla="*/ 759809 w 2419350"/>
                <a:gd name="connsiteY420" fmla="*/ 344710 h 876300"/>
                <a:gd name="connsiteX421" fmla="*/ 760286 w 2419350"/>
                <a:gd name="connsiteY421" fmla="*/ 345186 h 876300"/>
                <a:gd name="connsiteX422" fmla="*/ 761238 w 2419350"/>
                <a:gd name="connsiteY422" fmla="*/ 346520 h 876300"/>
                <a:gd name="connsiteX423" fmla="*/ 761714 w 2419350"/>
                <a:gd name="connsiteY423" fmla="*/ 346710 h 876300"/>
                <a:gd name="connsiteX424" fmla="*/ 763048 w 2419350"/>
                <a:gd name="connsiteY424" fmla="*/ 346520 h 876300"/>
                <a:gd name="connsiteX425" fmla="*/ 763524 w 2419350"/>
                <a:gd name="connsiteY425" fmla="*/ 346615 h 876300"/>
                <a:gd name="connsiteX426" fmla="*/ 763714 w 2419350"/>
                <a:gd name="connsiteY426" fmla="*/ 347091 h 876300"/>
                <a:gd name="connsiteX427" fmla="*/ 763333 w 2419350"/>
                <a:gd name="connsiteY427" fmla="*/ 347377 h 876300"/>
                <a:gd name="connsiteX428" fmla="*/ 762095 w 2419350"/>
                <a:gd name="connsiteY428" fmla="*/ 347663 h 876300"/>
                <a:gd name="connsiteX429" fmla="*/ 761524 w 2419350"/>
                <a:gd name="connsiteY429" fmla="*/ 347663 h 876300"/>
                <a:gd name="connsiteX430" fmla="*/ 761143 w 2419350"/>
                <a:gd name="connsiteY430" fmla="*/ 347567 h 876300"/>
                <a:gd name="connsiteX431" fmla="*/ 760857 w 2419350"/>
                <a:gd name="connsiteY431" fmla="*/ 347472 h 876300"/>
                <a:gd name="connsiteX432" fmla="*/ 759428 w 2419350"/>
                <a:gd name="connsiteY432" fmla="*/ 347091 h 876300"/>
                <a:gd name="connsiteX433" fmla="*/ 757809 w 2419350"/>
                <a:gd name="connsiteY433" fmla="*/ 345853 h 876300"/>
                <a:gd name="connsiteX434" fmla="*/ 757047 w 2419350"/>
                <a:gd name="connsiteY434" fmla="*/ 345472 h 876300"/>
                <a:gd name="connsiteX435" fmla="*/ 753428 w 2419350"/>
                <a:gd name="connsiteY435" fmla="*/ 345472 h 876300"/>
                <a:gd name="connsiteX436" fmla="*/ 752570 w 2419350"/>
                <a:gd name="connsiteY436" fmla="*/ 344996 h 876300"/>
                <a:gd name="connsiteX437" fmla="*/ 751618 w 2419350"/>
                <a:gd name="connsiteY437" fmla="*/ 344138 h 876300"/>
                <a:gd name="connsiteX438" fmla="*/ 750761 w 2419350"/>
                <a:gd name="connsiteY438" fmla="*/ 344043 h 876300"/>
                <a:gd name="connsiteX439" fmla="*/ 750189 w 2419350"/>
                <a:gd name="connsiteY439" fmla="*/ 344614 h 876300"/>
                <a:gd name="connsiteX440" fmla="*/ 749903 w 2419350"/>
                <a:gd name="connsiteY440" fmla="*/ 345567 h 876300"/>
                <a:gd name="connsiteX441" fmla="*/ 751332 w 2419350"/>
                <a:gd name="connsiteY441" fmla="*/ 353854 h 876300"/>
                <a:gd name="connsiteX442" fmla="*/ 751904 w 2419350"/>
                <a:gd name="connsiteY442" fmla="*/ 354330 h 876300"/>
                <a:gd name="connsiteX443" fmla="*/ 753808 w 2419350"/>
                <a:gd name="connsiteY443" fmla="*/ 355378 h 876300"/>
                <a:gd name="connsiteX444" fmla="*/ 754189 w 2419350"/>
                <a:gd name="connsiteY444" fmla="*/ 355378 h 876300"/>
                <a:gd name="connsiteX445" fmla="*/ 754571 w 2419350"/>
                <a:gd name="connsiteY445" fmla="*/ 355663 h 876300"/>
                <a:gd name="connsiteX446" fmla="*/ 756761 w 2419350"/>
                <a:gd name="connsiteY446" fmla="*/ 356711 h 876300"/>
                <a:gd name="connsiteX447" fmla="*/ 757523 w 2419350"/>
                <a:gd name="connsiteY447" fmla="*/ 356902 h 876300"/>
                <a:gd name="connsiteX448" fmla="*/ 758380 w 2419350"/>
                <a:gd name="connsiteY448" fmla="*/ 356902 h 876300"/>
                <a:gd name="connsiteX449" fmla="*/ 759047 w 2419350"/>
                <a:gd name="connsiteY449" fmla="*/ 356521 h 876300"/>
                <a:gd name="connsiteX450" fmla="*/ 759333 w 2419350"/>
                <a:gd name="connsiteY450" fmla="*/ 355473 h 876300"/>
                <a:gd name="connsiteX451" fmla="*/ 759142 w 2419350"/>
                <a:gd name="connsiteY451" fmla="*/ 354902 h 876300"/>
                <a:gd name="connsiteX452" fmla="*/ 758857 w 2419350"/>
                <a:gd name="connsiteY452" fmla="*/ 354521 h 876300"/>
                <a:gd name="connsiteX453" fmla="*/ 758762 w 2419350"/>
                <a:gd name="connsiteY453" fmla="*/ 354139 h 876300"/>
                <a:gd name="connsiteX454" fmla="*/ 759142 w 2419350"/>
                <a:gd name="connsiteY454" fmla="*/ 353663 h 876300"/>
                <a:gd name="connsiteX455" fmla="*/ 759523 w 2419350"/>
                <a:gd name="connsiteY455" fmla="*/ 353473 h 876300"/>
                <a:gd name="connsiteX456" fmla="*/ 760095 w 2419350"/>
                <a:gd name="connsiteY456" fmla="*/ 353378 h 876300"/>
                <a:gd name="connsiteX457" fmla="*/ 762762 w 2419350"/>
                <a:gd name="connsiteY457" fmla="*/ 353663 h 876300"/>
                <a:gd name="connsiteX458" fmla="*/ 764667 w 2419350"/>
                <a:gd name="connsiteY458" fmla="*/ 354235 h 876300"/>
                <a:gd name="connsiteX459" fmla="*/ 766477 w 2419350"/>
                <a:gd name="connsiteY459" fmla="*/ 354997 h 876300"/>
                <a:gd name="connsiteX460" fmla="*/ 767620 w 2419350"/>
                <a:gd name="connsiteY460" fmla="*/ 355854 h 876300"/>
                <a:gd name="connsiteX461" fmla="*/ 768477 w 2419350"/>
                <a:gd name="connsiteY461" fmla="*/ 358616 h 876300"/>
                <a:gd name="connsiteX462" fmla="*/ 768858 w 2419350"/>
                <a:gd name="connsiteY462" fmla="*/ 359093 h 876300"/>
                <a:gd name="connsiteX463" fmla="*/ 769430 w 2419350"/>
                <a:gd name="connsiteY463" fmla="*/ 358997 h 876300"/>
                <a:gd name="connsiteX464" fmla="*/ 769811 w 2419350"/>
                <a:gd name="connsiteY464" fmla="*/ 358807 h 876300"/>
                <a:gd name="connsiteX465" fmla="*/ 770191 w 2419350"/>
                <a:gd name="connsiteY465" fmla="*/ 358807 h 876300"/>
                <a:gd name="connsiteX466" fmla="*/ 771144 w 2419350"/>
                <a:gd name="connsiteY466" fmla="*/ 359664 h 876300"/>
                <a:gd name="connsiteX467" fmla="*/ 772668 w 2419350"/>
                <a:gd name="connsiteY467" fmla="*/ 360521 h 876300"/>
                <a:gd name="connsiteX468" fmla="*/ 774097 w 2419350"/>
                <a:gd name="connsiteY468" fmla="*/ 359283 h 876300"/>
                <a:gd name="connsiteX469" fmla="*/ 774668 w 2419350"/>
                <a:gd name="connsiteY469" fmla="*/ 358616 h 876300"/>
                <a:gd name="connsiteX470" fmla="*/ 774859 w 2419350"/>
                <a:gd name="connsiteY470" fmla="*/ 357473 h 876300"/>
                <a:gd name="connsiteX471" fmla="*/ 774954 w 2419350"/>
                <a:gd name="connsiteY471" fmla="*/ 356330 h 876300"/>
                <a:gd name="connsiteX472" fmla="*/ 775240 w 2419350"/>
                <a:gd name="connsiteY472" fmla="*/ 355568 h 876300"/>
                <a:gd name="connsiteX473" fmla="*/ 775811 w 2419350"/>
                <a:gd name="connsiteY473" fmla="*/ 355092 h 876300"/>
                <a:gd name="connsiteX474" fmla="*/ 777335 w 2419350"/>
                <a:gd name="connsiteY474" fmla="*/ 354711 h 876300"/>
                <a:gd name="connsiteX475" fmla="*/ 777430 w 2419350"/>
                <a:gd name="connsiteY475" fmla="*/ 354902 h 876300"/>
                <a:gd name="connsiteX476" fmla="*/ 777145 w 2419350"/>
                <a:gd name="connsiteY476" fmla="*/ 355568 h 876300"/>
                <a:gd name="connsiteX477" fmla="*/ 776668 w 2419350"/>
                <a:gd name="connsiteY477" fmla="*/ 356235 h 876300"/>
                <a:gd name="connsiteX478" fmla="*/ 776192 w 2419350"/>
                <a:gd name="connsiteY478" fmla="*/ 356711 h 876300"/>
                <a:gd name="connsiteX479" fmla="*/ 775811 w 2419350"/>
                <a:gd name="connsiteY479" fmla="*/ 357188 h 876300"/>
                <a:gd name="connsiteX480" fmla="*/ 775621 w 2419350"/>
                <a:gd name="connsiteY480" fmla="*/ 357950 h 876300"/>
                <a:gd name="connsiteX481" fmla="*/ 775716 w 2419350"/>
                <a:gd name="connsiteY481" fmla="*/ 359093 h 876300"/>
                <a:gd name="connsiteX482" fmla="*/ 776097 w 2419350"/>
                <a:gd name="connsiteY482" fmla="*/ 359759 h 876300"/>
                <a:gd name="connsiteX483" fmla="*/ 777145 w 2419350"/>
                <a:gd name="connsiteY483" fmla="*/ 360997 h 876300"/>
                <a:gd name="connsiteX484" fmla="*/ 777907 w 2419350"/>
                <a:gd name="connsiteY484" fmla="*/ 362426 h 876300"/>
                <a:gd name="connsiteX485" fmla="*/ 778478 w 2419350"/>
                <a:gd name="connsiteY485" fmla="*/ 363188 h 876300"/>
                <a:gd name="connsiteX486" fmla="*/ 779716 w 2419350"/>
                <a:gd name="connsiteY486" fmla="*/ 363855 h 876300"/>
                <a:gd name="connsiteX487" fmla="*/ 780383 w 2419350"/>
                <a:gd name="connsiteY487" fmla="*/ 365474 h 876300"/>
                <a:gd name="connsiteX488" fmla="*/ 781050 w 2419350"/>
                <a:gd name="connsiteY488" fmla="*/ 366046 h 876300"/>
                <a:gd name="connsiteX489" fmla="*/ 782288 w 2419350"/>
                <a:gd name="connsiteY489" fmla="*/ 365951 h 876300"/>
                <a:gd name="connsiteX490" fmla="*/ 782860 w 2419350"/>
                <a:gd name="connsiteY490" fmla="*/ 366046 h 876300"/>
                <a:gd name="connsiteX491" fmla="*/ 784098 w 2419350"/>
                <a:gd name="connsiteY491" fmla="*/ 366713 h 876300"/>
                <a:gd name="connsiteX492" fmla="*/ 784384 w 2419350"/>
                <a:gd name="connsiteY492" fmla="*/ 366808 h 876300"/>
                <a:gd name="connsiteX493" fmla="*/ 785527 w 2419350"/>
                <a:gd name="connsiteY493" fmla="*/ 366998 h 876300"/>
                <a:gd name="connsiteX494" fmla="*/ 786193 w 2419350"/>
                <a:gd name="connsiteY494" fmla="*/ 367475 h 876300"/>
                <a:gd name="connsiteX495" fmla="*/ 786289 w 2419350"/>
                <a:gd name="connsiteY495" fmla="*/ 368237 h 876300"/>
                <a:gd name="connsiteX496" fmla="*/ 785622 w 2419350"/>
                <a:gd name="connsiteY496" fmla="*/ 370618 h 876300"/>
                <a:gd name="connsiteX497" fmla="*/ 785527 w 2419350"/>
                <a:gd name="connsiteY497" fmla="*/ 372046 h 876300"/>
                <a:gd name="connsiteX498" fmla="*/ 785908 w 2419350"/>
                <a:gd name="connsiteY498" fmla="*/ 373189 h 876300"/>
                <a:gd name="connsiteX499" fmla="*/ 787051 w 2419350"/>
                <a:gd name="connsiteY499" fmla="*/ 373571 h 876300"/>
                <a:gd name="connsiteX500" fmla="*/ 786860 w 2419350"/>
                <a:gd name="connsiteY500" fmla="*/ 374618 h 876300"/>
                <a:gd name="connsiteX501" fmla="*/ 787717 w 2419350"/>
                <a:gd name="connsiteY501" fmla="*/ 375380 h 876300"/>
                <a:gd name="connsiteX502" fmla="*/ 788956 w 2419350"/>
                <a:gd name="connsiteY502" fmla="*/ 375856 h 876300"/>
                <a:gd name="connsiteX503" fmla="*/ 790099 w 2419350"/>
                <a:gd name="connsiteY503" fmla="*/ 376047 h 876300"/>
                <a:gd name="connsiteX504" fmla="*/ 791147 w 2419350"/>
                <a:gd name="connsiteY504" fmla="*/ 376428 h 876300"/>
                <a:gd name="connsiteX505" fmla="*/ 791908 w 2419350"/>
                <a:gd name="connsiteY505" fmla="*/ 377380 h 876300"/>
                <a:gd name="connsiteX506" fmla="*/ 792861 w 2419350"/>
                <a:gd name="connsiteY506" fmla="*/ 379571 h 876300"/>
                <a:gd name="connsiteX507" fmla="*/ 793337 w 2419350"/>
                <a:gd name="connsiteY507" fmla="*/ 381857 h 876300"/>
                <a:gd name="connsiteX508" fmla="*/ 793242 w 2419350"/>
                <a:gd name="connsiteY508" fmla="*/ 384048 h 876300"/>
                <a:gd name="connsiteX509" fmla="*/ 791813 w 2419350"/>
                <a:gd name="connsiteY509" fmla="*/ 390716 h 876300"/>
                <a:gd name="connsiteX510" fmla="*/ 791623 w 2419350"/>
                <a:gd name="connsiteY510" fmla="*/ 394240 h 876300"/>
                <a:gd name="connsiteX511" fmla="*/ 791337 w 2419350"/>
                <a:gd name="connsiteY511" fmla="*/ 395192 h 876300"/>
                <a:gd name="connsiteX512" fmla="*/ 789813 w 2419350"/>
                <a:gd name="connsiteY512" fmla="*/ 398621 h 876300"/>
                <a:gd name="connsiteX513" fmla="*/ 789241 w 2419350"/>
                <a:gd name="connsiteY513" fmla="*/ 399574 h 876300"/>
                <a:gd name="connsiteX514" fmla="*/ 788670 w 2419350"/>
                <a:gd name="connsiteY514" fmla="*/ 399955 h 876300"/>
                <a:gd name="connsiteX515" fmla="*/ 787908 w 2419350"/>
                <a:gd name="connsiteY515" fmla="*/ 400241 h 876300"/>
                <a:gd name="connsiteX516" fmla="*/ 785431 w 2419350"/>
                <a:gd name="connsiteY516" fmla="*/ 401574 h 876300"/>
                <a:gd name="connsiteX517" fmla="*/ 784860 w 2419350"/>
                <a:gd name="connsiteY517" fmla="*/ 402050 h 876300"/>
                <a:gd name="connsiteX518" fmla="*/ 784765 w 2419350"/>
                <a:gd name="connsiteY518" fmla="*/ 402622 h 876300"/>
                <a:gd name="connsiteX519" fmla="*/ 784860 w 2419350"/>
                <a:gd name="connsiteY519" fmla="*/ 403098 h 876300"/>
                <a:gd name="connsiteX520" fmla="*/ 785146 w 2419350"/>
                <a:gd name="connsiteY520" fmla="*/ 403479 h 876300"/>
                <a:gd name="connsiteX521" fmla="*/ 785527 w 2419350"/>
                <a:gd name="connsiteY521" fmla="*/ 403765 h 876300"/>
                <a:gd name="connsiteX522" fmla="*/ 785241 w 2419350"/>
                <a:gd name="connsiteY522" fmla="*/ 403860 h 876300"/>
                <a:gd name="connsiteX523" fmla="*/ 784765 w 2419350"/>
                <a:gd name="connsiteY523" fmla="*/ 404241 h 876300"/>
                <a:gd name="connsiteX524" fmla="*/ 784479 w 2419350"/>
                <a:gd name="connsiteY524" fmla="*/ 404431 h 876300"/>
                <a:gd name="connsiteX525" fmla="*/ 787146 w 2419350"/>
                <a:gd name="connsiteY525" fmla="*/ 406908 h 876300"/>
                <a:gd name="connsiteX526" fmla="*/ 787908 w 2419350"/>
                <a:gd name="connsiteY526" fmla="*/ 407289 h 876300"/>
                <a:gd name="connsiteX527" fmla="*/ 788956 w 2419350"/>
                <a:gd name="connsiteY527" fmla="*/ 407480 h 876300"/>
                <a:gd name="connsiteX528" fmla="*/ 791432 w 2419350"/>
                <a:gd name="connsiteY528" fmla="*/ 408813 h 876300"/>
                <a:gd name="connsiteX529" fmla="*/ 793051 w 2419350"/>
                <a:gd name="connsiteY529" fmla="*/ 409194 h 876300"/>
                <a:gd name="connsiteX530" fmla="*/ 793528 w 2419350"/>
                <a:gd name="connsiteY530" fmla="*/ 409480 h 876300"/>
                <a:gd name="connsiteX531" fmla="*/ 794480 w 2419350"/>
                <a:gd name="connsiteY531" fmla="*/ 410909 h 876300"/>
                <a:gd name="connsiteX532" fmla="*/ 794671 w 2419350"/>
                <a:gd name="connsiteY532" fmla="*/ 411480 h 876300"/>
                <a:gd name="connsiteX533" fmla="*/ 796195 w 2419350"/>
                <a:gd name="connsiteY533" fmla="*/ 414909 h 876300"/>
                <a:gd name="connsiteX534" fmla="*/ 796480 w 2419350"/>
                <a:gd name="connsiteY534" fmla="*/ 417195 h 876300"/>
                <a:gd name="connsiteX535" fmla="*/ 796004 w 2419350"/>
                <a:gd name="connsiteY535" fmla="*/ 419386 h 876300"/>
                <a:gd name="connsiteX536" fmla="*/ 795242 w 2419350"/>
                <a:gd name="connsiteY536" fmla="*/ 421577 h 876300"/>
                <a:gd name="connsiteX537" fmla="*/ 794766 w 2419350"/>
                <a:gd name="connsiteY537" fmla="*/ 423863 h 876300"/>
                <a:gd name="connsiteX538" fmla="*/ 794766 w 2419350"/>
                <a:gd name="connsiteY538" fmla="*/ 424815 h 876300"/>
                <a:gd name="connsiteX539" fmla="*/ 794861 w 2419350"/>
                <a:gd name="connsiteY539" fmla="*/ 425863 h 876300"/>
                <a:gd name="connsiteX540" fmla="*/ 795242 w 2419350"/>
                <a:gd name="connsiteY540" fmla="*/ 426720 h 876300"/>
                <a:gd name="connsiteX541" fmla="*/ 796004 w 2419350"/>
                <a:gd name="connsiteY541" fmla="*/ 427101 h 876300"/>
                <a:gd name="connsiteX542" fmla="*/ 796671 w 2419350"/>
                <a:gd name="connsiteY542" fmla="*/ 427577 h 876300"/>
                <a:gd name="connsiteX543" fmla="*/ 797147 w 2419350"/>
                <a:gd name="connsiteY543" fmla="*/ 428720 h 876300"/>
                <a:gd name="connsiteX544" fmla="*/ 797909 w 2419350"/>
                <a:gd name="connsiteY544" fmla="*/ 433292 h 876300"/>
                <a:gd name="connsiteX545" fmla="*/ 798005 w 2419350"/>
                <a:gd name="connsiteY545" fmla="*/ 435578 h 876300"/>
                <a:gd name="connsiteX546" fmla="*/ 798195 w 2419350"/>
                <a:gd name="connsiteY546" fmla="*/ 436436 h 876300"/>
                <a:gd name="connsiteX547" fmla="*/ 800386 w 2419350"/>
                <a:gd name="connsiteY547" fmla="*/ 440246 h 876300"/>
                <a:gd name="connsiteX548" fmla="*/ 801433 w 2419350"/>
                <a:gd name="connsiteY548" fmla="*/ 441484 h 876300"/>
                <a:gd name="connsiteX549" fmla="*/ 802767 w 2419350"/>
                <a:gd name="connsiteY549" fmla="*/ 441865 h 876300"/>
                <a:gd name="connsiteX550" fmla="*/ 804577 w 2419350"/>
                <a:gd name="connsiteY550" fmla="*/ 440722 h 876300"/>
                <a:gd name="connsiteX551" fmla="*/ 803720 w 2419350"/>
                <a:gd name="connsiteY551" fmla="*/ 442722 h 876300"/>
                <a:gd name="connsiteX552" fmla="*/ 802005 w 2419350"/>
                <a:gd name="connsiteY552" fmla="*/ 442722 h 876300"/>
                <a:gd name="connsiteX553" fmla="*/ 800290 w 2419350"/>
                <a:gd name="connsiteY553" fmla="*/ 442531 h 876300"/>
                <a:gd name="connsiteX554" fmla="*/ 799529 w 2419350"/>
                <a:gd name="connsiteY554" fmla="*/ 443865 h 876300"/>
                <a:gd name="connsiteX555" fmla="*/ 799243 w 2419350"/>
                <a:gd name="connsiteY555" fmla="*/ 444532 h 876300"/>
                <a:gd name="connsiteX556" fmla="*/ 798195 w 2419350"/>
                <a:gd name="connsiteY556" fmla="*/ 445675 h 876300"/>
                <a:gd name="connsiteX557" fmla="*/ 798005 w 2419350"/>
                <a:gd name="connsiteY557" fmla="*/ 446151 h 876300"/>
                <a:gd name="connsiteX558" fmla="*/ 798576 w 2419350"/>
                <a:gd name="connsiteY558" fmla="*/ 446722 h 876300"/>
                <a:gd name="connsiteX559" fmla="*/ 800481 w 2419350"/>
                <a:gd name="connsiteY559" fmla="*/ 447104 h 876300"/>
                <a:gd name="connsiteX560" fmla="*/ 800862 w 2419350"/>
                <a:gd name="connsiteY560" fmla="*/ 447770 h 876300"/>
                <a:gd name="connsiteX561" fmla="*/ 800957 w 2419350"/>
                <a:gd name="connsiteY561" fmla="*/ 448628 h 876300"/>
                <a:gd name="connsiteX562" fmla="*/ 801433 w 2419350"/>
                <a:gd name="connsiteY562" fmla="*/ 450342 h 876300"/>
                <a:gd name="connsiteX563" fmla="*/ 801624 w 2419350"/>
                <a:gd name="connsiteY563" fmla="*/ 452438 h 876300"/>
                <a:gd name="connsiteX564" fmla="*/ 802576 w 2419350"/>
                <a:gd name="connsiteY564" fmla="*/ 454724 h 876300"/>
                <a:gd name="connsiteX565" fmla="*/ 802672 w 2419350"/>
                <a:gd name="connsiteY565" fmla="*/ 456247 h 876300"/>
                <a:gd name="connsiteX566" fmla="*/ 802196 w 2419350"/>
                <a:gd name="connsiteY566" fmla="*/ 457867 h 876300"/>
                <a:gd name="connsiteX567" fmla="*/ 801338 w 2419350"/>
                <a:gd name="connsiteY567" fmla="*/ 459391 h 876300"/>
                <a:gd name="connsiteX568" fmla="*/ 800481 w 2419350"/>
                <a:gd name="connsiteY568" fmla="*/ 460438 h 876300"/>
                <a:gd name="connsiteX569" fmla="*/ 801433 w 2419350"/>
                <a:gd name="connsiteY569" fmla="*/ 462248 h 876300"/>
                <a:gd name="connsiteX570" fmla="*/ 802291 w 2419350"/>
                <a:gd name="connsiteY570" fmla="*/ 464534 h 876300"/>
                <a:gd name="connsiteX571" fmla="*/ 803529 w 2419350"/>
                <a:gd name="connsiteY571" fmla="*/ 466058 h 876300"/>
                <a:gd name="connsiteX572" fmla="*/ 805529 w 2419350"/>
                <a:gd name="connsiteY572" fmla="*/ 465772 h 876300"/>
                <a:gd name="connsiteX573" fmla="*/ 810958 w 2419350"/>
                <a:gd name="connsiteY573" fmla="*/ 461677 h 876300"/>
                <a:gd name="connsiteX574" fmla="*/ 816483 w 2419350"/>
                <a:gd name="connsiteY574" fmla="*/ 459296 h 876300"/>
                <a:gd name="connsiteX575" fmla="*/ 818674 w 2419350"/>
                <a:gd name="connsiteY575" fmla="*/ 458914 h 876300"/>
                <a:gd name="connsiteX576" fmla="*/ 820769 w 2419350"/>
                <a:gd name="connsiteY576" fmla="*/ 459391 h 876300"/>
                <a:gd name="connsiteX577" fmla="*/ 822293 w 2419350"/>
                <a:gd name="connsiteY577" fmla="*/ 461105 h 876300"/>
                <a:gd name="connsiteX578" fmla="*/ 822960 w 2419350"/>
                <a:gd name="connsiteY578" fmla="*/ 463296 h 876300"/>
                <a:gd name="connsiteX579" fmla="*/ 823246 w 2419350"/>
                <a:gd name="connsiteY579" fmla="*/ 464534 h 876300"/>
                <a:gd name="connsiteX580" fmla="*/ 823341 w 2419350"/>
                <a:gd name="connsiteY580" fmla="*/ 465582 h 876300"/>
                <a:gd name="connsiteX581" fmla="*/ 823627 w 2419350"/>
                <a:gd name="connsiteY581" fmla="*/ 466820 h 876300"/>
                <a:gd name="connsiteX582" fmla="*/ 823722 w 2419350"/>
                <a:gd name="connsiteY582" fmla="*/ 467392 h 876300"/>
                <a:gd name="connsiteX583" fmla="*/ 823531 w 2419350"/>
                <a:gd name="connsiteY583" fmla="*/ 467773 h 876300"/>
                <a:gd name="connsiteX584" fmla="*/ 823150 w 2419350"/>
                <a:gd name="connsiteY584" fmla="*/ 467868 h 876300"/>
                <a:gd name="connsiteX585" fmla="*/ 822865 w 2419350"/>
                <a:gd name="connsiteY585" fmla="*/ 468059 h 876300"/>
                <a:gd name="connsiteX586" fmla="*/ 822960 w 2419350"/>
                <a:gd name="connsiteY586" fmla="*/ 468630 h 876300"/>
                <a:gd name="connsiteX587" fmla="*/ 824674 w 2419350"/>
                <a:gd name="connsiteY587" fmla="*/ 470059 h 876300"/>
                <a:gd name="connsiteX588" fmla="*/ 826580 w 2419350"/>
                <a:gd name="connsiteY588" fmla="*/ 469106 h 876300"/>
                <a:gd name="connsiteX589" fmla="*/ 830771 w 2419350"/>
                <a:gd name="connsiteY589" fmla="*/ 463677 h 876300"/>
                <a:gd name="connsiteX590" fmla="*/ 831628 w 2419350"/>
                <a:gd name="connsiteY590" fmla="*/ 462820 h 876300"/>
                <a:gd name="connsiteX591" fmla="*/ 832580 w 2419350"/>
                <a:gd name="connsiteY591" fmla="*/ 462439 h 876300"/>
                <a:gd name="connsiteX592" fmla="*/ 833533 w 2419350"/>
                <a:gd name="connsiteY592" fmla="*/ 462248 h 876300"/>
                <a:gd name="connsiteX593" fmla="*/ 836105 w 2419350"/>
                <a:gd name="connsiteY593" fmla="*/ 461391 h 876300"/>
                <a:gd name="connsiteX594" fmla="*/ 837057 w 2419350"/>
                <a:gd name="connsiteY594" fmla="*/ 461010 h 876300"/>
                <a:gd name="connsiteX595" fmla="*/ 839057 w 2419350"/>
                <a:gd name="connsiteY595" fmla="*/ 459677 h 876300"/>
                <a:gd name="connsiteX596" fmla="*/ 840200 w 2419350"/>
                <a:gd name="connsiteY596" fmla="*/ 459391 h 876300"/>
                <a:gd name="connsiteX597" fmla="*/ 840676 w 2419350"/>
                <a:gd name="connsiteY597" fmla="*/ 460438 h 876300"/>
                <a:gd name="connsiteX598" fmla="*/ 840200 w 2419350"/>
                <a:gd name="connsiteY598" fmla="*/ 460438 h 876300"/>
                <a:gd name="connsiteX599" fmla="*/ 835819 w 2419350"/>
                <a:gd name="connsiteY599" fmla="*/ 462248 h 876300"/>
                <a:gd name="connsiteX600" fmla="*/ 834009 w 2419350"/>
                <a:gd name="connsiteY600" fmla="*/ 462725 h 876300"/>
                <a:gd name="connsiteX601" fmla="*/ 832199 w 2419350"/>
                <a:gd name="connsiteY601" fmla="*/ 463487 h 876300"/>
                <a:gd name="connsiteX602" fmla="*/ 830580 w 2419350"/>
                <a:gd name="connsiteY602" fmla="*/ 464820 h 876300"/>
                <a:gd name="connsiteX603" fmla="*/ 830104 w 2419350"/>
                <a:gd name="connsiteY603" fmla="*/ 465392 h 876300"/>
                <a:gd name="connsiteX604" fmla="*/ 829628 w 2419350"/>
                <a:gd name="connsiteY604" fmla="*/ 466249 h 876300"/>
                <a:gd name="connsiteX605" fmla="*/ 829532 w 2419350"/>
                <a:gd name="connsiteY605" fmla="*/ 467011 h 876300"/>
                <a:gd name="connsiteX606" fmla="*/ 830389 w 2419350"/>
                <a:gd name="connsiteY606" fmla="*/ 467296 h 876300"/>
                <a:gd name="connsiteX607" fmla="*/ 832295 w 2419350"/>
                <a:gd name="connsiteY607" fmla="*/ 467296 h 876300"/>
                <a:gd name="connsiteX608" fmla="*/ 833152 w 2419350"/>
                <a:gd name="connsiteY608" fmla="*/ 467487 h 876300"/>
                <a:gd name="connsiteX609" fmla="*/ 837533 w 2419350"/>
                <a:gd name="connsiteY609" fmla="*/ 469868 h 876300"/>
                <a:gd name="connsiteX610" fmla="*/ 839438 w 2419350"/>
                <a:gd name="connsiteY610" fmla="*/ 470249 h 876300"/>
                <a:gd name="connsiteX611" fmla="*/ 841724 w 2419350"/>
                <a:gd name="connsiteY611" fmla="*/ 470059 h 876300"/>
                <a:gd name="connsiteX612" fmla="*/ 845630 w 2419350"/>
                <a:gd name="connsiteY612" fmla="*/ 468630 h 876300"/>
                <a:gd name="connsiteX613" fmla="*/ 858012 w 2419350"/>
                <a:gd name="connsiteY613" fmla="*/ 462058 h 876300"/>
                <a:gd name="connsiteX614" fmla="*/ 859536 w 2419350"/>
                <a:gd name="connsiteY614" fmla="*/ 461486 h 876300"/>
                <a:gd name="connsiteX615" fmla="*/ 861536 w 2419350"/>
                <a:gd name="connsiteY615" fmla="*/ 461296 h 876300"/>
                <a:gd name="connsiteX616" fmla="*/ 866013 w 2419350"/>
                <a:gd name="connsiteY616" fmla="*/ 461677 h 876300"/>
                <a:gd name="connsiteX617" fmla="*/ 868013 w 2419350"/>
                <a:gd name="connsiteY617" fmla="*/ 462248 h 876300"/>
                <a:gd name="connsiteX618" fmla="*/ 869537 w 2419350"/>
                <a:gd name="connsiteY618" fmla="*/ 463391 h 876300"/>
                <a:gd name="connsiteX619" fmla="*/ 869918 w 2419350"/>
                <a:gd name="connsiteY619" fmla="*/ 464153 h 876300"/>
                <a:gd name="connsiteX620" fmla="*/ 870204 w 2419350"/>
                <a:gd name="connsiteY620" fmla="*/ 465106 h 876300"/>
                <a:gd name="connsiteX621" fmla="*/ 870680 w 2419350"/>
                <a:gd name="connsiteY621" fmla="*/ 465868 h 876300"/>
                <a:gd name="connsiteX622" fmla="*/ 871633 w 2419350"/>
                <a:gd name="connsiteY622" fmla="*/ 466249 h 876300"/>
                <a:gd name="connsiteX623" fmla="*/ 872585 w 2419350"/>
                <a:gd name="connsiteY623" fmla="*/ 466058 h 876300"/>
                <a:gd name="connsiteX624" fmla="*/ 873347 w 2419350"/>
                <a:gd name="connsiteY624" fmla="*/ 465677 h 876300"/>
                <a:gd name="connsiteX625" fmla="*/ 876776 w 2419350"/>
                <a:gd name="connsiteY625" fmla="*/ 463201 h 876300"/>
                <a:gd name="connsiteX626" fmla="*/ 879062 w 2419350"/>
                <a:gd name="connsiteY626" fmla="*/ 462439 h 876300"/>
                <a:gd name="connsiteX627" fmla="*/ 879157 w 2419350"/>
                <a:gd name="connsiteY627" fmla="*/ 462248 h 876300"/>
                <a:gd name="connsiteX628" fmla="*/ 879634 w 2419350"/>
                <a:gd name="connsiteY628" fmla="*/ 462248 h 876300"/>
                <a:gd name="connsiteX629" fmla="*/ 879729 w 2419350"/>
                <a:gd name="connsiteY629" fmla="*/ 462058 h 876300"/>
                <a:gd name="connsiteX630" fmla="*/ 879634 w 2419350"/>
                <a:gd name="connsiteY630" fmla="*/ 461581 h 876300"/>
                <a:gd name="connsiteX631" fmla="*/ 879443 w 2419350"/>
                <a:gd name="connsiteY631" fmla="*/ 461391 h 876300"/>
                <a:gd name="connsiteX632" fmla="*/ 879253 w 2419350"/>
                <a:gd name="connsiteY632" fmla="*/ 461296 h 876300"/>
                <a:gd name="connsiteX633" fmla="*/ 878776 w 2419350"/>
                <a:gd name="connsiteY633" fmla="*/ 460820 h 876300"/>
                <a:gd name="connsiteX634" fmla="*/ 878491 w 2419350"/>
                <a:gd name="connsiteY634" fmla="*/ 460724 h 876300"/>
                <a:gd name="connsiteX635" fmla="*/ 878205 w 2419350"/>
                <a:gd name="connsiteY635" fmla="*/ 460534 h 876300"/>
                <a:gd name="connsiteX636" fmla="*/ 878014 w 2419350"/>
                <a:gd name="connsiteY636" fmla="*/ 460153 h 876300"/>
                <a:gd name="connsiteX637" fmla="*/ 878110 w 2419350"/>
                <a:gd name="connsiteY637" fmla="*/ 459677 h 876300"/>
                <a:gd name="connsiteX638" fmla="*/ 878396 w 2419350"/>
                <a:gd name="connsiteY638" fmla="*/ 459296 h 876300"/>
                <a:gd name="connsiteX639" fmla="*/ 878681 w 2419350"/>
                <a:gd name="connsiteY639" fmla="*/ 459010 h 876300"/>
                <a:gd name="connsiteX640" fmla="*/ 878776 w 2419350"/>
                <a:gd name="connsiteY640" fmla="*/ 458819 h 876300"/>
                <a:gd name="connsiteX641" fmla="*/ 878967 w 2419350"/>
                <a:gd name="connsiteY641" fmla="*/ 458534 h 876300"/>
                <a:gd name="connsiteX642" fmla="*/ 879443 w 2419350"/>
                <a:gd name="connsiteY642" fmla="*/ 458248 h 876300"/>
                <a:gd name="connsiteX643" fmla="*/ 879920 w 2419350"/>
                <a:gd name="connsiteY643" fmla="*/ 457771 h 876300"/>
                <a:gd name="connsiteX644" fmla="*/ 880205 w 2419350"/>
                <a:gd name="connsiteY644" fmla="*/ 457200 h 876300"/>
                <a:gd name="connsiteX645" fmla="*/ 880205 w 2419350"/>
                <a:gd name="connsiteY645" fmla="*/ 456533 h 876300"/>
                <a:gd name="connsiteX646" fmla="*/ 879824 w 2419350"/>
                <a:gd name="connsiteY646" fmla="*/ 454152 h 876300"/>
                <a:gd name="connsiteX647" fmla="*/ 880110 w 2419350"/>
                <a:gd name="connsiteY647" fmla="*/ 453390 h 876300"/>
                <a:gd name="connsiteX648" fmla="*/ 880777 w 2419350"/>
                <a:gd name="connsiteY648" fmla="*/ 452533 h 876300"/>
                <a:gd name="connsiteX649" fmla="*/ 881634 w 2419350"/>
                <a:gd name="connsiteY649" fmla="*/ 451866 h 876300"/>
                <a:gd name="connsiteX650" fmla="*/ 882396 w 2419350"/>
                <a:gd name="connsiteY650" fmla="*/ 451485 h 876300"/>
                <a:gd name="connsiteX651" fmla="*/ 882301 w 2419350"/>
                <a:gd name="connsiteY651" fmla="*/ 452438 h 876300"/>
                <a:gd name="connsiteX652" fmla="*/ 881539 w 2419350"/>
                <a:gd name="connsiteY652" fmla="*/ 453866 h 876300"/>
                <a:gd name="connsiteX653" fmla="*/ 881348 w 2419350"/>
                <a:gd name="connsiteY653" fmla="*/ 454914 h 876300"/>
                <a:gd name="connsiteX654" fmla="*/ 881539 w 2419350"/>
                <a:gd name="connsiteY654" fmla="*/ 455390 h 876300"/>
                <a:gd name="connsiteX655" fmla="*/ 881920 w 2419350"/>
                <a:gd name="connsiteY655" fmla="*/ 455676 h 876300"/>
                <a:gd name="connsiteX656" fmla="*/ 882301 w 2419350"/>
                <a:gd name="connsiteY656" fmla="*/ 455867 h 876300"/>
                <a:gd name="connsiteX657" fmla="*/ 882491 w 2419350"/>
                <a:gd name="connsiteY657" fmla="*/ 456057 h 876300"/>
                <a:gd name="connsiteX658" fmla="*/ 882491 w 2419350"/>
                <a:gd name="connsiteY658" fmla="*/ 458438 h 876300"/>
                <a:gd name="connsiteX659" fmla="*/ 882777 w 2419350"/>
                <a:gd name="connsiteY659" fmla="*/ 460438 h 876300"/>
                <a:gd name="connsiteX660" fmla="*/ 886015 w 2419350"/>
                <a:gd name="connsiteY660" fmla="*/ 466249 h 876300"/>
                <a:gd name="connsiteX661" fmla="*/ 886587 w 2419350"/>
                <a:gd name="connsiteY661" fmla="*/ 468535 h 876300"/>
                <a:gd name="connsiteX662" fmla="*/ 885825 w 2419350"/>
                <a:gd name="connsiteY662" fmla="*/ 472916 h 876300"/>
                <a:gd name="connsiteX663" fmla="*/ 885730 w 2419350"/>
                <a:gd name="connsiteY663" fmla="*/ 475297 h 876300"/>
                <a:gd name="connsiteX664" fmla="*/ 887158 w 2419350"/>
                <a:gd name="connsiteY664" fmla="*/ 484251 h 876300"/>
                <a:gd name="connsiteX665" fmla="*/ 887158 w 2419350"/>
                <a:gd name="connsiteY665" fmla="*/ 485489 h 876300"/>
                <a:gd name="connsiteX666" fmla="*/ 886778 w 2419350"/>
                <a:gd name="connsiteY666" fmla="*/ 488823 h 876300"/>
                <a:gd name="connsiteX667" fmla="*/ 886492 w 2419350"/>
                <a:gd name="connsiteY667" fmla="*/ 489871 h 876300"/>
                <a:gd name="connsiteX668" fmla="*/ 885349 w 2419350"/>
                <a:gd name="connsiteY668" fmla="*/ 492157 h 876300"/>
                <a:gd name="connsiteX669" fmla="*/ 885349 w 2419350"/>
                <a:gd name="connsiteY669" fmla="*/ 493300 h 876300"/>
                <a:gd name="connsiteX670" fmla="*/ 886015 w 2419350"/>
                <a:gd name="connsiteY670" fmla="*/ 493967 h 876300"/>
                <a:gd name="connsiteX671" fmla="*/ 888492 w 2419350"/>
                <a:gd name="connsiteY671" fmla="*/ 494729 h 876300"/>
                <a:gd name="connsiteX672" fmla="*/ 889445 w 2419350"/>
                <a:gd name="connsiteY672" fmla="*/ 495300 h 876300"/>
                <a:gd name="connsiteX673" fmla="*/ 890397 w 2419350"/>
                <a:gd name="connsiteY673" fmla="*/ 495395 h 876300"/>
                <a:gd name="connsiteX674" fmla="*/ 891730 w 2419350"/>
                <a:gd name="connsiteY674" fmla="*/ 494729 h 876300"/>
                <a:gd name="connsiteX675" fmla="*/ 893921 w 2419350"/>
                <a:gd name="connsiteY675" fmla="*/ 493014 h 876300"/>
                <a:gd name="connsiteX676" fmla="*/ 901446 w 2419350"/>
                <a:gd name="connsiteY676" fmla="*/ 485489 h 876300"/>
                <a:gd name="connsiteX677" fmla="*/ 906018 w 2419350"/>
                <a:gd name="connsiteY677" fmla="*/ 482727 h 876300"/>
                <a:gd name="connsiteX678" fmla="*/ 911257 w 2419350"/>
                <a:gd name="connsiteY678" fmla="*/ 481870 h 876300"/>
                <a:gd name="connsiteX679" fmla="*/ 913733 w 2419350"/>
                <a:gd name="connsiteY679" fmla="*/ 482346 h 876300"/>
                <a:gd name="connsiteX680" fmla="*/ 915924 w 2419350"/>
                <a:gd name="connsiteY680" fmla="*/ 483203 h 876300"/>
                <a:gd name="connsiteX681" fmla="*/ 922972 w 2419350"/>
                <a:gd name="connsiteY681" fmla="*/ 488347 h 876300"/>
                <a:gd name="connsiteX682" fmla="*/ 924020 w 2419350"/>
                <a:gd name="connsiteY682" fmla="*/ 488728 h 876300"/>
                <a:gd name="connsiteX683" fmla="*/ 924592 w 2419350"/>
                <a:gd name="connsiteY683" fmla="*/ 488633 h 876300"/>
                <a:gd name="connsiteX684" fmla="*/ 925068 w 2419350"/>
                <a:gd name="connsiteY684" fmla="*/ 488347 h 876300"/>
                <a:gd name="connsiteX685" fmla="*/ 925449 w 2419350"/>
                <a:gd name="connsiteY685" fmla="*/ 487966 h 876300"/>
                <a:gd name="connsiteX686" fmla="*/ 925639 w 2419350"/>
                <a:gd name="connsiteY686" fmla="*/ 487394 h 876300"/>
                <a:gd name="connsiteX687" fmla="*/ 925925 w 2419350"/>
                <a:gd name="connsiteY687" fmla="*/ 487204 h 876300"/>
                <a:gd name="connsiteX688" fmla="*/ 927830 w 2419350"/>
                <a:gd name="connsiteY688" fmla="*/ 487585 h 876300"/>
                <a:gd name="connsiteX689" fmla="*/ 928878 w 2419350"/>
                <a:gd name="connsiteY689" fmla="*/ 487204 h 876300"/>
                <a:gd name="connsiteX690" fmla="*/ 930592 w 2419350"/>
                <a:gd name="connsiteY690" fmla="*/ 485680 h 876300"/>
                <a:gd name="connsiteX691" fmla="*/ 949166 w 2419350"/>
                <a:gd name="connsiteY691" fmla="*/ 473869 h 876300"/>
                <a:gd name="connsiteX692" fmla="*/ 949166 w 2419350"/>
                <a:gd name="connsiteY692" fmla="*/ 473583 h 876300"/>
                <a:gd name="connsiteX693" fmla="*/ 948595 w 2419350"/>
                <a:gd name="connsiteY693" fmla="*/ 473393 h 876300"/>
                <a:gd name="connsiteX694" fmla="*/ 947452 w 2419350"/>
                <a:gd name="connsiteY694" fmla="*/ 473297 h 876300"/>
                <a:gd name="connsiteX695" fmla="*/ 946880 w 2419350"/>
                <a:gd name="connsiteY695" fmla="*/ 473202 h 876300"/>
                <a:gd name="connsiteX696" fmla="*/ 946309 w 2419350"/>
                <a:gd name="connsiteY696" fmla="*/ 472916 h 876300"/>
                <a:gd name="connsiteX697" fmla="*/ 945928 w 2419350"/>
                <a:gd name="connsiteY697" fmla="*/ 472630 h 876300"/>
                <a:gd name="connsiteX698" fmla="*/ 945261 w 2419350"/>
                <a:gd name="connsiteY698" fmla="*/ 471964 h 876300"/>
                <a:gd name="connsiteX699" fmla="*/ 944785 w 2419350"/>
                <a:gd name="connsiteY699" fmla="*/ 471011 h 876300"/>
                <a:gd name="connsiteX700" fmla="*/ 945166 w 2419350"/>
                <a:gd name="connsiteY700" fmla="*/ 469963 h 876300"/>
                <a:gd name="connsiteX701" fmla="*/ 945928 w 2419350"/>
                <a:gd name="connsiteY701" fmla="*/ 469106 h 876300"/>
                <a:gd name="connsiteX702" fmla="*/ 946595 w 2419350"/>
                <a:gd name="connsiteY702" fmla="*/ 468535 h 876300"/>
                <a:gd name="connsiteX703" fmla="*/ 946975 w 2419350"/>
                <a:gd name="connsiteY703" fmla="*/ 468154 h 876300"/>
                <a:gd name="connsiteX704" fmla="*/ 947166 w 2419350"/>
                <a:gd name="connsiteY704" fmla="*/ 467963 h 876300"/>
                <a:gd name="connsiteX705" fmla="*/ 947452 w 2419350"/>
                <a:gd name="connsiteY705" fmla="*/ 467963 h 876300"/>
                <a:gd name="connsiteX706" fmla="*/ 948023 w 2419350"/>
                <a:gd name="connsiteY706" fmla="*/ 468059 h 876300"/>
                <a:gd name="connsiteX707" fmla="*/ 948214 w 2419350"/>
                <a:gd name="connsiteY707" fmla="*/ 468059 h 876300"/>
                <a:gd name="connsiteX708" fmla="*/ 948690 w 2419350"/>
                <a:gd name="connsiteY708" fmla="*/ 467582 h 876300"/>
                <a:gd name="connsiteX709" fmla="*/ 949071 w 2419350"/>
                <a:gd name="connsiteY709" fmla="*/ 466535 h 876300"/>
                <a:gd name="connsiteX710" fmla="*/ 949452 w 2419350"/>
                <a:gd name="connsiteY710" fmla="*/ 466058 h 876300"/>
                <a:gd name="connsiteX711" fmla="*/ 949738 w 2419350"/>
                <a:gd name="connsiteY711" fmla="*/ 465201 h 876300"/>
                <a:gd name="connsiteX712" fmla="*/ 949642 w 2419350"/>
                <a:gd name="connsiteY712" fmla="*/ 461486 h 876300"/>
                <a:gd name="connsiteX713" fmla="*/ 953167 w 2419350"/>
                <a:gd name="connsiteY713" fmla="*/ 467773 h 876300"/>
                <a:gd name="connsiteX714" fmla="*/ 954596 w 2419350"/>
                <a:gd name="connsiteY714" fmla="*/ 468439 h 876300"/>
                <a:gd name="connsiteX715" fmla="*/ 956215 w 2419350"/>
                <a:gd name="connsiteY715" fmla="*/ 468916 h 876300"/>
                <a:gd name="connsiteX716" fmla="*/ 957453 w 2419350"/>
                <a:gd name="connsiteY716" fmla="*/ 469583 h 876300"/>
                <a:gd name="connsiteX717" fmla="*/ 958501 w 2419350"/>
                <a:gd name="connsiteY717" fmla="*/ 470440 h 876300"/>
                <a:gd name="connsiteX718" fmla="*/ 958977 w 2419350"/>
                <a:gd name="connsiteY718" fmla="*/ 471011 h 876300"/>
                <a:gd name="connsiteX719" fmla="*/ 959263 w 2419350"/>
                <a:gd name="connsiteY719" fmla="*/ 472630 h 876300"/>
                <a:gd name="connsiteX720" fmla="*/ 959548 w 2419350"/>
                <a:gd name="connsiteY720" fmla="*/ 473488 h 876300"/>
                <a:gd name="connsiteX721" fmla="*/ 960025 w 2419350"/>
                <a:gd name="connsiteY721" fmla="*/ 474250 h 876300"/>
                <a:gd name="connsiteX722" fmla="*/ 960596 w 2419350"/>
                <a:gd name="connsiteY722" fmla="*/ 474917 h 876300"/>
                <a:gd name="connsiteX723" fmla="*/ 961263 w 2419350"/>
                <a:gd name="connsiteY723" fmla="*/ 475488 h 876300"/>
                <a:gd name="connsiteX724" fmla="*/ 962882 w 2419350"/>
                <a:gd name="connsiteY724" fmla="*/ 476345 h 876300"/>
                <a:gd name="connsiteX725" fmla="*/ 963644 w 2419350"/>
                <a:gd name="connsiteY725" fmla="*/ 476917 h 876300"/>
                <a:gd name="connsiteX726" fmla="*/ 966406 w 2419350"/>
                <a:gd name="connsiteY726" fmla="*/ 479965 h 876300"/>
                <a:gd name="connsiteX727" fmla="*/ 966121 w 2419350"/>
                <a:gd name="connsiteY727" fmla="*/ 478631 h 876300"/>
                <a:gd name="connsiteX728" fmla="*/ 963835 w 2419350"/>
                <a:gd name="connsiteY728" fmla="*/ 474250 h 876300"/>
                <a:gd name="connsiteX729" fmla="*/ 964501 w 2419350"/>
                <a:gd name="connsiteY729" fmla="*/ 474536 h 876300"/>
                <a:gd name="connsiteX730" fmla="*/ 965168 w 2419350"/>
                <a:gd name="connsiteY730" fmla="*/ 475297 h 876300"/>
                <a:gd name="connsiteX731" fmla="*/ 965740 w 2419350"/>
                <a:gd name="connsiteY731" fmla="*/ 476250 h 876300"/>
                <a:gd name="connsiteX732" fmla="*/ 965930 w 2419350"/>
                <a:gd name="connsiteY732" fmla="*/ 477012 h 876300"/>
                <a:gd name="connsiteX733" fmla="*/ 966025 w 2419350"/>
                <a:gd name="connsiteY733" fmla="*/ 478250 h 876300"/>
                <a:gd name="connsiteX734" fmla="*/ 966406 w 2419350"/>
                <a:gd name="connsiteY734" fmla="*/ 478822 h 876300"/>
                <a:gd name="connsiteX735" fmla="*/ 967073 w 2419350"/>
                <a:gd name="connsiteY735" fmla="*/ 479012 h 876300"/>
                <a:gd name="connsiteX736" fmla="*/ 970121 w 2419350"/>
                <a:gd name="connsiteY736" fmla="*/ 478727 h 876300"/>
                <a:gd name="connsiteX737" fmla="*/ 970979 w 2419350"/>
                <a:gd name="connsiteY737" fmla="*/ 478250 h 876300"/>
                <a:gd name="connsiteX738" fmla="*/ 971359 w 2419350"/>
                <a:gd name="connsiteY738" fmla="*/ 477298 h 876300"/>
                <a:gd name="connsiteX739" fmla="*/ 971645 w 2419350"/>
                <a:gd name="connsiteY739" fmla="*/ 476155 h 876300"/>
                <a:gd name="connsiteX740" fmla="*/ 972407 w 2419350"/>
                <a:gd name="connsiteY740" fmla="*/ 475393 h 876300"/>
                <a:gd name="connsiteX741" fmla="*/ 973455 w 2419350"/>
                <a:gd name="connsiteY741" fmla="*/ 474917 h 876300"/>
                <a:gd name="connsiteX742" fmla="*/ 974598 w 2419350"/>
                <a:gd name="connsiteY742" fmla="*/ 474631 h 876300"/>
                <a:gd name="connsiteX743" fmla="*/ 979075 w 2419350"/>
                <a:gd name="connsiteY743" fmla="*/ 474631 h 876300"/>
                <a:gd name="connsiteX744" fmla="*/ 980027 w 2419350"/>
                <a:gd name="connsiteY744" fmla="*/ 474821 h 876300"/>
                <a:gd name="connsiteX745" fmla="*/ 980504 w 2419350"/>
                <a:gd name="connsiteY745" fmla="*/ 475393 h 876300"/>
                <a:gd name="connsiteX746" fmla="*/ 981647 w 2419350"/>
                <a:gd name="connsiteY746" fmla="*/ 479108 h 876300"/>
                <a:gd name="connsiteX747" fmla="*/ 981742 w 2419350"/>
                <a:gd name="connsiteY747" fmla="*/ 481298 h 876300"/>
                <a:gd name="connsiteX748" fmla="*/ 981361 w 2419350"/>
                <a:gd name="connsiteY748" fmla="*/ 483584 h 876300"/>
                <a:gd name="connsiteX749" fmla="*/ 980694 w 2419350"/>
                <a:gd name="connsiteY749" fmla="*/ 485680 h 876300"/>
                <a:gd name="connsiteX750" fmla="*/ 981075 w 2419350"/>
                <a:gd name="connsiteY750" fmla="*/ 489585 h 876300"/>
                <a:gd name="connsiteX751" fmla="*/ 985361 w 2419350"/>
                <a:gd name="connsiteY751" fmla="*/ 490442 h 876300"/>
                <a:gd name="connsiteX752" fmla="*/ 990695 w 2419350"/>
                <a:gd name="connsiteY752" fmla="*/ 489490 h 876300"/>
                <a:gd name="connsiteX753" fmla="*/ 994410 w 2419350"/>
                <a:gd name="connsiteY753" fmla="*/ 488156 h 876300"/>
                <a:gd name="connsiteX754" fmla="*/ 997744 w 2419350"/>
                <a:gd name="connsiteY754" fmla="*/ 486251 h 876300"/>
                <a:gd name="connsiteX755" fmla="*/ 999458 w 2419350"/>
                <a:gd name="connsiteY755" fmla="*/ 485775 h 876300"/>
                <a:gd name="connsiteX756" fmla="*/ 1002697 w 2419350"/>
                <a:gd name="connsiteY756" fmla="*/ 484251 h 876300"/>
                <a:gd name="connsiteX757" fmla="*/ 1004697 w 2419350"/>
                <a:gd name="connsiteY757" fmla="*/ 480917 h 876300"/>
                <a:gd name="connsiteX758" fmla="*/ 1005459 w 2419350"/>
                <a:gd name="connsiteY758" fmla="*/ 480346 h 876300"/>
                <a:gd name="connsiteX759" fmla="*/ 1005649 w 2419350"/>
                <a:gd name="connsiteY759" fmla="*/ 480060 h 876300"/>
                <a:gd name="connsiteX760" fmla="*/ 1005745 w 2419350"/>
                <a:gd name="connsiteY760" fmla="*/ 478822 h 876300"/>
                <a:gd name="connsiteX761" fmla="*/ 1006221 w 2419350"/>
                <a:gd name="connsiteY761" fmla="*/ 476441 h 876300"/>
                <a:gd name="connsiteX762" fmla="*/ 1006412 w 2419350"/>
                <a:gd name="connsiteY762" fmla="*/ 475964 h 876300"/>
                <a:gd name="connsiteX763" fmla="*/ 1006697 w 2419350"/>
                <a:gd name="connsiteY763" fmla="*/ 475488 h 876300"/>
                <a:gd name="connsiteX764" fmla="*/ 1006983 w 2419350"/>
                <a:gd name="connsiteY764" fmla="*/ 476821 h 876300"/>
                <a:gd name="connsiteX765" fmla="*/ 1006030 w 2419350"/>
                <a:gd name="connsiteY765" fmla="*/ 481965 h 876300"/>
                <a:gd name="connsiteX766" fmla="*/ 1006221 w 2419350"/>
                <a:gd name="connsiteY766" fmla="*/ 483680 h 876300"/>
                <a:gd name="connsiteX767" fmla="*/ 1007173 w 2419350"/>
                <a:gd name="connsiteY767" fmla="*/ 484727 h 876300"/>
                <a:gd name="connsiteX768" fmla="*/ 1008602 w 2419350"/>
                <a:gd name="connsiteY768" fmla="*/ 485299 h 876300"/>
                <a:gd name="connsiteX769" fmla="*/ 1010317 w 2419350"/>
                <a:gd name="connsiteY769" fmla="*/ 485489 h 876300"/>
                <a:gd name="connsiteX770" fmla="*/ 1013555 w 2419350"/>
                <a:gd name="connsiteY770" fmla="*/ 484346 h 876300"/>
                <a:gd name="connsiteX771" fmla="*/ 1015746 w 2419350"/>
                <a:gd name="connsiteY771" fmla="*/ 481489 h 876300"/>
                <a:gd name="connsiteX772" fmla="*/ 1017556 w 2419350"/>
                <a:gd name="connsiteY772" fmla="*/ 478441 h 876300"/>
                <a:gd name="connsiteX773" fmla="*/ 1019651 w 2419350"/>
                <a:gd name="connsiteY773" fmla="*/ 476536 h 876300"/>
                <a:gd name="connsiteX774" fmla="*/ 1019365 w 2419350"/>
                <a:gd name="connsiteY774" fmla="*/ 477774 h 876300"/>
                <a:gd name="connsiteX775" fmla="*/ 1018889 w 2419350"/>
                <a:gd name="connsiteY775" fmla="*/ 478536 h 876300"/>
                <a:gd name="connsiteX776" fmla="*/ 1017461 w 2419350"/>
                <a:gd name="connsiteY776" fmla="*/ 480155 h 876300"/>
                <a:gd name="connsiteX777" fmla="*/ 1016317 w 2419350"/>
                <a:gd name="connsiteY777" fmla="*/ 483584 h 876300"/>
                <a:gd name="connsiteX778" fmla="*/ 1015841 w 2419350"/>
                <a:gd name="connsiteY778" fmla="*/ 484061 h 876300"/>
                <a:gd name="connsiteX779" fmla="*/ 1014889 w 2419350"/>
                <a:gd name="connsiteY779" fmla="*/ 484442 h 876300"/>
                <a:gd name="connsiteX780" fmla="*/ 1014317 w 2419350"/>
                <a:gd name="connsiteY780" fmla="*/ 485299 h 876300"/>
                <a:gd name="connsiteX781" fmla="*/ 1014222 w 2419350"/>
                <a:gd name="connsiteY781" fmla="*/ 486346 h 876300"/>
                <a:gd name="connsiteX782" fmla="*/ 1014698 w 2419350"/>
                <a:gd name="connsiteY782" fmla="*/ 487204 h 876300"/>
                <a:gd name="connsiteX783" fmla="*/ 1015555 w 2419350"/>
                <a:gd name="connsiteY783" fmla="*/ 487775 h 876300"/>
                <a:gd name="connsiteX784" fmla="*/ 1019747 w 2419350"/>
                <a:gd name="connsiteY784" fmla="*/ 489585 h 876300"/>
                <a:gd name="connsiteX785" fmla="*/ 1022128 w 2419350"/>
                <a:gd name="connsiteY785" fmla="*/ 491014 h 876300"/>
                <a:gd name="connsiteX786" fmla="*/ 1024223 w 2419350"/>
                <a:gd name="connsiteY786" fmla="*/ 491680 h 876300"/>
                <a:gd name="connsiteX787" fmla="*/ 1025557 w 2419350"/>
                <a:gd name="connsiteY787" fmla="*/ 491776 h 876300"/>
                <a:gd name="connsiteX788" fmla="*/ 1026128 w 2419350"/>
                <a:gd name="connsiteY788" fmla="*/ 491109 h 876300"/>
                <a:gd name="connsiteX789" fmla="*/ 1026700 w 2419350"/>
                <a:gd name="connsiteY789" fmla="*/ 485585 h 876300"/>
                <a:gd name="connsiteX790" fmla="*/ 1027366 w 2419350"/>
                <a:gd name="connsiteY790" fmla="*/ 484822 h 876300"/>
                <a:gd name="connsiteX791" fmla="*/ 1028319 w 2419350"/>
                <a:gd name="connsiteY791" fmla="*/ 484251 h 876300"/>
                <a:gd name="connsiteX792" fmla="*/ 1029462 w 2419350"/>
                <a:gd name="connsiteY792" fmla="*/ 483775 h 876300"/>
                <a:gd name="connsiteX793" fmla="*/ 1028033 w 2419350"/>
                <a:gd name="connsiteY793" fmla="*/ 490442 h 876300"/>
                <a:gd name="connsiteX794" fmla="*/ 1027938 w 2419350"/>
                <a:gd name="connsiteY794" fmla="*/ 492728 h 876300"/>
                <a:gd name="connsiteX795" fmla="*/ 1028700 w 2419350"/>
                <a:gd name="connsiteY795" fmla="*/ 495014 h 876300"/>
                <a:gd name="connsiteX796" fmla="*/ 1031843 w 2419350"/>
                <a:gd name="connsiteY796" fmla="*/ 498920 h 876300"/>
                <a:gd name="connsiteX797" fmla="*/ 1032605 w 2419350"/>
                <a:gd name="connsiteY797" fmla="*/ 501301 h 876300"/>
                <a:gd name="connsiteX798" fmla="*/ 1032224 w 2419350"/>
                <a:gd name="connsiteY798" fmla="*/ 510254 h 876300"/>
                <a:gd name="connsiteX799" fmla="*/ 1032605 w 2419350"/>
                <a:gd name="connsiteY799" fmla="*/ 513969 h 876300"/>
                <a:gd name="connsiteX800" fmla="*/ 1033653 w 2419350"/>
                <a:gd name="connsiteY800" fmla="*/ 518541 h 876300"/>
                <a:gd name="connsiteX801" fmla="*/ 1032510 w 2419350"/>
                <a:gd name="connsiteY801" fmla="*/ 522542 h 876300"/>
                <a:gd name="connsiteX802" fmla="*/ 1032320 w 2419350"/>
                <a:gd name="connsiteY802" fmla="*/ 524828 h 876300"/>
                <a:gd name="connsiteX803" fmla="*/ 1033272 w 2419350"/>
                <a:gd name="connsiteY803" fmla="*/ 526828 h 876300"/>
                <a:gd name="connsiteX804" fmla="*/ 1035367 w 2419350"/>
                <a:gd name="connsiteY804" fmla="*/ 527590 h 876300"/>
                <a:gd name="connsiteX805" fmla="*/ 1037939 w 2419350"/>
                <a:gd name="connsiteY805" fmla="*/ 526923 h 876300"/>
                <a:gd name="connsiteX806" fmla="*/ 1046512 w 2419350"/>
                <a:gd name="connsiteY806" fmla="*/ 521684 h 876300"/>
                <a:gd name="connsiteX807" fmla="*/ 1056227 w 2419350"/>
                <a:gd name="connsiteY807" fmla="*/ 517208 h 876300"/>
                <a:gd name="connsiteX808" fmla="*/ 1069562 w 2419350"/>
                <a:gd name="connsiteY808" fmla="*/ 511778 h 876300"/>
                <a:gd name="connsiteX809" fmla="*/ 1083755 w 2419350"/>
                <a:gd name="connsiteY809" fmla="*/ 506444 h 876300"/>
                <a:gd name="connsiteX810" fmla="*/ 1092994 w 2419350"/>
                <a:gd name="connsiteY810" fmla="*/ 502063 h 876300"/>
                <a:gd name="connsiteX811" fmla="*/ 1094994 w 2419350"/>
                <a:gd name="connsiteY811" fmla="*/ 500634 h 876300"/>
                <a:gd name="connsiteX812" fmla="*/ 1097089 w 2419350"/>
                <a:gd name="connsiteY812" fmla="*/ 498729 h 876300"/>
                <a:gd name="connsiteX813" fmla="*/ 1098232 w 2419350"/>
                <a:gd name="connsiteY813" fmla="*/ 498062 h 876300"/>
                <a:gd name="connsiteX814" fmla="*/ 1099471 w 2419350"/>
                <a:gd name="connsiteY814" fmla="*/ 497777 h 876300"/>
                <a:gd name="connsiteX815" fmla="*/ 1102995 w 2419350"/>
                <a:gd name="connsiteY815" fmla="*/ 497777 h 876300"/>
                <a:gd name="connsiteX816" fmla="*/ 1104043 w 2419350"/>
                <a:gd name="connsiteY816" fmla="*/ 497491 h 876300"/>
                <a:gd name="connsiteX817" fmla="*/ 1105186 w 2419350"/>
                <a:gd name="connsiteY817" fmla="*/ 496157 h 876300"/>
                <a:gd name="connsiteX818" fmla="*/ 1105757 w 2419350"/>
                <a:gd name="connsiteY818" fmla="*/ 493967 h 876300"/>
                <a:gd name="connsiteX819" fmla="*/ 1106233 w 2419350"/>
                <a:gd name="connsiteY819" fmla="*/ 489299 h 876300"/>
                <a:gd name="connsiteX820" fmla="*/ 1106996 w 2419350"/>
                <a:gd name="connsiteY820" fmla="*/ 487204 h 876300"/>
                <a:gd name="connsiteX821" fmla="*/ 1110234 w 2419350"/>
                <a:gd name="connsiteY821" fmla="*/ 481679 h 876300"/>
                <a:gd name="connsiteX822" fmla="*/ 1110996 w 2419350"/>
                <a:gd name="connsiteY822" fmla="*/ 479488 h 876300"/>
                <a:gd name="connsiteX823" fmla="*/ 1111567 w 2419350"/>
                <a:gd name="connsiteY823" fmla="*/ 478536 h 876300"/>
                <a:gd name="connsiteX824" fmla="*/ 1112234 w 2419350"/>
                <a:gd name="connsiteY824" fmla="*/ 478155 h 876300"/>
                <a:gd name="connsiteX825" fmla="*/ 1113949 w 2419350"/>
                <a:gd name="connsiteY825" fmla="*/ 477488 h 876300"/>
                <a:gd name="connsiteX826" fmla="*/ 1114806 w 2419350"/>
                <a:gd name="connsiteY826" fmla="*/ 477488 h 876300"/>
                <a:gd name="connsiteX827" fmla="*/ 1114520 w 2419350"/>
                <a:gd name="connsiteY827" fmla="*/ 478536 h 876300"/>
                <a:gd name="connsiteX828" fmla="*/ 1114139 w 2419350"/>
                <a:gd name="connsiteY828" fmla="*/ 478917 h 876300"/>
                <a:gd name="connsiteX829" fmla="*/ 1113758 w 2419350"/>
                <a:gd name="connsiteY829" fmla="*/ 479298 h 876300"/>
                <a:gd name="connsiteX830" fmla="*/ 1113282 w 2419350"/>
                <a:gd name="connsiteY830" fmla="*/ 478917 h 876300"/>
                <a:gd name="connsiteX831" fmla="*/ 1112806 w 2419350"/>
                <a:gd name="connsiteY831" fmla="*/ 479108 h 876300"/>
                <a:gd name="connsiteX832" fmla="*/ 1112425 w 2419350"/>
                <a:gd name="connsiteY832" fmla="*/ 479679 h 876300"/>
                <a:gd name="connsiteX833" fmla="*/ 1112330 w 2419350"/>
                <a:gd name="connsiteY833" fmla="*/ 480441 h 876300"/>
                <a:gd name="connsiteX834" fmla="*/ 1113568 w 2419350"/>
                <a:gd name="connsiteY834" fmla="*/ 479965 h 876300"/>
                <a:gd name="connsiteX835" fmla="*/ 1114520 w 2419350"/>
                <a:gd name="connsiteY835" fmla="*/ 479679 h 876300"/>
                <a:gd name="connsiteX836" fmla="*/ 1115187 w 2419350"/>
                <a:gd name="connsiteY836" fmla="*/ 479203 h 876300"/>
                <a:gd name="connsiteX837" fmla="*/ 1115568 w 2419350"/>
                <a:gd name="connsiteY837" fmla="*/ 477964 h 876300"/>
                <a:gd name="connsiteX838" fmla="*/ 1115378 w 2419350"/>
                <a:gd name="connsiteY838" fmla="*/ 476726 h 876300"/>
                <a:gd name="connsiteX839" fmla="*/ 1114330 w 2419350"/>
                <a:gd name="connsiteY839" fmla="*/ 474917 h 876300"/>
                <a:gd name="connsiteX840" fmla="*/ 1114520 w 2419350"/>
                <a:gd name="connsiteY840" fmla="*/ 474059 h 876300"/>
                <a:gd name="connsiteX841" fmla="*/ 1115187 w 2419350"/>
                <a:gd name="connsiteY841" fmla="*/ 474345 h 876300"/>
                <a:gd name="connsiteX842" fmla="*/ 1117282 w 2419350"/>
                <a:gd name="connsiteY842" fmla="*/ 473583 h 876300"/>
                <a:gd name="connsiteX843" fmla="*/ 1119664 w 2419350"/>
                <a:gd name="connsiteY843" fmla="*/ 473107 h 876300"/>
                <a:gd name="connsiteX844" fmla="*/ 1119759 w 2419350"/>
                <a:gd name="connsiteY844" fmla="*/ 472440 h 876300"/>
                <a:gd name="connsiteX845" fmla="*/ 1119092 w 2419350"/>
                <a:gd name="connsiteY845" fmla="*/ 471678 h 876300"/>
                <a:gd name="connsiteX846" fmla="*/ 1115758 w 2419350"/>
                <a:gd name="connsiteY846" fmla="*/ 469297 h 876300"/>
                <a:gd name="connsiteX847" fmla="*/ 1114997 w 2419350"/>
                <a:gd name="connsiteY847" fmla="*/ 468535 h 876300"/>
                <a:gd name="connsiteX848" fmla="*/ 1114425 w 2419350"/>
                <a:gd name="connsiteY848" fmla="*/ 467487 h 876300"/>
                <a:gd name="connsiteX849" fmla="*/ 1114425 w 2419350"/>
                <a:gd name="connsiteY849" fmla="*/ 466630 h 876300"/>
                <a:gd name="connsiteX850" fmla="*/ 1114139 w 2419350"/>
                <a:gd name="connsiteY850" fmla="*/ 466058 h 876300"/>
                <a:gd name="connsiteX851" fmla="*/ 1112615 w 2419350"/>
                <a:gd name="connsiteY851" fmla="*/ 465772 h 876300"/>
                <a:gd name="connsiteX852" fmla="*/ 1111853 w 2419350"/>
                <a:gd name="connsiteY852" fmla="*/ 466154 h 876300"/>
                <a:gd name="connsiteX853" fmla="*/ 1111472 w 2419350"/>
                <a:gd name="connsiteY853" fmla="*/ 466249 h 876300"/>
                <a:gd name="connsiteX854" fmla="*/ 1111187 w 2419350"/>
                <a:gd name="connsiteY854" fmla="*/ 465772 h 876300"/>
                <a:gd name="connsiteX855" fmla="*/ 1111377 w 2419350"/>
                <a:gd name="connsiteY855" fmla="*/ 465201 h 876300"/>
                <a:gd name="connsiteX856" fmla="*/ 1111853 w 2419350"/>
                <a:gd name="connsiteY856" fmla="*/ 464630 h 876300"/>
                <a:gd name="connsiteX857" fmla="*/ 1112234 w 2419350"/>
                <a:gd name="connsiteY857" fmla="*/ 464058 h 876300"/>
                <a:gd name="connsiteX858" fmla="*/ 1112044 w 2419350"/>
                <a:gd name="connsiteY858" fmla="*/ 463391 h 876300"/>
                <a:gd name="connsiteX859" fmla="*/ 1111472 w 2419350"/>
                <a:gd name="connsiteY859" fmla="*/ 462153 h 876300"/>
                <a:gd name="connsiteX860" fmla="*/ 1111758 w 2419350"/>
                <a:gd name="connsiteY860" fmla="*/ 461105 h 876300"/>
                <a:gd name="connsiteX861" fmla="*/ 1112425 w 2419350"/>
                <a:gd name="connsiteY861" fmla="*/ 460058 h 876300"/>
                <a:gd name="connsiteX862" fmla="*/ 1112901 w 2419350"/>
                <a:gd name="connsiteY862" fmla="*/ 458914 h 876300"/>
                <a:gd name="connsiteX863" fmla="*/ 1112901 w 2419350"/>
                <a:gd name="connsiteY863" fmla="*/ 458343 h 876300"/>
                <a:gd name="connsiteX864" fmla="*/ 1112615 w 2419350"/>
                <a:gd name="connsiteY864" fmla="*/ 457391 h 876300"/>
                <a:gd name="connsiteX865" fmla="*/ 1112615 w 2419350"/>
                <a:gd name="connsiteY865" fmla="*/ 457105 h 876300"/>
                <a:gd name="connsiteX866" fmla="*/ 1112901 w 2419350"/>
                <a:gd name="connsiteY866" fmla="*/ 456533 h 876300"/>
                <a:gd name="connsiteX867" fmla="*/ 1113282 w 2419350"/>
                <a:gd name="connsiteY867" fmla="*/ 456152 h 876300"/>
                <a:gd name="connsiteX868" fmla="*/ 1113568 w 2419350"/>
                <a:gd name="connsiteY868" fmla="*/ 456152 h 876300"/>
                <a:gd name="connsiteX869" fmla="*/ 1113758 w 2419350"/>
                <a:gd name="connsiteY869" fmla="*/ 456533 h 876300"/>
                <a:gd name="connsiteX870" fmla="*/ 1113854 w 2419350"/>
                <a:gd name="connsiteY870" fmla="*/ 457581 h 876300"/>
                <a:gd name="connsiteX871" fmla="*/ 1114044 w 2419350"/>
                <a:gd name="connsiteY871" fmla="*/ 458819 h 876300"/>
                <a:gd name="connsiteX872" fmla="*/ 1114425 w 2419350"/>
                <a:gd name="connsiteY872" fmla="*/ 459962 h 876300"/>
                <a:gd name="connsiteX873" fmla="*/ 1114901 w 2419350"/>
                <a:gd name="connsiteY873" fmla="*/ 460724 h 876300"/>
                <a:gd name="connsiteX874" fmla="*/ 1115378 w 2419350"/>
                <a:gd name="connsiteY874" fmla="*/ 461105 h 876300"/>
                <a:gd name="connsiteX875" fmla="*/ 1116235 w 2419350"/>
                <a:gd name="connsiteY875" fmla="*/ 461391 h 876300"/>
                <a:gd name="connsiteX876" fmla="*/ 1116616 w 2419350"/>
                <a:gd name="connsiteY876" fmla="*/ 461772 h 876300"/>
                <a:gd name="connsiteX877" fmla="*/ 1116806 w 2419350"/>
                <a:gd name="connsiteY877" fmla="*/ 462153 h 876300"/>
                <a:gd name="connsiteX878" fmla="*/ 1116901 w 2419350"/>
                <a:gd name="connsiteY878" fmla="*/ 462629 h 876300"/>
                <a:gd name="connsiteX879" fmla="*/ 1117092 w 2419350"/>
                <a:gd name="connsiteY879" fmla="*/ 465011 h 876300"/>
                <a:gd name="connsiteX880" fmla="*/ 1117568 w 2419350"/>
                <a:gd name="connsiteY880" fmla="*/ 465868 h 876300"/>
                <a:gd name="connsiteX881" fmla="*/ 1118330 w 2419350"/>
                <a:gd name="connsiteY881" fmla="*/ 466249 h 876300"/>
                <a:gd name="connsiteX882" fmla="*/ 1119378 w 2419350"/>
                <a:gd name="connsiteY882" fmla="*/ 466058 h 876300"/>
                <a:gd name="connsiteX883" fmla="*/ 1120616 w 2419350"/>
                <a:gd name="connsiteY883" fmla="*/ 465106 h 876300"/>
                <a:gd name="connsiteX884" fmla="*/ 1123093 w 2419350"/>
                <a:gd name="connsiteY884" fmla="*/ 461867 h 876300"/>
                <a:gd name="connsiteX885" fmla="*/ 1123950 w 2419350"/>
                <a:gd name="connsiteY885" fmla="*/ 460343 h 876300"/>
                <a:gd name="connsiteX886" fmla="*/ 1124617 w 2419350"/>
                <a:gd name="connsiteY886" fmla="*/ 458534 h 876300"/>
                <a:gd name="connsiteX887" fmla="*/ 1124903 w 2419350"/>
                <a:gd name="connsiteY887" fmla="*/ 456533 h 876300"/>
                <a:gd name="connsiteX888" fmla="*/ 1124712 w 2419350"/>
                <a:gd name="connsiteY888" fmla="*/ 447580 h 876300"/>
                <a:gd name="connsiteX889" fmla="*/ 1124998 w 2419350"/>
                <a:gd name="connsiteY889" fmla="*/ 446532 h 876300"/>
                <a:gd name="connsiteX890" fmla="*/ 1126046 w 2419350"/>
                <a:gd name="connsiteY890" fmla="*/ 444246 h 876300"/>
                <a:gd name="connsiteX891" fmla="*/ 1126141 w 2419350"/>
                <a:gd name="connsiteY891" fmla="*/ 443484 h 876300"/>
                <a:gd name="connsiteX892" fmla="*/ 1125569 w 2419350"/>
                <a:gd name="connsiteY892" fmla="*/ 442627 h 876300"/>
                <a:gd name="connsiteX893" fmla="*/ 1124712 w 2419350"/>
                <a:gd name="connsiteY893" fmla="*/ 442627 h 876300"/>
                <a:gd name="connsiteX894" fmla="*/ 1123379 w 2419350"/>
                <a:gd name="connsiteY894" fmla="*/ 443103 h 876300"/>
                <a:gd name="connsiteX895" fmla="*/ 1121759 w 2419350"/>
                <a:gd name="connsiteY895" fmla="*/ 445675 h 876300"/>
                <a:gd name="connsiteX896" fmla="*/ 1120997 w 2419350"/>
                <a:gd name="connsiteY896" fmla="*/ 445294 h 876300"/>
                <a:gd name="connsiteX897" fmla="*/ 1122236 w 2419350"/>
                <a:gd name="connsiteY897" fmla="*/ 443103 h 876300"/>
                <a:gd name="connsiteX898" fmla="*/ 1122426 w 2419350"/>
                <a:gd name="connsiteY898" fmla="*/ 442055 h 876300"/>
                <a:gd name="connsiteX899" fmla="*/ 1121569 w 2419350"/>
                <a:gd name="connsiteY899" fmla="*/ 441674 h 876300"/>
                <a:gd name="connsiteX900" fmla="*/ 1121378 w 2419350"/>
                <a:gd name="connsiteY900" fmla="*/ 441484 h 876300"/>
                <a:gd name="connsiteX901" fmla="*/ 1121473 w 2419350"/>
                <a:gd name="connsiteY901" fmla="*/ 441008 h 876300"/>
                <a:gd name="connsiteX902" fmla="*/ 1121759 w 2419350"/>
                <a:gd name="connsiteY902" fmla="*/ 440531 h 876300"/>
                <a:gd name="connsiteX903" fmla="*/ 1122331 w 2419350"/>
                <a:gd name="connsiteY903" fmla="*/ 440341 h 876300"/>
                <a:gd name="connsiteX904" fmla="*/ 1122998 w 2419350"/>
                <a:gd name="connsiteY904" fmla="*/ 440341 h 876300"/>
                <a:gd name="connsiteX905" fmla="*/ 1124712 w 2419350"/>
                <a:gd name="connsiteY905" fmla="*/ 440055 h 876300"/>
                <a:gd name="connsiteX906" fmla="*/ 1124903 w 2419350"/>
                <a:gd name="connsiteY906" fmla="*/ 440150 h 876300"/>
                <a:gd name="connsiteX907" fmla="*/ 1125188 w 2419350"/>
                <a:gd name="connsiteY907" fmla="*/ 440341 h 876300"/>
                <a:gd name="connsiteX908" fmla="*/ 1125474 w 2419350"/>
                <a:gd name="connsiteY908" fmla="*/ 440436 h 876300"/>
                <a:gd name="connsiteX909" fmla="*/ 1125855 w 2419350"/>
                <a:gd name="connsiteY909" fmla="*/ 440436 h 876300"/>
                <a:gd name="connsiteX910" fmla="*/ 1126141 w 2419350"/>
                <a:gd name="connsiteY910" fmla="*/ 440246 h 876300"/>
                <a:gd name="connsiteX911" fmla="*/ 1126617 w 2419350"/>
                <a:gd name="connsiteY911" fmla="*/ 439769 h 876300"/>
                <a:gd name="connsiteX912" fmla="*/ 1126903 w 2419350"/>
                <a:gd name="connsiteY912" fmla="*/ 439674 h 876300"/>
                <a:gd name="connsiteX913" fmla="*/ 1127570 w 2419350"/>
                <a:gd name="connsiteY913" fmla="*/ 439579 h 876300"/>
                <a:gd name="connsiteX914" fmla="*/ 1128903 w 2419350"/>
                <a:gd name="connsiteY914" fmla="*/ 439674 h 876300"/>
                <a:gd name="connsiteX915" fmla="*/ 1129760 w 2419350"/>
                <a:gd name="connsiteY915" fmla="*/ 440150 h 876300"/>
                <a:gd name="connsiteX916" fmla="*/ 1130141 w 2419350"/>
                <a:gd name="connsiteY916" fmla="*/ 441198 h 876300"/>
                <a:gd name="connsiteX917" fmla="*/ 1130427 w 2419350"/>
                <a:gd name="connsiteY917" fmla="*/ 442341 h 876300"/>
                <a:gd name="connsiteX918" fmla="*/ 1130903 w 2419350"/>
                <a:gd name="connsiteY918" fmla="*/ 443008 h 876300"/>
                <a:gd name="connsiteX919" fmla="*/ 1132808 w 2419350"/>
                <a:gd name="connsiteY919" fmla="*/ 442627 h 876300"/>
                <a:gd name="connsiteX920" fmla="*/ 1133951 w 2419350"/>
                <a:gd name="connsiteY920" fmla="*/ 440436 h 876300"/>
                <a:gd name="connsiteX921" fmla="*/ 1135666 w 2419350"/>
                <a:gd name="connsiteY921" fmla="*/ 432530 h 876300"/>
                <a:gd name="connsiteX922" fmla="*/ 1137285 w 2419350"/>
                <a:gd name="connsiteY922" fmla="*/ 425291 h 876300"/>
                <a:gd name="connsiteX923" fmla="*/ 1137380 w 2419350"/>
                <a:gd name="connsiteY923" fmla="*/ 423672 h 876300"/>
                <a:gd name="connsiteX924" fmla="*/ 1136999 w 2419350"/>
                <a:gd name="connsiteY924" fmla="*/ 423196 h 876300"/>
                <a:gd name="connsiteX925" fmla="*/ 1136237 w 2419350"/>
                <a:gd name="connsiteY925" fmla="*/ 423386 h 876300"/>
                <a:gd name="connsiteX926" fmla="*/ 1135380 w 2419350"/>
                <a:gd name="connsiteY926" fmla="*/ 423863 h 876300"/>
                <a:gd name="connsiteX927" fmla="*/ 1134713 w 2419350"/>
                <a:gd name="connsiteY927" fmla="*/ 424339 h 876300"/>
                <a:gd name="connsiteX928" fmla="*/ 1134047 w 2419350"/>
                <a:gd name="connsiteY928" fmla="*/ 424434 h 876300"/>
                <a:gd name="connsiteX929" fmla="*/ 1133665 w 2419350"/>
                <a:gd name="connsiteY929" fmla="*/ 423672 h 876300"/>
                <a:gd name="connsiteX930" fmla="*/ 1133475 w 2419350"/>
                <a:gd name="connsiteY930" fmla="*/ 422720 h 876300"/>
                <a:gd name="connsiteX931" fmla="*/ 1133475 w 2419350"/>
                <a:gd name="connsiteY931" fmla="*/ 422243 h 876300"/>
                <a:gd name="connsiteX932" fmla="*/ 1132808 w 2419350"/>
                <a:gd name="connsiteY932" fmla="*/ 422053 h 876300"/>
                <a:gd name="connsiteX933" fmla="*/ 1131951 w 2419350"/>
                <a:gd name="connsiteY933" fmla="*/ 422243 h 876300"/>
                <a:gd name="connsiteX934" fmla="*/ 1128617 w 2419350"/>
                <a:gd name="connsiteY934" fmla="*/ 423767 h 876300"/>
                <a:gd name="connsiteX935" fmla="*/ 1127189 w 2419350"/>
                <a:gd name="connsiteY935" fmla="*/ 424053 h 876300"/>
                <a:gd name="connsiteX936" fmla="*/ 1126236 w 2419350"/>
                <a:gd name="connsiteY936" fmla="*/ 423386 h 876300"/>
                <a:gd name="connsiteX937" fmla="*/ 1125855 w 2419350"/>
                <a:gd name="connsiteY937" fmla="*/ 421386 h 876300"/>
                <a:gd name="connsiteX938" fmla="*/ 1124998 w 2419350"/>
                <a:gd name="connsiteY938" fmla="*/ 420624 h 876300"/>
                <a:gd name="connsiteX939" fmla="*/ 1123188 w 2419350"/>
                <a:gd name="connsiteY939" fmla="*/ 421005 h 876300"/>
                <a:gd name="connsiteX940" fmla="*/ 1120712 w 2419350"/>
                <a:gd name="connsiteY940" fmla="*/ 422243 h 876300"/>
                <a:gd name="connsiteX941" fmla="*/ 1120331 w 2419350"/>
                <a:gd name="connsiteY941" fmla="*/ 422243 h 876300"/>
                <a:gd name="connsiteX942" fmla="*/ 1120807 w 2419350"/>
                <a:gd name="connsiteY942" fmla="*/ 421291 h 876300"/>
                <a:gd name="connsiteX943" fmla="*/ 1121855 w 2419350"/>
                <a:gd name="connsiteY943" fmla="*/ 420148 h 876300"/>
                <a:gd name="connsiteX944" fmla="*/ 1123093 w 2419350"/>
                <a:gd name="connsiteY944" fmla="*/ 419100 h 876300"/>
                <a:gd name="connsiteX945" fmla="*/ 1124236 w 2419350"/>
                <a:gd name="connsiteY945" fmla="*/ 418338 h 876300"/>
                <a:gd name="connsiteX946" fmla="*/ 1127855 w 2419350"/>
                <a:gd name="connsiteY946" fmla="*/ 417481 h 876300"/>
                <a:gd name="connsiteX947" fmla="*/ 1128427 w 2419350"/>
                <a:gd name="connsiteY947" fmla="*/ 417005 h 876300"/>
                <a:gd name="connsiteX948" fmla="*/ 1129474 w 2419350"/>
                <a:gd name="connsiteY948" fmla="*/ 415766 h 876300"/>
                <a:gd name="connsiteX949" fmla="*/ 1129760 w 2419350"/>
                <a:gd name="connsiteY949" fmla="*/ 414623 h 876300"/>
                <a:gd name="connsiteX950" fmla="*/ 1129093 w 2419350"/>
                <a:gd name="connsiteY950" fmla="*/ 411385 h 876300"/>
                <a:gd name="connsiteX951" fmla="*/ 1129951 w 2419350"/>
                <a:gd name="connsiteY951" fmla="*/ 408813 h 876300"/>
                <a:gd name="connsiteX952" fmla="*/ 1129189 w 2419350"/>
                <a:gd name="connsiteY952" fmla="*/ 407575 h 876300"/>
                <a:gd name="connsiteX953" fmla="*/ 1127189 w 2419350"/>
                <a:gd name="connsiteY953" fmla="*/ 405670 h 876300"/>
                <a:gd name="connsiteX954" fmla="*/ 1128236 w 2419350"/>
                <a:gd name="connsiteY954" fmla="*/ 404336 h 876300"/>
                <a:gd name="connsiteX955" fmla="*/ 1128998 w 2419350"/>
                <a:gd name="connsiteY955" fmla="*/ 403003 h 876300"/>
                <a:gd name="connsiteX956" fmla="*/ 1128617 w 2419350"/>
                <a:gd name="connsiteY956" fmla="*/ 401955 h 876300"/>
                <a:gd name="connsiteX957" fmla="*/ 1127760 w 2419350"/>
                <a:gd name="connsiteY957" fmla="*/ 401479 h 876300"/>
                <a:gd name="connsiteX958" fmla="*/ 1126617 w 2419350"/>
                <a:gd name="connsiteY958" fmla="*/ 401384 h 876300"/>
                <a:gd name="connsiteX959" fmla="*/ 1125379 w 2419350"/>
                <a:gd name="connsiteY959" fmla="*/ 401479 h 876300"/>
                <a:gd name="connsiteX960" fmla="*/ 1125379 w 2419350"/>
                <a:gd name="connsiteY960" fmla="*/ 401574 h 876300"/>
                <a:gd name="connsiteX961" fmla="*/ 1124998 w 2419350"/>
                <a:gd name="connsiteY961" fmla="*/ 402050 h 876300"/>
                <a:gd name="connsiteX962" fmla="*/ 1124998 w 2419350"/>
                <a:gd name="connsiteY962" fmla="*/ 402146 h 876300"/>
                <a:gd name="connsiteX963" fmla="*/ 1124712 w 2419350"/>
                <a:gd name="connsiteY963" fmla="*/ 402146 h 876300"/>
                <a:gd name="connsiteX964" fmla="*/ 1124236 w 2419350"/>
                <a:gd name="connsiteY964" fmla="*/ 401860 h 876300"/>
                <a:gd name="connsiteX965" fmla="*/ 1123950 w 2419350"/>
                <a:gd name="connsiteY965" fmla="*/ 401860 h 876300"/>
                <a:gd name="connsiteX966" fmla="*/ 1122807 w 2419350"/>
                <a:gd name="connsiteY966" fmla="*/ 402146 h 876300"/>
                <a:gd name="connsiteX967" fmla="*/ 1122331 w 2419350"/>
                <a:gd name="connsiteY967" fmla="*/ 402431 h 876300"/>
                <a:gd name="connsiteX968" fmla="*/ 1122140 w 2419350"/>
                <a:gd name="connsiteY968" fmla="*/ 402812 h 876300"/>
                <a:gd name="connsiteX969" fmla="*/ 1121664 w 2419350"/>
                <a:gd name="connsiteY969" fmla="*/ 403384 h 876300"/>
                <a:gd name="connsiteX970" fmla="*/ 1120521 w 2419350"/>
                <a:gd name="connsiteY970" fmla="*/ 403670 h 876300"/>
                <a:gd name="connsiteX971" fmla="*/ 1119188 w 2419350"/>
                <a:gd name="connsiteY971" fmla="*/ 403765 h 876300"/>
                <a:gd name="connsiteX972" fmla="*/ 1118235 w 2419350"/>
                <a:gd name="connsiteY972" fmla="*/ 403670 h 876300"/>
                <a:gd name="connsiteX973" fmla="*/ 1117187 w 2419350"/>
                <a:gd name="connsiteY973" fmla="*/ 402812 h 876300"/>
                <a:gd name="connsiteX974" fmla="*/ 1117664 w 2419350"/>
                <a:gd name="connsiteY974" fmla="*/ 402146 h 876300"/>
                <a:gd name="connsiteX975" fmla="*/ 1119283 w 2419350"/>
                <a:gd name="connsiteY975" fmla="*/ 401384 h 876300"/>
                <a:gd name="connsiteX976" fmla="*/ 1119759 w 2419350"/>
                <a:gd name="connsiteY976" fmla="*/ 400717 h 876300"/>
                <a:gd name="connsiteX977" fmla="*/ 1122521 w 2419350"/>
                <a:gd name="connsiteY977" fmla="*/ 398336 h 876300"/>
                <a:gd name="connsiteX978" fmla="*/ 1123664 w 2419350"/>
                <a:gd name="connsiteY978" fmla="*/ 397955 h 876300"/>
                <a:gd name="connsiteX979" fmla="*/ 1126046 w 2419350"/>
                <a:gd name="connsiteY979" fmla="*/ 397383 h 876300"/>
                <a:gd name="connsiteX980" fmla="*/ 1128141 w 2419350"/>
                <a:gd name="connsiteY980" fmla="*/ 396050 h 876300"/>
                <a:gd name="connsiteX981" fmla="*/ 1132808 w 2419350"/>
                <a:gd name="connsiteY981" fmla="*/ 394716 h 876300"/>
                <a:gd name="connsiteX982" fmla="*/ 1133951 w 2419350"/>
                <a:gd name="connsiteY982" fmla="*/ 394145 h 876300"/>
                <a:gd name="connsiteX983" fmla="*/ 1134904 w 2419350"/>
                <a:gd name="connsiteY983" fmla="*/ 393287 h 876300"/>
                <a:gd name="connsiteX984" fmla="*/ 1135285 w 2419350"/>
                <a:gd name="connsiteY984" fmla="*/ 392049 h 876300"/>
                <a:gd name="connsiteX985" fmla="*/ 1135094 w 2419350"/>
                <a:gd name="connsiteY985" fmla="*/ 391001 h 876300"/>
                <a:gd name="connsiteX986" fmla="*/ 1134713 w 2419350"/>
                <a:gd name="connsiteY986" fmla="*/ 390335 h 876300"/>
                <a:gd name="connsiteX987" fmla="*/ 1134237 w 2419350"/>
                <a:gd name="connsiteY987" fmla="*/ 389763 h 876300"/>
                <a:gd name="connsiteX988" fmla="*/ 1133856 w 2419350"/>
                <a:gd name="connsiteY988" fmla="*/ 389001 h 876300"/>
                <a:gd name="connsiteX989" fmla="*/ 1133951 w 2419350"/>
                <a:gd name="connsiteY989" fmla="*/ 386715 h 876300"/>
                <a:gd name="connsiteX990" fmla="*/ 1135475 w 2419350"/>
                <a:gd name="connsiteY990" fmla="*/ 384905 h 876300"/>
                <a:gd name="connsiteX991" fmla="*/ 1137666 w 2419350"/>
                <a:gd name="connsiteY991" fmla="*/ 383572 h 876300"/>
                <a:gd name="connsiteX992" fmla="*/ 1143381 w 2419350"/>
                <a:gd name="connsiteY992" fmla="*/ 381286 h 876300"/>
                <a:gd name="connsiteX993" fmla="*/ 1144429 w 2419350"/>
                <a:gd name="connsiteY993" fmla="*/ 381095 h 876300"/>
                <a:gd name="connsiteX994" fmla="*/ 1145667 w 2419350"/>
                <a:gd name="connsiteY994" fmla="*/ 380619 h 876300"/>
                <a:gd name="connsiteX995" fmla="*/ 1145953 w 2419350"/>
                <a:gd name="connsiteY995" fmla="*/ 379476 h 876300"/>
                <a:gd name="connsiteX996" fmla="*/ 1145762 w 2419350"/>
                <a:gd name="connsiteY996" fmla="*/ 377095 h 876300"/>
                <a:gd name="connsiteX997" fmla="*/ 1145953 w 2419350"/>
                <a:gd name="connsiteY997" fmla="*/ 376523 h 876300"/>
                <a:gd name="connsiteX998" fmla="*/ 1146620 w 2419350"/>
                <a:gd name="connsiteY998" fmla="*/ 375761 h 876300"/>
                <a:gd name="connsiteX999" fmla="*/ 1147096 w 2419350"/>
                <a:gd name="connsiteY999" fmla="*/ 374713 h 876300"/>
                <a:gd name="connsiteX1000" fmla="*/ 1147191 w 2419350"/>
                <a:gd name="connsiteY1000" fmla="*/ 374428 h 876300"/>
                <a:gd name="connsiteX1001" fmla="*/ 1147191 w 2419350"/>
                <a:gd name="connsiteY1001" fmla="*/ 374142 h 876300"/>
                <a:gd name="connsiteX1002" fmla="*/ 1147000 w 2419350"/>
                <a:gd name="connsiteY1002" fmla="*/ 373952 h 876300"/>
                <a:gd name="connsiteX1003" fmla="*/ 1146715 w 2419350"/>
                <a:gd name="connsiteY1003" fmla="*/ 373856 h 876300"/>
                <a:gd name="connsiteX1004" fmla="*/ 1146524 w 2419350"/>
                <a:gd name="connsiteY1004" fmla="*/ 373761 h 876300"/>
                <a:gd name="connsiteX1005" fmla="*/ 1146429 w 2419350"/>
                <a:gd name="connsiteY1005" fmla="*/ 373666 h 876300"/>
                <a:gd name="connsiteX1006" fmla="*/ 1144238 w 2419350"/>
                <a:gd name="connsiteY1006" fmla="*/ 372999 h 876300"/>
                <a:gd name="connsiteX1007" fmla="*/ 1144333 w 2419350"/>
                <a:gd name="connsiteY1007" fmla="*/ 372713 h 876300"/>
                <a:gd name="connsiteX1008" fmla="*/ 1144905 w 2419350"/>
                <a:gd name="connsiteY1008" fmla="*/ 372046 h 876300"/>
                <a:gd name="connsiteX1009" fmla="*/ 1145191 w 2419350"/>
                <a:gd name="connsiteY1009" fmla="*/ 371570 h 876300"/>
                <a:gd name="connsiteX1010" fmla="*/ 1145381 w 2419350"/>
                <a:gd name="connsiteY1010" fmla="*/ 371285 h 876300"/>
                <a:gd name="connsiteX1011" fmla="*/ 1145381 w 2419350"/>
                <a:gd name="connsiteY1011" fmla="*/ 370999 h 876300"/>
                <a:gd name="connsiteX1012" fmla="*/ 1145000 w 2419350"/>
                <a:gd name="connsiteY1012" fmla="*/ 370332 h 876300"/>
                <a:gd name="connsiteX1013" fmla="*/ 1143476 w 2419350"/>
                <a:gd name="connsiteY1013" fmla="*/ 368618 h 876300"/>
                <a:gd name="connsiteX1014" fmla="*/ 1143286 w 2419350"/>
                <a:gd name="connsiteY1014" fmla="*/ 368046 h 876300"/>
                <a:gd name="connsiteX1015" fmla="*/ 1143572 w 2419350"/>
                <a:gd name="connsiteY1015" fmla="*/ 365188 h 876300"/>
                <a:gd name="connsiteX1016" fmla="*/ 1144048 w 2419350"/>
                <a:gd name="connsiteY1016" fmla="*/ 363760 h 876300"/>
                <a:gd name="connsiteX1017" fmla="*/ 1144810 w 2419350"/>
                <a:gd name="connsiteY1017" fmla="*/ 362712 h 876300"/>
                <a:gd name="connsiteX1018" fmla="*/ 1145572 w 2419350"/>
                <a:gd name="connsiteY1018" fmla="*/ 362617 h 876300"/>
                <a:gd name="connsiteX1019" fmla="*/ 1144905 w 2419350"/>
                <a:gd name="connsiteY1019" fmla="*/ 365855 h 876300"/>
                <a:gd name="connsiteX1020" fmla="*/ 1145096 w 2419350"/>
                <a:gd name="connsiteY1020" fmla="*/ 367189 h 876300"/>
                <a:gd name="connsiteX1021" fmla="*/ 1147286 w 2419350"/>
                <a:gd name="connsiteY1021" fmla="*/ 369761 h 876300"/>
                <a:gd name="connsiteX1022" fmla="*/ 1147572 w 2419350"/>
                <a:gd name="connsiteY1022" fmla="*/ 370427 h 876300"/>
                <a:gd name="connsiteX1023" fmla="*/ 1147572 w 2419350"/>
                <a:gd name="connsiteY1023" fmla="*/ 372142 h 876300"/>
                <a:gd name="connsiteX1024" fmla="*/ 1147763 w 2419350"/>
                <a:gd name="connsiteY1024" fmla="*/ 372904 h 876300"/>
                <a:gd name="connsiteX1025" fmla="*/ 1148143 w 2419350"/>
                <a:gd name="connsiteY1025" fmla="*/ 372046 h 876300"/>
                <a:gd name="connsiteX1026" fmla="*/ 1148429 w 2419350"/>
                <a:gd name="connsiteY1026" fmla="*/ 371570 h 876300"/>
                <a:gd name="connsiteX1027" fmla="*/ 1148715 w 2419350"/>
                <a:gd name="connsiteY1027" fmla="*/ 371380 h 876300"/>
                <a:gd name="connsiteX1028" fmla="*/ 1149382 w 2419350"/>
                <a:gd name="connsiteY1028" fmla="*/ 371666 h 876300"/>
                <a:gd name="connsiteX1029" fmla="*/ 1149287 w 2419350"/>
                <a:gd name="connsiteY1029" fmla="*/ 372142 h 876300"/>
                <a:gd name="connsiteX1030" fmla="*/ 1148620 w 2419350"/>
                <a:gd name="connsiteY1030" fmla="*/ 372999 h 876300"/>
                <a:gd name="connsiteX1031" fmla="*/ 1148620 w 2419350"/>
                <a:gd name="connsiteY1031" fmla="*/ 374428 h 876300"/>
                <a:gd name="connsiteX1032" fmla="*/ 1148715 w 2419350"/>
                <a:gd name="connsiteY1032" fmla="*/ 375190 h 876300"/>
                <a:gd name="connsiteX1033" fmla="*/ 1149287 w 2419350"/>
                <a:gd name="connsiteY1033" fmla="*/ 375380 h 876300"/>
                <a:gd name="connsiteX1034" fmla="*/ 1150430 w 2419350"/>
                <a:gd name="connsiteY1034" fmla="*/ 375285 h 876300"/>
                <a:gd name="connsiteX1035" fmla="*/ 1156049 w 2419350"/>
                <a:gd name="connsiteY1035" fmla="*/ 374047 h 876300"/>
                <a:gd name="connsiteX1036" fmla="*/ 1157383 w 2419350"/>
                <a:gd name="connsiteY1036" fmla="*/ 373475 h 876300"/>
                <a:gd name="connsiteX1037" fmla="*/ 1158716 w 2419350"/>
                <a:gd name="connsiteY1037" fmla="*/ 372809 h 876300"/>
                <a:gd name="connsiteX1038" fmla="*/ 1159573 w 2419350"/>
                <a:gd name="connsiteY1038" fmla="*/ 372142 h 876300"/>
                <a:gd name="connsiteX1039" fmla="*/ 1159859 w 2419350"/>
                <a:gd name="connsiteY1039" fmla="*/ 371189 h 876300"/>
                <a:gd name="connsiteX1040" fmla="*/ 1160050 w 2419350"/>
                <a:gd name="connsiteY1040" fmla="*/ 369856 h 876300"/>
                <a:gd name="connsiteX1041" fmla="*/ 1160431 w 2419350"/>
                <a:gd name="connsiteY1041" fmla="*/ 368713 h 876300"/>
                <a:gd name="connsiteX1042" fmla="*/ 1161764 w 2419350"/>
                <a:gd name="connsiteY1042" fmla="*/ 367855 h 876300"/>
                <a:gd name="connsiteX1043" fmla="*/ 1167003 w 2419350"/>
                <a:gd name="connsiteY1043" fmla="*/ 360521 h 876300"/>
                <a:gd name="connsiteX1044" fmla="*/ 1168622 w 2419350"/>
                <a:gd name="connsiteY1044" fmla="*/ 358807 h 876300"/>
                <a:gd name="connsiteX1045" fmla="*/ 1170718 w 2419350"/>
                <a:gd name="connsiteY1045" fmla="*/ 357473 h 876300"/>
                <a:gd name="connsiteX1046" fmla="*/ 1171480 w 2419350"/>
                <a:gd name="connsiteY1046" fmla="*/ 356711 h 876300"/>
                <a:gd name="connsiteX1047" fmla="*/ 1171765 w 2419350"/>
                <a:gd name="connsiteY1047" fmla="*/ 355378 h 876300"/>
                <a:gd name="connsiteX1048" fmla="*/ 1171956 w 2419350"/>
                <a:gd name="connsiteY1048" fmla="*/ 354044 h 876300"/>
                <a:gd name="connsiteX1049" fmla="*/ 1172337 w 2419350"/>
                <a:gd name="connsiteY1049" fmla="*/ 352425 h 876300"/>
                <a:gd name="connsiteX1050" fmla="*/ 1173099 w 2419350"/>
                <a:gd name="connsiteY1050" fmla="*/ 351377 h 876300"/>
                <a:gd name="connsiteX1051" fmla="*/ 1174147 w 2419350"/>
                <a:gd name="connsiteY1051" fmla="*/ 351758 h 876300"/>
                <a:gd name="connsiteX1052" fmla="*/ 1175575 w 2419350"/>
                <a:gd name="connsiteY1052" fmla="*/ 353092 h 876300"/>
                <a:gd name="connsiteX1053" fmla="*/ 1175766 w 2419350"/>
                <a:gd name="connsiteY1053" fmla="*/ 353568 h 876300"/>
                <a:gd name="connsiteX1054" fmla="*/ 1175671 w 2419350"/>
                <a:gd name="connsiteY1054" fmla="*/ 354997 h 876300"/>
                <a:gd name="connsiteX1055" fmla="*/ 1175766 w 2419350"/>
                <a:gd name="connsiteY1055" fmla="*/ 355759 h 876300"/>
                <a:gd name="connsiteX1056" fmla="*/ 1176147 w 2419350"/>
                <a:gd name="connsiteY1056" fmla="*/ 356235 h 876300"/>
                <a:gd name="connsiteX1057" fmla="*/ 1176718 w 2419350"/>
                <a:gd name="connsiteY1057" fmla="*/ 356045 h 876300"/>
                <a:gd name="connsiteX1058" fmla="*/ 1177385 w 2419350"/>
                <a:gd name="connsiteY1058" fmla="*/ 355092 h 876300"/>
                <a:gd name="connsiteX1059" fmla="*/ 1177957 w 2419350"/>
                <a:gd name="connsiteY1059" fmla="*/ 353949 h 876300"/>
                <a:gd name="connsiteX1060" fmla="*/ 1178242 w 2419350"/>
                <a:gd name="connsiteY1060" fmla="*/ 353092 h 876300"/>
                <a:gd name="connsiteX1061" fmla="*/ 1178814 w 2419350"/>
                <a:gd name="connsiteY1061" fmla="*/ 353568 h 876300"/>
                <a:gd name="connsiteX1062" fmla="*/ 1179957 w 2419350"/>
                <a:gd name="connsiteY1062" fmla="*/ 354902 h 876300"/>
                <a:gd name="connsiteX1063" fmla="*/ 1180719 w 2419350"/>
                <a:gd name="connsiteY1063" fmla="*/ 355187 h 876300"/>
                <a:gd name="connsiteX1064" fmla="*/ 1181672 w 2419350"/>
                <a:gd name="connsiteY1064" fmla="*/ 354997 h 876300"/>
                <a:gd name="connsiteX1065" fmla="*/ 1181957 w 2419350"/>
                <a:gd name="connsiteY1065" fmla="*/ 354425 h 876300"/>
                <a:gd name="connsiteX1066" fmla="*/ 1181767 w 2419350"/>
                <a:gd name="connsiteY1066" fmla="*/ 353187 h 876300"/>
                <a:gd name="connsiteX1067" fmla="*/ 1182338 w 2419350"/>
                <a:gd name="connsiteY1067" fmla="*/ 352044 h 876300"/>
                <a:gd name="connsiteX1068" fmla="*/ 1184243 w 2419350"/>
                <a:gd name="connsiteY1068" fmla="*/ 352425 h 876300"/>
                <a:gd name="connsiteX1069" fmla="*/ 1184053 w 2419350"/>
                <a:gd name="connsiteY1069" fmla="*/ 350901 h 876300"/>
                <a:gd name="connsiteX1070" fmla="*/ 1186624 w 2419350"/>
                <a:gd name="connsiteY1070" fmla="*/ 351663 h 876300"/>
                <a:gd name="connsiteX1071" fmla="*/ 1187006 w 2419350"/>
                <a:gd name="connsiteY1071" fmla="*/ 351472 h 876300"/>
                <a:gd name="connsiteX1072" fmla="*/ 1187672 w 2419350"/>
                <a:gd name="connsiteY1072" fmla="*/ 350806 h 876300"/>
                <a:gd name="connsiteX1073" fmla="*/ 1188053 w 2419350"/>
                <a:gd name="connsiteY1073" fmla="*/ 350615 h 876300"/>
                <a:gd name="connsiteX1074" fmla="*/ 1188434 w 2419350"/>
                <a:gd name="connsiteY1074" fmla="*/ 350615 h 876300"/>
                <a:gd name="connsiteX1075" fmla="*/ 1189196 w 2419350"/>
                <a:gd name="connsiteY1075" fmla="*/ 350711 h 876300"/>
                <a:gd name="connsiteX1076" fmla="*/ 1190720 w 2419350"/>
                <a:gd name="connsiteY1076" fmla="*/ 350330 h 876300"/>
                <a:gd name="connsiteX1077" fmla="*/ 1191101 w 2419350"/>
                <a:gd name="connsiteY1077" fmla="*/ 350044 h 876300"/>
                <a:gd name="connsiteX1078" fmla="*/ 1191292 w 2419350"/>
                <a:gd name="connsiteY1078" fmla="*/ 349472 h 876300"/>
                <a:gd name="connsiteX1079" fmla="*/ 1191292 w 2419350"/>
                <a:gd name="connsiteY1079" fmla="*/ 348710 h 876300"/>
                <a:gd name="connsiteX1080" fmla="*/ 1191006 w 2419350"/>
                <a:gd name="connsiteY1080" fmla="*/ 348044 h 876300"/>
                <a:gd name="connsiteX1081" fmla="*/ 1190530 w 2419350"/>
                <a:gd name="connsiteY1081" fmla="*/ 347567 h 876300"/>
                <a:gd name="connsiteX1082" fmla="*/ 1189958 w 2419350"/>
                <a:gd name="connsiteY1082" fmla="*/ 347377 h 876300"/>
                <a:gd name="connsiteX1083" fmla="*/ 1188530 w 2419350"/>
                <a:gd name="connsiteY1083" fmla="*/ 347186 h 876300"/>
                <a:gd name="connsiteX1084" fmla="*/ 1185672 w 2419350"/>
                <a:gd name="connsiteY1084" fmla="*/ 346424 h 876300"/>
                <a:gd name="connsiteX1085" fmla="*/ 1184529 w 2419350"/>
                <a:gd name="connsiteY1085" fmla="*/ 346234 h 876300"/>
                <a:gd name="connsiteX1086" fmla="*/ 1183957 w 2419350"/>
                <a:gd name="connsiteY1086" fmla="*/ 346043 h 876300"/>
                <a:gd name="connsiteX1087" fmla="*/ 1183672 w 2419350"/>
                <a:gd name="connsiteY1087" fmla="*/ 345662 h 876300"/>
                <a:gd name="connsiteX1088" fmla="*/ 1183862 w 2419350"/>
                <a:gd name="connsiteY1088" fmla="*/ 345281 h 876300"/>
                <a:gd name="connsiteX1089" fmla="*/ 1184624 w 2419350"/>
                <a:gd name="connsiteY1089" fmla="*/ 345091 h 876300"/>
                <a:gd name="connsiteX1090" fmla="*/ 1186053 w 2419350"/>
                <a:gd name="connsiteY1090" fmla="*/ 345281 h 876300"/>
                <a:gd name="connsiteX1091" fmla="*/ 1186720 w 2419350"/>
                <a:gd name="connsiteY1091" fmla="*/ 345281 h 876300"/>
                <a:gd name="connsiteX1092" fmla="*/ 1187387 w 2419350"/>
                <a:gd name="connsiteY1092" fmla="*/ 344996 h 876300"/>
                <a:gd name="connsiteX1093" fmla="*/ 1186815 w 2419350"/>
                <a:gd name="connsiteY1093" fmla="*/ 344234 h 876300"/>
                <a:gd name="connsiteX1094" fmla="*/ 1187196 w 2419350"/>
                <a:gd name="connsiteY1094" fmla="*/ 343757 h 876300"/>
                <a:gd name="connsiteX1095" fmla="*/ 1187958 w 2419350"/>
                <a:gd name="connsiteY1095" fmla="*/ 343376 h 876300"/>
                <a:gd name="connsiteX1096" fmla="*/ 1188625 w 2419350"/>
                <a:gd name="connsiteY1096" fmla="*/ 342805 h 876300"/>
                <a:gd name="connsiteX1097" fmla="*/ 1188815 w 2419350"/>
                <a:gd name="connsiteY1097" fmla="*/ 341852 h 876300"/>
                <a:gd name="connsiteX1098" fmla="*/ 1188244 w 2419350"/>
                <a:gd name="connsiteY1098" fmla="*/ 341471 h 876300"/>
                <a:gd name="connsiteX1099" fmla="*/ 1187291 w 2419350"/>
                <a:gd name="connsiteY1099" fmla="*/ 341281 h 876300"/>
                <a:gd name="connsiteX1100" fmla="*/ 1186434 w 2419350"/>
                <a:gd name="connsiteY1100" fmla="*/ 340995 h 876300"/>
                <a:gd name="connsiteX1101" fmla="*/ 1186434 w 2419350"/>
                <a:gd name="connsiteY1101" fmla="*/ 340614 h 876300"/>
                <a:gd name="connsiteX1102" fmla="*/ 1186720 w 2419350"/>
                <a:gd name="connsiteY1102" fmla="*/ 340424 h 876300"/>
                <a:gd name="connsiteX1103" fmla="*/ 1187101 w 2419350"/>
                <a:gd name="connsiteY1103" fmla="*/ 340328 h 876300"/>
                <a:gd name="connsiteX1104" fmla="*/ 1188720 w 2419350"/>
                <a:gd name="connsiteY1104" fmla="*/ 340233 h 876300"/>
                <a:gd name="connsiteX1105" fmla="*/ 1189006 w 2419350"/>
                <a:gd name="connsiteY1105" fmla="*/ 340138 h 876300"/>
                <a:gd name="connsiteX1106" fmla="*/ 1189101 w 2419350"/>
                <a:gd name="connsiteY1106" fmla="*/ 339947 h 876300"/>
                <a:gd name="connsiteX1107" fmla="*/ 1189768 w 2419350"/>
                <a:gd name="connsiteY1107" fmla="*/ 338995 h 876300"/>
                <a:gd name="connsiteX1108" fmla="*/ 1189958 w 2419350"/>
                <a:gd name="connsiteY1108" fmla="*/ 338233 h 876300"/>
                <a:gd name="connsiteX1109" fmla="*/ 1190054 w 2419350"/>
                <a:gd name="connsiteY1109" fmla="*/ 336233 h 876300"/>
                <a:gd name="connsiteX1110" fmla="*/ 1189577 w 2419350"/>
                <a:gd name="connsiteY1110" fmla="*/ 335661 h 876300"/>
                <a:gd name="connsiteX1111" fmla="*/ 1187767 w 2419350"/>
                <a:gd name="connsiteY1111" fmla="*/ 335280 h 876300"/>
                <a:gd name="connsiteX1112" fmla="*/ 1187958 w 2419350"/>
                <a:gd name="connsiteY1112" fmla="*/ 334613 h 876300"/>
                <a:gd name="connsiteX1113" fmla="*/ 1188625 w 2419350"/>
                <a:gd name="connsiteY1113" fmla="*/ 334328 h 876300"/>
                <a:gd name="connsiteX1114" fmla="*/ 1190434 w 2419350"/>
                <a:gd name="connsiteY1114" fmla="*/ 333851 h 876300"/>
                <a:gd name="connsiteX1115" fmla="*/ 1190815 w 2419350"/>
                <a:gd name="connsiteY1115" fmla="*/ 333375 h 876300"/>
                <a:gd name="connsiteX1116" fmla="*/ 1191197 w 2419350"/>
                <a:gd name="connsiteY1116" fmla="*/ 332804 h 876300"/>
                <a:gd name="connsiteX1117" fmla="*/ 1191863 w 2419350"/>
                <a:gd name="connsiteY1117" fmla="*/ 332327 h 876300"/>
                <a:gd name="connsiteX1118" fmla="*/ 1192244 w 2419350"/>
                <a:gd name="connsiteY1118" fmla="*/ 331756 h 876300"/>
                <a:gd name="connsiteX1119" fmla="*/ 1191768 w 2419350"/>
                <a:gd name="connsiteY1119" fmla="*/ 330803 h 876300"/>
                <a:gd name="connsiteX1120" fmla="*/ 1191006 w 2419350"/>
                <a:gd name="connsiteY1120" fmla="*/ 330613 h 876300"/>
                <a:gd name="connsiteX1121" fmla="*/ 1189958 w 2419350"/>
                <a:gd name="connsiteY1121" fmla="*/ 330994 h 876300"/>
                <a:gd name="connsiteX1122" fmla="*/ 1183576 w 2419350"/>
                <a:gd name="connsiteY1122" fmla="*/ 335471 h 876300"/>
                <a:gd name="connsiteX1123" fmla="*/ 1181862 w 2419350"/>
                <a:gd name="connsiteY1123" fmla="*/ 336328 h 876300"/>
                <a:gd name="connsiteX1124" fmla="*/ 1181862 w 2419350"/>
                <a:gd name="connsiteY1124" fmla="*/ 335947 h 876300"/>
                <a:gd name="connsiteX1125" fmla="*/ 1182433 w 2419350"/>
                <a:gd name="connsiteY1125" fmla="*/ 335089 h 876300"/>
                <a:gd name="connsiteX1126" fmla="*/ 1183005 w 2419350"/>
                <a:gd name="connsiteY1126" fmla="*/ 333946 h 876300"/>
                <a:gd name="connsiteX1127" fmla="*/ 1183196 w 2419350"/>
                <a:gd name="connsiteY1127" fmla="*/ 332708 h 876300"/>
                <a:gd name="connsiteX1128" fmla="*/ 1182814 w 2419350"/>
                <a:gd name="connsiteY1128" fmla="*/ 331756 h 876300"/>
                <a:gd name="connsiteX1129" fmla="*/ 1182814 w 2419350"/>
                <a:gd name="connsiteY1129" fmla="*/ 331089 h 876300"/>
                <a:gd name="connsiteX1130" fmla="*/ 1183291 w 2419350"/>
                <a:gd name="connsiteY1130" fmla="*/ 330327 h 876300"/>
                <a:gd name="connsiteX1131" fmla="*/ 1184434 w 2419350"/>
                <a:gd name="connsiteY1131" fmla="*/ 329089 h 876300"/>
                <a:gd name="connsiteX1132" fmla="*/ 1184720 w 2419350"/>
                <a:gd name="connsiteY1132" fmla="*/ 328327 h 876300"/>
                <a:gd name="connsiteX1133" fmla="*/ 1184910 w 2419350"/>
                <a:gd name="connsiteY1133" fmla="*/ 327184 h 876300"/>
                <a:gd name="connsiteX1134" fmla="*/ 1184815 w 2419350"/>
                <a:gd name="connsiteY1134" fmla="*/ 326327 h 876300"/>
                <a:gd name="connsiteX1135" fmla="*/ 1184339 w 2419350"/>
                <a:gd name="connsiteY1135" fmla="*/ 326422 h 876300"/>
                <a:gd name="connsiteX1136" fmla="*/ 1183767 w 2419350"/>
                <a:gd name="connsiteY1136" fmla="*/ 326136 h 876300"/>
                <a:gd name="connsiteX1137" fmla="*/ 1182910 w 2419350"/>
                <a:gd name="connsiteY1137" fmla="*/ 324993 h 876300"/>
                <a:gd name="connsiteX1138" fmla="*/ 1182053 w 2419350"/>
                <a:gd name="connsiteY1138" fmla="*/ 323660 h 876300"/>
                <a:gd name="connsiteX1139" fmla="*/ 1181672 w 2419350"/>
                <a:gd name="connsiteY1139" fmla="*/ 322707 h 876300"/>
                <a:gd name="connsiteX1140" fmla="*/ 1181767 w 2419350"/>
                <a:gd name="connsiteY1140" fmla="*/ 321469 h 876300"/>
                <a:gd name="connsiteX1141" fmla="*/ 1182910 w 2419350"/>
                <a:gd name="connsiteY1141" fmla="*/ 319659 h 876300"/>
                <a:gd name="connsiteX1142" fmla="*/ 1183196 w 2419350"/>
                <a:gd name="connsiteY1142" fmla="*/ 318611 h 876300"/>
                <a:gd name="connsiteX1143" fmla="*/ 1183386 w 2419350"/>
                <a:gd name="connsiteY1143" fmla="*/ 316421 h 876300"/>
                <a:gd name="connsiteX1144" fmla="*/ 1183576 w 2419350"/>
                <a:gd name="connsiteY1144" fmla="*/ 315563 h 876300"/>
                <a:gd name="connsiteX1145" fmla="*/ 1184339 w 2419350"/>
                <a:gd name="connsiteY1145" fmla="*/ 313658 h 876300"/>
                <a:gd name="connsiteX1146" fmla="*/ 1184529 w 2419350"/>
                <a:gd name="connsiteY1146" fmla="*/ 313277 h 876300"/>
                <a:gd name="connsiteX1147" fmla="*/ 1184815 w 2419350"/>
                <a:gd name="connsiteY1147" fmla="*/ 312992 h 876300"/>
                <a:gd name="connsiteX1148" fmla="*/ 1185481 w 2419350"/>
                <a:gd name="connsiteY1148" fmla="*/ 312420 h 876300"/>
                <a:gd name="connsiteX1149" fmla="*/ 1185767 w 2419350"/>
                <a:gd name="connsiteY1149" fmla="*/ 311849 h 876300"/>
                <a:gd name="connsiteX1150" fmla="*/ 1186434 w 2419350"/>
                <a:gd name="connsiteY1150" fmla="*/ 310991 h 876300"/>
                <a:gd name="connsiteX1151" fmla="*/ 1186529 w 2419350"/>
                <a:gd name="connsiteY1151" fmla="*/ 310801 h 876300"/>
                <a:gd name="connsiteX1152" fmla="*/ 1186720 w 2419350"/>
                <a:gd name="connsiteY1152" fmla="*/ 310515 h 876300"/>
                <a:gd name="connsiteX1153" fmla="*/ 1186624 w 2419350"/>
                <a:gd name="connsiteY1153" fmla="*/ 309848 h 876300"/>
                <a:gd name="connsiteX1154" fmla="*/ 1186339 w 2419350"/>
                <a:gd name="connsiteY1154" fmla="*/ 308705 h 876300"/>
                <a:gd name="connsiteX1155" fmla="*/ 1185958 w 2419350"/>
                <a:gd name="connsiteY1155" fmla="*/ 308038 h 876300"/>
                <a:gd name="connsiteX1156" fmla="*/ 1185577 w 2419350"/>
                <a:gd name="connsiteY1156" fmla="*/ 307467 h 876300"/>
                <a:gd name="connsiteX1157" fmla="*/ 1185100 w 2419350"/>
                <a:gd name="connsiteY1157" fmla="*/ 307086 h 876300"/>
                <a:gd name="connsiteX1158" fmla="*/ 1184529 w 2419350"/>
                <a:gd name="connsiteY1158" fmla="*/ 306896 h 876300"/>
                <a:gd name="connsiteX1159" fmla="*/ 1184910 w 2419350"/>
                <a:gd name="connsiteY1159" fmla="*/ 306134 h 876300"/>
                <a:gd name="connsiteX1160" fmla="*/ 1184624 w 2419350"/>
                <a:gd name="connsiteY1160" fmla="*/ 305943 h 876300"/>
                <a:gd name="connsiteX1161" fmla="*/ 1184148 w 2419350"/>
                <a:gd name="connsiteY1161" fmla="*/ 305943 h 876300"/>
                <a:gd name="connsiteX1162" fmla="*/ 1183767 w 2419350"/>
                <a:gd name="connsiteY1162" fmla="*/ 305753 h 876300"/>
                <a:gd name="connsiteX1163" fmla="*/ 1183672 w 2419350"/>
                <a:gd name="connsiteY1163" fmla="*/ 305371 h 876300"/>
                <a:gd name="connsiteX1164" fmla="*/ 1183672 w 2419350"/>
                <a:gd name="connsiteY1164" fmla="*/ 305181 h 876300"/>
                <a:gd name="connsiteX1165" fmla="*/ 1183767 w 2419350"/>
                <a:gd name="connsiteY1165" fmla="*/ 304895 h 876300"/>
                <a:gd name="connsiteX1166" fmla="*/ 1183767 w 2419350"/>
                <a:gd name="connsiteY1166" fmla="*/ 304324 h 876300"/>
                <a:gd name="connsiteX1167" fmla="*/ 1183672 w 2419350"/>
                <a:gd name="connsiteY1167" fmla="*/ 303847 h 876300"/>
                <a:gd name="connsiteX1168" fmla="*/ 1183481 w 2419350"/>
                <a:gd name="connsiteY1168" fmla="*/ 303467 h 876300"/>
                <a:gd name="connsiteX1169" fmla="*/ 1183481 w 2419350"/>
                <a:gd name="connsiteY1169" fmla="*/ 303086 h 876300"/>
                <a:gd name="connsiteX1170" fmla="*/ 1183767 w 2419350"/>
                <a:gd name="connsiteY1170" fmla="*/ 302514 h 876300"/>
                <a:gd name="connsiteX1171" fmla="*/ 1184148 w 2419350"/>
                <a:gd name="connsiteY1171" fmla="*/ 302228 h 876300"/>
                <a:gd name="connsiteX1172" fmla="*/ 1185386 w 2419350"/>
                <a:gd name="connsiteY1172" fmla="*/ 301847 h 876300"/>
                <a:gd name="connsiteX1173" fmla="*/ 1185958 w 2419350"/>
                <a:gd name="connsiteY1173" fmla="*/ 301466 h 876300"/>
                <a:gd name="connsiteX1174" fmla="*/ 1185481 w 2419350"/>
                <a:gd name="connsiteY1174" fmla="*/ 300990 h 876300"/>
                <a:gd name="connsiteX1175" fmla="*/ 1184910 w 2419350"/>
                <a:gd name="connsiteY1175" fmla="*/ 300895 h 876300"/>
                <a:gd name="connsiteX1176" fmla="*/ 1184434 w 2419350"/>
                <a:gd name="connsiteY1176" fmla="*/ 300895 h 876300"/>
                <a:gd name="connsiteX1177" fmla="*/ 1184148 w 2419350"/>
                <a:gd name="connsiteY1177" fmla="*/ 300800 h 876300"/>
                <a:gd name="connsiteX1178" fmla="*/ 1184053 w 2419350"/>
                <a:gd name="connsiteY1178" fmla="*/ 300133 h 876300"/>
                <a:gd name="connsiteX1179" fmla="*/ 1184243 w 2419350"/>
                <a:gd name="connsiteY1179" fmla="*/ 299466 h 876300"/>
                <a:gd name="connsiteX1180" fmla="*/ 1184624 w 2419350"/>
                <a:gd name="connsiteY1180" fmla="*/ 298895 h 876300"/>
                <a:gd name="connsiteX1181" fmla="*/ 1185863 w 2419350"/>
                <a:gd name="connsiteY1181" fmla="*/ 297752 h 876300"/>
                <a:gd name="connsiteX1182" fmla="*/ 1186339 w 2419350"/>
                <a:gd name="connsiteY1182" fmla="*/ 296989 h 876300"/>
                <a:gd name="connsiteX1183" fmla="*/ 1186529 w 2419350"/>
                <a:gd name="connsiteY1183" fmla="*/ 296132 h 876300"/>
                <a:gd name="connsiteX1184" fmla="*/ 1186339 w 2419350"/>
                <a:gd name="connsiteY1184" fmla="*/ 294989 h 876300"/>
                <a:gd name="connsiteX1185" fmla="*/ 1186148 w 2419350"/>
                <a:gd name="connsiteY1185" fmla="*/ 294608 h 876300"/>
                <a:gd name="connsiteX1186" fmla="*/ 1185958 w 2419350"/>
                <a:gd name="connsiteY1186" fmla="*/ 294418 h 876300"/>
                <a:gd name="connsiteX1187" fmla="*/ 1185863 w 2419350"/>
                <a:gd name="connsiteY1187" fmla="*/ 294132 h 876300"/>
                <a:gd name="connsiteX1188" fmla="*/ 1186053 w 2419350"/>
                <a:gd name="connsiteY1188" fmla="*/ 293561 h 876300"/>
                <a:gd name="connsiteX1189" fmla="*/ 1187958 w 2419350"/>
                <a:gd name="connsiteY1189" fmla="*/ 290513 h 876300"/>
                <a:gd name="connsiteX1190" fmla="*/ 1188815 w 2419350"/>
                <a:gd name="connsiteY1190" fmla="*/ 288417 h 876300"/>
                <a:gd name="connsiteX1191" fmla="*/ 1189673 w 2419350"/>
                <a:gd name="connsiteY1191" fmla="*/ 287464 h 876300"/>
                <a:gd name="connsiteX1192" fmla="*/ 1190244 w 2419350"/>
                <a:gd name="connsiteY1192" fmla="*/ 287179 h 876300"/>
                <a:gd name="connsiteX1193" fmla="*/ 1190911 w 2419350"/>
                <a:gd name="connsiteY1193" fmla="*/ 286893 h 876300"/>
                <a:gd name="connsiteX1194" fmla="*/ 1191482 w 2419350"/>
                <a:gd name="connsiteY1194" fmla="*/ 286512 h 876300"/>
                <a:gd name="connsiteX1195" fmla="*/ 1191863 w 2419350"/>
                <a:gd name="connsiteY1195" fmla="*/ 285941 h 876300"/>
                <a:gd name="connsiteX1196" fmla="*/ 1191863 w 2419350"/>
                <a:gd name="connsiteY1196" fmla="*/ 285464 h 876300"/>
                <a:gd name="connsiteX1197" fmla="*/ 1191292 w 2419350"/>
                <a:gd name="connsiteY1197" fmla="*/ 284131 h 876300"/>
                <a:gd name="connsiteX1198" fmla="*/ 1191101 w 2419350"/>
                <a:gd name="connsiteY1198" fmla="*/ 283655 h 876300"/>
                <a:gd name="connsiteX1199" fmla="*/ 1191482 w 2419350"/>
                <a:gd name="connsiteY1199" fmla="*/ 282416 h 876300"/>
                <a:gd name="connsiteX1200" fmla="*/ 1194340 w 2419350"/>
                <a:gd name="connsiteY1200" fmla="*/ 279178 h 876300"/>
                <a:gd name="connsiteX1201" fmla="*/ 1194530 w 2419350"/>
                <a:gd name="connsiteY1201" fmla="*/ 278702 h 876300"/>
                <a:gd name="connsiteX1202" fmla="*/ 1194816 w 2419350"/>
                <a:gd name="connsiteY1202" fmla="*/ 277559 h 876300"/>
                <a:gd name="connsiteX1203" fmla="*/ 1195006 w 2419350"/>
                <a:gd name="connsiteY1203" fmla="*/ 277082 h 876300"/>
                <a:gd name="connsiteX1204" fmla="*/ 1195388 w 2419350"/>
                <a:gd name="connsiteY1204" fmla="*/ 276511 h 876300"/>
                <a:gd name="connsiteX1205" fmla="*/ 1196626 w 2419350"/>
                <a:gd name="connsiteY1205" fmla="*/ 275463 h 876300"/>
                <a:gd name="connsiteX1206" fmla="*/ 1196912 w 2419350"/>
                <a:gd name="connsiteY1206" fmla="*/ 274606 h 876300"/>
                <a:gd name="connsiteX1207" fmla="*/ 1197197 w 2419350"/>
                <a:gd name="connsiteY1207" fmla="*/ 271272 h 876300"/>
                <a:gd name="connsiteX1208" fmla="*/ 1197959 w 2419350"/>
                <a:gd name="connsiteY1208" fmla="*/ 269938 h 876300"/>
                <a:gd name="connsiteX1209" fmla="*/ 1200340 w 2419350"/>
                <a:gd name="connsiteY1209" fmla="*/ 267271 h 876300"/>
                <a:gd name="connsiteX1210" fmla="*/ 1201579 w 2419350"/>
                <a:gd name="connsiteY1210" fmla="*/ 266224 h 876300"/>
                <a:gd name="connsiteX1211" fmla="*/ 1202531 w 2419350"/>
                <a:gd name="connsiteY1211" fmla="*/ 265747 h 876300"/>
                <a:gd name="connsiteX1212" fmla="*/ 1203674 w 2419350"/>
                <a:gd name="connsiteY1212" fmla="*/ 265557 h 876300"/>
                <a:gd name="connsiteX1213" fmla="*/ 1205484 w 2419350"/>
                <a:gd name="connsiteY1213" fmla="*/ 265462 h 876300"/>
                <a:gd name="connsiteX1214" fmla="*/ 1205770 w 2419350"/>
                <a:gd name="connsiteY1214" fmla="*/ 265367 h 876300"/>
                <a:gd name="connsiteX1215" fmla="*/ 1206056 w 2419350"/>
                <a:gd name="connsiteY1215" fmla="*/ 265081 h 876300"/>
                <a:gd name="connsiteX1216" fmla="*/ 1206437 w 2419350"/>
                <a:gd name="connsiteY1216" fmla="*/ 264795 h 876300"/>
                <a:gd name="connsiteX1217" fmla="*/ 1207008 w 2419350"/>
                <a:gd name="connsiteY1217" fmla="*/ 264700 h 876300"/>
                <a:gd name="connsiteX1218" fmla="*/ 1207675 w 2419350"/>
                <a:gd name="connsiteY1218" fmla="*/ 264795 h 876300"/>
                <a:gd name="connsiteX1219" fmla="*/ 1208246 w 2419350"/>
                <a:gd name="connsiteY1219" fmla="*/ 264986 h 876300"/>
                <a:gd name="connsiteX1220" fmla="*/ 1208723 w 2419350"/>
                <a:gd name="connsiteY1220" fmla="*/ 265176 h 876300"/>
                <a:gd name="connsiteX1221" fmla="*/ 1209104 w 2419350"/>
                <a:gd name="connsiteY1221" fmla="*/ 265462 h 876300"/>
                <a:gd name="connsiteX1222" fmla="*/ 1209484 w 2419350"/>
                <a:gd name="connsiteY1222" fmla="*/ 265938 h 876300"/>
                <a:gd name="connsiteX1223" fmla="*/ 1210056 w 2419350"/>
                <a:gd name="connsiteY1223" fmla="*/ 266891 h 876300"/>
                <a:gd name="connsiteX1224" fmla="*/ 1210532 w 2419350"/>
                <a:gd name="connsiteY1224" fmla="*/ 267271 h 876300"/>
                <a:gd name="connsiteX1225" fmla="*/ 1211104 w 2419350"/>
                <a:gd name="connsiteY1225" fmla="*/ 267462 h 876300"/>
                <a:gd name="connsiteX1226" fmla="*/ 1211675 w 2419350"/>
                <a:gd name="connsiteY1226" fmla="*/ 267462 h 876300"/>
                <a:gd name="connsiteX1227" fmla="*/ 1212437 w 2419350"/>
                <a:gd name="connsiteY1227" fmla="*/ 267367 h 876300"/>
                <a:gd name="connsiteX1228" fmla="*/ 1213104 w 2419350"/>
                <a:gd name="connsiteY1228" fmla="*/ 266891 h 876300"/>
                <a:gd name="connsiteX1229" fmla="*/ 1213295 w 2419350"/>
                <a:gd name="connsiteY1229" fmla="*/ 265843 h 876300"/>
                <a:gd name="connsiteX1230" fmla="*/ 1213199 w 2419350"/>
                <a:gd name="connsiteY1230" fmla="*/ 264700 h 876300"/>
                <a:gd name="connsiteX1231" fmla="*/ 1213009 w 2419350"/>
                <a:gd name="connsiteY1231" fmla="*/ 263843 h 876300"/>
                <a:gd name="connsiteX1232" fmla="*/ 1212723 w 2419350"/>
                <a:gd name="connsiteY1232" fmla="*/ 263080 h 876300"/>
                <a:gd name="connsiteX1233" fmla="*/ 1212342 w 2419350"/>
                <a:gd name="connsiteY1233" fmla="*/ 262414 h 876300"/>
                <a:gd name="connsiteX1234" fmla="*/ 1212247 w 2419350"/>
                <a:gd name="connsiteY1234" fmla="*/ 262319 h 876300"/>
                <a:gd name="connsiteX1235" fmla="*/ 1211771 w 2419350"/>
                <a:gd name="connsiteY1235" fmla="*/ 262128 h 876300"/>
                <a:gd name="connsiteX1236" fmla="*/ 1211675 w 2419350"/>
                <a:gd name="connsiteY1236" fmla="*/ 262033 h 876300"/>
                <a:gd name="connsiteX1237" fmla="*/ 1211294 w 2419350"/>
                <a:gd name="connsiteY1237" fmla="*/ 261366 h 876300"/>
                <a:gd name="connsiteX1238" fmla="*/ 1211104 w 2419350"/>
                <a:gd name="connsiteY1238" fmla="*/ 261176 h 876300"/>
                <a:gd name="connsiteX1239" fmla="*/ 1210628 w 2419350"/>
                <a:gd name="connsiteY1239" fmla="*/ 260413 h 876300"/>
                <a:gd name="connsiteX1240" fmla="*/ 1210342 w 2419350"/>
                <a:gd name="connsiteY1240" fmla="*/ 258318 h 876300"/>
                <a:gd name="connsiteX1241" fmla="*/ 1210056 w 2419350"/>
                <a:gd name="connsiteY1241" fmla="*/ 257461 h 876300"/>
                <a:gd name="connsiteX1242" fmla="*/ 1208056 w 2419350"/>
                <a:gd name="connsiteY1242" fmla="*/ 254889 h 876300"/>
                <a:gd name="connsiteX1243" fmla="*/ 1207865 w 2419350"/>
                <a:gd name="connsiteY1243" fmla="*/ 254508 h 876300"/>
                <a:gd name="connsiteX1244" fmla="*/ 1206151 w 2419350"/>
                <a:gd name="connsiteY1244" fmla="*/ 252413 h 876300"/>
                <a:gd name="connsiteX1245" fmla="*/ 1205674 w 2419350"/>
                <a:gd name="connsiteY1245" fmla="*/ 251555 h 876300"/>
                <a:gd name="connsiteX1246" fmla="*/ 1205579 w 2419350"/>
                <a:gd name="connsiteY1246" fmla="*/ 251079 h 876300"/>
                <a:gd name="connsiteX1247" fmla="*/ 1205770 w 2419350"/>
                <a:gd name="connsiteY1247" fmla="*/ 250603 h 876300"/>
                <a:gd name="connsiteX1248" fmla="*/ 1206151 w 2419350"/>
                <a:gd name="connsiteY1248" fmla="*/ 250222 h 876300"/>
                <a:gd name="connsiteX1249" fmla="*/ 1206817 w 2419350"/>
                <a:gd name="connsiteY1249" fmla="*/ 249936 h 876300"/>
                <a:gd name="connsiteX1250" fmla="*/ 1207389 w 2419350"/>
                <a:gd name="connsiteY1250" fmla="*/ 249936 h 876300"/>
                <a:gd name="connsiteX1251" fmla="*/ 1207675 w 2419350"/>
                <a:gd name="connsiteY1251" fmla="*/ 250412 h 876300"/>
                <a:gd name="connsiteX1252" fmla="*/ 1208056 w 2419350"/>
                <a:gd name="connsiteY1252" fmla="*/ 250888 h 876300"/>
                <a:gd name="connsiteX1253" fmla="*/ 1210151 w 2419350"/>
                <a:gd name="connsiteY1253" fmla="*/ 251936 h 876300"/>
                <a:gd name="connsiteX1254" fmla="*/ 1210913 w 2419350"/>
                <a:gd name="connsiteY1254" fmla="*/ 252413 h 876300"/>
                <a:gd name="connsiteX1255" fmla="*/ 1211771 w 2419350"/>
                <a:gd name="connsiteY1255" fmla="*/ 253841 h 876300"/>
                <a:gd name="connsiteX1256" fmla="*/ 1213009 w 2419350"/>
                <a:gd name="connsiteY1256" fmla="*/ 257366 h 876300"/>
                <a:gd name="connsiteX1257" fmla="*/ 1213866 w 2419350"/>
                <a:gd name="connsiteY1257" fmla="*/ 258889 h 876300"/>
                <a:gd name="connsiteX1258" fmla="*/ 1215199 w 2419350"/>
                <a:gd name="connsiteY1258" fmla="*/ 260318 h 876300"/>
                <a:gd name="connsiteX1259" fmla="*/ 1216628 w 2419350"/>
                <a:gd name="connsiteY1259" fmla="*/ 261366 h 876300"/>
                <a:gd name="connsiteX1260" fmla="*/ 1218343 w 2419350"/>
                <a:gd name="connsiteY1260" fmla="*/ 262223 h 876300"/>
                <a:gd name="connsiteX1261" fmla="*/ 1221486 w 2419350"/>
                <a:gd name="connsiteY1261" fmla="*/ 263176 h 876300"/>
                <a:gd name="connsiteX1262" fmla="*/ 1228249 w 2419350"/>
                <a:gd name="connsiteY1262" fmla="*/ 264033 h 876300"/>
                <a:gd name="connsiteX1263" fmla="*/ 1229106 w 2419350"/>
                <a:gd name="connsiteY1263" fmla="*/ 264319 h 876300"/>
                <a:gd name="connsiteX1264" fmla="*/ 1229868 w 2419350"/>
                <a:gd name="connsiteY1264" fmla="*/ 265081 h 876300"/>
                <a:gd name="connsiteX1265" fmla="*/ 1230344 w 2419350"/>
                <a:gd name="connsiteY1265" fmla="*/ 265938 h 876300"/>
                <a:gd name="connsiteX1266" fmla="*/ 1230916 w 2419350"/>
                <a:gd name="connsiteY1266" fmla="*/ 266605 h 876300"/>
                <a:gd name="connsiteX1267" fmla="*/ 1231773 w 2419350"/>
                <a:gd name="connsiteY1267" fmla="*/ 266891 h 876300"/>
                <a:gd name="connsiteX1268" fmla="*/ 1232154 w 2419350"/>
                <a:gd name="connsiteY1268" fmla="*/ 266795 h 876300"/>
                <a:gd name="connsiteX1269" fmla="*/ 1232725 w 2419350"/>
                <a:gd name="connsiteY1269" fmla="*/ 266414 h 876300"/>
                <a:gd name="connsiteX1270" fmla="*/ 1233202 w 2419350"/>
                <a:gd name="connsiteY1270" fmla="*/ 266033 h 876300"/>
                <a:gd name="connsiteX1271" fmla="*/ 1233583 w 2419350"/>
                <a:gd name="connsiteY1271" fmla="*/ 265271 h 876300"/>
                <a:gd name="connsiteX1272" fmla="*/ 1234059 w 2419350"/>
                <a:gd name="connsiteY1272" fmla="*/ 265081 h 876300"/>
                <a:gd name="connsiteX1273" fmla="*/ 1236440 w 2419350"/>
                <a:gd name="connsiteY1273" fmla="*/ 265176 h 876300"/>
                <a:gd name="connsiteX1274" fmla="*/ 1238631 w 2419350"/>
                <a:gd name="connsiteY1274" fmla="*/ 266033 h 876300"/>
                <a:gd name="connsiteX1275" fmla="*/ 1239679 w 2419350"/>
                <a:gd name="connsiteY1275" fmla="*/ 266224 h 876300"/>
                <a:gd name="connsiteX1276" fmla="*/ 1240155 w 2419350"/>
                <a:gd name="connsiteY1276" fmla="*/ 266414 h 876300"/>
                <a:gd name="connsiteX1277" fmla="*/ 1240726 w 2419350"/>
                <a:gd name="connsiteY1277" fmla="*/ 266795 h 876300"/>
                <a:gd name="connsiteX1278" fmla="*/ 1241298 w 2419350"/>
                <a:gd name="connsiteY1278" fmla="*/ 266986 h 876300"/>
                <a:gd name="connsiteX1279" fmla="*/ 1241870 w 2419350"/>
                <a:gd name="connsiteY1279" fmla="*/ 266795 h 876300"/>
                <a:gd name="connsiteX1280" fmla="*/ 1242250 w 2419350"/>
                <a:gd name="connsiteY1280" fmla="*/ 266510 h 876300"/>
                <a:gd name="connsiteX1281" fmla="*/ 1245203 w 2419350"/>
                <a:gd name="connsiteY1281" fmla="*/ 265081 h 876300"/>
                <a:gd name="connsiteX1282" fmla="*/ 1246441 w 2419350"/>
                <a:gd name="connsiteY1282" fmla="*/ 264795 h 876300"/>
                <a:gd name="connsiteX1283" fmla="*/ 1247680 w 2419350"/>
                <a:gd name="connsiteY1283" fmla="*/ 264795 h 876300"/>
                <a:gd name="connsiteX1284" fmla="*/ 1248728 w 2419350"/>
                <a:gd name="connsiteY1284" fmla="*/ 265367 h 876300"/>
                <a:gd name="connsiteX1285" fmla="*/ 1249394 w 2419350"/>
                <a:gd name="connsiteY1285" fmla="*/ 265747 h 876300"/>
                <a:gd name="connsiteX1286" fmla="*/ 1250632 w 2419350"/>
                <a:gd name="connsiteY1286" fmla="*/ 266033 h 876300"/>
                <a:gd name="connsiteX1287" fmla="*/ 1251775 w 2419350"/>
                <a:gd name="connsiteY1287" fmla="*/ 266700 h 876300"/>
                <a:gd name="connsiteX1288" fmla="*/ 1252347 w 2419350"/>
                <a:gd name="connsiteY1288" fmla="*/ 266891 h 876300"/>
                <a:gd name="connsiteX1289" fmla="*/ 1253014 w 2419350"/>
                <a:gd name="connsiteY1289" fmla="*/ 266986 h 876300"/>
                <a:gd name="connsiteX1290" fmla="*/ 1253681 w 2419350"/>
                <a:gd name="connsiteY1290" fmla="*/ 266986 h 876300"/>
                <a:gd name="connsiteX1291" fmla="*/ 1254442 w 2419350"/>
                <a:gd name="connsiteY1291" fmla="*/ 266795 h 876300"/>
                <a:gd name="connsiteX1292" fmla="*/ 1255300 w 2419350"/>
                <a:gd name="connsiteY1292" fmla="*/ 266319 h 876300"/>
                <a:gd name="connsiteX1293" fmla="*/ 1255966 w 2419350"/>
                <a:gd name="connsiteY1293" fmla="*/ 265652 h 876300"/>
                <a:gd name="connsiteX1294" fmla="*/ 1256538 w 2419350"/>
                <a:gd name="connsiteY1294" fmla="*/ 264224 h 876300"/>
                <a:gd name="connsiteX1295" fmla="*/ 1257300 w 2419350"/>
                <a:gd name="connsiteY1295" fmla="*/ 263557 h 876300"/>
                <a:gd name="connsiteX1296" fmla="*/ 1261205 w 2419350"/>
                <a:gd name="connsiteY1296" fmla="*/ 261842 h 876300"/>
                <a:gd name="connsiteX1297" fmla="*/ 1262063 w 2419350"/>
                <a:gd name="connsiteY1297" fmla="*/ 261271 h 876300"/>
                <a:gd name="connsiteX1298" fmla="*/ 1262824 w 2419350"/>
                <a:gd name="connsiteY1298" fmla="*/ 260033 h 876300"/>
                <a:gd name="connsiteX1299" fmla="*/ 1264539 w 2419350"/>
                <a:gd name="connsiteY1299" fmla="*/ 258604 h 876300"/>
                <a:gd name="connsiteX1300" fmla="*/ 1265015 w 2419350"/>
                <a:gd name="connsiteY1300" fmla="*/ 257842 h 876300"/>
                <a:gd name="connsiteX1301" fmla="*/ 1265015 w 2419350"/>
                <a:gd name="connsiteY1301" fmla="*/ 257175 h 876300"/>
                <a:gd name="connsiteX1302" fmla="*/ 1264730 w 2419350"/>
                <a:gd name="connsiteY1302" fmla="*/ 256794 h 876300"/>
                <a:gd name="connsiteX1303" fmla="*/ 1264444 w 2419350"/>
                <a:gd name="connsiteY1303" fmla="*/ 256604 h 876300"/>
                <a:gd name="connsiteX1304" fmla="*/ 1264253 w 2419350"/>
                <a:gd name="connsiteY1304" fmla="*/ 256413 h 876300"/>
                <a:gd name="connsiteX1305" fmla="*/ 1264348 w 2419350"/>
                <a:gd name="connsiteY1305" fmla="*/ 255842 h 876300"/>
                <a:gd name="connsiteX1306" fmla="*/ 1264539 w 2419350"/>
                <a:gd name="connsiteY1306" fmla="*/ 255270 h 876300"/>
                <a:gd name="connsiteX1307" fmla="*/ 1264634 w 2419350"/>
                <a:gd name="connsiteY1307" fmla="*/ 254699 h 876300"/>
                <a:gd name="connsiteX1308" fmla="*/ 1264348 w 2419350"/>
                <a:gd name="connsiteY1308" fmla="*/ 254127 h 876300"/>
                <a:gd name="connsiteX1309" fmla="*/ 1263491 w 2419350"/>
                <a:gd name="connsiteY1309" fmla="*/ 253651 h 876300"/>
                <a:gd name="connsiteX1310" fmla="*/ 1260824 w 2419350"/>
                <a:gd name="connsiteY1310" fmla="*/ 252698 h 876300"/>
                <a:gd name="connsiteX1311" fmla="*/ 1259872 w 2419350"/>
                <a:gd name="connsiteY1311" fmla="*/ 252603 h 876300"/>
                <a:gd name="connsiteX1312" fmla="*/ 1259396 w 2419350"/>
                <a:gd name="connsiteY1312" fmla="*/ 252794 h 876300"/>
                <a:gd name="connsiteX1313" fmla="*/ 1258729 w 2419350"/>
                <a:gd name="connsiteY1313" fmla="*/ 253460 h 876300"/>
                <a:gd name="connsiteX1314" fmla="*/ 1258348 w 2419350"/>
                <a:gd name="connsiteY1314" fmla="*/ 253746 h 876300"/>
                <a:gd name="connsiteX1315" fmla="*/ 1257872 w 2419350"/>
                <a:gd name="connsiteY1315" fmla="*/ 253841 h 876300"/>
                <a:gd name="connsiteX1316" fmla="*/ 1257490 w 2419350"/>
                <a:gd name="connsiteY1316" fmla="*/ 253841 h 876300"/>
                <a:gd name="connsiteX1317" fmla="*/ 1256729 w 2419350"/>
                <a:gd name="connsiteY1317" fmla="*/ 253746 h 876300"/>
                <a:gd name="connsiteX1318" fmla="*/ 1255109 w 2419350"/>
                <a:gd name="connsiteY1318" fmla="*/ 250508 h 876300"/>
                <a:gd name="connsiteX1319" fmla="*/ 1254157 w 2419350"/>
                <a:gd name="connsiteY1319" fmla="*/ 249460 h 876300"/>
                <a:gd name="connsiteX1320" fmla="*/ 1253585 w 2419350"/>
                <a:gd name="connsiteY1320" fmla="*/ 248888 h 876300"/>
                <a:gd name="connsiteX1321" fmla="*/ 1251775 w 2419350"/>
                <a:gd name="connsiteY1321" fmla="*/ 248126 h 876300"/>
                <a:gd name="connsiteX1322" fmla="*/ 1251966 w 2419350"/>
                <a:gd name="connsiteY1322" fmla="*/ 247650 h 876300"/>
                <a:gd name="connsiteX1323" fmla="*/ 1252347 w 2419350"/>
                <a:gd name="connsiteY1323" fmla="*/ 247460 h 876300"/>
                <a:gd name="connsiteX1324" fmla="*/ 1252728 w 2419350"/>
                <a:gd name="connsiteY1324" fmla="*/ 247364 h 876300"/>
                <a:gd name="connsiteX1325" fmla="*/ 1252918 w 2419350"/>
                <a:gd name="connsiteY1325" fmla="*/ 247174 h 876300"/>
                <a:gd name="connsiteX1326" fmla="*/ 1252442 w 2419350"/>
                <a:gd name="connsiteY1326" fmla="*/ 246126 h 876300"/>
                <a:gd name="connsiteX1327" fmla="*/ 1251299 w 2419350"/>
                <a:gd name="connsiteY1327" fmla="*/ 244697 h 876300"/>
                <a:gd name="connsiteX1328" fmla="*/ 1249966 w 2419350"/>
                <a:gd name="connsiteY1328" fmla="*/ 243459 h 876300"/>
                <a:gd name="connsiteX1329" fmla="*/ 1249108 w 2419350"/>
                <a:gd name="connsiteY1329" fmla="*/ 242888 h 876300"/>
                <a:gd name="connsiteX1330" fmla="*/ 1247108 w 2419350"/>
                <a:gd name="connsiteY1330" fmla="*/ 242030 h 876300"/>
                <a:gd name="connsiteX1331" fmla="*/ 1243870 w 2419350"/>
                <a:gd name="connsiteY1331" fmla="*/ 238316 h 876300"/>
                <a:gd name="connsiteX1332" fmla="*/ 1242250 w 2419350"/>
                <a:gd name="connsiteY1332" fmla="*/ 237458 h 876300"/>
                <a:gd name="connsiteX1333" fmla="*/ 1239774 w 2419350"/>
                <a:gd name="connsiteY1333" fmla="*/ 237268 h 876300"/>
                <a:gd name="connsiteX1334" fmla="*/ 1239107 w 2419350"/>
                <a:gd name="connsiteY1334" fmla="*/ 237077 h 876300"/>
                <a:gd name="connsiteX1335" fmla="*/ 1237393 w 2419350"/>
                <a:gd name="connsiteY1335" fmla="*/ 235934 h 876300"/>
                <a:gd name="connsiteX1336" fmla="*/ 1236536 w 2419350"/>
                <a:gd name="connsiteY1336" fmla="*/ 235649 h 876300"/>
                <a:gd name="connsiteX1337" fmla="*/ 1235869 w 2419350"/>
                <a:gd name="connsiteY1337" fmla="*/ 236029 h 876300"/>
                <a:gd name="connsiteX1338" fmla="*/ 1235488 w 2419350"/>
                <a:gd name="connsiteY1338" fmla="*/ 236029 h 876300"/>
                <a:gd name="connsiteX1339" fmla="*/ 1235392 w 2419350"/>
                <a:gd name="connsiteY1339" fmla="*/ 235553 h 876300"/>
                <a:gd name="connsiteX1340" fmla="*/ 1235202 w 2419350"/>
                <a:gd name="connsiteY1340" fmla="*/ 234220 h 876300"/>
                <a:gd name="connsiteX1341" fmla="*/ 1235107 w 2419350"/>
                <a:gd name="connsiteY1341" fmla="*/ 233839 h 876300"/>
                <a:gd name="connsiteX1342" fmla="*/ 1234535 w 2419350"/>
                <a:gd name="connsiteY1342" fmla="*/ 233553 h 876300"/>
                <a:gd name="connsiteX1343" fmla="*/ 1233297 w 2419350"/>
                <a:gd name="connsiteY1343" fmla="*/ 233553 h 876300"/>
                <a:gd name="connsiteX1344" fmla="*/ 1232821 w 2419350"/>
                <a:gd name="connsiteY1344" fmla="*/ 233363 h 876300"/>
                <a:gd name="connsiteX1345" fmla="*/ 1232535 w 2419350"/>
                <a:gd name="connsiteY1345" fmla="*/ 232886 h 876300"/>
                <a:gd name="connsiteX1346" fmla="*/ 1232725 w 2419350"/>
                <a:gd name="connsiteY1346" fmla="*/ 232505 h 876300"/>
                <a:gd name="connsiteX1347" fmla="*/ 1233488 w 2419350"/>
                <a:gd name="connsiteY1347" fmla="*/ 231934 h 876300"/>
                <a:gd name="connsiteX1348" fmla="*/ 1233868 w 2419350"/>
                <a:gd name="connsiteY1348" fmla="*/ 231267 h 876300"/>
                <a:gd name="connsiteX1349" fmla="*/ 1233392 w 2419350"/>
                <a:gd name="connsiteY1349" fmla="*/ 230981 h 876300"/>
                <a:gd name="connsiteX1350" fmla="*/ 1232154 w 2419350"/>
                <a:gd name="connsiteY1350" fmla="*/ 230696 h 876300"/>
                <a:gd name="connsiteX1351" fmla="*/ 1230916 w 2419350"/>
                <a:gd name="connsiteY1351" fmla="*/ 229362 h 876300"/>
                <a:gd name="connsiteX1352" fmla="*/ 1230058 w 2419350"/>
                <a:gd name="connsiteY1352" fmla="*/ 228791 h 876300"/>
                <a:gd name="connsiteX1353" fmla="*/ 1227868 w 2419350"/>
                <a:gd name="connsiteY1353" fmla="*/ 228314 h 876300"/>
                <a:gd name="connsiteX1354" fmla="*/ 1225772 w 2419350"/>
                <a:gd name="connsiteY1354" fmla="*/ 227267 h 876300"/>
                <a:gd name="connsiteX1355" fmla="*/ 1221200 w 2419350"/>
                <a:gd name="connsiteY1355" fmla="*/ 223647 h 876300"/>
                <a:gd name="connsiteX1356" fmla="*/ 1218152 w 2419350"/>
                <a:gd name="connsiteY1356" fmla="*/ 222409 h 876300"/>
                <a:gd name="connsiteX1357" fmla="*/ 1214342 w 2419350"/>
                <a:gd name="connsiteY1357" fmla="*/ 218313 h 876300"/>
                <a:gd name="connsiteX1358" fmla="*/ 1213961 w 2419350"/>
                <a:gd name="connsiteY1358" fmla="*/ 217742 h 876300"/>
                <a:gd name="connsiteX1359" fmla="*/ 1213961 w 2419350"/>
                <a:gd name="connsiteY1359" fmla="*/ 217265 h 876300"/>
                <a:gd name="connsiteX1360" fmla="*/ 1214056 w 2419350"/>
                <a:gd name="connsiteY1360" fmla="*/ 216789 h 876300"/>
                <a:gd name="connsiteX1361" fmla="*/ 1214152 w 2419350"/>
                <a:gd name="connsiteY1361" fmla="*/ 216122 h 876300"/>
                <a:gd name="connsiteX1362" fmla="*/ 1213866 w 2419350"/>
                <a:gd name="connsiteY1362" fmla="*/ 215646 h 876300"/>
                <a:gd name="connsiteX1363" fmla="*/ 1213295 w 2419350"/>
                <a:gd name="connsiteY1363" fmla="*/ 215551 h 876300"/>
                <a:gd name="connsiteX1364" fmla="*/ 1212056 w 2419350"/>
                <a:gd name="connsiteY1364" fmla="*/ 215551 h 876300"/>
                <a:gd name="connsiteX1365" fmla="*/ 1211199 w 2419350"/>
                <a:gd name="connsiteY1365" fmla="*/ 215170 h 876300"/>
                <a:gd name="connsiteX1366" fmla="*/ 1210437 w 2419350"/>
                <a:gd name="connsiteY1366" fmla="*/ 214694 h 876300"/>
                <a:gd name="connsiteX1367" fmla="*/ 1209580 w 2419350"/>
                <a:gd name="connsiteY1367" fmla="*/ 214313 h 876300"/>
                <a:gd name="connsiteX1368" fmla="*/ 1208532 w 2419350"/>
                <a:gd name="connsiteY1368" fmla="*/ 214122 h 876300"/>
                <a:gd name="connsiteX1369" fmla="*/ 1207389 w 2419350"/>
                <a:gd name="connsiteY1369" fmla="*/ 213741 h 876300"/>
                <a:gd name="connsiteX1370" fmla="*/ 1206722 w 2419350"/>
                <a:gd name="connsiteY1370" fmla="*/ 212788 h 876300"/>
                <a:gd name="connsiteX1371" fmla="*/ 1206246 w 2419350"/>
                <a:gd name="connsiteY1371" fmla="*/ 211741 h 876300"/>
                <a:gd name="connsiteX1372" fmla="*/ 1205770 w 2419350"/>
                <a:gd name="connsiteY1372" fmla="*/ 210884 h 876300"/>
                <a:gd name="connsiteX1373" fmla="*/ 1205389 w 2419350"/>
                <a:gd name="connsiteY1373" fmla="*/ 210407 h 876300"/>
                <a:gd name="connsiteX1374" fmla="*/ 1205293 w 2419350"/>
                <a:gd name="connsiteY1374" fmla="*/ 210312 h 876300"/>
                <a:gd name="connsiteX1375" fmla="*/ 1205103 w 2419350"/>
                <a:gd name="connsiteY1375" fmla="*/ 210407 h 876300"/>
                <a:gd name="connsiteX1376" fmla="*/ 1204531 w 2419350"/>
                <a:gd name="connsiteY1376" fmla="*/ 210503 h 876300"/>
                <a:gd name="connsiteX1377" fmla="*/ 1204150 w 2419350"/>
                <a:gd name="connsiteY1377" fmla="*/ 210217 h 876300"/>
                <a:gd name="connsiteX1378" fmla="*/ 1203865 w 2419350"/>
                <a:gd name="connsiteY1378" fmla="*/ 209645 h 876300"/>
                <a:gd name="connsiteX1379" fmla="*/ 1203865 w 2419350"/>
                <a:gd name="connsiteY1379" fmla="*/ 209074 h 876300"/>
                <a:gd name="connsiteX1380" fmla="*/ 1204246 w 2419350"/>
                <a:gd name="connsiteY1380" fmla="*/ 208788 h 876300"/>
                <a:gd name="connsiteX1381" fmla="*/ 1204722 w 2419350"/>
                <a:gd name="connsiteY1381" fmla="*/ 208312 h 876300"/>
                <a:gd name="connsiteX1382" fmla="*/ 1204817 w 2419350"/>
                <a:gd name="connsiteY1382" fmla="*/ 207074 h 876300"/>
                <a:gd name="connsiteX1383" fmla="*/ 1204722 w 2419350"/>
                <a:gd name="connsiteY1383" fmla="*/ 204788 h 876300"/>
                <a:gd name="connsiteX1384" fmla="*/ 1204246 w 2419350"/>
                <a:gd name="connsiteY1384" fmla="*/ 204788 h 876300"/>
                <a:gd name="connsiteX1385" fmla="*/ 1203674 w 2419350"/>
                <a:gd name="connsiteY1385" fmla="*/ 205169 h 876300"/>
                <a:gd name="connsiteX1386" fmla="*/ 1203103 w 2419350"/>
                <a:gd name="connsiteY1386" fmla="*/ 204692 h 876300"/>
                <a:gd name="connsiteX1387" fmla="*/ 1202436 w 2419350"/>
                <a:gd name="connsiteY1387" fmla="*/ 203930 h 876300"/>
                <a:gd name="connsiteX1388" fmla="*/ 1201769 w 2419350"/>
                <a:gd name="connsiteY1388" fmla="*/ 203359 h 876300"/>
                <a:gd name="connsiteX1389" fmla="*/ 1200912 w 2419350"/>
                <a:gd name="connsiteY1389" fmla="*/ 203168 h 876300"/>
                <a:gd name="connsiteX1390" fmla="*/ 1198912 w 2419350"/>
                <a:gd name="connsiteY1390" fmla="*/ 202978 h 876300"/>
                <a:gd name="connsiteX1391" fmla="*/ 1198150 w 2419350"/>
                <a:gd name="connsiteY1391" fmla="*/ 202597 h 876300"/>
                <a:gd name="connsiteX1392" fmla="*/ 1197673 w 2419350"/>
                <a:gd name="connsiteY1392" fmla="*/ 201930 h 876300"/>
                <a:gd name="connsiteX1393" fmla="*/ 1198436 w 2419350"/>
                <a:gd name="connsiteY1393" fmla="*/ 201835 h 876300"/>
                <a:gd name="connsiteX1394" fmla="*/ 1200340 w 2419350"/>
                <a:gd name="connsiteY1394" fmla="*/ 202216 h 876300"/>
                <a:gd name="connsiteX1395" fmla="*/ 1202150 w 2419350"/>
                <a:gd name="connsiteY1395" fmla="*/ 202311 h 876300"/>
                <a:gd name="connsiteX1396" fmla="*/ 1203960 w 2419350"/>
                <a:gd name="connsiteY1396" fmla="*/ 202216 h 876300"/>
                <a:gd name="connsiteX1397" fmla="*/ 1206056 w 2419350"/>
                <a:gd name="connsiteY1397" fmla="*/ 201644 h 876300"/>
                <a:gd name="connsiteX1398" fmla="*/ 1205103 w 2419350"/>
                <a:gd name="connsiteY1398" fmla="*/ 200692 h 876300"/>
                <a:gd name="connsiteX1399" fmla="*/ 1203103 w 2419350"/>
                <a:gd name="connsiteY1399" fmla="*/ 199644 h 876300"/>
                <a:gd name="connsiteX1400" fmla="*/ 1202150 w 2419350"/>
                <a:gd name="connsiteY1400" fmla="*/ 198692 h 876300"/>
                <a:gd name="connsiteX1401" fmla="*/ 1205103 w 2419350"/>
                <a:gd name="connsiteY1401" fmla="*/ 199263 h 876300"/>
                <a:gd name="connsiteX1402" fmla="*/ 1206817 w 2419350"/>
                <a:gd name="connsiteY1402" fmla="*/ 199358 h 876300"/>
                <a:gd name="connsiteX1403" fmla="*/ 1206817 w 2419350"/>
                <a:gd name="connsiteY1403" fmla="*/ 198692 h 876300"/>
                <a:gd name="connsiteX1404" fmla="*/ 1207865 w 2419350"/>
                <a:gd name="connsiteY1404" fmla="*/ 197739 h 876300"/>
                <a:gd name="connsiteX1405" fmla="*/ 1208056 w 2419350"/>
                <a:gd name="connsiteY1405" fmla="*/ 196691 h 876300"/>
                <a:gd name="connsiteX1406" fmla="*/ 1208151 w 2419350"/>
                <a:gd name="connsiteY1406" fmla="*/ 195644 h 876300"/>
                <a:gd name="connsiteX1407" fmla="*/ 1208913 w 2419350"/>
                <a:gd name="connsiteY1407" fmla="*/ 194691 h 876300"/>
                <a:gd name="connsiteX1408" fmla="*/ 1209961 w 2419350"/>
                <a:gd name="connsiteY1408" fmla="*/ 194215 h 876300"/>
                <a:gd name="connsiteX1409" fmla="*/ 1213580 w 2419350"/>
                <a:gd name="connsiteY1409" fmla="*/ 193358 h 876300"/>
                <a:gd name="connsiteX1410" fmla="*/ 1214247 w 2419350"/>
                <a:gd name="connsiteY1410" fmla="*/ 192786 h 876300"/>
                <a:gd name="connsiteX1411" fmla="*/ 1216057 w 2419350"/>
                <a:gd name="connsiteY1411" fmla="*/ 190595 h 876300"/>
                <a:gd name="connsiteX1412" fmla="*/ 1216438 w 2419350"/>
                <a:gd name="connsiteY1412" fmla="*/ 189738 h 876300"/>
                <a:gd name="connsiteX1413" fmla="*/ 1216247 w 2419350"/>
                <a:gd name="connsiteY1413" fmla="*/ 188404 h 876300"/>
                <a:gd name="connsiteX1414" fmla="*/ 1215485 w 2419350"/>
                <a:gd name="connsiteY1414" fmla="*/ 186690 h 876300"/>
                <a:gd name="connsiteX1415" fmla="*/ 1214533 w 2419350"/>
                <a:gd name="connsiteY1415" fmla="*/ 185166 h 876300"/>
                <a:gd name="connsiteX1416" fmla="*/ 1213580 w 2419350"/>
                <a:gd name="connsiteY1416" fmla="*/ 184404 h 876300"/>
                <a:gd name="connsiteX1417" fmla="*/ 1213199 w 2419350"/>
                <a:gd name="connsiteY1417" fmla="*/ 185356 h 876300"/>
                <a:gd name="connsiteX1418" fmla="*/ 1212532 w 2419350"/>
                <a:gd name="connsiteY1418" fmla="*/ 184404 h 876300"/>
                <a:gd name="connsiteX1419" fmla="*/ 1211580 w 2419350"/>
                <a:gd name="connsiteY1419" fmla="*/ 182118 h 876300"/>
                <a:gd name="connsiteX1420" fmla="*/ 1211199 w 2419350"/>
                <a:gd name="connsiteY1420" fmla="*/ 181642 h 876300"/>
                <a:gd name="connsiteX1421" fmla="*/ 1210532 w 2419350"/>
                <a:gd name="connsiteY1421" fmla="*/ 180499 h 876300"/>
                <a:gd name="connsiteX1422" fmla="*/ 1210056 w 2419350"/>
                <a:gd name="connsiteY1422" fmla="*/ 179927 h 876300"/>
                <a:gd name="connsiteX1423" fmla="*/ 1204913 w 2419350"/>
                <a:gd name="connsiteY1423" fmla="*/ 175451 h 876300"/>
                <a:gd name="connsiteX1424" fmla="*/ 1204150 w 2419350"/>
                <a:gd name="connsiteY1424" fmla="*/ 174308 h 876300"/>
                <a:gd name="connsiteX1425" fmla="*/ 1201960 w 2419350"/>
                <a:gd name="connsiteY1425" fmla="*/ 172498 h 876300"/>
                <a:gd name="connsiteX1426" fmla="*/ 1201483 w 2419350"/>
                <a:gd name="connsiteY1426" fmla="*/ 171736 h 876300"/>
                <a:gd name="connsiteX1427" fmla="*/ 1201007 w 2419350"/>
                <a:gd name="connsiteY1427" fmla="*/ 170879 h 876300"/>
                <a:gd name="connsiteX1428" fmla="*/ 1200626 w 2419350"/>
                <a:gd name="connsiteY1428" fmla="*/ 169831 h 876300"/>
                <a:gd name="connsiteX1429" fmla="*/ 1200340 w 2419350"/>
                <a:gd name="connsiteY1429" fmla="*/ 166402 h 876300"/>
                <a:gd name="connsiteX1430" fmla="*/ 1200150 w 2419350"/>
                <a:gd name="connsiteY1430" fmla="*/ 165354 h 876300"/>
                <a:gd name="connsiteX1431" fmla="*/ 1199769 w 2419350"/>
                <a:gd name="connsiteY1431" fmla="*/ 164497 h 876300"/>
                <a:gd name="connsiteX1432" fmla="*/ 1198055 w 2419350"/>
                <a:gd name="connsiteY1432" fmla="*/ 163163 h 876300"/>
                <a:gd name="connsiteX1433" fmla="*/ 1196054 w 2419350"/>
                <a:gd name="connsiteY1433" fmla="*/ 162687 h 876300"/>
                <a:gd name="connsiteX1434" fmla="*/ 1193864 w 2419350"/>
                <a:gd name="connsiteY1434" fmla="*/ 162401 h 876300"/>
                <a:gd name="connsiteX1435" fmla="*/ 1191768 w 2419350"/>
                <a:gd name="connsiteY1435" fmla="*/ 161735 h 876300"/>
                <a:gd name="connsiteX1436" fmla="*/ 1191006 w 2419350"/>
                <a:gd name="connsiteY1436" fmla="*/ 161068 h 876300"/>
                <a:gd name="connsiteX1437" fmla="*/ 1191387 w 2419350"/>
                <a:gd name="connsiteY1437" fmla="*/ 160496 h 876300"/>
                <a:gd name="connsiteX1438" fmla="*/ 1193387 w 2419350"/>
                <a:gd name="connsiteY1438" fmla="*/ 159068 h 876300"/>
                <a:gd name="connsiteX1439" fmla="*/ 1194245 w 2419350"/>
                <a:gd name="connsiteY1439" fmla="*/ 158591 h 876300"/>
                <a:gd name="connsiteX1440" fmla="*/ 1195483 w 2419350"/>
                <a:gd name="connsiteY1440" fmla="*/ 158305 h 876300"/>
                <a:gd name="connsiteX1441" fmla="*/ 1196626 w 2419350"/>
                <a:gd name="connsiteY1441" fmla="*/ 157925 h 876300"/>
                <a:gd name="connsiteX1442" fmla="*/ 1197197 w 2419350"/>
                <a:gd name="connsiteY1442" fmla="*/ 157163 h 876300"/>
                <a:gd name="connsiteX1443" fmla="*/ 1192149 w 2419350"/>
                <a:gd name="connsiteY1443" fmla="*/ 156781 h 876300"/>
                <a:gd name="connsiteX1444" fmla="*/ 1188339 w 2419350"/>
                <a:gd name="connsiteY1444" fmla="*/ 156020 h 876300"/>
                <a:gd name="connsiteX1445" fmla="*/ 1187101 w 2419350"/>
                <a:gd name="connsiteY1445" fmla="*/ 156020 h 876300"/>
                <a:gd name="connsiteX1446" fmla="*/ 1187101 w 2419350"/>
                <a:gd name="connsiteY1446" fmla="*/ 155638 h 876300"/>
                <a:gd name="connsiteX1447" fmla="*/ 1190720 w 2419350"/>
                <a:gd name="connsiteY1447" fmla="*/ 155258 h 876300"/>
                <a:gd name="connsiteX1448" fmla="*/ 1191673 w 2419350"/>
                <a:gd name="connsiteY1448" fmla="*/ 154972 h 876300"/>
                <a:gd name="connsiteX1449" fmla="*/ 1193578 w 2419350"/>
                <a:gd name="connsiteY1449" fmla="*/ 154114 h 876300"/>
                <a:gd name="connsiteX1450" fmla="*/ 1194530 w 2419350"/>
                <a:gd name="connsiteY1450" fmla="*/ 153924 h 876300"/>
                <a:gd name="connsiteX1451" fmla="*/ 1194721 w 2419350"/>
                <a:gd name="connsiteY1451" fmla="*/ 153543 h 876300"/>
                <a:gd name="connsiteX1452" fmla="*/ 1194054 w 2419350"/>
                <a:gd name="connsiteY1452" fmla="*/ 152781 h 876300"/>
                <a:gd name="connsiteX1453" fmla="*/ 1193006 w 2419350"/>
                <a:gd name="connsiteY1453" fmla="*/ 152210 h 876300"/>
                <a:gd name="connsiteX1454" fmla="*/ 1192054 w 2419350"/>
                <a:gd name="connsiteY1454" fmla="*/ 152400 h 876300"/>
                <a:gd name="connsiteX1455" fmla="*/ 1191292 w 2419350"/>
                <a:gd name="connsiteY1455" fmla="*/ 152781 h 876300"/>
                <a:gd name="connsiteX1456" fmla="*/ 1190149 w 2419350"/>
                <a:gd name="connsiteY1456" fmla="*/ 153067 h 876300"/>
                <a:gd name="connsiteX1457" fmla="*/ 1189006 w 2419350"/>
                <a:gd name="connsiteY1457" fmla="*/ 153162 h 876300"/>
                <a:gd name="connsiteX1458" fmla="*/ 1188244 w 2419350"/>
                <a:gd name="connsiteY1458" fmla="*/ 152876 h 876300"/>
                <a:gd name="connsiteX1459" fmla="*/ 1188815 w 2419350"/>
                <a:gd name="connsiteY1459" fmla="*/ 152400 h 876300"/>
                <a:gd name="connsiteX1460" fmla="*/ 1190149 w 2419350"/>
                <a:gd name="connsiteY1460" fmla="*/ 150686 h 876300"/>
                <a:gd name="connsiteX1461" fmla="*/ 1190625 w 2419350"/>
                <a:gd name="connsiteY1461" fmla="*/ 150304 h 876300"/>
                <a:gd name="connsiteX1462" fmla="*/ 1191197 w 2419350"/>
                <a:gd name="connsiteY1462" fmla="*/ 150114 h 876300"/>
                <a:gd name="connsiteX1463" fmla="*/ 1191673 w 2419350"/>
                <a:gd name="connsiteY1463" fmla="*/ 149733 h 876300"/>
                <a:gd name="connsiteX1464" fmla="*/ 1191958 w 2419350"/>
                <a:gd name="connsiteY1464" fmla="*/ 149162 h 876300"/>
                <a:gd name="connsiteX1465" fmla="*/ 1191768 w 2419350"/>
                <a:gd name="connsiteY1465" fmla="*/ 148590 h 876300"/>
                <a:gd name="connsiteX1466" fmla="*/ 1191387 w 2419350"/>
                <a:gd name="connsiteY1466" fmla="*/ 148114 h 876300"/>
                <a:gd name="connsiteX1467" fmla="*/ 1191292 w 2419350"/>
                <a:gd name="connsiteY1467" fmla="*/ 147733 h 876300"/>
                <a:gd name="connsiteX1468" fmla="*/ 1191101 w 2419350"/>
                <a:gd name="connsiteY1468" fmla="*/ 147352 h 876300"/>
                <a:gd name="connsiteX1469" fmla="*/ 1190530 w 2419350"/>
                <a:gd name="connsiteY1469" fmla="*/ 146971 h 876300"/>
                <a:gd name="connsiteX1470" fmla="*/ 1188339 w 2419350"/>
                <a:gd name="connsiteY1470" fmla="*/ 146495 h 876300"/>
                <a:gd name="connsiteX1471" fmla="*/ 1186053 w 2419350"/>
                <a:gd name="connsiteY1471" fmla="*/ 146685 h 876300"/>
                <a:gd name="connsiteX1472" fmla="*/ 1184053 w 2419350"/>
                <a:gd name="connsiteY1472" fmla="*/ 146495 h 876300"/>
                <a:gd name="connsiteX1473" fmla="*/ 1182624 w 2419350"/>
                <a:gd name="connsiteY1473" fmla="*/ 145066 h 876300"/>
                <a:gd name="connsiteX1474" fmla="*/ 1182529 w 2419350"/>
                <a:gd name="connsiteY1474" fmla="*/ 144209 h 876300"/>
                <a:gd name="connsiteX1475" fmla="*/ 1182719 w 2419350"/>
                <a:gd name="connsiteY1475" fmla="*/ 143446 h 876300"/>
                <a:gd name="connsiteX1476" fmla="*/ 1182529 w 2419350"/>
                <a:gd name="connsiteY1476" fmla="*/ 142875 h 876300"/>
                <a:gd name="connsiteX1477" fmla="*/ 1181290 w 2419350"/>
                <a:gd name="connsiteY1477" fmla="*/ 142685 h 876300"/>
                <a:gd name="connsiteX1478" fmla="*/ 1179100 w 2419350"/>
                <a:gd name="connsiteY1478" fmla="*/ 142685 h 876300"/>
                <a:gd name="connsiteX1479" fmla="*/ 1178052 w 2419350"/>
                <a:gd name="connsiteY1479" fmla="*/ 142589 h 876300"/>
                <a:gd name="connsiteX1480" fmla="*/ 1177099 w 2419350"/>
                <a:gd name="connsiteY1480" fmla="*/ 142304 h 876300"/>
                <a:gd name="connsiteX1481" fmla="*/ 1173385 w 2419350"/>
                <a:gd name="connsiteY1481" fmla="*/ 140208 h 876300"/>
                <a:gd name="connsiteX1482" fmla="*/ 1172813 w 2419350"/>
                <a:gd name="connsiteY1482" fmla="*/ 139637 h 876300"/>
                <a:gd name="connsiteX1483" fmla="*/ 1172718 w 2419350"/>
                <a:gd name="connsiteY1483" fmla="*/ 139065 h 876300"/>
                <a:gd name="connsiteX1484" fmla="*/ 1172528 w 2419350"/>
                <a:gd name="connsiteY1484" fmla="*/ 138589 h 876300"/>
                <a:gd name="connsiteX1485" fmla="*/ 1172528 w 2419350"/>
                <a:gd name="connsiteY1485" fmla="*/ 138208 h 876300"/>
                <a:gd name="connsiteX1486" fmla="*/ 1173004 w 2419350"/>
                <a:gd name="connsiteY1486" fmla="*/ 138017 h 876300"/>
                <a:gd name="connsiteX1487" fmla="*/ 1173385 w 2419350"/>
                <a:gd name="connsiteY1487" fmla="*/ 138113 h 876300"/>
                <a:gd name="connsiteX1488" fmla="*/ 1175004 w 2419350"/>
                <a:gd name="connsiteY1488" fmla="*/ 138684 h 876300"/>
                <a:gd name="connsiteX1489" fmla="*/ 1176147 w 2419350"/>
                <a:gd name="connsiteY1489" fmla="*/ 139732 h 876300"/>
                <a:gd name="connsiteX1490" fmla="*/ 1176718 w 2419350"/>
                <a:gd name="connsiteY1490" fmla="*/ 139827 h 876300"/>
                <a:gd name="connsiteX1491" fmla="*/ 1177481 w 2419350"/>
                <a:gd name="connsiteY1491" fmla="*/ 139065 h 876300"/>
                <a:gd name="connsiteX1492" fmla="*/ 1177671 w 2419350"/>
                <a:gd name="connsiteY1492" fmla="*/ 138494 h 876300"/>
                <a:gd name="connsiteX1493" fmla="*/ 1177862 w 2419350"/>
                <a:gd name="connsiteY1493" fmla="*/ 136398 h 876300"/>
                <a:gd name="connsiteX1494" fmla="*/ 1178052 w 2419350"/>
                <a:gd name="connsiteY1494" fmla="*/ 135922 h 876300"/>
                <a:gd name="connsiteX1495" fmla="*/ 1178433 w 2419350"/>
                <a:gd name="connsiteY1495" fmla="*/ 135541 h 876300"/>
                <a:gd name="connsiteX1496" fmla="*/ 1178909 w 2419350"/>
                <a:gd name="connsiteY1496" fmla="*/ 135160 h 876300"/>
                <a:gd name="connsiteX1497" fmla="*/ 1179290 w 2419350"/>
                <a:gd name="connsiteY1497" fmla="*/ 134779 h 876300"/>
                <a:gd name="connsiteX1498" fmla="*/ 1179957 w 2419350"/>
                <a:gd name="connsiteY1498" fmla="*/ 133731 h 876300"/>
                <a:gd name="connsiteX1499" fmla="*/ 1180433 w 2419350"/>
                <a:gd name="connsiteY1499" fmla="*/ 133160 h 876300"/>
                <a:gd name="connsiteX1500" fmla="*/ 1180909 w 2419350"/>
                <a:gd name="connsiteY1500" fmla="*/ 132874 h 876300"/>
                <a:gd name="connsiteX1501" fmla="*/ 1181481 w 2419350"/>
                <a:gd name="connsiteY1501" fmla="*/ 132683 h 876300"/>
                <a:gd name="connsiteX1502" fmla="*/ 1181862 w 2419350"/>
                <a:gd name="connsiteY1502" fmla="*/ 132207 h 876300"/>
                <a:gd name="connsiteX1503" fmla="*/ 1182148 w 2419350"/>
                <a:gd name="connsiteY1503" fmla="*/ 131540 h 876300"/>
                <a:gd name="connsiteX1504" fmla="*/ 1182243 w 2419350"/>
                <a:gd name="connsiteY1504" fmla="*/ 130874 h 876300"/>
                <a:gd name="connsiteX1505" fmla="*/ 1182243 w 2419350"/>
                <a:gd name="connsiteY1505" fmla="*/ 129445 h 876300"/>
                <a:gd name="connsiteX1506" fmla="*/ 1182148 w 2419350"/>
                <a:gd name="connsiteY1506" fmla="*/ 128969 h 876300"/>
                <a:gd name="connsiteX1507" fmla="*/ 1181957 w 2419350"/>
                <a:gd name="connsiteY1507" fmla="*/ 128969 h 876300"/>
                <a:gd name="connsiteX1508" fmla="*/ 1181576 w 2419350"/>
                <a:gd name="connsiteY1508" fmla="*/ 129064 h 876300"/>
                <a:gd name="connsiteX1509" fmla="*/ 1181195 w 2419350"/>
                <a:gd name="connsiteY1509" fmla="*/ 128969 h 876300"/>
                <a:gd name="connsiteX1510" fmla="*/ 1179957 w 2419350"/>
                <a:gd name="connsiteY1510" fmla="*/ 128492 h 876300"/>
                <a:gd name="connsiteX1511" fmla="*/ 1178338 w 2419350"/>
                <a:gd name="connsiteY1511" fmla="*/ 128302 h 876300"/>
                <a:gd name="connsiteX1512" fmla="*/ 1176814 w 2419350"/>
                <a:gd name="connsiteY1512" fmla="*/ 128397 h 876300"/>
                <a:gd name="connsiteX1513" fmla="*/ 1175671 w 2419350"/>
                <a:gd name="connsiteY1513" fmla="*/ 129540 h 876300"/>
                <a:gd name="connsiteX1514" fmla="*/ 1175004 w 2419350"/>
                <a:gd name="connsiteY1514" fmla="*/ 128206 h 876300"/>
                <a:gd name="connsiteX1515" fmla="*/ 1174623 w 2419350"/>
                <a:gd name="connsiteY1515" fmla="*/ 127730 h 876300"/>
                <a:gd name="connsiteX1516" fmla="*/ 1173861 w 2419350"/>
                <a:gd name="connsiteY1516" fmla="*/ 127349 h 876300"/>
                <a:gd name="connsiteX1517" fmla="*/ 1171861 w 2419350"/>
                <a:gd name="connsiteY1517" fmla="*/ 126873 h 876300"/>
                <a:gd name="connsiteX1518" fmla="*/ 1171289 w 2419350"/>
                <a:gd name="connsiteY1518" fmla="*/ 126587 h 876300"/>
                <a:gd name="connsiteX1519" fmla="*/ 1170527 w 2419350"/>
                <a:gd name="connsiteY1519" fmla="*/ 125825 h 876300"/>
                <a:gd name="connsiteX1520" fmla="*/ 1169670 w 2419350"/>
                <a:gd name="connsiteY1520" fmla="*/ 124587 h 876300"/>
                <a:gd name="connsiteX1521" fmla="*/ 1169098 w 2419350"/>
                <a:gd name="connsiteY1521" fmla="*/ 123254 h 876300"/>
                <a:gd name="connsiteX1522" fmla="*/ 1169384 w 2419350"/>
                <a:gd name="connsiteY1522" fmla="*/ 122111 h 876300"/>
                <a:gd name="connsiteX1523" fmla="*/ 1169956 w 2419350"/>
                <a:gd name="connsiteY1523" fmla="*/ 120777 h 876300"/>
                <a:gd name="connsiteX1524" fmla="*/ 1169003 w 2419350"/>
                <a:gd name="connsiteY1524" fmla="*/ 120110 h 876300"/>
                <a:gd name="connsiteX1525" fmla="*/ 1167384 w 2419350"/>
                <a:gd name="connsiteY1525" fmla="*/ 119825 h 876300"/>
                <a:gd name="connsiteX1526" fmla="*/ 1164526 w 2419350"/>
                <a:gd name="connsiteY1526" fmla="*/ 119825 h 876300"/>
                <a:gd name="connsiteX1527" fmla="*/ 1162907 w 2419350"/>
                <a:gd name="connsiteY1527" fmla="*/ 120015 h 876300"/>
                <a:gd name="connsiteX1528" fmla="*/ 1161383 w 2419350"/>
                <a:gd name="connsiteY1528" fmla="*/ 120491 h 876300"/>
                <a:gd name="connsiteX1529" fmla="*/ 1160145 w 2419350"/>
                <a:gd name="connsiteY1529" fmla="*/ 121253 h 876300"/>
                <a:gd name="connsiteX1530" fmla="*/ 1161479 w 2419350"/>
                <a:gd name="connsiteY1530" fmla="*/ 119253 h 876300"/>
                <a:gd name="connsiteX1531" fmla="*/ 1163288 w 2419350"/>
                <a:gd name="connsiteY1531" fmla="*/ 118491 h 876300"/>
                <a:gd name="connsiteX1532" fmla="*/ 1170051 w 2419350"/>
                <a:gd name="connsiteY1532" fmla="*/ 118396 h 876300"/>
                <a:gd name="connsiteX1533" fmla="*/ 1174432 w 2419350"/>
                <a:gd name="connsiteY1533" fmla="*/ 119158 h 876300"/>
                <a:gd name="connsiteX1534" fmla="*/ 1181195 w 2419350"/>
                <a:gd name="connsiteY1534" fmla="*/ 119063 h 876300"/>
                <a:gd name="connsiteX1535" fmla="*/ 1182243 w 2419350"/>
                <a:gd name="connsiteY1535" fmla="*/ 119348 h 876300"/>
                <a:gd name="connsiteX1536" fmla="*/ 1184529 w 2419350"/>
                <a:gd name="connsiteY1536" fmla="*/ 120491 h 876300"/>
                <a:gd name="connsiteX1537" fmla="*/ 1185291 w 2419350"/>
                <a:gd name="connsiteY1537" fmla="*/ 120491 h 876300"/>
                <a:gd name="connsiteX1538" fmla="*/ 1186053 w 2419350"/>
                <a:gd name="connsiteY1538" fmla="*/ 119539 h 876300"/>
                <a:gd name="connsiteX1539" fmla="*/ 1186053 w 2419350"/>
                <a:gd name="connsiteY1539" fmla="*/ 118205 h 876300"/>
                <a:gd name="connsiteX1540" fmla="*/ 1185481 w 2419350"/>
                <a:gd name="connsiteY1540" fmla="*/ 116872 h 876300"/>
                <a:gd name="connsiteX1541" fmla="*/ 1184720 w 2419350"/>
                <a:gd name="connsiteY1541" fmla="*/ 115919 h 876300"/>
                <a:gd name="connsiteX1542" fmla="*/ 1184339 w 2419350"/>
                <a:gd name="connsiteY1542" fmla="*/ 115157 h 876300"/>
                <a:gd name="connsiteX1543" fmla="*/ 1183862 w 2419350"/>
                <a:gd name="connsiteY1543" fmla="*/ 112109 h 876300"/>
                <a:gd name="connsiteX1544" fmla="*/ 1183767 w 2419350"/>
                <a:gd name="connsiteY1544" fmla="*/ 111824 h 876300"/>
                <a:gd name="connsiteX1545" fmla="*/ 1183196 w 2419350"/>
                <a:gd name="connsiteY1545" fmla="*/ 110680 h 876300"/>
                <a:gd name="connsiteX1546" fmla="*/ 1184243 w 2419350"/>
                <a:gd name="connsiteY1546" fmla="*/ 111252 h 876300"/>
                <a:gd name="connsiteX1547" fmla="*/ 1184815 w 2419350"/>
                <a:gd name="connsiteY1547" fmla="*/ 111633 h 876300"/>
                <a:gd name="connsiteX1548" fmla="*/ 1185005 w 2419350"/>
                <a:gd name="connsiteY1548" fmla="*/ 112014 h 876300"/>
                <a:gd name="connsiteX1549" fmla="*/ 1185100 w 2419350"/>
                <a:gd name="connsiteY1549" fmla="*/ 113157 h 876300"/>
                <a:gd name="connsiteX1550" fmla="*/ 1185291 w 2419350"/>
                <a:gd name="connsiteY1550" fmla="*/ 113729 h 876300"/>
                <a:gd name="connsiteX1551" fmla="*/ 1186148 w 2419350"/>
                <a:gd name="connsiteY1551" fmla="*/ 115157 h 876300"/>
                <a:gd name="connsiteX1552" fmla="*/ 1186624 w 2419350"/>
                <a:gd name="connsiteY1552" fmla="*/ 116396 h 876300"/>
                <a:gd name="connsiteX1553" fmla="*/ 1187291 w 2419350"/>
                <a:gd name="connsiteY1553" fmla="*/ 117443 h 876300"/>
                <a:gd name="connsiteX1554" fmla="*/ 1188434 w 2419350"/>
                <a:gd name="connsiteY1554" fmla="*/ 117920 h 876300"/>
                <a:gd name="connsiteX1555" fmla="*/ 1189482 w 2419350"/>
                <a:gd name="connsiteY1555" fmla="*/ 118110 h 876300"/>
                <a:gd name="connsiteX1556" fmla="*/ 1191673 w 2419350"/>
                <a:gd name="connsiteY1556" fmla="*/ 119063 h 876300"/>
                <a:gd name="connsiteX1557" fmla="*/ 1192816 w 2419350"/>
                <a:gd name="connsiteY1557" fmla="*/ 119253 h 876300"/>
                <a:gd name="connsiteX1558" fmla="*/ 1197959 w 2419350"/>
                <a:gd name="connsiteY1558" fmla="*/ 118777 h 876300"/>
                <a:gd name="connsiteX1559" fmla="*/ 1198626 w 2419350"/>
                <a:gd name="connsiteY1559" fmla="*/ 118396 h 876300"/>
                <a:gd name="connsiteX1560" fmla="*/ 1199483 w 2419350"/>
                <a:gd name="connsiteY1560" fmla="*/ 117062 h 876300"/>
                <a:gd name="connsiteX1561" fmla="*/ 1200055 w 2419350"/>
                <a:gd name="connsiteY1561" fmla="*/ 116586 h 876300"/>
                <a:gd name="connsiteX1562" fmla="*/ 1201579 w 2419350"/>
                <a:gd name="connsiteY1562" fmla="*/ 115729 h 876300"/>
                <a:gd name="connsiteX1563" fmla="*/ 1202055 w 2419350"/>
                <a:gd name="connsiteY1563" fmla="*/ 115253 h 876300"/>
                <a:gd name="connsiteX1564" fmla="*/ 1202246 w 2419350"/>
                <a:gd name="connsiteY1564" fmla="*/ 114300 h 876300"/>
                <a:gd name="connsiteX1565" fmla="*/ 1201674 w 2419350"/>
                <a:gd name="connsiteY1565" fmla="*/ 113824 h 876300"/>
                <a:gd name="connsiteX1566" fmla="*/ 1199483 w 2419350"/>
                <a:gd name="connsiteY1566" fmla="*/ 113443 h 876300"/>
                <a:gd name="connsiteX1567" fmla="*/ 1197197 w 2419350"/>
                <a:gd name="connsiteY1567" fmla="*/ 112681 h 876300"/>
                <a:gd name="connsiteX1568" fmla="*/ 1196149 w 2419350"/>
                <a:gd name="connsiteY1568" fmla="*/ 112109 h 876300"/>
                <a:gd name="connsiteX1569" fmla="*/ 1195483 w 2419350"/>
                <a:gd name="connsiteY1569" fmla="*/ 111347 h 876300"/>
                <a:gd name="connsiteX1570" fmla="*/ 1198531 w 2419350"/>
                <a:gd name="connsiteY1570" fmla="*/ 111728 h 876300"/>
                <a:gd name="connsiteX1571" fmla="*/ 1199388 w 2419350"/>
                <a:gd name="connsiteY1571" fmla="*/ 111633 h 876300"/>
                <a:gd name="connsiteX1572" fmla="*/ 1199674 w 2419350"/>
                <a:gd name="connsiteY1572" fmla="*/ 111347 h 876300"/>
                <a:gd name="connsiteX1573" fmla="*/ 1199674 w 2419350"/>
                <a:gd name="connsiteY1573" fmla="*/ 110871 h 876300"/>
                <a:gd name="connsiteX1574" fmla="*/ 1199388 w 2419350"/>
                <a:gd name="connsiteY1574" fmla="*/ 110204 h 876300"/>
                <a:gd name="connsiteX1575" fmla="*/ 1196626 w 2419350"/>
                <a:gd name="connsiteY1575" fmla="*/ 107442 h 876300"/>
                <a:gd name="connsiteX1576" fmla="*/ 1196340 w 2419350"/>
                <a:gd name="connsiteY1576" fmla="*/ 106966 h 876300"/>
                <a:gd name="connsiteX1577" fmla="*/ 1194816 w 2419350"/>
                <a:gd name="connsiteY1577" fmla="*/ 106013 h 876300"/>
                <a:gd name="connsiteX1578" fmla="*/ 1194340 w 2419350"/>
                <a:gd name="connsiteY1578" fmla="*/ 105823 h 876300"/>
                <a:gd name="connsiteX1579" fmla="*/ 1193673 w 2419350"/>
                <a:gd name="connsiteY1579" fmla="*/ 105918 h 876300"/>
                <a:gd name="connsiteX1580" fmla="*/ 1192816 w 2419350"/>
                <a:gd name="connsiteY1580" fmla="*/ 106204 h 876300"/>
                <a:gd name="connsiteX1581" fmla="*/ 1191958 w 2419350"/>
                <a:gd name="connsiteY1581" fmla="*/ 106299 h 876300"/>
                <a:gd name="connsiteX1582" fmla="*/ 1191292 w 2419350"/>
                <a:gd name="connsiteY1582" fmla="*/ 106013 h 876300"/>
                <a:gd name="connsiteX1583" fmla="*/ 1190244 w 2419350"/>
                <a:gd name="connsiteY1583" fmla="*/ 105061 h 876300"/>
                <a:gd name="connsiteX1584" fmla="*/ 1189006 w 2419350"/>
                <a:gd name="connsiteY1584" fmla="*/ 104108 h 876300"/>
                <a:gd name="connsiteX1585" fmla="*/ 1187577 w 2419350"/>
                <a:gd name="connsiteY1585" fmla="*/ 103442 h 876300"/>
                <a:gd name="connsiteX1586" fmla="*/ 1186053 w 2419350"/>
                <a:gd name="connsiteY1586" fmla="*/ 103346 h 876300"/>
                <a:gd name="connsiteX1587" fmla="*/ 1186053 w 2419350"/>
                <a:gd name="connsiteY1587" fmla="*/ 102965 h 876300"/>
                <a:gd name="connsiteX1588" fmla="*/ 1188530 w 2419350"/>
                <a:gd name="connsiteY1588" fmla="*/ 103156 h 876300"/>
                <a:gd name="connsiteX1589" fmla="*/ 1189577 w 2419350"/>
                <a:gd name="connsiteY1589" fmla="*/ 103537 h 876300"/>
                <a:gd name="connsiteX1590" fmla="*/ 1191578 w 2419350"/>
                <a:gd name="connsiteY1590" fmla="*/ 104870 h 876300"/>
                <a:gd name="connsiteX1591" fmla="*/ 1192816 w 2419350"/>
                <a:gd name="connsiteY1591" fmla="*/ 105156 h 876300"/>
                <a:gd name="connsiteX1592" fmla="*/ 1193959 w 2419350"/>
                <a:gd name="connsiteY1592" fmla="*/ 105061 h 876300"/>
                <a:gd name="connsiteX1593" fmla="*/ 1194816 w 2419350"/>
                <a:gd name="connsiteY1593" fmla="*/ 104489 h 876300"/>
                <a:gd name="connsiteX1594" fmla="*/ 1194816 w 2419350"/>
                <a:gd name="connsiteY1594" fmla="*/ 103822 h 876300"/>
                <a:gd name="connsiteX1595" fmla="*/ 1194245 w 2419350"/>
                <a:gd name="connsiteY1595" fmla="*/ 103251 h 876300"/>
                <a:gd name="connsiteX1596" fmla="*/ 1193387 w 2419350"/>
                <a:gd name="connsiteY1596" fmla="*/ 102870 h 876300"/>
                <a:gd name="connsiteX1597" fmla="*/ 1191578 w 2419350"/>
                <a:gd name="connsiteY1597" fmla="*/ 102489 h 876300"/>
                <a:gd name="connsiteX1598" fmla="*/ 1190815 w 2419350"/>
                <a:gd name="connsiteY1598" fmla="*/ 101918 h 876300"/>
                <a:gd name="connsiteX1599" fmla="*/ 1185863 w 2419350"/>
                <a:gd name="connsiteY1599" fmla="*/ 97060 h 876300"/>
                <a:gd name="connsiteX1600" fmla="*/ 1185386 w 2419350"/>
                <a:gd name="connsiteY1600" fmla="*/ 96774 h 876300"/>
                <a:gd name="connsiteX1601" fmla="*/ 1184815 w 2419350"/>
                <a:gd name="connsiteY1601" fmla="*/ 96964 h 876300"/>
                <a:gd name="connsiteX1602" fmla="*/ 1184243 w 2419350"/>
                <a:gd name="connsiteY1602" fmla="*/ 97346 h 876300"/>
                <a:gd name="connsiteX1603" fmla="*/ 1183672 w 2419350"/>
                <a:gd name="connsiteY1603" fmla="*/ 97536 h 876300"/>
                <a:gd name="connsiteX1604" fmla="*/ 1183100 w 2419350"/>
                <a:gd name="connsiteY1604" fmla="*/ 97346 h 876300"/>
                <a:gd name="connsiteX1605" fmla="*/ 1183100 w 2419350"/>
                <a:gd name="connsiteY1605" fmla="*/ 96869 h 876300"/>
                <a:gd name="connsiteX1606" fmla="*/ 1183481 w 2419350"/>
                <a:gd name="connsiteY1606" fmla="*/ 96107 h 876300"/>
                <a:gd name="connsiteX1607" fmla="*/ 1183005 w 2419350"/>
                <a:gd name="connsiteY1607" fmla="*/ 95441 h 876300"/>
                <a:gd name="connsiteX1608" fmla="*/ 1182148 w 2419350"/>
                <a:gd name="connsiteY1608" fmla="*/ 94964 h 876300"/>
                <a:gd name="connsiteX1609" fmla="*/ 1181100 w 2419350"/>
                <a:gd name="connsiteY1609" fmla="*/ 94774 h 876300"/>
                <a:gd name="connsiteX1610" fmla="*/ 1179957 w 2419350"/>
                <a:gd name="connsiteY1610" fmla="*/ 94679 h 876300"/>
                <a:gd name="connsiteX1611" fmla="*/ 1179195 w 2419350"/>
                <a:gd name="connsiteY1611" fmla="*/ 94393 h 876300"/>
                <a:gd name="connsiteX1612" fmla="*/ 1179195 w 2419350"/>
                <a:gd name="connsiteY1612" fmla="*/ 93821 h 876300"/>
                <a:gd name="connsiteX1613" fmla="*/ 1179576 w 2419350"/>
                <a:gd name="connsiteY1613" fmla="*/ 93250 h 876300"/>
                <a:gd name="connsiteX1614" fmla="*/ 1179766 w 2419350"/>
                <a:gd name="connsiteY1614" fmla="*/ 92964 h 876300"/>
                <a:gd name="connsiteX1615" fmla="*/ 1179576 w 2419350"/>
                <a:gd name="connsiteY1615" fmla="*/ 92393 h 876300"/>
                <a:gd name="connsiteX1616" fmla="*/ 1179195 w 2419350"/>
                <a:gd name="connsiteY1616" fmla="*/ 92202 h 876300"/>
                <a:gd name="connsiteX1617" fmla="*/ 1178719 w 2419350"/>
                <a:gd name="connsiteY1617" fmla="*/ 92012 h 876300"/>
                <a:gd name="connsiteX1618" fmla="*/ 1178338 w 2419350"/>
                <a:gd name="connsiteY1618" fmla="*/ 91630 h 876300"/>
                <a:gd name="connsiteX1619" fmla="*/ 1178242 w 2419350"/>
                <a:gd name="connsiteY1619" fmla="*/ 91345 h 876300"/>
                <a:gd name="connsiteX1620" fmla="*/ 1178052 w 2419350"/>
                <a:gd name="connsiteY1620" fmla="*/ 90773 h 876300"/>
                <a:gd name="connsiteX1621" fmla="*/ 1178052 w 2419350"/>
                <a:gd name="connsiteY1621" fmla="*/ 90583 h 876300"/>
                <a:gd name="connsiteX1622" fmla="*/ 1185196 w 2419350"/>
                <a:gd name="connsiteY1622" fmla="*/ 92964 h 876300"/>
                <a:gd name="connsiteX1623" fmla="*/ 1185767 w 2419350"/>
                <a:gd name="connsiteY1623" fmla="*/ 93059 h 876300"/>
                <a:gd name="connsiteX1624" fmla="*/ 1186243 w 2419350"/>
                <a:gd name="connsiteY1624" fmla="*/ 92774 h 876300"/>
                <a:gd name="connsiteX1625" fmla="*/ 1187672 w 2419350"/>
                <a:gd name="connsiteY1625" fmla="*/ 91535 h 876300"/>
                <a:gd name="connsiteX1626" fmla="*/ 1188244 w 2419350"/>
                <a:gd name="connsiteY1626" fmla="*/ 91154 h 876300"/>
                <a:gd name="connsiteX1627" fmla="*/ 1188244 w 2419350"/>
                <a:gd name="connsiteY1627" fmla="*/ 91154 h 876300"/>
                <a:gd name="connsiteX1628" fmla="*/ 1187767 w 2419350"/>
                <a:gd name="connsiteY1628" fmla="*/ 90773 h 876300"/>
                <a:gd name="connsiteX1629" fmla="*/ 1186910 w 2419350"/>
                <a:gd name="connsiteY1629" fmla="*/ 90488 h 876300"/>
                <a:gd name="connsiteX1630" fmla="*/ 1185481 w 2419350"/>
                <a:gd name="connsiteY1630" fmla="*/ 90583 h 876300"/>
                <a:gd name="connsiteX1631" fmla="*/ 1184624 w 2419350"/>
                <a:gd name="connsiteY1631" fmla="*/ 90583 h 876300"/>
                <a:gd name="connsiteX1632" fmla="*/ 1182814 w 2419350"/>
                <a:gd name="connsiteY1632" fmla="*/ 90297 h 876300"/>
                <a:gd name="connsiteX1633" fmla="*/ 1181386 w 2419350"/>
                <a:gd name="connsiteY1633" fmla="*/ 89916 h 876300"/>
                <a:gd name="connsiteX1634" fmla="*/ 1180148 w 2419350"/>
                <a:gd name="connsiteY1634" fmla="*/ 89154 h 876300"/>
                <a:gd name="connsiteX1635" fmla="*/ 1177195 w 2419350"/>
                <a:gd name="connsiteY1635" fmla="*/ 86011 h 876300"/>
                <a:gd name="connsiteX1636" fmla="*/ 1172908 w 2419350"/>
                <a:gd name="connsiteY1636" fmla="*/ 83820 h 876300"/>
                <a:gd name="connsiteX1637" fmla="*/ 1171004 w 2419350"/>
                <a:gd name="connsiteY1637" fmla="*/ 82487 h 876300"/>
                <a:gd name="connsiteX1638" fmla="*/ 1170623 w 2419350"/>
                <a:gd name="connsiteY1638" fmla="*/ 81915 h 876300"/>
                <a:gd name="connsiteX1639" fmla="*/ 1170337 w 2419350"/>
                <a:gd name="connsiteY1639" fmla="*/ 81439 h 876300"/>
                <a:gd name="connsiteX1640" fmla="*/ 1169956 w 2419350"/>
                <a:gd name="connsiteY1640" fmla="*/ 81058 h 876300"/>
                <a:gd name="connsiteX1641" fmla="*/ 1169194 w 2419350"/>
                <a:gd name="connsiteY1641" fmla="*/ 80963 h 876300"/>
                <a:gd name="connsiteX1642" fmla="*/ 1168527 w 2419350"/>
                <a:gd name="connsiteY1642" fmla="*/ 81153 h 876300"/>
                <a:gd name="connsiteX1643" fmla="*/ 1167670 w 2419350"/>
                <a:gd name="connsiteY1643" fmla="*/ 81915 h 876300"/>
                <a:gd name="connsiteX1644" fmla="*/ 1167193 w 2419350"/>
                <a:gd name="connsiteY1644" fmla="*/ 82201 h 876300"/>
                <a:gd name="connsiteX1645" fmla="*/ 1157478 w 2419350"/>
                <a:gd name="connsiteY1645" fmla="*/ 82391 h 876300"/>
                <a:gd name="connsiteX1646" fmla="*/ 1154525 w 2419350"/>
                <a:gd name="connsiteY1646" fmla="*/ 81629 h 876300"/>
                <a:gd name="connsiteX1647" fmla="*/ 1152334 w 2419350"/>
                <a:gd name="connsiteY1647" fmla="*/ 81629 h 876300"/>
                <a:gd name="connsiteX1648" fmla="*/ 1148239 w 2419350"/>
                <a:gd name="connsiteY1648" fmla="*/ 82391 h 876300"/>
                <a:gd name="connsiteX1649" fmla="*/ 1146239 w 2419350"/>
                <a:gd name="connsiteY1649" fmla="*/ 81915 h 876300"/>
                <a:gd name="connsiteX1650" fmla="*/ 1144333 w 2419350"/>
                <a:gd name="connsiteY1650" fmla="*/ 80581 h 876300"/>
                <a:gd name="connsiteX1651" fmla="*/ 1143381 w 2419350"/>
                <a:gd name="connsiteY1651" fmla="*/ 80486 h 876300"/>
                <a:gd name="connsiteX1652" fmla="*/ 1141762 w 2419350"/>
                <a:gd name="connsiteY1652" fmla="*/ 81915 h 876300"/>
                <a:gd name="connsiteX1653" fmla="*/ 1140809 w 2419350"/>
                <a:gd name="connsiteY1653" fmla="*/ 82201 h 876300"/>
                <a:gd name="connsiteX1654" fmla="*/ 1139762 w 2419350"/>
                <a:gd name="connsiteY1654" fmla="*/ 82201 h 876300"/>
                <a:gd name="connsiteX1655" fmla="*/ 1138333 w 2419350"/>
                <a:gd name="connsiteY1655" fmla="*/ 81629 h 876300"/>
                <a:gd name="connsiteX1656" fmla="*/ 1136999 w 2419350"/>
                <a:gd name="connsiteY1656" fmla="*/ 82296 h 876300"/>
                <a:gd name="connsiteX1657" fmla="*/ 1136332 w 2419350"/>
                <a:gd name="connsiteY1657" fmla="*/ 82296 h 876300"/>
                <a:gd name="connsiteX1658" fmla="*/ 1134047 w 2419350"/>
                <a:gd name="connsiteY1658" fmla="*/ 78962 h 876300"/>
                <a:gd name="connsiteX1659" fmla="*/ 1133475 w 2419350"/>
                <a:gd name="connsiteY1659" fmla="*/ 78867 h 876300"/>
                <a:gd name="connsiteX1660" fmla="*/ 1133094 w 2419350"/>
                <a:gd name="connsiteY1660" fmla="*/ 79534 h 876300"/>
                <a:gd name="connsiteX1661" fmla="*/ 1131951 w 2419350"/>
                <a:gd name="connsiteY1661" fmla="*/ 80677 h 876300"/>
                <a:gd name="connsiteX1662" fmla="*/ 1131570 w 2419350"/>
                <a:gd name="connsiteY1662" fmla="*/ 81439 h 876300"/>
                <a:gd name="connsiteX1663" fmla="*/ 1131570 w 2419350"/>
                <a:gd name="connsiteY1663" fmla="*/ 82010 h 876300"/>
                <a:gd name="connsiteX1664" fmla="*/ 1131856 w 2419350"/>
                <a:gd name="connsiteY1664" fmla="*/ 82391 h 876300"/>
                <a:gd name="connsiteX1665" fmla="*/ 1131951 w 2419350"/>
                <a:gd name="connsiteY1665" fmla="*/ 82772 h 876300"/>
                <a:gd name="connsiteX1666" fmla="*/ 1131570 w 2419350"/>
                <a:gd name="connsiteY1666" fmla="*/ 83153 h 876300"/>
                <a:gd name="connsiteX1667" fmla="*/ 1130617 w 2419350"/>
                <a:gd name="connsiteY1667" fmla="*/ 83439 h 876300"/>
                <a:gd name="connsiteX1668" fmla="*/ 1130046 w 2419350"/>
                <a:gd name="connsiteY1668" fmla="*/ 83249 h 876300"/>
                <a:gd name="connsiteX1669" fmla="*/ 1129474 w 2419350"/>
                <a:gd name="connsiteY1669" fmla="*/ 83249 h 876300"/>
                <a:gd name="connsiteX1670" fmla="*/ 1128141 w 2419350"/>
                <a:gd name="connsiteY1670" fmla="*/ 84582 h 876300"/>
                <a:gd name="connsiteX1671" fmla="*/ 1127570 w 2419350"/>
                <a:gd name="connsiteY1671" fmla="*/ 84772 h 876300"/>
                <a:gd name="connsiteX1672" fmla="*/ 1126998 w 2419350"/>
                <a:gd name="connsiteY1672" fmla="*/ 84677 h 876300"/>
                <a:gd name="connsiteX1673" fmla="*/ 1126522 w 2419350"/>
                <a:gd name="connsiteY1673" fmla="*/ 84392 h 876300"/>
                <a:gd name="connsiteX1674" fmla="*/ 1125188 w 2419350"/>
                <a:gd name="connsiteY1674" fmla="*/ 82105 h 876300"/>
                <a:gd name="connsiteX1675" fmla="*/ 1124998 w 2419350"/>
                <a:gd name="connsiteY1675" fmla="*/ 81439 h 876300"/>
                <a:gd name="connsiteX1676" fmla="*/ 1124807 w 2419350"/>
                <a:gd name="connsiteY1676" fmla="*/ 81153 h 876300"/>
                <a:gd name="connsiteX1677" fmla="*/ 1124426 w 2419350"/>
                <a:gd name="connsiteY1677" fmla="*/ 81058 h 876300"/>
                <a:gd name="connsiteX1678" fmla="*/ 1124045 w 2419350"/>
                <a:gd name="connsiteY1678" fmla="*/ 81058 h 876300"/>
                <a:gd name="connsiteX1679" fmla="*/ 1123664 w 2419350"/>
                <a:gd name="connsiteY1679" fmla="*/ 81058 h 876300"/>
                <a:gd name="connsiteX1680" fmla="*/ 1122236 w 2419350"/>
                <a:gd name="connsiteY1680" fmla="*/ 79724 h 876300"/>
                <a:gd name="connsiteX1681" fmla="*/ 1120902 w 2419350"/>
                <a:gd name="connsiteY1681" fmla="*/ 80010 h 876300"/>
                <a:gd name="connsiteX1682" fmla="*/ 1119473 w 2419350"/>
                <a:gd name="connsiteY1682" fmla="*/ 80772 h 876300"/>
                <a:gd name="connsiteX1683" fmla="*/ 1117949 w 2419350"/>
                <a:gd name="connsiteY1683" fmla="*/ 81248 h 876300"/>
                <a:gd name="connsiteX1684" fmla="*/ 1117187 w 2419350"/>
                <a:gd name="connsiteY1684" fmla="*/ 81153 h 876300"/>
                <a:gd name="connsiteX1685" fmla="*/ 1114806 w 2419350"/>
                <a:gd name="connsiteY1685" fmla="*/ 80486 h 876300"/>
                <a:gd name="connsiteX1686" fmla="*/ 1113568 w 2419350"/>
                <a:gd name="connsiteY1686" fmla="*/ 80391 h 876300"/>
                <a:gd name="connsiteX1687" fmla="*/ 1112996 w 2419350"/>
                <a:gd name="connsiteY1687" fmla="*/ 80296 h 876300"/>
                <a:gd name="connsiteX1688" fmla="*/ 1112425 w 2419350"/>
                <a:gd name="connsiteY1688" fmla="*/ 80010 h 876300"/>
                <a:gd name="connsiteX1689" fmla="*/ 1111948 w 2419350"/>
                <a:gd name="connsiteY1689" fmla="*/ 81153 h 876300"/>
                <a:gd name="connsiteX1690" fmla="*/ 1111567 w 2419350"/>
                <a:gd name="connsiteY1690" fmla="*/ 81820 h 876300"/>
                <a:gd name="connsiteX1691" fmla="*/ 1110996 w 2419350"/>
                <a:gd name="connsiteY1691" fmla="*/ 82296 h 876300"/>
                <a:gd name="connsiteX1692" fmla="*/ 1110043 w 2419350"/>
                <a:gd name="connsiteY1692" fmla="*/ 82868 h 876300"/>
                <a:gd name="connsiteX1693" fmla="*/ 1107472 w 2419350"/>
                <a:gd name="connsiteY1693" fmla="*/ 85344 h 876300"/>
                <a:gd name="connsiteX1694" fmla="*/ 1106805 w 2419350"/>
                <a:gd name="connsiteY1694" fmla="*/ 85725 h 876300"/>
                <a:gd name="connsiteX1695" fmla="*/ 1105948 w 2419350"/>
                <a:gd name="connsiteY1695" fmla="*/ 85439 h 876300"/>
                <a:gd name="connsiteX1696" fmla="*/ 1105376 w 2419350"/>
                <a:gd name="connsiteY1696" fmla="*/ 84772 h 876300"/>
                <a:gd name="connsiteX1697" fmla="*/ 1105090 w 2419350"/>
                <a:gd name="connsiteY1697" fmla="*/ 83915 h 876300"/>
                <a:gd name="connsiteX1698" fmla="*/ 1104900 w 2419350"/>
                <a:gd name="connsiteY1698" fmla="*/ 83058 h 876300"/>
                <a:gd name="connsiteX1699" fmla="*/ 1104519 w 2419350"/>
                <a:gd name="connsiteY1699" fmla="*/ 82677 h 876300"/>
                <a:gd name="connsiteX1700" fmla="*/ 1103852 w 2419350"/>
                <a:gd name="connsiteY1700" fmla="*/ 82296 h 876300"/>
                <a:gd name="connsiteX1701" fmla="*/ 1102614 w 2419350"/>
                <a:gd name="connsiteY1701" fmla="*/ 81820 h 876300"/>
                <a:gd name="connsiteX1702" fmla="*/ 1100423 w 2419350"/>
                <a:gd name="connsiteY1702" fmla="*/ 81629 h 876300"/>
                <a:gd name="connsiteX1703" fmla="*/ 1099375 w 2419350"/>
                <a:gd name="connsiteY1703" fmla="*/ 81344 h 876300"/>
                <a:gd name="connsiteX1704" fmla="*/ 1098899 w 2419350"/>
                <a:gd name="connsiteY1704" fmla="*/ 80581 h 876300"/>
                <a:gd name="connsiteX1705" fmla="*/ 1098614 w 2419350"/>
                <a:gd name="connsiteY1705" fmla="*/ 79724 h 876300"/>
                <a:gd name="connsiteX1706" fmla="*/ 1098137 w 2419350"/>
                <a:gd name="connsiteY1706" fmla="*/ 79248 h 876300"/>
                <a:gd name="connsiteX1707" fmla="*/ 1097471 w 2419350"/>
                <a:gd name="connsiteY1707" fmla="*/ 79343 h 876300"/>
                <a:gd name="connsiteX1708" fmla="*/ 1096804 w 2419350"/>
                <a:gd name="connsiteY1708" fmla="*/ 80010 h 876300"/>
                <a:gd name="connsiteX1709" fmla="*/ 1096328 w 2419350"/>
                <a:gd name="connsiteY1709" fmla="*/ 81629 h 876300"/>
                <a:gd name="connsiteX1710" fmla="*/ 1096328 w 2419350"/>
                <a:gd name="connsiteY1710" fmla="*/ 83344 h 876300"/>
                <a:gd name="connsiteX1711" fmla="*/ 1096042 w 2419350"/>
                <a:gd name="connsiteY1711" fmla="*/ 84963 h 876300"/>
                <a:gd name="connsiteX1712" fmla="*/ 1094041 w 2419350"/>
                <a:gd name="connsiteY1712" fmla="*/ 86678 h 876300"/>
                <a:gd name="connsiteX1713" fmla="*/ 1093851 w 2419350"/>
                <a:gd name="connsiteY1713" fmla="*/ 87344 h 876300"/>
                <a:gd name="connsiteX1714" fmla="*/ 1093565 w 2419350"/>
                <a:gd name="connsiteY1714" fmla="*/ 87916 h 876300"/>
                <a:gd name="connsiteX1715" fmla="*/ 1092803 w 2419350"/>
                <a:gd name="connsiteY1715" fmla="*/ 88106 h 876300"/>
                <a:gd name="connsiteX1716" fmla="*/ 1092327 w 2419350"/>
                <a:gd name="connsiteY1716" fmla="*/ 87821 h 876300"/>
                <a:gd name="connsiteX1717" fmla="*/ 1091946 w 2419350"/>
                <a:gd name="connsiteY1717" fmla="*/ 87344 h 876300"/>
                <a:gd name="connsiteX1718" fmla="*/ 1091565 w 2419350"/>
                <a:gd name="connsiteY1718" fmla="*/ 87154 h 876300"/>
                <a:gd name="connsiteX1719" fmla="*/ 1089279 w 2419350"/>
                <a:gd name="connsiteY1719" fmla="*/ 89249 h 876300"/>
                <a:gd name="connsiteX1720" fmla="*/ 1088898 w 2419350"/>
                <a:gd name="connsiteY1720" fmla="*/ 89726 h 876300"/>
                <a:gd name="connsiteX1721" fmla="*/ 1088517 w 2419350"/>
                <a:gd name="connsiteY1721" fmla="*/ 90106 h 876300"/>
                <a:gd name="connsiteX1722" fmla="*/ 1087469 w 2419350"/>
                <a:gd name="connsiteY1722" fmla="*/ 90392 h 876300"/>
                <a:gd name="connsiteX1723" fmla="*/ 1086993 w 2419350"/>
                <a:gd name="connsiteY1723" fmla="*/ 90869 h 876300"/>
                <a:gd name="connsiteX1724" fmla="*/ 1086612 w 2419350"/>
                <a:gd name="connsiteY1724" fmla="*/ 92107 h 876300"/>
                <a:gd name="connsiteX1725" fmla="*/ 1086326 w 2419350"/>
                <a:gd name="connsiteY1725" fmla="*/ 93059 h 876300"/>
                <a:gd name="connsiteX1726" fmla="*/ 1085755 w 2419350"/>
                <a:gd name="connsiteY1726" fmla="*/ 97727 h 876300"/>
                <a:gd name="connsiteX1727" fmla="*/ 1085088 w 2419350"/>
                <a:gd name="connsiteY1727" fmla="*/ 100013 h 876300"/>
                <a:gd name="connsiteX1728" fmla="*/ 1084040 w 2419350"/>
                <a:gd name="connsiteY1728" fmla="*/ 102013 h 876300"/>
                <a:gd name="connsiteX1729" fmla="*/ 1083564 w 2419350"/>
                <a:gd name="connsiteY1729" fmla="*/ 102584 h 876300"/>
                <a:gd name="connsiteX1730" fmla="*/ 1081754 w 2419350"/>
                <a:gd name="connsiteY1730" fmla="*/ 103632 h 876300"/>
                <a:gd name="connsiteX1731" fmla="*/ 1081373 w 2419350"/>
                <a:gd name="connsiteY1731" fmla="*/ 104013 h 876300"/>
                <a:gd name="connsiteX1732" fmla="*/ 1081373 w 2419350"/>
                <a:gd name="connsiteY1732" fmla="*/ 105251 h 876300"/>
                <a:gd name="connsiteX1733" fmla="*/ 1082231 w 2419350"/>
                <a:gd name="connsiteY1733" fmla="*/ 106013 h 876300"/>
                <a:gd name="connsiteX1734" fmla="*/ 1083278 w 2419350"/>
                <a:gd name="connsiteY1734" fmla="*/ 106585 h 876300"/>
                <a:gd name="connsiteX1735" fmla="*/ 1084040 w 2419350"/>
                <a:gd name="connsiteY1735" fmla="*/ 107347 h 876300"/>
                <a:gd name="connsiteX1736" fmla="*/ 1084040 w 2419350"/>
                <a:gd name="connsiteY1736" fmla="*/ 109061 h 876300"/>
                <a:gd name="connsiteX1737" fmla="*/ 1082040 w 2419350"/>
                <a:gd name="connsiteY1737" fmla="*/ 115157 h 876300"/>
                <a:gd name="connsiteX1738" fmla="*/ 1081754 w 2419350"/>
                <a:gd name="connsiteY1738" fmla="*/ 117253 h 876300"/>
                <a:gd name="connsiteX1739" fmla="*/ 1081754 w 2419350"/>
                <a:gd name="connsiteY1739" fmla="*/ 119348 h 876300"/>
                <a:gd name="connsiteX1740" fmla="*/ 1081945 w 2419350"/>
                <a:gd name="connsiteY1740" fmla="*/ 120587 h 876300"/>
                <a:gd name="connsiteX1741" fmla="*/ 1083278 w 2419350"/>
                <a:gd name="connsiteY1741" fmla="*/ 123730 h 876300"/>
                <a:gd name="connsiteX1742" fmla="*/ 1083373 w 2419350"/>
                <a:gd name="connsiteY1742" fmla="*/ 124301 h 876300"/>
                <a:gd name="connsiteX1743" fmla="*/ 1083278 w 2419350"/>
                <a:gd name="connsiteY1743" fmla="*/ 125349 h 876300"/>
                <a:gd name="connsiteX1744" fmla="*/ 1083278 w 2419350"/>
                <a:gd name="connsiteY1744" fmla="*/ 125921 h 876300"/>
                <a:gd name="connsiteX1745" fmla="*/ 1083469 w 2419350"/>
                <a:gd name="connsiteY1745" fmla="*/ 126587 h 876300"/>
                <a:gd name="connsiteX1746" fmla="*/ 1084326 w 2419350"/>
                <a:gd name="connsiteY1746" fmla="*/ 128111 h 876300"/>
                <a:gd name="connsiteX1747" fmla="*/ 1084707 w 2419350"/>
                <a:gd name="connsiteY1747" fmla="*/ 129159 h 876300"/>
                <a:gd name="connsiteX1748" fmla="*/ 1084707 w 2419350"/>
                <a:gd name="connsiteY1748" fmla="*/ 129730 h 876300"/>
                <a:gd name="connsiteX1749" fmla="*/ 1084421 w 2419350"/>
                <a:gd name="connsiteY1749" fmla="*/ 130207 h 876300"/>
                <a:gd name="connsiteX1750" fmla="*/ 1083850 w 2419350"/>
                <a:gd name="connsiteY1750" fmla="*/ 130397 h 876300"/>
                <a:gd name="connsiteX1751" fmla="*/ 1083373 w 2419350"/>
                <a:gd name="connsiteY1751" fmla="*/ 130302 h 876300"/>
                <a:gd name="connsiteX1752" fmla="*/ 1082897 w 2419350"/>
                <a:gd name="connsiteY1752" fmla="*/ 130112 h 876300"/>
                <a:gd name="connsiteX1753" fmla="*/ 1082326 w 2419350"/>
                <a:gd name="connsiteY1753" fmla="*/ 130016 h 876300"/>
                <a:gd name="connsiteX1754" fmla="*/ 1081183 w 2419350"/>
                <a:gd name="connsiteY1754" fmla="*/ 131159 h 876300"/>
                <a:gd name="connsiteX1755" fmla="*/ 1080230 w 2419350"/>
                <a:gd name="connsiteY1755" fmla="*/ 133636 h 876300"/>
                <a:gd name="connsiteX1756" fmla="*/ 1078421 w 2419350"/>
                <a:gd name="connsiteY1756" fmla="*/ 141542 h 876300"/>
                <a:gd name="connsiteX1757" fmla="*/ 1078421 w 2419350"/>
                <a:gd name="connsiteY1757" fmla="*/ 142494 h 876300"/>
                <a:gd name="connsiteX1758" fmla="*/ 1079278 w 2419350"/>
                <a:gd name="connsiteY1758" fmla="*/ 143542 h 876300"/>
                <a:gd name="connsiteX1759" fmla="*/ 1080040 w 2419350"/>
                <a:gd name="connsiteY1759" fmla="*/ 143828 h 876300"/>
                <a:gd name="connsiteX1760" fmla="*/ 1080135 w 2419350"/>
                <a:gd name="connsiteY1760" fmla="*/ 144209 h 876300"/>
                <a:gd name="connsiteX1761" fmla="*/ 1078325 w 2419350"/>
                <a:gd name="connsiteY1761" fmla="*/ 146590 h 876300"/>
                <a:gd name="connsiteX1762" fmla="*/ 1078039 w 2419350"/>
                <a:gd name="connsiteY1762" fmla="*/ 147542 h 876300"/>
                <a:gd name="connsiteX1763" fmla="*/ 1077849 w 2419350"/>
                <a:gd name="connsiteY1763" fmla="*/ 149733 h 876300"/>
                <a:gd name="connsiteX1764" fmla="*/ 1077468 w 2419350"/>
                <a:gd name="connsiteY1764" fmla="*/ 150781 h 876300"/>
                <a:gd name="connsiteX1765" fmla="*/ 1076611 w 2419350"/>
                <a:gd name="connsiteY1765" fmla="*/ 151162 h 876300"/>
                <a:gd name="connsiteX1766" fmla="*/ 1074420 w 2419350"/>
                <a:gd name="connsiteY1766" fmla="*/ 151352 h 876300"/>
                <a:gd name="connsiteX1767" fmla="*/ 1070991 w 2419350"/>
                <a:gd name="connsiteY1767" fmla="*/ 152876 h 876300"/>
                <a:gd name="connsiteX1768" fmla="*/ 1069372 w 2419350"/>
                <a:gd name="connsiteY1768" fmla="*/ 153162 h 876300"/>
                <a:gd name="connsiteX1769" fmla="*/ 1067848 w 2419350"/>
                <a:gd name="connsiteY1769" fmla="*/ 152400 h 876300"/>
                <a:gd name="connsiteX1770" fmla="*/ 1066514 w 2419350"/>
                <a:gd name="connsiteY1770" fmla="*/ 150400 h 876300"/>
                <a:gd name="connsiteX1771" fmla="*/ 1065752 w 2419350"/>
                <a:gd name="connsiteY1771" fmla="*/ 150209 h 876300"/>
                <a:gd name="connsiteX1772" fmla="*/ 1064895 w 2419350"/>
                <a:gd name="connsiteY1772" fmla="*/ 151543 h 876300"/>
                <a:gd name="connsiteX1773" fmla="*/ 1064038 w 2419350"/>
                <a:gd name="connsiteY1773" fmla="*/ 153353 h 876300"/>
                <a:gd name="connsiteX1774" fmla="*/ 1063466 w 2419350"/>
                <a:gd name="connsiteY1774" fmla="*/ 154019 h 876300"/>
                <a:gd name="connsiteX1775" fmla="*/ 1060418 w 2419350"/>
                <a:gd name="connsiteY1775" fmla="*/ 156020 h 876300"/>
                <a:gd name="connsiteX1776" fmla="*/ 1059561 w 2419350"/>
                <a:gd name="connsiteY1776" fmla="*/ 156877 h 876300"/>
                <a:gd name="connsiteX1777" fmla="*/ 1058894 w 2419350"/>
                <a:gd name="connsiteY1777" fmla="*/ 158020 h 876300"/>
                <a:gd name="connsiteX1778" fmla="*/ 1058704 w 2419350"/>
                <a:gd name="connsiteY1778" fmla="*/ 158591 h 876300"/>
                <a:gd name="connsiteX1779" fmla="*/ 1058608 w 2419350"/>
                <a:gd name="connsiteY1779" fmla="*/ 159163 h 876300"/>
                <a:gd name="connsiteX1780" fmla="*/ 1058418 w 2419350"/>
                <a:gd name="connsiteY1780" fmla="*/ 159734 h 876300"/>
                <a:gd name="connsiteX1781" fmla="*/ 1058037 w 2419350"/>
                <a:gd name="connsiteY1781" fmla="*/ 160306 h 876300"/>
                <a:gd name="connsiteX1782" fmla="*/ 1057275 w 2419350"/>
                <a:gd name="connsiteY1782" fmla="*/ 160877 h 876300"/>
                <a:gd name="connsiteX1783" fmla="*/ 1056799 w 2419350"/>
                <a:gd name="connsiteY1783" fmla="*/ 161068 h 876300"/>
                <a:gd name="connsiteX1784" fmla="*/ 1056704 w 2419350"/>
                <a:gd name="connsiteY1784" fmla="*/ 161258 h 876300"/>
                <a:gd name="connsiteX1785" fmla="*/ 1056989 w 2419350"/>
                <a:gd name="connsiteY1785" fmla="*/ 161925 h 876300"/>
                <a:gd name="connsiteX1786" fmla="*/ 1058418 w 2419350"/>
                <a:gd name="connsiteY1786" fmla="*/ 163735 h 876300"/>
                <a:gd name="connsiteX1787" fmla="*/ 1058799 w 2419350"/>
                <a:gd name="connsiteY1787" fmla="*/ 164783 h 876300"/>
                <a:gd name="connsiteX1788" fmla="*/ 1058228 w 2419350"/>
                <a:gd name="connsiteY1788" fmla="*/ 166021 h 876300"/>
                <a:gd name="connsiteX1789" fmla="*/ 1057656 w 2419350"/>
                <a:gd name="connsiteY1789" fmla="*/ 166402 h 876300"/>
                <a:gd name="connsiteX1790" fmla="*/ 1057084 w 2419350"/>
                <a:gd name="connsiteY1790" fmla="*/ 166497 h 876300"/>
                <a:gd name="connsiteX1791" fmla="*/ 1056608 w 2419350"/>
                <a:gd name="connsiteY1791" fmla="*/ 166688 h 876300"/>
                <a:gd name="connsiteX1792" fmla="*/ 1056323 w 2419350"/>
                <a:gd name="connsiteY1792" fmla="*/ 167354 h 876300"/>
                <a:gd name="connsiteX1793" fmla="*/ 1056323 w 2419350"/>
                <a:gd name="connsiteY1793" fmla="*/ 167830 h 876300"/>
                <a:gd name="connsiteX1794" fmla="*/ 1056894 w 2419350"/>
                <a:gd name="connsiteY1794" fmla="*/ 168878 h 876300"/>
                <a:gd name="connsiteX1795" fmla="*/ 1057084 w 2419350"/>
                <a:gd name="connsiteY1795" fmla="*/ 169354 h 876300"/>
                <a:gd name="connsiteX1796" fmla="*/ 1056894 w 2419350"/>
                <a:gd name="connsiteY1796" fmla="*/ 170402 h 876300"/>
                <a:gd name="connsiteX1797" fmla="*/ 1056418 w 2419350"/>
                <a:gd name="connsiteY1797" fmla="*/ 171545 h 876300"/>
                <a:gd name="connsiteX1798" fmla="*/ 1056323 w 2419350"/>
                <a:gd name="connsiteY1798" fmla="*/ 172593 h 876300"/>
                <a:gd name="connsiteX1799" fmla="*/ 1057084 w 2419350"/>
                <a:gd name="connsiteY1799" fmla="*/ 173355 h 876300"/>
                <a:gd name="connsiteX1800" fmla="*/ 1057656 w 2419350"/>
                <a:gd name="connsiteY1800" fmla="*/ 173355 h 876300"/>
                <a:gd name="connsiteX1801" fmla="*/ 1058799 w 2419350"/>
                <a:gd name="connsiteY1801" fmla="*/ 172784 h 876300"/>
                <a:gd name="connsiteX1802" fmla="*/ 1059371 w 2419350"/>
                <a:gd name="connsiteY1802" fmla="*/ 172593 h 876300"/>
                <a:gd name="connsiteX1803" fmla="*/ 1060037 w 2419350"/>
                <a:gd name="connsiteY1803" fmla="*/ 172688 h 876300"/>
                <a:gd name="connsiteX1804" fmla="*/ 1060704 w 2419350"/>
                <a:gd name="connsiteY1804" fmla="*/ 172879 h 876300"/>
                <a:gd name="connsiteX1805" fmla="*/ 1061371 w 2419350"/>
                <a:gd name="connsiteY1805" fmla="*/ 173164 h 876300"/>
                <a:gd name="connsiteX1806" fmla="*/ 1061847 w 2419350"/>
                <a:gd name="connsiteY1806" fmla="*/ 173546 h 876300"/>
                <a:gd name="connsiteX1807" fmla="*/ 1062609 w 2419350"/>
                <a:gd name="connsiteY1807" fmla="*/ 174403 h 876300"/>
                <a:gd name="connsiteX1808" fmla="*/ 1063371 w 2419350"/>
                <a:gd name="connsiteY1808" fmla="*/ 175641 h 876300"/>
                <a:gd name="connsiteX1809" fmla="*/ 1063942 w 2419350"/>
                <a:gd name="connsiteY1809" fmla="*/ 176879 h 876300"/>
                <a:gd name="connsiteX1810" fmla="*/ 1064038 w 2419350"/>
                <a:gd name="connsiteY1810" fmla="*/ 177832 h 876300"/>
                <a:gd name="connsiteX1811" fmla="*/ 1063371 w 2419350"/>
                <a:gd name="connsiteY1811" fmla="*/ 178879 h 876300"/>
                <a:gd name="connsiteX1812" fmla="*/ 1062228 w 2419350"/>
                <a:gd name="connsiteY1812" fmla="*/ 179261 h 876300"/>
                <a:gd name="connsiteX1813" fmla="*/ 1059847 w 2419350"/>
                <a:gd name="connsiteY1813" fmla="*/ 179451 h 876300"/>
                <a:gd name="connsiteX1814" fmla="*/ 1058704 w 2419350"/>
                <a:gd name="connsiteY1814" fmla="*/ 180118 h 876300"/>
                <a:gd name="connsiteX1815" fmla="*/ 1056704 w 2419350"/>
                <a:gd name="connsiteY1815" fmla="*/ 182309 h 876300"/>
                <a:gd name="connsiteX1816" fmla="*/ 1055941 w 2419350"/>
                <a:gd name="connsiteY1816" fmla="*/ 182785 h 876300"/>
                <a:gd name="connsiteX1817" fmla="*/ 1054989 w 2419350"/>
                <a:gd name="connsiteY1817" fmla="*/ 183166 h 876300"/>
                <a:gd name="connsiteX1818" fmla="*/ 1052703 w 2419350"/>
                <a:gd name="connsiteY1818" fmla="*/ 185071 h 876300"/>
                <a:gd name="connsiteX1819" fmla="*/ 1051655 w 2419350"/>
                <a:gd name="connsiteY1819" fmla="*/ 185738 h 876300"/>
                <a:gd name="connsiteX1820" fmla="*/ 1049655 w 2419350"/>
                <a:gd name="connsiteY1820" fmla="*/ 185547 h 876300"/>
                <a:gd name="connsiteX1821" fmla="*/ 1048988 w 2419350"/>
                <a:gd name="connsiteY1821" fmla="*/ 185928 h 876300"/>
                <a:gd name="connsiteX1822" fmla="*/ 1048607 w 2419350"/>
                <a:gd name="connsiteY1822" fmla="*/ 187071 h 876300"/>
                <a:gd name="connsiteX1823" fmla="*/ 1048703 w 2419350"/>
                <a:gd name="connsiteY1823" fmla="*/ 188214 h 876300"/>
                <a:gd name="connsiteX1824" fmla="*/ 1048893 w 2419350"/>
                <a:gd name="connsiteY1824" fmla="*/ 188976 h 876300"/>
                <a:gd name="connsiteX1825" fmla="*/ 1048512 w 2419350"/>
                <a:gd name="connsiteY1825" fmla="*/ 189547 h 876300"/>
                <a:gd name="connsiteX1826" fmla="*/ 1047083 w 2419350"/>
                <a:gd name="connsiteY1826" fmla="*/ 190024 h 876300"/>
                <a:gd name="connsiteX1827" fmla="*/ 1042988 w 2419350"/>
                <a:gd name="connsiteY1827" fmla="*/ 190595 h 876300"/>
                <a:gd name="connsiteX1828" fmla="*/ 1041368 w 2419350"/>
                <a:gd name="connsiteY1828" fmla="*/ 191548 h 876300"/>
                <a:gd name="connsiteX1829" fmla="*/ 1040606 w 2419350"/>
                <a:gd name="connsiteY1829" fmla="*/ 193548 h 876300"/>
                <a:gd name="connsiteX1830" fmla="*/ 1040035 w 2419350"/>
                <a:gd name="connsiteY1830" fmla="*/ 196405 h 876300"/>
                <a:gd name="connsiteX1831" fmla="*/ 1040130 w 2419350"/>
                <a:gd name="connsiteY1831" fmla="*/ 197358 h 876300"/>
                <a:gd name="connsiteX1832" fmla="*/ 1040321 w 2419350"/>
                <a:gd name="connsiteY1832" fmla="*/ 197834 h 876300"/>
                <a:gd name="connsiteX1833" fmla="*/ 1040892 w 2419350"/>
                <a:gd name="connsiteY1833" fmla="*/ 198692 h 876300"/>
                <a:gd name="connsiteX1834" fmla="*/ 1040987 w 2419350"/>
                <a:gd name="connsiteY1834" fmla="*/ 199263 h 876300"/>
                <a:gd name="connsiteX1835" fmla="*/ 1040892 w 2419350"/>
                <a:gd name="connsiteY1835" fmla="*/ 200978 h 876300"/>
                <a:gd name="connsiteX1836" fmla="*/ 1040987 w 2419350"/>
                <a:gd name="connsiteY1836" fmla="*/ 201454 h 876300"/>
                <a:gd name="connsiteX1837" fmla="*/ 1041559 w 2419350"/>
                <a:gd name="connsiteY1837" fmla="*/ 202597 h 876300"/>
                <a:gd name="connsiteX1838" fmla="*/ 1042130 w 2419350"/>
                <a:gd name="connsiteY1838" fmla="*/ 202692 h 876300"/>
                <a:gd name="connsiteX1839" fmla="*/ 1042988 w 2419350"/>
                <a:gd name="connsiteY1839" fmla="*/ 202311 h 876300"/>
                <a:gd name="connsiteX1840" fmla="*/ 1044226 w 2419350"/>
                <a:gd name="connsiteY1840" fmla="*/ 202121 h 876300"/>
                <a:gd name="connsiteX1841" fmla="*/ 1044702 w 2419350"/>
                <a:gd name="connsiteY1841" fmla="*/ 202502 h 876300"/>
                <a:gd name="connsiteX1842" fmla="*/ 1044892 w 2419350"/>
                <a:gd name="connsiteY1842" fmla="*/ 203168 h 876300"/>
                <a:gd name="connsiteX1843" fmla="*/ 1044892 w 2419350"/>
                <a:gd name="connsiteY1843" fmla="*/ 203930 h 876300"/>
                <a:gd name="connsiteX1844" fmla="*/ 1044797 w 2419350"/>
                <a:gd name="connsiteY1844" fmla="*/ 204597 h 876300"/>
                <a:gd name="connsiteX1845" fmla="*/ 1044321 w 2419350"/>
                <a:gd name="connsiteY1845" fmla="*/ 205645 h 876300"/>
                <a:gd name="connsiteX1846" fmla="*/ 1044130 w 2419350"/>
                <a:gd name="connsiteY1846" fmla="*/ 206502 h 876300"/>
                <a:gd name="connsiteX1847" fmla="*/ 1044130 w 2419350"/>
                <a:gd name="connsiteY1847" fmla="*/ 207359 h 876300"/>
                <a:gd name="connsiteX1848" fmla="*/ 1044321 w 2419350"/>
                <a:gd name="connsiteY1848" fmla="*/ 208502 h 876300"/>
                <a:gd name="connsiteX1849" fmla="*/ 1044226 w 2419350"/>
                <a:gd name="connsiteY1849" fmla="*/ 209455 h 876300"/>
                <a:gd name="connsiteX1850" fmla="*/ 1043559 w 2419350"/>
                <a:gd name="connsiteY1850" fmla="*/ 210121 h 876300"/>
                <a:gd name="connsiteX1851" fmla="*/ 1040606 w 2419350"/>
                <a:gd name="connsiteY1851" fmla="*/ 211264 h 876300"/>
                <a:gd name="connsiteX1852" fmla="*/ 1037749 w 2419350"/>
                <a:gd name="connsiteY1852" fmla="*/ 211646 h 876300"/>
                <a:gd name="connsiteX1853" fmla="*/ 1037272 w 2419350"/>
                <a:gd name="connsiteY1853" fmla="*/ 211836 h 876300"/>
                <a:gd name="connsiteX1854" fmla="*/ 1036701 w 2419350"/>
                <a:gd name="connsiteY1854" fmla="*/ 212217 h 876300"/>
                <a:gd name="connsiteX1855" fmla="*/ 1036225 w 2419350"/>
                <a:gd name="connsiteY1855" fmla="*/ 212693 h 876300"/>
                <a:gd name="connsiteX1856" fmla="*/ 1035939 w 2419350"/>
                <a:gd name="connsiteY1856" fmla="*/ 213170 h 876300"/>
                <a:gd name="connsiteX1857" fmla="*/ 1035748 w 2419350"/>
                <a:gd name="connsiteY1857" fmla="*/ 213741 h 876300"/>
                <a:gd name="connsiteX1858" fmla="*/ 1035844 w 2419350"/>
                <a:gd name="connsiteY1858" fmla="*/ 214122 h 876300"/>
                <a:gd name="connsiteX1859" fmla="*/ 1036034 w 2419350"/>
                <a:gd name="connsiteY1859" fmla="*/ 214503 h 876300"/>
                <a:gd name="connsiteX1860" fmla="*/ 1036225 w 2419350"/>
                <a:gd name="connsiteY1860" fmla="*/ 215170 h 876300"/>
                <a:gd name="connsiteX1861" fmla="*/ 1036320 w 2419350"/>
                <a:gd name="connsiteY1861" fmla="*/ 216789 h 876300"/>
                <a:gd name="connsiteX1862" fmla="*/ 1035748 w 2419350"/>
                <a:gd name="connsiteY1862" fmla="*/ 220409 h 876300"/>
                <a:gd name="connsiteX1863" fmla="*/ 1034796 w 2419350"/>
                <a:gd name="connsiteY1863" fmla="*/ 223171 h 876300"/>
                <a:gd name="connsiteX1864" fmla="*/ 1033463 w 2419350"/>
                <a:gd name="connsiteY1864" fmla="*/ 225362 h 876300"/>
                <a:gd name="connsiteX1865" fmla="*/ 1032700 w 2419350"/>
                <a:gd name="connsiteY1865" fmla="*/ 226219 h 876300"/>
                <a:gd name="connsiteX1866" fmla="*/ 1030891 w 2419350"/>
                <a:gd name="connsiteY1866" fmla="*/ 227743 h 876300"/>
                <a:gd name="connsiteX1867" fmla="*/ 1030319 w 2419350"/>
                <a:gd name="connsiteY1867" fmla="*/ 228600 h 876300"/>
                <a:gd name="connsiteX1868" fmla="*/ 1030319 w 2419350"/>
                <a:gd name="connsiteY1868" fmla="*/ 229838 h 876300"/>
                <a:gd name="connsiteX1869" fmla="*/ 1030605 w 2419350"/>
                <a:gd name="connsiteY1869" fmla="*/ 230981 h 876300"/>
                <a:gd name="connsiteX1870" fmla="*/ 1030605 w 2419350"/>
                <a:gd name="connsiteY1870" fmla="*/ 232124 h 876300"/>
                <a:gd name="connsiteX1871" fmla="*/ 1030224 w 2419350"/>
                <a:gd name="connsiteY1871" fmla="*/ 233172 h 876300"/>
                <a:gd name="connsiteX1872" fmla="*/ 1029367 w 2419350"/>
                <a:gd name="connsiteY1872" fmla="*/ 233934 h 876300"/>
                <a:gd name="connsiteX1873" fmla="*/ 1028129 w 2419350"/>
                <a:gd name="connsiteY1873" fmla="*/ 234220 h 876300"/>
                <a:gd name="connsiteX1874" fmla="*/ 1026986 w 2419350"/>
                <a:gd name="connsiteY1874" fmla="*/ 233839 h 876300"/>
                <a:gd name="connsiteX1875" fmla="*/ 1022795 w 2419350"/>
                <a:gd name="connsiteY1875" fmla="*/ 230886 h 876300"/>
                <a:gd name="connsiteX1876" fmla="*/ 1021556 w 2419350"/>
                <a:gd name="connsiteY1876" fmla="*/ 230314 h 876300"/>
                <a:gd name="connsiteX1877" fmla="*/ 1020318 w 2419350"/>
                <a:gd name="connsiteY1877" fmla="*/ 230124 h 876300"/>
                <a:gd name="connsiteX1878" fmla="*/ 1019270 w 2419350"/>
                <a:gd name="connsiteY1878" fmla="*/ 230410 h 876300"/>
                <a:gd name="connsiteX1879" fmla="*/ 1011460 w 2419350"/>
                <a:gd name="connsiteY1879" fmla="*/ 233648 h 876300"/>
                <a:gd name="connsiteX1880" fmla="*/ 1011364 w 2419350"/>
                <a:gd name="connsiteY1880" fmla="*/ 233744 h 876300"/>
                <a:gd name="connsiteX1881" fmla="*/ 1010222 w 2419350"/>
                <a:gd name="connsiteY1881" fmla="*/ 234505 h 876300"/>
                <a:gd name="connsiteX1882" fmla="*/ 1009745 w 2419350"/>
                <a:gd name="connsiteY1882" fmla="*/ 234696 h 876300"/>
                <a:gd name="connsiteX1883" fmla="*/ 1009079 w 2419350"/>
                <a:gd name="connsiteY1883" fmla="*/ 234505 h 876300"/>
                <a:gd name="connsiteX1884" fmla="*/ 1008507 w 2419350"/>
                <a:gd name="connsiteY1884" fmla="*/ 234029 h 876300"/>
                <a:gd name="connsiteX1885" fmla="*/ 1008031 w 2419350"/>
                <a:gd name="connsiteY1885" fmla="*/ 233458 h 876300"/>
                <a:gd name="connsiteX1886" fmla="*/ 1007459 w 2419350"/>
                <a:gd name="connsiteY1886" fmla="*/ 232981 h 876300"/>
                <a:gd name="connsiteX1887" fmla="*/ 1005554 w 2419350"/>
                <a:gd name="connsiteY1887" fmla="*/ 232410 h 876300"/>
                <a:gd name="connsiteX1888" fmla="*/ 1003459 w 2419350"/>
                <a:gd name="connsiteY1888" fmla="*/ 232410 h 876300"/>
                <a:gd name="connsiteX1889" fmla="*/ 995839 w 2419350"/>
                <a:gd name="connsiteY1889" fmla="*/ 233553 h 876300"/>
                <a:gd name="connsiteX1890" fmla="*/ 994886 w 2419350"/>
                <a:gd name="connsiteY1890" fmla="*/ 233934 h 876300"/>
                <a:gd name="connsiteX1891" fmla="*/ 993648 w 2419350"/>
                <a:gd name="connsiteY1891" fmla="*/ 234982 h 876300"/>
                <a:gd name="connsiteX1892" fmla="*/ 990505 w 2419350"/>
                <a:gd name="connsiteY1892" fmla="*/ 238982 h 876300"/>
                <a:gd name="connsiteX1893" fmla="*/ 982123 w 2419350"/>
                <a:gd name="connsiteY1893" fmla="*/ 244507 h 876300"/>
                <a:gd name="connsiteX1894" fmla="*/ 980789 w 2419350"/>
                <a:gd name="connsiteY1894" fmla="*/ 244793 h 876300"/>
                <a:gd name="connsiteX1895" fmla="*/ 979265 w 2419350"/>
                <a:gd name="connsiteY1895" fmla="*/ 244030 h 876300"/>
                <a:gd name="connsiteX1896" fmla="*/ 976598 w 2419350"/>
                <a:gd name="connsiteY1896" fmla="*/ 240887 h 876300"/>
                <a:gd name="connsiteX1897" fmla="*/ 975455 w 2419350"/>
                <a:gd name="connsiteY1897" fmla="*/ 240221 h 876300"/>
                <a:gd name="connsiteX1898" fmla="*/ 974312 w 2419350"/>
                <a:gd name="connsiteY1898" fmla="*/ 240125 h 876300"/>
                <a:gd name="connsiteX1899" fmla="*/ 973169 w 2419350"/>
                <a:gd name="connsiteY1899" fmla="*/ 240411 h 876300"/>
                <a:gd name="connsiteX1900" fmla="*/ 971074 w 2419350"/>
                <a:gd name="connsiteY1900" fmla="*/ 241268 h 876300"/>
                <a:gd name="connsiteX1901" fmla="*/ 968692 w 2419350"/>
                <a:gd name="connsiteY1901" fmla="*/ 241173 h 876300"/>
                <a:gd name="connsiteX1902" fmla="*/ 964787 w 2419350"/>
                <a:gd name="connsiteY1902" fmla="*/ 238125 h 876300"/>
                <a:gd name="connsiteX1903" fmla="*/ 962311 w 2419350"/>
                <a:gd name="connsiteY1903" fmla="*/ 237172 h 876300"/>
                <a:gd name="connsiteX1904" fmla="*/ 959263 w 2419350"/>
                <a:gd name="connsiteY1904" fmla="*/ 236506 h 876300"/>
                <a:gd name="connsiteX1905" fmla="*/ 956881 w 2419350"/>
                <a:gd name="connsiteY1905" fmla="*/ 236315 h 876300"/>
                <a:gd name="connsiteX1906" fmla="*/ 956120 w 2419350"/>
                <a:gd name="connsiteY1906" fmla="*/ 236125 h 876300"/>
                <a:gd name="connsiteX1907" fmla="*/ 954405 w 2419350"/>
                <a:gd name="connsiteY1907" fmla="*/ 234791 h 876300"/>
                <a:gd name="connsiteX1908" fmla="*/ 952500 w 2419350"/>
                <a:gd name="connsiteY1908" fmla="*/ 233839 h 876300"/>
                <a:gd name="connsiteX1909" fmla="*/ 950500 w 2419350"/>
                <a:gd name="connsiteY1909" fmla="*/ 233648 h 876300"/>
                <a:gd name="connsiteX1910" fmla="*/ 948404 w 2419350"/>
                <a:gd name="connsiteY1910" fmla="*/ 234029 h 876300"/>
                <a:gd name="connsiteX1911" fmla="*/ 946404 w 2419350"/>
                <a:gd name="connsiteY1911" fmla="*/ 234696 h 876300"/>
                <a:gd name="connsiteX1912" fmla="*/ 945642 w 2419350"/>
                <a:gd name="connsiteY1912" fmla="*/ 234696 h 876300"/>
                <a:gd name="connsiteX1913" fmla="*/ 945451 w 2419350"/>
                <a:gd name="connsiteY1913" fmla="*/ 234315 h 876300"/>
                <a:gd name="connsiteX1914" fmla="*/ 945737 w 2419350"/>
                <a:gd name="connsiteY1914" fmla="*/ 233744 h 876300"/>
                <a:gd name="connsiteX1915" fmla="*/ 947356 w 2419350"/>
                <a:gd name="connsiteY1915" fmla="*/ 232601 h 876300"/>
                <a:gd name="connsiteX1916" fmla="*/ 948214 w 2419350"/>
                <a:gd name="connsiteY1916" fmla="*/ 231743 h 876300"/>
                <a:gd name="connsiteX1917" fmla="*/ 948785 w 2419350"/>
                <a:gd name="connsiteY1917" fmla="*/ 230696 h 876300"/>
                <a:gd name="connsiteX1918" fmla="*/ 949071 w 2419350"/>
                <a:gd name="connsiteY1918" fmla="*/ 229553 h 876300"/>
                <a:gd name="connsiteX1919" fmla="*/ 949071 w 2419350"/>
                <a:gd name="connsiteY1919" fmla="*/ 228410 h 876300"/>
                <a:gd name="connsiteX1920" fmla="*/ 948595 w 2419350"/>
                <a:gd name="connsiteY1920" fmla="*/ 227647 h 876300"/>
                <a:gd name="connsiteX1921" fmla="*/ 947738 w 2419350"/>
                <a:gd name="connsiteY1921" fmla="*/ 227171 h 876300"/>
                <a:gd name="connsiteX1922" fmla="*/ 946499 w 2419350"/>
                <a:gd name="connsiteY1922" fmla="*/ 226695 h 876300"/>
                <a:gd name="connsiteX1923" fmla="*/ 945642 w 2419350"/>
                <a:gd name="connsiteY1923" fmla="*/ 226600 h 876300"/>
                <a:gd name="connsiteX1924" fmla="*/ 943070 w 2419350"/>
                <a:gd name="connsiteY1924" fmla="*/ 226695 h 876300"/>
                <a:gd name="connsiteX1925" fmla="*/ 942022 w 2419350"/>
                <a:gd name="connsiteY1925" fmla="*/ 226504 h 876300"/>
                <a:gd name="connsiteX1926" fmla="*/ 941165 w 2419350"/>
                <a:gd name="connsiteY1926" fmla="*/ 226219 h 876300"/>
                <a:gd name="connsiteX1927" fmla="*/ 940308 w 2419350"/>
                <a:gd name="connsiteY1927" fmla="*/ 226124 h 876300"/>
                <a:gd name="connsiteX1928" fmla="*/ 939355 w 2419350"/>
                <a:gd name="connsiteY1928" fmla="*/ 226504 h 876300"/>
                <a:gd name="connsiteX1929" fmla="*/ 938879 w 2419350"/>
                <a:gd name="connsiteY1929" fmla="*/ 226981 h 876300"/>
                <a:gd name="connsiteX1930" fmla="*/ 938593 w 2419350"/>
                <a:gd name="connsiteY1930" fmla="*/ 227457 h 876300"/>
                <a:gd name="connsiteX1931" fmla="*/ 938213 w 2419350"/>
                <a:gd name="connsiteY1931" fmla="*/ 227933 h 876300"/>
                <a:gd name="connsiteX1932" fmla="*/ 937546 w 2419350"/>
                <a:gd name="connsiteY1932" fmla="*/ 228219 h 876300"/>
                <a:gd name="connsiteX1933" fmla="*/ 937165 w 2419350"/>
                <a:gd name="connsiteY1933" fmla="*/ 228219 h 876300"/>
                <a:gd name="connsiteX1934" fmla="*/ 935831 w 2419350"/>
                <a:gd name="connsiteY1934" fmla="*/ 227838 h 876300"/>
                <a:gd name="connsiteX1935" fmla="*/ 920115 w 2419350"/>
                <a:gd name="connsiteY1935" fmla="*/ 227076 h 876300"/>
                <a:gd name="connsiteX1936" fmla="*/ 918781 w 2419350"/>
                <a:gd name="connsiteY1936" fmla="*/ 227362 h 876300"/>
                <a:gd name="connsiteX1937" fmla="*/ 917924 w 2419350"/>
                <a:gd name="connsiteY1937" fmla="*/ 227933 h 876300"/>
                <a:gd name="connsiteX1938" fmla="*/ 917162 w 2419350"/>
                <a:gd name="connsiteY1938" fmla="*/ 228695 h 876300"/>
                <a:gd name="connsiteX1939" fmla="*/ 916210 w 2419350"/>
                <a:gd name="connsiteY1939" fmla="*/ 229362 h 876300"/>
                <a:gd name="connsiteX1940" fmla="*/ 915257 w 2419350"/>
                <a:gd name="connsiteY1940" fmla="*/ 229648 h 876300"/>
                <a:gd name="connsiteX1941" fmla="*/ 912019 w 2419350"/>
                <a:gd name="connsiteY1941" fmla="*/ 229934 h 876300"/>
                <a:gd name="connsiteX1942" fmla="*/ 910780 w 2419350"/>
                <a:gd name="connsiteY1942" fmla="*/ 230314 h 876300"/>
                <a:gd name="connsiteX1943" fmla="*/ 904684 w 2419350"/>
                <a:gd name="connsiteY1943" fmla="*/ 233172 h 876300"/>
                <a:gd name="connsiteX1944" fmla="*/ 903732 w 2419350"/>
                <a:gd name="connsiteY1944" fmla="*/ 233934 h 876300"/>
                <a:gd name="connsiteX1945" fmla="*/ 903351 w 2419350"/>
                <a:gd name="connsiteY1945" fmla="*/ 235268 h 876300"/>
                <a:gd name="connsiteX1946" fmla="*/ 903637 w 2419350"/>
                <a:gd name="connsiteY1946" fmla="*/ 235744 h 876300"/>
                <a:gd name="connsiteX1947" fmla="*/ 904875 w 2419350"/>
                <a:gd name="connsiteY1947" fmla="*/ 235744 h 876300"/>
                <a:gd name="connsiteX1948" fmla="*/ 905161 w 2419350"/>
                <a:gd name="connsiteY1948" fmla="*/ 236220 h 876300"/>
                <a:gd name="connsiteX1949" fmla="*/ 905161 w 2419350"/>
                <a:gd name="connsiteY1949" fmla="*/ 236887 h 876300"/>
                <a:gd name="connsiteX1950" fmla="*/ 904970 w 2419350"/>
                <a:gd name="connsiteY1950" fmla="*/ 237458 h 876300"/>
                <a:gd name="connsiteX1951" fmla="*/ 903351 w 2419350"/>
                <a:gd name="connsiteY1951" fmla="*/ 240792 h 876300"/>
                <a:gd name="connsiteX1952" fmla="*/ 900589 w 2419350"/>
                <a:gd name="connsiteY1952" fmla="*/ 248698 h 876300"/>
                <a:gd name="connsiteX1953" fmla="*/ 900208 w 2419350"/>
                <a:gd name="connsiteY1953" fmla="*/ 249364 h 876300"/>
                <a:gd name="connsiteX1954" fmla="*/ 899541 w 2419350"/>
                <a:gd name="connsiteY1954" fmla="*/ 249650 h 876300"/>
                <a:gd name="connsiteX1955" fmla="*/ 898207 w 2419350"/>
                <a:gd name="connsiteY1955" fmla="*/ 249841 h 876300"/>
                <a:gd name="connsiteX1956" fmla="*/ 893921 w 2419350"/>
                <a:gd name="connsiteY1956" fmla="*/ 249841 h 876300"/>
                <a:gd name="connsiteX1957" fmla="*/ 890588 w 2419350"/>
                <a:gd name="connsiteY1957" fmla="*/ 250888 h 876300"/>
                <a:gd name="connsiteX1958" fmla="*/ 886015 w 2419350"/>
                <a:gd name="connsiteY1958" fmla="*/ 256413 h 876300"/>
                <a:gd name="connsiteX1959" fmla="*/ 882872 w 2419350"/>
                <a:gd name="connsiteY1959" fmla="*/ 257175 h 876300"/>
                <a:gd name="connsiteX1960" fmla="*/ 881348 w 2419350"/>
                <a:gd name="connsiteY1960" fmla="*/ 256699 h 876300"/>
                <a:gd name="connsiteX1961" fmla="*/ 878586 w 2419350"/>
                <a:gd name="connsiteY1961" fmla="*/ 255556 h 876300"/>
                <a:gd name="connsiteX1962" fmla="*/ 877157 w 2419350"/>
                <a:gd name="connsiteY1962" fmla="*/ 255175 h 876300"/>
                <a:gd name="connsiteX1963" fmla="*/ 876205 w 2419350"/>
                <a:gd name="connsiteY1963" fmla="*/ 255079 h 876300"/>
                <a:gd name="connsiteX1964" fmla="*/ 875443 w 2419350"/>
                <a:gd name="connsiteY1964" fmla="*/ 255175 h 876300"/>
                <a:gd name="connsiteX1965" fmla="*/ 871061 w 2419350"/>
                <a:gd name="connsiteY1965" fmla="*/ 256889 h 876300"/>
                <a:gd name="connsiteX1966" fmla="*/ 869823 w 2419350"/>
                <a:gd name="connsiteY1966" fmla="*/ 258604 h 876300"/>
                <a:gd name="connsiteX1967" fmla="*/ 869156 w 2419350"/>
                <a:gd name="connsiteY1967" fmla="*/ 258889 h 876300"/>
                <a:gd name="connsiteX1968" fmla="*/ 868585 w 2419350"/>
                <a:gd name="connsiteY1968" fmla="*/ 257746 h 876300"/>
                <a:gd name="connsiteX1969" fmla="*/ 868394 w 2419350"/>
                <a:gd name="connsiteY1969" fmla="*/ 256889 h 876300"/>
                <a:gd name="connsiteX1970" fmla="*/ 868108 w 2419350"/>
                <a:gd name="connsiteY1970" fmla="*/ 256127 h 876300"/>
                <a:gd name="connsiteX1971" fmla="*/ 867537 w 2419350"/>
                <a:gd name="connsiteY1971" fmla="*/ 255651 h 876300"/>
                <a:gd name="connsiteX1972" fmla="*/ 866584 w 2419350"/>
                <a:gd name="connsiteY1972" fmla="*/ 255651 h 876300"/>
                <a:gd name="connsiteX1973" fmla="*/ 864489 w 2419350"/>
                <a:gd name="connsiteY1973" fmla="*/ 256318 h 876300"/>
                <a:gd name="connsiteX1974" fmla="*/ 863441 w 2419350"/>
                <a:gd name="connsiteY1974" fmla="*/ 256508 h 876300"/>
                <a:gd name="connsiteX1975" fmla="*/ 862298 w 2419350"/>
                <a:gd name="connsiteY1975" fmla="*/ 256413 h 876300"/>
                <a:gd name="connsiteX1976" fmla="*/ 861155 w 2419350"/>
                <a:gd name="connsiteY1976" fmla="*/ 256032 h 876300"/>
                <a:gd name="connsiteX1977" fmla="*/ 854107 w 2419350"/>
                <a:gd name="connsiteY1977" fmla="*/ 252889 h 876300"/>
                <a:gd name="connsiteX1978" fmla="*/ 853059 w 2419350"/>
                <a:gd name="connsiteY1978" fmla="*/ 252794 h 876300"/>
                <a:gd name="connsiteX1979" fmla="*/ 841248 w 2419350"/>
                <a:gd name="connsiteY1979" fmla="*/ 255842 h 876300"/>
                <a:gd name="connsiteX1980" fmla="*/ 837914 w 2419350"/>
                <a:gd name="connsiteY1980" fmla="*/ 255937 h 876300"/>
                <a:gd name="connsiteX1981" fmla="*/ 836295 w 2419350"/>
                <a:gd name="connsiteY1981" fmla="*/ 256222 h 876300"/>
                <a:gd name="connsiteX1982" fmla="*/ 834866 w 2419350"/>
                <a:gd name="connsiteY1982" fmla="*/ 256889 h 876300"/>
                <a:gd name="connsiteX1983" fmla="*/ 831913 w 2419350"/>
                <a:gd name="connsiteY1983" fmla="*/ 259366 h 876300"/>
                <a:gd name="connsiteX1984" fmla="*/ 831437 w 2419350"/>
                <a:gd name="connsiteY1984" fmla="*/ 260223 h 876300"/>
                <a:gd name="connsiteX1985" fmla="*/ 831437 w 2419350"/>
                <a:gd name="connsiteY1985" fmla="*/ 261176 h 876300"/>
                <a:gd name="connsiteX1986" fmla="*/ 831342 w 2419350"/>
                <a:gd name="connsiteY1986" fmla="*/ 261556 h 876300"/>
                <a:gd name="connsiteX1987" fmla="*/ 830961 w 2419350"/>
                <a:gd name="connsiteY1987" fmla="*/ 261842 h 876300"/>
                <a:gd name="connsiteX1988" fmla="*/ 830675 w 2419350"/>
                <a:gd name="connsiteY1988" fmla="*/ 261747 h 876300"/>
                <a:gd name="connsiteX1989" fmla="*/ 830104 w 2419350"/>
                <a:gd name="connsiteY1989" fmla="*/ 261271 h 876300"/>
                <a:gd name="connsiteX1990" fmla="*/ 830008 w 2419350"/>
                <a:gd name="connsiteY1990" fmla="*/ 261176 h 876300"/>
                <a:gd name="connsiteX1991" fmla="*/ 829342 w 2419350"/>
                <a:gd name="connsiteY1991" fmla="*/ 261556 h 876300"/>
                <a:gd name="connsiteX1992" fmla="*/ 829342 w 2419350"/>
                <a:gd name="connsiteY1992" fmla="*/ 261747 h 876300"/>
                <a:gd name="connsiteX1993" fmla="*/ 828294 w 2419350"/>
                <a:gd name="connsiteY1993" fmla="*/ 262128 h 876300"/>
                <a:gd name="connsiteX1994" fmla="*/ 828104 w 2419350"/>
                <a:gd name="connsiteY1994" fmla="*/ 262128 h 876300"/>
                <a:gd name="connsiteX1995" fmla="*/ 827532 w 2419350"/>
                <a:gd name="connsiteY1995" fmla="*/ 261938 h 876300"/>
                <a:gd name="connsiteX1996" fmla="*/ 827246 w 2419350"/>
                <a:gd name="connsiteY1996" fmla="*/ 261938 h 876300"/>
                <a:gd name="connsiteX1997" fmla="*/ 826675 w 2419350"/>
                <a:gd name="connsiteY1997" fmla="*/ 262319 h 876300"/>
                <a:gd name="connsiteX1998" fmla="*/ 825722 w 2419350"/>
                <a:gd name="connsiteY1998" fmla="*/ 263271 h 876300"/>
                <a:gd name="connsiteX1999" fmla="*/ 825055 w 2419350"/>
                <a:gd name="connsiteY1999" fmla="*/ 263557 h 876300"/>
                <a:gd name="connsiteX2000" fmla="*/ 824293 w 2419350"/>
                <a:gd name="connsiteY2000" fmla="*/ 263462 h 876300"/>
                <a:gd name="connsiteX2001" fmla="*/ 823817 w 2419350"/>
                <a:gd name="connsiteY2001" fmla="*/ 263080 h 876300"/>
                <a:gd name="connsiteX2002" fmla="*/ 823436 w 2419350"/>
                <a:gd name="connsiteY2002" fmla="*/ 262700 h 876300"/>
                <a:gd name="connsiteX2003" fmla="*/ 823055 w 2419350"/>
                <a:gd name="connsiteY2003" fmla="*/ 262509 h 876300"/>
                <a:gd name="connsiteX2004" fmla="*/ 822484 w 2419350"/>
                <a:gd name="connsiteY2004" fmla="*/ 262509 h 876300"/>
                <a:gd name="connsiteX2005" fmla="*/ 822293 w 2419350"/>
                <a:gd name="connsiteY2005" fmla="*/ 262700 h 876300"/>
                <a:gd name="connsiteX2006" fmla="*/ 822103 w 2419350"/>
                <a:gd name="connsiteY2006" fmla="*/ 263080 h 876300"/>
                <a:gd name="connsiteX2007" fmla="*/ 821531 w 2419350"/>
                <a:gd name="connsiteY2007" fmla="*/ 263747 h 876300"/>
                <a:gd name="connsiteX2008" fmla="*/ 819340 w 2419350"/>
                <a:gd name="connsiteY2008" fmla="*/ 264795 h 876300"/>
                <a:gd name="connsiteX2009" fmla="*/ 816864 w 2419350"/>
                <a:gd name="connsiteY2009" fmla="*/ 264509 h 876300"/>
                <a:gd name="connsiteX2010" fmla="*/ 814483 w 2419350"/>
                <a:gd name="connsiteY2010" fmla="*/ 263366 h 876300"/>
                <a:gd name="connsiteX2011" fmla="*/ 812482 w 2419350"/>
                <a:gd name="connsiteY2011" fmla="*/ 261842 h 876300"/>
                <a:gd name="connsiteX2012" fmla="*/ 810292 w 2419350"/>
                <a:gd name="connsiteY2012" fmla="*/ 258889 h 876300"/>
                <a:gd name="connsiteX2013" fmla="*/ 809434 w 2419350"/>
                <a:gd name="connsiteY2013" fmla="*/ 258128 h 876300"/>
                <a:gd name="connsiteX2014" fmla="*/ 808768 w 2419350"/>
                <a:gd name="connsiteY2014" fmla="*/ 257842 h 876300"/>
                <a:gd name="connsiteX2015" fmla="*/ 806101 w 2419350"/>
                <a:gd name="connsiteY2015" fmla="*/ 257270 h 876300"/>
                <a:gd name="connsiteX2016" fmla="*/ 805339 w 2419350"/>
                <a:gd name="connsiteY2016" fmla="*/ 257366 h 876300"/>
                <a:gd name="connsiteX2017" fmla="*/ 804577 w 2419350"/>
                <a:gd name="connsiteY2017" fmla="*/ 257556 h 876300"/>
                <a:gd name="connsiteX2018" fmla="*/ 804100 w 2419350"/>
                <a:gd name="connsiteY2018" fmla="*/ 257366 h 876300"/>
                <a:gd name="connsiteX2019" fmla="*/ 804005 w 2419350"/>
                <a:gd name="connsiteY2019" fmla="*/ 256318 h 876300"/>
                <a:gd name="connsiteX2020" fmla="*/ 803720 w 2419350"/>
                <a:gd name="connsiteY2020" fmla="*/ 255079 h 876300"/>
                <a:gd name="connsiteX2021" fmla="*/ 801053 w 2419350"/>
                <a:gd name="connsiteY2021" fmla="*/ 251270 h 876300"/>
                <a:gd name="connsiteX2022" fmla="*/ 799909 w 2419350"/>
                <a:gd name="connsiteY2022" fmla="*/ 249079 h 876300"/>
                <a:gd name="connsiteX2023" fmla="*/ 799147 w 2419350"/>
                <a:gd name="connsiteY2023" fmla="*/ 248031 h 876300"/>
                <a:gd name="connsiteX2024" fmla="*/ 798195 w 2419350"/>
                <a:gd name="connsiteY2024" fmla="*/ 247555 h 876300"/>
                <a:gd name="connsiteX2025" fmla="*/ 795147 w 2419350"/>
                <a:gd name="connsiteY2025" fmla="*/ 247174 h 876300"/>
                <a:gd name="connsiteX2026" fmla="*/ 794099 w 2419350"/>
                <a:gd name="connsiteY2026" fmla="*/ 246793 h 876300"/>
                <a:gd name="connsiteX2027" fmla="*/ 792861 w 2419350"/>
                <a:gd name="connsiteY2027" fmla="*/ 245936 h 876300"/>
                <a:gd name="connsiteX2028" fmla="*/ 791718 w 2419350"/>
                <a:gd name="connsiteY2028" fmla="*/ 243935 h 876300"/>
                <a:gd name="connsiteX2029" fmla="*/ 790765 w 2419350"/>
                <a:gd name="connsiteY2029" fmla="*/ 243078 h 876300"/>
                <a:gd name="connsiteX2030" fmla="*/ 788861 w 2419350"/>
                <a:gd name="connsiteY2030" fmla="*/ 242221 h 876300"/>
                <a:gd name="connsiteX2031" fmla="*/ 788194 w 2419350"/>
                <a:gd name="connsiteY2031" fmla="*/ 241649 h 876300"/>
                <a:gd name="connsiteX2032" fmla="*/ 787527 w 2419350"/>
                <a:gd name="connsiteY2032" fmla="*/ 240506 h 876300"/>
                <a:gd name="connsiteX2033" fmla="*/ 786479 w 2419350"/>
                <a:gd name="connsiteY2033" fmla="*/ 237458 h 876300"/>
                <a:gd name="connsiteX2034" fmla="*/ 785813 w 2419350"/>
                <a:gd name="connsiteY2034" fmla="*/ 236601 h 876300"/>
                <a:gd name="connsiteX2035" fmla="*/ 784860 w 2419350"/>
                <a:gd name="connsiteY2035" fmla="*/ 236125 h 876300"/>
                <a:gd name="connsiteX2036" fmla="*/ 783812 w 2419350"/>
                <a:gd name="connsiteY2036" fmla="*/ 236125 h 876300"/>
                <a:gd name="connsiteX2037" fmla="*/ 782764 w 2419350"/>
                <a:gd name="connsiteY2037" fmla="*/ 236220 h 876300"/>
                <a:gd name="connsiteX2038" fmla="*/ 781717 w 2419350"/>
                <a:gd name="connsiteY2038" fmla="*/ 236125 h 876300"/>
                <a:gd name="connsiteX2039" fmla="*/ 780764 w 2419350"/>
                <a:gd name="connsiteY2039" fmla="*/ 235363 h 876300"/>
                <a:gd name="connsiteX2040" fmla="*/ 779812 w 2419350"/>
                <a:gd name="connsiteY2040" fmla="*/ 233172 h 876300"/>
                <a:gd name="connsiteX2041" fmla="*/ 779431 w 2419350"/>
                <a:gd name="connsiteY2041" fmla="*/ 232791 h 876300"/>
                <a:gd name="connsiteX2042" fmla="*/ 778383 w 2419350"/>
                <a:gd name="connsiteY2042" fmla="*/ 233363 h 876300"/>
                <a:gd name="connsiteX2043" fmla="*/ 778097 w 2419350"/>
                <a:gd name="connsiteY2043" fmla="*/ 233267 h 876300"/>
                <a:gd name="connsiteX2044" fmla="*/ 778002 w 2419350"/>
                <a:gd name="connsiteY2044" fmla="*/ 231838 h 876300"/>
                <a:gd name="connsiteX2045" fmla="*/ 777621 w 2419350"/>
                <a:gd name="connsiteY2045" fmla="*/ 231267 h 876300"/>
                <a:gd name="connsiteX2046" fmla="*/ 772954 w 2419350"/>
                <a:gd name="connsiteY2046" fmla="*/ 227267 h 876300"/>
                <a:gd name="connsiteX2047" fmla="*/ 771906 w 2419350"/>
                <a:gd name="connsiteY2047" fmla="*/ 226028 h 876300"/>
                <a:gd name="connsiteX2048" fmla="*/ 771334 w 2419350"/>
                <a:gd name="connsiteY2048" fmla="*/ 224980 h 876300"/>
                <a:gd name="connsiteX2049" fmla="*/ 771049 w 2419350"/>
                <a:gd name="connsiteY2049" fmla="*/ 223933 h 876300"/>
                <a:gd name="connsiteX2050" fmla="*/ 770954 w 2419350"/>
                <a:gd name="connsiteY2050" fmla="*/ 221552 h 876300"/>
                <a:gd name="connsiteX2051" fmla="*/ 771334 w 2419350"/>
                <a:gd name="connsiteY2051" fmla="*/ 217456 h 876300"/>
                <a:gd name="connsiteX2052" fmla="*/ 771049 w 2419350"/>
                <a:gd name="connsiteY2052" fmla="*/ 216503 h 876300"/>
                <a:gd name="connsiteX2053" fmla="*/ 770096 w 2419350"/>
                <a:gd name="connsiteY2053" fmla="*/ 216122 h 876300"/>
                <a:gd name="connsiteX2054" fmla="*/ 767810 w 2419350"/>
                <a:gd name="connsiteY2054" fmla="*/ 216122 h 876300"/>
                <a:gd name="connsiteX2055" fmla="*/ 767143 w 2419350"/>
                <a:gd name="connsiteY2055" fmla="*/ 215932 h 876300"/>
                <a:gd name="connsiteX2056" fmla="*/ 766572 w 2419350"/>
                <a:gd name="connsiteY2056" fmla="*/ 215455 h 876300"/>
                <a:gd name="connsiteX2057" fmla="*/ 766096 w 2419350"/>
                <a:gd name="connsiteY2057" fmla="*/ 214789 h 876300"/>
                <a:gd name="connsiteX2058" fmla="*/ 765715 w 2419350"/>
                <a:gd name="connsiteY2058" fmla="*/ 214122 h 876300"/>
                <a:gd name="connsiteX2059" fmla="*/ 765429 w 2419350"/>
                <a:gd name="connsiteY2059" fmla="*/ 213455 h 876300"/>
                <a:gd name="connsiteX2060" fmla="*/ 765429 w 2419350"/>
                <a:gd name="connsiteY2060" fmla="*/ 213074 h 876300"/>
                <a:gd name="connsiteX2061" fmla="*/ 765429 w 2419350"/>
                <a:gd name="connsiteY2061" fmla="*/ 212693 h 876300"/>
                <a:gd name="connsiteX2062" fmla="*/ 765048 w 2419350"/>
                <a:gd name="connsiteY2062" fmla="*/ 210788 h 876300"/>
                <a:gd name="connsiteX2063" fmla="*/ 765143 w 2419350"/>
                <a:gd name="connsiteY2063" fmla="*/ 210026 h 876300"/>
                <a:gd name="connsiteX2064" fmla="*/ 765620 w 2419350"/>
                <a:gd name="connsiteY2064" fmla="*/ 209360 h 876300"/>
                <a:gd name="connsiteX2065" fmla="*/ 767524 w 2419350"/>
                <a:gd name="connsiteY2065" fmla="*/ 207740 h 876300"/>
                <a:gd name="connsiteX2066" fmla="*/ 768096 w 2419350"/>
                <a:gd name="connsiteY2066" fmla="*/ 207074 h 876300"/>
                <a:gd name="connsiteX2067" fmla="*/ 768858 w 2419350"/>
                <a:gd name="connsiteY2067" fmla="*/ 205930 h 876300"/>
                <a:gd name="connsiteX2068" fmla="*/ 770287 w 2419350"/>
                <a:gd name="connsiteY2068" fmla="*/ 203454 h 876300"/>
                <a:gd name="connsiteX2069" fmla="*/ 771239 w 2419350"/>
                <a:gd name="connsiteY2069" fmla="*/ 200692 h 876300"/>
                <a:gd name="connsiteX2070" fmla="*/ 770668 w 2419350"/>
                <a:gd name="connsiteY2070" fmla="*/ 201168 h 876300"/>
                <a:gd name="connsiteX2071" fmla="*/ 769048 w 2419350"/>
                <a:gd name="connsiteY2071" fmla="*/ 203930 h 876300"/>
                <a:gd name="connsiteX2072" fmla="*/ 768382 w 2419350"/>
                <a:gd name="connsiteY2072" fmla="*/ 204597 h 876300"/>
                <a:gd name="connsiteX2073" fmla="*/ 767620 w 2419350"/>
                <a:gd name="connsiteY2073" fmla="*/ 205073 h 876300"/>
                <a:gd name="connsiteX2074" fmla="*/ 766667 w 2419350"/>
                <a:gd name="connsiteY2074" fmla="*/ 205454 h 876300"/>
                <a:gd name="connsiteX2075" fmla="*/ 759428 w 2419350"/>
                <a:gd name="connsiteY2075" fmla="*/ 207264 h 876300"/>
                <a:gd name="connsiteX2076" fmla="*/ 755999 w 2419350"/>
                <a:gd name="connsiteY2076" fmla="*/ 207645 h 876300"/>
                <a:gd name="connsiteX2077" fmla="*/ 755047 w 2419350"/>
                <a:gd name="connsiteY2077" fmla="*/ 208312 h 876300"/>
                <a:gd name="connsiteX2078" fmla="*/ 754666 w 2419350"/>
                <a:gd name="connsiteY2078" fmla="*/ 210121 h 876300"/>
                <a:gd name="connsiteX2079" fmla="*/ 754761 w 2419350"/>
                <a:gd name="connsiteY2079" fmla="*/ 211836 h 876300"/>
                <a:gd name="connsiteX2080" fmla="*/ 754666 w 2419350"/>
                <a:gd name="connsiteY2080" fmla="*/ 212788 h 876300"/>
                <a:gd name="connsiteX2081" fmla="*/ 754285 w 2419350"/>
                <a:gd name="connsiteY2081" fmla="*/ 213741 h 876300"/>
                <a:gd name="connsiteX2082" fmla="*/ 753523 w 2419350"/>
                <a:gd name="connsiteY2082" fmla="*/ 214598 h 876300"/>
                <a:gd name="connsiteX2083" fmla="*/ 752761 w 2419350"/>
                <a:gd name="connsiteY2083" fmla="*/ 215170 h 876300"/>
                <a:gd name="connsiteX2084" fmla="*/ 752189 w 2419350"/>
                <a:gd name="connsiteY2084" fmla="*/ 215741 h 876300"/>
                <a:gd name="connsiteX2085" fmla="*/ 752094 w 2419350"/>
                <a:gd name="connsiteY2085" fmla="*/ 216694 h 876300"/>
                <a:gd name="connsiteX2086" fmla="*/ 754571 w 2419350"/>
                <a:gd name="connsiteY2086" fmla="*/ 214789 h 876300"/>
                <a:gd name="connsiteX2087" fmla="*/ 754666 w 2419350"/>
                <a:gd name="connsiteY2087" fmla="*/ 214598 h 876300"/>
                <a:gd name="connsiteX2088" fmla="*/ 754951 w 2419350"/>
                <a:gd name="connsiteY2088" fmla="*/ 214503 h 876300"/>
                <a:gd name="connsiteX2089" fmla="*/ 755237 w 2419350"/>
                <a:gd name="connsiteY2089" fmla="*/ 214598 h 876300"/>
                <a:gd name="connsiteX2090" fmla="*/ 755332 w 2419350"/>
                <a:gd name="connsiteY2090" fmla="*/ 214789 h 876300"/>
                <a:gd name="connsiteX2091" fmla="*/ 755237 w 2419350"/>
                <a:gd name="connsiteY2091" fmla="*/ 215075 h 876300"/>
                <a:gd name="connsiteX2092" fmla="*/ 755142 w 2419350"/>
                <a:gd name="connsiteY2092" fmla="*/ 215265 h 876300"/>
                <a:gd name="connsiteX2093" fmla="*/ 755047 w 2419350"/>
                <a:gd name="connsiteY2093" fmla="*/ 215360 h 876300"/>
                <a:gd name="connsiteX2094" fmla="*/ 754951 w 2419350"/>
                <a:gd name="connsiteY2094" fmla="*/ 215455 h 876300"/>
                <a:gd name="connsiteX2095" fmla="*/ 754761 w 2419350"/>
                <a:gd name="connsiteY2095" fmla="*/ 215646 h 876300"/>
                <a:gd name="connsiteX2096" fmla="*/ 753808 w 2419350"/>
                <a:gd name="connsiteY2096" fmla="*/ 216694 h 876300"/>
                <a:gd name="connsiteX2097" fmla="*/ 752856 w 2419350"/>
                <a:gd name="connsiteY2097" fmla="*/ 218027 h 876300"/>
                <a:gd name="connsiteX2098" fmla="*/ 751237 w 2419350"/>
                <a:gd name="connsiteY2098" fmla="*/ 221075 h 876300"/>
                <a:gd name="connsiteX2099" fmla="*/ 750189 w 2419350"/>
                <a:gd name="connsiteY2099" fmla="*/ 222409 h 876300"/>
                <a:gd name="connsiteX2100" fmla="*/ 741902 w 2419350"/>
                <a:gd name="connsiteY2100" fmla="*/ 228029 h 876300"/>
                <a:gd name="connsiteX2101" fmla="*/ 740664 w 2419350"/>
                <a:gd name="connsiteY2101" fmla="*/ 229457 h 876300"/>
                <a:gd name="connsiteX2102" fmla="*/ 739997 w 2419350"/>
                <a:gd name="connsiteY2102" fmla="*/ 231267 h 876300"/>
                <a:gd name="connsiteX2103" fmla="*/ 739997 w 2419350"/>
                <a:gd name="connsiteY2103" fmla="*/ 237268 h 876300"/>
                <a:gd name="connsiteX2104" fmla="*/ 739616 w 2419350"/>
                <a:gd name="connsiteY2104" fmla="*/ 238887 h 876300"/>
                <a:gd name="connsiteX2105" fmla="*/ 738854 w 2419350"/>
                <a:gd name="connsiteY2105" fmla="*/ 240602 h 876300"/>
                <a:gd name="connsiteX2106" fmla="*/ 737045 w 2419350"/>
                <a:gd name="connsiteY2106" fmla="*/ 242983 h 876300"/>
                <a:gd name="connsiteX2107" fmla="*/ 736187 w 2419350"/>
                <a:gd name="connsiteY2107" fmla="*/ 244412 h 876300"/>
                <a:gd name="connsiteX2108" fmla="*/ 735901 w 2419350"/>
                <a:gd name="connsiteY2108" fmla="*/ 246031 h 876300"/>
                <a:gd name="connsiteX2109" fmla="*/ 737330 w 2419350"/>
                <a:gd name="connsiteY2109" fmla="*/ 245554 h 876300"/>
                <a:gd name="connsiteX2110" fmla="*/ 740188 w 2419350"/>
                <a:gd name="connsiteY2110" fmla="*/ 245269 h 876300"/>
                <a:gd name="connsiteX2111" fmla="*/ 741331 w 2419350"/>
                <a:gd name="connsiteY2111" fmla="*/ 244888 h 876300"/>
                <a:gd name="connsiteX2112" fmla="*/ 742188 w 2419350"/>
                <a:gd name="connsiteY2112" fmla="*/ 244221 h 876300"/>
                <a:gd name="connsiteX2113" fmla="*/ 742664 w 2419350"/>
                <a:gd name="connsiteY2113" fmla="*/ 243935 h 876300"/>
                <a:gd name="connsiteX2114" fmla="*/ 743236 w 2419350"/>
                <a:gd name="connsiteY2114" fmla="*/ 243840 h 876300"/>
                <a:gd name="connsiteX2115" fmla="*/ 743807 w 2419350"/>
                <a:gd name="connsiteY2115" fmla="*/ 243554 h 876300"/>
                <a:gd name="connsiteX2116" fmla="*/ 744188 w 2419350"/>
                <a:gd name="connsiteY2116" fmla="*/ 242888 h 876300"/>
                <a:gd name="connsiteX2117" fmla="*/ 744474 w 2419350"/>
                <a:gd name="connsiteY2117" fmla="*/ 242221 h 876300"/>
                <a:gd name="connsiteX2118" fmla="*/ 744664 w 2419350"/>
                <a:gd name="connsiteY2118" fmla="*/ 241935 h 876300"/>
                <a:gd name="connsiteX2119" fmla="*/ 745331 w 2419350"/>
                <a:gd name="connsiteY2119" fmla="*/ 241363 h 876300"/>
                <a:gd name="connsiteX2120" fmla="*/ 746570 w 2419350"/>
                <a:gd name="connsiteY2120" fmla="*/ 238887 h 876300"/>
                <a:gd name="connsiteX2121" fmla="*/ 747236 w 2419350"/>
                <a:gd name="connsiteY2121" fmla="*/ 238316 h 876300"/>
                <a:gd name="connsiteX2122" fmla="*/ 748093 w 2419350"/>
                <a:gd name="connsiteY2122" fmla="*/ 237839 h 876300"/>
                <a:gd name="connsiteX2123" fmla="*/ 748665 w 2419350"/>
                <a:gd name="connsiteY2123" fmla="*/ 236792 h 876300"/>
                <a:gd name="connsiteX2124" fmla="*/ 749332 w 2419350"/>
                <a:gd name="connsiteY2124" fmla="*/ 236029 h 876300"/>
                <a:gd name="connsiteX2125" fmla="*/ 750665 w 2419350"/>
                <a:gd name="connsiteY2125" fmla="*/ 236125 h 876300"/>
                <a:gd name="connsiteX2126" fmla="*/ 750665 w 2419350"/>
                <a:gd name="connsiteY2126" fmla="*/ 236506 h 876300"/>
                <a:gd name="connsiteX2127" fmla="*/ 749427 w 2419350"/>
                <a:gd name="connsiteY2127" fmla="*/ 237268 h 876300"/>
                <a:gd name="connsiteX2128" fmla="*/ 748665 w 2419350"/>
                <a:gd name="connsiteY2128" fmla="*/ 238411 h 876300"/>
                <a:gd name="connsiteX2129" fmla="*/ 747998 w 2419350"/>
                <a:gd name="connsiteY2129" fmla="*/ 239649 h 876300"/>
                <a:gd name="connsiteX2130" fmla="*/ 744950 w 2419350"/>
                <a:gd name="connsiteY2130" fmla="*/ 243364 h 876300"/>
                <a:gd name="connsiteX2131" fmla="*/ 744093 w 2419350"/>
                <a:gd name="connsiteY2131" fmla="*/ 244126 h 876300"/>
                <a:gd name="connsiteX2132" fmla="*/ 742283 w 2419350"/>
                <a:gd name="connsiteY2132" fmla="*/ 245269 h 876300"/>
                <a:gd name="connsiteX2133" fmla="*/ 738283 w 2419350"/>
                <a:gd name="connsiteY2133" fmla="*/ 246793 h 876300"/>
                <a:gd name="connsiteX2134" fmla="*/ 736187 w 2419350"/>
                <a:gd name="connsiteY2134" fmla="*/ 247364 h 876300"/>
                <a:gd name="connsiteX2135" fmla="*/ 734092 w 2419350"/>
                <a:gd name="connsiteY2135" fmla="*/ 247555 h 876300"/>
                <a:gd name="connsiteX2136" fmla="*/ 733044 w 2419350"/>
                <a:gd name="connsiteY2136" fmla="*/ 247841 h 876300"/>
                <a:gd name="connsiteX2137" fmla="*/ 732568 w 2419350"/>
                <a:gd name="connsiteY2137" fmla="*/ 248603 h 876300"/>
                <a:gd name="connsiteX2138" fmla="*/ 732663 w 2419350"/>
                <a:gd name="connsiteY2138" fmla="*/ 249841 h 876300"/>
                <a:gd name="connsiteX2139" fmla="*/ 735425 w 2419350"/>
                <a:gd name="connsiteY2139" fmla="*/ 257461 h 876300"/>
                <a:gd name="connsiteX2140" fmla="*/ 735425 w 2419350"/>
                <a:gd name="connsiteY2140" fmla="*/ 259556 h 876300"/>
                <a:gd name="connsiteX2141" fmla="*/ 734568 w 2419350"/>
                <a:gd name="connsiteY2141" fmla="*/ 261747 h 876300"/>
                <a:gd name="connsiteX2142" fmla="*/ 734568 w 2419350"/>
                <a:gd name="connsiteY2142" fmla="*/ 262509 h 876300"/>
                <a:gd name="connsiteX2143" fmla="*/ 1241107 w 2419350"/>
                <a:gd name="connsiteY2143" fmla="*/ 191357 h 876300"/>
                <a:gd name="connsiteX2144" fmla="*/ 1241679 w 2419350"/>
                <a:gd name="connsiteY2144" fmla="*/ 192310 h 876300"/>
                <a:gd name="connsiteX2145" fmla="*/ 1242346 w 2419350"/>
                <a:gd name="connsiteY2145" fmla="*/ 193167 h 876300"/>
                <a:gd name="connsiteX2146" fmla="*/ 1243298 w 2419350"/>
                <a:gd name="connsiteY2146" fmla="*/ 194120 h 876300"/>
                <a:gd name="connsiteX2147" fmla="*/ 1244441 w 2419350"/>
                <a:gd name="connsiteY2147" fmla="*/ 194881 h 876300"/>
                <a:gd name="connsiteX2148" fmla="*/ 1245584 w 2419350"/>
                <a:gd name="connsiteY2148" fmla="*/ 195167 h 876300"/>
                <a:gd name="connsiteX2149" fmla="*/ 1245584 w 2419350"/>
                <a:gd name="connsiteY2149" fmla="*/ 194786 h 876300"/>
                <a:gd name="connsiteX2150" fmla="*/ 1244822 w 2419350"/>
                <a:gd name="connsiteY2150" fmla="*/ 194310 h 876300"/>
                <a:gd name="connsiteX2151" fmla="*/ 1243965 w 2419350"/>
                <a:gd name="connsiteY2151" fmla="*/ 193548 h 876300"/>
                <a:gd name="connsiteX2152" fmla="*/ 1242727 w 2419350"/>
                <a:gd name="connsiteY2152" fmla="*/ 191929 h 876300"/>
                <a:gd name="connsiteX2153" fmla="*/ 1241965 w 2419350"/>
                <a:gd name="connsiteY2153" fmla="*/ 190214 h 876300"/>
                <a:gd name="connsiteX2154" fmla="*/ 1241679 w 2419350"/>
                <a:gd name="connsiteY2154" fmla="*/ 189738 h 876300"/>
                <a:gd name="connsiteX2155" fmla="*/ 1241393 w 2419350"/>
                <a:gd name="connsiteY2155" fmla="*/ 189452 h 876300"/>
                <a:gd name="connsiteX2156" fmla="*/ 1241393 w 2419350"/>
                <a:gd name="connsiteY2156" fmla="*/ 189357 h 876300"/>
                <a:gd name="connsiteX2157" fmla="*/ 1241965 w 2419350"/>
                <a:gd name="connsiteY2157" fmla="*/ 189452 h 876300"/>
                <a:gd name="connsiteX2158" fmla="*/ 1243584 w 2419350"/>
                <a:gd name="connsiteY2158" fmla="*/ 190691 h 876300"/>
                <a:gd name="connsiteX2159" fmla="*/ 1244346 w 2419350"/>
                <a:gd name="connsiteY2159" fmla="*/ 191071 h 876300"/>
                <a:gd name="connsiteX2160" fmla="*/ 1244441 w 2419350"/>
                <a:gd name="connsiteY2160" fmla="*/ 190500 h 876300"/>
                <a:gd name="connsiteX2161" fmla="*/ 1243870 w 2419350"/>
                <a:gd name="connsiteY2161" fmla="*/ 189738 h 876300"/>
                <a:gd name="connsiteX2162" fmla="*/ 1242155 w 2419350"/>
                <a:gd name="connsiteY2162" fmla="*/ 188690 h 876300"/>
                <a:gd name="connsiteX2163" fmla="*/ 1241584 w 2419350"/>
                <a:gd name="connsiteY2163" fmla="*/ 188024 h 876300"/>
                <a:gd name="connsiteX2164" fmla="*/ 1240441 w 2419350"/>
                <a:gd name="connsiteY2164" fmla="*/ 188404 h 876300"/>
                <a:gd name="connsiteX2165" fmla="*/ 1240441 w 2419350"/>
                <a:gd name="connsiteY2165" fmla="*/ 189738 h 876300"/>
                <a:gd name="connsiteX2166" fmla="*/ 1241107 w 2419350"/>
                <a:gd name="connsiteY2166" fmla="*/ 191357 h 876300"/>
                <a:gd name="connsiteX2167" fmla="*/ 1198721 w 2419350"/>
                <a:gd name="connsiteY2167" fmla="*/ 94679 h 876300"/>
                <a:gd name="connsiteX2168" fmla="*/ 1201674 w 2419350"/>
                <a:gd name="connsiteY2168" fmla="*/ 96393 h 876300"/>
                <a:gd name="connsiteX2169" fmla="*/ 1202722 w 2419350"/>
                <a:gd name="connsiteY2169" fmla="*/ 97917 h 876300"/>
                <a:gd name="connsiteX2170" fmla="*/ 1204531 w 2419350"/>
                <a:gd name="connsiteY2170" fmla="*/ 98393 h 876300"/>
                <a:gd name="connsiteX2171" fmla="*/ 1205293 w 2419350"/>
                <a:gd name="connsiteY2171" fmla="*/ 98393 h 876300"/>
                <a:gd name="connsiteX2172" fmla="*/ 1206056 w 2419350"/>
                <a:gd name="connsiteY2172" fmla="*/ 98108 h 876300"/>
                <a:gd name="connsiteX2173" fmla="*/ 1207770 w 2419350"/>
                <a:gd name="connsiteY2173" fmla="*/ 96869 h 876300"/>
                <a:gd name="connsiteX2174" fmla="*/ 1206913 w 2419350"/>
                <a:gd name="connsiteY2174" fmla="*/ 94774 h 876300"/>
                <a:gd name="connsiteX2175" fmla="*/ 1206627 w 2419350"/>
                <a:gd name="connsiteY2175" fmla="*/ 92393 h 876300"/>
                <a:gd name="connsiteX2176" fmla="*/ 1206341 w 2419350"/>
                <a:gd name="connsiteY2176" fmla="*/ 91821 h 876300"/>
                <a:gd name="connsiteX2177" fmla="*/ 1203484 w 2419350"/>
                <a:gd name="connsiteY2177" fmla="*/ 91821 h 876300"/>
                <a:gd name="connsiteX2178" fmla="*/ 1197483 w 2419350"/>
                <a:gd name="connsiteY2178" fmla="*/ 91821 h 876300"/>
                <a:gd name="connsiteX2179" fmla="*/ 1195673 w 2419350"/>
                <a:gd name="connsiteY2179" fmla="*/ 91535 h 876300"/>
                <a:gd name="connsiteX2180" fmla="*/ 1197578 w 2419350"/>
                <a:gd name="connsiteY2180" fmla="*/ 93154 h 876300"/>
                <a:gd name="connsiteX2181" fmla="*/ 1198721 w 2419350"/>
                <a:gd name="connsiteY2181" fmla="*/ 94679 h 876300"/>
                <a:gd name="connsiteX2182" fmla="*/ 1200817 w 2419350"/>
                <a:gd name="connsiteY2182" fmla="*/ 121349 h 876300"/>
                <a:gd name="connsiteX2183" fmla="*/ 1199864 w 2419350"/>
                <a:gd name="connsiteY2183" fmla="*/ 121825 h 876300"/>
                <a:gd name="connsiteX2184" fmla="*/ 1199483 w 2419350"/>
                <a:gd name="connsiteY2184" fmla="*/ 123063 h 876300"/>
                <a:gd name="connsiteX2185" fmla="*/ 1199864 w 2419350"/>
                <a:gd name="connsiteY2185" fmla="*/ 124111 h 876300"/>
                <a:gd name="connsiteX2186" fmla="*/ 1201579 w 2419350"/>
                <a:gd name="connsiteY2186" fmla="*/ 125539 h 876300"/>
                <a:gd name="connsiteX2187" fmla="*/ 1201960 w 2419350"/>
                <a:gd name="connsiteY2187" fmla="*/ 126492 h 876300"/>
                <a:gd name="connsiteX2188" fmla="*/ 1204627 w 2419350"/>
                <a:gd name="connsiteY2188" fmla="*/ 128302 h 876300"/>
                <a:gd name="connsiteX2189" fmla="*/ 1205389 w 2419350"/>
                <a:gd name="connsiteY2189" fmla="*/ 128492 h 876300"/>
                <a:gd name="connsiteX2190" fmla="*/ 1205674 w 2419350"/>
                <a:gd name="connsiteY2190" fmla="*/ 127826 h 876300"/>
                <a:gd name="connsiteX2191" fmla="*/ 1205674 w 2419350"/>
                <a:gd name="connsiteY2191" fmla="*/ 126873 h 876300"/>
                <a:gd name="connsiteX2192" fmla="*/ 1205579 w 2419350"/>
                <a:gd name="connsiteY2192" fmla="*/ 126302 h 876300"/>
                <a:gd name="connsiteX2193" fmla="*/ 1205198 w 2419350"/>
                <a:gd name="connsiteY2193" fmla="*/ 125159 h 876300"/>
                <a:gd name="connsiteX2194" fmla="*/ 1204627 w 2419350"/>
                <a:gd name="connsiteY2194" fmla="*/ 124111 h 876300"/>
                <a:gd name="connsiteX2195" fmla="*/ 1203865 w 2419350"/>
                <a:gd name="connsiteY2195" fmla="*/ 123063 h 876300"/>
                <a:gd name="connsiteX2196" fmla="*/ 1203103 w 2419350"/>
                <a:gd name="connsiteY2196" fmla="*/ 122206 h 876300"/>
                <a:gd name="connsiteX2197" fmla="*/ 1201960 w 2419350"/>
                <a:gd name="connsiteY2197" fmla="*/ 121539 h 876300"/>
                <a:gd name="connsiteX2198" fmla="*/ 1200817 w 2419350"/>
                <a:gd name="connsiteY2198" fmla="*/ 121349 h 876300"/>
                <a:gd name="connsiteX2199" fmla="*/ 1203007 w 2419350"/>
                <a:gd name="connsiteY2199" fmla="*/ 108966 h 876300"/>
                <a:gd name="connsiteX2200" fmla="*/ 1202246 w 2419350"/>
                <a:gd name="connsiteY2200" fmla="*/ 108204 h 876300"/>
                <a:gd name="connsiteX2201" fmla="*/ 1201103 w 2419350"/>
                <a:gd name="connsiteY2201" fmla="*/ 107442 h 876300"/>
                <a:gd name="connsiteX2202" fmla="*/ 1200055 w 2419350"/>
                <a:gd name="connsiteY2202" fmla="*/ 106871 h 876300"/>
                <a:gd name="connsiteX2203" fmla="*/ 1198912 w 2419350"/>
                <a:gd name="connsiteY2203" fmla="*/ 106489 h 876300"/>
                <a:gd name="connsiteX2204" fmla="*/ 1198721 w 2419350"/>
                <a:gd name="connsiteY2204" fmla="*/ 106489 h 876300"/>
                <a:gd name="connsiteX2205" fmla="*/ 1198340 w 2419350"/>
                <a:gd name="connsiteY2205" fmla="*/ 106585 h 876300"/>
                <a:gd name="connsiteX2206" fmla="*/ 1197292 w 2419350"/>
                <a:gd name="connsiteY2206" fmla="*/ 106871 h 876300"/>
                <a:gd name="connsiteX2207" fmla="*/ 1196912 w 2419350"/>
                <a:gd name="connsiteY2207" fmla="*/ 106871 h 876300"/>
                <a:gd name="connsiteX2208" fmla="*/ 1197673 w 2419350"/>
                <a:gd name="connsiteY2208" fmla="*/ 107442 h 876300"/>
                <a:gd name="connsiteX2209" fmla="*/ 1199007 w 2419350"/>
                <a:gd name="connsiteY2209" fmla="*/ 108871 h 876300"/>
                <a:gd name="connsiteX2210" fmla="*/ 1199769 w 2419350"/>
                <a:gd name="connsiteY2210" fmla="*/ 109442 h 876300"/>
                <a:gd name="connsiteX2211" fmla="*/ 1201293 w 2419350"/>
                <a:gd name="connsiteY2211" fmla="*/ 110204 h 876300"/>
                <a:gd name="connsiteX2212" fmla="*/ 1202341 w 2419350"/>
                <a:gd name="connsiteY2212" fmla="*/ 110585 h 876300"/>
                <a:gd name="connsiteX2213" fmla="*/ 1203103 w 2419350"/>
                <a:gd name="connsiteY2213" fmla="*/ 110490 h 876300"/>
                <a:gd name="connsiteX2214" fmla="*/ 1203484 w 2419350"/>
                <a:gd name="connsiteY2214" fmla="*/ 109823 h 876300"/>
                <a:gd name="connsiteX2215" fmla="*/ 1203007 w 2419350"/>
                <a:gd name="connsiteY2215" fmla="*/ 108966 h 876300"/>
                <a:gd name="connsiteX2216" fmla="*/ 1194435 w 2419350"/>
                <a:gd name="connsiteY2216" fmla="*/ 132588 h 876300"/>
                <a:gd name="connsiteX2217" fmla="*/ 1194530 w 2419350"/>
                <a:gd name="connsiteY2217" fmla="*/ 131445 h 876300"/>
                <a:gd name="connsiteX2218" fmla="*/ 1194435 w 2419350"/>
                <a:gd name="connsiteY2218" fmla="*/ 130588 h 876300"/>
                <a:gd name="connsiteX2219" fmla="*/ 1193864 w 2419350"/>
                <a:gd name="connsiteY2219" fmla="*/ 130016 h 876300"/>
                <a:gd name="connsiteX2220" fmla="*/ 1193101 w 2419350"/>
                <a:gd name="connsiteY2220" fmla="*/ 129635 h 876300"/>
                <a:gd name="connsiteX2221" fmla="*/ 1192244 w 2419350"/>
                <a:gd name="connsiteY2221" fmla="*/ 129445 h 876300"/>
                <a:gd name="connsiteX2222" fmla="*/ 1191482 w 2419350"/>
                <a:gd name="connsiteY2222" fmla="*/ 129350 h 876300"/>
                <a:gd name="connsiteX2223" fmla="*/ 1188434 w 2419350"/>
                <a:gd name="connsiteY2223" fmla="*/ 129350 h 876300"/>
                <a:gd name="connsiteX2224" fmla="*/ 1187101 w 2419350"/>
                <a:gd name="connsiteY2224" fmla="*/ 129826 h 876300"/>
                <a:gd name="connsiteX2225" fmla="*/ 1186529 w 2419350"/>
                <a:gd name="connsiteY2225" fmla="*/ 131159 h 876300"/>
                <a:gd name="connsiteX2226" fmla="*/ 1186720 w 2419350"/>
                <a:gd name="connsiteY2226" fmla="*/ 132397 h 876300"/>
                <a:gd name="connsiteX2227" fmla="*/ 1187196 w 2419350"/>
                <a:gd name="connsiteY2227" fmla="*/ 133636 h 876300"/>
                <a:gd name="connsiteX2228" fmla="*/ 1187863 w 2419350"/>
                <a:gd name="connsiteY2228" fmla="*/ 134874 h 876300"/>
                <a:gd name="connsiteX2229" fmla="*/ 1188625 w 2419350"/>
                <a:gd name="connsiteY2229" fmla="*/ 135827 h 876300"/>
                <a:gd name="connsiteX2230" fmla="*/ 1191387 w 2419350"/>
                <a:gd name="connsiteY2230" fmla="*/ 137351 h 876300"/>
                <a:gd name="connsiteX2231" fmla="*/ 1191863 w 2419350"/>
                <a:gd name="connsiteY2231" fmla="*/ 138113 h 876300"/>
                <a:gd name="connsiteX2232" fmla="*/ 1192149 w 2419350"/>
                <a:gd name="connsiteY2232" fmla="*/ 139160 h 876300"/>
                <a:gd name="connsiteX2233" fmla="*/ 1192721 w 2419350"/>
                <a:gd name="connsiteY2233" fmla="*/ 139255 h 876300"/>
                <a:gd name="connsiteX2234" fmla="*/ 1193292 w 2419350"/>
                <a:gd name="connsiteY2234" fmla="*/ 138779 h 876300"/>
                <a:gd name="connsiteX2235" fmla="*/ 1193673 w 2419350"/>
                <a:gd name="connsiteY2235" fmla="*/ 137922 h 876300"/>
                <a:gd name="connsiteX2236" fmla="*/ 1193578 w 2419350"/>
                <a:gd name="connsiteY2236" fmla="*/ 134874 h 876300"/>
                <a:gd name="connsiteX2237" fmla="*/ 1194245 w 2419350"/>
                <a:gd name="connsiteY2237" fmla="*/ 133445 h 876300"/>
                <a:gd name="connsiteX2238" fmla="*/ 1194435 w 2419350"/>
                <a:gd name="connsiteY2238" fmla="*/ 132588 h 876300"/>
                <a:gd name="connsiteX2239" fmla="*/ 1519809 w 2419350"/>
                <a:gd name="connsiteY2239" fmla="*/ 411480 h 876300"/>
                <a:gd name="connsiteX2240" fmla="*/ 1519523 w 2419350"/>
                <a:gd name="connsiteY2240" fmla="*/ 410909 h 876300"/>
                <a:gd name="connsiteX2241" fmla="*/ 1519142 w 2419350"/>
                <a:gd name="connsiteY2241" fmla="*/ 410337 h 876300"/>
                <a:gd name="connsiteX2242" fmla="*/ 1516094 w 2419350"/>
                <a:gd name="connsiteY2242" fmla="*/ 407480 h 876300"/>
                <a:gd name="connsiteX2243" fmla="*/ 1515237 w 2419350"/>
                <a:gd name="connsiteY2243" fmla="*/ 408622 h 876300"/>
                <a:gd name="connsiteX2244" fmla="*/ 1515332 w 2419350"/>
                <a:gd name="connsiteY2244" fmla="*/ 410051 h 876300"/>
                <a:gd name="connsiteX2245" fmla="*/ 1516094 w 2419350"/>
                <a:gd name="connsiteY2245" fmla="*/ 413099 h 876300"/>
                <a:gd name="connsiteX2246" fmla="*/ 1516475 w 2419350"/>
                <a:gd name="connsiteY2246" fmla="*/ 413671 h 876300"/>
                <a:gd name="connsiteX2247" fmla="*/ 1517237 w 2419350"/>
                <a:gd name="connsiteY2247" fmla="*/ 414052 h 876300"/>
                <a:gd name="connsiteX2248" fmla="*/ 1518475 w 2419350"/>
                <a:gd name="connsiteY2248" fmla="*/ 414338 h 876300"/>
                <a:gd name="connsiteX2249" fmla="*/ 1518952 w 2419350"/>
                <a:gd name="connsiteY2249" fmla="*/ 414147 h 876300"/>
                <a:gd name="connsiteX2250" fmla="*/ 1519333 w 2419350"/>
                <a:gd name="connsiteY2250" fmla="*/ 413861 h 876300"/>
                <a:gd name="connsiteX2251" fmla="*/ 1519809 w 2419350"/>
                <a:gd name="connsiteY2251" fmla="*/ 413671 h 876300"/>
                <a:gd name="connsiteX2252" fmla="*/ 1520476 w 2419350"/>
                <a:gd name="connsiteY2252" fmla="*/ 413956 h 876300"/>
                <a:gd name="connsiteX2253" fmla="*/ 1520190 w 2419350"/>
                <a:gd name="connsiteY2253" fmla="*/ 413480 h 876300"/>
                <a:gd name="connsiteX2254" fmla="*/ 1519809 w 2419350"/>
                <a:gd name="connsiteY2254" fmla="*/ 411480 h 876300"/>
                <a:gd name="connsiteX2255" fmla="*/ 1513904 w 2419350"/>
                <a:gd name="connsiteY2255" fmla="*/ 410813 h 876300"/>
                <a:gd name="connsiteX2256" fmla="*/ 1513904 w 2419350"/>
                <a:gd name="connsiteY2256" fmla="*/ 410432 h 876300"/>
                <a:gd name="connsiteX2257" fmla="*/ 1513523 w 2419350"/>
                <a:gd name="connsiteY2257" fmla="*/ 409766 h 876300"/>
                <a:gd name="connsiteX2258" fmla="*/ 1513427 w 2419350"/>
                <a:gd name="connsiteY2258" fmla="*/ 409385 h 876300"/>
                <a:gd name="connsiteX2259" fmla="*/ 1512761 w 2419350"/>
                <a:gd name="connsiteY2259" fmla="*/ 409004 h 876300"/>
                <a:gd name="connsiteX2260" fmla="*/ 1512094 w 2419350"/>
                <a:gd name="connsiteY2260" fmla="*/ 409575 h 876300"/>
                <a:gd name="connsiteX2261" fmla="*/ 1511713 w 2419350"/>
                <a:gd name="connsiteY2261" fmla="*/ 410718 h 876300"/>
                <a:gd name="connsiteX2262" fmla="*/ 1511998 w 2419350"/>
                <a:gd name="connsiteY2262" fmla="*/ 411956 h 876300"/>
                <a:gd name="connsiteX2263" fmla="*/ 1513523 w 2419350"/>
                <a:gd name="connsiteY2263" fmla="*/ 411099 h 876300"/>
                <a:gd name="connsiteX2264" fmla="*/ 1513904 w 2419350"/>
                <a:gd name="connsiteY2264" fmla="*/ 410813 h 876300"/>
                <a:gd name="connsiteX2265" fmla="*/ 1519142 w 2419350"/>
                <a:gd name="connsiteY2265" fmla="*/ 415957 h 876300"/>
                <a:gd name="connsiteX2266" fmla="*/ 1518856 w 2419350"/>
                <a:gd name="connsiteY2266" fmla="*/ 416624 h 876300"/>
                <a:gd name="connsiteX2267" fmla="*/ 1519428 w 2419350"/>
                <a:gd name="connsiteY2267" fmla="*/ 416909 h 876300"/>
                <a:gd name="connsiteX2268" fmla="*/ 1520190 w 2419350"/>
                <a:gd name="connsiteY2268" fmla="*/ 416909 h 876300"/>
                <a:gd name="connsiteX2269" fmla="*/ 1520476 w 2419350"/>
                <a:gd name="connsiteY2269" fmla="*/ 416814 h 876300"/>
                <a:gd name="connsiteX2270" fmla="*/ 1521047 w 2419350"/>
                <a:gd name="connsiteY2270" fmla="*/ 417671 h 876300"/>
                <a:gd name="connsiteX2271" fmla="*/ 1521428 w 2419350"/>
                <a:gd name="connsiteY2271" fmla="*/ 417862 h 876300"/>
                <a:gd name="connsiteX2272" fmla="*/ 1521619 w 2419350"/>
                <a:gd name="connsiteY2272" fmla="*/ 417290 h 876300"/>
                <a:gd name="connsiteX2273" fmla="*/ 1521523 w 2419350"/>
                <a:gd name="connsiteY2273" fmla="*/ 416624 h 876300"/>
                <a:gd name="connsiteX2274" fmla="*/ 1521047 w 2419350"/>
                <a:gd name="connsiteY2274" fmla="*/ 415671 h 876300"/>
                <a:gd name="connsiteX2275" fmla="*/ 1520952 w 2419350"/>
                <a:gd name="connsiteY2275" fmla="*/ 414909 h 876300"/>
                <a:gd name="connsiteX2276" fmla="*/ 1520476 w 2419350"/>
                <a:gd name="connsiteY2276" fmla="*/ 414242 h 876300"/>
                <a:gd name="connsiteX2277" fmla="*/ 1520095 w 2419350"/>
                <a:gd name="connsiteY2277" fmla="*/ 414528 h 876300"/>
                <a:gd name="connsiteX2278" fmla="*/ 1519142 w 2419350"/>
                <a:gd name="connsiteY2278" fmla="*/ 415957 h 876300"/>
                <a:gd name="connsiteX2279" fmla="*/ 1526381 w 2419350"/>
                <a:gd name="connsiteY2279" fmla="*/ 621697 h 876300"/>
                <a:gd name="connsiteX2280" fmla="*/ 1526953 w 2419350"/>
                <a:gd name="connsiteY2280" fmla="*/ 621983 h 876300"/>
                <a:gd name="connsiteX2281" fmla="*/ 1528286 w 2419350"/>
                <a:gd name="connsiteY2281" fmla="*/ 622363 h 876300"/>
                <a:gd name="connsiteX2282" fmla="*/ 1528953 w 2419350"/>
                <a:gd name="connsiteY2282" fmla="*/ 622745 h 876300"/>
                <a:gd name="connsiteX2283" fmla="*/ 1529239 w 2419350"/>
                <a:gd name="connsiteY2283" fmla="*/ 623316 h 876300"/>
                <a:gd name="connsiteX2284" fmla="*/ 1529334 w 2419350"/>
                <a:gd name="connsiteY2284" fmla="*/ 624554 h 876300"/>
                <a:gd name="connsiteX2285" fmla="*/ 1529524 w 2419350"/>
                <a:gd name="connsiteY2285" fmla="*/ 625030 h 876300"/>
                <a:gd name="connsiteX2286" fmla="*/ 1530477 w 2419350"/>
                <a:gd name="connsiteY2286" fmla="*/ 625412 h 876300"/>
                <a:gd name="connsiteX2287" fmla="*/ 1531048 w 2419350"/>
                <a:gd name="connsiteY2287" fmla="*/ 624554 h 876300"/>
                <a:gd name="connsiteX2288" fmla="*/ 1531239 w 2419350"/>
                <a:gd name="connsiteY2288" fmla="*/ 623221 h 876300"/>
                <a:gd name="connsiteX2289" fmla="*/ 1530763 w 2419350"/>
                <a:gd name="connsiteY2289" fmla="*/ 621983 h 876300"/>
                <a:gd name="connsiteX2290" fmla="*/ 1530382 w 2419350"/>
                <a:gd name="connsiteY2290" fmla="*/ 621411 h 876300"/>
                <a:gd name="connsiteX2291" fmla="*/ 1529810 w 2419350"/>
                <a:gd name="connsiteY2291" fmla="*/ 620078 h 876300"/>
                <a:gd name="connsiteX2292" fmla="*/ 1529334 w 2419350"/>
                <a:gd name="connsiteY2292" fmla="*/ 619506 h 876300"/>
                <a:gd name="connsiteX2293" fmla="*/ 1526667 w 2419350"/>
                <a:gd name="connsiteY2293" fmla="*/ 617696 h 876300"/>
                <a:gd name="connsiteX2294" fmla="*/ 1526286 w 2419350"/>
                <a:gd name="connsiteY2294" fmla="*/ 617220 h 876300"/>
                <a:gd name="connsiteX2295" fmla="*/ 1525810 w 2419350"/>
                <a:gd name="connsiteY2295" fmla="*/ 618458 h 876300"/>
                <a:gd name="connsiteX2296" fmla="*/ 1525524 w 2419350"/>
                <a:gd name="connsiteY2296" fmla="*/ 619601 h 876300"/>
                <a:gd name="connsiteX2297" fmla="*/ 1525714 w 2419350"/>
                <a:gd name="connsiteY2297" fmla="*/ 620649 h 876300"/>
                <a:gd name="connsiteX2298" fmla="*/ 1526381 w 2419350"/>
                <a:gd name="connsiteY2298" fmla="*/ 621697 h 876300"/>
                <a:gd name="connsiteX2299" fmla="*/ 1430655 w 2419350"/>
                <a:gd name="connsiteY2299" fmla="*/ 322517 h 876300"/>
                <a:gd name="connsiteX2300" fmla="*/ 1432560 w 2419350"/>
                <a:gd name="connsiteY2300" fmla="*/ 323469 h 876300"/>
                <a:gd name="connsiteX2301" fmla="*/ 1433131 w 2419350"/>
                <a:gd name="connsiteY2301" fmla="*/ 323279 h 876300"/>
                <a:gd name="connsiteX2302" fmla="*/ 1433417 w 2419350"/>
                <a:gd name="connsiteY2302" fmla="*/ 323279 h 876300"/>
                <a:gd name="connsiteX2303" fmla="*/ 1433703 w 2419350"/>
                <a:gd name="connsiteY2303" fmla="*/ 323660 h 876300"/>
                <a:gd name="connsiteX2304" fmla="*/ 1434084 w 2419350"/>
                <a:gd name="connsiteY2304" fmla="*/ 323850 h 876300"/>
                <a:gd name="connsiteX2305" fmla="*/ 1434465 w 2419350"/>
                <a:gd name="connsiteY2305" fmla="*/ 323755 h 876300"/>
                <a:gd name="connsiteX2306" fmla="*/ 1434560 w 2419350"/>
                <a:gd name="connsiteY2306" fmla="*/ 323279 h 876300"/>
                <a:gd name="connsiteX2307" fmla="*/ 1434370 w 2419350"/>
                <a:gd name="connsiteY2307" fmla="*/ 322993 h 876300"/>
                <a:gd name="connsiteX2308" fmla="*/ 1433608 w 2419350"/>
                <a:gd name="connsiteY2308" fmla="*/ 322612 h 876300"/>
                <a:gd name="connsiteX2309" fmla="*/ 1433417 w 2419350"/>
                <a:gd name="connsiteY2309" fmla="*/ 322421 h 876300"/>
                <a:gd name="connsiteX2310" fmla="*/ 1433227 w 2419350"/>
                <a:gd name="connsiteY2310" fmla="*/ 321945 h 876300"/>
                <a:gd name="connsiteX2311" fmla="*/ 1432655 w 2419350"/>
                <a:gd name="connsiteY2311" fmla="*/ 321659 h 876300"/>
                <a:gd name="connsiteX2312" fmla="*/ 1431989 w 2419350"/>
                <a:gd name="connsiteY2312" fmla="*/ 321564 h 876300"/>
                <a:gd name="connsiteX2313" fmla="*/ 1431322 w 2419350"/>
                <a:gd name="connsiteY2313" fmla="*/ 321564 h 876300"/>
                <a:gd name="connsiteX2314" fmla="*/ 1431989 w 2419350"/>
                <a:gd name="connsiteY2314" fmla="*/ 320230 h 876300"/>
                <a:gd name="connsiteX2315" fmla="*/ 1431322 w 2419350"/>
                <a:gd name="connsiteY2315" fmla="*/ 319754 h 876300"/>
                <a:gd name="connsiteX2316" fmla="*/ 1430369 w 2419350"/>
                <a:gd name="connsiteY2316" fmla="*/ 320516 h 876300"/>
                <a:gd name="connsiteX2317" fmla="*/ 1429607 w 2419350"/>
                <a:gd name="connsiteY2317" fmla="*/ 321659 h 876300"/>
                <a:gd name="connsiteX2318" fmla="*/ 1429703 w 2419350"/>
                <a:gd name="connsiteY2318" fmla="*/ 322231 h 876300"/>
                <a:gd name="connsiteX2319" fmla="*/ 1430655 w 2419350"/>
                <a:gd name="connsiteY2319" fmla="*/ 322517 h 876300"/>
                <a:gd name="connsiteX2320" fmla="*/ 1476089 w 2419350"/>
                <a:gd name="connsiteY2320" fmla="*/ 517588 h 876300"/>
                <a:gd name="connsiteX2321" fmla="*/ 1475423 w 2419350"/>
                <a:gd name="connsiteY2321" fmla="*/ 517970 h 876300"/>
                <a:gd name="connsiteX2322" fmla="*/ 1474470 w 2419350"/>
                <a:gd name="connsiteY2322" fmla="*/ 519303 h 876300"/>
                <a:gd name="connsiteX2323" fmla="*/ 1473803 w 2419350"/>
                <a:gd name="connsiteY2323" fmla="*/ 519875 h 876300"/>
                <a:gd name="connsiteX2324" fmla="*/ 1472470 w 2419350"/>
                <a:gd name="connsiteY2324" fmla="*/ 520732 h 876300"/>
                <a:gd name="connsiteX2325" fmla="*/ 1471898 w 2419350"/>
                <a:gd name="connsiteY2325" fmla="*/ 521399 h 876300"/>
                <a:gd name="connsiteX2326" fmla="*/ 1472374 w 2419350"/>
                <a:gd name="connsiteY2326" fmla="*/ 522351 h 876300"/>
                <a:gd name="connsiteX2327" fmla="*/ 1472851 w 2419350"/>
                <a:gd name="connsiteY2327" fmla="*/ 524637 h 876300"/>
                <a:gd name="connsiteX2328" fmla="*/ 1473327 w 2419350"/>
                <a:gd name="connsiteY2328" fmla="*/ 525685 h 876300"/>
                <a:gd name="connsiteX2329" fmla="*/ 1474946 w 2419350"/>
                <a:gd name="connsiteY2329" fmla="*/ 527971 h 876300"/>
                <a:gd name="connsiteX2330" fmla="*/ 1476851 w 2419350"/>
                <a:gd name="connsiteY2330" fmla="*/ 529971 h 876300"/>
                <a:gd name="connsiteX2331" fmla="*/ 1479042 w 2419350"/>
                <a:gd name="connsiteY2331" fmla="*/ 531305 h 876300"/>
                <a:gd name="connsiteX2332" fmla="*/ 1481614 w 2419350"/>
                <a:gd name="connsiteY2332" fmla="*/ 531495 h 876300"/>
                <a:gd name="connsiteX2333" fmla="*/ 1483328 w 2419350"/>
                <a:gd name="connsiteY2333" fmla="*/ 530543 h 876300"/>
                <a:gd name="connsiteX2334" fmla="*/ 1484757 w 2419350"/>
                <a:gd name="connsiteY2334" fmla="*/ 528828 h 876300"/>
                <a:gd name="connsiteX2335" fmla="*/ 1487043 w 2419350"/>
                <a:gd name="connsiteY2335" fmla="*/ 525399 h 876300"/>
                <a:gd name="connsiteX2336" fmla="*/ 1487805 w 2419350"/>
                <a:gd name="connsiteY2336" fmla="*/ 523685 h 876300"/>
                <a:gd name="connsiteX2337" fmla="*/ 1487710 w 2419350"/>
                <a:gd name="connsiteY2337" fmla="*/ 521684 h 876300"/>
                <a:gd name="connsiteX2338" fmla="*/ 1486853 w 2419350"/>
                <a:gd name="connsiteY2338" fmla="*/ 519779 h 876300"/>
                <a:gd name="connsiteX2339" fmla="*/ 1485233 w 2419350"/>
                <a:gd name="connsiteY2339" fmla="*/ 518636 h 876300"/>
                <a:gd name="connsiteX2340" fmla="*/ 1484090 w 2419350"/>
                <a:gd name="connsiteY2340" fmla="*/ 518541 h 876300"/>
                <a:gd name="connsiteX2341" fmla="*/ 1482757 w 2419350"/>
                <a:gd name="connsiteY2341" fmla="*/ 518636 h 876300"/>
                <a:gd name="connsiteX2342" fmla="*/ 1481518 w 2419350"/>
                <a:gd name="connsiteY2342" fmla="*/ 519017 h 876300"/>
                <a:gd name="connsiteX2343" fmla="*/ 1480661 w 2419350"/>
                <a:gd name="connsiteY2343" fmla="*/ 519494 h 876300"/>
                <a:gd name="connsiteX2344" fmla="*/ 1479804 w 2419350"/>
                <a:gd name="connsiteY2344" fmla="*/ 519684 h 876300"/>
                <a:gd name="connsiteX2345" fmla="*/ 1478756 w 2419350"/>
                <a:gd name="connsiteY2345" fmla="*/ 519113 h 876300"/>
                <a:gd name="connsiteX2346" fmla="*/ 1477708 w 2419350"/>
                <a:gd name="connsiteY2346" fmla="*/ 518351 h 876300"/>
                <a:gd name="connsiteX2347" fmla="*/ 1476947 w 2419350"/>
                <a:gd name="connsiteY2347" fmla="*/ 517970 h 876300"/>
                <a:gd name="connsiteX2348" fmla="*/ 1476089 w 2419350"/>
                <a:gd name="connsiteY2348" fmla="*/ 517588 h 876300"/>
                <a:gd name="connsiteX2349" fmla="*/ 1508855 w 2419350"/>
                <a:gd name="connsiteY2349" fmla="*/ 409004 h 876300"/>
                <a:gd name="connsiteX2350" fmla="*/ 1508855 w 2419350"/>
                <a:gd name="connsiteY2350" fmla="*/ 410718 h 876300"/>
                <a:gd name="connsiteX2351" fmla="*/ 1508950 w 2419350"/>
                <a:gd name="connsiteY2351" fmla="*/ 411480 h 876300"/>
                <a:gd name="connsiteX2352" fmla="*/ 1509236 w 2419350"/>
                <a:gd name="connsiteY2352" fmla="*/ 412242 h 876300"/>
                <a:gd name="connsiteX2353" fmla="*/ 1509617 w 2419350"/>
                <a:gd name="connsiteY2353" fmla="*/ 412242 h 876300"/>
                <a:gd name="connsiteX2354" fmla="*/ 1509617 w 2419350"/>
                <a:gd name="connsiteY2354" fmla="*/ 411480 h 876300"/>
                <a:gd name="connsiteX2355" fmla="*/ 1509236 w 2419350"/>
                <a:gd name="connsiteY2355" fmla="*/ 409385 h 876300"/>
                <a:gd name="connsiteX2356" fmla="*/ 1509236 w 2419350"/>
                <a:gd name="connsiteY2356" fmla="*/ 409004 h 876300"/>
                <a:gd name="connsiteX2357" fmla="*/ 1508855 w 2419350"/>
                <a:gd name="connsiteY2357" fmla="*/ 409004 h 876300"/>
                <a:gd name="connsiteX2358" fmla="*/ 1511046 w 2419350"/>
                <a:gd name="connsiteY2358" fmla="*/ 596265 h 876300"/>
                <a:gd name="connsiteX2359" fmla="*/ 1511617 w 2419350"/>
                <a:gd name="connsiteY2359" fmla="*/ 597313 h 876300"/>
                <a:gd name="connsiteX2360" fmla="*/ 1512380 w 2419350"/>
                <a:gd name="connsiteY2360" fmla="*/ 597980 h 876300"/>
                <a:gd name="connsiteX2361" fmla="*/ 1513332 w 2419350"/>
                <a:gd name="connsiteY2361" fmla="*/ 598646 h 876300"/>
                <a:gd name="connsiteX2362" fmla="*/ 1514284 w 2419350"/>
                <a:gd name="connsiteY2362" fmla="*/ 599504 h 876300"/>
                <a:gd name="connsiteX2363" fmla="*/ 1515618 w 2419350"/>
                <a:gd name="connsiteY2363" fmla="*/ 601504 h 876300"/>
                <a:gd name="connsiteX2364" fmla="*/ 1516380 w 2419350"/>
                <a:gd name="connsiteY2364" fmla="*/ 602361 h 876300"/>
                <a:gd name="connsiteX2365" fmla="*/ 1517523 w 2419350"/>
                <a:gd name="connsiteY2365" fmla="*/ 602742 h 876300"/>
                <a:gd name="connsiteX2366" fmla="*/ 1517237 w 2419350"/>
                <a:gd name="connsiteY2366" fmla="*/ 601504 h 876300"/>
                <a:gd name="connsiteX2367" fmla="*/ 1517237 w 2419350"/>
                <a:gd name="connsiteY2367" fmla="*/ 600075 h 876300"/>
                <a:gd name="connsiteX2368" fmla="*/ 1516856 w 2419350"/>
                <a:gd name="connsiteY2368" fmla="*/ 598932 h 876300"/>
                <a:gd name="connsiteX2369" fmla="*/ 1515618 w 2419350"/>
                <a:gd name="connsiteY2369" fmla="*/ 598456 h 876300"/>
                <a:gd name="connsiteX2370" fmla="*/ 1514856 w 2419350"/>
                <a:gd name="connsiteY2370" fmla="*/ 598075 h 876300"/>
                <a:gd name="connsiteX2371" fmla="*/ 1514189 w 2419350"/>
                <a:gd name="connsiteY2371" fmla="*/ 597218 h 876300"/>
                <a:gd name="connsiteX2372" fmla="*/ 1513332 w 2419350"/>
                <a:gd name="connsiteY2372" fmla="*/ 596455 h 876300"/>
                <a:gd name="connsiteX2373" fmla="*/ 1511808 w 2419350"/>
                <a:gd name="connsiteY2373" fmla="*/ 596360 h 876300"/>
                <a:gd name="connsiteX2374" fmla="*/ 1511046 w 2419350"/>
                <a:gd name="connsiteY2374" fmla="*/ 596360 h 876300"/>
                <a:gd name="connsiteX2375" fmla="*/ 1415320 w 2419350"/>
                <a:gd name="connsiteY2375" fmla="*/ 335947 h 876300"/>
                <a:gd name="connsiteX2376" fmla="*/ 1415510 w 2419350"/>
                <a:gd name="connsiteY2376" fmla="*/ 336233 h 876300"/>
                <a:gd name="connsiteX2377" fmla="*/ 1416367 w 2419350"/>
                <a:gd name="connsiteY2377" fmla="*/ 336042 h 876300"/>
                <a:gd name="connsiteX2378" fmla="*/ 1416939 w 2419350"/>
                <a:gd name="connsiteY2378" fmla="*/ 335566 h 876300"/>
                <a:gd name="connsiteX2379" fmla="*/ 1417320 w 2419350"/>
                <a:gd name="connsiteY2379" fmla="*/ 334899 h 876300"/>
                <a:gd name="connsiteX2380" fmla="*/ 1417415 w 2419350"/>
                <a:gd name="connsiteY2380" fmla="*/ 334042 h 876300"/>
                <a:gd name="connsiteX2381" fmla="*/ 1417130 w 2419350"/>
                <a:gd name="connsiteY2381" fmla="*/ 333566 h 876300"/>
                <a:gd name="connsiteX2382" fmla="*/ 1416653 w 2419350"/>
                <a:gd name="connsiteY2382" fmla="*/ 332327 h 876300"/>
                <a:gd name="connsiteX2383" fmla="*/ 1416367 w 2419350"/>
                <a:gd name="connsiteY2383" fmla="*/ 331851 h 876300"/>
                <a:gd name="connsiteX2384" fmla="*/ 1414177 w 2419350"/>
                <a:gd name="connsiteY2384" fmla="*/ 330422 h 876300"/>
                <a:gd name="connsiteX2385" fmla="*/ 1412462 w 2419350"/>
                <a:gd name="connsiteY2385" fmla="*/ 330708 h 876300"/>
                <a:gd name="connsiteX2386" fmla="*/ 1411224 w 2419350"/>
                <a:gd name="connsiteY2386" fmla="*/ 331470 h 876300"/>
                <a:gd name="connsiteX2387" fmla="*/ 1410081 w 2419350"/>
                <a:gd name="connsiteY2387" fmla="*/ 331661 h 876300"/>
                <a:gd name="connsiteX2388" fmla="*/ 1408652 w 2419350"/>
                <a:gd name="connsiteY2388" fmla="*/ 330422 h 876300"/>
                <a:gd name="connsiteX2389" fmla="*/ 1408081 w 2419350"/>
                <a:gd name="connsiteY2389" fmla="*/ 331851 h 876300"/>
                <a:gd name="connsiteX2390" fmla="*/ 1407700 w 2419350"/>
                <a:gd name="connsiteY2390" fmla="*/ 332137 h 876300"/>
                <a:gd name="connsiteX2391" fmla="*/ 1405985 w 2419350"/>
                <a:gd name="connsiteY2391" fmla="*/ 332899 h 876300"/>
                <a:gd name="connsiteX2392" fmla="*/ 1405318 w 2419350"/>
                <a:gd name="connsiteY2392" fmla="*/ 333375 h 876300"/>
                <a:gd name="connsiteX2393" fmla="*/ 1404842 w 2419350"/>
                <a:gd name="connsiteY2393" fmla="*/ 333946 h 876300"/>
                <a:gd name="connsiteX2394" fmla="*/ 1403318 w 2419350"/>
                <a:gd name="connsiteY2394" fmla="*/ 336233 h 876300"/>
                <a:gd name="connsiteX2395" fmla="*/ 1402842 w 2419350"/>
                <a:gd name="connsiteY2395" fmla="*/ 337185 h 876300"/>
                <a:gd name="connsiteX2396" fmla="*/ 1402842 w 2419350"/>
                <a:gd name="connsiteY2396" fmla="*/ 337947 h 876300"/>
                <a:gd name="connsiteX2397" fmla="*/ 1403509 w 2419350"/>
                <a:gd name="connsiteY2397" fmla="*/ 338328 h 876300"/>
                <a:gd name="connsiteX2398" fmla="*/ 1404366 w 2419350"/>
                <a:gd name="connsiteY2398" fmla="*/ 338233 h 876300"/>
                <a:gd name="connsiteX2399" fmla="*/ 1405318 w 2419350"/>
                <a:gd name="connsiteY2399" fmla="*/ 337852 h 876300"/>
                <a:gd name="connsiteX2400" fmla="*/ 1405985 w 2419350"/>
                <a:gd name="connsiteY2400" fmla="*/ 337471 h 876300"/>
                <a:gd name="connsiteX2401" fmla="*/ 1407319 w 2419350"/>
                <a:gd name="connsiteY2401" fmla="*/ 334709 h 876300"/>
                <a:gd name="connsiteX2402" fmla="*/ 1407795 w 2419350"/>
                <a:gd name="connsiteY2402" fmla="*/ 334518 h 876300"/>
                <a:gd name="connsiteX2403" fmla="*/ 1408366 w 2419350"/>
                <a:gd name="connsiteY2403" fmla="*/ 334709 h 876300"/>
                <a:gd name="connsiteX2404" fmla="*/ 1410653 w 2419350"/>
                <a:gd name="connsiteY2404" fmla="*/ 335089 h 876300"/>
                <a:gd name="connsiteX2405" fmla="*/ 1411224 w 2419350"/>
                <a:gd name="connsiteY2405" fmla="*/ 335280 h 876300"/>
                <a:gd name="connsiteX2406" fmla="*/ 1411986 w 2419350"/>
                <a:gd name="connsiteY2406" fmla="*/ 336042 h 876300"/>
                <a:gd name="connsiteX2407" fmla="*/ 1412748 w 2419350"/>
                <a:gd name="connsiteY2407" fmla="*/ 336233 h 876300"/>
                <a:gd name="connsiteX2408" fmla="*/ 1413510 w 2419350"/>
                <a:gd name="connsiteY2408" fmla="*/ 336042 h 876300"/>
                <a:gd name="connsiteX2409" fmla="*/ 1413605 w 2419350"/>
                <a:gd name="connsiteY2409" fmla="*/ 335661 h 876300"/>
                <a:gd name="connsiteX2410" fmla="*/ 1412939 w 2419350"/>
                <a:gd name="connsiteY2410" fmla="*/ 334423 h 876300"/>
                <a:gd name="connsiteX2411" fmla="*/ 1413605 w 2419350"/>
                <a:gd name="connsiteY2411" fmla="*/ 334804 h 876300"/>
                <a:gd name="connsiteX2412" fmla="*/ 1415320 w 2419350"/>
                <a:gd name="connsiteY2412" fmla="*/ 335947 h 876300"/>
                <a:gd name="connsiteX2413" fmla="*/ 1444847 w 2419350"/>
                <a:gd name="connsiteY2413" fmla="*/ 488061 h 876300"/>
                <a:gd name="connsiteX2414" fmla="*/ 1444466 w 2419350"/>
                <a:gd name="connsiteY2414" fmla="*/ 487204 h 876300"/>
                <a:gd name="connsiteX2415" fmla="*/ 1444181 w 2419350"/>
                <a:gd name="connsiteY2415" fmla="*/ 486823 h 876300"/>
                <a:gd name="connsiteX2416" fmla="*/ 1443990 w 2419350"/>
                <a:gd name="connsiteY2416" fmla="*/ 486728 h 876300"/>
                <a:gd name="connsiteX2417" fmla="*/ 1443895 w 2419350"/>
                <a:gd name="connsiteY2417" fmla="*/ 486728 h 876300"/>
                <a:gd name="connsiteX2418" fmla="*/ 1443799 w 2419350"/>
                <a:gd name="connsiteY2418" fmla="*/ 486728 h 876300"/>
                <a:gd name="connsiteX2419" fmla="*/ 1443609 w 2419350"/>
                <a:gd name="connsiteY2419" fmla="*/ 486823 h 876300"/>
                <a:gd name="connsiteX2420" fmla="*/ 1443323 w 2419350"/>
                <a:gd name="connsiteY2420" fmla="*/ 487299 h 876300"/>
                <a:gd name="connsiteX2421" fmla="*/ 1443133 w 2419350"/>
                <a:gd name="connsiteY2421" fmla="*/ 487871 h 876300"/>
                <a:gd name="connsiteX2422" fmla="*/ 1443038 w 2419350"/>
                <a:gd name="connsiteY2422" fmla="*/ 488537 h 876300"/>
                <a:gd name="connsiteX2423" fmla="*/ 1443038 w 2419350"/>
                <a:gd name="connsiteY2423" fmla="*/ 489109 h 876300"/>
                <a:gd name="connsiteX2424" fmla="*/ 1443704 w 2419350"/>
                <a:gd name="connsiteY2424" fmla="*/ 490633 h 876300"/>
                <a:gd name="connsiteX2425" fmla="*/ 1444276 w 2419350"/>
                <a:gd name="connsiteY2425" fmla="*/ 491585 h 876300"/>
                <a:gd name="connsiteX2426" fmla="*/ 1444657 w 2419350"/>
                <a:gd name="connsiteY2426" fmla="*/ 491966 h 876300"/>
                <a:gd name="connsiteX2427" fmla="*/ 1445514 w 2419350"/>
                <a:gd name="connsiteY2427" fmla="*/ 491680 h 876300"/>
                <a:gd name="connsiteX2428" fmla="*/ 1445990 w 2419350"/>
                <a:gd name="connsiteY2428" fmla="*/ 491014 h 876300"/>
                <a:gd name="connsiteX2429" fmla="*/ 1446276 w 2419350"/>
                <a:gd name="connsiteY2429" fmla="*/ 490252 h 876300"/>
                <a:gd name="connsiteX2430" fmla="*/ 1446371 w 2419350"/>
                <a:gd name="connsiteY2430" fmla="*/ 489680 h 876300"/>
                <a:gd name="connsiteX2431" fmla="*/ 1446181 w 2419350"/>
                <a:gd name="connsiteY2431" fmla="*/ 489395 h 876300"/>
                <a:gd name="connsiteX2432" fmla="*/ 1445038 w 2419350"/>
                <a:gd name="connsiteY2432" fmla="*/ 488537 h 876300"/>
                <a:gd name="connsiteX2433" fmla="*/ 1444847 w 2419350"/>
                <a:gd name="connsiteY2433" fmla="*/ 488061 h 876300"/>
                <a:gd name="connsiteX2434" fmla="*/ 1439513 w 2419350"/>
                <a:gd name="connsiteY2434" fmla="*/ 493586 h 876300"/>
                <a:gd name="connsiteX2435" fmla="*/ 1438847 w 2419350"/>
                <a:gd name="connsiteY2435" fmla="*/ 493300 h 876300"/>
                <a:gd name="connsiteX2436" fmla="*/ 1437989 w 2419350"/>
                <a:gd name="connsiteY2436" fmla="*/ 493871 h 876300"/>
                <a:gd name="connsiteX2437" fmla="*/ 1437227 w 2419350"/>
                <a:gd name="connsiteY2437" fmla="*/ 494824 h 876300"/>
                <a:gd name="connsiteX2438" fmla="*/ 1436941 w 2419350"/>
                <a:gd name="connsiteY2438" fmla="*/ 495967 h 876300"/>
                <a:gd name="connsiteX2439" fmla="*/ 1437418 w 2419350"/>
                <a:gd name="connsiteY2439" fmla="*/ 496919 h 876300"/>
                <a:gd name="connsiteX2440" fmla="*/ 1438084 w 2419350"/>
                <a:gd name="connsiteY2440" fmla="*/ 496348 h 876300"/>
                <a:gd name="connsiteX2441" fmla="*/ 1439228 w 2419350"/>
                <a:gd name="connsiteY2441" fmla="*/ 495871 h 876300"/>
                <a:gd name="connsiteX2442" fmla="*/ 1440275 w 2419350"/>
                <a:gd name="connsiteY2442" fmla="*/ 495586 h 876300"/>
                <a:gd name="connsiteX2443" fmla="*/ 1440751 w 2419350"/>
                <a:gd name="connsiteY2443" fmla="*/ 495586 h 876300"/>
                <a:gd name="connsiteX2444" fmla="*/ 1440561 w 2419350"/>
                <a:gd name="connsiteY2444" fmla="*/ 494919 h 876300"/>
                <a:gd name="connsiteX2445" fmla="*/ 1440085 w 2419350"/>
                <a:gd name="connsiteY2445" fmla="*/ 494157 h 876300"/>
                <a:gd name="connsiteX2446" fmla="*/ 1439513 w 2419350"/>
                <a:gd name="connsiteY2446" fmla="*/ 493586 h 876300"/>
                <a:gd name="connsiteX2447" fmla="*/ 1429226 w 2419350"/>
                <a:gd name="connsiteY2447" fmla="*/ 327565 h 876300"/>
                <a:gd name="connsiteX2448" fmla="*/ 1428845 w 2419350"/>
                <a:gd name="connsiteY2448" fmla="*/ 327088 h 876300"/>
                <a:gd name="connsiteX2449" fmla="*/ 1427512 w 2419350"/>
                <a:gd name="connsiteY2449" fmla="*/ 326231 h 876300"/>
                <a:gd name="connsiteX2450" fmla="*/ 1427321 w 2419350"/>
                <a:gd name="connsiteY2450" fmla="*/ 325946 h 876300"/>
                <a:gd name="connsiteX2451" fmla="*/ 1426940 w 2419350"/>
                <a:gd name="connsiteY2451" fmla="*/ 323279 h 876300"/>
                <a:gd name="connsiteX2452" fmla="*/ 1425988 w 2419350"/>
                <a:gd name="connsiteY2452" fmla="*/ 323564 h 876300"/>
                <a:gd name="connsiteX2453" fmla="*/ 1425416 w 2419350"/>
                <a:gd name="connsiteY2453" fmla="*/ 324993 h 876300"/>
                <a:gd name="connsiteX2454" fmla="*/ 1425131 w 2419350"/>
                <a:gd name="connsiteY2454" fmla="*/ 326708 h 876300"/>
                <a:gd name="connsiteX2455" fmla="*/ 1425131 w 2419350"/>
                <a:gd name="connsiteY2455" fmla="*/ 328041 h 876300"/>
                <a:gd name="connsiteX2456" fmla="*/ 1425702 w 2419350"/>
                <a:gd name="connsiteY2456" fmla="*/ 330327 h 876300"/>
                <a:gd name="connsiteX2457" fmla="*/ 1426464 w 2419350"/>
                <a:gd name="connsiteY2457" fmla="*/ 330803 h 876300"/>
                <a:gd name="connsiteX2458" fmla="*/ 1426655 w 2419350"/>
                <a:gd name="connsiteY2458" fmla="*/ 330518 h 876300"/>
                <a:gd name="connsiteX2459" fmla="*/ 1426655 w 2419350"/>
                <a:gd name="connsiteY2459" fmla="*/ 329851 h 876300"/>
                <a:gd name="connsiteX2460" fmla="*/ 1426940 w 2419350"/>
                <a:gd name="connsiteY2460" fmla="*/ 329470 h 876300"/>
                <a:gd name="connsiteX2461" fmla="*/ 1427607 w 2419350"/>
                <a:gd name="connsiteY2461" fmla="*/ 329565 h 876300"/>
                <a:gd name="connsiteX2462" fmla="*/ 1427988 w 2419350"/>
                <a:gd name="connsiteY2462" fmla="*/ 329946 h 876300"/>
                <a:gd name="connsiteX2463" fmla="*/ 1428464 w 2419350"/>
                <a:gd name="connsiteY2463" fmla="*/ 330137 h 876300"/>
                <a:gd name="connsiteX2464" fmla="*/ 1429322 w 2419350"/>
                <a:gd name="connsiteY2464" fmla="*/ 329660 h 876300"/>
                <a:gd name="connsiteX2465" fmla="*/ 1429607 w 2419350"/>
                <a:gd name="connsiteY2465" fmla="*/ 329089 h 876300"/>
                <a:gd name="connsiteX2466" fmla="*/ 1429512 w 2419350"/>
                <a:gd name="connsiteY2466" fmla="*/ 328422 h 876300"/>
                <a:gd name="connsiteX2467" fmla="*/ 1429226 w 2419350"/>
                <a:gd name="connsiteY2467" fmla="*/ 327565 h 876300"/>
                <a:gd name="connsiteX2468" fmla="*/ 1420082 w 2419350"/>
                <a:gd name="connsiteY2468" fmla="*/ 331089 h 876300"/>
                <a:gd name="connsiteX2469" fmla="*/ 1421225 w 2419350"/>
                <a:gd name="connsiteY2469" fmla="*/ 330422 h 876300"/>
                <a:gd name="connsiteX2470" fmla="*/ 1422368 w 2419350"/>
                <a:gd name="connsiteY2470" fmla="*/ 330899 h 876300"/>
                <a:gd name="connsiteX2471" fmla="*/ 1423416 w 2419350"/>
                <a:gd name="connsiteY2471" fmla="*/ 330708 h 876300"/>
                <a:gd name="connsiteX2472" fmla="*/ 1424273 w 2419350"/>
                <a:gd name="connsiteY2472" fmla="*/ 330041 h 876300"/>
                <a:gd name="connsiteX2473" fmla="*/ 1424845 w 2419350"/>
                <a:gd name="connsiteY2473" fmla="*/ 328994 h 876300"/>
                <a:gd name="connsiteX2474" fmla="*/ 1424940 w 2419350"/>
                <a:gd name="connsiteY2474" fmla="*/ 328041 h 876300"/>
                <a:gd name="connsiteX2475" fmla="*/ 1424845 w 2419350"/>
                <a:gd name="connsiteY2475" fmla="*/ 327374 h 876300"/>
                <a:gd name="connsiteX2476" fmla="*/ 1424464 w 2419350"/>
                <a:gd name="connsiteY2476" fmla="*/ 326993 h 876300"/>
                <a:gd name="connsiteX2477" fmla="*/ 1423702 w 2419350"/>
                <a:gd name="connsiteY2477" fmla="*/ 326898 h 876300"/>
                <a:gd name="connsiteX2478" fmla="*/ 1422845 w 2419350"/>
                <a:gd name="connsiteY2478" fmla="*/ 326898 h 876300"/>
                <a:gd name="connsiteX2479" fmla="*/ 1422368 w 2419350"/>
                <a:gd name="connsiteY2479" fmla="*/ 326803 h 876300"/>
                <a:gd name="connsiteX2480" fmla="*/ 1420939 w 2419350"/>
                <a:gd name="connsiteY2480" fmla="*/ 326231 h 876300"/>
                <a:gd name="connsiteX2481" fmla="*/ 1420368 w 2419350"/>
                <a:gd name="connsiteY2481" fmla="*/ 326041 h 876300"/>
                <a:gd name="connsiteX2482" fmla="*/ 1418273 w 2419350"/>
                <a:gd name="connsiteY2482" fmla="*/ 325946 h 876300"/>
                <a:gd name="connsiteX2483" fmla="*/ 1418082 w 2419350"/>
                <a:gd name="connsiteY2483" fmla="*/ 326136 h 876300"/>
                <a:gd name="connsiteX2484" fmla="*/ 1418177 w 2419350"/>
                <a:gd name="connsiteY2484" fmla="*/ 327088 h 876300"/>
                <a:gd name="connsiteX2485" fmla="*/ 1418082 w 2419350"/>
                <a:gd name="connsiteY2485" fmla="*/ 327374 h 876300"/>
                <a:gd name="connsiteX2486" fmla="*/ 1417701 w 2419350"/>
                <a:gd name="connsiteY2486" fmla="*/ 327374 h 876300"/>
                <a:gd name="connsiteX2487" fmla="*/ 1417320 w 2419350"/>
                <a:gd name="connsiteY2487" fmla="*/ 327184 h 876300"/>
                <a:gd name="connsiteX2488" fmla="*/ 1417034 w 2419350"/>
                <a:gd name="connsiteY2488" fmla="*/ 326993 h 876300"/>
                <a:gd name="connsiteX2489" fmla="*/ 1416939 w 2419350"/>
                <a:gd name="connsiteY2489" fmla="*/ 326898 h 876300"/>
                <a:gd name="connsiteX2490" fmla="*/ 1415891 w 2419350"/>
                <a:gd name="connsiteY2490" fmla="*/ 326803 h 876300"/>
                <a:gd name="connsiteX2491" fmla="*/ 1415320 w 2419350"/>
                <a:gd name="connsiteY2491" fmla="*/ 326898 h 876300"/>
                <a:gd name="connsiteX2492" fmla="*/ 1415129 w 2419350"/>
                <a:gd name="connsiteY2492" fmla="*/ 327470 h 876300"/>
                <a:gd name="connsiteX2493" fmla="*/ 1414939 w 2419350"/>
                <a:gd name="connsiteY2493" fmla="*/ 328231 h 876300"/>
                <a:gd name="connsiteX2494" fmla="*/ 1414653 w 2419350"/>
                <a:gd name="connsiteY2494" fmla="*/ 328708 h 876300"/>
                <a:gd name="connsiteX2495" fmla="*/ 1414653 w 2419350"/>
                <a:gd name="connsiteY2495" fmla="*/ 329279 h 876300"/>
                <a:gd name="connsiteX2496" fmla="*/ 1415415 w 2419350"/>
                <a:gd name="connsiteY2496" fmla="*/ 330137 h 876300"/>
                <a:gd name="connsiteX2497" fmla="*/ 1416653 w 2419350"/>
                <a:gd name="connsiteY2497" fmla="*/ 330803 h 876300"/>
                <a:gd name="connsiteX2498" fmla="*/ 1418368 w 2419350"/>
                <a:gd name="connsiteY2498" fmla="*/ 331184 h 876300"/>
                <a:gd name="connsiteX2499" fmla="*/ 1420082 w 2419350"/>
                <a:gd name="connsiteY2499" fmla="*/ 331089 h 876300"/>
                <a:gd name="connsiteX2500" fmla="*/ 1435703 w 2419350"/>
                <a:gd name="connsiteY2500" fmla="*/ 322040 h 876300"/>
                <a:gd name="connsiteX2501" fmla="*/ 1435989 w 2419350"/>
                <a:gd name="connsiteY2501" fmla="*/ 322231 h 876300"/>
                <a:gd name="connsiteX2502" fmla="*/ 1436370 w 2419350"/>
                <a:gd name="connsiteY2502" fmla="*/ 322231 h 876300"/>
                <a:gd name="connsiteX2503" fmla="*/ 1437132 w 2419350"/>
                <a:gd name="connsiteY2503" fmla="*/ 321945 h 876300"/>
                <a:gd name="connsiteX2504" fmla="*/ 1437418 w 2419350"/>
                <a:gd name="connsiteY2504" fmla="*/ 321945 h 876300"/>
                <a:gd name="connsiteX2505" fmla="*/ 1438942 w 2419350"/>
                <a:gd name="connsiteY2505" fmla="*/ 322993 h 876300"/>
                <a:gd name="connsiteX2506" fmla="*/ 1440656 w 2419350"/>
                <a:gd name="connsiteY2506" fmla="*/ 326327 h 876300"/>
                <a:gd name="connsiteX2507" fmla="*/ 1441799 w 2419350"/>
                <a:gd name="connsiteY2507" fmla="*/ 327660 h 876300"/>
                <a:gd name="connsiteX2508" fmla="*/ 1442180 w 2419350"/>
                <a:gd name="connsiteY2508" fmla="*/ 327279 h 876300"/>
                <a:gd name="connsiteX2509" fmla="*/ 1441799 w 2419350"/>
                <a:gd name="connsiteY2509" fmla="*/ 326517 h 876300"/>
                <a:gd name="connsiteX2510" fmla="*/ 1441418 w 2419350"/>
                <a:gd name="connsiteY2510" fmla="*/ 325374 h 876300"/>
                <a:gd name="connsiteX2511" fmla="*/ 1441228 w 2419350"/>
                <a:gd name="connsiteY2511" fmla="*/ 324231 h 876300"/>
                <a:gd name="connsiteX2512" fmla="*/ 1441418 w 2419350"/>
                <a:gd name="connsiteY2512" fmla="*/ 323279 h 876300"/>
                <a:gd name="connsiteX2513" fmla="*/ 1440942 w 2419350"/>
                <a:gd name="connsiteY2513" fmla="*/ 322517 h 876300"/>
                <a:gd name="connsiteX2514" fmla="*/ 1440180 w 2419350"/>
                <a:gd name="connsiteY2514" fmla="*/ 321945 h 876300"/>
                <a:gd name="connsiteX2515" fmla="*/ 1439228 w 2419350"/>
                <a:gd name="connsiteY2515" fmla="*/ 321564 h 876300"/>
                <a:gd name="connsiteX2516" fmla="*/ 1437132 w 2419350"/>
                <a:gd name="connsiteY2516" fmla="*/ 320993 h 876300"/>
                <a:gd name="connsiteX2517" fmla="*/ 1436561 w 2419350"/>
                <a:gd name="connsiteY2517" fmla="*/ 320707 h 876300"/>
                <a:gd name="connsiteX2518" fmla="*/ 1436370 w 2419350"/>
                <a:gd name="connsiteY2518" fmla="*/ 320326 h 876300"/>
                <a:gd name="connsiteX2519" fmla="*/ 1436084 w 2419350"/>
                <a:gd name="connsiteY2519" fmla="*/ 320230 h 876300"/>
                <a:gd name="connsiteX2520" fmla="*/ 1434656 w 2419350"/>
                <a:gd name="connsiteY2520" fmla="*/ 319754 h 876300"/>
                <a:gd name="connsiteX2521" fmla="*/ 1434179 w 2419350"/>
                <a:gd name="connsiteY2521" fmla="*/ 319373 h 876300"/>
                <a:gd name="connsiteX2522" fmla="*/ 1433893 w 2419350"/>
                <a:gd name="connsiteY2522" fmla="*/ 319945 h 876300"/>
                <a:gd name="connsiteX2523" fmla="*/ 1434084 w 2419350"/>
                <a:gd name="connsiteY2523" fmla="*/ 320421 h 876300"/>
                <a:gd name="connsiteX2524" fmla="*/ 1434941 w 2419350"/>
                <a:gd name="connsiteY2524" fmla="*/ 321183 h 876300"/>
                <a:gd name="connsiteX2525" fmla="*/ 1435703 w 2419350"/>
                <a:gd name="connsiteY2525" fmla="*/ 322040 h 876300"/>
                <a:gd name="connsiteX2526" fmla="*/ 1402651 w 2419350"/>
                <a:gd name="connsiteY2526" fmla="*/ 315944 h 876300"/>
                <a:gd name="connsiteX2527" fmla="*/ 1400747 w 2419350"/>
                <a:gd name="connsiteY2527" fmla="*/ 315944 h 876300"/>
                <a:gd name="connsiteX2528" fmla="*/ 1399223 w 2419350"/>
                <a:gd name="connsiteY2528" fmla="*/ 316992 h 876300"/>
                <a:gd name="connsiteX2529" fmla="*/ 1399508 w 2419350"/>
                <a:gd name="connsiteY2529" fmla="*/ 318992 h 876300"/>
                <a:gd name="connsiteX2530" fmla="*/ 1400842 w 2419350"/>
                <a:gd name="connsiteY2530" fmla="*/ 320040 h 876300"/>
                <a:gd name="connsiteX2531" fmla="*/ 1402080 w 2419350"/>
                <a:gd name="connsiteY2531" fmla="*/ 319754 h 876300"/>
                <a:gd name="connsiteX2532" fmla="*/ 1403032 w 2419350"/>
                <a:gd name="connsiteY2532" fmla="*/ 318611 h 876300"/>
                <a:gd name="connsiteX2533" fmla="*/ 1403414 w 2419350"/>
                <a:gd name="connsiteY2533" fmla="*/ 317087 h 876300"/>
                <a:gd name="connsiteX2534" fmla="*/ 1402651 w 2419350"/>
                <a:gd name="connsiteY2534" fmla="*/ 315944 h 876300"/>
                <a:gd name="connsiteX2535" fmla="*/ 1424940 w 2419350"/>
                <a:gd name="connsiteY2535" fmla="*/ 583311 h 876300"/>
                <a:gd name="connsiteX2536" fmla="*/ 1425321 w 2419350"/>
                <a:gd name="connsiteY2536" fmla="*/ 583121 h 876300"/>
                <a:gd name="connsiteX2537" fmla="*/ 1425512 w 2419350"/>
                <a:gd name="connsiteY2537" fmla="*/ 582644 h 876300"/>
                <a:gd name="connsiteX2538" fmla="*/ 1425321 w 2419350"/>
                <a:gd name="connsiteY2538" fmla="*/ 581311 h 876300"/>
                <a:gd name="connsiteX2539" fmla="*/ 1424940 w 2419350"/>
                <a:gd name="connsiteY2539" fmla="*/ 580549 h 876300"/>
                <a:gd name="connsiteX2540" fmla="*/ 1424368 w 2419350"/>
                <a:gd name="connsiteY2540" fmla="*/ 579977 h 876300"/>
                <a:gd name="connsiteX2541" fmla="*/ 1423797 w 2419350"/>
                <a:gd name="connsiteY2541" fmla="*/ 579215 h 876300"/>
                <a:gd name="connsiteX2542" fmla="*/ 1422559 w 2419350"/>
                <a:gd name="connsiteY2542" fmla="*/ 579406 h 876300"/>
                <a:gd name="connsiteX2543" fmla="*/ 1421892 w 2419350"/>
                <a:gd name="connsiteY2543" fmla="*/ 578549 h 876300"/>
                <a:gd name="connsiteX2544" fmla="*/ 1421130 w 2419350"/>
                <a:gd name="connsiteY2544" fmla="*/ 575501 h 876300"/>
                <a:gd name="connsiteX2545" fmla="*/ 1420844 w 2419350"/>
                <a:gd name="connsiteY2545" fmla="*/ 575024 h 876300"/>
                <a:gd name="connsiteX2546" fmla="*/ 1420463 w 2419350"/>
                <a:gd name="connsiteY2546" fmla="*/ 574834 h 876300"/>
                <a:gd name="connsiteX2547" fmla="*/ 1419892 w 2419350"/>
                <a:gd name="connsiteY2547" fmla="*/ 575024 h 876300"/>
                <a:gd name="connsiteX2548" fmla="*/ 1419130 w 2419350"/>
                <a:gd name="connsiteY2548" fmla="*/ 576072 h 876300"/>
                <a:gd name="connsiteX2549" fmla="*/ 1418749 w 2419350"/>
                <a:gd name="connsiteY2549" fmla="*/ 576263 h 876300"/>
                <a:gd name="connsiteX2550" fmla="*/ 1417796 w 2419350"/>
                <a:gd name="connsiteY2550" fmla="*/ 576263 h 876300"/>
                <a:gd name="connsiteX2551" fmla="*/ 1417320 w 2419350"/>
                <a:gd name="connsiteY2551" fmla="*/ 575786 h 876300"/>
                <a:gd name="connsiteX2552" fmla="*/ 1417320 w 2419350"/>
                <a:gd name="connsiteY2552" fmla="*/ 575024 h 876300"/>
                <a:gd name="connsiteX2553" fmla="*/ 1417606 w 2419350"/>
                <a:gd name="connsiteY2553" fmla="*/ 574167 h 876300"/>
                <a:gd name="connsiteX2554" fmla="*/ 1416653 w 2419350"/>
                <a:gd name="connsiteY2554" fmla="*/ 574548 h 876300"/>
                <a:gd name="connsiteX2555" fmla="*/ 1415701 w 2419350"/>
                <a:gd name="connsiteY2555" fmla="*/ 575120 h 876300"/>
                <a:gd name="connsiteX2556" fmla="*/ 1414843 w 2419350"/>
                <a:gd name="connsiteY2556" fmla="*/ 575881 h 876300"/>
                <a:gd name="connsiteX2557" fmla="*/ 1414272 w 2419350"/>
                <a:gd name="connsiteY2557" fmla="*/ 576739 h 876300"/>
                <a:gd name="connsiteX2558" fmla="*/ 1415320 w 2419350"/>
                <a:gd name="connsiteY2558" fmla="*/ 577787 h 876300"/>
                <a:gd name="connsiteX2559" fmla="*/ 1415796 w 2419350"/>
                <a:gd name="connsiteY2559" fmla="*/ 578358 h 876300"/>
                <a:gd name="connsiteX2560" fmla="*/ 1415796 w 2419350"/>
                <a:gd name="connsiteY2560" fmla="*/ 578834 h 876300"/>
                <a:gd name="connsiteX2561" fmla="*/ 1415320 w 2419350"/>
                <a:gd name="connsiteY2561" fmla="*/ 579120 h 876300"/>
                <a:gd name="connsiteX2562" fmla="*/ 1413891 w 2419350"/>
                <a:gd name="connsiteY2562" fmla="*/ 579311 h 876300"/>
                <a:gd name="connsiteX2563" fmla="*/ 1413605 w 2419350"/>
                <a:gd name="connsiteY2563" fmla="*/ 579692 h 876300"/>
                <a:gd name="connsiteX2564" fmla="*/ 1413510 w 2419350"/>
                <a:gd name="connsiteY2564" fmla="*/ 580358 h 876300"/>
                <a:gd name="connsiteX2565" fmla="*/ 1413224 w 2419350"/>
                <a:gd name="connsiteY2565" fmla="*/ 581025 h 876300"/>
                <a:gd name="connsiteX2566" fmla="*/ 1412843 w 2419350"/>
                <a:gd name="connsiteY2566" fmla="*/ 581692 h 876300"/>
                <a:gd name="connsiteX2567" fmla="*/ 1412367 w 2419350"/>
                <a:gd name="connsiteY2567" fmla="*/ 582263 h 876300"/>
                <a:gd name="connsiteX2568" fmla="*/ 1412081 w 2419350"/>
                <a:gd name="connsiteY2568" fmla="*/ 582930 h 876300"/>
                <a:gd name="connsiteX2569" fmla="*/ 1412176 w 2419350"/>
                <a:gd name="connsiteY2569" fmla="*/ 584454 h 876300"/>
                <a:gd name="connsiteX2570" fmla="*/ 1411796 w 2419350"/>
                <a:gd name="connsiteY2570" fmla="*/ 585026 h 876300"/>
                <a:gd name="connsiteX2571" fmla="*/ 1412843 w 2419350"/>
                <a:gd name="connsiteY2571" fmla="*/ 587216 h 876300"/>
                <a:gd name="connsiteX2572" fmla="*/ 1415034 w 2419350"/>
                <a:gd name="connsiteY2572" fmla="*/ 590360 h 876300"/>
                <a:gd name="connsiteX2573" fmla="*/ 1415510 w 2419350"/>
                <a:gd name="connsiteY2573" fmla="*/ 591503 h 876300"/>
                <a:gd name="connsiteX2574" fmla="*/ 1415796 w 2419350"/>
                <a:gd name="connsiteY2574" fmla="*/ 591979 h 876300"/>
                <a:gd name="connsiteX2575" fmla="*/ 1416367 w 2419350"/>
                <a:gd name="connsiteY2575" fmla="*/ 592360 h 876300"/>
                <a:gd name="connsiteX2576" fmla="*/ 1416844 w 2419350"/>
                <a:gd name="connsiteY2576" fmla="*/ 592455 h 876300"/>
                <a:gd name="connsiteX2577" fmla="*/ 1417320 w 2419350"/>
                <a:gd name="connsiteY2577" fmla="*/ 592455 h 876300"/>
                <a:gd name="connsiteX2578" fmla="*/ 1418082 w 2419350"/>
                <a:gd name="connsiteY2578" fmla="*/ 592646 h 876300"/>
                <a:gd name="connsiteX2579" fmla="*/ 1418939 w 2419350"/>
                <a:gd name="connsiteY2579" fmla="*/ 593598 h 876300"/>
                <a:gd name="connsiteX2580" fmla="*/ 1420463 w 2419350"/>
                <a:gd name="connsiteY2580" fmla="*/ 596075 h 876300"/>
                <a:gd name="connsiteX2581" fmla="*/ 1421130 w 2419350"/>
                <a:gd name="connsiteY2581" fmla="*/ 596170 h 876300"/>
                <a:gd name="connsiteX2582" fmla="*/ 1421892 w 2419350"/>
                <a:gd name="connsiteY2582" fmla="*/ 595884 h 876300"/>
                <a:gd name="connsiteX2583" fmla="*/ 1422845 w 2419350"/>
                <a:gd name="connsiteY2583" fmla="*/ 595979 h 876300"/>
                <a:gd name="connsiteX2584" fmla="*/ 1423797 w 2419350"/>
                <a:gd name="connsiteY2584" fmla="*/ 595979 h 876300"/>
                <a:gd name="connsiteX2585" fmla="*/ 1424559 w 2419350"/>
                <a:gd name="connsiteY2585" fmla="*/ 595217 h 876300"/>
                <a:gd name="connsiteX2586" fmla="*/ 1424845 w 2419350"/>
                <a:gd name="connsiteY2586" fmla="*/ 594170 h 876300"/>
                <a:gd name="connsiteX2587" fmla="*/ 1424749 w 2419350"/>
                <a:gd name="connsiteY2587" fmla="*/ 585597 h 876300"/>
                <a:gd name="connsiteX2588" fmla="*/ 1424464 w 2419350"/>
                <a:gd name="connsiteY2588" fmla="*/ 584168 h 876300"/>
                <a:gd name="connsiteX2589" fmla="*/ 1424654 w 2419350"/>
                <a:gd name="connsiteY2589" fmla="*/ 583597 h 876300"/>
                <a:gd name="connsiteX2590" fmla="*/ 1424940 w 2419350"/>
                <a:gd name="connsiteY2590" fmla="*/ 583311 h 876300"/>
                <a:gd name="connsiteX2591" fmla="*/ 811911 w 2419350"/>
                <a:gd name="connsiteY2591" fmla="*/ 615791 h 876300"/>
                <a:gd name="connsiteX2592" fmla="*/ 811911 w 2419350"/>
                <a:gd name="connsiteY2592" fmla="*/ 616172 h 876300"/>
                <a:gd name="connsiteX2593" fmla="*/ 812197 w 2419350"/>
                <a:gd name="connsiteY2593" fmla="*/ 616744 h 876300"/>
                <a:gd name="connsiteX2594" fmla="*/ 812387 w 2419350"/>
                <a:gd name="connsiteY2594" fmla="*/ 617411 h 876300"/>
                <a:gd name="connsiteX2595" fmla="*/ 812768 w 2419350"/>
                <a:gd name="connsiteY2595" fmla="*/ 617792 h 876300"/>
                <a:gd name="connsiteX2596" fmla="*/ 813435 w 2419350"/>
                <a:gd name="connsiteY2596" fmla="*/ 617411 h 876300"/>
                <a:gd name="connsiteX2597" fmla="*/ 814197 w 2419350"/>
                <a:gd name="connsiteY2597" fmla="*/ 616458 h 876300"/>
                <a:gd name="connsiteX2598" fmla="*/ 814292 w 2419350"/>
                <a:gd name="connsiteY2598" fmla="*/ 615505 h 876300"/>
                <a:gd name="connsiteX2599" fmla="*/ 813911 w 2419350"/>
                <a:gd name="connsiteY2599" fmla="*/ 615125 h 876300"/>
                <a:gd name="connsiteX2600" fmla="*/ 812482 w 2419350"/>
                <a:gd name="connsiteY2600" fmla="*/ 615410 h 876300"/>
                <a:gd name="connsiteX2601" fmla="*/ 811911 w 2419350"/>
                <a:gd name="connsiteY2601" fmla="*/ 615791 h 876300"/>
                <a:gd name="connsiteX2602" fmla="*/ 660368 w 2419350"/>
                <a:gd name="connsiteY2602" fmla="*/ 256794 h 876300"/>
                <a:gd name="connsiteX2603" fmla="*/ 660845 w 2419350"/>
                <a:gd name="connsiteY2603" fmla="*/ 256794 h 876300"/>
                <a:gd name="connsiteX2604" fmla="*/ 661130 w 2419350"/>
                <a:gd name="connsiteY2604" fmla="*/ 256985 h 876300"/>
                <a:gd name="connsiteX2605" fmla="*/ 661130 w 2419350"/>
                <a:gd name="connsiteY2605" fmla="*/ 257461 h 876300"/>
                <a:gd name="connsiteX2606" fmla="*/ 660845 w 2419350"/>
                <a:gd name="connsiteY2606" fmla="*/ 257842 h 876300"/>
                <a:gd name="connsiteX2607" fmla="*/ 660559 w 2419350"/>
                <a:gd name="connsiteY2607" fmla="*/ 258128 h 876300"/>
                <a:gd name="connsiteX2608" fmla="*/ 660559 w 2419350"/>
                <a:gd name="connsiteY2608" fmla="*/ 258413 h 876300"/>
                <a:gd name="connsiteX2609" fmla="*/ 661225 w 2419350"/>
                <a:gd name="connsiteY2609" fmla="*/ 258699 h 876300"/>
                <a:gd name="connsiteX2610" fmla="*/ 662083 w 2419350"/>
                <a:gd name="connsiteY2610" fmla="*/ 258223 h 876300"/>
                <a:gd name="connsiteX2611" fmla="*/ 663416 w 2419350"/>
                <a:gd name="connsiteY2611" fmla="*/ 256699 h 876300"/>
                <a:gd name="connsiteX2612" fmla="*/ 663226 w 2419350"/>
                <a:gd name="connsiteY2612" fmla="*/ 256318 h 876300"/>
                <a:gd name="connsiteX2613" fmla="*/ 662559 w 2419350"/>
                <a:gd name="connsiteY2613" fmla="*/ 255842 h 876300"/>
                <a:gd name="connsiteX2614" fmla="*/ 661321 w 2419350"/>
                <a:gd name="connsiteY2614" fmla="*/ 255270 h 876300"/>
                <a:gd name="connsiteX2615" fmla="*/ 660654 w 2419350"/>
                <a:gd name="connsiteY2615" fmla="*/ 255270 h 876300"/>
                <a:gd name="connsiteX2616" fmla="*/ 660082 w 2419350"/>
                <a:gd name="connsiteY2616" fmla="*/ 255461 h 876300"/>
                <a:gd name="connsiteX2617" fmla="*/ 659701 w 2419350"/>
                <a:gd name="connsiteY2617" fmla="*/ 255842 h 876300"/>
                <a:gd name="connsiteX2618" fmla="*/ 659606 w 2419350"/>
                <a:gd name="connsiteY2618" fmla="*/ 256318 h 876300"/>
                <a:gd name="connsiteX2619" fmla="*/ 659987 w 2419350"/>
                <a:gd name="connsiteY2619" fmla="*/ 256889 h 876300"/>
                <a:gd name="connsiteX2620" fmla="*/ 660368 w 2419350"/>
                <a:gd name="connsiteY2620" fmla="*/ 256794 h 876300"/>
                <a:gd name="connsiteX2621" fmla="*/ 663607 w 2419350"/>
                <a:gd name="connsiteY2621" fmla="*/ 456629 h 876300"/>
                <a:gd name="connsiteX2622" fmla="*/ 663797 w 2419350"/>
                <a:gd name="connsiteY2622" fmla="*/ 458343 h 876300"/>
                <a:gd name="connsiteX2623" fmla="*/ 663512 w 2419350"/>
                <a:gd name="connsiteY2623" fmla="*/ 459772 h 876300"/>
                <a:gd name="connsiteX2624" fmla="*/ 662464 w 2419350"/>
                <a:gd name="connsiteY2624" fmla="*/ 460343 h 876300"/>
                <a:gd name="connsiteX2625" fmla="*/ 661797 w 2419350"/>
                <a:gd name="connsiteY2625" fmla="*/ 460534 h 876300"/>
                <a:gd name="connsiteX2626" fmla="*/ 661130 w 2419350"/>
                <a:gd name="connsiteY2626" fmla="*/ 460915 h 876300"/>
                <a:gd name="connsiteX2627" fmla="*/ 660654 w 2419350"/>
                <a:gd name="connsiteY2627" fmla="*/ 461486 h 876300"/>
                <a:gd name="connsiteX2628" fmla="*/ 660559 w 2419350"/>
                <a:gd name="connsiteY2628" fmla="*/ 462058 h 876300"/>
                <a:gd name="connsiteX2629" fmla="*/ 660845 w 2419350"/>
                <a:gd name="connsiteY2629" fmla="*/ 462629 h 876300"/>
                <a:gd name="connsiteX2630" fmla="*/ 661321 w 2419350"/>
                <a:gd name="connsiteY2630" fmla="*/ 462629 h 876300"/>
                <a:gd name="connsiteX2631" fmla="*/ 662654 w 2419350"/>
                <a:gd name="connsiteY2631" fmla="*/ 462058 h 876300"/>
                <a:gd name="connsiteX2632" fmla="*/ 663607 w 2419350"/>
                <a:gd name="connsiteY2632" fmla="*/ 461867 h 876300"/>
                <a:gd name="connsiteX2633" fmla="*/ 663892 w 2419350"/>
                <a:gd name="connsiteY2633" fmla="*/ 462058 h 876300"/>
                <a:gd name="connsiteX2634" fmla="*/ 663797 w 2419350"/>
                <a:gd name="connsiteY2634" fmla="*/ 463963 h 876300"/>
                <a:gd name="connsiteX2635" fmla="*/ 663607 w 2419350"/>
                <a:gd name="connsiteY2635" fmla="*/ 464534 h 876300"/>
                <a:gd name="connsiteX2636" fmla="*/ 662654 w 2419350"/>
                <a:gd name="connsiteY2636" fmla="*/ 465677 h 876300"/>
                <a:gd name="connsiteX2637" fmla="*/ 662368 w 2419350"/>
                <a:gd name="connsiteY2637" fmla="*/ 466344 h 876300"/>
                <a:gd name="connsiteX2638" fmla="*/ 662368 w 2419350"/>
                <a:gd name="connsiteY2638" fmla="*/ 467011 h 876300"/>
                <a:gd name="connsiteX2639" fmla="*/ 662559 w 2419350"/>
                <a:gd name="connsiteY2639" fmla="*/ 467487 h 876300"/>
                <a:gd name="connsiteX2640" fmla="*/ 662845 w 2419350"/>
                <a:gd name="connsiteY2640" fmla="*/ 467963 h 876300"/>
                <a:gd name="connsiteX2641" fmla="*/ 663035 w 2419350"/>
                <a:gd name="connsiteY2641" fmla="*/ 468535 h 876300"/>
                <a:gd name="connsiteX2642" fmla="*/ 663035 w 2419350"/>
                <a:gd name="connsiteY2642" fmla="*/ 469106 h 876300"/>
                <a:gd name="connsiteX2643" fmla="*/ 662940 w 2419350"/>
                <a:gd name="connsiteY2643" fmla="*/ 469773 h 876300"/>
                <a:gd name="connsiteX2644" fmla="*/ 662940 w 2419350"/>
                <a:gd name="connsiteY2644" fmla="*/ 470345 h 876300"/>
                <a:gd name="connsiteX2645" fmla="*/ 663130 w 2419350"/>
                <a:gd name="connsiteY2645" fmla="*/ 470821 h 876300"/>
                <a:gd name="connsiteX2646" fmla="*/ 664559 w 2419350"/>
                <a:gd name="connsiteY2646" fmla="*/ 471964 h 876300"/>
                <a:gd name="connsiteX2647" fmla="*/ 664940 w 2419350"/>
                <a:gd name="connsiteY2647" fmla="*/ 472440 h 876300"/>
                <a:gd name="connsiteX2648" fmla="*/ 665131 w 2419350"/>
                <a:gd name="connsiteY2648" fmla="*/ 472630 h 876300"/>
                <a:gd name="connsiteX2649" fmla="*/ 665416 w 2419350"/>
                <a:gd name="connsiteY2649" fmla="*/ 472821 h 876300"/>
                <a:gd name="connsiteX2650" fmla="*/ 665512 w 2419350"/>
                <a:gd name="connsiteY2650" fmla="*/ 473202 h 876300"/>
                <a:gd name="connsiteX2651" fmla="*/ 665416 w 2419350"/>
                <a:gd name="connsiteY2651" fmla="*/ 473393 h 876300"/>
                <a:gd name="connsiteX2652" fmla="*/ 663512 w 2419350"/>
                <a:gd name="connsiteY2652" fmla="*/ 475679 h 876300"/>
                <a:gd name="connsiteX2653" fmla="*/ 662940 w 2419350"/>
                <a:gd name="connsiteY2653" fmla="*/ 477203 h 876300"/>
                <a:gd name="connsiteX2654" fmla="*/ 663416 w 2419350"/>
                <a:gd name="connsiteY2654" fmla="*/ 478346 h 876300"/>
                <a:gd name="connsiteX2655" fmla="*/ 664940 w 2419350"/>
                <a:gd name="connsiteY2655" fmla="*/ 479012 h 876300"/>
                <a:gd name="connsiteX2656" fmla="*/ 666369 w 2419350"/>
                <a:gd name="connsiteY2656" fmla="*/ 478536 h 876300"/>
                <a:gd name="connsiteX2657" fmla="*/ 667798 w 2419350"/>
                <a:gd name="connsiteY2657" fmla="*/ 476726 h 876300"/>
                <a:gd name="connsiteX2658" fmla="*/ 671322 w 2419350"/>
                <a:gd name="connsiteY2658" fmla="*/ 476726 h 876300"/>
                <a:gd name="connsiteX2659" fmla="*/ 674561 w 2419350"/>
                <a:gd name="connsiteY2659" fmla="*/ 475107 h 876300"/>
                <a:gd name="connsiteX2660" fmla="*/ 675989 w 2419350"/>
                <a:gd name="connsiteY2660" fmla="*/ 473964 h 876300"/>
                <a:gd name="connsiteX2661" fmla="*/ 675989 w 2419350"/>
                <a:gd name="connsiteY2661" fmla="*/ 471964 h 876300"/>
                <a:gd name="connsiteX2662" fmla="*/ 675132 w 2419350"/>
                <a:gd name="connsiteY2662" fmla="*/ 470535 h 876300"/>
                <a:gd name="connsiteX2663" fmla="*/ 675132 w 2419350"/>
                <a:gd name="connsiteY2663" fmla="*/ 469773 h 876300"/>
                <a:gd name="connsiteX2664" fmla="*/ 676180 w 2419350"/>
                <a:gd name="connsiteY2664" fmla="*/ 469487 h 876300"/>
                <a:gd name="connsiteX2665" fmla="*/ 676942 w 2419350"/>
                <a:gd name="connsiteY2665" fmla="*/ 469297 h 876300"/>
                <a:gd name="connsiteX2666" fmla="*/ 677228 w 2419350"/>
                <a:gd name="connsiteY2666" fmla="*/ 469011 h 876300"/>
                <a:gd name="connsiteX2667" fmla="*/ 677513 w 2419350"/>
                <a:gd name="connsiteY2667" fmla="*/ 469011 h 876300"/>
                <a:gd name="connsiteX2668" fmla="*/ 678180 w 2419350"/>
                <a:gd name="connsiteY2668" fmla="*/ 469487 h 876300"/>
                <a:gd name="connsiteX2669" fmla="*/ 678561 w 2419350"/>
                <a:gd name="connsiteY2669" fmla="*/ 469963 h 876300"/>
                <a:gd name="connsiteX2670" fmla="*/ 678656 w 2419350"/>
                <a:gd name="connsiteY2670" fmla="*/ 470440 h 876300"/>
                <a:gd name="connsiteX2671" fmla="*/ 678656 w 2419350"/>
                <a:gd name="connsiteY2671" fmla="*/ 470821 h 876300"/>
                <a:gd name="connsiteX2672" fmla="*/ 678561 w 2419350"/>
                <a:gd name="connsiteY2672" fmla="*/ 470916 h 876300"/>
                <a:gd name="connsiteX2673" fmla="*/ 681323 w 2419350"/>
                <a:gd name="connsiteY2673" fmla="*/ 473393 h 876300"/>
                <a:gd name="connsiteX2674" fmla="*/ 682657 w 2419350"/>
                <a:gd name="connsiteY2674" fmla="*/ 474250 h 876300"/>
                <a:gd name="connsiteX2675" fmla="*/ 682847 w 2419350"/>
                <a:gd name="connsiteY2675" fmla="*/ 475393 h 876300"/>
                <a:gd name="connsiteX2676" fmla="*/ 682942 w 2419350"/>
                <a:gd name="connsiteY2676" fmla="*/ 477774 h 876300"/>
                <a:gd name="connsiteX2677" fmla="*/ 683419 w 2419350"/>
                <a:gd name="connsiteY2677" fmla="*/ 478917 h 876300"/>
                <a:gd name="connsiteX2678" fmla="*/ 684086 w 2419350"/>
                <a:gd name="connsiteY2678" fmla="*/ 479012 h 876300"/>
                <a:gd name="connsiteX2679" fmla="*/ 685038 w 2419350"/>
                <a:gd name="connsiteY2679" fmla="*/ 478727 h 876300"/>
                <a:gd name="connsiteX2680" fmla="*/ 686276 w 2419350"/>
                <a:gd name="connsiteY2680" fmla="*/ 478536 h 876300"/>
                <a:gd name="connsiteX2681" fmla="*/ 687800 w 2419350"/>
                <a:gd name="connsiteY2681" fmla="*/ 478441 h 876300"/>
                <a:gd name="connsiteX2682" fmla="*/ 688276 w 2419350"/>
                <a:gd name="connsiteY2682" fmla="*/ 478155 h 876300"/>
                <a:gd name="connsiteX2683" fmla="*/ 688276 w 2419350"/>
                <a:gd name="connsiteY2683" fmla="*/ 476250 h 876300"/>
                <a:gd name="connsiteX2684" fmla="*/ 688562 w 2419350"/>
                <a:gd name="connsiteY2684" fmla="*/ 475297 h 876300"/>
                <a:gd name="connsiteX2685" fmla="*/ 689229 w 2419350"/>
                <a:gd name="connsiteY2685" fmla="*/ 474726 h 876300"/>
                <a:gd name="connsiteX2686" fmla="*/ 690181 w 2419350"/>
                <a:gd name="connsiteY2686" fmla="*/ 474536 h 876300"/>
                <a:gd name="connsiteX2687" fmla="*/ 691420 w 2419350"/>
                <a:gd name="connsiteY2687" fmla="*/ 474536 h 876300"/>
                <a:gd name="connsiteX2688" fmla="*/ 692467 w 2419350"/>
                <a:gd name="connsiteY2688" fmla="*/ 474345 h 876300"/>
                <a:gd name="connsiteX2689" fmla="*/ 694372 w 2419350"/>
                <a:gd name="connsiteY2689" fmla="*/ 473488 h 876300"/>
                <a:gd name="connsiteX2690" fmla="*/ 695611 w 2419350"/>
                <a:gd name="connsiteY2690" fmla="*/ 473393 h 876300"/>
                <a:gd name="connsiteX2691" fmla="*/ 695325 w 2419350"/>
                <a:gd name="connsiteY2691" fmla="*/ 472916 h 876300"/>
                <a:gd name="connsiteX2692" fmla="*/ 694372 w 2419350"/>
                <a:gd name="connsiteY2692" fmla="*/ 472154 h 876300"/>
                <a:gd name="connsiteX2693" fmla="*/ 694182 w 2419350"/>
                <a:gd name="connsiteY2693" fmla="*/ 471773 h 876300"/>
                <a:gd name="connsiteX2694" fmla="*/ 694277 w 2419350"/>
                <a:gd name="connsiteY2694" fmla="*/ 471297 h 876300"/>
                <a:gd name="connsiteX2695" fmla="*/ 694563 w 2419350"/>
                <a:gd name="connsiteY2695" fmla="*/ 470916 h 876300"/>
                <a:gd name="connsiteX2696" fmla="*/ 694849 w 2419350"/>
                <a:gd name="connsiteY2696" fmla="*/ 470630 h 876300"/>
                <a:gd name="connsiteX2697" fmla="*/ 694944 w 2419350"/>
                <a:gd name="connsiteY2697" fmla="*/ 470440 h 876300"/>
                <a:gd name="connsiteX2698" fmla="*/ 695039 w 2419350"/>
                <a:gd name="connsiteY2698" fmla="*/ 469963 h 876300"/>
                <a:gd name="connsiteX2699" fmla="*/ 695515 w 2419350"/>
                <a:gd name="connsiteY2699" fmla="*/ 468916 h 876300"/>
                <a:gd name="connsiteX2700" fmla="*/ 695706 w 2419350"/>
                <a:gd name="connsiteY2700" fmla="*/ 468439 h 876300"/>
                <a:gd name="connsiteX2701" fmla="*/ 695706 w 2419350"/>
                <a:gd name="connsiteY2701" fmla="*/ 467963 h 876300"/>
                <a:gd name="connsiteX2702" fmla="*/ 695420 w 2419350"/>
                <a:gd name="connsiteY2702" fmla="*/ 467106 h 876300"/>
                <a:gd name="connsiteX2703" fmla="*/ 695420 w 2419350"/>
                <a:gd name="connsiteY2703" fmla="*/ 466630 h 876300"/>
                <a:gd name="connsiteX2704" fmla="*/ 695992 w 2419350"/>
                <a:gd name="connsiteY2704" fmla="*/ 465201 h 876300"/>
                <a:gd name="connsiteX2705" fmla="*/ 698182 w 2419350"/>
                <a:gd name="connsiteY2705" fmla="*/ 462439 h 876300"/>
                <a:gd name="connsiteX2706" fmla="*/ 698659 w 2419350"/>
                <a:gd name="connsiteY2706" fmla="*/ 461010 h 876300"/>
                <a:gd name="connsiteX2707" fmla="*/ 698849 w 2419350"/>
                <a:gd name="connsiteY2707" fmla="*/ 460534 h 876300"/>
                <a:gd name="connsiteX2708" fmla="*/ 699325 w 2419350"/>
                <a:gd name="connsiteY2708" fmla="*/ 459962 h 876300"/>
                <a:gd name="connsiteX2709" fmla="*/ 699802 w 2419350"/>
                <a:gd name="connsiteY2709" fmla="*/ 459296 h 876300"/>
                <a:gd name="connsiteX2710" fmla="*/ 700088 w 2419350"/>
                <a:gd name="connsiteY2710" fmla="*/ 458343 h 876300"/>
                <a:gd name="connsiteX2711" fmla="*/ 699897 w 2419350"/>
                <a:gd name="connsiteY2711" fmla="*/ 457295 h 876300"/>
                <a:gd name="connsiteX2712" fmla="*/ 699135 w 2419350"/>
                <a:gd name="connsiteY2712" fmla="*/ 455486 h 876300"/>
                <a:gd name="connsiteX2713" fmla="*/ 698659 w 2419350"/>
                <a:gd name="connsiteY2713" fmla="*/ 453580 h 876300"/>
                <a:gd name="connsiteX2714" fmla="*/ 695039 w 2419350"/>
                <a:gd name="connsiteY2714" fmla="*/ 449389 h 876300"/>
                <a:gd name="connsiteX2715" fmla="*/ 694277 w 2419350"/>
                <a:gd name="connsiteY2715" fmla="*/ 449104 h 876300"/>
                <a:gd name="connsiteX2716" fmla="*/ 693230 w 2419350"/>
                <a:gd name="connsiteY2716" fmla="*/ 449580 h 876300"/>
                <a:gd name="connsiteX2717" fmla="*/ 693039 w 2419350"/>
                <a:gd name="connsiteY2717" fmla="*/ 448628 h 876300"/>
                <a:gd name="connsiteX2718" fmla="*/ 692563 w 2419350"/>
                <a:gd name="connsiteY2718" fmla="*/ 447770 h 876300"/>
                <a:gd name="connsiteX2719" fmla="*/ 691801 w 2419350"/>
                <a:gd name="connsiteY2719" fmla="*/ 447199 h 876300"/>
                <a:gd name="connsiteX2720" fmla="*/ 690943 w 2419350"/>
                <a:gd name="connsiteY2720" fmla="*/ 447008 h 876300"/>
                <a:gd name="connsiteX2721" fmla="*/ 690753 w 2419350"/>
                <a:gd name="connsiteY2721" fmla="*/ 446818 h 876300"/>
                <a:gd name="connsiteX2722" fmla="*/ 690181 w 2419350"/>
                <a:gd name="connsiteY2722" fmla="*/ 445865 h 876300"/>
                <a:gd name="connsiteX2723" fmla="*/ 689896 w 2419350"/>
                <a:gd name="connsiteY2723" fmla="*/ 445675 h 876300"/>
                <a:gd name="connsiteX2724" fmla="*/ 688276 w 2419350"/>
                <a:gd name="connsiteY2724" fmla="*/ 444913 h 876300"/>
                <a:gd name="connsiteX2725" fmla="*/ 687610 w 2419350"/>
                <a:gd name="connsiteY2725" fmla="*/ 445389 h 876300"/>
                <a:gd name="connsiteX2726" fmla="*/ 687229 w 2419350"/>
                <a:gd name="connsiteY2726" fmla="*/ 446056 h 876300"/>
                <a:gd name="connsiteX2727" fmla="*/ 686848 w 2419350"/>
                <a:gd name="connsiteY2727" fmla="*/ 447485 h 876300"/>
                <a:gd name="connsiteX2728" fmla="*/ 686467 w 2419350"/>
                <a:gd name="connsiteY2728" fmla="*/ 447485 h 876300"/>
                <a:gd name="connsiteX2729" fmla="*/ 685514 w 2419350"/>
                <a:gd name="connsiteY2729" fmla="*/ 444818 h 876300"/>
                <a:gd name="connsiteX2730" fmla="*/ 685038 w 2419350"/>
                <a:gd name="connsiteY2730" fmla="*/ 444246 h 876300"/>
                <a:gd name="connsiteX2731" fmla="*/ 684181 w 2419350"/>
                <a:gd name="connsiteY2731" fmla="*/ 443960 h 876300"/>
                <a:gd name="connsiteX2732" fmla="*/ 681418 w 2419350"/>
                <a:gd name="connsiteY2732" fmla="*/ 443389 h 876300"/>
                <a:gd name="connsiteX2733" fmla="*/ 680561 w 2419350"/>
                <a:gd name="connsiteY2733" fmla="*/ 443675 h 876300"/>
                <a:gd name="connsiteX2734" fmla="*/ 678656 w 2419350"/>
                <a:gd name="connsiteY2734" fmla="*/ 443484 h 876300"/>
                <a:gd name="connsiteX2735" fmla="*/ 676751 w 2419350"/>
                <a:gd name="connsiteY2735" fmla="*/ 442722 h 876300"/>
                <a:gd name="connsiteX2736" fmla="*/ 675989 w 2419350"/>
                <a:gd name="connsiteY2736" fmla="*/ 441388 h 876300"/>
                <a:gd name="connsiteX2737" fmla="*/ 675132 w 2419350"/>
                <a:gd name="connsiteY2737" fmla="*/ 441770 h 876300"/>
                <a:gd name="connsiteX2738" fmla="*/ 673608 w 2419350"/>
                <a:gd name="connsiteY2738" fmla="*/ 442913 h 876300"/>
                <a:gd name="connsiteX2739" fmla="*/ 672751 w 2419350"/>
                <a:gd name="connsiteY2739" fmla="*/ 443294 h 876300"/>
                <a:gd name="connsiteX2740" fmla="*/ 671893 w 2419350"/>
                <a:gd name="connsiteY2740" fmla="*/ 443294 h 876300"/>
                <a:gd name="connsiteX2741" fmla="*/ 670370 w 2419350"/>
                <a:gd name="connsiteY2741" fmla="*/ 442913 h 876300"/>
                <a:gd name="connsiteX2742" fmla="*/ 669512 w 2419350"/>
                <a:gd name="connsiteY2742" fmla="*/ 442913 h 876300"/>
                <a:gd name="connsiteX2743" fmla="*/ 667322 w 2419350"/>
                <a:gd name="connsiteY2743" fmla="*/ 443389 h 876300"/>
                <a:gd name="connsiteX2744" fmla="*/ 666464 w 2419350"/>
                <a:gd name="connsiteY2744" fmla="*/ 444627 h 876300"/>
                <a:gd name="connsiteX2745" fmla="*/ 665607 w 2419350"/>
                <a:gd name="connsiteY2745" fmla="*/ 449866 h 876300"/>
                <a:gd name="connsiteX2746" fmla="*/ 665797 w 2419350"/>
                <a:gd name="connsiteY2746" fmla="*/ 453200 h 876300"/>
                <a:gd name="connsiteX2747" fmla="*/ 665512 w 2419350"/>
                <a:gd name="connsiteY2747" fmla="*/ 453771 h 876300"/>
                <a:gd name="connsiteX2748" fmla="*/ 664750 w 2419350"/>
                <a:gd name="connsiteY2748" fmla="*/ 454438 h 876300"/>
                <a:gd name="connsiteX2749" fmla="*/ 663892 w 2419350"/>
                <a:gd name="connsiteY2749" fmla="*/ 455009 h 876300"/>
                <a:gd name="connsiteX2750" fmla="*/ 663226 w 2419350"/>
                <a:gd name="connsiteY2750" fmla="*/ 455295 h 876300"/>
                <a:gd name="connsiteX2751" fmla="*/ 663607 w 2419350"/>
                <a:gd name="connsiteY2751" fmla="*/ 456629 h 876300"/>
                <a:gd name="connsiteX2752" fmla="*/ 652653 w 2419350"/>
                <a:gd name="connsiteY2752" fmla="*/ 463296 h 876300"/>
                <a:gd name="connsiteX2753" fmla="*/ 653224 w 2419350"/>
                <a:gd name="connsiteY2753" fmla="*/ 463772 h 876300"/>
                <a:gd name="connsiteX2754" fmla="*/ 654177 w 2419350"/>
                <a:gd name="connsiteY2754" fmla="*/ 462629 h 876300"/>
                <a:gd name="connsiteX2755" fmla="*/ 655987 w 2419350"/>
                <a:gd name="connsiteY2755" fmla="*/ 462153 h 876300"/>
                <a:gd name="connsiteX2756" fmla="*/ 656939 w 2419350"/>
                <a:gd name="connsiteY2756" fmla="*/ 461296 h 876300"/>
                <a:gd name="connsiteX2757" fmla="*/ 657701 w 2419350"/>
                <a:gd name="connsiteY2757" fmla="*/ 460153 h 876300"/>
                <a:gd name="connsiteX2758" fmla="*/ 658178 w 2419350"/>
                <a:gd name="connsiteY2758" fmla="*/ 459010 h 876300"/>
                <a:gd name="connsiteX2759" fmla="*/ 657797 w 2419350"/>
                <a:gd name="connsiteY2759" fmla="*/ 458534 h 876300"/>
                <a:gd name="connsiteX2760" fmla="*/ 657606 w 2419350"/>
                <a:gd name="connsiteY2760" fmla="*/ 458153 h 876300"/>
                <a:gd name="connsiteX2761" fmla="*/ 657701 w 2419350"/>
                <a:gd name="connsiteY2761" fmla="*/ 457391 h 876300"/>
                <a:gd name="connsiteX2762" fmla="*/ 657130 w 2419350"/>
                <a:gd name="connsiteY2762" fmla="*/ 457200 h 876300"/>
                <a:gd name="connsiteX2763" fmla="*/ 655701 w 2419350"/>
                <a:gd name="connsiteY2763" fmla="*/ 457391 h 876300"/>
                <a:gd name="connsiteX2764" fmla="*/ 653987 w 2419350"/>
                <a:gd name="connsiteY2764" fmla="*/ 457962 h 876300"/>
                <a:gd name="connsiteX2765" fmla="*/ 652653 w 2419350"/>
                <a:gd name="connsiteY2765" fmla="*/ 458819 h 876300"/>
                <a:gd name="connsiteX2766" fmla="*/ 652367 w 2419350"/>
                <a:gd name="connsiteY2766" fmla="*/ 459772 h 876300"/>
                <a:gd name="connsiteX2767" fmla="*/ 651605 w 2419350"/>
                <a:gd name="connsiteY2767" fmla="*/ 460153 h 876300"/>
                <a:gd name="connsiteX2768" fmla="*/ 650843 w 2419350"/>
                <a:gd name="connsiteY2768" fmla="*/ 460534 h 876300"/>
                <a:gd name="connsiteX2769" fmla="*/ 649891 w 2419350"/>
                <a:gd name="connsiteY2769" fmla="*/ 460153 h 876300"/>
                <a:gd name="connsiteX2770" fmla="*/ 649510 w 2419350"/>
                <a:gd name="connsiteY2770" fmla="*/ 460724 h 876300"/>
                <a:gd name="connsiteX2771" fmla="*/ 651034 w 2419350"/>
                <a:gd name="connsiteY2771" fmla="*/ 461677 h 876300"/>
                <a:gd name="connsiteX2772" fmla="*/ 652653 w 2419350"/>
                <a:gd name="connsiteY2772" fmla="*/ 463296 h 876300"/>
                <a:gd name="connsiteX2773" fmla="*/ 621792 w 2419350"/>
                <a:gd name="connsiteY2773" fmla="*/ 460820 h 876300"/>
                <a:gd name="connsiteX2774" fmla="*/ 620744 w 2419350"/>
                <a:gd name="connsiteY2774" fmla="*/ 461010 h 876300"/>
                <a:gd name="connsiteX2775" fmla="*/ 619697 w 2419350"/>
                <a:gd name="connsiteY2775" fmla="*/ 461581 h 876300"/>
                <a:gd name="connsiteX2776" fmla="*/ 618458 w 2419350"/>
                <a:gd name="connsiteY2776" fmla="*/ 462439 h 876300"/>
                <a:gd name="connsiteX2777" fmla="*/ 618268 w 2419350"/>
                <a:gd name="connsiteY2777" fmla="*/ 462629 h 876300"/>
                <a:gd name="connsiteX2778" fmla="*/ 617887 w 2419350"/>
                <a:gd name="connsiteY2778" fmla="*/ 463487 h 876300"/>
                <a:gd name="connsiteX2779" fmla="*/ 617696 w 2419350"/>
                <a:gd name="connsiteY2779" fmla="*/ 463677 h 876300"/>
                <a:gd name="connsiteX2780" fmla="*/ 617220 w 2419350"/>
                <a:gd name="connsiteY2780" fmla="*/ 464153 h 876300"/>
                <a:gd name="connsiteX2781" fmla="*/ 617030 w 2419350"/>
                <a:gd name="connsiteY2781" fmla="*/ 464630 h 876300"/>
                <a:gd name="connsiteX2782" fmla="*/ 618934 w 2419350"/>
                <a:gd name="connsiteY2782" fmla="*/ 465296 h 876300"/>
                <a:gd name="connsiteX2783" fmla="*/ 621030 w 2419350"/>
                <a:gd name="connsiteY2783" fmla="*/ 467011 h 876300"/>
                <a:gd name="connsiteX2784" fmla="*/ 621887 w 2419350"/>
                <a:gd name="connsiteY2784" fmla="*/ 467392 h 876300"/>
                <a:gd name="connsiteX2785" fmla="*/ 624268 w 2419350"/>
                <a:gd name="connsiteY2785" fmla="*/ 467963 h 876300"/>
                <a:gd name="connsiteX2786" fmla="*/ 624554 w 2419350"/>
                <a:gd name="connsiteY2786" fmla="*/ 467868 h 876300"/>
                <a:gd name="connsiteX2787" fmla="*/ 626078 w 2419350"/>
                <a:gd name="connsiteY2787" fmla="*/ 467487 h 876300"/>
                <a:gd name="connsiteX2788" fmla="*/ 625888 w 2419350"/>
                <a:gd name="connsiteY2788" fmla="*/ 466249 h 876300"/>
                <a:gd name="connsiteX2789" fmla="*/ 627221 w 2419350"/>
                <a:gd name="connsiteY2789" fmla="*/ 463963 h 876300"/>
                <a:gd name="connsiteX2790" fmla="*/ 626840 w 2419350"/>
                <a:gd name="connsiteY2790" fmla="*/ 462820 h 876300"/>
                <a:gd name="connsiteX2791" fmla="*/ 625888 w 2419350"/>
                <a:gd name="connsiteY2791" fmla="*/ 462344 h 876300"/>
                <a:gd name="connsiteX2792" fmla="*/ 623411 w 2419350"/>
                <a:gd name="connsiteY2792" fmla="*/ 461963 h 876300"/>
                <a:gd name="connsiteX2793" fmla="*/ 622554 w 2419350"/>
                <a:gd name="connsiteY2793" fmla="*/ 461486 h 876300"/>
                <a:gd name="connsiteX2794" fmla="*/ 621792 w 2419350"/>
                <a:gd name="connsiteY2794" fmla="*/ 460820 h 876300"/>
                <a:gd name="connsiteX2795" fmla="*/ 633984 w 2419350"/>
                <a:gd name="connsiteY2795" fmla="*/ 461105 h 876300"/>
                <a:gd name="connsiteX2796" fmla="*/ 634746 w 2419350"/>
                <a:gd name="connsiteY2796" fmla="*/ 461296 h 876300"/>
                <a:gd name="connsiteX2797" fmla="*/ 635317 w 2419350"/>
                <a:gd name="connsiteY2797" fmla="*/ 461581 h 876300"/>
                <a:gd name="connsiteX2798" fmla="*/ 636080 w 2419350"/>
                <a:gd name="connsiteY2798" fmla="*/ 461677 h 876300"/>
                <a:gd name="connsiteX2799" fmla="*/ 636461 w 2419350"/>
                <a:gd name="connsiteY2799" fmla="*/ 461296 h 876300"/>
                <a:gd name="connsiteX2800" fmla="*/ 636746 w 2419350"/>
                <a:gd name="connsiteY2800" fmla="*/ 460343 h 876300"/>
                <a:gd name="connsiteX2801" fmla="*/ 636841 w 2419350"/>
                <a:gd name="connsiteY2801" fmla="*/ 459010 h 876300"/>
                <a:gd name="connsiteX2802" fmla="*/ 636175 w 2419350"/>
                <a:gd name="connsiteY2802" fmla="*/ 457962 h 876300"/>
                <a:gd name="connsiteX2803" fmla="*/ 635698 w 2419350"/>
                <a:gd name="connsiteY2803" fmla="*/ 457105 h 876300"/>
                <a:gd name="connsiteX2804" fmla="*/ 635508 w 2419350"/>
                <a:gd name="connsiteY2804" fmla="*/ 456914 h 876300"/>
                <a:gd name="connsiteX2805" fmla="*/ 635032 w 2419350"/>
                <a:gd name="connsiteY2805" fmla="*/ 457010 h 876300"/>
                <a:gd name="connsiteX2806" fmla="*/ 634841 w 2419350"/>
                <a:gd name="connsiteY2806" fmla="*/ 457295 h 876300"/>
                <a:gd name="connsiteX2807" fmla="*/ 634746 w 2419350"/>
                <a:gd name="connsiteY2807" fmla="*/ 457581 h 876300"/>
                <a:gd name="connsiteX2808" fmla="*/ 633984 w 2419350"/>
                <a:gd name="connsiteY2808" fmla="*/ 458057 h 876300"/>
                <a:gd name="connsiteX2809" fmla="*/ 633317 w 2419350"/>
                <a:gd name="connsiteY2809" fmla="*/ 459010 h 876300"/>
                <a:gd name="connsiteX2810" fmla="*/ 632460 w 2419350"/>
                <a:gd name="connsiteY2810" fmla="*/ 460153 h 876300"/>
                <a:gd name="connsiteX2811" fmla="*/ 633317 w 2419350"/>
                <a:gd name="connsiteY2811" fmla="*/ 460629 h 876300"/>
                <a:gd name="connsiteX2812" fmla="*/ 633984 w 2419350"/>
                <a:gd name="connsiteY2812" fmla="*/ 461105 h 876300"/>
                <a:gd name="connsiteX2813" fmla="*/ 683705 w 2419350"/>
                <a:gd name="connsiteY2813" fmla="*/ 98870 h 876300"/>
                <a:gd name="connsiteX2814" fmla="*/ 683514 w 2419350"/>
                <a:gd name="connsiteY2814" fmla="*/ 99346 h 876300"/>
                <a:gd name="connsiteX2815" fmla="*/ 683705 w 2419350"/>
                <a:gd name="connsiteY2815" fmla="*/ 99727 h 876300"/>
                <a:gd name="connsiteX2816" fmla="*/ 684086 w 2419350"/>
                <a:gd name="connsiteY2816" fmla="*/ 99917 h 876300"/>
                <a:gd name="connsiteX2817" fmla="*/ 684466 w 2419350"/>
                <a:gd name="connsiteY2817" fmla="*/ 100203 h 876300"/>
                <a:gd name="connsiteX2818" fmla="*/ 684657 w 2419350"/>
                <a:gd name="connsiteY2818" fmla="*/ 100775 h 876300"/>
                <a:gd name="connsiteX2819" fmla="*/ 684562 w 2419350"/>
                <a:gd name="connsiteY2819" fmla="*/ 102013 h 876300"/>
                <a:gd name="connsiteX2820" fmla="*/ 684657 w 2419350"/>
                <a:gd name="connsiteY2820" fmla="*/ 102394 h 876300"/>
                <a:gd name="connsiteX2821" fmla="*/ 684943 w 2419350"/>
                <a:gd name="connsiteY2821" fmla="*/ 102775 h 876300"/>
                <a:gd name="connsiteX2822" fmla="*/ 685324 w 2419350"/>
                <a:gd name="connsiteY2822" fmla="*/ 102965 h 876300"/>
                <a:gd name="connsiteX2823" fmla="*/ 685705 w 2419350"/>
                <a:gd name="connsiteY2823" fmla="*/ 103251 h 876300"/>
                <a:gd name="connsiteX2824" fmla="*/ 685800 w 2419350"/>
                <a:gd name="connsiteY2824" fmla="*/ 103727 h 876300"/>
                <a:gd name="connsiteX2825" fmla="*/ 685895 w 2419350"/>
                <a:gd name="connsiteY2825" fmla="*/ 104585 h 876300"/>
                <a:gd name="connsiteX2826" fmla="*/ 685990 w 2419350"/>
                <a:gd name="connsiteY2826" fmla="*/ 105061 h 876300"/>
                <a:gd name="connsiteX2827" fmla="*/ 686753 w 2419350"/>
                <a:gd name="connsiteY2827" fmla="*/ 106775 h 876300"/>
                <a:gd name="connsiteX2828" fmla="*/ 687133 w 2419350"/>
                <a:gd name="connsiteY2828" fmla="*/ 107442 h 876300"/>
                <a:gd name="connsiteX2829" fmla="*/ 687610 w 2419350"/>
                <a:gd name="connsiteY2829" fmla="*/ 107918 h 876300"/>
                <a:gd name="connsiteX2830" fmla="*/ 688086 w 2419350"/>
                <a:gd name="connsiteY2830" fmla="*/ 108109 h 876300"/>
                <a:gd name="connsiteX2831" fmla="*/ 689800 w 2419350"/>
                <a:gd name="connsiteY2831" fmla="*/ 108490 h 876300"/>
                <a:gd name="connsiteX2832" fmla="*/ 693896 w 2419350"/>
                <a:gd name="connsiteY2832" fmla="*/ 110014 h 876300"/>
                <a:gd name="connsiteX2833" fmla="*/ 695325 w 2419350"/>
                <a:gd name="connsiteY2833" fmla="*/ 110204 h 876300"/>
                <a:gd name="connsiteX2834" fmla="*/ 696849 w 2419350"/>
                <a:gd name="connsiteY2834" fmla="*/ 110109 h 876300"/>
                <a:gd name="connsiteX2835" fmla="*/ 697325 w 2419350"/>
                <a:gd name="connsiteY2835" fmla="*/ 110204 h 876300"/>
                <a:gd name="connsiteX2836" fmla="*/ 697516 w 2419350"/>
                <a:gd name="connsiteY2836" fmla="*/ 110395 h 876300"/>
                <a:gd name="connsiteX2837" fmla="*/ 697992 w 2419350"/>
                <a:gd name="connsiteY2837" fmla="*/ 111157 h 876300"/>
                <a:gd name="connsiteX2838" fmla="*/ 698278 w 2419350"/>
                <a:gd name="connsiteY2838" fmla="*/ 111347 h 876300"/>
                <a:gd name="connsiteX2839" fmla="*/ 699040 w 2419350"/>
                <a:gd name="connsiteY2839" fmla="*/ 113824 h 876300"/>
                <a:gd name="connsiteX2840" fmla="*/ 699135 w 2419350"/>
                <a:gd name="connsiteY2840" fmla="*/ 114586 h 876300"/>
                <a:gd name="connsiteX2841" fmla="*/ 698468 w 2419350"/>
                <a:gd name="connsiteY2841" fmla="*/ 114205 h 876300"/>
                <a:gd name="connsiteX2842" fmla="*/ 696944 w 2419350"/>
                <a:gd name="connsiteY2842" fmla="*/ 112395 h 876300"/>
                <a:gd name="connsiteX2843" fmla="*/ 696182 w 2419350"/>
                <a:gd name="connsiteY2843" fmla="*/ 111728 h 876300"/>
                <a:gd name="connsiteX2844" fmla="*/ 695611 w 2419350"/>
                <a:gd name="connsiteY2844" fmla="*/ 111443 h 876300"/>
                <a:gd name="connsiteX2845" fmla="*/ 695039 w 2419350"/>
                <a:gd name="connsiteY2845" fmla="*/ 111347 h 876300"/>
                <a:gd name="connsiteX2846" fmla="*/ 694182 w 2419350"/>
                <a:gd name="connsiteY2846" fmla="*/ 111347 h 876300"/>
                <a:gd name="connsiteX2847" fmla="*/ 693611 w 2419350"/>
                <a:gd name="connsiteY2847" fmla="*/ 111728 h 876300"/>
                <a:gd name="connsiteX2848" fmla="*/ 693420 w 2419350"/>
                <a:gd name="connsiteY2848" fmla="*/ 112490 h 876300"/>
                <a:gd name="connsiteX2849" fmla="*/ 693039 w 2419350"/>
                <a:gd name="connsiteY2849" fmla="*/ 113252 h 876300"/>
                <a:gd name="connsiteX2850" fmla="*/ 692087 w 2419350"/>
                <a:gd name="connsiteY2850" fmla="*/ 113633 h 876300"/>
                <a:gd name="connsiteX2851" fmla="*/ 691801 w 2419350"/>
                <a:gd name="connsiteY2851" fmla="*/ 113538 h 876300"/>
                <a:gd name="connsiteX2852" fmla="*/ 691420 w 2419350"/>
                <a:gd name="connsiteY2852" fmla="*/ 113538 h 876300"/>
                <a:gd name="connsiteX2853" fmla="*/ 691039 w 2419350"/>
                <a:gd name="connsiteY2853" fmla="*/ 113729 h 876300"/>
                <a:gd name="connsiteX2854" fmla="*/ 690848 w 2419350"/>
                <a:gd name="connsiteY2854" fmla="*/ 114395 h 876300"/>
                <a:gd name="connsiteX2855" fmla="*/ 690658 w 2419350"/>
                <a:gd name="connsiteY2855" fmla="*/ 114871 h 876300"/>
                <a:gd name="connsiteX2856" fmla="*/ 689420 w 2419350"/>
                <a:gd name="connsiteY2856" fmla="*/ 116396 h 876300"/>
                <a:gd name="connsiteX2857" fmla="*/ 689991 w 2419350"/>
                <a:gd name="connsiteY2857" fmla="*/ 116681 h 876300"/>
                <a:gd name="connsiteX2858" fmla="*/ 691991 w 2419350"/>
                <a:gd name="connsiteY2858" fmla="*/ 117443 h 876300"/>
                <a:gd name="connsiteX2859" fmla="*/ 693706 w 2419350"/>
                <a:gd name="connsiteY2859" fmla="*/ 118681 h 876300"/>
                <a:gd name="connsiteX2860" fmla="*/ 694182 w 2419350"/>
                <a:gd name="connsiteY2860" fmla="*/ 118872 h 876300"/>
                <a:gd name="connsiteX2861" fmla="*/ 694754 w 2419350"/>
                <a:gd name="connsiteY2861" fmla="*/ 118681 h 876300"/>
                <a:gd name="connsiteX2862" fmla="*/ 696278 w 2419350"/>
                <a:gd name="connsiteY2862" fmla="*/ 117729 h 876300"/>
                <a:gd name="connsiteX2863" fmla="*/ 697039 w 2419350"/>
                <a:gd name="connsiteY2863" fmla="*/ 117443 h 876300"/>
                <a:gd name="connsiteX2864" fmla="*/ 697801 w 2419350"/>
                <a:gd name="connsiteY2864" fmla="*/ 117443 h 876300"/>
                <a:gd name="connsiteX2865" fmla="*/ 699421 w 2419350"/>
                <a:gd name="connsiteY2865" fmla="*/ 117538 h 876300"/>
                <a:gd name="connsiteX2866" fmla="*/ 700183 w 2419350"/>
                <a:gd name="connsiteY2866" fmla="*/ 117443 h 876300"/>
                <a:gd name="connsiteX2867" fmla="*/ 701135 w 2419350"/>
                <a:gd name="connsiteY2867" fmla="*/ 117062 h 876300"/>
                <a:gd name="connsiteX2868" fmla="*/ 701516 w 2419350"/>
                <a:gd name="connsiteY2868" fmla="*/ 116586 h 876300"/>
                <a:gd name="connsiteX2869" fmla="*/ 701707 w 2419350"/>
                <a:gd name="connsiteY2869" fmla="*/ 114967 h 876300"/>
                <a:gd name="connsiteX2870" fmla="*/ 701992 w 2419350"/>
                <a:gd name="connsiteY2870" fmla="*/ 114110 h 876300"/>
                <a:gd name="connsiteX2871" fmla="*/ 702373 w 2419350"/>
                <a:gd name="connsiteY2871" fmla="*/ 113252 h 876300"/>
                <a:gd name="connsiteX2872" fmla="*/ 704564 w 2419350"/>
                <a:gd name="connsiteY2872" fmla="*/ 110490 h 876300"/>
                <a:gd name="connsiteX2873" fmla="*/ 704945 w 2419350"/>
                <a:gd name="connsiteY2873" fmla="*/ 109823 h 876300"/>
                <a:gd name="connsiteX2874" fmla="*/ 705803 w 2419350"/>
                <a:gd name="connsiteY2874" fmla="*/ 107061 h 876300"/>
                <a:gd name="connsiteX2875" fmla="*/ 705803 w 2419350"/>
                <a:gd name="connsiteY2875" fmla="*/ 106489 h 876300"/>
                <a:gd name="connsiteX2876" fmla="*/ 705231 w 2419350"/>
                <a:gd name="connsiteY2876" fmla="*/ 106966 h 876300"/>
                <a:gd name="connsiteX2877" fmla="*/ 704374 w 2419350"/>
                <a:gd name="connsiteY2877" fmla="*/ 106109 h 876300"/>
                <a:gd name="connsiteX2878" fmla="*/ 703993 w 2419350"/>
                <a:gd name="connsiteY2878" fmla="*/ 106013 h 876300"/>
                <a:gd name="connsiteX2879" fmla="*/ 703421 w 2419350"/>
                <a:gd name="connsiteY2879" fmla="*/ 106299 h 876300"/>
                <a:gd name="connsiteX2880" fmla="*/ 703612 w 2419350"/>
                <a:gd name="connsiteY2880" fmla="*/ 105442 h 876300"/>
                <a:gd name="connsiteX2881" fmla="*/ 704279 w 2419350"/>
                <a:gd name="connsiteY2881" fmla="*/ 104870 h 876300"/>
                <a:gd name="connsiteX2882" fmla="*/ 705040 w 2419350"/>
                <a:gd name="connsiteY2882" fmla="*/ 104394 h 876300"/>
                <a:gd name="connsiteX2883" fmla="*/ 705612 w 2419350"/>
                <a:gd name="connsiteY2883" fmla="*/ 103727 h 876300"/>
                <a:gd name="connsiteX2884" fmla="*/ 705326 w 2419350"/>
                <a:gd name="connsiteY2884" fmla="*/ 103061 h 876300"/>
                <a:gd name="connsiteX2885" fmla="*/ 705326 w 2419350"/>
                <a:gd name="connsiteY2885" fmla="*/ 101632 h 876300"/>
                <a:gd name="connsiteX2886" fmla="*/ 705231 w 2419350"/>
                <a:gd name="connsiteY2886" fmla="*/ 100870 h 876300"/>
                <a:gd name="connsiteX2887" fmla="*/ 704945 w 2419350"/>
                <a:gd name="connsiteY2887" fmla="*/ 100584 h 876300"/>
                <a:gd name="connsiteX2888" fmla="*/ 703612 w 2419350"/>
                <a:gd name="connsiteY2888" fmla="*/ 99631 h 876300"/>
                <a:gd name="connsiteX2889" fmla="*/ 700564 w 2419350"/>
                <a:gd name="connsiteY2889" fmla="*/ 95917 h 876300"/>
                <a:gd name="connsiteX2890" fmla="*/ 698659 w 2419350"/>
                <a:gd name="connsiteY2890" fmla="*/ 94488 h 876300"/>
                <a:gd name="connsiteX2891" fmla="*/ 697992 w 2419350"/>
                <a:gd name="connsiteY2891" fmla="*/ 93536 h 876300"/>
                <a:gd name="connsiteX2892" fmla="*/ 697706 w 2419350"/>
                <a:gd name="connsiteY2892" fmla="*/ 92012 h 876300"/>
                <a:gd name="connsiteX2893" fmla="*/ 697611 w 2419350"/>
                <a:gd name="connsiteY2893" fmla="*/ 89249 h 876300"/>
                <a:gd name="connsiteX2894" fmla="*/ 697230 w 2419350"/>
                <a:gd name="connsiteY2894" fmla="*/ 88202 h 876300"/>
                <a:gd name="connsiteX2895" fmla="*/ 696278 w 2419350"/>
                <a:gd name="connsiteY2895" fmla="*/ 87439 h 876300"/>
                <a:gd name="connsiteX2896" fmla="*/ 695611 w 2419350"/>
                <a:gd name="connsiteY2896" fmla="*/ 87916 h 876300"/>
                <a:gd name="connsiteX2897" fmla="*/ 694754 w 2419350"/>
                <a:gd name="connsiteY2897" fmla="*/ 88678 h 876300"/>
                <a:gd name="connsiteX2898" fmla="*/ 693991 w 2419350"/>
                <a:gd name="connsiteY2898" fmla="*/ 89535 h 876300"/>
                <a:gd name="connsiteX2899" fmla="*/ 693325 w 2419350"/>
                <a:gd name="connsiteY2899" fmla="*/ 90869 h 876300"/>
                <a:gd name="connsiteX2900" fmla="*/ 689324 w 2419350"/>
                <a:gd name="connsiteY2900" fmla="*/ 94774 h 876300"/>
                <a:gd name="connsiteX2901" fmla="*/ 688753 w 2419350"/>
                <a:gd name="connsiteY2901" fmla="*/ 95060 h 876300"/>
                <a:gd name="connsiteX2902" fmla="*/ 688562 w 2419350"/>
                <a:gd name="connsiteY2902" fmla="*/ 95250 h 876300"/>
                <a:gd name="connsiteX2903" fmla="*/ 687800 w 2419350"/>
                <a:gd name="connsiteY2903" fmla="*/ 96107 h 876300"/>
                <a:gd name="connsiteX2904" fmla="*/ 687419 w 2419350"/>
                <a:gd name="connsiteY2904" fmla="*/ 96393 h 876300"/>
                <a:gd name="connsiteX2905" fmla="*/ 687038 w 2419350"/>
                <a:gd name="connsiteY2905" fmla="*/ 96203 h 876300"/>
                <a:gd name="connsiteX2906" fmla="*/ 686562 w 2419350"/>
                <a:gd name="connsiteY2906" fmla="*/ 96203 h 876300"/>
                <a:gd name="connsiteX2907" fmla="*/ 686086 w 2419350"/>
                <a:gd name="connsiteY2907" fmla="*/ 96298 h 876300"/>
                <a:gd name="connsiteX2908" fmla="*/ 685609 w 2419350"/>
                <a:gd name="connsiteY2908" fmla="*/ 96679 h 876300"/>
                <a:gd name="connsiteX2909" fmla="*/ 684276 w 2419350"/>
                <a:gd name="connsiteY2909" fmla="*/ 98203 h 876300"/>
                <a:gd name="connsiteX2910" fmla="*/ 683705 w 2419350"/>
                <a:gd name="connsiteY2910" fmla="*/ 98870 h 876300"/>
                <a:gd name="connsiteX2911" fmla="*/ 681038 w 2419350"/>
                <a:gd name="connsiteY2911" fmla="*/ 63627 h 876300"/>
                <a:gd name="connsiteX2912" fmla="*/ 681514 w 2419350"/>
                <a:gd name="connsiteY2912" fmla="*/ 63913 h 876300"/>
                <a:gd name="connsiteX2913" fmla="*/ 682180 w 2419350"/>
                <a:gd name="connsiteY2913" fmla="*/ 64008 h 876300"/>
                <a:gd name="connsiteX2914" fmla="*/ 683323 w 2419350"/>
                <a:gd name="connsiteY2914" fmla="*/ 64008 h 876300"/>
                <a:gd name="connsiteX2915" fmla="*/ 683990 w 2419350"/>
                <a:gd name="connsiteY2915" fmla="*/ 63627 h 876300"/>
                <a:gd name="connsiteX2916" fmla="*/ 684371 w 2419350"/>
                <a:gd name="connsiteY2916" fmla="*/ 62675 h 876300"/>
                <a:gd name="connsiteX2917" fmla="*/ 684657 w 2419350"/>
                <a:gd name="connsiteY2917" fmla="*/ 60770 h 876300"/>
                <a:gd name="connsiteX2918" fmla="*/ 684847 w 2419350"/>
                <a:gd name="connsiteY2918" fmla="*/ 60388 h 876300"/>
                <a:gd name="connsiteX2919" fmla="*/ 685038 w 2419350"/>
                <a:gd name="connsiteY2919" fmla="*/ 59912 h 876300"/>
                <a:gd name="connsiteX2920" fmla="*/ 685038 w 2419350"/>
                <a:gd name="connsiteY2920" fmla="*/ 59531 h 876300"/>
                <a:gd name="connsiteX2921" fmla="*/ 684657 w 2419350"/>
                <a:gd name="connsiteY2921" fmla="*/ 59341 h 876300"/>
                <a:gd name="connsiteX2922" fmla="*/ 684276 w 2419350"/>
                <a:gd name="connsiteY2922" fmla="*/ 59436 h 876300"/>
                <a:gd name="connsiteX2923" fmla="*/ 683895 w 2419350"/>
                <a:gd name="connsiteY2923" fmla="*/ 59817 h 876300"/>
                <a:gd name="connsiteX2924" fmla="*/ 683609 w 2419350"/>
                <a:gd name="connsiteY2924" fmla="*/ 60293 h 876300"/>
                <a:gd name="connsiteX2925" fmla="*/ 683514 w 2419350"/>
                <a:gd name="connsiteY2925" fmla="*/ 60674 h 876300"/>
                <a:gd name="connsiteX2926" fmla="*/ 683228 w 2419350"/>
                <a:gd name="connsiteY2926" fmla="*/ 61341 h 876300"/>
                <a:gd name="connsiteX2927" fmla="*/ 682562 w 2419350"/>
                <a:gd name="connsiteY2927" fmla="*/ 61817 h 876300"/>
                <a:gd name="connsiteX2928" fmla="*/ 681799 w 2419350"/>
                <a:gd name="connsiteY2928" fmla="*/ 62294 h 876300"/>
                <a:gd name="connsiteX2929" fmla="*/ 681228 w 2419350"/>
                <a:gd name="connsiteY2929" fmla="*/ 62770 h 876300"/>
                <a:gd name="connsiteX2930" fmla="*/ 681038 w 2419350"/>
                <a:gd name="connsiteY2930" fmla="*/ 63055 h 876300"/>
                <a:gd name="connsiteX2931" fmla="*/ 680942 w 2419350"/>
                <a:gd name="connsiteY2931" fmla="*/ 63341 h 876300"/>
                <a:gd name="connsiteX2932" fmla="*/ 680942 w 2419350"/>
                <a:gd name="connsiteY2932" fmla="*/ 63532 h 876300"/>
                <a:gd name="connsiteX2933" fmla="*/ 681038 w 2419350"/>
                <a:gd name="connsiteY2933" fmla="*/ 63627 h 876300"/>
                <a:gd name="connsiteX2934" fmla="*/ 672179 w 2419350"/>
                <a:gd name="connsiteY2934" fmla="*/ 153448 h 876300"/>
                <a:gd name="connsiteX2935" fmla="*/ 674465 w 2419350"/>
                <a:gd name="connsiteY2935" fmla="*/ 153067 h 876300"/>
                <a:gd name="connsiteX2936" fmla="*/ 674561 w 2419350"/>
                <a:gd name="connsiteY2936" fmla="*/ 152686 h 876300"/>
                <a:gd name="connsiteX2937" fmla="*/ 674275 w 2419350"/>
                <a:gd name="connsiteY2937" fmla="*/ 151638 h 876300"/>
                <a:gd name="connsiteX2938" fmla="*/ 673703 w 2419350"/>
                <a:gd name="connsiteY2938" fmla="*/ 151067 h 876300"/>
                <a:gd name="connsiteX2939" fmla="*/ 672465 w 2419350"/>
                <a:gd name="connsiteY2939" fmla="*/ 151067 h 876300"/>
                <a:gd name="connsiteX2940" fmla="*/ 671322 w 2419350"/>
                <a:gd name="connsiteY2940" fmla="*/ 151733 h 876300"/>
                <a:gd name="connsiteX2941" fmla="*/ 671036 w 2419350"/>
                <a:gd name="connsiteY2941" fmla="*/ 153257 h 876300"/>
                <a:gd name="connsiteX2942" fmla="*/ 671608 w 2419350"/>
                <a:gd name="connsiteY2942" fmla="*/ 153543 h 876300"/>
                <a:gd name="connsiteX2943" fmla="*/ 672179 w 2419350"/>
                <a:gd name="connsiteY2943" fmla="*/ 153448 h 876300"/>
                <a:gd name="connsiteX2944" fmla="*/ 590359 w 2419350"/>
                <a:gd name="connsiteY2944" fmla="*/ 144685 h 876300"/>
                <a:gd name="connsiteX2945" fmla="*/ 590359 w 2419350"/>
                <a:gd name="connsiteY2945" fmla="*/ 145066 h 876300"/>
                <a:gd name="connsiteX2946" fmla="*/ 590359 w 2419350"/>
                <a:gd name="connsiteY2946" fmla="*/ 145352 h 876300"/>
                <a:gd name="connsiteX2947" fmla="*/ 590169 w 2419350"/>
                <a:gd name="connsiteY2947" fmla="*/ 145733 h 876300"/>
                <a:gd name="connsiteX2948" fmla="*/ 590931 w 2419350"/>
                <a:gd name="connsiteY2948" fmla="*/ 145828 h 876300"/>
                <a:gd name="connsiteX2949" fmla="*/ 591312 w 2419350"/>
                <a:gd name="connsiteY2949" fmla="*/ 146399 h 876300"/>
                <a:gd name="connsiteX2950" fmla="*/ 591693 w 2419350"/>
                <a:gd name="connsiteY2950" fmla="*/ 146780 h 876300"/>
                <a:gd name="connsiteX2951" fmla="*/ 592550 w 2419350"/>
                <a:gd name="connsiteY2951" fmla="*/ 146495 h 876300"/>
                <a:gd name="connsiteX2952" fmla="*/ 593693 w 2419350"/>
                <a:gd name="connsiteY2952" fmla="*/ 147923 h 876300"/>
                <a:gd name="connsiteX2953" fmla="*/ 593979 w 2419350"/>
                <a:gd name="connsiteY2953" fmla="*/ 147923 h 876300"/>
                <a:gd name="connsiteX2954" fmla="*/ 593979 w 2419350"/>
                <a:gd name="connsiteY2954" fmla="*/ 143066 h 876300"/>
                <a:gd name="connsiteX2955" fmla="*/ 593598 w 2419350"/>
                <a:gd name="connsiteY2955" fmla="*/ 142208 h 876300"/>
                <a:gd name="connsiteX2956" fmla="*/ 592646 w 2419350"/>
                <a:gd name="connsiteY2956" fmla="*/ 141256 h 876300"/>
                <a:gd name="connsiteX2957" fmla="*/ 591598 w 2419350"/>
                <a:gd name="connsiteY2957" fmla="*/ 140684 h 876300"/>
                <a:gd name="connsiteX2958" fmla="*/ 590836 w 2419350"/>
                <a:gd name="connsiteY2958" fmla="*/ 140779 h 876300"/>
                <a:gd name="connsiteX2959" fmla="*/ 589979 w 2419350"/>
                <a:gd name="connsiteY2959" fmla="*/ 140684 h 876300"/>
                <a:gd name="connsiteX2960" fmla="*/ 589883 w 2419350"/>
                <a:gd name="connsiteY2960" fmla="*/ 141732 h 876300"/>
                <a:gd name="connsiteX2961" fmla="*/ 590455 w 2419350"/>
                <a:gd name="connsiteY2961" fmla="*/ 144399 h 876300"/>
                <a:gd name="connsiteX2962" fmla="*/ 590359 w 2419350"/>
                <a:gd name="connsiteY2962" fmla="*/ 144685 h 876300"/>
                <a:gd name="connsiteX2963" fmla="*/ 593884 w 2419350"/>
                <a:gd name="connsiteY2963" fmla="*/ 139732 h 876300"/>
                <a:gd name="connsiteX2964" fmla="*/ 593788 w 2419350"/>
                <a:gd name="connsiteY2964" fmla="*/ 139351 h 876300"/>
                <a:gd name="connsiteX2965" fmla="*/ 593503 w 2419350"/>
                <a:gd name="connsiteY2965" fmla="*/ 138970 h 876300"/>
                <a:gd name="connsiteX2966" fmla="*/ 593026 w 2419350"/>
                <a:gd name="connsiteY2966" fmla="*/ 137541 h 876300"/>
                <a:gd name="connsiteX2967" fmla="*/ 593026 w 2419350"/>
                <a:gd name="connsiteY2967" fmla="*/ 137160 h 876300"/>
                <a:gd name="connsiteX2968" fmla="*/ 593122 w 2419350"/>
                <a:gd name="connsiteY2968" fmla="*/ 136970 h 876300"/>
                <a:gd name="connsiteX2969" fmla="*/ 593407 w 2419350"/>
                <a:gd name="connsiteY2969" fmla="*/ 136874 h 876300"/>
                <a:gd name="connsiteX2970" fmla="*/ 593693 w 2419350"/>
                <a:gd name="connsiteY2970" fmla="*/ 136970 h 876300"/>
                <a:gd name="connsiteX2971" fmla="*/ 593788 w 2419350"/>
                <a:gd name="connsiteY2971" fmla="*/ 137160 h 876300"/>
                <a:gd name="connsiteX2972" fmla="*/ 593788 w 2419350"/>
                <a:gd name="connsiteY2972" fmla="*/ 137731 h 876300"/>
                <a:gd name="connsiteX2973" fmla="*/ 593884 w 2419350"/>
                <a:gd name="connsiteY2973" fmla="*/ 138303 h 876300"/>
                <a:gd name="connsiteX2974" fmla="*/ 594074 w 2419350"/>
                <a:gd name="connsiteY2974" fmla="*/ 138494 h 876300"/>
                <a:gd name="connsiteX2975" fmla="*/ 594455 w 2419350"/>
                <a:gd name="connsiteY2975" fmla="*/ 138113 h 876300"/>
                <a:gd name="connsiteX2976" fmla="*/ 594550 w 2419350"/>
                <a:gd name="connsiteY2976" fmla="*/ 137636 h 876300"/>
                <a:gd name="connsiteX2977" fmla="*/ 594455 w 2419350"/>
                <a:gd name="connsiteY2977" fmla="*/ 135731 h 876300"/>
                <a:gd name="connsiteX2978" fmla="*/ 594741 w 2419350"/>
                <a:gd name="connsiteY2978" fmla="*/ 133541 h 876300"/>
                <a:gd name="connsiteX2979" fmla="*/ 594455 w 2419350"/>
                <a:gd name="connsiteY2979" fmla="*/ 133064 h 876300"/>
                <a:gd name="connsiteX2980" fmla="*/ 593312 w 2419350"/>
                <a:gd name="connsiteY2980" fmla="*/ 133445 h 876300"/>
                <a:gd name="connsiteX2981" fmla="*/ 592455 w 2419350"/>
                <a:gd name="connsiteY2981" fmla="*/ 134303 h 876300"/>
                <a:gd name="connsiteX2982" fmla="*/ 592169 w 2419350"/>
                <a:gd name="connsiteY2982" fmla="*/ 135255 h 876300"/>
                <a:gd name="connsiteX2983" fmla="*/ 591979 w 2419350"/>
                <a:gd name="connsiteY2983" fmla="*/ 136303 h 876300"/>
                <a:gd name="connsiteX2984" fmla="*/ 591503 w 2419350"/>
                <a:gd name="connsiteY2984" fmla="*/ 137446 h 876300"/>
                <a:gd name="connsiteX2985" fmla="*/ 591503 w 2419350"/>
                <a:gd name="connsiteY2985" fmla="*/ 138303 h 876300"/>
                <a:gd name="connsiteX2986" fmla="*/ 591407 w 2419350"/>
                <a:gd name="connsiteY2986" fmla="*/ 138589 h 876300"/>
                <a:gd name="connsiteX2987" fmla="*/ 591122 w 2419350"/>
                <a:gd name="connsiteY2987" fmla="*/ 138875 h 876300"/>
                <a:gd name="connsiteX2988" fmla="*/ 593693 w 2419350"/>
                <a:gd name="connsiteY2988" fmla="*/ 140303 h 876300"/>
                <a:gd name="connsiteX2989" fmla="*/ 593884 w 2419350"/>
                <a:gd name="connsiteY2989" fmla="*/ 139732 h 876300"/>
                <a:gd name="connsiteX2990" fmla="*/ 512445 w 2419350"/>
                <a:gd name="connsiteY2990" fmla="*/ 316135 h 876300"/>
                <a:gd name="connsiteX2991" fmla="*/ 510826 w 2419350"/>
                <a:gd name="connsiteY2991" fmla="*/ 314516 h 876300"/>
                <a:gd name="connsiteX2992" fmla="*/ 510064 w 2419350"/>
                <a:gd name="connsiteY2992" fmla="*/ 314039 h 876300"/>
                <a:gd name="connsiteX2993" fmla="*/ 509588 w 2419350"/>
                <a:gd name="connsiteY2993" fmla="*/ 314135 h 876300"/>
                <a:gd name="connsiteX2994" fmla="*/ 509206 w 2419350"/>
                <a:gd name="connsiteY2994" fmla="*/ 314420 h 876300"/>
                <a:gd name="connsiteX2995" fmla="*/ 508635 w 2419350"/>
                <a:gd name="connsiteY2995" fmla="*/ 314611 h 876300"/>
                <a:gd name="connsiteX2996" fmla="*/ 508349 w 2419350"/>
                <a:gd name="connsiteY2996" fmla="*/ 314420 h 876300"/>
                <a:gd name="connsiteX2997" fmla="*/ 507968 w 2419350"/>
                <a:gd name="connsiteY2997" fmla="*/ 314039 h 876300"/>
                <a:gd name="connsiteX2998" fmla="*/ 507682 w 2419350"/>
                <a:gd name="connsiteY2998" fmla="*/ 313563 h 876300"/>
                <a:gd name="connsiteX2999" fmla="*/ 507682 w 2419350"/>
                <a:gd name="connsiteY2999" fmla="*/ 313182 h 876300"/>
                <a:gd name="connsiteX3000" fmla="*/ 509492 w 2419350"/>
                <a:gd name="connsiteY3000" fmla="*/ 312801 h 876300"/>
                <a:gd name="connsiteX3001" fmla="*/ 509206 w 2419350"/>
                <a:gd name="connsiteY3001" fmla="*/ 312230 h 876300"/>
                <a:gd name="connsiteX3002" fmla="*/ 506349 w 2419350"/>
                <a:gd name="connsiteY3002" fmla="*/ 309658 h 876300"/>
                <a:gd name="connsiteX3003" fmla="*/ 504634 w 2419350"/>
                <a:gd name="connsiteY3003" fmla="*/ 308991 h 876300"/>
                <a:gd name="connsiteX3004" fmla="*/ 503777 w 2419350"/>
                <a:gd name="connsiteY3004" fmla="*/ 308515 h 876300"/>
                <a:gd name="connsiteX3005" fmla="*/ 503396 w 2419350"/>
                <a:gd name="connsiteY3005" fmla="*/ 307848 h 876300"/>
                <a:gd name="connsiteX3006" fmla="*/ 503396 w 2419350"/>
                <a:gd name="connsiteY3006" fmla="*/ 308229 h 876300"/>
                <a:gd name="connsiteX3007" fmla="*/ 503206 w 2419350"/>
                <a:gd name="connsiteY3007" fmla="*/ 308896 h 876300"/>
                <a:gd name="connsiteX3008" fmla="*/ 503111 w 2419350"/>
                <a:gd name="connsiteY3008" fmla="*/ 309277 h 876300"/>
                <a:gd name="connsiteX3009" fmla="*/ 501967 w 2419350"/>
                <a:gd name="connsiteY3009" fmla="*/ 308324 h 876300"/>
                <a:gd name="connsiteX3010" fmla="*/ 501301 w 2419350"/>
                <a:gd name="connsiteY3010" fmla="*/ 309848 h 876300"/>
                <a:gd name="connsiteX3011" fmla="*/ 500920 w 2419350"/>
                <a:gd name="connsiteY3011" fmla="*/ 314135 h 876300"/>
                <a:gd name="connsiteX3012" fmla="*/ 500539 w 2419350"/>
                <a:gd name="connsiteY3012" fmla="*/ 315373 h 876300"/>
                <a:gd name="connsiteX3013" fmla="*/ 499681 w 2419350"/>
                <a:gd name="connsiteY3013" fmla="*/ 316516 h 876300"/>
                <a:gd name="connsiteX3014" fmla="*/ 497681 w 2419350"/>
                <a:gd name="connsiteY3014" fmla="*/ 318230 h 876300"/>
                <a:gd name="connsiteX3015" fmla="*/ 496919 w 2419350"/>
                <a:gd name="connsiteY3015" fmla="*/ 318611 h 876300"/>
                <a:gd name="connsiteX3016" fmla="*/ 496633 w 2419350"/>
                <a:gd name="connsiteY3016" fmla="*/ 318897 h 876300"/>
                <a:gd name="connsiteX3017" fmla="*/ 496538 w 2419350"/>
                <a:gd name="connsiteY3017" fmla="*/ 319469 h 876300"/>
                <a:gd name="connsiteX3018" fmla="*/ 496538 w 2419350"/>
                <a:gd name="connsiteY3018" fmla="*/ 320135 h 876300"/>
                <a:gd name="connsiteX3019" fmla="*/ 496729 w 2419350"/>
                <a:gd name="connsiteY3019" fmla="*/ 320612 h 876300"/>
                <a:gd name="connsiteX3020" fmla="*/ 497110 w 2419350"/>
                <a:gd name="connsiteY3020" fmla="*/ 320993 h 876300"/>
                <a:gd name="connsiteX3021" fmla="*/ 497776 w 2419350"/>
                <a:gd name="connsiteY3021" fmla="*/ 321088 h 876300"/>
                <a:gd name="connsiteX3022" fmla="*/ 499110 w 2419350"/>
                <a:gd name="connsiteY3022" fmla="*/ 321183 h 876300"/>
                <a:gd name="connsiteX3023" fmla="*/ 499872 w 2419350"/>
                <a:gd name="connsiteY3023" fmla="*/ 321374 h 876300"/>
                <a:gd name="connsiteX3024" fmla="*/ 500348 w 2419350"/>
                <a:gd name="connsiteY3024" fmla="*/ 321755 h 876300"/>
                <a:gd name="connsiteX3025" fmla="*/ 500920 w 2419350"/>
                <a:gd name="connsiteY3025" fmla="*/ 322517 h 876300"/>
                <a:gd name="connsiteX3026" fmla="*/ 501110 w 2419350"/>
                <a:gd name="connsiteY3026" fmla="*/ 322993 h 876300"/>
                <a:gd name="connsiteX3027" fmla="*/ 501205 w 2419350"/>
                <a:gd name="connsiteY3027" fmla="*/ 323374 h 876300"/>
                <a:gd name="connsiteX3028" fmla="*/ 501491 w 2419350"/>
                <a:gd name="connsiteY3028" fmla="*/ 323564 h 876300"/>
                <a:gd name="connsiteX3029" fmla="*/ 502158 w 2419350"/>
                <a:gd name="connsiteY3029" fmla="*/ 323660 h 876300"/>
                <a:gd name="connsiteX3030" fmla="*/ 502634 w 2419350"/>
                <a:gd name="connsiteY3030" fmla="*/ 323469 h 876300"/>
                <a:gd name="connsiteX3031" fmla="*/ 503301 w 2419350"/>
                <a:gd name="connsiteY3031" fmla="*/ 322707 h 876300"/>
                <a:gd name="connsiteX3032" fmla="*/ 503777 w 2419350"/>
                <a:gd name="connsiteY3032" fmla="*/ 322421 h 876300"/>
                <a:gd name="connsiteX3033" fmla="*/ 504254 w 2419350"/>
                <a:gd name="connsiteY3033" fmla="*/ 322040 h 876300"/>
                <a:gd name="connsiteX3034" fmla="*/ 504539 w 2419350"/>
                <a:gd name="connsiteY3034" fmla="*/ 321850 h 876300"/>
                <a:gd name="connsiteX3035" fmla="*/ 505301 w 2419350"/>
                <a:gd name="connsiteY3035" fmla="*/ 322231 h 876300"/>
                <a:gd name="connsiteX3036" fmla="*/ 505587 w 2419350"/>
                <a:gd name="connsiteY3036" fmla="*/ 322231 h 876300"/>
                <a:gd name="connsiteX3037" fmla="*/ 506158 w 2419350"/>
                <a:gd name="connsiteY3037" fmla="*/ 322040 h 876300"/>
                <a:gd name="connsiteX3038" fmla="*/ 507397 w 2419350"/>
                <a:gd name="connsiteY3038" fmla="*/ 321183 h 876300"/>
                <a:gd name="connsiteX3039" fmla="*/ 508159 w 2419350"/>
                <a:gd name="connsiteY3039" fmla="*/ 320802 h 876300"/>
                <a:gd name="connsiteX3040" fmla="*/ 509016 w 2419350"/>
                <a:gd name="connsiteY3040" fmla="*/ 320612 h 876300"/>
                <a:gd name="connsiteX3041" fmla="*/ 511207 w 2419350"/>
                <a:gd name="connsiteY3041" fmla="*/ 320516 h 876300"/>
                <a:gd name="connsiteX3042" fmla="*/ 512445 w 2419350"/>
                <a:gd name="connsiteY3042" fmla="*/ 320802 h 876300"/>
                <a:gd name="connsiteX3043" fmla="*/ 513207 w 2419350"/>
                <a:gd name="connsiteY3043" fmla="*/ 321469 h 876300"/>
                <a:gd name="connsiteX3044" fmla="*/ 513874 w 2419350"/>
                <a:gd name="connsiteY3044" fmla="*/ 322326 h 876300"/>
                <a:gd name="connsiteX3045" fmla="*/ 514636 w 2419350"/>
                <a:gd name="connsiteY3045" fmla="*/ 323088 h 876300"/>
                <a:gd name="connsiteX3046" fmla="*/ 517493 w 2419350"/>
                <a:gd name="connsiteY3046" fmla="*/ 324421 h 876300"/>
                <a:gd name="connsiteX3047" fmla="*/ 518446 w 2419350"/>
                <a:gd name="connsiteY3047" fmla="*/ 325374 h 876300"/>
                <a:gd name="connsiteX3048" fmla="*/ 519113 w 2419350"/>
                <a:gd name="connsiteY3048" fmla="*/ 325564 h 876300"/>
                <a:gd name="connsiteX3049" fmla="*/ 520065 w 2419350"/>
                <a:gd name="connsiteY3049" fmla="*/ 325755 h 876300"/>
                <a:gd name="connsiteX3050" fmla="*/ 522922 w 2419350"/>
                <a:gd name="connsiteY3050" fmla="*/ 326993 h 876300"/>
                <a:gd name="connsiteX3051" fmla="*/ 522637 w 2419350"/>
                <a:gd name="connsiteY3051" fmla="*/ 326041 h 876300"/>
                <a:gd name="connsiteX3052" fmla="*/ 522065 w 2419350"/>
                <a:gd name="connsiteY3052" fmla="*/ 325279 h 876300"/>
                <a:gd name="connsiteX3053" fmla="*/ 521875 w 2419350"/>
                <a:gd name="connsiteY3053" fmla="*/ 324707 h 876300"/>
                <a:gd name="connsiteX3054" fmla="*/ 522827 w 2419350"/>
                <a:gd name="connsiteY3054" fmla="*/ 324231 h 876300"/>
                <a:gd name="connsiteX3055" fmla="*/ 523970 w 2419350"/>
                <a:gd name="connsiteY3055" fmla="*/ 324421 h 876300"/>
                <a:gd name="connsiteX3056" fmla="*/ 525304 w 2419350"/>
                <a:gd name="connsiteY3056" fmla="*/ 324898 h 876300"/>
                <a:gd name="connsiteX3057" fmla="*/ 526447 w 2419350"/>
                <a:gd name="connsiteY3057" fmla="*/ 325088 h 876300"/>
                <a:gd name="connsiteX3058" fmla="*/ 526923 w 2419350"/>
                <a:gd name="connsiteY3058" fmla="*/ 324421 h 876300"/>
                <a:gd name="connsiteX3059" fmla="*/ 522541 w 2419350"/>
                <a:gd name="connsiteY3059" fmla="*/ 322136 h 876300"/>
                <a:gd name="connsiteX3060" fmla="*/ 519779 w 2419350"/>
                <a:gd name="connsiteY3060" fmla="*/ 318421 h 876300"/>
                <a:gd name="connsiteX3061" fmla="*/ 518255 w 2419350"/>
                <a:gd name="connsiteY3061" fmla="*/ 316992 h 876300"/>
                <a:gd name="connsiteX3062" fmla="*/ 517017 w 2419350"/>
                <a:gd name="connsiteY3062" fmla="*/ 317373 h 876300"/>
                <a:gd name="connsiteX3063" fmla="*/ 516731 w 2419350"/>
                <a:gd name="connsiteY3063" fmla="*/ 318516 h 876300"/>
                <a:gd name="connsiteX3064" fmla="*/ 516731 w 2419350"/>
                <a:gd name="connsiteY3064" fmla="*/ 319278 h 876300"/>
                <a:gd name="connsiteX3065" fmla="*/ 516446 w 2419350"/>
                <a:gd name="connsiteY3065" fmla="*/ 319754 h 876300"/>
                <a:gd name="connsiteX3066" fmla="*/ 515017 w 2419350"/>
                <a:gd name="connsiteY3066" fmla="*/ 319945 h 876300"/>
                <a:gd name="connsiteX3067" fmla="*/ 513874 w 2419350"/>
                <a:gd name="connsiteY3067" fmla="*/ 319564 h 876300"/>
                <a:gd name="connsiteX3068" fmla="*/ 513207 w 2419350"/>
                <a:gd name="connsiteY3068" fmla="*/ 318611 h 876300"/>
                <a:gd name="connsiteX3069" fmla="*/ 512445 w 2419350"/>
                <a:gd name="connsiteY3069" fmla="*/ 316135 h 876300"/>
                <a:gd name="connsiteX3070" fmla="*/ 534067 w 2419350"/>
                <a:gd name="connsiteY3070" fmla="*/ 418338 h 876300"/>
                <a:gd name="connsiteX3071" fmla="*/ 534829 w 2419350"/>
                <a:gd name="connsiteY3071" fmla="*/ 418052 h 876300"/>
                <a:gd name="connsiteX3072" fmla="*/ 535781 w 2419350"/>
                <a:gd name="connsiteY3072" fmla="*/ 417862 h 876300"/>
                <a:gd name="connsiteX3073" fmla="*/ 537591 w 2419350"/>
                <a:gd name="connsiteY3073" fmla="*/ 417671 h 876300"/>
                <a:gd name="connsiteX3074" fmla="*/ 538448 w 2419350"/>
                <a:gd name="connsiteY3074" fmla="*/ 417862 h 876300"/>
                <a:gd name="connsiteX3075" fmla="*/ 540448 w 2419350"/>
                <a:gd name="connsiteY3075" fmla="*/ 418814 h 876300"/>
                <a:gd name="connsiteX3076" fmla="*/ 540639 w 2419350"/>
                <a:gd name="connsiteY3076" fmla="*/ 419195 h 876300"/>
                <a:gd name="connsiteX3077" fmla="*/ 541782 w 2419350"/>
                <a:gd name="connsiteY3077" fmla="*/ 420814 h 876300"/>
                <a:gd name="connsiteX3078" fmla="*/ 542068 w 2419350"/>
                <a:gd name="connsiteY3078" fmla="*/ 421100 h 876300"/>
                <a:gd name="connsiteX3079" fmla="*/ 542449 w 2419350"/>
                <a:gd name="connsiteY3079" fmla="*/ 421291 h 876300"/>
                <a:gd name="connsiteX3080" fmla="*/ 545116 w 2419350"/>
                <a:gd name="connsiteY3080" fmla="*/ 420624 h 876300"/>
                <a:gd name="connsiteX3081" fmla="*/ 548545 w 2419350"/>
                <a:gd name="connsiteY3081" fmla="*/ 420624 h 876300"/>
                <a:gd name="connsiteX3082" fmla="*/ 549592 w 2419350"/>
                <a:gd name="connsiteY3082" fmla="*/ 420719 h 876300"/>
                <a:gd name="connsiteX3083" fmla="*/ 550069 w 2419350"/>
                <a:gd name="connsiteY3083" fmla="*/ 420624 h 876300"/>
                <a:gd name="connsiteX3084" fmla="*/ 551116 w 2419350"/>
                <a:gd name="connsiteY3084" fmla="*/ 419862 h 876300"/>
                <a:gd name="connsiteX3085" fmla="*/ 552259 w 2419350"/>
                <a:gd name="connsiteY3085" fmla="*/ 419386 h 876300"/>
                <a:gd name="connsiteX3086" fmla="*/ 554926 w 2419350"/>
                <a:gd name="connsiteY3086" fmla="*/ 418529 h 876300"/>
                <a:gd name="connsiteX3087" fmla="*/ 556165 w 2419350"/>
                <a:gd name="connsiteY3087" fmla="*/ 417767 h 876300"/>
                <a:gd name="connsiteX3088" fmla="*/ 556831 w 2419350"/>
                <a:gd name="connsiteY3088" fmla="*/ 418338 h 876300"/>
                <a:gd name="connsiteX3089" fmla="*/ 557689 w 2419350"/>
                <a:gd name="connsiteY3089" fmla="*/ 419767 h 876300"/>
                <a:gd name="connsiteX3090" fmla="*/ 558451 w 2419350"/>
                <a:gd name="connsiteY3090" fmla="*/ 420338 h 876300"/>
                <a:gd name="connsiteX3091" fmla="*/ 558927 w 2419350"/>
                <a:gd name="connsiteY3091" fmla="*/ 420434 h 876300"/>
                <a:gd name="connsiteX3092" fmla="*/ 560641 w 2419350"/>
                <a:gd name="connsiteY3092" fmla="*/ 420624 h 876300"/>
                <a:gd name="connsiteX3093" fmla="*/ 560832 w 2419350"/>
                <a:gd name="connsiteY3093" fmla="*/ 420624 h 876300"/>
                <a:gd name="connsiteX3094" fmla="*/ 561404 w 2419350"/>
                <a:gd name="connsiteY3094" fmla="*/ 420338 h 876300"/>
                <a:gd name="connsiteX3095" fmla="*/ 561784 w 2419350"/>
                <a:gd name="connsiteY3095" fmla="*/ 420338 h 876300"/>
                <a:gd name="connsiteX3096" fmla="*/ 561975 w 2419350"/>
                <a:gd name="connsiteY3096" fmla="*/ 420434 h 876300"/>
                <a:gd name="connsiteX3097" fmla="*/ 562547 w 2419350"/>
                <a:gd name="connsiteY3097" fmla="*/ 420910 h 876300"/>
                <a:gd name="connsiteX3098" fmla="*/ 562832 w 2419350"/>
                <a:gd name="connsiteY3098" fmla="*/ 421005 h 876300"/>
                <a:gd name="connsiteX3099" fmla="*/ 565975 w 2419350"/>
                <a:gd name="connsiteY3099" fmla="*/ 421481 h 876300"/>
                <a:gd name="connsiteX3100" fmla="*/ 566833 w 2419350"/>
                <a:gd name="connsiteY3100" fmla="*/ 421767 h 876300"/>
                <a:gd name="connsiteX3101" fmla="*/ 567690 w 2419350"/>
                <a:gd name="connsiteY3101" fmla="*/ 422243 h 876300"/>
                <a:gd name="connsiteX3102" fmla="*/ 568166 w 2419350"/>
                <a:gd name="connsiteY3102" fmla="*/ 422720 h 876300"/>
                <a:gd name="connsiteX3103" fmla="*/ 568452 w 2419350"/>
                <a:gd name="connsiteY3103" fmla="*/ 423386 h 876300"/>
                <a:gd name="connsiteX3104" fmla="*/ 568642 w 2419350"/>
                <a:gd name="connsiteY3104" fmla="*/ 424910 h 876300"/>
                <a:gd name="connsiteX3105" fmla="*/ 568642 w 2419350"/>
                <a:gd name="connsiteY3105" fmla="*/ 426720 h 876300"/>
                <a:gd name="connsiteX3106" fmla="*/ 568738 w 2419350"/>
                <a:gd name="connsiteY3106" fmla="*/ 427292 h 876300"/>
                <a:gd name="connsiteX3107" fmla="*/ 569214 w 2419350"/>
                <a:gd name="connsiteY3107" fmla="*/ 428339 h 876300"/>
                <a:gd name="connsiteX3108" fmla="*/ 569405 w 2419350"/>
                <a:gd name="connsiteY3108" fmla="*/ 429196 h 876300"/>
                <a:gd name="connsiteX3109" fmla="*/ 569881 w 2419350"/>
                <a:gd name="connsiteY3109" fmla="*/ 429959 h 876300"/>
                <a:gd name="connsiteX3110" fmla="*/ 569976 w 2419350"/>
                <a:gd name="connsiteY3110" fmla="*/ 430435 h 876300"/>
                <a:gd name="connsiteX3111" fmla="*/ 569976 w 2419350"/>
                <a:gd name="connsiteY3111" fmla="*/ 431006 h 876300"/>
                <a:gd name="connsiteX3112" fmla="*/ 569595 w 2419350"/>
                <a:gd name="connsiteY3112" fmla="*/ 432530 h 876300"/>
                <a:gd name="connsiteX3113" fmla="*/ 570071 w 2419350"/>
                <a:gd name="connsiteY3113" fmla="*/ 435007 h 876300"/>
                <a:gd name="connsiteX3114" fmla="*/ 571690 w 2419350"/>
                <a:gd name="connsiteY3114" fmla="*/ 436340 h 876300"/>
                <a:gd name="connsiteX3115" fmla="*/ 573691 w 2419350"/>
                <a:gd name="connsiteY3115" fmla="*/ 437197 h 876300"/>
                <a:gd name="connsiteX3116" fmla="*/ 575310 w 2419350"/>
                <a:gd name="connsiteY3116" fmla="*/ 438245 h 876300"/>
                <a:gd name="connsiteX3117" fmla="*/ 576167 w 2419350"/>
                <a:gd name="connsiteY3117" fmla="*/ 440436 h 876300"/>
                <a:gd name="connsiteX3118" fmla="*/ 575596 w 2419350"/>
                <a:gd name="connsiteY3118" fmla="*/ 442722 h 876300"/>
                <a:gd name="connsiteX3119" fmla="*/ 574548 w 2419350"/>
                <a:gd name="connsiteY3119" fmla="*/ 445008 h 876300"/>
                <a:gd name="connsiteX3120" fmla="*/ 573976 w 2419350"/>
                <a:gd name="connsiteY3120" fmla="*/ 447294 h 876300"/>
                <a:gd name="connsiteX3121" fmla="*/ 574262 w 2419350"/>
                <a:gd name="connsiteY3121" fmla="*/ 449675 h 876300"/>
                <a:gd name="connsiteX3122" fmla="*/ 575024 w 2419350"/>
                <a:gd name="connsiteY3122" fmla="*/ 451866 h 876300"/>
                <a:gd name="connsiteX3123" fmla="*/ 578358 w 2419350"/>
                <a:gd name="connsiteY3123" fmla="*/ 457391 h 876300"/>
                <a:gd name="connsiteX3124" fmla="*/ 579215 w 2419350"/>
                <a:gd name="connsiteY3124" fmla="*/ 457867 h 876300"/>
                <a:gd name="connsiteX3125" fmla="*/ 583025 w 2419350"/>
                <a:gd name="connsiteY3125" fmla="*/ 458153 h 876300"/>
                <a:gd name="connsiteX3126" fmla="*/ 584073 w 2419350"/>
                <a:gd name="connsiteY3126" fmla="*/ 458343 h 876300"/>
                <a:gd name="connsiteX3127" fmla="*/ 595027 w 2419350"/>
                <a:gd name="connsiteY3127" fmla="*/ 462153 h 876300"/>
                <a:gd name="connsiteX3128" fmla="*/ 597598 w 2419350"/>
                <a:gd name="connsiteY3128" fmla="*/ 464630 h 876300"/>
                <a:gd name="connsiteX3129" fmla="*/ 598551 w 2419350"/>
                <a:gd name="connsiteY3129" fmla="*/ 465011 h 876300"/>
                <a:gd name="connsiteX3130" fmla="*/ 601028 w 2419350"/>
                <a:gd name="connsiteY3130" fmla="*/ 464915 h 876300"/>
                <a:gd name="connsiteX3131" fmla="*/ 602075 w 2419350"/>
                <a:gd name="connsiteY3131" fmla="*/ 465201 h 876300"/>
                <a:gd name="connsiteX3132" fmla="*/ 602647 w 2419350"/>
                <a:gd name="connsiteY3132" fmla="*/ 465772 h 876300"/>
                <a:gd name="connsiteX3133" fmla="*/ 603313 w 2419350"/>
                <a:gd name="connsiteY3133" fmla="*/ 467011 h 876300"/>
                <a:gd name="connsiteX3134" fmla="*/ 603695 w 2419350"/>
                <a:gd name="connsiteY3134" fmla="*/ 467582 h 876300"/>
                <a:gd name="connsiteX3135" fmla="*/ 604838 w 2419350"/>
                <a:gd name="connsiteY3135" fmla="*/ 468344 h 876300"/>
                <a:gd name="connsiteX3136" fmla="*/ 605409 w 2419350"/>
                <a:gd name="connsiteY3136" fmla="*/ 468821 h 876300"/>
                <a:gd name="connsiteX3137" fmla="*/ 605695 w 2419350"/>
                <a:gd name="connsiteY3137" fmla="*/ 469392 h 876300"/>
                <a:gd name="connsiteX3138" fmla="*/ 605885 w 2419350"/>
                <a:gd name="connsiteY3138" fmla="*/ 470535 h 876300"/>
                <a:gd name="connsiteX3139" fmla="*/ 606362 w 2419350"/>
                <a:gd name="connsiteY3139" fmla="*/ 471678 h 876300"/>
                <a:gd name="connsiteX3140" fmla="*/ 607123 w 2419350"/>
                <a:gd name="connsiteY3140" fmla="*/ 472250 h 876300"/>
                <a:gd name="connsiteX3141" fmla="*/ 608171 w 2419350"/>
                <a:gd name="connsiteY3141" fmla="*/ 471678 h 876300"/>
                <a:gd name="connsiteX3142" fmla="*/ 608362 w 2419350"/>
                <a:gd name="connsiteY3142" fmla="*/ 471773 h 876300"/>
                <a:gd name="connsiteX3143" fmla="*/ 608838 w 2419350"/>
                <a:gd name="connsiteY3143" fmla="*/ 472059 h 876300"/>
                <a:gd name="connsiteX3144" fmla="*/ 609219 w 2419350"/>
                <a:gd name="connsiteY3144" fmla="*/ 470726 h 876300"/>
                <a:gd name="connsiteX3145" fmla="*/ 610648 w 2419350"/>
                <a:gd name="connsiteY3145" fmla="*/ 470440 h 876300"/>
                <a:gd name="connsiteX3146" fmla="*/ 613505 w 2419350"/>
                <a:gd name="connsiteY3146" fmla="*/ 470916 h 876300"/>
                <a:gd name="connsiteX3147" fmla="*/ 613791 w 2419350"/>
                <a:gd name="connsiteY3147" fmla="*/ 471202 h 876300"/>
                <a:gd name="connsiteX3148" fmla="*/ 613981 w 2419350"/>
                <a:gd name="connsiteY3148" fmla="*/ 471583 h 876300"/>
                <a:gd name="connsiteX3149" fmla="*/ 614267 w 2419350"/>
                <a:gd name="connsiteY3149" fmla="*/ 471773 h 876300"/>
                <a:gd name="connsiteX3150" fmla="*/ 615124 w 2419350"/>
                <a:gd name="connsiteY3150" fmla="*/ 471297 h 876300"/>
                <a:gd name="connsiteX3151" fmla="*/ 615505 w 2419350"/>
                <a:gd name="connsiteY3151" fmla="*/ 471392 h 876300"/>
                <a:gd name="connsiteX3152" fmla="*/ 615887 w 2419350"/>
                <a:gd name="connsiteY3152" fmla="*/ 471583 h 876300"/>
                <a:gd name="connsiteX3153" fmla="*/ 616267 w 2419350"/>
                <a:gd name="connsiteY3153" fmla="*/ 471678 h 876300"/>
                <a:gd name="connsiteX3154" fmla="*/ 616934 w 2419350"/>
                <a:gd name="connsiteY3154" fmla="*/ 471488 h 876300"/>
                <a:gd name="connsiteX3155" fmla="*/ 617411 w 2419350"/>
                <a:gd name="connsiteY3155" fmla="*/ 471106 h 876300"/>
                <a:gd name="connsiteX3156" fmla="*/ 617791 w 2419350"/>
                <a:gd name="connsiteY3156" fmla="*/ 470821 h 876300"/>
                <a:gd name="connsiteX3157" fmla="*/ 618268 w 2419350"/>
                <a:gd name="connsiteY3157" fmla="*/ 471011 h 876300"/>
                <a:gd name="connsiteX3158" fmla="*/ 618649 w 2419350"/>
                <a:gd name="connsiteY3158" fmla="*/ 470630 h 876300"/>
                <a:gd name="connsiteX3159" fmla="*/ 618458 w 2419350"/>
                <a:gd name="connsiteY3159" fmla="*/ 470345 h 876300"/>
                <a:gd name="connsiteX3160" fmla="*/ 617982 w 2419350"/>
                <a:gd name="connsiteY3160" fmla="*/ 469583 h 876300"/>
                <a:gd name="connsiteX3161" fmla="*/ 618363 w 2419350"/>
                <a:gd name="connsiteY3161" fmla="*/ 468821 h 876300"/>
                <a:gd name="connsiteX3162" fmla="*/ 618363 w 2419350"/>
                <a:gd name="connsiteY3162" fmla="*/ 467868 h 876300"/>
                <a:gd name="connsiteX3163" fmla="*/ 617982 w 2419350"/>
                <a:gd name="connsiteY3163" fmla="*/ 467011 h 876300"/>
                <a:gd name="connsiteX3164" fmla="*/ 617030 w 2419350"/>
                <a:gd name="connsiteY3164" fmla="*/ 466630 h 876300"/>
                <a:gd name="connsiteX3165" fmla="*/ 616267 w 2419350"/>
                <a:gd name="connsiteY3165" fmla="*/ 466535 h 876300"/>
                <a:gd name="connsiteX3166" fmla="*/ 615887 w 2419350"/>
                <a:gd name="connsiteY3166" fmla="*/ 466154 h 876300"/>
                <a:gd name="connsiteX3167" fmla="*/ 615601 w 2419350"/>
                <a:gd name="connsiteY3167" fmla="*/ 465677 h 876300"/>
                <a:gd name="connsiteX3168" fmla="*/ 615124 w 2419350"/>
                <a:gd name="connsiteY3168" fmla="*/ 465201 h 876300"/>
                <a:gd name="connsiteX3169" fmla="*/ 614648 w 2419350"/>
                <a:gd name="connsiteY3169" fmla="*/ 465011 h 876300"/>
                <a:gd name="connsiteX3170" fmla="*/ 613886 w 2419350"/>
                <a:gd name="connsiteY3170" fmla="*/ 465011 h 876300"/>
                <a:gd name="connsiteX3171" fmla="*/ 613315 w 2419350"/>
                <a:gd name="connsiteY3171" fmla="*/ 464915 h 876300"/>
                <a:gd name="connsiteX3172" fmla="*/ 611410 w 2419350"/>
                <a:gd name="connsiteY3172" fmla="*/ 463772 h 876300"/>
                <a:gd name="connsiteX3173" fmla="*/ 610933 w 2419350"/>
                <a:gd name="connsiteY3173" fmla="*/ 462058 h 876300"/>
                <a:gd name="connsiteX3174" fmla="*/ 611314 w 2419350"/>
                <a:gd name="connsiteY3174" fmla="*/ 459962 h 876300"/>
                <a:gd name="connsiteX3175" fmla="*/ 614648 w 2419350"/>
                <a:gd name="connsiteY3175" fmla="*/ 451009 h 876300"/>
                <a:gd name="connsiteX3176" fmla="*/ 617125 w 2419350"/>
                <a:gd name="connsiteY3176" fmla="*/ 447294 h 876300"/>
                <a:gd name="connsiteX3177" fmla="*/ 617982 w 2419350"/>
                <a:gd name="connsiteY3177" fmla="*/ 446532 h 876300"/>
                <a:gd name="connsiteX3178" fmla="*/ 618934 w 2419350"/>
                <a:gd name="connsiteY3178" fmla="*/ 446151 h 876300"/>
                <a:gd name="connsiteX3179" fmla="*/ 619506 w 2419350"/>
                <a:gd name="connsiteY3179" fmla="*/ 446056 h 876300"/>
                <a:gd name="connsiteX3180" fmla="*/ 621221 w 2419350"/>
                <a:gd name="connsiteY3180" fmla="*/ 445103 h 876300"/>
                <a:gd name="connsiteX3181" fmla="*/ 621792 w 2419350"/>
                <a:gd name="connsiteY3181" fmla="*/ 445008 h 876300"/>
                <a:gd name="connsiteX3182" fmla="*/ 622268 w 2419350"/>
                <a:gd name="connsiteY3182" fmla="*/ 445103 h 876300"/>
                <a:gd name="connsiteX3183" fmla="*/ 622649 w 2419350"/>
                <a:gd name="connsiteY3183" fmla="*/ 445103 h 876300"/>
                <a:gd name="connsiteX3184" fmla="*/ 623030 w 2419350"/>
                <a:gd name="connsiteY3184" fmla="*/ 444818 h 876300"/>
                <a:gd name="connsiteX3185" fmla="*/ 623030 w 2419350"/>
                <a:gd name="connsiteY3185" fmla="*/ 444055 h 876300"/>
                <a:gd name="connsiteX3186" fmla="*/ 622078 w 2419350"/>
                <a:gd name="connsiteY3186" fmla="*/ 443770 h 876300"/>
                <a:gd name="connsiteX3187" fmla="*/ 619601 w 2419350"/>
                <a:gd name="connsiteY3187" fmla="*/ 443770 h 876300"/>
                <a:gd name="connsiteX3188" fmla="*/ 618554 w 2419350"/>
                <a:gd name="connsiteY3188" fmla="*/ 443579 h 876300"/>
                <a:gd name="connsiteX3189" fmla="*/ 615124 w 2419350"/>
                <a:gd name="connsiteY3189" fmla="*/ 442246 h 876300"/>
                <a:gd name="connsiteX3190" fmla="*/ 608266 w 2419350"/>
                <a:gd name="connsiteY3190" fmla="*/ 441103 h 876300"/>
                <a:gd name="connsiteX3191" fmla="*/ 602361 w 2419350"/>
                <a:gd name="connsiteY3191" fmla="*/ 439103 h 876300"/>
                <a:gd name="connsiteX3192" fmla="*/ 601694 w 2419350"/>
                <a:gd name="connsiteY3192" fmla="*/ 439198 h 876300"/>
                <a:gd name="connsiteX3193" fmla="*/ 601123 w 2419350"/>
                <a:gd name="connsiteY3193" fmla="*/ 439769 h 876300"/>
                <a:gd name="connsiteX3194" fmla="*/ 599884 w 2419350"/>
                <a:gd name="connsiteY3194" fmla="*/ 439579 h 876300"/>
                <a:gd name="connsiteX3195" fmla="*/ 598551 w 2419350"/>
                <a:gd name="connsiteY3195" fmla="*/ 439103 h 876300"/>
                <a:gd name="connsiteX3196" fmla="*/ 597694 w 2419350"/>
                <a:gd name="connsiteY3196" fmla="*/ 438626 h 876300"/>
                <a:gd name="connsiteX3197" fmla="*/ 595884 w 2419350"/>
                <a:gd name="connsiteY3197" fmla="*/ 437007 h 876300"/>
                <a:gd name="connsiteX3198" fmla="*/ 594360 w 2419350"/>
                <a:gd name="connsiteY3198" fmla="*/ 435007 h 876300"/>
                <a:gd name="connsiteX3199" fmla="*/ 593026 w 2419350"/>
                <a:gd name="connsiteY3199" fmla="*/ 432816 h 876300"/>
                <a:gd name="connsiteX3200" fmla="*/ 589693 w 2419350"/>
                <a:gd name="connsiteY3200" fmla="*/ 423767 h 876300"/>
                <a:gd name="connsiteX3201" fmla="*/ 587692 w 2419350"/>
                <a:gd name="connsiteY3201" fmla="*/ 414814 h 876300"/>
                <a:gd name="connsiteX3202" fmla="*/ 587692 w 2419350"/>
                <a:gd name="connsiteY3202" fmla="*/ 412528 h 876300"/>
                <a:gd name="connsiteX3203" fmla="*/ 588359 w 2419350"/>
                <a:gd name="connsiteY3203" fmla="*/ 409099 h 876300"/>
                <a:gd name="connsiteX3204" fmla="*/ 588645 w 2419350"/>
                <a:gd name="connsiteY3204" fmla="*/ 408622 h 876300"/>
                <a:gd name="connsiteX3205" fmla="*/ 588359 w 2419350"/>
                <a:gd name="connsiteY3205" fmla="*/ 408146 h 876300"/>
                <a:gd name="connsiteX3206" fmla="*/ 585597 w 2419350"/>
                <a:gd name="connsiteY3206" fmla="*/ 405003 h 876300"/>
                <a:gd name="connsiteX3207" fmla="*/ 585692 w 2419350"/>
                <a:gd name="connsiteY3207" fmla="*/ 404622 h 876300"/>
                <a:gd name="connsiteX3208" fmla="*/ 585883 w 2419350"/>
                <a:gd name="connsiteY3208" fmla="*/ 404051 h 876300"/>
                <a:gd name="connsiteX3209" fmla="*/ 585883 w 2419350"/>
                <a:gd name="connsiteY3209" fmla="*/ 403574 h 876300"/>
                <a:gd name="connsiteX3210" fmla="*/ 585406 w 2419350"/>
                <a:gd name="connsiteY3210" fmla="*/ 403384 h 876300"/>
                <a:gd name="connsiteX3211" fmla="*/ 584740 w 2419350"/>
                <a:gd name="connsiteY3211" fmla="*/ 403288 h 876300"/>
                <a:gd name="connsiteX3212" fmla="*/ 584359 w 2419350"/>
                <a:gd name="connsiteY3212" fmla="*/ 402908 h 876300"/>
                <a:gd name="connsiteX3213" fmla="*/ 584168 w 2419350"/>
                <a:gd name="connsiteY3213" fmla="*/ 402431 h 876300"/>
                <a:gd name="connsiteX3214" fmla="*/ 584073 w 2419350"/>
                <a:gd name="connsiteY3214" fmla="*/ 401764 h 876300"/>
                <a:gd name="connsiteX3215" fmla="*/ 583978 w 2419350"/>
                <a:gd name="connsiteY3215" fmla="*/ 401288 h 876300"/>
                <a:gd name="connsiteX3216" fmla="*/ 583692 w 2419350"/>
                <a:gd name="connsiteY3216" fmla="*/ 401003 h 876300"/>
                <a:gd name="connsiteX3217" fmla="*/ 583311 w 2419350"/>
                <a:gd name="connsiteY3217" fmla="*/ 400812 h 876300"/>
                <a:gd name="connsiteX3218" fmla="*/ 583025 w 2419350"/>
                <a:gd name="connsiteY3218" fmla="*/ 400526 h 876300"/>
                <a:gd name="connsiteX3219" fmla="*/ 582835 w 2419350"/>
                <a:gd name="connsiteY3219" fmla="*/ 400145 h 876300"/>
                <a:gd name="connsiteX3220" fmla="*/ 582549 w 2419350"/>
                <a:gd name="connsiteY3220" fmla="*/ 399193 h 876300"/>
                <a:gd name="connsiteX3221" fmla="*/ 582358 w 2419350"/>
                <a:gd name="connsiteY3221" fmla="*/ 398717 h 876300"/>
                <a:gd name="connsiteX3222" fmla="*/ 581978 w 2419350"/>
                <a:gd name="connsiteY3222" fmla="*/ 398431 h 876300"/>
                <a:gd name="connsiteX3223" fmla="*/ 581501 w 2419350"/>
                <a:gd name="connsiteY3223" fmla="*/ 398145 h 876300"/>
                <a:gd name="connsiteX3224" fmla="*/ 581025 w 2419350"/>
                <a:gd name="connsiteY3224" fmla="*/ 397764 h 876300"/>
                <a:gd name="connsiteX3225" fmla="*/ 580834 w 2419350"/>
                <a:gd name="connsiteY3225" fmla="*/ 397097 h 876300"/>
                <a:gd name="connsiteX3226" fmla="*/ 580834 w 2419350"/>
                <a:gd name="connsiteY3226" fmla="*/ 394906 h 876300"/>
                <a:gd name="connsiteX3227" fmla="*/ 580930 w 2419350"/>
                <a:gd name="connsiteY3227" fmla="*/ 394335 h 876300"/>
                <a:gd name="connsiteX3228" fmla="*/ 581501 w 2419350"/>
                <a:gd name="connsiteY3228" fmla="*/ 393859 h 876300"/>
                <a:gd name="connsiteX3229" fmla="*/ 581597 w 2419350"/>
                <a:gd name="connsiteY3229" fmla="*/ 393383 h 876300"/>
                <a:gd name="connsiteX3230" fmla="*/ 581406 w 2419350"/>
                <a:gd name="connsiteY3230" fmla="*/ 392811 h 876300"/>
                <a:gd name="connsiteX3231" fmla="*/ 581025 w 2419350"/>
                <a:gd name="connsiteY3231" fmla="*/ 392430 h 876300"/>
                <a:gd name="connsiteX3232" fmla="*/ 578548 w 2419350"/>
                <a:gd name="connsiteY3232" fmla="*/ 390620 h 876300"/>
                <a:gd name="connsiteX3233" fmla="*/ 578167 w 2419350"/>
                <a:gd name="connsiteY3233" fmla="*/ 390430 h 876300"/>
                <a:gd name="connsiteX3234" fmla="*/ 577024 w 2419350"/>
                <a:gd name="connsiteY3234" fmla="*/ 390525 h 876300"/>
                <a:gd name="connsiteX3235" fmla="*/ 576453 w 2419350"/>
                <a:gd name="connsiteY3235" fmla="*/ 390525 h 876300"/>
                <a:gd name="connsiteX3236" fmla="*/ 576072 w 2419350"/>
                <a:gd name="connsiteY3236" fmla="*/ 390335 h 876300"/>
                <a:gd name="connsiteX3237" fmla="*/ 575405 w 2419350"/>
                <a:gd name="connsiteY3237" fmla="*/ 389477 h 876300"/>
                <a:gd name="connsiteX3238" fmla="*/ 575120 w 2419350"/>
                <a:gd name="connsiteY3238" fmla="*/ 388715 h 876300"/>
                <a:gd name="connsiteX3239" fmla="*/ 574738 w 2419350"/>
                <a:gd name="connsiteY3239" fmla="*/ 388144 h 876300"/>
                <a:gd name="connsiteX3240" fmla="*/ 573691 w 2419350"/>
                <a:gd name="connsiteY3240" fmla="*/ 387953 h 876300"/>
                <a:gd name="connsiteX3241" fmla="*/ 573691 w 2419350"/>
                <a:gd name="connsiteY3241" fmla="*/ 387953 h 876300"/>
                <a:gd name="connsiteX3242" fmla="*/ 572738 w 2419350"/>
                <a:gd name="connsiteY3242" fmla="*/ 387858 h 876300"/>
                <a:gd name="connsiteX3243" fmla="*/ 570547 w 2419350"/>
                <a:gd name="connsiteY3243" fmla="*/ 389382 h 876300"/>
                <a:gd name="connsiteX3244" fmla="*/ 569214 w 2419350"/>
                <a:gd name="connsiteY3244" fmla="*/ 389763 h 876300"/>
                <a:gd name="connsiteX3245" fmla="*/ 564547 w 2419350"/>
                <a:gd name="connsiteY3245" fmla="*/ 389668 h 876300"/>
                <a:gd name="connsiteX3246" fmla="*/ 563308 w 2419350"/>
                <a:gd name="connsiteY3246" fmla="*/ 390049 h 876300"/>
                <a:gd name="connsiteX3247" fmla="*/ 563880 w 2419350"/>
                <a:gd name="connsiteY3247" fmla="*/ 390525 h 876300"/>
                <a:gd name="connsiteX3248" fmla="*/ 564356 w 2419350"/>
                <a:gd name="connsiteY3248" fmla="*/ 391192 h 876300"/>
                <a:gd name="connsiteX3249" fmla="*/ 564737 w 2419350"/>
                <a:gd name="connsiteY3249" fmla="*/ 391954 h 876300"/>
                <a:gd name="connsiteX3250" fmla="*/ 565023 w 2419350"/>
                <a:gd name="connsiteY3250" fmla="*/ 392716 h 876300"/>
                <a:gd name="connsiteX3251" fmla="*/ 565118 w 2419350"/>
                <a:gd name="connsiteY3251" fmla="*/ 393192 h 876300"/>
                <a:gd name="connsiteX3252" fmla="*/ 565213 w 2419350"/>
                <a:gd name="connsiteY3252" fmla="*/ 394049 h 876300"/>
                <a:gd name="connsiteX3253" fmla="*/ 565404 w 2419350"/>
                <a:gd name="connsiteY3253" fmla="*/ 394526 h 876300"/>
                <a:gd name="connsiteX3254" fmla="*/ 566356 w 2419350"/>
                <a:gd name="connsiteY3254" fmla="*/ 396050 h 876300"/>
                <a:gd name="connsiteX3255" fmla="*/ 566547 w 2419350"/>
                <a:gd name="connsiteY3255" fmla="*/ 396145 h 876300"/>
                <a:gd name="connsiteX3256" fmla="*/ 566166 w 2419350"/>
                <a:gd name="connsiteY3256" fmla="*/ 398145 h 876300"/>
                <a:gd name="connsiteX3257" fmla="*/ 566166 w 2419350"/>
                <a:gd name="connsiteY3257" fmla="*/ 399193 h 876300"/>
                <a:gd name="connsiteX3258" fmla="*/ 566642 w 2419350"/>
                <a:gd name="connsiteY3258" fmla="*/ 400145 h 876300"/>
                <a:gd name="connsiteX3259" fmla="*/ 568262 w 2419350"/>
                <a:gd name="connsiteY3259" fmla="*/ 401860 h 876300"/>
                <a:gd name="connsiteX3260" fmla="*/ 568928 w 2419350"/>
                <a:gd name="connsiteY3260" fmla="*/ 402812 h 876300"/>
                <a:gd name="connsiteX3261" fmla="*/ 569309 w 2419350"/>
                <a:gd name="connsiteY3261" fmla="*/ 403860 h 876300"/>
                <a:gd name="connsiteX3262" fmla="*/ 567880 w 2419350"/>
                <a:gd name="connsiteY3262" fmla="*/ 403955 h 876300"/>
                <a:gd name="connsiteX3263" fmla="*/ 567499 w 2419350"/>
                <a:gd name="connsiteY3263" fmla="*/ 403860 h 876300"/>
                <a:gd name="connsiteX3264" fmla="*/ 567214 w 2419350"/>
                <a:gd name="connsiteY3264" fmla="*/ 403574 h 876300"/>
                <a:gd name="connsiteX3265" fmla="*/ 566833 w 2419350"/>
                <a:gd name="connsiteY3265" fmla="*/ 402622 h 876300"/>
                <a:gd name="connsiteX3266" fmla="*/ 566547 w 2419350"/>
                <a:gd name="connsiteY3266" fmla="*/ 402431 h 876300"/>
                <a:gd name="connsiteX3267" fmla="*/ 565499 w 2419350"/>
                <a:gd name="connsiteY3267" fmla="*/ 402527 h 876300"/>
                <a:gd name="connsiteX3268" fmla="*/ 564832 w 2419350"/>
                <a:gd name="connsiteY3268" fmla="*/ 402812 h 876300"/>
                <a:gd name="connsiteX3269" fmla="*/ 564166 w 2419350"/>
                <a:gd name="connsiteY3269" fmla="*/ 402812 h 876300"/>
                <a:gd name="connsiteX3270" fmla="*/ 563118 w 2419350"/>
                <a:gd name="connsiteY3270" fmla="*/ 402431 h 876300"/>
                <a:gd name="connsiteX3271" fmla="*/ 562356 w 2419350"/>
                <a:gd name="connsiteY3271" fmla="*/ 401955 h 876300"/>
                <a:gd name="connsiteX3272" fmla="*/ 561404 w 2419350"/>
                <a:gd name="connsiteY3272" fmla="*/ 401098 h 876300"/>
                <a:gd name="connsiteX3273" fmla="*/ 560737 w 2419350"/>
                <a:gd name="connsiteY3273" fmla="*/ 400145 h 876300"/>
                <a:gd name="connsiteX3274" fmla="*/ 560832 w 2419350"/>
                <a:gd name="connsiteY3274" fmla="*/ 399383 h 876300"/>
                <a:gd name="connsiteX3275" fmla="*/ 562928 w 2419350"/>
                <a:gd name="connsiteY3275" fmla="*/ 397478 h 876300"/>
                <a:gd name="connsiteX3276" fmla="*/ 563499 w 2419350"/>
                <a:gd name="connsiteY3276" fmla="*/ 396621 h 876300"/>
                <a:gd name="connsiteX3277" fmla="*/ 562070 w 2419350"/>
                <a:gd name="connsiteY3277" fmla="*/ 396145 h 876300"/>
                <a:gd name="connsiteX3278" fmla="*/ 560641 w 2419350"/>
                <a:gd name="connsiteY3278" fmla="*/ 395383 h 876300"/>
                <a:gd name="connsiteX3279" fmla="*/ 559594 w 2419350"/>
                <a:gd name="connsiteY3279" fmla="*/ 394335 h 876300"/>
                <a:gd name="connsiteX3280" fmla="*/ 559213 w 2419350"/>
                <a:gd name="connsiteY3280" fmla="*/ 393097 h 876300"/>
                <a:gd name="connsiteX3281" fmla="*/ 559117 w 2419350"/>
                <a:gd name="connsiteY3281" fmla="*/ 391763 h 876300"/>
                <a:gd name="connsiteX3282" fmla="*/ 558737 w 2419350"/>
                <a:gd name="connsiteY3282" fmla="*/ 390430 h 876300"/>
                <a:gd name="connsiteX3283" fmla="*/ 557879 w 2419350"/>
                <a:gd name="connsiteY3283" fmla="*/ 389668 h 876300"/>
                <a:gd name="connsiteX3284" fmla="*/ 556355 w 2419350"/>
                <a:gd name="connsiteY3284" fmla="*/ 389954 h 876300"/>
                <a:gd name="connsiteX3285" fmla="*/ 555688 w 2419350"/>
                <a:gd name="connsiteY3285" fmla="*/ 390430 h 876300"/>
                <a:gd name="connsiteX3286" fmla="*/ 555307 w 2419350"/>
                <a:gd name="connsiteY3286" fmla="*/ 390811 h 876300"/>
                <a:gd name="connsiteX3287" fmla="*/ 554831 w 2419350"/>
                <a:gd name="connsiteY3287" fmla="*/ 391192 h 876300"/>
                <a:gd name="connsiteX3288" fmla="*/ 553879 w 2419350"/>
                <a:gd name="connsiteY3288" fmla="*/ 391382 h 876300"/>
                <a:gd name="connsiteX3289" fmla="*/ 551402 w 2419350"/>
                <a:gd name="connsiteY3289" fmla="*/ 391287 h 876300"/>
                <a:gd name="connsiteX3290" fmla="*/ 550736 w 2419350"/>
                <a:gd name="connsiteY3290" fmla="*/ 391573 h 876300"/>
                <a:gd name="connsiteX3291" fmla="*/ 548545 w 2419350"/>
                <a:gd name="connsiteY3291" fmla="*/ 393763 h 876300"/>
                <a:gd name="connsiteX3292" fmla="*/ 548259 w 2419350"/>
                <a:gd name="connsiteY3292" fmla="*/ 393954 h 876300"/>
                <a:gd name="connsiteX3293" fmla="*/ 547592 w 2419350"/>
                <a:gd name="connsiteY3293" fmla="*/ 393859 h 876300"/>
                <a:gd name="connsiteX3294" fmla="*/ 547306 w 2419350"/>
                <a:gd name="connsiteY3294" fmla="*/ 393954 h 876300"/>
                <a:gd name="connsiteX3295" fmla="*/ 547021 w 2419350"/>
                <a:gd name="connsiteY3295" fmla="*/ 394335 h 876300"/>
                <a:gd name="connsiteX3296" fmla="*/ 546735 w 2419350"/>
                <a:gd name="connsiteY3296" fmla="*/ 395097 h 876300"/>
                <a:gd name="connsiteX3297" fmla="*/ 546545 w 2419350"/>
                <a:gd name="connsiteY3297" fmla="*/ 395383 h 876300"/>
                <a:gd name="connsiteX3298" fmla="*/ 546068 w 2419350"/>
                <a:gd name="connsiteY3298" fmla="*/ 395669 h 876300"/>
                <a:gd name="connsiteX3299" fmla="*/ 545497 w 2419350"/>
                <a:gd name="connsiteY3299" fmla="*/ 395859 h 876300"/>
                <a:gd name="connsiteX3300" fmla="*/ 545021 w 2419350"/>
                <a:gd name="connsiteY3300" fmla="*/ 396145 h 876300"/>
                <a:gd name="connsiteX3301" fmla="*/ 544830 w 2419350"/>
                <a:gd name="connsiteY3301" fmla="*/ 396716 h 876300"/>
                <a:gd name="connsiteX3302" fmla="*/ 545116 w 2419350"/>
                <a:gd name="connsiteY3302" fmla="*/ 397764 h 876300"/>
                <a:gd name="connsiteX3303" fmla="*/ 545116 w 2419350"/>
                <a:gd name="connsiteY3303" fmla="*/ 398240 h 876300"/>
                <a:gd name="connsiteX3304" fmla="*/ 544735 w 2419350"/>
                <a:gd name="connsiteY3304" fmla="*/ 398431 h 876300"/>
                <a:gd name="connsiteX3305" fmla="*/ 544354 w 2419350"/>
                <a:gd name="connsiteY3305" fmla="*/ 398812 h 876300"/>
                <a:gd name="connsiteX3306" fmla="*/ 545401 w 2419350"/>
                <a:gd name="connsiteY3306" fmla="*/ 399669 h 876300"/>
                <a:gd name="connsiteX3307" fmla="*/ 547497 w 2419350"/>
                <a:gd name="connsiteY3307" fmla="*/ 400907 h 876300"/>
                <a:gd name="connsiteX3308" fmla="*/ 547878 w 2419350"/>
                <a:gd name="connsiteY3308" fmla="*/ 403288 h 876300"/>
                <a:gd name="connsiteX3309" fmla="*/ 546449 w 2419350"/>
                <a:gd name="connsiteY3309" fmla="*/ 405289 h 876300"/>
                <a:gd name="connsiteX3310" fmla="*/ 542354 w 2419350"/>
                <a:gd name="connsiteY3310" fmla="*/ 408051 h 876300"/>
                <a:gd name="connsiteX3311" fmla="*/ 536353 w 2419350"/>
                <a:gd name="connsiteY3311" fmla="*/ 410337 h 876300"/>
                <a:gd name="connsiteX3312" fmla="*/ 534829 w 2419350"/>
                <a:gd name="connsiteY3312" fmla="*/ 411385 h 876300"/>
                <a:gd name="connsiteX3313" fmla="*/ 533876 w 2419350"/>
                <a:gd name="connsiteY3313" fmla="*/ 412909 h 876300"/>
                <a:gd name="connsiteX3314" fmla="*/ 533305 w 2419350"/>
                <a:gd name="connsiteY3314" fmla="*/ 414909 h 876300"/>
                <a:gd name="connsiteX3315" fmla="*/ 533400 w 2419350"/>
                <a:gd name="connsiteY3315" fmla="*/ 417005 h 876300"/>
                <a:gd name="connsiteX3316" fmla="*/ 534067 w 2419350"/>
                <a:gd name="connsiteY3316" fmla="*/ 418338 h 876300"/>
                <a:gd name="connsiteX3317" fmla="*/ 517112 w 2419350"/>
                <a:gd name="connsiteY3317" fmla="*/ 257461 h 876300"/>
                <a:gd name="connsiteX3318" fmla="*/ 517112 w 2419350"/>
                <a:gd name="connsiteY3318" fmla="*/ 258318 h 876300"/>
                <a:gd name="connsiteX3319" fmla="*/ 517207 w 2419350"/>
                <a:gd name="connsiteY3319" fmla="*/ 258889 h 876300"/>
                <a:gd name="connsiteX3320" fmla="*/ 517398 w 2419350"/>
                <a:gd name="connsiteY3320" fmla="*/ 259366 h 876300"/>
                <a:gd name="connsiteX3321" fmla="*/ 517779 w 2419350"/>
                <a:gd name="connsiteY3321" fmla="*/ 259175 h 876300"/>
                <a:gd name="connsiteX3322" fmla="*/ 518065 w 2419350"/>
                <a:gd name="connsiteY3322" fmla="*/ 258889 h 876300"/>
                <a:gd name="connsiteX3323" fmla="*/ 518255 w 2419350"/>
                <a:gd name="connsiteY3323" fmla="*/ 258604 h 876300"/>
                <a:gd name="connsiteX3324" fmla="*/ 518446 w 2419350"/>
                <a:gd name="connsiteY3324" fmla="*/ 258223 h 876300"/>
                <a:gd name="connsiteX3325" fmla="*/ 518446 w 2419350"/>
                <a:gd name="connsiteY3325" fmla="*/ 257842 h 876300"/>
                <a:gd name="connsiteX3326" fmla="*/ 518350 w 2419350"/>
                <a:gd name="connsiteY3326" fmla="*/ 257461 h 876300"/>
                <a:gd name="connsiteX3327" fmla="*/ 518160 w 2419350"/>
                <a:gd name="connsiteY3327" fmla="*/ 257080 h 876300"/>
                <a:gd name="connsiteX3328" fmla="*/ 517779 w 2419350"/>
                <a:gd name="connsiteY3328" fmla="*/ 256794 h 876300"/>
                <a:gd name="connsiteX3329" fmla="*/ 518065 w 2419350"/>
                <a:gd name="connsiteY3329" fmla="*/ 256032 h 876300"/>
                <a:gd name="connsiteX3330" fmla="*/ 517398 w 2419350"/>
                <a:gd name="connsiteY3330" fmla="*/ 255746 h 876300"/>
                <a:gd name="connsiteX3331" fmla="*/ 516350 w 2419350"/>
                <a:gd name="connsiteY3331" fmla="*/ 255651 h 876300"/>
                <a:gd name="connsiteX3332" fmla="*/ 515683 w 2419350"/>
                <a:gd name="connsiteY3332" fmla="*/ 255365 h 876300"/>
                <a:gd name="connsiteX3333" fmla="*/ 515303 w 2419350"/>
                <a:gd name="connsiteY3333" fmla="*/ 255746 h 876300"/>
                <a:gd name="connsiteX3334" fmla="*/ 516922 w 2419350"/>
                <a:gd name="connsiteY3334" fmla="*/ 257080 h 876300"/>
                <a:gd name="connsiteX3335" fmla="*/ 517112 w 2419350"/>
                <a:gd name="connsiteY3335" fmla="*/ 257461 h 876300"/>
                <a:gd name="connsiteX3336" fmla="*/ 724281 w 2419350"/>
                <a:gd name="connsiteY3336" fmla="*/ 399288 h 876300"/>
                <a:gd name="connsiteX3337" fmla="*/ 725329 w 2419350"/>
                <a:gd name="connsiteY3337" fmla="*/ 398526 h 876300"/>
                <a:gd name="connsiteX3338" fmla="*/ 724186 w 2419350"/>
                <a:gd name="connsiteY3338" fmla="*/ 398145 h 876300"/>
                <a:gd name="connsiteX3339" fmla="*/ 722376 w 2419350"/>
                <a:gd name="connsiteY3339" fmla="*/ 398050 h 876300"/>
                <a:gd name="connsiteX3340" fmla="*/ 720662 w 2419350"/>
                <a:gd name="connsiteY3340" fmla="*/ 398336 h 876300"/>
                <a:gd name="connsiteX3341" fmla="*/ 719899 w 2419350"/>
                <a:gd name="connsiteY3341" fmla="*/ 399097 h 876300"/>
                <a:gd name="connsiteX3342" fmla="*/ 722376 w 2419350"/>
                <a:gd name="connsiteY3342" fmla="*/ 399383 h 876300"/>
                <a:gd name="connsiteX3343" fmla="*/ 724281 w 2419350"/>
                <a:gd name="connsiteY3343" fmla="*/ 399288 h 876300"/>
                <a:gd name="connsiteX3344" fmla="*/ 562261 w 2419350"/>
                <a:gd name="connsiteY3344" fmla="*/ 151733 h 876300"/>
                <a:gd name="connsiteX3345" fmla="*/ 562737 w 2419350"/>
                <a:gd name="connsiteY3345" fmla="*/ 152210 h 876300"/>
                <a:gd name="connsiteX3346" fmla="*/ 563975 w 2419350"/>
                <a:gd name="connsiteY3346" fmla="*/ 152876 h 876300"/>
                <a:gd name="connsiteX3347" fmla="*/ 564356 w 2419350"/>
                <a:gd name="connsiteY3347" fmla="*/ 153448 h 876300"/>
                <a:gd name="connsiteX3348" fmla="*/ 564261 w 2419350"/>
                <a:gd name="connsiteY3348" fmla="*/ 153829 h 876300"/>
                <a:gd name="connsiteX3349" fmla="*/ 563689 w 2419350"/>
                <a:gd name="connsiteY3349" fmla="*/ 155162 h 876300"/>
                <a:gd name="connsiteX3350" fmla="*/ 563404 w 2419350"/>
                <a:gd name="connsiteY3350" fmla="*/ 156401 h 876300"/>
                <a:gd name="connsiteX3351" fmla="*/ 562928 w 2419350"/>
                <a:gd name="connsiteY3351" fmla="*/ 157639 h 876300"/>
                <a:gd name="connsiteX3352" fmla="*/ 562832 w 2419350"/>
                <a:gd name="connsiteY3352" fmla="*/ 158305 h 876300"/>
                <a:gd name="connsiteX3353" fmla="*/ 562832 w 2419350"/>
                <a:gd name="connsiteY3353" fmla="*/ 158877 h 876300"/>
                <a:gd name="connsiteX3354" fmla="*/ 563023 w 2419350"/>
                <a:gd name="connsiteY3354" fmla="*/ 159544 h 876300"/>
                <a:gd name="connsiteX3355" fmla="*/ 563308 w 2419350"/>
                <a:gd name="connsiteY3355" fmla="*/ 160115 h 876300"/>
                <a:gd name="connsiteX3356" fmla="*/ 563689 w 2419350"/>
                <a:gd name="connsiteY3356" fmla="*/ 160496 h 876300"/>
                <a:gd name="connsiteX3357" fmla="*/ 564356 w 2419350"/>
                <a:gd name="connsiteY3357" fmla="*/ 160687 h 876300"/>
                <a:gd name="connsiteX3358" fmla="*/ 565023 w 2419350"/>
                <a:gd name="connsiteY3358" fmla="*/ 160592 h 876300"/>
                <a:gd name="connsiteX3359" fmla="*/ 565690 w 2419350"/>
                <a:gd name="connsiteY3359" fmla="*/ 160401 h 876300"/>
                <a:gd name="connsiteX3360" fmla="*/ 566356 w 2419350"/>
                <a:gd name="connsiteY3360" fmla="*/ 160306 h 876300"/>
                <a:gd name="connsiteX3361" fmla="*/ 566547 w 2419350"/>
                <a:gd name="connsiteY3361" fmla="*/ 160115 h 876300"/>
                <a:gd name="connsiteX3362" fmla="*/ 566547 w 2419350"/>
                <a:gd name="connsiteY3362" fmla="*/ 159734 h 876300"/>
                <a:gd name="connsiteX3363" fmla="*/ 566356 w 2419350"/>
                <a:gd name="connsiteY3363" fmla="*/ 159353 h 876300"/>
                <a:gd name="connsiteX3364" fmla="*/ 565975 w 2419350"/>
                <a:gd name="connsiteY3364" fmla="*/ 159163 h 876300"/>
                <a:gd name="connsiteX3365" fmla="*/ 565499 w 2419350"/>
                <a:gd name="connsiteY3365" fmla="*/ 159163 h 876300"/>
                <a:gd name="connsiteX3366" fmla="*/ 565118 w 2419350"/>
                <a:gd name="connsiteY3366" fmla="*/ 159068 h 876300"/>
                <a:gd name="connsiteX3367" fmla="*/ 564832 w 2419350"/>
                <a:gd name="connsiteY3367" fmla="*/ 158877 h 876300"/>
                <a:gd name="connsiteX3368" fmla="*/ 564642 w 2419350"/>
                <a:gd name="connsiteY3368" fmla="*/ 158496 h 876300"/>
                <a:gd name="connsiteX3369" fmla="*/ 567023 w 2419350"/>
                <a:gd name="connsiteY3369" fmla="*/ 157544 h 876300"/>
                <a:gd name="connsiteX3370" fmla="*/ 567309 w 2419350"/>
                <a:gd name="connsiteY3370" fmla="*/ 157163 h 876300"/>
                <a:gd name="connsiteX3371" fmla="*/ 567690 w 2419350"/>
                <a:gd name="connsiteY3371" fmla="*/ 157067 h 876300"/>
                <a:gd name="connsiteX3372" fmla="*/ 568357 w 2419350"/>
                <a:gd name="connsiteY3372" fmla="*/ 157544 h 876300"/>
                <a:gd name="connsiteX3373" fmla="*/ 568833 w 2419350"/>
                <a:gd name="connsiteY3373" fmla="*/ 157163 h 876300"/>
                <a:gd name="connsiteX3374" fmla="*/ 569976 w 2419350"/>
                <a:gd name="connsiteY3374" fmla="*/ 153353 h 876300"/>
                <a:gd name="connsiteX3375" fmla="*/ 570357 w 2419350"/>
                <a:gd name="connsiteY3375" fmla="*/ 153353 h 876300"/>
                <a:gd name="connsiteX3376" fmla="*/ 570357 w 2419350"/>
                <a:gd name="connsiteY3376" fmla="*/ 153734 h 876300"/>
                <a:gd name="connsiteX3377" fmla="*/ 570738 w 2419350"/>
                <a:gd name="connsiteY3377" fmla="*/ 153734 h 876300"/>
                <a:gd name="connsiteX3378" fmla="*/ 571119 w 2419350"/>
                <a:gd name="connsiteY3378" fmla="*/ 152971 h 876300"/>
                <a:gd name="connsiteX3379" fmla="*/ 570643 w 2419350"/>
                <a:gd name="connsiteY3379" fmla="*/ 152686 h 876300"/>
                <a:gd name="connsiteX3380" fmla="*/ 569023 w 2419350"/>
                <a:gd name="connsiteY3380" fmla="*/ 152305 h 876300"/>
                <a:gd name="connsiteX3381" fmla="*/ 568452 w 2419350"/>
                <a:gd name="connsiteY3381" fmla="*/ 152210 h 876300"/>
                <a:gd name="connsiteX3382" fmla="*/ 568071 w 2419350"/>
                <a:gd name="connsiteY3382" fmla="*/ 152305 h 876300"/>
                <a:gd name="connsiteX3383" fmla="*/ 567976 w 2419350"/>
                <a:gd name="connsiteY3383" fmla="*/ 152591 h 876300"/>
                <a:gd name="connsiteX3384" fmla="*/ 567880 w 2419350"/>
                <a:gd name="connsiteY3384" fmla="*/ 152971 h 876300"/>
                <a:gd name="connsiteX3385" fmla="*/ 567595 w 2419350"/>
                <a:gd name="connsiteY3385" fmla="*/ 153162 h 876300"/>
                <a:gd name="connsiteX3386" fmla="*/ 567214 w 2419350"/>
                <a:gd name="connsiteY3386" fmla="*/ 153162 h 876300"/>
                <a:gd name="connsiteX3387" fmla="*/ 566356 w 2419350"/>
                <a:gd name="connsiteY3387" fmla="*/ 152876 h 876300"/>
                <a:gd name="connsiteX3388" fmla="*/ 565975 w 2419350"/>
                <a:gd name="connsiteY3388" fmla="*/ 152781 h 876300"/>
                <a:gd name="connsiteX3389" fmla="*/ 565118 w 2419350"/>
                <a:gd name="connsiteY3389" fmla="*/ 152495 h 876300"/>
                <a:gd name="connsiteX3390" fmla="*/ 565023 w 2419350"/>
                <a:gd name="connsiteY3390" fmla="*/ 151924 h 876300"/>
                <a:gd name="connsiteX3391" fmla="*/ 565118 w 2419350"/>
                <a:gd name="connsiteY3391" fmla="*/ 151067 h 876300"/>
                <a:gd name="connsiteX3392" fmla="*/ 565023 w 2419350"/>
                <a:gd name="connsiteY3392" fmla="*/ 150209 h 876300"/>
                <a:gd name="connsiteX3393" fmla="*/ 564737 w 2419350"/>
                <a:gd name="connsiteY3393" fmla="*/ 150019 h 876300"/>
                <a:gd name="connsiteX3394" fmla="*/ 563880 w 2419350"/>
                <a:gd name="connsiteY3394" fmla="*/ 149543 h 876300"/>
                <a:gd name="connsiteX3395" fmla="*/ 563785 w 2419350"/>
                <a:gd name="connsiteY3395" fmla="*/ 149447 h 876300"/>
                <a:gd name="connsiteX3396" fmla="*/ 563689 w 2419350"/>
                <a:gd name="connsiteY3396" fmla="*/ 149257 h 876300"/>
                <a:gd name="connsiteX3397" fmla="*/ 563308 w 2419350"/>
                <a:gd name="connsiteY3397" fmla="*/ 148304 h 876300"/>
                <a:gd name="connsiteX3398" fmla="*/ 562547 w 2419350"/>
                <a:gd name="connsiteY3398" fmla="*/ 148590 h 876300"/>
                <a:gd name="connsiteX3399" fmla="*/ 562832 w 2419350"/>
                <a:gd name="connsiteY3399" fmla="*/ 149162 h 876300"/>
                <a:gd name="connsiteX3400" fmla="*/ 562928 w 2419350"/>
                <a:gd name="connsiteY3400" fmla="*/ 149924 h 876300"/>
                <a:gd name="connsiteX3401" fmla="*/ 562737 w 2419350"/>
                <a:gd name="connsiteY3401" fmla="*/ 150686 h 876300"/>
                <a:gd name="connsiteX3402" fmla="*/ 562261 w 2419350"/>
                <a:gd name="connsiteY3402" fmla="*/ 151733 h 876300"/>
                <a:gd name="connsiteX3403" fmla="*/ 590169 w 2419350"/>
                <a:gd name="connsiteY3403" fmla="*/ 163830 h 876300"/>
                <a:gd name="connsiteX3404" fmla="*/ 590550 w 2419350"/>
                <a:gd name="connsiteY3404" fmla="*/ 165068 h 876300"/>
                <a:gd name="connsiteX3405" fmla="*/ 591217 w 2419350"/>
                <a:gd name="connsiteY3405" fmla="*/ 165926 h 876300"/>
                <a:gd name="connsiteX3406" fmla="*/ 591503 w 2419350"/>
                <a:gd name="connsiteY3406" fmla="*/ 166402 h 876300"/>
                <a:gd name="connsiteX3407" fmla="*/ 591693 w 2419350"/>
                <a:gd name="connsiteY3407" fmla="*/ 166116 h 876300"/>
                <a:gd name="connsiteX3408" fmla="*/ 591788 w 2419350"/>
                <a:gd name="connsiteY3408" fmla="*/ 165735 h 876300"/>
                <a:gd name="connsiteX3409" fmla="*/ 591788 w 2419350"/>
                <a:gd name="connsiteY3409" fmla="*/ 164973 h 876300"/>
                <a:gd name="connsiteX3410" fmla="*/ 591503 w 2419350"/>
                <a:gd name="connsiteY3410" fmla="*/ 163259 h 876300"/>
                <a:gd name="connsiteX3411" fmla="*/ 591217 w 2419350"/>
                <a:gd name="connsiteY3411" fmla="*/ 162592 h 876300"/>
                <a:gd name="connsiteX3412" fmla="*/ 590836 w 2419350"/>
                <a:gd name="connsiteY3412" fmla="*/ 162020 h 876300"/>
                <a:gd name="connsiteX3413" fmla="*/ 590264 w 2419350"/>
                <a:gd name="connsiteY3413" fmla="*/ 161735 h 876300"/>
                <a:gd name="connsiteX3414" fmla="*/ 589597 w 2419350"/>
                <a:gd name="connsiteY3414" fmla="*/ 161925 h 876300"/>
                <a:gd name="connsiteX3415" fmla="*/ 589407 w 2419350"/>
                <a:gd name="connsiteY3415" fmla="*/ 162401 h 876300"/>
                <a:gd name="connsiteX3416" fmla="*/ 589693 w 2419350"/>
                <a:gd name="connsiteY3416" fmla="*/ 163068 h 876300"/>
                <a:gd name="connsiteX3417" fmla="*/ 590169 w 2419350"/>
                <a:gd name="connsiteY3417" fmla="*/ 163830 h 876300"/>
                <a:gd name="connsiteX3418" fmla="*/ 1180719 w 2419350"/>
                <a:gd name="connsiteY3418" fmla="*/ 135446 h 876300"/>
                <a:gd name="connsiteX3419" fmla="*/ 1180338 w 2419350"/>
                <a:gd name="connsiteY3419" fmla="*/ 136398 h 876300"/>
                <a:gd name="connsiteX3420" fmla="*/ 1180529 w 2419350"/>
                <a:gd name="connsiteY3420" fmla="*/ 137255 h 876300"/>
                <a:gd name="connsiteX3421" fmla="*/ 1181386 w 2419350"/>
                <a:gd name="connsiteY3421" fmla="*/ 137731 h 876300"/>
                <a:gd name="connsiteX3422" fmla="*/ 1181767 w 2419350"/>
                <a:gd name="connsiteY3422" fmla="*/ 137731 h 876300"/>
                <a:gd name="connsiteX3423" fmla="*/ 1182433 w 2419350"/>
                <a:gd name="connsiteY3423" fmla="*/ 137255 h 876300"/>
                <a:gd name="connsiteX3424" fmla="*/ 1182910 w 2419350"/>
                <a:gd name="connsiteY3424" fmla="*/ 137065 h 876300"/>
                <a:gd name="connsiteX3425" fmla="*/ 1183481 w 2419350"/>
                <a:gd name="connsiteY3425" fmla="*/ 137065 h 876300"/>
                <a:gd name="connsiteX3426" fmla="*/ 1185100 w 2419350"/>
                <a:gd name="connsiteY3426" fmla="*/ 137065 h 876300"/>
                <a:gd name="connsiteX3427" fmla="*/ 1185577 w 2419350"/>
                <a:gd name="connsiteY3427" fmla="*/ 137160 h 876300"/>
                <a:gd name="connsiteX3428" fmla="*/ 1185958 w 2419350"/>
                <a:gd name="connsiteY3428" fmla="*/ 137255 h 876300"/>
                <a:gd name="connsiteX3429" fmla="*/ 1186243 w 2419350"/>
                <a:gd name="connsiteY3429" fmla="*/ 137160 h 876300"/>
                <a:gd name="connsiteX3430" fmla="*/ 1186434 w 2419350"/>
                <a:gd name="connsiteY3430" fmla="*/ 136398 h 876300"/>
                <a:gd name="connsiteX3431" fmla="*/ 1186339 w 2419350"/>
                <a:gd name="connsiteY3431" fmla="*/ 135827 h 876300"/>
                <a:gd name="connsiteX3432" fmla="*/ 1185958 w 2419350"/>
                <a:gd name="connsiteY3432" fmla="*/ 135446 h 876300"/>
                <a:gd name="connsiteX3433" fmla="*/ 1185100 w 2419350"/>
                <a:gd name="connsiteY3433" fmla="*/ 134969 h 876300"/>
                <a:gd name="connsiteX3434" fmla="*/ 1184243 w 2419350"/>
                <a:gd name="connsiteY3434" fmla="*/ 134588 h 876300"/>
                <a:gd name="connsiteX3435" fmla="*/ 1183291 w 2419350"/>
                <a:gd name="connsiteY3435" fmla="*/ 134398 h 876300"/>
                <a:gd name="connsiteX3436" fmla="*/ 1182338 w 2419350"/>
                <a:gd name="connsiteY3436" fmla="*/ 134493 h 876300"/>
                <a:gd name="connsiteX3437" fmla="*/ 1181481 w 2419350"/>
                <a:gd name="connsiteY3437" fmla="*/ 134874 h 876300"/>
                <a:gd name="connsiteX3438" fmla="*/ 1180719 w 2419350"/>
                <a:gd name="connsiteY3438" fmla="*/ 135446 h 876300"/>
                <a:gd name="connsiteX3439" fmla="*/ 1098042 w 2419350"/>
                <a:gd name="connsiteY3439" fmla="*/ 558070 h 876300"/>
                <a:gd name="connsiteX3440" fmla="*/ 1098042 w 2419350"/>
                <a:gd name="connsiteY3440" fmla="*/ 557689 h 876300"/>
                <a:gd name="connsiteX3441" fmla="*/ 1095089 w 2419350"/>
                <a:gd name="connsiteY3441" fmla="*/ 560165 h 876300"/>
                <a:gd name="connsiteX3442" fmla="*/ 1093946 w 2419350"/>
                <a:gd name="connsiteY3442" fmla="*/ 561689 h 876300"/>
                <a:gd name="connsiteX3443" fmla="*/ 1094613 w 2419350"/>
                <a:gd name="connsiteY3443" fmla="*/ 562356 h 876300"/>
                <a:gd name="connsiteX3444" fmla="*/ 1095661 w 2419350"/>
                <a:gd name="connsiteY3444" fmla="*/ 562070 h 876300"/>
                <a:gd name="connsiteX3445" fmla="*/ 1098328 w 2419350"/>
                <a:gd name="connsiteY3445" fmla="*/ 559880 h 876300"/>
                <a:gd name="connsiteX3446" fmla="*/ 1098042 w 2419350"/>
                <a:gd name="connsiteY3446" fmla="*/ 559880 h 876300"/>
                <a:gd name="connsiteX3447" fmla="*/ 1097851 w 2419350"/>
                <a:gd name="connsiteY3447" fmla="*/ 559594 h 876300"/>
                <a:gd name="connsiteX3448" fmla="*/ 1097756 w 2419350"/>
                <a:gd name="connsiteY3448" fmla="*/ 559308 h 876300"/>
                <a:gd name="connsiteX3449" fmla="*/ 1097756 w 2419350"/>
                <a:gd name="connsiteY3449" fmla="*/ 559022 h 876300"/>
                <a:gd name="connsiteX3450" fmla="*/ 1097851 w 2419350"/>
                <a:gd name="connsiteY3450" fmla="*/ 558641 h 876300"/>
                <a:gd name="connsiteX3451" fmla="*/ 1098042 w 2419350"/>
                <a:gd name="connsiteY3451" fmla="*/ 558070 h 876300"/>
                <a:gd name="connsiteX3452" fmla="*/ 1073277 w 2419350"/>
                <a:gd name="connsiteY3452" fmla="*/ 671989 h 876300"/>
                <a:gd name="connsiteX3453" fmla="*/ 1073944 w 2419350"/>
                <a:gd name="connsiteY3453" fmla="*/ 672084 h 876300"/>
                <a:gd name="connsiteX3454" fmla="*/ 1074230 w 2419350"/>
                <a:gd name="connsiteY3454" fmla="*/ 672275 h 876300"/>
                <a:gd name="connsiteX3455" fmla="*/ 1074515 w 2419350"/>
                <a:gd name="connsiteY3455" fmla="*/ 672560 h 876300"/>
                <a:gd name="connsiteX3456" fmla="*/ 1074896 w 2419350"/>
                <a:gd name="connsiteY3456" fmla="*/ 672751 h 876300"/>
                <a:gd name="connsiteX3457" fmla="*/ 1075182 w 2419350"/>
                <a:gd name="connsiteY3457" fmla="*/ 672751 h 876300"/>
                <a:gd name="connsiteX3458" fmla="*/ 1075563 w 2419350"/>
                <a:gd name="connsiteY3458" fmla="*/ 672465 h 876300"/>
                <a:gd name="connsiteX3459" fmla="*/ 1076039 w 2419350"/>
                <a:gd name="connsiteY3459" fmla="*/ 672370 h 876300"/>
                <a:gd name="connsiteX3460" fmla="*/ 1076325 w 2419350"/>
                <a:gd name="connsiteY3460" fmla="*/ 671989 h 876300"/>
                <a:gd name="connsiteX3461" fmla="*/ 1076611 w 2419350"/>
                <a:gd name="connsiteY3461" fmla="*/ 671894 h 876300"/>
                <a:gd name="connsiteX3462" fmla="*/ 1076992 w 2419350"/>
                <a:gd name="connsiteY3462" fmla="*/ 672179 h 876300"/>
                <a:gd name="connsiteX3463" fmla="*/ 1077182 w 2419350"/>
                <a:gd name="connsiteY3463" fmla="*/ 672370 h 876300"/>
                <a:gd name="connsiteX3464" fmla="*/ 1077849 w 2419350"/>
                <a:gd name="connsiteY3464" fmla="*/ 672751 h 876300"/>
                <a:gd name="connsiteX3465" fmla="*/ 1078706 w 2419350"/>
                <a:gd name="connsiteY3465" fmla="*/ 672941 h 876300"/>
                <a:gd name="connsiteX3466" fmla="*/ 1079754 w 2419350"/>
                <a:gd name="connsiteY3466" fmla="*/ 673418 h 876300"/>
                <a:gd name="connsiteX3467" fmla="*/ 1080230 w 2419350"/>
                <a:gd name="connsiteY3467" fmla="*/ 673513 h 876300"/>
                <a:gd name="connsiteX3468" fmla="*/ 1082612 w 2419350"/>
                <a:gd name="connsiteY3468" fmla="*/ 673608 h 876300"/>
                <a:gd name="connsiteX3469" fmla="*/ 1083373 w 2419350"/>
                <a:gd name="connsiteY3469" fmla="*/ 673132 h 876300"/>
                <a:gd name="connsiteX3470" fmla="*/ 1083278 w 2419350"/>
                <a:gd name="connsiteY3470" fmla="*/ 671798 h 876300"/>
                <a:gd name="connsiteX3471" fmla="*/ 1082326 w 2419350"/>
                <a:gd name="connsiteY3471" fmla="*/ 671036 h 876300"/>
                <a:gd name="connsiteX3472" fmla="*/ 1078611 w 2419350"/>
                <a:gd name="connsiteY3472" fmla="*/ 669036 h 876300"/>
                <a:gd name="connsiteX3473" fmla="*/ 1077373 w 2419350"/>
                <a:gd name="connsiteY3473" fmla="*/ 668560 h 876300"/>
                <a:gd name="connsiteX3474" fmla="*/ 1073087 w 2419350"/>
                <a:gd name="connsiteY3474" fmla="*/ 668179 h 876300"/>
                <a:gd name="connsiteX3475" fmla="*/ 1068610 w 2419350"/>
                <a:gd name="connsiteY3475" fmla="*/ 668179 h 876300"/>
                <a:gd name="connsiteX3476" fmla="*/ 1067562 w 2419350"/>
                <a:gd name="connsiteY3476" fmla="*/ 668179 h 876300"/>
                <a:gd name="connsiteX3477" fmla="*/ 1066514 w 2419350"/>
                <a:gd name="connsiteY3477" fmla="*/ 668274 h 876300"/>
                <a:gd name="connsiteX3478" fmla="*/ 1065943 w 2419350"/>
                <a:gd name="connsiteY3478" fmla="*/ 668750 h 876300"/>
                <a:gd name="connsiteX3479" fmla="*/ 1066514 w 2419350"/>
                <a:gd name="connsiteY3479" fmla="*/ 669608 h 876300"/>
                <a:gd name="connsiteX3480" fmla="*/ 1065848 w 2419350"/>
                <a:gd name="connsiteY3480" fmla="*/ 670560 h 876300"/>
                <a:gd name="connsiteX3481" fmla="*/ 1065181 w 2419350"/>
                <a:gd name="connsiteY3481" fmla="*/ 671131 h 876300"/>
                <a:gd name="connsiteX3482" fmla="*/ 1064609 w 2419350"/>
                <a:gd name="connsiteY3482" fmla="*/ 671798 h 876300"/>
                <a:gd name="connsiteX3483" fmla="*/ 1064419 w 2419350"/>
                <a:gd name="connsiteY3483" fmla="*/ 673037 h 876300"/>
                <a:gd name="connsiteX3484" fmla="*/ 1064800 w 2419350"/>
                <a:gd name="connsiteY3484" fmla="*/ 673608 h 876300"/>
                <a:gd name="connsiteX3485" fmla="*/ 1065657 w 2419350"/>
                <a:gd name="connsiteY3485" fmla="*/ 673703 h 876300"/>
                <a:gd name="connsiteX3486" fmla="*/ 1067657 w 2419350"/>
                <a:gd name="connsiteY3486" fmla="*/ 673513 h 876300"/>
                <a:gd name="connsiteX3487" fmla="*/ 1067086 w 2419350"/>
                <a:gd name="connsiteY3487" fmla="*/ 675513 h 876300"/>
                <a:gd name="connsiteX3488" fmla="*/ 1067086 w 2419350"/>
                <a:gd name="connsiteY3488" fmla="*/ 675894 h 876300"/>
                <a:gd name="connsiteX3489" fmla="*/ 1068229 w 2419350"/>
                <a:gd name="connsiteY3489" fmla="*/ 676942 h 876300"/>
                <a:gd name="connsiteX3490" fmla="*/ 1068419 w 2419350"/>
                <a:gd name="connsiteY3490" fmla="*/ 677037 h 876300"/>
                <a:gd name="connsiteX3491" fmla="*/ 1068514 w 2419350"/>
                <a:gd name="connsiteY3491" fmla="*/ 677228 h 876300"/>
                <a:gd name="connsiteX3492" fmla="*/ 1068800 w 2419350"/>
                <a:gd name="connsiteY3492" fmla="*/ 677228 h 876300"/>
                <a:gd name="connsiteX3493" fmla="*/ 1069181 w 2419350"/>
                <a:gd name="connsiteY3493" fmla="*/ 677037 h 876300"/>
                <a:gd name="connsiteX3494" fmla="*/ 1069372 w 2419350"/>
                <a:gd name="connsiteY3494" fmla="*/ 676847 h 876300"/>
                <a:gd name="connsiteX3495" fmla="*/ 1069372 w 2419350"/>
                <a:gd name="connsiteY3495" fmla="*/ 676561 h 876300"/>
                <a:gd name="connsiteX3496" fmla="*/ 1068991 w 2419350"/>
                <a:gd name="connsiteY3496" fmla="*/ 676085 h 876300"/>
                <a:gd name="connsiteX3497" fmla="*/ 1068991 w 2419350"/>
                <a:gd name="connsiteY3497" fmla="*/ 675799 h 876300"/>
                <a:gd name="connsiteX3498" fmla="*/ 1068896 w 2419350"/>
                <a:gd name="connsiteY3498" fmla="*/ 675799 h 876300"/>
                <a:gd name="connsiteX3499" fmla="*/ 1068896 w 2419350"/>
                <a:gd name="connsiteY3499" fmla="*/ 675608 h 876300"/>
                <a:gd name="connsiteX3500" fmla="*/ 1068896 w 2419350"/>
                <a:gd name="connsiteY3500" fmla="*/ 675322 h 876300"/>
                <a:gd name="connsiteX3501" fmla="*/ 1068991 w 2419350"/>
                <a:gd name="connsiteY3501" fmla="*/ 674942 h 876300"/>
                <a:gd name="connsiteX3502" fmla="*/ 1069753 w 2419350"/>
                <a:gd name="connsiteY3502" fmla="*/ 674180 h 876300"/>
                <a:gd name="connsiteX3503" fmla="*/ 1071753 w 2419350"/>
                <a:gd name="connsiteY3503" fmla="*/ 675704 h 876300"/>
                <a:gd name="connsiteX3504" fmla="*/ 1072991 w 2419350"/>
                <a:gd name="connsiteY3504" fmla="*/ 675989 h 876300"/>
                <a:gd name="connsiteX3505" fmla="*/ 1074134 w 2419350"/>
                <a:gd name="connsiteY3505" fmla="*/ 675227 h 876300"/>
                <a:gd name="connsiteX3506" fmla="*/ 1073848 w 2419350"/>
                <a:gd name="connsiteY3506" fmla="*/ 674846 h 876300"/>
                <a:gd name="connsiteX3507" fmla="*/ 1073563 w 2419350"/>
                <a:gd name="connsiteY3507" fmla="*/ 674561 h 876300"/>
                <a:gd name="connsiteX3508" fmla="*/ 1072896 w 2419350"/>
                <a:gd name="connsiteY3508" fmla="*/ 674084 h 876300"/>
                <a:gd name="connsiteX3509" fmla="*/ 1072324 w 2419350"/>
                <a:gd name="connsiteY3509" fmla="*/ 673799 h 876300"/>
                <a:gd name="connsiteX3510" fmla="*/ 1071753 w 2419350"/>
                <a:gd name="connsiteY3510" fmla="*/ 673703 h 876300"/>
                <a:gd name="connsiteX3511" fmla="*/ 1071277 w 2419350"/>
                <a:gd name="connsiteY3511" fmla="*/ 673418 h 876300"/>
                <a:gd name="connsiteX3512" fmla="*/ 1071086 w 2419350"/>
                <a:gd name="connsiteY3512" fmla="*/ 672751 h 876300"/>
                <a:gd name="connsiteX3513" fmla="*/ 1071372 w 2419350"/>
                <a:gd name="connsiteY3513" fmla="*/ 672751 h 876300"/>
                <a:gd name="connsiteX3514" fmla="*/ 1073277 w 2419350"/>
                <a:gd name="connsiteY3514" fmla="*/ 671989 h 876300"/>
                <a:gd name="connsiteX3515" fmla="*/ 1019270 w 2419350"/>
                <a:gd name="connsiteY3515" fmla="*/ 680371 h 876300"/>
                <a:gd name="connsiteX3516" fmla="*/ 1018508 w 2419350"/>
                <a:gd name="connsiteY3516" fmla="*/ 679704 h 876300"/>
                <a:gd name="connsiteX3517" fmla="*/ 1017461 w 2419350"/>
                <a:gd name="connsiteY3517" fmla="*/ 679418 h 876300"/>
                <a:gd name="connsiteX3518" fmla="*/ 1016032 w 2419350"/>
                <a:gd name="connsiteY3518" fmla="*/ 679704 h 876300"/>
                <a:gd name="connsiteX3519" fmla="*/ 1014698 w 2419350"/>
                <a:gd name="connsiteY3519" fmla="*/ 681038 h 876300"/>
                <a:gd name="connsiteX3520" fmla="*/ 1014889 w 2419350"/>
                <a:gd name="connsiteY3520" fmla="*/ 682085 h 876300"/>
                <a:gd name="connsiteX3521" fmla="*/ 1015460 w 2419350"/>
                <a:gd name="connsiteY3521" fmla="*/ 683419 h 876300"/>
                <a:gd name="connsiteX3522" fmla="*/ 1015841 w 2419350"/>
                <a:gd name="connsiteY3522" fmla="*/ 684276 h 876300"/>
                <a:gd name="connsiteX3523" fmla="*/ 1016603 w 2419350"/>
                <a:gd name="connsiteY3523" fmla="*/ 684562 h 876300"/>
                <a:gd name="connsiteX3524" fmla="*/ 1017556 w 2419350"/>
                <a:gd name="connsiteY3524" fmla="*/ 684467 h 876300"/>
                <a:gd name="connsiteX3525" fmla="*/ 1017937 w 2419350"/>
                <a:gd name="connsiteY3525" fmla="*/ 685038 h 876300"/>
                <a:gd name="connsiteX3526" fmla="*/ 1019270 w 2419350"/>
                <a:gd name="connsiteY3526" fmla="*/ 685419 h 876300"/>
                <a:gd name="connsiteX3527" fmla="*/ 1020413 w 2419350"/>
                <a:gd name="connsiteY3527" fmla="*/ 685991 h 876300"/>
                <a:gd name="connsiteX3528" fmla="*/ 1021175 w 2419350"/>
                <a:gd name="connsiteY3528" fmla="*/ 685991 h 876300"/>
                <a:gd name="connsiteX3529" fmla="*/ 1021366 w 2419350"/>
                <a:gd name="connsiteY3529" fmla="*/ 684847 h 876300"/>
                <a:gd name="connsiteX3530" fmla="*/ 1021461 w 2419350"/>
                <a:gd name="connsiteY3530" fmla="*/ 683514 h 876300"/>
                <a:gd name="connsiteX3531" fmla="*/ 1020699 w 2419350"/>
                <a:gd name="connsiteY3531" fmla="*/ 682562 h 876300"/>
                <a:gd name="connsiteX3532" fmla="*/ 1019937 w 2419350"/>
                <a:gd name="connsiteY3532" fmla="*/ 681323 h 876300"/>
                <a:gd name="connsiteX3533" fmla="*/ 1019270 w 2419350"/>
                <a:gd name="connsiteY3533" fmla="*/ 680371 h 876300"/>
                <a:gd name="connsiteX3534" fmla="*/ 725614 w 2419350"/>
                <a:gd name="connsiteY3534" fmla="*/ 158496 h 876300"/>
                <a:gd name="connsiteX3535" fmla="*/ 726472 w 2419350"/>
                <a:gd name="connsiteY3535" fmla="*/ 158972 h 876300"/>
                <a:gd name="connsiteX3536" fmla="*/ 727424 w 2419350"/>
                <a:gd name="connsiteY3536" fmla="*/ 159925 h 876300"/>
                <a:gd name="connsiteX3537" fmla="*/ 727996 w 2419350"/>
                <a:gd name="connsiteY3537" fmla="*/ 160401 h 876300"/>
                <a:gd name="connsiteX3538" fmla="*/ 728663 w 2419350"/>
                <a:gd name="connsiteY3538" fmla="*/ 160496 h 876300"/>
                <a:gd name="connsiteX3539" fmla="*/ 728853 w 2419350"/>
                <a:gd name="connsiteY3539" fmla="*/ 160306 h 876300"/>
                <a:gd name="connsiteX3540" fmla="*/ 729139 w 2419350"/>
                <a:gd name="connsiteY3540" fmla="*/ 159449 h 876300"/>
                <a:gd name="connsiteX3541" fmla="*/ 729329 w 2419350"/>
                <a:gd name="connsiteY3541" fmla="*/ 159163 h 876300"/>
                <a:gd name="connsiteX3542" fmla="*/ 729710 w 2419350"/>
                <a:gd name="connsiteY3542" fmla="*/ 158972 h 876300"/>
                <a:gd name="connsiteX3543" fmla="*/ 730853 w 2419350"/>
                <a:gd name="connsiteY3543" fmla="*/ 158591 h 876300"/>
                <a:gd name="connsiteX3544" fmla="*/ 731139 w 2419350"/>
                <a:gd name="connsiteY3544" fmla="*/ 158401 h 876300"/>
                <a:gd name="connsiteX3545" fmla="*/ 731234 w 2419350"/>
                <a:gd name="connsiteY3545" fmla="*/ 157544 h 876300"/>
                <a:gd name="connsiteX3546" fmla="*/ 730853 w 2419350"/>
                <a:gd name="connsiteY3546" fmla="*/ 155543 h 876300"/>
                <a:gd name="connsiteX3547" fmla="*/ 730948 w 2419350"/>
                <a:gd name="connsiteY3547" fmla="*/ 154972 h 876300"/>
                <a:gd name="connsiteX3548" fmla="*/ 731615 w 2419350"/>
                <a:gd name="connsiteY3548" fmla="*/ 153448 h 876300"/>
                <a:gd name="connsiteX3549" fmla="*/ 730663 w 2419350"/>
                <a:gd name="connsiteY3549" fmla="*/ 152400 h 876300"/>
                <a:gd name="connsiteX3550" fmla="*/ 729329 w 2419350"/>
                <a:gd name="connsiteY3550" fmla="*/ 152400 h 876300"/>
                <a:gd name="connsiteX3551" fmla="*/ 728663 w 2419350"/>
                <a:gd name="connsiteY3551" fmla="*/ 153924 h 876300"/>
                <a:gd name="connsiteX3552" fmla="*/ 728567 w 2419350"/>
                <a:gd name="connsiteY3552" fmla="*/ 154591 h 876300"/>
                <a:gd name="connsiteX3553" fmla="*/ 728281 w 2419350"/>
                <a:gd name="connsiteY3553" fmla="*/ 155258 h 876300"/>
                <a:gd name="connsiteX3554" fmla="*/ 727900 w 2419350"/>
                <a:gd name="connsiteY3554" fmla="*/ 155829 h 876300"/>
                <a:gd name="connsiteX3555" fmla="*/ 727138 w 2419350"/>
                <a:gd name="connsiteY3555" fmla="*/ 156591 h 876300"/>
                <a:gd name="connsiteX3556" fmla="*/ 726186 w 2419350"/>
                <a:gd name="connsiteY3556" fmla="*/ 157353 h 876300"/>
                <a:gd name="connsiteX3557" fmla="*/ 725043 w 2419350"/>
                <a:gd name="connsiteY3557" fmla="*/ 157925 h 876300"/>
                <a:gd name="connsiteX3558" fmla="*/ 725043 w 2419350"/>
                <a:gd name="connsiteY3558" fmla="*/ 157925 h 876300"/>
                <a:gd name="connsiteX3559" fmla="*/ 725043 w 2419350"/>
                <a:gd name="connsiteY3559" fmla="*/ 158305 h 876300"/>
                <a:gd name="connsiteX3560" fmla="*/ 725614 w 2419350"/>
                <a:gd name="connsiteY3560" fmla="*/ 158496 h 876300"/>
                <a:gd name="connsiteX3561" fmla="*/ 1032320 w 2419350"/>
                <a:gd name="connsiteY3561" fmla="*/ 683609 h 876300"/>
                <a:gd name="connsiteX3562" fmla="*/ 1031748 w 2419350"/>
                <a:gd name="connsiteY3562" fmla="*/ 683609 h 876300"/>
                <a:gd name="connsiteX3563" fmla="*/ 1031081 w 2419350"/>
                <a:gd name="connsiteY3563" fmla="*/ 683514 h 876300"/>
                <a:gd name="connsiteX3564" fmla="*/ 1029938 w 2419350"/>
                <a:gd name="connsiteY3564" fmla="*/ 683038 h 876300"/>
                <a:gd name="connsiteX3565" fmla="*/ 1029462 w 2419350"/>
                <a:gd name="connsiteY3565" fmla="*/ 682943 h 876300"/>
                <a:gd name="connsiteX3566" fmla="*/ 1028986 w 2419350"/>
                <a:gd name="connsiteY3566" fmla="*/ 683038 h 876300"/>
                <a:gd name="connsiteX3567" fmla="*/ 1027081 w 2419350"/>
                <a:gd name="connsiteY3567" fmla="*/ 683895 h 876300"/>
                <a:gd name="connsiteX3568" fmla="*/ 1026795 w 2419350"/>
                <a:gd name="connsiteY3568" fmla="*/ 684086 h 876300"/>
                <a:gd name="connsiteX3569" fmla="*/ 1026605 w 2419350"/>
                <a:gd name="connsiteY3569" fmla="*/ 684371 h 876300"/>
                <a:gd name="connsiteX3570" fmla="*/ 1026509 w 2419350"/>
                <a:gd name="connsiteY3570" fmla="*/ 684943 h 876300"/>
                <a:gd name="connsiteX3571" fmla="*/ 1026795 w 2419350"/>
                <a:gd name="connsiteY3571" fmla="*/ 685133 h 876300"/>
                <a:gd name="connsiteX3572" fmla="*/ 1027366 w 2419350"/>
                <a:gd name="connsiteY3572" fmla="*/ 685229 h 876300"/>
                <a:gd name="connsiteX3573" fmla="*/ 1028509 w 2419350"/>
                <a:gd name="connsiteY3573" fmla="*/ 685229 h 876300"/>
                <a:gd name="connsiteX3574" fmla="*/ 1033081 w 2419350"/>
                <a:gd name="connsiteY3574" fmla="*/ 685705 h 876300"/>
                <a:gd name="connsiteX3575" fmla="*/ 1033272 w 2419350"/>
                <a:gd name="connsiteY3575" fmla="*/ 685514 h 876300"/>
                <a:gd name="connsiteX3576" fmla="*/ 1033367 w 2419350"/>
                <a:gd name="connsiteY3576" fmla="*/ 684752 h 876300"/>
                <a:gd name="connsiteX3577" fmla="*/ 1033177 w 2419350"/>
                <a:gd name="connsiteY3577" fmla="*/ 684181 h 876300"/>
                <a:gd name="connsiteX3578" fmla="*/ 1032796 w 2419350"/>
                <a:gd name="connsiteY3578" fmla="*/ 683895 h 876300"/>
                <a:gd name="connsiteX3579" fmla="*/ 1032320 w 2419350"/>
                <a:gd name="connsiteY3579" fmla="*/ 683609 h 876300"/>
                <a:gd name="connsiteX3580" fmla="*/ 1185767 w 2419350"/>
                <a:gd name="connsiteY3580" fmla="*/ 127349 h 876300"/>
                <a:gd name="connsiteX3581" fmla="*/ 1185767 w 2419350"/>
                <a:gd name="connsiteY3581" fmla="*/ 126873 h 876300"/>
                <a:gd name="connsiteX3582" fmla="*/ 1185577 w 2419350"/>
                <a:gd name="connsiteY3582" fmla="*/ 126397 h 876300"/>
                <a:gd name="connsiteX3583" fmla="*/ 1185196 w 2419350"/>
                <a:gd name="connsiteY3583" fmla="*/ 126016 h 876300"/>
                <a:gd name="connsiteX3584" fmla="*/ 1183957 w 2419350"/>
                <a:gd name="connsiteY3584" fmla="*/ 125730 h 876300"/>
                <a:gd name="connsiteX3585" fmla="*/ 1182910 w 2419350"/>
                <a:gd name="connsiteY3585" fmla="*/ 125254 h 876300"/>
                <a:gd name="connsiteX3586" fmla="*/ 1182338 w 2419350"/>
                <a:gd name="connsiteY3586" fmla="*/ 125159 h 876300"/>
                <a:gd name="connsiteX3587" fmla="*/ 1181481 w 2419350"/>
                <a:gd name="connsiteY3587" fmla="*/ 124778 h 876300"/>
                <a:gd name="connsiteX3588" fmla="*/ 1180052 w 2419350"/>
                <a:gd name="connsiteY3588" fmla="*/ 123158 h 876300"/>
                <a:gd name="connsiteX3589" fmla="*/ 1179290 w 2419350"/>
                <a:gd name="connsiteY3589" fmla="*/ 122587 h 876300"/>
                <a:gd name="connsiteX3590" fmla="*/ 1174814 w 2419350"/>
                <a:gd name="connsiteY3590" fmla="*/ 122206 h 876300"/>
                <a:gd name="connsiteX3591" fmla="*/ 1174242 w 2419350"/>
                <a:gd name="connsiteY3591" fmla="*/ 122111 h 876300"/>
                <a:gd name="connsiteX3592" fmla="*/ 1173289 w 2419350"/>
                <a:gd name="connsiteY3592" fmla="*/ 121444 h 876300"/>
                <a:gd name="connsiteX3593" fmla="*/ 1172718 w 2419350"/>
                <a:gd name="connsiteY3593" fmla="*/ 121253 h 876300"/>
                <a:gd name="connsiteX3594" fmla="*/ 1172147 w 2419350"/>
                <a:gd name="connsiteY3594" fmla="*/ 121253 h 876300"/>
                <a:gd name="connsiteX3595" fmla="*/ 1171480 w 2419350"/>
                <a:gd name="connsiteY3595" fmla="*/ 121539 h 876300"/>
                <a:gd name="connsiteX3596" fmla="*/ 1170908 w 2419350"/>
                <a:gd name="connsiteY3596" fmla="*/ 121920 h 876300"/>
                <a:gd name="connsiteX3597" fmla="*/ 1170432 w 2419350"/>
                <a:gd name="connsiteY3597" fmla="*/ 122301 h 876300"/>
                <a:gd name="connsiteX3598" fmla="*/ 1170146 w 2419350"/>
                <a:gd name="connsiteY3598" fmla="*/ 122872 h 876300"/>
                <a:gd name="connsiteX3599" fmla="*/ 1170146 w 2419350"/>
                <a:gd name="connsiteY3599" fmla="*/ 123539 h 876300"/>
                <a:gd name="connsiteX3600" fmla="*/ 1170337 w 2419350"/>
                <a:gd name="connsiteY3600" fmla="*/ 124206 h 876300"/>
                <a:gd name="connsiteX3601" fmla="*/ 1170718 w 2419350"/>
                <a:gd name="connsiteY3601" fmla="*/ 124778 h 876300"/>
                <a:gd name="connsiteX3602" fmla="*/ 1171289 w 2419350"/>
                <a:gd name="connsiteY3602" fmla="*/ 125254 h 876300"/>
                <a:gd name="connsiteX3603" fmla="*/ 1172051 w 2419350"/>
                <a:gd name="connsiteY3603" fmla="*/ 125730 h 876300"/>
                <a:gd name="connsiteX3604" fmla="*/ 1172908 w 2419350"/>
                <a:gd name="connsiteY3604" fmla="*/ 126111 h 876300"/>
                <a:gd name="connsiteX3605" fmla="*/ 1173766 w 2419350"/>
                <a:gd name="connsiteY3605" fmla="*/ 126206 h 876300"/>
                <a:gd name="connsiteX3606" fmla="*/ 1178242 w 2419350"/>
                <a:gd name="connsiteY3606" fmla="*/ 126206 h 876300"/>
                <a:gd name="connsiteX3607" fmla="*/ 1182624 w 2419350"/>
                <a:gd name="connsiteY3607" fmla="*/ 127921 h 876300"/>
                <a:gd name="connsiteX3608" fmla="*/ 1184815 w 2419350"/>
                <a:gd name="connsiteY3608" fmla="*/ 128397 h 876300"/>
                <a:gd name="connsiteX3609" fmla="*/ 1185767 w 2419350"/>
                <a:gd name="connsiteY3609" fmla="*/ 127349 h 876300"/>
                <a:gd name="connsiteX3610" fmla="*/ 1184148 w 2419350"/>
                <a:gd name="connsiteY3610" fmla="*/ 747617 h 876300"/>
                <a:gd name="connsiteX3611" fmla="*/ 1184148 w 2419350"/>
                <a:gd name="connsiteY3611" fmla="*/ 747998 h 876300"/>
                <a:gd name="connsiteX3612" fmla="*/ 1184529 w 2419350"/>
                <a:gd name="connsiteY3612" fmla="*/ 748570 h 876300"/>
                <a:gd name="connsiteX3613" fmla="*/ 1186339 w 2419350"/>
                <a:gd name="connsiteY3613" fmla="*/ 749713 h 876300"/>
                <a:gd name="connsiteX3614" fmla="*/ 1186720 w 2419350"/>
                <a:gd name="connsiteY3614" fmla="*/ 749903 h 876300"/>
                <a:gd name="connsiteX3615" fmla="*/ 1187767 w 2419350"/>
                <a:gd name="connsiteY3615" fmla="*/ 749618 h 876300"/>
                <a:gd name="connsiteX3616" fmla="*/ 1188434 w 2419350"/>
                <a:gd name="connsiteY3616" fmla="*/ 748855 h 876300"/>
                <a:gd name="connsiteX3617" fmla="*/ 1191292 w 2419350"/>
                <a:gd name="connsiteY3617" fmla="*/ 743045 h 876300"/>
                <a:gd name="connsiteX3618" fmla="*/ 1192339 w 2419350"/>
                <a:gd name="connsiteY3618" fmla="*/ 741521 h 876300"/>
                <a:gd name="connsiteX3619" fmla="*/ 1193768 w 2419350"/>
                <a:gd name="connsiteY3619" fmla="*/ 740188 h 876300"/>
                <a:gd name="connsiteX3620" fmla="*/ 1194721 w 2419350"/>
                <a:gd name="connsiteY3620" fmla="*/ 739616 h 876300"/>
                <a:gd name="connsiteX3621" fmla="*/ 1195102 w 2419350"/>
                <a:gd name="connsiteY3621" fmla="*/ 739330 h 876300"/>
                <a:gd name="connsiteX3622" fmla="*/ 1195292 w 2419350"/>
                <a:gd name="connsiteY3622" fmla="*/ 738950 h 876300"/>
                <a:gd name="connsiteX3623" fmla="*/ 1195102 w 2419350"/>
                <a:gd name="connsiteY3623" fmla="*/ 738378 h 876300"/>
                <a:gd name="connsiteX3624" fmla="*/ 1194625 w 2419350"/>
                <a:gd name="connsiteY3624" fmla="*/ 738092 h 876300"/>
                <a:gd name="connsiteX3625" fmla="*/ 1194054 w 2419350"/>
                <a:gd name="connsiteY3625" fmla="*/ 737806 h 876300"/>
                <a:gd name="connsiteX3626" fmla="*/ 1193578 w 2419350"/>
                <a:gd name="connsiteY3626" fmla="*/ 737521 h 876300"/>
                <a:gd name="connsiteX3627" fmla="*/ 1188244 w 2419350"/>
                <a:gd name="connsiteY3627" fmla="*/ 737330 h 876300"/>
                <a:gd name="connsiteX3628" fmla="*/ 1187482 w 2419350"/>
                <a:gd name="connsiteY3628" fmla="*/ 737521 h 876300"/>
                <a:gd name="connsiteX3629" fmla="*/ 1184624 w 2419350"/>
                <a:gd name="connsiteY3629" fmla="*/ 738950 h 876300"/>
                <a:gd name="connsiteX3630" fmla="*/ 1184243 w 2419350"/>
                <a:gd name="connsiteY3630" fmla="*/ 739330 h 876300"/>
                <a:gd name="connsiteX3631" fmla="*/ 1183957 w 2419350"/>
                <a:gd name="connsiteY3631" fmla="*/ 739997 h 876300"/>
                <a:gd name="connsiteX3632" fmla="*/ 1183862 w 2419350"/>
                <a:gd name="connsiteY3632" fmla="*/ 740759 h 876300"/>
                <a:gd name="connsiteX3633" fmla="*/ 1183957 w 2419350"/>
                <a:gd name="connsiteY3633" fmla="*/ 742950 h 876300"/>
                <a:gd name="connsiteX3634" fmla="*/ 1184053 w 2419350"/>
                <a:gd name="connsiteY3634" fmla="*/ 743141 h 876300"/>
                <a:gd name="connsiteX3635" fmla="*/ 1184339 w 2419350"/>
                <a:gd name="connsiteY3635" fmla="*/ 743236 h 876300"/>
                <a:gd name="connsiteX3636" fmla="*/ 1184910 w 2419350"/>
                <a:gd name="connsiteY3636" fmla="*/ 743617 h 876300"/>
                <a:gd name="connsiteX3637" fmla="*/ 1185481 w 2419350"/>
                <a:gd name="connsiteY3637" fmla="*/ 744474 h 876300"/>
                <a:gd name="connsiteX3638" fmla="*/ 1185481 w 2419350"/>
                <a:gd name="connsiteY3638" fmla="*/ 745236 h 876300"/>
                <a:gd name="connsiteX3639" fmla="*/ 1184720 w 2419350"/>
                <a:gd name="connsiteY3639" fmla="*/ 747046 h 876300"/>
                <a:gd name="connsiteX3640" fmla="*/ 1184148 w 2419350"/>
                <a:gd name="connsiteY3640" fmla="*/ 747617 h 876300"/>
                <a:gd name="connsiteX3641" fmla="*/ 1122236 w 2419350"/>
                <a:gd name="connsiteY3641" fmla="*/ 507683 h 876300"/>
                <a:gd name="connsiteX3642" fmla="*/ 1122712 w 2419350"/>
                <a:gd name="connsiteY3642" fmla="*/ 506159 h 876300"/>
                <a:gd name="connsiteX3643" fmla="*/ 1123379 w 2419350"/>
                <a:gd name="connsiteY3643" fmla="*/ 505778 h 876300"/>
                <a:gd name="connsiteX3644" fmla="*/ 1123283 w 2419350"/>
                <a:gd name="connsiteY3644" fmla="*/ 505206 h 876300"/>
                <a:gd name="connsiteX3645" fmla="*/ 1122998 w 2419350"/>
                <a:gd name="connsiteY3645" fmla="*/ 504825 h 876300"/>
                <a:gd name="connsiteX3646" fmla="*/ 1122236 w 2419350"/>
                <a:gd name="connsiteY3646" fmla="*/ 504444 h 876300"/>
                <a:gd name="connsiteX3647" fmla="*/ 1121950 w 2419350"/>
                <a:gd name="connsiteY3647" fmla="*/ 504063 h 876300"/>
                <a:gd name="connsiteX3648" fmla="*/ 1121950 w 2419350"/>
                <a:gd name="connsiteY3648" fmla="*/ 502063 h 876300"/>
                <a:gd name="connsiteX3649" fmla="*/ 1121855 w 2419350"/>
                <a:gd name="connsiteY3649" fmla="*/ 501491 h 876300"/>
                <a:gd name="connsiteX3650" fmla="*/ 1121569 w 2419350"/>
                <a:gd name="connsiteY3650" fmla="*/ 500253 h 876300"/>
                <a:gd name="connsiteX3651" fmla="*/ 1121664 w 2419350"/>
                <a:gd name="connsiteY3651" fmla="*/ 497967 h 876300"/>
                <a:gd name="connsiteX3652" fmla="*/ 1121569 w 2419350"/>
                <a:gd name="connsiteY3652" fmla="*/ 497014 h 876300"/>
                <a:gd name="connsiteX3653" fmla="*/ 1121188 w 2419350"/>
                <a:gd name="connsiteY3653" fmla="*/ 496062 h 876300"/>
                <a:gd name="connsiteX3654" fmla="*/ 1120807 w 2419350"/>
                <a:gd name="connsiteY3654" fmla="*/ 495395 h 876300"/>
                <a:gd name="connsiteX3655" fmla="*/ 1120426 w 2419350"/>
                <a:gd name="connsiteY3655" fmla="*/ 494347 h 876300"/>
                <a:gd name="connsiteX3656" fmla="*/ 1120521 w 2419350"/>
                <a:gd name="connsiteY3656" fmla="*/ 493300 h 876300"/>
                <a:gd name="connsiteX3657" fmla="*/ 1122902 w 2419350"/>
                <a:gd name="connsiteY3657" fmla="*/ 492443 h 876300"/>
                <a:gd name="connsiteX3658" fmla="*/ 1122807 w 2419350"/>
                <a:gd name="connsiteY3658" fmla="*/ 491585 h 876300"/>
                <a:gd name="connsiteX3659" fmla="*/ 1122045 w 2419350"/>
                <a:gd name="connsiteY3659" fmla="*/ 490538 h 876300"/>
                <a:gd name="connsiteX3660" fmla="*/ 1121283 w 2419350"/>
                <a:gd name="connsiteY3660" fmla="*/ 489680 h 876300"/>
                <a:gd name="connsiteX3661" fmla="*/ 1119854 w 2419350"/>
                <a:gd name="connsiteY3661" fmla="*/ 487680 h 876300"/>
                <a:gd name="connsiteX3662" fmla="*/ 1119664 w 2419350"/>
                <a:gd name="connsiteY3662" fmla="*/ 485680 h 876300"/>
                <a:gd name="connsiteX3663" fmla="*/ 1120331 w 2419350"/>
                <a:gd name="connsiteY3663" fmla="*/ 480536 h 876300"/>
                <a:gd name="connsiteX3664" fmla="*/ 1120521 w 2419350"/>
                <a:gd name="connsiteY3664" fmla="*/ 479965 h 876300"/>
                <a:gd name="connsiteX3665" fmla="*/ 1120616 w 2419350"/>
                <a:gd name="connsiteY3665" fmla="*/ 479393 h 876300"/>
                <a:gd name="connsiteX3666" fmla="*/ 1120521 w 2419350"/>
                <a:gd name="connsiteY3666" fmla="*/ 478727 h 876300"/>
                <a:gd name="connsiteX3667" fmla="*/ 1120045 w 2419350"/>
                <a:gd name="connsiteY3667" fmla="*/ 478060 h 876300"/>
                <a:gd name="connsiteX3668" fmla="*/ 1119664 w 2419350"/>
                <a:gd name="connsiteY3668" fmla="*/ 478250 h 876300"/>
                <a:gd name="connsiteX3669" fmla="*/ 1119283 w 2419350"/>
                <a:gd name="connsiteY3669" fmla="*/ 478727 h 876300"/>
                <a:gd name="connsiteX3670" fmla="*/ 1118806 w 2419350"/>
                <a:gd name="connsiteY3670" fmla="*/ 479012 h 876300"/>
                <a:gd name="connsiteX3671" fmla="*/ 1117949 w 2419350"/>
                <a:gd name="connsiteY3671" fmla="*/ 479393 h 876300"/>
                <a:gd name="connsiteX3672" fmla="*/ 1114901 w 2419350"/>
                <a:gd name="connsiteY3672" fmla="*/ 482060 h 876300"/>
                <a:gd name="connsiteX3673" fmla="*/ 1114330 w 2419350"/>
                <a:gd name="connsiteY3673" fmla="*/ 482441 h 876300"/>
                <a:gd name="connsiteX3674" fmla="*/ 1112615 w 2419350"/>
                <a:gd name="connsiteY3674" fmla="*/ 483203 h 876300"/>
                <a:gd name="connsiteX3675" fmla="*/ 1112234 w 2419350"/>
                <a:gd name="connsiteY3675" fmla="*/ 483489 h 876300"/>
                <a:gd name="connsiteX3676" fmla="*/ 1112139 w 2419350"/>
                <a:gd name="connsiteY3676" fmla="*/ 484156 h 876300"/>
                <a:gd name="connsiteX3677" fmla="*/ 1110996 w 2419350"/>
                <a:gd name="connsiteY3677" fmla="*/ 487489 h 876300"/>
                <a:gd name="connsiteX3678" fmla="*/ 1108710 w 2419350"/>
                <a:gd name="connsiteY3678" fmla="*/ 491585 h 876300"/>
                <a:gd name="connsiteX3679" fmla="*/ 1108424 w 2419350"/>
                <a:gd name="connsiteY3679" fmla="*/ 492538 h 876300"/>
                <a:gd name="connsiteX3680" fmla="*/ 1108139 w 2419350"/>
                <a:gd name="connsiteY3680" fmla="*/ 496157 h 876300"/>
                <a:gd name="connsiteX3681" fmla="*/ 1106900 w 2419350"/>
                <a:gd name="connsiteY3681" fmla="*/ 499491 h 876300"/>
                <a:gd name="connsiteX3682" fmla="*/ 1106710 w 2419350"/>
                <a:gd name="connsiteY3682" fmla="*/ 500634 h 876300"/>
                <a:gd name="connsiteX3683" fmla="*/ 1106996 w 2419350"/>
                <a:gd name="connsiteY3683" fmla="*/ 504539 h 876300"/>
                <a:gd name="connsiteX3684" fmla="*/ 1107376 w 2419350"/>
                <a:gd name="connsiteY3684" fmla="*/ 505301 h 876300"/>
                <a:gd name="connsiteX3685" fmla="*/ 1108329 w 2419350"/>
                <a:gd name="connsiteY3685" fmla="*/ 506635 h 876300"/>
                <a:gd name="connsiteX3686" fmla="*/ 1109472 w 2419350"/>
                <a:gd name="connsiteY3686" fmla="*/ 507778 h 876300"/>
                <a:gd name="connsiteX3687" fmla="*/ 1109948 w 2419350"/>
                <a:gd name="connsiteY3687" fmla="*/ 508540 h 876300"/>
                <a:gd name="connsiteX3688" fmla="*/ 1110139 w 2419350"/>
                <a:gd name="connsiteY3688" fmla="*/ 509778 h 876300"/>
                <a:gd name="connsiteX3689" fmla="*/ 1109663 w 2419350"/>
                <a:gd name="connsiteY3689" fmla="*/ 513017 h 876300"/>
                <a:gd name="connsiteX3690" fmla="*/ 1109853 w 2419350"/>
                <a:gd name="connsiteY3690" fmla="*/ 513969 h 876300"/>
                <a:gd name="connsiteX3691" fmla="*/ 1110043 w 2419350"/>
                <a:gd name="connsiteY3691" fmla="*/ 514350 h 876300"/>
                <a:gd name="connsiteX3692" fmla="*/ 1110710 w 2419350"/>
                <a:gd name="connsiteY3692" fmla="*/ 515112 h 876300"/>
                <a:gd name="connsiteX3693" fmla="*/ 1110806 w 2419350"/>
                <a:gd name="connsiteY3693" fmla="*/ 515588 h 876300"/>
                <a:gd name="connsiteX3694" fmla="*/ 1110615 w 2419350"/>
                <a:gd name="connsiteY3694" fmla="*/ 516064 h 876300"/>
                <a:gd name="connsiteX3695" fmla="*/ 1110139 w 2419350"/>
                <a:gd name="connsiteY3695" fmla="*/ 516350 h 876300"/>
                <a:gd name="connsiteX3696" fmla="*/ 1109663 w 2419350"/>
                <a:gd name="connsiteY3696" fmla="*/ 516541 h 876300"/>
                <a:gd name="connsiteX3697" fmla="*/ 1109472 w 2419350"/>
                <a:gd name="connsiteY3697" fmla="*/ 516731 h 876300"/>
                <a:gd name="connsiteX3698" fmla="*/ 1109281 w 2419350"/>
                <a:gd name="connsiteY3698" fmla="*/ 517779 h 876300"/>
                <a:gd name="connsiteX3699" fmla="*/ 1108900 w 2419350"/>
                <a:gd name="connsiteY3699" fmla="*/ 518922 h 876300"/>
                <a:gd name="connsiteX3700" fmla="*/ 1108710 w 2419350"/>
                <a:gd name="connsiteY3700" fmla="*/ 520065 h 876300"/>
                <a:gd name="connsiteX3701" fmla="*/ 1109091 w 2419350"/>
                <a:gd name="connsiteY3701" fmla="*/ 521113 h 876300"/>
                <a:gd name="connsiteX3702" fmla="*/ 1109853 w 2419350"/>
                <a:gd name="connsiteY3702" fmla="*/ 520732 h 876300"/>
                <a:gd name="connsiteX3703" fmla="*/ 1110520 w 2419350"/>
                <a:gd name="connsiteY3703" fmla="*/ 521018 h 876300"/>
                <a:gd name="connsiteX3704" fmla="*/ 1110901 w 2419350"/>
                <a:gd name="connsiteY3704" fmla="*/ 521684 h 876300"/>
                <a:gd name="connsiteX3705" fmla="*/ 1110996 w 2419350"/>
                <a:gd name="connsiteY3705" fmla="*/ 522542 h 876300"/>
                <a:gd name="connsiteX3706" fmla="*/ 1111472 w 2419350"/>
                <a:gd name="connsiteY3706" fmla="*/ 522256 h 876300"/>
                <a:gd name="connsiteX3707" fmla="*/ 1112330 w 2419350"/>
                <a:gd name="connsiteY3707" fmla="*/ 521018 h 876300"/>
                <a:gd name="connsiteX3708" fmla="*/ 1112806 w 2419350"/>
                <a:gd name="connsiteY3708" fmla="*/ 520637 h 876300"/>
                <a:gd name="connsiteX3709" fmla="*/ 1113854 w 2419350"/>
                <a:gd name="connsiteY3709" fmla="*/ 520255 h 876300"/>
                <a:gd name="connsiteX3710" fmla="*/ 1114330 w 2419350"/>
                <a:gd name="connsiteY3710" fmla="*/ 520065 h 876300"/>
                <a:gd name="connsiteX3711" fmla="*/ 1115187 w 2419350"/>
                <a:gd name="connsiteY3711" fmla="*/ 519208 h 876300"/>
                <a:gd name="connsiteX3712" fmla="*/ 1115568 w 2419350"/>
                <a:gd name="connsiteY3712" fmla="*/ 518731 h 876300"/>
                <a:gd name="connsiteX3713" fmla="*/ 1115758 w 2419350"/>
                <a:gd name="connsiteY3713" fmla="*/ 518446 h 876300"/>
                <a:gd name="connsiteX3714" fmla="*/ 1115949 w 2419350"/>
                <a:gd name="connsiteY3714" fmla="*/ 518351 h 876300"/>
                <a:gd name="connsiteX3715" fmla="*/ 1116711 w 2419350"/>
                <a:gd name="connsiteY3715" fmla="*/ 517970 h 876300"/>
                <a:gd name="connsiteX3716" fmla="*/ 1116997 w 2419350"/>
                <a:gd name="connsiteY3716" fmla="*/ 517779 h 876300"/>
                <a:gd name="connsiteX3717" fmla="*/ 1117187 w 2419350"/>
                <a:gd name="connsiteY3717" fmla="*/ 517493 h 876300"/>
                <a:gd name="connsiteX3718" fmla="*/ 1117092 w 2419350"/>
                <a:gd name="connsiteY3718" fmla="*/ 516827 h 876300"/>
                <a:gd name="connsiteX3719" fmla="*/ 1117187 w 2419350"/>
                <a:gd name="connsiteY3719" fmla="*/ 516541 h 876300"/>
                <a:gd name="connsiteX3720" fmla="*/ 1117568 w 2419350"/>
                <a:gd name="connsiteY3720" fmla="*/ 516160 h 876300"/>
                <a:gd name="connsiteX3721" fmla="*/ 1117949 w 2419350"/>
                <a:gd name="connsiteY3721" fmla="*/ 515969 h 876300"/>
                <a:gd name="connsiteX3722" fmla="*/ 1118425 w 2419350"/>
                <a:gd name="connsiteY3722" fmla="*/ 515874 h 876300"/>
                <a:gd name="connsiteX3723" fmla="*/ 1119188 w 2419350"/>
                <a:gd name="connsiteY3723" fmla="*/ 515874 h 876300"/>
                <a:gd name="connsiteX3724" fmla="*/ 1119759 w 2419350"/>
                <a:gd name="connsiteY3724" fmla="*/ 515684 h 876300"/>
                <a:gd name="connsiteX3725" fmla="*/ 1120045 w 2419350"/>
                <a:gd name="connsiteY3725" fmla="*/ 515303 h 876300"/>
                <a:gd name="connsiteX3726" fmla="*/ 1120331 w 2419350"/>
                <a:gd name="connsiteY3726" fmla="*/ 514826 h 876300"/>
                <a:gd name="connsiteX3727" fmla="*/ 1120807 w 2419350"/>
                <a:gd name="connsiteY3727" fmla="*/ 514445 h 876300"/>
                <a:gd name="connsiteX3728" fmla="*/ 1121283 w 2419350"/>
                <a:gd name="connsiteY3728" fmla="*/ 514350 h 876300"/>
                <a:gd name="connsiteX3729" fmla="*/ 1121855 w 2419350"/>
                <a:gd name="connsiteY3729" fmla="*/ 514350 h 876300"/>
                <a:gd name="connsiteX3730" fmla="*/ 1122331 w 2419350"/>
                <a:gd name="connsiteY3730" fmla="*/ 514160 h 876300"/>
                <a:gd name="connsiteX3731" fmla="*/ 1122521 w 2419350"/>
                <a:gd name="connsiteY3731" fmla="*/ 513588 h 876300"/>
                <a:gd name="connsiteX3732" fmla="*/ 1122426 w 2419350"/>
                <a:gd name="connsiteY3732" fmla="*/ 512826 h 876300"/>
                <a:gd name="connsiteX3733" fmla="*/ 1121759 w 2419350"/>
                <a:gd name="connsiteY3733" fmla="*/ 511588 h 876300"/>
                <a:gd name="connsiteX3734" fmla="*/ 1121473 w 2419350"/>
                <a:gd name="connsiteY3734" fmla="*/ 510826 h 876300"/>
                <a:gd name="connsiteX3735" fmla="*/ 1121473 w 2419350"/>
                <a:gd name="connsiteY3735" fmla="*/ 509492 h 876300"/>
                <a:gd name="connsiteX3736" fmla="*/ 1122045 w 2419350"/>
                <a:gd name="connsiteY3736" fmla="*/ 508635 h 876300"/>
                <a:gd name="connsiteX3737" fmla="*/ 1122236 w 2419350"/>
                <a:gd name="connsiteY3737" fmla="*/ 507683 h 876300"/>
                <a:gd name="connsiteX3738" fmla="*/ 1126141 w 2419350"/>
                <a:gd name="connsiteY3738" fmla="*/ 500063 h 876300"/>
                <a:gd name="connsiteX3739" fmla="*/ 1126522 w 2419350"/>
                <a:gd name="connsiteY3739" fmla="*/ 499681 h 876300"/>
                <a:gd name="connsiteX3740" fmla="*/ 1126617 w 2419350"/>
                <a:gd name="connsiteY3740" fmla="*/ 498729 h 876300"/>
                <a:gd name="connsiteX3741" fmla="*/ 1127093 w 2419350"/>
                <a:gd name="connsiteY3741" fmla="*/ 496824 h 876300"/>
                <a:gd name="connsiteX3742" fmla="*/ 1127474 w 2419350"/>
                <a:gd name="connsiteY3742" fmla="*/ 493871 h 876300"/>
                <a:gd name="connsiteX3743" fmla="*/ 1128522 w 2419350"/>
                <a:gd name="connsiteY3743" fmla="*/ 490061 h 876300"/>
                <a:gd name="connsiteX3744" fmla="*/ 1128713 w 2419350"/>
                <a:gd name="connsiteY3744" fmla="*/ 488061 h 876300"/>
                <a:gd name="connsiteX3745" fmla="*/ 1127760 w 2419350"/>
                <a:gd name="connsiteY3745" fmla="*/ 486632 h 876300"/>
                <a:gd name="connsiteX3746" fmla="*/ 1127189 w 2419350"/>
                <a:gd name="connsiteY3746" fmla="*/ 486251 h 876300"/>
                <a:gd name="connsiteX3747" fmla="*/ 1126903 w 2419350"/>
                <a:gd name="connsiteY3747" fmla="*/ 487204 h 876300"/>
                <a:gd name="connsiteX3748" fmla="*/ 1126617 w 2419350"/>
                <a:gd name="connsiteY3748" fmla="*/ 487871 h 876300"/>
                <a:gd name="connsiteX3749" fmla="*/ 1125188 w 2419350"/>
                <a:gd name="connsiteY3749" fmla="*/ 489109 h 876300"/>
                <a:gd name="connsiteX3750" fmla="*/ 1124807 w 2419350"/>
                <a:gd name="connsiteY3750" fmla="*/ 489680 h 876300"/>
                <a:gd name="connsiteX3751" fmla="*/ 1124617 w 2419350"/>
                <a:gd name="connsiteY3751" fmla="*/ 490633 h 876300"/>
                <a:gd name="connsiteX3752" fmla="*/ 1123283 w 2419350"/>
                <a:gd name="connsiteY3752" fmla="*/ 493395 h 876300"/>
                <a:gd name="connsiteX3753" fmla="*/ 1122902 w 2419350"/>
                <a:gd name="connsiteY3753" fmla="*/ 494538 h 876300"/>
                <a:gd name="connsiteX3754" fmla="*/ 1122902 w 2419350"/>
                <a:gd name="connsiteY3754" fmla="*/ 495300 h 876300"/>
                <a:gd name="connsiteX3755" fmla="*/ 1123283 w 2419350"/>
                <a:gd name="connsiteY3755" fmla="*/ 496062 h 876300"/>
                <a:gd name="connsiteX3756" fmla="*/ 1125283 w 2419350"/>
                <a:gd name="connsiteY3756" fmla="*/ 499205 h 876300"/>
                <a:gd name="connsiteX3757" fmla="*/ 1126141 w 2419350"/>
                <a:gd name="connsiteY3757" fmla="*/ 500063 h 876300"/>
                <a:gd name="connsiteX3758" fmla="*/ 750094 w 2419350"/>
                <a:gd name="connsiteY3758" fmla="*/ 370713 h 876300"/>
                <a:gd name="connsiteX3759" fmla="*/ 749713 w 2419350"/>
                <a:gd name="connsiteY3759" fmla="*/ 370904 h 876300"/>
                <a:gd name="connsiteX3760" fmla="*/ 748760 w 2419350"/>
                <a:gd name="connsiteY3760" fmla="*/ 371761 h 876300"/>
                <a:gd name="connsiteX3761" fmla="*/ 748570 w 2419350"/>
                <a:gd name="connsiteY3761" fmla="*/ 372142 h 876300"/>
                <a:gd name="connsiteX3762" fmla="*/ 748474 w 2419350"/>
                <a:gd name="connsiteY3762" fmla="*/ 372618 h 876300"/>
                <a:gd name="connsiteX3763" fmla="*/ 748474 w 2419350"/>
                <a:gd name="connsiteY3763" fmla="*/ 373380 h 876300"/>
                <a:gd name="connsiteX3764" fmla="*/ 748760 w 2419350"/>
                <a:gd name="connsiteY3764" fmla="*/ 373761 h 876300"/>
                <a:gd name="connsiteX3765" fmla="*/ 749332 w 2419350"/>
                <a:gd name="connsiteY3765" fmla="*/ 373666 h 876300"/>
                <a:gd name="connsiteX3766" fmla="*/ 749903 w 2419350"/>
                <a:gd name="connsiteY3766" fmla="*/ 373285 h 876300"/>
                <a:gd name="connsiteX3767" fmla="*/ 750284 w 2419350"/>
                <a:gd name="connsiteY3767" fmla="*/ 372999 h 876300"/>
                <a:gd name="connsiteX3768" fmla="*/ 750665 w 2419350"/>
                <a:gd name="connsiteY3768" fmla="*/ 372428 h 876300"/>
                <a:gd name="connsiteX3769" fmla="*/ 750951 w 2419350"/>
                <a:gd name="connsiteY3769" fmla="*/ 371666 h 876300"/>
                <a:gd name="connsiteX3770" fmla="*/ 750951 w 2419350"/>
                <a:gd name="connsiteY3770" fmla="*/ 370999 h 876300"/>
                <a:gd name="connsiteX3771" fmla="*/ 750380 w 2419350"/>
                <a:gd name="connsiteY3771" fmla="*/ 370713 h 876300"/>
                <a:gd name="connsiteX3772" fmla="*/ 750094 w 2419350"/>
                <a:gd name="connsiteY3772" fmla="*/ 370713 h 876300"/>
                <a:gd name="connsiteX3773" fmla="*/ 743807 w 2419350"/>
                <a:gd name="connsiteY3773" fmla="*/ 377285 h 876300"/>
                <a:gd name="connsiteX3774" fmla="*/ 744093 w 2419350"/>
                <a:gd name="connsiteY3774" fmla="*/ 377285 h 876300"/>
                <a:gd name="connsiteX3775" fmla="*/ 744188 w 2419350"/>
                <a:gd name="connsiteY3775" fmla="*/ 377952 h 876300"/>
                <a:gd name="connsiteX3776" fmla="*/ 744283 w 2419350"/>
                <a:gd name="connsiteY3776" fmla="*/ 378238 h 876300"/>
                <a:gd name="connsiteX3777" fmla="*/ 744569 w 2419350"/>
                <a:gd name="connsiteY3777" fmla="*/ 378143 h 876300"/>
                <a:gd name="connsiteX3778" fmla="*/ 746284 w 2419350"/>
                <a:gd name="connsiteY3778" fmla="*/ 376428 h 876300"/>
                <a:gd name="connsiteX3779" fmla="*/ 746570 w 2419350"/>
                <a:gd name="connsiteY3779" fmla="*/ 375761 h 876300"/>
                <a:gd name="connsiteX3780" fmla="*/ 745998 w 2419350"/>
                <a:gd name="connsiteY3780" fmla="*/ 375285 h 876300"/>
                <a:gd name="connsiteX3781" fmla="*/ 745522 w 2419350"/>
                <a:gd name="connsiteY3781" fmla="*/ 375285 h 876300"/>
                <a:gd name="connsiteX3782" fmla="*/ 744569 w 2419350"/>
                <a:gd name="connsiteY3782" fmla="*/ 376142 h 876300"/>
                <a:gd name="connsiteX3783" fmla="*/ 743998 w 2419350"/>
                <a:gd name="connsiteY3783" fmla="*/ 376333 h 876300"/>
                <a:gd name="connsiteX3784" fmla="*/ 743522 w 2419350"/>
                <a:gd name="connsiteY3784" fmla="*/ 376333 h 876300"/>
                <a:gd name="connsiteX3785" fmla="*/ 743140 w 2419350"/>
                <a:gd name="connsiteY3785" fmla="*/ 376428 h 876300"/>
                <a:gd name="connsiteX3786" fmla="*/ 742759 w 2419350"/>
                <a:gd name="connsiteY3786" fmla="*/ 376619 h 876300"/>
                <a:gd name="connsiteX3787" fmla="*/ 742379 w 2419350"/>
                <a:gd name="connsiteY3787" fmla="*/ 377000 h 876300"/>
                <a:gd name="connsiteX3788" fmla="*/ 742379 w 2419350"/>
                <a:gd name="connsiteY3788" fmla="*/ 377380 h 876300"/>
                <a:gd name="connsiteX3789" fmla="*/ 742759 w 2419350"/>
                <a:gd name="connsiteY3789" fmla="*/ 377571 h 876300"/>
                <a:gd name="connsiteX3790" fmla="*/ 743140 w 2419350"/>
                <a:gd name="connsiteY3790" fmla="*/ 377571 h 876300"/>
                <a:gd name="connsiteX3791" fmla="*/ 743140 w 2419350"/>
                <a:gd name="connsiteY3791" fmla="*/ 377285 h 876300"/>
                <a:gd name="connsiteX3792" fmla="*/ 743522 w 2419350"/>
                <a:gd name="connsiteY3792" fmla="*/ 377380 h 876300"/>
                <a:gd name="connsiteX3793" fmla="*/ 743807 w 2419350"/>
                <a:gd name="connsiteY3793" fmla="*/ 377285 h 876300"/>
                <a:gd name="connsiteX3794" fmla="*/ 727805 w 2419350"/>
                <a:gd name="connsiteY3794" fmla="*/ 394430 h 876300"/>
                <a:gd name="connsiteX3795" fmla="*/ 727710 w 2419350"/>
                <a:gd name="connsiteY3795" fmla="*/ 394811 h 876300"/>
                <a:gd name="connsiteX3796" fmla="*/ 727805 w 2419350"/>
                <a:gd name="connsiteY3796" fmla="*/ 395478 h 876300"/>
                <a:gd name="connsiteX3797" fmla="*/ 727996 w 2419350"/>
                <a:gd name="connsiteY3797" fmla="*/ 396145 h 876300"/>
                <a:gd name="connsiteX3798" fmla="*/ 728186 w 2419350"/>
                <a:gd name="connsiteY3798" fmla="*/ 396430 h 876300"/>
                <a:gd name="connsiteX3799" fmla="*/ 729615 w 2419350"/>
                <a:gd name="connsiteY3799" fmla="*/ 396526 h 876300"/>
                <a:gd name="connsiteX3800" fmla="*/ 730187 w 2419350"/>
                <a:gd name="connsiteY3800" fmla="*/ 396430 h 876300"/>
                <a:gd name="connsiteX3801" fmla="*/ 733520 w 2419350"/>
                <a:gd name="connsiteY3801" fmla="*/ 395288 h 876300"/>
                <a:gd name="connsiteX3802" fmla="*/ 734282 w 2419350"/>
                <a:gd name="connsiteY3802" fmla="*/ 394811 h 876300"/>
                <a:gd name="connsiteX3803" fmla="*/ 734758 w 2419350"/>
                <a:gd name="connsiteY3803" fmla="*/ 394145 h 876300"/>
                <a:gd name="connsiteX3804" fmla="*/ 735139 w 2419350"/>
                <a:gd name="connsiteY3804" fmla="*/ 393383 h 876300"/>
                <a:gd name="connsiteX3805" fmla="*/ 735330 w 2419350"/>
                <a:gd name="connsiteY3805" fmla="*/ 392525 h 876300"/>
                <a:gd name="connsiteX3806" fmla="*/ 735139 w 2419350"/>
                <a:gd name="connsiteY3806" fmla="*/ 391763 h 876300"/>
                <a:gd name="connsiteX3807" fmla="*/ 734663 w 2419350"/>
                <a:gd name="connsiteY3807" fmla="*/ 391287 h 876300"/>
                <a:gd name="connsiteX3808" fmla="*/ 733234 w 2419350"/>
                <a:gd name="connsiteY3808" fmla="*/ 390335 h 876300"/>
                <a:gd name="connsiteX3809" fmla="*/ 732568 w 2419350"/>
                <a:gd name="connsiteY3809" fmla="*/ 390049 h 876300"/>
                <a:gd name="connsiteX3810" fmla="*/ 731711 w 2419350"/>
                <a:gd name="connsiteY3810" fmla="*/ 389763 h 876300"/>
                <a:gd name="connsiteX3811" fmla="*/ 731330 w 2419350"/>
                <a:gd name="connsiteY3811" fmla="*/ 389858 h 876300"/>
                <a:gd name="connsiteX3812" fmla="*/ 731044 w 2419350"/>
                <a:gd name="connsiteY3812" fmla="*/ 390144 h 876300"/>
                <a:gd name="connsiteX3813" fmla="*/ 730472 w 2419350"/>
                <a:gd name="connsiteY3813" fmla="*/ 390525 h 876300"/>
                <a:gd name="connsiteX3814" fmla="*/ 728091 w 2419350"/>
                <a:gd name="connsiteY3814" fmla="*/ 391001 h 876300"/>
                <a:gd name="connsiteX3815" fmla="*/ 726853 w 2419350"/>
                <a:gd name="connsiteY3815" fmla="*/ 391478 h 876300"/>
                <a:gd name="connsiteX3816" fmla="*/ 726091 w 2419350"/>
                <a:gd name="connsiteY3816" fmla="*/ 392239 h 876300"/>
                <a:gd name="connsiteX3817" fmla="*/ 726662 w 2419350"/>
                <a:gd name="connsiteY3817" fmla="*/ 392430 h 876300"/>
                <a:gd name="connsiteX3818" fmla="*/ 727520 w 2419350"/>
                <a:gd name="connsiteY3818" fmla="*/ 392335 h 876300"/>
                <a:gd name="connsiteX3819" fmla="*/ 727900 w 2419350"/>
                <a:gd name="connsiteY3819" fmla="*/ 392525 h 876300"/>
                <a:gd name="connsiteX3820" fmla="*/ 728091 w 2419350"/>
                <a:gd name="connsiteY3820" fmla="*/ 393002 h 876300"/>
                <a:gd name="connsiteX3821" fmla="*/ 728091 w 2419350"/>
                <a:gd name="connsiteY3821" fmla="*/ 393573 h 876300"/>
                <a:gd name="connsiteX3822" fmla="*/ 727996 w 2419350"/>
                <a:gd name="connsiteY3822" fmla="*/ 394145 h 876300"/>
                <a:gd name="connsiteX3823" fmla="*/ 727805 w 2419350"/>
                <a:gd name="connsiteY3823" fmla="*/ 394430 h 876300"/>
                <a:gd name="connsiteX3824" fmla="*/ 995743 w 2419350"/>
                <a:gd name="connsiteY3824" fmla="*/ 679228 h 876300"/>
                <a:gd name="connsiteX3825" fmla="*/ 997077 w 2419350"/>
                <a:gd name="connsiteY3825" fmla="*/ 679323 h 876300"/>
                <a:gd name="connsiteX3826" fmla="*/ 998125 w 2419350"/>
                <a:gd name="connsiteY3826" fmla="*/ 679037 h 876300"/>
                <a:gd name="connsiteX3827" fmla="*/ 999458 w 2419350"/>
                <a:gd name="connsiteY3827" fmla="*/ 677799 h 876300"/>
                <a:gd name="connsiteX3828" fmla="*/ 1003173 w 2419350"/>
                <a:gd name="connsiteY3828" fmla="*/ 677323 h 876300"/>
                <a:gd name="connsiteX3829" fmla="*/ 1005554 w 2419350"/>
                <a:gd name="connsiteY3829" fmla="*/ 675799 h 876300"/>
                <a:gd name="connsiteX3830" fmla="*/ 1007078 w 2419350"/>
                <a:gd name="connsiteY3830" fmla="*/ 675704 h 876300"/>
                <a:gd name="connsiteX3831" fmla="*/ 1006316 w 2419350"/>
                <a:gd name="connsiteY3831" fmla="*/ 673894 h 876300"/>
                <a:gd name="connsiteX3832" fmla="*/ 1005459 w 2419350"/>
                <a:gd name="connsiteY3832" fmla="*/ 673132 h 876300"/>
                <a:gd name="connsiteX3833" fmla="*/ 1004030 w 2419350"/>
                <a:gd name="connsiteY3833" fmla="*/ 672560 h 876300"/>
                <a:gd name="connsiteX3834" fmla="*/ 1002982 w 2419350"/>
                <a:gd name="connsiteY3834" fmla="*/ 672179 h 876300"/>
                <a:gd name="connsiteX3835" fmla="*/ 1002030 w 2419350"/>
                <a:gd name="connsiteY3835" fmla="*/ 671322 h 876300"/>
                <a:gd name="connsiteX3836" fmla="*/ 1001078 w 2419350"/>
                <a:gd name="connsiteY3836" fmla="*/ 670655 h 876300"/>
                <a:gd name="connsiteX3837" fmla="*/ 1000030 w 2419350"/>
                <a:gd name="connsiteY3837" fmla="*/ 670179 h 876300"/>
                <a:gd name="connsiteX3838" fmla="*/ 998887 w 2419350"/>
                <a:gd name="connsiteY3838" fmla="*/ 669798 h 876300"/>
                <a:gd name="connsiteX3839" fmla="*/ 996505 w 2419350"/>
                <a:gd name="connsiteY3839" fmla="*/ 669512 h 876300"/>
                <a:gd name="connsiteX3840" fmla="*/ 989647 w 2419350"/>
                <a:gd name="connsiteY3840" fmla="*/ 670465 h 876300"/>
                <a:gd name="connsiteX3841" fmla="*/ 983266 w 2419350"/>
                <a:gd name="connsiteY3841" fmla="*/ 670274 h 876300"/>
                <a:gd name="connsiteX3842" fmla="*/ 975550 w 2419350"/>
                <a:gd name="connsiteY3842" fmla="*/ 671131 h 876300"/>
                <a:gd name="connsiteX3843" fmla="*/ 971264 w 2419350"/>
                <a:gd name="connsiteY3843" fmla="*/ 670370 h 876300"/>
                <a:gd name="connsiteX3844" fmla="*/ 962215 w 2419350"/>
                <a:gd name="connsiteY3844" fmla="*/ 670941 h 876300"/>
                <a:gd name="connsiteX3845" fmla="*/ 955453 w 2419350"/>
                <a:gd name="connsiteY3845" fmla="*/ 671036 h 876300"/>
                <a:gd name="connsiteX3846" fmla="*/ 951357 w 2419350"/>
                <a:gd name="connsiteY3846" fmla="*/ 670370 h 876300"/>
                <a:gd name="connsiteX3847" fmla="*/ 946880 w 2419350"/>
                <a:gd name="connsiteY3847" fmla="*/ 670941 h 876300"/>
                <a:gd name="connsiteX3848" fmla="*/ 944880 w 2419350"/>
                <a:gd name="connsiteY3848" fmla="*/ 670941 h 876300"/>
                <a:gd name="connsiteX3849" fmla="*/ 943356 w 2419350"/>
                <a:gd name="connsiteY3849" fmla="*/ 670941 h 876300"/>
                <a:gd name="connsiteX3850" fmla="*/ 941165 w 2419350"/>
                <a:gd name="connsiteY3850" fmla="*/ 671227 h 876300"/>
                <a:gd name="connsiteX3851" fmla="*/ 939546 w 2419350"/>
                <a:gd name="connsiteY3851" fmla="*/ 671798 h 876300"/>
                <a:gd name="connsiteX3852" fmla="*/ 939641 w 2419350"/>
                <a:gd name="connsiteY3852" fmla="*/ 672655 h 876300"/>
                <a:gd name="connsiteX3853" fmla="*/ 936974 w 2419350"/>
                <a:gd name="connsiteY3853" fmla="*/ 675799 h 876300"/>
                <a:gd name="connsiteX3854" fmla="*/ 935450 w 2419350"/>
                <a:gd name="connsiteY3854" fmla="*/ 677228 h 876300"/>
                <a:gd name="connsiteX3855" fmla="*/ 933926 w 2419350"/>
                <a:gd name="connsiteY3855" fmla="*/ 678085 h 876300"/>
                <a:gd name="connsiteX3856" fmla="*/ 932879 w 2419350"/>
                <a:gd name="connsiteY3856" fmla="*/ 678275 h 876300"/>
                <a:gd name="connsiteX3857" fmla="*/ 932212 w 2419350"/>
                <a:gd name="connsiteY3857" fmla="*/ 678371 h 876300"/>
                <a:gd name="connsiteX3858" fmla="*/ 931831 w 2419350"/>
                <a:gd name="connsiteY3858" fmla="*/ 678656 h 876300"/>
                <a:gd name="connsiteX3859" fmla="*/ 931736 w 2419350"/>
                <a:gd name="connsiteY3859" fmla="*/ 679704 h 876300"/>
                <a:gd name="connsiteX3860" fmla="*/ 931831 w 2419350"/>
                <a:gd name="connsiteY3860" fmla="*/ 680656 h 876300"/>
                <a:gd name="connsiteX3861" fmla="*/ 932212 w 2419350"/>
                <a:gd name="connsiteY3861" fmla="*/ 681514 h 876300"/>
                <a:gd name="connsiteX3862" fmla="*/ 932688 w 2419350"/>
                <a:gd name="connsiteY3862" fmla="*/ 681800 h 876300"/>
                <a:gd name="connsiteX3863" fmla="*/ 933164 w 2419350"/>
                <a:gd name="connsiteY3863" fmla="*/ 681038 h 876300"/>
                <a:gd name="connsiteX3864" fmla="*/ 933545 w 2419350"/>
                <a:gd name="connsiteY3864" fmla="*/ 681419 h 876300"/>
                <a:gd name="connsiteX3865" fmla="*/ 933069 w 2419350"/>
                <a:gd name="connsiteY3865" fmla="*/ 682180 h 876300"/>
                <a:gd name="connsiteX3866" fmla="*/ 932974 w 2419350"/>
                <a:gd name="connsiteY3866" fmla="*/ 682943 h 876300"/>
                <a:gd name="connsiteX3867" fmla="*/ 933164 w 2419350"/>
                <a:gd name="connsiteY3867" fmla="*/ 684562 h 876300"/>
                <a:gd name="connsiteX3868" fmla="*/ 933545 w 2419350"/>
                <a:gd name="connsiteY3868" fmla="*/ 685133 h 876300"/>
                <a:gd name="connsiteX3869" fmla="*/ 934403 w 2419350"/>
                <a:gd name="connsiteY3869" fmla="*/ 685229 h 876300"/>
                <a:gd name="connsiteX3870" fmla="*/ 936307 w 2419350"/>
                <a:gd name="connsiteY3870" fmla="*/ 685038 h 876300"/>
                <a:gd name="connsiteX3871" fmla="*/ 938403 w 2419350"/>
                <a:gd name="connsiteY3871" fmla="*/ 685229 h 876300"/>
                <a:gd name="connsiteX3872" fmla="*/ 954691 w 2419350"/>
                <a:gd name="connsiteY3872" fmla="*/ 688943 h 876300"/>
                <a:gd name="connsiteX3873" fmla="*/ 955548 w 2419350"/>
                <a:gd name="connsiteY3873" fmla="*/ 688753 h 876300"/>
                <a:gd name="connsiteX3874" fmla="*/ 955738 w 2419350"/>
                <a:gd name="connsiteY3874" fmla="*/ 688086 h 876300"/>
                <a:gd name="connsiteX3875" fmla="*/ 955072 w 2419350"/>
                <a:gd name="connsiteY3875" fmla="*/ 687419 h 876300"/>
                <a:gd name="connsiteX3876" fmla="*/ 954119 w 2419350"/>
                <a:gd name="connsiteY3876" fmla="*/ 686753 h 876300"/>
                <a:gd name="connsiteX3877" fmla="*/ 953453 w 2419350"/>
                <a:gd name="connsiteY3877" fmla="*/ 686086 h 876300"/>
                <a:gd name="connsiteX3878" fmla="*/ 953833 w 2419350"/>
                <a:gd name="connsiteY3878" fmla="*/ 685705 h 876300"/>
                <a:gd name="connsiteX3879" fmla="*/ 953833 w 2419350"/>
                <a:gd name="connsiteY3879" fmla="*/ 684657 h 876300"/>
                <a:gd name="connsiteX3880" fmla="*/ 954119 w 2419350"/>
                <a:gd name="connsiteY3880" fmla="*/ 684086 h 876300"/>
                <a:gd name="connsiteX3881" fmla="*/ 954500 w 2419350"/>
                <a:gd name="connsiteY3881" fmla="*/ 683990 h 876300"/>
                <a:gd name="connsiteX3882" fmla="*/ 955738 w 2419350"/>
                <a:gd name="connsiteY3882" fmla="*/ 684562 h 876300"/>
                <a:gd name="connsiteX3883" fmla="*/ 956405 w 2419350"/>
                <a:gd name="connsiteY3883" fmla="*/ 684657 h 876300"/>
                <a:gd name="connsiteX3884" fmla="*/ 956405 w 2419350"/>
                <a:gd name="connsiteY3884" fmla="*/ 685038 h 876300"/>
                <a:gd name="connsiteX3885" fmla="*/ 955738 w 2419350"/>
                <a:gd name="connsiteY3885" fmla="*/ 685419 h 876300"/>
                <a:gd name="connsiteX3886" fmla="*/ 955738 w 2419350"/>
                <a:gd name="connsiteY3886" fmla="*/ 685705 h 876300"/>
                <a:gd name="connsiteX3887" fmla="*/ 956120 w 2419350"/>
                <a:gd name="connsiteY3887" fmla="*/ 685991 h 876300"/>
                <a:gd name="connsiteX3888" fmla="*/ 956405 w 2419350"/>
                <a:gd name="connsiteY3888" fmla="*/ 686372 h 876300"/>
                <a:gd name="connsiteX3889" fmla="*/ 956786 w 2419350"/>
                <a:gd name="connsiteY3889" fmla="*/ 688181 h 876300"/>
                <a:gd name="connsiteX3890" fmla="*/ 957929 w 2419350"/>
                <a:gd name="connsiteY3890" fmla="*/ 688372 h 876300"/>
                <a:gd name="connsiteX3891" fmla="*/ 960406 w 2419350"/>
                <a:gd name="connsiteY3891" fmla="*/ 687514 h 876300"/>
                <a:gd name="connsiteX3892" fmla="*/ 961263 w 2419350"/>
                <a:gd name="connsiteY3892" fmla="*/ 687610 h 876300"/>
                <a:gd name="connsiteX3893" fmla="*/ 962215 w 2419350"/>
                <a:gd name="connsiteY3893" fmla="*/ 687991 h 876300"/>
                <a:gd name="connsiteX3894" fmla="*/ 970312 w 2419350"/>
                <a:gd name="connsiteY3894" fmla="*/ 688467 h 876300"/>
                <a:gd name="connsiteX3895" fmla="*/ 972979 w 2419350"/>
                <a:gd name="connsiteY3895" fmla="*/ 688181 h 876300"/>
                <a:gd name="connsiteX3896" fmla="*/ 974217 w 2419350"/>
                <a:gd name="connsiteY3896" fmla="*/ 688658 h 876300"/>
                <a:gd name="connsiteX3897" fmla="*/ 974884 w 2419350"/>
                <a:gd name="connsiteY3897" fmla="*/ 689134 h 876300"/>
                <a:gd name="connsiteX3898" fmla="*/ 975265 w 2419350"/>
                <a:gd name="connsiteY3898" fmla="*/ 689515 h 876300"/>
                <a:gd name="connsiteX3899" fmla="*/ 976313 w 2419350"/>
                <a:gd name="connsiteY3899" fmla="*/ 689134 h 876300"/>
                <a:gd name="connsiteX3900" fmla="*/ 977074 w 2419350"/>
                <a:gd name="connsiteY3900" fmla="*/ 688753 h 876300"/>
                <a:gd name="connsiteX3901" fmla="*/ 977646 w 2419350"/>
                <a:gd name="connsiteY3901" fmla="*/ 687610 h 876300"/>
                <a:gd name="connsiteX3902" fmla="*/ 978027 w 2419350"/>
                <a:gd name="connsiteY3902" fmla="*/ 686657 h 876300"/>
                <a:gd name="connsiteX3903" fmla="*/ 978313 w 2419350"/>
                <a:gd name="connsiteY3903" fmla="*/ 685991 h 876300"/>
                <a:gd name="connsiteX3904" fmla="*/ 978694 w 2419350"/>
                <a:gd name="connsiteY3904" fmla="*/ 685229 h 876300"/>
                <a:gd name="connsiteX3905" fmla="*/ 978980 w 2419350"/>
                <a:gd name="connsiteY3905" fmla="*/ 684467 h 876300"/>
                <a:gd name="connsiteX3906" fmla="*/ 979551 w 2419350"/>
                <a:gd name="connsiteY3906" fmla="*/ 683705 h 876300"/>
                <a:gd name="connsiteX3907" fmla="*/ 980408 w 2419350"/>
                <a:gd name="connsiteY3907" fmla="*/ 683228 h 876300"/>
                <a:gd name="connsiteX3908" fmla="*/ 982218 w 2419350"/>
                <a:gd name="connsiteY3908" fmla="*/ 683324 h 876300"/>
                <a:gd name="connsiteX3909" fmla="*/ 983266 w 2419350"/>
                <a:gd name="connsiteY3909" fmla="*/ 682180 h 876300"/>
                <a:gd name="connsiteX3910" fmla="*/ 984409 w 2419350"/>
                <a:gd name="connsiteY3910" fmla="*/ 682276 h 876300"/>
                <a:gd name="connsiteX3911" fmla="*/ 985456 w 2419350"/>
                <a:gd name="connsiteY3911" fmla="*/ 682371 h 876300"/>
                <a:gd name="connsiteX3912" fmla="*/ 989171 w 2419350"/>
                <a:gd name="connsiteY3912" fmla="*/ 682943 h 876300"/>
                <a:gd name="connsiteX3913" fmla="*/ 992124 w 2419350"/>
                <a:gd name="connsiteY3913" fmla="*/ 683324 h 876300"/>
                <a:gd name="connsiteX3914" fmla="*/ 994220 w 2419350"/>
                <a:gd name="connsiteY3914" fmla="*/ 683133 h 876300"/>
                <a:gd name="connsiteX3915" fmla="*/ 995458 w 2419350"/>
                <a:gd name="connsiteY3915" fmla="*/ 682657 h 876300"/>
                <a:gd name="connsiteX3916" fmla="*/ 995458 w 2419350"/>
                <a:gd name="connsiteY3916" fmla="*/ 682085 h 876300"/>
                <a:gd name="connsiteX3917" fmla="*/ 994981 w 2419350"/>
                <a:gd name="connsiteY3917" fmla="*/ 681609 h 876300"/>
                <a:gd name="connsiteX3918" fmla="*/ 994124 w 2419350"/>
                <a:gd name="connsiteY3918" fmla="*/ 681419 h 876300"/>
                <a:gd name="connsiteX3919" fmla="*/ 995267 w 2419350"/>
                <a:gd name="connsiteY3919" fmla="*/ 679513 h 876300"/>
                <a:gd name="connsiteX3920" fmla="*/ 995743 w 2419350"/>
                <a:gd name="connsiteY3920" fmla="*/ 679228 h 876300"/>
                <a:gd name="connsiteX3921" fmla="*/ 932974 w 2419350"/>
                <a:gd name="connsiteY3921" fmla="*/ 615696 h 876300"/>
                <a:gd name="connsiteX3922" fmla="*/ 933640 w 2419350"/>
                <a:gd name="connsiteY3922" fmla="*/ 615029 h 876300"/>
                <a:gd name="connsiteX3923" fmla="*/ 934022 w 2419350"/>
                <a:gd name="connsiteY3923" fmla="*/ 614077 h 876300"/>
                <a:gd name="connsiteX3924" fmla="*/ 934117 w 2419350"/>
                <a:gd name="connsiteY3924" fmla="*/ 612838 h 876300"/>
                <a:gd name="connsiteX3925" fmla="*/ 933926 w 2419350"/>
                <a:gd name="connsiteY3925" fmla="*/ 611600 h 876300"/>
                <a:gd name="connsiteX3926" fmla="*/ 933450 w 2419350"/>
                <a:gd name="connsiteY3926" fmla="*/ 610743 h 876300"/>
                <a:gd name="connsiteX3927" fmla="*/ 932783 w 2419350"/>
                <a:gd name="connsiteY3927" fmla="*/ 610172 h 876300"/>
                <a:gd name="connsiteX3928" fmla="*/ 932021 w 2419350"/>
                <a:gd name="connsiteY3928" fmla="*/ 609600 h 876300"/>
                <a:gd name="connsiteX3929" fmla="*/ 931164 w 2419350"/>
                <a:gd name="connsiteY3929" fmla="*/ 609695 h 876300"/>
                <a:gd name="connsiteX3930" fmla="*/ 930402 w 2419350"/>
                <a:gd name="connsiteY3930" fmla="*/ 609981 h 876300"/>
                <a:gd name="connsiteX3931" fmla="*/ 929735 w 2419350"/>
                <a:gd name="connsiteY3931" fmla="*/ 610172 h 876300"/>
                <a:gd name="connsiteX3932" fmla="*/ 929164 w 2419350"/>
                <a:gd name="connsiteY3932" fmla="*/ 609886 h 876300"/>
                <a:gd name="connsiteX3933" fmla="*/ 927925 w 2419350"/>
                <a:gd name="connsiteY3933" fmla="*/ 611219 h 876300"/>
                <a:gd name="connsiteX3934" fmla="*/ 927735 w 2419350"/>
                <a:gd name="connsiteY3934" fmla="*/ 611505 h 876300"/>
                <a:gd name="connsiteX3935" fmla="*/ 926306 w 2419350"/>
                <a:gd name="connsiteY3935" fmla="*/ 612648 h 876300"/>
                <a:gd name="connsiteX3936" fmla="*/ 925925 w 2419350"/>
                <a:gd name="connsiteY3936" fmla="*/ 613124 h 876300"/>
                <a:gd name="connsiteX3937" fmla="*/ 926497 w 2419350"/>
                <a:gd name="connsiteY3937" fmla="*/ 614363 h 876300"/>
                <a:gd name="connsiteX3938" fmla="*/ 926592 w 2419350"/>
                <a:gd name="connsiteY3938" fmla="*/ 615315 h 876300"/>
                <a:gd name="connsiteX3939" fmla="*/ 926973 w 2419350"/>
                <a:gd name="connsiteY3939" fmla="*/ 615887 h 876300"/>
                <a:gd name="connsiteX3940" fmla="*/ 928402 w 2419350"/>
                <a:gd name="connsiteY3940" fmla="*/ 615982 h 876300"/>
                <a:gd name="connsiteX3941" fmla="*/ 929259 w 2419350"/>
                <a:gd name="connsiteY3941" fmla="*/ 615505 h 876300"/>
                <a:gd name="connsiteX3942" fmla="*/ 929735 w 2419350"/>
                <a:gd name="connsiteY3942" fmla="*/ 615410 h 876300"/>
                <a:gd name="connsiteX3943" fmla="*/ 929926 w 2419350"/>
                <a:gd name="connsiteY3943" fmla="*/ 615791 h 876300"/>
                <a:gd name="connsiteX3944" fmla="*/ 930212 w 2419350"/>
                <a:gd name="connsiteY3944" fmla="*/ 615982 h 876300"/>
                <a:gd name="connsiteX3945" fmla="*/ 931640 w 2419350"/>
                <a:gd name="connsiteY3945" fmla="*/ 616077 h 876300"/>
                <a:gd name="connsiteX3946" fmla="*/ 932116 w 2419350"/>
                <a:gd name="connsiteY3946" fmla="*/ 616077 h 876300"/>
                <a:gd name="connsiteX3947" fmla="*/ 932974 w 2419350"/>
                <a:gd name="connsiteY3947" fmla="*/ 615696 h 876300"/>
                <a:gd name="connsiteX3948" fmla="*/ 776668 w 2419350"/>
                <a:gd name="connsiteY3948" fmla="*/ 362521 h 876300"/>
                <a:gd name="connsiteX3949" fmla="*/ 776002 w 2419350"/>
                <a:gd name="connsiteY3949" fmla="*/ 361664 h 876300"/>
                <a:gd name="connsiteX3950" fmla="*/ 775145 w 2419350"/>
                <a:gd name="connsiteY3950" fmla="*/ 361093 h 876300"/>
                <a:gd name="connsiteX3951" fmla="*/ 774192 w 2419350"/>
                <a:gd name="connsiteY3951" fmla="*/ 360902 h 876300"/>
                <a:gd name="connsiteX3952" fmla="*/ 773716 w 2419350"/>
                <a:gd name="connsiteY3952" fmla="*/ 361188 h 876300"/>
                <a:gd name="connsiteX3953" fmla="*/ 773239 w 2419350"/>
                <a:gd name="connsiteY3953" fmla="*/ 361664 h 876300"/>
                <a:gd name="connsiteX3954" fmla="*/ 772668 w 2419350"/>
                <a:gd name="connsiteY3954" fmla="*/ 362045 h 876300"/>
                <a:gd name="connsiteX3955" fmla="*/ 771715 w 2419350"/>
                <a:gd name="connsiteY3955" fmla="*/ 362045 h 876300"/>
                <a:gd name="connsiteX3956" fmla="*/ 770858 w 2419350"/>
                <a:gd name="connsiteY3956" fmla="*/ 361664 h 876300"/>
                <a:gd name="connsiteX3957" fmla="*/ 769144 w 2419350"/>
                <a:gd name="connsiteY3957" fmla="*/ 360521 h 876300"/>
                <a:gd name="connsiteX3958" fmla="*/ 768191 w 2419350"/>
                <a:gd name="connsiteY3958" fmla="*/ 360331 h 876300"/>
                <a:gd name="connsiteX3959" fmla="*/ 767620 w 2419350"/>
                <a:gd name="connsiteY3959" fmla="*/ 360521 h 876300"/>
                <a:gd name="connsiteX3960" fmla="*/ 766477 w 2419350"/>
                <a:gd name="connsiteY3960" fmla="*/ 361283 h 876300"/>
                <a:gd name="connsiteX3961" fmla="*/ 765810 w 2419350"/>
                <a:gd name="connsiteY3961" fmla="*/ 361474 h 876300"/>
                <a:gd name="connsiteX3962" fmla="*/ 764762 w 2419350"/>
                <a:gd name="connsiteY3962" fmla="*/ 361379 h 876300"/>
                <a:gd name="connsiteX3963" fmla="*/ 762953 w 2419350"/>
                <a:gd name="connsiteY3963" fmla="*/ 360902 h 876300"/>
                <a:gd name="connsiteX3964" fmla="*/ 762095 w 2419350"/>
                <a:gd name="connsiteY3964" fmla="*/ 360807 h 876300"/>
                <a:gd name="connsiteX3965" fmla="*/ 761238 w 2419350"/>
                <a:gd name="connsiteY3965" fmla="*/ 361283 h 876300"/>
                <a:gd name="connsiteX3966" fmla="*/ 760857 w 2419350"/>
                <a:gd name="connsiteY3966" fmla="*/ 362236 h 876300"/>
                <a:gd name="connsiteX3967" fmla="*/ 760476 w 2419350"/>
                <a:gd name="connsiteY3967" fmla="*/ 370904 h 876300"/>
                <a:gd name="connsiteX3968" fmla="*/ 759238 w 2419350"/>
                <a:gd name="connsiteY3968" fmla="*/ 374142 h 876300"/>
                <a:gd name="connsiteX3969" fmla="*/ 759047 w 2419350"/>
                <a:gd name="connsiteY3969" fmla="*/ 375380 h 876300"/>
                <a:gd name="connsiteX3970" fmla="*/ 759523 w 2419350"/>
                <a:gd name="connsiteY3970" fmla="*/ 376047 h 876300"/>
                <a:gd name="connsiteX3971" fmla="*/ 760571 w 2419350"/>
                <a:gd name="connsiteY3971" fmla="*/ 376809 h 876300"/>
                <a:gd name="connsiteX3972" fmla="*/ 761619 w 2419350"/>
                <a:gd name="connsiteY3972" fmla="*/ 377476 h 876300"/>
                <a:gd name="connsiteX3973" fmla="*/ 762286 w 2419350"/>
                <a:gd name="connsiteY3973" fmla="*/ 377762 h 876300"/>
                <a:gd name="connsiteX3974" fmla="*/ 763524 w 2419350"/>
                <a:gd name="connsiteY3974" fmla="*/ 377380 h 876300"/>
                <a:gd name="connsiteX3975" fmla="*/ 765334 w 2419350"/>
                <a:gd name="connsiteY3975" fmla="*/ 375666 h 876300"/>
                <a:gd name="connsiteX3976" fmla="*/ 767143 w 2419350"/>
                <a:gd name="connsiteY3976" fmla="*/ 375095 h 876300"/>
                <a:gd name="connsiteX3977" fmla="*/ 768858 w 2419350"/>
                <a:gd name="connsiteY3977" fmla="*/ 374142 h 876300"/>
                <a:gd name="connsiteX3978" fmla="*/ 772763 w 2419350"/>
                <a:gd name="connsiteY3978" fmla="*/ 372523 h 876300"/>
                <a:gd name="connsiteX3979" fmla="*/ 773430 w 2419350"/>
                <a:gd name="connsiteY3979" fmla="*/ 372332 h 876300"/>
                <a:gd name="connsiteX3980" fmla="*/ 774001 w 2419350"/>
                <a:gd name="connsiteY3980" fmla="*/ 372046 h 876300"/>
                <a:gd name="connsiteX3981" fmla="*/ 776478 w 2419350"/>
                <a:gd name="connsiteY3981" fmla="*/ 370237 h 876300"/>
                <a:gd name="connsiteX3982" fmla="*/ 777621 w 2419350"/>
                <a:gd name="connsiteY3982" fmla="*/ 369856 h 876300"/>
                <a:gd name="connsiteX3983" fmla="*/ 778097 w 2419350"/>
                <a:gd name="connsiteY3983" fmla="*/ 369570 h 876300"/>
                <a:gd name="connsiteX3984" fmla="*/ 778288 w 2419350"/>
                <a:gd name="connsiteY3984" fmla="*/ 369094 h 876300"/>
                <a:gd name="connsiteX3985" fmla="*/ 778097 w 2419350"/>
                <a:gd name="connsiteY3985" fmla="*/ 368618 h 876300"/>
                <a:gd name="connsiteX3986" fmla="*/ 777716 w 2419350"/>
                <a:gd name="connsiteY3986" fmla="*/ 368237 h 876300"/>
                <a:gd name="connsiteX3987" fmla="*/ 777335 w 2419350"/>
                <a:gd name="connsiteY3987" fmla="*/ 367951 h 876300"/>
                <a:gd name="connsiteX3988" fmla="*/ 777145 w 2419350"/>
                <a:gd name="connsiteY3988" fmla="*/ 367665 h 876300"/>
                <a:gd name="connsiteX3989" fmla="*/ 777145 w 2419350"/>
                <a:gd name="connsiteY3989" fmla="*/ 363855 h 876300"/>
                <a:gd name="connsiteX3990" fmla="*/ 776668 w 2419350"/>
                <a:gd name="connsiteY3990" fmla="*/ 362521 h 876300"/>
                <a:gd name="connsiteX3991" fmla="*/ 1479137 w 2419350"/>
                <a:gd name="connsiteY3991" fmla="*/ 409004 h 876300"/>
                <a:gd name="connsiteX3992" fmla="*/ 1479804 w 2419350"/>
                <a:gd name="connsiteY3992" fmla="*/ 408622 h 876300"/>
                <a:gd name="connsiteX3993" fmla="*/ 1480090 w 2419350"/>
                <a:gd name="connsiteY3993" fmla="*/ 408051 h 876300"/>
                <a:gd name="connsiteX3994" fmla="*/ 1480280 w 2419350"/>
                <a:gd name="connsiteY3994" fmla="*/ 407289 h 876300"/>
                <a:gd name="connsiteX3995" fmla="*/ 1480852 w 2419350"/>
                <a:gd name="connsiteY3995" fmla="*/ 406622 h 876300"/>
                <a:gd name="connsiteX3996" fmla="*/ 1481518 w 2419350"/>
                <a:gd name="connsiteY3996" fmla="*/ 406051 h 876300"/>
                <a:gd name="connsiteX3997" fmla="*/ 1482185 w 2419350"/>
                <a:gd name="connsiteY3997" fmla="*/ 405670 h 876300"/>
                <a:gd name="connsiteX3998" fmla="*/ 1482757 w 2419350"/>
                <a:gd name="connsiteY3998" fmla="*/ 404813 h 876300"/>
                <a:gd name="connsiteX3999" fmla="*/ 1482662 w 2419350"/>
                <a:gd name="connsiteY3999" fmla="*/ 403479 h 876300"/>
                <a:gd name="connsiteX4000" fmla="*/ 1482185 w 2419350"/>
                <a:gd name="connsiteY4000" fmla="*/ 402241 h 876300"/>
                <a:gd name="connsiteX4001" fmla="*/ 1481614 w 2419350"/>
                <a:gd name="connsiteY4001" fmla="*/ 401669 h 876300"/>
                <a:gd name="connsiteX4002" fmla="*/ 1481518 w 2419350"/>
                <a:gd name="connsiteY4002" fmla="*/ 401479 h 876300"/>
                <a:gd name="connsiteX4003" fmla="*/ 1480756 w 2419350"/>
                <a:gd name="connsiteY4003" fmla="*/ 401098 h 876300"/>
                <a:gd name="connsiteX4004" fmla="*/ 1479899 w 2419350"/>
                <a:gd name="connsiteY4004" fmla="*/ 400907 h 876300"/>
                <a:gd name="connsiteX4005" fmla="*/ 1479518 w 2419350"/>
                <a:gd name="connsiteY4005" fmla="*/ 401288 h 876300"/>
                <a:gd name="connsiteX4006" fmla="*/ 1479423 w 2419350"/>
                <a:gd name="connsiteY4006" fmla="*/ 401955 h 876300"/>
                <a:gd name="connsiteX4007" fmla="*/ 1479232 w 2419350"/>
                <a:gd name="connsiteY4007" fmla="*/ 402527 h 876300"/>
                <a:gd name="connsiteX4008" fmla="*/ 1478375 w 2419350"/>
                <a:gd name="connsiteY4008" fmla="*/ 404527 h 876300"/>
                <a:gd name="connsiteX4009" fmla="*/ 1478185 w 2419350"/>
                <a:gd name="connsiteY4009" fmla="*/ 405670 h 876300"/>
                <a:gd name="connsiteX4010" fmla="*/ 1478089 w 2419350"/>
                <a:gd name="connsiteY4010" fmla="*/ 408337 h 876300"/>
                <a:gd name="connsiteX4011" fmla="*/ 1478375 w 2419350"/>
                <a:gd name="connsiteY4011" fmla="*/ 408813 h 876300"/>
                <a:gd name="connsiteX4012" fmla="*/ 1479137 w 2419350"/>
                <a:gd name="connsiteY4012" fmla="*/ 409004 h 876300"/>
                <a:gd name="connsiteX4013" fmla="*/ 2129123 w 2419350"/>
                <a:gd name="connsiteY4013" fmla="*/ 349377 h 876300"/>
                <a:gd name="connsiteX4014" fmla="*/ 2131028 w 2419350"/>
                <a:gd name="connsiteY4014" fmla="*/ 350996 h 876300"/>
                <a:gd name="connsiteX4015" fmla="*/ 2132743 w 2419350"/>
                <a:gd name="connsiteY4015" fmla="*/ 351663 h 876300"/>
                <a:gd name="connsiteX4016" fmla="*/ 2132076 w 2419350"/>
                <a:gd name="connsiteY4016" fmla="*/ 350330 h 876300"/>
                <a:gd name="connsiteX4017" fmla="*/ 2132076 w 2419350"/>
                <a:gd name="connsiteY4017" fmla="*/ 349758 h 876300"/>
                <a:gd name="connsiteX4018" fmla="*/ 2132362 w 2419350"/>
                <a:gd name="connsiteY4018" fmla="*/ 349187 h 876300"/>
                <a:gd name="connsiteX4019" fmla="*/ 2140553 w 2419350"/>
                <a:gd name="connsiteY4019" fmla="*/ 355663 h 876300"/>
                <a:gd name="connsiteX4020" fmla="*/ 2141601 w 2419350"/>
                <a:gd name="connsiteY4020" fmla="*/ 355949 h 876300"/>
                <a:gd name="connsiteX4021" fmla="*/ 2142839 w 2419350"/>
                <a:gd name="connsiteY4021" fmla="*/ 354902 h 876300"/>
                <a:gd name="connsiteX4022" fmla="*/ 2143697 w 2419350"/>
                <a:gd name="connsiteY4022" fmla="*/ 353759 h 876300"/>
                <a:gd name="connsiteX4023" fmla="*/ 2144744 w 2419350"/>
                <a:gd name="connsiteY4023" fmla="*/ 352711 h 876300"/>
                <a:gd name="connsiteX4024" fmla="*/ 2145887 w 2419350"/>
                <a:gd name="connsiteY4024" fmla="*/ 352425 h 876300"/>
                <a:gd name="connsiteX4025" fmla="*/ 2147221 w 2419350"/>
                <a:gd name="connsiteY4025" fmla="*/ 353378 h 876300"/>
                <a:gd name="connsiteX4026" fmla="*/ 2148078 w 2419350"/>
                <a:gd name="connsiteY4026" fmla="*/ 355092 h 876300"/>
                <a:gd name="connsiteX4027" fmla="*/ 2149031 w 2419350"/>
                <a:gd name="connsiteY4027" fmla="*/ 360236 h 876300"/>
                <a:gd name="connsiteX4028" fmla="*/ 2149697 w 2419350"/>
                <a:gd name="connsiteY4028" fmla="*/ 361950 h 876300"/>
                <a:gd name="connsiteX4029" fmla="*/ 2149792 w 2419350"/>
                <a:gd name="connsiteY4029" fmla="*/ 362521 h 876300"/>
                <a:gd name="connsiteX4030" fmla="*/ 2149983 w 2419350"/>
                <a:gd name="connsiteY4030" fmla="*/ 362807 h 876300"/>
                <a:gd name="connsiteX4031" fmla="*/ 2150745 w 2419350"/>
                <a:gd name="connsiteY4031" fmla="*/ 363855 h 876300"/>
                <a:gd name="connsiteX4032" fmla="*/ 2150936 w 2419350"/>
                <a:gd name="connsiteY4032" fmla="*/ 364331 h 876300"/>
                <a:gd name="connsiteX4033" fmla="*/ 2150650 w 2419350"/>
                <a:gd name="connsiteY4033" fmla="*/ 367379 h 876300"/>
                <a:gd name="connsiteX4034" fmla="*/ 2150936 w 2419350"/>
                <a:gd name="connsiteY4034" fmla="*/ 368427 h 876300"/>
                <a:gd name="connsiteX4035" fmla="*/ 2151602 w 2419350"/>
                <a:gd name="connsiteY4035" fmla="*/ 369475 h 876300"/>
                <a:gd name="connsiteX4036" fmla="*/ 2152555 w 2419350"/>
                <a:gd name="connsiteY4036" fmla="*/ 370522 h 876300"/>
                <a:gd name="connsiteX4037" fmla="*/ 2153698 w 2419350"/>
                <a:gd name="connsiteY4037" fmla="*/ 371285 h 876300"/>
                <a:gd name="connsiteX4038" fmla="*/ 2154841 w 2419350"/>
                <a:gd name="connsiteY4038" fmla="*/ 371666 h 876300"/>
                <a:gd name="connsiteX4039" fmla="*/ 2156079 w 2419350"/>
                <a:gd name="connsiteY4039" fmla="*/ 371475 h 876300"/>
                <a:gd name="connsiteX4040" fmla="*/ 2158079 w 2419350"/>
                <a:gd name="connsiteY4040" fmla="*/ 370713 h 876300"/>
                <a:gd name="connsiteX4041" fmla="*/ 2159317 w 2419350"/>
                <a:gd name="connsiteY4041" fmla="*/ 370522 h 876300"/>
                <a:gd name="connsiteX4042" fmla="*/ 2161699 w 2419350"/>
                <a:gd name="connsiteY4042" fmla="*/ 370904 h 876300"/>
                <a:gd name="connsiteX4043" fmla="*/ 2165033 w 2419350"/>
                <a:gd name="connsiteY4043" fmla="*/ 372999 h 876300"/>
                <a:gd name="connsiteX4044" fmla="*/ 2167318 w 2419350"/>
                <a:gd name="connsiteY4044" fmla="*/ 373380 h 876300"/>
                <a:gd name="connsiteX4045" fmla="*/ 2168271 w 2419350"/>
                <a:gd name="connsiteY4045" fmla="*/ 373285 h 876300"/>
                <a:gd name="connsiteX4046" fmla="*/ 2169414 w 2419350"/>
                <a:gd name="connsiteY4046" fmla="*/ 372999 h 876300"/>
                <a:gd name="connsiteX4047" fmla="*/ 2170462 w 2419350"/>
                <a:gd name="connsiteY4047" fmla="*/ 372618 h 876300"/>
                <a:gd name="connsiteX4048" fmla="*/ 2171224 w 2419350"/>
                <a:gd name="connsiteY4048" fmla="*/ 372142 h 876300"/>
                <a:gd name="connsiteX4049" fmla="*/ 2172081 w 2419350"/>
                <a:gd name="connsiteY4049" fmla="*/ 371761 h 876300"/>
                <a:gd name="connsiteX4050" fmla="*/ 2175415 w 2419350"/>
                <a:gd name="connsiteY4050" fmla="*/ 371285 h 876300"/>
                <a:gd name="connsiteX4051" fmla="*/ 2177891 w 2419350"/>
                <a:gd name="connsiteY4051" fmla="*/ 369380 h 876300"/>
                <a:gd name="connsiteX4052" fmla="*/ 2178463 w 2419350"/>
                <a:gd name="connsiteY4052" fmla="*/ 369094 h 876300"/>
                <a:gd name="connsiteX4053" fmla="*/ 2179320 w 2419350"/>
                <a:gd name="connsiteY4053" fmla="*/ 368808 h 876300"/>
                <a:gd name="connsiteX4054" fmla="*/ 2179987 w 2419350"/>
                <a:gd name="connsiteY4054" fmla="*/ 368141 h 876300"/>
                <a:gd name="connsiteX4055" fmla="*/ 2180177 w 2419350"/>
                <a:gd name="connsiteY4055" fmla="*/ 367284 h 876300"/>
                <a:gd name="connsiteX4056" fmla="*/ 2179701 w 2419350"/>
                <a:gd name="connsiteY4056" fmla="*/ 366522 h 876300"/>
                <a:gd name="connsiteX4057" fmla="*/ 2176558 w 2419350"/>
                <a:gd name="connsiteY4057" fmla="*/ 366141 h 876300"/>
                <a:gd name="connsiteX4058" fmla="*/ 2176082 w 2419350"/>
                <a:gd name="connsiteY4058" fmla="*/ 365665 h 876300"/>
                <a:gd name="connsiteX4059" fmla="*/ 2175510 w 2419350"/>
                <a:gd name="connsiteY4059" fmla="*/ 364522 h 876300"/>
                <a:gd name="connsiteX4060" fmla="*/ 2174272 w 2419350"/>
                <a:gd name="connsiteY4060" fmla="*/ 364141 h 876300"/>
                <a:gd name="connsiteX4061" fmla="*/ 2172843 w 2419350"/>
                <a:gd name="connsiteY4061" fmla="*/ 364236 h 876300"/>
                <a:gd name="connsiteX4062" fmla="*/ 2171700 w 2419350"/>
                <a:gd name="connsiteY4062" fmla="*/ 364427 h 876300"/>
                <a:gd name="connsiteX4063" fmla="*/ 2171509 w 2419350"/>
                <a:gd name="connsiteY4063" fmla="*/ 364617 h 876300"/>
                <a:gd name="connsiteX4064" fmla="*/ 2170843 w 2419350"/>
                <a:gd name="connsiteY4064" fmla="*/ 364998 h 876300"/>
                <a:gd name="connsiteX4065" fmla="*/ 2170176 w 2419350"/>
                <a:gd name="connsiteY4065" fmla="*/ 365093 h 876300"/>
                <a:gd name="connsiteX4066" fmla="*/ 2169700 w 2419350"/>
                <a:gd name="connsiteY4066" fmla="*/ 364236 h 876300"/>
                <a:gd name="connsiteX4067" fmla="*/ 2168938 w 2419350"/>
                <a:gd name="connsiteY4067" fmla="*/ 363284 h 876300"/>
                <a:gd name="connsiteX4068" fmla="*/ 2168462 w 2419350"/>
                <a:gd name="connsiteY4068" fmla="*/ 361950 h 876300"/>
                <a:gd name="connsiteX4069" fmla="*/ 2167699 w 2419350"/>
                <a:gd name="connsiteY4069" fmla="*/ 361188 h 876300"/>
                <a:gd name="connsiteX4070" fmla="*/ 2166747 w 2419350"/>
                <a:gd name="connsiteY4070" fmla="*/ 360521 h 876300"/>
                <a:gd name="connsiteX4071" fmla="*/ 2165985 w 2419350"/>
                <a:gd name="connsiteY4071" fmla="*/ 359759 h 876300"/>
                <a:gd name="connsiteX4072" fmla="*/ 2165795 w 2419350"/>
                <a:gd name="connsiteY4072" fmla="*/ 359283 h 876300"/>
                <a:gd name="connsiteX4073" fmla="*/ 2165604 w 2419350"/>
                <a:gd name="connsiteY4073" fmla="*/ 358521 h 876300"/>
                <a:gd name="connsiteX4074" fmla="*/ 2165414 w 2419350"/>
                <a:gd name="connsiteY4074" fmla="*/ 357854 h 876300"/>
                <a:gd name="connsiteX4075" fmla="*/ 2164747 w 2419350"/>
                <a:gd name="connsiteY4075" fmla="*/ 357378 h 876300"/>
                <a:gd name="connsiteX4076" fmla="*/ 2164366 w 2419350"/>
                <a:gd name="connsiteY4076" fmla="*/ 356902 h 876300"/>
                <a:gd name="connsiteX4077" fmla="*/ 2163985 w 2419350"/>
                <a:gd name="connsiteY4077" fmla="*/ 356330 h 876300"/>
                <a:gd name="connsiteX4078" fmla="*/ 2163318 w 2419350"/>
                <a:gd name="connsiteY4078" fmla="*/ 354806 h 876300"/>
                <a:gd name="connsiteX4079" fmla="*/ 2162270 w 2419350"/>
                <a:gd name="connsiteY4079" fmla="*/ 353854 h 876300"/>
                <a:gd name="connsiteX4080" fmla="*/ 2158079 w 2419350"/>
                <a:gd name="connsiteY4080" fmla="*/ 350901 h 876300"/>
                <a:gd name="connsiteX4081" fmla="*/ 2154269 w 2419350"/>
                <a:gd name="connsiteY4081" fmla="*/ 346996 h 876300"/>
                <a:gd name="connsiteX4082" fmla="*/ 2153031 w 2419350"/>
                <a:gd name="connsiteY4082" fmla="*/ 346043 h 876300"/>
                <a:gd name="connsiteX4083" fmla="*/ 2151888 w 2419350"/>
                <a:gd name="connsiteY4083" fmla="*/ 345662 h 876300"/>
                <a:gd name="connsiteX4084" fmla="*/ 2150936 w 2419350"/>
                <a:gd name="connsiteY4084" fmla="*/ 345948 h 876300"/>
                <a:gd name="connsiteX4085" fmla="*/ 2149888 w 2419350"/>
                <a:gd name="connsiteY4085" fmla="*/ 346615 h 876300"/>
                <a:gd name="connsiteX4086" fmla="*/ 2149031 w 2419350"/>
                <a:gd name="connsiteY4086" fmla="*/ 347377 h 876300"/>
                <a:gd name="connsiteX4087" fmla="*/ 2148649 w 2419350"/>
                <a:gd name="connsiteY4087" fmla="*/ 347948 h 876300"/>
                <a:gd name="connsiteX4088" fmla="*/ 2148173 w 2419350"/>
                <a:gd name="connsiteY4088" fmla="*/ 348425 h 876300"/>
                <a:gd name="connsiteX4089" fmla="*/ 2147125 w 2419350"/>
                <a:gd name="connsiteY4089" fmla="*/ 347948 h 876300"/>
                <a:gd name="connsiteX4090" fmla="*/ 2145411 w 2419350"/>
                <a:gd name="connsiteY4090" fmla="*/ 346710 h 876300"/>
                <a:gd name="connsiteX4091" fmla="*/ 2144935 w 2419350"/>
                <a:gd name="connsiteY4091" fmla="*/ 346901 h 876300"/>
                <a:gd name="connsiteX4092" fmla="*/ 2144363 w 2419350"/>
                <a:gd name="connsiteY4092" fmla="*/ 347281 h 876300"/>
                <a:gd name="connsiteX4093" fmla="*/ 2143887 w 2419350"/>
                <a:gd name="connsiteY4093" fmla="*/ 347472 h 876300"/>
                <a:gd name="connsiteX4094" fmla="*/ 2143697 w 2419350"/>
                <a:gd name="connsiteY4094" fmla="*/ 346996 h 876300"/>
                <a:gd name="connsiteX4095" fmla="*/ 2143601 w 2419350"/>
                <a:gd name="connsiteY4095" fmla="*/ 346424 h 876300"/>
                <a:gd name="connsiteX4096" fmla="*/ 2143125 w 2419350"/>
                <a:gd name="connsiteY4096" fmla="*/ 345472 h 876300"/>
                <a:gd name="connsiteX4097" fmla="*/ 2143030 w 2419350"/>
                <a:gd name="connsiteY4097" fmla="*/ 345186 h 876300"/>
                <a:gd name="connsiteX4098" fmla="*/ 2142458 w 2419350"/>
                <a:gd name="connsiteY4098" fmla="*/ 344996 h 876300"/>
                <a:gd name="connsiteX4099" fmla="*/ 2139029 w 2419350"/>
                <a:gd name="connsiteY4099" fmla="*/ 345662 h 876300"/>
                <a:gd name="connsiteX4100" fmla="*/ 2138553 w 2419350"/>
                <a:gd name="connsiteY4100" fmla="*/ 344614 h 876300"/>
                <a:gd name="connsiteX4101" fmla="*/ 2138077 w 2419350"/>
                <a:gd name="connsiteY4101" fmla="*/ 344138 h 876300"/>
                <a:gd name="connsiteX4102" fmla="*/ 2137029 w 2419350"/>
                <a:gd name="connsiteY4102" fmla="*/ 344614 h 876300"/>
                <a:gd name="connsiteX4103" fmla="*/ 2136458 w 2419350"/>
                <a:gd name="connsiteY4103" fmla="*/ 344614 h 876300"/>
                <a:gd name="connsiteX4104" fmla="*/ 2133695 w 2419350"/>
                <a:gd name="connsiteY4104" fmla="*/ 344329 h 876300"/>
                <a:gd name="connsiteX4105" fmla="*/ 2132076 w 2419350"/>
                <a:gd name="connsiteY4105" fmla="*/ 343948 h 876300"/>
                <a:gd name="connsiteX4106" fmla="*/ 2131790 w 2419350"/>
                <a:gd name="connsiteY4106" fmla="*/ 343757 h 876300"/>
                <a:gd name="connsiteX4107" fmla="*/ 2131219 w 2419350"/>
                <a:gd name="connsiteY4107" fmla="*/ 343376 h 876300"/>
                <a:gd name="connsiteX4108" fmla="*/ 2130933 w 2419350"/>
                <a:gd name="connsiteY4108" fmla="*/ 343281 h 876300"/>
                <a:gd name="connsiteX4109" fmla="*/ 2130647 w 2419350"/>
                <a:gd name="connsiteY4109" fmla="*/ 343281 h 876300"/>
                <a:gd name="connsiteX4110" fmla="*/ 2130076 w 2419350"/>
                <a:gd name="connsiteY4110" fmla="*/ 343471 h 876300"/>
                <a:gd name="connsiteX4111" fmla="*/ 2129790 w 2419350"/>
                <a:gd name="connsiteY4111" fmla="*/ 343471 h 876300"/>
                <a:gd name="connsiteX4112" fmla="*/ 2129314 w 2419350"/>
                <a:gd name="connsiteY4112" fmla="*/ 343186 h 876300"/>
                <a:gd name="connsiteX4113" fmla="*/ 2128457 w 2419350"/>
                <a:gd name="connsiteY4113" fmla="*/ 342233 h 876300"/>
                <a:gd name="connsiteX4114" fmla="*/ 2127980 w 2419350"/>
                <a:gd name="connsiteY4114" fmla="*/ 342043 h 876300"/>
                <a:gd name="connsiteX4115" fmla="*/ 2126933 w 2419350"/>
                <a:gd name="connsiteY4115" fmla="*/ 342424 h 876300"/>
                <a:gd name="connsiteX4116" fmla="*/ 2126933 w 2419350"/>
                <a:gd name="connsiteY4116" fmla="*/ 343376 h 876300"/>
                <a:gd name="connsiteX4117" fmla="*/ 2128171 w 2419350"/>
                <a:gd name="connsiteY4117" fmla="*/ 346996 h 876300"/>
                <a:gd name="connsiteX4118" fmla="*/ 2129123 w 2419350"/>
                <a:gd name="connsiteY4118" fmla="*/ 349377 h 876300"/>
                <a:gd name="connsiteX4119" fmla="*/ 1750314 w 2419350"/>
                <a:gd name="connsiteY4119" fmla="*/ 191834 h 876300"/>
                <a:gd name="connsiteX4120" fmla="*/ 1750790 w 2419350"/>
                <a:gd name="connsiteY4120" fmla="*/ 193072 h 876300"/>
                <a:gd name="connsiteX4121" fmla="*/ 1751171 w 2419350"/>
                <a:gd name="connsiteY4121" fmla="*/ 195548 h 876300"/>
                <a:gd name="connsiteX4122" fmla="*/ 1750981 w 2419350"/>
                <a:gd name="connsiteY4122" fmla="*/ 199168 h 876300"/>
                <a:gd name="connsiteX4123" fmla="*/ 1751266 w 2419350"/>
                <a:gd name="connsiteY4123" fmla="*/ 200025 h 876300"/>
                <a:gd name="connsiteX4124" fmla="*/ 1752886 w 2419350"/>
                <a:gd name="connsiteY4124" fmla="*/ 201644 h 876300"/>
                <a:gd name="connsiteX4125" fmla="*/ 1753172 w 2419350"/>
                <a:gd name="connsiteY4125" fmla="*/ 202597 h 876300"/>
                <a:gd name="connsiteX4126" fmla="*/ 1752505 w 2419350"/>
                <a:gd name="connsiteY4126" fmla="*/ 203740 h 876300"/>
                <a:gd name="connsiteX4127" fmla="*/ 1752124 w 2419350"/>
                <a:gd name="connsiteY4127" fmla="*/ 204883 h 876300"/>
                <a:gd name="connsiteX4128" fmla="*/ 1753172 w 2419350"/>
                <a:gd name="connsiteY4128" fmla="*/ 204597 h 876300"/>
                <a:gd name="connsiteX4129" fmla="*/ 1754600 w 2419350"/>
                <a:gd name="connsiteY4129" fmla="*/ 203645 h 876300"/>
                <a:gd name="connsiteX4130" fmla="*/ 1755362 w 2419350"/>
                <a:gd name="connsiteY4130" fmla="*/ 202883 h 876300"/>
                <a:gd name="connsiteX4131" fmla="*/ 1756124 w 2419350"/>
                <a:gd name="connsiteY4131" fmla="*/ 202597 h 876300"/>
                <a:gd name="connsiteX4132" fmla="*/ 1763744 w 2419350"/>
                <a:gd name="connsiteY4132" fmla="*/ 201835 h 876300"/>
                <a:gd name="connsiteX4133" fmla="*/ 1764792 w 2419350"/>
                <a:gd name="connsiteY4133" fmla="*/ 201454 h 876300"/>
                <a:gd name="connsiteX4134" fmla="*/ 1767840 w 2419350"/>
                <a:gd name="connsiteY4134" fmla="*/ 198977 h 876300"/>
                <a:gd name="connsiteX4135" fmla="*/ 1768221 w 2419350"/>
                <a:gd name="connsiteY4135" fmla="*/ 198406 h 876300"/>
                <a:gd name="connsiteX4136" fmla="*/ 1768888 w 2419350"/>
                <a:gd name="connsiteY4136" fmla="*/ 196596 h 876300"/>
                <a:gd name="connsiteX4137" fmla="*/ 1771840 w 2419350"/>
                <a:gd name="connsiteY4137" fmla="*/ 190976 h 876300"/>
                <a:gd name="connsiteX4138" fmla="*/ 1772031 w 2419350"/>
                <a:gd name="connsiteY4138" fmla="*/ 187547 h 876300"/>
                <a:gd name="connsiteX4139" fmla="*/ 1772793 w 2419350"/>
                <a:gd name="connsiteY4139" fmla="*/ 185642 h 876300"/>
                <a:gd name="connsiteX4140" fmla="*/ 1773936 w 2419350"/>
                <a:gd name="connsiteY4140" fmla="*/ 183737 h 876300"/>
                <a:gd name="connsiteX4141" fmla="*/ 1774603 w 2419350"/>
                <a:gd name="connsiteY4141" fmla="*/ 181642 h 876300"/>
                <a:gd name="connsiteX4142" fmla="*/ 1774222 w 2419350"/>
                <a:gd name="connsiteY4142" fmla="*/ 179261 h 876300"/>
                <a:gd name="connsiteX4143" fmla="*/ 1771840 w 2419350"/>
                <a:gd name="connsiteY4143" fmla="*/ 176403 h 876300"/>
                <a:gd name="connsiteX4144" fmla="*/ 1771269 w 2419350"/>
                <a:gd name="connsiteY4144" fmla="*/ 176022 h 876300"/>
                <a:gd name="connsiteX4145" fmla="*/ 1770698 w 2419350"/>
                <a:gd name="connsiteY4145" fmla="*/ 175165 h 876300"/>
                <a:gd name="connsiteX4146" fmla="*/ 1769459 w 2419350"/>
                <a:gd name="connsiteY4146" fmla="*/ 172688 h 876300"/>
                <a:gd name="connsiteX4147" fmla="*/ 1768792 w 2419350"/>
                <a:gd name="connsiteY4147" fmla="*/ 171831 h 876300"/>
                <a:gd name="connsiteX4148" fmla="*/ 1767935 w 2419350"/>
                <a:gd name="connsiteY4148" fmla="*/ 171355 h 876300"/>
                <a:gd name="connsiteX4149" fmla="*/ 1766888 w 2419350"/>
                <a:gd name="connsiteY4149" fmla="*/ 171831 h 876300"/>
                <a:gd name="connsiteX4150" fmla="*/ 1766125 w 2419350"/>
                <a:gd name="connsiteY4150" fmla="*/ 173069 h 876300"/>
                <a:gd name="connsiteX4151" fmla="*/ 1765840 w 2419350"/>
                <a:gd name="connsiteY4151" fmla="*/ 174022 h 876300"/>
                <a:gd name="connsiteX4152" fmla="*/ 1765268 w 2419350"/>
                <a:gd name="connsiteY4152" fmla="*/ 174498 h 876300"/>
                <a:gd name="connsiteX4153" fmla="*/ 1763839 w 2419350"/>
                <a:gd name="connsiteY4153" fmla="*/ 174212 h 876300"/>
                <a:gd name="connsiteX4154" fmla="*/ 1763078 w 2419350"/>
                <a:gd name="connsiteY4154" fmla="*/ 173641 h 876300"/>
                <a:gd name="connsiteX4155" fmla="*/ 1762601 w 2419350"/>
                <a:gd name="connsiteY4155" fmla="*/ 173450 h 876300"/>
                <a:gd name="connsiteX4156" fmla="*/ 1762125 w 2419350"/>
                <a:gd name="connsiteY4156" fmla="*/ 173641 h 876300"/>
                <a:gd name="connsiteX4157" fmla="*/ 1761077 w 2419350"/>
                <a:gd name="connsiteY4157" fmla="*/ 174403 h 876300"/>
                <a:gd name="connsiteX4158" fmla="*/ 1760696 w 2419350"/>
                <a:gd name="connsiteY4158" fmla="*/ 174784 h 876300"/>
                <a:gd name="connsiteX4159" fmla="*/ 1760125 w 2419350"/>
                <a:gd name="connsiteY4159" fmla="*/ 176594 h 876300"/>
                <a:gd name="connsiteX4160" fmla="*/ 1759172 w 2419350"/>
                <a:gd name="connsiteY4160" fmla="*/ 177355 h 876300"/>
                <a:gd name="connsiteX4161" fmla="*/ 1756886 w 2419350"/>
                <a:gd name="connsiteY4161" fmla="*/ 178403 h 876300"/>
                <a:gd name="connsiteX4162" fmla="*/ 1754886 w 2419350"/>
                <a:gd name="connsiteY4162" fmla="*/ 180404 h 876300"/>
                <a:gd name="connsiteX4163" fmla="*/ 1752505 w 2419350"/>
                <a:gd name="connsiteY4163" fmla="*/ 185071 h 876300"/>
                <a:gd name="connsiteX4164" fmla="*/ 1751076 w 2419350"/>
                <a:gd name="connsiteY4164" fmla="*/ 187262 h 876300"/>
                <a:gd name="connsiteX4165" fmla="*/ 1748885 w 2419350"/>
                <a:gd name="connsiteY4165" fmla="*/ 189357 h 876300"/>
                <a:gd name="connsiteX4166" fmla="*/ 1748314 w 2419350"/>
                <a:gd name="connsiteY4166" fmla="*/ 190405 h 876300"/>
                <a:gd name="connsiteX4167" fmla="*/ 1749362 w 2419350"/>
                <a:gd name="connsiteY4167" fmla="*/ 190881 h 876300"/>
                <a:gd name="connsiteX4168" fmla="*/ 1750314 w 2419350"/>
                <a:gd name="connsiteY4168" fmla="*/ 191834 h 876300"/>
                <a:gd name="connsiteX4169" fmla="*/ 1745456 w 2419350"/>
                <a:gd name="connsiteY4169" fmla="*/ 189262 h 876300"/>
                <a:gd name="connsiteX4170" fmla="*/ 1746123 w 2419350"/>
                <a:gd name="connsiteY4170" fmla="*/ 189833 h 876300"/>
                <a:gd name="connsiteX4171" fmla="*/ 1746885 w 2419350"/>
                <a:gd name="connsiteY4171" fmla="*/ 189262 h 876300"/>
                <a:gd name="connsiteX4172" fmla="*/ 1748028 w 2419350"/>
                <a:gd name="connsiteY4172" fmla="*/ 186309 h 876300"/>
                <a:gd name="connsiteX4173" fmla="*/ 1748123 w 2419350"/>
                <a:gd name="connsiteY4173" fmla="*/ 185642 h 876300"/>
                <a:gd name="connsiteX4174" fmla="*/ 1747075 w 2419350"/>
                <a:gd name="connsiteY4174" fmla="*/ 183928 h 876300"/>
                <a:gd name="connsiteX4175" fmla="*/ 1746409 w 2419350"/>
                <a:gd name="connsiteY4175" fmla="*/ 183737 h 876300"/>
                <a:gd name="connsiteX4176" fmla="*/ 1746123 w 2419350"/>
                <a:gd name="connsiteY4176" fmla="*/ 183928 h 876300"/>
                <a:gd name="connsiteX4177" fmla="*/ 1745932 w 2419350"/>
                <a:gd name="connsiteY4177" fmla="*/ 184404 h 876300"/>
                <a:gd name="connsiteX4178" fmla="*/ 1745551 w 2419350"/>
                <a:gd name="connsiteY4178" fmla="*/ 185071 h 876300"/>
                <a:gd name="connsiteX4179" fmla="*/ 1745171 w 2419350"/>
                <a:gd name="connsiteY4179" fmla="*/ 185547 h 876300"/>
                <a:gd name="connsiteX4180" fmla="*/ 1744885 w 2419350"/>
                <a:gd name="connsiteY4180" fmla="*/ 186119 h 876300"/>
                <a:gd name="connsiteX4181" fmla="*/ 1744694 w 2419350"/>
                <a:gd name="connsiteY4181" fmla="*/ 186690 h 876300"/>
                <a:gd name="connsiteX4182" fmla="*/ 1744694 w 2419350"/>
                <a:gd name="connsiteY4182" fmla="*/ 187262 h 876300"/>
                <a:gd name="connsiteX4183" fmla="*/ 1744980 w 2419350"/>
                <a:gd name="connsiteY4183" fmla="*/ 188309 h 876300"/>
                <a:gd name="connsiteX4184" fmla="*/ 1745456 w 2419350"/>
                <a:gd name="connsiteY4184" fmla="*/ 189262 h 876300"/>
                <a:gd name="connsiteX4185" fmla="*/ 1726501 w 2419350"/>
                <a:gd name="connsiteY4185" fmla="*/ 193834 h 876300"/>
                <a:gd name="connsiteX4186" fmla="*/ 1727740 w 2419350"/>
                <a:gd name="connsiteY4186" fmla="*/ 193643 h 876300"/>
                <a:gd name="connsiteX4187" fmla="*/ 1728311 w 2419350"/>
                <a:gd name="connsiteY4187" fmla="*/ 192500 h 876300"/>
                <a:gd name="connsiteX4188" fmla="*/ 1728216 w 2419350"/>
                <a:gd name="connsiteY4188" fmla="*/ 191357 h 876300"/>
                <a:gd name="connsiteX4189" fmla="*/ 1727930 w 2419350"/>
                <a:gd name="connsiteY4189" fmla="*/ 190881 h 876300"/>
                <a:gd name="connsiteX4190" fmla="*/ 1727454 w 2419350"/>
                <a:gd name="connsiteY4190" fmla="*/ 190786 h 876300"/>
                <a:gd name="connsiteX4191" fmla="*/ 1726597 w 2419350"/>
                <a:gd name="connsiteY4191" fmla="*/ 190786 h 876300"/>
                <a:gd name="connsiteX4192" fmla="*/ 1725263 w 2419350"/>
                <a:gd name="connsiteY4192" fmla="*/ 190500 h 876300"/>
                <a:gd name="connsiteX4193" fmla="*/ 1724787 w 2419350"/>
                <a:gd name="connsiteY4193" fmla="*/ 190691 h 876300"/>
                <a:gd name="connsiteX4194" fmla="*/ 1724597 w 2419350"/>
                <a:gd name="connsiteY4194" fmla="*/ 191643 h 876300"/>
                <a:gd name="connsiteX4195" fmla="*/ 1725073 w 2419350"/>
                <a:gd name="connsiteY4195" fmla="*/ 192977 h 876300"/>
                <a:gd name="connsiteX4196" fmla="*/ 1726501 w 2419350"/>
                <a:gd name="connsiteY4196" fmla="*/ 193834 h 876300"/>
                <a:gd name="connsiteX4197" fmla="*/ 1806512 w 2419350"/>
                <a:gd name="connsiteY4197" fmla="*/ 307658 h 876300"/>
                <a:gd name="connsiteX4198" fmla="*/ 1807083 w 2419350"/>
                <a:gd name="connsiteY4198" fmla="*/ 308134 h 876300"/>
                <a:gd name="connsiteX4199" fmla="*/ 1808321 w 2419350"/>
                <a:gd name="connsiteY4199" fmla="*/ 308801 h 876300"/>
                <a:gd name="connsiteX4200" fmla="*/ 1808607 w 2419350"/>
                <a:gd name="connsiteY4200" fmla="*/ 309086 h 876300"/>
                <a:gd name="connsiteX4201" fmla="*/ 1809845 w 2419350"/>
                <a:gd name="connsiteY4201" fmla="*/ 311087 h 876300"/>
                <a:gd name="connsiteX4202" fmla="*/ 1810322 w 2419350"/>
                <a:gd name="connsiteY4202" fmla="*/ 311372 h 876300"/>
                <a:gd name="connsiteX4203" fmla="*/ 1810322 w 2419350"/>
                <a:gd name="connsiteY4203" fmla="*/ 312134 h 876300"/>
                <a:gd name="connsiteX4204" fmla="*/ 1810226 w 2419350"/>
                <a:gd name="connsiteY4204" fmla="*/ 312992 h 876300"/>
                <a:gd name="connsiteX4205" fmla="*/ 1810322 w 2419350"/>
                <a:gd name="connsiteY4205" fmla="*/ 313658 h 876300"/>
                <a:gd name="connsiteX4206" fmla="*/ 1814798 w 2419350"/>
                <a:gd name="connsiteY4206" fmla="*/ 315468 h 876300"/>
                <a:gd name="connsiteX4207" fmla="*/ 1817084 w 2419350"/>
                <a:gd name="connsiteY4207" fmla="*/ 319373 h 876300"/>
                <a:gd name="connsiteX4208" fmla="*/ 1817846 w 2419350"/>
                <a:gd name="connsiteY4208" fmla="*/ 320421 h 876300"/>
                <a:gd name="connsiteX4209" fmla="*/ 1818323 w 2419350"/>
                <a:gd name="connsiteY4209" fmla="*/ 320707 h 876300"/>
                <a:gd name="connsiteX4210" fmla="*/ 1819084 w 2419350"/>
                <a:gd name="connsiteY4210" fmla="*/ 320802 h 876300"/>
                <a:gd name="connsiteX4211" fmla="*/ 1819561 w 2419350"/>
                <a:gd name="connsiteY4211" fmla="*/ 320707 h 876300"/>
                <a:gd name="connsiteX4212" fmla="*/ 1820132 w 2419350"/>
                <a:gd name="connsiteY4212" fmla="*/ 320421 h 876300"/>
                <a:gd name="connsiteX4213" fmla="*/ 1820513 w 2419350"/>
                <a:gd name="connsiteY4213" fmla="*/ 320040 h 876300"/>
                <a:gd name="connsiteX4214" fmla="*/ 1820704 w 2419350"/>
                <a:gd name="connsiteY4214" fmla="*/ 319659 h 876300"/>
                <a:gd name="connsiteX4215" fmla="*/ 1820513 w 2419350"/>
                <a:gd name="connsiteY4215" fmla="*/ 318802 h 876300"/>
                <a:gd name="connsiteX4216" fmla="*/ 1820037 w 2419350"/>
                <a:gd name="connsiteY4216" fmla="*/ 317945 h 876300"/>
                <a:gd name="connsiteX4217" fmla="*/ 1818894 w 2419350"/>
                <a:gd name="connsiteY4217" fmla="*/ 316706 h 876300"/>
                <a:gd name="connsiteX4218" fmla="*/ 1817656 w 2419350"/>
                <a:gd name="connsiteY4218" fmla="*/ 315659 h 876300"/>
                <a:gd name="connsiteX4219" fmla="*/ 1814893 w 2419350"/>
                <a:gd name="connsiteY4219" fmla="*/ 313849 h 876300"/>
                <a:gd name="connsiteX4220" fmla="*/ 1806988 w 2419350"/>
                <a:gd name="connsiteY4220" fmla="*/ 307086 h 876300"/>
                <a:gd name="connsiteX4221" fmla="*/ 1806512 w 2419350"/>
                <a:gd name="connsiteY4221" fmla="*/ 306991 h 876300"/>
                <a:gd name="connsiteX4222" fmla="*/ 1806131 w 2419350"/>
                <a:gd name="connsiteY4222" fmla="*/ 307181 h 876300"/>
                <a:gd name="connsiteX4223" fmla="*/ 1805940 w 2419350"/>
                <a:gd name="connsiteY4223" fmla="*/ 307562 h 876300"/>
                <a:gd name="connsiteX4224" fmla="*/ 1806131 w 2419350"/>
                <a:gd name="connsiteY4224" fmla="*/ 307753 h 876300"/>
                <a:gd name="connsiteX4225" fmla="*/ 1806512 w 2419350"/>
                <a:gd name="connsiteY4225" fmla="*/ 307658 h 876300"/>
                <a:gd name="connsiteX4226" fmla="*/ 1829943 w 2419350"/>
                <a:gd name="connsiteY4226" fmla="*/ 409480 h 876300"/>
                <a:gd name="connsiteX4227" fmla="*/ 1831181 w 2419350"/>
                <a:gd name="connsiteY4227" fmla="*/ 409766 h 876300"/>
                <a:gd name="connsiteX4228" fmla="*/ 1833372 w 2419350"/>
                <a:gd name="connsiteY4228" fmla="*/ 410718 h 876300"/>
                <a:gd name="connsiteX4229" fmla="*/ 1833658 w 2419350"/>
                <a:gd name="connsiteY4229" fmla="*/ 411004 h 876300"/>
                <a:gd name="connsiteX4230" fmla="*/ 1834610 w 2419350"/>
                <a:gd name="connsiteY4230" fmla="*/ 412052 h 876300"/>
                <a:gd name="connsiteX4231" fmla="*/ 1834991 w 2419350"/>
                <a:gd name="connsiteY4231" fmla="*/ 412242 h 876300"/>
                <a:gd name="connsiteX4232" fmla="*/ 1835753 w 2419350"/>
                <a:gd name="connsiteY4232" fmla="*/ 412528 h 876300"/>
                <a:gd name="connsiteX4233" fmla="*/ 1836611 w 2419350"/>
                <a:gd name="connsiteY4233" fmla="*/ 413195 h 876300"/>
                <a:gd name="connsiteX4234" fmla="*/ 1838230 w 2419350"/>
                <a:gd name="connsiteY4234" fmla="*/ 413766 h 876300"/>
                <a:gd name="connsiteX4235" fmla="*/ 1838897 w 2419350"/>
                <a:gd name="connsiteY4235" fmla="*/ 414242 h 876300"/>
                <a:gd name="connsiteX4236" fmla="*/ 1839373 w 2419350"/>
                <a:gd name="connsiteY4236" fmla="*/ 414338 h 876300"/>
                <a:gd name="connsiteX4237" fmla="*/ 1841659 w 2419350"/>
                <a:gd name="connsiteY4237" fmla="*/ 414433 h 876300"/>
                <a:gd name="connsiteX4238" fmla="*/ 1843945 w 2419350"/>
                <a:gd name="connsiteY4238" fmla="*/ 415480 h 876300"/>
                <a:gd name="connsiteX4239" fmla="*/ 1846707 w 2419350"/>
                <a:gd name="connsiteY4239" fmla="*/ 415290 h 876300"/>
                <a:gd name="connsiteX4240" fmla="*/ 1847850 w 2419350"/>
                <a:gd name="connsiteY4240" fmla="*/ 415480 h 876300"/>
                <a:gd name="connsiteX4241" fmla="*/ 1849183 w 2419350"/>
                <a:gd name="connsiteY4241" fmla="*/ 416147 h 876300"/>
                <a:gd name="connsiteX4242" fmla="*/ 1848993 w 2419350"/>
                <a:gd name="connsiteY4242" fmla="*/ 416243 h 876300"/>
                <a:gd name="connsiteX4243" fmla="*/ 1848422 w 2419350"/>
                <a:gd name="connsiteY4243" fmla="*/ 416528 h 876300"/>
                <a:gd name="connsiteX4244" fmla="*/ 1848803 w 2419350"/>
                <a:gd name="connsiteY4244" fmla="*/ 416719 h 876300"/>
                <a:gd name="connsiteX4245" fmla="*/ 1849183 w 2419350"/>
                <a:gd name="connsiteY4245" fmla="*/ 416909 h 876300"/>
                <a:gd name="connsiteX4246" fmla="*/ 1849564 w 2419350"/>
                <a:gd name="connsiteY4246" fmla="*/ 417195 h 876300"/>
                <a:gd name="connsiteX4247" fmla="*/ 1849946 w 2419350"/>
                <a:gd name="connsiteY4247" fmla="*/ 417576 h 876300"/>
                <a:gd name="connsiteX4248" fmla="*/ 1851374 w 2419350"/>
                <a:gd name="connsiteY4248" fmla="*/ 417195 h 876300"/>
                <a:gd name="connsiteX4249" fmla="*/ 1854994 w 2419350"/>
                <a:gd name="connsiteY4249" fmla="*/ 417100 h 876300"/>
                <a:gd name="connsiteX4250" fmla="*/ 1856708 w 2419350"/>
                <a:gd name="connsiteY4250" fmla="*/ 416433 h 876300"/>
                <a:gd name="connsiteX4251" fmla="*/ 1857184 w 2419350"/>
                <a:gd name="connsiteY4251" fmla="*/ 415862 h 876300"/>
                <a:gd name="connsiteX4252" fmla="*/ 1857756 w 2419350"/>
                <a:gd name="connsiteY4252" fmla="*/ 415004 h 876300"/>
                <a:gd name="connsiteX4253" fmla="*/ 1858423 w 2419350"/>
                <a:gd name="connsiteY4253" fmla="*/ 414242 h 876300"/>
                <a:gd name="connsiteX4254" fmla="*/ 1859089 w 2419350"/>
                <a:gd name="connsiteY4254" fmla="*/ 413861 h 876300"/>
                <a:gd name="connsiteX4255" fmla="*/ 1859566 w 2419350"/>
                <a:gd name="connsiteY4255" fmla="*/ 413480 h 876300"/>
                <a:gd name="connsiteX4256" fmla="*/ 1860518 w 2419350"/>
                <a:gd name="connsiteY4256" fmla="*/ 411861 h 876300"/>
                <a:gd name="connsiteX4257" fmla="*/ 1861090 w 2419350"/>
                <a:gd name="connsiteY4257" fmla="*/ 411289 h 876300"/>
                <a:gd name="connsiteX4258" fmla="*/ 1861280 w 2419350"/>
                <a:gd name="connsiteY4258" fmla="*/ 411575 h 876300"/>
                <a:gd name="connsiteX4259" fmla="*/ 1861375 w 2419350"/>
                <a:gd name="connsiteY4259" fmla="*/ 412052 h 876300"/>
                <a:gd name="connsiteX4260" fmla="*/ 1861471 w 2419350"/>
                <a:gd name="connsiteY4260" fmla="*/ 412337 h 876300"/>
                <a:gd name="connsiteX4261" fmla="*/ 1861375 w 2419350"/>
                <a:gd name="connsiteY4261" fmla="*/ 412528 h 876300"/>
                <a:gd name="connsiteX4262" fmla="*/ 1861185 w 2419350"/>
                <a:gd name="connsiteY4262" fmla="*/ 413004 h 876300"/>
                <a:gd name="connsiteX4263" fmla="*/ 1861185 w 2419350"/>
                <a:gd name="connsiteY4263" fmla="*/ 413576 h 876300"/>
                <a:gd name="connsiteX4264" fmla="*/ 1861661 w 2419350"/>
                <a:gd name="connsiteY4264" fmla="*/ 413861 h 876300"/>
                <a:gd name="connsiteX4265" fmla="*/ 1862138 w 2419350"/>
                <a:gd name="connsiteY4265" fmla="*/ 414052 h 876300"/>
                <a:gd name="connsiteX4266" fmla="*/ 1862518 w 2419350"/>
                <a:gd name="connsiteY4266" fmla="*/ 414433 h 876300"/>
                <a:gd name="connsiteX4267" fmla="*/ 1862899 w 2419350"/>
                <a:gd name="connsiteY4267" fmla="*/ 414623 h 876300"/>
                <a:gd name="connsiteX4268" fmla="*/ 1863376 w 2419350"/>
                <a:gd name="connsiteY4268" fmla="*/ 414433 h 876300"/>
                <a:gd name="connsiteX4269" fmla="*/ 1863757 w 2419350"/>
                <a:gd name="connsiteY4269" fmla="*/ 414052 h 876300"/>
                <a:gd name="connsiteX4270" fmla="*/ 1863947 w 2419350"/>
                <a:gd name="connsiteY4270" fmla="*/ 413766 h 876300"/>
                <a:gd name="connsiteX4271" fmla="*/ 1864138 w 2419350"/>
                <a:gd name="connsiteY4271" fmla="*/ 413480 h 876300"/>
                <a:gd name="connsiteX4272" fmla="*/ 1864519 w 2419350"/>
                <a:gd name="connsiteY4272" fmla="*/ 413195 h 876300"/>
                <a:gd name="connsiteX4273" fmla="*/ 1865090 w 2419350"/>
                <a:gd name="connsiteY4273" fmla="*/ 413004 h 876300"/>
                <a:gd name="connsiteX4274" fmla="*/ 1865757 w 2419350"/>
                <a:gd name="connsiteY4274" fmla="*/ 413004 h 876300"/>
                <a:gd name="connsiteX4275" fmla="*/ 1866138 w 2419350"/>
                <a:gd name="connsiteY4275" fmla="*/ 412813 h 876300"/>
                <a:gd name="connsiteX4276" fmla="*/ 1866043 w 2419350"/>
                <a:gd name="connsiteY4276" fmla="*/ 412147 h 876300"/>
                <a:gd name="connsiteX4277" fmla="*/ 1861280 w 2419350"/>
                <a:gd name="connsiteY4277" fmla="*/ 410337 h 876300"/>
                <a:gd name="connsiteX4278" fmla="*/ 1861852 w 2419350"/>
                <a:gd name="connsiteY4278" fmla="*/ 409480 h 876300"/>
                <a:gd name="connsiteX4279" fmla="*/ 1863471 w 2419350"/>
                <a:gd name="connsiteY4279" fmla="*/ 408242 h 876300"/>
                <a:gd name="connsiteX4280" fmla="*/ 1864042 w 2419350"/>
                <a:gd name="connsiteY4280" fmla="*/ 408051 h 876300"/>
                <a:gd name="connsiteX4281" fmla="*/ 1864519 w 2419350"/>
                <a:gd name="connsiteY4281" fmla="*/ 408051 h 876300"/>
                <a:gd name="connsiteX4282" fmla="*/ 1864805 w 2419350"/>
                <a:gd name="connsiteY4282" fmla="*/ 407861 h 876300"/>
                <a:gd name="connsiteX4283" fmla="*/ 1864995 w 2419350"/>
                <a:gd name="connsiteY4283" fmla="*/ 406622 h 876300"/>
                <a:gd name="connsiteX4284" fmla="*/ 1865281 w 2419350"/>
                <a:gd name="connsiteY4284" fmla="*/ 406527 h 876300"/>
                <a:gd name="connsiteX4285" fmla="*/ 1865662 w 2419350"/>
                <a:gd name="connsiteY4285" fmla="*/ 406527 h 876300"/>
                <a:gd name="connsiteX4286" fmla="*/ 1866138 w 2419350"/>
                <a:gd name="connsiteY4286" fmla="*/ 406241 h 876300"/>
                <a:gd name="connsiteX4287" fmla="*/ 1866233 w 2419350"/>
                <a:gd name="connsiteY4287" fmla="*/ 405479 h 876300"/>
                <a:gd name="connsiteX4288" fmla="*/ 1865757 w 2419350"/>
                <a:gd name="connsiteY4288" fmla="*/ 404336 h 876300"/>
                <a:gd name="connsiteX4289" fmla="*/ 1865090 w 2419350"/>
                <a:gd name="connsiteY4289" fmla="*/ 403193 h 876300"/>
                <a:gd name="connsiteX4290" fmla="*/ 1864519 w 2419350"/>
                <a:gd name="connsiteY4290" fmla="*/ 402431 h 876300"/>
                <a:gd name="connsiteX4291" fmla="*/ 1861661 w 2419350"/>
                <a:gd name="connsiteY4291" fmla="*/ 400431 h 876300"/>
                <a:gd name="connsiteX4292" fmla="*/ 1861947 w 2419350"/>
                <a:gd name="connsiteY4292" fmla="*/ 398050 h 876300"/>
                <a:gd name="connsiteX4293" fmla="*/ 1861756 w 2419350"/>
                <a:gd name="connsiteY4293" fmla="*/ 397288 h 876300"/>
                <a:gd name="connsiteX4294" fmla="*/ 1861471 w 2419350"/>
                <a:gd name="connsiteY4294" fmla="*/ 397193 h 876300"/>
                <a:gd name="connsiteX4295" fmla="*/ 1860899 w 2419350"/>
                <a:gd name="connsiteY4295" fmla="*/ 397193 h 876300"/>
                <a:gd name="connsiteX4296" fmla="*/ 1860328 w 2419350"/>
                <a:gd name="connsiteY4296" fmla="*/ 397288 h 876300"/>
                <a:gd name="connsiteX4297" fmla="*/ 1858613 w 2419350"/>
                <a:gd name="connsiteY4297" fmla="*/ 397955 h 876300"/>
                <a:gd name="connsiteX4298" fmla="*/ 1857470 w 2419350"/>
                <a:gd name="connsiteY4298" fmla="*/ 398621 h 876300"/>
                <a:gd name="connsiteX4299" fmla="*/ 1856423 w 2419350"/>
                <a:gd name="connsiteY4299" fmla="*/ 399383 h 876300"/>
                <a:gd name="connsiteX4300" fmla="*/ 1855565 w 2419350"/>
                <a:gd name="connsiteY4300" fmla="*/ 400241 h 876300"/>
                <a:gd name="connsiteX4301" fmla="*/ 1854994 w 2419350"/>
                <a:gd name="connsiteY4301" fmla="*/ 400336 h 876300"/>
                <a:gd name="connsiteX4302" fmla="*/ 1851850 w 2419350"/>
                <a:gd name="connsiteY4302" fmla="*/ 399764 h 876300"/>
                <a:gd name="connsiteX4303" fmla="*/ 1850612 w 2419350"/>
                <a:gd name="connsiteY4303" fmla="*/ 399860 h 876300"/>
                <a:gd name="connsiteX4304" fmla="*/ 1848422 w 2419350"/>
                <a:gd name="connsiteY4304" fmla="*/ 400431 h 876300"/>
                <a:gd name="connsiteX4305" fmla="*/ 1846136 w 2419350"/>
                <a:gd name="connsiteY4305" fmla="*/ 400621 h 876300"/>
                <a:gd name="connsiteX4306" fmla="*/ 1844992 w 2419350"/>
                <a:gd name="connsiteY4306" fmla="*/ 400812 h 876300"/>
                <a:gd name="connsiteX4307" fmla="*/ 1844040 w 2419350"/>
                <a:gd name="connsiteY4307" fmla="*/ 401193 h 876300"/>
                <a:gd name="connsiteX4308" fmla="*/ 1841278 w 2419350"/>
                <a:gd name="connsiteY4308" fmla="*/ 402812 h 876300"/>
                <a:gd name="connsiteX4309" fmla="*/ 1840230 w 2419350"/>
                <a:gd name="connsiteY4309" fmla="*/ 403288 h 876300"/>
                <a:gd name="connsiteX4310" fmla="*/ 1838420 w 2419350"/>
                <a:gd name="connsiteY4310" fmla="*/ 403479 h 876300"/>
                <a:gd name="connsiteX4311" fmla="*/ 1837944 w 2419350"/>
                <a:gd name="connsiteY4311" fmla="*/ 403670 h 876300"/>
                <a:gd name="connsiteX4312" fmla="*/ 1837087 w 2419350"/>
                <a:gd name="connsiteY4312" fmla="*/ 404146 h 876300"/>
                <a:gd name="connsiteX4313" fmla="*/ 1836991 w 2419350"/>
                <a:gd name="connsiteY4313" fmla="*/ 404241 h 876300"/>
                <a:gd name="connsiteX4314" fmla="*/ 1836991 w 2419350"/>
                <a:gd name="connsiteY4314" fmla="*/ 404431 h 876300"/>
                <a:gd name="connsiteX4315" fmla="*/ 1836991 w 2419350"/>
                <a:gd name="connsiteY4315" fmla="*/ 404622 h 876300"/>
                <a:gd name="connsiteX4316" fmla="*/ 1836801 w 2419350"/>
                <a:gd name="connsiteY4316" fmla="*/ 404813 h 876300"/>
                <a:gd name="connsiteX4317" fmla="*/ 1830133 w 2419350"/>
                <a:gd name="connsiteY4317" fmla="*/ 407099 h 876300"/>
                <a:gd name="connsiteX4318" fmla="*/ 1828514 w 2419350"/>
                <a:gd name="connsiteY4318" fmla="*/ 408051 h 876300"/>
                <a:gd name="connsiteX4319" fmla="*/ 1829467 w 2419350"/>
                <a:gd name="connsiteY4319" fmla="*/ 409194 h 876300"/>
                <a:gd name="connsiteX4320" fmla="*/ 1829943 w 2419350"/>
                <a:gd name="connsiteY4320" fmla="*/ 409480 h 876300"/>
                <a:gd name="connsiteX4321" fmla="*/ 1873567 w 2419350"/>
                <a:gd name="connsiteY4321" fmla="*/ 337280 h 876300"/>
                <a:gd name="connsiteX4322" fmla="*/ 1874044 w 2419350"/>
                <a:gd name="connsiteY4322" fmla="*/ 337661 h 876300"/>
                <a:gd name="connsiteX4323" fmla="*/ 1874806 w 2419350"/>
                <a:gd name="connsiteY4323" fmla="*/ 337661 h 876300"/>
                <a:gd name="connsiteX4324" fmla="*/ 1877187 w 2419350"/>
                <a:gd name="connsiteY4324" fmla="*/ 337090 h 876300"/>
                <a:gd name="connsiteX4325" fmla="*/ 1877854 w 2419350"/>
                <a:gd name="connsiteY4325" fmla="*/ 336518 h 876300"/>
                <a:gd name="connsiteX4326" fmla="*/ 1879378 w 2419350"/>
                <a:gd name="connsiteY4326" fmla="*/ 334423 h 876300"/>
                <a:gd name="connsiteX4327" fmla="*/ 1879568 w 2419350"/>
                <a:gd name="connsiteY4327" fmla="*/ 333661 h 876300"/>
                <a:gd name="connsiteX4328" fmla="*/ 1879473 w 2419350"/>
                <a:gd name="connsiteY4328" fmla="*/ 332899 h 876300"/>
                <a:gd name="connsiteX4329" fmla="*/ 1878997 w 2419350"/>
                <a:gd name="connsiteY4329" fmla="*/ 332232 h 876300"/>
                <a:gd name="connsiteX4330" fmla="*/ 1878616 w 2419350"/>
                <a:gd name="connsiteY4330" fmla="*/ 331946 h 876300"/>
                <a:gd name="connsiteX4331" fmla="*/ 1877378 w 2419350"/>
                <a:gd name="connsiteY4331" fmla="*/ 331375 h 876300"/>
                <a:gd name="connsiteX4332" fmla="*/ 1876615 w 2419350"/>
                <a:gd name="connsiteY4332" fmla="*/ 330994 h 876300"/>
                <a:gd name="connsiteX4333" fmla="*/ 1876234 w 2419350"/>
                <a:gd name="connsiteY4333" fmla="*/ 330899 h 876300"/>
                <a:gd name="connsiteX4334" fmla="*/ 1875854 w 2419350"/>
                <a:gd name="connsiteY4334" fmla="*/ 331089 h 876300"/>
                <a:gd name="connsiteX4335" fmla="*/ 1875663 w 2419350"/>
                <a:gd name="connsiteY4335" fmla="*/ 331375 h 876300"/>
                <a:gd name="connsiteX4336" fmla="*/ 1875473 w 2419350"/>
                <a:gd name="connsiteY4336" fmla="*/ 331661 h 876300"/>
                <a:gd name="connsiteX4337" fmla="*/ 1875282 w 2419350"/>
                <a:gd name="connsiteY4337" fmla="*/ 331851 h 876300"/>
                <a:gd name="connsiteX4338" fmla="*/ 1874044 w 2419350"/>
                <a:gd name="connsiteY4338" fmla="*/ 332232 h 876300"/>
                <a:gd name="connsiteX4339" fmla="*/ 1873377 w 2419350"/>
                <a:gd name="connsiteY4339" fmla="*/ 332804 h 876300"/>
                <a:gd name="connsiteX4340" fmla="*/ 1872806 w 2419350"/>
                <a:gd name="connsiteY4340" fmla="*/ 333470 h 876300"/>
                <a:gd name="connsiteX4341" fmla="*/ 1872329 w 2419350"/>
                <a:gd name="connsiteY4341" fmla="*/ 333851 h 876300"/>
                <a:gd name="connsiteX4342" fmla="*/ 1871567 w 2419350"/>
                <a:gd name="connsiteY4342" fmla="*/ 334137 h 876300"/>
                <a:gd name="connsiteX4343" fmla="*/ 1870996 w 2419350"/>
                <a:gd name="connsiteY4343" fmla="*/ 334137 h 876300"/>
                <a:gd name="connsiteX4344" fmla="*/ 1870520 w 2419350"/>
                <a:gd name="connsiteY4344" fmla="*/ 333756 h 876300"/>
                <a:gd name="connsiteX4345" fmla="*/ 1870329 w 2419350"/>
                <a:gd name="connsiteY4345" fmla="*/ 332899 h 876300"/>
                <a:gd name="connsiteX4346" fmla="*/ 1870043 w 2419350"/>
                <a:gd name="connsiteY4346" fmla="*/ 332708 h 876300"/>
                <a:gd name="connsiteX4347" fmla="*/ 1869472 w 2419350"/>
                <a:gd name="connsiteY4347" fmla="*/ 333185 h 876300"/>
                <a:gd name="connsiteX4348" fmla="*/ 1868900 w 2419350"/>
                <a:gd name="connsiteY4348" fmla="*/ 333946 h 876300"/>
                <a:gd name="connsiteX4349" fmla="*/ 1868519 w 2419350"/>
                <a:gd name="connsiteY4349" fmla="*/ 334613 h 876300"/>
                <a:gd name="connsiteX4350" fmla="*/ 1868329 w 2419350"/>
                <a:gd name="connsiteY4350" fmla="*/ 334232 h 876300"/>
                <a:gd name="connsiteX4351" fmla="*/ 1868138 w 2419350"/>
                <a:gd name="connsiteY4351" fmla="*/ 334042 h 876300"/>
                <a:gd name="connsiteX4352" fmla="*/ 1867853 w 2419350"/>
                <a:gd name="connsiteY4352" fmla="*/ 333946 h 876300"/>
                <a:gd name="connsiteX4353" fmla="*/ 1867376 w 2419350"/>
                <a:gd name="connsiteY4353" fmla="*/ 333851 h 876300"/>
                <a:gd name="connsiteX4354" fmla="*/ 1867662 w 2419350"/>
                <a:gd name="connsiteY4354" fmla="*/ 334613 h 876300"/>
                <a:gd name="connsiteX4355" fmla="*/ 1868138 w 2419350"/>
                <a:gd name="connsiteY4355" fmla="*/ 335280 h 876300"/>
                <a:gd name="connsiteX4356" fmla="*/ 1868710 w 2419350"/>
                <a:gd name="connsiteY4356" fmla="*/ 335566 h 876300"/>
                <a:gd name="connsiteX4357" fmla="*/ 1869472 w 2419350"/>
                <a:gd name="connsiteY4357" fmla="*/ 335280 h 876300"/>
                <a:gd name="connsiteX4358" fmla="*/ 1869281 w 2419350"/>
                <a:gd name="connsiteY4358" fmla="*/ 335947 h 876300"/>
                <a:gd name="connsiteX4359" fmla="*/ 1868710 w 2419350"/>
                <a:gd name="connsiteY4359" fmla="*/ 336233 h 876300"/>
                <a:gd name="connsiteX4360" fmla="*/ 1868043 w 2419350"/>
                <a:gd name="connsiteY4360" fmla="*/ 336518 h 876300"/>
                <a:gd name="connsiteX4361" fmla="*/ 1867567 w 2419350"/>
                <a:gd name="connsiteY4361" fmla="*/ 337090 h 876300"/>
                <a:gd name="connsiteX4362" fmla="*/ 1870520 w 2419350"/>
                <a:gd name="connsiteY4362" fmla="*/ 336709 h 876300"/>
                <a:gd name="connsiteX4363" fmla="*/ 1871091 w 2419350"/>
                <a:gd name="connsiteY4363" fmla="*/ 336518 h 876300"/>
                <a:gd name="connsiteX4364" fmla="*/ 1871472 w 2419350"/>
                <a:gd name="connsiteY4364" fmla="*/ 336328 h 876300"/>
                <a:gd name="connsiteX4365" fmla="*/ 1872234 w 2419350"/>
                <a:gd name="connsiteY4365" fmla="*/ 336042 h 876300"/>
                <a:gd name="connsiteX4366" fmla="*/ 1872615 w 2419350"/>
                <a:gd name="connsiteY4366" fmla="*/ 335852 h 876300"/>
                <a:gd name="connsiteX4367" fmla="*/ 1872806 w 2419350"/>
                <a:gd name="connsiteY4367" fmla="*/ 335566 h 876300"/>
                <a:gd name="connsiteX4368" fmla="*/ 1872996 w 2419350"/>
                <a:gd name="connsiteY4368" fmla="*/ 334804 h 876300"/>
                <a:gd name="connsiteX4369" fmla="*/ 1873091 w 2419350"/>
                <a:gd name="connsiteY4369" fmla="*/ 334613 h 876300"/>
                <a:gd name="connsiteX4370" fmla="*/ 1874806 w 2419350"/>
                <a:gd name="connsiteY4370" fmla="*/ 333946 h 876300"/>
                <a:gd name="connsiteX4371" fmla="*/ 1874806 w 2419350"/>
                <a:gd name="connsiteY4371" fmla="*/ 335280 h 876300"/>
                <a:gd name="connsiteX4372" fmla="*/ 1874044 w 2419350"/>
                <a:gd name="connsiteY4372" fmla="*/ 336995 h 876300"/>
                <a:gd name="connsiteX4373" fmla="*/ 1873567 w 2419350"/>
                <a:gd name="connsiteY4373" fmla="*/ 337280 h 876300"/>
                <a:gd name="connsiteX4374" fmla="*/ 1707451 w 2419350"/>
                <a:gd name="connsiteY4374" fmla="*/ 251555 h 876300"/>
                <a:gd name="connsiteX4375" fmla="*/ 1707071 w 2419350"/>
                <a:gd name="connsiteY4375" fmla="*/ 252127 h 876300"/>
                <a:gd name="connsiteX4376" fmla="*/ 1706689 w 2419350"/>
                <a:gd name="connsiteY4376" fmla="*/ 252508 h 876300"/>
                <a:gd name="connsiteX4377" fmla="*/ 1706404 w 2419350"/>
                <a:gd name="connsiteY4377" fmla="*/ 252984 h 876300"/>
                <a:gd name="connsiteX4378" fmla="*/ 1706308 w 2419350"/>
                <a:gd name="connsiteY4378" fmla="*/ 253746 h 876300"/>
                <a:gd name="connsiteX4379" fmla="*/ 1706594 w 2419350"/>
                <a:gd name="connsiteY4379" fmla="*/ 254889 h 876300"/>
                <a:gd name="connsiteX4380" fmla="*/ 1707261 w 2419350"/>
                <a:gd name="connsiteY4380" fmla="*/ 254984 h 876300"/>
                <a:gd name="connsiteX4381" fmla="*/ 1708118 w 2419350"/>
                <a:gd name="connsiteY4381" fmla="*/ 254603 h 876300"/>
                <a:gd name="connsiteX4382" fmla="*/ 1709071 w 2419350"/>
                <a:gd name="connsiteY4382" fmla="*/ 254318 h 876300"/>
                <a:gd name="connsiteX4383" fmla="*/ 1709356 w 2419350"/>
                <a:gd name="connsiteY4383" fmla="*/ 254127 h 876300"/>
                <a:gd name="connsiteX4384" fmla="*/ 1709738 w 2419350"/>
                <a:gd name="connsiteY4384" fmla="*/ 253841 h 876300"/>
                <a:gd name="connsiteX4385" fmla="*/ 1710214 w 2419350"/>
                <a:gd name="connsiteY4385" fmla="*/ 253555 h 876300"/>
                <a:gd name="connsiteX4386" fmla="*/ 1710690 w 2419350"/>
                <a:gd name="connsiteY4386" fmla="*/ 253555 h 876300"/>
                <a:gd name="connsiteX4387" fmla="*/ 1711262 w 2419350"/>
                <a:gd name="connsiteY4387" fmla="*/ 254127 h 876300"/>
                <a:gd name="connsiteX4388" fmla="*/ 1711262 w 2419350"/>
                <a:gd name="connsiteY4388" fmla="*/ 254699 h 876300"/>
                <a:gd name="connsiteX4389" fmla="*/ 1711071 w 2419350"/>
                <a:gd name="connsiteY4389" fmla="*/ 255270 h 876300"/>
                <a:gd name="connsiteX4390" fmla="*/ 1710976 w 2419350"/>
                <a:gd name="connsiteY4390" fmla="*/ 255842 h 876300"/>
                <a:gd name="connsiteX4391" fmla="*/ 1710976 w 2419350"/>
                <a:gd name="connsiteY4391" fmla="*/ 256127 h 876300"/>
                <a:gd name="connsiteX4392" fmla="*/ 1710976 w 2419350"/>
                <a:gd name="connsiteY4392" fmla="*/ 257080 h 876300"/>
                <a:gd name="connsiteX4393" fmla="*/ 1711071 w 2419350"/>
                <a:gd name="connsiteY4393" fmla="*/ 257270 h 876300"/>
                <a:gd name="connsiteX4394" fmla="*/ 1711547 w 2419350"/>
                <a:gd name="connsiteY4394" fmla="*/ 257270 h 876300"/>
                <a:gd name="connsiteX4395" fmla="*/ 1711642 w 2419350"/>
                <a:gd name="connsiteY4395" fmla="*/ 257461 h 876300"/>
                <a:gd name="connsiteX4396" fmla="*/ 1711738 w 2419350"/>
                <a:gd name="connsiteY4396" fmla="*/ 257746 h 876300"/>
                <a:gd name="connsiteX4397" fmla="*/ 1712214 w 2419350"/>
                <a:gd name="connsiteY4397" fmla="*/ 258699 h 876300"/>
                <a:gd name="connsiteX4398" fmla="*/ 1712309 w 2419350"/>
                <a:gd name="connsiteY4398" fmla="*/ 259175 h 876300"/>
                <a:gd name="connsiteX4399" fmla="*/ 1712023 w 2419350"/>
                <a:gd name="connsiteY4399" fmla="*/ 260128 h 876300"/>
                <a:gd name="connsiteX4400" fmla="*/ 1711452 w 2419350"/>
                <a:gd name="connsiteY4400" fmla="*/ 261080 h 876300"/>
                <a:gd name="connsiteX4401" fmla="*/ 1711262 w 2419350"/>
                <a:gd name="connsiteY4401" fmla="*/ 262033 h 876300"/>
                <a:gd name="connsiteX4402" fmla="*/ 1711928 w 2419350"/>
                <a:gd name="connsiteY4402" fmla="*/ 262985 h 876300"/>
                <a:gd name="connsiteX4403" fmla="*/ 1713548 w 2419350"/>
                <a:gd name="connsiteY4403" fmla="*/ 263557 h 876300"/>
                <a:gd name="connsiteX4404" fmla="*/ 1715643 w 2419350"/>
                <a:gd name="connsiteY4404" fmla="*/ 263938 h 876300"/>
                <a:gd name="connsiteX4405" fmla="*/ 1717453 w 2419350"/>
                <a:gd name="connsiteY4405" fmla="*/ 264509 h 876300"/>
                <a:gd name="connsiteX4406" fmla="*/ 1718120 w 2419350"/>
                <a:gd name="connsiteY4406" fmla="*/ 265843 h 876300"/>
                <a:gd name="connsiteX4407" fmla="*/ 1717834 w 2419350"/>
                <a:gd name="connsiteY4407" fmla="*/ 266795 h 876300"/>
                <a:gd name="connsiteX4408" fmla="*/ 1717072 w 2419350"/>
                <a:gd name="connsiteY4408" fmla="*/ 268224 h 876300"/>
                <a:gd name="connsiteX4409" fmla="*/ 1716214 w 2419350"/>
                <a:gd name="connsiteY4409" fmla="*/ 269558 h 876300"/>
                <a:gd name="connsiteX4410" fmla="*/ 1714500 w 2419350"/>
                <a:gd name="connsiteY4410" fmla="*/ 270701 h 876300"/>
                <a:gd name="connsiteX4411" fmla="*/ 1714119 w 2419350"/>
                <a:gd name="connsiteY4411" fmla="*/ 271939 h 876300"/>
                <a:gd name="connsiteX4412" fmla="*/ 1713833 w 2419350"/>
                <a:gd name="connsiteY4412" fmla="*/ 274511 h 876300"/>
                <a:gd name="connsiteX4413" fmla="*/ 1713166 w 2419350"/>
                <a:gd name="connsiteY4413" fmla="*/ 277749 h 876300"/>
                <a:gd name="connsiteX4414" fmla="*/ 1713071 w 2419350"/>
                <a:gd name="connsiteY4414" fmla="*/ 280130 h 876300"/>
                <a:gd name="connsiteX4415" fmla="*/ 1713166 w 2419350"/>
                <a:gd name="connsiteY4415" fmla="*/ 280606 h 876300"/>
                <a:gd name="connsiteX4416" fmla="*/ 1713452 w 2419350"/>
                <a:gd name="connsiteY4416" fmla="*/ 281178 h 876300"/>
                <a:gd name="connsiteX4417" fmla="*/ 1713833 w 2419350"/>
                <a:gd name="connsiteY4417" fmla="*/ 281559 h 876300"/>
                <a:gd name="connsiteX4418" fmla="*/ 1714214 w 2419350"/>
                <a:gd name="connsiteY4418" fmla="*/ 281845 h 876300"/>
                <a:gd name="connsiteX4419" fmla="*/ 1714500 w 2419350"/>
                <a:gd name="connsiteY4419" fmla="*/ 282130 h 876300"/>
                <a:gd name="connsiteX4420" fmla="*/ 1714786 w 2419350"/>
                <a:gd name="connsiteY4420" fmla="*/ 282893 h 876300"/>
                <a:gd name="connsiteX4421" fmla="*/ 1715167 w 2419350"/>
                <a:gd name="connsiteY4421" fmla="*/ 285369 h 876300"/>
                <a:gd name="connsiteX4422" fmla="*/ 1715262 w 2419350"/>
                <a:gd name="connsiteY4422" fmla="*/ 286988 h 876300"/>
                <a:gd name="connsiteX4423" fmla="*/ 1715357 w 2419350"/>
                <a:gd name="connsiteY4423" fmla="*/ 287464 h 876300"/>
                <a:gd name="connsiteX4424" fmla="*/ 1715548 w 2419350"/>
                <a:gd name="connsiteY4424" fmla="*/ 287846 h 876300"/>
                <a:gd name="connsiteX4425" fmla="*/ 1715929 w 2419350"/>
                <a:gd name="connsiteY4425" fmla="*/ 288322 h 876300"/>
                <a:gd name="connsiteX4426" fmla="*/ 1716976 w 2419350"/>
                <a:gd name="connsiteY4426" fmla="*/ 289084 h 876300"/>
                <a:gd name="connsiteX4427" fmla="*/ 1717072 w 2419350"/>
                <a:gd name="connsiteY4427" fmla="*/ 289274 h 876300"/>
                <a:gd name="connsiteX4428" fmla="*/ 1717262 w 2419350"/>
                <a:gd name="connsiteY4428" fmla="*/ 289655 h 876300"/>
                <a:gd name="connsiteX4429" fmla="*/ 1717357 w 2419350"/>
                <a:gd name="connsiteY4429" fmla="*/ 289846 h 876300"/>
                <a:gd name="connsiteX4430" fmla="*/ 1719739 w 2419350"/>
                <a:gd name="connsiteY4430" fmla="*/ 291846 h 876300"/>
                <a:gd name="connsiteX4431" fmla="*/ 1720215 w 2419350"/>
                <a:gd name="connsiteY4431" fmla="*/ 291941 h 876300"/>
                <a:gd name="connsiteX4432" fmla="*/ 1721358 w 2419350"/>
                <a:gd name="connsiteY4432" fmla="*/ 291560 h 876300"/>
                <a:gd name="connsiteX4433" fmla="*/ 1721930 w 2419350"/>
                <a:gd name="connsiteY4433" fmla="*/ 291751 h 876300"/>
                <a:gd name="connsiteX4434" fmla="*/ 1722596 w 2419350"/>
                <a:gd name="connsiteY4434" fmla="*/ 292513 h 876300"/>
                <a:gd name="connsiteX4435" fmla="*/ 1722977 w 2419350"/>
                <a:gd name="connsiteY4435" fmla="*/ 293275 h 876300"/>
                <a:gd name="connsiteX4436" fmla="*/ 1723073 w 2419350"/>
                <a:gd name="connsiteY4436" fmla="*/ 294132 h 876300"/>
                <a:gd name="connsiteX4437" fmla="*/ 1722882 w 2419350"/>
                <a:gd name="connsiteY4437" fmla="*/ 295085 h 876300"/>
                <a:gd name="connsiteX4438" fmla="*/ 1721167 w 2419350"/>
                <a:gd name="connsiteY4438" fmla="*/ 301085 h 876300"/>
                <a:gd name="connsiteX4439" fmla="*/ 1721072 w 2419350"/>
                <a:gd name="connsiteY4439" fmla="*/ 303371 h 876300"/>
                <a:gd name="connsiteX4440" fmla="*/ 1721358 w 2419350"/>
                <a:gd name="connsiteY4440" fmla="*/ 304419 h 876300"/>
                <a:gd name="connsiteX4441" fmla="*/ 1722025 w 2419350"/>
                <a:gd name="connsiteY4441" fmla="*/ 305943 h 876300"/>
                <a:gd name="connsiteX4442" fmla="*/ 1722120 w 2419350"/>
                <a:gd name="connsiteY4442" fmla="*/ 307181 h 876300"/>
                <a:gd name="connsiteX4443" fmla="*/ 1722025 w 2419350"/>
                <a:gd name="connsiteY4443" fmla="*/ 307658 h 876300"/>
                <a:gd name="connsiteX4444" fmla="*/ 1721548 w 2419350"/>
                <a:gd name="connsiteY4444" fmla="*/ 308896 h 876300"/>
                <a:gd name="connsiteX4445" fmla="*/ 1721358 w 2419350"/>
                <a:gd name="connsiteY4445" fmla="*/ 309467 h 876300"/>
                <a:gd name="connsiteX4446" fmla="*/ 1721263 w 2419350"/>
                <a:gd name="connsiteY4446" fmla="*/ 310039 h 876300"/>
                <a:gd name="connsiteX4447" fmla="*/ 1721358 w 2419350"/>
                <a:gd name="connsiteY4447" fmla="*/ 316039 h 876300"/>
                <a:gd name="connsiteX4448" fmla="*/ 1721167 w 2419350"/>
                <a:gd name="connsiteY4448" fmla="*/ 317183 h 876300"/>
                <a:gd name="connsiteX4449" fmla="*/ 1720310 w 2419350"/>
                <a:gd name="connsiteY4449" fmla="*/ 319278 h 876300"/>
                <a:gd name="connsiteX4450" fmla="*/ 1720215 w 2419350"/>
                <a:gd name="connsiteY4450" fmla="*/ 320516 h 876300"/>
                <a:gd name="connsiteX4451" fmla="*/ 1720596 w 2419350"/>
                <a:gd name="connsiteY4451" fmla="*/ 321564 h 876300"/>
                <a:gd name="connsiteX4452" fmla="*/ 1721453 w 2419350"/>
                <a:gd name="connsiteY4452" fmla="*/ 323183 h 876300"/>
                <a:gd name="connsiteX4453" fmla="*/ 1722501 w 2419350"/>
                <a:gd name="connsiteY4453" fmla="*/ 324612 h 876300"/>
                <a:gd name="connsiteX4454" fmla="*/ 1723358 w 2419350"/>
                <a:gd name="connsiteY4454" fmla="*/ 325184 h 876300"/>
                <a:gd name="connsiteX4455" fmla="*/ 1724311 w 2419350"/>
                <a:gd name="connsiteY4455" fmla="*/ 325469 h 876300"/>
                <a:gd name="connsiteX4456" fmla="*/ 1726216 w 2419350"/>
                <a:gd name="connsiteY4456" fmla="*/ 326803 h 876300"/>
                <a:gd name="connsiteX4457" fmla="*/ 1729073 w 2419350"/>
                <a:gd name="connsiteY4457" fmla="*/ 328327 h 876300"/>
                <a:gd name="connsiteX4458" fmla="*/ 1729549 w 2419350"/>
                <a:gd name="connsiteY4458" fmla="*/ 328422 h 876300"/>
                <a:gd name="connsiteX4459" fmla="*/ 1730121 w 2419350"/>
                <a:gd name="connsiteY4459" fmla="*/ 328708 h 876300"/>
                <a:gd name="connsiteX4460" fmla="*/ 1731073 w 2419350"/>
                <a:gd name="connsiteY4460" fmla="*/ 329946 h 876300"/>
                <a:gd name="connsiteX4461" fmla="*/ 1731931 w 2419350"/>
                <a:gd name="connsiteY4461" fmla="*/ 330803 h 876300"/>
                <a:gd name="connsiteX4462" fmla="*/ 1733359 w 2419350"/>
                <a:gd name="connsiteY4462" fmla="*/ 334518 h 876300"/>
                <a:gd name="connsiteX4463" fmla="*/ 1736312 w 2419350"/>
                <a:gd name="connsiteY4463" fmla="*/ 338804 h 876300"/>
                <a:gd name="connsiteX4464" fmla="*/ 1739074 w 2419350"/>
                <a:gd name="connsiteY4464" fmla="*/ 345186 h 876300"/>
                <a:gd name="connsiteX4465" fmla="*/ 1739646 w 2419350"/>
                <a:gd name="connsiteY4465" fmla="*/ 346043 h 876300"/>
                <a:gd name="connsiteX4466" fmla="*/ 1740503 w 2419350"/>
                <a:gd name="connsiteY4466" fmla="*/ 346710 h 876300"/>
                <a:gd name="connsiteX4467" fmla="*/ 1748695 w 2419350"/>
                <a:gd name="connsiteY4467" fmla="*/ 349663 h 876300"/>
                <a:gd name="connsiteX4468" fmla="*/ 1751076 w 2419350"/>
                <a:gd name="connsiteY4468" fmla="*/ 351092 h 876300"/>
                <a:gd name="connsiteX4469" fmla="*/ 1752124 w 2419350"/>
                <a:gd name="connsiteY4469" fmla="*/ 352996 h 876300"/>
                <a:gd name="connsiteX4470" fmla="*/ 1751743 w 2419350"/>
                <a:gd name="connsiteY4470" fmla="*/ 352996 h 876300"/>
                <a:gd name="connsiteX4471" fmla="*/ 1751076 w 2419350"/>
                <a:gd name="connsiteY4471" fmla="*/ 352616 h 876300"/>
                <a:gd name="connsiteX4472" fmla="*/ 1750314 w 2419350"/>
                <a:gd name="connsiteY4472" fmla="*/ 352806 h 876300"/>
                <a:gd name="connsiteX4473" fmla="*/ 1750028 w 2419350"/>
                <a:gd name="connsiteY4473" fmla="*/ 353378 h 876300"/>
                <a:gd name="connsiteX4474" fmla="*/ 1750505 w 2419350"/>
                <a:gd name="connsiteY4474" fmla="*/ 354235 h 876300"/>
                <a:gd name="connsiteX4475" fmla="*/ 1751171 w 2419350"/>
                <a:gd name="connsiteY4475" fmla="*/ 354711 h 876300"/>
                <a:gd name="connsiteX4476" fmla="*/ 1751933 w 2419350"/>
                <a:gd name="connsiteY4476" fmla="*/ 355092 h 876300"/>
                <a:gd name="connsiteX4477" fmla="*/ 1752886 w 2419350"/>
                <a:gd name="connsiteY4477" fmla="*/ 355283 h 876300"/>
                <a:gd name="connsiteX4478" fmla="*/ 1757458 w 2419350"/>
                <a:gd name="connsiteY4478" fmla="*/ 355663 h 876300"/>
                <a:gd name="connsiteX4479" fmla="*/ 1759267 w 2419350"/>
                <a:gd name="connsiteY4479" fmla="*/ 356045 h 876300"/>
                <a:gd name="connsiteX4480" fmla="*/ 1760696 w 2419350"/>
                <a:gd name="connsiteY4480" fmla="*/ 356902 h 876300"/>
                <a:gd name="connsiteX4481" fmla="*/ 1761077 w 2419350"/>
                <a:gd name="connsiteY4481" fmla="*/ 356902 h 876300"/>
                <a:gd name="connsiteX4482" fmla="*/ 1760791 w 2419350"/>
                <a:gd name="connsiteY4482" fmla="*/ 356140 h 876300"/>
                <a:gd name="connsiteX4483" fmla="*/ 1760030 w 2419350"/>
                <a:gd name="connsiteY4483" fmla="*/ 355568 h 876300"/>
                <a:gd name="connsiteX4484" fmla="*/ 1758220 w 2419350"/>
                <a:gd name="connsiteY4484" fmla="*/ 354711 h 876300"/>
                <a:gd name="connsiteX4485" fmla="*/ 1757363 w 2419350"/>
                <a:gd name="connsiteY4485" fmla="*/ 353949 h 876300"/>
                <a:gd name="connsiteX4486" fmla="*/ 1756220 w 2419350"/>
                <a:gd name="connsiteY4486" fmla="*/ 352425 h 876300"/>
                <a:gd name="connsiteX4487" fmla="*/ 1755743 w 2419350"/>
                <a:gd name="connsiteY4487" fmla="*/ 351854 h 876300"/>
                <a:gd name="connsiteX4488" fmla="*/ 1752790 w 2419350"/>
                <a:gd name="connsiteY4488" fmla="*/ 349472 h 876300"/>
                <a:gd name="connsiteX4489" fmla="*/ 1749933 w 2419350"/>
                <a:gd name="connsiteY4489" fmla="*/ 346520 h 876300"/>
                <a:gd name="connsiteX4490" fmla="*/ 1745266 w 2419350"/>
                <a:gd name="connsiteY4490" fmla="*/ 338614 h 876300"/>
                <a:gd name="connsiteX4491" fmla="*/ 1744599 w 2419350"/>
                <a:gd name="connsiteY4491" fmla="*/ 337852 h 876300"/>
                <a:gd name="connsiteX4492" fmla="*/ 1743075 w 2419350"/>
                <a:gd name="connsiteY4492" fmla="*/ 336518 h 876300"/>
                <a:gd name="connsiteX4493" fmla="*/ 1742408 w 2419350"/>
                <a:gd name="connsiteY4493" fmla="*/ 334613 h 876300"/>
                <a:gd name="connsiteX4494" fmla="*/ 1740217 w 2419350"/>
                <a:gd name="connsiteY4494" fmla="*/ 331184 h 876300"/>
                <a:gd name="connsiteX4495" fmla="*/ 1739837 w 2419350"/>
                <a:gd name="connsiteY4495" fmla="*/ 330137 h 876300"/>
                <a:gd name="connsiteX4496" fmla="*/ 1739265 w 2419350"/>
                <a:gd name="connsiteY4496" fmla="*/ 327755 h 876300"/>
                <a:gd name="connsiteX4497" fmla="*/ 1739170 w 2419350"/>
                <a:gd name="connsiteY4497" fmla="*/ 326708 h 876300"/>
                <a:gd name="connsiteX4498" fmla="*/ 1738884 w 2419350"/>
                <a:gd name="connsiteY4498" fmla="*/ 325850 h 876300"/>
                <a:gd name="connsiteX4499" fmla="*/ 1737550 w 2419350"/>
                <a:gd name="connsiteY4499" fmla="*/ 324231 h 876300"/>
                <a:gd name="connsiteX4500" fmla="*/ 1736979 w 2419350"/>
                <a:gd name="connsiteY4500" fmla="*/ 323279 h 876300"/>
                <a:gd name="connsiteX4501" fmla="*/ 1736789 w 2419350"/>
                <a:gd name="connsiteY4501" fmla="*/ 322231 h 876300"/>
                <a:gd name="connsiteX4502" fmla="*/ 1736598 w 2419350"/>
                <a:gd name="connsiteY4502" fmla="*/ 319754 h 876300"/>
                <a:gd name="connsiteX4503" fmla="*/ 1735646 w 2419350"/>
                <a:gd name="connsiteY4503" fmla="*/ 318040 h 876300"/>
                <a:gd name="connsiteX4504" fmla="*/ 1734503 w 2419350"/>
                <a:gd name="connsiteY4504" fmla="*/ 315087 h 876300"/>
                <a:gd name="connsiteX4505" fmla="*/ 1732979 w 2419350"/>
                <a:gd name="connsiteY4505" fmla="*/ 312134 h 876300"/>
                <a:gd name="connsiteX4506" fmla="*/ 1732407 w 2419350"/>
                <a:gd name="connsiteY4506" fmla="*/ 310420 h 876300"/>
                <a:gd name="connsiteX4507" fmla="*/ 1732026 w 2419350"/>
                <a:gd name="connsiteY4507" fmla="*/ 308324 h 876300"/>
                <a:gd name="connsiteX4508" fmla="*/ 1731931 w 2419350"/>
                <a:gd name="connsiteY4508" fmla="*/ 306038 h 876300"/>
                <a:gd name="connsiteX4509" fmla="*/ 1732121 w 2419350"/>
                <a:gd name="connsiteY4509" fmla="*/ 304991 h 876300"/>
                <a:gd name="connsiteX4510" fmla="*/ 1732502 w 2419350"/>
                <a:gd name="connsiteY4510" fmla="*/ 304229 h 876300"/>
                <a:gd name="connsiteX4511" fmla="*/ 1733359 w 2419350"/>
                <a:gd name="connsiteY4511" fmla="*/ 303371 h 876300"/>
                <a:gd name="connsiteX4512" fmla="*/ 1733740 w 2419350"/>
                <a:gd name="connsiteY4512" fmla="*/ 302705 h 876300"/>
                <a:gd name="connsiteX4513" fmla="*/ 1733836 w 2419350"/>
                <a:gd name="connsiteY4513" fmla="*/ 301943 h 876300"/>
                <a:gd name="connsiteX4514" fmla="*/ 1733359 w 2419350"/>
                <a:gd name="connsiteY4514" fmla="*/ 296323 h 876300"/>
                <a:gd name="connsiteX4515" fmla="*/ 1733074 w 2419350"/>
                <a:gd name="connsiteY4515" fmla="*/ 295180 h 876300"/>
                <a:gd name="connsiteX4516" fmla="*/ 1731740 w 2419350"/>
                <a:gd name="connsiteY4516" fmla="*/ 293846 h 876300"/>
                <a:gd name="connsiteX4517" fmla="*/ 1731645 w 2419350"/>
                <a:gd name="connsiteY4517" fmla="*/ 292608 h 876300"/>
                <a:gd name="connsiteX4518" fmla="*/ 1731931 w 2419350"/>
                <a:gd name="connsiteY4518" fmla="*/ 292037 h 876300"/>
                <a:gd name="connsiteX4519" fmla="*/ 1732693 w 2419350"/>
                <a:gd name="connsiteY4519" fmla="*/ 290989 h 876300"/>
                <a:gd name="connsiteX4520" fmla="*/ 1733455 w 2419350"/>
                <a:gd name="connsiteY4520" fmla="*/ 286703 h 876300"/>
                <a:gd name="connsiteX4521" fmla="*/ 1734122 w 2419350"/>
                <a:gd name="connsiteY4521" fmla="*/ 285845 h 876300"/>
                <a:gd name="connsiteX4522" fmla="*/ 1735074 w 2419350"/>
                <a:gd name="connsiteY4522" fmla="*/ 285179 h 876300"/>
                <a:gd name="connsiteX4523" fmla="*/ 1736122 w 2419350"/>
                <a:gd name="connsiteY4523" fmla="*/ 284321 h 876300"/>
                <a:gd name="connsiteX4524" fmla="*/ 1737074 w 2419350"/>
                <a:gd name="connsiteY4524" fmla="*/ 284893 h 876300"/>
                <a:gd name="connsiteX4525" fmla="*/ 1739837 w 2419350"/>
                <a:gd name="connsiteY4525" fmla="*/ 284988 h 876300"/>
                <a:gd name="connsiteX4526" fmla="*/ 1741075 w 2419350"/>
                <a:gd name="connsiteY4526" fmla="*/ 285464 h 876300"/>
                <a:gd name="connsiteX4527" fmla="*/ 1741837 w 2419350"/>
                <a:gd name="connsiteY4527" fmla="*/ 285369 h 876300"/>
                <a:gd name="connsiteX4528" fmla="*/ 1746123 w 2419350"/>
                <a:gd name="connsiteY4528" fmla="*/ 285750 h 876300"/>
                <a:gd name="connsiteX4529" fmla="*/ 1746980 w 2419350"/>
                <a:gd name="connsiteY4529" fmla="*/ 286417 h 876300"/>
                <a:gd name="connsiteX4530" fmla="*/ 1748028 w 2419350"/>
                <a:gd name="connsiteY4530" fmla="*/ 287560 h 876300"/>
                <a:gd name="connsiteX4531" fmla="*/ 1749171 w 2419350"/>
                <a:gd name="connsiteY4531" fmla="*/ 288322 h 876300"/>
                <a:gd name="connsiteX4532" fmla="*/ 1750409 w 2419350"/>
                <a:gd name="connsiteY4532" fmla="*/ 287941 h 876300"/>
                <a:gd name="connsiteX4533" fmla="*/ 1751838 w 2419350"/>
                <a:gd name="connsiteY4533" fmla="*/ 289179 h 876300"/>
                <a:gd name="connsiteX4534" fmla="*/ 1753553 w 2419350"/>
                <a:gd name="connsiteY4534" fmla="*/ 289274 h 876300"/>
                <a:gd name="connsiteX4535" fmla="*/ 1757077 w 2419350"/>
                <a:gd name="connsiteY4535" fmla="*/ 288703 h 876300"/>
                <a:gd name="connsiteX4536" fmla="*/ 1757839 w 2419350"/>
                <a:gd name="connsiteY4536" fmla="*/ 288798 h 876300"/>
                <a:gd name="connsiteX4537" fmla="*/ 1759172 w 2419350"/>
                <a:gd name="connsiteY4537" fmla="*/ 289084 h 876300"/>
                <a:gd name="connsiteX4538" fmla="*/ 1760030 w 2419350"/>
                <a:gd name="connsiteY4538" fmla="*/ 289084 h 876300"/>
                <a:gd name="connsiteX4539" fmla="*/ 1761649 w 2419350"/>
                <a:gd name="connsiteY4539" fmla="*/ 288893 h 876300"/>
                <a:gd name="connsiteX4540" fmla="*/ 1762220 w 2419350"/>
                <a:gd name="connsiteY4540" fmla="*/ 288988 h 876300"/>
                <a:gd name="connsiteX4541" fmla="*/ 1762982 w 2419350"/>
                <a:gd name="connsiteY4541" fmla="*/ 289370 h 876300"/>
                <a:gd name="connsiteX4542" fmla="*/ 1764982 w 2419350"/>
                <a:gd name="connsiteY4542" fmla="*/ 291465 h 876300"/>
                <a:gd name="connsiteX4543" fmla="*/ 1766221 w 2419350"/>
                <a:gd name="connsiteY4543" fmla="*/ 292513 h 876300"/>
                <a:gd name="connsiteX4544" fmla="*/ 1767745 w 2419350"/>
                <a:gd name="connsiteY4544" fmla="*/ 292989 h 876300"/>
                <a:gd name="connsiteX4545" fmla="*/ 1769364 w 2419350"/>
                <a:gd name="connsiteY4545" fmla="*/ 293084 h 876300"/>
                <a:gd name="connsiteX4546" fmla="*/ 1770983 w 2419350"/>
                <a:gd name="connsiteY4546" fmla="*/ 293465 h 876300"/>
                <a:gd name="connsiteX4547" fmla="*/ 1772507 w 2419350"/>
                <a:gd name="connsiteY4547" fmla="*/ 294037 h 876300"/>
                <a:gd name="connsiteX4548" fmla="*/ 1773746 w 2419350"/>
                <a:gd name="connsiteY4548" fmla="*/ 294704 h 876300"/>
                <a:gd name="connsiteX4549" fmla="*/ 1774793 w 2419350"/>
                <a:gd name="connsiteY4549" fmla="*/ 294322 h 876300"/>
                <a:gd name="connsiteX4550" fmla="*/ 1781842 w 2419350"/>
                <a:gd name="connsiteY4550" fmla="*/ 296418 h 876300"/>
                <a:gd name="connsiteX4551" fmla="*/ 1782604 w 2419350"/>
                <a:gd name="connsiteY4551" fmla="*/ 296513 h 876300"/>
                <a:gd name="connsiteX4552" fmla="*/ 1783271 w 2419350"/>
                <a:gd name="connsiteY4552" fmla="*/ 296894 h 876300"/>
                <a:gd name="connsiteX4553" fmla="*/ 1785271 w 2419350"/>
                <a:gd name="connsiteY4553" fmla="*/ 298799 h 876300"/>
                <a:gd name="connsiteX4554" fmla="*/ 1785271 w 2419350"/>
                <a:gd name="connsiteY4554" fmla="*/ 298037 h 876300"/>
                <a:gd name="connsiteX4555" fmla="*/ 1784223 w 2419350"/>
                <a:gd name="connsiteY4555" fmla="*/ 296228 h 876300"/>
                <a:gd name="connsiteX4556" fmla="*/ 1782699 w 2419350"/>
                <a:gd name="connsiteY4556" fmla="*/ 294418 h 876300"/>
                <a:gd name="connsiteX4557" fmla="*/ 1781365 w 2419350"/>
                <a:gd name="connsiteY4557" fmla="*/ 293275 h 876300"/>
                <a:gd name="connsiteX4558" fmla="*/ 1778508 w 2419350"/>
                <a:gd name="connsiteY4558" fmla="*/ 292989 h 876300"/>
                <a:gd name="connsiteX4559" fmla="*/ 1778032 w 2419350"/>
                <a:gd name="connsiteY4559" fmla="*/ 292703 h 876300"/>
                <a:gd name="connsiteX4560" fmla="*/ 1774984 w 2419350"/>
                <a:gd name="connsiteY4560" fmla="*/ 292132 h 876300"/>
                <a:gd name="connsiteX4561" fmla="*/ 1774222 w 2419350"/>
                <a:gd name="connsiteY4561" fmla="*/ 291370 h 876300"/>
                <a:gd name="connsiteX4562" fmla="*/ 1773936 w 2419350"/>
                <a:gd name="connsiteY4562" fmla="*/ 289560 h 876300"/>
                <a:gd name="connsiteX4563" fmla="*/ 1773936 w 2419350"/>
                <a:gd name="connsiteY4563" fmla="*/ 285369 h 876300"/>
                <a:gd name="connsiteX4564" fmla="*/ 1773841 w 2419350"/>
                <a:gd name="connsiteY4564" fmla="*/ 284893 h 876300"/>
                <a:gd name="connsiteX4565" fmla="*/ 1773650 w 2419350"/>
                <a:gd name="connsiteY4565" fmla="*/ 284417 h 876300"/>
                <a:gd name="connsiteX4566" fmla="*/ 1773174 w 2419350"/>
                <a:gd name="connsiteY4566" fmla="*/ 283655 h 876300"/>
                <a:gd name="connsiteX4567" fmla="*/ 1773269 w 2419350"/>
                <a:gd name="connsiteY4567" fmla="*/ 283369 h 876300"/>
                <a:gd name="connsiteX4568" fmla="*/ 1773460 w 2419350"/>
                <a:gd name="connsiteY4568" fmla="*/ 283083 h 876300"/>
                <a:gd name="connsiteX4569" fmla="*/ 1773555 w 2419350"/>
                <a:gd name="connsiteY4569" fmla="*/ 282797 h 876300"/>
                <a:gd name="connsiteX4570" fmla="*/ 1773746 w 2419350"/>
                <a:gd name="connsiteY4570" fmla="*/ 281178 h 876300"/>
                <a:gd name="connsiteX4571" fmla="*/ 1773555 w 2419350"/>
                <a:gd name="connsiteY4571" fmla="*/ 280511 h 876300"/>
                <a:gd name="connsiteX4572" fmla="*/ 1772793 w 2419350"/>
                <a:gd name="connsiteY4572" fmla="*/ 279940 h 876300"/>
                <a:gd name="connsiteX4573" fmla="*/ 1772126 w 2419350"/>
                <a:gd name="connsiteY4573" fmla="*/ 280321 h 876300"/>
                <a:gd name="connsiteX4574" fmla="*/ 1771459 w 2419350"/>
                <a:gd name="connsiteY4574" fmla="*/ 280130 h 876300"/>
                <a:gd name="connsiteX4575" fmla="*/ 1770793 w 2419350"/>
                <a:gd name="connsiteY4575" fmla="*/ 279749 h 876300"/>
                <a:gd name="connsiteX4576" fmla="*/ 1770221 w 2419350"/>
                <a:gd name="connsiteY4576" fmla="*/ 279559 h 876300"/>
                <a:gd name="connsiteX4577" fmla="*/ 1769269 w 2419350"/>
                <a:gd name="connsiteY4577" fmla="*/ 279559 h 876300"/>
                <a:gd name="connsiteX4578" fmla="*/ 1768507 w 2419350"/>
                <a:gd name="connsiteY4578" fmla="*/ 279654 h 876300"/>
                <a:gd name="connsiteX4579" fmla="*/ 1767745 w 2419350"/>
                <a:gd name="connsiteY4579" fmla="*/ 279559 h 876300"/>
                <a:gd name="connsiteX4580" fmla="*/ 1766125 w 2419350"/>
                <a:gd name="connsiteY4580" fmla="*/ 278606 h 876300"/>
                <a:gd name="connsiteX4581" fmla="*/ 1765078 w 2419350"/>
                <a:gd name="connsiteY4581" fmla="*/ 278321 h 876300"/>
                <a:gd name="connsiteX4582" fmla="*/ 1763268 w 2419350"/>
                <a:gd name="connsiteY4582" fmla="*/ 278130 h 876300"/>
                <a:gd name="connsiteX4583" fmla="*/ 1762792 w 2419350"/>
                <a:gd name="connsiteY4583" fmla="*/ 277939 h 876300"/>
                <a:gd name="connsiteX4584" fmla="*/ 1762315 w 2419350"/>
                <a:gd name="connsiteY4584" fmla="*/ 277463 h 876300"/>
                <a:gd name="connsiteX4585" fmla="*/ 1761458 w 2419350"/>
                <a:gd name="connsiteY4585" fmla="*/ 276511 h 876300"/>
                <a:gd name="connsiteX4586" fmla="*/ 1761077 w 2419350"/>
                <a:gd name="connsiteY4586" fmla="*/ 276130 h 876300"/>
                <a:gd name="connsiteX4587" fmla="*/ 1760696 w 2419350"/>
                <a:gd name="connsiteY4587" fmla="*/ 276035 h 876300"/>
                <a:gd name="connsiteX4588" fmla="*/ 1759267 w 2419350"/>
                <a:gd name="connsiteY4588" fmla="*/ 275939 h 876300"/>
                <a:gd name="connsiteX4589" fmla="*/ 1757458 w 2419350"/>
                <a:gd name="connsiteY4589" fmla="*/ 276035 h 876300"/>
                <a:gd name="connsiteX4590" fmla="*/ 1756886 w 2419350"/>
                <a:gd name="connsiteY4590" fmla="*/ 275844 h 876300"/>
                <a:gd name="connsiteX4591" fmla="*/ 1755743 w 2419350"/>
                <a:gd name="connsiteY4591" fmla="*/ 275082 h 876300"/>
                <a:gd name="connsiteX4592" fmla="*/ 1754124 w 2419350"/>
                <a:gd name="connsiteY4592" fmla="*/ 274511 h 876300"/>
                <a:gd name="connsiteX4593" fmla="*/ 1753172 w 2419350"/>
                <a:gd name="connsiteY4593" fmla="*/ 273653 h 876300"/>
                <a:gd name="connsiteX4594" fmla="*/ 1751743 w 2419350"/>
                <a:gd name="connsiteY4594" fmla="*/ 272034 h 876300"/>
                <a:gd name="connsiteX4595" fmla="*/ 1749933 w 2419350"/>
                <a:gd name="connsiteY4595" fmla="*/ 270605 h 876300"/>
                <a:gd name="connsiteX4596" fmla="*/ 1749171 w 2419350"/>
                <a:gd name="connsiteY4596" fmla="*/ 269748 h 876300"/>
                <a:gd name="connsiteX4597" fmla="*/ 1748885 w 2419350"/>
                <a:gd name="connsiteY4597" fmla="*/ 268891 h 876300"/>
                <a:gd name="connsiteX4598" fmla="*/ 1748981 w 2419350"/>
                <a:gd name="connsiteY4598" fmla="*/ 267843 h 876300"/>
                <a:gd name="connsiteX4599" fmla="*/ 1749266 w 2419350"/>
                <a:gd name="connsiteY4599" fmla="*/ 266891 h 876300"/>
                <a:gd name="connsiteX4600" fmla="*/ 1749838 w 2419350"/>
                <a:gd name="connsiteY4600" fmla="*/ 266224 h 876300"/>
                <a:gd name="connsiteX4601" fmla="*/ 1750695 w 2419350"/>
                <a:gd name="connsiteY4601" fmla="*/ 265938 h 876300"/>
                <a:gd name="connsiteX4602" fmla="*/ 1751266 w 2419350"/>
                <a:gd name="connsiteY4602" fmla="*/ 266033 h 876300"/>
                <a:gd name="connsiteX4603" fmla="*/ 1752409 w 2419350"/>
                <a:gd name="connsiteY4603" fmla="*/ 266605 h 876300"/>
                <a:gd name="connsiteX4604" fmla="*/ 1753076 w 2419350"/>
                <a:gd name="connsiteY4604" fmla="*/ 266700 h 876300"/>
                <a:gd name="connsiteX4605" fmla="*/ 1753362 w 2419350"/>
                <a:gd name="connsiteY4605" fmla="*/ 266414 h 876300"/>
                <a:gd name="connsiteX4606" fmla="*/ 1753267 w 2419350"/>
                <a:gd name="connsiteY4606" fmla="*/ 265747 h 876300"/>
                <a:gd name="connsiteX4607" fmla="*/ 1752886 w 2419350"/>
                <a:gd name="connsiteY4607" fmla="*/ 264700 h 876300"/>
                <a:gd name="connsiteX4608" fmla="*/ 1752981 w 2419350"/>
                <a:gd name="connsiteY4608" fmla="*/ 263462 h 876300"/>
                <a:gd name="connsiteX4609" fmla="*/ 1753457 w 2419350"/>
                <a:gd name="connsiteY4609" fmla="*/ 262700 h 876300"/>
                <a:gd name="connsiteX4610" fmla="*/ 1754219 w 2419350"/>
                <a:gd name="connsiteY4610" fmla="*/ 262319 h 876300"/>
                <a:gd name="connsiteX4611" fmla="*/ 1758887 w 2419350"/>
                <a:gd name="connsiteY4611" fmla="*/ 261080 h 876300"/>
                <a:gd name="connsiteX4612" fmla="*/ 1759934 w 2419350"/>
                <a:gd name="connsiteY4612" fmla="*/ 260985 h 876300"/>
                <a:gd name="connsiteX4613" fmla="*/ 1760791 w 2419350"/>
                <a:gd name="connsiteY4613" fmla="*/ 260795 h 876300"/>
                <a:gd name="connsiteX4614" fmla="*/ 1761458 w 2419350"/>
                <a:gd name="connsiteY4614" fmla="*/ 260318 h 876300"/>
                <a:gd name="connsiteX4615" fmla="*/ 1762601 w 2419350"/>
                <a:gd name="connsiteY4615" fmla="*/ 259175 h 876300"/>
                <a:gd name="connsiteX4616" fmla="*/ 1765649 w 2419350"/>
                <a:gd name="connsiteY4616" fmla="*/ 258318 h 876300"/>
                <a:gd name="connsiteX4617" fmla="*/ 1766125 w 2419350"/>
                <a:gd name="connsiteY4617" fmla="*/ 257937 h 876300"/>
                <a:gd name="connsiteX4618" fmla="*/ 1766506 w 2419350"/>
                <a:gd name="connsiteY4618" fmla="*/ 257461 h 876300"/>
                <a:gd name="connsiteX4619" fmla="*/ 1767268 w 2419350"/>
                <a:gd name="connsiteY4619" fmla="*/ 256889 h 876300"/>
                <a:gd name="connsiteX4620" fmla="*/ 1771650 w 2419350"/>
                <a:gd name="connsiteY4620" fmla="*/ 254413 h 876300"/>
                <a:gd name="connsiteX4621" fmla="*/ 1771936 w 2419350"/>
                <a:gd name="connsiteY4621" fmla="*/ 254032 h 876300"/>
                <a:gd name="connsiteX4622" fmla="*/ 1772603 w 2419350"/>
                <a:gd name="connsiteY4622" fmla="*/ 253937 h 876300"/>
                <a:gd name="connsiteX4623" fmla="*/ 1773364 w 2419350"/>
                <a:gd name="connsiteY4623" fmla="*/ 253937 h 876300"/>
                <a:gd name="connsiteX4624" fmla="*/ 1773936 w 2419350"/>
                <a:gd name="connsiteY4624" fmla="*/ 253841 h 876300"/>
                <a:gd name="connsiteX4625" fmla="*/ 1774698 w 2419350"/>
                <a:gd name="connsiteY4625" fmla="*/ 253555 h 876300"/>
                <a:gd name="connsiteX4626" fmla="*/ 1774793 w 2419350"/>
                <a:gd name="connsiteY4626" fmla="*/ 253365 h 876300"/>
                <a:gd name="connsiteX4627" fmla="*/ 1774984 w 2419350"/>
                <a:gd name="connsiteY4627" fmla="*/ 252794 h 876300"/>
                <a:gd name="connsiteX4628" fmla="*/ 1775079 w 2419350"/>
                <a:gd name="connsiteY4628" fmla="*/ 251841 h 876300"/>
                <a:gd name="connsiteX4629" fmla="*/ 1774698 w 2419350"/>
                <a:gd name="connsiteY4629" fmla="*/ 248317 h 876300"/>
                <a:gd name="connsiteX4630" fmla="*/ 1774793 w 2419350"/>
                <a:gd name="connsiteY4630" fmla="*/ 247174 h 876300"/>
                <a:gd name="connsiteX4631" fmla="*/ 1775460 w 2419350"/>
                <a:gd name="connsiteY4631" fmla="*/ 244602 h 876300"/>
                <a:gd name="connsiteX4632" fmla="*/ 1775555 w 2419350"/>
                <a:gd name="connsiteY4632" fmla="*/ 242316 h 876300"/>
                <a:gd name="connsiteX4633" fmla="*/ 1775841 w 2419350"/>
                <a:gd name="connsiteY4633" fmla="*/ 241363 h 876300"/>
                <a:gd name="connsiteX4634" fmla="*/ 1776698 w 2419350"/>
                <a:gd name="connsiteY4634" fmla="*/ 240983 h 876300"/>
                <a:gd name="connsiteX4635" fmla="*/ 1777174 w 2419350"/>
                <a:gd name="connsiteY4635" fmla="*/ 240506 h 876300"/>
                <a:gd name="connsiteX4636" fmla="*/ 1777270 w 2419350"/>
                <a:gd name="connsiteY4636" fmla="*/ 239268 h 876300"/>
                <a:gd name="connsiteX4637" fmla="*/ 1777174 w 2419350"/>
                <a:gd name="connsiteY4637" fmla="*/ 237935 h 876300"/>
                <a:gd name="connsiteX4638" fmla="*/ 1776984 w 2419350"/>
                <a:gd name="connsiteY4638" fmla="*/ 236982 h 876300"/>
                <a:gd name="connsiteX4639" fmla="*/ 1777079 w 2419350"/>
                <a:gd name="connsiteY4639" fmla="*/ 236411 h 876300"/>
                <a:gd name="connsiteX4640" fmla="*/ 1776984 w 2419350"/>
                <a:gd name="connsiteY4640" fmla="*/ 236029 h 876300"/>
                <a:gd name="connsiteX4641" fmla="*/ 1776222 w 2419350"/>
                <a:gd name="connsiteY4641" fmla="*/ 235839 h 876300"/>
                <a:gd name="connsiteX4642" fmla="*/ 1775555 w 2419350"/>
                <a:gd name="connsiteY4642" fmla="*/ 235553 h 876300"/>
                <a:gd name="connsiteX4643" fmla="*/ 1774507 w 2419350"/>
                <a:gd name="connsiteY4643" fmla="*/ 234791 h 876300"/>
                <a:gd name="connsiteX4644" fmla="*/ 1774126 w 2419350"/>
                <a:gd name="connsiteY4644" fmla="*/ 234410 h 876300"/>
                <a:gd name="connsiteX4645" fmla="*/ 1773936 w 2419350"/>
                <a:gd name="connsiteY4645" fmla="*/ 233934 h 876300"/>
                <a:gd name="connsiteX4646" fmla="*/ 1773841 w 2419350"/>
                <a:gd name="connsiteY4646" fmla="*/ 231934 h 876300"/>
                <a:gd name="connsiteX4647" fmla="*/ 1774031 w 2419350"/>
                <a:gd name="connsiteY4647" fmla="*/ 230886 h 876300"/>
                <a:gd name="connsiteX4648" fmla="*/ 1774698 w 2419350"/>
                <a:gd name="connsiteY4648" fmla="*/ 229838 h 876300"/>
                <a:gd name="connsiteX4649" fmla="*/ 1775936 w 2419350"/>
                <a:gd name="connsiteY4649" fmla="*/ 228886 h 876300"/>
                <a:gd name="connsiteX4650" fmla="*/ 1776127 w 2419350"/>
                <a:gd name="connsiteY4650" fmla="*/ 228505 h 876300"/>
                <a:gd name="connsiteX4651" fmla="*/ 1776127 w 2419350"/>
                <a:gd name="connsiteY4651" fmla="*/ 228029 h 876300"/>
                <a:gd name="connsiteX4652" fmla="*/ 1776031 w 2419350"/>
                <a:gd name="connsiteY4652" fmla="*/ 227647 h 876300"/>
                <a:gd name="connsiteX4653" fmla="*/ 1775746 w 2419350"/>
                <a:gd name="connsiteY4653" fmla="*/ 227362 h 876300"/>
                <a:gd name="connsiteX4654" fmla="*/ 1771936 w 2419350"/>
                <a:gd name="connsiteY4654" fmla="*/ 226886 h 876300"/>
                <a:gd name="connsiteX4655" fmla="*/ 1769650 w 2419350"/>
                <a:gd name="connsiteY4655" fmla="*/ 226981 h 876300"/>
                <a:gd name="connsiteX4656" fmla="*/ 1766983 w 2419350"/>
                <a:gd name="connsiteY4656" fmla="*/ 227457 h 876300"/>
                <a:gd name="connsiteX4657" fmla="*/ 1766221 w 2419350"/>
                <a:gd name="connsiteY4657" fmla="*/ 227838 h 876300"/>
                <a:gd name="connsiteX4658" fmla="*/ 1765554 w 2419350"/>
                <a:gd name="connsiteY4658" fmla="*/ 228791 h 876300"/>
                <a:gd name="connsiteX4659" fmla="*/ 1765173 w 2419350"/>
                <a:gd name="connsiteY4659" fmla="*/ 229267 h 876300"/>
                <a:gd name="connsiteX4660" fmla="*/ 1764601 w 2419350"/>
                <a:gd name="connsiteY4660" fmla="*/ 229457 h 876300"/>
                <a:gd name="connsiteX4661" fmla="*/ 1764030 w 2419350"/>
                <a:gd name="connsiteY4661" fmla="*/ 229362 h 876300"/>
                <a:gd name="connsiteX4662" fmla="*/ 1763744 w 2419350"/>
                <a:gd name="connsiteY4662" fmla="*/ 229076 h 876300"/>
                <a:gd name="connsiteX4663" fmla="*/ 1763554 w 2419350"/>
                <a:gd name="connsiteY4663" fmla="*/ 228791 h 876300"/>
                <a:gd name="connsiteX4664" fmla="*/ 1763173 w 2419350"/>
                <a:gd name="connsiteY4664" fmla="*/ 228600 h 876300"/>
                <a:gd name="connsiteX4665" fmla="*/ 1762030 w 2419350"/>
                <a:gd name="connsiteY4665" fmla="*/ 228600 h 876300"/>
                <a:gd name="connsiteX4666" fmla="*/ 1760887 w 2419350"/>
                <a:gd name="connsiteY4666" fmla="*/ 228886 h 876300"/>
                <a:gd name="connsiteX4667" fmla="*/ 1759839 w 2419350"/>
                <a:gd name="connsiteY4667" fmla="*/ 229362 h 876300"/>
                <a:gd name="connsiteX4668" fmla="*/ 1758601 w 2419350"/>
                <a:gd name="connsiteY4668" fmla="*/ 230219 h 876300"/>
                <a:gd name="connsiteX4669" fmla="*/ 1757458 w 2419350"/>
                <a:gd name="connsiteY4669" fmla="*/ 230600 h 876300"/>
                <a:gd name="connsiteX4670" fmla="*/ 1757077 w 2419350"/>
                <a:gd name="connsiteY4670" fmla="*/ 230791 h 876300"/>
                <a:gd name="connsiteX4671" fmla="*/ 1756696 w 2419350"/>
                <a:gd name="connsiteY4671" fmla="*/ 231172 h 876300"/>
                <a:gd name="connsiteX4672" fmla="*/ 1756315 w 2419350"/>
                <a:gd name="connsiteY4672" fmla="*/ 232029 h 876300"/>
                <a:gd name="connsiteX4673" fmla="*/ 1756029 w 2419350"/>
                <a:gd name="connsiteY4673" fmla="*/ 232505 h 876300"/>
                <a:gd name="connsiteX4674" fmla="*/ 1755076 w 2419350"/>
                <a:gd name="connsiteY4674" fmla="*/ 233172 h 876300"/>
                <a:gd name="connsiteX4675" fmla="*/ 1752790 w 2419350"/>
                <a:gd name="connsiteY4675" fmla="*/ 233934 h 876300"/>
                <a:gd name="connsiteX4676" fmla="*/ 1751933 w 2419350"/>
                <a:gd name="connsiteY4676" fmla="*/ 234505 h 876300"/>
                <a:gd name="connsiteX4677" fmla="*/ 1750981 w 2419350"/>
                <a:gd name="connsiteY4677" fmla="*/ 235268 h 876300"/>
                <a:gd name="connsiteX4678" fmla="*/ 1748695 w 2419350"/>
                <a:gd name="connsiteY4678" fmla="*/ 236696 h 876300"/>
                <a:gd name="connsiteX4679" fmla="*/ 1747742 w 2419350"/>
                <a:gd name="connsiteY4679" fmla="*/ 237554 h 876300"/>
                <a:gd name="connsiteX4680" fmla="*/ 1747075 w 2419350"/>
                <a:gd name="connsiteY4680" fmla="*/ 238506 h 876300"/>
                <a:gd name="connsiteX4681" fmla="*/ 1746028 w 2419350"/>
                <a:gd name="connsiteY4681" fmla="*/ 240506 h 876300"/>
                <a:gd name="connsiteX4682" fmla="*/ 1745361 w 2419350"/>
                <a:gd name="connsiteY4682" fmla="*/ 241459 h 876300"/>
                <a:gd name="connsiteX4683" fmla="*/ 1743551 w 2419350"/>
                <a:gd name="connsiteY4683" fmla="*/ 242792 h 876300"/>
                <a:gd name="connsiteX4684" fmla="*/ 1742789 w 2419350"/>
                <a:gd name="connsiteY4684" fmla="*/ 243745 h 876300"/>
                <a:gd name="connsiteX4685" fmla="*/ 1743075 w 2419350"/>
                <a:gd name="connsiteY4685" fmla="*/ 244888 h 876300"/>
                <a:gd name="connsiteX4686" fmla="*/ 1743932 w 2419350"/>
                <a:gd name="connsiteY4686" fmla="*/ 245078 h 876300"/>
                <a:gd name="connsiteX4687" fmla="*/ 1746218 w 2419350"/>
                <a:gd name="connsiteY4687" fmla="*/ 244602 h 876300"/>
                <a:gd name="connsiteX4688" fmla="*/ 1747266 w 2419350"/>
                <a:gd name="connsiteY4688" fmla="*/ 245078 h 876300"/>
                <a:gd name="connsiteX4689" fmla="*/ 1748028 w 2419350"/>
                <a:gd name="connsiteY4689" fmla="*/ 246031 h 876300"/>
                <a:gd name="connsiteX4690" fmla="*/ 1748314 w 2419350"/>
                <a:gd name="connsiteY4690" fmla="*/ 246983 h 876300"/>
                <a:gd name="connsiteX4691" fmla="*/ 1748123 w 2419350"/>
                <a:gd name="connsiteY4691" fmla="*/ 247936 h 876300"/>
                <a:gd name="connsiteX4692" fmla="*/ 1747456 w 2419350"/>
                <a:gd name="connsiteY4692" fmla="*/ 249174 h 876300"/>
                <a:gd name="connsiteX4693" fmla="*/ 1746504 w 2419350"/>
                <a:gd name="connsiteY4693" fmla="*/ 250317 h 876300"/>
                <a:gd name="connsiteX4694" fmla="*/ 1745647 w 2419350"/>
                <a:gd name="connsiteY4694" fmla="*/ 250698 h 876300"/>
                <a:gd name="connsiteX4695" fmla="*/ 1742027 w 2419350"/>
                <a:gd name="connsiteY4695" fmla="*/ 250698 h 876300"/>
                <a:gd name="connsiteX4696" fmla="*/ 1740980 w 2419350"/>
                <a:gd name="connsiteY4696" fmla="*/ 250984 h 876300"/>
                <a:gd name="connsiteX4697" fmla="*/ 1739932 w 2419350"/>
                <a:gd name="connsiteY4697" fmla="*/ 251460 h 876300"/>
                <a:gd name="connsiteX4698" fmla="*/ 1738884 w 2419350"/>
                <a:gd name="connsiteY4698" fmla="*/ 252127 h 876300"/>
                <a:gd name="connsiteX4699" fmla="*/ 1737741 w 2419350"/>
                <a:gd name="connsiteY4699" fmla="*/ 252984 h 876300"/>
                <a:gd name="connsiteX4700" fmla="*/ 1734693 w 2419350"/>
                <a:gd name="connsiteY4700" fmla="*/ 256985 h 876300"/>
                <a:gd name="connsiteX4701" fmla="*/ 1734503 w 2419350"/>
                <a:gd name="connsiteY4701" fmla="*/ 257937 h 876300"/>
                <a:gd name="connsiteX4702" fmla="*/ 1734503 w 2419350"/>
                <a:gd name="connsiteY4702" fmla="*/ 258794 h 876300"/>
                <a:gd name="connsiteX4703" fmla="*/ 1734217 w 2419350"/>
                <a:gd name="connsiteY4703" fmla="*/ 263366 h 876300"/>
                <a:gd name="connsiteX4704" fmla="*/ 1734026 w 2419350"/>
                <a:gd name="connsiteY4704" fmla="*/ 264128 h 876300"/>
                <a:gd name="connsiteX4705" fmla="*/ 1733169 w 2419350"/>
                <a:gd name="connsiteY4705" fmla="*/ 264986 h 876300"/>
                <a:gd name="connsiteX4706" fmla="*/ 1731359 w 2419350"/>
                <a:gd name="connsiteY4706" fmla="*/ 266510 h 876300"/>
                <a:gd name="connsiteX4707" fmla="*/ 1730312 w 2419350"/>
                <a:gd name="connsiteY4707" fmla="*/ 267176 h 876300"/>
                <a:gd name="connsiteX4708" fmla="*/ 1729454 w 2419350"/>
                <a:gd name="connsiteY4708" fmla="*/ 267557 h 876300"/>
                <a:gd name="connsiteX4709" fmla="*/ 1728406 w 2419350"/>
                <a:gd name="connsiteY4709" fmla="*/ 267843 h 876300"/>
                <a:gd name="connsiteX4710" fmla="*/ 1727359 w 2419350"/>
                <a:gd name="connsiteY4710" fmla="*/ 267843 h 876300"/>
                <a:gd name="connsiteX4711" fmla="*/ 1725930 w 2419350"/>
                <a:gd name="connsiteY4711" fmla="*/ 266986 h 876300"/>
                <a:gd name="connsiteX4712" fmla="*/ 1725454 w 2419350"/>
                <a:gd name="connsiteY4712" fmla="*/ 266986 h 876300"/>
                <a:gd name="connsiteX4713" fmla="*/ 1724978 w 2419350"/>
                <a:gd name="connsiteY4713" fmla="*/ 266986 h 876300"/>
                <a:gd name="connsiteX4714" fmla="*/ 1724501 w 2419350"/>
                <a:gd name="connsiteY4714" fmla="*/ 266795 h 876300"/>
                <a:gd name="connsiteX4715" fmla="*/ 1724120 w 2419350"/>
                <a:gd name="connsiteY4715" fmla="*/ 266414 h 876300"/>
                <a:gd name="connsiteX4716" fmla="*/ 1723644 w 2419350"/>
                <a:gd name="connsiteY4716" fmla="*/ 265367 h 876300"/>
                <a:gd name="connsiteX4717" fmla="*/ 1723358 w 2419350"/>
                <a:gd name="connsiteY4717" fmla="*/ 264986 h 876300"/>
                <a:gd name="connsiteX4718" fmla="*/ 1722596 w 2419350"/>
                <a:gd name="connsiteY4718" fmla="*/ 264414 h 876300"/>
                <a:gd name="connsiteX4719" fmla="*/ 1720691 w 2419350"/>
                <a:gd name="connsiteY4719" fmla="*/ 263652 h 876300"/>
                <a:gd name="connsiteX4720" fmla="*/ 1719929 w 2419350"/>
                <a:gd name="connsiteY4720" fmla="*/ 263080 h 876300"/>
                <a:gd name="connsiteX4721" fmla="*/ 1719453 w 2419350"/>
                <a:gd name="connsiteY4721" fmla="*/ 262414 h 876300"/>
                <a:gd name="connsiteX4722" fmla="*/ 1718977 w 2419350"/>
                <a:gd name="connsiteY4722" fmla="*/ 261556 h 876300"/>
                <a:gd name="connsiteX4723" fmla="*/ 1718596 w 2419350"/>
                <a:gd name="connsiteY4723" fmla="*/ 260604 h 876300"/>
                <a:gd name="connsiteX4724" fmla="*/ 1718405 w 2419350"/>
                <a:gd name="connsiteY4724" fmla="*/ 259652 h 876300"/>
                <a:gd name="connsiteX4725" fmla="*/ 1719072 w 2419350"/>
                <a:gd name="connsiteY4725" fmla="*/ 257270 h 876300"/>
                <a:gd name="connsiteX4726" fmla="*/ 1720787 w 2419350"/>
                <a:gd name="connsiteY4726" fmla="*/ 255651 h 876300"/>
                <a:gd name="connsiteX4727" fmla="*/ 1725168 w 2419350"/>
                <a:gd name="connsiteY4727" fmla="*/ 253175 h 876300"/>
                <a:gd name="connsiteX4728" fmla="*/ 1729359 w 2419350"/>
                <a:gd name="connsiteY4728" fmla="*/ 249746 h 876300"/>
                <a:gd name="connsiteX4729" fmla="*/ 1729835 w 2419350"/>
                <a:gd name="connsiteY4729" fmla="*/ 249555 h 876300"/>
                <a:gd name="connsiteX4730" fmla="*/ 1731073 w 2419350"/>
                <a:gd name="connsiteY4730" fmla="*/ 249650 h 876300"/>
                <a:gd name="connsiteX4731" fmla="*/ 1731645 w 2419350"/>
                <a:gd name="connsiteY4731" fmla="*/ 249555 h 876300"/>
                <a:gd name="connsiteX4732" fmla="*/ 1732312 w 2419350"/>
                <a:gd name="connsiteY4732" fmla="*/ 249269 h 876300"/>
                <a:gd name="connsiteX4733" fmla="*/ 1732502 w 2419350"/>
                <a:gd name="connsiteY4733" fmla="*/ 249079 h 876300"/>
                <a:gd name="connsiteX4734" fmla="*/ 1732502 w 2419350"/>
                <a:gd name="connsiteY4734" fmla="*/ 248698 h 876300"/>
                <a:gd name="connsiteX4735" fmla="*/ 1732693 w 2419350"/>
                <a:gd name="connsiteY4735" fmla="*/ 248031 h 876300"/>
                <a:gd name="connsiteX4736" fmla="*/ 1733740 w 2419350"/>
                <a:gd name="connsiteY4736" fmla="*/ 245840 h 876300"/>
                <a:gd name="connsiteX4737" fmla="*/ 1734407 w 2419350"/>
                <a:gd name="connsiteY4737" fmla="*/ 244888 h 876300"/>
                <a:gd name="connsiteX4738" fmla="*/ 1735455 w 2419350"/>
                <a:gd name="connsiteY4738" fmla="*/ 243840 h 876300"/>
                <a:gd name="connsiteX4739" fmla="*/ 1735836 w 2419350"/>
                <a:gd name="connsiteY4739" fmla="*/ 243269 h 876300"/>
                <a:gd name="connsiteX4740" fmla="*/ 1736407 w 2419350"/>
                <a:gd name="connsiteY4740" fmla="*/ 241935 h 876300"/>
                <a:gd name="connsiteX4741" fmla="*/ 1736598 w 2419350"/>
                <a:gd name="connsiteY4741" fmla="*/ 241554 h 876300"/>
                <a:gd name="connsiteX4742" fmla="*/ 1737074 w 2419350"/>
                <a:gd name="connsiteY4742" fmla="*/ 241459 h 876300"/>
                <a:gd name="connsiteX4743" fmla="*/ 1738313 w 2419350"/>
                <a:gd name="connsiteY4743" fmla="*/ 241459 h 876300"/>
                <a:gd name="connsiteX4744" fmla="*/ 1738789 w 2419350"/>
                <a:gd name="connsiteY4744" fmla="*/ 241173 h 876300"/>
                <a:gd name="connsiteX4745" fmla="*/ 1738789 w 2419350"/>
                <a:gd name="connsiteY4745" fmla="*/ 240506 h 876300"/>
                <a:gd name="connsiteX4746" fmla="*/ 1737931 w 2419350"/>
                <a:gd name="connsiteY4746" fmla="*/ 238696 h 876300"/>
                <a:gd name="connsiteX4747" fmla="*/ 1737741 w 2419350"/>
                <a:gd name="connsiteY4747" fmla="*/ 237744 h 876300"/>
                <a:gd name="connsiteX4748" fmla="*/ 1737836 w 2419350"/>
                <a:gd name="connsiteY4748" fmla="*/ 237268 h 876300"/>
                <a:gd name="connsiteX4749" fmla="*/ 1738122 w 2419350"/>
                <a:gd name="connsiteY4749" fmla="*/ 236982 h 876300"/>
                <a:gd name="connsiteX4750" fmla="*/ 1738503 w 2419350"/>
                <a:gd name="connsiteY4750" fmla="*/ 236792 h 876300"/>
                <a:gd name="connsiteX4751" fmla="*/ 1738693 w 2419350"/>
                <a:gd name="connsiteY4751" fmla="*/ 236506 h 876300"/>
                <a:gd name="connsiteX4752" fmla="*/ 1738789 w 2419350"/>
                <a:gd name="connsiteY4752" fmla="*/ 236029 h 876300"/>
                <a:gd name="connsiteX4753" fmla="*/ 1738693 w 2419350"/>
                <a:gd name="connsiteY4753" fmla="*/ 234410 h 876300"/>
                <a:gd name="connsiteX4754" fmla="*/ 1738789 w 2419350"/>
                <a:gd name="connsiteY4754" fmla="*/ 232886 h 876300"/>
                <a:gd name="connsiteX4755" fmla="*/ 1739646 w 2419350"/>
                <a:gd name="connsiteY4755" fmla="*/ 230124 h 876300"/>
                <a:gd name="connsiteX4756" fmla="*/ 1739837 w 2419350"/>
                <a:gd name="connsiteY4756" fmla="*/ 228981 h 876300"/>
                <a:gd name="connsiteX4757" fmla="*/ 1739360 w 2419350"/>
                <a:gd name="connsiteY4757" fmla="*/ 226790 h 876300"/>
                <a:gd name="connsiteX4758" fmla="*/ 1739074 w 2419350"/>
                <a:gd name="connsiteY4758" fmla="*/ 226124 h 876300"/>
                <a:gd name="connsiteX4759" fmla="*/ 1738693 w 2419350"/>
                <a:gd name="connsiteY4759" fmla="*/ 225743 h 876300"/>
                <a:gd name="connsiteX4760" fmla="*/ 1738313 w 2419350"/>
                <a:gd name="connsiteY4760" fmla="*/ 225457 h 876300"/>
                <a:gd name="connsiteX4761" fmla="*/ 1737931 w 2419350"/>
                <a:gd name="connsiteY4761" fmla="*/ 225076 h 876300"/>
                <a:gd name="connsiteX4762" fmla="*/ 1737646 w 2419350"/>
                <a:gd name="connsiteY4762" fmla="*/ 224409 h 876300"/>
                <a:gd name="connsiteX4763" fmla="*/ 1738027 w 2419350"/>
                <a:gd name="connsiteY4763" fmla="*/ 224028 h 876300"/>
                <a:gd name="connsiteX4764" fmla="*/ 1738217 w 2419350"/>
                <a:gd name="connsiteY4764" fmla="*/ 223361 h 876300"/>
                <a:gd name="connsiteX4765" fmla="*/ 1738693 w 2419350"/>
                <a:gd name="connsiteY4765" fmla="*/ 219456 h 876300"/>
                <a:gd name="connsiteX4766" fmla="*/ 1738217 w 2419350"/>
                <a:gd name="connsiteY4766" fmla="*/ 218408 h 876300"/>
                <a:gd name="connsiteX4767" fmla="*/ 1736026 w 2419350"/>
                <a:gd name="connsiteY4767" fmla="*/ 216599 h 876300"/>
                <a:gd name="connsiteX4768" fmla="*/ 1735550 w 2419350"/>
                <a:gd name="connsiteY4768" fmla="*/ 215837 h 876300"/>
                <a:gd name="connsiteX4769" fmla="*/ 1734883 w 2419350"/>
                <a:gd name="connsiteY4769" fmla="*/ 215265 h 876300"/>
                <a:gd name="connsiteX4770" fmla="*/ 1731455 w 2419350"/>
                <a:gd name="connsiteY4770" fmla="*/ 214884 h 876300"/>
                <a:gd name="connsiteX4771" fmla="*/ 1730216 w 2419350"/>
                <a:gd name="connsiteY4771" fmla="*/ 213931 h 876300"/>
                <a:gd name="connsiteX4772" fmla="*/ 1729931 w 2419350"/>
                <a:gd name="connsiteY4772" fmla="*/ 212598 h 876300"/>
                <a:gd name="connsiteX4773" fmla="*/ 1730121 w 2419350"/>
                <a:gd name="connsiteY4773" fmla="*/ 210884 h 876300"/>
                <a:gd name="connsiteX4774" fmla="*/ 1730502 w 2419350"/>
                <a:gd name="connsiteY4774" fmla="*/ 209360 h 876300"/>
                <a:gd name="connsiteX4775" fmla="*/ 1730978 w 2419350"/>
                <a:gd name="connsiteY4775" fmla="*/ 208502 h 876300"/>
                <a:gd name="connsiteX4776" fmla="*/ 1731550 w 2419350"/>
                <a:gd name="connsiteY4776" fmla="*/ 208026 h 876300"/>
                <a:gd name="connsiteX4777" fmla="*/ 1732216 w 2419350"/>
                <a:gd name="connsiteY4777" fmla="*/ 207550 h 876300"/>
                <a:gd name="connsiteX4778" fmla="*/ 1733074 w 2419350"/>
                <a:gd name="connsiteY4778" fmla="*/ 207264 h 876300"/>
                <a:gd name="connsiteX4779" fmla="*/ 1734026 w 2419350"/>
                <a:gd name="connsiteY4779" fmla="*/ 207169 h 876300"/>
                <a:gd name="connsiteX4780" fmla="*/ 1734598 w 2419350"/>
                <a:gd name="connsiteY4780" fmla="*/ 206788 h 876300"/>
                <a:gd name="connsiteX4781" fmla="*/ 1735074 w 2419350"/>
                <a:gd name="connsiteY4781" fmla="*/ 205835 h 876300"/>
                <a:gd name="connsiteX4782" fmla="*/ 1735646 w 2419350"/>
                <a:gd name="connsiteY4782" fmla="*/ 203930 h 876300"/>
                <a:gd name="connsiteX4783" fmla="*/ 1735836 w 2419350"/>
                <a:gd name="connsiteY4783" fmla="*/ 202597 h 876300"/>
                <a:gd name="connsiteX4784" fmla="*/ 1736122 w 2419350"/>
                <a:gd name="connsiteY4784" fmla="*/ 202025 h 876300"/>
                <a:gd name="connsiteX4785" fmla="*/ 1737360 w 2419350"/>
                <a:gd name="connsiteY4785" fmla="*/ 201549 h 876300"/>
                <a:gd name="connsiteX4786" fmla="*/ 1737741 w 2419350"/>
                <a:gd name="connsiteY4786" fmla="*/ 201073 h 876300"/>
                <a:gd name="connsiteX4787" fmla="*/ 1738027 w 2419350"/>
                <a:gd name="connsiteY4787" fmla="*/ 200596 h 876300"/>
                <a:gd name="connsiteX4788" fmla="*/ 1738313 w 2419350"/>
                <a:gd name="connsiteY4788" fmla="*/ 200406 h 876300"/>
                <a:gd name="connsiteX4789" fmla="*/ 1738884 w 2419350"/>
                <a:gd name="connsiteY4789" fmla="*/ 200025 h 876300"/>
                <a:gd name="connsiteX4790" fmla="*/ 1739551 w 2419350"/>
                <a:gd name="connsiteY4790" fmla="*/ 199168 h 876300"/>
                <a:gd name="connsiteX4791" fmla="*/ 1740694 w 2419350"/>
                <a:gd name="connsiteY4791" fmla="*/ 197168 h 876300"/>
                <a:gd name="connsiteX4792" fmla="*/ 1741075 w 2419350"/>
                <a:gd name="connsiteY4792" fmla="*/ 196025 h 876300"/>
                <a:gd name="connsiteX4793" fmla="*/ 1741075 w 2419350"/>
                <a:gd name="connsiteY4793" fmla="*/ 194881 h 876300"/>
                <a:gd name="connsiteX4794" fmla="*/ 1740598 w 2419350"/>
                <a:gd name="connsiteY4794" fmla="*/ 194310 h 876300"/>
                <a:gd name="connsiteX4795" fmla="*/ 1738313 w 2419350"/>
                <a:gd name="connsiteY4795" fmla="*/ 195548 h 876300"/>
                <a:gd name="connsiteX4796" fmla="*/ 1737455 w 2419350"/>
                <a:gd name="connsiteY4796" fmla="*/ 195358 h 876300"/>
                <a:gd name="connsiteX4797" fmla="*/ 1736693 w 2419350"/>
                <a:gd name="connsiteY4797" fmla="*/ 194881 h 876300"/>
                <a:gd name="connsiteX4798" fmla="*/ 1735741 w 2419350"/>
                <a:gd name="connsiteY4798" fmla="*/ 194691 h 876300"/>
                <a:gd name="connsiteX4799" fmla="*/ 1734693 w 2419350"/>
                <a:gd name="connsiteY4799" fmla="*/ 195072 h 876300"/>
                <a:gd name="connsiteX4800" fmla="*/ 1733740 w 2419350"/>
                <a:gd name="connsiteY4800" fmla="*/ 195929 h 876300"/>
                <a:gd name="connsiteX4801" fmla="*/ 1733074 w 2419350"/>
                <a:gd name="connsiteY4801" fmla="*/ 196882 h 876300"/>
                <a:gd name="connsiteX4802" fmla="*/ 1732788 w 2419350"/>
                <a:gd name="connsiteY4802" fmla="*/ 197739 h 876300"/>
                <a:gd name="connsiteX4803" fmla="*/ 1732407 w 2419350"/>
                <a:gd name="connsiteY4803" fmla="*/ 198215 h 876300"/>
                <a:gd name="connsiteX4804" fmla="*/ 1730788 w 2419350"/>
                <a:gd name="connsiteY4804" fmla="*/ 199549 h 876300"/>
                <a:gd name="connsiteX4805" fmla="*/ 1725930 w 2419350"/>
                <a:gd name="connsiteY4805" fmla="*/ 204597 h 876300"/>
                <a:gd name="connsiteX4806" fmla="*/ 1724692 w 2419350"/>
                <a:gd name="connsiteY4806" fmla="*/ 206502 h 876300"/>
                <a:gd name="connsiteX4807" fmla="*/ 1721739 w 2419350"/>
                <a:gd name="connsiteY4807" fmla="*/ 208979 h 876300"/>
                <a:gd name="connsiteX4808" fmla="*/ 1721072 w 2419350"/>
                <a:gd name="connsiteY4808" fmla="*/ 209931 h 876300"/>
                <a:gd name="connsiteX4809" fmla="*/ 1719834 w 2419350"/>
                <a:gd name="connsiteY4809" fmla="*/ 212122 h 876300"/>
                <a:gd name="connsiteX4810" fmla="*/ 1718500 w 2419350"/>
                <a:gd name="connsiteY4810" fmla="*/ 213741 h 876300"/>
                <a:gd name="connsiteX4811" fmla="*/ 1715929 w 2419350"/>
                <a:gd name="connsiteY4811" fmla="*/ 218122 h 876300"/>
                <a:gd name="connsiteX4812" fmla="*/ 1715357 w 2419350"/>
                <a:gd name="connsiteY4812" fmla="*/ 220028 h 876300"/>
                <a:gd name="connsiteX4813" fmla="*/ 1714786 w 2419350"/>
                <a:gd name="connsiteY4813" fmla="*/ 220789 h 876300"/>
                <a:gd name="connsiteX4814" fmla="*/ 1714595 w 2419350"/>
                <a:gd name="connsiteY4814" fmla="*/ 221266 h 876300"/>
                <a:gd name="connsiteX4815" fmla="*/ 1714786 w 2419350"/>
                <a:gd name="connsiteY4815" fmla="*/ 221456 h 876300"/>
                <a:gd name="connsiteX4816" fmla="*/ 1715453 w 2419350"/>
                <a:gd name="connsiteY4816" fmla="*/ 221647 h 876300"/>
                <a:gd name="connsiteX4817" fmla="*/ 1715643 w 2419350"/>
                <a:gd name="connsiteY4817" fmla="*/ 222123 h 876300"/>
                <a:gd name="connsiteX4818" fmla="*/ 1715548 w 2419350"/>
                <a:gd name="connsiteY4818" fmla="*/ 222695 h 876300"/>
                <a:gd name="connsiteX4819" fmla="*/ 1715357 w 2419350"/>
                <a:gd name="connsiteY4819" fmla="*/ 223171 h 876300"/>
                <a:gd name="connsiteX4820" fmla="*/ 1715072 w 2419350"/>
                <a:gd name="connsiteY4820" fmla="*/ 223361 h 876300"/>
                <a:gd name="connsiteX4821" fmla="*/ 1714595 w 2419350"/>
                <a:gd name="connsiteY4821" fmla="*/ 223456 h 876300"/>
                <a:gd name="connsiteX4822" fmla="*/ 1714119 w 2419350"/>
                <a:gd name="connsiteY4822" fmla="*/ 223742 h 876300"/>
                <a:gd name="connsiteX4823" fmla="*/ 1713929 w 2419350"/>
                <a:gd name="connsiteY4823" fmla="*/ 224409 h 876300"/>
                <a:gd name="connsiteX4824" fmla="*/ 1714024 w 2419350"/>
                <a:gd name="connsiteY4824" fmla="*/ 224790 h 876300"/>
                <a:gd name="connsiteX4825" fmla="*/ 1714214 w 2419350"/>
                <a:gd name="connsiteY4825" fmla="*/ 225171 h 876300"/>
                <a:gd name="connsiteX4826" fmla="*/ 1714690 w 2419350"/>
                <a:gd name="connsiteY4826" fmla="*/ 225933 h 876300"/>
                <a:gd name="connsiteX4827" fmla="*/ 1713071 w 2419350"/>
                <a:gd name="connsiteY4827" fmla="*/ 228219 h 876300"/>
                <a:gd name="connsiteX4828" fmla="*/ 1712786 w 2419350"/>
                <a:gd name="connsiteY4828" fmla="*/ 229553 h 876300"/>
                <a:gd name="connsiteX4829" fmla="*/ 1713452 w 2419350"/>
                <a:gd name="connsiteY4829" fmla="*/ 230886 h 876300"/>
                <a:gd name="connsiteX4830" fmla="*/ 1713929 w 2419350"/>
                <a:gd name="connsiteY4830" fmla="*/ 232505 h 876300"/>
                <a:gd name="connsiteX4831" fmla="*/ 1713166 w 2419350"/>
                <a:gd name="connsiteY4831" fmla="*/ 234410 h 876300"/>
                <a:gd name="connsiteX4832" fmla="*/ 1711166 w 2419350"/>
                <a:gd name="connsiteY4832" fmla="*/ 237458 h 876300"/>
                <a:gd name="connsiteX4833" fmla="*/ 1709928 w 2419350"/>
                <a:gd name="connsiteY4833" fmla="*/ 240887 h 876300"/>
                <a:gd name="connsiteX4834" fmla="*/ 1708404 w 2419350"/>
                <a:gd name="connsiteY4834" fmla="*/ 242792 h 876300"/>
                <a:gd name="connsiteX4835" fmla="*/ 1706880 w 2419350"/>
                <a:gd name="connsiteY4835" fmla="*/ 245269 h 876300"/>
                <a:gd name="connsiteX4836" fmla="*/ 1706499 w 2419350"/>
                <a:gd name="connsiteY4836" fmla="*/ 246317 h 876300"/>
                <a:gd name="connsiteX4837" fmla="*/ 1706594 w 2419350"/>
                <a:gd name="connsiteY4837" fmla="*/ 247364 h 876300"/>
                <a:gd name="connsiteX4838" fmla="*/ 1707071 w 2419350"/>
                <a:gd name="connsiteY4838" fmla="*/ 248126 h 876300"/>
                <a:gd name="connsiteX4839" fmla="*/ 1707642 w 2419350"/>
                <a:gd name="connsiteY4839" fmla="*/ 248698 h 876300"/>
                <a:gd name="connsiteX4840" fmla="*/ 1707928 w 2419350"/>
                <a:gd name="connsiteY4840" fmla="*/ 249364 h 876300"/>
                <a:gd name="connsiteX4841" fmla="*/ 1708023 w 2419350"/>
                <a:gd name="connsiteY4841" fmla="*/ 250508 h 876300"/>
                <a:gd name="connsiteX4842" fmla="*/ 1707928 w 2419350"/>
                <a:gd name="connsiteY4842" fmla="*/ 250888 h 876300"/>
                <a:gd name="connsiteX4843" fmla="*/ 1707451 w 2419350"/>
                <a:gd name="connsiteY4843" fmla="*/ 251555 h 876300"/>
                <a:gd name="connsiteX4844" fmla="*/ 1834610 w 2419350"/>
                <a:gd name="connsiteY4844" fmla="*/ 372904 h 876300"/>
                <a:gd name="connsiteX4845" fmla="*/ 1835182 w 2419350"/>
                <a:gd name="connsiteY4845" fmla="*/ 372809 h 876300"/>
                <a:gd name="connsiteX4846" fmla="*/ 1835467 w 2419350"/>
                <a:gd name="connsiteY4846" fmla="*/ 372618 h 876300"/>
                <a:gd name="connsiteX4847" fmla="*/ 1836134 w 2419350"/>
                <a:gd name="connsiteY4847" fmla="*/ 372237 h 876300"/>
                <a:gd name="connsiteX4848" fmla="*/ 1836801 w 2419350"/>
                <a:gd name="connsiteY4848" fmla="*/ 372046 h 876300"/>
                <a:gd name="connsiteX4849" fmla="*/ 1837087 w 2419350"/>
                <a:gd name="connsiteY4849" fmla="*/ 372332 h 876300"/>
                <a:gd name="connsiteX4850" fmla="*/ 1836706 w 2419350"/>
                <a:gd name="connsiteY4850" fmla="*/ 372713 h 876300"/>
                <a:gd name="connsiteX4851" fmla="*/ 1834515 w 2419350"/>
                <a:gd name="connsiteY4851" fmla="*/ 374142 h 876300"/>
                <a:gd name="connsiteX4852" fmla="*/ 1836039 w 2419350"/>
                <a:gd name="connsiteY4852" fmla="*/ 373952 h 876300"/>
                <a:gd name="connsiteX4853" fmla="*/ 1837277 w 2419350"/>
                <a:gd name="connsiteY4853" fmla="*/ 373285 h 876300"/>
                <a:gd name="connsiteX4854" fmla="*/ 1839278 w 2419350"/>
                <a:gd name="connsiteY4854" fmla="*/ 371666 h 876300"/>
                <a:gd name="connsiteX4855" fmla="*/ 1839278 w 2419350"/>
                <a:gd name="connsiteY4855" fmla="*/ 372046 h 876300"/>
                <a:gd name="connsiteX4856" fmla="*/ 1839373 w 2419350"/>
                <a:gd name="connsiteY4856" fmla="*/ 372332 h 876300"/>
                <a:gd name="connsiteX4857" fmla="*/ 1839468 w 2419350"/>
                <a:gd name="connsiteY4857" fmla="*/ 372523 h 876300"/>
                <a:gd name="connsiteX4858" fmla="*/ 1839563 w 2419350"/>
                <a:gd name="connsiteY4858" fmla="*/ 372809 h 876300"/>
                <a:gd name="connsiteX4859" fmla="*/ 1840897 w 2419350"/>
                <a:gd name="connsiteY4859" fmla="*/ 371761 h 876300"/>
                <a:gd name="connsiteX4860" fmla="*/ 1841278 w 2419350"/>
                <a:gd name="connsiteY4860" fmla="*/ 371094 h 876300"/>
                <a:gd name="connsiteX4861" fmla="*/ 1840897 w 2419350"/>
                <a:gd name="connsiteY4861" fmla="*/ 370332 h 876300"/>
                <a:gd name="connsiteX4862" fmla="*/ 1840039 w 2419350"/>
                <a:gd name="connsiteY4862" fmla="*/ 370046 h 876300"/>
                <a:gd name="connsiteX4863" fmla="*/ 1838992 w 2419350"/>
                <a:gd name="connsiteY4863" fmla="*/ 370046 h 876300"/>
                <a:gd name="connsiteX4864" fmla="*/ 1837944 w 2419350"/>
                <a:gd name="connsiteY4864" fmla="*/ 369951 h 876300"/>
                <a:gd name="connsiteX4865" fmla="*/ 1837087 w 2419350"/>
                <a:gd name="connsiteY4865" fmla="*/ 369284 h 876300"/>
                <a:gd name="connsiteX4866" fmla="*/ 1835944 w 2419350"/>
                <a:gd name="connsiteY4866" fmla="*/ 369284 h 876300"/>
                <a:gd name="connsiteX4867" fmla="*/ 1831181 w 2419350"/>
                <a:gd name="connsiteY4867" fmla="*/ 370904 h 876300"/>
                <a:gd name="connsiteX4868" fmla="*/ 1830229 w 2419350"/>
                <a:gd name="connsiteY4868" fmla="*/ 371666 h 876300"/>
                <a:gd name="connsiteX4869" fmla="*/ 1829943 w 2419350"/>
                <a:gd name="connsiteY4869" fmla="*/ 372428 h 876300"/>
                <a:gd name="connsiteX4870" fmla="*/ 1830896 w 2419350"/>
                <a:gd name="connsiteY4870" fmla="*/ 372999 h 876300"/>
                <a:gd name="connsiteX4871" fmla="*/ 1834610 w 2419350"/>
                <a:gd name="connsiteY4871" fmla="*/ 372904 h 876300"/>
                <a:gd name="connsiteX4872" fmla="*/ 1836325 w 2419350"/>
                <a:gd name="connsiteY4872" fmla="*/ 335566 h 876300"/>
                <a:gd name="connsiteX4873" fmla="*/ 1836991 w 2419350"/>
                <a:gd name="connsiteY4873" fmla="*/ 335756 h 876300"/>
                <a:gd name="connsiteX4874" fmla="*/ 1837563 w 2419350"/>
                <a:gd name="connsiteY4874" fmla="*/ 335375 h 876300"/>
                <a:gd name="connsiteX4875" fmla="*/ 1838039 w 2419350"/>
                <a:gd name="connsiteY4875" fmla="*/ 334518 h 876300"/>
                <a:gd name="connsiteX4876" fmla="*/ 1838325 w 2419350"/>
                <a:gd name="connsiteY4876" fmla="*/ 333470 h 876300"/>
                <a:gd name="connsiteX4877" fmla="*/ 1838611 w 2419350"/>
                <a:gd name="connsiteY4877" fmla="*/ 332994 h 876300"/>
                <a:gd name="connsiteX4878" fmla="*/ 1838897 w 2419350"/>
                <a:gd name="connsiteY4878" fmla="*/ 332613 h 876300"/>
                <a:gd name="connsiteX4879" fmla="*/ 1838992 w 2419350"/>
                <a:gd name="connsiteY4879" fmla="*/ 331851 h 876300"/>
                <a:gd name="connsiteX4880" fmla="*/ 1838706 w 2419350"/>
                <a:gd name="connsiteY4880" fmla="*/ 331089 h 876300"/>
                <a:gd name="connsiteX4881" fmla="*/ 1838325 w 2419350"/>
                <a:gd name="connsiteY4881" fmla="*/ 330803 h 876300"/>
                <a:gd name="connsiteX4882" fmla="*/ 1837849 w 2419350"/>
                <a:gd name="connsiteY4882" fmla="*/ 330899 h 876300"/>
                <a:gd name="connsiteX4883" fmla="*/ 1836896 w 2419350"/>
                <a:gd name="connsiteY4883" fmla="*/ 331184 h 876300"/>
                <a:gd name="connsiteX4884" fmla="*/ 1836134 w 2419350"/>
                <a:gd name="connsiteY4884" fmla="*/ 331565 h 876300"/>
                <a:gd name="connsiteX4885" fmla="*/ 1835848 w 2419350"/>
                <a:gd name="connsiteY4885" fmla="*/ 331756 h 876300"/>
                <a:gd name="connsiteX4886" fmla="*/ 1835563 w 2419350"/>
                <a:gd name="connsiteY4886" fmla="*/ 332042 h 876300"/>
                <a:gd name="connsiteX4887" fmla="*/ 1835277 w 2419350"/>
                <a:gd name="connsiteY4887" fmla="*/ 332708 h 876300"/>
                <a:gd name="connsiteX4888" fmla="*/ 1835277 w 2419350"/>
                <a:gd name="connsiteY4888" fmla="*/ 333661 h 876300"/>
                <a:gd name="connsiteX4889" fmla="*/ 1835658 w 2419350"/>
                <a:gd name="connsiteY4889" fmla="*/ 334709 h 876300"/>
                <a:gd name="connsiteX4890" fmla="*/ 1836325 w 2419350"/>
                <a:gd name="connsiteY4890" fmla="*/ 335566 h 876300"/>
                <a:gd name="connsiteX4891" fmla="*/ 1727454 w 2419350"/>
                <a:gd name="connsiteY4891" fmla="*/ 592455 h 876300"/>
                <a:gd name="connsiteX4892" fmla="*/ 1726978 w 2419350"/>
                <a:gd name="connsiteY4892" fmla="*/ 592931 h 876300"/>
                <a:gd name="connsiteX4893" fmla="*/ 1727645 w 2419350"/>
                <a:gd name="connsiteY4893" fmla="*/ 592836 h 876300"/>
                <a:gd name="connsiteX4894" fmla="*/ 1727454 w 2419350"/>
                <a:gd name="connsiteY4894" fmla="*/ 592455 h 876300"/>
                <a:gd name="connsiteX4895" fmla="*/ 1702403 w 2419350"/>
                <a:gd name="connsiteY4895" fmla="*/ 331280 h 876300"/>
                <a:gd name="connsiteX4896" fmla="*/ 1701832 w 2419350"/>
                <a:gd name="connsiteY4896" fmla="*/ 332042 h 876300"/>
                <a:gd name="connsiteX4897" fmla="*/ 1701165 w 2419350"/>
                <a:gd name="connsiteY4897" fmla="*/ 332708 h 876300"/>
                <a:gd name="connsiteX4898" fmla="*/ 1700784 w 2419350"/>
                <a:gd name="connsiteY4898" fmla="*/ 333470 h 876300"/>
                <a:gd name="connsiteX4899" fmla="*/ 1700784 w 2419350"/>
                <a:gd name="connsiteY4899" fmla="*/ 334328 h 876300"/>
                <a:gd name="connsiteX4900" fmla="*/ 1700974 w 2419350"/>
                <a:gd name="connsiteY4900" fmla="*/ 335280 h 876300"/>
                <a:gd name="connsiteX4901" fmla="*/ 1701356 w 2419350"/>
                <a:gd name="connsiteY4901" fmla="*/ 336137 h 876300"/>
                <a:gd name="connsiteX4902" fmla="*/ 1701927 w 2419350"/>
                <a:gd name="connsiteY4902" fmla="*/ 336709 h 876300"/>
                <a:gd name="connsiteX4903" fmla="*/ 1703546 w 2419350"/>
                <a:gd name="connsiteY4903" fmla="*/ 337852 h 876300"/>
                <a:gd name="connsiteX4904" fmla="*/ 1703927 w 2419350"/>
                <a:gd name="connsiteY4904" fmla="*/ 338423 h 876300"/>
                <a:gd name="connsiteX4905" fmla="*/ 1704023 w 2419350"/>
                <a:gd name="connsiteY4905" fmla="*/ 338804 h 876300"/>
                <a:gd name="connsiteX4906" fmla="*/ 1704975 w 2419350"/>
                <a:gd name="connsiteY4906" fmla="*/ 340328 h 876300"/>
                <a:gd name="connsiteX4907" fmla="*/ 1705165 w 2419350"/>
                <a:gd name="connsiteY4907" fmla="*/ 340424 h 876300"/>
                <a:gd name="connsiteX4908" fmla="*/ 1705832 w 2419350"/>
                <a:gd name="connsiteY4908" fmla="*/ 340614 h 876300"/>
                <a:gd name="connsiteX4909" fmla="*/ 1706118 w 2419350"/>
                <a:gd name="connsiteY4909" fmla="*/ 340709 h 876300"/>
                <a:gd name="connsiteX4910" fmla="*/ 1706308 w 2419350"/>
                <a:gd name="connsiteY4910" fmla="*/ 340995 h 876300"/>
                <a:gd name="connsiteX4911" fmla="*/ 1706404 w 2419350"/>
                <a:gd name="connsiteY4911" fmla="*/ 341662 h 876300"/>
                <a:gd name="connsiteX4912" fmla="*/ 1706499 w 2419350"/>
                <a:gd name="connsiteY4912" fmla="*/ 341852 h 876300"/>
                <a:gd name="connsiteX4913" fmla="*/ 1707071 w 2419350"/>
                <a:gd name="connsiteY4913" fmla="*/ 342043 h 876300"/>
                <a:gd name="connsiteX4914" fmla="*/ 1708023 w 2419350"/>
                <a:gd name="connsiteY4914" fmla="*/ 342138 h 876300"/>
                <a:gd name="connsiteX4915" fmla="*/ 1708499 w 2419350"/>
                <a:gd name="connsiteY4915" fmla="*/ 342424 h 876300"/>
                <a:gd name="connsiteX4916" fmla="*/ 1710118 w 2419350"/>
                <a:gd name="connsiteY4916" fmla="*/ 342900 h 876300"/>
                <a:gd name="connsiteX4917" fmla="*/ 1710309 w 2419350"/>
                <a:gd name="connsiteY4917" fmla="*/ 342995 h 876300"/>
                <a:gd name="connsiteX4918" fmla="*/ 1710309 w 2419350"/>
                <a:gd name="connsiteY4918" fmla="*/ 343567 h 876300"/>
                <a:gd name="connsiteX4919" fmla="*/ 1708690 w 2419350"/>
                <a:gd name="connsiteY4919" fmla="*/ 346901 h 876300"/>
                <a:gd name="connsiteX4920" fmla="*/ 1708595 w 2419350"/>
                <a:gd name="connsiteY4920" fmla="*/ 347567 h 876300"/>
                <a:gd name="connsiteX4921" fmla="*/ 1708785 w 2419350"/>
                <a:gd name="connsiteY4921" fmla="*/ 349853 h 876300"/>
                <a:gd name="connsiteX4922" fmla="*/ 1709261 w 2419350"/>
                <a:gd name="connsiteY4922" fmla="*/ 350901 h 876300"/>
                <a:gd name="connsiteX4923" fmla="*/ 1709356 w 2419350"/>
                <a:gd name="connsiteY4923" fmla="*/ 351377 h 876300"/>
                <a:gd name="connsiteX4924" fmla="*/ 1709642 w 2419350"/>
                <a:gd name="connsiteY4924" fmla="*/ 352044 h 876300"/>
                <a:gd name="connsiteX4925" fmla="*/ 1710309 w 2419350"/>
                <a:gd name="connsiteY4925" fmla="*/ 352235 h 876300"/>
                <a:gd name="connsiteX4926" fmla="*/ 1713738 w 2419350"/>
                <a:gd name="connsiteY4926" fmla="*/ 351187 h 876300"/>
                <a:gd name="connsiteX4927" fmla="*/ 1716596 w 2419350"/>
                <a:gd name="connsiteY4927" fmla="*/ 349568 h 876300"/>
                <a:gd name="connsiteX4928" fmla="*/ 1717548 w 2419350"/>
                <a:gd name="connsiteY4928" fmla="*/ 349377 h 876300"/>
                <a:gd name="connsiteX4929" fmla="*/ 1718024 w 2419350"/>
                <a:gd name="connsiteY4929" fmla="*/ 349187 h 876300"/>
                <a:gd name="connsiteX4930" fmla="*/ 1718215 w 2419350"/>
                <a:gd name="connsiteY4930" fmla="*/ 348901 h 876300"/>
                <a:gd name="connsiteX4931" fmla="*/ 1718500 w 2419350"/>
                <a:gd name="connsiteY4931" fmla="*/ 348710 h 876300"/>
                <a:gd name="connsiteX4932" fmla="*/ 1719167 w 2419350"/>
                <a:gd name="connsiteY4932" fmla="*/ 348996 h 876300"/>
                <a:gd name="connsiteX4933" fmla="*/ 1719548 w 2419350"/>
                <a:gd name="connsiteY4933" fmla="*/ 349282 h 876300"/>
                <a:gd name="connsiteX4934" fmla="*/ 1719834 w 2419350"/>
                <a:gd name="connsiteY4934" fmla="*/ 349663 h 876300"/>
                <a:gd name="connsiteX4935" fmla="*/ 1720120 w 2419350"/>
                <a:gd name="connsiteY4935" fmla="*/ 350139 h 876300"/>
                <a:gd name="connsiteX4936" fmla="*/ 1720310 w 2419350"/>
                <a:gd name="connsiteY4936" fmla="*/ 350711 h 876300"/>
                <a:gd name="connsiteX4937" fmla="*/ 1720024 w 2419350"/>
                <a:gd name="connsiteY4937" fmla="*/ 351949 h 876300"/>
                <a:gd name="connsiteX4938" fmla="*/ 1720024 w 2419350"/>
                <a:gd name="connsiteY4938" fmla="*/ 352616 h 876300"/>
                <a:gd name="connsiteX4939" fmla="*/ 1720501 w 2419350"/>
                <a:gd name="connsiteY4939" fmla="*/ 352901 h 876300"/>
                <a:gd name="connsiteX4940" fmla="*/ 1721072 w 2419350"/>
                <a:gd name="connsiteY4940" fmla="*/ 353092 h 876300"/>
                <a:gd name="connsiteX4941" fmla="*/ 1721358 w 2419350"/>
                <a:gd name="connsiteY4941" fmla="*/ 353473 h 876300"/>
                <a:gd name="connsiteX4942" fmla="*/ 1721453 w 2419350"/>
                <a:gd name="connsiteY4942" fmla="*/ 353854 h 876300"/>
                <a:gd name="connsiteX4943" fmla="*/ 1721644 w 2419350"/>
                <a:gd name="connsiteY4943" fmla="*/ 354044 h 876300"/>
                <a:gd name="connsiteX4944" fmla="*/ 1722215 w 2419350"/>
                <a:gd name="connsiteY4944" fmla="*/ 354139 h 876300"/>
                <a:gd name="connsiteX4945" fmla="*/ 1723454 w 2419350"/>
                <a:gd name="connsiteY4945" fmla="*/ 354521 h 876300"/>
                <a:gd name="connsiteX4946" fmla="*/ 1723930 w 2419350"/>
                <a:gd name="connsiteY4946" fmla="*/ 354806 h 876300"/>
                <a:gd name="connsiteX4947" fmla="*/ 1725073 w 2419350"/>
                <a:gd name="connsiteY4947" fmla="*/ 355759 h 876300"/>
                <a:gd name="connsiteX4948" fmla="*/ 1725358 w 2419350"/>
                <a:gd name="connsiteY4948" fmla="*/ 355854 h 876300"/>
                <a:gd name="connsiteX4949" fmla="*/ 1725930 w 2419350"/>
                <a:gd name="connsiteY4949" fmla="*/ 355663 h 876300"/>
                <a:gd name="connsiteX4950" fmla="*/ 1727073 w 2419350"/>
                <a:gd name="connsiteY4950" fmla="*/ 354902 h 876300"/>
                <a:gd name="connsiteX4951" fmla="*/ 1727740 w 2419350"/>
                <a:gd name="connsiteY4951" fmla="*/ 354711 h 876300"/>
                <a:gd name="connsiteX4952" fmla="*/ 1728406 w 2419350"/>
                <a:gd name="connsiteY4952" fmla="*/ 354711 h 876300"/>
                <a:gd name="connsiteX4953" fmla="*/ 1728883 w 2419350"/>
                <a:gd name="connsiteY4953" fmla="*/ 354616 h 876300"/>
                <a:gd name="connsiteX4954" fmla="*/ 1729359 w 2419350"/>
                <a:gd name="connsiteY4954" fmla="*/ 354330 h 876300"/>
                <a:gd name="connsiteX4955" fmla="*/ 1731740 w 2419350"/>
                <a:gd name="connsiteY4955" fmla="*/ 352139 h 876300"/>
                <a:gd name="connsiteX4956" fmla="*/ 1732407 w 2419350"/>
                <a:gd name="connsiteY4956" fmla="*/ 351282 h 876300"/>
                <a:gd name="connsiteX4957" fmla="*/ 1732598 w 2419350"/>
                <a:gd name="connsiteY4957" fmla="*/ 350425 h 876300"/>
                <a:gd name="connsiteX4958" fmla="*/ 1732979 w 2419350"/>
                <a:gd name="connsiteY4958" fmla="*/ 349853 h 876300"/>
                <a:gd name="connsiteX4959" fmla="*/ 1732979 w 2419350"/>
                <a:gd name="connsiteY4959" fmla="*/ 349568 h 876300"/>
                <a:gd name="connsiteX4960" fmla="*/ 1732502 w 2419350"/>
                <a:gd name="connsiteY4960" fmla="*/ 349472 h 876300"/>
                <a:gd name="connsiteX4961" fmla="*/ 1732121 w 2419350"/>
                <a:gd name="connsiteY4961" fmla="*/ 349472 h 876300"/>
                <a:gd name="connsiteX4962" fmla="*/ 1731931 w 2419350"/>
                <a:gd name="connsiteY4962" fmla="*/ 349377 h 876300"/>
                <a:gd name="connsiteX4963" fmla="*/ 1731836 w 2419350"/>
                <a:gd name="connsiteY4963" fmla="*/ 349187 h 876300"/>
                <a:gd name="connsiteX4964" fmla="*/ 1731836 w 2419350"/>
                <a:gd name="connsiteY4964" fmla="*/ 348901 h 876300"/>
                <a:gd name="connsiteX4965" fmla="*/ 1731645 w 2419350"/>
                <a:gd name="connsiteY4965" fmla="*/ 348425 h 876300"/>
                <a:gd name="connsiteX4966" fmla="*/ 1730883 w 2419350"/>
                <a:gd name="connsiteY4966" fmla="*/ 347472 h 876300"/>
                <a:gd name="connsiteX4967" fmla="*/ 1730692 w 2419350"/>
                <a:gd name="connsiteY4967" fmla="*/ 347186 h 876300"/>
                <a:gd name="connsiteX4968" fmla="*/ 1730216 w 2419350"/>
                <a:gd name="connsiteY4968" fmla="*/ 346805 h 876300"/>
                <a:gd name="connsiteX4969" fmla="*/ 1727930 w 2419350"/>
                <a:gd name="connsiteY4969" fmla="*/ 345853 h 876300"/>
                <a:gd name="connsiteX4970" fmla="*/ 1727168 w 2419350"/>
                <a:gd name="connsiteY4970" fmla="*/ 345662 h 876300"/>
                <a:gd name="connsiteX4971" fmla="*/ 1723739 w 2419350"/>
                <a:gd name="connsiteY4971" fmla="*/ 345853 h 876300"/>
                <a:gd name="connsiteX4972" fmla="*/ 1722977 w 2419350"/>
                <a:gd name="connsiteY4972" fmla="*/ 346138 h 876300"/>
                <a:gd name="connsiteX4973" fmla="*/ 1722501 w 2419350"/>
                <a:gd name="connsiteY4973" fmla="*/ 346520 h 876300"/>
                <a:gd name="connsiteX4974" fmla="*/ 1721930 w 2419350"/>
                <a:gd name="connsiteY4974" fmla="*/ 346901 h 876300"/>
                <a:gd name="connsiteX4975" fmla="*/ 1721263 w 2419350"/>
                <a:gd name="connsiteY4975" fmla="*/ 347091 h 876300"/>
                <a:gd name="connsiteX4976" fmla="*/ 1720596 w 2419350"/>
                <a:gd name="connsiteY4976" fmla="*/ 346996 h 876300"/>
                <a:gd name="connsiteX4977" fmla="*/ 1719929 w 2419350"/>
                <a:gd name="connsiteY4977" fmla="*/ 346520 h 876300"/>
                <a:gd name="connsiteX4978" fmla="*/ 1719739 w 2419350"/>
                <a:gd name="connsiteY4978" fmla="*/ 345948 h 876300"/>
                <a:gd name="connsiteX4979" fmla="*/ 1719834 w 2419350"/>
                <a:gd name="connsiteY4979" fmla="*/ 345377 h 876300"/>
                <a:gd name="connsiteX4980" fmla="*/ 1719834 w 2419350"/>
                <a:gd name="connsiteY4980" fmla="*/ 343662 h 876300"/>
                <a:gd name="connsiteX4981" fmla="*/ 1719643 w 2419350"/>
                <a:gd name="connsiteY4981" fmla="*/ 343186 h 876300"/>
                <a:gd name="connsiteX4982" fmla="*/ 1718977 w 2419350"/>
                <a:gd name="connsiteY4982" fmla="*/ 342995 h 876300"/>
                <a:gd name="connsiteX4983" fmla="*/ 1718310 w 2419350"/>
                <a:gd name="connsiteY4983" fmla="*/ 342995 h 876300"/>
                <a:gd name="connsiteX4984" fmla="*/ 1717834 w 2419350"/>
                <a:gd name="connsiteY4984" fmla="*/ 342805 h 876300"/>
                <a:gd name="connsiteX4985" fmla="*/ 1717453 w 2419350"/>
                <a:gd name="connsiteY4985" fmla="*/ 342424 h 876300"/>
                <a:gd name="connsiteX4986" fmla="*/ 1717357 w 2419350"/>
                <a:gd name="connsiteY4986" fmla="*/ 341757 h 876300"/>
                <a:gd name="connsiteX4987" fmla="*/ 1717548 w 2419350"/>
                <a:gd name="connsiteY4987" fmla="*/ 340519 h 876300"/>
                <a:gd name="connsiteX4988" fmla="*/ 1718120 w 2419350"/>
                <a:gd name="connsiteY4988" fmla="*/ 339471 h 876300"/>
                <a:gd name="connsiteX4989" fmla="*/ 1721263 w 2419350"/>
                <a:gd name="connsiteY4989" fmla="*/ 335852 h 876300"/>
                <a:gd name="connsiteX4990" fmla="*/ 1721834 w 2419350"/>
                <a:gd name="connsiteY4990" fmla="*/ 334613 h 876300"/>
                <a:gd name="connsiteX4991" fmla="*/ 1721548 w 2419350"/>
                <a:gd name="connsiteY4991" fmla="*/ 333566 h 876300"/>
                <a:gd name="connsiteX4992" fmla="*/ 1720691 w 2419350"/>
                <a:gd name="connsiteY4992" fmla="*/ 332327 h 876300"/>
                <a:gd name="connsiteX4993" fmla="*/ 1720310 w 2419350"/>
                <a:gd name="connsiteY4993" fmla="*/ 331946 h 876300"/>
                <a:gd name="connsiteX4994" fmla="*/ 1719929 w 2419350"/>
                <a:gd name="connsiteY4994" fmla="*/ 331280 h 876300"/>
                <a:gd name="connsiteX4995" fmla="*/ 1719739 w 2419350"/>
                <a:gd name="connsiteY4995" fmla="*/ 331280 h 876300"/>
                <a:gd name="connsiteX4996" fmla="*/ 1719072 w 2419350"/>
                <a:gd name="connsiteY4996" fmla="*/ 331375 h 876300"/>
                <a:gd name="connsiteX4997" fmla="*/ 1718881 w 2419350"/>
                <a:gd name="connsiteY4997" fmla="*/ 331375 h 876300"/>
                <a:gd name="connsiteX4998" fmla="*/ 1718596 w 2419350"/>
                <a:gd name="connsiteY4998" fmla="*/ 330994 h 876300"/>
                <a:gd name="connsiteX4999" fmla="*/ 1718310 w 2419350"/>
                <a:gd name="connsiteY4999" fmla="*/ 330518 h 876300"/>
                <a:gd name="connsiteX5000" fmla="*/ 1718120 w 2419350"/>
                <a:gd name="connsiteY5000" fmla="*/ 329946 h 876300"/>
                <a:gd name="connsiteX5001" fmla="*/ 1718024 w 2419350"/>
                <a:gd name="connsiteY5001" fmla="*/ 329375 h 876300"/>
                <a:gd name="connsiteX5002" fmla="*/ 1717739 w 2419350"/>
                <a:gd name="connsiteY5002" fmla="*/ 328803 h 876300"/>
                <a:gd name="connsiteX5003" fmla="*/ 1716500 w 2419350"/>
                <a:gd name="connsiteY5003" fmla="*/ 328041 h 876300"/>
                <a:gd name="connsiteX5004" fmla="*/ 1716214 w 2419350"/>
                <a:gd name="connsiteY5004" fmla="*/ 327565 h 876300"/>
                <a:gd name="connsiteX5005" fmla="*/ 1715929 w 2419350"/>
                <a:gd name="connsiteY5005" fmla="*/ 326612 h 876300"/>
                <a:gd name="connsiteX5006" fmla="*/ 1715262 w 2419350"/>
                <a:gd name="connsiteY5006" fmla="*/ 326136 h 876300"/>
                <a:gd name="connsiteX5007" fmla="*/ 1713452 w 2419350"/>
                <a:gd name="connsiteY5007" fmla="*/ 325564 h 876300"/>
                <a:gd name="connsiteX5008" fmla="*/ 1713357 w 2419350"/>
                <a:gd name="connsiteY5008" fmla="*/ 325469 h 876300"/>
                <a:gd name="connsiteX5009" fmla="*/ 1713262 w 2419350"/>
                <a:gd name="connsiteY5009" fmla="*/ 325374 h 876300"/>
                <a:gd name="connsiteX5010" fmla="*/ 1713166 w 2419350"/>
                <a:gd name="connsiteY5010" fmla="*/ 325279 h 876300"/>
                <a:gd name="connsiteX5011" fmla="*/ 1712976 w 2419350"/>
                <a:gd name="connsiteY5011" fmla="*/ 325279 h 876300"/>
                <a:gd name="connsiteX5012" fmla="*/ 1712595 w 2419350"/>
                <a:gd name="connsiteY5012" fmla="*/ 325469 h 876300"/>
                <a:gd name="connsiteX5013" fmla="*/ 1712309 w 2419350"/>
                <a:gd name="connsiteY5013" fmla="*/ 325946 h 876300"/>
                <a:gd name="connsiteX5014" fmla="*/ 1712119 w 2419350"/>
                <a:gd name="connsiteY5014" fmla="*/ 326517 h 876300"/>
                <a:gd name="connsiteX5015" fmla="*/ 1712119 w 2419350"/>
                <a:gd name="connsiteY5015" fmla="*/ 326993 h 876300"/>
                <a:gd name="connsiteX5016" fmla="*/ 1711928 w 2419350"/>
                <a:gd name="connsiteY5016" fmla="*/ 327279 h 876300"/>
                <a:gd name="connsiteX5017" fmla="*/ 1711452 w 2419350"/>
                <a:gd name="connsiteY5017" fmla="*/ 327470 h 876300"/>
                <a:gd name="connsiteX5018" fmla="*/ 1710976 w 2419350"/>
                <a:gd name="connsiteY5018" fmla="*/ 327660 h 876300"/>
                <a:gd name="connsiteX5019" fmla="*/ 1710690 w 2419350"/>
                <a:gd name="connsiteY5019" fmla="*/ 327851 h 876300"/>
                <a:gd name="connsiteX5020" fmla="*/ 1710309 w 2419350"/>
                <a:gd name="connsiteY5020" fmla="*/ 328708 h 876300"/>
                <a:gd name="connsiteX5021" fmla="*/ 1710023 w 2419350"/>
                <a:gd name="connsiteY5021" fmla="*/ 329946 h 876300"/>
                <a:gd name="connsiteX5022" fmla="*/ 1709642 w 2419350"/>
                <a:gd name="connsiteY5022" fmla="*/ 330994 h 876300"/>
                <a:gd name="connsiteX5023" fmla="*/ 1708880 w 2419350"/>
                <a:gd name="connsiteY5023" fmla="*/ 331470 h 876300"/>
                <a:gd name="connsiteX5024" fmla="*/ 1708309 w 2419350"/>
                <a:gd name="connsiteY5024" fmla="*/ 331280 h 876300"/>
                <a:gd name="connsiteX5025" fmla="*/ 1707832 w 2419350"/>
                <a:gd name="connsiteY5025" fmla="*/ 330803 h 876300"/>
                <a:gd name="connsiteX5026" fmla="*/ 1707547 w 2419350"/>
                <a:gd name="connsiteY5026" fmla="*/ 330137 h 876300"/>
                <a:gd name="connsiteX5027" fmla="*/ 1707356 w 2419350"/>
                <a:gd name="connsiteY5027" fmla="*/ 328994 h 876300"/>
                <a:gd name="connsiteX5028" fmla="*/ 1707071 w 2419350"/>
                <a:gd name="connsiteY5028" fmla="*/ 328708 h 876300"/>
                <a:gd name="connsiteX5029" fmla="*/ 1706689 w 2419350"/>
                <a:gd name="connsiteY5029" fmla="*/ 328517 h 876300"/>
                <a:gd name="connsiteX5030" fmla="*/ 1706308 w 2419350"/>
                <a:gd name="connsiteY5030" fmla="*/ 328231 h 876300"/>
                <a:gd name="connsiteX5031" fmla="*/ 1705451 w 2419350"/>
                <a:gd name="connsiteY5031" fmla="*/ 327279 h 876300"/>
                <a:gd name="connsiteX5032" fmla="*/ 1704880 w 2419350"/>
                <a:gd name="connsiteY5032" fmla="*/ 326898 h 876300"/>
                <a:gd name="connsiteX5033" fmla="*/ 1704308 w 2419350"/>
                <a:gd name="connsiteY5033" fmla="*/ 326708 h 876300"/>
                <a:gd name="connsiteX5034" fmla="*/ 1703737 w 2419350"/>
                <a:gd name="connsiteY5034" fmla="*/ 326898 h 876300"/>
                <a:gd name="connsiteX5035" fmla="*/ 1702689 w 2419350"/>
                <a:gd name="connsiteY5035" fmla="*/ 327470 h 876300"/>
                <a:gd name="connsiteX5036" fmla="*/ 1701927 w 2419350"/>
                <a:gd name="connsiteY5036" fmla="*/ 327470 h 876300"/>
                <a:gd name="connsiteX5037" fmla="*/ 1702498 w 2419350"/>
                <a:gd name="connsiteY5037" fmla="*/ 328803 h 876300"/>
                <a:gd name="connsiteX5038" fmla="*/ 1702594 w 2419350"/>
                <a:gd name="connsiteY5038" fmla="*/ 329279 h 876300"/>
                <a:gd name="connsiteX5039" fmla="*/ 1702594 w 2419350"/>
                <a:gd name="connsiteY5039" fmla="*/ 330518 h 876300"/>
                <a:gd name="connsiteX5040" fmla="*/ 1702403 w 2419350"/>
                <a:gd name="connsiteY5040" fmla="*/ 331280 h 876300"/>
                <a:gd name="connsiteX5041" fmla="*/ 1726787 w 2419350"/>
                <a:gd name="connsiteY5041" fmla="*/ 589979 h 876300"/>
                <a:gd name="connsiteX5042" fmla="*/ 1726501 w 2419350"/>
                <a:gd name="connsiteY5042" fmla="*/ 589407 h 876300"/>
                <a:gd name="connsiteX5043" fmla="*/ 1726406 w 2419350"/>
                <a:gd name="connsiteY5043" fmla="*/ 589693 h 876300"/>
                <a:gd name="connsiteX5044" fmla="*/ 1726787 w 2419350"/>
                <a:gd name="connsiteY5044" fmla="*/ 589979 h 876300"/>
                <a:gd name="connsiteX5045" fmla="*/ 1757743 w 2419350"/>
                <a:gd name="connsiteY5045" fmla="*/ 363760 h 876300"/>
                <a:gd name="connsiteX5046" fmla="*/ 1758791 w 2419350"/>
                <a:gd name="connsiteY5046" fmla="*/ 363664 h 876300"/>
                <a:gd name="connsiteX5047" fmla="*/ 1759553 w 2419350"/>
                <a:gd name="connsiteY5047" fmla="*/ 363188 h 876300"/>
                <a:gd name="connsiteX5048" fmla="*/ 1759839 w 2419350"/>
                <a:gd name="connsiteY5048" fmla="*/ 362331 h 876300"/>
                <a:gd name="connsiteX5049" fmla="*/ 1759458 w 2419350"/>
                <a:gd name="connsiteY5049" fmla="*/ 361569 h 876300"/>
                <a:gd name="connsiteX5050" fmla="*/ 1757553 w 2419350"/>
                <a:gd name="connsiteY5050" fmla="*/ 361188 h 876300"/>
                <a:gd name="connsiteX5051" fmla="*/ 1757077 w 2419350"/>
                <a:gd name="connsiteY5051" fmla="*/ 360712 h 876300"/>
                <a:gd name="connsiteX5052" fmla="*/ 1756124 w 2419350"/>
                <a:gd name="connsiteY5052" fmla="*/ 360236 h 876300"/>
                <a:gd name="connsiteX5053" fmla="*/ 1755839 w 2419350"/>
                <a:gd name="connsiteY5053" fmla="*/ 359759 h 876300"/>
                <a:gd name="connsiteX5054" fmla="*/ 1755553 w 2419350"/>
                <a:gd name="connsiteY5054" fmla="*/ 359188 h 876300"/>
                <a:gd name="connsiteX5055" fmla="*/ 1755172 w 2419350"/>
                <a:gd name="connsiteY5055" fmla="*/ 358807 h 876300"/>
                <a:gd name="connsiteX5056" fmla="*/ 1754696 w 2419350"/>
                <a:gd name="connsiteY5056" fmla="*/ 358712 h 876300"/>
                <a:gd name="connsiteX5057" fmla="*/ 1754314 w 2419350"/>
                <a:gd name="connsiteY5057" fmla="*/ 358902 h 876300"/>
                <a:gd name="connsiteX5058" fmla="*/ 1754029 w 2419350"/>
                <a:gd name="connsiteY5058" fmla="*/ 359283 h 876300"/>
                <a:gd name="connsiteX5059" fmla="*/ 1753933 w 2419350"/>
                <a:gd name="connsiteY5059" fmla="*/ 359474 h 876300"/>
                <a:gd name="connsiteX5060" fmla="*/ 1754219 w 2419350"/>
                <a:gd name="connsiteY5060" fmla="*/ 359855 h 876300"/>
                <a:gd name="connsiteX5061" fmla="*/ 1755457 w 2419350"/>
                <a:gd name="connsiteY5061" fmla="*/ 360712 h 876300"/>
                <a:gd name="connsiteX5062" fmla="*/ 1755457 w 2419350"/>
                <a:gd name="connsiteY5062" fmla="*/ 361379 h 876300"/>
                <a:gd name="connsiteX5063" fmla="*/ 1755362 w 2419350"/>
                <a:gd name="connsiteY5063" fmla="*/ 362141 h 876300"/>
                <a:gd name="connsiteX5064" fmla="*/ 1755553 w 2419350"/>
                <a:gd name="connsiteY5064" fmla="*/ 362903 h 876300"/>
                <a:gd name="connsiteX5065" fmla="*/ 1756220 w 2419350"/>
                <a:gd name="connsiteY5065" fmla="*/ 363379 h 876300"/>
                <a:gd name="connsiteX5066" fmla="*/ 1757172 w 2419350"/>
                <a:gd name="connsiteY5066" fmla="*/ 363569 h 876300"/>
                <a:gd name="connsiteX5067" fmla="*/ 1757553 w 2419350"/>
                <a:gd name="connsiteY5067" fmla="*/ 363569 h 876300"/>
                <a:gd name="connsiteX5068" fmla="*/ 1757363 w 2419350"/>
                <a:gd name="connsiteY5068" fmla="*/ 363664 h 876300"/>
                <a:gd name="connsiteX5069" fmla="*/ 1757743 w 2419350"/>
                <a:gd name="connsiteY5069" fmla="*/ 363760 h 876300"/>
                <a:gd name="connsiteX5070" fmla="*/ 1734122 w 2419350"/>
                <a:gd name="connsiteY5070" fmla="*/ 464153 h 876300"/>
                <a:gd name="connsiteX5071" fmla="*/ 1733455 w 2419350"/>
                <a:gd name="connsiteY5071" fmla="*/ 464630 h 876300"/>
                <a:gd name="connsiteX5072" fmla="*/ 1733169 w 2419350"/>
                <a:gd name="connsiteY5072" fmla="*/ 464630 h 876300"/>
                <a:gd name="connsiteX5073" fmla="*/ 1732883 w 2419350"/>
                <a:gd name="connsiteY5073" fmla="*/ 464534 h 876300"/>
                <a:gd name="connsiteX5074" fmla="*/ 1732598 w 2419350"/>
                <a:gd name="connsiteY5074" fmla="*/ 464534 h 876300"/>
                <a:gd name="connsiteX5075" fmla="*/ 1732216 w 2419350"/>
                <a:gd name="connsiteY5075" fmla="*/ 464820 h 876300"/>
                <a:gd name="connsiteX5076" fmla="*/ 1731740 w 2419350"/>
                <a:gd name="connsiteY5076" fmla="*/ 465487 h 876300"/>
                <a:gd name="connsiteX5077" fmla="*/ 1731550 w 2419350"/>
                <a:gd name="connsiteY5077" fmla="*/ 465677 h 876300"/>
                <a:gd name="connsiteX5078" fmla="*/ 1731169 w 2419350"/>
                <a:gd name="connsiteY5078" fmla="*/ 465772 h 876300"/>
                <a:gd name="connsiteX5079" fmla="*/ 1730407 w 2419350"/>
                <a:gd name="connsiteY5079" fmla="*/ 466058 h 876300"/>
                <a:gd name="connsiteX5080" fmla="*/ 1729549 w 2419350"/>
                <a:gd name="connsiteY5080" fmla="*/ 466725 h 876300"/>
                <a:gd name="connsiteX5081" fmla="*/ 1728978 w 2419350"/>
                <a:gd name="connsiteY5081" fmla="*/ 467487 h 876300"/>
                <a:gd name="connsiteX5082" fmla="*/ 1729073 w 2419350"/>
                <a:gd name="connsiteY5082" fmla="*/ 468154 h 876300"/>
                <a:gd name="connsiteX5083" fmla="*/ 1729645 w 2419350"/>
                <a:gd name="connsiteY5083" fmla="*/ 468344 h 876300"/>
                <a:gd name="connsiteX5084" fmla="*/ 1733836 w 2419350"/>
                <a:gd name="connsiteY5084" fmla="*/ 468154 h 876300"/>
                <a:gd name="connsiteX5085" fmla="*/ 1734693 w 2419350"/>
                <a:gd name="connsiteY5085" fmla="*/ 467963 h 876300"/>
                <a:gd name="connsiteX5086" fmla="*/ 1735360 w 2419350"/>
                <a:gd name="connsiteY5086" fmla="*/ 467582 h 876300"/>
                <a:gd name="connsiteX5087" fmla="*/ 1735550 w 2419350"/>
                <a:gd name="connsiteY5087" fmla="*/ 467201 h 876300"/>
                <a:gd name="connsiteX5088" fmla="*/ 1736026 w 2419350"/>
                <a:gd name="connsiteY5088" fmla="*/ 465772 h 876300"/>
                <a:gd name="connsiteX5089" fmla="*/ 1736217 w 2419350"/>
                <a:gd name="connsiteY5089" fmla="*/ 465487 h 876300"/>
                <a:gd name="connsiteX5090" fmla="*/ 1736503 w 2419350"/>
                <a:gd name="connsiteY5090" fmla="*/ 465201 h 876300"/>
                <a:gd name="connsiteX5091" fmla="*/ 1737265 w 2419350"/>
                <a:gd name="connsiteY5091" fmla="*/ 463963 h 876300"/>
                <a:gd name="connsiteX5092" fmla="*/ 1737646 w 2419350"/>
                <a:gd name="connsiteY5092" fmla="*/ 463677 h 876300"/>
                <a:gd name="connsiteX5093" fmla="*/ 1737836 w 2419350"/>
                <a:gd name="connsiteY5093" fmla="*/ 463487 h 876300"/>
                <a:gd name="connsiteX5094" fmla="*/ 1737360 w 2419350"/>
                <a:gd name="connsiteY5094" fmla="*/ 463010 h 876300"/>
                <a:gd name="connsiteX5095" fmla="*/ 1736598 w 2419350"/>
                <a:gd name="connsiteY5095" fmla="*/ 462534 h 876300"/>
                <a:gd name="connsiteX5096" fmla="*/ 1735741 w 2419350"/>
                <a:gd name="connsiteY5096" fmla="*/ 462344 h 876300"/>
                <a:gd name="connsiteX5097" fmla="*/ 1734217 w 2419350"/>
                <a:gd name="connsiteY5097" fmla="*/ 462344 h 876300"/>
                <a:gd name="connsiteX5098" fmla="*/ 1734598 w 2419350"/>
                <a:gd name="connsiteY5098" fmla="*/ 463296 h 876300"/>
                <a:gd name="connsiteX5099" fmla="*/ 1734598 w 2419350"/>
                <a:gd name="connsiteY5099" fmla="*/ 463963 h 876300"/>
                <a:gd name="connsiteX5100" fmla="*/ 1734122 w 2419350"/>
                <a:gd name="connsiteY5100" fmla="*/ 464153 h 876300"/>
                <a:gd name="connsiteX5101" fmla="*/ 1727359 w 2419350"/>
                <a:gd name="connsiteY5101" fmla="*/ 477584 h 876300"/>
                <a:gd name="connsiteX5102" fmla="*/ 1726978 w 2419350"/>
                <a:gd name="connsiteY5102" fmla="*/ 476917 h 876300"/>
                <a:gd name="connsiteX5103" fmla="*/ 1726882 w 2419350"/>
                <a:gd name="connsiteY5103" fmla="*/ 476060 h 876300"/>
                <a:gd name="connsiteX5104" fmla="*/ 1726692 w 2419350"/>
                <a:gd name="connsiteY5104" fmla="*/ 475297 h 876300"/>
                <a:gd name="connsiteX5105" fmla="*/ 1726025 w 2419350"/>
                <a:gd name="connsiteY5105" fmla="*/ 475012 h 876300"/>
                <a:gd name="connsiteX5106" fmla="*/ 1725739 w 2419350"/>
                <a:gd name="connsiteY5106" fmla="*/ 474917 h 876300"/>
                <a:gd name="connsiteX5107" fmla="*/ 1725549 w 2419350"/>
                <a:gd name="connsiteY5107" fmla="*/ 474726 h 876300"/>
                <a:gd name="connsiteX5108" fmla="*/ 1725454 w 2419350"/>
                <a:gd name="connsiteY5108" fmla="*/ 474536 h 876300"/>
                <a:gd name="connsiteX5109" fmla="*/ 1725263 w 2419350"/>
                <a:gd name="connsiteY5109" fmla="*/ 474440 h 876300"/>
                <a:gd name="connsiteX5110" fmla="*/ 1724978 w 2419350"/>
                <a:gd name="connsiteY5110" fmla="*/ 474536 h 876300"/>
                <a:gd name="connsiteX5111" fmla="*/ 1724406 w 2419350"/>
                <a:gd name="connsiteY5111" fmla="*/ 474821 h 876300"/>
                <a:gd name="connsiteX5112" fmla="*/ 1722501 w 2419350"/>
                <a:gd name="connsiteY5112" fmla="*/ 474821 h 876300"/>
                <a:gd name="connsiteX5113" fmla="*/ 1721548 w 2419350"/>
                <a:gd name="connsiteY5113" fmla="*/ 475964 h 876300"/>
                <a:gd name="connsiteX5114" fmla="*/ 1720120 w 2419350"/>
                <a:gd name="connsiteY5114" fmla="*/ 477203 h 876300"/>
                <a:gd name="connsiteX5115" fmla="*/ 1719263 w 2419350"/>
                <a:gd name="connsiteY5115" fmla="*/ 478441 h 876300"/>
                <a:gd name="connsiteX5116" fmla="*/ 1720024 w 2419350"/>
                <a:gd name="connsiteY5116" fmla="*/ 479584 h 876300"/>
                <a:gd name="connsiteX5117" fmla="*/ 1721167 w 2419350"/>
                <a:gd name="connsiteY5117" fmla="*/ 479870 h 876300"/>
                <a:gd name="connsiteX5118" fmla="*/ 1724501 w 2419350"/>
                <a:gd name="connsiteY5118" fmla="*/ 479584 h 876300"/>
                <a:gd name="connsiteX5119" fmla="*/ 1725835 w 2419350"/>
                <a:gd name="connsiteY5119" fmla="*/ 479584 h 876300"/>
                <a:gd name="connsiteX5120" fmla="*/ 1726501 w 2419350"/>
                <a:gd name="connsiteY5120" fmla="*/ 479488 h 876300"/>
                <a:gd name="connsiteX5121" fmla="*/ 1726882 w 2419350"/>
                <a:gd name="connsiteY5121" fmla="*/ 479012 h 876300"/>
                <a:gd name="connsiteX5122" fmla="*/ 1727359 w 2419350"/>
                <a:gd name="connsiteY5122" fmla="*/ 477584 h 876300"/>
                <a:gd name="connsiteX5123" fmla="*/ 1742789 w 2419350"/>
                <a:gd name="connsiteY5123" fmla="*/ 398907 h 876300"/>
                <a:gd name="connsiteX5124" fmla="*/ 1744694 w 2419350"/>
                <a:gd name="connsiteY5124" fmla="*/ 398050 h 876300"/>
                <a:gd name="connsiteX5125" fmla="*/ 1746028 w 2419350"/>
                <a:gd name="connsiteY5125" fmla="*/ 396812 h 876300"/>
                <a:gd name="connsiteX5126" fmla="*/ 1746409 w 2419350"/>
                <a:gd name="connsiteY5126" fmla="*/ 395097 h 876300"/>
                <a:gd name="connsiteX5127" fmla="*/ 1745647 w 2419350"/>
                <a:gd name="connsiteY5127" fmla="*/ 392811 h 876300"/>
                <a:gd name="connsiteX5128" fmla="*/ 1745075 w 2419350"/>
                <a:gd name="connsiteY5128" fmla="*/ 391668 h 876300"/>
                <a:gd name="connsiteX5129" fmla="*/ 1744599 w 2419350"/>
                <a:gd name="connsiteY5129" fmla="*/ 391192 h 876300"/>
                <a:gd name="connsiteX5130" fmla="*/ 1743932 w 2419350"/>
                <a:gd name="connsiteY5130" fmla="*/ 391001 h 876300"/>
                <a:gd name="connsiteX5131" fmla="*/ 1743551 w 2419350"/>
                <a:gd name="connsiteY5131" fmla="*/ 391096 h 876300"/>
                <a:gd name="connsiteX5132" fmla="*/ 1743075 w 2419350"/>
                <a:gd name="connsiteY5132" fmla="*/ 391287 h 876300"/>
                <a:gd name="connsiteX5133" fmla="*/ 1742599 w 2419350"/>
                <a:gd name="connsiteY5133" fmla="*/ 391382 h 876300"/>
                <a:gd name="connsiteX5134" fmla="*/ 1742123 w 2419350"/>
                <a:gd name="connsiteY5134" fmla="*/ 391192 h 876300"/>
                <a:gd name="connsiteX5135" fmla="*/ 1741646 w 2419350"/>
                <a:gd name="connsiteY5135" fmla="*/ 390906 h 876300"/>
                <a:gd name="connsiteX5136" fmla="*/ 1740408 w 2419350"/>
                <a:gd name="connsiteY5136" fmla="*/ 390335 h 876300"/>
                <a:gd name="connsiteX5137" fmla="*/ 1739837 w 2419350"/>
                <a:gd name="connsiteY5137" fmla="*/ 389954 h 876300"/>
                <a:gd name="connsiteX5138" fmla="*/ 1739360 w 2419350"/>
                <a:gd name="connsiteY5138" fmla="*/ 389477 h 876300"/>
                <a:gd name="connsiteX5139" fmla="*/ 1738408 w 2419350"/>
                <a:gd name="connsiteY5139" fmla="*/ 388144 h 876300"/>
                <a:gd name="connsiteX5140" fmla="*/ 1734312 w 2419350"/>
                <a:gd name="connsiteY5140" fmla="*/ 385286 h 876300"/>
                <a:gd name="connsiteX5141" fmla="*/ 1733740 w 2419350"/>
                <a:gd name="connsiteY5141" fmla="*/ 385096 h 876300"/>
                <a:gd name="connsiteX5142" fmla="*/ 1732693 w 2419350"/>
                <a:gd name="connsiteY5142" fmla="*/ 384143 h 876300"/>
                <a:gd name="connsiteX5143" fmla="*/ 1732026 w 2419350"/>
                <a:gd name="connsiteY5143" fmla="*/ 383858 h 876300"/>
                <a:gd name="connsiteX5144" fmla="*/ 1731455 w 2419350"/>
                <a:gd name="connsiteY5144" fmla="*/ 383953 h 876300"/>
                <a:gd name="connsiteX5145" fmla="*/ 1730597 w 2419350"/>
                <a:gd name="connsiteY5145" fmla="*/ 384429 h 876300"/>
                <a:gd name="connsiteX5146" fmla="*/ 1730216 w 2419350"/>
                <a:gd name="connsiteY5146" fmla="*/ 384524 h 876300"/>
                <a:gd name="connsiteX5147" fmla="*/ 1729073 w 2419350"/>
                <a:gd name="connsiteY5147" fmla="*/ 384238 h 876300"/>
                <a:gd name="connsiteX5148" fmla="*/ 1727740 w 2419350"/>
                <a:gd name="connsiteY5148" fmla="*/ 383572 h 876300"/>
                <a:gd name="connsiteX5149" fmla="*/ 1726597 w 2419350"/>
                <a:gd name="connsiteY5149" fmla="*/ 382714 h 876300"/>
                <a:gd name="connsiteX5150" fmla="*/ 1726121 w 2419350"/>
                <a:gd name="connsiteY5150" fmla="*/ 381762 h 876300"/>
                <a:gd name="connsiteX5151" fmla="*/ 1725549 w 2419350"/>
                <a:gd name="connsiteY5151" fmla="*/ 380905 h 876300"/>
                <a:gd name="connsiteX5152" fmla="*/ 1724311 w 2419350"/>
                <a:gd name="connsiteY5152" fmla="*/ 380143 h 876300"/>
                <a:gd name="connsiteX5153" fmla="*/ 1722882 w 2419350"/>
                <a:gd name="connsiteY5153" fmla="*/ 379667 h 876300"/>
                <a:gd name="connsiteX5154" fmla="*/ 1718691 w 2419350"/>
                <a:gd name="connsiteY5154" fmla="*/ 378809 h 876300"/>
                <a:gd name="connsiteX5155" fmla="*/ 1718215 w 2419350"/>
                <a:gd name="connsiteY5155" fmla="*/ 378809 h 876300"/>
                <a:gd name="connsiteX5156" fmla="*/ 1712786 w 2419350"/>
                <a:gd name="connsiteY5156" fmla="*/ 382524 h 876300"/>
                <a:gd name="connsiteX5157" fmla="*/ 1712405 w 2419350"/>
                <a:gd name="connsiteY5157" fmla="*/ 383096 h 876300"/>
                <a:gd name="connsiteX5158" fmla="*/ 1712214 w 2419350"/>
                <a:gd name="connsiteY5158" fmla="*/ 383572 h 876300"/>
                <a:gd name="connsiteX5159" fmla="*/ 1711357 w 2419350"/>
                <a:gd name="connsiteY5159" fmla="*/ 384810 h 876300"/>
                <a:gd name="connsiteX5160" fmla="*/ 1711071 w 2419350"/>
                <a:gd name="connsiteY5160" fmla="*/ 385096 h 876300"/>
                <a:gd name="connsiteX5161" fmla="*/ 1710785 w 2419350"/>
                <a:gd name="connsiteY5161" fmla="*/ 385001 h 876300"/>
                <a:gd name="connsiteX5162" fmla="*/ 1709642 w 2419350"/>
                <a:gd name="connsiteY5162" fmla="*/ 383953 h 876300"/>
                <a:gd name="connsiteX5163" fmla="*/ 1708309 w 2419350"/>
                <a:gd name="connsiteY5163" fmla="*/ 383096 h 876300"/>
                <a:gd name="connsiteX5164" fmla="*/ 1707928 w 2419350"/>
                <a:gd name="connsiteY5164" fmla="*/ 383286 h 876300"/>
                <a:gd name="connsiteX5165" fmla="*/ 1707832 w 2419350"/>
                <a:gd name="connsiteY5165" fmla="*/ 384524 h 876300"/>
                <a:gd name="connsiteX5166" fmla="*/ 1707547 w 2419350"/>
                <a:gd name="connsiteY5166" fmla="*/ 385381 h 876300"/>
                <a:gd name="connsiteX5167" fmla="*/ 1706975 w 2419350"/>
                <a:gd name="connsiteY5167" fmla="*/ 386239 h 876300"/>
                <a:gd name="connsiteX5168" fmla="*/ 1706689 w 2419350"/>
                <a:gd name="connsiteY5168" fmla="*/ 387191 h 876300"/>
                <a:gd name="connsiteX5169" fmla="*/ 1707166 w 2419350"/>
                <a:gd name="connsiteY5169" fmla="*/ 388239 h 876300"/>
                <a:gd name="connsiteX5170" fmla="*/ 1706404 w 2419350"/>
                <a:gd name="connsiteY5170" fmla="*/ 389096 h 876300"/>
                <a:gd name="connsiteX5171" fmla="*/ 1706213 w 2419350"/>
                <a:gd name="connsiteY5171" fmla="*/ 389763 h 876300"/>
                <a:gd name="connsiteX5172" fmla="*/ 1706308 w 2419350"/>
                <a:gd name="connsiteY5172" fmla="*/ 390525 h 876300"/>
                <a:gd name="connsiteX5173" fmla="*/ 1706308 w 2419350"/>
                <a:gd name="connsiteY5173" fmla="*/ 391573 h 876300"/>
                <a:gd name="connsiteX5174" fmla="*/ 1705451 w 2419350"/>
                <a:gd name="connsiteY5174" fmla="*/ 393478 h 876300"/>
                <a:gd name="connsiteX5175" fmla="*/ 1705261 w 2419350"/>
                <a:gd name="connsiteY5175" fmla="*/ 394621 h 876300"/>
                <a:gd name="connsiteX5176" fmla="*/ 1708118 w 2419350"/>
                <a:gd name="connsiteY5176" fmla="*/ 397478 h 876300"/>
                <a:gd name="connsiteX5177" fmla="*/ 1711357 w 2419350"/>
                <a:gd name="connsiteY5177" fmla="*/ 399097 h 876300"/>
                <a:gd name="connsiteX5178" fmla="*/ 1713357 w 2419350"/>
                <a:gd name="connsiteY5178" fmla="*/ 399860 h 876300"/>
                <a:gd name="connsiteX5179" fmla="*/ 1715262 w 2419350"/>
                <a:gd name="connsiteY5179" fmla="*/ 399860 h 876300"/>
                <a:gd name="connsiteX5180" fmla="*/ 1719453 w 2419350"/>
                <a:gd name="connsiteY5180" fmla="*/ 399479 h 876300"/>
                <a:gd name="connsiteX5181" fmla="*/ 1719929 w 2419350"/>
                <a:gd name="connsiteY5181" fmla="*/ 399193 h 876300"/>
                <a:gd name="connsiteX5182" fmla="*/ 1720501 w 2419350"/>
                <a:gd name="connsiteY5182" fmla="*/ 398621 h 876300"/>
                <a:gd name="connsiteX5183" fmla="*/ 1721263 w 2419350"/>
                <a:gd name="connsiteY5183" fmla="*/ 398050 h 876300"/>
                <a:gd name="connsiteX5184" fmla="*/ 1722215 w 2419350"/>
                <a:gd name="connsiteY5184" fmla="*/ 397764 h 876300"/>
                <a:gd name="connsiteX5185" fmla="*/ 1730216 w 2419350"/>
                <a:gd name="connsiteY5185" fmla="*/ 398050 h 876300"/>
                <a:gd name="connsiteX5186" fmla="*/ 1731359 w 2419350"/>
                <a:gd name="connsiteY5186" fmla="*/ 397859 h 876300"/>
                <a:gd name="connsiteX5187" fmla="*/ 1733264 w 2419350"/>
                <a:gd name="connsiteY5187" fmla="*/ 397288 h 876300"/>
                <a:gd name="connsiteX5188" fmla="*/ 1734312 w 2419350"/>
                <a:gd name="connsiteY5188" fmla="*/ 397288 h 876300"/>
                <a:gd name="connsiteX5189" fmla="*/ 1740503 w 2419350"/>
                <a:gd name="connsiteY5189" fmla="*/ 398907 h 876300"/>
                <a:gd name="connsiteX5190" fmla="*/ 1742789 w 2419350"/>
                <a:gd name="connsiteY5190" fmla="*/ 398907 h 876300"/>
                <a:gd name="connsiteX5191" fmla="*/ 1709166 w 2419350"/>
                <a:gd name="connsiteY5191" fmla="*/ 302133 h 876300"/>
                <a:gd name="connsiteX5192" fmla="*/ 1708404 w 2419350"/>
                <a:gd name="connsiteY5192" fmla="*/ 302133 h 876300"/>
                <a:gd name="connsiteX5193" fmla="*/ 1706785 w 2419350"/>
                <a:gd name="connsiteY5193" fmla="*/ 301752 h 876300"/>
                <a:gd name="connsiteX5194" fmla="*/ 1706213 w 2419350"/>
                <a:gd name="connsiteY5194" fmla="*/ 303847 h 876300"/>
                <a:gd name="connsiteX5195" fmla="*/ 1705832 w 2419350"/>
                <a:gd name="connsiteY5195" fmla="*/ 306610 h 876300"/>
                <a:gd name="connsiteX5196" fmla="*/ 1705832 w 2419350"/>
                <a:gd name="connsiteY5196" fmla="*/ 308038 h 876300"/>
                <a:gd name="connsiteX5197" fmla="*/ 1706213 w 2419350"/>
                <a:gd name="connsiteY5197" fmla="*/ 309277 h 876300"/>
                <a:gd name="connsiteX5198" fmla="*/ 1706594 w 2419350"/>
                <a:gd name="connsiteY5198" fmla="*/ 309086 h 876300"/>
                <a:gd name="connsiteX5199" fmla="*/ 1706785 w 2419350"/>
                <a:gd name="connsiteY5199" fmla="*/ 308896 h 876300"/>
                <a:gd name="connsiteX5200" fmla="*/ 1706880 w 2419350"/>
                <a:gd name="connsiteY5200" fmla="*/ 308610 h 876300"/>
                <a:gd name="connsiteX5201" fmla="*/ 1706880 w 2419350"/>
                <a:gd name="connsiteY5201" fmla="*/ 308229 h 876300"/>
                <a:gd name="connsiteX5202" fmla="*/ 1707737 w 2419350"/>
                <a:gd name="connsiteY5202" fmla="*/ 308991 h 876300"/>
                <a:gd name="connsiteX5203" fmla="*/ 1707832 w 2419350"/>
                <a:gd name="connsiteY5203" fmla="*/ 309086 h 876300"/>
                <a:gd name="connsiteX5204" fmla="*/ 1707832 w 2419350"/>
                <a:gd name="connsiteY5204" fmla="*/ 310039 h 876300"/>
                <a:gd name="connsiteX5205" fmla="*/ 1707832 w 2419350"/>
                <a:gd name="connsiteY5205" fmla="*/ 310515 h 876300"/>
                <a:gd name="connsiteX5206" fmla="*/ 1708023 w 2419350"/>
                <a:gd name="connsiteY5206" fmla="*/ 310896 h 876300"/>
                <a:gd name="connsiteX5207" fmla="*/ 1708880 w 2419350"/>
                <a:gd name="connsiteY5207" fmla="*/ 311563 h 876300"/>
                <a:gd name="connsiteX5208" fmla="*/ 1709261 w 2419350"/>
                <a:gd name="connsiteY5208" fmla="*/ 311468 h 876300"/>
                <a:gd name="connsiteX5209" fmla="*/ 1709356 w 2419350"/>
                <a:gd name="connsiteY5209" fmla="*/ 310705 h 876300"/>
                <a:gd name="connsiteX5210" fmla="*/ 1709261 w 2419350"/>
                <a:gd name="connsiteY5210" fmla="*/ 309563 h 876300"/>
                <a:gd name="connsiteX5211" fmla="*/ 1708214 w 2419350"/>
                <a:gd name="connsiteY5211" fmla="*/ 303086 h 876300"/>
                <a:gd name="connsiteX5212" fmla="*/ 1708595 w 2419350"/>
                <a:gd name="connsiteY5212" fmla="*/ 302324 h 876300"/>
                <a:gd name="connsiteX5213" fmla="*/ 1709166 w 2419350"/>
                <a:gd name="connsiteY5213" fmla="*/ 302133 h 876300"/>
                <a:gd name="connsiteX5214" fmla="*/ 2098167 w 2419350"/>
                <a:gd name="connsiteY5214" fmla="*/ 365474 h 876300"/>
                <a:gd name="connsiteX5215" fmla="*/ 2099024 w 2419350"/>
                <a:gd name="connsiteY5215" fmla="*/ 367379 h 876300"/>
                <a:gd name="connsiteX5216" fmla="*/ 2099691 w 2419350"/>
                <a:gd name="connsiteY5216" fmla="*/ 368046 h 876300"/>
                <a:gd name="connsiteX5217" fmla="*/ 2100453 w 2419350"/>
                <a:gd name="connsiteY5217" fmla="*/ 368522 h 876300"/>
                <a:gd name="connsiteX5218" fmla="*/ 2101215 w 2419350"/>
                <a:gd name="connsiteY5218" fmla="*/ 368713 h 876300"/>
                <a:gd name="connsiteX5219" fmla="*/ 2103025 w 2419350"/>
                <a:gd name="connsiteY5219" fmla="*/ 368713 h 876300"/>
                <a:gd name="connsiteX5220" fmla="*/ 2103882 w 2419350"/>
                <a:gd name="connsiteY5220" fmla="*/ 368618 h 876300"/>
                <a:gd name="connsiteX5221" fmla="*/ 2104644 w 2419350"/>
                <a:gd name="connsiteY5221" fmla="*/ 368332 h 876300"/>
                <a:gd name="connsiteX5222" fmla="*/ 2106454 w 2419350"/>
                <a:gd name="connsiteY5222" fmla="*/ 365951 h 876300"/>
                <a:gd name="connsiteX5223" fmla="*/ 2106454 w 2419350"/>
                <a:gd name="connsiteY5223" fmla="*/ 364141 h 876300"/>
                <a:gd name="connsiteX5224" fmla="*/ 2106549 w 2419350"/>
                <a:gd name="connsiteY5224" fmla="*/ 363284 h 876300"/>
                <a:gd name="connsiteX5225" fmla="*/ 2106835 w 2419350"/>
                <a:gd name="connsiteY5225" fmla="*/ 362521 h 876300"/>
                <a:gd name="connsiteX5226" fmla="*/ 2105787 w 2419350"/>
                <a:gd name="connsiteY5226" fmla="*/ 362998 h 876300"/>
                <a:gd name="connsiteX5227" fmla="*/ 2104930 w 2419350"/>
                <a:gd name="connsiteY5227" fmla="*/ 365284 h 876300"/>
                <a:gd name="connsiteX5228" fmla="*/ 2103977 w 2419350"/>
                <a:gd name="connsiteY5228" fmla="*/ 365760 h 876300"/>
                <a:gd name="connsiteX5229" fmla="*/ 2103120 w 2419350"/>
                <a:gd name="connsiteY5229" fmla="*/ 365379 h 876300"/>
                <a:gd name="connsiteX5230" fmla="*/ 2103311 w 2419350"/>
                <a:gd name="connsiteY5230" fmla="*/ 364617 h 876300"/>
                <a:gd name="connsiteX5231" fmla="*/ 2104263 w 2419350"/>
                <a:gd name="connsiteY5231" fmla="*/ 363474 h 876300"/>
                <a:gd name="connsiteX5232" fmla="*/ 2104358 w 2419350"/>
                <a:gd name="connsiteY5232" fmla="*/ 362903 h 876300"/>
                <a:gd name="connsiteX5233" fmla="*/ 2104549 w 2419350"/>
                <a:gd name="connsiteY5233" fmla="*/ 362141 h 876300"/>
                <a:gd name="connsiteX5234" fmla="*/ 2104644 w 2419350"/>
                <a:gd name="connsiteY5234" fmla="*/ 361760 h 876300"/>
                <a:gd name="connsiteX5235" fmla="*/ 2104549 w 2419350"/>
                <a:gd name="connsiteY5235" fmla="*/ 361188 h 876300"/>
                <a:gd name="connsiteX5236" fmla="*/ 2104073 w 2419350"/>
                <a:gd name="connsiteY5236" fmla="*/ 360426 h 876300"/>
                <a:gd name="connsiteX5237" fmla="*/ 2103977 w 2419350"/>
                <a:gd name="connsiteY5237" fmla="*/ 360045 h 876300"/>
                <a:gd name="connsiteX5238" fmla="*/ 2103691 w 2419350"/>
                <a:gd name="connsiteY5238" fmla="*/ 359569 h 876300"/>
                <a:gd name="connsiteX5239" fmla="*/ 2102930 w 2419350"/>
                <a:gd name="connsiteY5239" fmla="*/ 359188 h 876300"/>
                <a:gd name="connsiteX5240" fmla="*/ 2100548 w 2419350"/>
                <a:gd name="connsiteY5240" fmla="*/ 358426 h 876300"/>
                <a:gd name="connsiteX5241" fmla="*/ 2099786 w 2419350"/>
                <a:gd name="connsiteY5241" fmla="*/ 358521 h 876300"/>
                <a:gd name="connsiteX5242" fmla="*/ 2099024 w 2419350"/>
                <a:gd name="connsiteY5242" fmla="*/ 358902 h 876300"/>
                <a:gd name="connsiteX5243" fmla="*/ 2098262 w 2419350"/>
                <a:gd name="connsiteY5243" fmla="*/ 359569 h 876300"/>
                <a:gd name="connsiteX5244" fmla="*/ 2098072 w 2419350"/>
                <a:gd name="connsiteY5244" fmla="*/ 359759 h 876300"/>
                <a:gd name="connsiteX5245" fmla="*/ 2097881 w 2419350"/>
                <a:gd name="connsiteY5245" fmla="*/ 360045 h 876300"/>
                <a:gd name="connsiteX5246" fmla="*/ 2097596 w 2419350"/>
                <a:gd name="connsiteY5246" fmla="*/ 360617 h 876300"/>
                <a:gd name="connsiteX5247" fmla="*/ 2097500 w 2419350"/>
                <a:gd name="connsiteY5247" fmla="*/ 361569 h 876300"/>
                <a:gd name="connsiteX5248" fmla="*/ 2097405 w 2419350"/>
                <a:gd name="connsiteY5248" fmla="*/ 361855 h 876300"/>
                <a:gd name="connsiteX5249" fmla="*/ 2096548 w 2419350"/>
                <a:gd name="connsiteY5249" fmla="*/ 363284 h 876300"/>
                <a:gd name="connsiteX5250" fmla="*/ 2097215 w 2419350"/>
                <a:gd name="connsiteY5250" fmla="*/ 364427 h 876300"/>
                <a:gd name="connsiteX5251" fmla="*/ 2098167 w 2419350"/>
                <a:gd name="connsiteY5251" fmla="*/ 365474 h 876300"/>
                <a:gd name="connsiteX5252" fmla="*/ 1870329 w 2419350"/>
                <a:gd name="connsiteY5252" fmla="*/ 357283 h 876300"/>
                <a:gd name="connsiteX5253" fmla="*/ 1870329 w 2419350"/>
                <a:gd name="connsiteY5253" fmla="*/ 357664 h 876300"/>
                <a:gd name="connsiteX5254" fmla="*/ 1872139 w 2419350"/>
                <a:gd name="connsiteY5254" fmla="*/ 357188 h 876300"/>
                <a:gd name="connsiteX5255" fmla="*/ 1876044 w 2419350"/>
                <a:gd name="connsiteY5255" fmla="*/ 356902 h 876300"/>
                <a:gd name="connsiteX5256" fmla="*/ 1883664 w 2419350"/>
                <a:gd name="connsiteY5256" fmla="*/ 355283 h 876300"/>
                <a:gd name="connsiteX5257" fmla="*/ 1885664 w 2419350"/>
                <a:gd name="connsiteY5257" fmla="*/ 355187 h 876300"/>
                <a:gd name="connsiteX5258" fmla="*/ 1886617 w 2419350"/>
                <a:gd name="connsiteY5258" fmla="*/ 354997 h 876300"/>
                <a:gd name="connsiteX5259" fmla="*/ 1888141 w 2419350"/>
                <a:gd name="connsiteY5259" fmla="*/ 353949 h 876300"/>
                <a:gd name="connsiteX5260" fmla="*/ 1889379 w 2419350"/>
                <a:gd name="connsiteY5260" fmla="*/ 353568 h 876300"/>
                <a:gd name="connsiteX5261" fmla="*/ 1889855 w 2419350"/>
                <a:gd name="connsiteY5261" fmla="*/ 353282 h 876300"/>
                <a:gd name="connsiteX5262" fmla="*/ 1890331 w 2419350"/>
                <a:gd name="connsiteY5262" fmla="*/ 352901 h 876300"/>
                <a:gd name="connsiteX5263" fmla="*/ 1890522 w 2419350"/>
                <a:gd name="connsiteY5263" fmla="*/ 352520 h 876300"/>
                <a:gd name="connsiteX5264" fmla="*/ 1890427 w 2419350"/>
                <a:gd name="connsiteY5264" fmla="*/ 352235 h 876300"/>
                <a:gd name="connsiteX5265" fmla="*/ 1890046 w 2419350"/>
                <a:gd name="connsiteY5265" fmla="*/ 352235 h 876300"/>
                <a:gd name="connsiteX5266" fmla="*/ 1889665 w 2419350"/>
                <a:gd name="connsiteY5266" fmla="*/ 352139 h 876300"/>
                <a:gd name="connsiteX5267" fmla="*/ 1889474 w 2419350"/>
                <a:gd name="connsiteY5267" fmla="*/ 351663 h 876300"/>
                <a:gd name="connsiteX5268" fmla="*/ 1889570 w 2419350"/>
                <a:gd name="connsiteY5268" fmla="*/ 351187 h 876300"/>
                <a:gd name="connsiteX5269" fmla="*/ 1889950 w 2419350"/>
                <a:gd name="connsiteY5269" fmla="*/ 350996 h 876300"/>
                <a:gd name="connsiteX5270" fmla="*/ 1890427 w 2419350"/>
                <a:gd name="connsiteY5270" fmla="*/ 350901 h 876300"/>
                <a:gd name="connsiteX5271" fmla="*/ 1890903 w 2419350"/>
                <a:gd name="connsiteY5271" fmla="*/ 350711 h 876300"/>
                <a:gd name="connsiteX5272" fmla="*/ 1891189 w 2419350"/>
                <a:gd name="connsiteY5272" fmla="*/ 350615 h 876300"/>
                <a:gd name="connsiteX5273" fmla="*/ 1891856 w 2419350"/>
                <a:gd name="connsiteY5273" fmla="*/ 350330 h 876300"/>
                <a:gd name="connsiteX5274" fmla="*/ 1892237 w 2419350"/>
                <a:gd name="connsiteY5274" fmla="*/ 350044 h 876300"/>
                <a:gd name="connsiteX5275" fmla="*/ 1891856 w 2419350"/>
                <a:gd name="connsiteY5275" fmla="*/ 349949 h 876300"/>
                <a:gd name="connsiteX5276" fmla="*/ 1891284 w 2419350"/>
                <a:gd name="connsiteY5276" fmla="*/ 349853 h 876300"/>
                <a:gd name="connsiteX5277" fmla="*/ 1890427 w 2419350"/>
                <a:gd name="connsiteY5277" fmla="*/ 349377 h 876300"/>
                <a:gd name="connsiteX5278" fmla="*/ 1889855 w 2419350"/>
                <a:gd name="connsiteY5278" fmla="*/ 349187 h 876300"/>
                <a:gd name="connsiteX5279" fmla="*/ 1889570 w 2419350"/>
                <a:gd name="connsiteY5279" fmla="*/ 349187 h 876300"/>
                <a:gd name="connsiteX5280" fmla="*/ 1888712 w 2419350"/>
                <a:gd name="connsiteY5280" fmla="*/ 349377 h 876300"/>
                <a:gd name="connsiteX5281" fmla="*/ 1888426 w 2419350"/>
                <a:gd name="connsiteY5281" fmla="*/ 349377 h 876300"/>
                <a:gd name="connsiteX5282" fmla="*/ 1887760 w 2419350"/>
                <a:gd name="connsiteY5282" fmla="*/ 349282 h 876300"/>
                <a:gd name="connsiteX5283" fmla="*/ 1886712 w 2419350"/>
                <a:gd name="connsiteY5283" fmla="*/ 349282 h 876300"/>
                <a:gd name="connsiteX5284" fmla="*/ 1886331 w 2419350"/>
                <a:gd name="connsiteY5284" fmla="*/ 349187 h 876300"/>
                <a:gd name="connsiteX5285" fmla="*/ 1885950 w 2419350"/>
                <a:gd name="connsiteY5285" fmla="*/ 348805 h 876300"/>
                <a:gd name="connsiteX5286" fmla="*/ 1885759 w 2419350"/>
                <a:gd name="connsiteY5286" fmla="*/ 349472 h 876300"/>
                <a:gd name="connsiteX5287" fmla="*/ 1886617 w 2419350"/>
                <a:gd name="connsiteY5287" fmla="*/ 350425 h 876300"/>
                <a:gd name="connsiteX5288" fmla="*/ 1886331 w 2419350"/>
                <a:gd name="connsiteY5288" fmla="*/ 350996 h 876300"/>
                <a:gd name="connsiteX5289" fmla="*/ 1886712 w 2419350"/>
                <a:gd name="connsiteY5289" fmla="*/ 351377 h 876300"/>
                <a:gd name="connsiteX5290" fmla="*/ 1886807 w 2419350"/>
                <a:gd name="connsiteY5290" fmla="*/ 351568 h 876300"/>
                <a:gd name="connsiteX5291" fmla="*/ 1886712 w 2419350"/>
                <a:gd name="connsiteY5291" fmla="*/ 352044 h 876300"/>
                <a:gd name="connsiteX5292" fmla="*/ 1885759 w 2419350"/>
                <a:gd name="connsiteY5292" fmla="*/ 351092 h 876300"/>
                <a:gd name="connsiteX5293" fmla="*/ 1884712 w 2419350"/>
                <a:gd name="connsiteY5293" fmla="*/ 351282 h 876300"/>
                <a:gd name="connsiteX5294" fmla="*/ 1883569 w 2419350"/>
                <a:gd name="connsiteY5294" fmla="*/ 351949 h 876300"/>
                <a:gd name="connsiteX5295" fmla="*/ 1882235 w 2419350"/>
                <a:gd name="connsiteY5295" fmla="*/ 352330 h 876300"/>
                <a:gd name="connsiteX5296" fmla="*/ 1881473 w 2419350"/>
                <a:gd name="connsiteY5296" fmla="*/ 352235 h 876300"/>
                <a:gd name="connsiteX5297" fmla="*/ 1880235 w 2419350"/>
                <a:gd name="connsiteY5297" fmla="*/ 351758 h 876300"/>
                <a:gd name="connsiteX5298" fmla="*/ 1879473 w 2419350"/>
                <a:gd name="connsiteY5298" fmla="*/ 351663 h 876300"/>
                <a:gd name="connsiteX5299" fmla="*/ 1878997 w 2419350"/>
                <a:gd name="connsiteY5299" fmla="*/ 351758 h 876300"/>
                <a:gd name="connsiteX5300" fmla="*/ 1878616 w 2419350"/>
                <a:gd name="connsiteY5300" fmla="*/ 352044 h 876300"/>
                <a:gd name="connsiteX5301" fmla="*/ 1878139 w 2419350"/>
                <a:gd name="connsiteY5301" fmla="*/ 352235 h 876300"/>
                <a:gd name="connsiteX5302" fmla="*/ 1877473 w 2419350"/>
                <a:gd name="connsiteY5302" fmla="*/ 352044 h 876300"/>
                <a:gd name="connsiteX5303" fmla="*/ 1877568 w 2419350"/>
                <a:gd name="connsiteY5303" fmla="*/ 351854 h 876300"/>
                <a:gd name="connsiteX5304" fmla="*/ 1877663 w 2419350"/>
                <a:gd name="connsiteY5304" fmla="*/ 351758 h 876300"/>
                <a:gd name="connsiteX5305" fmla="*/ 1877758 w 2419350"/>
                <a:gd name="connsiteY5305" fmla="*/ 351758 h 876300"/>
                <a:gd name="connsiteX5306" fmla="*/ 1877854 w 2419350"/>
                <a:gd name="connsiteY5306" fmla="*/ 351663 h 876300"/>
                <a:gd name="connsiteX5307" fmla="*/ 1877092 w 2419350"/>
                <a:gd name="connsiteY5307" fmla="*/ 351377 h 876300"/>
                <a:gd name="connsiteX5308" fmla="*/ 1876234 w 2419350"/>
                <a:gd name="connsiteY5308" fmla="*/ 351663 h 876300"/>
                <a:gd name="connsiteX5309" fmla="*/ 1874711 w 2419350"/>
                <a:gd name="connsiteY5309" fmla="*/ 352806 h 876300"/>
                <a:gd name="connsiteX5310" fmla="*/ 1874615 w 2419350"/>
                <a:gd name="connsiteY5310" fmla="*/ 352330 h 876300"/>
                <a:gd name="connsiteX5311" fmla="*/ 1874425 w 2419350"/>
                <a:gd name="connsiteY5311" fmla="*/ 351949 h 876300"/>
                <a:gd name="connsiteX5312" fmla="*/ 1874044 w 2419350"/>
                <a:gd name="connsiteY5312" fmla="*/ 351663 h 876300"/>
                <a:gd name="connsiteX5313" fmla="*/ 1873567 w 2419350"/>
                <a:gd name="connsiteY5313" fmla="*/ 351377 h 876300"/>
                <a:gd name="connsiteX5314" fmla="*/ 1872806 w 2419350"/>
                <a:gd name="connsiteY5314" fmla="*/ 352901 h 876300"/>
                <a:gd name="connsiteX5315" fmla="*/ 1871091 w 2419350"/>
                <a:gd name="connsiteY5315" fmla="*/ 353187 h 876300"/>
                <a:gd name="connsiteX5316" fmla="*/ 1869853 w 2419350"/>
                <a:gd name="connsiteY5316" fmla="*/ 352616 h 876300"/>
                <a:gd name="connsiteX5317" fmla="*/ 1870329 w 2419350"/>
                <a:gd name="connsiteY5317" fmla="*/ 351377 h 876300"/>
                <a:gd name="connsiteX5318" fmla="*/ 1869662 w 2419350"/>
                <a:gd name="connsiteY5318" fmla="*/ 351092 h 876300"/>
                <a:gd name="connsiteX5319" fmla="*/ 1869091 w 2419350"/>
                <a:gd name="connsiteY5319" fmla="*/ 351092 h 876300"/>
                <a:gd name="connsiteX5320" fmla="*/ 1868710 w 2419350"/>
                <a:gd name="connsiteY5320" fmla="*/ 351472 h 876300"/>
                <a:gd name="connsiteX5321" fmla="*/ 1868614 w 2419350"/>
                <a:gd name="connsiteY5321" fmla="*/ 352139 h 876300"/>
                <a:gd name="connsiteX5322" fmla="*/ 1868233 w 2419350"/>
                <a:gd name="connsiteY5322" fmla="*/ 352139 h 876300"/>
                <a:gd name="connsiteX5323" fmla="*/ 1868233 w 2419350"/>
                <a:gd name="connsiteY5323" fmla="*/ 351949 h 876300"/>
                <a:gd name="connsiteX5324" fmla="*/ 1868233 w 2419350"/>
                <a:gd name="connsiteY5324" fmla="*/ 351377 h 876300"/>
                <a:gd name="connsiteX5325" fmla="*/ 1867567 w 2419350"/>
                <a:gd name="connsiteY5325" fmla="*/ 352044 h 876300"/>
                <a:gd name="connsiteX5326" fmla="*/ 1867567 w 2419350"/>
                <a:gd name="connsiteY5326" fmla="*/ 354235 h 876300"/>
                <a:gd name="connsiteX5327" fmla="*/ 1866900 w 2419350"/>
                <a:gd name="connsiteY5327" fmla="*/ 354997 h 876300"/>
                <a:gd name="connsiteX5328" fmla="*/ 1867281 w 2419350"/>
                <a:gd name="connsiteY5328" fmla="*/ 355949 h 876300"/>
                <a:gd name="connsiteX5329" fmla="*/ 1866614 w 2419350"/>
                <a:gd name="connsiteY5329" fmla="*/ 356426 h 876300"/>
                <a:gd name="connsiteX5330" fmla="*/ 1865662 w 2419350"/>
                <a:gd name="connsiteY5330" fmla="*/ 356902 h 876300"/>
                <a:gd name="connsiteX5331" fmla="*/ 1865186 w 2419350"/>
                <a:gd name="connsiteY5331" fmla="*/ 357759 h 876300"/>
                <a:gd name="connsiteX5332" fmla="*/ 1867090 w 2419350"/>
                <a:gd name="connsiteY5332" fmla="*/ 356902 h 876300"/>
                <a:gd name="connsiteX5333" fmla="*/ 1867948 w 2419350"/>
                <a:gd name="connsiteY5333" fmla="*/ 356806 h 876300"/>
                <a:gd name="connsiteX5334" fmla="*/ 1868424 w 2419350"/>
                <a:gd name="connsiteY5334" fmla="*/ 357473 h 876300"/>
                <a:gd name="connsiteX5335" fmla="*/ 1868805 w 2419350"/>
                <a:gd name="connsiteY5335" fmla="*/ 357473 h 876300"/>
                <a:gd name="connsiteX5336" fmla="*/ 1869186 w 2419350"/>
                <a:gd name="connsiteY5336" fmla="*/ 356616 h 876300"/>
                <a:gd name="connsiteX5337" fmla="*/ 1869853 w 2419350"/>
                <a:gd name="connsiteY5337" fmla="*/ 356521 h 876300"/>
                <a:gd name="connsiteX5338" fmla="*/ 1870710 w 2419350"/>
                <a:gd name="connsiteY5338" fmla="*/ 356711 h 876300"/>
                <a:gd name="connsiteX5339" fmla="*/ 1871758 w 2419350"/>
                <a:gd name="connsiteY5339" fmla="*/ 356806 h 876300"/>
                <a:gd name="connsiteX5340" fmla="*/ 1871567 w 2419350"/>
                <a:gd name="connsiteY5340" fmla="*/ 356902 h 876300"/>
                <a:gd name="connsiteX5341" fmla="*/ 1870329 w 2419350"/>
                <a:gd name="connsiteY5341" fmla="*/ 357283 h 876300"/>
                <a:gd name="connsiteX5342" fmla="*/ 2071688 w 2419350"/>
                <a:gd name="connsiteY5342" fmla="*/ 418529 h 876300"/>
                <a:gd name="connsiteX5343" fmla="*/ 2071688 w 2419350"/>
                <a:gd name="connsiteY5343" fmla="*/ 419957 h 876300"/>
                <a:gd name="connsiteX5344" fmla="*/ 2072068 w 2419350"/>
                <a:gd name="connsiteY5344" fmla="*/ 421196 h 876300"/>
                <a:gd name="connsiteX5345" fmla="*/ 2073116 w 2419350"/>
                <a:gd name="connsiteY5345" fmla="*/ 422148 h 876300"/>
                <a:gd name="connsiteX5346" fmla="*/ 2074069 w 2419350"/>
                <a:gd name="connsiteY5346" fmla="*/ 421958 h 876300"/>
                <a:gd name="connsiteX5347" fmla="*/ 2074736 w 2419350"/>
                <a:gd name="connsiteY5347" fmla="*/ 421005 h 876300"/>
                <a:gd name="connsiteX5348" fmla="*/ 2075116 w 2419350"/>
                <a:gd name="connsiteY5348" fmla="*/ 418910 h 876300"/>
                <a:gd name="connsiteX5349" fmla="*/ 2076545 w 2419350"/>
                <a:gd name="connsiteY5349" fmla="*/ 416528 h 876300"/>
                <a:gd name="connsiteX5350" fmla="*/ 2076640 w 2419350"/>
                <a:gd name="connsiteY5350" fmla="*/ 416243 h 876300"/>
                <a:gd name="connsiteX5351" fmla="*/ 2076640 w 2419350"/>
                <a:gd name="connsiteY5351" fmla="*/ 415862 h 876300"/>
                <a:gd name="connsiteX5352" fmla="*/ 2076355 w 2419350"/>
                <a:gd name="connsiteY5352" fmla="*/ 415290 h 876300"/>
                <a:gd name="connsiteX5353" fmla="*/ 2075783 w 2419350"/>
                <a:gd name="connsiteY5353" fmla="*/ 414814 h 876300"/>
                <a:gd name="connsiteX5354" fmla="*/ 2075116 w 2419350"/>
                <a:gd name="connsiteY5354" fmla="*/ 414433 h 876300"/>
                <a:gd name="connsiteX5355" fmla="*/ 2074450 w 2419350"/>
                <a:gd name="connsiteY5355" fmla="*/ 414338 h 876300"/>
                <a:gd name="connsiteX5356" fmla="*/ 2073878 w 2419350"/>
                <a:gd name="connsiteY5356" fmla="*/ 414528 h 876300"/>
                <a:gd name="connsiteX5357" fmla="*/ 2073402 w 2419350"/>
                <a:gd name="connsiteY5357" fmla="*/ 414909 h 876300"/>
                <a:gd name="connsiteX5358" fmla="*/ 2073021 w 2419350"/>
                <a:gd name="connsiteY5358" fmla="*/ 415385 h 876300"/>
                <a:gd name="connsiteX5359" fmla="*/ 2072735 w 2419350"/>
                <a:gd name="connsiteY5359" fmla="*/ 415862 h 876300"/>
                <a:gd name="connsiteX5360" fmla="*/ 2072164 w 2419350"/>
                <a:gd name="connsiteY5360" fmla="*/ 417100 h 876300"/>
                <a:gd name="connsiteX5361" fmla="*/ 2071688 w 2419350"/>
                <a:gd name="connsiteY5361" fmla="*/ 418529 h 876300"/>
                <a:gd name="connsiteX5362" fmla="*/ 486728 w 2419350"/>
                <a:gd name="connsiteY5362" fmla="*/ 274511 h 876300"/>
                <a:gd name="connsiteX5363" fmla="*/ 487299 w 2419350"/>
                <a:gd name="connsiteY5363" fmla="*/ 275749 h 876300"/>
                <a:gd name="connsiteX5364" fmla="*/ 487585 w 2419350"/>
                <a:gd name="connsiteY5364" fmla="*/ 276320 h 876300"/>
                <a:gd name="connsiteX5365" fmla="*/ 488156 w 2419350"/>
                <a:gd name="connsiteY5365" fmla="*/ 276701 h 876300"/>
                <a:gd name="connsiteX5366" fmla="*/ 488728 w 2419350"/>
                <a:gd name="connsiteY5366" fmla="*/ 275368 h 876300"/>
                <a:gd name="connsiteX5367" fmla="*/ 487871 w 2419350"/>
                <a:gd name="connsiteY5367" fmla="*/ 274130 h 876300"/>
                <a:gd name="connsiteX5368" fmla="*/ 486346 w 2419350"/>
                <a:gd name="connsiteY5368" fmla="*/ 273082 h 876300"/>
                <a:gd name="connsiteX5369" fmla="*/ 485013 w 2419350"/>
                <a:gd name="connsiteY5369" fmla="*/ 272415 h 876300"/>
                <a:gd name="connsiteX5370" fmla="*/ 485299 w 2419350"/>
                <a:gd name="connsiteY5370" fmla="*/ 273082 h 876300"/>
                <a:gd name="connsiteX5371" fmla="*/ 486728 w 2419350"/>
                <a:gd name="connsiteY5371" fmla="*/ 274511 h 876300"/>
                <a:gd name="connsiteX5372" fmla="*/ 2177034 w 2419350"/>
                <a:gd name="connsiteY5372" fmla="*/ 398907 h 876300"/>
                <a:gd name="connsiteX5373" fmla="*/ 2175891 w 2419350"/>
                <a:gd name="connsiteY5373" fmla="*/ 398240 h 876300"/>
                <a:gd name="connsiteX5374" fmla="*/ 2175129 w 2419350"/>
                <a:gd name="connsiteY5374" fmla="*/ 397669 h 876300"/>
                <a:gd name="connsiteX5375" fmla="*/ 2174653 w 2419350"/>
                <a:gd name="connsiteY5375" fmla="*/ 397478 h 876300"/>
                <a:gd name="connsiteX5376" fmla="*/ 2173415 w 2419350"/>
                <a:gd name="connsiteY5376" fmla="*/ 397574 h 876300"/>
                <a:gd name="connsiteX5377" fmla="*/ 2172843 w 2419350"/>
                <a:gd name="connsiteY5377" fmla="*/ 397574 h 876300"/>
                <a:gd name="connsiteX5378" fmla="*/ 2172462 w 2419350"/>
                <a:gd name="connsiteY5378" fmla="*/ 397383 h 876300"/>
                <a:gd name="connsiteX5379" fmla="*/ 2171986 w 2419350"/>
                <a:gd name="connsiteY5379" fmla="*/ 396716 h 876300"/>
                <a:gd name="connsiteX5380" fmla="*/ 2171700 w 2419350"/>
                <a:gd name="connsiteY5380" fmla="*/ 396526 h 876300"/>
                <a:gd name="connsiteX5381" fmla="*/ 2169509 w 2419350"/>
                <a:gd name="connsiteY5381" fmla="*/ 396050 h 876300"/>
                <a:gd name="connsiteX5382" fmla="*/ 2164651 w 2419350"/>
                <a:gd name="connsiteY5382" fmla="*/ 396050 h 876300"/>
                <a:gd name="connsiteX5383" fmla="*/ 2162651 w 2419350"/>
                <a:gd name="connsiteY5383" fmla="*/ 395383 h 876300"/>
                <a:gd name="connsiteX5384" fmla="*/ 2161223 w 2419350"/>
                <a:gd name="connsiteY5384" fmla="*/ 395954 h 876300"/>
                <a:gd name="connsiteX5385" fmla="*/ 2157222 w 2419350"/>
                <a:gd name="connsiteY5385" fmla="*/ 394906 h 876300"/>
                <a:gd name="connsiteX5386" fmla="*/ 2154079 w 2419350"/>
                <a:gd name="connsiteY5386" fmla="*/ 395764 h 876300"/>
                <a:gd name="connsiteX5387" fmla="*/ 2151888 w 2419350"/>
                <a:gd name="connsiteY5387" fmla="*/ 395573 h 876300"/>
                <a:gd name="connsiteX5388" fmla="*/ 2148268 w 2419350"/>
                <a:gd name="connsiteY5388" fmla="*/ 394716 h 876300"/>
                <a:gd name="connsiteX5389" fmla="*/ 2137505 w 2419350"/>
                <a:gd name="connsiteY5389" fmla="*/ 393954 h 876300"/>
                <a:gd name="connsiteX5390" fmla="*/ 2131981 w 2419350"/>
                <a:gd name="connsiteY5390" fmla="*/ 392716 h 876300"/>
                <a:gd name="connsiteX5391" fmla="*/ 2131219 w 2419350"/>
                <a:gd name="connsiteY5391" fmla="*/ 392716 h 876300"/>
                <a:gd name="connsiteX5392" fmla="*/ 2130933 w 2419350"/>
                <a:gd name="connsiteY5392" fmla="*/ 393097 h 876300"/>
                <a:gd name="connsiteX5393" fmla="*/ 2130552 w 2419350"/>
                <a:gd name="connsiteY5393" fmla="*/ 393097 h 876300"/>
                <a:gd name="connsiteX5394" fmla="*/ 2129695 w 2419350"/>
                <a:gd name="connsiteY5394" fmla="*/ 393383 h 876300"/>
                <a:gd name="connsiteX5395" fmla="*/ 2129123 w 2419350"/>
                <a:gd name="connsiteY5395" fmla="*/ 393763 h 876300"/>
                <a:gd name="connsiteX5396" fmla="*/ 2129314 w 2419350"/>
                <a:gd name="connsiteY5396" fmla="*/ 393954 h 876300"/>
                <a:gd name="connsiteX5397" fmla="*/ 2129790 w 2419350"/>
                <a:gd name="connsiteY5397" fmla="*/ 394145 h 876300"/>
                <a:gd name="connsiteX5398" fmla="*/ 2129981 w 2419350"/>
                <a:gd name="connsiteY5398" fmla="*/ 394621 h 876300"/>
                <a:gd name="connsiteX5399" fmla="*/ 2130076 w 2419350"/>
                <a:gd name="connsiteY5399" fmla="*/ 395097 h 876300"/>
                <a:gd name="connsiteX5400" fmla="*/ 2130171 w 2419350"/>
                <a:gd name="connsiteY5400" fmla="*/ 395383 h 876300"/>
                <a:gd name="connsiteX5401" fmla="*/ 2130457 w 2419350"/>
                <a:gd name="connsiteY5401" fmla="*/ 395383 h 876300"/>
                <a:gd name="connsiteX5402" fmla="*/ 2131314 w 2419350"/>
                <a:gd name="connsiteY5402" fmla="*/ 395288 h 876300"/>
                <a:gd name="connsiteX5403" fmla="*/ 2131600 w 2419350"/>
                <a:gd name="connsiteY5403" fmla="*/ 395383 h 876300"/>
                <a:gd name="connsiteX5404" fmla="*/ 2131981 w 2419350"/>
                <a:gd name="connsiteY5404" fmla="*/ 396145 h 876300"/>
                <a:gd name="connsiteX5405" fmla="*/ 2132076 w 2419350"/>
                <a:gd name="connsiteY5405" fmla="*/ 396716 h 876300"/>
                <a:gd name="connsiteX5406" fmla="*/ 2132266 w 2419350"/>
                <a:gd name="connsiteY5406" fmla="*/ 397193 h 876300"/>
                <a:gd name="connsiteX5407" fmla="*/ 2133029 w 2419350"/>
                <a:gd name="connsiteY5407" fmla="*/ 397574 h 876300"/>
                <a:gd name="connsiteX5408" fmla="*/ 2134553 w 2419350"/>
                <a:gd name="connsiteY5408" fmla="*/ 397764 h 876300"/>
                <a:gd name="connsiteX5409" fmla="*/ 2136076 w 2419350"/>
                <a:gd name="connsiteY5409" fmla="*/ 397574 h 876300"/>
                <a:gd name="connsiteX5410" fmla="*/ 2137410 w 2419350"/>
                <a:gd name="connsiteY5410" fmla="*/ 397669 h 876300"/>
                <a:gd name="connsiteX5411" fmla="*/ 2138648 w 2419350"/>
                <a:gd name="connsiteY5411" fmla="*/ 398526 h 876300"/>
                <a:gd name="connsiteX5412" fmla="*/ 2139220 w 2419350"/>
                <a:gd name="connsiteY5412" fmla="*/ 398717 h 876300"/>
                <a:gd name="connsiteX5413" fmla="*/ 2139982 w 2419350"/>
                <a:gd name="connsiteY5413" fmla="*/ 398526 h 876300"/>
                <a:gd name="connsiteX5414" fmla="*/ 2140744 w 2419350"/>
                <a:gd name="connsiteY5414" fmla="*/ 398145 h 876300"/>
                <a:gd name="connsiteX5415" fmla="*/ 2141315 w 2419350"/>
                <a:gd name="connsiteY5415" fmla="*/ 397955 h 876300"/>
                <a:gd name="connsiteX5416" fmla="*/ 2141982 w 2419350"/>
                <a:gd name="connsiteY5416" fmla="*/ 398145 h 876300"/>
                <a:gd name="connsiteX5417" fmla="*/ 2142554 w 2419350"/>
                <a:gd name="connsiteY5417" fmla="*/ 398717 h 876300"/>
                <a:gd name="connsiteX5418" fmla="*/ 2143125 w 2419350"/>
                <a:gd name="connsiteY5418" fmla="*/ 399002 h 876300"/>
                <a:gd name="connsiteX5419" fmla="*/ 2143887 w 2419350"/>
                <a:gd name="connsiteY5419" fmla="*/ 398717 h 876300"/>
                <a:gd name="connsiteX5420" fmla="*/ 2144554 w 2419350"/>
                <a:gd name="connsiteY5420" fmla="*/ 398621 h 876300"/>
                <a:gd name="connsiteX5421" fmla="*/ 2145125 w 2419350"/>
                <a:gd name="connsiteY5421" fmla="*/ 398812 h 876300"/>
                <a:gd name="connsiteX5422" fmla="*/ 2145792 w 2419350"/>
                <a:gd name="connsiteY5422" fmla="*/ 399479 h 876300"/>
                <a:gd name="connsiteX5423" fmla="*/ 2146173 w 2419350"/>
                <a:gd name="connsiteY5423" fmla="*/ 399669 h 876300"/>
                <a:gd name="connsiteX5424" fmla="*/ 2147983 w 2419350"/>
                <a:gd name="connsiteY5424" fmla="*/ 399860 h 876300"/>
                <a:gd name="connsiteX5425" fmla="*/ 2149697 w 2419350"/>
                <a:gd name="connsiteY5425" fmla="*/ 400717 h 876300"/>
                <a:gd name="connsiteX5426" fmla="*/ 2150650 w 2419350"/>
                <a:gd name="connsiteY5426" fmla="*/ 401098 h 876300"/>
                <a:gd name="connsiteX5427" fmla="*/ 2152841 w 2419350"/>
                <a:gd name="connsiteY5427" fmla="*/ 401193 h 876300"/>
                <a:gd name="connsiteX5428" fmla="*/ 2153793 w 2419350"/>
                <a:gd name="connsiteY5428" fmla="*/ 401384 h 876300"/>
                <a:gd name="connsiteX5429" fmla="*/ 2154174 w 2419350"/>
                <a:gd name="connsiteY5429" fmla="*/ 401955 h 876300"/>
                <a:gd name="connsiteX5430" fmla="*/ 2154650 w 2419350"/>
                <a:gd name="connsiteY5430" fmla="*/ 402146 h 876300"/>
                <a:gd name="connsiteX5431" fmla="*/ 2157032 w 2419350"/>
                <a:gd name="connsiteY5431" fmla="*/ 403193 h 876300"/>
                <a:gd name="connsiteX5432" fmla="*/ 2158460 w 2419350"/>
                <a:gd name="connsiteY5432" fmla="*/ 404051 h 876300"/>
                <a:gd name="connsiteX5433" fmla="*/ 2159127 w 2419350"/>
                <a:gd name="connsiteY5433" fmla="*/ 404336 h 876300"/>
                <a:gd name="connsiteX5434" fmla="*/ 2159984 w 2419350"/>
                <a:gd name="connsiteY5434" fmla="*/ 404527 h 876300"/>
                <a:gd name="connsiteX5435" fmla="*/ 2161127 w 2419350"/>
                <a:gd name="connsiteY5435" fmla="*/ 404622 h 876300"/>
                <a:gd name="connsiteX5436" fmla="*/ 2161508 w 2419350"/>
                <a:gd name="connsiteY5436" fmla="*/ 404717 h 876300"/>
                <a:gd name="connsiteX5437" fmla="*/ 2162270 w 2419350"/>
                <a:gd name="connsiteY5437" fmla="*/ 405384 h 876300"/>
                <a:gd name="connsiteX5438" fmla="*/ 2162747 w 2419350"/>
                <a:gd name="connsiteY5438" fmla="*/ 405670 h 876300"/>
                <a:gd name="connsiteX5439" fmla="*/ 2163318 w 2419350"/>
                <a:gd name="connsiteY5439" fmla="*/ 405765 h 876300"/>
                <a:gd name="connsiteX5440" fmla="*/ 2164461 w 2419350"/>
                <a:gd name="connsiteY5440" fmla="*/ 405670 h 876300"/>
                <a:gd name="connsiteX5441" fmla="*/ 2165033 w 2419350"/>
                <a:gd name="connsiteY5441" fmla="*/ 405670 h 876300"/>
                <a:gd name="connsiteX5442" fmla="*/ 2169033 w 2419350"/>
                <a:gd name="connsiteY5442" fmla="*/ 406527 h 876300"/>
                <a:gd name="connsiteX5443" fmla="*/ 2170652 w 2419350"/>
                <a:gd name="connsiteY5443" fmla="*/ 407480 h 876300"/>
                <a:gd name="connsiteX5444" fmla="*/ 2171509 w 2419350"/>
                <a:gd name="connsiteY5444" fmla="*/ 409004 h 876300"/>
                <a:gd name="connsiteX5445" fmla="*/ 2172081 w 2419350"/>
                <a:gd name="connsiteY5445" fmla="*/ 408622 h 876300"/>
                <a:gd name="connsiteX5446" fmla="*/ 2172653 w 2419350"/>
                <a:gd name="connsiteY5446" fmla="*/ 408527 h 876300"/>
                <a:gd name="connsiteX5447" fmla="*/ 2173033 w 2419350"/>
                <a:gd name="connsiteY5447" fmla="*/ 408813 h 876300"/>
                <a:gd name="connsiteX5448" fmla="*/ 2173319 w 2419350"/>
                <a:gd name="connsiteY5448" fmla="*/ 409480 h 876300"/>
                <a:gd name="connsiteX5449" fmla="*/ 2173700 w 2419350"/>
                <a:gd name="connsiteY5449" fmla="*/ 409480 h 876300"/>
                <a:gd name="connsiteX5450" fmla="*/ 2173986 w 2419350"/>
                <a:gd name="connsiteY5450" fmla="*/ 408718 h 876300"/>
                <a:gd name="connsiteX5451" fmla="*/ 2174272 w 2419350"/>
                <a:gd name="connsiteY5451" fmla="*/ 408242 h 876300"/>
                <a:gd name="connsiteX5452" fmla="*/ 2174653 w 2419350"/>
                <a:gd name="connsiteY5452" fmla="*/ 407861 h 876300"/>
                <a:gd name="connsiteX5453" fmla="*/ 2175224 w 2419350"/>
                <a:gd name="connsiteY5453" fmla="*/ 407480 h 876300"/>
                <a:gd name="connsiteX5454" fmla="*/ 2175224 w 2419350"/>
                <a:gd name="connsiteY5454" fmla="*/ 407575 h 876300"/>
                <a:gd name="connsiteX5455" fmla="*/ 2175605 w 2419350"/>
                <a:gd name="connsiteY5455" fmla="*/ 407575 h 876300"/>
                <a:gd name="connsiteX5456" fmla="*/ 2176082 w 2419350"/>
                <a:gd name="connsiteY5456" fmla="*/ 407480 h 876300"/>
                <a:gd name="connsiteX5457" fmla="*/ 2176082 w 2419350"/>
                <a:gd name="connsiteY5457" fmla="*/ 407480 h 876300"/>
                <a:gd name="connsiteX5458" fmla="*/ 2176367 w 2419350"/>
                <a:gd name="connsiteY5458" fmla="*/ 407384 h 876300"/>
                <a:gd name="connsiteX5459" fmla="*/ 2176843 w 2419350"/>
                <a:gd name="connsiteY5459" fmla="*/ 406908 h 876300"/>
                <a:gd name="connsiteX5460" fmla="*/ 2177129 w 2419350"/>
                <a:gd name="connsiteY5460" fmla="*/ 406813 h 876300"/>
                <a:gd name="connsiteX5461" fmla="*/ 2178177 w 2419350"/>
                <a:gd name="connsiteY5461" fmla="*/ 407003 h 876300"/>
                <a:gd name="connsiteX5462" fmla="*/ 2180273 w 2419350"/>
                <a:gd name="connsiteY5462" fmla="*/ 407765 h 876300"/>
                <a:gd name="connsiteX5463" fmla="*/ 2181130 w 2419350"/>
                <a:gd name="connsiteY5463" fmla="*/ 407956 h 876300"/>
                <a:gd name="connsiteX5464" fmla="*/ 2182749 w 2419350"/>
                <a:gd name="connsiteY5464" fmla="*/ 408527 h 876300"/>
                <a:gd name="connsiteX5465" fmla="*/ 2183321 w 2419350"/>
                <a:gd name="connsiteY5465" fmla="*/ 408622 h 876300"/>
                <a:gd name="connsiteX5466" fmla="*/ 2183987 w 2419350"/>
                <a:gd name="connsiteY5466" fmla="*/ 408527 h 876300"/>
                <a:gd name="connsiteX5467" fmla="*/ 2185035 w 2419350"/>
                <a:gd name="connsiteY5467" fmla="*/ 408242 h 876300"/>
                <a:gd name="connsiteX5468" fmla="*/ 2185702 w 2419350"/>
                <a:gd name="connsiteY5468" fmla="*/ 408242 h 876300"/>
                <a:gd name="connsiteX5469" fmla="*/ 2186083 w 2419350"/>
                <a:gd name="connsiteY5469" fmla="*/ 408337 h 876300"/>
                <a:gd name="connsiteX5470" fmla="*/ 2187035 w 2419350"/>
                <a:gd name="connsiteY5470" fmla="*/ 408813 h 876300"/>
                <a:gd name="connsiteX5471" fmla="*/ 2187607 w 2419350"/>
                <a:gd name="connsiteY5471" fmla="*/ 408908 h 876300"/>
                <a:gd name="connsiteX5472" fmla="*/ 2188178 w 2419350"/>
                <a:gd name="connsiteY5472" fmla="*/ 408718 h 876300"/>
                <a:gd name="connsiteX5473" fmla="*/ 2188178 w 2419350"/>
                <a:gd name="connsiteY5473" fmla="*/ 408242 h 876300"/>
                <a:gd name="connsiteX5474" fmla="*/ 2187892 w 2419350"/>
                <a:gd name="connsiteY5474" fmla="*/ 407765 h 876300"/>
                <a:gd name="connsiteX5475" fmla="*/ 2187512 w 2419350"/>
                <a:gd name="connsiteY5475" fmla="*/ 407480 h 876300"/>
                <a:gd name="connsiteX5476" fmla="*/ 2187512 w 2419350"/>
                <a:gd name="connsiteY5476" fmla="*/ 407194 h 876300"/>
                <a:gd name="connsiteX5477" fmla="*/ 2188559 w 2419350"/>
                <a:gd name="connsiteY5477" fmla="*/ 407194 h 876300"/>
                <a:gd name="connsiteX5478" fmla="*/ 2193417 w 2419350"/>
                <a:gd name="connsiteY5478" fmla="*/ 407670 h 876300"/>
                <a:gd name="connsiteX5479" fmla="*/ 2194084 w 2419350"/>
                <a:gd name="connsiteY5479" fmla="*/ 407575 h 876300"/>
                <a:gd name="connsiteX5480" fmla="*/ 2194560 w 2419350"/>
                <a:gd name="connsiteY5480" fmla="*/ 407289 h 876300"/>
                <a:gd name="connsiteX5481" fmla="*/ 2194941 w 2419350"/>
                <a:gd name="connsiteY5481" fmla="*/ 406908 h 876300"/>
                <a:gd name="connsiteX5482" fmla="*/ 2195417 w 2419350"/>
                <a:gd name="connsiteY5482" fmla="*/ 406622 h 876300"/>
                <a:gd name="connsiteX5483" fmla="*/ 2196560 w 2419350"/>
                <a:gd name="connsiteY5483" fmla="*/ 406432 h 876300"/>
                <a:gd name="connsiteX5484" fmla="*/ 2197132 w 2419350"/>
                <a:gd name="connsiteY5484" fmla="*/ 406146 h 876300"/>
                <a:gd name="connsiteX5485" fmla="*/ 2197513 w 2419350"/>
                <a:gd name="connsiteY5485" fmla="*/ 405765 h 876300"/>
                <a:gd name="connsiteX5486" fmla="*/ 2197703 w 2419350"/>
                <a:gd name="connsiteY5486" fmla="*/ 405289 h 876300"/>
                <a:gd name="connsiteX5487" fmla="*/ 2197894 w 2419350"/>
                <a:gd name="connsiteY5487" fmla="*/ 405098 h 876300"/>
                <a:gd name="connsiteX5488" fmla="*/ 2199513 w 2419350"/>
                <a:gd name="connsiteY5488" fmla="*/ 405098 h 876300"/>
                <a:gd name="connsiteX5489" fmla="*/ 2201323 w 2419350"/>
                <a:gd name="connsiteY5489" fmla="*/ 404813 h 876300"/>
                <a:gd name="connsiteX5490" fmla="*/ 2205418 w 2419350"/>
                <a:gd name="connsiteY5490" fmla="*/ 404717 h 876300"/>
                <a:gd name="connsiteX5491" fmla="*/ 2205895 w 2419350"/>
                <a:gd name="connsiteY5491" fmla="*/ 404527 h 876300"/>
                <a:gd name="connsiteX5492" fmla="*/ 2206276 w 2419350"/>
                <a:gd name="connsiteY5492" fmla="*/ 403765 h 876300"/>
                <a:gd name="connsiteX5493" fmla="*/ 2206847 w 2419350"/>
                <a:gd name="connsiteY5493" fmla="*/ 403574 h 876300"/>
                <a:gd name="connsiteX5494" fmla="*/ 2206847 w 2419350"/>
                <a:gd name="connsiteY5494" fmla="*/ 403288 h 876300"/>
                <a:gd name="connsiteX5495" fmla="*/ 2204180 w 2419350"/>
                <a:gd name="connsiteY5495" fmla="*/ 401764 h 876300"/>
                <a:gd name="connsiteX5496" fmla="*/ 2203228 w 2419350"/>
                <a:gd name="connsiteY5496" fmla="*/ 401384 h 876300"/>
                <a:gd name="connsiteX5497" fmla="*/ 2202371 w 2419350"/>
                <a:gd name="connsiteY5497" fmla="*/ 401193 h 876300"/>
                <a:gd name="connsiteX5498" fmla="*/ 2200370 w 2419350"/>
                <a:gd name="connsiteY5498" fmla="*/ 401098 h 876300"/>
                <a:gd name="connsiteX5499" fmla="*/ 2199513 w 2419350"/>
                <a:gd name="connsiteY5499" fmla="*/ 400907 h 876300"/>
                <a:gd name="connsiteX5500" fmla="*/ 2197513 w 2419350"/>
                <a:gd name="connsiteY5500" fmla="*/ 400145 h 876300"/>
                <a:gd name="connsiteX5501" fmla="*/ 2196560 w 2419350"/>
                <a:gd name="connsiteY5501" fmla="*/ 399955 h 876300"/>
                <a:gd name="connsiteX5502" fmla="*/ 2192083 w 2419350"/>
                <a:gd name="connsiteY5502" fmla="*/ 400336 h 876300"/>
                <a:gd name="connsiteX5503" fmla="*/ 2183416 w 2419350"/>
                <a:gd name="connsiteY5503" fmla="*/ 399288 h 876300"/>
                <a:gd name="connsiteX5504" fmla="*/ 2180082 w 2419350"/>
                <a:gd name="connsiteY5504" fmla="*/ 399669 h 876300"/>
                <a:gd name="connsiteX5505" fmla="*/ 2178939 w 2419350"/>
                <a:gd name="connsiteY5505" fmla="*/ 399574 h 876300"/>
                <a:gd name="connsiteX5506" fmla="*/ 2177034 w 2419350"/>
                <a:gd name="connsiteY5506" fmla="*/ 398907 h 876300"/>
                <a:gd name="connsiteX5507" fmla="*/ 2116741 w 2419350"/>
                <a:gd name="connsiteY5507" fmla="*/ 389287 h 876300"/>
                <a:gd name="connsiteX5508" fmla="*/ 2121408 w 2419350"/>
                <a:gd name="connsiteY5508" fmla="*/ 389096 h 876300"/>
                <a:gd name="connsiteX5509" fmla="*/ 2123313 w 2419350"/>
                <a:gd name="connsiteY5509" fmla="*/ 388430 h 876300"/>
                <a:gd name="connsiteX5510" fmla="*/ 2124456 w 2419350"/>
                <a:gd name="connsiteY5510" fmla="*/ 387096 h 876300"/>
                <a:gd name="connsiteX5511" fmla="*/ 2123504 w 2419350"/>
                <a:gd name="connsiteY5511" fmla="*/ 387287 h 876300"/>
                <a:gd name="connsiteX5512" fmla="*/ 2122932 w 2419350"/>
                <a:gd name="connsiteY5512" fmla="*/ 387191 h 876300"/>
                <a:gd name="connsiteX5513" fmla="*/ 2122456 w 2419350"/>
                <a:gd name="connsiteY5513" fmla="*/ 386905 h 876300"/>
                <a:gd name="connsiteX5514" fmla="*/ 2121884 w 2419350"/>
                <a:gd name="connsiteY5514" fmla="*/ 386715 h 876300"/>
                <a:gd name="connsiteX5515" fmla="*/ 2119408 w 2419350"/>
                <a:gd name="connsiteY5515" fmla="*/ 387382 h 876300"/>
                <a:gd name="connsiteX5516" fmla="*/ 2118836 w 2419350"/>
                <a:gd name="connsiteY5516" fmla="*/ 387287 h 876300"/>
                <a:gd name="connsiteX5517" fmla="*/ 2117598 w 2419350"/>
                <a:gd name="connsiteY5517" fmla="*/ 386810 h 876300"/>
                <a:gd name="connsiteX5518" fmla="*/ 2114741 w 2419350"/>
                <a:gd name="connsiteY5518" fmla="*/ 387096 h 876300"/>
                <a:gd name="connsiteX5519" fmla="*/ 2113598 w 2419350"/>
                <a:gd name="connsiteY5519" fmla="*/ 386810 h 876300"/>
                <a:gd name="connsiteX5520" fmla="*/ 2112550 w 2419350"/>
                <a:gd name="connsiteY5520" fmla="*/ 386620 h 876300"/>
                <a:gd name="connsiteX5521" fmla="*/ 2111978 w 2419350"/>
                <a:gd name="connsiteY5521" fmla="*/ 387382 h 876300"/>
                <a:gd name="connsiteX5522" fmla="*/ 2111883 w 2419350"/>
                <a:gd name="connsiteY5522" fmla="*/ 388430 h 876300"/>
                <a:gd name="connsiteX5523" fmla="*/ 2112264 w 2419350"/>
                <a:gd name="connsiteY5523" fmla="*/ 388906 h 876300"/>
                <a:gd name="connsiteX5524" fmla="*/ 2116741 w 2419350"/>
                <a:gd name="connsiteY5524" fmla="*/ 389287 h 876300"/>
                <a:gd name="connsiteX5525" fmla="*/ 2071116 w 2419350"/>
                <a:gd name="connsiteY5525" fmla="*/ 271177 h 876300"/>
                <a:gd name="connsiteX5526" fmla="*/ 2071973 w 2419350"/>
                <a:gd name="connsiteY5526" fmla="*/ 270796 h 876300"/>
                <a:gd name="connsiteX5527" fmla="*/ 2072449 w 2419350"/>
                <a:gd name="connsiteY5527" fmla="*/ 270034 h 876300"/>
                <a:gd name="connsiteX5528" fmla="*/ 2072259 w 2419350"/>
                <a:gd name="connsiteY5528" fmla="*/ 269367 h 876300"/>
                <a:gd name="connsiteX5529" fmla="*/ 2071402 w 2419350"/>
                <a:gd name="connsiteY5529" fmla="*/ 269367 h 876300"/>
                <a:gd name="connsiteX5530" fmla="*/ 2070545 w 2419350"/>
                <a:gd name="connsiteY5530" fmla="*/ 269843 h 876300"/>
                <a:gd name="connsiteX5531" fmla="*/ 2070068 w 2419350"/>
                <a:gd name="connsiteY5531" fmla="*/ 270510 h 876300"/>
                <a:gd name="connsiteX5532" fmla="*/ 2070259 w 2419350"/>
                <a:gd name="connsiteY5532" fmla="*/ 271081 h 876300"/>
                <a:gd name="connsiteX5533" fmla="*/ 2071116 w 2419350"/>
                <a:gd name="connsiteY5533" fmla="*/ 271177 h 876300"/>
                <a:gd name="connsiteX5534" fmla="*/ 2082356 w 2419350"/>
                <a:gd name="connsiteY5534" fmla="*/ 436912 h 876300"/>
                <a:gd name="connsiteX5535" fmla="*/ 2082546 w 2419350"/>
                <a:gd name="connsiteY5535" fmla="*/ 437483 h 876300"/>
                <a:gd name="connsiteX5536" fmla="*/ 2083213 w 2419350"/>
                <a:gd name="connsiteY5536" fmla="*/ 437769 h 876300"/>
                <a:gd name="connsiteX5537" fmla="*/ 2084165 w 2419350"/>
                <a:gd name="connsiteY5537" fmla="*/ 437769 h 876300"/>
                <a:gd name="connsiteX5538" fmla="*/ 2084832 w 2419350"/>
                <a:gd name="connsiteY5538" fmla="*/ 437483 h 876300"/>
                <a:gd name="connsiteX5539" fmla="*/ 2085023 w 2419350"/>
                <a:gd name="connsiteY5539" fmla="*/ 437102 h 876300"/>
                <a:gd name="connsiteX5540" fmla="*/ 2084927 w 2419350"/>
                <a:gd name="connsiteY5540" fmla="*/ 435959 h 876300"/>
                <a:gd name="connsiteX5541" fmla="*/ 2084927 w 2419350"/>
                <a:gd name="connsiteY5541" fmla="*/ 431578 h 876300"/>
                <a:gd name="connsiteX5542" fmla="*/ 2085023 w 2419350"/>
                <a:gd name="connsiteY5542" fmla="*/ 430911 h 876300"/>
                <a:gd name="connsiteX5543" fmla="*/ 2084927 w 2419350"/>
                <a:gd name="connsiteY5543" fmla="*/ 430244 h 876300"/>
                <a:gd name="connsiteX5544" fmla="*/ 2084737 w 2419350"/>
                <a:gd name="connsiteY5544" fmla="*/ 429768 h 876300"/>
                <a:gd name="connsiteX5545" fmla="*/ 2084261 w 2419350"/>
                <a:gd name="connsiteY5545" fmla="*/ 429482 h 876300"/>
                <a:gd name="connsiteX5546" fmla="*/ 2084070 w 2419350"/>
                <a:gd name="connsiteY5546" fmla="*/ 431387 h 876300"/>
                <a:gd name="connsiteX5547" fmla="*/ 2083880 w 2419350"/>
                <a:gd name="connsiteY5547" fmla="*/ 432530 h 876300"/>
                <a:gd name="connsiteX5548" fmla="*/ 2083498 w 2419350"/>
                <a:gd name="connsiteY5548" fmla="*/ 433388 h 876300"/>
                <a:gd name="connsiteX5549" fmla="*/ 2081974 w 2419350"/>
                <a:gd name="connsiteY5549" fmla="*/ 434721 h 876300"/>
                <a:gd name="connsiteX5550" fmla="*/ 2081784 w 2419350"/>
                <a:gd name="connsiteY5550" fmla="*/ 435483 h 876300"/>
                <a:gd name="connsiteX5551" fmla="*/ 2083117 w 2419350"/>
                <a:gd name="connsiteY5551" fmla="*/ 436340 h 876300"/>
                <a:gd name="connsiteX5552" fmla="*/ 2082356 w 2419350"/>
                <a:gd name="connsiteY5552" fmla="*/ 436912 h 876300"/>
                <a:gd name="connsiteX5553" fmla="*/ 1894904 w 2419350"/>
                <a:gd name="connsiteY5553" fmla="*/ 703897 h 876300"/>
                <a:gd name="connsiteX5554" fmla="*/ 1893189 w 2419350"/>
                <a:gd name="connsiteY5554" fmla="*/ 704183 h 876300"/>
                <a:gd name="connsiteX5555" fmla="*/ 1892617 w 2419350"/>
                <a:gd name="connsiteY5555" fmla="*/ 703993 h 876300"/>
                <a:gd name="connsiteX5556" fmla="*/ 1891951 w 2419350"/>
                <a:gd name="connsiteY5556" fmla="*/ 703612 h 876300"/>
                <a:gd name="connsiteX5557" fmla="*/ 1891189 w 2419350"/>
                <a:gd name="connsiteY5557" fmla="*/ 703421 h 876300"/>
                <a:gd name="connsiteX5558" fmla="*/ 1890522 w 2419350"/>
                <a:gd name="connsiteY5558" fmla="*/ 703802 h 876300"/>
                <a:gd name="connsiteX5559" fmla="*/ 1888998 w 2419350"/>
                <a:gd name="connsiteY5559" fmla="*/ 702469 h 876300"/>
                <a:gd name="connsiteX5560" fmla="*/ 1888712 w 2419350"/>
                <a:gd name="connsiteY5560" fmla="*/ 702374 h 876300"/>
                <a:gd name="connsiteX5561" fmla="*/ 1887950 w 2419350"/>
                <a:gd name="connsiteY5561" fmla="*/ 703802 h 876300"/>
                <a:gd name="connsiteX5562" fmla="*/ 1887760 w 2419350"/>
                <a:gd name="connsiteY5562" fmla="*/ 704564 h 876300"/>
                <a:gd name="connsiteX5563" fmla="*/ 1887950 w 2419350"/>
                <a:gd name="connsiteY5563" fmla="*/ 705231 h 876300"/>
                <a:gd name="connsiteX5564" fmla="*/ 1888522 w 2419350"/>
                <a:gd name="connsiteY5564" fmla="*/ 705517 h 876300"/>
                <a:gd name="connsiteX5565" fmla="*/ 1890713 w 2419350"/>
                <a:gd name="connsiteY5565" fmla="*/ 705898 h 876300"/>
                <a:gd name="connsiteX5566" fmla="*/ 1892808 w 2419350"/>
                <a:gd name="connsiteY5566" fmla="*/ 705993 h 876300"/>
                <a:gd name="connsiteX5567" fmla="*/ 1892998 w 2419350"/>
                <a:gd name="connsiteY5567" fmla="*/ 705898 h 876300"/>
                <a:gd name="connsiteX5568" fmla="*/ 1893665 w 2419350"/>
                <a:gd name="connsiteY5568" fmla="*/ 705422 h 876300"/>
                <a:gd name="connsiteX5569" fmla="*/ 1893951 w 2419350"/>
                <a:gd name="connsiteY5569" fmla="*/ 705326 h 876300"/>
                <a:gd name="connsiteX5570" fmla="*/ 1894427 w 2419350"/>
                <a:gd name="connsiteY5570" fmla="*/ 705517 h 876300"/>
                <a:gd name="connsiteX5571" fmla="*/ 1894808 w 2419350"/>
                <a:gd name="connsiteY5571" fmla="*/ 705803 h 876300"/>
                <a:gd name="connsiteX5572" fmla="*/ 1895094 w 2419350"/>
                <a:gd name="connsiteY5572" fmla="*/ 705993 h 876300"/>
                <a:gd name="connsiteX5573" fmla="*/ 1895475 w 2419350"/>
                <a:gd name="connsiteY5573" fmla="*/ 705803 h 876300"/>
                <a:gd name="connsiteX5574" fmla="*/ 1895570 w 2419350"/>
                <a:gd name="connsiteY5574" fmla="*/ 705422 h 876300"/>
                <a:gd name="connsiteX5575" fmla="*/ 1895380 w 2419350"/>
                <a:gd name="connsiteY5575" fmla="*/ 705136 h 876300"/>
                <a:gd name="connsiteX5576" fmla="*/ 1894999 w 2419350"/>
                <a:gd name="connsiteY5576" fmla="*/ 704945 h 876300"/>
                <a:gd name="connsiteX5577" fmla="*/ 1894618 w 2419350"/>
                <a:gd name="connsiteY5577" fmla="*/ 704850 h 876300"/>
                <a:gd name="connsiteX5578" fmla="*/ 1895475 w 2419350"/>
                <a:gd name="connsiteY5578" fmla="*/ 703993 h 876300"/>
                <a:gd name="connsiteX5579" fmla="*/ 1894904 w 2419350"/>
                <a:gd name="connsiteY5579" fmla="*/ 703897 h 876300"/>
                <a:gd name="connsiteX5580" fmla="*/ 1900999 w 2419350"/>
                <a:gd name="connsiteY5580" fmla="*/ 713232 h 876300"/>
                <a:gd name="connsiteX5581" fmla="*/ 1901857 w 2419350"/>
                <a:gd name="connsiteY5581" fmla="*/ 712661 h 876300"/>
                <a:gd name="connsiteX5582" fmla="*/ 1902428 w 2419350"/>
                <a:gd name="connsiteY5582" fmla="*/ 711708 h 876300"/>
                <a:gd name="connsiteX5583" fmla="*/ 1903095 w 2419350"/>
                <a:gd name="connsiteY5583" fmla="*/ 709613 h 876300"/>
                <a:gd name="connsiteX5584" fmla="*/ 1902809 w 2419350"/>
                <a:gd name="connsiteY5584" fmla="*/ 709327 h 876300"/>
                <a:gd name="connsiteX5585" fmla="*/ 1902428 w 2419350"/>
                <a:gd name="connsiteY5585" fmla="*/ 709422 h 876300"/>
                <a:gd name="connsiteX5586" fmla="*/ 1901666 w 2419350"/>
                <a:gd name="connsiteY5586" fmla="*/ 709898 h 876300"/>
                <a:gd name="connsiteX5587" fmla="*/ 1901095 w 2419350"/>
                <a:gd name="connsiteY5587" fmla="*/ 710184 h 876300"/>
                <a:gd name="connsiteX5588" fmla="*/ 1900904 w 2419350"/>
                <a:gd name="connsiteY5588" fmla="*/ 710184 h 876300"/>
                <a:gd name="connsiteX5589" fmla="*/ 1900523 w 2419350"/>
                <a:gd name="connsiteY5589" fmla="*/ 710184 h 876300"/>
                <a:gd name="connsiteX5590" fmla="*/ 1900333 w 2419350"/>
                <a:gd name="connsiteY5590" fmla="*/ 710089 h 876300"/>
                <a:gd name="connsiteX5591" fmla="*/ 1900333 w 2419350"/>
                <a:gd name="connsiteY5591" fmla="*/ 709994 h 876300"/>
                <a:gd name="connsiteX5592" fmla="*/ 1899856 w 2419350"/>
                <a:gd name="connsiteY5592" fmla="*/ 710375 h 876300"/>
                <a:gd name="connsiteX5593" fmla="*/ 1899095 w 2419350"/>
                <a:gd name="connsiteY5593" fmla="*/ 710755 h 876300"/>
                <a:gd name="connsiteX5594" fmla="*/ 1898332 w 2419350"/>
                <a:gd name="connsiteY5594" fmla="*/ 711041 h 876300"/>
                <a:gd name="connsiteX5595" fmla="*/ 1896808 w 2419350"/>
                <a:gd name="connsiteY5595" fmla="*/ 711232 h 876300"/>
                <a:gd name="connsiteX5596" fmla="*/ 1896142 w 2419350"/>
                <a:gd name="connsiteY5596" fmla="*/ 711422 h 876300"/>
                <a:gd name="connsiteX5597" fmla="*/ 1895570 w 2419350"/>
                <a:gd name="connsiteY5597" fmla="*/ 711803 h 876300"/>
                <a:gd name="connsiteX5598" fmla="*/ 1895189 w 2419350"/>
                <a:gd name="connsiteY5598" fmla="*/ 712184 h 876300"/>
                <a:gd name="connsiteX5599" fmla="*/ 1894618 w 2419350"/>
                <a:gd name="connsiteY5599" fmla="*/ 713708 h 876300"/>
                <a:gd name="connsiteX5600" fmla="*/ 1895475 w 2419350"/>
                <a:gd name="connsiteY5600" fmla="*/ 714280 h 876300"/>
                <a:gd name="connsiteX5601" fmla="*/ 1898523 w 2419350"/>
                <a:gd name="connsiteY5601" fmla="*/ 714375 h 876300"/>
                <a:gd name="connsiteX5602" fmla="*/ 1898142 w 2419350"/>
                <a:gd name="connsiteY5602" fmla="*/ 713042 h 876300"/>
                <a:gd name="connsiteX5603" fmla="*/ 1898904 w 2419350"/>
                <a:gd name="connsiteY5603" fmla="*/ 712851 h 876300"/>
                <a:gd name="connsiteX5604" fmla="*/ 1900999 w 2419350"/>
                <a:gd name="connsiteY5604" fmla="*/ 713232 h 876300"/>
                <a:gd name="connsiteX5605" fmla="*/ 1905762 w 2419350"/>
                <a:gd name="connsiteY5605" fmla="*/ 698659 h 876300"/>
                <a:gd name="connsiteX5606" fmla="*/ 1905667 w 2419350"/>
                <a:gd name="connsiteY5606" fmla="*/ 698373 h 876300"/>
                <a:gd name="connsiteX5607" fmla="*/ 1905476 w 2419350"/>
                <a:gd name="connsiteY5607" fmla="*/ 698087 h 876300"/>
                <a:gd name="connsiteX5608" fmla="*/ 1905381 w 2419350"/>
                <a:gd name="connsiteY5608" fmla="*/ 697992 h 876300"/>
                <a:gd name="connsiteX5609" fmla="*/ 1905000 w 2419350"/>
                <a:gd name="connsiteY5609" fmla="*/ 697802 h 876300"/>
                <a:gd name="connsiteX5610" fmla="*/ 1904809 w 2419350"/>
                <a:gd name="connsiteY5610" fmla="*/ 697802 h 876300"/>
                <a:gd name="connsiteX5611" fmla="*/ 1904619 w 2419350"/>
                <a:gd name="connsiteY5611" fmla="*/ 697897 h 876300"/>
                <a:gd name="connsiteX5612" fmla="*/ 1904238 w 2419350"/>
                <a:gd name="connsiteY5612" fmla="*/ 697992 h 876300"/>
                <a:gd name="connsiteX5613" fmla="*/ 1903571 w 2419350"/>
                <a:gd name="connsiteY5613" fmla="*/ 698087 h 876300"/>
                <a:gd name="connsiteX5614" fmla="*/ 1902714 w 2419350"/>
                <a:gd name="connsiteY5614" fmla="*/ 698373 h 876300"/>
                <a:gd name="connsiteX5615" fmla="*/ 1899666 w 2419350"/>
                <a:gd name="connsiteY5615" fmla="*/ 698754 h 876300"/>
                <a:gd name="connsiteX5616" fmla="*/ 1898809 w 2419350"/>
                <a:gd name="connsiteY5616" fmla="*/ 698754 h 876300"/>
                <a:gd name="connsiteX5617" fmla="*/ 1897951 w 2419350"/>
                <a:gd name="connsiteY5617" fmla="*/ 698563 h 876300"/>
                <a:gd name="connsiteX5618" fmla="*/ 1897571 w 2419350"/>
                <a:gd name="connsiteY5618" fmla="*/ 698563 h 876300"/>
                <a:gd name="connsiteX5619" fmla="*/ 1897094 w 2419350"/>
                <a:gd name="connsiteY5619" fmla="*/ 698659 h 876300"/>
                <a:gd name="connsiteX5620" fmla="*/ 1896332 w 2419350"/>
                <a:gd name="connsiteY5620" fmla="*/ 699135 h 876300"/>
                <a:gd name="connsiteX5621" fmla="*/ 1895665 w 2419350"/>
                <a:gd name="connsiteY5621" fmla="*/ 699897 h 876300"/>
                <a:gd name="connsiteX5622" fmla="*/ 1895380 w 2419350"/>
                <a:gd name="connsiteY5622" fmla="*/ 700754 h 876300"/>
                <a:gd name="connsiteX5623" fmla="*/ 1895570 w 2419350"/>
                <a:gd name="connsiteY5623" fmla="*/ 701707 h 876300"/>
                <a:gd name="connsiteX5624" fmla="*/ 1896428 w 2419350"/>
                <a:gd name="connsiteY5624" fmla="*/ 702374 h 876300"/>
                <a:gd name="connsiteX5625" fmla="*/ 1897475 w 2419350"/>
                <a:gd name="connsiteY5625" fmla="*/ 702374 h 876300"/>
                <a:gd name="connsiteX5626" fmla="*/ 1898714 w 2419350"/>
                <a:gd name="connsiteY5626" fmla="*/ 702088 h 876300"/>
                <a:gd name="connsiteX5627" fmla="*/ 1900047 w 2419350"/>
                <a:gd name="connsiteY5627" fmla="*/ 701993 h 876300"/>
                <a:gd name="connsiteX5628" fmla="*/ 1899761 w 2419350"/>
                <a:gd name="connsiteY5628" fmla="*/ 702659 h 876300"/>
                <a:gd name="connsiteX5629" fmla="*/ 1899571 w 2419350"/>
                <a:gd name="connsiteY5629" fmla="*/ 702850 h 876300"/>
                <a:gd name="connsiteX5630" fmla="*/ 1899285 w 2419350"/>
                <a:gd name="connsiteY5630" fmla="*/ 703040 h 876300"/>
                <a:gd name="connsiteX5631" fmla="*/ 1899285 w 2419350"/>
                <a:gd name="connsiteY5631" fmla="*/ 703421 h 876300"/>
                <a:gd name="connsiteX5632" fmla="*/ 1899856 w 2419350"/>
                <a:gd name="connsiteY5632" fmla="*/ 703421 h 876300"/>
                <a:gd name="connsiteX5633" fmla="*/ 1900428 w 2419350"/>
                <a:gd name="connsiteY5633" fmla="*/ 703231 h 876300"/>
                <a:gd name="connsiteX5634" fmla="*/ 1900904 w 2419350"/>
                <a:gd name="connsiteY5634" fmla="*/ 702945 h 876300"/>
                <a:gd name="connsiteX5635" fmla="*/ 1901285 w 2419350"/>
                <a:gd name="connsiteY5635" fmla="*/ 702088 h 876300"/>
                <a:gd name="connsiteX5636" fmla="*/ 1901762 w 2419350"/>
                <a:gd name="connsiteY5636" fmla="*/ 701802 h 876300"/>
                <a:gd name="connsiteX5637" fmla="*/ 1902333 w 2419350"/>
                <a:gd name="connsiteY5637" fmla="*/ 701612 h 876300"/>
                <a:gd name="connsiteX5638" fmla="*/ 1902905 w 2419350"/>
                <a:gd name="connsiteY5638" fmla="*/ 701326 h 876300"/>
                <a:gd name="connsiteX5639" fmla="*/ 1904905 w 2419350"/>
                <a:gd name="connsiteY5639" fmla="*/ 699135 h 876300"/>
                <a:gd name="connsiteX5640" fmla="*/ 1905762 w 2419350"/>
                <a:gd name="connsiteY5640" fmla="*/ 698659 h 876300"/>
                <a:gd name="connsiteX5641" fmla="*/ 1900142 w 2419350"/>
                <a:gd name="connsiteY5641" fmla="*/ 360426 h 876300"/>
                <a:gd name="connsiteX5642" fmla="*/ 1900047 w 2419350"/>
                <a:gd name="connsiteY5642" fmla="*/ 360045 h 876300"/>
                <a:gd name="connsiteX5643" fmla="*/ 1898904 w 2419350"/>
                <a:gd name="connsiteY5643" fmla="*/ 358235 h 876300"/>
                <a:gd name="connsiteX5644" fmla="*/ 1898428 w 2419350"/>
                <a:gd name="connsiteY5644" fmla="*/ 357759 h 876300"/>
                <a:gd name="connsiteX5645" fmla="*/ 1897951 w 2419350"/>
                <a:gd name="connsiteY5645" fmla="*/ 357378 h 876300"/>
                <a:gd name="connsiteX5646" fmla="*/ 1897761 w 2419350"/>
                <a:gd name="connsiteY5646" fmla="*/ 357283 h 876300"/>
                <a:gd name="connsiteX5647" fmla="*/ 1897571 w 2419350"/>
                <a:gd name="connsiteY5647" fmla="*/ 357378 h 876300"/>
                <a:gd name="connsiteX5648" fmla="*/ 1895094 w 2419350"/>
                <a:gd name="connsiteY5648" fmla="*/ 357569 h 876300"/>
                <a:gd name="connsiteX5649" fmla="*/ 1894046 w 2419350"/>
                <a:gd name="connsiteY5649" fmla="*/ 357854 h 876300"/>
                <a:gd name="connsiteX5650" fmla="*/ 1893189 w 2419350"/>
                <a:gd name="connsiteY5650" fmla="*/ 358330 h 876300"/>
                <a:gd name="connsiteX5651" fmla="*/ 1892903 w 2419350"/>
                <a:gd name="connsiteY5651" fmla="*/ 358330 h 876300"/>
                <a:gd name="connsiteX5652" fmla="*/ 1892617 w 2419350"/>
                <a:gd name="connsiteY5652" fmla="*/ 357950 h 876300"/>
                <a:gd name="connsiteX5653" fmla="*/ 1892332 w 2419350"/>
                <a:gd name="connsiteY5653" fmla="*/ 357188 h 876300"/>
                <a:gd name="connsiteX5654" fmla="*/ 1891474 w 2419350"/>
                <a:gd name="connsiteY5654" fmla="*/ 356330 h 876300"/>
                <a:gd name="connsiteX5655" fmla="*/ 1890331 w 2419350"/>
                <a:gd name="connsiteY5655" fmla="*/ 356140 h 876300"/>
                <a:gd name="connsiteX5656" fmla="*/ 1889093 w 2419350"/>
                <a:gd name="connsiteY5656" fmla="*/ 356330 h 876300"/>
                <a:gd name="connsiteX5657" fmla="*/ 1887093 w 2419350"/>
                <a:gd name="connsiteY5657" fmla="*/ 357092 h 876300"/>
                <a:gd name="connsiteX5658" fmla="*/ 1884998 w 2419350"/>
                <a:gd name="connsiteY5658" fmla="*/ 358235 h 876300"/>
                <a:gd name="connsiteX5659" fmla="*/ 1879282 w 2419350"/>
                <a:gd name="connsiteY5659" fmla="*/ 359664 h 876300"/>
                <a:gd name="connsiteX5660" fmla="*/ 1877663 w 2419350"/>
                <a:gd name="connsiteY5660" fmla="*/ 360521 h 876300"/>
                <a:gd name="connsiteX5661" fmla="*/ 1877663 w 2419350"/>
                <a:gd name="connsiteY5661" fmla="*/ 361283 h 876300"/>
                <a:gd name="connsiteX5662" fmla="*/ 1879664 w 2419350"/>
                <a:gd name="connsiteY5662" fmla="*/ 363188 h 876300"/>
                <a:gd name="connsiteX5663" fmla="*/ 1880425 w 2419350"/>
                <a:gd name="connsiteY5663" fmla="*/ 364236 h 876300"/>
                <a:gd name="connsiteX5664" fmla="*/ 1880997 w 2419350"/>
                <a:gd name="connsiteY5664" fmla="*/ 365570 h 876300"/>
                <a:gd name="connsiteX5665" fmla="*/ 1880902 w 2419350"/>
                <a:gd name="connsiteY5665" fmla="*/ 366808 h 876300"/>
                <a:gd name="connsiteX5666" fmla="*/ 1879759 w 2419350"/>
                <a:gd name="connsiteY5666" fmla="*/ 367570 h 876300"/>
                <a:gd name="connsiteX5667" fmla="*/ 1880140 w 2419350"/>
                <a:gd name="connsiteY5667" fmla="*/ 368237 h 876300"/>
                <a:gd name="connsiteX5668" fmla="*/ 1880521 w 2419350"/>
                <a:gd name="connsiteY5668" fmla="*/ 368618 h 876300"/>
                <a:gd name="connsiteX5669" fmla="*/ 1880997 w 2419350"/>
                <a:gd name="connsiteY5669" fmla="*/ 368903 h 876300"/>
                <a:gd name="connsiteX5670" fmla="*/ 1881568 w 2419350"/>
                <a:gd name="connsiteY5670" fmla="*/ 369380 h 876300"/>
                <a:gd name="connsiteX5671" fmla="*/ 1881949 w 2419350"/>
                <a:gd name="connsiteY5671" fmla="*/ 369856 h 876300"/>
                <a:gd name="connsiteX5672" fmla="*/ 1882045 w 2419350"/>
                <a:gd name="connsiteY5672" fmla="*/ 370237 h 876300"/>
                <a:gd name="connsiteX5673" fmla="*/ 1882140 w 2419350"/>
                <a:gd name="connsiteY5673" fmla="*/ 370713 h 876300"/>
                <a:gd name="connsiteX5674" fmla="*/ 1882331 w 2419350"/>
                <a:gd name="connsiteY5674" fmla="*/ 371475 h 876300"/>
                <a:gd name="connsiteX5675" fmla="*/ 1882426 w 2419350"/>
                <a:gd name="connsiteY5675" fmla="*/ 371570 h 876300"/>
                <a:gd name="connsiteX5676" fmla="*/ 1882616 w 2419350"/>
                <a:gd name="connsiteY5676" fmla="*/ 371666 h 876300"/>
                <a:gd name="connsiteX5677" fmla="*/ 1882807 w 2419350"/>
                <a:gd name="connsiteY5677" fmla="*/ 371856 h 876300"/>
                <a:gd name="connsiteX5678" fmla="*/ 1882997 w 2419350"/>
                <a:gd name="connsiteY5678" fmla="*/ 372142 h 876300"/>
                <a:gd name="connsiteX5679" fmla="*/ 1882997 w 2419350"/>
                <a:gd name="connsiteY5679" fmla="*/ 372523 h 876300"/>
                <a:gd name="connsiteX5680" fmla="*/ 1882902 w 2419350"/>
                <a:gd name="connsiteY5680" fmla="*/ 373285 h 876300"/>
                <a:gd name="connsiteX5681" fmla="*/ 1882902 w 2419350"/>
                <a:gd name="connsiteY5681" fmla="*/ 373666 h 876300"/>
                <a:gd name="connsiteX5682" fmla="*/ 1883378 w 2419350"/>
                <a:gd name="connsiteY5682" fmla="*/ 374428 h 876300"/>
                <a:gd name="connsiteX5683" fmla="*/ 1883950 w 2419350"/>
                <a:gd name="connsiteY5683" fmla="*/ 374999 h 876300"/>
                <a:gd name="connsiteX5684" fmla="*/ 1885379 w 2419350"/>
                <a:gd name="connsiteY5684" fmla="*/ 375856 h 876300"/>
                <a:gd name="connsiteX5685" fmla="*/ 1886617 w 2419350"/>
                <a:gd name="connsiteY5685" fmla="*/ 376714 h 876300"/>
                <a:gd name="connsiteX5686" fmla="*/ 1887093 w 2419350"/>
                <a:gd name="connsiteY5686" fmla="*/ 377190 h 876300"/>
                <a:gd name="connsiteX5687" fmla="*/ 1888331 w 2419350"/>
                <a:gd name="connsiteY5687" fmla="*/ 379286 h 876300"/>
                <a:gd name="connsiteX5688" fmla="*/ 1888807 w 2419350"/>
                <a:gd name="connsiteY5688" fmla="*/ 379667 h 876300"/>
                <a:gd name="connsiteX5689" fmla="*/ 1889665 w 2419350"/>
                <a:gd name="connsiteY5689" fmla="*/ 379857 h 876300"/>
                <a:gd name="connsiteX5690" fmla="*/ 1890522 w 2419350"/>
                <a:gd name="connsiteY5690" fmla="*/ 379286 h 876300"/>
                <a:gd name="connsiteX5691" fmla="*/ 1891284 w 2419350"/>
                <a:gd name="connsiteY5691" fmla="*/ 378905 h 876300"/>
                <a:gd name="connsiteX5692" fmla="*/ 1891951 w 2419350"/>
                <a:gd name="connsiteY5692" fmla="*/ 378809 h 876300"/>
                <a:gd name="connsiteX5693" fmla="*/ 1892522 w 2419350"/>
                <a:gd name="connsiteY5693" fmla="*/ 379190 h 876300"/>
                <a:gd name="connsiteX5694" fmla="*/ 1893380 w 2419350"/>
                <a:gd name="connsiteY5694" fmla="*/ 380333 h 876300"/>
                <a:gd name="connsiteX5695" fmla="*/ 1894046 w 2419350"/>
                <a:gd name="connsiteY5695" fmla="*/ 380619 h 876300"/>
                <a:gd name="connsiteX5696" fmla="*/ 1895094 w 2419350"/>
                <a:gd name="connsiteY5696" fmla="*/ 380333 h 876300"/>
                <a:gd name="connsiteX5697" fmla="*/ 1895856 w 2419350"/>
                <a:gd name="connsiteY5697" fmla="*/ 379476 h 876300"/>
                <a:gd name="connsiteX5698" fmla="*/ 1896332 w 2419350"/>
                <a:gd name="connsiteY5698" fmla="*/ 378333 h 876300"/>
                <a:gd name="connsiteX5699" fmla="*/ 1896523 w 2419350"/>
                <a:gd name="connsiteY5699" fmla="*/ 377190 h 876300"/>
                <a:gd name="connsiteX5700" fmla="*/ 1896808 w 2419350"/>
                <a:gd name="connsiteY5700" fmla="*/ 376142 h 876300"/>
                <a:gd name="connsiteX5701" fmla="*/ 1898047 w 2419350"/>
                <a:gd name="connsiteY5701" fmla="*/ 373952 h 876300"/>
                <a:gd name="connsiteX5702" fmla="*/ 1899856 w 2419350"/>
                <a:gd name="connsiteY5702" fmla="*/ 366141 h 876300"/>
                <a:gd name="connsiteX5703" fmla="*/ 1899856 w 2419350"/>
                <a:gd name="connsiteY5703" fmla="*/ 363760 h 876300"/>
                <a:gd name="connsiteX5704" fmla="*/ 1899666 w 2419350"/>
                <a:gd name="connsiteY5704" fmla="*/ 363188 h 876300"/>
                <a:gd name="connsiteX5705" fmla="*/ 1899190 w 2419350"/>
                <a:gd name="connsiteY5705" fmla="*/ 362331 h 876300"/>
                <a:gd name="connsiteX5706" fmla="*/ 1899095 w 2419350"/>
                <a:gd name="connsiteY5706" fmla="*/ 362141 h 876300"/>
                <a:gd name="connsiteX5707" fmla="*/ 1899285 w 2419350"/>
                <a:gd name="connsiteY5707" fmla="*/ 361569 h 876300"/>
                <a:gd name="connsiteX5708" fmla="*/ 1900142 w 2419350"/>
                <a:gd name="connsiteY5708" fmla="*/ 360426 h 876300"/>
                <a:gd name="connsiteX5709" fmla="*/ 1909000 w 2419350"/>
                <a:gd name="connsiteY5709" fmla="*/ 255270 h 876300"/>
                <a:gd name="connsiteX5710" fmla="*/ 1908620 w 2419350"/>
                <a:gd name="connsiteY5710" fmla="*/ 255842 h 876300"/>
                <a:gd name="connsiteX5711" fmla="*/ 1908620 w 2419350"/>
                <a:gd name="connsiteY5711" fmla="*/ 256127 h 876300"/>
                <a:gd name="connsiteX5712" fmla="*/ 1909000 w 2419350"/>
                <a:gd name="connsiteY5712" fmla="*/ 255556 h 876300"/>
                <a:gd name="connsiteX5713" fmla="*/ 1909000 w 2419350"/>
                <a:gd name="connsiteY5713" fmla="*/ 255270 h 876300"/>
                <a:gd name="connsiteX5714" fmla="*/ 1857375 w 2419350"/>
                <a:gd name="connsiteY5714" fmla="*/ 321183 h 876300"/>
                <a:gd name="connsiteX5715" fmla="*/ 1858899 w 2419350"/>
                <a:gd name="connsiteY5715" fmla="*/ 321469 h 876300"/>
                <a:gd name="connsiteX5716" fmla="*/ 1859280 w 2419350"/>
                <a:gd name="connsiteY5716" fmla="*/ 321659 h 876300"/>
                <a:gd name="connsiteX5717" fmla="*/ 1859471 w 2419350"/>
                <a:gd name="connsiteY5717" fmla="*/ 322136 h 876300"/>
                <a:gd name="connsiteX5718" fmla="*/ 1859661 w 2419350"/>
                <a:gd name="connsiteY5718" fmla="*/ 322612 h 876300"/>
                <a:gd name="connsiteX5719" fmla="*/ 1859851 w 2419350"/>
                <a:gd name="connsiteY5719" fmla="*/ 322897 h 876300"/>
                <a:gd name="connsiteX5720" fmla="*/ 1860137 w 2419350"/>
                <a:gd name="connsiteY5720" fmla="*/ 322993 h 876300"/>
                <a:gd name="connsiteX5721" fmla="*/ 1861280 w 2419350"/>
                <a:gd name="connsiteY5721" fmla="*/ 323183 h 876300"/>
                <a:gd name="connsiteX5722" fmla="*/ 1861280 w 2419350"/>
                <a:gd name="connsiteY5722" fmla="*/ 323088 h 876300"/>
                <a:gd name="connsiteX5723" fmla="*/ 1862709 w 2419350"/>
                <a:gd name="connsiteY5723" fmla="*/ 323183 h 876300"/>
                <a:gd name="connsiteX5724" fmla="*/ 1862995 w 2419350"/>
                <a:gd name="connsiteY5724" fmla="*/ 323374 h 876300"/>
                <a:gd name="connsiteX5725" fmla="*/ 1863281 w 2419350"/>
                <a:gd name="connsiteY5725" fmla="*/ 323755 h 876300"/>
                <a:gd name="connsiteX5726" fmla="*/ 1863662 w 2419350"/>
                <a:gd name="connsiteY5726" fmla="*/ 323850 h 876300"/>
                <a:gd name="connsiteX5727" fmla="*/ 1864233 w 2419350"/>
                <a:gd name="connsiteY5727" fmla="*/ 323279 h 876300"/>
                <a:gd name="connsiteX5728" fmla="*/ 1864614 w 2419350"/>
                <a:gd name="connsiteY5728" fmla="*/ 323469 h 876300"/>
                <a:gd name="connsiteX5729" fmla="*/ 1865090 w 2419350"/>
                <a:gd name="connsiteY5729" fmla="*/ 323564 h 876300"/>
                <a:gd name="connsiteX5730" fmla="*/ 1866138 w 2419350"/>
                <a:gd name="connsiteY5730" fmla="*/ 323660 h 876300"/>
                <a:gd name="connsiteX5731" fmla="*/ 1866424 w 2419350"/>
                <a:gd name="connsiteY5731" fmla="*/ 323755 h 876300"/>
                <a:gd name="connsiteX5732" fmla="*/ 1866614 w 2419350"/>
                <a:gd name="connsiteY5732" fmla="*/ 324231 h 876300"/>
                <a:gd name="connsiteX5733" fmla="*/ 1866900 w 2419350"/>
                <a:gd name="connsiteY5733" fmla="*/ 324326 h 876300"/>
                <a:gd name="connsiteX5734" fmla="*/ 1867090 w 2419350"/>
                <a:gd name="connsiteY5734" fmla="*/ 324231 h 876300"/>
                <a:gd name="connsiteX5735" fmla="*/ 1867472 w 2419350"/>
                <a:gd name="connsiteY5735" fmla="*/ 323755 h 876300"/>
                <a:gd name="connsiteX5736" fmla="*/ 1867662 w 2419350"/>
                <a:gd name="connsiteY5736" fmla="*/ 323564 h 876300"/>
                <a:gd name="connsiteX5737" fmla="*/ 1869281 w 2419350"/>
                <a:gd name="connsiteY5737" fmla="*/ 322707 h 876300"/>
                <a:gd name="connsiteX5738" fmla="*/ 1870424 w 2419350"/>
                <a:gd name="connsiteY5738" fmla="*/ 322421 h 876300"/>
                <a:gd name="connsiteX5739" fmla="*/ 1871281 w 2419350"/>
                <a:gd name="connsiteY5739" fmla="*/ 322802 h 876300"/>
                <a:gd name="connsiteX5740" fmla="*/ 1871472 w 2419350"/>
                <a:gd name="connsiteY5740" fmla="*/ 323279 h 876300"/>
                <a:gd name="connsiteX5741" fmla="*/ 1870996 w 2419350"/>
                <a:gd name="connsiteY5741" fmla="*/ 323850 h 876300"/>
                <a:gd name="connsiteX5742" fmla="*/ 1870710 w 2419350"/>
                <a:gd name="connsiteY5742" fmla="*/ 324231 h 876300"/>
                <a:gd name="connsiteX5743" fmla="*/ 1870710 w 2419350"/>
                <a:gd name="connsiteY5743" fmla="*/ 324707 h 876300"/>
                <a:gd name="connsiteX5744" fmla="*/ 1870996 w 2419350"/>
                <a:gd name="connsiteY5744" fmla="*/ 325279 h 876300"/>
                <a:gd name="connsiteX5745" fmla="*/ 1871853 w 2419350"/>
                <a:gd name="connsiteY5745" fmla="*/ 326041 h 876300"/>
                <a:gd name="connsiteX5746" fmla="*/ 1872234 w 2419350"/>
                <a:gd name="connsiteY5746" fmla="*/ 326517 h 876300"/>
                <a:gd name="connsiteX5747" fmla="*/ 1872329 w 2419350"/>
                <a:gd name="connsiteY5747" fmla="*/ 327660 h 876300"/>
                <a:gd name="connsiteX5748" fmla="*/ 1872043 w 2419350"/>
                <a:gd name="connsiteY5748" fmla="*/ 328708 h 876300"/>
                <a:gd name="connsiteX5749" fmla="*/ 1872043 w 2419350"/>
                <a:gd name="connsiteY5749" fmla="*/ 329470 h 876300"/>
                <a:gd name="connsiteX5750" fmla="*/ 1872996 w 2419350"/>
                <a:gd name="connsiteY5750" fmla="*/ 329755 h 876300"/>
                <a:gd name="connsiteX5751" fmla="*/ 1872329 w 2419350"/>
                <a:gd name="connsiteY5751" fmla="*/ 331470 h 876300"/>
                <a:gd name="connsiteX5752" fmla="*/ 1872234 w 2419350"/>
                <a:gd name="connsiteY5752" fmla="*/ 332042 h 876300"/>
                <a:gd name="connsiteX5753" fmla="*/ 1872424 w 2419350"/>
                <a:gd name="connsiteY5753" fmla="*/ 332232 h 876300"/>
                <a:gd name="connsiteX5754" fmla="*/ 1872806 w 2419350"/>
                <a:gd name="connsiteY5754" fmla="*/ 332137 h 876300"/>
                <a:gd name="connsiteX5755" fmla="*/ 1873187 w 2419350"/>
                <a:gd name="connsiteY5755" fmla="*/ 331756 h 876300"/>
                <a:gd name="connsiteX5756" fmla="*/ 1874044 w 2419350"/>
                <a:gd name="connsiteY5756" fmla="*/ 329470 h 876300"/>
                <a:gd name="connsiteX5757" fmla="*/ 1874234 w 2419350"/>
                <a:gd name="connsiteY5757" fmla="*/ 328517 h 876300"/>
                <a:gd name="connsiteX5758" fmla="*/ 1873663 w 2419350"/>
                <a:gd name="connsiteY5758" fmla="*/ 328898 h 876300"/>
                <a:gd name="connsiteX5759" fmla="*/ 1873282 w 2419350"/>
                <a:gd name="connsiteY5759" fmla="*/ 328898 h 876300"/>
                <a:gd name="connsiteX5760" fmla="*/ 1874044 w 2419350"/>
                <a:gd name="connsiteY5760" fmla="*/ 326803 h 876300"/>
                <a:gd name="connsiteX5761" fmla="*/ 1875663 w 2419350"/>
                <a:gd name="connsiteY5761" fmla="*/ 325755 h 876300"/>
                <a:gd name="connsiteX5762" fmla="*/ 1879854 w 2419350"/>
                <a:gd name="connsiteY5762" fmla="*/ 324517 h 876300"/>
                <a:gd name="connsiteX5763" fmla="*/ 1880045 w 2419350"/>
                <a:gd name="connsiteY5763" fmla="*/ 325184 h 876300"/>
                <a:gd name="connsiteX5764" fmla="*/ 1880235 w 2419350"/>
                <a:gd name="connsiteY5764" fmla="*/ 325946 h 876300"/>
                <a:gd name="connsiteX5765" fmla="*/ 1880140 w 2419350"/>
                <a:gd name="connsiteY5765" fmla="*/ 326612 h 876300"/>
                <a:gd name="connsiteX5766" fmla="*/ 1879473 w 2419350"/>
                <a:gd name="connsiteY5766" fmla="*/ 326993 h 876300"/>
                <a:gd name="connsiteX5767" fmla="*/ 1880806 w 2419350"/>
                <a:gd name="connsiteY5767" fmla="*/ 330708 h 876300"/>
                <a:gd name="connsiteX5768" fmla="*/ 1881283 w 2419350"/>
                <a:gd name="connsiteY5768" fmla="*/ 331661 h 876300"/>
                <a:gd name="connsiteX5769" fmla="*/ 1882235 w 2419350"/>
                <a:gd name="connsiteY5769" fmla="*/ 332327 h 876300"/>
                <a:gd name="connsiteX5770" fmla="*/ 1883473 w 2419350"/>
                <a:gd name="connsiteY5770" fmla="*/ 332613 h 876300"/>
                <a:gd name="connsiteX5771" fmla="*/ 1884712 w 2419350"/>
                <a:gd name="connsiteY5771" fmla="*/ 332613 h 876300"/>
                <a:gd name="connsiteX5772" fmla="*/ 1889284 w 2419350"/>
                <a:gd name="connsiteY5772" fmla="*/ 331756 h 876300"/>
                <a:gd name="connsiteX5773" fmla="*/ 1891474 w 2419350"/>
                <a:gd name="connsiteY5773" fmla="*/ 330899 h 876300"/>
                <a:gd name="connsiteX5774" fmla="*/ 1892046 w 2419350"/>
                <a:gd name="connsiteY5774" fmla="*/ 330518 h 876300"/>
                <a:gd name="connsiteX5775" fmla="*/ 1892237 w 2419350"/>
                <a:gd name="connsiteY5775" fmla="*/ 330137 h 876300"/>
                <a:gd name="connsiteX5776" fmla="*/ 1892427 w 2419350"/>
                <a:gd name="connsiteY5776" fmla="*/ 329660 h 876300"/>
                <a:gd name="connsiteX5777" fmla="*/ 1892808 w 2419350"/>
                <a:gd name="connsiteY5777" fmla="*/ 329184 h 876300"/>
                <a:gd name="connsiteX5778" fmla="*/ 1893284 w 2419350"/>
                <a:gd name="connsiteY5778" fmla="*/ 328803 h 876300"/>
                <a:gd name="connsiteX5779" fmla="*/ 1893665 w 2419350"/>
                <a:gd name="connsiteY5779" fmla="*/ 328613 h 876300"/>
                <a:gd name="connsiteX5780" fmla="*/ 1893284 w 2419350"/>
                <a:gd name="connsiteY5780" fmla="*/ 328041 h 876300"/>
                <a:gd name="connsiteX5781" fmla="*/ 1892713 w 2419350"/>
                <a:gd name="connsiteY5781" fmla="*/ 326993 h 876300"/>
                <a:gd name="connsiteX5782" fmla="*/ 1892237 w 2419350"/>
                <a:gd name="connsiteY5782" fmla="*/ 326422 h 876300"/>
                <a:gd name="connsiteX5783" fmla="*/ 1891856 w 2419350"/>
                <a:gd name="connsiteY5783" fmla="*/ 326136 h 876300"/>
                <a:gd name="connsiteX5784" fmla="*/ 1891379 w 2419350"/>
                <a:gd name="connsiteY5784" fmla="*/ 325946 h 876300"/>
                <a:gd name="connsiteX5785" fmla="*/ 1890998 w 2419350"/>
                <a:gd name="connsiteY5785" fmla="*/ 325660 h 876300"/>
                <a:gd name="connsiteX5786" fmla="*/ 1890808 w 2419350"/>
                <a:gd name="connsiteY5786" fmla="*/ 325184 h 876300"/>
                <a:gd name="connsiteX5787" fmla="*/ 1890427 w 2419350"/>
                <a:gd name="connsiteY5787" fmla="*/ 324898 h 876300"/>
                <a:gd name="connsiteX5788" fmla="*/ 1889665 w 2419350"/>
                <a:gd name="connsiteY5788" fmla="*/ 324707 h 876300"/>
                <a:gd name="connsiteX5789" fmla="*/ 1887379 w 2419350"/>
                <a:gd name="connsiteY5789" fmla="*/ 324612 h 876300"/>
                <a:gd name="connsiteX5790" fmla="*/ 1886998 w 2419350"/>
                <a:gd name="connsiteY5790" fmla="*/ 324707 h 876300"/>
                <a:gd name="connsiteX5791" fmla="*/ 1886712 w 2419350"/>
                <a:gd name="connsiteY5791" fmla="*/ 325088 h 876300"/>
                <a:gd name="connsiteX5792" fmla="*/ 1886522 w 2419350"/>
                <a:gd name="connsiteY5792" fmla="*/ 325946 h 876300"/>
                <a:gd name="connsiteX5793" fmla="*/ 1885569 w 2419350"/>
                <a:gd name="connsiteY5793" fmla="*/ 325374 h 876300"/>
                <a:gd name="connsiteX5794" fmla="*/ 1883378 w 2419350"/>
                <a:gd name="connsiteY5794" fmla="*/ 324326 h 876300"/>
                <a:gd name="connsiteX5795" fmla="*/ 1882902 w 2419350"/>
                <a:gd name="connsiteY5795" fmla="*/ 323660 h 876300"/>
                <a:gd name="connsiteX5796" fmla="*/ 1882712 w 2419350"/>
                <a:gd name="connsiteY5796" fmla="*/ 322707 h 876300"/>
                <a:gd name="connsiteX5797" fmla="*/ 1881568 w 2419350"/>
                <a:gd name="connsiteY5797" fmla="*/ 320707 h 876300"/>
                <a:gd name="connsiteX5798" fmla="*/ 1879664 w 2419350"/>
                <a:gd name="connsiteY5798" fmla="*/ 318230 h 876300"/>
                <a:gd name="connsiteX5799" fmla="*/ 1878806 w 2419350"/>
                <a:gd name="connsiteY5799" fmla="*/ 317468 h 876300"/>
                <a:gd name="connsiteX5800" fmla="*/ 1876901 w 2419350"/>
                <a:gd name="connsiteY5800" fmla="*/ 316706 h 876300"/>
                <a:gd name="connsiteX5801" fmla="*/ 1876711 w 2419350"/>
                <a:gd name="connsiteY5801" fmla="*/ 315944 h 876300"/>
                <a:gd name="connsiteX5802" fmla="*/ 1877187 w 2419350"/>
                <a:gd name="connsiteY5802" fmla="*/ 315278 h 876300"/>
                <a:gd name="connsiteX5803" fmla="*/ 1878139 w 2419350"/>
                <a:gd name="connsiteY5803" fmla="*/ 315278 h 876300"/>
                <a:gd name="connsiteX5804" fmla="*/ 1877758 w 2419350"/>
                <a:gd name="connsiteY5804" fmla="*/ 314801 h 876300"/>
                <a:gd name="connsiteX5805" fmla="*/ 1877282 w 2419350"/>
                <a:gd name="connsiteY5805" fmla="*/ 314516 h 876300"/>
                <a:gd name="connsiteX5806" fmla="*/ 1876044 w 2419350"/>
                <a:gd name="connsiteY5806" fmla="*/ 314230 h 876300"/>
                <a:gd name="connsiteX5807" fmla="*/ 1876711 w 2419350"/>
                <a:gd name="connsiteY5807" fmla="*/ 313849 h 876300"/>
                <a:gd name="connsiteX5808" fmla="*/ 1878044 w 2419350"/>
                <a:gd name="connsiteY5808" fmla="*/ 313563 h 876300"/>
                <a:gd name="connsiteX5809" fmla="*/ 1879473 w 2419350"/>
                <a:gd name="connsiteY5809" fmla="*/ 313468 h 876300"/>
                <a:gd name="connsiteX5810" fmla="*/ 1880425 w 2419350"/>
                <a:gd name="connsiteY5810" fmla="*/ 313563 h 876300"/>
                <a:gd name="connsiteX5811" fmla="*/ 1880235 w 2419350"/>
                <a:gd name="connsiteY5811" fmla="*/ 313944 h 876300"/>
                <a:gd name="connsiteX5812" fmla="*/ 1880045 w 2419350"/>
                <a:gd name="connsiteY5812" fmla="*/ 314325 h 876300"/>
                <a:gd name="connsiteX5813" fmla="*/ 1880711 w 2419350"/>
                <a:gd name="connsiteY5813" fmla="*/ 314516 h 876300"/>
                <a:gd name="connsiteX5814" fmla="*/ 1880997 w 2419350"/>
                <a:gd name="connsiteY5814" fmla="*/ 314516 h 876300"/>
                <a:gd name="connsiteX5815" fmla="*/ 1881473 w 2419350"/>
                <a:gd name="connsiteY5815" fmla="*/ 314325 h 876300"/>
                <a:gd name="connsiteX5816" fmla="*/ 1881664 w 2419350"/>
                <a:gd name="connsiteY5816" fmla="*/ 315373 h 876300"/>
                <a:gd name="connsiteX5817" fmla="*/ 1882235 w 2419350"/>
                <a:gd name="connsiteY5817" fmla="*/ 316230 h 876300"/>
                <a:gd name="connsiteX5818" fmla="*/ 1885093 w 2419350"/>
                <a:gd name="connsiteY5818" fmla="*/ 318802 h 876300"/>
                <a:gd name="connsiteX5819" fmla="*/ 1885474 w 2419350"/>
                <a:gd name="connsiteY5819" fmla="*/ 319373 h 876300"/>
                <a:gd name="connsiteX5820" fmla="*/ 1885759 w 2419350"/>
                <a:gd name="connsiteY5820" fmla="*/ 320421 h 876300"/>
                <a:gd name="connsiteX5821" fmla="*/ 1885569 w 2419350"/>
                <a:gd name="connsiteY5821" fmla="*/ 321374 h 876300"/>
                <a:gd name="connsiteX5822" fmla="*/ 1885664 w 2419350"/>
                <a:gd name="connsiteY5822" fmla="*/ 321945 h 876300"/>
                <a:gd name="connsiteX5823" fmla="*/ 1886236 w 2419350"/>
                <a:gd name="connsiteY5823" fmla="*/ 322231 h 876300"/>
                <a:gd name="connsiteX5824" fmla="*/ 1886712 w 2419350"/>
                <a:gd name="connsiteY5824" fmla="*/ 322231 h 876300"/>
                <a:gd name="connsiteX5825" fmla="*/ 1887664 w 2419350"/>
                <a:gd name="connsiteY5825" fmla="*/ 322421 h 876300"/>
                <a:gd name="connsiteX5826" fmla="*/ 1889189 w 2419350"/>
                <a:gd name="connsiteY5826" fmla="*/ 322517 h 876300"/>
                <a:gd name="connsiteX5827" fmla="*/ 1890046 w 2419350"/>
                <a:gd name="connsiteY5827" fmla="*/ 322707 h 876300"/>
                <a:gd name="connsiteX5828" fmla="*/ 1890808 w 2419350"/>
                <a:gd name="connsiteY5828" fmla="*/ 323279 h 876300"/>
                <a:gd name="connsiteX5829" fmla="*/ 1891570 w 2419350"/>
                <a:gd name="connsiteY5829" fmla="*/ 324326 h 876300"/>
                <a:gd name="connsiteX5830" fmla="*/ 1891189 w 2419350"/>
                <a:gd name="connsiteY5830" fmla="*/ 324707 h 876300"/>
                <a:gd name="connsiteX5831" fmla="*/ 1891474 w 2419350"/>
                <a:gd name="connsiteY5831" fmla="*/ 325088 h 876300"/>
                <a:gd name="connsiteX5832" fmla="*/ 1892808 w 2419350"/>
                <a:gd name="connsiteY5832" fmla="*/ 325946 h 876300"/>
                <a:gd name="connsiteX5833" fmla="*/ 1893951 w 2419350"/>
                <a:gd name="connsiteY5833" fmla="*/ 327565 h 876300"/>
                <a:gd name="connsiteX5834" fmla="*/ 1894332 w 2419350"/>
                <a:gd name="connsiteY5834" fmla="*/ 327660 h 876300"/>
                <a:gd name="connsiteX5835" fmla="*/ 1894999 w 2419350"/>
                <a:gd name="connsiteY5835" fmla="*/ 328136 h 876300"/>
                <a:gd name="connsiteX5836" fmla="*/ 1895475 w 2419350"/>
                <a:gd name="connsiteY5836" fmla="*/ 328231 h 876300"/>
                <a:gd name="connsiteX5837" fmla="*/ 1895761 w 2419350"/>
                <a:gd name="connsiteY5837" fmla="*/ 328231 h 876300"/>
                <a:gd name="connsiteX5838" fmla="*/ 1896142 w 2419350"/>
                <a:gd name="connsiteY5838" fmla="*/ 328136 h 876300"/>
                <a:gd name="connsiteX5839" fmla="*/ 1896428 w 2419350"/>
                <a:gd name="connsiteY5839" fmla="*/ 328041 h 876300"/>
                <a:gd name="connsiteX5840" fmla="*/ 1896428 w 2419350"/>
                <a:gd name="connsiteY5840" fmla="*/ 328041 h 876300"/>
                <a:gd name="connsiteX5841" fmla="*/ 1897475 w 2419350"/>
                <a:gd name="connsiteY5841" fmla="*/ 327851 h 876300"/>
                <a:gd name="connsiteX5842" fmla="*/ 1897761 w 2419350"/>
                <a:gd name="connsiteY5842" fmla="*/ 328041 h 876300"/>
                <a:gd name="connsiteX5843" fmla="*/ 1897856 w 2419350"/>
                <a:gd name="connsiteY5843" fmla="*/ 328803 h 876300"/>
                <a:gd name="connsiteX5844" fmla="*/ 1900333 w 2419350"/>
                <a:gd name="connsiteY5844" fmla="*/ 326993 h 876300"/>
                <a:gd name="connsiteX5845" fmla="*/ 1901190 w 2419350"/>
                <a:gd name="connsiteY5845" fmla="*/ 326612 h 876300"/>
                <a:gd name="connsiteX5846" fmla="*/ 1901857 w 2419350"/>
                <a:gd name="connsiteY5846" fmla="*/ 326422 h 876300"/>
                <a:gd name="connsiteX5847" fmla="*/ 1902047 w 2419350"/>
                <a:gd name="connsiteY5847" fmla="*/ 326517 h 876300"/>
                <a:gd name="connsiteX5848" fmla="*/ 1902142 w 2419350"/>
                <a:gd name="connsiteY5848" fmla="*/ 326708 h 876300"/>
                <a:gd name="connsiteX5849" fmla="*/ 1902619 w 2419350"/>
                <a:gd name="connsiteY5849" fmla="*/ 326898 h 876300"/>
                <a:gd name="connsiteX5850" fmla="*/ 1904238 w 2419350"/>
                <a:gd name="connsiteY5850" fmla="*/ 326898 h 876300"/>
                <a:gd name="connsiteX5851" fmla="*/ 1904429 w 2419350"/>
                <a:gd name="connsiteY5851" fmla="*/ 327088 h 876300"/>
                <a:gd name="connsiteX5852" fmla="*/ 1905000 w 2419350"/>
                <a:gd name="connsiteY5852" fmla="*/ 326898 h 876300"/>
                <a:gd name="connsiteX5853" fmla="*/ 1906238 w 2419350"/>
                <a:gd name="connsiteY5853" fmla="*/ 327565 h 876300"/>
                <a:gd name="connsiteX5854" fmla="*/ 1908239 w 2419350"/>
                <a:gd name="connsiteY5854" fmla="*/ 329184 h 876300"/>
                <a:gd name="connsiteX5855" fmla="*/ 1909191 w 2419350"/>
                <a:gd name="connsiteY5855" fmla="*/ 329755 h 876300"/>
                <a:gd name="connsiteX5856" fmla="*/ 1909953 w 2419350"/>
                <a:gd name="connsiteY5856" fmla="*/ 329470 h 876300"/>
                <a:gd name="connsiteX5857" fmla="*/ 1910429 w 2419350"/>
                <a:gd name="connsiteY5857" fmla="*/ 328613 h 876300"/>
                <a:gd name="connsiteX5858" fmla="*/ 1910524 w 2419350"/>
                <a:gd name="connsiteY5858" fmla="*/ 327470 h 876300"/>
                <a:gd name="connsiteX5859" fmla="*/ 1910810 w 2419350"/>
                <a:gd name="connsiteY5859" fmla="*/ 327565 h 876300"/>
                <a:gd name="connsiteX5860" fmla="*/ 1911382 w 2419350"/>
                <a:gd name="connsiteY5860" fmla="*/ 327755 h 876300"/>
                <a:gd name="connsiteX5861" fmla="*/ 1911667 w 2419350"/>
                <a:gd name="connsiteY5861" fmla="*/ 327851 h 876300"/>
                <a:gd name="connsiteX5862" fmla="*/ 1911858 w 2419350"/>
                <a:gd name="connsiteY5862" fmla="*/ 326993 h 876300"/>
                <a:gd name="connsiteX5863" fmla="*/ 1912334 w 2419350"/>
                <a:gd name="connsiteY5863" fmla="*/ 326517 h 876300"/>
                <a:gd name="connsiteX5864" fmla="*/ 1912906 w 2419350"/>
                <a:gd name="connsiteY5864" fmla="*/ 326136 h 876300"/>
                <a:gd name="connsiteX5865" fmla="*/ 1913191 w 2419350"/>
                <a:gd name="connsiteY5865" fmla="*/ 325469 h 876300"/>
                <a:gd name="connsiteX5866" fmla="*/ 1913477 w 2419350"/>
                <a:gd name="connsiteY5866" fmla="*/ 324993 h 876300"/>
                <a:gd name="connsiteX5867" fmla="*/ 1914715 w 2419350"/>
                <a:gd name="connsiteY5867" fmla="*/ 324803 h 876300"/>
                <a:gd name="connsiteX5868" fmla="*/ 1915001 w 2419350"/>
                <a:gd name="connsiteY5868" fmla="*/ 324421 h 876300"/>
                <a:gd name="connsiteX5869" fmla="*/ 1914620 w 2419350"/>
                <a:gd name="connsiteY5869" fmla="*/ 323850 h 876300"/>
                <a:gd name="connsiteX5870" fmla="*/ 1912906 w 2419350"/>
                <a:gd name="connsiteY5870" fmla="*/ 322517 h 876300"/>
                <a:gd name="connsiteX5871" fmla="*/ 1912430 w 2419350"/>
                <a:gd name="connsiteY5871" fmla="*/ 321755 h 876300"/>
                <a:gd name="connsiteX5872" fmla="*/ 1912525 w 2419350"/>
                <a:gd name="connsiteY5872" fmla="*/ 321183 h 876300"/>
                <a:gd name="connsiteX5873" fmla="*/ 1912811 w 2419350"/>
                <a:gd name="connsiteY5873" fmla="*/ 320707 h 876300"/>
                <a:gd name="connsiteX5874" fmla="*/ 1913477 w 2419350"/>
                <a:gd name="connsiteY5874" fmla="*/ 319945 h 876300"/>
                <a:gd name="connsiteX5875" fmla="*/ 1912811 w 2419350"/>
                <a:gd name="connsiteY5875" fmla="*/ 318230 h 876300"/>
                <a:gd name="connsiteX5876" fmla="*/ 1912334 w 2419350"/>
                <a:gd name="connsiteY5876" fmla="*/ 317659 h 876300"/>
                <a:gd name="connsiteX5877" fmla="*/ 1911096 w 2419350"/>
                <a:gd name="connsiteY5877" fmla="*/ 317278 h 876300"/>
                <a:gd name="connsiteX5878" fmla="*/ 1910810 w 2419350"/>
                <a:gd name="connsiteY5878" fmla="*/ 316992 h 876300"/>
                <a:gd name="connsiteX5879" fmla="*/ 1910524 w 2419350"/>
                <a:gd name="connsiteY5879" fmla="*/ 316706 h 876300"/>
                <a:gd name="connsiteX5880" fmla="*/ 1909953 w 2419350"/>
                <a:gd name="connsiteY5880" fmla="*/ 316611 h 876300"/>
                <a:gd name="connsiteX5881" fmla="*/ 1909191 w 2419350"/>
                <a:gd name="connsiteY5881" fmla="*/ 316611 h 876300"/>
                <a:gd name="connsiteX5882" fmla="*/ 1908905 w 2419350"/>
                <a:gd name="connsiteY5882" fmla="*/ 316516 h 876300"/>
                <a:gd name="connsiteX5883" fmla="*/ 1908715 w 2419350"/>
                <a:gd name="connsiteY5883" fmla="*/ 316325 h 876300"/>
                <a:gd name="connsiteX5884" fmla="*/ 1907762 w 2419350"/>
                <a:gd name="connsiteY5884" fmla="*/ 316516 h 876300"/>
                <a:gd name="connsiteX5885" fmla="*/ 1907286 w 2419350"/>
                <a:gd name="connsiteY5885" fmla="*/ 316135 h 876300"/>
                <a:gd name="connsiteX5886" fmla="*/ 1907000 w 2419350"/>
                <a:gd name="connsiteY5886" fmla="*/ 315563 h 876300"/>
                <a:gd name="connsiteX5887" fmla="*/ 1906714 w 2419350"/>
                <a:gd name="connsiteY5887" fmla="*/ 315278 h 876300"/>
                <a:gd name="connsiteX5888" fmla="*/ 1906143 w 2419350"/>
                <a:gd name="connsiteY5888" fmla="*/ 315087 h 876300"/>
                <a:gd name="connsiteX5889" fmla="*/ 1905667 w 2419350"/>
                <a:gd name="connsiteY5889" fmla="*/ 314611 h 876300"/>
                <a:gd name="connsiteX5890" fmla="*/ 1905190 w 2419350"/>
                <a:gd name="connsiteY5890" fmla="*/ 314135 h 876300"/>
                <a:gd name="connsiteX5891" fmla="*/ 1904809 w 2419350"/>
                <a:gd name="connsiteY5891" fmla="*/ 313754 h 876300"/>
                <a:gd name="connsiteX5892" fmla="*/ 1903381 w 2419350"/>
                <a:gd name="connsiteY5892" fmla="*/ 313277 h 876300"/>
                <a:gd name="connsiteX5893" fmla="*/ 1902714 w 2419350"/>
                <a:gd name="connsiteY5893" fmla="*/ 313182 h 876300"/>
                <a:gd name="connsiteX5894" fmla="*/ 1901285 w 2419350"/>
                <a:gd name="connsiteY5894" fmla="*/ 313087 h 876300"/>
                <a:gd name="connsiteX5895" fmla="*/ 1899856 w 2419350"/>
                <a:gd name="connsiteY5895" fmla="*/ 312801 h 876300"/>
                <a:gd name="connsiteX5896" fmla="*/ 1898999 w 2419350"/>
                <a:gd name="connsiteY5896" fmla="*/ 312706 h 876300"/>
                <a:gd name="connsiteX5897" fmla="*/ 1899761 w 2419350"/>
                <a:gd name="connsiteY5897" fmla="*/ 311849 h 876300"/>
                <a:gd name="connsiteX5898" fmla="*/ 1899666 w 2419350"/>
                <a:gd name="connsiteY5898" fmla="*/ 311468 h 876300"/>
                <a:gd name="connsiteX5899" fmla="*/ 1898999 w 2419350"/>
                <a:gd name="connsiteY5899" fmla="*/ 311372 h 876300"/>
                <a:gd name="connsiteX5900" fmla="*/ 1898047 w 2419350"/>
                <a:gd name="connsiteY5900" fmla="*/ 311372 h 876300"/>
                <a:gd name="connsiteX5901" fmla="*/ 1897666 w 2419350"/>
                <a:gd name="connsiteY5901" fmla="*/ 311372 h 876300"/>
                <a:gd name="connsiteX5902" fmla="*/ 1896142 w 2419350"/>
                <a:gd name="connsiteY5902" fmla="*/ 311753 h 876300"/>
                <a:gd name="connsiteX5903" fmla="*/ 1895951 w 2419350"/>
                <a:gd name="connsiteY5903" fmla="*/ 311849 h 876300"/>
                <a:gd name="connsiteX5904" fmla="*/ 1895570 w 2419350"/>
                <a:gd name="connsiteY5904" fmla="*/ 312230 h 876300"/>
                <a:gd name="connsiteX5905" fmla="*/ 1895284 w 2419350"/>
                <a:gd name="connsiteY5905" fmla="*/ 312325 h 876300"/>
                <a:gd name="connsiteX5906" fmla="*/ 1895094 w 2419350"/>
                <a:gd name="connsiteY5906" fmla="*/ 312134 h 876300"/>
                <a:gd name="connsiteX5907" fmla="*/ 1894904 w 2419350"/>
                <a:gd name="connsiteY5907" fmla="*/ 311849 h 876300"/>
                <a:gd name="connsiteX5908" fmla="*/ 1894618 w 2419350"/>
                <a:gd name="connsiteY5908" fmla="*/ 311658 h 876300"/>
                <a:gd name="connsiteX5909" fmla="*/ 1887379 w 2419350"/>
                <a:gd name="connsiteY5909" fmla="*/ 309563 h 876300"/>
                <a:gd name="connsiteX5910" fmla="*/ 1886140 w 2419350"/>
                <a:gd name="connsiteY5910" fmla="*/ 309563 h 876300"/>
                <a:gd name="connsiteX5911" fmla="*/ 1884998 w 2419350"/>
                <a:gd name="connsiteY5911" fmla="*/ 309848 h 876300"/>
                <a:gd name="connsiteX5912" fmla="*/ 1884045 w 2419350"/>
                <a:gd name="connsiteY5912" fmla="*/ 310325 h 876300"/>
                <a:gd name="connsiteX5913" fmla="*/ 1883378 w 2419350"/>
                <a:gd name="connsiteY5913" fmla="*/ 310991 h 876300"/>
                <a:gd name="connsiteX5914" fmla="*/ 1883950 w 2419350"/>
                <a:gd name="connsiteY5914" fmla="*/ 310991 h 876300"/>
                <a:gd name="connsiteX5915" fmla="*/ 1884426 w 2419350"/>
                <a:gd name="connsiteY5915" fmla="*/ 311087 h 876300"/>
                <a:gd name="connsiteX5916" fmla="*/ 1884807 w 2419350"/>
                <a:gd name="connsiteY5916" fmla="*/ 311372 h 876300"/>
                <a:gd name="connsiteX5917" fmla="*/ 1885188 w 2419350"/>
                <a:gd name="connsiteY5917" fmla="*/ 311753 h 876300"/>
                <a:gd name="connsiteX5918" fmla="*/ 1884236 w 2419350"/>
                <a:gd name="connsiteY5918" fmla="*/ 312039 h 876300"/>
                <a:gd name="connsiteX5919" fmla="*/ 1882712 w 2419350"/>
                <a:gd name="connsiteY5919" fmla="*/ 311849 h 876300"/>
                <a:gd name="connsiteX5920" fmla="*/ 1881949 w 2419350"/>
                <a:gd name="connsiteY5920" fmla="*/ 312134 h 876300"/>
                <a:gd name="connsiteX5921" fmla="*/ 1881664 w 2419350"/>
                <a:gd name="connsiteY5921" fmla="*/ 311182 h 876300"/>
                <a:gd name="connsiteX5922" fmla="*/ 1880330 w 2419350"/>
                <a:gd name="connsiteY5922" fmla="*/ 311277 h 876300"/>
                <a:gd name="connsiteX5923" fmla="*/ 1878711 w 2419350"/>
                <a:gd name="connsiteY5923" fmla="*/ 311753 h 876300"/>
                <a:gd name="connsiteX5924" fmla="*/ 1877663 w 2419350"/>
                <a:gd name="connsiteY5924" fmla="*/ 311753 h 876300"/>
                <a:gd name="connsiteX5925" fmla="*/ 1876711 w 2419350"/>
                <a:gd name="connsiteY5925" fmla="*/ 312134 h 876300"/>
                <a:gd name="connsiteX5926" fmla="*/ 1875282 w 2419350"/>
                <a:gd name="connsiteY5926" fmla="*/ 311849 h 876300"/>
                <a:gd name="connsiteX5927" fmla="*/ 1874806 w 2419350"/>
                <a:gd name="connsiteY5927" fmla="*/ 312420 h 876300"/>
                <a:gd name="connsiteX5928" fmla="*/ 1874234 w 2419350"/>
                <a:gd name="connsiteY5928" fmla="*/ 311944 h 876300"/>
                <a:gd name="connsiteX5929" fmla="*/ 1874044 w 2419350"/>
                <a:gd name="connsiteY5929" fmla="*/ 311753 h 876300"/>
                <a:gd name="connsiteX5930" fmla="*/ 1873472 w 2419350"/>
                <a:gd name="connsiteY5930" fmla="*/ 312896 h 876300"/>
                <a:gd name="connsiteX5931" fmla="*/ 1873377 w 2419350"/>
                <a:gd name="connsiteY5931" fmla="*/ 313277 h 876300"/>
                <a:gd name="connsiteX5932" fmla="*/ 1873282 w 2419350"/>
                <a:gd name="connsiteY5932" fmla="*/ 312992 h 876300"/>
                <a:gd name="connsiteX5933" fmla="*/ 1873091 w 2419350"/>
                <a:gd name="connsiteY5933" fmla="*/ 312706 h 876300"/>
                <a:gd name="connsiteX5934" fmla="*/ 1872996 w 2419350"/>
                <a:gd name="connsiteY5934" fmla="*/ 312420 h 876300"/>
                <a:gd name="connsiteX5935" fmla="*/ 1872710 w 2419350"/>
                <a:gd name="connsiteY5935" fmla="*/ 312992 h 876300"/>
                <a:gd name="connsiteX5936" fmla="*/ 1872615 w 2419350"/>
                <a:gd name="connsiteY5936" fmla="*/ 313182 h 876300"/>
                <a:gd name="connsiteX5937" fmla="*/ 1871758 w 2419350"/>
                <a:gd name="connsiteY5937" fmla="*/ 312325 h 876300"/>
                <a:gd name="connsiteX5938" fmla="*/ 1871281 w 2419350"/>
                <a:gd name="connsiteY5938" fmla="*/ 311944 h 876300"/>
                <a:gd name="connsiteX5939" fmla="*/ 1870805 w 2419350"/>
                <a:gd name="connsiteY5939" fmla="*/ 311658 h 876300"/>
                <a:gd name="connsiteX5940" fmla="*/ 1870234 w 2419350"/>
                <a:gd name="connsiteY5940" fmla="*/ 312611 h 876300"/>
                <a:gd name="connsiteX5941" fmla="*/ 1869186 w 2419350"/>
                <a:gd name="connsiteY5941" fmla="*/ 313277 h 876300"/>
                <a:gd name="connsiteX5942" fmla="*/ 1866900 w 2419350"/>
                <a:gd name="connsiteY5942" fmla="*/ 314230 h 876300"/>
                <a:gd name="connsiteX5943" fmla="*/ 1866614 w 2419350"/>
                <a:gd name="connsiteY5943" fmla="*/ 313849 h 876300"/>
                <a:gd name="connsiteX5944" fmla="*/ 1866519 w 2419350"/>
                <a:gd name="connsiteY5944" fmla="*/ 313468 h 876300"/>
                <a:gd name="connsiteX5945" fmla="*/ 1866138 w 2419350"/>
                <a:gd name="connsiteY5945" fmla="*/ 313468 h 876300"/>
                <a:gd name="connsiteX5946" fmla="*/ 1866233 w 2419350"/>
                <a:gd name="connsiteY5946" fmla="*/ 313849 h 876300"/>
                <a:gd name="connsiteX5947" fmla="*/ 1866424 w 2419350"/>
                <a:gd name="connsiteY5947" fmla="*/ 314896 h 876300"/>
                <a:gd name="connsiteX5948" fmla="*/ 1865376 w 2419350"/>
                <a:gd name="connsiteY5948" fmla="*/ 314420 h 876300"/>
                <a:gd name="connsiteX5949" fmla="*/ 1864709 w 2419350"/>
                <a:gd name="connsiteY5949" fmla="*/ 313658 h 876300"/>
                <a:gd name="connsiteX5950" fmla="*/ 1864042 w 2419350"/>
                <a:gd name="connsiteY5950" fmla="*/ 313182 h 876300"/>
                <a:gd name="connsiteX5951" fmla="*/ 1862899 w 2419350"/>
                <a:gd name="connsiteY5951" fmla="*/ 313468 h 876300"/>
                <a:gd name="connsiteX5952" fmla="*/ 1863185 w 2419350"/>
                <a:gd name="connsiteY5952" fmla="*/ 314135 h 876300"/>
                <a:gd name="connsiteX5953" fmla="*/ 1863471 w 2419350"/>
                <a:gd name="connsiteY5953" fmla="*/ 314992 h 876300"/>
                <a:gd name="connsiteX5954" fmla="*/ 1863471 w 2419350"/>
                <a:gd name="connsiteY5954" fmla="*/ 315659 h 876300"/>
                <a:gd name="connsiteX5955" fmla="*/ 1862899 w 2419350"/>
                <a:gd name="connsiteY5955" fmla="*/ 315944 h 876300"/>
                <a:gd name="connsiteX5956" fmla="*/ 1862328 w 2419350"/>
                <a:gd name="connsiteY5956" fmla="*/ 315659 h 876300"/>
                <a:gd name="connsiteX5957" fmla="*/ 1862138 w 2419350"/>
                <a:gd name="connsiteY5957" fmla="*/ 314992 h 876300"/>
                <a:gd name="connsiteX5958" fmla="*/ 1861471 w 2419350"/>
                <a:gd name="connsiteY5958" fmla="*/ 314325 h 876300"/>
                <a:gd name="connsiteX5959" fmla="*/ 1861185 w 2419350"/>
                <a:gd name="connsiteY5959" fmla="*/ 313563 h 876300"/>
                <a:gd name="connsiteX5960" fmla="*/ 1860995 w 2419350"/>
                <a:gd name="connsiteY5960" fmla="*/ 314039 h 876300"/>
                <a:gd name="connsiteX5961" fmla="*/ 1860709 w 2419350"/>
                <a:gd name="connsiteY5961" fmla="*/ 314420 h 876300"/>
                <a:gd name="connsiteX5962" fmla="*/ 1860423 w 2419350"/>
                <a:gd name="connsiteY5962" fmla="*/ 314706 h 876300"/>
                <a:gd name="connsiteX5963" fmla="*/ 1860137 w 2419350"/>
                <a:gd name="connsiteY5963" fmla="*/ 314896 h 876300"/>
                <a:gd name="connsiteX5964" fmla="*/ 1859375 w 2419350"/>
                <a:gd name="connsiteY5964" fmla="*/ 314516 h 876300"/>
                <a:gd name="connsiteX5965" fmla="*/ 1858708 w 2419350"/>
                <a:gd name="connsiteY5965" fmla="*/ 314516 h 876300"/>
                <a:gd name="connsiteX5966" fmla="*/ 1858137 w 2419350"/>
                <a:gd name="connsiteY5966" fmla="*/ 314801 h 876300"/>
                <a:gd name="connsiteX5967" fmla="*/ 1857947 w 2419350"/>
                <a:gd name="connsiteY5967" fmla="*/ 315468 h 876300"/>
                <a:gd name="connsiteX5968" fmla="*/ 1858137 w 2419350"/>
                <a:gd name="connsiteY5968" fmla="*/ 316230 h 876300"/>
                <a:gd name="connsiteX5969" fmla="*/ 1858899 w 2419350"/>
                <a:gd name="connsiteY5969" fmla="*/ 317278 h 876300"/>
                <a:gd name="connsiteX5970" fmla="*/ 1859089 w 2419350"/>
                <a:gd name="connsiteY5970" fmla="*/ 317945 h 876300"/>
                <a:gd name="connsiteX5971" fmla="*/ 1859375 w 2419350"/>
                <a:gd name="connsiteY5971" fmla="*/ 318326 h 876300"/>
                <a:gd name="connsiteX5972" fmla="*/ 1860137 w 2419350"/>
                <a:gd name="connsiteY5972" fmla="*/ 318802 h 876300"/>
                <a:gd name="connsiteX5973" fmla="*/ 1860995 w 2419350"/>
                <a:gd name="connsiteY5973" fmla="*/ 319183 h 876300"/>
                <a:gd name="connsiteX5974" fmla="*/ 1861661 w 2419350"/>
                <a:gd name="connsiteY5974" fmla="*/ 319183 h 876300"/>
                <a:gd name="connsiteX5975" fmla="*/ 1861947 w 2419350"/>
                <a:gd name="connsiteY5975" fmla="*/ 318706 h 876300"/>
                <a:gd name="connsiteX5976" fmla="*/ 1861756 w 2419350"/>
                <a:gd name="connsiteY5976" fmla="*/ 318040 h 876300"/>
                <a:gd name="connsiteX5977" fmla="*/ 1861471 w 2419350"/>
                <a:gd name="connsiteY5977" fmla="*/ 317278 h 876300"/>
                <a:gd name="connsiteX5978" fmla="*/ 1861280 w 2419350"/>
                <a:gd name="connsiteY5978" fmla="*/ 316516 h 876300"/>
                <a:gd name="connsiteX5979" fmla="*/ 1861756 w 2419350"/>
                <a:gd name="connsiteY5979" fmla="*/ 316802 h 876300"/>
                <a:gd name="connsiteX5980" fmla="*/ 1862138 w 2419350"/>
                <a:gd name="connsiteY5980" fmla="*/ 316897 h 876300"/>
                <a:gd name="connsiteX5981" fmla="*/ 1862518 w 2419350"/>
                <a:gd name="connsiteY5981" fmla="*/ 316706 h 876300"/>
                <a:gd name="connsiteX5982" fmla="*/ 1862804 w 2419350"/>
                <a:gd name="connsiteY5982" fmla="*/ 316230 h 876300"/>
                <a:gd name="connsiteX5983" fmla="*/ 1863185 w 2419350"/>
                <a:gd name="connsiteY5983" fmla="*/ 316230 h 876300"/>
                <a:gd name="connsiteX5984" fmla="*/ 1863281 w 2419350"/>
                <a:gd name="connsiteY5984" fmla="*/ 317373 h 876300"/>
                <a:gd name="connsiteX5985" fmla="*/ 1863852 w 2419350"/>
                <a:gd name="connsiteY5985" fmla="*/ 317468 h 876300"/>
                <a:gd name="connsiteX5986" fmla="*/ 1864519 w 2419350"/>
                <a:gd name="connsiteY5986" fmla="*/ 316897 h 876300"/>
                <a:gd name="connsiteX5987" fmla="*/ 1864995 w 2419350"/>
                <a:gd name="connsiteY5987" fmla="*/ 315944 h 876300"/>
                <a:gd name="connsiteX5988" fmla="*/ 1865376 w 2419350"/>
                <a:gd name="connsiteY5988" fmla="*/ 316706 h 876300"/>
                <a:gd name="connsiteX5989" fmla="*/ 1865281 w 2419350"/>
                <a:gd name="connsiteY5989" fmla="*/ 317563 h 876300"/>
                <a:gd name="connsiteX5990" fmla="*/ 1864805 w 2419350"/>
                <a:gd name="connsiteY5990" fmla="*/ 318230 h 876300"/>
                <a:gd name="connsiteX5991" fmla="*/ 1863947 w 2419350"/>
                <a:gd name="connsiteY5991" fmla="*/ 318516 h 876300"/>
                <a:gd name="connsiteX5992" fmla="*/ 1864519 w 2419350"/>
                <a:gd name="connsiteY5992" fmla="*/ 318992 h 876300"/>
                <a:gd name="connsiteX5993" fmla="*/ 1865566 w 2419350"/>
                <a:gd name="connsiteY5993" fmla="*/ 318992 h 876300"/>
                <a:gd name="connsiteX5994" fmla="*/ 1866233 w 2419350"/>
                <a:gd name="connsiteY5994" fmla="*/ 319088 h 876300"/>
                <a:gd name="connsiteX5995" fmla="*/ 1865948 w 2419350"/>
                <a:gd name="connsiteY5995" fmla="*/ 319754 h 876300"/>
                <a:gd name="connsiteX5996" fmla="*/ 1865376 w 2419350"/>
                <a:gd name="connsiteY5996" fmla="*/ 320230 h 876300"/>
                <a:gd name="connsiteX5997" fmla="*/ 1864614 w 2419350"/>
                <a:gd name="connsiteY5997" fmla="*/ 320516 h 876300"/>
                <a:gd name="connsiteX5998" fmla="*/ 1863852 w 2419350"/>
                <a:gd name="connsiteY5998" fmla="*/ 320516 h 876300"/>
                <a:gd name="connsiteX5999" fmla="*/ 1863090 w 2419350"/>
                <a:gd name="connsiteY5999" fmla="*/ 320040 h 876300"/>
                <a:gd name="connsiteX6000" fmla="*/ 1862423 w 2419350"/>
                <a:gd name="connsiteY6000" fmla="*/ 319850 h 876300"/>
                <a:gd name="connsiteX6001" fmla="*/ 1861471 w 2419350"/>
                <a:gd name="connsiteY6001" fmla="*/ 319945 h 876300"/>
                <a:gd name="connsiteX6002" fmla="*/ 1859661 w 2419350"/>
                <a:gd name="connsiteY6002" fmla="*/ 320230 h 876300"/>
                <a:gd name="connsiteX6003" fmla="*/ 1859661 w 2419350"/>
                <a:gd name="connsiteY6003" fmla="*/ 320230 h 876300"/>
                <a:gd name="connsiteX6004" fmla="*/ 1858423 w 2419350"/>
                <a:gd name="connsiteY6004" fmla="*/ 320230 h 876300"/>
                <a:gd name="connsiteX6005" fmla="*/ 1858232 w 2419350"/>
                <a:gd name="connsiteY6005" fmla="*/ 320230 h 876300"/>
                <a:gd name="connsiteX6006" fmla="*/ 1857756 w 2419350"/>
                <a:gd name="connsiteY6006" fmla="*/ 320040 h 876300"/>
                <a:gd name="connsiteX6007" fmla="*/ 1856804 w 2419350"/>
                <a:gd name="connsiteY6007" fmla="*/ 319564 h 876300"/>
                <a:gd name="connsiteX6008" fmla="*/ 1856327 w 2419350"/>
                <a:gd name="connsiteY6008" fmla="*/ 319469 h 876300"/>
                <a:gd name="connsiteX6009" fmla="*/ 1854994 w 2419350"/>
                <a:gd name="connsiteY6009" fmla="*/ 319754 h 876300"/>
                <a:gd name="connsiteX6010" fmla="*/ 1855756 w 2419350"/>
                <a:gd name="connsiteY6010" fmla="*/ 320421 h 876300"/>
                <a:gd name="connsiteX6011" fmla="*/ 1857375 w 2419350"/>
                <a:gd name="connsiteY6011" fmla="*/ 321183 h 876300"/>
                <a:gd name="connsiteX6012" fmla="*/ 1910143 w 2419350"/>
                <a:gd name="connsiteY6012" fmla="*/ 254318 h 876300"/>
                <a:gd name="connsiteX6013" fmla="*/ 1910429 w 2419350"/>
                <a:gd name="connsiteY6013" fmla="*/ 253937 h 876300"/>
                <a:gd name="connsiteX6014" fmla="*/ 1910429 w 2419350"/>
                <a:gd name="connsiteY6014" fmla="*/ 253365 h 876300"/>
                <a:gd name="connsiteX6015" fmla="*/ 1910048 w 2419350"/>
                <a:gd name="connsiteY6015" fmla="*/ 253175 h 876300"/>
                <a:gd name="connsiteX6016" fmla="*/ 1909667 w 2419350"/>
                <a:gd name="connsiteY6016" fmla="*/ 253555 h 876300"/>
                <a:gd name="connsiteX6017" fmla="*/ 1909572 w 2419350"/>
                <a:gd name="connsiteY6017" fmla="*/ 254413 h 876300"/>
                <a:gd name="connsiteX6018" fmla="*/ 1909667 w 2419350"/>
                <a:gd name="connsiteY6018" fmla="*/ 254889 h 876300"/>
                <a:gd name="connsiteX6019" fmla="*/ 1910143 w 2419350"/>
                <a:gd name="connsiteY6019" fmla="*/ 254318 h 876300"/>
                <a:gd name="connsiteX6020" fmla="*/ 1651635 w 2419350"/>
                <a:gd name="connsiteY6020" fmla="*/ 240506 h 876300"/>
                <a:gd name="connsiteX6021" fmla="*/ 1652778 w 2419350"/>
                <a:gd name="connsiteY6021" fmla="*/ 242221 h 876300"/>
                <a:gd name="connsiteX6022" fmla="*/ 1653064 w 2419350"/>
                <a:gd name="connsiteY6022" fmla="*/ 242030 h 876300"/>
                <a:gd name="connsiteX6023" fmla="*/ 1653349 w 2419350"/>
                <a:gd name="connsiteY6023" fmla="*/ 241078 h 876300"/>
                <a:gd name="connsiteX6024" fmla="*/ 1653349 w 2419350"/>
                <a:gd name="connsiteY6024" fmla="*/ 240792 h 876300"/>
                <a:gd name="connsiteX6025" fmla="*/ 1653921 w 2419350"/>
                <a:gd name="connsiteY6025" fmla="*/ 239649 h 876300"/>
                <a:gd name="connsiteX6026" fmla="*/ 1653540 w 2419350"/>
                <a:gd name="connsiteY6026" fmla="*/ 239268 h 876300"/>
                <a:gd name="connsiteX6027" fmla="*/ 1653064 w 2419350"/>
                <a:gd name="connsiteY6027" fmla="*/ 239173 h 876300"/>
                <a:gd name="connsiteX6028" fmla="*/ 1652683 w 2419350"/>
                <a:gd name="connsiteY6028" fmla="*/ 238887 h 876300"/>
                <a:gd name="connsiteX6029" fmla="*/ 1652302 w 2419350"/>
                <a:gd name="connsiteY6029" fmla="*/ 238792 h 876300"/>
                <a:gd name="connsiteX6030" fmla="*/ 1651921 w 2419350"/>
                <a:gd name="connsiteY6030" fmla="*/ 238982 h 876300"/>
                <a:gd name="connsiteX6031" fmla="*/ 1651445 w 2419350"/>
                <a:gd name="connsiteY6031" fmla="*/ 239459 h 876300"/>
                <a:gd name="connsiteX6032" fmla="*/ 1651159 w 2419350"/>
                <a:gd name="connsiteY6032" fmla="*/ 240125 h 876300"/>
                <a:gd name="connsiteX6033" fmla="*/ 1651349 w 2419350"/>
                <a:gd name="connsiteY6033" fmla="*/ 240411 h 876300"/>
                <a:gd name="connsiteX6034" fmla="*/ 1651635 w 2419350"/>
                <a:gd name="connsiteY6034" fmla="*/ 240506 h 876300"/>
                <a:gd name="connsiteX6035" fmla="*/ 1505426 w 2419350"/>
                <a:gd name="connsiteY6035" fmla="*/ 754094 h 876300"/>
                <a:gd name="connsiteX6036" fmla="*/ 1506093 w 2419350"/>
                <a:gd name="connsiteY6036" fmla="*/ 753904 h 876300"/>
                <a:gd name="connsiteX6037" fmla="*/ 1506379 w 2419350"/>
                <a:gd name="connsiteY6037" fmla="*/ 753618 h 876300"/>
                <a:gd name="connsiteX6038" fmla="*/ 1506760 w 2419350"/>
                <a:gd name="connsiteY6038" fmla="*/ 753047 h 876300"/>
                <a:gd name="connsiteX6039" fmla="*/ 1507617 w 2419350"/>
                <a:gd name="connsiteY6039" fmla="*/ 752094 h 876300"/>
                <a:gd name="connsiteX6040" fmla="*/ 1508570 w 2419350"/>
                <a:gd name="connsiteY6040" fmla="*/ 751237 h 876300"/>
                <a:gd name="connsiteX6041" fmla="*/ 1509331 w 2419350"/>
                <a:gd name="connsiteY6041" fmla="*/ 750951 h 876300"/>
                <a:gd name="connsiteX6042" fmla="*/ 1509617 w 2419350"/>
                <a:gd name="connsiteY6042" fmla="*/ 751332 h 876300"/>
                <a:gd name="connsiteX6043" fmla="*/ 1509903 w 2419350"/>
                <a:gd name="connsiteY6043" fmla="*/ 752094 h 876300"/>
                <a:gd name="connsiteX6044" fmla="*/ 1510284 w 2419350"/>
                <a:gd name="connsiteY6044" fmla="*/ 752666 h 876300"/>
                <a:gd name="connsiteX6045" fmla="*/ 1510856 w 2419350"/>
                <a:gd name="connsiteY6045" fmla="*/ 752570 h 876300"/>
                <a:gd name="connsiteX6046" fmla="*/ 1513046 w 2419350"/>
                <a:gd name="connsiteY6046" fmla="*/ 750284 h 876300"/>
                <a:gd name="connsiteX6047" fmla="*/ 1514189 w 2419350"/>
                <a:gd name="connsiteY6047" fmla="*/ 748284 h 876300"/>
                <a:gd name="connsiteX6048" fmla="*/ 1514951 w 2419350"/>
                <a:gd name="connsiteY6048" fmla="*/ 746474 h 876300"/>
                <a:gd name="connsiteX6049" fmla="*/ 1515428 w 2419350"/>
                <a:gd name="connsiteY6049" fmla="*/ 745617 h 876300"/>
                <a:gd name="connsiteX6050" fmla="*/ 1516189 w 2419350"/>
                <a:gd name="connsiteY6050" fmla="*/ 744950 h 876300"/>
                <a:gd name="connsiteX6051" fmla="*/ 1517332 w 2419350"/>
                <a:gd name="connsiteY6051" fmla="*/ 744664 h 876300"/>
                <a:gd name="connsiteX6052" fmla="*/ 1520762 w 2419350"/>
                <a:gd name="connsiteY6052" fmla="*/ 744569 h 876300"/>
                <a:gd name="connsiteX6053" fmla="*/ 1523048 w 2419350"/>
                <a:gd name="connsiteY6053" fmla="*/ 743998 h 876300"/>
                <a:gd name="connsiteX6054" fmla="*/ 1523619 w 2419350"/>
                <a:gd name="connsiteY6054" fmla="*/ 743712 h 876300"/>
                <a:gd name="connsiteX6055" fmla="*/ 1523905 w 2419350"/>
                <a:gd name="connsiteY6055" fmla="*/ 743426 h 876300"/>
                <a:gd name="connsiteX6056" fmla="*/ 1524095 w 2419350"/>
                <a:gd name="connsiteY6056" fmla="*/ 742283 h 876300"/>
                <a:gd name="connsiteX6057" fmla="*/ 1524000 w 2419350"/>
                <a:gd name="connsiteY6057" fmla="*/ 741712 h 876300"/>
                <a:gd name="connsiteX6058" fmla="*/ 1523429 w 2419350"/>
                <a:gd name="connsiteY6058" fmla="*/ 741426 h 876300"/>
                <a:gd name="connsiteX6059" fmla="*/ 1521142 w 2419350"/>
                <a:gd name="connsiteY6059" fmla="*/ 741236 h 876300"/>
                <a:gd name="connsiteX6060" fmla="*/ 1520095 w 2419350"/>
                <a:gd name="connsiteY6060" fmla="*/ 741045 h 876300"/>
                <a:gd name="connsiteX6061" fmla="*/ 1519333 w 2419350"/>
                <a:gd name="connsiteY6061" fmla="*/ 740759 h 876300"/>
                <a:gd name="connsiteX6062" fmla="*/ 1518856 w 2419350"/>
                <a:gd name="connsiteY6062" fmla="*/ 740474 h 876300"/>
                <a:gd name="connsiteX6063" fmla="*/ 1517999 w 2419350"/>
                <a:gd name="connsiteY6063" fmla="*/ 739807 h 876300"/>
                <a:gd name="connsiteX6064" fmla="*/ 1517714 w 2419350"/>
                <a:gd name="connsiteY6064" fmla="*/ 739712 h 876300"/>
                <a:gd name="connsiteX6065" fmla="*/ 1517523 w 2419350"/>
                <a:gd name="connsiteY6065" fmla="*/ 739616 h 876300"/>
                <a:gd name="connsiteX6066" fmla="*/ 1517428 w 2419350"/>
                <a:gd name="connsiteY6066" fmla="*/ 739330 h 876300"/>
                <a:gd name="connsiteX6067" fmla="*/ 1517237 w 2419350"/>
                <a:gd name="connsiteY6067" fmla="*/ 739045 h 876300"/>
                <a:gd name="connsiteX6068" fmla="*/ 1516951 w 2419350"/>
                <a:gd name="connsiteY6068" fmla="*/ 738950 h 876300"/>
                <a:gd name="connsiteX6069" fmla="*/ 1516571 w 2419350"/>
                <a:gd name="connsiteY6069" fmla="*/ 739045 h 876300"/>
                <a:gd name="connsiteX6070" fmla="*/ 1516094 w 2419350"/>
                <a:gd name="connsiteY6070" fmla="*/ 739330 h 876300"/>
                <a:gd name="connsiteX6071" fmla="*/ 1515808 w 2419350"/>
                <a:gd name="connsiteY6071" fmla="*/ 739426 h 876300"/>
                <a:gd name="connsiteX6072" fmla="*/ 1514951 w 2419350"/>
                <a:gd name="connsiteY6072" fmla="*/ 739807 h 876300"/>
                <a:gd name="connsiteX6073" fmla="*/ 1514094 w 2419350"/>
                <a:gd name="connsiteY6073" fmla="*/ 740664 h 876300"/>
                <a:gd name="connsiteX6074" fmla="*/ 1513046 w 2419350"/>
                <a:gd name="connsiteY6074" fmla="*/ 741426 h 876300"/>
                <a:gd name="connsiteX6075" fmla="*/ 1511713 w 2419350"/>
                <a:gd name="connsiteY6075" fmla="*/ 741617 h 876300"/>
                <a:gd name="connsiteX6076" fmla="*/ 1511713 w 2419350"/>
                <a:gd name="connsiteY6076" fmla="*/ 741902 h 876300"/>
                <a:gd name="connsiteX6077" fmla="*/ 1512094 w 2419350"/>
                <a:gd name="connsiteY6077" fmla="*/ 742569 h 876300"/>
                <a:gd name="connsiteX6078" fmla="*/ 1511522 w 2419350"/>
                <a:gd name="connsiteY6078" fmla="*/ 742855 h 876300"/>
                <a:gd name="connsiteX6079" fmla="*/ 1510570 w 2419350"/>
                <a:gd name="connsiteY6079" fmla="*/ 742855 h 876300"/>
                <a:gd name="connsiteX6080" fmla="*/ 1509903 w 2419350"/>
                <a:gd name="connsiteY6080" fmla="*/ 742664 h 876300"/>
                <a:gd name="connsiteX6081" fmla="*/ 1509713 w 2419350"/>
                <a:gd name="connsiteY6081" fmla="*/ 742379 h 876300"/>
                <a:gd name="connsiteX6082" fmla="*/ 1509713 w 2419350"/>
                <a:gd name="connsiteY6082" fmla="*/ 741997 h 876300"/>
                <a:gd name="connsiteX6083" fmla="*/ 1509617 w 2419350"/>
                <a:gd name="connsiteY6083" fmla="*/ 741617 h 876300"/>
                <a:gd name="connsiteX6084" fmla="*/ 1509141 w 2419350"/>
                <a:gd name="connsiteY6084" fmla="*/ 741236 h 876300"/>
                <a:gd name="connsiteX6085" fmla="*/ 1508760 w 2419350"/>
                <a:gd name="connsiteY6085" fmla="*/ 741236 h 876300"/>
                <a:gd name="connsiteX6086" fmla="*/ 1508379 w 2419350"/>
                <a:gd name="connsiteY6086" fmla="*/ 741426 h 876300"/>
                <a:gd name="connsiteX6087" fmla="*/ 1507998 w 2419350"/>
                <a:gd name="connsiteY6087" fmla="*/ 741712 h 876300"/>
                <a:gd name="connsiteX6088" fmla="*/ 1507712 w 2419350"/>
                <a:gd name="connsiteY6088" fmla="*/ 741997 h 876300"/>
                <a:gd name="connsiteX6089" fmla="*/ 1507522 w 2419350"/>
                <a:gd name="connsiteY6089" fmla="*/ 742569 h 876300"/>
                <a:gd name="connsiteX6090" fmla="*/ 1507807 w 2419350"/>
                <a:gd name="connsiteY6090" fmla="*/ 742950 h 876300"/>
                <a:gd name="connsiteX6091" fmla="*/ 1508189 w 2419350"/>
                <a:gd name="connsiteY6091" fmla="*/ 743426 h 876300"/>
                <a:gd name="connsiteX6092" fmla="*/ 1508379 w 2419350"/>
                <a:gd name="connsiteY6092" fmla="*/ 744188 h 876300"/>
                <a:gd name="connsiteX6093" fmla="*/ 1508189 w 2419350"/>
                <a:gd name="connsiteY6093" fmla="*/ 745236 h 876300"/>
                <a:gd name="connsiteX6094" fmla="*/ 1507617 w 2419350"/>
                <a:gd name="connsiteY6094" fmla="*/ 745903 h 876300"/>
                <a:gd name="connsiteX6095" fmla="*/ 1506855 w 2419350"/>
                <a:gd name="connsiteY6095" fmla="*/ 745998 h 876300"/>
                <a:gd name="connsiteX6096" fmla="*/ 1506188 w 2419350"/>
                <a:gd name="connsiteY6096" fmla="*/ 745236 h 876300"/>
                <a:gd name="connsiteX6097" fmla="*/ 1505140 w 2419350"/>
                <a:gd name="connsiteY6097" fmla="*/ 745808 h 876300"/>
                <a:gd name="connsiteX6098" fmla="*/ 1505331 w 2419350"/>
                <a:gd name="connsiteY6098" fmla="*/ 746379 h 876300"/>
                <a:gd name="connsiteX6099" fmla="*/ 1506093 w 2419350"/>
                <a:gd name="connsiteY6099" fmla="*/ 747046 h 876300"/>
                <a:gd name="connsiteX6100" fmla="*/ 1506569 w 2419350"/>
                <a:gd name="connsiteY6100" fmla="*/ 747808 h 876300"/>
                <a:gd name="connsiteX6101" fmla="*/ 1506283 w 2419350"/>
                <a:gd name="connsiteY6101" fmla="*/ 748951 h 876300"/>
                <a:gd name="connsiteX6102" fmla="*/ 1505426 w 2419350"/>
                <a:gd name="connsiteY6102" fmla="*/ 749427 h 876300"/>
                <a:gd name="connsiteX6103" fmla="*/ 1504379 w 2419350"/>
                <a:gd name="connsiteY6103" fmla="*/ 749522 h 876300"/>
                <a:gd name="connsiteX6104" fmla="*/ 1503236 w 2419350"/>
                <a:gd name="connsiteY6104" fmla="*/ 749332 h 876300"/>
                <a:gd name="connsiteX6105" fmla="*/ 1502283 w 2419350"/>
                <a:gd name="connsiteY6105" fmla="*/ 748951 h 876300"/>
                <a:gd name="connsiteX6106" fmla="*/ 1501712 w 2419350"/>
                <a:gd name="connsiteY6106" fmla="*/ 748379 h 876300"/>
                <a:gd name="connsiteX6107" fmla="*/ 1501712 w 2419350"/>
                <a:gd name="connsiteY6107" fmla="*/ 747522 h 876300"/>
                <a:gd name="connsiteX6108" fmla="*/ 1502188 w 2419350"/>
                <a:gd name="connsiteY6108" fmla="*/ 746379 h 876300"/>
                <a:gd name="connsiteX6109" fmla="*/ 1503616 w 2419350"/>
                <a:gd name="connsiteY6109" fmla="*/ 745046 h 876300"/>
                <a:gd name="connsiteX6110" fmla="*/ 1503998 w 2419350"/>
                <a:gd name="connsiteY6110" fmla="*/ 744569 h 876300"/>
                <a:gd name="connsiteX6111" fmla="*/ 1504093 w 2419350"/>
                <a:gd name="connsiteY6111" fmla="*/ 743998 h 876300"/>
                <a:gd name="connsiteX6112" fmla="*/ 1503998 w 2419350"/>
                <a:gd name="connsiteY6112" fmla="*/ 743141 h 876300"/>
                <a:gd name="connsiteX6113" fmla="*/ 1504283 w 2419350"/>
                <a:gd name="connsiteY6113" fmla="*/ 742760 h 876300"/>
                <a:gd name="connsiteX6114" fmla="*/ 1502950 w 2419350"/>
                <a:gd name="connsiteY6114" fmla="*/ 742474 h 876300"/>
                <a:gd name="connsiteX6115" fmla="*/ 1501521 w 2419350"/>
                <a:gd name="connsiteY6115" fmla="*/ 742379 h 876300"/>
                <a:gd name="connsiteX6116" fmla="*/ 1500759 w 2419350"/>
                <a:gd name="connsiteY6116" fmla="*/ 742664 h 876300"/>
                <a:gd name="connsiteX6117" fmla="*/ 1499616 w 2419350"/>
                <a:gd name="connsiteY6117" fmla="*/ 743807 h 876300"/>
                <a:gd name="connsiteX6118" fmla="*/ 1498854 w 2419350"/>
                <a:gd name="connsiteY6118" fmla="*/ 743903 h 876300"/>
                <a:gd name="connsiteX6119" fmla="*/ 1498378 w 2419350"/>
                <a:gd name="connsiteY6119" fmla="*/ 744474 h 876300"/>
                <a:gd name="connsiteX6120" fmla="*/ 1497616 w 2419350"/>
                <a:gd name="connsiteY6120" fmla="*/ 744379 h 876300"/>
                <a:gd name="connsiteX6121" fmla="*/ 1496854 w 2419350"/>
                <a:gd name="connsiteY6121" fmla="*/ 743998 h 876300"/>
                <a:gd name="connsiteX6122" fmla="*/ 1496187 w 2419350"/>
                <a:gd name="connsiteY6122" fmla="*/ 743807 h 876300"/>
                <a:gd name="connsiteX6123" fmla="*/ 1495425 w 2419350"/>
                <a:gd name="connsiteY6123" fmla="*/ 744188 h 876300"/>
                <a:gd name="connsiteX6124" fmla="*/ 1494377 w 2419350"/>
                <a:gd name="connsiteY6124" fmla="*/ 744950 h 876300"/>
                <a:gd name="connsiteX6125" fmla="*/ 1493615 w 2419350"/>
                <a:gd name="connsiteY6125" fmla="*/ 745808 h 876300"/>
                <a:gd name="connsiteX6126" fmla="*/ 1493806 w 2419350"/>
                <a:gd name="connsiteY6126" fmla="*/ 746474 h 876300"/>
                <a:gd name="connsiteX6127" fmla="*/ 1497425 w 2419350"/>
                <a:gd name="connsiteY6127" fmla="*/ 746474 h 876300"/>
                <a:gd name="connsiteX6128" fmla="*/ 1499330 w 2419350"/>
                <a:gd name="connsiteY6128" fmla="*/ 746665 h 876300"/>
                <a:gd name="connsiteX6129" fmla="*/ 1499902 w 2419350"/>
                <a:gd name="connsiteY6129" fmla="*/ 747141 h 876300"/>
                <a:gd name="connsiteX6130" fmla="*/ 1499997 w 2419350"/>
                <a:gd name="connsiteY6130" fmla="*/ 748189 h 876300"/>
                <a:gd name="connsiteX6131" fmla="*/ 1499711 w 2419350"/>
                <a:gd name="connsiteY6131" fmla="*/ 748570 h 876300"/>
                <a:gd name="connsiteX6132" fmla="*/ 1499045 w 2419350"/>
                <a:gd name="connsiteY6132" fmla="*/ 748951 h 876300"/>
                <a:gd name="connsiteX6133" fmla="*/ 1494758 w 2419350"/>
                <a:gd name="connsiteY6133" fmla="*/ 750856 h 876300"/>
                <a:gd name="connsiteX6134" fmla="*/ 1493996 w 2419350"/>
                <a:gd name="connsiteY6134" fmla="*/ 751046 h 876300"/>
                <a:gd name="connsiteX6135" fmla="*/ 1493234 w 2419350"/>
                <a:gd name="connsiteY6135" fmla="*/ 751332 h 876300"/>
                <a:gd name="connsiteX6136" fmla="*/ 1490948 w 2419350"/>
                <a:gd name="connsiteY6136" fmla="*/ 753523 h 876300"/>
                <a:gd name="connsiteX6137" fmla="*/ 1487710 w 2419350"/>
                <a:gd name="connsiteY6137" fmla="*/ 755809 h 876300"/>
                <a:gd name="connsiteX6138" fmla="*/ 1486376 w 2419350"/>
                <a:gd name="connsiteY6138" fmla="*/ 757333 h 876300"/>
                <a:gd name="connsiteX6139" fmla="*/ 1486948 w 2419350"/>
                <a:gd name="connsiteY6139" fmla="*/ 758571 h 876300"/>
                <a:gd name="connsiteX6140" fmla="*/ 1487329 w 2419350"/>
                <a:gd name="connsiteY6140" fmla="*/ 758571 h 876300"/>
                <a:gd name="connsiteX6141" fmla="*/ 1487614 w 2419350"/>
                <a:gd name="connsiteY6141" fmla="*/ 758380 h 876300"/>
                <a:gd name="connsiteX6142" fmla="*/ 1487900 w 2419350"/>
                <a:gd name="connsiteY6142" fmla="*/ 758285 h 876300"/>
                <a:gd name="connsiteX6143" fmla="*/ 1488281 w 2419350"/>
                <a:gd name="connsiteY6143" fmla="*/ 758476 h 876300"/>
                <a:gd name="connsiteX6144" fmla="*/ 1488472 w 2419350"/>
                <a:gd name="connsiteY6144" fmla="*/ 758666 h 876300"/>
                <a:gd name="connsiteX6145" fmla="*/ 1489139 w 2419350"/>
                <a:gd name="connsiteY6145" fmla="*/ 759047 h 876300"/>
                <a:gd name="connsiteX6146" fmla="*/ 1489329 w 2419350"/>
                <a:gd name="connsiteY6146" fmla="*/ 759143 h 876300"/>
                <a:gd name="connsiteX6147" fmla="*/ 1489805 w 2419350"/>
                <a:gd name="connsiteY6147" fmla="*/ 759047 h 876300"/>
                <a:gd name="connsiteX6148" fmla="*/ 1490377 w 2419350"/>
                <a:gd name="connsiteY6148" fmla="*/ 758952 h 876300"/>
                <a:gd name="connsiteX6149" fmla="*/ 1490853 w 2419350"/>
                <a:gd name="connsiteY6149" fmla="*/ 758762 h 876300"/>
                <a:gd name="connsiteX6150" fmla="*/ 1491615 w 2419350"/>
                <a:gd name="connsiteY6150" fmla="*/ 758000 h 876300"/>
                <a:gd name="connsiteX6151" fmla="*/ 1492758 w 2419350"/>
                <a:gd name="connsiteY6151" fmla="*/ 758476 h 876300"/>
                <a:gd name="connsiteX6152" fmla="*/ 1494663 w 2419350"/>
                <a:gd name="connsiteY6152" fmla="*/ 759809 h 876300"/>
                <a:gd name="connsiteX6153" fmla="*/ 1495520 w 2419350"/>
                <a:gd name="connsiteY6153" fmla="*/ 760667 h 876300"/>
                <a:gd name="connsiteX6154" fmla="*/ 1495901 w 2419350"/>
                <a:gd name="connsiteY6154" fmla="*/ 760857 h 876300"/>
                <a:gd name="connsiteX6155" fmla="*/ 1496663 w 2419350"/>
                <a:gd name="connsiteY6155" fmla="*/ 760952 h 876300"/>
                <a:gd name="connsiteX6156" fmla="*/ 1497139 w 2419350"/>
                <a:gd name="connsiteY6156" fmla="*/ 760762 h 876300"/>
                <a:gd name="connsiteX6157" fmla="*/ 1497901 w 2419350"/>
                <a:gd name="connsiteY6157" fmla="*/ 760000 h 876300"/>
                <a:gd name="connsiteX6158" fmla="*/ 1498378 w 2419350"/>
                <a:gd name="connsiteY6158" fmla="*/ 759809 h 876300"/>
                <a:gd name="connsiteX6159" fmla="*/ 1500759 w 2419350"/>
                <a:gd name="connsiteY6159" fmla="*/ 757333 h 876300"/>
                <a:gd name="connsiteX6160" fmla="*/ 1501331 w 2419350"/>
                <a:gd name="connsiteY6160" fmla="*/ 757904 h 876300"/>
                <a:gd name="connsiteX6161" fmla="*/ 1502473 w 2419350"/>
                <a:gd name="connsiteY6161" fmla="*/ 759524 h 876300"/>
                <a:gd name="connsiteX6162" fmla="*/ 1502950 w 2419350"/>
                <a:gd name="connsiteY6162" fmla="*/ 759809 h 876300"/>
                <a:gd name="connsiteX6163" fmla="*/ 1504093 w 2419350"/>
                <a:gd name="connsiteY6163" fmla="*/ 759809 h 876300"/>
                <a:gd name="connsiteX6164" fmla="*/ 1505045 w 2419350"/>
                <a:gd name="connsiteY6164" fmla="*/ 759619 h 876300"/>
                <a:gd name="connsiteX6165" fmla="*/ 1505807 w 2419350"/>
                <a:gd name="connsiteY6165" fmla="*/ 759047 h 876300"/>
                <a:gd name="connsiteX6166" fmla="*/ 1506379 w 2419350"/>
                <a:gd name="connsiteY6166" fmla="*/ 758000 h 876300"/>
                <a:gd name="connsiteX6167" fmla="*/ 1504474 w 2419350"/>
                <a:gd name="connsiteY6167" fmla="*/ 755713 h 876300"/>
                <a:gd name="connsiteX6168" fmla="*/ 1504188 w 2419350"/>
                <a:gd name="connsiteY6168" fmla="*/ 755142 h 876300"/>
                <a:gd name="connsiteX6169" fmla="*/ 1504379 w 2419350"/>
                <a:gd name="connsiteY6169" fmla="*/ 754666 h 876300"/>
                <a:gd name="connsiteX6170" fmla="*/ 1505426 w 2419350"/>
                <a:gd name="connsiteY6170" fmla="*/ 754094 h 876300"/>
                <a:gd name="connsiteX6171" fmla="*/ 1351693 w 2419350"/>
                <a:gd name="connsiteY6171" fmla="*/ 254794 h 876300"/>
                <a:gd name="connsiteX6172" fmla="*/ 1352550 w 2419350"/>
                <a:gd name="connsiteY6172" fmla="*/ 254699 h 876300"/>
                <a:gd name="connsiteX6173" fmla="*/ 1351788 w 2419350"/>
                <a:gd name="connsiteY6173" fmla="*/ 253841 h 876300"/>
                <a:gd name="connsiteX6174" fmla="*/ 1351312 w 2419350"/>
                <a:gd name="connsiteY6174" fmla="*/ 253460 h 876300"/>
                <a:gd name="connsiteX6175" fmla="*/ 1350740 w 2419350"/>
                <a:gd name="connsiteY6175" fmla="*/ 253175 h 876300"/>
                <a:gd name="connsiteX6176" fmla="*/ 1350264 w 2419350"/>
                <a:gd name="connsiteY6176" fmla="*/ 252889 h 876300"/>
                <a:gd name="connsiteX6177" fmla="*/ 1349692 w 2419350"/>
                <a:gd name="connsiteY6177" fmla="*/ 252794 h 876300"/>
                <a:gd name="connsiteX6178" fmla="*/ 1349121 w 2419350"/>
                <a:gd name="connsiteY6178" fmla="*/ 252889 h 876300"/>
                <a:gd name="connsiteX6179" fmla="*/ 1348645 w 2419350"/>
                <a:gd name="connsiteY6179" fmla="*/ 253079 h 876300"/>
                <a:gd name="connsiteX6180" fmla="*/ 1349883 w 2419350"/>
                <a:gd name="connsiteY6180" fmla="*/ 253270 h 876300"/>
                <a:gd name="connsiteX6181" fmla="*/ 1351693 w 2419350"/>
                <a:gd name="connsiteY6181" fmla="*/ 254794 h 876300"/>
                <a:gd name="connsiteX6182" fmla="*/ 1489900 w 2419350"/>
                <a:gd name="connsiteY6182" fmla="*/ 750856 h 876300"/>
                <a:gd name="connsiteX6183" fmla="*/ 1491615 w 2419350"/>
                <a:gd name="connsiteY6183" fmla="*/ 749808 h 876300"/>
                <a:gd name="connsiteX6184" fmla="*/ 1491996 w 2419350"/>
                <a:gd name="connsiteY6184" fmla="*/ 748855 h 876300"/>
                <a:gd name="connsiteX6185" fmla="*/ 1492377 w 2419350"/>
                <a:gd name="connsiteY6185" fmla="*/ 745236 h 876300"/>
                <a:gd name="connsiteX6186" fmla="*/ 1492567 w 2419350"/>
                <a:gd name="connsiteY6186" fmla="*/ 744950 h 876300"/>
                <a:gd name="connsiteX6187" fmla="*/ 1492948 w 2419350"/>
                <a:gd name="connsiteY6187" fmla="*/ 744664 h 876300"/>
                <a:gd name="connsiteX6188" fmla="*/ 1493234 w 2419350"/>
                <a:gd name="connsiteY6188" fmla="*/ 744284 h 876300"/>
                <a:gd name="connsiteX6189" fmla="*/ 1493139 w 2419350"/>
                <a:gd name="connsiteY6189" fmla="*/ 743712 h 876300"/>
                <a:gd name="connsiteX6190" fmla="*/ 1492758 w 2419350"/>
                <a:gd name="connsiteY6190" fmla="*/ 743236 h 876300"/>
                <a:gd name="connsiteX6191" fmla="*/ 1492282 w 2419350"/>
                <a:gd name="connsiteY6191" fmla="*/ 743045 h 876300"/>
                <a:gd name="connsiteX6192" fmla="*/ 1491806 w 2419350"/>
                <a:gd name="connsiteY6192" fmla="*/ 743045 h 876300"/>
                <a:gd name="connsiteX6193" fmla="*/ 1491424 w 2419350"/>
                <a:gd name="connsiteY6193" fmla="*/ 743331 h 876300"/>
                <a:gd name="connsiteX6194" fmla="*/ 1489996 w 2419350"/>
                <a:gd name="connsiteY6194" fmla="*/ 742569 h 876300"/>
                <a:gd name="connsiteX6195" fmla="*/ 1488757 w 2419350"/>
                <a:gd name="connsiteY6195" fmla="*/ 742093 h 876300"/>
                <a:gd name="connsiteX6196" fmla="*/ 1487329 w 2419350"/>
                <a:gd name="connsiteY6196" fmla="*/ 741902 h 876300"/>
                <a:gd name="connsiteX6197" fmla="*/ 1485614 w 2419350"/>
                <a:gd name="connsiteY6197" fmla="*/ 741902 h 876300"/>
                <a:gd name="connsiteX6198" fmla="*/ 1484757 w 2419350"/>
                <a:gd name="connsiteY6198" fmla="*/ 741997 h 876300"/>
                <a:gd name="connsiteX6199" fmla="*/ 1483042 w 2419350"/>
                <a:gd name="connsiteY6199" fmla="*/ 742474 h 876300"/>
                <a:gd name="connsiteX6200" fmla="*/ 1482281 w 2419350"/>
                <a:gd name="connsiteY6200" fmla="*/ 742855 h 876300"/>
                <a:gd name="connsiteX6201" fmla="*/ 1481423 w 2419350"/>
                <a:gd name="connsiteY6201" fmla="*/ 743331 h 876300"/>
                <a:gd name="connsiteX6202" fmla="*/ 1476756 w 2419350"/>
                <a:gd name="connsiteY6202" fmla="*/ 747236 h 876300"/>
                <a:gd name="connsiteX6203" fmla="*/ 1475899 w 2419350"/>
                <a:gd name="connsiteY6203" fmla="*/ 748570 h 876300"/>
                <a:gd name="connsiteX6204" fmla="*/ 1475804 w 2419350"/>
                <a:gd name="connsiteY6204" fmla="*/ 750380 h 876300"/>
                <a:gd name="connsiteX6205" fmla="*/ 1476947 w 2419350"/>
                <a:gd name="connsiteY6205" fmla="*/ 751427 h 876300"/>
                <a:gd name="connsiteX6206" fmla="*/ 1479042 w 2419350"/>
                <a:gd name="connsiteY6206" fmla="*/ 751332 h 876300"/>
                <a:gd name="connsiteX6207" fmla="*/ 1483328 w 2419350"/>
                <a:gd name="connsiteY6207" fmla="*/ 750475 h 876300"/>
                <a:gd name="connsiteX6208" fmla="*/ 1487614 w 2419350"/>
                <a:gd name="connsiteY6208" fmla="*/ 751142 h 876300"/>
                <a:gd name="connsiteX6209" fmla="*/ 1489900 w 2419350"/>
                <a:gd name="connsiteY6209" fmla="*/ 750856 h 876300"/>
                <a:gd name="connsiteX6210" fmla="*/ 1545717 w 2419350"/>
                <a:gd name="connsiteY6210" fmla="*/ 411956 h 876300"/>
                <a:gd name="connsiteX6211" fmla="*/ 1544955 w 2419350"/>
                <a:gd name="connsiteY6211" fmla="*/ 411956 h 876300"/>
                <a:gd name="connsiteX6212" fmla="*/ 1544098 w 2419350"/>
                <a:gd name="connsiteY6212" fmla="*/ 412242 h 876300"/>
                <a:gd name="connsiteX6213" fmla="*/ 1543431 w 2419350"/>
                <a:gd name="connsiteY6213" fmla="*/ 412718 h 876300"/>
                <a:gd name="connsiteX6214" fmla="*/ 1543145 w 2419350"/>
                <a:gd name="connsiteY6214" fmla="*/ 413480 h 876300"/>
                <a:gd name="connsiteX6215" fmla="*/ 1543336 w 2419350"/>
                <a:gd name="connsiteY6215" fmla="*/ 413956 h 876300"/>
                <a:gd name="connsiteX6216" fmla="*/ 1543812 w 2419350"/>
                <a:gd name="connsiteY6216" fmla="*/ 414147 h 876300"/>
                <a:gd name="connsiteX6217" fmla="*/ 1544383 w 2419350"/>
                <a:gd name="connsiteY6217" fmla="*/ 414242 h 876300"/>
                <a:gd name="connsiteX6218" fmla="*/ 1544860 w 2419350"/>
                <a:gd name="connsiteY6218" fmla="*/ 414433 h 876300"/>
                <a:gd name="connsiteX6219" fmla="*/ 1546098 w 2419350"/>
                <a:gd name="connsiteY6219" fmla="*/ 415957 h 876300"/>
                <a:gd name="connsiteX6220" fmla="*/ 1546765 w 2419350"/>
                <a:gd name="connsiteY6220" fmla="*/ 416243 h 876300"/>
                <a:gd name="connsiteX6221" fmla="*/ 1546860 w 2419350"/>
                <a:gd name="connsiteY6221" fmla="*/ 413766 h 876300"/>
                <a:gd name="connsiteX6222" fmla="*/ 1546574 w 2419350"/>
                <a:gd name="connsiteY6222" fmla="*/ 412623 h 876300"/>
                <a:gd name="connsiteX6223" fmla="*/ 1545717 w 2419350"/>
                <a:gd name="connsiteY6223" fmla="*/ 411956 h 876300"/>
                <a:gd name="connsiteX6224" fmla="*/ 1481995 w 2419350"/>
                <a:gd name="connsiteY6224" fmla="*/ 752094 h 876300"/>
                <a:gd name="connsiteX6225" fmla="*/ 1481138 w 2419350"/>
                <a:gd name="connsiteY6225" fmla="*/ 752570 h 876300"/>
                <a:gd name="connsiteX6226" fmla="*/ 1480661 w 2419350"/>
                <a:gd name="connsiteY6226" fmla="*/ 752761 h 876300"/>
                <a:gd name="connsiteX6227" fmla="*/ 1480090 w 2419350"/>
                <a:gd name="connsiteY6227" fmla="*/ 752856 h 876300"/>
                <a:gd name="connsiteX6228" fmla="*/ 1479042 w 2419350"/>
                <a:gd name="connsiteY6228" fmla="*/ 752761 h 876300"/>
                <a:gd name="connsiteX6229" fmla="*/ 1478471 w 2419350"/>
                <a:gd name="connsiteY6229" fmla="*/ 752856 h 876300"/>
                <a:gd name="connsiteX6230" fmla="*/ 1476756 w 2419350"/>
                <a:gd name="connsiteY6230" fmla="*/ 753523 h 876300"/>
                <a:gd name="connsiteX6231" fmla="*/ 1476089 w 2419350"/>
                <a:gd name="connsiteY6231" fmla="*/ 753618 h 876300"/>
                <a:gd name="connsiteX6232" fmla="*/ 1475518 w 2419350"/>
                <a:gd name="connsiteY6232" fmla="*/ 753523 h 876300"/>
                <a:gd name="connsiteX6233" fmla="*/ 1475041 w 2419350"/>
                <a:gd name="connsiteY6233" fmla="*/ 753332 h 876300"/>
                <a:gd name="connsiteX6234" fmla="*/ 1474565 w 2419350"/>
                <a:gd name="connsiteY6234" fmla="*/ 753332 h 876300"/>
                <a:gd name="connsiteX6235" fmla="*/ 1469803 w 2419350"/>
                <a:gd name="connsiteY6235" fmla="*/ 756856 h 876300"/>
                <a:gd name="connsiteX6236" fmla="*/ 1468374 w 2419350"/>
                <a:gd name="connsiteY6236" fmla="*/ 760476 h 876300"/>
                <a:gd name="connsiteX6237" fmla="*/ 1469422 w 2419350"/>
                <a:gd name="connsiteY6237" fmla="*/ 761619 h 876300"/>
                <a:gd name="connsiteX6238" fmla="*/ 1469993 w 2419350"/>
                <a:gd name="connsiteY6238" fmla="*/ 761810 h 876300"/>
                <a:gd name="connsiteX6239" fmla="*/ 1470850 w 2419350"/>
                <a:gd name="connsiteY6239" fmla="*/ 761619 h 876300"/>
                <a:gd name="connsiteX6240" fmla="*/ 1472089 w 2419350"/>
                <a:gd name="connsiteY6240" fmla="*/ 760667 h 876300"/>
                <a:gd name="connsiteX6241" fmla="*/ 1474756 w 2419350"/>
                <a:gd name="connsiteY6241" fmla="*/ 756571 h 876300"/>
                <a:gd name="connsiteX6242" fmla="*/ 1476375 w 2419350"/>
                <a:gd name="connsiteY6242" fmla="*/ 755713 h 876300"/>
                <a:gd name="connsiteX6243" fmla="*/ 1480756 w 2419350"/>
                <a:gd name="connsiteY6243" fmla="*/ 755428 h 876300"/>
                <a:gd name="connsiteX6244" fmla="*/ 1482947 w 2419350"/>
                <a:gd name="connsiteY6244" fmla="*/ 754761 h 876300"/>
                <a:gd name="connsiteX6245" fmla="*/ 1483709 w 2419350"/>
                <a:gd name="connsiteY6245" fmla="*/ 753999 h 876300"/>
                <a:gd name="connsiteX6246" fmla="*/ 1483805 w 2419350"/>
                <a:gd name="connsiteY6246" fmla="*/ 753142 h 876300"/>
                <a:gd name="connsiteX6247" fmla="*/ 1483233 w 2419350"/>
                <a:gd name="connsiteY6247" fmla="*/ 752475 h 876300"/>
                <a:gd name="connsiteX6248" fmla="*/ 1481995 w 2419350"/>
                <a:gd name="connsiteY6248" fmla="*/ 752189 h 876300"/>
                <a:gd name="connsiteX6249" fmla="*/ 1481995 w 2419350"/>
                <a:gd name="connsiteY6249" fmla="*/ 752094 h 876300"/>
                <a:gd name="connsiteX6250" fmla="*/ 1336453 w 2419350"/>
                <a:gd name="connsiteY6250" fmla="*/ 255842 h 876300"/>
                <a:gd name="connsiteX6251" fmla="*/ 1336929 w 2419350"/>
                <a:gd name="connsiteY6251" fmla="*/ 255746 h 876300"/>
                <a:gd name="connsiteX6252" fmla="*/ 1337310 w 2419350"/>
                <a:gd name="connsiteY6252" fmla="*/ 255461 h 876300"/>
                <a:gd name="connsiteX6253" fmla="*/ 1337596 w 2419350"/>
                <a:gd name="connsiteY6253" fmla="*/ 255079 h 876300"/>
                <a:gd name="connsiteX6254" fmla="*/ 1337786 w 2419350"/>
                <a:gd name="connsiteY6254" fmla="*/ 254699 h 876300"/>
                <a:gd name="connsiteX6255" fmla="*/ 1337881 w 2419350"/>
                <a:gd name="connsiteY6255" fmla="*/ 253841 h 876300"/>
                <a:gd name="connsiteX6256" fmla="*/ 1337691 w 2419350"/>
                <a:gd name="connsiteY6256" fmla="*/ 252984 h 876300"/>
                <a:gd name="connsiteX6257" fmla="*/ 1337215 w 2419350"/>
                <a:gd name="connsiteY6257" fmla="*/ 252508 h 876300"/>
                <a:gd name="connsiteX6258" fmla="*/ 1336453 w 2419350"/>
                <a:gd name="connsiteY6258" fmla="*/ 252794 h 876300"/>
                <a:gd name="connsiteX6259" fmla="*/ 1336167 w 2419350"/>
                <a:gd name="connsiteY6259" fmla="*/ 253365 h 876300"/>
                <a:gd name="connsiteX6260" fmla="*/ 1335976 w 2419350"/>
                <a:gd name="connsiteY6260" fmla="*/ 254318 h 876300"/>
                <a:gd name="connsiteX6261" fmla="*/ 1336072 w 2419350"/>
                <a:gd name="connsiteY6261" fmla="*/ 255270 h 876300"/>
                <a:gd name="connsiteX6262" fmla="*/ 1336453 w 2419350"/>
                <a:gd name="connsiteY6262" fmla="*/ 255842 h 876300"/>
                <a:gd name="connsiteX6263" fmla="*/ 1555909 w 2419350"/>
                <a:gd name="connsiteY6263" fmla="*/ 742093 h 876300"/>
                <a:gd name="connsiteX6264" fmla="*/ 1555337 w 2419350"/>
                <a:gd name="connsiteY6264" fmla="*/ 742379 h 876300"/>
                <a:gd name="connsiteX6265" fmla="*/ 1554575 w 2419350"/>
                <a:gd name="connsiteY6265" fmla="*/ 743141 h 876300"/>
                <a:gd name="connsiteX6266" fmla="*/ 1554289 w 2419350"/>
                <a:gd name="connsiteY6266" fmla="*/ 743331 h 876300"/>
                <a:gd name="connsiteX6267" fmla="*/ 1553813 w 2419350"/>
                <a:gd name="connsiteY6267" fmla="*/ 743426 h 876300"/>
                <a:gd name="connsiteX6268" fmla="*/ 1552099 w 2419350"/>
                <a:gd name="connsiteY6268" fmla="*/ 743712 h 876300"/>
                <a:gd name="connsiteX6269" fmla="*/ 1548860 w 2419350"/>
                <a:gd name="connsiteY6269" fmla="*/ 745712 h 876300"/>
                <a:gd name="connsiteX6270" fmla="*/ 1548670 w 2419350"/>
                <a:gd name="connsiteY6270" fmla="*/ 746474 h 876300"/>
                <a:gd name="connsiteX6271" fmla="*/ 1547622 w 2419350"/>
                <a:gd name="connsiteY6271" fmla="*/ 748475 h 876300"/>
                <a:gd name="connsiteX6272" fmla="*/ 1547146 w 2419350"/>
                <a:gd name="connsiteY6272" fmla="*/ 749141 h 876300"/>
                <a:gd name="connsiteX6273" fmla="*/ 1545526 w 2419350"/>
                <a:gd name="connsiteY6273" fmla="*/ 750475 h 876300"/>
                <a:gd name="connsiteX6274" fmla="*/ 1544860 w 2419350"/>
                <a:gd name="connsiteY6274" fmla="*/ 751332 h 876300"/>
                <a:gd name="connsiteX6275" fmla="*/ 1545146 w 2419350"/>
                <a:gd name="connsiteY6275" fmla="*/ 752189 h 876300"/>
                <a:gd name="connsiteX6276" fmla="*/ 1545526 w 2419350"/>
                <a:gd name="connsiteY6276" fmla="*/ 752666 h 876300"/>
                <a:gd name="connsiteX6277" fmla="*/ 1545812 w 2419350"/>
                <a:gd name="connsiteY6277" fmla="*/ 753142 h 876300"/>
                <a:gd name="connsiteX6278" fmla="*/ 1546193 w 2419350"/>
                <a:gd name="connsiteY6278" fmla="*/ 753523 h 876300"/>
                <a:gd name="connsiteX6279" fmla="*/ 1546860 w 2419350"/>
                <a:gd name="connsiteY6279" fmla="*/ 753713 h 876300"/>
                <a:gd name="connsiteX6280" fmla="*/ 1547050 w 2419350"/>
                <a:gd name="connsiteY6280" fmla="*/ 753618 h 876300"/>
                <a:gd name="connsiteX6281" fmla="*/ 1548003 w 2419350"/>
                <a:gd name="connsiteY6281" fmla="*/ 753142 h 876300"/>
                <a:gd name="connsiteX6282" fmla="*/ 1548289 w 2419350"/>
                <a:gd name="connsiteY6282" fmla="*/ 753047 h 876300"/>
                <a:gd name="connsiteX6283" fmla="*/ 1548860 w 2419350"/>
                <a:gd name="connsiteY6283" fmla="*/ 753237 h 876300"/>
                <a:gd name="connsiteX6284" fmla="*/ 1549432 w 2419350"/>
                <a:gd name="connsiteY6284" fmla="*/ 753999 h 876300"/>
                <a:gd name="connsiteX6285" fmla="*/ 1549908 w 2419350"/>
                <a:gd name="connsiteY6285" fmla="*/ 754189 h 876300"/>
                <a:gd name="connsiteX6286" fmla="*/ 1550384 w 2419350"/>
                <a:gd name="connsiteY6286" fmla="*/ 753999 h 876300"/>
                <a:gd name="connsiteX6287" fmla="*/ 1550765 w 2419350"/>
                <a:gd name="connsiteY6287" fmla="*/ 753618 h 876300"/>
                <a:gd name="connsiteX6288" fmla="*/ 1551051 w 2419350"/>
                <a:gd name="connsiteY6288" fmla="*/ 753237 h 876300"/>
                <a:gd name="connsiteX6289" fmla="*/ 1551337 w 2419350"/>
                <a:gd name="connsiteY6289" fmla="*/ 753047 h 876300"/>
                <a:gd name="connsiteX6290" fmla="*/ 1551623 w 2419350"/>
                <a:gd name="connsiteY6290" fmla="*/ 752951 h 876300"/>
                <a:gd name="connsiteX6291" fmla="*/ 1552956 w 2419350"/>
                <a:gd name="connsiteY6291" fmla="*/ 752285 h 876300"/>
                <a:gd name="connsiteX6292" fmla="*/ 1553432 w 2419350"/>
                <a:gd name="connsiteY6292" fmla="*/ 752189 h 876300"/>
                <a:gd name="connsiteX6293" fmla="*/ 1553813 w 2419350"/>
                <a:gd name="connsiteY6293" fmla="*/ 752189 h 876300"/>
                <a:gd name="connsiteX6294" fmla="*/ 1554766 w 2419350"/>
                <a:gd name="connsiteY6294" fmla="*/ 752380 h 876300"/>
                <a:gd name="connsiteX6295" fmla="*/ 1555051 w 2419350"/>
                <a:gd name="connsiteY6295" fmla="*/ 752570 h 876300"/>
                <a:gd name="connsiteX6296" fmla="*/ 1555718 w 2419350"/>
                <a:gd name="connsiteY6296" fmla="*/ 753047 h 876300"/>
                <a:gd name="connsiteX6297" fmla="*/ 1556004 w 2419350"/>
                <a:gd name="connsiteY6297" fmla="*/ 753142 h 876300"/>
                <a:gd name="connsiteX6298" fmla="*/ 1556290 w 2419350"/>
                <a:gd name="connsiteY6298" fmla="*/ 753047 h 876300"/>
                <a:gd name="connsiteX6299" fmla="*/ 1556766 w 2419350"/>
                <a:gd name="connsiteY6299" fmla="*/ 752761 h 876300"/>
                <a:gd name="connsiteX6300" fmla="*/ 1557623 w 2419350"/>
                <a:gd name="connsiteY6300" fmla="*/ 752570 h 876300"/>
                <a:gd name="connsiteX6301" fmla="*/ 1558671 w 2419350"/>
                <a:gd name="connsiteY6301" fmla="*/ 752094 h 876300"/>
                <a:gd name="connsiteX6302" fmla="*/ 1559719 w 2419350"/>
                <a:gd name="connsiteY6302" fmla="*/ 751808 h 876300"/>
                <a:gd name="connsiteX6303" fmla="*/ 1560862 w 2419350"/>
                <a:gd name="connsiteY6303" fmla="*/ 751142 h 876300"/>
                <a:gd name="connsiteX6304" fmla="*/ 1561433 w 2419350"/>
                <a:gd name="connsiteY6304" fmla="*/ 750856 h 876300"/>
                <a:gd name="connsiteX6305" fmla="*/ 1562005 w 2419350"/>
                <a:gd name="connsiteY6305" fmla="*/ 750761 h 876300"/>
                <a:gd name="connsiteX6306" fmla="*/ 1562481 w 2419350"/>
                <a:gd name="connsiteY6306" fmla="*/ 750761 h 876300"/>
                <a:gd name="connsiteX6307" fmla="*/ 1565434 w 2419350"/>
                <a:gd name="connsiteY6307" fmla="*/ 751142 h 876300"/>
                <a:gd name="connsiteX6308" fmla="*/ 1567624 w 2419350"/>
                <a:gd name="connsiteY6308" fmla="*/ 751046 h 876300"/>
                <a:gd name="connsiteX6309" fmla="*/ 1576388 w 2419350"/>
                <a:gd name="connsiteY6309" fmla="*/ 749427 h 876300"/>
                <a:gd name="connsiteX6310" fmla="*/ 1581055 w 2419350"/>
                <a:gd name="connsiteY6310" fmla="*/ 749141 h 876300"/>
                <a:gd name="connsiteX6311" fmla="*/ 1584103 w 2419350"/>
                <a:gd name="connsiteY6311" fmla="*/ 748475 h 876300"/>
                <a:gd name="connsiteX6312" fmla="*/ 1585246 w 2419350"/>
                <a:gd name="connsiteY6312" fmla="*/ 748379 h 876300"/>
                <a:gd name="connsiteX6313" fmla="*/ 1586484 w 2419350"/>
                <a:gd name="connsiteY6313" fmla="*/ 748094 h 876300"/>
                <a:gd name="connsiteX6314" fmla="*/ 1587056 w 2419350"/>
                <a:gd name="connsiteY6314" fmla="*/ 747427 h 876300"/>
                <a:gd name="connsiteX6315" fmla="*/ 1587246 w 2419350"/>
                <a:gd name="connsiteY6315" fmla="*/ 746474 h 876300"/>
                <a:gd name="connsiteX6316" fmla="*/ 1587341 w 2419350"/>
                <a:gd name="connsiteY6316" fmla="*/ 741807 h 876300"/>
                <a:gd name="connsiteX6317" fmla="*/ 1587056 w 2419350"/>
                <a:gd name="connsiteY6317" fmla="*/ 740950 h 876300"/>
                <a:gd name="connsiteX6318" fmla="*/ 1586579 w 2419350"/>
                <a:gd name="connsiteY6318" fmla="*/ 740378 h 876300"/>
                <a:gd name="connsiteX6319" fmla="*/ 1585436 w 2419350"/>
                <a:gd name="connsiteY6319" fmla="*/ 738664 h 876300"/>
                <a:gd name="connsiteX6320" fmla="*/ 1584865 w 2419350"/>
                <a:gd name="connsiteY6320" fmla="*/ 738092 h 876300"/>
                <a:gd name="connsiteX6321" fmla="*/ 1584579 w 2419350"/>
                <a:gd name="connsiteY6321" fmla="*/ 737997 h 876300"/>
                <a:gd name="connsiteX6322" fmla="*/ 1584293 w 2419350"/>
                <a:gd name="connsiteY6322" fmla="*/ 737997 h 876300"/>
                <a:gd name="connsiteX6323" fmla="*/ 1582483 w 2419350"/>
                <a:gd name="connsiteY6323" fmla="*/ 737902 h 876300"/>
                <a:gd name="connsiteX6324" fmla="*/ 1579816 w 2419350"/>
                <a:gd name="connsiteY6324" fmla="*/ 738283 h 876300"/>
                <a:gd name="connsiteX6325" fmla="*/ 1579150 w 2419350"/>
                <a:gd name="connsiteY6325" fmla="*/ 738188 h 876300"/>
                <a:gd name="connsiteX6326" fmla="*/ 1578769 w 2419350"/>
                <a:gd name="connsiteY6326" fmla="*/ 737997 h 876300"/>
                <a:gd name="connsiteX6327" fmla="*/ 1578483 w 2419350"/>
                <a:gd name="connsiteY6327" fmla="*/ 737711 h 876300"/>
                <a:gd name="connsiteX6328" fmla="*/ 1578197 w 2419350"/>
                <a:gd name="connsiteY6328" fmla="*/ 737521 h 876300"/>
                <a:gd name="connsiteX6329" fmla="*/ 1577435 w 2419350"/>
                <a:gd name="connsiteY6329" fmla="*/ 737426 h 876300"/>
                <a:gd name="connsiteX6330" fmla="*/ 1577245 w 2419350"/>
                <a:gd name="connsiteY6330" fmla="*/ 737521 h 876300"/>
                <a:gd name="connsiteX6331" fmla="*/ 1577149 w 2419350"/>
                <a:gd name="connsiteY6331" fmla="*/ 737711 h 876300"/>
                <a:gd name="connsiteX6332" fmla="*/ 1576768 w 2419350"/>
                <a:gd name="connsiteY6332" fmla="*/ 737902 h 876300"/>
                <a:gd name="connsiteX6333" fmla="*/ 1574673 w 2419350"/>
                <a:gd name="connsiteY6333" fmla="*/ 738378 h 876300"/>
                <a:gd name="connsiteX6334" fmla="*/ 1568101 w 2419350"/>
                <a:gd name="connsiteY6334" fmla="*/ 737902 h 876300"/>
                <a:gd name="connsiteX6335" fmla="*/ 1563624 w 2419350"/>
                <a:gd name="connsiteY6335" fmla="*/ 738283 h 876300"/>
                <a:gd name="connsiteX6336" fmla="*/ 1562386 w 2419350"/>
                <a:gd name="connsiteY6336" fmla="*/ 738569 h 876300"/>
                <a:gd name="connsiteX6337" fmla="*/ 1561243 w 2419350"/>
                <a:gd name="connsiteY6337" fmla="*/ 739140 h 876300"/>
                <a:gd name="connsiteX6338" fmla="*/ 1559147 w 2419350"/>
                <a:gd name="connsiteY6338" fmla="*/ 740569 h 876300"/>
                <a:gd name="connsiteX6339" fmla="*/ 1558385 w 2419350"/>
                <a:gd name="connsiteY6339" fmla="*/ 739712 h 876300"/>
                <a:gd name="connsiteX6340" fmla="*/ 1558195 w 2419350"/>
                <a:gd name="connsiteY6340" fmla="*/ 737330 h 876300"/>
                <a:gd name="connsiteX6341" fmla="*/ 1557338 w 2419350"/>
                <a:gd name="connsiteY6341" fmla="*/ 736568 h 876300"/>
                <a:gd name="connsiteX6342" fmla="*/ 1556099 w 2419350"/>
                <a:gd name="connsiteY6342" fmla="*/ 736568 h 876300"/>
                <a:gd name="connsiteX6343" fmla="*/ 1553528 w 2419350"/>
                <a:gd name="connsiteY6343" fmla="*/ 737045 h 876300"/>
                <a:gd name="connsiteX6344" fmla="*/ 1552384 w 2419350"/>
                <a:gd name="connsiteY6344" fmla="*/ 736759 h 876300"/>
                <a:gd name="connsiteX6345" fmla="*/ 1551718 w 2419350"/>
                <a:gd name="connsiteY6345" fmla="*/ 737045 h 876300"/>
                <a:gd name="connsiteX6346" fmla="*/ 1551051 w 2419350"/>
                <a:gd name="connsiteY6346" fmla="*/ 737616 h 876300"/>
                <a:gd name="connsiteX6347" fmla="*/ 1550575 w 2419350"/>
                <a:gd name="connsiteY6347" fmla="*/ 738283 h 876300"/>
                <a:gd name="connsiteX6348" fmla="*/ 1550384 w 2419350"/>
                <a:gd name="connsiteY6348" fmla="*/ 739045 h 876300"/>
                <a:gd name="connsiteX6349" fmla="*/ 1550098 w 2419350"/>
                <a:gd name="connsiteY6349" fmla="*/ 739807 h 876300"/>
                <a:gd name="connsiteX6350" fmla="*/ 1549432 w 2419350"/>
                <a:gd name="connsiteY6350" fmla="*/ 740378 h 876300"/>
                <a:gd name="connsiteX6351" fmla="*/ 1548670 w 2419350"/>
                <a:gd name="connsiteY6351" fmla="*/ 740855 h 876300"/>
                <a:gd name="connsiteX6352" fmla="*/ 1548193 w 2419350"/>
                <a:gd name="connsiteY6352" fmla="*/ 741331 h 876300"/>
                <a:gd name="connsiteX6353" fmla="*/ 1548003 w 2419350"/>
                <a:gd name="connsiteY6353" fmla="*/ 743712 h 876300"/>
                <a:gd name="connsiteX6354" fmla="*/ 1549527 w 2419350"/>
                <a:gd name="connsiteY6354" fmla="*/ 743807 h 876300"/>
                <a:gd name="connsiteX6355" fmla="*/ 1553337 w 2419350"/>
                <a:gd name="connsiteY6355" fmla="*/ 741997 h 876300"/>
                <a:gd name="connsiteX6356" fmla="*/ 1554480 w 2419350"/>
                <a:gd name="connsiteY6356" fmla="*/ 741617 h 876300"/>
                <a:gd name="connsiteX6357" fmla="*/ 1555623 w 2419350"/>
                <a:gd name="connsiteY6357" fmla="*/ 741331 h 876300"/>
                <a:gd name="connsiteX6358" fmla="*/ 1556099 w 2419350"/>
                <a:gd name="connsiteY6358" fmla="*/ 741521 h 876300"/>
                <a:gd name="connsiteX6359" fmla="*/ 1556099 w 2419350"/>
                <a:gd name="connsiteY6359" fmla="*/ 741902 h 876300"/>
                <a:gd name="connsiteX6360" fmla="*/ 1555909 w 2419350"/>
                <a:gd name="connsiteY6360" fmla="*/ 742093 h 876300"/>
                <a:gd name="connsiteX6361" fmla="*/ 1262920 w 2419350"/>
                <a:gd name="connsiteY6361" fmla="*/ 445389 h 876300"/>
                <a:gd name="connsiteX6362" fmla="*/ 1261681 w 2419350"/>
                <a:gd name="connsiteY6362" fmla="*/ 446532 h 876300"/>
                <a:gd name="connsiteX6363" fmla="*/ 1259396 w 2419350"/>
                <a:gd name="connsiteY6363" fmla="*/ 448056 h 876300"/>
                <a:gd name="connsiteX6364" fmla="*/ 1258348 w 2419350"/>
                <a:gd name="connsiteY6364" fmla="*/ 448437 h 876300"/>
                <a:gd name="connsiteX6365" fmla="*/ 1257109 w 2419350"/>
                <a:gd name="connsiteY6365" fmla="*/ 448342 h 876300"/>
                <a:gd name="connsiteX6366" fmla="*/ 1256252 w 2419350"/>
                <a:gd name="connsiteY6366" fmla="*/ 447675 h 876300"/>
                <a:gd name="connsiteX6367" fmla="*/ 1255490 w 2419350"/>
                <a:gd name="connsiteY6367" fmla="*/ 446913 h 876300"/>
                <a:gd name="connsiteX6368" fmla="*/ 1254538 w 2419350"/>
                <a:gd name="connsiteY6368" fmla="*/ 446532 h 876300"/>
                <a:gd name="connsiteX6369" fmla="*/ 1253681 w 2419350"/>
                <a:gd name="connsiteY6369" fmla="*/ 447008 h 876300"/>
                <a:gd name="connsiteX6370" fmla="*/ 1252918 w 2419350"/>
                <a:gd name="connsiteY6370" fmla="*/ 448056 h 876300"/>
                <a:gd name="connsiteX6371" fmla="*/ 1252442 w 2419350"/>
                <a:gd name="connsiteY6371" fmla="*/ 449294 h 876300"/>
                <a:gd name="connsiteX6372" fmla="*/ 1252156 w 2419350"/>
                <a:gd name="connsiteY6372" fmla="*/ 450152 h 876300"/>
                <a:gd name="connsiteX6373" fmla="*/ 1252156 w 2419350"/>
                <a:gd name="connsiteY6373" fmla="*/ 452533 h 876300"/>
                <a:gd name="connsiteX6374" fmla="*/ 1251966 w 2419350"/>
                <a:gd name="connsiteY6374" fmla="*/ 453104 h 876300"/>
                <a:gd name="connsiteX6375" fmla="*/ 1251204 w 2419350"/>
                <a:gd name="connsiteY6375" fmla="*/ 454152 h 876300"/>
                <a:gd name="connsiteX6376" fmla="*/ 1251014 w 2419350"/>
                <a:gd name="connsiteY6376" fmla="*/ 454724 h 876300"/>
                <a:gd name="connsiteX6377" fmla="*/ 1251204 w 2419350"/>
                <a:gd name="connsiteY6377" fmla="*/ 455867 h 876300"/>
                <a:gd name="connsiteX6378" fmla="*/ 1251775 w 2419350"/>
                <a:gd name="connsiteY6378" fmla="*/ 458057 h 876300"/>
                <a:gd name="connsiteX6379" fmla="*/ 1251775 w 2419350"/>
                <a:gd name="connsiteY6379" fmla="*/ 459296 h 876300"/>
                <a:gd name="connsiteX6380" fmla="*/ 1253966 w 2419350"/>
                <a:gd name="connsiteY6380" fmla="*/ 458343 h 876300"/>
                <a:gd name="connsiteX6381" fmla="*/ 1255109 w 2419350"/>
                <a:gd name="connsiteY6381" fmla="*/ 458153 h 876300"/>
                <a:gd name="connsiteX6382" fmla="*/ 1256443 w 2419350"/>
                <a:gd name="connsiteY6382" fmla="*/ 458534 h 876300"/>
                <a:gd name="connsiteX6383" fmla="*/ 1257109 w 2419350"/>
                <a:gd name="connsiteY6383" fmla="*/ 458819 h 876300"/>
                <a:gd name="connsiteX6384" fmla="*/ 1257490 w 2419350"/>
                <a:gd name="connsiteY6384" fmla="*/ 459200 h 876300"/>
                <a:gd name="connsiteX6385" fmla="*/ 1257776 w 2419350"/>
                <a:gd name="connsiteY6385" fmla="*/ 459677 h 876300"/>
                <a:gd name="connsiteX6386" fmla="*/ 1257872 w 2419350"/>
                <a:gd name="connsiteY6386" fmla="*/ 460343 h 876300"/>
                <a:gd name="connsiteX6387" fmla="*/ 1257776 w 2419350"/>
                <a:gd name="connsiteY6387" fmla="*/ 461772 h 876300"/>
                <a:gd name="connsiteX6388" fmla="*/ 1257586 w 2419350"/>
                <a:gd name="connsiteY6388" fmla="*/ 462534 h 876300"/>
                <a:gd name="connsiteX6389" fmla="*/ 1256633 w 2419350"/>
                <a:gd name="connsiteY6389" fmla="*/ 463582 h 876300"/>
                <a:gd name="connsiteX6390" fmla="*/ 1256252 w 2419350"/>
                <a:gd name="connsiteY6390" fmla="*/ 465201 h 876300"/>
                <a:gd name="connsiteX6391" fmla="*/ 1256062 w 2419350"/>
                <a:gd name="connsiteY6391" fmla="*/ 469392 h 876300"/>
                <a:gd name="connsiteX6392" fmla="*/ 1255776 w 2419350"/>
                <a:gd name="connsiteY6392" fmla="*/ 470154 h 876300"/>
                <a:gd name="connsiteX6393" fmla="*/ 1255109 w 2419350"/>
                <a:gd name="connsiteY6393" fmla="*/ 470440 h 876300"/>
                <a:gd name="connsiteX6394" fmla="*/ 1254347 w 2419350"/>
                <a:gd name="connsiteY6394" fmla="*/ 470345 h 876300"/>
                <a:gd name="connsiteX6395" fmla="*/ 1253109 w 2419350"/>
                <a:gd name="connsiteY6395" fmla="*/ 469868 h 876300"/>
                <a:gd name="connsiteX6396" fmla="*/ 1252728 w 2419350"/>
                <a:gd name="connsiteY6396" fmla="*/ 469773 h 876300"/>
                <a:gd name="connsiteX6397" fmla="*/ 1252347 w 2419350"/>
                <a:gd name="connsiteY6397" fmla="*/ 469963 h 876300"/>
                <a:gd name="connsiteX6398" fmla="*/ 1251490 w 2419350"/>
                <a:gd name="connsiteY6398" fmla="*/ 471011 h 876300"/>
                <a:gd name="connsiteX6399" fmla="*/ 1251299 w 2419350"/>
                <a:gd name="connsiteY6399" fmla="*/ 471392 h 876300"/>
                <a:gd name="connsiteX6400" fmla="*/ 1251395 w 2419350"/>
                <a:gd name="connsiteY6400" fmla="*/ 471964 h 876300"/>
                <a:gd name="connsiteX6401" fmla="*/ 1251871 w 2419350"/>
                <a:gd name="connsiteY6401" fmla="*/ 473012 h 876300"/>
                <a:gd name="connsiteX6402" fmla="*/ 1251966 w 2419350"/>
                <a:gd name="connsiteY6402" fmla="*/ 473488 h 876300"/>
                <a:gd name="connsiteX6403" fmla="*/ 1252156 w 2419350"/>
                <a:gd name="connsiteY6403" fmla="*/ 474155 h 876300"/>
                <a:gd name="connsiteX6404" fmla="*/ 1252633 w 2419350"/>
                <a:gd name="connsiteY6404" fmla="*/ 474536 h 876300"/>
                <a:gd name="connsiteX6405" fmla="*/ 1253204 w 2419350"/>
                <a:gd name="connsiteY6405" fmla="*/ 474821 h 876300"/>
                <a:gd name="connsiteX6406" fmla="*/ 1253681 w 2419350"/>
                <a:gd name="connsiteY6406" fmla="*/ 475107 h 876300"/>
                <a:gd name="connsiteX6407" fmla="*/ 1253966 w 2419350"/>
                <a:gd name="connsiteY6407" fmla="*/ 475583 h 876300"/>
                <a:gd name="connsiteX6408" fmla="*/ 1254252 w 2419350"/>
                <a:gd name="connsiteY6408" fmla="*/ 476726 h 876300"/>
                <a:gd name="connsiteX6409" fmla="*/ 1254823 w 2419350"/>
                <a:gd name="connsiteY6409" fmla="*/ 480251 h 876300"/>
                <a:gd name="connsiteX6410" fmla="*/ 1255776 w 2419350"/>
                <a:gd name="connsiteY6410" fmla="*/ 482155 h 876300"/>
                <a:gd name="connsiteX6411" fmla="*/ 1255681 w 2419350"/>
                <a:gd name="connsiteY6411" fmla="*/ 483013 h 876300"/>
                <a:gd name="connsiteX6412" fmla="*/ 1255300 w 2419350"/>
                <a:gd name="connsiteY6412" fmla="*/ 483870 h 876300"/>
                <a:gd name="connsiteX6413" fmla="*/ 1255109 w 2419350"/>
                <a:gd name="connsiteY6413" fmla="*/ 484822 h 876300"/>
                <a:gd name="connsiteX6414" fmla="*/ 1255205 w 2419350"/>
                <a:gd name="connsiteY6414" fmla="*/ 485870 h 876300"/>
                <a:gd name="connsiteX6415" fmla="*/ 1255586 w 2419350"/>
                <a:gd name="connsiteY6415" fmla="*/ 487013 h 876300"/>
                <a:gd name="connsiteX6416" fmla="*/ 1256062 w 2419350"/>
                <a:gd name="connsiteY6416" fmla="*/ 488061 h 876300"/>
                <a:gd name="connsiteX6417" fmla="*/ 1257205 w 2419350"/>
                <a:gd name="connsiteY6417" fmla="*/ 489776 h 876300"/>
                <a:gd name="connsiteX6418" fmla="*/ 1259110 w 2419350"/>
                <a:gd name="connsiteY6418" fmla="*/ 495205 h 876300"/>
                <a:gd name="connsiteX6419" fmla="*/ 1259681 w 2419350"/>
                <a:gd name="connsiteY6419" fmla="*/ 496253 h 876300"/>
                <a:gd name="connsiteX6420" fmla="*/ 1260348 w 2419350"/>
                <a:gd name="connsiteY6420" fmla="*/ 496634 h 876300"/>
                <a:gd name="connsiteX6421" fmla="*/ 1260920 w 2419350"/>
                <a:gd name="connsiteY6421" fmla="*/ 496348 h 876300"/>
                <a:gd name="connsiteX6422" fmla="*/ 1261586 w 2419350"/>
                <a:gd name="connsiteY6422" fmla="*/ 495110 h 876300"/>
                <a:gd name="connsiteX6423" fmla="*/ 1262063 w 2419350"/>
                <a:gd name="connsiteY6423" fmla="*/ 494824 h 876300"/>
                <a:gd name="connsiteX6424" fmla="*/ 1262539 w 2419350"/>
                <a:gd name="connsiteY6424" fmla="*/ 494919 h 876300"/>
                <a:gd name="connsiteX6425" fmla="*/ 1263206 w 2419350"/>
                <a:gd name="connsiteY6425" fmla="*/ 495681 h 876300"/>
                <a:gd name="connsiteX6426" fmla="*/ 1263872 w 2419350"/>
                <a:gd name="connsiteY6426" fmla="*/ 495871 h 876300"/>
                <a:gd name="connsiteX6427" fmla="*/ 1263587 w 2419350"/>
                <a:gd name="connsiteY6427" fmla="*/ 494062 h 876300"/>
                <a:gd name="connsiteX6428" fmla="*/ 1265111 w 2419350"/>
                <a:gd name="connsiteY6428" fmla="*/ 493300 h 876300"/>
                <a:gd name="connsiteX6429" fmla="*/ 1268921 w 2419350"/>
                <a:gd name="connsiteY6429" fmla="*/ 493014 h 876300"/>
                <a:gd name="connsiteX6430" fmla="*/ 1269873 w 2419350"/>
                <a:gd name="connsiteY6430" fmla="*/ 492728 h 876300"/>
                <a:gd name="connsiteX6431" fmla="*/ 1271111 w 2419350"/>
                <a:gd name="connsiteY6431" fmla="*/ 491776 h 876300"/>
                <a:gd name="connsiteX6432" fmla="*/ 1271968 w 2419350"/>
                <a:gd name="connsiteY6432" fmla="*/ 491585 h 876300"/>
                <a:gd name="connsiteX6433" fmla="*/ 1272921 w 2419350"/>
                <a:gd name="connsiteY6433" fmla="*/ 491776 h 876300"/>
                <a:gd name="connsiteX6434" fmla="*/ 1273778 w 2419350"/>
                <a:gd name="connsiteY6434" fmla="*/ 492062 h 876300"/>
                <a:gd name="connsiteX6435" fmla="*/ 1274636 w 2419350"/>
                <a:gd name="connsiteY6435" fmla="*/ 492252 h 876300"/>
                <a:gd name="connsiteX6436" fmla="*/ 1275683 w 2419350"/>
                <a:gd name="connsiteY6436" fmla="*/ 491966 h 876300"/>
                <a:gd name="connsiteX6437" fmla="*/ 1276540 w 2419350"/>
                <a:gd name="connsiteY6437" fmla="*/ 491490 h 876300"/>
                <a:gd name="connsiteX6438" fmla="*/ 1278541 w 2419350"/>
                <a:gd name="connsiteY6438" fmla="*/ 489871 h 876300"/>
                <a:gd name="connsiteX6439" fmla="*/ 1278922 w 2419350"/>
                <a:gd name="connsiteY6439" fmla="*/ 489204 h 876300"/>
                <a:gd name="connsiteX6440" fmla="*/ 1279207 w 2419350"/>
                <a:gd name="connsiteY6440" fmla="*/ 488918 h 876300"/>
                <a:gd name="connsiteX6441" fmla="*/ 1279970 w 2419350"/>
                <a:gd name="connsiteY6441" fmla="*/ 488823 h 876300"/>
                <a:gd name="connsiteX6442" fmla="*/ 1281779 w 2419350"/>
                <a:gd name="connsiteY6442" fmla="*/ 489013 h 876300"/>
                <a:gd name="connsiteX6443" fmla="*/ 1283113 w 2419350"/>
                <a:gd name="connsiteY6443" fmla="*/ 489680 h 876300"/>
                <a:gd name="connsiteX6444" fmla="*/ 1284732 w 2419350"/>
                <a:gd name="connsiteY6444" fmla="*/ 490633 h 876300"/>
                <a:gd name="connsiteX6445" fmla="*/ 1286256 w 2419350"/>
                <a:gd name="connsiteY6445" fmla="*/ 491395 h 876300"/>
                <a:gd name="connsiteX6446" fmla="*/ 1287589 w 2419350"/>
                <a:gd name="connsiteY6446" fmla="*/ 491204 h 876300"/>
                <a:gd name="connsiteX6447" fmla="*/ 1288066 w 2419350"/>
                <a:gd name="connsiteY6447" fmla="*/ 491490 h 876300"/>
                <a:gd name="connsiteX6448" fmla="*/ 1289114 w 2419350"/>
                <a:gd name="connsiteY6448" fmla="*/ 491776 h 876300"/>
                <a:gd name="connsiteX6449" fmla="*/ 1289495 w 2419350"/>
                <a:gd name="connsiteY6449" fmla="*/ 492062 h 876300"/>
                <a:gd name="connsiteX6450" fmla="*/ 1289685 w 2419350"/>
                <a:gd name="connsiteY6450" fmla="*/ 492443 h 876300"/>
                <a:gd name="connsiteX6451" fmla="*/ 1290447 w 2419350"/>
                <a:gd name="connsiteY6451" fmla="*/ 495205 h 876300"/>
                <a:gd name="connsiteX6452" fmla="*/ 1290542 w 2419350"/>
                <a:gd name="connsiteY6452" fmla="*/ 496062 h 876300"/>
                <a:gd name="connsiteX6453" fmla="*/ 1290256 w 2419350"/>
                <a:gd name="connsiteY6453" fmla="*/ 496824 h 876300"/>
                <a:gd name="connsiteX6454" fmla="*/ 1289495 w 2419350"/>
                <a:gd name="connsiteY6454" fmla="*/ 497872 h 876300"/>
                <a:gd name="connsiteX6455" fmla="*/ 1288923 w 2419350"/>
                <a:gd name="connsiteY6455" fmla="*/ 498824 h 876300"/>
                <a:gd name="connsiteX6456" fmla="*/ 1288161 w 2419350"/>
                <a:gd name="connsiteY6456" fmla="*/ 501682 h 876300"/>
                <a:gd name="connsiteX6457" fmla="*/ 1287304 w 2419350"/>
                <a:gd name="connsiteY6457" fmla="*/ 503301 h 876300"/>
                <a:gd name="connsiteX6458" fmla="*/ 1287399 w 2419350"/>
                <a:gd name="connsiteY6458" fmla="*/ 504063 h 876300"/>
                <a:gd name="connsiteX6459" fmla="*/ 1288923 w 2419350"/>
                <a:gd name="connsiteY6459" fmla="*/ 506159 h 876300"/>
                <a:gd name="connsiteX6460" fmla="*/ 1289590 w 2419350"/>
                <a:gd name="connsiteY6460" fmla="*/ 508254 h 876300"/>
                <a:gd name="connsiteX6461" fmla="*/ 1290733 w 2419350"/>
                <a:gd name="connsiteY6461" fmla="*/ 509969 h 876300"/>
                <a:gd name="connsiteX6462" fmla="*/ 1293209 w 2419350"/>
                <a:gd name="connsiteY6462" fmla="*/ 515969 h 876300"/>
                <a:gd name="connsiteX6463" fmla="*/ 1294257 w 2419350"/>
                <a:gd name="connsiteY6463" fmla="*/ 517588 h 876300"/>
                <a:gd name="connsiteX6464" fmla="*/ 1294352 w 2419350"/>
                <a:gd name="connsiteY6464" fmla="*/ 519589 h 876300"/>
                <a:gd name="connsiteX6465" fmla="*/ 1294638 w 2419350"/>
                <a:gd name="connsiteY6465" fmla="*/ 520541 h 876300"/>
                <a:gd name="connsiteX6466" fmla="*/ 1294924 w 2419350"/>
                <a:gd name="connsiteY6466" fmla="*/ 519398 h 876300"/>
                <a:gd name="connsiteX6467" fmla="*/ 1294924 w 2419350"/>
                <a:gd name="connsiteY6467" fmla="*/ 518541 h 876300"/>
                <a:gd name="connsiteX6468" fmla="*/ 1295305 w 2419350"/>
                <a:gd name="connsiteY6468" fmla="*/ 517970 h 876300"/>
                <a:gd name="connsiteX6469" fmla="*/ 1296543 w 2419350"/>
                <a:gd name="connsiteY6469" fmla="*/ 517779 h 876300"/>
                <a:gd name="connsiteX6470" fmla="*/ 1297400 w 2419350"/>
                <a:gd name="connsiteY6470" fmla="*/ 518065 h 876300"/>
                <a:gd name="connsiteX6471" fmla="*/ 1297210 w 2419350"/>
                <a:gd name="connsiteY6471" fmla="*/ 518827 h 876300"/>
                <a:gd name="connsiteX6472" fmla="*/ 1296067 w 2419350"/>
                <a:gd name="connsiteY6472" fmla="*/ 520637 h 876300"/>
                <a:gd name="connsiteX6473" fmla="*/ 1295972 w 2419350"/>
                <a:gd name="connsiteY6473" fmla="*/ 521303 h 876300"/>
                <a:gd name="connsiteX6474" fmla="*/ 1296067 w 2419350"/>
                <a:gd name="connsiteY6474" fmla="*/ 522256 h 876300"/>
                <a:gd name="connsiteX6475" fmla="*/ 1296067 w 2419350"/>
                <a:gd name="connsiteY6475" fmla="*/ 522732 h 876300"/>
                <a:gd name="connsiteX6476" fmla="*/ 1295876 w 2419350"/>
                <a:gd name="connsiteY6476" fmla="*/ 523208 h 876300"/>
                <a:gd name="connsiteX6477" fmla="*/ 1295400 w 2419350"/>
                <a:gd name="connsiteY6477" fmla="*/ 524066 h 876300"/>
                <a:gd name="connsiteX6478" fmla="*/ 1295305 w 2419350"/>
                <a:gd name="connsiteY6478" fmla="*/ 524637 h 876300"/>
                <a:gd name="connsiteX6479" fmla="*/ 1295400 w 2419350"/>
                <a:gd name="connsiteY6479" fmla="*/ 524828 h 876300"/>
                <a:gd name="connsiteX6480" fmla="*/ 1295686 w 2419350"/>
                <a:gd name="connsiteY6480" fmla="*/ 525113 h 876300"/>
                <a:gd name="connsiteX6481" fmla="*/ 1295972 w 2419350"/>
                <a:gd name="connsiteY6481" fmla="*/ 525494 h 876300"/>
                <a:gd name="connsiteX6482" fmla="*/ 1296448 w 2419350"/>
                <a:gd name="connsiteY6482" fmla="*/ 527685 h 876300"/>
                <a:gd name="connsiteX6483" fmla="*/ 1296257 w 2419350"/>
                <a:gd name="connsiteY6483" fmla="*/ 528733 h 876300"/>
                <a:gd name="connsiteX6484" fmla="*/ 1295305 w 2419350"/>
                <a:gd name="connsiteY6484" fmla="*/ 530828 h 876300"/>
                <a:gd name="connsiteX6485" fmla="*/ 1295114 w 2419350"/>
                <a:gd name="connsiteY6485" fmla="*/ 531876 h 876300"/>
                <a:gd name="connsiteX6486" fmla="*/ 1295305 w 2419350"/>
                <a:gd name="connsiteY6486" fmla="*/ 532352 h 876300"/>
                <a:gd name="connsiteX6487" fmla="*/ 1296067 w 2419350"/>
                <a:gd name="connsiteY6487" fmla="*/ 533019 h 876300"/>
                <a:gd name="connsiteX6488" fmla="*/ 1296257 w 2419350"/>
                <a:gd name="connsiteY6488" fmla="*/ 533591 h 876300"/>
                <a:gd name="connsiteX6489" fmla="*/ 1296257 w 2419350"/>
                <a:gd name="connsiteY6489" fmla="*/ 534162 h 876300"/>
                <a:gd name="connsiteX6490" fmla="*/ 1296448 w 2419350"/>
                <a:gd name="connsiteY6490" fmla="*/ 535114 h 876300"/>
                <a:gd name="connsiteX6491" fmla="*/ 1296543 w 2419350"/>
                <a:gd name="connsiteY6491" fmla="*/ 535686 h 876300"/>
                <a:gd name="connsiteX6492" fmla="*/ 1296353 w 2419350"/>
                <a:gd name="connsiteY6492" fmla="*/ 537686 h 876300"/>
                <a:gd name="connsiteX6493" fmla="*/ 1295495 w 2419350"/>
                <a:gd name="connsiteY6493" fmla="*/ 541306 h 876300"/>
                <a:gd name="connsiteX6494" fmla="*/ 1294733 w 2419350"/>
                <a:gd name="connsiteY6494" fmla="*/ 548830 h 876300"/>
                <a:gd name="connsiteX6495" fmla="*/ 1294448 w 2419350"/>
                <a:gd name="connsiteY6495" fmla="*/ 549593 h 876300"/>
                <a:gd name="connsiteX6496" fmla="*/ 1292162 w 2419350"/>
                <a:gd name="connsiteY6496" fmla="*/ 553498 h 876300"/>
                <a:gd name="connsiteX6497" fmla="*/ 1291971 w 2419350"/>
                <a:gd name="connsiteY6497" fmla="*/ 554260 h 876300"/>
                <a:gd name="connsiteX6498" fmla="*/ 1291209 w 2419350"/>
                <a:gd name="connsiteY6498" fmla="*/ 555879 h 876300"/>
                <a:gd name="connsiteX6499" fmla="*/ 1290923 w 2419350"/>
                <a:gd name="connsiteY6499" fmla="*/ 556165 h 876300"/>
                <a:gd name="connsiteX6500" fmla="*/ 1290066 w 2419350"/>
                <a:gd name="connsiteY6500" fmla="*/ 556736 h 876300"/>
                <a:gd name="connsiteX6501" fmla="*/ 1289780 w 2419350"/>
                <a:gd name="connsiteY6501" fmla="*/ 556927 h 876300"/>
                <a:gd name="connsiteX6502" fmla="*/ 1289495 w 2419350"/>
                <a:gd name="connsiteY6502" fmla="*/ 558832 h 876300"/>
                <a:gd name="connsiteX6503" fmla="*/ 1291304 w 2419350"/>
                <a:gd name="connsiteY6503" fmla="*/ 565595 h 876300"/>
                <a:gd name="connsiteX6504" fmla="*/ 1291018 w 2419350"/>
                <a:gd name="connsiteY6504" fmla="*/ 567404 h 876300"/>
                <a:gd name="connsiteX6505" fmla="*/ 1289114 w 2419350"/>
                <a:gd name="connsiteY6505" fmla="*/ 571024 h 876300"/>
                <a:gd name="connsiteX6506" fmla="*/ 1288447 w 2419350"/>
                <a:gd name="connsiteY6506" fmla="*/ 572834 h 876300"/>
                <a:gd name="connsiteX6507" fmla="*/ 1288256 w 2419350"/>
                <a:gd name="connsiteY6507" fmla="*/ 574738 h 876300"/>
                <a:gd name="connsiteX6508" fmla="*/ 1287971 w 2419350"/>
                <a:gd name="connsiteY6508" fmla="*/ 575691 h 876300"/>
                <a:gd name="connsiteX6509" fmla="*/ 1287208 w 2419350"/>
                <a:gd name="connsiteY6509" fmla="*/ 576739 h 876300"/>
                <a:gd name="connsiteX6510" fmla="*/ 1286732 w 2419350"/>
                <a:gd name="connsiteY6510" fmla="*/ 577025 h 876300"/>
                <a:gd name="connsiteX6511" fmla="*/ 1285684 w 2419350"/>
                <a:gd name="connsiteY6511" fmla="*/ 577596 h 876300"/>
                <a:gd name="connsiteX6512" fmla="*/ 1285208 w 2419350"/>
                <a:gd name="connsiteY6512" fmla="*/ 577882 h 876300"/>
                <a:gd name="connsiteX6513" fmla="*/ 1284923 w 2419350"/>
                <a:gd name="connsiteY6513" fmla="*/ 578358 h 876300"/>
                <a:gd name="connsiteX6514" fmla="*/ 1284446 w 2419350"/>
                <a:gd name="connsiteY6514" fmla="*/ 580072 h 876300"/>
                <a:gd name="connsiteX6515" fmla="*/ 1283684 w 2419350"/>
                <a:gd name="connsiteY6515" fmla="*/ 581882 h 876300"/>
                <a:gd name="connsiteX6516" fmla="*/ 1283398 w 2419350"/>
                <a:gd name="connsiteY6516" fmla="*/ 582930 h 876300"/>
                <a:gd name="connsiteX6517" fmla="*/ 1283113 w 2419350"/>
                <a:gd name="connsiteY6517" fmla="*/ 586359 h 876300"/>
                <a:gd name="connsiteX6518" fmla="*/ 1282637 w 2419350"/>
                <a:gd name="connsiteY6518" fmla="*/ 587978 h 876300"/>
                <a:gd name="connsiteX6519" fmla="*/ 1282256 w 2419350"/>
                <a:gd name="connsiteY6519" fmla="*/ 590455 h 876300"/>
                <a:gd name="connsiteX6520" fmla="*/ 1282637 w 2419350"/>
                <a:gd name="connsiteY6520" fmla="*/ 592646 h 876300"/>
                <a:gd name="connsiteX6521" fmla="*/ 1283684 w 2419350"/>
                <a:gd name="connsiteY6521" fmla="*/ 594646 h 876300"/>
                <a:gd name="connsiteX6522" fmla="*/ 1285494 w 2419350"/>
                <a:gd name="connsiteY6522" fmla="*/ 597218 h 876300"/>
                <a:gd name="connsiteX6523" fmla="*/ 1286065 w 2419350"/>
                <a:gd name="connsiteY6523" fmla="*/ 598170 h 876300"/>
                <a:gd name="connsiteX6524" fmla="*/ 1286447 w 2419350"/>
                <a:gd name="connsiteY6524" fmla="*/ 598646 h 876300"/>
                <a:gd name="connsiteX6525" fmla="*/ 1286732 w 2419350"/>
                <a:gd name="connsiteY6525" fmla="*/ 599218 h 876300"/>
                <a:gd name="connsiteX6526" fmla="*/ 1286542 w 2419350"/>
                <a:gd name="connsiteY6526" fmla="*/ 599789 h 876300"/>
                <a:gd name="connsiteX6527" fmla="*/ 1286161 w 2419350"/>
                <a:gd name="connsiteY6527" fmla="*/ 600266 h 876300"/>
                <a:gd name="connsiteX6528" fmla="*/ 1285970 w 2419350"/>
                <a:gd name="connsiteY6528" fmla="*/ 600742 h 876300"/>
                <a:gd name="connsiteX6529" fmla="*/ 1286161 w 2419350"/>
                <a:gd name="connsiteY6529" fmla="*/ 601885 h 876300"/>
                <a:gd name="connsiteX6530" fmla="*/ 1286637 w 2419350"/>
                <a:gd name="connsiteY6530" fmla="*/ 602647 h 876300"/>
                <a:gd name="connsiteX6531" fmla="*/ 1287399 w 2419350"/>
                <a:gd name="connsiteY6531" fmla="*/ 603028 h 876300"/>
                <a:gd name="connsiteX6532" fmla="*/ 1288542 w 2419350"/>
                <a:gd name="connsiteY6532" fmla="*/ 603028 h 876300"/>
                <a:gd name="connsiteX6533" fmla="*/ 1287780 w 2419350"/>
                <a:gd name="connsiteY6533" fmla="*/ 601885 h 876300"/>
                <a:gd name="connsiteX6534" fmla="*/ 1288732 w 2419350"/>
                <a:gd name="connsiteY6534" fmla="*/ 601218 h 876300"/>
                <a:gd name="connsiteX6535" fmla="*/ 1290256 w 2419350"/>
                <a:gd name="connsiteY6535" fmla="*/ 600932 h 876300"/>
                <a:gd name="connsiteX6536" fmla="*/ 1291018 w 2419350"/>
                <a:gd name="connsiteY6536" fmla="*/ 601028 h 876300"/>
                <a:gd name="connsiteX6537" fmla="*/ 1291209 w 2419350"/>
                <a:gd name="connsiteY6537" fmla="*/ 601789 h 876300"/>
                <a:gd name="connsiteX6538" fmla="*/ 1291590 w 2419350"/>
                <a:gd name="connsiteY6538" fmla="*/ 602171 h 876300"/>
                <a:gd name="connsiteX6539" fmla="*/ 1292066 w 2419350"/>
                <a:gd name="connsiteY6539" fmla="*/ 602456 h 876300"/>
                <a:gd name="connsiteX6540" fmla="*/ 1292447 w 2419350"/>
                <a:gd name="connsiteY6540" fmla="*/ 603028 h 876300"/>
                <a:gd name="connsiteX6541" fmla="*/ 1292542 w 2419350"/>
                <a:gd name="connsiteY6541" fmla="*/ 603695 h 876300"/>
                <a:gd name="connsiteX6542" fmla="*/ 1292542 w 2419350"/>
                <a:gd name="connsiteY6542" fmla="*/ 604933 h 876300"/>
                <a:gd name="connsiteX6543" fmla="*/ 1292828 w 2419350"/>
                <a:gd name="connsiteY6543" fmla="*/ 605504 h 876300"/>
                <a:gd name="connsiteX6544" fmla="*/ 1293781 w 2419350"/>
                <a:gd name="connsiteY6544" fmla="*/ 606171 h 876300"/>
                <a:gd name="connsiteX6545" fmla="*/ 1294257 w 2419350"/>
                <a:gd name="connsiteY6545" fmla="*/ 605409 h 876300"/>
                <a:gd name="connsiteX6546" fmla="*/ 1294829 w 2419350"/>
                <a:gd name="connsiteY6546" fmla="*/ 604266 h 876300"/>
                <a:gd name="connsiteX6547" fmla="*/ 1295876 w 2419350"/>
                <a:gd name="connsiteY6547" fmla="*/ 603695 h 876300"/>
                <a:gd name="connsiteX6548" fmla="*/ 1297114 w 2419350"/>
                <a:gd name="connsiteY6548" fmla="*/ 604171 h 876300"/>
                <a:gd name="connsiteX6549" fmla="*/ 1297591 w 2419350"/>
                <a:gd name="connsiteY6549" fmla="*/ 605219 h 876300"/>
                <a:gd name="connsiteX6550" fmla="*/ 1297686 w 2419350"/>
                <a:gd name="connsiteY6550" fmla="*/ 606457 h 876300"/>
                <a:gd name="connsiteX6551" fmla="*/ 1297876 w 2419350"/>
                <a:gd name="connsiteY6551" fmla="*/ 607409 h 876300"/>
                <a:gd name="connsiteX6552" fmla="*/ 1299400 w 2419350"/>
                <a:gd name="connsiteY6552" fmla="*/ 608362 h 876300"/>
                <a:gd name="connsiteX6553" fmla="*/ 1301877 w 2419350"/>
                <a:gd name="connsiteY6553" fmla="*/ 608743 h 876300"/>
                <a:gd name="connsiteX6554" fmla="*/ 1304449 w 2419350"/>
                <a:gd name="connsiteY6554" fmla="*/ 608647 h 876300"/>
                <a:gd name="connsiteX6555" fmla="*/ 1306258 w 2419350"/>
                <a:gd name="connsiteY6555" fmla="*/ 608171 h 876300"/>
                <a:gd name="connsiteX6556" fmla="*/ 1307211 w 2419350"/>
                <a:gd name="connsiteY6556" fmla="*/ 607505 h 876300"/>
                <a:gd name="connsiteX6557" fmla="*/ 1308259 w 2419350"/>
                <a:gd name="connsiteY6557" fmla="*/ 606552 h 876300"/>
                <a:gd name="connsiteX6558" fmla="*/ 1308545 w 2419350"/>
                <a:gd name="connsiteY6558" fmla="*/ 606076 h 876300"/>
                <a:gd name="connsiteX6559" fmla="*/ 1308735 w 2419350"/>
                <a:gd name="connsiteY6559" fmla="*/ 604933 h 876300"/>
                <a:gd name="connsiteX6560" fmla="*/ 1309021 w 2419350"/>
                <a:gd name="connsiteY6560" fmla="*/ 604361 h 876300"/>
                <a:gd name="connsiteX6561" fmla="*/ 1311212 w 2419350"/>
                <a:gd name="connsiteY6561" fmla="*/ 602171 h 876300"/>
                <a:gd name="connsiteX6562" fmla="*/ 1312069 w 2419350"/>
                <a:gd name="connsiteY6562" fmla="*/ 601599 h 876300"/>
                <a:gd name="connsiteX6563" fmla="*/ 1313021 w 2419350"/>
                <a:gd name="connsiteY6563" fmla="*/ 601409 h 876300"/>
                <a:gd name="connsiteX6564" fmla="*/ 1314545 w 2419350"/>
                <a:gd name="connsiteY6564" fmla="*/ 601313 h 876300"/>
                <a:gd name="connsiteX6565" fmla="*/ 1315879 w 2419350"/>
                <a:gd name="connsiteY6565" fmla="*/ 601409 h 876300"/>
                <a:gd name="connsiteX6566" fmla="*/ 1316450 w 2419350"/>
                <a:gd name="connsiteY6566" fmla="*/ 601789 h 876300"/>
                <a:gd name="connsiteX6567" fmla="*/ 1317117 w 2419350"/>
                <a:gd name="connsiteY6567" fmla="*/ 602075 h 876300"/>
                <a:gd name="connsiteX6568" fmla="*/ 1320451 w 2419350"/>
                <a:gd name="connsiteY6568" fmla="*/ 602647 h 876300"/>
                <a:gd name="connsiteX6569" fmla="*/ 1321213 w 2419350"/>
                <a:gd name="connsiteY6569" fmla="*/ 602647 h 876300"/>
                <a:gd name="connsiteX6570" fmla="*/ 1321498 w 2419350"/>
                <a:gd name="connsiteY6570" fmla="*/ 602742 h 876300"/>
                <a:gd name="connsiteX6571" fmla="*/ 1321880 w 2419350"/>
                <a:gd name="connsiteY6571" fmla="*/ 603028 h 876300"/>
                <a:gd name="connsiteX6572" fmla="*/ 1322832 w 2419350"/>
                <a:gd name="connsiteY6572" fmla="*/ 602647 h 876300"/>
                <a:gd name="connsiteX6573" fmla="*/ 1324832 w 2419350"/>
                <a:gd name="connsiteY6573" fmla="*/ 602075 h 876300"/>
                <a:gd name="connsiteX6574" fmla="*/ 1325785 w 2419350"/>
                <a:gd name="connsiteY6574" fmla="*/ 601694 h 876300"/>
                <a:gd name="connsiteX6575" fmla="*/ 1327023 w 2419350"/>
                <a:gd name="connsiteY6575" fmla="*/ 600742 h 876300"/>
                <a:gd name="connsiteX6576" fmla="*/ 1327404 w 2419350"/>
                <a:gd name="connsiteY6576" fmla="*/ 600551 h 876300"/>
                <a:gd name="connsiteX6577" fmla="*/ 1329785 w 2419350"/>
                <a:gd name="connsiteY6577" fmla="*/ 600170 h 876300"/>
                <a:gd name="connsiteX6578" fmla="*/ 1330928 w 2419350"/>
                <a:gd name="connsiteY6578" fmla="*/ 599694 h 876300"/>
                <a:gd name="connsiteX6579" fmla="*/ 1332166 w 2419350"/>
                <a:gd name="connsiteY6579" fmla="*/ 599027 h 876300"/>
                <a:gd name="connsiteX6580" fmla="*/ 1333500 w 2419350"/>
                <a:gd name="connsiteY6580" fmla="*/ 598551 h 876300"/>
                <a:gd name="connsiteX6581" fmla="*/ 1334738 w 2419350"/>
                <a:gd name="connsiteY6581" fmla="*/ 598742 h 876300"/>
                <a:gd name="connsiteX6582" fmla="*/ 1335119 w 2419350"/>
                <a:gd name="connsiteY6582" fmla="*/ 599218 h 876300"/>
                <a:gd name="connsiteX6583" fmla="*/ 1335976 w 2419350"/>
                <a:gd name="connsiteY6583" fmla="*/ 600837 h 876300"/>
                <a:gd name="connsiteX6584" fmla="*/ 1336167 w 2419350"/>
                <a:gd name="connsiteY6584" fmla="*/ 601409 h 876300"/>
                <a:gd name="connsiteX6585" fmla="*/ 1336453 w 2419350"/>
                <a:gd name="connsiteY6585" fmla="*/ 601980 h 876300"/>
                <a:gd name="connsiteX6586" fmla="*/ 1338358 w 2419350"/>
                <a:gd name="connsiteY6586" fmla="*/ 604076 h 876300"/>
                <a:gd name="connsiteX6587" fmla="*/ 1339120 w 2419350"/>
                <a:gd name="connsiteY6587" fmla="*/ 603885 h 876300"/>
                <a:gd name="connsiteX6588" fmla="*/ 1340548 w 2419350"/>
                <a:gd name="connsiteY6588" fmla="*/ 604552 h 876300"/>
                <a:gd name="connsiteX6589" fmla="*/ 1340834 w 2419350"/>
                <a:gd name="connsiteY6589" fmla="*/ 604266 h 876300"/>
                <a:gd name="connsiteX6590" fmla="*/ 1340644 w 2419350"/>
                <a:gd name="connsiteY6590" fmla="*/ 603313 h 876300"/>
                <a:gd name="connsiteX6591" fmla="*/ 1339691 w 2419350"/>
                <a:gd name="connsiteY6591" fmla="*/ 601789 h 876300"/>
                <a:gd name="connsiteX6592" fmla="*/ 1339501 w 2419350"/>
                <a:gd name="connsiteY6592" fmla="*/ 601313 h 876300"/>
                <a:gd name="connsiteX6593" fmla="*/ 1339310 w 2419350"/>
                <a:gd name="connsiteY6593" fmla="*/ 599313 h 876300"/>
                <a:gd name="connsiteX6594" fmla="*/ 1337024 w 2419350"/>
                <a:gd name="connsiteY6594" fmla="*/ 591122 h 876300"/>
                <a:gd name="connsiteX6595" fmla="*/ 1336929 w 2419350"/>
                <a:gd name="connsiteY6595" fmla="*/ 590074 h 876300"/>
                <a:gd name="connsiteX6596" fmla="*/ 1336548 w 2419350"/>
                <a:gd name="connsiteY6596" fmla="*/ 589312 h 876300"/>
                <a:gd name="connsiteX6597" fmla="*/ 1334262 w 2419350"/>
                <a:gd name="connsiteY6597" fmla="*/ 586454 h 876300"/>
                <a:gd name="connsiteX6598" fmla="*/ 1333786 w 2419350"/>
                <a:gd name="connsiteY6598" fmla="*/ 585692 h 876300"/>
                <a:gd name="connsiteX6599" fmla="*/ 1333119 w 2419350"/>
                <a:gd name="connsiteY6599" fmla="*/ 583597 h 876300"/>
                <a:gd name="connsiteX6600" fmla="*/ 1332643 w 2419350"/>
                <a:gd name="connsiteY6600" fmla="*/ 582644 h 876300"/>
                <a:gd name="connsiteX6601" fmla="*/ 1330452 w 2419350"/>
                <a:gd name="connsiteY6601" fmla="*/ 579406 h 876300"/>
                <a:gd name="connsiteX6602" fmla="*/ 1331023 w 2419350"/>
                <a:gd name="connsiteY6602" fmla="*/ 578549 h 876300"/>
                <a:gd name="connsiteX6603" fmla="*/ 1331500 w 2419350"/>
                <a:gd name="connsiteY6603" fmla="*/ 577405 h 876300"/>
                <a:gd name="connsiteX6604" fmla="*/ 1332738 w 2419350"/>
                <a:gd name="connsiteY6604" fmla="*/ 571119 h 876300"/>
                <a:gd name="connsiteX6605" fmla="*/ 1332929 w 2419350"/>
                <a:gd name="connsiteY6605" fmla="*/ 564737 h 876300"/>
                <a:gd name="connsiteX6606" fmla="*/ 1333786 w 2419350"/>
                <a:gd name="connsiteY6606" fmla="*/ 563213 h 876300"/>
                <a:gd name="connsiteX6607" fmla="*/ 1334643 w 2419350"/>
                <a:gd name="connsiteY6607" fmla="*/ 562928 h 876300"/>
                <a:gd name="connsiteX6608" fmla="*/ 1335881 w 2419350"/>
                <a:gd name="connsiteY6608" fmla="*/ 562832 h 876300"/>
                <a:gd name="connsiteX6609" fmla="*/ 1336929 w 2419350"/>
                <a:gd name="connsiteY6609" fmla="*/ 562451 h 876300"/>
                <a:gd name="connsiteX6610" fmla="*/ 1337405 w 2419350"/>
                <a:gd name="connsiteY6610" fmla="*/ 561499 h 876300"/>
                <a:gd name="connsiteX6611" fmla="*/ 1337405 w 2419350"/>
                <a:gd name="connsiteY6611" fmla="*/ 560261 h 876300"/>
                <a:gd name="connsiteX6612" fmla="*/ 1338453 w 2419350"/>
                <a:gd name="connsiteY6612" fmla="*/ 555117 h 876300"/>
                <a:gd name="connsiteX6613" fmla="*/ 1338643 w 2419350"/>
                <a:gd name="connsiteY6613" fmla="*/ 554736 h 876300"/>
                <a:gd name="connsiteX6614" fmla="*/ 1339691 w 2419350"/>
                <a:gd name="connsiteY6614" fmla="*/ 553879 h 876300"/>
                <a:gd name="connsiteX6615" fmla="*/ 1340072 w 2419350"/>
                <a:gd name="connsiteY6615" fmla="*/ 553403 h 876300"/>
                <a:gd name="connsiteX6616" fmla="*/ 1340263 w 2419350"/>
                <a:gd name="connsiteY6616" fmla="*/ 552831 h 876300"/>
                <a:gd name="connsiteX6617" fmla="*/ 1339977 w 2419350"/>
                <a:gd name="connsiteY6617" fmla="*/ 551783 h 876300"/>
                <a:gd name="connsiteX6618" fmla="*/ 1338358 w 2419350"/>
                <a:gd name="connsiteY6618" fmla="*/ 549974 h 876300"/>
                <a:gd name="connsiteX6619" fmla="*/ 1337691 w 2419350"/>
                <a:gd name="connsiteY6619" fmla="*/ 549021 h 876300"/>
                <a:gd name="connsiteX6620" fmla="*/ 1337405 w 2419350"/>
                <a:gd name="connsiteY6620" fmla="*/ 548069 h 876300"/>
                <a:gd name="connsiteX6621" fmla="*/ 1337215 w 2419350"/>
                <a:gd name="connsiteY6621" fmla="*/ 546735 h 876300"/>
                <a:gd name="connsiteX6622" fmla="*/ 1337215 w 2419350"/>
                <a:gd name="connsiteY6622" fmla="*/ 545402 h 876300"/>
                <a:gd name="connsiteX6623" fmla="*/ 1337500 w 2419350"/>
                <a:gd name="connsiteY6623" fmla="*/ 544544 h 876300"/>
                <a:gd name="connsiteX6624" fmla="*/ 1337691 w 2419350"/>
                <a:gd name="connsiteY6624" fmla="*/ 543687 h 876300"/>
                <a:gd name="connsiteX6625" fmla="*/ 1337120 w 2419350"/>
                <a:gd name="connsiteY6625" fmla="*/ 542639 h 876300"/>
                <a:gd name="connsiteX6626" fmla="*/ 1335881 w 2419350"/>
                <a:gd name="connsiteY6626" fmla="*/ 541115 h 876300"/>
                <a:gd name="connsiteX6627" fmla="*/ 1335596 w 2419350"/>
                <a:gd name="connsiteY6627" fmla="*/ 539115 h 876300"/>
                <a:gd name="connsiteX6628" fmla="*/ 1336834 w 2419350"/>
                <a:gd name="connsiteY6628" fmla="*/ 536067 h 876300"/>
                <a:gd name="connsiteX6629" fmla="*/ 1336929 w 2419350"/>
                <a:gd name="connsiteY6629" fmla="*/ 534257 h 876300"/>
                <a:gd name="connsiteX6630" fmla="*/ 1336262 w 2419350"/>
                <a:gd name="connsiteY6630" fmla="*/ 532638 h 876300"/>
                <a:gd name="connsiteX6631" fmla="*/ 1336167 w 2419350"/>
                <a:gd name="connsiteY6631" fmla="*/ 531876 h 876300"/>
                <a:gd name="connsiteX6632" fmla="*/ 1336262 w 2419350"/>
                <a:gd name="connsiteY6632" fmla="*/ 531305 h 876300"/>
                <a:gd name="connsiteX6633" fmla="*/ 1336548 w 2419350"/>
                <a:gd name="connsiteY6633" fmla="*/ 530257 h 876300"/>
                <a:gd name="connsiteX6634" fmla="*/ 1336643 w 2419350"/>
                <a:gd name="connsiteY6634" fmla="*/ 529685 h 876300"/>
                <a:gd name="connsiteX6635" fmla="*/ 1336643 w 2419350"/>
                <a:gd name="connsiteY6635" fmla="*/ 527590 h 876300"/>
                <a:gd name="connsiteX6636" fmla="*/ 1336453 w 2419350"/>
                <a:gd name="connsiteY6636" fmla="*/ 526828 h 876300"/>
                <a:gd name="connsiteX6637" fmla="*/ 1335310 w 2419350"/>
                <a:gd name="connsiteY6637" fmla="*/ 524923 h 876300"/>
                <a:gd name="connsiteX6638" fmla="*/ 1335119 w 2419350"/>
                <a:gd name="connsiteY6638" fmla="*/ 524066 h 876300"/>
                <a:gd name="connsiteX6639" fmla="*/ 1335214 w 2419350"/>
                <a:gd name="connsiteY6639" fmla="*/ 515207 h 876300"/>
                <a:gd name="connsiteX6640" fmla="*/ 1335500 w 2419350"/>
                <a:gd name="connsiteY6640" fmla="*/ 513302 h 876300"/>
                <a:gd name="connsiteX6641" fmla="*/ 1336072 w 2419350"/>
                <a:gd name="connsiteY6641" fmla="*/ 511493 h 876300"/>
                <a:gd name="connsiteX6642" fmla="*/ 1336929 w 2419350"/>
                <a:gd name="connsiteY6642" fmla="*/ 509778 h 876300"/>
                <a:gd name="connsiteX6643" fmla="*/ 1339120 w 2419350"/>
                <a:gd name="connsiteY6643" fmla="*/ 506539 h 876300"/>
                <a:gd name="connsiteX6644" fmla="*/ 1339977 w 2419350"/>
                <a:gd name="connsiteY6644" fmla="*/ 504539 h 876300"/>
                <a:gd name="connsiteX6645" fmla="*/ 1339787 w 2419350"/>
                <a:gd name="connsiteY6645" fmla="*/ 502539 h 876300"/>
                <a:gd name="connsiteX6646" fmla="*/ 1338834 w 2419350"/>
                <a:gd name="connsiteY6646" fmla="*/ 501587 h 876300"/>
                <a:gd name="connsiteX6647" fmla="*/ 1338643 w 2419350"/>
                <a:gd name="connsiteY6647" fmla="*/ 501205 h 876300"/>
                <a:gd name="connsiteX6648" fmla="*/ 1338643 w 2419350"/>
                <a:gd name="connsiteY6648" fmla="*/ 496824 h 876300"/>
                <a:gd name="connsiteX6649" fmla="*/ 1338453 w 2419350"/>
                <a:gd name="connsiteY6649" fmla="*/ 495871 h 876300"/>
                <a:gd name="connsiteX6650" fmla="*/ 1337500 w 2419350"/>
                <a:gd name="connsiteY6650" fmla="*/ 493490 h 876300"/>
                <a:gd name="connsiteX6651" fmla="*/ 1337405 w 2419350"/>
                <a:gd name="connsiteY6651" fmla="*/ 492633 h 876300"/>
                <a:gd name="connsiteX6652" fmla="*/ 1337596 w 2419350"/>
                <a:gd name="connsiteY6652" fmla="*/ 489966 h 876300"/>
                <a:gd name="connsiteX6653" fmla="*/ 1337881 w 2419350"/>
                <a:gd name="connsiteY6653" fmla="*/ 489109 h 876300"/>
                <a:gd name="connsiteX6654" fmla="*/ 1337881 w 2419350"/>
                <a:gd name="connsiteY6654" fmla="*/ 488633 h 876300"/>
                <a:gd name="connsiteX6655" fmla="*/ 1337786 w 2419350"/>
                <a:gd name="connsiteY6655" fmla="*/ 488061 h 876300"/>
                <a:gd name="connsiteX6656" fmla="*/ 1337310 w 2419350"/>
                <a:gd name="connsiteY6656" fmla="*/ 487013 h 876300"/>
                <a:gd name="connsiteX6657" fmla="*/ 1337215 w 2419350"/>
                <a:gd name="connsiteY6657" fmla="*/ 486537 h 876300"/>
                <a:gd name="connsiteX6658" fmla="*/ 1337596 w 2419350"/>
                <a:gd name="connsiteY6658" fmla="*/ 484632 h 876300"/>
                <a:gd name="connsiteX6659" fmla="*/ 1337881 w 2419350"/>
                <a:gd name="connsiteY6659" fmla="*/ 483775 h 876300"/>
                <a:gd name="connsiteX6660" fmla="*/ 1337786 w 2419350"/>
                <a:gd name="connsiteY6660" fmla="*/ 483203 h 876300"/>
                <a:gd name="connsiteX6661" fmla="*/ 1337596 w 2419350"/>
                <a:gd name="connsiteY6661" fmla="*/ 482632 h 876300"/>
                <a:gd name="connsiteX6662" fmla="*/ 1337500 w 2419350"/>
                <a:gd name="connsiteY6662" fmla="*/ 482060 h 876300"/>
                <a:gd name="connsiteX6663" fmla="*/ 1337881 w 2419350"/>
                <a:gd name="connsiteY6663" fmla="*/ 481394 h 876300"/>
                <a:gd name="connsiteX6664" fmla="*/ 1338548 w 2419350"/>
                <a:gd name="connsiteY6664" fmla="*/ 480536 h 876300"/>
                <a:gd name="connsiteX6665" fmla="*/ 1338739 w 2419350"/>
                <a:gd name="connsiteY6665" fmla="*/ 479965 h 876300"/>
                <a:gd name="connsiteX6666" fmla="*/ 1337786 w 2419350"/>
                <a:gd name="connsiteY6666" fmla="*/ 480155 h 876300"/>
                <a:gd name="connsiteX6667" fmla="*/ 1337405 w 2419350"/>
                <a:gd name="connsiteY6667" fmla="*/ 479679 h 876300"/>
                <a:gd name="connsiteX6668" fmla="*/ 1337024 w 2419350"/>
                <a:gd name="connsiteY6668" fmla="*/ 478917 h 876300"/>
                <a:gd name="connsiteX6669" fmla="*/ 1336834 w 2419350"/>
                <a:gd name="connsiteY6669" fmla="*/ 478155 h 876300"/>
                <a:gd name="connsiteX6670" fmla="*/ 1336739 w 2419350"/>
                <a:gd name="connsiteY6670" fmla="*/ 477679 h 876300"/>
                <a:gd name="connsiteX6671" fmla="*/ 1336453 w 2419350"/>
                <a:gd name="connsiteY6671" fmla="*/ 477393 h 876300"/>
                <a:gd name="connsiteX6672" fmla="*/ 1334929 w 2419350"/>
                <a:gd name="connsiteY6672" fmla="*/ 476441 h 876300"/>
                <a:gd name="connsiteX6673" fmla="*/ 1332452 w 2419350"/>
                <a:gd name="connsiteY6673" fmla="*/ 475583 h 876300"/>
                <a:gd name="connsiteX6674" fmla="*/ 1331309 w 2419350"/>
                <a:gd name="connsiteY6674" fmla="*/ 475012 h 876300"/>
                <a:gd name="connsiteX6675" fmla="*/ 1330166 w 2419350"/>
                <a:gd name="connsiteY6675" fmla="*/ 473964 h 876300"/>
                <a:gd name="connsiteX6676" fmla="*/ 1330642 w 2419350"/>
                <a:gd name="connsiteY6676" fmla="*/ 473297 h 876300"/>
                <a:gd name="connsiteX6677" fmla="*/ 1330833 w 2419350"/>
                <a:gd name="connsiteY6677" fmla="*/ 473107 h 876300"/>
                <a:gd name="connsiteX6678" fmla="*/ 1331214 w 2419350"/>
                <a:gd name="connsiteY6678" fmla="*/ 472916 h 876300"/>
                <a:gd name="connsiteX6679" fmla="*/ 1330642 w 2419350"/>
                <a:gd name="connsiteY6679" fmla="*/ 471869 h 876300"/>
                <a:gd name="connsiteX6680" fmla="*/ 1329881 w 2419350"/>
                <a:gd name="connsiteY6680" fmla="*/ 469106 h 876300"/>
                <a:gd name="connsiteX6681" fmla="*/ 1329118 w 2419350"/>
                <a:gd name="connsiteY6681" fmla="*/ 468535 h 876300"/>
                <a:gd name="connsiteX6682" fmla="*/ 1328738 w 2419350"/>
                <a:gd name="connsiteY6682" fmla="*/ 468344 h 876300"/>
                <a:gd name="connsiteX6683" fmla="*/ 1328452 w 2419350"/>
                <a:gd name="connsiteY6683" fmla="*/ 467868 h 876300"/>
                <a:gd name="connsiteX6684" fmla="*/ 1328261 w 2419350"/>
                <a:gd name="connsiteY6684" fmla="*/ 467201 h 876300"/>
                <a:gd name="connsiteX6685" fmla="*/ 1328166 w 2419350"/>
                <a:gd name="connsiteY6685" fmla="*/ 466535 h 876300"/>
                <a:gd name="connsiteX6686" fmla="*/ 1327975 w 2419350"/>
                <a:gd name="connsiteY6686" fmla="*/ 465772 h 876300"/>
                <a:gd name="connsiteX6687" fmla="*/ 1327023 w 2419350"/>
                <a:gd name="connsiteY6687" fmla="*/ 464820 h 876300"/>
                <a:gd name="connsiteX6688" fmla="*/ 1326737 w 2419350"/>
                <a:gd name="connsiteY6688" fmla="*/ 464153 h 876300"/>
                <a:gd name="connsiteX6689" fmla="*/ 1328261 w 2419350"/>
                <a:gd name="connsiteY6689" fmla="*/ 463772 h 876300"/>
                <a:gd name="connsiteX6690" fmla="*/ 1329404 w 2419350"/>
                <a:gd name="connsiteY6690" fmla="*/ 463010 h 876300"/>
                <a:gd name="connsiteX6691" fmla="*/ 1331500 w 2419350"/>
                <a:gd name="connsiteY6691" fmla="*/ 461296 h 876300"/>
                <a:gd name="connsiteX6692" fmla="*/ 1344739 w 2419350"/>
                <a:gd name="connsiteY6692" fmla="*/ 453104 h 876300"/>
                <a:gd name="connsiteX6693" fmla="*/ 1345597 w 2419350"/>
                <a:gd name="connsiteY6693" fmla="*/ 452247 h 876300"/>
                <a:gd name="connsiteX6694" fmla="*/ 1346073 w 2419350"/>
                <a:gd name="connsiteY6694" fmla="*/ 451295 h 876300"/>
                <a:gd name="connsiteX6695" fmla="*/ 1346359 w 2419350"/>
                <a:gd name="connsiteY6695" fmla="*/ 450342 h 876300"/>
                <a:gd name="connsiteX6696" fmla="*/ 1346835 w 2419350"/>
                <a:gd name="connsiteY6696" fmla="*/ 449580 h 876300"/>
                <a:gd name="connsiteX6697" fmla="*/ 1347883 w 2419350"/>
                <a:gd name="connsiteY6697" fmla="*/ 449294 h 876300"/>
                <a:gd name="connsiteX6698" fmla="*/ 1349026 w 2419350"/>
                <a:gd name="connsiteY6698" fmla="*/ 449199 h 876300"/>
                <a:gd name="connsiteX6699" fmla="*/ 1349788 w 2419350"/>
                <a:gd name="connsiteY6699" fmla="*/ 449009 h 876300"/>
                <a:gd name="connsiteX6700" fmla="*/ 1352645 w 2419350"/>
                <a:gd name="connsiteY6700" fmla="*/ 447485 h 876300"/>
                <a:gd name="connsiteX6701" fmla="*/ 1353503 w 2419350"/>
                <a:gd name="connsiteY6701" fmla="*/ 447199 h 876300"/>
                <a:gd name="connsiteX6702" fmla="*/ 1354646 w 2419350"/>
                <a:gd name="connsiteY6702" fmla="*/ 447104 h 876300"/>
                <a:gd name="connsiteX6703" fmla="*/ 1355407 w 2419350"/>
                <a:gd name="connsiteY6703" fmla="*/ 446913 h 876300"/>
                <a:gd name="connsiteX6704" fmla="*/ 1356074 w 2419350"/>
                <a:gd name="connsiteY6704" fmla="*/ 446437 h 876300"/>
                <a:gd name="connsiteX6705" fmla="*/ 1356836 w 2419350"/>
                <a:gd name="connsiteY6705" fmla="*/ 446056 h 876300"/>
                <a:gd name="connsiteX6706" fmla="*/ 1358074 w 2419350"/>
                <a:gd name="connsiteY6706" fmla="*/ 446056 h 876300"/>
                <a:gd name="connsiteX6707" fmla="*/ 1358837 w 2419350"/>
                <a:gd name="connsiteY6707" fmla="*/ 446246 h 876300"/>
                <a:gd name="connsiteX6708" fmla="*/ 1359408 w 2419350"/>
                <a:gd name="connsiteY6708" fmla="*/ 446437 h 876300"/>
                <a:gd name="connsiteX6709" fmla="*/ 1359884 w 2419350"/>
                <a:gd name="connsiteY6709" fmla="*/ 446722 h 876300"/>
                <a:gd name="connsiteX6710" fmla="*/ 1360456 w 2419350"/>
                <a:gd name="connsiteY6710" fmla="*/ 447294 h 876300"/>
                <a:gd name="connsiteX6711" fmla="*/ 1360932 w 2419350"/>
                <a:gd name="connsiteY6711" fmla="*/ 447675 h 876300"/>
                <a:gd name="connsiteX6712" fmla="*/ 1361408 w 2419350"/>
                <a:gd name="connsiteY6712" fmla="*/ 447675 h 876300"/>
                <a:gd name="connsiteX6713" fmla="*/ 1361884 w 2419350"/>
                <a:gd name="connsiteY6713" fmla="*/ 447580 h 876300"/>
                <a:gd name="connsiteX6714" fmla="*/ 1362551 w 2419350"/>
                <a:gd name="connsiteY6714" fmla="*/ 447485 h 876300"/>
                <a:gd name="connsiteX6715" fmla="*/ 1368933 w 2419350"/>
                <a:gd name="connsiteY6715" fmla="*/ 448437 h 876300"/>
                <a:gd name="connsiteX6716" fmla="*/ 1369409 w 2419350"/>
                <a:gd name="connsiteY6716" fmla="*/ 448723 h 876300"/>
                <a:gd name="connsiteX6717" fmla="*/ 1370171 w 2419350"/>
                <a:gd name="connsiteY6717" fmla="*/ 449389 h 876300"/>
                <a:gd name="connsiteX6718" fmla="*/ 1370552 w 2419350"/>
                <a:gd name="connsiteY6718" fmla="*/ 449771 h 876300"/>
                <a:gd name="connsiteX6719" fmla="*/ 1370552 w 2419350"/>
                <a:gd name="connsiteY6719" fmla="*/ 449961 h 876300"/>
                <a:gd name="connsiteX6720" fmla="*/ 1371219 w 2419350"/>
                <a:gd name="connsiteY6720" fmla="*/ 450437 h 876300"/>
                <a:gd name="connsiteX6721" fmla="*/ 1372933 w 2419350"/>
                <a:gd name="connsiteY6721" fmla="*/ 453580 h 876300"/>
                <a:gd name="connsiteX6722" fmla="*/ 1372743 w 2419350"/>
                <a:gd name="connsiteY6722" fmla="*/ 453485 h 876300"/>
                <a:gd name="connsiteX6723" fmla="*/ 1372553 w 2419350"/>
                <a:gd name="connsiteY6723" fmla="*/ 453485 h 876300"/>
                <a:gd name="connsiteX6724" fmla="*/ 1372362 w 2419350"/>
                <a:gd name="connsiteY6724" fmla="*/ 453390 h 876300"/>
                <a:gd name="connsiteX6725" fmla="*/ 1372172 w 2419350"/>
                <a:gd name="connsiteY6725" fmla="*/ 453200 h 876300"/>
                <a:gd name="connsiteX6726" fmla="*/ 1371409 w 2419350"/>
                <a:gd name="connsiteY6726" fmla="*/ 454533 h 876300"/>
                <a:gd name="connsiteX6727" fmla="*/ 1370838 w 2419350"/>
                <a:gd name="connsiteY6727" fmla="*/ 454819 h 876300"/>
                <a:gd name="connsiteX6728" fmla="*/ 1369981 w 2419350"/>
                <a:gd name="connsiteY6728" fmla="*/ 454533 h 876300"/>
                <a:gd name="connsiteX6729" fmla="*/ 1369695 w 2419350"/>
                <a:gd name="connsiteY6729" fmla="*/ 455771 h 876300"/>
                <a:gd name="connsiteX6730" fmla="*/ 1368933 w 2419350"/>
                <a:gd name="connsiteY6730" fmla="*/ 456152 h 876300"/>
                <a:gd name="connsiteX6731" fmla="*/ 1368171 w 2419350"/>
                <a:gd name="connsiteY6731" fmla="*/ 456343 h 876300"/>
                <a:gd name="connsiteX6732" fmla="*/ 1367790 w 2419350"/>
                <a:gd name="connsiteY6732" fmla="*/ 457010 h 876300"/>
                <a:gd name="connsiteX6733" fmla="*/ 1367885 w 2419350"/>
                <a:gd name="connsiteY6733" fmla="*/ 457486 h 876300"/>
                <a:gd name="connsiteX6734" fmla="*/ 1368171 w 2419350"/>
                <a:gd name="connsiteY6734" fmla="*/ 457962 h 876300"/>
                <a:gd name="connsiteX6735" fmla="*/ 1368647 w 2419350"/>
                <a:gd name="connsiteY6735" fmla="*/ 458343 h 876300"/>
                <a:gd name="connsiteX6736" fmla="*/ 1369219 w 2419350"/>
                <a:gd name="connsiteY6736" fmla="*/ 458343 h 876300"/>
                <a:gd name="connsiteX6737" fmla="*/ 1369505 w 2419350"/>
                <a:gd name="connsiteY6737" fmla="*/ 458057 h 876300"/>
                <a:gd name="connsiteX6738" fmla="*/ 1369886 w 2419350"/>
                <a:gd name="connsiteY6738" fmla="*/ 457010 h 876300"/>
                <a:gd name="connsiteX6739" fmla="*/ 1370362 w 2419350"/>
                <a:gd name="connsiteY6739" fmla="*/ 456533 h 876300"/>
                <a:gd name="connsiteX6740" fmla="*/ 1370838 w 2419350"/>
                <a:gd name="connsiteY6740" fmla="*/ 457105 h 876300"/>
                <a:gd name="connsiteX6741" fmla="*/ 1371219 w 2419350"/>
                <a:gd name="connsiteY6741" fmla="*/ 458534 h 876300"/>
                <a:gd name="connsiteX6742" fmla="*/ 1371505 w 2419350"/>
                <a:gd name="connsiteY6742" fmla="*/ 459105 h 876300"/>
                <a:gd name="connsiteX6743" fmla="*/ 1371790 w 2419350"/>
                <a:gd name="connsiteY6743" fmla="*/ 459105 h 876300"/>
                <a:gd name="connsiteX6744" fmla="*/ 1372362 w 2419350"/>
                <a:gd name="connsiteY6744" fmla="*/ 458534 h 876300"/>
                <a:gd name="connsiteX6745" fmla="*/ 1372933 w 2419350"/>
                <a:gd name="connsiteY6745" fmla="*/ 459677 h 876300"/>
                <a:gd name="connsiteX6746" fmla="*/ 1373219 w 2419350"/>
                <a:gd name="connsiteY6746" fmla="*/ 461391 h 876300"/>
                <a:gd name="connsiteX6747" fmla="*/ 1373029 w 2419350"/>
                <a:gd name="connsiteY6747" fmla="*/ 462534 h 876300"/>
                <a:gd name="connsiteX6748" fmla="*/ 1372838 w 2419350"/>
                <a:gd name="connsiteY6748" fmla="*/ 463105 h 876300"/>
                <a:gd name="connsiteX6749" fmla="*/ 1372933 w 2419350"/>
                <a:gd name="connsiteY6749" fmla="*/ 465296 h 876300"/>
                <a:gd name="connsiteX6750" fmla="*/ 1372743 w 2419350"/>
                <a:gd name="connsiteY6750" fmla="*/ 465868 h 876300"/>
                <a:gd name="connsiteX6751" fmla="*/ 1372267 w 2419350"/>
                <a:gd name="connsiteY6751" fmla="*/ 466820 h 876300"/>
                <a:gd name="connsiteX6752" fmla="*/ 1372172 w 2419350"/>
                <a:gd name="connsiteY6752" fmla="*/ 467582 h 876300"/>
                <a:gd name="connsiteX6753" fmla="*/ 1371409 w 2419350"/>
                <a:gd name="connsiteY6753" fmla="*/ 469011 h 876300"/>
                <a:gd name="connsiteX6754" fmla="*/ 1371124 w 2419350"/>
                <a:gd name="connsiteY6754" fmla="*/ 469868 h 876300"/>
                <a:gd name="connsiteX6755" fmla="*/ 1371600 w 2419350"/>
                <a:gd name="connsiteY6755" fmla="*/ 470249 h 876300"/>
                <a:gd name="connsiteX6756" fmla="*/ 1371981 w 2419350"/>
                <a:gd name="connsiteY6756" fmla="*/ 470535 h 876300"/>
                <a:gd name="connsiteX6757" fmla="*/ 1372267 w 2419350"/>
                <a:gd name="connsiteY6757" fmla="*/ 471106 h 876300"/>
                <a:gd name="connsiteX6758" fmla="*/ 1372553 w 2419350"/>
                <a:gd name="connsiteY6758" fmla="*/ 472345 h 876300"/>
                <a:gd name="connsiteX6759" fmla="*/ 1372553 w 2419350"/>
                <a:gd name="connsiteY6759" fmla="*/ 473678 h 876300"/>
                <a:gd name="connsiteX6760" fmla="*/ 1372172 w 2419350"/>
                <a:gd name="connsiteY6760" fmla="*/ 476536 h 876300"/>
                <a:gd name="connsiteX6761" fmla="*/ 1371790 w 2419350"/>
                <a:gd name="connsiteY6761" fmla="*/ 477488 h 876300"/>
                <a:gd name="connsiteX6762" fmla="*/ 1371409 w 2419350"/>
                <a:gd name="connsiteY6762" fmla="*/ 477774 h 876300"/>
                <a:gd name="connsiteX6763" fmla="*/ 1370838 w 2419350"/>
                <a:gd name="connsiteY6763" fmla="*/ 478060 h 876300"/>
                <a:gd name="connsiteX6764" fmla="*/ 1370266 w 2419350"/>
                <a:gd name="connsiteY6764" fmla="*/ 478346 h 876300"/>
                <a:gd name="connsiteX6765" fmla="*/ 1369981 w 2419350"/>
                <a:gd name="connsiteY6765" fmla="*/ 478727 h 876300"/>
                <a:gd name="connsiteX6766" fmla="*/ 1369886 w 2419350"/>
                <a:gd name="connsiteY6766" fmla="*/ 479203 h 876300"/>
                <a:gd name="connsiteX6767" fmla="*/ 1369505 w 2419350"/>
                <a:gd name="connsiteY6767" fmla="*/ 479584 h 876300"/>
                <a:gd name="connsiteX6768" fmla="*/ 1369028 w 2419350"/>
                <a:gd name="connsiteY6768" fmla="*/ 479870 h 876300"/>
                <a:gd name="connsiteX6769" fmla="*/ 1368457 w 2419350"/>
                <a:gd name="connsiteY6769" fmla="*/ 479965 h 876300"/>
                <a:gd name="connsiteX6770" fmla="*/ 1367599 w 2419350"/>
                <a:gd name="connsiteY6770" fmla="*/ 480346 h 876300"/>
                <a:gd name="connsiteX6771" fmla="*/ 1367028 w 2419350"/>
                <a:gd name="connsiteY6771" fmla="*/ 481298 h 876300"/>
                <a:gd name="connsiteX6772" fmla="*/ 1366075 w 2419350"/>
                <a:gd name="connsiteY6772" fmla="*/ 483489 h 876300"/>
                <a:gd name="connsiteX6773" fmla="*/ 1365123 w 2419350"/>
                <a:gd name="connsiteY6773" fmla="*/ 484537 h 876300"/>
                <a:gd name="connsiteX6774" fmla="*/ 1363885 w 2419350"/>
                <a:gd name="connsiteY6774" fmla="*/ 485585 h 876300"/>
                <a:gd name="connsiteX6775" fmla="*/ 1362837 w 2419350"/>
                <a:gd name="connsiteY6775" fmla="*/ 486728 h 876300"/>
                <a:gd name="connsiteX6776" fmla="*/ 1362456 w 2419350"/>
                <a:gd name="connsiteY6776" fmla="*/ 487966 h 876300"/>
                <a:gd name="connsiteX6777" fmla="*/ 1362361 w 2419350"/>
                <a:gd name="connsiteY6777" fmla="*/ 488537 h 876300"/>
                <a:gd name="connsiteX6778" fmla="*/ 1361884 w 2419350"/>
                <a:gd name="connsiteY6778" fmla="*/ 489680 h 876300"/>
                <a:gd name="connsiteX6779" fmla="*/ 1361789 w 2419350"/>
                <a:gd name="connsiteY6779" fmla="*/ 490347 h 876300"/>
                <a:gd name="connsiteX6780" fmla="*/ 1361789 w 2419350"/>
                <a:gd name="connsiteY6780" fmla="*/ 490919 h 876300"/>
                <a:gd name="connsiteX6781" fmla="*/ 1362170 w 2419350"/>
                <a:gd name="connsiteY6781" fmla="*/ 492443 h 876300"/>
                <a:gd name="connsiteX6782" fmla="*/ 1363218 w 2419350"/>
                <a:gd name="connsiteY6782" fmla="*/ 494538 h 876300"/>
                <a:gd name="connsiteX6783" fmla="*/ 1374362 w 2419350"/>
                <a:gd name="connsiteY6783" fmla="*/ 504539 h 876300"/>
                <a:gd name="connsiteX6784" fmla="*/ 1377315 w 2419350"/>
                <a:gd name="connsiteY6784" fmla="*/ 507968 h 876300"/>
                <a:gd name="connsiteX6785" fmla="*/ 1378172 w 2419350"/>
                <a:gd name="connsiteY6785" fmla="*/ 508445 h 876300"/>
                <a:gd name="connsiteX6786" fmla="*/ 1379411 w 2419350"/>
                <a:gd name="connsiteY6786" fmla="*/ 508635 h 876300"/>
                <a:gd name="connsiteX6787" fmla="*/ 1381506 w 2419350"/>
                <a:gd name="connsiteY6787" fmla="*/ 508635 h 876300"/>
                <a:gd name="connsiteX6788" fmla="*/ 1382268 w 2419350"/>
                <a:gd name="connsiteY6788" fmla="*/ 509016 h 876300"/>
                <a:gd name="connsiteX6789" fmla="*/ 1382744 w 2419350"/>
                <a:gd name="connsiteY6789" fmla="*/ 509969 h 876300"/>
                <a:gd name="connsiteX6790" fmla="*/ 1382554 w 2419350"/>
                <a:gd name="connsiteY6790" fmla="*/ 510826 h 876300"/>
                <a:gd name="connsiteX6791" fmla="*/ 1382078 w 2419350"/>
                <a:gd name="connsiteY6791" fmla="*/ 512064 h 876300"/>
                <a:gd name="connsiteX6792" fmla="*/ 1381792 w 2419350"/>
                <a:gd name="connsiteY6792" fmla="*/ 513112 h 876300"/>
                <a:gd name="connsiteX6793" fmla="*/ 1382268 w 2419350"/>
                <a:gd name="connsiteY6793" fmla="*/ 513588 h 876300"/>
                <a:gd name="connsiteX6794" fmla="*/ 1383125 w 2419350"/>
                <a:gd name="connsiteY6794" fmla="*/ 513302 h 876300"/>
                <a:gd name="connsiteX6795" fmla="*/ 1383697 w 2419350"/>
                <a:gd name="connsiteY6795" fmla="*/ 512921 h 876300"/>
                <a:gd name="connsiteX6796" fmla="*/ 1384364 w 2419350"/>
                <a:gd name="connsiteY6796" fmla="*/ 512731 h 876300"/>
                <a:gd name="connsiteX6797" fmla="*/ 1385221 w 2419350"/>
                <a:gd name="connsiteY6797" fmla="*/ 513302 h 876300"/>
                <a:gd name="connsiteX6798" fmla="*/ 1385888 w 2419350"/>
                <a:gd name="connsiteY6798" fmla="*/ 514064 h 876300"/>
                <a:gd name="connsiteX6799" fmla="*/ 1386173 w 2419350"/>
                <a:gd name="connsiteY6799" fmla="*/ 514636 h 876300"/>
                <a:gd name="connsiteX6800" fmla="*/ 1386268 w 2419350"/>
                <a:gd name="connsiteY6800" fmla="*/ 515207 h 876300"/>
                <a:gd name="connsiteX6801" fmla="*/ 1386459 w 2419350"/>
                <a:gd name="connsiteY6801" fmla="*/ 515684 h 876300"/>
                <a:gd name="connsiteX6802" fmla="*/ 1387221 w 2419350"/>
                <a:gd name="connsiteY6802" fmla="*/ 516446 h 876300"/>
                <a:gd name="connsiteX6803" fmla="*/ 1387412 w 2419350"/>
                <a:gd name="connsiteY6803" fmla="*/ 517017 h 876300"/>
                <a:gd name="connsiteX6804" fmla="*/ 1391412 w 2419350"/>
                <a:gd name="connsiteY6804" fmla="*/ 518636 h 876300"/>
                <a:gd name="connsiteX6805" fmla="*/ 1397984 w 2419350"/>
                <a:gd name="connsiteY6805" fmla="*/ 519779 h 876300"/>
                <a:gd name="connsiteX6806" fmla="*/ 1400080 w 2419350"/>
                <a:gd name="connsiteY6806" fmla="*/ 520827 h 876300"/>
                <a:gd name="connsiteX6807" fmla="*/ 1401794 w 2419350"/>
                <a:gd name="connsiteY6807" fmla="*/ 523304 h 876300"/>
                <a:gd name="connsiteX6808" fmla="*/ 1401223 w 2419350"/>
                <a:gd name="connsiteY6808" fmla="*/ 527495 h 876300"/>
                <a:gd name="connsiteX6809" fmla="*/ 1399508 w 2419350"/>
                <a:gd name="connsiteY6809" fmla="*/ 531114 h 876300"/>
                <a:gd name="connsiteX6810" fmla="*/ 1397794 w 2419350"/>
                <a:gd name="connsiteY6810" fmla="*/ 531971 h 876300"/>
                <a:gd name="connsiteX6811" fmla="*/ 1398175 w 2419350"/>
                <a:gd name="connsiteY6811" fmla="*/ 531495 h 876300"/>
                <a:gd name="connsiteX6812" fmla="*/ 1398365 w 2419350"/>
                <a:gd name="connsiteY6812" fmla="*/ 530924 h 876300"/>
                <a:gd name="connsiteX6813" fmla="*/ 1398175 w 2419350"/>
                <a:gd name="connsiteY6813" fmla="*/ 530543 h 876300"/>
                <a:gd name="connsiteX6814" fmla="*/ 1397508 w 2419350"/>
                <a:gd name="connsiteY6814" fmla="*/ 530543 h 876300"/>
                <a:gd name="connsiteX6815" fmla="*/ 1396937 w 2419350"/>
                <a:gd name="connsiteY6815" fmla="*/ 530828 h 876300"/>
                <a:gd name="connsiteX6816" fmla="*/ 1396746 w 2419350"/>
                <a:gd name="connsiteY6816" fmla="*/ 531209 h 876300"/>
                <a:gd name="connsiteX6817" fmla="*/ 1396746 w 2419350"/>
                <a:gd name="connsiteY6817" fmla="*/ 531686 h 876300"/>
                <a:gd name="connsiteX6818" fmla="*/ 1396556 w 2419350"/>
                <a:gd name="connsiteY6818" fmla="*/ 533210 h 876300"/>
                <a:gd name="connsiteX6819" fmla="*/ 1396746 w 2419350"/>
                <a:gd name="connsiteY6819" fmla="*/ 537305 h 876300"/>
                <a:gd name="connsiteX6820" fmla="*/ 1396556 w 2419350"/>
                <a:gd name="connsiteY6820" fmla="*/ 539496 h 876300"/>
                <a:gd name="connsiteX6821" fmla="*/ 1396079 w 2419350"/>
                <a:gd name="connsiteY6821" fmla="*/ 541687 h 876300"/>
                <a:gd name="connsiteX6822" fmla="*/ 1394936 w 2419350"/>
                <a:gd name="connsiteY6822" fmla="*/ 544830 h 876300"/>
                <a:gd name="connsiteX6823" fmla="*/ 1393984 w 2419350"/>
                <a:gd name="connsiteY6823" fmla="*/ 549021 h 876300"/>
                <a:gd name="connsiteX6824" fmla="*/ 1393793 w 2419350"/>
                <a:gd name="connsiteY6824" fmla="*/ 551212 h 876300"/>
                <a:gd name="connsiteX6825" fmla="*/ 1394746 w 2419350"/>
                <a:gd name="connsiteY6825" fmla="*/ 553403 h 876300"/>
                <a:gd name="connsiteX6826" fmla="*/ 1394936 w 2419350"/>
                <a:gd name="connsiteY6826" fmla="*/ 553688 h 876300"/>
                <a:gd name="connsiteX6827" fmla="*/ 1395127 w 2419350"/>
                <a:gd name="connsiteY6827" fmla="*/ 553688 h 876300"/>
                <a:gd name="connsiteX6828" fmla="*/ 1395317 w 2419350"/>
                <a:gd name="connsiteY6828" fmla="*/ 553688 h 876300"/>
                <a:gd name="connsiteX6829" fmla="*/ 1395508 w 2419350"/>
                <a:gd name="connsiteY6829" fmla="*/ 553784 h 876300"/>
                <a:gd name="connsiteX6830" fmla="*/ 1395793 w 2419350"/>
                <a:gd name="connsiteY6830" fmla="*/ 554355 h 876300"/>
                <a:gd name="connsiteX6831" fmla="*/ 1398461 w 2419350"/>
                <a:gd name="connsiteY6831" fmla="*/ 557975 h 876300"/>
                <a:gd name="connsiteX6832" fmla="*/ 1399127 w 2419350"/>
                <a:gd name="connsiteY6832" fmla="*/ 558451 h 876300"/>
                <a:gd name="connsiteX6833" fmla="*/ 1402271 w 2419350"/>
                <a:gd name="connsiteY6833" fmla="*/ 559689 h 876300"/>
                <a:gd name="connsiteX6834" fmla="*/ 1403032 w 2419350"/>
                <a:gd name="connsiteY6834" fmla="*/ 559880 h 876300"/>
                <a:gd name="connsiteX6835" fmla="*/ 1403985 w 2419350"/>
                <a:gd name="connsiteY6835" fmla="*/ 560261 h 876300"/>
                <a:gd name="connsiteX6836" fmla="*/ 1405509 w 2419350"/>
                <a:gd name="connsiteY6836" fmla="*/ 562070 h 876300"/>
                <a:gd name="connsiteX6837" fmla="*/ 1406462 w 2419350"/>
                <a:gd name="connsiteY6837" fmla="*/ 562737 h 876300"/>
                <a:gd name="connsiteX6838" fmla="*/ 1406938 w 2419350"/>
                <a:gd name="connsiteY6838" fmla="*/ 562737 h 876300"/>
                <a:gd name="connsiteX6839" fmla="*/ 1407509 w 2419350"/>
                <a:gd name="connsiteY6839" fmla="*/ 562547 h 876300"/>
                <a:gd name="connsiteX6840" fmla="*/ 1407986 w 2419350"/>
                <a:gd name="connsiteY6840" fmla="*/ 562356 h 876300"/>
                <a:gd name="connsiteX6841" fmla="*/ 1408176 w 2419350"/>
                <a:gd name="connsiteY6841" fmla="*/ 562166 h 876300"/>
                <a:gd name="connsiteX6842" fmla="*/ 1408366 w 2419350"/>
                <a:gd name="connsiteY6842" fmla="*/ 561689 h 876300"/>
                <a:gd name="connsiteX6843" fmla="*/ 1408843 w 2419350"/>
                <a:gd name="connsiteY6843" fmla="*/ 561689 h 876300"/>
                <a:gd name="connsiteX6844" fmla="*/ 1409795 w 2419350"/>
                <a:gd name="connsiteY6844" fmla="*/ 561975 h 876300"/>
                <a:gd name="connsiteX6845" fmla="*/ 1411033 w 2419350"/>
                <a:gd name="connsiteY6845" fmla="*/ 561785 h 876300"/>
                <a:gd name="connsiteX6846" fmla="*/ 1411891 w 2419350"/>
                <a:gd name="connsiteY6846" fmla="*/ 561499 h 876300"/>
                <a:gd name="connsiteX6847" fmla="*/ 1412653 w 2419350"/>
                <a:gd name="connsiteY6847" fmla="*/ 561499 h 876300"/>
                <a:gd name="connsiteX6848" fmla="*/ 1413605 w 2419350"/>
                <a:gd name="connsiteY6848" fmla="*/ 561975 h 876300"/>
                <a:gd name="connsiteX6849" fmla="*/ 1415129 w 2419350"/>
                <a:gd name="connsiteY6849" fmla="*/ 563023 h 876300"/>
                <a:gd name="connsiteX6850" fmla="*/ 1416082 w 2419350"/>
                <a:gd name="connsiteY6850" fmla="*/ 563309 h 876300"/>
                <a:gd name="connsiteX6851" fmla="*/ 1421606 w 2419350"/>
                <a:gd name="connsiteY6851" fmla="*/ 563785 h 876300"/>
                <a:gd name="connsiteX6852" fmla="*/ 1422654 w 2419350"/>
                <a:gd name="connsiteY6852" fmla="*/ 563689 h 876300"/>
                <a:gd name="connsiteX6853" fmla="*/ 1424940 w 2419350"/>
                <a:gd name="connsiteY6853" fmla="*/ 563213 h 876300"/>
                <a:gd name="connsiteX6854" fmla="*/ 1426083 w 2419350"/>
                <a:gd name="connsiteY6854" fmla="*/ 563118 h 876300"/>
                <a:gd name="connsiteX6855" fmla="*/ 1426845 w 2419350"/>
                <a:gd name="connsiteY6855" fmla="*/ 562832 h 876300"/>
                <a:gd name="connsiteX6856" fmla="*/ 1427893 w 2419350"/>
                <a:gd name="connsiteY6856" fmla="*/ 561594 h 876300"/>
                <a:gd name="connsiteX6857" fmla="*/ 1428845 w 2419350"/>
                <a:gd name="connsiteY6857" fmla="*/ 561308 h 876300"/>
                <a:gd name="connsiteX6858" fmla="*/ 1428845 w 2419350"/>
                <a:gd name="connsiteY6858" fmla="*/ 560927 h 876300"/>
                <a:gd name="connsiteX6859" fmla="*/ 1427893 w 2419350"/>
                <a:gd name="connsiteY6859" fmla="*/ 560642 h 876300"/>
                <a:gd name="connsiteX6860" fmla="*/ 1427702 w 2419350"/>
                <a:gd name="connsiteY6860" fmla="*/ 560546 h 876300"/>
                <a:gd name="connsiteX6861" fmla="*/ 1426369 w 2419350"/>
                <a:gd name="connsiteY6861" fmla="*/ 559308 h 876300"/>
                <a:gd name="connsiteX6862" fmla="*/ 1425131 w 2419350"/>
                <a:gd name="connsiteY6862" fmla="*/ 557879 h 876300"/>
                <a:gd name="connsiteX6863" fmla="*/ 1424273 w 2419350"/>
                <a:gd name="connsiteY6863" fmla="*/ 556070 h 876300"/>
                <a:gd name="connsiteX6864" fmla="*/ 1424083 w 2419350"/>
                <a:gd name="connsiteY6864" fmla="*/ 553688 h 876300"/>
                <a:gd name="connsiteX6865" fmla="*/ 1424559 w 2419350"/>
                <a:gd name="connsiteY6865" fmla="*/ 551688 h 876300"/>
                <a:gd name="connsiteX6866" fmla="*/ 1425512 w 2419350"/>
                <a:gd name="connsiteY6866" fmla="*/ 549402 h 876300"/>
                <a:gd name="connsiteX6867" fmla="*/ 1426655 w 2419350"/>
                <a:gd name="connsiteY6867" fmla="*/ 547306 h 876300"/>
                <a:gd name="connsiteX6868" fmla="*/ 1427702 w 2419350"/>
                <a:gd name="connsiteY6868" fmla="*/ 546068 h 876300"/>
                <a:gd name="connsiteX6869" fmla="*/ 1428179 w 2419350"/>
                <a:gd name="connsiteY6869" fmla="*/ 545973 h 876300"/>
                <a:gd name="connsiteX6870" fmla="*/ 1430083 w 2419350"/>
                <a:gd name="connsiteY6870" fmla="*/ 545783 h 876300"/>
                <a:gd name="connsiteX6871" fmla="*/ 1430369 w 2419350"/>
                <a:gd name="connsiteY6871" fmla="*/ 545592 h 876300"/>
                <a:gd name="connsiteX6872" fmla="*/ 1431322 w 2419350"/>
                <a:gd name="connsiteY6872" fmla="*/ 544830 h 876300"/>
                <a:gd name="connsiteX6873" fmla="*/ 1432560 w 2419350"/>
                <a:gd name="connsiteY6873" fmla="*/ 544544 h 876300"/>
                <a:gd name="connsiteX6874" fmla="*/ 1433036 w 2419350"/>
                <a:gd name="connsiteY6874" fmla="*/ 544259 h 876300"/>
                <a:gd name="connsiteX6875" fmla="*/ 1433893 w 2419350"/>
                <a:gd name="connsiteY6875" fmla="*/ 543592 h 876300"/>
                <a:gd name="connsiteX6876" fmla="*/ 1434274 w 2419350"/>
                <a:gd name="connsiteY6876" fmla="*/ 543401 h 876300"/>
                <a:gd name="connsiteX6877" fmla="*/ 1434656 w 2419350"/>
                <a:gd name="connsiteY6877" fmla="*/ 543306 h 876300"/>
                <a:gd name="connsiteX6878" fmla="*/ 1438084 w 2419350"/>
                <a:gd name="connsiteY6878" fmla="*/ 543116 h 876300"/>
                <a:gd name="connsiteX6879" fmla="*/ 1440466 w 2419350"/>
                <a:gd name="connsiteY6879" fmla="*/ 542639 h 876300"/>
                <a:gd name="connsiteX6880" fmla="*/ 1442656 w 2419350"/>
                <a:gd name="connsiteY6880" fmla="*/ 541877 h 876300"/>
                <a:gd name="connsiteX6881" fmla="*/ 1444657 w 2419350"/>
                <a:gd name="connsiteY6881" fmla="*/ 540734 h 876300"/>
                <a:gd name="connsiteX6882" fmla="*/ 1446371 w 2419350"/>
                <a:gd name="connsiteY6882" fmla="*/ 541496 h 876300"/>
                <a:gd name="connsiteX6883" fmla="*/ 1448181 w 2419350"/>
                <a:gd name="connsiteY6883" fmla="*/ 541687 h 876300"/>
                <a:gd name="connsiteX6884" fmla="*/ 1449991 w 2419350"/>
                <a:gd name="connsiteY6884" fmla="*/ 541306 h 876300"/>
                <a:gd name="connsiteX6885" fmla="*/ 1451705 w 2419350"/>
                <a:gd name="connsiteY6885" fmla="*/ 540163 h 876300"/>
                <a:gd name="connsiteX6886" fmla="*/ 1453610 w 2419350"/>
                <a:gd name="connsiteY6886" fmla="*/ 539591 h 876300"/>
                <a:gd name="connsiteX6887" fmla="*/ 1455801 w 2419350"/>
                <a:gd name="connsiteY6887" fmla="*/ 540163 h 876300"/>
                <a:gd name="connsiteX6888" fmla="*/ 1457325 w 2419350"/>
                <a:gd name="connsiteY6888" fmla="*/ 541401 h 876300"/>
                <a:gd name="connsiteX6889" fmla="*/ 1457325 w 2419350"/>
                <a:gd name="connsiteY6889" fmla="*/ 542735 h 876300"/>
                <a:gd name="connsiteX6890" fmla="*/ 1457992 w 2419350"/>
                <a:gd name="connsiteY6890" fmla="*/ 543878 h 876300"/>
                <a:gd name="connsiteX6891" fmla="*/ 1458468 w 2419350"/>
                <a:gd name="connsiteY6891" fmla="*/ 544068 h 876300"/>
                <a:gd name="connsiteX6892" fmla="*/ 1459135 w 2419350"/>
                <a:gd name="connsiteY6892" fmla="*/ 543497 h 876300"/>
                <a:gd name="connsiteX6893" fmla="*/ 1458849 w 2419350"/>
                <a:gd name="connsiteY6893" fmla="*/ 543211 h 876300"/>
                <a:gd name="connsiteX6894" fmla="*/ 1458754 w 2419350"/>
                <a:gd name="connsiteY6894" fmla="*/ 542830 h 876300"/>
                <a:gd name="connsiteX6895" fmla="*/ 1458849 w 2419350"/>
                <a:gd name="connsiteY6895" fmla="*/ 542544 h 876300"/>
                <a:gd name="connsiteX6896" fmla="*/ 1459421 w 2419350"/>
                <a:gd name="connsiteY6896" fmla="*/ 542544 h 876300"/>
                <a:gd name="connsiteX6897" fmla="*/ 1460754 w 2419350"/>
                <a:gd name="connsiteY6897" fmla="*/ 544163 h 876300"/>
                <a:gd name="connsiteX6898" fmla="*/ 1461325 w 2419350"/>
                <a:gd name="connsiteY6898" fmla="*/ 544354 h 876300"/>
                <a:gd name="connsiteX6899" fmla="*/ 1461992 w 2419350"/>
                <a:gd name="connsiteY6899" fmla="*/ 544259 h 876300"/>
                <a:gd name="connsiteX6900" fmla="*/ 1462564 w 2419350"/>
                <a:gd name="connsiteY6900" fmla="*/ 543878 h 876300"/>
                <a:gd name="connsiteX6901" fmla="*/ 1462754 w 2419350"/>
                <a:gd name="connsiteY6901" fmla="*/ 543306 h 876300"/>
                <a:gd name="connsiteX6902" fmla="*/ 1462754 w 2419350"/>
                <a:gd name="connsiteY6902" fmla="*/ 542354 h 876300"/>
                <a:gd name="connsiteX6903" fmla="*/ 1462659 w 2419350"/>
                <a:gd name="connsiteY6903" fmla="*/ 541972 h 876300"/>
                <a:gd name="connsiteX6904" fmla="*/ 1462373 w 2419350"/>
                <a:gd name="connsiteY6904" fmla="*/ 541306 h 876300"/>
                <a:gd name="connsiteX6905" fmla="*/ 1462373 w 2419350"/>
                <a:gd name="connsiteY6905" fmla="*/ 540925 h 876300"/>
                <a:gd name="connsiteX6906" fmla="*/ 1462564 w 2419350"/>
                <a:gd name="connsiteY6906" fmla="*/ 540734 h 876300"/>
                <a:gd name="connsiteX6907" fmla="*/ 1462659 w 2419350"/>
                <a:gd name="connsiteY6907" fmla="*/ 540544 h 876300"/>
                <a:gd name="connsiteX6908" fmla="*/ 1462468 w 2419350"/>
                <a:gd name="connsiteY6908" fmla="*/ 540163 h 876300"/>
                <a:gd name="connsiteX6909" fmla="*/ 1462278 w 2419350"/>
                <a:gd name="connsiteY6909" fmla="*/ 540068 h 876300"/>
                <a:gd name="connsiteX6910" fmla="*/ 1461611 w 2419350"/>
                <a:gd name="connsiteY6910" fmla="*/ 540163 h 876300"/>
                <a:gd name="connsiteX6911" fmla="*/ 1461421 w 2419350"/>
                <a:gd name="connsiteY6911" fmla="*/ 540163 h 876300"/>
                <a:gd name="connsiteX6912" fmla="*/ 1461040 w 2419350"/>
                <a:gd name="connsiteY6912" fmla="*/ 539687 h 876300"/>
                <a:gd name="connsiteX6913" fmla="*/ 1460468 w 2419350"/>
                <a:gd name="connsiteY6913" fmla="*/ 538639 h 876300"/>
                <a:gd name="connsiteX6914" fmla="*/ 1460182 w 2419350"/>
                <a:gd name="connsiteY6914" fmla="*/ 538163 h 876300"/>
                <a:gd name="connsiteX6915" fmla="*/ 1457992 w 2419350"/>
                <a:gd name="connsiteY6915" fmla="*/ 536162 h 876300"/>
                <a:gd name="connsiteX6916" fmla="*/ 1457420 w 2419350"/>
                <a:gd name="connsiteY6916" fmla="*/ 535114 h 876300"/>
                <a:gd name="connsiteX6917" fmla="*/ 1458944 w 2419350"/>
                <a:gd name="connsiteY6917" fmla="*/ 535305 h 876300"/>
                <a:gd name="connsiteX6918" fmla="*/ 1460182 w 2419350"/>
                <a:gd name="connsiteY6918" fmla="*/ 536067 h 876300"/>
                <a:gd name="connsiteX6919" fmla="*/ 1462088 w 2419350"/>
                <a:gd name="connsiteY6919" fmla="*/ 537972 h 876300"/>
                <a:gd name="connsiteX6920" fmla="*/ 1465707 w 2419350"/>
                <a:gd name="connsiteY6920" fmla="*/ 540639 h 876300"/>
                <a:gd name="connsiteX6921" fmla="*/ 1466469 w 2419350"/>
                <a:gd name="connsiteY6921" fmla="*/ 541592 h 876300"/>
                <a:gd name="connsiteX6922" fmla="*/ 1467136 w 2419350"/>
                <a:gd name="connsiteY6922" fmla="*/ 540830 h 876300"/>
                <a:gd name="connsiteX6923" fmla="*/ 1467422 w 2419350"/>
                <a:gd name="connsiteY6923" fmla="*/ 540068 h 876300"/>
                <a:gd name="connsiteX6924" fmla="*/ 1467803 w 2419350"/>
                <a:gd name="connsiteY6924" fmla="*/ 539591 h 876300"/>
                <a:gd name="connsiteX6925" fmla="*/ 1468850 w 2419350"/>
                <a:gd name="connsiteY6925" fmla="*/ 539401 h 876300"/>
                <a:gd name="connsiteX6926" fmla="*/ 1469612 w 2419350"/>
                <a:gd name="connsiteY6926" fmla="*/ 539020 h 876300"/>
                <a:gd name="connsiteX6927" fmla="*/ 1469898 w 2419350"/>
                <a:gd name="connsiteY6927" fmla="*/ 538067 h 876300"/>
                <a:gd name="connsiteX6928" fmla="*/ 1469803 w 2419350"/>
                <a:gd name="connsiteY6928" fmla="*/ 535877 h 876300"/>
                <a:gd name="connsiteX6929" fmla="*/ 1469326 w 2419350"/>
                <a:gd name="connsiteY6929" fmla="*/ 533686 h 876300"/>
                <a:gd name="connsiteX6930" fmla="*/ 1469231 w 2419350"/>
                <a:gd name="connsiteY6930" fmla="*/ 532638 h 876300"/>
                <a:gd name="connsiteX6931" fmla="*/ 1469993 w 2419350"/>
                <a:gd name="connsiteY6931" fmla="*/ 531019 h 876300"/>
                <a:gd name="connsiteX6932" fmla="*/ 1470089 w 2419350"/>
                <a:gd name="connsiteY6932" fmla="*/ 530066 h 876300"/>
                <a:gd name="connsiteX6933" fmla="*/ 1469993 w 2419350"/>
                <a:gd name="connsiteY6933" fmla="*/ 529019 h 876300"/>
                <a:gd name="connsiteX6934" fmla="*/ 1469231 w 2419350"/>
                <a:gd name="connsiteY6934" fmla="*/ 525875 h 876300"/>
                <a:gd name="connsiteX6935" fmla="*/ 1468183 w 2419350"/>
                <a:gd name="connsiteY6935" fmla="*/ 523589 h 876300"/>
                <a:gd name="connsiteX6936" fmla="*/ 1466755 w 2419350"/>
                <a:gd name="connsiteY6936" fmla="*/ 521684 h 876300"/>
                <a:gd name="connsiteX6937" fmla="*/ 1464755 w 2419350"/>
                <a:gd name="connsiteY6937" fmla="*/ 520827 h 876300"/>
                <a:gd name="connsiteX6938" fmla="*/ 1463040 w 2419350"/>
                <a:gd name="connsiteY6938" fmla="*/ 521208 h 876300"/>
                <a:gd name="connsiteX6939" fmla="*/ 1463802 w 2419350"/>
                <a:gd name="connsiteY6939" fmla="*/ 522542 h 876300"/>
                <a:gd name="connsiteX6940" fmla="*/ 1466564 w 2419350"/>
                <a:gd name="connsiteY6940" fmla="*/ 525399 h 876300"/>
                <a:gd name="connsiteX6941" fmla="*/ 1465231 w 2419350"/>
                <a:gd name="connsiteY6941" fmla="*/ 525875 h 876300"/>
                <a:gd name="connsiteX6942" fmla="*/ 1463231 w 2419350"/>
                <a:gd name="connsiteY6942" fmla="*/ 525875 h 876300"/>
                <a:gd name="connsiteX6943" fmla="*/ 1461135 w 2419350"/>
                <a:gd name="connsiteY6943" fmla="*/ 525494 h 876300"/>
                <a:gd name="connsiteX6944" fmla="*/ 1459706 w 2419350"/>
                <a:gd name="connsiteY6944" fmla="*/ 524732 h 876300"/>
                <a:gd name="connsiteX6945" fmla="*/ 1459706 w 2419350"/>
                <a:gd name="connsiteY6945" fmla="*/ 525113 h 876300"/>
                <a:gd name="connsiteX6946" fmla="*/ 1459611 w 2419350"/>
                <a:gd name="connsiteY6946" fmla="*/ 525589 h 876300"/>
                <a:gd name="connsiteX6947" fmla="*/ 1459516 w 2419350"/>
                <a:gd name="connsiteY6947" fmla="*/ 525971 h 876300"/>
                <a:gd name="connsiteX6948" fmla="*/ 1459325 w 2419350"/>
                <a:gd name="connsiteY6948" fmla="*/ 526161 h 876300"/>
                <a:gd name="connsiteX6949" fmla="*/ 1458468 w 2419350"/>
                <a:gd name="connsiteY6949" fmla="*/ 525971 h 876300"/>
                <a:gd name="connsiteX6950" fmla="*/ 1457801 w 2419350"/>
                <a:gd name="connsiteY6950" fmla="*/ 525113 h 876300"/>
                <a:gd name="connsiteX6951" fmla="*/ 1457325 w 2419350"/>
                <a:gd name="connsiteY6951" fmla="*/ 524066 h 876300"/>
                <a:gd name="connsiteX6952" fmla="*/ 1457134 w 2419350"/>
                <a:gd name="connsiteY6952" fmla="*/ 523113 h 876300"/>
                <a:gd name="connsiteX6953" fmla="*/ 1457230 w 2419350"/>
                <a:gd name="connsiteY6953" fmla="*/ 520922 h 876300"/>
                <a:gd name="connsiteX6954" fmla="*/ 1457134 w 2419350"/>
                <a:gd name="connsiteY6954" fmla="*/ 519970 h 876300"/>
                <a:gd name="connsiteX6955" fmla="*/ 1456754 w 2419350"/>
                <a:gd name="connsiteY6955" fmla="*/ 519113 h 876300"/>
                <a:gd name="connsiteX6956" fmla="*/ 1455991 w 2419350"/>
                <a:gd name="connsiteY6956" fmla="*/ 518446 h 876300"/>
                <a:gd name="connsiteX6957" fmla="*/ 1454944 w 2419350"/>
                <a:gd name="connsiteY6957" fmla="*/ 517970 h 876300"/>
                <a:gd name="connsiteX6958" fmla="*/ 1453801 w 2419350"/>
                <a:gd name="connsiteY6958" fmla="*/ 517684 h 876300"/>
                <a:gd name="connsiteX6959" fmla="*/ 1451229 w 2419350"/>
                <a:gd name="connsiteY6959" fmla="*/ 517493 h 876300"/>
                <a:gd name="connsiteX6960" fmla="*/ 1451134 w 2419350"/>
                <a:gd name="connsiteY6960" fmla="*/ 517208 h 876300"/>
                <a:gd name="connsiteX6961" fmla="*/ 1451896 w 2419350"/>
                <a:gd name="connsiteY6961" fmla="*/ 516827 h 876300"/>
                <a:gd name="connsiteX6962" fmla="*/ 1453039 w 2419350"/>
                <a:gd name="connsiteY6962" fmla="*/ 516446 h 876300"/>
                <a:gd name="connsiteX6963" fmla="*/ 1454372 w 2419350"/>
                <a:gd name="connsiteY6963" fmla="*/ 516350 h 876300"/>
                <a:gd name="connsiteX6964" fmla="*/ 1454944 w 2419350"/>
                <a:gd name="connsiteY6964" fmla="*/ 516160 h 876300"/>
                <a:gd name="connsiteX6965" fmla="*/ 1455325 w 2419350"/>
                <a:gd name="connsiteY6965" fmla="*/ 515303 h 876300"/>
                <a:gd name="connsiteX6966" fmla="*/ 1455706 w 2419350"/>
                <a:gd name="connsiteY6966" fmla="*/ 515017 h 876300"/>
                <a:gd name="connsiteX6967" fmla="*/ 1456087 w 2419350"/>
                <a:gd name="connsiteY6967" fmla="*/ 514731 h 876300"/>
                <a:gd name="connsiteX6968" fmla="*/ 1457230 w 2419350"/>
                <a:gd name="connsiteY6968" fmla="*/ 514350 h 876300"/>
                <a:gd name="connsiteX6969" fmla="*/ 1457325 w 2419350"/>
                <a:gd name="connsiteY6969" fmla="*/ 513779 h 876300"/>
                <a:gd name="connsiteX6970" fmla="*/ 1457039 w 2419350"/>
                <a:gd name="connsiteY6970" fmla="*/ 513207 h 876300"/>
                <a:gd name="connsiteX6971" fmla="*/ 1456658 w 2419350"/>
                <a:gd name="connsiteY6971" fmla="*/ 512826 h 876300"/>
                <a:gd name="connsiteX6972" fmla="*/ 1456182 w 2419350"/>
                <a:gd name="connsiteY6972" fmla="*/ 512636 h 876300"/>
                <a:gd name="connsiteX6973" fmla="*/ 1455611 w 2419350"/>
                <a:gd name="connsiteY6973" fmla="*/ 512540 h 876300"/>
                <a:gd name="connsiteX6974" fmla="*/ 1451991 w 2419350"/>
                <a:gd name="connsiteY6974" fmla="*/ 512540 h 876300"/>
                <a:gd name="connsiteX6975" fmla="*/ 1450943 w 2419350"/>
                <a:gd name="connsiteY6975" fmla="*/ 512350 h 876300"/>
                <a:gd name="connsiteX6976" fmla="*/ 1449896 w 2419350"/>
                <a:gd name="connsiteY6976" fmla="*/ 511683 h 876300"/>
                <a:gd name="connsiteX6977" fmla="*/ 1446848 w 2419350"/>
                <a:gd name="connsiteY6977" fmla="*/ 507492 h 876300"/>
                <a:gd name="connsiteX6978" fmla="*/ 1445895 w 2419350"/>
                <a:gd name="connsiteY6978" fmla="*/ 505396 h 876300"/>
                <a:gd name="connsiteX6979" fmla="*/ 1445228 w 2419350"/>
                <a:gd name="connsiteY6979" fmla="*/ 504635 h 876300"/>
                <a:gd name="connsiteX6980" fmla="*/ 1444085 w 2419350"/>
                <a:gd name="connsiteY6980" fmla="*/ 504254 h 876300"/>
                <a:gd name="connsiteX6981" fmla="*/ 1441799 w 2419350"/>
                <a:gd name="connsiteY6981" fmla="*/ 504444 h 876300"/>
                <a:gd name="connsiteX6982" fmla="*/ 1440656 w 2419350"/>
                <a:gd name="connsiteY6982" fmla="*/ 504349 h 876300"/>
                <a:gd name="connsiteX6983" fmla="*/ 1439608 w 2419350"/>
                <a:gd name="connsiteY6983" fmla="*/ 503872 h 876300"/>
                <a:gd name="connsiteX6984" fmla="*/ 1439037 w 2419350"/>
                <a:gd name="connsiteY6984" fmla="*/ 503111 h 876300"/>
                <a:gd name="connsiteX6985" fmla="*/ 1438561 w 2419350"/>
                <a:gd name="connsiteY6985" fmla="*/ 502253 h 876300"/>
                <a:gd name="connsiteX6986" fmla="*/ 1438084 w 2419350"/>
                <a:gd name="connsiteY6986" fmla="*/ 501587 h 876300"/>
                <a:gd name="connsiteX6987" fmla="*/ 1437323 w 2419350"/>
                <a:gd name="connsiteY6987" fmla="*/ 501301 h 876300"/>
                <a:gd name="connsiteX6988" fmla="*/ 1436180 w 2419350"/>
                <a:gd name="connsiteY6988" fmla="*/ 501110 h 876300"/>
                <a:gd name="connsiteX6989" fmla="*/ 1435227 w 2419350"/>
                <a:gd name="connsiteY6989" fmla="*/ 500634 h 876300"/>
                <a:gd name="connsiteX6990" fmla="*/ 1434465 w 2419350"/>
                <a:gd name="connsiteY6990" fmla="*/ 499967 h 876300"/>
                <a:gd name="connsiteX6991" fmla="*/ 1433893 w 2419350"/>
                <a:gd name="connsiteY6991" fmla="*/ 499205 h 876300"/>
                <a:gd name="connsiteX6992" fmla="*/ 1432846 w 2419350"/>
                <a:gd name="connsiteY6992" fmla="*/ 497396 h 876300"/>
                <a:gd name="connsiteX6993" fmla="*/ 1432465 w 2419350"/>
                <a:gd name="connsiteY6993" fmla="*/ 496253 h 876300"/>
                <a:gd name="connsiteX6994" fmla="*/ 1432560 w 2419350"/>
                <a:gd name="connsiteY6994" fmla="*/ 495491 h 876300"/>
                <a:gd name="connsiteX6995" fmla="*/ 1433131 w 2419350"/>
                <a:gd name="connsiteY6995" fmla="*/ 495205 h 876300"/>
                <a:gd name="connsiteX6996" fmla="*/ 1434370 w 2419350"/>
                <a:gd name="connsiteY6996" fmla="*/ 494824 h 876300"/>
                <a:gd name="connsiteX6997" fmla="*/ 1434941 w 2419350"/>
                <a:gd name="connsiteY6997" fmla="*/ 494633 h 876300"/>
                <a:gd name="connsiteX6998" fmla="*/ 1435513 w 2419350"/>
                <a:gd name="connsiteY6998" fmla="*/ 494252 h 876300"/>
                <a:gd name="connsiteX6999" fmla="*/ 1435798 w 2419350"/>
                <a:gd name="connsiteY6999" fmla="*/ 494062 h 876300"/>
                <a:gd name="connsiteX7000" fmla="*/ 1435989 w 2419350"/>
                <a:gd name="connsiteY7000" fmla="*/ 493776 h 876300"/>
                <a:gd name="connsiteX7001" fmla="*/ 1436846 w 2419350"/>
                <a:gd name="connsiteY7001" fmla="*/ 492157 h 876300"/>
                <a:gd name="connsiteX7002" fmla="*/ 1437227 w 2419350"/>
                <a:gd name="connsiteY7002" fmla="*/ 491014 h 876300"/>
                <a:gd name="connsiteX7003" fmla="*/ 1437323 w 2419350"/>
                <a:gd name="connsiteY7003" fmla="*/ 489966 h 876300"/>
                <a:gd name="connsiteX7004" fmla="*/ 1436846 w 2419350"/>
                <a:gd name="connsiteY7004" fmla="*/ 489109 h 876300"/>
                <a:gd name="connsiteX7005" fmla="*/ 1436180 w 2419350"/>
                <a:gd name="connsiteY7005" fmla="*/ 488537 h 876300"/>
                <a:gd name="connsiteX7006" fmla="*/ 1435608 w 2419350"/>
                <a:gd name="connsiteY7006" fmla="*/ 487871 h 876300"/>
                <a:gd name="connsiteX7007" fmla="*/ 1435227 w 2419350"/>
                <a:gd name="connsiteY7007" fmla="*/ 487109 h 876300"/>
                <a:gd name="connsiteX7008" fmla="*/ 1435132 w 2419350"/>
                <a:gd name="connsiteY7008" fmla="*/ 486156 h 876300"/>
                <a:gd name="connsiteX7009" fmla="*/ 1435798 w 2419350"/>
                <a:gd name="connsiteY7009" fmla="*/ 486442 h 876300"/>
                <a:gd name="connsiteX7010" fmla="*/ 1436180 w 2419350"/>
                <a:gd name="connsiteY7010" fmla="*/ 486156 h 876300"/>
                <a:gd name="connsiteX7011" fmla="*/ 1436370 w 2419350"/>
                <a:gd name="connsiteY7011" fmla="*/ 485680 h 876300"/>
                <a:gd name="connsiteX7012" fmla="*/ 1436465 w 2419350"/>
                <a:gd name="connsiteY7012" fmla="*/ 485108 h 876300"/>
                <a:gd name="connsiteX7013" fmla="*/ 1437323 w 2419350"/>
                <a:gd name="connsiteY7013" fmla="*/ 485585 h 876300"/>
                <a:gd name="connsiteX7014" fmla="*/ 1438180 w 2419350"/>
                <a:gd name="connsiteY7014" fmla="*/ 485870 h 876300"/>
                <a:gd name="connsiteX7015" fmla="*/ 1438942 w 2419350"/>
                <a:gd name="connsiteY7015" fmla="*/ 486251 h 876300"/>
                <a:gd name="connsiteX7016" fmla="*/ 1439418 w 2419350"/>
                <a:gd name="connsiteY7016" fmla="*/ 487013 h 876300"/>
                <a:gd name="connsiteX7017" fmla="*/ 1439228 w 2419350"/>
                <a:gd name="connsiteY7017" fmla="*/ 487204 h 876300"/>
                <a:gd name="connsiteX7018" fmla="*/ 1438942 w 2419350"/>
                <a:gd name="connsiteY7018" fmla="*/ 487680 h 876300"/>
                <a:gd name="connsiteX7019" fmla="*/ 1439894 w 2419350"/>
                <a:gd name="connsiteY7019" fmla="*/ 487775 h 876300"/>
                <a:gd name="connsiteX7020" fmla="*/ 1440751 w 2419350"/>
                <a:gd name="connsiteY7020" fmla="*/ 488252 h 876300"/>
                <a:gd name="connsiteX7021" fmla="*/ 1441132 w 2419350"/>
                <a:gd name="connsiteY7021" fmla="*/ 488918 h 876300"/>
                <a:gd name="connsiteX7022" fmla="*/ 1440751 w 2419350"/>
                <a:gd name="connsiteY7022" fmla="*/ 489490 h 876300"/>
                <a:gd name="connsiteX7023" fmla="*/ 1441609 w 2419350"/>
                <a:gd name="connsiteY7023" fmla="*/ 489585 h 876300"/>
                <a:gd name="connsiteX7024" fmla="*/ 1441895 w 2419350"/>
                <a:gd name="connsiteY7024" fmla="*/ 488537 h 876300"/>
                <a:gd name="connsiteX7025" fmla="*/ 1441704 w 2419350"/>
                <a:gd name="connsiteY7025" fmla="*/ 487109 h 876300"/>
                <a:gd name="connsiteX7026" fmla="*/ 1441323 w 2419350"/>
                <a:gd name="connsiteY7026" fmla="*/ 486061 h 876300"/>
                <a:gd name="connsiteX7027" fmla="*/ 1440656 w 2419350"/>
                <a:gd name="connsiteY7027" fmla="*/ 485585 h 876300"/>
                <a:gd name="connsiteX7028" fmla="*/ 1438370 w 2419350"/>
                <a:gd name="connsiteY7028" fmla="*/ 484632 h 876300"/>
                <a:gd name="connsiteX7029" fmla="*/ 1437704 w 2419350"/>
                <a:gd name="connsiteY7029" fmla="*/ 484442 h 876300"/>
                <a:gd name="connsiteX7030" fmla="*/ 1437323 w 2419350"/>
                <a:gd name="connsiteY7030" fmla="*/ 482918 h 876300"/>
                <a:gd name="connsiteX7031" fmla="*/ 1438656 w 2419350"/>
                <a:gd name="connsiteY7031" fmla="*/ 479965 h 876300"/>
                <a:gd name="connsiteX7032" fmla="*/ 1439608 w 2419350"/>
                <a:gd name="connsiteY7032" fmla="*/ 478917 h 876300"/>
                <a:gd name="connsiteX7033" fmla="*/ 1440561 w 2419350"/>
                <a:gd name="connsiteY7033" fmla="*/ 477869 h 876300"/>
                <a:gd name="connsiteX7034" fmla="*/ 1441895 w 2419350"/>
                <a:gd name="connsiteY7034" fmla="*/ 478917 h 876300"/>
                <a:gd name="connsiteX7035" fmla="*/ 1442085 w 2419350"/>
                <a:gd name="connsiteY7035" fmla="*/ 478727 h 876300"/>
                <a:gd name="connsiteX7036" fmla="*/ 1442275 w 2419350"/>
                <a:gd name="connsiteY7036" fmla="*/ 478536 h 876300"/>
                <a:gd name="connsiteX7037" fmla="*/ 1442561 w 2419350"/>
                <a:gd name="connsiteY7037" fmla="*/ 478441 h 876300"/>
                <a:gd name="connsiteX7038" fmla="*/ 1442942 w 2419350"/>
                <a:gd name="connsiteY7038" fmla="*/ 478536 h 876300"/>
                <a:gd name="connsiteX7039" fmla="*/ 1443514 w 2419350"/>
                <a:gd name="connsiteY7039" fmla="*/ 478917 h 876300"/>
                <a:gd name="connsiteX7040" fmla="*/ 1443799 w 2419350"/>
                <a:gd name="connsiteY7040" fmla="*/ 479203 h 876300"/>
                <a:gd name="connsiteX7041" fmla="*/ 1443704 w 2419350"/>
                <a:gd name="connsiteY7041" fmla="*/ 479298 h 876300"/>
                <a:gd name="connsiteX7042" fmla="*/ 1444371 w 2419350"/>
                <a:gd name="connsiteY7042" fmla="*/ 479298 h 876300"/>
                <a:gd name="connsiteX7043" fmla="*/ 1444562 w 2419350"/>
                <a:gd name="connsiteY7043" fmla="*/ 479108 h 876300"/>
                <a:gd name="connsiteX7044" fmla="*/ 1444562 w 2419350"/>
                <a:gd name="connsiteY7044" fmla="*/ 478631 h 876300"/>
                <a:gd name="connsiteX7045" fmla="*/ 1444752 w 2419350"/>
                <a:gd name="connsiteY7045" fmla="*/ 477774 h 876300"/>
                <a:gd name="connsiteX7046" fmla="*/ 1444752 w 2419350"/>
                <a:gd name="connsiteY7046" fmla="*/ 477393 h 876300"/>
                <a:gd name="connsiteX7047" fmla="*/ 1444657 w 2419350"/>
                <a:gd name="connsiteY7047" fmla="*/ 476631 h 876300"/>
                <a:gd name="connsiteX7048" fmla="*/ 1444752 w 2419350"/>
                <a:gd name="connsiteY7048" fmla="*/ 476345 h 876300"/>
                <a:gd name="connsiteX7049" fmla="*/ 1445038 w 2419350"/>
                <a:gd name="connsiteY7049" fmla="*/ 476060 h 876300"/>
                <a:gd name="connsiteX7050" fmla="*/ 1445895 w 2419350"/>
                <a:gd name="connsiteY7050" fmla="*/ 475774 h 876300"/>
                <a:gd name="connsiteX7051" fmla="*/ 1446181 w 2419350"/>
                <a:gd name="connsiteY7051" fmla="*/ 475583 h 876300"/>
                <a:gd name="connsiteX7052" fmla="*/ 1446562 w 2419350"/>
                <a:gd name="connsiteY7052" fmla="*/ 474821 h 876300"/>
                <a:gd name="connsiteX7053" fmla="*/ 1446562 w 2419350"/>
                <a:gd name="connsiteY7053" fmla="*/ 474250 h 876300"/>
                <a:gd name="connsiteX7054" fmla="*/ 1446276 w 2419350"/>
                <a:gd name="connsiteY7054" fmla="*/ 474059 h 876300"/>
                <a:gd name="connsiteX7055" fmla="*/ 1445705 w 2419350"/>
                <a:gd name="connsiteY7055" fmla="*/ 474536 h 876300"/>
                <a:gd name="connsiteX7056" fmla="*/ 1445133 w 2419350"/>
                <a:gd name="connsiteY7056" fmla="*/ 474155 h 876300"/>
                <a:gd name="connsiteX7057" fmla="*/ 1444752 w 2419350"/>
                <a:gd name="connsiteY7057" fmla="*/ 473678 h 876300"/>
                <a:gd name="connsiteX7058" fmla="*/ 1444466 w 2419350"/>
                <a:gd name="connsiteY7058" fmla="*/ 473107 h 876300"/>
                <a:gd name="connsiteX7059" fmla="*/ 1444276 w 2419350"/>
                <a:gd name="connsiteY7059" fmla="*/ 472345 h 876300"/>
                <a:gd name="connsiteX7060" fmla="*/ 1443704 w 2419350"/>
                <a:gd name="connsiteY7060" fmla="*/ 472630 h 876300"/>
                <a:gd name="connsiteX7061" fmla="*/ 1443038 w 2419350"/>
                <a:gd name="connsiteY7061" fmla="*/ 473107 h 876300"/>
                <a:gd name="connsiteX7062" fmla="*/ 1442371 w 2419350"/>
                <a:gd name="connsiteY7062" fmla="*/ 473393 h 876300"/>
                <a:gd name="connsiteX7063" fmla="*/ 1441895 w 2419350"/>
                <a:gd name="connsiteY7063" fmla="*/ 473297 h 876300"/>
                <a:gd name="connsiteX7064" fmla="*/ 1438084 w 2419350"/>
                <a:gd name="connsiteY7064" fmla="*/ 469583 h 876300"/>
                <a:gd name="connsiteX7065" fmla="*/ 1436656 w 2419350"/>
                <a:gd name="connsiteY7065" fmla="*/ 468725 h 876300"/>
                <a:gd name="connsiteX7066" fmla="*/ 1436275 w 2419350"/>
                <a:gd name="connsiteY7066" fmla="*/ 468439 h 876300"/>
                <a:gd name="connsiteX7067" fmla="*/ 1435798 w 2419350"/>
                <a:gd name="connsiteY7067" fmla="*/ 466439 h 876300"/>
                <a:gd name="connsiteX7068" fmla="*/ 1437037 w 2419350"/>
                <a:gd name="connsiteY7068" fmla="*/ 464439 h 876300"/>
                <a:gd name="connsiteX7069" fmla="*/ 1437989 w 2419350"/>
                <a:gd name="connsiteY7069" fmla="*/ 462439 h 876300"/>
                <a:gd name="connsiteX7070" fmla="*/ 1436656 w 2419350"/>
                <a:gd name="connsiteY7070" fmla="*/ 460438 h 876300"/>
                <a:gd name="connsiteX7071" fmla="*/ 1435513 w 2419350"/>
                <a:gd name="connsiteY7071" fmla="*/ 459962 h 876300"/>
                <a:gd name="connsiteX7072" fmla="*/ 1434370 w 2419350"/>
                <a:gd name="connsiteY7072" fmla="*/ 459772 h 876300"/>
                <a:gd name="connsiteX7073" fmla="*/ 1432370 w 2419350"/>
                <a:gd name="connsiteY7073" fmla="*/ 459772 h 876300"/>
                <a:gd name="connsiteX7074" fmla="*/ 1431607 w 2419350"/>
                <a:gd name="connsiteY7074" fmla="*/ 459296 h 876300"/>
                <a:gd name="connsiteX7075" fmla="*/ 1431226 w 2419350"/>
                <a:gd name="connsiteY7075" fmla="*/ 458248 h 876300"/>
                <a:gd name="connsiteX7076" fmla="*/ 1431036 w 2419350"/>
                <a:gd name="connsiteY7076" fmla="*/ 457010 h 876300"/>
                <a:gd name="connsiteX7077" fmla="*/ 1430846 w 2419350"/>
                <a:gd name="connsiteY7077" fmla="*/ 456152 h 876300"/>
                <a:gd name="connsiteX7078" fmla="*/ 1430464 w 2419350"/>
                <a:gd name="connsiteY7078" fmla="*/ 455867 h 876300"/>
                <a:gd name="connsiteX7079" fmla="*/ 1429988 w 2419350"/>
                <a:gd name="connsiteY7079" fmla="*/ 455771 h 876300"/>
                <a:gd name="connsiteX7080" fmla="*/ 1429607 w 2419350"/>
                <a:gd name="connsiteY7080" fmla="*/ 455486 h 876300"/>
                <a:gd name="connsiteX7081" fmla="*/ 1429417 w 2419350"/>
                <a:gd name="connsiteY7081" fmla="*/ 454914 h 876300"/>
                <a:gd name="connsiteX7082" fmla="*/ 1429226 w 2419350"/>
                <a:gd name="connsiteY7082" fmla="*/ 454724 h 876300"/>
                <a:gd name="connsiteX7083" fmla="*/ 1428750 w 2419350"/>
                <a:gd name="connsiteY7083" fmla="*/ 454533 h 876300"/>
                <a:gd name="connsiteX7084" fmla="*/ 1426750 w 2419350"/>
                <a:gd name="connsiteY7084" fmla="*/ 454247 h 876300"/>
                <a:gd name="connsiteX7085" fmla="*/ 1425988 w 2419350"/>
                <a:gd name="connsiteY7085" fmla="*/ 453866 h 876300"/>
                <a:gd name="connsiteX7086" fmla="*/ 1424749 w 2419350"/>
                <a:gd name="connsiteY7086" fmla="*/ 452819 h 876300"/>
                <a:gd name="connsiteX7087" fmla="*/ 1422368 w 2419350"/>
                <a:gd name="connsiteY7087" fmla="*/ 450152 h 876300"/>
                <a:gd name="connsiteX7088" fmla="*/ 1422273 w 2419350"/>
                <a:gd name="connsiteY7088" fmla="*/ 449485 h 876300"/>
                <a:gd name="connsiteX7089" fmla="*/ 1422559 w 2419350"/>
                <a:gd name="connsiteY7089" fmla="*/ 447104 h 876300"/>
                <a:gd name="connsiteX7090" fmla="*/ 1422559 w 2419350"/>
                <a:gd name="connsiteY7090" fmla="*/ 446056 h 876300"/>
                <a:gd name="connsiteX7091" fmla="*/ 1422082 w 2419350"/>
                <a:gd name="connsiteY7091" fmla="*/ 444913 h 876300"/>
                <a:gd name="connsiteX7092" fmla="*/ 1420463 w 2419350"/>
                <a:gd name="connsiteY7092" fmla="*/ 442817 h 876300"/>
                <a:gd name="connsiteX7093" fmla="*/ 1419797 w 2419350"/>
                <a:gd name="connsiteY7093" fmla="*/ 440912 h 876300"/>
                <a:gd name="connsiteX7094" fmla="*/ 1417891 w 2419350"/>
                <a:gd name="connsiteY7094" fmla="*/ 438055 h 876300"/>
                <a:gd name="connsiteX7095" fmla="*/ 1415415 w 2419350"/>
                <a:gd name="connsiteY7095" fmla="*/ 435483 h 876300"/>
                <a:gd name="connsiteX7096" fmla="*/ 1415034 w 2419350"/>
                <a:gd name="connsiteY7096" fmla="*/ 434721 h 876300"/>
                <a:gd name="connsiteX7097" fmla="*/ 1414843 w 2419350"/>
                <a:gd name="connsiteY7097" fmla="*/ 433769 h 876300"/>
                <a:gd name="connsiteX7098" fmla="*/ 1414463 w 2419350"/>
                <a:gd name="connsiteY7098" fmla="*/ 432626 h 876300"/>
                <a:gd name="connsiteX7099" fmla="*/ 1413605 w 2419350"/>
                <a:gd name="connsiteY7099" fmla="*/ 430625 h 876300"/>
                <a:gd name="connsiteX7100" fmla="*/ 1412272 w 2419350"/>
                <a:gd name="connsiteY7100" fmla="*/ 428816 h 876300"/>
                <a:gd name="connsiteX7101" fmla="*/ 1409319 w 2419350"/>
                <a:gd name="connsiteY7101" fmla="*/ 426434 h 876300"/>
                <a:gd name="connsiteX7102" fmla="*/ 1407890 w 2419350"/>
                <a:gd name="connsiteY7102" fmla="*/ 424815 h 876300"/>
                <a:gd name="connsiteX7103" fmla="*/ 1405890 w 2419350"/>
                <a:gd name="connsiteY7103" fmla="*/ 423196 h 876300"/>
                <a:gd name="connsiteX7104" fmla="*/ 1403699 w 2419350"/>
                <a:gd name="connsiteY7104" fmla="*/ 423005 h 876300"/>
                <a:gd name="connsiteX7105" fmla="*/ 1401508 w 2419350"/>
                <a:gd name="connsiteY7105" fmla="*/ 423101 h 876300"/>
                <a:gd name="connsiteX7106" fmla="*/ 1399223 w 2419350"/>
                <a:gd name="connsiteY7106" fmla="*/ 422338 h 876300"/>
                <a:gd name="connsiteX7107" fmla="*/ 1398175 w 2419350"/>
                <a:gd name="connsiteY7107" fmla="*/ 420814 h 876300"/>
                <a:gd name="connsiteX7108" fmla="*/ 1397127 w 2419350"/>
                <a:gd name="connsiteY7108" fmla="*/ 416909 h 876300"/>
                <a:gd name="connsiteX7109" fmla="*/ 1395889 w 2419350"/>
                <a:gd name="connsiteY7109" fmla="*/ 415480 h 876300"/>
                <a:gd name="connsiteX7110" fmla="*/ 1394841 w 2419350"/>
                <a:gd name="connsiteY7110" fmla="*/ 415671 h 876300"/>
                <a:gd name="connsiteX7111" fmla="*/ 1394079 w 2419350"/>
                <a:gd name="connsiteY7111" fmla="*/ 414909 h 876300"/>
                <a:gd name="connsiteX7112" fmla="*/ 1393507 w 2419350"/>
                <a:gd name="connsiteY7112" fmla="*/ 413861 h 876300"/>
                <a:gd name="connsiteX7113" fmla="*/ 1391888 w 2419350"/>
                <a:gd name="connsiteY7113" fmla="*/ 412813 h 876300"/>
                <a:gd name="connsiteX7114" fmla="*/ 1390745 w 2419350"/>
                <a:gd name="connsiteY7114" fmla="*/ 410051 h 876300"/>
                <a:gd name="connsiteX7115" fmla="*/ 1390079 w 2419350"/>
                <a:gd name="connsiteY7115" fmla="*/ 409099 h 876300"/>
                <a:gd name="connsiteX7116" fmla="*/ 1389316 w 2419350"/>
                <a:gd name="connsiteY7116" fmla="*/ 409480 h 876300"/>
                <a:gd name="connsiteX7117" fmla="*/ 1389031 w 2419350"/>
                <a:gd name="connsiteY7117" fmla="*/ 410051 h 876300"/>
                <a:gd name="connsiteX7118" fmla="*/ 1388840 w 2419350"/>
                <a:gd name="connsiteY7118" fmla="*/ 410813 h 876300"/>
                <a:gd name="connsiteX7119" fmla="*/ 1388555 w 2419350"/>
                <a:gd name="connsiteY7119" fmla="*/ 411575 h 876300"/>
                <a:gd name="connsiteX7120" fmla="*/ 1388269 w 2419350"/>
                <a:gd name="connsiteY7120" fmla="*/ 412052 h 876300"/>
                <a:gd name="connsiteX7121" fmla="*/ 1387888 w 2419350"/>
                <a:gd name="connsiteY7121" fmla="*/ 412528 h 876300"/>
                <a:gd name="connsiteX7122" fmla="*/ 1387412 w 2419350"/>
                <a:gd name="connsiteY7122" fmla="*/ 413004 h 876300"/>
                <a:gd name="connsiteX7123" fmla="*/ 1386840 w 2419350"/>
                <a:gd name="connsiteY7123" fmla="*/ 413385 h 876300"/>
                <a:gd name="connsiteX7124" fmla="*/ 1386840 w 2419350"/>
                <a:gd name="connsiteY7124" fmla="*/ 411004 h 876300"/>
                <a:gd name="connsiteX7125" fmla="*/ 1386745 w 2419350"/>
                <a:gd name="connsiteY7125" fmla="*/ 410528 h 876300"/>
                <a:gd name="connsiteX7126" fmla="*/ 1386268 w 2419350"/>
                <a:gd name="connsiteY7126" fmla="*/ 410051 h 876300"/>
                <a:gd name="connsiteX7127" fmla="*/ 1386173 w 2419350"/>
                <a:gd name="connsiteY7127" fmla="*/ 409575 h 876300"/>
                <a:gd name="connsiteX7128" fmla="*/ 1386364 w 2419350"/>
                <a:gd name="connsiteY7128" fmla="*/ 408432 h 876300"/>
                <a:gd name="connsiteX7129" fmla="*/ 1386840 w 2419350"/>
                <a:gd name="connsiteY7129" fmla="*/ 407289 h 876300"/>
                <a:gd name="connsiteX7130" fmla="*/ 1387126 w 2419350"/>
                <a:gd name="connsiteY7130" fmla="*/ 406241 h 876300"/>
                <a:gd name="connsiteX7131" fmla="*/ 1386840 w 2419350"/>
                <a:gd name="connsiteY7131" fmla="*/ 405384 h 876300"/>
                <a:gd name="connsiteX7132" fmla="*/ 1384935 w 2419350"/>
                <a:gd name="connsiteY7132" fmla="*/ 405765 h 876300"/>
                <a:gd name="connsiteX7133" fmla="*/ 1384554 w 2419350"/>
                <a:gd name="connsiteY7133" fmla="*/ 404146 h 876300"/>
                <a:gd name="connsiteX7134" fmla="*/ 1385411 w 2419350"/>
                <a:gd name="connsiteY7134" fmla="*/ 402336 h 876300"/>
                <a:gd name="connsiteX7135" fmla="*/ 1387316 w 2419350"/>
                <a:gd name="connsiteY7135" fmla="*/ 402146 h 876300"/>
                <a:gd name="connsiteX7136" fmla="*/ 1387697 w 2419350"/>
                <a:gd name="connsiteY7136" fmla="*/ 402527 h 876300"/>
                <a:gd name="connsiteX7137" fmla="*/ 1388269 w 2419350"/>
                <a:gd name="connsiteY7137" fmla="*/ 403384 h 876300"/>
                <a:gd name="connsiteX7138" fmla="*/ 1388650 w 2419350"/>
                <a:gd name="connsiteY7138" fmla="*/ 403574 h 876300"/>
                <a:gd name="connsiteX7139" fmla="*/ 1391031 w 2419350"/>
                <a:gd name="connsiteY7139" fmla="*/ 403574 h 876300"/>
                <a:gd name="connsiteX7140" fmla="*/ 1392364 w 2419350"/>
                <a:gd name="connsiteY7140" fmla="*/ 403955 h 876300"/>
                <a:gd name="connsiteX7141" fmla="*/ 1392555 w 2419350"/>
                <a:gd name="connsiteY7141" fmla="*/ 404622 h 876300"/>
                <a:gd name="connsiteX7142" fmla="*/ 1392555 w 2419350"/>
                <a:gd name="connsiteY7142" fmla="*/ 405479 h 876300"/>
                <a:gd name="connsiteX7143" fmla="*/ 1393126 w 2419350"/>
                <a:gd name="connsiteY7143" fmla="*/ 406527 h 876300"/>
                <a:gd name="connsiteX7144" fmla="*/ 1394936 w 2419350"/>
                <a:gd name="connsiteY7144" fmla="*/ 407099 h 876300"/>
                <a:gd name="connsiteX7145" fmla="*/ 1395127 w 2419350"/>
                <a:gd name="connsiteY7145" fmla="*/ 407194 h 876300"/>
                <a:gd name="connsiteX7146" fmla="*/ 1395603 w 2419350"/>
                <a:gd name="connsiteY7146" fmla="*/ 407384 h 876300"/>
                <a:gd name="connsiteX7147" fmla="*/ 1395984 w 2419350"/>
                <a:gd name="connsiteY7147" fmla="*/ 407765 h 876300"/>
                <a:gd name="connsiteX7148" fmla="*/ 1396937 w 2419350"/>
                <a:gd name="connsiteY7148" fmla="*/ 409099 h 876300"/>
                <a:gd name="connsiteX7149" fmla="*/ 1397127 w 2419350"/>
                <a:gd name="connsiteY7149" fmla="*/ 409480 h 876300"/>
                <a:gd name="connsiteX7150" fmla="*/ 1397413 w 2419350"/>
                <a:gd name="connsiteY7150" fmla="*/ 409861 h 876300"/>
                <a:gd name="connsiteX7151" fmla="*/ 1398080 w 2419350"/>
                <a:gd name="connsiteY7151" fmla="*/ 410146 h 876300"/>
                <a:gd name="connsiteX7152" fmla="*/ 1398556 w 2419350"/>
                <a:gd name="connsiteY7152" fmla="*/ 410242 h 876300"/>
                <a:gd name="connsiteX7153" fmla="*/ 1401985 w 2419350"/>
                <a:gd name="connsiteY7153" fmla="*/ 410051 h 876300"/>
                <a:gd name="connsiteX7154" fmla="*/ 1403699 w 2419350"/>
                <a:gd name="connsiteY7154" fmla="*/ 409670 h 876300"/>
                <a:gd name="connsiteX7155" fmla="*/ 1405318 w 2419350"/>
                <a:gd name="connsiteY7155" fmla="*/ 409004 h 876300"/>
                <a:gd name="connsiteX7156" fmla="*/ 1406652 w 2419350"/>
                <a:gd name="connsiteY7156" fmla="*/ 407956 h 876300"/>
                <a:gd name="connsiteX7157" fmla="*/ 1407795 w 2419350"/>
                <a:gd name="connsiteY7157" fmla="*/ 406527 h 876300"/>
                <a:gd name="connsiteX7158" fmla="*/ 1408652 w 2419350"/>
                <a:gd name="connsiteY7158" fmla="*/ 405098 h 876300"/>
                <a:gd name="connsiteX7159" fmla="*/ 1409986 w 2419350"/>
                <a:gd name="connsiteY7159" fmla="*/ 401860 h 876300"/>
                <a:gd name="connsiteX7160" fmla="*/ 1410462 w 2419350"/>
                <a:gd name="connsiteY7160" fmla="*/ 399955 h 876300"/>
                <a:gd name="connsiteX7161" fmla="*/ 1410938 w 2419350"/>
                <a:gd name="connsiteY7161" fmla="*/ 399002 h 876300"/>
                <a:gd name="connsiteX7162" fmla="*/ 1411605 w 2419350"/>
                <a:gd name="connsiteY7162" fmla="*/ 398621 h 876300"/>
                <a:gd name="connsiteX7163" fmla="*/ 1412081 w 2419350"/>
                <a:gd name="connsiteY7163" fmla="*/ 398526 h 876300"/>
                <a:gd name="connsiteX7164" fmla="*/ 1412653 w 2419350"/>
                <a:gd name="connsiteY7164" fmla="*/ 398240 h 876300"/>
                <a:gd name="connsiteX7165" fmla="*/ 1413510 w 2419350"/>
                <a:gd name="connsiteY7165" fmla="*/ 397669 h 876300"/>
                <a:gd name="connsiteX7166" fmla="*/ 1413986 w 2419350"/>
                <a:gd name="connsiteY7166" fmla="*/ 397574 h 876300"/>
                <a:gd name="connsiteX7167" fmla="*/ 1414272 w 2419350"/>
                <a:gd name="connsiteY7167" fmla="*/ 396621 h 876300"/>
                <a:gd name="connsiteX7168" fmla="*/ 1416367 w 2419350"/>
                <a:gd name="connsiteY7168" fmla="*/ 396907 h 876300"/>
                <a:gd name="connsiteX7169" fmla="*/ 1417320 w 2419350"/>
                <a:gd name="connsiteY7169" fmla="*/ 396812 h 876300"/>
                <a:gd name="connsiteX7170" fmla="*/ 1418558 w 2419350"/>
                <a:gd name="connsiteY7170" fmla="*/ 396240 h 876300"/>
                <a:gd name="connsiteX7171" fmla="*/ 1419130 w 2419350"/>
                <a:gd name="connsiteY7171" fmla="*/ 396335 h 876300"/>
                <a:gd name="connsiteX7172" fmla="*/ 1420082 w 2419350"/>
                <a:gd name="connsiteY7172" fmla="*/ 395859 h 876300"/>
                <a:gd name="connsiteX7173" fmla="*/ 1421797 w 2419350"/>
                <a:gd name="connsiteY7173" fmla="*/ 394811 h 876300"/>
                <a:gd name="connsiteX7174" fmla="*/ 1422082 w 2419350"/>
                <a:gd name="connsiteY7174" fmla="*/ 394526 h 876300"/>
                <a:gd name="connsiteX7175" fmla="*/ 1422273 w 2419350"/>
                <a:gd name="connsiteY7175" fmla="*/ 394240 h 876300"/>
                <a:gd name="connsiteX7176" fmla="*/ 1422559 w 2419350"/>
                <a:gd name="connsiteY7176" fmla="*/ 393954 h 876300"/>
                <a:gd name="connsiteX7177" fmla="*/ 1422940 w 2419350"/>
                <a:gd name="connsiteY7177" fmla="*/ 393763 h 876300"/>
                <a:gd name="connsiteX7178" fmla="*/ 1423511 w 2419350"/>
                <a:gd name="connsiteY7178" fmla="*/ 393763 h 876300"/>
                <a:gd name="connsiteX7179" fmla="*/ 1424464 w 2419350"/>
                <a:gd name="connsiteY7179" fmla="*/ 394049 h 876300"/>
                <a:gd name="connsiteX7180" fmla="*/ 1424940 w 2419350"/>
                <a:gd name="connsiteY7180" fmla="*/ 394145 h 876300"/>
                <a:gd name="connsiteX7181" fmla="*/ 1425988 w 2419350"/>
                <a:gd name="connsiteY7181" fmla="*/ 393954 h 876300"/>
                <a:gd name="connsiteX7182" fmla="*/ 1428083 w 2419350"/>
                <a:gd name="connsiteY7182" fmla="*/ 392906 h 876300"/>
                <a:gd name="connsiteX7183" fmla="*/ 1429131 w 2419350"/>
                <a:gd name="connsiteY7183" fmla="*/ 392716 h 876300"/>
                <a:gd name="connsiteX7184" fmla="*/ 1429988 w 2419350"/>
                <a:gd name="connsiteY7184" fmla="*/ 393002 h 876300"/>
                <a:gd name="connsiteX7185" fmla="*/ 1430655 w 2419350"/>
                <a:gd name="connsiteY7185" fmla="*/ 393478 h 876300"/>
                <a:gd name="connsiteX7186" fmla="*/ 1431322 w 2419350"/>
                <a:gd name="connsiteY7186" fmla="*/ 393668 h 876300"/>
                <a:gd name="connsiteX7187" fmla="*/ 1432179 w 2419350"/>
                <a:gd name="connsiteY7187" fmla="*/ 393192 h 876300"/>
                <a:gd name="connsiteX7188" fmla="*/ 1433893 w 2419350"/>
                <a:gd name="connsiteY7188" fmla="*/ 391668 h 876300"/>
                <a:gd name="connsiteX7189" fmla="*/ 1437799 w 2419350"/>
                <a:gd name="connsiteY7189" fmla="*/ 389096 h 876300"/>
                <a:gd name="connsiteX7190" fmla="*/ 1441132 w 2419350"/>
                <a:gd name="connsiteY7190" fmla="*/ 387477 h 876300"/>
                <a:gd name="connsiteX7191" fmla="*/ 1441799 w 2419350"/>
                <a:gd name="connsiteY7191" fmla="*/ 386715 h 876300"/>
                <a:gd name="connsiteX7192" fmla="*/ 1443038 w 2419350"/>
                <a:gd name="connsiteY7192" fmla="*/ 385001 h 876300"/>
                <a:gd name="connsiteX7193" fmla="*/ 1446848 w 2419350"/>
                <a:gd name="connsiteY7193" fmla="*/ 381571 h 876300"/>
                <a:gd name="connsiteX7194" fmla="*/ 1447133 w 2419350"/>
                <a:gd name="connsiteY7194" fmla="*/ 381286 h 876300"/>
                <a:gd name="connsiteX7195" fmla="*/ 1447800 w 2419350"/>
                <a:gd name="connsiteY7195" fmla="*/ 380143 h 876300"/>
                <a:gd name="connsiteX7196" fmla="*/ 1447990 w 2419350"/>
                <a:gd name="connsiteY7196" fmla="*/ 379667 h 876300"/>
                <a:gd name="connsiteX7197" fmla="*/ 1448181 w 2419350"/>
                <a:gd name="connsiteY7197" fmla="*/ 379190 h 876300"/>
                <a:gd name="connsiteX7198" fmla="*/ 1448657 w 2419350"/>
                <a:gd name="connsiteY7198" fmla="*/ 378809 h 876300"/>
                <a:gd name="connsiteX7199" fmla="*/ 1449610 w 2419350"/>
                <a:gd name="connsiteY7199" fmla="*/ 378238 h 876300"/>
                <a:gd name="connsiteX7200" fmla="*/ 1451896 w 2419350"/>
                <a:gd name="connsiteY7200" fmla="*/ 374999 h 876300"/>
                <a:gd name="connsiteX7201" fmla="*/ 1452753 w 2419350"/>
                <a:gd name="connsiteY7201" fmla="*/ 374142 h 876300"/>
                <a:gd name="connsiteX7202" fmla="*/ 1454753 w 2419350"/>
                <a:gd name="connsiteY7202" fmla="*/ 373189 h 876300"/>
                <a:gd name="connsiteX7203" fmla="*/ 1455420 w 2419350"/>
                <a:gd name="connsiteY7203" fmla="*/ 372523 h 876300"/>
                <a:gd name="connsiteX7204" fmla="*/ 1455896 w 2419350"/>
                <a:gd name="connsiteY7204" fmla="*/ 370046 h 876300"/>
                <a:gd name="connsiteX7205" fmla="*/ 1456563 w 2419350"/>
                <a:gd name="connsiteY7205" fmla="*/ 369189 h 876300"/>
                <a:gd name="connsiteX7206" fmla="*/ 1458087 w 2419350"/>
                <a:gd name="connsiteY7206" fmla="*/ 368046 h 876300"/>
                <a:gd name="connsiteX7207" fmla="*/ 1458658 w 2419350"/>
                <a:gd name="connsiteY7207" fmla="*/ 367855 h 876300"/>
                <a:gd name="connsiteX7208" fmla="*/ 1459230 w 2419350"/>
                <a:gd name="connsiteY7208" fmla="*/ 367760 h 876300"/>
                <a:gd name="connsiteX7209" fmla="*/ 1459706 w 2419350"/>
                <a:gd name="connsiteY7209" fmla="*/ 367475 h 876300"/>
                <a:gd name="connsiteX7210" fmla="*/ 1459897 w 2419350"/>
                <a:gd name="connsiteY7210" fmla="*/ 366808 h 876300"/>
                <a:gd name="connsiteX7211" fmla="*/ 1459897 w 2419350"/>
                <a:gd name="connsiteY7211" fmla="*/ 366331 h 876300"/>
                <a:gd name="connsiteX7212" fmla="*/ 1459992 w 2419350"/>
                <a:gd name="connsiteY7212" fmla="*/ 365855 h 876300"/>
                <a:gd name="connsiteX7213" fmla="*/ 1460182 w 2419350"/>
                <a:gd name="connsiteY7213" fmla="*/ 365379 h 876300"/>
                <a:gd name="connsiteX7214" fmla="*/ 1460468 w 2419350"/>
                <a:gd name="connsiteY7214" fmla="*/ 364998 h 876300"/>
                <a:gd name="connsiteX7215" fmla="*/ 1461802 w 2419350"/>
                <a:gd name="connsiteY7215" fmla="*/ 363474 h 876300"/>
                <a:gd name="connsiteX7216" fmla="*/ 1462278 w 2419350"/>
                <a:gd name="connsiteY7216" fmla="*/ 362712 h 876300"/>
                <a:gd name="connsiteX7217" fmla="*/ 1464469 w 2419350"/>
                <a:gd name="connsiteY7217" fmla="*/ 357664 h 876300"/>
                <a:gd name="connsiteX7218" fmla="*/ 1465898 w 2419350"/>
                <a:gd name="connsiteY7218" fmla="*/ 356330 h 876300"/>
                <a:gd name="connsiteX7219" fmla="*/ 1467898 w 2419350"/>
                <a:gd name="connsiteY7219" fmla="*/ 356806 h 876300"/>
                <a:gd name="connsiteX7220" fmla="*/ 1470089 w 2419350"/>
                <a:gd name="connsiteY7220" fmla="*/ 356330 h 876300"/>
                <a:gd name="connsiteX7221" fmla="*/ 1474946 w 2419350"/>
                <a:gd name="connsiteY7221" fmla="*/ 356045 h 876300"/>
                <a:gd name="connsiteX7222" fmla="*/ 1476565 w 2419350"/>
                <a:gd name="connsiteY7222" fmla="*/ 355378 h 876300"/>
                <a:gd name="connsiteX7223" fmla="*/ 1477708 w 2419350"/>
                <a:gd name="connsiteY7223" fmla="*/ 355378 h 876300"/>
                <a:gd name="connsiteX7224" fmla="*/ 1479614 w 2419350"/>
                <a:gd name="connsiteY7224" fmla="*/ 352996 h 876300"/>
                <a:gd name="connsiteX7225" fmla="*/ 1480852 w 2419350"/>
                <a:gd name="connsiteY7225" fmla="*/ 353378 h 876300"/>
                <a:gd name="connsiteX7226" fmla="*/ 1481995 w 2419350"/>
                <a:gd name="connsiteY7226" fmla="*/ 354425 h 876300"/>
                <a:gd name="connsiteX7227" fmla="*/ 1482566 w 2419350"/>
                <a:gd name="connsiteY7227" fmla="*/ 354997 h 876300"/>
                <a:gd name="connsiteX7228" fmla="*/ 1482852 w 2419350"/>
                <a:gd name="connsiteY7228" fmla="*/ 355759 h 876300"/>
                <a:gd name="connsiteX7229" fmla="*/ 1482757 w 2419350"/>
                <a:gd name="connsiteY7229" fmla="*/ 356330 h 876300"/>
                <a:gd name="connsiteX7230" fmla="*/ 1482376 w 2419350"/>
                <a:gd name="connsiteY7230" fmla="*/ 357664 h 876300"/>
                <a:gd name="connsiteX7231" fmla="*/ 1482471 w 2419350"/>
                <a:gd name="connsiteY7231" fmla="*/ 358330 h 876300"/>
                <a:gd name="connsiteX7232" fmla="*/ 1484948 w 2419350"/>
                <a:gd name="connsiteY7232" fmla="*/ 360140 h 876300"/>
                <a:gd name="connsiteX7233" fmla="*/ 1485233 w 2419350"/>
                <a:gd name="connsiteY7233" fmla="*/ 360521 h 876300"/>
                <a:gd name="connsiteX7234" fmla="*/ 1485709 w 2419350"/>
                <a:gd name="connsiteY7234" fmla="*/ 360902 h 876300"/>
                <a:gd name="connsiteX7235" fmla="*/ 1487138 w 2419350"/>
                <a:gd name="connsiteY7235" fmla="*/ 363093 h 876300"/>
                <a:gd name="connsiteX7236" fmla="*/ 1488757 w 2419350"/>
                <a:gd name="connsiteY7236" fmla="*/ 364141 h 876300"/>
                <a:gd name="connsiteX7237" fmla="*/ 1490948 w 2419350"/>
                <a:gd name="connsiteY7237" fmla="*/ 364522 h 876300"/>
                <a:gd name="connsiteX7238" fmla="*/ 1493139 w 2419350"/>
                <a:gd name="connsiteY7238" fmla="*/ 363950 h 876300"/>
                <a:gd name="connsiteX7239" fmla="*/ 1494758 w 2419350"/>
                <a:gd name="connsiteY7239" fmla="*/ 362045 h 876300"/>
                <a:gd name="connsiteX7240" fmla="*/ 1495139 w 2419350"/>
                <a:gd name="connsiteY7240" fmla="*/ 360997 h 876300"/>
                <a:gd name="connsiteX7241" fmla="*/ 1495711 w 2419350"/>
                <a:gd name="connsiteY7241" fmla="*/ 356330 h 876300"/>
                <a:gd name="connsiteX7242" fmla="*/ 1496187 w 2419350"/>
                <a:gd name="connsiteY7242" fmla="*/ 355568 h 876300"/>
                <a:gd name="connsiteX7243" fmla="*/ 1497616 w 2419350"/>
                <a:gd name="connsiteY7243" fmla="*/ 354139 h 876300"/>
                <a:gd name="connsiteX7244" fmla="*/ 1497997 w 2419350"/>
                <a:gd name="connsiteY7244" fmla="*/ 353092 h 876300"/>
                <a:gd name="connsiteX7245" fmla="*/ 1497806 w 2419350"/>
                <a:gd name="connsiteY7245" fmla="*/ 350996 h 876300"/>
                <a:gd name="connsiteX7246" fmla="*/ 1498568 w 2419350"/>
                <a:gd name="connsiteY7246" fmla="*/ 349187 h 876300"/>
                <a:gd name="connsiteX7247" fmla="*/ 1497711 w 2419350"/>
                <a:gd name="connsiteY7247" fmla="*/ 347758 h 876300"/>
                <a:gd name="connsiteX7248" fmla="*/ 1497997 w 2419350"/>
                <a:gd name="connsiteY7248" fmla="*/ 346710 h 876300"/>
                <a:gd name="connsiteX7249" fmla="*/ 1497425 w 2419350"/>
                <a:gd name="connsiteY7249" fmla="*/ 346805 h 876300"/>
                <a:gd name="connsiteX7250" fmla="*/ 1496949 w 2419350"/>
                <a:gd name="connsiteY7250" fmla="*/ 346710 h 876300"/>
                <a:gd name="connsiteX7251" fmla="*/ 1496663 w 2419350"/>
                <a:gd name="connsiteY7251" fmla="*/ 346424 h 876300"/>
                <a:gd name="connsiteX7252" fmla="*/ 1496568 w 2419350"/>
                <a:gd name="connsiteY7252" fmla="*/ 345948 h 876300"/>
                <a:gd name="connsiteX7253" fmla="*/ 1496473 w 2419350"/>
                <a:gd name="connsiteY7253" fmla="*/ 345662 h 876300"/>
                <a:gd name="connsiteX7254" fmla="*/ 1495997 w 2419350"/>
                <a:gd name="connsiteY7254" fmla="*/ 345186 h 876300"/>
                <a:gd name="connsiteX7255" fmla="*/ 1495901 w 2419350"/>
                <a:gd name="connsiteY7255" fmla="*/ 344900 h 876300"/>
                <a:gd name="connsiteX7256" fmla="*/ 1495997 w 2419350"/>
                <a:gd name="connsiteY7256" fmla="*/ 344710 h 876300"/>
                <a:gd name="connsiteX7257" fmla="*/ 1496568 w 2419350"/>
                <a:gd name="connsiteY7257" fmla="*/ 344043 h 876300"/>
                <a:gd name="connsiteX7258" fmla="*/ 1495806 w 2419350"/>
                <a:gd name="connsiteY7258" fmla="*/ 343376 h 876300"/>
                <a:gd name="connsiteX7259" fmla="*/ 1492567 w 2419350"/>
                <a:gd name="connsiteY7259" fmla="*/ 342233 h 876300"/>
                <a:gd name="connsiteX7260" fmla="*/ 1488948 w 2419350"/>
                <a:gd name="connsiteY7260" fmla="*/ 340328 h 876300"/>
                <a:gd name="connsiteX7261" fmla="*/ 1487138 w 2419350"/>
                <a:gd name="connsiteY7261" fmla="*/ 339662 h 876300"/>
                <a:gd name="connsiteX7262" fmla="*/ 1478471 w 2419350"/>
                <a:gd name="connsiteY7262" fmla="*/ 338900 h 876300"/>
                <a:gd name="connsiteX7263" fmla="*/ 1477708 w 2419350"/>
                <a:gd name="connsiteY7263" fmla="*/ 338995 h 876300"/>
                <a:gd name="connsiteX7264" fmla="*/ 1477137 w 2419350"/>
                <a:gd name="connsiteY7264" fmla="*/ 339376 h 876300"/>
                <a:gd name="connsiteX7265" fmla="*/ 1476470 w 2419350"/>
                <a:gd name="connsiteY7265" fmla="*/ 340614 h 876300"/>
                <a:gd name="connsiteX7266" fmla="*/ 1475804 w 2419350"/>
                <a:gd name="connsiteY7266" fmla="*/ 341090 h 876300"/>
                <a:gd name="connsiteX7267" fmla="*/ 1475137 w 2419350"/>
                <a:gd name="connsiteY7267" fmla="*/ 341376 h 876300"/>
                <a:gd name="connsiteX7268" fmla="*/ 1474184 w 2419350"/>
                <a:gd name="connsiteY7268" fmla="*/ 341567 h 876300"/>
                <a:gd name="connsiteX7269" fmla="*/ 1473232 w 2419350"/>
                <a:gd name="connsiteY7269" fmla="*/ 341567 h 876300"/>
                <a:gd name="connsiteX7270" fmla="*/ 1472660 w 2419350"/>
                <a:gd name="connsiteY7270" fmla="*/ 341186 h 876300"/>
                <a:gd name="connsiteX7271" fmla="*/ 1471517 w 2419350"/>
                <a:gd name="connsiteY7271" fmla="*/ 341471 h 876300"/>
                <a:gd name="connsiteX7272" fmla="*/ 1466850 w 2419350"/>
                <a:gd name="connsiteY7272" fmla="*/ 341757 h 876300"/>
                <a:gd name="connsiteX7273" fmla="*/ 1466755 w 2419350"/>
                <a:gd name="connsiteY7273" fmla="*/ 342043 h 876300"/>
                <a:gd name="connsiteX7274" fmla="*/ 1466469 w 2419350"/>
                <a:gd name="connsiteY7274" fmla="*/ 342233 h 876300"/>
                <a:gd name="connsiteX7275" fmla="*/ 1466088 w 2419350"/>
                <a:gd name="connsiteY7275" fmla="*/ 342329 h 876300"/>
                <a:gd name="connsiteX7276" fmla="*/ 1465231 w 2419350"/>
                <a:gd name="connsiteY7276" fmla="*/ 341852 h 876300"/>
                <a:gd name="connsiteX7277" fmla="*/ 1464945 w 2419350"/>
                <a:gd name="connsiteY7277" fmla="*/ 342043 h 876300"/>
                <a:gd name="connsiteX7278" fmla="*/ 1464659 w 2419350"/>
                <a:gd name="connsiteY7278" fmla="*/ 342424 h 876300"/>
                <a:gd name="connsiteX7279" fmla="*/ 1464373 w 2419350"/>
                <a:gd name="connsiteY7279" fmla="*/ 342710 h 876300"/>
                <a:gd name="connsiteX7280" fmla="*/ 1462849 w 2419350"/>
                <a:gd name="connsiteY7280" fmla="*/ 343662 h 876300"/>
                <a:gd name="connsiteX7281" fmla="*/ 1462088 w 2419350"/>
                <a:gd name="connsiteY7281" fmla="*/ 343853 h 876300"/>
                <a:gd name="connsiteX7282" fmla="*/ 1461421 w 2419350"/>
                <a:gd name="connsiteY7282" fmla="*/ 343376 h 876300"/>
                <a:gd name="connsiteX7283" fmla="*/ 1460468 w 2419350"/>
                <a:gd name="connsiteY7283" fmla="*/ 343757 h 876300"/>
                <a:gd name="connsiteX7284" fmla="*/ 1460373 w 2419350"/>
                <a:gd name="connsiteY7284" fmla="*/ 344234 h 876300"/>
                <a:gd name="connsiteX7285" fmla="*/ 1460849 w 2419350"/>
                <a:gd name="connsiteY7285" fmla="*/ 344805 h 876300"/>
                <a:gd name="connsiteX7286" fmla="*/ 1461421 w 2419350"/>
                <a:gd name="connsiteY7286" fmla="*/ 345186 h 876300"/>
                <a:gd name="connsiteX7287" fmla="*/ 1462183 w 2419350"/>
                <a:gd name="connsiteY7287" fmla="*/ 345567 h 876300"/>
                <a:gd name="connsiteX7288" fmla="*/ 1462945 w 2419350"/>
                <a:gd name="connsiteY7288" fmla="*/ 345758 h 876300"/>
                <a:gd name="connsiteX7289" fmla="*/ 1467612 w 2419350"/>
                <a:gd name="connsiteY7289" fmla="*/ 346043 h 876300"/>
                <a:gd name="connsiteX7290" fmla="*/ 1468374 w 2419350"/>
                <a:gd name="connsiteY7290" fmla="*/ 346234 h 876300"/>
                <a:gd name="connsiteX7291" fmla="*/ 1468564 w 2419350"/>
                <a:gd name="connsiteY7291" fmla="*/ 346424 h 876300"/>
                <a:gd name="connsiteX7292" fmla="*/ 1468946 w 2419350"/>
                <a:gd name="connsiteY7292" fmla="*/ 347091 h 876300"/>
                <a:gd name="connsiteX7293" fmla="*/ 1469136 w 2419350"/>
                <a:gd name="connsiteY7293" fmla="*/ 347281 h 876300"/>
                <a:gd name="connsiteX7294" fmla="*/ 1472470 w 2419350"/>
                <a:gd name="connsiteY7294" fmla="*/ 348044 h 876300"/>
                <a:gd name="connsiteX7295" fmla="*/ 1472470 w 2419350"/>
                <a:gd name="connsiteY7295" fmla="*/ 348425 h 876300"/>
                <a:gd name="connsiteX7296" fmla="*/ 1471708 w 2419350"/>
                <a:gd name="connsiteY7296" fmla="*/ 349091 h 876300"/>
                <a:gd name="connsiteX7297" fmla="*/ 1470946 w 2419350"/>
                <a:gd name="connsiteY7297" fmla="*/ 349568 h 876300"/>
                <a:gd name="connsiteX7298" fmla="*/ 1470089 w 2419350"/>
                <a:gd name="connsiteY7298" fmla="*/ 349758 h 876300"/>
                <a:gd name="connsiteX7299" fmla="*/ 1463516 w 2419350"/>
                <a:gd name="connsiteY7299" fmla="*/ 350330 h 876300"/>
                <a:gd name="connsiteX7300" fmla="*/ 1460945 w 2419350"/>
                <a:gd name="connsiteY7300" fmla="*/ 351282 h 876300"/>
                <a:gd name="connsiteX7301" fmla="*/ 1459801 w 2419350"/>
                <a:gd name="connsiteY7301" fmla="*/ 351377 h 876300"/>
                <a:gd name="connsiteX7302" fmla="*/ 1458849 w 2419350"/>
                <a:gd name="connsiteY7302" fmla="*/ 350996 h 876300"/>
                <a:gd name="connsiteX7303" fmla="*/ 1457992 w 2419350"/>
                <a:gd name="connsiteY7303" fmla="*/ 350520 h 876300"/>
                <a:gd name="connsiteX7304" fmla="*/ 1456563 w 2419350"/>
                <a:gd name="connsiteY7304" fmla="*/ 350139 h 876300"/>
                <a:gd name="connsiteX7305" fmla="*/ 1455515 w 2419350"/>
                <a:gd name="connsiteY7305" fmla="*/ 349377 h 876300"/>
                <a:gd name="connsiteX7306" fmla="*/ 1454848 w 2419350"/>
                <a:gd name="connsiteY7306" fmla="*/ 349187 h 876300"/>
                <a:gd name="connsiteX7307" fmla="*/ 1454372 w 2419350"/>
                <a:gd name="connsiteY7307" fmla="*/ 349282 h 876300"/>
                <a:gd name="connsiteX7308" fmla="*/ 1453991 w 2419350"/>
                <a:gd name="connsiteY7308" fmla="*/ 349472 h 876300"/>
                <a:gd name="connsiteX7309" fmla="*/ 1453706 w 2419350"/>
                <a:gd name="connsiteY7309" fmla="*/ 349758 h 876300"/>
                <a:gd name="connsiteX7310" fmla="*/ 1453420 w 2419350"/>
                <a:gd name="connsiteY7310" fmla="*/ 349949 h 876300"/>
                <a:gd name="connsiteX7311" fmla="*/ 1451420 w 2419350"/>
                <a:gd name="connsiteY7311" fmla="*/ 350139 h 876300"/>
                <a:gd name="connsiteX7312" fmla="*/ 1447800 w 2419350"/>
                <a:gd name="connsiteY7312" fmla="*/ 349187 h 876300"/>
                <a:gd name="connsiteX7313" fmla="*/ 1445895 w 2419350"/>
                <a:gd name="connsiteY7313" fmla="*/ 349187 h 876300"/>
                <a:gd name="connsiteX7314" fmla="*/ 1443704 w 2419350"/>
                <a:gd name="connsiteY7314" fmla="*/ 349568 h 876300"/>
                <a:gd name="connsiteX7315" fmla="*/ 1433036 w 2419350"/>
                <a:gd name="connsiteY7315" fmla="*/ 349949 h 876300"/>
                <a:gd name="connsiteX7316" fmla="*/ 1432274 w 2419350"/>
                <a:gd name="connsiteY7316" fmla="*/ 350139 h 876300"/>
                <a:gd name="connsiteX7317" fmla="*/ 1430274 w 2419350"/>
                <a:gd name="connsiteY7317" fmla="*/ 351663 h 876300"/>
                <a:gd name="connsiteX7318" fmla="*/ 1430464 w 2419350"/>
                <a:gd name="connsiteY7318" fmla="*/ 352806 h 876300"/>
                <a:gd name="connsiteX7319" fmla="*/ 1430083 w 2419350"/>
                <a:gd name="connsiteY7319" fmla="*/ 354521 h 876300"/>
                <a:gd name="connsiteX7320" fmla="*/ 1429512 w 2419350"/>
                <a:gd name="connsiteY7320" fmla="*/ 356235 h 876300"/>
                <a:gd name="connsiteX7321" fmla="*/ 1428845 w 2419350"/>
                <a:gd name="connsiteY7321" fmla="*/ 357378 h 876300"/>
                <a:gd name="connsiteX7322" fmla="*/ 1427607 w 2419350"/>
                <a:gd name="connsiteY7322" fmla="*/ 358330 h 876300"/>
                <a:gd name="connsiteX7323" fmla="*/ 1426559 w 2419350"/>
                <a:gd name="connsiteY7323" fmla="*/ 358330 h 876300"/>
                <a:gd name="connsiteX7324" fmla="*/ 1425512 w 2419350"/>
                <a:gd name="connsiteY7324" fmla="*/ 357950 h 876300"/>
                <a:gd name="connsiteX7325" fmla="*/ 1424273 w 2419350"/>
                <a:gd name="connsiteY7325" fmla="*/ 357664 h 876300"/>
                <a:gd name="connsiteX7326" fmla="*/ 1422940 w 2419350"/>
                <a:gd name="connsiteY7326" fmla="*/ 357759 h 876300"/>
                <a:gd name="connsiteX7327" fmla="*/ 1421892 w 2419350"/>
                <a:gd name="connsiteY7327" fmla="*/ 358045 h 876300"/>
                <a:gd name="connsiteX7328" fmla="*/ 1419987 w 2419350"/>
                <a:gd name="connsiteY7328" fmla="*/ 359188 h 876300"/>
                <a:gd name="connsiteX7329" fmla="*/ 1417987 w 2419350"/>
                <a:gd name="connsiteY7329" fmla="*/ 359855 h 876300"/>
                <a:gd name="connsiteX7330" fmla="*/ 1415891 w 2419350"/>
                <a:gd name="connsiteY7330" fmla="*/ 359664 h 876300"/>
                <a:gd name="connsiteX7331" fmla="*/ 1413700 w 2419350"/>
                <a:gd name="connsiteY7331" fmla="*/ 359093 h 876300"/>
                <a:gd name="connsiteX7332" fmla="*/ 1411319 w 2419350"/>
                <a:gd name="connsiteY7332" fmla="*/ 358807 h 876300"/>
                <a:gd name="connsiteX7333" fmla="*/ 1406842 w 2419350"/>
                <a:gd name="connsiteY7333" fmla="*/ 358807 h 876300"/>
                <a:gd name="connsiteX7334" fmla="*/ 1406462 w 2419350"/>
                <a:gd name="connsiteY7334" fmla="*/ 358616 h 876300"/>
                <a:gd name="connsiteX7335" fmla="*/ 1406081 w 2419350"/>
                <a:gd name="connsiteY7335" fmla="*/ 358140 h 876300"/>
                <a:gd name="connsiteX7336" fmla="*/ 1405604 w 2419350"/>
                <a:gd name="connsiteY7336" fmla="*/ 357378 h 876300"/>
                <a:gd name="connsiteX7337" fmla="*/ 1404175 w 2419350"/>
                <a:gd name="connsiteY7337" fmla="*/ 356235 h 876300"/>
                <a:gd name="connsiteX7338" fmla="*/ 1404080 w 2419350"/>
                <a:gd name="connsiteY7338" fmla="*/ 355473 h 876300"/>
                <a:gd name="connsiteX7339" fmla="*/ 1404080 w 2419350"/>
                <a:gd name="connsiteY7339" fmla="*/ 352330 h 876300"/>
                <a:gd name="connsiteX7340" fmla="*/ 1403795 w 2419350"/>
                <a:gd name="connsiteY7340" fmla="*/ 352235 h 876300"/>
                <a:gd name="connsiteX7341" fmla="*/ 1403509 w 2419350"/>
                <a:gd name="connsiteY7341" fmla="*/ 351949 h 876300"/>
                <a:gd name="connsiteX7342" fmla="*/ 1403128 w 2419350"/>
                <a:gd name="connsiteY7342" fmla="*/ 351663 h 876300"/>
                <a:gd name="connsiteX7343" fmla="*/ 1402556 w 2419350"/>
                <a:gd name="connsiteY7343" fmla="*/ 351568 h 876300"/>
                <a:gd name="connsiteX7344" fmla="*/ 1402080 w 2419350"/>
                <a:gd name="connsiteY7344" fmla="*/ 351663 h 876300"/>
                <a:gd name="connsiteX7345" fmla="*/ 1400747 w 2419350"/>
                <a:gd name="connsiteY7345" fmla="*/ 352044 h 876300"/>
                <a:gd name="connsiteX7346" fmla="*/ 1400365 w 2419350"/>
                <a:gd name="connsiteY7346" fmla="*/ 352235 h 876300"/>
                <a:gd name="connsiteX7347" fmla="*/ 1400270 w 2419350"/>
                <a:gd name="connsiteY7347" fmla="*/ 352711 h 876300"/>
                <a:gd name="connsiteX7348" fmla="*/ 1400270 w 2419350"/>
                <a:gd name="connsiteY7348" fmla="*/ 353282 h 876300"/>
                <a:gd name="connsiteX7349" fmla="*/ 1400270 w 2419350"/>
                <a:gd name="connsiteY7349" fmla="*/ 353759 h 876300"/>
                <a:gd name="connsiteX7350" fmla="*/ 1399889 w 2419350"/>
                <a:gd name="connsiteY7350" fmla="*/ 353949 h 876300"/>
                <a:gd name="connsiteX7351" fmla="*/ 1397698 w 2419350"/>
                <a:gd name="connsiteY7351" fmla="*/ 353949 h 876300"/>
                <a:gd name="connsiteX7352" fmla="*/ 1396651 w 2419350"/>
                <a:gd name="connsiteY7352" fmla="*/ 354139 h 876300"/>
                <a:gd name="connsiteX7353" fmla="*/ 1395889 w 2419350"/>
                <a:gd name="connsiteY7353" fmla="*/ 354616 h 876300"/>
                <a:gd name="connsiteX7354" fmla="*/ 1393317 w 2419350"/>
                <a:gd name="connsiteY7354" fmla="*/ 356997 h 876300"/>
                <a:gd name="connsiteX7355" fmla="*/ 1392174 w 2419350"/>
                <a:gd name="connsiteY7355" fmla="*/ 358426 h 876300"/>
                <a:gd name="connsiteX7356" fmla="*/ 1389221 w 2419350"/>
                <a:gd name="connsiteY7356" fmla="*/ 362998 h 876300"/>
                <a:gd name="connsiteX7357" fmla="*/ 1386268 w 2419350"/>
                <a:gd name="connsiteY7357" fmla="*/ 365474 h 876300"/>
                <a:gd name="connsiteX7358" fmla="*/ 1384840 w 2419350"/>
                <a:gd name="connsiteY7358" fmla="*/ 367189 h 876300"/>
                <a:gd name="connsiteX7359" fmla="*/ 1384078 w 2419350"/>
                <a:gd name="connsiteY7359" fmla="*/ 368903 h 876300"/>
                <a:gd name="connsiteX7360" fmla="*/ 1383506 w 2419350"/>
                <a:gd name="connsiteY7360" fmla="*/ 369761 h 876300"/>
                <a:gd name="connsiteX7361" fmla="*/ 1382935 w 2419350"/>
                <a:gd name="connsiteY7361" fmla="*/ 370142 h 876300"/>
                <a:gd name="connsiteX7362" fmla="*/ 1382173 w 2419350"/>
                <a:gd name="connsiteY7362" fmla="*/ 370427 h 876300"/>
                <a:gd name="connsiteX7363" fmla="*/ 1381220 w 2419350"/>
                <a:gd name="connsiteY7363" fmla="*/ 371189 h 876300"/>
                <a:gd name="connsiteX7364" fmla="*/ 1380363 w 2419350"/>
                <a:gd name="connsiteY7364" fmla="*/ 372046 h 876300"/>
                <a:gd name="connsiteX7365" fmla="*/ 1379887 w 2419350"/>
                <a:gd name="connsiteY7365" fmla="*/ 372618 h 876300"/>
                <a:gd name="connsiteX7366" fmla="*/ 1379506 w 2419350"/>
                <a:gd name="connsiteY7366" fmla="*/ 373571 h 876300"/>
                <a:gd name="connsiteX7367" fmla="*/ 1378934 w 2419350"/>
                <a:gd name="connsiteY7367" fmla="*/ 376047 h 876300"/>
                <a:gd name="connsiteX7368" fmla="*/ 1378744 w 2419350"/>
                <a:gd name="connsiteY7368" fmla="*/ 378047 h 876300"/>
                <a:gd name="connsiteX7369" fmla="*/ 1378363 w 2419350"/>
                <a:gd name="connsiteY7369" fmla="*/ 379000 h 876300"/>
                <a:gd name="connsiteX7370" fmla="*/ 1376458 w 2419350"/>
                <a:gd name="connsiteY7370" fmla="*/ 381953 h 876300"/>
                <a:gd name="connsiteX7371" fmla="*/ 1375124 w 2419350"/>
                <a:gd name="connsiteY7371" fmla="*/ 383286 h 876300"/>
                <a:gd name="connsiteX7372" fmla="*/ 1373410 w 2419350"/>
                <a:gd name="connsiteY7372" fmla="*/ 384048 h 876300"/>
                <a:gd name="connsiteX7373" fmla="*/ 1371314 w 2419350"/>
                <a:gd name="connsiteY7373" fmla="*/ 383762 h 876300"/>
                <a:gd name="connsiteX7374" fmla="*/ 1370743 w 2419350"/>
                <a:gd name="connsiteY7374" fmla="*/ 383381 h 876300"/>
                <a:gd name="connsiteX7375" fmla="*/ 1369505 w 2419350"/>
                <a:gd name="connsiteY7375" fmla="*/ 382238 h 876300"/>
                <a:gd name="connsiteX7376" fmla="*/ 1368933 w 2419350"/>
                <a:gd name="connsiteY7376" fmla="*/ 381953 h 876300"/>
                <a:gd name="connsiteX7377" fmla="*/ 1368362 w 2419350"/>
                <a:gd name="connsiteY7377" fmla="*/ 381953 h 876300"/>
                <a:gd name="connsiteX7378" fmla="*/ 1367409 w 2419350"/>
                <a:gd name="connsiteY7378" fmla="*/ 382238 h 876300"/>
                <a:gd name="connsiteX7379" fmla="*/ 1363789 w 2419350"/>
                <a:gd name="connsiteY7379" fmla="*/ 382714 h 876300"/>
                <a:gd name="connsiteX7380" fmla="*/ 1362647 w 2419350"/>
                <a:gd name="connsiteY7380" fmla="*/ 382714 h 876300"/>
                <a:gd name="connsiteX7381" fmla="*/ 1361408 w 2419350"/>
                <a:gd name="connsiteY7381" fmla="*/ 382429 h 876300"/>
                <a:gd name="connsiteX7382" fmla="*/ 1360741 w 2419350"/>
                <a:gd name="connsiteY7382" fmla="*/ 382143 h 876300"/>
                <a:gd name="connsiteX7383" fmla="*/ 1360456 w 2419350"/>
                <a:gd name="connsiteY7383" fmla="*/ 381762 h 876300"/>
                <a:gd name="connsiteX7384" fmla="*/ 1360741 w 2419350"/>
                <a:gd name="connsiteY7384" fmla="*/ 380047 h 876300"/>
                <a:gd name="connsiteX7385" fmla="*/ 1360646 w 2419350"/>
                <a:gd name="connsiteY7385" fmla="*/ 379762 h 876300"/>
                <a:gd name="connsiteX7386" fmla="*/ 1359313 w 2419350"/>
                <a:gd name="connsiteY7386" fmla="*/ 379857 h 876300"/>
                <a:gd name="connsiteX7387" fmla="*/ 1355789 w 2419350"/>
                <a:gd name="connsiteY7387" fmla="*/ 380810 h 876300"/>
                <a:gd name="connsiteX7388" fmla="*/ 1355789 w 2419350"/>
                <a:gd name="connsiteY7388" fmla="*/ 381191 h 876300"/>
                <a:gd name="connsiteX7389" fmla="*/ 1352550 w 2419350"/>
                <a:gd name="connsiteY7389" fmla="*/ 382619 h 876300"/>
                <a:gd name="connsiteX7390" fmla="*/ 1351788 w 2419350"/>
                <a:gd name="connsiteY7390" fmla="*/ 382143 h 876300"/>
                <a:gd name="connsiteX7391" fmla="*/ 1351121 w 2419350"/>
                <a:gd name="connsiteY7391" fmla="*/ 381095 h 876300"/>
                <a:gd name="connsiteX7392" fmla="*/ 1350645 w 2419350"/>
                <a:gd name="connsiteY7392" fmla="*/ 379857 h 876300"/>
                <a:gd name="connsiteX7393" fmla="*/ 1350169 w 2419350"/>
                <a:gd name="connsiteY7393" fmla="*/ 377762 h 876300"/>
                <a:gd name="connsiteX7394" fmla="*/ 1349597 w 2419350"/>
                <a:gd name="connsiteY7394" fmla="*/ 376714 h 876300"/>
                <a:gd name="connsiteX7395" fmla="*/ 1347121 w 2419350"/>
                <a:gd name="connsiteY7395" fmla="*/ 373952 h 876300"/>
                <a:gd name="connsiteX7396" fmla="*/ 1346740 w 2419350"/>
                <a:gd name="connsiteY7396" fmla="*/ 373285 h 876300"/>
                <a:gd name="connsiteX7397" fmla="*/ 1346835 w 2419350"/>
                <a:gd name="connsiteY7397" fmla="*/ 372523 h 876300"/>
                <a:gd name="connsiteX7398" fmla="*/ 1347216 w 2419350"/>
                <a:gd name="connsiteY7398" fmla="*/ 371189 h 876300"/>
                <a:gd name="connsiteX7399" fmla="*/ 1347311 w 2419350"/>
                <a:gd name="connsiteY7399" fmla="*/ 370522 h 876300"/>
                <a:gd name="connsiteX7400" fmla="*/ 1347311 w 2419350"/>
                <a:gd name="connsiteY7400" fmla="*/ 370046 h 876300"/>
                <a:gd name="connsiteX7401" fmla="*/ 1347406 w 2419350"/>
                <a:gd name="connsiteY7401" fmla="*/ 369665 h 876300"/>
                <a:gd name="connsiteX7402" fmla="*/ 1347788 w 2419350"/>
                <a:gd name="connsiteY7402" fmla="*/ 369189 h 876300"/>
                <a:gd name="connsiteX7403" fmla="*/ 1347978 w 2419350"/>
                <a:gd name="connsiteY7403" fmla="*/ 368713 h 876300"/>
                <a:gd name="connsiteX7404" fmla="*/ 1347883 w 2419350"/>
                <a:gd name="connsiteY7404" fmla="*/ 368046 h 876300"/>
                <a:gd name="connsiteX7405" fmla="*/ 1347692 w 2419350"/>
                <a:gd name="connsiteY7405" fmla="*/ 367475 h 876300"/>
                <a:gd name="connsiteX7406" fmla="*/ 1344263 w 2419350"/>
                <a:gd name="connsiteY7406" fmla="*/ 362521 h 876300"/>
                <a:gd name="connsiteX7407" fmla="*/ 1343787 w 2419350"/>
                <a:gd name="connsiteY7407" fmla="*/ 361283 h 876300"/>
                <a:gd name="connsiteX7408" fmla="*/ 1343406 w 2419350"/>
                <a:gd name="connsiteY7408" fmla="*/ 360712 h 876300"/>
                <a:gd name="connsiteX7409" fmla="*/ 1342739 w 2419350"/>
                <a:gd name="connsiteY7409" fmla="*/ 360426 h 876300"/>
                <a:gd name="connsiteX7410" fmla="*/ 1341501 w 2419350"/>
                <a:gd name="connsiteY7410" fmla="*/ 360331 h 876300"/>
                <a:gd name="connsiteX7411" fmla="*/ 1340930 w 2419350"/>
                <a:gd name="connsiteY7411" fmla="*/ 360140 h 876300"/>
                <a:gd name="connsiteX7412" fmla="*/ 1340453 w 2419350"/>
                <a:gd name="connsiteY7412" fmla="*/ 359855 h 876300"/>
                <a:gd name="connsiteX7413" fmla="*/ 1339787 w 2419350"/>
                <a:gd name="connsiteY7413" fmla="*/ 358807 h 876300"/>
                <a:gd name="connsiteX7414" fmla="*/ 1339310 w 2419350"/>
                <a:gd name="connsiteY7414" fmla="*/ 357759 h 876300"/>
                <a:gd name="connsiteX7415" fmla="*/ 1338643 w 2419350"/>
                <a:gd name="connsiteY7415" fmla="*/ 356997 h 876300"/>
                <a:gd name="connsiteX7416" fmla="*/ 1337310 w 2419350"/>
                <a:gd name="connsiteY7416" fmla="*/ 356806 h 876300"/>
                <a:gd name="connsiteX7417" fmla="*/ 1336357 w 2419350"/>
                <a:gd name="connsiteY7417" fmla="*/ 357283 h 876300"/>
                <a:gd name="connsiteX7418" fmla="*/ 1335214 w 2419350"/>
                <a:gd name="connsiteY7418" fmla="*/ 358140 h 876300"/>
                <a:gd name="connsiteX7419" fmla="*/ 1334072 w 2419350"/>
                <a:gd name="connsiteY7419" fmla="*/ 358712 h 876300"/>
                <a:gd name="connsiteX7420" fmla="*/ 1332833 w 2419350"/>
                <a:gd name="connsiteY7420" fmla="*/ 358330 h 876300"/>
                <a:gd name="connsiteX7421" fmla="*/ 1330357 w 2419350"/>
                <a:gd name="connsiteY7421" fmla="*/ 356616 h 876300"/>
                <a:gd name="connsiteX7422" fmla="*/ 1329785 w 2419350"/>
                <a:gd name="connsiteY7422" fmla="*/ 356045 h 876300"/>
                <a:gd name="connsiteX7423" fmla="*/ 1321594 w 2419350"/>
                <a:gd name="connsiteY7423" fmla="*/ 343948 h 876300"/>
                <a:gd name="connsiteX7424" fmla="*/ 1320737 w 2419350"/>
                <a:gd name="connsiteY7424" fmla="*/ 341662 h 876300"/>
                <a:gd name="connsiteX7425" fmla="*/ 1319879 w 2419350"/>
                <a:gd name="connsiteY7425" fmla="*/ 336613 h 876300"/>
                <a:gd name="connsiteX7426" fmla="*/ 1319403 w 2419350"/>
                <a:gd name="connsiteY7426" fmla="*/ 335375 h 876300"/>
                <a:gd name="connsiteX7427" fmla="*/ 1319308 w 2419350"/>
                <a:gd name="connsiteY7427" fmla="*/ 334804 h 876300"/>
                <a:gd name="connsiteX7428" fmla="*/ 1319403 w 2419350"/>
                <a:gd name="connsiteY7428" fmla="*/ 334232 h 876300"/>
                <a:gd name="connsiteX7429" fmla="*/ 1319879 w 2419350"/>
                <a:gd name="connsiteY7429" fmla="*/ 333185 h 876300"/>
                <a:gd name="connsiteX7430" fmla="*/ 1319974 w 2419350"/>
                <a:gd name="connsiteY7430" fmla="*/ 332613 h 876300"/>
                <a:gd name="connsiteX7431" fmla="*/ 1319593 w 2419350"/>
                <a:gd name="connsiteY7431" fmla="*/ 331470 h 876300"/>
                <a:gd name="connsiteX7432" fmla="*/ 1318070 w 2419350"/>
                <a:gd name="connsiteY7432" fmla="*/ 329660 h 876300"/>
                <a:gd name="connsiteX7433" fmla="*/ 1317689 w 2419350"/>
                <a:gd name="connsiteY7433" fmla="*/ 328613 h 876300"/>
                <a:gd name="connsiteX7434" fmla="*/ 1316546 w 2419350"/>
                <a:gd name="connsiteY7434" fmla="*/ 321850 h 876300"/>
                <a:gd name="connsiteX7435" fmla="*/ 1316546 w 2419350"/>
                <a:gd name="connsiteY7435" fmla="*/ 320516 h 876300"/>
                <a:gd name="connsiteX7436" fmla="*/ 1316831 w 2419350"/>
                <a:gd name="connsiteY7436" fmla="*/ 319659 h 876300"/>
                <a:gd name="connsiteX7437" fmla="*/ 1317403 w 2419350"/>
                <a:gd name="connsiteY7437" fmla="*/ 318802 h 876300"/>
                <a:gd name="connsiteX7438" fmla="*/ 1317784 w 2419350"/>
                <a:gd name="connsiteY7438" fmla="*/ 317659 h 876300"/>
                <a:gd name="connsiteX7439" fmla="*/ 1318070 w 2419350"/>
                <a:gd name="connsiteY7439" fmla="*/ 315278 h 876300"/>
                <a:gd name="connsiteX7440" fmla="*/ 1317974 w 2419350"/>
                <a:gd name="connsiteY7440" fmla="*/ 313944 h 876300"/>
                <a:gd name="connsiteX7441" fmla="*/ 1317974 w 2419350"/>
                <a:gd name="connsiteY7441" fmla="*/ 313372 h 876300"/>
                <a:gd name="connsiteX7442" fmla="*/ 1318260 w 2419350"/>
                <a:gd name="connsiteY7442" fmla="*/ 312896 h 876300"/>
                <a:gd name="connsiteX7443" fmla="*/ 1320070 w 2419350"/>
                <a:gd name="connsiteY7443" fmla="*/ 311468 h 876300"/>
                <a:gd name="connsiteX7444" fmla="*/ 1320737 w 2419350"/>
                <a:gd name="connsiteY7444" fmla="*/ 310515 h 876300"/>
                <a:gd name="connsiteX7445" fmla="*/ 1321213 w 2419350"/>
                <a:gd name="connsiteY7445" fmla="*/ 309277 h 876300"/>
                <a:gd name="connsiteX7446" fmla="*/ 1321689 w 2419350"/>
                <a:gd name="connsiteY7446" fmla="*/ 306896 h 876300"/>
                <a:gd name="connsiteX7447" fmla="*/ 1321880 w 2419350"/>
                <a:gd name="connsiteY7447" fmla="*/ 304514 h 876300"/>
                <a:gd name="connsiteX7448" fmla="*/ 1322165 w 2419350"/>
                <a:gd name="connsiteY7448" fmla="*/ 303467 h 876300"/>
                <a:gd name="connsiteX7449" fmla="*/ 1322927 w 2419350"/>
                <a:gd name="connsiteY7449" fmla="*/ 302419 h 876300"/>
                <a:gd name="connsiteX7450" fmla="*/ 1323118 w 2419350"/>
                <a:gd name="connsiteY7450" fmla="*/ 301943 h 876300"/>
                <a:gd name="connsiteX7451" fmla="*/ 1323499 w 2419350"/>
                <a:gd name="connsiteY7451" fmla="*/ 300038 h 876300"/>
                <a:gd name="connsiteX7452" fmla="*/ 1323784 w 2419350"/>
                <a:gd name="connsiteY7452" fmla="*/ 299466 h 876300"/>
                <a:gd name="connsiteX7453" fmla="*/ 1325118 w 2419350"/>
                <a:gd name="connsiteY7453" fmla="*/ 297561 h 876300"/>
                <a:gd name="connsiteX7454" fmla="*/ 1328071 w 2419350"/>
                <a:gd name="connsiteY7454" fmla="*/ 294227 h 876300"/>
                <a:gd name="connsiteX7455" fmla="*/ 1331119 w 2419350"/>
                <a:gd name="connsiteY7455" fmla="*/ 289751 h 876300"/>
                <a:gd name="connsiteX7456" fmla="*/ 1333309 w 2419350"/>
                <a:gd name="connsiteY7456" fmla="*/ 287369 h 876300"/>
                <a:gd name="connsiteX7457" fmla="*/ 1334643 w 2419350"/>
                <a:gd name="connsiteY7457" fmla="*/ 286417 h 876300"/>
                <a:gd name="connsiteX7458" fmla="*/ 1335214 w 2419350"/>
                <a:gd name="connsiteY7458" fmla="*/ 285941 h 876300"/>
                <a:gd name="connsiteX7459" fmla="*/ 1335786 w 2419350"/>
                <a:gd name="connsiteY7459" fmla="*/ 285179 h 876300"/>
                <a:gd name="connsiteX7460" fmla="*/ 1336453 w 2419350"/>
                <a:gd name="connsiteY7460" fmla="*/ 284512 h 876300"/>
                <a:gd name="connsiteX7461" fmla="*/ 1337310 w 2419350"/>
                <a:gd name="connsiteY7461" fmla="*/ 284226 h 876300"/>
                <a:gd name="connsiteX7462" fmla="*/ 1338167 w 2419350"/>
                <a:gd name="connsiteY7462" fmla="*/ 284036 h 876300"/>
                <a:gd name="connsiteX7463" fmla="*/ 1342263 w 2419350"/>
                <a:gd name="connsiteY7463" fmla="*/ 282035 h 876300"/>
                <a:gd name="connsiteX7464" fmla="*/ 1343120 w 2419350"/>
                <a:gd name="connsiteY7464" fmla="*/ 281750 h 876300"/>
                <a:gd name="connsiteX7465" fmla="*/ 1352455 w 2419350"/>
                <a:gd name="connsiteY7465" fmla="*/ 281654 h 876300"/>
                <a:gd name="connsiteX7466" fmla="*/ 1353503 w 2419350"/>
                <a:gd name="connsiteY7466" fmla="*/ 282035 h 876300"/>
                <a:gd name="connsiteX7467" fmla="*/ 1355122 w 2419350"/>
                <a:gd name="connsiteY7467" fmla="*/ 283655 h 876300"/>
                <a:gd name="connsiteX7468" fmla="*/ 1356170 w 2419350"/>
                <a:gd name="connsiteY7468" fmla="*/ 284226 h 876300"/>
                <a:gd name="connsiteX7469" fmla="*/ 1356646 w 2419350"/>
                <a:gd name="connsiteY7469" fmla="*/ 284226 h 876300"/>
                <a:gd name="connsiteX7470" fmla="*/ 1357503 w 2419350"/>
                <a:gd name="connsiteY7470" fmla="*/ 283940 h 876300"/>
                <a:gd name="connsiteX7471" fmla="*/ 1358074 w 2419350"/>
                <a:gd name="connsiteY7471" fmla="*/ 283845 h 876300"/>
                <a:gd name="connsiteX7472" fmla="*/ 1358551 w 2419350"/>
                <a:gd name="connsiteY7472" fmla="*/ 284036 h 876300"/>
                <a:gd name="connsiteX7473" fmla="*/ 1358837 w 2419350"/>
                <a:gd name="connsiteY7473" fmla="*/ 284417 h 876300"/>
                <a:gd name="connsiteX7474" fmla="*/ 1359027 w 2419350"/>
                <a:gd name="connsiteY7474" fmla="*/ 284797 h 876300"/>
                <a:gd name="connsiteX7475" fmla="*/ 1359217 w 2419350"/>
                <a:gd name="connsiteY7475" fmla="*/ 284988 h 876300"/>
                <a:gd name="connsiteX7476" fmla="*/ 1360837 w 2419350"/>
                <a:gd name="connsiteY7476" fmla="*/ 285274 h 876300"/>
                <a:gd name="connsiteX7477" fmla="*/ 1361218 w 2419350"/>
                <a:gd name="connsiteY7477" fmla="*/ 285369 h 876300"/>
                <a:gd name="connsiteX7478" fmla="*/ 1361504 w 2419350"/>
                <a:gd name="connsiteY7478" fmla="*/ 285655 h 876300"/>
                <a:gd name="connsiteX7479" fmla="*/ 1361789 w 2419350"/>
                <a:gd name="connsiteY7479" fmla="*/ 286417 h 876300"/>
                <a:gd name="connsiteX7480" fmla="*/ 1361980 w 2419350"/>
                <a:gd name="connsiteY7480" fmla="*/ 286798 h 876300"/>
                <a:gd name="connsiteX7481" fmla="*/ 1362837 w 2419350"/>
                <a:gd name="connsiteY7481" fmla="*/ 287274 h 876300"/>
                <a:gd name="connsiteX7482" fmla="*/ 1363694 w 2419350"/>
                <a:gd name="connsiteY7482" fmla="*/ 287369 h 876300"/>
                <a:gd name="connsiteX7483" fmla="*/ 1367028 w 2419350"/>
                <a:gd name="connsiteY7483" fmla="*/ 286893 h 876300"/>
                <a:gd name="connsiteX7484" fmla="*/ 1368647 w 2419350"/>
                <a:gd name="connsiteY7484" fmla="*/ 286131 h 876300"/>
                <a:gd name="connsiteX7485" fmla="*/ 1369600 w 2419350"/>
                <a:gd name="connsiteY7485" fmla="*/ 286036 h 876300"/>
                <a:gd name="connsiteX7486" fmla="*/ 1370362 w 2419350"/>
                <a:gd name="connsiteY7486" fmla="*/ 286417 h 876300"/>
                <a:gd name="connsiteX7487" fmla="*/ 1371790 w 2419350"/>
                <a:gd name="connsiteY7487" fmla="*/ 287655 h 876300"/>
                <a:gd name="connsiteX7488" fmla="*/ 1372648 w 2419350"/>
                <a:gd name="connsiteY7488" fmla="*/ 287941 h 876300"/>
                <a:gd name="connsiteX7489" fmla="*/ 1374553 w 2419350"/>
                <a:gd name="connsiteY7489" fmla="*/ 288322 h 876300"/>
                <a:gd name="connsiteX7490" fmla="*/ 1375029 w 2419350"/>
                <a:gd name="connsiteY7490" fmla="*/ 288322 h 876300"/>
                <a:gd name="connsiteX7491" fmla="*/ 1375600 w 2419350"/>
                <a:gd name="connsiteY7491" fmla="*/ 288131 h 876300"/>
                <a:gd name="connsiteX7492" fmla="*/ 1375886 w 2419350"/>
                <a:gd name="connsiteY7492" fmla="*/ 287846 h 876300"/>
                <a:gd name="connsiteX7493" fmla="*/ 1376458 w 2419350"/>
                <a:gd name="connsiteY7493" fmla="*/ 286988 h 876300"/>
                <a:gd name="connsiteX7494" fmla="*/ 1377220 w 2419350"/>
                <a:gd name="connsiteY7494" fmla="*/ 286226 h 876300"/>
                <a:gd name="connsiteX7495" fmla="*/ 1377982 w 2419350"/>
                <a:gd name="connsiteY7495" fmla="*/ 285845 h 876300"/>
                <a:gd name="connsiteX7496" fmla="*/ 1378839 w 2419350"/>
                <a:gd name="connsiteY7496" fmla="*/ 285655 h 876300"/>
                <a:gd name="connsiteX7497" fmla="*/ 1379887 w 2419350"/>
                <a:gd name="connsiteY7497" fmla="*/ 285655 h 876300"/>
                <a:gd name="connsiteX7498" fmla="*/ 1380934 w 2419350"/>
                <a:gd name="connsiteY7498" fmla="*/ 285464 h 876300"/>
                <a:gd name="connsiteX7499" fmla="*/ 1383030 w 2419350"/>
                <a:gd name="connsiteY7499" fmla="*/ 284607 h 876300"/>
                <a:gd name="connsiteX7500" fmla="*/ 1384364 w 2419350"/>
                <a:gd name="connsiteY7500" fmla="*/ 284607 h 876300"/>
                <a:gd name="connsiteX7501" fmla="*/ 1384935 w 2419350"/>
                <a:gd name="connsiteY7501" fmla="*/ 284797 h 876300"/>
                <a:gd name="connsiteX7502" fmla="*/ 1386173 w 2419350"/>
                <a:gd name="connsiteY7502" fmla="*/ 285560 h 876300"/>
                <a:gd name="connsiteX7503" fmla="*/ 1386745 w 2419350"/>
                <a:gd name="connsiteY7503" fmla="*/ 285750 h 876300"/>
                <a:gd name="connsiteX7504" fmla="*/ 1387412 w 2419350"/>
                <a:gd name="connsiteY7504" fmla="*/ 285655 h 876300"/>
                <a:gd name="connsiteX7505" fmla="*/ 1388459 w 2419350"/>
                <a:gd name="connsiteY7505" fmla="*/ 285179 h 876300"/>
                <a:gd name="connsiteX7506" fmla="*/ 1390364 w 2419350"/>
                <a:gd name="connsiteY7506" fmla="*/ 284893 h 876300"/>
                <a:gd name="connsiteX7507" fmla="*/ 1391222 w 2419350"/>
                <a:gd name="connsiteY7507" fmla="*/ 284607 h 876300"/>
                <a:gd name="connsiteX7508" fmla="*/ 1391888 w 2419350"/>
                <a:gd name="connsiteY7508" fmla="*/ 284607 h 876300"/>
                <a:gd name="connsiteX7509" fmla="*/ 1392746 w 2419350"/>
                <a:gd name="connsiteY7509" fmla="*/ 285274 h 876300"/>
                <a:gd name="connsiteX7510" fmla="*/ 1393317 w 2419350"/>
                <a:gd name="connsiteY7510" fmla="*/ 284988 h 876300"/>
                <a:gd name="connsiteX7511" fmla="*/ 1393889 w 2419350"/>
                <a:gd name="connsiteY7511" fmla="*/ 284797 h 876300"/>
                <a:gd name="connsiteX7512" fmla="*/ 1394555 w 2419350"/>
                <a:gd name="connsiteY7512" fmla="*/ 284702 h 876300"/>
                <a:gd name="connsiteX7513" fmla="*/ 1395413 w 2419350"/>
                <a:gd name="connsiteY7513" fmla="*/ 284702 h 876300"/>
                <a:gd name="connsiteX7514" fmla="*/ 1396079 w 2419350"/>
                <a:gd name="connsiteY7514" fmla="*/ 284512 h 876300"/>
                <a:gd name="connsiteX7515" fmla="*/ 1396365 w 2419350"/>
                <a:gd name="connsiteY7515" fmla="*/ 283940 h 876300"/>
                <a:gd name="connsiteX7516" fmla="*/ 1396460 w 2419350"/>
                <a:gd name="connsiteY7516" fmla="*/ 283274 h 876300"/>
                <a:gd name="connsiteX7517" fmla="*/ 1396651 w 2419350"/>
                <a:gd name="connsiteY7517" fmla="*/ 282607 h 876300"/>
                <a:gd name="connsiteX7518" fmla="*/ 1397127 w 2419350"/>
                <a:gd name="connsiteY7518" fmla="*/ 281940 h 876300"/>
                <a:gd name="connsiteX7519" fmla="*/ 1397508 w 2419350"/>
                <a:gd name="connsiteY7519" fmla="*/ 281845 h 876300"/>
                <a:gd name="connsiteX7520" fmla="*/ 1397984 w 2419350"/>
                <a:gd name="connsiteY7520" fmla="*/ 282130 h 876300"/>
                <a:gd name="connsiteX7521" fmla="*/ 1398651 w 2419350"/>
                <a:gd name="connsiteY7521" fmla="*/ 282321 h 876300"/>
                <a:gd name="connsiteX7522" fmla="*/ 1399604 w 2419350"/>
                <a:gd name="connsiteY7522" fmla="*/ 282321 h 876300"/>
                <a:gd name="connsiteX7523" fmla="*/ 1400270 w 2419350"/>
                <a:gd name="connsiteY7523" fmla="*/ 282226 h 876300"/>
                <a:gd name="connsiteX7524" fmla="*/ 1400747 w 2419350"/>
                <a:gd name="connsiteY7524" fmla="*/ 281940 h 876300"/>
                <a:gd name="connsiteX7525" fmla="*/ 1401032 w 2419350"/>
                <a:gd name="connsiteY7525" fmla="*/ 281273 h 876300"/>
                <a:gd name="connsiteX7526" fmla="*/ 1401508 w 2419350"/>
                <a:gd name="connsiteY7526" fmla="*/ 281845 h 876300"/>
                <a:gd name="connsiteX7527" fmla="*/ 1401794 w 2419350"/>
                <a:gd name="connsiteY7527" fmla="*/ 282416 h 876300"/>
                <a:gd name="connsiteX7528" fmla="*/ 1402175 w 2419350"/>
                <a:gd name="connsiteY7528" fmla="*/ 282893 h 876300"/>
                <a:gd name="connsiteX7529" fmla="*/ 1402842 w 2419350"/>
                <a:gd name="connsiteY7529" fmla="*/ 283178 h 876300"/>
                <a:gd name="connsiteX7530" fmla="*/ 1403318 w 2419350"/>
                <a:gd name="connsiteY7530" fmla="*/ 283178 h 876300"/>
                <a:gd name="connsiteX7531" fmla="*/ 1404938 w 2419350"/>
                <a:gd name="connsiteY7531" fmla="*/ 282893 h 876300"/>
                <a:gd name="connsiteX7532" fmla="*/ 1405699 w 2419350"/>
                <a:gd name="connsiteY7532" fmla="*/ 282893 h 876300"/>
                <a:gd name="connsiteX7533" fmla="*/ 1407033 w 2419350"/>
                <a:gd name="connsiteY7533" fmla="*/ 283369 h 876300"/>
                <a:gd name="connsiteX7534" fmla="*/ 1407890 w 2419350"/>
                <a:gd name="connsiteY7534" fmla="*/ 284131 h 876300"/>
                <a:gd name="connsiteX7535" fmla="*/ 1410367 w 2419350"/>
                <a:gd name="connsiteY7535" fmla="*/ 287655 h 876300"/>
                <a:gd name="connsiteX7536" fmla="*/ 1410748 w 2419350"/>
                <a:gd name="connsiteY7536" fmla="*/ 287941 h 876300"/>
                <a:gd name="connsiteX7537" fmla="*/ 1411510 w 2419350"/>
                <a:gd name="connsiteY7537" fmla="*/ 288036 h 876300"/>
                <a:gd name="connsiteX7538" fmla="*/ 1413605 w 2419350"/>
                <a:gd name="connsiteY7538" fmla="*/ 287655 h 876300"/>
                <a:gd name="connsiteX7539" fmla="*/ 1416367 w 2419350"/>
                <a:gd name="connsiteY7539" fmla="*/ 287560 h 876300"/>
                <a:gd name="connsiteX7540" fmla="*/ 1421225 w 2419350"/>
                <a:gd name="connsiteY7540" fmla="*/ 286893 h 876300"/>
                <a:gd name="connsiteX7541" fmla="*/ 1422273 w 2419350"/>
                <a:gd name="connsiteY7541" fmla="*/ 286512 h 876300"/>
                <a:gd name="connsiteX7542" fmla="*/ 1423130 w 2419350"/>
                <a:gd name="connsiteY7542" fmla="*/ 285369 h 876300"/>
                <a:gd name="connsiteX7543" fmla="*/ 1424083 w 2419350"/>
                <a:gd name="connsiteY7543" fmla="*/ 285083 h 876300"/>
                <a:gd name="connsiteX7544" fmla="*/ 1427607 w 2419350"/>
                <a:gd name="connsiteY7544" fmla="*/ 285179 h 876300"/>
                <a:gd name="connsiteX7545" fmla="*/ 1429703 w 2419350"/>
                <a:gd name="connsiteY7545" fmla="*/ 285655 h 876300"/>
                <a:gd name="connsiteX7546" fmla="*/ 1430846 w 2419350"/>
                <a:gd name="connsiteY7546" fmla="*/ 285750 h 876300"/>
                <a:gd name="connsiteX7547" fmla="*/ 1431226 w 2419350"/>
                <a:gd name="connsiteY7547" fmla="*/ 285655 h 876300"/>
                <a:gd name="connsiteX7548" fmla="*/ 1432084 w 2419350"/>
                <a:gd name="connsiteY7548" fmla="*/ 285179 h 876300"/>
                <a:gd name="connsiteX7549" fmla="*/ 1432560 w 2419350"/>
                <a:gd name="connsiteY7549" fmla="*/ 284988 h 876300"/>
                <a:gd name="connsiteX7550" fmla="*/ 1433131 w 2419350"/>
                <a:gd name="connsiteY7550" fmla="*/ 284893 h 876300"/>
                <a:gd name="connsiteX7551" fmla="*/ 1437132 w 2419350"/>
                <a:gd name="connsiteY7551" fmla="*/ 284988 h 876300"/>
                <a:gd name="connsiteX7552" fmla="*/ 1437608 w 2419350"/>
                <a:gd name="connsiteY7552" fmla="*/ 284893 h 876300"/>
                <a:gd name="connsiteX7553" fmla="*/ 1438656 w 2419350"/>
                <a:gd name="connsiteY7553" fmla="*/ 284417 h 876300"/>
                <a:gd name="connsiteX7554" fmla="*/ 1439323 w 2419350"/>
                <a:gd name="connsiteY7554" fmla="*/ 284321 h 876300"/>
                <a:gd name="connsiteX7555" fmla="*/ 1452086 w 2419350"/>
                <a:gd name="connsiteY7555" fmla="*/ 284321 h 876300"/>
                <a:gd name="connsiteX7556" fmla="*/ 1452943 w 2419350"/>
                <a:gd name="connsiteY7556" fmla="*/ 284417 h 876300"/>
                <a:gd name="connsiteX7557" fmla="*/ 1453706 w 2419350"/>
                <a:gd name="connsiteY7557" fmla="*/ 284702 h 876300"/>
                <a:gd name="connsiteX7558" fmla="*/ 1454277 w 2419350"/>
                <a:gd name="connsiteY7558" fmla="*/ 285179 h 876300"/>
                <a:gd name="connsiteX7559" fmla="*/ 1455039 w 2419350"/>
                <a:gd name="connsiteY7559" fmla="*/ 285369 h 876300"/>
                <a:gd name="connsiteX7560" fmla="*/ 1455896 w 2419350"/>
                <a:gd name="connsiteY7560" fmla="*/ 285464 h 876300"/>
                <a:gd name="connsiteX7561" fmla="*/ 1456658 w 2419350"/>
                <a:gd name="connsiteY7561" fmla="*/ 285179 h 876300"/>
                <a:gd name="connsiteX7562" fmla="*/ 1456754 w 2419350"/>
                <a:gd name="connsiteY7562" fmla="*/ 284512 h 876300"/>
                <a:gd name="connsiteX7563" fmla="*/ 1456468 w 2419350"/>
                <a:gd name="connsiteY7563" fmla="*/ 282893 h 876300"/>
                <a:gd name="connsiteX7564" fmla="*/ 1457134 w 2419350"/>
                <a:gd name="connsiteY7564" fmla="*/ 283274 h 876300"/>
                <a:gd name="connsiteX7565" fmla="*/ 1458182 w 2419350"/>
                <a:gd name="connsiteY7565" fmla="*/ 284702 h 876300"/>
                <a:gd name="connsiteX7566" fmla="*/ 1458849 w 2419350"/>
                <a:gd name="connsiteY7566" fmla="*/ 284988 h 876300"/>
                <a:gd name="connsiteX7567" fmla="*/ 1461135 w 2419350"/>
                <a:gd name="connsiteY7567" fmla="*/ 285083 h 876300"/>
                <a:gd name="connsiteX7568" fmla="*/ 1465993 w 2419350"/>
                <a:gd name="connsiteY7568" fmla="*/ 284512 h 876300"/>
                <a:gd name="connsiteX7569" fmla="*/ 1473708 w 2419350"/>
                <a:gd name="connsiteY7569" fmla="*/ 284988 h 876300"/>
                <a:gd name="connsiteX7570" fmla="*/ 1476565 w 2419350"/>
                <a:gd name="connsiteY7570" fmla="*/ 284512 h 876300"/>
                <a:gd name="connsiteX7571" fmla="*/ 1477708 w 2419350"/>
                <a:gd name="connsiteY7571" fmla="*/ 284036 h 876300"/>
                <a:gd name="connsiteX7572" fmla="*/ 1478375 w 2419350"/>
                <a:gd name="connsiteY7572" fmla="*/ 283274 h 876300"/>
                <a:gd name="connsiteX7573" fmla="*/ 1478756 w 2419350"/>
                <a:gd name="connsiteY7573" fmla="*/ 283274 h 876300"/>
                <a:gd name="connsiteX7574" fmla="*/ 1479518 w 2419350"/>
                <a:gd name="connsiteY7574" fmla="*/ 284417 h 876300"/>
                <a:gd name="connsiteX7575" fmla="*/ 1481804 w 2419350"/>
                <a:gd name="connsiteY7575" fmla="*/ 286893 h 876300"/>
                <a:gd name="connsiteX7576" fmla="*/ 1483328 w 2419350"/>
                <a:gd name="connsiteY7576" fmla="*/ 289274 h 876300"/>
                <a:gd name="connsiteX7577" fmla="*/ 1483423 w 2419350"/>
                <a:gd name="connsiteY7577" fmla="*/ 289560 h 876300"/>
                <a:gd name="connsiteX7578" fmla="*/ 1483614 w 2419350"/>
                <a:gd name="connsiteY7578" fmla="*/ 289751 h 876300"/>
                <a:gd name="connsiteX7579" fmla="*/ 1484662 w 2419350"/>
                <a:gd name="connsiteY7579" fmla="*/ 289751 h 876300"/>
                <a:gd name="connsiteX7580" fmla="*/ 1484852 w 2419350"/>
                <a:gd name="connsiteY7580" fmla="*/ 289941 h 876300"/>
                <a:gd name="connsiteX7581" fmla="*/ 1486186 w 2419350"/>
                <a:gd name="connsiteY7581" fmla="*/ 291941 h 876300"/>
                <a:gd name="connsiteX7582" fmla="*/ 1486567 w 2419350"/>
                <a:gd name="connsiteY7582" fmla="*/ 292322 h 876300"/>
                <a:gd name="connsiteX7583" fmla="*/ 1486853 w 2419350"/>
                <a:gd name="connsiteY7583" fmla="*/ 292513 h 876300"/>
                <a:gd name="connsiteX7584" fmla="*/ 1487233 w 2419350"/>
                <a:gd name="connsiteY7584" fmla="*/ 293275 h 876300"/>
                <a:gd name="connsiteX7585" fmla="*/ 1487424 w 2419350"/>
                <a:gd name="connsiteY7585" fmla="*/ 293465 h 876300"/>
                <a:gd name="connsiteX7586" fmla="*/ 1487805 w 2419350"/>
                <a:gd name="connsiteY7586" fmla="*/ 293561 h 876300"/>
                <a:gd name="connsiteX7587" fmla="*/ 1488472 w 2419350"/>
                <a:gd name="connsiteY7587" fmla="*/ 293656 h 876300"/>
                <a:gd name="connsiteX7588" fmla="*/ 1490186 w 2419350"/>
                <a:gd name="connsiteY7588" fmla="*/ 294322 h 876300"/>
                <a:gd name="connsiteX7589" fmla="*/ 1495330 w 2419350"/>
                <a:gd name="connsiteY7589" fmla="*/ 294894 h 876300"/>
                <a:gd name="connsiteX7590" fmla="*/ 1496187 w 2419350"/>
                <a:gd name="connsiteY7590" fmla="*/ 294799 h 876300"/>
                <a:gd name="connsiteX7591" fmla="*/ 1498187 w 2419350"/>
                <a:gd name="connsiteY7591" fmla="*/ 294227 h 876300"/>
                <a:gd name="connsiteX7592" fmla="*/ 1499330 w 2419350"/>
                <a:gd name="connsiteY7592" fmla="*/ 294132 h 876300"/>
                <a:gd name="connsiteX7593" fmla="*/ 1504855 w 2419350"/>
                <a:gd name="connsiteY7593" fmla="*/ 294608 h 876300"/>
                <a:gd name="connsiteX7594" fmla="*/ 1505522 w 2419350"/>
                <a:gd name="connsiteY7594" fmla="*/ 294894 h 876300"/>
                <a:gd name="connsiteX7595" fmla="*/ 1507236 w 2419350"/>
                <a:gd name="connsiteY7595" fmla="*/ 296228 h 876300"/>
                <a:gd name="connsiteX7596" fmla="*/ 1507712 w 2419350"/>
                <a:gd name="connsiteY7596" fmla="*/ 296513 h 876300"/>
                <a:gd name="connsiteX7597" fmla="*/ 1508093 w 2419350"/>
                <a:gd name="connsiteY7597" fmla="*/ 296513 h 876300"/>
                <a:gd name="connsiteX7598" fmla="*/ 1508855 w 2419350"/>
                <a:gd name="connsiteY7598" fmla="*/ 295751 h 876300"/>
                <a:gd name="connsiteX7599" fmla="*/ 1509331 w 2419350"/>
                <a:gd name="connsiteY7599" fmla="*/ 295370 h 876300"/>
                <a:gd name="connsiteX7600" fmla="*/ 1511046 w 2419350"/>
                <a:gd name="connsiteY7600" fmla="*/ 295085 h 876300"/>
                <a:gd name="connsiteX7601" fmla="*/ 1512856 w 2419350"/>
                <a:gd name="connsiteY7601" fmla="*/ 294322 h 876300"/>
                <a:gd name="connsiteX7602" fmla="*/ 1513999 w 2419350"/>
                <a:gd name="connsiteY7602" fmla="*/ 294227 h 876300"/>
                <a:gd name="connsiteX7603" fmla="*/ 1514665 w 2419350"/>
                <a:gd name="connsiteY7603" fmla="*/ 294418 h 876300"/>
                <a:gd name="connsiteX7604" fmla="*/ 1515332 w 2419350"/>
                <a:gd name="connsiteY7604" fmla="*/ 294704 h 876300"/>
                <a:gd name="connsiteX7605" fmla="*/ 1515904 w 2419350"/>
                <a:gd name="connsiteY7605" fmla="*/ 294894 h 876300"/>
                <a:gd name="connsiteX7606" fmla="*/ 1516380 w 2419350"/>
                <a:gd name="connsiteY7606" fmla="*/ 294799 h 876300"/>
                <a:gd name="connsiteX7607" fmla="*/ 1517237 w 2419350"/>
                <a:gd name="connsiteY7607" fmla="*/ 294322 h 876300"/>
                <a:gd name="connsiteX7608" fmla="*/ 1518190 w 2419350"/>
                <a:gd name="connsiteY7608" fmla="*/ 293942 h 876300"/>
                <a:gd name="connsiteX7609" fmla="*/ 1519999 w 2419350"/>
                <a:gd name="connsiteY7609" fmla="*/ 294037 h 876300"/>
                <a:gd name="connsiteX7610" fmla="*/ 1520571 w 2419350"/>
                <a:gd name="connsiteY7610" fmla="*/ 293942 h 876300"/>
                <a:gd name="connsiteX7611" fmla="*/ 1522762 w 2419350"/>
                <a:gd name="connsiteY7611" fmla="*/ 293180 h 876300"/>
                <a:gd name="connsiteX7612" fmla="*/ 1523809 w 2419350"/>
                <a:gd name="connsiteY7612" fmla="*/ 292989 h 876300"/>
                <a:gd name="connsiteX7613" fmla="*/ 1527239 w 2419350"/>
                <a:gd name="connsiteY7613" fmla="*/ 292894 h 876300"/>
                <a:gd name="connsiteX7614" fmla="*/ 1527715 w 2419350"/>
                <a:gd name="connsiteY7614" fmla="*/ 292799 h 876300"/>
                <a:gd name="connsiteX7615" fmla="*/ 1528667 w 2419350"/>
                <a:gd name="connsiteY7615" fmla="*/ 292132 h 876300"/>
                <a:gd name="connsiteX7616" fmla="*/ 1529143 w 2419350"/>
                <a:gd name="connsiteY7616" fmla="*/ 291846 h 876300"/>
                <a:gd name="connsiteX7617" fmla="*/ 1529524 w 2419350"/>
                <a:gd name="connsiteY7617" fmla="*/ 291846 h 876300"/>
                <a:gd name="connsiteX7618" fmla="*/ 1530953 w 2419350"/>
                <a:gd name="connsiteY7618" fmla="*/ 292227 h 876300"/>
                <a:gd name="connsiteX7619" fmla="*/ 1532477 w 2419350"/>
                <a:gd name="connsiteY7619" fmla="*/ 290798 h 876300"/>
                <a:gd name="connsiteX7620" fmla="*/ 1533144 w 2419350"/>
                <a:gd name="connsiteY7620" fmla="*/ 290417 h 876300"/>
                <a:gd name="connsiteX7621" fmla="*/ 1535335 w 2419350"/>
                <a:gd name="connsiteY7621" fmla="*/ 291370 h 876300"/>
                <a:gd name="connsiteX7622" fmla="*/ 1537906 w 2419350"/>
                <a:gd name="connsiteY7622" fmla="*/ 291179 h 876300"/>
                <a:gd name="connsiteX7623" fmla="*/ 1544288 w 2419350"/>
                <a:gd name="connsiteY7623" fmla="*/ 289846 h 876300"/>
                <a:gd name="connsiteX7624" fmla="*/ 1545717 w 2419350"/>
                <a:gd name="connsiteY7624" fmla="*/ 288608 h 876300"/>
                <a:gd name="connsiteX7625" fmla="*/ 1546955 w 2419350"/>
                <a:gd name="connsiteY7625" fmla="*/ 288322 h 876300"/>
                <a:gd name="connsiteX7626" fmla="*/ 1548003 w 2419350"/>
                <a:gd name="connsiteY7626" fmla="*/ 287941 h 876300"/>
                <a:gd name="connsiteX7627" fmla="*/ 1549146 w 2419350"/>
                <a:gd name="connsiteY7627" fmla="*/ 287274 h 876300"/>
                <a:gd name="connsiteX7628" fmla="*/ 1550384 w 2419350"/>
                <a:gd name="connsiteY7628" fmla="*/ 286798 h 876300"/>
                <a:gd name="connsiteX7629" fmla="*/ 1551813 w 2419350"/>
                <a:gd name="connsiteY7629" fmla="*/ 287179 h 876300"/>
                <a:gd name="connsiteX7630" fmla="*/ 1552670 w 2419350"/>
                <a:gd name="connsiteY7630" fmla="*/ 285369 h 876300"/>
                <a:gd name="connsiteX7631" fmla="*/ 1553337 w 2419350"/>
                <a:gd name="connsiteY7631" fmla="*/ 284702 h 876300"/>
                <a:gd name="connsiteX7632" fmla="*/ 1554385 w 2419350"/>
                <a:gd name="connsiteY7632" fmla="*/ 284321 h 876300"/>
                <a:gd name="connsiteX7633" fmla="*/ 1554385 w 2419350"/>
                <a:gd name="connsiteY7633" fmla="*/ 283940 h 876300"/>
                <a:gd name="connsiteX7634" fmla="*/ 1553623 w 2419350"/>
                <a:gd name="connsiteY7634" fmla="*/ 283464 h 876300"/>
                <a:gd name="connsiteX7635" fmla="*/ 1553813 w 2419350"/>
                <a:gd name="connsiteY7635" fmla="*/ 282607 h 876300"/>
                <a:gd name="connsiteX7636" fmla="*/ 1555909 w 2419350"/>
                <a:gd name="connsiteY7636" fmla="*/ 279845 h 876300"/>
                <a:gd name="connsiteX7637" fmla="*/ 1556099 w 2419350"/>
                <a:gd name="connsiteY7637" fmla="*/ 279654 h 876300"/>
                <a:gd name="connsiteX7638" fmla="*/ 1556480 w 2419350"/>
                <a:gd name="connsiteY7638" fmla="*/ 279559 h 876300"/>
                <a:gd name="connsiteX7639" fmla="*/ 1557623 w 2419350"/>
                <a:gd name="connsiteY7639" fmla="*/ 279654 h 876300"/>
                <a:gd name="connsiteX7640" fmla="*/ 1557909 w 2419350"/>
                <a:gd name="connsiteY7640" fmla="*/ 279463 h 876300"/>
                <a:gd name="connsiteX7641" fmla="*/ 1557909 w 2419350"/>
                <a:gd name="connsiteY7641" fmla="*/ 278511 h 876300"/>
                <a:gd name="connsiteX7642" fmla="*/ 1557718 w 2419350"/>
                <a:gd name="connsiteY7642" fmla="*/ 278130 h 876300"/>
                <a:gd name="connsiteX7643" fmla="*/ 1557338 w 2419350"/>
                <a:gd name="connsiteY7643" fmla="*/ 277654 h 876300"/>
                <a:gd name="connsiteX7644" fmla="*/ 1557147 w 2419350"/>
                <a:gd name="connsiteY7644" fmla="*/ 277178 h 876300"/>
                <a:gd name="connsiteX7645" fmla="*/ 1557338 w 2419350"/>
                <a:gd name="connsiteY7645" fmla="*/ 276606 h 876300"/>
                <a:gd name="connsiteX7646" fmla="*/ 1557623 w 2419350"/>
                <a:gd name="connsiteY7646" fmla="*/ 276130 h 876300"/>
                <a:gd name="connsiteX7647" fmla="*/ 1558099 w 2419350"/>
                <a:gd name="connsiteY7647" fmla="*/ 275177 h 876300"/>
                <a:gd name="connsiteX7648" fmla="*/ 1560005 w 2419350"/>
                <a:gd name="connsiteY7648" fmla="*/ 273558 h 876300"/>
                <a:gd name="connsiteX7649" fmla="*/ 1560671 w 2419350"/>
                <a:gd name="connsiteY7649" fmla="*/ 272701 h 876300"/>
                <a:gd name="connsiteX7650" fmla="*/ 1560671 w 2419350"/>
                <a:gd name="connsiteY7650" fmla="*/ 272320 h 876300"/>
                <a:gd name="connsiteX7651" fmla="*/ 1560671 w 2419350"/>
                <a:gd name="connsiteY7651" fmla="*/ 271558 h 876300"/>
                <a:gd name="connsiteX7652" fmla="*/ 1560862 w 2419350"/>
                <a:gd name="connsiteY7652" fmla="*/ 270891 h 876300"/>
                <a:gd name="connsiteX7653" fmla="*/ 1561624 w 2419350"/>
                <a:gd name="connsiteY7653" fmla="*/ 269843 h 876300"/>
                <a:gd name="connsiteX7654" fmla="*/ 1562100 w 2419350"/>
                <a:gd name="connsiteY7654" fmla="*/ 268414 h 876300"/>
                <a:gd name="connsiteX7655" fmla="*/ 1562862 w 2419350"/>
                <a:gd name="connsiteY7655" fmla="*/ 267653 h 876300"/>
                <a:gd name="connsiteX7656" fmla="*/ 1564576 w 2419350"/>
                <a:gd name="connsiteY7656" fmla="*/ 266319 h 876300"/>
                <a:gd name="connsiteX7657" fmla="*/ 1566386 w 2419350"/>
                <a:gd name="connsiteY7657" fmla="*/ 264414 h 876300"/>
                <a:gd name="connsiteX7658" fmla="*/ 1567434 w 2419350"/>
                <a:gd name="connsiteY7658" fmla="*/ 263652 h 876300"/>
                <a:gd name="connsiteX7659" fmla="*/ 1568767 w 2419350"/>
                <a:gd name="connsiteY7659" fmla="*/ 263366 h 876300"/>
                <a:gd name="connsiteX7660" fmla="*/ 1569148 w 2419350"/>
                <a:gd name="connsiteY7660" fmla="*/ 263080 h 876300"/>
                <a:gd name="connsiteX7661" fmla="*/ 1570006 w 2419350"/>
                <a:gd name="connsiteY7661" fmla="*/ 261747 h 876300"/>
                <a:gd name="connsiteX7662" fmla="*/ 1570387 w 2419350"/>
                <a:gd name="connsiteY7662" fmla="*/ 261271 h 876300"/>
                <a:gd name="connsiteX7663" fmla="*/ 1570863 w 2419350"/>
                <a:gd name="connsiteY7663" fmla="*/ 260985 h 876300"/>
                <a:gd name="connsiteX7664" fmla="*/ 1572578 w 2419350"/>
                <a:gd name="connsiteY7664" fmla="*/ 260509 h 876300"/>
                <a:gd name="connsiteX7665" fmla="*/ 1574482 w 2419350"/>
                <a:gd name="connsiteY7665" fmla="*/ 259556 h 876300"/>
                <a:gd name="connsiteX7666" fmla="*/ 1574768 w 2419350"/>
                <a:gd name="connsiteY7666" fmla="*/ 259175 h 876300"/>
                <a:gd name="connsiteX7667" fmla="*/ 1574864 w 2419350"/>
                <a:gd name="connsiteY7667" fmla="*/ 258699 h 876300"/>
                <a:gd name="connsiteX7668" fmla="*/ 1575435 w 2419350"/>
                <a:gd name="connsiteY7668" fmla="*/ 257366 h 876300"/>
                <a:gd name="connsiteX7669" fmla="*/ 1575721 w 2419350"/>
                <a:gd name="connsiteY7669" fmla="*/ 256985 h 876300"/>
                <a:gd name="connsiteX7670" fmla="*/ 1577435 w 2419350"/>
                <a:gd name="connsiteY7670" fmla="*/ 255270 h 876300"/>
                <a:gd name="connsiteX7671" fmla="*/ 1579150 w 2419350"/>
                <a:gd name="connsiteY7671" fmla="*/ 253175 h 876300"/>
                <a:gd name="connsiteX7672" fmla="*/ 1581626 w 2419350"/>
                <a:gd name="connsiteY7672" fmla="*/ 248888 h 876300"/>
                <a:gd name="connsiteX7673" fmla="*/ 1584960 w 2419350"/>
                <a:gd name="connsiteY7673" fmla="*/ 239744 h 876300"/>
                <a:gd name="connsiteX7674" fmla="*/ 1586008 w 2419350"/>
                <a:gd name="connsiteY7674" fmla="*/ 237839 h 876300"/>
                <a:gd name="connsiteX7675" fmla="*/ 1587532 w 2419350"/>
                <a:gd name="connsiteY7675" fmla="*/ 235934 h 876300"/>
                <a:gd name="connsiteX7676" fmla="*/ 1589246 w 2419350"/>
                <a:gd name="connsiteY7676" fmla="*/ 234982 h 876300"/>
                <a:gd name="connsiteX7677" fmla="*/ 1591532 w 2419350"/>
                <a:gd name="connsiteY7677" fmla="*/ 234029 h 876300"/>
                <a:gd name="connsiteX7678" fmla="*/ 1593056 w 2419350"/>
                <a:gd name="connsiteY7678" fmla="*/ 232696 h 876300"/>
                <a:gd name="connsiteX7679" fmla="*/ 1592580 w 2419350"/>
                <a:gd name="connsiteY7679" fmla="*/ 230696 h 876300"/>
                <a:gd name="connsiteX7680" fmla="*/ 1591247 w 2419350"/>
                <a:gd name="connsiteY7680" fmla="*/ 229648 h 876300"/>
                <a:gd name="connsiteX7681" fmla="*/ 1589818 w 2419350"/>
                <a:gd name="connsiteY7681" fmla="*/ 228791 h 876300"/>
                <a:gd name="connsiteX7682" fmla="*/ 1588770 w 2419350"/>
                <a:gd name="connsiteY7682" fmla="*/ 227552 h 876300"/>
                <a:gd name="connsiteX7683" fmla="*/ 1588675 w 2419350"/>
                <a:gd name="connsiteY7683" fmla="*/ 225362 h 876300"/>
                <a:gd name="connsiteX7684" fmla="*/ 1589437 w 2419350"/>
                <a:gd name="connsiteY7684" fmla="*/ 223266 h 876300"/>
                <a:gd name="connsiteX7685" fmla="*/ 1589151 w 2419350"/>
                <a:gd name="connsiteY7685" fmla="*/ 222695 h 876300"/>
                <a:gd name="connsiteX7686" fmla="*/ 1587722 w 2419350"/>
                <a:gd name="connsiteY7686" fmla="*/ 222504 h 876300"/>
                <a:gd name="connsiteX7687" fmla="*/ 1584198 w 2419350"/>
                <a:gd name="connsiteY7687" fmla="*/ 222885 h 876300"/>
                <a:gd name="connsiteX7688" fmla="*/ 1583150 w 2419350"/>
                <a:gd name="connsiteY7688" fmla="*/ 222885 h 876300"/>
                <a:gd name="connsiteX7689" fmla="*/ 1582198 w 2419350"/>
                <a:gd name="connsiteY7689" fmla="*/ 222599 h 876300"/>
                <a:gd name="connsiteX7690" fmla="*/ 1581817 w 2419350"/>
                <a:gd name="connsiteY7690" fmla="*/ 222028 h 876300"/>
                <a:gd name="connsiteX7691" fmla="*/ 1581817 w 2419350"/>
                <a:gd name="connsiteY7691" fmla="*/ 219837 h 876300"/>
                <a:gd name="connsiteX7692" fmla="*/ 1581340 w 2419350"/>
                <a:gd name="connsiteY7692" fmla="*/ 219266 h 876300"/>
                <a:gd name="connsiteX7693" fmla="*/ 1580293 w 2419350"/>
                <a:gd name="connsiteY7693" fmla="*/ 219456 h 876300"/>
                <a:gd name="connsiteX7694" fmla="*/ 1579150 w 2419350"/>
                <a:gd name="connsiteY7694" fmla="*/ 219932 h 876300"/>
                <a:gd name="connsiteX7695" fmla="*/ 1578578 w 2419350"/>
                <a:gd name="connsiteY7695" fmla="*/ 220409 h 876300"/>
                <a:gd name="connsiteX7696" fmla="*/ 1578483 w 2419350"/>
                <a:gd name="connsiteY7696" fmla="*/ 220885 h 876300"/>
                <a:gd name="connsiteX7697" fmla="*/ 1578578 w 2419350"/>
                <a:gd name="connsiteY7697" fmla="*/ 222695 h 876300"/>
                <a:gd name="connsiteX7698" fmla="*/ 1578388 w 2419350"/>
                <a:gd name="connsiteY7698" fmla="*/ 222885 h 876300"/>
                <a:gd name="connsiteX7699" fmla="*/ 1577435 w 2419350"/>
                <a:gd name="connsiteY7699" fmla="*/ 222409 h 876300"/>
                <a:gd name="connsiteX7700" fmla="*/ 1577245 w 2419350"/>
                <a:gd name="connsiteY7700" fmla="*/ 222599 h 876300"/>
                <a:gd name="connsiteX7701" fmla="*/ 1576768 w 2419350"/>
                <a:gd name="connsiteY7701" fmla="*/ 223266 h 876300"/>
                <a:gd name="connsiteX7702" fmla="*/ 1571530 w 2419350"/>
                <a:gd name="connsiteY7702" fmla="*/ 227267 h 876300"/>
                <a:gd name="connsiteX7703" fmla="*/ 1570958 w 2419350"/>
                <a:gd name="connsiteY7703" fmla="*/ 228124 h 876300"/>
                <a:gd name="connsiteX7704" fmla="*/ 1570768 w 2419350"/>
                <a:gd name="connsiteY7704" fmla="*/ 229362 h 876300"/>
                <a:gd name="connsiteX7705" fmla="*/ 1571149 w 2419350"/>
                <a:gd name="connsiteY7705" fmla="*/ 230505 h 876300"/>
                <a:gd name="connsiteX7706" fmla="*/ 1571911 w 2419350"/>
                <a:gd name="connsiteY7706" fmla="*/ 231458 h 876300"/>
                <a:gd name="connsiteX7707" fmla="*/ 1572292 w 2419350"/>
                <a:gd name="connsiteY7707" fmla="*/ 232410 h 876300"/>
                <a:gd name="connsiteX7708" fmla="*/ 1571530 w 2419350"/>
                <a:gd name="connsiteY7708" fmla="*/ 233458 h 876300"/>
                <a:gd name="connsiteX7709" fmla="*/ 1570482 w 2419350"/>
                <a:gd name="connsiteY7709" fmla="*/ 233934 h 876300"/>
                <a:gd name="connsiteX7710" fmla="*/ 1568291 w 2419350"/>
                <a:gd name="connsiteY7710" fmla="*/ 234220 h 876300"/>
                <a:gd name="connsiteX7711" fmla="*/ 1567339 w 2419350"/>
                <a:gd name="connsiteY7711" fmla="*/ 234791 h 876300"/>
                <a:gd name="connsiteX7712" fmla="*/ 1566100 w 2419350"/>
                <a:gd name="connsiteY7712" fmla="*/ 236315 h 876300"/>
                <a:gd name="connsiteX7713" fmla="*/ 1565339 w 2419350"/>
                <a:gd name="connsiteY7713" fmla="*/ 236792 h 876300"/>
                <a:gd name="connsiteX7714" fmla="*/ 1564005 w 2419350"/>
                <a:gd name="connsiteY7714" fmla="*/ 236982 h 876300"/>
                <a:gd name="connsiteX7715" fmla="*/ 1560290 w 2419350"/>
                <a:gd name="connsiteY7715" fmla="*/ 236125 h 876300"/>
                <a:gd name="connsiteX7716" fmla="*/ 1559719 w 2419350"/>
                <a:gd name="connsiteY7716" fmla="*/ 236506 h 876300"/>
                <a:gd name="connsiteX7717" fmla="*/ 1559338 w 2419350"/>
                <a:gd name="connsiteY7717" fmla="*/ 237077 h 876300"/>
                <a:gd name="connsiteX7718" fmla="*/ 1556480 w 2419350"/>
                <a:gd name="connsiteY7718" fmla="*/ 239173 h 876300"/>
                <a:gd name="connsiteX7719" fmla="*/ 1556004 w 2419350"/>
                <a:gd name="connsiteY7719" fmla="*/ 240125 h 876300"/>
                <a:gd name="connsiteX7720" fmla="*/ 1555623 w 2419350"/>
                <a:gd name="connsiteY7720" fmla="*/ 241554 h 876300"/>
                <a:gd name="connsiteX7721" fmla="*/ 1555718 w 2419350"/>
                <a:gd name="connsiteY7721" fmla="*/ 242888 h 876300"/>
                <a:gd name="connsiteX7722" fmla="*/ 1556575 w 2419350"/>
                <a:gd name="connsiteY7722" fmla="*/ 243459 h 876300"/>
                <a:gd name="connsiteX7723" fmla="*/ 1558671 w 2419350"/>
                <a:gd name="connsiteY7723" fmla="*/ 243364 h 876300"/>
                <a:gd name="connsiteX7724" fmla="*/ 1559528 w 2419350"/>
                <a:gd name="connsiteY7724" fmla="*/ 243650 h 876300"/>
                <a:gd name="connsiteX7725" fmla="*/ 1560005 w 2419350"/>
                <a:gd name="connsiteY7725" fmla="*/ 244507 h 876300"/>
                <a:gd name="connsiteX7726" fmla="*/ 1560005 w 2419350"/>
                <a:gd name="connsiteY7726" fmla="*/ 245554 h 876300"/>
                <a:gd name="connsiteX7727" fmla="*/ 1559528 w 2419350"/>
                <a:gd name="connsiteY7727" fmla="*/ 246793 h 876300"/>
                <a:gd name="connsiteX7728" fmla="*/ 1558862 w 2419350"/>
                <a:gd name="connsiteY7728" fmla="*/ 247745 h 876300"/>
                <a:gd name="connsiteX7729" fmla="*/ 1558099 w 2419350"/>
                <a:gd name="connsiteY7729" fmla="*/ 248126 h 876300"/>
                <a:gd name="connsiteX7730" fmla="*/ 1557433 w 2419350"/>
                <a:gd name="connsiteY7730" fmla="*/ 247936 h 876300"/>
                <a:gd name="connsiteX7731" fmla="*/ 1557052 w 2419350"/>
                <a:gd name="connsiteY7731" fmla="*/ 247460 h 876300"/>
                <a:gd name="connsiteX7732" fmla="*/ 1556766 w 2419350"/>
                <a:gd name="connsiteY7732" fmla="*/ 246983 h 876300"/>
                <a:gd name="connsiteX7733" fmla="*/ 1556385 w 2419350"/>
                <a:gd name="connsiteY7733" fmla="*/ 246697 h 876300"/>
                <a:gd name="connsiteX7734" fmla="*/ 1555814 w 2419350"/>
                <a:gd name="connsiteY7734" fmla="*/ 246793 h 876300"/>
                <a:gd name="connsiteX7735" fmla="*/ 1555432 w 2419350"/>
                <a:gd name="connsiteY7735" fmla="*/ 247079 h 876300"/>
                <a:gd name="connsiteX7736" fmla="*/ 1555147 w 2419350"/>
                <a:gd name="connsiteY7736" fmla="*/ 247460 h 876300"/>
                <a:gd name="connsiteX7737" fmla="*/ 1554671 w 2419350"/>
                <a:gd name="connsiteY7737" fmla="*/ 247745 h 876300"/>
                <a:gd name="connsiteX7738" fmla="*/ 1553623 w 2419350"/>
                <a:gd name="connsiteY7738" fmla="*/ 247936 h 876300"/>
                <a:gd name="connsiteX7739" fmla="*/ 1550098 w 2419350"/>
                <a:gd name="connsiteY7739" fmla="*/ 247745 h 876300"/>
                <a:gd name="connsiteX7740" fmla="*/ 1549051 w 2419350"/>
                <a:gd name="connsiteY7740" fmla="*/ 247841 h 876300"/>
                <a:gd name="connsiteX7741" fmla="*/ 1548098 w 2419350"/>
                <a:gd name="connsiteY7741" fmla="*/ 248221 h 876300"/>
                <a:gd name="connsiteX7742" fmla="*/ 1547336 w 2419350"/>
                <a:gd name="connsiteY7742" fmla="*/ 248698 h 876300"/>
                <a:gd name="connsiteX7743" fmla="*/ 1546765 w 2419350"/>
                <a:gd name="connsiteY7743" fmla="*/ 249174 h 876300"/>
                <a:gd name="connsiteX7744" fmla="*/ 1545907 w 2419350"/>
                <a:gd name="connsiteY7744" fmla="*/ 250603 h 876300"/>
                <a:gd name="connsiteX7745" fmla="*/ 1545050 w 2419350"/>
                <a:gd name="connsiteY7745" fmla="*/ 254222 h 876300"/>
                <a:gd name="connsiteX7746" fmla="*/ 1544288 w 2419350"/>
                <a:gd name="connsiteY7746" fmla="*/ 255937 h 876300"/>
                <a:gd name="connsiteX7747" fmla="*/ 1542955 w 2419350"/>
                <a:gd name="connsiteY7747" fmla="*/ 256985 h 876300"/>
                <a:gd name="connsiteX7748" fmla="*/ 1539431 w 2419350"/>
                <a:gd name="connsiteY7748" fmla="*/ 257937 h 876300"/>
                <a:gd name="connsiteX7749" fmla="*/ 1537716 w 2419350"/>
                <a:gd name="connsiteY7749" fmla="*/ 258794 h 876300"/>
                <a:gd name="connsiteX7750" fmla="*/ 1536478 w 2419350"/>
                <a:gd name="connsiteY7750" fmla="*/ 260128 h 876300"/>
                <a:gd name="connsiteX7751" fmla="*/ 1535716 w 2419350"/>
                <a:gd name="connsiteY7751" fmla="*/ 260699 h 876300"/>
                <a:gd name="connsiteX7752" fmla="*/ 1534001 w 2419350"/>
                <a:gd name="connsiteY7752" fmla="*/ 261080 h 876300"/>
                <a:gd name="connsiteX7753" fmla="*/ 1528096 w 2419350"/>
                <a:gd name="connsiteY7753" fmla="*/ 263176 h 876300"/>
                <a:gd name="connsiteX7754" fmla="*/ 1527239 w 2419350"/>
                <a:gd name="connsiteY7754" fmla="*/ 264128 h 876300"/>
                <a:gd name="connsiteX7755" fmla="*/ 1525143 w 2419350"/>
                <a:gd name="connsiteY7755" fmla="*/ 264795 h 876300"/>
                <a:gd name="connsiteX7756" fmla="*/ 1524381 w 2419350"/>
                <a:gd name="connsiteY7756" fmla="*/ 265271 h 876300"/>
                <a:gd name="connsiteX7757" fmla="*/ 1524953 w 2419350"/>
                <a:gd name="connsiteY7757" fmla="*/ 265557 h 876300"/>
                <a:gd name="connsiteX7758" fmla="*/ 1525143 w 2419350"/>
                <a:gd name="connsiteY7758" fmla="*/ 265938 h 876300"/>
                <a:gd name="connsiteX7759" fmla="*/ 1524953 w 2419350"/>
                <a:gd name="connsiteY7759" fmla="*/ 266319 h 876300"/>
                <a:gd name="connsiteX7760" fmla="*/ 1524381 w 2419350"/>
                <a:gd name="connsiteY7760" fmla="*/ 266700 h 876300"/>
                <a:gd name="connsiteX7761" fmla="*/ 1524000 w 2419350"/>
                <a:gd name="connsiteY7761" fmla="*/ 266700 h 876300"/>
                <a:gd name="connsiteX7762" fmla="*/ 1522952 w 2419350"/>
                <a:gd name="connsiteY7762" fmla="*/ 266319 h 876300"/>
                <a:gd name="connsiteX7763" fmla="*/ 1522476 w 2419350"/>
                <a:gd name="connsiteY7763" fmla="*/ 266224 h 876300"/>
                <a:gd name="connsiteX7764" fmla="*/ 1518856 w 2419350"/>
                <a:gd name="connsiteY7764" fmla="*/ 266605 h 876300"/>
                <a:gd name="connsiteX7765" fmla="*/ 1511427 w 2419350"/>
                <a:gd name="connsiteY7765" fmla="*/ 265557 h 876300"/>
                <a:gd name="connsiteX7766" fmla="*/ 1510379 w 2419350"/>
                <a:gd name="connsiteY7766" fmla="*/ 265176 h 876300"/>
                <a:gd name="connsiteX7767" fmla="*/ 1508284 w 2419350"/>
                <a:gd name="connsiteY7767" fmla="*/ 264033 h 876300"/>
                <a:gd name="connsiteX7768" fmla="*/ 1507236 w 2419350"/>
                <a:gd name="connsiteY7768" fmla="*/ 263747 h 876300"/>
                <a:gd name="connsiteX7769" fmla="*/ 1506379 w 2419350"/>
                <a:gd name="connsiteY7769" fmla="*/ 263938 h 876300"/>
                <a:gd name="connsiteX7770" fmla="*/ 1504569 w 2419350"/>
                <a:gd name="connsiteY7770" fmla="*/ 264700 h 876300"/>
                <a:gd name="connsiteX7771" fmla="*/ 1503902 w 2419350"/>
                <a:gd name="connsiteY7771" fmla="*/ 264509 h 876300"/>
                <a:gd name="connsiteX7772" fmla="*/ 1502283 w 2419350"/>
                <a:gd name="connsiteY7772" fmla="*/ 263652 h 876300"/>
                <a:gd name="connsiteX7773" fmla="*/ 1498378 w 2419350"/>
                <a:gd name="connsiteY7773" fmla="*/ 262795 h 876300"/>
                <a:gd name="connsiteX7774" fmla="*/ 1496949 w 2419350"/>
                <a:gd name="connsiteY7774" fmla="*/ 261842 h 876300"/>
                <a:gd name="connsiteX7775" fmla="*/ 1496282 w 2419350"/>
                <a:gd name="connsiteY7775" fmla="*/ 262128 h 876300"/>
                <a:gd name="connsiteX7776" fmla="*/ 1495901 w 2419350"/>
                <a:gd name="connsiteY7776" fmla="*/ 262033 h 876300"/>
                <a:gd name="connsiteX7777" fmla="*/ 1495615 w 2419350"/>
                <a:gd name="connsiteY7777" fmla="*/ 261747 h 876300"/>
                <a:gd name="connsiteX7778" fmla="*/ 1495234 w 2419350"/>
                <a:gd name="connsiteY7778" fmla="*/ 261556 h 876300"/>
                <a:gd name="connsiteX7779" fmla="*/ 1494473 w 2419350"/>
                <a:gd name="connsiteY7779" fmla="*/ 261556 h 876300"/>
                <a:gd name="connsiteX7780" fmla="*/ 1493996 w 2419350"/>
                <a:gd name="connsiteY7780" fmla="*/ 261747 h 876300"/>
                <a:gd name="connsiteX7781" fmla="*/ 1493615 w 2419350"/>
                <a:gd name="connsiteY7781" fmla="*/ 262033 h 876300"/>
                <a:gd name="connsiteX7782" fmla="*/ 1493044 w 2419350"/>
                <a:gd name="connsiteY7782" fmla="*/ 262223 h 876300"/>
                <a:gd name="connsiteX7783" fmla="*/ 1492472 w 2419350"/>
                <a:gd name="connsiteY7783" fmla="*/ 262319 h 876300"/>
                <a:gd name="connsiteX7784" fmla="*/ 1491043 w 2419350"/>
                <a:gd name="connsiteY7784" fmla="*/ 262319 h 876300"/>
                <a:gd name="connsiteX7785" fmla="*/ 1490472 w 2419350"/>
                <a:gd name="connsiteY7785" fmla="*/ 262223 h 876300"/>
                <a:gd name="connsiteX7786" fmla="*/ 1489805 w 2419350"/>
                <a:gd name="connsiteY7786" fmla="*/ 261842 h 876300"/>
                <a:gd name="connsiteX7787" fmla="*/ 1489615 w 2419350"/>
                <a:gd name="connsiteY7787" fmla="*/ 261461 h 876300"/>
                <a:gd name="connsiteX7788" fmla="*/ 1489615 w 2419350"/>
                <a:gd name="connsiteY7788" fmla="*/ 260985 h 876300"/>
                <a:gd name="connsiteX7789" fmla="*/ 1489329 w 2419350"/>
                <a:gd name="connsiteY7789" fmla="*/ 260413 h 876300"/>
                <a:gd name="connsiteX7790" fmla="*/ 1488376 w 2419350"/>
                <a:gd name="connsiteY7790" fmla="*/ 259842 h 876300"/>
                <a:gd name="connsiteX7791" fmla="*/ 1486853 w 2419350"/>
                <a:gd name="connsiteY7791" fmla="*/ 260413 h 876300"/>
                <a:gd name="connsiteX7792" fmla="*/ 1485900 w 2419350"/>
                <a:gd name="connsiteY7792" fmla="*/ 259937 h 876300"/>
                <a:gd name="connsiteX7793" fmla="*/ 1484757 w 2419350"/>
                <a:gd name="connsiteY7793" fmla="*/ 259175 h 876300"/>
                <a:gd name="connsiteX7794" fmla="*/ 1484566 w 2419350"/>
                <a:gd name="connsiteY7794" fmla="*/ 259842 h 876300"/>
                <a:gd name="connsiteX7795" fmla="*/ 1484757 w 2419350"/>
                <a:gd name="connsiteY7795" fmla="*/ 260985 h 876300"/>
                <a:gd name="connsiteX7796" fmla="*/ 1484948 w 2419350"/>
                <a:gd name="connsiteY7796" fmla="*/ 261556 h 876300"/>
                <a:gd name="connsiteX7797" fmla="*/ 1484186 w 2419350"/>
                <a:gd name="connsiteY7797" fmla="*/ 261842 h 876300"/>
                <a:gd name="connsiteX7798" fmla="*/ 1481995 w 2419350"/>
                <a:gd name="connsiteY7798" fmla="*/ 260985 h 876300"/>
                <a:gd name="connsiteX7799" fmla="*/ 1480852 w 2419350"/>
                <a:gd name="connsiteY7799" fmla="*/ 261366 h 876300"/>
                <a:gd name="connsiteX7800" fmla="*/ 1480090 w 2419350"/>
                <a:gd name="connsiteY7800" fmla="*/ 261461 h 876300"/>
                <a:gd name="connsiteX7801" fmla="*/ 1479995 w 2419350"/>
                <a:gd name="connsiteY7801" fmla="*/ 261461 h 876300"/>
                <a:gd name="connsiteX7802" fmla="*/ 1478661 w 2419350"/>
                <a:gd name="connsiteY7802" fmla="*/ 261176 h 876300"/>
                <a:gd name="connsiteX7803" fmla="*/ 1475137 w 2419350"/>
                <a:gd name="connsiteY7803" fmla="*/ 259842 h 876300"/>
                <a:gd name="connsiteX7804" fmla="*/ 1474375 w 2419350"/>
                <a:gd name="connsiteY7804" fmla="*/ 259747 h 876300"/>
                <a:gd name="connsiteX7805" fmla="*/ 1473137 w 2419350"/>
                <a:gd name="connsiteY7805" fmla="*/ 259747 h 876300"/>
                <a:gd name="connsiteX7806" fmla="*/ 1472756 w 2419350"/>
                <a:gd name="connsiteY7806" fmla="*/ 260033 h 876300"/>
                <a:gd name="connsiteX7807" fmla="*/ 1472660 w 2419350"/>
                <a:gd name="connsiteY7807" fmla="*/ 260604 h 876300"/>
                <a:gd name="connsiteX7808" fmla="*/ 1472660 w 2419350"/>
                <a:gd name="connsiteY7808" fmla="*/ 261556 h 876300"/>
                <a:gd name="connsiteX7809" fmla="*/ 1472470 w 2419350"/>
                <a:gd name="connsiteY7809" fmla="*/ 261938 h 876300"/>
                <a:gd name="connsiteX7810" fmla="*/ 1471898 w 2419350"/>
                <a:gd name="connsiteY7810" fmla="*/ 262414 h 876300"/>
                <a:gd name="connsiteX7811" fmla="*/ 1471613 w 2419350"/>
                <a:gd name="connsiteY7811" fmla="*/ 262700 h 876300"/>
                <a:gd name="connsiteX7812" fmla="*/ 1470565 w 2419350"/>
                <a:gd name="connsiteY7812" fmla="*/ 265176 h 876300"/>
                <a:gd name="connsiteX7813" fmla="*/ 1469993 w 2419350"/>
                <a:gd name="connsiteY7813" fmla="*/ 265557 h 876300"/>
                <a:gd name="connsiteX7814" fmla="*/ 1469136 w 2419350"/>
                <a:gd name="connsiteY7814" fmla="*/ 265747 h 876300"/>
                <a:gd name="connsiteX7815" fmla="*/ 1466945 w 2419350"/>
                <a:gd name="connsiteY7815" fmla="*/ 267367 h 876300"/>
                <a:gd name="connsiteX7816" fmla="*/ 1465993 w 2419350"/>
                <a:gd name="connsiteY7816" fmla="*/ 266986 h 876300"/>
                <a:gd name="connsiteX7817" fmla="*/ 1464659 w 2419350"/>
                <a:gd name="connsiteY7817" fmla="*/ 265747 h 876300"/>
                <a:gd name="connsiteX7818" fmla="*/ 1463326 w 2419350"/>
                <a:gd name="connsiteY7818" fmla="*/ 265367 h 876300"/>
                <a:gd name="connsiteX7819" fmla="*/ 1463231 w 2419350"/>
                <a:gd name="connsiteY7819" fmla="*/ 264605 h 876300"/>
                <a:gd name="connsiteX7820" fmla="*/ 1462754 w 2419350"/>
                <a:gd name="connsiteY7820" fmla="*/ 264414 h 876300"/>
                <a:gd name="connsiteX7821" fmla="*/ 1462088 w 2419350"/>
                <a:gd name="connsiteY7821" fmla="*/ 264319 h 876300"/>
                <a:gd name="connsiteX7822" fmla="*/ 1461802 w 2419350"/>
                <a:gd name="connsiteY7822" fmla="*/ 264033 h 876300"/>
                <a:gd name="connsiteX7823" fmla="*/ 1461611 w 2419350"/>
                <a:gd name="connsiteY7823" fmla="*/ 263652 h 876300"/>
                <a:gd name="connsiteX7824" fmla="*/ 1461230 w 2419350"/>
                <a:gd name="connsiteY7824" fmla="*/ 263271 h 876300"/>
                <a:gd name="connsiteX7825" fmla="*/ 1459230 w 2419350"/>
                <a:gd name="connsiteY7825" fmla="*/ 262509 h 876300"/>
                <a:gd name="connsiteX7826" fmla="*/ 1458087 w 2419350"/>
                <a:gd name="connsiteY7826" fmla="*/ 261938 h 876300"/>
                <a:gd name="connsiteX7827" fmla="*/ 1457611 w 2419350"/>
                <a:gd name="connsiteY7827" fmla="*/ 261271 h 876300"/>
                <a:gd name="connsiteX7828" fmla="*/ 1457230 w 2419350"/>
                <a:gd name="connsiteY7828" fmla="*/ 260413 h 876300"/>
                <a:gd name="connsiteX7829" fmla="*/ 1456277 w 2419350"/>
                <a:gd name="connsiteY7829" fmla="*/ 259842 h 876300"/>
                <a:gd name="connsiteX7830" fmla="*/ 1455134 w 2419350"/>
                <a:gd name="connsiteY7830" fmla="*/ 259461 h 876300"/>
                <a:gd name="connsiteX7831" fmla="*/ 1452086 w 2419350"/>
                <a:gd name="connsiteY7831" fmla="*/ 259175 h 876300"/>
                <a:gd name="connsiteX7832" fmla="*/ 1449896 w 2419350"/>
                <a:gd name="connsiteY7832" fmla="*/ 258699 h 876300"/>
                <a:gd name="connsiteX7833" fmla="*/ 1447895 w 2419350"/>
                <a:gd name="connsiteY7833" fmla="*/ 257842 h 876300"/>
                <a:gd name="connsiteX7834" fmla="*/ 1446276 w 2419350"/>
                <a:gd name="connsiteY7834" fmla="*/ 256508 h 876300"/>
                <a:gd name="connsiteX7835" fmla="*/ 1445609 w 2419350"/>
                <a:gd name="connsiteY7835" fmla="*/ 256413 h 876300"/>
                <a:gd name="connsiteX7836" fmla="*/ 1443228 w 2419350"/>
                <a:gd name="connsiteY7836" fmla="*/ 256985 h 876300"/>
                <a:gd name="connsiteX7837" fmla="*/ 1442180 w 2419350"/>
                <a:gd name="connsiteY7837" fmla="*/ 257080 h 876300"/>
                <a:gd name="connsiteX7838" fmla="*/ 1439704 w 2419350"/>
                <a:gd name="connsiteY7838" fmla="*/ 256318 h 876300"/>
                <a:gd name="connsiteX7839" fmla="*/ 1438942 w 2419350"/>
                <a:gd name="connsiteY7839" fmla="*/ 256318 h 876300"/>
                <a:gd name="connsiteX7840" fmla="*/ 1438656 w 2419350"/>
                <a:gd name="connsiteY7840" fmla="*/ 256508 h 876300"/>
                <a:gd name="connsiteX7841" fmla="*/ 1438180 w 2419350"/>
                <a:gd name="connsiteY7841" fmla="*/ 256985 h 876300"/>
                <a:gd name="connsiteX7842" fmla="*/ 1437989 w 2419350"/>
                <a:gd name="connsiteY7842" fmla="*/ 257080 h 876300"/>
                <a:gd name="connsiteX7843" fmla="*/ 1437704 w 2419350"/>
                <a:gd name="connsiteY7843" fmla="*/ 256985 h 876300"/>
                <a:gd name="connsiteX7844" fmla="*/ 1437227 w 2419350"/>
                <a:gd name="connsiteY7844" fmla="*/ 256699 h 876300"/>
                <a:gd name="connsiteX7845" fmla="*/ 1436941 w 2419350"/>
                <a:gd name="connsiteY7845" fmla="*/ 256604 h 876300"/>
                <a:gd name="connsiteX7846" fmla="*/ 1436370 w 2419350"/>
                <a:gd name="connsiteY7846" fmla="*/ 256699 h 876300"/>
                <a:gd name="connsiteX7847" fmla="*/ 1435322 w 2419350"/>
                <a:gd name="connsiteY7847" fmla="*/ 256985 h 876300"/>
                <a:gd name="connsiteX7848" fmla="*/ 1434751 w 2419350"/>
                <a:gd name="connsiteY7848" fmla="*/ 257080 h 876300"/>
                <a:gd name="connsiteX7849" fmla="*/ 1434084 w 2419350"/>
                <a:gd name="connsiteY7849" fmla="*/ 256985 h 876300"/>
                <a:gd name="connsiteX7850" fmla="*/ 1432750 w 2419350"/>
                <a:gd name="connsiteY7850" fmla="*/ 256222 h 876300"/>
                <a:gd name="connsiteX7851" fmla="*/ 1432370 w 2419350"/>
                <a:gd name="connsiteY7851" fmla="*/ 256032 h 876300"/>
                <a:gd name="connsiteX7852" fmla="*/ 1431703 w 2419350"/>
                <a:gd name="connsiteY7852" fmla="*/ 255842 h 876300"/>
                <a:gd name="connsiteX7853" fmla="*/ 1430179 w 2419350"/>
                <a:gd name="connsiteY7853" fmla="*/ 255746 h 876300"/>
                <a:gd name="connsiteX7854" fmla="*/ 1426940 w 2419350"/>
                <a:gd name="connsiteY7854" fmla="*/ 254508 h 876300"/>
                <a:gd name="connsiteX7855" fmla="*/ 1425702 w 2419350"/>
                <a:gd name="connsiteY7855" fmla="*/ 254318 h 876300"/>
                <a:gd name="connsiteX7856" fmla="*/ 1424940 w 2419350"/>
                <a:gd name="connsiteY7856" fmla="*/ 254603 h 876300"/>
                <a:gd name="connsiteX7857" fmla="*/ 1423797 w 2419350"/>
                <a:gd name="connsiteY7857" fmla="*/ 255937 h 876300"/>
                <a:gd name="connsiteX7858" fmla="*/ 1423035 w 2419350"/>
                <a:gd name="connsiteY7858" fmla="*/ 256413 h 876300"/>
                <a:gd name="connsiteX7859" fmla="*/ 1421892 w 2419350"/>
                <a:gd name="connsiteY7859" fmla="*/ 256508 h 876300"/>
                <a:gd name="connsiteX7860" fmla="*/ 1420844 w 2419350"/>
                <a:gd name="connsiteY7860" fmla="*/ 256127 h 876300"/>
                <a:gd name="connsiteX7861" fmla="*/ 1420082 w 2419350"/>
                <a:gd name="connsiteY7861" fmla="*/ 255270 h 876300"/>
                <a:gd name="connsiteX7862" fmla="*/ 1419415 w 2419350"/>
                <a:gd name="connsiteY7862" fmla="*/ 252889 h 876300"/>
                <a:gd name="connsiteX7863" fmla="*/ 1418558 w 2419350"/>
                <a:gd name="connsiteY7863" fmla="*/ 252508 h 876300"/>
                <a:gd name="connsiteX7864" fmla="*/ 1403032 w 2419350"/>
                <a:gd name="connsiteY7864" fmla="*/ 254413 h 876300"/>
                <a:gd name="connsiteX7865" fmla="*/ 1400747 w 2419350"/>
                <a:gd name="connsiteY7865" fmla="*/ 254413 h 876300"/>
                <a:gd name="connsiteX7866" fmla="*/ 1398651 w 2419350"/>
                <a:gd name="connsiteY7866" fmla="*/ 253841 h 876300"/>
                <a:gd name="connsiteX7867" fmla="*/ 1397698 w 2419350"/>
                <a:gd name="connsiteY7867" fmla="*/ 253270 h 876300"/>
                <a:gd name="connsiteX7868" fmla="*/ 1395222 w 2419350"/>
                <a:gd name="connsiteY7868" fmla="*/ 251270 h 876300"/>
                <a:gd name="connsiteX7869" fmla="*/ 1394746 w 2419350"/>
                <a:gd name="connsiteY7869" fmla="*/ 250412 h 876300"/>
                <a:gd name="connsiteX7870" fmla="*/ 1394650 w 2419350"/>
                <a:gd name="connsiteY7870" fmla="*/ 249936 h 876300"/>
                <a:gd name="connsiteX7871" fmla="*/ 1393698 w 2419350"/>
                <a:gd name="connsiteY7871" fmla="*/ 248793 h 876300"/>
                <a:gd name="connsiteX7872" fmla="*/ 1393412 w 2419350"/>
                <a:gd name="connsiteY7872" fmla="*/ 248221 h 876300"/>
                <a:gd name="connsiteX7873" fmla="*/ 1393412 w 2419350"/>
                <a:gd name="connsiteY7873" fmla="*/ 247841 h 876300"/>
                <a:gd name="connsiteX7874" fmla="*/ 1393412 w 2419350"/>
                <a:gd name="connsiteY7874" fmla="*/ 247460 h 876300"/>
                <a:gd name="connsiteX7875" fmla="*/ 1393317 w 2419350"/>
                <a:gd name="connsiteY7875" fmla="*/ 246983 h 876300"/>
                <a:gd name="connsiteX7876" fmla="*/ 1393126 w 2419350"/>
                <a:gd name="connsiteY7876" fmla="*/ 246507 h 876300"/>
                <a:gd name="connsiteX7877" fmla="*/ 1392746 w 2419350"/>
                <a:gd name="connsiteY7877" fmla="*/ 245745 h 876300"/>
                <a:gd name="connsiteX7878" fmla="*/ 1392650 w 2419350"/>
                <a:gd name="connsiteY7878" fmla="*/ 245364 h 876300"/>
                <a:gd name="connsiteX7879" fmla="*/ 1392936 w 2419350"/>
                <a:gd name="connsiteY7879" fmla="*/ 245269 h 876300"/>
                <a:gd name="connsiteX7880" fmla="*/ 1394174 w 2419350"/>
                <a:gd name="connsiteY7880" fmla="*/ 244888 h 876300"/>
                <a:gd name="connsiteX7881" fmla="*/ 1394555 w 2419350"/>
                <a:gd name="connsiteY7881" fmla="*/ 244697 h 876300"/>
                <a:gd name="connsiteX7882" fmla="*/ 1394746 w 2419350"/>
                <a:gd name="connsiteY7882" fmla="*/ 244221 h 876300"/>
                <a:gd name="connsiteX7883" fmla="*/ 1394746 w 2419350"/>
                <a:gd name="connsiteY7883" fmla="*/ 243554 h 876300"/>
                <a:gd name="connsiteX7884" fmla="*/ 1394650 w 2419350"/>
                <a:gd name="connsiteY7884" fmla="*/ 242888 h 876300"/>
                <a:gd name="connsiteX7885" fmla="*/ 1394365 w 2419350"/>
                <a:gd name="connsiteY7885" fmla="*/ 242411 h 876300"/>
                <a:gd name="connsiteX7886" fmla="*/ 1393698 w 2419350"/>
                <a:gd name="connsiteY7886" fmla="*/ 242126 h 876300"/>
                <a:gd name="connsiteX7887" fmla="*/ 1393222 w 2419350"/>
                <a:gd name="connsiteY7887" fmla="*/ 242316 h 876300"/>
                <a:gd name="connsiteX7888" fmla="*/ 1392174 w 2419350"/>
                <a:gd name="connsiteY7888" fmla="*/ 243269 h 876300"/>
                <a:gd name="connsiteX7889" fmla="*/ 1390936 w 2419350"/>
                <a:gd name="connsiteY7889" fmla="*/ 244030 h 876300"/>
                <a:gd name="connsiteX7890" fmla="*/ 1389983 w 2419350"/>
                <a:gd name="connsiteY7890" fmla="*/ 244316 h 876300"/>
                <a:gd name="connsiteX7891" fmla="*/ 1387602 w 2419350"/>
                <a:gd name="connsiteY7891" fmla="*/ 244316 h 876300"/>
                <a:gd name="connsiteX7892" fmla="*/ 1386554 w 2419350"/>
                <a:gd name="connsiteY7892" fmla="*/ 244507 h 876300"/>
                <a:gd name="connsiteX7893" fmla="*/ 1383792 w 2419350"/>
                <a:gd name="connsiteY7893" fmla="*/ 245745 h 876300"/>
                <a:gd name="connsiteX7894" fmla="*/ 1379506 w 2419350"/>
                <a:gd name="connsiteY7894" fmla="*/ 243554 h 876300"/>
                <a:gd name="connsiteX7895" fmla="*/ 1378267 w 2419350"/>
                <a:gd name="connsiteY7895" fmla="*/ 241935 h 876300"/>
                <a:gd name="connsiteX7896" fmla="*/ 1376934 w 2419350"/>
                <a:gd name="connsiteY7896" fmla="*/ 241363 h 876300"/>
                <a:gd name="connsiteX7897" fmla="*/ 1374172 w 2419350"/>
                <a:gd name="connsiteY7897" fmla="*/ 240411 h 876300"/>
                <a:gd name="connsiteX7898" fmla="*/ 1373124 w 2419350"/>
                <a:gd name="connsiteY7898" fmla="*/ 240697 h 876300"/>
                <a:gd name="connsiteX7899" fmla="*/ 1368171 w 2419350"/>
                <a:gd name="connsiteY7899" fmla="*/ 239744 h 876300"/>
                <a:gd name="connsiteX7900" fmla="*/ 1367218 w 2419350"/>
                <a:gd name="connsiteY7900" fmla="*/ 239839 h 876300"/>
                <a:gd name="connsiteX7901" fmla="*/ 1366647 w 2419350"/>
                <a:gd name="connsiteY7901" fmla="*/ 240221 h 876300"/>
                <a:gd name="connsiteX7902" fmla="*/ 1365599 w 2419350"/>
                <a:gd name="connsiteY7902" fmla="*/ 241363 h 876300"/>
                <a:gd name="connsiteX7903" fmla="*/ 1365028 w 2419350"/>
                <a:gd name="connsiteY7903" fmla="*/ 241554 h 876300"/>
                <a:gd name="connsiteX7904" fmla="*/ 1364932 w 2419350"/>
                <a:gd name="connsiteY7904" fmla="*/ 240887 h 876300"/>
                <a:gd name="connsiteX7905" fmla="*/ 1365123 w 2419350"/>
                <a:gd name="connsiteY7905" fmla="*/ 239363 h 876300"/>
                <a:gd name="connsiteX7906" fmla="*/ 1363789 w 2419350"/>
                <a:gd name="connsiteY7906" fmla="*/ 240602 h 876300"/>
                <a:gd name="connsiteX7907" fmla="*/ 1363313 w 2419350"/>
                <a:gd name="connsiteY7907" fmla="*/ 240887 h 876300"/>
                <a:gd name="connsiteX7908" fmla="*/ 1362837 w 2419350"/>
                <a:gd name="connsiteY7908" fmla="*/ 240887 h 876300"/>
                <a:gd name="connsiteX7909" fmla="*/ 1361694 w 2419350"/>
                <a:gd name="connsiteY7909" fmla="*/ 240697 h 876300"/>
                <a:gd name="connsiteX7910" fmla="*/ 1361218 w 2419350"/>
                <a:gd name="connsiteY7910" fmla="*/ 240792 h 876300"/>
                <a:gd name="connsiteX7911" fmla="*/ 1360551 w 2419350"/>
                <a:gd name="connsiteY7911" fmla="*/ 241649 h 876300"/>
                <a:gd name="connsiteX7912" fmla="*/ 1360456 w 2419350"/>
                <a:gd name="connsiteY7912" fmla="*/ 242602 h 876300"/>
                <a:gd name="connsiteX7913" fmla="*/ 1360837 w 2419350"/>
                <a:gd name="connsiteY7913" fmla="*/ 244507 h 876300"/>
                <a:gd name="connsiteX7914" fmla="*/ 1360837 w 2419350"/>
                <a:gd name="connsiteY7914" fmla="*/ 246602 h 876300"/>
                <a:gd name="connsiteX7915" fmla="*/ 1360741 w 2419350"/>
                <a:gd name="connsiteY7915" fmla="*/ 247460 h 876300"/>
                <a:gd name="connsiteX7916" fmla="*/ 1360456 w 2419350"/>
                <a:gd name="connsiteY7916" fmla="*/ 248603 h 876300"/>
                <a:gd name="connsiteX7917" fmla="*/ 1360265 w 2419350"/>
                <a:gd name="connsiteY7917" fmla="*/ 248698 h 876300"/>
                <a:gd name="connsiteX7918" fmla="*/ 1359884 w 2419350"/>
                <a:gd name="connsiteY7918" fmla="*/ 249174 h 876300"/>
                <a:gd name="connsiteX7919" fmla="*/ 1359503 w 2419350"/>
                <a:gd name="connsiteY7919" fmla="*/ 249746 h 876300"/>
                <a:gd name="connsiteX7920" fmla="*/ 1359503 w 2419350"/>
                <a:gd name="connsiteY7920" fmla="*/ 250031 h 876300"/>
                <a:gd name="connsiteX7921" fmla="*/ 1359313 w 2419350"/>
                <a:gd name="connsiteY7921" fmla="*/ 250317 h 876300"/>
                <a:gd name="connsiteX7922" fmla="*/ 1359313 w 2419350"/>
                <a:gd name="connsiteY7922" fmla="*/ 250888 h 876300"/>
                <a:gd name="connsiteX7923" fmla="*/ 1359598 w 2419350"/>
                <a:gd name="connsiteY7923" fmla="*/ 254127 h 876300"/>
                <a:gd name="connsiteX7924" fmla="*/ 1359503 w 2419350"/>
                <a:gd name="connsiteY7924" fmla="*/ 254984 h 876300"/>
                <a:gd name="connsiteX7925" fmla="*/ 1359027 w 2419350"/>
                <a:gd name="connsiteY7925" fmla="*/ 255746 h 876300"/>
                <a:gd name="connsiteX7926" fmla="*/ 1358551 w 2419350"/>
                <a:gd name="connsiteY7926" fmla="*/ 256032 h 876300"/>
                <a:gd name="connsiteX7927" fmla="*/ 1357503 w 2419350"/>
                <a:gd name="connsiteY7927" fmla="*/ 256318 h 876300"/>
                <a:gd name="connsiteX7928" fmla="*/ 1357027 w 2419350"/>
                <a:gd name="connsiteY7928" fmla="*/ 256604 h 876300"/>
                <a:gd name="connsiteX7929" fmla="*/ 1356646 w 2419350"/>
                <a:gd name="connsiteY7929" fmla="*/ 257175 h 876300"/>
                <a:gd name="connsiteX7930" fmla="*/ 1356265 w 2419350"/>
                <a:gd name="connsiteY7930" fmla="*/ 258318 h 876300"/>
                <a:gd name="connsiteX7931" fmla="*/ 1355979 w 2419350"/>
                <a:gd name="connsiteY7931" fmla="*/ 258794 h 876300"/>
                <a:gd name="connsiteX7932" fmla="*/ 1355407 w 2419350"/>
                <a:gd name="connsiteY7932" fmla="*/ 258985 h 876300"/>
                <a:gd name="connsiteX7933" fmla="*/ 1354741 w 2419350"/>
                <a:gd name="connsiteY7933" fmla="*/ 258604 h 876300"/>
                <a:gd name="connsiteX7934" fmla="*/ 1354169 w 2419350"/>
                <a:gd name="connsiteY7934" fmla="*/ 258128 h 876300"/>
                <a:gd name="connsiteX7935" fmla="*/ 1353693 w 2419350"/>
                <a:gd name="connsiteY7935" fmla="*/ 257937 h 876300"/>
                <a:gd name="connsiteX7936" fmla="*/ 1353312 w 2419350"/>
                <a:gd name="connsiteY7936" fmla="*/ 258128 h 876300"/>
                <a:gd name="connsiteX7937" fmla="*/ 1352169 w 2419350"/>
                <a:gd name="connsiteY7937" fmla="*/ 259366 h 876300"/>
                <a:gd name="connsiteX7938" fmla="*/ 1349788 w 2419350"/>
                <a:gd name="connsiteY7938" fmla="*/ 263080 h 876300"/>
                <a:gd name="connsiteX7939" fmla="*/ 1348931 w 2419350"/>
                <a:gd name="connsiteY7939" fmla="*/ 265367 h 876300"/>
                <a:gd name="connsiteX7940" fmla="*/ 1349597 w 2419350"/>
                <a:gd name="connsiteY7940" fmla="*/ 266605 h 876300"/>
                <a:gd name="connsiteX7941" fmla="*/ 1347978 w 2419350"/>
                <a:gd name="connsiteY7941" fmla="*/ 268414 h 876300"/>
                <a:gd name="connsiteX7942" fmla="*/ 1347121 w 2419350"/>
                <a:gd name="connsiteY7942" fmla="*/ 269177 h 876300"/>
                <a:gd name="connsiteX7943" fmla="*/ 1346549 w 2419350"/>
                <a:gd name="connsiteY7943" fmla="*/ 269272 h 876300"/>
                <a:gd name="connsiteX7944" fmla="*/ 1345787 w 2419350"/>
                <a:gd name="connsiteY7944" fmla="*/ 268414 h 876300"/>
                <a:gd name="connsiteX7945" fmla="*/ 1345121 w 2419350"/>
                <a:gd name="connsiteY7945" fmla="*/ 267938 h 876300"/>
                <a:gd name="connsiteX7946" fmla="*/ 1344263 w 2419350"/>
                <a:gd name="connsiteY7946" fmla="*/ 267748 h 876300"/>
                <a:gd name="connsiteX7947" fmla="*/ 1343025 w 2419350"/>
                <a:gd name="connsiteY7947" fmla="*/ 267653 h 876300"/>
                <a:gd name="connsiteX7948" fmla="*/ 1342739 w 2419350"/>
                <a:gd name="connsiteY7948" fmla="*/ 267843 h 876300"/>
                <a:gd name="connsiteX7949" fmla="*/ 1342454 w 2419350"/>
                <a:gd name="connsiteY7949" fmla="*/ 268224 h 876300"/>
                <a:gd name="connsiteX7950" fmla="*/ 1342073 w 2419350"/>
                <a:gd name="connsiteY7950" fmla="*/ 268414 h 876300"/>
                <a:gd name="connsiteX7951" fmla="*/ 1341215 w 2419350"/>
                <a:gd name="connsiteY7951" fmla="*/ 268034 h 876300"/>
                <a:gd name="connsiteX7952" fmla="*/ 1339596 w 2419350"/>
                <a:gd name="connsiteY7952" fmla="*/ 267653 h 876300"/>
                <a:gd name="connsiteX7953" fmla="*/ 1338548 w 2419350"/>
                <a:gd name="connsiteY7953" fmla="*/ 267176 h 876300"/>
                <a:gd name="connsiteX7954" fmla="*/ 1337691 w 2419350"/>
                <a:gd name="connsiteY7954" fmla="*/ 266510 h 876300"/>
                <a:gd name="connsiteX7955" fmla="*/ 1337024 w 2419350"/>
                <a:gd name="connsiteY7955" fmla="*/ 265747 h 876300"/>
                <a:gd name="connsiteX7956" fmla="*/ 1336643 w 2419350"/>
                <a:gd name="connsiteY7956" fmla="*/ 264795 h 876300"/>
                <a:gd name="connsiteX7957" fmla="*/ 1336357 w 2419350"/>
                <a:gd name="connsiteY7957" fmla="*/ 264795 h 876300"/>
                <a:gd name="connsiteX7958" fmla="*/ 1335596 w 2419350"/>
                <a:gd name="connsiteY7958" fmla="*/ 265367 h 876300"/>
                <a:gd name="connsiteX7959" fmla="*/ 1335310 w 2419350"/>
                <a:gd name="connsiteY7959" fmla="*/ 264509 h 876300"/>
                <a:gd name="connsiteX7960" fmla="*/ 1335310 w 2419350"/>
                <a:gd name="connsiteY7960" fmla="*/ 262128 h 876300"/>
                <a:gd name="connsiteX7961" fmla="*/ 1335691 w 2419350"/>
                <a:gd name="connsiteY7961" fmla="*/ 259747 h 876300"/>
                <a:gd name="connsiteX7962" fmla="*/ 1335405 w 2419350"/>
                <a:gd name="connsiteY7962" fmla="*/ 258699 h 876300"/>
                <a:gd name="connsiteX7963" fmla="*/ 1334262 w 2419350"/>
                <a:gd name="connsiteY7963" fmla="*/ 258032 h 876300"/>
                <a:gd name="connsiteX7964" fmla="*/ 1332071 w 2419350"/>
                <a:gd name="connsiteY7964" fmla="*/ 258128 h 876300"/>
                <a:gd name="connsiteX7965" fmla="*/ 1330928 w 2419350"/>
                <a:gd name="connsiteY7965" fmla="*/ 259461 h 876300"/>
                <a:gd name="connsiteX7966" fmla="*/ 1330452 w 2419350"/>
                <a:gd name="connsiteY7966" fmla="*/ 261366 h 876300"/>
                <a:gd name="connsiteX7967" fmla="*/ 1329881 w 2419350"/>
                <a:gd name="connsiteY7967" fmla="*/ 266700 h 876300"/>
                <a:gd name="connsiteX7968" fmla="*/ 1329404 w 2419350"/>
                <a:gd name="connsiteY7968" fmla="*/ 267557 h 876300"/>
                <a:gd name="connsiteX7969" fmla="*/ 1328356 w 2419350"/>
                <a:gd name="connsiteY7969" fmla="*/ 268414 h 876300"/>
                <a:gd name="connsiteX7970" fmla="*/ 1327309 w 2419350"/>
                <a:gd name="connsiteY7970" fmla="*/ 269081 h 876300"/>
                <a:gd name="connsiteX7971" fmla="*/ 1323880 w 2419350"/>
                <a:gd name="connsiteY7971" fmla="*/ 270605 h 876300"/>
                <a:gd name="connsiteX7972" fmla="*/ 1323308 w 2419350"/>
                <a:gd name="connsiteY7972" fmla="*/ 270796 h 876300"/>
                <a:gd name="connsiteX7973" fmla="*/ 1322641 w 2419350"/>
                <a:gd name="connsiteY7973" fmla="*/ 270891 h 876300"/>
                <a:gd name="connsiteX7974" fmla="*/ 1321308 w 2419350"/>
                <a:gd name="connsiteY7974" fmla="*/ 271177 h 876300"/>
                <a:gd name="connsiteX7975" fmla="*/ 1320832 w 2419350"/>
                <a:gd name="connsiteY7975" fmla="*/ 271272 h 876300"/>
                <a:gd name="connsiteX7976" fmla="*/ 1319974 w 2419350"/>
                <a:gd name="connsiteY7976" fmla="*/ 271748 h 876300"/>
                <a:gd name="connsiteX7977" fmla="*/ 1319403 w 2419350"/>
                <a:gd name="connsiteY7977" fmla="*/ 272796 h 876300"/>
                <a:gd name="connsiteX7978" fmla="*/ 1319022 w 2419350"/>
                <a:gd name="connsiteY7978" fmla="*/ 274130 h 876300"/>
                <a:gd name="connsiteX7979" fmla="*/ 1318927 w 2419350"/>
                <a:gd name="connsiteY7979" fmla="*/ 275272 h 876300"/>
                <a:gd name="connsiteX7980" fmla="*/ 1319213 w 2419350"/>
                <a:gd name="connsiteY7980" fmla="*/ 277273 h 876300"/>
                <a:gd name="connsiteX7981" fmla="*/ 1319784 w 2419350"/>
                <a:gd name="connsiteY7981" fmla="*/ 279368 h 876300"/>
                <a:gd name="connsiteX7982" fmla="*/ 1320070 w 2419350"/>
                <a:gd name="connsiteY7982" fmla="*/ 281369 h 876300"/>
                <a:gd name="connsiteX7983" fmla="*/ 1319403 w 2419350"/>
                <a:gd name="connsiteY7983" fmla="*/ 283178 h 876300"/>
                <a:gd name="connsiteX7984" fmla="*/ 1318355 w 2419350"/>
                <a:gd name="connsiteY7984" fmla="*/ 283750 h 876300"/>
                <a:gd name="connsiteX7985" fmla="*/ 1315879 w 2419350"/>
                <a:gd name="connsiteY7985" fmla="*/ 283940 h 876300"/>
                <a:gd name="connsiteX7986" fmla="*/ 1314926 w 2419350"/>
                <a:gd name="connsiteY7986" fmla="*/ 284321 h 876300"/>
                <a:gd name="connsiteX7987" fmla="*/ 1314355 w 2419350"/>
                <a:gd name="connsiteY7987" fmla="*/ 284702 h 876300"/>
                <a:gd name="connsiteX7988" fmla="*/ 1313688 w 2419350"/>
                <a:gd name="connsiteY7988" fmla="*/ 284988 h 876300"/>
                <a:gd name="connsiteX7989" fmla="*/ 1313021 w 2419350"/>
                <a:gd name="connsiteY7989" fmla="*/ 285369 h 876300"/>
                <a:gd name="connsiteX7990" fmla="*/ 1312545 w 2419350"/>
                <a:gd name="connsiteY7990" fmla="*/ 286036 h 876300"/>
                <a:gd name="connsiteX7991" fmla="*/ 1312355 w 2419350"/>
                <a:gd name="connsiteY7991" fmla="*/ 286607 h 876300"/>
                <a:gd name="connsiteX7992" fmla="*/ 1312259 w 2419350"/>
                <a:gd name="connsiteY7992" fmla="*/ 287655 h 876300"/>
                <a:gd name="connsiteX7993" fmla="*/ 1312164 w 2419350"/>
                <a:gd name="connsiteY7993" fmla="*/ 288227 h 876300"/>
                <a:gd name="connsiteX7994" fmla="*/ 1311592 w 2419350"/>
                <a:gd name="connsiteY7994" fmla="*/ 289274 h 876300"/>
                <a:gd name="connsiteX7995" fmla="*/ 1310259 w 2419350"/>
                <a:gd name="connsiteY7995" fmla="*/ 291179 h 876300"/>
                <a:gd name="connsiteX7996" fmla="*/ 1309973 w 2419350"/>
                <a:gd name="connsiteY7996" fmla="*/ 292322 h 876300"/>
                <a:gd name="connsiteX7997" fmla="*/ 1310259 w 2419350"/>
                <a:gd name="connsiteY7997" fmla="*/ 293561 h 876300"/>
                <a:gd name="connsiteX7998" fmla="*/ 1310735 w 2419350"/>
                <a:gd name="connsiteY7998" fmla="*/ 294418 h 876300"/>
                <a:gd name="connsiteX7999" fmla="*/ 1310831 w 2419350"/>
                <a:gd name="connsiteY7999" fmla="*/ 295180 h 876300"/>
                <a:gd name="connsiteX8000" fmla="*/ 1309973 w 2419350"/>
                <a:gd name="connsiteY8000" fmla="*/ 296037 h 876300"/>
                <a:gd name="connsiteX8001" fmla="*/ 1306830 w 2419350"/>
                <a:gd name="connsiteY8001" fmla="*/ 297085 h 876300"/>
                <a:gd name="connsiteX8002" fmla="*/ 1306354 w 2419350"/>
                <a:gd name="connsiteY8002" fmla="*/ 297656 h 876300"/>
                <a:gd name="connsiteX8003" fmla="*/ 1306354 w 2419350"/>
                <a:gd name="connsiteY8003" fmla="*/ 298609 h 876300"/>
                <a:gd name="connsiteX8004" fmla="*/ 1306449 w 2419350"/>
                <a:gd name="connsiteY8004" fmla="*/ 299276 h 876300"/>
                <a:gd name="connsiteX8005" fmla="*/ 1306735 w 2419350"/>
                <a:gd name="connsiteY8005" fmla="*/ 299847 h 876300"/>
                <a:gd name="connsiteX8006" fmla="*/ 1310735 w 2419350"/>
                <a:gd name="connsiteY8006" fmla="*/ 304610 h 876300"/>
                <a:gd name="connsiteX8007" fmla="*/ 1311688 w 2419350"/>
                <a:gd name="connsiteY8007" fmla="*/ 306419 h 876300"/>
                <a:gd name="connsiteX8008" fmla="*/ 1311116 w 2419350"/>
                <a:gd name="connsiteY8008" fmla="*/ 307753 h 876300"/>
                <a:gd name="connsiteX8009" fmla="*/ 1309973 w 2419350"/>
                <a:gd name="connsiteY8009" fmla="*/ 312230 h 876300"/>
                <a:gd name="connsiteX8010" fmla="*/ 1309497 w 2419350"/>
                <a:gd name="connsiteY8010" fmla="*/ 313277 h 876300"/>
                <a:gd name="connsiteX8011" fmla="*/ 1308735 w 2419350"/>
                <a:gd name="connsiteY8011" fmla="*/ 314516 h 876300"/>
                <a:gd name="connsiteX8012" fmla="*/ 1308354 w 2419350"/>
                <a:gd name="connsiteY8012" fmla="*/ 314801 h 876300"/>
                <a:gd name="connsiteX8013" fmla="*/ 1307878 w 2419350"/>
                <a:gd name="connsiteY8013" fmla="*/ 314801 h 876300"/>
                <a:gd name="connsiteX8014" fmla="*/ 1306925 w 2419350"/>
                <a:gd name="connsiteY8014" fmla="*/ 314611 h 876300"/>
                <a:gd name="connsiteX8015" fmla="*/ 1305878 w 2419350"/>
                <a:gd name="connsiteY8015" fmla="*/ 314135 h 876300"/>
                <a:gd name="connsiteX8016" fmla="*/ 1305211 w 2419350"/>
                <a:gd name="connsiteY8016" fmla="*/ 313468 h 876300"/>
                <a:gd name="connsiteX8017" fmla="*/ 1304068 w 2419350"/>
                <a:gd name="connsiteY8017" fmla="*/ 311753 h 876300"/>
                <a:gd name="connsiteX8018" fmla="*/ 1302544 w 2419350"/>
                <a:gd name="connsiteY8018" fmla="*/ 310039 h 876300"/>
                <a:gd name="connsiteX8019" fmla="*/ 1301591 w 2419350"/>
                <a:gd name="connsiteY8019" fmla="*/ 309277 h 876300"/>
                <a:gd name="connsiteX8020" fmla="*/ 1300353 w 2419350"/>
                <a:gd name="connsiteY8020" fmla="*/ 308610 h 876300"/>
                <a:gd name="connsiteX8021" fmla="*/ 1300163 w 2419350"/>
                <a:gd name="connsiteY8021" fmla="*/ 308991 h 876300"/>
                <a:gd name="connsiteX8022" fmla="*/ 1300067 w 2419350"/>
                <a:gd name="connsiteY8022" fmla="*/ 309372 h 876300"/>
                <a:gd name="connsiteX8023" fmla="*/ 1300067 w 2419350"/>
                <a:gd name="connsiteY8023" fmla="*/ 309848 h 876300"/>
                <a:gd name="connsiteX8024" fmla="*/ 1300067 w 2419350"/>
                <a:gd name="connsiteY8024" fmla="*/ 310420 h 876300"/>
                <a:gd name="connsiteX8025" fmla="*/ 1299591 w 2419350"/>
                <a:gd name="connsiteY8025" fmla="*/ 310325 h 876300"/>
                <a:gd name="connsiteX8026" fmla="*/ 1299115 w 2419350"/>
                <a:gd name="connsiteY8026" fmla="*/ 310134 h 876300"/>
                <a:gd name="connsiteX8027" fmla="*/ 1298257 w 2419350"/>
                <a:gd name="connsiteY8027" fmla="*/ 309658 h 876300"/>
                <a:gd name="connsiteX8028" fmla="*/ 1297876 w 2419350"/>
                <a:gd name="connsiteY8028" fmla="*/ 311182 h 876300"/>
                <a:gd name="connsiteX8029" fmla="*/ 1298448 w 2419350"/>
                <a:gd name="connsiteY8029" fmla="*/ 312896 h 876300"/>
                <a:gd name="connsiteX8030" fmla="*/ 1299400 w 2419350"/>
                <a:gd name="connsiteY8030" fmla="*/ 314420 h 876300"/>
                <a:gd name="connsiteX8031" fmla="*/ 1300353 w 2419350"/>
                <a:gd name="connsiteY8031" fmla="*/ 315468 h 876300"/>
                <a:gd name="connsiteX8032" fmla="*/ 1301687 w 2419350"/>
                <a:gd name="connsiteY8032" fmla="*/ 316230 h 876300"/>
                <a:gd name="connsiteX8033" fmla="*/ 1303306 w 2419350"/>
                <a:gd name="connsiteY8033" fmla="*/ 316611 h 876300"/>
                <a:gd name="connsiteX8034" fmla="*/ 1305020 w 2419350"/>
                <a:gd name="connsiteY8034" fmla="*/ 316516 h 876300"/>
                <a:gd name="connsiteX8035" fmla="*/ 1306544 w 2419350"/>
                <a:gd name="connsiteY8035" fmla="*/ 315849 h 876300"/>
                <a:gd name="connsiteX8036" fmla="*/ 1306925 w 2419350"/>
                <a:gd name="connsiteY8036" fmla="*/ 316706 h 876300"/>
                <a:gd name="connsiteX8037" fmla="*/ 1307306 w 2419350"/>
                <a:gd name="connsiteY8037" fmla="*/ 318326 h 876300"/>
                <a:gd name="connsiteX8038" fmla="*/ 1307401 w 2419350"/>
                <a:gd name="connsiteY8038" fmla="*/ 319850 h 876300"/>
                <a:gd name="connsiteX8039" fmla="*/ 1307116 w 2419350"/>
                <a:gd name="connsiteY8039" fmla="*/ 320516 h 876300"/>
                <a:gd name="connsiteX8040" fmla="*/ 1306544 w 2419350"/>
                <a:gd name="connsiteY8040" fmla="*/ 321183 h 876300"/>
                <a:gd name="connsiteX8041" fmla="*/ 1306068 w 2419350"/>
                <a:gd name="connsiteY8041" fmla="*/ 322802 h 876300"/>
                <a:gd name="connsiteX8042" fmla="*/ 1304830 w 2419350"/>
                <a:gd name="connsiteY8042" fmla="*/ 334899 h 876300"/>
                <a:gd name="connsiteX8043" fmla="*/ 1305020 w 2419350"/>
                <a:gd name="connsiteY8043" fmla="*/ 335947 h 876300"/>
                <a:gd name="connsiteX8044" fmla="*/ 1305782 w 2419350"/>
                <a:gd name="connsiteY8044" fmla="*/ 337661 h 876300"/>
                <a:gd name="connsiteX8045" fmla="*/ 1305973 w 2419350"/>
                <a:gd name="connsiteY8045" fmla="*/ 338328 h 876300"/>
                <a:gd name="connsiteX8046" fmla="*/ 1306163 w 2419350"/>
                <a:gd name="connsiteY8046" fmla="*/ 340138 h 876300"/>
                <a:gd name="connsiteX8047" fmla="*/ 1306639 w 2419350"/>
                <a:gd name="connsiteY8047" fmla="*/ 342138 h 876300"/>
                <a:gd name="connsiteX8048" fmla="*/ 1307878 w 2419350"/>
                <a:gd name="connsiteY8048" fmla="*/ 344519 h 876300"/>
                <a:gd name="connsiteX8049" fmla="*/ 1308068 w 2419350"/>
                <a:gd name="connsiteY8049" fmla="*/ 345186 h 876300"/>
                <a:gd name="connsiteX8050" fmla="*/ 1308354 w 2419350"/>
                <a:gd name="connsiteY8050" fmla="*/ 345662 h 876300"/>
                <a:gd name="connsiteX8051" fmla="*/ 1309592 w 2419350"/>
                <a:gd name="connsiteY8051" fmla="*/ 346996 h 876300"/>
                <a:gd name="connsiteX8052" fmla="*/ 1309973 w 2419350"/>
                <a:gd name="connsiteY8052" fmla="*/ 347758 h 876300"/>
                <a:gd name="connsiteX8053" fmla="*/ 1310068 w 2419350"/>
                <a:gd name="connsiteY8053" fmla="*/ 348329 h 876300"/>
                <a:gd name="connsiteX8054" fmla="*/ 1309973 w 2419350"/>
                <a:gd name="connsiteY8054" fmla="*/ 350139 h 876300"/>
                <a:gd name="connsiteX8055" fmla="*/ 1310068 w 2419350"/>
                <a:gd name="connsiteY8055" fmla="*/ 350615 h 876300"/>
                <a:gd name="connsiteX8056" fmla="*/ 1310545 w 2419350"/>
                <a:gd name="connsiteY8056" fmla="*/ 351377 h 876300"/>
                <a:gd name="connsiteX8057" fmla="*/ 1310640 w 2419350"/>
                <a:gd name="connsiteY8057" fmla="*/ 351663 h 876300"/>
                <a:gd name="connsiteX8058" fmla="*/ 1310545 w 2419350"/>
                <a:gd name="connsiteY8058" fmla="*/ 352996 h 876300"/>
                <a:gd name="connsiteX8059" fmla="*/ 1310354 w 2419350"/>
                <a:gd name="connsiteY8059" fmla="*/ 354044 h 876300"/>
                <a:gd name="connsiteX8060" fmla="*/ 1309497 w 2419350"/>
                <a:gd name="connsiteY8060" fmla="*/ 356140 h 876300"/>
                <a:gd name="connsiteX8061" fmla="*/ 1308354 w 2419350"/>
                <a:gd name="connsiteY8061" fmla="*/ 355283 h 876300"/>
                <a:gd name="connsiteX8062" fmla="*/ 1307592 w 2419350"/>
                <a:gd name="connsiteY8062" fmla="*/ 353949 h 876300"/>
                <a:gd name="connsiteX8063" fmla="*/ 1306639 w 2419350"/>
                <a:gd name="connsiteY8063" fmla="*/ 351092 h 876300"/>
                <a:gd name="connsiteX8064" fmla="*/ 1304734 w 2419350"/>
                <a:gd name="connsiteY8064" fmla="*/ 347186 h 876300"/>
                <a:gd name="connsiteX8065" fmla="*/ 1304449 w 2419350"/>
                <a:gd name="connsiteY8065" fmla="*/ 345853 h 876300"/>
                <a:gd name="connsiteX8066" fmla="*/ 1303687 w 2419350"/>
                <a:gd name="connsiteY8066" fmla="*/ 343853 h 876300"/>
                <a:gd name="connsiteX8067" fmla="*/ 1303591 w 2419350"/>
                <a:gd name="connsiteY8067" fmla="*/ 343471 h 876300"/>
                <a:gd name="connsiteX8068" fmla="*/ 1303115 w 2419350"/>
                <a:gd name="connsiteY8068" fmla="*/ 343757 h 876300"/>
                <a:gd name="connsiteX8069" fmla="*/ 1301972 w 2419350"/>
                <a:gd name="connsiteY8069" fmla="*/ 345186 h 876300"/>
                <a:gd name="connsiteX8070" fmla="*/ 1301401 w 2419350"/>
                <a:gd name="connsiteY8070" fmla="*/ 345853 h 876300"/>
                <a:gd name="connsiteX8071" fmla="*/ 1300163 w 2419350"/>
                <a:gd name="connsiteY8071" fmla="*/ 346424 h 876300"/>
                <a:gd name="connsiteX8072" fmla="*/ 1299591 w 2419350"/>
                <a:gd name="connsiteY8072" fmla="*/ 346805 h 876300"/>
                <a:gd name="connsiteX8073" fmla="*/ 1299305 w 2419350"/>
                <a:gd name="connsiteY8073" fmla="*/ 347281 h 876300"/>
                <a:gd name="connsiteX8074" fmla="*/ 1299496 w 2419350"/>
                <a:gd name="connsiteY8074" fmla="*/ 347567 h 876300"/>
                <a:gd name="connsiteX8075" fmla="*/ 1300734 w 2419350"/>
                <a:gd name="connsiteY8075" fmla="*/ 348901 h 876300"/>
                <a:gd name="connsiteX8076" fmla="*/ 1298257 w 2419350"/>
                <a:gd name="connsiteY8076" fmla="*/ 351092 h 876300"/>
                <a:gd name="connsiteX8077" fmla="*/ 1296638 w 2419350"/>
                <a:gd name="connsiteY8077" fmla="*/ 351758 h 876300"/>
                <a:gd name="connsiteX8078" fmla="*/ 1296448 w 2419350"/>
                <a:gd name="connsiteY8078" fmla="*/ 351949 h 876300"/>
                <a:gd name="connsiteX8079" fmla="*/ 1295781 w 2419350"/>
                <a:gd name="connsiteY8079" fmla="*/ 353187 h 876300"/>
                <a:gd name="connsiteX8080" fmla="*/ 1295019 w 2419350"/>
                <a:gd name="connsiteY8080" fmla="*/ 353759 h 876300"/>
                <a:gd name="connsiteX8081" fmla="*/ 1294638 w 2419350"/>
                <a:gd name="connsiteY8081" fmla="*/ 353949 h 876300"/>
                <a:gd name="connsiteX8082" fmla="*/ 1293114 w 2419350"/>
                <a:gd name="connsiteY8082" fmla="*/ 354806 h 876300"/>
                <a:gd name="connsiteX8083" fmla="*/ 1292447 w 2419350"/>
                <a:gd name="connsiteY8083" fmla="*/ 355378 h 876300"/>
                <a:gd name="connsiteX8084" fmla="*/ 1292066 w 2419350"/>
                <a:gd name="connsiteY8084" fmla="*/ 356235 h 876300"/>
                <a:gd name="connsiteX8085" fmla="*/ 1291590 w 2419350"/>
                <a:gd name="connsiteY8085" fmla="*/ 358426 h 876300"/>
                <a:gd name="connsiteX8086" fmla="*/ 1291209 w 2419350"/>
                <a:gd name="connsiteY8086" fmla="*/ 359188 h 876300"/>
                <a:gd name="connsiteX8087" fmla="*/ 1290638 w 2419350"/>
                <a:gd name="connsiteY8087" fmla="*/ 359950 h 876300"/>
                <a:gd name="connsiteX8088" fmla="*/ 1290256 w 2419350"/>
                <a:gd name="connsiteY8088" fmla="*/ 360902 h 876300"/>
                <a:gd name="connsiteX8089" fmla="*/ 1289780 w 2419350"/>
                <a:gd name="connsiteY8089" fmla="*/ 363950 h 876300"/>
                <a:gd name="connsiteX8090" fmla="*/ 1289018 w 2419350"/>
                <a:gd name="connsiteY8090" fmla="*/ 365855 h 876300"/>
                <a:gd name="connsiteX8091" fmla="*/ 1288637 w 2419350"/>
                <a:gd name="connsiteY8091" fmla="*/ 367855 h 876300"/>
                <a:gd name="connsiteX8092" fmla="*/ 1288161 w 2419350"/>
                <a:gd name="connsiteY8092" fmla="*/ 368713 h 876300"/>
                <a:gd name="connsiteX8093" fmla="*/ 1287399 w 2419350"/>
                <a:gd name="connsiteY8093" fmla="*/ 369284 h 876300"/>
                <a:gd name="connsiteX8094" fmla="*/ 1286447 w 2419350"/>
                <a:gd name="connsiteY8094" fmla="*/ 369475 h 876300"/>
                <a:gd name="connsiteX8095" fmla="*/ 1285780 w 2419350"/>
                <a:gd name="connsiteY8095" fmla="*/ 369761 h 876300"/>
                <a:gd name="connsiteX8096" fmla="*/ 1285304 w 2419350"/>
                <a:gd name="connsiteY8096" fmla="*/ 370332 h 876300"/>
                <a:gd name="connsiteX8097" fmla="*/ 1284923 w 2419350"/>
                <a:gd name="connsiteY8097" fmla="*/ 370999 h 876300"/>
                <a:gd name="connsiteX8098" fmla="*/ 1284541 w 2419350"/>
                <a:gd name="connsiteY8098" fmla="*/ 371570 h 876300"/>
                <a:gd name="connsiteX8099" fmla="*/ 1283303 w 2419350"/>
                <a:gd name="connsiteY8099" fmla="*/ 372618 h 876300"/>
                <a:gd name="connsiteX8100" fmla="*/ 1282160 w 2419350"/>
                <a:gd name="connsiteY8100" fmla="*/ 373952 h 876300"/>
                <a:gd name="connsiteX8101" fmla="*/ 1281398 w 2419350"/>
                <a:gd name="connsiteY8101" fmla="*/ 375571 h 876300"/>
                <a:gd name="connsiteX8102" fmla="*/ 1281398 w 2419350"/>
                <a:gd name="connsiteY8102" fmla="*/ 377571 h 876300"/>
                <a:gd name="connsiteX8103" fmla="*/ 1282351 w 2419350"/>
                <a:gd name="connsiteY8103" fmla="*/ 379952 h 876300"/>
                <a:gd name="connsiteX8104" fmla="*/ 1282446 w 2419350"/>
                <a:gd name="connsiteY8104" fmla="*/ 381000 h 876300"/>
                <a:gd name="connsiteX8105" fmla="*/ 1282160 w 2419350"/>
                <a:gd name="connsiteY8105" fmla="*/ 381571 h 876300"/>
                <a:gd name="connsiteX8106" fmla="*/ 1280922 w 2419350"/>
                <a:gd name="connsiteY8106" fmla="*/ 382619 h 876300"/>
                <a:gd name="connsiteX8107" fmla="*/ 1280541 w 2419350"/>
                <a:gd name="connsiteY8107" fmla="*/ 383000 h 876300"/>
                <a:gd name="connsiteX8108" fmla="*/ 1280350 w 2419350"/>
                <a:gd name="connsiteY8108" fmla="*/ 383572 h 876300"/>
                <a:gd name="connsiteX8109" fmla="*/ 1280350 w 2419350"/>
                <a:gd name="connsiteY8109" fmla="*/ 383858 h 876300"/>
                <a:gd name="connsiteX8110" fmla="*/ 1280446 w 2419350"/>
                <a:gd name="connsiteY8110" fmla="*/ 384143 h 876300"/>
                <a:gd name="connsiteX8111" fmla="*/ 1280731 w 2419350"/>
                <a:gd name="connsiteY8111" fmla="*/ 388430 h 876300"/>
                <a:gd name="connsiteX8112" fmla="*/ 1281113 w 2419350"/>
                <a:gd name="connsiteY8112" fmla="*/ 389001 h 876300"/>
                <a:gd name="connsiteX8113" fmla="*/ 1282351 w 2419350"/>
                <a:gd name="connsiteY8113" fmla="*/ 392621 h 876300"/>
                <a:gd name="connsiteX8114" fmla="*/ 1282160 w 2419350"/>
                <a:gd name="connsiteY8114" fmla="*/ 393668 h 876300"/>
                <a:gd name="connsiteX8115" fmla="*/ 1281113 w 2419350"/>
                <a:gd name="connsiteY8115" fmla="*/ 395573 h 876300"/>
                <a:gd name="connsiteX8116" fmla="*/ 1280922 w 2419350"/>
                <a:gd name="connsiteY8116" fmla="*/ 396716 h 876300"/>
                <a:gd name="connsiteX8117" fmla="*/ 1281113 w 2419350"/>
                <a:gd name="connsiteY8117" fmla="*/ 399002 h 876300"/>
                <a:gd name="connsiteX8118" fmla="*/ 1282160 w 2419350"/>
                <a:gd name="connsiteY8118" fmla="*/ 403479 h 876300"/>
                <a:gd name="connsiteX8119" fmla="*/ 1282541 w 2419350"/>
                <a:gd name="connsiteY8119" fmla="*/ 404336 h 876300"/>
                <a:gd name="connsiteX8120" fmla="*/ 1283303 w 2419350"/>
                <a:gd name="connsiteY8120" fmla="*/ 405289 h 876300"/>
                <a:gd name="connsiteX8121" fmla="*/ 1283875 w 2419350"/>
                <a:gd name="connsiteY8121" fmla="*/ 405765 h 876300"/>
                <a:gd name="connsiteX8122" fmla="*/ 1284161 w 2419350"/>
                <a:gd name="connsiteY8122" fmla="*/ 405955 h 876300"/>
                <a:gd name="connsiteX8123" fmla="*/ 1284256 w 2419350"/>
                <a:gd name="connsiteY8123" fmla="*/ 406241 h 876300"/>
                <a:gd name="connsiteX8124" fmla="*/ 1284256 w 2419350"/>
                <a:gd name="connsiteY8124" fmla="*/ 407003 h 876300"/>
                <a:gd name="connsiteX8125" fmla="*/ 1283589 w 2419350"/>
                <a:gd name="connsiteY8125" fmla="*/ 411575 h 876300"/>
                <a:gd name="connsiteX8126" fmla="*/ 1283208 w 2419350"/>
                <a:gd name="connsiteY8126" fmla="*/ 412813 h 876300"/>
                <a:gd name="connsiteX8127" fmla="*/ 1282637 w 2419350"/>
                <a:gd name="connsiteY8127" fmla="*/ 413385 h 876300"/>
                <a:gd name="connsiteX8128" fmla="*/ 1281684 w 2419350"/>
                <a:gd name="connsiteY8128" fmla="*/ 413195 h 876300"/>
                <a:gd name="connsiteX8129" fmla="*/ 1280922 w 2419350"/>
                <a:gd name="connsiteY8129" fmla="*/ 412909 h 876300"/>
                <a:gd name="connsiteX8130" fmla="*/ 1280065 w 2419350"/>
                <a:gd name="connsiteY8130" fmla="*/ 412718 h 876300"/>
                <a:gd name="connsiteX8131" fmla="*/ 1278826 w 2419350"/>
                <a:gd name="connsiteY8131" fmla="*/ 413004 h 876300"/>
                <a:gd name="connsiteX8132" fmla="*/ 1277207 w 2419350"/>
                <a:gd name="connsiteY8132" fmla="*/ 413956 h 876300"/>
                <a:gd name="connsiteX8133" fmla="*/ 1276255 w 2419350"/>
                <a:gd name="connsiteY8133" fmla="*/ 415385 h 876300"/>
                <a:gd name="connsiteX8134" fmla="*/ 1274636 w 2419350"/>
                <a:gd name="connsiteY8134" fmla="*/ 421196 h 876300"/>
                <a:gd name="connsiteX8135" fmla="*/ 1273873 w 2419350"/>
                <a:gd name="connsiteY8135" fmla="*/ 422720 h 876300"/>
                <a:gd name="connsiteX8136" fmla="*/ 1271873 w 2419350"/>
                <a:gd name="connsiteY8136" fmla="*/ 425577 h 876300"/>
                <a:gd name="connsiteX8137" fmla="*/ 1272254 w 2419350"/>
                <a:gd name="connsiteY8137" fmla="*/ 426244 h 876300"/>
                <a:gd name="connsiteX8138" fmla="*/ 1272064 w 2419350"/>
                <a:gd name="connsiteY8138" fmla="*/ 427006 h 876300"/>
                <a:gd name="connsiteX8139" fmla="*/ 1271683 w 2419350"/>
                <a:gd name="connsiteY8139" fmla="*/ 427672 h 876300"/>
                <a:gd name="connsiteX8140" fmla="*/ 1271492 w 2419350"/>
                <a:gd name="connsiteY8140" fmla="*/ 428244 h 876300"/>
                <a:gd name="connsiteX8141" fmla="*/ 1271683 w 2419350"/>
                <a:gd name="connsiteY8141" fmla="*/ 433483 h 876300"/>
                <a:gd name="connsiteX8142" fmla="*/ 1272064 w 2419350"/>
                <a:gd name="connsiteY8142" fmla="*/ 434816 h 876300"/>
                <a:gd name="connsiteX8143" fmla="*/ 1272254 w 2419350"/>
                <a:gd name="connsiteY8143" fmla="*/ 438055 h 876300"/>
                <a:gd name="connsiteX8144" fmla="*/ 1271968 w 2419350"/>
                <a:gd name="connsiteY8144" fmla="*/ 438721 h 876300"/>
                <a:gd name="connsiteX8145" fmla="*/ 1269206 w 2419350"/>
                <a:gd name="connsiteY8145" fmla="*/ 440817 h 876300"/>
                <a:gd name="connsiteX8146" fmla="*/ 1268254 w 2419350"/>
                <a:gd name="connsiteY8146" fmla="*/ 441198 h 876300"/>
                <a:gd name="connsiteX8147" fmla="*/ 1267301 w 2419350"/>
                <a:gd name="connsiteY8147" fmla="*/ 441674 h 876300"/>
                <a:gd name="connsiteX8148" fmla="*/ 1266444 w 2419350"/>
                <a:gd name="connsiteY8148" fmla="*/ 442722 h 876300"/>
                <a:gd name="connsiteX8149" fmla="*/ 1265873 w 2419350"/>
                <a:gd name="connsiteY8149" fmla="*/ 444532 h 876300"/>
                <a:gd name="connsiteX8150" fmla="*/ 1265587 w 2419350"/>
                <a:gd name="connsiteY8150" fmla="*/ 445008 h 876300"/>
                <a:gd name="connsiteX8151" fmla="*/ 1265015 w 2419350"/>
                <a:gd name="connsiteY8151" fmla="*/ 445389 h 876300"/>
                <a:gd name="connsiteX8152" fmla="*/ 1262920 w 2419350"/>
                <a:gd name="connsiteY8152" fmla="*/ 445389 h 876300"/>
                <a:gd name="connsiteX8153" fmla="*/ 1705356 w 2419350"/>
                <a:gd name="connsiteY8153" fmla="*/ 289655 h 876300"/>
                <a:gd name="connsiteX8154" fmla="*/ 1704308 w 2419350"/>
                <a:gd name="connsiteY8154" fmla="*/ 290036 h 876300"/>
                <a:gd name="connsiteX8155" fmla="*/ 1703546 w 2419350"/>
                <a:gd name="connsiteY8155" fmla="*/ 290513 h 876300"/>
                <a:gd name="connsiteX8156" fmla="*/ 1703261 w 2419350"/>
                <a:gd name="connsiteY8156" fmla="*/ 291179 h 876300"/>
                <a:gd name="connsiteX8157" fmla="*/ 1703261 w 2419350"/>
                <a:gd name="connsiteY8157" fmla="*/ 291941 h 876300"/>
                <a:gd name="connsiteX8158" fmla="*/ 1703451 w 2419350"/>
                <a:gd name="connsiteY8158" fmla="*/ 292989 h 876300"/>
                <a:gd name="connsiteX8159" fmla="*/ 1703832 w 2419350"/>
                <a:gd name="connsiteY8159" fmla="*/ 293942 h 876300"/>
                <a:gd name="connsiteX8160" fmla="*/ 1704404 w 2419350"/>
                <a:gd name="connsiteY8160" fmla="*/ 294608 h 876300"/>
                <a:gd name="connsiteX8161" fmla="*/ 1706404 w 2419350"/>
                <a:gd name="connsiteY8161" fmla="*/ 294704 h 876300"/>
                <a:gd name="connsiteX8162" fmla="*/ 1707547 w 2419350"/>
                <a:gd name="connsiteY8162" fmla="*/ 293084 h 876300"/>
                <a:gd name="connsiteX8163" fmla="*/ 1707642 w 2419350"/>
                <a:gd name="connsiteY8163" fmla="*/ 290894 h 876300"/>
                <a:gd name="connsiteX8164" fmla="*/ 1706594 w 2419350"/>
                <a:gd name="connsiteY8164" fmla="*/ 289560 h 876300"/>
                <a:gd name="connsiteX8165" fmla="*/ 1705356 w 2419350"/>
                <a:gd name="connsiteY8165" fmla="*/ 289655 h 876300"/>
                <a:gd name="connsiteX8166" fmla="*/ 1504283 w 2419350"/>
                <a:gd name="connsiteY8166" fmla="*/ 584740 h 876300"/>
                <a:gd name="connsiteX8167" fmla="*/ 1503045 w 2419350"/>
                <a:gd name="connsiteY8167" fmla="*/ 584359 h 876300"/>
                <a:gd name="connsiteX8168" fmla="*/ 1501997 w 2419350"/>
                <a:gd name="connsiteY8168" fmla="*/ 584645 h 876300"/>
                <a:gd name="connsiteX8169" fmla="*/ 1502188 w 2419350"/>
                <a:gd name="connsiteY8169" fmla="*/ 585978 h 876300"/>
                <a:gd name="connsiteX8170" fmla="*/ 1504093 w 2419350"/>
                <a:gd name="connsiteY8170" fmla="*/ 589883 h 876300"/>
                <a:gd name="connsiteX8171" fmla="*/ 1504759 w 2419350"/>
                <a:gd name="connsiteY8171" fmla="*/ 590645 h 876300"/>
                <a:gd name="connsiteX8172" fmla="*/ 1505712 w 2419350"/>
                <a:gd name="connsiteY8172" fmla="*/ 591026 h 876300"/>
                <a:gd name="connsiteX8173" fmla="*/ 1507236 w 2419350"/>
                <a:gd name="connsiteY8173" fmla="*/ 591122 h 876300"/>
                <a:gd name="connsiteX8174" fmla="*/ 1507998 w 2419350"/>
                <a:gd name="connsiteY8174" fmla="*/ 590645 h 876300"/>
                <a:gd name="connsiteX8175" fmla="*/ 1508284 w 2419350"/>
                <a:gd name="connsiteY8175" fmla="*/ 589407 h 876300"/>
                <a:gd name="connsiteX8176" fmla="*/ 1508189 w 2419350"/>
                <a:gd name="connsiteY8176" fmla="*/ 586645 h 876300"/>
                <a:gd name="connsiteX8177" fmla="*/ 1507522 w 2419350"/>
                <a:gd name="connsiteY8177" fmla="*/ 585406 h 876300"/>
                <a:gd name="connsiteX8178" fmla="*/ 1505998 w 2419350"/>
                <a:gd name="connsiteY8178" fmla="*/ 584930 h 876300"/>
                <a:gd name="connsiteX8179" fmla="*/ 1504283 w 2419350"/>
                <a:gd name="connsiteY8179" fmla="*/ 584740 h 876300"/>
                <a:gd name="connsiteX8180" fmla="*/ 1493901 w 2419350"/>
                <a:gd name="connsiteY8180" fmla="*/ 397002 h 876300"/>
                <a:gd name="connsiteX8181" fmla="*/ 1493615 w 2419350"/>
                <a:gd name="connsiteY8181" fmla="*/ 397002 h 876300"/>
                <a:gd name="connsiteX8182" fmla="*/ 1493330 w 2419350"/>
                <a:gd name="connsiteY8182" fmla="*/ 397097 h 876300"/>
                <a:gd name="connsiteX8183" fmla="*/ 1491996 w 2419350"/>
                <a:gd name="connsiteY8183" fmla="*/ 398050 h 876300"/>
                <a:gd name="connsiteX8184" fmla="*/ 1489329 w 2419350"/>
                <a:gd name="connsiteY8184" fmla="*/ 400812 h 876300"/>
                <a:gd name="connsiteX8185" fmla="*/ 1488853 w 2419350"/>
                <a:gd name="connsiteY8185" fmla="*/ 401955 h 876300"/>
                <a:gd name="connsiteX8186" fmla="*/ 1489329 w 2419350"/>
                <a:gd name="connsiteY8186" fmla="*/ 402812 h 876300"/>
                <a:gd name="connsiteX8187" fmla="*/ 1490472 w 2419350"/>
                <a:gd name="connsiteY8187" fmla="*/ 402908 h 876300"/>
                <a:gd name="connsiteX8188" fmla="*/ 1491329 w 2419350"/>
                <a:gd name="connsiteY8188" fmla="*/ 402146 h 876300"/>
                <a:gd name="connsiteX8189" fmla="*/ 1492567 w 2419350"/>
                <a:gd name="connsiteY8189" fmla="*/ 400241 h 876300"/>
                <a:gd name="connsiteX8190" fmla="*/ 1493044 w 2419350"/>
                <a:gd name="connsiteY8190" fmla="*/ 399860 h 876300"/>
                <a:gd name="connsiteX8191" fmla="*/ 1494091 w 2419350"/>
                <a:gd name="connsiteY8191" fmla="*/ 399288 h 876300"/>
                <a:gd name="connsiteX8192" fmla="*/ 1494568 w 2419350"/>
                <a:gd name="connsiteY8192" fmla="*/ 398907 h 876300"/>
                <a:gd name="connsiteX8193" fmla="*/ 1494854 w 2419350"/>
                <a:gd name="connsiteY8193" fmla="*/ 398336 h 876300"/>
                <a:gd name="connsiteX8194" fmla="*/ 1494854 w 2419350"/>
                <a:gd name="connsiteY8194" fmla="*/ 397669 h 876300"/>
                <a:gd name="connsiteX8195" fmla="*/ 1494568 w 2419350"/>
                <a:gd name="connsiteY8195" fmla="*/ 397097 h 876300"/>
                <a:gd name="connsiteX8196" fmla="*/ 1493901 w 2419350"/>
                <a:gd name="connsiteY8196" fmla="*/ 397002 h 876300"/>
                <a:gd name="connsiteX8197" fmla="*/ 1504093 w 2419350"/>
                <a:gd name="connsiteY8197" fmla="*/ 390335 h 876300"/>
                <a:gd name="connsiteX8198" fmla="*/ 1503236 w 2419350"/>
                <a:gd name="connsiteY8198" fmla="*/ 387763 h 876300"/>
                <a:gd name="connsiteX8199" fmla="*/ 1502855 w 2419350"/>
                <a:gd name="connsiteY8199" fmla="*/ 387096 h 876300"/>
                <a:gd name="connsiteX8200" fmla="*/ 1502378 w 2419350"/>
                <a:gd name="connsiteY8200" fmla="*/ 386810 h 876300"/>
                <a:gd name="connsiteX8201" fmla="*/ 1502092 w 2419350"/>
                <a:gd name="connsiteY8201" fmla="*/ 386905 h 876300"/>
                <a:gd name="connsiteX8202" fmla="*/ 1502188 w 2419350"/>
                <a:gd name="connsiteY8202" fmla="*/ 387763 h 876300"/>
                <a:gd name="connsiteX8203" fmla="*/ 1501997 w 2419350"/>
                <a:gd name="connsiteY8203" fmla="*/ 388144 h 876300"/>
                <a:gd name="connsiteX8204" fmla="*/ 1501521 w 2419350"/>
                <a:gd name="connsiteY8204" fmla="*/ 388144 h 876300"/>
                <a:gd name="connsiteX8205" fmla="*/ 1500949 w 2419350"/>
                <a:gd name="connsiteY8205" fmla="*/ 388334 h 876300"/>
                <a:gd name="connsiteX8206" fmla="*/ 1500473 w 2419350"/>
                <a:gd name="connsiteY8206" fmla="*/ 389096 h 876300"/>
                <a:gd name="connsiteX8207" fmla="*/ 1499997 w 2419350"/>
                <a:gd name="connsiteY8207" fmla="*/ 390144 h 876300"/>
                <a:gd name="connsiteX8208" fmla="*/ 1499806 w 2419350"/>
                <a:gd name="connsiteY8208" fmla="*/ 390811 h 876300"/>
                <a:gd name="connsiteX8209" fmla="*/ 1499711 w 2419350"/>
                <a:gd name="connsiteY8209" fmla="*/ 391096 h 876300"/>
                <a:gd name="connsiteX8210" fmla="*/ 1499711 w 2419350"/>
                <a:gd name="connsiteY8210" fmla="*/ 391478 h 876300"/>
                <a:gd name="connsiteX8211" fmla="*/ 1499806 w 2419350"/>
                <a:gd name="connsiteY8211" fmla="*/ 391859 h 876300"/>
                <a:gd name="connsiteX8212" fmla="*/ 1500092 w 2419350"/>
                <a:gd name="connsiteY8212" fmla="*/ 391954 h 876300"/>
                <a:gd name="connsiteX8213" fmla="*/ 1500473 w 2419350"/>
                <a:gd name="connsiteY8213" fmla="*/ 392239 h 876300"/>
                <a:gd name="connsiteX8214" fmla="*/ 1500568 w 2419350"/>
                <a:gd name="connsiteY8214" fmla="*/ 392811 h 876300"/>
                <a:gd name="connsiteX8215" fmla="*/ 1500283 w 2419350"/>
                <a:gd name="connsiteY8215" fmla="*/ 393287 h 876300"/>
                <a:gd name="connsiteX8216" fmla="*/ 1499997 w 2419350"/>
                <a:gd name="connsiteY8216" fmla="*/ 393668 h 876300"/>
                <a:gd name="connsiteX8217" fmla="*/ 1499902 w 2419350"/>
                <a:gd name="connsiteY8217" fmla="*/ 393954 h 876300"/>
                <a:gd name="connsiteX8218" fmla="*/ 1499806 w 2419350"/>
                <a:gd name="connsiteY8218" fmla="*/ 394145 h 876300"/>
                <a:gd name="connsiteX8219" fmla="*/ 1499806 w 2419350"/>
                <a:gd name="connsiteY8219" fmla="*/ 394906 h 876300"/>
                <a:gd name="connsiteX8220" fmla="*/ 1499616 w 2419350"/>
                <a:gd name="connsiteY8220" fmla="*/ 395669 h 876300"/>
                <a:gd name="connsiteX8221" fmla="*/ 1499711 w 2419350"/>
                <a:gd name="connsiteY8221" fmla="*/ 396716 h 876300"/>
                <a:gd name="connsiteX8222" fmla="*/ 1500092 w 2419350"/>
                <a:gd name="connsiteY8222" fmla="*/ 398050 h 876300"/>
                <a:gd name="connsiteX8223" fmla="*/ 1500188 w 2419350"/>
                <a:gd name="connsiteY8223" fmla="*/ 398431 h 876300"/>
                <a:gd name="connsiteX8224" fmla="*/ 1500473 w 2419350"/>
                <a:gd name="connsiteY8224" fmla="*/ 398907 h 876300"/>
                <a:gd name="connsiteX8225" fmla="*/ 1501045 w 2419350"/>
                <a:gd name="connsiteY8225" fmla="*/ 399097 h 876300"/>
                <a:gd name="connsiteX8226" fmla="*/ 1501426 w 2419350"/>
                <a:gd name="connsiteY8226" fmla="*/ 398907 h 876300"/>
                <a:gd name="connsiteX8227" fmla="*/ 1501616 w 2419350"/>
                <a:gd name="connsiteY8227" fmla="*/ 398621 h 876300"/>
                <a:gd name="connsiteX8228" fmla="*/ 1501997 w 2419350"/>
                <a:gd name="connsiteY8228" fmla="*/ 398717 h 876300"/>
                <a:gd name="connsiteX8229" fmla="*/ 1502664 w 2419350"/>
                <a:gd name="connsiteY8229" fmla="*/ 399288 h 876300"/>
                <a:gd name="connsiteX8230" fmla="*/ 1503236 w 2419350"/>
                <a:gd name="connsiteY8230" fmla="*/ 399574 h 876300"/>
                <a:gd name="connsiteX8231" fmla="*/ 1503712 w 2419350"/>
                <a:gd name="connsiteY8231" fmla="*/ 399479 h 876300"/>
                <a:gd name="connsiteX8232" fmla="*/ 1504283 w 2419350"/>
                <a:gd name="connsiteY8232" fmla="*/ 399574 h 876300"/>
                <a:gd name="connsiteX8233" fmla="*/ 1504855 w 2419350"/>
                <a:gd name="connsiteY8233" fmla="*/ 399479 h 876300"/>
                <a:gd name="connsiteX8234" fmla="*/ 1505045 w 2419350"/>
                <a:gd name="connsiteY8234" fmla="*/ 399288 h 876300"/>
                <a:gd name="connsiteX8235" fmla="*/ 1505426 w 2419350"/>
                <a:gd name="connsiteY8235" fmla="*/ 399097 h 876300"/>
                <a:gd name="connsiteX8236" fmla="*/ 1506188 w 2419350"/>
                <a:gd name="connsiteY8236" fmla="*/ 398526 h 876300"/>
                <a:gd name="connsiteX8237" fmla="*/ 1506569 w 2419350"/>
                <a:gd name="connsiteY8237" fmla="*/ 397764 h 876300"/>
                <a:gd name="connsiteX8238" fmla="*/ 1506569 w 2419350"/>
                <a:gd name="connsiteY8238" fmla="*/ 397002 h 876300"/>
                <a:gd name="connsiteX8239" fmla="*/ 1506855 w 2419350"/>
                <a:gd name="connsiteY8239" fmla="*/ 395859 h 876300"/>
                <a:gd name="connsiteX8240" fmla="*/ 1506950 w 2419350"/>
                <a:gd name="connsiteY8240" fmla="*/ 395192 h 876300"/>
                <a:gd name="connsiteX8241" fmla="*/ 1506950 w 2419350"/>
                <a:gd name="connsiteY8241" fmla="*/ 394335 h 876300"/>
                <a:gd name="connsiteX8242" fmla="*/ 1506664 w 2419350"/>
                <a:gd name="connsiteY8242" fmla="*/ 393668 h 876300"/>
                <a:gd name="connsiteX8243" fmla="*/ 1506188 w 2419350"/>
                <a:gd name="connsiteY8243" fmla="*/ 393192 h 876300"/>
                <a:gd name="connsiteX8244" fmla="*/ 1505617 w 2419350"/>
                <a:gd name="connsiteY8244" fmla="*/ 392906 h 876300"/>
                <a:gd name="connsiteX8245" fmla="*/ 1505140 w 2419350"/>
                <a:gd name="connsiteY8245" fmla="*/ 393097 h 876300"/>
                <a:gd name="connsiteX8246" fmla="*/ 1504474 w 2419350"/>
                <a:gd name="connsiteY8246" fmla="*/ 393002 h 876300"/>
                <a:gd name="connsiteX8247" fmla="*/ 1503902 w 2419350"/>
                <a:gd name="connsiteY8247" fmla="*/ 391954 h 876300"/>
                <a:gd name="connsiteX8248" fmla="*/ 1503807 w 2419350"/>
                <a:gd name="connsiteY8248" fmla="*/ 391001 h 876300"/>
                <a:gd name="connsiteX8249" fmla="*/ 1503998 w 2419350"/>
                <a:gd name="connsiteY8249" fmla="*/ 390620 h 876300"/>
                <a:gd name="connsiteX8250" fmla="*/ 1504093 w 2419350"/>
                <a:gd name="connsiteY8250" fmla="*/ 390335 h 876300"/>
                <a:gd name="connsiteX8251" fmla="*/ 1468088 w 2419350"/>
                <a:gd name="connsiteY8251" fmla="*/ 595503 h 876300"/>
                <a:gd name="connsiteX8252" fmla="*/ 1468946 w 2419350"/>
                <a:gd name="connsiteY8252" fmla="*/ 594741 h 876300"/>
                <a:gd name="connsiteX8253" fmla="*/ 1473422 w 2419350"/>
                <a:gd name="connsiteY8253" fmla="*/ 592074 h 876300"/>
                <a:gd name="connsiteX8254" fmla="*/ 1474375 w 2419350"/>
                <a:gd name="connsiteY8254" fmla="*/ 591884 h 876300"/>
                <a:gd name="connsiteX8255" fmla="*/ 1475137 w 2419350"/>
                <a:gd name="connsiteY8255" fmla="*/ 592169 h 876300"/>
                <a:gd name="connsiteX8256" fmla="*/ 1476184 w 2419350"/>
                <a:gd name="connsiteY8256" fmla="*/ 593408 h 876300"/>
                <a:gd name="connsiteX8257" fmla="*/ 1477042 w 2419350"/>
                <a:gd name="connsiteY8257" fmla="*/ 593693 h 876300"/>
                <a:gd name="connsiteX8258" fmla="*/ 1477994 w 2419350"/>
                <a:gd name="connsiteY8258" fmla="*/ 593408 h 876300"/>
                <a:gd name="connsiteX8259" fmla="*/ 1479995 w 2419350"/>
                <a:gd name="connsiteY8259" fmla="*/ 592169 h 876300"/>
                <a:gd name="connsiteX8260" fmla="*/ 1482185 w 2419350"/>
                <a:gd name="connsiteY8260" fmla="*/ 591693 h 876300"/>
                <a:gd name="connsiteX8261" fmla="*/ 1482852 w 2419350"/>
                <a:gd name="connsiteY8261" fmla="*/ 591122 h 876300"/>
                <a:gd name="connsiteX8262" fmla="*/ 1483900 w 2419350"/>
                <a:gd name="connsiteY8262" fmla="*/ 589502 h 876300"/>
                <a:gd name="connsiteX8263" fmla="*/ 1485138 w 2419350"/>
                <a:gd name="connsiteY8263" fmla="*/ 588169 h 876300"/>
                <a:gd name="connsiteX8264" fmla="*/ 1485805 w 2419350"/>
                <a:gd name="connsiteY8264" fmla="*/ 587407 h 876300"/>
                <a:gd name="connsiteX8265" fmla="*/ 1486090 w 2419350"/>
                <a:gd name="connsiteY8265" fmla="*/ 586454 h 876300"/>
                <a:gd name="connsiteX8266" fmla="*/ 1485614 w 2419350"/>
                <a:gd name="connsiteY8266" fmla="*/ 585502 h 876300"/>
                <a:gd name="connsiteX8267" fmla="*/ 1484566 w 2419350"/>
                <a:gd name="connsiteY8267" fmla="*/ 584549 h 876300"/>
                <a:gd name="connsiteX8268" fmla="*/ 1482566 w 2419350"/>
                <a:gd name="connsiteY8268" fmla="*/ 583311 h 876300"/>
                <a:gd name="connsiteX8269" fmla="*/ 1480852 w 2419350"/>
                <a:gd name="connsiteY8269" fmla="*/ 582454 h 876300"/>
                <a:gd name="connsiteX8270" fmla="*/ 1480280 w 2419350"/>
                <a:gd name="connsiteY8270" fmla="*/ 581882 h 876300"/>
                <a:gd name="connsiteX8271" fmla="*/ 1479995 w 2419350"/>
                <a:gd name="connsiteY8271" fmla="*/ 581025 h 876300"/>
                <a:gd name="connsiteX8272" fmla="*/ 1478185 w 2419350"/>
                <a:gd name="connsiteY8272" fmla="*/ 580454 h 876300"/>
                <a:gd name="connsiteX8273" fmla="*/ 1477994 w 2419350"/>
                <a:gd name="connsiteY8273" fmla="*/ 579977 h 876300"/>
                <a:gd name="connsiteX8274" fmla="*/ 1477994 w 2419350"/>
                <a:gd name="connsiteY8274" fmla="*/ 579501 h 876300"/>
                <a:gd name="connsiteX8275" fmla="*/ 1477804 w 2419350"/>
                <a:gd name="connsiteY8275" fmla="*/ 579025 h 876300"/>
                <a:gd name="connsiteX8276" fmla="*/ 1477137 w 2419350"/>
                <a:gd name="connsiteY8276" fmla="*/ 578644 h 876300"/>
                <a:gd name="connsiteX8277" fmla="*/ 1475708 w 2419350"/>
                <a:gd name="connsiteY8277" fmla="*/ 578930 h 876300"/>
                <a:gd name="connsiteX8278" fmla="*/ 1474851 w 2419350"/>
                <a:gd name="connsiteY8278" fmla="*/ 580072 h 876300"/>
                <a:gd name="connsiteX8279" fmla="*/ 1474089 w 2419350"/>
                <a:gd name="connsiteY8279" fmla="*/ 581311 h 876300"/>
                <a:gd name="connsiteX8280" fmla="*/ 1473041 w 2419350"/>
                <a:gd name="connsiteY8280" fmla="*/ 581882 h 876300"/>
                <a:gd name="connsiteX8281" fmla="*/ 1472089 w 2419350"/>
                <a:gd name="connsiteY8281" fmla="*/ 581501 h 876300"/>
                <a:gd name="connsiteX8282" fmla="*/ 1471993 w 2419350"/>
                <a:gd name="connsiteY8282" fmla="*/ 580549 h 876300"/>
                <a:gd name="connsiteX8283" fmla="*/ 1472374 w 2419350"/>
                <a:gd name="connsiteY8283" fmla="*/ 579406 h 876300"/>
                <a:gd name="connsiteX8284" fmla="*/ 1473613 w 2419350"/>
                <a:gd name="connsiteY8284" fmla="*/ 576929 h 876300"/>
                <a:gd name="connsiteX8285" fmla="*/ 1473898 w 2419350"/>
                <a:gd name="connsiteY8285" fmla="*/ 576072 h 876300"/>
                <a:gd name="connsiteX8286" fmla="*/ 1473994 w 2419350"/>
                <a:gd name="connsiteY8286" fmla="*/ 574834 h 876300"/>
                <a:gd name="connsiteX8287" fmla="*/ 1473994 w 2419350"/>
                <a:gd name="connsiteY8287" fmla="*/ 574167 h 876300"/>
                <a:gd name="connsiteX8288" fmla="*/ 1473613 w 2419350"/>
                <a:gd name="connsiteY8288" fmla="*/ 572834 h 876300"/>
                <a:gd name="connsiteX8289" fmla="*/ 1473422 w 2419350"/>
                <a:gd name="connsiteY8289" fmla="*/ 572453 h 876300"/>
                <a:gd name="connsiteX8290" fmla="*/ 1473232 w 2419350"/>
                <a:gd name="connsiteY8290" fmla="*/ 572072 h 876300"/>
                <a:gd name="connsiteX8291" fmla="*/ 1473041 w 2419350"/>
                <a:gd name="connsiteY8291" fmla="*/ 571595 h 876300"/>
                <a:gd name="connsiteX8292" fmla="*/ 1472946 w 2419350"/>
                <a:gd name="connsiteY8292" fmla="*/ 571024 h 876300"/>
                <a:gd name="connsiteX8293" fmla="*/ 1473137 w 2419350"/>
                <a:gd name="connsiteY8293" fmla="*/ 570357 h 876300"/>
                <a:gd name="connsiteX8294" fmla="*/ 1473613 w 2419350"/>
                <a:gd name="connsiteY8294" fmla="*/ 569405 h 876300"/>
                <a:gd name="connsiteX8295" fmla="*/ 1474280 w 2419350"/>
                <a:gd name="connsiteY8295" fmla="*/ 568547 h 876300"/>
                <a:gd name="connsiteX8296" fmla="*/ 1475613 w 2419350"/>
                <a:gd name="connsiteY8296" fmla="*/ 567690 h 876300"/>
                <a:gd name="connsiteX8297" fmla="*/ 1475708 w 2419350"/>
                <a:gd name="connsiteY8297" fmla="*/ 566642 h 876300"/>
                <a:gd name="connsiteX8298" fmla="*/ 1475423 w 2419350"/>
                <a:gd name="connsiteY8298" fmla="*/ 564547 h 876300"/>
                <a:gd name="connsiteX8299" fmla="*/ 1475423 w 2419350"/>
                <a:gd name="connsiteY8299" fmla="*/ 563880 h 876300"/>
                <a:gd name="connsiteX8300" fmla="*/ 1475804 w 2419350"/>
                <a:gd name="connsiteY8300" fmla="*/ 562166 h 876300"/>
                <a:gd name="connsiteX8301" fmla="*/ 1475994 w 2419350"/>
                <a:gd name="connsiteY8301" fmla="*/ 561689 h 876300"/>
                <a:gd name="connsiteX8302" fmla="*/ 1476947 w 2419350"/>
                <a:gd name="connsiteY8302" fmla="*/ 561118 h 876300"/>
                <a:gd name="connsiteX8303" fmla="*/ 1477137 w 2419350"/>
                <a:gd name="connsiteY8303" fmla="*/ 560737 h 876300"/>
                <a:gd name="connsiteX8304" fmla="*/ 1477137 w 2419350"/>
                <a:gd name="connsiteY8304" fmla="*/ 558451 h 876300"/>
                <a:gd name="connsiteX8305" fmla="*/ 1477423 w 2419350"/>
                <a:gd name="connsiteY8305" fmla="*/ 557784 h 876300"/>
                <a:gd name="connsiteX8306" fmla="*/ 1478185 w 2419350"/>
                <a:gd name="connsiteY8306" fmla="*/ 558451 h 876300"/>
                <a:gd name="connsiteX8307" fmla="*/ 1478375 w 2419350"/>
                <a:gd name="connsiteY8307" fmla="*/ 558260 h 876300"/>
                <a:gd name="connsiteX8308" fmla="*/ 1478756 w 2419350"/>
                <a:gd name="connsiteY8308" fmla="*/ 557975 h 876300"/>
                <a:gd name="connsiteX8309" fmla="*/ 1478947 w 2419350"/>
                <a:gd name="connsiteY8309" fmla="*/ 557784 h 876300"/>
                <a:gd name="connsiteX8310" fmla="*/ 1480185 w 2419350"/>
                <a:gd name="connsiteY8310" fmla="*/ 559308 h 876300"/>
                <a:gd name="connsiteX8311" fmla="*/ 1481138 w 2419350"/>
                <a:gd name="connsiteY8311" fmla="*/ 556355 h 876300"/>
                <a:gd name="connsiteX8312" fmla="*/ 1482471 w 2419350"/>
                <a:gd name="connsiteY8312" fmla="*/ 556736 h 876300"/>
                <a:gd name="connsiteX8313" fmla="*/ 1482662 w 2419350"/>
                <a:gd name="connsiteY8313" fmla="*/ 557213 h 876300"/>
                <a:gd name="connsiteX8314" fmla="*/ 1482757 w 2419350"/>
                <a:gd name="connsiteY8314" fmla="*/ 557784 h 876300"/>
                <a:gd name="connsiteX8315" fmla="*/ 1482947 w 2419350"/>
                <a:gd name="connsiteY8315" fmla="*/ 558260 h 876300"/>
                <a:gd name="connsiteX8316" fmla="*/ 1483423 w 2419350"/>
                <a:gd name="connsiteY8316" fmla="*/ 558451 h 876300"/>
                <a:gd name="connsiteX8317" fmla="*/ 1483614 w 2419350"/>
                <a:gd name="connsiteY8317" fmla="*/ 558641 h 876300"/>
                <a:gd name="connsiteX8318" fmla="*/ 1484186 w 2419350"/>
                <a:gd name="connsiteY8318" fmla="*/ 559499 h 876300"/>
                <a:gd name="connsiteX8319" fmla="*/ 1484281 w 2419350"/>
                <a:gd name="connsiteY8319" fmla="*/ 559784 h 876300"/>
                <a:gd name="connsiteX8320" fmla="*/ 1484566 w 2419350"/>
                <a:gd name="connsiteY8320" fmla="*/ 561880 h 876300"/>
                <a:gd name="connsiteX8321" fmla="*/ 1485043 w 2419350"/>
                <a:gd name="connsiteY8321" fmla="*/ 562928 h 876300"/>
                <a:gd name="connsiteX8322" fmla="*/ 1485805 w 2419350"/>
                <a:gd name="connsiteY8322" fmla="*/ 563213 h 876300"/>
                <a:gd name="connsiteX8323" fmla="*/ 1486281 w 2419350"/>
                <a:gd name="connsiteY8323" fmla="*/ 561880 h 876300"/>
                <a:gd name="connsiteX8324" fmla="*/ 1486186 w 2419350"/>
                <a:gd name="connsiteY8324" fmla="*/ 556355 h 876300"/>
                <a:gd name="connsiteX8325" fmla="*/ 1485900 w 2419350"/>
                <a:gd name="connsiteY8325" fmla="*/ 554546 h 876300"/>
                <a:gd name="connsiteX8326" fmla="*/ 1485614 w 2419350"/>
                <a:gd name="connsiteY8326" fmla="*/ 554164 h 876300"/>
                <a:gd name="connsiteX8327" fmla="*/ 1485233 w 2419350"/>
                <a:gd name="connsiteY8327" fmla="*/ 553974 h 876300"/>
                <a:gd name="connsiteX8328" fmla="*/ 1484948 w 2419350"/>
                <a:gd name="connsiteY8328" fmla="*/ 553784 h 876300"/>
                <a:gd name="connsiteX8329" fmla="*/ 1484852 w 2419350"/>
                <a:gd name="connsiteY8329" fmla="*/ 553307 h 876300"/>
                <a:gd name="connsiteX8330" fmla="*/ 1484948 w 2419350"/>
                <a:gd name="connsiteY8330" fmla="*/ 552736 h 876300"/>
                <a:gd name="connsiteX8331" fmla="*/ 1485424 w 2419350"/>
                <a:gd name="connsiteY8331" fmla="*/ 551688 h 876300"/>
                <a:gd name="connsiteX8332" fmla="*/ 1485519 w 2419350"/>
                <a:gd name="connsiteY8332" fmla="*/ 551212 h 876300"/>
                <a:gd name="connsiteX8333" fmla="*/ 1485329 w 2419350"/>
                <a:gd name="connsiteY8333" fmla="*/ 549974 h 876300"/>
                <a:gd name="connsiteX8334" fmla="*/ 1484757 w 2419350"/>
                <a:gd name="connsiteY8334" fmla="*/ 548830 h 876300"/>
                <a:gd name="connsiteX8335" fmla="*/ 1483328 w 2419350"/>
                <a:gd name="connsiteY8335" fmla="*/ 546735 h 876300"/>
                <a:gd name="connsiteX8336" fmla="*/ 1482471 w 2419350"/>
                <a:gd name="connsiteY8336" fmla="*/ 545783 h 876300"/>
                <a:gd name="connsiteX8337" fmla="*/ 1479137 w 2419350"/>
                <a:gd name="connsiteY8337" fmla="*/ 543020 h 876300"/>
                <a:gd name="connsiteX8338" fmla="*/ 1478280 w 2419350"/>
                <a:gd name="connsiteY8338" fmla="*/ 542163 h 876300"/>
                <a:gd name="connsiteX8339" fmla="*/ 1477899 w 2419350"/>
                <a:gd name="connsiteY8339" fmla="*/ 541211 h 876300"/>
                <a:gd name="connsiteX8340" fmla="*/ 1479137 w 2419350"/>
                <a:gd name="connsiteY8340" fmla="*/ 539496 h 876300"/>
                <a:gd name="connsiteX8341" fmla="*/ 1478280 w 2419350"/>
                <a:gd name="connsiteY8341" fmla="*/ 539210 h 876300"/>
                <a:gd name="connsiteX8342" fmla="*/ 1476851 w 2419350"/>
                <a:gd name="connsiteY8342" fmla="*/ 539305 h 876300"/>
                <a:gd name="connsiteX8343" fmla="*/ 1475708 w 2419350"/>
                <a:gd name="connsiteY8343" fmla="*/ 539591 h 876300"/>
                <a:gd name="connsiteX8344" fmla="*/ 1470565 w 2419350"/>
                <a:gd name="connsiteY8344" fmla="*/ 543306 h 876300"/>
                <a:gd name="connsiteX8345" fmla="*/ 1469803 w 2419350"/>
                <a:gd name="connsiteY8345" fmla="*/ 543973 h 876300"/>
                <a:gd name="connsiteX8346" fmla="*/ 1469517 w 2419350"/>
                <a:gd name="connsiteY8346" fmla="*/ 544735 h 876300"/>
                <a:gd name="connsiteX8347" fmla="*/ 1469326 w 2419350"/>
                <a:gd name="connsiteY8347" fmla="*/ 545878 h 876300"/>
                <a:gd name="connsiteX8348" fmla="*/ 1467707 w 2419350"/>
                <a:gd name="connsiteY8348" fmla="*/ 548926 h 876300"/>
                <a:gd name="connsiteX8349" fmla="*/ 1466945 w 2419350"/>
                <a:gd name="connsiteY8349" fmla="*/ 551117 h 876300"/>
                <a:gd name="connsiteX8350" fmla="*/ 1466564 w 2419350"/>
                <a:gd name="connsiteY8350" fmla="*/ 553212 h 876300"/>
                <a:gd name="connsiteX8351" fmla="*/ 1466945 w 2419350"/>
                <a:gd name="connsiteY8351" fmla="*/ 562070 h 876300"/>
                <a:gd name="connsiteX8352" fmla="*/ 1466755 w 2419350"/>
                <a:gd name="connsiteY8352" fmla="*/ 562737 h 876300"/>
                <a:gd name="connsiteX8353" fmla="*/ 1466183 w 2419350"/>
                <a:gd name="connsiteY8353" fmla="*/ 562928 h 876300"/>
                <a:gd name="connsiteX8354" fmla="*/ 1465612 w 2419350"/>
                <a:gd name="connsiteY8354" fmla="*/ 563023 h 876300"/>
                <a:gd name="connsiteX8355" fmla="*/ 1465231 w 2419350"/>
                <a:gd name="connsiteY8355" fmla="*/ 563309 h 876300"/>
                <a:gd name="connsiteX8356" fmla="*/ 1465231 w 2419350"/>
                <a:gd name="connsiteY8356" fmla="*/ 563880 h 876300"/>
                <a:gd name="connsiteX8357" fmla="*/ 1465421 w 2419350"/>
                <a:gd name="connsiteY8357" fmla="*/ 564452 h 876300"/>
                <a:gd name="connsiteX8358" fmla="*/ 1465707 w 2419350"/>
                <a:gd name="connsiteY8358" fmla="*/ 565023 h 876300"/>
                <a:gd name="connsiteX8359" fmla="*/ 1465898 w 2419350"/>
                <a:gd name="connsiteY8359" fmla="*/ 565499 h 876300"/>
                <a:gd name="connsiteX8360" fmla="*/ 1465993 w 2419350"/>
                <a:gd name="connsiteY8360" fmla="*/ 566642 h 876300"/>
                <a:gd name="connsiteX8361" fmla="*/ 1465898 w 2419350"/>
                <a:gd name="connsiteY8361" fmla="*/ 567976 h 876300"/>
                <a:gd name="connsiteX8362" fmla="*/ 1465612 w 2419350"/>
                <a:gd name="connsiteY8362" fmla="*/ 569214 h 876300"/>
                <a:gd name="connsiteX8363" fmla="*/ 1465136 w 2419350"/>
                <a:gd name="connsiteY8363" fmla="*/ 570071 h 876300"/>
                <a:gd name="connsiteX8364" fmla="*/ 1462183 w 2419350"/>
                <a:gd name="connsiteY8364" fmla="*/ 572548 h 876300"/>
                <a:gd name="connsiteX8365" fmla="*/ 1461706 w 2419350"/>
                <a:gd name="connsiteY8365" fmla="*/ 573500 h 876300"/>
                <a:gd name="connsiteX8366" fmla="*/ 1462468 w 2419350"/>
                <a:gd name="connsiteY8366" fmla="*/ 573310 h 876300"/>
                <a:gd name="connsiteX8367" fmla="*/ 1463135 w 2419350"/>
                <a:gd name="connsiteY8367" fmla="*/ 573024 h 876300"/>
                <a:gd name="connsiteX8368" fmla="*/ 1463707 w 2419350"/>
                <a:gd name="connsiteY8368" fmla="*/ 572834 h 876300"/>
                <a:gd name="connsiteX8369" fmla="*/ 1464183 w 2419350"/>
                <a:gd name="connsiteY8369" fmla="*/ 573119 h 876300"/>
                <a:gd name="connsiteX8370" fmla="*/ 1464373 w 2419350"/>
                <a:gd name="connsiteY8370" fmla="*/ 573977 h 876300"/>
                <a:gd name="connsiteX8371" fmla="*/ 1463992 w 2419350"/>
                <a:gd name="connsiteY8371" fmla="*/ 574834 h 876300"/>
                <a:gd name="connsiteX8372" fmla="*/ 1463040 w 2419350"/>
                <a:gd name="connsiteY8372" fmla="*/ 576358 h 876300"/>
                <a:gd name="connsiteX8373" fmla="*/ 1462945 w 2419350"/>
                <a:gd name="connsiteY8373" fmla="*/ 577215 h 876300"/>
                <a:gd name="connsiteX8374" fmla="*/ 1462945 w 2419350"/>
                <a:gd name="connsiteY8374" fmla="*/ 578549 h 876300"/>
                <a:gd name="connsiteX8375" fmla="*/ 1462659 w 2419350"/>
                <a:gd name="connsiteY8375" fmla="*/ 579311 h 876300"/>
                <a:gd name="connsiteX8376" fmla="*/ 1461802 w 2419350"/>
                <a:gd name="connsiteY8376" fmla="*/ 580454 h 876300"/>
                <a:gd name="connsiteX8377" fmla="*/ 1461706 w 2419350"/>
                <a:gd name="connsiteY8377" fmla="*/ 581120 h 876300"/>
                <a:gd name="connsiteX8378" fmla="*/ 1462373 w 2419350"/>
                <a:gd name="connsiteY8378" fmla="*/ 581787 h 876300"/>
                <a:gd name="connsiteX8379" fmla="*/ 1461897 w 2419350"/>
                <a:gd name="connsiteY8379" fmla="*/ 582644 h 876300"/>
                <a:gd name="connsiteX8380" fmla="*/ 1462183 w 2419350"/>
                <a:gd name="connsiteY8380" fmla="*/ 582739 h 876300"/>
                <a:gd name="connsiteX8381" fmla="*/ 1464564 w 2419350"/>
                <a:gd name="connsiteY8381" fmla="*/ 581787 h 876300"/>
                <a:gd name="connsiteX8382" fmla="*/ 1464850 w 2419350"/>
                <a:gd name="connsiteY8382" fmla="*/ 581978 h 876300"/>
                <a:gd name="connsiteX8383" fmla="*/ 1464850 w 2419350"/>
                <a:gd name="connsiteY8383" fmla="*/ 582930 h 876300"/>
                <a:gd name="connsiteX8384" fmla="*/ 1464278 w 2419350"/>
                <a:gd name="connsiteY8384" fmla="*/ 583978 h 876300"/>
                <a:gd name="connsiteX8385" fmla="*/ 1463040 w 2419350"/>
                <a:gd name="connsiteY8385" fmla="*/ 584454 h 876300"/>
                <a:gd name="connsiteX8386" fmla="*/ 1461611 w 2419350"/>
                <a:gd name="connsiteY8386" fmla="*/ 584740 h 876300"/>
                <a:gd name="connsiteX8387" fmla="*/ 1460564 w 2419350"/>
                <a:gd name="connsiteY8387" fmla="*/ 585121 h 876300"/>
                <a:gd name="connsiteX8388" fmla="*/ 1459992 w 2419350"/>
                <a:gd name="connsiteY8388" fmla="*/ 585788 h 876300"/>
                <a:gd name="connsiteX8389" fmla="*/ 1459135 w 2419350"/>
                <a:gd name="connsiteY8389" fmla="*/ 587693 h 876300"/>
                <a:gd name="connsiteX8390" fmla="*/ 1458468 w 2419350"/>
                <a:gd name="connsiteY8390" fmla="*/ 588645 h 876300"/>
                <a:gd name="connsiteX8391" fmla="*/ 1458182 w 2419350"/>
                <a:gd name="connsiteY8391" fmla="*/ 588740 h 876300"/>
                <a:gd name="connsiteX8392" fmla="*/ 1457801 w 2419350"/>
                <a:gd name="connsiteY8392" fmla="*/ 588740 h 876300"/>
                <a:gd name="connsiteX8393" fmla="*/ 1457515 w 2419350"/>
                <a:gd name="connsiteY8393" fmla="*/ 588836 h 876300"/>
                <a:gd name="connsiteX8394" fmla="*/ 1457039 w 2419350"/>
                <a:gd name="connsiteY8394" fmla="*/ 590455 h 876300"/>
                <a:gd name="connsiteX8395" fmla="*/ 1455611 w 2419350"/>
                <a:gd name="connsiteY8395" fmla="*/ 592360 h 876300"/>
                <a:gd name="connsiteX8396" fmla="*/ 1455230 w 2419350"/>
                <a:gd name="connsiteY8396" fmla="*/ 593027 h 876300"/>
                <a:gd name="connsiteX8397" fmla="*/ 1456468 w 2419350"/>
                <a:gd name="connsiteY8397" fmla="*/ 593408 h 876300"/>
                <a:gd name="connsiteX8398" fmla="*/ 1456563 w 2419350"/>
                <a:gd name="connsiteY8398" fmla="*/ 594074 h 876300"/>
                <a:gd name="connsiteX8399" fmla="*/ 1455991 w 2419350"/>
                <a:gd name="connsiteY8399" fmla="*/ 594836 h 876300"/>
                <a:gd name="connsiteX8400" fmla="*/ 1451896 w 2419350"/>
                <a:gd name="connsiteY8400" fmla="*/ 598361 h 876300"/>
                <a:gd name="connsiteX8401" fmla="*/ 1455611 w 2419350"/>
                <a:gd name="connsiteY8401" fmla="*/ 606552 h 876300"/>
                <a:gd name="connsiteX8402" fmla="*/ 1456468 w 2419350"/>
                <a:gd name="connsiteY8402" fmla="*/ 607409 h 876300"/>
                <a:gd name="connsiteX8403" fmla="*/ 1457706 w 2419350"/>
                <a:gd name="connsiteY8403" fmla="*/ 607409 h 876300"/>
                <a:gd name="connsiteX8404" fmla="*/ 1458468 w 2419350"/>
                <a:gd name="connsiteY8404" fmla="*/ 606743 h 876300"/>
                <a:gd name="connsiteX8405" fmla="*/ 1460087 w 2419350"/>
                <a:gd name="connsiteY8405" fmla="*/ 604742 h 876300"/>
                <a:gd name="connsiteX8406" fmla="*/ 1460754 w 2419350"/>
                <a:gd name="connsiteY8406" fmla="*/ 604742 h 876300"/>
                <a:gd name="connsiteX8407" fmla="*/ 1460945 w 2419350"/>
                <a:gd name="connsiteY8407" fmla="*/ 605219 h 876300"/>
                <a:gd name="connsiteX8408" fmla="*/ 1460754 w 2419350"/>
                <a:gd name="connsiteY8408" fmla="*/ 606457 h 876300"/>
                <a:gd name="connsiteX8409" fmla="*/ 1460849 w 2419350"/>
                <a:gd name="connsiteY8409" fmla="*/ 607028 h 876300"/>
                <a:gd name="connsiteX8410" fmla="*/ 1461230 w 2419350"/>
                <a:gd name="connsiteY8410" fmla="*/ 607409 h 876300"/>
                <a:gd name="connsiteX8411" fmla="*/ 1461421 w 2419350"/>
                <a:gd name="connsiteY8411" fmla="*/ 607219 h 876300"/>
                <a:gd name="connsiteX8412" fmla="*/ 1461611 w 2419350"/>
                <a:gd name="connsiteY8412" fmla="*/ 606743 h 876300"/>
                <a:gd name="connsiteX8413" fmla="*/ 1462278 w 2419350"/>
                <a:gd name="connsiteY8413" fmla="*/ 605790 h 876300"/>
                <a:gd name="connsiteX8414" fmla="*/ 1462373 w 2419350"/>
                <a:gd name="connsiteY8414" fmla="*/ 605409 h 876300"/>
                <a:gd name="connsiteX8415" fmla="*/ 1462564 w 2419350"/>
                <a:gd name="connsiteY8415" fmla="*/ 605409 h 876300"/>
                <a:gd name="connsiteX8416" fmla="*/ 1463231 w 2419350"/>
                <a:gd name="connsiteY8416" fmla="*/ 606076 h 876300"/>
                <a:gd name="connsiteX8417" fmla="*/ 1463421 w 2419350"/>
                <a:gd name="connsiteY8417" fmla="*/ 606552 h 876300"/>
                <a:gd name="connsiteX8418" fmla="*/ 1463516 w 2419350"/>
                <a:gd name="connsiteY8418" fmla="*/ 607886 h 876300"/>
                <a:gd name="connsiteX8419" fmla="*/ 1463612 w 2419350"/>
                <a:gd name="connsiteY8419" fmla="*/ 608171 h 876300"/>
                <a:gd name="connsiteX8420" fmla="*/ 1464850 w 2419350"/>
                <a:gd name="connsiteY8420" fmla="*/ 607981 h 876300"/>
                <a:gd name="connsiteX8421" fmla="*/ 1465612 w 2419350"/>
                <a:gd name="connsiteY8421" fmla="*/ 607314 h 876300"/>
                <a:gd name="connsiteX8422" fmla="*/ 1466755 w 2419350"/>
                <a:gd name="connsiteY8422" fmla="*/ 605314 h 876300"/>
                <a:gd name="connsiteX8423" fmla="*/ 1469326 w 2419350"/>
                <a:gd name="connsiteY8423" fmla="*/ 601885 h 876300"/>
                <a:gd name="connsiteX8424" fmla="*/ 1470470 w 2419350"/>
                <a:gd name="connsiteY8424" fmla="*/ 599599 h 876300"/>
                <a:gd name="connsiteX8425" fmla="*/ 1470089 w 2419350"/>
                <a:gd name="connsiteY8425" fmla="*/ 598075 h 876300"/>
                <a:gd name="connsiteX8426" fmla="*/ 1469612 w 2419350"/>
                <a:gd name="connsiteY8426" fmla="*/ 598075 h 876300"/>
                <a:gd name="connsiteX8427" fmla="*/ 1468279 w 2419350"/>
                <a:gd name="connsiteY8427" fmla="*/ 598646 h 876300"/>
                <a:gd name="connsiteX8428" fmla="*/ 1467707 w 2419350"/>
                <a:gd name="connsiteY8428" fmla="*/ 598742 h 876300"/>
                <a:gd name="connsiteX8429" fmla="*/ 1467422 w 2419350"/>
                <a:gd name="connsiteY8429" fmla="*/ 598456 h 876300"/>
                <a:gd name="connsiteX8430" fmla="*/ 1467517 w 2419350"/>
                <a:gd name="connsiteY8430" fmla="*/ 597789 h 876300"/>
                <a:gd name="connsiteX8431" fmla="*/ 1468088 w 2419350"/>
                <a:gd name="connsiteY8431" fmla="*/ 595503 h 876300"/>
                <a:gd name="connsiteX8432" fmla="*/ 1450562 w 2419350"/>
                <a:gd name="connsiteY8432" fmla="*/ 593979 h 876300"/>
                <a:gd name="connsiteX8433" fmla="*/ 1451610 w 2419350"/>
                <a:gd name="connsiteY8433" fmla="*/ 593884 h 876300"/>
                <a:gd name="connsiteX8434" fmla="*/ 1452277 w 2419350"/>
                <a:gd name="connsiteY8434" fmla="*/ 593217 h 876300"/>
                <a:gd name="connsiteX8435" fmla="*/ 1452753 w 2419350"/>
                <a:gd name="connsiteY8435" fmla="*/ 592931 h 876300"/>
                <a:gd name="connsiteX8436" fmla="*/ 1452943 w 2419350"/>
                <a:gd name="connsiteY8436" fmla="*/ 593217 h 876300"/>
                <a:gd name="connsiteX8437" fmla="*/ 1453134 w 2419350"/>
                <a:gd name="connsiteY8437" fmla="*/ 593598 h 876300"/>
                <a:gd name="connsiteX8438" fmla="*/ 1453515 w 2419350"/>
                <a:gd name="connsiteY8438" fmla="*/ 593598 h 876300"/>
                <a:gd name="connsiteX8439" fmla="*/ 1453896 w 2419350"/>
                <a:gd name="connsiteY8439" fmla="*/ 593217 h 876300"/>
                <a:gd name="connsiteX8440" fmla="*/ 1454087 w 2419350"/>
                <a:gd name="connsiteY8440" fmla="*/ 592550 h 876300"/>
                <a:gd name="connsiteX8441" fmla="*/ 1454182 w 2419350"/>
                <a:gd name="connsiteY8441" fmla="*/ 591503 h 876300"/>
                <a:gd name="connsiteX8442" fmla="*/ 1454467 w 2419350"/>
                <a:gd name="connsiteY8442" fmla="*/ 590264 h 876300"/>
                <a:gd name="connsiteX8443" fmla="*/ 1454944 w 2419350"/>
                <a:gd name="connsiteY8443" fmla="*/ 589502 h 876300"/>
                <a:gd name="connsiteX8444" fmla="*/ 1455515 w 2419350"/>
                <a:gd name="connsiteY8444" fmla="*/ 590169 h 876300"/>
                <a:gd name="connsiteX8445" fmla="*/ 1456087 w 2419350"/>
                <a:gd name="connsiteY8445" fmla="*/ 589597 h 876300"/>
                <a:gd name="connsiteX8446" fmla="*/ 1456468 w 2419350"/>
                <a:gd name="connsiteY8446" fmla="*/ 588455 h 876300"/>
                <a:gd name="connsiteX8447" fmla="*/ 1456658 w 2419350"/>
                <a:gd name="connsiteY8447" fmla="*/ 587121 h 876300"/>
                <a:gd name="connsiteX8448" fmla="*/ 1456563 w 2419350"/>
                <a:gd name="connsiteY8448" fmla="*/ 585883 h 876300"/>
                <a:gd name="connsiteX8449" fmla="*/ 1456373 w 2419350"/>
                <a:gd name="connsiteY8449" fmla="*/ 585311 h 876300"/>
                <a:gd name="connsiteX8450" fmla="*/ 1456087 w 2419350"/>
                <a:gd name="connsiteY8450" fmla="*/ 585026 h 876300"/>
                <a:gd name="connsiteX8451" fmla="*/ 1455134 w 2419350"/>
                <a:gd name="connsiteY8451" fmla="*/ 584454 h 876300"/>
                <a:gd name="connsiteX8452" fmla="*/ 1453896 w 2419350"/>
                <a:gd name="connsiteY8452" fmla="*/ 583978 h 876300"/>
                <a:gd name="connsiteX8453" fmla="*/ 1453420 w 2419350"/>
                <a:gd name="connsiteY8453" fmla="*/ 583597 h 876300"/>
                <a:gd name="connsiteX8454" fmla="*/ 1454658 w 2419350"/>
                <a:gd name="connsiteY8454" fmla="*/ 583311 h 876300"/>
                <a:gd name="connsiteX8455" fmla="*/ 1455039 w 2419350"/>
                <a:gd name="connsiteY8455" fmla="*/ 583025 h 876300"/>
                <a:gd name="connsiteX8456" fmla="*/ 1455325 w 2419350"/>
                <a:gd name="connsiteY8456" fmla="*/ 582549 h 876300"/>
                <a:gd name="connsiteX8457" fmla="*/ 1455420 w 2419350"/>
                <a:gd name="connsiteY8457" fmla="*/ 581882 h 876300"/>
                <a:gd name="connsiteX8458" fmla="*/ 1455134 w 2419350"/>
                <a:gd name="connsiteY8458" fmla="*/ 581692 h 876300"/>
                <a:gd name="connsiteX8459" fmla="*/ 1454467 w 2419350"/>
                <a:gd name="connsiteY8459" fmla="*/ 581692 h 876300"/>
                <a:gd name="connsiteX8460" fmla="*/ 1453801 w 2419350"/>
                <a:gd name="connsiteY8460" fmla="*/ 581692 h 876300"/>
                <a:gd name="connsiteX8461" fmla="*/ 1453515 w 2419350"/>
                <a:gd name="connsiteY8461" fmla="*/ 581216 h 876300"/>
                <a:gd name="connsiteX8462" fmla="*/ 1453706 w 2419350"/>
                <a:gd name="connsiteY8462" fmla="*/ 580072 h 876300"/>
                <a:gd name="connsiteX8463" fmla="*/ 1455801 w 2419350"/>
                <a:gd name="connsiteY8463" fmla="*/ 575786 h 876300"/>
                <a:gd name="connsiteX8464" fmla="*/ 1456754 w 2419350"/>
                <a:gd name="connsiteY8464" fmla="*/ 574548 h 876300"/>
                <a:gd name="connsiteX8465" fmla="*/ 1460087 w 2419350"/>
                <a:gd name="connsiteY8465" fmla="*/ 571119 h 876300"/>
                <a:gd name="connsiteX8466" fmla="*/ 1460564 w 2419350"/>
                <a:gd name="connsiteY8466" fmla="*/ 570357 h 876300"/>
                <a:gd name="connsiteX8467" fmla="*/ 1460754 w 2419350"/>
                <a:gd name="connsiteY8467" fmla="*/ 569690 h 876300"/>
                <a:gd name="connsiteX8468" fmla="*/ 1461040 w 2419350"/>
                <a:gd name="connsiteY8468" fmla="*/ 569214 h 876300"/>
                <a:gd name="connsiteX8469" fmla="*/ 1461611 w 2419350"/>
                <a:gd name="connsiteY8469" fmla="*/ 569309 h 876300"/>
                <a:gd name="connsiteX8470" fmla="*/ 1462183 w 2419350"/>
                <a:gd name="connsiteY8470" fmla="*/ 569500 h 876300"/>
                <a:gd name="connsiteX8471" fmla="*/ 1462564 w 2419350"/>
                <a:gd name="connsiteY8471" fmla="*/ 569500 h 876300"/>
                <a:gd name="connsiteX8472" fmla="*/ 1462849 w 2419350"/>
                <a:gd name="connsiteY8472" fmla="*/ 569024 h 876300"/>
                <a:gd name="connsiteX8473" fmla="*/ 1462945 w 2419350"/>
                <a:gd name="connsiteY8473" fmla="*/ 568452 h 876300"/>
                <a:gd name="connsiteX8474" fmla="*/ 1462945 w 2419350"/>
                <a:gd name="connsiteY8474" fmla="*/ 567309 h 876300"/>
                <a:gd name="connsiteX8475" fmla="*/ 1462849 w 2419350"/>
                <a:gd name="connsiteY8475" fmla="*/ 566738 h 876300"/>
                <a:gd name="connsiteX8476" fmla="*/ 1462659 w 2419350"/>
                <a:gd name="connsiteY8476" fmla="*/ 565880 h 876300"/>
                <a:gd name="connsiteX8477" fmla="*/ 1462564 w 2419350"/>
                <a:gd name="connsiteY8477" fmla="*/ 565404 h 876300"/>
                <a:gd name="connsiteX8478" fmla="*/ 1462373 w 2419350"/>
                <a:gd name="connsiteY8478" fmla="*/ 565118 h 876300"/>
                <a:gd name="connsiteX8479" fmla="*/ 1461611 w 2419350"/>
                <a:gd name="connsiteY8479" fmla="*/ 564166 h 876300"/>
                <a:gd name="connsiteX8480" fmla="*/ 1461421 w 2419350"/>
                <a:gd name="connsiteY8480" fmla="*/ 563594 h 876300"/>
                <a:gd name="connsiteX8481" fmla="*/ 1461421 w 2419350"/>
                <a:gd name="connsiteY8481" fmla="*/ 559880 h 876300"/>
                <a:gd name="connsiteX8482" fmla="*/ 1460468 w 2419350"/>
                <a:gd name="connsiteY8482" fmla="*/ 553117 h 876300"/>
                <a:gd name="connsiteX8483" fmla="*/ 1459992 w 2419350"/>
                <a:gd name="connsiteY8483" fmla="*/ 552260 h 876300"/>
                <a:gd name="connsiteX8484" fmla="*/ 1459135 w 2419350"/>
                <a:gd name="connsiteY8484" fmla="*/ 551593 h 876300"/>
                <a:gd name="connsiteX8485" fmla="*/ 1458087 w 2419350"/>
                <a:gd name="connsiteY8485" fmla="*/ 551402 h 876300"/>
                <a:gd name="connsiteX8486" fmla="*/ 1456277 w 2419350"/>
                <a:gd name="connsiteY8486" fmla="*/ 552069 h 876300"/>
                <a:gd name="connsiteX8487" fmla="*/ 1453324 w 2419350"/>
                <a:gd name="connsiteY8487" fmla="*/ 553784 h 876300"/>
                <a:gd name="connsiteX8488" fmla="*/ 1449514 w 2419350"/>
                <a:gd name="connsiteY8488" fmla="*/ 556641 h 876300"/>
                <a:gd name="connsiteX8489" fmla="*/ 1447895 w 2419350"/>
                <a:gd name="connsiteY8489" fmla="*/ 557403 h 876300"/>
                <a:gd name="connsiteX8490" fmla="*/ 1446466 w 2419350"/>
                <a:gd name="connsiteY8490" fmla="*/ 557689 h 876300"/>
                <a:gd name="connsiteX8491" fmla="*/ 1442942 w 2419350"/>
                <a:gd name="connsiteY8491" fmla="*/ 558070 h 876300"/>
                <a:gd name="connsiteX8492" fmla="*/ 1441799 w 2419350"/>
                <a:gd name="connsiteY8492" fmla="*/ 558451 h 876300"/>
                <a:gd name="connsiteX8493" fmla="*/ 1440942 w 2419350"/>
                <a:gd name="connsiteY8493" fmla="*/ 559499 h 876300"/>
                <a:gd name="connsiteX8494" fmla="*/ 1439799 w 2419350"/>
                <a:gd name="connsiteY8494" fmla="*/ 562070 h 876300"/>
                <a:gd name="connsiteX8495" fmla="*/ 1438847 w 2419350"/>
                <a:gd name="connsiteY8495" fmla="*/ 563118 h 876300"/>
                <a:gd name="connsiteX8496" fmla="*/ 1438847 w 2419350"/>
                <a:gd name="connsiteY8496" fmla="*/ 563499 h 876300"/>
                <a:gd name="connsiteX8497" fmla="*/ 1439608 w 2419350"/>
                <a:gd name="connsiteY8497" fmla="*/ 564356 h 876300"/>
                <a:gd name="connsiteX8498" fmla="*/ 1440275 w 2419350"/>
                <a:gd name="connsiteY8498" fmla="*/ 565785 h 876300"/>
                <a:gd name="connsiteX8499" fmla="*/ 1440847 w 2419350"/>
                <a:gd name="connsiteY8499" fmla="*/ 567404 h 876300"/>
                <a:gd name="connsiteX8500" fmla="*/ 1441228 w 2419350"/>
                <a:gd name="connsiteY8500" fmla="*/ 569500 h 876300"/>
                <a:gd name="connsiteX8501" fmla="*/ 1441990 w 2419350"/>
                <a:gd name="connsiteY8501" fmla="*/ 570738 h 876300"/>
                <a:gd name="connsiteX8502" fmla="*/ 1442275 w 2419350"/>
                <a:gd name="connsiteY8502" fmla="*/ 573500 h 876300"/>
                <a:gd name="connsiteX8503" fmla="*/ 1442466 w 2419350"/>
                <a:gd name="connsiteY8503" fmla="*/ 574453 h 876300"/>
                <a:gd name="connsiteX8504" fmla="*/ 1442847 w 2419350"/>
                <a:gd name="connsiteY8504" fmla="*/ 575120 h 876300"/>
                <a:gd name="connsiteX8505" fmla="*/ 1441895 w 2419350"/>
                <a:gd name="connsiteY8505" fmla="*/ 576453 h 876300"/>
                <a:gd name="connsiteX8506" fmla="*/ 1441799 w 2419350"/>
                <a:gd name="connsiteY8506" fmla="*/ 576739 h 876300"/>
                <a:gd name="connsiteX8507" fmla="*/ 1441514 w 2419350"/>
                <a:gd name="connsiteY8507" fmla="*/ 577025 h 876300"/>
                <a:gd name="connsiteX8508" fmla="*/ 1440085 w 2419350"/>
                <a:gd name="connsiteY8508" fmla="*/ 577405 h 876300"/>
                <a:gd name="connsiteX8509" fmla="*/ 1439608 w 2419350"/>
                <a:gd name="connsiteY8509" fmla="*/ 577596 h 876300"/>
                <a:gd name="connsiteX8510" fmla="*/ 1439132 w 2419350"/>
                <a:gd name="connsiteY8510" fmla="*/ 578358 h 876300"/>
                <a:gd name="connsiteX8511" fmla="*/ 1438751 w 2419350"/>
                <a:gd name="connsiteY8511" fmla="*/ 579501 h 876300"/>
                <a:gd name="connsiteX8512" fmla="*/ 1438465 w 2419350"/>
                <a:gd name="connsiteY8512" fmla="*/ 583406 h 876300"/>
                <a:gd name="connsiteX8513" fmla="*/ 1438275 w 2419350"/>
                <a:gd name="connsiteY8513" fmla="*/ 584645 h 876300"/>
                <a:gd name="connsiteX8514" fmla="*/ 1437799 w 2419350"/>
                <a:gd name="connsiteY8514" fmla="*/ 585788 h 876300"/>
                <a:gd name="connsiteX8515" fmla="*/ 1436465 w 2419350"/>
                <a:gd name="connsiteY8515" fmla="*/ 588074 h 876300"/>
                <a:gd name="connsiteX8516" fmla="*/ 1436084 w 2419350"/>
                <a:gd name="connsiteY8516" fmla="*/ 589121 h 876300"/>
                <a:gd name="connsiteX8517" fmla="*/ 1436180 w 2419350"/>
                <a:gd name="connsiteY8517" fmla="*/ 590074 h 876300"/>
                <a:gd name="connsiteX8518" fmla="*/ 1436751 w 2419350"/>
                <a:gd name="connsiteY8518" fmla="*/ 590931 h 876300"/>
                <a:gd name="connsiteX8519" fmla="*/ 1436370 w 2419350"/>
                <a:gd name="connsiteY8519" fmla="*/ 591312 h 876300"/>
                <a:gd name="connsiteX8520" fmla="*/ 1436941 w 2419350"/>
                <a:gd name="connsiteY8520" fmla="*/ 591884 h 876300"/>
                <a:gd name="connsiteX8521" fmla="*/ 1437513 w 2419350"/>
                <a:gd name="connsiteY8521" fmla="*/ 592264 h 876300"/>
                <a:gd name="connsiteX8522" fmla="*/ 1438180 w 2419350"/>
                <a:gd name="connsiteY8522" fmla="*/ 592360 h 876300"/>
                <a:gd name="connsiteX8523" fmla="*/ 1440847 w 2419350"/>
                <a:gd name="connsiteY8523" fmla="*/ 592360 h 876300"/>
                <a:gd name="connsiteX8524" fmla="*/ 1441514 w 2419350"/>
                <a:gd name="connsiteY8524" fmla="*/ 592074 h 876300"/>
                <a:gd name="connsiteX8525" fmla="*/ 1441799 w 2419350"/>
                <a:gd name="connsiteY8525" fmla="*/ 591407 h 876300"/>
                <a:gd name="connsiteX8526" fmla="*/ 1441799 w 2419350"/>
                <a:gd name="connsiteY8526" fmla="*/ 589788 h 876300"/>
                <a:gd name="connsiteX8527" fmla="*/ 1441990 w 2419350"/>
                <a:gd name="connsiteY8527" fmla="*/ 589217 h 876300"/>
                <a:gd name="connsiteX8528" fmla="*/ 1442371 w 2419350"/>
                <a:gd name="connsiteY8528" fmla="*/ 588740 h 876300"/>
                <a:gd name="connsiteX8529" fmla="*/ 1443133 w 2419350"/>
                <a:gd name="connsiteY8529" fmla="*/ 588264 h 876300"/>
                <a:gd name="connsiteX8530" fmla="*/ 1443704 w 2419350"/>
                <a:gd name="connsiteY8530" fmla="*/ 588264 h 876300"/>
                <a:gd name="connsiteX8531" fmla="*/ 1444371 w 2419350"/>
                <a:gd name="connsiteY8531" fmla="*/ 588455 h 876300"/>
                <a:gd name="connsiteX8532" fmla="*/ 1445323 w 2419350"/>
                <a:gd name="connsiteY8532" fmla="*/ 588455 h 876300"/>
                <a:gd name="connsiteX8533" fmla="*/ 1445323 w 2419350"/>
                <a:gd name="connsiteY8533" fmla="*/ 588740 h 876300"/>
                <a:gd name="connsiteX8534" fmla="*/ 1443418 w 2419350"/>
                <a:gd name="connsiteY8534" fmla="*/ 589693 h 876300"/>
                <a:gd name="connsiteX8535" fmla="*/ 1443038 w 2419350"/>
                <a:gd name="connsiteY8535" fmla="*/ 590455 h 876300"/>
                <a:gd name="connsiteX8536" fmla="*/ 1443514 w 2419350"/>
                <a:gd name="connsiteY8536" fmla="*/ 591693 h 876300"/>
                <a:gd name="connsiteX8537" fmla="*/ 1444371 w 2419350"/>
                <a:gd name="connsiteY8537" fmla="*/ 592550 h 876300"/>
                <a:gd name="connsiteX8538" fmla="*/ 1445323 w 2419350"/>
                <a:gd name="connsiteY8538" fmla="*/ 592931 h 876300"/>
                <a:gd name="connsiteX8539" fmla="*/ 1446276 w 2419350"/>
                <a:gd name="connsiteY8539" fmla="*/ 592741 h 876300"/>
                <a:gd name="connsiteX8540" fmla="*/ 1447133 w 2419350"/>
                <a:gd name="connsiteY8540" fmla="*/ 592074 h 876300"/>
                <a:gd name="connsiteX8541" fmla="*/ 1447895 w 2419350"/>
                <a:gd name="connsiteY8541" fmla="*/ 590264 h 876300"/>
                <a:gd name="connsiteX8542" fmla="*/ 1447895 w 2419350"/>
                <a:gd name="connsiteY8542" fmla="*/ 589788 h 876300"/>
                <a:gd name="connsiteX8543" fmla="*/ 1447800 w 2419350"/>
                <a:gd name="connsiteY8543" fmla="*/ 588645 h 876300"/>
                <a:gd name="connsiteX8544" fmla="*/ 1447895 w 2419350"/>
                <a:gd name="connsiteY8544" fmla="*/ 588074 h 876300"/>
                <a:gd name="connsiteX8545" fmla="*/ 1448562 w 2419350"/>
                <a:gd name="connsiteY8545" fmla="*/ 586930 h 876300"/>
                <a:gd name="connsiteX8546" fmla="*/ 1449038 w 2419350"/>
                <a:gd name="connsiteY8546" fmla="*/ 587216 h 876300"/>
                <a:gd name="connsiteX8547" fmla="*/ 1449514 w 2419350"/>
                <a:gd name="connsiteY8547" fmla="*/ 587978 h 876300"/>
                <a:gd name="connsiteX8548" fmla="*/ 1449896 w 2419350"/>
                <a:gd name="connsiteY8548" fmla="*/ 588455 h 876300"/>
                <a:gd name="connsiteX8549" fmla="*/ 1450181 w 2419350"/>
                <a:gd name="connsiteY8549" fmla="*/ 589693 h 876300"/>
                <a:gd name="connsiteX8550" fmla="*/ 1450086 w 2419350"/>
                <a:gd name="connsiteY8550" fmla="*/ 592264 h 876300"/>
                <a:gd name="connsiteX8551" fmla="*/ 1450562 w 2419350"/>
                <a:gd name="connsiteY8551" fmla="*/ 593979 h 876300"/>
                <a:gd name="connsiteX8552" fmla="*/ 1485233 w 2419350"/>
                <a:gd name="connsiteY8552" fmla="*/ 375190 h 876300"/>
                <a:gd name="connsiteX8553" fmla="*/ 1485519 w 2419350"/>
                <a:gd name="connsiteY8553" fmla="*/ 374904 h 876300"/>
                <a:gd name="connsiteX8554" fmla="*/ 1486281 w 2419350"/>
                <a:gd name="connsiteY8554" fmla="*/ 374713 h 876300"/>
                <a:gd name="connsiteX8555" fmla="*/ 1486757 w 2419350"/>
                <a:gd name="connsiteY8555" fmla="*/ 374333 h 876300"/>
                <a:gd name="connsiteX8556" fmla="*/ 1487138 w 2419350"/>
                <a:gd name="connsiteY8556" fmla="*/ 373856 h 876300"/>
                <a:gd name="connsiteX8557" fmla="*/ 1487614 w 2419350"/>
                <a:gd name="connsiteY8557" fmla="*/ 373380 h 876300"/>
                <a:gd name="connsiteX8558" fmla="*/ 1485233 w 2419350"/>
                <a:gd name="connsiteY8558" fmla="*/ 369761 h 876300"/>
                <a:gd name="connsiteX8559" fmla="*/ 1484852 w 2419350"/>
                <a:gd name="connsiteY8559" fmla="*/ 369570 h 876300"/>
                <a:gd name="connsiteX8560" fmla="*/ 1484566 w 2419350"/>
                <a:gd name="connsiteY8560" fmla="*/ 369189 h 876300"/>
                <a:gd name="connsiteX8561" fmla="*/ 1484186 w 2419350"/>
                <a:gd name="connsiteY8561" fmla="*/ 368999 h 876300"/>
                <a:gd name="connsiteX8562" fmla="*/ 1483519 w 2419350"/>
                <a:gd name="connsiteY8562" fmla="*/ 369284 h 876300"/>
                <a:gd name="connsiteX8563" fmla="*/ 1483233 w 2419350"/>
                <a:gd name="connsiteY8563" fmla="*/ 369761 h 876300"/>
                <a:gd name="connsiteX8564" fmla="*/ 1483138 w 2419350"/>
                <a:gd name="connsiteY8564" fmla="*/ 370332 h 876300"/>
                <a:gd name="connsiteX8565" fmla="*/ 1482947 w 2419350"/>
                <a:gd name="connsiteY8565" fmla="*/ 370808 h 876300"/>
                <a:gd name="connsiteX8566" fmla="*/ 1482281 w 2419350"/>
                <a:gd name="connsiteY8566" fmla="*/ 370999 h 876300"/>
                <a:gd name="connsiteX8567" fmla="*/ 1481614 w 2419350"/>
                <a:gd name="connsiteY8567" fmla="*/ 370808 h 876300"/>
                <a:gd name="connsiteX8568" fmla="*/ 1481138 w 2419350"/>
                <a:gd name="connsiteY8568" fmla="*/ 370427 h 876300"/>
                <a:gd name="connsiteX8569" fmla="*/ 1480756 w 2419350"/>
                <a:gd name="connsiteY8569" fmla="*/ 370046 h 876300"/>
                <a:gd name="connsiteX8570" fmla="*/ 1480375 w 2419350"/>
                <a:gd name="connsiteY8570" fmla="*/ 369856 h 876300"/>
                <a:gd name="connsiteX8571" fmla="*/ 1478375 w 2419350"/>
                <a:gd name="connsiteY8571" fmla="*/ 369856 h 876300"/>
                <a:gd name="connsiteX8572" fmla="*/ 1475994 w 2419350"/>
                <a:gd name="connsiteY8572" fmla="*/ 370142 h 876300"/>
                <a:gd name="connsiteX8573" fmla="*/ 1475327 w 2419350"/>
                <a:gd name="connsiteY8573" fmla="*/ 370332 h 876300"/>
                <a:gd name="connsiteX8574" fmla="*/ 1474280 w 2419350"/>
                <a:gd name="connsiteY8574" fmla="*/ 371285 h 876300"/>
                <a:gd name="connsiteX8575" fmla="*/ 1473613 w 2419350"/>
                <a:gd name="connsiteY8575" fmla="*/ 371570 h 876300"/>
                <a:gd name="connsiteX8576" fmla="*/ 1472851 w 2419350"/>
                <a:gd name="connsiteY8576" fmla="*/ 371475 h 876300"/>
                <a:gd name="connsiteX8577" fmla="*/ 1470946 w 2419350"/>
                <a:gd name="connsiteY8577" fmla="*/ 370713 h 876300"/>
                <a:gd name="connsiteX8578" fmla="*/ 1469803 w 2419350"/>
                <a:gd name="connsiteY8578" fmla="*/ 370522 h 876300"/>
                <a:gd name="connsiteX8579" fmla="*/ 1469041 w 2419350"/>
                <a:gd name="connsiteY8579" fmla="*/ 370904 h 876300"/>
                <a:gd name="connsiteX8580" fmla="*/ 1465707 w 2419350"/>
                <a:gd name="connsiteY8580" fmla="*/ 375571 h 876300"/>
                <a:gd name="connsiteX8581" fmla="*/ 1464945 w 2419350"/>
                <a:gd name="connsiteY8581" fmla="*/ 377666 h 876300"/>
                <a:gd name="connsiteX8582" fmla="*/ 1464373 w 2419350"/>
                <a:gd name="connsiteY8582" fmla="*/ 379952 h 876300"/>
                <a:gd name="connsiteX8583" fmla="*/ 1464183 w 2419350"/>
                <a:gd name="connsiteY8583" fmla="*/ 382238 h 876300"/>
                <a:gd name="connsiteX8584" fmla="*/ 1464469 w 2419350"/>
                <a:gd name="connsiteY8584" fmla="*/ 384429 h 876300"/>
                <a:gd name="connsiteX8585" fmla="*/ 1467707 w 2419350"/>
                <a:gd name="connsiteY8585" fmla="*/ 391859 h 876300"/>
                <a:gd name="connsiteX8586" fmla="*/ 1468850 w 2419350"/>
                <a:gd name="connsiteY8586" fmla="*/ 392144 h 876300"/>
                <a:gd name="connsiteX8587" fmla="*/ 1470089 w 2419350"/>
                <a:gd name="connsiteY8587" fmla="*/ 391382 h 876300"/>
                <a:gd name="connsiteX8588" fmla="*/ 1473994 w 2419350"/>
                <a:gd name="connsiteY8588" fmla="*/ 387953 h 876300"/>
                <a:gd name="connsiteX8589" fmla="*/ 1475041 w 2419350"/>
                <a:gd name="connsiteY8589" fmla="*/ 386715 h 876300"/>
                <a:gd name="connsiteX8590" fmla="*/ 1476089 w 2419350"/>
                <a:gd name="connsiteY8590" fmla="*/ 385191 h 876300"/>
                <a:gd name="connsiteX8591" fmla="*/ 1476756 w 2419350"/>
                <a:gd name="connsiteY8591" fmla="*/ 383572 h 876300"/>
                <a:gd name="connsiteX8592" fmla="*/ 1477232 w 2419350"/>
                <a:gd name="connsiteY8592" fmla="*/ 382714 h 876300"/>
                <a:gd name="connsiteX8593" fmla="*/ 1477804 w 2419350"/>
                <a:gd name="connsiteY8593" fmla="*/ 382334 h 876300"/>
                <a:gd name="connsiteX8594" fmla="*/ 1478185 w 2419350"/>
                <a:gd name="connsiteY8594" fmla="*/ 381953 h 876300"/>
                <a:gd name="connsiteX8595" fmla="*/ 1479423 w 2419350"/>
                <a:gd name="connsiteY8595" fmla="*/ 379476 h 876300"/>
                <a:gd name="connsiteX8596" fmla="*/ 1480090 w 2419350"/>
                <a:gd name="connsiteY8596" fmla="*/ 379095 h 876300"/>
                <a:gd name="connsiteX8597" fmla="*/ 1480947 w 2419350"/>
                <a:gd name="connsiteY8597" fmla="*/ 378809 h 876300"/>
                <a:gd name="connsiteX8598" fmla="*/ 1481614 w 2419350"/>
                <a:gd name="connsiteY8598" fmla="*/ 378428 h 876300"/>
                <a:gd name="connsiteX8599" fmla="*/ 1482090 w 2419350"/>
                <a:gd name="connsiteY8599" fmla="*/ 377190 h 876300"/>
                <a:gd name="connsiteX8600" fmla="*/ 1482471 w 2419350"/>
                <a:gd name="connsiteY8600" fmla="*/ 377190 h 876300"/>
                <a:gd name="connsiteX8601" fmla="*/ 1482852 w 2419350"/>
                <a:gd name="connsiteY8601" fmla="*/ 377476 h 876300"/>
                <a:gd name="connsiteX8602" fmla="*/ 1483042 w 2419350"/>
                <a:gd name="connsiteY8602" fmla="*/ 377762 h 876300"/>
                <a:gd name="connsiteX8603" fmla="*/ 1483138 w 2419350"/>
                <a:gd name="connsiteY8603" fmla="*/ 378238 h 876300"/>
                <a:gd name="connsiteX8604" fmla="*/ 1483042 w 2419350"/>
                <a:gd name="connsiteY8604" fmla="*/ 379857 h 876300"/>
                <a:gd name="connsiteX8605" fmla="*/ 1484186 w 2419350"/>
                <a:gd name="connsiteY8605" fmla="*/ 386715 h 876300"/>
                <a:gd name="connsiteX8606" fmla="*/ 1483805 w 2419350"/>
                <a:gd name="connsiteY8606" fmla="*/ 388430 h 876300"/>
                <a:gd name="connsiteX8607" fmla="*/ 1481328 w 2419350"/>
                <a:gd name="connsiteY8607" fmla="*/ 389954 h 876300"/>
                <a:gd name="connsiteX8608" fmla="*/ 1480661 w 2419350"/>
                <a:gd name="connsiteY8608" fmla="*/ 390239 h 876300"/>
                <a:gd name="connsiteX8609" fmla="*/ 1480280 w 2419350"/>
                <a:gd name="connsiteY8609" fmla="*/ 390430 h 876300"/>
                <a:gd name="connsiteX8610" fmla="*/ 1480185 w 2419350"/>
                <a:gd name="connsiteY8610" fmla="*/ 390906 h 876300"/>
                <a:gd name="connsiteX8611" fmla="*/ 1480280 w 2419350"/>
                <a:gd name="connsiteY8611" fmla="*/ 391478 h 876300"/>
                <a:gd name="connsiteX8612" fmla="*/ 1480566 w 2419350"/>
                <a:gd name="connsiteY8612" fmla="*/ 391954 h 876300"/>
                <a:gd name="connsiteX8613" fmla="*/ 1480947 w 2419350"/>
                <a:gd name="connsiteY8613" fmla="*/ 392239 h 876300"/>
                <a:gd name="connsiteX8614" fmla="*/ 1482662 w 2419350"/>
                <a:gd name="connsiteY8614" fmla="*/ 392716 h 876300"/>
                <a:gd name="connsiteX8615" fmla="*/ 1483042 w 2419350"/>
                <a:gd name="connsiteY8615" fmla="*/ 393192 h 876300"/>
                <a:gd name="connsiteX8616" fmla="*/ 1483328 w 2419350"/>
                <a:gd name="connsiteY8616" fmla="*/ 393668 h 876300"/>
                <a:gd name="connsiteX8617" fmla="*/ 1483805 w 2419350"/>
                <a:gd name="connsiteY8617" fmla="*/ 393859 h 876300"/>
                <a:gd name="connsiteX8618" fmla="*/ 1485709 w 2419350"/>
                <a:gd name="connsiteY8618" fmla="*/ 392430 h 876300"/>
                <a:gd name="connsiteX8619" fmla="*/ 1486281 w 2419350"/>
                <a:gd name="connsiteY8619" fmla="*/ 392335 h 876300"/>
                <a:gd name="connsiteX8620" fmla="*/ 1486567 w 2419350"/>
                <a:gd name="connsiteY8620" fmla="*/ 392906 h 876300"/>
                <a:gd name="connsiteX8621" fmla="*/ 1486757 w 2419350"/>
                <a:gd name="connsiteY8621" fmla="*/ 394145 h 876300"/>
                <a:gd name="connsiteX8622" fmla="*/ 1487138 w 2419350"/>
                <a:gd name="connsiteY8622" fmla="*/ 394430 h 876300"/>
                <a:gd name="connsiteX8623" fmla="*/ 1487519 w 2419350"/>
                <a:gd name="connsiteY8623" fmla="*/ 393954 h 876300"/>
                <a:gd name="connsiteX8624" fmla="*/ 1487614 w 2419350"/>
                <a:gd name="connsiteY8624" fmla="*/ 392811 h 876300"/>
                <a:gd name="connsiteX8625" fmla="*/ 1487519 w 2419350"/>
                <a:gd name="connsiteY8625" fmla="*/ 388049 h 876300"/>
                <a:gd name="connsiteX8626" fmla="*/ 1487996 w 2419350"/>
                <a:gd name="connsiteY8626" fmla="*/ 385667 h 876300"/>
                <a:gd name="connsiteX8627" fmla="*/ 1489139 w 2419350"/>
                <a:gd name="connsiteY8627" fmla="*/ 383762 h 876300"/>
                <a:gd name="connsiteX8628" fmla="*/ 1489615 w 2419350"/>
                <a:gd name="connsiteY8628" fmla="*/ 383381 h 876300"/>
                <a:gd name="connsiteX8629" fmla="*/ 1489996 w 2419350"/>
                <a:gd name="connsiteY8629" fmla="*/ 383191 h 876300"/>
                <a:gd name="connsiteX8630" fmla="*/ 1490472 w 2419350"/>
                <a:gd name="connsiteY8630" fmla="*/ 383096 h 876300"/>
                <a:gd name="connsiteX8631" fmla="*/ 1491139 w 2419350"/>
                <a:gd name="connsiteY8631" fmla="*/ 383096 h 876300"/>
                <a:gd name="connsiteX8632" fmla="*/ 1491615 w 2419350"/>
                <a:gd name="connsiteY8632" fmla="*/ 383381 h 876300"/>
                <a:gd name="connsiteX8633" fmla="*/ 1491710 w 2419350"/>
                <a:gd name="connsiteY8633" fmla="*/ 383953 h 876300"/>
                <a:gd name="connsiteX8634" fmla="*/ 1491710 w 2419350"/>
                <a:gd name="connsiteY8634" fmla="*/ 384524 h 876300"/>
                <a:gd name="connsiteX8635" fmla="*/ 1491901 w 2419350"/>
                <a:gd name="connsiteY8635" fmla="*/ 384810 h 876300"/>
                <a:gd name="connsiteX8636" fmla="*/ 1492853 w 2419350"/>
                <a:gd name="connsiteY8636" fmla="*/ 385191 h 876300"/>
                <a:gd name="connsiteX8637" fmla="*/ 1493234 w 2419350"/>
                <a:gd name="connsiteY8637" fmla="*/ 386048 h 876300"/>
                <a:gd name="connsiteX8638" fmla="*/ 1493520 w 2419350"/>
                <a:gd name="connsiteY8638" fmla="*/ 388049 h 876300"/>
                <a:gd name="connsiteX8639" fmla="*/ 1494568 w 2419350"/>
                <a:gd name="connsiteY8639" fmla="*/ 387382 h 876300"/>
                <a:gd name="connsiteX8640" fmla="*/ 1495997 w 2419350"/>
                <a:gd name="connsiteY8640" fmla="*/ 388334 h 876300"/>
                <a:gd name="connsiteX8641" fmla="*/ 1497044 w 2419350"/>
                <a:gd name="connsiteY8641" fmla="*/ 387858 h 876300"/>
                <a:gd name="connsiteX8642" fmla="*/ 1497425 w 2419350"/>
                <a:gd name="connsiteY8642" fmla="*/ 387572 h 876300"/>
                <a:gd name="connsiteX8643" fmla="*/ 1498378 w 2419350"/>
                <a:gd name="connsiteY8643" fmla="*/ 387382 h 876300"/>
                <a:gd name="connsiteX8644" fmla="*/ 1498854 w 2419350"/>
                <a:gd name="connsiteY8644" fmla="*/ 387191 h 876300"/>
                <a:gd name="connsiteX8645" fmla="*/ 1501045 w 2419350"/>
                <a:gd name="connsiteY8645" fmla="*/ 385381 h 876300"/>
                <a:gd name="connsiteX8646" fmla="*/ 1502378 w 2419350"/>
                <a:gd name="connsiteY8646" fmla="*/ 383953 h 876300"/>
                <a:gd name="connsiteX8647" fmla="*/ 1502664 w 2419350"/>
                <a:gd name="connsiteY8647" fmla="*/ 383381 h 876300"/>
                <a:gd name="connsiteX8648" fmla="*/ 1502759 w 2419350"/>
                <a:gd name="connsiteY8648" fmla="*/ 382905 h 876300"/>
                <a:gd name="connsiteX8649" fmla="*/ 1502664 w 2419350"/>
                <a:gd name="connsiteY8649" fmla="*/ 381286 h 876300"/>
                <a:gd name="connsiteX8650" fmla="*/ 1502950 w 2419350"/>
                <a:gd name="connsiteY8650" fmla="*/ 380238 h 876300"/>
                <a:gd name="connsiteX8651" fmla="*/ 1503616 w 2419350"/>
                <a:gd name="connsiteY8651" fmla="*/ 378333 h 876300"/>
                <a:gd name="connsiteX8652" fmla="*/ 1503712 w 2419350"/>
                <a:gd name="connsiteY8652" fmla="*/ 377190 h 876300"/>
                <a:gd name="connsiteX8653" fmla="*/ 1503521 w 2419350"/>
                <a:gd name="connsiteY8653" fmla="*/ 376238 h 876300"/>
                <a:gd name="connsiteX8654" fmla="*/ 1502855 w 2419350"/>
                <a:gd name="connsiteY8654" fmla="*/ 375571 h 876300"/>
                <a:gd name="connsiteX8655" fmla="*/ 1501902 w 2419350"/>
                <a:gd name="connsiteY8655" fmla="*/ 375190 h 876300"/>
                <a:gd name="connsiteX8656" fmla="*/ 1500949 w 2419350"/>
                <a:gd name="connsiteY8656" fmla="*/ 375095 h 876300"/>
                <a:gd name="connsiteX8657" fmla="*/ 1500092 w 2419350"/>
                <a:gd name="connsiteY8657" fmla="*/ 374809 h 876300"/>
                <a:gd name="connsiteX8658" fmla="*/ 1498949 w 2419350"/>
                <a:gd name="connsiteY8658" fmla="*/ 373571 h 876300"/>
                <a:gd name="connsiteX8659" fmla="*/ 1498473 w 2419350"/>
                <a:gd name="connsiteY8659" fmla="*/ 373285 h 876300"/>
                <a:gd name="connsiteX8660" fmla="*/ 1497806 w 2419350"/>
                <a:gd name="connsiteY8660" fmla="*/ 373666 h 876300"/>
                <a:gd name="connsiteX8661" fmla="*/ 1497425 w 2419350"/>
                <a:gd name="connsiteY8661" fmla="*/ 374333 h 876300"/>
                <a:gd name="connsiteX8662" fmla="*/ 1497044 w 2419350"/>
                <a:gd name="connsiteY8662" fmla="*/ 374713 h 876300"/>
                <a:gd name="connsiteX8663" fmla="*/ 1496282 w 2419350"/>
                <a:gd name="connsiteY8663" fmla="*/ 374237 h 876300"/>
                <a:gd name="connsiteX8664" fmla="*/ 1496187 w 2419350"/>
                <a:gd name="connsiteY8664" fmla="*/ 373856 h 876300"/>
                <a:gd name="connsiteX8665" fmla="*/ 1496092 w 2419350"/>
                <a:gd name="connsiteY8665" fmla="*/ 373285 h 876300"/>
                <a:gd name="connsiteX8666" fmla="*/ 1495901 w 2419350"/>
                <a:gd name="connsiteY8666" fmla="*/ 372809 h 876300"/>
                <a:gd name="connsiteX8667" fmla="*/ 1495520 w 2419350"/>
                <a:gd name="connsiteY8667" fmla="*/ 372809 h 876300"/>
                <a:gd name="connsiteX8668" fmla="*/ 1495139 w 2419350"/>
                <a:gd name="connsiteY8668" fmla="*/ 372999 h 876300"/>
                <a:gd name="connsiteX8669" fmla="*/ 1494663 w 2419350"/>
                <a:gd name="connsiteY8669" fmla="*/ 372999 h 876300"/>
                <a:gd name="connsiteX8670" fmla="*/ 1493711 w 2419350"/>
                <a:gd name="connsiteY8670" fmla="*/ 372999 h 876300"/>
                <a:gd name="connsiteX8671" fmla="*/ 1492948 w 2419350"/>
                <a:gd name="connsiteY8671" fmla="*/ 373285 h 876300"/>
                <a:gd name="connsiteX8672" fmla="*/ 1492567 w 2419350"/>
                <a:gd name="connsiteY8672" fmla="*/ 373952 h 876300"/>
                <a:gd name="connsiteX8673" fmla="*/ 1492091 w 2419350"/>
                <a:gd name="connsiteY8673" fmla="*/ 375476 h 876300"/>
                <a:gd name="connsiteX8674" fmla="*/ 1491329 w 2419350"/>
                <a:gd name="connsiteY8674" fmla="*/ 376523 h 876300"/>
                <a:gd name="connsiteX8675" fmla="*/ 1491139 w 2419350"/>
                <a:gd name="connsiteY8675" fmla="*/ 376714 h 876300"/>
                <a:gd name="connsiteX8676" fmla="*/ 1490472 w 2419350"/>
                <a:gd name="connsiteY8676" fmla="*/ 377095 h 876300"/>
                <a:gd name="connsiteX8677" fmla="*/ 1490281 w 2419350"/>
                <a:gd name="connsiteY8677" fmla="*/ 377285 h 876300"/>
                <a:gd name="connsiteX8678" fmla="*/ 1488757 w 2419350"/>
                <a:gd name="connsiteY8678" fmla="*/ 379857 h 876300"/>
                <a:gd name="connsiteX8679" fmla="*/ 1487900 w 2419350"/>
                <a:gd name="connsiteY8679" fmla="*/ 381000 h 876300"/>
                <a:gd name="connsiteX8680" fmla="*/ 1486662 w 2419350"/>
                <a:gd name="connsiteY8680" fmla="*/ 381953 h 876300"/>
                <a:gd name="connsiteX8681" fmla="*/ 1486472 w 2419350"/>
                <a:gd name="connsiteY8681" fmla="*/ 381191 h 876300"/>
                <a:gd name="connsiteX8682" fmla="*/ 1486472 w 2419350"/>
                <a:gd name="connsiteY8682" fmla="*/ 379571 h 876300"/>
                <a:gd name="connsiteX8683" fmla="*/ 1486376 w 2419350"/>
                <a:gd name="connsiteY8683" fmla="*/ 378714 h 876300"/>
                <a:gd name="connsiteX8684" fmla="*/ 1486090 w 2419350"/>
                <a:gd name="connsiteY8684" fmla="*/ 378333 h 876300"/>
                <a:gd name="connsiteX8685" fmla="*/ 1485614 w 2419350"/>
                <a:gd name="connsiteY8685" fmla="*/ 377952 h 876300"/>
                <a:gd name="connsiteX8686" fmla="*/ 1485138 w 2419350"/>
                <a:gd name="connsiteY8686" fmla="*/ 377476 h 876300"/>
                <a:gd name="connsiteX8687" fmla="*/ 1484948 w 2419350"/>
                <a:gd name="connsiteY8687" fmla="*/ 376904 h 876300"/>
                <a:gd name="connsiteX8688" fmla="*/ 1485043 w 2419350"/>
                <a:gd name="connsiteY8688" fmla="*/ 375476 h 876300"/>
                <a:gd name="connsiteX8689" fmla="*/ 1485233 w 2419350"/>
                <a:gd name="connsiteY8689" fmla="*/ 375190 h 876300"/>
                <a:gd name="connsiteX8690" fmla="*/ 1442371 w 2419350"/>
                <a:gd name="connsiteY8690" fmla="*/ 752475 h 876300"/>
                <a:gd name="connsiteX8691" fmla="*/ 1440942 w 2419350"/>
                <a:gd name="connsiteY8691" fmla="*/ 752285 h 876300"/>
                <a:gd name="connsiteX8692" fmla="*/ 1440085 w 2419350"/>
                <a:gd name="connsiteY8692" fmla="*/ 753142 h 876300"/>
                <a:gd name="connsiteX8693" fmla="*/ 1440561 w 2419350"/>
                <a:gd name="connsiteY8693" fmla="*/ 754856 h 876300"/>
                <a:gd name="connsiteX8694" fmla="*/ 1441895 w 2419350"/>
                <a:gd name="connsiteY8694" fmla="*/ 755999 h 876300"/>
                <a:gd name="connsiteX8695" fmla="*/ 1443609 w 2419350"/>
                <a:gd name="connsiteY8695" fmla="*/ 755237 h 876300"/>
                <a:gd name="connsiteX8696" fmla="*/ 1444181 w 2419350"/>
                <a:gd name="connsiteY8696" fmla="*/ 753809 h 876300"/>
                <a:gd name="connsiteX8697" fmla="*/ 1443609 w 2419350"/>
                <a:gd name="connsiteY8697" fmla="*/ 752951 h 876300"/>
                <a:gd name="connsiteX8698" fmla="*/ 1442371 w 2419350"/>
                <a:gd name="connsiteY8698" fmla="*/ 752475 h 876300"/>
                <a:gd name="connsiteX8699" fmla="*/ 1543526 w 2419350"/>
                <a:gd name="connsiteY8699" fmla="*/ 741140 h 876300"/>
                <a:gd name="connsiteX8700" fmla="*/ 1542859 w 2419350"/>
                <a:gd name="connsiteY8700" fmla="*/ 739712 h 876300"/>
                <a:gd name="connsiteX8701" fmla="*/ 1542288 w 2419350"/>
                <a:gd name="connsiteY8701" fmla="*/ 739140 h 876300"/>
                <a:gd name="connsiteX8702" fmla="*/ 1541526 w 2419350"/>
                <a:gd name="connsiteY8702" fmla="*/ 738950 h 876300"/>
                <a:gd name="connsiteX8703" fmla="*/ 1540859 w 2419350"/>
                <a:gd name="connsiteY8703" fmla="*/ 739140 h 876300"/>
                <a:gd name="connsiteX8704" fmla="*/ 1540478 w 2419350"/>
                <a:gd name="connsiteY8704" fmla="*/ 739521 h 876300"/>
                <a:gd name="connsiteX8705" fmla="*/ 1540288 w 2419350"/>
                <a:gd name="connsiteY8705" fmla="*/ 739902 h 876300"/>
                <a:gd name="connsiteX8706" fmla="*/ 1539431 w 2419350"/>
                <a:gd name="connsiteY8706" fmla="*/ 740569 h 876300"/>
                <a:gd name="connsiteX8707" fmla="*/ 1538002 w 2419350"/>
                <a:gd name="connsiteY8707" fmla="*/ 742855 h 876300"/>
                <a:gd name="connsiteX8708" fmla="*/ 1536954 w 2419350"/>
                <a:gd name="connsiteY8708" fmla="*/ 743903 h 876300"/>
                <a:gd name="connsiteX8709" fmla="*/ 1535144 w 2419350"/>
                <a:gd name="connsiteY8709" fmla="*/ 747046 h 876300"/>
                <a:gd name="connsiteX8710" fmla="*/ 1533620 w 2419350"/>
                <a:gd name="connsiteY8710" fmla="*/ 748094 h 876300"/>
                <a:gd name="connsiteX8711" fmla="*/ 1532954 w 2419350"/>
                <a:gd name="connsiteY8711" fmla="*/ 748855 h 876300"/>
                <a:gd name="connsiteX8712" fmla="*/ 1532954 w 2419350"/>
                <a:gd name="connsiteY8712" fmla="*/ 749999 h 876300"/>
                <a:gd name="connsiteX8713" fmla="*/ 1532573 w 2419350"/>
                <a:gd name="connsiteY8713" fmla="*/ 749808 h 876300"/>
                <a:gd name="connsiteX8714" fmla="*/ 1532287 w 2419350"/>
                <a:gd name="connsiteY8714" fmla="*/ 749618 h 876300"/>
                <a:gd name="connsiteX8715" fmla="*/ 1531525 w 2419350"/>
                <a:gd name="connsiteY8715" fmla="*/ 748475 h 876300"/>
                <a:gd name="connsiteX8716" fmla="*/ 1531525 w 2419350"/>
                <a:gd name="connsiteY8716" fmla="*/ 748284 h 876300"/>
                <a:gd name="connsiteX8717" fmla="*/ 1531525 w 2419350"/>
                <a:gd name="connsiteY8717" fmla="*/ 748189 h 876300"/>
                <a:gd name="connsiteX8718" fmla="*/ 1531048 w 2419350"/>
                <a:gd name="connsiteY8718" fmla="*/ 746665 h 876300"/>
                <a:gd name="connsiteX8719" fmla="*/ 1530763 w 2419350"/>
                <a:gd name="connsiteY8719" fmla="*/ 746379 h 876300"/>
                <a:gd name="connsiteX8720" fmla="*/ 1530191 w 2419350"/>
                <a:gd name="connsiteY8720" fmla="*/ 745903 h 876300"/>
                <a:gd name="connsiteX8721" fmla="*/ 1529429 w 2419350"/>
                <a:gd name="connsiteY8721" fmla="*/ 745808 h 876300"/>
                <a:gd name="connsiteX8722" fmla="*/ 1528286 w 2419350"/>
                <a:gd name="connsiteY8722" fmla="*/ 746284 h 876300"/>
                <a:gd name="connsiteX8723" fmla="*/ 1526286 w 2419350"/>
                <a:gd name="connsiteY8723" fmla="*/ 747617 h 876300"/>
                <a:gd name="connsiteX8724" fmla="*/ 1525333 w 2419350"/>
                <a:gd name="connsiteY8724" fmla="*/ 748855 h 876300"/>
                <a:gd name="connsiteX8725" fmla="*/ 1523429 w 2419350"/>
                <a:gd name="connsiteY8725" fmla="*/ 752285 h 876300"/>
                <a:gd name="connsiteX8726" fmla="*/ 1523143 w 2419350"/>
                <a:gd name="connsiteY8726" fmla="*/ 752475 h 876300"/>
                <a:gd name="connsiteX8727" fmla="*/ 1522476 w 2419350"/>
                <a:gd name="connsiteY8727" fmla="*/ 753142 h 876300"/>
                <a:gd name="connsiteX8728" fmla="*/ 1522190 w 2419350"/>
                <a:gd name="connsiteY8728" fmla="*/ 753809 h 876300"/>
                <a:gd name="connsiteX8729" fmla="*/ 1522952 w 2419350"/>
                <a:gd name="connsiteY8729" fmla="*/ 754094 h 876300"/>
                <a:gd name="connsiteX8730" fmla="*/ 1523524 w 2419350"/>
                <a:gd name="connsiteY8730" fmla="*/ 754094 h 876300"/>
                <a:gd name="connsiteX8731" fmla="*/ 1523905 w 2419350"/>
                <a:gd name="connsiteY8731" fmla="*/ 753999 h 876300"/>
                <a:gd name="connsiteX8732" fmla="*/ 1525905 w 2419350"/>
                <a:gd name="connsiteY8732" fmla="*/ 752951 h 876300"/>
                <a:gd name="connsiteX8733" fmla="*/ 1527143 w 2419350"/>
                <a:gd name="connsiteY8733" fmla="*/ 752570 h 876300"/>
                <a:gd name="connsiteX8734" fmla="*/ 1528191 w 2419350"/>
                <a:gd name="connsiteY8734" fmla="*/ 752570 h 876300"/>
                <a:gd name="connsiteX8735" fmla="*/ 1528667 w 2419350"/>
                <a:gd name="connsiteY8735" fmla="*/ 753237 h 876300"/>
                <a:gd name="connsiteX8736" fmla="*/ 1528858 w 2419350"/>
                <a:gd name="connsiteY8736" fmla="*/ 753904 h 876300"/>
                <a:gd name="connsiteX8737" fmla="*/ 1529906 w 2419350"/>
                <a:gd name="connsiteY8737" fmla="*/ 755237 h 876300"/>
                <a:gd name="connsiteX8738" fmla="*/ 1530096 w 2419350"/>
                <a:gd name="connsiteY8738" fmla="*/ 756285 h 876300"/>
                <a:gd name="connsiteX8739" fmla="*/ 1529906 w 2419350"/>
                <a:gd name="connsiteY8739" fmla="*/ 758285 h 876300"/>
                <a:gd name="connsiteX8740" fmla="*/ 1530287 w 2419350"/>
                <a:gd name="connsiteY8740" fmla="*/ 758952 h 876300"/>
                <a:gd name="connsiteX8741" fmla="*/ 1531620 w 2419350"/>
                <a:gd name="connsiteY8741" fmla="*/ 759238 h 876300"/>
                <a:gd name="connsiteX8742" fmla="*/ 1532858 w 2419350"/>
                <a:gd name="connsiteY8742" fmla="*/ 759143 h 876300"/>
                <a:gd name="connsiteX8743" fmla="*/ 1534001 w 2419350"/>
                <a:gd name="connsiteY8743" fmla="*/ 758857 h 876300"/>
                <a:gd name="connsiteX8744" fmla="*/ 1535049 w 2419350"/>
                <a:gd name="connsiteY8744" fmla="*/ 758380 h 876300"/>
                <a:gd name="connsiteX8745" fmla="*/ 1535811 w 2419350"/>
                <a:gd name="connsiteY8745" fmla="*/ 757809 h 876300"/>
                <a:gd name="connsiteX8746" fmla="*/ 1536573 w 2419350"/>
                <a:gd name="connsiteY8746" fmla="*/ 756952 h 876300"/>
                <a:gd name="connsiteX8747" fmla="*/ 1537240 w 2419350"/>
                <a:gd name="connsiteY8747" fmla="*/ 755809 h 876300"/>
                <a:gd name="connsiteX8748" fmla="*/ 1537716 w 2419350"/>
                <a:gd name="connsiteY8748" fmla="*/ 754571 h 876300"/>
                <a:gd name="connsiteX8749" fmla="*/ 1538097 w 2419350"/>
                <a:gd name="connsiteY8749" fmla="*/ 752285 h 876300"/>
                <a:gd name="connsiteX8750" fmla="*/ 1538668 w 2419350"/>
                <a:gd name="connsiteY8750" fmla="*/ 751142 h 876300"/>
                <a:gd name="connsiteX8751" fmla="*/ 1539335 w 2419350"/>
                <a:gd name="connsiteY8751" fmla="*/ 750094 h 876300"/>
                <a:gd name="connsiteX8752" fmla="*/ 1540097 w 2419350"/>
                <a:gd name="connsiteY8752" fmla="*/ 749237 h 876300"/>
                <a:gd name="connsiteX8753" fmla="*/ 1542002 w 2419350"/>
                <a:gd name="connsiteY8753" fmla="*/ 747903 h 876300"/>
                <a:gd name="connsiteX8754" fmla="*/ 1542859 w 2419350"/>
                <a:gd name="connsiteY8754" fmla="*/ 746855 h 876300"/>
                <a:gd name="connsiteX8755" fmla="*/ 1542764 w 2419350"/>
                <a:gd name="connsiteY8755" fmla="*/ 745808 h 876300"/>
                <a:gd name="connsiteX8756" fmla="*/ 1542383 w 2419350"/>
                <a:gd name="connsiteY8756" fmla="*/ 744855 h 876300"/>
                <a:gd name="connsiteX8757" fmla="*/ 1542574 w 2419350"/>
                <a:gd name="connsiteY8757" fmla="*/ 743617 h 876300"/>
                <a:gd name="connsiteX8758" fmla="*/ 1543526 w 2419350"/>
                <a:gd name="connsiteY8758" fmla="*/ 741140 h 876300"/>
                <a:gd name="connsiteX8759" fmla="*/ 1691735 w 2419350"/>
                <a:gd name="connsiteY8759" fmla="*/ 332804 h 876300"/>
                <a:gd name="connsiteX8760" fmla="*/ 1692021 w 2419350"/>
                <a:gd name="connsiteY8760" fmla="*/ 333375 h 876300"/>
                <a:gd name="connsiteX8761" fmla="*/ 1692212 w 2419350"/>
                <a:gd name="connsiteY8761" fmla="*/ 334042 h 876300"/>
                <a:gd name="connsiteX8762" fmla="*/ 1692212 w 2419350"/>
                <a:gd name="connsiteY8762" fmla="*/ 334709 h 876300"/>
                <a:gd name="connsiteX8763" fmla="*/ 1691831 w 2419350"/>
                <a:gd name="connsiteY8763" fmla="*/ 334804 h 876300"/>
                <a:gd name="connsiteX8764" fmla="*/ 1691164 w 2419350"/>
                <a:gd name="connsiteY8764" fmla="*/ 335185 h 876300"/>
                <a:gd name="connsiteX8765" fmla="*/ 1690973 w 2419350"/>
                <a:gd name="connsiteY8765" fmla="*/ 335661 h 876300"/>
                <a:gd name="connsiteX8766" fmla="*/ 1691831 w 2419350"/>
                <a:gd name="connsiteY8766" fmla="*/ 336137 h 876300"/>
                <a:gd name="connsiteX8767" fmla="*/ 1691640 w 2419350"/>
                <a:gd name="connsiteY8767" fmla="*/ 336328 h 876300"/>
                <a:gd name="connsiteX8768" fmla="*/ 1691545 w 2419350"/>
                <a:gd name="connsiteY8768" fmla="*/ 336518 h 876300"/>
                <a:gd name="connsiteX8769" fmla="*/ 1691449 w 2419350"/>
                <a:gd name="connsiteY8769" fmla="*/ 336899 h 876300"/>
                <a:gd name="connsiteX8770" fmla="*/ 1694688 w 2419350"/>
                <a:gd name="connsiteY8770" fmla="*/ 336899 h 876300"/>
                <a:gd name="connsiteX8771" fmla="*/ 1695736 w 2419350"/>
                <a:gd name="connsiteY8771" fmla="*/ 336613 h 876300"/>
                <a:gd name="connsiteX8772" fmla="*/ 1696403 w 2419350"/>
                <a:gd name="connsiteY8772" fmla="*/ 336233 h 876300"/>
                <a:gd name="connsiteX8773" fmla="*/ 1697641 w 2419350"/>
                <a:gd name="connsiteY8773" fmla="*/ 334994 h 876300"/>
                <a:gd name="connsiteX8774" fmla="*/ 1697926 w 2419350"/>
                <a:gd name="connsiteY8774" fmla="*/ 335089 h 876300"/>
                <a:gd name="connsiteX8775" fmla="*/ 1698307 w 2419350"/>
                <a:gd name="connsiteY8775" fmla="*/ 335375 h 876300"/>
                <a:gd name="connsiteX8776" fmla="*/ 1698593 w 2419350"/>
                <a:gd name="connsiteY8776" fmla="*/ 335375 h 876300"/>
                <a:gd name="connsiteX8777" fmla="*/ 1698879 w 2419350"/>
                <a:gd name="connsiteY8777" fmla="*/ 334328 h 876300"/>
                <a:gd name="connsiteX8778" fmla="*/ 1699355 w 2419350"/>
                <a:gd name="connsiteY8778" fmla="*/ 333661 h 876300"/>
                <a:gd name="connsiteX8779" fmla="*/ 1699546 w 2419350"/>
                <a:gd name="connsiteY8779" fmla="*/ 333280 h 876300"/>
                <a:gd name="connsiteX8780" fmla="*/ 1699165 w 2419350"/>
                <a:gd name="connsiteY8780" fmla="*/ 331851 h 876300"/>
                <a:gd name="connsiteX8781" fmla="*/ 1699165 w 2419350"/>
                <a:gd name="connsiteY8781" fmla="*/ 331089 h 876300"/>
                <a:gd name="connsiteX8782" fmla="*/ 1700117 w 2419350"/>
                <a:gd name="connsiteY8782" fmla="*/ 330422 h 876300"/>
                <a:gd name="connsiteX8783" fmla="*/ 1700117 w 2419350"/>
                <a:gd name="connsiteY8783" fmla="*/ 329660 h 876300"/>
                <a:gd name="connsiteX8784" fmla="*/ 1699927 w 2419350"/>
                <a:gd name="connsiteY8784" fmla="*/ 328898 h 876300"/>
                <a:gd name="connsiteX8785" fmla="*/ 1699641 w 2419350"/>
                <a:gd name="connsiteY8785" fmla="*/ 328327 h 876300"/>
                <a:gd name="connsiteX8786" fmla="*/ 1699165 w 2419350"/>
                <a:gd name="connsiteY8786" fmla="*/ 327755 h 876300"/>
                <a:gd name="connsiteX8787" fmla="*/ 1698689 w 2419350"/>
                <a:gd name="connsiteY8787" fmla="*/ 326993 h 876300"/>
                <a:gd name="connsiteX8788" fmla="*/ 1698498 w 2419350"/>
                <a:gd name="connsiteY8788" fmla="*/ 326231 h 876300"/>
                <a:gd name="connsiteX8789" fmla="*/ 1698879 w 2419350"/>
                <a:gd name="connsiteY8789" fmla="*/ 325469 h 876300"/>
                <a:gd name="connsiteX8790" fmla="*/ 1699260 w 2419350"/>
                <a:gd name="connsiteY8790" fmla="*/ 325374 h 876300"/>
                <a:gd name="connsiteX8791" fmla="*/ 1700213 w 2419350"/>
                <a:gd name="connsiteY8791" fmla="*/ 325469 h 876300"/>
                <a:gd name="connsiteX8792" fmla="*/ 1700498 w 2419350"/>
                <a:gd name="connsiteY8792" fmla="*/ 325374 h 876300"/>
                <a:gd name="connsiteX8793" fmla="*/ 1700689 w 2419350"/>
                <a:gd name="connsiteY8793" fmla="*/ 325088 h 876300"/>
                <a:gd name="connsiteX8794" fmla="*/ 1700879 w 2419350"/>
                <a:gd name="connsiteY8794" fmla="*/ 324612 h 876300"/>
                <a:gd name="connsiteX8795" fmla="*/ 1700974 w 2419350"/>
                <a:gd name="connsiteY8795" fmla="*/ 324136 h 876300"/>
                <a:gd name="connsiteX8796" fmla="*/ 1700689 w 2419350"/>
                <a:gd name="connsiteY8796" fmla="*/ 323945 h 876300"/>
                <a:gd name="connsiteX8797" fmla="*/ 1699165 w 2419350"/>
                <a:gd name="connsiteY8797" fmla="*/ 324041 h 876300"/>
                <a:gd name="connsiteX8798" fmla="*/ 1698689 w 2419350"/>
                <a:gd name="connsiteY8798" fmla="*/ 323850 h 876300"/>
                <a:gd name="connsiteX8799" fmla="*/ 1698403 w 2419350"/>
                <a:gd name="connsiteY8799" fmla="*/ 323279 h 876300"/>
                <a:gd name="connsiteX8800" fmla="*/ 1698022 w 2419350"/>
                <a:gd name="connsiteY8800" fmla="*/ 322897 h 876300"/>
                <a:gd name="connsiteX8801" fmla="*/ 1697641 w 2419350"/>
                <a:gd name="connsiteY8801" fmla="*/ 322612 h 876300"/>
                <a:gd name="connsiteX8802" fmla="*/ 1697260 w 2419350"/>
                <a:gd name="connsiteY8802" fmla="*/ 322612 h 876300"/>
                <a:gd name="connsiteX8803" fmla="*/ 1696879 w 2419350"/>
                <a:gd name="connsiteY8803" fmla="*/ 322897 h 876300"/>
                <a:gd name="connsiteX8804" fmla="*/ 1696498 w 2419350"/>
                <a:gd name="connsiteY8804" fmla="*/ 322517 h 876300"/>
                <a:gd name="connsiteX8805" fmla="*/ 1695926 w 2419350"/>
                <a:gd name="connsiteY8805" fmla="*/ 322897 h 876300"/>
                <a:gd name="connsiteX8806" fmla="*/ 1694402 w 2419350"/>
                <a:gd name="connsiteY8806" fmla="*/ 322802 h 876300"/>
                <a:gd name="connsiteX8807" fmla="*/ 1693736 w 2419350"/>
                <a:gd name="connsiteY8807" fmla="*/ 323088 h 876300"/>
                <a:gd name="connsiteX8808" fmla="*/ 1693259 w 2419350"/>
                <a:gd name="connsiteY8808" fmla="*/ 323374 h 876300"/>
                <a:gd name="connsiteX8809" fmla="*/ 1691926 w 2419350"/>
                <a:gd name="connsiteY8809" fmla="*/ 323945 h 876300"/>
                <a:gd name="connsiteX8810" fmla="*/ 1691545 w 2419350"/>
                <a:gd name="connsiteY8810" fmla="*/ 324041 h 876300"/>
                <a:gd name="connsiteX8811" fmla="*/ 1690973 w 2419350"/>
                <a:gd name="connsiteY8811" fmla="*/ 324517 h 876300"/>
                <a:gd name="connsiteX8812" fmla="*/ 1691164 w 2419350"/>
                <a:gd name="connsiteY8812" fmla="*/ 325660 h 876300"/>
                <a:gd name="connsiteX8813" fmla="*/ 1691640 w 2419350"/>
                <a:gd name="connsiteY8813" fmla="*/ 327088 h 876300"/>
                <a:gd name="connsiteX8814" fmla="*/ 1691735 w 2419350"/>
                <a:gd name="connsiteY8814" fmla="*/ 328327 h 876300"/>
                <a:gd name="connsiteX8815" fmla="*/ 1691545 w 2419350"/>
                <a:gd name="connsiteY8815" fmla="*/ 328517 h 876300"/>
                <a:gd name="connsiteX8816" fmla="*/ 1691259 w 2419350"/>
                <a:gd name="connsiteY8816" fmla="*/ 328613 h 876300"/>
                <a:gd name="connsiteX8817" fmla="*/ 1691068 w 2419350"/>
                <a:gd name="connsiteY8817" fmla="*/ 328803 h 876300"/>
                <a:gd name="connsiteX8818" fmla="*/ 1690973 w 2419350"/>
                <a:gd name="connsiteY8818" fmla="*/ 329184 h 876300"/>
                <a:gd name="connsiteX8819" fmla="*/ 1690973 w 2419350"/>
                <a:gd name="connsiteY8819" fmla="*/ 330613 h 876300"/>
                <a:gd name="connsiteX8820" fmla="*/ 1690497 w 2419350"/>
                <a:gd name="connsiteY8820" fmla="*/ 331851 h 876300"/>
                <a:gd name="connsiteX8821" fmla="*/ 1690497 w 2419350"/>
                <a:gd name="connsiteY8821" fmla="*/ 332422 h 876300"/>
                <a:gd name="connsiteX8822" fmla="*/ 1691068 w 2419350"/>
                <a:gd name="connsiteY8822" fmla="*/ 332613 h 876300"/>
                <a:gd name="connsiteX8823" fmla="*/ 1691735 w 2419350"/>
                <a:gd name="connsiteY8823" fmla="*/ 332804 h 876300"/>
                <a:gd name="connsiteX8824" fmla="*/ 1692497 w 2419350"/>
                <a:gd name="connsiteY8824" fmla="*/ 61055 h 876300"/>
                <a:gd name="connsiteX8825" fmla="*/ 1692973 w 2419350"/>
                <a:gd name="connsiteY8825" fmla="*/ 60388 h 876300"/>
                <a:gd name="connsiteX8826" fmla="*/ 1692592 w 2419350"/>
                <a:gd name="connsiteY8826" fmla="*/ 59627 h 876300"/>
                <a:gd name="connsiteX8827" fmla="*/ 1692116 w 2419350"/>
                <a:gd name="connsiteY8827" fmla="*/ 59246 h 876300"/>
                <a:gd name="connsiteX8828" fmla="*/ 1691735 w 2419350"/>
                <a:gd name="connsiteY8828" fmla="*/ 59341 h 876300"/>
                <a:gd name="connsiteX8829" fmla="*/ 1691640 w 2419350"/>
                <a:gd name="connsiteY8829" fmla="*/ 59531 h 876300"/>
                <a:gd name="connsiteX8830" fmla="*/ 1691735 w 2419350"/>
                <a:gd name="connsiteY8830" fmla="*/ 60388 h 876300"/>
                <a:gd name="connsiteX8831" fmla="*/ 1692497 w 2419350"/>
                <a:gd name="connsiteY8831" fmla="*/ 61055 h 876300"/>
                <a:gd name="connsiteX8832" fmla="*/ 1670304 w 2419350"/>
                <a:gd name="connsiteY8832" fmla="*/ 99346 h 876300"/>
                <a:gd name="connsiteX8833" fmla="*/ 1672685 w 2419350"/>
                <a:gd name="connsiteY8833" fmla="*/ 100298 h 876300"/>
                <a:gd name="connsiteX8834" fmla="*/ 1674781 w 2419350"/>
                <a:gd name="connsiteY8834" fmla="*/ 98965 h 876300"/>
                <a:gd name="connsiteX8835" fmla="*/ 1675352 w 2419350"/>
                <a:gd name="connsiteY8835" fmla="*/ 97917 h 876300"/>
                <a:gd name="connsiteX8836" fmla="*/ 1675257 w 2419350"/>
                <a:gd name="connsiteY8836" fmla="*/ 95345 h 876300"/>
                <a:gd name="connsiteX8837" fmla="*/ 1675352 w 2419350"/>
                <a:gd name="connsiteY8837" fmla="*/ 91630 h 876300"/>
                <a:gd name="connsiteX8838" fmla="*/ 1678210 w 2419350"/>
                <a:gd name="connsiteY8838" fmla="*/ 88868 h 876300"/>
                <a:gd name="connsiteX8839" fmla="*/ 1681258 w 2419350"/>
                <a:gd name="connsiteY8839" fmla="*/ 85154 h 876300"/>
                <a:gd name="connsiteX8840" fmla="*/ 1680115 w 2419350"/>
                <a:gd name="connsiteY8840" fmla="*/ 83820 h 876300"/>
                <a:gd name="connsiteX8841" fmla="*/ 1678591 w 2419350"/>
                <a:gd name="connsiteY8841" fmla="*/ 82487 h 876300"/>
                <a:gd name="connsiteX8842" fmla="*/ 1678019 w 2419350"/>
                <a:gd name="connsiteY8842" fmla="*/ 80581 h 876300"/>
                <a:gd name="connsiteX8843" fmla="*/ 1678210 w 2419350"/>
                <a:gd name="connsiteY8843" fmla="*/ 79343 h 876300"/>
                <a:gd name="connsiteX8844" fmla="*/ 1678496 w 2419350"/>
                <a:gd name="connsiteY8844" fmla="*/ 78200 h 876300"/>
                <a:gd name="connsiteX8845" fmla="*/ 1679067 w 2419350"/>
                <a:gd name="connsiteY8845" fmla="*/ 77057 h 876300"/>
                <a:gd name="connsiteX8846" fmla="*/ 1679353 w 2419350"/>
                <a:gd name="connsiteY8846" fmla="*/ 75914 h 876300"/>
                <a:gd name="connsiteX8847" fmla="*/ 1678972 w 2419350"/>
                <a:gd name="connsiteY8847" fmla="*/ 74771 h 876300"/>
                <a:gd name="connsiteX8848" fmla="*/ 1678972 w 2419350"/>
                <a:gd name="connsiteY8848" fmla="*/ 74771 h 876300"/>
                <a:gd name="connsiteX8849" fmla="*/ 1678876 w 2419350"/>
                <a:gd name="connsiteY8849" fmla="*/ 73914 h 876300"/>
                <a:gd name="connsiteX8850" fmla="*/ 1678496 w 2419350"/>
                <a:gd name="connsiteY8850" fmla="*/ 73724 h 876300"/>
                <a:gd name="connsiteX8851" fmla="*/ 1677924 w 2419350"/>
                <a:gd name="connsiteY8851" fmla="*/ 73724 h 876300"/>
                <a:gd name="connsiteX8852" fmla="*/ 1677257 w 2419350"/>
                <a:gd name="connsiteY8852" fmla="*/ 73343 h 876300"/>
                <a:gd name="connsiteX8853" fmla="*/ 1676876 w 2419350"/>
                <a:gd name="connsiteY8853" fmla="*/ 72676 h 876300"/>
                <a:gd name="connsiteX8854" fmla="*/ 1676781 w 2419350"/>
                <a:gd name="connsiteY8854" fmla="*/ 72104 h 876300"/>
                <a:gd name="connsiteX8855" fmla="*/ 1676590 w 2419350"/>
                <a:gd name="connsiteY8855" fmla="*/ 71628 h 876300"/>
                <a:gd name="connsiteX8856" fmla="*/ 1675829 w 2419350"/>
                <a:gd name="connsiteY8856" fmla="*/ 71152 h 876300"/>
                <a:gd name="connsiteX8857" fmla="*/ 1674781 w 2419350"/>
                <a:gd name="connsiteY8857" fmla="*/ 70961 h 876300"/>
                <a:gd name="connsiteX8858" fmla="*/ 1673352 w 2419350"/>
                <a:gd name="connsiteY8858" fmla="*/ 70961 h 876300"/>
                <a:gd name="connsiteX8859" fmla="*/ 1672114 w 2419350"/>
                <a:gd name="connsiteY8859" fmla="*/ 71247 h 876300"/>
                <a:gd name="connsiteX8860" fmla="*/ 1671542 w 2419350"/>
                <a:gd name="connsiteY8860" fmla="*/ 71723 h 876300"/>
                <a:gd name="connsiteX8861" fmla="*/ 1671638 w 2419350"/>
                <a:gd name="connsiteY8861" fmla="*/ 72390 h 876300"/>
                <a:gd name="connsiteX8862" fmla="*/ 1671923 w 2419350"/>
                <a:gd name="connsiteY8862" fmla="*/ 73533 h 876300"/>
                <a:gd name="connsiteX8863" fmla="*/ 1672018 w 2419350"/>
                <a:gd name="connsiteY8863" fmla="*/ 74009 h 876300"/>
                <a:gd name="connsiteX8864" fmla="*/ 1672018 w 2419350"/>
                <a:gd name="connsiteY8864" fmla="*/ 74676 h 876300"/>
                <a:gd name="connsiteX8865" fmla="*/ 1671923 w 2419350"/>
                <a:gd name="connsiteY8865" fmla="*/ 75057 h 876300"/>
                <a:gd name="connsiteX8866" fmla="*/ 1670114 w 2419350"/>
                <a:gd name="connsiteY8866" fmla="*/ 77629 h 876300"/>
                <a:gd name="connsiteX8867" fmla="*/ 1669637 w 2419350"/>
                <a:gd name="connsiteY8867" fmla="*/ 78962 h 876300"/>
                <a:gd name="connsiteX8868" fmla="*/ 1669732 w 2419350"/>
                <a:gd name="connsiteY8868" fmla="*/ 80486 h 876300"/>
                <a:gd name="connsiteX8869" fmla="*/ 1669732 w 2419350"/>
                <a:gd name="connsiteY8869" fmla="*/ 81153 h 876300"/>
                <a:gd name="connsiteX8870" fmla="*/ 1669923 w 2419350"/>
                <a:gd name="connsiteY8870" fmla="*/ 81820 h 876300"/>
                <a:gd name="connsiteX8871" fmla="*/ 1670114 w 2419350"/>
                <a:gd name="connsiteY8871" fmla="*/ 82296 h 876300"/>
                <a:gd name="connsiteX8872" fmla="*/ 1670590 w 2419350"/>
                <a:gd name="connsiteY8872" fmla="*/ 83629 h 876300"/>
                <a:gd name="connsiteX8873" fmla="*/ 1670114 w 2419350"/>
                <a:gd name="connsiteY8873" fmla="*/ 84772 h 876300"/>
                <a:gd name="connsiteX8874" fmla="*/ 1670304 w 2419350"/>
                <a:gd name="connsiteY8874" fmla="*/ 86011 h 876300"/>
                <a:gd name="connsiteX8875" fmla="*/ 1672781 w 2419350"/>
                <a:gd name="connsiteY8875" fmla="*/ 86678 h 876300"/>
                <a:gd name="connsiteX8876" fmla="*/ 1673733 w 2419350"/>
                <a:gd name="connsiteY8876" fmla="*/ 86963 h 876300"/>
                <a:gd name="connsiteX8877" fmla="*/ 1674495 w 2419350"/>
                <a:gd name="connsiteY8877" fmla="*/ 87249 h 876300"/>
                <a:gd name="connsiteX8878" fmla="*/ 1675066 w 2419350"/>
                <a:gd name="connsiteY8878" fmla="*/ 88202 h 876300"/>
                <a:gd name="connsiteX8879" fmla="*/ 1672685 w 2419350"/>
                <a:gd name="connsiteY8879" fmla="*/ 90202 h 876300"/>
                <a:gd name="connsiteX8880" fmla="*/ 1670685 w 2419350"/>
                <a:gd name="connsiteY8880" fmla="*/ 94869 h 876300"/>
                <a:gd name="connsiteX8881" fmla="*/ 1669066 w 2419350"/>
                <a:gd name="connsiteY8881" fmla="*/ 95821 h 876300"/>
                <a:gd name="connsiteX8882" fmla="*/ 1668304 w 2419350"/>
                <a:gd name="connsiteY8882" fmla="*/ 96774 h 876300"/>
                <a:gd name="connsiteX8883" fmla="*/ 1667732 w 2419350"/>
                <a:gd name="connsiteY8883" fmla="*/ 98203 h 876300"/>
                <a:gd name="connsiteX8884" fmla="*/ 1668304 w 2419350"/>
                <a:gd name="connsiteY8884" fmla="*/ 99727 h 876300"/>
                <a:gd name="connsiteX8885" fmla="*/ 1670304 w 2419350"/>
                <a:gd name="connsiteY8885" fmla="*/ 99346 h 876300"/>
                <a:gd name="connsiteX8886" fmla="*/ 1720882 w 2419350"/>
                <a:gd name="connsiteY8886" fmla="*/ 372713 h 876300"/>
                <a:gd name="connsiteX8887" fmla="*/ 1718405 w 2419350"/>
                <a:gd name="connsiteY8887" fmla="*/ 372618 h 876300"/>
                <a:gd name="connsiteX8888" fmla="*/ 1717548 w 2419350"/>
                <a:gd name="connsiteY8888" fmla="*/ 371856 h 876300"/>
                <a:gd name="connsiteX8889" fmla="*/ 1714214 w 2419350"/>
                <a:gd name="connsiteY8889" fmla="*/ 370713 h 876300"/>
                <a:gd name="connsiteX8890" fmla="*/ 1713357 w 2419350"/>
                <a:gd name="connsiteY8890" fmla="*/ 370808 h 876300"/>
                <a:gd name="connsiteX8891" fmla="*/ 1712595 w 2419350"/>
                <a:gd name="connsiteY8891" fmla="*/ 371189 h 876300"/>
                <a:gd name="connsiteX8892" fmla="*/ 1711833 w 2419350"/>
                <a:gd name="connsiteY8892" fmla="*/ 371761 h 876300"/>
                <a:gd name="connsiteX8893" fmla="*/ 1710404 w 2419350"/>
                <a:gd name="connsiteY8893" fmla="*/ 373285 h 876300"/>
                <a:gd name="connsiteX8894" fmla="*/ 1709738 w 2419350"/>
                <a:gd name="connsiteY8894" fmla="*/ 374237 h 876300"/>
                <a:gd name="connsiteX8895" fmla="*/ 1709833 w 2419350"/>
                <a:gd name="connsiteY8895" fmla="*/ 374618 h 876300"/>
                <a:gd name="connsiteX8896" fmla="*/ 1710690 w 2419350"/>
                <a:gd name="connsiteY8896" fmla="*/ 374904 h 876300"/>
                <a:gd name="connsiteX8897" fmla="*/ 1711738 w 2419350"/>
                <a:gd name="connsiteY8897" fmla="*/ 375380 h 876300"/>
                <a:gd name="connsiteX8898" fmla="*/ 1712595 w 2419350"/>
                <a:gd name="connsiteY8898" fmla="*/ 375571 h 876300"/>
                <a:gd name="connsiteX8899" fmla="*/ 1712976 w 2419350"/>
                <a:gd name="connsiteY8899" fmla="*/ 374809 h 876300"/>
                <a:gd name="connsiteX8900" fmla="*/ 1713452 w 2419350"/>
                <a:gd name="connsiteY8900" fmla="*/ 374333 h 876300"/>
                <a:gd name="connsiteX8901" fmla="*/ 1714595 w 2419350"/>
                <a:gd name="connsiteY8901" fmla="*/ 374237 h 876300"/>
                <a:gd name="connsiteX8902" fmla="*/ 1716596 w 2419350"/>
                <a:gd name="connsiteY8902" fmla="*/ 374618 h 876300"/>
                <a:gd name="connsiteX8903" fmla="*/ 1719548 w 2419350"/>
                <a:gd name="connsiteY8903" fmla="*/ 376047 h 876300"/>
                <a:gd name="connsiteX8904" fmla="*/ 1720596 w 2419350"/>
                <a:gd name="connsiteY8904" fmla="*/ 376142 h 876300"/>
                <a:gd name="connsiteX8905" fmla="*/ 1721358 w 2419350"/>
                <a:gd name="connsiteY8905" fmla="*/ 375761 h 876300"/>
                <a:gd name="connsiteX8906" fmla="*/ 1722025 w 2419350"/>
                <a:gd name="connsiteY8906" fmla="*/ 374999 h 876300"/>
                <a:gd name="connsiteX8907" fmla="*/ 1722311 w 2419350"/>
                <a:gd name="connsiteY8907" fmla="*/ 374047 h 876300"/>
                <a:gd name="connsiteX8908" fmla="*/ 1721930 w 2419350"/>
                <a:gd name="connsiteY8908" fmla="*/ 373189 h 876300"/>
                <a:gd name="connsiteX8909" fmla="*/ 1720882 w 2419350"/>
                <a:gd name="connsiteY8909" fmla="*/ 372713 h 876300"/>
                <a:gd name="connsiteX8910" fmla="*/ 1675448 w 2419350"/>
                <a:gd name="connsiteY8910" fmla="*/ 109156 h 876300"/>
                <a:gd name="connsiteX8911" fmla="*/ 1673828 w 2419350"/>
                <a:gd name="connsiteY8911" fmla="*/ 108109 h 876300"/>
                <a:gd name="connsiteX8912" fmla="*/ 1671923 w 2419350"/>
                <a:gd name="connsiteY8912" fmla="*/ 107633 h 876300"/>
                <a:gd name="connsiteX8913" fmla="*/ 1671638 w 2419350"/>
                <a:gd name="connsiteY8913" fmla="*/ 109156 h 876300"/>
                <a:gd name="connsiteX8914" fmla="*/ 1673066 w 2419350"/>
                <a:gd name="connsiteY8914" fmla="*/ 111824 h 876300"/>
                <a:gd name="connsiteX8915" fmla="*/ 1675448 w 2419350"/>
                <a:gd name="connsiteY8915" fmla="*/ 114014 h 876300"/>
                <a:gd name="connsiteX8916" fmla="*/ 1676876 w 2419350"/>
                <a:gd name="connsiteY8916" fmla="*/ 113443 h 876300"/>
                <a:gd name="connsiteX8917" fmla="*/ 1677829 w 2419350"/>
                <a:gd name="connsiteY8917" fmla="*/ 112681 h 876300"/>
                <a:gd name="connsiteX8918" fmla="*/ 1677162 w 2419350"/>
                <a:gd name="connsiteY8918" fmla="*/ 111538 h 876300"/>
                <a:gd name="connsiteX8919" fmla="*/ 1676686 w 2419350"/>
                <a:gd name="connsiteY8919" fmla="*/ 110680 h 876300"/>
                <a:gd name="connsiteX8920" fmla="*/ 1675448 w 2419350"/>
                <a:gd name="connsiteY8920" fmla="*/ 109156 h 876300"/>
                <a:gd name="connsiteX8921" fmla="*/ 1700784 w 2419350"/>
                <a:gd name="connsiteY8921" fmla="*/ 268510 h 876300"/>
                <a:gd name="connsiteX8922" fmla="*/ 1701356 w 2419350"/>
                <a:gd name="connsiteY8922" fmla="*/ 269462 h 876300"/>
                <a:gd name="connsiteX8923" fmla="*/ 1701832 w 2419350"/>
                <a:gd name="connsiteY8923" fmla="*/ 269843 h 876300"/>
                <a:gd name="connsiteX8924" fmla="*/ 1702784 w 2419350"/>
                <a:gd name="connsiteY8924" fmla="*/ 269843 h 876300"/>
                <a:gd name="connsiteX8925" fmla="*/ 1703641 w 2419350"/>
                <a:gd name="connsiteY8925" fmla="*/ 269748 h 876300"/>
                <a:gd name="connsiteX8926" fmla="*/ 1704308 w 2419350"/>
                <a:gd name="connsiteY8926" fmla="*/ 269367 h 876300"/>
                <a:gd name="connsiteX8927" fmla="*/ 1704880 w 2419350"/>
                <a:gd name="connsiteY8927" fmla="*/ 268319 h 876300"/>
                <a:gd name="connsiteX8928" fmla="*/ 1705165 w 2419350"/>
                <a:gd name="connsiteY8928" fmla="*/ 267081 h 876300"/>
                <a:gd name="connsiteX8929" fmla="*/ 1705070 w 2419350"/>
                <a:gd name="connsiteY8929" fmla="*/ 266129 h 876300"/>
                <a:gd name="connsiteX8930" fmla="*/ 1704499 w 2419350"/>
                <a:gd name="connsiteY8930" fmla="*/ 265367 h 876300"/>
                <a:gd name="connsiteX8931" fmla="*/ 1702498 w 2419350"/>
                <a:gd name="connsiteY8931" fmla="*/ 264224 h 876300"/>
                <a:gd name="connsiteX8932" fmla="*/ 1701451 w 2419350"/>
                <a:gd name="connsiteY8932" fmla="*/ 264605 h 876300"/>
                <a:gd name="connsiteX8933" fmla="*/ 1700593 w 2419350"/>
                <a:gd name="connsiteY8933" fmla="*/ 265557 h 876300"/>
                <a:gd name="connsiteX8934" fmla="*/ 1700213 w 2419350"/>
                <a:gd name="connsiteY8934" fmla="*/ 266700 h 876300"/>
                <a:gd name="connsiteX8935" fmla="*/ 1700403 w 2419350"/>
                <a:gd name="connsiteY8935" fmla="*/ 267367 h 876300"/>
                <a:gd name="connsiteX8936" fmla="*/ 1700784 w 2419350"/>
                <a:gd name="connsiteY8936" fmla="*/ 268510 h 876300"/>
                <a:gd name="connsiteX8937" fmla="*/ 1704308 w 2419350"/>
                <a:gd name="connsiteY8937" fmla="*/ 274606 h 876300"/>
                <a:gd name="connsiteX8938" fmla="*/ 1704594 w 2419350"/>
                <a:gd name="connsiteY8938" fmla="*/ 275558 h 876300"/>
                <a:gd name="connsiteX8939" fmla="*/ 1705070 w 2419350"/>
                <a:gd name="connsiteY8939" fmla="*/ 276320 h 876300"/>
                <a:gd name="connsiteX8940" fmla="*/ 1705356 w 2419350"/>
                <a:gd name="connsiteY8940" fmla="*/ 276892 h 876300"/>
                <a:gd name="connsiteX8941" fmla="*/ 1705928 w 2419350"/>
                <a:gd name="connsiteY8941" fmla="*/ 277082 h 876300"/>
                <a:gd name="connsiteX8942" fmla="*/ 1707071 w 2419350"/>
                <a:gd name="connsiteY8942" fmla="*/ 276416 h 876300"/>
                <a:gd name="connsiteX8943" fmla="*/ 1708309 w 2419350"/>
                <a:gd name="connsiteY8943" fmla="*/ 275368 h 876300"/>
                <a:gd name="connsiteX8944" fmla="*/ 1708975 w 2419350"/>
                <a:gd name="connsiteY8944" fmla="*/ 274606 h 876300"/>
                <a:gd name="connsiteX8945" fmla="*/ 1709166 w 2419350"/>
                <a:gd name="connsiteY8945" fmla="*/ 273653 h 876300"/>
                <a:gd name="connsiteX8946" fmla="*/ 1709166 w 2419350"/>
                <a:gd name="connsiteY8946" fmla="*/ 272510 h 876300"/>
                <a:gd name="connsiteX8947" fmla="*/ 1708975 w 2419350"/>
                <a:gd name="connsiteY8947" fmla="*/ 271463 h 876300"/>
                <a:gd name="connsiteX8948" fmla="*/ 1708690 w 2419350"/>
                <a:gd name="connsiteY8948" fmla="*/ 270701 h 876300"/>
                <a:gd name="connsiteX8949" fmla="*/ 1708499 w 2419350"/>
                <a:gd name="connsiteY8949" fmla="*/ 270510 h 876300"/>
                <a:gd name="connsiteX8950" fmla="*/ 1708214 w 2419350"/>
                <a:gd name="connsiteY8950" fmla="*/ 270320 h 876300"/>
                <a:gd name="connsiteX8951" fmla="*/ 1707928 w 2419350"/>
                <a:gd name="connsiteY8951" fmla="*/ 270129 h 876300"/>
                <a:gd name="connsiteX8952" fmla="*/ 1707547 w 2419350"/>
                <a:gd name="connsiteY8952" fmla="*/ 269938 h 876300"/>
                <a:gd name="connsiteX8953" fmla="*/ 1707166 w 2419350"/>
                <a:gd name="connsiteY8953" fmla="*/ 270224 h 876300"/>
                <a:gd name="connsiteX8954" fmla="*/ 1706689 w 2419350"/>
                <a:gd name="connsiteY8954" fmla="*/ 270320 h 876300"/>
                <a:gd name="connsiteX8955" fmla="*/ 1706213 w 2419350"/>
                <a:gd name="connsiteY8955" fmla="*/ 270224 h 876300"/>
                <a:gd name="connsiteX8956" fmla="*/ 1705737 w 2419350"/>
                <a:gd name="connsiteY8956" fmla="*/ 270034 h 876300"/>
                <a:gd name="connsiteX8957" fmla="*/ 1705261 w 2419350"/>
                <a:gd name="connsiteY8957" fmla="*/ 273082 h 876300"/>
                <a:gd name="connsiteX8958" fmla="*/ 1704308 w 2419350"/>
                <a:gd name="connsiteY8958" fmla="*/ 274606 h 876300"/>
                <a:gd name="connsiteX8959" fmla="*/ 1599724 w 2419350"/>
                <a:gd name="connsiteY8959" fmla="*/ 168402 h 876300"/>
                <a:gd name="connsiteX8960" fmla="*/ 1599914 w 2419350"/>
                <a:gd name="connsiteY8960" fmla="*/ 169164 h 876300"/>
                <a:gd name="connsiteX8961" fmla="*/ 1599914 w 2419350"/>
                <a:gd name="connsiteY8961" fmla="*/ 170117 h 876300"/>
                <a:gd name="connsiteX8962" fmla="*/ 1600105 w 2419350"/>
                <a:gd name="connsiteY8962" fmla="*/ 171069 h 876300"/>
                <a:gd name="connsiteX8963" fmla="*/ 1600676 w 2419350"/>
                <a:gd name="connsiteY8963" fmla="*/ 171736 h 876300"/>
                <a:gd name="connsiteX8964" fmla="*/ 1601629 w 2419350"/>
                <a:gd name="connsiteY8964" fmla="*/ 171831 h 876300"/>
                <a:gd name="connsiteX8965" fmla="*/ 1602105 w 2419350"/>
                <a:gd name="connsiteY8965" fmla="*/ 171450 h 876300"/>
                <a:gd name="connsiteX8966" fmla="*/ 1602200 w 2419350"/>
                <a:gd name="connsiteY8966" fmla="*/ 170879 h 876300"/>
                <a:gd name="connsiteX8967" fmla="*/ 1602105 w 2419350"/>
                <a:gd name="connsiteY8967" fmla="*/ 170212 h 876300"/>
                <a:gd name="connsiteX8968" fmla="*/ 1601914 w 2419350"/>
                <a:gd name="connsiteY8968" fmla="*/ 169640 h 876300"/>
                <a:gd name="connsiteX8969" fmla="*/ 1601248 w 2419350"/>
                <a:gd name="connsiteY8969" fmla="*/ 168688 h 876300"/>
                <a:gd name="connsiteX8970" fmla="*/ 1600962 w 2419350"/>
                <a:gd name="connsiteY8970" fmla="*/ 168021 h 876300"/>
                <a:gd name="connsiteX8971" fmla="*/ 1601153 w 2419350"/>
                <a:gd name="connsiteY8971" fmla="*/ 167164 h 876300"/>
                <a:gd name="connsiteX8972" fmla="*/ 1601438 w 2419350"/>
                <a:gd name="connsiteY8972" fmla="*/ 166783 h 876300"/>
                <a:gd name="connsiteX8973" fmla="*/ 1601819 w 2419350"/>
                <a:gd name="connsiteY8973" fmla="*/ 166497 h 876300"/>
                <a:gd name="connsiteX8974" fmla="*/ 1603248 w 2419350"/>
                <a:gd name="connsiteY8974" fmla="*/ 165354 h 876300"/>
                <a:gd name="connsiteX8975" fmla="*/ 1603629 w 2419350"/>
                <a:gd name="connsiteY8975" fmla="*/ 164687 h 876300"/>
                <a:gd name="connsiteX8976" fmla="*/ 1603629 w 2419350"/>
                <a:gd name="connsiteY8976" fmla="*/ 164021 h 876300"/>
                <a:gd name="connsiteX8977" fmla="*/ 1603248 w 2419350"/>
                <a:gd name="connsiteY8977" fmla="*/ 163259 h 876300"/>
                <a:gd name="connsiteX8978" fmla="*/ 1602581 w 2419350"/>
                <a:gd name="connsiteY8978" fmla="*/ 162687 h 876300"/>
                <a:gd name="connsiteX8979" fmla="*/ 1601819 w 2419350"/>
                <a:gd name="connsiteY8979" fmla="*/ 162401 h 876300"/>
                <a:gd name="connsiteX8980" fmla="*/ 1601057 w 2419350"/>
                <a:gd name="connsiteY8980" fmla="*/ 162401 h 876300"/>
                <a:gd name="connsiteX8981" fmla="*/ 1600295 w 2419350"/>
                <a:gd name="connsiteY8981" fmla="*/ 162782 h 876300"/>
                <a:gd name="connsiteX8982" fmla="*/ 1599819 w 2419350"/>
                <a:gd name="connsiteY8982" fmla="*/ 163354 h 876300"/>
                <a:gd name="connsiteX8983" fmla="*/ 1598866 w 2419350"/>
                <a:gd name="connsiteY8983" fmla="*/ 165354 h 876300"/>
                <a:gd name="connsiteX8984" fmla="*/ 1598676 w 2419350"/>
                <a:gd name="connsiteY8984" fmla="*/ 166021 h 876300"/>
                <a:gd name="connsiteX8985" fmla="*/ 1598866 w 2419350"/>
                <a:gd name="connsiteY8985" fmla="*/ 166973 h 876300"/>
                <a:gd name="connsiteX8986" fmla="*/ 1599724 w 2419350"/>
                <a:gd name="connsiteY8986" fmla="*/ 168402 h 876300"/>
                <a:gd name="connsiteX8987" fmla="*/ 1586865 w 2419350"/>
                <a:gd name="connsiteY8987" fmla="*/ 216694 h 876300"/>
                <a:gd name="connsiteX8988" fmla="*/ 1586960 w 2419350"/>
                <a:gd name="connsiteY8988" fmla="*/ 217456 h 876300"/>
                <a:gd name="connsiteX8989" fmla="*/ 1587246 w 2419350"/>
                <a:gd name="connsiteY8989" fmla="*/ 218027 h 876300"/>
                <a:gd name="connsiteX8990" fmla="*/ 1587627 w 2419350"/>
                <a:gd name="connsiteY8990" fmla="*/ 218313 h 876300"/>
                <a:gd name="connsiteX8991" fmla="*/ 1587913 w 2419350"/>
                <a:gd name="connsiteY8991" fmla="*/ 218313 h 876300"/>
                <a:gd name="connsiteX8992" fmla="*/ 1588008 w 2419350"/>
                <a:gd name="connsiteY8992" fmla="*/ 218027 h 876300"/>
                <a:gd name="connsiteX8993" fmla="*/ 1588103 w 2419350"/>
                <a:gd name="connsiteY8993" fmla="*/ 217551 h 876300"/>
                <a:gd name="connsiteX8994" fmla="*/ 1589341 w 2419350"/>
                <a:gd name="connsiteY8994" fmla="*/ 216408 h 876300"/>
                <a:gd name="connsiteX8995" fmla="*/ 1589341 w 2419350"/>
                <a:gd name="connsiteY8995" fmla="*/ 215646 h 876300"/>
                <a:gd name="connsiteX8996" fmla="*/ 1589151 w 2419350"/>
                <a:gd name="connsiteY8996" fmla="*/ 215265 h 876300"/>
                <a:gd name="connsiteX8997" fmla="*/ 1588770 w 2419350"/>
                <a:gd name="connsiteY8997" fmla="*/ 215075 h 876300"/>
                <a:gd name="connsiteX8998" fmla="*/ 1588198 w 2419350"/>
                <a:gd name="connsiteY8998" fmla="*/ 214598 h 876300"/>
                <a:gd name="connsiteX8999" fmla="*/ 1587722 w 2419350"/>
                <a:gd name="connsiteY8999" fmla="*/ 214027 h 876300"/>
                <a:gd name="connsiteX9000" fmla="*/ 1587246 w 2419350"/>
                <a:gd name="connsiteY9000" fmla="*/ 213551 h 876300"/>
                <a:gd name="connsiteX9001" fmla="*/ 1586960 w 2419350"/>
                <a:gd name="connsiteY9001" fmla="*/ 213646 h 876300"/>
                <a:gd name="connsiteX9002" fmla="*/ 1586770 w 2419350"/>
                <a:gd name="connsiteY9002" fmla="*/ 214313 h 876300"/>
                <a:gd name="connsiteX9003" fmla="*/ 1586579 w 2419350"/>
                <a:gd name="connsiteY9003" fmla="*/ 214789 h 876300"/>
                <a:gd name="connsiteX9004" fmla="*/ 1586674 w 2419350"/>
                <a:gd name="connsiteY9004" fmla="*/ 215741 h 876300"/>
                <a:gd name="connsiteX9005" fmla="*/ 1586865 w 2419350"/>
                <a:gd name="connsiteY9005" fmla="*/ 216694 h 876300"/>
                <a:gd name="connsiteX9006" fmla="*/ 1665732 w 2419350"/>
                <a:gd name="connsiteY9006" fmla="*/ 101727 h 876300"/>
                <a:gd name="connsiteX9007" fmla="*/ 1666875 w 2419350"/>
                <a:gd name="connsiteY9007" fmla="*/ 102394 h 876300"/>
                <a:gd name="connsiteX9008" fmla="*/ 1667828 w 2419350"/>
                <a:gd name="connsiteY9008" fmla="*/ 103537 h 876300"/>
                <a:gd name="connsiteX9009" fmla="*/ 1667542 w 2419350"/>
                <a:gd name="connsiteY9009" fmla="*/ 105251 h 876300"/>
                <a:gd name="connsiteX9010" fmla="*/ 1668018 w 2419350"/>
                <a:gd name="connsiteY9010" fmla="*/ 107442 h 876300"/>
                <a:gd name="connsiteX9011" fmla="*/ 1668399 w 2419350"/>
                <a:gd name="connsiteY9011" fmla="*/ 109728 h 876300"/>
                <a:gd name="connsiteX9012" fmla="*/ 1669351 w 2419350"/>
                <a:gd name="connsiteY9012" fmla="*/ 109728 h 876300"/>
                <a:gd name="connsiteX9013" fmla="*/ 1668875 w 2419350"/>
                <a:gd name="connsiteY9013" fmla="*/ 107537 h 876300"/>
                <a:gd name="connsiteX9014" fmla="*/ 1669542 w 2419350"/>
                <a:gd name="connsiteY9014" fmla="*/ 106109 h 876300"/>
                <a:gd name="connsiteX9015" fmla="*/ 1670209 w 2419350"/>
                <a:gd name="connsiteY9015" fmla="*/ 104966 h 876300"/>
                <a:gd name="connsiteX9016" fmla="*/ 1670114 w 2419350"/>
                <a:gd name="connsiteY9016" fmla="*/ 103918 h 876300"/>
                <a:gd name="connsiteX9017" fmla="*/ 1669542 w 2419350"/>
                <a:gd name="connsiteY9017" fmla="*/ 103251 h 876300"/>
                <a:gd name="connsiteX9018" fmla="*/ 1667161 w 2419350"/>
                <a:gd name="connsiteY9018" fmla="*/ 100775 h 876300"/>
                <a:gd name="connsiteX9019" fmla="*/ 1666494 w 2419350"/>
                <a:gd name="connsiteY9019" fmla="*/ 98393 h 876300"/>
                <a:gd name="connsiteX9020" fmla="*/ 1664970 w 2419350"/>
                <a:gd name="connsiteY9020" fmla="*/ 97536 h 876300"/>
                <a:gd name="connsiteX9021" fmla="*/ 1664875 w 2419350"/>
                <a:gd name="connsiteY9021" fmla="*/ 98488 h 876300"/>
                <a:gd name="connsiteX9022" fmla="*/ 1665256 w 2419350"/>
                <a:gd name="connsiteY9022" fmla="*/ 100298 h 876300"/>
                <a:gd name="connsiteX9023" fmla="*/ 1665732 w 2419350"/>
                <a:gd name="connsiteY9023" fmla="*/ 101727 h 876300"/>
                <a:gd name="connsiteX9024" fmla="*/ 1589627 w 2419350"/>
                <a:gd name="connsiteY9024" fmla="*/ 235077 h 876300"/>
                <a:gd name="connsiteX9025" fmla="*/ 1589151 w 2419350"/>
                <a:gd name="connsiteY9025" fmla="*/ 235363 h 876300"/>
                <a:gd name="connsiteX9026" fmla="*/ 1588961 w 2419350"/>
                <a:gd name="connsiteY9026" fmla="*/ 235934 h 876300"/>
                <a:gd name="connsiteX9027" fmla="*/ 1589723 w 2419350"/>
                <a:gd name="connsiteY9027" fmla="*/ 236696 h 876300"/>
                <a:gd name="connsiteX9028" fmla="*/ 1591342 w 2419350"/>
                <a:gd name="connsiteY9028" fmla="*/ 236601 h 876300"/>
                <a:gd name="connsiteX9029" fmla="*/ 1593056 w 2419350"/>
                <a:gd name="connsiteY9029" fmla="*/ 236029 h 876300"/>
                <a:gd name="connsiteX9030" fmla="*/ 1594009 w 2419350"/>
                <a:gd name="connsiteY9030" fmla="*/ 235458 h 876300"/>
                <a:gd name="connsiteX9031" fmla="*/ 1594390 w 2419350"/>
                <a:gd name="connsiteY9031" fmla="*/ 233839 h 876300"/>
                <a:gd name="connsiteX9032" fmla="*/ 1594580 w 2419350"/>
                <a:gd name="connsiteY9032" fmla="*/ 233458 h 876300"/>
                <a:gd name="connsiteX9033" fmla="*/ 1595342 w 2419350"/>
                <a:gd name="connsiteY9033" fmla="*/ 232791 h 876300"/>
                <a:gd name="connsiteX9034" fmla="*/ 1595533 w 2419350"/>
                <a:gd name="connsiteY9034" fmla="*/ 232410 h 876300"/>
                <a:gd name="connsiteX9035" fmla="*/ 1595628 w 2419350"/>
                <a:gd name="connsiteY9035" fmla="*/ 230886 h 876300"/>
                <a:gd name="connsiteX9036" fmla="*/ 1595914 w 2419350"/>
                <a:gd name="connsiteY9036" fmla="*/ 229362 h 876300"/>
                <a:gd name="connsiteX9037" fmla="*/ 1595914 w 2419350"/>
                <a:gd name="connsiteY9037" fmla="*/ 228314 h 876300"/>
                <a:gd name="connsiteX9038" fmla="*/ 1595628 w 2419350"/>
                <a:gd name="connsiteY9038" fmla="*/ 228314 h 876300"/>
                <a:gd name="connsiteX9039" fmla="*/ 1593247 w 2419350"/>
                <a:gd name="connsiteY9039" fmla="*/ 233744 h 876300"/>
                <a:gd name="connsiteX9040" fmla="*/ 1590865 w 2419350"/>
                <a:gd name="connsiteY9040" fmla="*/ 234791 h 876300"/>
                <a:gd name="connsiteX9041" fmla="*/ 1589627 w 2419350"/>
                <a:gd name="connsiteY9041" fmla="*/ 235077 h 876300"/>
                <a:gd name="connsiteX9042" fmla="*/ 1602772 w 2419350"/>
                <a:gd name="connsiteY9042" fmla="*/ 184404 h 876300"/>
                <a:gd name="connsiteX9043" fmla="*/ 1601914 w 2419350"/>
                <a:gd name="connsiteY9043" fmla="*/ 184213 h 876300"/>
                <a:gd name="connsiteX9044" fmla="*/ 1600962 w 2419350"/>
                <a:gd name="connsiteY9044" fmla="*/ 184213 h 876300"/>
                <a:gd name="connsiteX9045" fmla="*/ 1600105 w 2419350"/>
                <a:gd name="connsiteY9045" fmla="*/ 184499 h 876300"/>
                <a:gd name="connsiteX9046" fmla="*/ 1599533 w 2419350"/>
                <a:gd name="connsiteY9046" fmla="*/ 185071 h 876300"/>
                <a:gd name="connsiteX9047" fmla="*/ 1599629 w 2419350"/>
                <a:gd name="connsiteY9047" fmla="*/ 186404 h 876300"/>
                <a:gd name="connsiteX9048" fmla="*/ 1600772 w 2419350"/>
                <a:gd name="connsiteY9048" fmla="*/ 187547 h 876300"/>
                <a:gd name="connsiteX9049" fmla="*/ 1602391 w 2419350"/>
                <a:gd name="connsiteY9049" fmla="*/ 188024 h 876300"/>
                <a:gd name="connsiteX9050" fmla="*/ 1603915 w 2419350"/>
                <a:gd name="connsiteY9050" fmla="*/ 187166 h 876300"/>
                <a:gd name="connsiteX9051" fmla="*/ 1604105 w 2419350"/>
                <a:gd name="connsiteY9051" fmla="*/ 185356 h 876300"/>
                <a:gd name="connsiteX9052" fmla="*/ 1603820 w 2419350"/>
                <a:gd name="connsiteY9052" fmla="*/ 184785 h 876300"/>
                <a:gd name="connsiteX9053" fmla="*/ 1602772 w 2419350"/>
                <a:gd name="connsiteY9053" fmla="*/ 184404 h 876300"/>
                <a:gd name="connsiteX9054" fmla="*/ 1664303 w 2419350"/>
                <a:gd name="connsiteY9054" fmla="*/ 18383 h 876300"/>
                <a:gd name="connsiteX9055" fmla="*/ 1664494 w 2419350"/>
                <a:gd name="connsiteY9055" fmla="*/ 17812 h 876300"/>
                <a:gd name="connsiteX9056" fmla="*/ 1664303 w 2419350"/>
                <a:gd name="connsiteY9056" fmla="*/ 17717 h 876300"/>
                <a:gd name="connsiteX9057" fmla="*/ 1663922 w 2419350"/>
                <a:gd name="connsiteY9057" fmla="*/ 18193 h 876300"/>
                <a:gd name="connsiteX9058" fmla="*/ 1664113 w 2419350"/>
                <a:gd name="connsiteY9058" fmla="*/ 18669 h 876300"/>
                <a:gd name="connsiteX9059" fmla="*/ 1664303 w 2419350"/>
                <a:gd name="connsiteY9059" fmla="*/ 18383 h 876300"/>
                <a:gd name="connsiteX9060" fmla="*/ 1477899 w 2419350"/>
                <a:gd name="connsiteY9060" fmla="*/ 496919 h 876300"/>
                <a:gd name="connsiteX9061" fmla="*/ 1478185 w 2419350"/>
                <a:gd name="connsiteY9061" fmla="*/ 497396 h 876300"/>
                <a:gd name="connsiteX9062" fmla="*/ 1478756 w 2419350"/>
                <a:gd name="connsiteY9062" fmla="*/ 498062 h 876300"/>
                <a:gd name="connsiteX9063" fmla="*/ 1479804 w 2419350"/>
                <a:gd name="connsiteY9063" fmla="*/ 498920 h 876300"/>
                <a:gd name="connsiteX9064" fmla="*/ 1480947 w 2419350"/>
                <a:gd name="connsiteY9064" fmla="*/ 499396 h 876300"/>
                <a:gd name="connsiteX9065" fmla="*/ 1481423 w 2419350"/>
                <a:gd name="connsiteY9065" fmla="*/ 498824 h 876300"/>
                <a:gd name="connsiteX9066" fmla="*/ 1481995 w 2419350"/>
                <a:gd name="connsiteY9066" fmla="*/ 497967 h 876300"/>
                <a:gd name="connsiteX9067" fmla="*/ 1483042 w 2419350"/>
                <a:gd name="connsiteY9067" fmla="*/ 498062 h 876300"/>
                <a:gd name="connsiteX9068" fmla="*/ 1483995 w 2419350"/>
                <a:gd name="connsiteY9068" fmla="*/ 497967 h 876300"/>
                <a:gd name="connsiteX9069" fmla="*/ 1483995 w 2419350"/>
                <a:gd name="connsiteY9069" fmla="*/ 496538 h 876300"/>
                <a:gd name="connsiteX9070" fmla="*/ 1483614 w 2419350"/>
                <a:gd name="connsiteY9070" fmla="*/ 495681 h 876300"/>
                <a:gd name="connsiteX9071" fmla="*/ 1482947 w 2419350"/>
                <a:gd name="connsiteY9071" fmla="*/ 495014 h 876300"/>
                <a:gd name="connsiteX9072" fmla="*/ 1482090 w 2419350"/>
                <a:gd name="connsiteY9072" fmla="*/ 494729 h 876300"/>
                <a:gd name="connsiteX9073" fmla="*/ 1479042 w 2419350"/>
                <a:gd name="connsiteY9073" fmla="*/ 496062 h 876300"/>
                <a:gd name="connsiteX9074" fmla="*/ 1478375 w 2419350"/>
                <a:gd name="connsiteY9074" fmla="*/ 496157 h 876300"/>
                <a:gd name="connsiteX9075" fmla="*/ 1477899 w 2419350"/>
                <a:gd name="connsiteY9075" fmla="*/ 496348 h 876300"/>
                <a:gd name="connsiteX9076" fmla="*/ 1477899 w 2419350"/>
                <a:gd name="connsiteY9076" fmla="*/ 496919 h 876300"/>
                <a:gd name="connsiteX9077" fmla="*/ 1602676 w 2419350"/>
                <a:gd name="connsiteY9077" fmla="*/ 118205 h 876300"/>
                <a:gd name="connsiteX9078" fmla="*/ 1603248 w 2419350"/>
                <a:gd name="connsiteY9078" fmla="*/ 118967 h 876300"/>
                <a:gd name="connsiteX9079" fmla="*/ 1606010 w 2419350"/>
                <a:gd name="connsiteY9079" fmla="*/ 121253 h 876300"/>
                <a:gd name="connsiteX9080" fmla="*/ 1607248 w 2419350"/>
                <a:gd name="connsiteY9080" fmla="*/ 121920 h 876300"/>
                <a:gd name="connsiteX9081" fmla="*/ 1607439 w 2419350"/>
                <a:gd name="connsiteY9081" fmla="*/ 122206 h 876300"/>
                <a:gd name="connsiteX9082" fmla="*/ 1607439 w 2419350"/>
                <a:gd name="connsiteY9082" fmla="*/ 123920 h 876300"/>
                <a:gd name="connsiteX9083" fmla="*/ 1607248 w 2419350"/>
                <a:gd name="connsiteY9083" fmla="*/ 124206 h 876300"/>
                <a:gd name="connsiteX9084" fmla="*/ 1607058 w 2419350"/>
                <a:gd name="connsiteY9084" fmla="*/ 124682 h 876300"/>
                <a:gd name="connsiteX9085" fmla="*/ 1606582 w 2419350"/>
                <a:gd name="connsiteY9085" fmla="*/ 127254 h 876300"/>
                <a:gd name="connsiteX9086" fmla="*/ 1606677 w 2419350"/>
                <a:gd name="connsiteY9086" fmla="*/ 128206 h 876300"/>
                <a:gd name="connsiteX9087" fmla="*/ 1607534 w 2419350"/>
                <a:gd name="connsiteY9087" fmla="*/ 128873 h 876300"/>
                <a:gd name="connsiteX9088" fmla="*/ 1610011 w 2419350"/>
                <a:gd name="connsiteY9088" fmla="*/ 129540 h 876300"/>
                <a:gd name="connsiteX9089" fmla="*/ 1611154 w 2419350"/>
                <a:gd name="connsiteY9089" fmla="*/ 130207 h 876300"/>
                <a:gd name="connsiteX9090" fmla="*/ 1611439 w 2419350"/>
                <a:gd name="connsiteY9090" fmla="*/ 130778 h 876300"/>
                <a:gd name="connsiteX9091" fmla="*/ 1611439 w 2419350"/>
                <a:gd name="connsiteY9091" fmla="*/ 131254 h 876300"/>
                <a:gd name="connsiteX9092" fmla="*/ 1611630 w 2419350"/>
                <a:gd name="connsiteY9092" fmla="*/ 131636 h 876300"/>
                <a:gd name="connsiteX9093" fmla="*/ 1612392 w 2419350"/>
                <a:gd name="connsiteY9093" fmla="*/ 131826 h 876300"/>
                <a:gd name="connsiteX9094" fmla="*/ 1612773 w 2419350"/>
                <a:gd name="connsiteY9094" fmla="*/ 131731 h 876300"/>
                <a:gd name="connsiteX9095" fmla="*/ 1614583 w 2419350"/>
                <a:gd name="connsiteY9095" fmla="*/ 130302 h 876300"/>
                <a:gd name="connsiteX9096" fmla="*/ 1614868 w 2419350"/>
                <a:gd name="connsiteY9096" fmla="*/ 130016 h 876300"/>
                <a:gd name="connsiteX9097" fmla="*/ 1614964 w 2419350"/>
                <a:gd name="connsiteY9097" fmla="*/ 129635 h 876300"/>
                <a:gd name="connsiteX9098" fmla="*/ 1614868 w 2419350"/>
                <a:gd name="connsiteY9098" fmla="*/ 129254 h 876300"/>
                <a:gd name="connsiteX9099" fmla="*/ 1614488 w 2419350"/>
                <a:gd name="connsiteY9099" fmla="*/ 128397 h 876300"/>
                <a:gd name="connsiteX9100" fmla="*/ 1614297 w 2419350"/>
                <a:gd name="connsiteY9100" fmla="*/ 128016 h 876300"/>
                <a:gd name="connsiteX9101" fmla="*/ 1614011 w 2419350"/>
                <a:gd name="connsiteY9101" fmla="*/ 126873 h 876300"/>
                <a:gd name="connsiteX9102" fmla="*/ 1613916 w 2419350"/>
                <a:gd name="connsiteY9102" fmla="*/ 125635 h 876300"/>
                <a:gd name="connsiteX9103" fmla="*/ 1613630 w 2419350"/>
                <a:gd name="connsiteY9103" fmla="*/ 125635 h 876300"/>
                <a:gd name="connsiteX9104" fmla="*/ 1613059 w 2419350"/>
                <a:gd name="connsiteY9104" fmla="*/ 125444 h 876300"/>
                <a:gd name="connsiteX9105" fmla="*/ 1612487 w 2419350"/>
                <a:gd name="connsiteY9105" fmla="*/ 125159 h 876300"/>
                <a:gd name="connsiteX9106" fmla="*/ 1612297 w 2419350"/>
                <a:gd name="connsiteY9106" fmla="*/ 125063 h 876300"/>
                <a:gd name="connsiteX9107" fmla="*/ 1611725 w 2419350"/>
                <a:gd name="connsiteY9107" fmla="*/ 123635 h 876300"/>
                <a:gd name="connsiteX9108" fmla="*/ 1611344 w 2419350"/>
                <a:gd name="connsiteY9108" fmla="*/ 123158 h 876300"/>
                <a:gd name="connsiteX9109" fmla="*/ 1610487 w 2419350"/>
                <a:gd name="connsiteY9109" fmla="*/ 122396 h 876300"/>
                <a:gd name="connsiteX9110" fmla="*/ 1610297 w 2419350"/>
                <a:gd name="connsiteY9110" fmla="*/ 122111 h 876300"/>
                <a:gd name="connsiteX9111" fmla="*/ 1610106 w 2419350"/>
                <a:gd name="connsiteY9111" fmla="*/ 121539 h 876300"/>
                <a:gd name="connsiteX9112" fmla="*/ 1610106 w 2419350"/>
                <a:gd name="connsiteY9112" fmla="*/ 121158 h 876300"/>
                <a:gd name="connsiteX9113" fmla="*/ 1610201 w 2419350"/>
                <a:gd name="connsiteY9113" fmla="*/ 120872 h 876300"/>
                <a:gd name="connsiteX9114" fmla="*/ 1610201 w 2419350"/>
                <a:gd name="connsiteY9114" fmla="*/ 120491 h 876300"/>
                <a:gd name="connsiteX9115" fmla="*/ 1609915 w 2419350"/>
                <a:gd name="connsiteY9115" fmla="*/ 119539 h 876300"/>
                <a:gd name="connsiteX9116" fmla="*/ 1608011 w 2419350"/>
                <a:gd name="connsiteY9116" fmla="*/ 116681 h 876300"/>
                <a:gd name="connsiteX9117" fmla="*/ 1606867 w 2419350"/>
                <a:gd name="connsiteY9117" fmla="*/ 115348 h 876300"/>
                <a:gd name="connsiteX9118" fmla="*/ 1605058 w 2419350"/>
                <a:gd name="connsiteY9118" fmla="*/ 114110 h 876300"/>
                <a:gd name="connsiteX9119" fmla="*/ 1603153 w 2419350"/>
                <a:gd name="connsiteY9119" fmla="*/ 113824 h 876300"/>
                <a:gd name="connsiteX9120" fmla="*/ 1601914 w 2419350"/>
                <a:gd name="connsiteY9120" fmla="*/ 115253 h 876300"/>
                <a:gd name="connsiteX9121" fmla="*/ 1601819 w 2419350"/>
                <a:gd name="connsiteY9121" fmla="*/ 116396 h 876300"/>
                <a:gd name="connsiteX9122" fmla="*/ 1602105 w 2419350"/>
                <a:gd name="connsiteY9122" fmla="*/ 117443 h 876300"/>
                <a:gd name="connsiteX9123" fmla="*/ 1602676 w 2419350"/>
                <a:gd name="connsiteY9123" fmla="*/ 118205 h 876300"/>
                <a:gd name="connsiteX9124" fmla="*/ 1846898 w 2419350"/>
                <a:gd name="connsiteY9124" fmla="*/ 716947 h 876300"/>
                <a:gd name="connsiteX9125" fmla="*/ 1846326 w 2419350"/>
                <a:gd name="connsiteY9125" fmla="*/ 716852 h 876300"/>
                <a:gd name="connsiteX9126" fmla="*/ 1845850 w 2419350"/>
                <a:gd name="connsiteY9126" fmla="*/ 716947 h 876300"/>
                <a:gd name="connsiteX9127" fmla="*/ 1845373 w 2419350"/>
                <a:gd name="connsiteY9127" fmla="*/ 716852 h 876300"/>
                <a:gd name="connsiteX9128" fmla="*/ 1845088 w 2419350"/>
                <a:gd name="connsiteY9128" fmla="*/ 716947 h 876300"/>
                <a:gd name="connsiteX9129" fmla="*/ 1844992 w 2419350"/>
                <a:gd name="connsiteY9129" fmla="*/ 717233 h 876300"/>
                <a:gd name="connsiteX9130" fmla="*/ 1844802 w 2419350"/>
                <a:gd name="connsiteY9130" fmla="*/ 717518 h 876300"/>
                <a:gd name="connsiteX9131" fmla="*/ 1845183 w 2419350"/>
                <a:gd name="connsiteY9131" fmla="*/ 717613 h 876300"/>
                <a:gd name="connsiteX9132" fmla="*/ 1845850 w 2419350"/>
                <a:gd name="connsiteY9132" fmla="*/ 717613 h 876300"/>
                <a:gd name="connsiteX9133" fmla="*/ 1846231 w 2419350"/>
                <a:gd name="connsiteY9133" fmla="*/ 717709 h 876300"/>
                <a:gd name="connsiteX9134" fmla="*/ 1846898 w 2419350"/>
                <a:gd name="connsiteY9134" fmla="*/ 718280 h 876300"/>
                <a:gd name="connsiteX9135" fmla="*/ 1847659 w 2419350"/>
                <a:gd name="connsiteY9135" fmla="*/ 718280 h 876300"/>
                <a:gd name="connsiteX9136" fmla="*/ 1847850 w 2419350"/>
                <a:gd name="connsiteY9136" fmla="*/ 717518 h 876300"/>
                <a:gd name="connsiteX9137" fmla="*/ 1847469 w 2419350"/>
                <a:gd name="connsiteY9137" fmla="*/ 717137 h 876300"/>
                <a:gd name="connsiteX9138" fmla="*/ 1846898 w 2419350"/>
                <a:gd name="connsiteY9138" fmla="*/ 716947 h 876300"/>
                <a:gd name="connsiteX9139" fmla="*/ 1780223 w 2419350"/>
                <a:gd name="connsiteY9139" fmla="*/ 501205 h 876300"/>
                <a:gd name="connsiteX9140" fmla="*/ 1780127 w 2419350"/>
                <a:gd name="connsiteY9140" fmla="*/ 500729 h 876300"/>
                <a:gd name="connsiteX9141" fmla="*/ 1780032 w 2419350"/>
                <a:gd name="connsiteY9141" fmla="*/ 500253 h 876300"/>
                <a:gd name="connsiteX9142" fmla="*/ 1778984 w 2419350"/>
                <a:gd name="connsiteY9142" fmla="*/ 499967 h 876300"/>
                <a:gd name="connsiteX9143" fmla="*/ 1778032 w 2419350"/>
                <a:gd name="connsiteY9143" fmla="*/ 500348 h 876300"/>
                <a:gd name="connsiteX9144" fmla="*/ 1777460 w 2419350"/>
                <a:gd name="connsiteY9144" fmla="*/ 501205 h 876300"/>
                <a:gd name="connsiteX9145" fmla="*/ 1777556 w 2419350"/>
                <a:gd name="connsiteY9145" fmla="*/ 502444 h 876300"/>
                <a:gd name="connsiteX9146" fmla="*/ 1778222 w 2419350"/>
                <a:gd name="connsiteY9146" fmla="*/ 503301 h 876300"/>
                <a:gd name="connsiteX9147" fmla="*/ 1779175 w 2419350"/>
                <a:gd name="connsiteY9147" fmla="*/ 503396 h 876300"/>
                <a:gd name="connsiteX9148" fmla="*/ 1780127 w 2419350"/>
                <a:gd name="connsiteY9148" fmla="*/ 502920 h 876300"/>
                <a:gd name="connsiteX9149" fmla="*/ 1780794 w 2419350"/>
                <a:gd name="connsiteY9149" fmla="*/ 501968 h 876300"/>
                <a:gd name="connsiteX9150" fmla="*/ 1780413 w 2419350"/>
                <a:gd name="connsiteY9150" fmla="*/ 501587 h 876300"/>
                <a:gd name="connsiteX9151" fmla="*/ 1780223 w 2419350"/>
                <a:gd name="connsiteY9151" fmla="*/ 501205 h 876300"/>
                <a:gd name="connsiteX9152" fmla="*/ 1797844 w 2419350"/>
                <a:gd name="connsiteY9152" fmla="*/ 674656 h 876300"/>
                <a:gd name="connsiteX9153" fmla="*/ 1797367 w 2419350"/>
                <a:gd name="connsiteY9153" fmla="*/ 674942 h 876300"/>
                <a:gd name="connsiteX9154" fmla="*/ 1796987 w 2419350"/>
                <a:gd name="connsiteY9154" fmla="*/ 675322 h 876300"/>
                <a:gd name="connsiteX9155" fmla="*/ 1796891 w 2419350"/>
                <a:gd name="connsiteY9155" fmla="*/ 675894 h 876300"/>
                <a:gd name="connsiteX9156" fmla="*/ 1797367 w 2419350"/>
                <a:gd name="connsiteY9156" fmla="*/ 676466 h 876300"/>
                <a:gd name="connsiteX9157" fmla="*/ 1797939 w 2419350"/>
                <a:gd name="connsiteY9157" fmla="*/ 676751 h 876300"/>
                <a:gd name="connsiteX9158" fmla="*/ 1798320 w 2419350"/>
                <a:gd name="connsiteY9158" fmla="*/ 676751 h 876300"/>
                <a:gd name="connsiteX9159" fmla="*/ 1798701 w 2419350"/>
                <a:gd name="connsiteY9159" fmla="*/ 676466 h 876300"/>
                <a:gd name="connsiteX9160" fmla="*/ 1798796 w 2419350"/>
                <a:gd name="connsiteY9160" fmla="*/ 675704 h 876300"/>
                <a:gd name="connsiteX9161" fmla="*/ 1798415 w 2419350"/>
                <a:gd name="connsiteY9161" fmla="*/ 674942 h 876300"/>
                <a:gd name="connsiteX9162" fmla="*/ 1797844 w 2419350"/>
                <a:gd name="connsiteY9162" fmla="*/ 674656 h 876300"/>
                <a:gd name="connsiteX9163" fmla="*/ 1776031 w 2419350"/>
                <a:gd name="connsiteY9163" fmla="*/ 494062 h 876300"/>
                <a:gd name="connsiteX9164" fmla="*/ 1775270 w 2419350"/>
                <a:gd name="connsiteY9164" fmla="*/ 492824 h 876300"/>
                <a:gd name="connsiteX9165" fmla="*/ 1774603 w 2419350"/>
                <a:gd name="connsiteY9165" fmla="*/ 492824 h 876300"/>
                <a:gd name="connsiteX9166" fmla="*/ 1774031 w 2419350"/>
                <a:gd name="connsiteY9166" fmla="*/ 493586 h 876300"/>
                <a:gd name="connsiteX9167" fmla="*/ 1773555 w 2419350"/>
                <a:gd name="connsiteY9167" fmla="*/ 494824 h 876300"/>
                <a:gd name="connsiteX9168" fmla="*/ 1772888 w 2419350"/>
                <a:gd name="connsiteY9168" fmla="*/ 494443 h 876300"/>
                <a:gd name="connsiteX9169" fmla="*/ 1771364 w 2419350"/>
                <a:gd name="connsiteY9169" fmla="*/ 493871 h 876300"/>
                <a:gd name="connsiteX9170" fmla="*/ 1770793 w 2419350"/>
                <a:gd name="connsiteY9170" fmla="*/ 493490 h 876300"/>
                <a:gd name="connsiteX9171" fmla="*/ 1770031 w 2419350"/>
                <a:gd name="connsiteY9171" fmla="*/ 492443 h 876300"/>
                <a:gd name="connsiteX9172" fmla="*/ 1769555 w 2419350"/>
                <a:gd name="connsiteY9172" fmla="*/ 492157 h 876300"/>
                <a:gd name="connsiteX9173" fmla="*/ 1768792 w 2419350"/>
                <a:gd name="connsiteY9173" fmla="*/ 492157 h 876300"/>
                <a:gd name="connsiteX9174" fmla="*/ 1767554 w 2419350"/>
                <a:gd name="connsiteY9174" fmla="*/ 492252 h 876300"/>
                <a:gd name="connsiteX9175" fmla="*/ 1767459 w 2419350"/>
                <a:gd name="connsiteY9175" fmla="*/ 493109 h 876300"/>
                <a:gd name="connsiteX9176" fmla="*/ 1767935 w 2419350"/>
                <a:gd name="connsiteY9176" fmla="*/ 494062 h 876300"/>
                <a:gd name="connsiteX9177" fmla="*/ 1768888 w 2419350"/>
                <a:gd name="connsiteY9177" fmla="*/ 495395 h 876300"/>
                <a:gd name="connsiteX9178" fmla="*/ 1769269 w 2419350"/>
                <a:gd name="connsiteY9178" fmla="*/ 496253 h 876300"/>
                <a:gd name="connsiteX9179" fmla="*/ 1769745 w 2419350"/>
                <a:gd name="connsiteY9179" fmla="*/ 497014 h 876300"/>
                <a:gd name="connsiteX9180" fmla="*/ 1770507 w 2419350"/>
                <a:gd name="connsiteY9180" fmla="*/ 497586 h 876300"/>
                <a:gd name="connsiteX9181" fmla="*/ 1770126 w 2419350"/>
                <a:gd name="connsiteY9181" fmla="*/ 497586 h 876300"/>
                <a:gd name="connsiteX9182" fmla="*/ 1770602 w 2419350"/>
                <a:gd name="connsiteY9182" fmla="*/ 498253 h 876300"/>
                <a:gd name="connsiteX9183" fmla="*/ 1771079 w 2419350"/>
                <a:gd name="connsiteY9183" fmla="*/ 498824 h 876300"/>
                <a:gd name="connsiteX9184" fmla="*/ 1771555 w 2419350"/>
                <a:gd name="connsiteY9184" fmla="*/ 499110 h 876300"/>
                <a:gd name="connsiteX9185" fmla="*/ 1772031 w 2419350"/>
                <a:gd name="connsiteY9185" fmla="*/ 499015 h 876300"/>
                <a:gd name="connsiteX9186" fmla="*/ 1772603 w 2419350"/>
                <a:gd name="connsiteY9186" fmla="*/ 498538 h 876300"/>
                <a:gd name="connsiteX9187" fmla="*/ 1772603 w 2419350"/>
                <a:gd name="connsiteY9187" fmla="*/ 497967 h 876300"/>
                <a:gd name="connsiteX9188" fmla="*/ 1772412 w 2419350"/>
                <a:gd name="connsiteY9188" fmla="*/ 497396 h 876300"/>
                <a:gd name="connsiteX9189" fmla="*/ 1772412 w 2419350"/>
                <a:gd name="connsiteY9189" fmla="*/ 496824 h 876300"/>
                <a:gd name="connsiteX9190" fmla="*/ 1773269 w 2419350"/>
                <a:gd name="connsiteY9190" fmla="*/ 496253 h 876300"/>
                <a:gd name="connsiteX9191" fmla="*/ 1774222 w 2419350"/>
                <a:gd name="connsiteY9191" fmla="*/ 496919 h 876300"/>
                <a:gd name="connsiteX9192" fmla="*/ 1775270 w 2419350"/>
                <a:gd name="connsiteY9192" fmla="*/ 497967 h 876300"/>
                <a:gd name="connsiteX9193" fmla="*/ 1776413 w 2419350"/>
                <a:gd name="connsiteY9193" fmla="*/ 498634 h 876300"/>
                <a:gd name="connsiteX9194" fmla="*/ 1776317 w 2419350"/>
                <a:gd name="connsiteY9194" fmla="*/ 495014 h 876300"/>
                <a:gd name="connsiteX9195" fmla="*/ 1776031 w 2419350"/>
                <a:gd name="connsiteY9195" fmla="*/ 494062 h 876300"/>
                <a:gd name="connsiteX9196" fmla="*/ 1744789 w 2419350"/>
                <a:gd name="connsiteY9196" fmla="*/ 737997 h 876300"/>
                <a:gd name="connsiteX9197" fmla="*/ 1744599 w 2419350"/>
                <a:gd name="connsiteY9197" fmla="*/ 737426 h 876300"/>
                <a:gd name="connsiteX9198" fmla="*/ 1742884 w 2419350"/>
                <a:gd name="connsiteY9198" fmla="*/ 736378 h 876300"/>
                <a:gd name="connsiteX9199" fmla="*/ 1741170 w 2419350"/>
                <a:gd name="connsiteY9199" fmla="*/ 736949 h 876300"/>
                <a:gd name="connsiteX9200" fmla="*/ 1739074 w 2419350"/>
                <a:gd name="connsiteY9200" fmla="*/ 737045 h 876300"/>
                <a:gd name="connsiteX9201" fmla="*/ 1734979 w 2419350"/>
                <a:gd name="connsiteY9201" fmla="*/ 736378 h 876300"/>
                <a:gd name="connsiteX9202" fmla="*/ 1731169 w 2419350"/>
                <a:gd name="connsiteY9202" fmla="*/ 735044 h 876300"/>
                <a:gd name="connsiteX9203" fmla="*/ 1729264 w 2419350"/>
                <a:gd name="connsiteY9203" fmla="*/ 734663 h 876300"/>
                <a:gd name="connsiteX9204" fmla="*/ 1727359 w 2419350"/>
                <a:gd name="connsiteY9204" fmla="*/ 734949 h 876300"/>
                <a:gd name="connsiteX9205" fmla="*/ 1726787 w 2419350"/>
                <a:gd name="connsiteY9205" fmla="*/ 734854 h 876300"/>
                <a:gd name="connsiteX9206" fmla="*/ 1726216 w 2419350"/>
                <a:gd name="connsiteY9206" fmla="*/ 734949 h 876300"/>
                <a:gd name="connsiteX9207" fmla="*/ 1725739 w 2419350"/>
                <a:gd name="connsiteY9207" fmla="*/ 735235 h 876300"/>
                <a:gd name="connsiteX9208" fmla="*/ 1725549 w 2419350"/>
                <a:gd name="connsiteY9208" fmla="*/ 735711 h 876300"/>
                <a:gd name="connsiteX9209" fmla="*/ 1726311 w 2419350"/>
                <a:gd name="connsiteY9209" fmla="*/ 736092 h 876300"/>
                <a:gd name="connsiteX9210" fmla="*/ 1726787 w 2419350"/>
                <a:gd name="connsiteY9210" fmla="*/ 736473 h 876300"/>
                <a:gd name="connsiteX9211" fmla="*/ 1726978 w 2419350"/>
                <a:gd name="connsiteY9211" fmla="*/ 736949 h 876300"/>
                <a:gd name="connsiteX9212" fmla="*/ 1727168 w 2419350"/>
                <a:gd name="connsiteY9212" fmla="*/ 738092 h 876300"/>
                <a:gd name="connsiteX9213" fmla="*/ 1727645 w 2419350"/>
                <a:gd name="connsiteY9213" fmla="*/ 738854 h 876300"/>
                <a:gd name="connsiteX9214" fmla="*/ 1728978 w 2419350"/>
                <a:gd name="connsiteY9214" fmla="*/ 739902 h 876300"/>
                <a:gd name="connsiteX9215" fmla="*/ 1729835 w 2419350"/>
                <a:gd name="connsiteY9215" fmla="*/ 740378 h 876300"/>
                <a:gd name="connsiteX9216" fmla="*/ 1730883 w 2419350"/>
                <a:gd name="connsiteY9216" fmla="*/ 740664 h 876300"/>
                <a:gd name="connsiteX9217" fmla="*/ 1734122 w 2419350"/>
                <a:gd name="connsiteY9217" fmla="*/ 740855 h 876300"/>
                <a:gd name="connsiteX9218" fmla="*/ 1734883 w 2419350"/>
                <a:gd name="connsiteY9218" fmla="*/ 741045 h 876300"/>
                <a:gd name="connsiteX9219" fmla="*/ 1735550 w 2419350"/>
                <a:gd name="connsiteY9219" fmla="*/ 741331 h 876300"/>
                <a:gd name="connsiteX9220" fmla="*/ 1737741 w 2419350"/>
                <a:gd name="connsiteY9220" fmla="*/ 742855 h 876300"/>
                <a:gd name="connsiteX9221" fmla="*/ 1738503 w 2419350"/>
                <a:gd name="connsiteY9221" fmla="*/ 743236 h 876300"/>
                <a:gd name="connsiteX9222" fmla="*/ 1739360 w 2419350"/>
                <a:gd name="connsiteY9222" fmla="*/ 743331 h 876300"/>
                <a:gd name="connsiteX9223" fmla="*/ 1740217 w 2419350"/>
                <a:gd name="connsiteY9223" fmla="*/ 742950 h 876300"/>
                <a:gd name="connsiteX9224" fmla="*/ 1740884 w 2419350"/>
                <a:gd name="connsiteY9224" fmla="*/ 741426 h 876300"/>
                <a:gd name="connsiteX9225" fmla="*/ 1741551 w 2419350"/>
                <a:gd name="connsiteY9225" fmla="*/ 741045 h 876300"/>
                <a:gd name="connsiteX9226" fmla="*/ 1744218 w 2419350"/>
                <a:gd name="connsiteY9226" fmla="*/ 738854 h 876300"/>
                <a:gd name="connsiteX9227" fmla="*/ 1744789 w 2419350"/>
                <a:gd name="connsiteY9227" fmla="*/ 737997 h 876300"/>
                <a:gd name="connsiteX9228" fmla="*/ 1774222 w 2419350"/>
                <a:gd name="connsiteY9228" fmla="*/ 681800 h 876300"/>
                <a:gd name="connsiteX9229" fmla="*/ 1773841 w 2419350"/>
                <a:gd name="connsiteY9229" fmla="*/ 681704 h 876300"/>
                <a:gd name="connsiteX9230" fmla="*/ 1772888 w 2419350"/>
                <a:gd name="connsiteY9230" fmla="*/ 681609 h 876300"/>
                <a:gd name="connsiteX9231" fmla="*/ 1772412 w 2419350"/>
                <a:gd name="connsiteY9231" fmla="*/ 681419 h 876300"/>
                <a:gd name="connsiteX9232" fmla="*/ 1771936 w 2419350"/>
                <a:gd name="connsiteY9232" fmla="*/ 681038 h 876300"/>
                <a:gd name="connsiteX9233" fmla="*/ 1771174 w 2419350"/>
                <a:gd name="connsiteY9233" fmla="*/ 680276 h 876300"/>
                <a:gd name="connsiteX9234" fmla="*/ 1770698 w 2419350"/>
                <a:gd name="connsiteY9234" fmla="*/ 679990 h 876300"/>
                <a:gd name="connsiteX9235" fmla="*/ 1769269 w 2419350"/>
                <a:gd name="connsiteY9235" fmla="*/ 680466 h 876300"/>
                <a:gd name="connsiteX9236" fmla="*/ 1767745 w 2419350"/>
                <a:gd name="connsiteY9236" fmla="*/ 681419 h 876300"/>
                <a:gd name="connsiteX9237" fmla="*/ 1766506 w 2419350"/>
                <a:gd name="connsiteY9237" fmla="*/ 682562 h 876300"/>
                <a:gd name="connsiteX9238" fmla="*/ 1765935 w 2419350"/>
                <a:gd name="connsiteY9238" fmla="*/ 683514 h 876300"/>
                <a:gd name="connsiteX9239" fmla="*/ 1766125 w 2419350"/>
                <a:gd name="connsiteY9239" fmla="*/ 684562 h 876300"/>
                <a:gd name="connsiteX9240" fmla="*/ 1766888 w 2419350"/>
                <a:gd name="connsiteY9240" fmla="*/ 685133 h 876300"/>
                <a:gd name="connsiteX9241" fmla="*/ 1768888 w 2419350"/>
                <a:gd name="connsiteY9241" fmla="*/ 685991 h 876300"/>
                <a:gd name="connsiteX9242" fmla="*/ 1770888 w 2419350"/>
                <a:gd name="connsiteY9242" fmla="*/ 687610 h 876300"/>
                <a:gd name="connsiteX9243" fmla="*/ 1771745 w 2419350"/>
                <a:gd name="connsiteY9243" fmla="*/ 688086 h 876300"/>
                <a:gd name="connsiteX9244" fmla="*/ 1773746 w 2419350"/>
                <a:gd name="connsiteY9244" fmla="*/ 685895 h 876300"/>
                <a:gd name="connsiteX9245" fmla="*/ 1773936 w 2419350"/>
                <a:gd name="connsiteY9245" fmla="*/ 685514 h 876300"/>
                <a:gd name="connsiteX9246" fmla="*/ 1773269 w 2419350"/>
                <a:gd name="connsiteY9246" fmla="*/ 684752 h 876300"/>
                <a:gd name="connsiteX9247" fmla="*/ 1772793 w 2419350"/>
                <a:gd name="connsiteY9247" fmla="*/ 683990 h 876300"/>
                <a:gd name="connsiteX9248" fmla="*/ 1773364 w 2419350"/>
                <a:gd name="connsiteY9248" fmla="*/ 683609 h 876300"/>
                <a:gd name="connsiteX9249" fmla="*/ 1774507 w 2419350"/>
                <a:gd name="connsiteY9249" fmla="*/ 683419 h 876300"/>
                <a:gd name="connsiteX9250" fmla="*/ 1775079 w 2419350"/>
                <a:gd name="connsiteY9250" fmla="*/ 682847 h 876300"/>
                <a:gd name="connsiteX9251" fmla="*/ 1774984 w 2419350"/>
                <a:gd name="connsiteY9251" fmla="*/ 682180 h 876300"/>
                <a:gd name="connsiteX9252" fmla="*/ 1774222 w 2419350"/>
                <a:gd name="connsiteY9252" fmla="*/ 681800 h 876300"/>
                <a:gd name="connsiteX9253" fmla="*/ 1750028 w 2419350"/>
                <a:gd name="connsiteY9253" fmla="*/ 742188 h 876300"/>
                <a:gd name="connsiteX9254" fmla="*/ 1749838 w 2419350"/>
                <a:gd name="connsiteY9254" fmla="*/ 740569 h 876300"/>
                <a:gd name="connsiteX9255" fmla="*/ 1749362 w 2419350"/>
                <a:gd name="connsiteY9255" fmla="*/ 740093 h 876300"/>
                <a:gd name="connsiteX9256" fmla="*/ 1748218 w 2419350"/>
                <a:gd name="connsiteY9256" fmla="*/ 740188 h 876300"/>
                <a:gd name="connsiteX9257" fmla="*/ 1746790 w 2419350"/>
                <a:gd name="connsiteY9257" fmla="*/ 740664 h 876300"/>
                <a:gd name="connsiteX9258" fmla="*/ 1745361 w 2419350"/>
                <a:gd name="connsiteY9258" fmla="*/ 740950 h 876300"/>
                <a:gd name="connsiteX9259" fmla="*/ 1744218 w 2419350"/>
                <a:gd name="connsiteY9259" fmla="*/ 740474 h 876300"/>
                <a:gd name="connsiteX9260" fmla="*/ 1743456 w 2419350"/>
                <a:gd name="connsiteY9260" fmla="*/ 740759 h 876300"/>
                <a:gd name="connsiteX9261" fmla="*/ 1743170 w 2419350"/>
                <a:gd name="connsiteY9261" fmla="*/ 741236 h 876300"/>
                <a:gd name="connsiteX9262" fmla="*/ 1742980 w 2419350"/>
                <a:gd name="connsiteY9262" fmla="*/ 741807 h 876300"/>
                <a:gd name="connsiteX9263" fmla="*/ 1742599 w 2419350"/>
                <a:gd name="connsiteY9263" fmla="*/ 742474 h 876300"/>
                <a:gd name="connsiteX9264" fmla="*/ 1742408 w 2419350"/>
                <a:gd name="connsiteY9264" fmla="*/ 743045 h 876300"/>
                <a:gd name="connsiteX9265" fmla="*/ 1742694 w 2419350"/>
                <a:gd name="connsiteY9265" fmla="*/ 743522 h 876300"/>
                <a:gd name="connsiteX9266" fmla="*/ 1743170 w 2419350"/>
                <a:gd name="connsiteY9266" fmla="*/ 743903 h 876300"/>
                <a:gd name="connsiteX9267" fmla="*/ 1743551 w 2419350"/>
                <a:gd name="connsiteY9267" fmla="*/ 744093 h 876300"/>
                <a:gd name="connsiteX9268" fmla="*/ 1744599 w 2419350"/>
                <a:gd name="connsiteY9268" fmla="*/ 744379 h 876300"/>
                <a:gd name="connsiteX9269" fmla="*/ 1746123 w 2419350"/>
                <a:gd name="connsiteY9269" fmla="*/ 744569 h 876300"/>
                <a:gd name="connsiteX9270" fmla="*/ 1747742 w 2419350"/>
                <a:gd name="connsiteY9270" fmla="*/ 744569 h 876300"/>
                <a:gd name="connsiteX9271" fmla="*/ 1749076 w 2419350"/>
                <a:gd name="connsiteY9271" fmla="*/ 744379 h 876300"/>
                <a:gd name="connsiteX9272" fmla="*/ 1749647 w 2419350"/>
                <a:gd name="connsiteY9272" fmla="*/ 744188 h 876300"/>
                <a:gd name="connsiteX9273" fmla="*/ 1750314 w 2419350"/>
                <a:gd name="connsiteY9273" fmla="*/ 743903 h 876300"/>
                <a:gd name="connsiteX9274" fmla="*/ 1750695 w 2419350"/>
                <a:gd name="connsiteY9274" fmla="*/ 743426 h 876300"/>
                <a:gd name="connsiteX9275" fmla="*/ 1750314 w 2419350"/>
                <a:gd name="connsiteY9275" fmla="*/ 742760 h 876300"/>
                <a:gd name="connsiteX9276" fmla="*/ 1750028 w 2419350"/>
                <a:gd name="connsiteY9276" fmla="*/ 742188 h 876300"/>
                <a:gd name="connsiteX9277" fmla="*/ 1766792 w 2419350"/>
                <a:gd name="connsiteY9277" fmla="*/ 498062 h 876300"/>
                <a:gd name="connsiteX9278" fmla="*/ 1767745 w 2419350"/>
                <a:gd name="connsiteY9278" fmla="*/ 497586 h 876300"/>
                <a:gd name="connsiteX9279" fmla="*/ 1767459 w 2419350"/>
                <a:gd name="connsiteY9279" fmla="*/ 496443 h 876300"/>
                <a:gd name="connsiteX9280" fmla="*/ 1766602 w 2419350"/>
                <a:gd name="connsiteY9280" fmla="*/ 495205 h 876300"/>
                <a:gd name="connsiteX9281" fmla="*/ 1765840 w 2419350"/>
                <a:gd name="connsiteY9281" fmla="*/ 494443 h 876300"/>
                <a:gd name="connsiteX9282" fmla="*/ 1764982 w 2419350"/>
                <a:gd name="connsiteY9282" fmla="*/ 494062 h 876300"/>
                <a:gd name="connsiteX9283" fmla="*/ 1763078 w 2419350"/>
                <a:gd name="connsiteY9283" fmla="*/ 493776 h 876300"/>
                <a:gd name="connsiteX9284" fmla="*/ 1762220 w 2419350"/>
                <a:gd name="connsiteY9284" fmla="*/ 493395 h 876300"/>
                <a:gd name="connsiteX9285" fmla="*/ 1760411 w 2419350"/>
                <a:gd name="connsiteY9285" fmla="*/ 493967 h 876300"/>
                <a:gd name="connsiteX9286" fmla="*/ 1759839 w 2419350"/>
                <a:gd name="connsiteY9286" fmla="*/ 494443 h 876300"/>
                <a:gd name="connsiteX9287" fmla="*/ 1759458 w 2419350"/>
                <a:gd name="connsiteY9287" fmla="*/ 495110 h 876300"/>
                <a:gd name="connsiteX9288" fmla="*/ 1759267 w 2419350"/>
                <a:gd name="connsiteY9288" fmla="*/ 495871 h 876300"/>
                <a:gd name="connsiteX9289" fmla="*/ 1759267 w 2419350"/>
                <a:gd name="connsiteY9289" fmla="*/ 496538 h 876300"/>
                <a:gd name="connsiteX9290" fmla="*/ 1758982 w 2419350"/>
                <a:gd name="connsiteY9290" fmla="*/ 497396 h 876300"/>
                <a:gd name="connsiteX9291" fmla="*/ 1758506 w 2419350"/>
                <a:gd name="connsiteY9291" fmla="*/ 498443 h 876300"/>
                <a:gd name="connsiteX9292" fmla="*/ 1758220 w 2419350"/>
                <a:gd name="connsiteY9292" fmla="*/ 499491 h 876300"/>
                <a:gd name="connsiteX9293" fmla="*/ 1758506 w 2419350"/>
                <a:gd name="connsiteY9293" fmla="*/ 500348 h 876300"/>
                <a:gd name="connsiteX9294" fmla="*/ 1760506 w 2419350"/>
                <a:gd name="connsiteY9294" fmla="*/ 499491 h 876300"/>
                <a:gd name="connsiteX9295" fmla="*/ 1761458 w 2419350"/>
                <a:gd name="connsiteY9295" fmla="*/ 499301 h 876300"/>
                <a:gd name="connsiteX9296" fmla="*/ 1763649 w 2419350"/>
                <a:gd name="connsiteY9296" fmla="*/ 499110 h 876300"/>
                <a:gd name="connsiteX9297" fmla="*/ 1765649 w 2419350"/>
                <a:gd name="connsiteY9297" fmla="*/ 498348 h 876300"/>
                <a:gd name="connsiteX9298" fmla="*/ 1766792 w 2419350"/>
                <a:gd name="connsiteY9298" fmla="*/ 498062 h 876300"/>
                <a:gd name="connsiteX9299" fmla="*/ 1753172 w 2419350"/>
                <a:gd name="connsiteY9299" fmla="*/ 492919 h 876300"/>
                <a:gd name="connsiteX9300" fmla="*/ 1750790 w 2419350"/>
                <a:gd name="connsiteY9300" fmla="*/ 493871 h 876300"/>
                <a:gd name="connsiteX9301" fmla="*/ 1746409 w 2419350"/>
                <a:gd name="connsiteY9301" fmla="*/ 497110 h 876300"/>
                <a:gd name="connsiteX9302" fmla="*/ 1745837 w 2419350"/>
                <a:gd name="connsiteY9302" fmla="*/ 497300 h 876300"/>
                <a:gd name="connsiteX9303" fmla="*/ 1741361 w 2419350"/>
                <a:gd name="connsiteY9303" fmla="*/ 497014 h 876300"/>
                <a:gd name="connsiteX9304" fmla="*/ 1740598 w 2419350"/>
                <a:gd name="connsiteY9304" fmla="*/ 497110 h 876300"/>
                <a:gd name="connsiteX9305" fmla="*/ 1739932 w 2419350"/>
                <a:gd name="connsiteY9305" fmla="*/ 497300 h 876300"/>
                <a:gd name="connsiteX9306" fmla="*/ 1737265 w 2419350"/>
                <a:gd name="connsiteY9306" fmla="*/ 498920 h 876300"/>
                <a:gd name="connsiteX9307" fmla="*/ 1736026 w 2419350"/>
                <a:gd name="connsiteY9307" fmla="*/ 499967 h 876300"/>
                <a:gd name="connsiteX9308" fmla="*/ 1733645 w 2419350"/>
                <a:gd name="connsiteY9308" fmla="*/ 502825 h 876300"/>
                <a:gd name="connsiteX9309" fmla="*/ 1733455 w 2419350"/>
                <a:gd name="connsiteY9309" fmla="*/ 503301 h 876300"/>
                <a:gd name="connsiteX9310" fmla="*/ 1734026 w 2419350"/>
                <a:gd name="connsiteY9310" fmla="*/ 504539 h 876300"/>
                <a:gd name="connsiteX9311" fmla="*/ 1734217 w 2419350"/>
                <a:gd name="connsiteY9311" fmla="*/ 505682 h 876300"/>
                <a:gd name="connsiteX9312" fmla="*/ 1734598 w 2419350"/>
                <a:gd name="connsiteY9312" fmla="*/ 506539 h 876300"/>
                <a:gd name="connsiteX9313" fmla="*/ 1735646 w 2419350"/>
                <a:gd name="connsiteY9313" fmla="*/ 507016 h 876300"/>
                <a:gd name="connsiteX9314" fmla="*/ 1737360 w 2419350"/>
                <a:gd name="connsiteY9314" fmla="*/ 506921 h 876300"/>
                <a:gd name="connsiteX9315" fmla="*/ 1738408 w 2419350"/>
                <a:gd name="connsiteY9315" fmla="*/ 506159 h 876300"/>
                <a:gd name="connsiteX9316" fmla="*/ 1739265 w 2419350"/>
                <a:gd name="connsiteY9316" fmla="*/ 505111 h 876300"/>
                <a:gd name="connsiteX9317" fmla="*/ 1740408 w 2419350"/>
                <a:gd name="connsiteY9317" fmla="*/ 504158 h 876300"/>
                <a:gd name="connsiteX9318" fmla="*/ 1741075 w 2419350"/>
                <a:gd name="connsiteY9318" fmla="*/ 503872 h 876300"/>
                <a:gd name="connsiteX9319" fmla="*/ 1742408 w 2419350"/>
                <a:gd name="connsiteY9319" fmla="*/ 503587 h 876300"/>
                <a:gd name="connsiteX9320" fmla="*/ 1743742 w 2419350"/>
                <a:gd name="connsiteY9320" fmla="*/ 502730 h 876300"/>
                <a:gd name="connsiteX9321" fmla="*/ 1745742 w 2419350"/>
                <a:gd name="connsiteY9321" fmla="*/ 501872 h 876300"/>
                <a:gd name="connsiteX9322" fmla="*/ 1747742 w 2419350"/>
                <a:gd name="connsiteY9322" fmla="*/ 500348 h 876300"/>
                <a:gd name="connsiteX9323" fmla="*/ 1748790 w 2419350"/>
                <a:gd name="connsiteY9323" fmla="*/ 499967 h 876300"/>
                <a:gd name="connsiteX9324" fmla="*/ 1749742 w 2419350"/>
                <a:gd name="connsiteY9324" fmla="*/ 500444 h 876300"/>
                <a:gd name="connsiteX9325" fmla="*/ 1748885 w 2419350"/>
                <a:gd name="connsiteY9325" fmla="*/ 501396 h 876300"/>
                <a:gd name="connsiteX9326" fmla="*/ 1746123 w 2419350"/>
                <a:gd name="connsiteY9326" fmla="*/ 503206 h 876300"/>
                <a:gd name="connsiteX9327" fmla="*/ 1745075 w 2419350"/>
                <a:gd name="connsiteY9327" fmla="*/ 505301 h 876300"/>
                <a:gd name="connsiteX9328" fmla="*/ 1744789 w 2419350"/>
                <a:gd name="connsiteY9328" fmla="*/ 505682 h 876300"/>
                <a:gd name="connsiteX9329" fmla="*/ 1743551 w 2419350"/>
                <a:gd name="connsiteY9329" fmla="*/ 506444 h 876300"/>
                <a:gd name="connsiteX9330" fmla="*/ 1743170 w 2419350"/>
                <a:gd name="connsiteY9330" fmla="*/ 506921 h 876300"/>
                <a:gd name="connsiteX9331" fmla="*/ 1744789 w 2419350"/>
                <a:gd name="connsiteY9331" fmla="*/ 506730 h 876300"/>
                <a:gd name="connsiteX9332" fmla="*/ 1745742 w 2419350"/>
                <a:gd name="connsiteY9332" fmla="*/ 505968 h 876300"/>
                <a:gd name="connsiteX9333" fmla="*/ 1746504 w 2419350"/>
                <a:gd name="connsiteY9333" fmla="*/ 505111 h 876300"/>
                <a:gd name="connsiteX9334" fmla="*/ 1747647 w 2419350"/>
                <a:gd name="connsiteY9334" fmla="*/ 504730 h 876300"/>
                <a:gd name="connsiteX9335" fmla="*/ 1749171 w 2419350"/>
                <a:gd name="connsiteY9335" fmla="*/ 504635 h 876300"/>
                <a:gd name="connsiteX9336" fmla="*/ 1750409 w 2419350"/>
                <a:gd name="connsiteY9336" fmla="*/ 504254 h 876300"/>
                <a:gd name="connsiteX9337" fmla="*/ 1751362 w 2419350"/>
                <a:gd name="connsiteY9337" fmla="*/ 503587 h 876300"/>
                <a:gd name="connsiteX9338" fmla="*/ 1752409 w 2419350"/>
                <a:gd name="connsiteY9338" fmla="*/ 502063 h 876300"/>
                <a:gd name="connsiteX9339" fmla="*/ 1752600 w 2419350"/>
                <a:gd name="connsiteY9339" fmla="*/ 501682 h 876300"/>
                <a:gd name="connsiteX9340" fmla="*/ 1752505 w 2419350"/>
                <a:gd name="connsiteY9340" fmla="*/ 501301 h 876300"/>
                <a:gd name="connsiteX9341" fmla="*/ 1751171 w 2419350"/>
                <a:gd name="connsiteY9341" fmla="*/ 499586 h 876300"/>
                <a:gd name="connsiteX9342" fmla="*/ 1750886 w 2419350"/>
                <a:gd name="connsiteY9342" fmla="*/ 498920 h 876300"/>
                <a:gd name="connsiteX9343" fmla="*/ 1751171 w 2419350"/>
                <a:gd name="connsiteY9343" fmla="*/ 498634 h 876300"/>
                <a:gd name="connsiteX9344" fmla="*/ 1751743 w 2419350"/>
                <a:gd name="connsiteY9344" fmla="*/ 498634 h 876300"/>
                <a:gd name="connsiteX9345" fmla="*/ 1752029 w 2419350"/>
                <a:gd name="connsiteY9345" fmla="*/ 498634 h 876300"/>
                <a:gd name="connsiteX9346" fmla="*/ 1752790 w 2419350"/>
                <a:gd name="connsiteY9346" fmla="*/ 498920 h 876300"/>
                <a:gd name="connsiteX9347" fmla="*/ 1753838 w 2419350"/>
                <a:gd name="connsiteY9347" fmla="*/ 499586 h 876300"/>
                <a:gd name="connsiteX9348" fmla="*/ 1754219 w 2419350"/>
                <a:gd name="connsiteY9348" fmla="*/ 499681 h 876300"/>
                <a:gd name="connsiteX9349" fmla="*/ 1755553 w 2419350"/>
                <a:gd name="connsiteY9349" fmla="*/ 499205 h 876300"/>
                <a:gd name="connsiteX9350" fmla="*/ 1755648 w 2419350"/>
                <a:gd name="connsiteY9350" fmla="*/ 498348 h 876300"/>
                <a:gd name="connsiteX9351" fmla="*/ 1755172 w 2419350"/>
                <a:gd name="connsiteY9351" fmla="*/ 497300 h 876300"/>
                <a:gd name="connsiteX9352" fmla="*/ 1754886 w 2419350"/>
                <a:gd name="connsiteY9352" fmla="*/ 496157 h 876300"/>
                <a:gd name="connsiteX9353" fmla="*/ 1755267 w 2419350"/>
                <a:gd name="connsiteY9353" fmla="*/ 495300 h 876300"/>
                <a:gd name="connsiteX9354" fmla="*/ 1755934 w 2419350"/>
                <a:gd name="connsiteY9354" fmla="*/ 494633 h 876300"/>
                <a:gd name="connsiteX9355" fmla="*/ 1756220 w 2419350"/>
                <a:gd name="connsiteY9355" fmla="*/ 493967 h 876300"/>
                <a:gd name="connsiteX9356" fmla="*/ 1755267 w 2419350"/>
                <a:gd name="connsiteY9356" fmla="*/ 493014 h 876300"/>
                <a:gd name="connsiteX9357" fmla="*/ 1753172 w 2419350"/>
                <a:gd name="connsiteY9357" fmla="*/ 492919 h 876300"/>
                <a:gd name="connsiteX9358" fmla="*/ 1790224 w 2419350"/>
                <a:gd name="connsiteY9358" fmla="*/ 739426 h 876300"/>
                <a:gd name="connsiteX9359" fmla="*/ 1790033 w 2419350"/>
                <a:gd name="connsiteY9359" fmla="*/ 739235 h 876300"/>
                <a:gd name="connsiteX9360" fmla="*/ 1784985 w 2419350"/>
                <a:gd name="connsiteY9360" fmla="*/ 738854 h 876300"/>
                <a:gd name="connsiteX9361" fmla="*/ 1783366 w 2419350"/>
                <a:gd name="connsiteY9361" fmla="*/ 739235 h 876300"/>
                <a:gd name="connsiteX9362" fmla="*/ 1782128 w 2419350"/>
                <a:gd name="connsiteY9362" fmla="*/ 739997 h 876300"/>
                <a:gd name="connsiteX9363" fmla="*/ 1783080 w 2419350"/>
                <a:gd name="connsiteY9363" fmla="*/ 741236 h 876300"/>
                <a:gd name="connsiteX9364" fmla="*/ 1784985 w 2419350"/>
                <a:gd name="connsiteY9364" fmla="*/ 742379 h 876300"/>
                <a:gd name="connsiteX9365" fmla="*/ 1786509 w 2419350"/>
                <a:gd name="connsiteY9365" fmla="*/ 742855 h 876300"/>
                <a:gd name="connsiteX9366" fmla="*/ 1787176 w 2419350"/>
                <a:gd name="connsiteY9366" fmla="*/ 742569 h 876300"/>
                <a:gd name="connsiteX9367" fmla="*/ 1787652 w 2419350"/>
                <a:gd name="connsiteY9367" fmla="*/ 742093 h 876300"/>
                <a:gd name="connsiteX9368" fmla="*/ 1788223 w 2419350"/>
                <a:gd name="connsiteY9368" fmla="*/ 741807 h 876300"/>
                <a:gd name="connsiteX9369" fmla="*/ 1788986 w 2419350"/>
                <a:gd name="connsiteY9369" fmla="*/ 742283 h 876300"/>
                <a:gd name="connsiteX9370" fmla="*/ 1789748 w 2419350"/>
                <a:gd name="connsiteY9370" fmla="*/ 742855 h 876300"/>
                <a:gd name="connsiteX9371" fmla="*/ 1790509 w 2419350"/>
                <a:gd name="connsiteY9371" fmla="*/ 743236 h 876300"/>
                <a:gd name="connsiteX9372" fmla="*/ 1791176 w 2419350"/>
                <a:gd name="connsiteY9372" fmla="*/ 743331 h 876300"/>
                <a:gd name="connsiteX9373" fmla="*/ 1791653 w 2419350"/>
                <a:gd name="connsiteY9373" fmla="*/ 743236 h 876300"/>
                <a:gd name="connsiteX9374" fmla="*/ 1792224 w 2419350"/>
                <a:gd name="connsiteY9374" fmla="*/ 742664 h 876300"/>
                <a:gd name="connsiteX9375" fmla="*/ 1792605 w 2419350"/>
                <a:gd name="connsiteY9375" fmla="*/ 741902 h 876300"/>
                <a:gd name="connsiteX9376" fmla="*/ 1792700 w 2419350"/>
                <a:gd name="connsiteY9376" fmla="*/ 741045 h 876300"/>
                <a:gd name="connsiteX9377" fmla="*/ 1792319 w 2419350"/>
                <a:gd name="connsiteY9377" fmla="*/ 740378 h 876300"/>
                <a:gd name="connsiteX9378" fmla="*/ 1790224 w 2419350"/>
                <a:gd name="connsiteY9378" fmla="*/ 739426 h 876300"/>
                <a:gd name="connsiteX9379" fmla="*/ 1839849 w 2419350"/>
                <a:gd name="connsiteY9379" fmla="*/ 545973 h 876300"/>
                <a:gd name="connsiteX9380" fmla="*/ 1839658 w 2419350"/>
                <a:gd name="connsiteY9380" fmla="*/ 546830 h 876300"/>
                <a:gd name="connsiteX9381" fmla="*/ 1839182 w 2419350"/>
                <a:gd name="connsiteY9381" fmla="*/ 547211 h 876300"/>
                <a:gd name="connsiteX9382" fmla="*/ 1836896 w 2419350"/>
                <a:gd name="connsiteY9382" fmla="*/ 547688 h 876300"/>
                <a:gd name="connsiteX9383" fmla="*/ 1836134 w 2419350"/>
                <a:gd name="connsiteY9383" fmla="*/ 548164 h 876300"/>
                <a:gd name="connsiteX9384" fmla="*/ 1836801 w 2419350"/>
                <a:gd name="connsiteY9384" fmla="*/ 548164 h 876300"/>
                <a:gd name="connsiteX9385" fmla="*/ 1837468 w 2419350"/>
                <a:gd name="connsiteY9385" fmla="*/ 548259 h 876300"/>
                <a:gd name="connsiteX9386" fmla="*/ 1837944 w 2419350"/>
                <a:gd name="connsiteY9386" fmla="*/ 548545 h 876300"/>
                <a:gd name="connsiteX9387" fmla="*/ 1838230 w 2419350"/>
                <a:gd name="connsiteY9387" fmla="*/ 548926 h 876300"/>
                <a:gd name="connsiteX9388" fmla="*/ 1839087 w 2419350"/>
                <a:gd name="connsiteY9388" fmla="*/ 548735 h 876300"/>
                <a:gd name="connsiteX9389" fmla="*/ 1840039 w 2419350"/>
                <a:gd name="connsiteY9389" fmla="*/ 548640 h 876300"/>
                <a:gd name="connsiteX9390" fmla="*/ 1840706 w 2419350"/>
                <a:gd name="connsiteY9390" fmla="*/ 548259 h 876300"/>
                <a:gd name="connsiteX9391" fmla="*/ 1840897 w 2419350"/>
                <a:gd name="connsiteY9391" fmla="*/ 546068 h 876300"/>
                <a:gd name="connsiteX9392" fmla="*/ 1840516 w 2419350"/>
                <a:gd name="connsiteY9392" fmla="*/ 545783 h 876300"/>
                <a:gd name="connsiteX9393" fmla="*/ 1839849 w 2419350"/>
                <a:gd name="connsiteY9393" fmla="*/ 545973 h 876300"/>
                <a:gd name="connsiteX9394" fmla="*/ 1843754 w 2419350"/>
                <a:gd name="connsiteY9394" fmla="*/ 714375 h 876300"/>
                <a:gd name="connsiteX9395" fmla="*/ 1843468 w 2419350"/>
                <a:gd name="connsiteY9395" fmla="*/ 713994 h 876300"/>
                <a:gd name="connsiteX9396" fmla="*/ 1842992 w 2419350"/>
                <a:gd name="connsiteY9396" fmla="*/ 713708 h 876300"/>
                <a:gd name="connsiteX9397" fmla="*/ 1842516 w 2419350"/>
                <a:gd name="connsiteY9397" fmla="*/ 713899 h 876300"/>
                <a:gd name="connsiteX9398" fmla="*/ 1842325 w 2419350"/>
                <a:gd name="connsiteY9398" fmla="*/ 714280 h 876300"/>
                <a:gd name="connsiteX9399" fmla="*/ 1842325 w 2419350"/>
                <a:gd name="connsiteY9399" fmla="*/ 714756 h 876300"/>
                <a:gd name="connsiteX9400" fmla="*/ 1842516 w 2419350"/>
                <a:gd name="connsiteY9400" fmla="*/ 715328 h 876300"/>
                <a:gd name="connsiteX9401" fmla="*/ 1842992 w 2419350"/>
                <a:gd name="connsiteY9401" fmla="*/ 715613 h 876300"/>
                <a:gd name="connsiteX9402" fmla="*/ 1843088 w 2419350"/>
                <a:gd name="connsiteY9402" fmla="*/ 715899 h 876300"/>
                <a:gd name="connsiteX9403" fmla="*/ 1843278 w 2419350"/>
                <a:gd name="connsiteY9403" fmla="*/ 716089 h 876300"/>
                <a:gd name="connsiteX9404" fmla="*/ 1843849 w 2419350"/>
                <a:gd name="connsiteY9404" fmla="*/ 716185 h 876300"/>
                <a:gd name="connsiteX9405" fmla="*/ 1844231 w 2419350"/>
                <a:gd name="connsiteY9405" fmla="*/ 715804 h 876300"/>
                <a:gd name="connsiteX9406" fmla="*/ 1843849 w 2419350"/>
                <a:gd name="connsiteY9406" fmla="*/ 714756 h 876300"/>
                <a:gd name="connsiteX9407" fmla="*/ 1843754 w 2419350"/>
                <a:gd name="connsiteY9407" fmla="*/ 714375 h 876300"/>
                <a:gd name="connsiteX9408" fmla="*/ 1818132 w 2419350"/>
                <a:gd name="connsiteY9408" fmla="*/ 661988 h 876300"/>
                <a:gd name="connsiteX9409" fmla="*/ 1817561 w 2419350"/>
                <a:gd name="connsiteY9409" fmla="*/ 662083 h 876300"/>
                <a:gd name="connsiteX9410" fmla="*/ 1816894 w 2419350"/>
                <a:gd name="connsiteY9410" fmla="*/ 662083 h 876300"/>
                <a:gd name="connsiteX9411" fmla="*/ 1816322 w 2419350"/>
                <a:gd name="connsiteY9411" fmla="*/ 662464 h 876300"/>
                <a:gd name="connsiteX9412" fmla="*/ 1815941 w 2419350"/>
                <a:gd name="connsiteY9412" fmla="*/ 663226 h 876300"/>
                <a:gd name="connsiteX9413" fmla="*/ 1815941 w 2419350"/>
                <a:gd name="connsiteY9413" fmla="*/ 663893 h 876300"/>
                <a:gd name="connsiteX9414" fmla="*/ 1816132 w 2419350"/>
                <a:gd name="connsiteY9414" fmla="*/ 664083 h 876300"/>
                <a:gd name="connsiteX9415" fmla="*/ 1816322 w 2419350"/>
                <a:gd name="connsiteY9415" fmla="*/ 663797 h 876300"/>
                <a:gd name="connsiteX9416" fmla="*/ 1816417 w 2419350"/>
                <a:gd name="connsiteY9416" fmla="*/ 663797 h 876300"/>
                <a:gd name="connsiteX9417" fmla="*/ 1816513 w 2419350"/>
                <a:gd name="connsiteY9417" fmla="*/ 664083 h 876300"/>
                <a:gd name="connsiteX9418" fmla="*/ 1816798 w 2419350"/>
                <a:gd name="connsiteY9418" fmla="*/ 664369 h 876300"/>
                <a:gd name="connsiteX9419" fmla="*/ 1817180 w 2419350"/>
                <a:gd name="connsiteY9419" fmla="*/ 664655 h 876300"/>
                <a:gd name="connsiteX9420" fmla="*/ 1817751 w 2419350"/>
                <a:gd name="connsiteY9420" fmla="*/ 664655 h 876300"/>
                <a:gd name="connsiteX9421" fmla="*/ 1818132 w 2419350"/>
                <a:gd name="connsiteY9421" fmla="*/ 664274 h 876300"/>
                <a:gd name="connsiteX9422" fmla="*/ 1818704 w 2419350"/>
                <a:gd name="connsiteY9422" fmla="*/ 663035 h 876300"/>
                <a:gd name="connsiteX9423" fmla="*/ 1818799 w 2419350"/>
                <a:gd name="connsiteY9423" fmla="*/ 662559 h 876300"/>
                <a:gd name="connsiteX9424" fmla="*/ 1818704 w 2419350"/>
                <a:gd name="connsiteY9424" fmla="*/ 662178 h 876300"/>
                <a:gd name="connsiteX9425" fmla="*/ 1818132 w 2419350"/>
                <a:gd name="connsiteY9425" fmla="*/ 661988 h 876300"/>
                <a:gd name="connsiteX9426" fmla="*/ 1844516 w 2419350"/>
                <a:gd name="connsiteY9426" fmla="*/ 640461 h 876300"/>
                <a:gd name="connsiteX9427" fmla="*/ 1843659 w 2419350"/>
                <a:gd name="connsiteY9427" fmla="*/ 640175 h 876300"/>
                <a:gd name="connsiteX9428" fmla="*/ 1843373 w 2419350"/>
                <a:gd name="connsiteY9428" fmla="*/ 640366 h 876300"/>
                <a:gd name="connsiteX9429" fmla="*/ 1843373 w 2419350"/>
                <a:gd name="connsiteY9429" fmla="*/ 640747 h 876300"/>
                <a:gd name="connsiteX9430" fmla="*/ 1843754 w 2419350"/>
                <a:gd name="connsiteY9430" fmla="*/ 641128 h 876300"/>
                <a:gd name="connsiteX9431" fmla="*/ 1844135 w 2419350"/>
                <a:gd name="connsiteY9431" fmla="*/ 641318 h 876300"/>
                <a:gd name="connsiteX9432" fmla="*/ 1844516 w 2419350"/>
                <a:gd name="connsiteY9432" fmla="*/ 641128 h 876300"/>
                <a:gd name="connsiteX9433" fmla="*/ 1844707 w 2419350"/>
                <a:gd name="connsiteY9433" fmla="*/ 640747 h 876300"/>
                <a:gd name="connsiteX9434" fmla="*/ 1844516 w 2419350"/>
                <a:gd name="connsiteY9434" fmla="*/ 640461 h 876300"/>
                <a:gd name="connsiteX9435" fmla="*/ 1835753 w 2419350"/>
                <a:gd name="connsiteY9435" fmla="*/ 723329 h 876300"/>
                <a:gd name="connsiteX9436" fmla="*/ 1835087 w 2419350"/>
                <a:gd name="connsiteY9436" fmla="*/ 723043 h 876300"/>
                <a:gd name="connsiteX9437" fmla="*/ 1834896 w 2419350"/>
                <a:gd name="connsiteY9437" fmla="*/ 722757 h 876300"/>
                <a:gd name="connsiteX9438" fmla="*/ 1835182 w 2419350"/>
                <a:gd name="connsiteY9438" fmla="*/ 721424 h 876300"/>
                <a:gd name="connsiteX9439" fmla="*/ 1835182 w 2419350"/>
                <a:gd name="connsiteY9439" fmla="*/ 720852 h 876300"/>
                <a:gd name="connsiteX9440" fmla="*/ 1834896 w 2419350"/>
                <a:gd name="connsiteY9440" fmla="*/ 720471 h 876300"/>
                <a:gd name="connsiteX9441" fmla="*/ 1834420 w 2419350"/>
                <a:gd name="connsiteY9441" fmla="*/ 720185 h 876300"/>
                <a:gd name="connsiteX9442" fmla="*/ 1833848 w 2419350"/>
                <a:gd name="connsiteY9442" fmla="*/ 719900 h 876300"/>
                <a:gd name="connsiteX9443" fmla="*/ 1833372 w 2419350"/>
                <a:gd name="connsiteY9443" fmla="*/ 719709 h 876300"/>
                <a:gd name="connsiteX9444" fmla="*/ 1831562 w 2419350"/>
                <a:gd name="connsiteY9444" fmla="*/ 719709 h 876300"/>
                <a:gd name="connsiteX9445" fmla="*/ 1831086 w 2419350"/>
                <a:gd name="connsiteY9445" fmla="*/ 719519 h 876300"/>
                <a:gd name="connsiteX9446" fmla="*/ 1830705 w 2419350"/>
                <a:gd name="connsiteY9446" fmla="*/ 719328 h 876300"/>
                <a:gd name="connsiteX9447" fmla="*/ 1829372 w 2419350"/>
                <a:gd name="connsiteY9447" fmla="*/ 718756 h 876300"/>
                <a:gd name="connsiteX9448" fmla="*/ 1828990 w 2419350"/>
                <a:gd name="connsiteY9448" fmla="*/ 718661 h 876300"/>
                <a:gd name="connsiteX9449" fmla="*/ 1824133 w 2419350"/>
                <a:gd name="connsiteY9449" fmla="*/ 718661 h 876300"/>
                <a:gd name="connsiteX9450" fmla="*/ 1822514 w 2419350"/>
                <a:gd name="connsiteY9450" fmla="*/ 719233 h 876300"/>
                <a:gd name="connsiteX9451" fmla="*/ 1821751 w 2419350"/>
                <a:gd name="connsiteY9451" fmla="*/ 720757 h 876300"/>
                <a:gd name="connsiteX9452" fmla="*/ 1821656 w 2419350"/>
                <a:gd name="connsiteY9452" fmla="*/ 724281 h 876300"/>
                <a:gd name="connsiteX9453" fmla="*/ 1822132 w 2419350"/>
                <a:gd name="connsiteY9453" fmla="*/ 725424 h 876300"/>
                <a:gd name="connsiteX9454" fmla="*/ 1827086 w 2419350"/>
                <a:gd name="connsiteY9454" fmla="*/ 730949 h 876300"/>
                <a:gd name="connsiteX9455" fmla="*/ 1827371 w 2419350"/>
                <a:gd name="connsiteY9455" fmla="*/ 731425 h 876300"/>
                <a:gd name="connsiteX9456" fmla="*/ 1830800 w 2419350"/>
                <a:gd name="connsiteY9456" fmla="*/ 732282 h 876300"/>
                <a:gd name="connsiteX9457" fmla="*/ 1831753 w 2419350"/>
                <a:gd name="connsiteY9457" fmla="*/ 732282 h 876300"/>
                <a:gd name="connsiteX9458" fmla="*/ 1832039 w 2419350"/>
                <a:gd name="connsiteY9458" fmla="*/ 731806 h 876300"/>
                <a:gd name="connsiteX9459" fmla="*/ 1833563 w 2419350"/>
                <a:gd name="connsiteY9459" fmla="*/ 728472 h 876300"/>
                <a:gd name="connsiteX9460" fmla="*/ 1835467 w 2419350"/>
                <a:gd name="connsiteY9460" fmla="*/ 726567 h 876300"/>
                <a:gd name="connsiteX9461" fmla="*/ 1836039 w 2419350"/>
                <a:gd name="connsiteY9461" fmla="*/ 725805 h 876300"/>
                <a:gd name="connsiteX9462" fmla="*/ 1836230 w 2419350"/>
                <a:gd name="connsiteY9462" fmla="*/ 724948 h 876300"/>
                <a:gd name="connsiteX9463" fmla="*/ 1836134 w 2419350"/>
                <a:gd name="connsiteY9463" fmla="*/ 723995 h 876300"/>
                <a:gd name="connsiteX9464" fmla="*/ 1835753 w 2419350"/>
                <a:gd name="connsiteY9464" fmla="*/ 723329 h 876300"/>
                <a:gd name="connsiteX9465" fmla="*/ 1831753 w 2419350"/>
                <a:gd name="connsiteY9465" fmla="*/ 546449 h 876300"/>
                <a:gd name="connsiteX9466" fmla="*/ 1830896 w 2419350"/>
                <a:gd name="connsiteY9466" fmla="*/ 546163 h 876300"/>
                <a:gd name="connsiteX9467" fmla="*/ 1830610 w 2419350"/>
                <a:gd name="connsiteY9467" fmla="*/ 546354 h 876300"/>
                <a:gd name="connsiteX9468" fmla="*/ 1831276 w 2419350"/>
                <a:gd name="connsiteY9468" fmla="*/ 547211 h 876300"/>
                <a:gd name="connsiteX9469" fmla="*/ 1831753 w 2419350"/>
                <a:gd name="connsiteY9469" fmla="*/ 546449 h 876300"/>
                <a:gd name="connsiteX9470" fmla="*/ 1826705 w 2419350"/>
                <a:gd name="connsiteY9470" fmla="*/ 707136 h 876300"/>
                <a:gd name="connsiteX9471" fmla="*/ 1827371 w 2419350"/>
                <a:gd name="connsiteY9471" fmla="*/ 707136 h 876300"/>
                <a:gd name="connsiteX9472" fmla="*/ 1828324 w 2419350"/>
                <a:gd name="connsiteY9472" fmla="*/ 706755 h 876300"/>
                <a:gd name="connsiteX9473" fmla="*/ 1828419 w 2419350"/>
                <a:gd name="connsiteY9473" fmla="*/ 706184 h 876300"/>
                <a:gd name="connsiteX9474" fmla="*/ 1828038 w 2419350"/>
                <a:gd name="connsiteY9474" fmla="*/ 705993 h 876300"/>
                <a:gd name="connsiteX9475" fmla="*/ 1827657 w 2419350"/>
                <a:gd name="connsiteY9475" fmla="*/ 706184 h 876300"/>
                <a:gd name="connsiteX9476" fmla="*/ 1827181 w 2419350"/>
                <a:gd name="connsiteY9476" fmla="*/ 706279 h 876300"/>
                <a:gd name="connsiteX9477" fmla="*/ 1826609 w 2419350"/>
                <a:gd name="connsiteY9477" fmla="*/ 705993 h 876300"/>
                <a:gd name="connsiteX9478" fmla="*/ 1825752 w 2419350"/>
                <a:gd name="connsiteY9478" fmla="*/ 705041 h 876300"/>
                <a:gd name="connsiteX9479" fmla="*/ 1825466 w 2419350"/>
                <a:gd name="connsiteY9479" fmla="*/ 704945 h 876300"/>
                <a:gd name="connsiteX9480" fmla="*/ 1825181 w 2419350"/>
                <a:gd name="connsiteY9480" fmla="*/ 705612 h 876300"/>
                <a:gd name="connsiteX9481" fmla="*/ 1825276 w 2419350"/>
                <a:gd name="connsiteY9481" fmla="*/ 706279 h 876300"/>
                <a:gd name="connsiteX9482" fmla="*/ 1826323 w 2419350"/>
                <a:gd name="connsiteY9482" fmla="*/ 706850 h 876300"/>
                <a:gd name="connsiteX9483" fmla="*/ 1826705 w 2419350"/>
                <a:gd name="connsiteY9483" fmla="*/ 707136 h 876300"/>
                <a:gd name="connsiteX9484" fmla="*/ 1719263 w 2419350"/>
                <a:gd name="connsiteY9484" fmla="*/ 485204 h 876300"/>
                <a:gd name="connsiteX9485" fmla="*/ 1719167 w 2419350"/>
                <a:gd name="connsiteY9485" fmla="*/ 484346 h 876300"/>
                <a:gd name="connsiteX9486" fmla="*/ 1718500 w 2419350"/>
                <a:gd name="connsiteY9486" fmla="*/ 483394 h 876300"/>
                <a:gd name="connsiteX9487" fmla="*/ 1717834 w 2419350"/>
                <a:gd name="connsiteY9487" fmla="*/ 482632 h 876300"/>
                <a:gd name="connsiteX9488" fmla="*/ 1716119 w 2419350"/>
                <a:gd name="connsiteY9488" fmla="*/ 480536 h 876300"/>
                <a:gd name="connsiteX9489" fmla="*/ 1715072 w 2419350"/>
                <a:gd name="connsiteY9489" fmla="*/ 479870 h 876300"/>
                <a:gd name="connsiteX9490" fmla="*/ 1713548 w 2419350"/>
                <a:gd name="connsiteY9490" fmla="*/ 479870 h 876300"/>
                <a:gd name="connsiteX9491" fmla="*/ 1713452 w 2419350"/>
                <a:gd name="connsiteY9491" fmla="*/ 479774 h 876300"/>
                <a:gd name="connsiteX9492" fmla="*/ 1713357 w 2419350"/>
                <a:gd name="connsiteY9492" fmla="*/ 479679 h 876300"/>
                <a:gd name="connsiteX9493" fmla="*/ 1713166 w 2419350"/>
                <a:gd name="connsiteY9493" fmla="*/ 479774 h 876300"/>
                <a:gd name="connsiteX9494" fmla="*/ 1713071 w 2419350"/>
                <a:gd name="connsiteY9494" fmla="*/ 479870 h 876300"/>
                <a:gd name="connsiteX9495" fmla="*/ 1712881 w 2419350"/>
                <a:gd name="connsiteY9495" fmla="*/ 480155 h 876300"/>
                <a:gd name="connsiteX9496" fmla="*/ 1712405 w 2419350"/>
                <a:gd name="connsiteY9496" fmla="*/ 480727 h 876300"/>
                <a:gd name="connsiteX9497" fmla="*/ 1712214 w 2419350"/>
                <a:gd name="connsiteY9497" fmla="*/ 480917 h 876300"/>
                <a:gd name="connsiteX9498" fmla="*/ 1710881 w 2419350"/>
                <a:gd name="connsiteY9498" fmla="*/ 481679 h 876300"/>
                <a:gd name="connsiteX9499" fmla="*/ 1710595 w 2419350"/>
                <a:gd name="connsiteY9499" fmla="*/ 481775 h 876300"/>
                <a:gd name="connsiteX9500" fmla="*/ 1711166 w 2419350"/>
                <a:gd name="connsiteY9500" fmla="*/ 482441 h 876300"/>
                <a:gd name="connsiteX9501" fmla="*/ 1711833 w 2419350"/>
                <a:gd name="connsiteY9501" fmla="*/ 483108 h 876300"/>
                <a:gd name="connsiteX9502" fmla="*/ 1712690 w 2419350"/>
                <a:gd name="connsiteY9502" fmla="*/ 483680 h 876300"/>
                <a:gd name="connsiteX9503" fmla="*/ 1715072 w 2419350"/>
                <a:gd name="connsiteY9503" fmla="*/ 484156 h 876300"/>
                <a:gd name="connsiteX9504" fmla="*/ 1717072 w 2419350"/>
                <a:gd name="connsiteY9504" fmla="*/ 485108 h 876300"/>
                <a:gd name="connsiteX9505" fmla="*/ 1718215 w 2419350"/>
                <a:gd name="connsiteY9505" fmla="*/ 485394 h 876300"/>
                <a:gd name="connsiteX9506" fmla="*/ 1719263 w 2419350"/>
                <a:gd name="connsiteY9506" fmla="*/ 485204 h 876300"/>
                <a:gd name="connsiteX9507" fmla="*/ 1676686 w 2419350"/>
                <a:gd name="connsiteY9507" fmla="*/ 714280 h 876300"/>
                <a:gd name="connsiteX9508" fmla="*/ 1676400 w 2419350"/>
                <a:gd name="connsiteY9508" fmla="*/ 713422 h 876300"/>
                <a:gd name="connsiteX9509" fmla="*/ 1676019 w 2419350"/>
                <a:gd name="connsiteY9509" fmla="*/ 712661 h 876300"/>
                <a:gd name="connsiteX9510" fmla="*/ 1675543 w 2419350"/>
                <a:gd name="connsiteY9510" fmla="*/ 712089 h 876300"/>
                <a:gd name="connsiteX9511" fmla="*/ 1674781 w 2419350"/>
                <a:gd name="connsiteY9511" fmla="*/ 711899 h 876300"/>
                <a:gd name="connsiteX9512" fmla="*/ 1671542 w 2419350"/>
                <a:gd name="connsiteY9512" fmla="*/ 712280 h 876300"/>
                <a:gd name="connsiteX9513" fmla="*/ 1670685 w 2419350"/>
                <a:gd name="connsiteY9513" fmla="*/ 712089 h 876300"/>
                <a:gd name="connsiteX9514" fmla="*/ 1670114 w 2419350"/>
                <a:gd name="connsiteY9514" fmla="*/ 711613 h 876300"/>
                <a:gd name="connsiteX9515" fmla="*/ 1669637 w 2419350"/>
                <a:gd name="connsiteY9515" fmla="*/ 711041 h 876300"/>
                <a:gd name="connsiteX9516" fmla="*/ 1669066 w 2419350"/>
                <a:gd name="connsiteY9516" fmla="*/ 710470 h 876300"/>
                <a:gd name="connsiteX9517" fmla="*/ 1666684 w 2419350"/>
                <a:gd name="connsiteY9517" fmla="*/ 709422 h 876300"/>
                <a:gd name="connsiteX9518" fmla="*/ 1666018 w 2419350"/>
                <a:gd name="connsiteY9518" fmla="*/ 708851 h 876300"/>
                <a:gd name="connsiteX9519" fmla="*/ 1665827 w 2419350"/>
                <a:gd name="connsiteY9519" fmla="*/ 708374 h 876300"/>
                <a:gd name="connsiteX9520" fmla="*/ 1665827 w 2419350"/>
                <a:gd name="connsiteY9520" fmla="*/ 707803 h 876300"/>
                <a:gd name="connsiteX9521" fmla="*/ 1665923 w 2419350"/>
                <a:gd name="connsiteY9521" fmla="*/ 706660 h 876300"/>
                <a:gd name="connsiteX9522" fmla="*/ 1665732 w 2419350"/>
                <a:gd name="connsiteY9522" fmla="*/ 706374 h 876300"/>
                <a:gd name="connsiteX9523" fmla="*/ 1665256 w 2419350"/>
                <a:gd name="connsiteY9523" fmla="*/ 706469 h 876300"/>
                <a:gd name="connsiteX9524" fmla="*/ 1664494 w 2419350"/>
                <a:gd name="connsiteY9524" fmla="*/ 706850 h 876300"/>
                <a:gd name="connsiteX9525" fmla="*/ 1659255 w 2419350"/>
                <a:gd name="connsiteY9525" fmla="*/ 707993 h 876300"/>
                <a:gd name="connsiteX9526" fmla="*/ 1658207 w 2419350"/>
                <a:gd name="connsiteY9526" fmla="*/ 708374 h 876300"/>
                <a:gd name="connsiteX9527" fmla="*/ 1656493 w 2419350"/>
                <a:gd name="connsiteY9527" fmla="*/ 709517 h 876300"/>
                <a:gd name="connsiteX9528" fmla="*/ 1653635 w 2419350"/>
                <a:gd name="connsiteY9528" fmla="*/ 710755 h 876300"/>
                <a:gd name="connsiteX9529" fmla="*/ 1650968 w 2419350"/>
                <a:gd name="connsiteY9529" fmla="*/ 713137 h 876300"/>
                <a:gd name="connsiteX9530" fmla="*/ 1650016 w 2419350"/>
                <a:gd name="connsiteY9530" fmla="*/ 713518 h 876300"/>
                <a:gd name="connsiteX9531" fmla="*/ 1648778 w 2419350"/>
                <a:gd name="connsiteY9531" fmla="*/ 713422 h 876300"/>
                <a:gd name="connsiteX9532" fmla="*/ 1647539 w 2419350"/>
                <a:gd name="connsiteY9532" fmla="*/ 713137 h 876300"/>
                <a:gd name="connsiteX9533" fmla="*/ 1646587 w 2419350"/>
                <a:gd name="connsiteY9533" fmla="*/ 713042 h 876300"/>
                <a:gd name="connsiteX9534" fmla="*/ 1645730 w 2419350"/>
                <a:gd name="connsiteY9534" fmla="*/ 713327 h 876300"/>
                <a:gd name="connsiteX9535" fmla="*/ 1644110 w 2419350"/>
                <a:gd name="connsiteY9535" fmla="*/ 714280 h 876300"/>
                <a:gd name="connsiteX9536" fmla="*/ 1643539 w 2419350"/>
                <a:gd name="connsiteY9536" fmla="*/ 714470 h 876300"/>
                <a:gd name="connsiteX9537" fmla="*/ 1635252 w 2419350"/>
                <a:gd name="connsiteY9537" fmla="*/ 713422 h 876300"/>
                <a:gd name="connsiteX9538" fmla="*/ 1634681 w 2419350"/>
                <a:gd name="connsiteY9538" fmla="*/ 713232 h 876300"/>
                <a:gd name="connsiteX9539" fmla="*/ 1634490 w 2419350"/>
                <a:gd name="connsiteY9539" fmla="*/ 712851 h 876300"/>
                <a:gd name="connsiteX9540" fmla="*/ 1634014 w 2419350"/>
                <a:gd name="connsiteY9540" fmla="*/ 712470 h 876300"/>
                <a:gd name="connsiteX9541" fmla="*/ 1632395 w 2419350"/>
                <a:gd name="connsiteY9541" fmla="*/ 711708 h 876300"/>
                <a:gd name="connsiteX9542" fmla="*/ 1631728 w 2419350"/>
                <a:gd name="connsiteY9542" fmla="*/ 711518 h 876300"/>
                <a:gd name="connsiteX9543" fmla="*/ 1631061 w 2419350"/>
                <a:gd name="connsiteY9543" fmla="*/ 711613 h 876300"/>
                <a:gd name="connsiteX9544" fmla="*/ 1630489 w 2419350"/>
                <a:gd name="connsiteY9544" fmla="*/ 711994 h 876300"/>
                <a:gd name="connsiteX9545" fmla="*/ 1630013 w 2419350"/>
                <a:gd name="connsiteY9545" fmla="*/ 712565 h 876300"/>
                <a:gd name="connsiteX9546" fmla="*/ 1628584 w 2419350"/>
                <a:gd name="connsiteY9546" fmla="*/ 714851 h 876300"/>
                <a:gd name="connsiteX9547" fmla="*/ 1628204 w 2419350"/>
                <a:gd name="connsiteY9547" fmla="*/ 715709 h 876300"/>
                <a:gd name="connsiteX9548" fmla="*/ 1627918 w 2419350"/>
                <a:gd name="connsiteY9548" fmla="*/ 716089 h 876300"/>
                <a:gd name="connsiteX9549" fmla="*/ 1627632 w 2419350"/>
                <a:gd name="connsiteY9549" fmla="*/ 716280 h 876300"/>
                <a:gd name="connsiteX9550" fmla="*/ 1626870 w 2419350"/>
                <a:gd name="connsiteY9550" fmla="*/ 716566 h 876300"/>
                <a:gd name="connsiteX9551" fmla="*/ 1626680 w 2419350"/>
                <a:gd name="connsiteY9551" fmla="*/ 716661 h 876300"/>
                <a:gd name="connsiteX9552" fmla="*/ 1626394 w 2419350"/>
                <a:gd name="connsiteY9552" fmla="*/ 717613 h 876300"/>
                <a:gd name="connsiteX9553" fmla="*/ 1626203 w 2419350"/>
                <a:gd name="connsiteY9553" fmla="*/ 718852 h 876300"/>
                <a:gd name="connsiteX9554" fmla="*/ 1625822 w 2419350"/>
                <a:gd name="connsiteY9554" fmla="*/ 719900 h 876300"/>
                <a:gd name="connsiteX9555" fmla="*/ 1624965 w 2419350"/>
                <a:gd name="connsiteY9555" fmla="*/ 720376 h 876300"/>
                <a:gd name="connsiteX9556" fmla="*/ 1624203 w 2419350"/>
                <a:gd name="connsiteY9556" fmla="*/ 720566 h 876300"/>
                <a:gd name="connsiteX9557" fmla="*/ 1623441 w 2419350"/>
                <a:gd name="connsiteY9557" fmla="*/ 721043 h 876300"/>
                <a:gd name="connsiteX9558" fmla="*/ 1622870 w 2419350"/>
                <a:gd name="connsiteY9558" fmla="*/ 721709 h 876300"/>
                <a:gd name="connsiteX9559" fmla="*/ 1622584 w 2419350"/>
                <a:gd name="connsiteY9559" fmla="*/ 722471 h 876300"/>
                <a:gd name="connsiteX9560" fmla="*/ 1622584 w 2419350"/>
                <a:gd name="connsiteY9560" fmla="*/ 726186 h 876300"/>
                <a:gd name="connsiteX9561" fmla="*/ 1622393 w 2419350"/>
                <a:gd name="connsiteY9561" fmla="*/ 726758 h 876300"/>
                <a:gd name="connsiteX9562" fmla="*/ 1622012 w 2419350"/>
                <a:gd name="connsiteY9562" fmla="*/ 727138 h 876300"/>
                <a:gd name="connsiteX9563" fmla="*/ 1621346 w 2419350"/>
                <a:gd name="connsiteY9563" fmla="*/ 728091 h 876300"/>
                <a:gd name="connsiteX9564" fmla="*/ 1620774 w 2419350"/>
                <a:gd name="connsiteY9564" fmla="*/ 729234 h 876300"/>
                <a:gd name="connsiteX9565" fmla="*/ 1620679 w 2419350"/>
                <a:gd name="connsiteY9565" fmla="*/ 730091 h 876300"/>
                <a:gd name="connsiteX9566" fmla="*/ 1621441 w 2419350"/>
                <a:gd name="connsiteY9566" fmla="*/ 730568 h 876300"/>
                <a:gd name="connsiteX9567" fmla="*/ 1622679 w 2419350"/>
                <a:gd name="connsiteY9567" fmla="*/ 730091 h 876300"/>
                <a:gd name="connsiteX9568" fmla="*/ 1627156 w 2419350"/>
                <a:gd name="connsiteY9568" fmla="*/ 726472 h 876300"/>
                <a:gd name="connsiteX9569" fmla="*/ 1627346 w 2419350"/>
                <a:gd name="connsiteY9569" fmla="*/ 726377 h 876300"/>
                <a:gd name="connsiteX9570" fmla="*/ 1627918 w 2419350"/>
                <a:gd name="connsiteY9570" fmla="*/ 726281 h 876300"/>
                <a:gd name="connsiteX9571" fmla="*/ 1628204 w 2419350"/>
                <a:gd name="connsiteY9571" fmla="*/ 726186 h 876300"/>
                <a:gd name="connsiteX9572" fmla="*/ 1628394 w 2419350"/>
                <a:gd name="connsiteY9572" fmla="*/ 725900 h 876300"/>
                <a:gd name="connsiteX9573" fmla="*/ 1628489 w 2419350"/>
                <a:gd name="connsiteY9573" fmla="*/ 725234 h 876300"/>
                <a:gd name="connsiteX9574" fmla="*/ 1628584 w 2419350"/>
                <a:gd name="connsiteY9574" fmla="*/ 725043 h 876300"/>
                <a:gd name="connsiteX9575" fmla="*/ 1629156 w 2419350"/>
                <a:gd name="connsiteY9575" fmla="*/ 724853 h 876300"/>
                <a:gd name="connsiteX9576" fmla="*/ 1629728 w 2419350"/>
                <a:gd name="connsiteY9576" fmla="*/ 724757 h 876300"/>
                <a:gd name="connsiteX9577" fmla="*/ 1630966 w 2419350"/>
                <a:gd name="connsiteY9577" fmla="*/ 724757 h 876300"/>
                <a:gd name="connsiteX9578" fmla="*/ 1631537 w 2419350"/>
                <a:gd name="connsiteY9578" fmla="*/ 724662 h 876300"/>
                <a:gd name="connsiteX9579" fmla="*/ 1632490 w 2419350"/>
                <a:gd name="connsiteY9579" fmla="*/ 724186 h 876300"/>
                <a:gd name="connsiteX9580" fmla="*/ 1635347 w 2419350"/>
                <a:gd name="connsiteY9580" fmla="*/ 723710 h 876300"/>
                <a:gd name="connsiteX9581" fmla="*/ 1636490 w 2419350"/>
                <a:gd name="connsiteY9581" fmla="*/ 723710 h 876300"/>
                <a:gd name="connsiteX9582" fmla="*/ 1637252 w 2419350"/>
                <a:gd name="connsiteY9582" fmla="*/ 724091 h 876300"/>
                <a:gd name="connsiteX9583" fmla="*/ 1638490 w 2419350"/>
                <a:gd name="connsiteY9583" fmla="*/ 723614 h 876300"/>
                <a:gd name="connsiteX9584" fmla="*/ 1639633 w 2419350"/>
                <a:gd name="connsiteY9584" fmla="*/ 723900 h 876300"/>
                <a:gd name="connsiteX9585" fmla="*/ 1640586 w 2419350"/>
                <a:gd name="connsiteY9585" fmla="*/ 724567 h 876300"/>
                <a:gd name="connsiteX9586" fmla="*/ 1641348 w 2419350"/>
                <a:gd name="connsiteY9586" fmla="*/ 725329 h 876300"/>
                <a:gd name="connsiteX9587" fmla="*/ 1642396 w 2419350"/>
                <a:gd name="connsiteY9587" fmla="*/ 725710 h 876300"/>
                <a:gd name="connsiteX9588" fmla="*/ 1646873 w 2419350"/>
                <a:gd name="connsiteY9588" fmla="*/ 725043 h 876300"/>
                <a:gd name="connsiteX9589" fmla="*/ 1648206 w 2419350"/>
                <a:gd name="connsiteY9589" fmla="*/ 725234 h 876300"/>
                <a:gd name="connsiteX9590" fmla="*/ 1650778 w 2419350"/>
                <a:gd name="connsiteY9590" fmla="*/ 725996 h 876300"/>
                <a:gd name="connsiteX9591" fmla="*/ 1652016 w 2419350"/>
                <a:gd name="connsiteY9591" fmla="*/ 726186 h 876300"/>
                <a:gd name="connsiteX9592" fmla="*/ 1654588 w 2419350"/>
                <a:gd name="connsiteY9592" fmla="*/ 726186 h 876300"/>
                <a:gd name="connsiteX9593" fmla="*/ 1655159 w 2419350"/>
                <a:gd name="connsiteY9593" fmla="*/ 726377 h 876300"/>
                <a:gd name="connsiteX9594" fmla="*/ 1656302 w 2419350"/>
                <a:gd name="connsiteY9594" fmla="*/ 727520 h 876300"/>
                <a:gd name="connsiteX9595" fmla="*/ 1656874 w 2419350"/>
                <a:gd name="connsiteY9595" fmla="*/ 727996 h 876300"/>
                <a:gd name="connsiteX9596" fmla="*/ 1657350 w 2419350"/>
                <a:gd name="connsiteY9596" fmla="*/ 727424 h 876300"/>
                <a:gd name="connsiteX9597" fmla="*/ 1658017 w 2419350"/>
                <a:gd name="connsiteY9597" fmla="*/ 726186 h 876300"/>
                <a:gd name="connsiteX9598" fmla="*/ 1658493 w 2419350"/>
                <a:gd name="connsiteY9598" fmla="*/ 725614 h 876300"/>
                <a:gd name="connsiteX9599" fmla="*/ 1658874 w 2419350"/>
                <a:gd name="connsiteY9599" fmla="*/ 725043 h 876300"/>
                <a:gd name="connsiteX9600" fmla="*/ 1658874 w 2419350"/>
                <a:gd name="connsiteY9600" fmla="*/ 724567 h 876300"/>
                <a:gd name="connsiteX9601" fmla="*/ 1658779 w 2419350"/>
                <a:gd name="connsiteY9601" fmla="*/ 724091 h 876300"/>
                <a:gd name="connsiteX9602" fmla="*/ 1658874 w 2419350"/>
                <a:gd name="connsiteY9602" fmla="*/ 723710 h 876300"/>
                <a:gd name="connsiteX9603" fmla="*/ 1661731 w 2419350"/>
                <a:gd name="connsiteY9603" fmla="*/ 720090 h 876300"/>
                <a:gd name="connsiteX9604" fmla="*/ 1662208 w 2419350"/>
                <a:gd name="connsiteY9604" fmla="*/ 719804 h 876300"/>
                <a:gd name="connsiteX9605" fmla="*/ 1663351 w 2419350"/>
                <a:gd name="connsiteY9605" fmla="*/ 719423 h 876300"/>
                <a:gd name="connsiteX9606" fmla="*/ 1663732 w 2419350"/>
                <a:gd name="connsiteY9606" fmla="*/ 719233 h 876300"/>
                <a:gd name="connsiteX9607" fmla="*/ 1664970 w 2419350"/>
                <a:gd name="connsiteY9607" fmla="*/ 718090 h 876300"/>
                <a:gd name="connsiteX9608" fmla="*/ 1665541 w 2419350"/>
                <a:gd name="connsiteY9608" fmla="*/ 717804 h 876300"/>
                <a:gd name="connsiteX9609" fmla="*/ 1669828 w 2419350"/>
                <a:gd name="connsiteY9609" fmla="*/ 716280 h 876300"/>
                <a:gd name="connsiteX9610" fmla="*/ 1670590 w 2419350"/>
                <a:gd name="connsiteY9610" fmla="*/ 716661 h 876300"/>
                <a:gd name="connsiteX9611" fmla="*/ 1671733 w 2419350"/>
                <a:gd name="connsiteY9611" fmla="*/ 716661 h 876300"/>
                <a:gd name="connsiteX9612" fmla="*/ 1674019 w 2419350"/>
                <a:gd name="connsiteY9612" fmla="*/ 716280 h 876300"/>
                <a:gd name="connsiteX9613" fmla="*/ 1674590 w 2419350"/>
                <a:gd name="connsiteY9613" fmla="*/ 716471 h 876300"/>
                <a:gd name="connsiteX9614" fmla="*/ 1675162 w 2419350"/>
                <a:gd name="connsiteY9614" fmla="*/ 716852 h 876300"/>
                <a:gd name="connsiteX9615" fmla="*/ 1675733 w 2419350"/>
                <a:gd name="connsiteY9615" fmla="*/ 717042 h 876300"/>
                <a:gd name="connsiteX9616" fmla="*/ 1676209 w 2419350"/>
                <a:gd name="connsiteY9616" fmla="*/ 716852 h 876300"/>
                <a:gd name="connsiteX9617" fmla="*/ 1676495 w 2419350"/>
                <a:gd name="connsiteY9617" fmla="*/ 716375 h 876300"/>
                <a:gd name="connsiteX9618" fmla="*/ 1676495 w 2419350"/>
                <a:gd name="connsiteY9618" fmla="*/ 715899 h 876300"/>
                <a:gd name="connsiteX9619" fmla="*/ 1676305 w 2419350"/>
                <a:gd name="connsiteY9619" fmla="*/ 715232 h 876300"/>
                <a:gd name="connsiteX9620" fmla="*/ 1676686 w 2419350"/>
                <a:gd name="connsiteY9620" fmla="*/ 714280 h 876300"/>
                <a:gd name="connsiteX9621" fmla="*/ 1697641 w 2419350"/>
                <a:gd name="connsiteY9621" fmla="*/ 732377 h 876300"/>
                <a:gd name="connsiteX9622" fmla="*/ 1697355 w 2419350"/>
                <a:gd name="connsiteY9622" fmla="*/ 731615 h 876300"/>
                <a:gd name="connsiteX9623" fmla="*/ 1696783 w 2419350"/>
                <a:gd name="connsiteY9623" fmla="*/ 730949 h 876300"/>
                <a:gd name="connsiteX9624" fmla="*/ 1696022 w 2419350"/>
                <a:gd name="connsiteY9624" fmla="*/ 730568 h 876300"/>
                <a:gd name="connsiteX9625" fmla="*/ 1695164 w 2419350"/>
                <a:gd name="connsiteY9625" fmla="*/ 730472 h 876300"/>
                <a:gd name="connsiteX9626" fmla="*/ 1694402 w 2419350"/>
                <a:gd name="connsiteY9626" fmla="*/ 730758 h 876300"/>
                <a:gd name="connsiteX9627" fmla="*/ 1693736 w 2419350"/>
                <a:gd name="connsiteY9627" fmla="*/ 731330 h 876300"/>
                <a:gd name="connsiteX9628" fmla="*/ 1693545 w 2419350"/>
                <a:gd name="connsiteY9628" fmla="*/ 731996 h 876300"/>
                <a:gd name="connsiteX9629" fmla="*/ 1693640 w 2419350"/>
                <a:gd name="connsiteY9629" fmla="*/ 733616 h 876300"/>
                <a:gd name="connsiteX9630" fmla="*/ 1693355 w 2419350"/>
                <a:gd name="connsiteY9630" fmla="*/ 734187 h 876300"/>
                <a:gd name="connsiteX9631" fmla="*/ 1693355 w 2419350"/>
                <a:gd name="connsiteY9631" fmla="*/ 734568 h 876300"/>
                <a:gd name="connsiteX9632" fmla="*/ 1696022 w 2419350"/>
                <a:gd name="connsiteY9632" fmla="*/ 735330 h 876300"/>
                <a:gd name="connsiteX9633" fmla="*/ 1697260 w 2419350"/>
                <a:gd name="connsiteY9633" fmla="*/ 735235 h 876300"/>
                <a:gd name="connsiteX9634" fmla="*/ 1697736 w 2419350"/>
                <a:gd name="connsiteY9634" fmla="*/ 734092 h 876300"/>
                <a:gd name="connsiteX9635" fmla="*/ 1697736 w 2419350"/>
                <a:gd name="connsiteY9635" fmla="*/ 733235 h 876300"/>
                <a:gd name="connsiteX9636" fmla="*/ 1697641 w 2419350"/>
                <a:gd name="connsiteY9636" fmla="*/ 732377 h 876300"/>
                <a:gd name="connsiteX9637" fmla="*/ 1632585 w 2419350"/>
                <a:gd name="connsiteY9637" fmla="*/ 417005 h 876300"/>
                <a:gd name="connsiteX9638" fmla="*/ 1632775 w 2419350"/>
                <a:gd name="connsiteY9638" fmla="*/ 415576 h 876300"/>
                <a:gd name="connsiteX9639" fmla="*/ 1632680 w 2419350"/>
                <a:gd name="connsiteY9639" fmla="*/ 414909 h 876300"/>
                <a:gd name="connsiteX9640" fmla="*/ 1632395 w 2419350"/>
                <a:gd name="connsiteY9640" fmla="*/ 414338 h 876300"/>
                <a:gd name="connsiteX9641" fmla="*/ 1632014 w 2419350"/>
                <a:gd name="connsiteY9641" fmla="*/ 413861 h 876300"/>
                <a:gd name="connsiteX9642" fmla="*/ 1630394 w 2419350"/>
                <a:gd name="connsiteY9642" fmla="*/ 412623 h 876300"/>
                <a:gd name="connsiteX9643" fmla="*/ 1629823 w 2419350"/>
                <a:gd name="connsiteY9643" fmla="*/ 412337 h 876300"/>
                <a:gd name="connsiteX9644" fmla="*/ 1629251 w 2419350"/>
                <a:gd name="connsiteY9644" fmla="*/ 412337 h 876300"/>
                <a:gd name="connsiteX9645" fmla="*/ 1628775 w 2419350"/>
                <a:gd name="connsiteY9645" fmla="*/ 412528 h 876300"/>
                <a:gd name="connsiteX9646" fmla="*/ 1628394 w 2419350"/>
                <a:gd name="connsiteY9646" fmla="*/ 412813 h 876300"/>
                <a:gd name="connsiteX9647" fmla="*/ 1627632 w 2419350"/>
                <a:gd name="connsiteY9647" fmla="*/ 413576 h 876300"/>
                <a:gd name="connsiteX9648" fmla="*/ 1626394 w 2419350"/>
                <a:gd name="connsiteY9648" fmla="*/ 415195 h 876300"/>
                <a:gd name="connsiteX9649" fmla="*/ 1625917 w 2419350"/>
                <a:gd name="connsiteY9649" fmla="*/ 416052 h 876300"/>
                <a:gd name="connsiteX9650" fmla="*/ 1625537 w 2419350"/>
                <a:gd name="connsiteY9650" fmla="*/ 417005 h 876300"/>
                <a:gd name="connsiteX9651" fmla="*/ 1625441 w 2419350"/>
                <a:gd name="connsiteY9651" fmla="*/ 418719 h 876300"/>
                <a:gd name="connsiteX9652" fmla="*/ 1626013 w 2419350"/>
                <a:gd name="connsiteY9652" fmla="*/ 420243 h 876300"/>
                <a:gd name="connsiteX9653" fmla="*/ 1626775 w 2419350"/>
                <a:gd name="connsiteY9653" fmla="*/ 421672 h 876300"/>
                <a:gd name="connsiteX9654" fmla="*/ 1627346 w 2419350"/>
                <a:gd name="connsiteY9654" fmla="*/ 423101 h 876300"/>
                <a:gd name="connsiteX9655" fmla="*/ 1627441 w 2419350"/>
                <a:gd name="connsiteY9655" fmla="*/ 425672 h 876300"/>
                <a:gd name="connsiteX9656" fmla="*/ 1627632 w 2419350"/>
                <a:gd name="connsiteY9656" fmla="*/ 426434 h 876300"/>
                <a:gd name="connsiteX9657" fmla="*/ 1628013 w 2419350"/>
                <a:gd name="connsiteY9657" fmla="*/ 426815 h 876300"/>
                <a:gd name="connsiteX9658" fmla="*/ 1629347 w 2419350"/>
                <a:gd name="connsiteY9658" fmla="*/ 427958 h 876300"/>
                <a:gd name="connsiteX9659" fmla="*/ 1629823 w 2419350"/>
                <a:gd name="connsiteY9659" fmla="*/ 428530 h 876300"/>
                <a:gd name="connsiteX9660" fmla="*/ 1630299 w 2419350"/>
                <a:gd name="connsiteY9660" fmla="*/ 430149 h 876300"/>
                <a:gd name="connsiteX9661" fmla="*/ 1630489 w 2419350"/>
                <a:gd name="connsiteY9661" fmla="*/ 433673 h 876300"/>
                <a:gd name="connsiteX9662" fmla="*/ 1630966 w 2419350"/>
                <a:gd name="connsiteY9662" fmla="*/ 435388 h 876300"/>
                <a:gd name="connsiteX9663" fmla="*/ 1631918 w 2419350"/>
                <a:gd name="connsiteY9663" fmla="*/ 436912 h 876300"/>
                <a:gd name="connsiteX9664" fmla="*/ 1633442 w 2419350"/>
                <a:gd name="connsiteY9664" fmla="*/ 438436 h 876300"/>
                <a:gd name="connsiteX9665" fmla="*/ 1635157 w 2419350"/>
                <a:gd name="connsiteY9665" fmla="*/ 439198 h 876300"/>
                <a:gd name="connsiteX9666" fmla="*/ 1636681 w 2419350"/>
                <a:gd name="connsiteY9666" fmla="*/ 438626 h 876300"/>
                <a:gd name="connsiteX9667" fmla="*/ 1637348 w 2419350"/>
                <a:gd name="connsiteY9667" fmla="*/ 437483 h 876300"/>
                <a:gd name="connsiteX9668" fmla="*/ 1637157 w 2419350"/>
                <a:gd name="connsiteY9668" fmla="*/ 436626 h 876300"/>
                <a:gd name="connsiteX9669" fmla="*/ 1636681 w 2419350"/>
                <a:gd name="connsiteY9669" fmla="*/ 435674 h 876300"/>
                <a:gd name="connsiteX9670" fmla="*/ 1636395 w 2419350"/>
                <a:gd name="connsiteY9670" fmla="*/ 434530 h 876300"/>
                <a:gd name="connsiteX9671" fmla="*/ 1636205 w 2419350"/>
                <a:gd name="connsiteY9671" fmla="*/ 433483 h 876300"/>
                <a:gd name="connsiteX9672" fmla="*/ 1631537 w 2419350"/>
                <a:gd name="connsiteY9672" fmla="*/ 423863 h 876300"/>
                <a:gd name="connsiteX9673" fmla="*/ 1631347 w 2419350"/>
                <a:gd name="connsiteY9673" fmla="*/ 421481 h 876300"/>
                <a:gd name="connsiteX9674" fmla="*/ 1631632 w 2419350"/>
                <a:gd name="connsiteY9674" fmla="*/ 420053 h 876300"/>
                <a:gd name="connsiteX9675" fmla="*/ 1632585 w 2419350"/>
                <a:gd name="connsiteY9675" fmla="*/ 417005 h 876300"/>
                <a:gd name="connsiteX9676" fmla="*/ 1625060 w 2419350"/>
                <a:gd name="connsiteY9676" fmla="*/ 409099 h 876300"/>
                <a:gd name="connsiteX9677" fmla="*/ 1625917 w 2419350"/>
                <a:gd name="connsiteY9677" fmla="*/ 409099 h 876300"/>
                <a:gd name="connsiteX9678" fmla="*/ 1626775 w 2419350"/>
                <a:gd name="connsiteY9678" fmla="*/ 409480 h 876300"/>
                <a:gd name="connsiteX9679" fmla="*/ 1627823 w 2419350"/>
                <a:gd name="connsiteY9679" fmla="*/ 410337 h 876300"/>
                <a:gd name="connsiteX9680" fmla="*/ 1628870 w 2419350"/>
                <a:gd name="connsiteY9680" fmla="*/ 410623 h 876300"/>
                <a:gd name="connsiteX9681" fmla="*/ 1630013 w 2419350"/>
                <a:gd name="connsiteY9681" fmla="*/ 410146 h 876300"/>
                <a:gd name="connsiteX9682" fmla="*/ 1631728 w 2419350"/>
                <a:gd name="connsiteY9682" fmla="*/ 409004 h 876300"/>
                <a:gd name="connsiteX9683" fmla="*/ 1632299 w 2419350"/>
                <a:gd name="connsiteY9683" fmla="*/ 408908 h 876300"/>
                <a:gd name="connsiteX9684" fmla="*/ 1634109 w 2419350"/>
                <a:gd name="connsiteY9684" fmla="*/ 409004 h 876300"/>
                <a:gd name="connsiteX9685" fmla="*/ 1635442 w 2419350"/>
                <a:gd name="connsiteY9685" fmla="*/ 408432 h 876300"/>
                <a:gd name="connsiteX9686" fmla="*/ 1635919 w 2419350"/>
                <a:gd name="connsiteY9686" fmla="*/ 408337 h 876300"/>
                <a:gd name="connsiteX9687" fmla="*/ 1640396 w 2419350"/>
                <a:gd name="connsiteY9687" fmla="*/ 407956 h 876300"/>
                <a:gd name="connsiteX9688" fmla="*/ 1641539 w 2419350"/>
                <a:gd name="connsiteY9688" fmla="*/ 408146 h 876300"/>
                <a:gd name="connsiteX9689" fmla="*/ 1642205 w 2419350"/>
                <a:gd name="connsiteY9689" fmla="*/ 408146 h 876300"/>
                <a:gd name="connsiteX9690" fmla="*/ 1642491 w 2419350"/>
                <a:gd name="connsiteY9690" fmla="*/ 407765 h 876300"/>
                <a:gd name="connsiteX9691" fmla="*/ 1642777 w 2419350"/>
                <a:gd name="connsiteY9691" fmla="*/ 407575 h 876300"/>
                <a:gd name="connsiteX9692" fmla="*/ 1643348 w 2419350"/>
                <a:gd name="connsiteY9692" fmla="*/ 407384 h 876300"/>
                <a:gd name="connsiteX9693" fmla="*/ 1644491 w 2419350"/>
                <a:gd name="connsiteY9693" fmla="*/ 407289 h 876300"/>
                <a:gd name="connsiteX9694" fmla="*/ 1646301 w 2419350"/>
                <a:gd name="connsiteY9694" fmla="*/ 407384 h 876300"/>
                <a:gd name="connsiteX9695" fmla="*/ 1647063 w 2419350"/>
                <a:gd name="connsiteY9695" fmla="*/ 407289 h 876300"/>
                <a:gd name="connsiteX9696" fmla="*/ 1650397 w 2419350"/>
                <a:gd name="connsiteY9696" fmla="*/ 405765 h 876300"/>
                <a:gd name="connsiteX9697" fmla="*/ 1650778 w 2419350"/>
                <a:gd name="connsiteY9697" fmla="*/ 405384 h 876300"/>
                <a:gd name="connsiteX9698" fmla="*/ 1650873 w 2419350"/>
                <a:gd name="connsiteY9698" fmla="*/ 404813 h 876300"/>
                <a:gd name="connsiteX9699" fmla="*/ 1650873 w 2419350"/>
                <a:gd name="connsiteY9699" fmla="*/ 404717 h 876300"/>
                <a:gd name="connsiteX9700" fmla="*/ 1650682 w 2419350"/>
                <a:gd name="connsiteY9700" fmla="*/ 404813 h 876300"/>
                <a:gd name="connsiteX9701" fmla="*/ 1650016 w 2419350"/>
                <a:gd name="connsiteY9701" fmla="*/ 404813 h 876300"/>
                <a:gd name="connsiteX9702" fmla="*/ 1647920 w 2419350"/>
                <a:gd name="connsiteY9702" fmla="*/ 404527 h 876300"/>
                <a:gd name="connsiteX9703" fmla="*/ 1638872 w 2419350"/>
                <a:gd name="connsiteY9703" fmla="*/ 404146 h 876300"/>
                <a:gd name="connsiteX9704" fmla="*/ 1632395 w 2419350"/>
                <a:gd name="connsiteY9704" fmla="*/ 403098 h 876300"/>
                <a:gd name="connsiteX9705" fmla="*/ 1629918 w 2419350"/>
                <a:gd name="connsiteY9705" fmla="*/ 403098 h 876300"/>
                <a:gd name="connsiteX9706" fmla="*/ 1623727 w 2419350"/>
                <a:gd name="connsiteY9706" fmla="*/ 403955 h 876300"/>
                <a:gd name="connsiteX9707" fmla="*/ 1621536 w 2419350"/>
                <a:gd name="connsiteY9707" fmla="*/ 403860 h 876300"/>
                <a:gd name="connsiteX9708" fmla="*/ 1620393 w 2419350"/>
                <a:gd name="connsiteY9708" fmla="*/ 403574 h 876300"/>
                <a:gd name="connsiteX9709" fmla="*/ 1619822 w 2419350"/>
                <a:gd name="connsiteY9709" fmla="*/ 403574 h 876300"/>
                <a:gd name="connsiteX9710" fmla="*/ 1618774 w 2419350"/>
                <a:gd name="connsiteY9710" fmla="*/ 404336 h 876300"/>
                <a:gd name="connsiteX9711" fmla="*/ 1618202 w 2419350"/>
                <a:gd name="connsiteY9711" fmla="*/ 404622 h 876300"/>
                <a:gd name="connsiteX9712" fmla="*/ 1617631 w 2419350"/>
                <a:gd name="connsiteY9712" fmla="*/ 404813 h 876300"/>
                <a:gd name="connsiteX9713" fmla="*/ 1617155 w 2419350"/>
                <a:gd name="connsiteY9713" fmla="*/ 404908 h 876300"/>
                <a:gd name="connsiteX9714" fmla="*/ 1613059 w 2419350"/>
                <a:gd name="connsiteY9714" fmla="*/ 404431 h 876300"/>
                <a:gd name="connsiteX9715" fmla="*/ 1612297 w 2419350"/>
                <a:gd name="connsiteY9715" fmla="*/ 404622 h 876300"/>
                <a:gd name="connsiteX9716" fmla="*/ 1611249 w 2419350"/>
                <a:gd name="connsiteY9716" fmla="*/ 403860 h 876300"/>
                <a:gd name="connsiteX9717" fmla="*/ 1609630 w 2419350"/>
                <a:gd name="connsiteY9717" fmla="*/ 403765 h 876300"/>
                <a:gd name="connsiteX9718" fmla="*/ 1606391 w 2419350"/>
                <a:gd name="connsiteY9718" fmla="*/ 404146 h 876300"/>
                <a:gd name="connsiteX9719" fmla="*/ 1606106 w 2419350"/>
                <a:gd name="connsiteY9719" fmla="*/ 404051 h 876300"/>
                <a:gd name="connsiteX9720" fmla="*/ 1605915 w 2419350"/>
                <a:gd name="connsiteY9720" fmla="*/ 403765 h 876300"/>
                <a:gd name="connsiteX9721" fmla="*/ 1605820 w 2419350"/>
                <a:gd name="connsiteY9721" fmla="*/ 403384 h 876300"/>
                <a:gd name="connsiteX9722" fmla="*/ 1605820 w 2419350"/>
                <a:gd name="connsiteY9722" fmla="*/ 403003 h 876300"/>
                <a:gd name="connsiteX9723" fmla="*/ 1605629 w 2419350"/>
                <a:gd name="connsiteY9723" fmla="*/ 402717 h 876300"/>
                <a:gd name="connsiteX9724" fmla="*/ 1605153 w 2419350"/>
                <a:gd name="connsiteY9724" fmla="*/ 402908 h 876300"/>
                <a:gd name="connsiteX9725" fmla="*/ 1604391 w 2419350"/>
                <a:gd name="connsiteY9725" fmla="*/ 403479 h 876300"/>
                <a:gd name="connsiteX9726" fmla="*/ 1603343 w 2419350"/>
                <a:gd name="connsiteY9726" fmla="*/ 403765 h 876300"/>
                <a:gd name="connsiteX9727" fmla="*/ 1602867 w 2419350"/>
                <a:gd name="connsiteY9727" fmla="*/ 403765 h 876300"/>
                <a:gd name="connsiteX9728" fmla="*/ 1602391 w 2419350"/>
                <a:gd name="connsiteY9728" fmla="*/ 403574 h 876300"/>
                <a:gd name="connsiteX9729" fmla="*/ 1601724 w 2419350"/>
                <a:gd name="connsiteY9729" fmla="*/ 402812 h 876300"/>
                <a:gd name="connsiteX9730" fmla="*/ 1601343 w 2419350"/>
                <a:gd name="connsiteY9730" fmla="*/ 402622 h 876300"/>
                <a:gd name="connsiteX9731" fmla="*/ 1600772 w 2419350"/>
                <a:gd name="connsiteY9731" fmla="*/ 402717 h 876300"/>
                <a:gd name="connsiteX9732" fmla="*/ 1600390 w 2419350"/>
                <a:gd name="connsiteY9732" fmla="*/ 403003 h 876300"/>
                <a:gd name="connsiteX9733" fmla="*/ 1600105 w 2419350"/>
                <a:gd name="connsiteY9733" fmla="*/ 403479 h 876300"/>
                <a:gd name="connsiteX9734" fmla="*/ 1600009 w 2419350"/>
                <a:gd name="connsiteY9734" fmla="*/ 403955 h 876300"/>
                <a:gd name="connsiteX9735" fmla="*/ 1599152 w 2419350"/>
                <a:gd name="connsiteY9735" fmla="*/ 404146 h 876300"/>
                <a:gd name="connsiteX9736" fmla="*/ 1598390 w 2419350"/>
                <a:gd name="connsiteY9736" fmla="*/ 404622 h 876300"/>
                <a:gd name="connsiteX9737" fmla="*/ 1597914 w 2419350"/>
                <a:gd name="connsiteY9737" fmla="*/ 405479 h 876300"/>
                <a:gd name="connsiteX9738" fmla="*/ 1597723 w 2419350"/>
                <a:gd name="connsiteY9738" fmla="*/ 406622 h 876300"/>
                <a:gd name="connsiteX9739" fmla="*/ 1597819 w 2419350"/>
                <a:gd name="connsiteY9739" fmla="*/ 407099 h 876300"/>
                <a:gd name="connsiteX9740" fmla="*/ 1598105 w 2419350"/>
                <a:gd name="connsiteY9740" fmla="*/ 407670 h 876300"/>
                <a:gd name="connsiteX9741" fmla="*/ 1598486 w 2419350"/>
                <a:gd name="connsiteY9741" fmla="*/ 408146 h 876300"/>
                <a:gd name="connsiteX9742" fmla="*/ 1598866 w 2419350"/>
                <a:gd name="connsiteY9742" fmla="*/ 408337 h 876300"/>
                <a:gd name="connsiteX9743" fmla="*/ 1599438 w 2419350"/>
                <a:gd name="connsiteY9743" fmla="*/ 408146 h 876300"/>
                <a:gd name="connsiteX9744" fmla="*/ 1599724 w 2419350"/>
                <a:gd name="connsiteY9744" fmla="*/ 407194 h 876300"/>
                <a:gd name="connsiteX9745" fmla="*/ 1600200 w 2419350"/>
                <a:gd name="connsiteY9745" fmla="*/ 407003 h 876300"/>
                <a:gd name="connsiteX9746" fmla="*/ 1602486 w 2419350"/>
                <a:gd name="connsiteY9746" fmla="*/ 408146 h 876300"/>
                <a:gd name="connsiteX9747" fmla="*/ 1602962 w 2419350"/>
                <a:gd name="connsiteY9747" fmla="*/ 408527 h 876300"/>
                <a:gd name="connsiteX9748" fmla="*/ 1603248 w 2419350"/>
                <a:gd name="connsiteY9748" fmla="*/ 409289 h 876300"/>
                <a:gd name="connsiteX9749" fmla="*/ 1603343 w 2419350"/>
                <a:gd name="connsiteY9749" fmla="*/ 410242 h 876300"/>
                <a:gd name="connsiteX9750" fmla="*/ 1603248 w 2419350"/>
                <a:gd name="connsiteY9750" fmla="*/ 411289 h 876300"/>
                <a:gd name="connsiteX9751" fmla="*/ 1602962 w 2419350"/>
                <a:gd name="connsiteY9751" fmla="*/ 412147 h 876300"/>
                <a:gd name="connsiteX9752" fmla="*/ 1604867 w 2419350"/>
                <a:gd name="connsiteY9752" fmla="*/ 411480 h 876300"/>
                <a:gd name="connsiteX9753" fmla="*/ 1605629 w 2419350"/>
                <a:gd name="connsiteY9753" fmla="*/ 411385 h 876300"/>
                <a:gd name="connsiteX9754" fmla="*/ 1608106 w 2419350"/>
                <a:gd name="connsiteY9754" fmla="*/ 411385 h 876300"/>
                <a:gd name="connsiteX9755" fmla="*/ 1609249 w 2419350"/>
                <a:gd name="connsiteY9755" fmla="*/ 411194 h 876300"/>
                <a:gd name="connsiteX9756" fmla="*/ 1611725 w 2419350"/>
                <a:gd name="connsiteY9756" fmla="*/ 410432 h 876300"/>
                <a:gd name="connsiteX9757" fmla="*/ 1612773 w 2419350"/>
                <a:gd name="connsiteY9757" fmla="*/ 410242 h 876300"/>
                <a:gd name="connsiteX9758" fmla="*/ 1621536 w 2419350"/>
                <a:gd name="connsiteY9758" fmla="*/ 410432 h 876300"/>
                <a:gd name="connsiteX9759" fmla="*/ 1625060 w 2419350"/>
                <a:gd name="connsiteY9759" fmla="*/ 409099 h 876300"/>
                <a:gd name="connsiteX9760" fmla="*/ 487585 w 2419350"/>
                <a:gd name="connsiteY9760" fmla="*/ 272701 h 876300"/>
                <a:gd name="connsiteX9761" fmla="*/ 488061 w 2419350"/>
                <a:gd name="connsiteY9761" fmla="*/ 272605 h 876300"/>
                <a:gd name="connsiteX9762" fmla="*/ 488537 w 2419350"/>
                <a:gd name="connsiteY9762" fmla="*/ 272320 h 876300"/>
                <a:gd name="connsiteX9763" fmla="*/ 489299 w 2419350"/>
                <a:gd name="connsiteY9763" fmla="*/ 272320 h 876300"/>
                <a:gd name="connsiteX9764" fmla="*/ 488728 w 2419350"/>
                <a:gd name="connsiteY9764" fmla="*/ 271177 h 876300"/>
                <a:gd name="connsiteX9765" fmla="*/ 488442 w 2419350"/>
                <a:gd name="connsiteY9765" fmla="*/ 270320 h 876300"/>
                <a:gd name="connsiteX9766" fmla="*/ 488347 w 2419350"/>
                <a:gd name="connsiteY9766" fmla="*/ 269462 h 876300"/>
                <a:gd name="connsiteX9767" fmla="*/ 488347 w 2419350"/>
                <a:gd name="connsiteY9767" fmla="*/ 268224 h 876300"/>
                <a:gd name="connsiteX9768" fmla="*/ 488156 w 2419350"/>
                <a:gd name="connsiteY9768" fmla="*/ 267748 h 876300"/>
                <a:gd name="connsiteX9769" fmla="*/ 487680 w 2419350"/>
                <a:gd name="connsiteY9769" fmla="*/ 267653 h 876300"/>
                <a:gd name="connsiteX9770" fmla="*/ 487013 w 2419350"/>
                <a:gd name="connsiteY9770" fmla="*/ 267653 h 876300"/>
                <a:gd name="connsiteX9771" fmla="*/ 486823 w 2419350"/>
                <a:gd name="connsiteY9771" fmla="*/ 267843 h 876300"/>
                <a:gd name="connsiteX9772" fmla="*/ 486537 w 2419350"/>
                <a:gd name="connsiteY9772" fmla="*/ 268224 h 876300"/>
                <a:gd name="connsiteX9773" fmla="*/ 485965 w 2419350"/>
                <a:gd name="connsiteY9773" fmla="*/ 268224 h 876300"/>
                <a:gd name="connsiteX9774" fmla="*/ 485013 w 2419350"/>
                <a:gd name="connsiteY9774" fmla="*/ 267938 h 876300"/>
                <a:gd name="connsiteX9775" fmla="*/ 483965 w 2419350"/>
                <a:gd name="connsiteY9775" fmla="*/ 268510 h 876300"/>
                <a:gd name="connsiteX9776" fmla="*/ 483584 w 2419350"/>
                <a:gd name="connsiteY9776" fmla="*/ 269272 h 876300"/>
                <a:gd name="connsiteX9777" fmla="*/ 483775 w 2419350"/>
                <a:gd name="connsiteY9777" fmla="*/ 270224 h 876300"/>
                <a:gd name="connsiteX9778" fmla="*/ 484537 w 2419350"/>
                <a:gd name="connsiteY9778" fmla="*/ 271272 h 876300"/>
                <a:gd name="connsiteX9779" fmla="*/ 485013 w 2419350"/>
                <a:gd name="connsiteY9779" fmla="*/ 271558 h 876300"/>
                <a:gd name="connsiteX9780" fmla="*/ 486156 w 2419350"/>
                <a:gd name="connsiteY9780" fmla="*/ 271653 h 876300"/>
                <a:gd name="connsiteX9781" fmla="*/ 487204 w 2419350"/>
                <a:gd name="connsiteY9781" fmla="*/ 272415 h 876300"/>
                <a:gd name="connsiteX9782" fmla="*/ 487585 w 2419350"/>
                <a:gd name="connsiteY9782" fmla="*/ 272701 h 876300"/>
                <a:gd name="connsiteX9783" fmla="*/ 1698307 w 2419350"/>
                <a:gd name="connsiteY9783" fmla="*/ 510350 h 876300"/>
                <a:gd name="connsiteX9784" fmla="*/ 1697736 w 2419350"/>
                <a:gd name="connsiteY9784" fmla="*/ 509588 h 876300"/>
                <a:gd name="connsiteX9785" fmla="*/ 1695831 w 2419350"/>
                <a:gd name="connsiteY9785" fmla="*/ 509016 h 876300"/>
                <a:gd name="connsiteX9786" fmla="*/ 1694974 w 2419350"/>
                <a:gd name="connsiteY9786" fmla="*/ 508921 h 876300"/>
                <a:gd name="connsiteX9787" fmla="*/ 1694116 w 2419350"/>
                <a:gd name="connsiteY9787" fmla="*/ 509206 h 876300"/>
                <a:gd name="connsiteX9788" fmla="*/ 1692688 w 2419350"/>
                <a:gd name="connsiteY9788" fmla="*/ 510921 h 876300"/>
                <a:gd name="connsiteX9789" fmla="*/ 1692592 w 2419350"/>
                <a:gd name="connsiteY9789" fmla="*/ 512159 h 876300"/>
                <a:gd name="connsiteX9790" fmla="*/ 1693069 w 2419350"/>
                <a:gd name="connsiteY9790" fmla="*/ 512921 h 876300"/>
                <a:gd name="connsiteX9791" fmla="*/ 1693926 w 2419350"/>
                <a:gd name="connsiteY9791" fmla="*/ 513683 h 876300"/>
                <a:gd name="connsiteX9792" fmla="*/ 1694593 w 2419350"/>
                <a:gd name="connsiteY9792" fmla="*/ 514255 h 876300"/>
                <a:gd name="connsiteX9793" fmla="*/ 1695545 w 2419350"/>
                <a:gd name="connsiteY9793" fmla="*/ 514350 h 876300"/>
                <a:gd name="connsiteX9794" fmla="*/ 1696498 w 2419350"/>
                <a:gd name="connsiteY9794" fmla="*/ 514541 h 876300"/>
                <a:gd name="connsiteX9795" fmla="*/ 1697450 w 2419350"/>
                <a:gd name="connsiteY9795" fmla="*/ 514636 h 876300"/>
                <a:gd name="connsiteX9796" fmla="*/ 1698212 w 2419350"/>
                <a:gd name="connsiteY9796" fmla="*/ 514255 h 876300"/>
                <a:gd name="connsiteX9797" fmla="*/ 1698307 w 2419350"/>
                <a:gd name="connsiteY9797" fmla="*/ 513683 h 876300"/>
                <a:gd name="connsiteX9798" fmla="*/ 1698689 w 2419350"/>
                <a:gd name="connsiteY9798" fmla="*/ 513112 h 876300"/>
                <a:gd name="connsiteX9799" fmla="*/ 1699070 w 2419350"/>
                <a:gd name="connsiteY9799" fmla="*/ 512255 h 876300"/>
                <a:gd name="connsiteX9800" fmla="*/ 1698879 w 2419350"/>
                <a:gd name="connsiteY9800" fmla="*/ 510921 h 876300"/>
                <a:gd name="connsiteX9801" fmla="*/ 1698307 w 2419350"/>
                <a:gd name="connsiteY9801" fmla="*/ 510350 h 876300"/>
                <a:gd name="connsiteX9802" fmla="*/ 1598390 w 2419350"/>
                <a:gd name="connsiteY9802" fmla="*/ 200978 h 876300"/>
                <a:gd name="connsiteX9803" fmla="*/ 1598771 w 2419350"/>
                <a:gd name="connsiteY9803" fmla="*/ 200692 h 876300"/>
                <a:gd name="connsiteX9804" fmla="*/ 1599057 w 2419350"/>
                <a:gd name="connsiteY9804" fmla="*/ 200216 h 876300"/>
                <a:gd name="connsiteX9805" fmla="*/ 1599438 w 2419350"/>
                <a:gd name="connsiteY9805" fmla="*/ 199930 h 876300"/>
                <a:gd name="connsiteX9806" fmla="*/ 1599724 w 2419350"/>
                <a:gd name="connsiteY9806" fmla="*/ 199930 h 876300"/>
                <a:gd name="connsiteX9807" fmla="*/ 1600486 w 2419350"/>
                <a:gd name="connsiteY9807" fmla="*/ 199454 h 876300"/>
                <a:gd name="connsiteX9808" fmla="*/ 1600581 w 2419350"/>
                <a:gd name="connsiteY9808" fmla="*/ 199358 h 876300"/>
                <a:gd name="connsiteX9809" fmla="*/ 1600867 w 2419350"/>
                <a:gd name="connsiteY9809" fmla="*/ 199358 h 876300"/>
                <a:gd name="connsiteX9810" fmla="*/ 1601153 w 2419350"/>
                <a:gd name="connsiteY9810" fmla="*/ 199454 h 876300"/>
                <a:gd name="connsiteX9811" fmla="*/ 1601343 w 2419350"/>
                <a:gd name="connsiteY9811" fmla="*/ 199263 h 876300"/>
                <a:gd name="connsiteX9812" fmla="*/ 1601438 w 2419350"/>
                <a:gd name="connsiteY9812" fmla="*/ 198501 h 876300"/>
                <a:gd name="connsiteX9813" fmla="*/ 1601248 w 2419350"/>
                <a:gd name="connsiteY9813" fmla="*/ 198120 h 876300"/>
                <a:gd name="connsiteX9814" fmla="*/ 1600676 w 2419350"/>
                <a:gd name="connsiteY9814" fmla="*/ 198787 h 876300"/>
                <a:gd name="connsiteX9815" fmla="*/ 1600295 w 2419350"/>
                <a:gd name="connsiteY9815" fmla="*/ 198787 h 876300"/>
                <a:gd name="connsiteX9816" fmla="*/ 1599819 w 2419350"/>
                <a:gd name="connsiteY9816" fmla="*/ 198692 h 876300"/>
                <a:gd name="connsiteX9817" fmla="*/ 1599533 w 2419350"/>
                <a:gd name="connsiteY9817" fmla="*/ 198501 h 876300"/>
                <a:gd name="connsiteX9818" fmla="*/ 1599343 w 2419350"/>
                <a:gd name="connsiteY9818" fmla="*/ 198406 h 876300"/>
                <a:gd name="connsiteX9819" fmla="*/ 1599152 w 2419350"/>
                <a:gd name="connsiteY9819" fmla="*/ 198501 h 876300"/>
                <a:gd name="connsiteX9820" fmla="*/ 1598866 w 2419350"/>
                <a:gd name="connsiteY9820" fmla="*/ 198311 h 876300"/>
                <a:gd name="connsiteX9821" fmla="*/ 1598581 w 2419350"/>
                <a:gd name="connsiteY9821" fmla="*/ 198215 h 876300"/>
                <a:gd name="connsiteX9822" fmla="*/ 1598390 w 2419350"/>
                <a:gd name="connsiteY9822" fmla="*/ 198596 h 876300"/>
                <a:gd name="connsiteX9823" fmla="*/ 1598486 w 2419350"/>
                <a:gd name="connsiteY9823" fmla="*/ 198882 h 876300"/>
                <a:gd name="connsiteX9824" fmla="*/ 1598676 w 2419350"/>
                <a:gd name="connsiteY9824" fmla="*/ 199072 h 876300"/>
                <a:gd name="connsiteX9825" fmla="*/ 1598676 w 2419350"/>
                <a:gd name="connsiteY9825" fmla="*/ 199263 h 876300"/>
                <a:gd name="connsiteX9826" fmla="*/ 1598295 w 2419350"/>
                <a:gd name="connsiteY9826" fmla="*/ 199263 h 876300"/>
                <a:gd name="connsiteX9827" fmla="*/ 1598009 w 2419350"/>
                <a:gd name="connsiteY9827" fmla="*/ 199644 h 876300"/>
                <a:gd name="connsiteX9828" fmla="*/ 1597819 w 2419350"/>
                <a:gd name="connsiteY9828" fmla="*/ 199739 h 876300"/>
                <a:gd name="connsiteX9829" fmla="*/ 1597533 w 2419350"/>
                <a:gd name="connsiteY9829" fmla="*/ 200216 h 876300"/>
                <a:gd name="connsiteX9830" fmla="*/ 1597533 w 2419350"/>
                <a:gd name="connsiteY9830" fmla="*/ 200787 h 876300"/>
                <a:gd name="connsiteX9831" fmla="*/ 1597819 w 2419350"/>
                <a:gd name="connsiteY9831" fmla="*/ 201263 h 876300"/>
                <a:gd name="connsiteX9832" fmla="*/ 1598390 w 2419350"/>
                <a:gd name="connsiteY9832" fmla="*/ 200978 h 876300"/>
                <a:gd name="connsiteX9833" fmla="*/ 1714595 w 2419350"/>
                <a:gd name="connsiteY9833" fmla="*/ 597218 h 876300"/>
                <a:gd name="connsiteX9834" fmla="*/ 1714119 w 2419350"/>
                <a:gd name="connsiteY9834" fmla="*/ 597503 h 876300"/>
                <a:gd name="connsiteX9835" fmla="*/ 1714690 w 2419350"/>
                <a:gd name="connsiteY9835" fmla="*/ 597694 h 876300"/>
                <a:gd name="connsiteX9836" fmla="*/ 1714595 w 2419350"/>
                <a:gd name="connsiteY9836" fmla="*/ 597218 h 876300"/>
                <a:gd name="connsiteX9837" fmla="*/ 1714405 w 2419350"/>
                <a:gd name="connsiteY9837" fmla="*/ 598361 h 876300"/>
                <a:gd name="connsiteX9838" fmla="*/ 1714976 w 2419350"/>
                <a:gd name="connsiteY9838" fmla="*/ 598646 h 876300"/>
                <a:gd name="connsiteX9839" fmla="*/ 1714690 w 2419350"/>
                <a:gd name="connsiteY9839" fmla="*/ 598075 h 876300"/>
                <a:gd name="connsiteX9840" fmla="*/ 1714405 w 2419350"/>
                <a:gd name="connsiteY9840" fmla="*/ 598361 h 876300"/>
                <a:gd name="connsiteX9841" fmla="*/ 1724406 w 2419350"/>
                <a:gd name="connsiteY9841" fmla="*/ 737902 h 876300"/>
                <a:gd name="connsiteX9842" fmla="*/ 1723454 w 2419350"/>
                <a:gd name="connsiteY9842" fmla="*/ 737616 h 876300"/>
                <a:gd name="connsiteX9843" fmla="*/ 1722406 w 2419350"/>
                <a:gd name="connsiteY9843" fmla="*/ 737521 h 876300"/>
                <a:gd name="connsiteX9844" fmla="*/ 1721358 w 2419350"/>
                <a:gd name="connsiteY9844" fmla="*/ 737711 h 876300"/>
                <a:gd name="connsiteX9845" fmla="*/ 1717167 w 2419350"/>
                <a:gd name="connsiteY9845" fmla="*/ 740474 h 876300"/>
                <a:gd name="connsiteX9846" fmla="*/ 1718024 w 2419350"/>
                <a:gd name="connsiteY9846" fmla="*/ 740759 h 876300"/>
                <a:gd name="connsiteX9847" fmla="*/ 1719453 w 2419350"/>
                <a:gd name="connsiteY9847" fmla="*/ 741997 h 876300"/>
                <a:gd name="connsiteX9848" fmla="*/ 1720596 w 2419350"/>
                <a:gd name="connsiteY9848" fmla="*/ 742283 h 876300"/>
                <a:gd name="connsiteX9849" fmla="*/ 1721644 w 2419350"/>
                <a:gd name="connsiteY9849" fmla="*/ 742093 h 876300"/>
                <a:gd name="connsiteX9850" fmla="*/ 1723454 w 2419350"/>
                <a:gd name="connsiteY9850" fmla="*/ 741331 h 876300"/>
                <a:gd name="connsiteX9851" fmla="*/ 1724501 w 2419350"/>
                <a:gd name="connsiteY9851" fmla="*/ 741140 h 876300"/>
                <a:gd name="connsiteX9852" fmla="*/ 1725739 w 2419350"/>
                <a:gd name="connsiteY9852" fmla="*/ 740759 h 876300"/>
                <a:gd name="connsiteX9853" fmla="*/ 1725930 w 2419350"/>
                <a:gd name="connsiteY9853" fmla="*/ 739807 h 876300"/>
                <a:gd name="connsiteX9854" fmla="*/ 1725358 w 2419350"/>
                <a:gd name="connsiteY9854" fmla="*/ 738759 h 876300"/>
                <a:gd name="connsiteX9855" fmla="*/ 1724406 w 2419350"/>
                <a:gd name="connsiteY9855" fmla="*/ 737902 h 876300"/>
                <a:gd name="connsiteX9856" fmla="*/ 1885569 w 2419350"/>
                <a:gd name="connsiteY9856" fmla="*/ 511683 h 876300"/>
                <a:gd name="connsiteX9857" fmla="*/ 1886522 w 2419350"/>
                <a:gd name="connsiteY9857" fmla="*/ 512064 h 876300"/>
                <a:gd name="connsiteX9858" fmla="*/ 1887760 w 2419350"/>
                <a:gd name="connsiteY9858" fmla="*/ 511874 h 876300"/>
                <a:gd name="connsiteX9859" fmla="*/ 1887760 w 2419350"/>
                <a:gd name="connsiteY9859" fmla="*/ 511207 h 876300"/>
                <a:gd name="connsiteX9860" fmla="*/ 1887188 w 2419350"/>
                <a:gd name="connsiteY9860" fmla="*/ 510445 h 876300"/>
                <a:gd name="connsiteX9861" fmla="*/ 1886807 w 2419350"/>
                <a:gd name="connsiteY9861" fmla="*/ 509778 h 876300"/>
                <a:gd name="connsiteX9862" fmla="*/ 1887188 w 2419350"/>
                <a:gd name="connsiteY9862" fmla="*/ 502920 h 876300"/>
                <a:gd name="connsiteX9863" fmla="*/ 1887379 w 2419350"/>
                <a:gd name="connsiteY9863" fmla="*/ 502349 h 876300"/>
                <a:gd name="connsiteX9864" fmla="*/ 1888141 w 2419350"/>
                <a:gd name="connsiteY9864" fmla="*/ 501301 h 876300"/>
                <a:gd name="connsiteX9865" fmla="*/ 1888331 w 2419350"/>
                <a:gd name="connsiteY9865" fmla="*/ 500825 h 876300"/>
                <a:gd name="connsiteX9866" fmla="*/ 1888426 w 2419350"/>
                <a:gd name="connsiteY9866" fmla="*/ 500444 h 876300"/>
                <a:gd name="connsiteX9867" fmla="*/ 1889189 w 2419350"/>
                <a:gd name="connsiteY9867" fmla="*/ 499396 h 876300"/>
                <a:gd name="connsiteX9868" fmla="*/ 1889474 w 2419350"/>
                <a:gd name="connsiteY9868" fmla="*/ 498824 h 876300"/>
                <a:gd name="connsiteX9869" fmla="*/ 1889665 w 2419350"/>
                <a:gd name="connsiteY9869" fmla="*/ 497777 h 876300"/>
                <a:gd name="connsiteX9870" fmla="*/ 1889665 w 2419350"/>
                <a:gd name="connsiteY9870" fmla="*/ 497300 h 876300"/>
                <a:gd name="connsiteX9871" fmla="*/ 1889570 w 2419350"/>
                <a:gd name="connsiteY9871" fmla="*/ 496729 h 876300"/>
                <a:gd name="connsiteX9872" fmla="*/ 1888998 w 2419350"/>
                <a:gd name="connsiteY9872" fmla="*/ 495871 h 876300"/>
                <a:gd name="connsiteX9873" fmla="*/ 1887379 w 2419350"/>
                <a:gd name="connsiteY9873" fmla="*/ 494252 h 876300"/>
                <a:gd name="connsiteX9874" fmla="*/ 1886712 w 2419350"/>
                <a:gd name="connsiteY9874" fmla="*/ 493109 h 876300"/>
                <a:gd name="connsiteX9875" fmla="*/ 1886236 w 2419350"/>
                <a:gd name="connsiteY9875" fmla="*/ 492062 h 876300"/>
                <a:gd name="connsiteX9876" fmla="*/ 1886236 w 2419350"/>
                <a:gd name="connsiteY9876" fmla="*/ 491014 h 876300"/>
                <a:gd name="connsiteX9877" fmla="*/ 1887283 w 2419350"/>
                <a:gd name="connsiteY9877" fmla="*/ 490633 h 876300"/>
                <a:gd name="connsiteX9878" fmla="*/ 1886522 w 2419350"/>
                <a:gd name="connsiteY9878" fmla="*/ 489395 h 876300"/>
                <a:gd name="connsiteX9879" fmla="*/ 1885283 w 2419350"/>
                <a:gd name="connsiteY9879" fmla="*/ 488442 h 876300"/>
                <a:gd name="connsiteX9880" fmla="*/ 1883664 w 2419350"/>
                <a:gd name="connsiteY9880" fmla="*/ 487871 h 876300"/>
                <a:gd name="connsiteX9881" fmla="*/ 1881568 w 2419350"/>
                <a:gd name="connsiteY9881" fmla="*/ 487775 h 876300"/>
                <a:gd name="connsiteX9882" fmla="*/ 1879473 w 2419350"/>
                <a:gd name="connsiteY9882" fmla="*/ 487966 h 876300"/>
                <a:gd name="connsiteX9883" fmla="*/ 1878616 w 2419350"/>
                <a:gd name="connsiteY9883" fmla="*/ 487775 h 876300"/>
                <a:gd name="connsiteX9884" fmla="*/ 1878235 w 2419350"/>
                <a:gd name="connsiteY9884" fmla="*/ 487204 h 876300"/>
                <a:gd name="connsiteX9885" fmla="*/ 1878044 w 2419350"/>
                <a:gd name="connsiteY9885" fmla="*/ 486537 h 876300"/>
                <a:gd name="connsiteX9886" fmla="*/ 1877092 w 2419350"/>
                <a:gd name="connsiteY9886" fmla="*/ 485108 h 876300"/>
                <a:gd name="connsiteX9887" fmla="*/ 1876901 w 2419350"/>
                <a:gd name="connsiteY9887" fmla="*/ 484251 h 876300"/>
                <a:gd name="connsiteX9888" fmla="*/ 1876806 w 2419350"/>
                <a:gd name="connsiteY9888" fmla="*/ 479774 h 876300"/>
                <a:gd name="connsiteX9889" fmla="*/ 1876330 w 2419350"/>
                <a:gd name="connsiteY9889" fmla="*/ 477679 h 876300"/>
                <a:gd name="connsiteX9890" fmla="*/ 1875282 w 2419350"/>
                <a:gd name="connsiteY9890" fmla="*/ 475964 h 876300"/>
                <a:gd name="connsiteX9891" fmla="*/ 1875091 w 2419350"/>
                <a:gd name="connsiteY9891" fmla="*/ 475583 h 876300"/>
                <a:gd name="connsiteX9892" fmla="*/ 1874711 w 2419350"/>
                <a:gd name="connsiteY9892" fmla="*/ 473774 h 876300"/>
                <a:gd name="connsiteX9893" fmla="*/ 1874520 w 2419350"/>
                <a:gd name="connsiteY9893" fmla="*/ 473297 h 876300"/>
                <a:gd name="connsiteX9894" fmla="*/ 1874044 w 2419350"/>
                <a:gd name="connsiteY9894" fmla="*/ 472916 h 876300"/>
                <a:gd name="connsiteX9895" fmla="*/ 1870043 w 2419350"/>
                <a:gd name="connsiteY9895" fmla="*/ 471392 h 876300"/>
                <a:gd name="connsiteX9896" fmla="*/ 1869281 w 2419350"/>
                <a:gd name="connsiteY9896" fmla="*/ 471011 h 876300"/>
                <a:gd name="connsiteX9897" fmla="*/ 1864042 w 2419350"/>
                <a:gd name="connsiteY9897" fmla="*/ 466058 h 876300"/>
                <a:gd name="connsiteX9898" fmla="*/ 1861661 w 2419350"/>
                <a:gd name="connsiteY9898" fmla="*/ 465201 h 876300"/>
                <a:gd name="connsiteX9899" fmla="*/ 1859375 w 2419350"/>
                <a:gd name="connsiteY9899" fmla="*/ 465201 h 876300"/>
                <a:gd name="connsiteX9900" fmla="*/ 1854708 w 2419350"/>
                <a:gd name="connsiteY9900" fmla="*/ 465868 h 876300"/>
                <a:gd name="connsiteX9901" fmla="*/ 1845945 w 2419350"/>
                <a:gd name="connsiteY9901" fmla="*/ 465963 h 876300"/>
                <a:gd name="connsiteX9902" fmla="*/ 1841659 w 2419350"/>
                <a:gd name="connsiteY9902" fmla="*/ 465011 h 876300"/>
                <a:gd name="connsiteX9903" fmla="*/ 1840516 w 2419350"/>
                <a:gd name="connsiteY9903" fmla="*/ 464534 h 876300"/>
                <a:gd name="connsiteX9904" fmla="*/ 1839658 w 2419350"/>
                <a:gd name="connsiteY9904" fmla="*/ 463582 h 876300"/>
                <a:gd name="connsiteX9905" fmla="*/ 1838801 w 2419350"/>
                <a:gd name="connsiteY9905" fmla="*/ 462820 h 876300"/>
                <a:gd name="connsiteX9906" fmla="*/ 1837944 w 2419350"/>
                <a:gd name="connsiteY9906" fmla="*/ 462439 h 876300"/>
                <a:gd name="connsiteX9907" fmla="*/ 1837468 w 2419350"/>
                <a:gd name="connsiteY9907" fmla="*/ 463010 h 876300"/>
                <a:gd name="connsiteX9908" fmla="*/ 1836801 w 2419350"/>
                <a:gd name="connsiteY9908" fmla="*/ 462534 h 876300"/>
                <a:gd name="connsiteX9909" fmla="*/ 1836611 w 2419350"/>
                <a:gd name="connsiteY9909" fmla="*/ 461963 h 876300"/>
                <a:gd name="connsiteX9910" fmla="*/ 1836515 w 2419350"/>
                <a:gd name="connsiteY9910" fmla="*/ 461486 h 876300"/>
                <a:gd name="connsiteX9911" fmla="*/ 1836134 w 2419350"/>
                <a:gd name="connsiteY9911" fmla="*/ 461296 h 876300"/>
                <a:gd name="connsiteX9912" fmla="*/ 1835467 w 2419350"/>
                <a:gd name="connsiteY9912" fmla="*/ 461486 h 876300"/>
                <a:gd name="connsiteX9913" fmla="*/ 1834896 w 2419350"/>
                <a:gd name="connsiteY9913" fmla="*/ 461867 h 876300"/>
                <a:gd name="connsiteX9914" fmla="*/ 1834229 w 2419350"/>
                <a:gd name="connsiteY9914" fmla="*/ 462153 h 876300"/>
                <a:gd name="connsiteX9915" fmla="*/ 1833467 w 2419350"/>
                <a:gd name="connsiteY9915" fmla="*/ 462058 h 876300"/>
                <a:gd name="connsiteX9916" fmla="*/ 1832800 w 2419350"/>
                <a:gd name="connsiteY9916" fmla="*/ 461486 h 876300"/>
                <a:gd name="connsiteX9917" fmla="*/ 1831753 w 2419350"/>
                <a:gd name="connsiteY9917" fmla="*/ 459867 h 876300"/>
                <a:gd name="connsiteX9918" fmla="*/ 1831086 w 2419350"/>
                <a:gd name="connsiteY9918" fmla="*/ 459486 h 876300"/>
                <a:gd name="connsiteX9919" fmla="*/ 1830419 w 2419350"/>
                <a:gd name="connsiteY9919" fmla="*/ 459391 h 876300"/>
                <a:gd name="connsiteX9920" fmla="*/ 1822895 w 2419350"/>
                <a:gd name="connsiteY9920" fmla="*/ 456247 h 876300"/>
                <a:gd name="connsiteX9921" fmla="*/ 1819942 w 2419350"/>
                <a:gd name="connsiteY9921" fmla="*/ 455867 h 876300"/>
                <a:gd name="connsiteX9922" fmla="*/ 1819656 w 2419350"/>
                <a:gd name="connsiteY9922" fmla="*/ 455771 h 876300"/>
                <a:gd name="connsiteX9923" fmla="*/ 1819465 w 2419350"/>
                <a:gd name="connsiteY9923" fmla="*/ 455581 h 876300"/>
                <a:gd name="connsiteX9924" fmla="*/ 1819370 w 2419350"/>
                <a:gd name="connsiteY9924" fmla="*/ 455390 h 876300"/>
                <a:gd name="connsiteX9925" fmla="*/ 1819275 w 2419350"/>
                <a:gd name="connsiteY9925" fmla="*/ 454914 h 876300"/>
                <a:gd name="connsiteX9926" fmla="*/ 1818989 w 2419350"/>
                <a:gd name="connsiteY9926" fmla="*/ 454914 h 876300"/>
                <a:gd name="connsiteX9927" fmla="*/ 1818418 w 2419350"/>
                <a:gd name="connsiteY9927" fmla="*/ 455200 h 876300"/>
                <a:gd name="connsiteX9928" fmla="*/ 1814227 w 2419350"/>
                <a:gd name="connsiteY9928" fmla="*/ 455105 h 876300"/>
                <a:gd name="connsiteX9929" fmla="*/ 1811941 w 2419350"/>
                <a:gd name="connsiteY9929" fmla="*/ 455486 h 876300"/>
                <a:gd name="connsiteX9930" fmla="*/ 1810512 w 2419350"/>
                <a:gd name="connsiteY9930" fmla="*/ 456247 h 876300"/>
                <a:gd name="connsiteX9931" fmla="*/ 1810131 w 2419350"/>
                <a:gd name="connsiteY9931" fmla="*/ 457105 h 876300"/>
                <a:gd name="connsiteX9932" fmla="*/ 1810036 w 2419350"/>
                <a:gd name="connsiteY9932" fmla="*/ 458057 h 876300"/>
                <a:gd name="connsiteX9933" fmla="*/ 1809750 w 2419350"/>
                <a:gd name="connsiteY9933" fmla="*/ 458819 h 876300"/>
                <a:gd name="connsiteX9934" fmla="*/ 1808131 w 2419350"/>
                <a:gd name="connsiteY9934" fmla="*/ 459391 h 876300"/>
                <a:gd name="connsiteX9935" fmla="*/ 1805368 w 2419350"/>
                <a:gd name="connsiteY9935" fmla="*/ 460915 h 876300"/>
                <a:gd name="connsiteX9936" fmla="*/ 1803654 w 2419350"/>
                <a:gd name="connsiteY9936" fmla="*/ 461486 h 876300"/>
                <a:gd name="connsiteX9937" fmla="*/ 1802892 w 2419350"/>
                <a:gd name="connsiteY9937" fmla="*/ 461963 h 876300"/>
                <a:gd name="connsiteX9938" fmla="*/ 1802511 w 2419350"/>
                <a:gd name="connsiteY9938" fmla="*/ 462534 h 876300"/>
                <a:gd name="connsiteX9939" fmla="*/ 1802321 w 2419350"/>
                <a:gd name="connsiteY9939" fmla="*/ 463296 h 876300"/>
                <a:gd name="connsiteX9940" fmla="*/ 1801939 w 2419350"/>
                <a:gd name="connsiteY9940" fmla="*/ 463296 h 876300"/>
                <a:gd name="connsiteX9941" fmla="*/ 1801368 w 2419350"/>
                <a:gd name="connsiteY9941" fmla="*/ 462725 h 876300"/>
                <a:gd name="connsiteX9942" fmla="*/ 1801082 w 2419350"/>
                <a:gd name="connsiteY9942" fmla="*/ 462629 h 876300"/>
                <a:gd name="connsiteX9943" fmla="*/ 1800892 w 2419350"/>
                <a:gd name="connsiteY9943" fmla="*/ 462344 h 876300"/>
                <a:gd name="connsiteX9944" fmla="*/ 1800701 w 2419350"/>
                <a:gd name="connsiteY9944" fmla="*/ 462344 h 876300"/>
                <a:gd name="connsiteX9945" fmla="*/ 1800320 w 2419350"/>
                <a:gd name="connsiteY9945" fmla="*/ 462534 h 876300"/>
                <a:gd name="connsiteX9946" fmla="*/ 1800225 w 2419350"/>
                <a:gd name="connsiteY9946" fmla="*/ 462725 h 876300"/>
                <a:gd name="connsiteX9947" fmla="*/ 1800320 w 2419350"/>
                <a:gd name="connsiteY9947" fmla="*/ 462915 h 876300"/>
                <a:gd name="connsiteX9948" fmla="*/ 1800320 w 2419350"/>
                <a:gd name="connsiteY9948" fmla="*/ 463010 h 876300"/>
                <a:gd name="connsiteX9949" fmla="*/ 1800320 w 2419350"/>
                <a:gd name="connsiteY9949" fmla="*/ 463296 h 876300"/>
                <a:gd name="connsiteX9950" fmla="*/ 1800511 w 2419350"/>
                <a:gd name="connsiteY9950" fmla="*/ 463677 h 876300"/>
                <a:gd name="connsiteX9951" fmla="*/ 1800606 w 2419350"/>
                <a:gd name="connsiteY9951" fmla="*/ 463963 h 876300"/>
                <a:gd name="connsiteX9952" fmla="*/ 1800130 w 2419350"/>
                <a:gd name="connsiteY9952" fmla="*/ 464058 h 876300"/>
                <a:gd name="connsiteX9953" fmla="*/ 1799939 w 2419350"/>
                <a:gd name="connsiteY9953" fmla="*/ 463963 h 876300"/>
                <a:gd name="connsiteX9954" fmla="*/ 1799844 w 2419350"/>
                <a:gd name="connsiteY9954" fmla="*/ 463868 h 876300"/>
                <a:gd name="connsiteX9955" fmla="*/ 1799654 w 2419350"/>
                <a:gd name="connsiteY9955" fmla="*/ 463772 h 876300"/>
                <a:gd name="connsiteX9956" fmla="*/ 1799368 w 2419350"/>
                <a:gd name="connsiteY9956" fmla="*/ 463677 h 876300"/>
                <a:gd name="connsiteX9957" fmla="*/ 1798796 w 2419350"/>
                <a:gd name="connsiteY9957" fmla="*/ 463772 h 876300"/>
                <a:gd name="connsiteX9958" fmla="*/ 1797748 w 2419350"/>
                <a:gd name="connsiteY9958" fmla="*/ 464058 h 876300"/>
                <a:gd name="connsiteX9959" fmla="*/ 1797177 w 2419350"/>
                <a:gd name="connsiteY9959" fmla="*/ 464153 h 876300"/>
                <a:gd name="connsiteX9960" fmla="*/ 1796320 w 2419350"/>
                <a:gd name="connsiteY9960" fmla="*/ 463677 h 876300"/>
                <a:gd name="connsiteX9961" fmla="*/ 1794986 w 2419350"/>
                <a:gd name="connsiteY9961" fmla="*/ 461486 h 876300"/>
                <a:gd name="connsiteX9962" fmla="*/ 1794224 w 2419350"/>
                <a:gd name="connsiteY9962" fmla="*/ 461010 h 876300"/>
                <a:gd name="connsiteX9963" fmla="*/ 1794510 w 2419350"/>
                <a:gd name="connsiteY9963" fmla="*/ 458819 h 876300"/>
                <a:gd name="connsiteX9964" fmla="*/ 1794415 w 2419350"/>
                <a:gd name="connsiteY9964" fmla="*/ 457010 h 876300"/>
                <a:gd name="connsiteX9965" fmla="*/ 1793557 w 2419350"/>
                <a:gd name="connsiteY9965" fmla="*/ 456152 h 876300"/>
                <a:gd name="connsiteX9966" fmla="*/ 1791653 w 2419350"/>
                <a:gd name="connsiteY9966" fmla="*/ 456629 h 876300"/>
                <a:gd name="connsiteX9967" fmla="*/ 1788033 w 2419350"/>
                <a:gd name="connsiteY9967" fmla="*/ 458248 h 876300"/>
                <a:gd name="connsiteX9968" fmla="*/ 1785938 w 2419350"/>
                <a:gd name="connsiteY9968" fmla="*/ 458819 h 876300"/>
                <a:gd name="connsiteX9969" fmla="*/ 1783651 w 2419350"/>
                <a:gd name="connsiteY9969" fmla="*/ 459200 h 876300"/>
                <a:gd name="connsiteX9970" fmla="*/ 1782413 w 2419350"/>
                <a:gd name="connsiteY9970" fmla="*/ 459200 h 876300"/>
                <a:gd name="connsiteX9971" fmla="*/ 1780223 w 2419350"/>
                <a:gd name="connsiteY9971" fmla="*/ 458914 h 876300"/>
                <a:gd name="connsiteX9972" fmla="*/ 1769650 w 2419350"/>
                <a:gd name="connsiteY9972" fmla="*/ 458819 h 876300"/>
                <a:gd name="connsiteX9973" fmla="*/ 1768316 w 2419350"/>
                <a:gd name="connsiteY9973" fmla="*/ 458629 h 876300"/>
                <a:gd name="connsiteX9974" fmla="*/ 1766316 w 2419350"/>
                <a:gd name="connsiteY9974" fmla="*/ 457867 h 876300"/>
                <a:gd name="connsiteX9975" fmla="*/ 1765173 w 2419350"/>
                <a:gd name="connsiteY9975" fmla="*/ 457676 h 876300"/>
                <a:gd name="connsiteX9976" fmla="*/ 1764221 w 2419350"/>
                <a:gd name="connsiteY9976" fmla="*/ 457771 h 876300"/>
                <a:gd name="connsiteX9977" fmla="*/ 1762220 w 2419350"/>
                <a:gd name="connsiteY9977" fmla="*/ 458248 h 876300"/>
                <a:gd name="connsiteX9978" fmla="*/ 1760030 w 2419350"/>
                <a:gd name="connsiteY9978" fmla="*/ 458438 h 876300"/>
                <a:gd name="connsiteX9979" fmla="*/ 1758124 w 2419350"/>
                <a:gd name="connsiteY9979" fmla="*/ 458914 h 876300"/>
                <a:gd name="connsiteX9980" fmla="*/ 1749266 w 2419350"/>
                <a:gd name="connsiteY9980" fmla="*/ 458914 h 876300"/>
                <a:gd name="connsiteX9981" fmla="*/ 1747933 w 2419350"/>
                <a:gd name="connsiteY9981" fmla="*/ 458629 h 876300"/>
                <a:gd name="connsiteX9982" fmla="*/ 1747361 w 2419350"/>
                <a:gd name="connsiteY9982" fmla="*/ 458724 h 876300"/>
                <a:gd name="connsiteX9983" fmla="*/ 1746885 w 2419350"/>
                <a:gd name="connsiteY9983" fmla="*/ 459105 h 876300"/>
                <a:gd name="connsiteX9984" fmla="*/ 1746599 w 2419350"/>
                <a:gd name="connsiteY9984" fmla="*/ 459677 h 876300"/>
                <a:gd name="connsiteX9985" fmla="*/ 1746504 w 2419350"/>
                <a:gd name="connsiteY9985" fmla="*/ 460248 h 876300"/>
                <a:gd name="connsiteX9986" fmla="*/ 1746409 w 2419350"/>
                <a:gd name="connsiteY9986" fmla="*/ 460629 h 876300"/>
                <a:gd name="connsiteX9987" fmla="*/ 1746123 w 2419350"/>
                <a:gd name="connsiteY9987" fmla="*/ 460724 h 876300"/>
                <a:gd name="connsiteX9988" fmla="*/ 1745742 w 2419350"/>
                <a:gd name="connsiteY9988" fmla="*/ 460724 h 876300"/>
                <a:gd name="connsiteX9989" fmla="*/ 1745551 w 2419350"/>
                <a:gd name="connsiteY9989" fmla="*/ 460820 h 876300"/>
                <a:gd name="connsiteX9990" fmla="*/ 1745456 w 2419350"/>
                <a:gd name="connsiteY9990" fmla="*/ 461105 h 876300"/>
                <a:gd name="connsiteX9991" fmla="*/ 1745361 w 2419350"/>
                <a:gd name="connsiteY9991" fmla="*/ 461391 h 876300"/>
                <a:gd name="connsiteX9992" fmla="*/ 1745361 w 2419350"/>
                <a:gd name="connsiteY9992" fmla="*/ 461581 h 876300"/>
                <a:gd name="connsiteX9993" fmla="*/ 1745456 w 2419350"/>
                <a:gd name="connsiteY9993" fmla="*/ 461486 h 876300"/>
                <a:gd name="connsiteX9994" fmla="*/ 1744504 w 2419350"/>
                <a:gd name="connsiteY9994" fmla="*/ 463296 h 876300"/>
                <a:gd name="connsiteX9995" fmla="*/ 1744028 w 2419350"/>
                <a:gd name="connsiteY9995" fmla="*/ 463582 h 876300"/>
                <a:gd name="connsiteX9996" fmla="*/ 1742599 w 2419350"/>
                <a:gd name="connsiteY9996" fmla="*/ 463868 h 876300"/>
                <a:gd name="connsiteX9997" fmla="*/ 1742123 w 2419350"/>
                <a:gd name="connsiteY9997" fmla="*/ 464058 h 876300"/>
                <a:gd name="connsiteX9998" fmla="*/ 1741741 w 2419350"/>
                <a:gd name="connsiteY9998" fmla="*/ 464725 h 876300"/>
                <a:gd name="connsiteX9999" fmla="*/ 1742504 w 2419350"/>
                <a:gd name="connsiteY9999" fmla="*/ 464915 h 876300"/>
                <a:gd name="connsiteX10000" fmla="*/ 1743647 w 2419350"/>
                <a:gd name="connsiteY10000" fmla="*/ 465011 h 876300"/>
                <a:gd name="connsiteX10001" fmla="*/ 1744218 w 2419350"/>
                <a:gd name="connsiteY10001" fmla="*/ 465487 h 876300"/>
                <a:gd name="connsiteX10002" fmla="*/ 1744028 w 2419350"/>
                <a:gd name="connsiteY10002" fmla="*/ 465963 h 876300"/>
                <a:gd name="connsiteX10003" fmla="*/ 1742980 w 2419350"/>
                <a:gd name="connsiteY10003" fmla="*/ 466916 h 876300"/>
                <a:gd name="connsiteX10004" fmla="*/ 1742789 w 2419350"/>
                <a:gd name="connsiteY10004" fmla="*/ 467487 h 876300"/>
                <a:gd name="connsiteX10005" fmla="*/ 1742884 w 2419350"/>
                <a:gd name="connsiteY10005" fmla="*/ 468154 h 876300"/>
                <a:gd name="connsiteX10006" fmla="*/ 1743551 w 2419350"/>
                <a:gd name="connsiteY10006" fmla="*/ 469868 h 876300"/>
                <a:gd name="connsiteX10007" fmla="*/ 1742504 w 2419350"/>
                <a:gd name="connsiteY10007" fmla="*/ 470249 h 876300"/>
                <a:gd name="connsiteX10008" fmla="*/ 1741646 w 2419350"/>
                <a:gd name="connsiteY10008" fmla="*/ 469868 h 876300"/>
                <a:gd name="connsiteX10009" fmla="*/ 1740598 w 2419350"/>
                <a:gd name="connsiteY10009" fmla="*/ 469773 h 876300"/>
                <a:gd name="connsiteX10010" fmla="*/ 1739551 w 2419350"/>
                <a:gd name="connsiteY10010" fmla="*/ 469868 h 876300"/>
                <a:gd name="connsiteX10011" fmla="*/ 1738598 w 2419350"/>
                <a:gd name="connsiteY10011" fmla="*/ 470154 h 876300"/>
                <a:gd name="connsiteX10012" fmla="*/ 1737836 w 2419350"/>
                <a:gd name="connsiteY10012" fmla="*/ 470630 h 876300"/>
                <a:gd name="connsiteX10013" fmla="*/ 1736503 w 2419350"/>
                <a:gd name="connsiteY10013" fmla="*/ 471773 h 876300"/>
                <a:gd name="connsiteX10014" fmla="*/ 1735646 w 2419350"/>
                <a:gd name="connsiteY10014" fmla="*/ 471964 h 876300"/>
                <a:gd name="connsiteX10015" fmla="*/ 1734979 w 2419350"/>
                <a:gd name="connsiteY10015" fmla="*/ 472250 h 876300"/>
                <a:gd name="connsiteX10016" fmla="*/ 1733740 w 2419350"/>
                <a:gd name="connsiteY10016" fmla="*/ 473678 h 876300"/>
                <a:gd name="connsiteX10017" fmla="*/ 1733169 w 2419350"/>
                <a:gd name="connsiteY10017" fmla="*/ 474155 h 876300"/>
                <a:gd name="connsiteX10018" fmla="*/ 1732693 w 2419350"/>
                <a:gd name="connsiteY10018" fmla="*/ 474250 h 876300"/>
                <a:gd name="connsiteX10019" fmla="*/ 1731550 w 2419350"/>
                <a:gd name="connsiteY10019" fmla="*/ 474345 h 876300"/>
                <a:gd name="connsiteX10020" fmla="*/ 1731073 w 2419350"/>
                <a:gd name="connsiteY10020" fmla="*/ 474440 h 876300"/>
                <a:gd name="connsiteX10021" fmla="*/ 1729931 w 2419350"/>
                <a:gd name="connsiteY10021" fmla="*/ 474917 h 876300"/>
                <a:gd name="connsiteX10022" fmla="*/ 1729835 w 2419350"/>
                <a:gd name="connsiteY10022" fmla="*/ 475297 h 876300"/>
                <a:gd name="connsiteX10023" fmla="*/ 1731169 w 2419350"/>
                <a:gd name="connsiteY10023" fmla="*/ 476345 h 876300"/>
                <a:gd name="connsiteX10024" fmla="*/ 1731550 w 2419350"/>
                <a:gd name="connsiteY10024" fmla="*/ 477107 h 876300"/>
                <a:gd name="connsiteX10025" fmla="*/ 1732121 w 2419350"/>
                <a:gd name="connsiteY10025" fmla="*/ 480155 h 876300"/>
                <a:gd name="connsiteX10026" fmla="*/ 1733740 w 2419350"/>
                <a:gd name="connsiteY10026" fmla="*/ 482346 h 876300"/>
                <a:gd name="connsiteX10027" fmla="*/ 1734122 w 2419350"/>
                <a:gd name="connsiteY10027" fmla="*/ 482727 h 876300"/>
                <a:gd name="connsiteX10028" fmla="*/ 1734503 w 2419350"/>
                <a:gd name="connsiteY10028" fmla="*/ 483203 h 876300"/>
                <a:gd name="connsiteX10029" fmla="*/ 1734693 w 2419350"/>
                <a:gd name="connsiteY10029" fmla="*/ 484346 h 876300"/>
                <a:gd name="connsiteX10030" fmla="*/ 1734693 w 2419350"/>
                <a:gd name="connsiteY10030" fmla="*/ 486728 h 876300"/>
                <a:gd name="connsiteX10031" fmla="*/ 1733074 w 2419350"/>
                <a:gd name="connsiteY10031" fmla="*/ 491300 h 876300"/>
                <a:gd name="connsiteX10032" fmla="*/ 1732788 w 2419350"/>
                <a:gd name="connsiteY10032" fmla="*/ 493776 h 876300"/>
                <a:gd name="connsiteX10033" fmla="*/ 1734217 w 2419350"/>
                <a:gd name="connsiteY10033" fmla="*/ 495300 h 876300"/>
                <a:gd name="connsiteX10034" fmla="*/ 1734407 w 2419350"/>
                <a:gd name="connsiteY10034" fmla="*/ 494729 h 876300"/>
                <a:gd name="connsiteX10035" fmla="*/ 1735074 w 2419350"/>
                <a:gd name="connsiteY10035" fmla="*/ 493586 h 876300"/>
                <a:gd name="connsiteX10036" fmla="*/ 1735169 w 2419350"/>
                <a:gd name="connsiteY10036" fmla="*/ 493300 h 876300"/>
                <a:gd name="connsiteX10037" fmla="*/ 1734788 w 2419350"/>
                <a:gd name="connsiteY10037" fmla="*/ 492728 h 876300"/>
                <a:gd name="connsiteX10038" fmla="*/ 1734693 w 2419350"/>
                <a:gd name="connsiteY10038" fmla="*/ 492252 h 876300"/>
                <a:gd name="connsiteX10039" fmla="*/ 1734883 w 2419350"/>
                <a:gd name="connsiteY10039" fmla="*/ 491300 h 876300"/>
                <a:gd name="connsiteX10040" fmla="*/ 1735550 w 2419350"/>
                <a:gd name="connsiteY10040" fmla="*/ 489490 h 876300"/>
                <a:gd name="connsiteX10041" fmla="*/ 1736026 w 2419350"/>
                <a:gd name="connsiteY10041" fmla="*/ 488537 h 876300"/>
                <a:gd name="connsiteX10042" fmla="*/ 1736693 w 2419350"/>
                <a:gd name="connsiteY10042" fmla="*/ 487489 h 876300"/>
                <a:gd name="connsiteX10043" fmla="*/ 1736979 w 2419350"/>
                <a:gd name="connsiteY10043" fmla="*/ 486442 h 876300"/>
                <a:gd name="connsiteX10044" fmla="*/ 1737265 w 2419350"/>
                <a:gd name="connsiteY10044" fmla="*/ 485966 h 876300"/>
                <a:gd name="connsiteX10045" fmla="*/ 1737646 w 2419350"/>
                <a:gd name="connsiteY10045" fmla="*/ 485870 h 876300"/>
                <a:gd name="connsiteX10046" fmla="*/ 1738693 w 2419350"/>
                <a:gd name="connsiteY10046" fmla="*/ 485775 h 876300"/>
                <a:gd name="connsiteX10047" fmla="*/ 1739074 w 2419350"/>
                <a:gd name="connsiteY10047" fmla="*/ 485680 h 876300"/>
                <a:gd name="connsiteX10048" fmla="*/ 1739551 w 2419350"/>
                <a:gd name="connsiteY10048" fmla="*/ 485108 h 876300"/>
                <a:gd name="connsiteX10049" fmla="*/ 1740217 w 2419350"/>
                <a:gd name="connsiteY10049" fmla="*/ 483394 h 876300"/>
                <a:gd name="connsiteX10050" fmla="*/ 1740694 w 2419350"/>
                <a:gd name="connsiteY10050" fmla="*/ 482632 h 876300"/>
                <a:gd name="connsiteX10051" fmla="*/ 1740884 w 2419350"/>
                <a:gd name="connsiteY10051" fmla="*/ 481870 h 876300"/>
                <a:gd name="connsiteX10052" fmla="*/ 1741361 w 2419350"/>
                <a:gd name="connsiteY10052" fmla="*/ 476631 h 876300"/>
                <a:gd name="connsiteX10053" fmla="*/ 1741932 w 2419350"/>
                <a:gd name="connsiteY10053" fmla="*/ 474821 h 876300"/>
                <a:gd name="connsiteX10054" fmla="*/ 1742694 w 2419350"/>
                <a:gd name="connsiteY10054" fmla="*/ 473202 h 876300"/>
                <a:gd name="connsiteX10055" fmla="*/ 1743742 w 2419350"/>
                <a:gd name="connsiteY10055" fmla="*/ 471488 h 876300"/>
                <a:gd name="connsiteX10056" fmla="*/ 1745075 w 2419350"/>
                <a:gd name="connsiteY10056" fmla="*/ 470154 h 876300"/>
                <a:gd name="connsiteX10057" fmla="*/ 1746695 w 2419350"/>
                <a:gd name="connsiteY10057" fmla="*/ 469678 h 876300"/>
                <a:gd name="connsiteX10058" fmla="*/ 1747647 w 2419350"/>
                <a:gd name="connsiteY10058" fmla="*/ 470059 h 876300"/>
                <a:gd name="connsiteX10059" fmla="*/ 1748314 w 2419350"/>
                <a:gd name="connsiteY10059" fmla="*/ 470916 h 876300"/>
                <a:gd name="connsiteX10060" fmla="*/ 1748504 w 2419350"/>
                <a:gd name="connsiteY10060" fmla="*/ 471964 h 876300"/>
                <a:gd name="connsiteX10061" fmla="*/ 1747742 w 2419350"/>
                <a:gd name="connsiteY10061" fmla="*/ 473488 h 876300"/>
                <a:gd name="connsiteX10062" fmla="*/ 1747456 w 2419350"/>
                <a:gd name="connsiteY10062" fmla="*/ 474821 h 876300"/>
                <a:gd name="connsiteX10063" fmla="*/ 1747361 w 2419350"/>
                <a:gd name="connsiteY10063" fmla="*/ 476060 h 876300"/>
                <a:gd name="connsiteX10064" fmla="*/ 1747361 w 2419350"/>
                <a:gd name="connsiteY10064" fmla="*/ 476250 h 876300"/>
                <a:gd name="connsiteX10065" fmla="*/ 1747552 w 2419350"/>
                <a:gd name="connsiteY10065" fmla="*/ 476250 h 876300"/>
                <a:gd name="connsiteX10066" fmla="*/ 1749076 w 2419350"/>
                <a:gd name="connsiteY10066" fmla="*/ 476821 h 876300"/>
                <a:gd name="connsiteX10067" fmla="*/ 1750123 w 2419350"/>
                <a:gd name="connsiteY10067" fmla="*/ 477012 h 876300"/>
                <a:gd name="connsiteX10068" fmla="*/ 1752314 w 2419350"/>
                <a:gd name="connsiteY10068" fmla="*/ 477107 h 876300"/>
                <a:gd name="connsiteX10069" fmla="*/ 1752790 w 2419350"/>
                <a:gd name="connsiteY10069" fmla="*/ 477584 h 876300"/>
                <a:gd name="connsiteX10070" fmla="*/ 1758982 w 2419350"/>
                <a:gd name="connsiteY10070" fmla="*/ 487489 h 876300"/>
                <a:gd name="connsiteX10071" fmla="*/ 1759839 w 2419350"/>
                <a:gd name="connsiteY10071" fmla="*/ 488347 h 876300"/>
                <a:gd name="connsiteX10072" fmla="*/ 1761649 w 2419350"/>
                <a:gd name="connsiteY10072" fmla="*/ 489299 h 876300"/>
                <a:gd name="connsiteX10073" fmla="*/ 1762411 w 2419350"/>
                <a:gd name="connsiteY10073" fmla="*/ 489871 h 876300"/>
                <a:gd name="connsiteX10074" fmla="*/ 1763458 w 2419350"/>
                <a:gd name="connsiteY10074" fmla="*/ 490252 h 876300"/>
                <a:gd name="connsiteX10075" fmla="*/ 1764697 w 2419350"/>
                <a:gd name="connsiteY10075" fmla="*/ 489966 h 876300"/>
                <a:gd name="connsiteX10076" fmla="*/ 1766888 w 2419350"/>
                <a:gd name="connsiteY10076" fmla="*/ 488918 h 876300"/>
                <a:gd name="connsiteX10077" fmla="*/ 1768888 w 2419350"/>
                <a:gd name="connsiteY10077" fmla="*/ 488728 h 876300"/>
                <a:gd name="connsiteX10078" fmla="*/ 1771459 w 2419350"/>
                <a:gd name="connsiteY10078" fmla="*/ 488823 h 876300"/>
                <a:gd name="connsiteX10079" fmla="*/ 1773650 w 2419350"/>
                <a:gd name="connsiteY10079" fmla="*/ 488633 h 876300"/>
                <a:gd name="connsiteX10080" fmla="*/ 1774507 w 2419350"/>
                <a:gd name="connsiteY10080" fmla="*/ 487489 h 876300"/>
                <a:gd name="connsiteX10081" fmla="*/ 1774317 w 2419350"/>
                <a:gd name="connsiteY10081" fmla="*/ 487299 h 876300"/>
                <a:gd name="connsiteX10082" fmla="*/ 1773936 w 2419350"/>
                <a:gd name="connsiteY10082" fmla="*/ 487013 h 876300"/>
                <a:gd name="connsiteX10083" fmla="*/ 1773555 w 2419350"/>
                <a:gd name="connsiteY10083" fmla="*/ 486632 h 876300"/>
                <a:gd name="connsiteX10084" fmla="*/ 1773364 w 2419350"/>
                <a:gd name="connsiteY10084" fmla="*/ 486156 h 876300"/>
                <a:gd name="connsiteX10085" fmla="*/ 1773460 w 2419350"/>
                <a:gd name="connsiteY10085" fmla="*/ 485585 h 876300"/>
                <a:gd name="connsiteX10086" fmla="*/ 1773650 w 2419350"/>
                <a:gd name="connsiteY10086" fmla="*/ 485204 h 876300"/>
                <a:gd name="connsiteX10087" fmla="*/ 1773936 w 2419350"/>
                <a:gd name="connsiteY10087" fmla="*/ 484918 h 876300"/>
                <a:gd name="connsiteX10088" fmla="*/ 1774031 w 2419350"/>
                <a:gd name="connsiteY10088" fmla="*/ 484632 h 876300"/>
                <a:gd name="connsiteX10089" fmla="*/ 1774317 w 2419350"/>
                <a:gd name="connsiteY10089" fmla="*/ 484156 h 876300"/>
                <a:gd name="connsiteX10090" fmla="*/ 1778794 w 2419350"/>
                <a:gd name="connsiteY10090" fmla="*/ 480536 h 876300"/>
                <a:gd name="connsiteX10091" fmla="*/ 1779080 w 2419350"/>
                <a:gd name="connsiteY10091" fmla="*/ 479965 h 876300"/>
                <a:gd name="connsiteX10092" fmla="*/ 1779556 w 2419350"/>
                <a:gd name="connsiteY10092" fmla="*/ 479488 h 876300"/>
                <a:gd name="connsiteX10093" fmla="*/ 1782699 w 2419350"/>
                <a:gd name="connsiteY10093" fmla="*/ 478346 h 876300"/>
                <a:gd name="connsiteX10094" fmla="*/ 1783651 w 2419350"/>
                <a:gd name="connsiteY10094" fmla="*/ 477012 h 876300"/>
                <a:gd name="connsiteX10095" fmla="*/ 1783842 w 2419350"/>
                <a:gd name="connsiteY10095" fmla="*/ 476726 h 876300"/>
                <a:gd name="connsiteX10096" fmla="*/ 1784128 w 2419350"/>
                <a:gd name="connsiteY10096" fmla="*/ 476441 h 876300"/>
                <a:gd name="connsiteX10097" fmla="*/ 1784795 w 2419350"/>
                <a:gd name="connsiteY10097" fmla="*/ 476536 h 876300"/>
                <a:gd name="connsiteX10098" fmla="*/ 1785842 w 2419350"/>
                <a:gd name="connsiteY10098" fmla="*/ 476917 h 876300"/>
                <a:gd name="connsiteX10099" fmla="*/ 1787081 w 2419350"/>
                <a:gd name="connsiteY10099" fmla="*/ 477012 h 876300"/>
                <a:gd name="connsiteX10100" fmla="*/ 1788128 w 2419350"/>
                <a:gd name="connsiteY10100" fmla="*/ 477393 h 876300"/>
                <a:gd name="connsiteX10101" fmla="*/ 1788986 w 2419350"/>
                <a:gd name="connsiteY10101" fmla="*/ 478060 h 876300"/>
                <a:gd name="connsiteX10102" fmla="*/ 1789652 w 2419350"/>
                <a:gd name="connsiteY10102" fmla="*/ 479012 h 876300"/>
                <a:gd name="connsiteX10103" fmla="*/ 1787842 w 2419350"/>
                <a:gd name="connsiteY10103" fmla="*/ 481584 h 876300"/>
                <a:gd name="connsiteX10104" fmla="*/ 1787366 w 2419350"/>
                <a:gd name="connsiteY10104" fmla="*/ 482632 h 876300"/>
                <a:gd name="connsiteX10105" fmla="*/ 1787462 w 2419350"/>
                <a:gd name="connsiteY10105" fmla="*/ 483299 h 876300"/>
                <a:gd name="connsiteX10106" fmla="*/ 1788605 w 2419350"/>
                <a:gd name="connsiteY10106" fmla="*/ 484537 h 876300"/>
                <a:gd name="connsiteX10107" fmla="*/ 1789843 w 2419350"/>
                <a:gd name="connsiteY10107" fmla="*/ 484156 h 876300"/>
                <a:gd name="connsiteX10108" fmla="*/ 1793748 w 2419350"/>
                <a:gd name="connsiteY10108" fmla="*/ 483775 h 876300"/>
                <a:gd name="connsiteX10109" fmla="*/ 1795081 w 2419350"/>
                <a:gd name="connsiteY10109" fmla="*/ 483775 h 876300"/>
                <a:gd name="connsiteX10110" fmla="*/ 1796606 w 2419350"/>
                <a:gd name="connsiteY10110" fmla="*/ 484156 h 876300"/>
                <a:gd name="connsiteX10111" fmla="*/ 1800797 w 2419350"/>
                <a:gd name="connsiteY10111" fmla="*/ 486346 h 876300"/>
                <a:gd name="connsiteX10112" fmla="*/ 1803082 w 2419350"/>
                <a:gd name="connsiteY10112" fmla="*/ 487013 h 876300"/>
                <a:gd name="connsiteX10113" fmla="*/ 1809464 w 2419350"/>
                <a:gd name="connsiteY10113" fmla="*/ 487489 h 876300"/>
                <a:gd name="connsiteX10114" fmla="*/ 1811750 w 2419350"/>
                <a:gd name="connsiteY10114" fmla="*/ 488156 h 876300"/>
                <a:gd name="connsiteX10115" fmla="*/ 1816132 w 2419350"/>
                <a:gd name="connsiteY10115" fmla="*/ 490252 h 876300"/>
                <a:gd name="connsiteX10116" fmla="*/ 1818513 w 2419350"/>
                <a:gd name="connsiteY10116" fmla="*/ 490347 h 876300"/>
                <a:gd name="connsiteX10117" fmla="*/ 1820228 w 2419350"/>
                <a:gd name="connsiteY10117" fmla="*/ 489013 h 876300"/>
                <a:gd name="connsiteX10118" fmla="*/ 1819561 w 2419350"/>
                <a:gd name="connsiteY10118" fmla="*/ 487109 h 876300"/>
                <a:gd name="connsiteX10119" fmla="*/ 1816989 w 2419350"/>
                <a:gd name="connsiteY10119" fmla="*/ 483489 h 876300"/>
                <a:gd name="connsiteX10120" fmla="*/ 1817370 w 2419350"/>
                <a:gd name="connsiteY10120" fmla="*/ 481775 h 876300"/>
                <a:gd name="connsiteX10121" fmla="*/ 1819275 w 2419350"/>
                <a:gd name="connsiteY10121" fmla="*/ 481489 h 876300"/>
                <a:gd name="connsiteX10122" fmla="*/ 1837468 w 2419350"/>
                <a:gd name="connsiteY10122" fmla="*/ 483299 h 876300"/>
                <a:gd name="connsiteX10123" fmla="*/ 1839754 w 2419350"/>
                <a:gd name="connsiteY10123" fmla="*/ 484061 h 876300"/>
                <a:gd name="connsiteX10124" fmla="*/ 1841182 w 2419350"/>
                <a:gd name="connsiteY10124" fmla="*/ 485870 h 876300"/>
                <a:gd name="connsiteX10125" fmla="*/ 1841278 w 2419350"/>
                <a:gd name="connsiteY10125" fmla="*/ 486346 h 876300"/>
                <a:gd name="connsiteX10126" fmla="*/ 1841182 w 2419350"/>
                <a:gd name="connsiteY10126" fmla="*/ 487871 h 876300"/>
                <a:gd name="connsiteX10127" fmla="*/ 1841278 w 2419350"/>
                <a:gd name="connsiteY10127" fmla="*/ 488252 h 876300"/>
                <a:gd name="connsiteX10128" fmla="*/ 1841754 w 2419350"/>
                <a:gd name="connsiteY10128" fmla="*/ 488918 h 876300"/>
                <a:gd name="connsiteX10129" fmla="*/ 1841849 w 2419350"/>
                <a:gd name="connsiteY10129" fmla="*/ 489204 h 876300"/>
                <a:gd name="connsiteX10130" fmla="*/ 1842230 w 2419350"/>
                <a:gd name="connsiteY10130" fmla="*/ 489871 h 876300"/>
                <a:gd name="connsiteX10131" fmla="*/ 1843183 w 2419350"/>
                <a:gd name="connsiteY10131" fmla="*/ 490538 h 876300"/>
                <a:gd name="connsiteX10132" fmla="*/ 1845088 w 2419350"/>
                <a:gd name="connsiteY10132" fmla="*/ 491490 h 876300"/>
                <a:gd name="connsiteX10133" fmla="*/ 1847755 w 2419350"/>
                <a:gd name="connsiteY10133" fmla="*/ 492443 h 876300"/>
                <a:gd name="connsiteX10134" fmla="*/ 1848517 w 2419350"/>
                <a:gd name="connsiteY10134" fmla="*/ 492538 h 876300"/>
                <a:gd name="connsiteX10135" fmla="*/ 1848803 w 2419350"/>
                <a:gd name="connsiteY10135" fmla="*/ 492728 h 876300"/>
                <a:gd name="connsiteX10136" fmla="*/ 1849850 w 2419350"/>
                <a:gd name="connsiteY10136" fmla="*/ 493681 h 876300"/>
                <a:gd name="connsiteX10137" fmla="*/ 1859566 w 2419350"/>
                <a:gd name="connsiteY10137" fmla="*/ 496919 h 876300"/>
                <a:gd name="connsiteX10138" fmla="*/ 1861947 w 2419350"/>
                <a:gd name="connsiteY10138" fmla="*/ 498538 h 876300"/>
                <a:gd name="connsiteX10139" fmla="*/ 1862995 w 2419350"/>
                <a:gd name="connsiteY10139" fmla="*/ 498729 h 876300"/>
                <a:gd name="connsiteX10140" fmla="*/ 1864233 w 2419350"/>
                <a:gd name="connsiteY10140" fmla="*/ 498824 h 876300"/>
                <a:gd name="connsiteX10141" fmla="*/ 1865281 w 2419350"/>
                <a:gd name="connsiteY10141" fmla="*/ 499110 h 876300"/>
                <a:gd name="connsiteX10142" fmla="*/ 1866138 w 2419350"/>
                <a:gd name="connsiteY10142" fmla="*/ 499586 h 876300"/>
                <a:gd name="connsiteX10143" fmla="*/ 1866805 w 2419350"/>
                <a:gd name="connsiteY10143" fmla="*/ 500158 h 876300"/>
                <a:gd name="connsiteX10144" fmla="*/ 1867757 w 2419350"/>
                <a:gd name="connsiteY10144" fmla="*/ 501587 h 876300"/>
                <a:gd name="connsiteX10145" fmla="*/ 1868424 w 2419350"/>
                <a:gd name="connsiteY10145" fmla="*/ 502253 h 876300"/>
                <a:gd name="connsiteX10146" fmla="*/ 1869186 w 2419350"/>
                <a:gd name="connsiteY10146" fmla="*/ 502539 h 876300"/>
                <a:gd name="connsiteX10147" fmla="*/ 1870424 w 2419350"/>
                <a:gd name="connsiteY10147" fmla="*/ 502634 h 876300"/>
                <a:gd name="connsiteX10148" fmla="*/ 1871472 w 2419350"/>
                <a:gd name="connsiteY10148" fmla="*/ 503015 h 876300"/>
                <a:gd name="connsiteX10149" fmla="*/ 1872329 w 2419350"/>
                <a:gd name="connsiteY10149" fmla="*/ 503492 h 876300"/>
                <a:gd name="connsiteX10150" fmla="*/ 1872996 w 2419350"/>
                <a:gd name="connsiteY10150" fmla="*/ 504063 h 876300"/>
                <a:gd name="connsiteX10151" fmla="*/ 1875187 w 2419350"/>
                <a:gd name="connsiteY10151" fmla="*/ 506539 h 876300"/>
                <a:gd name="connsiteX10152" fmla="*/ 1875663 w 2419350"/>
                <a:gd name="connsiteY10152" fmla="*/ 506921 h 876300"/>
                <a:gd name="connsiteX10153" fmla="*/ 1876425 w 2419350"/>
                <a:gd name="connsiteY10153" fmla="*/ 507016 h 876300"/>
                <a:gd name="connsiteX10154" fmla="*/ 1881664 w 2419350"/>
                <a:gd name="connsiteY10154" fmla="*/ 509016 h 876300"/>
                <a:gd name="connsiteX10155" fmla="*/ 1882807 w 2419350"/>
                <a:gd name="connsiteY10155" fmla="*/ 509111 h 876300"/>
                <a:gd name="connsiteX10156" fmla="*/ 1883569 w 2419350"/>
                <a:gd name="connsiteY10156" fmla="*/ 509397 h 876300"/>
                <a:gd name="connsiteX10157" fmla="*/ 1885569 w 2419350"/>
                <a:gd name="connsiteY10157" fmla="*/ 511683 h 876300"/>
                <a:gd name="connsiteX10158" fmla="*/ 1702117 w 2419350"/>
                <a:gd name="connsiteY10158" fmla="*/ 350234 h 876300"/>
                <a:gd name="connsiteX10159" fmla="*/ 1700974 w 2419350"/>
                <a:gd name="connsiteY10159" fmla="*/ 348329 h 876300"/>
                <a:gd name="connsiteX10160" fmla="*/ 1700879 w 2419350"/>
                <a:gd name="connsiteY10160" fmla="*/ 347758 h 876300"/>
                <a:gd name="connsiteX10161" fmla="*/ 1700974 w 2419350"/>
                <a:gd name="connsiteY10161" fmla="*/ 346615 h 876300"/>
                <a:gd name="connsiteX10162" fmla="*/ 1700879 w 2419350"/>
                <a:gd name="connsiteY10162" fmla="*/ 346138 h 876300"/>
                <a:gd name="connsiteX10163" fmla="*/ 1700689 w 2419350"/>
                <a:gd name="connsiteY10163" fmla="*/ 345758 h 876300"/>
                <a:gd name="connsiteX10164" fmla="*/ 1699927 w 2419350"/>
                <a:gd name="connsiteY10164" fmla="*/ 344805 h 876300"/>
                <a:gd name="connsiteX10165" fmla="*/ 1699736 w 2419350"/>
                <a:gd name="connsiteY10165" fmla="*/ 344614 h 876300"/>
                <a:gd name="connsiteX10166" fmla="*/ 1699355 w 2419350"/>
                <a:gd name="connsiteY10166" fmla="*/ 344043 h 876300"/>
                <a:gd name="connsiteX10167" fmla="*/ 1698689 w 2419350"/>
                <a:gd name="connsiteY10167" fmla="*/ 343471 h 876300"/>
                <a:gd name="connsiteX10168" fmla="*/ 1698307 w 2419350"/>
                <a:gd name="connsiteY10168" fmla="*/ 342805 h 876300"/>
                <a:gd name="connsiteX10169" fmla="*/ 1698974 w 2419350"/>
                <a:gd name="connsiteY10169" fmla="*/ 341852 h 876300"/>
                <a:gd name="connsiteX10170" fmla="*/ 1698689 w 2419350"/>
                <a:gd name="connsiteY10170" fmla="*/ 341662 h 876300"/>
                <a:gd name="connsiteX10171" fmla="*/ 1698403 w 2419350"/>
                <a:gd name="connsiteY10171" fmla="*/ 341567 h 876300"/>
                <a:gd name="connsiteX10172" fmla="*/ 1698022 w 2419350"/>
                <a:gd name="connsiteY10172" fmla="*/ 341567 h 876300"/>
                <a:gd name="connsiteX10173" fmla="*/ 1696403 w 2419350"/>
                <a:gd name="connsiteY10173" fmla="*/ 341662 h 876300"/>
                <a:gd name="connsiteX10174" fmla="*/ 1695736 w 2419350"/>
                <a:gd name="connsiteY10174" fmla="*/ 342043 h 876300"/>
                <a:gd name="connsiteX10175" fmla="*/ 1695450 w 2419350"/>
                <a:gd name="connsiteY10175" fmla="*/ 342710 h 876300"/>
                <a:gd name="connsiteX10176" fmla="*/ 1695164 w 2419350"/>
                <a:gd name="connsiteY10176" fmla="*/ 344805 h 876300"/>
                <a:gd name="connsiteX10177" fmla="*/ 1694688 w 2419350"/>
                <a:gd name="connsiteY10177" fmla="*/ 345758 h 876300"/>
                <a:gd name="connsiteX10178" fmla="*/ 1694116 w 2419350"/>
                <a:gd name="connsiteY10178" fmla="*/ 346615 h 876300"/>
                <a:gd name="connsiteX10179" fmla="*/ 1693545 w 2419350"/>
                <a:gd name="connsiteY10179" fmla="*/ 347663 h 876300"/>
                <a:gd name="connsiteX10180" fmla="*/ 1693355 w 2419350"/>
                <a:gd name="connsiteY10180" fmla="*/ 349853 h 876300"/>
                <a:gd name="connsiteX10181" fmla="*/ 1694688 w 2419350"/>
                <a:gd name="connsiteY10181" fmla="*/ 350425 h 876300"/>
                <a:gd name="connsiteX10182" fmla="*/ 1696593 w 2419350"/>
                <a:gd name="connsiteY10182" fmla="*/ 350330 h 876300"/>
                <a:gd name="connsiteX10183" fmla="*/ 1698307 w 2419350"/>
                <a:gd name="connsiteY10183" fmla="*/ 350520 h 876300"/>
                <a:gd name="connsiteX10184" fmla="*/ 1698593 w 2419350"/>
                <a:gd name="connsiteY10184" fmla="*/ 350711 h 876300"/>
                <a:gd name="connsiteX10185" fmla="*/ 1699260 w 2419350"/>
                <a:gd name="connsiteY10185" fmla="*/ 351377 h 876300"/>
                <a:gd name="connsiteX10186" fmla="*/ 1699450 w 2419350"/>
                <a:gd name="connsiteY10186" fmla="*/ 351568 h 876300"/>
                <a:gd name="connsiteX10187" fmla="*/ 1700022 w 2419350"/>
                <a:gd name="connsiteY10187" fmla="*/ 351568 h 876300"/>
                <a:gd name="connsiteX10188" fmla="*/ 1702213 w 2419350"/>
                <a:gd name="connsiteY10188" fmla="*/ 350901 h 876300"/>
                <a:gd name="connsiteX10189" fmla="*/ 1702117 w 2419350"/>
                <a:gd name="connsiteY10189" fmla="*/ 350234 h 876300"/>
                <a:gd name="connsiteX10190" fmla="*/ 1697926 w 2419350"/>
                <a:gd name="connsiteY10190" fmla="*/ 485585 h 876300"/>
                <a:gd name="connsiteX10191" fmla="*/ 1695545 w 2419350"/>
                <a:gd name="connsiteY10191" fmla="*/ 485204 h 876300"/>
                <a:gd name="connsiteX10192" fmla="*/ 1693736 w 2419350"/>
                <a:gd name="connsiteY10192" fmla="*/ 484251 h 876300"/>
                <a:gd name="connsiteX10193" fmla="*/ 1693164 w 2419350"/>
                <a:gd name="connsiteY10193" fmla="*/ 484061 h 876300"/>
                <a:gd name="connsiteX10194" fmla="*/ 1692592 w 2419350"/>
                <a:gd name="connsiteY10194" fmla="*/ 484346 h 876300"/>
                <a:gd name="connsiteX10195" fmla="*/ 1691926 w 2419350"/>
                <a:gd name="connsiteY10195" fmla="*/ 485585 h 876300"/>
                <a:gd name="connsiteX10196" fmla="*/ 1691354 w 2419350"/>
                <a:gd name="connsiteY10196" fmla="*/ 485870 h 876300"/>
                <a:gd name="connsiteX10197" fmla="*/ 1690306 w 2419350"/>
                <a:gd name="connsiteY10197" fmla="*/ 485489 h 876300"/>
                <a:gd name="connsiteX10198" fmla="*/ 1689545 w 2419350"/>
                <a:gd name="connsiteY10198" fmla="*/ 484822 h 876300"/>
                <a:gd name="connsiteX10199" fmla="*/ 1688973 w 2419350"/>
                <a:gd name="connsiteY10199" fmla="*/ 484156 h 876300"/>
                <a:gd name="connsiteX10200" fmla="*/ 1688592 w 2419350"/>
                <a:gd name="connsiteY10200" fmla="*/ 484061 h 876300"/>
                <a:gd name="connsiteX10201" fmla="*/ 1688116 w 2419350"/>
                <a:gd name="connsiteY10201" fmla="*/ 483489 h 876300"/>
                <a:gd name="connsiteX10202" fmla="*/ 1687639 w 2419350"/>
                <a:gd name="connsiteY10202" fmla="*/ 482537 h 876300"/>
                <a:gd name="connsiteX10203" fmla="*/ 1687354 w 2419350"/>
                <a:gd name="connsiteY10203" fmla="*/ 481584 h 876300"/>
                <a:gd name="connsiteX10204" fmla="*/ 1687449 w 2419350"/>
                <a:gd name="connsiteY10204" fmla="*/ 480822 h 876300"/>
                <a:gd name="connsiteX10205" fmla="*/ 1688211 w 2419350"/>
                <a:gd name="connsiteY10205" fmla="*/ 480155 h 876300"/>
                <a:gd name="connsiteX10206" fmla="*/ 1688973 w 2419350"/>
                <a:gd name="connsiteY10206" fmla="*/ 480251 h 876300"/>
                <a:gd name="connsiteX10207" fmla="*/ 1689640 w 2419350"/>
                <a:gd name="connsiteY10207" fmla="*/ 480631 h 876300"/>
                <a:gd name="connsiteX10208" fmla="*/ 1690211 w 2419350"/>
                <a:gd name="connsiteY10208" fmla="*/ 480822 h 876300"/>
                <a:gd name="connsiteX10209" fmla="*/ 1690878 w 2419350"/>
                <a:gd name="connsiteY10209" fmla="*/ 480822 h 876300"/>
                <a:gd name="connsiteX10210" fmla="*/ 1691164 w 2419350"/>
                <a:gd name="connsiteY10210" fmla="*/ 480822 h 876300"/>
                <a:gd name="connsiteX10211" fmla="*/ 1691164 w 2419350"/>
                <a:gd name="connsiteY10211" fmla="*/ 480441 h 876300"/>
                <a:gd name="connsiteX10212" fmla="*/ 1690973 w 2419350"/>
                <a:gd name="connsiteY10212" fmla="*/ 478631 h 876300"/>
                <a:gd name="connsiteX10213" fmla="*/ 1690878 w 2419350"/>
                <a:gd name="connsiteY10213" fmla="*/ 478060 h 876300"/>
                <a:gd name="connsiteX10214" fmla="*/ 1690592 w 2419350"/>
                <a:gd name="connsiteY10214" fmla="*/ 477584 h 876300"/>
                <a:gd name="connsiteX10215" fmla="*/ 1690116 w 2419350"/>
                <a:gd name="connsiteY10215" fmla="*/ 477107 h 876300"/>
                <a:gd name="connsiteX10216" fmla="*/ 1689640 w 2419350"/>
                <a:gd name="connsiteY10216" fmla="*/ 476726 h 876300"/>
                <a:gd name="connsiteX10217" fmla="*/ 1688116 w 2419350"/>
                <a:gd name="connsiteY10217" fmla="*/ 475964 h 876300"/>
                <a:gd name="connsiteX10218" fmla="*/ 1687068 w 2419350"/>
                <a:gd name="connsiteY10218" fmla="*/ 475679 h 876300"/>
                <a:gd name="connsiteX10219" fmla="*/ 1685258 w 2419350"/>
                <a:gd name="connsiteY10219" fmla="*/ 474440 h 876300"/>
                <a:gd name="connsiteX10220" fmla="*/ 1684115 w 2419350"/>
                <a:gd name="connsiteY10220" fmla="*/ 474059 h 876300"/>
                <a:gd name="connsiteX10221" fmla="*/ 1682877 w 2419350"/>
                <a:gd name="connsiteY10221" fmla="*/ 473869 h 876300"/>
                <a:gd name="connsiteX10222" fmla="*/ 1681734 w 2419350"/>
                <a:gd name="connsiteY10222" fmla="*/ 473488 h 876300"/>
                <a:gd name="connsiteX10223" fmla="*/ 1680972 w 2419350"/>
                <a:gd name="connsiteY10223" fmla="*/ 472630 h 876300"/>
                <a:gd name="connsiteX10224" fmla="*/ 1679639 w 2419350"/>
                <a:gd name="connsiteY10224" fmla="*/ 473202 h 876300"/>
                <a:gd name="connsiteX10225" fmla="*/ 1678686 w 2419350"/>
                <a:gd name="connsiteY10225" fmla="*/ 472345 h 876300"/>
                <a:gd name="connsiteX10226" fmla="*/ 1677829 w 2419350"/>
                <a:gd name="connsiteY10226" fmla="*/ 471106 h 876300"/>
                <a:gd name="connsiteX10227" fmla="*/ 1676876 w 2419350"/>
                <a:gd name="connsiteY10227" fmla="*/ 470440 h 876300"/>
                <a:gd name="connsiteX10228" fmla="*/ 1670590 w 2419350"/>
                <a:gd name="connsiteY10228" fmla="*/ 469773 h 876300"/>
                <a:gd name="connsiteX10229" fmla="*/ 1654873 w 2419350"/>
                <a:gd name="connsiteY10229" fmla="*/ 470345 h 876300"/>
                <a:gd name="connsiteX10230" fmla="*/ 1648301 w 2419350"/>
                <a:gd name="connsiteY10230" fmla="*/ 472154 h 876300"/>
                <a:gd name="connsiteX10231" fmla="*/ 1646301 w 2419350"/>
                <a:gd name="connsiteY10231" fmla="*/ 473012 h 876300"/>
                <a:gd name="connsiteX10232" fmla="*/ 1644587 w 2419350"/>
                <a:gd name="connsiteY10232" fmla="*/ 474440 h 876300"/>
                <a:gd name="connsiteX10233" fmla="*/ 1644682 w 2419350"/>
                <a:gd name="connsiteY10233" fmla="*/ 475774 h 876300"/>
                <a:gd name="connsiteX10234" fmla="*/ 1643348 w 2419350"/>
                <a:gd name="connsiteY10234" fmla="*/ 476155 h 876300"/>
                <a:gd name="connsiteX10235" fmla="*/ 1642491 w 2419350"/>
                <a:gd name="connsiteY10235" fmla="*/ 476155 h 876300"/>
                <a:gd name="connsiteX10236" fmla="*/ 1641253 w 2419350"/>
                <a:gd name="connsiteY10236" fmla="*/ 475679 h 876300"/>
                <a:gd name="connsiteX10237" fmla="*/ 1639919 w 2419350"/>
                <a:gd name="connsiteY10237" fmla="*/ 475107 h 876300"/>
                <a:gd name="connsiteX10238" fmla="*/ 1639157 w 2419350"/>
                <a:gd name="connsiteY10238" fmla="*/ 474440 h 876300"/>
                <a:gd name="connsiteX10239" fmla="*/ 1638586 w 2419350"/>
                <a:gd name="connsiteY10239" fmla="*/ 473107 h 876300"/>
                <a:gd name="connsiteX10240" fmla="*/ 1637538 w 2419350"/>
                <a:gd name="connsiteY10240" fmla="*/ 472630 h 876300"/>
                <a:gd name="connsiteX10241" fmla="*/ 1636109 w 2419350"/>
                <a:gd name="connsiteY10241" fmla="*/ 473774 h 876300"/>
                <a:gd name="connsiteX10242" fmla="*/ 1634681 w 2419350"/>
                <a:gd name="connsiteY10242" fmla="*/ 474821 h 876300"/>
                <a:gd name="connsiteX10243" fmla="*/ 1633633 w 2419350"/>
                <a:gd name="connsiteY10243" fmla="*/ 475774 h 876300"/>
                <a:gd name="connsiteX10244" fmla="*/ 1632299 w 2419350"/>
                <a:gd name="connsiteY10244" fmla="*/ 479774 h 876300"/>
                <a:gd name="connsiteX10245" fmla="*/ 1633156 w 2419350"/>
                <a:gd name="connsiteY10245" fmla="*/ 485680 h 876300"/>
                <a:gd name="connsiteX10246" fmla="*/ 1634966 w 2419350"/>
                <a:gd name="connsiteY10246" fmla="*/ 488442 h 876300"/>
                <a:gd name="connsiteX10247" fmla="*/ 1634966 w 2419350"/>
                <a:gd name="connsiteY10247" fmla="*/ 488823 h 876300"/>
                <a:gd name="connsiteX10248" fmla="*/ 1635538 w 2419350"/>
                <a:gd name="connsiteY10248" fmla="*/ 490156 h 876300"/>
                <a:gd name="connsiteX10249" fmla="*/ 1636395 w 2419350"/>
                <a:gd name="connsiteY10249" fmla="*/ 491300 h 876300"/>
                <a:gd name="connsiteX10250" fmla="*/ 1637443 w 2419350"/>
                <a:gd name="connsiteY10250" fmla="*/ 492157 h 876300"/>
                <a:gd name="connsiteX10251" fmla="*/ 1640586 w 2419350"/>
                <a:gd name="connsiteY10251" fmla="*/ 494347 h 876300"/>
                <a:gd name="connsiteX10252" fmla="*/ 1641443 w 2419350"/>
                <a:gd name="connsiteY10252" fmla="*/ 496538 h 876300"/>
                <a:gd name="connsiteX10253" fmla="*/ 1641920 w 2419350"/>
                <a:gd name="connsiteY10253" fmla="*/ 498348 h 876300"/>
                <a:gd name="connsiteX10254" fmla="*/ 1643443 w 2419350"/>
                <a:gd name="connsiteY10254" fmla="*/ 499872 h 876300"/>
                <a:gd name="connsiteX10255" fmla="*/ 1645634 w 2419350"/>
                <a:gd name="connsiteY10255" fmla="*/ 499872 h 876300"/>
                <a:gd name="connsiteX10256" fmla="*/ 1646396 w 2419350"/>
                <a:gd name="connsiteY10256" fmla="*/ 500444 h 876300"/>
                <a:gd name="connsiteX10257" fmla="*/ 1647254 w 2419350"/>
                <a:gd name="connsiteY10257" fmla="*/ 501587 h 876300"/>
                <a:gd name="connsiteX10258" fmla="*/ 1649825 w 2419350"/>
                <a:gd name="connsiteY10258" fmla="*/ 502825 h 876300"/>
                <a:gd name="connsiteX10259" fmla="*/ 1651921 w 2419350"/>
                <a:gd name="connsiteY10259" fmla="*/ 503301 h 876300"/>
                <a:gd name="connsiteX10260" fmla="*/ 1652778 w 2419350"/>
                <a:gd name="connsiteY10260" fmla="*/ 503587 h 876300"/>
                <a:gd name="connsiteX10261" fmla="*/ 1655826 w 2419350"/>
                <a:gd name="connsiteY10261" fmla="*/ 506063 h 876300"/>
                <a:gd name="connsiteX10262" fmla="*/ 1660398 w 2419350"/>
                <a:gd name="connsiteY10262" fmla="*/ 508159 h 876300"/>
                <a:gd name="connsiteX10263" fmla="*/ 1662208 w 2419350"/>
                <a:gd name="connsiteY10263" fmla="*/ 508349 h 876300"/>
                <a:gd name="connsiteX10264" fmla="*/ 1663827 w 2419350"/>
                <a:gd name="connsiteY10264" fmla="*/ 509588 h 876300"/>
                <a:gd name="connsiteX10265" fmla="*/ 1667351 w 2419350"/>
                <a:gd name="connsiteY10265" fmla="*/ 510540 h 876300"/>
                <a:gd name="connsiteX10266" fmla="*/ 1668304 w 2419350"/>
                <a:gd name="connsiteY10266" fmla="*/ 510921 h 876300"/>
                <a:gd name="connsiteX10267" fmla="*/ 1669447 w 2419350"/>
                <a:gd name="connsiteY10267" fmla="*/ 512064 h 876300"/>
                <a:gd name="connsiteX10268" fmla="*/ 1670590 w 2419350"/>
                <a:gd name="connsiteY10268" fmla="*/ 511588 h 876300"/>
                <a:gd name="connsiteX10269" fmla="*/ 1671828 w 2419350"/>
                <a:gd name="connsiteY10269" fmla="*/ 511778 h 876300"/>
                <a:gd name="connsiteX10270" fmla="*/ 1673638 w 2419350"/>
                <a:gd name="connsiteY10270" fmla="*/ 510350 h 876300"/>
                <a:gd name="connsiteX10271" fmla="*/ 1676305 w 2419350"/>
                <a:gd name="connsiteY10271" fmla="*/ 509111 h 876300"/>
                <a:gd name="connsiteX10272" fmla="*/ 1680496 w 2419350"/>
                <a:gd name="connsiteY10272" fmla="*/ 507873 h 876300"/>
                <a:gd name="connsiteX10273" fmla="*/ 1682591 w 2419350"/>
                <a:gd name="connsiteY10273" fmla="*/ 506730 h 876300"/>
                <a:gd name="connsiteX10274" fmla="*/ 1683163 w 2419350"/>
                <a:gd name="connsiteY10274" fmla="*/ 506159 h 876300"/>
                <a:gd name="connsiteX10275" fmla="*/ 1684401 w 2419350"/>
                <a:gd name="connsiteY10275" fmla="*/ 504539 h 876300"/>
                <a:gd name="connsiteX10276" fmla="*/ 1684973 w 2419350"/>
                <a:gd name="connsiteY10276" fmla="*/ 504158 h 876300"/>
                <a:gd name="connsiteX10277" fmla="*/ 1685544 w 2419350"/>
                <a:gd name="connsiteY10277" fmla="*/ 503968 h 876300"/>
                <a:gd name="connsiteX10278" fmla="*/ 1691831 w 2419350"/>
                <a:gd name="connsiteY10278" fmla="*/ 500825 h 876300"/>
                <a:gd name="connsiteX10279" fmla="*/ 1692878 w 2419350"/>
                <a:gd name="connsiteY10279" fmla="*/ 500634 h 876300"/>
                <a:gd name="connsiteX10280" fmla="*/ 1694116 w 2419350"/>
                <a:gd name="connsiteY10280" fmla="*/ 500825 h 876300"/>
                <a:gd name="connsiteX10281" fmla="*/ 1695164 w 2419350"/>
                <a:gd name="connsiteY10281" fmla="*/ 501205 h 876300"/>
                <a:gd name="connsiteX10282" fmla="*/ 1696212 w 2419350"/>
                <a:gd name="connsiteY10282" fmla="*/ 501205 h 876300"/>
                <a:gd name="connsiteX10283" fmla="*/ 1697355 w 2419350"/>
                <a:gd name="connsiteY10283" fmla="*/ 500348 h 876300"/>
                <a:gd name="connsiteX10284" fmla="*/ 1698212 w 2419350"/>
                <a:gd name="connsiteY10284" fmla="*/ 498443 h 876300"/>
                <a:gd name="connsiteX10285" fmla="*/ 1698117 w 2419350"/>
                <a:gd name="connsiteY10285" fmla="*/ 491395 h 876300"/>
                <a:gd name="connsiteX10286" fmla="*/ 1698403 w 2419350"/>
                <a:gd name="connsiteY10286" fmla="*/ 490252 h 876300"/>
                <a:gd name="connsiteX10287" fmla="*/ 1699355 w 2419350"/>
                <a:gd name="connsiteY10287" fmla="*/ 487871 h 876300"/>
                <a:gd name="connsiteX10288" fmla="*/ 1699546 w 2419350"/>
                <a:gd name="connsiteY10288" fmla="*/ 486728 h 876300"/>
                <a:gd name="connsiteX10289" fmla="*/ 1699070 w 2419350"/>
                <a:gd name="connsiteY10289" fmla="*/ 485966 h 876300"/>
                <a:gd name="connsiteX10290" fmla="*/ 1697926 w 2419350"/>
                <a:gd name="connsiteY10290" fmla="*/ 485585 h 876300"/>
                <a:gd name="connsiteX10291" fmla="*/ 1704404 w 2419350"/>
                <a:gd name="connsiteY10291" fmla="*/ 383191 h 876300"/>
                <a:gd name="connsiteX10292" fmla="*/ 1705356 w 2419350"/>
                <a:gd name="connsiteY10292" fmla="*/ 383000 h 876300"/>
                <a:gd name="connsiteX10293" fmla="*/ 1705451 w 2419350"/>
                <a:gd name="connsiteY10293" fmla="*/ 382524 h 876300"/>
                <a:gd name="connsiteX10294" fmla="*/ 1704880 w 2419350"/>
                <a:gd name="connsiteY10294" fmla="*/ 381000 h 876300"/>
                <a:gd name="connsiteX10295" fmla="*/ 1704404 w 2419350"/>
                <a:gd name="connsiteY10295" fmla="*/ 380714 h 876300"/>
                <a:gd name="connsiteX10296" fmla="*/ 1703927 w 2419350"/>
                <a:gd name="connsiteY10296" fmla="*/ 380905 h 876300"/>
                <a:gd name="connsiteX10297" fmla="*/ 1703451 w 2419350"/>
                <a:gd name="connsiteY10297" fmla="*/ 380905 h 876300"/>
                <a:gd name="connsiteX10298" fmla="*/ 1702975 w 2419350"/>
                <a:gd name="connsiteY10298" fmla="*/ 380238 h 876300"/>
                <a:gd name="connsiteX10299" fmla="*/ 1702594 w 2419350"/>
                <a:gd name="connsiteY10299" fmla="*/ 380238 h 876300"/>
                <a:gd name="connsiteX10300" fmla="*/ 1702498 w 2419350"/>
                <a:gd name="connsiteY10300" fmla="*/ 380619 h 876300"/>
                <a:gd name="connsiteX10301" fmla="*/ 1702403 w 2419350"/>
                <a:gd name="connsiteY10301" fmla="*/ 380810 h 876300"/>
                <a:gd name="connsiteX10302" fmla="*/ 1702308 w 2419350"/>
                <a:gd name="connsiteY10302" fmla="*/ 381000 h 876300"/>
                <a:gd name="connsiteX10303" fmla="*/ 1702213 w 2419350"/>
                <a:gd name="connsiteY10303" fmla="*/ 381286 h 876300"/>
                <a:gd name="connsiteX10304" fmla="*/ 1701165 w 2419350"/>
                <a:gd name="connsiteY10304" fmla="*/ 381476 h 876300"/>
                <a:gd name="connsiteX10305" fmla="*/ 1700213 w 2419350"/>
                <a:gd name="connsiteY10305" fmla="*/ 382714 h 876300"/>
                <a:gd name="connsiteX10306" fmla="*/ 1700117 w 2419350"/>
                <a:gd name="connsiteY10306" fmla="*/ 384048 h 876300"/>
                <a:gd name="connsiteX10307" fmla="*/ 1701832 w 2419350"/>
                <a:gd name="connsiteY10307" fmla="*/ 384620 h 876300"/>
                <a:gd name="connsiteX10308" fmla="*/ 1702403 w 2419350"/>
                <a:gd name="connsiteY10308" fmla="*/ 384429 h 876300"/>
                <a:gd name="connsiteX10309" fmla="*/ 1703546 w 2419350"/>
                <a:gd name="connsiteY10309" fmla="*/ 383477 h 876300"/>
                <a:gd name="connsiteX10310" fmla="*/ 1704404 w 2419350"/>
                <a:gd name="connsiteY10310" fmla="*/ 383191 h 876300"/>
                <a:gd name="connsiteX10311" fmla="*/ 1710118 w 2419350"/>
                <a:gd name="connsiteY10311" fmla="*/ 704564 h 876300"/>
                <a:gd name="connsiteX10312" fmla="*/ 1709261 w 2419350"/>
                <a:gd name="connsiteY10312" fmla="*/ 704469 h 876300"/>
                <a:gd name="connsiteX10313" fmla="*/ 1708595 w 2419350"/>
                <a:gd name="connsiteY10313" fmla="*/ 704183 h 876300"/>
                <a:gd name="connsiteX10314" fmla="*/ 1707451 w 2419350"/>
                <a:gd name="connsiteY10314" fmla="*/ 703517 h 876300"/>
                <a:gd name="connsiteX10315" fmla="*/ 1705642 w 2419350"/>
                <a:gd name="connsiteY10315" fmla="*/ 703231 h 876300"/>
                <a:gd name="connsiteX10316" fmla="*/ 1704975 w 2419350"/>
                <a:gd name="connsiteY10316" fmla="*/ 703421 h 876300"/>
                <a:gd name="connsiteX10317" fmla="*/ 1704499 w 2419350"/>
                <a:gd name="connsiteY10317" fmla="*/ 704183 h 876300"/>
                <a:gd name="connsiteX10318" fmla="*/ 1704499 w 2419350"/>
                <a:gd name="connsiteY10318" fmla="*/ 704945 h 876300"/>
                <a:gd name="connsiteX10319" fmla="*/ 1705070 w 2419350"/>
                <a:gd name="connsiteY10319" fmla="*/ 706660 h 876300"/>
                <a:gd name="connsiteX10320" fmla="*/ 1705261 w 2419350"/>
                <a:gd name="connsiteY10320" fmla="*/ 707517 h 876300"/>
                <a:gd name="connsiteX10321" fmla="*/ 1705165 w 2419350"/>
                <a:gd name="connsiteY10321" fmla="*/ 708088 h 876300"/>
                <a:gd name="connsiteX10322" fmla="*/ 1704880 w 2419350"/>
                <a:gd name="connsiteY10322" fmla="*/ 708279 h 876300"/>
                <a:gd name="connsiteX10323" fmla="*/ 1704499 w 2419350"/>
                <a:gd name="connsiteY10323" fmla="*/ 708374 h 876300"/>
                <a:gd name="connsiteX10324" fmla="*/ 1704118 w 2419350"/>
                <a:gd name="connsiteY10324" fmla="*/ 708565 h 876300"/>
                <a:gd name="connsiteX10325" fmla="*/ 1703832 w 2419350"/>
                <a:gd name="connsiteY10325" fmla="*/ 709041 h 876300"/>
                <a:gd name="connsiteX10326" fmla="*/ 1703832 w 2419350"/>
                <a:gd name="connsiteY10326" fmla="*/ 709422 h 876300"/>
                <a:gd name="connsiteX10327" fmla="*/ 1704023 w 2419350"/>
                <a:gd name="connsiteY10327" fmla="*/ 710375 h 876300"/>
                <a:gd name="connsiteX10328" fmla="*/ 1704404 w 2419350"/>
                <a:gd name="connsiteY10328" fmla="*/ 711137 h 876300"/>
                <a:gd name="connsiteX10329" fmla="*/ 1705261 w 2419350"/>
                <a:gd name="connsiteY10329" fmla="*/ 711137 h 876300"/>
                <a:gd name="connsiteX10330" fmla="*/ 1706118 w 2419350"/>
                <a:gd name="connsiteY10330" fmla="*/ 710755 h 876300"/>
                <a:gd name="connsiteX10331" fmla="*/ 1706594 w 2419350"/>
                <a:gd name="connsiteY10331" fmla="*/ 710470 h 876300"/>
                <a:gd name="connsiteX10332" fmla="*/ 1707071 w 2419350"/>
                <a:gd name="connsiteY10332" fmla="*/ 709422 h 876300"/>
                <a:gd name="connsiteX10333" fmla="*/ 1707261 w 2419350"/>
                <a:gd name="connsiteY10333" fmla="*/ 709136 h 876300"/>
                <a:gd name="connsiteX10334" fmla="*/ 1707547 w 2419350"/>
                <a:gd name="connsiteY10334" fmla="*/ 708946 h 876300"/>
                <a:gd name="connsiteX10335" fmla="*/ 1708214 w 2419350"/>
                <a:gd name="connsiteY10335" fmla="*/ 708851 h 876300"/>
                <a:gd name="connsiteX10336" fmla="*/ 1710118 w 2419350"/>
                <a:gd name="connsiteY10336" fmla="*/ 708088 h 876300"/>
                <a:gd name="connsiteX10337" fmla="*/ 1710881 w 2419350"/>
                <a:gd name="connsiteY10337" fmla="*/ 707612 h 876300"/>
                <a:gd name="connsiteX10338" fmla="*/ 1711166 w 2419350"/>
                <a:gd name="connsiteY10338" fmla="*/ 707041 h 876300"/>
                <a:gd name="connsiteX10339" fmla="*/ 1711262 w 2419350"/>
                <a:gd name="connsiteY10339" fmla="*/ 705231 h 876300"/>
                <a:gd name="connsiteX10340" fmla="*/ 1710976 w 2419350"/>
                <a:gd name="connsiteY10340" fmla="*/ 704564 h 876300"/>
                <a:gd name="connsiteX10341" fmla="*/ 1710118 w 2419350"/>
                <a:gd name="connsiteY10341" fmla="*/ 704564 h 876300"/>
                <a:gd name="connsiteX10342" fmla="*/ 2030921 w 2419350"/>
                <a:gd name="connsiteY10342" fmla="*/ 531114 h 876300"/>
                <a:gd name="connsiteX10343" fmla="*/ 2030063 w 2419350"/>
                <a:gd name="connsiteY10343" fmla="*/ 530543 h 876300"/>
                <a:gd name="connsiteX10344" fmla="*/ 2028920 w 2419350"/>
                <a:gd name="connsiteY10344" fmla="*/ 530066 h 876300"/>
                <a:gd name="connsiteX10345" fmla="*/ 2027587 w 2419350"/>
                <a:gd name="connsiteY10345" fmla="*/ 529780 h 876300"/>
                <a:gd name="connsiteX10346" fmla="*/ 2026158 w 2419350"/>
                <a:gd name="connsiteY10346" fmla="*/ 529685 h 876300"/>
                <a:gd name="connsiteX10347" fmla="*/ 2025587 w 2419350"/>
                <a:gd name="connsiteY10347" fmla="*/ 529590 h 876300"/>
                <a:gd name="connsiteX10348" fmla="*/ 2025015 w 2419350"/>
                <a:gd name="connsiteY10348" fmla="*/ 529304 h 876300"/>
                <a:gd name="connsiteX10349" fmla="*/ 2024158 w 2419350"/>
                <a:gd name="connsiteY10349" fmla="*/ 528638 h 876300"/>
                <a:gd name="connsiteX10350" fmla="*/ 2024063 w 2419350"/>
                <a:gd name="connsiteY10350" fmla="*/ 528447 h 876300"/>
                <a:gd name="connsiteX10351" fmla="*/ 2023777 w 2419350"/>
                <a:gd name="connsiteY10351" fmla="*/ 527685 h 876300"/>
                <a:gd name="connsiteX10352" fmla="*/ 2023681 w 2419350"/>
                <a:gd name="connsiteY10352" fmla="*/ 527495 h 876300"/>
                <a:gd name="connsiteX10353" fmla="*/ 2023396 w 2419350"/>
                <a:gd name="connsiteY10353" fmla="*/ 527495 h 876300"/>
                <a:gd name="connsiteX10354" fmla="*/ 2023110 w 2419350"/>
                <a:gd name="connsiteY10354" fmla="*/ 527399 h 876300"/>
                <a:gd name="connsiteX10355" fmla="*/ 2019300 w 2419350"/>
                <a:gd name="connsiteY10355" fmla="*/ 524732 h 876300"/>
                <a:gd name="connsiteX10356" fmla="*/ 2018729 w 2419350"/>
                <a:gd name="connsiteY10356" fmla="*/ 524732 h 876300"/>
                <a:gd name="connsiteX10357" fmla="*/ 2018443 w 2419350"/>
                <a:gd name="connsiteY10357" fmla="*/ 525589 h 876300"/>
                <a:gd name="connsiteX10358" fmla="*/ 2018443 w 2419350"/>
                <a:gd name="connsiteY10358" fmla="*/ 526256 h 876300"/>
                <a:gd name="connsiteX10359" fmla="*/ 2018633 w 2419350"/>
                <a:gd name="connsiteY10359" fmla="*/ 527018 h 876300"/>
                <a:gd name="connsiteX10360" fmla="*/ 2019014 w 2419350"/>
                <a:gd name="connsiteY10360" fmla="*/ 527685 h 876300"/>
                <a:gd name="connsiteX10361" fmla="*/ 2019681 w 2419350"/>
                <a:gd name="connsiteY10361" fmla="*/ 527971 h 876300"/>
                <a:gd name="connsiteX10362" fmla="*/ 2020538 w 2419350"/>
                <a:gd name="connsiteY10362" fmla="*/ 528161 h 876300"/>
                <a:gd name="connsiteX10363" fmla="*/ 2021014 w 2419350"/>
                <a:gd name="connsiteY10363" fmla="*/ 528638 h 876300"/>
                <a:gd name="connsiteX10364" fmla="*/ 2021396 w 2419350"/>
                <a:gd name="connsiteY10364" fmla="*/ 529209 h 876300"/>
                <a:gd name="connsiteX10365" fmla="*/ 2021967 w 2419350"/>
                <a:gd name="connsiteY10365" fmla="*/ 529780 h 876300"/>
                <a:gd name="connsiteX10366" fmla="*/ 2022539 w 2419350"/>
                <a:gd name="connsiteY10366" fmla="*/ 530066 h 876300"/>
                <a:gd name="connsiteX10367" fmla="*/ 2023777 w 2419350"/>
                <a:gd name="connsiteY10367" fmla="*/ 530447 h 876300"/>
                <a:gd name="connsiteX10368" fmla="*/ 2024443 w 2419350"/>
                <a:gd name="connsiteY10368" fmla="*/ 530828 h 876300"/>
                <a:gd name="connsiteX10369" fmla="*/ 2025206 w 2419350"/>
                <a:gd name="connsiteY10369" fmla="*/ 531495 h 876300"/>
                <a:gd name="connsiteX10370" fmla="*/ 2025682 w 2419350"/>
                <a:gd name="connsiteY10370" fmla="*/ 531781 h 876300"/>
                <a:gd name="connsiteX10371" fmla="*/ 2026158 w 2419350"/>
                <a:gd name="connsiteY10371" fmla="*/ 531876 h 876300"/>
                <a:gd name="connsiteX10372" fmla="*/ 2027015 w 2419350"/>
                <a:gd name="connsiteY10372" fmla="*/ 531876 h 876300"/>
                <a:gd name="connsiteX10373" fmla="*/ 2027682 w 2419350"/>
                <a:gd name="connsiteY10373" fmla="*/ 531781 h 876300"/>
                <a:gd name="connsiteX10374" fmla="*/ 2028920 w 2419350"/>
                <a:gd name="connsiteY10374" fmla="*/ 531495 h 876300"/>
                <a:gd name="connsiteX10375" fmla="*/ 2029587 w 2419350"/>
                <a:gd name="connsiteY10375" fmla="*/ 531400 h 876300"/>
                <a:gd name="connsiteX10376" fmla="*/ 2030635 w 2419350"/>
                <a:gd name="connsiteY10376" fmla="*/ 532067 h 876300"/>
                <a:gd name="connsiteX10377" fmla="*/ 2031873 w 2419350"/>
                <a:gd name="connsiteY10377" fmla="*/ 533495 h 876300"/>
                <a:gd name="connsiteX10378" fmla="*/ 2033206 w 2419350"/>
                <a:gd name="connsiteY10378" fmla="*/ 534638 h 876300"/>
                <a:gd name="connsiteX10379" fmla="*/ 2034445 w 2419350"/>
                <a:gd name="connsiteY10379" fmla="*/ 534638 h 876300"/>
                <a:gd name="connsiteX10380" fmla="*/ 2033397 w 2419350"/>
                <a:gd name="connsiteY10380" fmla="*/ 534162 h 876300"/>
                <a:gd name="connsiteX10381" fmla="*/ 2030921 w 2419350"/>
                <a:gd name="connsiteY10381" fmla="*/ 531114 h 876300"/>
                <a:gd name="connsiteX10382" fmla="*/ 2085213 w 2419350"/>
                <a:gd name="connsiteY10382" fmla="*/ 644462 h 876300"/>
                <a:gd name="connsiteX10383" fmla="*/ 2084451 w 2419350"/>
                <a:gd name="connsiteY10383" fmla="*/ 643795 h 876300"/>
                <a:gd name="connsiteX10384" fmla="*/ 2083880 w 2419350"/>
                <a:gd name="connsiteY10384" fmla="*/ 643509 h 876300"/>
                <a:gd name="connsiteX10385" fmla="*/ 2082927 w 2419350"/>
                <a:gd name="connsiteY10385" fmla="*/ 643223 h 876300"/>
                <a:gd name="connsiteX10386" fmla="*/ 2082070 w 2419350"/>
                <a:gd name="connsiteY10386" fmla="*/ 642461 h 876300"/>
                <a:gd name="connsiteX10387" fmla="*/ 2080831 w 2419350"/>
                <a:gd name="connsiteY10387" fmla="*/ 640937 h 876300"/>
                <a:gd name="connsiteX10388" fmla="*/ 2080355 w 2419350"/>
                <a:gd name="connsiteY10388" fmla="*/ 640556 h 876300"/>
                <a:gd name="connsiteX10389" fmla="*/ 2078736 w 2419350"/>
                <a:gd name="connsiteY10389" fmla="*/ 639699 h 876300"/>
                <a:gd name="connsiteX10390" fmla="*/ 2078164 w 2419350"/>
                <a:gd name="connsiteY10390" fmla="*/ 639223 h 876300"/>
                <a:gd name="connsiteX10391" fmla="*/ 2077879 w 2419350"/>
                <a:gd name="connsiteY10391" fmla="*/ 639128 h 876300"/>
                <a:gd name="connsiteX10392" fmla="*/ 2077403 w 2419350"/>
                <a:gd name="connsiteY10392" fmla="*/ 639128 h 876300"/>
                <a:gd name="connsiteX10393" fmla="*/ 2076926 w 2419350"/>
                <a:gd name="connsiteY10393" fmla="*/ 639223 h 876300"/>
                <a:gd name="connsiteX10394" fmla="*/ 2076450 w 2419350"/>
                <a:gd name="connsiteY10394" fmla="*/ 639413 h 876300"/>
                <a:gd name="connsiteX10395" fmla="*/ 2076069 w 2419350"/>
                <a:gd name="connsiteY10395" fmla="*/ 639604 h 876300"/>
                <a:gd name="connsiteX10396" fmla="*/ 2075688 w 2419350"/>
                <a:gd name="connsiteY10396" fmla="*/ 639889 h 876300"/>
                <a:gd name="connsiteX10397" fmla="*/ 2074926 w 2419350"/>
                <a:gd name="connsiteY10397" fmla="*/ 640747 h 876300"/>
                <a:gd name="connsiteX10398" fmla="*/ 2074640 w 2419350"/>
                <a:gd name="connsiteY10398" fmla="*/ 640937 h 876300"/>
                <a:gd name="connsiteX10399" fmla="*/ 2073878 w 2419350"/>
                <a:gd name="connsiteY10399" fmla="*/ 641413 h 876300"/>
                <a:gd name="connsiteX10400" fmla="*/ 2073497 w 2419350"/>
                <a:gd name="connsiteY10400" fmla="*/ 641699 h 876300"/>
                <a:gd name="connsiteX10401" fmla="*/ 2073116 w 2419350"/>
                <a:gd name="connsiteY10401" fmla="*/ 642080 h 876300"/>
                <a:gd name="connsiteX10402" fmla="*/ 2072735 w 2419350"/>
                <a:gd name="connsiteY10402" fmla="*/ 642556 h 876300"/>
                <a:gd name="connsiteX10403" fmla="*/ 2072640 w 2419350"/>
                <a:gd name="connsiteY10403" fmla="*/ 643033 h 876300"/>
                <a:gd name="connsiteX10404" fmla="*/ 2072831 w 2419350"/>
                <a:gd name="connsiteY10404" fmla="*/ 643700 h 876300"/>
                <a:gd name="connsiteX10405" fmla="*/ 2073212 w 2419350"/>
                <a:gd name="connsiteY10405" fmla="*/ 644080 h 876300"/>
                <a:gd name="connsiteX10406" fmla="*/ 2076355 w 2419350"/>
                <a:gd name="connsiteY10406" fmla="*/ 645509 h 876300"/>
                <a:gd name="connsiteX10407" fmla="*/ 2076640 w 2419350"/>
                <a:gd name="connsiteY10407" fmla="*/ 645986 h 876300"/>
                <a:gd name="connsiteX10408" fmla="*/ 2076831 w 2419350"/>
                <a:gd name="connsiteY10408" fmla="*/ 646557 h 876300"/>
                <a:gd name="connsiteX10409" fmla="*/ 2077403 w 2419350"/>
                <a:gd name="connsiteY10409" fmla="*/ 646652 h 876300"/>
                <a:gd name="connsiteX10410" fmla="*/ 2078069 w 2419350"/>
                <a:gd name="connsiteY10410" fmla="*/ 646557 h 876300"/>
                <a:gd name="connsiteX10411" fmla="*/ 2078736 w 2419350"/>
                <a:gd name="connsiteY10411" fmla="*/ 646557 h 876300"/>
                <a:gd name="connsiteX10412" fmla="*/ 2079974 w 2419350"/>
                <a:gd name="connsiteY10412" fmla="*/ 648081 h 876300"/>
                <a:gd name="connsiteX10413" fmla="*/ 2080260 w 2419350"/>
                <a:gd name="connsiteY10413" fmla="*/ 648462 h 876300"/>
                <a:gd name="connsiteX10414" fmla="*/ 2080355 w 2419350"/>
                <a:gd name="connsiteY10414" fmla="*/ 648938 h 876300"/>
                <a:gd name="connsiteX10415" fmla="*/ 2080546 w 2419350"/>
                <a:gd name="connsiteY10415" fmla="*/ 649700 h 876300"/>
                <a:gd name="connsiteX10416" fmla="*/ 2080927 w 2419350"/>
                <a:gd name="connsiteY10416" fmla="*/ 650462 h 876300"/>
                <a:gd name="connsiteX10417" fmla="*/ 2081403 w 2419350"/>
                <a:gd name="connsiteY10417" fmla="*/ 651129 h 876300"/>
                <a:gd name="connsiteX10418" fmla="*/ 2083022 w 2419350"/>
                <a:gd name="connsiteY10418" fmla="*/ 651986 h 876300"/>
                <a:gd name="connsiteX10419" fmla="*/ 2083975 w 2419350"/>
                <a:gd name="connsiteY10419" fmla="*/ 651320 h 876300"/>
                <a:gd name="connsiteX10420" fmla="*/ 2084261 w 2419350"/>
                <a:gd name="connsiteY10420" fmla="*/ 649986 h 876300"/>
                <a:gd name="connsiteX10421" fmla="*/ 2083594 w 2419350"/>
                <a:gd name="connsiteY10421" fmla="*/ 649034 h 876300"/>
                <a:gd name="connsiteX10422" fmla="*/ 2085404 w 2419350"/>
                <a:gd name="connsiteY10422" fmla="*/ 648081 h 876300"/>
                <a:gd name="connsiteX10423" fmla="*/ 2086165 w 2419350"/>
                <a:gd name="connsiteY10423" fmla="*/ 647319 h 876300"/>
                <a:gd name="connsiteX10424" fmla="*/ 2086451 w 2419350"/>
                <a:gd name="connsiteY10424" fmla="*/ 646271 h 876300"/>
                <a:gd name="connsiteX10425" fmla="*/ 2086165 w 2419350"/>
                <a:gd name="connsiteY10425" fmla="*/ 645414 h 876300"/>
                <a:gd name="connsiteX10426" fmla="*/ 2085213 w 2419350"/>
                <a:gd name="connsiteY10426" fmla="*/ 644462 h 876300"/>
                <a:gd name="connsiteX10427" fmla="*/ 2092642 w 2419350"/>
                <a:gd name="connsiteY10427" fmla="*/ 655892 h 876300"/>
                <a:gd name="connsiteX10428" fmla="*/ 2092071 w 2419350"/>
                <a:gd name="connsiteY10428" fmla="*/ 655415 h 876300"/>
                <a:gd name="connsiteX10429" fmla="*/ 2091404 w 2419350"/>
                <a:gd name="connsiteY10429" fmla="*/ 655034 h 876300"/>
                <a:gd name="connsiteX10430" fmla="*/ 2090833 w 2419350"/>
                <a:gd name="connsiteY10430" fmla="*/ 654939 h 876300"/>
                <a:gd name="connsiteX10431" fmla="*/ 2090356 w 2419350"/>
                <a:gd name="connsiteY10431" fmla="*/ 655130 h 876300"/>
                <a:gd name="connsiteX10432" fmla="*/ 2090071 w 2419350"/>
                <a:gd name="connsiteY10432" fmla="*/ 655511 h 876300"/>
                <a:gd name="connsiteX10433" fmla="*/ 2089785 w 2419350"/>
                <a:gd name="connsiteY10433" fmla="*/ 656082 h 876300"/>
                <a:gd name="connsiteX10434" fmla="*/ 2089214 w 2419350"/>
                <a:gd name="connsiteY10434" fmla="*/ 658178 h 876300"/>
                <a:gd name="connsiteX10435" fmla="*/ 2087499 w 2419350"/>
                <a:gd name="connsiteY10435" fmla="*/ 660845 h 876300"/>
                <a:gd name="connsiteX10436" fmla="*/ 2087308 w 2419350"/>
                <a:gd name="connsiteY10436" fmla="*/ 661321 h 876300"/>
                <a:gd name="connsiteX10437" fmla="*/ 2087499 w 2419350"/>
                <a:gd name="connsiteY10437" fmla="*/ 662273 h 876300"/>
                <a:gd name="connsiteX10438" fmla="*/ 2087404 w 2419350"/>
                <a:gd name="connsiteY10438" fmla="*/ 662750 h 876300"/>
                <a:gd name="connsiteX10439" fmla="*/ 2086928 w 2419350"/>
                <a:gd name="connsiteY10439" fmla="*/ 663321 h 876300"/>
                <a:gd name="connsiteX10440" fmla="*/ 2088642 w 2419350"/>
                <a:gd name="connsiteY10440" fmla="*/ 664464 h 876300"/>
                <a:gd name="connsiteX10441" fmla="*/ 2089499 w 2419350"/>
                <a:gd name="connsiteY10441" fmla="*/ 664655 h 876300"/>
                <a:gd name="connsiteX10442" fmla="*/ 2089880 w 2419350"/>
                <a:gd name="connsiteY10442" fmla="*/ 663797 h 876300"/>
                <a:gd name="connsiteX10443" fmla="*/ 2090071 w 2419350"/>
                <a:gd name="connsiteY10443" fmla="*/ 663035 h 876300"/>
                <a:gd name="connsiteX10444" fmla="*/ 2091309 w 2419350"/>
                <a:gd name="connsiteY10444" fmla="*/ 661130 h 876300"/>
                <a:gd name="connsiteX10445" fmla="*/ 2091881 w 2419350"/>
                <a:gd name="connsiteY10445" fmla="*/ 660463 h 876300"/>
                <a:gd name="connsiteX10446" fmla="*/ 2092357 w 2419350"/>
                <a:gd name="connsiteY10446" fmla="*/ 659797 h 876300"/>
                <a:gd name="connsiteX10447" fmla="*/ 2092738 w 2419350"/>
                <a:gd name="connsiteY10447" fmla="*/ 658844 h 876300"/>
                <a:gd name="connsiteX10448" fmla="*/ 2093214 w 2419350"/>
                <a:gd name="connsiteY10448" fmla="*/ 657035 h 876300"/>
                <a:gd name="connsiteX10449" fmla="*/ 2093119 w 2419350"/>
                <a:gd name="connsiteY10449" fmla="*/ 656272 h 876300"/>
                <a:gd name="connsiteX10450" fmla="*/ 2092642 w 2419350"/>
                <a:gd name="connsiteY10450" fmla="*/ 655892 h 876300"/>
                <a:gd name="connsiteX10451" fmla="*/ 2064448 w 2419350"/>
                <a:gd name="connsiteY10451" fmla="*/ 615125 h 876300"/>
                <a:gd name="connsiteX10452" fmla="*/ 2065115 w 2419350"/>
                <a:gd name="connsiteY10452" fmla="*/ 614934 h 876300"/>
                <a:gd name="connsiteX10453" fmla="*/ 2065877 w 2419350"/>
                <a:gd name="connsiteY10453" fmla="*/ 614363 h 876300"/>
                <a:gd name="connsiteX10454" fmla="*/ 2066258 w 2419350"/>
                <a:gd name="connsiteY10454" fmla="*/ 612934 h 876300"/>
                <a:gd name="connsiteX10455" fmla="*/ 2066258 w 2419350"/>
                <a:gd name="connsiteY10455" fmla="*/ 612077 h 876300"/>
                <a:gd name="connsiteX10456" fmla="*/ 2066068 w 2419350"/>
                <a:gd name="connsiteY10456" fmla="*/ 611981 h 876300"/>
                <a:gd name="connsiteX10457" fmla="*/ 2065401 w 2419350"/>
                <a:gd name="connsiteY10457" fmla="*/ 611314 h 876300"/>
                <a:gd name="connsiteX10458" fmla="*/ 2065020 w 2419350"/>
                <a:gd name="connsiteY10458" fmla="*/ 611219 h 876300"/>
                <a:gd name="connsiteX10459" fmla="*/ 2064734 w 2419350"/>
                <a:gd name="connsiteY10459" fmla="*/ 611219 h 876300"/>
                <a:gd name="connsiteX10460" fmla="*/ 2064353 w 2419350"/>
                <a:gd name="connsiteY10460" fmla="*/ 611124 h 876300"/>
                <a:gd name="connsiteX10461" fmla="*/ 2063591 w 2419350"/>
                <a:gd name="connsiteY10461" fmla="*/ 611219 h 876300"/>
                <a:gd name="connsiteX10462" fmla="*/ 2063210 w 2419350"/>
                <a:gd name="connsiteY10462" fmla="*/ 611981 h 876300"/>
                <a:gd name="connsiteX10463" fmla="*/ 2063115 w 2419350"/>
                <a:gd name="connsiteY10463" fmla="*/ 613029 h 876300"/>
                <a:gd name="connsiteX10464" fmla="*/ 2063210 w 2419350"/>
                <a:gd name="connsiteY10464" fmla="*/ 614172 h 876300"/>
                <a:gd name="connsiteX10465" fmla="*/ 2063782 w 2419350"/>
                <a:gd name="connsiteY10465" fmla="*/ 615029 h 876300"/>
                <a:gd name="connsiteX10466" fmla="*/ 2064448 w 2419350"/>
                <a:gd name="connsiteY10466" fmla="*/ 615125 h 876300"/>
                <a:gd name="connsiteX10467" fmla="*/ 2092452 w 2419350"/>
                <a:gd name="connsiteY10467" fmla="*/ 625507 h 876300"/>
                <a:gd name="connsiteX10468" fmla="*/ 2091595 w 2419350"/>
                <a:gd name="connsiteY10468" fmla="*/ 625126 h 876300"/>
                <a:gd name="connsiteX10469" fmla="*/ 2089404 w 2419350"/>
                <a:gd name="connsiteY10469" fmla="*/ 623316 h 876300"/>
                <a:gd name="connsiteX10470" fmla="*/ 2088928 w 2419350"/>
                <a:gd name="connsiteY10470" fmla="*/ 622745 h 876300"/>
                <a:gd name="connsiteX10471" fmla="*/ 2088642 w 2419350"/>
                <a:gd name="connsiteY10471" fmla="*/ 621602 h 876300"/>
                <a:gd name="connsiteX10472" fmla="*/ 2087880 w 2419350"/>
                <a:gd name="connsiteY10472" fmla="*/ 621221 h 876300"/>
                <a:gd name="connsiteX10473" fmla="*/ 2085689 w 2419350"/>
                <a:gd name="connsiteY10473" fmla="*/ 621411 h 876300"/>
                <a:gd name="connsiteX10474" fmla="*/ 2085975 w 2419350"/>
                <a:gd name="connsiteY10474" fmla="*/ 621030 h 876300"/>
                <a:gd name="connsiteX10475" fmla="*/ 2086451 w 2419350"/>
                <a:gd name="connsiteY10475" fmla="*/ 620649 h 876300"/>
                <a:gd name="connsiteX10476" fmla="*/ 2087023 w 2419350"/>
                <a:gd name="connsiteY10476" fmla="*/ 620459 h 876300"/>
                <a:gd name="connsiteX10477" fmla="*/ 2087689 w 2419350"/>
                <a:gd name="connsiteY10477" fmla="*/ 620363 h 876300"/>
                <a:gd name="connsiteX10478" fmla="*/ 2088547 w 2419350"/>
                <a:gd name="connsiteY10478" fmla="*/ 620459 h 876300"/>
                <a:gd name="connsiteX10479" fmla="*/ 2089023 w 2419350"/>
                <a:gd name="connsiteY10479" fmla="*/ 620744 h 876300"/>
                <a:gd name="connsiteX10480" fmla="*/ 2089309 w 2419350"/>
                <a:gd name="connsiteY10480" fmla="*/ 621125 h 876300"/>
                <a:gd name="connsiteX10481" fmla="*/ 2089690 w 2419350"/>
                <a:gd name="connsiteY10481" fmla="*/ 621506 h 876300"/>
                <a:gd name="connsiteX10482" fmla="*/ 2090738 w 2419350"/>
                <a:gd name="connsiteY10482" fmla="*/ 622078 h 876300"/>
                <a:gd name="connsiteX10483" fmla="*/ 2092071 w 2419350"/>
                <a:gd name="connsiteY10483" fmla="*/ 622554 h 876300"/>
                <a:gd name="connsiteX10484" fmla="*/ 2092833 w 2419350"/>
                <a:gd name="connsiteY10484" fmla="*/ 622459 h 876300"/>
                <a:gd name="connsiteX10485" fmla="*/ 2092166 w 2419350"/>
                <a:gd name="connsiteY10485" fmla="*/ 621221 h 876300"/>
                <a:gd name="connsiteX10486" fmla="*/ 2092357 w 2419350"/>
                <a:gd name="connsiteY10486" fmla="*/ 621221 h 876300"/>
                <a:gd name="connsiteX10487" fmla="*/ 2092928 w 2419350"/>
                <a:gd name="connsiteY10487" fmla="*/ 621221 h 876300"/>
                <a:gd name="connsiteX10488" fmla="*/ 2092452 w 2419350"/>
                <a:gd name="connsiteY10488" fmla="*/ 620839 h 876300"/>
                <a:gd name="connsiteX10489" fmla="*/ 2091118 w 2419350"/>
                <a:gd name="connsiteY10489" fmla="*/ 620268 h 876300"/>
                <a:gd name="connsiteX10490" fmla="*/ 2090738 w 2419350"/>
                <a:gd name="connsiteY10490" fmla="*/ 619792 h 876300"/>
                <a:gd name="connsiteX10491" fmla="*/ 2090928 w 2419350"/>
                <a:gd name="connsiteY10491" fmla="*/ 619030 h 876300"/>
                <a:gd name="connsiteX10492" fmla="*/ 2091499 w 2419350"/>
                <a:gd name="connsiteY10492" fmla="*/ 618649 h 876300"/>
                <a:gd name="connsiteX10493" fmla="*/ 2092071 w 2419350"/>
                <a:gd name="connsiteY10493" fmla="*/ 618839 h 876300"/>
                <a:gd name="connsiteX10494" fmla="*/ 2092262 w 2419350"/>
                <a:gd name="connsiteY10494" fmla="*/ 619697 h 876300"/>
                <a:gd name="connsiteX10495" fmla="*/ 2092833 w 2419350"/>
                <a:gd name="connsiteY10495" fmla="*/ 619316 h 876300"/>
                <a:gd name="connsiteX10496" fmla="*/ 2093881 w 2419350"/>
                <a:gd name="connsiteY10496" fmla="*/ 618744 h 876300"/>
                <a:gd name="connsiteX10497" fmla="*/ 2094452 w 2419350"/>
                <a:gd name="connsiteY10497" fmla="*/ 618363 h 876300"/>
                <a:gd name="connsiteX10498" fmla="*/ 2094166 w 2419350"/>
                <a:gd name="connsiteY10498" fmla="*/ 618077 h 876300"/>
                <a:gd name="connsiteX10499" fmla="*/ 2093976 w 2419350"/>
                <a:gd name="connsiteY10499" fmla="*/ 617696 h 876300"/>
                <a:gd name="connsiteX10500" fmla="*/ 2093690 w 2419350"/>
                <a:gd name="connsiteY10500" fmla="*/ 617601 h 876300"/>
                <a:gd name="connsiteX10501" fmla="*/ 2093881 w 2419350"/>
                <a:gd name="connsiteY10501" fmla="*/ 616744 h 876300"/>
                <a:gd name="connsiteX10502" fmla="*/ 2093309 w 2419350"/>
                <a:gd name="connsiteY10502" fmla="*/ 615982 h 876300"/>
                <a:gd name="connsiteX10503" fmla="*/ 2092262 w 2419350"/>
                <a:gd name="connsiteY10503" fmla="*/ 615505 h 876300"/>
                <a:gd name="connsiteX10504" fmla="*/ 2091118 w 2419350"/>
                <a:gd name="connsiteY10504" fmla="*/ 615410 h 876300"/>
                <a:gd name="connsiteX10505" fmla="*/ 2091499 w 2419350"/>
                <a:gd name="connsiteY10505" fmla="*/ 614744 h 876300"/>
                <a:gd name="connsiteX10506" fmla="*/ 2092547 w 2419350"/>
                <a:gd name="connsiteY10506" fmla="*/ 613696 h 876300"/>
                <a:gd name="connsiteX10507" fmla="*/ 2092928 w 2419350"/>
                <a:gd name="connsiteY10507" fmla="*/ 612838 h 876300"/>
                <a:gd name="connsiteX10508" fmla="*/ 2093023 w 2419350"/>
                <a:gd name="connsiteY10508" fmla="*/ 612077 h 876300"/>
                <a:gd name="connsiteX10509" fmla="*/ 2093023 w 2419350"/>
                <a:gd name="connsiteY10509" fmla="*/ 611696 h 876300"/>
                <a:gd name="connsiteX10510" fmla="*/ 2092928 w 2419350"/>
                <a:gd name="connsiteY10510" fmla="*/ 611410 h 876300"/>
                <a:gd name="connsiteX10511" fmla="*/ 2092738 w 2419350"/>
                <a:gd name="connsiteY10511" fmla="*/ 611219 h 876300"/>
                <a:gd name="connsiteX10512" fmla="*/ 2092357 w 2419350"/>
                <a:gd name="connsiteY10512" fmla="*/ 611124 h 876300"/>
                <a:gd name="connsiteX10513" fmla="*/ 2091881 w 2419350"/>
                <a:gd name="connsiteY10513" fmla="*/ 611029 h 876300"/>
                <a:gd name="connsiteX10514" fmla="*/ 2091976 w 2419350"/>
                <a:gd name="connsiteY10514" fmla="*/ 610267 h 876300"/>
                <a:gd name="connsiteX10515" fmla="*/ 2092357 w 2419350"/>
                <a:gd name="connsiteY10515" fmla="*/ 608838 h 876300"/>
                <a:gd name="connsiteX10516" fmla="*/ 2093023 w 2419350"/>
                <a:gd name="connsiteY10516" fmla="*/ 607505 h 876300"/>
                <a:gd name="connsiteX10517" fmla="*/ 2093976 w 2419350"/>
                <a:gd name="connsiteY10517" fmla="*/ 606743 h 876300"/>
                <a:gd name="connsiteX10518" fmla="*/ 2092833 w 2419350"/>
                <a:gd name="connsiteY10518" fmla="*/ 605028 h 876300"/>
                <a:gd name="connsiteX10519" fmla="*/ 2091404 w 2419350"/>
                <a:gd name="connsiteY10519" fmla="*/ 603504 h 876300"/>
                <a:gd name="connsiteX10520" fmla="*/ 2090356 w 2419350"/>
                <a:gd name="connsiteY10520" fmla="*/ 602837 h 876300"/>
                <a:gd name="connsiteX10521" fmla="*/ 2089785 w 2419350"/>
                <a:gd name="connsiteY10521" fmla="*/ 602552 h 876300"/>
                <a:gd name="connsiteX10522" fmla="*/ 2089404 w 2419350"/>
                <a:gd name="connsiteY10522" fmla="*/ 602456 h 876300"/>
                <a:gd name="connsiteX10523" fmla="*/ 2087880 w 2419350"/>
                <a:gd name="connsiteY10523" fmla="*/ 602361 h 876300"/>
                <a:gd name="connsiteX10524" fmla="*/ 2087404 w 2419350"/>
                <a:gd name="connsiteY10524" fmla="*/ 602456 h 876300"/>
                <a:gd name="connsiteX10525" fmla="*/ 2087785 w 2419350"/>
                <a:gd name="connsiteY10525" fmla="*/ 601980 h 876300"/>
                <a:gd name="connsiteX10526" fmla="*/ 2088356 w 2419350"/>
                <a:gd name="connsiteY10526" fmla="*/ 601694 h 876300"/>
                <a:gd name="connsiteX10527" fmla="*/ 2089595 w 2419350"/>
                <a:gd name="connsiteY10527" fmla="*/ 601409 h 876300"/>
                <a:gd name="connsiteX10528" fmla="*/ 2089595 w 2419350"/>
                <a:gd name="connsiteY10528" fmla="*/ 601694 h 876300"/>
                <a:gd name="connsiteX10529" fmla="*/ 2089975 w 2419350"/>
                <a:gd name="connsiteY10529" fmla="*/ 601694 h 876300"/>
                <a:gd name="connsiteX10530" fmla="*/ 2089785 w 2419350"/>
                <a:gd name="connsiteY10530" fmla="*/ 600742 h 876300"/>
                <a:gd name="connsiteX10531" fmla="*/ 2089595 w 2419350"/>
                <a:gd name="connsiteY10531" fmla="*/ 600456 h 876300"/>
                <a:gd name="connsiteX10532" fmla="*/ 2089214 w 2419350"/>
                <a:gd name="connsiteY10532" fmla="*/ 600266 h 876300"/>
                <a:gd name="connsiteX10533" fmla="*/ 2090261 w 2419350"/>
                <a:gd name="connsiteY10533" fmla="*/ 599694 h 876300"/>
                <a:gd name="connsiteX10534" fmla="*/ 2090642 w 2419350"/>
                <a:gd name="connsiteY10534" fmla="*/ 599504 h 876300"/>
                <a:gd name="connsiteX10535" fmla="*/ 2090261 w 2419350"/>
                <a:gd name="connsiteY10535" fmla="*/ 598932 h 876300"/>
                <a:gd name="connsiteX10536" fmla="*/ 2088737 w 2419350"/>
                <a:gd name="connsiteY10536" fmla="*/ 597884 h 876300"/>
                <a:gd name="connsiteX10537" fmla="*/ 2088166 w 2419350"/>
                <a:gd name="connsiteY10537" fmla="*/ 597313 h 876300"/>
                <a:gd name="connsiteX10538" fmla="*/ 2087499 w 2419350"/>
                <a:gd name="connsiteY10538" fmla="*/ 595313 h 876300"/>
                <a:gd name="connsiteX10539" fmla="*/ 2087118 w 2419350"/>
                <a:gd name="connsiteY10539" fmla="*/ 594741 h 876300"/>
                <a:gd name="connsiteX10540" fmla="*/ 2084641 w 2419350"/>
                <a:gd name="connsiteY10540" fmla="*/ 593693 h 876300"/>
                <a:gd name="connsiteX10541" fmla="*/ 2083975 w 2419350"/>
                <a:gd name="connsiteY10541" fmla="*/ 593884 h 876300"/>
                <a:gd name="connsiteX10542" fmla="*/ 2082451 w 2419350"/>
                <a:gd name="connsiteY10542" fmla="*/ 594551 h 876300"/>
                <a:gd name="connsiteX10543" fmla="*/ 2081784 w 2419350"/>
                <a:gd name="connsiteY10543" fmla="*/ 594551 h 876300"/>
                <a:gd name="connsiteX10544" fmla="*/ 2081498 w 2419350"/>
                <a:gd name="connsiteY10544" fmla="*/ 594360 h 876300"/>
                <a:gd name="connsiteX10545" fmla="*/ 2081308 w 2419350"/>
                <a:gd name="connsiteY10545" fmla="*/ 594170 h 876300"/>
                <a:gd name="connsiteX10546" fmla="*/ 2081117 w 2419350"/>
                <a:gd name="connsiteY10546" fmla="*/ 593979 h 876300"/>
                <a:gd name="connsiteX10547" fmla="*/ 2080736 w 2419350"/>
                <a:gd name="connsiteY10547" fmla="*/ 593979 h 876300"/>
                <a:gd name="connsiteX10548" fmla="*/ 2080450 w 2419350"/>
                <a:gd name="connsiteY10548" fmla="*/ 594074 h 876300"/>
                <a:gd name="connsiteX10549" fmla="*/ 2080165 w 2419350"/>
                <a:gd name="connsiteY10549" fmla="*/ 594265 h 876300"/>
                <a:gd name="connsiteX10550" fmla="*/ 2079974 w 2419350"/>
                <a:gd name="connsiteY10550" fmla="*/ 594551 h 876300"/>
                <a:gd name="connsiteX10551" fmla="*/ 2079879 w 2419350"/>
                <a:gd name="connsiteY10551" fmla="*/ 594931 h 876300"/>
                <a:gd name="connsiteX10552" fmla="*/ 2079879 w 2419350"/>
                <a:gd name="connsiteY10552" fmla="*/ 597408 h 876300"/>
                <a:gd name="connsiteX10553" fmla="*/ 2079974 w 2419350"/>
                <a:gd name="connsiteY10553" fmla="*/ 597694 h 876300"/>
                <a:gd name="connsiteX10554" fmla="*/ 2080355 w 2419350"/>
                <a:gd name="connsiteY10554" fmla="*/ 598170 h 876300"/>
                <a:gd name="connsiteX10555" fmla="*/ 2080546 w 2419350"/>
                <a:gd name="connsiteY10555" fmla="*/ 598551 h 876300"/>
                <a:gd name="connsiteX10556" fmla="*/ 2080546 w 2419350"/>
                <a:gd name="connsiteY10556" fmla="*/ 599122 h 876300"/>
                <a:gd name="connsiteX10557" fmla="*/ 2080450 w 2419350"/>
                <a:gd name="connsiteY10557" fmla="*/ 600170 h 876300"/>
                <a:gd name="connsiteX10558" fmla="*/ 2079974 w 2419350"/>
                <a:gd name="connsiteY10558" fmla="*/ 599980 h 876300"/>
                <a:gd name="connsiteX10559" fmla="*/ 2079784 w 2419350"/>
                <a:gd name="connsiteY10559" fmla="*/ 599885 h 876300"/>
                <a:gd name="connsiteX10560" fmla="*/ 2079307 w 2419350"/>
                <a:gd name="connsiteY10560" fmla="*/ 600551 h 876300"/>
                <a:gd name="connsiteX10561" fmla="*/ 2078736 w 2419350"/>
                <a:gd name="connsiteY10561" fmla="*/ 600837 h 876300"/>
                <a:gd name="connsiteX10562" fmla="*/ 2078260 w 2419350"/>
                <a:gd name="connsiteY10562" fmla="*/ 600551 h 876300"/>
                <a:gd name="connsiteX10563" fmla="*/ 2077974 w 2419350"/>
                <a:gd name="connsiteY10563" fmla="*/ 599599 h 876300"/>
                <a:gd name="connsiteX10564" fmla="*/ 2075593 w 2419350"/>
                <a:gd name="connsiteY10564" fmla="*/ 603790 h 876300"/>
                <a:gd name="connsiteX10565" fmla="*/ 2075402 w 2419350"/>
                <a:gd name="connsiteY10565" fmla="*/ 604456 h 876300"/>
                <a:gd name="connsiteX10566" fmla="*/ 2075116 w 2419350"/>
                <a:gd name="connsiteY10566" fmla="*/ 605219 h 876300"/>
                <a:gd name="connsiteX10567" fmla="*/ 2074450 w 2419350"/>
                <a:gd name="connsiteY10567" fmla="*/ 605790 h 876300"/>
                <a:gd name="connsiteX10568" fmla="*/ 2073688 w 2419350"/>
                <a:gd name="connsiteY10568" fmla="*/ 606266 h 876300"/>
                <a:gd name="connsiteX10569" fmla="*/ 2073116 w 2419350"/>
                <a:gd name="connsiteY10569" fmla="*/ 606743 h 876300"/>
                <a:gd name="connsiteX10570" fmla="*/ 2072735 w 2419350"/>
                <a:gd name="connsiteY10570" fmla="*/ 607600 h 876300"/>
                <a:gd name="connsiteX10571" fmla="*/ 2072640 w 2419350"/>
                <a:gd name="connsiteY10571" fmla="*/ 608362 h 876300"/>
                <a:gd name="connsiteX10572" fmla="*/ 2072259 w 2419350"/>
                <a:gd name="connsiteY10572" fmla="*/ 608933 h 876300"/>
                <a:gd name="connsiteX10573" fmla="*/ 2071116 w 2419350"/>
                <a:gd name="connsiteY10573" fmla="*/ 609124 h 876300"/>
                <a:gd name="connsiteX10574" fmla="*/ 2070068 w 2419350"/>
                <a:gd name="connsiteY10574" fmla="*/ 608838 h 876300"/>
                <a:gd name="connsiteX10575" fmla="*/ 2068354 w 2419350"/>
                <a:gd name="connsiteY10575" fmla="*/ 607409 h 876300"/>
                <a:gd name="connsiteX10576" fmla="*/ 2067306 w 2419350"/>
                <a:gd name="connsiteY10576" fmla="*/ 607028 h 876300"/>
                <a:gd name="connsiteX10577" fmla="*/ 2066258 w 2419350"/>
                <a:gd name="connsiteY10577" fmla="*/ 607219 h 876300"/>
                <a:gd name="connsiteX10578" fmla="*/ 2065115 w 2419350"/>
                <a:gd name="connsiteY10578" fmla="*/ 607886 h 876300"/>
                <a:gd name="connsiteX10579" fmla="*/ 2064448 w 2419350"/>
                <a:gd name="connsiteY10579" fmla="*/ 608743 h 876300"/>
                <a:gd name="connsiteX10580" fmla="*/ 2064734 w 2419350"/>
                <a:gd name="connsiteY10580" fmla="*/ 609600 h 876300"/>
                <a:gd name="connsiteX10581" fmla="*/ 2066068 w 2419350"/>
                <a:gd name="connsiteY10581" fmla="*/ 610743 h 876300"/>
                <a:gd name="connsiteX10582" fmla="*/ 2066830 w 2419350"/>
                <a:gd name="connsiteY10582" fmla="*/ 611219 h 876300"/>
                <a:gd name="connsiteX10583" fmla="*/ 2067687 w 2419350"/>
                <a:gd name="connsiteY10583" fmla="*/ 611600 h 876300"/>
                <a:gd name="connsiteX10584" fmla="*/ 2069497 w 2419350"/>
                <a:gd name="connsiteY10584" fmla="*/ 611696 h 876300"/>
                <a:gd name="connsiteX10585" fmla="*/ 2070545 w 2419350"/>
                <a:gd name="connsiteY10585" fmla="*/ 611886 h 876300"/>
                <a:gd name="connsiteX10586" fmla="*/ 2071021 w 2419350"/>
                <a:gd name="connsiteY10586" fmla="*/ 612458 h 876300"/>
                <a:gd name="connsiteX10587" fmla="*/ 2071211 w 2419350"/>
                <a:gd name="connsiteY10587" fmla="*/ 613505 h 876300"/>
                <a:gd name="connsiteX10588" fmla="*/ 2071783 w 2419350"/>
                <a:gd name="connsiteY10588" fmla="*/ 613505 h 876300"/>
                <a:gd name="connsiteX10589" fmla="*/ 2072354 w 2419350"/>
                <a:gd name="connsiteY10589" fmla="*/ 612934 h 876300"/>
                <a:gd name="connsiteX10590" fmla="*/ 2072831 w 2419350"/>
                <a:gd name="connsiteY10590" fmla="*/ 612267 h 876300"/>
                <a:gd name="connsiteX10591" fmla="*/ 2073688 w 2419350"/>
                <a:gd name="connsiteY10591" fmla="*/ 612934 h 876300"/>
                <a:gd name="connsiteX10592" fmla="*/ 2073592 w 2419350"/>
                <a:gd name="connsiteY10592" fmla="*/ 613601 h 876300"/>
                <a:gd name="connsiteX10593" fmla="*/ 2072449 w 2419350"/>
                <a:gd name="connsiteY10593" fmla="*/ 614839 h 876300"/>
                <a:gd name="connsiteX10594" fmla="*/ 2072449 w 2419350"/>
                <a:gd name="connsiteY10594" fmla="*/ 615220 h 876300"/>
                <a:gd name="connsiteX10595" fmla="*/ 2072831 w 2419350"/>
                <a:gd name="connsiteY10595" fmla="*/ 615982 h 876300"/>
                <a:gd name="connsiteX10596" fmla="*/ 2070925 w 2419350"/>
                <a:gd name="connsiteY10596" fmla="*/ 616934 h 876300"/>
                <a:gd name="connsiteX10597" fmla="*/ 2070830 w 2419350"/>
                <a:gd name="connsiteY10597" fmla="*/ 618077 h 876300"/>
                <a:gd name="connsiteX10598" fmla="*/ 2070354 w 2419350"/>
                <a:gd name="connsiteY10598" fmla="*/ 618744 h 876300"/>
                <a:gd name="connsiteX10599" fmla="*/ 2069687 w 2419350"/>
                <a:gd name="connsiteY10599" fmla="*/ 619316 h 876300"/>
                <a:gd name="connsiteX10600" fmla="*/ 2069116 w 2419350"/>
                <a:gd name="connsiteY10600" fmla="*/ 619601 h 876300"/>
                <a:gd name="connsiteX10601" fmla="*/ 2069116 w 2419350"/>
                <a:gd name="connsiteY10601" fmla="*/ 619887 h 876300"/>
                <a:gd name="connsiteX10602" fmla="*/ 2070354 w 2419350"/>
                <a:gd name="connsiteY10602" fmla="*/ 621506 h 876300"/>
                <a:gd name="connsiteX10603" fmla="*/ 2070735 w 2419350"/>
                <a:gd name="connsiteY10603" fmla="*/ 622078 h 876300"/>
                <a:gd name="connsiteX10604" fmla="*/ 2070545 w 2419350"/>
                <a:gd name="connsiteY10604" fmla="*/ 623030 h 876300"/>
                <a:gd name="connsiteX10605" fmla="*/ 2070068 w 2419350"/>
                <a:gd name="connsiteY10605" fmla="*/ 623983 h 876300"/>
                <a:gd name="connsiteX10606" fmla="*/ 2069878 w 2419350"/>
                <a:gd name="connsiteY10606" fmla="*/ 624745 h 876300"/>
                <a:gd name="connsiteX10607" fmla="*/ 2070449 w 2419350"/>
                <a:gd name="connsiteY10607" fmla="*/ 625316 h 876300"/>
                <a:gd name="connsiteX10608" fmla="*/ 2071497 w 2419350"/>
                <a:gd name="connsiteY10608" fmla="*/ 625221 h 876300"/>
                <a:gd name="connsiteX10609" fmla="*/ 2073402 w 2419350"/>
                <a:gd name="connsiteY10609" fmla="*/ 625126 h 876300"/>
                <a:gd name="connsiteX10610" fmla="*/ 2073307 w 2419350"/>
                <a:gd name="connsiteY10610" fmla="*/ 625697 h 876300"/>
                <a:gd name="connsiteX10611" fmla="*/ 2072354 w 2419350"/>
                <a:gd name="connsiteY10611" fmla="*/ 626555 h 876300"/>
                <a:gd name="connsiteX10612" fmla="*/ 2071402 w 2419350"/>
                <a:gd name="connsiteY10612" fmla="*/ 626555 h 876300"/>
                <a:gd name="connsiteX10613" fmla="*/ 2070449 w 2419350"/>
                <a:gd name="connsiteY10613" fmla="*/ 626364 h 876300"/>
                <a:gd name="connsiteX10614" fmla="*/ 2069401 w 2419350"/>
                <a:gd name="connsiteY10614" fmla="*/ 626745 h 876300"/>
                <a:gd name="connsiteX10615" fmla="*/ 2068544 w 2419350"/>
                <a:gd name="connsiteY10615" fmla="*/ 628269 h 876300"/>
                <a:gd name="connsiteX10616" fmla="*/ 2068544 w 2419350"/>
                <a:gd name="connsiteY10616" fmla="*/ 630174 h 876300"/>
                <a:gd name="connsiteX10617" fmla="*/ 2069306 w 2419350"/>
                <a:gd name="connsiteY10617" fmla="*/ 632079 h 876300"/>
                <a:gd name="connsiteX10618" fmla="*/ 2070640 w 2419350"/>
                <a:gd name="connsiteY10618" fmla="*/ 633794 h 876300"/>
                <a:gd name="connsiteX10619" fmla="*/ 2070925 w 2419350"/>
                <a:gd name="connsiteY10619" fmla="*/ 634270 h 876300"/>
                <a:gd name="connsiteX10620" fmla="*/ 2071211 w 2419350"/>
                <a:gd name="connsiteY10620" fmla="*/ 634937 h 876300"/>
                <a:gd name="connsiteX10621" fmla="*/ 2071592 w 2419350"/>
                <a:gd name="connsiteY10621" fmla="*/ 635508 h 876300"/>
                <a:gd name="connsiteX10622" fmla="*/ 2072164 w 2419350"/>
                <a:gd name="connsiteY10622" fmla="*/ 635794 h 876300"/>
                <a:gd name="connsiteX10623" fmla="*/ 2072449 w 2419350"/>
                <a:gd name="connsiteY10623" fmla="*/ 635699 h 876300"/>
                <a:gd name="connsiteX10624" fmla="*/ 2072735 w 2419350"/>
                <a:gd name="connsiteY10624" fmla="*/ 635508 h 876300"/>
                <a:gd name="connsiteX10625" fmla="*/ 2073021 w 2419350"/>
                <a:gd name="connsiteY10625" fmla="*/ 635413 h 876300"/>
                <a:gd name="connsiteX10626" fmla="*/ 2073307 w 2419350"/>
                <a:gd name="connsiteY10626" fmla="*/ 635603 h 876300"/>
                <a:gd name="connsiteX10627" fmla="*/ 2073497 w 2419350"/>
                <a:gd name="connsiteY10627" fmla="*/ 635889 h 876300"/>
                <a:gd name="connsiteX10628" fmla="*/ 2073592 w 2419350"/>
                <a:gd name="connsiteY10628" fmla="*/ 636175 h 876300"/>
                <a:gd name="connsiteX10629" fmla="*/ 2073688 w 2419350"/>
                <a:gd name="connsiteY10629" fmla="*/ 636365 h 876300"/>
                <a:gd name="connsiteX10630" fmla="*/ 2074069 w 2419350"/>
                <a:gd name="connsiteY10630" fmla="*/ 636461 h 876300"/>
                <a:gd name="connsiteX10631" fmla="*/ 2077212 w 2419350"/>
                <a:gd name="connsiteY10631" fmla="*/ 637794 h 876300"/>
                <a:gd name="connsiteX10632" fmla="*/ 2077783 w 2419350"/>
                <a:gd name="connsiteY10632" fmla="*/ 637794 h 876300"/>
                <a:gd name="connsiteX10633" fmla="*/ 2078260 w 2419350"/>
                <a:gd name="connsiteY10633" fmla="*/ 638556 h 876300"/>
                <a:gd name="connsiteX10634" fmla="*/ 2080546 w 2419350"/>
                <a:gd name="connsiteY10634" fmla="*/ 639699 h 876300"/>
                <a:gd name="connsiteX10635" fmla="*/ 2081022 w 2419350"/>
                <a:gd name="connsiteY10635" fmla="*/ 640366 h 876300"/>
                <a:gd name="connsiteX10636" fmla="*/ 2081308 w 2419350"/>
                <a:gd name="connsiteY10636" fmla="*/ 640461 h 876300"/>
                <a:gd name="connsiteX10637" fmla="*/ 2082260 w 2419350"/>
                <a:gd name="connsiteY10637" fmla="*/ 641413 h 876300"/>
                <a:gd name="connsiteX10638" fmla="*/ 2082356 w 2419350"/>
                <a:gd name="connsiteY10638" fmla="*/ 641604 h 876300"/>
                <a:gd name="connsiteX10639" fmla="*/ 2082546 w 2419350"/>
                <a:gd name="connsiteY10639" fmla="*/ 641699 h 876300"/>
                <a:gd name="connsiteX10640" fmla="*/ 2083213 w 2419350"/>
                <a:gd name="connsiteY10640" fmla="*/ 642652 h 876300"/>
                <a:gd name="connsiteX10641" fmla="*/ 2083498 w 2419350"/>
                <a:gd name="connsiteY10641" fmla="*/ 642652 h 876300"/>
                <a:gd name="connsiteX10642" fmla="*/ 2084070 w 2419350"/>
                <a:gd name="connsiteY10642" fmla="*/ 642271 h 876300"/>
                <a:gd name="connsiteX10643" fmla="*/ 2084737 w 2419350"/>
                <a:gd name="connsiteY10643" fmla="*/ 642461 h 876300"/>
                <a:gd name="connsiteX10644" fmla="*/ 2085975 w 2419350"/>
                <a:gd name="connsiteY10644" fmla="*/ 643319 h 876300"/>
                <a:gd name="connsiteX10645" fmla="*/ 2087118 w 2419350"/>
                <a:gd name="connsiteY10645" fmla="*/ 642366 h 876300"/>
                <a:gd name="connsiteX10646" fmla="*/ 2090928 w 2419350"/>
                <a:gd name="connsiteY10646" fmla="*/ 640842 h 876300"/>
                <a:gd name="connsiteX10647" fmla="*/ 2091690 w 2419350"/>
                <a:gd name="connsiteY10647" fmla="*/ 639604 h 876300"/>
                <a:gd name="connsiteX10648" fmla="*/ 2091881 w 2419350"/>
                <a:gd name="connsiteY10648" fmla="*/ 638747 h 876300"/>
                <a:gd name="connsiteX10649" fmla="*/ 2092833 w 2419350"/>
                <a:gd name="connsiteY10649" fmla="*/ 636651 h 876300"/>
                <a:gd name="connsiteX10650" fmla="*/ 2093214 w 2419350"/>
                <a:gd name="connsiteY10650" fmla="*/ 635984 h 876300"/>
                <a:gd name="connsiteX10651" fmla="*/ 2093405 w 2419350"/>
                <a:gd name="connsiteY10651" fmla="*/ 635413 h 876300"/>
                <a:gd name="connsiteX10652" fmla="*/ 2093023 w 2419350"/>
                <a:gd name="connsiteY10652" fmla="*/ 634365 h 876300"/>
                <a:gd name="connsiteX10653" fmla="*/ 2093214 w 2419350"/>
                <a:gd name="connsiteY10653" fmla="*/ 633889 h 876300"/>
                <a:gd name="connsiteX10654" fmla="*/ 2093500 w 2419350"/>
                <a:gd name="connsiteY10654" fmla="*/ 633508 h 876300"/>
                <a:gd name="connsiteX10655" fmla="*/ 2093690 w 2419350"/>
                <a:gd name="connsiteY10655" fmla="*/ 633127 h 876300"/>
                <a:gd name="connsiteX10656" fmla="*/ 2093786 w 2419350"/>
                <a:gd name="connsiteY10656" fmla="*/ 632746 h 876300"/>
                <a:gd name="connsiteX10657" fmla="*/ 2093786 w 2419350"/>
                <a:gd name="connsiteY10657" fmla="*/ 632174 h 876300"/>
                <a:gd name="connsiteX10658" fmla="*/ 2092833 w 2419350"/>
                <a:gd name="connsiteY10658" fmla="*/ 632841 h 876300"/>
                <a:gd name="connsiteX10659" fmla="*/ 2090261 w 2419350"/>
                <a:gd name="connsiteY10659" fmla="*/ 633698 h 876300"/>
                <a:gd name="connsiteX10660" fmla="*/ 2090547 w 2419350"/>
                <a:gd name="connsiteY10660" fmla="*/ 633317 h 876300"/>
                <a:gd name="connsiteX10661" fmla="*/ 2090738 w 2419350"/>
                <a:gd name="connsiteY10661" fmla="*/ 632746 h 876300"/>
                <a:gd name="connsiteX10662" fmla="*/ 2090833 w 2419350"/>
                <a:gd name="connsiteY10662" fmla="*/ 632079 h 876300"/>
                <a:gd name="connsiteX10663" fmla="*/ 2091214 w 2419350"/>
                <a:gd name="connsiteY10663" fmla="*/ 632174 h 876300"/>
                <a:gd name="connsiteX10664" fmla="*/ 2091404 w 2419350"/>
                <a:gd name="connsiteY10664" fmla="*/ 632270 h 876300"/>
                <a:gd name="connsiteX10665" fmla="*/ 2091595 w 2419350"/>
                <a:gd name="connsiteY10665" fmla="*/ 632460 h 876300"/>
                <a:gd name="connsiteX10666" fmla="*/ 2092547 w 2419350"/>
                <a:gd name="connsiteY10666" fmla="*/ 631888 h 876300"/>
                <a:gd name="connsiteX10667" fmla="*/ 2093500 w 2419350"/>
                <a:gd name="connsiteY10667" fmla="*/ 630936 h 876300"/>
                <a:gd name="connsiteX10668" fmla="*/ 2094262 w 2419350"/>
                <a:gd name="connsiteY10668" fmla="*/ 629698 h 876300"/>
                <a:gd name="connsiteX10669" fmla="*/ 2094452 w 2419350"/>
                <a:gd name="connsiteY10669" fmla="*/ 628460 h 876300"/>
                <a:gd name="connsiteX10670" fmla="*/ 2094071 w 2419350"/>
                <a:gd name="connsiteY10670" fmla="*/ 627793 h 876300"/>
                <a:gd name="connsiteX10671" fmla="*/ 2092452 w 2419350"/>
                <a:gd name="connsiteY10671" fmla="*/ 625507 h 876300"/>
                <a:gd name="connsiteX10672" fmla="*/ 2088071 w 2419350"/>
                <a:gd name="connsiteY10672" fmla="*/ 651415 h 876300"/>
                <a:gd name="connsiteX10673" fmla="*/ 2088261 w 2419350"/>
                <a:gd name="connsiteY10673" fmla="*/ 652558 h 876300"/>
                <a:gd name="connsiteX10674" fmla="*/ 2088642 w 2419350"/>
                <a:gd name="connsiteY10674" fmla="*/ 653415 h 876300"/>
                <a:gd name="connsiteX10675" fmla="*/ 2089595 w 2419350"/>
                <a:gd name="connsiteY10675" fmla="*/ 653605 h 876300"/>
                <a:gd name="connsiteX10676" fmla="*/ 2090356 w 2419350"/>
                <a:gd name="connsiteY10676" fmla="*/ 653320 h 876300"/>
                <a:gd name="connsiteX10677" fmla="*/ 2090642 w 2419350"/>
                <a:gd name="connsiteY10677" fmla="*/ 653034 h 876300"/>
                <a:gd name="connsiteX10678" fmla="*/ 2091118 w 2419350"/>
                <a:gd name="connsiteY10678" fmla="*/ 652939 h 876300"/>
                <a:gd name="connsiteX10679" fmla="*/ 2091785 w 2419350"/>
                <a:gd name="connsiteY10679" fmla="*/ 653034 h 876300"/>
                <a:gd name="connsiteX10680" fmla="*/ 2092547 w 2419350"/>
                <a:gd name="connsiteY10680" fmla="*/ 652653 h 876300"/>
                <a:gd name="connsiteX10681" fmla="*/ 2092833 w 2419350"/>
                <a:gd name="connsiteY10681" fmla="*/ 651605 h 876300"/>
                <a:gd name="connsiteX10682" fmla="*/ 2092642 w 2419350"/>
                <a:gd name="connsiteY10682" fmla="*/ 651034 h 876300"/>
                <a:gd name="connsiteX10683" fmla="*/ 2092452 w 2419350"/>
                <a:gd name="connsiteY10683" fmla="*/ 650558 h 876300"/>
                <a:gd name="connsiteX10684" fmla="*/ 2091976 w 2419350"/>
                <a:gd name="connsiteY10684" fmla="*/ 649605 h 876300"/>
                <a:gd name="connsiteX10685" fmla="*/ 2091214 w 2419350"/>
                <a:gd name="connsiteY10685" fmla="*/ 648748 h 876300"/>
                <a:gd name="connsiteX10686" fmla="*/ 2090166 w 2419350"/>
                <a:gd name="connsiteY10686" fmla="*/ 648081 h 876300"/>
                <a:gd name="connsiteX10687" fmla="*/ 2089023 w 2419350"/>
                <a:gd name="connsiteY10687" fmla="*/ 647891 h 876300"/>
                <a:gd name="connsiteX10688" fmla="*/ 2088071 w 2419350"/>
                <a:gd name="connsiteY10688" fmla="*/ 648367 h 876300"/>
                <a:gd name="connsiteX10689" fmla="*/ 2087404 w 2419350"/>
                <a:gd name="connsiteY10689" fmla="*/ 648938 h 876300"/>
                <a:gd name="connsiteX10690" fmla="*/ 2087023 w 2419350"/>
                <a:gd name="connsiteY10690" fmla="*/ 649510 h 876300"/>
                <a:gd name="connsiteX10691" fmla="*/ 2087118 w 2419350"/>
                <a:gd name="connsiteY10691" fmla="*/ 650081 h 876300"/>
                <a:gd name="connsiteX10692" fmla="*/ 2087594 w 2419350"/>
                <a:gd name="connsiteY10692" fmla="*/ 650558 h 876300"/>
                <a:gd name="connsiteX10693" fmla="*/ 2088071 w 2419350"/>
                <a:gd name="connsiteY10693" fmla="*/ 651415 h 876300"/>
                <a:gd name="connsiteX10694" fmla="*/ 2060829 w 2419350"/>
                <a:gd name="connsiteY10694" fmla="*/ 625793 h 876300"/>
                <a:gd name="connsiteX10695" fmla="*/ 2060257 w 2419350"/>
                <a:gd name="connsiteY10695" fmla="*/ 628079 h 876300"/>
                <a:gd name="connsiteX10696" fmla="*/ 2060543 w 2419350"/>
                <a:gd name="connsiteY10696" fmla="*/ 630460 h 876300"/>
                <a:gd name="connsiteX10697" fmla="*/ 2061686 w 2419350"/>
                <a:gd name="connsiteY10697" fmla="*/ 632365 h 876300"/>
                <a:gd name="connsiteX10698" fmla="*/ 2063306 w 2419350"/>
                <a:gd name="connsiteY10698" fmla="*/ 631222 h 876300"/>
                <a:gd name="connsiteX10699" fmla="*/ 2064067 w 2419350"/>
                <a:gd name="connsiteY10699" fmla="*/ 631127 h 876300"/>
                <a:gd name="connsiteX10700" fmla="*/ 2064258 w 2419350"/>
                <a:gd name="connsiteY10700" fmla="*/ 631984 h 876300"/>
                <a:gd name="connsiteX10701" fmla="*/ 2063782 w 2419350"/>
                <a:gd name="connsiteY10701" fmla="*/ 632841 h 876300"/>
                <a:gd name="connsiteX10702" fmla="*/ 2063020 w 2419350"/>
                <a:gd name="connsiteY10702" fmla="*/ 633698 h 876300"/>
                <a:gd name="connsiteX10703" fmla="*/ 2062829 w 2419350"/>
                <a:gd name="connsiteY10703" fmla="*/ 634365 h 876300"/>
                <a:gd name="connsiteX10704" fmla="*/ 2063877 w 2419350"/>
                <a:gd name="connsiteY10704" fmla="*/ 634841 h 876300"/>
                <a:gd name="connsiteX10705" fmla="*/ 2064925 w 2419350"/>
                <a:gd name="connsiteY10705" fmla="*/ 634270 h 876300"/>
                <a:gd name="connsiteX10706" fmla="*/ 2065687 w 2419350"/>
                <a:gd name="connsiteY10706" fmla="*/ 634937 h 876300"/>
                <a:gd name="connsiteX10707" fmla="*/ 2066544 w 2419350"/>
                <a:gd name="connsiteY10707" fmla="*/ 636556 h 876300"/>
                <a:gd name="connsiteX10708" fmla="*/ 2068830 w 2419350"/>
                <a:gd name="connsiteY10708" fmla="*/ 638461 h 876300"/>
                <a:gd name="connsiteX10709" fmla="*/ 2069211 w 2419350"/>
                <a:gd name="connsiteY10709" fmla="*/ 638937 h 876300"/>
                <a:gd name="connsiteX10710" fmla="*/ 2069497 w 2419350"/>
                <a:gd name="connsiteY10710" fmla="*/ 638747 h 876300"/>
                <a:gd name="connsiteX10711" fmla="*/ 2070164 w 2419350"/>
                <a:gd name="connsiteY10711" fmla="*/ 639128 h 876300"/>
                <a:gd name="connsiteX10712" fmla="*/ 2071402 w 2419350"/>
                <a:gd name="connsiteY10712" fmla="*/ 640175 h 876300"/>
                <a:gd name="connsiteX10713" fmla="*/ 2071783 w 2419350"/>
                <a:gd name="connsiteY10713" fmla="*/ 640842 h 876300"/>
                <a:gd name="connsiteX10714" fmla="*/ 2071878 w 2419350"/>
                <a:gd name="connsiteY10714" fmla="*/ 641318 h 876300"/>
                <a:gd name="connsiteX10715" fmla="*/ 2072068 w 2419350"/>
                <a:gd name="connsiteY10715" fmla="*/ 641509 h 876300"/>
                <a:gd name="connsiteX10716" fmla="*/ 2072545 w 2419350"/>
                <a:gd name="connsiteY10716" fmla="*/ 641413 h 876300"/>
                <a:gd name="connsiteX10717" fmla="*/ 2073592 w 2419350"/>
                <a:gd name="connsiteY10717" fmla="*/ 640652 h 876300"/>
                <a:gd name="connsiteX10718" fmla="*/ 2074355 w 2419350"/>
                <a:gd name="connsiteY10718" fmla="*/ 639794 h 876300"/>
                <a:gd name="connsiteX10719" fmla="*/ 2075212 w 2419350"/>
                <a:gd name="connsiteY10719" fmla="*/ 639032 h 876300"/>
                <a:gd name="connsiteX10720" fmla="*/ 2076545 w 2419350"/>
                <a:gd name="connsiteY10720" fmla="*/ 638842 h 876300"/>
                <a:gd name="connsiteX10721" fmla="*/ 2076545 w 2419350"/>
                <a:gd name="connsiteY10721" fmla="*/ 638461 h 876300"/>
                <a:gd name="connsiteX10722" fmla="*/ 2075783 w 2419350"/>
                <a:gd name="connsiteY10722" fmla="*/ 638366 h 876300"/>
                <a:gd name="connsiteX10723" fmla="*/ 2075116 w 2419350"/>
                <a:gd name="connsiteY10723" fmla="*/ 637985 h 876300"/>
                <a:gd name="connsiteX10724" fmla="*/ 2074640 w 2419350"/>
                <a:gd name="connsiteY10724" fmla="*/ 637604 h 876300"/>
                <a:gd name="connsiteX10725" fmla="*/ 2074259 w 2419350"/>
                <a:gd name="connsiteY10725" fmla="*/ 637413 h 876300"/>
                <a:gd name="connsiteX10726" fmla="*/ 2073116 w 2419350"/>
                <a:gd name="connsiteY10726" fmla="*/ 637413 h 876300"/>
                <a:gd name="connsiteX10727" fmla="*/ 2072926 w 2419350"/>
                <a:gd name="connsiteY10727" fmla="*/ 637222 h 876300"/>
                <a:gd name="connsiteX10728" fmla="*/ 2073402 w 2419350"/>
                <a:gd name="connsiteY10728" fmla="*/ 636651 h 876300"/>
                <a:gd name="connsiteX10729" fmla="*/ 2072449 w 2419350"/>
                <a:gd name="connsiteY10729" fmla="*/ 636651 h 876300"/>
                <a:gd name="connsiteX10730" fmla="*/ 2071973 w 2419350"/>
                <a:gd name="connsiteY10730" fmla="*/ 636365 h 876300"/>
                <a:gd name="connsiteX10731" fmla="*/ 2070259 w 2419350"/>
                <a:gd name="connsiteY10731" fmla="*/ 633698 h 876300"/>
                <a:gd name="connsiteX10732" fmla="*/ 2069497 w 2419350"/>
                <a:gd name="connsiteY10732" fmla="*/ 633222 h 876300"/>
                <a:gd name="connsiteX10733" fmla="*/ 2068735 w 2419350"/>
                <a:gd name="connsiteY10733" fmla="*/ 633413 h 876300"/>
                <a:gd name="connsiteX10734" fmla="*/ 2067973 w 2419350"/>
                <a:gd name="connsiteY10734" fmla="*/ 632365 h 876300"/>
                <a:gd name="connsiteX10735" fmla="*/ 2067211 w 2419350"/>
                <a:gd name="connsiteY10735" fmla="*/ 631603 h 876300"/>
                <a:gd name="connsiteX10736" fmla="*/ 2066734 w 2419350"/>
                <a:gd name="connsiteY10736" fmla="*/ 630841 h 876300"/>
                <a:gd name="connsiteX10737" fmla="*/ 2066925 w 2419350"/>
                <a:gd name="connsiteY10737" fmla="*/ 629793 h 876300"/>
                <a:gd name="connsiteX10738" fmla="*/ 2067401 w 2419350"/>
                <a:gd name="connsiteY10738" fmla="*/ 629031 h 876300"/>
                <a:gd name="connsiteX10739" fmla="*/ 2068449 w 2419350"/>
                <a:gd name="connsiteY10739" fmla="*/ 628079 h 876300"/>
                <a:gd name="connsiteX10740" fmla="*/ 2068735 w 2419350"/>
                <a:gd name="connsiteY10740" fmla="*/ 627221 h 876300"/>
                <a:gd name="connsiteX10741" fmla="*/ 2067687 w 2419350"/>
                <a:gd name="connsiteY10741" fmla="*/ 627697 h 876300"/>
                <a:gd name="connsiteX10742" fmla="*/ 2067401 w 2419350"/>
                <a:gd name="connsiteY10742" fmla="*/ 627983 h 876300"/>
                <a:gd name="connsiteX10743" fmla="*/ 2067211 w 2419350"/>
                <a:gd name="connsiteY10743" fmla="*/ 627888 h 876300"/>
                <a:gd name="connsiteX10744" fmla="*/ 2066925 w 2419350"/>
                <a:gd name="connsiteY10744" fmla="*/ 627317 h 876300"/>
                <a:gd name="connsiteX10745" fmla="*/ 2066449 w 2419350"/>
                <a:gd name="connsiteY10745" fmla="*/ 625507 h 876300"/>
                <a:gd name="connsiteX10746" fmla="*/ 2066068 w 2419350"/>
                <a:gd name="connsiteY10746" fmla="*/ 625221 h 876300"/>
                <a:gd name="connsiteX10747" fmla="*/ 2065496 w 2419350"/>
                <a:gd name="connsiteY10747" fmla="*/ 625316 h 876300"/>
                <a:gd name="connsiteX10748" fmla="*/ 2063115 w 2419350"/>
                <a:gd name="connsiteY10748" fmla="*/ 626269 h 876300"/>
                <a:gd name="connsiteX10749" fmla="*/ 2062829 w 2419350"/>
                <a:gd name="connsiteY10749" fmla="*/ 626459 h 876300"/>
                <a:gd name="connsiteX10750" fmla="*/ 2062829 w 2419350"/>
                <a:gd name="connsiteY10750" fmla="*/ 624269 h 876300"/>
                <a:gd name="connsiteX10751" fmla="*/ 2060829 w 2419350"/>
                <a:gd name="connsiteY10751" fmla="*/ 625793 h 876300"/>
                <a:gd name="connsiteX10752" fmla="*/ 1587341 w 2419350"/>
                <a:gd name="connsiteY10752" fmla="*/ 783717 h 876300"/>
                <a:gd name="connsiteX10753" fmla="*/ 1586389 w 2419350"/>
                <a:gd name="connsiteY10753" fmla="*/ 783050 h 876300"/>
                <a:gd name="connsiteX10754" fmla="*/ 1585436 w 2419350"/>
                <a:gd name="connsiteY10754" fmla="*/ 782479 h 876300"/>
                <a:gd name="connsiteX10755" fmla="*/ 1585055 w 2419350"/>
                <a:gd name="connsiteY10755" fmla="*/ 782098 h 876300"/>
                <a:gd name="connsiteX10756" fmla="*/ 1584865 w 2419350"/>
                <a:gd name="connsiteY10756" fmla="*/ 781812 h 876300"/>
                <a:gd name="connsiteX10757" fmla="*/ 1584579 w 2419350"/>
                <a:gd name="connsiteY10757" fmla="*/ 781717 h 876300"/>
                <a:gd name="connsiteX10758" fmla="*/ 1584007 w 2419350"/>
                <a:gd name="connsiteY10758" fmla="*/ 782003 h 876300"/>
                <a:gd name="connsiteX10759" fmla="*/ 1583817 w 2419350"/>
                <a:gd name="connsiteY10759" fmla="*/ 782288 h 876300"/>
                <a:gd name="connsiteX10760" fmla="*/ 1583626 w 2419350"/>
                <a:gd name="connsiteY10760" fmla="*/ 783336 h 876300"/>
                <a:gd name="connsiteX10761" fmla="*/ 1583436 w 2419350"/>
                <a:gd name="connsiteY10761" fmla="*/ 783717 h 876300"/>
                <a:gd name="connsiteX10762" fmla="*/ 1582769 w 2419350"/>
                <a:gd name="connsiteY10762" fmla="*/ 784384 h 876300"/>
                <a:gd name="connsiteX10763" fmla="*/ 1580293 w 2419350"/>
                <a:gd name="connsiteY10763" fmla="*/ 785431 h 876300"/>
                <a:gd name="connsiteX10764" fmla="*/ 1578959 w 2419350"/>
                <a:gd name="connsiteY10764" fmla="*/ 786289 h 876300"/>
                <a:gd name="connsiteX10765" fmla="*/ 1578292 w 2419350"/>
                <a:gd name="connsiteY10765" fmla="*/ 786575 h 876300"/>
                <a:gd name="connsiteX10766" fmla="*/ 1577340 w 2419350"/>
                <a:gd name="connsiteY10766" fmla="*/ 786670 h 876300"/>
                <a:gd name="connsiteX10767" fmla="*/ 1576578 w 2419350"/>
                <a:gd name="connsiteY10767" fmla="*/ 786479 h 876300"/>
                <a:gd name="connsiteX10768" fmla="*/ 1576006 w 2419350"/>
                <a:gd name="connsiteY10768" fmla="*/ 786003 h 876300"/>
                <a:gd name="connsiteX10769" fmla="*/ 1575530 w 2419350"/>
                <a:gd name="connsiteY10769" fmla="*/ 785336 h 876300"/>
                <a:gd name="connsiteX10770" fmla="*/ 1575245 w 2419350"/>
                <a:gd name="connsiteY10770" fmla="*/ 784574 h 876300"/>
                <a:gd name="connsiteX10771" fmla="*/ 1575340 w 2419350"/>
                <a:gd name="connsiteY10771" fmla="*/ 783622 h 876300"/>
                <a:gd name="connsiteX10772" fmla="*/ 1576006 w 2419350"/>
                <a:gd name="connsiteY10772" fmla="*/ 781812 h 876300"/>
                <a:gd name="connsiteX10773" fmla="*/ 1575816 w 2419350"/>
                <a:gd name="connsiteY10773" fmla="*/ 780479 h 876300"/>
                <a:gd name="connsiteX10774" fmla="*/ 1575816 w 2419350"/>
                <a:gd name="connsiteY10774" fmla="*/ 780479 h 876300"/>
                <a:gd name="connsiteX10775" fmla="*/ 1574673 w 2419350"/>
                <a:gd name="connsiteY10775" fmla="*/ 781145 h 876300"/>
                <a:gd name="connsiteX10776" fmla="*/ 1573244 w 2419350"/>
                <a:gd name="connsiteY10776" fmla="*/ 782193 h 876300"/>
                <a:gd name="connsiteX10777" fmla="*/ 1571720 w 2419350"/>
                <a:gd name="connsiteY10777" fmla="*/ 782574 h 876300"/>
                <a:gd name="connsiteX10778" fmla="*/ 1570958 w 2419350"/>
                <a:gd name="connsiteY10778" fmla="*/ 782955 h 876300"/>
                <a:gd name="connsiteX10779" fmla="*/ 1569053 w 2419350"/>
                <a:gd name="connsiteY10779" fmla="*/ 783527 h 876300"/>
                <a:gd name="connsiteX10780" fmla="*/ 1567910 w 2419350"/>
                <a:gd name="connsiteY10780" fmla="*/ 784765 h 876300"/>
                <a:gd name="connsiteX10781" fmla="*/ 1567434 w 2419350"/>
                <a:gd name="connsiteY10781" fmla="*/ 785051 h 876300"/>
                <a:gd name="connsiteX10782" fmla="*/ 1563910 w 2419350"/>
                <a:gd name="connsiteY10782" fmla="*/ 786098 h 876300"/>
                <a:gd name="connsiteX10783" fmla="*/ 1563719 w 2419350"/>
                <a:gd name="connsiteY10783" fmla="*/ 786194 h 876300"/>
                <a:gd name="connsiteX10784" fmla="*/ 1563529 w 2419350"/>
                <a:gd name="connsiteY10784" fmla="*/ 786479 h 876300"/>
                <a:gd name="connsiteX10785" fmla="*/ 1562957 w 2419350"/>
                <a:gd name="connsiteY10785" fmla="*/ 787813 h 876300"/>
                <a:gd name="connsiteX10786" fmla="*/ 1562862 w 2419350"/>
                <a:gd name="connsiteY10786" fmla="*/ 788289 h 876300"/>
                <a:gd name="connsiteX10787" fmla="*/ 1562672 w 2419350"/>
                <a:gd name="connsiteY10787" fmla="*/ 788575 h 876300"/>
                <a:gd name="connsiteX10788" fmla="*/ 1559338 w 2419350"/>
                <a:gd name="connsiteY10788" fmla="*/ 790861 h 876300"/>
                <a:gd name="connsiteX10789" fmla="*/ 1557147 w 2419350"/>
                <a:gd name="connsiteY10789" fmla="*/ 791623 h 876300"/>
                <a:gd name="connsiteX10790" fmla="*/ 1554766 w 2419350"/>
                <a:gd name="connsiteY10790" fmla="*/ 792004 h 876300"/>
                <a:gd name="connsiteX10791" fmla="*/ 1552004 w 2419350"/>
                <a:gd name="connsiteY10791" fmla="*/ 792099 h 876300"/>
                <a:gd name="connsiteX10792" fmla="*/ 1551241 w 2419350"/>
                <a:gd name="connsiteY10792" fmla="*/ 792099 h 876300"/>
                <a:gd name="connsiteX10793" fmla="*/ 1551337 w 2419350"/>
                <a:gd name="connsiteY10793" fmla="*/ 793147 h 876300"/>
                <a:gd name="connsiteX10794" fmla="*/ 1550575 w 2419350"/>
                <a:gd name="connsiteY10794" fmla="*/ 796100 h 876300"/>
                <a:gd name="connsiteX10795" fmla="*/ 1550289 w 2419350"/>
                <a:gd name="connsiteY10795" fmla="*/ 797909 h 876300"/>
                <a:gd name="connsiteX10796" fmla="*/ 1550098 w 2419350"/>
                <a:gd name="connsiteY10796" fmla="*/ 798386 h 876300"/>
                <a:gd name="connsiteX10797" fmla="*/ 1549908 w 2419350"/>
                <a:gd name="connsiteY10797" fmla="*/ 798576 h 876300"/>
                <a:gd name="connsiteX10798" fmla="*/ 1549717 w 2419350"/>
                <a:gd name="connsiteY10798" fmla="*/ 798767 h 876300"/>
                <a:gd name="connsiteX10799" fmla="*/ 1548670 w 2419350"/>
                <a:gd name="connsiteY10799" fmla="*/ 800100 h 876300"/>
                <a:gd name="connsiteX10800" fmla="*/ 1547146 w 2419350"/>
                <a:gd name="connsiteY10800" fmla="*/ 801434 h 876300"/>
                <a:gd name="connsiteX10801" fmla="*/ 1546670 w 2419350"/>
                <a:gd name="connsiteY10801" fmla="*/ 801719 h 876300"/>
                <a:gd name="connsiteX10802" fmla="*/ 1546479 w 2419350"/>
                <a:gd name="connsiteY10802" fmla="*/ 801719 h 876300"/>
                <a:gd name="connsiteX10803" fmla="*/ 1546289 w 2419350"/>
                <a:gd name="connsiteY10803" fmla="*/ 801814 h 876300"/>
                <a:gd name="connsiteX10804" fmla="*/ 1545907 w 2419350"/>
                <a:gd name="connsiteY10804" fmla="*/ 802386 h 876300"/>
                <a:gd name="connsiteX10805" fmla="*/ 1545812 w 2419350"/>
                <a:gd name="connsiteY10805" fmla="*/ 804005 h 876300"/>
                <a:gd name="connsiteX10806" fmla="*/ 1545622 w 2419350"/>
                <a:gd name="connsiteY10806" fmla="*/ 804386 h 876300"/>
                <a:gd name="connsiteX10807" fmla="*/ 1545146 w 2419350"/>
                <a:gd name="connsiteY10807" fmla="*/ 805148 h 876300"/>
                <a:gd name="connsiteX10808" fmla="*/ 1544955 w 2419350"/>
                <a:gd name="connsiteY10808" fmla="*/ 805529 h 876300"/>
                <a:gd name="connsiteX10809" fmla="*/ 1544955 w 2419350"/>
                <a:gd name="connsiteY10809" fmla="*/ 805910 h 876300"/>
                <a:gd name="connsiteX10810" fmla="*/ 1545241 w 2419350"/>
                <a:gd name="connsiteY10810" fmla="*/ 806863 h 876300"/>
                <a:gd name="connsiteX10811" fmla="*/ 1545146 w 2419350"/>
                <a:gd name="connsiteY10811" fmla="*/ 807339 h 876300"/>
                <a:gd name="connsiteX10812" fmla="*/ 1544669 w 2419350"/>
                <a:gd name="connsiteY10812" fmla="*/ 808101 h 876300"/>
                <a:gd name="connsiteX10813" fmla="*/ 1544003 w 2419350"/>
                <a:gd name="connsiteY10813" fmla="*/ 808577 h 876300"/>
                <a:gd name="connsiteX10814" fmla="*/ 1543145 w 2419350"/>
                <a:gd name="connsiteY10814" fmla="*/ 808768 h 876300"/>
                <a:gd name="connsiteX10815" fmla="*/ 1542098 w 2419350"/>
                <a:gd name="connsiteY10815" fmla="*/ 808863 h 876300"/>
                <a:gd name="connsiteX10816" fmla="*/ 1541431 w 2419350"/>
                <a:gd name="connsiteY10816" fmla="*/ 809054 h 876300"/>
                <a:gd name="connsiteX10817" fmla="*/ 1541240 w 2419350"/>
                <a:gd name="connsiteY10817" fmla="*/ 809244 h 876300"/>
                <a:gd name="connsiteX10818" fmla="*/ 1541240 w 2419350"/>
                <a:gd name="connsiteY10818" fmla="*/ 809149 h 876300"/>
                <a:gd name="connsiteX10819" fmla="*/ 1541050 w 2419350"/>
                <a:gd name="connsiteY10819" fmla="*/ 808482 h 876300"/>
                <a:gd name="connsiteX10820" fmla="*/ 1541050 w 2419350"/>
                <a:gd name="connsiteY10820" fmla="*/ 808196 h 876300"/>
                <a:gd name="connsiteX10821" fmla="*/ 1541240 w 2419350"/>
                <a:gd name="connsiteY10821" fmla="*/ 807244 h 876300"/>
                <a:gd name="connsiteX10822" fmla="*/ 1541240 w 2419350"/>
                <a:gd name="connsiteY10822" fmla="*/ 806863 h 876300"/>
                <a:gd name="connsiteX10823" fmla="*/ 1541050 w 2419350"/>
                <a:gd name="connsiteY10823" fmla="*/ 806005 h 876300"/>
                <a:gd name="connsiteX10824" fmla="*/ 1540669 w 2419350"/>
                <a:gd name="connsiteY10824" fmla="*/ 805053 h 876300"/>
                <a:gd name="connsiteX10825" fmla="*/ 1540192 w 2419350"/>
                <a:gd name="connsiteY10825" fmla="*/ 804196 h 876300"/>
                <a:gd name="connsiteX10826" fmla="*/ 1539621 w 2419350"/>
                <a:gd name="connsiteY10826" fmla="*/ 803434 h 876300"/>
                <a:gd name="connsiteX10827" fmla="*/ 1538859 w 2419350"/>
                <a:gd name="connsiteY10827" fmla="*/ 802767 h 876300"/>
                <a:gd name="connsiteX10828" fmla="*/ 1538192 w 2419350"/>
                <a:gd name="connsiteY10828" fmla="*/ 802481 h 876300"/>
                <a:gd name="connsiteX10829" fmla="*/ 1537430 w 2419350"/>
                <a:gd name="connsiteY10829" fmla="*/ 802481 h 876300"/>
                <a:gd name="connsiteX10830" fmla="*/ 1536573 w 2419350"/>
                <a:gd name="connsiteY10830" fmla="*/ 802862 h 876300"/>
                <a:gd name="connsiteX10831" fmla="*/ 1535906 w 2419350"/>
                <a:gd name="connsiteY10831" fmla="*/ 803434 h 876300"/>
                <a:gd name="connsiteX10832" fmla="*/ 1534858 w 2419350"/>
                <a:gd name="connsiteY10832" fmla="*/ 804863 h 876300"/>
                <a:gd name="connsiteX10833" fmla="*/ 1534192 w 2419350"/>
                <a:gd name="connsiteY10833" fmla="*/ 805244 h 876300"/>
                <a:gd name="connsiteX10834" fmla="*/ 1532573 w 2419350"/>
                <a:gd name="connsiteY10834" fmla="*/ 804958 h 876300"/>
                <a:gd name="connsiteX10835" fmla="*/ 1531144 w 2419350"/>
                <a:gd name="connsiteY10835" fmla="*/ 803720 h 876300"/>
                <a:gd name="connsiteX10836" fmla="*/ 1529429 w 2419350"/>
                <a:gd name="connsiteY10836" fmla="*/ 800767 h 876300"/>
                <a:gd name="connsiteX10837" fmla="*/ 1528381 w 2419350"/>
                <a:gd name="connsiteY10837" fmla="*/ 800862 h 876300"/>
                <a:gd name="connsiteX10838" fmla="*/ 1527429 w 2419350"/>
                <a:gd name="connsiteY10838" fmla="*/ 801053 h 876300"/>
                <a:gd name="connsiteX10839" fmla="*/ 1526762 w 2419350"/>
                <a:gd name="connsiteY10839" fmla="*/ 801624 h 876300"/>
                <a:gd name="connsiteX10840" fmla="*/ 1525619 w 2419350"/>
                <a:gd name="connsiteY10840" fmla="*/ 803053 h 876300"/>
                <a:gd name="connsiteX10841" fmla="*/ 1523238 w 2419350"/>
                <a:gd name="connsiteY10841" fmla="*/ 805244 h 876300"/>
                <a:gd name="connsiteX10842" fmla="*/ 1522952 w 2419350"/>
                <a:gd name="connsiteY10842" fmla="*/ 805625 h 876300"/>
                <a:gd name="connsiteX10843" fmla="*/ 1522381 w 2419350"/>
                <a:gd name="connsiteY10843" fmla="*/ 806005 h 876300"/>
                <a:gd name="connsiteX10844" fmla="*/ 1520666 w 2419350"/>
                <a:gd name="connsiteY10844" fmla="*/ 808482 h 876300"/>
                <a:gd name="connsiteX10845" fmla="*/ 1520476 w 2419350"/>
                <a:gd name="connsiteY10845" fmla="*/ 808577 h 876300"/>
                <a:gd name="connsiteX10846" fmla="*/ 1519809 w 2419350"/>
                <a:gd name="connsiteY10846" fmla="*/ 808482 h 876300"/>
                <a:gd name="connsiteX10847" fmla="*/ 1519523 w 2419350"/>
                <a:gd name="connsiteY10847" fmla="*/ 808482 h 876300"/>
                <a:gd name="connsiteX10848" fmla="*/ 1519238 w 2419350"/>
                <a:gd name="connsiteY10848" fmla="*/ 808768 h 876300"/>
                <a:gd name="connsiteX10849" fmla="*/ 1518761 w 2419350"/>
                <a:gd name="connsiteY10849" fmla="*/ 809435 h 876300"/>
                <a:gd name="connsiteX10850" fmla="*/ 1518475 w 2419350"/>
                <a:gd name="connsiteY10850" fmla="*/ 809625 h 876300"/>
                <a:gd name="connsiteX10851" fmla="*/ 1517809 w 2419350"/>
                <a:gd name="connsiteY10851" fmla="*/ 809816 h 876300"/>
                <a:gd name="connsiteX10852" fmla="*/ 1517428 w 2419350"/>
                <a:gd name="connsiteY10852" fmla="*/ 809911 h 876300"/>
                <a:gd name="connsiteX10853" fmla="*/ 1517047 w 2419350"/>
                <a:gd name="connsiteY10853" fmla="*/ 810006 h 876300"/>
                <a:gd name="connsiteX10854" fmla="*/ 1516571 w 2419350"/>
                <a:gd name="connsiteY10854" fmla="*/ 810482 h 876300"/>
                <a:gd name="connsiteX10855" fmla="*/ 1515142 w 2419350"/>
                <a:gd name="connsiteY10855" fmla="*/ 812673 h 876300"/>
                <a:gd name="connsiteX10856" fmla="*/ 1514665 w 2419350"/>
                <a:gd name="connsiteY10856" fmla="*/ 813054 h 876300"/>
                <a:gd name="connsiteX10857" fmla="*/ 1512761 w 2419350"/>
                <a:gd name="connsiteY10857" fmla="*/ 814006 h 876300"/>
                <a:gd name="connsiteX10858" fmla="*/ 1511522 w 2419350"/>
                <a:gd name="connsiteY10858" fmla="*/ 815054 h 876300"/>
                <a:gd name="connsiteX10859" fmla="*/ 1510856 w 2419350"/>
                <a:gd name="connsiteY10859" fmla="*/ 816007 h 876300"/>
                <a:gd name="connsiteX10860" fmla="*/ 1510570 w 2419350"/>
                <a:gd name="connsiteY10860" fmla="*/ 817055 h 876300"/>
                <a:gd name="connsiteX10861" fmla="*/ 1510474 w 2419350"/>
                <a:gd name="connsiteY10861" fmla="*/ 821817 h 876300"/>
                <a:gd name="connsiteX10862" fmla="*/ 1510189 w 2419350"/>
                <a:gd name="connsiteY10862" fmla="*/ 822960 h 876300"/>
                <a:gd name="connsiteX10863" fmla="*/ 1509903 w 2419350"/>
                <a:gd name="connsiteY10863" fmla="*/ 823246 h 876300"/>
                <a:gd name="connsiteX10864" fmla="*/ 1509522 w 2419350"/>
                <a:gd name="connsiteY10864" fmla="*/ 823436 h 876300"/>
                <a:gd name="connsiteX10865" fmla="*/ 1509236 w 2419350"/>
                <a:gd name="connsiteY10865" fmla="*/ 823722 h 876300"/>
                <a:gd name="connsiteX10866" fmla="*/ 1509046 w 2419350"/>
                <a:gd name="connsiteY10866" fmla="*/ 824103 h 876300"/>
                <a:gd name="connsiteX10867" fmla="*/ 1509141 w 2419350"/>
                <a:gd name="connsiteY10867" fmla="*/ 824865 h 876300"/>
                <a:gd name="connsiteX10868" fmla="*/ 1509903 w 2419350"/>
                <a:gd name="connsiteY10868" fmla="*/ 825913 h 876300"/>
                <a:gd name="connsiteX10869" fmla="*/ 1510093 w 2419350"/>
                <a:gd name="connsiteY10869" fmla="*/ 826484 h 876300"/>
                <a:gd name="connsiteX10870" fmla="*/ 1510093 w 2419350"/>
                <a:gd name="connsiteY10870" fmla="*/ 827722 h 876300"/>
                <a:gd name="connsiteX10871" fmla="*/ 1509903 w 2419350"/>
                <a:gd name="connsiteY10871" fmla="*/ 828770 h 876300"/>
                <a:gd name="connsiteX10872" fmla="*/ 1509331 w 2419350"/>
                <a:gd name="connsiteY10872" fmla="*/ 829723 h 876300"/>
                <a:gd name="connsiteX10873" fmla="*/ 1508189 w 2419350"/>
                <a:gd name="connsiteY10873" fmla="*/ 830580 h 876300"/>
                <a:gd name="connsiteX10874" fmla="*/ 1506283 w 2419350"/>
                <a:gd name="connsiteY10874" fmla="*/ 831818 h 876300"/>
                <a:gd name="connsiteX10875" fmla="*/ 1505807 w 2419350"/>
                <a:gd name="connsiteY10875" fmla="*/ 832580 h 876300"/>
                <a:gd name="connsiteX10876" fmla="*/ 1505426 w 2419350"/>
                <a:gd name="connsiteY10876" fmla="*/ 836295 h 876300"/>
                <a:gd name="connsiteX10877" fmla="*/ 1505522 w 2419350"/>
                <a:gd name="connsiteY10877" fmla="*/ 837343 h 876300"/>
                <a:gd name="connsiteX10878" fmla="*/ 1506093 w 2419350"/>
                <a:gd name="connsiteY10878" fmla="*/ 838200 h 876300"/>
                <a:gd name="connsiteX10879" fmla="*/ 1507046 w 2419350"/>
                <a:gd name="connsiteY10879" fmla="*/ 838391 h 876300"/>
                <a:gd name="connsiteX10880" fmla="*/ 1508760 w 2419350"/>
                <a:gd name="connsiteY10880" fmla="*/ 837057 h 876300"/>
                <a:gd name="connsiteX10881" fmla="*/ 1509903 w 2419350"/>
                <a:gd name="connsiteY10881" fmla="*/ 836676 h 876300"/>
                <a:gd name="connsiteX10882" fmla="*/ 1511141 w 2419350"/>
                <a:gd name="connsiteY10882" fmla="*/ 836771 h 876300"/>
                <a:gd name="connsiteX10883" fmla="*/ 1512284 w 2419350"/>
                <a:gd name="connsiteY10883" fmla="*/ 837057 h 876300"/>
                <a:gd name="connsiteX10884" fmla="*/ 1513332 w 2419350"/>
                <a:gd name="connsiteY10884" fmla="*/ 837533 h 876300"/>
                <a:gd name="connsiteX10885" fmla="*/ 1514380 w 2419350"/>
                <a:gd name="connsiteY10885" fmla="*/ 838105 h 876300"/>
                <a:gd name="connsiteX10886" fmla="*/ 1515332 w 2419350"/>
                <a:gd name="connsiteY10886" fmla="*/ 839438 h 876300"/>
                <a:gd name="connsiteX10887" fmla="*/ 1514475 w 2419350"/>
                <a:gd name="connsiteY10887" fmla="*/ 840677 h 876300"/>
                <a:gd name="connsiteX10888" fmla="*/ 1510093 w 2419350"/>
                <a:gd name="connsiteY10888" fmla="*/ 843058 h 876300"/>
                <a:gd name="connsiteX10889" fmla="*/ 1509617 w 2419350"/>
                <a:gd name="connsiteY10889" fmla="*/ 843248 h 876300"/>
                <a:gd name="connsiteX10890" fmla="*/ 1507712 w 2419350"/>
                <a:gd name="connsiteY10890" fmla="*/ 843629 h 876300"/>
                <a:gd name="connsiteX10891" fmla="*/ 1507331 w 2419350"/>
                <a:gd name="connsiteY10891" fmla="*/ 843820 h 876300"/>
                <a:gd name="connsiteX10892" fmla="*/ 1506569 w 2419350"/>
                <a:gd name="connsiteY10892" fmla="*/ 844391 h 876300"/>
                <a:gd name="connsiteX10893" fmla="*/ 1503902 w 2419350"/>
                <a:gd name="connsiteY10893" fmla="*/ 845439 h 876300"/>
                <a:gd name="connsiteX10894" fmla="*/ 1502283 w 2419350"/>
                <a:gd name="connsiteY10894" fmla="*/ 846868 h 876300"/>
                <a:gd name="connsiteX10895" fmla="*/ 1501426 w 2419350"/>
                <a:gd name="connsiteY10895" fmla="*/ 847820 h 876300"/>
                <a:gd name="connsiteX10896" fmla="*/ 1501045 w 2419350"/>
                <a:gd name="connsiteY10896" fmla="*/ 848582 h 876300"/>
                <a:gd name="connsiteX10897" fmla="*/ 1501140 w 2419350"/>
                <a:gd name="connsiteY10897" fmla="*/ 850583 h 876300"/>
                <a:gd name="connsiteX10898" fmla="*/ 1501045 w 2419350"/>
                <a:gd name="connsiteY10898" fmla="*/ 851630 h 876300"/>
                <a:gd name="connsiteX10899" fmla="*/ 1500664 w 2419350"/>
                <a:gd name="connsiteY10899" fmla="*/ 852773 h 876300"/>
                <a:gd name="connsiteX10900" fmla="*/ 1499997 w 2419350"/>
                <a:gd name="connsiteY10900" fmla="*/ 853916 h 876300"/>
                <a:gd name="connsiteX10901" fmla="*/ 1499806 w 2419350"/>
                <a:gd name="connsiteY10901" fmla="*/ 854488 h 876300"/>
                <a:gd name="connsiteX10902" fmla="*/ 1499997 w 2419350"/>
                <a:gd name="connsiteY10902" fmla="*/ 854964 h 876300"/>
                <a:gd name="connsiteX10903" fmla="*/ 1500473 w 2419350"/>
                <a:gd name="connsiteY10903" fmla="*/ 855059 h 876300"/>
                <a:gd name="connsiteX10904" fmla="*/ 1501045 w 2419350"/>
                <a:gd name="connsiteY10904" fmla="*/ 854774 h 876300"/>
                <a:gd name="connsiteX10905" fmla="*/ 1501521 w 2419350"/>
                <a:gd name="connsiteY10905" fmla="*/ 854393 h 876300"/>
                <a:gd name="connsiteX10906" fmla="*/ 1502188 w 2419350"/>
                <a:gd name="connsiteY10906" fmla="*/ 853440 h 876300"/>
                <a:gd name="connsiteX10907" fmla="*/ 1503331 w 2419350"/>
                <a:gd name="connsiteY10907" fmla="*/ 853250 h 876300"/>
                <a:gd name="connsiteX10908" fmla="*/ 1504569 w 2419350"/>
                <a:gd name="connsiteY10908" fmla="*/ 853345 h 876300"/>
                <a:gd name="connsiteX10909" fmla="*/ 1505331 w 2419350"/>
                <a:gd name="connsiteY10909" fmla="*/ 853535 h 876300"/>
                <a:gd name="connsiteX10910" fmla="*/ 1506760 w 2419350"/>
                <a:gd name="connsiteY10910" fmla="*/ 854774 h 876300"/>
                <a:gd name="connsiteX10911" fmla="*/ 1507522 w 2419350"/>
                <a:gd name="connsiteY10911" fmla="*/ 855059 h 876300"/>
                <a:gd name="connsiteX10912" fmla="*/ 1508665 w 2419350"/>
                <a:gd name="connsiteY10912" fmla="*/ 854488 h 876300"/>
                <a:gd name="connsiteX10913" fmla="*/ 1509713 w 2419350"/>
                <a:gd name="connsiteY10913" fmla="*/ 854202 h 876300"/>
                <a:gd name="connsiteX10914" fmla="*/ 1510760 w 2419350"/>
                <a:gd name="connsiteY10914" fmla="*/ 854583 h 876300"/>
                <a:gd name="connsiteX10915" fmla="*/ 1511808 w 2419350"/>
                <a:gd name="connsiteY10915" fmla="*/ 855155 h 876300"/>
                <a:gd name="connsiteX10916" fmla="*/ 1512856 w 2419350"/>
                <a:gd name="connsiteY10916" fmla="*/ 855440 h 876300"/>
                <a:gd name="connsiteX10917" fmla="*/ 1514856 w 2419350"/>
                <a:gd name="connsiteY10917" fmla="*/ 854869 h 876300"/>
                <a:gd name="connsiteX10918" fmla="*/ 1515999 w 2419350"/>
                <a:gd name="connsiteY10918" fmla="*/ 854774 h 876300"/>
                <a:gd name="connsiteX10919" fmla="*/ 1516475 w 2419350"/>
                <a:gd name="connsiteY10919" fmla="*/ 855345 h 876300"/>
                <a:gd name="connsiteX10920" fmla="*/ 1517142 w 2419350"/>
                <a:gd name="connsiteY10920" fmla="*/ 855726 h 876300"/>
                <a:gd name="connsiteX10921" fmla="*/ 1518571 w 2419350"/>
                <a:gd name="connsiteY10921" fmla="*/ 855155 h 876300"/>
                <a:gd name="connsiteX10922" fmla="*/ 1524190 w 2419350"/>
                <a:gd name="connsiteY10922" fmla="*/ 851440 h 876300"/>
                <a:gd name="connsiteX10923" fmla="*/ 1528763 w 2419350"/>
                <a:gd name="connsiteY10923" fmla="*/ 850678 h 876300"/>
                <a:gd name="connsiteX10924" fmla="*/ 1529524 w 2419350"/>
                <a:gd name="connsiteY10924" fmla="*/ 850392 h 876300"/>
                <a:gd name="connsiteX10925" fmla="*/ 1530001 w 2419350"/>
                <a:gd name="connsiteY10925" fmla="*/ 849725 h 876300"/>
                <a:gd name="connsiteX10926" fmla="*/ 1530287 w 2419350"/>
                <a:gd name="connsiteY10926" fmla="*/ 848963 h 876300"/>
                <a:gd name="connsiteX10927" fmla="*/ 1530763 w 2419350"/>
                <a:gd name="connsiteY10927" fmla="*/ 848392 h 876300"/>
                <a:gd name="connsiteX10928" fmla="*/ 1531811 w 2419350"/>
                <a:gd name="connsiteY10928" fmla="*/ 848201 h 876300"/>
                <a:gd name="connsiteX10929" fmla="*/ 1532287 w 2419350"/>
                <a:gd name="connsiteY10929" fmla="*/ 847725 h 876300"/>
                <a:gd name="connsiteX10930" fmla="*/ 1533334 w 2419350"/>
                <a:gd name="connsiteY10930" fmla="*/ 845534 h 876300"/>
                <a:gd name="connsiteX10931" fmla="*/ 1534097 w 2419350"/>
                <a:gd name="connsiteY10931" fmla="*/ 844868 h 876300"/>
                <a:gd name="connsiteX10932" fmla="*/ 1534668 w 2419350"/>
                <a:gd name="connsiteY10932" fmla="*/ 844868 h 876300"/>
                <a:gd name="connsiteX10933" fmla="*/ 1535716 w 2419350"/>
                <a:gd name="connsiteY10933" fmla="*/ 845249 h 876300"/>
                <a:gd name="connsiteX10934" fmla="*/ 1536287 w 2419350"/>
                <a:gd name="connsiteY10934" fmla="*/ 845344 h 876300"/>
                <a:gd name="connsiteX10935" fmla="*/ 1538002 w 2419350"/>
                <a:gd name="connsiteY10935" fmla="*/ 844963 h 876300"/>
                <a:gd name="connsiteX10936" fmla="*/ 1542002 w 2419350"/>
                <a:gd name="connsiteY10936" fmla="*/ 844582 h 876300"/>
                <a:gd name="connsiteX10937" fmla="*/ 1547717 w 2419350"/>
                <a:gd name="connsiteY10937" fmla="*/ 844772 h 876300"/>
                <a:gd name="connsiteX10938" fmla="*/ 1549717 w 2419350"/>
                <a:gd name="connsiteY10938" fmla="*/ 844391 h 876300"/>
                <a:gd name="connsiteX10939" fmla="*/ 1551527 w 2419350"/>
                <a:gd name="connsiteY10939" fmla="*/ 843439 h 876300"/>
                <a:gd name="connsiteX10940" fmla="*/ 1554004 w 2419350"/>
                <a:gd name="connsiteY10940" fmla="*/ 841629 h 876300"/>
                <a:gd name="connsiteX10941" fmla="*/ 1554575 w 2419350"/>
                <a:gd name="connsiteY10941" fmla="*/ 840772 h 876300"/>
                <a:gd name="connsiteX10942" fmla="*/ 1555337 w 2419350"/>
                <a:gd name="connsiteY10942" fmla="*/ 840105 h 876300"/>
                <a:gd name="connsiteX10943" fmla="*/ 1556195 w 2419350"/>
                <a:gd name="connsiteY10943" fmla="*/ 837629 h 876300"/>
                <a:gd name="connsiteX10944" fmla="*/ 1557242 w 2419350"/>
                <a:gd name="connsiteY10944" fmla="*/ 836486 h 876300"/>
                <a:gd name="connsiteX10945" fmla="*/ 1559719 w 2419350"/>
                <a:gd name="connsiteY10945" fmla="*/ 834962 h 876300"/>
                <a:gd name="connsiteX10946" fmla="*/ 1561433 w 2419350"/>
                <a:gd name="connsiteY10946" fmla="*/ 833342 h 876300"/>
                <a:gd name="connsiteX10947" fmla="*/ 1563433 w 2419350"/>
                <a:gd name="connsiteY10947" fmla="*/ 831913 h 876300"/>
                <a:gd name="connsiteX10948" fmla="*/ 1566386 w 2419350"/>
                <a:gd name="connsiteY10948" fmla="*/ 830294 h 876300"/>
                <a:gd name="connsiteX10949" fmla="*/ 1567053 w 2419350"/>
                <a:gd name="connsiteY10949" fmla="*/ 829628 h 876300"/>
                <a:gd name="connsiteX10950" fmla="*/ 1567624 w 2419350"/>
                <a:gd name="connsiteY10950" fmla="*/ 827722 h 876300"/>
                <a:gd name="connsiteX10951" fmla="*/ 1572292 w 2419350"/>
                <a:gd name="connsiteY10951" fmla="*/ 822293 h 876300"/>
                <a:gd name="connsiteX10952" fmla="*/ 1573721 w 2419350"/>
                <a:gd name="connsiteY10952" fmla="*/ 821055 h 876300"/>
                <a:gd name="connsiteX10953" fmla="*/ 1578769 w 2419350"/>
                <a:gd name="connsiteY10953" fmla="*/ 817721 h 876300"/>
                <a:gd name="connsiteX10954" fmla="*/ 1579245 w 2419350"/>
                <a:gd name="connsiteY10954" fmla="*/ 817055 h 876300"/>
                <a:gd name="connsiteX10955" fmla="*/ 1579626 w 2419350"/>
                <a:gd name="connsiteY10955" fmla="*/ 813245 h 876300"/>
                <a:gd name="connsiteX10956" fmla="*/ 1580483 w 2419350"/>
                <a:gd name="connsiteY10956" fmla="*/ 811054 h 876300"/>
                <a:gd name="connsiteX10957" fmla="*/ 1582007 w 2419350"/>
                <a:gd name="connsiteY10957" fmla="*/ 809530 h 876300"/>
                <a:gd name="connsiteX10958" fmla="*/ 1583626 w 2419350"/>
                <a:gd name="connsiteY10958" fmla="*/ 808387 h 876300"/>
                <a:gd name="connsiteX10959" fmla="*/ 1583626 w 2419350"/>
                <a:gd name="connsiteY10959" fmla="*/ 808387 h 876300"/>
                <a:gd name="connsiteX10960" fmla="*/ 1583626 w 2419350"/>
                <a:gd name="connsiteY10960" fmla="*/ 808387 h 876300"/>
                <a:gd name="connsiteX10961" fmla="*/ 1583055 w 2419350"/>
                <a:gd name="connsiteY10961" fmla="*/ 805148 h 876300"/>
                <a:gd name="connsiteX10962" fmla="*/ 1582769 w 2419350"/>
                <a:gd name="connsiteY10962" fmla="*/ 804386 h 876300"/>
                <a:gd name="connsiteX10963" fmla="*/ 1581531 w 2419350"/>
                <a:gd name="connsiteY10963" fmla="*/ 802481 h 876300"/>
                <a:gd name="connsiteX10964" fmla="*/ 1581531 w 2419350"/>
                <a:gd name="connsiteY10964" fmla="*/ 802100 h 876300"/>
                <a:gd name="connsiteX10965" fmla="*/ 1581626 w 2419350"/>
                <a:gd name="connsiteY10965" fmla="*/ 801243 h 876300"/>
                <a:gd name="connsiteX10966" fmla="*/ 1581531 w 2419350"/>
                <a:gd name="connsiteY10966" fmla="*/ 800862 h 876300"/>
                <a:gd name="connsiteX10967" fmla="*/ 1581245 w 2419350"/>
                <a:gd name="connsiteY10967" fmla="*/ 800481 h 876300"/>
                <a:gd name="connsiteX10968" fmla="*/ 1580102 w 2419350"/>
                <a:gd name="connsiteY10968" fmla="*/ 799814 h 876300"/>
                <a:gd name="connsiteX10969" fmla="*/ 1578864 w 2419350"/>
                <a:gd name="connsiteY10969" fmla="*/ 798671 h 876300"/>
                <a:gd name="connsiteX10970" fmla="*/ 1578483 w 2419350"/>
                <a:gd name="connsiteY10970" fmla="*/ 798100 h 876300"/>
                <a:gd name="connsiteX10971" fmla="*/ 1578197 w 2419350"/>
                <a:gd name="connsiteY10971" fmla="*/ 797147 h 876300"/>
                <a:gd name="connsiteX10972" fmla="*/ 1577912 w 2419350"/>
                <a:gd name="connsiteY10972" fmla="*/ 795338 h 876300"/>
                <a:gd name="connsiteX10973" fmla="*/ 1578102 w 2419350"/>
                <a:gd name="connsiteY10973" fmla="*/ 793718 h 876300"/>
                <a:gd name="connsiteX10974" fmla="*/ 1578959 w 2419350"/>
                <a:gd name="connsiteY10974" fmla="*/ 792671 h 876300"/>
                <a:gd name="connsiteX10975" fmla="*/ 1580674 w 2419350"/>
                <a:gd name="connsiteY10975" fmla="*/ 792385 h 876300"/>
                <a:gd name="connsiteX10976" fmla="*/ 1581722 w 2419350"/>
                <a:gd name="connsiteY10976" fmla="*/ 792385 h 876300"/>
                <a:gd name="connsiteX10977" fmla="*/ 1582103 w 2419350"/>
                <a:gd name="connsiteY10977" fmla="*/ 792480 h 876300"/>
                <a:gd name="connsiteX10978" fmla="*/ 1582483 w 2419350"/>
                <a:gd name="connsiteY10978" fmla="*/ 792766 h 876300"/>
                <a:gd name="connsiteX10979" fmla="*/ 1583150 w 2419350"/>
                <a:gd name="connsiteY10979" fmla="*/ 793433 h 876300"/>
                <a:gd name="connsiteX10980" fmla="*/ 1583531 w 2419350"/>
                <a:gd name="connsiteY10980" fmla="*/ 793623 h 876300"/>
                <a:gd name="connsiteX10981" fmla="*/ 1584293 w 2419350"/>
                <a:gd name="connsiteY10981" fmla="*/ 793623 h 876300"/>
                <a:gd name="connsiteX10982" fmla="*/ 1584770 w 2419350"/>
                <a:gd name="connsiteY10982" fmla="*/ 793337 h 876300"/>
                <a:gd name="connsiteX10983" fmla="*/ 1585246 w 2419350"/>
                <a:gd name="connsiteY10983" fmla="*/ 792861 h 876300"/>
                <a:gd name="connsiteX10984" fmla="*/ 1586103 w 2419350"/>
                <a:gd name="connsiteY10984" fmla="*/ 792385 h 876300"/>
                <a:gd name="connsiteX10985" fmla="*/ 1586674 w 2419350"/>
                <a:gd name="connsiteY10985" fmla="*/ 792289 h 876300"/>
                <a:gd name="connsiteX10986" fmla="*/ 1588008 w 2419350"/>
                <a:gd name="connsiteY10986" fmla="*/ 792385 h 876300"/>
                <a:gd name="connsiteX10987" fmla="*/ 1588389 w 2419350"/>
                <a:gd name="connsiteY10987" fmla="*/ 792194 h 876300"/>
                <a:gd name="connsiteX10988" fmla="*/ 1588580 w 2419350"/>
                <a:gd name="connsiteY10988" fmla="*/ 791718 h 876300"/>
                <a:gd name="connsiteX10989" fmla="*/ 1588484 w 2419350"/>
                <a:gd name="connsiteY10989" fmla="*/ 791432 h 876300"/>
                <a:gd name="connsiteX10990" fmla="*/ 1588389 w 2419350"/>
                <a:gd name="connsiteY10990" fmla="*/ 791147 h 876300"/>
                <a:gd name="connsiteX10991" fmla="*/ 1588198 w 2419350"/>
                <a:gd name="connsiteY10991" fmla="*/ 790575 h 876300"/>
                <a:gd name="connsiteX10992" fmla="*/ 1588103 w 2419350"/>
                <a:gd name="connsiteY10992" fmla="*/ 790099 h 876300"/>
                <a:gd name="connsiteX10993" fmla="*/ 1588961 w 2419350"/>
                <a:gd name="connsiteY10993" fmla="*/ 786765 h 876300"/>
                <a:gd name="connsiteX10994" fmla="*/ 1588961 w 2419350"/>
                <a:gd name="connsiteY10994" fmla="*/ 785622 h 876300"/>
                <a:gd name="connsiteX10995" fmla="*/ 1588484 w 2419350"/>
                <a:gd name="connsiteY10995" fmla="*/ 784574 h 876300"/>
                <a:gd name="connsiteX10996" fmla="*/ 1587341 w 2419350"/>
                <a:gd name="connsiteY10996" fmla="*/ 783717 h 876300"/>
                <a:gd name="connsiteX10997" fmla="*/ 2011204 w 2419350"/>
                <a:gd name="connsiteY10997" fmla="*/ 587693 h 876300"/>
                <a:gd name="connsiteX10998" fmla="*/ 2010537 w 2419350"/>
                <a:gd name="connsiteY10998" fmla="*/ 586930 h 876300"/>
                <a:gd name="connsiteX10999" fmla="*/ 2009680 w 2419350"/>
                <a:gd name="connsiteY10999" fmla="*/ 586550 h 876300"/>
                <a:gd name="connsiteX11000" fmla="*/ 2008727 w 2419350"/>
                <a:gd name="connsiteY11000" fmla="*/ 586454 h 876300"/>
                <a:gd name="connsiteX11001" fmla="*/ 2007870 w 2419350"/>
                <a:gd name="connsiteY11001" fmla="*/ 586835 h 876300"/>
                <a:gd name="connsiteX11002" fmla="*/ 2007298 w 2419350"/>
                <a:gd name="connsiteY11002" fmla="*/ 587693 h 876300"/>
                <a:gd name="connsiteX11003" fmla="*/ 2007013 w 2419350"/>
                <a:gd name="connsiteY11003" fmla="*/ 589788 h 876300"/>
                <a:gd name="connsiteX11004" fmla="*/ 2006632 w 2419350"/>
                <a:gd name="connsiteY11004" fmla="*/ 590645 h 876300"/>
                <a:gd name="connsiteX11005" fmla="*/ 2005489 w 2419350"/>
                <a:gd name="connsiteY11005" fmla="*/ 592264 h 876300"/>
                <a:gd name="connsiteX11006" fmla="*/ 2003489 w 2419350"/>
                <a:gd name="connsiteY11006" fmla="*/ 598361 h 876300"/>
                <a:gd name="connsiteX11007" fmla="*/ 2002631 w 2419350"/>
                <a:gd name="connsiteY11007" fmla="*/ 600170 h 876300"/>
                <a:gd name="connsiteX11008" fmla="*/ 2002441 w 2419350"/>
                <a:gd name="connsiteY11008" fmla="*/ 601123 h 876300"/>
                <a:gd name="connsiteX11009" fmla="*/ 2002250 w 2419350"/>
                <a:gd name="connsiteY11009" fmla="*/ 603313 h 876300"/>
                <a:gd name="connsiteX11010" fmla="*/ 2001679 w 2419350"/>
                <a:gd name="connsiteY11010" fmla="*/ 605409 h 876300"/>
                <a:gd name="connsiteX11011" fmla="*/ 2001298 w 2419350"/>
                <a:gd name="connsiteY11011" fmla="*/ 605600 h 876300"/>
                <a:gd name="connsiteX11012" fmla="*/ 2000440 w 2419350"/>
                <a:gd name="connsiteY11012" fmla="*/ 605219 h 876300"/>
                <a:gd name="connsiteX11013" fmla="*/ 1999583 w 2419350"/>
                <a:gd name="connsiteY11013" fmla="*/ 605028 h 876300"/>
                <a:gd name="connsiteX11014" fmla="*/ 1997773 w 2419350"/>
                <a:gd name="connsiteY11014" fmla="*/ 608076 h 876300"/>
                <a:gd name="connsiteX11015" fmla="*/ 1997869 w 2419350"/>
                <a:gd name="connsiteY11015" fmla="*/ 608933 h 876300"/>
                <a:gd name="connsiteX11016" fmla="*/ 1997773 w 2419350"/>
                <a:gd name="connsiteY11016" fmla="*/ 612172 h 876300"/>
                <a:gd name="connsiteX11017" fmla="*/ 1997488 w 2419350"/>
                <a:gd name="connsiteY11017" fmla="*/ 612648 h 876300"/>
                <a:gd name="connsiteX11018" fmla="*/ 1996249 w 2419350"/>
                <a:gd name="connsiteY11018" fmla="*/ 614077 h 876300"/>
                <a:gd name="connsiteX11019" fmla="*/ 1993106 w 2419350"/>
                <a:gd name="connsiteY11019" fmla="*/ 623126 h 876300"/>
                <a:gd name="connsiteX11020" fmla="*/ 1993201 w 2419350"/>
                <a:gd name="connsiteY11020" fmla="*/ 623792 h 876300"/>
                <a:gd name="connsiteX11021" fmla="*/ 1993964 w 2419350"/>
                <a:gd name="connsiteY11021" fmla="*/ 623411 h 876300"/>
                <a:gd name="connsiteX11022" fmla="*/ 1998821 w 2419350"/>
                <a:gd name="connsiteY11022" fmla="*/ 617315 h 876300"/>
                <a:gd name="connsiteX11023" fmla="*/ 1999202 w 2419350"/>
                <a:gd name="connsiteY11023" fmla="*/ 616649 h 876300"/>
                <a:gd name="connsiteX11024" fmla="*/ 1999298 w 2419350"/>
                <a:gd name="connsiteY11024" fmla="*/ 615696 h 876300"/>
                <a:gd name="connsiteX11025" fmla="*/ 1998916 w 2419350"/>
                <a:gd name="connsiteY11025" fmla="*/ 614077 h 876300"/>
                <a:gd name="connsiteX11026" fmla="*/ 1998821 w 2419350"/>
                <a:gd name="connsiteY11026" fmla="*/ 613124 h 876300"/>
                <a:gd name="connsiteX11027" fmla="*/ 1999298 w 2419350"/>
                <a:gd name="connsiteY11027" fmla="*/ 611410 h 876300"/>
                <a:gd name="connsiteX11028" fmla="*/ 2000250 w 2419350"/>
                <a:gd name="connsiteY11028" fmla="*/ 609695 h 876300"/>
                <a:gd name="connsiteX11029" fmla="*/ 2001393 w 2419350"/>
                <a:gd name="connsiteY11029" fmla="*/ 608171 h 876300"/>
                <a:gd name="connsiteX11030" fmla="*/ 2002441 w 2419350"/>
                <a:gd name="connsiteY11030" fmla="*/ 607028 h 876300"/>
                <a:gd name="connsiteX11031" fmla="*/ 2003012 w 2419350"/>
                <a:gd name="connsiteY11031" fmla="*/ 606171 h 876300"/>
                <a:gd name="connsiteX11032" fmla="*/ 2003393 w 2419350"/>
                <a:gd name="connsiteY11032" fmla="*/ 605695 h 876300"/>
                <a:gd name="connsiteX11033" fmla="*/ 2004155 w 2419350"/>
                <a:gd name="connsiteY11033" fmla="*/ 605409 h 876300"/>
                <a:gd name="connsiteX11034" fmla="*/ 2004917 w 2419350"/>
                <a:gd name="connsiteY11034" fmla="*/ 604933 h 876300"/>
                <a:gd name="connsiteX11035" fmla="*/ 2005393 w 2419350"/>
                <a:gd name="connsiteY11035" fmla="*/ 604838 h 876300"/>
                <a:gd name="connsiteX11036" fmla="*/ 2005965 w 2419350"/>
                <a:gd name="connsiteY11036" fmla="*/ 604552 h 876300"/>
                <a:gd name="connsiteX11037" fmla="*/ 2007394 w 2419350"/>
                <a:gd name="connsiteY11037" fmla="*/ 603218 h 876300"/>
                <a:gd name="connsiteX11038" fmla="*/ 2007775 w 2419350"/>
                <a:gd name="connsiteY11038" fmla="*/ 602742 h 876300"/>
                <a:gd name="connsiteX11039" fmla="*/ 2009108 w 2419350"/>
                <a:gd name="connsiteY11039" fmla="*/ 598837 h 876300"/>
                <a:gd name="connsiteX11040" fmla="*/ 2010537 w 2419350"/>
                <a:gd name="connsiteY11040" fmla="*/ 591407 h 876300"/>
                <a:gd name="connsiteX11041" fmla="*/ 2010918 w 2419350"/>
                <a:gd name="connsiteY11041" fmla="*/ 590836 h 876300"/>
                <a:gd name="connsiteX11042" fmla="*/ 2011585 w 2419350"/>
                <a:gd name="connsiteY11042" fmla="*/ 590455 h 876300"/>
                <a:gd name="connsiteX11043" fmla="*/ 2011775 w 2419350"/>
                <a:gd name="connsiteY11043" fmla="*/ 589502 h 876300"/>
                <a:gd name="connsiteX11044" fmla="*/ 2011775 w 2419350"/>
                <a:gd name="connsiteY11044" fmla="*/ 588455 h 876300"/>
                <a:gd name="connsiteX11045" fmla="*/ 2011204 w 2419350"/>
                <a:gd name="connsiteY11045" fmla="*/ 587693 h 876300"/>
                <a:gd name="connsiteX11046" fmla="*/ 2079689 w 2419350"/>
                <a:gd name="connsiteY11046" fmla="*/ 654368 h 876300"/>
                <a:gd name="connsiteX11047" fmla="*/ 2079307 w 2419350"/>
                <a:gd name="connsiteY11047" fmla="*/ 651986 h 876300"/>
                <a:gd name="connsiteX11048" fmla="*/ 2079403 w 2419350"/>
                <a:gd name="connsiteY11048" fmla="*/ 651701 h 876300"/>
                <a:gd name="connsiteX11049" fmla="*/ 2079689 w 2419350"/>
                <a:gd name="connsiteY11049" fmla="*/ 651510 h 876300"/>
                <a:gd name="connsiteX11050" fmla="*/ 2079974 w 2419350"/>
                <a:gd name="connsiteY11050" fmla="*/ 651415 h 876300"/>
                <a:gd name="connsiteX11051" fmla="*/ 2080070 w 2419350"/>
                <a:gd name="connsiteY11051" fmla="*/ 651224 h 876300"/>
                <a:gd name="connsiteX11052" fmla="*/ 2079974 w 2419350"/>
                <a:gd name="connsiteY11052" fmla="*/ 650938 h 876300"/>
                <a:gd name="connsiteX11053" fmla="*/ 2079879 w 2419350"/>
                <a:gd name="connsiteY11053" fmla="*/ 650748 h 876300"/>
                <a:gd name="connsiteX11054" fmla="*/ 2079784 w 2419350"/>
                <a:gd name="connsiteY11054" fmla="*/ 650653 h 876300"/>
                <a:gd name="connsiteX11055" fmla="*/ 2079593 w 2419350"/>
                <a:gd name="connsiteY11055" fmla="*/ 650177 h 876300"/>
                <a:gd name="connsiteX11056" fmla="*/ 2078641 w 2419350"/>
                <a:gd name="connsiteY11056" fmla="*/ 648462 h 876300"/>
                <a:gd name="connsiteX11057" fmla="*/ 2078546 w 2419350"/>
                <a:gd name="connsiteY11057" fmla="*/ 648176 h 876300"/>
                <a:gd name="connsiteX11058" fmla="*/ 2078546 w 2419350"/>
                <a:gd name="connsiteY11058" fmla="*/ 647891 h 876300"/>
                <a:gd name="connsiteX11059" fmla="*/ 2078546 w 2419350"/>
                <a:gd name="connsiteY11059" fmla="*/ 647605 h 876300"/>
                <a:gd name="connsiteX11060" fmla="*/ 2078355 w 2419350"/>
                <a:gd name="connsiteY11060" fmla="*/ 647319 h 876300"/>
                <a:gd name="connsiteX11061" fmla="*/ 2077974 w 2419350"/>
                <a:gd name="connsiteY11061" fmla="*/ 647129 h 876300"/>
                <a:gd name="connsiteX11062" fmla="*/ 2077783 w 2419350"/>
                <a:gd name="connsiteY11062" fmla="*/ 647224 h 876300"/>
                <a:gd name="connsiteX11063" fmla="*/ 2077593 w 2419350"/>
                <a:gd name="connsiteY11063" fmla="*/ 647414 h 876300"/>
                <a:gd name="connsiteX11064" fmla="*/ 2077307 w 2419350"/>
                <a:gd name="connsiteY11064" fmla="*/ 647319 h 876300"/>
                <a:gd name="connsiteX11065" fmla="*/ 2076450 w 2419350"/>
                <a:gd name="connsiteY11065" fmla="*/ 646652 h 876300"/>
                <a:gd name="connsiteX11066" fmla="*/ 2075783 w 2419350"/>
                <a:gd name="connsiteY11066" fmla="*/ 645890 h 876300"/>
                <a:gd name="connsiteX11067" fmla="*/ 2075021 w 2419350"/>
                <a:gd name="connsiteY11067" fmla="*/ 645319 h 876300"/>
                <a:gd name="connsiteX11068" fmla="*/ 2072735 w 2419350"/>
                <a:gd name="connsiteY11068" fmla="*/ 644843 h 876300"/>
                <a:gd name="connsiteX11069" fmla="*/ 2071688 w 2419350"/>
                <a:gd name="connsiteY11069" fmla="*/ 644271 h 876300"/>
                <a:gd name="connsiteX11070" fmla="*/ 2070830 w 2419350"/>
                <a:gd name="connsiteY11070" fmla="*/ 643509 h 876300"/>
                <a:gd name="connsiteX11071" fmla="*/ 2069497 w 2419350"/>
                <a:gd name="connsiteY11071" fmla="*/ 641795 h 876300"/>
                <a:gd name="connsiteX11072" fmla="*/ 2069497 w 2419350"/>
                <a:gd name="connsiteY11072" fmla="*/ 641509 h 876300"/>
                <a:gd name="connsiteX11073" fmla="*/ 2069878 w 2419350"/>
                <a:gd name="connsiteY11073" fmla="*/ 640937 h 876300"/>
                <a:gd name="connsiteX11074" fmla="*/ 2070068 w 2419350"/>
                <a:gd name="connsiteY11074" fmla="*/ 640461 h 876300"/>
                <a:gd name="connsiteX11075" fmla="*/ 2069973 w 2419350"/>
                <a:gd name="connsiteY11075" fmla="*/ 639985 h 876300"/>
                <a:gd name="connsiteX11076" fmla="*/ 2069782 w 2419350"/>
                <a:gd name="connsiteY11076" fmla="*/ 639604 h 876300"/>
                <a:gd name="connsiteX11077" fmla="*/ 2069497 w 2419350"/>
                <a:gd name="connsiteY11077" fmla="*/ 639413 h 876300"/>
                <a:gd name="connsiteX11078" fmla="*/ 2068830 w 2419350"/>
                <a:gd name="connsiteY11078" fmla="*/ 639223 h 876300"/>
                <a:gd name="connsiteX11079" fmla="*/ 2067211 w 2419350"/>
                <a:gd name="connsiteY11079" fmla="*/ 638080 h 876300"/>
                <a:gd name="connsiteX11080" fmla="*/ 2065496 w 2419350"/>
                <a:gd name="connsiteY11080" fmla="*/ 636270 h 876300"/>
                <a:gd name="connsiteX11081" fmla="*/ 2064734 w 2419350"/>
                <a:gd name="connsiteY11081" fmla="*/ 635699 h 876300"/>
                <a:gd name="connsiteX11082" fmla="*/ 2062924 w 2419350"/>
                <a:gd name="connsiteY11082" fmla="*/ 635222 h 876300"/>
                <a:gd name="connsiteX11083" fmla="*/ 2062448 w 2419350"/>
                <a:gd name="connsiteY11083" fmla="*/ 634555 h 876300"/>
                <a:gd name="connsiteX11084" fmla="*/ 2062067 w 2419350"/>
                <a:gd name="connsiteY11084" fmla="*/ 633794 h 876300"/>
                <a:gd name="connsiteX11085" fmla="*/ 2061496 w 2419350"/>
                <a:gd name="connsiteY11085" fmla="*/ 633127 h 876300"/>
                <a:gd name="connsiteX11086" fmla="*/ 2060829 w 2419350"/>
                <a:gd name="connsiteY11086" fmla="*/ 632841 h 876300"/>
                <a:gd name="connsiteX11087" fmla="*/ 2060162 w 2419350"/>
                <a:gd name="connsiteY11087" fmla="*/ 632936 h 876300"/>
                <a:gd name="connsiteX11088" fmla="*/ 2059686 w 2419350"/>
                <a:gd name="connsiteY11088" fmla="*/ 633317 h 876300"/>
                <a:gd name="connsiteX11089" fmla="*/ 2059400 w 2419350"/>
                <a:gd name="connsiteY11089" fmla="*/ 633984 h 876300"/>
                <a:gd name="connsiteX11090" fmla="*/ 2059496 w 2419350"/>
                <a:gd name="connsiteY11090" fmla="*/ 635794 h 876300"/>
                <a:gd name="connsiteX11091" fmla="*/ 2060639 w 2419350"/>
                <a:gd name="connsiteY11091" fmla="*/ 639318 h 876300"/>
                <a:gd name="connsiteX11092" fmla="*/ 2060924 w 2419350"/>
                <a:gd name="connsiteY11092" fmla="*/ 641033 h 876300"/>
                <a:gd name="connsiteX11093" fmla="*/ 2060543 w 2419350"/>
                <a:gd name="connsiteY11093" fmla="*/ 645986 h 876300"/>
                <a:gd name="connsiteX11094" fmla="*/ 2061400 w 2419350"/>
                <a:gd name="connsiteY11094" fmla="*/ 647605 h 876300"/>
                <a:gd name="connsiteX11095" fmla="*/ 2064163 w 2419350"/>
                <a:gd name="connsiteY11095" fmla="*/ 647319 h 876300"/>
                <a:gd name="connsiteX11096" fmla="*/ 2064258 w 2419350"/>
                <a:gd name="connsiteY11096" fmla="*/ 648272 h 876300"/>
                <a:gd name="connsiteX11097" fmla="*/ 2065115 w 2419350"/>
                <a:gd name="connsiteY11097" fmla="*/ 649700 h 876300"/>
                <a:gd name="connsiteX11098" fmla="*/ 2065211 w 2419350"/>
                <a:gd name="connsiteY11098" fmla="*/ 650653 h 876300"/>
                <a:gd name="connsiteX11099" fmla="*/ 2063972 w 2419350"/>
                <a:gd name="connsiteY11099" fmla="*/ 649700 h 876300"/>
                <a:gd name="connsiteX11100" fmla="*/ 2061115 w 2419350"/>
                <a:gd name="connsiteY11100" fmla="*/ 649224 h 876300"/>
                <a:gd name="connsiteX11101" fmla="*/ 2060543 w 2419350"/>
                <a:gd name="connsiteY11101" fmla="*/ 648272 h 876300"/>
                <a:gd name="connsiteX11102" fmla="*/ 2060353 w 2419350"/>
                <a:gd name="connsiteY11102" fmla="*/ 647700 h 876300"/>
                <a:gd name="connsiteX11103" fmla="*/ 2059972 w 2419350"/>
                <a:gd name="connsiteY11103" fmla="*/ 648081 h 876300"/>
                <a:gd name="connsiteX11104" fmla="*/ 2059591 w 2419350"/>
                <a:gd name="connsiteY11104" fmla="*/ 648938 h 876300"/>
                <a:gd name="connsiteX11105" fmla="*/ 2058638 w 2419350"/>
                <a:gd name="connsiteY11105" fmla="*/ 657701 h 876300"/>
                <a:gd name="connsiteX11106" fmla="*/ 2057590 w 2419350"/>
                <a:gd name="connsiteY11106" fmla="*/ 661797 h 876300"/>
                <a:gd name="connsiteX11107" fmla="*/ 2056924 w 2419350"/>
                <a:gd name="connsiteY11107" fmla="*/ 663512 h 876300"/>
                <a:gd name="connsiteX11108" fmla="*/ 2056829 w 2419350"/>
                <a:gd name="connsiteY11108" fmla="*/ 664178 h 876300"/>
                <a:gd name="connsiteX11109" fmla="*/ 2056924 w 2419350"/>
                <a:gd name="connsiteY11109" fmla="*/ 664750 h 876300"/>
                <a:gd name="connsiteX11110" fmla="*/ 2057400 w 2419350"/>
                <a:gd name="connsiteY11110" fmla="*/ 665797 h 876300"/>
                <a:gd name="connsiteX11111" fmla="*/ 2057876 w 2419350"/>
                <a:gd name="connsiteY11111" fmla="*/ 667417 h 876300"/>
                <a:gd name="connsiteX11112" fmla="*/ 2058733 w 2419350"/>
                <a:gd name="connsiteY11112" fmla="*/ 667988 h 876300"/>
                <a:gd name="connsiteX11113" fmla="*/ 2060734 w 2419350"/>
                <a:gd name="connsiteY11113" fmla="*/ 668560 h 876300"/>
                <a:gd name="connsiteX11114" fmla="*/ 2061400 w 2419350"/>
                <a:gd name="connsiteY11114" fmla="*/ 668846 h 876300"/>
                <a:gd name="connsiteX11115" fmla="*/ 2061686 w 2419350"/>
                <a:gd name="connsiteY11115" fmla="*/ 669036 h 876300"/>
                <a:gd name="connsiteX11116" fmla="*/ 2062353 w 2419350"/>
                <a:gd name="connsiteY11116" fmla="*/ 669798 h 876300"/>
                <a:gd name="connsiteX11117" fmla="*/ 2063782 w 2419350"/>
                <a:gd name="connsiteY11117" fmla="*/ 672179 h 876300"/>
                <a:gd name="connsiteX11118" fmla="*/ 2064925 w 2419350"/>
                <a:gd name="connsiteY11118" fmla="*/ 671798 h 876300"/>
                <a:gd name="connsiteX11119" fmla="*/ 2066925 w 2419350"/>
                <a:gd name="connsiteY11119" fmla="*/ 670370 h 876300"/>
                <a:gd name="connsiteX11120" fmla="*/ 2070449 w 2419350"/>
                <a:gd name="connsiteY11120" fmla="*/ 669131 h 876300"/>
                <a:gd name="connsiteX11121" fmla="*/ 2073021 w 2419350"/>
                <a:gd name="connsiteY11121" fmla="*/ 667131 h 876300"/>
                <a:gd name="connsiteX11122" fmla="*/ 2073307 w 2419350"/>
                <a:gd name="connsiteY11122" fmla="*/ 666464 h 876300"/>
                <a:gd name="connsiteX11123" fmla="*/ 2072449 w 2419350"/>
                <a:gd name="connsiteY11123" fmla="*/ 666179 h 876300"/>
                <a:gd name="connsiteX11124" fmla="*/ 2075116 w 2419350"/>
                <a:gd name="connsiteY11124" fmla="*/ 661892 h 876300"/>
                <a:gd name="connsiteX11125" fmla="*/ 2075688 w 2419350"/>
                <a:gd name="connsiteY11125" fmla="*/ 661606 h 876300"/>
                <a:gd name="connsiteX11126" fmla="*/ 2076355 w 2419350"/>
                <a:gd name="connsiteY11126" fmla="*/ 661035 h 876300"/>
                <a:gd name="connsiteX11127" fmla="*/ 2076926 w 2419350"/>
                <a:gd name="connsiteY11127" fmla="*/ 660368 h 876300"/>
                <a:gd name="connsiteX11128" fmla="*/ 2077117 w 2419350"/>
                <a:gd name="connsiteY11128" fmla="*/ 659892 h 876300"/>
                <a:gd name="connsiteX11129" fmla="*/ 2076926 w 2419350"/>
                <a:gd name="connsiteY11129" fmla="*/ 659606 h 876300"/>
                <a:gd name="connsiteX11130" fmla="*/ 2076259 w 2419350"/>
                <a:gd name="connsiteY11130" fmla="*/ 658939 h 876300"/>
                <a:gd name="connsiteX11131" fmla="*/ 2075307 w 2419350"/>
                <a:gd name="connsiteY11131" fmla="*/ 658939 h 876300"/>
                <a:gd name="connsiteX11132" fmla="*/ 2075307 w 2419350"/>
                <a:gd name="connsiteY11132" fmla="*/ 658559 h 876300"/>
                <a:gd name="connsiteX11133" fmla="*/ 2076736 w 2419350"/>
                <a:gd name="connsiteY11133" fmla="*/ 658273 h 876300"/>
                <a:gd name="connsiteX11134" fmla="*/ 2077879 w 2419350"/>
                <a:gd name="connsiteY11134" fmla="*/ 658654 h 876300"/>
                <a:gd name="connsiteX11135" fmla="*/ 2079022 w 2419350"/>
                <a:gd name="connsiteY11135" fmla="*/ 658749 h 876300"/>
                <a:gd name="connsiteX11136" fmla="*/ 2080450 w 2419350"/>
                <a:gd name="connsiteY11136" fmla="*/ 657511 h 876300"/>
                <a:gd name="connsiteX11137" fmla="*/ 2080736 w 2419350"/>
                <a:gd name="connsiteY11137" fmla="*/ 656939 h 876300"/>
                <a:gd name="connsiteX11138" fmla="*/ 2080927 w 2419350"/>
                <a:gd name="connsiteY11138" fmla="*/ 655987 h 876300"/>
                <a:gd name="connsiteX11139" fmla="*/ 2081308 w 2419350"/>
                <a:gd name="connsiteY11139" fmla="*/ 655511 h 876300"/>
                <a:gd name="connsiteX11140" fmla="*/ 2081593 w 2419350"/>
                <a:gd name="connsiteY11140" fmla="*/ 654844 h 876300"/>
                <a:gd name="connsiteX11141" fmla="*/ 2081022 w 2419350"/>
                <a:gd name="connsiteY11141" fmla="*/ 654558 h 876300"/>
                <a:gd name="connsiteX11142" fmla="*/ 2079689 w 2419350"/>
                <a:gd name="connsiteY11142" fmla="*/ 654368 h 876300"/>
                <a:gd name="connsiteX11143" fmla="*/ 2100072 w 2419350"/>
                <a:gd name="connsiteY11143" fmla="*/ 639223 h 876300"/>
                <a:gd name="connsiteX11144" fmla="*/ 2099215 w 2419350"/>
                <a:gd name="connsiteY11144" fmla="*/ 638937 h 876300"/>
                <a:gd name="connsiteX11145" fmla="*/ 2098358 w 2419350"/>
                <a:gd name="connsiteY11145" fmla="*/ 639128 h 876300"/>
                <a:gd name="connsiteX11146" fmla="*/ 2098072 w 2419350"/>
                <a:gd name="connsiteY11146" fmla="*/ 639604 h 876300"/>
                <a:gd name="connsiteX11147" fmla="*/ 2097976 w 2419350"/>
                <a:gd name="connsiteY11147" fmla="*/ 640366 h 876300"/>
                <a:gd name="connsiteX11148" fmla="*/ 2097976 w 2419350"/>
                <a:gd name="connsiteY11148" fmla="*/ 641985 h 876300"/>
                <a:gd name="connsiteX11149" fmla="*/ 2096929 w 2419350"/>
                <a:gd name="connsiteY11149" fmla="*/ 642176 h 876300"/>
                <a:gd name="connsiteX11150" fmla="*/ 2096167 w 2419350"/>
                <a:gd name="connsiteY11150" fmla="*/ 643509 h 876300"/>
                <a:gd name="connsiteX11151" fmla="*/ 2095881 w 2419350"/>
                <a:gd name="connsiteY11151" fmla="*/ 645128 h 876300"/>
                <a:gd name="connsiteX11152" fmla="*/ 2096548 w 2419350"/>
                <a:gd name="connsiteY11152" fmla="*/ 646367 h 876300"/>
                <a:gd name="connsiteX11153" fmla="*/ 2096548 w 2419350"/>
                <a:gd name="connsiteY11153" fmla="*/ 646747 h 876300"/>
                <a:gd name="connsiteX11154" fmla="*/ 2095881 w 2419350"/>
                <a:gd name="connsiteY11154" fmla="*/ 647224 h 876300"/>
                <a:gd name="connsiteX11155" fmla="*/ 2096072 w 2419350"/>
                <a:gd name="connsiteY11155" fmla="*/ 647795 h 876300"/>
                <a:gd name="connsiteX11156" fmla="*/ 2096833 w 2419350"/>
                <a:gd name="connsiteY11156" fmla="*/ 648462 h 876300"/>
                <a:gd name="connsiteX11157" fmla="*/ 2097596 w 2419350"/>
                <a:gd name="connsiteY11157" fmla="*/ 648938 h 876300"/>
                <a:gd name="connsiteX11158" fmla="*/ 2098167 w 2419350"/>
                <a:gd name="connsiteY11158" fmla="*/ 648272 h 876300"/>
                <a:gd name="connsiteX11159" fmla="*/ 2099405 w 2419350"/>
                <a:gd name="connsiteY11159" fmla="*/ 644557 h 876300"/>
                <a:gd name="connsiteX11160" fmla="*/ 2100358 w 2419350"/>
                <a:gd name="connsiteY11160" fmla="*/ 642747 h 876300"/>
                <a:gd name="connsiteX11161" fmla="*/ 2100739 w 2419350"/>
                <a:gd name="connsiteY11161" fmla="*/ 641699 h 876300"/>
                <a:gd name="connsiteX11162" fmla="*/ 2100834 w 2419350"/>
                <a:gd name="connsiteY11162" fmla="*/ 640556 h 876300"/>
                <a:gd name="connsiteX11163" fmla="*/ 2100643 w 2419350"/>
                <a:gd name="connsiteY11163" fmla="*/ 639794 h 876300"/>
                <a:gd name="connsiteX11164" fmla="*/ 2100072 w 2419350"/>
                <a:gd name="connsiteY11164" fmla="*/ 639223 h 876300"/>
                <a:gd name="connsiteX11165" fmla="*/ 2299145 w 2419350"/>
                <a:gd name="connsiteY11165" fmla="*/ 665988 h 876300"/>
                <a:gd name="connsiteX11166" fmla="*/ 2299716 w 2419350"/>
                <a:gd name="connsiteY11166" fmla="*/ 666179 h 876300"/>
                <a:gd name="connsiteX11167" fmla="*/ 2300383 w 2419350"/>
                <a:gd name="connsiteY11167" fmla="*/ 666655 h 876300"/>
                <a:gd name="connsiteX11168" fmla="*/ 2300859 w 2419350"/>
                <a:gd name="connsiteY11168" fmla="*/ 668655 h 876300"/>
                <a:gd name="connsiteX11169" fmla="*/ 2301526 w 2419350"/>
                <a:gd name="connsiteY11169" fmla="*/ 669131 h 876300"/>
                <a:gd name="connsiteX11170" fmla="*/ 2302097 w 2419350"/>
                <a:gd name="connsiteY11170" fmla="*/ 669322 h 876300"/>
                <a:gd name="connsiteX11171" fmla="*/ 2302574 w 2419350"/>
                <a:gd name="connsiteY11171" fmla="*/ 669608 h 876300"/>
                <a:gd name="connsiteX11172" fmla="*/ 2303240 w 2419350"/>
                <a:gd name="connsiteY11172" fmla="*/ 669798 h 876300"/>
                <a:gd name="connsiteX11173" fmla="*/ 2304193 w 2419350"/>
                <a:gd name="connsiteY11173" fmla="*/ 669512 h 876300"/>
                <a:gd name="connsiteX11174" fmla="*/ 2305336 w 2419350"/>
                <a:gd name="connsiteY11174" fmla="*/ 668750 h 876300"/>
                <a:gd name="connsiteX11175" fmla="*/ 2306003 w 2419350"/>
                <a:gd name="connsiteY11175" fmla="*/ 668179 h 876300"/>
                <a:gd name="connsiteX11176" fmla="*/ 2306288 w 2419350"/>
                <a:gd name="connsiteY11176" fmla="*/ 667703 h 876300"/>
                <a:gd name="connsiteX11177" fmla="*/ 2306098 w 2419350"/>
                <a:gd name="connsiteY11177" fmla="*/ 666941 h 876300"/>
                <a:gd name="connsiteX11178" fmla="*/ 2304859 w 2419350"/>
                <a:gd name="connsiteY11178" fmla="*/ 665702 h 876300"/>
                <a:gd name="connsiteX11179" fmla="*/ 2304574 w 2419350"/>
                <a:gd name="connsiteY11179" fmla="*/ 665036 h 876300"/>
                <a:gd name="connsiteX11180" fmla="*/ 2304193 w 2419350"/>
                <a:gd name="connsiteY11180" fmla="*/ 664464 h 876300"/>
                <a:gd name="connsiteX11181" fmla="*/ 2303336 w 2419350"/>
                <a:gd name="connsiteY11181" fmla="*/ 664178 h 876300"/>
                <a:gd name="connsiteX11182" fmla="*/ 2301431 w 2419350"/>
                <a:gd name="connsiteY11182" fmla="*/ 664083 h 876300"/>
                <a:gd name="connsiteX11183" fmla="*/ 2300573 w 2419350"/>
                <a:gd name="connsiteY11183" fmla="*/ 663893 h 876300"/>
                <a:gd name="connsiteX11184" fmla="*/ 2299811 w 2419350"/>
                <a:gd name="connsiteY11184" fmla="*/ 663512 h 876300"/>
                <a:gd name="connsiteX11185" fmla="*/ 2298573 w 2419350"/>
                <a:gd name="connsiteY11185" fmla="*/ 662464 h 876300"/>
                <a:gd name="connsiteX11186" fmla="*/ 2297811 w 2419350"/>
                <a:gd name="connsiteY11186" fmla="*/ 661892 h 876300"/>
                <a:gd name="connsiteX11187" fmla="*/ 2297335 w 2419350"/>
                <a:gd name="connsiteY11187" fmla="*/ 662369 h 876300"/>
                <a:gd name="connsiteX11188" fmla="*/ 2297240 w 2419350"/>
                <a:gd name="connsiteY11188" fmla="*/ 663321 h 876300"/>
                <a:gd name="connsiteX11189" fmla="*/ 2297525 w 2419350"/>
                <a:gd name="connsiteY11189" fmla="*/ 664369 h 876300"/>
                <a:gd name="connsiteX11190" fmla="*/ 2298383 w 2419350"/>
                <a:gd name="connsiteY11190" fmla="*/ 665417 h 876300"/>
                <a:gd name="connsiteX11191" fmla="*/ 2299145 w 2419350"/>
                <a:gd name="connsiteY11191" fmla="*/ 665988 h 876300"/>
                <a:gd name="connsiteX11192" fmla="*/ 2066639 w 2419350"/>
                <a:gd name="connsiteY11192" fmla="*/ 403574 h 876300"/>
                <a:gd name="connsiteX11193" fmla="*/ 2067115 w 2419350"/>
                <a:gd name="connsiteY11193" fmla="*/ 403384 h 876300"/>
                <a:gd name="connsiteX11194" fmla="*/ 2067401 w 2419350"/>
                <a:gd name="connsiteY11194" fmla="*/ 401574 h 876300"/>
                <a:gd name="connsiteX11195" fmla="*/ 2067306 w 2419350"/>
                <a:gd name="connsiteY11195" fmla="*/ 400621 h 876300"/>
                <a:gd name="connsiteX11196" fmla="*/ 2066639 w 2419350"/>
                <a:gd name="connsiteY11196" fmla="*/ 400336 h 876300"/>
                <a:gd name="connsiteX11197" fmla="*/ 2066163 w 2419350"/>
                <a:gd name="connsiteY11197" fmla="*/ 400621 h 876300"/>
                <a:gd name="connsiteX11198" fmla="*/ 2063115 w 2419350"/>
                <a:gd name="connsiteY11198" fmla="*/ 405098 h 876300"/>
                <a:gd name="connsiteX11199" fmla="*/ 2062734 w 2419350"/>
                <a:gd name="connsiteY11199" fmla="*/ 407575 h 876300"/>
                <a:gd name="connsiteX11200" fmla="*/ 2062734 w 2419350"/>
                <a:gd name="connsiteY11200" fmla="*/ 408527 h 876300"/>
                <a:gd name="connsiteX11201" fmla="*/ 2063496 w 2419350"/>
                <a:gd name="connsiteY11201" fmla="*/ 411099 h 876300"/>
                <a:gd name="connsiteX11202" fmla="*/ 2064353 w 2419350"/>
                <a:gd name="connsiteY11202" fmla="*/ 409956 h 876300"/>
                <a:gd name="connsiteX11203" fmla="*/ 2065496 w 2419350"/>
                <a:gd name="connsiteY11203" fmla="*/ 407956 h 876300"/>
                <a:gd name="connsiteX11204" fmla="*/ 2066068 w 2419350"/>
                <a:gd name="connsiteY11204" fmla="*/ 406146 h 876300"/>
                <a:gd name="connsiteX11205" fmla="*/ 2065211 w 2419350"/>
                <a:gd name="connsiteY11205" fmla="*/ 405003 h 876300"/>
                <a:gd name="connsiteX11206" fmla="*/ 2065877 w 2419350"/>
                <a:gd name="connsiteY11206" fmla="*/ 404241 h 876300"/>
                <a:gd name="connsiteX11207" fmla="*/ 2066639 w 2419350"/>
                <a:gd name="connsiteY11207" fmla="*/ 403574 h 876300"/>
                <a:gd name="connsiteX11208" fmla="*/ 2028158 w 2419350"/>
                <a:gd name="connsiteY11208" fmla="*/ 438245 h 876300"/>
                <a:gd name="connsiteX11209" fmla="*/ 2028539 w 2419350"/>
                <a:gd name="connsiteY11209" fmla="*/ 439103 h 876300"/>
                <a:gd name="connsiteX11210" fmla="*/ 2029015 w 2419350"/>
                <a:gd name="connsiteY11210" fmla="*/ 439769 h 876300"/>
                <a:gd name="connsiteX11211" fmla="*/ 2030825 w 2419350"/>
                <a:gd name="connsiteY11211" fmla="*/ 440627 h 876300"/>
                <a:gd name="connsiteX11212" fmla="*/ 2031016 w 2419350"/>
                <a:gd name="connsiteY11212" fmla="*/ 440817 h 876300"/>
                <a:gd name="connsiteX11213" fmla="*/ 2031111 w 2419350"/>
                <a:gd name="connsiteY11213" fmla="*/ 441008 h 876300"/>
                <a:gd name="connsiteX11214" fmla="*/ 2032254 w 2419350"/>
                <a:gd name="connsiteY11214" fmla="*/ 441008 h 876300"/>
                <a:gd name="connsiteX11215" fmla="*/ 2033302 w 2419350"/>
                <a:gd name="connsiteY11215" fmla="*/ 439769 h 876300"/>
                <a:gd name="connsiteX11216" fmla="*/ 2033302 w 2419350"/>
                <a:gd name="connsiteY11216" fmla="*/ 438626 h 876300"/>
                <a:gd name="connsiteX11217" fmla="*/ 2032540 w 2419350"/>
                <a:gd name="connsiteY11217" fmla="*/ 438245 h 876300"/>
                <a:gd name="connsiteX11218" fmla="*/ 2032159 w 2419350"/>
                <a:gd name="connsiteY11218" fmla="*/ 438055 h 876300"/>
                <a:gd name="connsiteX11219" fmla="*/ 2031492 w 2419350"/>
                <a:gd name="connsiteY11219" fmla="*/ 437674 h 876300"/>
                <a:gd name="connsiteX11220" fmla="*/ 2030921 w 2419350"/>
                <a:gd name="connsiteY11220" fmla="*/ 437293 h 876300"/>
                <a:gd name="connsiteX11221" fmla="*/ 2030539 w 2419350"/>
                <a:gd name="connsiteY11221" fmla="*/ 437293 h 876300"/>
                <a:gd name="connsiteX11222" fmla="*/ 2030539 w 2419350"/>
                <a:gd name="connsiteY11222" fmla="*/ 437674 h 876300"/>
                <a:gd name="connsiteX11223" fmla="*/ 2029778 w 2419350"/>
                <a:gd name="connsiteY11223" fmla="*/ 437197 h 876300"/>
                <a:gd name="connsiteX11224" fmla="*/ 2028063 w 2419350"/>
                <a:gd name="connsiteY11224" fmla="*/ 436340 h 876300"/>
                <a:gd name="connsiteX11225" fmla="*/ 2027206 w 2419350"/>
                <a:gd name="connsiteY11225" fmla="*/ 436721 h 876300"/>
                <a:gd name="connsiteX11226" fmla="*/ 2027587 w 2419350"/>
                <a:gd name="connsiteY11226" fmla="*/ 437483 h 876300"/>
                <a:gd name="connsiteX11227" fmla="*/ 2028158 w 2419350"/>
                <a:gd name="connsiteY11227" fmla="*/ 438245 h 876300"/>
                <a:gd name="connsiteX11228" fmla="*/ 2297621 w 2419350"/>
                <a:gd name="connsiteY11228" fmla="*/ 741807 h 876300"/>
                <a:gd name="connsiteX11229" fmla="*/ 2298954 w 2419350"/>
                <a:gd name="connsiteY11229" fmla="*/ 739426 h 876300"/>
                <a:gd name="connsiteX11230" fmla="*/ 2299716 w 2419350"/>
                <a:gd name="connsiteY11230" fmla="*/ 738378 h 876300"/>
                <a:gd name="connsiteX11231" fmla="*/ 2300668 w 2419350"/>
                <a:gd name="connsiteY11231" fmla="*/ 737806 h 876300"/>
                <a:gd name="connsiteX11232" fmla="*/ 2301812 w 2419350"/>
                <a:gd name="connsiteY11232" fmla="*/ 737616 h 876300"/>
                <a:gd name="connsiteX11233" fmla="*/ 2304193 w 2419350"/>
                <a:gd name="connsiteY11233" fmla="*/ 737521 h 876300"/>
                <a:gd name="connsiteX11234" fmla="*/ 2305526 w 2419350"/>
                <a:gd name="connsiteY11234" fmla="*/ 737045 h 876300"/>
                <a:gd name="connsiteX11235" fmla="*/ 2306383 w 2419350"/>
                <a:gd name="connsiteY11235" fmla="*/ 736378 h 876300"/>
                <a:gd name="connsiteX11236" fmla="*/ 2308003 w 2419350"/>
                <a:gd name="connsiteY11236" fmla="*/ 734473 h 876300"/>
                <a:gd name="connsiteX11237" fmla="*/ 2308955 w 2419350"/>
                <a:gd name="connsiteY11237" fmla="*/ 733806 h 876300"/>
                <a:gd name="connsiteX11238" fmla="*/ 2310098 w 2419350"/>
                <a:gd name="connsiteY11238" fmla="*/ 733520 h 876300"/>
                <a:gd name="connsiteX11239" fmla="*/ 2312575 w 2419350"/>
                <a:gd name="connsiteY11239" fmla="*/ 733520 h 876300"/>
                <a:gd name="connsiteX11240" fmla="*/ 2312003 w 2419350"/>
                <a:gd name="connsiteY11240" fmla="*/ 731711 h 876300"/>
                <a:gd name="connsiteX11241" fmla="*/ 2311717 w 2419350"/>
                <a:gd name="connsiteY11241" fmla="*/ 729901 h 876300"/>
                <a:gd name="connsiteX11242" fmla="*/ 2311622 w 2419350"/>
                <a:gd name="connsiteY11242" fmla="*/ 725996 h 876300"/>
                <a:gd name="connsiteX11243" fmla="*/ 2312003 w 2419350"/>
                <a:gd name="connsiteY11243" fmla="*/ 724186 h 876300"/>
                <a:gd name="connsiteX11244" fmla="*/ 2313051 w 2419350"/>
                <a:gd name="connsiteY11244" fmla="*/ 723138 h 876300"/>
                <a:gd name="connsiteX11245" fmla="*/ 2316004 w 2419350"/>
                <a:gd name="connsiteY11245" fmla="*/ 721614 h 876300"/>
                <a:gd name="connsiteX11246" fmla="*/ 2316575 w 2419350"/>
                <a:gd name="connsiteY11246" fmla="*/ 721138 h 876300"/>
                <a:gd name="connsiteX11247" fmla="*/ 2316861 w 2419350"/>
                <a:gd name="connsiteY11247" fmla="*/ 720566 h 876300"/>
                <a:gd name="connsiteX11248" fmla="*/ 2317147 w 2419350"/>
                <a:gd name="connsiteY11248" fmla="*/ 715709 h 876300"/>
                <a:gd name="connsiteX11249" fmla="*/ 2317433 w 2419350"/>
                <a:gd name="connsiteY11249" fmla="*/ 714756 h 876300"/>
                <a:gd name="connsiteX11250" fmla="*/ 2318861 w 2419350"/>
                <a:gd name="connsiteY11250" fmla="*/ 712184 h 876300"/>
                <a:gd name="connsiteX11251" fmla="*/ 2319623 w 2419350"/>
                <a:gd name="connsiteY11251" fmla="*/ 709898 h 876300"/>
                <a:gd name="connsiteX11252" fmla="*/ 2320100 w 2419350"/>
                <a:gd name="connsiteY11252" fmla="*/ 708946 h 876300"/>
                <a:gd name="connsiteX11253" fmla="*/ 2320766 w 2419350"/>
                <a:gd name="connsiteY11253" fmla="*/ 708088 h 876300"/>
                <a:gd name="connsiteX11254" fmla="*/ 2321719 w 2419350"/>
                <a:gd name="connsiteY11254" fmla="*/ 707136 h 876300"/>
                <a:gd name="connsiteX11255" fmla="*/ 2320195 w 2419350"/>
                <a:gd name="connsiteY11255" fmla="*/ 706374 h 876300"/>
                <a:gd name="connsiteX11256" fmla="*/ 2316385 w 2419350"/>
                <a:gd name="connsiteY11256" fmla="*/ 705898 h 876300"/>
                <a:gd name="connsiteX11257" fmla="*/ 2314575 w 2419350"/>
                <a:gd name="connsiteY11257" fmla="*/ 705326 h 876300"/>
                <a:gd name="connsiteX11258" fmla="*/ 2313718 w 2419350"/>
                <a:gd name="connsiteY11258" fmla="*/ 704755 h 876300"/>
                <a:gd name="connsiteX11259" fmla="*/ 2312956 w 2419350"/>
                <a:gd name="connsiteY11259" fmla="*/ 704088 h 876300"/>
                <a:gd name="connsiteX11260" fmla="*/ 2312289 w 2419350"/>
                <a:gd name="connsiteY11260" fmla="*/ 703326 h 876300"/>
                <a:gd name="connsiteX11261" fmla="*/ 2309813 w 2419350"/>
                <a:gd name="connsiteY11261" fmla="*/ 699611 h 876300"/>
                <a:gd name="connsiteX11262" fmla="*/ 2309527 w 2419350"/>
                <a:gd name="connsiteY11262" fmla="*/ 698849 h 876300"/>
                <a:gd name="connsiteX11263" fmla="*/ 2307526 w 2419350"/>
                <a:gd name="connsiteY11263" fmla="*/ 696373 h 876300"/>
                <a:gd name="connsiteX11264" fmla="*/ 2302955 w 2419350"/>
                <a:gd name="connsiteY11264" fmla="*/ 695611 h 876300"/>
                <a:gd name="connsiteX11265" fmla="*/ 2297906 w 2419350"/>
                <a:gd name="connsiteY11265" fmla="*/ 695897 h 876300"/>
                <a:gd name="connsiteX11266" fmla="*/ 2294477 w 2419350"/>
                <a:gd name="connsiteY11266" fmla="*/ 696563 h 876300"/>
                <a:gd name="connsiteX11267" fmla="*/ 2293049 w 2419350"/>
                <a:gd name="connsiteY11267" fmla="*/ 697039 h 876300"/>
                <a:gd name="connsiteX11268" fmla="*/ 2286000 w 2419350"/>
                <a:gd name="connsiteY11268" fmla="*/ 697992 h 876300"/>
                <a:gd name="connsiteX11269" fmla="*/ 2278094 w 2419350"/>
                <a:gd name="connsiteY11269" fmla="*/ 700754 h 876300"/>
                <a:gd name="connsiteX11270" fmla="*/ 2269903 w 2419350"/>
                <a:gd name="connsiteY11270" fmla="*/ 706184 h 876300"/>
                <a:gd name="connsiteX11271" fmla="*/ 2266664 w 2419350"/>
                <a:gd name="connsiteY11271" fmla="*/ 708851 h 876300"/>
                <a:gd name="connsiteX11272" fmla="*/ 2265521 w 2419350"/>
                <a:gd name="connsiteY11272" fmla="*/ 710279 h 876300"/>
                <a:gd name="connsiteX11273" fmla="*/ 2264378 w 2419350"/>
                <a:gd name="connsiteY11273" fmla="*/ 712470 h 876300"/>
                <a:gd name="connsiteX11274" fmla="*/ 2263902 w 2419350"/>
                <a:gd name="connsiteY11274" fmla="*/ 713708 h 876300"/>
                <a:gd name="connsiteX11275" fmla="*/ 2263712 w 2419350"/>
                <a:gd name="connsiteY11275" fmla="*/ 714756 h 876300"/>
                <a:gd name="connsiteX11276" fmla="*/ 2263331 w 2419350"/>
                <a:gd name="connsiteY11276" fmla="*/ 715613 h 876300"/>
                <a:gd name="connsiteX11277" fmla="*/ 2260854 w 2419350"/>
                <a:gd name="connsiteY11277" fmla="*/ 717804 h 876300"/>
                <a:gd name="connsiteX11278" fmla="*/ 2259616 w 2419350"/>
                <a:gd name="connsiteY11278" fmla="*/ 719614 h 876300"/>
                <a:gd name="connsiteX11279" fmla="*/ 2255901 w 2419350"/>
                <a:gd name="connsiteY11279" fmla="*/ 727424 h 876300"/>
                <a:gd name="connsiteX11280" fmla="*/ 2255615 w 2419350"/>
                <a:gd name="connsiteY11280" fmla="*/ 727901 h 876300"/>
                <a:gd name="connsiteX11281" fmla="*/ 2255139 w 2419350"/>
                <a:gd name="connsiteY11281" fmla="*/ 728472 h 876300"/>
                <a:gd name="connsiteX11282" fmla="*/ 2254663 w 2419350"/>
                <a:gd name="connsiteY11282" fmla="*/ 731520 h 876300"/>
                <a:gd name="connsiteX11283" fmla="*/ 2254091 w 2419350"/>
                <a:gd name="connsiteY11283" fmla="*/ 732092 h 876300"/>
                <a:gd name="connsiteX11284" fmla="*/ 2252472 w 2419350"/>
                <a:gd name="connsiteY11284" fmla="*/ 733235 h 876300"/>
                <a:gd name="connsiteX11285" fmla="*/ 2252091 w 2419350"/>
                <a:gd name="connsiteY11285" fmla="*/ 733901 h 876300"/>
                <a:gd name="connsiteX11286" fmla="*/ 2251900 w 2419350"/>
                <a:gd name="connsiteY11286" fmla="*/ 734663 h 876300"/>
                <a:gd name="connsiteX11287" fmla="*/ 2250662 w 2419350"/>
                <a:gd name="connsiteY11287" fmla="*/ 736949 h 876300"/>
                <a:gd name="connsiteX11288" fmla="*/ 2245995 w 2419350"/>
                <a:gd name="connsiteY11288" fmla="*/ 749903 h 876300"/>
                <a:gd name="connsiteX11289" fmla="*/ 2246090 w 2419350"/>
                <a:gd name="connsiteY11289" fmla="*/ 751808 h 876300"/>
                <a:gd name="connsiteX11290" fmla="*/ 2248186 w 2419350"/>
                <a:gd name="connsiteY11290" fmla="*/ 751808 h 876300"/>
                <a:gd name="connsiteX11291" fmla="*/ 2252567 w 2419350"/>
                <a:gd name="connsiteY11291" fmla="*/ 750094 h 876300"/>
                <a:gd name="connsiteX11292" fmla="*/ 2254758 w 2419350"/>
                <a:gd name="connsiteY11292" fmla="*/ 749522 h 876300"/>
                <a:gd name="connsiteX11293" fmla="*/ 2257234 w 2419350"/>
                <a:gd name="connsiteY11293" fmla="*/ 749237 h 876300"/>
                <a:gd name="connsiteX11294" fmla="*/ 2266950 w 2419350"/>
                <a:gd name="connsiteY11294" fmla="*/ 749427 h 876300"/>
                <a:gd name="connsiteX11295" fmla="*/ 2274570 w 2419350"/>
                <a:gd name="connsiteY11295" fmla="*/ 749618 h 876300"/>
                <a:gd name="connsiteX11296" fmla="*/ 2276951 w 2419350"/>
                <a:gd name="connsiteY11296" fmla="*/ 749999 h 876300"/>
                <a:gd name="connsiteX11297" fmla="*/ 2280666 w 2419350"/>
                <a:gd name="connsiteY11297" fmla="*/ 751427 h 876300"/>
                <a:gd name="connsiteX11298" fmla="*/ 2282857 w 2419350"/>
                <a:gd name="connsiteY11298" fmla="*/ 751427 h 876300"/>
                <a:gd name="connsiteX11299" fmla="*/ 2284952 w 2419350"/>
                <a:gd name="connsiteY11299" fmla="*/ 750951 h 876300"/>
                <a:gd name="connsiteX11300" fmla="*/ 2286857 w 2419350"/>
                <a:gd name="connsiteY11300" fmla="*/ 750284 h 876300"/>
                <a:gd name="connsiteX11301" fmla="*/ 2288572 w 2419350"/>
                <a:gd name="connsiteY11301" fmla="*/ 749332 h 876300"/>
                <a:gd name="connsiteX11302" fmla="*/ 2290000 w 2419350"/>
                <a:gd name="connsiteY11302" fmla="*/ 748189 h 876300"/>
                <a:gd name="connsiteX11303" fmla="*/ 2291906 w 2419350"/>
                <a:gd name="connsiteY11303" fmla="*/ 745998 h 876300"/>
                <a:gd name="connsiteX11304" fmla="*/ 2292382 w 2419350"/>
                <a:gd name="connsiteY11304" fmla="*/ 745617 h 876300"/>
                <a:gd name="connsiteX11305" fmla="*/ 2293334 w 2419350"/>
                <a:gd name="connsiteY11305" fmla="*/ 745236 h 876300"/>
                <a:gd name="connsiteX11306" fmla="*/ 2296858 w 2419350"/>
                <a:gd name="connsiteY11306" fmla="*/ 742760 h 876300"/>
                <a:gd name="connsiteX11307" fmla="*/ 2297621 w 2419350"/>
                <a:gd name="connsiteY11307" fmla="*/ 741807 h 876300"/>
                <a:gd name="connsiteX11308" fmla="*/ 2312194 w 2419350"/>
                <a:gd name="connsiteY11308" fmla="*/ 747331 h 876300"/>
                <a:gd name="connsiteX11309" fmla="*/ 2310098 w 2419350"/>
                <a:gd name="connsiteY11309" fmla="*/ 745236 h 876300"/>
                <a:gd name="connsiteX11310" fmla="*/ 2309241 w 2419350"/>
                <a:gd name="connsiteY11310" fmla="*/ 744188 h 876300"/>
                <a:gd name="connsiteX11311" fmla="*/ 2308860 w 2419350"/>
                <a:gd name="connsiteY11311" fmla="*/ 742855 h 876300"/>
                <a:gd name="connsiteX11312" fmla="*/ 2308860 w 2419350"/>
                <a:gd name="connsiteY11312" fmla="*/ 741140 h 876300"/>
                <a:gd name="connsiteX11313" fmla="*/ 2308670 w 2419350"/>
                <a:gd name="connsiteY11313" fmla="*/ 739330 h 876300"/>
                <a:gd name="connsiteX11314" fmla="*/ 2307908 w 2419350"/>
                <a:gd name="connsiteY11314" fmla="*/ 738092 h 876300"/>
                <a:gd name="connsiteX11315" fmla="*/ 2306288 w 2419350"/>
                <a:gd name="connsiteY11315" fmla="*/ 737902 h 876300"/>
                <a:gd name="connsiteX11316" fmla="*/ 2303336 w 2419350"/>
                <a:gd name="connsiteY11316" fmla="*/ 738854 h 876300"/>
                <a:gd name="connsiteX11317" fmla="*/ 2301240 w 2419350"/>
                <a:gd name="connsiteY11317" fmla="*/ 739140 h 876300"/>
                <a:gd name="connsiteX11318" fmla="*/ 2300478 w 2419350"/>
                <a:gd name="connsiteY11318" fmla="*/ 739521 h 876300"/>
                <a:gd name="connsiteX11319" fmla="*/ 2300097 w 2419350"/>
                <a:gd name="connsiteY11319" fmla="*/ 740283 h 876300"/>
                <a:gd name="connsiteX11320" fmla="*/ 2300002 w 2419350"/>
                <a:gd name="connsiteY11320" fmla="*/ 741426 h 876300"/>
                <a:gd name="connsiteX11321" fmla="*/ 2299621 w 2419350"/>
                <a:gd name="connsiteY11321" fmla="*/ 742379 h 876300"/>
                <a:gd name="connsiteX11322" fmla="*/ 2298764 w 2419350"/>
                <a:gd name="connsiteY11322" fmla="*/ 743236 h 876300"/>
                <a:gd name="connsiteX11323" fmla="*/ 2294763 w 2419350"/>
                <a:gd name="connsiteY11323" fmla="*/ 745903 h 876300"/>
                <a:gd name="connsiteX11324" fmla="*/ 2294096 w 2419350"/>
                <a:gd name="connsiteY11324" fmla="*/ 746665 h 876300"/>
                <a:gd name="connsiteX11325" fmla="*/ 2293906 w 2419350"/>
                <a:gd name="connsiteY11325" fmla="*/ 747998 h 876300"/>
                <a:gd name="connsiteX11326" fmla="*/ 2294477 w 2419350"/>
                <a:gd name="connsiteY11326" fmla="*/ 749046 h 876300"/>
                <a:gd name="connsiteX11327" fmla="*/ 2295716 w 2419350"/>
                <a:gd name="connsiteY11327" fmla="*/ 749427 h 876300"/>
                <a:gd name="connsiteX11328" fmla="*/ 2298192 w 2419350"/>
                <a:gd name="connsiteY11328" fmla="*/ 749332 h 876300"/>
                <a:gd name="connsiteX11329" fmla="*/ 2299430 w 2419350"/>
                <a:gd name="connsiteY11329" fmla="*/ 749618 h 876300"/>
                <a:gd name="connsiteX11330" fmla="*/ 2301812 w 2419350"/>
                <a:gd name="connsiteY11330" fmla="*/ 750570 h 876300"/>
                <a:gd name="connsiteX11331" fmla="*/ 2312003 w 2419350"/>
                <a:gd name="connsiteY11331" fmla="*/ 751142 h 876300"/>
                <a:gd name="connsiteX11332" fmla="*/ 2312861 w 2419350"/>
                <a:gd name="connsiteY11332" fmla="*/ 750665 h 876300"/>
                <a:gd name="connsiteX11333" fmla="*/ 2312956 w 2419350"/>
                <a:gd name="connsiteY11333" fmla="*/ 749522 h 876300"/>
                <a:gd name="connsiteX11334" fmla="*/ 2312575 w 2419350"/>
                <a:gd name="connsiteY11334" fmla="*/ 748284 h 876300"/>
                <a:gd name="connsiteX11335" fmla="*/ 2312194 w 2419350"/>
                <a:gd name="connsiteY11335" fmla="*/ 747331 h 876300"/>
                <a:gd name="connsiteX11336" fmla="*/ 2421731 w 2419350"/>
                <a:gd name="connsiteY11336" fmla="*/ 752475 h 876300"/>
                <a:gd name="connsiteX11337" fmla="*/ 2421731 w 2419350"/>
                <a:gd name="connsiteY11337" fmla="*/ 738473 h 876300"/>
                <a:gd name="connsiteX11338" fmla="*/ 2421731 w 2419350"/>
                <a:gd name="connsiteY11338" fmla="*/ 729615 h 876300"/>
                <a:gd name="connsiteX11339" fmla="*/ 2421731 w 2419350"/>
                <a:gd name="connsiteY11339" fmla="*/ 691610 h 876300"/>
                <a:gd name="connsiteX11340" fmla="*/ 2421731 w 2419350"/>
                <a:gd name="connsiteY11340" fmla="*/ 684943 h 876300"/>
                <a:gd name="connsiteX11341" fmla="*/ 2421731 w 2419350"/>
                <a:gd name="connsiteY11341" fmla="*/ 676942 h 876300"/>
                <a:gd name="connsiteX11342" fmla="*/ 2421731 w 2419350"/>
                <a:gd name="connsiteY11342" fmla="*/ 671227 h 876300"/>
                <a:gd name="connsiteX11343" fmla="*/ 2420969 w 2419350"/>
                <a:gd name="connsiteY11343" fmla="*/ 671322 h 876300"/>
                <a:gd name="connsiteX11344" fmla="*/ 2420017 w 2419350"/>
                <a:gd name="connsiteY11344" fmla="*/ 670751 h 876300"/>
                <a:gd name="connsiteX11345" fmla="*/ 2419826 w 2419350"/>
                <a:gd name="connsiteY11345" fmla="*/ 669036 h 876300"/>
                <a:gd name="connsiteX11346" fmla="*/ 2418588 w 2419350"/>
                <a:gd name="connsiteY11346" fmla="*/ 669417 h 876300"/>
                <a:gd name="connsiteX11347" fmla="*/ 2418207 w 2419350"/>
                <a:gd name="connsiteY11347" fmla="*/ 668750 h 876300"/>
                <a:gd name="connsiteX11348" fmla="*/ 2418112 w 2419350"/>
                <a:gd name="connsiteY11348" fmla="*/ 667607 h 876300"/>
                <a:gd name="connsiteX11349" fmla="*/ 2417826 w 2419350"/>
                <a:gd name="connsiteY11349" fmla="*/ 666750 h 876300"/>
                <a:gd name="connsiteX11350" fmla="*/ 2416778 w 2419350"/>
                <a:gd name="connsiteY11350" fmla="*/ 665988 h 876300"/>
                <a:gd name="connsiteX11351" fmla="*/ 2416302 w 2419350"/>
                <a:gd name="connsiteY11351" fmla="*/ 665512 h 876300"/>
                <a:gd name="connsiteX11352" fmla="*/ 2416111 w 2419350"/>
                <a:gd name="connsiteY11352" fmla="*/ 664940 h 876300"/>
                <a:gd name="connsiteX11353" fmla="*/ 2416207 w 2419350"/>
                <a:gd name="connsiteY11353" fmla="*/ 664655 h 876300"/>
                <a:gd name="connsiteX11354" fmla="*/ 2416683 w 2419350"/>
                <a:gd name="connsiteY11354" fmla="*/ 663988 h 876300"/>
                <a:gd name="connsiteX11355" fmla="*/ 2416778 w 2419350"/>
                <a:gd name="connsiteY11355" fmla="*/ 663607 h 876300"/>
                <a:gd name="connsiteX11356" fmla="*/ 2416493 w 2419350"/>
                <a:gd name="connsiteY11356" fmla="*/ 663035 h 876300"/>
                <a:gd name="connsiteX11357" fmla="*/ 2415350 w 2419350"/>
                <a:gd name="connsiteY11357" fmla="*/ 662083 h 876300"/>
                <a:gd name="connsiteX11358" fmla="*/ 2414968 w 2419350"/>
                <a:gd name="connsiteY11358" fmla="*/ 661511 h 876300"/>
                <a:gd name="connsiteX11359" fmla="*/ 2414873 w 2419350"/>
                <a:gd name="connsiteY11359" fmla="*/ 660940 h 876300"/>
                <a:gd name="connsiteX11360" fmla="*/ 2414968 w 2419350"/>
                <a:gd name="connsiteY11360" fmla="*/ 660463 h 876300"/>
                <a:gd name="connsiteX11361" fmla="*/ 2415254 w 2419350"/>
                <a:gd name="connsiteY11361" fmla="*/ 659892 h 876300"/>
                <a:gd name="connsiteX11362" fmla="*/ 2415731 w 2419350"/>
                <a:gd name="connsiteY11362" fmla="*/ 658178 h 876300"/>
                <a:gd name="connsiteX11363" fmla="*/ 2415731 w 2419350"/>
                <a:gd name="connsiteY11363" fmla="*/ 657225 h 876300"/>
                <a:gd name="connsiteX11364" fmla="*/ 2414968 w 2419350"/>
                <a:gd name="connsiteY11364" fmla="*/ 656844 h 876300"/>
                <a:gd name="connsiteX11365" fmla="*/ 2415445 w 2419350"/>
                <a:gd name="connsiteY11365" fmla="*/ 656082 h 876300"/>
                <a:gd name="connsiteX11366" fmla="*/ 2416207 w 2419350"/>
                <a:gd name="connsiteY11366" fmla="*/ 655796 h 876300"/>
                <a:gd name="connsiteX11367" fmla="*/ 2417064 w 2419350"/>
                <a:gd name="connsiteY11367" fmla="*/ 655606 h 876300"/>
                <a:gd name="connsiteX11368" fmla="*/ 2417826 w 2419350"/>
                <a:gd name="connsiteY11368" fmla="*/ 655034 h 876300"/>
                <a:gd name="connsiteX11369" fmla="*/ 2417731 w 2419350"/>
                <a:gd name="connsiteY11369" fmla="*/ 654653 h 876300"/>
                <a:gd name="connsiteX11370" fmla="*/ 2417350 w 2419350"/>
                <a:gd name="connsiteY11370" fmla="*/ 654177 h 876300"/>
                <a:gd name="connsiteX11371" fmla="*/ 2417160 w 2419350"/>
                <a:gd name="connsiteY11371" fmla="*/ 653796 h 876300"/>
                <a:gd name="connsiteX11372" fmla="*/ 2417636 w 2419350"/>
                <a:gd name="connsiteY11372" fmla="*/ 653605 h 876300"/>
                <a:gd name="connsiteX11373" fmla="*/ 2418112 w 2419350"/>
                <a:gd name="connsiteY11373" fmla="*/ 653605 h 876300"/>
                <a:gd name="connsiteX11374" fmla="*/ 2418397 w 2419350"/>
                <a:gd name="connsiteY11374" fmla="*/ 653415 h 876300"/>
                <a:gd name="connsiteX11375" fmla="*/ 2418493 w 2419350"/>
                <a:gd name="connsiteY11375" fmla="*/ 653129 h 876300"/>
                <a:gd name="connsiteX11376" fmla="*/ 2418588 w 2419350"/>
                <a:gd name="connsiteY11376" fmla="*/ 651796 h 876300"/>
                <a:gd name="connsiteX11377" fmla="*/ 2418683 w 2419350"/>
                <a:gd name="connsiteY11377" fmla="*/ 651224 h 876300"/>
                <a:gd name="connsiteX11378" fmla="*/ 2419064 w 2419350"/>
                <a:gd name="connsiteY11378" fmla="*/ 650843 h 876300"/>
                <a:gd name="connsiteX11379" fmla="*/ 2419826 w 2419350"/>
                <a:gd name="connsiteY11379" fmla="*/ 650748 h 876300"/>
                <a:gd name="connsiteX11380" fmla="*/ 2420207 w 2419350"/>
                <a:gd name="connsiteY11380" fmla="*/ 650272 h 876300"/>
                <a:gd name="connsiteX11381" fmla="*/ 2420398 w 2419350"/>
                <a:gd name="connsiteY11381" fmla="*/ 649319 h 876300"/>
                <a:gd name="connsiteX11382" fmla="*/ 2420207 w 2419350"/>
                <a:gd name="connsiteY11382" fmla="*/ 648557 h 876300"/>
                <a:gd name="connsiteX11383" fmla="*/ 2419350 w 2419350"/>
                <a:gd name="connsiteY11383" fmla="*/ 648557 h 876300"/>
                <a:gd name="connsiteX11384" fmla="*/ 2419350 w 2419350"/>
                <a:gd name="connsiteY11384" fmla="*/ 647891 h 876300"/>
                <a:gd name="connsiteX11385" fmla="*/ 2419159 w 2419350"/>
                <a:gd name="connsiteY11385" fmla="*/ 647414 h 876300"/>
                <a:gd name="connsiteX11386" fmla="*/ 2418779 w 2419350"/>
                <a:gd name="connsiteY11386" fmla="*/ 647129 h 876300"/>
                <a:gd name="connsiteX11387" fmla="*/ 2418207 w 2419350"/>
                <a:gd name="connsiteY11387" fmla="*/ 647033 h 876300"/>
                <a:gd name="connsiteX11388" fmla="*/ 2418683 w 2419350"/>
                <a:gd name="connsiteY11388" fmla="*/ 646747 h 876300"/>
                <a:gd name="connsiteX11389" fmla="*/ 2419159 w 2419350"/>
                <a:gd name="connsiteY11389" fmla="*/ 646652 h 876300"/>
                <a:gd name="connsiteX11390" fmla="*/ 2419731 w 2419350"/>
                <a:gd name="connsiteY11390" fmla="*/ 646652 h 876300"/>
                <a:gd name="connsiteX11391" fmla="*/ 2420302 w 2419350"/>
                <a:gd name="connsiteY11391" fmla="*/ 646652 h 876300"/>
                <a:gd name="connsiteX11392" fmla="*/ 2420207 w 2419350"/>
                <a:gd name="connsiteY11392" fmla="*/ 645986 h 876300"/>
                <a:gd name="connsiteX11393" fmla="*/ 2420493 w 2419350"/>
                <a:gd name="connsiteY11393" fmla="*/ 645605 h 876300"/>
                <a:gd name="connsiteX11394" fmla="*/ 2420874 w 2419350"/>
                <a:gd name="connsiteY11394" fmla="*/ 645224 h 876300"/>
                <a:gd name="connsiteX11395" fmla="*/ 2421065 w 2419350"/>
                <a:gd name="connsiteY11395" fmla="*/ 644652 h 876300"/>
                <a:gd name="connsiteX11396" fmla="*/ 2420969 w 2419350"/>
                <a:gd name="connsiteY11396" fmla="*/ 644366 h 876300"/>
                <a:gd name="connsiteX11397" fmla="*/ 2420493 w 2419350"/>
                <a:gd name="connsiteY11397" fmla="*/ 643890 h 876300"/>
                <a:gd name="connsiteX11398" fmla="*/ 2420398 w 2419350"/>
                <a:gd name="connsiteY11398" fmla="*/ 643604 h 876300"/>
                <a:gd name="connsiteX11399" fmla="*/ 2420398 w 2419350"/>
                <a:gd name="connsiteY11399" fmla="*/ 643414 h 876300"/>
                <a:gd name="connsiteX11400" fmla="*/ 2420684 w 2419350"/>
                <a:gd name="connsiteY11400" fmla="*/ 643319 h 876300"/>
                <a:gd name="connsiteX11401" fmla="*/ 2420969 w 2419350"/>
                <a:gd name="connsiteY11401" fmla="*/ 642271 h 876300"/>
                <a:gd name="connsiteX11402" fmla="*/ 2421445 w 2419350"/>
                <a:gd name="connsiteY11402" fmla="*/ 641699 h 876300"/>
                <a:gd name="connsiteX11403" fmla="*/ 2421636 w 2419350"/>
                <a:gd name="connsiteY11403" fmla="*/ 641604 h 876300"/>
                <a:gd name="connsiteX11404" fmla="*/ 2421636 w 2419350"/>
                <a:gd name="connsiteY11404" fmla="*/ 571310 h 876300"/>
                <a:gd name="connsiteX11405" fmla="*/ 2421636 w 2419350"/>
                <a:gd name="connsiteY11405" fmla="*/ 570738 h 876300"/>
                <a:gd name="connsiteX11406" fmla="*/ 2421636 w 2419350"/>
                <a:gd name="connsiteY11406" fmla="*/ 559499 h 876300"/>
                <a:gd name="connsiteX11407" fmla="*/ 2421636 w 2419350"/>
                <a:gd name="connsiteY11407" fmla="*/ 550164 h 876300"/>
                <a:gd name="connsiteX11408" fmla="*/ 2421636 w 2419350"/>
                <a:gd name="connsiteY11408" fmla="*/ 527971 h 876300"/>
                <a:gd name="connsiteX11409" fmla="*/ 2421636 w 2419350"/>
                <a:gd name="connsiteY11409" fmla="*/ 519017 h 876300"/>
                <a:gd name="connsiteX11410" fmla="*/ 2421636 w 2419350"/>
                <a:gd name="connsiteY11410" fmla="*/ 508445 h 876300"/>
                <a:gd name="connsiteX11411" fmla="*/ 2421636 w 2419350"/>
                <a:gd name="connsiteY11411" fmla="*/ 497014 h 876300"/>
                <a:gd name="connsiteX11412" fmla="*/ 2421636 w 2419350"/>
                <a:gd name="connsiteY11412" fmla="*/ 479679 h 876300"/>
                <a:gd name="connsiteX11413" fmla="*/ 2421636 w 2419350"/>
                <a:gd name="connsiteY11413" fmla="*/ 466630 h 876300"/>
                <a:gd name="connsiteX11414" fmla="*/ 2421636 w 2419350"/>
                <a:gd name="connsiteY11414" fmla="*/ 456438 h 876300"/>
                <a:gd name="connsiteX11415" fmla="*/ 2421636 w 2419350"/>
                <a:gd name="connsiteY11415" fmla="*/ 447199 h 876300"/>
                <a:gd name="connsiteX11416" fmla="*/ 2421636 w 2419350"/>
                <a:gd name="connsiteY11416" fmla="*/ 445580 h 876300"/>
                <a:gd name="connsiteX11417" fmla="*/ 2421636 w 2419350"/>
                <a:gd name="connsiteY11417" fmla="*/ 445580 h 876300"/>
                <a:gd name="connsiteX11418" fmla="*/ 2421636 w 2419350"/>
                <a:gd name="connsiteY11418" fmla="*/ 445580 h 876300"/>
                <a:gd name="connsiteX11419" fmla="*/ 2421160 w 2419350"/>
                <a:gd name="connsiteY11419" fmla="*/ 445580 h 876300"/>
                <a:gd name="connsiteX11420" fmla="*/ 2418874 w 2419350"/>
                <a:gd name="connsiteY11420" fmla="*/ 445961 h 876300"/>
                <a:gd name="connsiteX11421" fmla="*/ 2414016 w 2419350"/>
                <a:gd name="connsiteY11421" fmla="*/ 445961 h 876300"/>
                <a:gd name="connsiteX11422" fmla="*/ 2413445 w 2419350"/>
                <a:gd name="connsiteY11422" fmla="*/ 446151 h 876300"/>
                <a:gd name="connsiteX11423" fmla="*/ 2412302 w 2419350"/>
                <a:gd name="connsiteY11423" fmla="*/ 446627 h 876300"/>
                <a:gd name="connsiteX11424" fmla="*/ 2411730 w 2419350"/>
                <a:gd name="connsiteY11424" fmla="*/ 446722 h 876300"/>
                <a:gd name="connsiteX11425" fmla="*/ 2411254 w 2419350"/>
                <a:gd name="connsiteY11425" fmla="*/ 446532 h 876300"/>
                <a:gd name="connsiteX11426" fmla="*/ 2410301 w 2419350"/>
                <a:gd name="connsiteY11426" fmla="*/ 445770 h 876300"/>
                <a:gd name="connsiteX11427" fmla="*/ 2410016 w 2419350"/>
                <a:gd name="connsiteY11427" fmla="*/ 445580 h 876300"/>
                <a:gd name="connsiteX11428" fmla="*/ 2409539 w 2419350"/>
                <a:gd name="connsiteY11428" fmla="*/ 445865 h 876300"/>
                <a:gd name="connsiteX11429" fmla="*/ 2409444 w 2419350"/>
                <a:gd name="connsiteY11429" fmla="*/ 446437 h 876300"/>
                <a:gd name="connsiteX11430" fmla="*/ 2409444 w 2419350"/>
                <a:gd name="connsiteY11430" fmla="*/ 447008 h 876300"/>
                <a:gd name="connsiteX11431" fmla="*/ 2409158 w 2419350"/>
                <a:gd name="connsiteY11431" fmla="*/ 447389 h 876300"/>
                <a:gd name="connsiteX11432" fmla="*/ 2408587 w 2419350"/>
                <a:gd name="connsiteY11432" fmla="*/ 447389 h 876300"/>
                <a:gd name="connsiteX11433" fmla="*/ 2408015 w 2419350"/>
                <a:gd name="connsiteY11433" fmla="*/ 447008 h 876300"/>
                <a:gd name="connsiteX11434" fmla="*/ 2407539 w 2419350"/>
                <a:gd name="connsiteY11434" fmla="*/ 446532 h 876300"/>
                <a:gd name="connsiteX11435" fmla="*/ 2407253 w 2419350"/>
                <a:gd name="connsiteY11435" fmla="*/ 446056 h 876300"/>
                <a:gd name="connsiteX11436" fmla="*/ 2409254 w 2419350"/>
                <a:gd name="connsiteY11436" fmla="*/ 443770 h 876300"/>
                <a:gd name="connsiteX11437" fmla="*/ 2409539 w 2419350"/>
                <a:gd name="connsiteY11437" fmla="*/ 443008 h 876300"/>
                <a:gd name="connsiteX11438" fmla="*/ 2409825 w 2419350"/>
                <a:gd name="connsiteY11438" fmla="*/ 441293 h 876300"/>
                <a:gd name="connsiteX11439" fmla="*/ 2409730 w 2419350"/>
                <a:gd name="connsiteY11439" fmla="*/ 440341 h 876300"/>
                <a:gd name="connsiteX11440" fmla="*/ 2408968 w 2419350"/>
                <a:gd name="connsiteY11440" fmla="*/ 439960 h 876300"/>
                <a:gd name="connsiteX11441" fmla="*/ 2402491 w 2419350"/>
                <a:gd name="connsiteY11441" fmla="*/ 437197 h 876300"/>
                <a:gd name="connsiteX11442" fmla="*/ 2396871 w 2419350"/>
                <a:gd name="connsiteY11442" fmla="*/ 437007 h 876300"/>
                <a:gd name="connsiteX11443" fmla="*/ 2395918 w 2419350"/>
                <a:gd name="connsiteY11443" fmla="*/ 436817 h 876300"/>
                <a:gd name="connsiteX11444" fmla="*/ 2390966 w 2419350"/>
                <a:gd name="connsiteY11444" fmla="*/ 435007 h 876300"/>
                <a:gd name="connsiteX11445" fmla="*/ 2390394 w 2419350"/>
                <a:gd name="connsiteY11445" fmla="*/ 434912 h 876300"/>
                <a:gd name="connsiteX11446" fmla="*/ 2389728 w 2419350"/>
                <a:gd name="connsiteY11446" fmla="*/ 435388 h 876300"/>
                <a:gd name="connsiteX11447" fmla="*/ 2390013 w 2419350"/>
                <a:gd name="connsiteY11447" fmla="*/ 435769 h 876300"/>
                <a:gd name="connsiteX11448" fmla="*/ 2390584 w 2419350"/>
                <a:gd name="connsiteY11448" fmla="*/ 436150 h 876300"/>
                <a:gd name="connsiteX11449" fmla="*/ 2390870 w 2419350"/>
                <a:gd name="connsiteY11449" fmla="*/ 436626 h 876300"/>
                <a:gd name="connsiteX11450" fmla="*/ 2390584 w 2419350"/>
                <a:gd name="connsiteY11450" fmla="*/ 437197 h 876300"/>
                <a:gd name="connsiteX11451" fmla="*/ 2390108 w 2419350"/>
                <a:gd name="connsiteY11451" fmla="*/ 437579 h 876300"/>
                <a:gd name="connsiteX11452" fmla="*/ 2389537 w 2419350"/>
                <a:gd name="connsiteY11452" fmla="*/ 437674 h 876300"/>
                <a:gd name="connsiteX11453" fmla="*/ 2388965 w 2419350"/>
                <a:gd name="connsiteY11453" fmla="*/ 437293 h 876300"/>
                <a:gd name="connsiteX11454" fmla="*/ 2388013 w 2419350"/>
                <a:gd name="connsiteY11454" fmla="*/ 437960 h 876300"/>
                <a:gd name="connsiteX11455" fmla="*/ 2386870 w 2419350"/>
                <a:gd name="connsiteY11455" fmla="*/ 437483 h 876300"/>
                <a:gd name="connsiteX11456" fmla="*/ 2385632 w 2419350"/>
                <a:gd name="connsiteY11456" fmla="*/ 436626 h 876300"/>
                <a:gd name="connsiteX11457" fmla="*/ 2382298 w 2419350"/>
                <a:gd name="connsiteY11457" fmla="*/ 435293 h 876300"/>
                <a:gd name="connsiteX11458" fmla="*/ 2381536 w 2419350"/>
                <a:gd name="connsiteY11458" fmla="*/ 435102 h 876300"/>
                <a:gd name="connsiteX11459" fmla="*/ 2379536 w 2419350"/>
                <a:gd name="connsiteY11459" fmla="*/ 432245 h 876300"/>
                <a:gd name="connsiteX11460" fmla="*/ 2379345 w 2419350"/>
                <a:gd name="connsiteY11460" fmla="*/ 431863 h 876300"/>
                <a:gd name="connsiteX11461" fmla="*/ 2379345 w 2419350"/>
                <a:gd name="connsiteY11461" fmla="*/ 431483 h 876300"/>
                <a:gd name="connsiteX11462" fmla="*/ 2379250 w 2419350"/>
                <a:gd name="connsiteY11462" fmla="*/ 431102 h 876300"/>
                <a:gd name="connsiteX11463" fmla="*/ 2378869 w 2419350"/>
                <a:gd name="connsiteY11463" fmla="*/ 430911 h 876300"/>
                <a:gd name="connsiteX11464" fmla="*/ 2378583 w 2419350"/>
                <a:gd name="connsiteY11464" fmla="*/ 431006 h 876300"/>
                <a:gd name="connsiteX11465" fmla="*/ 2378488 w 2419350"/>
                <a:gd name="connsiteY11465" fmla="*/ 431768 h 876300"/>
                <a:gd name="connsiteX11466" fmla="*/ 2378202 w 2419350"/>
                <a:gd name="connsiteY11466" fmla="*/ 431959 h 876300"/>
                <a:gd name="connsiteX11467" fmla="*/ 2376964 w 2419350"/>
                <a:gd name="connsiteY11467" fmla="*/ 431197 h 876300"/>
                <a:gd name="connsiteX11468" fmla="*/ 2376107 w 2419350"/>
                <a:gd name="connsiteY11468" fmla="*/ 430816 h 876300"/>
                <a:gd name="connsiteX11469" fmla="*/ 2375725 w 2419350"/>
                <a:gd name="connsiteY11469" fmla="*/ 431006 h 876300"/>
                <a:gd name="connsiteX11470" fmla="*/ 2375154 w 2419350"/>
                <a:gd name="connsiteY11470" fmla="*/ 432054 h 876300"/>
                <a:gd name="connsiteX11471" fmla="*/ 2373726 w 2419350"/>
                <a:gd name="connsiteY11471" fmla="*/ 432626 h 876300"/>
                <a:gd name="connsiteX11472" fmla="*/ 2363438 w 2419350"/>
                <a:gd name="connsiteY11472" fmla="*/ 433578 h 876300"/>
                <a:gd name="connsiteX11473" fmla="*/ 2361153 w 2419350"/>
                <a:gd name="connsiteY11473" fmla="*/ 433292 h 876300"/>
                <a:gd name="connsiteX11474" fmla="*/ 2358961 w 2419350"/>
                <a:gd name="connsiteY11474" fmla="*/ 432626 h 876300"/>
                <a:gd name="connsiteX11475" fmla="*/ 2353532 w 2419350"/>
                <a:gd name="connsiteY11475" fmla="*/ 429387 h 876300"/>
                <a:gd name="connsiteX11476" fmla="*/ 2344960 w 2419350"/>
                <a:gd name="connsiteY11476" fmla="*/ 426149 h 876300"/>
                <a:gd name="connsiteX11477" fmla="*/ 2342483 w 2419350"/>
                <a:gd name="connsiteY11477" fmla="*/ 424244 h 876300"/>
                <a:gd name="connsiteX11478" fmla="*/ 2341816 w 2419350"/>
                <a:gd name="connsiteY11478" fmla="*/ 423958 h 876300"/>
                <a:gd name="connsiteX11479" fmla="*/ 2341054 w 2419350"/>
                <a:gd name="connsiteY11479" fmla="*/ 423767 h 876300"/>
                <a:gd name="connsiteX11480" fmla="*/ 2338102 w 2419350"/>
                <a:gd name="connsiteY11480" fmla="*/ 422148 h 876300"/>
                <a:gd name="connsiteX11481" fmla="*/ 2332768 w 2419350"/>
                <a:gd name="connsiteY11481" fmla="*/ 420338 h 876300"/>
                <a:gd name="connsiteX11482" fmla="*/ 2323433 w 2419350"/>
                <a:gd name="connsiteY11482" fmla="*/ 414623 h 876300"/>
                <a:gd name="connsiteX11483" fmla="*/ 2315147 w 2419350"/>
                <a:gd name="connsiteY11483" fmla="*/ 411861 h 876300"/>
                <a:gd name="connsiteX11484" fmla="*/ 2314004 w 2419350"/>
                <a:gd name="connsiteY11484" fmla="*/ 411766 h 876300"/>
                <a:gd name="connsiteX11485" fmla="*/ 2310574 w 2419350"/>
                <a:gd name="connsiteY11485" fmla="*/ 411671 h 876300"/>
                <a:gd name="connsiteX11486" fmla="*/ 2309527 w 2419350"/>
                <a:gd name="connsiteY11486" fmla="*/ 411385 h 876300"/>
                <a:gd name="connsiteX11487" fmla="*/ 2307431 w 2419350"/>
                <a:gd name="connsiteY11487" fmla="*/ 409861 h 876300"/>
                <a:gd name="connsiteX11488" fmla="*/ 2303812 w 2419350"/>
                <a:gd name="connsiteY11488" fmla="*/ 405860 h 876300"/>
                <a:gd name="connsiteX11489" fmla="*/ 2300097 w 2419350"/>
                <a:gd name="connsiteY11489" fmla="*/ 403003 h 876300"/>
                <a:gd name="connsiteX11490" fmla="*/ 2297716 w 2419350"/>
                <a:gd name="connsiteY11490" fmla="*/ 402431 h 876300"/>
                <a:gd name="connsiteX11491" fmla="*/ 2296573 w 2419350"/>
                <a:gd name="connsiteY11491" fmla="*/ 401955 h 876300"/>
                <a:gd name="connsiteX11492" fmla="*/ 2292858 w 2419350"/>
                <a:gd name="connsiteY11492" fmla="*/ 401384 h 876300"/>
                <a:gd name="connsiteX11493" fmla="*/ 2283809 w 2419350"/>
                <a:gd name="connsiteY11493" fmla="*/ 398812 h 876300"/>
                <a:gd name="connsiteX11494" fmla="*/ 2277047 w 2419350"/>
                <a:gd name="connsiteY11494" fmla="*/ 395669 h 876300"/>
                <a:gd name="connsiteX11495" fmla="*/ 2271236 w 2419350"/>
                <a:gd name="connsiteY11495" fmla="*/ 393954 h 876300"/>
                <a:gd name="connsiteX11496" fmla="*/ 2268950 w 2419350"/>
                <a:gd name="connsiteY11496" fmla="*/ 393573 h 876300"/>
                <a:gd name="connsiteX11497" fmla="*/ 2267998 w 2419350"/>
                <a:gd name="connsiteY11497" fmla="*/ 393002 h 876300"/>
                <a:gd name="connsiteX11498" fmla="*/ 2265521 w 2419350"/>
                <a:gd name="connsiteY11498" fmla="*/ 390525 h 876300"/>
                <a:gd name="connsiteX11499" fmla="*/ 2265045 w 2419350"/>
                <a:gd name="connsiteY11499" fmla="*/ 390335 h 876300"/>
                <a:gd name="connsiteX11500" fmla="*/ 2264378 w 2419350"/>
                <a:gd name="connsiteY11500" fmla="*/ 390239 h 876300"/>
                <a:gd name="connsiteX11501" fmla="*/ 2264092 w 2419350"/>
                <a:gd name="connsiteY11501" fmla="*/ 390049 h 876300"/>
                <a:gd name="connsiteX11502" fmla="*/ 2263140 w 2419350"/>
                <a:gd name="connsiteY11502" fmla="*/ 389001 h 876300"/>
                <a:gd name="connsiteX11503" fmla="*/ 2262664 w 2419350"/>
                <a:gd name="connsiteY11503" fmla="*/ 388811 h 876300"/>
                <a:gd name="connsiteX11504" fmla="*/ 2261425 w 2419350"/>
                <a:gd name="connsiteY11504" fmla="*/ 387382 h 876300"/>
                <a:gd name="connsiteX11505" fmla="*/ 2261045 w 2419350"/>
                <a:gd name="connsiteY11505" fmla="*/ 387001 h 876300"/>
                <a:gd name="connsiteX11506" fmla="*/ 2258854 w 2419350"/>
                <a:gd name="connsiteY11506" fmla="*/ 386239 h 876300"/>
                <a:gd name="connsiteX11507" fmla="*/ 2256568 w 2419350"/>
                <a:gd name="connsiteY11507" fmla="*/ 386239 h 876300"/>
                <a:gd name="connsiteX11508" fmla="*/ 2254187 w 2419350"/>
                <a:gd name="connsiteY11508" fmla="*/ 386905 h 876300"/>
                <a:gd name="connsiteX11509" fmla="*/ 2240375 w 2419350"/>
                <a:gd name="connsiteY11509" fmla="*/ 392906 h 876300"/>
                <a:gd name="connsiteX11510" fmla="*/ 2239518 w 2419350"/>
                <a:gd name="connsiteY11510" fmla="*/ 393097 h 876300"/>
                <a:gd name="connsiteX11511" fmla="*/ 2239232 w 2419350"/>
                <a:gd name="connsiteY11511" fmla="*/ 393287 h 876300"/>
                <a:gd name="connsiteX11512" fmla="*/ 2238566 w 2419350"/>
                <a:gd name="connsiteY11512" fmla="*/ 394145 h 876300"/>
                <a:gd name="connsiteX11513" fmla="*/ 2238184 w 2419350"/>
                <a:gd name="connsiteY11513" fmla="*/ 394526 h 876300"/>
                <a:gd name="connsiteX11514" fmla="*/ 2237899 w 2419350"/>
                <a:gd name="connsiteY11514" fmla="*/ 394716 h 876300"/>
                <a:gd name="connsiteX11515" fmla="*/ 2236756 w 2419350"/>
                <a:gd name="connsiteY11515" fmla="*/ 395192 h 876300"/>
                <a:gd name="connsiteX11516" fmla="*/ 2230660 w 2419350"/>
                <a:gd name="connsiteY11516" fmla="*/ 398812 h 876300"/>
                <a:gd name="connsiteX11517" fmla="*/ 2219801 w 2419350"/>
                <a:gd name="connsiteY11517" fmla="*/ 402812 h 876300"/>
                <a:gd name="connsiteX11518" fmla="*/ 2218754 w 2419350"/>
                <a:gd name="connsiteY11518" fmla="*/ 403384 h 876300"/>
                <a:gd name="connsiteX11519" fmla="*/ 2218373 w 2419350"/>
                <a:gd name="connsiteY11519" fmla="*/ 404051 h 876300"/>
                <a:gd name="connsiteX11520" fmla="*/ 2218373 w 2419350"/>
                <a:gd name="connsiteY11520" fmla="*/ 406432 h 876300"/>
                <a:gd name="connsiteX11521" fmla="*/ 2218182 w 2419350"/>
                <a:gd name="connsiteY11521" fmla="*/ 407480 h 876300"/>
                <a:gd name="connsiteX11522" fmla="*/ 2217611 w 2419350"/>
                <a:gd name="connsiteY11522" fmla="*/ 408146 h 876300"/>
                <a:gd name="connsiteX11523" fmla="*/ 2220563 w 2419350"/>
                <a:gd name="connsiteY11523" fmla="*/ 410242 h 876300"/>
                <a:gd name="connsiteX11524" fmla="*/ 2221135 w 2419350"/>
                <a:gd name="connsiteY11524" fmla="*/ 410528 h 876300"/>
                <a:gd name="connsiteX11525" fmla="*/ 2222564 w 2419350"/>
                <a:gd name="connsiteY11525" fmla="*/ 411004 h 876300"/>
                <a:gd name="connsiteX11526" fmla="*/ 2223135 w 2419350"/>
                <a:gd name="connsiteY11526" fmla="*/ 411289 h 876300"/>
                <a:gd name="connsiteX11527" fmla="*/ 2223421 w 2419350"/>
                <a:gd name="connsiteY11527" fmla="*/ 412052 h 876300"/>
                <a:gd name="connsiteX11528" fmla="*/ 2223421 w 2419350"/>
                <a:gd name="connsiteY11528" fmla="*/ 412909 h 876300"/>
                <a:gd name="connsiteX11529" fmla="*/ 2223135 w 2419350"/>
                <a:gd name="connsiteY11529" fmla="*/ 413576 h 876300"/>
                <a:gd name="connsiteX11530" fmla="*/ 2222564 w 2419350"/>
                <a:gd name="connsiteY11530" fmla="*/ 413861 h 876300"/>
                <a:gd name="connsiteX11531" fmla="*/ 2222373 w 2419350"/>
                <a:gd name="connsiteY11531" fmla="*/ 414242 h 876300"/>
                <a:gd name="connsiteX11532" fmla="*/ 2222945 w 2419350"/>
                <a:gd name="connsiteY11532" fmla="*/ 415004 h 876300"/>
                <a:gd name="connsiteX11533" fmla="*/ 2224183 w 2419350"/>
                <a:gd name="connsiteY11533" fmla="*/ 416052 h 876300"/>
                <a:gd name="connsiteX11534" fmla="*/ 2224659 w 2419350"/>
                <a:gd name="connsiteY11534" fmla="*/ 417195 h 876300"/>
                <a:gd name="connsiteX11535" fmla="*/ 2224278 w 2419350"/>
                <a:gd name="connsiteY11535" fmla="*/ 417862 h 876300"/>
                <a:gd name="connsiteX11536" fmla="*/ 2222564 w 2419350"/>
                <a:gd name="connsiteY11536" fmla="*/ 419100 h 876300"/>
                <a:gd name="connsiteX11537" fmla="*/ 2221706 w 2419350"/>
                <a:gd name="connsiteY11537" fmla="*/ 419576 h 876300"/>
                <a:gd name="connsiteX11538" fmla="*/ 2220468 w 2419350"/>
                <a:gd name="connsiteY11538" fmla="*/ 419862 h 876300"/>
                <a:gd name="connsiteX11539" fmla="*/ 2213610 w 2419350"/>
                <a:gd name="connsiteY11539" fmla="*/ 420243 h 876300"/>
                <a:gd name="connsiteX11540" fmla="*/ 2211324 w 2419350"/>
                <a:gd name="connsiteY11540" fmla="*/ 420624 h 876300"/>
                <a:gd name="connsiteX11541" fmla="*/ 2209705 w 2419350"/>
                <a:gd name="connsiteY11541" fmla="*/ 421481 h 876300"/>
                <a:gd name="connsiteX11542" fmla="*/ 2209419 w 2419350"/>
                <a:gd name="connsiteY11542" fmla="*/ 421958 h 876300"/>
                <a:gd name="connsiteX11543" fmla="*/ 2209229 w 2419350"/>
                <a:gd name="connsiteY11543" fmla="*/ 422529 h 876300"/>
                <a:gd name="connsiteX11544" fmla="*/ 2208943 w 2419350"/>
                <a:gd name="connsiteY11544" fmla="*/ 423005 h 876300"/>
                <a:gd name="connsiteX11545" fmla="*/ 2208371 w 2419350"/>
                <a:gd name="connsiteY11545" fmla="*/ 423196 h 876300"/>
                <a:gd name="connsiteX11546" fmla="*/ 2205228 w 2419350"/>
                <a:gd name="connsiteY11546" fmla="*/ 423863 h 876300"/>
                <a:gd name="connsiteX11547" fmla="*/ 2202466 w 2419350"/>
                <a:gd name="connsiteY11547" fmla="*/ 425768 h 876300"/>
                <a:gd name="connsiteX11548" fmla="*/ 2201990 w 2419350"/>
                <a:gd name="connsiteY11548" fmla="*/ 425863 h 876300"/>
                <a:gd name="connsiteX11549" fmla="*/ 2200466 w 2419350"/>
                <a:gd name="connsiteY11549" fmla="*/ 426149 h 876300"/>
                <a:gd name="connsiteX11550" fmla="*/ 2200180 w 2419350"/>
                <a:gd name="connsiteY11550" fmla="*/ 426339 h 876300"/>
                <a:gd name="connsiteX11551" fmla="*/ 2199894 w 2419350"/>
                <a:gd name="connsiteY11551" fmla="*/ 426720 h 876300"/>
                <a:gd name="connsiteX11552" fmla="*/ 2199513 w 2419350"/>
                <a:gd name="connsiteY11552" fmla="*/ 427101 h 876300"/>
                <a:gd name="connsiteX11553" fmla="*/ 2199037 w 2419350"/>
                <a:gd name="connsiteY11553" fmla="*/ 427292 h 876300"/>
                <a:gd name="connsiteX11554" fmla="*/ 2198370 w 2419350"/>
                <a:gd name="connsiteY11554" fmla="*/ 427196 h 876300"/>
                <a:gd name="connsiteX11555" fmla="*/ 2197322 w 2419350"/>
                <a:gd name="connsiteY11555" fmla="*/ 426625 h 876300"/>
                <a:gd name="connsiteX11556" fmla="*/ 2196656 w 2419350"/>
                <a:gd name="connsiteY11556" fmla="*/ 426530 h 876300"/>
                <a:gd name="connsiteX11557" fmla="*/ 2195608 w 2419350"/>
                <a:gd name="connsiteY11557" fmla="*/ 427672 h 876300"/>
                <a:gd name="connsiteX11558" fmla="*/ 2193608 w 2419350"/>
                <a:gd name="connsiteY11558" fmla="*/ 427006 h 876300"/>
                <a:gd name="connsiteX11559" fmla="*/ 2192846 w 2419350"/>
                <a:gd name="connsiteY11559" fmla="*/ 426911 h 876300"/>
                <a:gd name="connsiteX11560" fmla="*/ 2192465 w 2419350"/>
                <a:gd name="connsiteY11560" fmla="*/ 427006 h 876300"/>
                <a:gd name="connsiteX11561" fmla="*/ 2191798 w 2419350"/>
                <a:gd name="connsiteY11561" fmla="*/ 427292 h 876300"/>
                <a:gd name="connsiteX11562" fmla="*/ 2191417 w 2419350"/>
                <a:gd name="connsiteY11562" fmla="*/ 427387 h 876300"/>
                <a:gd name="connsiteX11563" fmla="*/ 2191226 w 2419350"/>
                <a:gd name="connsiteY11563" fmla="*/ 427292 h 876300"/>
                <a:gd name="connsiteX11564" fmla="*/ 2190845 w 2419350"/>
                <a:gd name="connsiteY11564" fmla="*/ 426625 h 876300"/>
                <a:gd name="connsiteX11565" fmla="*/ 2189416 w 2419350"/>
                <a:gd name="connsiteY11565" fmla="*/ 426434 h 876300"/>
                <a:gd name="connsiteX11566" fmla="*/ 2188083 w 2419350"/>
                <a:gd name="connsiteY11566" fmla="*/ 426339 h 876300"/>
                <a:gd name="connsiteX11567" fmla="*/ 2187512 w 2419350"/>
                <a:gd name="connsiteY11567" fmla="*/ 426053 h 876300"/>
                <a:gd name="connsiteX11568" fmla="*/ 2187512 w 2419350"/>
                <a:gd name="connsiteY11568" fmla="*/ 425387 h 876300"/>
                <a:gd name="connsiteX11569" fmla="*/ 2187702 w 2419350"/>
                <a:gd name="connsiteY11569" fmla="*/ 424625 h 876300"/>
                <a:gd name="connsiteX11570" fmla="*/ 2187512 w 2419350"/>
                <a:gd name="connsiteY11570" fmla="*/ 424148 h 876300"/>
                <a:gd name="connsiteX11571" fmla="*/ 2186940 w 2419350"/>
                <a:gd name="connsiteY11571" fmla="*/ 424244 h 876300"/>
                <a:gd name="connsiteX11572" fmla="*/ 2185416 w 2419350"/>
                <a:gd name="connsiteY11572" fmla="*/ 425101 h 876300"/>
                <a:gd name="connsiteX11573" fmla="*/ 2184845 w 2419350"/>
                <a:gd name="connsiteY11573" fmla="*/ 425291 h 876300"/>
                <a:gd name="connsiteX11574" fmla="*/ 2182178 w 2419350"/>
                <a:gd name="connsiteY11574" fmla="*/ 425291 h 876300"/>
                <a:gd name="connsiteX11575" fmla="*/ 2180749 w 2419350"/>
                <a:gd name="connsiteY11575" fmla="*/ 425768 h 876300"/>
                <a:gd name="connsiteX11576" fmla="*/ 2179511 w 2419350"/>
                <a:gd name="connsiteY11576" fmla="*/ 426530 h 876300"/>
                <a:gd name="connsiteX11577" fmla="*/ 2178558 w 2419350"/>
                <a:gd name="connsiteY11577" fmla="*/ 427482 h 876300"/>
                <a:gd name="connsiteX11578" fmla="*/ 2177796 w 2419350"/>
                <a:gd name="connsiteY11578" fmla="*/ 428530 h 876300"/>
                <a:gd name="connsiteX11579" fmla="*/ 2177510 w 2419350"/>
                <a:gd name="connsiteY11579" fmla="*/ 429101 h 876300"/>
                <a:gd name="connsiteX11580" fmla="*/ 2177415 w 2419350"/>
                <a:gd name="connsiteY11580" fmla="*/ 429387 h 876300"/>
                <a:gd name="connsiteX11581" fmla="*/ 2177510 w 2419350"/>
                <a:gd name="connsiteY11581" fmla="*/ 431006 h 876300"/>
                <a:gd name="connsiteX11582" fmla="*/ 2177796 w 2419350"/>
                <a:gd name="connsiteY11582" fmla="*/ 432149 h 876300"/>
                <a:gd name="connsiteX11583" fmla="*/ 2177796 w 2419350"/>
                <a:gd name="connsiteY11583" fmla="*/ 432721 h 876300"/>
                <a:gd name="connsiteX11584" fmla="*/ 2177606 w 2419350"/>
                <a:gd name="connsiteY11584" fmla="*/ 433578 h 876300"/>
                <a:gd name="connsiteX11585" fmla="*/ 2177129 w 2419350"/>
                <a:gd name="connsiteY11585" fmla="*/ 434435 h 876300"/>
                <a:gd name="connsiteX11586" fmla="*/ 2175415 w 2419350"/>
                <a:gd name="connsiteY11586" fmla="*/ 436340 h 876300"/>
                <a:gd name="connsiteX11587" fmla="*/ 2174939 w 2419350"/>
                <a:gd name="connsiteY11587" fmla="*/ 437007 h 876300"/>
                <a:gd name="connsiteX11588" fmla="*/ 2174653 w 2419350"/>
                <a:gd name="connsiteY11588" fmla="*/ 437864 h 876300"/>
                <a:gd name="connsiteX11589" fmla="*/ 2174272 w 2419350"/>
                <a:gd name="connsiteY11589" fmla="*/ 441484 h 876300"/>
                <a:gd name="connsiteX11590" fmla="*/ 2173891 w 2419350"/>
                <a:gd name="connsiteY11590" fmla="*/ 442531 h 876300"/>
                <a:gd name="connsiteX11591" fmla="*/ 2173415 w 2419350"/>
                <a:gd name="connsiteY11591" fmla="*/ 443579 h 876300"/>
                <a:gd name="connsiteX11592" fmla="*/ 2171891 w 2419350"/>
                <a:gd name="connsiteY11592" fmla="*/ 445484 h 876300"/>
                <a:gd name="connsiteX11593" fmla="*/ 2169795 w 2419350"/>
                <a:gd name="connsiteY11593" fmla="*/ 447008 h 876300"/>
                <a:gd name="connsiteX11594" fmla="*/ 2165128 w 2419350"/>
                <a:gd name="connsiteY11594" fmla="*/ 449009 h 876300"/>
                <a:gd name="connsiteX11595" fmla="*/ 2163890 w 2419350"/>
                <a:gd name="connsiteY11595" fmla="*/ 449294 h 876300"/>
                <a:gd name="connsiteX11596" fmla="*/ 2163223 w 2419350"/>
                <a:gd name="connsiteY11596" fmla="*/ 449485 h 876300"/>
                <a:gd name="connsiteX11597" fmla="*/ 2162937 w 2419350"/>
                <a:gd name="connsiteY11597" fmla="*/ 449866 h 876300"/>
                <a:gd name="connsiteX11598" fmla="*/ 2162747 w 2419350"/>
                <a:gd name="connsiteY11598" fmla="*/ 450342 h 876300"/>
                <a:gd name="connsiteX11599" fmla="*/ 2162366 w 2419350"/>
                <a:gd name="connsiteY11599" fmla="*/ 450628 h 876300"/>
                <a:gd name="connsiteX11600" fmla="*/ 2161794 w 2419350"/>
                <a:gd name="connsiteY11600" fmla="*/ 450723 h 876300"/>
                <a:gd name="connsiteX11601" fmla="*/ 2161318 w 2419350"/>
                <a:gd name="connsiteY11601" fmla="*/ 450723 h 876300"/>
                <a:gd name="connsiteX11602" fmla="*/ 2160651 w 2419350"/>
                <a:gd name="connsiteY11602" fmla="*/ 451295 h 876300"/>
                <a:gd name="connsiteX11603" fmla="*/ 2160080 w 2419350"/>
                <a:gd name="connsiteY11603" fmla="*/ 453390 h 876300"/>
                <a:gd name="connsiteX11604" fmla="*/ 2159317 w 2419350"/>
                <a:gd name="connsiteY11604" fmla="*/ 453295 h 876300"/>
                <a:gd name="connsiteX11605" fmla="*/ 2158937 w 2419350"/>
                <a:gd name="connsiteY11605" fmla="*/ 453676 h 876300"/>
                <a:gd name="connsiteX11606" fmla="*/ 2157698 w 2419350"/>
                <a:gd name="connsiteY11606" fmla="*/ 454628 h 876300"/>
                <a:gd name="connsiteX11607" fmla="*/ 2157413 w 2419350"/>
                <a:gd name="connsiteY11607" fmla="*/ 454914 h 876300"/>
                <a:gd name="connsiteX11608" fmla="*/ 2157413 w 2419350"/>
                <a:gd name="connsiteY11608" fmla="*/ 457295 h 876300"/>
                <a:gd name="connsiteX11609" fmla="*/ 2157222 w 2419350"/>
                <a:gd name="connsiteY11609" fmla="*/ 458153 h 876300"/>
                <a:gd name="connsiteX11610" fmla="*/ 2156746 w 2419350"/>
                <a:gd name="connsiteY11610" fmla="*/ 458914 h 876300"/>
                <a:gd name="connsiteX11611" fmla="*/ 2155412 w 2419350"/>
                <a:gd name="connsiteY11611" fmla="*/ 460343 h 876300"/>
                <a:gd name="connsiteX11612" fmla="*/ 2155317 w 2419350"/>
                <a:gd name="connsiteY11612" fmla="*/ 460915 h 876300"/>
                <a:gd name="connsiteX11613" fmla="*/ 2155889 w 2419350"/>
                <a:gd name="connsiteY11613" fmla="*/ 462820 h 876300"/>
                <a:gd name="connsiteX11614" fmla="*/ 2155889 w 2419350"/>
                <a:gd name="connsiteY11614" fmla="*/ 463677 h 876300"/>
                <a:gd name="connsiteX11615" fmla="*/ 2155317 w 2419350"/>
                <a:gd name="connsiteY11615" fmla="*/ 464820 h 876300"/>
                <a:gd name="connsiteX11616" fmla="*/ 2154460 w 2419350"/>
                <a:gd name="connsiteY11616" fmla="*/ 465868 h 876300"/>
                <a:gd name="connsiteX11617" fmla="*/ 2153317 w 2419350"/>
                <a:gd name="connsiteY11617" fmla="*/ 466630 h 876300"/>
                <a:gd name="connsiteX11618" fmla="*/ 2150936 w 2419350"/>
                <a:gd name="connsiteY11618" fmla="*/ 467296 h 876300"/>
                <a:gd name="connsiteX11619" fmla="*/ 2149602 w 2419350"/>
                <a:gd name="connsiteY11619" fmla="*/ 468916 h 876300"/>
                <a:gd name="connsiteX11620" fmla="*/ 2148649 w 2419350"/>
                <a:gd name="connsiteY11620" fmla="*/ 469487 h 876300"/>
                <a:gd name="connsiteX11621" fmla="*/ 2147411 w 2419350"/>
                <a:gd name="connsiteY11621" fmla="*/ 469106 h 876300"/>
                <a:gd name="connsiteX11622" fmla="*/ 2147125 w 2419350"/>
                <a:gd name="connsiteY11622" fmla="*/ 469106 h 876300"/>
                <a:gd name="connsiteX11623" fmla="*/ 2146935 w 2419350"/>
                <a:gd name="connsiteY11623" fmla="*/ 469202 h 876300"/>
                <a:gd name="connsiteX11624" fmla="*/ 2146840 w 2419350"/>
                <a:gd name="connsiteY11624" fmla="*/ 469297 h 876300"/>
                <a:gd name="connsiteX11625" fmla="*/ 2146459 w 2419350"/>
                <a:gd name="connsiteY11625" fmla="*/ 469487 h 876300"/>
                <a:gd name="connsiteX11626" fmla="*/ 2146173 w 2419350"/>
                <a:gd name="connsiteY11626" fmla="*/ 469773 h 876300"/>
                <a:gd name="connsiteX11627" fmla="*/ 2145983 w 2419350"/>
                <a:gd name="connsiteY11627" fmla="*/ 470154 h 876300"/>
                <a:gd name="connsiteX11628" fmla="*/ 2145887 w 2419350"/>
                <a:gd name="connsiteY11628" fmla="*/ 470535 h 876300"/>
                <a:gd name="connsiteX11629" fmla="*/ 2146268 w 2419350"/>
                <a:gd name="connsiteY11629" fmla="*/ 471297 h 876300"/>
                <a:gd name="connsiteX11630" fmla="*/ 2146840 w 2419350"/>
                <a:gd name="connsiteY11630" fmla="*/ 471678 h 876300"/>
                <a:gd name="connsiteX11631" fmla="*/ 2147030 w 2419350"/>
                <a:gd name="connsiteY11631" fmla="*/ 472154 h 876300"/>
                <a:gd name="connsiteX11632" fmla="*/ 2146173 w 2419350"/>
                <a:gd name="connsiteY11632" fmla="*/ 473202 h 876300"/>
                <a:gd name="connsiteX11633" fmla="*/ 2144458 w 2419350"/>
                <a:gd name="connsiteY11633" fmla="*/ 474250 h 876300"/>
                <a:gd name="connsiteX11634" fmla="*/ 2140267 w 2419350"/>
                <a:gd name="connsiteY11634" fmla="*/ 475774 h 876300"/>
                <a:gd name="connsiteX11635" fmla="*/ 2138267 w 2419350"/>
                <a:gd name="connsiteY11635" fmla="*/ 477107 h 876300"/>
                <a:gd name="connsiteX11636" fmla="*/ 2136839 w 2419350"/>
                <a:gd name="connsiteY11636" fmla="*/ 479108 h 876300"/>
                <a:gd name="connsiteX11637" fmla="*/ 2136648 w 2419350"/>
                <a:gd name="connsiteY11637" fmla="*/ 479488 h 876300"/>
                <a:gd name="connsiteX11638" fmla="*/ 2136839 w 2419350"/>
                <a:gd name="connsiteY11638" fmla="*/ 479965 h 876300"/>
                <a:gd name="connsiteX11639" fmla="*/ 2136743 w 2419350"/>
                <a:gd name="connsiteY11639" fmla="*/ 480631 h 876300"/>
                <a:gd name="connsiteX11640" fmla="*/ 2136553 w 2419350"/>
                <a:gd name="connsiteY11640" fmla="*/ 481203 h 876300"/>
                <a:gd name="connsiteX11641" fmla="*/ 2136267 w 2419350"/>
                <a:gd name="connsiteY11641" fmla="*/ 481584 h 876300"/>
                <a:gd name="connsiteX11642" fmla="*/ 2134076 w 2419350"/>
                <a:gd name="connsiteY11642" fmla="*/ 483965 h 876300"/>
                <a:gd name="connsiteX11643" fmla="*/ 2133219 w 2419350"/>
                <a:gd name="connsiteY11643" fmla="*/ 484632 h 876300"/>
                <a:gd name="connsiteX11644" fmla="*/ 2132362 w 2419350"/>
                <a:gd name="connsiteY11644" fmla="*/ 485108 h 876300"/>
                <a:gd name="connsiteX11645" fmla="*/ 2131409 w 2419350"/>
                <a:gd name="connsiteY11645" fmla="*/ 485394 h 876300"/>
                <a:gd name="connsiteX11646" fmla="*/ 2127885 w 2419350"/>
                <a:gd name="connsiteY11646" fmla="*/ 485870 h 876300"/>
                <a:gd name="connsiteX11647" fmla="*/ 2125694 w 2419350"/>
                <a:gd name="connsiteY11647" fmla="*/ 486632 h 876300"/>
                <a:gd name="connsiteX11648" fmla="*/ 2124551 w 2419350"/>
                <a:gd name="connsiteY11648" fmla="*/ 486823 h 876300"/>
                <a:gd name="connsiteX11649" fmla="*/ 2123599 w 2419350"/>
                <a:gd name="connsiteY11649" fmla="*/ 486632 h 876300"/>
                <a:gd name="connsiteX11650" fmla="*/ 2122265 w 2419350"/>
                <a:gd name="connsiteY11650" fmla="*/ 485870 h 876300"/>
                <a:gd name="connsiteX11651" fmla="*/ 2121217 w 2419350"/>
                <a:gd name="connsiteY11651" fmla="*/ 485680 h 876300"/>
                <a:gd name="connsiteX11652" fmla="*/ 2112550 w 2419350"/>
                <a:gd name="connsiteY11652" fmla="*/ 485299 h 876300"/>
                <a:gd name="connsiteX11653" fmla="*/ 2111788 w 2419350"/>
                <a:gd name="connsiteY11653" fmla="*/ 485108 h 876300"/>
                <a:gd name="connsiteX11654" fmla="*/ 2110264 w 2419350"/>
                <a:gd name="connsiteY11654" fmla="*/ 484156 h 876300"/>
                <a:gd name="connsiteX11655" fmla="*/ 2109025 w 2419350"/>
                <a:gd name="connsiteY11655" fmla="*/ 483965 h 876300"/>
                <a:gd name="connsiteX11656" fmla="*/ 2106740 w 2419350"/>
                <a:gd name="connsiteY11656" fmla="*/ 484061 h 876300"/>
                <a:gd name="connsiteX11657" fmla="*/ 2105787 w 2419350"/>
                <a:gd name="connsiteY11657" fmla="*/ 483680 h 876300"/>
                <a:gd name="connsiteX11658" fmla="*/ 2105216 w 2419350"/>
                <a:gd name="connsiteY11658" fmla="*/ 482155 h 876300"/>
                <a:gd name="connsiteX11659" fmla="*/ 2104454 w 2419350"/>
                <a:gd name="connsiteY11659" fmla="*/ 481298 h 876300"/>
                <a:gd name="connsiteX11660" fmla="*/ 2104263 w 2419350"/>
                <a:gd name="connsiteY11660" fmla="*/ 481013 h 876300"/>
                <a:gd name="connsiteX11661" fmla="*/ 2104263 w 2419350"/>
                <a:gd name="connsiteY11661" fmla="*/ 480441 h 876300"/>
                <a:gd name="connsiteX11662" fmla="*/ 2104549 w 2419350"/>
                <a:gd name="connsiteY11662" fmla="*/ 479393 h 876300"/>
                <a:gd name="connsiteX11663" fmla="*/ 2104644 w 2419350"/>
                <a:gd name="connsiteY11663" fmla="*/ 478822 h 876300"/>
                <a:gd name="connsiteX11664" fmla="*/ 2102930 w 2419350"/>
                <a:gd name="connsiteY11664" fmla="*/ 480060 h 876300"/>
                <a:gd name="connsiteX11665" fmla="*/ 2101977 w 2419350"/>
                <a:gd name="connsiteY11665" fmla="*/ 480441 h 876300"/>
                <a:gd name="connsiteX11666" fmla="*/ 2101120 w 2419350"/>
                <a:gd name="connsiteY11666" fmla="*/ 480155 h 876300"/>
                <a:gd name="connsiteX11667" fmla="*/ 2100453 w 2419350"/>
                <a:gd name="connsiteY11667" fmla="*/ 479488 h 876300"/>
                <a:gd name="connsiteX11668" fmla="*/ 2100167 w 2419350"/>
                <a:gd name="connsiteY11668" fmla="*/ 479108 h 876300"/>
                <a:gd name="connsiteX11669" fmla="*/ 2099882 w 2419350"/>
                <a:gd name="connsiteY11669" fmla="*/ 478536 h 876300"/>
                <a:gd name="connsiteX11670" fmla="*/ 2099977 w 2419350"/>
                <a:gd name="connsiteY11670" fmla="*/ 478536 h 876300"/>
                <a:gd name="connsiteX11671" fmla="*/ 2099882 w 2419350"/>
                <a:gd name="connsiteY11671" fmla="*/ 477774 h 876300"/>
                <a:gd name="connsiteX11672" fmla="*/ 2099882 w 2419350"/>
                <a:gd name="connsiteY11672" fmla="*/ 477774 h 876300"/>
                <a:gd name="connsiteX11673" fmla="*/ 2099786 w 2419350"/>
                <a:gd name="connsiteY11673" fmla="*/ 477584 h 876300"/>
                <a:gd name="connsiteX11674" fmla="*/ 2099596 w 2419350"/>
                <a:gd name="connsiteY11674" fmla="*/ 477393 h 876300"/>
                <a:gd name="connsiteX11675" fmla="*/ 2099500 w 2419350"/>
                <a:gd name="connsiteY11675" fmla="*/ 477107 h 876300"/>
                <a:gd name="connsiteX11676" fmla="*/ 2099120 w 2419350"/>
                <a:gd name="connsiteY11676" fmla="*/ 474917 h 876300"/>
                <a:gd name="connsiteX11677" fmla="*/ 2098739 w 2419350"/>
                <a:gd name="connsiteY11677" fmla="*/ 474155 h 876300"/>
                <a:gd name="connsiteX11678" fmla="*/ 2096929 w 2419350"/>
                <a:gd name="connsiteY11678" fmla="*/ 473583 h 876300"/>
                <a:gd name="connsiteX11679" fmla="*/ 2096833 w 2419350"/>
                <a:gd name="connsiteY11679" fmla="*/ 472821 h 876300"/>
                <a:gd name="connsiteX11680" fmla="*/ 2097310 w 2419350"/>
                <a:gd name="connsiteY11680" fmla="*/ 470821 h 876300"/>
                <a:gd name="connsiteX11681" fmla="*/ 2097215 w 2419350"/>
                <a:gd name="connsiteY11681" fmla="*/ 469106 h 876300"/>
                <a:gd name="connsiteX11682" fmla="*/ 2097310 w 2419350"/>
                <a:gd name="connsiteY11682" fmla="*/ 468535 h 876300"/>
                <a:gd name="connsiteX11683" fmla="*/ 2097596 w 2419350"/>
                <a:gd name="connsiteY11683" fmla="*/ 468059 h 876300"/>
                <a:gd name="connsiteX11684" fmla="*/ 2097881 w 2419350"/>
                <a:gd name="connsiteY11684" fmla="*/ 467868 h 876300"/>
                <a:gd name="connsiteX11685" fmla="*/ 2098167 w 2419350"/>
                <a:gd name="connsiteY11685" fmla="*/ 467678 h 876300"/>
                <a:gd name="connsiteX11686" fmla="*/ 2098358 w 2419350"/>
                <a:gd name="connsiteY11686" fmla="*/ 467487 h 876300"/>
                <a:gd name="connsiteX11687" fmla="*/ 2098643 w 2419350"/>
                <a:gd name="connsiteY11687" fmla="*/ 466725 h 876300"/>
                <a:gd name="connsiteX11688" fmla="*/ 2099120 w 2419350"/>
                <a:gd name="connsiteY11688" fmla="*/ 463391 h 876300"/>
                <a:gd name="connsiteX11689" fmla="*/ 2098643 w 2419350"/>
                <a:gd name="connsiteY11689" fmla="*/ 461296 h 876300"/>
                <a:gd name="connsiteX11690" fmla="*/ 2097405 w 2419350"/>
                <a:gd name="connsiteY11690" fmla="*/ 462058 h 876300"/>
                <a:gd name="connsiteX11691" fmla="*/ 2094452 w 2419350"/>
                <a:gd name="connsiteY11691" fmla="*/ 465392 h 876300"/>
                <a:gd name="connsiteX11692" fmla="*/ 2092071 w 2419350"/>
                <a:gd name="connsiteY11692" fmla="*/ 465772 h 876300"/>
                <a:gd name="connsiteX11693" fmla="*/ 2090738 w 2419350"/>
                <a:gd name="connsiteY11693" fmla="*/ 464344 h 876300"/>
                <a:gd name="connsiteX11694" fmla="*/ 2089118 w 2419350"/>
                <a:gd name="connsiteY11694" fmla="*/ 457962 h 876300"/>
                <a:gd name="connsiteX11695" fmla="*/ 2088928 w 2419350"/>
                <a:gd name="connsiteY11695" fmla="*/ 457295 h 876300"/>
                <a:gd name="connsiteX11696" fmla="*/ 2088451 w 2419350"/>
                <a:gd name="connsiteY11696" fmla="*/ 443484 h 876300"/>
                <a:gd name="connsiteX11697" fmla="*/ 2087975 w 2419350"/>
                <a:gd name="connsiteY11697" fmla="*/ 441484 h 876300"/>
                <a:gd name="connsiteX11698" fmla="*/ 2087499 w 2419350"/>
                <a:gd name="connsiteY11698" fmla="*/ 440722 h 876300"/>
                <a:gd name="connsiteX11699" fmla="*/ 2086737 w 2419350"/>
                <a:gd name="connsiteY11699" fmla="*/ 440055 h 876300"/>
                <a:gd name="connsiteX11700" fmla="*/ 2085784 w 2419350"/>
                <a:gd name="connsiteY11700" fmla="*/ 439579 h 876300"/>
                <a:gd name="connsiteX11701" fmla="*/ 2084737 w 2419350"/>
                <a:gd name="connsiteY11701" fmla="*/ 439388 h 876300"/>
                <a:gd name="connsiteX11702" fmla="*/ 2084356 w 2419350"/>
                <a:gd name="connsiteY11702" fmla="*/ 439198 h 876300"/>
                <a:gd name="connsiteX11703" fmla="*/ 2083308 w 2419350"/>
                <a:gd name="connsiteY11703" fmla="*/ 438341 h 876300"/>
                <a:gd name="connsiteX11704" fmla="*/ 2082737 w 2419350"/>
                <a:gd name="connsiteY11704" fmla="*/ 438245 h 876300"/>
                <a:gd name="connsiteX11705" fmla="*/ 2082165 w 2419350"/>
                <a:gd name="connsiteY11705" fmla="*/ 438626 h 876300"/>
                <a:gd name="connsiteX11706" fmla="*/ 2082070 w 2419350"/>
                <a:gd name="connsiteY11706" fmla="*/ 439103 h 876300"/>
                <a:gd name="connsiteX11707" fmla="*/ 2082451 w 2419350"/>
                <a:gd name="connsiteY11707" fmla="*/ 439484 h 876300"/>
                <a:gd name="connsiteX11708" fmla="*/ 2083117 w 2419350"/>
                <a:gd name="connsiteY11708" fmla="*/ 439769 h 876300"/>
                <a:gd name="connsiteX11709" fmla="*/ 2080736 w 2419350"/>
                <a:gd name="connsiteY11709" fmla="*/ 440627 h 876300"/>
                <a:gd name="connsiteX11710" fmla="*/ 2080070 w 2419350"/>
                <a:gd name="connsiteY11710" fmla="*/ 441198 h 876300"/>
                <a:gd name="connsiteX11711" fmla="*/ 2079403 w 2419350"/>
                <a:gd name="connsiteY11711" fmla="*/ 442341 h 876300"/>
                <a:gd name="connsiteX11712" fmla="*/ 2079022 w 2419350"/>
                <a:gd name="connsiteY11712" fmla="*/ 443294 h 876300"/>
                <a:gd name="connsiteX11713" fmla="*/ 2078831 w 2419350"/>
                <a:gd name="connsiteY11713" fmla="*/ 444532 h 876300"/>
                <a:gd name="connsiteX11714" fmla="*/ 2078831 w 2419350"/>
                <a:gd name="connsiteY11714" fmla="*/ 445865 h 876300"/>
                <a:gd name="connsiteX11715" fmla="*/ 2079022 w 2419350"/>
                <a:gd name="connsiteY11715" fmla="*/ 447389 h 876300"/>
                <a:gd name="connsiteX11716" fmla="*/ 2079212 w 2419350"/>
                <a:gd name="connsiteY11716" fmla="*/ 447961 h 876300"/>
                <a:gd name="connsiteX11717" fmla="*/ 2079879 w 2419350"/>
                <a:gd name="connsiteY11717" fmla="*/ 449294 h 876300"/>
                <a:gd name="connsiteX11718" fmla="*/ 2080165 w 2419350"/>
                <a:gd name="connsiteY11718" fmla="*/ 449961 h 876300"/>
                <a:gd name="connsiteX11719" fmla="*/ 2080165 w 2419350"/>
                <a:gd name="connsiteY11719" fmla="*/ 450723 h 876300"/>
                <a:gd name="connsiteX11720" fmla="*/ 2080070 w 2419350"/>
                <a:gd name="connsiteY11720" fmla="*/ 452152 h 876300"/>
                <a:gd name="connsiteX11721" fmla="*/ 2080070 w 2419350"/>
                <a:gd name="connsiteY11721" fmla="*/ 452914 h 876300"/>
                <a:gd name="connsiteX11722" fmla="*/ 2080260 w 2419350"/>
                <a:gd name="connsiteY11722" fmla="*/ 453580 h 876300"/>
                <a:gd name="connsiteX11723" fmla="*/ 2080831 w 2419350"/>
                <a:gd name="connsiteY11723" fmla="*/ 454533 h 876300"/>
                <a:gd name="connsiteX11724" fmla="*/ 2081022 w 2419350"/>
                <a:gd name="connsiteY11724" fmla="*/ 455009 h 876300"/>
                <a:gd name="connsiteX11725" fmla="*/ 2081403 w 2419350"/>
                <a:gd name="connsiteY11725" fmla="*/ 457295 h 876300"/>
                <a:gd name="connsiteX11726" fmla="*/ 2081689 w 2419350"/>
                <a:gd name="connsiteY11726" fmla="*/ 457962 h 876300"/>
                <a:gd name="connsiteX11727" fmla="*/ 2080260 w 2419350"/>
                <a:gd name="connsiteY11727" fmla="*/ 459010 h 876300"/>
                <a:gd name="connsiteX11728" fmla="*/ 2079403 w 2419350"/>
                <a:gd name="connsiteY11728" fmla="*/ 459391 h 876300"/>
                <a:gd name="connsiteX11729" fmla="*/ 2078069 w 2419350"/>
                <a:gd name="connsiteY11729" fmla="*/ 459391 h 876300"/>
                <a:gd name="connsiteX11730" fmla="*/ 2078069 w 2419350"/>
                <a:gd name="connsiteY11730" fmla="*/ 459010 h 876300"/>
                <a:gd name="connsiteX11731" fmla="*/ 2076831 w 2419350"/>
                <a:gd name="connsiteY11731" fmla="*/ 456533 h 876300"/>
                <a:gd name="connsiteX11732" fmla="*/ 2076355 w 2419350"/>
                <a:gd name="connsiteY11732" fmla="*/ 455009 h 876300"/>
                <a:gd name="connsiteX11733" fmla="*/ 2075783 w 2419350"/>
                <a:gd name="connsiteY11733" fmla="*/ 454343 h 876300"/>
                <a:gd name="connsiteX11734" fmla="*/ 2075116 w 2419350"/>
                <a:gd name="connsiteY11734" fmla="*/ 453771 h 876300"/>
                <a:gd name="connsiteX11735" fmla="*/ 2074736 w 2419350"/>
                <a:gd name="connsiteY11735" fmla="*/ 453200 h 876300"/>
                <a:gd name="connsiteX11736" fmla="*/ 2074164 w 2419350"/>
                <a:gd name="connsiteY11736" fmla="*/ 449866 h 876300"/>
                <a:gd name="connsiteX11737" fmla="*/ 2073688 w 2419350"/>
                <a:gd name="connsiteY11737" fmla="*/ 448437 h 876300"/>
                <a:gd name="connsiteX11738" fmla="*/ 2072640 w 2419350"/>
                <a:gd name="connsiteY11738" fmla="*/ 447485 h 876300"/>
                <a:gd name="connsiteX11739" fmla="*/ 2072735 w 2419350"/>
                <a:gd name="connsiteY11739" fmla="*/ 446627 h 876300"/>
                <a:gd name="connsiteX11740" fmla="*/ 2071783 w 2419350"/>
                <a:gd name="connsiteY11740" fmla="*/ 444437 h 876300"/>
                <a:gd name="connsiteX11741" fmla="*/ 2071402 w 2419350"/>
                <a:gd name="connsiteY11741" fmla="*/ 442627 h 876300"/>
                <a:gd name="connsiteX11742" fmla="*/ 2071021 w 2419350"/>
                <a:gd name="connsiteY11742" fmla="*/ 441579 h 876300"/>
                <a:gd name="connsiteX11743" fmla="*/ 2070449 w 2419350"/>
                <a:gd name="connsiteY11743" fmla="*/ 440722 h 876300"/>
                <a:gd name="connsiteX11744" fmla="*/ 2070068 w 2419350"/>
                <a:gd name="connsiteY11744" fmla="*/ 440341 h 876300"/>
                <a:gd name="connsiteX11745" fmla="*/ 2069401 w 2419350"/>
                <a:gd name="connsiteY11745" fmla="*/ 439960 h 876300"/>
                <a:gd name="connsiteX11746" fmla="*/ 2068544 w 2419350"/>
                <a:gd name="connsiteY11746" fmla="*/ 439293 h 876300"/>
                <a:gd name="connsiteX11747" fmla="*/ 2067878 w 2419350"/>
                <a:gd name="connsiteY11747" fmla="*/ 438531 h 876300"/>
                <a:gd name="connsiteX11748" fmla="*/ 2067211 w 2419350"/>
                <a:gd name="connsiteY11748" fmla="*/ 437293 h 876300"/>
                <a:gd name="connsiteX11749" fmla="*/ 2065020 w 2419350"/>
                <a:gd name="connsiteY11749" fmla="*/ 435674 h 876300"/>
                <a:gd name="connsiteX11750" fmla="*/ 2064353 w 2419350"/>
                <a:gd name="connsiteY11750" fmla="*/ 434912 h 876300"/>
                <a:gd name="connsiteX11751" fmla="*/ 2063782 w 2419350"/>
                <a:gd name="connsiteY11751" fmla="*/ 434054 h 876300"/>
                <a:gd name="connsiteX11752" fmla="*/ 2063401 w 2419350"/>
                <a:gd name="connsiteY11752" fmla="*/ 433197 h 876300"/>
                <a:gd name="connsiteX11753" fmla="*/ 2063210 w 2419350"/>
                <a:gd name="connsiteY11753" fmla="*/ 432245 h 876300"/>
                <a:gd name="connsiteX11754" fmla="*/ 2063020 w 2419350"/>
                <a:gd name="connsiteY11754" fmla="*/ 431768 h 876300"/>
                <a:gd name="connsiteX11755" fmla="*/ 2062258 w 2419350"/>
                <a:gd name="connsiteY11755" fmla="*/ 431006 h 876300"/>
                <a:gd name="connsiteX11756" fmla="*/ 2062067 w 2419350"/>
                <a:gd name="connsiteY11756" fmla="*/ 430435 h 876300"/>
                <a:gd name="connsiteX11757" fmla="*/ 2062163 w 2419350"/>
                <a:gd name="connsiteY11757" fmla="*/ 429959 h 876300"/>
                <a:gd name="connsiteX11758" fmla="*/ 2062543 w 2419350"/>
                <a:gd name="connsiteY11758" fmla="*/ 428816 h 876300"/>
                <a:gd name="connsiteX11759" fmla="*/ 2062353 w 2419350"/>
                <a:gd name="connsiteY11759" fmla="*/ 427768 h 876300"/>
                <a:gd name="connsiteX11760" fmla="*/ 2061591 w 2419350"/>
                <a:gd name="connsiteY11760" fmla="*/ 426053 h 876300"/>
                <a:gd name="connsiteX11761" fmla="*/ 2061400 w 2419350"/>
                <a:gd name="connsiteY11761" fmla="*/ 425005 h 876300"/>
                <a:gd name="connsiteX11762" fmla="*/ 2061496 w 2419350"/>
                <a:gd name="connsiteY11762" fmla="*/ 424339 h 876300"/>
                <a:gd name="connsiteX11763" fmla="*/ 2061591 w 2419350"/>
                <a:gd name="connsiteY11763" fmla="*/ 423863 h 876300"/>
                <a:gd name="connsiteX11764" fmla="*/ 2061591 w 2419350"/>
                <a:gd name="connsiteY11764" fmla="*/ 423386 h 876300"/>
                <a:gd name="connsiteX11765" fmla="*/ 2061400 w 2419350"/>
                <a:gd name="connsiteY11765" fmla="*/ 422720 h 876300"/>
                <a:gd name="connsiteX11766" fmla="*/ 2061115 w 2419350"/>
                <a:gd name="connsiteY11766" fmla="*/ 422338 h 876300"/>
                <a:gd name="connsiteX11767" fmla="*/ 2060257 w 2419350"/>
                <a:gd name="connsiteY11767" fmla="*/ 421862 h 876300"/>
                <a:gd name="connsiteX11768" fmla="*/ 2059972 w 2419350"/>
                <a:gd name="connsiteY11768" fmla="*/ 421386 h 876300"/>
                <a:gd name="connsiteX11769" fmla="*/ 2059876 w 2419350"/>
                <a:gd name="connsiteY11769" fmla="*/ 420243 h 876300"/>
                <a:gd name="connsiteX11770" fmla="*/ 2060639 w 2419350"/>
                <a:gd name="connsiteY11770" fmla="*/ 416909 h 876300"/>
                <a:gd name="connsiteX11771" fmla="*/ 2060829 w 2419350"/>
                <a:gd name="connsiteY11771" fmla="*/ 416719 h 876300"/>
                <a:gd name="connsiteX11772" fmla="*/ 2061210 w 2419350"/>
                <a:gd name="connsiteY11772" fmla="*/ 416719 h 876300"/>
                <a:gd name="connsiteX11773" fmla="*/ 2061591 w 2419350"/>
                <a:gd name="connsiteY11773" fmla="*/ 416814 h 876300"/>
                <a:gd name="connsiteX11774" fmla="*/ 2061781 w 2419350"/>
                <a:gd name="connsiteY11774" fmla="*/ 416719 h 876300"/>
                <a:gd name="connsiteX11775" fmla="*/ 2061781 w 2419350"/>
                <a:gd name="connsiteY11775" fmla="*/ 416338 h 876300"/>
                <a:gd name="connsiteX11776" fmla="*/ 2061591 w 2419350"/>
                <a:gd name="connsiteY11776" fmla="*/ 416052 h 876300"/>
                <a:gd name="connsiteX11777" fmla="*/ 2061400 w 2419350"/>
                <a:gd name="connsiteY11777" fmla="*/ 415766 h 876300"/>
                <a:gd name="connsiteX11778" fmla="*/ 2061305 w 2419350"/>
                <a:gd name="connsiteY11778" fmla="*/ 415576 h 876300"/>
                <a:gd name="connsiteX11779" fmla="*/ 2061400 w 2419350"/>
                <a:gd name="connsiteY11779" fmla="*/ 415004 h 876300"/>
                <a:gd name="connsiteX11780" fmla="*/ 2061115 w 2419350"/>
                <a:gd name="connsiteY11780" fmla="*/ 411004 h 876300"/>
                <a:gd name="connsiteX11781" fmla="*/ 2058924 w 2419350"/>
                <a:gd name="connsiteY11781" fmla="*/ 400431 h 876300"/>
                <a:gd name="connsiteX11782" fmla="*/ 2058162 w 2419350"/>
                <a:gd name="connsiteY11782" fmla="*/ 398336 h 876300"/>
                <a:gd name="connsiteX11783" fmla="*/ 2058067 w 2419350"/>
                <a:gd name="connsiteY11783" fmla="*/ 397574 h 876300"/>
                <a:gd name="connsiteX11784" fmla="*/ 2058257 w 2419350"/>
                <a:gd name="connsiteY11784" fmla="*/ 397002 h 876300"/>
                <a:gd name="connsiteX11785" fmla="*/ 2058543 w 2419350"/>
                <a:gd name="connsiteY11785" fmla="*/ 396526 h 876300"/>
                <a:gd name="connsiteX11786" fmla="*/ 2059019 w 2419350"/>
                <a:gd name="connsiteY11786" fmla="*/ 396240 h 876300"/>
                <a:gd name="connsiteX11787" fmla="*/ 2059686 w 2419350"/>
                <a:gd name="connsiteY11787" fmla="*/ 396145 h 876300"/>
                <a:gd name="connsiteX11788" fmla="*/ 2060162 w 2419350"/>
                <a:gd name="connsiteY11788" fmla="*/ 395954 h 876300"/>
                <a:gd name="connsiteX11789" fmla="*/ 2060829 w 2419350"/>
                <a:gd name="connsiteY11789" fmla="*/ 395192 h 876300"/>
                <a:gd name="connsiteX11790" fmla="*/ 2061591 w 2419350"/>
                <a:gd name="connsiteY11790" fmla="*/ 394716 h 876300"/>
                <a:gd name="connsiteX11791" fmla="*/ 2064353 w 2419350"/>
                <a:gd name="connsiteY11791" fmla="*/ 391859 h 876300"/>
                <a:gd name="connsiteX11792" fmla="*/ 2064830 w 2419350"/>
                <a:gd name="connsiteY11792" fmla="*/ 391192 h 876300"/>
                <a:gd name="connsiteX11793" fmla="*/ 2065115 w 2419350"/>
                <a:gd name="connsiteY11793" fmla="*/ 390335 h 876300"/>
                <a:gd name="connsiteX11794" fmla="*/ 2065591 w 2419350"/>
                <a:gd name="connsiteY11794" fmla="*/ 386810 h 876300"/>
                <a:gd name="connsiteX11795" fmla="*/ 2065591 w 2419350"/>
                <a:gd name="connsiteY11795" fmla="*/ 384715 h 876300"/>
                <a:gd name="connsiteX11796" fmla="*/ 2066068 w 2419350"/>
                <a:gd name="connsiteY11796" fmla="*/ 383667 h 876300"/>
                <a:gd name="connsiteX11797" fmla="*/ 2068354 w 2419350"/>
                <a:gd name="connsiteY11797" fmla="*/ 380238 h 876300"/>
                <a:gd name="connsiteX11798" fmla="*/ 2067592 w 2419350"/>
                <a:gd name="connsiteY11798" fmla="*/ 379190 h 876300"/>
                <a:gd name="connsiteX11799" fmla="*/ 2064258 w 2419350"/>
                <a:gd name="connsiteY11799" fmla="*/ 372999 h 876300"/>
                <a:gd name="connsiteX11800" fmla="*/ 2064353 w 2419350"/>
                <a:gd name="connsiteY11800" fmla="*/ 372428 h 876300"/>
                <a:gd name="connsiteX11801" fmla="*/ 2063591 w 2419350"/>
                <a:gd name="connsiteY11801" fmla="*/ 372142 h 876300"/>
                <a:gd name="connsiteX11802" fmla="*/ 2062639 w 2419350"/>
                <a:gd name="connsiteY11802" fmla="*/ 371380 h 876300"/>
                <a:gd name="connsiteX11803" fmla="*/ 2061686 w 2419350"/>
                <a:gd name="connsiteY11803" fmla="*/ 370427 h 876300"/>
                <a:gd name="connsiteX11804" fmla="*/ 2060924 w 2419350"/>
                <a:gd name="connsiteY11804" fmla="*/ 369475 h 876300"/>
                <a:gd name="connsiteX11805" fmla="*/ 2060162 w 2419350"/>
                <a:gd name="connsiteY11805" fmla="*/ 367760 h 876300"/>
                <a:gd name="connsiteX11806" fmla="*/ 2059686 w 2419350"/>
                <a:gd name="connsiteY11806" fmla="*/ 367189 h 876300"/>
                <a:gd name="connsiteX11807" fmla="*/ 2059400 w 2419350"/>
                <a:gd name="connsiteY11807" fmla="*/ 366617 h 876300"/>
                <a:gd name="connsiteX11808" fmla="*/ 2059210 w 2419350"/>
                <a:gd name="connsiteY11808" fmla="*/ 365474 h 876300"/>
                <a:gd name="connsiteX11809" fmla="*/ 2058924 w 2419350"/>
                <a:gd name="connsiteY11809" fmla="*/ 364998 h 876300"/>
                <a:gd name="connsiteX11810" fmla="*/ 2058257 w 2419350"/>
                <a:gd name="connsiteY11810" fmla="*/ 364141 h 876300"/>
                <a:gd name="connsiteX11811" fmla="*/ 2056066 w 2419350"/>
                <a:gd name="connsiteY11811" fmla="*/ 359569 h 876300"/>
                <a:gd name="connsiteX11812" fmla="*/ 2056543 w 2419350"/>
                <a:gd name="connsiteY11812" fmla="*/ 359188 h 876300"/>
                <a:gd name="connsiteX11813" fmla="*/ 2057305 w 2419350"/>
                <a:gd name="connsiteY11813" fmla="*/ 358997 h 876300"/>
                <a:gd name="connsiteX11814" fmla="*/ 2057686 w 2419350"/>
                <a:gd name="connsiteY11814" fmla="*/ 358140 h 876300"/>
                <a:gd name="connsiteX11815" fmla="*/ 2057781 w 2419350"/>
                <a:gd name="connsiteY11815" fmla="*/ 356806 h 876300"/>
                <a:gd name="connsiteX11816" fmla="*/ 2058162 w 2419350"/>
                <a:gd name="connsiteY11816" fmla="*/ 356140 h 876300"/>
                <a:gd name="connsiteX11817" fmla="*/ 2058924 w 2419350"/>
                <a:gd name="connsiteY11817" fmla="*/ 355854 h 876300"/>
                <a:gd name="connsiteX11818" fmla="*/ 2062258 w 2419350"/>
                <a:gd name="connsiteY11818" fmla="*/ 355473 h 876300"/>
                <a:gd name="connsiteX11819" fmla="*/ 2063306 w 2419350"/>
                <a:gd name="connsiteY11819" fmla="*/ 355092 h 876300"/>
                <a:gd name="connsiteX11820" fmla="*/ 2063401 w 2419350"/>
                <a:gd name="connsiteY11820" fmla="*/ 354425 h 876300"/>
                <a:gd name="connsiteX11821" fmla="*/ 2062924 w 2419350"/>
                <a:gd name="connsiteY11821" fmla="*/ 354139 h 876300"/>
                <a:gd name="connsiteX11822" fmla="*/ 2061400 w 2419350"/>
                <a:gd name="connsiteY11822" fmla="*/ 353568 h 876300"/>
                <a:gd name="connsiteX11823" fmla="*/ 2060924 w 2419350"/>
                <a:gd name="connsiteY11823" fmla="*/ 353187 h 876300"/>
                <a:gd name="connsiteX11824" fmla="*/ 2060067 w 2419350"/>
                <a:gd name="connsiteY11824" fmla="*/ 352235 h 876300"/>
                <a:gd name="connsiteX11825" fmla="*/ 2059591 w 2419350"/>
                <a:gd name="connsiteY11825" fmla="*/ 351854 h 876300"/>
                <a:gd name="connsiteX11826" fmla="*/ 2059019 w 2419350"/>
                <a:gd name="connsiteY11826" fmla="*/ 351568 h 876300"/>
                <a:gd name="connsiteX11827" fmla="*/ 2057781 w 2419350"/>
                <a:gd name="connsiteY11827" fmla="*/ 351282 h 876300"/>
                <a:gd name="connsiteX11828" fmla="*/ 2057209 w 2419350"/>
                <a:gd name="connsiteY11828" fmla="*/ 350901 h 876300"/>
                <a:gd name="connsiteX11829" fmla="*/ 2053971 w 2419350"/>
                <a:gd name="connsiteY11829" fmla="*/ 347663 h 876300"/>
                <a:gd name="connsiteX11830" fmla="*/ 2053018 w 2419350"/>
                <a:gd name="connsiteY11830" fmla="*/ 347186 h 876300"/>
                <a:gd name="connsiteX11831" fmla="*/ 2052352 w 2419350"/>
                <a:gd name="connsiteY11831" fmla="*/ 347472 h 876300"/>
                <a:gd name="connsiteX11832" fmla="*/ 2051495 w 2419350"/>
                <a:gd name="connsiteY11832" fmla="*/ 347567 h 876300"/>
                <a:gd name="connsiteX11833" fmla="*/ 2049304 w 2419350"/>
                <a:gd name="connsiteY11833" fmla="*/ 347567 h 876300"/>
                <a:gd name="connsiteX11834" fmla="*/ 2046351 w 2419350"/>
                <a:gd name="connsiteY11834" fmla="*/ 347948 h 876300"/>
                <a:gd name="connsiteX11835" fmla="*/ 2045684 w 2419350"/>
                <a:gd name="connsiteY11835" fmla="*/ 348139 h 876300"/>
                <a:gd name="connsiteX11836" fmla="*/ 2045208 w 2419350"/>
                <a:gd name="connsiteY11836" fmla="*/ 348139 h 876300"/>
                <a:gd name="connsiteX11837" fmla="*/ 2044256 w 2419350"/>
                <a:gd name="connsiteY11837" fmla="*/ 347281 h 876300"/>
                <a:gd name="connsiteX11838" fmla="*/ 2043874 w 2419350"/>
                <a:gd name="connsiteY11838" fmla="*/ 347091 h 876300"/>
                <a:gd name="connsiteX11839" fmla="*/ 2043017 w 2419350"/>
                <a:gd name="connsiteY11839" fmla="*/ 346805 h 876300"/>
                <a:gd name="connsiteX11840" fmla="*/ 2042160 w 2419350"/>
                <a:gd name="connsiteY11840" fmla="*/ 346710 h 876300"/>
                <a:gd name="connsiteX11841" fmla="*/ 2041398 w 2419350"/>
                <a:gd name="connsiteY11841" fmla="*/ 346901 h 876300"/>
                <a:gd name="connsiteX11842" fmla="*/ 2040922 w 2419350"/>
                <a:gd name="connsiteY11842" fmla="*/ 347377 h 876300"/>
                <a:gd name="connsiteX11843" fmla="*/ 2041303 w 2419350"/>
                <a:gd name="connsiteY11843" fmla="*/ 348139 h 876300"/>
                <a:gd name="connsiteX11844" fmla="*/ 2040541 w 2419350"/>
                <a:gd name="connsiteY11844" fmla="*/ 348425 h 876300"/>
                <a:gd name="connsiteX11845" fmla="*/ 2035873 w 2419350"/>
                <a:gd name="connsiteY11845" fmla="*/ 348234 h 876300"/>
                <a:gd name="connsiteX11846" fmla="*/ 2034635 w 2419350"/>
                <a:gd name="connsiteY11846" fmla="*/ 347948 h 876300"/>
                <a:gd name="connsiteX11847" fmla="*/ 2033778 w 2419350"/>
                <a:gd name="connsiteY11847" fmla="*/ 347472 h 876300"/>
                <a:gd name="connsiteX11848" fmla="*/ 2033111 w 2419350"/>
                <a:gd name="connsiteY11848" fmla="*/ 347091 h 876300"/>
                <a:gd name="connsiteX11849" fmla="*/ 2032730 w 2419350"/>
                <a:gd name="connsiteY11849" fmla="*/ 347186 h 876300"/>
                <a:gd name="connsiteX11850" fmla="*/ 2032445 w 2419350"/>
                <a:gd name="connsiteY11850" fmla="*/ 347472 h 876300"/>
                <a:gd name="connsiteX11851" fmla="*/ 2032159 w 2419350"/>
                <a:gd name="connsiteY11851" fmla="*/ 347758 h 876300"/>
                <a:gd name="connsiteX11852" fmla="*/ 2031778 w 2419350"/>
                <a:gd name="connsiteY11852" fmla="*/ 348425 h 876300"/>
                <a:gd name="connsiteX11853" fmla="*/ 2031397 w 2419350"/>
                <a:gd name="connsiteY11853" fmla="*/ 348425 h 876300"/>
                <a:gd name="connsiteX11854" fmla="*/ 2031111 w 2419350"/>
                <a:gd name="connsiteY11854" fmla="*/ 348329 h 876300"/>
                <a:gd name="connsiteX11855" fmla="*/ 2030921 w 2419350"/>
                <a:gd name="connsiteY11855" fmla="*/ 348139 h 876300"/>
                <a:gd name="connsiteX11856" fmla="*/ 2030730 w 2419350"/>
                <a:gd name="connsiteY11856" fmla="*/ 348044 h 876300"/>
                <a:gd name="connsiteX11857" fmla="*/ 2021967 w 2419350"/>
                <a:gd name="connsiteY11857" fmla="*/ 346996 h 876300"/>
                <a:gd name="connsiteX11858" fmla="*/ 2021300 w 2419350"/>
                <a:gd name="connsiteY11858" fmla="*/ 346710 h 876300"/>
                <a:gd name="connsiteX11859" fmla="*/ 2019014 w 2419350"/>
                <a:gd name="connsiteY11859" fmla="*/ 345281 h 876300"/>
                <a:gd name="connsiteX11860" fmla="*/ 2018538 w 2419350"/>
                <a:gd name="connsiteY11860" fmla="*/ 344710 h 876300"/>
                <a:gd name="connsiteX11861" fmla="*/ 2017966 w 2419350"/>
                <a:gd name="connsiteY11861" fmla="*/ 343376 h 876300"/>
                <a:gd name="connsiteX11862" fmla="*/ 2016633 w 2419350"/>
                <a:gd name="connsiteY11862" fmla="*/ 342043 h 876300"/>
                <a:gd name="connsiteX11863" fmla="*/ 2009584 w 2419350"/>
                <a:gd name="connsiteY11863" fmla="*/ 336995 h 876300"/>
                <a:gd name="connsiteX11864" fmla="*/ 2009013 w 2419350"/>
                <a:gd name="connsiteY11864" fmla="*/ 336995 h 876300"/>
                <a:gd name="connsiteX11865" fmla="*/ 2007870 w 2419350"/>
                <a:gd name="connsiteY11865" fmla="*/ 337090 h 876300"/>
                <a:gd name="connsiteX11866" fmla="*/ 2007394 w 2419350"/>
                <a:gd name="connsiteY11866" fmla="*/ 336995 h 876300"/>
                <a:gd name="connsiteX11867" fmla="*/ 2007013 w 2419350"/>
                <a:gd name="connsiteY11867" fmla="*/ 336709 h 876300"/>
                <a:gd name="connsiteX11868" fmla="*/ 2006441 w 2419350"/>
                <a:gd name="connsiteY11868" fmla="*/ 335947 h 876300"/>
                <a:gd name="connsiteX11869" fmla="*/ 2006156 w 2419350"/>
                <a:gd name="connsiteY11869" fmla="*/ 335756 h 876300"/>
                <a:gd name="connsiteX11870" fmla="*/ 2005108 w 2419350"/>
                <a:gd name="connsiteY11870" fmla="*/ 335852 h 876300"/>
                <a:gd name="connsiteX11871" fmla="*/ 2004441 w 2419350"/>
                <a:gd name="connsiteY11871" fmla="*/ 335852 h 876300"/>
                <a:gd name="connsiteX11872" fmla="*/ 2003965 w 2419350"/>
                <a:gd name="connsiteY11872" fmla="*/ 335661 h 876300"/>
                <a:gd name="connsiteX11873" fmla="*/ 2003203 w 2419350"/>
                <a:gd name="connsiteY11873" fmla="*/ 335089 h 876300"/>
                <a:gd name="connsiteX11874" fmla="*/ 2001393 w 2419350"/>
                <a:gd name="connsiteY11874" fmla="*/ 334232 h 876300"/>
                <a:gd name="connsiteX11875" fmla="*/ 2000536 w 2419350"/>
                <a:gd name="connsiteY11875" fmla="*/ 333661 h 876300"/>
                <a:gd name="connsiteX11876" fmla="*/ 2000250 w 2419350"/>
                <a:gd name="connsiteY11876" fmla="*/ 333185 h 876300"/>
                <a:gd name="connsiteX11877" fmla="*/ 2000250 w 2419350"/>
                <a:gd name="connsiteY11877" fmla="*/ 332708 h 876300"/>
                <a:gd name="connsiteX11878" fmla="*/ 2000059 w 2419350"/>
                <a:gd name="connsiteY11878" fmla="*/ 332327 h 876300"/>
                <a:gd name="connsiteX11879" fmla="*/ 1999298 w 2419350"/>
                <a:gd name="connsiteY11879" fmla="*/ 332137 h 876300"/>
                <a:gd name="connsiteX11880" fmla="*/ 1998059 w 2419350"/>
                <a:gd name="connsiteY11880" fmla="*/ 332804 h 876300"/>
                <a:gd name="connsiteX11881" fmla="*/ 1997488 w 2419350"/>
                <a:gd name="connsiteY11881" fmla="*/ 332899 h 876300"/>
                <a:gd name="connsiteX11882" fmla="*/ 1996440 w 2419350"/>
                <a:gd name="connsiteY11882" fmla="*/ 332708 h 876300"/>
                <a:gd name="connsiteX11883" fmla="*/ 1986058 w 2419350"/>
                <a:gd name="connsiteY11883" fmla="*/ 327851 h 876300"/>
                <a:gd name="connsiteX11884" fmla="*/ 1984534 w 2419350"/>
                <a:gd name="connsiteY11884" fmla="*/ 328327 h 876300"/>
                <a:gd name="connsiteX11885" fmla="*/ 1971770 w 2419350"/>
                <a:gd name="connsiteY11885" fmla="*/ 327184 h 876300"/>
                <a:gd name="connsiteX11886" fmla="*/ 1969675 w 2419350"/>
                <a:gd name="connsiteY11886" fmla="*/ 327565 h 876300"/>
                <a:gd name="connsiteX11887" fmla="*/ 1965293 w 2419350"/>
                <a:gd name="connsiteY11887" fmla="*/ 328898 h 876300"/>
                <a:gd name="connsiteX11888" fmla="*/ 1963960 w 2419350"/>
                <a:gd name="connsiteY11888" fmla="*/ 328994 h 876300"/>
                <a:gd name="connsiteX11889" fmla="*/ 1963007 w 2419350"/>
                <a:gd name="connsiteY11889" fmla="*/ 329184 h 876300"/>
                <a:gd name="connsiteX11890" fmla="*/ 1961293 w 2419350"/>
                <a:gd name="connsiteY11890" fmla="*/ 330041 h 876300"/>
                <a:gd name="connsiteX11891" fmla="*/ 1959292 w 2419350"/>
                <a:gd name="connsiteY11891" fmla="*/ 330708 h 876300"/>
                <a:gd name="connsiteX11892" fmla="*/ 1957483 w 2419350"/>
                <a:gd name="connsiteY11892" fmla="*/ 331661 h 876300"/>
                <a:gd name="connsiteX11893" fmla="*/ 1956721 w 2419350"/>
                <a:gd name="connsiteY11893" fmla="*/ 331851 h 876300"/>
                <a:gd name="connsiteX11894" fmla="*/ 1954054 w 2419350"/>
                <a:gd name="connsiteY11894" fmla="*/ 333661 h 876300"/>
                <a:gd name="connsiteX11895" fmla="*/ 1953673 w 2419350"/>
                <a:gd name="connsiteY11895" fmla="*/ 334328 h 876300"/>
                <a:gd name="connsiteX11896" fmla="*/ 1952815 w 2419350"/>
                <a:gd name="connsiteY11896" fmla="*/ 336423 h 876300"/>
                <a:gd name="connsiteX11897" fmla="*/ 1952530 w 2419350"/>
                <a:gd name="connsiteY11897" fmla="*/ 336899 h 876300"/>
                <a:gd name="connsiteX11898" fmla="*/ 1951863 w 2419350"/>
                <a:gd name="connsiteY11898" fmla="*/ 336995 h 876300"/>
                <a:gd name="connsiteX11899" fmla="*/ 1949101 w 2419350"/>
                <a:gd name="connsiteY11899" fmla="*/ 337947 h 876300"/>
                <a:gd name="connsiteX11900" fmla="*/ 1947767 w 2419350"/>
                <a:gd name="connsiteY11900" fmla="*/ 338709 h 876300"/>
                <a:gd name="connsiteX11901" fmla="*/ 1946339 w 2419350"/>
                <a:gd name="connsiteY11901" fmla="*/ 339852 h 876300"/>
                <a:gd name="connsiteX11902" fmla="*/ 1944053 w 2419350"/>
                <a:gd name="connsiteY11902" fmla="*/ 342233 h 876300"/>
                <a:gd name="connsiteX11903" fmla="*/ 1942814 w 2419350"/>
                <a:gd name="connsiteY11903" fmla="*/ 344710 h 876300"/>
                <a:gd name="connsiteX11904" fmla="*/ 1942433 w 2419350"/>
                <a:gd name="connsiteY11904" fmla="*/ 345091 h 876300"/>
                <a:gd name="connsiteX11905" fmla="*/ 1941766 w 2419350"/>
                <a:gd name="connsiteY11905" fmla="*/ 345186 h 876300"/>
                <a:gd name="connsiteX11906" fmla="*/ 1937385 w 2419350"/>
                <a:gd name="connsiteY11906" fmla="*/ 346615 h 876300"/>
                <a:gd name="connsiteX11907" fmla="*/ 1927384 w 2419350"/>
                <a:gd name="connsiteY11907" fmla="*/ 348615 h 876300"/>
                <a:gd name="connsiteX11908" fmla="*/ 1926812 w 2419350"/>
                <a:gd name="connsiteY11908" fmla="*/ 348805 h 876300"/>
                <a:gd name="connsiteX11909" fmla="*/ 1926431 w 2419350"/>
                <a:gd name="connsiteY11909" fmla="*/ 349282 h 876300"/>
                <a:gd name="connsiteX11910" fmla="*/ 1925479 w 2419350"/>
                <a:gd name="connsiteY11910" fmla="*/ 349663 h 876300"/>
                <a:gd name="connsiteX11911" fmla="*/ 1924431 w 2419350"/>
                <a:gd name="connsiteY11911" fmla="*/ 349949 h 876300"/>
                <a:gd name="connsiteX11912" fmla="*/ 1923574 w 2419350"/>
                <a:gd name="connsiteY11912" fmla="*/ 350044 h 876300"/>
                <a:gd name="connsiteX11913" fmla="*/ 1923574 w 2419350"/>
                <a:gd name="connsiteY11913" fmla="*/ 349472 h 876300"/>
                <a:gd name="connsiteX11914" fmla="*/ 1923955 w 2419350"/>
                <a:gd name="connsiteY11914" fmla="*/ 348805 h 876300"/>
                <a:gd name="connsiteX11915" fmla="*/ 1925098 w 2419350"/>
                <a:gd name="connsiteY11915" fmla="*/ 347472 h 876300"/>
                <a:gd name="connsiteX11916" fmla="*/ 1924526 w 2419350"/>
                <a:gd name="connsiteY11916" fmla="*/ 347281 h 876300"/>
                <a:gd name="connsiteX11917" fmla="*/ 1923669 w 2419350"/>
                <a:gd name="connsiteY11917" fmla="*/ 347186 h 876300"/>
                <a:gd name="connsiteX11918" fmla="*/ 1922907 w 2419350"/>
                <a:gd name="connsiteY11918" fmla="*/ 347281 h 876300"/>
                <a:gd name="connsiteX11919" fmla="*/ 1922526 w 2419350"/>
                <a:gd name="connsiteY11919" fmla="*/ 347663 h 876300"/>
                <a:gd name="connsiteX11920" fmla="*/ 1922145 w 2419350"/>
                <a:gd name="connsiteY11920" fmla="*/ 348044 h 876300"/>
                <a:gd name="connsiteX11921" fmla="*/ 1920145 w 2419350"/>
                <a:gd name="connsiteY11921" fmla="*/ 348234 h 876300"/>
                <a:gd name="connsiteX11922" fmla="*/ 1919478 w 2419350"/>
                <a:gd name="connsiteY11922" fmla="*/ 348425 h 876300"/>
                <a:gd name="connsiteX11923" fmla="*/ 1918906 w 2419350"/>
                <a:gd name="connsiteY11923" fmla="*/ 348710 h 876300"/>
                <a:gd name="connsiteX11924" fmla="*/ 1917382 w 2419350"/>
                <a:gd name="connsiteY11924" fmla="*/ 349091 h 876300"/>
                <a:gd name="connsiteX11925" fmla="*/ 1916811 w 2419350"/>
                <a:gd name="connsiteY11925" fmla="*/ 349949 h 876300"/>
                <a:gd name="connsiteX11926" fmla="*/ 1916049 w 2419350"/>
                <a:gd name="connsiteY11926" fmla="*/ 350234 h 876300"/>
                <a:gd name="connsiteX11927" fmla="*/ 1913858 w 2419350"/>
                <a:gd name="connsiteY11927" fmla="*/ 350520 h 876300"/>
                <a:gd name="connsiteX11928" fmla="*/ 1909191 w 2419350"/>
                <a:gd name="connsiteY11928" fmla="*/ 351949 h 876300"/>
                <a:gd name="connsiteX11929" fmla="*/ 1908810 w 2419350"/>
                <a:gd name="connsiteY11929" fmla="*/ 353378 h 876300"/>
                <a:gd name="connsiteX11930" fmla="*/ 1909572 w 2419350"/>
                <a:gd name="connsiteY11930" fmla="*/ 354711 h 876300"/>
                <a:gd name="connsiteX11931" fmla="*/ 1911763 w 2419350"/>
                <a:gd name="connsiteY11931" fmla="*/ 356902 h 876300"/>
                <a:gd name="connsiteX11932" fmla="*/ 1910620 w 2419350"/>
                <a:gd name="connsiteY11932" fmla="*/ 357569 h 876300"/>
                <a:gd name="connsiteX11933" fmla="*/ 1910239 w 2419350"/>
                <a:gd name="connsiteY11933" fmla="*/ 357664 h 876300"/>
                <a:gd name="connsiteX11934" fmla="*/ 1910620 w 2419350"/>
                <a:gd name="connsiteY11934" fmla="*/ 358712 h 876300"/>
                <a:gd name="connsiteX11935" fmla="*/ 1910334 w 2419350"/>
                <a:gd name="connsiteY11935" fmla="*/ 360712 h 876300"/>
                <a:gd name="connsiteX11936" fmla="*/ 1910620 w 2419350"/>
                <a:gd name="connsiteY11936" fmla="*/ 361569 h 876300"/>
                <a:gd name="connsiteX11937" fmla="*/ 1909858 w 2419350"/>
                <a:gd name="connsiteY11937" fmla="*/ 362141 h 876300"/>
                <a:gd name="connsiteX11938" fmla="*/ 1909667 w 2419350"/>
                <a:gd name="connsiteY11938" fmla="*/ 362807 h 876300"/>
                <a:gd name="connsiteX11939" fmla="*/ 1909858 w 2419350"/>
                <a:gd name="connsiteY11939" fmla="*/ 364617 h 876300"/>
                <a:gd name="connsiteX11940" fmla="*/ 1909667 w 2419350"/>
                <a:gd name="connsiteY11940" fmla="*/ 365570 h 876300"/>
                <a:gd name="connsiteX11941" fmla="*/ 1908905 w 2419350"/>
                <a:gd name="connsiteY11941" fmla="*/ 366903 h 876300"/>
                <a:gd name="connsiteX11942" fmla="*/ 1908715 w 2419350"/>
                <a:gd name="connsiteY11942" fmla="*/ 367475 h 876300"/>
                <a:gd name="connsiteX11943" fmla="*/ 1908429 w 2419350"/>
                <a:gd name="connsiteY11943" fmla="*/ 367951 h 876300"/>
                <a:gd name="connsiteX11944" fmla="*/ 1906905 w 2419350"/>
                <a:gd name="connsiteY11944" fmla="*/ 369856 h 876300"/>
                <a:gd name="connsiteX11945" fmla="*/ 1906143 w 2419350"/>
                <a:gd name="connsiteY11945" fmla="*/ 372237 h 876300"/>
                <a:gd name="connsiteX11946" fmla="*/ 1905762 w 2419350"/>
                <a:gd name="connsiteY11946" fmla="*/ 372713 h 876300"/>
                <a:gd name="connsiteX11947" fmla="*/ 1904333 w 2419350"/>
                <a:gd name="connsiteY11947" fmla="*/ 373094 h 876300"/>
                <a:gd name="connsiteX11948" fmla="*/ 1900047 w 2419350"/>
                <a:gd name="connsiteY11948" fmla="*/ 373761 h 876300"/>
                <a:gd name="connsiteX11949" fmla="*/ 1899190 w 2419350"/>
                <a:gd name="connsiteY11949" fmla="*/ 374333 h 876300"/>
                <a:gd name="connsiteX11950" fmla="*/ 1898428 w 2419350"/>
                <a:gd name="connsiteY11950" fmla="*/ 375380 h 876300"/>
                <a:gd name="connsiteX11951" fmla="*/ 1898332 w 2419350"/>
                <a:gd name="connsiteY11951" fmla="*/ 375571 h 876300"/>
                <a:gd name="connsiteX11952" fmla="*/ 1897761 w 2419350"/>
                <a:gd name="connsiteY11952" fmla="*/ 375761 h 876300"/>
                <a:gd name="connsiteX11953" fmla="*/ 1897666 w 2419350"/>
                <a:gd name="connsiteY11953" fmla="*/ 376238 h 876300"/>
                <a:gd name="connsiteX11954" fmla="*/ 1897761 w 2419350"/>
                <a:gd name="connsiteY11954" fmla="*/ 377000 h 876300"/>
                <a:gd name="connsiteX11955" fmla="*/ 1896428 w 2419350"/>
                <a:gd name="connsiteY11955" fmla="*/ 380905 h 876300"/>
                <a:gd name="connsiteX11956" fmla="*/ 1896142 w 2419350"/>
                <a:gd name="connsiteY11956" fmla="*/ 381286 h 876300"/>
                <a:gd name="connsiteX11957" fmla="*/ 1895380 w 2419350"/>
                <a:gd name="connsiteY11957" fmla="*/ 381953 h 876300"/>
                <a:gd name="connsiteX11958" fmla="*/ 1893665 w 2419350"/>
                <a:gd name="connsiteY11958" fmla="*/ 382714 h 876300"/>
                <a:gd name="connsiteX11959" fmla="*/ 1893380 w 2419350"/>
                <a:gd name="connsiteY11959" fmla="*/ 383096 h 876300"/>
                <a:gd name="connsiteX11960" fmla="*/ 1893570 w 2419350"/>
                <a:gd name="connsiteY11960" fmla="*/ 384238 h 876300"/>
                <a:gd name="connsiteX11961" fmla="*/ 1894046 w 2419350"/>
                <a:gd name="connsiteY11961" fmla="*/ 384905 h 876300"/>
                <a:gd name="connsiteX11962" fmla="*/ 1894904 w 2419350"/>
                <a:gd name="connsiteY11962" fmla="*/ 385286 h 876300"/>
                <a:gd name="connsiteX11963" fmla="*/ 1896332 w 2419350"/>
                <a:gd name="connsiteY11963" fmla="*/ 385477 h 876300"/>
                <a:gd name="connsiteX11964" fmla="*/ 1900714 w 2419350"/>
                <a:gd name="connsiteY11964" fmla="*/ 385191 h 876300"/>
                <a:gd name="connsiteX11965" fmla="*/ 1902809 w 2419350"/>
                <a:gd name="connsiteY11965" fmla="*/ 385286 h 876300"/>
                <a:gd name="connsiteX11966" fmla="*/ 1905000 w 2419350"/>
                <a:gd name="connsiteY11966" fmla="*/ 386144 h 876300"/>
                <a:gd name="connsiteX11967" fmla="*/ 1905572 w 2419350"/>
                <a:gd name="connsiteY11967" fmla="*/ 386525 h 876300"/>
                <a:gd name="connsiteX11968" fmla="*/ 1906048 w 2419350"/>
                <a:gd name="connsiteY11968" fmla="*/ 386905 h 876300"/>
                <a:gd name="connsiteX11969" fmla="*/ 1906429 w 2419350"/>
                <a:gd name="connsiteY11969" fmla="*/ 387382 h 876300"/>
                <a:gd name="connsiteX11970" fmla="*/ 1906714 w 2419350"/>
                <a:gd name="connsiteY11970" fmla="*/ 388811 h 876300"/>
                <a:gd name="connsiteX11971" fmla="*/ 1907096 w 2419350"/>
                <a:gd name="connsiteY11971" fmla="*/ 388906 h 876300"/>
                <a:gd name="connsiteX11972" fmla="*/ 1908143 w 2419350"/>
                <a:gd name="connsiteY11972" fmla="*/ 388525 h 876300"/>
                <a:gd name="connsiteX11973" fmla="*/ 1909858 w 2419350"/>
                <a:gd name="connsiteY11973" fmla="*/ 387572 h 876300"/>
                <a:gd name="connsiteX11974" fmla="*/ 1911667 w 2419350"/>
                <a:gd name="connsiteY11974" fmla="*/ 387191 h 876300"/>
                <a:gd name="connsiteX11975" fmla="*/ 1912430 w 2419350"/>
                <a:gd name="connsiteY11975" fmla="*/ 386810 h 876300"/>
                <a:gd name="connsiteX11976" fmla="*/ 1913382 w 2419350"/>
                <a:gd name="connsiteY11976" fmla="*/ 386048 h 876300"/>
                <a:gd name="connsiteX11977" fmla="*/ 1914049 w 2419350"/>
                <a:gd name="connsiteY11977" fmla="*/ 385191 h 876300"/>
                <a:gd name="connsiteX11978" fmla="*/ 1913954 w 2419350"/>
                <a:gd name="connsiteY11978" fmla="*/ 384429 h 876300"/>
                <a:gd name="connsiteX11979" fmla="*/ 1911667 w 2419350"/>
                <a:gd name="connsiteY11979" fmla="*/ 382905 h 876300"/>
                <a:gd name="connsiteX11980" fmla="*/ 1910810 w 2419350"/>
                <a:gd name="connsiteY11980" fmla="*/ 381953 h 876300"/>
                <a:gd name="connsiteX11981" fmla="*/ 1910906 w 2419350"/>
                <a:gd name="connsiteY11981" fmla="*/ 381000 h 876300"/>
                <a:gd name="connsiteX11982" fmla="*/ 1913287 w 2419350"/>
                <a:gd name="connsiteY11982" fmla="*/ 382429 h 876300"/>
                <a:gd name="connsiteX11983" fmla="*/ 1914334 w 2419350"/>
                <a:gd name="connsiteY11983" fmla="*/ 382524 h 876300"/>
                <a:gd name="connsiteX11984" fmla="*/ 1915954 w 2419350"/>
                <a:gd name="connsiteY11984" fmla="*/ 382048 h 876300"/>
                <a:gd name="connsiteX11985" fmla="*/ 1916525 w 2419350"/>
                <a:gd name="connsiteY11985" fmla="*/ 382429 h 876300"/>
                <a:gd name="connsiteX11986" fmla="*/ 1917097 w 2419350"/>
                <a:gd name="connsiteY11986" fmla="*/ 383000 h 876300"/>
                <a:gd name="connsiteX11987" fmla="*/ 1917478 w 2419350"/>
                <a:gd name="connsiteY11987" fmla="*/ 383762 h 876300"/>
                <a:gd name="connsiteX11988" fmla="*/ 1917192 w 2419350"/>
                <a:gd name="connsiteY11988" fmla="*/ 384429 h 876300"/>
                <a:gd name="connsiteX11989" fmla="*/ 1916716 w 2419350"/>
                <a:gd name="connsiteY11989" fmla="*/ 385001 h 876300"/>
                <a:gd name="connsiteX11990" fmla="*/ 1916811 w 2419350"/>
                <a:gd name="connsiteY11990" fmla="*/ 385286 h 876300"/>
                <a:gd name="connsiteX11991" fmla="*/ 1917192 w 2419350"/>
                <a:gd name="connsiteY11991" fmla="*/ 385477 h 876300"/>
                <a:gd name="connsiteX11992" fmla="*/ 1917382 w 2419350"/>
                <a:gd name="connsiteY11992" fmla="*/ 385763 h 876300"/>
                <a:gd name="connsiteX11993" fmla="*/ 1917573 w 2419350"/>
                <a:gd name="connsiteY11993" fmla="*/ 385953 h 876300"/>
                <a:gd name="connsiteX11994" fmla="*/ 1918811 w 2419350"/>
                <a:gd name="connsiteY11994" fmla="*/ 387382 h 876300"/>
                <a:gd name="connsiteX11995" fmla="*/ 1919288 w 2419350"/>
                <a:gd name="connsiteY11995" fmla="*/ 387572 h 876300"/>
                <a:gd name="connsiteX11996" fmla="*/ 1919764 w 2419350"/>
                <a:gd name="connsiteY11996" fmla="*/ 387668 h 876300"/>
                <a:gd name="connsiteX11997" fmla="*/ 1920335 w 2419350"/>
                <a:gd name="connsiteY11997" fmla="*/ 387668 h 876300"/>
                <a:gd name="connsiteX11998" fmla="*/ 1921002 w 2419350"/>
                <a:gd name="connsiteY11998" fmla="*/ 387382 h 876300"/>
                <a:gd name="connsiteX11999" fmla="*/ 1920812 w 2419350"/>
                <a:gd name="connsiteY11999" fmla="*/ 386810 h 876300"/>
                <a:gd name="connsiteX12000" fmla="*/ 1921002 w 2419350"/>
                <a:gd name="connsiteY12000" fmla="*/ 386429 h 876300"/>
                <a:gd name="connsiteX12001" fmla="*/ 1921478 w 2419350"/>
                <a:gd name="connsiteY12001" fmla="*/ 386144 h 876300"/>
                <a:gd name="connsiteX12002" fmla="*/ 1922145 w 2419350"/>
                <a:gd name="connsiteY12002" fmla="*/ 385953 h 876300"/>
                <a:gd name="connsiteX12003" fmla="*/ 1922716 w 2419350"/>
                <a:gd name="connsiteY12003" fmla="*/ 385953 h 876300"/>
                <a:gd name="connsiteX12004" fmla="*/ 1923098 w 2419350"/>
                <a:gd name="connsiteY12004" fmla="*/ 386048 h 876300"/>
                <a:gd name="connsiteX12005" fmla="*/ 1923383 w 2419350"/>
                <a:gd name="connsiteY12005" fmla="*/ 386239 h 876300"/>
                <a:gd name="connsiteX12006" fmla="*/ 1923764 w 2419350"/>
                <a:gd name="connsiteY12006" fmla="*/ 386334 h 876300"/>
                <a:gd name="connsiteX12007" fmla="*/ 1925479 w 2419350"/>
                <a:gd name="connsiteY12007" fmla="*/ 386334 h 876300"/>
                <a:gd name="connsiteX12008" fmla="*/ 1926526 w 2419350"/>
                <a:gd name="connsiteY12008" fmla="*/ 386525 h 876300"/>
                <a:gd name="connsiteX12009" fmla="*/ 1927384 w 2419350"/>
                <a:gd name="connsiteY12009" fmla="*/ 386905 h 876300"/>
                <a:gd name="connsiteX12010" fmla="*/ 1928717 w 2419350"/>
                <a:gd name="connsiteY12010" fmla="*/ 388144 h 876300"/>
                <a:gd name="connsiteX12011" fmla="*/ 1929479 w 2419350"/>
                <a:gd name="connsiteY12011" fmla="*/ 388620 h 876300"/>
                <a:gd name="connsiteX12012" fmla="*/ 1930432 w 2419350"/>
                <a:gd name="connsiteY12012" fmla="*/ 388906 h 876300"/>
                <a:gd name="connsiteX12013" fmla="*/ 1931480 w 2419350"/>
                <a:gd name="connsiteY12013" fmla="*/ 388715 h 876300"/>
                <a:gd name="connsiteX12014" fmla="*/ 1932432 w 2419350"/>
                <a:gd name="connsiteY12014" fmla="*/ 388334 h 876300"/>
                <a:gd name="connsiteX12015" fmla="*/ 1933384 w 2419350"/>
                <a:gd name="connsiteY12015" fmla="*/ 388144 h 876300"/>
                <a:gd name="connsiteX12016" fmla="*/ 1934432 w 2419350"/>
                <a:gd name="connsiteY12016" fmla="*/ 388525 h 876300"/>
                <a:gd name="connsiteX12017" fmla="*/ 1933575 w 2419350"/>
                <a:gd name="connsiteY12017" fmla="*/ 389382 h 876300"/>
                <a:gd name="connsiteX12018" fmla="*/ 1933670 w 2419350"/>
                <a:gd name="connsiteY12018" fmla="*/ 390525 h 876300"/>
                <a:gd name="connsiteX12019" fmla="*/ 1934432 w 2419350"/>
                <a:gd name="connsiteY12019" fmla="*/ 391382 h 876300"/>
                <a:gd name="connsiteX12020" fmla="*/ 1935861 w 2419350"/>
                <a:gd name="connsiteY12020" fmla="*/ 391478 h 876300"/>
                <a:gd name="connsiteX12021" fmla="*/ 1937004 w 2419350"/>
                <a:gd name="connsiteY12021" fmla="*/ 390906 h 876300"/>
                <a:gd name="connsiteX12022" fmla="*/ 1937671 w 2419350"/>
                <a:gd name="connsiteY12022" fmla="*/ 390049 h 876300"/>
                <a:gd name="connsiteX12023" fmla="*/ 1937956 w 2419350"/>
                <a:gd name="connsiteY12023" fmla="*/ 388906 h 876300"/>
                <a:gd name="connsiteX12024" fmla="*/ 1938052 w 2419350"/>
                <a:gd name="connsiteY12024" fmla="*/ 387477 h 876300"/>
                <a:gd name="connsiteX12025" fmla="*/ 1939099 w 2419350"/>
                <a:gd name="connsiteY12025" fmla="*/ 388715 h 876300"/>
                <a:gd name="connsiteX12026" fmla="*/ 1938814 w 2419350"/>
                <a:gd name="connsiteY12026" fmla="*/ 390239 h 876300"/>
                <a:gd name="connsiteX12027" fmla="*/ 1938338 w 2419350"/>
                <a:gd name="connsiteY12027" fmla="*/ 391859 h 876300"/>
                <a:gd name="connsiteX12028" fmla="*/ 1938718 w 2419350"/>
                <a:gd name="connsiteY12028" fmla="*/ 393287 h 876300"/>
                <a:gd name="connsiteX12029" fmla="*/ 1939576 w 2419350"/>
                <a:gd name="connsiteY12029" fmla="*/ 392811 h 876300"/>
                <a:gd name="connsiteX12030" fmla="*/ 1941576 w 2419350"/>
                <a:gd name="connsiteY12030" fmla="*/ 390811 h 876300"/>
                <a:gd name="connsiteX12031" fmla="*/ 1942243 w 2419350"/>
                <a:gd name="connsiteY12031" fmla="*/ 390430 h 876300"/>
                <a:gd name="connsiteX12032" fmla="*/ 1942909 w 2419350"/>
                <a:gd name="connsiteY12032" fmla="*/ 390335 h 876300"/>
                <a:gd name="connsiteX12033" fmla="*/ 1943195 w 2419350"/>
                <a:gd name="connsiteY12033" fmla="*/ 390620 h 876300"/>
                <a:gd name="connsiteX12034" fmla="*/ 1942719 w 2419350"/>
                <a:gd name="connsiteY12034" fmla="*/ 391478 h 876300"/>
                <a:gd name="connsiteX12035" fmla="*/ 1944053 w 2419350"/>
                <a:gd name="connsiteY12035" fmla="*/ 391096 h 876300"/>
                <a:gd name="connsiteX12036" fmla="*/ 1947100 w 2419350"/>
                <a:gd name="connsiteY12036" fmla="*/ 389572 h 876300"/>
                <a:gd name="connsiteX12037" fmla="*/ 1948053 w 2419350"/>
                <a:gd name="connsiteY12037" fmla="*/ 389572 h 876300"/>
                <a:gd name="connsiteX12038" fmla="*/ 1947767 w 2419350"/>
                <a:gd name="connsiteY12038" fmla="*/ 390049 h 876300"/>
                <a:gd name="connsiteX12039" fmla="*/ 1946720 w 2419350"/>
                <a:gd name="connsiteY12039" fmla="*/ 391192 h 876300"/>
                <a:gd name="connsiteX12040" fmla="*/ 1946339 w 2419350"/>
                <a:gd name="connsiteY12040" fmla="*/ 391382 h 876300"/>
                <a:gd name="connsiteX12041" fmla="*/ 1944814 w 2419350"/>
                <a:gd name="connsiteY12041" fmla="*/ 391668 h 876300"/>
                <a:gd name="connsiteX12042" fmla="*/ 1944433 w 2419350"/>
                <a:gd name="connsiteY12042" fmla="*/ 391859 h 876300"/>
                <a:gd name="connsiteX12043" fmla="*/ 1944243 w 2419350"/>
                <a:gd name="connsiteY12043" fmla="*/ 392239 h 876300"/>
                <a:gd name="connsiteX12044" fmla="*/ 1943481 w 2419350"/>
                <a:gd name="connsiteY12044" fmla="*/ 392811 h 876300"/>
                <a:gd name="connsiteX12045" fmla="*/ 1943290 w 2419350"/>
                <a:gd name="connsiteY12045" fmla="*/ 393287 h 876300"/>
                <a:gd name="connsiteX12046" fmla="*/ 1942909 w 2419350"/>
                <a:gd name="connsiteY12046" fmla="*/ 395478 h 876300"/>
                <a:gd name="connsiteX12047" fmla="*/ 1943005 w 2419350"/>
                <a:gd name="connsiteY12047" fmla="*/ 395764 h 876300"/>
                <a:gd name="connsiteX12048" fmla="*/ 1943290 w 2419350"/>
                <a:gd name="connsiteY12048" fmla="*/ 396050 h 876300"/>
                <a:gd name="connsiteX12049" fmla="*/ 1943576 w 2419350"/>
                <a:gd name="connsiteY12049" fmla="*/ 396335 h 876300"/>
                <a:gd name="connsiteX12050" fmla="*/ 1943957 w 2419350"/>
                <a:gd name="connsiteY12050" fmla="*/ 396526 h 876300"/>
                <a:gd name="connsiteX12051" fmla="*/ 1943767 w 2419350"/>
                <a:gd name="connsiteY12051" fmla="*/ 396812 h 876300"/>
                <a:gd name="connsiteX12052" fmla="*/ 1943481 w 2419350"/>
                <a:gd name="connsiteY12052" fmla="*/ 397193 h 876300"/>
                <a:gd name="connsiteX12053" fmla="*/ 1943481 w 2419350"/>
                <a:gd name="connsiteY12053" fmla="*/ 397478 h 876300"/>
                <a:gd name="connsiteX12054" fmla="*/ 1943957 w 2419350"/>
                <a:gd name="connsiteY12054" fmla="*/ 398145 h 876300"/>
                <a:gd name="connsiteX12055" fmla="*/ 1944338 w 2419350"/>
                <a:gd name="connsiteY12055" fmla="*/ 398336 h 876300"/>
                <a:gd name="connsiteX12056" fmla="*/ 1944814 w 2419350"/>
                <a:gd name="connsiteY12056" fmla="*/ 398240 h 876300"/>
                <a:gd name="connsiteX12057" fmla="*/ 1946910 w 2419350"/>
                <a:gd name="connsiteY12057" fmla="*/ 397764 h 876300"/>
                <a:gd name="connsiteX12058" fmla="*/ 1948624 w 2419350"/>
                <a:gd name="connsiteY12058" fmla="*/ 396716 h 876300"/>
                <a:gd name="connsiteX12059" fmla="*/ 1949863 w 2419350"/>
                <a:gd name="connsiteY12059" fmla="*/ 396621 h 876300"/>
                <a:gd name="connsiteX12060" fmla="*/ 1949767 w 2419350"/>
                <a:gd name="connsiteY12060" fmla="*/ 397002 h 876300"/>
                <a:gd name="connsiteX12061" fmla="*/ 1949672 w 2419350"/>
                <a:gd name="connsiteY12061" fmla="*/ 397097 h 876300"/>
                <a:gd name="connsiteX12062" fmla="*/ 1949577 w 2419350"/>
                <a:gd name="connsiteY12062" fmla="*/ 397002 h 876300"/>
                <a:gd name="connsiteX12063" fmla="*/ 1949577 w 2419350"/>
                <a:gd name="connsiteY12063" fmla="*/ 396907 h 876300"/>
                <a:gd name="connsiteX12064" fmla="*/ 1949767 w 2419350"/>
                <a:gd name="connsiteY12064" fmla="*/ 398145 h 876300"/>
                <a:gd name="connsiteX12065" fmla="*/ 1949577 w 2419350"/>
                <a:gd name="connsiteY12065" fmla="*/ 398907 h 876300"/>
                <a:gd name="connsiteX12066" fmla="*/ 1949006 w 2419350"/>
                <a:gd name="connsiteY12066" fmla="*/ 399479 h 876300"/>
                <a:gd name="connsiteX12067" fmla="*/ 1948053 w 2419350"/>
                <a:gd name="connsiteY12067" fmla="*/ 400145 h 876300"/>
                <a:gd name="connsiteX12068" fmla="*/ 1947291 w 2419350"/>
                <a:gd name="connsiteY12068" fmla="*/ 400907 h 876300"/>
                <a:gd name="connsiteX12069" fmla="*/ 1946624 w 2419350"/>
                <a:gd name="connsiteY12069" fmla="*/ 401860 h 876300"/>
                <a:gd name="connsiteX12070" fmla="*/ 1945862 w 2419350"/>
                <a:gd name="connsiteY12070" fmla="*/ 402717 h 876300"/>
                <a:gd name="connsiteX12071" fmla="*/ 1944719 w 2419350"/>
                <a:gd name="connsiteY12071" fmla="*/ 403288 h 876300"/>
                <a:gd name="connsiteX12072" fmla="*/ 1945291 w 2419350"/>
                <a:gd name="connsiteY12072" fmla="*/ 404431 h 876300"/>
                <a:gd name="connsiteX12073" fmla="*/ 1945481 w 2419350"/>
                <a:gd name="connsiteY12073" fmla="*/ 404908 h 876300"/>
                <a:gd name="connsiteX12074" fmla="*/ 1945481 w 2419350"/>
                <a:gd name="connsiteY12074" fmla="*/ 405575 h 876300"/>
                <a:gd name="connsiteX12075" fmla="*/ 1945291 w 2419350"/>
                <a:gd name="connsiteY12075" fmla="*/ 407289 h 876300"/>
                <a:gd name="connsiteX12076" fmla="*/ 1945481 w 2419350"/>
                <a:gd name="connsiteY12076" fmla="*/ 407861 h 876300"/>
                <a:gd name="connsiteX12077" fmla="*/ 1945862 w 2419350"/>
                <a:gd name="connsiteY12077" fmla="*/ 408337 h 876300"/>
                <a:gd name="connsiteX12078" fmla="*/ 1946243 w 2419350"/>
                <a:gd name="connsiteY12078" fmla="*/ 408527 h 876300"/>
                <a:gd name="connsiteX12079" fmla="*/ 1946624 w 2419350"/>
                <a:gd name="connsiteY12079" fmla="*/ 408622 h 876300"/>
                <a:gd name="connsiteX12080" fmla="*/ 1947005 w 2419350"/>
                <a:gd name="connsiteY12080" fmla="*/ 408813 h 876300"/>
                <a:gd name="connsiteX12081" fmla="*/ 1947291 w 2419350"/>
                <a:gd name="connsiteY12081" fmla="*/ 409289 h 876300"/>
                <a:gd name="connsiteX12082" fmla="*/ 1947196 w 2419350"/>
                <a:gd name="connsiteY12082" fmla="*/ 409861 h 876300"/>
                <a:gd name="connsiteX12083" fmla="*/ 1947005 w 2419350"/>
                <a:gd name="connsiteY12083" fmla="*/ 410432 h 876300"/>
                <a:gd name="connsiteX12084" fmla="*/ 1946910 w 2419350"/>
                <a:gd name="connsiteY12084" fmla="*/ 411004 h 876300"/>
                <a:gd name="connsiteX12085" fmla="*/ 1947100 w 2419350"/>
                <a:gd name="connsiteY12085" fmla="*/ 411575 h 876300"/>
                <a:gd name="connsiteX12086" fmla="*/ 1947672 w 2419350"/>
                <a:gd name="connsiteY12086" fmla="*/ 411956 h 876300"/>
                <a:gd name="connsiteX12087" fmla="*/ 1948720 w 2419350"/>
                <a:gd name="connsiteY12087" fmla="*/ 412528 h 876300"/>
                <a:gd name="connsiteX12088" fmla="*/ 1949958 w 2419350"/>
                <a:gd name="connsiteY12088" fmla="*/ 414338 h 876300"/>
                <a:gd name="connsiteX12089" fmla="*/ 1951291 w 2419350"/>
                <a:gd name="connsiteY12089" fmla="*/ 414147 h 876300"/>
                <a:gd name="connsiteX12090" fmla="*/ 1953768 w 2419350"/>
                <a:gd name="connsiteY12090" fmla="*/ 413385 h 876300"/>
                <a:gd name="connsiteX12091" fmla="*/ 1955197 w 2419350"/>
                <a:gd name="connsiteY12091" fmla="*/ 413195 h 876300"/>
                <a:gd name="connsiteX12092" fmla="*/ 1953863 w 2419350"/>
                <a:gd name="connsiteY12092" fmla="*/ 413671 h 876300"/>
                <a:gd name="connsiteX12093" fmla="*/ 1953292 w 2419350"/>
                <a:gd name="connsiteY12093" fmla="*/ 414147 h 876300"/>
                <a:gd name="connsiteX12094" fmla="*/ 1953006 w 2419350"/>
                <a:gd name="connsiteY12094" fmla="*/ 414814 h 876300"/>
                <a:gd name="connsiteX12095" fmla="*/ 1952720 w 2419350"/>
                <a:gd name="connsiteY12095" fmla="*/ 415290 h 876300"/>
                <a:gd name="connsiteX12096" fmla="*/ 1951291 w 2419350"/>
                <a:gd name="connsiteY12096" fmla="*/ 416052 h 876300"/>
                <a:gd name="connsiteX12097" fmla="*/ 1950911 w 2419350"/>
                <a:gd name="connsiteY12097" fmla="*/ 416433 h 876300"/>
                <a:gd name="connsiteX12098" fmla="*/ 1951101 w 2419350"/>
                <a:gd name="connsiteY12098" fmla="*/ 417671 h 876300"/>
                <a:gd name="connsiteX12099" fmla="*/ 1952434 w 2419350"/>
                <a:gd name="connsiteY12099" fmla="*/ 418814 h 876300"/>
                <a:gd name="connsiteX12100" fmla="*/ 1959864 w 2419350"/>
                <a:gd name="connsiteY12100" fmla="*/ 421958 h 876300"/>
                <a:gd name="connsiteX12101" fmla="*/ 1961007 w 2419350"/>
                <a:gd name="connsiteY12101" fmla="*/ 422815 h 876300"/>
                <a:gd name="connsiteX12102" fmla="*/ 1961864 w 2419350"/>
                <a:gd name="connsiteY12102" fmla="*/ 423958 h 876300"/>
                <a:gd name="connsiteX12103" fmla="*/ 1962531 w 2419350"/>
                <a:gd name="connsiteY12103" fmla="*/ 425196 h 876300"/>
                <a:gd name="connsiteX12104" fmla="*/ 1963388 w 2419350"/>
                <a:gd name="connsiteY12104" fmla="*/ 426339 h 876300"/>
                <a:gd name="connsiteX12105" fmla="*/ 1964722 w 2419350"/>
                <a:gd name="connsiteY12105" fmla="*/ 427196 h 876300"/>
                <a:gd name="connsiteX12106" fmla="*/ 1966913 w 2419350"/>
                <a:gd name="connsiteY12106" fmla="*/ 427482 h 876300"/>
                <a:gd name="connsiteX12107" fmla="*/ 1968913 w 2419350"/>
                <a:gd name="connsiteY12107" fmla="*/ 426720 h 876300"/>
                <a:gd name="connsiteX12108" fmla="*/ 1972628 w 2419350"/>
                <a:gd name="connsiteY12108" fmla="*/ 424625 h 876300"/>
                <a:gd name="connsiteX12109" fmla="*/ 1976247 w 2419350"/>
                <a:gd name="connsiteY12109" fmla="*/ 423958 h 876300"/>
                <a:gd name="connsiteX12110" fmla="*/ 1977199 w 2419350"/>
                <a:gd name="connsiteY12110" fmla="*/ 423386 h 876300"/>
                <a:gd name="connsiteX12111" fmla="*/ 1978247 w 2419350"/>
                <a:gd name="connsiteY12111" fmla="*/ 423005 h 876300"/>
                <a:gd name="connsiteX12112" fmla="*/ 1979486 w 2419350"/>
                <a:gd name="connsiteY12112" fmla="*/ 423291 h 876300"/>
                <a:gd name="connsiteX12113" fmla="*/ 1980533 w 2419350"/>
                <a:gd name="connsiteY12113" fmla="*/ 423863 h 876300"/>
                <a:gd name="connsiteX12114" fmla="*/ 1981105 w 2419350"/>
                <a:gd name="connsiteY12114" fmla="*/ 424339 h 876300"/>
                <a:gd name="connsiteX12115" fmla="*/ 1981486 w 2419350"/>
                <a:gd name="connsiteY12115" fmla="*/ 425387 h 876300"/>
                <a:gd name="connsiteX12116" fmla="*/ 1981772 w 2419350"/>
                <a:gd name="connsiteY12116" fmla="*/ 426720 h 876300"/>
                <a:gd name="connsiteX12117" fmla="*/ 1982343 w 2419350"/>
                <a:gd name="connsiteY12117" fmla="*/ 427768 h 876300"/>
                <a:gd name="connsiteX12118" fmla="*/ 1983486 w 2419350"/>
                <a:gd name="connsiteY12118" fmla="*/ 428244 h 876300"/>
                <a:gd name="connsiteX12119" fmla="*/ 1984057 w 2419350"/>
                <a:gd name="connsiteY12119" fmla="*/ 428435 h 876300"/>
                <a:gd name="connsiteX12120" fmla="*/ 1984439 w 2419350"/>
                <a:gd name="connsiteY12120" fmla="*/ 428816 h 876300"/>
                <a:gd name="connsiteX12121" fmla="*/ 1984724 w 2419350"/>
                <a:gd name="connsiteY12121" fmla="*/ 429196 h 876300"/>
                <a:gd name="connsiteX12122" fmla="*/ 1985105 w 2419350"/>
                <a:gd name="connsiteY12122" fmla="*/ 429387 h 876300"/>
                <a:gd name="connsiteX12123" fmla="*/ 1985581 w 2419350"/>
                <a:gd name="connsiteY12123" fmla="*/ 429292 h 876300"/>
                <a:gd name="connsiteX12124" fmla="*/ 1989391 w 2419350"/>
                <a:gd name="connsiteY12124" fmla="*/ 426911 h 876300"/>
                <a:gd name="connsiteX12125" fmla="*/ 1990630 w 2419350"/>
                <a:gd name="connsiteY12125" fmla="*/ 426339 h 876300"/>
                <a:gd name="connsiteX12126" fmla="*/ 1991868 w 2419350"/>
                <a:gd name="connsiteY12126" fmla="*/ 426149 h 876300"/>
                <a:gd name="connsiteX12127" fmla="*/ 1993106 w 2419350"/>
                <a:gd name="connsiteY12127" fmla="*/ 426339 h 876300"/>
                <a:gd name="connsiteX12128" fmla="*/ 1996345 w 2419350"/>
                <a:gd name="connsiteY12128" fmla="*/ 427958 h 876300"/>
                <a:gd name="connsiteX12129" fmla="*/ 1998536 w 2419350"/>
                <a:gd name="connsiteY12129" fmla="*/ 428149 h 876300"/>
                <a:gd name="connsiteX12130" fmla="*/ 2000536 w 2419350"/>
                <a:gd name="connsiteY12130" fmla="*/ 427577 h 876300"/>
                <a:gd name="connsiteX12131" fmla="*/ 2002631 w 2419350"/>
                <a:gd name="connsiteY12131" fmla="*/ 426720 h 876300"/>
                <a:gd name="connsiteX12132" fmla="*/ 2005013 w 2419350"/>
                <a:gd name="connsiteY12132" fmla="*/ 426149 h 876300"/>
                <a:gd name="connsiteX12133" fmla="*/ 2007489 w 2419350"/>
                <a:gd name="connsiteY12133" fmla="*/ 426053 h 876300"/>
                <a:gd name="connsiteX12134" fmla="*/ 2008727 w 2419350"/>
                <a:gd name="connsiteY12134" fmla="*/ 425863 h 876300"/>
                <a:gd name="connsiteX12135" fmla="*/ 2010537 w 2419350"/>
                <a:gd name="connsiteY12135" fmla="*/ 424720 h 876300"/>
                <a:gd name="connsiteX12136" fmla="*/ 2011775 w 2419350"/>
                <a:gd name="connsiteY12136" fmla="*/ 424625 h 876300"/>
                <a:gd name="connsiteX12137" fmla="*/ 2013871 w 2419350"/>
                <a:gd name="connsiteY12137" fmla="*/ 424815 h 876300"/>
                <a:gd name="connsiteX12138" fmla="*/ 2016157 w 2419350"/>
                <a:gd name="connsiteY12138" fmla="*/ 424244 h 876300"/>
                <a:gd name="connsiteX12139" fmla="*/ 2017300 w 2419350"/>
                <a:gd name="connsiteY12139" fmla="*/ 424148 h 876300"/>
                <a:gd name="connsiteX12140" fmla="*/ 2017776 w 2419350"/>
                <a:gd name="connsiteY12140" fmla="*/ 424625 h 876300"/>
                <a:gd name="connsiteX12141" fmla="*/ 2018348 w 2419350"/>
                <a:gd name="connsiteY12141" fmla="*/ 425101 h 876300"/>
                <a:gd name="connsiteX12142" fmla="*/ 2019681 w 2419350"/>
                <a:gd name="connsiteY12142" fmla="*/ 425101 h 876300"/>
                <a:gd name="connsiteX12143" fmla="*/ 2022157 w 2419350"/>
                <a:gd name="connsiteY12143" fmla="*/ 424815 h 876300"/>
                <a:gd name="connsiteX12144" fmla="*/ 2023205 w 2419350"/>
                <a:gd name="connsiteY12144" fmla="*/ 425101 h 876300"/>
                <a:gd name="connsiteX12145" fmla="*/ 2025206 w 2419350"/>
                <a:gd name="connsiteY12145" fmla="*/ 425958 h 876300"/>
                <a:gd name="connsiteX12146" fmla="*/ 2026825 w 2419350"/>
                <a:gd name="connsiteY12146" fmla="*/ 425672 h 876300"/>
                <a:gd name="connsiteX12147" fmla="*/ 2028063 w 2419350"/>
                <a:gd name="connsiteY12147" fmla="*/ 425672 h 876300"/>
                <a:gd name="connsiteX12148" fmla="*/ 2028825 w 2419350"/>
                <a:gd name="connsiteY12148" fmla="*/ 425387 h 876300"/>
                <a:gd name="connsiteX12149" fmla="*/ 2028254 w 2419350"/>
                <a:gd name="connsiteY12149" fmla="*/ 424625 h 876300"/>
                <a:gd name="connsiteX12150" fmla="*/ 2028254 w 2419350"/>
                <a:gd name="connsiteY12150" fmla="*/ 424244 h 876300"/>
                <a:gd name="connsiteX12151" fmla="*/ 2029111 w 2419350"/>
                <a:gd name="connsiteY12151" fmla="*/ 424529 h 876300"/>
                <a:gd name="connsiteX12152" fmla="*/ 2029778 w 2419350"/>
                <a:gd name="connsiteY12152" fmla="*/ 426053 h 876300"/>
                <a:gd name="connsiteX12153" fmla="*/ 2030635 w 2419350"/>
                <a:gd name="connsiteY12153" fmla="*/ 426434 h 876300"/>
                <a:gd name="connsiteX12154" fmla="*/ 2031492 w 2419350"/>
                <a:gd name="connsiteY12154" fmla="*/ 426053 h 876300"/>
                <a:gd name="connsiteX12155" fmla="*/ 2032159 w 2419350"/>
                <a:gd name="connsiteY12155" fmla="*/ 425101 h 876300"/>
                <a:gd name="connsiteX12156" fmla="*/ 2033016 w 2419350"/>
                <a:gd name="connsiteY12156" fmla="*/ 423101 h 876300"/>
                <a:gd name="connsiteX12157" fmla="*/ 2033206 w 2419350"/>
                <a:gd name="connsiteY12157" fmla="*/ 423767 h 876300"/>
                <a:gd name="connsiteX12158" fmla="*/ 2033016 w 2419350"/>
                <a:gd name="connsiteY12158" fmla="*/ 425958 h 876300"/>
                <a:gd name="connsiteX12159" fmla="*/ 2034064 w 2419350"/>
                <a:gd name="connsiteY12159" fmla="*/ 425482 h 876300"/>
                <a:gd name="connsiteX12160" fmla="*/ 2034635 w 2419350"/>
                <a:gd name="connsiteY12160" fmla="*/ 425291 h 876300"/>
                <a:gd name="connsiteX12161" fmla="*/ 2035016 w 2419350"/>
                <a:gd name="connsiteY12161" fmla="*/ 425387 h 876300"/>
                <a:gd name="connsiteX12162" fmla="*/ 2035397 w 2419350"/>
                <a:gd name="connsiteY12162" fmla="*/ 425672 h 876300"/>
                <a:gd name="connsiteX12163" fmla="*/ 2035778 w 2419350"/>
                <a:gd name="connsiteY12163" fmla="*/ 425768 h 876300"/>
                <a:gd name="connsiteX12164" fmla="*/ 2036064 w 2419350"/>
                <a:gd name="connsiteY12164" fmla="*/ 425672 h 876300"/>
                <a:gd name="connsiteX12165" fmla="*/ 2036159 w 2419350"/>
                <a:gd name="connsiteY12165" fmla="*/ 425291 h 876300"/>
                <a:gd name="connsiteX12166" fmla="*/ 2036540 w 2419350"/>
                <a:gd name="connsiteY12166" fmla="*/ 424529 h 876300"/>
                <a:gd name="connsiteX12167" fmla="*/ 2037398 w 2419350"/>
                <a:gd name="connsiteY12167" fmla="*/ 424053 h 876300"/>
                <a:gd name="connsiteX12168" fmla="*/ 2038255 w 2419350"/>
                <a:gd name="connsiteY12168" fmla="*/ 423672 h 876300"/>
                <a:gd name="connsiteX12169" fmla="*/ 2038636 w 2419350"/>
                <a:gd name="connsiteY12169" fmla="*/ 423481 h 876300"/>
                <a:gd name="connsiteX12170" fmla="*/ 2039017 w 2419350"/>
                <a:gd name="connsiteY12170" fmla="*/ 422529 h 876300"/>
                <a:gd name="connsiteX12171" fmla="*/ 2039874 w 2419350"/>
                <a:gd name="connsiteY12171" fmla="*/ 422243 h 876300"/>
                <a:gd name="connsiteX12172" fmla="*/ 2041874 w 2419350"/>
                <a:gd name="connsiteY12172" fmla="*/ 422148 h 876300"/>
                <a:gd name="connsiteX12173" fmla="*/ 2042350 w 2419350"/>
                <a:gd name="connsiteY12173" fmla="*/ 421958 h 876300"/>
                <a:gd name="connsiteX12174" fmla="*/ 2043684 w 2419350"/>
                <a:gd name="connsiteY12174" fmla="*/ 421100 h 876300"/>
                <a:gd name="connsiteX12175" fmla="*/ 2044160 w 2419350"/>
                <a:gd name="connsiteY12175" fmla="*/ 421005 h 876300"/>
                <a:gd name="connsiteX12176" fmla="*/ 2045017 w 2419350"/>
                <a:gd name="connsiteY12176" fmla="*/ 420910 h 876300"/>
                <a:gd name="connsiteX12177" fmla="*/ 2045494 w 2419350"/>
                <a:gd name="connsiteY12177" fmla="*/ 420719 h 876300"/>
                <a:gd name="connsiteX12178" fmla="*/ 2045780 w 2419350"/>
                <a:gd name="connsiteY12178" fmla="*/ 420434 h 876300"/>
                <a:gd name="connsiteX12179" fmla="*/ 2046541 w 2419350"/>
                <a:gd name="connsiteY12179" fmla="*/ 419100 h 876300"/>
                <a:gd name="connsiteX12180" fmla="*/ 2046732 w 2419350"/>
                <a:gd name="connsiteY12180" fmla="*/ 418910 h 876300"/>
                <a:gd name="connsiteX12181" fmla="*/ 2047304 w 2419350"/>
                <a:gd name="connsiteY12181" fmla="*/ 418910 h 876300"/>
                <a:gd name="connsiteX12182" fmla="*/ 2047875 w 2419350"/>
                <a:gd name="connsiteY12182" fmla="*/ 419005 h 876300"/>
                <a:gd name="connsiteX12183" fmla="*/ 2048161 w 2419350"/>
                <a:gd name="connsiteY12183" fmla="*/ 419005 h 876300"/>
                <a:gd name="connsiteX12184" fmla="*/ 2048923 w 2419350"/>
                <a:gd name="connsiteY12184" fmla="*/ 418719 h 876300"/>
                <a:gd name="connsiteX12185" fmla="*/ 2050161 w 2419350"/>
                <a:gd name="connsiteY12185" fmla="*/ 418624 h 876300"/>
                <a:gd name="connsiteX12186" fmla="*/ 2051114 w 2419350"/>
                <a:gd name="connsiteY12186" fmla="*/ 418814 h 876300"/>
                <a:gd name="connsiteX12187" fmla="*/ 2051114 w 2419350"/>
                <a:gd name="connsiteY12187" fmla="*/ 419386 h 876300"/>
                <a:gd name="connsiteX12188" fmla="*/ 2050923 w 2419350"/>
                <a:gd name="connsiteY12188" fmla="*/ 419767 h 876300"/>
                <a:gd name="connsiteX12189" fmla="*/ 2050828 w 2419350"/>
                <a:gd name="connsiteY12189" fmla="*/ 420624 h 876300"/>
                <a:gd name="connsiteX12190" fmla="*/ 2050637 w 2419350"/>
                <a:gd name="connsiteY12190" fmla="*/ 421005 h 876300"/>
                <a:gd name="connsiteX12191" fmla="*/ 2050256 w 2419350"/>
                <a:gd name="connsiteY12191" fmla="*/ 421196 h 876300"/>
                <a:gd name="connsiteX12192" fmla="*/ 2049113 w 2419350"/>
                <a:gd name="connsiteY12192" fmla="*/ 421577 h 876300"/>
                <a:gd name="connsiteX12193" fmla="*/ 2048828 w 2419350"/>
                <a:gd name="connsiteY12193" fmla="*/ 421767 h 876300"/>
                <a:gd name="connsiteX12194" fmla="*/ 2049018 w 2419350"/>
                <a:gd name="connsiteY12194" fmla="*/ 422434 h 876300"/>
                <a:gd name="connsiteX12195" fmla="*/ 2049780 w 2419350"/>
                <a:gd name="connsiteY12195" fmla="*/ 422434 h 876300"/>
                <a:gd name="connsiteX12196" fmla="*/ 2050732 w 2419350"/>
                <a:gd name="connsiteY12196" fmla="*/ 422053 h 876300"/>
                <a:gd name="connsiteX12197" fmla="*/ 2051399 w 2419350"/>
                <a:gd name="connsiteY12197" fmla="*/ 421767 h 876300"/>
                <a:gd name="connsiteX12198" fmla="*/ 2051780 w 2419350"/>
                <a:gd name="connsiteY12198" fmla="*/ 422148 h 876300"/>
                <a:gd name="connsiteX12199" fmla="*/ 2050828 w 2419350"/>
                <a:gd name="connsiteY12199" fmla="*/ 422529 h 876300"/>
                <a:gd name="connsiteX12200" fmla="*/ 2050066 w 2419350"/>
                <a:gd name="connsiteY12200" fmla="*/ 423196 h 876300"/>
                <a:gd name="connsiteX12201" fmla="*/ 2049208 w 2419350"/>
                <a:gd name="connsiteY12201" fmla="*/ 423577 h 876300"/>
                <a:gd name="connsiteX12202" fmla="*/ 2048161 w 2419350"/>
                <a:gd name="connsiteY12202" fmla="*/ 423101 h 876300"/>
                <a:gd name="connsiteX12203" fmla="*/ 2047780 w 2419350"/>
                <a:gd name="connsiteY12203" fmla="*/ 423863 h 876300"/>
                <a:gd name="connsiteX12204" fmla="*/ 2047208 w 2419350"/>
                <a:gd name="connsiteY12204" fmla="*/ 424529 h 876300"/>
                <a:gd name="connsiteX12205" fmla="*/ 2046351 w 2419350"/>
                <a:gd name="connsiteY12205" fmla="*/ 425005 h 876300"/>
                <a:gd name="connsiteX12206" fmla="*/ 2044541 w 2419350"/>
                <a:gd name="connsiteY12206" fmla="*/ 425482 h 876300"/>
                <a:gd name="connsiteX12207" fmla="*/ 2043779 w 2419350"/>
                <a:gd name="connsiteY12207" fmla="*/ 426053 h 876300"/>
                <a:gd name="connsiteX12208" fmla="*/ 2043398 w 2419350"/>
                <a:gd name="connsiteY12208" fmla="*/ 426625 h 876300"/>
                <a:gd name="connsiteX12209" fmla="*/ 2043589 w 2419350"/>
                <a:gd name="connsiteY12209" fmla="*/ 426911 h 876300"/>
                <a:gd name="connsiteX12210" fmla="*/ 2044160 w 2419350"/>
                <a:gd name="connsiteY12210" fmla="*/ 427196 h 876300"/>
                <a:gd name="connsiteX12211" fmla="*/ 2045017 w 2419350"/>
                <a:gd name="connsiteY12211" fmla="*/ 428435 h 876300"/>
                <a:gd name="connsiteX12212" fmla="*/ 2045875 w 2419350"/>
                <a:gd name="connsiteY12212" fmla="*/ 428720 h 876300"/>
                <a:gd name="connsiteX12213" fmla="*/ 2046637 w 2419350"/>
                <a:gd name="connsiteY12213" fmla="*/ 428435 h 876300"/>
                <a:gd name="connsiteX12214" fmla="*/ 2047684 w 2419350"/>
                <a:gd name="connsiteY12214" fmla="*/ 427768 h 876300"/>
                <a:gd name="connsiteX12215" fmla="*/ 2049113 w 2419350"/>
                <a:gd name="connsiteY12215" fmla="*/ 426530 h 876300"/>
                <a:gd name="connsiteX12216" fmla="*/ 2049494 w 2419350"/>
                <a:gd name="connsiteY12216" fmla="*/ 426530 h 876300"/>
                <a:gd name="connsiteX12217" fmla="*/ 2050542 w 2419350"/>
                <a:gd name="connsiteY12217" fmla="*/ 427292 h 876300"/>
                <a:gd name="connsiteX12218" fmla="*/ 2051114 w 2419350"/>
                <a:gd name="connsiteY12218" fmla="*/ 426244 h 876300"/>
                <a:gd name="connsiteX12219" fmla="*/ 2051685 w 2419350"/>
                <a:gd name="connsiteY12219" fmla="*/ 423577 h 876300"/>
                <a:gd name="connsiteX12220" fmla="*/ 2052066 w 2419350"/>
                <a:gd name="connsiteY12220" fmla="*/ 424529 h 876300"/>
                <a:gd name="connsiteX12221" fmla="*/ 2052161 w 2419350"/>
                <a:gd name="connsiteY12221" fmla="*/ 425863 h 876300"/>
                <a:gd name="connsiteX12222" fmla="*/ 2052066 w 2419350"/>
                <a:gd name="connsiteY12222" fmla="*/ 427196 h 876300"/>
                <a:gd name="connsiteX12223" fmla="*/ 2051685 w 2419350"/>
                <a:gd name="connsiteY12223" fmla="*/ 428244 h 876300"/>
                <a:gd name="connsiteX12224" fmla="*/ 2050828 w 2419350"/>
                <a:gd name="connsiteY12224" fmla="*/ 429101 h 876300"/>
                <a:gd name="connsiteX12225" fmla="*/ 2049685 w 2419350"/>
                <a:gd name="connsiteY12225" fmla="*/ 429673 h 876300"/>
                <a:gd name="connsiteX12226" fmla="*/ 2047208 w 2419350"/>
                <a:gd name="connsiteY12226" fmla="*/ 430435 h 876300"/>
                <a:gd name="connsiteX12227" fmla="*/ 2047208 w 2419350"/>
                <a:gd name="connsiteY12227" fmla="*/ 430816 h 876300"/>
                <a:gd name="connsiteX12228" fmla="*/ 2048542 w 2419350"/>
                <a:gd name="connsiteY12228" fmla="*/ 430816 h 876300"/>
                <a:gd name="connsiteX12229" fmla="*/ 2050923 w 2419350"/>
                <a:gd name="connsiteY12229" fmla="*/ 430149 h 876300"/>
                <a:gd name="connsiteX12230" fmla="*/ 2052256 w 2419350"/>
                <a:gd name="connsiteY12230" fmla="*/ 430149 h 876300"/>
                <a:gd name="connsiteX12231" fmla="*/ 2051304 w 2419350"/>
                <a:gd name="connsiteY12231" fmla="*/ 431102 h 876300"/>
                <a:gd name="connsiteX12232" fmla="*/ 2048637 w 2419350"/>
                <a:gd name="connsiteY12232" fmla="*/ 432149 h 876300"/>
                <a:gd name="connsiteX12233" fmla="*/ 2048828 w 2419350"/>
                <a:gd name="connsiteY12233" fmla="*/ 432911 h 876300"/>
                <a:gd name="connsiteX12234" fmla="*/ 2049971 w 2419350"/>
                <a:gd name="connsiteY12234" fmla="*/ 433388 h 876300"/>
                <a:gd name="connsiteX12235" fmla="*/ 2051399 w 2419350"/>
                <a:gd name="connsiteY12235" fmla="*/ 433578 h 876300"/>
                <a:gd name="connsiteX12236" fmla="*/ 2054352 w 2419350"/>
                <a:gd name="connsiteY12236" fmla="*/ 433483 h 876300"/>
                <a:gd name="connsiteX12237" fmla="*/ 2053399 w 2419350"/>
                <a:gd name="connsiteY12237" fmla="*/ 434435 h 876300"/>
                <a:gd name="connsiteX12238" fmla="*/ 2051685 w 2419350"/>
                <a:gd name="connsiteY12238" fmla="*/ 434626 h 876300"/>
                <a:gd name="connsiteX12239" fmla="*/ 2047970 w 2419350"/>
                <a:gd name="connsiteY12239" fmla="*/ 434245 h 876300"/>
                <a:gd name="connsiteX12240" fmla="*/ 2047018 w 2419350"/>
                <a:gd name="connsiteY12240" fmla="*/ 434721 h 876300"/>
                <a:gd name="connsiteX12241" fmla="*/ 2047589 w 2419350"/>
                <a:gd name="connsiteY12241" fmla="*/ 435864 h 876300"/>
                <a:gd name="connsiteX12242" fmla="*/ 2048637 w 2419350"/>
                <a:gd name="connsiteY12242" fmla="*/ 437197 h 876300"/>
                <a:gd name="connsiteX12243" fmla="*/ 2049304 w 2419350"/>
                <a:gd name="connsiteY12243" fmla="*/ 438245 h 876300"/>
                <a:gd name="connsiteX12244" fmla="*/ 2048923 w 2419350"/>
                <a:gd name="connsiteY12244" fmla="*/ 438245 h 876300"/>
                <a:gd name="connsiteX12245" fmla="*/ 2048447 w 2419350"/>
                <a:gd name="connsiteY12245" fmla="*/ 437674 h 876300"/>
                <a:gd name="connsiteX12246" fmla="*/ 2047018 w 2419350"/>
                <a:gd name="connsiteY12246" fmla="*/ 436436 h 876300"/>
                <a:gd name="connsiteX12247" fmla="*/ 2046732 w 2419350"/>
                <a:gd name="connsiteY12247" fmla="*/ 435864 h 876300"/>
                <a:gd name="connsiteX12248" fmla="*/ 2046161 w 2419350"/>
                <a:gd name="connsiteY12248" fmla="*/ 435483 h 876300"/>
                <a:gd name="connsiteX12249" fmla="*/ 2044922 w 2419350"/>
                <a:gd name="connsiteY12249" fmla="*/ 435578 h 876300"/>
                <a:gd name="connsiteX12250" fmla="*/ 2042541 w 2419350"/>
                <a:gd name="connsiteY12250" fmla="*/ 436055 h 876300"/>
                <a:gd name="connsiteX12251" fmla="*/ 2041589 w 2419350"/>
                <a:gd name="connsiteY12251" fmla="*/ 436055 h 876300"/>
                <a:gd name="connsiteX12252" fmla="*/ 2040731 w 2419350"/>
                <a:gd name="connsiteY12252" fmla="*/ 436150 h 876300"/>
                <a:gd name="connsiteX12253" fmla="*/ 2040446 w 2419350"/>
                <a:gd name="connsiteY12253" fmla="*/ 436531 h 876300"/>
                <a:gd name="connsiteX12254" fmla="*/ 2041017 w 2419350"/>
                <a:gd name="connsiteY12254" fmla="*/ 437388 h 876300"/>
                <a:gd name="connsiteX12255" fmla="*/ 2041874 w 2419350"/>
                <a:gd name="connsiteY12255" fmla="*/ 437864 h 876300"/>
                <a:gd name="connsiteX12256" fmla="*/ 2043684 w 2419350"/>
                <a:gd name="connsiteY12256" fmla="*/ 437769 h 876300"/>
                <a:gd name="connsiteX12257" fmla="*/ 2044637 w 2419350"/>
                <a:gd name="connsiteY12257" fmla="*/ 438150 h 876300"/>
                <a:gd name="connsiteX12258" fmla="*/ 2044065 w 2419350"/>
                <a:gd name="connsiteY12258" fmla="*/ 438721 h 876300"/>
                <a:gd name="connsiteX12259" fmla="*/ 2043779 w 2419350"/>
                <a:gd name="connsiteY12259" fmla="*/ 439198 h 876300"/>
                <a:gd name="connsiteX12260" fmla="*/ 2043779 w 2419350"/>
                <a:gd name="connsiteY12260" fmla="*/ 439674 h 876300"/>
                <a:gd name="connsiteX12261" fmla="*/ 2043874 w 2419350"/>
                <a:gd name="connsiteY12261" fmla="*/ 440246 h 876300"/>
                <a:gd name="connsiteX12262" fmla="*/ 2044065 w 2419350"/>
                <a:gd name="connsiteY12262" fmla="*/ 440341 h 876300"/>
                <a:gd name="connsiteX12263" fmla="*/ 2044732 w 2419350"/>
                <a:gd name="connsiteY12263" fmla="*/ 441103 h 876300"/>
                <a:gd name="connsiteX12264" fmla="*/ 2044827 w 2419350"/>
                <a:gd name="connsiteY12264" fmla="*/ 441293 h 876300"/>
                <a:gd name="connsiteX12265" fmla="*/ 2045113 w 2419350"/>
                <a:gd name="connsiteY12265" fmla="*/ 441865 h 876300"/>
                <a:gd name="connsiteX12266" fmla="*/ 2044637 w 2419350"/>
                <a:gd name="connsiteY12266" fmla="*/ 445103 h 876300"/>
                <a:gd name="connsiteX12267" fmla="*/ 2044637 w 2419350"/>
                <a:gd name="connsiteY12267" fmla="*/ 446246 h 876300"/>
                <a:gd name="connsiteX12268" fmla="*/ 2044541 w 2419350"/>
                <a:gd name="connsiteY12268" fmla="*/ 447104 h 876300"/>
                <a:gd name="connsiteX12269" fmla="*/ 2044256 w 2419350"/>
                <a:gd name="connsiteY12269" fmla="*/ 447389 h 876300"/>
                <a:gd name="connsiteX12270" fmla="*/ 2043589 w 2419350"/>
                <a:gd name="connsiteY12270" fmla="*/ 446818 h 876300"/>
                <a:gd name="connsiteX12271" fmla="*/ 2042827 w 2419350"/>
                <a:gd name="connsiteY12271" fmla="*/ 444437 h 876300"/>
                <a:gd name="connsiteX12272" fmla="*/ 2041684 w 2419350"/>
                <a:gd name="connsiteY12272" fmla="*/ 442817 h 876300"/>
                <a:gd name="connsiteX12273" fmla="*/ 2040826 w 2419350"/>
                <a:gd name="connsiteY12273" fmla="*/ 440817 h 876300"/>
                <a:gd name="connsiteX12274" fmla="*/ 2040160 w 2419350"/>
                <a:gd name="connsiteY12274" fmla="*/ 440150 h 876300"/>
                <a:gd name="connsiteX12275" fmla="*/ 2039017 w 2419350"/>
                <a:gd name="connsiteY12275" fmla="*/ 439864 h 876300"/>
                <a:gd name="connsiteX12276" fmla="*/ 2038826 w 2419350"/>
                <a:gd name="connsiteY12276" fmla="*/ 440341 h 876300"/>
                <a:gd name="connsiteX12277" fmla="*/ 2038826 w 2419350"/>
                <a:gd name="connsiteY12277" fmla="*/ 443294 h 876300"/>
                <a:gd name="connsiteX12278" fmla="*/ 2038636 w 2419350"/>
                <a:gd name="connsiteY12278" fmla="*/ 444341 h 876300"/>
                <a:gd name="connsiteX12279" fmla="*/ 2037969 w 2419350"/>
                <a:gd name="connsiteY12279" fmla="*/ 446437 h 876300"/>
                <a:gd name="connsiteX12280" fmla="*/ 2037779 w 2419350"/>
                <a:gd name="connsiteY12280" fmla="*/ 447389 h 876300"/>
                <a:gd name="connsiteX12281" fmla="*/ 2037779 w 2419350"/>
                <a:gd name="connsiteY12281" fmla="*/ 448437 h 876300"/>
                <a:gd name="connsiteX12282" fmla="*/ 2037874 w 2419350"/>
                <a:gd name="connsiteY12282" fmla="*/ 449199 h 876300"/>
                <a:gd name="connsiteX12283" fmla="*/ 2037874 w 2419350"/>
                <a:gd name="connsiteY12283" fmla="*/ 449866 h 876300"/>
                <a:gd name="connsiteX12284" fmla="*/ 2037398 w 2419350"/>
                <a:gd name="connsiteY12284" fmla="*/ 450533 h 876300"/>
                <a:gd name="connsiteX12285" fmla="*/ 2036636 w 2419350"/>
                <a:gd name="connsiteY12285" fmla="*/ 448056 h 876300"/>
                <a:gd name="connsiteX12286" fmla="*/ 2036826 w 2419350"/>
                <a:gd name="connsiteY12286" fmla="*/ 447485 h 876300"/>
                <a:gd name="connsiteX12287" fmla="*/ 2037016 w 2419350"/>
                <a:gd name="connsiteY12287" fmla="*/ 446913 h 876300"/>
                <a:gd name="connsiteX12288" fmla="*/ 2037016 w 2419350"/>
                <a:gd name="connsiteY12288" fmla="*/ 443675 h 876300"/>
                <a:gd name="connsiteX12289" fmla="*/ 2036921 w 2419350"/>
                <a:gd name="connsiteY12289" fmla="*/ 443008 h 876300"/>
                <a:gd name="connsiteX12290" fmla="*/ 2036636 w 2419350"/>
                <a:gd name="connsiteY12290" fmla="*/ 442436 h 876300"/>
                <a:gd name="connsiteX12291" fmla="*/ 2035207 w 2419350"/>
                <a:gd name="connsiteY12291" fmla="*/ 441388 h 876300"/>
                <a:gd name="connsiteX12292" fmla="*/ 2034826 w 2419350"/>
                <a:gd name="connsiteY12292" fmla="*/ 441198 h 876300"/>
                <a:gd name="connsiteX12293" fmla="*/ 2034540 w 2419350"/>
                <a:gd name="connsiteY12293" fmla="*/ 441198 h 876300"/>
                <a:gd name="connsiteX12294" fmla="*/ 2034254 w 2419350"/>
                <a:gd name="connsiteY12294" fmla="*/ 441293 h 876300"/>
                <a:gd name="connsiteX12295" fmla="*/ 2033873 w 2419350"/>
                <a:gd name="connsiteY12295" fmla="*/ 441293 h 876300"/>
                <a:gd name="connsiteX12296" fmla="*/ 2033397 w 2419350"/>
                <a:gd name="connsiteY12296" fmla="*/ 440817 h 876300"/>
                <a:gd name="connsiteX12297" fmla="*/ 2032825 w 2419350"/>
                <a:gd name="connsiteY12297" fmla="*/ 441484 h 876300"/>
                <a:gd name="connsiteX12298" fmla="*/ 2032349 w 2419350"/>
                <a:gd name="connsiteY12298" fmla="*/ 441865 h 876300"/>
                <a:gd name="connsiteX12299" fmla="*/ 2031301 w 2419350"/>
                <a:gd name="connsiteY12299" fmla="*/ 442246 h 876300"/>
                <a:gd name="connsiteX12300" fmla="*/ 2031016 w 2419350"/>
                <a:gd name="connsiteY12300" fmla="*/ 442341 h 876300"/>
                <a:gd name="connsiteX12301" fmla="*/ 2030349 w 2419350"/>
                <a:gd name="connsiteY12301" fmla="*/ 442341 h 876300"/>
                <a:gd name="connsiteX12302" fmla="*/ 2030063 w 2419350"/>
                <a:gd name="connsiteY12302" fmla="*/ 442436 h 876300"/>
                <a:gd name="connsiteX12303" fmla="*/ 2029968 w 2419350"/>
                <a:gd name="connsiteY12303" fmla="*/ 442722 h 876300"/>
                <a:gd name="connsiteX12304" fmla="*/ 2029968 w 2419350"/>
                <a:gd name="connsiteY12304" fmla="*/ 443484 h 876300"/>
                <a:gd name="connsiteX12305" fmla="*/ 2029873 w 2419350"/>
                <a:gd name="connsiteY12305" fmla="*/ 443675 h 876300"/>
                <a:gd name="connsiteX12306" fmla="*/ 2028825 w 2419350"/>
                <a:gd name="connsiteY12306" fmla="*/ 443770 h 876300"/>
                <a:gd name="connsiteX12307" fmla="*/ 2028444 w 2419350"/>
                <a:gd name="connsiteY12307" fmla="*/ 442817 h 876300"/>
                <a:gd name="connsiteX12308" fmla="*/ 2028254 w 2419350"/>
                <a:gd name="connsiteY12308" fmla="*/ 441674 h 876300"/>
                <a:gd name="connsiteX12309" fmla="*/ 2027587 w 2419350"/>
                <a:gd name="connsiteY12309" fmla="*/ 440817 h 876300"/>
                <a:gd name="connsiteX12310" fmla="*/ 2027301 w 2419350"/>
                <a:gd name="connsiteY12310" fmla="*/ 440246 h 876300"/>
                <a:gd name="connsiteX12311" fmla="*/ 2026920 w 2419350"/>
                <a:gd name="connsiteY12311" fmla="*/ 439864 h 876300"/>
                <a:gd name="connsiteX12312" fmla="*/ 2026348 w 2419350"/>
                <a:gd name="connsiteY12312" fmla="*/ 440150 h 876300"/>
                <a:gd name="connsiteX12313" fmla="*/ 2026158 w 2419350"/>
                <a:gd name="connsiteY12313" fmla="*/ 440722 h 876300"/>
                <a:gd name="connsiteX12314" fmla="*/ 2026253 w 2419350"/>
                <a:gd name="connsiteY12314" fmla="*/ 441388 h 876300"/>
                <a:gd name="connsiteX12315" fmla="*/ 2026444 w 2419350"/>
                <a:gd name="connsiteY12315" fmla="*/ 442055 h 876300"/>
                <a:gd name="connsiteX12316" fmla="*/ 2026539 w 2419350"/>
                <a:gd name="connsiteY12316" fmla="*/ 442722 h 876300"/>
                <a:gd name="connsiteX12317" fmla="*/ 2026348 w 2419350"/>
                <a:gd name="connsiteY12317" fmla="*/ 445103 h 876300"/>
                <a:gd name="connsiteX12318" fmla="*/ 2025967 w 2419350"/>
                <a:gd name="connsiteY12318" fmla="*/ 446151 h 876300"/>
                <a:gd name="connsiteX12319" fmla="*/ 2025206 w 2419350"/>
                <a:gd name="connsiteY12319" fmla="*/ 446437 h 876300"/>
                <a:gd name="connsiteX12320" fmla="*/ 2025682 w 2419350"/>
                <a:gd name="connsiteY12320" fmla="*/ 445199 h 876300"/>
                <a:gd name="connsiteX12321" fmla="*/ 2025777 w 2419350"/>
                <a:gd name="connsiteY12321" fmla="*/ 443960 h 876300"/>
                <a:gd name="connsiteX12322" fmla="*/ 2025491 w 2419350"/>
                <a:gd name="connsiteY12322" fmla="*/ 441388 h 876300"/>
                <a:gd name="connsiteX12323" fmla="*/ 2025587 w 2419350"/>
                <a:gd name="connsiteY12323" fmla="*/ 439293 h 876300"/>
                <a:gd name="connsiteX12324" fmla="*/ 2025491 w 2419350"/>
                <a:gd name="connsiteY12324" fmla="*/ 438817 h 876300"/>
                <a:gd name="connsiteX12325" fmla="*/ 2024920 w 2419350"/>
                <a:gd name="connsiteY12325" fmla="*/ 438626 h 876300"/>
                <a:gd name="connsiteX12326" fmla="*/ 2024539 w 2419350"/>
                <a:gd name="connsiteY12326" fmla="*/ 439007 h 876300"/>
                <a:gd name="connsiteX12327" fmla="*/ 2023110 w 2419350"/>
                <a:gd name="connsiteY12327" fmla="*/ 442341 h 876300"/>
                <a:gd name="connsiteX12328" fmla="*/ 2022729 w 2419350"/>
                <a:gd name="connsiteY12328" fmla="*/ 443675 h 876300"/>
                <a:gd name="connsiteX12329" fmla="*/ 2022634 w 2419350"/>
                <a:gd name="connsiteY12329" fmla="*/ 444913 h 876300"/>
                <a:gd name="connsiteX12330" fmla="*/ 2022920 w 2419350"/>
                <a:gd name="connsiteY12330" fmla="*/ 447294 h 876300"/>
                <a:gd name="connsiteX12331" fmla="*/ 2022634 w 2419350"/>
                <a:gd name="connsiteY12331" fmla="*/ 448151 h 876300"/>
                <a:gd name="connsiteX12332" fmla="*/ 2021491 w 2419350"/>
                <a:gd name="connsiteY12332" fmla="*/ 448246 h 876300"/>
                <a:gd name="connsiteX12333" fmla="*/ 2021872 w 2419350"/>
                <a:gd name="connsiteY12333" fmla="*/ 447008 h 876300"/>
                <a:gd name="connsiteX12334" fmla="*/ 2021872 w 2419350"/>
                <a:gd name="connsiteY12334" fmla="*/ 442531 h 876300"/>
                <a:gd name="connsiteX12335" fmla="*/ 2022062 w 2419350"/>
                <a:gd name="connsiteY12335" fmla="*/ 441103 h 876300"/>
                <a:gd name="connsiteX12336" fmla="*/ 2021967 w 2419350"/>
                <a:gd name="connsiteY12336" fmla="*/ 440436 h 876300"/>
                <a:gd name="connsiteX12337" fmla="*/ 2021491 w 2419350"/>
                <a:gd name="connsiteY12337" fmla="*/ 439674 h 876300"/>
                <a:gd name="connsiteX12338" fmla="*/ 2020919 w 2419350"/>
                <a:gd name="connsiteY12338" fmla="*/ 439198 h 876300"/>
                <a:gd name="connsiteX12339" fmla="*/ 2020157 w 2419350"/>
                <a:gd name="connsiteY12339" fmla="*/ 438817 h 876300"/>
                <a:gd name="connsiteX12340" fmla="*/ 2019300 w 2419350"/>
                <a:gd name="connsiteY12340" fmla="*/ 438817 h 876300"/>
                <a:gd name="connsiteX12341" fmla="*/ 2018633 w 2419350"/>
                <a:gd name="connsiteY12341" fmla="*/ 439293 h 876300"/>
                <a:gd name="connsiteX12342" fmla="*/ 2018348 w 2419350"/>
                <a:gd name="connsiteY12342" fmla="*/ 438626 h 876300"/>
                <a:gd name="connsiteX12343" fmla="*/ 2018157 w 2419350"/>
                <a:gd name="connsiteY12343" fmla="*/ 436817 h 876300"/>
                <a:gd name="connsiteX12344" fmla="*/ 2017871 w 2419350"/>
                <a:gd name="connsiteY12344" fmla="*/ 436150 h 876300"/>
                <a:gd name="connsiteX12345" fmla="*/ 2015014 w 2419350"/>
                <a:gd name="connsiteY12345" fmla="*/ 434721 h 876300"/>
                <a:gd name="connsiteX12346" fmla="*/ 2014061 w 2419350"/>
                <a:gd name="connsiteY12346" fmla="*/ 434721 h 876300"/>
                <a:gd name="connsiteX12347" fmla="*/ 2012632 w 2419350"/>
                <a:gd name="connsiteY12347" fmla="*/ 435197 h 876300"/>
                <a:gd name="connsiteX12348" fmla="*/ 2011775 w 2419350"/>
                <a:gd name="connsiteY12348" fmla="*/ 435388 h 876300"/>
                <a:gd name="connsiteX12349" fmla="*/ 2011299 w 2419350"/>
                <a:gd name="connsiteY12349" fmla="*/ 435293 h 876300"/>
                <a:gd name="connsiteX12350" fmla="*/ 2010918 w 2419350"/>
                <a:gd name="connsiteY12350" fmla="*/ 435102 h 876300"/>
                <a:gd name="connsiteX12351" fmla="*/ 2010537 w 2419350"/>
                <a:gd name="connsiteY12351" fmla="*/ 435007 h 876300"/>
                <a:gd name="connsiteX12352" fmla="*/ 2010061 w 2419350"/>
                <a:gd name="connsiteY12352" fmla="*/ 435197 h 876300"/>
                <a:gd name="connsiteX12353" fmla="*/ 2009775 w 2419350"/>
                <a:gd name="connsiteY12353" fmla="*/ 435388 h 876300"/>
                <a:gd name="connsiteX12354" fmla="*/ 2009394 w 2419350"/>
                <a:gd name="connsiteY12354" fmla="*/ 435578 h 876300"/>
                <a:gd name="connsiteX12355" fmla="*/ 2009013 w 2419350"/>
                <a:gd name="connsiteY12355" fmla="*/ 435674 h 876300"/>
                <a:gd name="connsiteX12356" fmla="*/ 2008727 w 2419350"/>
                <a:gd name="connsiteY12356" fmla="*/ 435674 h 876300"/>
                <a:gd name="connsiteX12357" fmla="*/ 2007394 w 2419350"/>
                <a:gd name="connsiteY12357" fmla="*/ 436055 h 876300"/>
                <a:gd name="connsiteX12358" fmla="*/ 2003203 w 2419350"/>
                <a:gd name="connsiteY12358" fmla="*/ 437960 h 876300"/>
                <a:gd name="connsiteX12359" fmla="*/ 2002346 w 2419350"/>
                <a:gd name="connsiteY12359" fmla="*/ 438721 h 876300"/>
                <a:gd name="connsiteX12360" fmla="*/ 2001869 w 2419350"/>
                <a:gd name="connsiteY12360" fmla="*/ 439769 h 876300"/>
                <a:gd name="connsiteX12361" fmla="*/ 1998726 w 2419350"/>
                <a:gd name="connsiteY12361" fmla="*/ 443198 h 876300"/>
                <a:gd name="connsiteX12362" fmla="*/ 1997583 w 2419350"/>
                <a:gd name="connsiteY12362" fmla="*/ 445675 h 876300"/>
                <a:gd name="connsiteX12363" fmla="*/ 1996249 w 2419350"/>
                <a:gd name="connsiteY12363" fmla="*/ 446627 h 876300"/>
                <a:gd name="connsiteX12364" fmla="*/ 1993582 w 2419350"/>
                <a:gd name="connsiteY12364" fmla="*/ 450342 h 876300"/>
                <a:gd name="connsiteX12365" fmla="*/ 1992630 w 2419350"/>
                <a:gd name="connsiteY12365" fmla="*/ 451295 h 876300"/>
                <a:gd name="connsiteX12366" fmla="*/ 1989582 w 2419350"/>
                <a:gd name="connsiteY12366" fmla="*/ 453580 h 876300"/>
                <a:gd name="connsiteX12367" fmla="*/ 1988915 w 2419350"/>
                <a:gd name="connsiteY12367" fmla="*/ 453962 h 876300"/>
                <a:gd name="connsiteX12368" fmla="*/ 1988439 w 2419350"/>
                <a:gd name="connsiteY12368" fmla="*/ 454533 h 876300"/>
                <a:gd name="connsiteX12369" fmla="*/ 1987487 w 2419350"/>
                <a:gd name="connsiteY12369" fmla="*/ 455200 h 876300"/>
                <a:gd name="connsiteX12370" fmla="*/ 1987010 w 2419350"/>
                <a:gd name="connsiteY12370" fmla="*/ 455390 h 876300"/>
                <a:gd name="connsiteX12371" fmla="*/ 1986343 w 2419350"/>
                <a:gd name="connsiteY12371" fmla="*/ 455486 h 876300"/>
                <a:gd name="connsiteX12372" fmla="*/ 1984439 w 2419350"/>
                <a:gd name="connsiteY12372" fmla="*/ 454819 h 876300"/>
                <a:gd name="connsiteX12373" fmla="*/ 1981390 w 2419350"/>
                <a:gd name="connsiteY12373" fmla="*/ 451676 h 876300"/>
                <a:gd name="connsiteX12374" fmla="*/ 1979581 w 2419350"/>
                <a:gd name="connsiteY12374" fmla="*/ 450437 h 876300"/>
                <a:gd name="connsiteX12375" fmla="*/ 1978628 w 2419350"/>
                <a:gd name="connsiteY12375" fmla="*/ 450247 h 876300"/>
                <a:gd name="connsiteX12376" fmla="*/ 1977390 w 2419350"/>
                <a:gd name="connsiteY12376" fmla="*/ 450247 h 876300"/>
                <a:gd name="connsiteX12377" fmla="*/ 1976438 w 2419350"/>
                <a:gd name="connsiteY12377" fmla="*/ 450056 h 876300"/>
                <a:gd name="connsiteX12378" fmla="*/ 1976056 w 2419350"/>
                <a:gd name="connsiteY12378" fmla="*/ 449580 h 876300"/>
                <a:gd name="connsiteX12379" fmla="*/ 1975485 w 2419350"/>
                <a:gd name="connsiteY12379" fmla="*/ 449389 h 876300"/>
                <a:gd name="connsiteX12380" fmla="*/ 1974342 w 2419350"/>
                <a:gd name="connsiteY12380" fmla="*/ 449485 h 876300"/>
                <a:gd name="connsiteX12381" fmla="*/ 1973485 w 2419350"/>
                <a:gd name="connsiteY12381" fmla="*/ 449866 h 876300"/>
                <a:gd name="connsiteX12382" fmla="*/ 1973866 w 2419350"/>
                <a:gd name="connsiteY12382" fmla="*/ 450818 h 876300"/>
                <a:gd name="connsiteX12383" fmla="*/ 1973866 w 2419350"/>
                <a:gd name="connsiteY12383" fmla="*/ 451104 h 876300"/>
                <a:gd name="connsiteX12384" fmla="*/ 1973008 w 2419350"/>
                <a:gd name="connsiteY12384" fmla="*/ 451199 h 876300"/>
                <a:gd name="connsiteX12385" fmla="*/ 1971865 w 2419350"/>
                <a:gd name="connsiteY12385" fmla="*/ 451866 h 876300"/>
                <a:gd name="connsiteX12386" fmla="*/ 1971008 w 2419350"/>
                <a:gd name="connsiteY12386" fmla="*/ 451866 h 876300"/>
                <a:gd name="connsiteX12387" fmla="*/ 1971675 w 2419350"/>
                <a:gd name="connsiteY12387" fmla="*/ 451199 h 876300"/>
                <a:gd name="connsiteX12388" fmla="*/ 1971484 w 2419350"/>
                <a:gd name="connsiteY12388" fmla="*/ 450628 h 876300"/>
                <a:gd name="connsiteX12389" fmla="*/ 1971199 w 2419350"/>
                <a:gd name="connsiteY12389" fmla="*/ 450056 h 876300"/>
                <a:gd name="connsiteX12390" fmla="*/ 1971389 w 2419350"/>
                <a:gd name="connsiteY12390" fmla="*/ 449389 h 876300"/>
                <a:gd name="connsiteX12391" fmla="*/ 1970532 w 2419350"/>
                <a:gd name="connsiteY12391" fmla="*/ 449389 h 876300"/>
                <a:gd name="connsiteX12392" fmla="*/ 1970246 w 2419350"/>
                <a:gd name="connsiteY12392" fmla="*/ 449389 h 876300"/>
                <a:gd name="connsiteX12393" fmla="*/ 1970627 w 2419350"/>
                <a:gd name="connsiteY12393" fmla="*/ 449389 h 876300"/>
                <a:gd name="connsiteX12394" fmla="*/ 1968817 w 2419350"/>
                <a:gd name="connsiteY12394" fmla="*/ 449485 h 876300"/>
                <a:gd name="connsiteX12395" fmla="*/ 1968056 w 2419350"/>
                <a:gd name="connsiteY12395" fmla="*/ 449389 h 876300"/>
                <a:gd name="connsiteX12396" fmla="*/ 1965865 w 2419350"/>
                <a:gd name="connsiteY12396" fmla="*/ 448532 h 876300"/>
                <a:gd name="connsiteX12397" fmla="*/ 1965103 w 2419350"/>
                <a:gd name="connsiteY12397" fmla="*/ 448342 h 876300"/>
                <a:gd name="connsiteX12398" fmla="*/ 1959292 w 2419350"/>
                <a:gd name="connsiteY12398" fmla="*/ 448342 h 876300"/>
                <a:gd name="connsiteX12399" fmla="*/ 1958912 w 2419350"/>
                <a:gd name="connsiteY12399" fmla="*/ 448437 h 876300"/>
                <a:gd name="connsiteX12400" fmla="*/ 1958245 w 2419350"/>
                <a:gd name="connsiteY12400" fmla="*/ 448723 h 876300"/>
                <a:gd name="connsiteX12401" fmla="*/ 1957197 w 2419350"/>
                <a:gd name="connsiteY12401" fmla="*/ 448723 h 876300"/>
                <a:gd name="connsiteX12402" fmla="*/ 1955101 w 2419350"/>
                <a:gd name="connsiteY12402" fmla="*/ 449485 h 876300"/>
                <a:gd name="connsiteX12403" fmla="*/ 1954625 w 2419350"/>
                <a:gd name="connsiteY12403" fmla="*/ 449866 h 876300"/>
                <a:gd name="connsiteX12404" fmla="*/ 1954530 w 2419350"/>
                <a:gd name="connsiteY12404" fmla="*/ 450628 h 876300"/>
                <a:gd name="connsiteX12405" fmla="*/ 1957102 w 2419350"/>
                <a:gd name="connsiteY12405" fmla="*/ 450437 h 876300"/>
                <a:gd name="connsiteX12406" fmla="*/ 1958245 w 2419350"/>
                <a:gd name="connsiteY12406" fmla="*/ 450913 h 876300"/>
                <a:gd name="connsiteX12407" fmla="*/ 1956911 w 2419350"/>
                <a:gd name="connsiteY12407" fmla="*/ 451390 h 876300"/>
                <a:gd name="connsiteX12408" fmla="*/ 1955578 w 2419350"/>
                <a:gd name="connsiteY12408" fmla="*/ 451676 h 876300"/>
                <a:gd name="connsiteX12409" fmla="*/ 1953387 w 2419350"/>
                <a:gd name="connsiteY12409" fmla="*/ 451485 h 876300"/>
                <a:gd name="connsiteX12410" fmla="*/ 1952911 w 2419350"/>
                <a:gd name="connsiteY12410" fmla="*/ 451676 h 876300"/>
                <a:gd name="connsiteX12411" fmla="*/ 1953197 w 2419350"/>
                <a:gd name="connsiteY12411" fmla="*/ 452342 h 876300"/>
                <a:gd name="connsiteX12412" fmla="*/ 1953006 w 2419350"/>
                <a:gd name="connsiteY12412" fmla="*/ 452628 h 876300"/>
                <a:gd name="connsiteX12413" fmla="*/ 1952625 w 2419350"/>
                <a:gd name="connsiteY12413" fmla="*/ 452533 h 876300"/>
                <a:gd name="connsiteX12414" fmla="*/ 1952149 w 2419350"/>
                <a:gd name="connsiteY12414" fmla="*/ 451961 h 876300"/>
                <a:gd name="connsiteX12415" fmla="*/ 1951768 w 2419350"/>
                <a:gd name="connsiteY12415" fmla="*/ 452723 h 876300"/>
                <a:gd name="connsiteX12416" fmla="*/ 1951006 w 2419350"/>
                <a:gd name="connsiteY12416" fmla="*/ 452819 h 876300"/>
                <a:gd name="connsiteX12417" fmla="*/ 1950053 w 2419350"/>
                <a:gd name="connsiteY12417" fmla="*/ 452723 h 876300"/>
                <a:gd name="connsiteX12418" fmla="*/ 1949196 w 2419350"/>
                <a:gd name="connsiteY12418" fmla="*/ 452723 h 876300"/>
                <a:gd name="connsiteX12419" fmla="*/ 1947196 w 2419350"/>
                <a:gd name="connsiteY12419" fmla="*/ 453676 h 876300"/>
                <a:gd name="connsiteX12420" fmla="*/ 1946434 w 2419350"/>
                <a:gd name="connsiteY12420" fmla="*/ 454247 h 876300"/>
                <a:gd name="connsiteX12421" fmla="*/ 1946815 w 2419350"/>
                <a:gd name="connsiteY12421" fmla="*/ 454533 h 876300"/>
                <a:gd name="connsiteX12422" fmla="*/ 1949291 w 2419350"/>
                <a:gd name="connsiteY12422" fmla="*/ 454438 h 876300"/>
                <a:gd name="connsiteX12423" fmla="*/ 1950434 w 2419350"/>
                <a:gd name="connsiteY12423" fmla="*/ 454533 h 876300"/>
                <a:gd name="connsiteX12424" fmla="*/ 1950911 w 2419350"/>
                <a:gd name="connsiteY12424" fmla="*/ 455009 h 876300"/>
                <a:gd name="connsiteX12425" fmla="*/ 1950530 w 2419350"/>
                <a:gd name="connsiteY12425" fmla="*/ 455771 h 876300"/>
                <a:gd name="connsiteX12426" fmla="*/ 1949767 w 2419350"/>
                <a:gd name="connsiteY12426" fmla="*/ 456343 h 876300"/>
                <a:gd name="connsiteX12427" fmla="*/ 1948815 w 2419350"/>
                <a:gd name="connsiteY12427" fmla="*/ 456724 h 876300"/>
                <a:gd name="connsiteX12428" fmla="*/ 1948053 w 2419350"/>
                <a:gd name="connsiteY12428" fmla="*/ 456914 h 876300"/>
                <a:gd name="connsiteX12429" fmla="*/ 1948053 w 2419350"/>
                <a:gd name="connsiteY12429" fmla="*/ 457295 h 876300"/>
                <a:gd name="connsiteX12430" fmla="*/ 1948910 w 2419350"/>
                <a:gd name="connsiteY12430" fmla="*/ 457486 h 876300"/>
                <a:gd name="connsiteX12431" fmla="*/ 1949863 w 2419350"/>
                <a:gd name="connsiteY12431" fmla="*/ 457581 h 876300"/>
                <a:gd name="connsiteX12432" fmla="*/ 1949577 w 2419350"/>
                <a:gd name="connsiteY12432" fmla="*/ 458819 h 876300"/>
                <a:gd name="connsiteX12433" fmla="*/ 1949291 w 2419350"/>
                <a:gd name="connsiteY12433" fmla="*/ 459200 h 876300"/>
                <a:gd name="connsiteX12434" fmla="*/ 1948815 w 2419350"/>
                <a:gd name="connsiteY12434" fmla="*/ 459772 h 876300"/>
                <a:gd name="connsiteX12435" fmla="*/ 1948339 w 2419350"/>
                <a:gd name="connsiteY12435" fmla="*/ 460153 h 876300"/>
                <a:gd name="connsiteX12436" fmla="*/ 1947863 w 2419350"/>
                <a:gd name="connsiteY12436" fmla="*/ 460343 h 876300"/>
                <a:gd name="connsiteX12437" fmla="*/ 1947481 w 2419350"/>
                <a:gd name="connsiteY12437" fmla="*/ 460724 h 876300"/>
                <a:gd name="connsiteX12438" fmla="*/ 1947386 w 2419350"/>
                <a:gd name="connsiteY12438" fmla="*/ 461486 h 876300"/>
                <a:gd name="connsiteX12439" fmla="*/ 1947672 w 2419350"/>
                <a:gd name="connsiteY12439" fmla="*/ 461486 h 876300"/>
                <a:gd name="connsiteX12440" fmla="*/ 1948434 w 2419350"/>
                <a:gd name="connsiteY12440" fmla="*/ 460724 h 876300"/>
                <a:gd name="connsiteX12441" fmla="*/ 1950625 w 2419350"/>
                <a:gd name="connsiteY12441" fmla="*/ 461296 h 876300"/>
                <a:gd name="connsiteX12442" fmla="*/ 1951673 w 2419350"/>
                <a:gd name="connsiteY12442" fmla="*/ 460820 h 876300"/>
                <a:gd name="connsiteX12443" fmla="*/ 1952530 w 2419350"/>
                <a:gd name="connsiteY12443" fmla="*/ 462629 h 876300"/>
                <a:gd name="connsiteX12444" fmla="*/ 1952625 w 2419350"/>
                <a:gd name="connsiteY12444" fmla="*/ 462915 h 876300"/>
                <a:gd name="connsiteX12445" fmla="*/ 1953958 w 2419350"/>
                <a:gd name="connsiteY12445" fmla="*/ 463010 h 876300"/>
                <a:gd name="connsiteX12446" fmla="*/ 1954435 w 2419350"/>
                <a:gd name="connsiteY12446" fmla="*/ 462725 h 876300"/>
                <a:gd name="connsiteX12447" fmla="*/ 1954149 w 2419350"/>
                <a:gd name="connsiteY12447" fmla="*/ 461772 h 876300"/>
                <a:gd name="connsiteX12448" fmla="*/ 1954625 w 2419350"/>
                <a:gd name="connsiteY12448" fmla="*/ 461963 h 876300"/>
                <a:gd name="connsiteX12449" fmla="*/ 1955006 w 2419350"/>
                <a:gd name="connsiteY12449" fmla="*/ 462058 h 876300"/>
                <a:gd name="connsiteX12450" fmla="*/ 1955387 w 2419350"/>
                <a:gd name="connsiteY12450" fmla="*/ 461963 h 876300"/>
                <a:gd name="connsiteX12451" fmla="*/ 1955864 w 2419350"/>
                <a:gd name="connsiteY12451" fmla="*/ 461677 h 876300"/>
                <a:gd name="connsiteX12452" fmla="*/ 1956435 w 2419350"/>
                <a:gd name="connsiteY12452" fmla="*/ 462153 h 876300"/>
                <a:gd name="connsiteX12453" fmla="*/ 1957388 w 2419350"/>
                <a:gd name="connsiteY12453" fmla="*/ 462153 h 876300"/>
                <a:gd name="connsiteX12454" fmla="*/ 1958245 w 2419350"/>
                <a:gd name="connsiteY12454" fmla="*/ 461581 h 876300"/>
                <a:gd name="connsiteX12455" fmla="*/ 1958435 w 2419350"/>
                <a:gd name="connsiteY12455" fmla="*/ 460534 h 876300"/>
                <a:gd name="connsiteX12456" fmla="*/ 1959007 w 2419350"/>
                <a:gd name="connsiteY12456" fmla="*/ 460820 h 876300"/>
                <a:gd name="connsiteX12457" fmla="*/ 1959483 w 2419350"/>
                <a:gd name="connsiteY12457" fmla="*/ 461201 h 876300"/>
                <a:gd name="connsiteX12458" fmla="*/ 1960055 w 2419350"/>
                <a:gd name="connsiteY12458" fmla="*/ 461486 h 876300"/>
                <a:gd name="connsiteX12459" fmla="*/ 1960721 w 2419350"/>
                <a:gd name="connsiteY12459" fmla="*/ 461581 h 876300"/>
                <a:gd name="connsiteX12460" fmla="*/ 1962531 w 2419350"/>
                <a:gd name="connsiteY12460" fmla="*/ 461486 h 876300"/>
                <a:gd name="connsiteX12461" fmla="*/ 1963103 w 2419350"/>
                <a:gd name="connsiteY12461" fmla="*/ 461581 h 876300"/>
                <a:gd name="connsiteX12462" fmla="*/ 1965674 w 2419350"/>
                <a:gd name="connsiteY12462" fmla="*/ 462058 h 876300"/>
                <a:gd name="connsiteX12463" fmla="*/ 1966531 w 2419350"/>
                <a:gd name="connsiteY12463" fmla="*/ 462629 h 876300"/>
                <a:gd name="connsiteX12464" fmla="*/ 1966436 w 2419350"/>
                <a:gd name="connsiteY12464" fmla="*/ 463677 h 876300"/>
                <a:gd name="connsiteX12465" fmla="*/ 1967770 w 2419350"/>
                <a:gd name="connsiteY12465" fmla="*/ 464058 h 876300"/>
                <a:gd name="connsiteX12466" fmla="*/ 1973580 w 2419350"/>
                <a:gd name="connsiteY12466" fmla="*/ 467296 h 876300"/>
                <a:gd name="connsiteX12467" fmla="*/ 1973961 w 2419350"/>
                <a:gd name="connsiteY12467" fmla="*/ 467678 h 876300"/>
                <a:gd name="connsiteX12468" fmla="*/ 1974247 w 2419350"/>
                <a:gd name="connsiteY12468" fmla="*/ 468154 h 876300"/>
                <a:gd name="connsiteX12469" fmla="*/ 1974628 w 2419350"/>
                <a:gd name="connsiteY12469" fmla="*/ 468535 h 876300"/>
                <a:gd name="connsiteX12470" fmla="*/ 1975199 w 2419350"/>
                <a:gd name="connsiteY12470" fmla="*/ 468725 h 876300"/>
                <a:gd name="connsiteX12471" fmla="*/ 1975580 w 2419350"/>
                <a:gd name="connsiteY12471" fmla="*/ 468916 h 876300"/>
                <a:gd name="connsiteX12472" fmla="*/ 1976628 w 2419350"/>
                <a:gd name="connsiteY12472" fmla="*/ 469963 h 876300"/>
                <a:gd name="connsiteX12473" fmla="*/ 1977009 w 2419350"/>
                <a:gd name="connsiteY12473" fmla="*/ 470154 h 876300"/>
                <a:gd name="connsiteX12474" fmla="*/ 1977676 w 2419350"/>
                <a:gd name="connsiteY12474" fmla="*/ 470440 h 876300"/>
                <a:gd name="connsiteX12475" fmla="*/ 1978057 w 2419350"/>
                <a:gd name="connsiteY12475" fmla="*/ 471011 h 876300"/>
                <a:gd name="connsiteX12476" fmla="*/ 1978247 w 2419350"/>
                <a:gd name="connsiteY12476" fmla="*/ 471583 h 876300"/>
                <a:gd name="connsiteX12477" fmla="*/ 1978533 w 2419350"/>
                <a:gd name="connsiteY12477" fmla="*/ 471869 h 876300"/>
                <a:gd name="connsiteX12478" fmla="*/ 1978723 w 2419350"/>
                <a:gd name="connsiteY12478" fmla="*/ 472250 h 876300"/>
                <a:gd name="connsiteX12479" fmla="*/ 1979200 w 2419350"/>
                <a:gd name="connsiteY12479" fmla="*/ 473678 h 876300"/>
                <a:gd name="connsiteX12480" fmla="*/ 1979581 w 2419350"/>
                <a:gd name="connsiteY12480" fmla="*/ 474059 h 876300"/>
                <a:gd name="connsiteX12481" fmla="*/ 1979962 w 2419350"/>
                <a:gd name="connsiteY12481" fmla="*/ 474155 h 876300"/>
                <a:gd name="connsiteX12482" fmla="*/ 1981200 w 2419350"/>
                <a:gd name="connsiteY12482" fmla="*/ 474821 h 876300"/>
                <a:gd name="connsiteX12483" fmla="*/ 1981581 w 2419350"/>
                <a:gd name="connsiteY12483" fmla="*/ 475107 h 876300"/>
                <a:gd name="connsiteX12484" fmla="*/ 1981676 w 2419350"/>
                <a:gd name="connsiteY12484" fmla="*/ 476060 h 876300"/>
                <a:gd name="connsiteX12485" fmla="*/ 1981009 w 2419350"/>
                <a:gd name="connsiteY12485" fmla="*/ 476536 h 876300"/>
                <a:gd name="connsiteX12486" fmla="*/ 1980248 w 2419350"/>
                <a:gd name="connsiteY12486" fmla="*/ 476917 h 876300"/>
                <a:gd name="connsiteX12487" fmla="*/ 1980248 w 2419350"/>
                <a:gd name="connsiteY12487" fmla="*/ 477488 h 876300"/>
                <a:gd name="connsiteX12488" fmla="*/ 1981486 w 2419350"/>
                <a:gd name="connsiteY12488" fmla="*/ 478536 h 876300"/>
                <a:gd name="connsiteX12489" fmla="*/ 1981867 w 2419350"/>
                <a:gd name="connsiteY12489" fmla="*/ 479012 h 876300"/>
                <a:gd name="connsiteX12490" fmla="*/ 1982629 w 2419350"/>
                <a:gd name="connsiteY12490" fmla="*/ 480727 h 876300"/>
                <a:gd name="connsiteX12491" fmla="*/ 1982914 w 2419350"/>
                <a:gd name="connsiteY12491" fmla="*/ 481203 h 876300"/>
                <a:gd name="connsiteX12492" fmla="*/ 1983772 w 2419350"/>
                <a:gd name="connsiteY12492" fmla="*/ 481965 h 876300"/>
                <a:gd name="connsiteX12493" fmla="*/ 1984915 w 2419350"/>
                <a:gd name="connsiteY12493" fmla="*/ 482441 h 876300"/>
                <a:gd name="connsiteX12494" fmla="*/ 1986058 w 2419350"/>
                <a:gd name="connsiteY12494" fmla="*/ 482537 h 876300"/>
                <a:gd name="connsiteX12495" fmla="*/ 1987106 w 2419350"/>
                <a:gd name="connsiteY12495" fmla="*/ 482060 h 876300"/>
                <a:gd name="connsiteX12496" fmla="*/ 1987296 w 2419350"/>
                <a:gd name="connsiteY12496" fmla="*/ 481584 h 876300"/>
                <a:gd name="connsiteX12497" fmla="*/ 1986820 w 2419350"/>
                <a:gd name="connsiteY12497" fmla="*/ 480346 h 876300"/>
                <a:gd name="connsiteX12498" fmla="*/ 1986820 w 2419350"/>
                <a:gd name="connsiteY12498" fmla="*/ 479679 h 876300"/>
                <a:gd name="connsiteX12499" fmla="*/ 1987010 w 2419350"/>
                <a:gd name="connsiteY12499" fmla="*/ 479393 h 876300"/>
                <a:gd name="connsiteX12500" fmla="*/ 1987391 w 2419350"/>
                <a:gd name="connsiteY12500" fmla="*/ 479203 h 876300"/>
                <a:gd name="connsiteX12501" fmla="*/ 1989106 w 2419350"/>
                <a:gd name="connsiteY12501" fmla="*/ 478822 h 876300"/>
                <a:gd name="connsiteX12502" fmla="*/ 1990154 w 2419350"/>
                <a:gd name="connsiteY12502" fmla="*/ 478917 h 876300"/>
                <a:gd name="connsiteX12503" fmla="*/ 1991106 w 2419350"/>
                <a:gd name="connsiteY12503" fmla="*/ 479488 h 876300"/>
                <a:gd name="connsiteX12504" fmla="*/ 1991487 w 2419350"/>
                <a:gd name="connsiteY12504" fmla="*/ 480631 h 876300"/>
                <a:gd name="connsiteX12505" fmla="*/ 1991106 w 2419350"/>
                <a:gd name="connsiteY12505" fmla="*/ 483965 h 876300"/>
                <a:gd name="connsiteX12506" fmla="*/ 1991106 w 2419350"/>
                <a:gd name="connsiteY12506" fmla="*/ 485204 h 876300"/>
                <a:gd name="connsiteX12507" fmla="*/ 1991582 w 2419350"/>
                <a:gd name="connsiteY12507" fmla="*/ 487680 h 876300"/>
                <a:gd name="connsiteX12508" fmla="*/ 1992154 w 2419350"/>
                <a:gd name="connsiteY12508" fmla="*/ 488918 h 876300"/>
                <a:gd name="connsiteX12509" fmla="*/ 1993106 w 2419350"/>
                <a:gd name="connsiteY12509" fmla="*/ 489395 h 876300"/>
                <a:gd name="connsiteX12510" fmla="*/ 1994249 w 2419350"/>
                <a:gd name="connsiteY12510" fmla="*/ 489395 h 876300"/>
                <a:gd name="connsiteX12511" fmla="*/ 1994725 w 2419350"/>
                <a:gd name="connsiteY12511" fmla="*/ 489585 h 876300"/>
                <a:gd name="connsiteX12512" fmla="*/ 1995488 w 2419350"/>
                <a:gd name="connsiteY12512" fmla="*/ 491490 h 876300"/>
                <a:gd name="connsiteX12513" fmla="*/ 1995868 w 2419350"/>
                <a:gd name="connsiteY12513" fmla="*/ 492157 h 876300"/>
                <a:gd name="connsiteX12514" fmla="*/ 1996249 w 2419350"/>
                <a:gd name="connsiteY12514" fmla="*/ 492443 h 876300"/>
                <a:gd name="connsiteX12515" fmla="*/ 1996631 w 2419350"/>
                <a:gd name="connsiteY12515" fmla="*/ 492728 h 876300"/>
                <a:gd name="connsiteX12516" fmla="*/ 1997202 w 2419350"/>
                <a:gd name="connsiteY12516" fmla="*/ 493205 h 876300"/>
                <a:gd name="connsiteX12517" fmla="*/ 1997583 w 2419350"/>
                <a:gd name="connsiteY12517" fmla="*/ 493776 h 876300"/>
                <a:gd name="connsiteX12518" fmla="*/ 1997392 w 2419350"/>
                <a:gd name="connsiteY12518" fmla="*/ 494157 h 876300"/>
                <a:gd name="connsiteX12519" fmla="*/ 1996535 w 2419350"/>
                <a:gd name="connsiteY12519" fmla="*/ 494633 h 876300"/>
                <a:gd name="connsiteX12520" fmla="*/ 1995678 w 2419350"/>
                <a:gd name="connsiteY12520" fmla="*/ 495491 h 876300"/>
                <a:gd name="connsiteX12521" fmla="*/ 1995392 w 2419350"/>
                <a:gd name="connsiteY12521" fmla="*/ 495967 h 876300"/>
                <a:gd name="connsiteX12522" fmla="*/ 1995202 w 2419350"/>
                <a:gd name="connsiteY12522" fmla="*/ 496729 h 876300"/>
                <a:gd name="connsiteX12523" fmla="*/ 1995202 w 2419350"/>
                <a:gd name="connsiteY12523" fmla="*/ 497205 h 876300"/>
                <a:gd name="connsiteX12524" fmla="*/ 1995297 w 2419350"/>
                <a:gd name="connsiteY12524" fmla="*/ 497681 h 876300"/>
                <a:gd name="connsiteX12525" fmla="*/ 1995297 w 2419350"/>
                <a:gd name="connsiteY12525" fmla="*/ 498062 h 876300"/>
                <a:gd name="connsiteX12526" fmla="*/ 1994821 w 2419350"/>
                <a:gd name="connsiteY12526" fmla="*/ 498443 h 876300"/>
                <a:gd name="connsiteX12527" fmla="*/ 1992821 w 2419350"/>
                <a:gd name="connsiteY12527" fmla="*/ 498634 h 876300"/>
                <a:gd name="connsiteX12528" fmla="*/ 1990439 w 2419350"/>
                <a:gd name="connsiteY12528" fmla="*/ 497967 h 876300"/>
                <a:gd name="connsiteX12529" fmla="*/ 1988248 w 2419350"/>
                <a:gd name="connsiteY12529" fmla="*/ 497586 h 876300"/>
                <a:gd name="connsiteX12530" fmla="*/ 1986820 w 2419350"/>
                <a:gd name="connsiteY12530" fmla="*/ 498729 h 876300"/>
                <a:gd name="connsiteX12531" fmla="*/ 1986915 w 2419350"/>
                <a:gd name="connsiteY12531" fmla="*/ 500444 h 876300"/>
                <a:gd name="connsiteX12532" fmla="*/ 1989773 w 2419350"/>
                <a:gd name="connsiteY12532" fmla="*/ 506254 h 876300"/>
                <a:gd name="connsiteX12533" fmla="*/ 1989868 w 2419350"/>
                <a:gd name="connsiteY12533" fmla="*/ 506825 h 876300"/>
                <a:gd name="connsiteX12534" fmla="*/ 1989773 w 2419350"/>
                <a:gd name="connsiteY12534" fmla="*/ 508635 h 876300"/>
                <a:gd name="connsiteX12535" fmla="*/ 1989963 w 2419350"/>
                <a:gd name="connsiteY12535" fmla="*/ 508921 h 876300"/>
                <a:gd name="connsiteX12536" fmla="*/ 1990725 w 2419350"/>
                <a:gd name="connsiteY12536" fmla="*/ 509683 h 876300"/>
                <a:gd name="connsiteX12537" fmla="*/ 1991868 w 2419350"/>
                <a:gd name="connsiteY12537" fmla="*/ 512731 h 876300"/>
                <a:gd name="connsiteX12538" fmla="*/ 1991963 w 2419350"/>
                <a:gd name="connsiteY12538" fmla="*/ 513302 h 876300"/>
                <a:gd name="connsiteX12539" fmla="*/ 1991963 w 2419350"/>
                <a:gd name="connsiteY12539" fmla="*/ 513874 h 876300"/>
                <a:gd name="connsiteX12540" fmla="*/ 1990915 w 2419350"/>
                <a:gd name="connsiteY12540" fmla="*/ 513017 h 876300"/>
                <a:gd name="connsiteX12541" fmla="*/ 1990344 w 2419350"/>
                <a:gd name="connsiteY12541" fmla="*/ 512826 h 876300"/>
                <a:gd name="connsiteX12542" fmla="*/ 1990058 w 2419350"/>
                <a:gd name="connsiteY12542" fmla="*/ 513302 h 876300"/>
                <a:gd name="connsiteX12543" fmla="*/ 1990249 w 2419350"/>
                <a:gd name="connsiteY12543" fmla="*/ 513969 h 876300"/>
                <a:gd name="connsiteX12544" fmla="*/ 1990725 w 2419350"/>
                <a:gd name="connsiteY12544" fmla="*/ 514445 h 876300"/>
                <a:gd name="connsiteX12545" fmla="*/ 1991297 w 2419350"/>
                <a:gd name="connsiteY12545" fmla="*/ 514826 h 876300"/>
                <a:gd name="connsiteX12546" fmla="*/ 1991773 w 2419350"/>
                <a:gd name="connsiteY12546" fmla="*/ 515207 h 876300"/>
                <a:gd name="connsiteX12547" fmla="*/ 1992058 w 2419350"/>
                <a:gd name="connsiteY12547" fmla="*/ 515779 h 876300"/>
                <a:gd name="connsiteX12548" fmla="*/ 1992535 w 2419350"/>
                <a:gd name="connsiteY12548" fmla="*/ 517017 h 876300"/>
                <a:gd name="connsiteX12549" fmla="*/ 1993011 w 2419350"/>
                <a:gd name="connsiteY12549" fmla="*/ 517588 h 876300"/>
                <a:gd name="connsiteX12550" fmla="*/ 1993487 w 2419350"/>
                <a:gd name="connsiteY12550" fmla="*/ 517970 h 876300"/>
                <a:gd name="connsiteX12551" fmla="*/ 1994630 w 2419350"/>
                <a:gd name="connsiteY12551" fmla="*/ 518541 h 876300"/>
                <a:gd name="connsiteX12552" fmla="*/ 1995202 w 2419350"/>
                <a:gd name="connsiteY12552" fmla="*/ 519017 h 876300"/>
                <a:gd name="connsiteX12553" fmla="*/ 1995488 w 2419350"/>
                <a:gd name="connsiteY12553" fmla="*/ 519589 h 876300"/>
                <a:gd name="connsiteX12554" fmla="*/ 1995488 w 2419350"/>
                <a:gd name="connsiteY12554" fmla="*/ 520637 h 876300"/>
                <a:gd name="connsiteX12555" fmla="*/ 1995773 w 2419350"/>
                <a:gd name="connsiteY12555" fmla="*/ 521303 h 876300"/>
                <a:gd name="connsiteX12556" fmla="*/ 1996059 w 2419350"/>
                <a:gd name="connsiteY12556" fmla="*/ 521684 h 876300"/>
                <a:gd name="connsiteX12557" fmla="*/ 1996345 w 2419350"/>
                <a:gd name="connsiteY12557" fmla="*/ 521780 h 876300"/>
                <a:gd name="connsiteX12558" fmla="*/ 1996631 w 2419350"/>
                <a:gd name="connsiteY12558" fmla="*/ 521780 h 876300"/>
                <a:gd name="connsiteX12559" fmla="*/ 1999298 w 2419350"/>
                <a:gd name="connsiteY12559" fmla="*/ 522922 h 876300"/>
                <a:gd name="connsiteX12560" fmla="*/ 2000345 w 2419350"/>
                <a:gd name="connsiteY12560" fmla="*/ 523018 h 876300"/>
                <a:gd name="connsiteX12561" fmla="*/ 2001298 w 2419350"/>
                <a:gd name="connsiteY12561" fmla="*/ 522542 h 876300"/>
                <a:gd name="connsiteX12562" fmla="*/ 2002726 w 2419350"/>
                <a:gd name="connsiteY12562" fmla="*/ 520732 h 876300"/>
                <a:gd name="connsiteX12563" fmla="*/ 2003584 w 2419350"/>
                <a:gd name="connsiteY12563" fmla="*/ 520255 h 876300"/>
                <a:gd name="connsiteX12564" fmla="*/ 2005013 w 2419350"/>
                <a:gd name="connsiteY12564" fmla="*/ 520255 h 876300"/>
                <a:gd name="connsiteX12565" fmla="*/ 2009489 w 2419350"/>
                <a:gd name="connsiteY12565" fmla="*/ 521113 h 876300"/>
                <a:gd name="connsiteX12566" fmla="*/ 2011966 w 2419350"/>
                <a:gd name="connsiteY12566" fmla="*/ 521208 h 876300"/>
                <a:gd name="connsiteX12567" fmla="*/ 2014061 w 2419350"/>
                <a:gd name="connsiteY12567" fmla="*/ 520637 h 876300"/>
                <a:gd name="connsiteX12568" fmla="*/ 2015014 w 2419350"/>
                <a:gd name="connsiteY12568" fmla="*/ 519875 h 876300"/>
                <a:gd name="connsiteX12569" fmla="*/ 2021300 w 2419350"/>
                <a:gd name="connsiteY12569" fmla="*/ 513112 h 876300"/>
                <a:gd name="connsiteX12570" fmla="*/ 2022062 w 2419350"/>
                <a:gd name="connsiteY12570" fmla="*/ 511683 h 876300"/>
                <a:gd name="connsiteX12571" fmla="*/ 2022539 w 2419350"/>
                <a:gd name="connsiteY12571" fmla="*/ 511112 h 876300"/>
                <a:gd name="connsiteX12572" fmla="*/ 2023015 w 2419350"/>
                <a:gd name="connsiteY12572" fmla="*/ 510826 h 876300"/>
                <a:gd name="connsiteX12573" fmla="*/ 2024158 w 2419350"/>
                <a:gd name="connsiteY12573" fmla="*/ 510445 h 876300"/>
                <a:gd name="connsiteX12574" fmla="*/ 2024729 w 2419350"/>
                <a:gd name="connsiteY12574" fmla="*/ 510064 h 876300"/>
                <a:gd name="connsiteX12575" fmla="*/ 2024824 w 2419350"/>
                <a:gd name="connsiteY12575" fmla="*/ 509111 h 876300"/>
                <a:gd name="connsiteX12576" fmla="*/ 2024063 w 2419350"/>
                <a:gd name="connsiteY12576" fmla="*/ 508063 h 876300"/>
                <a:gd name="connsiteX12577" fmla="*/ 2022443 w 2419350"/>
                <a:gd name="connsiteY12577" fmla="*/ 506635 h 876300"/>
                <a:gd name="connsiteX12578" fmla="*/ 2021776 w 2419350"/>
                <a:gd name="connsiteY12578" fmla="*/ 504254 h 876300"/>
                <a:gd name="connsiteX12579" fmla="*/ 2022443 w 2419350"/>
                <a:gd name="connsiteY12579" fmla="*/ 502539 h 876300"/>
                <a:gd name="connsiteX12580" fmla="*/ 2027587 w 2419350"/>
                <a:gd name="connsiteY12580" fmla="*/ 497300 h 876300"/>
                <a:gd name="connsiteX12581" fmla="*/ 2028444 w 2419350"/>
                <a:gd name="connsiteY12581" fmla="*/ 496919 h 876300"/>
                <a:gd name="connsiteX12582" fmla="*/ 2029397 w 2419350"/>
                <a:gd name="connsiteY12582" fmla="*/ 496634 h 876300"/>
                <a:gd name="connsiteX12583" fmla="*/ 2030444 w 2419350"/>
                <a:gd name="connsiteY12583" fmla="*/ 495967 h 876300"/>
                <a:gd name="connsiteX12584" fmla="*/ 2031301 w 2419350"/>
                <a:gd name="connsiteY12584" fmla="*/ 495110 h 876300"/>
                <a:gd name="connsiteX12585" fmla="*/ 2031873 w 2419350"/>
                <a:gd name="connsiteY12585" fmla="*/ 494347 h 876300"/>
                <a:gd name="connsiteX12586" fmla="*/ 2032159 w 2419350"/>
                <a:gd name="connsiteY12586" fmla="*/ 493205 h 876300"/>
                <a:gd name="connsiteX12587" fmla="*/ 2032064 w 2419350"/>
                <a:gd name="connsiteY12587" fmla="*/ 491966 h 876300"/>
                <a:gd name="connsiteX12588" fmla="*/ 2031682 w 2419350"/>
                <a:gd name="connsiteY12588" fmla="*/ 490823 h 876300"/>
                <a:gd name="connsiteX12589" fmla="*/ 2031016 w 2419350"/>
                <a:gd name="connsiteY12589" fmla="*/ 489871 h 876300"/>
                <a:gd name="connsiteX12590" fmla="*/ 2030063 w 2419350"/>
                <a:gd name="connsiteY12590" fmla="*/ 489204 h 876300"/>
                <a:gd name="connsiteX12591" fmla="*/ 2027968 w 2419350"/>
                <a:gd name="connsiteY12591" fmla="*/ 488537 h 876300"/>
                <a:gd name="connsiteX12592" fmla="*/ 2026920 w 2419350"/>
                <a:gd name="connsiteY12592" fmla="*/ 487966 h 876300"/>
                <a:gd name="connsiteX12593" fmla="*/ 2026920 w 2419350"/>
                <a:gd name="connsiteY12593" fmla="*/ 487585 h 876300"/>
                <a:gd name="connsiteX12594" fmla="*/ 2028063 w 2419350"/>
                <a:gd name="connsiteY12594" fmla="*/ 487680 h 876300"/>
                <a:gd name="connsiteX12595" fmla="*/ 2028444 w 2419350"/>
                <a:gd name="connsiteY12595" fmla="*/ 487299 h 876300"/>
                <a:gd name="connsiteX12596" fmla="*/ 2028444 w 2419350"/>
                <a:gd name="connsiteY12596" fmla="*/ 485870 h 876300"/>
                <a:gd name="connsiteX12597" fmla="*/ 2028158 w 2419350"/>
                <a:gd name="connsiteY12597" fmla="*/ 484918 h 876300"/>
                <a:gd name="connsiteX12598" fmla="*/ 2028158 w 2419350"/>
                <a:gd name="connsiteY12598" fmla="*/ 484632 h 876300"/>
                <a:gd name="connsiteX12599" fmla="*/ 2028730 w 2419350"/>
                <a:gd name="connsiteY12599" fmla="*/ 484822 h 876300"/>
                <a:gd name="connsiteX12600" fmla="*/ 2028920 w 2419350"/>
                <a:gd name="connsiteY12600" fmla="*/ 485013 h 876300"/>
                <a:gd name="connsiteX12601" fmla="*/ 2029778 w 2419350"/>
                <a:gd name="connsiteY12601" fmla="*/ 487013 h 876300"/>
                <a:gd name="connsiteX12602" fmla="*/ 2030063 w 2419350"/>
                <a:gd name="connsiteY12602" fmla="*/ 487394 h 876300"/>
                <a:gd name="connsiteX12603" fmla="*/ 2030444 w 2419350"/>
                <a:gd name="connsiteY12603" fmla="*/ 487489 h 876300"/>
                <a:gd name="connsiteX12604" fmla="*/ 2033302 w 2419350"/>
                <a:gd name="connsiteY12604" fmla="*/ 486918 h 876300"/>
                <a:gd name="connsiteX12605" fmla="*/ 2034064 w 2419350"/>
                <a:gd name="connsiteY12605" fmla="*/ 486632 h 876300"/>
                <a:gd name="connsiteX12606" fmla="*/ 2035969 w 2419350"/>
                <a:gd name="connsiteY12606" fmla="*/ 483775 h 876300"/>
                <a:gd name="connsiteX12607" fmla="*/ 2035588 w 2419350"/>
                <a:gd name="connsiteY12607" fmla="*/ 474726 h 876300"/>
                <a:gd name="connsiteX12608" fmla="*/ 2036255 w 2419350"/>
                <a:gd name="connsiteY12608" fmla="*/ 471202 h 876300"/>
                <a:gd name="connsiteX12609" fmla="*/ 2037493 w 2419350"/>
                <a:gd name="connsiteY12609" fmla="*/ 469678 h 876300"/>
                <a:gd name="connsiteX12610" fmla="*/ 2039017 w 2419350"/>
                <a:gd name="connsiteY12610" fmla="*/ 468154 h 876300"/>
                <a:gd name="connsiteX12611" fmla="*/ 2039779 w 2419350"/>
                <a:gd name="connsiteY12611" fmla="*/ 467582 h 876300"/>
                <a:gd name="connsiteX12612" fmla="*/ 2043303 w 2419350"/>
                <a:gd name="connsiteY12612" fmla="*/ 465772 h 876300"/>
                <a:gd name="connsiteX12613" fmla="*/ 2043684 w 2419350"/>
                <a:gd name="connsiteY12613" fmla="*/ 465392 h 876300"/>
                <a:gd name="connsiteX12614" fmla="*/ 2043970 w 2419350"/>
                <a:gd name="connsiteY12614" fmla="*/ 463963 h 876300"/>
                <a:gd name="connsiteX12615" fmla="*/ 2044637 w 2419350"/>
                <a:gd name="connsiteY12615" fmla="*/ 462725 h 876300"/>
                <a:gd name="connsiteX12616" fmla="*/ 2044732 w 2419350"/>
                <a:gd name="connsiteY12616" fmla="*/ 462439 h 876300"/>
                <a:gd name="connsiteX12617" fmla="*/ 2044065 w 2419350"/>
                <a:gd name="connsiteY12617" fmla="*/ 461391 h 876300"/>
                <a:gd name="connsiteX12618" fmla="*/ 2044446 w 2419350"/>
                <a:gd name="connsiteY12618" fmla="*/ 461105 h 876300"/>
                <a:gd name="connsiteX12619" fmla="*/ 2045398 w 2419350"/>
                <a:gd name="connsiteY12619" fmla="*/ 461010 h 876300"/>
                <a:gd name="connsiteX12620" fmla="*/ 2046256 w 2419350"/>
                <a:gd name="connsiteY12620" fmla="*/ 460724 h 876300"/>
                <a:gd name="connsiteX12621" fmla="*/ 2046637 w 2419350"/>
                <a:gd name="connsiteY12621" fmla="*/ 461105 h 876300"/>
                <a:gd name="connsiteX12622" fmla="*/ 2047018 w 2419350"/>
                <a:gd name="connsiteY12622" fmla="*/ 461677 h 876300"/>
                <a:gd name="connsiteX12623" fmla="*/ 2047304 w 2419350"/>
                <a:gd name="connsiteY12623" fmla="*/ 462248 h 876300"/>
                <a:gd name="connsiteX12624" fmla="*/ 2047399 w 2419350"/>
                <a:gd name="connsiteY12624" fmla="*/ 462820 h 876300"/>
                <a:gd name="connsiteX12625" fmla="*/ 2047208 w 2419350"/>
                <a:gd name="connsiteY12625" fmla="*/ 463582 h 876300"/>
                <a:gd name="connsiteX12626" fmla="*/ 2046446 w 2419350"/>
                <a:gd name="connsiteY12626" fmla="*/ 465106 h 876300"/>
                <a:gd name="connsiteX12627" fmla="*/ 2046351 w 2419350"/>
                <a:gd name="connsiteY12627" fmla="*/ 466058 h 876300"/>
                <a:gd name="connsiteX12628" fmla="*/ 2046541 w 2419350"/>
                <a:gd name="connsiteY12628" fmla="*/ 466916 h 876300"/>
                <a:gd name="connsiteX12629" fmla="*/ 2046923 w 2419350"/>
                <a:gd name="connsiteY12629" fmla="*/ 467582 h 876300"/>
                <a:gd name="connsiteX12630" fmla="*/ 2047399 w 2419350"/>
                <a:gd name="connsiteY12630" fmla="*/ 468154 h 876300"/>
                <a:gd name="connsiteX12631" fmla="*/ 2047875 w 2419350"/>
                <a:gd name="connsiteY12631" fmla="*/ 468535 h 876300"/>
                <a:gd name="connsiteX12632" fmla="*/ 2048256 w 2419350"/>
                <a:gd name="connsiteY12632" fmla="*/ 468725 h 876300"/>
                <a:gd name="connsiteX12633" fmla="*/ 2048732 w 2419350"/>
                <a:gd name="connsiteY12633" fmla="*/ 468821 h 876300"/>
                <a:gd name="connsiteX12634" fmla="*/ 2049208 w 2419350"/>
                <a:gd name="connsiteY12634" fmla="*/ 469011 h 876300"/>
                <a:gd name="connsiteX12635" fmla="*/ 2049399 w 2419350"/>
                <a:gd name="connsiteY12635" fmla="*/ 469392 h 876300"/>
                <a:gd name="connsiteX12636" fmla="*/ 2049399 w 2419350"/>
                <a:gd name="connsiteY12636" fmla="*/ 469868 h 876300"/>
                <a:gd name="connsiteX12637" fmla="*/ 2049494 w 2419350"/>
                <a:gd name="connsiteY12637" fmla="*/ 470249 h 876300"/>
                <a:gd name="connsiteX12638" fmla="*/ 2049685 w 2419350"/>
                <a:gd name="connsiteY12638" fmla="*/ 470535 h 876300"/>
                <a:gd name="connsiteX12639" fmla="*/ 2049971 w 2419350"/>
                <a:gd name="connsiteY12639" fmla="*/ 470726 h 876300"/>
                <a:gd name="connsiteX12640" fmla="*/ 2049208 w 2419350"/>
                <a:gd name="connsiteY12640" fmla="*/ 471392 h 876300"/>
                <a:gd name="connsiteX12641" fmla="*/ 2048447 w 2419350"/>
                <a:gd name="connsiteY12641" fmla="*/ 470630 h 876300"/>
                <a:gd name="connsiteX12642" fmla="*/ 2047589 w 2419350"/>
                <a:gd name="connsiteY12642" fmla="*/ 469487 h 876300"/>
                <a:gd name="connsiteX12643" fmla="*/ 2046637 w 2419350"/>
                <a:gd name="connsiteY12643" fmla="*/ 468916 h 876300"/>
                <a:gd name="connsiteX12644" fmla="*/ 2045684 w 2419350"/>
                <a:gd name="connsiteY12644" fmla="*/ 469297 h 876300"/>
                <a:gd name="connsiteX12645" fmla="*/ 2044446 w 2419350"/>
                <a:gd name="connsiteY12645" fmla="*/ 470821 h 876300"/>
                <a:gd name="connsiteX12646" fmla="*/ 2043398 w 2419350"/>
                <a:gd name="connsiteY12646" fmla="*/ 471202 h 876300"/>
                <a:gd name="connsiteX12647" fmla="*/ 2042446 w 2419350"/>
                <a:gd name="connsiteY12647" fmla="*/ 471678 h 876300"/>
                <a:gd name="connsiteX12648" fmla="*/ 2041779 w 2419350"/>
                <a:gd name="connsiteY12648" fmla="*/ 473964 h 876300"/>
                <a:gd name="connsiteX12649" fmla="*/ 2041112 w 2419350"/>
                <a:gd name="connsiteY12649" fmla="*/ 474726 h 876300"/>
                <a:gd name="connsiteX12650" fmla="*/ 2039969 w 2419350"/>
                <a:gd name="connsiteY12650" fmla="*/ 474345 h 876300"/>
                <a:gd name="connsiteX12651" fmla="*/ 2039303 w 2419350"/>
                <a:gd name="connsiteY12651" fmla="*/ 474345 h 876300"/>
                <a:gd name="connsiteX12652" fmla="*/ 2039017 w 2419350"/>
                <a:gd name="connsiteY12652" fmla="*/ 474917 h 876300"/>
                <a:gd name="connsiteX12653" fmla="*/ 2039017 w 2419350"/>
                <a:gd name="connsiteY12653" fmla="*/ 476060 h 876300"/>
                <a:gd name="connsiteX12654" fmla="*/ 2038922 w 2419350"/>
                <a:gd name="connsiteY12654" fmla="*/ 476536 h 876300"/>
                <a:gd name="connsiteX12655" fmla="*/ 2038731 w 2419350"/>
                <a:gd name="connsiteY12655" fmla="*/ 476917 h 876300"/>
                <a:gd name="connsiteX12656" fmla="*/ 2037779 w 2419350"/>
                <a:gd name="connsiteY12656" fmla="*/ 476060 h 876300"/>
                <a:gd name="connsiteX12657" fmla="*/ 2037398 w 2419350"/>
                <a:gd name="connsiteY12657" fmla="*/ 476917 h 876300"/>
                <a:gd name="connsiteX12658" fmla="*/ 2037398 w 2419350"/>
                <a:gd name="connsiteY12658" fmla="*/ 480727 h 876300"/>
                <a:gd name="connsiteX12659" fmla="*/ 2038255 w 2419350"/>
                <a:gd name="connsiteY12659" fmla="*/ 484632 h 876300"/>
                <a:gd name="connsiteX12660" fmla="*/ 2038350 w 2419350"/>
                <a:gd name="connsiteY12660" fmla="*/ 485966 h 876300"/>
                <a:gd name="connsiteX12661" fmla="*/ 2038064 w 2419350"/>
                <a:gd name="connsiteY12661" fmla="*/ 487204 h 876300"/>
                <a:gd name="connsiteX12662" fmla="*/ 2037112 w 2419350"/>
                <a:gd name="connsiteY12662" fmla="*/ 487775 h 876300"/>
                <a:gd name="connsiteX12663" fmla="*/ 2035778 w 2419350"/>
                <a:gd name="connsiteY12663" fmla="*/ 488156 h 876300"/>
                <a:gd name="connsiteX12664" fmla="*/ 2035207 w 2419350"/>
                <a:gd name="connsiteY12664" fmla="*/ 489013 h 876300"/>
                <a:gd name="connsiteX12665" fmla="*/ 2035207 w 2419350"/>
                <a:gd name="connsiteY12665" fmla="*/ 490156 h 876300"/>
                <a:gd name="connsiteX12666" fmla="*/ 2035588 w 2419350"/>
                <a:gd name="connsiteY12666" fmla="*/ 491300 h 876300"/>
                <a:gd name="connsiteX12667" fmla="*/ 2037779 w 2419350"/>
                <a:gd name="connsiteY12667" fmla="*/ 494443 h 876300"/>
                <a:gd name="connsiteX12668" fmla="*/ 2038255 w 2419350"/>
                <a:gd name="connsiteY12668" fmla="*/ 495776 h 876300"/>
                <a:gd name="connsiteX12669" fmla="*/ 2038731 w 2419350"/>
                <a:gd name="connsiteY12669" fmla="*/ 496824 h 876300"/>
                <a:gd name="connsiteX12670" fmla="*/ 2038826 w 2419350"/>
                <a:gd name="connsiteY12670" fmla="*/ 497396 h 876300"/>
                <a:gd name="connsiteX12671" fmla="*/ 2038731 w 2419350"/>
                <a:gd name="connsiteY12671" fmla="*/ 497872 h 876300"/>
                <a:gd name="connsiteX12672" fmla="*/ 2038159 w 2419350"/>
                <a:gd name="connsiteY12672" fmla="*/ 498824 h 876300"/>
                <a:gd name="connsiteX12673" fmla="*/ 2038540 w 2419350"/>
                <a:gd name="connsiteY12673" fmla="*/ 500063 h 876300"/>
                <a:gd name="connsiteX12674" fmla="*/ 2039207 w 2419350"/>
                <a:gd name="connsiteY12674" fmla="*/ 500063 h 876300"/>
                <a:gd name="connsiteX12675" fmla="*/ 2040064 w 2419350"/>
                <a:gd name="connsiteY12675" fmla="*/ 499586 h 876300"/>
                <a:gd name="connsiteX12676" fmla="*/ 2040826 w 2419350"/>
                <a:gd name="connsiteY12676" fmla="*/ 499205 h 876300"/>
                <a:gd name="connsiteX12677" fmla="*/ 2041589 w 2419350"/>
                <a:gd name="connsiteY12677" fmla="*/ 499396 h 876300"/>
                <a:gd name="connsiteX12678" fmla="*/ 2042350 w 2419350"/>
                <a:gd name="connsiteY12678" fmla="*/ 499872 h 876300"/>
                <a:gd name="connsiteX12679" fmla="*/ 2043017 w 2419350"/>
                <a:gd name="connsiteY12679" fmla="*/ 500444 h 876300"/>
                <a:gd name="connsiteX12680" fmla="*/ 2043493 w 2419350"/>
                <a:gd name="connsiteY12680" fmla="*/ 501015 h 876300"/>
                <a:gd name="connsiteX12681" fmla="*/ 2044065 w 2419350"/>
                <a:gd name="connsiteY12681" fmla="*/ 502539 h 876300"/>
                <a:gd name="connsiteX12682" fmla="*/ 2044351 w 2419350"/>
                <a:gd name="connsiteY12682" fmla="*/ 502730 h 876300"/>
                <a:gd name="connsiteX12683" fmla="*/ 2045113 w 2419350"/>
                <a:gd name="connsiteY12683" fmla="*/ 502539 h 876300"/>
                <a:gd name="connsiteX12684" fmla="*/ 2045113 w 2419350"/>
                <a:gd name="connsiteY12684" fmla="*/ 502158 h 876300"/>
                <a:gd name="connsiteX12685" fmla="*/ 2044827 w 2419350"/>
                <a:gd name="connsiteY12685" fmla="*/ 501682 h 876300"/>
                <a:gd name="connsiteX12686" fmla="*/ 2044351 w 2419350"/>
                <a:gd name="connsiteY12686" fmla="*/ 500158 h 876300"/>
                <a:gd name="connsiteX12687" fmla="*/ 2043779 w 2419350"/>
                <a:gd name="connsiteY12687" fmla="*/ 499015 h 876300"/>
                <a:gd name="connsiteX12688" fmla="*/ 2043398 w 2419350"/>
                <a:gd name="connsiteY12688" fmla="*/ 497872 h 876300"/>
                <a:gd name="connsiteX12689" fmla="*/ 2043589 w 2419350"/>
                <a:gd name="connsiteY12689" fmla="*/ 496634 h 876300"/>
                <a:gd name="connsiteX12690" fmla="*/ 2043874 w 2419350"/>
                <a:gd name="connsiteY12690" fmla="*/ 496253 h 876300"/>
                <a:gd name="connsiteX12691" fmla="*/ 2044351 w 2419350"/>
                <a:gd name="connsiteY12691" fmla="*/ 495871 h 876300"/>
                <a:gd name="connsiteX12692" fmla="*/ 2044827 w 2419350"/>
                <a:gd name="connsiteY12692" fmla="*/ 495586 h 876300"/>
                <a:gd name="connsiteX12693" fmla="*/ 2045208 w 2419350"/>
                <a:gd name="connsiteY12693" fmla="*/ 495491 h 876300"/>
                <a:gd name="connsiteX12694" fmla="*/ 2045684 w 2419350"/>
                <a:gd name="connsiteY12694" fmla="*/ 495681 h 876300"/>
                <a:gd name="connsiteX12695" fmla="*/ 2045875 w 2419350"/>
                <a:gd name="connsiteY12695" fmla="*/ 496062 h 876300"/>
                <a:gd name="connsiteX12696" fmla="*/ 2045875 w 2419350"/>
                <a:gd name="connsiteY12696" fmla="*/ 497110 h 876300"/>
                <a:gd name="connsiteX12697" fmla="*/ 2046065 w 2419350"/>
                <a:gd name="connsiteY12697" fmla="*/ 498158 h 876300"/>
                <a:gd name="connsiteX12698" fmla="*/ 2046541 w 2419350"/>
                <a:gd name="connsiteY12698" fmla="*/ 499015 h 876300"/>
                <a:gd name="connsiteX12699" fmla="*/ 2048828 w 2419350"/>
                <a:gd name="connsiteY12699" fmla="*/ 501587 h 876300"/>
                <a:gd name="connsiteX12700" fmla="*/ 2049780 w 2419350"/>
                <a:gd name="connsiteY12700" fmla="*/ 503015 h 876300"/>
                <a:gd name="connsiteX12701" fmla="*/ 2052161 w 2419350"/>
                <a:gd name="connsiteY12701" fmla="*/ 508730 h 876300"/>
                <a:gd name="connsiteX12702" fmla="*/ 2052828 w 2419350"/>
                <a:gd name="connsiteY12702" fmla="*/ 509397 h 876300"/>
                <a:gd name="connsiteX12703" fmla="*/ 2053685 w 2419350"/>
                <a:gd name="connsiteY12703" fmla="*/ 509683 h 876300"/>
                <a:gd name="connsiteX12704" fmla="*/ 2054257 w 2419350"/>
                <a:gd name="connsiteY12704" fmla="*/ 509206 h 876300"/>
                <a:gd name="connsiteX12705" fmla="*/ 2055495 w 2419350"/>
                <a:gd name="connsiteY12705" fmla="*/ 507016 h 876300"/>
                <a:gd name="connsiteX12706" fmla="*/ 2056352 w 2419350"/>
                <a:gd name="connsiteY12706" fmla="*/ 506349 h 876300"/>
                <a:gd name="connsiteX12707" fmla="*/ 2057305 w 2419350"/>
                <a:gd name="connsiteY12707" fmla="*/ 506635 h 876300"/>
                <a:gd name="connsiteX12708" fmla="*/ 2058162 w 2419350"/>
                <a:gd name="connsiteY12708" fmla="*/ 507397 h 876300"/>
                <a:gd name="connsiteX12709" fmla="*/ 2059114 w 2419350"/>
                <a:gd name="connsiteY12709" fmla="*/ 507968 h 876300"/>
                <a:gd name="connsiteX12710" fmla="*/ 2060067 w 2419350"/>
                <a:gd name="connsiteY12710" fmla="*/ 507587 h 876300"/>
                <a:gd name="connsiteX12711" fmla="*/ 2060734 w 2419350"/>
                <a:gd name="connsiteY12711" fmla="*/ 506921 h 876300"/>
                <a:gd name="connsiteX12712" fmla="*/ 2060924 w 2419350"/>
                <a:gd name="connsiteY12712" fmla="*/ 506635 h 876300"/>
                <a:gd name="connsiteX12713" fmla="*/ 2061020 w 2419350"/>
                <a:gd name="connsiteY12713" fmla="*/ 505587 h 876300"/>
                <a:gd name="connsiteX12714" fmla="*/ 2060924 w 2419350"/>
                <a:gd name="connsiteY12714" fmla="*/ 505016 h 876300"/>
                <a:gd name="connsiteX12715" fmla="*/ 2060734 w 2419350"/>
                <a:gd name="connsiteY12715" fmla="*/ 504635 h 876300"/>
                <a:gd name="connsiteX12716" fmla="*/ 2060639 w 2419350"/>
                <a:gd name="connsiteY12716" fmla="*/ 504254 h 876300"/>
                <a:gd name="connsiteX12717" fmla="*/ 2060924 w 2419350"/>
                <a:gd name="connsiteY12717" fmla="*/ 503777 h 876300"/>
                <a:gd name="connsiteX12718" fmla="*/ 2061972 w 2419350"/>
                <a:gd name="connsiteY12718" fmla="*/ 504444 h 876300"/>
                <a:gd name="connsiteX12719" fmla="*/ 2062734 w 2419350"/>
                <a:gd name="connsiteY12719" fmla="*/ 505206 h 876300"/>
                <a:gd name="connsiteX12720" fmla="*/ 2063306 w 2419350"/>
                <a:gd name="connsiteY12720" fmla="*/ 506063 h 876300"/>
                <a:gd name="connsiteX12721" fmla="*/ 2064258 w 2419350"/>
                <a:gd name="connsiteY12721" fmla="*/ 508063 h 876300"/>
                <a:gd name="connsiteX12722" fmla="*/ 2064353 w 2419350"/>
                <a:gd name="connsiteY12722" fmla="*/ 508540 h 876300"/>
                <a:gd name="connsiteX12723" fmla="*/ 2063972 w 2419350"/>
                <a:gd name="connsiteY12723" fmla="*/ 508921 h 876300"/>
                <a:gd name="connsiteX12724" fmla="*/ 2061781 w 2419350"/>
                <a:gd name="connsiteY12724" fmla="*/ 510635 h 876300"/>
                <a:gd name="connsiteX12725" fmla="*/ 2061210 w 2419350"/>
                <a:gd name="connsiteY12725" fmla="*/ 511397 h 876300"/>
                <a:gd name="connsiteX12726" fmla="*/ 2061591 w 2419350"/>
                <a:gd name="connsiteY12726" fmla="*/ 512064 h 876300"/>
                <a:gd name="connsiteX12727" fmla="*/ 2061972 w 2419350"/>
                <a:gd name="connsiteY12727" fmla="*/ 511874 h 876300"/>
                <a:gd name="connsiteX12728" fmla="*/ 2062543 w 2419350"/>
                <a:gd name="connsiteY12728" fmla="*/ 511493 h 876300"/>
                <a:gd name="connsiteX12729" fmla="*/ 2063115 w 2419350"/>
                <a:gd name="connsiteY12729" fmla="*/ 511207 h 876300"/>
                <a:gd name="connsiteX12730" fmla="*/ 2063401 w 2419350"/>
                <a:gd name="connsiteY12730" fmla="*/ 511493 h 876300"/>
                <a:gd name="connsiteX12731" fmla="*/ 2063496 w 2419350"/>
                <a:gd name="connsiteY12731" fmla="*/ 511874 h 876300"/>
                <a:gd name="connsiteX12732" fmla="*/ 2063782 w 2419350"/>
                <a:gd name="connsiteY12732" fmla="*/ 512826 h 876300"/>
                <a:gd name="connsiteX12733" fmla="*/ 2063877 w 2419350"/>
                <a:gd name="connsiteY12733" fmla="*/ 513302 h 876300"/>
                <a:gd name="connsiteX12734" fmla="*/ 2064353 w 2419350"/>
                <a:gd name="connsiteY12734" fmla="*/ 514160 h 876300"/>
                <a:gd name="connsiteX12735" fmla="*/ 2065401 w 2419350"/>
                <a:gd name="connsiteY12735" fmla="*/ 514731 h 876300"/>
                <a:gd name="connsiteX12736" fmla="*/ 2066639 w 2419350"/>
                <a:gd name="connsiteY12736" fmla="*/ 515112 h 876300"/>
                <a:gd name="connsiteX12737" fmla="*/ 2067687 w 2419350"/>
                <a:gd name="connsiteY12737" fmla="*/ 515207 h 876300"/>
                <a:gd name="connsiteX12738" fmla="*/ 2068639 w 2419350"/>
                <a:gd name="connsiteY12738" fmla="*/ 515588 h 876300"/>
                <a:gd name="connsiteX12739" fmla="*/ 2069211 w 2419350"/>
                <a:gd name="connsiteY12739" fmla="*/ 516350 h 876300"/>
                <a:gd name="connsiteX12740" fmla="*/ 2069687 w 2419350"/>
                <a:gd name="connsiteY12740" fmla="*/ 517112 h 876300"/>
                <a:gd name="connsiteX12741" fmla="*/ 2070164 w 2419350"/>
                <a:gd name="connsiteY12741" fmla="*/ 517493 h 876300"/>
                <a:gd name="connsiteX12742" fmla="*/ 2070354 w 2419350"/>
                <a:gd name="connsiteY12742" fmla="*/ 517684 h 876300"/>
                <a:gd name="connsiteX12743" fmla="*/ 2070545 w 2419350"/>
                <a:gd name="connsiteY12743" fmla="*/ 517970 h 876300"/>
                <a:gd name="connsiteX12744" fmla="*/ 2070830 w 2419350"/>
                <a:gd name="connsiteY12744" fmla="*/ 518255 h 876300"/>
                <a:gd name="connsiteX12745" fmla="*/ 2071402 w 2419350"/>
                <a:gd name="connsiteY12745" fmla="*/ 518255 h 876300"/>
                <a:gd name="connsiteX12746" fmla="*/ 2072164 w 2419350"/>
                <a:gd name="connsiteY12746" fmla="*/ 517017 h 876300"/>
                <a:gd name="connsiteX12747" fmla="*/ 2071973 w 2419350"/>
                <a:gd name="connsiteY12747" fmla="*/ 516255 h 876300"/>
                <a:gd name="connsiteX12748" fmla="*/ 2071592 w 2419350"/>
                <a:gd name="connsiteY12748" fmla="*/ 515588 h 876300"/>
                <a:gd name="connsiteX12749" fmla="*/ 2071021 w 2419350"/>
                <a:gd name="connsiteY12749" fmla="*/ 515017 h 876300"/>
                <a:gd name="connsiteX12750" fmla="*/ 2070354 w 2419350"/>
                <a:gd name="connsiteY12750" fmla="*/ 514636 h 876300"/>
                <a:gd name="connsiteX12751" fmla="*/ 2070354 w 2419350"/>
                <a:gd name="connsiteY12751" fmla="*/ 514255 h 876300"/>
                <a:gd name="connsiteX12752" fmla="*/ 2072640 w 2419350"/>
                <a:gd name="connsiteY12752" fmla="*/ 514255 h 876300"/>
                <a:gd name="connsiteX12753" fmla="*/ 2073212 w 2419350"/>
                <a:gd name="connsiteY12753" fmla="*/ 513302 h 876300"/>
                <a:gd name="connsiteX12754" fmla="*/ 2072735 w 2419350"/>
                <a:gd name="connsiteY12754" fmla="*/ 511874 h 876300"/>
                <a:gd name="connsiteX12755" fmla="*/ 2071783 w 2419350"/>
                <a:gd name="connsiteY12755" fmla="*/ 510254 h 876300"/>
                <a:gd name="connsiteX12756" fmla="*/ 2073973 w 2419350"/>
                <a:gd name="connsiteY12756" fmla="*/ 511874 h 876300"/>
                <a:gd name="connsiteX12757" fmla="*/ 2074831 w 2419350"/>
                <a:gd name="connsiteY12757" fmla="*/ 512064 h 876300"/>
                <a:gd name="connsiteX12758" fmla="*/ 2076164 w 2419350"/>
                <a:gd name="connsiteY12758" fmla="*/ 512159 h 876300"/>
                <a:gd name="connsiteX12759" fmla="*/ 2076926 w 2419350"/>
                <a:gd name="connsiteY12759" fmla="*/ 512350 h 876300"/>
                <a:gd name="connsiteX12760" fmla="*/ 2077212 w 2419350"/>
                <a:gd name="connsiteY12760" fmla="*/ 512636 h 876300"/>
                <a:gd name="connsiteX12761" fmla="*/ 2077783 w 2419350"/>
                <a:gd name="connsiteY12761" fmla="*/ 513302 h 876300"/>
                <a:gd name="connsiteX12762" fmla="*/ 2078831 w 2419350"/>
                <a:gd name="connsiteY12762" fmla="*/ 514160 h 876300"/>
                <a:gd name="connsiteX12763" fmla="*/ 2079403 w 2419350"/>
                <a:gd name="connsiteY12763" fmla="*/ 515112 h 876300"/>
                <a:gd name="connsiteX12764" fmla="*/ 2078641 w 2419350"/>
                <a:gd name="connsiteY12764" fmla="*/ 515969 h 876300"/>
                <a:gd name="connsiteX12765" fmla="*/ 2079689 w 2419350"/>
                <a:gd name="connsiteY12765" fmla="*/ 516636 h 876300"/>
                <a:gd name="connsiteX12766" fmla="*/ 2081022 w 2419350"/>
                <a:gd name="connsiteY12766" fmla="*/ 517970 h 876300"/>
                <a:gd name="connsiteX12767" fmla="*/ 2081879 w 2419350"/>
                <a:gd name="connsiteY12767" fmla="*/ 518541 h 876300"/>
                <a:gd name="connsiteX12768" fmla="*/ 2082260 w 2419350"/>
                <a:gd name="connsiteY12768" fmla="*/ 518351 h 876300"/>
                <a:gd name="connsiteX12769" fmla="*/ 2085118 w 2419350"/>
                <a:gd name="connsiteY12769" fmla="*/ 517588 h 876300"/>
                <a:gd name="connsiteX12770" fmla="*/ 2085880 w 2419350"/>
                <a:gd name="connsiteY12770" fmla="*/ 517208 h 876300"/>
                <a:gd name="connsiteX12771" fmla="*/ 2086356 w 2419350"/>
                <a:gd name="connsiteY12771" fmla="*/ 516541 h 876300"/>
                <a:gd name="connsiteX12772" fmla="*/ 2086547 w 2419350"/>
                <a:gd name="connsiteY12772" fmla="*/ 515493 h 876300"/>
                <a:gd name="connsiteX12773" fmla="*/ 2086832 w 2419350"/>
                <a:gd name="connsiteY12773" fmla="*/ 514731 h 876300"/>
                <a:gd name="connsiteX12774" fmla="*/ 2087499 w 2419350"/>
                <a:gd name="connsiteY12774" fmla="*/ 514255 h 876300"/>
                <a:gd name="connsiteX12775" fmla="*/ 2089023 w 2419350"/>
                <a:gd name="connsiteY12775" fmla="*/ 513493 h 876300"/>
                <a:gd name="connsiteX12776" fmla="*/ 2089214 w 2419350"/>
                <a:gd name="connsiteY12776" fmla="*/ 513112 h 876300"/>
                <a:gd name="connsiteX12777" fmla="*/ 2089404 w 2419350"/>
                <a:gd name="connsiteY12777" fmla="*/ 512636 h 876300"/>
                <a:gd name="connsiteX12778" fmla="*/ 2089690 w 2419350"/>
                <a:gd name="connsiteY12778" fmla="*/ 512350 h 876300"/>
                <a:gd name="connsiteX12779" fmla="*/ 2090261 w 2419350"/>
                <a:gd name="connsiteY12779" fmla="*/ 512636 h 876300"/>
                <a:gd name="connsiteX12780" fmla="*/ 2090547 w 2419350"/>
                <a:gd name="connsiteY12780" fmla="*/ 512731 h 876300"/>
                <a:gd name="connsiteX12781" fmla="*/ 2094643 w 2419350"/>
                <a:gd name="connsiteY12781" fmla="*/ 512921 h 876300"/>
                <a:gd name="connsiteX12782" fmla="*/ 2098548 w 2419350"/>
                <a:gd name="connsiteY12782" fmla="*/ 513588 h 876300"/>
                <a:gd name="connsiteX12783" fmla="*/ 2100929 w 2419350"/>
                <a:gd name="connsiteY12783" fmla="*/ 513588 h 876300"/>
                <a:gd name="connsiteX12784" fmla="*/ 2101310 w 2419350"/>
                <a:gd name="connsiteY12784" fmla="*/ 513493 h 876300"/>
                <a:gd name="connsiteX12785" fmla="*/ 2101596 w 2419350"/>
                <a:gd name="connsiteY12785" fmla="*/ 513302 h 876300"/>
                <a:gd name="connsiteX12786" fmla="*/ 2101977 w 2419350"/>
                <a:gd name="connsiteY12786" fmla="*/ 513207 h 876300"/>
                <a:gd name="connsiteX12787" fmla="*/ 2102358 w 2419350"/>
                <a:gd name="connsiteY12787" fmla="*/ 513207 h 876300"/>
                <a:gd name="connsiteX12788" fmla="*/ 2102549 w 2419350"/>
                <a:gd name="connsiteY12788" fmla="*/ 513397 h 876300"/>
                <a:gd name="connsiteX12789" fmla="*/ 2102549 w 2419350"/>
                <a:gd name="connsiteY12789" fmla="*/ 513588 h 876300"/>
                <a:gd name="connsiteX12790" fmla="*/ 2102549 w 2419350"/>
                <a:gd name="connsiteY12790" fmla="*/ 513779 h 876300"/>
                <a:gd name="connsiteX12791" fmla="*/ 2102644 w 2419350"/>
                <a:gd name="connsiteY12791" fmla="*/ 513969 h 876300"/>
                <a:gd name="connsiteX12792" fmla="*/ 2102549 w 2419350"/>
                <a:gd name="connsiteY12792" fmla="*/ 513969 h 876300"/>
                <a:gd name="connsiteX12793" fmla="*/ 2102644 w 2419350"/>
                <a:gd name="connsiteY12793" fmla="*/ 514255 h 876300"/>
                <a:gd name="connsiteX12794" fmla="*/ 2103025 w 2419350"/>
                <a:gd name="connsiteY12794" fmla="*/ 514541 h 876300"/>
                <a:gd name="connsiteX12795" fmla="*/ 2103691 w 2419350"/>
                <a:gd name="connsiteY12795" fmla="*/ 514731 h 876300"/>
                <a:gd name="connsiteX12796" fmla="*/ 2104073 w 2419350"/>
                <a:gd name="connsiteY12796" fmla="*/ 514541 h 876300"/>
                <a:gd name="connsiteX12797" fmla="*/ 2104549 w 2419350"/>
                <a:gd name="connsiteY12797" fmla="*/ 514160 h 876300"/>
                <a:gd name="connsiteX12798" fmla="*/ 2104930 w 2419350"/>
                <a:gd name="connsiteY12798" fmla="*/ 514064 h 876300"/>
                <a:gd name="connsiteX12799" fmla="*/ 2105120 w 2419350"/>
                <a:gd name="connsiteY12799" fmla="*/ 514636 h 876300"/>
                <a:gd name="connsiteX12800" fmla="*/ 2104930 w 2419350"/>
                <a:gd name="connsiteY12800" fmla="*/ 514826 h 876300"/>
                <a:gd name="connsiteX12801" fmla="*/ 2103882 w 2419350"/>
                <a:gd name="connsiteY12801" fmla="*/ 515493 h 876300"/>
                <a:gd name="connsiteX12802" fmla="*/ 2103596 w 2419350"/>
                <a:gd name="connsiteY12802" fmla="*/ 515588 h 876300"/>
                <a:gd name="connsiteX12803" fmla="*/ 2103311 w 2419350"/>
                <a:gd name="connsiteY12803" fmla="*/ 515874 h 876300"/>
                <a:gd name="connsiteX12804" fmla="*/ 2102930 w 2419350"/>
                <a:gd name="connsiteY12804" fmla="*/ 516160 h 876300"/>
                <a:gd name="connsiteX12805" fmla="*/ 2102358 w 2419350"/>
                <a:gd name="connsiteY12805" fmla="*/ 516255 h 876300"/>
                <a:gd name="connsiteX12806" fmla="*/ 2101882 w 2419350"/>
                <a:gd name="connsiteY12806" fmla="*/ 516064 h 876300"/>
                <a:gd name="connsiteX12807" fmla="*/ 2100548 w 2419350"/>
                <a:gd name="connsiteY12807" fmla="*/ 515112 h 876300"/>
                <a:gd name="connsiteX12808" fmla="*/ 2099596 w 2419350"/>
                <a:gd name="connsiteY12808" fmla="*/ 514921 h 876300"/>
                <a:gd name="connsiteX12809" fmla="*/ 2095214 w 2419350"/>
                <a:gd name="connsiteY12809" fmla="*/ 514731 h 876300"/>
                <a:gd name="connsiteX12810" fmla="*/ 2093023 w 2419350"/>
                <a:gd name="connsiteY12810" fmla="*/ 514255 h 876300"/>
                <a:gd name="connsiteX12811" fmla="*/ 2092166 w 2419350"/>
                <a:gd name="connsiteY12811" fmla="*/ 514160 h 876300"/>
                <a:gd name="connsiteX12812" fmla="*/ 2091118 w 2419350"/>
                <a:gd name="connsiteY12812" fmla="*/ 514255 h 876300"/>
                <a:gd name="connsiteX12813" fmla="*/ 2090356 w 2419350"/>
                <a:gd name="connsiteY12813" fmla="*/ 514636 h 876300"/>
                <a:gd name="connsiteX12814" fmla="*/ 2089880 w 2419350"/>
                <a:gd name="connsiteY12814" fmla="*/ 515303 h 876300"/>
                <a:gd name="connsiteX12815" fmla="*/ 2089595 w 2419350"/>
                <a:gd name="connsiteY12815" fmla="*/ 518255 h 876300"/>
                <a:gd name="connsiteX12816" fmla="*/ 2089690 w 2419350"/>
                <a:gd name="connsiteY12816" fmla="*/ 518827 h 876300"/>
                <a:gd name="connsiteX12817" fmla="*/ 2089975 w 2419350"/>
                <a:gd name="connsiteY12817" fmla="*/ 519208 h 876300"/>
                <a:gd name="connsiteX12818" fmla="*/ 2090642 w 2419350"/>
                <a:gd name="connsiteY12818" fmla="*/ 519875 h 876300"/>
                <a:gd name="connsiteX12819" fmla="*/ 2090738 w 2419350"/>
                <a:gd name="connsiteY12819" fmla="*/ 520255 h 876300"/>
                <a:gd name="connsiteX12820" fmla="*/ 2090261 w 2419350"/>
                <a:gd name="connsiteY12820" fmla="*/ 521303 h 876300"/>
                <a:gd name="connsiteX12821" fmla="*/ 2088547 w 2419350"/>
                <a:gd name="connsiteY12821" fmla="*/ 522732 h 876300"/>
                <a:gd name="connsiteX12822" fmla="*/ 2088166 w 2419350"/>
                <a:gd name="connsiteY12822" fmla="*/ 523685 h 876300"/>
                <a:gd name="connsiteX12823" fmla="*/ 2088642 w 2419350"/>
                <a:gd name="connsiteY12823" fmla="*/ 524447 h 876300"/>
                <a:gd name="connsiteX12824" fmla="*/ 2089880 w 2419350"/>
                <a:gd name="connsiteY12824" fmla="*/ 524637 h 876300"/>
                <a:gd name="connsiteX12825" fmla="*/ 2091214 w 2419350"/>
                <a:gd name="connsiteY12825" fmla="*/ 524637 h 876300"/>
                <a:gd name="connsiteX12826" fmla="*/ 2092166 w 2419350"/>
                <a:gd name="connsiteY12826" fmla="*/ 524923 h 876300"/>
                <a:gd name="connsiteX12827" fmla="*/ 2092262 w 2419350"/>
                <a:gd name="connsiteY12827" fmla="*/ 525304 h 876300"/>
                <a:gd name="connsiteX12828" fmla="*/ 2092547 w 2419350"/>
                <a:gd name="connsiteY12828" fmla="*/ 527304 h 876300"/>
                <a:gd name="connsiteX12829" fmla="*/ 2092738 w 2419350"/>
                <a:gd name="connsiteY12829" fmla="*/ 527780 h 876300"/>
                <a:gd name="connsiteX12830" fmla="*/ 2093119 w 2419350"/>
                <a:gd name="connsiteY12830" fmla="*/ 528161 h 876300"/>
                <a:gd name="connsiteX12831" fmla="*/ 2095881 w 2419350"/>
                <a:gd name="connsiteY12831" fmla="*/ 529971 h 876300"/>
                <a:gd name="connsiteX12832" fmla="*/ 2096833 w 2419350"/>
                <a:gd name="connsiteY12832" fmla="*/ 530733 h 876300"/>
                <a:gd name="connsiteX12833" fmla="*/ 2097405 w 2419350"/>
                <a:gd name="connsiteY12833" fmla="*/ 531019 h 876300"/>
                <a:gd name="connsiteX12834" fmla="*/ 2097596 w 2419350"/>
                <a:gd name="connsiteY12834" fmla="*/ 531019 h 876300"/>
                <a:gd name="connsiteX12835" fmla="*/ 2099596 w 2419350"/>
                <a:gd name="connsiteY12835" fmla="*/ 530638 h 876300"/>
                <a:gd name="connsiteX12836" fmla="*/ 2100643 w 2419350"/>
                <a:gd name="connsiteY12836" fmla="*/ 530828 h 876300"/>
                <a:gd name="connsiteX12837" fmla="*/ 2101977 w 2419350"/>
                <a:gd name="connsiteY12837" fmla="*/ 531209 h 876300"/>
                <a:gd name="connsiteX12838" fmla="*/ 2103120 w 2419350"/>
                <a:gd name="connsiteY12838" fmla="*/ 531781 h 876300"/>
                <a:gd name="connsiteX12839" fmla="*/ 2103596 w 2419350"/>
                <a:gd name="connsiteY12839" fmla="*/ 532543 h 876300"/>
                <a:gd name="connsiteX12840" fmla="*/ 2103977 w 2419350"/>
                <a:gd name="connsiteY12840" fmla="*/ 533400 h 876300"/>
                <a:gd name="connsiteX12841" fmla="*/ 2104834 w 2419350"/>
                <a:gd name="connsiteY12841" fmla="*/ 534067 h 876300"/>
                <a:gd name="connsiteX12842" fmla="*/ 2116741 w 2419350"/>
                <a:gd name="connsiteY12842" fmla="*/ 540925 h 876300"/>
                <a:gd name="connsiteX12843" fmla="*/ 2118932 w 2419350"/>
                <a:gd name="connsiteY12843" fmla="*/ 541592 h 876300"/>
                <a:gd name="connsiteX12844" fmla="*/ 2121217 w 2419350"/>
                <a:gd name="connsiteY12844" fmla="*/ 541496 h 876300"/>
                <a:gd name="connsiteX12845" fmla="*/ 2124266 w 2419350"/>
                <a:gd name="connsiteY12845" fmla="*/ 540544 h 876300"/>
                <a:gd name="connsiteX12846" fmla="*/ 2125790 w 2419350"/>
                <a:gd name="connsiteY12846" fmla="*/ 540734 h 876300"/>
                <a:gd name="connsiteX12847" fmla="*/ 2128647 w 2419350"/>
                <a:gd name="connsiteY12847" fmla="*/ 540353 h 876300"/>
                <a:gd name="connsiteX12848" fmla="*/ 2129504 w 2419350"/>
                <a:gd name="connsiteY12848" fmla="*/ 540068 h 876300"/>
                <a:gd name="connsiteX12849" fmla="*/ 2130266 w 2419350"/>
                <a:gd name="connsiteY12849" fmla="*/ 540639 h 876300"/>
                <a:gd name="connsiteX12850" fmla="*/ 2131505 w 2419350"/>
                <a:gd name="connsiteY12850" fmla="*/ 540925 h 876300"/>
                <a:gd name="connsiteX12851" fmla="*/ 2137886 w 2419350"/>
                <a:gd name="connsiteY12851" fmla="*/ 541687 h 876300"/>
                <a:gd name="connsiteX12852" fmla="*/ 2138839 w 2419350"/>
                <a:gd name="connsiteY12852" fmla="*/ 542068 h 876300"/>
                <a:gd name="connsiteX12853" fmla="*/ 2139315 w 2419350"/>
                <a:gd name="connsiteY12853" fmla="*/ 542449 h 876300"/>
                <a:gd name="connsiteX12854" fmla="*/ 2141506 w 2419350"/>
                <a:gd name="connsiteY12854" fmla="*/ 543020 h 876300"/>
                <a:gd name="connsiteX12855" fmla="*/ 2143792 w 2419350"/>
                <a:gd name="connsiteY12855" fmla="*/ 543116 h 876300"/>
                <a:gd name="connsiteX12856" fmla="*/ 2144268 w 2419350"/>
                <a:gd name="connsiteY12856" fmla="*/ 543211 h 876300"/>
                <a:gd name="connsiteX12857" fmla="*/ 2145125 w 2419350"/>
                <a:gd name="connsiteY12857" fmla="*/ 543497 h 876300"/>
                <a:gd name="connsiteX12858" fmla="*/ 2146459 w 2419350"/>
                <a:gd name="connsiteY12858" fmla="*/ 543592 h 876300"/>
                <a:gd name="connsiteX12859" fmla="*/ 2147792 w 2419350"/>
                <a:gd name="connsiteY12859" fmla="*/ 543497 h 876300"/>
                <a:gd name="connsiteX12860" fmla="*/ 2148649 w 2419350"/>
                <a:gd name="connsiteY12860" fmla="*/ 543020 h 876300"/>
                <a:gd name="connsiteX12861" fmla="*/ 2150555 w 2419350"/>
                <a:gd name="connsiteY12861" fmla="*/ 543687 h 876300"/>
                <a:gd name="connsiteX12862" fmla="*/ 2154936 w 2419350"/>
                <a:gd name="connsiteY12862" fmla="*/ 543687 h 876300"/>
                <a:gd name="connsiteX12863" fmla="*/ 2156936 w 2419350"/>
                <a:gd name="connsiteY12863" fmla="*/ 544068 h 876300"/>
                <a:gd name="connsiteX12864" fmla="*/ 2157984 w 2419350"/>
                <a:gd name="connsiteY12864" fmla="*/ 544735 h 876300"/>
                <a:gd name="connsiteX12865" fmla="*/ 2160365 w 2419350"/>
                <a:gd name="connsiteY12865" fmla="*/ 547497 h 876300"/>
                <a:gd name="connsiteX12866" fmla="*/ 2161413 w 2419350"/>
                <a:gd name="connsiteY12866" fmla="*/ 548259 h 876300"/>
                <a:gd name="connsiteX12867" fmla="*/ 2162175 w 2419350"/>
                <a:gd name="connsiteY12867" fmla="*/ 548450 h 876300"/>
                <a:gd name="connsiteX12868" fmla="*/ 2162842 w 2419350"/>
                <a:gd name="connsiteY12868" fmla="*/ 548450 h 876300"/>
                <a:gd name="connsiteX12869" fmla="*/ 2163794 w 2419350"/>
                <a:gd name="connsiteY12869" fmla="*/ 548640 h 876300"/>
                <a:gd name="connsiteX12870" fmla="*/ 2164556 w 2419350"/>
                <a:gd name="connsiteY12870" fmla="*/ 549116 h 876300"/>
                <a:gd name="connsiteX12871" fmla="*/ 2165223 w 2419350"/>
                <a:gd name="connsiteY12871" fmla="*/ 549593 h 876300"/>
                <a:gd name="connsiteX12872" fmla="*/ 2165985 w 2419350"/>
                <a:gd name="connsiteY12872" fmla="*/ 549974 h 876300"/>
                <a:gd name="connsiteX12873" fmla="*/ 2167223 w 2419350"/>
                <a:gd name="connsiteY12873" fmla="*/ 550164 h 876300"/>
                <a:gd name="connsiteX12874" fmla="*/ 2167223 w 2419350"/>
                <a:gd name="connsiteY12874" fmla="*/ 550355 h 876300"/>
                <a:gd name="connsiteX12875" fmla="*/ 2168842 w 2419350"/>
                <a:gd name="connsiteY12875" fmla="*/ 551593 h 876300"/>
                <a:gd name="connsiteX12876" fmla="*/ 2173605 w 2419350"/>
                <a:gd name="connsiteY12876" fmla="*/ 553022 h 876300"/>
                <a:gd name="connsiteX12877" fmla="*/ 2178272 w 2419350"/>
                <a:gd name="connsiteY12877" fmla="*/ 553117 h 876300"/>
                <a:gd name="connsiteX12878" fmla="*/ 2179320 w 2419350"/>
                <a:gd name="connsiteY12878" fmla="*/ 553498 h 876300"/>
                <a:gd name="connsiteX12879" fmla="*/ 2180749 w 2419350"/>
                <a:gd name="connsiteY12879" fmla="*/ 554736 h 876300"/>
                <a:gd name="connsiteX12880" fmla="*/ 2181320 w 2419350"/>
                <a:gd name="connsiteY12880" fmla="*/ 554927 h 876300"/>
                <a:gd name="connsiteX12881" fmla="*/ 2182368 w 2419350"/>
                <a:gd name="connsiteY12881" fmla="*/ 554927 h 876300"/>
                <a:gd name="connsiteX12882" fmla="*/ 2182749 w 2419350"/>
                <a:gd name="connsiteY12882" fmla="*/ 555117 h 876300"/>
                <a:gd name="connsiteX12883" fmla="*/ 2183987 w 2419350"/>
                <a:gd name="connsiteY12883" fmla="*/ 556260 h 876300"/>
                <a:gd name="connsiteX12884" fmla="*/ 2187892 w 2419350"/>
                <a:gd name="connsiteY12884" fmla="*/ 558260 h 876300"/>
                <a:gd name="connsiteX12885" fmla="*/ 2192560 w 2419350"/>
                <a:gd name="connsiteY12885" fmla="*/ 560832 h 876300"/>
                <a:gd name="connsiteX12886" fmla="*/ 2196179 w 2419350"/>
                <a:gd name="connsiteY12886" fmla="*/ 562070 h 876300"/>
                <a:gd name="connsiteX12887" fmla="*/ 2198656 w 2419350"/>
                <a:gd name="connsiteY12887" fmla="*/ 563880 h 876300"/>
                <a:gd name="connsiteX12888" fmla="*/ 2199132 w 2419350"/>
                <a:gd name="connsiteY12888" fmla="*/ 563785 h 876300"/>
                <a:gd name="connsiteX12889" fmla="*/ 2199704 w 2419350"/>
                <a:gd name="connsiteY12889" fmla="*/ 563499 h 876300"/>
                <a:gd name="connsiteX12890" fmla="*/ 2200942 w 2419350"/>
                <a:gd name="connsiteY12890" fmla="*/ 563594 h 876300"/>
                <a:gd name="connsiteX12891" fmla="*/ 2201608 w 2419350"/>
                <a:gd name="connsiteY12891" fmla="*/ 563785 h 876300"/>
                <a:gd name="connsiteX12892" fmla="*/ 2201799 w 2419350"/>
                <a:gd name="connsiteY12892" fmla="*/ 563975 h 876300"/>
                <a:gd name="connsiteX12893" fmla="*/ 2201704 w 2419350"/>
                <a:gd name="connsiteY12893" fmla="*/ 564928 h 876300"/>
                <a:gd name="connsiteX12894" fmla="*/ 2201894 w 2419350"/>
                <a:gd name="connsiteY12894" fmla="*/ 565404 h 876300"/>
                <a:gd name="connsiteX12895" fmla="*/ 2202275 w 2419350"/>
                <a:gd name="connsiteY12895" fmla="*/ 565976 h 876300"/>
                <a:gd name="connsiteX12896" fmla="*/ 2202847 w 2419350"/>
                <a:gd name="connsiteY12896" fmla="*/ 566356 h 876300"/>
                <a:gd name="connsiteX12897" fmla="*/ 2203323 w 2419350"/>
                <a:gd name="connsiteY12897" fmla="*/ 566547 h 876300"/>
                <a:gd name="connsiteX12898" fmla="*/ 2204466 w 2419350"/>
                <a:gd name="connsiteY12898" fmla="*/ 566356 h 876300"/>
                <a:gd name="connsiteX12899" fmla="*/ 2205609 w 2419350"/>
                <a:gd name="connsiteY12899" fmla="*/ 565976 h 876300"/>
                <a:gd name="connsiteX12900" fmla="*/ 2209419 w 2419350"/>
                <a:gd name="connsiteY12900" fmla="*/ 563689 h 876300"/>
                <a:gd name="connsiteX12901" fmla="*/ 2210562 w 2419350"/>
                <a:gd name="connsiteY12901" fmla="*/ 563404 h 876300"/>
                <a:gd name="connsiteX12902" fmla="*/ 2211038 w 2419350"/>
                <a:gd name="connsiteY12902" fmla="*/ 563880 h 876300"/>
                <a:gd name="connsiteX12903" fmla="*/ 2210753 w 2419350"/>
                <a:gd name="connsiteY12903" fmla="*/ 564166 h 876300"/>
                <a:gd name="connsiteX12904" fmla="*/ 2210181 w 2419350"/>
                <a:gd name="connsiteY12904" fmla="*/ 564452 h 876300"/>
                <a:gd name="connsiteX12905" fmla="*/ 2209514 w 2419350"/>
                <a:gd name="connsiteY12905" fmla="*/ 564833 h 876300"/>
                <a:gd name="connsiteX12906" fmla="*/ 2209229 w 2419350"/>
                <a:gd name="connsiteY12906" fmla="*/ 565404 h 876300"/>
                <a:gd name="connsiteX12907" fmla="*/ 2209324 w 2419350"/>
                <a:gd name="connsiteY12907" fmla="*/ 565785 h 876300"/>
                <a:gd name="connsiteX12908" fmla="*/ 2209705 w 2419350"/>
                <a:gd name="connsiteY12908" fmla="*/ 566071 h 876300"/>
                <a:gd name="connsiteX12909" fmla="*/ 2212467 w 2419350"/>
                <a:gd name="connsiteY12909" fmla="*/ 567309 h 876300"/>
                <a:gd name="connsiteX12910" fmla="*/ 2214372 w 2419350"/>
                <a:gd name="connsiteY12910" fmla="*/ 567214 h 876300"/>
                <a:gd name="connsiteX12911" fmla="*/ 2215991 w 2419350"/>
                <a:gd name="connsiteY12911" fmla="*/ 566166 h 876300"/>
                <a:gd name="connsiteX12912" fmla="*/ 2217134 w 2419350"/>
                <a:gd name="connsiteY12912" fmla="*/ 564356 h 876300"/>
                <a:gd name="connsiteX12913" fmla="*/ 2217515 w 2419350"/>
                <a:gd name="connsiteY12913" fmla="*/ 564356 h 876300"/>
                <a:gd name="connsiteX12914" fmla="*/ 2217230 w 2419350"/>
                <a:gd name="connsiteY12914" fmla="*/ 566071 h 876300"/>
                <a:gd name="connsiteX12915" fmla="*/ 2216849 w 2419350"/>
                <a:gd name="connsiteY12915" fmla="*/ 567214 h 876300"/>
                <a:gd name="connsiteX12916" fmla="*/ 2216944 w 2419350"/>
                <a:gd name="connsiteY12916" fmla="*/ 568071 h 876300"/>
                <a:gd name="connsiteX12917" fmla="*/ 2218277 w 2419350"/>
                <a:gd name="connsiteY12917" fmla="*/ 569119 h 876300"/>
                <a:gd name="connsiteX12918" fmla="*/ 2220087 w 2419350"/>
                <a:gd name="connsiteY12918" fmla="*/ 567309 h 876300"/>
                <a:gd name="connsiteX12919" fmla="*/ 2220182 w 2419350"/>
                <a:gd name="connsiteY12919" fmla="*/ 568833 h 876300"/>
                <a:gd name="connsiteX12920" fmla="*/ 2221135 w 2419350"/>
                <a:gd name="connsiteY12920" fmla="*/ 569690 h 876300"/>
                <a:gd name="connsiteX12921" fmla="*/ 2223707 w 2419350"/>
                <a:gd name="connsiteY12921" fmla="*/ 570833 h 876300"/>
                <a:gd name="connsiteX12922" fmla="*/ 2224373 w 2419350"/>
                <a:gd name="connsiteY12922" fmla="*/ 570071 h 876300"/>
                <a:gd name="connsiteX12923" fmla="*/ 2223992 w 2419350"/>
                <a:gd name="connsiteY12923" fmla="*/ 569214 h 876300"/>
                <a:gd name="connsiteX12924" fmla="*/ 2224373 w 2419350"/>
                <a:gd name="connsiteY12924" fmla="*/ 568547 h 876300"/>
                <a:gd name="connsiteX12925" fmla="*/ 2226850 w 2419350"/>
                <a:gd name="connsiteY12925" fmla="*/ 566833 h 876300"/>
                <a:gd name="connsiteX12926" fmla="*/ 2227040 w 2419350"/>
                <a:gd name="connsiteY12926" fmla="*/ 567023 h 876300"/>
                <a:gd name="connsiteX12927" fmla="*/ 2226278 w 2419350"/>
                <a:gd name="connsiteY12927" fmla="*/ 570167 h 876300"/>
                <a:gd name="connsiteX12928" fmla="*/ 2226278 w 2419350"/>
                <a:gd name="connsiteY12928" fmla="*/ 570929 h 876300"/>
                <a:gd name="connsiteX12929" fmla="*/ 2226755 w 2419350"/>
                <a:gd name="connsiteY12929" fmla="*/ 571310 h 876300"/>
                <a:gd name="connsiteX12930" fmla="*/ 2228088 w 2419350"/>
                <a:gd name="connsiteY12930" fmla="*/ 571691 h 876300"/>
                <a:gd name="connsiteX12931" fmla="*/ 2228469 w 2419350"/>
                <a:gd name="connsiteY12931" fmla="*/ 571405 h 876300"/>
                <a:gd name="connsiteX12932" fmla="*/ 2228374 w 2419350"/>
                <a:gd name="connsiteY12932" fmla="*/ 570167 h 876300"/>
                <a:gd name="connsiteX12933" fmla="*/ 2229803 w 2419350"/>
                <a:gd name="connsiteY12933" fmla="*/ 571881 h 876300"/>
                <a:gd name="connsiteX12934" fmla="*/ 2230565 w 2419350"/>
                <a:gd name="connsiteY12934" fmla="*/ 572357 h 876300"/>
                <a:gd name="connsiteX12935" fmla="*/ 2231231 w 2419350"/>
                <a:gd name="connsiteY12935" fmla="*/ 571595 h 876300"/>
                <a:gd name="connsiteX12936" fmla="*/ 2231517 w 2419350"/>
                <a:gd name="connsiteY12936" fmla="*/ 571595 h 876300"/>
                <a:gd name="connsiteX12937" fmla="*/ 2231517 w 2419350"/>
                <a:gd name="connsiteY12937" fmla="*/ 572167 h 876300"/>
                <a:gd name="connsiteX12938" fmla="*/ 2231422 w 2419350"/>
                <a:gd name="connsiteY12938" fmla="*/ 572643 h 876300"/>
                <a:gd name="connsiteX12939" fmla="*/ 2231136 w 2419350"/>
                <a:gd name="connsiteY12939" fmla="*/ 573119 h 876300"/>
                <a:gd name="connsiteX12940" fmla="*/ 2230755 w 2419350"/>
                <a:gd name="connsiteY12940" fmla="*/ 573500 h 876300"/>
                <a:gd name="connsiteX12941" fmla="*/ 2231898 w 2419350"/>
                <a:gd name="connsiteY12941" fmla="*/ 574548 h 876300"/>
                <a:gd name="connsiteX12942" fmla="*/ 2233232 w 2419350"/>
                <a:gd name="connsiteY12942" fmla="*/ 575310 h 876300"/>
                <a:gd name="connsiteX12943" fmla="*/ 2234756 w 2419350"/>
                <a:gd name="connsiteY12943" fmla="*/ 575596 h 876300"/>
                <a:gd name="connsiteX12944" fmla="*/ 2236470 w 2419350"/>
                <a:gd name="connsiteY12944" fmla="*/ 575215 h 876300"/>
                <a:gd name="connsiteX12945" fmla="*/ 2236661 w 2419350"/>
                <a:gd name="connsiteY12945" fmla="*/ 575977 h 876300"/>
                <a:gd name="connsiteX12946" fmla="*/ 2236946 w 2419350"/>
                <a:gd name="connsiteY12946" fmla="*/ 576263 h 876300"/>
                <a:gd name="connsiteX12947" fmla="*/ 2237327 w 2419350"/>
                <a:gd name="connsiteY12947" fmla="*/ 576358 h 876300"/>
                <a:gd name="connsiteX12948" fmla="*/ 2237899 w 2419350"/>
                <a:gd name="connsiteY12948" fmla="*/ 576644 h 876300"/>
                <a:gd name="connsiteX12949" fmla="*/ 2238756 w 2419350"/>
                <a:gd name="connsiteY12949" fmla="*/ 577596 h 876300"/>
                <a:gd name="connsiteX12950" fmla="*/ 2239328 w 2419350"/>
                <a:gd name="connsiteY12950" fmla="*/ 577977 h 876300"/>
                <a:gd name="connsiteX12951" fmla="*/ 2240090 w 2419350"/>
                <a:gd name="connsiteY12951" fmla="*/ 578072 h 876300"/>
                <a:gd name="connsiteX12952" fmla="*/ 2240471 w 2419350"/>
                <a:gd name="connsiteY12952" fmla="*/ 577787 h 876300"/>
                <a:gd name="connsiteX12953" fmla="*/ 2241328 w 2419350"/>
                <a:gd name="connsiteY12953" fmla="*/ 576548 h 876300"/>
                <a:gd name="connsiteX12954" fmla="*/ 2241614 w 2419350"/>
                <a:gd name="connsiteY12954" fmla="*/ 576263 h 876300"/>
                <a:gd name="connsiteX12955" fmla="*/ 2242280 w 2419350"/>
                <a:gd name="connsiteY12955" fmla="*/ 576548 h 876300"/>
                <a:gd name="connsiteX12956" fmla="*/ 2242661 w 2419350"/>
                <a:gd name="connsiteY12956" fmla="*/ 577691 h 876300"/>
                <a:gd name="connsiteX12957" fmla="*/ 2243423 w 2419350"/>
                <a:gd name="connsiteY12957" fmla="*/ 578072 h 876300"/>
                <a:gd name="connsiteX12958" fmla="*/ 2243423 w 2419350"/>
                <a:gd name="connsiteY12958" fmla="*/ 578453 h 876300"/>
                <a:gd name="connsiteX12959" fmla="*/ 2242280 w 2419350"/>
                <a:gd name="connsiteY12959" fmla="*/ 579025 h 876300"/>
                <a:gd name="connsiteX12960" fmla="*/ 2242566 w 2419350"/>
                <a:gd name="connsiteY12960" fmla="*/ 579787 h 876300"/>
                <a:gd name="connsiteX12961" fmla="*/ 2243518 w 2419350"/>
                <a:gd name="connsiteY12961" fmla="*/ 580549 h 876300"/>
                <a:gd name="connsiteX12962" fmla="*/ 2244471 w 2419350"/>
                <a:gd name="connsiteY12962" fmla="*/ 581025 h 876300"/>
                <a:gd name="connsiteX12963" fmla="*/ 2246090 w 2419350"/>
                <a:gd name="connsiteY12963" fmla="*/ 581406 h 876300"/>
                <a:gd name="connsiteX12964" fmla="*/ 2246948 w 2419350"/>
                <a:gd name="connsiteY12964" fmla="*/ 581882 h 876300"/>
                <a:gd name="connsiteX12965" fmla="*/ 2247424 w 2419350"/>
                <a:gd name="connsiteY12965" fmla="*/ 581692 h 876300"/>
                <a:gd name="connsiteX12966" fmla="*/ 2247900 w 2419350"/>
                <a:gd name="connsiteY12966" fmla="*/ 581406 h 876300"/>
                <a:gd name="connsiteX12967" fmla="*/ 2248376 w 2419350"/>
                <a:gd name="connsiteY12967" fmla="*/ 581311 h 876300"/>
                <a:gd name="connsiteX12968" fmla="*/ 2249233 w 2419350"/>
                <a:gd name="connsiteY12968" fmla="*/ 581882 h 876300"/>
                <a:gd name="connsiteX12969" fmla="*/ 2249710 w 2419350"/>
                <a:gd name="connsiteY12969" fmla="*/ 583692 h 876300"/>
                <a:gd name="connsiteX12970" fmla="*/ 2250567 w 2419350"/>
                <a:gd name="connsiteY12970" fmla="*/ 584549 h 876300"/>
                <a:gd name="connsiteX12971" fmla="*/ 2251615 w 2419350"/>
                <a:gd name="connsiteY12971" fmla="*/ 584740 h 876300"/>
                <a:gd name="connsiteX12972" fmla="*/ 2252663 w 2419350"/>
                <a:gd name="connsiteY12972" fmla="*/ 584454 h 876300"/>
                <a:gd name="connsiteX12973" fmla="*/ 2254567 w 2419350"/>
                <a:gd name="connsiteY12973" fmla="*/ 583406 h 876300"/>
                <a:gd name="connsiteX12974" fmla="*/ 2254187 w 2419350"/>
                <a:gd name="connsiteY12974" fmla="*/ 584359 h 876300"/>
                <a:gd name="connsiteX12975" fmla="*/ 2253234 w 2419350"/>
                <a:gd name="connsiteY12975" fmla="*/ 585788 h 876300"/>
                <a:gd name="connsiteX12976" fmla="*/ 2253043 w 2419350"/>
                <a:gd name="connsiteY12976" fmla="*/ 586740 h 876300"/>
                <a:gd name="connsiteX12977" fmla="*/ 2253234 w 2419350"/>
                <a:gd name="connsiteY12977" fmla="*/ 586930 h 876300"/>
                <a:gd name="connsiteX12978" fmla="*/ 2254567 w 2419350"/>
                <a:gd name="connsiteY12978" fmla="*/ 588740 h 876300"/>
                <a:gd name="connsiteX12979" fmla="*/ 2254853 w 2419350"/>
                <a:gd name="connsiteY12979" fmla="*/ 589026 h 876300"/>
                <a:gd name="connsiteX12980" fmla="*/ 2255234 w 2419350"/>
                <a:gd name="connsiteY12980" fmla="*/ 589312 h 876300"/>
                <a:gd name="connsiteX12981" fmla="*/ 2256854 w 2419350"/>
                <a:gd name="connsiteY12981" fmla="*/ 589217 h 876300"/>
                <a:gd name="connsiteX12982" fmla="*/ 2259521 w 2419350"/>
                <a:gd name="connsiteY12982" fmla="*/ 587216 h 876300"/>
                <a:gd name="connsiteX12983" fmla="*/ 2260568 w 2419350"/>
                <a:gd name="connsiteY12983" fmla="*/ 587502 h 876300"/>
                <a:gd name="connsiteX12984" fmla="*/ 2259711 w 2419350"/>
                <a:gd name="connsiteY12984" fmla="*/ 589312 h 876300"/>
                <a:gd name="connsiteX12985" fmla="*/ 2259997 w 2419350"/>
                <a:gd name="connsiteY12985" fmla="*/ 590550 h 876300"/>
                <a:gd name="connsiteX12986" fmla="*/ 2262378 w 2419350"/>
                <a:gd name="connsiteY12986" fmla="*/ 592836 h 876300"/>
                <a:gd name="connsiteX12987" fmla="*/ 2263807 w 2419350"/>
                <a:gd name="connsiteY12987" fmla="*/ 594836 h 876300"/>
                <a:gd name="connsiteX12988" fmla="*/ 2264474 w 2419350"/>
                <a:gd name="connsiteY12988" fmla="*/ 595313 h 876300"/>
                <a:gd name="connsiteX12989" fmla="*/ 2265902 w 2419350"/>
                <a:gd name="connsiteY12989" fmla="*/ 595598 h 876300"/>
                <a:gd name="connsiteX12990" fmla="*/ 2266474 w 2419350"/>
                <a:gd name="connsiteY12990" fmla="*/ 595027 h 876300"/>
                <a:gd name="connsiteX12991" fmla="*/ 2266379 w 2419350"/>
                <a:gd name="connsiteY12991" fmla="*/ 593979 h 876300"/>
                <a:gd name="connsiteX12992" fmla="*/ 2265902 w 2419350"/>
                <a:gd name="connsiteY12992" fmla="*/ 592741 h 876300"/>
                <a:gd name="connsiteX12993" fmla="*/ 2266664 w 2419350"/>
                <a:gd name="connsiteY12993" fmla="*/ 593027 h 876300"/>
                <a:gd name="connsiteX12994" fmla="*/ 2267236 w 2419350"/>
                <a:gd name="connsiteY12994" fmla="*/ 592836 h 876300"/>
                <a:gd name="connsiteX12995" fmla="*/ 2267617 w 2419350"/>
                <a:gd name="connsiteY12995" fmla="*/ 592264 h 876300"/>
                <a:gd name="connsiteX12996" fmla="*/ 2267807 w 2419350"/>
                <a:gd name="connsiteY12996" fmla="*/ 591407 h 876300"/>
                <a:gd name="connsiteX12997" fmla="*/ 2268283 w 2419350"/>
                <a:gd name="connsiteY12997" fmla="*/ 591693 h 876300"/>
                <a:gd name="connsiteX12998" fmla="*/ 2268474 w 2419350"/>
                <a:gd name="connsiteY12998" fmla="*/ 592169 h 876300"/>
                <a:gd name="connsiteX12999" fmla="*/ 2268474 w 2419350"/>
                <a:gd name="connsiteY12999" fmla="*/ 593503 h 876300"/>
                <a:gd name="connsiteX13000" fmla="*/ 2267903 w 2419350"/>
                <a:gd name="connsiteY13000" fmla="*/ 595884 h 876300"/>
                <a:gd name="connsiteX13001" fmla="*/ 2267903 w 2419350"/>
                <a:gd name="connsiteY13001" fmla="*/ 597027 h 876300"/>
                <a:gd name="connsiteX13002" fmla="*/ 2268665 w 2419350"/>
                <a:gd name="connsiteY13002" fmla="*/ 597503 h 876300"/>
                <a:gd name="connsiteX13003" fmla="*/ 2269046 w 2419350"/>
                <a:gd name="connsiteY13003" fmla="*/ 597599 h 876300"/>
                <a:gd name="connsiteX13004" fmla="*/ 2270093 w 2419350"/>
                <a:gd name="connsiteY13004" fmla="*/ 598075 h 876300"/>
                <a:gd name="connsiteX13005" fmla="*/ 2270284 w 2419350"/>
                <a:gd name="connsiteY13005" fmla="*/ 598265 h 876300"/>
                <a:gd name="connsiteX13006" fmla="*/ 2270189 w 2419350"/>
                <a:gd name="connsiteY13006" fmla="*/ 598837 h 876300"/>
                <a:gd name="connsiteX13007" fmla="*/ 2269808 w 2419350"/>
                <a:gd name="connsiteY13007" fmla="*/ 599027 h 876300"/>
                <a:gd name="connsiteX13008" fmla="*/ 2269331 w 2419350"/>
                <a:gd name="connsiteY13008" fmla="*/ 599122 h 876300"/>
                <a:gd name="connsiteX13009" fmla="*/ 2268760 w 2419350"/>
                <a:gd name="connsiteY13009" fmla="*/ 599408 h 876300"/>
                <a:gd name="connsiteX13010" fmla="*/ 2268093 w 2419350"/>
                <a:gd name="connsiteY13010" fmla="*/ 599980 h 876300"/>
                <a:gd name="connsiteX13011" fmla="*/ 2267617 w 2419350"/>
                <a:gd name="connsiteY13011" fmla="*/ 600551 h 876300"/>
                <a:gd name="connsiteX13012" fmla="*/ 2267331 w 2419350"/>
                <a:gd name="connsiteY13012" fmla="*/ 601313 h 876300"/>
                <a:gd name="connsiteX13013" fmla="*/ 2267236 w 2419350"/>
                <a:gd name="connsiteY13013" fmla="*/ 602552 h 876300"/>
                <a:gd name="connsiteX13014" fmla="*/ 2267426 w 2419350"/>
                <a:gd name="connsiteY13014" fmla="*/ 604933 h 876300"/>
                <a:gd name="connsiteX13015" fmla="*/ 2267998 w 2419350"/>
                <a:gd name="connsiteY13015" fmla="*/ 607028 h 876300"/>
                <a:gd name="connsiteX13016" fmla="*/ 2267998 w 2419350"/>
                <a:gd name="connsiteY13016" fmla="*/ 607600 h 876300"/>
                <a:gd name="connsiteX13017" fmla="*/ 2267998 w 2419350"/>
                <a:gd name="connsiteY13017" fmla="*/ 608171 h 876300"/>
                <a:gd name="connsiteX13018" fmla="*/ 2268093 w 2419350"/>
                <a:gd name="connsiteY13018" fmla="*/ 608647 h 876300"/>
                <a:gd name="connsiteX13019" fmla="*/ 2268665 w 2419350"/>
                <a:gd name="connsiteY13019" fmla="*/ 608933 h 876300"/>
                <a:gd name="connsiteX13020" fmla="*/ 2268760 w 2419350"/>
                <a:gd name="connsiteY13020" fmla="*/ 609124 h 876300"/>
                <a:gd name="connsiteX13021" fmla="*/ 2268855 w 2419350"/>
                <a:gd name="connsiteY13021" fmla="*/ 609219 h 876300"/>
                <a:gd name="connsiteX13022" fmla="*/ 2269903 w 2419350"/>
                <a:gd name="connsiteY13022" fmla="*/ 608457 h 876300"/>
                <a:gd name="connsiteX13023" fmla="*/ 2272284 w 2419350"/>
                <a:gd name="connsiteY13023" fmla="*/ 608267 h 876300"/>
                <a:gd name="connsiteX13024" fmla="*/ 2273332 w 2419350"/>
                <a:gd name="connsiteY13024" fmla="*/ 607981 h 876300"/>
                <a:gd name="connsiteX13025" fmla="*/ 2275523 w 2419350"/>
                <a:gd name="connsiteY13025" fmla="*/ 606647 h 876300"/>
                <a:gd name="connsiteX13026" fmla="*/ 2276475 w 2419350"/>
                <a:gd name="connsiteY13026" fmla="*/ 606266 h 876300"/>
                <a:gd name="connsiteX13027" fmla="*/ 2277523 w 2419350"/>
                <a:gd name="connsiteY13027" fmla="*/ 606076 h 876300"/>
                <a:gd name="connsiteX13028" fmla="*/ 2278856 w 2419350"/>
                <a:gd name="connsiteY13028" fmla="*/ 605980 h 876300"/>
                <a:gd name="connsiteX13029" fmla="*/ 2281142 w 2419350"/>
                <a:gd name="connsiteY13029" fmla="*/ 605600 h 876300"/>
                <a:gd name="connsiteX13030" fmla="*/ 2282381 w 2419350"/>
                <a:gd name="connsiteY13030" fmla="*/ 605504 h 876300"/>
                <a:gd name="connsiteX13031" fmla="*/ 2283428 w 2419350"/>
                <a:gd name="connsiteY13031" fmla="*/ 605980 h 876300"/>
                <a:gd name="connsiteX13032" fmla="*/ 2280475 w 2419350"/>
                <a:gd name="connsiteY13032" fmla="*/ 606838 h 876300"/>
                <a:gd name="connsiteX13033" fmla="*/ 2277618 w 2419350"/>
                <a:gd name="connsiteY13033" fmla="*/ 608076 h 876300"/>
                <a:gd name="connsiteX13034" fmla="*/ 2272665 w 2419350"/>
                <a:gd name="connsiteY13034" fmla="*/ 610934 h 876300"/>
                <a:gd name="connsiteX13035" fmla="*/ 2273332 w 2419350"/>
                <a:gd name="connsiteY13035" fmla="*/ 611600 h 876300"/>
                <a:gd name="connsiteX13036" fmla="*/ 2273617 w 2419350"/>
                <a:gd name="connsiteY13036" fmla="*/ 612077 h 876300"/>
                <a:gd name="connsiteX13037" fmla="*/ 2273713 w 2419350"/>
                <a:gd name="connsiteY13037" fmla="*/ 612553 h 876300"/>
                <a:gd name="connsiteX13038" fmla="*/ 2273903 w 2419350"/>
                <a:gd name="connsiteY13038" fmla="*/ 612838 h 876300"/>
                <a:gd name="connsiteX13039" fmla="*/ 2275332 w 2419350"/>
                <a:gd name="connsiteY13039" fmla="*/ 613696 h 876300"/>
                <a:gd name="connsiteX13040" fmla="*/ 2281333 w 2419350"/>
                <a:gd name="connsiteY13040" fmla="*/ 615029 h 876300"/>
                <a:gd name="connsiteX13041" fmla="*/ 2282381 w 2419350"/>
                <a:gd name="connsiteY13041" fmla="*/ 614934 h 876300"/>
                <a:gd name="connsiteX13042" fmla="*/ 2284666 w 2419350"/>
                <a:gd name="connsiteY13042" fmla="*/ 614363 h 876300"/>
                <a:gd name="connsiteX13043" fmla="*/ 2285619 w 2419350"/>
                <a:gd name="connsiteY13043" fmla="*/ 614267 h 876300"/>
                <a:gd name="connsiteX13044" fmla="*/ 2284190 w 2419350"/>
                <a:gd name="connsiteY13044" fmla="*/ 615315 h 876300"/>
                <a:gd name="connsiteX13045" fmla="*/ 2280380 w 2419350"/>
                <a:gd name="connsiteY13045" fmla="*/ 615982 h 876300"/>
                <a:gd name="connsiteX13046" fmla="*/ 2278666 w 2419350"/>
                <a:gd name="connsiteY13046" fmla="*/ 616934 h 876300"/>
                <a:gd name="connsiteX13047" fmla="*/ 2278190 w 2419350"/>
                <a:gd name="connsiteY13047" fmla="*/ 618363 h 876300"/>
                <a:gd name="connsiteX13048" fmla="*/ 2278951 w 2419350"/>
                <a:gd name="connsiteY13048" fmla="*/ 619982 h 876300"/>
                <a:gd name="connsiteX13049" fmla="*/ 2282285 w 2419350"/>
                <a:gd name="connsiteY13049" fmla="*/ 625030 h 876300"/>
                <a:gd name="connsiteX13050" fmla="*/ 2282476 w 2419350"/>
                <a:gd name="connsiteY13050" fmla="*/ 625888 h 876300"/>
                <a:gd name="connsiteX13051" fmla="*/ 2282666 w 2419350"/>
                <a:gd name="connsiteY13051" fmla="*/ 626555 h 876300"/>
                <a:gd name="connsiteX13052" fmla="*/ 2283619 w 2419350"/>
                <a:gd name="connsiteY13052" fmla="*/ 627602 h 876300"/>
                <a:gd name="connsiteX13053" fmla="*/ 2283809 w 2419350"/>
                <a:gd name="connsiteY13053" fmla="*/ 628364 h 876300"/>
                <a:gd name="connsiteX13054" fmla="*/ 2283905 w 2419350"/>
                <a:gd name="connsiteY13054" fmla="*/ 629317 h 876300"/>
                <a:gd name="connsiteX13055" fmla="*/ 2284857 w 2419350"/>
                <a:gd name="connsiteY13055" fmla="*/ 631793 h 876300"/>
                <a:gd name="connsiteX13056" fmla="*/ 2284952 w 2419350"/>
                <a:gd name="connsiteY13056" fmla="*/ 632555 h 876300"/>
                <a:gd name="connsiteX13057" fmla="*/ 2284857 w 2419350"/>
                <a:gd name="connsiteY13057" fmla="*/ 635032 h 876300"/>
                <a:gd name="connsiteX13058" fmla="*/ 2285143 w 2419350"/>
                <a:gd name="connsiteY13058" fmla="*/ 636080 h 876300"/>
                <a:gd name="connsiteX13059" fmla="*/ 2286095 w 2419350"/>
                <a:gd name="connsiteY13059" fmla="*/ 638080 h 876300"/>
                <a:gd name="connsiteX13060" fmla="*/ 2286476 w 2419350"/>
                <a:gd name="connsiteY13060" fmla="*/ 639509 h 876300"/>
                <a:gd name="connsiteX13061" fmla="*/ 2288858 w 2419350"/>
                <a:gd name="connsiteY13061" fmla="*/ 643890 h 876300"/>
                <a:gd name="connsiteX13062" fmla="*/ 2296097 w 2419350"/>
                <a:gd name="connsiteY13062" fmla="*/ 650558 h 876300"/>
                <a:gd name="connsiteX13063" fmla="*/ 2296954 w 2419350"/>
                <a:gd name="connsiteY13063" fmla="*/ 650938 h 876300"/>
                <a:gd name="connsiteX13064" fmla="*/ 2297621 w 2419350"/>
                <a:gd name="connsiteY13064" fmla="*/ 651415 h 876300"/>
                <a:gd name="connsiteX13065" fmla="*/ 2300002 w 2419350"/>
                <a:gd name="connsiteY13065" fmla="*/ 654558 h 876300"/>
                <a:gd name="connsiteX13066" fmla="*/ 2301621 w 2419350"/>
                <a:gd name="connsiteY13066" fmla="*/ 655987 h 876300"/>
                <a:gd name="connsiteX13067" fmla="*/ 2308003 w 2419350"/>
                <a:gd name="connsiteY13067" fmla="*/ 659987 h 876300"/>
                <a:gd name="connsiteX13068" fmla="*/ 2304479 w 2419350"/>
                <a:gd name="connsiteY13068" fmla="*/ 658082 h 876300"/>
                <a:gd name="connsiteX13069" fmla="*/ 2303431 w 2419350"/>
                <a:gd name="connsiteY13069" fmla="*/ 657797 h 876300"/>
                <a:gd name="connsiteX13070" fmla="*/ 2301335 w 2419350"/>
                <a:gd name="connsiteY13070" fmla="*/ 656749 h 876300"/>
                <a:gd name="connsiteX13071" fmla="*/ 2300288 w 2419350"/>
                <a:gd name="connsiteY13071" fmla="*/ 656749 h 876300"/>
                <a:gd name="connsiteX13072" fmla="*/ 2299716 w 2419350"/>
                <a:gd name="connsiteY13072" fmla="*/ 658178 h 876300"/>
                <a:gd name="connsiteX13073" fmla="*/ 2299811 w 2419350"/>
                <a:gd name="connsiteY13073" fmla="*/ 659416 h 876300"/>
                <a:gd name="connsiteX13074" fmla="*/ 2300383 w 2419350"/>
                <a:gd name="connsiteY13074" fmla="*/ 660463 h 876300"/>
                <a:gd name="connsiteX13075" fmla="*/ 2301240 w 2419350"/>
                <a:gd name="connsiteY13075" fmla="*/ 661226 h 876300"/>
                <a:gd name="connsiteX13076" fmla="*/ 2303621 w 2419350"/>
                <a:gd name="connsiteY13076" fmla="*/ 661892 h 876300"/>
                <a:gd name="connsiteX13077" fmla="*/ 2304859 w 2419350"/>
                <a:gd name="connsiteY13077" fmla="*/ 662750 h 876300"/>
                <a:gd name="connsiteX13078" fmla="*/ 2307717 w 2419350"/>
                <a:gd name="connsiteY13078" fmla="*/ 665321 h 876300"/>
                <a:gd name="connsiteX13079" fmla="*/ 2308574 w 2419350"/>
                <a:gd name="connsiteY13079" fmla="*/ 665797 h 876300"/>
                <a:gd name="connsiteX13080" fmla="*/ 2309527 w 2419350"/>
                <a:gd name="connsiteY13080" fmla="*/ 666083 h 876300"/>
                <a:gd name="connsiteX13081" fmla="*/ 2313051 w 2419350"/>
                <a:gd name="connsiteY13081" fmla="*/ 666369 h 876300"/>
                <a:gd name="connsiteX13082" fmla="*/ 2315337 w 2419350"/>
                <a:gd name="connsiteY13082" fmla="*/ 666941 h 876300"/>
                <a:gd name="connsiteX13083" fmla="*/ 2317051 w 2419350"/>
                <a:gd name="connsiteY13083" fmla="*/ 667798 h 876300"/>
                <a:gd name="connsiteX13084" fmla="*/ 2320671 w 2419350"/>
                <a:gd name="connsiteY13084" fmla="*/ 671227 h 876300"/>
                <a:gd name="connsiteX13085" fmla="*/ 2323147 w 2419350"/>
                <a:gd name="connsiteY13085" fmla="*/ 672465 h 876300"/>
                <a:gd name="connsiteX13086" fmla="*/ 2323529 w 2419350"/>
                <a:gd name="connsiteY13086" fmla="*/ 672846 h 876300"/>
                <a:gd name="connsiteX13087" fmla="*/ 2324100 w 2419350"/>
                <a:gd name="connsiteY13087" fmla="*/ 673037 h 876300"/>
                <a:gd name="connsiteX13088" fmla="*/ 2325338 w 2419350"/>
                <a:gd name="connsiteY13088" fmla="*/ 673132 h 876300"/>
                <a:gd name="connsiteX13089" fmla="*/ 2326577 w 2419350"/>
                <a:gd name="connsiteY13089" fmla="*/ 673418 h 876300"/>
                <a:gd name="connsiteX13090" fmla="*/ 2327244 w 2419350"/>
                <a:gd name="connsiteY13090" fmla="*/ 674180 h 876300"/>
                <a:gd name="connsiteX13091" fmla="*/ 2326672 w 2419350"/>
                <a:gd name="connsiteY13091" fmla="*/ 674084 h 876300"/>
                <a:gd name="connsiteX13092" fmla="*/ 2324481 w 2419350"/>
                <a:gd name="connsiteY13092" fmla="*/ 674180 h 876300"/>
                <a:gd name="connsiteX13093" fmla="*/ 2323719 w 2419350"/>
                <a:gd name="connsiteY13093" fmla="*/ 674084 h 876300"/>
                <a:gd name="connsiteX13094" fmla="*/ 2323243 w 2419350"/>
                <a:gd name="connsiteY13094" fmla="*/ 673894 h 876300"/>
                <a:gd name="connsiteX13095" fmla="*/ 2322481 w 2419350"/>
                <a:gd name="connsiteY13095" fmla="*/ 673418 h 876300"/>
                <a:gd name="connsiteX13096" fmla="*/ 2321338 w 2419350"/>
                <a:gd name="connsiteY13096" fmla="*/ 673132 h 876300"/>
                <a:gd name="connsiteX13097" fmla="*/ 2320861 w 2419350"/>
                <a:gd name="connsiteY13097" fmla="*/ 672941 h 876300"/>
                <a:gd name="connsiteX13098" fmla="*/ 2320671 w 2419350"/>
                <a:gd name="connsiteY13098" fmla="*/ 672560 h 876300"/>
                <a:gd name="connsiteX13099" fmla="*/ 2319052 w 2419350"/>
                <a:gd name="connsiteY13099" fmla="*/ 671322 h 876300"/>
                <a:gd name="connsiteX13100" fmla="*/ 2318004 w 2419350"/>
                <a:gd name="connsiteY13100" fmla="*/ 670846 h 876300"/>
                <a:gd name="connsiteX13101" fmla="*/ 2316480 w 2419350"/>
                <a:gd name="connsiteY13101" fmla="*/ 668560 h 876300"/>
                <a:gd name="connsiteX13102" fmla="*/ 2315432 w 2419350"/>
                <a:gd name="connsiteY13102" fmla="*/ 668084 h 876300"/>
                <a:gd name="connsiteX13103" fmla="*/ 2314956 w 2419350"/>
                <a:gd name="connsiteY13103" fmla="*/ 667988 h 876300"/>
                <a:gd name="connsiteX13104" fmla="*/ 2313908 w 2419350"/>
                <a:gd name="connsiteY13104" fmla="*/ 667512 h 876300"/>
                <a:gd name="connsiteX13105" fmla="*/ 2313432 w 2419350"/>
                <a:gd name="connsiteY13105" fmla="*/ 667322 h 876300"/>
                <a:gd name="connsiteX13106" fmla="*/ 2312670 w 2419350"/>
                <a:gd name="connsiteY13106" fmla="*/ 667322 h 876300"/>
                <a:gd name="connsiteX13107" fmla="*/ 2310956 w 2419350"/>
                <a:gd name="connsiteY13107" fmla="*/ 667703 h 876300"/>
                <a:gd name="connsiteX13108" fmla="*/ 2306479 w 2419350"/>
                <a:gd name="connsiteY13108" fmla="*/ 668084 h 876300"/>
                <a:gd name="connsiteX13109" fmla="*/ 2305717 w 2419350"/>
                <a:gd name="connsiteY13109" fmla="*/ 668369 h 876300"/>
                <a:gd name="connsiteX13110" fmla="*/ 2304288 w 2419350"/>
                <a:gd name="connsiteY13110" fmla="*/ 669798 h 876300"/>
                <a:gd name="connsiteX13111" fmla="*/ 2303431 w 2419350"/>
                <a:gd name="connsiteY13111" fmla="*/ 670274 h 876300"/>
                <a:gd name="connsiteX13112" fmla="*/ 2302192 w 2419350"/>
                <a:gd name="connsiteY13112" fmla="*/ 670274 h 876300"/>
                <a:gd name="connsiteX13113" fmla="*/ 2300002 w 2419350"/>
                <a:gd name="connsiteY13113" fmla="*/ 669417 h 876300"/>
                <a:gd name="connsiteX13114" fmla="*/ 2298954 w 2419350"/>
                <a:gd name="connsiteY13114" fmla="*/ 669227 h 876300"/>
                <a:gd name="connsiteX13115" fmla="*/ 2296763 w 2419350"/>
                <a:gd name="connsiteY13115" fmla="*/ 669227 h 876300"/>
                <a:gd name="connsiteX13116" fmla="*/ 2296001 w 2419350"/>
                <a:gd name="connsiteY13116" fmla="*/ 669417 h 876300"/>
                <a:gd name="connsiteX13117" fmla="*/ 2295144 w 2419350"/>
                <a:gd name="connsiteY13117" fmla="*/ 669893 h 876300"/>
                <a:gd name="connsiteX13118" fmla="*/ 2294096 w 2419350"/>
                <a:gd name="connsiteY13118" fmla="*/ 671322 h 876300"/>
                <a:gd name="connsiteX13119" fmla="*/ 2294668 w 2419350"/>
                <a:gd name="connsiteY13119" fmla="*/ 672560 h 876300"/>
                <a:gd name="connsiteX13120" fmla="*/ 2298573 w 2419350"/>
                <a:gd name="connsiteY13120" fmla="*/ 675608 h 876300"/>
                <a:gd name="connsiteX13121" fmla="*/ 2303907 w 2419350"/>
                <a:gd name="connsiteY13121" fmla="*/ 680847 h 876300"/>
                <a:gd name="connsiteX13122" fmla="*/ 2304193 w 2419350"/>
                <a:gd name="connsiteY13122" fmla="*/ 681323 h 876300"/>
                <a:gd name="connsiteX13123" fmla="*/ 2304669 w 2419350"/>
                <a:gd name="connsiteY13123" fmla="*/ 681704 h 876300"/>
                <a:gd name="connsiteX13124" fmla="*/ 2307431 w 2419350"/>
                <a:gd name="connsiteY13124" fmla="*/ 682562 h 876300"/>
                <a:gd name="connsiteX13125" fmla="*/ 2308860 w 2419350"/>
                <a:gd name="connsiteY13125" fmla="*/ 683324 h 876300"/>
                <a:gd name="connsiteX13126" fmla="*/ 2309717 w 2419350"/>
                <a:gd name="connsiteY13126" fmla="*/ 683514 h 876300"/>
                <a:gd name="connsiteX13127" fmla="*/ 2313241 w 2419350"/>
                <a:gd name="connsiteY13127" fmla="*/ 683705 h 876300"/>
                <a:gd name="connsiteX13128" fmla="*/ 2314384 w 2419350"/>
                <a:gd name="connsiteY13128" fmla="*/ 683895 h 876300"/>
                <a:gd name="connsiteX13129" fmla="*/ 2315432 w 2419350"/>
                <a:gd name="connsiteY13129" fmla="*/ 684276 h 876300"/>
                <a:gd name="connsiteX13130" fmla="*/ 2318195 w 2419350"/>
                <a:gd name="connsiteY13130" fmla="*/ 685800 h 876300"/>
                <a:gd name="connsiteX13131" fmla="*/ 2319147 w 2419350"/>
                <a:gd name="connsiteY13131" fmla="*/ 686753 h 876300"/>
                <a:gd name="connsiteX13132" fmla="*/ 2320385 w 2419350"/>
                <a:gd name="connsiteY13132" fmla="*/ 686753 h 876300"/>
                <a:gd name="connsiteX13133" fmla="*/ 2322671 w 2419350"/>
                <a:gd name="connsiteY13133" fmla="*/ 686372 h 876300"/>
                <a:gd name="connsiteX13134" fmla="*/ 2324957 w 2419350"/>
                <a:gd name="connsiteY13134" fmla="*/ 686372 h 876300"/>
                <a:gd name="connsiteX13135" fmla="*/ 2325624 w 2419350"/>
                <a:gd name="connsiteY13135" fmla="*/ 686181 h 876300"/>
                <a:gd name="connsiteX13136" fmla="*/ 2326005 w 2419350"/>
                <a:gd name="connsiteY13136" fmla="*/ 685800 h 876300"/>
                <a:gd name="connsiteX13137" fmla="*/ 2326767 w 2419350"/>
                <a:gd name="connsiteY13137" fmla="*/ 684752 h 876300"/>
                <a:gd name="connsiteX13138" fmla="*/ 2328100 w 2419350"/>
                <a:gd name="connsiteY13138" fmla="*/ 683419 h 876300"/>
                <a:gd name="connsiteX13139" fmla="*/ 2328958 w 2419350"/>
                <a:gd name="connsiteY13139" fmla="*/ 683038 h 876300"/>
                <a:gd name="connsiteX13140" fmla="*/ 2329910 w 2419350"/>
                <a:gd name="connsiteY13140" fmla="*/ 683419 h 876300"/>
                <a:gd name="connsiteX13141" fmla="*/ 2329910 w 2419350"/>
                <a:gd name="connsiteY13141" fmla="*/ 683800 h 876300"/>
                <a:gd name="connsiteX13142" fmla="*/ 2328577 w 2419350"/>
                <a:gd name="connsiteY13142" fmla="*/ 684276 h 876300"/>
                <a:gd name="connsiteX13143" fmla="*/ 2327815 w 2419350"/>
                <a:gd name="connsiteY13143" fmla="*/ 685419 h 876300"/>
                <a:gd name="connsiteX13144" fmla="*/ 2327244 w 2419350"/>
                <a:gd name="connsiteY13144" fmla="*/ 686848 h 876300"/>
                <a:gd name="connsiteX13145" fmla="*/ 2326481 w 2419350"/>
                <a:gd name="connsiteY13145" fmla="*/ 687991 h 876300"/>
                <a:gd name="connsiteX13146" fmla="*/ 2325529 w 2419350"/>
                <a:gd name="connsiteY13146" fmla="*/ 688277 h 876300"/>
                <a:gd name="connsiteX13147" fmla="*/ 2317433 w 2419350"/>
                <a:gd name="connsiteY13147" fmla="*/ 688181 h 876300"/>
                <a:gd name="connsiteX13148" fmla="*/ 2316766 w 2419350"/>
                <a:gd name="connsiteY13148" fmla="*/ 687991 h 876300"/>
                <a:gd name="connsiteX13149" fmla="*/ 2315242 w 2419350"/>
                <a:gd name="connsiteY13149" fmla="*/ 686848 h 876300"/>
                <a:gd name="connsiteX13150" fmla="*/ 2314384 w 2419350"/>
                <a:gd name="connsiteY13150" fmla="*/ 686372 h 876300"/>
                <a:gd name="connsiteX13151" fmla="*/ 2312289 w 2419350"/>
                <a:gd name="connsiteY13151" fmla="*/ 685991 h 876300"/>
                <a:gd name="connsiteX13152" fmla="*/ 2300859 w 2419350"/>
                <a:gd name="connsiteY13152" fmla="*/ 685610 h 876300"/>
                <a:gd name="connsiteX13153" fmla="*/ 2299716 w 2419350"/>
                <a:gd name="connsiteY13153" fmla="*/ 685895 h 876300"/>
                <a:gd name="connsiteX13154" fmla="*/ 2299621 w 2419350"/>
                <a:gd name="connsiteY13154" fmla="*/ 686562 h 876300"/>
                <a:gd name="connsiteX13155" fmla="*/ 2300192 w 2419350"/>
                <a:gd name="connsiteY13155" fmla="*/ 687324 h 876300"/>
                <a:gd name="connsiteX13156" fmla="*/ 2300954 w 2419350"/>
                <a:gd name="connsiteY13156" fmla="*/ 687896 h 876300"/>
                <a:gd name="connsiteX13157" fmla="*/ 2301431 w 2419350"/>
                <a:gd name="connsiteY13157" fmla="*/ 688086 h 876300"/>
                <a:gd name="connsiteX13158" fmla="*/ 2301907 w 2419350"/>
                <a:gd name="connsiteY13158" fmla="*/ 688181 h 876300"/>
                <a:gd name="connsiteX13159" fmla="*/ 2302955 w 2419350"/>
                <a:gd name="connsiteY13159" fmla="*/ 688277 h 876300"/>
                <a:gd name="connsiteX13160" fmla="*/ 2303431 w 2419350"/>
                <a:gd name="connsiteY13160" fmla="*/ 688467 h 876300"/>
                <a:gd name="connsiteX13161" fmla="*/ 2303812 w 2419350"/>
                <a:gd name="connsiteY13161" fmla="*/ 688848 h 876300"/>
                <a:gd name="connsiteX13162" fmla="*/ 2304098 w 2419350"/>
                <a:gd name="connsiteY13162" fmla="*/ 689229 h 876300"/>
                <a:gd name="connsiteX13163" fmla="*/ 2304955 w 2419350"/>
                <a:gd name="connsiteY13163" fmla="*/ 689610 h 876300"/>
                <a:gd name="connsiteX13164" fmla="*/ 2308860 w 2419350"/>
                <a:gd name="connsiteY13164" fmla="*/ 692182 h 876300"/>
                <a:gd name="connsiteX13165" fmla="*/ 2310193 w 2419350"/>
                <a:gd name="connsiteY13165" fmla="*/ 693325 h 876300"/>
                <a:gd name="connsiteX13166" fmla="*/ 2311241 w 2419350"/>
                <a:gd name="connsiteY13166" fmla="*/ 694658 h 876300"/>
                <a:gd name="connsiteX13167" fmla="*/ 2313337 w 2419350"/>
                <a:gd name="connsiteY13167" fmla="*/ 698183 h 876300"/>
                <a:gd name="connsiteX13168" fmla="*/ 2313813 w 2419350"/>
                <a:gd name="connsiteY13168" fmla="*/ 699326 h 876300"/>
                <a:gd name="connsiteX13169" fmla="*/ 2314289 w 2419350"/>
                <a:gd name="connsiteY13169" fmla="*/ 701897 h 876300"/>
                <a:gd name="connsiteX13170" fmla="*/ 2315051 w 2419350"/>
                <a:gd name="connsiteY13170" fmla="*/ 702469 h 876300"/>
                <a:gd name="connsiteX13171" fmla="*/ 2317337 w 2419350"/>
                <a:gd name="connsiteY13171" fmla="*/ 702469 h 876300"/>
                <a:gd name="connsiteX13172" fmla="*/ 2319242 w 2419350"/>
                <a:gd name="connsiteY13172" fmla="*/ 702850 h 876300"/>
                <a:gd name="connsiteX13173" fmla="*/ 2321052 w 2419350"/>
                <a:gd name="connsiteY13173" fmla="*/ 703802 h 876300"/>
                <a:gd name="connsiteX13174" fmla="*/ 2322195 w 2419350"/>
                <a:gd name="connsiteY13174" fmla="*/ 705231 h 876300"/>
                <a:gd name="connsiteX13175" fmla="*/ 2322004 w 2419350"/>
                <a:gd name="connsiteY13175" fmla="*/ 707136 h 876300"/>
                <a:gd name="connsiteX13176" fmla="*/ 2321528 w 2419350"/>
                <a:gd name="connsiteY13176" fmla="*/ 707612 h 876300"/>
                <a:gd name="connsiteX13177" fmla="*/ 2320957 w 2419350"/>
                <a:gd name="connsiteY13177" fmla="*/ 707993 h 876300"/>
                <a:gd name="connsiteX13178" fmla="*/ 2320385 w 2419350"/>
                <a:gd name="connsiteY13178" fmla="*/ 708470 h 876300"/>
                <a:gd name="connsiteX13179" fmla="*/ 2320195 w 2419350"/>
                <a:gd name="connsiteY13179" fmla="*/ 709041 h 876300"/>
                <a:gd name="connsiteX13180" fmla="*/ 2319814 w 2419350"/>
                <a:gd name="connsiteY13180" fmla="*/ 710851 h 876300"/>
                <a:gd name="connsiteX13181" fmla="*/ 2319623 w 2419350"/>
                <a:gd name="connsiteY13181" fmla="*/ 711232 h 876300"/>
                <a:gd name="connsiteX13182" fmla="*/ 2319052 w 2419350"/>
                <a:gd name="connsiteY13182" fmla="*/ 711994 h 876300"/>
                <a:gd name="connsiteX13183" fmla="*/ 2317623 w 2419350"/>
                <a:gd name="connsiteY13183" fmla="*/ 715423 h 876300"/>
                <a:gd name="connsiteX13184" fmla="*/ 2317337 w 2419350"/>
                <a:gd name="connsiteY13184" fmla="*/ 719709 h 876300"/>
                <a:gd name="connsiteX13185" fmla="*/ 2316861 w 2419350"/>
                <a:gd name="connsiteY13185" fmla="*/ 721328 h 876300"/>
                <a:gd name="connsiteX13186" fmla="*/ 2315432 w 2419350"/>
                <a:gd name="connsiteY13186" fmla="*/ 722376 h 876300"/>
                <a:gd name="connsiteX13187" fmla="*/ 2313432 w 2419350"/>
                <a:gd name="connsiteY13187" fmla="*/ 722852 h 876300"/>
                <a:gd name="connsiteX13188" fmla="*/ 2312765 w 2419350"/>
                <a:gd name="connsiteY13188" fmla="*/ 723329 h 876300"/>
                <a:gd name="connsiteX13189" fmla="*/ 2312575 w 2419350"/>
                <a:gd name="connsiteY13189" fmla="*/ 724376 h 876300"/>
                <a:gd name="connsiteX13190" fmla="*/ 2312575 w 2419350"/>
                <a:gd name="connsiteY13190" fmla="*/ 728853 h 876300"/>
                <a:gd name="connsiteX13191" fmla="*/ 2312289 w 2419350"/>
                <a:gd name="connsiteY13191" fmla="*/ 730091 h 876300"/>
                <a:gd name="connsiteX13192" fmla="*/ 2312289 w 2419350"/>
                <a:gd name="connsiteY13192" fmla="*/ 730758 h 876300"/>
                <a:gd name="connsiteX13193" fmla="*/ 2313051 w 2419350"/>
                <a:gd name="connsiteY13193" fmla="*/ 731234 h 876300"/>
                <a:gd name="connsiteX13194" fmla="*/ 2313241 w 2419350"/>
                <a:gd name="connsiteY13194" fmla="*/ 731711 h 876300"/>
                <a:gd name="connsiteX13195" fmla="*/ 2313337 w 2419350"/>
                <a:gd name="connsiteY13195" fmla="*/ 732187 h 876300"/>
                <a:gd name="connsiteX13196" fmla="*/ 2313146 w 2419350"/>
                <a:gd name="connsiteY13196" fmla="*/ 732663 h 876300"/>
                <a:gd name="connsiteX13197" fmla="*/ 2312099 w 2419350"/>
                <a:gd name="connsiteY13197" fmla="*/ 733330 h 876300"/>
                <a:gd name="connsiteX13198" fmla="*/ 2309908 w 2419350"/>
                <a:gd name="connsiteY13198" fmla="*/ 733806 h 876300"/>
                <a:gd name="connsiteX13199" fmla="*/ 2309050 w 2419350"/>
                <a:gd name="connsiteY13199" fmla="*/ 734663 h 876300"/>
                <a:gd name="connsiteX13200" fmla="*/ 2308860 w 2419350"/>
                <a:gd name="connsiteY13200" fmla="*/ 735806 h 876300"/>
                <a:gd name="connsiteX13201" fmla="*/ 2309050 w 2419350"/>
                <a:gd name="connsiteY13201" fmla="*/ 737045 h 876300"/>
                <a:gd name="connsiteX13202" fmla="*/ 2309622 w 2419350"/>
                <a:gd name="connsiteY13202" fmla="*/ 738283 h 876300"/>
                <a:gd name="connsiteX13203" fmla="*/ 2310860 w 2419350"/>
                <a:gd name="connsiteY13203" fmla="*/ 740093 h 876300"/>
                <a:gd name="connsiteX13204" fmla="*/ 2312861 w 2419350"/>
                <a:gd name="connsiteY13204" fmla="*/ 743998 h 876300"/>
                <a:gd name="connsiteX13205" fmla="*/ 2313241 w 2419350"/>
                <a:gd name="connsiteY13205" fmla="*/ 744188 h 876300"/>
                <a:gd name="connsiteX13206" fmla="*/ 2314004 w 2419350"/>
                <a:gd name="connsiteY13206" fmla="*/ 744188 h 876300"/>
                <a:gd name="connsiteX13207" fmla="*/ 2314384 w 2419350"/>
                <a:gd name="connsiteY13207" fmla="*/ 743998 h 876300"/>
                <a:gd name="connsiteX13208" fmla="*/ 2314766 w 2419350"/>
                <a:gd name="connsiteY13208" fmla="*/ 743522 h 876300"/>
                <a:gd name="connsiteX13209" fmla="*/ 2315051 w 2419350"/>
                <a:gd name="connsiteY13209" fmla="*/ 742950 h 876300"/>
                <a:gd name="connsiteX13210" fmla="*/ 2315147 w 2419350"/>
                <a:gd name="connsiteY13210" fmla="*/ 742664 h 876300"/>
                <a:gd name="connsiteX13211" fmla="*/ 2315337 w 2419350"/>
                <a:gd name="connsiteY13211" fmla="*/ 741617 h 876300"/>
                <a:gd name="connsiteX13212" fmla="*/ 2315908 w 2419350"/>
                <a:gd name="connsiteY13212" fmla="*/ 740759 h 876300"/>
                <a:gd name="connsiteX13213" fmla="*/ 2322004 w 2419350"/>
                <a:gd name="connsiteY13213" fmla="*/ 735616 h 876300"/>
                <a:gd name="connsiteX13214" fmla="*/ 2323719 w 2419350"/>
                <a:gd name="connsiteY13214" fmla="*/ 734759 h 876300"/>
                <a:gd name="connsiteX13215" fmla="*/ 2327815 w 2419350"/>
                <a:gd name="connsiteY13215" fmla="*/ 733616 h 876300"/>
                <a:gd name="connsiteX13216" fmla="*/ 2329053 w 2419350"/>
                <a:gd name="connsiteY13216" fmla="*/ 732472 h 876300"/>
                <a:gd name="connsiteX13217" fmla="*/ 2329148 w 2419350"/>
                <a:gd name="connsiteY13217" fmla="*/ 729996 h 876300"/>
                <a:gd name="connsiteX13218" fmla="*/ 2329339 w 2419350"/>
                <a:gd name="connsiteY13218" fmla="*/ 729710 h 876300"/>
                <a:gd name="connsiteX13219" fmla="*/ 2329434 w 2419350"/>
                <a:gd name="connsiteY13219" fmla="*/ 729425 h 876300"/>
                <a:gd name="connsiteX13220" fmla="*/ 2329243 w 2419350"/>
                <a:gd name="connsiteY13220" fmla="*/ 729044 h 876300"/>
                <a:gd name="connsiteX13221" fmla="*/ 2328958 w 2419350"/>
                <a:gd name="connsiteY13221" fmla="*/ 728948 h 876300"/>
                <a:gd name="connsiteX13222" fmla="*/ 2328386 w 2419350"/>
                <a:gd name="connsiteY13222" fmla="*/ 728853 h 876300"/>
                <a:gd name="connsiteX13223" fmla="*/ 2328291 w 2419350"/>
                <a:gd name="connsiteY13223" fmla="*/ 728663 h 876300"/>
                <a:gd name="connsiteX13224" fmla="*/ 2328291 w 2419350"/>
                <a:gd name="connsiteY13224" fmla="*/ 728091 h 876300"/>
                <a:gd name="connsiteX13225" fmla="*/ 2328100 w 2419350"/>
                <a:gd name="connsiteY13225" fmla="*/ 727043 h 876300"/>
                <a:gd name="connsiteX13226" fmla="*/ 2328100 w 2419350"/>
                <a:gd name="connsiteY13226" fmla="*/ 726472 h 876300"/>
                <a:gd name="connsiteX13227" fmla="*/ 2328672 w 2419350"/>
                <a:gd name="connsiteY13227" fmla="*/ 725805 h 876300"/>
                <a:gd name="connsiteX13228" fmla="*/ 2330006 w 2419350"/>
                <a:gd name="connsiteY13228" fmla="*/ 726091 h 876300"/>
                <a:gd name="connsiteX13229" fmla="*/ 2332387 w 2419350"/>
                <a:gd name="connsiteY13229" fmla="*/ 726948 h 876300"/>
                <a:gd name="connsiteX13230" fmla="*/ 2331435 w 2419350"/>
                <a:gd name="connsiteY13230" fmla="*/ 727615 h 876300"/>
                <a:gd name="connsiteX13231" fmla="*/ 2330482 w 2419350"/>
                <a:gd name="connsiteY13231" fmla="*/ 727424 h 876300"/>
                <a:gd name="connsiteX13232" fmla="*/ 2329625 w 2419350"/>
                <a:gd name="connsiteY13232" fmla="*/ 727043 h 876300"/>
                <a:gd name="connsiteX13233" fmla="*/ 2328767 w 2419350"/>
                <a:gd name="connsiteY13233" fmla="*/ 727234 h 876300"/>
                <a:gd name="connsiteX13234" fmla="*/ 2329910 w 2419350"/>
                <a:gd name="connsiteY13234" fmla="*/ 728472 h 876300"/>
                <a:gd name="connsiteX13235" fmla="*/ 2330196 w 2419350"/>
                <a:gd name="connsiteY13235" fmla="*/ 729139 h 876300"/>
                <a:gd name="connsiteX13236" fmla="*/ 2330386 w 2419350"/>
                <a:gd name="connsiteY13236" fmla="*/ 730949 h 876300"/>
                <a:gd name="connsiteX13237" fmla="*/ 2330577 w 2419350"/>
                <a:gd name="connsiteY13237" fmla="*/ 731901 h 876300"/>
                <a:gd name="connsiteX13238" fmla="*/ 2330482 w 2419350"/>
                <a:gd name="connsiteY13238" fmla="*/ 732187 h 876300"/>
                <a:gd name="connsiteX13239" fmla="*/ 2330291 w 2419350"/>
                <a:gd name="connsiteY13239" fmla="*/ 732568 h 876300"/>
                <a:gd name="connsiteX13240" fmla="*/ 2330101 w 2419350"/>
                <a:gd name="connsiteY13240" fmla="*/ 733139 h 876300"/>
                <a:gd name="connsiteX13241" fmla="*/ 2330006 w 2419350"/>
                <a:gd name="connsiteY13241" fmla="*/ 733711 h 876300"/>
                <a:gd name="connsiteX13242" fmla="*/ 2330006 w 2419350"/>
                <a:gd name="connsiteY13242" fmla="*/ 734187 h 876300"/>
                <a:gd name="connsiteX13243" fmla="*/ 2330768 w 2419350"/>
                <a:gd name="connsiteY13243" fmla="*/ 736092 h 876300"/>
                <a:gd name="connsiteX13244" fmla="*/ 2332291 w 2419350"/>
                <a:gd name="connsiteY13244" fmla="*/ 737521 h 876300"/>
                <a:gd name="connsiteX13245" fmla="*/ 2334197 w 2419350"/>
                <a:gd name="connsiteY13245" fmla="*/ 738473 h 876300"/>
                <a:gd name="connsiteX13246" fmla="*/ 2336197 w 2419350"/>
                <a:gd name="connsiteY13246" fmla="*/ 738950 h 876300"/>
                <a:gd name="connsiteX13247" fmla="*/ 2338197 w 2419350"/>
                <a:gd name="connsiteY13247" fmla="*/ 739045 h 876300"/>
                <a:gd name="connsiteX13248" fmla="*/ 2340293 w 2419350"/>
                <a:gd name="connsiteY13248" fmla="*/ 738854 h 876300"/>
                <a:gd name="connsiteX13249" fmla="*/ 2344484 w 2419350"/>
                <a:gd name="connsiteY13249" fmla="*/ 737902 h 876300"/>
                <a:gd name="connsiteX13250" fmla="*/ 2346103 w 2419350"/>
                <a:gd name="connsiteY13250" fmla="*/ 737235 h 876300"/>
                <a:gd name="connsiteX13251" fmla="*/ 2348865 w 2419350"/>
                <a:gd name="connsiteY13251" fmla="*/ 735616 h 876300"/>
                <a:gd name="connsiteX13252" fmla="*/ 2350485 w 2419350"/>
                <a:gd name="connsiteY13252" fmla="*/ 735044 h 876300"/>
                <a:gd name="connsiteX13253" fmla="*/ 2357723 w 2419350"/>
                <a:gd name="connsiteY13253" fmla="*/ 734282 h 876300"/>
                <a:gd name="connsiteX13254" fmla="*/ 2366391 w 2419350"/>
                <a:gd name="connsiteY13254" fmla="*/ 734187 h 876300"/>
                <a:gd name="connsiteX13255" fmla="*/ 2368582 w 2419350"/>
                <a:gd name="connsiteY13255" fmla="*/ 733616 h 876300"/>
                <a:gd name="connsiteX13256" fmla="*/ 2370772 w 2419350"/>
                <a:gd name="connsiteY13256" fmla="*/ 732377 h 876300"/>
                <a:gd name="connsiteX13257" fmla="*/ 2371725 w 2419350"/>
                <a:gd name="connsiteY13257" fmla="*/ 731615 h 876300"/>
                <a:gd name="connsiteX13258" fmla="*/ 2372106 w 2419350"/>
                <a:gd name="connsiteY13258" fmla="*/ 730949 h 876300"/>
                <a:gd name="connsiteX13259" fmla="*/ 2372297 w 2419350"/>
                <a:gd name="connsiteY13259" fmla="*/ 727520 h 876300"/>
                <a:gd name="connsiteX13260" fmla="*/ 2372773 w 2419350"/>
                <a:gd name="connsiteY13260" fmla="*/ 725234 h 876300"/>
                <a:gd name="connsiteX13261" fmla="*/ 2373154 w 2419350"/>
                <a:gd name="connsiteY13261" fmla="*/ 724567 h 876300"/>
                <a:gd name="connsiteX13262" fmla="*/ 2373916 w 2419350"/>
                <a:gd name="connsiteY13262" fmla="*/ 724376 h 876300"/>
                <a:gd name="connsiteX13263" fmla="*/ 2375249 w 2419350"/>
                <a:gd name="connsiteY13263" fmla="*/ 724376 h 876300"/>
                <a:gd name="connsiteX13264" fmla="*/ 2376202 w 2419350"/>
                <a:gd name="connsiteY13264" fmla="*/ 724091 h 876300"/>
                <a:gd name="connsiteX13265" fmla="*/ 2377059 w 2419350"/>
                <a:gd name="connsiteY13265" fmla="*/ 722947 h 876300"/>
                <a:gd name="connsiteX13266" fmla="*/ 2377916 w 2419350"/>
                <a:gd name="connsiteY13266" fmla="*/ 722567 h 876300"/>
                <a:gd name="connsiteX13267" fmla="*/ 2376678 w 2419350"/>
                <a:gd name="connsiteY13267" fmla="*/ 725329 h 876300"/>
                <a:gd name="connsiteX13268" fmla="*/ 2375821 w 2419350"/>
                <a:gd name="connsiteY13268" fmla="*/ 725900 h 876300"/>
                <a:gd name="connsiteX13269" fmla="*/ 2374297 w 2419350"/>
                <a:gd name="connsiteY13269" fmla="*/ 725138 h 876300"/>
                <a:gd name="connsiteX13270" fmla="*/ 2373154 w 2419350"/>
                <a:gd name="connsiteY13270" fmla="*/ 725996 h 876300"/>
                <a:gd name="connsiteX13271" fmla="*/ 2372773 w 2419350"/>
                <a:gd name="connsiteY13271" fmla="*/ 727234 h 876300"/>
                <a:gd name="connsiteX13272" fmla="*/ 2372868 w 2419350"/>
                <a:gd name="connsiteY13272" fmla="*/ 728567 h 876300"/>
                <a:gd name="connsiteX13273" fmla="*/ 2373344 w 2419350"/>
                <a:gd name="connsiteY13273" fmla="*/ 730282 h 876300"/>
                <a:gd name="connsiteX13274" fmla="*/ 2373154 w 2419350"/>
                <a:gd name="connsiteY13274" fmla="*/ 732187 h 876300"/>
                <a:gd name="connsiteX13275" fmla="*/ 2372963 w 2419350"/>
                <a:gd name="connsiteY13275" fmla="*/ 733044 h 876300"/>
                <a:gd name="connsiteX13276" fmla="*/ 2372392 w 2419350"/>
                <a:gd name="connsiteY13276" fmla="*/ 733330 h 876300"/>
                <a:gd name="connsiteX13277" fmla="*/ 2371725 w 2419350"/>
                <a:gd name="connsiteY13277" fmla="*/ 733330 h 876300"/>
                <a:gd name="connsiteX13278" fmla="*/ 2371058 w 2419350"/>
                <a:gd name="connsiteY13278" fmla="*/ 733425 h 876300"/>
                <a:gd name="connsiteX13279" fmla="*/ 2369820 w 2419350"/>
                <a:gd name="connsiteY13279" fmla="*/ 734187 h 876300"/>
                <a:gd name="connsiteX13280" fmla="*/ 2368868 w 2419350"/>
                <a:gd name="connsiteY13280" fmla="*/ 735139 h 876300"/>
                <a:gd name="connsiteX13281" fmla="*/ 2368391 w 2419350"/>
                <a:gd name="connsiteY13281" fmla="*/ 736187 h 876300"/>
                <a:gd name="connsiteX13282" fmla="*/ 2368582 w 2419350"/>
                <a:gd name="connsiteY13282" fmla="*/ 737426 h 876300"/>
                <a:gd name="connsiteX13283" fmla="*/ 2369344 w 2419350"/>
                <a:gd name="connsiteY13283" fmla="*/ 738854 h 876300"/>
                <a:gd name="connsiteX13284" fmla="*/ 2371630 w 2419350"/>
                <a:gd name="connsiteY13284" fmla="*/ 741712 h 876300"/>
                <a:gd name="connsiteX13285" fmla="*/ 2383251 w 2419350"/>
                <a:gd name="connsiteY13285" fmla="*/ 750284 h 876300"/>
                <a:gd name="connsiteX13286" fmla="*/ 2384012 w 2419350"/>
                <a:gd name="connsiteY13286" fmla="*/ 751427 h 876300"/>
                <a:gd name="connsiteX13287" fmla="*/ 2385822 w 2419350"/>
                <a:gd name="connsiteY13287" fmla="*/ 753332 h 876300"/>
                <a:gd name="connsiteX13288" fmla="*/ 2388585 w 2419350"/>
                <a:gd name="connsiteY13288" fmla="*/ 754475 h 876300"/>
                <a:gd name="connsiteX13289" fmla="*/ 2389061 w 2419350"/>
                <a:gd name="connsiteY13289" fmla="*/ 754571 h 876300"/>
                <a:gd name="connsiteX13290" fmla="*/ 2389251 w 2419350"/>
                <a:gd name="connsiteY13290" fmla="*/ 755523 h 876300"/>
                <a:gd name="connsiteX13291" fmla="*/ 2389822 w 2419350"/>
                <a:gd name="connsiteY13291" fmla="*/ 756285 h 876300"/>
                <a:gd name="connsiteX13292" fmla="*/ 2393442 w 2419350"/>
                <a:gd name="connsiteY13292" fmla="*/ 759238 h 876300"/>
                <a:gd name="connsiteX13293" fmla="*/ 2393823 w 2419350"/>
                <a:gd name="connsiteY13293" fmla="*/ 759714 h 876300"/>
                <a:gd name="connsiteX13294" fmla="*/ 2396681 w 2419350"/>
                <a:gd name="connsiteY13294" fmla="*/ 762476 h 876300"/>
                <a:gd name="connsiteX13295" fmla="*/ 2402681 w 2419350"/>
                <a:gd name="connsiteY13295" fmla="*/ 771430 h 876300"/>
                <a:gd name="connsiteX13296" fmla="*/ 2415064 w 2419350"/>
                <a:gd name="connsiteY13296" fmla="*/ 784288 h 876300"/>
                <a:gd name="connsiteX13297" fmla="*/ 2418493 w 2419350"/>
                <a:gd name="connsiteY13297" fmla="*/ 785908 h 876300"/>
                <a:gd name="connsiteX13298" fmla="*/ 2419064 w 2419350"/>
                <a:gd name="connsiteY13298" fmla="*/ 785908 h 876300"/>
                <a:gd name="connsiteX13299" fmla="*/ 2421351 w 2419350"/>
                <a:gd name="connsiteY13299" fmla="*/ 787241 h 876300"/>
                <a:gd name="connsiteX13300" fmla="*/ 2421351 w 2419350"/>
                <a:gd name="connsiteY13300" fmla="*/ 787241 h 876300"/>
                <a:gd name="connsiteX13301" fmla="*/ 2421351 w 2419350"/>
                <a:gd name="connsiteY13301" fmla="*/ 787241 h 876300"/>
                <a:gd name="connsiteX13302" fmla="*/ 2421351 w 2419350"/>
                <a:gd name="connsiteY13302" fmla="*/ 781145 h 876300"/>
                <a:gd name="connsiteX13303" fmla="*/ 2421351 w 2419350"/>
                <a:gd name="connsiteY13303" fmla="*/ 770954 h 876300"/>
                <a:gd name="connsiteX13304" fmla="*/ 2421351 w 2419350"/>
                <a:gd name="connsiteY13304" fmla="*/ 761047 h 876300"/>
                <a:gd name="connsiteX13305" fmla="*/ 2421731 w 2419350"/>
                <a:gd name="connsiteY13305" fmla="*/ 752475 h 876300"/>
                <a:gd name="connsiteX13306" fmla="*/ 1903571 w 2419350"/>
                <a:gd name="connsiteY13306" fmla="*/ 735902 h 876300"/>
                <a:gd name="connsiteX13307" fmla="*/ 1902714 w 2419350"/>
                <a:gd name="connsiteY13307" fmla="*/ 736187 h 876300"/>
                <a:gd name="connsiteX13308" fmla="*/ 1901857 w 2419350"/>
                <a:gd name="connsiteY13308" fmla="*/ 736378 h 876300"/>
                <a:gd name="connsiteX13309" fmla="*/ 1901571 w 2419350"/>
                <a:gd name="connsiteY13309" fmla="*/ 736568 h 876300"/>
                <a:gd name="connsiteX13310" fmla="*/ 1900999 w 2419350"/>
                <a:gd name="connsiteY13310" fmla="*/ 737330 h 876300"/>
                <a:gd name="connsiteX13311" fmla="*/ 1900714 w 2419350"/>
                <a:gd name="connsiteY13311" fmla="*/ 737521 h 876300"/>
                <a:gd name="connsiteX13312" fmla="*/ 1900238 w 2419350"/>
                <a:gd name="connsiteY13312" fmla="*/ 737426 h 876300"/>
                <a:gd name="connsiteX13313" fmla="*/ 1900142 w 2419350"/>
                <a:gd name="connsiteY13313" fmla="*/ 737045 h 876300"/>
                <a:gd name="connsiteX13314" fmla="*/ 1900238 w 2419350"/>
                <a:gd name="connsiteY13314" fmla="*/ 736568 h 876300"/>
                <a:gd name="connsiteX13315" fmla="*/ 1900523 w 2419350"/>
                <a:gd name="connsiteY13315" fmla="*/ 736092 h 876300"/>
                <a:gd name="connsiteX13316" fmla="*/ 1898714 w 2419350"/>
                <a:gd name="connsiteY13316" fmla="*/ 734282 h 876300"/>
                <a:gd name="connsiteX13317" fmla="*/ 1898047 w 2419350"/>
                <a:gd name="connsiteY13317" fmla="*/ 733901 h 876300"/>
                <a:gd name="connsiteX13318" fmla="*/ 1896808 w 2419350"/>
                <a:gd name="connsiteY13318" fmla="*/ 734568 h 876300"/>
                <a:gd name="connsiteX13319" fmla="*/ 1894713 w 2419350"/>
                <a:gd name="connsiteY13319" fmla="*/ 737235 h 876300"/>
                <a:gd name="connsiteX13320" fmla="*/ 1893570 w 2419350"/>
                <a:gd name="connsiteY13320" fmla="*/ 737045 h 876300"/>
                <a:gd name="connsiteX13321" fmla="*/ 1892903 w 2419350"/>
                <a:gd name="connsiteY13321" fmla="*/ 736568 h 876300"/>
                <a:gd name="connsiteX13322" fmla="*/ 1892237 w 2419350"/>
                <a:gd name="connsiteY13322" fmla="*/ 736568 h 876300"/>
                <a:gd name="connsiteX13323" fmla="*/ 1891760 w 2419350"/>
                <a:gd name="connsiteY13323" fmla="*/ 737045 h 876300"/>
                <a:gd name="connsiteX13324" fmla="*/ 1891570 w 2419350"/>
                <a:gd name="connsiteY13324" fmla="*/ 737997 h 876300"/>
                <a:gd name="connsiteX13325" fmla="*/ 1891665 w 2419350"/>
                <a:gd name="connsiteY13325" fmla="*/ 738950 h 876300"/>
                <a:gd name="connsiteX13326" fmla="*/ 1891951 w 2419350"/>
                <a:gd name="connsiteY13326" fmla="*/ 739521 h 876300"/>
                <a:gd name="connsiteX13327" fmla="*/ 1892046 w 2419350"/>
                <a:gd name="connsiteY13327" fmla="*/ 740093 h 876300"/>
                <a:gd name="connsiteX13328" fmla="*/ 1891570 w 2419350"/>
                <a:gd name="connsiteY13328" fmla="*/ 740855 h 876300"/>
                <a:gd name="connsiteX13329" fmla="*/ 1891189 w 2419350"/>
                <a:gd name="connsiteY13329" fmla="*/ 741140 h 876300"/>
                <a:gd name="connsiteX13330" fmla="*/ 1889760 w 2419350"/>
                <a:gd name="connsiteY13330" fmla="*/ 741807 h 876300"/>
                <a:gd name="connsiteX13331" fmla="*/ 1889284 w 2419350"/>
                <a:gd name="connsiteY13331" fmla="*/ 741902 h 876300"/>
                <a:gd name="connsiteX13332" fmla="*/ 1888522 w 2419350"/>
                <a:gd name="connsiteY13332" fmla="*/ 742283 h 876300"/>
                <a:gd name="connsiteX13333" fmla="*/ 1887950 w 2419350"/>
                <a:gd name="connsiteY13333" fmla="*/ 743045 h 876300"/>
                <a:gd name="connsiteX13334" fmla="*/ 1887474 w 2419350"/>
                <a:gd name="connsiteY13334" fmla="*/ 743807 h 876300"/>
                <a:gd name="connsiteX13335" fmla="*/ 1886426 w 2419350"/>
                <a:gd name="connsiteY13335" fmla="*/ 744664 h 876300"/>
                <a:gd name="connsiteX13336" fmla="*/ 1884236 w 2419350"/>
                <a:gd name="connsiteY13336" fmla="*/ 747236 h 876300"/>
                <a:gd name="connsiteX13337" fmla="*/ 1883664 w 2419350"/>
                <a:gd name="connsiteY13337" fmla="*/ 748094 h 876300"/>
                <a:gd name="connsiteX13338" fmla="*/ 1886140 w 2419350"/>
                <a:gd name="connsiteY13338" fmla="*/ 748094 h 876300"/>
                <a:gd name="connsiteX13339" fmla="*/ 1886712 w 2419350"/>
                <a:gd name="connsiteY13339" fmla="*/ 747903 h 876300"/>
                <a:gd name="connsiteX13340" fmla="*/ 1887379 w 2419350"/>
                <a:gd name="connsiteY13340" fmla="*/ 747331 h 876300"/>
                <a:gd name="connsiteX13341" fmla="*/ 1889760 w 2419350"/>
                <a:gd name="connsiteY13341" fmla="*/ 745903 h 876300"/>
                <a:gd name="connsiteX13342" fmla="*/ 1890427 w 2419350"/>
                <a:gd name="connsiteY13342" fmla="*/ 745236 h 876300"/>
                <a:gd name="connsiteX13343" fmla="*/ 1890617 w 2419350"/>
                <a:gd name="connsiteY13343" fmla="*/ 744569 h 876300"/>
                <a:gd name="connsiteX13344" fmla="*/ 1890522 w 2419350"/>
                <a:gd name="connsiteY13344" fmla="*/ 742855 h 876300"/>
                <a:gd name="connsiteX13345" fmla="*/ 1890998 w 2419350"/>
                <a:gd name="connsiteY13345" fmla="*/ 742760 h 876300"/>
                <a:gd name="connsiteX13346" fmla="*/ 1893570 w 2419350"/>
                <a:gd name="connsiteY13346" fmla="*/ 741902 h 876300"/>
                <a:gd name="connsiteX13347" fmla="*/ 1894999 w 2419350"/>
                <a:gd name="connsiteY13347" fmla="*/ 741997 h 876300"/>
                <a:gd name="connsiteX13348" fmla="*/ 1895570 w 2419350"/>
                <a:gd name="connsiteY13348" fmla="*/ 741902 h 876300"/>
                <a:gd name="connsiteX13349" fmla="*/ 1899285 w 2419350"/>
                <a:gd name="connsiteY13349" fmla="*/ 740378 h 876300"/>
                <a:gd name="connsiteX13350" fmla="*/ 1901381 w 2419350"/>
                <a:gd name="connsiteY13350" fmla="*/ 738950 h 876300"/>
                <a:gd name="connsiteX13351" fmla="*/ 1903000 w 2419350"/>
                <a:gd name="connsiteY13351" fmla="*/ 738283 h 876300"/>
                <a:gd name="connsiteX13352" fmla="*/ 1904524 w 2419350"/>
                <a:gd name="connsiteY13352" fmla="*/ 737521 h 876300"/>
                <a:gd name="connsiteX13353" fmla="*/ 1905572 w 2419350"/>
                <a:gd name="connsiteY13353" fmla="*/ 736092 h 876300"/>
                <a:gd name="connsiteX13354" fmla="*/ 1904429 w 2419350"/>
                <a:gd name="connsiteY13354" fmla="*/ 735806 h 876300"/>
                <a:gd name="connsiteX13355" fmla="*/ 1903571 w 2419350"/>
                <a:gd name="connsiteY13355" fmla="*/ 735902 h 876300"/>
                <a:gd name="connsiteX13356" fmla="*/ 1990915 w 2419350"/>
                <a:gd name="connsiteY13356" fmla="*/ 605123 h 876300"/>
                <a:gd name="connsiteX13357" fmla="*/ 1990820 w 2419350"/>
                <a:gd name="connsiteY13357" fmla="*/ 604266 h 876300"/>
                <a:gd name="connsiteX13358" fmla="*/ 1990820 w 2419350"/>
                <a:gd name="connsiteY13358" fmla="*/ 603409 h 876300"/>
                <a:gd name="connsiteX13359" fmla="*/ 1991582 w 2419350"/>
                <a:gd name="connsiteY13359" fmla="*/ 601123 h 876300"/>
                <a:gd name="connsiteX13360" fmla="*/ 1991582 w 2419350"/>
                <a:gd name="connsiteY13360" fmla="*/ 600647 h 876300"/>
                <a:gd name="connsiteX13361" fmla="*/ 1991297 w 2419350"/>
                <a:gd name="connsiteY13361" fmla="*/ 600551 h 876300"/>
                <a:gd name="connsiteX13362" fmla="*/ 1990915 w 2419350"/>
                <a:gd name="connsiteY13362" fmla="*/ 600551 h 876300"/>
                <a:gd name="connsiteX13363" fmla="*/ 1990534 w 2419350"/>
                <a:gd name="connsiteY13363" fmla="*/ 600742 h 876300"/>
                <a:gd name="connsiteX13364" fmla="*/ 1990249 w 2419350"/>
                <a:gd name="connsiteY13364" fmla="*/ 600932 h 876300"/>
                <a:gd name="connsiteX13365" fmla="*/ 1990534 w 2419350"/>
                <a:gd name="connsiteY13365" fmla="*/ 600456 h 876300"/>
                <a:gd name="connsiteX13366" fmla="*/ 1990630 w 2419350"/>
                <a:gd name="connsiteY13366" fmla="*/ 599980 h 876300"/>
                <a:gd name="connsiteX13367" fmla="*/ 1990534 w 2419350"/>
                <a:gd name="connsiteY13367" fmla="*/ 599504 h 876300"/>
                <a:gd name="connsiteX13368" fmla="*/ 1990249 w 2419350"/>
                <a:gd name="connsiteY13368" fmla="*/ 599027 h 876300"/>
                <a:gd name="connsiteX13369" fmla="*/ 1989201 w 2419350"/>
                <a:gd name="connsiteY13369" fmla="*/ 599980 h 876300"/>
                <a:gd name="connsiteX13370" fmla="*/ 1988439 w 2419350"/>
                <a:gd name="connsiteY13370" fmla="*/ 601504 h 876300"/>
                <a:gd name="connsiteX13371" fmla="*/ 1988058 w 2419350"/>
                <a:gd name="connsiteY13371" fmla="*/ 603123 h 876300"/>
                <a:gd name="connsiteX13372" fmla="*/ 1988058 w 2419350"/>
                <a:gd name="connsiteY13372" fmla="*/ 604456 h 876300"/>
                <a:gd name="connsiteX13373" fmla="*/ 1988820 w 2419350"/>
                <a:gd name="connsiteY13373" fmla="*/ 606552 h 876300"/>
                <a:gd name="connsiteX13374" fmla="*/ 1989106 w 2419350"/>
                <a:gd name="connsiteY13374" fmla="*/ 606933 h 876300"/>
                <a:gd name="connsiteX13375" fmla="*/ 1989582 w 2419350"/>
                <a:gd name="connsiteY13375" fmla="*/ 607124 h 876300"/>
                <a:gd name="connsiteX13376" fmla="*/ 1989963 w 2419350"/>
                <a:gd name="connsiteY13376" fmla="*/ 607028 h 876300"/>
                <a:gd name="connsiteX13377" fmla="*/ 1990154 w 2419350"/>
                <a:gd name="connsiteY13377" fmla="*/ 606647 h 876300"/>
                <a:gd name="connsiteX13378" fmla="*/ 1990154 w 2419350"/>
                <a:gd name="connsiteY13378" fmla="*/ 605885 h 876300"/>
                <a:gd name="connsiteX13379" fmla="*/ 1990344 w 2419350"/>
                <a:gd name="connsiteY13379" fmla="*/ 606362 h 876300"/>
                <a:gd name="connsiteX13380" fmla="*/ 1990534 w 2419350"/>
                <a:gd name="connsiteY13380" fmla="*/ 606743 h 876300"/>
                <a:gd name="connsiteX13381" fmla="*/ 1990820 w 2419350"/>
                <a:gd name="connsiteY13381" fmla="*/ 607028 h 876300"/>
                <a:gd name="connsiteX13382" fmla="*/ 1991201 w 2419350"/>
                <a:gd name="connsiteY13382" fmla="*/ 607314 h 876300"/>
                <a:gd name="connsiteX13383" fmla="*/ 1991297 w 2419350"/>
                <a:gd name="connsiteY13383" fmla="*/ 607028 h 876300"/>
                <a:gd name="connsiteX13384" fmla="*/ 1991582 w 2419350"/>
                <a:gd name="connsiteY13384" fmla="*/ 606552 h 876300"/>
                <a:gd name="connsiteX13385" fmla="*/ 1991201 w 2419350"/>
                <a:gd name="connsiteY13385" fmla="*/ 605790 h 876300"/>
                <a:gd name="connsiteX13386" fmla="*/ 1990915 w 2419350"/>
                <a:gd name="connsiteY13386" fmla="*/ 605123 h 876300"/>
                <a:gd name="connsiteX13387" fmla="*/ 1909191 w 2419350"/>
                <a:gd name="connsiteY13387" fmla="*/ 519113 h 876300"/>
                <a:gd name="connsiteX13388" fmla="*/ 1909000 w 2419350"/>
                <a:gd name="connsiteY13388" fmla="*/ 518827 h 876300"/>
                <a:gd name="connsiteX13389" fmla="*/ 1908715 w 2419350"/>
                <a:gd name="connsiteY13389" fmla="*/ 518541 h 876300"/>
                <a:gd name="connsiteX13390" fmla="*/ 1908429 w 2419350"/>
                <a:gd name="connsiteY13390" fmla="*/ 518351 h 876300"/>
                <a:gd name="connsiteX13391" fmla="*/ 1907096 w 2419350"/>
                <a:gd name="connsiteY13391" fmla="*/ 517874 h 876300"/>
                <a:gd name="connsiteX13392" fmla="*/ 1907191 w 2419350"/>
                <a:gd name="connsiteY13392" fmla="*/ 518731 h 876300"/>
                <a:gd name="connsiteX13393" fmla="*/ 1907476 w 2419350"/>
                <a:gd name="connsiteY13393" fmla="*/ 519970 h 876300"/>
                <a:gd name="connsiteX13394" fmla="*/ 1907953 w 2419350"/>
                <a:gd name="connsiteY13394" fmla="*/ 521018 h 876300"/>
                <a:gd name="connsiteX13395" fmla="*/ 1908715 w 2419350"/>
                <a:gd name="connsiteY13395" fmla="*/ 521494 h 876300"/>
                <a:gd name="connsiteX13396" fmla="*/ 1909096 w 2419350"/>
                <a:gd name="connsiteY13396" fmla="*/ 521303 h 876300"/>
                <a:gd name="connsiteX13397" fmla="*/ 1909286 w 2419350"/>
                <a:gd name="connsiteY13397" fmla="*/ 520732 h 876300"/>
                <a:gd name="connsiteX13398" fmla="*/ 1909286 w 2419350"/>
                <a:gd name="connsiteY13398" fmla="*/ 519494 h 876300"/>
                <a:gd name="connsiteX13399" fmla="*/ 1909191 w 2419350"/>
                <a:gd name="connsiteY13399" fmla="*/ 519113 h 876300"/>
                <a:gd name="connsiteX13400" fmla="*/ 1929098 w 2419350"/>
                <a:gd name="connsiteY13400" fmla="*/ 541306 h 876300"/>
                <a:gd name="connsiteX13401" fmla="*/ 1928717 w 2419350"/>
                <a:gd name="connsiteY13401" fmla="*/ 541211 h 876300"/>
                <a:gd name="connsiteX13402" fmla="*/ 1928431 w 2419350"/>
                <a:gd name="connsiteY13402" fmla="*/ 541211 h 876300"/>
                <a:gd name="connsiteX13403" fmla="*/ 1928050 w 2419350"/>
                <a:gd name="connsiteY13403" fmla="*/ 541496 h 876300"/>
                <a:gd name="connsiteX13404" fmla="*/ 1928622 w 2419350"/>
                <a:gd name="connsiteY13404" fmla="*/ 542068 h 876300"/>
                <a:gd name="connsiteX13405" fmla="*/ 1930622 w 2419350"/>
                <a:gd name="connsiteY13405" fmla="*/ 546449 h 876300"/>
                <a:gd name="connsiteX13406" fmla="*/ 1930908 w 2419350"/>
                <a:gd name="connsiteY13406" fmla="*/ 546926 h 876300"/>
                <a:gd name="connsiteX13407" fmla="*/ 1931956 w 2419350"/>
                <a:gd name="connsiteY13407" fmla="*/ 546354 h 876300"/>
                <a:gd name="connsiteX13408" fmla="*/ 1931480 w 2419350"/>
                <a:gd name="connsiteY13408" fmla="*/ 544544 h 876300"/>
                <a:gd name="connsiteX13409" fmla="*/ 1930337 w 2419350"/>
                <a:gd name="connsiteY13409" fmla="*/ 542544 h 876300"/>
                <a:gd name="connsiteX13410" fmla="*/ 1929479 w 2419350"/>
                <a:gd name="connsiteY13410" fmla="*/ 541401 h 876300"/>
                <a:gd name="connsiteX13411" fmla="*/ 1929098 w 2419350"/>
                <a:gd name="connsiteY13411" fmla="*/ 541306 h 876300"/>
                <a:gd name="connsiteX13412" fmla="*/ 1929098 w 2419350"/>
                <a:gd name="connsiteY13412" fmla="*/ 446532 h 876300"/>
                <a:gd name="connsiteX13413" fmla="*/ 1927670 w 2419350"/>
                <a:gd name="connsiteY13413" fmla="*/ 447294 h 876300"/>
                <a:gd name="connsiteX13414" fmla="*/ 1926622 w 2419350"/>
                <a:gd name="connsiteY13414" fmla="*/ 447770 h 876300"/>
                <a:gd name="connsiteX13415" fmla="*/ 1926241 w 2419350"/>
                <a:gd name="connsiteY13415" fmla="*/ 448151 h 876300"/>
                <a:gd name="connsiteX13416" fmla="*/ 1926622 w 2419350"/>
                <a:gd name="connsiteY13416" fmla="*/ 448437 h 876300"/>
                <a:gd name="connsiteX13417" fmla="*/ 1927670 w 2419350"/>
                <a:gd name="connsiteY13417" fmla="*/ 448342 h 876300"/>
                <a:gd name="connsiteX13418" fmla="*/ 1929003 w 2419350"/>
                <a:gd name="connsiteY13418" fmla="*/ 447770 h 876300"/>
                <a:gd name="connsiteX13419" fmla="*/ 1930146 w 2419350"/>
                <a:gd name="connsiteY13419" fmla="*/ 447008 h 876300"/>
                <a:gd name="connsiteX13420" fmla="*/ 1930717 w 2419350"/>
                <a:gd name="connsiteY13420" fmla="*/ 446246 h 876300"/>
                <a:gd name="connsiteX13421" fmla="*/ 1929956 w 2419350"/>
                <a:gd name="connsiteY13421" fmla="*/ 446246 h 876300"/>
                <a:gd name="connsiteX13422" fmla="*/ 1929098 w 2419350"/>
                <a:gd name="connsiteY13422" fmla="*/ 446532 h 876300"/>
                <a:gd name="connsiteX13423" fmla="*/ 1933670 w 2419350"/>
                <a:gd name="connsiteY13423" fmla="*/ 684657 h 876300"/>
                <a:gd name="connsiteX13424" fmla="*/ 1933480 w 2419350"/>
                <a:gd name="connsiteY13424" fmla="*/ 683990 h 876300"/>
                <a:gd name="connsiteX13425" fmla="*/ 1933194 w 2419350"/>
                <a:gd name="connsiteY13425" fmla="*/ 683705 h 876300"/>
                <a:gd name="connsiteX13426" fmla="*/ 1932527 w 2419350"/>
                <a:gd name="connsiteY13426" fmla="*/ 684181 h 876300"/>
                <a:gd name="connsiteX13427" fmla="*/ 1931670 w 2419350"/>
                <a:gd name="connsiteY13427" fmla="*/ 685229 h 876300"/>
                <a:gd name="connsiteX13428" fmla="*/ 1931289 w 2419350"/>
                <a:gd name="connsiteY13428" fmla="*/ 685514 h 876300"/>
                <a:gd name="connsiteX13429" fmla="*/ 1930527 w 2419350"/>
                <a:gd name="connsiteY13429" fmla="*/ 685800 h 876300"/>
                <a:gd name="connsiteX13430" fmla="*/ 1930432 w 2419350"/>
                <a:gd name="connsiteY13430" fmla="*/ 685514 h 876300"/>
                <a:gd name="connsiteX13431" fmla="*/ 1930813 w 2419350"/>
                <a:gd name="connsiteY13431" fmla="*/ 683514 h 876300"/>
                <a:gd name="connsiteX13432" fmla="*/ 1930432 w 2419350"/>
                <a:gd name="connsiteY13432" fmla="*/ 682657 h 876300"/>
                <a:gd name="connsiteX13433" fmla="*/ 1929574 w 2419350"/>
                <a:gd name="connsiteY13433" fmla="*/ 682466 h 876300"/>
                <a:gd name="connsiteX13434" fmla="*/ 1928527 w 2419350"/>
                <a:gd name="connsiteY13434" fmla="*/ 682657 h 876300"/>
                <a:gd name="connsiteX13435" fmla="*/ 1927098 w 2419350"/>
                <a:gd name="connsiteY13435" fmla="*/ 683038 h 876300"/>
                <a:gd name="connsiteX13436" fmla="*/ 1925955 w 2419350"/>
                <a:gd name="connsiteY13436" fmla="*/ 683609 h 876300"/>
                <a:gd name="connsiteX13437" fmla="*/ 1924336 w 2419350"/>
                <a:gd name="connsiteY13437" fmla="*/ 684847 h 876300"/>
                <a:gd name="connsiteX13438" fmla="*/ 1923955 w 2419350"/>
                <a:gd name="connsiteY13438" fmla="*/ 685705 h 876300"/>
                <a:gd name="connsiteX13439" fmla="*/ 1924145 w 2419350"/>
                <a:gd name="connsiteY13439" fmla="*/ 686753 h 876300"/>
                <a:gd name="connsiteX13440" fmla="*/ 1924812 w 2419350"/>
                <a:gd name="connsiteY13440" fmla="*/ 688277 h 876300"/>
                <a:gd name="connsiteX13441" fmla="*/ 1924336 w 2419350"/>
                <a:gd name="connsiteY13441" fmla="*/ 688467 h 876300"/>
                <a:gd name="connsiteX13442" fmla="*/ 1923859 w 2419350"/>
                <a:gd name="connsiteY13442" fmla="*/ 688562 h 876300"/>
                <a:gd name="connsiteX13443" fmla="*/ 1922812 w 2419350"/>
                <a:gd name="connsiteY13443" fmla="*/ 688658 h 876300"/>
                <a:gd name="connsiteX13444" fmla="*/ 1922145 w 2419350"/>
                <a:gd name="connsiteY13444" fmla="*/ 688848 h 876300"/>
                <a:gd name="connsiteX13445" fmla="*/ 1921859 w 2419350"/>
                <a:gd name="connsiteY13445" fmla="*/ 689229 h 876300"/>
                <a:gd name="connsiteX13446" fmla="*/ 1921764 w 2419350"/>
                <a:gd name="connsiteY13446" fmla="*/ 689705 h 876300"/>
                <a:gd name="connsiteX13447" fmla="*/ 1921573 w 2419350"/>
                <a:gd name="connsiteY13447" fmla="*/ 690181 h 876300"/>
                <a:gd name="connsiteX13448" fmla="*/ 1920526 w 2419350"/>
                <a:gd name="connsiteY13448" fmla="*/ 691420 h 876300"/>
                <a:gd name="connsiteX13449" fmla="*/ 1920145 w 2419350"/>
                <a:gd name="connsiteY13449" fmla="*/ 692087 h 876300"/>
                <a:gd name="connsiteX13450" fmla="*/ 1919764 w 2419350"/>
                <a:gd name="connsiteY13450" fmla="*/ 693039 h 876300"/>
                <a:gd name="connsiteX13451" fmla="*/ 1919859 w 2419350"/>
                <a:gd name="connsiteY13451" fmla="*/ 693611 h 876300"/>
                <a:gd name="connsiteX13452" fmla="*/ 1920049 w 2419350"/>
                <a:gd name="connsiteY13452" fmla="*/ 694087 h 876300"/>
                <a:gd name="connsiteX13453" fmla="*/ 1919954 w 2419350"/>
                <a:gd name="connsiteY13453" fmla="*/ 694372 h 876300"/>
                <a:gd name="connsiteX13454" fmla="*/ 1917001 w 2419350"/>
                <a:gd name="connsiteY13454" fmla="*/ 694849 h 876300"/>
                <a:gd name="connsiteX13455" fmla="*/ 1916716 w 2419350"/>
                <a:gd name="connsiteY13455" fmla="*/ 695135 h 876300"/>
                <a:gd name="connsiteX13456" fmla="*/ 1916716 w 2419350"/>
                <a:gd name="connsiteY13456" fmla="*/ 695706 h 876300"/>
                <a:gd name="connsiteX13457" fmla="*/ 1916811 w 2419350"/>
                <a:gd name="connsiteY13457" fmla="*/ 696182 h 876300"/>
                <a:gd name="connsiteX13458" fmla="*/ 1916906 w 2419350"/>
                <a:gd name="connsiteY13458" fmla="*/ 696278 h 876300"/>
                <a:gd name="connsiteX13459" fmla="*/ 1916621 w 2419350"/>
                <a:gd name="connsiteY13459" fmla="*/ 696849 h 876300"/>
                <a:gd name="connsiteX13460" fmla="*/ 1916430 w 2419350"/>
                <a:gd name="connsiteY13460" fmla="*/ 697039 h 876300"/>
                <a:gd name="connsiteX13461" fmla="*/ 1916144 w 2419350"/>
                <a:gd name="connsiteY13461" fmla="*/ 697230 h 876300"/>
                <a:gd name="connsiteX13462" fmla="*/ 1915763 w 2419350"/>
                <a:gd name="connsiteY13462" fmla="*/ 697706 h 876300"/>
                <a:gd name="connsiteX13463" fmla="*/ 1915097 w 2419350"/>
                <a:gd name="connsiteY13463" fmla="*/ 699230 h 876300"/>
                <a:gd name="connsiteX13464" fmla="*/ 1914811 w 2419350"/>
                <a:gd name="connsiteY13464" fmla="*/ 699611 h 876300"/>
                <a:gd name="connsiteX13465" fmla="*/ 1914334 w 2419350"/>
                <a:gd name="connsiteY13465" fmla="*/ 699802 h 876300"/>
                <a:gd name="connsiteX13466" fmla="*/ 1914049 w 2419350"/>
                <a:gd name="connsiteY13466" fmla="*/ 699421 h 876300"/>
                <a:gd name="connsiteX13467" fmla="*/ 1913763 w 2419350"/>
                <a:gd name="connsiteY13467" fmla="*/ 698945 h 876300"/>
                <a:gd name="connsiteX13468" fmla="*/ 1913382 w 2419350"/>
                <a:gd name="connsiteY13468" fmla="*/ 698659 h 876300"/>
                <a:gd name="connsiteX13469" fmla="*/ 1912715 w 2419350"/>
                <a:gd name="connsiteY13469" fmla="*/ 698945 h 876300"/>
                <a:gd name="connsiteX13470" fmla="*/ 1909572 w 2419350"/>
                <a:gd name="connsiteY13470" fmla="*/ 701516 h 876300"/>
                <a:gd name="connsiteX13471" fmla="*/ 1908905 w 2419350"/>
                <a:gd name="connsiteY13471" fmla="*/ 702374 h 876300"/>
                <a:gd name="connsiteX13472" fmla="*/ 1908429 w 2419350"/>
                <a:gd name="connsiteY13472" fmla="*/ 703421 h 876300"/>
                <a:gd name="connsiteX13473" fmla="*/ 1908239 w 2419350"/>
                <a:gd name="connsiteY13473" fmla="*/ 704660 h 876300"/>
                <a:gd name="connsiteX13474" fmla="*/ 1907953 w 2419350"/>
                <a:gd name="connsiteY13474" fmla="*/ 705422 h 876300"/>
                <a:gd name="connsiteX13475" fmla="*/ 1906810 w 2419350"/>
                <a:gd name="connsiteY13475" fmla="*/ 707136 h 876300"/>
                <a:gd name="connsiteX13476" fmla="*/ 1906429 w 2419350"/>
                <a:gd name="connsiteY13476" fmla="*/ 708088 h 876300"/>
                <a:gd name="connsiteX13477" fmla="*/ 1906143 w 2419350"/>
                <a:gd name="connsiteY13477" fmla="*/ 709994 h 876300"/>
                <a:gd name="connsiteX13478" fmla="*/ 1906238 w 2419350"/>
                <a:gd name="connsiteY13478" fmla="*/ 710279 h 876300"/>
                <a:gd name="connsiteX13479" fmla="*/ 1905667 w 2419350"/>
                <a:gd name="connsiteY13479" fmla="*/ 710470 h 876300"/>
                <a:gd name="connsiteX13480" fmla="*/ 1905667 w 2419350"/>
                <a:gd name="connsiteY13480" fmla="*/ 710946 h 876300"/>
                <a:gd name="connsiteX13481" fmla="*/ 1906333 w 2419350"/>
                <a:gd name="connsiteY13481" fmla="*/ 712756 h 876300"/>
                <a:gd name="connsiteX13482" fmla="*/ 1907191 w 2419350"/>
                <a:gd name="connsiteY13482" fmla="*/ 713327 h 876300"/>
                <a:gd name="connsiteX13483" fmla="*/ 1908239 w 2419350"/>
                <a:gd name="connsiteY13483" fmla="*/ 713708 h 876300"/>
                <a:gd name="connsiteX13484" fmla="*/ 1909191 w 2419350"/>
                <a:gd name="connsiteY13484" fmla="*/ 713899 h 876300"/>
                <a:gd name="connsiteX13485" fmla="*/ 1907762 w 2419350"/>
                <a:gd name="connsiteY13485" fmla="*/ 714280 h 876300"/>
                <a:gd name="connsiteX13486" fmla="*/ 1906714 w 2419350"/>
                <a:gd name="connsiteY13486" fmla="*/ 714185 h 876300"/>
                <a:gd name="connsiteX13487" fmla="*/ 1904429 w 2419350"/>
                <a:gd name="connsiteY13487" fmla="*/ 713042 h 876300"/>
                <a:gd name="connsiteX13488" fmla="*/ 1903286 w 2419350"/>
                <a:gd name="connsiteY13488" fmla="*/ 712661 h 876300"/>
                <a:gd name="connsiteX13489" fmla="*/ 1902428 w 2419350"/>
                <a:gd name="connsiteY13489" fmla="*/ 712946 h 876300"/>
                <a:gd name="connsiteX13490" fmla="*/ 1902047 w 2419350"/>
                <a:gd name="connsiteY13490" fmla="*/ 713804 h 876300"/>
                <a:gd name="connsiteX13491" fmla="*/ 1902333 w 2419350"/>
                <a:gd name="connsiteY13491" fmla="*/ 715232 h 876300"/>
                <a:gd name="connsiteX13492" fmla="*/ 1902714 w 2419350"/>
                <a:gd name="connsiteY13492" fmla="*/ 715232 h 876300"/>
                <a:gd name="connsiteX13493" fmla="*/ 1902714 w 2419350"/>
                <a:gd name="connsiteY13493" fmla="*/ 714851 h 876300"/>
                <a:gd name="connsiteX13494" fmla="*/ 1903000 w 2419350"/>
                <a:gd name="connsiteY13494" fmla="*/ 714851 h 876300"/>
                <a:gd name="connsiteX13495" fmla="*/ 1903000 w 2419350"/>
                <a:gd name="connsiteY13495" fmla="*/ 715423 h 876300"/>
                <a:gd name="connsiteX13496" fmla="*/ 1903190 w 2419350"/>
                <a:gd name="connsiteY13496" fmla="*/ 715709 h 876300"/>
                <a:gd name="connsiteX13497" fmla="*/ 1903571 w 2419350"/>
                <a:gd name="connsiteY13497" fmla="*/ 715709 h 876300"/>
                <a:gd name="connsiteX13498" fmla="*/ 1904048 w 2419350"/>
                <a:gd name="connsiteY13498" fmla="*/ 715518 h 876300"/>
                <a:gd name="connsiteX13499" fmla="*/ 1903952 w 2419350"/>
                <a:gd name="connsiteY13499" fmla="*/ 716185 h 876300"/>
                <a:gd name="connsiteX13500" fmla="*/ 1904238 w 2419350"/>
                <a:gd name="connsiteY13500" fmla="*/ 716852 h 876300"/>
                <a:gd name="connsiteX13501" fmla="*/ 1904238 w 2419350"/>
                <a:gd name="connsiteY13501" fmla="*/ 717328 h 876300"/>
                <a:gd name="connsiteX13502" fmla="*/ 1903381 w 2419350"/>
                <a:gd name="connsiteY13502" fmla="*/ 717423 h 876300"/>
                <a:gd name="connsiteX13503" fmla="*/ 1903381 w 2419350"/>
                <a:gd name="connsiteY13503" fmla="*/ 717709 h 876300"/>
                <a:gd name="connsiteX13504" fmla="*/ 1903762 w 2419350"/>
                <a:gd name="connsiteY13504" fmla="*/ 717899 h 876300"/>
                <a:gd name="connsiteX13505" fmla="*/ 1904143 w 2419350"/>
                <a:gd name="connsiteY13505" fmla="*/ 718185 h 876300"/>
                <a:gd name="connsiteX13506" fmla="*/ 1904429 w 2419350"/>
                <a:gd name="connsiteY13506" fmla="*/ 718566 h 876300"/>
                <a:gd name="connsiteX13507" fmla="*/ 1904429 w 2419350"/>
                <a:gd name="connsiteY13507" fmla="*/ 719138 h 876300"/>
                <a:gd name="connsiteX13508" fmla="*/ 1903952 w 2419350"/>
                <a:gd name="connsiteY13508" fmla="*/ 719804 h 876300"/>
                <a:gd name="connsiteX13509" fmla="*/ 1903476 w 2419350"/>
                <a:gd name="connsiteY13509" fmla="*/ 719804 h 876300"/>
                <a:gd name="connsiteX13510" fmla="*/ 1902905 w 2419350"/>
                <a:gd name="connsiteY13510" fmla="*/ 719519 h 876300"/>
                <a:gd name="connsiteX13511" fmla="*/ 1902238 w 2419350"/>
                <a:gd name="connsiteY13511" fmla="*/ 719519 h 876300"/>
                <a:gd name="connsiteX13512" fmla="*/ 1901381 w 2419350"/>
                <a:gd name="connsiteY13512" fmla="*/ 720185 h 876300"/>
                <a:gd name="connsiteX13513" fmla="*/ 1900714 w 2419350"/>
                <a:gd name="connsiteY13513" fmla="*/ 721233 h 876300"/>
                <a:gd name="connsiteX13514" fmla="*/ 1900523 w 2419350"/>
                <a:gd name="connsiteY13514" fmla="*/ 722471 h 876300"/>
                <a:gd name="connsiteX13515" fmla="*/ 1900904 w 2419350"/>
                <a:gd name="connsiteY13515" fmla="*/ 723519 h 876300"/>
                <a:gd name="connsiteX13516" fmla="*/ 1901571 w 2419350"/>
                <a:gd name="connsiteY13516" fmla="*/ 723424 h 876300"/>
                <a:gd name="connsiteX13517" fmla="*/ 1902142 w 2419350"/>
                <a:gd name="connsiteY13517" fmla="*/ 723900 h 876300"/>
                <a:gd name="connsiteX13518" fmla="*/ 1902523 w 2419350"/>
                <a:gd name="connsiteY13518" fmla="*/ 724662 h 876300"/>
                <a:gd name="connsiteX13519" fmla="*/ 1902714 w 2419350"/>
                <a:gd name="connsiteY13519" fmla="*/ 725519 h 876300"/>
                <a:gd name="connsiteX13520" fmla="*/ 1901952 w 2419350"/>
                <a:gd name="connsiteY13520" fmla="*/ 727615 h 876300"/>
                <a:gd name="connsiteX13521" fmla="*/ 1901666 w 2419350"/>
                <a:gd name="connsiteY13521" fmla="*/ 728758 h 876300"/>
                <a:gd name="connsiteX13522" fmla="*/ 1902142 w 2419350"/>
                <a:gd name="connsiteY13522" fmla="*/ 729234 h 876300"/>
                <a:gd name="connsiteX13523" fmla="*/ 1906048 w 2419350"/>
                <a:gd name="connsiteY13523" fmla="*/ 729520 h 876300"/>
                <a:gd name="connsiteX13524" fmla="*/ 1908048 w 2419350"/>
                <a:gd name="connsiteY13524" fmla="*/ 729329 h 876300"/>
                <a:gd name="connsiteX13525" fmla="*/ 1909477 w 2419350"/>
                <a:gd name="connsiteY13525" fmla="*/ 728472 h 876300"/>
                <a:gd name="connsiteX13526" fmla="*/ 1909763 w 2419350"/>
                <a:gd name="connsiteY13526" fmla="*/ 727901 h 876300"/>
                <a:gd name="connsiteX13527" fmla="*/ 1909953 w 2419350"/>
                <a:gd name="connsiteY13527" fmla="*/ 726662 h 876300"/>
                <a:gd name="connsiteX13528" fmla="*/ 1910239 w 2419350"/>
                <a:gd name="connsiteY13528" fmla="*/ 726186 h 876300"/>
                <a:gd name="connsiteX13529" fmla="*/ 1910906 w 2419350"/>
                <a:gd name="connsiteY13529" fmla="*/ 725710 h 876300"/>
                <a:gd name="connsiteX13530" fmla="*/ 1911191 w 2419350"/>
                <a:gd name="connsiteY13530" fmla="*/ 725805 h 876300"/>
                <a:gd name="connsiteX13531" fmla="*/ 1911477 w 2419350"/>
                <a:gd name="connsiteY13531" fmla="*/ 726091 h 876300"/>
                <a:gd name="connsiteX13532" fmla="*/ 1911858 w 2419350"/>
                <a:gd name="connsiteY13532" fmla="*/ 726281 h 876300"/>
                <a:gd name="connsiteX13533" fmla="*/ 1912334 w 2419350"/>
                <a:gd name="connsiteY13533" fmla="*/ 726758 h 876300"/>
                <a:gd name="connsiteX13534" fmla="*/ 1912048 w 2419350"/>
                <a:gd name="connsiteY13534" fmla="*/ 727805 h 876300"/>
                <a:gd name="connsiteX13535" fmla="*/ 1911287 w 2419350"/>
                <a:gd name="connsiteY13535" fmla="*/ 729805 h 876300"/>
                <a:gd name="connsiteX13536" fmla="*/ 1911667 w 2419350"/>
                <a:gd name="connsiteY13536" fmla="*/ 730568 h 876300"/>
                <a:gd name="connsiteX13537" fmla="*/ 1912620 w 2419350"/>
                <a:gd name="connsiteY13537" fmla="*/ 730187 h 876300"/>
                <a:gd name="connsiteX13538" fmla="*/ 1913573 w 2419350"/>
                <a:gd name="connsiteY13538" fmla="*/ 729329 h 876300"/>
                <a:gd name="connsiteX13539" fmla="*/ 1914144 w 2419350"/>
                <a:gd name="connsiteY13539" fmla="*/ 728567 h 876300"/>
                <a:gd name="connsiteX13540" fmla="*/ 1914334 w 2419350"/>
                <a:gd name="connsiteY13540" fmla="*/ 727996 h 876300"/>
                <a:gd name="connsiteX13541" fmla="*/ 1914334 w 2419350"/>
                <a:gd name="connsiteY13541" fmla="*/ 727615 h 876300"/>
                <a:gd name="connsiteX13542" fmla="*/ 1914430 w 2419350"/>
                <a:gd name="connsiteY13542" fmla="*/ 727329 h 876300"/>
                <a:gd name="connsiteX13543" fmla="*/ 1914715 w 2419350"/>
                <a:gd name="connsiteY13543" fmla="*/ 726948 h 876300"/>
                <a:gd name="connsiteX13544" fmla="*/ 1915001 w 2419350"/>
                <a:gd name="connsiteY13544" fmla="*/ 726472 h 876300"/>
                <a:gd name="connsiteX13545" fmla="*/ 1914811 w 2419350"/>
                <a:gd name="connsiteY13545" fmla="*/ 726186 h 876300"/>
                <a:gd name="connsiteX13546" fmla="*/ 1914334 w 2419350"/>
                <a:gd name="connsiteY13546" fmla="*/ 726091 h 876300"/>
                <a:gd name="connsiteX13547" fmla="*/ 1913763 w 2419350"/>
                <a:gd name="connsiteY13547" fmla="*/ 726091 h 876300"/>
                <a:gd name="connsiteX13548" fmla="*/ 1914239 w 2419350"/>
                <a:gd name="connsiteY13548" fmla="*/ 725234 h 876300"/>
                <a:gd name="connsiteX13549" fmla="*/ 1914811 w 2419350"/>
                <a:gd name="connsiteY13549" fmla="*/ 724757 h 876300"/>
                <a:gd name="connsiteX13550" fmla="*/ 1915382 w 2419350"/>
                <a:gd name="connsiteY13550" fmla="*/ 724281 h 876300"/>
                <a:gd name="connsiteX13551" fmla="*/ 1915954 w 2419350"/>
                <a:gd name="connsiteY13551" fmla="*/ 723614 h 876300"/>
                <a:gd name="connsiteX13552" fmla="*/ 1915954 w 2419350"/>
                <a:gd name="connsiteY13552" fmla="*/ 722662 h 876300"/>
                <a:gd name="connsiteX13553" fmla="*/ 1916049 w 2419350"/>
                <a:gd name="connsiteY13553" fmla="*/ 721900 h 876300"/>
                <a:gd name="connsiteX13554" fmla="*/ 1916430 w 2419350"/>
                <a:gd name="connsiteY13554" fmla="*/ 721233 h 876300"/>
                <a:gd name="connsiteX13555" fmla="*/ 1918811 w 2419350"/>
                <a:gd name="connsiteY13555" fmla="*/ 719519 h 876300"/>
                <a:gd name="connsiteX13556" fmla="*/ 1919192 w 2419350"/>
                <a:gd name="connsiteY13556" fmla="*/ 719042 h 876300"/>
                <a:gd name="connsiteX13557" fmla="*/ 1919573 w 2419350"/>
                <a:gd name="connsiteY13557" fmla="*/ 718756 h 876300"/>
                <a:gd name="connsiteX13558" fmla="*/ 1920335 w 2419350"/>
                <a:gd name="connsiteY13558" fmla="*/ 718471 h 876300"/>
                <a:gd name="connsiteX13559" fmla="*/ 1920907 w 2419350"/>
                <a:gd name="connsiteY13559" fmla="*/ 717899 h 876300"/>
                <a:gd name="connsiteX13560" fmla="*/ 1920621 w 2419350"/>
                <a:gd name="connsiteY13560" fmla="*/ 716756 h 876300"/>
                <a:gd name="connsiteX13561" fmla="*/ 1921192 w 2419350"/>
                <a:gd name="connsiteY13561" fmla="*/ 716947 h 876300"/>
                <a:gd name="connsiteX13562" fmla="*/ 1921669 w 2419350"/>
                <a:gd name="connsiteY13562" fmla="*/ 716756 h 876300"/>
                <a:gd name="connsiteX13563" fmla="*/ 1922050 w 2419350"/>
                <a:gd name="connsiteY13563" fmla="*/ 716375 h 876300"/>
                <a:gd name="connsiteX13564" fmla="*/ 1922336 w 2419350"/>
                <a:gd name="connsiteY13564" fmla="*/ 715899 h 876300"/>
                <a:gd name="connsiteX13565" fmla="*/ 1921955 w 2419350"/>
                <a:gd name="connsiteY13565" fmla="*/ 714756 h 876300"/>
                <a:gd name="connsiteX13566" fmla="*/ 1922812 w 2419350"/>
                <a:gd name="connsiteY13566" fmla="*/ 714280 h 876300"/>
                <a:gd name="connsiteX13567" fmla="*/ 1924145 w 2419350"/>
                <a:gd name="connsiteY13567" fmla="*/ 714089 h 876300"/>
                <a:gd name="connsiteX13568" fmla="*/ 1925193 w 2419350"/>
                <a:gd name="connsiteY13568" fmla="*/ 713804 h 876300"/>
                <a:gd name="connsiteX13569" fmla="*/ 1926050 w 2419350"/>
                <a:gd name="connsiteY13569" fmla="*/ 713137 h 876300"/>
                <a:gd name="connsiteX13570" fmla="*/ 1926336 w 2419350"/>
                <a:gd name="connsiteY13570" fmla="*/ 712851 h 876300"/>
                <a:gd name="connsiteX13571" fmla="*/ 1927384 w 2419350"/>
                <a:gd name="connsiteY13571" fmla="*/ 710755 h 876300"/>
                <a:gd name="connsiteX13572" fmla="*/ 1927574 w 2419350"/>
                <a:gd name="connsiteY13572" fmla="*/ 710470 h 876300"/>
                <a:gd name="connsiteX13573" fmla="*/ 1928431 w 2419350"/>
                <a:gd name="connsiteY13573" fmla="*/ 710089 h 876300"/>
                <a:gd name="connsiteX13574" fmla="*/ 1929193 w 2419350"/>
                <a:gd name="connsiteY13574" fmla="*/ 709231 h 876300"/>
                <a:gd name="connsiteX13575" fmla="*/ 1929765 w 2419350"/>
                <a:gd name="connsiteY13575" fmla="*/ 708088 h 876300"/>
                <a:gd name="connsiteX13576" fmla="*/ 1930241 w 2419350"/>
                <a:gd name="connsiteY13576" fmla="*/ 705803 h 876300"/>
                <a:gd name="connsiteX13577" fmla="*/ 1930813 w 2419350"/>
                <a:gd name="connsiteY13577" fmla="*/ 704564 h 876300"/>
                <a:gd name="connsiteX13578" fmla="*/ 1931098 w 2419350"/>
                <a:gd name="connsiteY13578" fmla="*/ 703326 h 876300"/>
                <a:gd name="connsiteX13579" fmla="*/ 1930717 w 2419350"/>
                <a:gd name="connsiteY13579" fmla="*/ 702183 h 876300"/>
                <a:gd name="connsiteX13580" fmla="*/ 1931098 w 2419350"/>
                <a:gd name="connsiteY13580" fmla="*/ 702088 h 876300"/>
                <a:gd name="connsiteX13581" fmla="*/ 1931480 w 2419350"/>
                <a:gd name="connsiteY13581" fmla="*/ 701897 h 876300"/>
                <a:gd name="connsiteX13582" fmla="*/ 1931670 w 2419350"/>
                <a:gd name="connsiteY13582" fmla="*/ 701516 h 876300"/>
                <a:gd name="connsiteX13583" fmla="*/ 1931861 w 2419350"/>
                <a:gd name="connsiteY13583" fmla="*/ 700373 h 876300"/>
                <a:gd name="connsiteX13584" fmla="*/ 1932432 w 2419350"/>
                <a:gd name="connsiteY13584" fmla="*/ 699135 h 876300"/>
                <a:gd name="connsiteX13585" fmla="*/ 1932623 w 2419350"/>
                <a:gd name="connsiteY13585" fmla="*/ 698945 h 876300"/>
                <a:gd name="connsiteX13586" fmla="*/ 1932908 w 2419350"/>
                <a:gd name="connsiteY13586" fmla="*/ 698945 h 876300"/>
                <a:gd name="connsiteX13587" fmla="*/ 1933194 w 2419350"/>
                <a:gd name="connsiteY13587" fmla="*/ 698945 h 876300"/>
                <a:gd name="connsiteX13588" fmla="*/ 1933194 w 2419350"/>
                <a:gd name="connsiteY13588" fmla="*/ 698563 h 876300"/>
                <a:gd name="connsiteX13589" fmla="*/ 1933004 w 2419350"/>
                <a:gd name="connsiteY13589" fmla="*/ 698278 h 876300"/>
                <a:gd name="connsiteX13590" fmla="*/ 1932813 w 2419350"/>
                <a:gd name="connsiteY13590" fmla="*/ 698278 h 876300"/>
                <a:gd name="connsiteX13591" fmla="*/ 1932623 w 2419350"/>
                <a:gd name="connsiteY13591" fmla="*/ 698373 h 876300"/>
                <a:gd name="connsiteX13592" fmla="*/ 1932432 w 2419350"/>
                <a:gd name="connsiteY13592" fmla="*/ 698278 h 876300"/>
                <a:gd name="connsiteX13593" fmla="*/ 1932051 w 2419350"/>
                <a:gd name="connsiteY13593" fmla="*/ 697992 h 876300"/>
                <a:gd name="connsiteX13594" fmla="*/ 1931575 w 2419350"/>
                <a:gd name="connsiteY13594" fmla="*/ 697706 h 876300"/>
                <a:gd name="connsiteX13595" fmla="*/ 1931098 w 2419350"/>
                <a:gd name="connsiteY13595" fmla="*/ 697325 h 876300"/>
                <a:gd name="connsiteX13596" fmla="*/ 1930717 w 2419350"/>
                <a:gd name="connsiteY13596" fmla="*/ 696754 h 876300"/>
                <a:gd name="connsiteX13597" fmla="*/ 1931384 w 2419350"/>
                <a:gd name="connsiteY13597" fmla="*/ 696087 h 876300"/>
                <a:gd name="connsiteX13598" fmla="*/ 1931480 w 2419350"/>
                <a:gd name="connsiteY13598" fmla="*/ 695325 h 876300"/>
                <a:gd name="connsiteX13599" fmla="*/ 1931194 w 2419350"/>
                <a:gd name="connsiteY13599" fmla="*/ 694563 h 876300"/>
                <a:gd name="connsiteX13600" fmla="*/ 1930146 w 2419350"/>
                <a:gd name="connsiteY13600" fmla="*/ 692753 h 876300"/>
                <a:gd name="connsiteX13601" fmla="*/ 1930051 w 2419350"/>
                <a:gd name="connsiteY13601" fmla="*/ 692658 h 876300"/>
                <a:gd name="connsiteX13602" fmla="*/ 1930051 w 2419350"/>
                <a:gd name="connsiteY13602" fmla="*/ 692277 h 876300"/>
                <a:gd name="connsiteX13603" fmla="*/ 1930051 w 2419350"/>
                <a:gd name="connsiteY13603" fmla="*/ 691229 h 876300"/>
                <a:gd name="connsiteX13604" fmla="*/ 1929860 w 2419350"/>
                <a:gd name="connsiteY13604" fmla="*/ 689801 h 876300"/>
                <a:gd name="connsiteX13605" fmla="*/ 1930051 w 2419350"/>
                <a:gd name="connsiteY13605" fmla="*/ 689229 h 876300"/>
                <a:gd name="connsiteX13606" fmla="*/ 1930527 w 2419350"/>
                <a:gd name="connsiteY13606" fmla="*/ 688658 h 876300"/>
                <a:gd name="connsiteX13607" fmla="*/ 1931194 w 2419350"/>
                <a:gd name="connsiteY13607" fmla="*/ 688181 h 876300"/>
                <a:gd name="connsiteX13608" fmla="*/ 1931575 w 2419350"/>
                <a:gd name="connsiteY13608" fmla="*/ 688086 h 876300"/>
                <a:gd name="connsiteX13609" fmla="*/ 1932051 w 2419350"/>
                <a:gd name="connsiteY13609" fmla="*/ 688181 h 876300"/>
                <a:gd name="connsiteX13610" fmla="*/ 1932813 w 2419350"/>
                <a:gd name="connsiteY13610" fmla="*/ 688277 h 876300"/>
                <a:gd name="connsiteX13611" fmla="*/ 1933480 w 2419350"/>
                <a:gd name="connsiteY13611" fmla="*/ 688086 h 876300"/>
                <a:gd name="connsiteX13612" fmla="*/ 1934242 w 2419350"/>
                <a:gd name="connsiteY13612" fmla="*/ 687705 h 876300"/>
                <a:gd name="connsiteX13613" fmla="*/ 1934908 w 2419350"/>
                <a:gd name="connsiteY13613" fmla="*/ 687229 h 876300"/>
                <a:gd name="connsiteX13614" fmla="*/ 1935194 w 2419350"/>
                <a:gd name="connsiteY13614" fmla="*/ 686657 h 876300"/>
                <a:gd name="connsiteX13615" fmla="*/ 1935004 w 2419350"/>
                <a:gd name="connsiteY13615" fmla="*/ 686657 h 876300"/>
                <a:gd name="connsiteX13616" fmla="*/ 1933670 w 2419350"/>
                <a:gd name="connsiteY13616" fmla="*/ 684657 h 876300"/>
                <a:gd name="connsiteX13617" fmla="*/ 1912811 w 2419350"/>
                <a:gd name="connsiteY13617" fmla="*/ 523589 h 876300"/>
                <a:gd name="connsiteX13618" fmla="*/ 1912144 w 2419350"/>
                <a:gd name="connsiteY13618" fmla="*/ 522922 h 876300"/>
                <a:gd name="connsiteX13619" fmla="*/ 1911858 w 2419350"/>
                <a:gd name="connsiteY13619" fmla="*/ 522446 h 876300"/>
                <a:gd name="connsiteX13620" fmla="*/ 1911667 w 2419350"/>
                <a:gd name="connsiteY13620" fmla="*/ 522351 h 876300"/>
                <a:gd name="connsiteX13621" fmla="*/ 1911382 w 2419350"/>
                <a:gd name="connsiteY13621" fmla="*/ 522351 h 876300"/>
                <a:gd name="connsiteX13622" fmla="*/ 1911191 w 2419350"/>
                <a:gd name="connsiteY13622" fmla="*/ 522446 h 876300"/>
                <a:gd name="connsiteX13623" fmla="*/ 1911096 w 2419350"/>
                <a:gd name="connsiteY13623" fmla="*/ 522637 h 876300"/>
                <a:gd name="connsiteX13624" fmla="*/ 1911001 w 2419350"/>
                <a:gd name="connsiteY13624" fmla="*/ 522922 h 876300"/>
                <a:gd name="connsiteX13625" fmla="*/ 1911001 w 2419350"/>
                <a:gd name="connsiteY13625" fmla="*/ 523208 h 876300"/>
                <a:gd name="connsiteX13626" fmla="*/ 1911191 w 2419350"/>
                <a:gd name="connsiteY13626" fmla="*/ 523780 h 876300"/>
                <a:gd name="connsiteX13627" fmla="*/ 1911477 w 2419350"/>
                <a:gd name="connsiteY13627" fmla="*/ 524351 h 876300"/>
                <a:gd name="connsiteX13628" fmla="*/ 1911858 w 2419350"/>
                <a:gd name="connsiteY13628" fmla="*/ 524828 h 876300"/>
                <a:gd name="connsiteX13629" fmla="*/ 1912334 w 2419350"/>
                <a:gd name="connsiteY13629" fmla="*/ 525113 h 876300"/>
                <a:gd name="connsiteX13630" fmla="*/ 1914811 w 2419350"/>
                <a:gd name="connsiteY13630" fmla="*/ 526066 h 876300"/>
                <a:gd name="connsiteX13631" fmla="*/ 1916525 w 2419350"/>
                <a:gd name="connsiteY13631" fmla="*/ 527304 h 876300"/>
                <a:gd name="connsiteX13632" fmla="*/ 1916906 w 2419350"/>
                <a:gd name="connsiteY13632" fmla="*/ 527209 h 876300"/>
                <a:gd name="connsiteX13633" fmla="*/ 1916525 w 2419350"/>
                <a:gd name="connsiteY13633" fmla="*/ 526542 h 876300"/>
                <a:gd name="connsiteX13634" fmla="*/ 1915478 w 2419350"/>
                <a:gd name="connsiteY13634" fmla="*/ 525589 h 876300"/>
                <a:gd name="connsiteX13635" fmla="*/ 1912811 w 2419350"/>
                <a:gd name="connsiteY13635" fmla="*/ 523589 h 876300"/>
                <a:gd name="connsiteX13636" fmla="*/ 1917192 w 2419350"/>
                <a:gd name="connsiteY13636" fmla="*/ 521399 h 876300"/>
                <a:gd name="connsiteX13637" fmla="*/ 1918335 w 2419350"/>
                <a:gd name="connsiteY13637" fmla="*/ 522256 h 876300"/>
                <a:gd name="connsiteX13638" fmla="*/ 1919383 w 2419350"/>
                <a:gd name="connsiteY13638" fmla="*/ 522351 h 876300"/>
                <a:gd name="connsiteX13639" fmla="*/ 1919954 w 2419350"/>
                <a:gd name="connsiteY13639" fmla="*/ 521875 h 876300"/>
                <a:gd name="connsiteX13640" fmla="*/ 1919478 w 2419350"/>
                <a:gd name="connsiteY13640" fmla="*/ 520922 h 876300"/>
                <a:gd name="connsiteX13641" fmla="*/ 1918906 w 2419350"/>
                <a:gd name="connsiteY13641" fmla="*/ 519684 h 876300"/>
                <a:gd name="connsiteX13642" fmla="*/ 1918525 w 2419350"/>
                <a:gd name="connsiteY13642" fmla="*/ 518065 h 876300"/>
                <a:gd name="connsiteX13643" fmla="*/ 1917954 w 2419350"/>
                <a:gd name="connsiteY13643" fmla="*/ 516731 h 876300"/>
                <a:gd name="connsiteX13644" fmla="*/ 1916811 w 2419350"/>
                <a:gd name="connsiteY13644" fmla="*/ 516350 h 876300"/>
                <a:gd name="connsiteX13645" fmla="*/ 1915954 w 2419350"/>
                <a:gd name="connsiteY13645" fmla="*/ 516636 h 876300"/>
                <a:gd name="connsiteX13646" fmla="*/ 1915573 w 2419350"/>
                <a:gd name="connsiteY13646" fmla="*/ 516922 h 876300"/>
                <a:gd name="connsiteX13647" fmla="*/ 1915382 w 2419350"/>
                <a:gd name="connsiteY13647" fmla="*/ 517208 h 876300"/>
                <a:gd name="connsiteX13648" fmla="*/ 1915573 w 2419350"/>
                <a:gd name="connsiteY13648" fmla="*/ 518065 h 876300"/>
                <a:gd name="connsiteX13649" fmla="*/ 1916716 w 2419350"/>
                <a:gd name="connsiteY13649" fmla="*/ 520446 h 876300"/>
                <a:gd name="connsiteX13650" fmla="*/ 1917192 w 2419350"/>
                <a:gd name="connsiteY13650" fmla="*/ 521399 h 876300"/>
                <a:gd name="connsiteX13651" fmla="*/ 1910048 w 2419350"/>
                <a:gd name="connsiteY13651" fmla="*/ 692372 h 876300"/>
                <a:gd name="connsiteX13652" fmla="*/ 1909667 w 2419350"/>
                <a:gd name="connsiteY13652" fmla="*/ 692753 h 876300"/>
                <a:gd name="connsiteX13653" fmla="*/ 1908905 w 2419350"/>
                <a:gd name="connsiteY13653" fmla="*/ 694087 h 876300"/>
                <a:gd name="connsiteX13654" fmla="*/ 1908239 w 2419350"/>
                <a:gd name="connsiteY13654" fmla="*/ 694849 h 876300"/>
                <a:gd name="connsiteX13655" fmla="*/ 1907857 w 2419350"/>
                <a:gd name="connsiteY13655" fmla="*/ 695230 h 876300"/>
                <a:gd name="connsiteX13656" fmla="*/ 1907476 w 2419350"/>
                <a:gd name="connsiteY13656" fmla="*/ 695516 h 876300"/>
                <a:gd name="connsiteX13657" fmla="*/ 1908143 w 2419350"/>
                <a:gd name="connsiteY13657" fmla="*/ 695801 h 876300"/>
                <a:gd name="connsiteX13658" fmla="*/ 1910715 w 2419350"/>
                <a:gd name="connsiteY13658" fmla="*/ 696278 h 876300"/>
                <a:gd name="connsiteX13659" fmla="*/ 1910429 w 2419350"/>
                <a:gd name="connsiteY13659" fmla="*/ 695516 h 876300"/>
                <a:gd name="connsiteX13660" fmla="*/ 1911572 w 2419350"/>
                <a:gd name="connsiteY13660" fmla="*/ 694658 h 876300"/>
                <a:gd name="connsiteX13661" fmla="*/ 1911763 w 2419350"/>
                <a:gd name="connsiteY13661" fmla="*/ 694468 h 876300"/>
                <a:gd name="connsiteX13662" fmla="*/ 1911858 w 2419350"/>
                <a:gd name="connsiteY13662" fmla="*/ 693992 h 876300"/>
                <a:gd name="connsiteX13663" fmla="*/ 1911763 w 2419350"/>
                <a:gd name="connsiteY13663" fmla="*/ 693515 h 876300"/>
                <a:gd name="connsiteX13664" fmla="*/ 1911477 w 2419350"/>
                <a:gd name="connsiteY13664" fmla="*/ 693420 h 876300"/>
                <a:gd name="connsiteX13665" fmla="*/ 1911001 w 2419350"/>
                <a:gd name="connsiteY13665" fmla="*/ 694087 h 876300"/>
                <a:gd name="connsiteX13666" fmla="*/ 1910906 w 2419350"/>
                <a:gd name="connsiteY13666" fmla="*/ 693706 h 876300"/>
                <a:gd name="connsiteX13667" fmla="*/ 1910239 w 2419350"/>
                <a:gd name="connsiteY13667" fmla="*/ 692658 h 876300"/>
                <a:gd name="connsiteX13668" fmla="*/ 1910048 w 2419350"/>
                <a:gd name="connsiteY13668" fmla="*/ 692372 h 876300"/>
                <a:gd name="connsiteX13669" fmla="*/ 1967008 w 2419350"/>
                <a:gd name="connsiteY13669" fmla="*/ 599599 h 876300"/>
                <a:gd name="connsiteX13670" fmla="*/ 1965579 w 2419350"/>
                <a:gd name="connsiteY13670" fmla="*/ 598456 h 876300"/>
                <a:gd name="connsiteX13671" fmla="*/ 1965007 w 2419350"/>
                <a:gd name="connsiteY13671" fmla="*/ 598837 h 876300"/>
                <a:gd name="connsiteX13672" fmla="*/ 1965103 w 2419350"/>
                <a:gd name="connsiteY13672" fmla="*/ 599599 h 876300"/>
                <a:gd name="connsiteX13673" fmla="*/ 1965579 w 2419350"/>
                <a:gd name="connsiteY13673" fmla="*/ 600361 h 876300"/>
                <a:gd name="connsiteX13674" fmla="*/ 1966341 w 2419350"/>
                <a:gd name="connsiteY13674" fmla="*/ 601218 h 876300"/>
                <a:gd name="connsiteX13675" fmla="*/ 1966436 w 2419350"/>
                <a:gd name="connsiteY13675" fmla="*/ 601504 h 876300"/>
                <a:gd name="connsiteX13676" fmla="*/ 1966722 w 2419350"/>
                <a:gd name="connsiteY13676" fmla="*/ 601504 h 876300"/>
                <a:gd name="connsiteX13677" fmla="*/ 1967484 w 2419350"/>
                <a:gd name="connsiteY13677" fmla="*/ 601218 h 876300"/>
                <a:gd name="connsiteX13678" fmla="*/ 1967960 w 2419350"/>
                <a:gd name="connsiteY13678" fmla="*/ 600932 h 876300"/>
                <a:gd name="connsiteX13679" fmla="*/ 1968341 w 2419350"/>
                <a:gd name="connsiteY13679" fmla="*/ 600456 h 876300"/>
                <a:gd name="connsiteX13680" fmla="*/ 1968627 w 2419350"/>
                <a:gd name="connsiteY13680" fmla="*/ 599980 h 876300"/>
                <a:gd name="connsiteX13681" fmla="*/ 1968817 w 2419350"/>
                <a:gd name="connsiteY13681" fmla="*/ 599408 h 876300"/>
                <a:gd name="connsiteX13682" fmla="*/ 1967770 w 2419350"/>
                <a:gd name="connsiteY13682" fmla="*/ 599694 h 876300"/>
                <a:gd name="connsiteX13683" fmla="*/ 1967008 w 2419350"/>
                <a:gd name="connsiteY13683" fmla="*/ 599599 h 876300"/>
                <a:gd name="connsiteX13684" fmla="*/ 1991011 w 2419350"/>
                <a:gd name="connsiteY13684" fmla="*/ 612838 h 876300"/>
                <a:gd name="connsiteX13685" fmla="*/ 1990154 w 2419350"/>
                <a:gd name="connsiteY13685" fmla="*/ 612458 h 876300"/>
                <a:gd name="connsiteX13686" fmla="*/ 1989773 w 2419350"/>
                <a:gd name="connsiteY13686" fmla="*/ 611505 h 876300"/>
                <a:gd name="connsiteX13687" fmla="*/ 1989582 w 2419350"/>
                <a:gd name="connsiteY13687" fmla="*/ 610267 h 876300"/>
                <a:gd name="connsiteX13688" fmla="*/ 1989296 w 2419350"/>
                <a:gd name="connsiteY13688" fmla="*/ 609219 h 876300"/>
                <a:gd name="connsiteX13689" fmla="*/ 1988915 w 2419350"/>
                <a:gd name="connsiteY13689" fmla="*/ 609219 h 876300"/>
                <a:gd name="connsiteX13690" fmla="*/ 1988820 w 2419350"/>
                <a:gd name="connsiteY13690" fmla="*/ 609410 h 876300"/>
                <a:gd name="connsiteX13691" fmla="*/ 1988534 w 2419350"/>
                <a:gd name="connsiteY13691" fmla="*/ 609886 h 876300"/>
                <a:gd name="connsiteX13692" fmla="*/ 1988534 w 2419350"/>
                <a:gd name="connsiteY13692" fmla="*/ 609410 h 876300"/>
                <a:gd name="connsiteX13693" fmla="*/ 1987867 w 2419350"/>
                <a:gd name="connsiteY13693" fmla="*/ 607505 h 876300"/>
                <a:gd name="connsiteX13694" fmla="*/ 1987772 w 2419350"/>
                <a:gd name="connsiteY13694" fmla="*/ 606552 h 876300"/>
                <a:gd name="connsiteX13695" fmla="*/ 1987582 w 2419350"/>
                <a:gd name="connsiteY13695" fmla="*/ 606076 h 876300"/>
                <a:gd name="connsiteX13696" fmla="*/ 1987201 w 2419350"/>
                <a:gd name="connsiteY13696" fmla="*/ 605790 h 876300"/>
                <a:gd name="connsiteX13697" fmla="*/ 1986820 w 2419350"/>
                <a:gd name="connsiteY13697" fmla="*/ 605790 h 876300"/>
                <a:gd name="connsiteX13698" fmla="*/ 1986058 w 2419350"/>
                <a:gd name="connsiteY13698" fmla="*/ 605980 h 876300"/>
                <a:gd name="connsiteX13699" fmla="*/ 1985677 w 2419350"/>
                <a:gd name="connsiteY13699" fmla="*/ 605885 h 876300"/>
                <a:gd name="connsiteX13700" fmla="*/ 1985010 w 2419350"/>
                <a:gd name="connsiteY13700" fmla="*/ 605504 h 876300"/>
                <a:gd name="connsiteX13701" fmla="*/ 1985105 w 2419350"/>
                <a:gd name="connsiteY13701" fmla="*/ 605123 h 876300"/>
                <a:gd name="connsiteX13702" fmla="*/ 1985486 w 2419350"/>
                <a:gd name="connsiteY13702" fmla="*/ 604552 h 876300"/>
                <a:gd name="connsiteX13703" fmla="*/ 1985677 w 2419350"/>
                <a:gd name="connsiteY13703" fmla="*/ 603790 h 876300"/>
                <a:gd name="connsiteX13704" fmla="*/ 1985391 w 2419350"/>
                <a:gd name="connsiteY13704" fmla="*/ 602742 h 876300"/>
                <a:gd name="connsiteX13705" fmla="*/ 1984915 w 2419350"/>
                <a:gd name="connsiteY13705" fmla="*/ 602837 h 876300"/>
                <a:gd name="connsiteX13706" fmla="*/ 1984248 w 2419350"/>
                <a:gd name="connsiteY13706" fmla="*/ 603504 h 876300"/>
                <a:gd name="connsiteX13707" fmla="*/ 1983486 w 2419350"/>
                <a:gd name="connsiteY13707" fmla="*/ 604076 h 876300"/>
                <a:gd name="connsiteX13708" fmla="*/ 1983200 w 2419350"/>
                <a:gd name="connsiteY13708" fmla="*/ 603885 h 876300"/>
                <a:gd name="connsiteX13709" fmla="*/ 1981200 w 2419350"/>
                <a:gd name="connsiteY13709" fmla="*/ 602933 h 876300"/>
                <a:gd name="connsiteX13710" fmla="*/ 1981295 w 2419350"/>
                <a:gd name="connsiteY13710" fmla="*/ 603695 h 876300"/>
                <a:gd name="connsiteX13711" fmla="*/ 1981581 w 2419350"/>
                <a:gd name="connsiteY13711" fmla="*/ 604171 h 876300"/>
                <a:gd name="connsiteX13712" fmla="*/ 1981962 w 2419350"/>
                <a:gd name="connsiteY13712" fmla="*/ 604552 h 876300"/>
                <a:gd name="connsiteX13713" fmla="*/ 1982343 w 2419350"/>
                <a:gd name="connsiteY13713" fmla="*/ 605028 h 876300"/>
                <a:gd name="connsiteX13714" fmla="*/ 1982438 w 2419350"/>
                <a:gd name="connsiteY13714" fmla="*/ 605314 h 876300"/>
                <a:gd name="connsiteX13715" fmla="*/ 1982343 w 2419350"/>
                <a:gd name="connsiteY13715" fmla="*/ 606362 h 876300"/>
                <a:gd name="connsiteX13716" fmla="*/ 1982533 w 2419350"/>
                <a:gd name="connsiteY13716" fmla="*/ 606743 h 876300"/>
                <a:gd name="connsiteX13717" fmla="*/ 1982914 w 2419350"/>
                <a:gd name="connsiteY13717" fmla="*/ 606838 h 876300"/>
                <a:gd name="connsiteX13718" fmla="*/ 1983296 w 2419350"/>
                <a:gd name="connsiteY13718" fmla="*/ 606838 h 876300"/>
                <a:gd name="connsiteX13719" fmla="*/ 1983486 w 2419350"/>
                <a:gd name="connsiteY13719" fmla="*/ 606933 h 876300"/>
                <a:gd name="connsiteX13720" fmla="*/ 1983486 w 2419350"/>
                <a:gd name="connsiteY13720" fmla="*/ 607219 h 876300"/>
                <a:gd name="connsiteX13721" fmla="*/ 1983486 w 2419350"/>
                <a:gd name="connsiteY13721" fmla="*/ 607600 h 876300"/>
                <a:gd name="connsiteX13722" fmla="*/ 1983391 w 2419350"/>
                <a:gd name="connsiteY13722" fmla="*/ 607886 h 876300"/>
                <a:gd name="connsiteX13723" fmla="*/ 1983296 w 2419350"/>
                <a:gd name="connsiteY13723" fmla="*/ 608171 h 876300"/>
                <a:gd name="connsiteX13724" fmla="*/ 1983105 w 2419350"/>
                <a:gd name="connsiteY13724" fmla="*/ 608552 h 876300"/>
                <a:gd name="connsiteX13725" fmla="*/ 1983486 w 2419350"/>
                <a:gd name="connsiteY13725" fmla="*/ 608647 h 876300"/>
                <a:gd name="connsiteX13726" fmla="*/ 1983962 w 2419350"/>
                <a:gd name="connsiteY13726" fmla="*/ 608647 h 876300"/>
                <a:gd name="connsiteX13727" fmla="*/ 1984248 w 2419350"/>
                <a:gd name="connsiteY13727" fmla="*/ 608647 h 876300"/>
                <a:gd name="connsiteX13728" fmla="*/ 1984724 w 2419350"/>
                <a:gd name="connsiteY13728" fmla="*/ 610553 h 876300"/>
                <a:gd name="connsiteX13729" fmla="*/ 1985010 w 2419350"/>
                <a:gd name="connsiteY13729" fmla="*/ 611124 h 876300"/>
                <a:gd name="connsiteX13730" fmla="*/ 1984248 w 2419350"/>
                <a:gd name="connsiteY13730" fmla="*/ 611124 h 876300"/>
                <a:gd name="connsiteX13731" fmla="*/ 1984057 w 2419350"/>
                <a:gd name="connsiteY13731" fmla="*/ 612362 h 876300"/>
                <a:gd name="connsiteX13732" fmla="*/ 1984248 w 2419350"/>
                <a:gd name="connsiteY13732" fmla="*/ 615125 h 876300"/>
                <a:gd name="connsiteX13733" fmla="*/ 1984153 w 2419350"/>
                <a:gd name="connsiteY13733" fmla="*/ 615125 h 876300"/>
                <a:gd name="connsiteX13734" fmla="*/ 1983867 w 2419350"/>
                <a:gd name="connsiteY13734" fmla="*/ 615125 h 876300"/>
                <a:gd name="connsiteX13735" fmla="*/ 1983581 w 2419350"/>
                <a:gd name="connsiteY13735" fmla="*/ 615220 h 876300"/>
                <a:gd name="connsiteX13736" fmla="*/ 1983486 w 2419350"/>
                <a:gd name="connsiteY13736" fmla="*/ 615601 h 876300"/>
                <a:gd name="connsiteX13737" fmla="*/ 1983486 w 2419350"/>
                <a:gd name="connsiteY13737" fmla="*/ 615982 h 876300"/>
                <a:gd name="connsiteX13738" fmla="*/ 1983581 w 2419350"/>
                <a:gd name="connsiteY13738" fmla="*/ 616172 h 876300"/>
                <a:gd name="connsiteX13739" fmla="*/ 1983676 w 2419350"/>
                <a:gd name="connsiteY13739" fmla="*/ 616268 h 876300"/>
                <a:gd name="connsiteX13740" fmla="*/ 1983772 w 2419350"/>
                <a:gd name="connsiteY13740" fmla="*/ 616553 h 876300"/>
                <a:gd name="connsiteX13741" fmla="*/ 1983772 w 2419350"/>
                <a:gd name="connsiteY13741" fmla="*/ 617887 h 876300"/>
                <a:gd name="connsiteX13742" fmla="*/ 1983867 w 2419350"/>
                <a:gd name="connsiteY13742" fmla="*/ 618554 h 876300"/>
                <a:gd name="connsiteX13743" fmla="*/ 1984153 w 2419350"/>
                <a:gd name="connsiteY13743" fmla="*/ 619125 h 876300"/>
                <a:gd name="connsiteX13744" fmla="*/ 1984153 w 2419350"/>
                <a:gd name="connsiteY13744" fmla="*/ 618744 h 876300"/>
                <a:gd name="connsiteX13745" fmla="*/ 1984724 w 2419350"/>
                <a:gd name="connsiteY13745" fmla="*/ 619697 h 876300"/>
                <a:gd name="connsiteX13746" fmla="*/ 1985010 w 2419350"/>
                <a:gd name="connsiteY13746" fmla="*/ 620078 h 876300"/>
                <a:gd name="connsiteX13747" fmla="*/ 1985391 w 2419350"/>
                <a:gd name="connsiteY13747" fmla="*/ 620173 h 876300"/>
                <a:gd name="connsiteX13748" fmla="*/ 1985867 w 2419350"/>
                <a:gd name="connsiteY13748" fmla="*/ 619982 h 876300"/>
                <a:gd name="connsiteX13749" fmla="*/ 1986153 w 2419350"/>
                <a:gd name="connsiteY13749" fmla="*/ 619506 h 876300"/>
                <a:gd name="connsiteX13750" fmla="*/ 1986248 w 2419350"/>
                <a:gd name="connsiteY13750" fmla="*/ 618935 h 876300"/>
                <a:gd name="connsiteX13751" fmla="*/ 1986248 w 2419350"/>
                <a:gd name="connsiteY13751" fmla="*/ 618363 h 876300"/>
                <a:gd name="connsiteX13752" fmla="*/ 1986629 w 2419350"/>
                <a:gd name="connsiteY13752" fmla="*/ 619125 h 876300"/>
                <a:gd name="connsiteX13753" fmla="*/ 1987010 w 2419350"/>
                <a:gd name="connsiteY13753" fmla="*/ 620363 h 876300"/>
                <a:gd name="connsiteX13754" fmla="*/ 1987582 w 2419350"/>
                <a:gd name="connsiteY13754" fmla="*/ 621221 h 876300"/>
                <a:gd name="connsiteX13755" fmla="*/ 1988630 w 2419350"/>
                <a:gd name="connsiteY13755" fmla="*/ 620744 h 876300"/>
                <a:gd name="connsiteX13756" fmla="*/ 1989391 w 2419350"/>
                <a:gd name="connsiteY13756" fmla="*/ 619792 h 876300"/>
                <a:gd name="connsiteX13757" fmla="*/ 1990058 w 2419350"/>
                <a:gd name="connsiteY13757" fmla="*/ 618839 h 876300"/>
                <a:gd name="connsiteX13758" fmla="*/ 1990534 w 2419350"/>
                <a:gd name="connsiteY13758" fmla="*/ 617792 h 876300"/>
                <a:gd name="connsiteX13759" fmla="*/ 1991011 w 2419350"/>
                <a:gd name="connsiteY13759" fmla="*/ 616553 h 876300"/>
                <a:gd name="connsiteX13760" fmla="*/ 1991392 w 2419350"/>
                <a:gd name="connsiteY13760" fmla="*/ 614267 h 876300"/>
                <a:gd name="connsiteX13761" fmla="*/ 1991297 w 2419350"/>
                <a:gd name="connsiteY13761" fmla="*/ 613124 h 876300"/>
                <a:gd name="connsiteX13762" fmla="*/ 1991011 w 2419350"/>
                <a:gd name="connsiteY13762" fmla="*/ 612838 h 876300"/>
                <a:gd name="connsiteX13763" fmla="*/ 1983581 w 2419350"/>
                <a:gd name="connsiteY13763" fmla="*/ 490156 h 876300"/>
                <a:gd name="connsiteX13764" fmla="*/ 1983867 w 2419350"/>
                <a:gd name="connsiteY13764" fmla="*/ 490252 h 876300"/>
                <a:gd name="connsiteX13765" fmla="*/ 1984153 w 2419350"/>
                <a:gd name="connsiteY13765" fmla="*/ 491585 h 876300"/>
                <a:gd name="connsiteX13766" fmla="*/ 1984534 w 2419350"/>
                <a:gd name="connsiteY13766" fmla="*/ 492443 h 876300"/>
                <a:gd name="connsiteX13767" fmla="*/ 1985105 w 2419350"/>
                <a:gd name="connsiteY13767" fmla="*/ 493205 h 876300"/>
                <a:gd name="connsiteX13768" fmla="*/ 1985772 w 2419350"/>
                <a:gd name="connsiteY13768" fmla="*/ 493681 h 876300"/>
                <a:gd name="connsiteX13769" fmla="*/ 1986248 w 2419350"/>
                <a:gd name="connsiteY13769" fmla="*/ 492919 h 876300"/>
                <a:gd name="connsiteX13770" fmla="*/ 1986343 w 2419350"/>
                <a:gd name="connsiteY13770" fmla="*/ 492062 h 876300"/>
                <a:gd name="connsiteX13771" fmla="*/ 1986153 w 2419350"/>
                <a:gd name="connsiteY13771" fmla="*/ 491109 h 876300"/>
                <a:gd name="connsiteX13772" fmla="*/ 1985772 w 2419350"/>
                <a:gd name="connsiteY13772" fmla="*/ 490252 h 876300"/>
                <a:gd name="connsiteX13773" fmla="*/ 1984629 w 2419350"/>
                <a:gd name="connsiteY13773" fmla="*/ 488728 h 876300"/>
                <a:gd name="connsiteX13774" fmla="*/ 1983867 w 2419350"/>
                <a:gd name="connsiteY13774" fmla="*/ 488061 h 876300"/>
                <a:gd name="connsiteX13775" fmla="*/ 1983105 w 2419350"/>
                <a:gd name="connsiteY13775" fmla="*/ 487871 h 876300"/>
                <a:gd name="connsiteX13776" fmla="*/ 1982724 w 2419350"/>
                <a:gd name="connsiteY13776" fmla="*/ 487966 h 876300"/>
                <a:gd name="connsiteX13777" fmla="*/ 1981867 w 2419350"/>
                <a:gd name="connsiteY13777" fmla="*/ 488442 h 876300"/>
                <a:gd name="connsiteX13778" fmla="*/ 1981486 w 2419350"/>
                <a:gd name="connsiteY13778" fmla="*/ 488728 h 876300"/>
                <a:gd name="connsiteX13779" fmla="*/ 1982343 w 2419350"/>
                <a:gd name="connsiteY13779" fmla="*/ 489966 h 876300"/>
                <a:gd name="connsiteX13780" fmla="*/ 1982724 w 2419350"/>
                <a:gd name="connsiteY13780" fmla="*/ 490156 h 876300"/>
                <a:gd name="connsiteX13781" fmla="*/ 1983581 w 2419350"/>
                <a:gd name="connsiteY13781" fmla="*/ 490156 h 876300"/>
                <a:gd name="connsiteX13782" fmla="*/ 1924431 w 2419350"/>
                <a:gd name="connsiteY13782" fmla="*/ 662845 h 876300"/>
                <a:gd name="connsiteX13783" fmla="*/ 1923955 w 2419350"/>
                <a:gd name="connsiteY13783" fmla="*/ 665131 h 876300"/>
                <a:gd name="connsiteX13784" fmla="*/ 1925193 w 2419350"/>
                <a:gd name="connsiteY13784" fmla="*/ 666179 h 876300"/>
                <a:gd name="connsiteX13785" fmla="*/ 1925955 w 2419350"/>
                <a:gd name="connsiteY13785" fmla="*/ 665893 h 876300"/>
                <a:gd name="connsiteX13786" fmla="*/ 1926812 w 2419350"/>
                <a:gd name="connsiteY13786" fmla="*/ 665131 h 876300"/>
                <a:gd name="connsiteX13787" fmla="*/ 1927289 w 2419350"/>
                <a:gd name="connsiteY13787" fmla="*/ 664369 h 876300"/>
                <a:gd name="connsiteX13788" fmla="*/ 1925955 w 2419350"/>
                <a:gd name="connsiteY13788" fmla="*/ 663512 h 876300"/>
                <a:gd name="connsiteX13789" fmla="*/ 1926050 w 2419350"/>
                <a:gd name="connsiteY13789" fmla="*/ 662464 h 876300"/>
                <a:gd name="connsiteX13790" fmla="*/ 1926812 w 2419350"/>
                <a:gd name="connsiteY13790" fmla="*/ 661797 h 876300"/>
                <a:gd name="connsiteX13791" fmla="*/ 1927955 w 2419350"/>
                <a:gd name="connsiteY13791" fmla="*/ 662178 h 876300"/>
                <a:gd name="connsiteX13792" fmla="*/ 1928908 w 2419350"/>
                <a:gd name="connsiteY13792" fmla="*/ 661226 h 876300"/>
                <a:gd name="connsiteX13793" fmla="*/ 1929098 w 2419350"/>
                <a:gd name="connsiteY13793" fmla="*/ 660368 h 876300"/>
                <a:gd name="connsiteX13794" fmla="*/ 1928622 w 2419350"/>
                <a:gd name="connsiteY13794" fmla="*/ 659797 h 876300"/>
                <a:gd name="connsiteX13795" fmla="*/ 1927479 w 2419350"/>
                <a:gd name="connsiteY13795" fmla="*/ 659606 h 876300"/>
                <a:gd name="connsiteX13796" fmla="*/ 1925860 w 2419350"/>
                <a:gd name="connsiteY13796" fmla="*/ 660559 h 876300"/>
                <a:gd name="connsiteX13797" fmla="*/ 1924431 w 2419350"/>
                <a:gd name="connsiteY13797" fmla="*/ 662845 h 876300"/>
                <a:gd name="connsiteX13798" fmla="*/ 1935575 w 2419350"/>
                <a:gd name="connsiteY13798" fmla="*/ 558737 h 876300"/>
                <a:gd name="connsiteX13799" fmla="*/ 1935861 w 2419350"/>
                <a:gd name="connsiteY13799" fmla="*/ 557498 h 876300"/>
                <a:gd name="connsiteX13800" fmla="*/ 1935671 w 2419350"/>
                <a:gd name="connsiteY13800" fmla="*/ 556165 h 876300"/>
                <a:gd name="connsiteX13801" fmla="*/ 1934813 w 2419350"/>
                <a:gd name="connsiteY13801" fmla="*/ 555212 h 876300"/>
                <a:gd name="connsiteX13802" fmla="*/ 1934432 w 2419350"/>
                <a:gd name="connsiteY13802" fmla="*/ 555974 h 876300"/>
                <a:gd name="connsiteX13803" fmla="*/ 1934432 w 2419350"/>
                <a:gd name="connsiteY13803" fmla="*/ 557213 h 876300"/>
                <a:gd name="connsiteX13804" fmla="*/ 1934623 w 2419350"/>
                <a:gd name="connsiteY13804" fmla="*/ 558451 h 876300"/>
                <a:gd name="connsiteX13805" fmla="*/ 1935004 w 2419350"/>
                <a:gd name="connsiteY13805" fmla="*/ 559022 h 876300"/>
                <a:gd name="connsiteX13806" fmla="*/ 1935575 w 2419350"/>
                <a:gd name="connsiteY13806" fmla="*/ 558737 h 876300"/>
                <a:gd name="connsiteX13807" fmla="*/ 1948624 w 2419350"/>
                <a:gd name="connsiteY13807" fmla="*/ 587883 h 876300"/>
                <a:gd name="connsiteX13808" fmla="*/ 1948053 w 2419350"/>
                <a:gd name="connsiteY13808" fmla="*/ 588169 h 876300"/>
                <a:gd name="connsiteX13809" fmla="*/ 1947577 w 2419350"/>
                <a:gd name="connsiteY13809" fmla="*/ 588455 h 876300"/>
                <a:gd name="connsiteX13810" fmla="*/ 1946815 w 2419350"/>
                <a:gd name="connsiteY13810" fmla="*/ 589502 h 876300"/>
                <a:gd name="connsiteX13811" fmla="*/ 1946624 w 2419350"/>
                <a:gd name="connsiteY13811" fmla="*/ 591026 h 876300"/>
                <a:gd name="connsiteX13812" fmla="*/ 1946910 w 2419350"/>
                <a:gd name="connsiteY13812" fmla="*/ 591884 h 876300"/>
                <a:gd name="connsiteX13813" fmla="*/ 1947386 w 2419350"/>
                <a:gd name="connsiteY13813" fmla="*/ 591788 h 876300"/>
                <a:gd name="connsiteX13814" fmla="*/ 1947672 w 2419350"/>
                <a:gd name="connsiteY13814" fmla="*/ 591407 h 876300"/>
                <a:gd name="connsiteX13815" fmla="*/ 1947958 w 2419350"/>
                <a:gd name="connsiteY13815" fmla="*/ 591312 h 876300"/>
                <a:gd name="connsiteX13816" fmla="*/ 1948339 w 2419350"/>
                <a:gd name="connsiteY13816" fmla="*/ 591312 h 876300"/>
                <a:gd name="connsiteX13817" fmla="*/ 1948720 w 2419350"/>
                <a:gd name="connsiteY13817" fmla="*/ 591122 h 876300"/>
                <a:gd name="connsiteX13818" fmla="*/ 1949577 w 2419350"/>
                <a:gd name="connsiteY13818" fmla="*/ 588931 h 876300"/>
                <a:gd name="connsiteX13819" fmla="*/ 1949196 w 2419350"/>
                <a:gd name="connsiteY13819" fmla="*/ 587978 h 876300"/>
                <a:gd name="connsiteX13820" fmla="*/ 1948624 w 2419350"/>
                <a:gd name="connsiteY13820" fmla="*/ 587883 h 876300"/>
                <a:gd name="connsiteX13821" fmla="*/ 1947577 w 2419350"/>
                <a:gd name="connsiteY13821" fmla="*/ 685895 h 876300"/>
                <a:gd name="connsiteX13822" fmla="*/ 1946339 w 2419350"/>
                <a:gd name="connsiteY13822" fmla="*/ 684847 h 876300"/>
                <a:gd name="connsiteX13823" fmla="*/ 1946053 w 2419350"/>
                <a:gd name="connsiteY13823" fmla="*/ 684181 h 876300"/>
                <a:gd name="connsiteX13824" fmla="*/ 1945862 w 2419350"/>
                <a:gd name="connsiteY13824" fmla="*/ 683419 h 876300"/>
                <a:gd name="connsiteX13825" fmla="*/ 1945291 w 2419350"/>
                <a:gd name="connsiteY13825" fmla="*/ 682657 h 876300"/>
                <a:gd name="connsiteX13826" fmla="*/ 1944529 w 2419350"/>
                <a:gd name="connsiteY13826" fmla="*/ 682276 h 876300"/>
                <a:gd name="connsiteX13827" fmla="*/ 1943576 w 2419350"/>
                <a:gd name="connsiteY13827" fmla="*/ 682657 h 876300"/>
                <a:gd name="connsiteX13828" fmla="*/ 1942433 w 2419350"/>
                <a:gd name="connsiteY13828" fmla="*/ 682466 h 876300"/>
                <a:gd name="connsiteX13829" fmla="*/ 1936051 w 2419350"/>
                <a:gd name="connsiteY13829" fmla="*/ 682657 h 876300"/>
                <a:gd name="connsiteX13830" fmla="*/ 1934718 w 2419350"/>
                <a:gd name="connsiteY13830" fmla="*/ 684276 h 876300"/>
                <a:gd name="connsiteX13831" fmla="*/ 1935289 w 2419350"/>
                <a:gd name="connsiteY13831" fmla="*/ 685229 h 876300"/>
                <a:gd name="connsiteX13832" fmla="*/ 1936814 w 2419350"/>
                <a:gd name="connsiteY13832" fmla="*/ 685610 h 876300"/>
                <a:gd name="connsiteX13833" fmla="*/ 1940528 w 2419350"/>
                <a:gd name="connsiteY13833" fmla="*/ 685419 h 876300"/>
                <a:gd name="connsiteX13834" fmla="*/ 1942338 w 2419350"/>
                <a:gd name="connsiteY13834" fmla="*/ 685514 h 876300"/>
                <a:gd name="connsiteX13835" fmla="*/ 1943672 w 2419350"/>
                <a:gd name="connsiteY13835" fmla="*/ 686372 h 876300"/>
                <a:gd name="connsiteX13836" fmla="*/ 1944243 w 2419350"/>
                <a:gd name="connsiteY13836" fmla="*/ 688277 h 876300"/>
                <a:gd name="connsiteX13837" fmla="*/ 1944624 w 2419350"/>
                <a:gd name="connsiteY13837" fmla="*/ 688658 h 876300"/>
                <a:gd name="connsiteX13838" fmla="*/ 1946434 w 2419350"/>
                <a:gd name="connsiteY13838" fmla="*/ 689991 h 876300"/>
                <a:gd name="connsiteX13839" fmla="*/ 1946910 w 2419350"/>
                <a:gd name="connsiteY13839" fmla="*/ 690277 h 876300"/>
                <a:gd name="connsiteX13840" fmla="*/ 1947767 w 2419350"/>
                <a:gd name="connsiteY13840" fmla="*/ 689801 h 876300"/>
                <a:gd name="connsiteX13841" fmla="*/ 1947958 w 2419350"/>
                <a:gd name="connsiteY13841" fmla="*/ 688753 h 876300"/>
                <a:gd name="connsiteX13842" fmla="*/ 1947767 w 2419350"/>
                <a:gd name="connsiteY13842" fmla="*/ 686848 h 876300"/>
                <a:gd name="connsiteX13843" fmla="*/ 1947577 w 2419350"/>
                <a:gd name="connsiteY13843" fmla="*/ 685895 h 876300"/>
                <a:gd name="connsiteX13844" fmla="*/ 1596581 w 2419350"/>
                <a:gd name="connsiteY13844" fmla="*/ 402527 h 876300"/>
                <a:gd name="connsiteX13845" fmla="*/ 1596104 w 2419350"/>
                <a:gd name="connsiteY13845" fmla="*/ 402431 h 876300"/>
                <a:gd name="connsiteX13846" fmla="*/ 1594961 w 2419350"/>
                <a:gd name="connsiteY13846" fmla="*/ 402812 h 876300"/>
                <a:gd name="connsiteX13847" fmla="*/ 1594771 w 2419350"/>
                <a:gd name="connsiteY13847" fmla="*/ 402622 h 876300"/>
                <a:gd name="connsiteX13848" fmla="*/ 1594961 w 2419350"/>
                <a:gd name="connsiteY13848" fmla="*/ 402050 h 876300"/>
                <a:gd name="connsiteX13849" fmla="*/ 1595438 w 2419350"/>
                <a:gd name="connsiteY13849" fmla="*/ 401479 h 876300"/>
                <a:gd name="connsiteX13850" fmla="*/ 1595818 w 2419350"/>
                <a:gd name="connsiteY13850" fmla="*/ 401003 h 876300"/>
                <a:gd name="connsiteX13851" fmla="*/ 1595723 w 2419350"/>
                <a:gd name="connsiteY13851" fmla="*/ 400526 h 876300"/>
                <a:gd name="connsiteX13852" fmla="*/ 1594961 w 2419350"/>
                <a:gd name="connsiteY13852" fmla="*/ 399955 h 876300"/>
                <a:gd name="connsiteX13853" fmla="*/ 1594199 w 2419350"/>
                <a:gd name="connsiteY13853" fmla="*/ 399764 h 876300"/>
                <a:gd name="connsiteX13854" fmla="*/ 1593437 w 2419350"/>
                <a:gd name="connsiteY13854" fmla="*/ 400050 h 876300"/>
                <a:gd name="connsiteX13855" fmla="*/ 1592675 w 2419350"/>
                <a:gd name="connsiteY13855" fmla="*/ 400717 h 876300"/>
                <a:gd name="connsiteX13856" fmla="*/ 1592294 w 2419350"/>
                <a:gd name="connsiteY13856" fmla="*/ 401574 h 876300"/>
                <a:gd name="connsiteX13857" fmla="*/ 1592104 w 2419350"/>
                <a:gd name="connsiteY13857" fmla="*/ 402146 h 876300"/>
                <a:gd name="connsiteX13858" fmla="*/ 1592008 w 2419350"/>
                <a:gd name="connsiteY13858" fmla="*/ 402622 h 876300"/>
                <a:gd name="connsiteX13859" fmla="*/ 1591723 w 2419350"/>
                <a:gd name="connsiteY13859" fmla="*/ 403003 h 876300"/>
                <a:gd name="connsiteX13860" fmla="*/ 1591056 w 2419350"/>
                <a:gd name="connsiteY13860" fmla="*/ 403098 h 876300"/>
                <a:gd name="connsiteX13861" fmla="*/ 1590484 w 2419350"/>
                <a:gd name="connsiteY13861" fmla="*/ 403003 h 876300"/>
                <a:gd name="connsiteX13862" fmla="*/ 1590199 w 2419350"/>
                <a:gd name="connsiteY13862" fmla="*/ 402622 h 876300"/>
                <a:gd name="connsiteX13863" fmla="*/ 1590484 w 2419350"/>
                <a:gd name="connsiteY13863" fmla="*/ 400621 h 876300"/>
                <a:gd name="connsiteX13864" fmla="*/ 1590389 w 2419350"/>
                <a:gd name="connsiteY13864" fmla="*/ 399479 h 876300"/>
                <a:gd name="connsiteX13865" fmla="*/ 1589818 w 2419350"/>
                <a:gd name="connsiteY13865" fmla="*/ 398526 h 876300"/>
                <a:gd name="connsiteX13866" fmla="*/ 1588008 w 2419350"/>
                <a:gd name="connsiteY13866" fmla="*/ 398240 h 876300"/>
                <a:gd name="connsiteX13867" fmla="*/ 1587627 w 2419350"/>
                <a:gd name="connsiteY13867" fmla="*/ 398050 h 876300"/>
                <a:gd name="connsiteX13868" fmla="*/ 1587341 w 2419350"/>
                <a:gd name="connsiteY13868" fmla="*/ 397764 h 876300"/>
                <a:gd name="connsiteX13869" fmla="*/ 1586960 w 2419350"/>
                <a:gd name="connsiteY13869" fmla="*/ 397478 h 876300"/>
                <a:gd name="connsiteX13870" fmla="*/ 1586389 w 2419350"/>
                <a:gd name="connsiteY13870" fmla="*/ 397383 h 876300"/>
                <a:gd name="connsiteX13871" fmla="*/ 1586103 w 2419350"/>
                <a:gd name="connsiteY13871" fmla="*/ 397859 h 876300"/>
                <a:gd name="connsiteX13872" fmla="*/ 1585436 w 2419350"/>
                <a:gd name="connsiteY13872" fmla="*/ 400241 h 876300"/>
                <a:gd name="connsiteX13873" fmla="*/ 1585055 w 2419350"/>
                <a:gd name="connsiteY13873" fmla="*/ 401003 h 876300"/>
                <a:gd name="connsiteX13874" fmla="*/ 1585246 w 2419350"/>
                <a:gd name="connsiteY13874" fmla="*/ 401098 h 876300"/>
                <a:gd name="connsiteX13875" fmla="*/ 1585722 w 2419350"/>
                <a:gd name="connsiteY13875" fmla="*/ 401384 h 876300"/>
                <a:gd name="connsiteX13876" fmla="*/ 1584960 w 2419350"/>
                <a:gd name="connsiteY13876" fmla="*/ 401669 h 876300"/>
                <a:gd name="connsiteX13877" fmla="*/ 1584198 w 2419350"/>
                <a:gd name="connsiteY13877" fmla="*/ 401669 h 876300"/>
                <a:gd name="connsiteX13878" fmla="*/ 1583436 w 2419350"/>
                <a:gd name="connsiteY13878" fmla="*/ 401479 h 876300"/>
                <a:gd name="connsiteX13879" fmla="*/ 1582769 w 2419350"/>
                <a:gd name="connsiteY13879" fmla="*/ 401003 h 876300"/>
                <a:gd name="connsiteX13880" fmla="*/ 1582674 w 2419350"/>
                <a:gd name="connsiteY13880" fmla="*/ 401288 h 876300"/>
                <a:gd name="connsiteX13881" fmla="*/ 1582483 w 2419350"/>
                <a:gd name="connsiteY13881" fmla="*/ 401479 h 876300"/>
                <a:gd name="connsiteX13882" fmla="*/ 1582388 w 2419350"/>
                <a:gd name="connsiteY13882" fmla="*/ 401764 h 876300"/>
                <a:gd name="connsiteX13883" fmla="*/ 1581722 w 2419350"/>
                <a:gd name="connsiteY13883" fmla="*/ 401098 h 876300"/>
                <a:gd name="connsiteX13884" fmla="*/ 1581055 w 2419350"/>
                <a:gd name="connsiteY13884" fmla="*/ 399574 h 876300"/>
                <a:gd name="connsiteX13885" fmla="*/ 1580388 w 2419350"/>
                <a:gd name="connsiteY13885" fmla="*/ 399288 h 876300"/>
                <a:gd name="connsiteX13886" fmla="*/ 1579816 w 2419350"/>
                <a:gd name="connsiteY13886" fmla="*/ 399288 h 876300"/>
                <a:gd name="connsiteX13887" fmla="*/ 1578388 w 2419350"/>
                <a:gd name="connsiteY13887" fmla="*/ 398907 h 876300"/>
                <a:gd name="connsiteX13888" fmla="*/ 1578102 w 2419350"/>
                <a:gd name="connsiteY13888" fmla="*/ 398717 h 876300"/>
                <a:gd name="connsiteX13889" fmla="*/ 1577721 w 2419350"/>
                <a:gd name="connsiteY13889" fmla="*/ 398240 h 876300"/>
                <a:gd name="connsiteX13890" fmla="*/ 1577435 w 2419350"/>
                <a:gd name="connsiteY13890" fmla="*/ 398145 h 876300"/>
                <a:gd name="connsiteX13891" fmla="*/ 1577149 w 2419350"/>
                <a:gd name="connsiteY13891" fmla="*/ 398240 h 876300"/>
                <a:gd name="connsiteX13892" fmla="*/ 1576768 w 2419350"/>
                <a:gd name="connsiteY13892" fmla="*/ 398526 h 876300"/>
                <a:gd name="connsiteX13893" fmla="*/ 1576483 w 2419350"/>
                <a:gd name="connsiteY13893" fmla="*/ 398526 h 876300"/>
                <a:gd name="connsiteX13894" fmla="*/ 1572958 w 2419350"/>
                <a:gd name="connsiteY13894" fmla="*/ 397955 h 876300"/>
                <a:gd name="connsiteX13895" fmla="*/ 1570006 w 2419350"/>
                <a:gd name="connsiteY13895" fmla="*/ 396716 h 876300"/>
                <a:gd name="connsiteX13896" fmla="*/ 1566958 w 2419350"/>
                <a:gd name="connsiteY13896" fmla="*/ 396430 h 876300"/>
                <a:gd name="connsiteX13897" fmla="*/ 1566196 w 2419350"/>
                <a:gd name="connsiteY13897" fmla="*/ 396145 h 876300"/>
                <a:gd name="connsiteX13898" fmla="*/ 1565434 w 2419350"/>
                <a:gd name="connsiteY13898" fmla="*/ 395669 h 876300"/>
                <a:gd name="connsiteX13899" fmla="*/ 1563243 w 2419350"/>
                <a:gd name="connsiteY13899" fmla="*/ 395002 h 876300"/>
                <a:gd name="connsiteX13900" fmla="*/ 1560386 w 2419350"/>
                <a:gd name="connsiteY13900" fmla="*/ 394621 h 876300"/>
                <a:gd name="connsiteX13901" fmla="*/ 1558290 w 2419350"/>
                <a:gd name="connsiteY13901" fmla="*/ 394716 h 876300"/>
                <a:gd name="connsiteX13902" fmla="*/ 1556385 w 2419350"/>
                <a:gd name="connsiteY13902" fmla="*/ 395097 h 876300"/>
                <a:gd name="connsiteX13903" fmla="*/ 1554861 w 2419350"/>
                <a:gd name="connsiteY13903" fmla="*/ 395859 h 876300"/>
                <a:gd name="connsiteX13904" fmla="*/ 1554956 w 2419350"/>
                <a:gd name="connsiteY13904" fmla="*/ 394811 h 876300"/>
                <a:gd name="connsiteX13905" fmla="*/ 1554766 w 2419350"/>
                <a:gd name="connsiteY13905" fmla="*/ 394335 h 876300"/>
                <a:gd name="connsiteX13906" fmla="*/ 1554289 w 2419350"/>
                <a:gd name="connsiteY13906" fmla="*/ 394335 h 876300"/>
                <a:gd name="connsiteX13907" fmla="*/ 1553528 w 2419350"/>
                <a:gd name="connsiteY13907" fmla="*/ 395002 h 876300"/>
                <a:gd name="connsiteX13908" fmla="*/ 1552765 w 2419350"/>
                <a:gd name="connsiteY13908" fmla="*/ 395383 h 876300"/>
                <a:gd name="connsiteX13909" fmla="*/ 1550289 w 2419350"/>
                <a:gd name="connsiteY13909" fmla="*/ 395859 h 876300"/>
                <a:gd name="connsiteX13910" fmla="*/ 1549337 w 2419350"/>
                <a:gd name="connsiteY13910" fmla="*/ 395954 h 876300"/>
                <a:gd name="connsiteX13911" fmla="*/ 1547241 w 2419350"/>
                <a:gd name="connsiteY13911" fmla="*/ 396621 h 876300"/>
                <a:gd name="connsiteX13912" fmla="*/ 1546574 w 2419350"/>
                <a:gd name="connsiteY13912" fmla="*/ 398526 h 876300"/>
                <a:gd name="connsiteX13913" fmla="*/ 1546384 w 2419350"/>
                <a:gd name="connsiteY13913" fmla="*/ 400907 h 876300"/>
                <a:gd name="connsiteX13914" fmla="*/ 1545526 w 2419350"/>
                <a:gd name="connsiteY13914" fmla="*/ 402908 h 876300"/>
                <a:gd name="connsiteX13915" fmla="*/ 1544764 w 2419350"/>
                <a:gd name="connsiteY13915" fmla="*/ 403860 h 876300"/>
                <a:gd name="connsiteX13916" fmla="*/ 1544383 w 2419350"/>
                <a:gd name="connsiteY13916" fmla="*/ 404908 h 876300"/>
                <a:gd name="connsiteX13917" fmla="*/ 1544288 w 2419350"/>
                <a:gd name="connsiteY13917" fmla="*/ 407194 h 876300"/>
                <a:gd name="connsiteX13918" fmla="*/ 1544669 w 2419350"/>
                <a:gd name="connsiteY13918" fmla="*/ 408051 h 876300"/>
                <a:gd name="connsiteX13919" fmla="*/ 1547622 w 2419350"/>
                <a:gd name="connsiteY13919" fmla="*/ 412528 h 876300"/>
                <a:gd name="connsiteX13920" fmla="*/ 1547908 w 2419350"/>
                <a:gd name="connsiteY13920" fmla="*/ 413385 h 876300"/>
                <a:gd name="connsiteX13921" fmla="*/ 1548384 w 2419350"/>
                <a:gd name="connsiteY13921" fmla="*/ 414052 h 876300"/>
                <a:gd name="connsiteX13922" fmla="*/ 1549717 w 2419350"/>
                <a:gd name="connsiteY13922" fmla="*/ 414433 h 876300"/>
                <a:gd name="connsiteX13923" fmla="*/ 1550861 w 2419350"/>
                <a:gd name="connsiteY13923" fmla="*/ 414433 h 876300"/>
                <a:gd name="connsiteX13924" fmla="*/ 1554099 w 2419350"/>
                <a:gd name="connsiteY13924" fmla="*/ 414052 h 876300"/>
                <a:gd name="connsiteX13925" fmla="*/ 1555623 w 2419350"/>
                <a:gd name="connsiteY13925" fmla="*/ 414147 h 876300"/>
                <a:gd name="connsiteX13926" fmla="*/ 1556195 w 2419350"/>
                <a:gd name="connsiteY13926" fmla="*/ 414052 h 876300"/>
                <a:gd name="connsiteX13927" fmla="*/ 1556766 w 2419350"/>
                <a:gd name="connsiteY13927" fmla="*/ 413861 h 876300"/>
                <a:gd name="connsiteX13928" fmla="*/ 1557623 w 2419350"/>
                <a:gd name="connsiteY13928" fmla="*/ 413480 h 876300"/>
                <a:gd name="connsiteX13929" fmla="*/ 1562386 w 2419350"/>
                <a:gd name="connsiteY13929" fmla="*/ 412242 h 876300"/>
                <a:gd name="connsiteX13930" fmla="*/ 1564481 w 2419350"/>
                <a:gd name="connsiteY13930" fmla="*/ 411289 h 876300"/>
                <a:gd name="connsiteX13931" fmla="*/ 1568387 w 2419350"/>
                <a:gd name="connsiteY13931" fmla="*/ 409004 h 876300"/>
                <a:gd name="connsiteX13932" fmla="*/ 1570577 w 2419350"/>
                <a:gd name="connsiteY13932" fmla="*/ 408337 h 876300"/>
                <a:gd name="connsiteX13933" fmla="*/ 1571911 w 2419350"/>
                <a:gd name="connsiteY13933" fmla="*/ 408432 h 876300"/>
                <a:gd name="connsiteX13934" fmla="*/ 1573911 w 2419350"/>
                <a:gd name="connsiteY13934" fmla="*/ 409480 h 876300"/>
                <a:gd name="connsiteX13935" fmla="*/ 1575149 w 2419350"/>
                <a:gd name="connsiteY13935" fmla="*/ 409766 h 876300"/>
                <a:gd name="connsiteX13936" fmla="*/ 1576864 w 2419350"/>
                <a:gd name="connsiteY13936" fmla="*/ 409575 h 876300"/>
                <a:gd name="connsiteX13937" fmla="*/ 1577531 w 2419350"/>
                <a:gd name="connsiteY13937" fmla="*/ 409766 h 876300"/>
                <a:gd name="connsiteX13938" fmla="*/ 1578959 w 2419350"/>
                <a:gd name="connsiteY13938" fmla="*/ 410909 h 876300"/>
                <a:gd name="connsiteX13939" fmla="*/ 1580388 w 2419350"/>
                <a:gd name="connsiteY13939" fmla="*/ 410909 h 876300"/>
                <a:gd name="connsiteX13940" fmla="*/ 1580769 w 2419350"/>
                <a:gd name="connsiteY13940" fmla="*/ 410337 h 876300"/>
                <a:gd name="connsiteX13941" fmla="*/ 1580864 w 2419350"/>
                <a:gd name="connsiteY13941" fmla="*/ 409480 h 876300"/>
                <a:gd name="connsiteX13942" fmla="*/ 1581340 w 2419350"/>
                <a:gd name="connsiteY13942" fmla="*/ 408527 h 876300"/>
                <a:gd name="connsiteX13943" fmla="*/ 1582388 w 2419350"/>
                <a:gd name="connsiteY13943" fmla="*/ 407956 h 876300"/>
                <a:gd name="connsiteX13944" fmla="*/ 1583436 w 2419350"/>
                <a:gd name="connsiteY13944" fmla="*/ 407956 h 876300"/>
                <a:gd name="connsiteX13945" fmla="*/ 1584484 w 2419350"/>
                <a:gd name="connsiteY13945" fmla="*/ 408242 h 876300"/>
                <a:gd name="connsiteX13946" fmla="*/ 1585436 w 2419350"/>
                <a:gd name="connsiteY13946" fmla="*/ 408337 h 876300"/>
                <a:gd name="connsiteX13947" fmla="*/ 1586008 w 2419350"/>
                <a:gd name="connsiteY13947" fmla="*/ 408146 h 876300"/>
                <a:gd name="connsiteX13948" fmla="*/ 1586865 w 2419350"/>
                <a:gd name="connsiteY13948" fmla="*/ 407384 h 876300"/>
                <a:gd name="connsiteX13949" fmla="*/ 1587437 w 2419350"/>
                <a:gd name="connsiteY13949" fmla="*/ 407194 h 876300"/>
                <a:gd name="connsiteX13950" fmla="*/ 1588008 w 2419350"/>
                <a:gd name="connsiteY13950" fmla="*/ 407289 h 876300"/>
                <a:gd name="connsiteX13951" fmla="*/ 1589151 w 2419350"/>
                <a:gd name="connsiteY13951" fmla="*/ 407575 h 876300"/>
                <a:gd name="connsiteX13952" fmla="*/ 1589627 w 2419350"/>
                <a:gd name="connsiteY13952" fmla="*/ 407670 h 876300"/>
                <a:gd name="connsiteX13953" fmla="*/ 1592961 w 2419350"/>
                <a:gd name="connsiteY13953" fmla="*/ 407289 h 876300"/>
                <a:gd name="connsiteX13954" fmla="*/ 1594199 w 2419350"/>
                <a:gd name="connsiteY13954" fmla="*/ 407289 h 876300"/>
                <a:gd name="connsiteX13955" fmla="*/ 1596009 w 2419350"/>
                <a:gd name="connsiteY13955" fmla="*/ 407861 h 876300"/>
                <a:gd name="connsiteX13956" fmla="*/ 1596485 w 2419350"/>
                <a:gd name="connsiteY13956" fmla="*/ 407765 h 876300"/>
                <a:gd name="connsiteX13957" fmla="*/ 1596676 w 2419350"/>
                <a:gd name="connsiteY13957" fmla="*/ 406813 h 876300"/>
                <a:gd name="connsiteX13958" fmla="*/ 1596581 w 2419350"/>
                <a:gd name="connsiteY13958" fmla="*/ 403098 h 876300"/>
                <a:gd name="connsiteX13959" fmla="*/ 1596581 w 2419350"/>
                <a:gd name="connsiteY13959" fmla="*/ 402527 h 876300"/>
                <a:gd name="connsiteX13960" fmla="*/ 428149 w 2419350"/>
                <a:gd name="connsiteY13960" fmla="*/ 279368 h 876300"/>
                <a:gd name="connsiteX13961" fmla="*/ 428149 w 2419350"/>
                <a:gd name="connsiteY13961" fmla="*/ 280321 h 876300"/>
                <a:gd name="connsiteX13962" fmla="*/ 428434 w 2419350"/>
                <a:gd name="connsiteY13962" fmla="*/ 281178 h 876300"/>
                <a:gd name="connsiteX13963" fmla="*/ 429101 w 2419350"/>
                <a:gd name="connsiteY13963" fmla="*/ 282035 h 876300"/>
                <a:gd name="connsiteX13964" fmla="*/ 430054 w 2419350"/>
                <a:gd name="connsiteY13964" fmla="*/ 282607 h 876300"/>
                <a:gd name="connsiteX13965" fmla="*/ 430721 w 2419350"/>
                <a:gd name="connsiteY13965" fmla="*/ 282512 h 876300"/>
                <a:gd name="connsiteX13966" fmla="*/ 431387 w 2419350"/>
                <a:gd name="connsiteY13966" fmla="*/ 282226 h 876300"/>
                <a:gd name="connsiteX13967" fmla="*/ 435864 w 2419350"/>
                <a:gd name="connsiteY13967" fmla="*/ 281273 h 876300"/>
                <a:gd name="connsiteX13968" fmla="*/ 436626 w 2419350"/>
                <a:gd name="connsiteY13968" fmla="*/ 280702 h 876300"/>
                <a:gd name="connsiteX13969" fmla="*/ 436816 w 2419350"/>
                <a:gd name="connsiteY13969" fmla="*/ 279368 h 876300"/>
                <a:gd name="connsiteX13970" fmla="*/ 436721 w 2419350"/>
                <a:gd name="connsiteY13970" fmla="*/ 277844 h 876300"/>
                <a:gd name="connsiteX13971" fmla="*/ 436531 w 2419350"/>
                <a:gd name="connsiteY13971" fmla="*/ 276796 h 876300"/>
                <a:gd name="connsiteX13972" fmla="*/ 436055 w 2419350"/>
                <a:gd name="connsiteY13972" fmla="*/ 275654 h 876300"/>
                <a:gd name="connsiteX13973" fmla="*/ 435388 w 2419350"/>
                <a:gd name="connsiteY13973" fmla="*/ 274606 h 876300"/>
                <a:gd name="connsiteX13974" fmla="*/ 434721 w 2419350"/>
                <a:gd name="connsiteY13974" fmla="*/ 273844 h 876300"/>
                <a:gd name="connsiteX13975" fmla="*/ 433959 w 2419350"/>
                <a:gd name="connsiteY13975" fmla="*/ 273082 h 876300"/>
                <a:gd name="connsiteX13976" fmla="*/ 433102 w 2419350"/>
                <a:gd name="connsiteY13976" fmla="*/ 272510 h 876300"/>
                <a:gd name="connsiteX13977" fmla="*/ 432149 w 2419350"/>
                <a:gd name="connsiteY13977" fmla="*/ 272320 h 876300"/>
                <a:gd name="connsiteX13978" fmla="*/ 430435 w 2419350"/>
                <a:gd name="connsiteY13978" fmla="*/ 272987 h 876300"/>
                <a:gd name="connsiteX13979" fmla="*/ 429387 w 2419350"/>
                <a:gd name="connsiteY13979" fmla="*/ 274606 h 876300"/>
                <a:gd name="connsiteX13980" fmla="*/ 428149 w 2419350"/>
                <a:gd name="connsiteY13980" fmla="*/ 279368 h 876300"/>
                <a:gd name="connsiteX13981" fmla="*/ 439769 w 2419350"/>
                <a:gd name="connsiteY13981" fmla="*/ 256889 h 876300"/>
                <a:gd name="connsiteX13982" fmla="*/ 441007 w 2419350"/>
                <a:gd name="connsiteY13982" fmla="*/ 256604 h 876300"/>
                <a:gd name="connsiteX13983" fmla="*/ 442436 w 2419350"/>
                <a:gd name="connsiteY13983" fmla="*/ 257366 h 876300"/>
                <a:gd name="connsiteX13984" fmla="*/ 443293 w 2419350"/>
                <a:gd name="connsiteY13984" fmla="*/ 257651 h 876300"/>
                <a:gd name="connsiteX13985" fmla="*/ 443960 w 2419350"/>
                <a:gd name="connsiteY13985" fmla="*/ 257556 h 876300"/>
                <a:gd name="connsiteX13986" fmla="*/ 444246 w 2419350"/>
                <a:gd name="connsiteY13986" fmla="*/ 257366 h 876300"/>
                <a:gd name="connsiteX13987" fmla="*/ 444341 w 2419350"/>
                <a:gd name="connsiteY13987" fmla="*/ 257080 h 876300"/>
                <a:gd name="connsiteX13988" fmla="*/ 444341 w 2419350"/>
                <a:gd name="connsiteY13988" fmla="*/ 256794 h 876300"/>
                <a:gd name="connsiteX13989" fmla="*/ 444246 w 2419350"/>
                <a:gd name="connsiteY13989" fmla="*/ 256413 h 876300"/>
                <a:gd name="connsiteX13990" fmla="*/ 444151 w 2419350"/>
                <a:gd name="connsiteY13990" fmla="*/ 256222 h 876300"/>
                <a:gd name="connsiteX13991" fmla="*/ 443770 w 2419350"/>
                <a:gd name="connsiteY13991" fmla="*/ 255842 h 876300"/>
                <a:gd name="connsiteX13992" fmla="*/ 443674 w 2419350"/>
                <a:gd name="connsiteY13992" fmla="*/ 255651 h 876300"/>
                <a:gd name="connsiteX13993" fmla="*/ 443674 w 2419350"/>
                <a:gd name="connsiteY13993" fmla="*/ 255365 h 876300"/>
                <a:gd name="connsiteX13994" fmla="*/ 443674 w 2419350"/>
                <a:gd name="connsiteY13994" fmla="*/ 255079 h 876300"/>
                <a:gd name="connsiteX13995" fmla="*/ 443674 w 2419350"/>
                <a:gd name="connsiteY13995" fmla="*/ 254889 h 876300"/>
                <a:gd name="connsiteX13996" fmla="*/ 443484 w 2419350"/>
                <a:gd name="connsiteY13996" fmla="*/ 254699 h 876300"/>
                <a:gd name="connsiteX13997" fmla="*/ 443198 w 2419350"/>
                <a:gd name="connsiteY13997" fmla="*/ 254603 h 876300"/>
                <a:gd name="connsiteX13998" fmla="*/ 442531 w 2419350"/>
                <a:gd name="connsiteY13998" fmla="*/ 254508 h 876300"/>
                <a:gd name="connsiteX13999" fmla="*/ 442246 w 2419350"/>
                <a:gd name="connsiteY13999" fmla="*/ 254318 h 876300"/>
                <a:gd name="connsiteX14000" fmla="*/ 441960 w 2419350"/>
                <a:gd name="connsiteY14000" fmla="*/ 253841 h 876300"/>
                <a:gd name="connsiteX14001" fmla="*/ 441674 w 2419350"/>
                <a:gd name="connsiteY14001" fmla="*/ 253175 h 876300"/>
                <a:gd name="connsiteX14002" fmla="*/ 441388 w 2419350"/>
                <a:gd name="connsiteY14002" fmla="*/ 251936 h 876300"/>
                <a:gd name="connsiteX14003" fmla="*/ 441484 w 2419350"/>
                <a:gd name="connsiteY14003" fmla="*/ 251270 h 876300"/>
                <a:gd name="connsiteX14004" fmla="*/ 441674 w 2419350"/>
                <a:gd name="connsiteY14004" fmla="*/ 250698 h 876300"/>
                <a:gd name="connsiteX14005" fmla="*/ 441579 w 2419350"/>
                <a:gd name="connsiteY14005" fmla="*/ 250317 h 876300"/>
                <a:gd name="connsiteX14006" fmla="*/ 440912 w 2419350"/>
                <a:gd name="connsiteY14006" fmla="*/ 250127 h 876300"/>
                <a:gd name="connsiteX14007" fmla="*/ 440341 w 2419350"/>
                <a:gd name="connsiteY14007" fmla="*/ 250222 h 876300"/>
                <a:gd name="connsiteX14008" fmla="*/ 439388 w 2419350"/>
                <a:gd name="connsiteY14008" fmla="*/ 250698 h 876300"/>
                <a:gd name="connsiteX14009" fmla="*/ 439103 w 2419350"/>
                <a:gd name="connsiteY14009" fmla="*/ 250793 h 876300"/>
                <a:gd name="connsiteX14010" fmla="*/ 438626 w 2419350"/>
                <a:gd name="connsiteY14010" fmla="*/ 251174 h 876300"/>
                <a:gd name="connsiteX14011" fmla="*/ 438055 w 2419350"/>
                <a:gd name="connsiteY14011" fmla="*/ 252127 h 876300"/>
                <a:gd name="connsiteX14012" fmla="*/ 437674 w 2419350"/>
                <a:gd name="connsiteY14012" fmla="*/ 253175 h 876300"/>
                <a:gd name="connsiteX14013" fmla="*/ 437674 w 2419350"/>
                <a:gd name="connsiteY14013" fmla="*/ 253746 h 876300"/>
                <a:gd name="connsiteX14014" fmla="*/ 439007 w 2419350"/>
                <a:gd name="connsiteY14014" fmla="*/ 255937 h 876300"/>
                <a:gd name="connsiteX14015" fmla="*/ 439769 w 2419350"/>
                <a:gd name="connsiteY14015" fmla="*/ 256889 h 876300"/>
                <a:gd name="connsiteX14016" fmla="*/ 402336 w 2419350"/>
                <a:gd name="connsiteY14016" fmla="*/ 256794 h 876300"/>
                <a:gd name="connsiteX14017" fmla="*/ 403574 w 2419350"/>
                <a:gd name="connsiteY14017" fmla="*/ 256318 h 876300"/>
                <a:gd name="connsiteX14018" fmla="*/ 404717 w 2419350"/>
                <a:gd name="connsiteY14018" fmla="*/ 255746 h 876300"/>
                <a:gd name="connsiteX14019" fmla="*/ 405765 w 2419350"/>
                <a:gd name="connsiteY14019" fmla="*/ 255461 h 876300"/>
                <a:gd name="connsiteX14020" fmla="*/ 409004 w 2419350"/>
                <a:gd name="connsiteY14020" fmla="*/ 255270 h 876300"/>
                <a:gd name="connsiteX14021" fmla="*/ 409861 w 2419350"/>
                <a:gd name="connsiteY14021" fmla="*/ 255461 h 876300"/>
                <a:gd name="connsiteX14022" fmla="*/ 410432 w 2419350"/>
                <a:gd name="connsiteY14022" fmla="*/ 255937 h 876300"/>
                <a:gd name="connsiteX14023" fmla="*/ 411004 w 2419350"/>
                <a:gd name="connsiteY14023" fmla="*/ 256699 h 876300"/>
                <a:gd name="connsiteX14024" fmla="*/ 411671 w 2419350"/>
                <a:gd name="connsiteY14024" fmla="*/ 257366 h 876300"/>
                <a:gd name="connsiteX14025" fmla="*/ 412623 w 2419350"/>
                <a:gd name="connsiteY14025" fmla="*/ 257651 h 876300"/>
                <a:gd name="connsiteX14026" fmla="*/ 413480 w 2419350"/>
                <a:gd name="connsiteY14026" fmla="*/ 257746 h 876300"/>
                <a:gd name="connsiteX14027" fmla="*/ 415290 w 2419350"/>
                <a:gd name="connsiteY14027" fmla="*/ 258413 h 876300"/>
                <a:gd name="connsiteX14028" fmla="*/ 415957 w 2419350"/>
                <a:gd name="connsiteY14028" fmla="*/ 258794 h 876300"/>
                <a:gd name="connsiteX14029" fmla="*/ 418338 w 2419350"/>
                <a:gd name="connsiteY14029" fmla="*/ 260890 h 876300"/>
                <a:gd name="connsiteX14030" fmla="*/ 418338 w 2419350"/>
                <a:gd name="connsiteY14030" fmla="*/ 261080 h 876300"/>
                <a:gd name="connsiteX14031" fmla="*/ 425482 w 2419350"/>
                <a:gd name="connsiteY14031" fmla="*/ 265462 h 876300"/>
                <a:gd name="connsiteX14032" fmla="*/ 427672 w 2419350"/>
                <a:gd name="connsiteY14032" fmla="*/ 265843 h 876300"/>
                <a:gd name="connsiteX14033" fmla="*/ 429768 w 2419350"/>
                <a:gd name="connsiteY14033" fmla="*/ 264605 h 876300"/>
                <a:gd name="connsiteX14034" fmla="*/ 430149 w 2419350"/>
                <a:gd name="connsiteY14034" fmla="*/ 263366 h 876300"/>
                <a:gd name="connsiteX14035" fmla="*/ 429578 w 2419350"/>
                <a:gd name="connsiteY14035" fmla="*/ 262414 h 876300"/>
                <a:gd name="connsiteX14036" fmla="*/ 427672 w 2419350"/>
                <a:gd name="connsiteY14036" fmla="*/ 260890 h 876300"/>
                <a:gd name="connsiteX14037" fmla="*/ 425101 w 2419350"/>
                <a:gd name="connsiteY14037" fmla="*/ 256889 h 876300"/>
                <a:gd name="connsiteX14038" fmla="*/ 423005 w 2419350"/>
                <a:gd name="connsiteY14038" fmla="*/ 254699 h 876300"/>
                <a:gd name="connsiteX14039" fmla="*/ 419290 w 2419350"/>
                <a:gd name="connsiteY14039" fmla="*/ 252222 h 876300"/>
                <a:gd name="connsiteX14040" fmla="*/ 415004 w 2419350"/>
                <a:gd name="connsiteY14040" fmla="*/ 250031 h 876300"/>
                <a:gd name="connsiteX14041" fmla="*/ 410528 w 2419350"/>
                <a:gd name="connsiteY14041" fmla="*/ 248507 h 876300"/>
                <a:gd name="connsiteX14042" fmla="*/ 408051 w 2419350"/>
                <a:gd name="connsiteY14042" fmla="*/ 248221 h 876300"/>
                <a:gd name="connsiteX14043" fmla="*/ 405955 w 2419350"/>
                <a:gd name="connsiteY14043" fmla="*/ 248888 h 876300"/>
                <a:gd name="connsiteX14044" fmla="*/ 405193 w 2419350"/>
                <a:gd name="connsiteY14044" fmla="*/ 249746 h 876300"/>
                <a:gd name="connsiteX14045" fmla="*/ 404336 w 2419350"/>
                <a:gd name="connsiteY14045" fmla="*/ 251936 h 876300"/>
                <a:gd name="connsiteX14046" fmla="*/ 403574 w 2419350"/>
                <a:gd name="connsiteY14046" fmla="*/ 252984 h 876300"/>
                <a:gd name="connsiteX14047" fmla="*/ 401860 w 2419350"/>
                <a:gd name="connsiteY14047" fmla="*/ 254794 h 876300"/>
                <a:gd name="connsiteX14048" fmla="*/ 401193 w 2419350"/>
                <a:gd name="connsiteY14048" fmla="*/ 255842 h 876300"/>
                <a:gd name="connsiteX14049" fmla="*/ 401288 w 2419350"/>
                <a:gd name="connsiteY14049" fmla="*/ 256508 h 876300"/>
                <a:gd name="connsiteX14050" fmla="*/ 402336 w 2419350"/>
                <a:gd name="connsiteY14050" fmla="*/ 256794 h 876300"/>
                <a:gd name="connsiteX14051" fmla="*/ 424815 w 2419350"/>
                <a:gd name="connsiteY14051" fmla="*/ 276130 h 876300"/>
                <a:gd name="connsiteX14052" fmla="*/ 424434 w 2419350"/>
                <a:gd name="connsiteY14052" fmla="*/ 275463 h 876300"/>
                <a:gd name="connsiteX14053" fmla="*/ 423863 w 2419350"/>
                <a:gd name="connsiteY14053" fmla="*/ 274987 h 876300"/>
                <a:gd name="connsiteX14054" fmla="*/ 423196 w 2419350"/>
                <a:gd name="connsiteY14054" fmla="*/ 274892 h 876300"/>
                <a:gd name="connsiteX14055" fmla="*/ 422815 w 2419350"/>
                <a:gd name="connsiteY14055" fmla="*/ 275082 h 876300"/>
                <a:gd name="connsiteX14056" fmla="*/ 422815 w 2419350"/>
                <a:gd name="connsiteY14056" fmla="*/ 275368 h 876300"/>
                <a:gd name="connsiteX14057" fmla="*/ 423005 w 2419350"/>
                <a:gd name="connsiteY14057" fmla="*/ 275654 h 876300"/>
                <a:gd name="connsiteX14058" fmla="*/ 423100 w 2419350"/>
                <a:gd name="connsiteY14058" fmla="*/ 275939 h 876300"/>
                <a:gd name="connsiteX14059" fmla="*/ 423196 w 2419350"/>
                <a:gd name="connsiteY14059" fmla="*/ 276606 h 876300"/>
                <a:gd name="connsiteX14060" fmla="*/ 423863 w 2419350"/>
                <a:gd name="connsiteY14060" fmla="*/ 278225 h 876300"/>
                <a:gd name="connsiteX14061" fmla="*/ 424243 w 2419350"/>
                <a:gd name="connsiteY14061" fmla="*/ 278797 h 876300"/>
                <a:gd name="connsiteX14062" fmla="*/ 424624 w 2419350"/>
                <a:gd name="connsiteY14062" fmla="*/ 279178 h 876300"/>
                <a:gd name="connsiteX14063" fmla="*/ 424910 w 2419350"/>
                <a:gd name="connsiteY14063" fmla="*/ 279273 h 876300"/>
                <a:gd name="connsiteX14064" fmla="*/ 425101 w 2419350"/>
                <a:gd name="connsiteY14064" fmla="*/ 278987 h 876300"/>
                <a:gd name="connsiteX14065" fmla="*/ 425291 w 2419350"/>
                <a:gd name="connsiteY14065" fmla="*/ 278321 h 876300"/>
                <a:gd name="connsiteX14066" fmla="*/ 425291 w 2419350"/>
                <a:gd name="connsiteY14066" fmla="*/ 277939 h 876300"/>
                <a:gd name="connsiteX14067" fmla="*/ 425196 w 2419350"/>
                <a:gd name="connsiteY14067" fmla="*/ 277463 h 876300"/>
                <a:gd name="connsiteX14068" fmla="*/ 424910 w 2419350"/>
                <a:gd name="connsiteY14068" fmla="*/ 276606 h 876300"/>
                <a:gd name="connsiteX14069" fmla="*/ 424815 w 2419350"/>
                <a:gd name="connsiteY14069" fmla="*/ 276130 h 876300"/>
                <a:gd name="connsiteX14070" fmla="*/ 425767 w 2419350"/>
                <a:gd name="connsiteY14070" fmla="*/ 271653 h 876300"/>
                <a:gd name="connsiteX14071" fmla="*/ 426434 w 2419350"/>
                <a:gd name="connsiteY14071" fmla="*/ 270986 h 876300"/>
                <a:gd name="connsiteX14072" fmla="*/ 427006 w 2419350"/>
                <a:gd name="connsiteY14072" fmla="*/ 269843 h 876300"/>
                <a:gd name="connsiteX14073" fmla="*/ 427291 w 2419350"/>
                <a:gd name="connsiteY14073" fmla="*/ 268700 h 876300"/>
                <a:gd name="connsiteX14074" fmla="*/ 426911 w 2419350"/>
                <a:gd name="connsiteY14074" fmla="*/ 268034 h 876300"/>
                <a:gd name="connsiteX14075" fmla="*/ 426625 w 2419350"/>
                <a:gd name="connsiteY14075" fmla="*/ 268034 h 876300"/>
                <a:gd name="connsiteX14076" fmla="*/ 426339 w 2419350"/>
                <a:gd name="connsiteY14076" fmla="*/ 268224 h 876300"/>
                <a:gd name="connsiteX14077" fmla="*/ 426053 w 2419350"/>
                <a:gd name="connsiteY14077" fmla="*/ 268414 h 876300"/>
                <a:gd name="connsiteX14078" fmla="*/ 425577 w 2419350"/>
                <a:gd name="connsiteY14078" fmla="*/ 268986 h 876300"/>
                <a:gd name="connsiteX14079" fmla="*/ 425387 w 2419350"/>
                <a:gd name="connsiteY14079" fmla="*/ 269367 h 876300"/>
                <a:gd name="connsiteX14080" fmla="*/ 425196 w 2419350"/>
                <a:gd name="connsiteY14080" fmla="*/ 269748 h 876300"/>
                <a:gd name="connsiteX14081" fmla="*/ 425101 w 2419350"/>
                <a:gd name="connsiteY14081" fmla="*/ 270129 h 876300"/>
                <a:gd name="connsiteX14082" fmla="*/ 425196 w 2419350"/>
                <a:gd name="connsiteY14082" fmla="*/ 270510 h 876300"/>
                <a:gd name="connsiteX14083" fmla="*/ 425387 w 2419350"/>
                <a:gd name="connsiteY14083" fmla="*/ 271081 h 876300"/>
                <a:gd name="connsiteX14084" fmla="*/ 425672 w 2419350"/>
                <a:gd name="connsiteY14084" fmla="*/ 271558 h 876300"/>
                <a:gd name="connsiteX14085" fmla="*/ 425767 w 2419350"/>
                <a:gd name="connsiteY14085" fmla="*/ 271653 h 876300"/>
                <a:gd name="connsiteX14086" fmla="*/ 443103 w 2419350"/>
                <a:gd name="connsiteY14086" fmla="*/ 263747 h 876300"/>
                <a:gd name="connsiteX14087" fmla="*/ 443389 w 2419350"/>
                <a:gd name="connsiteY14087" fmla="*/ 264700 h 876300"/>
                <a:gd name="connsiteX14088" fmla="*/ 444151 w 2419350"/>
                <a:gd name="connsiteY14088" fmla="*/ 265271 h 876300"/>
                <a:gd name="connsiteX14089" fmla="*/ 446056 w 2419350"/>
                <a:gd name="connsiteY14089" fmla="*/ 265938 h 876300"/>
                <a:gd name="connsiteX14090" fmla="*/ 446818 w 2419350"/>
                <a:gd name="connsiteY14090" fmla="*/ 266510 h 876300"/>
                <a:gd name="connsiteX14091" fmla="*/ 448532 w 2419350"/>
                <a:gd name="connsiteY14091" fmla="*/ 268796 h 876300"/>
                <a:gd name="connsiteX14092" fmla="*/ 448532 w 2419350"/>
                <a:gd name="connsiteY14092" fmla="*/ 267748 h 876300"/>
                <a:gd name="connsiteX14093" fmla="*/ 448437 w 2419350"/>
                <a:gd name="connsiteY14093" fmla="*/ 267271 h 876300"/>
                <a:gd name="connsiteX14094" fmla="*/ 448151 w 2419350"/>
                <a:gd name="connsiteY14094" fmla="*/ 266700 h 876300"/>
                <a:gd name="connsiteX14095" fmla="*/ 447865 w 2419350"/>
                <a:gd name="connsiteY14095" fmla="*/ 266224 h 876300"/>
                <a:gd name="connsiteX14096" fmla="*/ 447484 w 2419350"/>
                <a:gd name="connsiteY14096" fmla="*/ 265843 h 876300"/>
                <a:gd name="connsiteX14097" fmla="*/ 447008 w 2419350"/>
                <a:gd name="connsiteY14097" fmla="*/ 265557 h 876300"/>
                <a:gd name="connsiteX14098" fmla="*/ 446532 w 2419350"/>
                <a:gd name="connsiteY14098" fmla="*/ 265271 h 876300"/>
                <a:gd name="connsiteX14099" fmla="*/ 443484 w 2419350"/>
                <a:gd name="connsiteY14099" fmla="*/ 264128 h 876300"/>
                <a:gd name="connsiteX14100" fmla="*/ 443103 w 2419350"/>
                <a:gd name="connsiteY14100" fmla="*/ 263747 h 876300"/>
                <a:gd name="connsiteX14101" fmla="*/ 446722 w 2419350"/>
                <a:gd name="connsiteY14101" fmla="*/ 276987 h 876300"/>
                <a:gd name="connsiteX14102" fmla="*/ 447199 w 2419350"/>
                <a:gd name="connsiteY14102" fmla="*/ 276606 h 876300"/>
                <a:gd name="connsiteX14103" fmla="*/ 447675 w 2419350"/>
                <a:gd name="connsiteY14103" fmla="*/ 275844 h 876300"/>
                <a:gd name="connsiteX14104" fmla="*/ 448342 w 2419350"/>
                <a:gd name="connsiteY14104" fmla="*/ 274415 h 876300"/>
                <a:gd name="connsiteX14105" fmla="*/ 448532 w 2419350"/>
                <a:gd name="connsiteY14105" fmla="*/ 273844 h 876300"/>
                <a:gd name="connsiteX14106" fmla="*/ 448532 w 2419350"/>
                <a:gd name="connsiteY14106" fmla="*/ 273272 h 876300"/>
                <a:gd name="connsiteX14107" fmla="*/ 448342 w 2419350"/>
                <a:gd name="connsiteY14107" fmla="*/ 272796 h 876300"/>
                <a:gd name="connsiteX14108" fmla="*/ 447770 w 2419350"/>
                <a:gd name="connsiteY14108" fmla="*/ 272605 h 876300"/>
                <a:gd name="connsiteX14109" fmla="*/ 447389 w 2419350"/>
                <a:gd name="connsiteY14109" fmla="*/ 272891 h 876300"/>
                <a:gd name="connsiteX14110" fmla="*/ 446627 w 2419350"/>
                <a:gd name="connsiteY14110" fmla="*/ 274415 h 876300"/>
                <a:gd name="connsiteX14111" fmla="*/ 446246 w 2419350"/>
                <a:gd name="connsiteY14111" fmla="*/ 274796 h 876300"/>
                <a:gd name="connsiteX14112" fmla="*/ 445961 w 2419350"/>
                <a:gd name="connsiteY14112" fmla="*/ 275177 h 876300"/>
                <a:gd name="connsiteX14113" fmla="*/ 445675 w 2419350"/>
                <a:gd name="connsiteY14113" fmla="*/ 276035 h 876300"/>
                <a:gd name="connsiteX14114" fmla="*/ 445865 w 2419350"/>
                <a:gd name="connsiteY14114" fmla="*/ 276796 h 876300"/>
                <a:gd name="connsiteX14115" fmla="*/ 446722 w 2419350"/>
                <a:gd name="connsiteY14115" fmla="*/ 276987 h 876300"/>
                <a:gd name="connsiteX14116" fmla="*/ 447770 w 2419350"/>
                <a:gd name="connsiteY14116" fmla="*/ 270605 h 876300"/>
                <a:gd name="connsiteX14117" fmla="*/ 447580 w 2419350"/>
                <a:gd name="connsiteY14117" fmla="*/ 269938 h 876300"/>
                <a:gd name="connsiteX14118" fmla="*/ 447294 w 2419350"/>
                <a:gd name="connsiteY14118" fmla="*/ 269558 h 876300"/>
                <a:gd name="connsiteX14119" fmla="*/ 446627 w 2419350"/>
                <a:gd name="connsiteY14119" fmla="*/ 268796 h 876300"/>
                <a:gd name="connsiteX14120" fmla="*/ 445675 w 2419350"/>
                <a:gd name="connsiteY14120" fmla="*/ 267176 h 876300"/>
                <a:gd name="connsiteX14121" fmla="*/ 445103 w 2419350"/>
                <a:gd name="connsiteY14121" fmla="*/ 266510 h 876300"/>
                <a:gd name="connsiteX14122" fmla="*/ 443389 w 2419350"/>
                <a:gd name="connsiteY14122" fmla="*/ 265938 h 876300"/>
                <a:gd name="connsiteX14123" fmla="*/ 442817 w 2419350"/>
                <a:gd name="connsiteY14123" fmla="*/ 265176 h 876300"/>
                <a:gd name="connsiteX14124" fmla="*/ 442436 w 2419350"/>
                <a:gd name="connsiteY14124" fmla="*/ 264224 h 876300"/>
                <a:gd name="connsiteX14125" fmla="*/ 441960 w 2419350"/>
                <a:gd name="connsiteY14125" fmla="*/ 263366 h 876300"/>
                <a:gd name="connsiteX14126" fmla="*/ 441198 w 2419350"/>
                <a:gd name="connsiteY14126" fmla="*/ 262890 h 876300"/>
                <a:gd name="connsiteX14127" fmla="*/ 440341 w 2419350"/>
                <a:gd name="connsiteY14127" fmla="*/ 263080 h 876300"/>
                <a:gd name="connsiteX14128" fmla="*/ 439674 w 2419350"/>
                <a:gd name="connsiteY14128" fmla="*/ 263843 h 876300"/>
                <a:gd name="connsiteX14129" fmla="*/ 439293 w 2419350"/>
                <a:gd name="connsiteY14129" fmla="*/ 265557 h 876300"/>
                <a:gd name="connsiteX14130" fmla="*/ 438817 w 2419350"/>
                <a:gd name="connsiteY14130" fmla="*/ 266700 h 876300"/>
                <a:gd name="connsiteX14131" fmla="*/ 438721 w 2419350"/>
                <a:gd name="connsiteY14131" fmla="*/ 267367 h 876300"/>
                <a:gd name="connsiteX14132" fmla="*/ 438817 w 2419350"/>
                <a:gd name="connsiteY14132" fmla="*/ 268414 h 876300"/>
                <a:gd name="connsiteX14133" fmla="*/ 439103 w 2419350"/>
                <a:gd name="connsiteY14133" fmla="*/ 269462 h 876300"/>
                <a:gd name="connsiteX14134" fmla="*/ 441103 w 2419350"/>
                <a:gd name="connsiteY14134" fmla="*/ 272320 h 876300"/>
                <a:gd name="connsiteX14135" fmla="*/ 441579 w 2419350"/>
                <a:gd name="connsiteY14135" fmla="*/ 272796 h 876300"/>
                <a:gd name="connsiteX14136" fmla="*/ 442055 w 2419350"/>
                <a:gd name="connsiteY14136" fmla="*/ 273844 h 876300"/>
                <a:gd name="connsiteX14137" fmla="*/ 442722 w 2419350"/>
                <a:gd name="connsiteY14137" fmla="*/ 274892 h 876300"/>
                <a:gd name="connsiteX14138" fmla="*/ 443674 w 2419350"/>
                <a:gd name="connsiteY14138" fmla="*/ 275463 h 876300"/>
                <a:gd name="connsiteX14139" fmla="*/ 445008 w 2419350"/>
                <a:gd name="connsiteY14139" fmla="*/ 274892 h 876300"/>
                <a:gd name="connsiteX14140" fmla="*/ 446151 w 2419350"/>
                <a:gd name="connsiteY14140" fmla="*/ 273463 h 876300"/>
                <a:gd name="connsiteX14141" fmla="*/ 447770 w 2419350"/>
                <a:gd name="connsiteY14141" fmla="*/ 270605 h 876300"/>
                <a:gd name="connsiteX14142" fmla="*/ 442531 w 2419350"/>
                <a:gd name="connsiteY14142" fmla="*/ 262128 h 876300"/>
                <a:gd name="connsiteX14143" fmla="*/ 443103 w 2419350"/>
                <a:gd name="connsiteY14143" fmla="*/ 262509 h 876300"/>
                <a:gd name="connsiteX14144" fmla="*/ 443484 w 2419350"/>
                <a:gd name="connsiteY14144" fmla="*/ 262890 h 876300"/>
                <a:gd name="connsiteX14145" fmla="*/ 443770 w 2419350"/>
                <a:gd name="connsiteY14145" fmla="*/ 263366 h 876300"/>
                <a:gd name="connsiteX14146" fmla="*/ 444341 w 2419350"/>
                <a:gd name="connsiteY14146" fmla="*/ 263747 h 876300"/>
                <a:gd name="connsiteX14147" fmla="*/ 445103 w 2419350"/>
                <a:gd name="connsiteY14147" fmla="*/ 263938 h 876300"/>
                <a:gd name="connsiteX14148" fmla="*/ 445675 w 2419350"/>
                <a:gd name="connsiteY14148" fmla="*/ 263938 h 876300"/>
                <a:gd name="connsiteX14149" fmla="*/ 446246 w 2419350"/>
                <a:gd name="connsiteY14149" fmla="*/ 263462 h 876300"/>
                <a:gd name="connsiteX14150" fmla="*/ 446246 w 2419350"/>
                <a:gd name="connsiteY14150" fmla="*/ 262700 h 876300"/>
                <a:gd name="connsiteX14151" fmla="*/ 445865 w 2419350"/>
                <a:gd name="connsiteY14151" fmla="*/ 261938 h 876300"/>
                <a:gd name="connsiteX14152" fmla="*/ 445294 w 2419350"/>
                <a:gd name="connsiteY14152" fmla="*/ 261366 h 876300"/>
                <a:gd name="connsiteX14153" fmla="*/ 444817 w 2419350"/>
                <a:gd name="connsiteY14153" fmla="*/ 261271 h 876300"/>
                <a:gd name="connsiteX14154" fmla="*/ 442341 w 2419350"/>
                <a:gd name="connsiteY14154" fmla="*/ 261747 h 876300"/>
                <a:gd name="connsiteX14155" fmla="*/ 442531 w 2419350"/>
                <a:gd name="connsiteY14155" fmla="*/ 262128 h 876300"/>
                <a:gd name="connsiteX14156" fmla="*/ 392906 w 2419350"/>
                <a:gd name="connsiteY14156" fmla="*/ 251555 h 876300"/>
                <a:gd name="connsiteX14157" fmla="*/ 393001 w 2419350"/>
                <a:gd name="connsiteY14157" fmla="*/ 253555 h 876300"/>
                <a:gd name="connsiteX14158" fmla="*/ 394716 w 2419350"/>
                <a:gd name="connsiteY14158" fmla="*/ 258509 h 876300"/>
                <a:gd name="connsiteX14159" fmla="*/ 394621 w 2419350"/>
                <a:gd name="connsiteY14159" fmla="*/ 259556 h 876300"/>
                <a:gd name="connsiteX14160" fmla="*/ 394049 w 2419350"/>
                <a:gd name="connsiteY14160" fmla="*/ 260223 h 876300"/>
                <a:gd name="connsiteX14161" fmla="*/ 391668 w 2419350"/>
                <a:gd name="connsiteY14161" fmla="*/ 260795 h 876300"/>
                <a:gd name="connsiteX14162" fmla="*/ 390620 w 2419350"/>
                <a:gd name="connsiteY14162" fmla="*/ 261556 h 876300"/>
                <a:gd name="connsiteX14163" fmla="*/ 389858 w 2419350"/>
                <a:gd name="connsiteY14163" fmla="*/ 262604 h 876300"/>
                <a:gd name="connsiteX14164" fmla="*/ 389668 w 2419350"/>
                <a:gd name="connsiteY14164" fmla="*/ 263747 h 876300"/>
                <a:gd name="connsiteX14165" fmla="*/ 392335 w 2419350"/>
                <a:gd name="connsiteY14165" fmla="*/ 265938 h 876300"/>
                <a:gd name="connsiteX14166" fmla="*/ 392811 w 2419350"/>
                <a:gd name="connsiteY14166" fmla="*/ 266224 h 876300"/>
                <a:gd name="connsiteX14167" fmla="*/ 395383 w 2419350"/>
                <a:gd name="connsiteY14167" fmla="*/ 268129 h 876300"/>
                <a:gd name="connsiteX14168" fmla="*/ 397573 w 2419350"/>
                <a:gd name="connsiteY14168" fmla="*/ 268700 h 876300"/>
                <a:gd name="connsiteX14169" fmla="*/ 399669 w 2419350"/>
                <a:gd name="connsiteY14169" fmla="*/ 268414 h 876300"/>
                <a:gd name="connsiteX14170" fmla="*/ 404050 w 2419350"/>
                <a:gd name="connsiteY14170" fmla="*/ 267367 h 876300"/>
                <a:gd name="connsiteX14171" fmla="*/ 405098 w 2419350"/>
                <a:gd name="connsiteY14171" fmla="*/ 267462 h 876300"/>
                <a:gd name="connsiteX14172" fmla="*/ 407384 w 2419350"/>
                <a:gd name="connsiteY14172" fmla="*/ 268034 h 876300"/>
                <a:gd name="connsiteX14173" fmla="*/ 408527 w 2419350"/>
                <a:gd name="connsiteY14173" fmla="*/ 268129 h 876300"/>
                <a:gd name="connsiteX14174" fmla="*/ 413004 w 2419350"/>
                <a:gd name="connsiteY14174" fmla="*/ 267748 h 876300"/>
                <a:gd name="connsiteX14175" fmla="*/ 415290 w 2419350"/>
                <a:gd name="connsiteY14175" fmla="*/ 268129 h 876300"/>
                <a:gd name="connsiteX14176" fmla="*/ 417100 w 2419350"/>
                <a:gd name="connsiteY14176" fmla="*/ 269177 h 876300"/>
                <a:gd name="connsiteX14177" fmla="*/ 419862 w 2419350"/>
                <a:gd name="connsiteY14177" fmla="*/ 271653 h 876300"/>
                <a:gd name="connsiteX14178" fmla="*/ 420814 w 2419350"/>
                <a:gd name="connsiteY14178" fmla="*/ 272796 h 876300"/>
                <a:gd name="connsiteX14179" fmla="*/ 421005 w 2419350"/>
                <a:gd name="connsiteY14179" fmla="*/ 272891 h 876300"/>
                <a:gd name="connsiteX14180" fmla="*/ 421196 w 2419350"/>
                <a:gd name="connsiteY14180" fmla="*/ 273177 h 876300"/>
                <a:gd name="connsiteX14181" fmla="*/ 421672 w 2419350"/>
                <a:gd name="connsiteY14181" fmla="*/ 273082 h 876300"/>
                <a:gd name="connsiteX14182" fmla="*/ 422243 w 2419350"/>
                <a:gd name="connsiteY14182" fmla="*/ 272796 h 876300"/>
                <a:gd name="connsiteX14183" fmla="*/ 422529 w 2419350"/>
                <a:gd name="connsiteY14183" fmla="*/ 272605 h 876300"/>
                <a:gd name="connsiteX14184" fmla="*/ 423100 w 2419350"/>
                <a:gd name="connsiteY14184" fmla="*/ 271748 h 876300"/>
                <a:gd name="connsiteX14185" fmla="*/ 423386 w 2419350"/>
                <a:gd name="connsiteY14185" fmla="*/ 269843 h 876300"/>
                <a:gd name="connsiteX14186" fmla="*/ 423863 w 2419350"/>
                <a:gd name="connsiteY14186" fmla="*/ 268796 h 876300"/>
                <a:gd name="connsiteX14187" fmla="*/ 423672 w 2419350"/>
                <a:gd name="connsiteY14187" fmla="*/ 268796 h 876300"/>
                <a:gd name="connsiteX14188" fmla="*/ 423481 w 2419350"/>
                <a:gd name="connsiteY14188" fmla="*/ 268414 h 876300"/>
                <a:gd name="connsiteX14189" fmla="*/ 423291 w 2419350"/>
                <a:gd name="connsiteY14189" fmla="*/ 267748 h 876300"/>
                <a:gd name="connsiteX14190" fmla="*/ 422815 w 2419350"/>
                <a:gd name="connsiteY14190" fmla="*/ 266510 h 876300"/>
                <a:gd name="connsiteX14191" fmla="*/ 422624 w 2419350"/>
                <a:gd name="connsiteY14191" fmla="*/ 266129 h 876300"/>
                <a:gd name="connsiteX14192" fmla="*/ 421862 w 2419350"/>
                <a:gd name="connsiteY14192" fmla="*/ 265271 h 876300"/>
                <a:gd name="connsiteX14193" fmla="*/ 415957 w 2419350"/>
                <a:gd name="connsiteY14193" fmla="*/ 260985 h 876300"/>
                <a:gd name="connsiteX14194" fmla="*/ 411956 w 2419350"/>
                <a:gd name="connsiteY14194" fmla="*/ 259080 h 876300"/>
                <a:gd name="connsiteX14195" fmla="*/ 409289 w 2419350"/>
                <a:gd name="connsiteY14195" fmla="*/ 257080 h 876300"/>
                <a:gd name="connsiteX14196" fmla="*/ 408337 w 2419350"/>
                <a:gd name="connsiteY14196" fmla="*/ 256604 h 876300"/>
                <a:gd name="connsiteX14197" fmla="*/ 407289 w 2419350"/>
                <a:gd name="connsiteY14197" fmla="*/ 256318 h 876300"/>
                <a:gd name="connsiteX14198" fmla="*/ 406051 w 2419350"/>
                <a:gd name="connsiteY14198" fmla="*/ 256222 h 876300"/>
                <a:gd name="connsiteX14199" fmla="*/ 405384 w 2419350"/>
                <a:gd name="connsiteY14199" fmla="*/ 256413 h 876300"/>
                <a:gd name="connsiteX14200" fmla="*/ 403955 w 2419350"/>
                <a:gd name="connsiteY14200" fmla="*/ 257175 h 876300"/>
                <a:gd name="connsiteX14201" fmla="*/ 403193 w 2419350"/>
                <a:gd name="connsiteY14201" fmla="*/ 257366 h 876300"/>
                <a:gd name="connsiteX14202" fmla="*/ 402241 w 2419350"/>
                <a:gd name="connsiteY14202" fmla="*/ 257270 h 876300"/>
                <a:gd name="connsiteX14203" fmla="*/ 401003 w 2419350"/>
                <a:gd name="connsiteY14203" fmla="*/ 257080 h 876300"/>
                <a:gd name="connsiteX14204" fmla="*/ 400145 w 2419350"/>
                <a:gd name="connsiteY14204" fmla="*/ 256604 h 876300"/>
                <a:gd name="connsiteX14205" fmla="*/ 400336 w 2419350"/>
                <a:gd name="connsiteY14205" fmla="*/ 255746 h 876300"/>
                <a:gd name="connsiteX14206" fmla="*/ 400812 w 2419350"/>
                <a:gd name="connsiteY14206" fmla="*/ 254889 h 876300"/>
                <a:gd name="connsiteX14207" fmla="*/ 400717 w 2419350"/>
                <a:gd name="connsiteY14207" fmla="*/ 254222 h 876300"/>
                <a:gd name="connsiteX14208" fmla="*/ 400336 w 2419350"/>
                <a:gd name="connsiteY14208" fmla="*/ 253651 h 876300"/>
                <a:gd name="connsiteX14209" fmla="*/ 397669 w 2419350"/>
                <a:gd name="connsiteY14209" fmla="*/ 250698 h 876300"/>
                <a:gd name="connsiteX14210" fmla="*/ 396145 w 2419350"/>
                <a:gd name="connsiteY14210" fmla="*/ 249936 h 876300"/>
                <a:gd name="connsiteX14211" fmla="*/ 394145 w 2419350"/>
                <a:gd name="connsiteY14211" fmla="*/ 250317 h 876300"/>
                <a:gd name="connsiteX14212" fmla="*/ 392906 w 2419350"/>
                <a:gd name="connsiteY14212" fmla="*/ 251555 h 876300"/>
                <a:gd name="connsiteX14213" fmla="*/ 7620 w 2419350"/>
                <a:gd name="connsiteY14213" fmla="*/ 12954 h 876300"/>
                <a:gd name="connsiteX14214" fmla="*/ 6953 w 2419350"/>
                <a:gd name="connsiteY14214" fmla="*/ 12573 h 876300"/>
                <a:gd name="connsiteX14215" fmla="*/ 6667 w 2419350"/>
                <a:gd name="connsiteY14215" fmla="*/ 13526 h 876300"/>
                <a:gd name="connsiteX14216" fmla="*/ 6382 w 2419350"/>
                <a:gd name="connsiteY14216" fmla="*/ 13811 h 876300"/>
                <a:gd name="connsiteX14217" fmla="*/ 5715 w 2419350"/>
                <a:gd name="connsiteY14217" fmla="*/ 14288 h 876300"/>
                <a:gd name="connsiteX14218" fmla="*/ 5239 w 2419350"/>
                <a:gd name="connsiteY14218" fmla="*/ 14764 h 876300"/>
                <a:gd name="connsiteX14219" fmla="*/ 5334 w 2419350"/>
                <a:gd name="connsiteY14219" fmla="*/ 15335 h 876300"/>
                <a:gd name="connsiteX14220" fmla="*/ 5905 w 2419350"/>
                <a:gd name="connsiteY14220" fmla="*/ 15621 h 876300"/>
                <a:gd name="connsiteX14221" fmla="*/ 6477 w 2419350"/>
                <a:gd name="connsiteY14221" fmla="*/ 15621 h 876300"/>
                <a:gd name="connsiteX14222" fmla="*/ 7048 w 2419350"/>
                <a:gd name="connsiteY14222" fmla="*/ 15716 h 876300"/>
                <a:gd name="connsiteX14223" fmla="*/ 7620 w 2419350"/>
                <a:gd name="connsiteY14223" fmla="*/ 16193 h 876300"/>
                <a:gd name="connsiteX14224" fmla="*/ 8001 w 2419350"/>
                <a:gd name="connsiteY14224" fmla="*/ 15812 h 876300"/>
                <a:gd name="connsiteX14225" fmla="*/ 8382 w 2419350"/>
                <a:gd name="connsiteY14225" fmla="*/ 15526 h 876300"/>
                <a:gd name="connsiteX14226" fmla="*/ 8858 w 2419350"/>
                <a:gd name="connsiteY14226" fmla="*/ 15430 h 876300"/>
                <a:gd name="connsiteX14227" fmla="*/ 9430 w 2419350"/>
                <a:gd name="connsiteY14227" fmla="*/ 15430 h 876300"/>
                <a:gd name="connsiteX14228" fmla="*/ 8668 w 2419350"/>
                <a:gd name="connsiteY14228" fmla="*/ 14383 h 876300"/>
                <a:gd name="connsiteX14229" fmla="*/ 7620 w 2419350"/>
                <a:gd name="connsiteY14229" fmla="*/ 12954 h 876300"/>
                <a:gd name="connsiteX14230" fmla="*/ 11621 w 2419350"/>
                <a:gd name="connsiteY14230" fmla="*/ 1714 h 876300"/>
                <a:gd name="connsiteX14231" fmla="*/ 12763 w 2419350"/>
                <a:gd name="connsiteY14231" fmla="*/ 2477 h 876300"/>
                <a:gd name="connsiteX14232" fmla="*/ 13145 w 2419350"/>
                <a:gd name="connsiteY14232" fmla="*/ 3334 h 876300"/>
                <a:gd name="connsiteX14233" fmla="*/ 13430 w 2419350"/>
                <a:gd name="connsiteY14233" fmla="*/ 4286 h 876300"/>
                <a:gd name="connsiteX14234" fmla="*/ 13811 w 2419350"/>
                <a:gd name="connsiteY14234" fmla="*/ 5048 h 876300"/>
                <a:gd name="connsiteX14235" fmla="*/ 14573 w 2419350"/>
                <a:gd name="connsiteY14235" fmla="*/ 5715 h 876300"/>
                <a:gd name="connsiteX14236" fmla="*/ 15430 w 2419350"/>
                <a:gd name="connsiteY14236" fmla="*/ 6191 h 876300"/>
                <a:gd name="connsiteX14237" fmla="*/ 16383 w 2419350"/>
                <a:gd name="connsiteY14237" fmla="*/ 6477 h 876300"/>
                <a:gd name="connsiteX14238" fmla="*/ 17336 w 2419350"/>
                <a:gd name="connsiteY14238" fmla="*/ 6572 h 876300"/>
                <a:gd name="connsiteX14239" fmla="*/ 18002 w 2419350"/>
                <a:gd name="connsiteY14239" fmla="*/ 6382 h 876300"/>
                <a:gd name="connsiteX14240" fmla="*/ 18288 w 2419350"/>
                <a:gd name="connsiteY14240" fmla="*/ 5810 h 876300"/>
                <a:gd name="connsiteX14241" fmla="*/ 18288 w 2419350"/>
                <a:gd name="connsiteY14241" fmla="*/ 4096 h 876300"/>
                <a:gd name="connsiteX14242" fmla="*/ 18955 w 2419350"/>
                <a:gd name="connsiteY14242" fmla="*/ 4572 h 876300"/>
                <a:gd name="connsiteX14243" fmla="*/ 19145 w 2419350"/>
                <a:gd name="connsiteY14243" fmla="*/ 4858 h 876300"/>
                <a:gd name="connsiteX14244" fmla="*/ 19336 w 2419350"/>
                <a:gd name="connsiteY14244" fmla="*/ 5239 h 876300"/>
                <a:gd name="connsiteX14245" fmla="*/ 19717 w 2419350"/>
                <a:gd name="connsiteY14245" fmla="*/ 5239 h 876300"/>
                <a:gd name="connsiteX14246" fmla="*/ 19717 w 2419350"/>
                <a:gd name="connsiteY14246" fmla="*/ 3429 h 876300"/>
                <a:gd name="connsiteX14247" fmla="*/ 18097 w 2419350"/>
                <a:gd name="connsiteY14247" fmla="*/ 1048 h 876300"/>
                <a:gd name="connsiteX14248" fmla="*/ 17621 w 2419350"/>
                <a:gd name="connsiteY14248" fmla="*/ 571 h 876300"/>
                <a:gd name="connsiteX14249" fmla="*/ 16764 w 2419350"/>
                <a:gd name="connsiteY14249" fmla="*/ 476 h 876300"/>
                <a:gd name="connsiteX14250" fmla="*/ 16192 w 2419350"/>
                <a:gd name="connsiteY14250" fmla="*/ 1048 h 876300"/>
                <a:gd name="connsiteX14251" fmla="*/ 15812 w 2419350"/>
                <a:gd name="connsiteY14251" fmla="*/ 1810 h 876300"/>
                <a:gd name="connsiteX14252" fmla="*/ 15240 w 2419350"/>
                <a:gd name="connsiteY14252" fmla="*/ 2572 h 876300"/>
                <a:gd name="connsiteX14253" fmla="*/ 14573 w 2419350"/>
                <a:gd name="connsiteY14253" fmla="*/ 2667 h 876300"/>
                <a:gd name="connsiteX14254" fmla="*/ 14002 w 2419350"/>
                <a:gd name="connsiteY14254" fmla="*/ 2000 h 876300"/>
                <a:gd name="connsiteX14255" fmla="*/ 13335 w 2419350"/>
                <a:gd name="connsiteY14255" fmla="*/ 667 h 876300"/>
                <a:gd name="connsiteX14256" fmla="*/ 12763 w 2419350"/>
                <a:gd name="connsiteY14256" fmla="*/ 191 h 876300"/>
                <a:gd name="connsiteX14257" fmla="*/ 12192 w 2419350"/>
                <a:gd name="connsiteY14257" fmla="*/ 0 h 876300"/>
                <a:gd name="connsiteX14258" fmla="*/ 11049 w 2419350"/>
                <a:gd name="connsiteY14258" fmla="*/ 0 h 876300"/>
                <a:gd name="connsiteX14259" fmla="*/ 10954 w 2419350"/>
                <a:gd name="connsiteY14259" fmla="*/ 381 h 876300"/>
                <a:gd name="connsiteX14260" fmla="*/ 11335 w 2419350"/>
                <a:gd name="connsiteY14260" fmla="*/ 1238 h 876300"/>
                <a:gd name="connsiteX14261" fmla="*/ 11621 w 2419350"/>
                <a:gd name="connsiteY14261" fmla="*/ 1714 h 876300"/>
                <a:gd name="connsiteX14262" fmla="*/ 6382 w 2419350"/>
                <a:gd name="connsiteY14262" fmla="*/ 11716 h 876300"/>
                <a:gd name="connsiteX14263" fmla="*/ 6382 w 2419350"/>
                <a:gd name="connsiteY14263" fmla="*/ 11144 h 876300"/>
                <a:gd name="connsiteX14264" fmla="*/ 6001 w 2419350"/>
                <a:gd name="connsiteY14264" fmla="*/ 10573 h 876300"/>
                <a:gd name="connsiteX14265" fmla="*/ 5429 w 2419350"/>
                <a:gd name="connsiteY14265" fmla="*/ 10096 h 876300"/>
                <a:gd name="connsiteX14266" fmla="*/ 5810 w 2419350"/>
                <a:gd name="connsiteY14266" fmla="*/ 10478 h 876300"/>
                <a:gd name="connsiteX14267" fmla="*/ 4763 w 2419350"/>
                <a:gd name="connsiteY14267" fmla="*/ 9620 h 876300"/>
                <a:gd name="connsiteX14268" fmla="*/ 3620 w 2419350"/>
                <a:gd name="connsiteY14268" fmla="*/ 8477 h 876300"/>
                <a:gd name="connsiteX14269" fmla="*/ 2381 w 2419350"/>
                <a:gd name="connsiteY14269" fmla="*/ 7620 h 876300"/>
                <a:gd name="connsiteX14270" fmla="*/ 1143 w 2419350"/>
                <a:gd name="connsiteY14270" fmla="*/ 7525 h 876300"/>
                <a:gd name="connsiteX14271" fmla="*/ 571 w 2419350"/>
                <a:gd name="connsiteY14271" fmla="*/ 7811 h 876300"/>
                <a:gd name="connsiteX14272" fmla="*/ 95 w 2419350"/>
                <a:gd name="connsiteY14272" fmla="*/ 8287 h 876300"/>
                <a:gd name="connsiteX14273" fmla="*/ 0 w 2419350"/>
                <a:gd name="connsiteY14273" fmla="*/ 8763 h 876300"/>
                <a:gd name="connsiteX14274" fmla="*/ 571 w 2419350"/>
                <a:gd name="connsiteY14274" fmla="*/ 8954 h 876300"/>
                <a:gd name="connsiteX14275" fmla="*/ 1048 w 2419350"/>
                <a:gd name="connsiteY14275" fmla="*/ 8858 h 876300"/>
                <a:gd name="connsiteX14276" fmla="*/ 1429 w 2419350"/>
                <a:gd name="connsiteY14276" fmla="*/ 8763 h 876300"/>
                <a:gd name="connsiteX14277" fmla="*/ 1905 w 2419350"/>
                <a:gd name="connsiteY14277" fmla="*/ 8763 h 876300"/>
                <a:gd name="connsiteX14278" fmla="*/ 2572 w 2419350"/>
                <a:gd name="connsiteY14278" fmla="*/ 8954 h 876300"/>
                <a:gd name="connsiteX14279" fmla="*/ 2572 w 2419350"/>
                <a:gd name="connsiteY14279" fmla="*/ 9335 h 876300"/>
                <a:gd name="connsiteX14280" fmla="*/ 1905 w 2419350"/>
                <a:gd name="connsiteY14280" fmla="*/ 9620 h 876300"/>
                <a:gd name="connsiteX14281" fmla="*/ 2000 w 2419350"/>
                <a:gd name="connsiteY14281" fmla="*/ 9906 h 876300"/>
                <a:gd name="connsiteX14282" fmla="*/ 2286 w 2419350"/>
                <a:gd name="connsiteY14282" fmla="*/ 10192 h 876300"/>
                <a:gd name="connsiteX14283" fmla="*/ 2286 w 2419350"/>
                <a:gd name="connsiteY14283" fmla="*/ 10573 h 876300"/>
                <a:gd name="connsiteX14284" fmla="*/ 1905 w 2419350"/>
                <a:gd name="connsiteY14284" fmla="*/ 10954 h 876300"/>
                <a:gd name="connsiteX14285" fmla="*/ 1714 w 2419350"/>
                <a:gd name="connsiteY14285" fmla="*/ 11239 h 876300"/>
                <a:gd name="connsiteX14286" fmla="*/ 1810 w 2419350"/>
                <a:gd name="connsiteY14286" fmla="*/ 11430 h 876300"/>
                <a:gd name="connsiteX14287" fmla="*/ 2381 w 2419350"/>
                <a:gd name="connsiteY14287" fmla="*/ 11525 h 876300"/>
                <a:gd name="connsiteX14288" fmla="*/ 2191 w 2419350"/>
                <a:gd name="connsiteY14288" fmla="*/ 12002 h 876300"/>
                <a:gd name="connsiteX14289" fmla="*/ 2191 w 2419350"/>
                <a:gd name="connsiteY14289" fmla="*/ 12287 h 876300"/>
                <a:gd name="connsiteX14290" fmla="*/ 2381 w 2419350"/>
                <a:gd name="connsiteY14290" fmla="*/ 12954 h 876300"/>
                <a:gd name="connsiteX14291" fmla="*/ 4191 w 2419350"/>
                <a:gd name="connsiteY14291" fmla="*/ 11525 h 876300"/>
                <a:gd name="connsiteX14292" fmla="*/ 5620 w 2419350"/>
                <a:gd name="connsiteY14292" fmla="*/ 12287 h 876300"/>
                <a:gd name="connsiteX14293" fmla="*/ 6382 w 2419350"/>
                <a:gd name="connsiteY14293" fmla="*/ 11716 h 876300"/>
                <a:gd name="connsiteX14294" fmla="*/ 77343 w 2419350"/>
                <a:gd name="connsiteY14294" fmla="*/ 182975 h 876300"/>
                <a:gd name="connsiteX14295" fmla="*/ 76581 w 2419350"/>
                <a:gd name="connsiteY14295" fmla="*/ 181737 h 876300"/>
                <a:gd name="connsiteX14296" fmla="*/ 75438 w 2419350"/>
                <a:gd name="connsiteY14296" fmla="*/ 178975 h 876300"/>
                <a:gd name="connsiteX14297" fmla="*/ 74390 w 2419350"/>
                <a:gd name="connsiteY14297" fmla="*/ 177927 h 876300"/>
                <a:gd name="connsiteX14298" fmla="*/ 74009 w 2419350"/>
                <a:gd name="connsiteY14298" fmla="*/ 178118 h 876300"/>
                <a:gd name="connsiteX14299" fmla="*/ 73628 w 2419350"/>
                <a:gd name="connsiteY14299" fmla="*/ 178022 h 876300"/>
                <a:gd name="connsiteX14300" fmla="*/ 72866 w 2419350"/>
                <a:gd name="connsiteY14300" fmla="*/ 177165 h 876300"/>
                <a:gd name="connsiteX14301" fmla="*/ 72866 w 2419350"/>
                <a:gd name="connsiteY14301" fmla="*/ 178784 h 876300"/>
                <a:gd name="connsiteX14302" fmla="*/ 72771 w 2419350"/>
                <a:gd name="connsiteY14302" fmla="*/ 179642 h 876300"/>
                <a:gd name="connsiteX14303" fmla="*/ 72485 w 2419350"/>
                <a:gd name="connsiteY14303" fmla="*/ 180022 h 876300"/>
                <a:gd name="connsiteX14304" fmla="*/ 71723 w 2419350"/>
                <a:gd name="connsiteY14304" fmla="*/ 179832 h 876300"/>
                <a:gd name="connsiteX14305" fmla="*/ 71342 w 2419350"/>
                <a:gd name="connsiteY14305" fmla="*/ 178975 h 876300"/>
                <a:gd name="connsiteX14306" fmla="*/ 71152 w 2419350"/>
                <a:gd name="connsiteY14306" fmla="*/ 178022 h 876300"/>
                <a:gd name="connsiteX14307" fmla="*/ 70866 w 2419350"/>
                <a:gd name="connsiteY14307" fmla="*/ 177355 h 876300"/>
                <a:gd name="connsiteX14308" fmla="*/ 69628 w 2419350"/>
                <a:gd name="connsiteY14308" fmla="*/ 175736 h 876300"/>
                <a:gd name="connsiteX14309" fmla="*/ 68866 w 2419350"/>
                <a:gd name="connsiteY14309" fmla="*/ 174974 h 876300"/>
                <a:gd name="connsiteX14310" fmla="*/ 68008 w 2419350"/>
                <a:gd name="connsiteY14310" fmla="*/ 174688 h 876300"/>
                <a:gd name="connsiteX14311" fmla="*/ 67342 w 2419350"/>
                <a:gd name="connsiteY14311" fmla="*/ 174498 h 876300"/>
                <a:gd name="connsiteX14312" fmla="*/ 65627 w 2419350"/>
                <a:gd name="connsiteY14312" fmla="*/ 173641 h 876300"/>
                <a:gd name="connsiteX14313" fmla="*/ 64961 w 2419350"/>
                <a:gd name="connsiteY14313" fmla="*/ 173260 h 876300"/>
                <a:gd name="connsiteX14314" fmla="*/ 60293 w 2419350"/>
                <a:gd name="connsiteY14314" fmla="*/ 169069 h 876300"/>
                <a:gd name="connsiteX14315" fmla="*/ 59531 w 2419350"/>
                <a:gd name="connsiteY14315" fmla="*/ 169164 h 876300"/>
                <a:gd name="connsiteX14316" fmla="*/ 59722 w 2419350"/>
                <a:gd name="connsiteY14316" fmla="*/ 169545 h 876300"/>
                <a:gd name="connsiteX14317" fmla="*/ 60484 w 2419350"/>
                <a:gd name="connsiteY14317" fmla="*/ 170021 h 876300"/>
                <a:gd name="connsiteX14318" fmla="*/ 60674 w 2419350"/>
                <a:gd name="connsiteY14318" fmla="*/ 170402 h 876300"/>
                <a:gd name="connsiteX14319" fmla="*/ 60579 w 2419350"/>
                <a:gd name="connsiteY14319" fmla="*/ 170783 h 876300"/>
                <a:gd name="connsiteX14320" fmla="*/ 60293 w 2419350"/>
                <a:gd name="connsiteY14320" fmla="*/ 170783 h 876300"/>
                <a:gd name="connsiteX14321" fmla="*/ 59817 w 2419350"/>
                <a:gd name="connsiteY14321" fmla="*/ 170497 h 876300"/>
                <a:gd name="connsiteX14322" fmla="*/ 59341 w 2419350"/>
                <a:gd name="connsiteY14322" fmla="*/ 170307 h 876300"/>
                <a:gd name="connsiteX14323" fmla="*/ 58864 w 2419350"/>
                <a:gd name="connsiteY14323" fmla="*/ 169926 h 876300"/>
                <a:gd name="connsiteX14324" fmla="*/ 58293 w 2419350"/>
                <a:gd name="connsiteY14324" fmla="*/ 169831 h 876300"/>
                <a:gd name="connsiteX14325" fmla="*/ 57436 w 2419350"/>
                <a:gd name="connsiteY14325" fmla="*/ 170402 h 876300"/>
                <a:gd name="connsiteX14326" fmla="*/ 57436 w 2419350"/>
                <a:gd name="connsiteY14326" fmla="*/ 169354 h 876300"/>
                <a:gd name="connsiteX14327" fmla="*/ 58960 w 2419350"/>
                <a:gd name="connsiteY14327" fmla="*/ 167259 h 876300"/>
                <a:gd name="connsiteX14328" fmla="*/ 58769 w 2419350"/>
                <a:gd name="connsiteY14328" fmla="*/ 166306 h 876300"/>
                <a:gd name="connsiteX14329" fmla="*/ 57721 w 2419350"/>
                <a:gd name="connsiteY14329" fmla="*/ 165449 h 876300"/>
                <a:gd name="connsiteX14330" fmla="*/ 56864 w 2419350"/>
                <a:gd name="connsiteY14330" fmla="*/ 165068 h 876300"/>
                <a:gd name="connsiteX14331" fmla="*/ 53626 w 2419350"/>
                <a:gd name="connsiteY14331" fmla="*/ 164497 h 876300"/>
                <a:gd name="connsiteX14332" fmla="*/ 52292 w 2419350"/>
                <a:gd name="connsiteY14332" fmla="*/ 164021 h 876300"/>
                <a:gd name="connsiteX14333" fmla="*/ 51149 w 2419350"/>
                <a:gd name="connsiteY14333" fmla="*/ 163354 h 876300"/>
                <a:gd name="connsiteX14334" fmla="*/ 50292 w 2419350"/>
                <a:gd name="connsiteY14334" fmla="*/ 161354 h 876300"/>
                <a:gd name="connsiteX14335" fmla="*/ 48387 w 2419350"/>
                <a:gd name="connsiteY14335" fmla="*/ 160496 h 876300"/>
                <a:gd name="connsiteX14336" fmla="*/ 47815 w 2419350"/>
                <a:gd name="connsiteY14336" fmla="*/ 159639 h 876300"/>
                <a:gd name="connsiteX14337" fmla="*/ 46006 w 2419350"/>
                <a:gd name="connsiteY14337" fmla="*/ 160401 h 876300"/>
                <a:gd name="connsiteX14338" fmla="*/ 46006 w 2419350"/>
                <a:gd name="connsiteY14338" fmla="*/ 158401 h 876300"/>
                <a:gd name="connsiteX14339" fmla="*/ 46387 w 2419350"/>
                <a:gd name="connsiteY14339" fmla="*/ 158115 h 876300"/>
                <a:gd name="connsiteX14340" fmla="*/ 47434 w 2419350"/>
                <a:gd name="connsiteY14340" fmla="*/ 158877 h 876300"/>
                <a:gd name="connsiteX14341" fmla="*/ 47530 w 2419350"/>
                <a:gd name="connsiteY14341" fmla="*/ 157163 h 876300"/>
                <a:gd name="connsiteX14342" fmla="*/ 46101 w 2419350"/>
                <a:gd name="connsiteY14342" fmla="*/ 156496 h 876300"/>
                <a:gd name="connsiteX14343" fmla="*/ 42386 w 2419350"/>
                <a:gd name="connsiteY14343" fmla="*/ 156305 h 876300"/>
                <a:gd name="connsiteX14344" fmla="*/ 42196 w 2419350"/>
                <a:gd name="connsiteY14344" fmla="*/ 156210 h 876300"/>
                <a:gd name="connsiteX14345" fmla="*/ 41720 w 2419350"/>
                <a:gd name="connsiteY14345" fmla="*/ 155638 h 876300"/>
                <a:gd name="connsiteX14346" fmla="*/ 41148 w 2419350"/>
                <a:gd name="connsiteY14346" fmla="*/ 155353 h 876300"/>
                <a:gd name="connsiteX14347" fmla="*/ 40862 w 2419350"/>
                <a:gd name="connsiteY14347" fmla="*/ 155829 h 876300"/>
                <a:gd name="connsiteX14348" fmla="*/ 40767 w 2419350"/>
                <a:gd name="connsiteY14348" fmla="*/ 156210 h 876300"/>
                <a:gd name="connsiteX14349" fmla="*/ 40196 w 2419350"/>
                <a:gd name="connsiteY14349" fmla="*/ 157258 h 876300"/>
                <a:gd name="connsiteX14350" fmla="*/ 40100 w 2419350"/>
                <a:gd name="connsiteY14350" fmla="*/ 157734 h 876300"/>
                <a:gd name="connsiteX14351" fmla="*/ 39814 w 2419350"/>
                <a:gd name="connsiteY14351" fmla="*/ 158687 h 876300"/>
                <a:gd name="connsiteX14352" fmla="*/ 39814 w 2419350"/>
                <a:gd name="connsiteY14352" fmla="*/ 159258 h 876300"/>
                <a:gd name="connsiteX14353" fmla="*/ 40005 w 2419350"/>
                <a:gd name="connsiteY14353" fmla="*/ 159353 h 876300"/>
                <a:gd name="connsiteX14354" fmla="*/ 40386 w 2419350"/>
                <a:gd name="connsiteY14354" fmla="*/ 159544 h 876300"/>
                <a:gd name="connsiteX14355" fmla="*/ 40672 w 2419350"/>
                <a:gd name="connsiteY14355" fmla="*/ 159829 h 876300"/>
                <a:gd name="connsiteX14356" fmla="*/ 40576 w 2419350"/>
                <a:gd name="connsiteY14356" fmla="*/ 160306 h 876300"/>
                <a:gd name="connsiteX14357" fmla="*/ 40005 w 2419350"/>
                <a:gd name="connsiteY14357" fmla="*/ 160592 h 876300"/>
                <a:gd name="connsiteX14358" fmla="*/ 37147 w 2419350"/>
                <a:gd name="connsiteY14358" fmla="*/ 160592 h 876300"/>
                <a:gd name="connsiteX14359" fmla="*/ 36386 w 2419350"/>
                <a:gd name="connsiteY14359" fmla="*/ 161068 h 876300"/>
                <a:gd name="connsiteX14360" fmla="*/ 36004 w 2419350"/>
                <a:gd name="connsiteY14360" fmla="*/ 162020 h 876300"/>
                <a:gd name="connsiteX14361" fmla="*/ 36004 w 2419350"/>
                <a:gd name="connsiteY14361" fmla="*/ 163068 h 876300"/>
                <a:gd name="connsiteX14362" fmla="*/ 36290 w 2419350"/>
                <a:gd name="connsiteY14362" fmla="*/ 163735 h 876300"/>
                <a:gd name="connsiteX14363" fmla="*/ 36957 w 2419350"/>
                <a:gd name="connsiteY14363" fmla="*/ 163830 h 876300"/>
                <a:gd name="connsiteX14364" fmla="*/ 37909 w 2419350"/>
                <a:gd name="connsiteY14364" fmla="*/ 163735 h 876300"/>
                <a:gd name="connsiteX14365" fmla="*/ 38576 w 2419350"/>
                <a:gd name="connsiteY14365" fmla="*/ 163830 h 876300"/>
                <a:gd name="connsiteX14366" fmla="*/ 38386 w 2419350"/>
                <a:gd name="connsiteY14366" fmla="*/ 164402 h 876300"/>
                <a:gd name="connsiteX14367" fmla="*/ 38386 w 2419350"/>
                <a:gd name="connsiteY14367" fmla="*/ 164878 h 876300"/>
                <a:gd name="connsiteX14368" fmla="*/ 39148 w 2419350"/>
                <a:gd name="connsiteY14368" fmla="*/ 165259 h 876300"/>
                <a:gd name="connsiteX14369" fmla="*/ 39814 w 2419350"/>
                <a:gd name="connsiteY14369" fmla="*/ 165735 h 876300"/>
                <a:gd name="connsiteX14370" fmla="*/ 39719 w 2419350"/>
                <a:gd name="connsiteY14370" fmla="*/ 166592 h 876300"/>
                <a:gd name="connsiteX14371" fmla="*/ 41338 w 2419350"/>
                <a:gd name="connsiteY14371" fmla="*/ 167640 h 876300"/>
                <a:gd name="connsiteX14372" fmla="*/ 41624 w 2419350"/>
                <a:gd name="connsiteY14372" fmla="*/ 168021 h 876300"/>
                <a:gd name="connsiteX14373" fmla="*/ 41243 w 2419350"/>
                <a:gd name="connsiteY14373" fmla="*/ 169164 h 876300"/>
                <a:gd name="connsiteX14374" fmla="*/ 41148 w 2419350"/>
                <a:gd name="connsiteY14374" fmla="*/ 169831 h 876300"/>
                <a:gd name="connsiteX14375" fmla="*/ 41434 w 2419350"/>
                <a:gd name="connsiteY14375" fmla="*/ 170117 h 876300"/>
                <a:gd name="connsiteX14376" fmla="*/ 45244 w 2419350"/>
                <a:gd name="connsiteY14376" fmla="*/ 170117 h 876300"/>
                <a:gd name="connsiteX14377" fmla="*/ 45911 w 2419350"/>
                <a:gd name="connsiteY14377" fmla="*/ 170593 h 876300"/>
                <a:gd name="connsiteX14378" fmla="*/ 46101 w 2419350"/>
                <a:gd name="connsiteY14378" fmla="*/ 171069 h 876300"/>
                <a:gd name="connsiteX14379" fmla="*/ 46101 w 2419350"/>
                <a:gd name="connsiteY14379" fmla="*/ 171545 h 876300"/>
                <a:gd name="connsiteX14380" fmla="*/ 46387 w 2419350"/>
                <a:gd name="connsiteY14380" fmla="*/ 171926 h 876300"/>
                <a:gd name="connsiteX14381" fmla="*/ 46863 w 2419350"/>
                <a:gd name="connsiteY14381" fmla="*/ 172212 h 876300"/>
                <a:gd name="connsiteX14382" fmla="*/ 47911 w 2419350"/>
                <a:gd name="connsiteY14382" fmla="*/ 172498 h 876300"/>
                <a:gd name="connsiteX14383" fmla="*/ 48958 w 2419350"/>
                <a:gd name="connsiteY14383" fmla="*/ 173260 h 876300"/>
                <a:gd name="connsiteX14384" fmla="*/ 49435 w 2419350"/>
                <a:gd name="connsiteY14384" fmla="*/ 173260 h 876300"/>
                <a:gd name="connsiteX14385" fmla="*/ 49816 w 2419350"/>
                <a:gd name="connsiteY14385" fmla="*/ 173069 h 876300"/>
                <a:gd name="connsiteX14386" fmla="*/ 50197 w 2419350"/>
                <a:gd name="connsiteY14386" fmla="*/ 172974 h 876300"/>
                <a:gd name="connsiteX14387" fmla="*/ 50387 w 2419350"/>
                <a:gd name="connsiteY14387" fmla="*/ 172879 h 876300"/>
                <a:gd name="connsiteX14388" fmla="*/ 50578 w 2419350"/>
                <a:gd name="connsiteY14388" fmla="*/ 172593 h 876300"/>
                <a:gd name="connsiteX14389" fmla="*/ 50768 w 2419350"/>
                <a:gd name="connsiteY14389" fmla="*/ 172212 h 876300"/>
                <a:gd name="connsiteX14390" fmla="*/ 51149 w 2419350"/>
                <a:gd name="connsiteY14390" fmla="*/ 172307 h 876300"/>
                <a:gd name="connsiteX14391" fmla="*/ 51625 w 2419350"/>
                <a:gd name="connsiteY14391" fmla="*/ 172784 h 876300"/>
                <a:gd name="connsiteX14392" fmla="*/ 51911 w 2419350"/>
                <a:gd name="connsiteY14392" fmla="*/ 172974 h 876300"/>
                <a:gd name="connsiteX14393" fmla="*/ 53245 w 2419350"/>
                <a:gd name="connsiteY14393" fmla="*/ 172974 h 876300"/>
                <a:gd name="connsiteX14394" fmla="*/ 53721 w 2419350"/>
                <a:gd name="connsiteY14394" fmla="*/ 172974 h 876300"/>
                <a:gd name="connsiteX14395" fmla="*/ 54864 w 2419350"/>
                <a:gd name="connsiteY14395" fmla="*/ 173355 h 876300"/>
                <a:gd name="connsiteX14396" fmla="*/ 56102 w 2419350"/>
                <a:gd name="connsiteY14396" fmla="*/ 174022 h 876300"/>
                <a:gd name="connsiteX14397" fmla="*/ 65246 w 2419350"/>
                <a:gd name="connsiteY14397" fmla="*/ 180880 h 876300"/>
                <a:gd name="connsiteX14398" fmla="*/ 67628 w 2419350"/>
                <a:gd name="connsiteY14398" fmla="*/ 181546 h 876300"/>
                <a:gd name="connsiteX14399" fmla="*/ 68771 w 2419350"/>
                <a:gd name="connsiteY14399" fmla="*/ 183166 h 876300"/>
                <a:gd name="connsiteX14400" fmla="*/ 69913 w 2419350"/>
                <a:gd name="connsiteY14400" fmla="*/ 183737 h 876300"/>
                <a:gd name="connsiteX14401" fmla="*/ 69628 w 2419350"/>
                <a:gd name="connsiteY14401" fmla="*/ 184023 h 876300"/>
                <a:gd name="connsiteX14402" fmla="*/ 69151 w 2419350"/>
                <a:gd name="connsiteY14402" fmla="*/ 184595 h 876300"/>
                <a:gd name="connsiteX14403" fmla="*/ 68866 w 2419350"/>
                <a:gd name="connsiteY14403" fmla="*/ 184880 h 876300"/>
                <a:gd name="connsiteX14404" fmla="*/ 69532 w 2419350"/>
                <a:gd name="connsiteY14404" fmla="*/ 185452 h 876300"/>
                <a:gd name="connsiteX14405" fmla="*/ 70295 w 2419350"/>
                <a:gd name="connsiteY14405" fmla="*/ 185833 h 876300"/>
                <a:gd name="connsiteX14406" fmla="*/ 71152 w 2419350"/>
                <a:gd name="connsiteY14406" fmla="*/ 185833 h 876300"/>
                <a:gd name="connsiteX14407" fmla="*/ 72104 w 2419350"/>
                <a:gd name="connsiteY14407" fmla="*/ 185166 h 876300"/>
                <a:gd name="connsiteX14408" fmla="*/ 74295 w 2419350"/>
                <a:gd name="connsiteY14408" fmla="*/ 186404 h 876300"/>
                <a:gd name="connsiteX14409" fmla="*/ 74771 w 2419350"/>
                <a:gd name="connsiteY14409" fmla="*/ 186404 h 876300"/>
                <a:gd name="connsiteX14410" fmla="*/ 75247 w 2419350"/>
                <a:gd name="connsiteY14410" fmla="*/ 186119 h 876300"/>
                <a:gd name="connsiteX14411" fmla="*/ 77153 w 2419350"/>
                <a:gd name="connsiteY14411" fmla="*/ 185547 h 876300"/>
                <a:gd name="connsiteX14412" fmla="*/ 76771 w 2419350"/>
                <a:gd name="connsiteY14412" fmla="*/ 185547 h 876300"/>
                <a:gd name="connsiteX14413" fmla="*/ 78010 w 2419350"/>
                <a:gd name="connsiteY14413" fmla="*/ 185356 h 876300"/>
                <a:gd name="connsiteX14414" fmla="*/ 78010 w 2419350"/>
                <a:gd name="connsiteY14414" fmla="*/ 184595 h 876300"/>
                <a:gd name="connsiteX14415" fmla="*/ 77724 w 2419350"/>
                <a:gd name="connsiteY14415" fmla="*/ 183642 h 876300"/>
                <a:gd name="connsiteX14416" fmla="*/ 77343 w 2419350"/>
                <a:gd name="connsiteY14416" fmla="*/ 182975 h 876300"/>
                <a:gd name="connsiteX14417" fmla="*/ 1501331 w 2419350"/>
                <a:gd name="connsiteY14417" fmla="*/ 845439 h 876300"/>
                <a:gd name="connsiteX14418" fmla="*/ 1501235 w 2419350"/>
                <a:gd name="connsiteY14418" fmla="*/ 844582 h 876300"/>
                <a:gd name="connsiteX14419" fmla="*/ 1499616 w 2419350"/>
                <a:gd name="connsiteY14419" fmla="*/ 844105 h 876300"/>
                <a:gd name="connsiteX14420" fmla="*/ 1499235 w 2419350"/>
                <a:gd name="connsiteY14420" fmla="*/ 843439 h 876300"/>
                <a:gd name="connsiteX14421" fmla="*/ 1498759 w 2419350"/>
                <a:gd name="connsiteY14421" fmla="*/ 842867 h 876300"/>
                <a:gd name="connsiteX14422" fmla="*/ 1497711 w 2419350"/>
                <a:gd name="connsiteY14422" fmla="*/ 842963 h 876300"/>
                <a:gd name="connsiteX14423" fmla="*/ 1496568 w 2419350"/>
                <a:gd name="connsiteY14423" fmla="*/ 843439 h 876300"/>
                <a:gd name="connsiteX14424" fmla="*/ 1495901 w 2419350"/>
                <a:gd name="connsiteY14424" fmla="*/ 843820 h 876300"/>
                <a:gd name="connsiteX14425" fmla="*/ 1495139 w 2419350"/>
                <a:gd name="connsiteY14425" fmla="*/ 844772 h 876300"/>
                <a:gd name="connsiteX14426" fmla="*/ 1494091 w 2419350"/>
                <a:gd name="connsiteY14426" fmla="*/ 846963 h 876300"/>
                <a:gd name="connsiteX14427" fmla="*/ 1493330 w 2419350"/>
                <a:gd name="connsiteY14427" fmla="*/ 847916 h 876300"/>
                <a:gd name="connsiteX14428" fmla="*/ 1492091 w 2419350"/>
                <a:gd name="connsiteY14428" fmla="*/ 848963 h 876300"/>
                <a:gd name="connsiteX14429" fmla="*/ 1491424 w 2419350"/>
                <a:gd name="connsiteY14429" fmla="*/ 849630 h 876300"/>
                <a:gd name="connsiteX14430" fmla="*/ 1491139 w 2419350"/>
                <a:gd name="connsiteY14430" fmla="*/ 850487 h 876300"/>
                <a:gd name="connsiteX14431" fmla="*/ 1491139 w 2419350"/>
                <a:gd name="connsiteY14431" fmla="*/ 852011 h 876300"/>
                <a:gd name="connsiteX14432" fmla="*/ 1491520 w 2419350"/>
                <a:gd name="connsiteY14432" fmla="*/ 853345 h 876300"/>
                <a:gd name="connsiteX14433" fmla="*/ 1492377 w 2419350"/>
                <a:gd name="connsiteY14433" fmla="*/ 853250 h 876300"/>
                <a:gd name="connsiteX14434" fmla="*/ 1493234 w 2419350"/>
                <a:gd name="connsiteY14434" fmla="*/ 852488 h 876300"/>
                <a:gd name="connsiteX14435" fmla="*/ 1493615 w 2419350"/>
                <a:gd name="connsiteY14435" fmla="*/ 851630 h 876300"/>
                <a:gd name="connsiteX14436" fmla="*/ 1493901 w 2419350"/>
                <a:gd name="connsiteY14436" fmla="*/ 851345 h 876300"/>
                <a:gd name="connsiteX14437" fmla="*/ 1494473 w 2419350"/>
                <a:gd name="connsiteY14437" fmla="*/ 851821 h 876300"/>
                <a:gd name="connsiteX14438" fmla="*/ 1495044 w 2419350"/>
                <a:gd name="connsiteY14438" fmla="*/ 852583 h 876300"/>
                <a:gd name="connsiteX14439" fmla="*/ 1495139 w 2419350"/>
                <a:gd name="connsiteY14439" fmla="*/ 852869 h 876300"/>
                <a:gd name="connsiteX14440" fmla="*/ 1495806 w 2419350"/>
                <a:gd name="connsiteY14440" fmla="*/ 853059 h 876300"/>
                <a:gd name="connsiteX14441" fmla="*/ 1496282 w 2419350"/>
                <a:gd name="connsiteY14441" fmla="*/ 852964 h 876300"/>
                <a:gd name="connsiteX14442" fmla="*/ 1496473 w 2419350"/>
                <a:gd name="connsiteY14442" fmla="*/ 852488 h 876300"/>
                <a:gd name="connsiteX14443" fmla="*/ 1496187 w 2419350"/>
                <a:gd name="connsiteY14443" fmla="*/ 851726 h 876300"/>
                <a:gd name="connsiteX14444" fmla="*/ 1496949 w 2419350"/>
                <a:gd name="connsiteY14444" fmla="*/ 851154 h 876300"/>
                <a:gd name="connsiteX14445" fmla="*/ 1496663 w 2419350"/>
                <a:gd name="connsiteY14445" fmla="*/ 849821 h 876300"/>
                <a:gd name="connsiteX14446" fmla="*/ 1495520 w 2419350"/>
                <a:gd name="connsiteY14446" fmla="*/ 847439 h 876300"/>
                <a:gd name="connsiteX14447" fmla="*/ 1496282 w 2419350"/>
                <a:gd name="connsiteY14447" fmla="*/ 847058 h 876300"/>
                <a:gd name="connsiteX14448" fmla="*/ 1496854 w 2419350"/>
                <a:gd name="connsiteY14448" fmla="*/ 847820 h 876300"/>
                <a:gd name="connsiteX14449" fmla="*/ 1497616 w 2419350"/>
                <a:gd name="connsiteY14449" fmla="*/ 848201 h 876300"/>
                <a:gd name="connsiteX14450" fmla="*/ 1498187 w 2419350"/>
                <a:gd name="connsiteY14450" fmla="*/ 848011 h 876300"/>
                <a:gd name="connsiteX14451" fmla="*/ 1498473 w 2419350"/>
                <a:gd name="connsiteY14451" fmla="*/ 847249 h 876300"/>
                <a:gd name="connsiteX14452" fmla="*/ 1498854 w 2419350"/>
                <a:gd name="connsiteY14452" fmla="*/ 846772 h 876300"/>
                <a:gd name="connsiteX14453" fmla="*/ 1500759 w 2419350"/>
                <a:gd name="connsiteY14453" fmla="*/ 845915 h 876300"/>
                <a:gd name="connsiteX14454" fmla="*/ 1501331 w 2419350"/>
                <a:gd name="connsiteY14454" fmla="*/ 845439 h 876300"/>
                <a:gd name="connsiteX14455" fmla="*/ 371284 w 2419350"/>
                <a:gd name="connsiteY14455" fmla="*/ 230410 h 876300"/>
                <a:gd name="connsiteX14456" fmla="*/ 373285 w 2419350"/>
                <a:gd name="connsiteY14456" fmla="*/ 232315 h 876300"/>
                <a:gd name="connsiteX14457" fmla="*/ 375380 w 2419350"/>
                <a:gd name="connsiteY14457" fmla="*/ 233363 h 876300"/>
                <a:gd name="connsiteX14458" fmla="*/ 383286 w 2419350"/>
                <a:gd name="connsiteY14458" fmla="*/ 234505 h 876300"/>
                <a:gd name="connsiteX14459" fmla="*/ 384334 w 2419350"/>
                <a:gd name="connsiteY14459" fmla="*/ 234982 h 876300"/>
                <a:gd name="connsiteX14460" fmla="*/ 384810 w 2419350"/>
                <a:gd name="connsiteY14460" fmla="*/ 235077 h 876300"/>
                <a:gd name="connsiteX14461" fmla="*/ 385667 w 2419350"/>
                <a:gd name="connsiteY14461" fmla="*/ 235458 h 876300"/>
                <a:gd name="connsiteX14462" fmla="*/ 387858 w 2419350"/>
                <a:gd name="connsiteY14462" fmla="*/ 238220 h 876300"/>
                <a:gd name="connsiteX14463" fmla="*/ 391192 w 2419350"/>
                <a:gd name="connsiteY14463" fmla="*/ 241363 h 876300"/>
                <a:gd name="connsiteX14464" fmla="*/ 393478 w 2419350"/>
                <a:gd name="connsiteY14464" fmla="*/ 242888 h 876300"/>
                <a:gd name="connsiteX14465" fmla="*/ 395097 w 2419350"/>
                <a:gd name="connsiteY14465" fmla="*/ 242506 h 876300"/>
                <a:gd name="connsiteX14466" fmla="*/ 395192 w 2419350"/>
                <a:gd name="connsiteY14466" fmla="*/ 241554 h 876300"/>
                <a:gd name="connsiteX14467" fmla="*/ 394335 w 2419350"/>
                <a:gd name="connsiteY14467" fmla="*/ 237935 h 876300"/>
                <a:gd name="connsiteX14468" fmla="*/ 394335 w 2419350"/>
                <a:gd name="connsiteY14468" fmla="*/ 233839 h 876300"/>
                <a:gd name="connsiteX14469" fmla="*/ 394049 w 2419350"/>
                <a:gd name="connsiteY14469" fmla="*/ 231362 h 876300"/>
                <a:gd name="connsiteX14470" fmla="*/ 392621 w 2419350"/>
                <a:gd name="connsiteY14470" fmla="*/ 230029 h 876300"/>
                <a:gd name="connsiteX14471" fmla="*/ 388239 w 2419350"/>
                <a:gd name="connsiteY14471" fmla="*/ 228886 h 876300"/>
                <a:gd name="connsiteX14472" fmla="*/ 387667 w 2419350"/>
                <a:gd name="connsiteY14472" fmla="*/ 228695 h 876300"/>
                <a:gd name="connsiteX14473" fmla="*/ 386620 w 2419350"/>
                <a:gd name="connsiteY14473" fmla="*/ 228029 h 876300"/>
                <a:gd name="connsiteX14474" fmla="*/ 386048 w 2419350"/>
                <a:gd name="connsiteY14474" fmla="*/ 227838 h 876300"/>
                <a:gd name="connsiteX14475" fmla="*/ 385572 w 2419350"/>
                <a:gd name="connsiteY14475" fmla="*/ 227838 h 876300"/>
                <a:gd name="connsiteX14476" fmla="*/ 383953 w 2419350"/>
                <a:gd name="connsiteY14476" fmla="*/ 227838 h 876300"/>
                <a:gd name="connsiteX14477" fmla="*/ 380809 w 2419350"/>
                <a:gd name="connsiteY14477" fmla="*/ 227267 h 876300"/>
                <a:gd name="connsiteX14478" fmla="*/ 377476 w 2419350"/>
                <a:gd name="connsiteY14478" fmla="*/ 226981 h 876300"/>
                <a:gd name="connsiteX14479" fmla="*/ 376238 w 2419350"/>
                <a:gd name="connsiteY14479" fmla="*/ 226695 h 876300"/>
                <a:gd name="connsiteX14480" fmla="*/ 375380 w 2419350"/>
                <a:gd name="connsiteY14480" fmla="*/ 226219 h 876300"/>
                <a:gd name="connsiteX14481" fmla="*/ 374523 w 2419350"/>
                <a:gd name="connsiteY14481" fmla="*/ 225647 h 876300"/>
                <a:gd name="connsiteX14482" fmla="*/ 372046 w 2419350"/>
                <a:gd name="connsiteY14482" fmla="*/ 224504 h 876300"/>
                <a:gd name="connsiteX14483" fmla="*/ 371094 w 2419350"/>
                <a:gd name="connsiteY14483" fmla="*/ 224314 h 876300"/>
                <a:gd name="connsiteX14484" fmla="*/ 368713 w 2419350"/>
                <a:gd name="connsiteY14484" fmla="*/ 224980 h 876300"/>
                <a:gd name="connsiteX14485" fmla="*/ 368522 w 2419350"/>
                <a:gd name="connsiteY14485" fmla="*/ 226504 h 876300"/>
                <a:gd name="connsiteX14486" fmla="*/ 369665 w 2419350"/>
                <a:gd name="connsiteY14486" fmla="*/ 228505 h 876300"/>
                <a:gd name="connsiteX14487" fmla="*/ 371284 w 2419350"/>
                <a:gd name="connsiteY14487" fmla="*/ 230410 h 876300"/>
                <a:gd name="connsiteX14488" fmla="*/ 337756 w 2419350"/>
                <a:gd name="connsiteY14488" fmla="*/ 211360 h 876300"/>
                <a:gd name="connsiteX14489" fmla="*/ 338138 w 2419350"/>
                <a:gd name="connsiteY14489" fmla="*/ 212598 h 876300"/>
                <a:gd name="connsiteX14490" fmla="*/ 338709 w 2419350"/>
                <a:gd name="connsiteY14490" fmla="*/ 214979 h 876300"/>
                <a:gd name="connsiteX14491" fmla="*/ 339757 w 2419350"/>
                <a:gd name="connsiteY14491" fmla="*/ 217075 h 876300"/>
                <a:gd name="connsiteX14492" fmla="*/ 341376 w 2419350"/>
                <a:gd name="connsiteY14492" fmla="*/ 218599 h 876300"/>
                <a:gd name="connsiteX14493" fmla="*/ 343471 w 2419350"/>
                <a:gd name="connsiteY14493" fmla="*/ 219551 h 876300"/>
                <a:gd name="connsiteX14494" fmla="*/ 345948 w 2419350"/>
                <a:gd name="connsiteY14494" fmla="*/ 220028 h 876300"/>
                <a:gd name="connsiteX14495" fmla="*/ 346996 w 2419350"/>
                <a:gd name="connsiteY14495" fmla="*/ 220028 h 876300"/>
                <a:gd name="connsiteX14496" fmla="*/ 348424 w 2419350"/>
                <a:gd name="connsiteY14496" fmla="*/ 219837 h 876300"/>
                <a:gd name="connsiteX14497" fmla="*/ 349663 w 2419350"/>
                <a:gd name="connsiteY14497" fmla="*/ 219456 h 876300"/>
                <a:gd name="connsiteX14498" fmla="*/ 350234 w 2419350"/>
                <a:gd name="connsiteY14498" fmla="*/ 218885 h 876300"/>
                <a:gd name="connsiteX14499" fmla="*/ 350615 w 2419350"/>
                <a:gd name="connsiteY14499" fmla="*/ 218313 h 876300"/>
                <a:gd name="connsiteX14500" fmla="*/ 353187 w 2419350"/>
                <a:gd name="connsiteY14500" fmla="*/ 216599 h 876300"/>
                <a:gd name="connsiteX14501" fmla="*/ 353949 w 2419350"/>
                <a:gd name="connsiteY14501" fmla="*/ 215551 h 876300"/>
                <a:gd name="connsiteX14502" fmla="*/ 354139 w 2419350"/>
                <a:gd name="connsiteY14502" fmla="*/ 214598 h 876300"/>
                <a:gd name="connsiteX14503" fmla="*/ 353949 w 2419350"/>
                <a:gd name="connsiteY14503" fmla="*/ 212217 h 876300"/>
                <a:gd name="connsiteX14504" fmla="*/ 354330 w 2419350"/>
                <a:gd name="connsiteY14504" fmla="*/ 210979 h 876300"/>
                <a:gd name="connsiteX14505" fmla="*/ 356045 w 2419350"/>
                <a:gd name="connsiteY14505" fmla="*/ 208979 h 876300"/>
                <a:gd name="connsiteX14506" fmla="*/ 356425 w 2419350"/>
                <a:gd name="connsiteY14506" fmla="*/ 207836 h 876300"/>
                <a:gd name="connsiteX14507" fmla="*/ 356140 w 2419350"/>
                <a:gd name="connsiteY14507" fmla="*/ 205930 h 876300"/>
                <a:gd name="connsiteX14508" fmla="*/ 355473 w 2419350"/>
                <a:gd name="connsiteY14508" fmla="*/ 204597 h 876300"/>
                <a:gd name="connsiteX14509" fmla="*/ 353568 w 2419350"/>
                <a:gd name="connsiteY14509" fmla="*/ 202121 h 876300"/>
                <a:gd name="connsiteX14510" fmla="*/ 352806 w 2419350"/>
                <a:gd name="connsiteY14510" fmla="*/ 201073 h 876300"/>
                <a:gd name="connsiteX14511" fmla="*/ 351472 w 2419350"/>
                <a:gd name="connsiteY14511" fmla="*/ 199454 h 876300"/>
                <a:gd name="connsiteX14512" fmla="*/ 349758 w 2419350"/>
                <a:gd name="connsiteY14512" fmla="*/ 198406 h 876300"/>
                <a:gd name="connsiteX14513" fmla="*/ 347948 w 2419350"/>
                <a:gd name="connsiteY14513" fmla="*/ 198977 h 876300"/>
                <a:gd name="connsiteX14514" fmla="*/ 345376 w 2419350"/>
                <a:gd name="connsiteY14514" fmla="*/ 201549 h 876300"/>
                <a:gd name="connsiteX14515" fmla="*/ 344519 w 2419350"/>
                <a:gd name="connsiteY14515" fmla="*/ 202025 h 876300"/>
                <a:gd name="connsiteX14516" fmla="*/ 343471 w 2419350"/>
                <a:gd name="connsiteY14516" fmla="*/ 202121 h 876300"/>
                <a:gd name="connsiteX14517" fmla="*/ 341566 w 2419350"/>
                <a:gd name="connsiteY14517" fmla="*/ 201454 h 876300"/>
                <a:gd name="connsiteX14518" fmla="*/ 340614 w 2419350"/>
                <a:gd name="connsiteY14518" fmla="*/ 201263 h 876300"/>
                <a:gd name="connsiteX14519" fmla="*/ 338614 w 2419350"/>
                <a:gd name="connsiteY14519" fmla="*/ 201644 h 876300"/>
                <a:gd name="connsiteX14520" fmla="*/ 337375 w 2419350"/>
                <a:gd name="connsiteY14520" fmla="*/ 202692 h 876300"/>
                <a:gd name="connsiteX14521" fmla="*/ 336709 w 2419350"/>
                <a:gd name="connsiteY14521" fmla="*/ 204311 h 876300"/>
                <a:gd name="connsiteX14522" fmla="*/ 336042 w 2419350"/>
                <a:gd name="connsiteY14522" fmla="*/ 208693 h 876300"/>
                <a:gd name="connsiteX14523" fmla="*/ 336232 w 2419350"/>
                <a:gd name="connsiteY14523" fmla="*/ 209836 h 876300"/>
                <a:gd name="connsiteX14524" fmla="*/ 337756 w 2419350"/>
                <a:gd name="connsiteY14524" fmla="*/ 211360 h 876300"/>
                <a:gd name="connsiteX14525" fmla="*/ 512540 w 2419350"/>
                <a:gd name="connsiteY14525" fmla="*/ 271939 h 876300"/>
                <a:gd name="connsiteX14526" fmla="*/ 513016 w 2419350"/>
                <a:gd name="connsiteY14526" fmla="*/ 271558 h 876300"/>
                <a:gd name="connsiteX14527" fmla="*/ 513302 w 2419350"/>
                <a:gd name="connsiteY14527" fmla="*/ 270796 h 876300"/>
                <a:gd name="connsiteX14528" fmla="*/ 512636 w 2419350"/>
                <a:gd name="connsiteY14528" fmla="*/ 270224 h 876300"/>
                <a:gd name="connsiteX14529" fmla="*/ 511778 w 2419350"/>
                <a:gd name="connsiteY14529" fmla="*/ 270224 h 876300"/>
                <a:gd name="connsiteX14530" fmla="*/ 511588 w 2419350"/>
                <a:gd name="connsiteY14530" fmla="*/ 270796 h 876300"/>
                <a:gd name="connsiteX14531" fmla="*/ 512159 w 2419350"/>
                <a:gd name="connsiteY14531" fmla="*/ 271558 h 876300"/>
                <a:gd name="connsiteX14532" fmla="*/ 512540 w 2419350"/>
                <a:gd name="connsiteY14532" fmla="*/ 271939 h 876300"/>
                <a:gd name="connsiteX14533" fmla="*/ 457581 w 2419350"/>
                <a:gd name="connsiteY14533" fmla="*/ 268891 h 876300"/>
                <a:gd name="connsiteX14534" fmla="*/ 457867 w 2419350"/>
                <a:gd name="connsiteY14534" fmla="*/ 269272 h 876300"/>
                <a:gd name="connsiteX14535" fmla="*/ 458533 w 2419350"/>
                <a:gd name="connsiteY14535" fmla="*/ 269462 h 876300"/>
                <a:gd name="connsiteX14536" fmla="*/ 459105 w 2419350"/>
                <a:gd name="connsiteY14536" fmla="*/ 269272 h 876300"/>
                <a:gd name="connsiteX14537" fmla="*/ 459200 w 2419350"/>
                <a:gd name="connsiteY14537" fmla="*/ 268605 h 876300"/>
                <a:gd name="connsiteX14538" fmla="*/ 458724 w 2419350"/>
                <a:gd name="connsiteY14538" fmla="*/ 267653 h 876300"/>
                <a:gd name="connsiteX14539" fmla="*/ 457867 w 2419350"/>
                <a:gd name="connsiteY14539" fmla="*/ 266795 h 876300"/>
                <a:gd name="connsiteX14540" fmla="*/ 456057 w 2419350"/>
                <a:gd name="connsiteY14540" fmla="*/ 265462 h 876300"/>
                <a:gd name="connsiteX14541" fmla="*/ 455962 w 2419350"/>
                <a:gd name="connsiteY14541" fmla="*/ 266319 h 876300"/>
                <a:gd name="connsiteX14542" fmla="*/ 457105 w 2419350"/>
                <a:gd name="connsiteY14542" fmla="*/ 268034 h 876300"/>
                <a:gd name="connsiteX14543" fmla="*/ 457581 w 2419350"/>
                <a:gd name="connsiteY14543" fmla="*/ 268891 h 876300"/>
                <a:gd name="connsiteX14544" fmla="*/ 502253 w 2419350"/>
                <a:gd name="connsiteY14544" fmla="*/ 297561 h 876300"/>
                <a:gd name="connsiteX14545" fmla="*/ 502063 w 2419350"/>
                <a:gd name="connsiteY14545" fmla="*/ 297561 h 876300"/>
                <a:gd name="connsiteX14546" fmla="*/ 501872 w 2419350"/>
                <a:gd name="connsiteY14546" fmla="*/ 297656 h 876300"/>
                <a:gd name="connsiteX14547" fmla="*/ 501682 w 2419350"/>
                <a:gd name="connsiteY14547" fmla="*/ 297847 h 876300"/>
                <a:gd name="connsiteX14548" fmla="*/ 501587 w 2419350"/>
                <a:gd name="connsiteY14548" fmla="*/ 298037 h 876300"/>
                <a:gd name="connsiteX14549" fmla="*/ 501587 w 2419350"/>
                <a:gd name="connsiteY14549" fmla="*/ 298228 h 876300"/>
                <a:gd name="connsiteX14550" fmla="*/ 500539 w 2419350"/>
                <a:gd name="connsiteY14550" fmla="*/ 297371 h 876300"/>
                <a:gd name="connsiteX14551" fmla="*/ 500063 w 2419350"/>
                <a:gd name="connsiteY14551" fmla="*/ 297085 h 876300"/>
                <a:gd name="connsiteX14552" fmla="*/ 499396 w 2419350"/>
                <a:gd name="connsiteY14552" fmla="*/ 296894 h 876300"/>
                <a:gd name="connsiteX14553" fmla="*/ 499586 w 2419350"/>
                <a:gd name="connsiteY14553" fmla="*/ 297466 h 876300"/>
                <a:gd name="connsiteX14554" fmla="*/ 499872 w 2419350"/>
                <a:gd name="connsiteY14554" fmla="*/ 297847 h 876300"/>
                <a:gd name="connsiteX14555" fmla="*/ 501301 w 2419350"/>
                <a:gd name="connsiteY14555" fmla="*/ 299276 h 876300"/>
                <a:gd name="connsiteX14556" fmla="*/ 501396 w 2419350"/>
                <a:gd name="connsiteY14556" fmla="*/ 299561 h 876300"/>
                <a:gd name="connsiteX14557" fmla="*/ 501491 w 2419350"/>
                <a:gd name="connsiteY14557" fmla="*/ 300228 h 876300"/>
                <a:gd name="connsiteX14558" fmla="*/ 501682 w 2419350"/>
                <a:gd name="connsiteY14558" fmla="*/ 300609 h 876300"/>
                <a:gd name="connsiteX14559" fmla="*/ 502063 w 2419350"/>
                <a:gd name="connsiteY14559" fmla="*/ 300895 h 876300"/>
                <a:gd name="connsiteX14560" fmla="*/ 502348 w 2419350"/>
                <a:gd name="connsiteY14560" fmla="*/ 300990 h 876300"/>
                <a:gd name="connsiteX14561" fmla="*/ 502730 w 2419350"/>
                <a:gd name="connsiteY14561" fmla="*/ 301085 h 876300"/>
                <a:gd name="connsiteX14562" fmla="*/ 503111 w 2419350"/>
                <a:gd name="connsiteY14562" fmla="*/ 301085 h 876300"/>
                <a:gd name="connsiteX14563" fmla="*/ 503206 w 2419350"/>
                <a:gd name="connsiteY14563" fmla="*/ 301276 h 876300"/>
                <a:gd name="connsiteX14564" fmla="*/ 503301 w 2419350"/>
                <a:gd name="connsiteY14564" fmla="*/ 302038 h 876300"/>
                <a:gd name="connsiteX14565" fmla="*/ 503396 w 2419350"/>
                <a:gd name="connsiteY14565" fmla="*/ 302324 h 876300"/>
                <a:gd name="connsiteX14566" fmla="*/ 503968 w 2419350"/>
                <a:gd name="connsiteY14566" fmla="*/ 302990 h 876300"/>
                <a:gd name="connsiteX14567" fmla="*/ 504825 w 2419350"/>
                <a:gd name="connsiteY14567" fmla="*/ 304229 h 876300"/>
                <a:gd name="connsiteX14568" fmla="*/ 505396 w 2419350"/>
                <a:gd name="connsiteY14568" fmla="*/ 304705 h 876300"/>
                <a:gd name="connsiteX14569" fmla="*/ 506158 w 2419350"/>
                <a:gd name="connsiteY14569" fmla="*/ 303943 h 876300"/>
                <a:gd name="connsiteX14570" fmla="*/ 506539 w 2419350"/>
                <a:gd name="connsiteY14570" fmla="*/ 304133 h 876300"/>
                <a:gd name="connsiteX14571" fmla="*/ 506921 w 2419350"/>
                <a:gd name="connsiteY14571" fmla="*/ 305371 h 876300"/>
                <a:gd name="connsiteX14572" fmla="*/ 507301 w 2419350"/>
                <a:gd name="connsiteY14572" fmla="*/ 305753 h 876300"/>
                <a:gd name="connsiteX14573" fmla="*/ 508445 w 2419350"/>
                <a:gd name="connsiteY14573" fmla="*/ 306705 h 876300"/>
                <a:gd name="connsiteX14574" fmla="*/ 509683 w 2419350"/>
                <a:gd name="connsiteY14574" fmla="*/ 307467 h 876300"/>
                <a:gd name="connsiteX14575" fmla="*/ 510635 w 2419350"/>
                <a:gd name="connsiteY14575" fmla="*/ 307658 h 876300"/>
                <a:gd name="connsiteX14576" fmla="*/ 510921 w 2419350"/>
                <a:gd name="connsiteY14576" fmla="*/ 307086 h 876300"/>
                <a:gd name="connsiteX14577" fmla="*/ 509873 w 2419350"/>
                <a:gd name="connsiteY14577" fmla="*/ 305753 h 876300"/>
                <a:gd name="connsiteX14578" fmla="*/ 502444 w 2419350"/>
                <a:gd name="connsiteY14578" fmla="*/ 297752 h 876300"/>
                <a:gd name="connsiteX14579" fmla="*/ 502253 w 2419350"/>
                <a:gd name="connsiteY14579" fmla="*/ 297561 h 876300"/>
                <a:gd name="connsiteX14580" fmla="*/ 494729 w 2419350"/>
                <a:gd name="connsiteY14580" fmla="*/ 324993 h 876300"/>
                <a:gd name="connsiteX14581" fmla="*/ 495014 w 2419350"/>
                <a:gd name="connsiteY14581" fmla="*/ 325755 h 876300"/>
                <a:gd name="connsiteX14582" fmla="*/ 495586 w 2419350"/>
                <a:gd name="connsiteY14582" fmla="*/ 326136 h 876300"/>
                <a:gd name="connsiteX14583" fmla="*/ 497014 w 2419350"/>
                <a:gd name="connsiteY14583" fmla="*/ 326231 h 876300"/>
                <a:gd name="connsiteX14584" fmla="*/ 497586 w 2419350"/>
                <a:gd name="connsiteY14584" fmla="*/ 326136 h 876300"/>
                <a:gd name="connsiteX14585" fmla="*/ 498253 w 2419350"/>
                <a:gd name="connsiteY14585" fmla="*/ 325755 h 876300"/>
                <a:gd name="connsiteX14586" fmla="*/ 498729 w 2419350"/>
                <a:gd name="connsiteY14586" fmla="*/ 325660 h 876300"/>
                <a:gd name="connsiteX14587" fmla="*/ 499110 w 2419350"/>
                <a:gd name="connsiteY14587" fmla="*/ 325660 h 876300"/>
                <a:gd name="connsiteX14588" fmla="*/ 499396 w 2419350"/>
                <a:gd name="connsiteY14588" fmla="*/ 325564 h 876300"/>
                <a:gd name="connsiteX14589" fmla="*/ 499681 w 2419350"/>
                <a:gd name="connsiteY14589" fmla="*/ 324993 h 876300"/>
                <a:gd name="connsiteX14590" fmla="*/ 499681 w 2419350"/>
                <a:gd name="connsiteY14590" fmla="*/ 324517 h 876300"/>
                <a:gd name="connsiteX14591" fmla="*/ 499491 w 2419350"/>
                <a:gd name="connsiteY14591" fmla="*/ 324041 h 876300"/>
                <a:gd name="connsiteX14592" fmla="*/ 499205 w 2419350"/>
                <a:gd name="connsiteY14592" fmla="*/ 323660 h 876300"/>
                <a:gd name="connsiteX14593" fmla="*/ 498824 w 2419350"/>
                <a:gd name="connsiteY14593" fmla="*/ 323469 h 876300"/>
                <a:gd name="connsiteX14594" fmla="*/ 495681 w 2419350"/>
                <a:gd name="connsiteY14594" fmla="*/ 323850 h 876300"/>
                <a:gd name="connsiteX14595" fmla="*/ 494824 w 2419350"/>
                <a:gd name="connsiteY14595" fmla="*/ 324136 h 876300"/>
                <a:gd name="connsiteX14596" fmla="*/ 494729 w 2419350"/>
                <a:gd name="connsiteY14596" fmla="*/ 324993 h 876300"/>
                <a:gd name="connsiteX14597" fmla="*/ 490061 w 2419350"/>
                <a:gd name="connsiteY14597" fmla="*/ 337280 h 876300"/>
                <a:gd name="connsiteX14598" fmla="*/ 490823 w 2419350"/>
                <a:gd name="connsiteY14598" fmla="*/ 337185 h 876300"/>
                <a:gd name="connsiteX14599" fmla="*/ 491299 w 2419350"/>
                <a:gd name="connsiteY14599" fmla="*/ 337852 h 876300"/>
                <a:gd name="connsiteX14600" fmla="*/ 491871 w 2419350"/>
                <a:gd name="connsiteY14600" fmla="*/ 339757 h 876300"/>
                <a:gd name="connsiteX14601" fmla="*/ 492442 w 2419350"/>
                <a:gd name="connsiteY14601" fmla="*/ 344043 h 876300"/>
                <a:gd name="connsiteX14602" fmla="*/ 493490 w 2419350"/>
                <a:gd name="connsiteY14602" fmla="*/ 343948 h 876300"/>
                <a:gd name="connsiteX14603" fmla="*/ 493871 w 2419350"/>
                <a:gd name="connsiteY14603" fmla="*/ 343567 h 876300"/>
                <a:gd name="connsiteX14604" fmla="*/ 494443 w 2419350"/>
                <a:gd name="connsiteY14604" fmla="*/ 341471 h 876300"/>
                <a:gd name="connsiteX14605" fmla="*/ 495871 w 2419350"/>
                <a:gd name="connsiteY14605" fmla="*/ 339471 h 876300"/>
                <a:gd name="connsiteX14606" fmla="*/ 497300 w 2419350"/>
                <a:gd name="connsiteY14606" fmla="*/ 340138 h 876300"/>
                <a:gd name="connsiteX14607" fmla="*/ 498824 w 2419350"/>
                <a:gd name="connsiteY14607" fmla="*/ 341471 h 876300"/>
                <a:gd name="connsiteX14608" fmla="*/ 500634 w 2419350"/>
                <a:gd name="connsiteY14608" fmla="*/ 341471 h 876300"/>
                <a:gd name="connsiteX14609" fmla="*/ 501205 w 2419350"/>
                <a:gd name="connsiteY14609" fmla="*/ 340519 h 876300"/>
                <a:gd name="connsiteX14610" fmla="*/ 501491 w 2419350"/>
                <a:gd name="connsiteY14610" fmla="*/ 337947 h 876300"/>
                <a:gd name="connsiteX14611" fmla="*/ 501872 w 2419350"/>
                <a:gd name="connsiteY14611" fmla="*/ 336899 h 876300"/>
                <a:gd name="connsiteX14612" fmla="*/ 503872 w 2419350"/>
                <a:gd name="connsiteY14612" fmla="*/ 335471 h 876300"/>
                <a:gd name="connsiteX14613" fmla="*/ 504825 w 2419350"/>
                <a:gd name="connsiteY14613" fmla="*/ 334613 h 876300"/>
                <a:gd name="connsiteX14614" fmla="*/ 505206 w 2419350"/>
                <a:gd name="connsiteY14614" fmla="*/ 333566 h 876300"/>
                <a:gd name="connsiteX14615" fmla="*/ 504825 w 2419350"/>
                <a:gd name="connsiteY14615" fmla="*/ 332804 h 876300"/>
                <a:gd name="connsiteX14616" fmla="*/ 502444 w 2419350"/>
                <a:gd name="connsiteY14616" fmla="*/ 330137 h 876300"/>
                <a:gd name="connsiteX14617" fmla="*/ 502063 w 2419350"/>
                <a:gd name="connsiteY14617" fmla="*/ 329660 h 876300"/>
                <a:gd name="connsiteX14618" fmla="*/ 501491 w 2419350"/>
                <a:gd name="connsiteY14618" fmla="*/ 328803 h 876300"/>
                <a:gd name="connsiteX14619" fmla="*/ 501205 w 2419350"/>
                <a:gd name="connsiteY14619" fmla="*/ 328422 h 876300"/>
                <a:gd name="connsiteX14620" fmla="*/ 500824 w 2419350"/>
                <a:gd name="connsiteY14620" fmla="*/ 328231 h 876300"/>
                <a:gd name="connsiteX14621" fmla="*/ 499681 w 2419350"/>
                <a:gd name="connsiteY14621" fmla="*/ 327755 h 876300"/>
                <a:gd name="connsiteX14622" fmla="*/ 499300 w 2419350"/>
                <a:gd name="connsiteY14622" fmla="*/ 327470 h 876300"/>
                <a:gd name="connsiteX14623" fmla="*/ 498253 w 2419350"/>
                <a:gd name="connsiteY14623" fmla="*/ 326612 h 876300"/>
                <a:gd name="connsiteX14624" fmla="*/ 495395 w 2419350"/>
                <a:gd name="connsiteY14624" fmla="*/ 329184 h 876300"/>
                <a:gd name="connsiteX14625" fmla="*/ 493681 w 2419350"/>
                <a:gd name="connsiteY14625" fmla="*/ 330232 h 876300"/>
                <a:gd name="connsiteX14626" fmla="*/ 492442 w 2419350"/>
                <a:gd name="connsiteY14626" fmla="*/ 329470 h 876300"/>
                <a:gd name="connsiteX14627" fmla="*/ 492062 w 2419350"/>
                <a:gd name="connsiteY14627" fmla="*/ 329470 h 876300"/>
                <a:gd name="connsiteX14628" fmla="*/ 491776 w 2419350"/>
                <a:gd name="connsiteY14628" fmla="*/ 330518 h 876300"/>
                <a:gd name="connsiteX14629" fmla="*/ 491680 w 2419350"/>
                <a:gd name="connsiteY14629" fmla="*/ 331661 h 876300"/>
                <a:gd name="connsiteX14630" fmla="*/ 491299 w 2419350"/>
                <a:gd name="connsiteY14630" fmla="*/ 331661 h 876300"/>
                <a:gd name="connsiteX14631" fmla="*/ 491109 w 2419350"/>
                <a:gd name="connsiteY14631" fmla="*/ 330422 h 876300"/>
                <a:gd name="connsiteX14632" fmla="*/ 491680 w 2419350"/>
                <a:gd name="connsiteY14632" fmla="*/ 328231 h 876300"/>
                <a:gd name="connsiteX14633" fmla="*/ 491395 w 2419350"/>
                <a:gd name="connsiteY14633" fmla="*/ 327374 h 876300"/>
                <a:gd name="connsiteX14634" fmla="*/ 491014 w 2419350"/>
                <a:gd name="connsiteY14634" fmla="*/ 327374 h 876300"/>
                <a:gd name="connsiteX14635" fmla="*/ 490633 w 2419350"/>
                <a:gd name="connsiteY14635" fmla="*/ 328327 h 876300"/>
                <a:gd name="connsiteX14636" fmla="*/ 489966 w 2419350"/>
                <a:gd name="connsiteY14636" fmla="*/ 328994 h 876300"/>
                <a:gd name="connsiteX14637" fmla="*/ 488537 w 2419350"/>
                <a:gd name="connsiteY14637" fmla="*/ 330232 h 876300"/>
                <a:gd name="connsiteX14638" fmla="*/ 488156 w 2419350"/>
                <a:gd name="connsiteY14638" fmla="*/ 330899 h 876300"/>
                <a:gd name="connsiteX14639" fmla="*/ 487394 w 2419350"/>
                <a:gd name="connsiteY14639" fmla="*/ 332613 h 876300"/>
                <a:gd name="connsiteX14640" fmla="*/ 486918 w 2419350"/>
                <a:gd name="connsiteY14640" fmla="*/ 333375 h 876300"/>
                <a:gd name="connsiteX14641" fmla="*/ 487013 w 2419350"/>
                <a:gd name="connsiteY14641" fmla="*/ 334137 h 876300"/>
                <a:gd name="connsiteX14642" fmla="*/ 490061 w 2419350"/>
                <a:gd name="connsiteY14642" fmla="*/ 337280 h 876300"/>
                <a:gd name="connsiteX14643" fmla="*/ 499205 w 2419350"/>
                <a:gd name="connsiteY14643" fmla="*/ 305943 h 876300"/>
                <a:gd name="connsiteX14644" fmla="*/ 499777 w 2419350"/>
                <a:gd name="connsiteY14644" fmla="*/ 305657 h 876300"/>
                <a:gd name="connsiteX14645" fmla="*/ 499396 w 2419350"/>
                <a:gd name="connsiteY14645" fmla="*/ 305086 h 876300"/>
                <a:gd name="connsiteX14646" fmla="*/ 496729 w 2419350"/>
                <a:gd name="connsiteY14646" fmla="*/ 301752 h 876300"/>
                <a:gd name="connsiteX14647" fmla="*/ 496157 w 2419350"/>
                <a:gd name="connsiteY14647" fmla="*/ 300800 h 876300"/>
                <a:gd name="connsiteX14648" fmla="*/ 495776 w 2419350"/>
                <a:gd name="connsiteY14648" fmla="*/ 300323 h 876300"/>
                <a:gd name="connsiteX14649" fmla="*/ 495395 w 2419350"/>
                <a:gd name="connsiteY14649" fmla="*/ 300133 h 876300"/>
                <a:gd name="connsiteX14650" fmla="*/ 495109 w 2419350"/>
                <a:gd name="connsiteY14650" fmla="*/ 300419 h 876300"/>
                <a:gd name="connsiteX14651" fmla="*/ 495014 w 2419350"/>
                <a:gd name="connsiteY14651" fmla="*/ 300895 h 876300"/>
                <a:gd name="connsiteX14652" fmla="*/ 495109 w 2419350"/>
                <a:gd name="connsiteY14652" fmla="*/ 301466 h 876300"/>
                <a:gd name="connsiteX14653" fmla="*/ 495871 w 2419350"/>
                <a:gd name="connsiteY14653" fmla="*/ 303467 h 876300"/>
                <a:gd name="connsiteX14654" fmla="*/ 496157 w 2419350"/>
                <a:gd name="connsiteY14654" fmla="*/ 303752 h 876300"/>
                <a:gd name="connsiteX14655" fmla="*/ 495490 w 2419350"/>
                <a:gd name="connsiteY14655" fmla="*/ 303467 h 876300"/>
                <a:gd name="connsiteX14656" fmla="*/ 495300 w 2419350"/>
                <a:gd name="connsiteY14656" fmla="*/ 303276 h 876300"/>
                <a:gd name="connsiteX14657" fmla="*/ 495109 w 2419350"/>
                <a:gd name="connsiteY14657" fmla="*/ 302990 h 876300"/>
                <a:gd name="connsiteX14658" fmla="*/ 494824 w 2419350"/>
                <a:gd name="connsiteY14658" fmla="*/ 302990 h 876300"/>
                <a:gd name="connsiteX14659" fmla="*/ 495300 w 2419350"/>
                <a:gd name="connsiteY14659" fmla="*/ 304419 h 876300"/>
                <a:gd name="connsiteX14660" fmla="*/ 497776 w 2419350"/>
                <a:gd name="connsiteY14660" fmla="*/ 306705 h 876300"/>
                <a:gd name="connsiteX14661" fmla="*/ 498729 w 2419350"/>
                <a:gd name="connsiteY14661" fmla="*/ 307943 h 876300"/>
                <a:gd name="connsiteX14662" fmla="*/ 499110 w 2419350"/>
                <a:gd name="connsiteY14662" fmla="*/ 307943 h 876300"/>
                <a:gd name="connsiteX14663" fmla="*/ 499110 w 2419350"/>
                <a:gd name="connsiteY14663" fmla="*/ 307277 h 876300"/>
                <a:gd name="connsiteX14664" fmla="*/ 498920 w 2419350"/>
                <a:gd name="connsiteY14664" fmla="*/ 306800 h 876300"/>
                <a:gd name="connsiteX14665" fmla="*/ 498348 w 2419350"/>
                <a:gd name="connsiteY14665" fmla="*/ 305848 h 876300"/>
                <a:gd name="connsiteX14666" fmla="*/ 498824 w 2419350"/>
                <a:gd name="connsiteY14666" fmla="*/ 305848 h 876300"/>
                <a:gd name="connsiteX14667" fmla="*/ 499205 w 2419350"/>
                <a:gd name="connsiteY14667" fmla="*/ 305943 h 876300"/>
                <a:gd name="connsiteX14668" fmla="*/ 502825 w 2419350"/>
                <a:gd name="connsiteY14668" fmla="*/ 269081 h 876300"/>
                <a:gd name="connsiteX14669" fmla="*/ 503777 w 2419350"/>
                <a:gd name="connsiteY14669" fmla="*/ 269081 h 876300"/>
                <a:gd name="connsiteX14670" fmla="*/ 505396 w 2419350"/>
                <a:gd name="connsiteY14670" fmla="*/ 269462 h 876300"/>
                <a:gd name="connsiteX14671" fmla="*/ 505968 w 2419350"/>
                <a:gd name="connsiteY14671" fmla="*/ 269367 h 876300"/>
                <a:gd name="connsiteX14672" fmla="*/ 506349 w 2419350"/>
                <a:gd name="connsiteY14672" fmla="*/ 268796 h 876300"/>
                <a:gd name="connsiteX14673" fmla="*/ 506444 w 2419350"/>
                <a:gd name="connsiteY14673" fmla="*/ 268224 h 876300"/>
                <a:gd name="connsiteX14674" fmla="*/ 505587 w 2419350"/>
                <a:gd name="connsiteY14674" fmla="*/ 267843 h 876300"/>
                <a:gd name="connsiteX14675" fmla="*/ 503396 w 2419350"/>
                <a:gd name="connsiteY14675" fmla="*/ 267653 h 876300"/>
                <a:gd name="connsiteX14676" fmla="*/ 502253 w 2419350"/>
                <a:gd name="connsiteY14676" fmla="*/ 267748 h 876300"/>
                <a:gd name="connsiteX14677" fmla="*/ 501301 w 2419350"/>
                <a:gd name="connsiteY14677" fmla="*/ 268129 h 876300"/>
                <a:gd name="connsiteX14678" fmla="*/ 500729 w 2419350"/>
                <a:gd name="connsiteY14678" fmla="*/ 268891 h 876300"/>
                <a:gd name="connsiteX14679" fmla="*/ 500729 w 2419350"/>
                <a:gd name="connsiteY14679" fmla="*/ 270129 h 876300"/>
                <a:gd name="connsiteX14680" fmla="*/ 502348 w 2419350"/>
                <a:gd name="connsiteY14680" fmla="*/ 269272 h 876300"/>
                <a:gd name="connsiteX14681" fmla="*/ 502825 w 2419350"/>
                <a:gd name="connsiteY14681" fmla="*/ 269081 h 876300"/>
                <a:gd name="connsiteX14682" fmla="*/ 495014 w 2419350"/>
                <a:gd name="connsiteY14682" fmla="*/ 291655 h 876300"/>
                <a:gd name="connsiteX14683" fmla="*/ 493490 w 2419350"/>
                <a:gd name="connsiteY14683" fmla="*/ 290798 h 876300"/>
                <a:gd name="connsiteX14684" fmla="*/ 492538 w 2419350"/>
                <a:gd name="connsiteY14684" fmla="*/ 290036 h 876300"/>
                <a:gd name="connsiteX14685" fmla="*/ 492157 w 2419350"/>
                <a:gd name="connsiteY14685" fmla="*/ 289941 h 876300"/>
                <a:gd name="connsiteX14686" fmla="*/ 491966 w 2419350"/>
                <a:gd name="connsiteY14686" fmla="*/ 289941 h 876300"/>
                <a:gd name="connsiteX14687" fmla="*/ 491585 w 2419350"/>
                <a:gd name="connsiteY14687" fmla="*/ 290131 h 876300"/>
                <a:gd name="connsiteX14688" fmla="*/ 491490 w 2419350"/>
                <a:gd name="connsiteY14688" fmla="*/ 290131 h 876300"/>
                <a:gd name="connsiteX14689" fmla="*/ 491871 w 2419350"/>
                <a:gd name="connsiteY14689" fmla="*/ 290417 h 876300"/>
                <a:gd name="connsiteX14690" fmla="*/ 493300 w 2419350"/>
                <a:gd name="connsiteY14690" fmla="*/ 292322 h 876300"/>
                <a:gd name="connsiteX14691" fmla="*/ 493681 w 2419350"/>
                <a:gd name="connsiteY14691" fmla="*/ 292513 h 876300"/>
                <a:gd name="connsiteX14692" fmla="*/ 494062 w 2419350"/>
                <a:gd name="connsiteY14692" fmla="*/ 292608 h 876300"/>
                <a:gd name="connsiteX14693" fmla="*/ 494347 w 2419350"/>
                <a:gd name="connsiteY14693" fmla="*/ 292703 h 876300"/>
                <a:gd name="connsiteX14694" fmla="*/ 494538 w 2419350"/>
                <a:gd name="connsiteY14694" fmla="*/ 293561 h 876300"/>
                <a:gd name="connsiteX14695" fmla="*/ 494729 w 2419350"/>
                <a:gd name="connsiteY14695" fmla="*/ 293846 h 876300"/>
                <a:gd name="connsiteX14696" fmla="*/ 495014 w 2419350"/>
                <a:gd name="connsiteY14696" fmla="*/ 294037 h 876300"/>
                <a:gd name="connsiteX14697" fmla="*/ 495300 w 2419350"/>
                <a:gd name="connsiteY14697" fmla="*/ 293942 h 876300"/>
                <a:gd name="connsiteX14698" fmla="*/ 495776 w 2419350"/>
                <a:gd name="connsiteY14698" fmla="*/ 293275 h 876300"/>
                <a:gd name="connsiteX14699" fmla="*/ 495871 w 2419350"/>
                <a:gd name="connsiteY14699" fmla="*/ 292703 h 876300"/>
                <a:gd name="connsiteX14700" fmla="*/ 495586 w 2419350"/>
                <a:gd name="connsiteY14700" fmla="*/ 292132 h 876300"/>
                <a:gd name="connsiteX14701" fmla="*/ 495014 w 2419350"/>
                <a:gd name="connsiteY14701" fmla="*/ 291655 h 876300"/>
                <a:gd name="connsiteX14702" fmla="*/ 465487 w 2419350"/>
                <a:gd name="connsiteY14702" fmla="*/ 265367 h 876300"/>
                <a:gd name="connsiteX14703" fmla="*/ 465772 w 2419350"/>
                <a:gd name="connsiteY14703" fmla="*/ 265747 h 876300"/>
                <a:gd name="connsiteX14704" fmla="*/ 467678 w 2419350"/>
                <a:gd name="connsiteY14704" fmla="*/ 266605 h 876300"/>
                <a:gd name="connsiteX14705" fmla="*/ 468058 w 2419350"/>
                <a:gd name="connsiteY14705" fmla="*/ 266986 h 876300"/>
                <a:gd name="connsiteX14706" fmla="*/ 468916 w 2419350"/>
                <a:gd name="connsiteY14706" fmla="*/ 268510 h 876300"/>
                <a:gd name="connsiteX14707" fmla="*/ 469487 w 2419350"/>
                <a:gd name="connsiteY14707" fmla="*/ 268891 h 876300"/>
                <a:gd name="connsiteX14708" fmla="*/ 470059 w 2419350"/>
                <a:gd name="connsiteY14708" fmla="*/ 268986 h 876300"/>
                <a:gd name="connsiteX14709" fmla="*/ 470535 w 2419350"/>
                <a:gd name="connsiteY14709" fmla="*/ 268700 h 876300"/>
                <a:gd name="connsiteX14710" fmla="*/ 470535 w 2419350"/>
                <a:gd name="connsiteY14710" fmla="*/ 267843 h 876300"/>
                <a:gd name="connsiteX14711" fmla="*/ 469582 w 2419350"/>
                <a:gd name="connsiteY14711" fmla="*/ 266224 h 876300"/>
                <a:gd name="connsiteX14712" fmla="*/ 468249 w 2419350"/>
                <a:gd name="connsiteY14712" fmla="*/ 264605 h 876300"/>
                <a:gd name="connsiteX14713" fmla="*/ 466439 w 2419350"/>
                <a:gd name="connsiteY14713" fmla="*/ 263366 h 876300"/>
                <a:gd name="connsiteX14714" fmla="*/ 464058 w 2419350"/>
                <a:gd name="connsiteY14714" fmla="*/ 262890 h 876300"/>
                <a:gd name="connsiteX14715" fmla="*/ 464058 w 2419350"/>
                <a:gd name="connsiteY14715" fmla="*/ 263176 h 876300"/>
                <a:gd name="connsiteX14716" fmla="*/ 465296 w 2419350"/>
                <a:gd name="connsiteY14716" fmla="*/ 264700 h 876300"/>
                <a:gd name="connsiteX14717" fmla="*/ 465487 w 2419350"/>
                <a:gd name="connsiteY14717" fmla="*/ 265367 h 876300"/>
                <a:gd name="connsiteX14718" fmla="*/ 465487 w 2419350"/>
                <a:gd name="connsiteY14718" fmla="*/ 258318 h 876300"/>
                <a:gd name="connsiteX14719" fmla="*/ 466058 w 2419350"/>
                <a:gd name="connsiteY14719" fmla="*/ 258794 h 876300"/>
                <a:gd name="connsiteX14720" fmla="*/ 468916 w 2419350"/>
                <a:gd name="connsiteY14720" fmla="*/ 260413 h 876300"/>
                <a:gd name="connsiteX14721" fmla="*/ 469487 w 2419350"/>
                <a:gd name="connsiteY14721" fmla="*/ 260604 h 876300"/>
                <a:gd name="connsiteX14722" fmla="*/ 470059 w 2419350"/>
                <a:gd name="connsiteY14722" fmla="*/ 260604 h 876300"/>
                <a:gd name="connsiteX14723" fmla="*/ 470725 w 2419350"/>
                <a:gd name="connsiteY14723" fmla="*/ 260509 h 876300"/>
                <a:gd name="connsiteX14724" fmla="*/ 471392 w 2419350"/>
                <a:gd name="connsiteY14724" fmla="*/ 260318 h 876300"/>
                <a:gd name="connsiteX14725" fmla="*/ 471773 w 2419350"/>
                <a:gd name="connsiteY14725" fmla="*/ 259937 h 876300"/>
                <a:gd name="connsiteX14726" fmla="*/ 471773 w 2419350"/>
                <a:gd name="connsiteY14726" fmla="*/ 259271 h 876300"/>
                <a:gd name="connsiteX14727" fmla="*/ 471488 w 2419350"/>
                <a:gd name="connsiteY14727" fmla="*/ 258509 h 876300"/>
                <a:gd name="connsiteX14728" fmla="*/ 471011 w 2419350"/>
                <a:gd name="connsiteY14728" fmla="*/ 257842 h 876300"/>
                <a:gd name="connsiteX14729" fmla="*/ 470535 w 2419350"/>
                <a:gd name="connsiteY14729" fmla="*/ 257461 h 876300"/>
                <a:gd name="connsiteX14730" fmla="*/ 468821 w 2419350"/>
                <a:gd name="connsiteY14730" fmla="*/ 256985 h 876300"/>
                <a:gd name="connsiteX14731" fmla="*/ 467963 w 2419350"/>
                <a:gd name="connsiteY14731" fmla="*/ 256508 h 876300"/>
                <a:gd name="connsiteX14732" fmla="*/ 467296 w 2419350"/>
                <a:gd name="connsiteY14732" fmla="*/ 255651 h 876300"/>
                <a:gd name="connsiteX14733" fmla="*/ 466915 w 2419350"/>
                <a:gd name="connsiteY14733" fmla="*/ 256699 h 876300"/>
                <a:gd name="connsiteX14734" fmla="*/ 466915 w 2419350"/>
                <a:gd name="connsiteY14734" fmla="*/ 257175 h 876300"/>
                <a:gd name="connsiteX14735" fmla="*/ 466058 w 2419350"/>
                <a:gd name="connsiteY14735" fmla="*/ 256604 h 876300"/>
                <a:gd name="connsiteX14736" fmla="*/ 465391 w 2419350"/>
                <a:gd name="connsiteY14736" fmla="*/ 256699 h 876300"/>
                <a:gd name="connsiteX14737" fmla="*/ 465106 w 2419350"/>
                <a:gd name="connsiteY14737" fmla="*/ 257175 h 876300"/>
                <a:gd name="connsiteX14738" fmla="*/ 465106 w 2419350"/>
                <a:gd name="connsiteY14738" fmla="*/ 257842 h 876300"/>
                <a:gd name="connsiteX14739" fmla="*/ 465487 w 2419350"/>
                <a:gd name="connsiteY14739" fmla="*/ 258318 h 876300"/>
                <a:gd name="connsiteX14740" fmla="*/ 460248 w 2419350"/>
                <a:gd name="connsiteY14740" fmla="*/ 266414 h 876300"/>
                <a:gd name="connsiteX14741" fmla="*/ 461200 w 2419350"/>
                <a:gd name="connsiteY14741" fmla="*/ 267367 h 876300"/>
                <a:gd name="connsiteX14742" fmla="*/ 463201 w 2419350"/>
                <a:gd name="connsiteY14742" fmla="*/ 268414 h 876300"/>
                <a:gd name="connsiteX14743" fmla="*/ 464248 w 2419350"/>
                <a:gd name="connsiteY14743" fmla="*/ 269177 h 876300"/>
                <a:gd name="connsiteX14744" fmla="*/ 464534 w 2419350"/>
                <a:gd name="connsiteY14744" fmla="*/ 269367 h 876300"/>
                <a:gd name="connsiteX14745" fmla="*/ 464820 w 2419350"/>
                <a:gd name="connsiteY14745" fmla="*/ 269367 h 876300"/>
                <a:gd name="connsiteX14746" fmla="*/ 465106 w 2419350"/>
                <a:gd name="connsiteY14746" fmla="*/ 269177 h 876300"/>
                <a:gd name="connsiteX14747" fmla="*/ 465201 w 2419350"/>
                <a:gd name="connsiteY14747" fmla="*/ 268224 h 876300"/>
                <a:gd name="connsiteX14748" fmla="*/ 464725 w 2419350"/>
                <a:gd name="connsiteY14748" fmla="*/ 266795 h 876300"/>
                <a:gd name="connsiteX14749" fmla="*/ 463963 w 2419350"/>
                <a:gd name="connsiteY14749" fmla="*/ 265462 h 876300"/>
                <a:gd name="connsiteX14750" fmla="*/ 463201 w 2419350"/>
                <a:gd name="connsiteY14750" fmla="*/ 264890 h 876300"/>
                <a:gd name="connsiteX14751" fmla="*/ 461963 w 2419350"/>
                <a:gd name="connsiteY14751" fmla="*/ 263462 h 876300"/>
                <a:gd name="connsiteX14752" fmla="*/ 461486 w 2419350"/>
                <a:gd name="connsiteY14752" fmla="*/ 263271 h 876300"/>
                <a:gd name="connsiteX14753" fmla="*/ 460534 w 2419350"/>
                <a:gd name="connsiteY14753" fmla="*/ 262985 h 876300"/>
                <a:gd name="connsiteX14754" fmla="*/ 460153 w 2419350"/>
                <a:gd name="connsiteY14754" fmla="*/ 262700 h 876300"/>
                <a:gd name="connsiteX14755" fmla="*/ 459296 w 2419350"/>
                <a:gd name="connsiteY14755" fmla="*/ 263747 h 876300"/>
                <a:gd name="connsiteX14756" fmla="*/ 459486 w 2419350"/>
                <a:gd name="connsiteY14756" fmla="*/ 265081 h 876300"/>
                <a:gd name="connsiteX14757" fmla="*/ 460248 w 2419350"/>
                <a:gd name="connsiteY14757" fmla="*/ 266414 h 876300"/>
                <a:gd name="connsiteX14758" fmla="*/ 507968 w 2419350"/>
                <a:gd name="connsiteY14758" fmla="*/ 267081 h 876300"/>
                <a:gd name="connsiteX14759" fmla="*/ 508254 w 2419350"/>
                <a:gd name="connsiteY14759" fmla="*/ 266891 h 876300"/>
                <a:gd name="connsiteX14760" fmla="*/ 508540 w 2419350"/>
                <a:gd name="connsiteY14760" fmla="*/ 266605 h 876300"/>
                <a:gd name="connsiteX14761" fmla="*/ 508635 w 2419350"/>
                <a:gd name="connsiteY14761" fmla="*/ 266129 h 876300"/>
                <a:gd name="connsiteX14762" fmla="*/ 508635 w 2419350"/>
                <a:gd name="connsiteY14762" fmla="*/ 265843 h 876300"/>
                <a:gd name="connsiteX14763" fmla="*/ 508445 w 2419350"/>
                <a:gd name="connsiteY14763" fmla="*/ 265271 h 876300"/>
                <a:gd name="connsiteX14764" fmla="*/ 507873 w 2419350"/>
                <a:gd name="connsiteY14764" fmla="*/ 264605 h 876300"/>
                <a:gd name="connsiteX14765" fmla="*/ 507397 w 2419350"/>
                <a:gd name="connsiteY14765" fmla="*/ 265081 h 876300"/>
                <a:gd name="connsiteX14766" fmla="*/ 507206 w 2419350"/>
                <a:gd name="connsiteY14766" fmla="*/ 266129 h 876300"/>
                <a:gd name="connsiteX14767" fmla="*/ 506921 w 2419350"/>
                <a:gd name="connsiteY14767" fmla="*/ 266795 h 876300"/>
                <a:gd name="connsiteX14768" fmla="*/ 506635 w 2419350"/>
                <a:gd name="connsiteY14768" fmla="*/ 267081 h 876300"/>
                <a:gd name="connsiteX14769" fmla="*/ 506921 w 2419350"/>
                <a:gd name="connsiteY14769" fmla="*/ 267271 h 876300"/>
                <a:gd name="connsiteX14770" fmla="*/ 507587 w 2419350"/>
                <a:gd name="connsiteY14770" fmla="*/ 267271 h 876300"/>
                <a:gd name="connsiteX14771" fmla="*/ 507968 w 2419350"/>
                <a:gd name="connsiteY14771" fmla="*/ 267081 h 876300"/>
                <a:gd name="connsiteX14772" fmla="*/ 486346 w 2419350"/>
                <a:gd name="connsiteY14772" fmla="*/ 254222 h 876300"/>
                <a:gd name="connsiteX14773" fmla="*/ 486251 w 2419350"/>
                <a:gd name="connsiteY14773" fmla="*/ 255270 h 876300"/>
                <a:gd name="connsiteX14774" fmla="*/ 486442 w 2419350"/>
                <a:gd name="connsiteY14774" fmla="*/ 256222 h 876300"/>
                <a:gd name="connsiteX14775" fmla="*/ 487775 w 2419350"/>
                <a:gd name="connsiteY14775" fmla="*/ 256985 h 876300"/>
                <a:gd name="connsiteX14776" fmla="*/ 488347 w 2419350"/>
                <a:gd name="connsiteY14776" fmla="*/ 257080 h 876300"/>
                <a:gd name="connsiteX14777" fmla="*/ 490156 w 2419350"/>
                <a:gd name="connsiteY14777" fmla="*/ 256985 h 876300"/>
                <a:gd name="connsiteX14778" fmla="*/ 490728 w 2419350"/>
                <a:gd name="connsiteY14778" fmla="*/ 256794 h 876300"/>
                <a:gd name="connsiteX14779" fmla="*/ 491395 w 2419350"/>
                <a:gd name="connsiteY14779" fmla="*/ 256032 h 876300"/>
                <a:gd name="connsiteX14780" fmla="*/ 491871 w 2419350"/>
                <a:gd name="connsiteY14780" fmla="*/ 255842 h 876300"/>
                <a:gd name="connsiteX14781" fmla="*/ 493014 w 2419350"/>
                <a:gd name="connsiteY14781" fmla="*/ 255746 h 876300"/>
                <a:gd name="connsiteX14782" fmla="*/ 493776 w 2419350"/>
                <a:gd name="connsiteY14782" fmla="*/ 255556 h 876300"/>
                <a:gd name="connsiteX14783" fmla="*/ 496062 w 2419350"/>
                <a:gd name="connsiteY14783" fmla="*/ 254318 h 876300"/>
                <a:gd name="connsiteX14784" fmla="*/ 496538 w 2419350"/>
                <a:gd name="connsiteY14784" fmla="*/ 254127 h 876300"/>
                <a:gd name="connsiteX14785" fmla="*/ 497300 w 2419350"/>
                <a:gd name="connsiteY14785" fmla="*/ 254032 h 876300"/>
                <a:gd name="connsiteX14786" fmla="*/ 497586 w 2419350"/>
                <a:gd name="connsiteY14786" fmla="*/ 254222 h 876300"/>
                <a:gd name="connsiteX14787" fmla="*/ 498157 w 2419350"/>
                <a:gd name="connsiteY14787" fmla="*/ 254984 h 876300"/>
                <a:gd name="connsiteX14788" fmla="*/ 498443 w 2419350"/>
                <a:gd name="connsiteY14788" fmla="*/ 255175 h 876300"/>
                <a:gd name="connsiteX14789" fmla="*/ 499110 w 2419350"/>
                <a:gd name="connsiteY14789" fmla="*/ 255365 h 876300"/>
                <a:gd name="connsiteX14790" fmla="*/ 498824 w 2419350"/>
                <a:gd name="connsiteY14790" fmla="*/ 255746 h 876300"/>
                <a:gd name="connsiteX14791" fmla="*/ 498253 w 2419350"/>
                <a:gd name="connsiteY14791" fmla="*/ 256127 h 876300"/>
                <a:gd name="connsiteX14792" fmla="*/ 497967 w 2419350"/>
                <a:gd name="connsiteY14792" fmla="*/ 256127 h 876300"/>
                <a:gd name="connsiteX14793" fmla="*/ 497681 w 2419350"/>
                <a:gd name="connsiteY14793" fmla="*/ 256889 h 876300"/>
                <a:gd name="connsiteX14794" fmla="*/ 497681 w 2419350"/>
                <a:gd name="connsiteY14794" fmla="*/ 257270 h 876300"/>
                <a:gd name="connsiteX14795" fmla="*/ 497967 w 2419350"/>
                <a:gd name="connsiteY14795" fmla="*/ 257842 h 876300"/>
                <a:gd name="connsiteX14796" fmla="*/ 496157 w 2419350"/>
                <a:gd name="connsiteY14796" fmla="*/ 258318 h 876300"/>
                <a:gd name="connsiteX14797" fmla="*/ 495776 w 2419350"/>
                <a:gd name="connsiteY14797" fmla="*/ 258604 h 876300"/>
                <a:gd name="connsiteX14798" fmla="*/ 495776 w 2419350"/>
                <a:gd name="connsiteY14798" fmla="*/ 259271 h 876300"/>
                <a:gd name="connsiteX14799" fmla="*/ 496157 w 2419350"/>
                <a:gd name="connsiteY14799" fmla="*/ 259652 h 876300"/>
                <a:gd name="connsiteX14800" fmla="*/ 497205 w 2419350"/>
                <a:gd name="connsiteY14800" fmla="*/ 260033 h 876300"/>
                <a:gd name="connsiteX14801" fmla="*/ 498538 w 2419350"/>
                <a:gd name="connsiteY14801" fmla="*/ 260128 h 876300"/>
                <a:gd name="connsiteX14802" fmla="*/ 499110 w 2419350"/>
                <a:gd name="connsiteY14802" fmla="*/ 260318 h 876300"/>
                <a:gd name="connsiteX14803" fmla="*/ 499300 w 2419350"/>
                <a:gd name="connsiteY14803" fmla="*/ 260795 h 876300"/>
                <a:gd name="connsiteX14804" fmla="*/ 499015 w 2419350"/>
                <a:gd name="connsiteY14804" fmla="*/ 261080 h 876300"/>
                <a:gd name="connsiteX14805" fmla="*/ 498443 w 2419350"/>
                <a:gd name="connsiteY14805" fmla="*/ 261176 h 876300"/>
                <a:gd name="connsiteX14806" fmla="*/ 497205 w 2419350"/>
                <a:gd name="connsiteY14806" fmla="*/ 261080 h 876300"/>
                <a:gd name="connsiteX14807" fmla="*/ 497205 w 2419350"/>
                <a:gd name="connsiteY14807" fmla="*/ 261461 h 876300"/>
                <a:gd name="connsiteX14808" fmla="*/ 498253 w 2419350"/>
                <a:gd name="connsiteY14808" fmla="*/ 261747 h 876300"/>
                <a:gd name="connsiteX14809" fmla="*/ 499015 w 2419350"/>
                <a:gd name="connsiteY14809" fmla="*/ 262509 h 876300"/>
                <a:gd name="connsiteX14810" fmla="*/ 499300 w 2419350"/>
                <a:gd name="connsiteY14810" fmla="*/ 263462 h 876300"/>
                <a:gd name="connsiteX14811" fmla="*/ 499015 w 2419350"/>
                <a:gd name="connsiteY14811" fmla="*/ 264319 h 876300"/>
                <a:gd name="connsiteX14812" fmla="*/ 503396 w 2419350"/>
                <a:gd name="connsiteY14812" fmla="*/ 265843 h 876300"/>
                <a:gd name="connsiteX14813" fmla="*/ 505111 w 2419350"/>
                <a:gd name="connsiteY14813" fmla="*/ 265557 h 876300"/>
                <a:gd name="connsiteX14814" fmla="*/ 505778 w 2419350"/>
                <a:gd name="connsiteY14814" fmla="*/ 263080 h 876300"/>
                <a:gd name="connsiteX14815" fmla="*/ 505778 w 2419350"/>
                <a:gd name="connsiteY14815" fmla="*/ 262414 h 876300"/>
                <a:gd name="connsiteX14816" fmla="*/ 505968 w 2419350"/>
                <a:gd name="connsiteY14816" fmla="*/ 261938 h 876300"/>
                <a:gd name="connsiteX14817" fmla="*/ 506349 w 2419350"/>
                <a:gd name="connsiteY14817" fmla="*/ 261652 h 876300"/>
                <a:gd name="connsiteX14818" fmla="*/ 507016 w 2419350"/>
                <a:gd name="connsiteY14818" fmla="*/ 261556 h 876300"/>
                <a:gd name="connsiteX14819" fmla="*/ 507682 w 2419350"/>
                <a:gd name="connsiteY14819" fmla="*/ 261366 h 876300"/>
                <a:gd name="connsiteX14820" fmla="*/ 508159 w 2419350"/>
                <a:gd name="connsiteY14820" fmla="*/ 260890 h 876300"/>
                <a:gd name="connsiteX14821" fmla="*/ 508349 w 2419350"/>
                <a:gd name="connsiteY14821" fmla="*/ 260413 h 876300"/>
                <a:gd name="connsiteX14822" fmla="*/ 508159 w 2419350"/>
                <a:gd name="connsiteY14822" fmla="*/ 260223 h 876300"/>
                <a:gd name="connsiteX14823" fmla="*/ 507968 w 2419350"/>
                <a:gd name="connsiteY14823" fmla="*/ 259937 h 876300"/>
                <a:gd name="connsiteX14824" fmla="*/ 507968 w 2419350"/>
                <a:gd name="connsiteY14824" fmla="*/ 258413 h 876300"/>
                <a:gd name="connsiteX14825" fmla="*/ 507587 w 2419350"/>
                <a:gd name="connsiteY14825" fmla="*/ 257366 h 876300"/>
                <a:gd name="connsiteX14826" fmla="*/ 507778 w 2419350"/>
                <a:gd name="connsiteY14826" fmla="*/ 256699 h 876300"/>
                <a:gd name="connsiteX14827" fmla="*/ 508635 w 2419350"/>
                <a:gd name="connsiteY14827" fmla="*/ 255556 h 876300"/>
                <a:gd name="connsiteX14828" fmla="*/ 508063 w 2419350"/>
                <a:gd name="connsiteY14828" fmla="*/ 252984 h 876300"/>
                <a:gd name="connsiteX14829" fmla="*/ 507968 w 2419350"/>
                <a:gd name="connsiteY14829" fmla="*/ 252127 h 876300"/>
                <a:gd name="connsiteX14830" fmla="*/ 507587 w 2419350"/>
                <a:gd name="connsiteY14830" fmla="*/ 251651 h 876300"/>
                <a:gd name="connsiteX14831" fmla="*/ 505111 w 2419350"/>
                <a:gd name="connsiteY14831" fmla="*/ 250508 h 876300"/>
                <a:gd name="connsiteX14832" fmla="*/ 504539 w 2419350"/>
                <a:gd name="connsiteY14832" fmla="*/ 249555 h 876300"/>
                <a:gd name="connsiteX14833" fmla="*/ 504444 w 2419350"/>
                <a:gd name="connsiteY14833" fmla="*/ 248603 h 876300"/>
                <a:gd name="connsiteX14834" fmla="*/ 504730 w 2419350"/>
                <a:gd name="connsiteY14834" fmla="*/ 246697 h 876300"/>
                <a:gd name="connsiteX14835" fmla="*/ 504444 w 2419350"/>
                <a:gd name="connsiteY14835" fmla="*/ 245554 h 876300"/>
                <a:gd name="connsiteX14836" fmla="*/ 503872 w 2419350"/>
                <a:gd name="connsiteY14836" fmla="*/ 245269 h 876300"/>
                <a:gd name="connsiteX14837" fmla="*/ 503491 w 2419350"/>
                <a:gd name="connsiteY14837" fmla="*/ 245554 h 876300"/>
                <a:gd name="connsiteX14838" fmla="*/ 503682 w 2419350"/>
                <a:gd name="connsiteY14838" fmla="*/ 246126 h 876300"/>
                <a:gd name="connsiteX14839" fmla="*/ 501872 w 2419350"/>
                <a:gd name="connsiteY14839" fmla="*/ 247079 h 876300"/>
                <a:gd name="connsiteX14840" fmla="*/ 500253 w 2419350"/>
                <a:gd name="connsiteY14840" fmla="*/ 247650 h 876300"/>
                <a:gd name="connsiteX14841" fmla="*/ 498538 w 2419350"/>
                <a:gd name="connsiteY14841" fmla="*/ 247745 h 876300"/>
                <a:gd name="connsiteX14842" fmla="*/ 496443 w 2419350"/>
                <a:gd name="connsiteY14842" fmla="*/ 247269 h 876300"/>
                <a:gd name="connsiteX14843" fmla="*/ 495205 w 2419350"/>
                <a:gd name="connsiteY14843" fmla="*/ 246602 h 876300"/>
                <a:gd name="connsiteX14844" fmla="*/ 494538 w 2419350"/>
                <a:gd name="connsiteY14844" fmla="*/ 246507 h 876300"/>
                <a:gd name="connsiteX14845" fmla="*/ 494252 w 2419350"/>
                <a:gd name="connsiteY14845" fmla="*/ 247079 h 876300"/>
                <a:gd name="connsiteX14846" fmla="*/ 493966 w 2419350"/>
                <a:gd name="connsiteY14846" fmla="*/ 247745 h 876300"/>
                <a:gd name="connsiteX14847" fmla="*/ 493395 w 2419350"/>
                <a:gd name="connsiteY14847" fmla="*/ 247841 h 876300"/>
                <a:gd name="connsiteX14848" fmla="*/ 492252 w 2419350"/>
                <a:gd name="connsiteY14848" fmla="*/ 247555 h 876300"/>
                <a:gd name="connsiteX14849" fmla="*/ 491490 w 2419350"/>
                <a:gd name="connsiteY14849" fmla="*/ 247650 h 876300"/>
                <a:gd name="connsiteX14850" fmla="*/ 491299 w 2419350"/>
                <a:gd name="connsiteY14850" fmla="*/ 247936 h 876300"/>
                <a:gd name="connsiteX14851" fmla="*/ 491299 w 2419350"/>
                <a:gd name="connsiteY14851" fmla="*/ 248412 h 876300"/>
                <a:gd name="connsiteX14852" fmla="*/ 491109 w 2419350"/>
                <a:gd name="connsiteY14852" fmla="*/ 248984 h 876300"/>
                <a:gd name="connsiteX14853" fmla="*/ 490538 w 2419350"/>
                <a:gd name="connsiteY14853" fmla="*/ 249841 h 876300"/>
                <a:gd name="connsiteX14854" fmla="*/ 490252 w 2419350"/>
                <a:gd name="connsiteY14854" fmla="*/ 250127 h 876300"/>
                <a:gd name="connsiteX14855" fmla="*/ 489680 w 2419350"/>
                <a:gd name="connsiteY14855" fmla="*/ 250508 h 876300"/>
                <a:gd name="connsiteX14856" fmla="*/ 487108 w 2419350"/>
                <a:gd name="connsiteY14856" fmla="*/ 251460 h 876300"/>
                <a:gd name="connsiteX14857" fmla="*/ 485870 w 2419350"/>
                <a:gd name="connsiteY14857" fmla="*/ 252317 h 876300"/>
                <a:gd name="connsiteX14858" fmla="*/ 485870 w 2419350"/>
                <a:gd name="connsiteY14858" fmla="*/ 253270 h 876300"/>
                <a:gd name="connsiteX14859" fmla="*/ 486346 w 2419350"/>
                <a:gd name="connsiteY14859" fmla="*/ 254222 h 876300"/>
                <a:gd name="connsiteX14860" fmla="*/ 479584 w 2419350"/>
                <a:gd name="connsiteY14860" fmla="*/ 259556 h 876300"/>
                <a:gd name="connsiteX14861" fmla="*/ 478917 w 2419350"/>
                <a:gd name="connsiteY14861" fmla="*/ 259747 h 876300"/>
                <a:gd name="connsiteX14862" fmla="*/ 478631 w 2419350"/>
                <a:gd name="connsiteY14862" fmla="*/ 260604 h 876300"/>
                <a:gd name="connsiteX14863" fmla="*/ 478917 w 2419350"/>
                <a:gd name="connsiteY14863" fmla="*/ 262604 h 876300"/>
                <a:gd name="connsiteX14864" fmla="*/ 478536 w 2419350"/>
                <a:gd name="connsiteY14864" fmla="*/ 263366 h 876300"/>
                <a:gd name="connsiteX14865" fmla="*/ 479298 w 2419350"/>
                <a:gd name="connsiteY14865" fmla="*/ 263747 h 876300"/>
                <a:gd name="connsiteX14866" fmla="*/ 480727 w 2419350"/>
                <a:gd name="connsiteY14866" fmla="*/ 264033 h 876300"/>
                <a:gd name="connsiteX14867" fmla="*/ 481393 w 2419350"/>
                <a:gd name="connsiteY14867" fmla="*/ 264509 h 876300"/>
                <a:gd name="connsiteX14868" fmla="*/ 481870 w 2419350"/>
                <a:gd name="connsiteY14868" fmla="*/ 265176 h 876300"/>
                <a:gd name="connsiteX14869" fmla="*/ 482155 w 2419350"/>
                <a:gd name="connsiteY14869" fmla="*/ 266605 h 876300"/>
                <a:gd name="connsiteX14870" fmla="*/ 482537 w 2419350"/>
                <a:gd name="connsiteY14870" fmla="*/ 267367 h 876300"/>
                <a:gd name="connsiteX14871" fmla="*/ 483013 w 2419350"/>
                <a:gd name="connsiteY14871" fmla="*/ 267748 h 876300"/>
                <a:gd name="connsiteX14872" fmla="*/ 483584 w 2419350"/>
                <a:gd name="connsiteY14872" fmla="*/ 267748 h 876300"/>
                <a:gd name="connsiteX14873" fmla="*/ 486346 w 2419350"/>
                <a:gd name="connsiteY14873" fmla="*/ 266510 h 876300"/>
                <a:gd name="connsiteX14874" fmla="*/ 486918 w 2419350"/>
                <a:gd name="connsiteY14874" fmla="*/ 266129 h 876300"/>
                <a:gd name="connsiteX14875" fmla="*/ 487299 w 2419350"/>
                <a:gd name="connsiteY14875" fmla="*/ 265652 h 876300"/>
                <a:gd name="connsiteX14876" fmla="*/ 487775 w 2419350"/>
                <a:gd name="connsiteY14876" fmla="*/ 264795 h 876300"/>
                <a:gd name="connsiteX14877" fmla="*/ 487299 w 2419350"/>
                <a:gd name="connsiteY14877" fmla="*/ 264128 h 876300"/>
                <a:gd name="connsiteX14878" fmla="*/ 486442 w 2419350"/>
                <a:gd name="connsiteY14878" fmla="*/ 263652 h 876300"/>
                <a:gd name="connsiteX14879" fmla="*/ 485680 w 2419350"/>
                <a:gd name="connsiteY14879" fmla="*/ 263462 h 876300"/>
                <a:gd name="connsiteX14880" fmla="*/ 483489 w 2419350"/>
                <a:gd name="connsiteY14880" fmla="*/ 263462 h 876300"/>
                <a:gd name="connsiteX14881" fmla="*/ 482822 w 2419350"/>
                <a:gd name="connsiteY14881" fmla="*/ 263271 h 876300"/>
                <a:gd name="connsiteX14882" fmla="*/ 482537 w 2419350"/>
                <a:gd name="connsiteY14882" fmla="*/ 262795 h 876300"/>
                <a:gd name="connsiteX14883" fmla="*/ 482346 w 2419350"/>
                <a:gd name="connsiteY14883" fmla="*/ 262223 h 876300"/>
                <a:gd name="connsiteX14884" fmla="*/ 482060 w 2419350"/>
                <a:gd name="connsiteY14884" fmla="*/ 261747 h 876300"/>
                <a:gd name="connsiteX14885" fmla="*/ 480536 w 2419350"/>
                <a:gd name="connsiteY14885" fmla="*/ 260128 h 876300"/>
                <a:gd name="connsiteX14886" fmla="*/ 479584 w 2419350"/>
                <a:gd name="connsiteY14886" fmla="*/ 259556 h 876300"/>
                <a:gd name="connsiteX14887" fmla="*/ 469297 w 2419350"/>
                <a:gd name="connsiteY14887" fmla="*/ 254413 h 876300"/>
                <a:gd name="connsiteX14888" fmla="*/ 471011 w 2419350"/>
                <a:gd name="connsiteY14888" fmla="*/ 256413 h 876300"/>
                <a:gd name="connsiteX14889" fmla="*/ 471297 w 2419350"/>
                <a:gd name="connsiteY14889" fmla="*/ 256604 h 876300"/>
                <a:gd name="connsiteX14890" fmla="*/ 471868 w 2419350"/>
                <a:gd name="connsiteY14890" fmla="*/ 256699 h 876300"/>
                <a:gd name="connsiteX14891" fmla="*/ 473012 w 2419350"/>
                <a:gd name="connsiteY14891" fmla="*/ 256604 h 876300"/>
                <a:gd name="connsiteX14892" fmla="*/ 473392 w 2419350"/>
                <a:gd name="connsiteY14892" fmla="*/ 256604 h 876300"/>
                <a:gd name="connsiteX14893" fmla="*/ 475297 w 2419350"/>
                <a:gd name="connsiteY14893" fmla="*/ 257651 h 876300"/>
                <a:gd name="connsiteX14894" fmla="*/ 476250 w 2419350"/>
                <a:gd name="connsiteY14894" fmla="*/ 257937 h 876300"/>
                <a:gd name="connsiteX14895" fmla="*/ 477488 w 2419350"/>
                <a:gd name="connsiteY14895" fmla="*/ 257651 h 876300"/>
                <a:gd name="connsiteX14896" fmla="*/ 477774 w 2419350"/>
                <a:gd name="connsiteY14896" fmla="*/ 257651 h 876300"/>
                <a:gd name="connsiteX14897" fmla="*/ 478346 w 2419350"/>
                <a:gd name="connsiteY14897" fmla="*/ 257746 h 876300"/>
                <a:gd name="connsiteX14898" fmla="*/ 478536 w 2419350"/>
                <a:gd name="connsiteY14898" fmla="*/ 257746 h 876300"/>
                <a:gd name="connsiteX14899" fmla="*/ 478536 w 2419350"/>
                <a:gd name="connsiteY14899" fmla="*/ 257556 h 876300"/>
                <a:gd name="connsiteX14900" fmla="*/ 478441 w 2419350"/>
                <a:gd name="connsiteY14900" fmla="*/ 256889 h 876300"/>
                <a:gd name="connsiteX14901" fmla="*/ 478441 w 2419350"/>
                <a:gd name="connsiteY14901" fmla="*/ 256699 h 876300"/>
                <a:gd name="connsiteX14902" fmla="*/ 478726 w 2419350"/>
                <a:gd name="connsiteY14902" fmla="*/ 256222 h 876300"/>
                <a:gd name="connsiteX14903" fmla="*/ 478917 w 2419350"/>
                <a:gd name="connsiteY14903" fmla="*/ 255842 h 876300"/>
                <a:gd name="connsiteX14904" fmla="*/ 479107 w 2419350"/>
                <a:gd name="connsiteY14904" fmla="*/ 255556 h 876300"/>
                <a:gd name="connsiteX14905" fmla="*/ 479584 w 2419350"/>
                <a:gd name="connsiteY14905" fmla="*/ 255365 h 876300"/>
                <a:gd name="connsiteX14906" fmla="*/ 479298 w 2419350"/>
                <a:gd name="connsiteY14906" fmla="*/ 254984 h 876300"/>
                <a:gd name="connsiteX14907" fmla="*/ 479203 w 2419350"/>
                <a:gd name="connsiteY14907" fmla="*/ 254699 h 876300"/>
                <a:gd name="connsiteX14908" fmla="*/ 479203 w 2419350"/>
                <a:gd name="connsiteY14908" fmla="*/ 254413 h 876300"/>
                <a:gd name="connsiteX14909" fmla="*/ 479298 w 2419350"/>
                <a:gd name="connsiteY14909" fmla="*/ 254032 h 876300"/>
                <a:gd name="connsiteX14910" fmla="*/ 480250 w 2419350"/>
                <a:gd name="connsiteY14910" fmla="*/ 254889 h 876300"/>
                <a:gd name="connsiteX14911" fmla="*/ 480631 w 2419350"/>
                <a:gd name="connsiteY14911" fmla="*/ 254889 h 876300"/>
                <a:gd name="connsiteX14912" fmla="*/ 481679 w 2419350"/>
                <a:gd name="connsiteY14912" fmla="*/ 251174 h 876300"/>
                <a:gd name="connsiteX14913" fmla="*/ 481679 w 2419350"/>
                <a:gd name="connsiteY14913" fmla="*/ 250127 h 876300"/>
                <a:gd name="connsiteX14914" fmla="*/ 481393 w 2419350"/>
                <a:gd name="connsiteY14914" fmla="*/ 249079 h 876300"/>
                <a:gd name="connsiteX14915" fmla="*/ 481203 w 2419350"/>
                <a:gd name="connsiteY14915" fmla="*/ 248793 h 876300"/>
                <a:gd name="connsiteX14916" fmla="*/ 480917 w 2419350"/>
                <a:gd name="connsiteY14916" fmla="*/ 248507 h 876300"/>
                <a:gd name="connsiteX14917" fmla="*/ 480346 w 2419350"/>
                <a:gd name="connsiteY14917" fmla="*/ 247650 h 876300"/>
                <a:gd name="connsiteX14918" fmla="*/ 479679 w 2419350"/>
                <a:gd name="connsiteY14918" fmla="*/ 247364 h 876300"/>
                <a:gd name="connsiteX14919" fmla="*/ 479012 w 2419350"/>
                <a:gd name="connsiteY14919" fmla="*/ 247269 h 876300"/>
                <a:gd name="connsiteX14920" fmla="*/ 478346 w 2419350"/>
                <a:gd name="connsiteY14920" fmla="*/ 247364 h 876300"/>
                <a:gd name="connsiteX14921" fmla="*/ 477679 w 2419350"/>
                <a:gd name="connsiteY14921" fmla="*/ 247650 h 876300"/>
                <a:gd name="connsiteX14922" fmla="*/ 478060 w 2419350"/>
                <a:gd name="connsiteY14922" fmla="*/ 248221 h 876300"/>
                <a:gd name="connsiteX14923" fmla="*/ 478346 w 2419350"/>
                <a:gd name="connsiteY14923" fmla="*/ 248888 h 876300"/>
                <a:gd name="connsiteX14924" fmla="*/ 478346 w 2419350"/>
                <a:gd name="connsiteY14924" fmla="*/ 249555 h 876300"/>
                <a:gd name="connsiteX14925" fmla="*/ 478060 w 2419350"/>
                <a:gd name="connsiteY14925" fmla="*/ 250222 h 876300"/>
                <a:gd name="connsiteX14926" fmla="*/ 477298 w 2419350"/>
                <a:gd name="connsiteY14926" fmla="*/ 249555 h 876300"/>
                <a:gd name="connsiteX14927" fmla="*/ 475774 w 2419350"/>
                <a:gd name="connsiteY14927" fmla="*/ 247650 h 876300"/>
                <a:gd name="connsiteX14928" fmla="*/ 475202 w 2419350"/>
                <a:gd name="connsiteY14928" fmla="*/ 247269 h 876300"/>
                <a:gd name="connsiteX14929" fmla="*/ 474631 w 2419350"/>
                <a:gd name="connsiteY14929" fmla="*/ 247745 h 876300"/>
                <a:gd name="connsiteX14930" fmla="*/ 474250 w 2419350"/>
                <a:gd name="connsiteY14930" fmla="*/ 249555 h 876300"/>
                <a:gd name="connsiteX14931" fmla="*/ 473488 w 2419350"/>
                <a:gd name="connsiteY14931" fmla="*/ 250127 h 876300"/>
                <a:gd name="connsiteX14932" fmla="*/ 473012 w 2419350"/>
                <a:gd name="connsiteY14932" fmla="*/ 250127 h 876300"/>
                <a:gd name="connsiteX14933" fmla="*/ 471964 w 2419350"/>
                <a:gd name="connsiteY14933" fmla="*/ 249746 h 876300"/>
                <a:gd name="connsiteX14934" fmla="*/ 471392 w 2419350"/>
                <a:gd name="connsiteY14934" fmla="*/ 249746 h 876300"/>
                <a:gd name="connsiteX14935" fmla="*/ 470821 w 2419350"/>
                <a:gd name="connsiteY14935" fmla="*/ 250031 h 876300"/>
                <a:gd name="connsiteX14936" fmla="*/ 470725 w 2419350"/>
                <a:gd name="connsiteY14936" fmla="*/ 250222 h 876300"/>
                <a:gd name="connsiteX14937" fmla="*/ 470916 w 2419350"/>
                <a:gd name="connsiteY14937" fmla="*/ 250508 h 876300"/>
                <a:gd name="connsiteX14938" fmla="*/ 471202 w 2419350"/>
                <a:gd name="connsiteY14938" fmla="*/ 251651 h 876300"/>
                <a:gd name="connsiteX14939" fmla="*/ 471392 w 2419350"/>
                <a:gd name="connsiteY14939" fmla="*/ 252222 h 876300"/>
                <a:gd name="connsiteX14940" fmla="*/ 471392 w 2419350"/>
                <a:gd name="connsiteY14940" fmla="*/ 252698 h 876300"/>
                <a:gd name="connsiteX14941" fmla="*/ 471011 w 2419350"/>
                <a:gd name="connsiteY14941" fmla="*/ 252984 h 876300"/>
                <a:gd name="connsiteX14942" fmla="*/ 470440 w 2419350"/>
                <a:gd name="connsiteY14942" fmla="*/ 252889 h 876300"/>
                <a:gd name="connsiteX14943" fmla="*/ 469678 w 2419350"/>
                <a:gd name="connsiteY14943" fmla="*/ 252031 h 876300"/>
                <a:gd name="connsiteX14944" fmla="*/ 469201 w 2419350"/>
                <a:gd name="connsiteY14944" fmla="*/ 251841 h 876300"/>
                <a:gd name="connsiteX14945" fmla="*/ 468630 w 2419350"/>
                <a:gd name="connsiteY14945" fmla="*/ 252317 h 876300"/>
                <a:gd name="connsiteX14946" fmla="*/ 468821 w 2419350"/>
                <a:gd name="connsiteY14946" fmla="*/ 253270 h 876300"/>
                <a:gd name="connsiteX14947" fmla="*/ 469297 w 2419350"/>
                <a:gd name="connsiteY14947" fmla="*/ 254413 h 876300"/>
                <a:gd name="connsiteX14948" fmla="*/ 380619 w 2419350"/>
                <a:gd name="connsiteY14948" fmla="*/ 250603 h 876300"/>
                <a:gd name="connsiteX14949" fmla="*/ 380524 w 2419350"/>
                <a:gd name="connsiteY14949" fmla="*/ 251936 h 876300"/>
                <a:gd name="connsiteX14950" fmla="*/ 380905 w 2419350"/>
                <a:gd name="connsiteY14950" fmla="*/ 252889 h 876300"/>
                <a:gd name="connsiteX14951" fmla="*/ 381571 w 2419350"/>
                <a:gd name="connsiteY14951" fmla="*/ 253651 h 876300"/>
                <a:gd name="connsiteX14952" fmla="*/ 382429 w 2419350"/>
                <a:gd name="connsiteY14952" fmla="*/ 255175 h 876300"/>
                <a:gd name="connsiteX14953" fmla="*/ 385953 w 2419350"/>
                <a:gd name="connsiteY14953" fmla="*/ 258985 h 876300"/>
                <a:gd name="connsiteX14954" fmla="*/ 387858 w 2419350"/>
                <a:gd name="connsiteY14954" fmla="*/ 260509 h 876300"/>
                <a:gd name="connsiteX14955" fmla="*/ 389477 w 2419350"/>
                <a:gd name="connsiteY14955" fmla="*/ 260890 h 876300"/>
                <a:gd name="connsiteX14956" fmla="*/ 389858 w 2419350"/>
                <a:gd name="connsiteY14956" fmla="*/ 260604 h 876300"/>
                <a:gd name="connsiteX14957" fmla="*/ 391478 w 2419350"/>
                <a:gd name="connsiteY14957" fmla="*/ 259271 h 876300"/>
                <a:gd name="connsiteX14958" fmla="*/ 391954 w 2419350"/>
                <a:gd name="connsiteY14958" fmla="*/ 259080 h 876300"/>
                <a:gd name="connsiteX14959" fmla="*/ 392430 w 2419350"/>
                <a:gd name="connsiteY14959" fmla="*/ 259080 h 876300"/>
                <a:gd name="connsiteX14960" fmla="*/ 392811 w 2419350"/>
                <a:gd name="connsiteY14960" fmla="*/ 258985 h 876300"/>
                <a:gd name="connsiteX14961" fmla="*/ 393001 w 2419350"/>
                <a:gd name="connsiteY14961" fmla="*/ 258509 h 876300"/>
                <a:gd name="connsiteX14962" fmla="*/ 392811 w 2419350"/>
                <a:gd name="connsiteY14962" fmla="*/ 257366 h 876300"/>
                <a:gd name="connsiteX14963" fmla="*/ 391858 w 2419350"/>
                <a:gd name="connsiteY14963" fmla="*/ 254413 h 876300"/>
                <a:gd name="connsiteX14964" fmla="*/ 391763 w 2419350"/>
                <a:gd name="connsiteY14964" fmla="*/ 253079 h 876300"/>
                <a:gd name="connsiteX14965" fmla="*/ 391858 w 2419350"/>
                <a:gd name="connsiteY14965" fmla="*/ 251841 h 876300"/>
                <a:gd name="connsiteX14966" fmla="*/ 393382 w 2419350"/>
                <a:gd name="connsiteY14966" fmla="*/ 246888 h 876300"/>
                <a:gd name="connsiteX14967" fmla="*/ 393573 w 2419350"/>
                <a:gd name="connsiteY14967" fmla="*/ 245650 h 876300"/>
                <a:gd name="connsiteX14968" fmla="*/ 393287 w 2419350"/>
                <a:gd name="connsiteY14968" fmla="*/ 244412 h 876300"/>
                <a:gd name="connsiteX14969" fmla="*/ 393001 w 2419350"/>
                <a:gd name="connsiteY14969" fmla="*/ 243935 h 876300"/>
                <a:gd name="connsiteX14970" fmla="*/ 392144 w 2419350"/>
                <a:gd name="connsiteY14970" fmla="*/ 243078 h 876300"/>
                <a:gd name="connsiteX14971" fmla="*/ 388144 w 2419350"/>
                <a:gd name="connsiteY14971" fmla="*/ 240221 h 876300"/>
                <a:gd name="connsiteX14972" fmla="*/ 385286 w 2419350"/>
                <a:gd name="connsiteY14972" fmla="*/ 237077 h 876300"/>
                <a:gd name="connsiteX14973" fmla="*/ 383667 w 2419350"/>
                <a:gd name="connsiteY14973" fmla="*/ 235839 h 876300"/>
                <a:gd name="connsiteX14974" fmla="*/ 381667 w 2419350"/>
                <a:gd name="connsiteY14974" fmla="*/ 235363 h 876300"/>
                <a:gd name="connsiteX14975" fmla="*/ 380524 w 2419350"/>
                <a:gd name="connsiteY14975" fmla="*/ 235363 h 876300"/>
                <a:gd name="connsiteX14976" fmla="*/ 379762 w 2419350"/>
                <a:gd name="connsiteY14976" fmla="*/ 235553 h 876300"/>
                <a:gd name="connsiteX14977" fmla="*/ 379381 w 2419350"/>
                <a:gd name="connsiteY14977" fmla="*/ 236125 h 876300"/>
                <a:gd name="connsiteX14978" fmla="*/ 379286 w 2419350"/>
                <a:gd name="connsiteY14978" fmla="*/ 237268 h 876300"/>
                <a:gd name="connsiteX14979" fmla="*/ 379571 w 2419350"/>
                <a:gd name="connsiteY14979" fmla="*/ 239459 h 876300"/>
                <a:gd name="connsiteX14980" fmla="*/ 379476 w 2419350"/>
                <a:gd name="connsiteY14980" fmla="*/ 240030 h 876300"/>
                <a:gd name="connsiteX14981" fmla="*/ 379000 w 2419350"/>
                <a:gd name="connsiteY14981" fmla="*/ 240983 h 876300"/>
                <a:gd name="connsiteX14982" fmla="*/ 378905 w 2419350"/>
                <a:gd name="connsiteY14982" fmla="*/ 241459 h 876300"/>
                <a:gd name="connsiteX14983" fmla="*/ 379095 w 2419350"/>
                <a:gd name="connsiteY14983" fmla="*/ 242316 h 876300"/>
                <a:gd name="connsiteX14984" fmla="*/ 379571 w 2419350"/>
                <a:gd name="connsiteY14984" fmla="*/ 243554 h 876300"/>
                <a:gd name="connsiteX14985" fmla="*/ 380143 w 2419350"/>
                <a:gd name="connsiteY14985" fmla="*/ 244602 h 876300"/>
                <a:gd name="connsiteX14986" fmla="*/ 381095 w 2419350"/>
                <a:gd name="connsiteY14986" fmla="*/ 245459 h 876300"/>
                <a:gd name="connsiteX14987" fmla="*/ 381286 w 2419350"/>
                <a:gd name="connsiteY14987" fmla="*/ 246412 h 876300"/>
                <a:gd name="connsiteX14988" fmla="*/ 381190 w 2419350"/>
                <a:gd name="connsiteY14988" fmla="*/ 248317 h 876300"/>
                <a:gd name="connsiteX14989" fmla="*/ 380619 w 2419350"/>
                <a:gd name="connsiteY14989" fmla="*/ 250603 h 876300"/>
                <a:gd name="connsiteX14990" fmla="*/ 1032224 w 2419350"/>
                <a:gd name="connsiteY14990" fmla="*/ 765905 h 876300"/>
                <a:gd name="connsiteX14991" fmla="*/ 1031938 w 2419350"/>
                <a:gd name="connsiteY14991" fmla="*/ 765238 h 876300"/>
                <a:gd name="connsiteX14992" fmla="*/ 1031462 w 2419350"/>
                <a:gd name="connsiteY14992" fmla="*/ 764667 h 876300"/>
                <a:gd name="connsiteX14993" fmla="*/ 1028700 w 2419350"/>
                <a:gd name="connsiteY14993" fmla="*/ 763619 h 876300"/>
                <a:gd name="connsiteX14994" fmla="*/ 1027366 w 2419350"/>
                <a:gd name="connsiteY14994" fmla="*/ 762762 h 876300"/>
                <a:gd name="connsiteX14995" fmla="*/ 1026700 w 2419350"/>
                <a:gd name="connsiteY14995" fmla="*/ 762572 h 876300"/>
                <a:gd name="connsiteX14996" fmla="*/ 1025652 w 2419350"/>
                <a:gd name="connsiteY14996" fmla="*/ 762572 h 876300"/>
                <a:gd name="connsiteX14997" fmla="*/ 1024795 w 2419350"/>
                <a:gd name="connsiteY14997" fmla="*/ 762191 h 876300"/>
                <a:gd name="connsiteX14998" fmla="*/ 1023938 w 2419350"/>
                <a:gd name="connsiteY14998" fmla="*/ 761333 h 876300"/>
                <a:gd name="connsiteX14999" fmla="*/ 1023271 w 2419350"/>
                <a:gd name="connsiteY14999" fmla="*/ 760286 h 876300"/>
                <a:gd name="connsiteX15000" fmla="*/ 1022890 w 2419350"/>
                <a:gd name="connsiteY15000" fmla="*/ 759238 h 876300"/>
                <a:gd name="connsiteX15001" fmla="*/ 1022985 w 2419350"/>
                <a:gd name="connsiteY15001" fmla="*/ 755809 h 876300"/>
                <a:gd name="connsiteX15002" fmla="*/ 1022795 w 2419350"/>
                <a:gd name="connsiteY15002" fmla="*/ 754094 h 876300"/>
                <a:gd name="connsiteX15003" fmla="*/ 1021842 w 2419350"/>
                <a:gd name="connsiteY15003" fmla="*/ 753142 h 876300"/>
                <a:gd name="connsiteX15004" fmla="*/ 1021842 w 2419350"/>
                <a:gd name="connsiteY15004" fmla="*/ 755523 h 876300"/>
                <a:gd name="connsiteX15005" fmla="*/ 1021651 w 2419350"/>
                <a:gd name="connsiteY15005" fmla="*/ 756856 h 876300"/>
                <a:gd name="connsiteX15006" fmla="*/ 1020985 w 2419350"/>
                <a:gd name="connsiteY15006" fmla="*/ 757428 h 876300"/>
                <a:gd name="connsiteX15007" fmla="*/ 1020318 w 2419350"/>
                <a:gd name="connsiteY15007" fmla="*/ 756952 h 876300"/>
                <a:gd name="connsiteX15008" fmla="*/ 1020128 w 2419350"/>
                <a:gd name="connsiteY15008" fmla="*/ 755809 h 876300"/>
                <a:gd name="connsiteX15009" fmla="*/ 1020032 w 2419350"/>
                <a:gd name="connsiteY15009" fmla="*/ 753428 h 876300"/>
                <a:gd name="connsiteX15010" fmla="*/ 1019461 w 2419350"/>
                <a:gd name="connsiteY15010" fmla="*/ 752189 h 876300"/>
                <a:gd name="connsiteX15011" fmla="*/ 1019365 w 2419350"/>
                <a:gd name="connsiteY15011" fmla="*/ 751618 h 876300"/>
                <a:gd name="connsiteX15012" fmla="*/ 1019365 w 2419350"/>
                <a:gd name="connsiteY15012" fmla="*/ 751046 h 876300"/>
                <a:gd name="connsiteX15013" fmla="*/ 1019651 w 2419350"/>
                <a:gd name="connsiteY15013" fmla="*/ 749808 h 876300"/>
                <a:gd name="connsiteX15014" fmla="*/ 1019747 w 2419350"/>
                <a:gd name="connsiteY15014" fmla="*/ 748284 h 876300"/>
                <a:gd name="connsiteX15015" fmla="*/ 1021747 w 2419350"/>
                <a:gd name="connsiteY15015" fmla="*/ 737806 h 876300"/>
                <a:gd name="connsiteX15016" fmla="*/ 1023938 w 2419350"/>
                <a:gd name="connsiteY15016" fmla="*/ 730187 h 876300"/>
                <a:gd name="connsiteX15017" fmla="*/ 1023938 w 2419350"/>
                <a:gd name="connsiteY15017" fmla="*/ 727710 h 876300"/>
                <a:gd name="connsiteX15018" fmla="*/ 1023842 w 2419350"/>
                <a:gd name="connsiteY15018" fmla="*/ 727329 h 876300"/>
                <a:gd name="connsiteX15019" fmla="*/ 1023652 w 2419350"/>
                <a:gd name="connsiteY15019" fmla="*/ 726948 h 876300"/>
                <a:gd name="connsiteX15020" fmla="*/ 1023556 w 2419350"/>
                <a:gd name="connsiteY15020" fmla="*/ 726472 h 876300"/>
                <a:gd name="connsiteX15021" fmla="*/ 1023556 w 2419350"/>
                <a:gd name="connsiteY15021" fmla="*/ 725900 h 876300"/>
                <a:gd name="connsiteX15022" fmla="*/ 1023747 w 2419350"/>
                <a:gd name="connsiteY15022" fmla="*/ 725234 h 876300"/>
                <a:gd name="connsiteX15023" fmla="*/ 1024414 w 2419350"/>
                <a:gd name="connsiteY15023" fmla="*/ 724281 h 876300"/>
                <a:gd name="connsiteX15024" fmla="*/ 1024604 w 2419350"/>
                <a:gd name="connsiteY15024" fmla="*/ 723900 h 876300"/>
                <a:gd name="connsiteX15025" fmla="*/ 1024985 w 2419350"/>
                <a:gd name="connsiteY15025" fmla="*/ 721709 h 876300"/>
                <a:gd name="connsiteX15026" fmla="*/ 1024985 w 2419350"/>
                <a:gd name="connsiteY15026" fmla="*/ 720566 h 876300"/>
                <a:gd name="connsiteX15027" fmla="*/ 1024604 w 2419350"/>
                <a:gd name="connsiteY15027" fmla="*/ 719423 h 876300"/>
                <a:gd name="connsiteX15028" fmla="*/ 1023842 w 2419350"/>
                <a:gd name="connsiteY15028" fmla="*/ 718661 h 876300"/>
                <a:gd name="connsiteX15029" fmla="*/ 1021747 w 2419350"/>
                <a:gd name="connsiteY15029" fmla="*/ 717518 h 876300"/>
                <a:gd name="connsiteX15030" fmla="*/ 1020794 w 2419350"/>
                <a:gd name="connsiteY15030" fmla="*/ 716756 h 876300"/>
                <a:gd name="connsiteX15031" fmla="*/ 1020413 w 2419350"/>
                <a:gd name="connsiteY15031" fmla="*/ 716566 h 876300"/>
                <a:gd name="connsiteX15032" fmla="*/ 1019842 w 2419350"/>
                <a:gd name="connsiteY15032" fmla="*/ 716471 h 876300"/>
                <a:gd name="connsiteX15033" fmla="*/ 1018699 w 2419350"/>
                <a:gd name="connsiteY15033" fmla="*/ 716566 h 876300"/>
                <a:gd name="connsiteX15034" fmla="*/ 1018032 w 2419350"/>
                <a:gd name="connsiteY15034" fmla="*/ 716471 h 876300"/>
                <a:gd name="connsiteX15035" fmla="*/ 1017556 w 2419350"/>
                <a:gd name="connsiteY15035" fmla="*/ 716280 h 876300"/>
                <a:gd name="connsiteX15036" fmla="*/ 1016794 w 2419350"/>
                <a:gd name="connsiteY15036" fmla="*/ 715804 h 876300"/>
                <a:gd name="connsiteX15037" fmla="*/ 1014889 w 2419350"/>
                <a:gd name="connsiteY15037" fmla="*/ 713899 h 876300"/>
                <a:gd name="connsiteX15038" fmla="*/ 1014127 w 2419350"/>
                <a:gd name="connsiteY15038" fmla="*/ 713613 h 876300"/>
                <a:gd name="connsiteX15039" fmla="*/ 1012984 w 2419350"/>
                <a:gd name="connsiteY15039" fmla="*/ 713804 h 876300"/>
                <a:gd name="connsiteX15040" fmla="*/ 1010793 w 2419350"/>
                <a:gd name="connsiteY15040" fmla="*/ 714375 h 876300"/>
                <a:gd name="connsiteX15041" fmla="*/ 1009555 w 2419350"/>
                <a:gd name="connsiteY15041" fmla="*/ 714375 h 876300"/>
                <a:gd name="connsiteX15042" fmla="*/ 1007840 w 2419350"/>
                <a:gd name="connsiteY15042" fmla="*/ 713708 h 876300"/>
                <a:gd name="connsiteX15043" fmla="*/ 1006602 w 2419350"/>
                <a:gd name="connsiteY15043" fmla="*/ 712661 h 876300"/>
                <a:gd name="connsiteX15044" fmla="*/ 1004506 w 2419350"/>
                <a:gd name="connsiteY15044" fmla="*/ 709994 h 876300"/>
                <a:gd name="connsiteX15045" fmla="*/ 1002792 w 2419350"/>
                <a:gd name="connsiteY15045" fmla="*/ 709041 h 876300"/>
                <a:gd name="connsiteX15046" fmla="*/ 1001268 w 2419350"/>
                <a:gd name="connsiteY15046" fmla="*/ 709327 h 876300"/>
                <a:gd name="connsiteX15047" fmla="*/ 997553 w 2419350"/>
                <a:gd name="connsiteY15047" fmla="*/ 712470 h 876300"/>
                <a:gd name="connsiteX15048" fmla="*/ 996791 w 2419350"/>
                <a:gd name="connsiteY15048" fmla="*/ 712756 h 876300"/>
                <a:gd name="connsiteX15049" fmla="*/ 995648 w 2419350"/>
                <a:gd name="connsiteY15049" fmla="*/ 712851 h 876300"/>
                <a:gd name="connsiteX15050" fmla="*/ 994410 w 2419350"/>
                <a:gd name="connsiteY15050" fmla="*/ 712661 h 876300"/>
                <a:gd name="connsiteX15051" fmla="*/ 993553 w 2419350"/>
                <a:gd name="connsiteY15051" fmla="*/ 712375 h 876300"/>
                <a:gd name="connsiteX15052" fmla="*/ 992791 w 2419350"/>
                <a:gd name="connsiteY15052" fmla="*/ 712375 h 876300"/>
                <a:gd name="connsiteX15053" fmla="*/ 991838 w 2419350"/>
                <a:gd name="connsiteY15053" fmla="*/ 712851 h 876300"/>
                <a:gd name="connsiteX15054" fmla="*/ 990790 w 2419350"/>
                <a:gd name="connsiteY15054" fmla="*/ 714185 h 876300"/>
                <a:gd name="connsiteX15055" fmla="*/ 990124 w 2419350"/>
                <a:gd name="connsiteY15055" fmla="*/ 714756 h 876300"/>
                <a:gd name="connsiteX15056" fmla="*/ 989171 w 2419350"/>
                <a:gd name="connsiteY15056" fmla="*/ 715042 h 876300"/>
                <a:gd name="connsiteX15057" fmla="*/ 987933 w 2419350"/>
                <a:gd name="connsiteY15057" fmla="*/ 714851 h 876300"/>
                <a:gd name="connsiteX15058" fmla="*/ 985838 w 2419350"/>
                <a:gd name="connsiteY15058" fmla="*/ 714089 h 876300"/>
                <a:gd name="connsiteX15059" fmla="*/ 984599 w 2419350"/>
                <a:gd name="connsiteY15059" fmla="*/ 713994 h 876300"/>
                <a:gd name="connsiteX15060" fmla="*/ 984123 w 2419350"/>
                <a:gd name="connsiteY15060" fmla="*/ 714089 h 876300"/>
                <a:gd name="connsiteX15061" fmla="*/ 983075 w 2419350"/>
                <a:gd name="connsiteY15061" fmla="*/ 714566 h 876300"/>
                <a:gd name="connsiteX15062" fmla="*/ 982408 w 2419350"/>
                <a:gd name="connsiteY15062" fmla="*/ 714661 h 876300"/>
                <a:gd name="connsiteX15063" fmla="*/ 975550 w 2419350"/>
                <a:gd name="connsiteY15063" fmla="*/ 713613 h 876300"/>
                <a:gd name="connsiteX15064" fmla="*/ 974312 w 2419350"/>
                <a:gd name="connsiteY15064" fmla="*/ 713804 h 876300"/>
                <a:gd name="connsiteX15065" fmla="*/ 972598 w 2419350"/>
                <a:gd name="connsiteY15065" fmla="*/ 714756 h 876300"/>
                <a:gd name="connsiteX15066" fmla="*/ 971740 w 2419350"/>
                <a:gd name="connsiteY15066" fmla="*/ 714947 h 876300"/>
                <a:gd name="connsiteX15067" fmla="*/ 970597 w 2419350"/>
                <a:gd name="connsiteY15067" fmla="*/ 715137 h 876300"/>
                <a:gd name="connsiteX15068" fmla="*/ 969455 w 2419350"/>
                <a:gd name="connsiteY15068" fmla="*/ 715518 h 876300"/>
                <a:gd name="connsiteX15069" fmla="*/ 967549 w 2419350"/>
                <a:gd name="connsiteY15069" fmla="*/ 716471 h 876300"/>
                <a:gd name="connsiteX15070" fmla="*/ 965740 w 2419350"/>
                <a:gd name="connsiteY15070" fmla="*/ 717709 h 876300"/>
                <a:gd name="connsiteX15071" fmla="*/ 964692 w 2419350"/>
                <a:gd name="connsiteY15071" fmla="*/ 718090 h 876300"/>
                <a:gd name="connsiteX15072" fmla="*/ 963454 w 2419350"/>
                <a:gd name="connsiteY15072" fmla="*/ 718280 h 876300"/>
                <a:gd name="connsiteX15073" fmla="*/ 962692 w 2419350"/>
                <a:gd name="connsiteY15073" fmla="*/ 717899 h 876300"/>
                <a:gd name="connsiteX15074" fmla="*/ 961454 w 2419350"/>
                <a:gd name="connsiteY15074" fmla="*/ 716280 h 876300"/>
                <a:gd name="connsiteX15075" fmla="*/ 960406 w 2419350"/>
                <a:gd name="connsiteY15075" fmla="*/ 715804 h 876300"/>
                <a:gd name="connsiteX15076" fmla="*/ 959834 w 2419350"/>
                <a:gd name="connsiteY15076" fmla="*/ 715804 h 876300"/>
                <a:gd name="connsiteX15077" fmla="*/ 958691 w 2419350"/>
                <a:gd name="connsiteY15077" fmla="*/ 716089 h 876300"/>
                <a:gd name="connsiteX15078" fmla="*/ 958215 w 2419350"/>
                <a:gd name="connsiteY15078" fmla="*/ 716185 h 876300"/>
                <a:gd name="connsiteX15079" fmla="*/ 957548 w 2419350"/>
                <a:gd name="connsiteY15079" fmla="*/ 716089 h 876300"/>
                <a:gd name="connsiteX15080" fmla="*/ 956405 w 2419350"/>
                <a:gd name="connsiteY15080" fmla="*/ 715613 h 876300"/>
                <a:gd name="connsiteX15081" fmla="*/ 954691 w 2419350"/>
                <a:gd name="connsiteY15081" fmla="*/ 715232 h 876300"/>
                <a:gd name="connsiteX15082" fmla="*/ 953548 w 2419350"/>
                <a:gd name="connsiteY15082" fmla="*/ 714470 h 876300"/>
                <a:gd name="connsiteX15083" fmla="*/ 951643 w 2419350"/>
                <a:gd name="connsiteY15083" fmla="*/ 712661 h 876300"/>
                <a:gd name="connsiteX15084" fmla="*/ 950595 w 2419350"/>
                <a:gd name="connsiteY15084" fmla="*/ 711803 h 876300"/>
                <a:gd name="connsiteX15085" fmla="*/ 949642 w 2419350"/>
                <a:gd name="connsiteY15085" fmla="*/ 711422 h 876300"/>
                <a:gd name="connsiteX15086" fmla="*/ 948499 w 2419350"/>
                <a:gd name="connsiteY15086" fmla="*/ 711232 h 876300"/>
                <a:gd name="connsiteX15087" fmla="*/ 947166 w 2419350"/>
                <a:gd name="connsiteY15087" fmla="*/ 711232 h 876300"/>
                <a:gd name="connsiteX15088" fmla="*/ 946213 w 2419350"/>
                <a:gd name="connsiteY15088" fmla="*/ 711041 h 876300"/>
                <a:gd name="connsiteX15089" fmla="*/ 939546 w 2419350"/>
                <a:gd name="connsiteY15089" fmla="*/ 708184 h 876300"/>
                <a:gd name="connsiteX15090" fmla="*/ 935164 w 2419350"/>
                <a:gd name="connsiteY15090" fmla="*/ 704945 h 876300"/>
                <a:gd name="connsiteX15091" fmla="*/ 935164 w 2419350"/>
                <a:gd name="connsiteY15091" fmla="*/ 700564 h 876300"/>
                <a:gd name="connsiteX15092" fmla="*/ 935641 w 2419350"/>
                <a:gd name="connsiteY15092" fmla="*/ 699706 h 876300"/>
                <a:gd name="connsiteX15093" fmla="*/ 937641 w 2419350"/>
                <a:gd name="connsiteY15093" fmla="*/ 698373 h 876300"/>
                <a:gd name="connsiteX15094" fmla="*/ 938117 w 2419350"/>
                <a:gd name="connsiteY15094" fmla="*/ 697325 h 876300"/>
                <a:gd name="connsiteX15095" fmla="*/ 938117 w 2419350"/>
                <a:gd name="connsiteY15095" fmla="*/ 695230 h 876300"/>
                <a:gd name="connsiteX15096" fmla="*/ 938213 w 2419350"/>
                <a:gd name="connsiteY15096" fmla="*/ 694277 h 876300"/>
                <a:gd name="connsiteX15097" fmla="*/ 938689 w 2419350"/>
                <a:gd name="connsiteY15097" fmla="*/ 692372 h 876300"/>
                <a:gd name="connsiteX15098" fmla="*/ 938689 w 2419350"/>
                <a:gd name="connsiteY15098" fmla="*/ 691610 h 876300"/>
                <a:gd name="connsiteX15099" fmla="*/ 938498 w 2419350"/>
                <a:gd name="connsiteY15099" fmla="*/ 690848 h 876300"/>
                <a:gd name="connsiteX15100" fmla="*/ 937736 w 2419350"/>
                <a:gd name="connsiteY15100" fmla="*/ 689324 h 876300"/>
                <a:gd name="connsiteX15101" fmla="*/ 937165 w 2419350"/>
                <a:gd name="connsiteY15101" fmla="*/ 688467 h 876300"/>
                <a:gd name="connsiteX15102" fmla="*/ 936498 w 2419350"/>
                <a:gd name="connsiteY15102" fmla="*/ 687800 h 876300"/>
                <a:gd name="connsiteX15103" fmla="*/ 935641 w 2419350"/>
                <a:gd name="connsiteY15103" fmla="*/ 687514 h 876300"/>
                <a:gd name="connsiteX15104" fmla="*/ 934403 w 2419350"/>
                <a:gd name="connsiteY15104" fmla="*/ 687800 h 876300"/>
                <a:gd name="connsiteX15105" fmla="*/ 933545 w 2419350"/>
                <a:gd name="connsiteY15105" fmla="*/ 688562 h 876300"/>
                <a:gd name="connsiteX15106" fmla="*/ 932879 w 2419350"/>
                <a:gd name="connsiteY15106" fmla="*/ 689515 h 876300"/>
                <a:gd name="connsiteX15107" fmla="*/ 932021 w 2419350"/>
                <a:gd name="connsiteY15107" fmla="*/ 690372 h 876300"/>
                <a:gd name="connsiteX15108" fmla="*/ 929068 w 2419350"/>
                <a:gd name="connsiteY15108" fmla="*/ 689038 h 876300"/>
                <a:gd name="connsiteX15109" fmla="*/ 927735 w 2419350"/>
                <a:gd name="connsiteY15109" fmla="*/ 688277 h 876300"/>
                <a:gd name="connsiteX15110" fmla="*/ 926878 w 2419350"/>
                <a:gd name="connsiteY15110" fmla="*/ 687134 h 876300"/>
                <a:gd name="connsiteX15111" fmla="*/ 930021 w 2419350"/>
                <a:gd name="connsiteY15111" fmla="*/ 687419 h 876300"/>
                <a:gd name="connsiteX15112" fmla="*/ 930783 w 2419350"/>
                <a:gd name="connsiteY15112" fmla="*/ 687134 h 876300"/>
                <a:gd name="connsiteX15113" fmla="*/ 931069 w 2419350"/>
                <a:gd name="connsiteY15113" fmla="*/ 686181 h 876300"/>
                <a:gd name="connsiteX15114" fmla="*/ 930592 w 2419350"/>
                <a:gd name="connsiteY15114" fmla="*/ 685133 h 876300"/>
                <a:gd name="connsiteX15115" fmla="*/ 929735 w 2419350"/>
                <a:gd name="connsiteY15115" fmla="*/ 684276 h 876300"/>
                <a:gd name="connsiteX15116" fmla="*/ 928878 w 2419350"/>
                <a:gd name="connsiteY15116" fmla="*/ 683895 h 876300"/>
                <a:gd name="connsiteX15117" fmla="*/ 928402 w 2419350"/>
                <a:gd name="connsiteY15117" fmla="*/ 683514 h 876300"/>
                <a:gd name="connsiteX15118" fmla="*/ 927830 w 2419350"/>
                <a:gd name="connsiteY15118" fmla="*/ 682657 h 876300"/>
                <a:gd name="connsiteX15119" fmla="*/ 927354 w 2419350"/>
                <a:gd name="connsiteY15119" fmla="*/ 681704 h 876300"/>
                <a:gd name="connsiteX15120" fmla="*/ 927163 w 2419350"/>
                <a:gd name="connsiteY15120" fmla="*/ 681038 h 876300"/>
                <a:gd name="connsiteX15121" fmla="*/ 927545 w 2419350"/>
                <a:gd name="connsiteY15121" fmla="*/ 680561 h 876300"/>
                <a:gd name="connsiteX15122" fmla="*/ 928402 w 2419350"/>
                <a:gd name="connsiteY15122" fmla="*/ 680180 h 876300"/>
                <a:gd name="connsiteX15123" fmla="*/ 930116 w 2419350"/>
                <a:gd name="connsiteY15123" fmla="*/ 679704 h 876300"/>
                <a:gd name="connsiteX15124" fmla="*/ 929640 w 2419350"/>
                <a:gd name="connsiteY15124" fmla="*/ 678847 h 876300"/>
                <a:gd name="connsiteX15125" fmla="*/ 928878 w 2419350"/>
                <a:gd name="connsiteY15125" fmla="*/ 678942 h 876300"/>
                <a:gd name="connsiteX15126" fmla="*/ 928116 w 2419350"/>
                <a:gd name="connsiteY15126" fmla="*/ 679228 h 876300"/>
                <a:gd name="connsiteX15127" fmla="*/ 927545 w 2419350"/>
                <a:gd name="connsiteY15127" fmla="*/ 679037 h 876300"/>
                <a:gd name="connsiteX15128" fmla="*/ 927068 w 2419350"/>
                <a:gd name="connsiteY15128" fmla="*/ 678656 h 876300"/>
                <a:gd name="connsiteX15129" fmla="*/ 925925 w 2419350"/>
                <a:gd name="connsiteY15129" fmla="*/ 676847 h 876300"/>
                <a:gd name="connsiteX15130" fmla="*/ 925735 w 2419350"/>
                <a:gd name="connsiteY15130" fmla="*/ 676370 h 876300"/>
                <a:gd name="connsiteX15131" fmla="*/ 925925 w 2419350"/>
                <a:gd name="connsiteY15131" fmla="*/ 675132 h 876300"/>
                <a:gd name="connsiteX15132" fmla="*/ 926782 w 2419350"/>
                <a:gd name="connsiteY15132" fmla="*/ 673037 h 876300"/>
                <a:gd name="connsiteX15133" fmla="*/ 926878 w 2419350"/>
                <a:gd name="connsiteY15133" fmla="*/ 671894 h 876300"/>
                <a:gd name="connsiteX15134" fmla="*/ 926782 w 2419350"/>
                <a:gd name="connsiteY15134" fmla="*/ 671417 h 876300"/>
                <a:gd name="connsiteX15135" fmla="*/ 926497 w 2419350"/>
                <a:gd name="connsiteY15135" fmla="*/ 670846 h 876300"/>
                <a:gd name="connsiteX15136" fmla="*/ 926116 w 2419350"/>
                <a:gd name="connsiteY15136" fmla="*/ 670370 h 876300"/>
                <a:gd name="connsiteX15137" fmla="*/ 925735 w 2419350"/>
                <a:gd name="connsiteY15137" fmla="*/ 670084 h 876300"/>
                <a:gd name="connsiteX15138" fmla="*/ 924973 w 2419350"/>
                <a:gd name="connsiteY15138" fmla="*/ 669798 h 876300"/>
                <a:gd name="connsiteX15139" fmla="*/ 924687 w 2419350"/>
                <a:gd name="connsiteY15139" fmla="*/ 669893 h 876300"/>
                <a:gd name="connsiteX15140" fmla="*/ 924687 w 2419350"/>
                <a:gd name="connsiteY15140" fmla="*/ 670274 h 876300"/>
                <a:gd name="connsiteX15141" fmla="*/ 924687 w 2419350"/>
                <a:gd name="connsiteY15141" fmla="*/ 670941 h 876300"/>
                <a:gd name="connsiteX15142" fmla="*/ 924401 w 2419350"/>
                <a:gd name="connsiteY15142" fmla="*/ 671989 h 876300"/>
                <a:gd name="connsiteX15143" fmla="*/ 923639 w 2419350"/>
                <a:gd name="connsiteY15143" fmla="*/ 672465 h 876300"/>
                <a:gd name="connsiteX15144" fmla="*/ 922591 w 2419350"/>
                <a:gd name="connsiteY15144" fmla="*/ 672465 h 876300"/>
                <a:gd name="connsiteX15145" fmla="*/ 921448 w 2419350"/>
                <a:gd name="connsiteY15145" fmla="*/ 672084 h 876300"/>
                <a:gd name="connsiteX15146" fmla="*/ 920687 w 2419350"/>
                <a:gd name="connsiteY15146" fmla="*/ 671513 h 876300"/>
                <a:gd name="connsiteX15147" fmla="*/ 919924 w 2419350"/>
                <a:gd name="connsiteY15147" fmla="*/ 670846 h 876300"/>
                <a:gd name="connsiteX15148" fmla="*/ 919067 w 2419350"/>
                <a:gd name="connsiteY15148" fmla="*/ 670274 h 876300"/>
                <a:gd name="connsiteX15149" fmla="*/ 918020 w 2419350"/>
                <a:gd name="connsiteY15149" fmla="*/ 669988 h 876300"/>
                <a:gd name="connsiteX15150" fmla="*/ 917734 w 2419350"/>
                <a:gd name="connsiteY15150" fmla="*/ 670084 h 876300"/>
                <a:gd name="connsiteX15151" fmla="*/ 917353 w 2419350"/>
                <a:gd name="connsiteY15151" fmla="*/ 670370 h 876300"/>
                <a:gd name="connsiteX15152" fmla="*/ 916972 w 2419350"/>
                <a:gd name="connsiteY15152" fmla="*/ 670560 h 876300"/>
                <a:gd name="connsiteX15153" fmla="*/ 916210 w 2419350"/>
                <a:gd name="connsiteY15153" fmla="*/ 670274 h 876300"/>
                <a:gd name="connsiteX15154" fmla="*/ 914305 w 2419350"/>
                <a:gd name="connsiteY15154" fmla="*/ 669988 h 876300"/>
                <a:gd name="connsiteX15155" fmla="*/ 913066 w 2419350"/>
                <a:gd name="connsiteY15155" fmla="*/ 670084 h 876300"/>
                <a:gd name="connsiteX15156" fmla="*/ 910876 w 2419350"/>
                <a:gd name="connsiteY15156" fmla="*/ 670846 h 876300"/>
                <a:gd name="connsiteX15157" fmla="*/ 909828 w 2419350"/>
                <a:gd name="connsiteY15157" fmla="*/ 671036 h 876300"/>
                <a:gd name="connsiteX15158" fmla="*/ 907637 w 2419350"/>
                <a:gd name="connsiteY15158" fmla="*/ 671036 h 876300"/>
                <a:gd name="connsiteX15159" fmla="*/ 907066 w 2419350"/>
                <a:gd name="connsiteY15159" fmla="*/ 671131 h 876300"/>
                <a:gd name="connsiteX15160" fmla="*/ 905256 w 2419350"/>
                <a:gd name="connsiteY15160" fmla="*/ 671798 h 876300"/>
                <a:gd name="connsiteX15161" fmla="*/ 903065 w 2419350"/>
                <a:gd name="connsiteY15161" fmla="*/ 672084 h 876300"/>
                <a:gd name="connsiteX15162" fmla="*/ 900779 w 2419350"/>
                <a:gd name="connsiteY15162" fmla="*/ 672084 h 876300"/>
                <a:gd name="connsiteX15163" fmla="*/ 899541 w 2419350"/>
                <a:gd name="connsiteY15163" fmla="*/ 671798 h 876300"/>
                <a:gd name="connsiteX15164" fmla="*/ 898684 w 2419350"/>
                <a:gd name="connsiteY15164" fmla="*/ 671131 h 876300"/>
                <a:gd name="connsiteX15165" fmla="*/ 895636 w 2419350"/>
                <a:gd name="connsiteY15165" fmla="*/ 667131 h 876300"/>
                <a:gd name="connsiteX15166" fmla="*/ 893826 w 2419350"/>
                <a:gd name="connsiteY15166" fmla="*/ 665321 h 876300"/>
                <a:gd name="connsiteX15167" fmla="*/ 892873 w 2419350"/>
                <a:gd name="connsiteY15167" fmla="*/ 665036 h 876300"/>
                <a:gd name="connsiteX15168" fmla="*/ 891730 w 2419350"/>
                <a:gd name="connsiteY15168" fmla="*/ 665321 h 876300"/>
                <a:gd name="connsiteX15169" fmla="*/ 890016 w 2419350"/>
                <a:gd name="connsiteY15169" fmla="*/ 666179 h 876300"/>
                <a:gd name="connsiteX15170" fmla="*/ 888873 w 2419350"/>
                <a:gd name="connsiteY15170" fmla="*/ 666560 h 876300"/>
                <a:gd name="connsiteX15171" fmla="*/ 888016 w 2419350"/>
                <a:gd name="connsiteY15171" fmla="*/ 666464 h 876300"/>
                <a:gd name="connsiteX15172" fmla="*/ 887158 w 2419350"/>
                <a:gd name="connsiteY15172" fmla="*/ 666274 h 876300"/>
                <a:gd name="connsiteX15173" fmla="*/ 884968 w 2419350"/>
                <a:gd name="connsiteY15173" fmla="*/ 666083 h 876300"/>
                <a:gd name="connsiteX15174" fmla="*/ 881443 w 2419350"/>
                <a:gd name="connsiteY15174" fmla="*/ 665131 h 876300"/>
                <a:gd name="connsiteX15175" fmla="*/ 880205 w 2419350"/>
                <a:gd name="connsiteY15175" fmla="*/ 664559 h 876300"/>
                <a:gd name="connsiteX15176" fmla="*/ 879062 w 2419350"/>
                <a:gd name="connsiteY15176" fmla="*/ 663702 h 876300"/>
                <a:gd name="connsiteX15177" fmla="*/ 877919 w 2419350"/>
                <a:gd name="connsiteY15177" fmla="*/ 662559 h 876300"/>
                <a:gd name="connsiteX15178" fmla="*/ 876967 w 2419350"/>
                <a:gd name="connsiteY15178" fmla="*/ 661606 h 876300"/>
                <a:gd name="connsiteX15179" fmla="*/ 875252 w 2419350"/>
                <a:gd name="connsiteY15179" fmla="*/ 659416 h 876300"/>
                <a:gd name="connsiteX15180" fmla="*/ 874681 w 2419350"/>
                <a:gd name="connsiteY15180" fmla="*/ 658939 h 876300"/>
                <a:gd name="connsiteX15181" fmla="*/ 872966 w 2419350"/>
                <a:gd name="connsiteY15181" fmla="*/ 658178 h 876300"/>
                <a:gd name="connsiteX15182" fmla="*/ 869918 w 2419350"/>
                <a:gd name="connsiteY15182" fmla="*/ 657606 h 876300"/>
                <a:gd name="connsiteX15183" fmla="*/ 868489 w 2419350"/>
                <a:gd name="connsiteY15183" fmla="*/ 656749 h 876300"/>
                <a:gd name="connsiteX15184" fmla="*/ 867632 w 2419350"/>
                <a:gd name="connsiteY15184" fmla="*/ 657606 h 876300"/>
                <a:gd name="connsiteX15185" fmla="*/ 865822 w 2419350"/>
                <a:gd name="connsiteY15185" fmla="*/ 660178 h 876300"/>
                <a:gd name="connsiteX15186" fmla="*/ 865061 w 2419350"/>
                <a:gd name="connsiteY15186" fmla="*/ 660749 h 876300"/>
                <a:gd name="connsiteX15187" fmla="*/ 864013 w 2419350"/>
                <a:gd name="connsiteY15187" fmla="*/ 660845 h 876300"/>
                <a:gd name="connsiteX15188" fmla="*/ 861822 w 2419350"/>
                <a:gd name="connsiteY15188" fmla="*/ 661416 h 876300"/>
                <a:gd name="connsiteX15189" fmla="*/ 860584 w 2419350"/>
                <a:gd name="connsiteY15189" fmla="*/ 661416 h 876300"/>
                <a:gd name="connsiteX15190" fmla="*/ 850773 w 2419350"/>
                <a:gd name="connsiteY15190" fmla="*/ 660368 h 876300"/>
                <a:gd name="connsiteX15191" fmla="*/ 850392 w 2419350"/>
                <a:gd name="connsiteY15191" fmla="*/ 660368 h 876300"/>
                <a:gd name="connsiteX15192" fmla="*/ 850106 w 2419350"/>
                <a:gd name="connsiteY15192" fmla="*/ 660273 h 876300"/>
                <a:gd name="connsiteX15193" fmla="*/ 849725 w 2419350"/>
                <a:gd name="connsiteY15193" fmla="*/ 659892 h 876300"/>
                <a:gd name="connsiteX15194" fmla="*/ 848773 w 2419350"/>
                <a:gd name="connsiteY15194" fmla="*/ 657987 h 876300"/>
                <a:gd name="connsiteX15195" fmla="*/ 846868 w 2419350"/>
                <a:gd name="connsiteY15195" fmla="*/ 652367 h 876300"/>
                <a:gd name="connsiteX15196" fmla="*/ 846011 w 2419350"/>
                <a:gd name="connsiteY15196" fmla="*/ 650558 h 876300"/>
                <a:gd name="connsiteX15197" fmla="*/ 845725 w 2419350"/>
                <a:gd name="connsiteY15197" fmla="*/ 648462 h 876300"/>
                <a:gd name="connsiteX15198" fmla="*/ 845344 w 2419350"/>
                <a:gd name="connsiteY15198" fmla="*/ 647795 h 876300"/>
                <a:gd name="connsiteX15199" fmla="*/ 844772 w 2419350"/>
                <a:gd name="connsiteY15199" fmla="*/ 647319 h 876300"/>
                <a:gd name="connsiteX15200" fmla="*/ 844105 w 2419350"/>
                <a:gd name="connsiteY15200" fmla="*/ 646843 h 876300"/>
                <a:gd name="connsiteX15201" fmla="*/ 844010 w 2419350"/>
                <a:gd name="connsiteY15201" fmla="*/ 646652 h 876300"/>
                <a:gd name="connsiteX15202" fmla="*/ 843629 w 2419350"/>
                <a:gd name="connsiteY15202" fmla="*/ 646176 h 876300"/>
                <a:gd name="connsiteX15203" fmla="*/ 843153 w 2419350"/>
                <a:gd name="connsiteY15203" fmla="*/ 645890 h 876300"/>
                <a:gd name="connsiteX15204" fmla="*/ 842963 w 2419350"/>
                <a:gd name="connsiteY15204" fmla="*/ 646271 h 876300"/>
                <a:gd name="connsiteX15205" fmla="*/ 842772 w 2419350"/>
                <a:gd name="connsiteY15205" fmla="*/ 646462 h 876300"/>
                <a:gd name="connsiteX15206" fmla="*/ 842200 w 2419350"/>
                <a:gd name="connsiteY15206" fmla="*/ 646462 h 876300"/>
                <a:gd name="connsiteX15207" fmla="*/ 841153 w 2419350"/>
                <a:gd name="connsiteY15207" fmla="*/ 646462 h 876300"/>
                <a:gd name="connsiteX15208" fmla="*/ 840581 w 2419350"/>
                <a:gd name="connsiteY15208" fmla="*/ 646271 h 876300"/>
                <a:gd name="connsiteX15209" fmla="*/ 839153 w 2419350"/>
                <a:gd name="connsiteY15209" fmla="*/ 645414 h 876300"/>
                <a:gd name="connsiteX15210" fmla="*/ 838676 w 2419350"/>
                <a:gd name="connsiteY15210" fmla="*/ 645033 h 876300"/>
                <a:gd name="connsiteX15211" fmla="*/ 837533 w 2419350"/>
                <a:gd name="connsiteY15211" fmla="*/ 645414 h 876300"/>
                <a:gd name="connsiteX15212" fmla="*/ 834295 w 2419350"/>
                <a:gd name="connsiteY15212" fmla="*/ 645795 h 876300"/>
                <a:gd name="connsiteX15213" fmla="*/ 833818 w 2419350"/>
                <a:gd name="connsiteY15213" fmla="*/ 645890 h 876300"/>
                <a:gd name="connsiteX15214" fmla="*/ 832961 w 2419350"/>
                <a:gd name="connsiteY15214" fmla="*/ 646271 h 876300"/>
                <a:gd name="connsiteX15215" fmla="*/ 832485 w 2419350"/>
                <a:gd name="connsiteY15215" fmla="*/ 646462 h 876300"/>
                <a:gd name="connsiteX15216" fmla="*/ 831056 w 2419350"/>
                <a:gd name="connsiteY15216" fmla="*/ 646747 h 876300"/>
                <a:gd name="connsiteX15217" fmla="*/ 828389 w 2419350"/>
                <a:gd name="connsiteY15217" fmla="*/ 647795 h 876300"/>
                <a:gd name="connsiteX15218" fmla="*/ 827722 w 2419350"/>
                <a:gd name="connsiteY15218" fmla="*/ 648272 h 876300"/>
                <a:gd name="connsiteX15219" fmla="*/ 826865 w 2419350"/>
                <a:gd name="connsiteY15219" fmla="*/ 649510 h 876300"/>
                <a:gd name="connsiteX15220" fmla="*/ 826294 w 2419350"/>
                <a:gd name="connsiteY15220" fmla="*/ 649891 h 876300"/>
                <a:gd name="connsiteX15221" fmla="*/ 825246 w 2419350"/>
                <a:gd name="connsiteY15221" fmla="*/ 650081 h 876300"/>
                <a:gd name="connsiteX15222" fmla="*/ 825817 w 2419350"/>
                <a:gd name="connsiteY15222" fmla="*/ 651224 h 876300"/>
                <a:gd name="connsiteX15223" fmla="*/ 825627 w 2419350"/>
                <a:gd name="connsiteY15223" fmla="*/ 651891 h 876300"/>
                <a:gd name="connsiteX15224" fmla="*/ 825151 w 2419350"/>
                <a:gd name="connsiteY15224" fmla="*/ 652463 h 876300"/>
                <a:gd name="connsiteX15225" fmla="*/ 824865 w 2419350"/>
                <a:gd name="connsiteY15225" fmla="*/ 653510 h 876300"/>
                <a:gd name="connsiteX15226" fmla="*/ 824770 w 2419350"/>
                <a:gd name="connsiteY15226" fmla="*/ 655606 h 876300"/>
                <a:gd name="connsiteX15227" fmla="*/ 824484 w 2419350"/>
                <a:gd name="connsiteY15227" fmla="*/ 657606 h 876300"/>
                <a:gd name="connsiteX15228" fmla="*/ 823817 w 2419350"/>
                <a:gd name="connsiteY15228" fmla="*/ 659987 h 876300"/>
                <a:gd name="connsiteX15229" fmla="*/ 820007 w 2419350"/>
                <a:gd name="connsiteY15229" fmla="*/ 667798 h 876300"/>
                <a:gd name="connsiteX15230" fmla="*/ 817626 w 2419350"/>
                <a:gd name="connsiteY15230" fmla="*/ 670941 h 876300"/>
                <a:gd name="connsiteX15231" fmla="*/ 815435 w 2419350"/>
                <a:gd name="connsiteY15231" fmla="*/ 673227 h 876300"/>
                <a:gd name="connsiteX15232" fmla="*/ 814673 w 2419350"/>
                <a:gd name="connsiteY15232" fmla="*/ 673703 h 876300"/>
                <a:gd name="connsiteX15233" fmla="*/ 813816 w 2419350"/>
                <a:gd name="connsiteY15233" fmla="*/ 673989 h 876300"/>
                <a:gd name="connsiteX15234" fmla="*/ 812673 w 2419350"/>
                <a:gd name="connsiteY15234" fmla="*/ 674084 h 876300"/>
                <a:gd name="connsiteX15235" fmla="*/ 811625 w 2419350"/>
                <a:gd name="connsiteY15235" fmla="*/ 674370 h 876300"/>
                <a:gd name="connsiteX15236" fmla="*/ 810768 w 2419350"/>
                <a:gd name="connsiteY15236" fmla="*/ 674942 h 876300"/>
                <a:gd name="connsiteX15237" fmla="*/ 809815 w 2419350"/>
                <a:gd name="connsiteY15237" fmla="*/ 675322 h 876300"/>
                <a:gd name="connsiteX15238" fmla="*/ 808482 w 2419350"/>
                <a:gd name="connsiteY15238" fmla="*/ 675132 h 876300"/>
                <a:gd name="connsiteX15239" fmla="*/ 807339 w 2419350"/>
                <a:gd name="connsiteY15239" fmla="*/ 674561 h 876300"/>
                <a:gd name="connsiteX15240" fmla="*/ 805148 w 2419350"/>
                <a:gd name="connsiteY15240" fmla="*/ 672941 h 876300"/>
                <a:gd name="connsiteX15241" fmla="*/ 803338 w 2419350"/>
                <a:gd name="connsiteY15241" fmla="*/ 672370 h 876300"/>
                <a:gd name="connsiteX15242" fmla="*/ 800862 w 2419350"/>
                <a:gd name="connsiteY15242" fmla="*/ 671227 h 876300"/>
                <a:gd name="connsiteX15243" fmla="*/ 800100 w 2419350"/>
                <a:gd name="connsiteY15243" fmla="*/ 670751 h 876300"/>
                <a:gd name="connsiteX15244" fmla="*/ 799814 w 2419350"/>
                <a:gd name="connsiteY15244" fmla="*/ 670274 h 876300"/>
                <a:gd name="connsiteX15245" fmla="*/ 799719 w 2419350"/>
                <a:gd name="connsiteY15245" fmla="*/ 669703 h 876300"/>
                <a:gd name="connsiteX15246" fmla="*/ 799529 w 2419350"/>
                <a:gd name="connsiteY15246" fmla="*/ 669227 h 876300"/>
                <a:gd name="connsiteX15247" fmla="*/ 798957 w 2419350"/>
                <a:gd name="connsiteY15247" fmla="*/ 669036 h 876300"/>
                <a:gd name="connsiteX15248" fmla="*/ 798576 w 2419350"/>
                <a:gd name="connsiteY15248" fmla="*/ 669322 h 876300"/>
                <a:gd name="connsiteX15249" fmla="*/ 797719 w 2419350"/>
                <a:gd name="connsiteY15249" fmla="*/ 670465 h 876300"/>
                <a:gd name="connsiteX15250" fmla="*/ 797528 w 2419350"/>
                <a:gd name="connsiteY15250" fmla="*/ 670751 h 876300"/>
                <a:gd name="connsiteX15251" fmla="*/ 796957 w 2419350"/>
                <a:gd name="connsiteY15251" fmla="*/ 671227 h 876300"/>
                <a:gd name="connsiteX15252" fmla="*/ 795623 w 2419350"/>
                <a:gd name="connsiteY15252" fmla="*/ 671608 h 876300"/>
                <a:gd name="connsiteX15253" fmla="*/ 788765 w 2419350"/>
                <a:gd name="connsiteY15253" fmla="*/ 672560 h 876300"/>
                <a:gd name="connsiteX15254" fmla="*/ 786479 w 2419350"/>
                <a:gd name="connsiteY15254" fmla="*/ 672560 h 876300"/>
                <a:gd name="connsiteX15255" fmla="*/ 784098 w 2419350"/>
                <a:gd name="connsiteY15255" fmla="*/ 672275 h 876300"/>
                <a:gd name="connsiteX15256" fmla="*/ 775145 w 2419350"/>
                <a:gd name="connsiteY15256" fmla="*/ 669417 h 876300"/>
                <a:gd name="connsiteX15257" fmla="*/ 764953 w 2419350"/>
                <a:gd name="connsiteY15257" fmla="*/ 667893 h 876300"/>
                <a:gd name="connsiteX15258" fmla="*/ 762857 w 2419350"/>
                <a:gd name="connsiteY15258" fmla="*/ 666083 h 876300"/>
                <a:gd name="connsiteX15259" fmla="*/ 760000 w 2419350"/>
                <a:gd name="connsiteY15259" fmla="*/ 669131 h 876300"/>
                <a:gd name="connsiteX15260" fmla="*/ 755428 w 2419350"/>
                <a:gd name="connsiteY15260" fmla="*/ 669988 h 876300"/>
                <a:gd name="connsiteX15261" fmla="*/ 746188 w 2419350"/>
                <a:gd name="connsiteY15261" fmla="*/ 668941 h 876300"/>
                <a:gd name="connsiteX15262" fmla="*/ 744760 w 2419350"/>
                <a:gd name="connsiteY15262" fmla="*/ 668941 h 876300"/>
                <a:gd name="connsiteX15263" fmla="*/ 744379 w 2419350"/>
                <a:gd name="connsiteY15263" fmla="*/ 668941 h 876300"/>
                <a:gd name="connsiteX15264" fmla="*/ 742950 w 2419350"/>
                <a:gd name="connsiteY15264" fmla="*/ 667988 h 876300"/>
                <a:gd name="connsiteX15265" fmla="*/ 741712 w 2419350"/>
                <a:gd name="connsiteY15265" fmla="*/ 667607 h 876300"/>
                <a:gd name="connsiteX15266" fmla="*/ 739712 w 2419350"/>
                <a:gd name="connsiteY15266" fmla="*/ 665988 h 876300"/>
                <a:gd name="connsiteX15267" fmla="*/ 739045 w 2419350"/>
                <a:gd name="connsiteY15267" fmla="*/ 665702 h 876300"/>
                <a:gd name="connsiteX15268" fmla="*/ 737997 w 2419350"/>
                <a:gd name="connsiteY15268" fmla="*/ 665321 h 876300"/>
                <a:gd name="connsiteX15269" fmla="*/ 736949 w 2419350"/>
                <a:gd name="connsiteY15269" fmla="*/ 665321 h 876300"/>
                <a:gd name="connsiteX15270" fmla="*/ 736473 w 2419350"/>
                <a:gd name="connsiteY15270" fmla="*/ 666179 h 876300"/>
                <a:gd name="connsiteX15271" fmla="*/ 736378 w 2419350"/>
                <a:gd name="connsiteY15271" fmla="*/ 667322 h 876300"/>
                <a:gd name="connsiteX15272" fmla="*/ 735997 w 2419350"/>
                <a:gd name="connsiteY15272" fmla="*/ 668084 h 876300"/>
                <a:gd name="connsiteX15273" fmla="*/ 735235 w 2419350"/>
                <a:gd name="connsiteY15273" fmla="*/ 668464 h 876300"/>
                <a:gd name="connsiteX15274" fmla="*/ 733997 w 2419350"/>
                <a:gd name="connsiteY15274" fmla="*/ 668560 h 876300"/>
                <a:gd name="connsiteX15275" fmla="*/ 732854 w 2419350"/>
                <a:gd name="connsiteY15275" fmla="*/ 668274 h 876300"/>
                <a:gd name="connsiteX15276" fmla="*/ 732282 w 2419350"/>
                <a:gd name="connsiteY15276" fmla="*/ 667798 h 876300"/>
                <a:gd name="connsiteX15277" fmla="*/ 731806 w 2419350"/>
                <a:gd name="connsiteY15277" fmla="*/ 667131 h 876300"/>
                <a:gd name="connsiteX15278" fmla="*/ 731330 w 2419350"/>
                <a:gd name="connsiteY15278" fmla="*/ 666750 h 876300"/>
                <a:gd name="connsiteX15279" fmla="*/ 731044 w 2419350"/>
                <a:gd name="connsiteY15279" fmla="*/ 666464 h 876300"/>
                <a:gd name="connsiteX15280" fmla="*/ 730377 w 2419350"/>
                <a:gd name="connsiteY15280" fmla="*/ 666274 h 876300"/>
                <a:gd name="connsiteX15281" fmla="*/ 729424 w 2419350"/>
                <a:gd name="connsiteY15281" fmla="*/ 666179 h 876300"/>
                <a:gd name="connsiteX15282" fmla="*/ 728663 w 2419350"/>
                <a:gd name="connsiteY15282" fmla="*/ 665988 h 876300"/>
                <a:gd name="connsiteX15283" fmla="*/ 728186 w 2419350"/>
                <a:gd name="connsiteY15283" fmla="*/ 665417 h 876300"/>
                <a:gd name="connsiteX15284" fmla="*/ 725900 w 2419350"/>
                <a:gd name="connsiteY15284" fmla="*/ 666655 h 876300"/>
                <a:gd name="connsiteX15285" fmla="*/ 723614 w 2419350"/>
                <a:gd name="connsiteY15285" fmla="*/ 666750 h 876300"/>
                <a:gd name="connsiteX15286" fmla="*/ 721328 w 2419350"/>
                <a:gd name="connsiteY15286" fmla="*/ 665893 h 876300"/>
                <a:gd name="connsiteX15287" fmla="*/ 719138 w 2419350"/>
                <a:gd name="connsiteY15287" fmla="*/ 664369 h 876300"/>
                <a:gd name="connsiteX15288" fmla="*/ 716089 w 2419350"/>
                <a:gd name="connsiteY15288" fmla="*/ 664083 h 876300"/>
                <a:gd name="connsiteX15289" fmla="*/ 714470 w 2419350"/>
                <a:gd name="connsiteY15289" fmla="*/ 659225 h 876300"/>
                <a:gd name="connsiteX15290" fmla="*/ 712661 w 2419350"/>
                <a:gd name="connsiteY15290" fmla="*/ 649605 h 876300"/>
                <a:gd name="connsiteX15291" fmla="*/ 709898 w 2419350"/>
                <a:gd name="connsiteY15291" fmla="*/ 647986 h 876300"/>
                <a:gd name="connsiteX15292" fmla="*/ 709231 w 2419350"/>
                <a:gd name="connsiteY15292" fmla="*/ 647700 h 876300"/>
                <a:gd name="connsiteX15293" fmla="*/ 708184 w 2419350"/>
                <a:gd name="connsiteY15293" fmla="*/ 647129 h 876300"/>
                <a:gd name="connsiteX15294" fmla="*/ 703802 w 2419350"/>
                <a:gd name="connsiteY15294" fmla="*/ 641795 h 876300"/>
                <a:gd name="connsiteX15295" fmla="*/ 703421 w 2419350"/>
                <a:gd name="connsiteY15295" fmla="*/ 638270 h 876300"/>
                <a:gd name="connsiteX15296" fmla="*/ 703231 w 2419350"/>
                <a:gd name="connsiteY15296" fmla="*/ 636842 h 876300"/>
                <a:gd name="connsiteX15297" fmla="*/ 702088 w 2419350"/>
                <a:gd name="connsiteY15297" fmla="*/ 637032 h 876300"/>
                <a:gd name="connsiteX15298" fmla="*/ 701707 w 2419350"/>
                <a:gd name="connsiteY15298" fmla="*/ 637604 h 876300"/>
                <a:gd name="connsiteX15299" fmla="*/ 700564 w 2419350"/>
                <a:gd name="connsiteY15299" fmla="*/ 636937 h 876300"/>
                <a:gd name="connsiteX15300" fmla="*/ 697325 w 2419350"/>
                <a:gd name="connsiteY15300" fmla="*/ 636842 h 876300"/>
                <a:gd name="connsiteX15301" fmla="*/ 695611 w 2419350"/>
                <a:gd name="connsiteY15301" fmla="*/ 636365 h 876300"/>
                <a:gd name="connsiteX15302" fmla="*/ 694658 w 2419350"/>
                <a:gd name="connsiteY15302" fmla="*/ 635794 h 876300"/>
                <a:gd name="connsiteX15303" fmla="*/ 693991 w 2419350"/>
                <a:gd name="connsiteY15303" fmla="*/ 635984 h 876300"/>
                <a:gd name="connsiteX15304" fmla="*/ 694658 w 2419350"/>
                <a:gd name="connsiteY15304" fmla="*/ 636461 h 876300"/>
                <a:gd name="connsiteX15305" fmla="*/ 695039 w 2419350"/>
                <a:gd name="connsiteY15305" fmla="*/ 636937 h 876300"/>
                <a:gd name="connsiteX15306" fmla="*/ 695134 w 2419350"/>
                <a:gd name="connsiteY15306" fmla="*/ 637604 h 876300"/>
                <a:gd name="connsiteX15307" fmla="*/ 694944 w 2419350"/>
                <a:gd name="connsiteY15307" fmla="*/ 638366 h 876300"/>
                <a:gd name="connsiteX15308" fmla="*/ 694658 w 2419350"/>
                <a:gd name="connsiteY15308" fmla="*/ 639128 h 876300"/>
                <a:gd name="connsiteX15309" fmla="*/ 694277 w 2419350"/>
                <a:gd name="connsiteY15309" fmla="*/ 639509 h 876300"/>
                <a:gd name="connsiteX15310" fmla="*/ 694087 w 2419350"/>
                <a:gd name="connsiteY15310" fmla="*/ 639604 h 876300"/>
                <a:gd name="connsiteX15311" fmla="*/ 692753 w 2419350"/>
                <a:gd name="connsiteY15311" fmla="*/ 640366 h 876300"/>
                <a:gd name="connsiteX15312" fmla="*/ 691896 w 2419350"/>
                <a:gd name="connsiteY15312" fmla="*/ 640937 h 876300"/>
                <a:gd name="connsiteX15313" fmla="*/ 691229 w 2419350"/>
                <a:gd name="connsiteY15313" fmla="*/ 641128 h 876300"/>
                <a:gd name="connsiteX15314" fmla="*/ 690372 w 2419350"/>
                <a:gd name="connsiteY15314" fmla="*/ 641128 h 876300"/>
                <a:gd name="connsiteX15315" fmla="*/ 689324 w 2419350"/>
                <a:gd name="connsiteY15315" fmla="*/ 641128 h 876300"/>
                <a:gd name="connsiteX15316" fmla="*/ 688276 w 2419350"/>
                <a:gd name="connsiteY15316" fmla="*/ 640652 h 876300"/>
                <a:gd name="connsiteX15317" fmla="*/ 686943 w 2419350"/>
                <a:gd name="connsiteY15317" fmla="*/ 640175 h 876300"/>
                <a:gd name="connsiteX15318" fmla="*/ 683800 w 2419350"/>
                <a:gd name="connsiteY15318" fmla="*/ 638651 h 876300"/>
                <a:gd name="connsiteX15319" fmla="*/ 681514 w 2419350"/>
                <a:gd name="connsiteY15319" fmla="*/ 637699 h 876300"/>
                <a:gd name="connsiteX15320" fmla="*/ 678751 w 2419350"/>
                <a:gd name="connsiteY15320" fmla="*/ 635984 h 876300"/>
                <a:gd name="connsiteX15321" fmla="*/ 678751 w 2419350"/>
                <a:gd name="connsiteY15321" fmla="*/ 634841 h 876300"/>
                <a:gd name="connsiteX15322" fmla="*/ 678180 w 2419350"/>
                <a:gd name="connsiteY15322" fmla="*/ 633603 h 876300"/>
                <a:gd name="connsiteX15323" fmla="*/ 677799 w 2419350"/>
                <a:gd name="connsiteY15323" fmla="*/ 633794 h 876300"/>
                <a:gd name="connsiteX15324" fmla="*/ 677037 w 2419350"/>
                <a:gd name="connsiteY15324" fmla="*/ 634651 h 876300"/>
                <a:gd name="connsiteX15325" fmla="*/ 676275 w 2419350"/>
                <a:gd name="connsiteY15325" fmla="*/ 634651 h 876300"/>
                <a:gd name="connsiteX15326" fmla="*/ 676180 w 2419350"/>
                <a:gd name="connsiteY15326" fmla="*/ 633889 h 876300"/>
                <a:gd name="connsiteX15327" fmla="*/ 675037 w 2419350"/>
                <a:gd name="connsiteY15327" fmla="*/ 633508 h 876300"/>
                <a:gd name="connsiteX15328" fmla="*/ 674275 w 2419350"/>
                <a:gd name="connsiteY15328" fmla="*/ 633698 h 876300"/>
                <a:gd name="connsiteX15329" fmla="*/ 674370 w 2419350"/>
                <a:gd name="connsiteY15329" fmla="*/ 634365 h 876300"/>
                <a:gd name="connsiteX15330" fmla="*/ 674180 w 2419350"/>
                <a:gd name="connsiteY15330" fmla="*/ 634841 h 876300"/>
                <a:gd name="connsiteX15331" fmla="*/ 673798 w 2419350"/>
                <a:gd name="connsiteY15331" fmla="*/ 634841 h 876300"/>
                <a:gd name="connsiteX15332" fmla="*/ 673322 w 2419350"/>
                <a:gd name="connsiteY15332" fmla="*/ 634651 h 876300"/>
                <a:gd name="connsiteX15333" fmla="*/ 672751 w 2419350"/>
                <a:gd name="connsiteY15333" fmla="*/ 634555 h 876300"/>
                <a:gd name="connsiteX15334" fmla="*/ 672274 w 2419350"/>
                <a:gd name="connsiteY15334" fmla="*/ 634651 h 876300"/>
                <a:gd name="connsiteX15335" fmla="*/ 671989 w 2419350"/>
                <a:gd name="connsiteY15335" fmla="*/ 634937 h 876300"/>
                <a:gd name="connsiteX15336" fmla="*/ 670750 w 2419350"/>
                <a:gd name="connsiteY15336" fmla="*/ 635413 h 876300"/>
                <a:gd name="connsiteX15337" fmla="*/ 670084 w 2419350"/>
                <a:gd name="connsiteY15337" fmla="*/ 635889 h 876300"/>
                <a:gd name="connsiteX15338" fmla="*/ 669226 w 2419350"/>
                <a:gd name="connsiteY15338" fmla="*/ 636080 h 876300"/>
                <a:gd name="connsiteX15339" fmla="*/ 668369 w 2419350"/>
                <a:gd name="connsiteY15339" fmla="*/ 635603 h 876300"/>
                <a:gd name="connsiteX15340" fmla="*/ 667226 w 2419350"/>
                <a:gd name="connsiteY15340" fmla="*/ 636175 h 876300"/>
                <a:gd name="connsiteX15341" fmla="*/ 665988 w 2419350"/>
                <a:gd name="connsiteY15341" fmla="*/ 635508 h 876300"/>
                <a:gd name="connsiteX15342" fmla="*/ 664178 w 2419350"/>
                <a:gd name="connsiteY15342" fmla="*/ 633508 h 876300"/>
                <a:gd name="connsiteX15343" fmla="*/ 661130 w 2419350"/>
                <a:gd name="connsiteY15343" fmla="*/ 633317 h 876300"/>
                <a:gd name="connsiteX15344" fmla="*/ 658368 w 2419350"/>
                <a:gd name="connsiteY15344" fmla="*/ 632270 h 876300"/>
                <a:gd name="connsiteX15345" fmla="*/ 656272 w 2419350"/>
                <a:gd name="connsiteY15345" fmla="*/ 631317 h 876300"/>
                <a:gd name="connsiteX15346" fmla="*/ 654939 w 2419350"/>
                <a:gd name="connsiteY15346" fmla="*/ 629126 h 876300"/>
                <a:gd name="connsiteX15347" fmla="*/ 653224 w 2419350"/>
                <a:gd name="connsiteY15347" fmla="*/ 626936 h 876300"/>
                <a:gd name="connsiteX15348" fmla="*/ 651415 w 2419350"/>
                <a:gd name="connsiteY15348" fmla="*/ 624078 h 876300"/>
                <a:gd name="connsiteX15349" fmla="*/ 650081 w 2419350"/>
                <a:gd name="connsiteY15349" fmla="*/ 622363 h 876300"/>
                <a:gd name="connsiteX15350" fmla="*/ 648272 w 2419350"/>
                <a:gd name="connsiteY15350" fmla="*/ 621602 h 876300"/>
                <a:gd name="connsiteX15351" fmla="*/ 646176 w 2419350"/>
                <a:gd name="connsiteY15351" fmla="*/ 621221 h 876300"/>
                <a:gd name="connsiteX15352" fmla="*/ 642175 w 2419350"/>
                <a:gd name="connsiteY15352" fmla="*/ 622363 h 876300"/>
                <a:gd name="connsiteX15353" fmla="*/ 641223 w 2419350"/>
                <a:gd name="connsiteY15353" fmla="*/ 622554 h 876300"/>
                <a:gd name="connsiteX15354" fmla="*/ 640271 w 2419350"/>
                <a:gd name="connsiteY15354" fmla="*/ 622554 h 876300"/>
                <a:gd name="connsiteX15355" fmla="*/ 639223 w 2419350"/>
                <a:gd name="connsiteY15355" fmla="*/ 622173 h 876300"/>
                <a:gd name="connsiteX15356" fmla="*/ 638461 w 2419350"/>
                <a:gd name="connsiteY15356" fmla="*/ 621602 h 876300"/>
                <a:gd name="connsiteX15357" fmla="*/ 637889 w 2419350"/>
                <a:gd name="connsiteY15357" fmla="*/ 620935 h 876300"/>
                <a:gd name="connsiteX15358" fmla="*/ 637318 w 2419350"/>
                <a:gd name="connsiteY15358" fmla="*/ 620363 h 876300"/>
                <a:gd name="connsiteX15359" fmla="*/ 635508 w 2419350"/>
                <a:gd name="connsiteY15359" fmla="*/ 619506 h 876300"/>
                <a:gd name="connsiteX15360" fmla="*/ 633603 w 2419350"/>
                <a:gd name="connsiteY15360" fmla="*/ 619125 h 876300"/>
                <a:gd name="connsiteX15361" fmla="*/ 632365 w 2419350"/>
                <a:gd name="connsiteY15361" fmla="*/ 619601 h 876300"/>
                <a:gd name="connsiteX15362" fmla="*/ 632555 w 2419350"/>
                <a:gd name="connsiteY15362" fmla="*/ 621411 h 876300"/>
                <a:gd name="connsiteX15363" fmla="*/ 631412 w 2419350"/>
                <a:gd name="connsiteY15363" fmla="*/ 622935 h 876300"/>
                <a:gd name="connsiteX15364" fmla="*/ 631126 w 2419350"/>
                <a:gd name="connsiteY15364" fmla="*/ 623697 h 876300"/>
                <a:gd name="connsiteX15365" fmla="*/ 631412 w 2419350"/>
                <a:gd name="connsiteY15365" fmla="*/ 624269 h 876300"/>
                <a:gd name="connsiteX15366" fmla="*/ 631888 w 2419350"/>
                <a:gd name="connsiteY15366" fmla="*/ 625030 h 876300"/>
                <a:gd name="connsiteX15367" fmla="*/ 631793 w 2419350"/>
                <a:gd name="connsiteY15367" fmla="*/ 625602 h 876300"/>
                <a:gd name="connsiteX15368" fmla="*/ 631507 w 2419350"/>
                <a:gd name="connsiteY15368" fmla="*/ 626269 h 876300"/>
                <a:gd name="connsiteX15369" fmla="*/ 631317 w 2419350"/>
                <a:gd name="connsiteY15369" fmla="*/ 627317 h 876300"/>
                <a:gd name="connsiteX15370" fmla="*/ 630746 w 2419350"/>
                <a:gd name="connsiteY15370" fmla="*/ 627602 h 876300"/>
                <a:gd name="connsiteX15371" fmla="*/ 630460 w 2419350"/>
                <a:gd name="connsiteY15371" fmla="*/ 627602 h 876300"/>
                <a:gd name="connsiteX15372" fmla="*/ 622554 w 2419350"/>
                <a:gd name="connsiteY15372" fmla="*/ 628841 h 876300"/>
                <a:gd name="connsiteX15373" fmla="*/ 620173 w 2419350"/>
                <a:gd name="connsiteY15373" fmla="*/ 628936 h 876300"/>
                <a:gd name="connsiteX15374" fmla="*/ 617982 w 2419350"/>
                <a:gd name="connsiteY15374" fmla="*/ 628460 h 876300"/>
                <a:gd name="connsiteX15375" fmla="*/ 617220 w 2419350"/>
                <a:gd name="connsiteY15375" fmla="*/ 627793 h 876300"/>
                <a:gd name="connsiteX15376" fmla="*/ 616934 w 2419350"/>
                <a:gd name="connsiteY15376" fmla="*/ 626840 h 876300"/>
                <a:gd name="connsiteX15377" fmla="*/ 616839 w 2419350"/>
                <a:gd name="connsiteY15377" fmla="*/ 626459 h 876300"/>
                <a:gd name="connsiteX15378" fmla="*/ 616744 w 2419350"/>
                <a:gd name="connsiteY15378" fmla="*/ 625888 h 876300"/>
                <a:gd name="connsiteX15379" fmla="*/ 616363 w 2419350"/>
                <a:gd name="connsiteY15379" fmla="*/ 625030 h 876300"/>
                <a:gd name="connsiteX15380" fmla="*/ 615601 w 2419350"/>
                <a:gd name="connsiteY15380" fmla="*/ 624459 h 876300"/>
                <a:gd name="connsiteX15381" fmla="*/ 614553 w 2419350"/>
                <a:gd name="connsiteY15381" fmla="*/ 624078 h 876300"/>
                <a:gd name="connsiteX15382" fmla="*/ 613410 w 2419350"/>
                <a:gd name="connsiteY15382" fmla="*/ 623888 h 876300"/>
                <a:gd name="connsiteX15383" fmla="*/ 607409 w 2419350"/>
                <a:gd name="connsiteY15383" fmla="*/ 623792 h 876300"/>
                <a:gd name="connsiteX15384" fmla="*/ 606266 w 2419350"/>
                <a:gd name="connsiteY15384" fmla="*/ 624078 h 876300"/>
                <a:gd name="connsiteX15385" fmla="*/ 605409 w 2419350"/>
                <a:gd name="connsiteY15385" fmla="*/ 624745 h 876300"/>
                <a:gd name="connsiteX15386" fmla="*/ 604552 w 2419350"/>
                <a:gd name="connsiteY15386" fmla="*/ 625316 h 876300"/>
                <a:gd name="connsiteX15387" fmla="*/ 603218 w 2419350"/>
                <a:gd name="connsiteY15387" fmla="*/ 625316 h 876300"/>
                <a:gd name="connsiteX15388" fmla="*/ 599980 w 2419350"/>
                <a:gd name="connsiteY15388" fmla="*/ 623697 h 876300"/>
                <a:gd name="connsiteX15389" fmla="*/ 598646 w 2419350"/>
                <a:gd name="connsiteY15389" fmla="*/ 623506 h 876300"/>
                <a:gd name="connsiteX15390" fmla="*/ 597408 w 2419350"/>
                <a:gd name="connsiteY15390" fmla="*/ 623126 h 876300"/>
                <a:gd name="connsiteX15391" fmla="*/ 594170 w 2419350"/>
                <a:gd name="connsiteY15391" fmla="*/ 620554 h 876300"/>
                <a:gd name="connsiteX15392" fmla="*/ 591979 w 2419350"/>
                <a:gd name="connsiteY15392" fmla="*/ 620363 h 876300"/>
                <a:gd name="connsiteX15393" fmla="*/ 590645 w 2419350"/>
                <a:gd name="connsiteY15393" fmla="*/ 621697 h 876300"/>
                <a:gd name="connsiteX15394" fmla="*/ 589502 w 2419350"/>
                <a:gd name="connsiteY15394" fmla="*/ 623316 h 876300"/>
                <a:gd name="connsiteX15395" fmla="*/ 587692 w 2419350"/>
                <a:gd name="connsiteY15395" fmla="*/ 624173 h 876300"/>
                <a:gd name="connsiteX15396" fmla="*/ 586835 w 2419350"/>
                <a:gd name="connsiteY15396" fmla="*/ 623983 h 876300"/>
                <a:gd name="connsiteX15397" fmla="*/ 585216 w 2419350"/>
                <a:gd name="connsiteY15397" fmla="*/ 622935 h 876300"/>
                <a:gd name="connsiteX15398" fmla="*/ 584645 w 2419350"/>
                <a:gd name="connsiteY15398" fmla="*/ 622745 h 876300"/>
                <a:gd name="connsiteX15399" fmla="*/ 584263 w 2419350"/>
                <a:gd name="connsiteY15399" fmla="*/ 622173 h 876300"/>
                <a:gd name="connsiteX15400" fmla="*/ 584073 w 2419350"/>
                <a:gd name="connsiteY15400" fmla="*/ 618839 h 876300"/>
                <a:gd name="connsiteX15401" fmla="*/ 582930 w 2419350"/>
                <a:gd name="connsiteY15401" fmla="*/ 617506 h 876300"/>
                <a:gd name="connsiteX15402" fmla="*/ 581215 w 2419350"/>
                <a:gd name="connsiteY15402" fmla="*/ 617315 h 876300"/>
                <a:gd name="connsiteX15403" fmla="*/ 579501 w 2419350"/>
                <a:gd name="connsiteY15403" fmla="*/ 617982 h 876300"/>
                <a:gd name="connsiteX15404" fmla="*/ 578263 w 2419350"/>
                <a:gd name="connsiteY15404" fmla="*/ 619220 h 876300"/>
                <a:gd name="connsiteX15405" fmla="*/ 577215 w 2419350"/>
                <a:gd name="connsiteY15405" fmla="*/ 622649 h 876300"/>
                <a:gd name="connsiteX15406" fmla="*/ 576643 w 2419350"/>
                <a:gd name="connsiteY15406" fmla="*/ 623126 h 876300"/>
                <a:gd name="connsiteX15407" fmla="*/ 576167 w 2419350"/>
                <a:gd name="connsiteY15407" fmla="*/ 623411 h 876300"/>
                <a:gd name="connsiteX15408" fmla="*/ 572548 w 2419350"/>
                <a:gd name="connsiteY15408" fmla="*/ 627221 h 876300"/>
                <a:gd name="connsiteX15409" fmla="*/ 571500 w 2419350"/>
                <a:gd name="connsiteY15409" fmla="*/ 629317 h 876300"/>
                <a:gd name="connsiteX15410" fmla="*/ 570071 w 2419350"/>
                <a:gd name="connsiteY15410" fmla="*/ 633603 h 876300"/>
                <a:gd name="connsiteX15411" fmla="*/ 569690 w 2419350"/>
                <a:gd name="connsiteY15411" fmla="*/ 635508 h 876300"/>
                <a:gd name="connsiteX15412" fmla="*/ 569119 w 2419350"/>
                <a:gd name="connsiteY15412" fmla="*/ 644557 h 876300"/>
                <a:gd name="connsiteX15413" fmla="*/ 569309 w 2419350"/>
                <a:gd name="connsiteY15413" fmla="*/ 646367 h 876300"/>
                <a:gd name="connsiteX15414" fmla="*/ 568452 w 2419350"/>
                <a:gd name="connsiteY15414" fmla="*/ 648653 h 876300"/>
                <a:gd name="connsiteX15415" fmla="*/ 567023 w 2419350"/>
                <a:gd name="connsiteY15415" fmla="*/ 650462 h 876300"/>
                <a:gd name="connsiteX15416" fmla="*/ 564737 w 2419350"/>
                <a:gd name="connsiteY15416" fmla="*/ 651415 h 876300"/>
                <a:gd name="connsiteX15417" fmla="*/ 563308 w 2419350"/>
                <a:gd name="connsiteY15417" fmla="*/ 651605 h 876300"/>
                <a:gd name="connsiteX15418" fmla="*/ 562642 w 2419350"/>
                <a:gd name="connsiteY15418" fmla="*/ 650843 h 876300"/>
                <a:gd name="connsiteX15419" fmla="*/ 561784 w 2419350"/>
                <a:gd name="connsiteY15419" fmla="*/ 650367 h 876300"/>
                <a:gd name="connsiteX15420" fmla="*/ 561594 w 2419350"/>
                <a:gd name="connsiteY15420" fmla="*/ 648462 h 876300"/>
                <a:gd name="connsiteX15421" fmla="*/ 560451 w 2419350"/>
                <a:gd name="connsiteY15421" fmla="*/ 648367 h 876300"/>
                <a:gd name="connsiteX15422" fmla="*/ 559784 w 2419350"/>
                <a:gd name="connsiteY15422" fmla="*/ 648843 h 876300"/>
                <a:gd name="connsiteX15423" fmla="*/ 558451 w 2419350"/>
                <a:gd name="connsiteY15423" fmla="*/ 651510 h 876300"/>
                <a:gd name="connsiteX15424" fmla="*/ 558927 w 2419350"/>
                <a:gd name="connsiteY15424" fmla="*/ 655892 h 876300"/>
                <a:gd name="connsiteX15425" fmla="*/ 558641 w 2419350"/>
                <a:gd name="connsiteY15425" fmla="*/ 656749 h 876300"/>
                <a:gd name="connsiteX15426" fmla="*/ 557879 w 2419350"/>
                <a:gd name="connsiteY15426" fmla="*/ 657797 h 876300"/>
                <a:gd name="connsiteX15427" fmla="*/ 553688 w 2419350"/>
                <a:gd name="connsiteY15427" fmla="*/ 661606 h 876300"/>
                <a:gd name="connsiteX15428" fmla="*/ 553117 w 2419350"/>
                <a:gd name="connsiteY15428" fmla="*/ 662750 h 876300"/>
                <a:gd name="connsiteX15429" fmla="*/ 552355 w 2419350"/>
                <a:gd name="connsiteY15429" fmla="*/ 665226 h 876300"/>
                <a:gd name="connsiteX15430" fmla="*/ 551688 w 2419350"/>
                <a:gd name="connsiteY15430" fmla="*/ 666179 h 876300"/>
                <a:gd name="connsiteX15431" fmla="*/ 550736 w 2419350"/>
                <a:gd name="connsiteY15431" fmla="*/ 666560 h 876300"/>
                <a:gd name="connsiteX15432" fmla="*/ 549783 w 2419350"/>
                <a:gd name="connsiteY15432" fmla="*/ 666179 h 876300"/>
                <a:gd name="connsiteX15433" fmla="*/ 549116 w 2419350"/>
                <a:gd name="connsiteY15433" fmla="*/ 665417 h 876300"/>
                <a:gd name="connsiteX15434" fmla="*/ 548830 w 2419350"/>
                <a:gd name="connsiteY15434" fmla="*/ 664559 h 876300"/>
                <a:gd name="connsiteX15435" fmla="*/ 547592 w 2419350"/>
                <a:gd name="connsiteY15435" fmla="*/ 662464 h 876300"/>
                <a:gd name="connsiteX15436" fmla="*/ 547497 w 2419350"/>
                <a:gd name="connsiteY15436" fmla="*/ 661892 h 876300"/>
                <a:gd name="connsiteX15437" fmla="*/ 547497 w 2419350"/>
                <a:gd name="connsiteY15437" fmla="*/ 661321 h 876300"/>
                <a:gd name="connsiteX15438" fmla="*/ 547402 w 2419350"/>
                <a:gd name="connsiteY15438" fmla="*/ 660654 h 876300"/>
                <a:gd name="connsiteX15439" fmla="*/ 547021 w 2419350"/>
                <a:gd name="connsiteY15439" fmla="*/ 660083 h 876300"/>
                <a:gd name="connsiteX15440" fmla="*/ 546449 w 2419350"/>
                <a:gd name="connsiteY15440" fmla="*/ 659321 h 876300"/>
                <a:gd name="connsiteX15441" fmla="*/ 545687 w 2419350"/>
                <a:gd name="connsiteY15441" fmla="*/ 658749 h 876300"/>
                <a:gd name="connsiteX15442" fmla="*/ 545021 w 2419350"/>
                <a:gd name="connsiteY15442" fmla="*/ 658463 h 876300"/>
                <a:gd name="connsiteX15443" fmla="*/ 544068 w 2419350"/>
                <a:gd name="connsiteY15443" fmla="*/ 658749 h 876300"/>
                <a:gd name="connsiteX15444" fmla="*/ 543497 w 2419350"/>
                <a:gd name="connsiteY15444" fmla="*/ 659511 h 876300"/>
                <a:gd name="connsiteX15445" fmla="*/ 543115 w 2419350"/>
                <a:gd name="connsiteY15445" fmla="*/ 660463 h 876300"/>
                <a:gd name="connsiteX15446" fmla="*/ 542639 w 2419350"/>
                <a:gd name="connsiteY15446" fmla="*/ 661321 h 876300"/>
                <a:gd name="connsiteX15447" fmla="*/ 541211 w 2419350"/>
                <a:gd name="connsiteY15447" fmla="*/ 662845 h 876300"/>
                <a:gd name="connsiteX15448" fmla="*/ 540353 w 2419350"/>
                <a:gd name="connsiteY15448" fmla="*/ 663512 h 876300"/>
                <a:gd name="connsiteX15449" fmla="*/ 539591 w 2419350"/>
                <a:gd name="connsiteY15449" fmla="*/ 663797 h 876300"/>
                <a:gd name="connsiteX15450" fmla="*/ 537781 w 2419350"/>
                <a:gd name="connsiteY15450" fmla="*/ 663512 h 876300"/>
                <a:gd name="connsiteX15451" fmla="*/ 537400 w 2419350"/>
                <a:gd name="connsiteY15451" fmla="*/ 663607 h 876300"/>
                <a:gd name="connsiteX15452" fmla="*/ 537210 w 2419350"/>
                <a:gd name="connsiteY15452" fmla="*/ 663988 h 876300"/>
                <a:gd name="connsiteX15453" fmla="*/ 537496 w 2419350"/>
                <a:gd name="connsiteY15453" fmla="*/ 664369 h 876300"/>
                <a:gd name="connsiteX15454" fmla="*/ 538258 w 2419350"/>
                <a:gd name="connsiteY15454" fmla="*/ 664845 h 876300"/>
                <a:gd name="connsiteX15455" fmla="*/ 538829 w 2419350"/>
                <a:gd name="connsiteY15455" fmla="*/ 666845 h 876300"/>
                <a:gd name="connsiteX15456" fmla="*/ 539305 w 2419350"/>
                <a:gd name="connsiteY15456" fmla="*/ 667703 h 876300"/>
                <a:gd name="connsiteX15457" fmla="*/ 540258 w 2419350"/>
                <a:gd name="connsiteY15457" fmla="*/ 668084 h 876300"/>
                <a:gd name="connsiteX15458" fmla="*/ 540734 w 2419350"/>
                <a:gd name="connsiteY15458" fmla="*/ 667988 h 876300"/>
                <a:gd name="connsiteX15459" fmla="*/ 541115 w 2419350"/>
                <a:gd name="connsiteY15459" fmla="*/ 667703 h 876300"/>
                <a:gd name="connsiteX15460" fmla="*/ 541401 w 2419350"/>
                <a:gd name="connsiteY15460" fmla="*/ 667322 h 876300"/>
                <a:gd name="connsiteX15461" fmla="*/ 541687 w 2419350"/>
                <a:gd name="connsiteY15461" fmla="*/ 666274 h 876300"/>
                <a:gd name="connsiteX15462" fmla="*/ 542163 w 2419350"/>
                <a:gd name="connsiteY15462" fmla="*/ 666083 h 876300"/>
                <a:gd name="connsiteX15463" fmla="*/ 544544 w 2419350"/>
                <a:gd name="connsiteY15463" fmla="*/ 666179 h 876300"/>
                <a:gd name="connsiteX15464" fmla="*/ 546735 w 2419350"/>
                <a:gd name="connsiteY15464" fmla="*/ 667036 h 876300"/>
                <a:gd name="connsiteX15465" fmla="*/ 547021 w 2419350"/>
                <a:gd name="connsiteY15465" fmla="*/ 667131 h 876300"/>
                <a:gd name="connsiteX15466" fmla="*/ 547306 w 2419350"/>
                <a:gd name="connsiteY15466" fmla="*/ 667417 h 876300"/>
                <a:gd name="connsiteX15467" fmla="*/ 547592 w 2419350"/>
                <a:gd name="connsiteY15467" fmla="*/ 667798 h 876300"/>
                <a:gd name="connsiteX15468" fmla="*/ 547688 w 2419350"/>
                <a:gd name="connsiteY15468" fmla="*/ 668179 h 876300"/>
                <a:gd name="connsiteX15469" fmla="*/ 547973 w 2419350"/>
                <a:gd name="connsiteY15469" fmla="*/ 668369 h 876300"/>
                <a:gd name="connsiteX15470" fmla="*/ 548449 w 2419350"/>
                <a:gd name="connsiteY15470" fmla="*/ 668179 h 876300"/>
                <a:gd name="connsiteX15471" fmla="*/ 548926 w 2419350"/>
                <a:gd name="connsiteY15471" fmla="*/ 667798 h 876300"/>
                <a:gd name="connsiteX15472" fmla="*/ 549116 w 2419350"/>
                <a:gd name="connsiteY15472" fmla="*/ 667607 h 876300"/>
                <a:gd name="connsiteX15473" fmla="*/ 550069 w 2419350"/>
                <a:gd name="connsiteY15473" fmla="*/ 667798 h 876300"/>
                <a:gd name="connsiteX15474" fmla="*/ 550640 w 2419350"/>
                <a:gd name="connsiteY15474" fmla="*/ 668179 h 876300"/>
                <a:gd name="connsiteX15475" fmla="*/ 551402 w 2419350"/>
                <a:gd name="connsiteY15475" fmla="*/ 668941 h 876300"/>
                <a:gd name="connsiteX15476" fmla="*/ 552069 w 2419350"/>
                <a:gd name="connsiteY15476" fmla="*/ 668560 h 876300"/>
                <a:gd name="connsiteX15477" fmla="*/ 553974 w 2419350"/>
                <a:gd name="connsiteY15477" fmla="*/ 669131 h 876300"/>
                <a:gd name="connsiteX15478" fmla="*/ 555022 w 2419350"/>
                <a:gd name="connsiteY15478" fmla="*/ 668274 h 876300"/>
                <a:gd name="connsiteX15479" fmla="*/ 557213 w 2419350"/>
                <a:gd name="connsiteY15479" fmla="*/ 667893 h 876300"/>
                <a:gd name="connsiteX15480" fmla="*/ 562832 w 2419350"/>
                <a:gd name="connsiteY15480" fmla="*/ 667226 h 876300"/>
                <a:gd name="connsiteX15481" fmla="*/ 563880 w 2419350"/>
                <a:gd name="connsiteY15481" fmla="*/ 667417 h 876300"/>
                <a:gd name="connsiteX15482" fmla="*/ 565595 w 2419350"/>
                <a:gd name="connsiteY15482" fmla="*/ 667703 h 876300"/>
                <a:gd name="connsiteX15483" fmla="*/ 566642 w 2419350"/>
                <a:gd name="connsiteY15483" fmla="*/ 667988 h 876300"/>
                <a:gd name="connsiteX15484" fmla="*/ 567595 w 2419350"/>
                <a:gd name="connsiteY15484" fmla="*/ 667703 h 876300"/>
                <a:gd name="connsiteX15485" fmla="*/ 569214 w 2419350"/>
                <a:gd name="connsiteY15485" fmla="*/ 667322 h 876300"/>
                <a:gd name="connsiteX15486" fmla="*/ 570833 w 2419350"/>
                <a:gd name="connsiteY15486" fmla="*/ 667322 h 876300"/>
                <a:gd name="connsiteX15487" fmla="*/ 571881 w 2419350"/>
                <a:gd name="connsiteY15487" fmla="*/ 667131 h 876300"/>
                <a:gd name="connsiteX15488" fmla="*/ 572453 w 2419350"/>
                <a:gd name="connsiteY15488" fmla="*/ 667798 h 876300"/>
                <a:gd name="connsiteX15489" fmla="*/ 573214 w 2419350"/>
                <a:gd name="connsiteY15489" fmla="*/ 667607 h 876300"/>
                <a:gd name="connsiteX15490" fmla="*/ 573405 w 2419350"/>
                <a:gd name="connsiteY15490" fmla="*/ 666845 h 876300"/>
                <a:gd name="connsiteX15491" fmla="*/ 574357 w 2419350"/>
                <a:gd name="connsiteY15491" fmla="*/ 666560 h 876300"/>
                <a:gd name="connsiteX15492" fmla="*/ 575405 w 2419350"/>
                <a:gd name="connsiteY15492" fmla="*/ 666369 h 876300"/>
                <a:gd name="connsiteX15493" fmla="*/ 576453 w 2419350"/>
                <a:gd name="connsiteY15493" fmla="*/ 666179 h 876300"/>
                <a:gd name="connsiteX15494" fmla="*/ 577501 w 2419350"/>
                <a:gd name="connsiteY15494" fmla="*/ 666179 h 876300"/>
                <a:gd name="connsiteX15495" fmla="*/ 579025 w 2419350"/>
                <a:gd name="connsiteY15495" fmla="*/ 666369 h 876300"/>
                <a:gd name="connsiteX15496" fmla="*/ 581406 w 2419350"/>
                <a:gd name="connsiteY15496" fmla="*/ 667131 h 876300"/>
                <a:gd name="connsiteX15497" fmla="*/ 585216 w 2419350"/>
                <a:gd name="connsiteY15497" fmla="*/ 670274 h 876300"/>
                <a:gd name="connsiteX15498" fmla="*/ 587502 w 2419350"/>
                <a:gd name="connsiteY15498" fmla="*/ 671322 h 876300"/>
                <a:gd name="connsiteX15499" fmla="*/ 589216 w 2419350"/>
                <a:gd name="connsiteY15499" fmla="*/ 671227 h 876300"/>
                <a:gd name="connsiteX15500" fmla="*/ 591122 w 2419350"/>
                <a:gd name="connsiteY15500" fmla="*/ 672655 h 876300"/>
                <a:gd name="connsiteX15501" fmla="*/ 591503 w 2419350"/>
                <a:gd name="connsiteY15501" fmla="*/ 672941 h 876300"/>
                <a:gd name="connsiteX15502" fmla="*/ 591788 w 2419350"/>
                <a:gd name="connsiteY15502" fmla="*/ 673322 h 876300"/>
                <a:gd name="connsiteX15503" fmla="*/ 591788 w 2419350"/>
                <a:gd name="connsiteY15503" fmla="*/ 673703 h 876300"/>
                <a:gd name="connsiteX15504" fmla="*/ 591979 w 2419350"/>
                <a:gd name="connsiteY15504" fmla="*/ 673989 h 876300"/>
                <a:gd name="connsiteX15505" fmla="*/ 592741 w 2419350"/>
                <a:gd name="connsiteY15505" fmla="*/ 674084 h 876300"/>
                <a:gd name="connsiteX15506" fmla="*/ 593026 w 2419350"/>
                <a:gd name="connsiteY15506" fmla="*/ 674275 h 876300"/>
                <a:gd name="connsiteX15507" fmla="*/ 593598 w 2419350"/>
                <a:gd name="connsiteY15507" fmla="*/ 675037 h 876300"/>
                <a:gd name="connsiteX15508" fmla="*/ 593884 w 2419350"/>
                <a:gd name="connsiteY15508" fmla="*/ 675227 h 876300"/>
                <a:gd name="connsiteX15509" fmla="*/ 594646 w 2419350"/>
                <a:gd name="connsiteY15509" fmla="*/ 675322 h 876300"/>
                <a:gd name="connsiteX15510" fmla="*/ 595122 w 2419350"/>
                <a:gd name="connsiteY15510" fmla="*/ 675513 h 876300"/>
                <a:gd name="connsiteX15511" fmla="*/ 595598 w 2419350"/>
                <a:gd name="connsiteY15511" fmla="*/ 675799 h 876300"/>
                <a:gd name="connsiteX15512" fmla="*/ 596265 w 2419350"/>
                <a:gd name="connsiteY15512" fmla="*/ 676085 h 876300"/>
                <a:gd name="connsiteX15513" fmla="*/ 597408 w 2419350"/>
                <a:gd name="connsiteY15513" fmla="*/ 676180 h 876300"/>
                <a:gd name="connsiteX15514" fmla="*/ 598646 w 2419350"/>
                <a:gd name="connsiteY15514" fmla="*/ 675989 h 876300"/>
                <a:gd name="connsiteX15515" fmla="*/ 599884 w 2419350"/>
                <a:gd name="connsiteY15515" fmla="*/ 675608 h 876300"/>
                <a:gd name="connsiteX15516" fmla="*/ 600075 w 2419350"/>
                <a:gd name="connsiteY15516" fmla="*/ 675513 h 876300"/>
                <a:gd name="connsiteX15517" fmla="*/ 601123 w 2419350"/>
                <a:gd name="connsiteY15517" fmla="*/ 673989 h 876300"/>
                <a:gd name="connsiteX15518" fmla="*/ 602551 w 2419350"/>
                <a:gd name="connsiteY15518" fmla="*/ 673608 h 876300"/>
                <a:gd name="connsiteX15519" fmla="*/ 604075 w 2419350"/>
                <a:gd name="connsiteY15519" fmla="*/ 674275 h 876300"/>
                <a:gd name="connsiteX15520" fmla="*/ 605599 w 2419350"/>
                <a:gd name="connsiteY15520" fmla="*/ 674084 h 876300"/>
                <a:gd name="connsiteX15521" fmla="*/ 607028 w 2419350"/>
                <a:gd name="connsiteY15521" fmla="*/ 675132 h 876300"/>
                <a:gd name="connsiteX15522" fmla="*/ 607314 w 2419350"/>
                <a:gd name="connsiteY15522" fmla="*/ 676942 h 876300"/>
                <a:gd name="connsiteX15523" fmla="*/ 607219 w 2419350"/>
                <a:gd name="connsiteY15523" fmla="*/ 678942 h 876300"/>
                <a:gd name="connsiteX15524" fmla="*/ 605790 w 2419350"/>
                <a:gd name="connsiteY15524" fmla="*/ 680276 h 876300"/>
                <a:gd name="connsiteX15525" fmla="*/ 603695 w 2419350"/>
                <a:gd name="connsiteY15525" fmla="*/ 682847 h 876300"/>
                <a:gd name="connsiteX15526" fmla="*/ 602742 w 2419350"/>
                <a:gd name="connsiteY15526" fmla="*/ 683705 h 876300"/>
                <a:gd name="connsiteX15527" fmla="*/ 603599 w 2419350"/>
                <a:gd name="connsiteY15527" fmla="*/ 684847 h 876300"/>
                <a:gd name="connsiteX15528" fmla="*/ 603313 w 2419350"/>
                <a:gd name="connsiteY15528" fmla="*/ 685324 h 876300"/>
                <a:gd name="connsiteX15529" fmla="*/ 602361 w 2419350"/>
                <a:gd name="connsiteY15529" fmla="*/ 685419 h 876300"/>
                <a:gd name="connsiteX15530" fmla="*/ 601408 w 2419350"/>
                <a:gd name="connsiteY15530" fmla="*/ 685419 h 876300"/>
                <a:gd name="connsiteX15531" fmla="*/ 600456 w 2419350"/>
                <a:gd name="connsiteY15531" fmla="*/ 685895 h 876300"/>
                <a:gd name="connsiteX15532" fmla="*/ 599599 w 2419350"/>
                <a:gd name="connsiteY15532" fmla="*/ 686943 h 876300"/>
                <a:gd name="connsiteX15533" fmla="*/ 598932 w 2419350"/>
                <a:gd name="connsiteY15533" fmla="*/ 688181 h 876300"/>
                <a:gd name="connsiteX15534" fmla="*/ 598646 w 2419350"/>
                <a:gd name="connsiteY15534" fmla="*/ 689038 h 876300"/>
                <a:gd name="connsiteX15535" fmla="*/ 598741 w 2419350"/>
                <a:gd name="connsiteY15535" fmla="*/ 690086 h 876300"/>
                <a:gd name="connsiteX15536" fmla="*/ 598361 w 2419350"/>
                <a:gd name="connsiteY15536" fmla="*/ 692372 h 876300"/>
                <a:gd name="connsiteX15537" fmla="*/ 599599 w 2419350"/>
                <a:gd name="connsiteY15537" fmla="*/ 693706 h 876300"/>
                <a:gd name="connsiteX15538" fmla="*/ 599599 w 2419350"/>
                <a:gd name="connsiteY15538" fmla="*/ 695039 h 876300"/>
                <a:gd name="connsiteX15539" fmla="*/ 599504 w 2419350"/>
                <a:gd name="connsiteY15539" fmla="*/ 695992 h 876300"/>
                <a:gd name="connsiteX15540" fmla="*/ 599980 w 2419350"/>
                <a:gd name="connsiteY15540" fmla="*/ 695801 h 876300"/>
                <a:gd name="connsiteX15541" fmla="*/ 601408 w 2419350"/>
                <a:gd name="connsiteY15541" fmla="*/ 695135 h 876300"/>
                <a:gd name="connsiteX15542" fmla="*/ 602742 w 2419350"/>
                <a:gd name="connsiteY15542" fmla="*/ 695325 h 876300"/>
                <a:gd name="connsiteX15543" fmla="*/ 603885 w 2419350"/>
                <a:gd name="connsiteY15543" fmla="*/ 695801 h 876300"/>
                <a:gd name="connsiteX15544" fmla="*/ 606076 w 2419350"/>
                <a:gd name="connsiteY15544" fmla="*/ 697706 h 876300"/>
                <a:gd name="connsiteX15545" fmla="*/ 610553 w 2419350"/>
                <a:gd name="connsiteY15545" fmla="*/ 698087 h 876300"/>
                <a:gd name="connsiteX15546" fmla="*/ 620173 w 2419350"/>
                <a:gd name="connsiteY15546" fmla="*/ 699040 h 876300"/>
                <a:gd name="connsiteX15547" fmla="*/ 624459 w 2419350"/>
                <a:gd name="connsiteY15547" fmla="*/ 699135 h 876300"/>
                <a:gd name="connsiteX15548" fmla="*/ 636841 w 2419350"/>
                <a:gd name="connsiteY15548" fmla="*/ 700088 h 876300"/>
                <a:gd name="connsiteX15549" fmla="*/ 638842 w 2419350"/>
                <a:gd name="connsiteY15549" fmla="*/ 700659 h 876300"/>
                <a:gd name="connsiteX15550" fmla="*/ 640651 w 2419350"/>
                <a:gd name="connsiteY15550" fmla="*/ 701135 h 876300"/>
                <a:gd name="connsiteX15551" fmla="*/ 642366 w 2419350"/>
                <a:gd name="connsiteY15551" fmla="*/ 701612 h 876300"/>
                <a:gd name="connsiteX15552" fmla="*/ 644176 w 2419350"/>
                <a:gd name="connsiteY15552" fmla="*/ 701802 h 876300"/>
                <a:gd name="connsiteX15553" fmla="*/ 646843 w 2419350"/>
                <a:gd name="connsiteY15553" fmla="*/ 702183 h 876300"/>
                <a:gd name="connsiteX15554" fmla="*/ 650176 w 2419350"/>
                <a:gd name="connsiteY15554" fmla="*/ 702564 h 876300"/>
                <a:gd name="connsiteX15555" fmla="*/ 652843 w 2419350"/>
                <a:gd name="connsiteY15555" fmla="*/ 702183 h 876300"/>
                <a:gd name="connsiteX15556" fmla="*/ 653320 w 2419350"/>
                <a:gd name="connsiteY15556" fmla="*/ 702659 h 876300"/>
                <a:gd name="connsiteX15557" fmla="*/ 653605 w 2419350"/>
                <a:gd name="connsiteY15557" fmla="*/ 702755 h 876300"/>
                <a:gd name="connsiteX15558" fmla="*/ 653891 w 2419350"/>
                <a:gd name="connsiteY15558" fmla="*/ 702659 h 876300"/>
                <a:gd name="connsiteX15559" fmla="*/ 654939 w 2419350"/>
                <a:gd name="connsiteY15559" fmla="*/ 702945 h 876300"/>
                <a:gd name="connsiteX15560" fmla="*/ 655891 w 2419350"/>
                <a:gd name="connsiteY15560" fmla="*/ 703136 h 876300"/>
                <a:gd name="connsiteX15561" fmla="*/ 656463 w 2419350"/>
                <a:gd name="connsiteY15561" fmla="*/ 704279 h 876300"/>
                <a:gd name="connsiteX15562" fmla="*/ 658939 w 2419350"/>
                <a:gd name="connsiteY15562" fmla="*/ 704850 h 876300"/>
                <a:gd name="connsiteX15563" fmla="*/ 660368 w 2419350"/>
                <a:gd name="connsiteY15563" fmla="*/ 705517 h 876300"/>
                <a:gd name="connsiteX15564" fmla="*/ 662273 w 2419350"/>
                <a:gd name="connsiteY15564" fmla="*/ 705993 h 876300"/>
                <a:gd name="connsiteX15565" fmla="*/ 664083 w 2419350"/>
                <a:gd name="connsiteY15565" fmla="*/ 707422 h 876300"/>
                <a:gd name="connsiteX15566" fmla="*/ 665988 w 2419350"/>
                <a:gd name="connsiteY15566" fmla="*/ 708279 h 876300"/>
                <a:gd name="connsiteX15567" fmla="*/ 666845 w 2419350"/>
                <a:gd name="connsiteY15567" fmla="*/ 709613 h 876300"/>
                <a:gd name="connsiteX15568" fmla="*/ 667322 w 2419350"/>
                <a:gd name="connsiteY15568" fmla="*/ 710755 h 876300"/>
                <a:gd name="connsiteX15569" fmla="*/ 668750 w 2419350"/>
                <a:gd name="connsiteY15569" fmla="*/ 711232 h 876300"/>
                <a:gd name="connsiteX15570" fmla="*/ 672179 w 2419350"/>
                <a:gd name="connsiteY15570" fmla="*/ 711708 h 876300"/>
                <a:gd name="connsiteX15571" fmla="*/ 673703 w 2419350"/>
                <a:gd name="connsiteY15571" fmla="*/ 712089 h 876300"/>
                <a:gd name="connsiteX15572" fmla="*/ 674846 w 2419350"/>
                <a:gd name="connsiteY15572" fmla="*/ 712851 h 876300"/>
                <a:gd name="connsiteX15573" fmla="*/ 674941 w 2419350"/>
                <a:gd name="connsiteY15573" fmla="*/ 714375 h 876300"/>
                <a:gd name="connsiteX15574" fmla="*/ 676751 w 2419350"/>
                <a:gd name="connsiteY15574" fmla="*/ 715232 h 876300"/>
                <a:gd name="connsiteX15575" fmla="*/ 678942 w 2419350"/>
                <a:gd name="connsiteY15575" fmla="*/ 714851 h 876300"/>
                <a:gd name="connsiteX15576" fmla="*/ 681514 w 2419350"/>
                <a:gd name="connsiteY15576" fmla="*/ 714947 h 876300"/>
                <a:gd name="connsiteX15577" fmla="*/ 691229 w 2419350"/>
                <a:gd name="connsiteY15577" fmla="*/ 717423 h 876300"/>
                <a:gd name="connsiteX15578" fmla="*/ 701135 w 2419350"/>
                <a:gd name="connsiteY15578" fmla="*/ 719042 h 876300"/>
                <a:gd name="connsiteX15579" fmla="*/ 707803 w 2419350"/>
                <a:gd name="connsiteY15579" fmla="*/ 719138 h 876300"/>
                <a:gd name="connsiteX15580" fmla="*/ 709993 w 2419350"/>
                <a:gd name="connsiteY15580" fmla="*/ 717804 h 876300"/>
                <a:gd name="connsiteX15581" fmla="*/ 710470 w 2419350"/>
                <a:gd name="connsiteY15581" fmla="*/ 716280 h 876300"/>
                <a:gd name="connsiteX15582" fmla="*/ 710660 w 2419350"/>
                <a:gd name="connsiteY15582" fmla="*/ 713899 h 876300"/>
                <a:gd name="connsiteX15583" fmla="*/ 712280 w 2419350"/>
                <a:gd name="connsiteY15583" fmla="*/ 712470 h 876300"/>
                <a:gd name="connsiteX15584" fmla="*/ 713327 w 2419350"/>
                <a:gd name="connsiteY15584" fmla="*/ 712184 h 876300"/>
                <a:gd name="connsiteX15585" fmla="*/ 716851 w 2419350"/>
                <a:gd name="connsiteY15585" fmla="*/ 712089 h 876300"/>
                <a:gd name="connsiteX15586" fmla="*/ 717518 w 2419350"/>
                <a:gd name="connsiteY15586" fmla="*/ 712184 h 876300"/>
                <a:gd name="connsiteX15587" fmla="*/ 717899 w 2419350"/>
                <a:gd name="connsiteY15587" fmla="*/ 712470 h 876300"/>
                <a:gd name="connsiteX15588" fmla="*/ 718185 w 2419350"/>
                <a:gd name="connsiteY15588" fmla="*/ 713708 h 876300"/>
                <a:gd name="connsiteX15589" fmla="*/ 719328 w 2419350"/>
                <a:gd name="connsiteY15589" fmla="*/ 713899 h 876300"/>
                <a:gd name="connsiteX15590" fmla="*/ 719614 w 2419350"/>
                <a:gd name="connsiteY15590" fmla="*/ 713804 h 876300"/>
                <a:gd name="connsiteX15591" fmla="*/ 719709 w 2419350"/>
                <a:gd name="connsiteY15591" fmla="*/ 713327 h 876300"/>
                <a:gd name="connsiteX15592" fmla="*/ 719328 w 2419350"/>
                <a:gd name="connsiteY15592" fmla="*/ 712280 h 876300"/>
                <a:gd name="connsiteX15593" fmla="*/ 719804 w 2419350"/>
                <a:gd name="connsiteY15593" fmla="*/ 711803 h 876300"/>
                <a:gd name="connsiteX15594" fmla="*/ 720280 w 2419350"/>
                <a:gd name="connsiteY15594" fmla="*/ 711327 h 876300"/>
                <a:gd name="connsiteX15595" fmla="*/ 720947 w 2419350"/>
                <a:gd name="connsiteY15595" fmla="*/ 710946 h 876300"/>
                <a:gd name="connsiteX15596" fmla="*/ 721519 w 2419350"/>
                <a:gd name="connsiteY15596" fmla="*/ 710946 h 876300"/>
                <a:gd name="connsiteX15597" fmla="*/ 721900 w 2419350"/>
                <a:gd name="connsiteY15597" fmla="*/ 711232 h 876300"/>
                <a:gd name="connsiteX15598" fmla="*/ 722281 w 2419350"/>
                <a:gd name="connsiteY15598" fmla="*/ 711518 h 876300"/>
                <a:gd name="connsiteX15599" fmla="*/ 722662 w 2419350"/>
                <a:gd name="connsiteY15599" fmla="*/ 711613 h 876300"/>
                <a:gd name="connsiteX15600" fmla="*/ 723995 w 2419350"/>
                <a:gd name="connsiteY15600" fmla="*/ 712375 h 876300"/>
                <a:gd name="connsiteX15601" fmla="*/ 725424 w 2419350"/>
                <a:gd name="connsiteY15601" fmla="*/ 711327 h 876300"/>
                <a:gd name="connsiteX15602" fmla="*/ 725996 w 2419350"/>
                <a:gd name="connsiteY15602" fmla="*/ 710851 h 876300"/>
                <a:gd name="connsiteX15603" fmla="*/ 726376 w 2419350"/>
                <a:gd name="connsiteY15603" fmla="*/ 710470 h 876300"/>
                <a:gd name="connsiteX15604" fmla="*/ 727138 w 2419350"/>
                <a:gd name="connsiteY15604" fmla="*/ 709422 h 876300"/>
                <a:gd name="connsiteX15605" fmla="*/ 727520 w 2419350"/>
                <a:gd name="connsiteY15605" fmla="*/ 709041 h 876300"/>
                <a:gd name="connsiteX15606" fmla="*/ 728853 w 2419350"/>
                <a:gd name="connsiteY15606" fmla="*/ 708374 h 876300"/>
                <a:gd name="connsiteX15607" fmla="*/ 729234 w 2419350"/>
                <a:gd name="connsiteY15607" fmla="*/ 708088 h 876300"/>
                <a:gd name="connsiteX15608" fmla="*/ 729996 w 2419350"/>
                <a:gd name="connsiteY15608" fmla="*/ 707898 h 876300"/>
                <a:gd name="connsiteX15609" fmla="*/ 730472 w 2419350"/>
                <a:gd name="connsiteY15609" fmla="*/ 709041 h 876300"/>
                <a:gd name="connsiteX15610" fmla="*/ 730853 w 2419350"/>
                <a:gd name="connsiteY15610" fmla="*/ 711518 h 876300"/>
                <a:gd name="connsiteX15611" fmla="*/ 731520 w 2419350"/>
                <a:gd name="connsiteY15611" fmla="*/ 712089 h 876300"/>
                <a:gd name="connsiteX15612" fmla="*/ 732377 w 2419350"/>
                <a:gd name="connsiteY15612" fmla="*/ 712470 h 876300"/>
                <a:gd name="connsiteX15613" fmla="*/ 733425 w 2419350"/>
                <a:gd name="connsiteY15613" fmla="*/ 712661 h 876300"/>
                <a:gd name="connsiteX15614" fmla="*/ 734663 w 2419350"/>
                <a:gd name="connsiteY15614" fmla="*/ 712661 h 876300"/>
                <a:gd name="connsiteX15615" fmla="*/ 735330 w 2419350"/>
                <a:gd name="connsiteY15615" fmla="*/ 712756 h 876300"/>
                <a:gd name="connsiteX15616" fmla="*/ 735901 w 2419350"/>
                <a:gd name="connsiteY15616" fmla="*/ 713042 h 876300"/>
                <a:gd name="connsiteX15617" fmla="*/ 737521 w 2419350"/>
                <a:gd name="connsiteY15617" fmla="*/ 714375 h 876300"/>
                <a:gd name="connsiteX15618" fmla="*/ 737902 w 2419350"/>
                <a:gd name="connsiteY15618" fmla="*/ 714375 h 876300"/>
                <a:gd name="connsiteX15619" fmla="*/ 738473 w 2419350"/>
                <a:gd name="connsiteY15619" fmla="*/ 713708 h 876300"/>
                <a:gd name="connsiteX15620" fmla="*/ 739235 w 2419350"/>
                <a:gd name="connsiteY15620" fmla="*/ 712756 h 876300"/>
                <a:gd name="connsiteX15621" fmla="*/ 741997 w 2419350"/>
                <a:gd name="connsiteY15621" fmla="*/ 711994 h 876300"/>
                <a:gd name="connsiteX15622" fmla="*/ 747236 w 2419350"/>
                <a:gd name="connsiteY15622" fmla="*/ 712470 h 876300"/>
                <a:gd name="connsiteX15623" fmla="*/ 756285 w 2419350"/>
                <a:gd name="connsiteY15623" fmla="*/ 713422 h 876300"/>
                <a:gd name="connsiteX15624" fmla="*/ 757809 w 2419350"/>
                <a:gd name="connsiteY15624" fmla="*/ 713899 h 876300"/>
                <a:gd name="connsiteX15625" fmla="*/ 758095 w 2419350"/>
                <a:gd name="connsiteY15625" fmla="*/ 714089 h 876300"/>
                <a:gd name="connsiteX15626" fmla="*/ 758190 w 2419350"/>
                <a:gd name="connsiteY15626" fmla="*/ 714375 h 876300"/>
                <a:gd name="connsiteX15627" fmla="*/ 757809 w 2419350"/>
                <a:gd name="connsiteY15627" fmla="*/ 714947 h 876300"/>
                <a:gd name="connsiteX15628" fmla="*/ 757809 w 2419350"/>
                <a:gd name="connsiteY15628" fmla="*/ 715232 h 876300"/>
                <a:gd name="connsiteX15629" fmla="*/ 758095 w 2419350"/>
                <a:gd name="connsiteY15629" fmla="*/ 715518 h 876300"/>
                <a:gd name="connsiteX15630" fmla="*/ 758476 w 2419350"/>
                <a:gd name="connsiteY15630" fmla="*/ 715613 h 876300"/>
                <a:gd name="connsiteX15631" fmla="*/ 758762 w 2419350"/>
                <a:gd name="connsiteY15631" fmla="*/ 715804 h 876300"/>
                <a:gd name="connsiteX15632" fmla="*/ 758857 w 2419350"/>
                <a:gd name="connsiteY15632" fmla="*/ 716185 h 876300"/>
                <a:gd name="connsiteX15633" fmla="*/ 759333 w 2419350"/>
                <a:gd name="connsiteY15633" fmla="*/ 716661 h 876300"/>
                <a:gd name="connsiteX15634" fmla="*/ 760381 w 2419350"/>
                <a:gd name="connsiteY15634" fmla="*/ 716566 h 876300"/>
                <a:gd name="connsiteX15635" fmla="*/ 762476 w 2419350"/>
                <a:gd name="connsiteY15635" fmla="*/ 715994 h 876300"/>
                <a:gd name="connsiteX15636" fmla="*/ 771430 w 2419350"/>
                <a:gd name="connsiteY15636" fmla="*/ 717042 h 876300"/>
                <a:gd name="connsiteX15637" fmla="*/ 776478 w 2419350"/>
                <a:gd name="connsiteY15637" fmla="*/ 718661 h 876300"/>
                <a:gd name="connsiteX15638" fmla="*/ 779621 w 2419350"/>
                <a:gd name="connsiteY15638" fmla="*/ 719233 h 876300"/>
                <a:gd name="connsiteX15639" fmla="*/ 781526 w 2419350"/>
                <a:gd name="connsiteY15639" fmla="*/ 719900 h 876300"/>
                <a:gd name="connsiteX15640" fmla="*/ 783431 w 2419350"/>
                <a:gd name="connsiteY15640" fmla="*/ 720376 h 876300"/>
                <a:gd name="connsiteX15641" fmla="*/ 784670 w 2419350"/>
                <a:gd name="connsiteY15641" fmla="*/ 719995 h 876300"/>
                <a:gd name="connsiteX15642" fmla="*/ 786003 w 2419350"/>
                <a:gd name="connsiteY15642" fmla="*/ 720947 h 876300"/>
                <a:gd name="connsiteX15643" fmla="*/ 791432 w 2419350"/>
                <a:gd name="connsiteY15643" fmla="*/ 722567 h 876300"/>
                <a:gd name="connsiteX15644" fmla="*/ 804767 w 2419350"/>
                <a:gd name="connsiteY15644" fmla="*/ 729425 h 876300"/>
                <a:gd name="connsiteX15645" fmla="*/ 806482 w 2419350"/>
                <a:gd name="connsiteY15645" fmla="*/ 729615 h 876300"/>
                <a:gd name="connsiteX15646" fmla="*/ 806958 w 2419350"/>
                <a:gd name="connsiteY15646" fmla="*/ 729710 h 876300"/>
                <a:gd name="connsiteX15647" fmla="*/ 808006 w 2419350"/>
                <a:gd name="connsiteY15647" fmla="*/ 730663 h 876300"/>
                <a:gd name="connsiteX15648" fmla="*/ 808291 w 2419350"/>
                <a:gd name="connsiteY15648" fmla="*/ 730853 h 876300"/>
                <a:gd name="connsiteX15649" fmla="*/ 809530 w 2419350"/>
                <a:gd name="connsiteY15649" fmla="*/ 732187 h 876300"/>
                <a:gd name="connsiteX15650" fmla="*/ 809720 w 2419350"/>
                <a:gd name="connsiteY15650" fmla="*/ 732568 h 876300"/>
                <a:gd name="connsiteX15651" fmla="*/ 810197 w 2419350"/>
                <a:gd name="connsiteY15651" fmla="*/ 732663 h 876300"/>
                <a:gd name="connsiteX15652" fmla="*/ 810768 w 2419350"/>
                <a:gd name="connsiteY15652" fmla="*/ 732663 h 876300"/>
                <a:gd name="connsiteX15653" fmla="*/ 811339 w 2419350"/>
                <a:gd name="connsiteY15653" fmla="*/ 732758 h 876300"/>
                <a:gd name="connsiteX15654" fmla="*/ 814768 w 2419350"/>
                <a:gd name="connsiteY15654" fmla="*/ 734663 h 876300"/>
                <a:gd name="connsiteX15655" fmla="*/ 815816 w 2419350"/>
                <a:gd name="connsiteY15655" fmla="*/ 734949 h 876300"/>
                <a:gd name="connsiteX15656" fmla="*/ 817150 w 2419350"/>
                <a:gd name="connsiteY15656" fmla="*/ 735044 h 876300"/>
                <a:gd name="connsiteX15657" fmla="*/ 818579 w 2419350"/>
                <a:gd name="connsiteY15657" fmla="*/ 735425 h 876300"/>
                <a:gd name="connsiteX15658" fmla="*/ 821436 w 2419350"/>
                <a:gd name="connsiteY15658" fmla="*/ 736663 h 876300"/>
                <a:gd name="connsiteX15659" fmla="*/ 821436 w 2419350"/>
                <a:gd name="connsiteY15659" fmla="*/ 736283 h 876300"/>
                <a:gd name="connsiteX15660" fmla="*/ 823341 w 2419350"/>
                <a:gd name="connsiteY15660" fmla="*/ 737235 h 876300"/>
                <a:gd name="connsiteX15661" fmla="*/ 824484 w 2419350"/>
                <a:gd name="connsiteY15661" fmla="*/ 737616 h 876300"/>
                <a:gd name="connsiteX15662" fmla="*/ 825627 w 2419350"/>
                <a:gd name="connsiteY15662" fmla="*/ 737711 h 876300"/>
                <a:gd name="connsiteX15663" fmla="*/ 826103 w 2419350"/>
                <a:gd name="connsiteY15663" fmla="*/ 737902 h 876300"/>
                <a:gd name="connsiteX15664" fmla="*/ 826865 w 2419350"/>
                <a:gd name="connsiteY15664" fmla="*/ 738664 h 876300"/>
                <a:gd name="connsiteX15665" fmla="*/ 827341 w 2419350"/>
                <a:gd name="connsiteY15665" fmla="*/ 738854 h 876300"/>
                <a:gd name="connsiteX15666" fmla="*/ 834295 w 2419350"/>
                <a:gd name="connsiteY15666" fmla="*/ 739235 h 876300"/>
                <a:gd name="connsiteX15667" fmla="*/ 838676 w 2419350"/>
                <a:gd name="connsiteY15667" fmla="*/ 740283 h 876300"/>
                <a:gd name="connsiteX15668" fmla="*/ 842200 w 2419350"/>
                <a:gd name="connsiteY15668" fmla="*/ 741902 h 876300"/>
                <a:gd name="connsiteX15669" fmla="*/ 843248 w 2419350"/>
                <a:gd name="connsiteY15669" fmla="*/ 742188 h 876300"/>
                <a:gd name="connsiteX15670" fmla="*/ 845439 w 2419350"/>
                <a:gd name="connsiteY15670" fmla="*/ 742188 h 876300"/>
                <a:gd name="connsiteX15671" fmla="*/ 845915 w 2419350"/>
                <a:gd name="connsiteY15671" fmla="*/ 742093 h 876300"/>
                <a:gd name="connsiteX15672" fmla="*/ 846201 w 2419350"/>
                <a:gd name="connsiteY15672" fmla="*/ 741807 h 876300"/>
                <a:gd name="connsiteX15673" fmla="*/ 846677 w 2419350"/>
                <a:gd name="connsiteY15673" fmla="*/ 741045 h 876300"/>
                <a:gd name="connsiteX15674" fmla="*/ 846963 w 2419350"/>
                <a:gd name="connsiteY15674" fmla="*/ 740664 h 876300"/>
                <a:gd name="connsiteX15675" fmla="*/ 847154 w 2419350"/>
                <a:gd name="connsiteY15675" fmla="*/ 740188 h 876300"/>
                <a:gd name="connsiteX15676" fmla="*/ 847439 w 2419350"/>
                <a:gd name="connsiteY15676" fmla="*/ 739807 h 876300"/>
                <a:gd name="connsiteX15677" fmla="*/ 847820 w 2419350"/>
                <a:gd name="connsiteY15677" fmla="*/ 739712 h 876300"/>
                <a:gd name="connsiteX15678" fmla="*/ 848201 w 2419350"/>
                <a:gd name="connsiteY15678" fmla="*/ 740188 h 876300"/>
                <a:gd name="connsiteX15679" fmla="*/ 848297 w 2419350"/>
                <a:gd name="connsiteY15679" fmla="*/ 740950 h 876300"/>
                <a:gd name="connsiteX15680" fmla="*/ 848487 w 2419350"/>
                <a:gd name="connsiteY15680" fmla="*/ 741617 h 876300"/>
                <a:gd name="connsiteX15681" fmla="*/ 849154 w 2419350"/>
                <a:gd name="connsiteY15681" fmla="*/ 741902 h 876300"/>
                <a:gd name="connsiteX15682" fmla="*/ 849725 w 2419350"/>
                <a:gd name="connsiteY15682" fmla="*/ 741997 h 876300"/>
                <a:gd name="connsiteX15683" fmla="*/ 850201 w 2419350"/>
                <a:gd name="connsiteY15683" fmla="*/ 742188 h 876300"/>
                <a:gd name="connsiteX15684" fmla="*/ 850582 w 2419350"/>
                <a:gd name="connsiteY15684" fmla="*/ 742569 h 876300"/>
                <a:gd name="connsiteX15685" fmla="*/ 850678 w 2419350"/>
                <a:gd name="connsiteY15685" fmla="*/ 743141 h 876300"/>
                <a:gd name="connsiteX15686" fmla="*/ 850868 w 2419350"/>
                <a:gd name="connsiteY15686" fmla="*/ 743617 h 876300"/>
                <a:gd name="connsiteX15687" fmla="*/ 851345 w 2419350"/>
                <a:gd name="connsiteY15687" fmla="*/ 743617 h 876300"/>
                <a:gd name="connsiteX15688" fmla="*/ 855631 w 2419350"/>
                <a:gd name="connsiteY15688" fmla="*/ 742283 h 876300"/>
                <a:gd name="connsiteX15689" fmla="*/ 855821 w 2419350"/>
                <a:gd name="connsiteY15689" fmla="*/ 741997 h 876300"/>
                <a:gd name="connsiteX15690" fmla="*/ 856297 w 2419350"/>
                <a:gd name="connsiteY15690" fmla="*/ 741807 h 876300"/>
                <a:gd name="connsiteX15691" fmla="*/ 856869 w 2419350"/>
                <a:gd name="connsiteY15691" fmla="*/ 741807 h 876300"/>
                <a:gd name="connsiteX15692" fmla="*/ 857250 w 2419350"/>
                <a:gd name="connsiteY15692" fmla="*/ 741997 h 876300"/>
                <a:gd name="connsiteX15693" fmla="*/ 857822 w 2419350"/>
                <a:gd name="connsiteY15693" fmla="*/ 742474 h 876300"/>
                <a:gd name="connsiteX15694" fmla="*/ 858107 w 2419350"/>
                <a:gd name="connsiteY15694" fmla="*/ 742569 h 876300"/>
                <a:gd name="connsiteX15695" fmla="*/ 858679 w 2419350"/>
                <a:gd name="connsiteY15695" fmla="*/ 742474 h 876300"/>
                <a:gd name="connsiteX15696" fmla="*/ 861441 w 2419350"/>
                <a:gd name="connsiteY15696" fmla="*/ 742474 h 876300"/>
                <a:gd name="connsiteX15697" fmla="*/ 861917 w 2419350"/>
                <a:gd name="connsiteY15697" fmla="*/ 742664 h 876300"/>
                <a:gd name="connsiteX15698" fmla="*/ 862489 w 2419350"/>
                <a:gd name="connsiteY15698" fmla="*/ 743141 h 876300"/>
                <a:gd name="connsiteX15699" fmla="*/ 862870 w 2419350"/>
                <a:gd name="connsiteY15699" fmla="*/ 743236 h 876300"/>
                <a:gd name="connsiteX15700" fmla="*/ 863346 w 2419350"/>
                <a:gd name="connsiteY15700" fmla="*/ 743236 h 876300"/>
                <a:gd name="connsiteX15701" fmla="*/ 864298 w 2419350"/>
                <a:gd name="connsiteY15701" fmla="*/ 742950 h 876300"/>
                <a:gd name="connsiteX15702" fmla="*/ 864680 w 2419350"/>
                <a:gd name="connsiteY15702" fmla="*/ 742950 h 876300"/>
                <a:gd name="connsiteX15703" fmla="*/ 865537 w 2419350"/>
                <a:gd name="connsiteY15703" fmla="*/ 743331 h 876300"/>
                <a:gd name="connsiteX15704" fmla="*/ 865632 w 2419350"/>
                <a:gd name="connsiteY15704" fmla="*/ 743807 h 876300"/>
                <a:gd name="connsiteX15705" fmla="*/ 865537 w 2419350"/>
                <a:gd name="connsiteY15705" fmla="*/ 744474 h 876300"/>
                <a:gd name="connsiteX15706" fmla="*/ 865918 w 2419350"/>
                <a:gd name="connsiteY15706" fmla="*/ 745331 h 876300"/>
                <a:gd name="connsiteX15707" fmla="*/ 869537 w 2419350"/>
                <a:gd name="connsiteY15707" fmla="*/ 746188 h 876300"/>
                <a:gd name="connsiteX15708" fmla="*/ 870299 w 2419350"/>
                <a:gd name="connsiteY15708" fmla="*/ 745998 h 876300"/>
                <a:gd name="connsiteX15709" fmla="*/ 871061 w 2419350"/>
                <a:gd name="connsiteY15709" fmla="*/ 745427 h 876300"/>
                <a:gd name="connsiteX15710" fmla="*/ 871823 w 2419350"/>
                <a:gd name="connsiteY15710" fmla="*/ 745522 h 876300"/>
                <a:gd name="connsiteX15711" fmla="*/ 873633 w 2419350"/>
                <a:gd name="connsiteY15711" fmla="*/ 746474 h 876300"/>
                <a:gd name="connsiteX15712" fmla="*/ 874490 w 2419350"/>
                <a:gd name="connsiteY15712" fmla="*/ 746570 h 876300"/>
                <a:gd name="connsiteX15713" fmla="*/ 875062 w 2419350"/>
                <a:gd name="connsiteY15713" fmla="*/ 745808 h 876300"/>
                <a:gd name="connsiteX15714" fmla="*/ 875443 w 2419350"/>
                <a:gd name="connsiteY15714" fmla="*/ 745808 h 876300"/>
                <a:gd name="connsiteX15715" fmla="*/ 875919 w 2419350"/>
                <a:gd name="connsiteY15715" fmla="*/ 746855 h 876300"/>
                <a:gd name="connsiteX15716" fmla="*/ 876681 w 2419350"/>
                <a:gd name="connsiteY15716" fmla="*/ 747617 h 876300"/>
                <a:gd name="connsiteX15717" fmla="*/ 877729 w 2419350"/>
                <a:gd name="connsiteY15717" fmla="*/ 748094 h 876300"/>
                <a:gd name="connsiteX15718" fmla="*/ 878872 w 2419350"/>
                <a:gd name="connsiteY15718" fmla="*/ 748284 h 876300"/>
                <a:gd name="connsiteX15719" fmla="*/ 879538 w 2419350"/>
                <a:gd name="connsiteY15719" fmla="*/ 748094 h 876300"/>
                <a:gd name="connsiteX15720" fmla="*/ 879729 w 2419350"/>
                <a:gd name="connsiteY15720" fmla="*/ 747713 h 876300"/>
                <a:gd name="connsiteX15721" fmla="*/ 879634 w 2419350"/>
                <a:gd name="connsiteY15721" fmla="*/ 747331 h 876300"/>
                <a:gd name="connsiteX15722" fmla="*/ 878872 w 2419350"/>
                <a:gd name="connsiteY15722" fmla="*/ 746951 h 876300"/>
                <a:gd name="connsiteX15723" fmla="*/ 878967 w 2419350"/>
                <a:gd name="connsiteY15723" fmla="*/ 746474 h 876300"/>
                <a:gd name="connsiteX15724" fmla="*/ 879253 w 2419350"/>
                <a:gd name="connsiteY15724" fmla="*/ 745998 h 876300"/>
                <a:gd name="connsiteX15725" fmla="*/ 879443 w 2419350"/>
                <a:gd name="connsiteY15725" fmla="*/ 745808 h 876300"/>
                <a:gd name="connsiteX15726" fmla="*/ 879729 w 2419350"/>
                <a:gd name="connsiteY15726" fmla="*/ 744664 h 876300"/>
                <a:gd name="connsiteX15727" fmla="*/ 880015 w 2419350"/>
                <a:gd name="connsiteY15727" fmla="*/ 744188 h 876300"/>
                <a:gd name="connsiteX15728" fmla="*/ 880491 w 2419350"/>
                <a:gd name="connsiteY15728" fmla="*/ 743998 h 876300"/>
                <a:gd name="connsiteX15729" fmla="*/ 880967 w 2419350"/>
                <a:gd name="connsiteY15729" fmla="*/ 744284 h 876300"/>
                <a:gd name="connsiteX15730" fmla="*/ 881348 w 2419350"/>
                <a:gd name="connsiteY15730" fmla="*/ 744950 h 876300"/>
                <a:gd name="connsiteX15731" fmla="*/ 881634 w 2419350"/>
                <a:gd name="connsiteY15731" fmla="*/ 745617 h 876300"/>
                <a:gd name="connsiteX15732" fmla="*/ 881824 w 2419350"/>
                <a:gd name="connsiteY15732" fmla="*/ 745903 h 876300"/>
                <a:gd name="connsiteX15733" fmla="*/ 882872 w 2419350"/>
                <a:gd name="connsiteY15733" fmla="*/ 745617 h 876300"/>
                <a:gd name="connsiteX15734" fmla="*/ 882967 w 2419350"/>
                <a:gd name="connsiteY15734" fmla="*/ 744760 h 876300"/>
                <a:gd name="connsiteX15735" fmla="*/ 882872 w 2419350"/>
                <a:gd name="connsiteY15735" fmla="*/ 743712 h 876300"/>
                <a:gd name="connsiteX15736" fmla="*/ 883444 w 2419350"/>
                <a:gd name="connsiteY15736" fmla="*/ 742664 h 876300"/>
                <a:gd name="connsiteX15737" fmla="*/ 884015 w 2419350"/>
                <a:gd name="connsiteY15737" fmla="*/ 742379 h 876300"/>
                <a:gd name="connsiteX15738" fmla="*/ 884491 w 2419350"/>
                <a:gd name="connsiteY15738" fmla="*/ 742474 h 876300"/>
                <a:gd name="connsiteX15739" fmla="*/ 884968 w 2419350"/>
                <a:gd name="connsiteY15739" fmla="*/ 742760 h 876300"/>
                <a:gd name="connsiteX15740" fmla="*/ 885539 w 2419350"/>
                <a:gd name="connsiteY15740" fmla="*/ 742950 h 876300"/>
                <a:gd name="connsiteX15741" fmla="*/ 886111 w 2419350"/>
                <a:gd name="connsiteY15741" fmla="*/ 743045 h 876300"/>
                <a:gd name="connsiteX15742" fmla="*/ 887444 w 2419350"/>
                <a:gd name="connsiteY15742" fmla="*/ 742950 h 876300"/>
                <a:gd name="connsiteX15743" fmla="*/ 888206 w 2419350"/>
                <a:gd name="connsiteY15743" fmla="*/ 743236 h 876300"/>
                <a:gd name="connsiteX15744" fmla="*/ 889445 w 2419350"/>
                <a:gd name="connsiteY15744" fmla="*/ 744474 h 876300"/>
                <a:gd name="connsiteX15745" fmla="*/ 890492 w 2419350"/>
                <a:gd name="connsiteY15745" fmla="*/ 744855 h 876300"/>
                <a:gd name="connsiteX15746" fmla="*/ 890968 w 2419350"/>
                <a:gd name="connsiteY15746" fmla="*/ 744855 h 876300"/>
                <a:gd name="connsiteX15747" fmla="*/ 891159 w 2419350"/>
                <a:gd name="connsiteY15747" fmla="*/ 744664 h 876300"/>
                <a:gd name="connsiteX15748" fmla="*/ 891445 w 2419350"/>
                <a:gd name="connsiteY15748" fmla="*/ 744379 h 876300"/>
                <a:gd name="connsiteX15749" fmla="*/ 892778 w 2419350"/>
                <a:gd name="connsiteY15749" fmla="*/ 743522 h 876300"/>
                <a:gd name="connsiteX15750" fmla="*/ 893255 w 2419350"/>
                <a:gd name="connsiteY15750" fmla="*/ 743522 h 876300"/>
                <a:gd name="connsiteX15751" fmla="*/ 894969 w 2419350"/>
                <a:gd name="connsiteY15751" fmla="*/ 744569 h 876300"/>
                <a:gd name="connsiteX15752" fmla="*/ 896112 w 2419350"/>
                <a:gd name="connsiteY15752" fmla="*/ 744950 h 876300"/>
                <a:gd name="connsiteX15753" fmla="*/ 905828 w 2419350"/>
                <a:gd name="connsiteY15753" fmla="*/ 745903 h 876300"/>
                <a:gd name="connsiteX15754" fmla="*/ 906780 w 2419350"/>
                <a:gd name="connsiteY15754" fmla="*/ 746188 h 876300"/>
                <a:gd name="connsiteX15755" fmla="*/ 907066 w 2419350"/>
                <a:gd name="connsiteY15755" fmla="*/ 746379 h 876300"/>
                <a:gd name="connsiteX15756" fmla="*/ 907351 w 2419350"/>
                <a:gd name="connsiteY15756" fmla="*/ 746665 h 876300"/>
                <a:gd name="connsiteX15757" fmla="*/ 907732 w 2419350"/>
                <a:gd name="connsiteY15757" fmla="*/ 746855 h 876300"/>
                <a:gd name="connsiteX15758" fmla="*/ 908495 w 2419350"/>
                <a:gd name="connsiteY15758" fmla="*/ 746951 h 876300"/>
                <a:gd name="connsiteX15759" fmla="*/ 909923 w 2419350"/>
                <a:gd name="connsiteY15759" fmla="*/ 746379 h 876300"/>
                <a:gd name="connsiteX15760" fmla="*/ 910495 w 2419350"/>
                <a:gd name="connsiteY15760" fmla="*/ 746188 h 876300"/>
                <a:gd name="connsiteX15761" fmla="*/ 911542 w 2419350"/>
                <a:gd name="connsiteY15761" fmla="*/ 746188 h 876300"/>
                <a:gd name="connsiteX15762" fmla="*/ 912876 w 2419350"/>
                <a:gd name="connsiteY15762" fmla="*/ 746379 h 876300"/>
                <a:gd name="connsiteX15763" fmla="*/ 914209 w 2419350"/>
                <a:gd name="connsiteY15763" fmla="*/ 746855 h 876300"/>
                <a:gd name="connsiteX15764" fmla="*/ 915162 w 2419350"/>
                <a:gd name="connsiteY15764" fmla="*/ 747713 h 876300"/>
                <a:gd name="connsiteX15765" fmla="*/ 914972 w 2419350"/>
                <a:gd name="connsiteY15765" fmla="*/ 747903 h 876300"/>
                <a:gd name="connsiteX15766" fmla="*/ 914686 w 2419350"/>
                <a:gd name="connsiteY15766" fmla="*/ 748379 h 876300"/>
                <a:gd name="connsiteX15767" fmla="*/ 915829 w 2419350"/>
                <a:gd name="connsiteY15767" fmla="*/ 748379 h 876300"/>
                <a:gd name="connsiteX15768" fmla="*/ 916591 w 2419350"/>
                <a:gd name="connsiteY15768" fmla="*/ 748760 h 876300"/>
                <a:gd name="connsiteX15769" fmla="*/ 917257 w 2419350"/>
                <a:gd name="connsiteY15769" fmla="*/ 749237 h 876300"/>
                <a:gd name="connsiteX15770" fmla="*/ 918115 w 2419350"/>
                <a:gd name="connsiteY15770" fmla="*/ 749427 h 876300"/>
                <a:gd name="connsiteX15771" fmla="*/ 922211 w 2419350"/>
                <a:gd name="connsiteY15771" fmla="*/ 749427 h 876300"/>
                <a:gd name="connsiteX15772" fmla="*/ 924973 w 2419350"/>
                <a:gd name="connsiteY15772" fmla="*/ 750380 h 876300"/>
                <a:gd name="connsiteX15773" fmla="*/ 926973 w 2419350"/>
                <a:gd name="connsiteY15773" fmla="*/ 750761 h 876300"/>
                <a:gd name="connsiteX15774" fmla="*/ 929259 w 2419350"/>
                <a:gd name="connsiteY15774" fmla="*/ 751808 h 876300"/>
                <a:gd name="connsiteX15775" fmla="*/ 930116 w 2419350"/>
                <a:gd name="connsiteY15775" fmla="*/ 752380 h 876300"/>
                <a:gd name="connsiteX15776" fmla="*/ 931069 w 2419350"/>
                <a:gd name="connsiteY15776" fmla="*/ 751427 h 876300"/>
                <a:gd name="connsiteX15777" fmla="*/ 931640 w 2419350"/>
                <a:gd name="connsiteY15777" fmla="*/ 751046 h 876300"/>
                <a:gd name="connsiteX15778" fmla="*/ 932402 w 2419350"/>
                <a:gd name="connsiteY15778" fmla="*/ 750856 h 876300"/>
                <a:gd name="connsiteX15779" fmla="*/ 933259 w 2419350"/>
                <a:gd name="connsiteY15779" fmla="*/ 750761 h 876300"/>
                <a:gd name="connsiteX15780" fmla="*/ 934022 w 2419350"/>
                <a:gd name="connsiteY15780" fmla="*/ 750475 h 876300"/>
                <a:gd name="connsiteX15781" fmla="*/ 934403 w 2419350"/>
                <a:gd name="connsiteY15781" fmla="*/ 750189 h 876300"/>
                <a:gd name="connsiteX15782" fmla="*/ 935164 w 2419350"/>
                <a:gd name="connsiteY15782" fmla="*/ 749522 h 876300"/>
                <a:gd name="connsiteX15783" fmla="*/ 935926 w 2419350"/>
                <a:gd name="connsiteY15783" fmla="*/ 749046 h 876300"/>
                <a:gd name="connsiteX15784" fmla="*/ 936212 w 2419350"/>
                <a:gd name="connsiteY15784" fmla="*/ 749141 h 876300"/>
                <a:gd name="connsiteX15785" fmla="*/ 936688 w 2419350"/>
                <a:gd name="connsiteY15785" fmla="*/ 749522 h 876300"/>
                <a:gd name="connsiteX15786" fmla="*/ 937165 w 2419350"/>
                <a:gd name="connsiteY15786" fmla="*/ 749713 h 876300"/>
                <a:gd name="connsiteX15787" fmla="*/ 937736 w 2419350"/>
                <a:gd name="connsiteY15787" fmla="*/ 749618 h 876300"/>
                <a:gd name="connsiteX15788" fmla="*/ 938213 w 2419350"/>
                <a:gd name="connsiteY15788" fmla="*/ 749237 h 876300"/>
                <a:gd name="connsiteX15789" fmla="*/ 938403 w 2419350"/>
                <a:gd name="connsiteY15789" fmla="*/ 748760 h 876300"/>
                <a:gd name="connsiteX15790" fmla="*/ 938593 w 2419350"/>
                <a:gd name="connsiteY15790" fmla="*/ 748475 h 876300"/>
                <a:gd name="connsiteX15791" fmla="*/ 939832 w 2419350"/>
                <a:gd name="connsiteY15791" fmla="*/ 749332 h 876300"/>
                <a:gd name="connsiteX15792" fmla="*/ 940498 w 2419350"/>
                <a:gd name="connsiteY15792" fmla="*/ 749237 h 876300"/>
                <a:gd name="connsiteX15793" fmla="*/ 942213 w 2419350"/>
                <a:gd name="connsiteY15793" fmla="*/ 749903 h 876300"/>
                <a:gd name="connsiteX15794" fmla="*/ 944023 w 2419350"/>
                <a:gd name="connsiteY15794" fmla="*/ 748665 h 876300"/>
                <a:gd name="connsiteX15795" fmla="*/ 946690 w 2419350"/>
                <a:gd name="connsiteY15795" fmla="*/ 745617 h 876300"/>
                <a:gd name="connsiteX15796" fmla="*/ 948785 w 2419350"/>
                <a:gd name="connsiteY15796" fmla="*/ 744569 h 876300"/>
                <a:gd name="connsiteX15797" fmla="*/ 951071 w 2419350"/>
                <a:gd name="connsiteY15797" fmla="*/ 743998 h 876300"/>
                <a:gd name="connsiteX15798" fmla="*/ 957834 w 2419350"/>
                <a:gd name="connsiteY15798" fmla="*/ 743236 h 876300"/>
                <a:gd name="connsiteX15799" fmla="*/ 960120 w 2419350"/>
                <a:gd name="connsiteY15799" fmla="*/ 743426 h 876300"/>
                <a:gd name="connsiteX15800" fmla="*/ 962311 w 2419350"/>
                <a:gd name="connsiteY15800" fmla="*/ 743998 h 876300"/>
                <a:gd name="connsiteX15801" fmla="*/ 964501 w 2419350"/>
                <a:gd name="connsiteY15801" fmla="*/ 744950 h 876300"/>
                <a:gd name="connsiteX15802" fmla="*/ 965740 w 2419350"/>
                <a:gd name="connsiteY15802" fmla="*/ 745712 h 876300"/>
                <a:gd name="connsiteX15803" fmla="*/ 968312 w 2419350"/>
                <a:gd name="connsiteY15803" fmla="*/ 748760 h 876300"/>
                <a:gd name="connsiteX15804" fmla="*/ 969264 w 2419350"/>
                <a:gd name="connsiteY15804" fmla="*/ 749237 h 876300"/>
                <a:gd name="connsiteX15805" fmla="*/ 970121 w 2419350"/>
                <a:gd name="connsiteY15805" fmla="*/ 748855 h 876300"/>
                <a:gd name="connsiteX15806" fmla="*/ 970979 w 2419350"/>
                <a:gd name="connsiteY15806" fmla="*/ 748379 h 876300"/>
                <a:gd name="connsiteX15807" fmla="*/ 972026 w 2419350"/>
                <a:gd name="connsiteY15807" fmla="*/ 748475 h 876300"/>
                <a:gd name="connsiteX15808" fmla="*/ 972312 w 2419350"/>
                <a:gd name="connsiteY15808" fmla="*/ 748760 h 876300"/>
                <a:gd name="connsiteX15809" fmla="*/ 972693 w 2419350"/>
                <a:gd name="connsiteY15809" fmla="*/ 749427 h 876300"/>
                <a:gd name="connsiteX15810" fmla="*/ 972979 w 2419350"/>
                <a:gd name="connsiteY15810" fmla="*/ 749808 h 876300"/>
                <a:gd name="connsiteX15811" fmla="*/ 973360 w 2419350"/>
                <a:gd name="connsiteY15811" fmla="*/ 750189 h 876300"/>
                <a:gd name="connsiteX15812" fmla="*/ 975265 w 2419350"/>
                <a:gd name="connsiteY15812" fmla="*/ 751332 h 876300"/>
                <a:gd name="connsiteX15813" fmla="*/ 976027 w 2419350"/>
                <a:gd name="connsiteY15813" fmla="*/ 751427 h 876300"/>
                <a:gd name="connsiteX15814" fmla="*/ 977741 w 2419350"/>
                <a:gd name="connsiteY15814" fmla="*/ 751142 h 876300"/>
                <a:gd name="connsiteX15815" fmla="*/ 978027 w 2419350"/>
                <a:gd name="connsiteY15815" fmla="*/ 751332 h 876300"/>
                <a:gd name="connsiteX15816" fmla="*/ 978598 w 2419350"/>
                <a:gd name="connsiteY15816" fmla="*/ 751999 h 876300"/>
                <a:gd name="connsiteX15817" fmla="*/ 978980 w 2419350"/>
                <a:gd name="connsiteY15817" fmla="*/ 752285 h 876300"/>
                <a:gd name="connsiteX15818" fmla="*/ 980599 w 2419350"/>
                <a:gd name="connsiteY15818" fmla="*/ 752570 h 876300"/>
                <a:gd name="connsiteX15819" fmla="*/ 981265 w 2419350"/>
                <a:gd name="connsiteY15819" fmla="*/ 752856 h 876300"/>
                <a:gd name="connsiteX15820" fmla="*/ 982218 w 2419350"/>
                <a:gd name="connsiteY15820" fmla="*/ 754285 h 876300"/>
                <a:gd name="connsiteX15821" fmla="*/ 982980 w 2419350"/>
                <a:gd name="connsiteY15821" fmla="*/ 754761 h 876300"/>
                <a:gd name="connsiteX15822" fmla="*/ 983837 w 2419350"/>
                <a:gd name="connsiteY15822" fmla="*/ 754856 h 876300"/>
                <a:gd name="connsiteX15823" fmla="*/ 984313 w 2419350"/>
                <a:gd name="connsiteY15823" fmla="*/ 754666 h 876300"/>
                <a:gd name="connsiteX15824" fmla="*/ 984790 w 2419350"/>
                <a:gd name="connsiteY15824" fmla="*/ 754571 h 876300"/>
                <a:gd name="connsiteX15825" fmla="*/ 985456 w 2419350"/>
                <a:gd name="connsiteY15825" fmla="*/ 755047 h 876300"/>
                <a:gd name="connsiteX15826" fmla="*/ 985552 w 2419350"/>
                <a:gd name="connsiteY15826" fmla="*/ 755428 h 876300"/>
                <a:gd name="connsiteX15827" fmla="*/ 985456 w 2419350"/>
                <a:gd name="connsiteY15827" fmla="*/ 756380 h 876300"/>
                <a:gd name="connsiteX15828" fmla="*/ 985647 w 2419350"/>
                <a:gd name="connsiteY15828" fmla="*/ 756571 h 876300"/>
                <a:gd name="connsiteX15829" fmla="*/ 986599 w 2419350"/>
                <a:gd name="connsiteY15829" fmla="*/ 756571 h 876300"/>
                <a:gd name="connsiteX15830" fmla="*/ 987076 w 2419350"/>
                <a:gd name="connsiteY15830" fmla="*/ 756571 h 876300"/>
                <a:gd name="connsiteX15831" fmla="*/ 987266 w 2419350"/>
                <a:gd name="connsiteY15831" fmla="*/ 756380 h 876300"/>
                <a:gd name="connsiteX15832" fmla="*/ 987552 w 2419350"/>
                <a:gd name="connsiteY15832" fmla="*/ 755904 h 876300"/>
                <a:gd name="connsiteX15833" fmla="*/ 988314 w 2419350"/>
                <a:gd name="connsiteY15833" fmla="*/ 755523 h 876300"/>
                <a:gd name="connsiteX15834" fmla="*/ 989171 w 2419350"/>
                <a:gd name="connsiteY15834" fmla="*/ 755237 h 876300"/>
                <a:gd name="connsiteX15835" fmla="*/ 989933 w 2419350"/>
                <a:gd name="connsiteY15835" fmla="*/ 755142 h 876300"/>
                <a:gd name="connsiteX15836" fmla="*/ 990314 w 2419350"/>
                <a:gd name="connsiteY15836" fmla="*/ 755523 h 876300"/>
                <a:gd name="connsiteX15837" fmla="*/ 990600 w 2419350"/>
                <a:gd name="connsiteY15837" fmla="*/ 757333 h 876300"/>
                <a:gd name="connsiteX15838" fmla="*/ 990886 w 2419350"/>
                <a:gd name="connsiteY15838" fmla="*/ 758095 h 876300"/>
                <a:gd name="connsiteX15839" fmla="*/ 990981 w 2419350"/>
                <a:gd name="connsiteY15839" fmla="*/ 757809 h 876300"/>
                <a:gd name="connsiteX15840" fmla="*/ 991076 w 2419350"/>
                <a:gd name="connsiteY15840" fmla="*/ 757714 h 876300"/>
                <a:gd name="connsiteX15841" fmla="*/ 991267 w 2419350"/>
                <a:gd name="connsiteY15841" fmla="*/ 757619 h 876300"/>
                <a:gd name="connsiteX15842" fmla="*/ 991553 w 2419350"/>
                <a:gd name="connsiteY15842" fmla="*/ 757333 h 876300"/>
                <a:gd name="connsiteX15843" fmla="*/ 992410 w 2419350"/>
                <a:gd name="connsiteY15843" fmla="*/ 758000 h 876300"/>
                <a:gd name="connsiteX15844" fmla="*/ 993743 w 2419350"/>
                <a:gd name="connsiteY15844" fmla="*/ 758571 h 876300"/>
                <a:gd name="connsiteX15845" fmla="*/ 995077 w 2419350"/>
                <a:gd name="connsiteY15845" fmla="*/ 758952 h 876300"/>
                <a:gd name="connsiteX15846" fmla="*/ 995934 w 2419350"/>
                <a:gd name="connsiteY15846" fmla="*/ 759143 h 876300"/>
                <a:gd name="connsiteX15847" fmla="*/ 996505 w 2419350"/>
                <a:gd name="connsiteY15847" fmla="*/ 759047 h 876300"/>
                <a:gd name="connsiteX15848" fmla="*/ 997553 w 2419350"/>
                <a:gd name="connsiteY15848" fmla="*/ 758571 h 876300"/>
                <a:gd name="connsiteX15849" fmla="*/ 998125 w 2419350"/>
                <a:gd name="connsiteY15849" fmla="*/ 758476 h 876300"/>
                <a:gd name="connsiteX15850" fmla="*/ 998601 w 2419350"/>
                <a:gd name="connsiteY15850" fmla="*/ 758762 h 876300"/>
                <a:gd name="connsiteX15851" fmla="*/ 998601 w 2419350"/>
                <a:gd name="connsiteY15851" fmla="*/ 759428 h 876300"/>
                <a:gd name="connsiteX15852" fmla="*/ 998411 w 2419350"/>
                <a:gd name="connsiteY15852" fmla="*/ 760190 h 876300"/>
                <a:gd name="connsiteX15853" fmla="*/ 998315 w 2419350"/>
                <a:gd name="connsiteY15853" fmla="*/ 760762 h 876300"/>
                <a:gd name="connsiteX15854" fmla="*/ 998982 w 2419350"/>
                <a:gd name="connsiteY15854" fmla="*/ 761619 h 876300"/>
                <a:gd name="connsiteX15855" fmla="*/ 999744 w 2419350"/>
                <a:gd name="connsiteY15855" fmla="*/ 761524 h 876300"/>
                <a:gd name="connsiteX15856" fmla="*/ 1000697 w 2419350"/>
                <a:gd name="connsiteY15856" fmla="*/ 761047 h 876300"/>
                <a:gd name="connsiteX15857" fmla="*/ 1001744 w 2419350"/>
                <a:gd name="connsiteY15857" fmla="*/ 760762 h 876300"/>
                <a:gd name="connsiteX15858" fmla="*/ 1002221 w 2419350"/>
                <a:gd name="connsiteY15858" fmla="*/ 760952 h 876300"/>
                <a:gd name="connsiteX15859" fmla="*/ 1002697 w 2419350"/>
                <a:gd name="connsiteY15859" fmla="*/ 761905 h 876300"/>
                <a:gd name="connsiteX15860" fmla="*/ 1003173 w 2419350"/>
                <a:gd name="connsiteY15860" fmla="*/ 762095 h 876300"/>
                <a:gd name="connsiteX15861" fmla="*/ 1005078 w 2419350"/>
                <a:gd name="connsiteY15861" fmla="*/ 762476 h 876300"/>
                <a:gd name="connsiteX15862" fmla="*/ 1005554 w 2419350"/>
                <a:gd name="connsiteY15862" fmla="*/ 762476 h 876300"/>
                <a:gd name="connsiteX15863" fmla="*/ 1007936 w 2419350"/>
                <a:gd name="connsiteY15863" fmla="*/ 761619 h 876300"/>
                <a:gd name="connsiteX15864" fmla="*/ 1009364 w 2419350"/>
                <a:gd name="connsiteY15864" fmla="*/ 761524 h 876300"/>
                <a:gd name="connsiteX15865" fmla="*/ 1010031 w 2419350"/>
                <a:gd name="connsiteY15865" fmla="*/ 762286 h 876300"/>
                <a:gd name="connsiteX15866" fmla="*/ 1010603 w 2419350"/>
                <a:gd name="connsiteY15866" fmla="*/ 762857 h 876300"/>
                <a:gd name="connsiteX15867" fmla="*/ 1011841 w 2419350"/>
                <a:gd name="connsiteY15867" fmla="*/ 762381 h 876300"/>
                <a:gd name="connsiteX15868" fmla="*/ 1014031 w 2419350"/>
                <a:gd name="connsiteY15868" fmla="*/ 761047 h 876300"/>
                <a:gd name="connsiteX15869" fmla="*/ 1016222 w 2419350"/>
                <a:gd name="connsiteY15869" fmla="*/ 761143 h 876300"/>
                <a:gd name="connsiteX15870" fmla="*/ 1018699 w 2419350"/>
                <a:gd name="connsiteY15870" fmla="*/ 762191 h 876300"/>
                <a:gd name="connsiteX15871" fmla="*/ 1020604 w 2419350"/>
                <a:gd name="connsiteY15871" fmla="*/ 763905 h 876300"/>
                <a:gd name="connsiteX15872" fmla="*/ 1020985 w 2419350"/>
                <a:gd name="connsiteY15872" fmla="*/ 765810 h 876300"/>
                <a:gd name="connsiteX15873" fmla="*/ 1019842 w 2419350"/>
                <a:gd name="connsiteY15873" fmla="*/ 767144 h 876300"/>
                <a:gd name="connsiteX15874" fmla="*/ 1019651 w 2419350"/>
                <a:gd name="connsiteY15874" fmla="*/ 767905 h 876300"/>
                <a:gd name="connsiteX15875" fmla="*/ 1020794 w 2419350"/>
                <a:gd name="connsiteY15875" fmla="*/ 768287 h 876300"/>
                <a:gd name="connsiteX15876" fmla="*/ 1023747 w 2419350"/>
                <a:gd name="connsiteY15876" fmla="*/ 768096 h 876300"/>
                <a:gd name="connsiteX15877" fmla="*/ 1024890 w 2419350"/>
                <a:gd name="connsiteY15877" fmla="*/ 768287 h 876300"/>
                <a:gd name="connsiteX15878" fmla="*/ 1029557 w 2419350"/>
                <a:gd name="connsiteY15878" fmla="*/ 769906 h 876300"/>
                <a:gd name="connsiteX15879" fmla="*/ 1031748 w 2419350"/>
                <a:gd name="connsiteY15879" fmla="*/ 769811 h 876300"/>
                <a:gd name="connsiteX15880" fmla="*/ 1033177 w 2419350"/>
                <a:gd name="connsiteY15880" fmla="*/ 768001 h 876300"/>
                <a:gd name="connsiteX15881" fmla="*/ 1033177 w 2419350"/>
                <a:gd name="connsiteY15881" fmla="*/ 766667 h 876300"/>
                <a:gd name="connsiteX15882" fmla="*/ 1032605 w 2419350"/>
                <a:gd name="connsiteY15882" fmla="*/ 765810 h 876300"/>
                <a:gd name="connsiteX15883" fmla="*/ 1032224 w 2419350"/>
                <a:gd name="connsiteY15883" fmla="*/ 765905 h 876300"/>
                <a:gd name="connsiteX15884" fmla="*/ 1099280 w 2419350"/>
                <a:gd name="connsiteY15884" fmla="*/ 686467 h 876300"/>
                <a:gd name="connsiteX15885" fmla="*/ 1100233 w 2419350"/>
                <a:gd name="connsiteY15885" fmla="*/ 685324 h 876300"/>
                <a:gd name="connsiteX15886" fmla="*/ 1100328 w 2419350"/>
                <a:gd name="connsiteY15886" fmla="*/ 683228 h 876300"/>
                <a:gd name="connsiteX15887" fmla="*/ 1100233 w 2419350"/>
                <a:gd name="connsiteY15887" fmla="*/ 682562 h 876300"/>
                <a:gd name="connsiteX15888" fmla="*/ 1100042 w 2419350"/>
                <a:gd name="connsiteY15888" fmla="*/ 682371 h 876300"/>
                <a:gd name="connsiteX15889" fmla="*/ 1099947 w 2419350"/>
                <a:gd name="connsiteY15889" fmla="*/ 682752 h 876300"/>
                <a:gd name="connsiteX15890" fmla="*/ 1099852 w 2419350"/>
                <a:gd name="connsiteY15890" fmla="*/ 683419 h 876300"/>
                <a:gd name="connsiteX15891" fmla="*/ 1099852 w 2419350"/>
                <a:gd name="connsiteY15891" fmla="*/ 683609 h 876300"/>
                <a:gd name="connsiteX15892" fmla="*/ 1099756 w 2419350"/>
                <a:gd name="connsiteY15892" fmla="*/ 683324 h 876300"/>
                <a:gd name="connsiteX15893" fmla="*/ 1099471 w 2419350"/>
                <a:gd name="connsiteY15893" fmla="*/ 683324 h 876300"/>
                <a:gd name="connsiteX15894" fmla="*/ 1099090 w 2419350"/>
                <a:gd name="connsiteY15894" fmla="*/ 683609 h 876300"/>
                <a:gd name="connsiteX15895" fmla="*/ 1098899 w 2419350"/>
                <a:gd name="connsiteY15895" fmla="*/ 684086 h 876300"/>
                <a:gd name="connsiteX15896" fmla="*/ 1099090 w 2419350"/>
                <a:gd name="connsiteY15896" fmla="*/ 684562 h 876300"/>
                <a:gd name="connsiteX15897" fmla="*/ 1099375 w 2419350"/>
                <a:gd name="connsiteY15897" fmla="*/ 684943 h 876300"/>
                <a:gd name="connsiteX15898" fmla="*/ 1099661 w 2419350"/>
                <a:gd name="connsiteY15898" fmla="*/ 684943 h 876300"/>
                <a:gd name="connsiteX15899" fmla="*/ 1099756 w 2419350"/>
                <a:gd name="connsiteY15899" fmla="*/ 684943 h 876300"/>
                <a:gd name="connsiteX15900" fmla="*/ 1099566 w 2419350"/>
                <a:gd name="connsiteY15900" fmla="*/ 685229 h 876300"/>
                <a:gd name="connsiteX15901" fmla="*/ 1098995 w 2419350"/>
                <a:gd name="connsiteY15901" fmla="*/ 685324 h 876300"/>
                <a:gd name="connsiteX15902" fmla="*/ 1097566 w 2419350"/>
                <a:gd name="connsiteY15902" fmla="*/ 685229 h 876300"/>
                <a:gd name="connsiteX15903" fmla="*/ 1096518 w 2419350"/>
                <a:gd name="connsiteY15903" fmla="*/ 684752 h 876300"/>
                <a:gd name="connsiteX15904" fmla="*/ 1095756 w 2419350"/>
                <a:gd name="connsiteY15904" fmla="*/ 684752 h 876300"/>
                <a:gd name="connsiteX15905" fmla="*/ 1095375 w 2419350"/>
                <a:gd name="connsiteY15905" fmla="*/ 684562 h 876300"/>
                <a:gd name="connsiteX15906" fmla="*/ 1095089 w 2419350"/>
                <a:gd name="connsiteY15906" fmla="*/ 684086 h 876300"/>
                <a:gd name="connsiteX15907" fmla="*/ 1094899 w 2419350"/>
                <a:gd name="connsiteY15907" fmla="*/ 683419 h 876300"/>
                <a:gd name="connsiteX15908" fmla="*/ 1094613 w 2419350"/>
                <a:gd name="connsiteY15908" fmla="*/ 682943 h 876300"/>
                <a:gd name="connsiteX15909" fmla="*/ 1094232 w 2419350"/>
                <a:gd name="connsiteY15909" fmla="*/ 682943 h 876300"/>
                <a:gd name="connsiteX15910" fmla="*/ 1093756 w 2419350"/>
                <a:gd name="connsiteY15910" fmla="*/ 684371 h 876300"/>
                <a:gd name="connsiteX15911" fmla="*/ 1093565 w 2419350"/>
                <a:gd name="connsiteY15911" fmla="*/ 684467 h 876300"/>
                <a:gd name="connsiteX15912" fmla="*/ 1093375 w 2419350"/>
                <a:gd name="connsiteY15912" fmla="*/ 684181 h 876300"/>
                <a:gd name="connsiteX15913" fmla="*/ 1092898 w 2419350"/>
                <a:gd name="connsiteY15913" fmla="*/ 684276 h 876300"/>
                <a:gd name="connsiteX15914" fmla="*/ 1092422 w 2419350"/>
                <a:gd name="connsiteY15914" fmla="*/ 684847 h 876300"/>
                <a:gd name="connsiteX15915" fmla="*/ 1093184 w 2419350"/>
                <a:gd name="connsiteY15915" fmla="*/ 685895 h 876300"/>
                <a:gd name="connsiteX15916" fmla="*/ 1095184 w 2419350"/>
                <a:gd name="connsiteY15916" fmla="*/ 686943 h 876300"/>
                <a:gd name="connsiteX15917" fmla="*/ 1097375 w 2419350"/>
                <a:gd name="connsiteY15917" fmla="*/ 687324 h 876300"/>
                <a:gd name="connsiteX15918" fmla="*/ 1099280 w 2419350"/>
                <a:gd name="connsiteY15918" fmla="*/ 686467 h 876300"/>
                <a:gd name="connsiteX15919" fmla="*/ 1087564 w 2419350"/>
                <a:gd name="connsiteY15919" fmla="*/ 746284 h 876300"/>
                <a:gd name="connsiteX15920" fmla="*/ 1085850 w 2419350"/>
                <a:gd name="connsiteY15920" fmla="*/ 744664 h 876300"/>
                <a:gd name="connsiteX15921" fmla="*/ 1082992 w 2419350"/>
                <a:gd name="connsiteY15921" fmla="*/ 741140 h 876300"/>
                <a:gd name="connsiteX15922" fmla="*/ 1081468 w 2419350"/>
                <a:gd name="connsiteY15922" fmla="*/ 739712 h 876300"/>
                <a:gd name="connsiteX15923" fmla="*/ 1079754 w 2419350"/>
                <a:gd name="connsiteY15923" fmla="*/ 738569 h 876300"/>
                <a:gd name="connsiteX15924" fmla="*/ 1071086 w 2419350"/>
                <a:gd name="connsiteY15924" fmla="*/ 734949 h 876300"/>
                <a:gd name="connsiteX15925" fmla="*/ 1067467 w 2419350"/>
                <a:gd name="connsiteY15925" fmla="*/ 734187 h 876300"/>
                <a:gd name="connsiteX15926" fmla="*/ 1066609 w 2419350"/>
                <a:gd name="connsiteY15926" fmla="*/ 733616 h 876300"/>
                <a:gd name="connsiteX15927" fmla="*/ 1065752 w 2419350"/>
                <a:gd name="connsiteY15927" fmla="*/ 733044 h 876300"/>
                <a:gd name="connsiteX15928" fmla="*/ 1064705 w 2419350"/>
                <a:gd name="connsiteY15928" fmla="*/ 732568 h 876300"/>
                <a:gd name="connsiteX15929" fmla="*/ 1063562 w 2419350"/>
                <a:gd name="connsiteY15929" fmla="*/ 732377 h 876300"/>
                <a:gd name="connsiteX15930" fmla="*/ 1062514 w 2419350"/>
                <a:gd name="connsiteY15930" fmla="*/ 732377 h 876300"/>
                <a:gd name="connsiteX15931" fmla="*/ 1060609 w 2419350"/>
                <a:gd name="connsiteY15931" fmla="*/ 733330 h 876300"/>
                <a:gd name="connsiteX15932" fmla="*/ 1056799 w 2419350"/>
                <a:gd name="connsiteY15932" fmla="*/ 737045 h 876300"/>
                <a:gd name="connsiteX15933" fmla="*/ 1054703 w 2419350"/>
                <a:gd name="connsiteY15933" fmla="*/ 738569 h 876300"/>
                <a:gd name="connsiteX15934" fmla="*/ 1052703 w 2419350"/>
                <a:gd name="connsiteY15934" fmla="*/ 738950 h 876300"/>
                <a:gd name="connsiteX15935" fmla="*/ 1047845 w 2419350"/>
                <a:gd name="connsiteY15935" fmla="*/ 738950 h 876300"/>
                <a:gd name="connsiteX15936" fmla="*/ 1045940 w 2419350"/>
                <a:gd name="connsiteY15936" fmla="*/ 739616 h 876300"/>
                <a:gd name="connsiteX15937" fmla="*/ 1037177 w 2419350"/>
                <a:gd name="connsiteY15937" fmla="*/ 736568 h 876300"/>
                <a:gd name="connsiteX15938" fmla="*/ 1036225 w 2419350"/>
                <a:gd name="connsiteY15938" fmla="*/ 736378 h 876300"/>
                <a:gd name="connsiteX15939" fmla="*/ 1034129 w 2419350"/>
                <a:gd name="connsiteY15939" fmla="*/ 736187 h 876300"/>
                <a:gd name="connsiteX15940" fmla="*/ 1032986 w 2419350"/>
                <a:gd name="connsiteY15940" fmla="*/ 735902 h 876300"/>
                <a:gd name="connsiteX15941" fmla="*/ 1032224 w 2419350"/>
                <a:gd name="connsiteY15941" fmla="*/ 735330 h 876300"/>
                <a:gd name="connsiteX15942" fmla="*/ 1030796 w 2419350"/>
                <a:gd name="connsiteY15942" fmla="*/ 736283 h 876300"/>
                <a:gd name="connsiteX15943" fmla="*/ 1029938 w 2419350"/>
                <a:gd name="connsiteY15943" fmla="*/ 736473 h 876300"/>
                <a:gd name="connsiteX15944" fmla="*/ 1029081 w 2419350"/>
                <a:gd name="connsiteY15944" fmla="*/ 736187 h 876300"/>
                <a:gd name="connsiteX15945" fmla="*/ 1028414 w 2419350"/>
                <a:gd name="connsiteY15945" fmla="*/ 735425 h 876300"/>
                <a:gd name="connsiteX15946" fmla="*/ 1027938 w 2419350"/>
                <a:gd name="connsiteY15946" fmla="*/ 734663 h 876300"/>
                <a:gd name="connsiteX15947" fmla="*/ 1027271 w 2419350"/>
                <a:gd name="connsiteY15947" fmla="*/ 734187 h 876300"/>
                <a:gd name="connsiteX15948" fmla="*/ 1026033 w 2419350"/>
                <a:gd name="connsiteY15948" fmla="*/ 734187 h 876300"/>
                <a:gd name="connsiteX15949" fmla="*/ 1024509 w 2419350"/>
                <a:gd name="connsiteY15949" fmla="*/ 734473 h 876300"/>
                <a:gd name="connsiteX15950" fmla="*/ 1024318 w 2419350"/>
                <a:gd name="connsiteY15950" fmla="*/ 735902 h 876300"/>
                <a:gd name="connsiteX15951" fmla="*/ 1025366 w 2419350"/>
                <a:gd name="connsiteY15951" fmla="*/ 741045 h 876300"/>
                <a:gd name="connsiteX15952" fmla="*/ 1029653 w 2419350"/>
                <a:gd name="connsiteY15952" fmla="*/ 747141 h 876300"/>
                <a:gd name="connsiteX15953" fmla="*/ 1030986 w 2419350"/>
                <a:gd name="connsiteY15953" fmla="*/ 748665 h 876300"/>
                <a:gd name="connsiteX15954" fmla="*/ 1032605 w 2419350"/>
                <a:gd name="connsiteY15954" fmla="*/ 749903 h 876300"/>
                <a:gd name="connsiteX15955" fmla="*/ 1034415 w 2419350"/>
                <a:gd name="connsiteY15955" fmla="*/ 750570 h 876300"/>
                <a:gd name="connsiteX15956" fmla="*/ 1040606 w 2419350"/>
                <a:gd name="connsiteY15956" fmla="*/ 750570 h 876300"/>
                <a:gd name="connsiteX15957" fmla="*/ 1042702 w 2419350"/>
                <a:gd name="connsiteY15957" fmla="*/ 750951 h 876300"/>
                <a:gd name="connsiteX15958" fmla="*/ 1049560 w 2419350"/>
                <a:gd name="connsiteY15958" fmla="*/ 754189 h 876300"/>
                <a:gd name="connsiteX15959" fmla="*/ 1050893 w 2419350"/>
                <a:gd name="connsiteY15959" fmla="*/ 755142 h 876300"/>
                <a:gd name="connsiteX15960" fmla="*/ 1054513 w 2419350"/>
                <a:gd name="connsiteY15960" fmla="*/ 758476 h 876300"/>
                <a:gd name="connsiteX15961" fmla="*/ 1056418 w 2419350"/>
                <a:gd name="connsiteY15961" fmla="*/ 759619 h 876300"/>
                <a:gd name="connsiteX15962" fmla="*/ 1057370 w 2419350"/>
                <a:gd name="connsiteY15962" fmla="*/ 760381 h 876300"/>
                <a:gd name="connsiteX15963" fmla="*/ 1057751 w 2419350"/>
                <a:gd name="connsiteY15963" fmla="*/ 761143 h 876300"/>
                <a:gd name="connsiteX15964" fmla="*/ 1058037 w 2419350"/>
                <a:gd name="connsiteY15964" fmla="*/ 761905 h 876300"/>
                <a:gd name="connsiteX15965" fmla="*/ 1058704 w 2419350"/>
                <a:gd name="connsiteY15965" fmla="*/ 762667 h 876300"/>
                <a:gd name="connsiteX15966" fmla="*/ 1060228 w 2419350"/>
                <a:gd name="connsiteY15966" fmla="*/ 763810 h 876300"/>
                <a:gd name="connsiteX15967" fmla="*/ 1060609 w 2419350"/>
                <a:gd name="connsiteY15967" fmla="*/ 764000 h 876300"/>
                <a:gd name="connsiteX15968" fmla="*/ 1061085 w 2419350"/>
                <a:gd name="connsiteY15968" fmla="*/ 764191 h 876300"/>
                <a:gd name="connsiteX15969" fmla="*/ 1061466 w 2419350"/>
                <a:gd name="connsiteY15969" fmla="*/ 764381 h 876300"/>
                <a:gd name="connsiteX15970" fmla="*/ 1062323 w 2419350"/>
                <a:gd name="connsiteY15970" fmla="*/ 766191 h 876300"/>
                <a:gd name="connsiteX15971" fmla="*/ 1062514 w 2419350"/>
                <a:gd name="connsiteY15971" fmla="*/ 766572 h 876300"/>
                <a:gd name="connsiteX15972" fmla="*/ 1062990 w 2419350"/>
                <a:gd name="connsiteY15972" fmla="*/ 767525 h 876300"/>
                <a:gd name="connsiteX15973" fmla="*/ 1062704 w 2419350"/>
                <a:gd name="connsiteY15973" fmla="*/ 768763 h 876300"/>
                <a:gd name="connsiteX15974" fmla="*/ 1062133 w 2419350"/>
                <a:gd name="connsiteY15974" fmla="*/ 770001 h 876300"/>
                <a:gd name="connsiteX15975" fmla="*/ 1061561 w 2419350"/>
                <a:gd name="connsiteY15975" fmla="*/ 770668 h 876300"/>
                <a:gd name="connsiteX15976" fmla="*/ 1059180 w 2419350"/>
                <a:gd name="connsiteY15976" fmla="*/ 771811 h 876300"/>
                <a:gd name="connsiteX15977" fmla="*/ 1058132 w 2419350"/>
                <a:gd name="connsiteY15977" fmla="*/ 772573 h 876300"/>
                <a:gd name="connsiteX15978" fmla="*/ 1058132 w 2419350"/>
                <a:gd name="connsiteY15978" fmla="*/ 773335 h 876300"/>
                <a:gd name="connsiteX15979" fmla="*/ 1059085 w 2419350"/>
                <a:gd name="connsiteY15979" fmla="*/ 774002 h 876300"/>
                <a:gd name="connsiteX15980" fmla="*/ 1060228 w 2419350"/>
                <a:gd name="connsiteY15980" fmla="*/ 774287 h 876300"/>
                <a:gd name="connsiteX15981" fmla="*/ 1061466 w 2419350"/>
                <a:gd name="connsiteY15981" fmla="*/ 774383 h 876300"/>
                <a:gd name="connsiteX15982" fmla="*/ 1062704 w 2419350"/>
                <a:gd name="connsiteY15982" fmla="*/ 774287 h 876300"/>
                <a:gd name="connsiteX15983" fmla="*/ 1063466 w 2419350"/>
                <a:gd name="connsiteY15983" fmla="*/ 774097 h 876300"/>
                <a:gd name="connsiteX15984" fmla="*/ 1064419 w 2419350"/>
                <a:gd name="connsiteY15984" fmla="*/ 773716 h 876300"/>
                <a:gd name="connsiteX15985" fmla="*/ 1065276 w 2419350"/>
                <a:gd name="connsiteY15985" fmla="*/ 773239 h 876300"/>
                <a:gd name="connsiteX15986" fmla="*/ 1065657 w 2419350"/>
                <a:gd name="connsiteY15986" fmla="*/ 772668 h 876300"/>
                <a:gd name="connsiteX15987" fmla="*/ 1065752 w 2419350"/>
                <a:gd name="connsiteY15987" fmla="*/ 770192 h 876300"/>
                <a:gd name="connsiteX15988" fmla="*/ 1065466 w 2419350"/>
                <a:gd name="connsiteY15988" fmla="*/ 769239 h 876300"/>
                <a:gd name="connsiteX15989" fmla="*/ 1064514 w 2419350"/>
                <a:gd name="connsiteY15989" fmla="*/ 769620 h 876300"/>
                <a:gd name="connsiteX15990" fmla="*/ 1064990 w 2419350"/>
                <a:gd name="connsiteY15990" fmla="*/ 770477 h 876300"/>
                <a:gd name="connsiteX15991" fmla="*/ 1065276 w 2419350"/>
                <a:gd name="connsiteY15991" fmla="*/ 770668 h 876300"/>
                <a:gd name="connsiteX15992" fmla="*/ 1064895 w 2419350"/>
                <a:gd name="connsiteY15992" fmla="*/ 771049 h 876300"/>
                <a:gd name="connsiteX15993" fmla="*/ 1064133 w 2419350"/>
                <a:gd name="connsiteY15993" fmla="*/ 770001 h 876300"/>
                <a:gd name="connsiteX15994" fmla="*/ 1064038 w 2419350"/>
                <a:gd name="connsiteY15994" fmla="*/ 768763 h 876300"/>
                <a:gd name="connsiteX15995" fmla="*/ 1064514 w 2419350"/>
                <a:gd name="connsiteY15995" fmla="*/ 767810 h 876300"/>
                <a:gd name="connsiteX15996" fmla="*/ 1065562 w 2419350"/>
                <a:gd name="connsiteY15996" fmla="*/ 767429 h 876300"/>
                <a:gd name="connsiteX15997" fmla="*/ 1066705 w 2419350"/>
                <a:gd name="connsiteY15997" fmla="*/ 767048 h 876300"/>
                <a:gd name="connsiteX15998" fmla="*/ 1067467 w 2419350"/>
                <a:gd name="connsiteY15998" fmla="*/ 766191 h 876300"/>
                <a:gd name="connsiteX15999" fmla="*/ 1068610 w 2419350"/>
                <a:gd name="connsiteY15999" fmla="*/ 764096 h 876300"/>
                <a:gd name="connsiteX16000" fmla="*/ 1070324 w 2419350"/>
                <a:gd name="connsiteY16000" fmla="*/ 762286 h 876300"/>
                <a:gd name="connsiteX16001" fmla="*/ 1072515 w 2419350"/>
                <a:gd name="connsiteY16001" fmla="*/ 760857 h 876300"/>
                <a:gd name="connsiteX16002" fmla="*/ 1079659 w 2419350"/>
                <a:gd name="connsiteY16002" fmla="*/ 758285 h 876300"/>
                <a:gd name="connsiteX16003" fmla="*/ 1080516 w 2419350"/>
                <a:gd name="connsiteY16003" fmla="*/ 757523 h 876300"/>
                <a:gd name="connsiteX16004" fmla="*/ 1080897 w 2419350"/>
                <a:gd name="connsiteY16004" fmla="*/ 756285 h 876300"/>
                <a:gd name="connsiteX16005" fmla="*/ 1081468 w 2419350"/>
                <a:gd name="connsiteY16005" fmla="*/ 755999 h 876300"/>
                <a:gd name="connsiteX16006" fmla="*/ 1085183 w 2419350"/>
                <a:gd name="connsiteY16006" fmla="*/ 755713 h 876300"/>
                <a:gd name="connsiteX16007" fmla="*/ 1085755 w 2419350"/>
                <a:gd name="connsiteY16007" fmla="*/ 755237 h 876300"/>
                <a:gd name="connsiteX16008" fmla="*/ 1087088 w 2419350"/>
                <a:gd name="connsiteY16008" fmla="*/ 753809 h 876300"/>
                <a:gd name="connsiteX16009" fmla="*/ 1088041 w 2419350"/>
                <a:gd name="connsiteY16009" fmla="*/ 753237 h 876300"/>
                <a:gd name="connsiteX16010" fmla="*/ 1089755 w 2419350"/>
                <a:gd name="connsiteY16010" fmla="*/ 751904 h 876300"/>
                <a:gd name="connsiteX16011" fmla="*/ 1090327 w 2419350"/>
                <a:gd name="connsiteY16011" fmla="*/ 751332 h 876300"/>
                <a:gd name="connsiteX16012" fmla="*/ 1090993 w 2419350"/>
                <a:gd name="connsiteY16012" fmla="*/ 749046 h 876300"/>
                <a:gd name="connsiteX16013" fmla="*/ 1089755 w 2419350"/>
                <a:gd name="connsiteY16013" fmla="*/ 747427 h 876300"/>
                <a:gd name="connsiteX16014" fmla="*/ 1087564 w 2419350"/>
                <a:gd name="connsiteY16014" fmla="*/ 746284 h 876300"/>
                <a:gd name="connsiteX16015" fmla="*/ 969169 w 2419350"/>
                <a:gd name="connsiteY16015" fmla="*/ 753428 h 876300"/>
                <a:gd name="connsiteX16016" fmla="*/ 968597 w 2419350"/>
                <a:gd name="connsiteY16016" fmla="*/ 753142 h 876300"/>
                <a:gd name="connsiteX16017" fmla="*/ 965645 w 2419350"/>
                <a:gd name="connsiteY16017" fmla="*/ 752951 h 876300"/>
                <a:gd name="connsiteX16018" fmla="*/ 962978 w 2419350"/>
                <a:gd name="connsiteY16018" fmla="*/ 752380 h 876300"/>
                <a:gd name="connsiteX16019" fmla="*/ 963073 w 2419350"/>
                <a:gd name="connsiteY16019" fmla="*/ 752761 h 876300"/>
                <a:gd name="connsiteX16020" fmla="*/ 963263 w 2419350"/>
                <a:gd name="connsiteY16020" fmla="*/ 753142 h 876300"/>
                <a:gd name="connsiteX16021" fmla="*/ 962501 w 2419350"/>
                <a:gd name="connsiteY16021" fmla="*/ 753713 h 876300"/>
                <a:gd name="connsiteX16022" fmla="*/ 962311 w 2419350"/>
                <a:gd name="connsiteY16022" fmla="*/ 754571 h 876300"/>
                <a:gd name="connsiteX16023" fmla="*/ 962501 w 2419350"/>
                <a:gd name="connsiteY16023" fmla="*/ 755333 h 876300"/>
                <a:gd name="connsiteX16024" fmla="*/ 963073 w 2419350"/>
                <a:gd name="connsiteY16024" fmla="*/ 755713 h 876300"/>
                <a:gd name="connsiteX16025" fmla="*/ 967264 w 2419350"/>
                <a:gd name="connsiteY16025" fmla="*/ 755713 h 876300"/>
                <a:gd name="connsiteX16026" fmla="*/ 968597 w 2419350"/>
                <a:gd name="connsiteY16026" fmla="*/ 755333 h 876300"/>
                <a:gd name="connsiteX16027" fmla="*/ 969264 w 2419350"/>
                <a:gd name="connsiteY16027" fmla="*/ 755237 h 876300"/>
                <a:gd name="connsiteX16028" fmla="*/ 969455 w 2419350"/>
                <a:gd name="connsiteY16028" fmla="*/ 754856 h 876300"/>
                <a:gd name="connsiteX16029" fmla="*/ 969455 w 2419350"/>
                <a:gd name="connsiteY16029" fmla="*/ 754094 h 876300"/>
                <a:gd name="connsiteX16030" fmla="*/ 969169 w 2419350"/>
                <a:gd name="connsiteY16030" fmla="*/ 753428 h 876300"/>
                <a:gd name="connsiteX16031" fmla="*/ 86773 w 2419350"/>
                <a:gd name="connsiteY16031" fmla="*/ 198406 h 876300"/>
                <a:gd name="connsiteX16032" fmla="*/ 86011 w 2419350"/>
                <a:gd name="connsiteY16032" fmla="*/ 198120 h 876300"/>
                <a:gd name="connsiteX16033" fmla="*/ 85154 w 2419350"/>
                <a:gd name="connsiteY16033" fmla="*/ 198025 h 876300"/>
                <a:gd name="connsiteX16034" fmla="*/ 84677 w 2419350"/>
                <a:gd name="connsiteY16034" fmla="*/ 198120 h 876300"/>
                <a:gd name="connsiteX16035" fmla="*/ 84391 w 2419350"/>
                <a:gd name="connsiteY16035" fmla="*/ 198501 h 876300"/>
                <a:gd name="connsiteX16036" fmla="*/ 84201 w 2419350"/>
                <a:gd name="connsiteY16036" fmla="*/ 199168 h 876300"/>
                <a:gd name="connsiteX16037" fmla="*/ 84201 w 2419350"/>
                <a:gd name="connsiteY16037" fmla="*/ 200596 h 876300"/>
                <a:gd name="connsiteX16038" fmla="*/ 84868 w 2419350"/>
                <a:gd name="connsiteY16038" fmla="*/ 201073 h 876300"/>
                <a:gd name="connsiteX16039" fmla="*/ 85915 w 2419350"/>
                <a:gd name="connsiteY16039" fmla="*/ 200882 h 876300"/>
                <a:gd name="connsiteX16040" fmla="*/ 87058 w 2419350"/>
                <a:gd name="connsiteY16040" fmla="*/ 200216 h 876300"/>
                <a:gd name="connsiteX16041" fmla="*/ 87439 w 2419350"/>
                <a:gd name="connsiteY16041" fmla="*/ 199454 h 876300"/>
                <a:gd name="connsiteX16042" fmla="*/ 87249 w 2419350"/>
                <a:gd name="connsiteY16042" fmla="*/ 198882 h 876300"/>
                <a:gd name="connsiteX16043" fmla="*/ 86773 w 2419350"/>
                <a:gd name="connsiteY16043" fmla="*/ 198406 h 876300"/>
                <a:gd name="connsiteX16044" fmla="*/ 738283 w 2419350"/>
                <a:gd name="connsiteY16044" fmla="*/ 716947 h 876300"/>
                <a:gd name="connsiteX16045" fmla="*/ 738092 w 2419350"/>
                <a:gd name="connsiteY16045" fmla="*/ 716756 h 876300"/>
                <a:gd name="connsiteX16046" fmla="*/ 737616 w 2419350"/>
                <a:gd name="connsiteY16046" fmla="*/ 716375 h 876300"/>
                <a:gd name="connsiteX16047" fmla="*/ 734854 w 2419350"/>
                <a:gd name="connsiteY16047" fmla="*/ 714756 h 876300"/>
                <a:gd name="connsiteX16048" fmla="*/ 733139 w 2419350"/>
                <a:gd name="connsiteY16048" fmla="*/ 714280 h 876300"/>
                <a:gd name="connsiteX16049" fmla="*/ 730472 w 2419350"/>
                <a:gd name="connsiteY16049" fmla="*/ 713899 h 876300"/>
                <a:gd name="connsiteX16050" fmla="*/ 727710 w 2419350"/>
                <a:gd name="connsiteY16050" fmla="*/ 712565 h 876300"/>
                <a:gd name="connsiteX16051" fmla="*/ 726948 w 2419350"/>
                <a:gd name="connsiteY16051" fmla="*/ 712946 h 876300"/>
                <a:gd name="connsiteX16052" fmla="*/ 726472 w 2419350"/>
                <a:gd name="connsiteY16052" fmla="*/ 713708 h 876300"/>
                <a:gd name="connsiteX16053" fmla="*/ 726281 w 2419350"/>
                <a:gd name="connsiteY16053" fmla="*/ 714661 h 876300"/>
                <a:gd name="connsiteX16054" fmla="*/ 726567 w 2419350"/>
                <a:gd name="connsiteY16054" fmla="*/ 715423 h 876300"/>
                <a:gd name="connsiteX16055" fmla="*/ 727329 w 2419350"/>
                <a:gd name="connsiteY16055" fmla="*/ 715613 h 876300"/>
                <a:gd name="connsiteX16056" fmla="*/ 729520 w 2419350"/>
                <a:gd name="connsiteY16056" fmla="*/ 715328 h 876300"/>
                <a:gd name="connsiteX16057" fmla="*/ 730282 w 2419350"/>
                <a:gd name="connsiteY16057" fmla="*/ 715613 h 876300"/>
                <a:gd name="connsiteX16058" fmla="*/ 730948 w 2419350"/>
                <a:gd name="connsiteY16058" fmla="*/ 715994 h 876300"/>
                <a:gd name="connsiteX16059" fmla="*/ 734092 w 2419350"/>
                <a:gd name="connsiteY16059" fmla="*/ 716566 h 876300"/>
                <a:gd name="connsiteX16060" fmla="*/ 736949 w 2419350"/>
                <a:gd name="connsiteY16060" fmla="*/ 717518 h 876300"/>
                <a:gd name="connsiteX16061" fmla="*/ 738378 w 2419350"/>
                <a:gd name="connsiteY16061" fmla="*/ 717804 h 876300"/>
                <a:gd name="connsiteX16062" fmla="*/ 738854 w 2419350"/>
                <a:gd name="connsiteY16062" fmla="*/ 717995 h 876300"/>
                <a:gd name="connsiteX16063" fmla="*/ 739235 w 2419350"/>
                <a:gd name="connsiteY16063" fmla="*/ 717899 h 876300"/>
                <a:gd name="connsiteX16064" fmla="*/ 739426 w 2419350"/>
                <a:gd name="connsiteY16064" fmla="*/ 717328 h 876300"/>
                <a:gd name="connsiteX16065" fmla="*/ 739235 w 2419350"/>
                <a:gd name="connsiteY16065" fmla="*/ 716947 h 876300"/>
                <a:gd name="connsiteX16066" fmla="*/ 738283 w 2419350"/>
                <a:gd name="connsiteY16066" fmla="*/ 716947 h 876300"/>
                <a:gd name="connsiteX16067" fmla="*/ 459581 w 2419350"/>
                <a:gd name="connsiteY16067" fmla="*/ 324136 h 876300"/>
                <a:gd name="connsiteX16068" fmla="*/ 458438 w 2419350"/>
                <a:gd name="connsiteY16068" fmla="*/ 323564 h 876300"/>
                <a:gd name="connsiteX16069" fmla="*/ 456247 w 2419350"/>
                <a:gd name="connsiteY16069" fmla="*/ 323183 h 876300"/>
                <a:gd name="connsiteX16070" fmla="*/ 455105 w 2419350"/>
                <a:gd name="connsiteY16070" fmla="*/ 322802 h 876300"/>
                <a:gd name="connsiteX16071" fmla="*/ 454628 w 2419350"/>
                <a:gd name="connsiteY16071" fmla="*/ 322040 h 876300"/>
                <a:gd name="connsiteX16072" fmla="*/ 454057 w 2419350"/>
                <a:gd name="connsiteY16072" fmla="*/ 321755 h 876300"/>
                <a:gd name="connsiteX16073" fmla="*/ 451199 w 2419350"/>
                <a:gd name="connsiteY16073" fmla="*/ 321278 h 876300"/>
                <a:gd name="connsiteX16074" fmla="*/ 450342 w 2419350"/>
                <a:gd name="connsiteY16074" fmla="*/ 321183 h 876300"/>
                <a:gd name="connsiteX16075" fmla="*/ 448437 w 2419350"/>
                <a:gd name="connsiteY16075" fmla="*/ 322231 h 876300"/>
                <a:gd name="connsiteX16076" fmla="*/ 446437 w 2419350"/>
                <a:gd name="connsiteY16076" fmla="*/ 324517 h 876300"/>
                <a:gd name="connsiteX16077" fmla="*/ 445103 w 2419350"/>
                <a:gd name="connsiteY16077" fmla="*/ 326993 h 876300"/>
                <a:gd name="connsiteX16078" fmla="*/ 445198 w 2419350"/>
                <a:gd name="connsiteY16078" fmla="*/ 328708 h 876300"/>
                <a:gd name="connsiteX16079" fmla="*/ 446722 w 2419350"/>
                <a:gd name="connsiteY16079" fmla="*/ 328422 h 876300"/>
                <a:gd name="connsiteX16080" fmla="*/ 449675 w 2419350"/>
                <a:gd name="connsiteY16080" fmla="*/ 329565 h 876300"/>
                <a:gd name="connsiteX16081" fmla="*/ 450818 w 2419350"/>
                <a:gd name="connsiteY16081" fmla="*/ 329279 h 876300"/>
                <a:gd name="connsiteX16082" fmla="*/ 451485 w 2419350"/>
                <a:gd name="connsiteY16082" fmla="*/ 328994 h 876300"/>
                <a:gd name="connsiteX16083" fmla="*/ 452152 w 2419350"/>
                <a:gd name="connsiteY16083" fmla="*/ 329184 h 876300"/>
                <a:gd name="connsiteX16084" fmla="*/ 452723 w 2419350"/>
                <a:gd name="connsiteY16084" fmla="*/ 329565 h 876300"/>
                <a:gd name="connsiteX16085" fmla="*/ 453199 w 2419350"/>
                <a:gd name="connsiteY16085" fmla="*/ 329755 h 876300"/>
                <a:gd name="connsiteX16086" fmla="*/ 453962 w 2419350"/>
                <a:gd name="connsiteY16086" fmla="*/ 329565 h 876300"/>
                <a:gd name="connsiteX16087" fmla="*/ 455200 w 2419350"/>
                <a:gd name="connsiteY16087" fmla="*/ 328803 h 876300"/>
                <a:gd name="connsiteX16088" fmla="*/ 455581 w 2419350"/>
                <a:gd name="connsiteY16088" fmla="*/ 328613 h 876300"/>
                <a:gd name="connsiteX16089" fmla="*/ 456247 w 2419350"/>
                <a:gd name="connsiteY16089" fmla="*/ 328422 h 876300"/>
                <a:gd name="connsiteX16090" fmla="*/ 457676 w 2419350"/>
                <a:gd name="connsiteY16090" fmla="*/ 327660 h 876300"/>
                <a:gd name="connsiteX16091" fmla="*/ 458438 w 2419350"/>
                <a:gd name="connsiteY16091" fmla="*/ 327470 h 876300"/>
                <a:gd name="connsiteX16092" fmla="*/ 460343 w 2419350"/>
                <a:gd name="connsiteY16092" fmla="*/ 327565 h 876300"/>
                <a:gd name="connsiteX16093" fmla="*/ 460724 w 2419350"/>
                <a:gd name="connsiteY16093" fmla="*/ 327470 h 876300"/>
                <a:gd name="connsiteX16094" fmla="*/ 461296 w 2419350"/>
                <a:gd name="connsiteY16094" fmla="*/ 326327 h 876300"/>
                <a:gd name="connsiteX16095" fmla="*/ 460724 w 2419350"/>
                <a:gd name="connsiteY16095" fmla="*/ 325088 h 876300"/>
                <a:gd name="connsiteX16096" fmla="*/ 459581 w 2419350"/>
                <a:gd name="connsiteY16096" fmla="*/ 324136 h 876300"/>
                <a:gd name="connsiteX16097" fmla="*/ 538924 w 2419350"/>
                <a:gd name="connsiteY16097" fmla="*/ 657892 h 876300"/>
                <a:gd name="connsiteX16098" fmla="*/ 539782 w 2419350"/>
                <a:gd name="connsiteY16098" fmla="*/ 657035 h 876300"/>
                <a:gd name="connsiteX16099" fmla="*/ 540163 w 2419350"/>
                <a:gd name="connsiteY16099" fmla="*/ 655130 h 876300"/>
                <a:gd name="connsiteX16100" fmla="*/ 540258 w 2419350"/>
                <a:gd name="connsiteY16100" fmla="*/ 653034 h 876300"/>
                <a:gd name="connsiteX16101" fmla="*/ 540163 w 2419350"/>
                <a:gd name="connsiteY16101" fmla="*/ 651701 h 876300"/>
                <a:gd name="connsiteX16102" fmla="*/ 539591 w 2419350"/>
                <a:gd name="connsiteY16102" fmla="*/ 651701 h 876300"/>
                <a:gd name="connsiteX16103" fmla="*/ 539020 w 2419350"/>
                <a:gd name="connsiteY16103" fmla="*/ 651796 h 876300"/>
                <a:gd name="connsiteX16104" fmla="*/ 538543 w 2419350"/>
                <a:gd name="connsiteY16104" fmla="*/ 651986 h 876300"/>
                <a:gd name="connsiteX16105" fmla="*/ 538353 w 2419350"/>
                <a:gd name="connsiteY16105" fmla="*/ 652367 h 876300"/>
                <a:gd name="connsiteX16106" fmla="*/ 538163 w 2419350"/>
                <a:gd name="connsiteY16106" fmla="*/ 652272 h 876300"/>
                <a:gd name="connsiteX16107" fmla="*/ 537591 w 2419350"/>
                <a:gd name="connsiteY16107" fmla="*/ 652367 h 876300"/>
                <a:gd name="connsiteX16108" fmla="*/ 537020 w 2419350"/>
                <a:gd name="connsiteY16108" fmla="*/ 652748 h 876300"/>
                <a:gd name="connsiteX16109" fmla="*/ 536543 w 2419350"/>
                <a:gd name="connsiteY16109" fmla="*/ 653225 h 876300"/>
                <a:gd name="connsiteX16110" fmla="*/ 536162 w 2419350"/>
                <a:gd name="connsiteY16110" fmla="*/ 652844 h 876300"/>
                <a:gd name="connsiteX16111" fmla="*/ 533495 w 2419350"/>
                <a:gd name="connsiteY16111" fmla="*/ 654939 h 876300"/>
                <a:gd name="connsiteX16112" fmla="*/ 532447 w 2419350"/>
                <a:gd name="connsiteY16112" fmla="*/ 656272 h 876300"/>
                <a:gd name="connsiteX16113" fmla="*/ 532543 w 2419350"/>
                <a:gd name="connsiteY16113" fmla="*/ 657225 h 876300"/>
                <a:gd name="connsiteX16114" fmla="*/ 533209 w 2419350"/>
                <a:gd name="connsiteY16114" fmla="*/ 657035 h 876300"/>
                <a:gd name="connsiteX16115" fmla="*/ 535496 w 2419350"/>
                <a:gd name="connsiteY16115" fmla="*/ 654749 h 876300"/>
                <a:gd name="connsiteX16116" fmla="*/ 535876 w 2419350"/>
                <a:gd name="connsiteY16116" fmla="*/ 656082 h 876300"/>
                <a:gd name="connsiteX16117" fmla="*/ 536257 w 2419350"/>
                <a:gd name="connsiteY16117" fmla="*/ 656654 h 876300"/>
                <a:gd name="connsiteX16118" fmla="*/ 536924 w 2419350"/>
                <a:gd name="connsiteY16118" fmla="*/ 656939 h 876300"/>
                <a:gd name="connsiteX16119" fmla="*/ 536448 w 2419350"/>
                <a:gd name="connsiteY16119" fmla="*/ 657606 h 876300"/>
                <a:gd name="connsiteX16120" fmla="*/ 535972 w 2419350"/>
                <a:gd name="connsiteY16120" fmla="*/ 658559 h 876300"/>
                <a:gd name="connsiteX16121" fmla="*/ 535876 w 2419350"/>
                <a:gd name="connsiteY16121" fmla="*/ 659416 h 876300"/>
                <a:gd name="connsiteX16122" fmla="*/ 536353 w 2419350"/>
                <a:gd name="connsiteY16122" fmla="*/ 659797 h 876300"/>
                <a:gd name="connsiteX16123" fmla="*/ 536924 w 2419350"/>
                <a:gd name="connsiteY16123" fmla="*/ 659511 h 876300"/>
                <a:gd name="connsiteX16124" fmla="*/ 537877 w 2419350"/>
                <a:gd name="connsiteY16124" fmla="*/ 658273 h 876300"/>
                <a:gd name="connsiteX16125" fmla="*/ 538924 w 2419350"/>
                <a:gd name="connsiteY16125" fmla="*/ 657892 h 876300"/>
                <a:gd name="connsiteX16126" fmla="*/ 1145000 w 2419350"/>
                <a:gd name="connsiteY16126" fmla="*/ 750189 h 876300"/>
                <a:gd name="connsiteX16127" fmla="*/ 1144619 w 2419350"/>
                <a:gd name="connsiteY16127" fmla="*/ 748189 h 876300"/>
                <a:gd name="connsiteX16128" fmla="*/ 1143095 w 2419350"/>
                <a:gd name="connsiteY16128" fmla="*/ 746284 h 876300"/>
                <a:gd name="connsiteX16129" fmla="*/ 1141095 w 2419350"/>
                <a:gd name="connsiteY16129" fmla="*/ 744760 h 876300"/>
                <a:gd name="connsiteX16130" fmla="*/ 1139285 w 2419350"/>
                <a:gd name="connsiteY16130" fmla="*/ 743998 h 876300"/>
                <a:gd name="connsiteX16131" fmla="*/ 1137095 w 2419350"/>
                <a:gd name="connsiteY16131" fmla="*/ 743712 h 876300"/>
                <a:gd name="connsiteX16132" fmla="*/ 1136142 w 2419350"/>
                <a:gd name="connsiteY16132" fmla="*/ 743426 h 876300"/>
                <a:gd name="connsiteX16133" fmla="*/ 1135189 w 2419350"/>
                <a:gd name="connsiteY16133" fmla="*/ 742760 h 876300"/>
                <a:gd name="connsiteX16134" fmla="*/ 1134332 w 2419350"/>
                <a:gd name="connsiteY16134" fmla="*/ 742379 h 876300"/>
                <a:gd name="connsiteX16135" fmla="*/ 1132141 w 2419350"/>
                <a:gd name="connsiteY16135" fmla="*/ 741997 h 876300"/>
                <a:gd name="connsiteX16136" fmla="*/ 1128331 w 2419350"/>
                <a:gd name="connsiteY16136" fmla="*/ 740950 h 876300"/>
                <a:gd name="connsiteX16137" fmla="*/ 1126712 w 2419350"/>
                <a:gd name="connsiteY16137" fmla="*/ 740093 h 876300"/>
                <a:gd name="connsiteX16138" fmla="*/ 1125760 w 2419350"/>
                <a:gd name="connsiteY16138" fmla="*/ 740093 h 876300"/>
                <a:gd name="connsiteX16139" fmla="*/ 1120997 w 2419350"/>
                <a:gd name="connsiteY16139" fmla="*/ 741902 h 876300"/>
                <a:gd name="connsiteX16140" fmla="*/ 1120140 w 2419350"/>
                <a:gd name="connsiteY16140" fmla="*/ 742474 h 876300"/>
                <a:gd name="connsiteX16141" fmla="*/ 1115473 w 2419350"/>
                <a:gd name="connsiteY16141" fmla="*/ 747236 h 876300"/>
                <a:gd name="connsiteX16142" fmla="*/ 1114806 w 2419350"/>
                <a:gd name="connsiteY16142" fmla="*/ 747713 h 876300"/>
                <a:gd name="connsiteX16143" fmla="*/ 1113282 w 2419350"/>
                <a:gd name="connsiteY16143" fmla="*/ 748570 h 876300"/>
                <a:gd name="connsiteX16144" fmla="*/ 1112425 w 2419350"/>
                <a:gd name="connsiteY16144" fmla="*/ 749141 h 876300"/>
                <a:gd name="connsiteX16145" fmla="*/ 1112139 w 2419350"/>
                <a:gd name="connsiteY16145" fmla="*/ 749522 h 876300"/>
                <a:gd name="connsiteX16146" fmla="*/ 1111758 w 2419350"/>
                <a:gd name="connsiteY16146" fmla="*/ 750475 h 876300"/>
                <a:gd name="connsiteX16147" fmla="*/ 1111472 w 2419350"/>
                <a:gd name="connsiteY16147" fmla="*/ 750761 h 876300"/>
                <a:gd name="connsiteX16148" fmla="*/ 1111091 w 2419350"/>
                <a:gd name="connsiteY16148" fmla="*/ 750951 h 876300"/>
                <a:gd name="connsiteX16149" fmla="*/ 1109567 w 2419350"/>
                <a:gd name="connsiteY16149" fmla="*/ 750856 h 876300"/>
                <a:gd name="connsiteX16150" fmla="*/ 1108520 w 2419350"/>
                <a:gd name="connsiteY16150" fmla="*/ 751332 h 876300"/>
                <a:gd name="connsiteX16151" fmla="*/ 1107376 w 2419350"/>
                <a:gd name="connsiteY16151" fmla="*/ 752951 h 876300"/>
                <a:gd name="connsiteX16152" fmla="*/ 1107948 w 2419350"/>
                <a:gd name="connsiteY16152" fmla="*/ 755904 h 876300"/>
                <a:gd name="connsiteX16153" fmla="*/ 1109186 w 2419350"/>
                <a:gd name="connsiteY16153" fmla="*/ 757047 h 876300"/>
                <a:gd name="connsiteX16154" fmla="*/ 1109663 w 2419350"/>
                <a:gd name="connsiteY16154" fmla="*/ 760000 h 876300"/>
                <a:gd name="connsiteX16155" fmla="*/ 1109567 w 2419350"/>
                <a:gd name="connsiteY16155" fmla="*/ 763238 h 876300"/>
                <a:gd name="connsiteX16156" fmla="*/ 1109186 w 2419350"/>
                <a:gd name="connsiteY16156" fmla="*/ 765048 h 876300"/>
                <a:gd name="connsiteX16157" fmla="*/ 1108996 w 2419350"/>
                <a:gd name="connsiteY16157" fmla="*/ 767239 h 876300"/>
                <a:gd name="connsiteX16158" fmla="*/ 1110615 w 2419350"/>
                <a:gd name="connsiteY16158" fmla="*/ 767905 h 876300"/>
                <a:gd name="connsiteX16159" fmla="*/ 1110424 w 2419350"/>
                <a:gd name="connsiteY16159" fmla="*/ 768477 h 876300"/>
                <a:gd name="connsiteX16160" fmla="*/ 1109853 w 2419350"/>
                <a:gd name="connsiteY16160" fmla="*/ 768763 h 876300"/>
                <a:gd name="connsiteX16161" fmla="*/ 1109281 w 2419350"/>
                <a:gd name="connsiteY16161" fmla="*/ 769620 h 876300"/>
                <a:gd name="connsiteX16162" fmla="*/ 1108805 w 2419350"/>
                <a:gd name="connsiteY16162" fmla="*/ 769049 h 876300"/>
                <a:gd name="connsiteX16163" fmla="*/ 1108615 w 2419350"/>
                <a:gd name="connsiteY16163" fmla="*/ 768477 h 876300"/>
                <a:gd name="connsiteX16164" fmla="*/ 1108520 w 2419350"/>
                <a:gd name="connsiteY16164" fmla="*/ 768191 h 876300"/>
                <a:gd name="connsiteX16165" fmla="*/ 1108043 w 2419350"/>
                <a:gd name="connsiteY16165" fmla="*/ 768191 h 876300"/>
                <a:gd name="connsiteX16166" fmla="*/ 1107662 w 2419350"/>
                <a:gd name="connsiteY16166" fmla="*/ 768477 h 876300"/>
                <a:gd name="connsiteX16167" fmla="*/ 1107376 w 2419350"/>
                <a:gd name="connsiteY16167" fmla="*/ 768763 h 876300"/>
                <a:gd name="connsiteX16168" fmla="*/ 1107091 w 2419350"/>
                <a:gd name="connsiteY16168" fmla="*/ 768953 h 876300"/>
                <a:gd name="connsiteX16169" fmla="*/ 1106614 w 2419350"/>
                <a:gd name="connsiteY16169" fmla="*/ 768858 h 876300"/>
                <a:gd name="connsiteX16170" fmla="*/ 1106043 w 2419350"/>
                <a:gd name="connsiteY16170" fmla="*/ 768668 h 876300"/>
                <a:gd name="connsiteX16171" fmla="*/ 1105567 w 2419350"/>
                <a:gd name="connsiteY16171" fmla="*/ 768668 h 876300"/>
                <a:gd name="connsiteX16172" fmla="*/ 1104995 w 2419350"/>
                <a:gd name="connsiteY16172" fmla="*/ 768382 h 876300"/>
                <a:gd name="connsiteX16173" fmla="*/ 1104233 w 2419350"/>
                <a:gd name="connsiteY16173" fmla="*/ 768953 h 876300"/>
                <a:gd name="connsiteX16174" fmla="*/ 1103471 w 2419350"/>
                <a:gd name="connsiteY16174" fmla="*/ 769334 h 876300"/>
                <a:gd name="connsiteX16175" fmla="*/ 1102805 w 2419350"/>
                <a:gd name="connsiteY16175" fmla="*/ 769430 h 876300"/>
                <a:gd name="connsiteX16176" fmla="*/ 1101566 w 2419350"/>
                <a:gd name="connsiteY16176" fmla="*/ 769334 h 876300"/>
                <a:gd name="connsiteX16177" fmla="*/ 1100233 w 2419350"/>
                <a:gd name="connsiteY16177" fmla="*/ 769430 h 876300"/>
                <a:gd name="connsiteX16178" fmla="*/ 1099947 w 2419350"/>
                <a:gd name="connsiteY16178" fmla="*/ 768953 h 876300"/>
                <a:gd name="connsiteX16179" fmla="*/ 1099756 w 2419350"/>
                <a:gd name="connsiteY16179" fmla="*/ 768287 h 876300"/>
                <a:gd name="connsiteX16180" fmla="*/ 1099471 w 2419350"/>
                <a:gd name="connsiteY16180" fmla="*/ 767905 h 876300"/>
                <a:gd name="connsiteX16181" fmla="*/ 1098899 w 2419350"/>
                <a:gd name="connsiteY16181" fmla="*/ 768191 h 876300"/>
                <a:gd name="connsiteX16182" fmla="*/ 1097851 w 2419350"/>
                <a:gd name="connsiteY16182" fmla="*/ 767905 h 876300"/>
                <a:gd name="connsiteX16183" fmla="*/ 1097089 w 2419350"/>
                <a:gd name="connsiteY16183" fmla="*/ 769144 h 876300"/>
                <a:gd name="connsiteX16184" fmla="*/ 1096899 w 2419350"/>
                <a:gd name="connsiteY16184" fmla="*/ 770287 h 876300"/>
                <a:gd name="connsiteX16185" fmla="*/ 1096804 w 2419350"/>
                <a:gd name="connsiteY16185" fmla="*/ 771430 h 876300"/>
                <a:gd name="connsiteX16186" fmla="*/ 1097375 w 2419350"/>
                <a:gd name="connsiteY16186" fmla="*/ 772763 h 876300"/>
                <a:gd name="connsiteX16187" fmla="*/ 1098899 w 2419350"/>
                <a:gd name="connsiteY16187" fmla="*/ 772954 h 876300"/>
                <a:gd name="connsiteX16188" fmla="*/ 1102138 w 2419350"/>
                <a:gd name="connsiteY16188" fmla="*/ 774763 h 876300"/>
                <a:gd name="connsiteX16189" fmla="*/ 1102995 w 2419350"/>
                <a:gd name="connsiteY16189" fmla="*/ 774954 h 876300"/>
                <a:gd name="connsiteX16190" fmla="*/ 1103757 w 2419350"/>
                <a:gd name="connsiteY16190" fmla="*/ 774763 h 876300"/>
                <a:gd name="connsiteX16191" fmla="*/ 1104043 w 2419350"/>
                <a:gd name="connsiteY16191" fmla="*/ 774478 h 876300"/>
                <a:gd name="connsiteX16192" fmla="*/ 1104329 w 2419350"/>
                <a:gd name="connsiteY16192" fmla="*/ 774478 h 876300"/>
                <a:gd name="connsiteX16193" fmla="*/ 1104995 w 2419350"/>
                <a:gd name="connsiteY16193" fmla="*/ 774954 h 876300"/>
                <a:gd name="connsiteX16194" fmla="*/ 1105376 w 2419350"/>
                <a:gd name="connsiteY16194" fmla="*/ 775430 h 876300"/>
                <a:gd name="connsiteX16195" fmla="*/ 1105757 w 2419350"/>
                <a:gd name="connsiteY16195" fmla="*/ 776669 h 876300"/>
                <a:gd name="connsiteX16196" fmla="*/ 1106043 w 2419350"/>
                <a:gd name="connsiteY16196" fmla="*/ 777145 h 876300"/>
                <a:gd name="connsiteX16197" fmla="*/ 1106424 w 2419350"/>
                <a:gd name="connsiteY16197" fmla="*/ 777430 h 876300"/>
                <a:gd name="connsiteX16198" fmla="*/ 1106900 w 2419350"/>
                <a:gd name="connsiteY16198" fmla="*/ 777621 h 876300"/>
                <a:gd name="connsiteX16199" fmla="*/ 1107472 w 2419350"/>
                <a:gd name="connsiteY16199" fmla="*/ 777621 h 876300"/>
                <a:gd name="connsiteX16200" fmla="*/ 1108043 w 2419350"/>
                <a:gd name="connsiteY16200" fmla="*/ 777335 h 876300"/>
                <a:gd name="connsiteX16201" fmla="*/ 1107853 w 2419350"/>
                <a:gd name="connsiteY16201" fmla="*/ 776288 h 876300"/>
                <a:gd name="connsiteX16202" fmla="*/ 1107853 w 2419350"/>
                <a:gd name="connsiteY16202" fmla="*/ 775621 h 876300"/>
                <a:gd name="connsiteX16203" fmla="*/ 1108043 w 2419350"/>
                <a:gd name="connsiteY16203" fmla="*/ 775335 h 876300"/>
                <a:gd name="connsiteX16204" fmla="*/ 1108520 w 2419350"/>
                <a:gd name="connsiteY16204" fmla="*/ 775240 h 876300"/>
                <a:gd name="connsiteX16205" fmla="*/ 1108996 w 2419350"/>
                <a:gd name="connsiteY16205" fmla="*/ 775049 h 876300"/>
                <a:gd name="connsiteX16206" fmla="*/ 1109472 w 2419350"/>
                <a:gd name="connsiteY16206" fmla="*/ 774859 h 876300"/>
                <a:gd name="connsiteX16207" fmla="*/ 1109948 w 2419350"/>
                <a:gd name="connsiteY16207" fmla="*/ 774954 h 876300"/>
                <a:gd name="connsiteX16208" fmla="*/ 1110234 w 2419350"/>
                <a:gd name="connsiteY16208" fmla="*/ 775335 h 876300"/>
                <a:gd name="connsiteX16209" fmla="*/ 1110139 w 2419350"/>
                <a:gd name="connsiteY16209" fmla="*/ 775716 h 876300"/>
                <a:gd name="connsiteX16210" fmla="*/ 1109758 w 2419350"/>
                <a:gd name="connsiteY16210" fmla="*/ 776097 h 876300"/>
                <a:gd name="connsiteX16211" fmla="*/ 1109186 w 2419350"/>
                <a:gd name="connsiteY16211" fmla="*/ 776383 h 876300"/>
                <a:gd name="connsiteX16212" fmla="*/ 1109853 w 2419350"/>
                <a:gd name="connsiteY16212" fmla="*/ 776954 h 876300"/>
                <a:gd name="connsiteX16213" fmla="*/ 1110615 w 2419350"/>
                <a:gd name="connsiteY16213" fmla="*/ 777050 h 876300"/>
                <a:gd name="connsiteX16214" fmla="*/ 1111187 w 2419350"/>
                <a:gd name="connsiteY16214" fmla="*/ 776669 h 876300"/>
                <a:gd name="connsiteX16215" fmla="*/ 1111377 w 2419350"/>
                <a:gd name="connsiteY16215" fmla="*/ 775906 h 876300"/>
                <a:gd name="connsiteX16216" fmla="*/ 1113854 w 2419350"/>
                <a:gd name="connsiteY16216" fmla="*/ 775906 h 876300"/>
                <a:gd name="connsiteX16217" fmla="*/ 1114615 w 2419350"/>
                <a:gd name="connsiteY16217" fmla="*/ 776097 h 876300"/>
                <a:gd name="connsiteX16218" fmla="*/ 1115187 w 2419350"/>
                <a:gd name="connsiteY16218" fmla="*/ 776573 h 876300"/>
                <a:gd name="connsiteX16219" fmla="*/ 1116139 w 2419350"/>
                <a:gd name="connsiteY16219" fmla="*/ 778002 h 876300"/>
                <a:gd name="connsiteX16220" fmla="*/ 1116616 w 2419350"/>
                <a:gd name="connsiteY16220" fmla="*/ 778288 h 876300"/>
                <a:gd name="connsiteX16221" fmla="*/ 1116997 w 2419350"/>
                <a:gd name="connsiteY16221" fmla="*/ 778193 h 876300"/>
                <a:gd name="connsiteX16222" fmla="*/ 1117664 w 2419350"/>
                <a:gd name="connsiteY16222" fmla="*/ 777716 h 876300"/>
                <a:gd name="connsiteX16223" fmla="*/ 1118235 w 2419350"/>
                <a:gd name="connsiteY16223" fmla="*/ 777621 h 876300"/>
                <a:gd name="connsiteX16224" fmla="*/ 1118616 w 2419350"/>
                <a:gd name="connsiteY16224" fmla="*/ 777716 h 876300"/>
                <a:gd name="connsiteX16225" fmla="*/ 1118997 w 2419350"/>
                <a:gd name="connsiteY16225" fmla="*/ 778193 h 876300"/>
                <a:gd name="connsiteX16226" fmla="*/ 1119283 w 2419350"/>
                <a:gd name="connsiteY16226" fmla="*/ 778288 h 876300"/>
                <a:gd name="connsiteX16227" fmla="*/ 1120140 w 2419350"/>
                <a:gd name="connsiteY16227" fmla="*/ 778097 h 876300"/>
                <a:gd name="connsiteX16228" fmla="*/ 1122140 w 2419350"/>
                <a:gd name="connsiteY16228" fmla="*/ 777335 h 876300"/>
                <a:gd name="connsiteX16229" fmla="*/ 1123093 w 2419350"/>
                <a:gd name="connsiteY16229" fmla="*/ 777145 h 876300"/>
                <a:gd name="connsiteX16230" fmla="*/ 1123569 w 2419350"/>
                <a:gd name="connsiteY16230" fmla="*/ 777335 h 876300"/>
                <a:gd name="connsiteX16231" fmla="*/ 1123855 w 2419350"/>
                <a:gd name="connsiteY16231" fmla="*/ 777812 h 876300"/>
                <a:gd name="connsiteX16232" fmla="*/ 1124045 w 2419350"/>
                <a:gd name="connsiteY16232" fmla="*/ 778288 h 876300"/>
                <a:gd name="connsiteX16233" fmla="*/ 1124236 w 2419350"/>
                <a:gd name="connsiteY16233" fmla="*/ 778574 h 876300"/>
                <a:gd name="connsiteX16234" fmla="*/ 1124712 w 2419350"/>
                <a:gd name="connsiteY16234" fmla="*/ 778478 h 876300"/>
                <a:gd name="connsiteX16235" fmla="*/ 1125188 w 2419350"/>
                <a:gd name="connsiteY16235" fmla="*/ 777812 h 876300"/>
                <a:gd name="connsiteX16236" fmla="*/ 1125664 w 2419350"/>
                <a:gd name="connsiteY16236" fmla="*/ 777812 h 876300"/>
                <a:gd name="connsiteX16237" fmla="*/ 1126141 w 2419350"/>
                <a:gd name="connsiteY16237" fmla="*/ 778383 h 876300"/>
                <a:gd name="connsiteX16238" fmla="*/ 1126141 w 2419350"/>
                <a:gd name="connsiteY16238" fmla="*/ 779145 h 876300"/>
                <a:gd name="connsiteX16239" fmla="*/ 1126236 w 2419350"/>
                <a:gd name="connsiteY16239" fmla="*/ 779717 h 876300"/>
                <a:gd name="connsiteX16240" fmla="*/ 1126998 w 2419350"/>
                <a:gd name="connsiteY16240" fmla="*/ 780002 h 876300"/>
                <a:gd name="connsiteX16241" fmla="*/ 1126903 w 2419350"/>
                <a:gd name="connsiteY16241" fmla="*/ 778002 h 876300"/>
                <a:gd name="connsiteX16242" fmla="*/ 1126712 w 2419350"/>
                <a:gd name="connsiteY16242" fmla="*/ 776192 h 876300"/>
                <a:gd name="connsiteX16243" fmla="*/ 1126712 w 2419350"/>
                <a:gd name="connsiteY16243" fmla="*/ 774763 h 876300"/>
                <a:gd name="connsiteX16244" fmla="*/ 1128046 w 2419350"/>
                <a:gd name="connsiteY16244" fmla="*/ 773716 h 876300"/>
                <a:gd name="connsiteX16245" fmla="*/ 1129760 w 2419350"/>
                <a:gd name="connsiteY16245" fmla="*/ 773525 h 876300"/>
                <a:gd name="connsiteX16246" fmla="*/ 1130617 w 2419350"/>
                <a:gd name="connsiteY16246" fmla="*/ 773811 h 876300"/>
                <a:gd name="connsiteX16247" fmla="*/ 1130046 w 2419350"/>
                <a:gd name="connsiteY16247" fmla="*/ 775145 h 876300"/>
                <a:gd name="connsiteX16248" fmla="*/ 1129665 w 2419350"/>
                <a:gd name="connsiteY16248" fmla="*/ 776288 h 876300"/>
                <a:gd name="connsiteX16249" fmla="*/ 1128617 w 2419350"/>
                <a:gd name="connsiteY16249" fmla="*/ 777526 h 876300"/>
                <a:gd name="connsiteX16250" fmla="*/ 1129379 w 2419350"/>
                <a:gd name="connsiteY16250" fmla="*/ 778002 h 876300"/>
                <a:gd name="connsiteX16251" fmla="*/ 1130903 w 2419350"/>
                <a:gd name="connsiteY16251" fmla="*/ 778002 h 876300"/>
                <a:gd name="connsiteX16252" fmla="*/ 1132713 w 2419350"/>
                <a:gd name="connsiteY16252" fmla="*/ 776764 h 876300"/>
                <a:gd name="connsiteX16253" fmla="*/ 1133475 w 2419350"/>
                <a:gd name="connsiteY16253" fmla="*/ 777050 h 876300"/>
                <a:gd name="connsiteX16254" fmla="*/ 1135666 w 2419350"/>
                <a:gd name="connsiteY16254" fmla="*/ 776669 h 876300"/>
                <a:gd name="connsiteX16255" fmla="*/ 1136904 w 2419350"/>
                <a:gd name="connsiteY16255" fmla="*/ 774954 h 876300"/>
                <a:gd name="connsiteX16256" fmla="*/ 1136047 w 2419350"/>
                <a:gd name="connsiteY16256" fmla="*/ 774763 h 876300"/>
                <a:gd name="connsiteX16257" fmla="*/ 1135380 w 2419350"/>
                <a:gd name="connsiteY16257" fmla="*/ 774192 h 876300"/>
                <a:gd name="connsiteX16258" fmla="*/ 1134713 w 2419350"/>
                <a:gd name="connsiteY16258" fmla="*/ 774002 h 876300"/>
                <a:gd name="connsiteX16259" fmla="*/ 1134332 w 2419350"/>
                <a:gd name="connsiteY16259" fmla="*/ 773525 h 876300"/>
                <a:gd name="connsiteX16260" fmla="*/ 1133761 w 2419350"/>
                <a:gd name="connsiteY16260" fmla="*/ 773906 h 876300"/>
                <a:gd name="connsiteX16261" fmla="*/ 1133284 w 2419350"/>
                <a:gd name="connsiteY16261" fmla="*/ 774763 h 876300"/>
                <a:gd name="connsiteX16262" fmla="*/ 1132713 w 2419350"/>
                <a:gd name="connsiteY16262" fmla="*/ 774668 h 876300"/>
                <a:gd name="connsiteX16263" fmla="*/ 1132523 w 2419350"/>
                <a:gd name="connsiteY16263" fmla="*/ 774097 h 876300"/>
                <a:gd name="connsiteX16264" fmla="*/ 1132618 w 2419350"/>
                <a:gd name="connsiteY16264" fmla="*/ 773335 h 876300"/>
                <a:gd name="connsiteX16265" fmla="*/ 1132237 w 2419350"/>
                <a:gd name="connsiteY16265" fmla="*/ 771716 h 876300"/>
                <a:gd name="connsiteX16266" fmla="*/ 1133189 w 2419350"/>
                <a:gd name="connsiteY16266" fmla="*/ 770477 h 876300"/>
                <a:gd name="connsiteX16267" fmla="*/ 1135094 w 2419350"/>
                <a:gd name="connsiteY16267" fmla="*/ 768668 h 876300"/>
                <a:gd name="connsiteX16268" fmla="*/ 1136523 w 2419350"/>
                <a:gd name="connsiteY16268" fmla="*/ 766191 h 876300"/>
                <a:gd name="connsiteX16269" fmla="*/ 1137475 w 2419350"/>
                <a:gd name="connsiteY16269" fmla="*/ 764572 h 876300"/>
                <a:gd name="connsiteX16270" fmla="*/ 1138523 w 2419350"/>
                <a:gd name="connsiteY16270" fmla="*/ 762857 h 876300"/>
                <a:gd name="connsiteX16271" fmla="*/ 1138999 w 2419350"/>
                <a:gd name="connsiteY16271" fmla="*/ 761810 h 876300"/>
                <a:gd name="connsiteX16272" fmla="*/ 1141190 w 2419350"/>
                <a:gd name="connsiteY16272" fmla="*/ 759619 h 876300"/>
                <a:gd name="connsiteX16273" fmla="*/ 1141857 w 2419350"/>
                <a:gd name="connsiteY16273" fmla="*/ 758666 h 876300"/>
                <a:gd name="connsiteX16274" fmla="*/ 1142048 w 2419350"/>
                <a:gd name="connsiteY16274" fmla="*/ 754666 h 876300"/>
                <a:gd name="connsiteX16275" fmla="*/ 1142429 w 2419350"/>
                <a:gd name="connsiteY16275" fmla="*/ 753999 h 876300"/>
                <a:gd name="connsiteX16276" fmla="*/ 1143000 w 2419350"/>
                <a:gd name="connsiteY16276" fmla="*/ 753428 h 876300"/>
                <a:gd name="connsiteX16277" fmla="*/ 1144714 w 2419350"/>
                <a:gd name="connsiteY16277" fmla="*/ 750856 h 876300"/>
                <a:gd name="connsiteX16278" fmla="*/ 1145000 w 2419350"/>
                <a:gd name="connsiteY16278" fmla="*/ 750189 h 876300"/>
                <a:gd name="connsiteX16279" fmla="*/ 1466659 w 2419350"/>
                <a:gd name="connsiteY16279" fmla="*/ 758666 h 876300"/>
                <a:gd name="connsiteX16280" fmla="*/ 1464469 w 2419350"/>
                <a:gd name="connsiteY16280" fmla="*/ 755237 h 876300"/>
                <a:gd name="connsiteX16281" fmla="*/ 1464278 w 2419350"/>
                <a:gd name="connsiteY16281" fmla="*/ 754761 h 876300"/>
                <a:gd name="connsiteX16282" fmla="*/ 1464183 w 2419350"/>
                <a:gd name="connsiteY16282" fmla="*/ 754380 h 876300"/>
                <a:gd name="connsiteX16283" fmla="*/ 1464183 w 2419350"/>
                <a:gd name="connsiteY16283" fmla="*/ 753332 h 876300"/>
                <a:gd name="connsiteX16284" fmla="*/ 1464373 w 2419350"/>
                <a:gd name="connsiteY16284" fmla="*/ 752666 h 876300"/>
                <a:gd name="connsiteX16285" fmla="*/ 1464755 w 2419350"/>
                <a:gd name="connsiteY16285" fmla="*/ 752189 h 876300"/>
                <a:gd name="connsiteX16286" fmla="*/ 1465136 w 2419350"/>
                <a:gd name="connsiteY16286" fmla="*/ 752094 h 876300"/>
                <a:gd name="connsiteX16287" fmla="*/ 1465326 w 2419350"/>
                <a:gd name="connsiteY16287" fmla="*/ 752570 h 876300"/>
                <a:gd name="connsiteX16288" fmla="*/ 1465802 w 2419350"/>
                <a:gd name="connsiteY16288" fmla="*/ 752951 h 876300"/>
                <a:gd name="connsiteX16289" fmla="*/ 1466945 w 2419350"/>
                <a:gd name="connsiteY16289" fmla="*/ 753523 h 876300"/>
                <a:gd name="connsiteX16290" fmla="*/ 1468279 w 2419350"/>
                <a:gd name="connsiteY16290" fmla="*/ 753904 h 876300"/>
                <a:gd name="connsiteX16291" fmla="*/ 1469231 w 2419350"/>
                <a:gd name="connsiteY16291" fmla="*/ 753809 h 876300"/>
                <a:gd name="connsiteX16292" fmla="*/ 1469612 w 2419350"/>
                <a:gd name="connsiteY16292" fmla="*/ 753047 h 876300"/>
                <a:gd name="connsiteX16293" fmla="*/ 1469612 w 2419350"/>
                <a:gd name="connsiteY16293" fmla="*/ 751999 h 876300"/>
                <a:gd name="connsiteX16294" fmla="*/ 1469231 w 2419350"/>
                <a:gd name="connsiteY16294" fmla="*/ 749999 h 876300"/>
                <a:gd name="connsiteX16295" fmla="*/ 1469612 w 2419350"/>
                <a:gd name="connsiteY16295" fmla="*/ 748665 h 876300"/>
                <a:gd name="connsiteX16296" fmla="*/ 1470470 w 2419350"/>
                <a:gd name="connsiteY16296" fmla="*/ 747903 h 876300"/>
                <a:gd name="connsiteX16297" fmla="*/ 1471613 w 2419350"/>
                <a:gd name="connsiteY16297" fmla="*/ 747617 h 876300"/>
                <a:gd name="connsiteX16298" fmla="*/ 1474661 w 2419350"/>
                <a:gd name="connsiteY16298" fmla="*/ 747427 h 876300"/>
                <a:gd name="connsiteX16299" fmla="*/ 1475613 w 2419350"/>
                <a:gd name="connsiteY16299" fmla="*/ 747046 h 876300"/>
                <a:gd name="connsiteX16300" fmla="*/ 1475994 w 2419350"/>
                <a:gd name="connsiteY16300" fmla="*/ 746284 h 876300"/>
                <a:gd name="connsiteX16301" fmla="*/ 1476089 w 2419350"/>
                <a:gd name="connsiteY16301" fmla="*/ 745046 h 876300"/>
                <a:gd name="connsiteX16302" fmla="*/ 1475994 w 2419350"/>
                <a:gd name="connsiteY16302" fmla="*/ 744569 h 876300"/>
                <a:gd name="connsiteX16303" fmla="*/ 1475708 w 2419350"/>
                <a:gd name="connsiteY16303" fmla="*/ 744093 h 876300"/>
                <a:gd name="connsiteX16304" fmla="*/ 1474946 w 2419350"/>
                <a:gd name="connsiteY16304" fmla="*/ 743141 h 876300"/>
                <a:gd name="connsiteX16305" fmla="*/ 1473422 w 2419350"/>
                <a:gd name="connsiteY16305" fmla="*/ 739712 h 876300"/>
                <a:gd name="connsiteX16306" fmla="*/ 1473708 w 2419350"/>
                <a:gd name="connsiteY16306" fmla="*/ 737806 h 876300"/>
                <a:gd name="connsiteX16307" fmla="*/ 1473517 w 2419350"/>
                <a:gd name="connsiteY16307" fmla="*/ 737140 h 876300"/>
                <a:gd name="connsiteX16308" fmla="*/ 1472756 w 2419350"/>
                <a:gd name="connsiteY16308" fmla="*/ 736283 h 876300"/>
                <a:gd name="connsiteX16309" fmla="*/ 1471327 w 2419350"/>
                <a:gd name="connsiteY16309" fmla="*/ 735235 h 876300"/>
                <a:gd name="connsiteX16310" fmla="*/ 1470279 w 2419350"/>
                <a:gd name="connsiteY16310" fmla="*/ 734663 h 876300"/>
                <a:gd name="connsiteX16311" fmla="*/ 1469422 w 2419350"/>
                <a:gd name="connsiteY16311" fmla="*/ 734473 h 876300"/>
                <a:gd name="connsiteX16312" fmla="*/ 1469041 w 2419350"/>
                <a:gd name="connsiteY16312" fmla="*/ 734378 h 876300"/>
                <a:gd name="connsiteX16313" fmla="*/ 1468564 w 2419350"/>
                <a:gd name="connsiteY16313" fmla="*/ 733425 h 876300"/>
                <a:gd name="connsiteX16314" fmla="*/ 1468088 w 2419350"/>
                <a:gd name="connsiteY16314" fmla="*/ 733139 h 876300"/>
                <a:gd name="connsiteX16315" fmla="*/ 1467326 w 2419350"/>
                <a:gd name="connsiteY16315" fmla="*/ 733139 h 876300"/>
                <a:gd name="connsiteX16316" fmla="*/ 1466850 w 2419350"/>
                <a:gd name="connsiteY16316" fmla="*/ 733330 h 876300"/>
                <a:gd name="connsiteX16317" fmla="*/ 1465898 w 2419350"/>
                <a:gd name="connsiteY16317" fmla="*/ 734092 h 876300"/>
                <a:gd name="connsiteX16318" fmla="*/ 1463802 w 2419350"/>
                <a:gd name="connsiteY16318" fmla="*/ 735139 h 876300"/>
                <a:gd name="connsiteX16319" fmla="*/ 1463231 w 2419350"/>
                <a:gd name="connsiteY16319" fmla="*/ 735902 h 876300"/>
                <a:gd name="connsiteX16320" fmla="*/ 1463040 w 2419350"/>
                <a:gd name="connsiteY16320" fmla="*/ 737140 h 876300"/>
                <a:gd name="connsiteX16321" fmla="*/ 1462754 w 2419350"/>
                <a:gd name="connsiteY16321" fmla="*/ 737902 h 876300"/>
                <a:gd name="connsiteX16322" fmla="*/ 1461135 w 2419350"/>
                <a:gd name="connsiteY16322" fmla="*/ 740283 h 876300"/>
                <a:gd name="connsiteX16323" fmla="*/ 1460849 w 2419350"/>
                <a:gd name="connsiteY16323" fmla="*/ 741140 h 876300"/>
                <a:gd name="connsiteX16324" fmla="*/ 1460945 w 2419350"/>
                <a:gd name="connsiteY16324" fmla="*/ 741521 h 876300"/>
                <a:gd name="connsiteX16325" fmla="*/ 1461325 w 2419350"/>
                <a:gd name="connsiteY16325" fmla="*/ 741712 h 876300"/>
                <a:gd name="connsiteX16326" fmla="*/ 1463231 w 2419350"/>
                <a:gd name="connsiteY16326" fmla="*/ 741521 h 876300"/>
                <a:gd name="connsiteX16327" fmla="*/ 1463516 w 2419350"/>
                <a:gd name="connsiteY16327" fmla="*/ 741617 h 876300"/>
                <a:gd name="connsiteX16328" fmla="*/ 1464564 w 2419350"/>
                <a:gd name="connsiteY16328" fmla="*/ 740759 h 876300"/>
                <a:gd name="connsiteX16329" fmla="*/ 1465707 w 2419350"/>
                <a:gd name="connsiteY16329" fmla="*/ 740093 h 876300"/>
                <a:gd name="connsiteX16330" fmla="*/ 1466945 w 2419350"/>
                <a:gd name="connsiteY16330" fmla="*/ 739521 h 876300"/>
                <a:gd name="connsiteX16331" fmla="*/ 1468183 w 2419350"/>
                <a:gd name="connsiteY16331" fmla="*/ 739235 h 876300"/>
                <a:gd name="connsiteX16332" fmla="*/ 1470374 w 2419350"/>
                <a:gd name="connsiteY16332" fmla="*/ 739330 h 876300"/>
                <a:gd name="connsiteX16333" fmla="*/ 1471613 w 2419350"/>
                <a:gd name="connsiteY16333" fmla="*/ 739616 h 876300"/>
                <a:gd name="connsiteX16334" fmla="*/ 1472184 w 2419350"/>
                <a:gd name="connsiteY16334" fmla="*/ 740093 h 876300"/>
                <a:gd name="connsiteX16335" fmla="*/ 1471803 w 2419350"/>
                <a:gd name="connsiteY16335" fmla="*/ 740759 h 876300"/>
                <a:gd name="connsiteX16336" fmla="*/ 1468469 w 2419350"/>
                <a:gd name="connsiteY16336" fmla="*/ 744474 h 876300"/>
                <a:gd name="connsiteX16337" fmla="*/ 1465231 w 2419350"/>
                <a:gd name="connsiteY16337" fmla="*/ 745522 h 876300"/>
                <a:gd name="connsiteX16338" fmla="*/ 1463802 w 2419350"/>
                <a:gd name="connsiteY16338" fmla="*/ 746474 h 876300"/>
                <a:gd name="connsiteX16339" fmla="*/ 1462659 w 2419350"/>
                <a:gd name="connsiteY16339" fmla="*/ 747998 h 876300"/>
                <a:gd name="connsiteX16340" fmla="*/ 1461897 w 2419350"/>
                <a:gd name="connsiteY16340" fmla="*/ 748475 h 876300"/>
                <a:gd name="connsiteX16341" fmla="*/ 1460659 w 2419350"/>
                <a:gd name="connsiteY16341" fmla="*/ 748665 h 876300"/>
                <a:gd name="connsiteX16342" fmla="*/ 1459801 w 2419350"/>
                <a:gd name="connsiteY16342" fmla="*/ 748951 h 876300"/>
                <a:gd name="connsiteX16343" fmla="*/ 1459039 w 2419350"/>
                <a:gd name="connsiteY16343" fmla="*/ 749427 h 876300"/>
                <a:gd name="connsiteX16344" fmla="*/ 1458182 w 2419350"/>
                <a:gd name="connsiteY16344" fmla="*/ 749713 h 876300"/>
                <a:gd name="connsiteX16345" fmla="*/ 1457230 w 2419350"/>
                <a:gd name="connsiteY16345" fmla="*/ 749332 h 876300"/>
                <a:gd name="connsiteX16346" fmla="*/ 1456277 w 2419350"/>
                <a:gd name="connsiteY16346" fmla="*/ 749713 h 876300"/>
                <a:gd name="connsiteX16347" fmla="*/ 1454277 w 2419350"/>
                <a:gd name="connsiteY16347" fmla="*/ 749808 h 876300"/>
                <a:gd name="connsiteX16348" fmla="*/ 1453420 w 2419350"/>
                <a:gd name="connsiteY16348" fmla="*/ 750284 h 876300"/>
                <a:gd name="connsiteX16349" fmla="*/ 1451515 w 2419350"/>
                <a:gd name="connsiteY16349" fmla="*/ 752761 h 876300"/>
                <a:gd name="connsiteX16350" fmla="*/ 1450753 w 2419350"/>
                <a:gd name="connsiteY16350" fmla="*/ 753428 h 876300"/>
                <a:gd name="connsiteX16351" fmla="*/ 1447990 w 2419350"/>
                <a:gd name="connsiteY16351" fmla="*/ 754571 h 876300"/>
                <a:gd name="connsiteX16352" fmla="*/ 1447514 w 2419350"/>
                <a:gd name="connsiteY16352" fmla="*/ 755047 h 876300"/>
                <a:gd name="connsiteX16353" fmla="*/ 1447419 w 2419350"/>
                <a:gd name="connsiteY16353" fmla="*/ 755618 h 876300"/>
                <a:gd name="connsiteX16354" fmla="*/ 1447324 w 2419350"/>
                <a:gd name="connsiteY16354" fmla="*/ 755904 h 876300"/>
                <a:gd name="connsiteX16355" fmla="*/ 1447324 w 2419350"/>
                <a:gd name="connsiteY16355" fmla="*/ 756190 h 876300"/>
                <a:gd name="connsiteX16356" fmla="*/ 1447514 w 2419350"/>
                <a:gd name="connsiteY16356" fmla="*/ 756666 h 876300"/>
                <a:gd name="connsiteX16357" fmla="*/ 1447800 w 2419350"/>
                <a:gd name="connsiteY16357" fmla="*/ 756856 h 876300"/>
                <a:gd name="connsiteX16358" fmla="*/ 1448657 w 2419350"/>
                <a:gd name="connsiteY16358" fmla="*/ 757047 h 876300"/>
                <a:gd name="connsiteX16359" fmla="*/ 1448943 w 2419350"/>
                <a:gd name="connsiteY16359" fmla="*/ 757333 h 876300"/>
                <a:gd name="connsiteX16360" fmla="*/ 1449038 w 2419350"/>
                <a:gd name="connsiteY16360" fmla="*/ 758666 h 876300"/>
                <a:gd name="connsiteX16361" fmla="*/ 1448276 w 2419350"/>
                <a:gd name="connsiteY16361" fmla="*/ 759905 h 876300"/>
                <a:gd name="connsiteX16362" fmla="*/ 1447038 w 2419350"/>
                <a:gd name="connsiteY16362" fmla="*/ 760857 h 876300"/>
                <a:gd name="connsiteX16363" fmla="*/ 1445609 w 2419350"/>
                <a:gd name="connsiteY16363" fmla="*/ 761333 h 876300"/>
                <a:gd name="connsiteX16364" fmla="*/ 1437037 w 2419350"/>
                <a:gd name="connsiteY16364" fmla="*/ 762953 h 876300"/>
                <a:gd name="connsiteX16365" fmla="*/ 1435417 w 2419350"/>
                <a:gd name="connsiteY16365" fmla="*/ 762857 h 876300"/>
                <a:gd name="connsiteX16366" fmla="*/ 1433893 w 2419350"/>
                <a:gd name="connsiteY16366" fmla="*/ 762095 h 876300"/>
                <a:gd name="connsiteX16367" fmla="*/ 1429226 w 2419350"/>
                <a:gd name="connsiteY16367" fmla="*/ 758095 h 876300"/>
                <a:gd name="connsiteX16368" fmla="*/ 1428369 w 2419350"/>
                <a:gd name="connsiteY16368" fmla="*/ 757714 h 876300"/>
                <a:gd name="connsiteX16369" fmla="*/ 1427702 w 2419350"/>
                <a:gd name="connsiteY16369" fmla="*/ 757619 h 876300"/>
                <a:gd name="connsiteX16370" fmla="*/ 1426655 w 2419350"/>
                <a:gd name="connsiteY16370" fmla="*/ 756952 h 876300"/>
                <a:gd name="connsiteX16371" fmla="*/ 1426083 w 2419350"/>
                <a:gd name="connsiteY16371" fmla="*/ 756666 h 876300"/>
                <a:gd name="connsiteX16372" fmla="*/ 1425512 w 2419350"/>
                <a:gd name="connsiteY16372" fmla="*/ 756666 h 876300"/>
                <a:gd name="connsiteX16373" fmla="*/ 1424368 w 2419350"/>
                <a:gd name="connsiteY16373" fmla="*/ 756761 h 876300"/>
                <a:gd name="connsiteX16374" fmla="*/ 1423892 w 2419350"/>
                <a:gd name="connsiteY16374" fmla="*/ 756666 h 876300"/>
                <a:gd name="connsiteX16375" fmla="*/ 1423130 w 2419350"/>
                <a:gd name="connsiteY16375" fmla="*/ 755904 h 876300"/>
                <a:gd name="connsiteX16376" fmla="*/ 1422940 w 2419350"/>
                <a:gd name="connsiteY16376" fmla="*/ 754856 h 876300"/>
                <a:gd name="connsiteX16377" fmla="*/ 1423130 w 2419350"/>
                <a:gd name="connsiteY16377" fmla="*/ 753904 h 876300"/>
                <a:gd name="connsiteX16378" fmla="*/ 1423892 w 2419350"/>
                <a:gd name="connsiteY16378" fmla="*/ 753237 h 876300"/>
                <a:gd name="connsiteX16379" fmla="*/ 1423702 w 2419350"/>
                <a:gd name="connsiteY16379" fmla="*/ 752761 h 876300"/>
                <a:gd name="connsiteX16380" fmla="*/ 1423225 w 2419350"/>
                <a:gd name="connsiteY16380" fmla="*/ 752285 h 876300"/>
                <a:gd name="connsiteX16381" fmla="*/ 1422749 w 2419350"/>
                <a:gd name="connsiteY16381" fmla="*/ 751999 h 876300"/>
                <a:gd name="connsiteX16382" fmla="*/ 1422178 w 2419350"/>
                <a:gd name="connsiteY16382" fmla="*/ 752094 h 876300"/>
                <a:gd name="connsiteX16383" fmla="*/ 1421797 w 2419350"/>
                <a:gd name="connsiteY16383" fmla="*/ 752475 h 876300"/>
                <a:gd name="connsiteX16384" fmla="*/ 1421416 w 2419350"/>
                <a:gd name="connsiteY16384" fmla="*/ 752856 h 876300"/>
                <a:gd name="connsiteX16385" fmla="*/ 1420939 w 2419350"/>
                <a:gd name="connsiteY16385" fmla="*/ 753142 h 876300"/>
                <a:gd name="connsiteX16386" fmla="*/ 1419034 w 2419350"/>
                <a:gd name="connsiteY16386" fmla="*/ 753428 h 876300"/>
                <a:gd name="connsiteX16387" fmla="*/ 1418749 w 2419350"/>
                <a:gd name="connsiteY16387" fmla="*/ 753618 h 876300"/>
                <a:gd name="connsiteX16388" fmla="*/ 1418558 w 2419350"/>
                <a:gd name="connsiteY16388" fmla="*/ 754189 h 876300"/>
                <a:gd name="connsiteX16389" fmla="*/ 1418177 w 2419350"/>
                <a:gd name="connsiteY16389" fmla="*/ 754475 h 876300"/>
                <a:gd name="connsiteX16390" fmla="*/ 1416082 w 2419350"/>
                <a:gd name="connsiteY16390" fmla="*/ 755428 h 876300"/>
                <a:gd name="connsiteX16391" fmla="*/ 1414939 w 2419350"/>
                <a:gd name="connsiteY16391" fmla="*/ 755428 h 876300"/>
                <a:gd name="connsiteX16392" fmla="*/ 1413891 w 2419350"/>
                <a:gd name="connsiteY16392" fmla="*/ 755047 h 876300"/>
                <a:gd name="connsiteX16393" fmla="*/ 1413034 w 2419350"/>
                <a:gd name="connsiteY16393" fmla="*/ 754475 h 876300"/>
                <a:gd name="connsiteX16394" fmla="*/ 1411986 w 2419350"/>
                <a:gd name="connsiteY16394" fmla="*/ 755428 h 876300"/>
                <a:gd name="connsiteX16395" fmla="*/ 1411605 w 2419350"/>
                <a:gd name="connsiteY16395" fmla="*/ 755618 h 876300"/>
                <a:gd name="connsiteX16396" fmla="*/ 1411033 w 2419350"/>
                <a:gd name="connsiteY16396" fmla="*/ 755618 h 876300"/>
                <a:gd name="connsiteX16397" fmla="*/ 1410748 w 2419350"/>
                <a:gd name="connsiteY16397" fmla="*/ 755523 h 876300"/>
                <a:gd name="connsiteX16398" fmla="*/ 1410462 w 2419350"/>
                <a:gd name="connsiteY16398" fmla="*/ 755333 h 876300"/>
                <a:gd name="connsiteX16399" fmla="*/ 1409795 w 2419350"/>
                <a:gd name="connsiteY16399" fmla="*/ 755237 h 876300"/>
                <a:gd name="connsiteX16400" fmla="*/ 1408652 w 2419350"/>
                <a:gd name="connsiteY16400" fmla="*/ 755428 h 876300"/>
                <a:gd name="connsiteX16401" fmla="*/ 1405795 w 2419350"/>
                <a:gd name="connsiteY16401" fmla="*/ 756476 h 876300"/>
                <a:gd name="connsiteX16402" fmla="*/ 1404938 w 2419350"/>
                <a:gd name="connsiteY16402" fmla="*/ 756476 h 876300"/>
                <a:gd name="connsiteX16403" fmla="*/ 1402747 w 2419350"/>
                <a:gd name="connsiteY16403" fmla="*/ 754475 h 876300"/>
                <a:gd name="connsiteX16404" fmla="*/ 1402080 w 2419350"/>
                <a:gd name="connsiteY16404" fmla="*/ 754189 h 876300"/>
                <a:gd name="connsiteX16405" fmla="*/ 1401223 w 2419350"/>
                <a:gd name="connsiteY16405" fmla="*/ 754666 h 876300"/>
                <a:gd name="connsiteX16406" fmla="*/ 1400842 w 2419350"/>
                <a:gd name="connsiteY16406" fmla="*/ 755713 h 876300"/>
                <a:gd name="connsiteX16407" fmla="*/ 1400842 w 2419350"/>
                <a:gd name="connsiteY16407" fmla="*/ 757047 h 876300"/>
                <a:gd name="connsiteX16408" fmla="*/ 1401128 w 2419350"/>
                <a:gd name="connsiteY16408" fmla="*/ 758190 h 876300"/>
                <a:gd name="connsiteX16409" fmla="*/ 1399889 w 2419350"/>
                <a:gd name="connsiteY16409" fmla="*/ 757904 h 876300"/>
                <a:gd name="connsiteX16410" fmla="*/ 1399413 w 2419350"/>
                <a:gd name="connsiteY16410" fmla="*/ 758000 h 876300"/>
                <a:gd name="connsiteX16411" fmla="*/ 1399413 w 2419350"/>
                <a:gd name="connsiteY16411" fmla="*/ 758476 h 876300"/>
                <a:gd name="connsiteX16412" fmla="*/ 1399508 w 2419350"/>
                <a:gd name="connsiteY16412" fmla="*/ 759428 h 876300"/>
                <a:gd name="connsiteX16413" fmla="*/ 1399032 w 2419350"/>
                <a:gd name="connsiteY16413" fmla="*/ 759619 h 876300"/>
                <a:gd name="connsiteX16414" fmla="*/ 1397032 w 2419350"/>
                <a:gd name="connsiteY16414" fmla="*/ 760762 h 876300"/>
                <a:gd name="connsiteX16415" fmla="*/ 1396746 w 2419350"/>
                <a:gd name="connsiteY16415" fmla="*/ 761047 h 876300"/>
                <a:gd name="connsiteX16416" fmla="*/ 1396079 w 2419350"/>
                <a:gd name="connsiteY16416" fmla="*/ 761333 h 876300"/>
                <a:gd name="connsiteX16417" fmla="*/ 1395698 w 2419350"/>
                <a:gd name="connsiteY16417" fmla="*/ 761333 h 876300"/>
                <a:gd name="connsiteX16418" fmla="*/ 1395508 w 2419350"/>
                <a:gd name="connsiteY16418" fmla="*/ 760857 h 876300"/>
                <a:gd name="connsiteX16419" fmla="*/ 1395413 w 2419350"/>
                <a:gd name="connsiteY16419" fmla="*/ 760286 h 876300"/>
                <a:gd name="connsiteX16420" fmla="*/ 1395127 w 2419350"/>
                <a:gd name="connsiteY16420" fmla="*/ 759905 h 876300"/>
                <a:gd name="connsiteX16421" fmla="*/ 1394174 w 2419350"/>
                <a:gd name="connsiteY16421" fmla="*/ 759524 h 876300"/>
                <a:gd name="connsiteX16422" fmla="*/ 1393126 w 2419350"/>
                <a:gd name="connsiteY16422" fmla="*/ 759428 h 876300"/>
                <a:gd name="connsiteX16423" fmla="*/ 1392364 w 2419350"/>
                <a:gd name="connsiteY16423" fmla="*/ 759714 h 876300"/>
                <a:gd name="connsiteX16424" fmla="*/ 1391698 w 2419350"/>
                <a:gd name="connsiteY16424" fmla="*/ 760095 h 876300"/>
                <a:gd name="connsiteX16425" fmla="*/ 1390840 w 2419350"/>
                <a:gd name="connsiteY16425" fmla="*/ 760286 h 876300"/>
                <a:gd name="connsiteX16426" fmla="*/ 1389316 w 2419350"/>
                <a:gd name="connsiteY16426" fmla="*/ 759714 h 876300"/>
                <a:gd name="connsiteX16427" fmla="*/ 1387031 w 2419350"/>
                <a:gd name="connsiteY16427" fmla="*/ 757238 h 876300"/>
                <a:gd name="connsiteX16428" fmla="*/ 1385983 w 2419350"/>
                <a:gd name="connsiteY16428" fmla="*/ 756666 h 876300"/>
                <a:gd name="connsiteX16429" fmla="*/ 1384649 w 2419350"/>
                <a:gd name="connsiteY16429" fmla="*/ 754666 h 876300"/>
                <a:gd name="connsiteX16430" fmla="*/ 1384078 w 2419350"/>
                <a:gd name="connsiteY16430" fmla="*/ 754094 h 876300"/>
                <a:gd name="connsiteX16431" fmla="*/ 1383601 w 2419350"/>
                <a:gd name="connsiteY16431" fmla="*/ 753904 h 876300"/>
                <a:gd name="connsiteX16432" fmla="*/ 1382554 w 2419350"/>
                <a:gd name="connsiteY16432" fmla="*/ 753713 h 876300"/>
                <a:gd name="connsiteX16433" fmla="*/ 1382078 w 2419350"/>
                <a:gd name="connsiteY16433" fmla="*/ 753713 h 876300"/>
                <a:gd name="connsiteX16434" fmla="*/ 1381506 w 2419350"/>
                <a:gd name="connsiteY16434" fmla="*/ 753618 h 876300"/>
                <a:gd name="connsiteX16435" fmla="*/ 1381125 w 2419350"/>
                <a:gd name="connsiteY16435" fmla="*/ 753332 h 876300"/>
                <a:gd name="connsiteX16436" fmla="*/ 1380839 w 2419350"/>
                <a:gd name="connsiteY16436" fmla="*/ 752951 h 876300"/>
                <a:gd name="connsiteX16437" fmla="*/ 1380458 w 2419350"/>
                <a:gd name="connsiteY16437" fmla="*/ 752666 h 876300"/>
                <a:gd name="connsiteX16438" fmla="*/ 1379887 w 2419350"/>
                <a:gd name="connsiteY16438" fmla="*/ 752666 h 876300"/>
                <a:gd name="connsiteX16439" fmla="*/ 1378553 w 2419350"/>
                <a:gd name="connsiteY16439" fmla="*/ 752761 h 876300"/>
                <a:gd name="connsiteX16440" fmla="*/ 1378077 w 2419350"/>
                <a:gd name="connsiteY16440" fmla="*/ 752570 h 876300"/>
                <a:gd name="connsiteX16441" fmla="*/ 1377601 w 2419350"/>
                <a:gd name="connsiteY16441" fmla="*/ 752189 h 876300"/>
                <a:gd name="connsiteX16442" fmla="*/ 1377124 w 2419350"/>
                <a:gd name="connsiteY16442" fmla="*/ 751999 h 876300"/>
                <a:gd name="connsiteX16443" fmla="*/ 1375981 w 2419350"/>
                <a:gd name="connsiteY16443" fmla="*/ 751999 h 876300"/>
                <a:gd name="connsiteX16444" fmla="*/ 1375029 w 2419350"/>
                <a:gd name="connsiteY16444" fmla="*/ 751904 h 876300"/>
                <a:gd name="connsiteX16445" fmla="*/ 1372267 w 2419350"/>
                <a:gd name="connsiteY16445" fmla="*/ 750951 h 876300"/>
                <a:gd name="connsiteX16446" fmla="*/ 1371124 w 2419350"/>
                <a:gd name="connsiteY16446" fmla="*/ 750284 h 876300"/>
                <a:gd name="connsiteX16447" fmla="*/ 1370457 w 2419350"/>
                <a:gd name="connsiteY16447" fmla="*/ 749522 h 876300"/>
                <a:gd name="connsiteX16448" fmla="*/ 1369219 w 2419350"/>
                <a:gd name="connsiteY16448" fmla="*/ 747903 h 876300"/>
                <a:gd name="connsiteX16449" fmla="*/ 1368266 w 2419350"/>
                <a:gd name="connsiteY16449" fmla="*/ 747427 h 876300"/>
                <a:gd name="connsiteX16450" fmla="*/ 1367123 w 2419350"/>
                <a:gd name="connsiteY16450" fmla="*/ 747427 h 876300"/>
                <a:gd name="connsiteX16451" fmla="*/ 1364742 w 2419350"/>
                <a:gd name="connsiteY16451" fmla="*/ 747713 h 876300"/>
                <a:gd name="connsiteX16452" fmla="*/ 1362742 w 2419350"/>
                <a:gd name="connsiteY16452" fmla="*/ 747522 h 876300"/>
                <a:gd name="connsiteX16453" fmla="*/ 1361504 w 2419350"/>
                <a:gd name="connsiteY16453" fmla="*/ 747236 h 876300"/>
                <a:gd name="connsiteX16454" fmla="*/ 1360646 w 2419350"/>
                <a:gd name="connsiteY16454" fmla="*/ 746855 h 876300"/>
                <a:gd name="connsiteX16455" fmla="*/ 1359694 w 2419350"/>
                <a:gd name="connsiteY16455" fmla="*/ 746570 h 876300"/>
                <a:gd name="connsiteX16456" fmla="*/ 1356074 w 2419350"/>
                <a:gd name="connsiteY16456" fmla="*/ 747046 h 876300"/>
                <a:gd name="connsiteX16457" fmla="*/ 1355122 w 2419350"/>
                <a:gd name="connsiteY16457" fmla="*/ 746665 h 876300"/>
                <a:gd name="connsiteX16458" fmla="*/ 1352359 w 2419350"/>
                <a:gd name="connsiteY16458" fmla="*/ 745046 h 876300"/>
                <a:gd name="connsiteX16459" fmla="*/ 1351788 w 2419350"/>
                <a:gd name="connsiteY16459" fmla="*/ 744284 h 876300"/>
                <a:gd name="connsiteX16460" fmla="*/ 1351407 w 2419350"/>
                <a:gd name="connsiteY16460" fmla="*/ 743426 h 876300"/>
                <a:gd name="connsiteX16461" fmla="*/ 1350455 w 2419350"/>
                <a:gd name="connsiteY16461" fmla="*/ 742760 h 876300"/>
                <a:gd name="connsiteX16462" fmla="*/ 1348264 w 2419350"/>
                <a:gd name="connsiteY16462" fmla="*/ 741902 h 876300"/>
                <a:gd name="connsiteX16463" fmla="*/ 1348645 w 2419350"/>
                <a:gd name="connsiteY16463" fmla="*/ 743141 h 876300"/>
                <a:gd name="connsiteX16464" fmla="*/ 1348645 w 2419350"/>
                <a:gd name="connsiteY16464" fmla="*/ 743807 h 876300"/>
                <a:gd name="connsiteX16465" fmla="*/ 1348264 w 2419350"/>
                <a:gd name="connsiteY16465" fmla="*/ 744474 h 876300"/>
                <a:gd name="connsiteX16466" fmla="*/ 1347692 w 2419350"/>
                <a:gd name="connsiteY16466" fmla="*/ 744569 h 876300"/>
                <a:gd name="connsiteX16467" fmla="*/ 1346835 w 2419350"/>
                <a:gd name="connsiteY16467" fmla="*/ 744379 h 876300"/>
                <a:gd name="connsiteX16468" fmla="*/ 1346073 w 2419350"/>
                <a:gd name="connsiteY16468" fmla="*/ 743998 h 876300"/>
                <a:gd name="connsiteX16469" fmla="*/ 1345501 w 2419350"/>
                <a:gd name="connsiteY16469" fmla="*/ 743617 h 876300"/>
                <a:gd name="connsiteX16470" fmla="*/ 1344358 w 2419350"/>
                <a:gd name="connsiteY16470" fmla="*/ 743141 h 876300"/>
                <a:gd name="connsiteX16471" fmla="*/ 1342358 w 2419350"/>
                <a:gd name="connsiteY16471" fmla="*/ 744379 h 876300"/>
                <a:gd name="connsiteX16472" fmla="*/ 1341025 w 2419350"/>
                <a:gd name="connsiteY16472" fmla="*/ 744188 h 876300"/>
                <a:gd name="connsiteX16473" fmla="*/ 1340644 w 2419350"/>
                <a:gd name="connsiteY16473" fmla="*/ 743617 h 876300"/>
                <a:gd name="connsiteX16474" fmla="*/ 1340358 w 2419350"/>
                <a:gd name="connsiteY16474" fmla="*/ 742760 h 876300"/>
                <a:gd name="connsiteX16475" fmla="*/ 1339977 w 2419350"/>
                <a:gd name="connsiteY16475" fmla="*/ 741997 h 876300"/>
                <a:gd name="connsiteX16476" fmla="*/ 1339215 w 2419350"/>
                <a:gd name="connsiteY16476" fmla="*/ 741712 h 876300"/>
                <a:gd name="connsiteX16477" fmla="*/ 1338643 w 2419350"/>
                <a:gd name="connsiteY16477" fmla="*/ 742188 h 876300"/>
                <a:gd name="connsiteX16478" fmla="*/ 1337596 w 2419350"/>
                <a:gd name="connsiteY16478" fmla="*/ 743903 h 876300"/>
                <a:gd name="connsiteX16479" fmla="*/ 1336834 w 2419350"/>
                <a:gd name="connsiteY16479" fmla="*/ 744284 h 876300"/>
                <a:gd name="connsiteX16480" fmla="*/ 1331500 w 2419350"/>
                <a:gd name="connsiteY16480" fmla="*/ 743998 h 876300"/>
                <a:gd name="connsiteX16481" fmla="*/ 1328071 w 2419350"/>
                <a:gd name="connsiteY16481" fmla="*/ 745236 h 876300"/>
                <a:gd name="connsiteX16482" fmla="*/ 1327595 w 2419350"/>
                <a:gd name="connsiteY16482" fmla="*/ 745617 h 876300"/>
                <a:gd name="connsiteX16483" fmla="*/ 1327214 w 2419350"/>
                <a:gd name="connsiteY16483" fmla="*/ 746474 h 876300"/>
                <a:gd name="connsiteX16484" fmla="*/ 1325404 w 2419350"/>
                <a:gd name="connsiteY16484" fmla="*/ 748284 h 876300"/>
                <a:gd name="connsiteX16485" fmla="*/ 1324737 w 2419350"/>
                <a:gd name="connsiteY16485" fmla="*/ 749427 h 876300"/>
                <a:gd name="connsiteX16486" fmla="*/ 1324356 w 2419350"/>
                <a:gd name="connsiteY16486" fmla="*/ 749427 h 876300"/>
                <a:gd name="connsiteX16487" fmla="*/ 1324070 w 2419350"/>
                <a:gd name="connsiteY16487" fmla="*/ 749046 h 876300"/>
                <a:gd name="connsiteX16488" fmla="*/ 1323499 w 2419350"/>
                <a:gd name="connsiteY16488" fmla="*/ 748475 h 876300"/>
                <a:gd name="connsiteX16489" fmla="*/ 1323213 w 2419350"/>
                <a:gd name="connsiteY16489" fmla="*/ 748284 h 876300"/>
                <a:gd name="connsiteX16490" fmla="*/ 1322927 w 2419350"/>
                <a:gd name="connsiteY16490" fmla="*/ 749141 h 876300"/>
                <a:gd name="connsiteX16491" fmla="*/ 1322832 w 2419350"/>
                <a:gd name="connsiteY16491" fmla="*/ 749903 h 876300"/>
                <a:gd name="connsiteX16492" fmla="*/ 1322546 w 2419350"/>
                <a:gd name="connsiteY16492" fmla="*/ 750475 h 876300"/>
                <a:gd name="connsiteX16493" fmla="*/ 1321784 w 2419350"/>
                <a:gd name="connsiteY16493" fmla="*/ 750856 h 876300"/>
                <a:gd name="connsiteX16494" fmla="*/ 1321498 w 2419350"/>
                <a:gd name="connsiteY16494" fmla="*/ 750761 h 876300"/>
                <a:gd name="connsiteX16495" fmla="*/ 1321308 w 2419350"/>
                <a:gd name="connsiteY16495" fmla="*/ 750189 h 876300"/>
                <a:gd name="connsiteX16496" fmla="*/ 1320927 w 2419350"/>
                <a:gd name="connsiteY16496" fmla="*/ 750094 h 876300"/>
                <a:gd name="connsiteX16497" fmla="*/ 1320546 w 2419350"/>
                <a:gd name="connsiteY16497" fmla="*/ 750189 h 876300"/>
                <a:gd name="connsiteX16498" fmla="*/ 1320260 w 2419350"/>
                <a:gd name="connsiteY16498" fmla="*/ 750284 h 876300"/>
                <a:gd name="connsiteX16499" fmla="*/ 1320070 w 2419350"/>
                <a:gd name="connsiteY16499" fmla="*/ 750380 h 876300"/>
                <a:gd name="connsiteX16500" fmla="*/ 1319879 w 2419350"/>
                <a:gd name="connsiteY16500" fmla="*/ 750475 h 876300"/>
                <a:gd name="connsiteX16501" fmla="*/ 1319498 w 2419350"/>
                <a:gd name="connsiteY16501" fmla="*/ 750380 h 876300"/>
                <a:gd name="connsiteX16502" fmla="*/ 1319117 w 2419350"/>
                <a:gd name="connsiteY16502" fmla="*/ 750189 h 876300"/>
                <a:gd name="connsiteX16503" fmla="*/ 1318641 w 2419350"/>
                <a:gd name="connsiteY16503" fmla="*/ 750094 h 876300"/>
                <a:gd name="connsiteX16504" fmla="*/ 1318165 w 2419350"/>
                <a:gd name="connsiteY16504" fmla="*/ 750189 h 876300"/>
                <a:gd name="connsiteX16505" fmla="*/ 1318070 w 2419350"/>
                <a:gd name="connsiteY16505" fmla="*/ 750380 h 876300"/>
                <a:gd name="connsiteX16506" fmla="*/ 1317879 w 2419350"/>
                <a:gd name="connsiteY16506" fmla="*/ 751142 h 876300"/>
                <a:gd name="connsiteX16507" fmla="*/ 1317784 w 2419350"/>
                <a:gd name="connsiteY16507" fmla="*/ 751332 h 876300"/>
                <a:gd name="connsiteX16508" fmla="*/ 1317498 w 2419350"/>
                <a:gd name="connsiteY16508" fmla="*/ 752380 h 876300"/>
                <a:gd name="connsiteX16509" fmla="*/ 1317117 w 2419350"/>
                <a:gd name="connsiteY16509" fmla="*/ 753142 h 876300"/>
                <a:gd name="connsiteX16510" fmla="*/ 1316450 w 2419350"/>
                <a:gd name="connsiteY16510" fmla="*/ 753618 h 876300"/>
                <a:gd name="connsiteX16511" fmla="*/ 1316069 w 2419350"/>
                <a:gd name="connsiteY16511" fmla="*/ 753142 h 876300"/>
                <a:gd name="connsiteX16512" fmla="*/ 1315688 w 2419350"/>
                <a:gd name="connsiteY16512" fmla="*/ 753047 h 876300"/>
                <a:gd name="connsiteX16513" fmla="*/ 1315307 w 2419350"/>
                <a:gd name="connsiteY16513" fmla="*/ 753142 h 876300"/>
                <a:gd name="connsiteX16514" fmla="*/ 1314926 w 2419350"/>
                <a:gd name="connsiteY16514" fmla="*/ 753237 h 876300"/>
                <a:gd name="connsiteX16515" fmla="*/ 1313402 w 2419350"/>
                <a:gd name="connsiteY16515" fmla="*/ 754094 h 876300"/>
                <a:gd name="connsiteX16516" fmla="*/ 1313116 w 2419350"/>
                <a:gd name="connsiteY16516" fmla="*/ 754189 h 876300"/>
                <a:gd name="connsiteX16517" fmla="*/ 1312640 w 2419350"/>
                <a:gd name="connsiteY16517" fmla="*/ 754380 h 876300"/>
                <a:gd name="connsiteX16518" fmla="*/ 1311497 w 2419350"/>
                <a:gd name="connsiteY16518" fmla="*/ 753523 h 876300"/>
                <a:gd name="connsiteX16519" fmla="*/ 1309878 w 2419350"/>
                <a:gd name="connsiteY16519" fmla="*/ 751808 h 876300"/>
                <a:gd name="connsiteX16520" fmla="*/ 1309878 w 2419350"/>
                <a:gd name="connsiteY16520" fmla="*/ 753618 h 876300"/>
                <a:gd name="connsiteX16521" fmla="*/ 1310164 w 2419350"/>
                <a:gd name="connsiteY16521" fmla="*/ 754952 h 876300"/>
                <a:gd name="connsiteX16522" fmla="*/ 1310068 w 2419350"/>
                <a:gd name="connsiteY16522" fmla="*/ 756095 h 876300"/>
                <a:gd name="connsiteX16523" fmla="*/ 1307401 w 2419350"/>
                <a:gd name="connsiteY16523" fmla="*/ 758857 h 876300"/>
                <a:gd name="connsiteX16524" fmla="*/ 1306735 w 2419350"/>
                <a:gd name="connsiteY16524" fmla="*/ 760095 h 876300"/>
                <a:gd name="connsiteX16525" fmla="*/ 1306544 w 2419350"/>
                <a:gd name="connsiteY16525" fmla="*/ 761524 h 876300"/>
                <a:gd name="connsiteX16526" fmla="*/ 1306639 w 2419350"/>
                <a:gd name="connsiteY16526" fmla="*/ 769144 h 876300"/>
                <a:gd name="connsiteX16527" fmla="*/ 1307021 w 2419350"/>
                <a:gd name="connsiteY16527" fmla="*/ 770382 h 876300"/>
                <a:gd name="connsiteX16528" fmla="*/ 1307592 w 2419350"/>
                <a:gd name="connsiteY16528" fmla="*/ 771335 h 876300"/>
                <a:gd name="connsiteX16529" fmla="*/ 1308449 w 2419350"/>
                <a:gd name="connsiteY16529" fmla="*/ 772001 h 876300"/>
                <a:gd name="connsiteX16530" fmla="*/ 1309592 w 2419350"/>
                <a:gd name="connsiteY16530" fmla="*/ 772478 h 876300"/>
                <a:gd name="connsiteX16531" fmla="*/ 1310259 w 2419350"/>
                <a:gd name="connsiteY16531" fmla="*/ 772573 h 876300"/>
                <a:gd name="connsiteX16532" fmla="*/ 1310831 w 2419350"/>
                <a:gd name="connsiteY16532" fmla="*/ 772573 h 876300"/>
                <a:gd name="connsiteX16533" fmla="*/ 1311307 w 2419350"/>
                <a:gd name="connsiteY16533" fmla="*/ 772763 h 876300"/>
                <a:gd name="connsiteX16534" fmla="*/ 1311878 w 2419350"/>
                <a:gd name="connsiteY16534" fmla="*/ 775621 h 876300"/>
                <a:gd name="connsiteX16535" fmla="*/ 1312164 w 2419350"/>
                <a:gd name="connsiteY16535" fmla="*/ 776192 h 876300"/>
                <a:gd name="connsiteX16536" fmla="*/ 1312831 w 2419350"/>
                <a:gd name="connsiteY16536" fmla="*/ 776192 h 876300"/>
                <a:gd name="connsiteX16537" fmla="*/ 1313593 w 2419350"/>
                <a:gd name="connsiteY16537" fmla="*/ 775811 h 876300"/>
                <a:gd name="connsiteX16538" fmla="*/ 1314069 w 2419350"/>
                <a:gd name="connsiteY16538" fmla="*/ 775430 h 876300"/>
                <a:gd name="connsiteX16539" fmla="*/ 1314164 w 2419350"/>
                <a:gd name="connsiteY16539" fmla="*/ 775145 h 876300"/>
                <a:gd name="connsiteX16540" fmla="*/ 1313783 w 2419350"/>
                <a:gd name="connsiteY16540" fmla="*/ 774573 h 876300"/>
                <a:gd name="connsiteX16541" fmla="*/ 1313783 w 2419350"/>
                <a:gd name="connsiteY16541" fmla="*/ 774287 h 876300"/>
                <a:gd name="connsiteX16542" fmla="*/ 1313974 w 2419350"/>
                <a:gd name="connsiteY16542" fmla="*/ 774097 h 876300"/>
                <a:gd name="connsiteX16543" fmla="*/ 1314164 w 2419350"/>
                <a:gd name="connsiteY16543" fmla="*/ 774097 h 876300"/>
                <a:gd name="connsiteX16544" fmla="*/ 1314355 w 2419350"/>
                <a:gd name="connsiteY16544" fmla="*/ 774097 h 876300"/>
                <a:gd name="connsiteX16545" fmla="*/ 1315879 w 2419350"/>
                <a:gd name="connsiteY16545" fmla="*/ 773144 h 876300"/>
                <a:gd name="connsiteX16546" fmla="*/ 1320260 w 2419350"/>
                <a:gd name="connsiteY16546" fmla="*/ 772382 h 876300"/>
                <a:gd name="connsiteX16547" fmla="*/ 1322165 w 2419350"/>
                <a:gd name="connsiteY16547" fmla="*/ 771811 h 876300"/>
                <a:gd name="connsiteX16548" fmla="*/ 1324070 w 2419350"/>
                <a:gd name="connsiteY16548" fmla="*/ 770858 h 876300"/>
                <a:gd name="connsiteX16549" fmla="*/ 1324832 w 2419350"/>
                <a:gd name="connsiteY16549" fmla="*/ 770763 h 876300"/>
                <a:gd name="connsiteX16550" fmla="*/ 1325880 w 2419350"/>
                <a:gd name="connsiteY16550" fmla="*/ 770763 h 876300"/>
                <a:gd name="connsiteX16551" fmla="*/ 1326832 w 2419350"/>
                <a:gd name="connsiteY16551" fmla="*/ 771144 h 876300"/>
                <a:gd name="connsiteX16552" fmla="*/ 1329023 w 2419350"/>
                <a:gd name="connsiteY16552" fmla="*/ 773049 h 876300"/>
                <a:gd name="connsiteX16553" fmla="*/ 1330071 w 2419350"/>
                <a:gd name="connsiteY16553" fmla="*/ 773716 h 876300"/>
                <a:gd name="connsiteX16554" fmla="*/ 1331881 w 2419350"/>
                <a:gd name="connsiteY16554" fmla="*/ 774002 h 876300"/>
                <a:gd name="connsiteX16555" fmla="*/ 1334167 w 2419350"/>
                <a:gd name="connsiteY16555" fmla="*/ 774097 h 876300"/>
                <a:gd name="connsiteX16556" fmla="*/ 1337215 w 2419350"/>
                <a:gd name="connsiteY16556" fmla="*/ 772287 h 876300"/>
                <a:gd name="connsiteX16557" fmla="*/ 1337881 w 2419350"/>
                <a:gd name="connsiteY16557" fmla="*/ 772573 h 876300"/>
                <a:gd name="connsiteX16558" fmla="*/ 1338453 w 2419350"/>
                <a:gd name="connsiteY16558" fmla="*/ 772573 h 876300"/>
                <a:gd name="connsiteX16559" fmla="*/ 1339024 w 2419350"/>
                <a:gd name="connsiteY16559" fmla="*/ 772382 h 876300"/>
                <a:gd name="connsiteX16560" fmla="*/ 1339596 w 2419350"/>
                <a:gd name="connsiteY16560" fmla="*/ 772287 h 876300"/>
                <a:gd name="connsiteX16561" fmla="*/ 1340263 w 2419350"/>
                <a:gd name="connsiteY16561" fmla="*/ 772287 h 876300"/>
                <a:gd name="connsiteX16562" fmla="*/ 1341977 w 2419350"/>
                <a:gd name="connsiteY16562" fmla="*/ 772573 h 876300"/>
                <a:gd name="connsiteX16563" fmla="*/ 1343120 w 2419350"/>
                <a:gd name="connsiteY16563" fmla="*/ 772573 h 876300"/>
                <a:gd name="connsiteX16564" fmla="*/ 1345311 w 2419350"/>
                <a:gd name="connsiteY16564" fmla="*/ 772097 h 876300"/>
                <a:gd name="connsiteX16565" fmla="*/ 1346549 w 2419350"/>
                <a:gd name="connsiteY16565" fmla="*/ 772001 h 876300"/>
                <a:gd name="connsiteX16566" fmla="*/ 1347692 w 2419350"/>
                <a:gd name="connsiteY16566" fmla="*/ 772097 h 876300"/>
                <a:gd name="connsiteX16567" fmla="*/ 1348168 w 2419350"/>
                <a:gd name="connsiteY16567" fmla="*/ 772192 h 876300"/>
                <a:gd name="connsiteX16568" fmla="*/ 1348549 w 2419350"/>
                <a:gd name="connsiteY16568" fmla="*/ 772382 h 876300"/>
                <a:gd name="connsiteX16569" fmla="*/ 1348931 w 2419350"/>
                <a:gd name="connsiteY16569" fmla="*/ 772668 h 876300"/>
                <a:gd name="connsiteX16570" fmla="*/ 1349788 w 2419350"/>
                <a:gd name="connsiteY16570" fmla="*/ 773811 h 876300"/>
                <a:gd name="connsiteX16571" fmla="*/ 1350169 w 2419350"/>
                <a:gd name="connsiteY16571" fmla="*/ 774002 h 876300"/>
                <a:gd name="connsiteX16572" fmla="*/ 1351121 w 2419350"/>
                <a:gd name="connsiteY16572" fmla="*/ 774954 h 876300"/>
                <a:gd name="connsiteX16573" fmla="*/ 1351693 w 2419350"/>
                <a:gd name="connsiteY16573" fmla="*/ 775049 h 876300"/>
                <a:gd name="connsiteX16574" fmla="*/ 1352836 w 2419350"/>
                <a:gd name="connsiteY16574" fmla="*/ 774954 h 876300"/>
                <a:gd name="connsiteX16575" fmla="*/ 1353407 w 2419350"/>
                <a:gd name="connsiteY16575" fmla="*/ 774954 h 876300"/>
                <a:gd name="connsiteX16576" fmla="*/ 1354264 w 2419350"/>
                <a:gd name="connsiteY16576" fmla="*/ 775335 h 876300"/>
                <a:gd name="connsiteX16577" fmla="*/ 1354931 w 2419350"/>
                <a:gd name="connsiteY16577" fmla="*/ 775811 h 876300"/>
                <a:gd name="connsiteX16578" fmla="*/ 1355693 w 2419350"/>
                <a:gd name="connsiteY16578" fmla="*/ 776192 h 876300"/>
                <a:gd name="connsiteX16579" fmla="*/ 1356836 w 2419350"/>
                <a:gd name="connsiteY16579" fmla="*/ 776383 h 876300"/>
                <a:gd name="connsiteX16580" fmla="*/ 1357693 w 2419350"/>
                <a:gd name="connsiteY16580" fmla="*/ 776097 h 876300"/>
                <a:gd name="connsiteX16581" fmla="*/ 1358170 w 2419350"/>
                <a:gd name="connsiteY16581" fmla="*/ 775430 h 876300"/>
                <a:gd name="connsiteX16582" fmla="*/ 1358551 w 2419350"/>
                <a:gd name="connsiteY16582" fmla="*/ 774573 h 876300"/>
                <a:gd name="connsiteX16583" fmla="*/ 1359217 w 2419350"/>
                <a:gd name="connsiteY16583" fmla="*/ 773906 h 876300"/>
                <a:gd name="connsiteX16584" fmla="*/ 1360265 w 2419350"/>
                <a:gd name="connsiteY16584" fmla="*/ 773430 h 876300"/>
                <a:gd name="connsiteX16585" fmla="*/ 1361313 w 2419350"/>
                <a:gd name="connsiteY16585" fmla="*/ 773525 h 876300"/>
                <a:gd name="connsiteX16586" fmla="*/ 1362075 w 2419350"/>
                <a:gd name="connsiteY16586" fmla="*/ 774192 h 876300"/>
                <a:gd name="connsiteX16587" fmla="*/ 1362361 w 2419350"/>
                <a:gd name="connsiteY16587" fmla="*/ 775526 h 876300"/>
                <a:gd name="connsiteX16588" fmla="*/ 1362837 w 2419350"/>
                <a:gd name="connsiteY16588" fmla="*/ 776288 h 876300"/>
                <a:gd name="connsiteX16589" fmla="*/ 1365123 w 2419350"/>
                <a:gd name="connsiteY16589" fmla="*/ 778669 h 876300"/>
                <a:gd name="connsiteX16590" fmla="*/ 1365980 w 2419350"/>
                <a:gd name="connsiteY16590" fmla="*/ 779336 h 876300"/>
                <a:gd name="connsiteX16591" fmla="*/ 1366456 w 2419350"/>
                <a:gd name="connsiteY16591" fmla="*/ 779336 h 876300"/>
                <a:gd name="connsiteX16592" fmla="*/ 1367885 w 2419350"/>
                <a:gd name="connsiteY16592" fmla="*/ 779336 h 876300"/>
                <a:gd name="connsiteX16593" fmla="*/ 1368171 w 2419350"/>
                <a:gd name="connsiteY16593" fmla="*/ 779526 h 876300"/>
                <a:gd name="connsiteX16594" fmla="*/ 1369790 w 2419350"/>
                <a:gd name="connsiteY16594" fmla="*/ 780097 h 876300"/>
                <a:gd name="connsiteX16595" fmla="*/ 1372553 w 2419350"/>
                <a:gd name="connsiteY16595" fmla="*/ 780288 h 876300"/>
                <a:gd name="connsiteX16596" fmla="*/ 1373505 w 2419350"/>
                <a:gd name="connsiteY16596" fmla="*/ 780097 h 876300"/>
                <a:gd name="connsiteX16597" fmla="*/ 1376743 w 2419350"/>
                <a:gd name="connsiteY16597" fmla="*/ 778383 h 876300"/>
                <a:gd name="connsiteX16598" fmla="*/ 1378648 w 2419350"/>
                <a:gd name="connsiteY16598" fmla="*/ 777621 h 876300"/>
                <a:gd name="connsiteX16599" fmla="*/ 1381030 w 2419350"/>
                <a:gd name="connsiteY16599" fmla="*/ 777430 h 876300"/>
                <a:gd name="connsiteX16600" fmla="*/ 1385602 w 2419350"/>
                <a:gd name="connsiteY16600" fmla="*/ 778859 h 876300"/>
                <a:gd name="connsiteX16601" fmla="*/ 1387792 w 2419350"/>
                <a:gd name="connsiteY16601" fmla="*/ 778859 h 876300"/>
                <a:gd name="connsiteX16602" fmla="*/ 1389602 w 2419350"/>
                <a:gd name="connsiteY16602" fmla="*/ 777050 h 876300"/>
                <a:gd name="connsiteX16603" fmla="*/ 1389698 w 2419350"/>
                <a:gd name="connsiteY16603" fmla="*/ 776002 h 876300"/>
                <a:gd name="connsiteX16604" fmla="*/ 1389412 w 2419350"/>
                <a:gd name="connsiteY16604" fmla="*/ 774859 h 876300"/>
                <a:gd name="connsiteX16605" fmla="*/ 1389221 w 2419350"/>
                <a:gd name="connsiteY16605" fmla="*/ 773621 h 876300"/>
                <a:gd name="connsiteX16606" fmla="*/ 1389793 w 2419350"/>
                <a:gd name="connsiteY16606" fmla="*/ 772478 h 876300"/>
                <a:gd name="connsiteX16607" fmla="*/ 1390745 w 2419350"/>
                <a:gd name="connsiteY16607" fmla="*/ 772192 h 876300"/>
                <a:gd name="connsiteX16608" fmla="*/ 1391983 w 2419350"/>
                <a:gd name="connsiteY16608" fmla="*/ 772382 h 876300"/>
                <a:gd name="connsiteX16609" fmla="*/ 1393889 w 2419350"/>
                <a:gd name="connsiteY16609" fmla="*/ 773049 h 876300"/>
                <a:gd name="connsiteX16610" fmla="*/ 1396174 w 2419350"/>
                <a:gd name="connsiteY16610" fmla="*/ 773430 h 876300"/>
                <a:gd name="connsiteX16611" fmla="*/ 1398365 w 2419350"/>
                <a:gd name="connsiteY16611" fmla="*/ 773335 h 876300"/>
                <a:gd name="connsiteX16612" fmla="*/ 1400461 w 2419350"/>
                <a:gd name="connsiteY16612" fmla="*/ 773525 h 876300"/>
                <a:gd name="connsiteX16613" fmla="*/ 1402556 w 2419350"/>
                <a:gd name="connsiteY16613" fmla="*/ 774573 h 876300"/>
                <a:gd name="connsiteX16614" fmla="*/ 1403032 w 2419350"/>
                <a:gd name="connsiteY16614" fmla="*/ 775430 h 876300"/>
                <a:gd name="connsiteX16615" fmla="*/ 1403509 w 2419350"/>
                <a:gd name="connsiteY16615" fmla="*/ 777812 h 876300"/>
                <a:gd name="connsiteX16616" fmla="*/ 1403795 w 2419350"/>
                <a:gd name="connsiteY16616" fmla="*/ 778288 h 876300"/>
                <a:gd name="connsiteX16617" fmla="*/ 1404461 w 2419350"/>
                <a:gd name="connsiteY16617" fmla="*/ 777907 h 876300"/>
                <a:gd name="connsiteX16618" fmla="*/ 1405223 w 2419350"/>
                <a:gd name="connsiteY16618" fmla="*/ 776002 h 876300"/>
                <a:gd name="connsiteX16619" fmla="*/ 1406081 w 2419350"/>
                <a:gd name="connsiteY16619" fmla="*/ 775335 h 876300"/>
                <a:gd name="connsiteX16620" fmla="*/ 1406557 w 2419350"/>
                <a:gd name="connsiteY16620" fmla="*/ 775811 h 876300"/>
                <a:gd name="connsiteX16621" fmla="*/ 1407414 w 2419350"/>
                <a:gd name="connsiteY16621" fmla="*/ 776383 h 876300"/>
                <a:gd name="connsiteX16622" fmla="*/ 1408366 w 2419350"/>
                <a:gd name="connsiteY16622" fmla="*/ 776859 h 876300"/>
                <a:gd name="connsiteX16623" fmla="*/ 1409129 w 2419350"/>
                <a:gd name="connsiteY16623" fmla="*/ 777050 h 876300"/>
                <a:gd name="connsiteX16624" fmla="*/ 1409700 w 2419350"/>
                <a:gd name="connsiteY16624" fmla="*/ 777145 h 876300"/>
                <a:gd name="connsiteX16625" fmla="*/ 1410176 w 2419350"/>
                <a:gd name="connsiteY16625" fmla="*/ 777240 h 876300"/>
                <a:gd name="connsiteX16626" fmla="*/ 1410748 w 2419350"/>
                <a:gd name="connsiteY16626" fmla="*/ 777240 h 876300"/>
                <a:gd name="connsiteX16627" fmla="*/ 1411414 w 2419350"/>
                <a:gd name="connsiteY16627" fmla="*/ 777050 h 876300"/>
                <a:gd name="connsiteX16628" fmla="*/ 1413605 w 2419350"/>
                <a:gd name="connsiteY16628" fmla="*/ 775716 h 876300"/>
                <a:gd name="connsiteX16629" fmla="*/ 1415796 w 2419350"/>
                <a:gd name="connsiteY16629" fmla="*/ 774668 h 876300"/>
                <a:gd name="connsiteX16630" fmla="*/ 1422559 w 2419350"/>
                <a:gd name="connsiteY16630" fmla="*/ 772763 h 876300"/>
                <a:gd name="connsiteX16631" fmla="*/ 1424559 w 2419350"/>
                <a:gd name="connsiteY16631" fmla="*/ 771620 h 876300"/>
                <a:gd name="connsiteX16632" fmla="*/ 1426369 w 2419350"/>
                <a:gd name="connsiteY16632" fmla="*/ 770192 h 876300"/>
                <a:gd name="connsiteX16633" fmla="*/ 1428274 w 2419350"/>
                <a:gd name="connsiteY16633" fmla="*/ 769049 h 876300"/>
                <a:gd name="connsiteX16634" fmla="*/ 1430846 w 2419350"/>
                <a:gd name="connsiteY16634" fmla="*/ 768763 h 876300"/>
                <a:gd name="connsiteX16635" fmla="*/ 1434274 w 2419350"/>
                <a:gd name="connsiteY16635" fmla="*/ 769334 h 876300"/>
                <a:gd name="connsiteX16636" fmla="*/ 1435608 w 2419350"/>
                <a:gd name="connsiteY16636" fmla="*/ 770001 h 876300"/>
                <a:gd name="connsiteX16637" fmla="*/ 1436275 w 2419350"/>
                <a:gd name="connsiteY16637" fmla="*/ 769906 h 876300"/>
                <a:gd name="connsiteX16638" fmla="*/ 1437418 w 2419350"/>
                <a:gd name="connsiteY16638" fmla="*/ 769525 h 876300"/>
                <a:gd name="connsiteX16639" fmla="*/ 1438275 w 2419350"/>
                <a:gd name="connsiteY16639" fmla="*/ 769430 h 876300"/>
                <a:gd name="connsiteX16640" fmla="*/ 1443799 w 2419350"/>
                <a:gd name="connsiteY16640" fmla="*/ 769525 h 876300"/>
                <a:gd name="connsiteX16641" fmla="*/ 1445990 w 2419350"/>
                <a:gd name="connsiteY16641" fmla="*/ 769144 h 876300"/>
                <a:gd name="connsiteX16642" fmla="*/ 1449419 w 2419350"/>
                <a:gd name="connsiteY16642" fmla="*/ 768001 h 876300"/>
                <a:gd name="connsiteX16643" fmla="*/ 1449991 w 2419350"/>
                <a:gd name="connsiteY16643" fmla="*/ 767715 h 876300"/>
                <a:gd name="connsiteX16644" fmla="*/ 1451515 w 2419350"/>
                <a:gd name="connsiteY16644" fmla="*/ 766096 h 876300"/>
                <a:gd name="connsiteX16645" fmla="*/ 1452086 w 2419350"/>
                <a:gd name="connsiteY16645" fmla="*/ 765715 h 876300"/>
                <a:gd name="connsiteX16646" fmla="*/ 1455896 w 2419350"/>
                <a:gd name="connsiteY16646" fmla="*/ 764858 h 876300"/>
                <a:gd name="connsiteX16647" fmla="*/ 1456468 w 2419350"/>
                <a:gd name="connsiteY16647" fmla="*/ 764858 h 876300"/>
                <a:gd name="connsiteX16648" fmla="*/ 1456849 w 2419350"/>
                <a:gd name="connsiteY16648" fmla="*/ 764477 h 876300"/>
                <a:gd name="connsiteX16649" fmla="*/ 1458087 w 2419350"/>
                <a:gd name="connsiteY16649" fmla="*/ 763810 h 876300"/>
                <a:gd name="connsiteX16650" fmla="*/ 1458563 w 2419350"/>
                <a:gd name="connsiteY16650" fmla="*/ 763714 h 876300"/>
                <a:gd name="connsiteX16651" fmla="*/ 1460373 w 2419350"/>
                <a:gd name="connsiteY16651" fmla="*/ 764000 h 876300"/>
                <a:gd name="connsiteX16652" fmla="*/ 1460754 w 2419350"/>
                <a:gd name="connsiteY16652" fmla="*/ 763905 h 876300"/>
                <a:gd name="connsiteX16653" fmla="*/ 1461421 w 2419350"/>
                <a:gd name="connsiteY16653" fmla="*/ 763334 h 876300"/>
                <a:gd name="connsiteX16654" fmla="*/ 1461802 w 2419350"/>
                <a:gd name="connsiteY16654" fmla="*/ 763143 h 876300"/>
                <a:gd name="connsiteX16655" fmla="*/ 1464469 w 2419350"/>
                <a:gd name="connsiteY16655" fmla="*/ 762762 h 876300"/>
                <a:gd name="connsiteX16656" fmla="*/ 1465040 w 2419350"/>
                <a:gd name="connsiteY16656" fmla="*/ 762667 h 876300"/>
                <a:gd name="connsiteX16657" fmla="*/ 1467231 w 2419350"/>
                <a:gd name="connsiteY16657" fmla="*/ 761238 h 876300"/>
                <a:gd name="connsiteX16658" fmla="*/ 1466659 w 2419350"/>
                <a:gd name="connsiteY16658" fmla="*/ 758666 h 876300"/>
                <a:gd name="connsiteX16659" fmla="*/ 1495139 w 2419350"/>
                <a:gd name="connsiteY16659" fmla="*/ 866966 h 876300"/>
                <a:gd name="connsiteX16660" fmla="*/ 1494568 w 2419350"/>
                <a:gd name="connsiteY16660" fmla="*/ 866870 h 876300"/>
                <a:gd name="connsiteX16661" fmla="*/ 1493996 w 2419350"/>
                <a:gd name="connsiteY16661" fmla="*/ 866966 h 876300"/>
                <a:gd name="connsiteX16662" fmla="*/ 1493520 w 2419350"/>
                <a:gd name="connsiteY16662" fmla="*/ 866870 h 876300"/>
                <a:gd name="connsiteX16663" fmla="*/ 1493330 w 2419350"/>
                <a:gd name="connsiteY16663" fmla="*/ 866394 h 876300"/>
                <a:gd name="connsiteX16664" fmla="*/ 1493615 w 2419350"/>
                <a:gd name="connsiteY16664" fmla="*/ 866394 h 876300"/>
                <a:gd name="connsiteX16665" fmla="*/ 1494187 w 2419350"/>
                <a:gd name="connsiteY16665" fmla="*/ 865918 h 876300"/>
                <a:gd name="connsiteX16666" fmla="*/ 1494568 w 2419350"/>
                <a:gd name="connsiteY16666" fmla="*/ 865346 h 876300"/>
                <a:gd name="connsiteX16667" fmla="*/ 1494282 w 2419350"/>
                <a:gd name="connsiteY16667" fmla="*/ 865061 h 876300"/>
                <a:gd name="connsiteX16668" fmla="*/ 1494377 w 2419350"/>
                <a:gd name="connsiteY16668" fmla="*/ 864584 h 876300"/>
                <a:gd name="connsiteX16669" fmla="*/ 1495044 w 2419350"/>
                <a:gd name="connsiteY16669" fmla="*/ 863537 h 876300"/>
                <a:gd name="connsiteX16670" fmla="*/ 1495330 w 2419350"/>
                <a:gd name="connsiteY16670" fmla="*/ 862489 h 876300"/>
                <a:gd name="connsiteX16671" fmla="*/ 1494377 w 2419350"/>
                <a:gd name="connsiteY16671" fmla="*/ 861822 h 876300"/>
                <a:gd name="connsiteX16672" fmla="*/ 1495234 w 2419350"/>
                <a:gd name="connsiteY16672" fmla="*/ 860774 h 876300"/>
                <a:gd name="connsiteX16673" fmla="*/ 1495520 w 2419350"/>
                <a:gd name="connsiteY16673" fmla="*/ 860108 h 876300"/>
                <a:gd name="connsiteX16674" fmla="*/ 1495520 w 2419350"/>
                <a:gd name="connsiteY16674" fmla="*/ 859250 h 876300"/>
                <a:gd name="connsiteX16675" fmla="*/ 1495044 w 2419350"/>
                <a:gd name="connsiteY16675" fmla="*/ 858488 h 876300"/>
                <a:gd name="connsiteX16676" fmla="*/ 1494377 w 2419350"/>
                <a:gd name="connsiteY16676" fmla="*/ 859060 h 876300"/>
                <a:gd name="connsiteX16677" fmla="*/ 1493234 w 2419350"/>
                <a:gd name="connsiteY16677" fmla="*/ 860870 h 876300"/>
                <a:gd name="connsiteX16678" fmla="*/ 1492377 w 2419350"/>
                <a:gd name="connsiteY16678" fmla="*/ 861536 h 876300"/>
                <a:gd name="connsiteX16679" fmla="*/ 1489520 w 2419350"/>
                <a:gd name="connsiteY16679" fmla="*/ 862489 h 876300"/>
                <a:gd name="connsiteX16680" fmla="*/ 1487519 w 2419350"/>
                <a:gd name="connsiteY16680" fmla="*/ 863537 h 876300"/>
                <a:gd name="connsiteX16681" fmla="*/ 1486662 w 2419350"/>
                <a:gd name="connsiteY16681" fmla="*/ 864299 h 876300"/>
                <a:gd name="connsiteX16682" fmla="*/ 1486281 w 2419350"/>
                <a:gd name="connsiteY16682" fmla="*/ 865156 h 876300"/>
                <a:gd name="connsiteX16683" fmla="*/ 1486186 w 2419350"/>
                <a:gd name="connsiteY16683" fmla="*/ 865918 h 876300"/>
                <a:gd name="connsiteX16684" fmla="*/ 1485805 w 2419350"/>
                <a:gd name="connsiteY16684" fmla="*/ 866013 h 876300"/>
                <a:gd name="connsiteX16685" fmla="*/ 1485329 w 2419350"/>
                <a:gd name="connsiteY16685" fmla="*/ 865918 h 876300"/>
                <a:gd name="connsiteX16686" fmla="*/ 1484852 w 2419350"/>
                <a:gd name="connsiteY16686" fmla="*/ 866108 h 876300"/>
                <a:gd name="connsiteX16687" fmla="*/ 1484471 w 2419350"/>
                <a:gd name="connsiteY16687" fmla="*/ 866680 h 876300"/>
                <a:gd name="connsiteX16688" fmla="*/ 1484281 w 2419350"/>
                <a:gd name="connsiteY16688" fmla="*/ 867728 h 876300"/>
                <a:gd name="connsiteX16689" fmla="*/ 1484090 w 2419350"/>
                <a:gd name="connsiteY16689" fmla="*/ 868204 h 876300"/>
                <a:gd name="connsiteX16690" fmla="*/ 1483233 w 2419350"/>
                <a:gd name="connsiteY16690" fmla="*/ 868966 h 876300"/>
                <a:gd name="connsiteX16691" fmla="*/ 1481042 w 2419350"/>
                <a:gd name="connsiteY16691" fmla="*/ 869918 h 876300"/>
                <a:gd name="connsiteX16692" fmla="*/ 1479899 w 2419350"/>
                <a:gd name="connsiteY16692" fmla="*/ 870585 h 876300"/>
                <a:gd name="connsiteX16693" fmla="*/ 1477328 w 2419350"/>
                <a:gd name="connsiteY16693" fmla="*/ 873157 h 876300"/>
                <a:gd name="connsiteX16694" fmla="*/ 1476089 w 2419350"/>
                <a:gd name="connsiteY16694" fmla="*/ 873728 h 876300"/>
                <a:gd name="connsiteX16695" fmla="*/ 1475518 w 2419350"/>
                <a:gd name="connsiteY16695" fmla="*/ 873824 h 876300"/>
                <a:gd name="connsiteX16696" fmla="*/ 1474946 w 2419350"/>
                <a:gd name="connsiteY16696" fmla="*/ 873824 h 876300"/>
                <a:gd name="connsiteX16697" fmla="*/ 1474375 w 2419350"/>
                <a:gd name="connsiteY16697" fmla="*/ 873919 h 876300"/>
                <a:gd name="connsiteX16698" fmla="*/ 1473708 w 2419350"/>
                <a:gd name="connsiteY16698" fmla="*/ 874300 h 876300"/>
                <a:gd name="connsiteX16699" fmla="*/ 1473327 w 2419350"/>
                <a:gd name="connsiteY16699" fmla="*/ 874490 h 876300"/>
                <a:gd name="connsiteX16700" fmla="*/ 1472756 w 2419350"/>
                <a:gd name="connsiteY16700" fmla="*/ 874490 h 876300"/>
                <a:gd name="connsiteX16701" fmla="*/ 1471613 w 2419350"/>
                <a:gd name="connsiteY16701" fmla="*/ 874395 h 876300"/>
                <a:gd name="connsiteX16702" fmla="*/ 1470374 w 2419350"/>
                <a:gd name="connsiteY16702" fmla="*/ 874490 h 876300"/>
                <a:gd name="connsiteX16703" fmla="*/ 1467040 w 2419350"/>
                <a:gd name="connsiteY16703" fmla="*/ 875443 h 876300"/>
                <a:gd name="connsiteX16704" fmla="*/ 1465898 w 2419350"/>
                <a:gd name="connsiteY16704" fmla="*/ 876395 h 876300"/>
                <a:gd name="connsiteX16705" fmla="*/ 1464755 w 2419350"/>
                <a:gd name="connsiteY16705" fmla="*/ 876681 h 876300"/>
                <a:gd name="connsiteX16706" fmla="*/ 1464659 w 2419350"/>
                <a:gd name="connsiteY16706" fmla="*/ 877062 h 876300"/>
                <a:gd name="connsiteX16707" fmla="*/ 1464945 w 2419350"/>
                <a:gd name="connsiteY16707" fmla="*/ 878110 h 876300"/>
                <a:gd name="connsiteX16708" fmla="*/ 1465231 w 2419350"/>
                <a:gd name="connsiteY16708" fmla="*/ 882872 h 876300"/>
                <a:gd name="connsiteX16709" fmla="*/ 1466374 w 2419350"/>
                <a:gd name="connsiteY16709" fmla="*/ 884396 h 876300"/>
                <a:gd name="connsiteX16710" fmla="*/ 1468374 w 2419350"/>
                <a:gd name="connsiteY16710" fmla="*/ 884492 h 876300"/>
                <a:gd name="connsiteX16711" fmla="*/ 1473232 w 2419350"/>
                <a:gd name="connsiteY16711" fmla="*/ 883634 h 876300"/>
                <a:gd name="connsiteX16712" fmla="*/ 1473232 w 2419350"/>
                <a:gd name="connsiteY16712" fmla="*/ 883253 h 876300"/>
                <a:gd name="connsiteX16713" fmla="*/ 1472470 w 2419350"/>
                <a:gd name="connsiteY16713" fmla="*/ 882682 h 876300"/>
                <a:gd name="connsiteX16714" fmla="*/ 1472946 w 2419350"/>
                <a:gd name="connsiteY16714" fmla="*/ 882015 h 876300"/>
                <a:gd name="connsiteX16715" fmla="*/ 1473994 w 2419350"/>
                <a:gd name="connsiteY16715" fmla="*/ 881444 h 876300"/>
                <a:gd name="connsiteX16716" fmla="*/ 1481995 w 2419350"/>
                <a:gd name="connsiteY16716" fmla="*/ 879158 h 876300"/>
                <a:gd name="connsiteX16717" fmla="*/ 1483995 w 2419350"/>
                <a:gd name="connsiteY16717" fmla="*/ 879062 h 876300"/>
                <a:gd name="connsiteX16718" fmla="*/ 1485709 w 2419350"/>
                <a:gd name="connsiteY16718" fmla="*/ 878681 h 876300"/>
                <a:gd name="connsiteX16719" fmla="*/ 1486948 w 2419350"/>
                <a:gd name="connsiteY16719" fmla="*/ 877443 h 876300"/>
                <a:gd name="connsiteX16720" fmla="*/ 1487138 w 2419350"/>
                <a:gd name="connsiteY16720" fmla="*/ 876872 h 876300"/>
                <a:gd name="connsiteX16721" fmla="*/ 1487233 w 2419350"/>
                <a:gd name="connsiteY16721" fmla="*/ 876300 h 876300"/>
                <a:gd name="connsiteX16722" fmla="*/ 1487329 w 2419350"/>
                <a:gd name="connsiteY16722" fmla="*/ 875062 h 876300"/>
                <a:gd name="connsiteX16723" fmla="*/ 1487614 w 2419350"/>
                <a:gd name="connsiteY16723" fmla="*/ 874681 h 876300"/>
                <a:gd name="connsiteX16724" fmla="*/ 1488186 w 2419350"/>
                <a:gd name="connsiteY16724" fmla="*/ 874395 h 876300"/>
                <a:gd name="connsiteX16725" fmla="*/ 1488853 w 2419350"/>
                <a:gd name="connsiteY16725" fmla="*/ 874205 h 876300"/>
                <a:gd name="connsiteX16726" fmla="*/ 1489329 w 2419350"/>
                <a:gd name="connsiteY16726" fmla="*/ 874014 h 876300"/>
                <a:gd name="connsiteX16727" fmla="*/ 1492187 w 2419350"/>
                <a:gd name="connsiteY16727" fmla="*/ 871728 h 876300"/>
                <a:gd name="connsiteX16728" fmla="*/ 1493044 w 2419350"/>
                <a:gd name="connsiteY16728" fmla="*/ 871252 h 876300"/>
                <a:gd name="connsiteX16729" fmla="*/ 1493996 w 2419350"/>
                <a:gd name="connsiteY16729" fmla="*/ 871347 h 876300"/>
                <a:gd name="connsiteX16730" fmla="*/ 1495234 w 2419350"/>
                <a:gd name="connsiteY16730" fmla="*/ 871633 h 876300"/>
                <a:gd name="connsiteX16731" fmla="*/ 1496282 w 2419350"/>
                <a:gd name="connsiteY16731" fmla="*/ 871633 h 876300"/>
                <a:gd name="connsiteX16732" fmla="*/ 1496663 w 2419350"/>
                <a:gd name="connsiteY16732" fmla="*/ 870776 h 876300"/>
                <a:gd name="connsiteX16733" fmla="*/ 1496854 w 2419350"/>
                <a:gd name="connsiteY16733" fmla="*/ 868394 h 876300"/>
                <a:gd name="connsiteX16734" fmla="*/ 1496473 w 2419350"/>
                <a:gd name="connsiteY16734" fmla="*/ 867632 h 876300"/>
                <a:gd name="connsiteX16735" fmla="*/ 1495139 w 2419350"/>
                <a:gd name="connsiteY16735" fmla="*/ 866966 h 876300"/>
                <a:gd name="connsiteX16736" fmla="*/ 1420844 w 2419350"/>
                <a:gd name="connsiteY16736" fmla="*/ 858774 h 876300"/>
                <a:gd name="connsiteX16737" fmla="*/ 1419797 w 2419350"/>
                <a:gd name="connsiteY16737" fmla="*/ 858869 h 876300"/>
                <a:gd name="connsiteX16738" fmla="*/ 1418749 w 2419350"/>
                <a:gd name="connsiteY16738" fmla="*/ 858298 h 876300"/>
                <a:gd name="connsiteX16739" fmla="*/ 1417891 w 2419350"/>
                <a:gd name="connsiteY16739" fmla="*/ 857822 h 876300"/>
                <a:gd name="connsiteX16740" fmla="*/ 1416748 w 2419350"/>
                <a:gd name="connsiteY16740" fmla="*/ 857822 h 876300"/>
                <a:gd name="connsiteX16741" fmla="*/ 1415606 w 2419350"/>
                <a:gd name="connsiteY16741" fmla="*/ 858203 h 876300"/>
                <a:gd name="connsiteX16742" fmla="*/ 1414653 w 2419350"/>
                <a:gd name="connsiteY16742" fmla="*/ 858869 h 876300"/>
                <a:gd name="connsiteX16743" fmla="*/ 1412843 w 2419350"/>
                <a:gd name="connsiteY16743" fmla="*/ 861727 h 876300"/>
                <a:gd name="connsiteX16744" fmla="*/ 1406557 w 2419350"/>
                <a:gd name="connsiteY16744" fmla="*/ 864870 h 876300"/>
                <a:gd name="connsiteX16745" fmla="*/ 1405699 w 2419350"/>
                <a:gd name="connsiteY16745" fmla="*/ 865537 h 876300"/>
                <a:gd name="connsiteX16746" fmla="*/ 1405890 w 2419350"/>
                <a:gd name="connsiteY16746" fmla="*/ 865918 h 876300"/>
                <a:gd name="connsiteX16747" fmla="*/ 1406176 w 2419350"/>
                <a:gd name="connsiteY16747" fmla="*/ 866204 h 876300"/>
                <a:gd name="connsiteX16748" fmla="*/ 1406747 w 2419350"/>
                <a:gd name="connsiteY16748" fmla="*/ 866680 h 876300"/>
                <a:gd name="connsiteX16749" fmla="*/ 1407890 w 2419350"/>
                <a:gd name="connsiteY16749" fmla="*/ 867347 h 876300"/>
                <a:gd name="connsiteX16750" fmla="*/ 1409033 w 2419350"/>
                <a:gd name="connsiteY16750" fmla="*/ 867537 h 876300"/>
                <a:gd name="connsiteX16751" fmla="*/ 1411319 w 2419350"/>
                <a:gd name="connsiteY16751" fmla="*/ 867347 h 876300"/>
                <a:gd name="connsiteX16752" fmla="*/ 1414653 w 2419350"/>
                <a:gd name="connsiteY16752" fmla="*/ 867632 h 876300"/>
                <a:gd name="connsiteX16753" fmla="*/ 1415796 w 2419350"/>
                <a:gd name="connsiteY16753" fmla="*/ 867347 h 876300"/>
                <a:gd name="connsiteX16754" fmla="*/ 1415891 w 2419350"/>
                <a:gd name="connsiteY16754" fmla="*/ 867156 h 876300"/>
                <a:gd name="connsiteX16755" fmla="*/ 1416082 w 2419350"/>
                <a:gd name="connsiteY16755" fmla="*/ 866775 h 876300"/>
                <a:gd name="connsiteX16756" fmla="*/ 1416272 w 2419350"/>
                <a:gd name="connsiteY16756" fmla="*/ 866394 h 876300"/>
                <a:gd name="connsiteX16757" fmla="*/ 1416653 w 2419350"/>
                <a:gd name="connsiteY16757" fmla="*/ 866204 h 876300"/>
                <a:gd name="connsiteX16758" fmla="*/ 1417225 w 2419350"/>
                <a:gd name="connsiteY16758" fmla="*/ 866204 h 876300"/>
                <a:gd name="connsiteX16759" fmla="*/ 1417511 w 2419350"/>
                <a:gd name="connsiteY16759" fmla="*/ 866204 h 876300"/>
                <a:gd name="connsiteX16760" fmla="*/ 1417796 w 2419350"/>
                <a:gd name="connsiteY16760" fmla="*/ 866013 h 876300"/>
                <a:gd name="connsiteX16761" fmla="*/ 1418368 w 2419350"/>
                <a:gd name="connsiteY16761" fmla="*/ 865632 h 876300"/>
                <a:gd name="connsiteX16762" fmla="*/ 1419606 w 2419350"/>
                <a:gd name="connsiteY16762" fmla="*/ 864965 h 876300"/>
                <a:gd name="connsiteX16763" fmla="*/ 1421606 w 2419350"/>
                <a:gd name="connsiteY16763" fmla="*/ 863251 h 876300"/>
                <a:gd name="connsiteX16764" fmla="*/ 1421987 w 2419350"/>
                <a:gd name="connsiteY16764" fmla="*/ 862584 h 876300"/>
                <a:gd name="connsiteX16765" fmla="*/ 1422368 w 2419350"/>
                <a:gd name="connsiteY16765" fmla="*/ 860393 h 876300"/>
                <a:gd name="connsiteX16766" fmla="*/ 1421892 w 2419350"/>
                <a:gd name="connsiteY16766" fmla="*/ 858964 h 876300"/>
                <a:gd name="connsiteX16767" fmla="*/ 1420844 w 2419350"/>
                <a:gd name="connsiteY16767" fmla="*/ 858774 h 876300"/>
                <a:gd name="connsiteX16768" fmla="*/ 1401604 w 2419350"/>
                <a:gd name="connsiteY16768" fmla="*/ 867537 h 876300"/>
                <a:gd name="connsiteX16769" fmla="*/ 1400747 w 2419350"/>
                <a:gd name="connsiteY16769" fmla="*/ 867442 h 876300"/>
                <a:gd name="connsiteX16770" fmla="*/ 1399032 w 2419350"/>
                <a:gd name="connsiteY16770" fmla="*/ 867537 h 876300"/>
                <a:gd name="connsiteX16771" fmla="*/ 1397794 w 2419350"/>
                <a:gd name="connsiteY16771" fmla="*/ 868109 h 876300"/>
                <a:gd name="connsiteX16772" fmla="*/ 1397032 w 2419350"/>
                <a:gd name="connsiteY16772" fmla="*/ 868871 h 876300"/>
                <a:gd name="connsiteX16773" fmla="*/ 1397222 w 2419350"/>
                <a:gd name="connsiteY16773" fmla="*/ 869347 h 876300"/>
                <a:gd name="connsiteX16774" fmla="*/ 1398365 w 2419350"/>
                <a:gd name="connsiteY16774" fmla="*/ 869442 h 876300"/>
                <a:gd name="connsiteX16775" fmla="*/ 1399508 w 2419350"/>
                <a:gd name="connsiteY16775" fmla="*/ 869442 h 876300"/>
                <a:gd name="connsiteX16776" fmla="*/ 1400556 w 2419350"/>
                <a:gd name="connsiteY16776" fmla="*/ 869156 h 876300"/>
                <a:gd name="connsiteX16777" fmla="*/ 1401604 w 2419350"/>
                <a:gd name="connsiteY16777" fmla="*/ 868680 h 876300"/>
                <a:gd name="connsiteX16778" fmla="*/ 1402461 w 2419350"/>
                <a:gd name="connsiteY16778" fmla="*/ 868109 h 876300"/>
                <a:gd name="connsiteX16779" fmla="*/ 1402556 w 2419350"/>
                <a:gd name="connsiteY16779" fmla="*/ 867537 h 876300"/>
                <a:gd name="connsiteX16780" fmla="*/ 1401889 w 2419350"/>
                <a:gd name="connsiteY16780" fmla="*/ 867347 h 876300"/>
                <a:gd name="connsiteX16781" fmla="*/ 1401604 w 2419350"/>
                <a:gd name="connsiteY16781" fmla="*/ 867537 h 876300"/>
                <a:gd name="connsiteX16782" fmla="*/ 1261205 w 2419350"/>
                <a:gd name="connsiteY16782" fmla="*/ 773621 h 876300"/>
                <a:gd name="connsiteX16783" fmla="*/ 1261110 w 2419350"/>
                <a:gd name="connsiteY16783" fmla="*/ 773144 h 876300"/>
                <a:gd name="connsiteX16784" fmla="*/ 1260634 w 2419350"/>
                <a:gd name="connsiteY16784" fmla="*/ 772478 h 876300"/>
                <a:gd name="connsiteX16785" fmla="*/ 1260539 w 2419350"/>
                <a:gd name="connsiteY16785" fmla="*/ 772192 h 876300"/>
                <a:gd name="connsiteX16786" fmla="*/ 1260062 w 2419350"/>
                <a:gd name="connsiteY16786" fmla="*/ 771716 h 876300"/>
                <a:gd name="connsiteX16787" fmla="*/ 1259014 w 2419350"/>
                <a:gd name="connsiteY16787" fmla="*/ 771335 h 876300"/>
                <a:gd name="connsiteX16788" fmla="*/ 1254728 w 2419350"/>
                <a:gd name="connsiteY16788" fmla="*/ 770668 h 876300"/>
                <a:gd name="connsiteX16789" fmla="*/ 1250537 w 2419350"/>
                <a:gd name="connsiteY16789" fmla="*/ 770668 h 876300"/>
                <a:gd name="connsiteX16790" fmla="*/ 1249966 w 2419350"/>
                <a:gd name="connsiteY16790" fmla="*/ 770572 h 876300"/>
                <a:gd name="connsiteX16791" fmla="*/ 1249489 w 2419350"/>
                <a:gd name="connsiteY16791" fmla="*/ 770287 h 876300"/>
                <a:gd name="connsiteX16792" fmla="*/ 1248728 w 2419350"/>
                <a:gd name="connsiteY16792" fmla="*/ 769525 h 876300"/>
                <a:gd name="connsiteX16793" fmla="*/ 1248156 w 2419350"/>
                <a:gd name="connsiteY16793" fmla="*/ 769144 h 876300"/>
                <a:gd name="connsiteX16794" fmla="*/ 1249489 w 2419350"/>
                <a:gd name="connsiteY16794" fmla="*/ 768382 h 876300"/>
                <a:gd name="connsiteX16795" fmla="*/ 1250442 w 2419350"/>
                <a:gd name="connsiteY16795" fmla="*/ 767620 h 876300"/>
                <a:gd name="connsiteX16796" fmla="*/ 1251395 w 2419350"/>
                <a:gd name="connsiteY16796" fmla="*/ 767239 h 876300"/>
                <a:gd name="connsiteX16797" fmla="*/ 1252823 w 2419350"/>
                <a:gd name="connsiteY16797" fmla="*/ 767810 h 876300"/>
                <a:gd name="connsiteX16798" fmla="*/ 1253966 w 2419350"/>
                <a:gd name="connsiteY16798" fmla="*/ 767239 h 876300"/>
                <a:gd name="connsiteX16799" fmla="*/ 1256252 w 2419350"/>
                <a:gd name="connsiteY16799" fmla="*/ 767810 h 876300"/>
                <a:gd name="connsiteX16800" fmla="*/ 1257490 w 2419350"/>
                <a:gd name="connsiteY16800" fmla="*/ 767429 h 876300"/>
                <a:gd name="connsiteX16801" fmla="*/ 1257872 w 2419350"/>
                <a:gd name="connsiteY16801" fmla="*/ 766858 h 876300"/>
                <a:gd name="connsiteX16802" fmla="*/ 1258062 w 2419350"/>
                <a:gd name="connsiteY16802" fmla="*/ 766381 h 876300"/>
                <a:gd name="connsiteX16803" fmla="*/ 1258443 w 2419350"/>
                <a:gd name="connsiteY16803" fmla="*/ 766096 h 876300"/>
                <a:gd name="connsiteX16804" fmla="*/ 1259300 w 2419350"/>
                <a:gd name="connsiteY16804" fmla="*/ 766286 h 876300"/>
                <a:gd name="connsiteX16805" fmla="*/ 1259776 w 2419350"/>
                <a:gd name="connsiteY16805" fmla="*/ 766667 h 876300"/>
                <a:gd name="connsiteX16806" fmla="*/ 1260920 w 2419350"/>
                <a:gd name="connsiteY16806" fmla="*/ 768382 h 876300"/>
                <a:gd name="connsiteX16807" fmla="*/ 1262253 w 2419350"/>
                <a:gd name="connsiteY16807" fmla="*/ 769430 h 876300"/>
                <a:gd name="connsiteX16808" fmla="*/ 1263301 w 2419350"/>
                <a:gd name="connsiteY16808" fmla="*/ 769620 h 876300"/>
                <a:gd name="connsiteX16809" fmla="*/ 1266539 w 2419350"/>
                <a:gd name="connsiteY16809" fmla="*/ 769144 h 876300"/>
                <a:gd name="connsiteX16810" fmla="*/ 1267206 w 2419350"/>
                <a:gd name="connsiteY16810" fmla="*/ 768953 h 876300"/>
                <a:gd name="connsiteX16811" fmla="*/ 1267873 w 2419350"/>
                <a:gd name="connsiteY16811" fmla="*/ 768858 h 876300"/>
                <a:gd name="connsiteX16812" fmla="*/ 1268444 w 2419350"/>
                <a:gd name="connsiteY16812" fmla="*/ 769144 h 876300"/>
                <a:gd name="connsiteX16813" fmla="*/ 1269016 w 2419350"/>
                <a:gd name="connsiteY16813" fmla="*/ 769525 h 876300"/>
                <a:gd name="connsiteX16814" fmla="*/ 1269492 w 2419350"/>
                <a:gd name="connsiteY16814" fmla="*/ 769620 h 876300"/>
                <a:gd name="connsiteX16815" fmla="*/ 1269873 w 2419350"/>
                <a:gd name="connsiteY16815" fmla="*/ 769334 h 876300"/>
                <a:gd name="connsiteX16816" fmla="*/ 1270064 w 2419350"/>
                <a:gd name="connsiteY16816" fmla="*/ 768668 h 876300"/>
                <a:gd name="connsiteX16817" fmla="*/ 1271016 w 2419350"/>
                <a:gd name="connsiteY16817" fmla="*/ 769239 h 876300"/>
                <a:gd name="connsiteX16818" fmla="*/ 1271683 w 2419350"/>
                <a:gd name="connsiteY16818" fmla="*/ 769049 h 876300"/>
                <a:gd name="connsiteX16819" fmla="*/ 1272349 w 2419350"/>
                <a:gd name="connsiteY16819" fmla="*/ 768477 h 876300"/>
                <a:gd name="connsiteX16820" fmla="*/ 1273302 w 2419350"/>
                <a:gd name="connsiteY16820" fmla="*/ 767905 h 876300"/>
                <a:gd name="connsiteX16821" fmla="*/ 1273112 w 2419350"/>
                <a:gd name="connsiteY16821" fmla="*/ 767429 h 876300"/>
                <a:gd name="connsiteX16822" fmla="*/ 1273112 w 2419350"/>
                <a:gd name="connsiteY16822" fmla="*/ 767144 h 876300"/>
                <a:gd name="connsiteX16823" fmla="*/ 1273302 w 2419350"/>
                <a:gd name="connsiteY16823" fmla="*/ 766953 h 876300"/>
                <a:gd name="connsiteX16824" fmla="*/ 1273778 w 2419350"/>
                <a:gd name="connsiteY16824" fmla="*/ 766763 h 876300"/>
                <a:gd name="connsiteX16825" fmla="*/ 1273397 w 2419350"/>
                <a:gd name="connsiteY16825" fmla="*/ 766096 h 876300"/>
                <a:gd name="connsiteX16826" fmla="*/ 1273112 w 2419350"/>
                <a:gd name="connsiteY16826" fmla="*/ 765334 h 876300"/>
                <a:gd name="connsiteX16827" fmla="*/ 1272921 w 2419350"/>
                <a:gd name="connsiteY16827" fmla="*/ 764572 h 876300"/>
                <a:gd name="connsiteX16828" fmla="*/ 1272921 w 2419350"/>
                <a:gd name="connsiteY16828" fmla="*/ 763810 h 876300"/>
                <a:gd name="connsiteX16829" fmla="*/ 1273207 w 2419350"/>
                <a:gd name="connsiteY16829" fmla="*/ 763334 h 876300"/>
                <a:gd name="connsiteX16830" fmla="*/ 1273683 w 2419350"/>
                <a:gd name="connsiteY16830" fmla="*/ 763048 h 876300"/>
                <a:gd name="connsiteX16831" fmla="*/ 1273969 w 2419350"/>
                <a:gd name="connsiteY16831" fmla="*/ 762762 h 876300"/>
                <a:gd name="connsiteX16832" fmla="*/ 1273683 w 2419350"/>
                <a:gd name="connsiteY16832" fmla="*/ 762286 h 876300"/>
                <a:gd name="connsiteX16833" fmla="*/ 1273873 w 2419350"/>
                <a:gd name="connsiteY16833" fmla="*/ 762191 h 876300"/>
                <a:gd name="connsiteX16834" fmla="*/ 1274159 w 2419350"/>
                <a:gd name="connsiteY16834" fmla="*/ 762000 h 876300"/>
                <a:gd name="connsiteX16835" fmla="*/ 1274350 w 2419350"/>
                <a:gd name="connsiteY16835" fmla="*/ 761905 h 876300"/>
                <a:gd name="connsiteX16836" fmla="*/ 1273873 w 2419350"/>
                <a:gd name="connsiteY16836" fmla="*/ 761047 h 876300"/>
                <a:gd name="connsiteX16837" fmla="*/ 1273112 w 2419350"/>
                <a:gd name="connsiteY16837" fmla="*/ 759905 h 876300"/>
                <a:gd name="connsiteX16838" fmla="*/ 1272349 w 2419350"/>
                <a:gd name="connsiteY16838" fmla="*/ 759238 h 876300"/>
                <a:gd name="connsiteX16839" fmla="*/ 1272064 w 2419350"/>
                <a:gd name="connsiteY16839" fmla="*/ 759524 h 876300"/>
                <a:gd name="connsiteX16840" fmla="*/ 1272064 w 2419350"/>
                <a:gd name="connsiteY16840" fmla="*/ 760190 h 876300"/>
                <a:gd name="connsiteX16841" fmla="*/ 1271968 w 2419350"/>
                <a:gd name="connsiteY16841" fmla="*/ 760667 h 876300"/>
                <a:gd name="connsiteX16842" fmla="*/ 1271683 w 2419350"/>
                <a:gd name="connsiteY16842" fmla="*/ 761047 h 876300"/>
                <a:gd name="connsiteX16843" fmla="*/ 1270635 w 2419350"/>
                <a:gd name="connsiteY16843" fmla="*/ 761333 h 876300"/>
                <a:gd name="connsiteX16844" fmla="*/ 1270730 w 2419350"/>
                <a:gd name="connsiteY16844" fmla="*/ 761714 h 876300"/>
                <a:gd name="connsiteX16845" fmla="*/ 1271016 w 2419350"/>
                <a:gd name="connsiteY16845" fmla="*/ 762191 h 876300"/>
                <a:gd name="connsiteX16846" fmla="*/ 1271016 w 2419350"/>
                <a:gd name="connsiteY16846" fmla="*/ 762667 h 876300"/>
                <a:gd name="connsiteX16847" fmla="*/ 1270445 w 2419350"/>
                <a:gd name="connsiteY16847" fmla="*/ 763143 h 876300"/>
                <a:gd name="connsiteX16848" fmla="*/ 1269397 w 2419350"/>
                <a:gd name="connsiteY16848" fmla="*/ 763619 h 876300"/>
                <a:gd name="connsiteX16849" fmla="*/ 1268349 w 2419350"/>
                <a:gd name="connsiteY16849" fmla="*/ 764000 h 876300"/>
                <a:gd name="connsiteX16850" fmla="*/ 1267587 w 2419350"/>
                <a:gd name="connsiteY16850" fmla="*/ 764191 h 876300"/>
                <a:gd name="connsiteX16851" fmla="*/ 1266349 w 2419350"/>
                <a:gd name="connsiteY16851" fmla="*/ 763810 h 876300"/>
                <a:gd name="connsiteX16852" fmla="*/ 1265777 w 2419350"/>
                <a:gd name="connsiteY16852" fmla="*/ 762953 h 876300"/>
                <a:gd name="connsiteX16853" fmla="*/ 1265587 w 2419350"/>
                <a:gd name="connsiteY16853" fmla="*/ 761810 h 876300"/>
                <a:gd name="connsiteX16854" fmla="*/ 1265587 w 2419350"/>
                <a:gd name="connsiteY16854" fmla="*/ 760476 h 876300"/>
                <a:gd name="connsiteX16855" fmla="*/ 1265206 w 2419350"/>
                <a:gd name="connsiteY16855" fmla="*/ 758571 h 876300"/>
                <a:gd name="connsiteX16856" fmla="*/ 1265968 w 2419350"/>
                <a:gd name="connsiteY16856" fmla="*/ 756476 h 876300"/>
                <a:gd name="connsiteX16857" fmla="*/ 1266254 w 2419350"/>
                <a:gd name="connsiteY16857" fmla="*/ 754475 h 876300"/>
                <a:gd name="connsiteX16858" fmla="*/ 1264730 w 2419350"/>
                <a:gd name="connsiteY16858" fmla="*/ 751808 h 876300"/>
                <a:gd name="connsiteX16859" fmla="*/ 1263967 w 2419350"/>
                <a:gd name="connsiteY16859" fmla="*/ 749332 h 876300"/>
                <a:gd name="connsiteX16860" fmla="*/ 1263777 w 2419350"/>
                <a:gd name="connsiteY16860" fmla="*/ 747808 h 876300"/>
                <a:gd name="connsiteX16861" fmla="*/ 1263491 w 2419350"/>
                <a:gd name="connsiteY16861" fmla="*/ 746665 h 876300"/>
                <a:gd name="connsiteX16862" fmla="*/ 1262920 w 2419350"/>
                <a:gd name="connsiteY16862" fmla="*/ 745998 h 876300"/>
                <a:gd name="connsiteX16863" fmla="*/ 1262063 w 2419350"/>
                <a:gd name="connsiteY16863" fmla="*/ 745617 h 876300"/>
                <a:gd name="connsiteX16864" fmla="*/ 1260824 w 2419350"/>
                <a:gd name="connsiteY16864" fmla="*/ 745236 h 876300"/>
                <a:gd name="connsiteX16865" fmla="*/ 1258633 w 2419350"/>
                <a:gd name="connsiteY16865" fmla="*/ 744855 h 876300"/>
                <a:gd name="connsiteX16866" fmla="*/ 1256062 w 2419350"/>
                <a:gd name="connsiteY16866" fmla="*/ 744855 h 876300"/>
                <a:gd name="connsiteX16867" fmla="*/ 1253585 w 2419350"/>
                <a:gd name="connsiteY16867" fmla="*/ 745236 h 876300"/>
                <a:gd name="connsiteX16868" fmla="*/ 1251775 w 2419350"/>
                <a:gd name="connsiteY16868" fmla="*/ 745998 h 876300"/>
                <a:gd name="connsiteX16869" fmla="*/ 1250537 w 2419350"/>
                <a:gd name="connsiteY16869" fmla="*/ 746951 h 876300"/>
                <a:gd name="connsiteX16870" fmla="*/ 1249299 w 2419350"/>
                <a:gd name="connsiteY16870" fmla="*/ 748189 h 876300"/>
                <a:gd name="connsiteX16871" fmla="*/ 1248537 w 2419350"/>
                <a:gd name="connsiteY16871" fmla="*/ 749808 h 876300"/>
                <a:gd name="connsiteX16872" fmla="*/ 1248537 w 2419350"/>
                <a:gd name="connsiteY16872" fmla="*/ 751904 h 876300"/>
                <a:gd name="connsiteX16873" fmla="*/ 1248823 w 2419350"/>
                <a:gd name="connsiteY16873" fmla="*/ 752570 h 876300"/>
                <a:gd name="connsiteX16874" fmla="*/ 1249108 w 2419350"/>
                <a:gd name="connsiteY16874" fmla="*/ 753142 h 876300"/>
                <a:gd name="connsiteX16875" fmla="*/ 1249204 w 2419350"/>
                <a:gd name="connsiteY16875" fmla="*/ 753618 h 876300"/>
                <a:gd name="connsiteX16876" fmla="*/ 1248537 w 2419350"/>
                <a:gd name="connsiteY16876" fmla="*/ 754666 h 876300"/>
                <a:gd name="connsiteX16877" fmla="*/ 1247965 w 2419350"/>
                <a:gd name="connsiteY16877" fmla="*/ 755999 h 876300"/>
                <a:gd name="connsiteX16878" fmla="*/ 1247870 w 2419350"/>
                <a:gd name="connsiteY16878" fmla="*/ 756380 h 876300"/>
                <a:gd name="connsiteX16879" fmla="*/ 1247584 w 2419350"/>
                <a:gd name="connsiteY16879" fmla="*/ 756952 h 876300"/>
                <a:gd name="connsiteX16880" fmla="*/ 1246918 w 2419350"/>
                <a:gd name="connsiteY16880" fmla="*/ 757904 h 876300"/>
                <a:gd name="connsiteX16881" fmla="*/ 1246061 w 2419350"/>
                <a:gd name="connsiteY16881" fmla="*/ 758666 h 876300"/>
                <a:gd name="connsiteX16882" fmla="*/ 1245394 w 2419350"/>
                <a:gd name="connsiteY16882" fmla="*/ 758380 h 876300"/>
                <a:gd name="connsiteX16883" fmla="*/ 1245489 w 2419350"/>
                <a:gd name="connsiteY16883" fmla="*/ 757523 h 876300"/>
                <a:gd name="connsiteX16884" fmla="*/ 1246823 w 2419350"/>
                <a:gd name="connsiteY16884" fmla="*/ 753809 h 876300"/>
                <a:gd name="connsiteX16885" fmla="*/ 1247013 w 2419350"/>
                <a:gd name="connsiteY16885" fmla="*/ 751427 h 876300"/>
                <a:gd name="connsiteX16886" fmla="*/ 1247204 w 2419350"/>
                <a:gd name="connsiteY16886" fmla="*/ 750094 h 876300"/>
                <a:gd name="connsiteX16887" fmla="*/ 1247584 w 2419350"/>
                <a:gd name="connsiteY16887" fmla="*/ 749237 h 876300"/>
                <a:gd name="connsiteX16888" fmla="*/ 1245870 w 2419350"/>
                <a:gd name="connsiteY16888" fmla="*/ 745808 h 876300"/>
                <a:gd name="connsiteX16889" fmla="*/ 1245013 w 2419350"/>
                <a:gd name="connsiteY16889" fmla="*/ 744950 h 876300"/>
                <a:gd name="connsiteX16890" fmla="*/ 1244632 w 2419350"/>
                <a:gd name="connsiteY16890" fmla="*/ 744855 h 876300"/>
                <a:gd name="connsiteX16891" fmla="*/ 1242917 w 2419350"/>
                <a:gd name="connsiteY16891" fmla="*/ 744664 h 876300"/>
                <a:gd name="connsiteX16892" fmla="*/ 1242631 w 2419350"/>
                <a:gd name="connsiteY16892" fmla="*/ 744474 h 876300"/>
                <a:gd name="connsiteX16893" fmla="*/ 1242346 w 2419350"/>
                <a:gd name="connsiteY16893" fmla="*/ 744284 h 876300"/>
                <a:gd name="connsiteX16894" fmla="*/ 1241965 w 2419350"/>
                <a:gd name="connsiteY16894" fmla="*/ 744093 h 876300"/>
                <a:gd name="connsiteX16895" fmla="*/ 1241584 w 2419350"/>
                <a:gd name="connsiteY16895" fmla="*/ 743998 h 876300"/>
                <a:gd name="connsiteX16896" fmla="*/ 1239393 w 2419350"/>
                <a:gd name="connsiteY16896" fmla="*/ 743998 h 876300"/>
                <a:gd name="connsiteX16897" fmla="*/ 1238822 w 2419350"/>
                <a:gd name="connsiteY16897" fmla="*/ 743903 h 876300"/>
                <a:gd name="connsiteX16898" fmla="*/ 1237964 w 2419350"/>
                <a:gd name="connsiteY16898" fmla="*/ 743236 h 876300"/>
                <a:gd name="connsiteX16899" fmla="*/ 1237488 w 2419350"/>
                <a:gd name="connsiteY16899" fmla="*/ 742950 h 876300"/>
                <a:gd name="connsiteX16900" fmla="*/ 1236536 w 2419350"/>
                <a:gd name="connsiteY16900" fmla="*/ 742855 h 876300"/>
                <a:gd name="connsiteX16901" fmla="*/ 1235297 w 2419350"/>
                <a:gd name="connsiteY16901" fmla="*/ 743045 h 876300"/>
                <a:gd name="connsiteX16902" fmla="*/ 1234249 w 2419350"/>
                <a:gd name="connsiteY16902" fmla="*/ 743522 h 876300"/>
                <a:gd name="connsiteX16903" fmla="*/ 1233488 w 2419350"/>
                <a:gd name="connsiteY16903" fmla="*/ 744855 h 876300"/>
                <a:gd name="connsiteX16904" fmla="*/ 1232916 w 2419350"/>
                <a:gd name="connsiteY16904" fmla="*/ 745236 h 876300"/>
                <a:gd name="connsiteX16905" fmla="*/ 1232249 w 2419350"/>
                <a:gd name="connsiteY16905" fmla="*/ 745522 h 876300"/>
                <a:gd name="connsiteX16906" fmla="*/ 1231964 w 2419350"/>
                <a:gd name="connsiteY16906" fmla="*/ 745712 h 876300"/>
                <a:gd name="connsiteX16907" fmla="*/ 1231773 w 2419350"/>
                <a:gd name="connsiteY16907" fmla="*/ 746188 h 876300"/>
                <a:gd name="connsiteX16908" fmla="*/ 1231392 w 2419350"/>
                <a:gd name="connsiteY16908" fmla="*/ 746665 h 876300"/>
                <a:gd name="connsiteX16909" fmla="*/ 1229963 w 2419350"/>
                <a:gd name="connsiteY16909" fmla="*/ 748094 h 876300"/>
                <a:gd name="connsiteX16910" fmla="*/ 1229011 w 2419350"/>
                <a:gd name="connsiteY16910" fmla="*/ 748760 h 876300"/>
                <a:gd name="connsiteX16911" fmla="*/ 1227963 w 2419350"/>
                <a:gd name="connsiteY16911" fmla="*/ 749332 h 876300"/>
                <a:gd name="connsiteX16912" fmla="*/ 1227106 w 2419350"/>
                <a:gd name="connsiteY16912" fmla="*/ 749522 h 876300"/>
                <a:gd name="connsiteX16913" fmla="*/ 1226630 w 2419350"/>
                <a:gd name="connsiteY16913" fmla="*/ 749332 h 876300"/>
                <a:gd name="connsiteX16914" fmla="*/ 1224915 w 2419350"/>
                <a:gd name="connsiteY16914" fmla="*/ 747713 h 876300"/>
                <a:gd name="connsiteX16915" fmla="*/ 1224820 w 2419350"/>
                <a:gd name="connsiteY16915" fmla="*/ 747713 h 876300"/>
                <a:gd name="connsiteX16916" fmla="*/ 1224629 w 2419350"/>
                <a:gd name="connsiteY16916" fmla="*/ 747903 h 876300"/>
                <a:gd name="connsiteX16917" fmla="*/ 1224343 w 2419350"/>
                <a:gd name="connsiteY16917" fmla="*/ 747998 h 876300"/>
                <a:gd name="connsiteX16918" fmla="*/ 1224058 w 2419350"/>
                <a:gd name="connsiteY16918" fmla="*/ 747903 h 876300"/>
                <a:gd name="connsiteX16919" fmla="*/ 1223581 w 2419350"/>
                <a:gd name="connsiteY16919" fmla="*/ 747331 h 876300"/>
                <a:gd name="connsiteX16920" fmla="*/ 1222439 w 2419350"/>
                <a:gd name="connsiteY16920" fmla="*/ 745236 h 876300"/>
                <a:gd name="connsiteX16921" fmla="*/ 1220629 w 2419350"/>
                <a:gd name="connsiteY16921" fmla="*/ 743141 h 876300"/>
                <a:gd name="connsiteX16922" fmla="*/ 1220438 w 2419350"/>
                <a:gd name="connsiteY16922" fmla="*/ 742760 h 876300"/>
                <a:gd name="connsiteX16923" fmla="*/ 1220057 w 2419350"/>
                <a:gd name="connsiteY16923" fmla="*/ 742379 h 876300"/>
                <a:gd name="connsiteX16924" fmla="*/ 1219867 w 2419350"/>
                <a:gd name="connsiteY16924" fmla="*/ 741331 h 876300"/>
                <a:gd name="connsiteX16925" fmla="*/ 1219581 w 2419350"/>
                <a:gd name="connsiteY16925" fmla="*/ 739140 h 876300"/>
                <a:gd name="connsiteX16926" fmla="*/ 1218629 w 2419350"/>
                <a:gd name="connsiteY16926" fmla="*/ 737140 h 876300"/>
                <a:gd name="connsiteX16927" fmla="*/ 1216819 w 2419350"/>
                <a:gd name="connsiteY16927" fmla="*/ 736092 h 876300"/>
                <a:gd name="connsiteX16928" fmla="*/ 1214533 w 2419350"/>
                <a:gd name="connsiteY16928" fmla="*/ 735616 h 876300"/>
                <a:gd name="connsiteX16929" fmla="*/ 1212056 w 2419350"/>
                <a:gd name="connsiteY16929" fmla="*/ 735521 h 876300"/>
                <a:gd name="connsiteX16930" fmla="*/ 1211008 w 2419350"/>
                <a:gd name="connsiteY16930" fmla="*/ 735330 h 876300"/>
                <a:gd name="connsiteX16931" fmla="*/ 1210532 w 2419350"/>
                <a:gd name="connsiteY16931" fmla="*/ 735330 h 876300"/>
                <a:gd name="connsiteX16932" fmla="*/ 1210056 w 2419350"/>
                <a:gd name="connsiteY16932" fmla="*/ 735711 h 876300"/>
                <a:gd name="connsiteX16933" fmla="*/ 1209580 w 2419350"/>
                <a:gd name="connsiteY16933" fmla="*/ 735806 h 876300"/>
                <a:gd name="connsiteX16934" fmla="*/ 1209199 w 2419350"/>
                <a:gd name="connsiteY16934" fmla="*/ 735330 h 876300"/>
                <a:gd name="connsiteX16935" fmla="*/ 1208913 w 2419350"/>
                <a:gd name="connsiteY16935" fmla="*/ 734759 h 876300"/>
                <a:gd name="connsiteX16936" fmla="*/ 1208532 w 2419350"/>
                <a:gd name="connsiteY16936" fmla="*/ 734473 h 876300"/>
                <a:gd name="connsiteX16937" fmla="*/ 1206341 w 2419350"/>
                <a:gd name="connsiteY16937" fmla="*/ 734568 h 876300"/>
                <a:gd name="connsiteX16938" fmla="*/ 1205103 w 2419350"/>
                <a:gd name="connsiteY16938" fmla="*/ 734759 h 876300"/>
                <a:gd name="connsiteX16939" fmla="*/ 1200722 w 2419350"/>
                <a:gd name="connsiteY16939" fmla="*/ 736473 h 876300"/>
                <a:gd name="connsiteX16940" fmla="*/ 1199769 w 2419350"/>
                <a:gd name="connsiteY16940" fmla="*/ 736663 h 876300"/>
                <a:gd name="connsiteX16941" fmla="*/ 1199483 w 2419350"/>
                <a:gd name="connsiteY16941" fmla="*/ 736759 h 876300"/>
                <a:gd name="connsiteX16942" fmla="*/ 1198055 w 2419350"/>
                <a:gd name="connsiteY16942" fmla="*/ 737711 h 876300"/>
                <a:gd name="connsiteX16943" fmla="*/ 1197673 w 2419350"/>
                <a:gd name="connsiteY16943" fmla="*/ 737711 h 876300"/>
                <a:gd name="connsiteX16944" fmla="*/ 1197292 w 2419350"/>
                <a:gd name="connsiteY16944" fmla="*/ 737711 h 876300"/>
                <a:gd name="connsiteX16945" fmla="*/ 1196816 w 2419350"/>
                <a:gd name="connsiteY16945" fmla="*/ 737902 h 876300"/>
                <a:gd name="connsiteX16946" fmla="*/ 1196245 w 2419350"/>
                <a:gd name="connsiteY16946" fmla="*/ 738473 h 876300"/>
                <a:gd name="connsiteX16947" fmla="*/ 1195768 w 2419350"/>
                <a:gd name="connsiteY16947" fmla="*/ 739426 h 876300"/>
                <a:gd name="connsiteX16948" fmla="*/ 1195292 w 2419350"/>
                <a:gd name="connsiteY16948" fmla="*/ 740855 h 876300"/>
                <a:gd name="connsiteX16949" fmla="*/ 1195006 w 2419350"/>
                <a:gd name="connsiteY16949" fmla="*/ 742188 h 876300"/>
                <a:gd name="connsiteX16950" fmla="*/ 1195292 w 2419350"/>
                <a:gd name="connsiteY16950" fmla="*/ 742760 h 876300"/>
                <a:gd name="connsiteX16951" fmla="*/ 1195864 w 2419350"/>
                <a:gd name="connsiteY16951" fmla="*/ 742950 h 876300"/>
                <a:gd name="connsiteX16952" fmla="*/ 1196340 w 2419350"/>
                <a:gd name="connsiteY16952" fmla="*/ 743331 h 876300"/>
                <a:gd name="connsiteX16953" fmla="*/ 1197007 w 2419350"/>
                <a:gd name="connsiteY16953" fmla="*/ 744188 h 876300"/>
                <a:gd name="connsiteX16954" fmla="*/ 1198436 w 2419350"/>
                <a:gd name="connsiteY16954" fmla="*/ 745236 h 876300"/>
                <a:gd name="connsiteX16955" fmla="*/ 1199198 w 2419350"/>
                <a:gd name="connsiteY16955" fmla="*/ 746093 h 876300"/>
                <a:gd name="connsiteX16956" fmla="*/ 1200436 w 2419350"/>
                <a:gd name="connsiteY16956" fmla="*/ 747903 h 876300"/>
                <a:gd name="connsiteX16957" fmla="*/ 1201103 w 2419350"/>
                <a:gd name="connsiteY16957" fmla="*/ 748665 h 876300"/>
                <a:gd name="connsiteX16958" fmla="*/ 1204246 w 2419350"/>
                <a:gd name="connsiteY16958" fmla="*/ 751046 h 876300"/>
                <a:gd name="connsiteX16959" fmla="*/ 1207294 w 2419350"/>
                <a:gd name="connsiteY16959" fmla="*/ 752856 h 876300"/>
                <a:gd name="connsiteX16960" fmla="*/ 1208056 w 2419350"/>
                <a:gd name="connsiteY16960" fmla="*/ 753809 h 876300"/>
                <a:gd name="connsiteX16961" fmla="*/ 1208818 w 2419350"/>
                <a:gd name="connsiteY16961" fmla="*/ 754380 h 876300"/>
                <a:gd name="connsiteX16962" fmla="*/ 1209770 w 2419350"/>
                <a:gd name="connsiteY16962" fmla="*/ 754856 h 876300"/>
                <a:gd name="connsiteX16963" fmla="*/ 1210532 w 2419350"/>
                <a:gd name="connsiteY16963" fmla="*/ 755047 h 876300"/>
                <a:gd name="connsiteX16964" fmla="*/ 1212247 w 2419350"/>
                <a:gd name="connsiteY16964" fmla="*/ 754189 h 876300"/>
                <a:gd name="connsiteX16965" fmla="*/ 1213390 w 2419350"/>
                <a:gd name="connsiteY16965" fmla="*/ 753809 h 876300"/>
                <a:gd name="connsiteX16966" fmla="*/ 1214342 w 2419350"/>
                <a:gd name="connsiteY16966" fmla="*/ 754189 h 876300"/>
                <a:gd name="connsiteX16967" fmla="*/ 1215771 w 2419350"/>
                <a:gd name="connsiteY16967" fmla="*/ 755809 h 876300"/>
                <a:gd name="connsiteX16968" fmla="*/ 1216533 w 2419350"/>
                <a:gd name="connsiteY16968" fmla="*/ 756190 h 876300"/>
                <a:gd name="connsiteX16969" fmla="*/ 1217009 w 2419350"/>
                <a:gd name="connsiteY16969" fmla="*/ 755713 h 876300"/>
                <a:gd name="connsiteX16970" fmla="*/ 1217390 w 2419350"/>
                <a:gd name="connsiteY16970" fmla="*/ 755713 h 876300"/>
                <a:gd name="connsiteX16971" fmla="*/ 1218248 w 2419350"/>
                <a:gd name="connsiteY16971" fmla="*/ 757047 h 876300"/>
                <a:gd name="connsiteX16972" fmla="*/ 1220533 w 2419350"/>
                <a:gd name="connsiteY16972" fmla="*/ 759047 h 876300"/>
                <a:gd name="connsiteX16973" fmla="*/ 1221391 w 2419350"/>
                <a:gd name="connsiteY16973" fmla="*/ 760476 h 876300"/>
                <a:gd name="connsiteX16974" fmla="*/ 1222057 w 2419350"/>
                <a:gd name="connsiteY16974" fmla="*/ 759809 h 876300"/>
                <a:gd name="connsiteX16975" fmla="*/ 1222343 w 2419350"/>
                <a:gd name="connsiteY16975" fmla="*/ 759428 h 876300"/>
                <a:gd name="connsiteX16976" fmla="*/ 1222439 w 2419350"/>
                <a:gd name="connsiteY16976" fmla="*/ 759143 h 876300"/>
                <a:gd name="connsiteX16977" fmla="*/ 1222629 w 2419350"/>
                <a:gd name="connsiteY16977" fmla="*/ 758952 h 876300"/>
                <a:gd name="connsiteX16978" fmla="*/ 1223105 w 2419350"/>
                <a:gd name="connsiteY16978" fmla="*/ 759333 h 876300"/>
                <a:gd name="connsiteX16979" fmla="*/ 1223581 w 2419350"/>
                <a:gd name="connsiteY16979" fmla="*/ 759809 h 876300"/>
                <a:gd name="connsiteX16980" fmla="*/ 1223772 w 2419350"/>
                <a:gd name="connsiteY16980" fmla="*/ 760095 h 876300"/>
                <a:gd name="connsiteX16981" fmla="*/ 1224629 w 2419350"/>
                <a:gd name="connsiteY16981" fmla="*/ 760381 h 876300"/>
                <a:gd name="connsiteX16982" fmla="*/ 1225296 w 2419350"/>
                <a:gd name="connsiteY16982" fmla="*/ 761143 h 876300"/>
                <a:gd name="connsiteX16983" fmla="*/ 1225677 w 2419350"/>
                <a:gd name="connsiteY16983" fmla="*/ 762095 h 876300"/>
                <a:gd name="connsiteX16984" fmla="*/ 1225677 w 2419350"/>
                <a:gd name="connsiteY16984" fmla="*/ 763048 h 876300"/>
                <a:gd name="connsiteX16985" fmla="*/ 1225201 w 2419350"/>
                <a:gd name="connsiteY16985" fmla="*/ 763905 h 876300"/>
                <a:gd name="connsiteX16986" fmla="*/ 1224343 w 2419350"/>
                <a:gd name="connsiteY16986" fmla="*/ 764477 h 876300"/>
                <a:gd name="connsiteX16987" fmla="*/ 1223296 w 2419350"/>
                <a:gd name="connsiteY16987" fmla="*/ 764762 h 876300"/>
                <a:gd name="connsiteX16988" fmla="*/ 1220438 w 2419350"/>
                <a:gd name="connsiteY16988" fmla="*/ 764858 h 876300"/>
                <a:gd name="connsiteX16989" fmla="*/ 1220057 w 2419350"/>
                <a:gd name="connsiteY16989" fmla="*/ 764762 h 876300"/>
                <a:gd name="connsiteX16990" fmla="*/ 1219105 w 2419350"/>
                <a:gd name="connsiteY16990" fmla="*/ 764286 h 876300"/>
                <a:gd name="connsiteX16991" fmla="*/ 1218724 w 2419350"/>
                <a:gd name="connsiteY16991" fmla="*/ 764191 h 876300"/>
                <a:gd name="connsiteX16992" fmla="*/ 1216914 w 2419350"/>
                <a:gd name="connsiteY16992" fmla="*/ 764191 h 876300"/>
                <a:gd name="connsiteX16993" fmla="*/ 1214818 w 2419350"/>
                <a:gd name="connsiteY16993" fmla="*/ 764572 h 876300"/>
                <a:gd name="connsiteX16994" fmla="*/ 1214342 w 2419350"/>
                <a:gd name="connsiteY16994" fmla="*/ 764572 h 876300"/>
                <a:gd name="connsiteX16995" fmla="*/ 1213961 w 2419350"/>
                <a:gd name="connsiteY16995" fmla="*/ 764667 h 876300"/>
                <a:gd name="connsiteX16996" fmla="*/ 1213771 w 2419350"/>
                <a:gd name="connsiteY16996" fmla="*/ 765048 h 876300"/>
                <a:gd name="connsiteX16997" fmla="*/ 1213580 w 2419350"/>
                <a:gd name="connsiteY16997" fmla="*/ 765143 h 876300"/>
                <a:gd name="connsiteX16998" fmla="*/ 1213199 w 2419350"/>
                <a:gd name="connsiteY16998" fmla="*/ 765429 h 876300"/>
                <a:gd name="connsiteX16999" fmla="*/ 1212914 w 2419350"/>
                <a:gd name="connsiteY16999" fmla="*/ 765810 h 876300"/>
                <a:gd name="connsiteX17000" fmla="*/ 1212914 w 2419350"/>
                <a:gd name="connsiteY17000" fmla="*/ 766001 h 876300"/>
                <a:gd name="connsiteX17001" fmla="*/ 1211961 w 2419350"/>
                <a:gd name="connsiteY17001" fmla="*/ 766477 h 876300"/>
                <a:gd name="connsiteX17002" fmla="*/ 1209770 w 2419350"/>
                <a:gd name="connsiteY17002" fmla="*/ 768858 h 876300"/>
                <a:gd name="connsiteX17003" fmla="*/ 1208723 w 2419350"/>
                <a:gd name="connsiteY17003" fmla="*/ 769715 h 876300"/>
                <a:gd name="connsiteX17004" fmla="*/ 1207865 w 2419350"/>
                <a:gd name="connsiteY17004" fmla="*/ 769049 h 876300"/>
                <a:gd name="connsiteX17005" fmla="*/ 1206913 w 2419350"/>
                <a:gd name="connsiteY17005" fmla="*/ 768763 h 876300"/>
                <a:gd name="connsiteX17006" fmla="*/ 1205960 w 2419350"/>
                <a:gd name="connsiteY17006" fmla="*/ 768668 h 876300"/>
                <a:gd name="connsiteX17007" fmla="*/ 1205293 w 2419350"/>
                <a:gd name="connsiteY17007" fmla="*/ 768668 h 876300"/>
                <a:gd name="connsiteX17008" fmla="*/ 1205198 w 2419350"/>
                <a:gd name="connsiteY17008" fmla="*/ 768477 h 876300"/>
                <a:gd name="connsiteX17009" fmla="*/ 1205198 w 2419350"/>
                <a:gd name="connsiteY17009" fmla="*/ 768096 h 876300"/>
                <a:gd name="connsiteX17010" fmla="*/ 1205103 w 2419350"/>
                <a:gd name="connsiteY17010" fmla="*/ 767620 h 876300"/>
                <a:gd name="connsiteX17011" fmla="*/ 1204817 w 2419350"/>
                <a:gd name="connsiteY17011" fmla="*/ 767239 h 876300"/>
                <a:gd name="connsiteX17012" fmla="*/ 1204436 w 2419350"/>
                <a:gd name="connsiteY17012" fmla="*/ 767239 h 876300"/>
                <a:gd name="connsiteX17013" fmla="*/ 1201103 w 2419350"/>
                <a:gd name="connsiteY17013" fmla="*/ 768287 h 876300"/>
                <a:gd name="connsiteX17014" fmla="*/ 1200150 w 2419350"/>
                <a:gd name="connsiteY17014" fmla="*/ 768287 h 876300"/>
                <a:gd name="connsiteX17015" fmla="*/ 1199198 w 2419350"/>
                <a:gd name="connsiteY17015" fmla="*/ 767810 h 876300"/>
                <a:gd name="connsiteX17016" fmla="*/ 1198721 w 2419350"/>
                <a:gd name="connsiteY17016" fmla="*/ 767048 h 876300"/>
                <a:gd name="connsiteX17017" fmla="*/ 1198055 w 2419350"/>
                <a:gd name="connsiteY17017" fmla="*/ 765143 h 876300"/>
                <a:gd name="connsiteX17018" fmla="*/ 1197673 w 2419350"/>
                <a:gd name="connsiteY17018" fmla="*/ 764381 h 876300"/>
                <a:gd name="connsiteX17019" fmla="*/ 1198055 w 2419350"/>
                <a:gd name="connsiteY17019" fmla="*/ 764191 h 876300"/>
                <a:gd name="connsiteX17020" fmla="*/ 1198436 w 2419350"/>
                <a:gd name="connsiteY17020" fmla="*/ 764096 h 876300"/>
                <a:gd name="connsiteX17021" fmla="*/ 1198912 w 2419350"/>
                <a:gd name="connsiteY17021" fmla="*/ 764000 h 876300"/>
                <a:gd name="connsiteX17022" fmla="*/ 1199483 w 2419350"/>
                <a:gd name="connsiteY17022" fmla="*/ 764000 h 876300"/>
                <a:gd name="connsiteX17023" fmla="*/ 1199293 w 2419350"/>
                <a:gd name="connsiteY17023" fmla="*/ 763714 h 876300"/>
                <a:gd name="connsiteX17024" fmla="*/ 1199198 w 2419350"/>
                <a:gd name="connsiteY17024" fmla="*/ 763524 h 876300"/>
                <a:gd name="connsiteX17025" fmla="*/ 1199007 w 2419350"/>
                <a:gd name="connsiteY17025" fmla="*/ 763429 h 876300"/>
                <a:gd name="connsiteX17026" fmla="*/ 1198626 w 2419350"/>
                <a:gd name="connsiteY17026" fmla="*/ 763429 h 876300"/>
                <a:gd name="connsiteX17027" fmla="*/ 1198150 w 2419350"/>
                <a:gd name="connsiteY17027" fmla="*/ 763238 h 876300"/>
                <a:gd name="connsiteX17028" fmla="*/ 1198150 w 2419350"/>
                <a:gd name="connsiteY17028" fmla="*/ 762857 h 876300"/>
                <a:gd name="connsiteX17029" fmla="*/ 1198340 w 2419350"/>
                <a:gd name="connsiteY17029" fmla="*/ 762476 h 876300"/>
                <a:gd name="connsiteX17030" fmla="*/ 1198531 w 2419350"/>
                <a:gd name="connsiteY17030" fmla="*/ 762286 h 876300"/>
                <a:gd name="connsiteX17031" fmla="*/ 1198150 w 2419350"/>
                <a:gd name="connsiteY17031" fmla="*/ 761810 h 876300"/>
                <a:gd name="connsiteX17032" fmla="*/ 1197769 w 2419350"/>
                <a:gd name="connsiteY17032" fmla="*/ 761524 h 876300"/>
                <a:gd name="connsiteX17033" fmla="*/ 1197292 w 2419350"/>
                <a:gd name="connsiteY17033" fmla="*/ 761333 h 876300"/>
                <a:gd name="connsiteX17034" fmla="*/ 1196721 w 2419350"/>
                <a:gd name="connsiteY17034" fmla="*/ 761143 h 876300"/>
                <a:gd name="connsiteX17035" fmla="*/ 1196912 w 2419350"/>
                <a:gd name="connsiteY17035" fmla="*/ 760762 h 876300"/>
                <a:gd name="connsiteX17036" fmla="*/ 1197102 w 2419350"/>
                <a:gd name="connsiteY17036" fmla="*/ 760381 h 876300"/>
                <a:gd name="connsiteX17037" fmla="*/ 1196435 w 2419350"/>
                <a:gd name="connsiteY17037" fmla="*/ 760190 h 876300"/>
                <a:gd name="connsiteX17038" fmla="*/ 1195959 w 2419350"/>
                <a:gd name="connsiteY17038" fmla="*/ 760381 h 876300"/>
                <a:gd name="connsiteX17039" fmla="*/ 1195483 w 2419350"/>
                <a:gd name="connsiteY17039" fmla="*/ 760667 h 876300"/>
                <a:gd name="connsiteX17040" fmla="*/ 1194816 w 2419350"/>
                <a:gd name="connsiteY17040" fmla="*/ 760857 h 876300"/>
                <a:gd name="connsiteX17041" fmla="*/ 1192244 w 2419350"/>
                <a:gd name="connsiteY17041" fmla="*/ 759524 h 876300"/>
                <a:gd name="connsiteX17042" fmla="*/ 1191768 w 2419350"/>
                <a:gd name="connsiteY17042" fmla="*/ 758952 h 876300"/>
                <a:gd name="connsiteX17043" fmla="*/ 1191578 w 2419350"/>
                <a:gd name="connsiteY17043" fmla="*/ 758095 h 876300"/>
                <a:gd name="connsiteX17044" fmla="*/ 1191197 w 2419350"/>
                <a:gd name="connsiteY17044" fmla="*/ 754475 h 876300"/>
                <a:gd name="connsiteX17045" fmla="*/ 1190911 w 2419350"/>
                <a:gd name="connsiteY17045" fmla="*/ 753428 h 876300"/>
                <a:gd name="connsiteX17046" fmla="*/ 1190339 w 2419350"/>
                <a:gd name="connsiteY17046" fmla="*/ 753142 h 876300"/>
                <a:gd name="connsiteX17047" fmla="*/ 1189673 w 2419350"/>
                <a:gd name="connsiteY17047" fmla="*/ 753809 h 876300"/>
                <a:gd name="connsiteX17048" fmla="*/ 1189577 w 2419350"/>
                <a:gd name="connsiteY17048" fmla="*/ 756380 h 876300"/>
                <a:gd name="connsiteX17049" fmla="*/ 1189291 w 2419350"/>
                <a:gd name="connsiteY17049" fmla="*/ 757523 h 876300"/>
                <a:gd name="connsiteX17050" fmla="*/ 1188434 w 2419350"/>
                <a:gd name="connsiteY17050" fmla="*/ 756095 h 876300"/>
                <a:gd name="connsiteX17051" fmla="*/ 1187958 w 2419350"/>
                <a:gd name="connsiteY17051" fmla="*/ 752666 h 876300"/>
                <a:gd name="connsiteX17052" fmla="*/ 1187482 w 2419350"/>
                <a:gd name="connsiteY17052" fmla="*/ 751808 h 876300"/>
                <a:gd name="connsiteX17053" fmla="*/ 1186720 w 2419350"/>
                <a:gd name="connsiteY17053" fmla="*/ 752285 h 876300"/>
                <a:gd name="connsiteX17054" fmla="*/ 1185481 w 2419350"/>
                <a:gd name="connsiteY17054" fmla="*/ 752570 h 876300"/>
                <a:gd name="connsiteX17055" fmla="*/ 1182814 w 2419350"/>
                <a:gd name="connsiteY17055" fmla="*/ 752570 h 876300"/>
                <a:gd name="connsiteX17056" fmla="*/ 1182148 w 2419350"/>
                <a:gd name="connsiteY17056" fmla="*/ 752285 h 876300"/>
                <a:gd name="connsiteX17057" fmla="*/ 1181672 w 2419350"/>
                <a:gd name="connsiteY17057" fmla="*/ 751999 h 876300"/>
                <a:gd name="connsiteX17058" fmla="*/ 1181386 w 2419350"/>
                <a:gd name="connsiteY17058" fmla="*/ 752094 h 876300"/>
                <a:gd name="connsiteX17059" fmla="*/ 1181290 w 2419350"/>
                <a:gd name="connsiteY17059" fmla="*/ 753047 h 876300"/>
                <a:gd name="connsiteX17060" fmla="*/ 1181100 w 2419350"/>
                <a:gd name="connsiteY17060" fmla="*/ 753713 h 876300"/>
                <a:gd name="connsiteX17061" fmla="*/ 1180719 w 2419350"/>
                <a:gd name="connsiteY17061" fmla="*/ 754285 h 876300"/>
                <a:gd name="connsiteX17062" fmla="*/ 1180529 w 2419350"/>
                <a:gd name="connsiteY17062" fmla="*/ 754952 h 876300"/>
                <a:gd name="connsiteX17063" fmla="*/ 1180814 w 2419350"/>
                <a:gd name="connsiteY17063" fmla="*/ 755809 h 876300"/>
                <a:gd name="connsiteX17064" fmla="*/ 1176528 w 2419350"/>
                <a:gd name="connsiteY17064" fmla="*/ 753999 h 876300"/>
                <a:gd name="connsiteX17065" fmla="*/ 1174623 w 2419350"/>
                <a:gd name="connsiteY17065" fmla="*/ 752570 h 876300"/>
                <a:gd name="connsiteX17066" fmla="*/ 1173099 w 2419350"/>
                <a:gd name="connsiteY17066" fmla="*/ 751808 h 876300"/>
                <a:gd name="connsiteX17067" fmla="*/ 1172337 w 2419350"/>
                <a:gd name="connsiteY17067" fmla="*/ 751332 h 876300"/>
                <a:gd name="connsiteX17068" fmla="*/ 1171670 w 2419350"/>
                <a:gd name="connsiteY17068" fmla="*/ 751046 h 876300"/>
                <a:gd name="connsiteX17069" fmla="*/ 1169956 w 2419350"/>
                <a:gd name="connsiteY17069" fmla="*/ 750951 h 876300"/>
                <a:gd name="connsiteX17070" fmla="*/ 1169289 w 2419350"/>
                <a:gd name="connsiteY17070" fmla="*/ 750761 h 876300"/>
                <a:gd name="connsiteX17071" fmla="*/ 1168241 w 2419350"/>
                <a:gd name="connsiteY17071" fmla="*/ 749332 h 876300"/>
                <a:gd name="connsiteX17072" fmla="*/ 1167098 w 2419350"/>
                <a:gd name="connsiteY17072" fmla="*/ 749713 h 876300"/>
                <a:gd name="connsiteX17073" fmla="*/ 1165384 w 2419350"/>
                <a:gd name="connsiteY17073" fmla="*/ 750094 h 876300"/>
                <a:gd name="connsiteX17074" fmla="*/ 1164146 w 2419350"/>
                <a:gd name="connsiteY17074" fmla="*/ 750665 h 876300"/>
                <a:gd name="connsiteX17075" fmla="*/ 1164622 w 2419350"/>
                <a:gd name="connsiteY17075" fmla="*/ 751808 h 876300"/>
                <a:gd name="connsiteX17076" fmla="*/ 1162717 w 2419350"/>
                <a:gd name="connsiteY17076" fmla="*/ 752856 h 876300"/>
                <a:gd name="connsiteX17077" fmla="*/ 1159669 w 2419350"/>
                <a:gd name="connsiteY17077" fmla="*/ 755142 h 876300"/>
                <a:gd name="connsiteX17078" fmla="*/ 1157192 w 2419350"/>
                <a:gd name="connsiteY17078" fmla="*/ 756571 h 876300"/>
                <a:gd name="connsiteX17079" fmla="*/ 1152239 w 2419350"/>
                <a:gd name="connsiteY17079" fmla="*/ 758190 h 876300"/>
                <a:gd name="connsiteX17080" fmla="*/ 1151668 w 2419350"/>
                <a:gd name="connsiteY17080" fmla="*/ 758285 h 876300"/>
                <a:gd name="connsiteX17081" fmla="*/ 1150906 w 2419350"/>
                <a:gd name="connsiteY17081" fmla="*/ 758285 h 876300"/>
                <a:gd name="connsiteX17082" fmla="*/ 1150430 w 2419350"/>
                <a:gd name="connsiteY17082" fmla="*/ 758095 h 876300"/>
                <a:gd name="connsiteX17083" fmla="*/ 1149382 w 2419350"/>
                <a:gd name="connsiteY17083" fmla="*/ 757238 h 876300"/>
                <a:gd name="connsiteX17084" fmla="*/ 1149477 w 2419350"/>
                <a:gd name="connsiteY17084" fmla="*/ 759714 h 876300"/>
                <a:gd name="connsiteX17085" fmla="*/ 1149096 w 2419350"/>
                <a:gd name="connsiteY17085" fmla="*/ 760762 h 876300"/>
                <a:gd name="connsiteX17086" fmla="*/ 1146905 w 2419350"/>
                <a:gd name="connsiteY17086" fmla="*/ 761238 h 876300"/>
                <a:gd name="connsiteX17087" fmla="*/ 1144714 w 2419350"/>
                <a:gd name="connsiteY17087" fmla="*/ 765620 h 876300"/>
                <a:gd name="connsiteX17088" fmla="*/ 1145953 w 2419350"/>
                <a:gd name="connsiteY17088" fmla="*/ 766381 h 876300"/>
                <a:gd name="connsiteX17089" fmla="*/ 1145953 w 2419350"/>
                <a:gd name="connsiteY17089" fmla="*/ 767715 h 876300"/>
                <a:gd name="connsiteX17090" fmla="*/ 1145476 w 2419350"/>
                <a:gd name="connsiteY17090" fmla="*/ 769430 h 876300"/>
                <a:gd name="connsiteX17091" fmla="*/ 1145857 w 2419350"/>
                <a:gd name="connsiteY17091" fmla="*/ 769906 h 876300"/>
                <a:gd name="connsiteX17092" fmla="*/ 1146905 w 2419350"/>
                <a:gd name="connsiteY17092" fmla="*/ 769811 h 876300"/>
                <a:gd name="connsiteX17093" fmla="*/ 1147286 w 2419350"/>
                <a:gd name="connsiteY17093" fmla="*/ 770287 h 876300"/>
                <a:gd name="connsiteX17094" fmla="*/ 1147572 w 2419350"/>
                <a:gd name="connsiteY17094" fmla="*/ 770858 h 876300"/>
                <a:gd name="connsiteX17095" fmla="*/ 1147667 w 2419350"/>
                <a:gd name="connsiteY17095" fmla="*/ 771239 h 876300"/>
                <a:gd name="connsiteX17096" fmla="*/ 1147858 w 2419350"/>
                <a:gd name="connsiteY17096" fmla="*/ 771430 h 876300"/>
                <a:gd name="connsiteX17097" fmla="*/ 1148239 w 2419350"/>
                <a:gd name="connsiteY17097" fmla="*/ 771716 h 876300"/>
                <a:gd name="connsiteX17098" fmla="*/ 1148620 w 2419350"/>
                <a:gd name="connsiteY17098" fmla="*/ 772097 h 876300"/>
                <a:gd name="connsiteX17099" fmla="*/ 1148810 w 2419350"/>
                <a:gd name="connsiteY17099" fmla="*/ 772763 h 876300"/>
                <a:gd name="connsiteX17100" fmla="*/ 1148429 w 2419350"/>
                <a:gd name="connsiteY17100" fmla="*/ 773811 h 876300"/>
                <a:gd name="connsiteX17101" fmla="*/ 1146334 w 2419350"/>
                <a:gd name="connsiteY17101" fmla="*/ 774287 h 876300"/>
                <a:gd name="connsiteX17102" fmla="*/ 1145381 w 2419350"/>
                <a:gd name="connsiteY17102" fmla="*/ 775526 h 876300"/>
                <a:gd name="connsiteX17103" fmla="*/ 1144143 w 2419350"/>
                <a:gd name="connsiteY17103" fmla="*/ 776764 h 876300"/>
                <a:gd name="connsiteX17104" fmla="*/ 1144238 w 2419350"/>
                <a:gd name="connsiteY17104" fmla="*/ 777240 h 876300"/>
                <a:gd name="connsiteX17105" fmla="*/ 1144429 w 2419350"/>
                <a:gd name="connsiteY17105" fmla="*/ 778383 h 876300"/>
                <a:gd name="connsiteX17106" fmla="*/ 1144810 w 2419350"/>
                <a:gd name="connsiteY17106" fmla="*/ 779336 h 876300"/>
                <a:gd name="connsiteX17107" fmla="*/ 1143953 w 2419350"/>
                <a:gd name="connsiteY17107" fmla="*/ 780574 h 876300"/>
                <a:gd name="connsiteX17108" fmla="*/ 1143762 w 2419350"/>
                <a:gd name="connsiteY17108" fmla="*/ 781431 h 876300"/>
                <a:gd name="connsiteX17109" fmla="*/ 1144619 w 2419350"/>
                <a:gd name="connsiteY17109" fmla="*/ 782479 h 876300"/>
                <a:gd name="connsiteX17110" fmla="*/ 1145286 w 2419350"/>
                <a:gd name="connsiteY17110" fmla="*/ 783622 h 876300"/>
                <a:gd name="connsiteX17111" fmla="*/ 1145476 w 2419350"/>
                <a:gd name="connsiteY17111" fmla="*/ 784193 h 876300"/>
                <a:gd name="connsiteX17112" fmla="*/ 1146048 w 2419350"/>
                <a:gd name="connsiteY17112" fmla="*/ 784098 h 876300"/>
                <a:gd name="connsiteX17113" fmla="*/ 1147763 w 2419350"/>
                <a:gd name="connsiteY17113" fmla="*/ 785336 h 876300"/>
                <a:gd name="connsiteX17114" fmla="*/ 1148906 w 2419350"/>
                <a:gd name="connsiteY17114" fmla="*/ 785717 h 876300"/>
                <a:gd name="connsiteX17115" fmla="*/ 1150048 w 2419350"/>
                <a:gd name="connsiteY17115" fmla="*/ 785813 h 876300"/>
                <a:gd name="connsiteX17116" fmla="*/ 1153001 w 2419350"/>
                <a:gd name="connsiteY17116" fmla="*/ 786765 h 876300"/>
                <a:gd name="connsiteX17117" fmla="*/ 1154144 w 2419350"/>
                <a:gd name="connsiteY17117" fmla="*/ 786765 h 876300"/>
                <a:gd name="connsiteX17118" fmla="*/ 1155287 w 2419350"/>
                <a:gd name="connsiteY17118" fmla="*/ 786575 h 876300"/>
                <a:gd name="connsiteX17119" fmla="*/ 1156430 w 2419350"/>
                <a:gd name="connsiteY17119" fmla="*/ 787146 h 876300"/>
                <a:gd name="connsiteX17120" fmla="*/ 1157573 w 2419350"/>
                <a:gd name="connsiteY17120" fmla="*/ 787908 h 876300"/>
                <a:gd name="connsiteX17121" fmla="*/ 1158526 w 2419350"/>
                <a:gd name="connsiteY17121" fmla="*/ 789051 h 876300"/>
                <a:gd name="connsiteX17122" fmla="*/ 1161764 w 2419350"/>
                <a:gd name="connsiteY17122" fmla="*/ 788765 h 876300"/>
                <a:gd name="connsiteX17123" fmla="*/ 1164717 w 2419350"/>
                <a:gd name="connsiteY17123" fmla="*/ 788194 h 876300"/>
                <a:gd name="connsiteX17124" fmla="*/ 1165479 w 2419350"/>
                <a:gd name="connsiteY17124" fmla="*/ 787432 h 876300"/>
                <a:gd name="connsiteX17125" fmla="*/ 1166146 w 2419350"/>
                <a:gd name="connsiteY17125" fmla="*/ 786670 h 876300"/>
                <a:gd name="connsiteX17126" fmla="*/ 1167098 w 2419350"/>
                <a:gd name="connsiteY17126" fmla="*/ 785146 h 876300"/>
                <a:gd name="connsiteX17127" fmla="*/ 1168241 w 2419350"/>
                <a:gd name="connsiteY17127" fmla="*/ 784670 h 876300"/>
                <a:gd name="connsiteX17128" fmla="*/ 1170051 w 2419350"/>
                <a:gd name="connsiteY17128" fmla="*/ 784670 h 876300"/>
                <a:gd name="connsiteX17129" fmla="*/ 1172528 w 2419350"/>
                <a:gd name="connsiteY17129" fmla="*/ 785527 h 876300"/>
                <a:gd name="connsiteX17130" fmla="*/ 1173956 w 2419350"/>
                <a:gd name="connsiteY17130" fmla="*/ 785908 h 876300"/>
                <a:gd name="connsiteX17131" fmla="*/ 1175766 w 2419350"/>
                <a:gd name="connsiteY17131" fmla="*/ 786575 h 876300"/>
                <a:gd name="connsiteX17132" fmla="*/ 1178623 w 2419350"/>
                <a:gd name="connsiteY17132" fmla="*/ 786289 h 876300"/>
                <a:gd name="connsiteX17133" fmla="*/ 1183100 w 2419350"/>
                <a:gd name="connsiteY17133" fmla="*/ 785051 h 876300"/>
                <a:gd name="connsiteX17134" fmla="*/ 1185481 w 2419350"/>
                <a:gd name="connsiteY17134" fmla="*/ 784384 h 876300"/>
                <a:gd name="connsiteX17135" fmla="*/ 1187577 w 2419350"/>
                <a:gd name="connsiteY17135" fmla="*/ 783527 h 876300"/>
                <a:gd name="connsiteX17136" fmla="*/ 1193387 w 2419350"/>
                <a:gd name="connsiteY17136" fmla="*/ 780097 h 876300"/>
                <a:gd name="connsiteX17137" fmla="*/ 1195578 w 2419350"/>
                <a:gd name="connsiteY17137" fmla="*/ 779240 h 876300"/>
                <a:gd name="connsiteX17138" fmla="*/ 1195768 w 2419350"/>
                <a:gd name="connsiteY17138" fmla="*/ 779145 h 876300"/>
                <a:gd name="connsiteX17139" fmla="*/ 1196435 w 2419350"/>
                <a:gd name="connsiteY17139" fmla="*/ 778859 h 876300"/>
                <a:gd name="connsiteX17140" fmla="*/ 1197102 w 2419350"/>
                <a:gd name="connsiteY17140" fmla="*/ 778764 h 876300"/>
                <a:gd name="connsiteX17141" fmla="*/ 1197673 w 2419350"/>
                <a:gd name="connsiteY17141" fmla="*/ 779336 h 876300"/>
                <a:gd name="connsiteX17142" fmla="*/ 1198150 w 2419350"/>
                <a:gd name="connsiteY17142" fmla="*/ 779621 h 876300"/>
                <a:gd name="connsiteX17143" fmla="*/ 1198721 w 2419350"/>
                <a:gd name="connsiteY17143" fmla="*/ 779907 h 876300"/>
                <a:gd name="connsiteX17144" fmla="*/ 1199102 w 2419350"/>
                <a:gd name="connsiteY17144" fmla="*/ 780002 h 876300"/>
                <a:gd name="connsiteX17145" fmla="*/ 1199769 w 2419350"/>
                <a:gd name="connsiteY17145" fmla="*/ 780002 h 876300"/>
                <a:gd name="connsiteX17146" fmla="*/ 1200150 w 2419350"/>
                <a:gd name="connsiteY17146" fmla="*/ 779907 h 876300"/>
                <a:gd name="connsiteX17147" fmla="*/ 1200626 w 2419350"/>
                <a:gd name="connsiteY17147" fmla="*/ 779621 h 876300"/>
                <a:gd name="connsiteX17148" fmla="*/ 1201007 w 2419350"/>
                <a:gd name="connsiteY17148" fmla="*/ 779240 h 876300"/>
                <a:gd name="connsiteX17149" fmla="*/ 1201293 w 2419350"/>
                <a:gd name="connsiteY17149" fmla="*/ 778859 h 876300"/>
                <a:gd name="connsiteX17150" fmla="*/ 1201674 w 2419350"/>
                <a:gd name="connsiteY17150" fmla="*/ 778574 h 876300"/>
                <a:gd name="connsiteX17151" fmla="*/ 1202436 w 2419350"/>
                <a:gd name="connsiteY17151" fmla="*/ 778574 h 876300"/>
                <a:gd name="connsiteX17152" fmla="*/ 1202722 w 2419350"/>
                <a:gd name="connsiteY17152" fmla="*/ 778859 h 876300"/>
                <a:gd name="connsiteX17153" fmla="*/ 1203103 w 2419350"/>
                <a:gd name="connsiteY17153" fmla="*/ 779812 h 876300"/>
                <a:gd name="connsiteX17154" fmla="*/ 1203293 w 2419350"/>
                <a:gd name="connsiteY17154" fmla="*/ 780002 h 876300"/>
                <a:gd name="connsiteX17155" fmla="*/ 1203770 w 2419350"/>
                <a:gd name="connsiteY17155" fmla="*/ 779907 h 876300"/>
                <a:gd name="connsiteX17156" fmla="*/ 1204150 w 2419350"/>
                <a:gd name="connsiteY17156" fmla="*/ 779717 h 876300"/>
                <a:gd name="connsiteX17157" fmla="*/ 1204531 w 2419350"/>
                <a:gd name="connsiteY17157" fmla="*/ 779717 h 876300"/>
                <a:gd name="connsiteX17158" fmla="*/ 1205103 w 2419350"/>
                <a:gd name="connsiteY17158" fmla="*/ 780193 h 876300"/>
                <a:gd name="connsiteX17159" fmla="*/ 1210818 w 2419350"/>
                <a:gd name="connsiteY17159" fmla="*/ 777240 h 876300"/>
                <a:gd name="connsiteX17160" fmla="*/ 1211389 w 2419350"/>
                <a:gd name="connsiteY17160" fmla="*/ 776573 h 876300"/>
                <a:gd name="connsiteX17161" fmla="*/ 1211866 w 2419350"/>
                <a:gd name="connsiteY17161" fmla="*/ 776288 h 876300"/>
                <a:gd name="connsiteX17162" fmla="*/ 1212247 w 2419350"/>
                <a:gd name="connsiteY17162" fmla="*/ 775621 h 876300"/>
                <a:gd name="connsiteX17163" fmla="*/ 1212532 w 2419350"/>
                <a:gd name="connsiteY17163" fmla="*/ 775621 h 876300"/>
                <a:gd name="connsiteX17164" fmla="*/ 1212818 w 2419350"/>
                <a:gd name="connsiteY17164" fmla="*/ 775716 h 876300"/>
                <a:gd name="connsiteX17165" fmla="*/ 1213009 w 2419350"/>
                <a:gd name="connsiteY17165" fmla="*/ 775906 h 876300"/>
                <a:gd name="connsiteX17166" fmla="*/ 1212914 w 2419350"/>
                <a:gd name="connsiteY17166" fmla="*/ 776002 h 876300"/>
                <a:gd name="connsiteX17167" fmla="*/ 1214628 w 2419350"/>
                <a:gd name="connsiteY17167" fmla="*/ 775335 h 876300"/>
                <a:gd name="connsiteX17168" fmla="*/ 1215104 w 2419350"/>
                <a:gd name="connsiteY17168" fmla="*/ 775240 h 876300"/>
                <a:gd name="connsiteX17169" fmla="*/ 1216152 w 2419350"/>
                <a:gd name="connsiteY17169" fmla="*/ 775526 h 876300"/>
                <a:gd name="connsiteX17170" fmla="*/ 1217295 w 2419350"/>
                <a:gd name="connsiteY17170" fmla="*/ 776192 h 876300"/>
                <a:gd name="connsiteX17171" fmla="*/ 1218438 w 2419350"/>
                <a:gd name="connsiteY17171" fmla="*/ 776669 h 876300"/>
                <a:gd name="connsiteX17172" fmla="*/ 1219390 w 2419350"/>
                <a:gd name="connsiteY17172" fmla="*/ 776478 h 876300"/>
                <a:gd name="connsiteX17173" fmla="*/ 1225582 w 2419350"/>
                <a:gd name="connsiteY17173" fmla="*/ 771430 h 876300"/>
                <a:gd name="connsiteX17174" fmla="*/ 1226153 w 2419350"/>
                <a:gd name="connsiteY17174" fmla="*/ 771335 h 876300"/>
                <a:gd name="connsiteX17175" fmla="*/ 1226630 w 2419350"/>
                <a:gd name="connsiteY17175" fmla="*/ 771049 h 876300"/>
                <a:gd name="connsiteX17176" fmla="*/ 1226820 w 2419350"/>
                <a:gd name="connsiteY17176" fmla="*/ 770668 h 876300"/>
                <a:gd name="connsiteX17177" fmla="*/ 1227487 w 2419350"/>
                <a:gd name="connsiteY17177" fmla="*/ 769049 h 876300"/>
                <a:gd name="connsiteX17178" fmla="*/ 1228915 w 2419350"/>
                <a:gd name="connsiteY17178" fmla="*/ 767239 h 876300"/>
                <a:gd name="connsiteX17179" fmla="*/ 1229773 w 2419350"/>
                <a:gd name="connsiteY17179" fmla="*/ 766858 h 876300"/>
                <a:gd name="connsiteX17180" fmla="*/ 1230821 w 2419350"/>
                <a:gd name="connsiteY17180" fmla="*/ 766667 h 876300"/>
                <a:gd name="connsiteX17181" fmla="*/ 1231773 w 2419350"/>
                <a:gd name="connsiteY17181" fmla="*/ 766381 h 876300"/>
                <a:gd name="connsiteX17182" fmla="*/ 1232154 w 2419350"/>
                <a:gd name="connsiteY17182" fmla="*/ 765715 h 876300"/>
                <a:gd name="connsiteX17183" fmla="*/ 1231964 w 2419350"/>
                <a:gd name="connsiteY17183" fmla="*/ 763334 h 876300"/>
                <a:gd name="connsiteX17184" fmla="*/ 1232154 w 2419350"/>
                <a:gd name="connsiteY17184" fmla="*/ 762191 h 876300"/>
                <a:gd name="connsiteX17185" fmla="*/ 1232916 w 2419350"/>
                <a:gd name="connsiteY17185" fmla="*/ 761524 h 876300"/>
                <a:gd name="connsiteX17186" fmla="*/ 1232916 w 2419350"/>
                <a:gd name="connsiteY17186" fmla="*/ 762476 h 876300"/>
                <a:gd name="connsiteX17187" fmla="*/ 1233202 w 2419350"/>
                <a:gd name="connsiteY17187" fmla="*/ 763238 h 876300"/>
                <a:gd name="connsiteX17188" fmla="*/ 1233583 w 2419350"/>
                <a:gd name="connsiteY17188" fmla="*/ 764000 h 876300"/>
                <a:gd name="connsiteX17189" fmla="*/ 1233964 w 2419350"/>
                <a:gd name="connsiteY17189" fmla="*/ 764762 h 876300"/>
                <a:gd name="connsiteX17190" fmla="*/ 1234154 w 2419350"/>
                <a:gd name="connsiteY17190" fmla="*/ 765524 h 876300"/>
                <a:gd name="connsiteX17191" fmla="*/ 1234249 w 2419350"/>
                <a:gd name="connsiteY17191" fmla="*/ 766286 h 876300"/>
                <a:gd name="connsiteX17192" fmla="*/ 1234154 w 2419350"/>
                <a:gd name="connsiteY17192" fmla="*/ 767048 h 876300"/>
                <a:gd name="connsiteX17193" fmla="*/ 1233964 w 2419350"/>
                <a:gd name="connsiteY17193" fmla="*/ 767905 h 876300"/>
                <a:gd name="connsiteX17194" fmla="*/ 1233297 w 2419350"/>
                <a:gd name="connsiteY17194" fmla="*/ 769239 h 876300"/>
                <a:gd name="connsiteX17195" fmla="*/ 1232440 w 2419350"/>
                <a:gd name="connsiteY17195" fmla="*/ 770287 h 876300"/>
                <a:gd name="connsiteX17196" fmla="*/ 1231678 w 2419350"/>
                <a:gd name="connsiteY17196" fmla="*/ 771335 h 876300"/>
                <a:gd name="connsiteX17197" fmla="*/ 1231487 w 2419350"/>
                <a:gd name="connsiteY17197" fmla="*/ 772668 h 876300"/>
                <a:gd name="connsiteX17198" fmla="*/ 1232916 w 2419350"/>
                <a:gd name="connsiteY17198" fmla="*/ 775716 h 876300"/>
                <a:gd name="connsiteX17199" fmla="*/ 1235583 w 2419350"/>
                <a:gd name="connsiteY17199" fmla="*/ 776288 h 876300"/>
                <a:gd name="connsiteX17200" fmla="*/ 1246346 w 2419350"/>
                <a:gd name="connsiteY17200" fmla="*/ 773239 h 876300"/>
                <a:gd name="connsiteX17201" fmla="*/ 1248728 w 2419350"/>
                <a:gd name="connsiteY17201" fmla="*/ 772859 h 876300"/>
                <a:gd name="connsiteX17202" fmla="*/ 1251014 w 2419350"/>
                <a:gd name="connsiteY17202" fmla="*/ 772954 h 876300"/>
                <a:gd name="connsiteX17203" fmla="*/ 1252061 w 2419350"/>
                <a:gd name="connsiteY17203" fmla="*/ 773430 h 876300"/>
                <a:gd name="connsiteX17204" fmla="*/ 1254157 w 2419350"/>
                <a:gd name="connsiteY17204" fmla="*/ 775145 h 876300"/>
                <a:gd name="connsiteX17205" fmla="*/ 1254728 w 2419350"/>
                <a:gd name="connsiteY17205" fmla="*/ 775526 h 876300"/>
                <a:gd name="connsiteX17206" fmla="*/ 1255109 w 2419350"/>
                <a:gd name="connsiteY17206" fmla="*/ 775430 h 876300"/>
                <a:gd name="connsiteX17207" fmla="*/ 1255490 w 2419350"/>
                <a:gd name="connsiteY17207" fmla="*/ 775240 h 876300"/>
                <a:gd name="connsiteX17208" fmla="*/ 1255681 w 2419350"/>
                <a:gd name="connsiteY17208" fmla="*/ 774954 h 876300"/>
                <a:gd name="connsiteX17209" fmla="*/ 1255681 w 2419350"/>
                <a:gd name="connsiteY17209" fmla="*/ 774859 h 876300"/>
                <a:gd name="connsiteX17210" fmla="*/ 1255966 w 2419350"/>
                <a:gd name="connsiteY17210" fmla="*/ 774954 h 876300"/>
                <a:gd name="connsiteX17211" fmla="*/ 1256729 w 2419350"/>
                <a:gd name="connsiteY17211" fmla="*/ 775240 h 876300"/>
                <a:gd name="connsiteX17212" fmla="*/ 1257205 w 2419350"/>
                <a:gd name="connsiteY17212" fmla="*/ 775335 h 876300"/>
                <a:gd name="connsiteX17213" fmla="*/ 1258253 w 2419350"/>
                <a:gd name="connsiteY17213" fmla="*/ 775526 h 876300"/>
                <a:gd name="connsiteX17214" fmla="*/ 1258824 w 2419350"/>
                <a:gd name="connsiteY17214" fmla="*/ 775526 h 876300"/>
                <a:gd name="connsiteX17215" fmla="*/ 1260062 w 2419350"/>
                <a:gd name="connsiteY17215" fmla="*/ 775335 h 876300"/>
                <a:gd name="connsiteX17216" fmla="*/ 1260729 w 2419350"/>
                <a:gd name="connsiteY17216" fmla="*/ 775049 h 876300"/>
                <a:gd name="connsiteX17217" fmla="*/ 1261205 w 2419350"/>
                <a:gd name="connsiteY17217" fmla="*/ 773621 h 876300"/>
                <a:gd name="connsiteX17218" fmla="*/ 414814 w 2419350"/>
                <a:gd name="connsiteY17218" fmla="*/ 292894 h 876300"/>
                <a:gd name="connsiteX17219" fmla="*/ 413195 w 2419350"/>
                <a:gd name="connsiteY17219" fmla="*/ 293561 h 876300"/>
                <a:gd name="connsiteX17220" fmla="*/ 412432 w 2419350"/>
                <a:gd name="connsiteY17220" fmla="*/ 294227 h 876300"/>
                <a:gd name="connsiteX17221" fmla="*/ 412813 w 2419350"/>
                <a:gd name="connsiteY17221" fmla="*/ 294894 h 876300"/>
                <a:gd name="connsiteX17222" fmla="*/ 414338 w 2419350"/>
                <a:gd name="connsiteY17222" fmla="*/ 294608 h 876300"/>
                <a:gd name="connsiteX17223" fmla="*/ 416052 w 2419350"/>
                <a:gd name="connsiteY17223" fmla="*/ 293846 h 876300"/>
                <a:gd name="connsiteX17224" fmla="*/ 417100 w 2419350"/>
                <a:gd name="connsiteY17224" fmla="*/ 293180 h 876300"/>
                <a:gd name="connsiteX17225" fmla="*/ 416433 w 2419350"/>
                <a:gd name="connsiteY17225" fmla="*/ 292703 h 876300"/>
                <a:gd name="connsiteX17226" fmla="*/ 414814 w 2419350"/>
                <a:gd name="connsiteY17226" fmla="*/ 292894 h 876300"/>
                <a:gd name="connsiteX17227" fmla="*/ 1359408 w 2419350"/>
                <a:gd name="connsiteY17227" fmla="*/ 834580 h 876300"/>
                <a:gd name="connsiteX17228" fmla="*/ 1358360 w 2419350"/>
                <a:gd name="connsiteY17228" fmla="*/ 833342 h 876300"/>
                <a:gd name="connsiteX17229" fmla="*/ 1356836 w 2419350"/>
                <a:gd name="connsiteY17229" fmla="*/ 832199 h 876300"/>
                <a:gd name="connsiteX17230" fmla="*/ 1353312 w 2419350"/>
                <a:gd name="connsiteY17230" fmla="*/ 830389 h 876300"/>
                <a:gd name="connsiteX17231" fmla="*/ 1351883 w 2419350"/>
                <a:gd name="connsiteY17231" fmla="*/ 829342 h 876300"/>
                <a:gd name="connsiteX17232" fmla="*/ 1350645 w 2419350"/>
                <a:gd name="connsiteY17232" fmla="*/ 827627 h 876300"/>
                <a:gd name="connsiteX17233" fmla="*/ 1348549 w 2419350"/>
                <a:gd name="connsiteY17233" fmla="*/ 823246 h 876300"/>
                <a:gd name="connsiteX17234" fmla="*/ 1347121 w 2419350"/>
                <a:gd name="connsiteY17234" fmla="*/ 821436 h 876300"/>
                <a:gd name="connsiteX17235" fmla="*/ 1343311 w 2419350"/>
                <a:gd name="connsiteY17235" fmla="*/ 819436 h 876300"/>
                <a:gd name="connsiteX17236" fmla="*/ 1342739 w 2419350"/>
                <a:gd name="connsiteY17236" fmla="*/ 818674 h 876300"/>
                <a:gd name="connsiteX17237" fmla="*/ 1342454 w 2419350"/>
                <a:gd name="connsiteY17237" fmla="*/ 817340 h 876300"/>
                <a:gd name="connsiteX17238" fmla="*/ 1341691 w 2419350"/>
                <a:gd name="connsiteY17238" fmla="*/ 816483 h 876300"/>
                <a:gd name="connsiteX17239" fmla="*/ 1340644 w 2419350"/>
                <a:gd name="connsiteY17239" fmla="*/ 816007 h 876300"/>
                <a:gd name="connsiteX17240" fmla="*/ 1339501 w 2419350"/>
                <a:gd name="connsiteY17240" fmla="*/ 815912 h 876300"/>
                <a:gd name="connsiteX17241" fmla="*/ 1337024 w 2419350"/>
                <a:gd name="connsiteY17241" fmla="*/ 816293 h 876300"/>
                <a:gd name="connsiteX17242" fmla="*/ 1335691 w 2419350"/>
                <a:gd name="connsiteY17242" fmla="*/ 816674 h 876300"/>
                <a:gd name="connsiteX17243" fmla="*/ 1335119 w 2419350"/>
                <a:gd name="connsiteY17243" fmla="*/ 817245 h 876300"/>
                <a:gd name="connsiteX17244" fmla="*/ 1334738 w 2419350"/>
                <a:gd name="connsiteY17244" fmla="*/ 818007 h 876300"/>
                <a:gd name="connsiteX17245" fmla="*/ 1333881 w 2419350"/>
                <a:gd name="connsiteY17245" fmla="*/ 817912 h 876300"/>
                <a:gd name="connsiteX17246" fmla="*/ 1330738 w 2419350"/>
                <a:gd name="connsiteY17246" fmla="*/ 816483 h 876300"/>
                <a:gd name="connsiteX17247" fmla="*/ 1330071 w 2419350"/>
                <a:gd name="connsiteY17247" fmla="*/ 815816 h 876300"/>
                <a:gd name="connsiteX17248" fmla="*/ 1329785 w 2419350"/>
                <a:gd name="connsiteY17248" fmla="*/ 814959 h 876300"/>
                <a:gd name="connsiteX17249" fmla="*/ 1329690 w 2419350"/>
                <a:gd name="connsiteY17249" fmla="*/ 812959 h 876300"/>
                <a:gd name="connsiteX17250" fmla="*/ 1329309 w 2419350"/>
                <a:gd name="connsiteY17250" fmla="*/ 811625 h 876300"/>
                <a:gd name="connsiteX17251" fmla="*/ 1329309 w 2419350"/>
                <a:gd name="connsiteY17251" fmla="*/ 809435 h 876300"/>
                <a:gd name="connsiteX17252" fmla="*/ 1328547 w 2419350"/>
                <a:gd name="connsiteY17252" fmla="*/ 808577 h 876300"/>
                <a:gd name="connsiteX17253" fmla="*/ 1327404 w 2419350"/>
                <a:gd name="connsiteY17253" fmla="*/ 807720 h 876300"/>
                <a:gd name="connsiteX17254" fmla="*/ 1326166 w 2419350"/>
                <a:gd name="connsiteY17254" fmla="*/ 807244 h 876300"/>
                <a:gd name="connsiteX17255" fmla="*/ 1325213 w 2419350"/>
                <a:gd name="connsiteY17255" fmla="*/ 807434 h 876300"/>
                <a:gd name="connsiteX17256" fmla="*/ 1324356 w 2419350"/>
                <a:gd name="connsiteY17256" fmla="*/ 807911 h 876300"/>
                <a:gd name="connsiteX17257" fmla="*/ 1323404 w 2419350"/>
                <a:gd name="connsiteY17257" fmla="*/ 807815 h 876300"/>
                <a:gd name="connsiteX17258" fmla="*/ 1322451 w 2419350"/>
                <a:gd name="connsiteY17258" fmla="*/ 807434 h 876300"/>
                <a:gd name="connsiteX17259" fmla="*/ 1321594 w 2419350"/>
                <a:gd name="connsiteY17259" fmla="*/ 806958 h 876300"/>
                <a:gd name="connsiteX17260" fmla="*/ 1320356 w 2419350"/>
                <a:gd name="connsiteY17260" fmla="*/ 805910 h 876300"/>
                <a:gd name="connsiteX17261" fmla="*/ 1317212 w 2419350"/>
                <a:gd name="connsiteY17261" fmla="*/ 801529 h 876300"/>
                <a:gd name="connsiteX17262" fmla="*/ 1315022 w 2419350"/>
                <a:gd name="connsiteY17262" fmla="*/ 799719 h 876300"/>
                <a:gd name="connsiteX17263" fmla="*/ 1314640 w 2419350"/>
                <a:gd name="connsiteY17263" fmla="*/ 799243 h 876300"/>
                <a:gd name="connsiteX17264" fmla="*/ 1314355 w 2419350"/>
                <a:gd name="connsiteY17264" fmla="*/ 798005 h 876300"/>
                <a:gd name="connsiteX17265" fmla="*/ 1313688 w 2419350"/>
                <a:gd name="connsiteY17265" fmla="*/ 797909 h 876300"/>
                <a:gd name="connsiteX17266" fmla="*/ 1307116 w 2419350"/>
                <a:gd name="connsiteY17266" fmla="*/ 802672 h 876300"/>
                <a:gd name="connsiteX17267" fmla="*/ 1305973 w 2419350"/>
                <a:gd name="connsiteY17267" fmla="*/ 802958 h 876300"/>
                <a:gd name="connsiteX17268" fmla="*/ 1299686 w 2419350"/>
                <a:gd name="connsiteY17268" fmla="*/ 802291 h 876300"/>
                <a:gd name="connsiteX17269" fmla="*/ 1299020 w 2419350"/>
                <a:gd name="connsiteY17269" fmla="*/ 801814 h 876300"/>
                <a:gd name="connsiteX17270" fmla="*/ 1298734 w 2419350"/>
                <a:gd name="connsiteY17270" fmla="*/ 801148 h 876300"/>
                <a:gd name="connsiteX17271" fmla="*/ 1297972 w 2419350"/>
                <a:gd name="connsiteY17271" fmla="*/ 800862 h 876300"/>
                <a:gd name="connsiteX17272" fmla="*/ 1297019 w 2419350"/>
                <a:gd name="connsiteY17272" fmla="*/ 800862 h 876300"/>
                <a:gd name="connsiteX17273" fmla="*/ 1293971 w 2419350"/>
                <a:gd name="connsiteY17273" fmla="*/ 801529 h 876300"/>
                <a:gd name="connsiteX17274" fmla="*/ 1292733 w 2419350"/>
                <a:gd name="connsiteY17274" fmla="*/ 802005 h 876300"/>
                <a:gd name="connsiteX17275" fmla="*/ 1291685 w 2419350"/>
                <a:gd name="connsiteY17275" fmla="*/ 802672 h 876300"/>
                <a:gd name="connsiteX17276" fmla="*/ 1291114 w 2419350"/>
                <a:gd name="connsiteY17276" fmla="*/ 802672 h 876300"/>
                <a:gd name="connsiteX17277" fmla="*/ 1288923 w 2419350"/>
                <a:gd name="connsiteY17277" fmla="*/ 801910 h 876300"/>
                <a:gd name="connsiteX17278" fmla="*/ 1287875 w 2419350"/>
                <a:gd name="connsiteY17278" fmla="*/ 801719 h 876300"/>
                <a:gd name="connsiteX17279" fmla="*/ 1285304 w 2419350"/>
                <a:gd name="connsiteY17279" fmla="*/ 802196 h 876300"/>
                <a:gd name="connsiteX17280" fmla="*/ 1284637 w 2419350"/>
                <a:gd name="connsiteY17280" fmla="*/ 802672 h 876300"/>
                <a:gd name="connsiteX17281" fmla="*/ 1284161 w 2419350"/>
                <a:gd name="connsiteY17281" fmla="*/ 802767 h 876300"/>
                <a:gd name="connsiteX17282" fmla="*/ 1279970 w 2419350"/>
                <a:gd name="connsiteY17282" fmla="*/ 802005 h 876300"/>
                <a:gd name="connsiteX17283" fmla="*/ 1277969 w 2419350"/>
                <a:gd name="connsiteY17283" fmla="*/ 802005 h 876300"/>
                <a:gd name="connsiteX17284" fmla="*/ 1277588 w 2419350"/>
                <a:gd name="connsiteY17284" fmla="*/ 802100 h 876300"/>
                <a:gd name="connsiteX17285" fmla="*/ 1276922 w 2419350"/>
                <a:gd name="connsiteY17285" fmla="*/ 802577 h 876300"/>
                <a:gd name="connsiteX17286" fmla="*/ 1276636 w 2419350"/>
                <a:gd name="connsiteY17286" fmla="*/ 802672 h 876300"/>
                <a:gd name="connsiteX17287" fmla="*/ 1274921 w 2419350"/>
                <a:gd name="connsiteY17287" fmla="*/ 802672 h 876300"/>
                <a:gd name="connsiteX17288" fmla="*/ 1272921 w 2419350"/>
                <a:gd name="connsiteY17288" fmla="*/ 803053 h 876300"/>
                <a:gd name="connsiteX17289" fmla="*/ 1272159 w 2419350"/>
                <a:gd name="connsiteY17289" fmla="*/ 803434 h 876300"/>
                <a:gd name="connsiteX17290" fmla="*/ 1270540 w 2419350"/>
                <a:gd name="connsiteY17290" fmla="*/ 804291 h 876300"/>
                <a:gd name="connsiteX17291" fmla="*/ 1269873 w 2419350"/>
                <a:gd name="connsiteY17291" fmla="*/ 804481 h 876300"/>
                <a:gd name="connsiteX17292" fmla="*/ 1268254 w 2419350"/>
                <a:gd name="connsiteY17292" fmla="*/ 804672 h 876300"/>
                <a:gd name="connsiteX17293" fmla="*/ 1266730 w 2419350"/>
                <a:gd name="connsiteY17293" fmla="*/ 805148 h 876300"/>
                <a:gd name="connsiteX17294" fmla="*/ 1265396 w 2419350"/>
                <a:gd name="connsiteY17294" fmla="*/ 805910 h 876300"/>
                <a:gd name="connsiteX17295" fmla="*/ 1263015 w 2419350"/>
                <a:gd name="connsiteY17295" fmla="*/ 807911 h 876300"/>
                <a:gd name="connsiteX17296" fmla="*/ 1261872 w 2419350"/>
                <a:gd name="connsiteY17296" fmla="*/ 809149 h 876300"/>
                <a:gd name="connsiteX17297" fmla="*/ 1261015 w 2419350"/>
                <a:gd name="connsiteY17297" fmla="*/ 810482 h 876300"/>
                <a:gd name="connsiteX17298" fmla="*/ 1260634 w 2419350"/>
                <a:gd name="connsiteY17298" fmla="*/ 812006 h 876300"/>
                <a:gd name="connsiteX17299" fmla="*/ 1261015 w 2419350"/>
                <a:gd name="connsiteY17299" fmla="*/ 812863 h 876300"/>
                <a:gd name="connsiteX17300" fmla="*/ 1261777 w 2419350"/>
                <a:gd name="connsiteY17300" fmla="*/ 813626 h 876300"/>
                <a:gd name="connsiteX17301" fmla="*/ 1263301 w 2419350"/>
                <a:gd name="connsiteY17301" fmla="*/ 814673 h 876300"/>
                <a:gd name="connsiteX17302" fmla="*/ 1264063 w 2419350"/>
                <a:gd name="connsiteY17302" fmla="*/ 815340 h 876300"/>
                <a:gd name="connsiteX17303" fmla="*/ 1264539 w 2419350"/>
                <a:gd name="connsiteY17303" fmla="*/ 815912 h 876300"/>
                <a:gd name="connsiteX17304" fmla="*/ 1265491 w 2419350"/>
                <a:gd name="connsiteY17304" fmla="*/ 817531 h 876300"/>
                <a:gd name="connsiteX17305" fmla="*/ 1266158 w 2419350"/>
                <a:gd name="connsiteY17305" fmla="*/ 818388 h 876300"/>
                <a:gd name="connsiteX17306" fmla="*/ 1268539 w 2419350"/>
                <a:gd name="connsiteY17306" fmla="*/ 820198 h 876300"/>
                <a:gd name="connsiteX17307" fmla="*/ 1269301 w 2419350"/>
                <a:gd name="connsiteY17307" fmla="*/ 820579 h 876300"/>
                <a:gd name="connsiteX17308" fmla="*/ 1271397 w 2419350"/>
                <a:gd name="connsiteY17308" fmla="*/ 820960 h 876300"/>
                <a:gd name="connsiteX17309" fmla="*/ 1273492 w 2419350"/>
                <a:gd name="connsiteY17309" fmla="*/ 821912 h 876300"/>
                <a:gd name="connsiteX17310" fmla="*/ 1275779 w 2419350"/>
                <a:gd name="connsiteY17310" fmla="*/ 822198 h 876300"/>
                <a:gd name="connsiteX17311" fmla="*/ 1277969 w 2419350"/>
                <a:gd name="connsiteY17311" fmla="*/ 822198 h 876300"/>
                <a:gd name="connsiteX17312" fmla="*/ 1279207 w 2419350"/>
                <a:gd name="connsiteY17312" fmla="*/ 821912 h 876300"/>
                <a:gd name="connsiteX17313" fmla="*/ 1280541 w 2419350"/>
                <a:gd name="connsiteY17313" fmla="*/ 822770 h 876300"/>
                <a:gd name="connsiteX17314" fmla="*/ 1281017 w 2419350"/>
                <a:gd name="connsiteY17314" fmla="*/ 822960 h 876300"/>
                <a:gd name="connsiteX17315" fmla="*/ 1281493 w 2419350"/>
                <a:gd name="connsiteY17315" fmla="*/ 822960 h 876300"/>
                <a:gd name="connsiteX17316" fmla="*/ 1282065 w 2419350"/>
                <a:gd name="connsiteY17316" fmla="*/ 822579 h 876300"/>
                <a:gd name="connsiteX17317" fmla="*/ 1282541 w 2419350"/>
                <a:gd name="connsiteY17317" fmla="*/ 822579 h 876300"/>
                <a:gd name="connsiteX17318" fmla="*/ 1284541 w 2419350"/>
                <a:gd name="connsiteY17318" fmla="*/ 824008 h 876300"/>
                <a:gd name="connsiteX17319" fmla="*/ 1285589 w 2419350"/>
                <a:gd name="connsiteY17319" fmla="*/ 824389 h 876300"/>
                <a:gd name="connsiteX17320" fmla="*/ 1286065 w 2419350"/>
                <a:gd name="connsiteY17320" fmla="*/ 823436 h 876300"/>
                <a:gd name="connsiteX17321" fmla="*/ 1286447 w 2419350"/>
                <a:gd name="connsiteY17321" fmla="*/ 822865 h 876300"/>
                <a:gd name="connsiteX17322" fmla="*/ 1287304 w 2419350"/>
                <a:gd name="connsiteY17322" fmla="*/ 822484 h 876300"/>
                <a:gd name="connsiteX17323" fmla="*/ 1288351 w 2419350"/>
                <a:gd name="connsiteY17323" fmla="*/ 822198 h 876300"/>
                <a:gd name="connsiteX17324" fmla="*/ 1289209 w 2419350"/>
                <a:gd name="connsiteY17324" fmla="*/ 822103 h 876300"/>
                <a:gd name="connsiteX17325" fmla="*/ 1290352 w 2419350"/>
                <a:gd name="connsiteY17325" fmla="*/ 822293 h 876300"/>
                <a:gd name="connsiteX17326" fmla="*/ 1292542 w 2419350"/>
                <a:gd name="connsiteY17326" fmla="*/ 823055 h 876300"/>
                <a:gd name="connsiteX17327" fmla="*/ 1295114 w 2419350"/>
                <a:gd name="connsiteY17327" fmla="*/ 823246 h 876300"/>
                <a:gd name="connsiteX17328" fmla="*/ 1296353 w 2419350"/>
                <a:gd name="connsiteY17328" fmla="*/ 823531 h 876300"/>
                <a:gd name="connsiteX17329" fmla="*/ 1296543 w 2419350"/>
                <a:gd name="connsiteY17329" fmla="*/ 823436 h 876300"/>
                <a:gd name="connsiteX17330" fmla="*/ 1296829 w 2419350"/>
                <a:gd name="connsiteY17330" fmla="*/ 823246 h 876300"/>
                <a:gd name="connsiteX17331" fmla="*/ 1297114 w 2419350"/>
                <a:gd name="connsiteY17331" fmla="*/ 823151 h 876300"/>
                <a:gd name="connsiteX17332" fmla="*/ 1297496 w 2419350"/>
                <a:gd name="connsiteY17332" fmla="*/ 823151 h 876300"/>
                <a:gd name="connsiteX17333" fmla="*/ 1297496 w 2419350"/>
                <a:gd name="connsiteY17333" fmla="*/ 823341 h 876300"/>
                <a:gd name="connsiteX17334" fmla="*/ 1297400 w 2419350"/>
                <a:gd name="connsiteY17334" fmla="*/ 824103 h 876300"/>
                <a:gd name="connsiteX17335" fmla="*/ 1297400 w 2419350"/>
                <a:gd name="connsiteY17335" fmla="*/ 824294 h 876300"/>
                <a:gd name="connsiteX17336" fmla="*/ 1299496 w 2419350"/>
                <a:gd name="connsiteY17336" fmla="*/ 824865 h 876300"/>
                <a:gd name="connsiteX17337" fmla="*/ 1300067 w 2419350"/>
                <a:gd name="connsiteY17337" fmla="*/ 825532 h 876300"/>
                <a:gd name="connsiteX17338" fmla="*/ 1300258 w 2419350"/>
                <a:gd name="connsiteY17338" fmla="*/ 827056 h 876300"/>
                <a:gd name="connsiteX17339" fmla="*/ 1300639 w 2419350"/>
                <a:gd name="connsiteY17339" fmla="*/ 827627 h 876300"/>
                <a:gd name="connsiteX17340" fmla="*/ 1303877 w 2419350"/>
                <a:gd name="connsiteY17340" fmla="*/ 829342 h 876300"/>
                <a:gd name="connsiteX17341" fmla="*/ 1305782 w 2419350"/>
                <a:gd name="connsiteY17341" fmla="*/ 830675 h 876300"/>
                <a:gd name="connsiteX17342" fmla="*/ 1306735 w 2419350"/>
                <a:gd name="connsiteY17342" fmla="*/ 831056 h 876300"/>
                <a:gd name="connsiteX17343" fmla="*/ 1308830 w 2419350"/>
                <a:gd name="connsiteY17343" fmla="*/ 831247 h 876300"/>
                <a:gd name="connsiteX17344" fmla="*/ 1309306 w 2419350"/>
                <a:gd name="connsiteY17344" fmla="*/ 831342 h 876300"/>
                <a:gd name="connsiteX17345" fmla="*/ 1310354 w 2419350"/>
                <a:gd name="connsiteY17345" fmla="*/ 831913 h 876300"/>
                <a:gd name="connsiteX17346" fmla="*/ 1310640 w 2419350"/>
                <a:gd name="connsiteY17346" fmla="*/ 832295 h 876300"/>
                <a:gd name="connsiteX17347" fmla="*/ 1310831 w 2419350"/>
                <a:gd name="connsiteY17347" fmla="*/ 832771 h 876300"/>
                <a:gd name="connsiteX17348" fmla="*/ 1311116 w 2419350"/>
                <a:gd name="connsiteY17348" fmla="*/ 832961 h 876300"/>
                <a:gd name="connsiteX17349" fmla="*/ 1311783 w 2419350"/>
                <a:gd name="connsiteY17349" fmla="*/ 832485 h 876300"/>
                <a:gd name="connsiteX17350" fmla="*/ 1312069 w 2419350"/>
                <a:gd name="connsiteY17350" fmla="*/ 833247 h 876300"/>
                <a:gd name="connsiteX17351" fmla="*/ 1312450 w 2419350"/>
                <a:gd name="connsiteY17351" fmla="*/ 833723 h 876300"/>
                <a:gd name="connsiteX17352" fmla="*/ 1313021 w 2419350"/>
                <a:gd name="connsiteY17352" fmla="*/ 833914 h 876300"/>
                <a:gd name="connsiteX17353" fmla="*/ 1313783 w 2419350"/>
                <a:gd name="connsiteY17353" fmla="*/ 834009 h 876300"/>
                <a:gd name="connsiteX17354" fmla="*/ 1314355 w 2419350"/>
                <a:gd name="connsiteY17354" fmla="*/ 834104 h 876300"/>
                <a:gd name="connsiteX17355" fmla="*/ 1314926 w 2419350"/>
                <a:gd name="connsiteY17355" fmla="*/ 834485 h 876300"/>
                <a:gd name="connsiteX17356" fmla="*/ 1315403 w 2419350"/>
                <a:gd name="connsiteY17356" fmla="*/ 834962 h 876300"/>
                <a:gd name="connsiteX17357" fmla="*/ 1317403 w 2419350"/>
                <a:gd name="connsiteY17357" fmla="*/ 837629 h 876300"/>
                <a:gd name="connsiteX17358" fmla="*/ 1318070 w 2419350"/>
                <a:gd name="connsiteY17358" fmla="*/ 838962 h 876300"/>
                <a:gd name="connsiteX17359" fmla="*/ 1318450 w 2419350"/>
                <a:gd name="connsiteY17359" fmla="*/ 841343 h 876300"/>
                <a:gd name="connsiteX17360" fmla="*/ 1318736 w 2419350"/>
                <a:gd name="connsiteY17360" fmla="*/ 841438 h 876300"/>
                <a:gd name="connsiteX17361" fmla="*/ 1319213 w 2419350"/>
                <a:gd name="connsiteY17361" fmla="*/ 841343 h 876300"/>
                <a:gd name="connsiteX17362" fmla="*/ 1319784 w 2419350"/>
                <a:gd name="connsiteY17362" fmla="*/ 841629 h 876300"/>
                <a:gd name="connsiteX17363" fmla="*/ 1321213 w 2419350"/>
                <a:gd name="connsiteY17363" fmla="*/ 844010 h 876300"/>
                <a:gd name="connsiteX17364" fmla="*/ 1321498 w 2419350"/>
                <a:gd name="connsiteY17364" fmla="*/ 844296 h 876300"/>
                <a:gd name="connsiteX17365" fmla="*/ 1323689 w 2419350"/>
                <a:gd name="connsiteY17365" fmla="*/ 845249 h 876300"/>
                <a:gd name="connsiteX17366" fmla="*/ 1323975 w 2419350"/>
                <a:gd name="connsiteY17366" fmla="*/ 845630 h 876300"/>
                <a:gd name="connsiteX17367" fmla="*/ 1324547 w 2419350"/>
                <a:gd name="connsiteY17367" fmla="*/ 846677 h 876300"/>
                <a:gd name="connsiteX17368" fmla="*/ 1324832 w 2419350"/>
                <a:gd name="connsiteY17368" fmla="*/ 847058 h 876300"/>
                <a:gd name="connsiteX17369" fmla="*/ 1328261 w 2419350"/>
                <a:gd name="connsiteY17369" fmla="*/ 848011 h 876300"/>
                <a:gd name="connsiteX17370" fmla="*/ 1328738 w 2419350"/>
                <a:gd name="connsiteY17370" fmla="*/ 848297 h 876300"/>
                <a:gd name="connsiteX17371" fmla="*/ 1329309 w 2419350"/>
                <a:gd name="connsiteY17371" fmla="*/ 848106 h 876300"/>
                <a:gd name="connsiteX17372" fmla="*/ 1337215 w 2419350"/>
                <a:gd name="connsiteY17372" fmla="*/ 849249 h 876300"/>
                <a:gd name="connsiteX17373" fmla="*/ 1338167 w 2419350"/>
                <a:gd name="connsiteY17373" fmla="*/ 849630 h 876300"/>
                <a:gd name="connsiteX17374" fmla="*/ 1339406 w 2419350"/>
                <a:gd name="connsiteY17374" fmla="*/ 851249 h 876300"/>
                <a:gd name="connsiteX17375" fmla="*/ 1340358 w 2419350"/>
                <a:gd name="connsiteY17375" fmla="*/ 851821 h 876300"/>
                <a:gd name="connsiteX17376" fmla="*/ 1341406 w 2419350"/>
                <a:gd name="connsiteY17376" fmla="*/ 851821 h 876300"/>
                <a:gd name="connsiteX17377" fmla="*/ 1342073 w 2419350"/>
                <a:gd name="connsiteY17377" fmla="*/ 851345 h 876300"/>
                <a:gd name="connsiteX17378" fmla="*/ 1342454 w 2419350"/>
                <a:gd name="connsiteY17378" fmla="*/ 850487 h 876300"/>
                <a:gd name="connsiteX17379" fmla="*/ 1342549 w 2419350"/>
                <a:gd name="connsiteY17379" fmla="*/ 849439 h 876300"/>
                <a:gd name="connsiteX17380" fmla="*/ 1343025 w 2419350"/>
                <a:gd name="connsiteY17380" fmla="*/ 848963 h 876300"/>
                <a:gd name="connsiteX17381" fmla="*/ 1345501 w 2419350"/>
                <a:gd name="connsiteY17381" fmla="*/ 847725 h 876300"/>
                <a:gd name="connsiteX17382" fmla="*/ 1346454 w 2419350"/>
                <a:gd name="connsiteY17382" fmla="*/ 847439 h 876300"/>
                <a:gd name="connsiteX17383" fmla="*/ 1349883 w 2419350"/>
                <a:gd name="connsiteY17383" fmla="*/ 847916 h 876300"/>
                <a:gd name="connsiteX17384" fmla="*/ 1350455 w 2419350"/>
                <a:gd name="connsiteY17384" fmla="*/ 847630 h 876300"/>
                <a:gd name="connsiteX17385" fmla="*/ 1350931 w 2419350"/>
                <a:gd name="connsiteY17385" fmla="*/ 847249 h 876300"/>
                <a:gd name="connsiteX17386" fmla="*/ 1354169 w 2419350"/>
                <a:gd name="connsiteY17386" fmla="*/ 846392 h 876300"/>
                <a:gd name="connsiteX17387" fmla="*/ 1354836 w 2419350"/>
                <a:gd name="connsiteY17387" fmla="*/ 845820 h 876300"/>
                <a:gd name="connsiteX17388" fmla="*/ 1355693 w 2419350"/>
                <a:gd name="connsiteY17388" fmla="*/ 844487 h 876300"/>
                <a:gd name="connsiteX17389" fmla="*/ 1357979 w 2419350"/>
                <a:gd name="connsiteY17389" fmla="*/ 842010 h 876300"/>
                <a:gd name="connsiteX17390" fmla="*/ 1359694 w 2419350"/>
                <a:gd name="connsiteY17390" fmla="*/ 840772 h 876300"/>
                <a:gd name="connsiteX17391" fmla="*/ 1360170 w 2419350"/>
                <a:gd name="connsiteY17391" fmla="*/ 840200 h 876300"/>
                <a:gd name="connsiteX17392" fmla="*/ 1360837 w 2419350"/>
                <a:gd name="connsiteY17392" fmla="*/ 838105 h 876300"/>
                <a:gd name="connsiteX17393" fmla="*/ 1360361 w 2419350"/>
                <a:gd name="connsiteY17393" fmla="*/ 836105 h 876300"/>
                <a:gd name="connsiteX17394" fmla="*/ 1359408 w 2419350"/>
                <a:gd name="connsiteY17394" fmla="*/ 834580 h 876300"/>
                <a:gd name="connsiteX17395" fmla="*/ 1084612 w 2419350"/>
                <a:gd name="connsiteY17395" fmla="*/ 767525 h 876300"/>
                <a:gd name="connsiteX17396" fmla="*/ 1084136 w 2419350"/>
                <a:gd name="connsiteY17396" fmla="*/ 766286 h 876300"/>
                <a:gd name="connsiteX17397" fmla="*/ 1083278 w 2419350"/>
                <a:gd name="connsiteY17397" fmla="*/ 765048 h 876300"/>
                <a:gd name="connsiteX17398" fmla="*/ 1082040 w 2419350"/>
                <a:gd name="connsiteY17398" fmla="*/ 764762 h 876300"/>
                <a:gd name="connsiteX17399" fmla="*/ 1081278 w 2419350"/>
                <a:gd name="connsiteY17399" fmla="*/ 765143 h 876300"/>
                <a:gd name="connsiteX17400" fmla="*/ 1080325 w 2419350"/>
                <a:gd name="connsiteY17400" fmla="*/ 764953 h 876300"/>
                <a:gd name="connsiteX17401" fmla="*/ 1079754 w 2419350"/>
                <a:gd name="connsiteY17401" fmla="*/ 765429 h 876300"/>
                <a:gd name="connsiteX17402" fmla="*/ 1077849 w 2419350"/>
                <a:gd name="connsiteY17402" fmla="*/ 767810 h 876300"/>
                <a:gd name="connsiteX17403" fmla="*/ 1077658 w 2419350"/>
                <a:gd name="connsiteY17403" fmla="*/ 768191 h 876300"/>
                <a:gd name="connsiteX17404" fmla="*/ 1078039 w 2419350"/>
                <a:gd name="connsiteY17404" fmla="*/ 768477 h 876300"/>
                <a:gd name="connsiteX17405" fmla="*/ 1078801 w 2419350"/>
                <a:gd name="connsiteY17405" fmla="*/ 768668 h 876300"/>
                <a:gd name="connsiteX17406" fmla="*/ 1079659 w 2419350"/>
                <a:gd name="connsiteY17406" fmla="*/ 769715 h 876300"/>
                <a:gd name="connsiteX17407" fmla="*/ 1082612 w 2419350"/>
                <a:gd name="connsiteY17407" fmla="*/ 771716 h 876300"/>
                <a:gd name="connsiteX17408" fmla="*/ 1084136 w 2419350"/>
                <a:gd name="connsiteY17408" fmla="*/ 772192 h 876300"/>
                <a:gd name="connsiteX17409" fmla="*/ 1085088 w 2419350"/>
                <a:gd name="connsiteY17409" fmla="*/ 771049 h 876300"/>
                <a:gd name="connsiteX17410" fmla="*/ 1086040 w 2419350"/>
                <a:gd name="connsiteY17410" fmla="*/ 770096 h 876300"/>
                <a:gd name="connsiteX17411" fmla="*/ 1085564 w 2419350"/>
                <a:gd name="connsiteY17411" fmla="*/ 768572 h 876300"/>
                <a:gd name="connsiteX17412" fmla="*/ 1084612 w 2419350"/>
                <a:gd name="connsiteY17412" fmla="*/ 767525 h 876300"/>
                <a:gd name="connsiteX17413" fmla="*/ 183737 w 2419350"/>
                <a:gd name="connsiteY17413" fmla="*/ 319850 h 876300"/>
                <a:gd name="connsiteX17414" fmla="*/ 182785 w 2419350"/>
                <a:gd name="connsiteY17414" fmla="*/ 317659 h 876300"/>
                <a:gd name="connsiteX17415" fmla="*/ 182213 w 2419350"/>
                <a:gd name="connsiteY17415" fmla="*/ 314992 h 876300"/>
                <a:gd name="connsiteX17416" fmla="*/ 180784 w 2419350"/>
                <a:gd name="connsiteY17416" fmla="*/ 312134 h 876300"/>
                <a:gd name="connsiteX17417" fmla="*/ 178784 w 2419350"/>
                <a:gd name="connsiteY17417" fmla="*/ 309753 h 876300"/>
                <a:gd name="connsiteX17418" fmla="*/ 176593 w 2419350"/>
                <a:gd name="connsiteY17418" fmla="*/ 308801 h 876300"/>
                <a:gd name="connsiteX17419" fmla="*/ 174498 w 2419350"/>
                <a:gd name="connsiteY17419" fmla="*/ 309181 h 876300"/>
                <a:gd name="connsiteX17420" fmla="*/ 173450 w 2419350"/>
                <a:gd name="connsiteY17420" fmla="*/ 309467 h 876300"/>
                <a:gd name="connsiteX17421" fmla="*/ 172974 w 2419350"/>
                <a:gd name="connsiteY17421" fmla="*/ 309753 h 876300"/>
                <a:gd name="connsiteX17422" fmla="*/ 173260 w 2419350"/>
                <a:gd name="connsiteY17422" fmla="*/ 310325 h 876300"/>
                <a:gd name="connsiteX17423" fmla="*/ 174022 w 2419350"/>
                <a:gd name="connsiteY17423" fmla="*/ 310801 h 876300"/>
                <a:gd name="connsiteX17424" fmla="*/ 174879 w 2419350"/>
                <a:gd name="connsiteY17424" fmla="*/ 311277 h 876300"/>
                <a:gd name="connsiteX17425" fmla="*/ 175450 w 2419350"/>
                <a:gd name="connsiteY17425" fmla="*/ 311658 h 876300"/>
                <a:gd name="connsiteX17426" fmla="*/ 176498 w 2419350"/>
                <a:gd name="connsiteY17426" fmla="*/ 313182 h 876300"/>
                <a:gd name="connsiteX17427" fmla="*/ 177927 w 2419350"/>
                <a:gd name="connsiteY17427" fmla="*/ 316611 h 876300"/>
                <a:gd name="connsiteX17428" fmla="*/ 178784 w 2419350"/>
                <a:gd name="connsiteY17428" fmla="*/ 318040 h 876300"/>
                <a:gd name="connsiteX17429" fmla="*/ 184404 w 2419350"/>
                <a:gd name="connsiteY17429" fmla="*/ 325946 h 876300"/>
                <a:gd name="connsiteX17430" fmla="*/ 185928 w 2419350"/>
                <a:gd name="connsiteY17430" fmla="*/ 329184 h 876300"/>
                <a:gd name="connsiteX17431" fmla="*/ 186309 w 2419350"/>
                <a:gd name="connsiteY17431" fmla="*/ 329184 h 876300"/>
                <a:gd name="connsiteX17432" fmla="*/ 186214 w 2419350"/>
                <a:gd name="connsiteY17432" fmla="*/ 328517 h 876300"/>
                <a:gd name="connsiteX17433" fmla="*/ 185928 w 2419350"/>
                <a:gd name="connsiteY17433" fmla="*/ 327755 h 876300"/>
                <a:gd name="connsiteX17434" fmla="*/ 185833 w 2419350"/>
                <a:gd name="connsiteY17434" fmla="*/ 327184 h 876300"/>
                <a:gd name="connsiteX17435" fmla="*/ 185928 w 2419350"/>
                <a:gd name="connsiteY17435" fmla="*/ 326708 h 876300"/>
                <a:gd name="connsiteX17436" fmla="*/ 186404 w 2419350"/>
                <a:gd name="connsiteY17436" fmla="*/ 326041 h 876300"/>
                <a:gd name="connsiteX17437" fmla="*/ 186595 w 2419350"/>
                <a:gd name="connsiteY17437" fmla="*/ 325564 h 876300"/>
                <a:gd name="connsiteX17438" fmla="*/ 186595 w 2419350"/>
                <a:gd name="connsiteY17438" fmla="*/ 325946 h 876300"/>
                <a:gd name="connsiteX17439" fmla="*/ 186880 w 2419350"/>
                <a:gd name="connsiteY17439" fmla="*/ 323850 h 876300"/>
                <a:gd name="connsiteX17440" fmla="*/ 185452 w 2419350"/>
                <a:gd name="connsiteY17440" fmla="*/ 321850 h 876300"/>
                <a:gd name="connsiteX17441" fmla="*/ 183737 w 2419350"/>
                <a:gd name="connsiteY17441" fmla="*/ 319850 h 876300"/>
                <a:gd name="connsiteX17442" fmla="*/ 181261 w 2419350"/>
                <a:gd name="connsiteY17442" fmla="*/ 223266 h 876300"/>
                <a:gd name="connsiteX17443" fmla="*/ 181928 w 2419350"/>
                <a:gd name="connsiteY17443" fmla="*/ 223361 h 876300"/>
                <a:gd name="connsiteX17444" fmla="*/ 183642 w 2419350"/>
                <a:gd name="connsiteY17444" fmla="*/ 224219 h 876300"/>
                <a:gd name="connsiteX17445" fmla="*/ 185261 w 2419350"/>
                <a:gd name="connsiteY17445" fmla="*/ 224409 h 876300"/>
                <a:gd name="connsiteX17446" fmla="*/ 186880 w 2419350"/>
                <a:gd name="connsiteY17446" fmla="*/ 224409 h 876300"/>
                <a:gd name="connsiteX17447" fmla="*/ 188023 w 2419350"/>
                <a:gd name="connsiteY17447" fmla="*/ 224219 h 876300"/>
                <a:gd name="connsiteX17448" fmla="*/ 188976 w 2419350"/>
                <a:gd name="connsiteY17448" fmla="*/ 223933 h 876300"/>
                <a:gd name="connsiteX17449" fmla="*/ 188500 w 2419350"/>
                <a:gd name="connsiteY17449" fmla="*/ 222885 h 876300"/>
                <a:gd name="connsiteX17450" fmla="*/ 187452 w 2419350"/>
                <a:gd name="connsiteY17450" fmla="*/ 221742 h 876300"/>
                <a:gd name="connsiteX17451" fmla="*/ 186595 w 2419350"/>
                <a:gd name="connsiteY17451" fmla="*/ 221266 h 876300"/>
                <a:gd name="connsiteX17452" fmla="*/ 185833 w 2419350"/>
                <a:gd name="connsiteY17452" fmla="*/ 221742 h 876300"/>
                <a:gd name="connsiteX17453" fmla="*/ 185356 w 2419350"/>
                <a:gd name="connsiteY17453" fmla="*/ 222409 h 876300"/>
                <a:gd name="connsiteX17454" fmla="*/ 184785 w 2419350"/>
                <a:gd name="connsiteY17454" fmla="*/ 222695 h 876300"/>
                <a:gd name="connsiteX17455" fmla="*/ 183928 w 2419350"/>
                <a:gd name="connsiteY17455" fmla="*/ 222218 h 876300"/>
                <a:gd name="connsiteX17456" fmla="*/ 183071 w 2419350"/>
                <a:gd name="connsiteY17456" fmla="*/ 220885 h 876300"/>
                <a:gd name="connsiteX17457" fmla="*/ 182499 w 2419350"/>
                <a:gd name="connsiteY17457" fmla="*/ 220218 h 876300"/>
                <a:gd name="connsiteX17458" fmla="*/ 181737 w 2419350"/>
                <a:gd name="connsiteY17458" fmla="*/ 219932 h 876300"/>
                <a:gd name="connsiteX17459" fmla="*/ 180880 w 2419350"/>
                <a:gd name="connsiteY17459" fmla="*/ 220218 h 876300"/>
                <a:gd name="connsiteX17460" fmla="*/ 180308 w 2419350"/>
                <a:gd name="connsiteY17460" fmla="*/ 220885 h 876300"/>
                <a:gd name="connsiteX17461" fmla="*/ 180022 w 2419350"/>
                <a:gd name="connsiteY17461" fmla="*/ 221647 h 876300"/>
                <a:gd name="connsiteX17462" fmla="*/ 180118 w 2419350"/>
                <a:gd name="connsiteY17462" fmla="*/ 222409 h 876300"/>
                <a:gd name="connsiteX17463" fmla="*/ 180594 w 2419350"/>
                <a:gd name="connsiteY17463" fmla="*/ 222980 h 876300"/>
                <a:gd name="connsiteX17464" fmla="*/ 181261 w 2419350"/>
                <a:gd name="connsiteY17464" fmla="*/ 223266 h 876300"/>
                <a:gd name="connsiteX17465" fmla="*/ 183832 w 2419350"/>
                <a:gd name="connsiteY17465" fmla="*/ 329755 h 876300"/>
                <a:gd name="connsiteX17466" fmla="*/ 184213 w 2419350"/>
                <a:gd name="connsiteY17466" fmla="*/ 328613 h 876300"/>
                <a:gd name="connsiteX17467" fmla="*/ 183451 w 2419350"/>
                <a:gd name="connsiteY17467" fmla="*/ 326708 h 876300"/>
                <a:gd name="connsiteX17468" fmla="*/ 181261 w 2419350"/>
                <a:gd name="connsiteY17468" fmla="*/ 322993 h 876300"/>
                <a:gd name="connsiteX17469" fmla="*/ 180689 w 2419350"/>
                <a:gd name="connsiteY17469" fmla="*/ 322326 h 876300"/>
                <a:gd name="connsiteX17470" fmla="*/ 180118 w 2419350"/>
                <a:gd name="connsiteY17470" fmla="*/ 322231 h 876300"/>
                <a:gd name="connsiteX17471" fmla="*/ 179546 w 2419350"/>
                <a:gd name="connsiteY17471" fmla="*/ 322993 h 876300"/>
                <a:gd name="connsiteX17472" fmla="*/ 179927 w 2419350"/>
                <a:gd name="connsiteY17472" fmla="*/ 324612 h 876300"/>
                <a:gd name="connsiteX17473" fmla="*/ 179927 w 2419350"/>
                <a:gd name="connsiteY17473" fmla="*/ 325184 h 876300"/>
                <a:gd name="connsiteX17474" fmla="*/ 179641 w 2419350"/>
                <a:gd name="connsiteY17474" fmla="*/ 325469 h 876300"/>
                <a:gd name="connsiteX17475" fmla="*/ 179261 w 2419350"/>
                <a:gd name="connsiteY17475" fmla="*/ 325660 h 876300"/>
                <a:gd name="connsiteX17476" fmla="*/ 178879 w 2419350"/>
                <a:gd name="connsiteY17476" fmla="*/ 325755 h 876300"/>
                <a:gd name="connsiteX17477" fmla="*/ 178498 w 2419350"/>
                <a:gd name="connsiteY17477" fmla="*/ 325946 h 876300"/>
                <a:gd name="connsiteX17478" fmla="*/ 178022 w 2419350"/>
                <a:gd name="connsiteY17478" fmla="*/ 326422 h 876300"/>
                <a:gd name="connsiteX17479" fmla="*/ 176974 w 2419350"/>
                <a:gd name="connsiteY17479" fmla="*/ 327946 h 876300"/>
                <a:gd name="connsiteX17480" fmla="*/ 176689 w 2419350"/>
                <a:gd name="connsiteY17480" fmla="*/ 328517 h 876300"/>
                <a:gd name="connsiteX17481" fmla="*/ 176593 w 2419350"/>
                <a:gd name="connsiteY17481" fmla="*/ 329565 h 876300"/>
                <a:gd name="connsiteX17482" fmla="*/ 176784 w 2419350"/>
                <a:gd name="connsiteY17482" fmla="*/ 331756 h 876300"/>
                <a:gd name="connsiteX17483" fmla="*/ 176689 w 2419350"/>
                <a:gd name="connsiteY17483" fmla="*/ 332804 h 876300"/>
                <a:gd name="connsiteX17484" fmla="*/ 175546 w 2419350"/>
                <a:gd name="connsiteY17484" fmla="*/ 336137 h 876300"/>
                <a:gd name="connsiteX17485" fmla="*/ 175260 w 2419350"/>
                <a:gd name="connsiteY17485" fmla="*/ 336709 h 876300"/>
                <a:gd name="connsiteX17486" fmla="*/ 174879 w 2419350"/>
                <a:gd name="connsiteY17486" fmla="*/ 336804 h 876300"/>
                <a:gd name="connsiteX17487" fmla="*/ 173926 w 2419350"/>
                <a:gd name="connsiteY17487" fmla="*/ 336423 h 876300"/>
                <a:gd name="connsiteX17488" fmla="*/ 173450 w 2419350"/>
                <a:gd name="connsiteY17488" fmla="*/ 336328 h 876300"/>
                <a:gd name="connsiteX17489" fmla="*/ 173069 w 2419350"/>
                <a:gd name="connsiteY17489" fmla="*/ 336423 h 876300"/>
                <a:gd name="connsiteX17490" fmla="*/ 172498 w 2419350"/>
                <a:gd name="connsiteY17490" fmla="*/ 336899 h 876300"/>
                <a:gd name="connsiteX17491" fmla="*/ 172021 w 2419350"/>
                <a:gd name="connsiteY17491" fmla="*/ 337090 h 876300"/>
                <a:gd name="connsiteX17492" fmla="*/ 174212 w 2419350"/>
                <a:gd name="connsiteY17492" fmla="*/ 337566 h 876300"/>
                <a:gd name="connsiteX17493" fmla="*/ 178117 w 2419350"/>
                <a:gd name="connsiteY17493" fmla="*/ 339757 h 876300"/>
                <a:gd name="connsiteX17494" fmla="*/ 179832 w 2419350"/>
                <a:gd name="connsiteY17494" fmla="*/ 340233 h 876300"/>
                <a:gd name="connsiteX17495" fmla="*/ 179737 w 2419350"/>
                <a:gd name="connsiteY17495" fmla="*/ 339852 h 876300"/>
                <a:gd name="connsiteX17496" fmla="*/ 179832 w 2419350"/>
                <a:gd name="connsiteY17496" fmla="*/ 338995 h 876300"/>
                <a:gd name="connsiteX17497" fmla="*/ 180022 w 2419350"/>
                <a:gd name="connsiteY17497" fmla="*/ 338042 h 876300"/>
                <a:gd name="connsiteX17498" fmla="*/ 180308 w 2419350"/>
                <a:gd name="connsiteY17498" fmla="*/ 337471 h 876300"/>
                <a:gd name="connsiteX17499" fmla="*/ 181165 w 2419350"/>
                <a:gd name="connsiteY17499" fmla="*/ 337185 h 876300"/>
                <a:gd name="connsiteX17500" fmla="*/ 181928 w 2419350"/>
                <a:gd name="connsiteY17500" fmla="*/ 337376 h 876300"/>
                <a:gd name="connsiteX17501" fmla="*/ 182213 w 2419350"/>
                <a:gd name="connsiteY17501" fmla="*/ 337852 h 876300"/>
                <a:gd name="connsiteX17502" fmla="*/ 181737 w 2419350"/>
                <a:gd name="connsiteY17502" fmla="*/ 338519 h 876300"/>
                <a:gd name="connsiteX17503" fmla="*/ 182213 w 2419350"/>
                <a:gd name="connsiteY17503" fmla="*/ 338709 h 876300"/>
                <a:gd name="connsiteX17504" fmla="*/ 182499 w 2419350"/>
                <a:gd name="connsiteY17504" fmla="*/ 338709 h 876300"/>
                <a:gd name="connsiteX17505" fmla="*/ 182785 w 2419350"/>
                <a:gd name="connsiteY17505" fmla="*/ 338519 h 876300"/>
                <a:gd name="connsiteX17506" fmla="*/ 183166 w 2419350"/>
                <a:gd name="connsiteY17506" fmla="*/ 338138 h 876300"/>
                <a:gd name="connsiteX17507" fmla="*/ 183261 w 2419350"/>
                <a:gd name="connsiteY17507" fmla="*/ 338423 h 876300"/>
                <a:gd name="connsiteX17508" fmla="*/ 183356 w 2419350"/>
                <a:gd name="connsiteY17508" fmla="*/ 338614 h 876300"/>
                <a:gd name="connsiteX17509" fmla="*/ 183451 w 2419350"/>
                <a:gd name="connsiteY17509" fmla="*/ 338804 h 876300"/>
                <a:gd name="connsiteX17510" fmla="*/ 183451 w 2419350"/>
                <a:gd name="connsiteY17510" fmla="*/ 339185 h 876300"/>
                <a:gd name="connsiteX17511" fmla="*/ 183832 w 2419350"/>
                <a:gd name="connsiteY17511" fmla="*/ 339185 h 876300"/>
                <a:gd name="connsiteX17512" fmla="*/ 184023 w 2419350"/>
                <a:gd name="connsiteY17512" fmla="*/ 338423 h 876300"/>
                <a:gd name="connsiteX17513" fmla="*/ 183928 w 2419350"/>
                <a:gd name="connsiteY17513" fmla="*/ 337566 h 876300"/>
                <a:gd name="connsiteX17514" fmla="*/ 183642 w 2419350"/>
                <a:gd name="connsiteY17514" fmla="*/ 336804 h 876300"/>
                <a:gd name="connsiteX17515" fmla="*/ 183166 w 2419350"/>
                <a:gd name="connsiteY17515" fmla="*/ 336328 h 876300"/>
                <a:gd name="connsiteX17516" fmla="*/ 183642 w 2419350"/>
                <a:gd name="connsiteY17516" fmla="*/ 335661 h 876300"/>
                <a:gd name="connsiteX17517" fmla="*/ 184023 w 2419350"/>
                <a:gd name="connsiteY17517" fmla="*/ 334994 h 876300"/>
                <a:gd name="connsiteX17518" fmla="*/ 184213 w 2419350"/>
                <a:gd name="connsiteY17518" fmla="*/ 334328 h 876300"/>
                <a:gd name="connsiteX17519" fmla="*/ 184118 w 2419350"/>
                <a:gd name="connsiteY17519" fmla="*/ 333661 h 876300"/>
                <a:gd name="connsiteX17520" fmla="*/ 184499 w 2419350"/>
                <a:gd name="connsiteY17520" fmla="*/ 332708 h 876300"/>
                <a:gd name="connsiteX17521" fmla="*/ 184690 w 2419350"/>
                <a:gd name="connsiteY17521" fmla="*/ 331661 h 876300"/>
                <a:gd name="connsiteX17522" fmla="*/ 184595 w 2419350"/>
                <a:gd name="connsiteY17522" fmla="*/ 330613 h 876300"/>
                <a:gd name="connsiteX17523" fmla="*/ 183832 w 2419350"/>
                <a:gd name="connsiteY17523" fmla="*/ 329755 h 876300"/>
                <a:gd name="connsiteX17524" fmla="*/ 191738 w 2419350"/>
                <a:gd name="connsiteY17524" fmla="*/ 305276 h 876300"/>
                <a:gd name="connsiteX17525" fmla="*/ 193834 w 2419350"/>
                <a:gd name="connsiteY17525" fmla="*/ 305753 h 876300"/>
                <a:gd name="connsiteX17526" fmla="*/ 195834 w 2419350"/>
                <a:gd name="connsiteY17526" fmla="*/ 305562 h 876300"/>
                <a:gd name="connsiteX17527" fmla="*/ 197834 w 2419350"/>
                <a:gd name="connsiteY17527" fmla="*/ 304895 h 876300"/>
                <a:gd name="connsiteX17528" fmla="*/ 199930 w 2419350"/>
                <a:gd name="connsiteY17528" fmla="*/ 304895 h 876300"/>
                <a:gd name="connsiteX17529" fmla="*/ 202121 w 2419350"/>
                <a:gd name="connsiteY17529" fmla="*/ 304991 h 876300"/>
                <a:gd name="connsiteX17530" fmla="*/ 202501 w 2419350"/>
                <a:gd name="connsiteY17530" fmla="*/ 303657 h 876300"/>
                <a:gd name="connsiteX17531" fmla="*/ 201644 w 2419350"/>
                <a:gd name="connsiteY17531" fmla="*/ 302038 h 876300"/>
                <a:gd name="connsiteX17532" fmla="*/ 200025 w 2419350"/>
                <a:gd name="connsiteY17532" fmla="*/ 300990 h 876300"/>
                <a:gd name="connsiteX17533" fmla="*/ 198025 w 2419350"/>
                <a:gd name="connsiteY17533" fmla="*/ 300704 h 876300"/>
                <a:gd name="connsiteX17534" fmla="*/ 196787 w 2419350"/>
                <a:gd name="connsiteY17534" fmla="*/ 300704 h 876300"/>
                <a:gd name="connsiteX17535" fmla="*/ 195358 w 2419350"/>
                <a:gd name="connsiteY17535" fmla="*/ 300228 h 876300"/>
                <a:gd name="connsiteX17536" fmla="*/ 193072 w 2419350"/>
                <a:gd name="connsiteY17536" fmla="*/ 300514 h 876300"/>
                <a:gd name="connsiteX17537" fmla="*/ 190595 w 2419350"/>
                <a:gd name="connsiteY17537" fmla="*/ 300228 h 876300"/>
                <a:gd name="connsiteX17538" fmla="*/ 188690 w 2419350"/>
                <a:gd name="connsiteY17538" fmla="*/ 300419 h 876300"/>
                <a:gd name="connsiteX17539" fmla="*/ 186499 w 2419350"/>
                <a:gd name="connsiteY17539" fmla="*/ 301085 h 876300"/>
                <a:gd name="connsiteX17540" fmla="*/ 185261 w 2419350"/>
                <a:gd name="connsiteY17540" fmla="*/ 301847 h 876300"/>
                <a:gd name="connsiteX17541" fmla="*/ 185452 w 2419350"/>
                <a:gd name="connsiteY17541" fmla="*/ 303562 h 876300"/>
                <a:gd name="connsiteX17542" fmla="*/ 186023 w 2419350"/>
                <a:gd name="connsiteY17542" fmla="*/ 304705 h 876300"/>
                <a:gd name="connsiteX17543" fmla="*/ 188023 w 2419350"/>
                <a:gd name="connsiteY17543" fmla="*/ 304895 h 876300"/>
                <a:gd name="connsiteX17544" fmla="*/ 190309 w 2419350"/>
                <a:gd name="connsiteY17544" fmla="*/ 304895 h 876300"/>
                <a:gd name="connsiteX17545" fmla="*/ 191738 w 2419350"/>
                <a:gd name="connsiteY17545" fmla="*/ 305276 h 876300"/>
                <a:gd name="connsiteX17546" fmla="*/ 109728 w 2419350"/>
                <a:gd name="connsiteY17546" fmla="*/ 199263 h 876300"/>
                <a:gd name="connsiteX17547" fmla="*/ 109442 w 2419350"/>
                <a:gd name="connsiteY17547" fmla="*/ 199739 h 876300"/>
                <a:gd name="connsiteX17548" fmla="*/ 108775 w 2419350"/>
                <a:gd name="connsiteY17548" fmla="*/ 200311 h 876300"/>
                <a:gd name="connsiteX17549" fmla="*/ 108395 w 2419350"/>
                <a:gd name="connsiteY17549" fmla="*/ 200216 h 876300"/>
                <a:gd name="connsiteX17550" fmla="*/ 110109 w 2419350"/>
                <a:gd name="connsiteY17550" fmla="*/ 203930 h 876300"/>
                <a:gd name="connsiteX17551" fmla="*/ 110776 w 2419350"/>
                <a:gd name="connsiteY17551" fmla="*/ 204026 h 876300"/>
                <a:gd name="connsiteX17552" fmla="*/ 111252 w 2419350"/>
                <a:gd name="connsiteY17552" fmla="*/ 203645 h 876300"/>
                <a:gd name="connsiteX17553" fmla="*/ 111062 w 2419350"/>
                <a:gd name="connsiteY17553" fmla="*/ 202978 h 876300"/>
                <a:gd name="connsiteX17554" fmla="*/ 111252 w 2419350"/>
                <a:gd name="connsiteY17554" fmla="*/ 202787 h 876300"/>
                <a:gd name="connsiteX17555" fmla="*/ 112395 w 2419350"/>
                <a:gd name="connsiteY17555" fmla="*/ 202121 h 876300"/>
                <a:gd name="connsiteX17556" fmla="*/ 112776 w 2419350"/>
                <a:gd name="connsiteY17556" fmla="*/ 201835 h 876300"/>
                <a:gd name="connsiteX17557" fmla="*/ 112681 w 2419350"/>
                <a:gd name="connsiteY17557" fmla="*/ 200978 h 876300"/>
                <a:gd name="connsiteX17558" fmla="*/ 112395 w 2419350"/>
                <a:gd name="connsiteY17558" fmla="*/ 200025 h 876300"/>
                <a:gd name="connsiteX17559" fmla="*/ 111919 w 2419350"/>
                <a:gd name="connsiteY17559" fmla="*/ 199263 h 876300"/>
                <a:gd name="connsiteX17560" fmla="*/ 111157 w 2419350"/>
                <a:gd name="connsiteY17560" fmla="*/ 198977 h 876300"/>
                <a:gd name="connsiteX17561" fmla="*/ 110109 w 2419350"/>
                <a:gd name="connsiteY17561" fmla="*/ 199072 h 876300"/>
                <a:gd name="connsiteX17562" fmla="*/ 109728 w 2419350"/>
                <a:gd name="connsiteY17562" fmla="*/ 199263 h 876300"/>
                <a:gd name="connsiteX17563" fmla="*/ 533209 w 2419350"/>
                <a:gd name="connsiteY17563" fmla="*/ 612838 h 876300"/>
                <a:gd name="connsiteX17564" fmla="*/ 534924 w 2419350"/>
                <a:gd name="connsiteY17564" fmla="*/ 612743 h 876300"/>
                <a:gd name="connsiteX17565" fmla="*/ 535972 w 2419350"/>
                <a:gd name="connsiteY17565" fmla="*/ 612553 h 876300"/>
                <a:gd name="connsiteX17566" fmla="*/ 536924 w 2419350"/>
                <a:gd name="connsiteY17566" fmla="*/ 612077 h 876300"/>
                <a:gd name="connsiteX17567" fmla="*/ 537591 w 2419350"/>
                <a:gd name="connsiteY17567" fmla="*/ 611314 h 876300"/>
                <a:gd name="connsiteX17568" fmla="*/ 536924 w 2419350"/>
                <a:gd name="connsiteY17568" fmla="*/ 611029 h 876300"/>
                <a:gd name="connsiteX17569" fmla="*/ 535686 w 2419350"/>
                <a:gd name="connsiteY17569" fmla="*/ 610838 h 876300"/>
                <a:gd name="connsiteX17570" fmla="*/ 534638 w 2419350"/>
                <a:gd name="connsiteY17570" fmla="*/ 610457 h 876300"/>
                <a:gd name="connsiteX17571" fmla="*/ 534448 w 2419350"/>
                <a:gd name="connsiteY17571" fmla="*/ 609600 h 876300"/>
                <a:gd name="connsiteX17572" fmla="*/ 535496 w 2419350"/>
                <a:gd name="connsiteY17572" fmla="*/ 609029 h 876300"/>
                <a:gd name="connsiteX17573" fmla="*/ 536924 w 2419350"/>
                <a:gd name="connsiteY17573" fmla="*/ 608552 h 876300"/>
                <a:gd name="connsiteX17574" fmla="*/ 537686 w 2419350"/>
                <a:gd name="connsiteY17574" fmla="*/ 608076 h 876300"/>
                <a:gd name="connsiteX17575" fmla="*/ 537591 w 2419350"/>
                <a:gd name="connsiteY17575" fmla="*/ 607790 h 876300"/>
                <a:gd name="connsiteX17576" fmla="*/ 537210 w 2419350"/>
                <a:gd name="connsiteY17576" fmla="*/ 607505 h 876300"/>
                <a:gd name="connsiteX17577" fmla="*/ 536829 w 2419350"/>
                <a:gd name="connsiteY17577" fmla="*/ 607124 h 876300"/>
                <a:gd name="connsiteX17578" fmla="*/ 536638 w 2419350"/>
                <a:gd name="connsiteY17578" fmla="*/ 606552 h 876300"/>
                <a:gd name="connsiteX17579" fmla="*/ 536638 w 2419350"/>
                <a:gd name="connsiteY17579" fmla="*/ 605123 h 876300"/>
                <a:gd name="connsiteX17580" fmla="*/ 536353 w 2419350"/>
                <a:gd name="connsiteY17580" fmla="*/ 603885 h 876300"/>
                <a:gd name="connsiteX17581" fmla="*/ 535876 w 2419350"/>
                <a:gd name="connsiteY17581" fmla="*/ 602837 h 876300"/>
                <a:gd name="connsiteX17582" fmla="*/ 535876 w 2419350"/>
                <a:gd name="connsiteY17582" fmla="*/ 601980 h 876300"/>
                <a:gd name="connsiteX17583" fmla="*/ 537020 w 2419350"/>
                <a:gd name="connsiteY17583" fmla="*/ 601409 h 876300"/>
                <a:gd name="connsiteX17584" fmla="*/ 537877 w 2419350"/>
                <a:gd name="connsiteY17584" fmla="*/ 601694 h 876300"/>
                <a:gd name="connsiteX17585" fmla="*/ 538543 w 2419350"/>
                <a:gd name="connsiteY17585" fmla="*/ 601789 h 876300"/>
                <a:gd name="connsiteX17586" fmla="*/ 538829 w 2419350"/>
                <a:gd name="connsiteY17586" fmla="*/ 601599 h 876300"/>
                <a:gd name="connsiteX17587" fmla="*/ 538924 w 2419350"/>
                <a:gd name="connsiteY17587" fmla="*/ 601409 h 876300"/>
                <a:gd name="connsiteX17588" fmla="*/ 539401 w 2419350"/>
                <a:gd name="connsiteY17588" fmla="*/ 599980 h 876300"/>
                <a:gd name="connsiteX17589" fmla="*/ 539401 w 2419350"/>
                <a:gd name="connsiteY17589" fmla="*/ 599789 h 876300"/>
                <a:gd name="connsiteX17590" fmla="*/ 539877 w 2419350"/>
                <a:gd name="connsiteY17590" fmla="*/ 598742 h 876300"/>
                <a:gd name="connsiteX17591" fmla="*/ 539305 w 2419350"/>
                <a:gd name="connsiteY17591" fmla="*/ 596741 h 876300"/>
                <a:gd name="connsiteX17592" fmla="*/ 539496 w 2419350"/>
                <a:gd name="connsiteY17592" fmla="*/ 595694 h 876300"/>
                <a:gd name="connsiteX17593" fmla="*/ 541020 w 2419350"/>
                <a:gd name="connsiteY17593" fmla="*/ 594931 h 876300"/>
                <a:gd name="connsiteX17594" fmla="*/ 542639 w 2419350"/>
                <a:gd name="connsiteY17594" fmla="*/ 596075 h 876300"/>
                <a:gd name="connsiteX17595" fmla="*/ 546068 w 2419350"/>
                <a:gd name="connsiteY17595" fmla="*/ 600932 h 876300"/>
                <a:gd name="connsiteX17596" fmla="*/ 547211 w 2419350"/>
                <a:gd name="connsiteY17596" fmla="*/ 602171 h 876300"/>
                <a:gd name="connsiteX17597" fmla="*/ 549878 w 2419350"/>
                <a:gd name="connsiteY17597" fmla="*/ 604361 h 876300"/>
                <a:gd name="connsiteX17598" fmla="*/ 551688 w 2419350"/>
                <a:gd name="connsiteY17598" fmla="*/ 606266 h 876300"/>
                <a:gd name="connsiteX17599" fmla="*/ 552259 w 2419350"/>
                <a:gd name="connsiteY17599" fmla="*/ 606552 h 876300"/>
                <a:gd name="connsiteX17600" fmla="*/ 552640 w 2419350"/>
                <a:gd name="connsiteY17600" fmla="*/ 606647 h 876300"/>
                <a:gd name="connsiteX17601" fmla="*/ 553022 w 2419350"/>
                <a:gd name="connsiteY17601" fmla="*/ 606933 h 876300"/>
                <a:gd name="connsiteX17602" fmla="*/ 553403 w 2419350"/>
                <a:gd name="connsiteY17602" fmla="*/ 607219 h 876300"/>
                <a:gd name="connsiteX17603" fmla="*/ 553974 w 2419350"/>
                <a:gd name="connsiteY17603" fmla="*/ 607219 h 876300"/>
                <a:gd name="connsiteX17604" fmla="*/ 554260 w 2419350"/>
                <a:gd name="connsiteY17604" fmla="*/ 607028 h 876300"/>
                <a:gd name="connsiteX17605" fmla="*/ 554736 w 2419350"/>
                <a:gd name="connsiteY17605" fmla="*/ 606362 h 876300"/>
                <a:gd name="connsiteX17606" fmla="*/ 555022 w 2419350"/>
                <a:gd name="connsiteY17606" fmla="*/ 606076 h 876300"/>
                <a:gd name="connsiteX17607" fmla="*/ 556260 w 2419350"/>
                <a:gd name="connsiteY17607" fmla="*/ 607314 h 876300"/>
                <a:gd name="connsiteX17608" fmla="*/ 556927 w 2419350"/>
                <a:gd name="connsiteY17608" fmla="*/ 609029 h 876300"/>
                <a:gd name="connsiteX17609" fmla="*/ 557213 w 2419350"/>
                <a:gd name="connsiteY17609" fmla="*/ 613124 h 876300"/>
                <a:gd name="connsiteX17610" fmla="*/ 558070 w 2419350"/>
                <a:gd name="connsiteY17610" fmla="*/ 614172 h 876300"/>
                <a:gd name="connsiteX17611" fmla="*/ 562261 w 2419350"/>
                <a:gd name="connsiteY17611" fmla="*/ 614648 h 876300"/>
                <a:gd name="connsiteX17612" fmla="*/ 563975 w 2419350"/>
                <a:gd name="connsiteY17612" fmla="*/ 615315 h 876300"/>
                <a:gd name="connsiteX17613" fmla="*/ 564356 w 2419350"/>
                <a:gd name="connsiteY17613" fmla="*/ 616172 h 876300"/>
                <a:gd name="connsiteX17614" fmla="*/ 564356 w 2419350"/>
                <a:gd name="connsiteY17614" fmla="*/ 618172 h 876300"/>
                <a:gd name="connsiteX17615" fmla="*/ 564832 w 2419350"/>
                <a:gd name="connsiteY17615" fmla="*/ 618649 h 876300"/>
                <a:gd name="connsiteX17616" fmla="*/ 565023 w 2419350"/>
                <a:gd name="connsiteY17616" fmla="*/ 618268 h 876300"/>
                <a:gd name="connsiteX17617" fmla="*/ 566642 w 2419350"/>
                <a:gd name="connsiteY17617" fmla="*/ 616458 h 876300"/>
                <a:gd name="connsiteX17618" fmla="*/ 567595 w 2419350"/>
                <a:gd name="connsiteY17618" fmla="*/ 615029 h 876300"/>
                <a:gd name="connsiteX17619" fmla="*/ 568166 w 2419350"/>
                <a:gd name="connsiteY17619" fmla="*/ 613315 h 876300"/>
                <a:gd name="connsiteX17620" fmla="*/ 568833 w 2419350"/>
                <a:gd name="connsiteY17620" fmla="*/ 609219 h 876300"/>
                <a:gd name="connsiteX17621" fmla="*/ 569119 w 2419350"/>
                <a:gd name="connsiteY17621" fmla="*/ 608076 h 876300"/>
                <a:gd name="connsiteX17622" fmla="*/ 570071 w 2419350"/>
                <a:gd name="connsiteY17622" fmla="*/ 605885 h 876300"/>
                <a:gd name="connsiteX17623" fmla="*/ 570262 w 2419350"/>
                <a:gd name="connsiteY17623" fmla="*/ 604742 h 876300"/>
                <a:gd name="connsiteX17624" fmla="*/ 570262 w 2419350"/>
                <a:gd name="connsiteY17624" fmla="*/ 602552 h 876300"/>
                <a:gd name="connsiteX17625" fmla="*/ 569786 w 2419350"/>
                <a:gd name="connsiteY17625" fmla="*/ 599313 h 876300"/>
                <a:gd name="connsiteX17626" fmla="*/ 570452 w 2419350"/>
                <a:gd name="connsiteY17626" fmla="*/ 597313 h 876300"/>
                <a:gd name="connsiteX17627" fmla="*/ 570643 w 2419350"/>
                <a:gd name="connsiteY17627" fmla="*/ 596075 h 876300"/>
                <a:gd name="connsiteX17628" fmla="*/ 570262 w 2419350"/>
                <a:gd name="connsiteY17628" fmla="*/ 591598 h 876300"/>
                <a:gd name="connsiteX17629" fmla="*/ 570547 w 2419350"/>
                <a:gd name="connsiteY17629" fmla="*/ 589217 h 876300"/>
                <a:gd name="connsiteX17630" fmla="*/ 571881 w 2419350"/>
                <a:gd name="connsiteY17630" fmla="*/ 584930 h 876300"/>
                <a:gd name="connsiteX17631" fmla="*/ 572072 w 2419350"/>
                <a:gd name="connsiteY17631" fmla="*/ 582644 h 876300"/>
                <a:gd name="connsiteX17632" fmla="*/ 571786 w 2419350"/>
                <a:gd name="connsiteY17632" fmla="*/ 578168 h 876300"/>
                <a:gd name="connsiteX17633" fmla="*/ 572072 w 2419350"/>
                <a:gd name="connsiteY17633" fmla="*/ 573691 h 876300"/>
                <a:gd name="connsiteX17634" fmla="*/ 572738 w 2419350"/>
                <a:gd name="connsiteY17634" fmla="*/ 571881 h 876300"/>
                <a:gd name="connsiteX17635" fmla="*/ 573691 w 2419350"/>
                <a:gd name="connsiteY17635" fmla="*/ 570167 h 876300"/>
                <a:gd name="connsiteX17636" fmla="*/ 574357 w 2419350"/>
                <a:gd name="connsiteY17636" fmla="*/ 568452 h 876300"/>
                <a:gd name="connsiteX17637" fmla="*/ 574262 w 2419350"/>
                <a:gd name="connsiteY17637" fmla="*/ 566738 h 876300"/>
                <a:gd name="connsiteX17638" fmla="*/ 572357 w 2419350"/>
                <a:gd name="connsiteY17638" fmla="*/ 563499 h 876300"/>
                <a:gd name="connsiteX17639" fmla="*/ 572072 w 2419350"/>
                <a:gd name="connsiteY17639" fmla="*/ 562261 h 876300"/>
                <a:gd name="connsiteX17640" fmla="*/ 572167 w 2419350"/>
                <a:gd name="connsiteY17640" fmla="*/ 559975 h 876300"/>
                <a:gd name="connsiteX17641" fmla="*/ 572833 w 2419350"/>
                <a:gd name="connsiteY17641" fmla="*/ 555498 h 876300"/>
                <a:gd name="connsiteX17642" fmla="*/ 573310 w 2419350"/>
                <a:gd name="connsiteY17642" fmla="*/ 554546 h 876300"/>
                <a:gd name="connsiteX17643" fmla="*/ 574072 w 2419350"/>
                <a:gd name="connsiteY17643" fmla="*/ 554164 h 876300"/>
                <a:gd name="connsiteX17644" fmla="*/ 573310 w 2419350"/>
                <a:gd name="connsiteY17644" fmla="*/ 551497 h 876300"/>
                <a:gd name="connsiteX17645" fmla="*/ 573214 w 2419350"/>
                <a:gd name="connsiteY17645" fmla="*/ 550545 h 876300"/>
                <a:gd name="connsiteX17646" fmla="*/ 573500 w 2419350"/>
                <a:gd name="connsiteY17646" fmla="*/ 549688 h 876300"/>
                <a:gd name="connsiteX17647" fmla="*/ 573976 w 2419350"/>
                <a:gd name="connsiteY17647" fmla="*/ 548640 h 876300"/>
                <a:gd name="connsiteX17648" fmla="*/ 574357 w 2419350"/>
                <a:gd name="connsiteY17648" fmla="*/ 547688 h 876300"/>
                <a:gd name="connsiteX17649" fmla="*/ 573786 w 2419350"/>
                <a:gd name="connsiteY17649" fmla="*/ 545878 h 876300"/>
                <a:gd name="connsiteX17650" fmla="*/ 574167 w 2419350"/>
                <a:gd name="connsiteY17650" fmla="*/ 543592 h 876300"/>
                <a:gd name="connsiteX17651" fmla="*/ 573881 w 2419350"/>
                <a:gd name="connsiteY17651" fmla="*/ 542639 h 876300"/>
                <a:gd name="connsiteX17652" fmla="*/ 573691 w 2419350"/>
                <a:gd name="connsiteY17652" fmla="*/ 542830 h 876300"/>
                <a:gd name="connsiteX17653" fmla="*/ 573691 w 2419350"/>
                <a:gd name="connsiteY17653" fmla="*/ 542830 h 876300"/>
                <a:gd name="connsiteX17654" fmla="*/ 573596 w 2419350"/>
                <a:gd name="connsiteY17654" fmla="*/ 543020 h 876300"/>
                <a:gd name="connsiteX17655" fmla="*/ 572738 w 2419350"/>
                <a:gd name="connsiteY17655" fmla="*/ 541211 h 876300"/>
                <a:gd name="connsiteX17656" fmla="*/ 572167 w 2419350"/>
                <a:gd name="connsiteY17656" fmla="*/ 540544 h 876300"/>
                <a:gd name="connsiteX17657" fmla="*/ 571405 w 2419350"/>
                <a:gd name="connsiteY17657" fmla="*/ 540163 h 876300"/>
                <a:gd name="connsiteX17658" fmla="*/ 571595 w 2419350"/>
                <a:gd name="connsiteY17658" fmla="*/ 538925 h 876300"/>
                <a:gd name="connsiteX17659" fmla="*/ 571024 w 2419350"/>
                <a:gd name="connsiteY17659" fmla="*/ 537496 h 876300"/>
                <a:gd name="connsiteX17660" fmla="*/ 570166 w 2419350"/>
                <a:gd name="connsiteY17660" fmla="*/ 535972 h 876300"/>
                <a:gd name="connsiteX17661" fmla="*/ 569595 w 2419350"/>
                <a:gd name="connsiteY17661" fmla="*/ 534734 h 876300"/>
                <a:gd name="connsiteX17662" fmla="*/ 569309 w 2419350"/>
                <a:gd name="connsiteY17662" fmla="*/ 533305 h 876300"/>
                <a:gd name="connsiteX17663" fmla="*/ 569214 w 2419350"/>
                <a:gd name="connsiteY17663" fmla="*/ 531495 h 876300"/>
                <a:gd name="connsiteX17664" fmla="*/ 569976 w 2419350"/>
                <a:gd name="connsiteY17664" fmla="*/ 527209 h 876300"/>
                <a:gd name="connsiteX17665" fmla="*/ 570166 w 2419350"/>
                <a:gd name="connsiteY17665" fmla="*/ 526256 h 876300"/>
                <a:gd name="connsiteX17666" fmla="*/ 571405 w 2419350"/>
                <a:gd name="connsiteY17666" fmla="*/ 522637 h 876300"/>
                <a:gd name="connsiteX17667" fmla="*/ 571690 w 2419350"/>
                <a:gd name="connsiteY17667" fmla="*/ 520827 h 876300"/>
                <a:gd name="connsiteX17668" fmla="*/ 572167 w 2419350"/>
                <a:gd name="connsiteY17668" fmla="*/ 519113 h 876300"/>
                <a:gd name="connsiteX17669" fmla="*/ 575596 w 2419350"/>
                <a:gd name="connsiteY17669" fmla="*/ 514160 h 876300"/>
                <a:gd name="connsiteX17670" fmla="*/ 576453 w 2419350"/>
                <a:gd name="connsiteY17670" fmla="*/ 512064 h 876300"/>
                <a:gd name="connsiteX17671" fmla="*/ 576453 w 2419350"/>
                <a:gd name="connsiteY17671" fmla="*/ 510254 h 876300"/>
                <a:gd name="connsiteX17672" fmla="*/ 575405 w 2419350"/>
                <a:gd name="connsiteY17672" fmla="*/ 508635 h 876300"/>
                <a:gd name="connsiteX17673" fmla="*/ 571024 w 2419350"/>
                <a:gd name="connsiteY17673" fmla="*/ 505492 h 876300"/>
                <a:gd name="connsiteX17674" fmla="*/ 569690 w 2419350"/>
                <a:gd name="connsiteY17674" fmla="*/ 503872 h 876300"/>
                <a:gd name="connsiteX17675" fmla="*/ 569405 w 2419350"/>
                <a:gd name="connsiteY17675" fmla="*/ 501872 h 876300"/>
                <a:gd name="connsiteX17676" fmla="*/ 572643 w 2419350"/>
                <a:gd name="connsiteY17676" fmla="*/ 490252 h 876300"/>
                <a:gd name="connsiteX17677" fmla="*/ 573691 w 2419350"/>
                <a:gd name="connsiteY17677" fmla="*/ 487966 h 876300"/>
                <a:gd name="connsiteX17678" fmla="*/ 575215 w 2419350"/>
                <a:gd name="connsiteY17678" fmla="*/ 485775 h 876300"/>
                <a:gd name="connsiteX17679" fmla="*/ 577024 w 2419350"/>
                <a:gd name="connsiteY17679" fmla="*/ 483870 h 876300"/>
                <a:gd name="connsiteX17680" fmla="*/ 578834 w 2419350"/>
                <a:gd name="connsiteY17680" fmla="*/ 482346 h 876300"/>
                <a:gd name="connsiteX17681" fmla="*/ 582263 w 2419350"/>
                <a:gd name="connsiteY17681" fmla="*/ 480631 h 876300"/>
                <a:gd name="connsiteX17682" fmla="*/ 582739 w 2419350"/>
                <a:gd name="connsiteY17682" fmla="*/ 480060 h 876300"/>
                <a:gd name="connsiteX17683" fmla="*/ 582835 w 2419350"/>
                <a:gd name="connsiteY17683" fmla="*/ 479488 h 876300"/>
                <a:gd name="connsiteX17684" fmla="*/ 583121 w 2419350"/>
                <a:gd name="connsiteY17684" fmla="*/ 478346 h 876300"/>
                <a:gd name="connsiteX17685" fmla="*/ 583121 w 2419350"/>
                <a:gd name="connsiteY17685" fmla="*/ 477679 h 876300"/>
                <a:gd name="connsiteX17686" fmla="*/ 582930 w 2419350"/>
                <a:gd name="connsiteY17686" fmla="*/ 477107 h 876300"/>
                <a:gd name="connsiteX17687" fmla="*/ 582263 w 2419350"/>
                <a:gd name="connsiteY17687" fmla="*/ 475964 h 876300"/>
                <a:gd name="connsiteX17688" fmla="*/ 582073 w 2419350"/>
                <a:gd name="connsiteY17688" fmla="*/ 475488 h 876300"/>
                <a:gd name="connsiteX17689" fmla="*/ 581787 w 2419350"/>
                <a:gd name="connsiteY17689" fmla="*/ 473297 h 876300"/>
                <a:gd name="connsiteX17690" fmla="*/ 581787 w 2419350"/>
                <a:gd name="connsiteY17690" fmla="*/ 469011 h 876300"/>
                <a:gd name="connsiteX17691" fmla="*/ 581311 w 2419350"/>
                <a:gd name="connsiteY17691" fmla="*/ 467201 h 876300"/>
                <a:gd name="connsiteX17692" fmla="*/ 580454 w 2419350"/>
                <a:gd name="connsiteY17692" fmla="*/ 465677 h 876300"/>
                <a:gd name="connsiteX17693" fmla="*/ 579787 w 2419350"/>
                <a:gd name="connsiteY17693" fmla="*/ 465011 h 876300"/>
                <a:gd name="connsiteX17694" fmla="*/ 579025 w 2419350"/>
                <a:gd name="connsiteY17694" fmla="*/ 464725 h 876300"/>
                <a:gd name="connsiteX17695" fmla="*/ 578548 w 2419350"/>
                <a:gd name="connsiteY17695" fmla="*/ 464630 h 876300"/>
                <a:gd name="connsiteX17696" fmla="*/ 577691 w 2419350"/>
                <a:gd name="connsiteY17696" fmla="*/ 464153 h 876300"/>
                <a:gd name="connsiteX17697" fmla="*/ 577024 w 2419350"/>
                <a:gd name="connsiteY17697" fmla="*/ 464058 h 876300"/>
                <a:gd name="connsiteX17698" fmla="*/ 576453 w 2419350"/>
                <a:gd name="connsiteY17698" fmla="*/ 464058 h 876300"/>
                <a:gd name="connsiteX17699" fmla="*/ 575500 w 2419350"/>
                <a:gd name="connsiteY17699" fmla="*/ 464344 h 876300"/>
                <a:gd name="connsiteX17700" fmla="*/ 574929 w 2419350"/>
                <a:gd name="connsiteY17700" fmla="*/ 464439 h 876300"/>
                <a:gd name="connsiteX17701" fmla="*/ 572643 w 2419350"/>
                <a:gd name="connsiteY17701" fmla="*/ 464058 h 876300"/>
                <a:gd name="connsiteX17702" fmla="*/ 570547 w 2419350"/>
                <a:gd name="connsiteY17702" fmla="*/ 462915 h 876300"/>
                <a:gd name="connsiteX17703" fmla="*/ 568928 w 2419350"/>
                <a:gd name="connsiteY17703" fmla="*/ 461296 h 876300"/>
                <a:gd name="connsiteX17704" fmla="*/ 567976 w 2419350"/>
                <a:gd name="connsiteY17704" fmla="*/ 459391 h 876300"/>
                <a:gd name="connsiteX17705" fmla="*/ 568166 w 2419350"/>
                <a:gd name="connsiteY17705" fmla="*/ 452152 h 876300"/>
                <a:gd name="connsiteX17706" fmla="*/ 567309 w 2419350"/>
                <a:gd name="connsiteY17706" fmla="*/ 450342 h 876300"/>
                <a:gd name="connsiteX17707" fmla="*/ 566833 w 2419350"/>
                <a:gd name="connsiteY17707" fmla="*/ 450056 h 876300"/>
                <a:gd name="connsiteX17708" fmla="*/ 566261 w 2419350"/>
                <a:gd name="connsiteY17708" fmla="*/ 449961 h 876300"/>
                <a:gd name="connsiteX17709" fmla="*/ 565023 w 2419350"/>
                <a:gd name="connsiteY17709" fmla="*/ 449961 h 876300"/>
                <a:gd name="connsiteX17710" fmla="*/ 564451 w 2419350"/>
                <a:gd name="connsiteY17710" fmla="*/ 449866 h 876300"/>
                <a:gd name="connsiteX17711" fmla="*/ 563404 w 2419350"/>
                <a:gd name="connsiteY17711" fmla="*/ 449389 h 876300"/>
                <a:gd name="connsiteX17712" fmla="*/ 561880 w 2419350"/>
                <a:gd name="connsiteY17712" fmla="*/ 448913 h 876300"/>
                <a:gd name="connsiteX17713" fmla="*/ 560927 w 2419350"/>
                <a:gd name="connsiteY17713" fmla="*/ 448151 h 876300"/>
                <a:gd name="connsiteX17714" fmla="*/ 560070 w 2419350"/>
                <a:gd name="connsiteY17714" fmla="*/ 447199 h 876300"/>
                <a:gd name="connsiteX17715" fmla="*/ 559498 w 2419350"/>
                <a:gd name="connsiteY17715" fmla="*/ 446342 h 876300"/>
                <a:gd name="connsiteX17716" fmla="*/ 559022 w 2419350"/>
                <a:gd name="connsiteY17716" fmla="*/ 445294 h 876300"/>
                <a:gd name="connsiteX17717" fmla="*/ 558641 w 2419350"/>
                <a:gd name="connsiteY17717" fmla="*/ 444246 h 876300"/>
                <a:gd name="connsiteX17718" fmla="*/ 558451 w 2419350"/>
                <a:gd name="connsiteY17718" fmla="*/ 443103 h 876300"/>
                <a:gd name="connsiteX17719" fmla="*/ 558451 w 2419350"/>
                <a:gd name="connsiteY17719" fmla="*/ 441865 h 876300"/>
                <a:gd name="connsiteX17720" fmla="*/ 558641 w 2419350"/>
                <a:gd name="connsiteY17720" fmla="*/ 440627 h 876300"/>
                <a:gd name="connsiteX17721" fmla="*/ 559594 w 2419350"/>
                <a:gd name="connsiteY17721" fmla="*/ 438436 h 876300"/>
                <a:gd name="connsiteX17722" fmla="*/ 559880 w 2419350"/>
                <a:gd name="connsiteY17722" fmla="*/ 437293 h 876300"/>
                <a:gd name="connsiteX17723" fmla="*/ 559784 w 2419350"/>
                <a:gd name="connsiteY17723" fmla="*/ 435864 h 876300"/>
                <a:gd name="connsiteX17724" fmla="*/ 559308 w 2419350"/>
                <a:gd name="connsiteY17724" fmla="*/ 435102 h 876300"/>
                <a:gd name="connsiteX17725" fmla="*/ 558546 w 2419350"/>
                <a:gd name="connsiteY17725" fmla="*/ 434816 h 876300"/>
                <a:gd name="connsiteX17726" fmla="*/ 557593 w 2419350"/>
                <a:gd name="connsiteY17726" fmla="*/ 434816 h 876300"/>
                <a:gd name="connsiteX17727" fmla="*/ 557022 w 2419350"/>
                <a:gd name="connsiteY17727" fmla="*/ 435197 h 876300"/>
                <a:gd name="connsiteX17728" fmla="*/ 556260 w 2419350"/>
                <a:gd name="connsiteY17728" fmla="*/ 435864 h 876300"/>
                <a:gd name="connsiteX17729" fmla="*/ 555498 w 2419350"/>
                <a:gd name="connsiteY17729" fmla="*/ 436150 h 876300"/>
                <a:gd name="connsiteX17730" fmla="*/ 554926 w 2419350"/>
                <a:gd name="connsiteY17730" fmla="*/ 435483 h 876300"/>
                <a:gd name="connsiteX17731" fmla="*/ 555117 w 2419350"/>
                <a:gd name="connsiteY17731" fmla="*/ 435483 h 876300"/>
                <a:gd name="connsiteX17732" fmla="*/ 555498 w 2419350"/>
                <a:gd name="connsiteY17732" fmla="*/ 435483 h 876300"/>
                <a:gd name="connsiteX17733" fmla="*/ 555688 w 2419350"/>
                <a:gd name="connsiteY17733" fmla="*/ 435483 h 876300"/>
                <a:gd name="connsiteX17734" fmla="*/ 555688 w 2419350"/>
                <a:gd name="connsiteY17734" fmla="*/ 435102 h 876300"/>
                <a:gd name="connsiteX17735" fmla="*/ 554831 w 2419350"/>
                <a:gd name="connsiteY17735" fmla="*/ 434721 h 876300"/>
                <a:gd name="connsiteX17736" fmla="*/ 553593 w 2419350"/>
                <a:gd name="connsiteY17736" fmla="*/ 434530 h 876300"/>
                <a:gd name="connsiteX17737" fmla="*/ 551212 w 2419350"/>
                <a:gd name="connsiteY17737" fmla="*/ 434435 h 876300"/>
                <a:gd name="connsiteX17738" fmla="*/ 546640 w 2419350"/>
                <a:gd name="connsiteY17738" fmla="*/ 433673 h 876300"/>
                <a:gd name="connsiteX17739" fmla="*/ 544068 w 2419350"/>
                <a:gd name="connsiteY17739" fmla="*/ 433578 h 876300"/>
                <a:gd name="connsiteX17740" fmla="*/ 542830 w 2419350"/>
                <a:gd name="connsiteY17740" fmla="*/ 433388 h 876300"/>
                <a:gd name="connsiteX17741" fmla="*/ 540830 w 2419350"/>
                <a:gd name="connsiteY17741" fmla="*/ 432245 h 876300"/>
                <a:gd name="connsiteX17742" fmla="*/ 539687 w 2419350"/>
                <a:gd name="connsiteY17742" fmla="*/ 431959 h 876300"/>
                <a:gd name="connsiteX17743" fmla="*/ 538448 w 2419350"/>
                <a:gd name="connsiteY17743" fmla="*/ 431959 h 876300"/>
                <a:gd name="connsiteX17744" fmla="*/ 537305 w 2419350"/>
                <a:gd name="connsiteY17744" fmla="*/ 432149 h 876300"/>
                <a:gd name="connsiteX17745" fmla="*/ 533972 w 2419350"/>
                <a:gd name="connsiteY17745" fmla="*/ 433673 h 876300"/>
                <a:gd name="connsiteX17746" fmla="*/ 532829 w 2419350"/>
                <a:gd name="connsiteY17746" fmla="*/ 433864 h 876300"/>
                <a:gd name="connsiteX17747" fmla="*/ 532543 w 2419350"/>
                <a:gd name="connsiteY17747" fmla="*/ 433769 h 876300"/>
                <a:gd name="connsiteX17748" fmla="*/ 531781 w 2419350"/>
                <a:gd name="connsiteY17748" fmla="*/ 433102 h 876300"/>
                <a:gd name="connsiteX17749" fmla="*/ 531209 w 2419350"/>
                <a:gd name="connsiteY17749" fmla="*/ 432911 h 876300"/>
                <a:gd name="connsiteX17750" fmla="*/ 530638 w 2419350"/>
                <a:gd name="connsiteY17750" fmla="*/ 432911 h 876300"/>
                <a:gd name="connsiteX17751" fmla="*/ 529495 w 2419350"/>
                <a:gd name="connsiteY17751" fmla="*/ 433197 h 876300"/>
                <a:gd name="connsiteX17752" fmla="*/ 529018 w 2419350"/>
                <a:gd name="connsiteY17752" fmla="*/ 433197 h 876300"/>
                <a:gd name="connsiteX17753" fmla="*/ 528161 w 2419350"/>
                <a:gd name="connsiteY17753" fmla="*/ 432721 h 876300"/>
                <a:gd name="connsiteX17754" fmla="*/ 527495 w 2419350"/>
                <a:gd name="connsiteY17754" fmla="*/ 431959 h 876300"/>
                <a:gd name="connsiteX17755" fmla="*/ 526732 w 2419350"/>
                <a:gd name="connsiteY17755" fmla="*/ 431292 h 876300"/>
                <a:gd name="connsiteX17756" fmla="*/ 525589 w 2419350"/>
                <a:gd name="connsiteY17756" fmla="*/ 431006 h 876300"/>
                <a:gd name="connsiteX17757" fmla="*/ 524447 w 2419350"/>
                <a:gd name="connsiteY17757" fmla="*/ 431102 h 876300"/>
                <a:gd name="connsiteX17758" fmla="*/ 523589 w 2419350"/>
                <a:gd name="connsiteY17758" fmla="*/ 431483 h 876300"/>
                <a:gd name="connsiteX17759" fmla="*/ 523018 w 2419350"/>
                <a:gd name="connsiteY17759" fmla="*/ 432245 h 876300"/>
                <a:gd name="connsiteX17760" fmla="*/ 522922 w 2419350"/>
                <a:gd name="connsiteY17760" fmla="*/ 433483 h 876300"/>
                <a:gd name="connsiteX17761" fmla="*/ 521970 w 2419350"/>
                <a:gd name="connsiteY17761" fmla="*/ 432721 h 876300"/>
                <a:gd name="connsiteX17762" fmla="*/ 521780 w 2419350"/>
                <a:gd name="connsiteY17762" fmla="*/ 431483 h 876300"/>
                <a:gd name="connsiteX17763" fmla="*/ 521780 w 2419350"/>
                <a:gd name="connsiteY17763" fmla="*/ 430149 h 876300"/>
                <a:gd name="connsiteX17764" fmla="*/ 521398 w 2419350"/>
                <a:gd name="connsiteY17764" fmla="*/ 429101 h 876300"/>
                <a:gd name="connsiteX17765" fmla="*/ 520446 w 2419350"/>
                <a:gd name="connsiteY17765" fmla="*/ 428720 h 876300"/>
                <a:gd name="connsiteX17766" fmla="*/ 519398 w 2419350"/>
                <a:gd name="connsiteY17766" fmla="*/ 428911 h 876300"/>
                <a:gd name="connsiteX17767" fmla="*/ 518541 w 2419350"/>
                <a:gd name="connsiteY17767" fmla="*/ 429578 h 876300"/>
                <a:gd name="connsiteX17768" fmla="*/ 517779 w 2419350"/>
                <a:gd name="connsiteY17768" fmla="*/ 431863 h 876300"/>
                <a:gd name="connsiteX17769" fmla="*/ 516922 w 2419350"/>
                <a:gd name="connsiteY17769" fmla="*/ 432911 h 876300"/>
                <a:gd name="connsiteX17770" fmla="*/ 515207 w 2419350"/>
                <a:gd name="connsiteY17770" fmla="*/ 434530 h 876300"/>
                <a:gd name="connsiteX17771" fmla="*/ 514540 w 2419350"/>
                <a:gd name="connsiteY17771" fmla="*/ 435483 h 876300"/>
                <a:gd name="connsiteX17772" fmla="*/ 514350 w 2419350"/>
                <a:gd name="connsiteY17772" fmla="*/ 436340 h 876300"/>
                <a:gd name="connsiteX17773" fmla="*/ 514445 w 2419350"/>
                <a:gd name="connsiteY17773" fmla="*/ 438626 h 876300"/>
                <a:gd name="connsiteX17774" fmla="*/ 514350 w 2419350"/>
                <a:gd name="connsiteY17774" fmla="*/ 439769 h 876300"/>
                <a:gd name="connsiteX17775" fmla="*/ 513397 w 2419350"/>
                <a:gd name="connsiteY17775" fmla="*/ 443198 h 876300"/>
                <a:gd name="connsiteX17776" fmla="*/ 512445 w 2419350"/>
                <a:gd name="connsiteY17776" fmla="*/ 444818 h 876300"/>
                <a:gd name="connsiteX17777" fmla="*/ 510921 w 2419350"/>
                <a:gd name="connsiteY17777" fmla="*/ 445770 h 876300"/>
                <a:gd name="connsiteX17778" fmla="*/ 507301 w 2419350"/>
                <a:gd name="connsiteY17778" fmla="*/ 447485 h 876300"/>
                <a:gd name="connsiteX17779" fmla="*/ 505492 w 2419350"/>
                <a:gd name="connsiteY17779" fmla="*/ 448628 h 876300"/>
                <a:gd name="connsiteX17780" fmla="*/ 504730 w 2419350"/>
                <a:gd name="connsiteY17780" fmla="*/ 449389 h 876300"/>
                <a:gd name="connsiteX17781" fmla="*/ 504444 w 2419350"/>
                <a:gd name="connsiteY17781" fmla="*/ 450247 h 876300"/>
                <a:gd name="connsiteX17782" fmla="*/ 504254 w 2419350"/>
                <a:gd name="connsiteY17782" fmla="*/ 451390 h 876300"/>
                <a:gd name="connsiteX17783" fmla="*/ 503682 w 2419350"/>
                <a:gd name="connsiteY17783" fmla="*/ 452628 h 876300"/>
                <a:gd name="connsiteX17784" fmla="*/ 502825 w 2419350"/>
                <a:gd name="connsiteY17784" fmla="*/ 453771 h 876300"/>
                <a:gd name="connsiteX17785" fmla="*/ 501967 w 2419350"/>
                <a:gd name="connsiteY17785" fmla="*/ 454438 h 876300"/>
                <a:gd name="connsiteX17786" fmla="*/ 502063 w 2419350"/>
                <a:gd name="connsiteY17786" fmla="*/ 453866 h 876300"/>
                <a:gd name="connsiteX17787" fmla="*/ 502158 w 2419350"/>
                <a:gd name="connsiteY17787" fmla="*/ 453580 h 876300"/>
                <a:gd name="connsiteX17788" fmla="*/ 502253 w 2419350"/>
                <a:gd name="connsiteY17788" fmla="*/ 453676 h 876300"/>
                <a:gd name="connsiteX17789" fmla="*/ 502158 w 2419350"/>
                <a:gd name="connsiteY17789" fmla="*/ 451580 h 876300"/>
                <a:gd name="connsiteX17790" fmla="*/ 502825 w 2419350"/>
                <a:gd name="connsiteY17790" fmla="*/ 449771 h 876300"/>
                <a:gd name="connsiteX17791" fmla="*/ 503968 w 2419350"/>
                <a:gd name="connsiteY17791" fmla="*/ 448246 h 876300"/>
                <a:gd name="connsiteX17792" fmla="*/ 505682 w 2419350"/>
                <a:gd name="connsiteY17792" fmla="*/ 446722 h 876300"/>
                <a:gd name="connsiteX17793" fmla="*/ 507301 w 2419350"/>
                <a:gd name="connsiteY17793" fmla="*/ 445580 h 876300"/>
                <a:gd name="connsiteX17794" fmla="*/ 507873 w 2419350"/>
                <a:gd name="connsiteY17794" fmla="*/ 445389 h 876300"/>
                <a:gd name="connsiteX17795" fmla="*/ 508730 w 2419350"/>
                <a:gd name="connsiteY17795" fmla="*/ 445199 h 876300"/>
                <a:gd name="connsiteX17796" fmla="*/ 509778 w 2419350"/>
                <a:gd name="connsiteY17796" fmla="*/ 444818 h 876300"/>
                <a:gd name="connsiteX17797" fmla="*/ 510730 w 2419350"/>
                <a:gd name="connsiteY17797" fmla="*/ 444341 h 876300"/>
                <a:gd name="connsiteX17798" fmla="*/ 511302 w 2419350"/>
                <a:gd name="connsiteY17798" fmla="*/ 443960 h 876300"/>
                <a:gd name="connsiteX17799" fmla="*/ 511492 w 2419350"/>
                <a:gd name="connsiteY17799" fmla="*/ 443103 h 876300"/>
                <a:gd name="connsiteX17800" fmla="*/ 511492 w 2419350"/>
                <a:gd name="connsiteY17800" fmla="*/ 440722 h 876300"/>
                <a:gd name="connsiteX17801" fmla="*/ 512255 w 2419350"/>
                <a:gd name="connsiteY17801" fmla="*/ 439007 h 876300"/>
                <a:gd name="connsiteX17802" fmla="*/ 512445 w 2419350"/>
                <a:gd name="connsiteY17802" fmla="*/ 437674 h 876300"/>
                <a:gd name="connsiteX17803" fmla="*/ 512350 w 2419350"/>
                <a:gd name="connsiteY17803" fmla="*/ 435388 h 876300"/>
                <a:gd name="connsiteX17804" fmla="*/ 511302 w 2419350"/>
                <a:gd name="connsiteY17804" fmla="*/ 433388 h 876300"/>
                <a:gd name="connsiteX17805" fmla="*/ 509492 w 2419350"/>
                <a:gd name="connsiteY17805" fmla="*/ 433388 h 876300"/>
                <a:gd name="connsiteX17806" fmla="*/ 505778 w 2419350"/>
                <a:gd name="connsiteY17806" fmla="*/ 435007 h 876300"/>
                <a:gd name="connsiteX17807" fmla="*/ 506635 w 2419350"/>
                <a:gd name="connsiteY17807" fmla="*/ 434245 h 876300"/>
                <a:gd name="connsiteX17808" fmla="*/ 508445 w 2419350"/>
                <a:gd name="connsiteY17808" fmla="*/ 433006 h 876300"/>
                <a:gd name="connsiteX17809" fmla="*/ 509206 w 2419350"/>
                <a:gd name="connsiteY17809" fmla="*/ 432340 h 876300"/>
                <a:gd name="connsiteX17810" fmla="*/ 509873 w 2419350"/>
                <a:gd name="connsiteY17810" fmla="*/ 432054 h 876300"/>
                <a:gd name="connsiteX17811" fmla="*/ 512064 w 2419350"/>
                <a:gd name="connsiteY17811" fmla="*/ 431959 h 876300"/>
                <a:gd name="connsiteX17812" fmla="*/ 512921 w 2419350"/>
                <a:gd name="connsiteY17812" fmla="*/ 431768 h 876300"/>
                <a:gd name="connsiteX17813" fmla="*/ 513683 w 2419350"/>
                <a:gd name="connsiteY17813" fmla="*/ 431197 h 876300"/>
                <a:gd name="connsiteX17814" fmla="*/ 517398 w 2419350"/>
                <a:gd name="connsiteY17814" fmla="*/ 426815 h 876300"/>
                <a:gd name="connsiteX17815" fmla="*/ 519017 w 2419350"/>
                <a:gd name="connsiteY17815" fmla="*/ 424339 h 876300"/>
                <a:gd name="connsiteX17816" fmla="*/ 519874 w 2419350"/>
                <a:gd name="connsiteY17816" fmla="*/ 422529 h 876300"/>
                <a:gd name="connsiteX17817" fmla="*/ 520255 w 2419350"/>
                <a:gd name="connsiteY17817" fmla="*/ 420529 h 876300"/>
                <a:gd name="connsiteX17818" fmla="*/ 519779 w 2419350"/>
                <a:gd name="connsiteY17818" fmla="*/ 418147 h 876300"/>
                <a:gd name="connsiteX17819" fmla="*/ 518541 w 2419350"/>
                <a:gd name="connsiteY17819" fmla="*/ 415957 h 876300"/>
                <a:gd name="connsiteX17820" fmla="*/ 516636 w 2419350"/>
                <a:gd name="connsiteY17820" fmla="*/ 414433 h 876300"/>
                <a:gd name="connsiteX17821" fmla="*/ 514445 w 2419350"/>
                <a:gd name="connsiteY17821" fmla="*/ 413861 h 876300"/>
                <a:gd name="connsiteX17822" fmla="*/ 512159 w 2419350"/>
                <a:gd name="connsiteY17822" fmla="*/ 414623 h 876300"/>
                <a:gd name="connsiteX17823" fmla="*/ 511207 w 2419350"/>
                <a:gd name="connsiteY17823" fmla="*/ 415576 h 876300"/>
                <a:gd name="connsiteX17824" fmla="*/ 510921 w 2419350"/>
                <a:gd name="connsiteY17824" fmla="*/ 415766 h 876300"/>
                <a:gd name="connsiteX17825" fmla="*/ 510635 w 2419350"/>
                <a:gd name="connsiteY17825" fmla="*/ 415862 h 876300"/>
                <a:gd name="connsiteX17826" fmla="*/ 510445 w 2419350"/>
                <a:gd name="connsiteY17826" fmla="*/ 416147 h 876300"/>
                <a:gd name="connsiteX17827" fmla="*/ 510349 w 2419350"/>
                <a:gd name="connsiteY17827" fmla="*/ 416433 h 876300"/>
                <a:gd name="connsiteX17828" fmla="*/ 510159 w 2419350"/>
                <a:gd name="connsiteY17828" fmla="*/ 416528 h 876300"/>
                <a:gd name="connsiteX17829" fmla="*/ 509873 w 2419350"/>
                <a:gd name="connsiteY17829" fmla="*/ 416433 h 876300"/>
                <a:gd name="connsiteX17830" fmla="*/ 509683 w 2419350"/>
                <a:gd name="connsiteY17830" fmla="*/ 416338 h 876300"/>
                <a:gd name="connsiteX17831" fmla="*/ 509588 w 2419350"/>
                <a:gd name="connsiteY17831" fmla="*/ 416243 h 876300"/>
                <a:gd name="connsiteX17832" fmla="*/ 509397 w 2419350"/>
                <a:gd name="connsiteY17832" fmla="*/ 416147 h 876300"/>
                <a:gd name="connsiteX17833" fmla="*/ 508635 w 2419350"/>
                <a:gd name="connsiteY17833" fmla="*/ 415766 h 876300"/>
                <a:gd name="connsiteX17834" fmla="*/ 508445 w 2419350"/>
                <a:gd name="connsiteY17834" fmla="*/ 414814 h 876300"/>
                <a:gd name="connsiteX17835" fmla="*/ 508445 w 2419350"/>
                <a:gd name="connsiteY17835" fmla="*/ 413671 h 876300"/>
                <a:gd name="connsiteX17836" fmla="*/ 508159 w 2419350"/>
                <a:gd name="connsiteY17836" fmla="*/ 412623 h 876300"/>
                <a:gd name="connsiteX17837" fmla="*/ 507492 w 2419350"/>
                <a:gd name="connsiteY17837" fmla="*/ 413195 h 876300"/>
                <a:gd name="connsiteX17838" fmla="*/ 506349 w 2419350"/>
                <a:gd name="connsiteY17838" fmla="*/ 414719 h 876300"/>
                <a:gd name="connsiteX17839" fmla="*/ 505587 w 2419350"/>
                <a:gd name="connsiteY17839" fmla="*/ 415100 h 876300"/>
                <a:gd name="connsiteX17840" fmla="*/ 504634 w 2419350"/>
                <a:gd name="connsiteY17840" fmla="*/ 415195 h 876300"/>
                <a:gd name="connsiteX17841" fmla="*/ 504539 w 2419350"/>
                <a:gd name="connsiteY17841" fmla="*/ 414814 h 876300"/>
                <a:gd name="connsiteX17842" fmla="*/ 504920 w 2419350"/>
                <a:gd name="connsiteY17842" fmla="*/ 414338 h 876300"/>
                <a:gd name="connsiteX17843" fmla="*/ 505301 w 2419350"/>
                <a:gd name="connsiteY17843" fmla="*/ 413861 h 876300"/>
                <a:gd name="connsiteX17844" fmla="*/ 505873 w 2419350"/>
                <a:gd name="connsiteY17844" fmla="*/ 413004 h 876300"/>
                <a:gd name="connsiteX17845" fmla="*/ 506730 w 2419350"/>
                <a:gd name="connsiteY17845" fmla="*/ 411480 h 876300"/>
                <a:gd name="connsiteX17846" fmla="*/ 507111 w 2419350"/>
                <a:gd name="connsiteY17846" fmla="*/ 410051 h 876300"/>
                <a:gd name="connsiteX17847" fmla="*/ 506444 w 2419350"/>
                <a:gd name="connsiteY17847" fmla="*/ 409385 h 876300"/>
                <a:gd name="connsiteX17848" fmla="*/ 505492 w 2419350"/>
                <a:gd name="connsiteY17848" fmla="*/ 408813 h 876300"/>
                <a:gd name="connsiteX17849" fmla="*/ 504444 w 2419350"/>
                <a:gd name="connsiteY17849" fmla="*/ 407670 h 876300"/>
                <a:gd name="connsiteX17850" fmla="*/ 503301 w 2419350"/>
                <a:gd name="connsiteY17850" fmla="*/ 406622 h 876300"/>
                <a:gd name="connsiteX17851" fmla="*/ 501872 w 2419350"/>
                <a:gd name="connsiteY17851" fmla="*/ 406432 h 876300"/>
                <a:gd name="connsiteX17852" fmla="*/ 501301 w 2419350"/>
                <a:gd name="connsiteY17852" fmla="*/ 407099 h 876300"/>
                <a:gd name="connsiteX17853" fmla="*/ 500539 w 2419350"/>
                <a:gd name="connsiteY17853" fmla="*/ 409766 h 876300"/>
                <a:gd name="connsiteX17854" fmla="*/ 499681 w 2419350"/>
                <a:gd name="connsiteY17854" fmla="*/ 410718 h 876300"/>
                <a:gd name="connsiteX17855" fmla="*/ 499110 w 2419350"/>
                <a:gd name="connsiteY17855" fmla="*/ 409385 h 876300"/>
                <a:gd name="connsiteX17856" fmla="*/ 498920 w 2419350"/>
                <a:gd name="connsiteY17856" fmla="*/ 408718 h 876300"/>
                <a:gd name="connsiteX17857" fmla="*/ 498920 w 2419350"/>
                <a:gd name="connsiteY17857" fmla="*/ 407861 h 876300"/>
                <a:gd name="connsiteX17858" fmla="*/ 499205 w 2419350"/>
                <a:gd name="connsiteY17858" fmla="*/ 406718 h 876300"/>
                <a:gd name="connsiteX17859" fmla="*/ 500443 w 2419350"/>
                <a:gd name="connsiteY17859" fmla="*/ 404717 h 876300"/>
                <a:gd name="connsiteX17860" fmla="*/ 500729 w 2419350"/>
                <a:gd name="connsiteY17860" fmla="*/ 404051 h 876300"/>
                <a:gd name="connsiteX17861" fmla="*/ 501587 w 2419350"/>
                <a:gd name="connsiteY17861" fmla="*/ 402717 h 876300"/>
                <a:gd name="connsiteX17862" fmla="*/ 501777 w 2419350"/>
                <a:gd name="connsiteY17862" fmla="*/ 402146 h 876300"/>
                <a:gd name="connsiteX17863" fmla="*/ 501777 w 2419350"/>
                <a:gd name="connsiteY17863" fmla="*/ 401574 h 876300"/>
                <a:gd name="connsiteX17864" fmla="*/ 501587 w 2419350"/>
                <a:gd name="connsiteY17864" fmla="*/ 400526 h 876300"/>
                <a:gd name="connsiteX17865" fmla="*/ 501491 w 2419350"/>
                <a:gd name="connsiteY17865" fmla="*/ 400145 h 876300"/>
                <a:gd name="connsiteX17866" fmla="*/ 500729 w 2419350"/>
                <a:gd name="connsiteY17866" fmla="*/ 397764 h 876300"/>
                <a:gd name="connsiteX17867" fmla="*/ 498729 w 2419350"/>
                <a:gd name="connsiteY17867" fmla="*/ 393954 h 876300"/>
                <a:gd name="connsiteX17868" fmla="*/ 497872 w 2419350"/>
                <a:gd name="connsiteY17868" fmla="*/ 391763 h 876300"/>
                <a:gd name="connsiteX17869" fmla="*/ 497396 w 2419350"/>
                <a:gd name="connsiteY17869" fmla="*/ 389572 h 876300"/>
                <a:gd name="connsiteX17870" fmla="*/ 497491 w 2419350"/>
                <a:gd name="connsiteY17870" fmla="*/ 381667 h 876300"/>
                <a:gd name="connsiteX17871" fmla="*/ 497110 w 2419350"/>
                <a:gd name="connsiteY17871" fmla="*/ 378333 h 876300"/>
                <a:gd name="connsiteX17872" fmla="*/ 496919 w 2419350"/>
                <a:gd name="connsiteY17872" fmla="*/ 377762 h 876300"/>
                <a:gd name="connsiteX17873" fmla="*/ 495300 w 2419350"/>
                <a:gd name="connsiteY17873" fmla="*/ 376047 h 876300"/>
                <a:gd name="connsiteX17874" fmla="*/ 495109 w 2419350"/>
                <a:gd name="connsiteY17874" fmla="*/ 375571 h 876300"/>
                <a:gd name="connsiteX17875" fmla="*/ 494633 w 2419350"/>
                <a:gd name="connsiteY17875" fmla="*/ 373952 h 876300"/>
                <a:gd name="connsiteX17876" fmla="*/ 494443 w 2419350"/>
                <a:gd name="connsiteY17876" fmla="*/ 371856 h 876300"/>
                <a:gd name="connsiteX17877" fmla="*/ 495109 w 2419350"/>
                <a:gd name="connsiteY17877" fmla="*/ 368522 h 876300"/>
                <a:gd name="connsiteX17878" fmla="*/ 493586 w 2419350"/>
                <a:gd name="connsiteY17878" fmla="*/ 363950 h 876300"/>
                <a:gd name="connsiteX17879" fmla="*/ 493300 w 2419350"/>
                <a:gd name="connsiteY17879" fmla="*/ 363474 h 876300"/>
                <a:gd name="connsiteX17880" fmla="*/ 490252 w 2419350"/>
                <a:gd name="connsiteY17880" fmla="*/ 363569 h 876300"/>
                <a:gd name="connsiteX17881" fmla="*/ 487299 w 2419350"/>
                <a:gd name="connsiteY17881" fmla="*/ 364427 h 876300"/>
                <a:gd name="connsiteX17882" fmla="*/ 486823 w 2419350"/>
                <a:gd name="connsiteY17882" fmla="*/ 364712 h 876300"/>
                <a:gd name="connsiteX17883" fmla="*/ 484632 w 2419350"/>
                <a:gd name="connsiteY17883" fmla="*/ 365665 h 876300"/>
                <a:gd name="connsiteX17884" fmla="*/ 483394 w 2419350"/>
                <a:gd name="connsiteY17884" fmla="*/ 365379 h 876300"/>
                <a:gd name="connsiteX17885" fmla="*/ 480060 w 2419350"/>
                <a:gd name="connsiteY17885" fmla="*/ 363474 h 876300"/>
                <a:gd name="connsiteX17886" fmla="*/ 479012 w 2419350"/>
                <a:gd name="connsiteY17886" fmla="*/ 363379 h 876300"/>
                <a:gd name="connsiteX17887" fmla="*/ 476345 w 2419350"/>
                <a:gd name="connsiteY17887" fmla="*/ 363284 h 876300"/>
                <a:gd name="connsiteX17888" fmla="*/ 475488 w 2419350"/>
                <a:gd name="connsiteY17888" fmla="*/ 362998 h 876300"/>
                <a:gd name="connsiteX17889" fmla="*/ 474536 w 2419350"/>
                <a:gd name="connsiteY17889" fmla="*/ 362331 h 876300"/>
                <a:gd name="connsiteX17890" fmla="*/ 471011 w 2419350"/>
                <a:gd name="connsiteY17890" fmla="*/ 360712 h 876300"/>
                <a:gd name="connsiteX17891" fmla="*/ 470345 w 2419350"/>
                <a:gd name="connsiteY17891" fmla="*/ 360997 h 876300"/>
                <a:gd name="connsiteX17892" fmla="*/ 468154 w 2419350"/>
                <a:gd name="connsiteY17892" fmla="*/ 361474 h 876300"/>
                <a:gd name="connsiteX17893" fmla="*/ 467011 w 2419350"/>
                <a:gd name="connsiteY17893" fmla="*/ 361950 h 876300"/>
                <a:gd name="connsiteX17894" fmla="*/ 465868 w 2419350"/>
                <a:gd name="connsiteY17894" fmla="*/ 362712 h 876300"/>
                <a:gd name="connsiteX17895" fmla="*/ 465011 w 2419350"/>
                <a:gd name="connsiteY17895" fmla="*/ 363664 h 876300"/>
                <a:gd name="connsiteX17896" fmla="*/ 464439 w 2419350"/>
                <a:gd name="connsiteY17896" fmla="*/ 365760 h 876300"/>
                <a:gd name="connsiteX17897" fmla="*/ 464058 w 2419350"/>
                <a:gd name="connsiteY17897" fmla="*/ 365188 h 876300"/>
                <a:gd name="connsiteX17898" fmla="*/ 463201 w 2419350"/>
                <a:gd name="connsiteY17898" fmla="*/ 363188 h 876300"/>
                <a:gd name="connsiteX17899" fmla="*/ 462629 w 2419350"/>
                <a:gd name="connsiteY17899" fmla="*/ 362426 h 876300"/>
                <a:gd name="connsiteX17900" fmla="*/ 461867 w 2419350"/>
                <a:gd name="connsiteY17900" fmla="*/ 361855 h 876300"/>
                <a:gd name="connsiteX17901" fmla="*/ 460915 w 2419350"/>
                <a:gd name="connsiteY17901" fmla="*/ 361569 h 876300"/>
                <a:gd name="connsiteX17902" fmla="*/ 459772 w 2419350"/>
                <a:gd name="connsiteY17902" fmla="*/ 361474 h 876300"/>
                <a:gd name="connsiteX17903" fmla="*/ 459010 w 2419350"/>
                <a:gd name="connsiteY17903" fmla="*/ 361188 h 876300"/>
                <a:gd name="connsiteX17904" fmla="*/ 457867 w 2419350"/>
                <a:gd name="connsiteY17904" fmla="*/ 359855 h 876300"/>
                <a:gd name="connsiteX17905" fmla="*/ 457105 w 2419350"/>
                <a:gd name="connsiteY17905" fmla="*/ 359283 h 876300"/>
                <a:gd name="connsiteX17906" fmla="*/ 455105 w 2419350"/>
                <a:gd name="connsiteY17906" fmla="*/ 358997 h 876300"/>
                <a:gd name="connsiteX17907" fmla="*/ 454819 w 2419350"/>
                <a:gd name="connsiteY17907" fmla="*/ 358807 h 876300"/>
                <a:gd name="connsiteX17908" fmla="*/ 454628 w 2419350"/>
                <a:gd name="connsiteY17908" fmla="*/ 358330 h 876300"/>
                <a:gd name="connsiteX17909" fmla="*/ 454342 w 2419350"/>
                <a:gd name="connsiteY17909" fmla="*/ 357854 h 876300"/>
                <a:gd name="connsiteX17910" fmla="*/ 453199 w 2419350"/>
                <a:gd name="connsiteY17910" fmla="*/ 357473 h 876300"/>
                <a:gd name="connsiteX17911" fmla="*/ 452818 w 2419350"/>
                <a:gd name="connsiteY17911" fmla="*/ 357092 h 876300"/>
                <a:gd name="connsiteX17912" fmla="*/ 452438 w 2419350"/>
                <a:gd name="connsiteY17912" fmla="*/ 356616 h 876300"/>
                <a:gd name="connsiteX17913" fmla="*/ 452152 w 2419350"/>
                <a:gd name="connsiteY17913" fmla="*/ 356235 h 876300"/>
                <a:gd name="connsiteX17914" fmla="*/ 452056 w 2419350"/>
                <a:gd name="connsiteY17914" fmla="*/ 356140 h 876300"/>
                <a:gd name="connsiteX17915" fmla="*/ 451866 w 2419350"/>
                <a:gd name="connsiteY17915" fmla="*/ 355759 h 876300"/>
                <a:gd name="connsiteX17916" fmla="*/ 451771 w 2419350"/>
                <a:gd name="connsiteY17916" fmla="*/ 355663 h 876300"/>
                <a:gd name="connsiteX17917" fmla="*/ 451485 w 2419350"/>
                <a:gd name="connsiteY17917" fmla="*/ 355663 h 876300"/>
                <a:gd name="connsiteX17918" fmla="*/ 450818 w 2419350"/>
                <a:gd name="connsiteY17918" fmla="*/ 355759 h 876300"/>
                <a:gd name="connsiteX17919" fmla="*/ 450628 w 2419350"/>
                <a:gd name="connsiteY17919" fmla="*/ 355663 h 876300"/>
                <a:gd name="connsiteX17920" fmla="*/ 449961 w 2419350"/>
                <a:gd name="connsiteY17920" fmla="*/ 354997 h 876300"/>
                <a:gd name="connsiteX17921" fmla="*/ 449199 w 2419350"/>
                <a:gd name="connsiteY17921" fmla="*/ 353378 h 876300"/>
                <a:gd name="connsiteX17922" fmla="*/ 448628 w 2419350"/>
                <a:gd name="connsiteY17922" fmla="*/ 352616 h 876300"/>
                <a:gd name="connsiteX17923" fmla="*/ 447580 w 2419350"/>
                <a:gd name="connsiteY17923" fmla="*/ 352044 h 876300"/>
                <a:gd name="connsiteX17924" fmla="*/ 446437 w 2419350"/>
                <a:gd name="connsiteY17924" fmla="*/ 352044 h 876300"/>
                <a:gd name="connsiteX17925" fmla="*/ 444151 w 2419350"/>
                <a:gd name="connsiteY17925" fmla="*/ 352425 h 876300"/>
                <a:gd name="connsiteX17926" fmla="*/ 444532 w 2419350"/>
                <a:gd name="connsiteY17926" fmla="*/ 351758 h 876300"/>
                <a:gd name="connsiteX17927" fmla="*/ 445484 w 2419350"/>
                <a:gd name="connsiteY17927" fmla="*/ 350901 h 876300"/>
                <a:gd name="connsiteX17928" fmla="*/ 445675 w 2419350"/>
                <a:gd name="connsiteY17928" fmla="*/ 350139 h 876300"/>
                <a:gd name="connsiteX17929" fmla="*/ 445389 w 2419350"/>
                <a:gd name="connsiteY17929" fmla="*/ 349663 h 876300"/>
                <a:gd name="connsiteX17930" fmla="*/ 444722 w 2419350"/>
                <a:gd name="connsiteY17930" fmla="*/ 349282 h 876300"/>
                <a:gd name="connsiteX17931" fmla="*/ 444055 w 2419350"/>
                <a:gd name="connsiteY17931" fmla="*/ 349091 h 876300"/>
                <a:gd name="connsiteX17932" fmla="*/ 443960 w 2419350"/>
                <a:gd name="connsiteY17932" fmla="*/ 349091 h 876300"/>
                <a:gd name="connsiteX17933" fmla="*/ 442055 w 2419350"/>
                <a:gd name="connsiteY17933" fmla="*/ 348710 h 876300"/>
                <a:gd name="connsiteX17934" fmla="*/ 440817 w 2419350"/>
                <a:gd name="connsiteY17934" fmla="*/ 348044 h 876300"/>
                <a:gd name="connsiteX17935" fmla="*/ 439769 w 2419350"/>
                <a:gd name="connsiteY17935" fmla="*/ 347281 h 876300"/>
                <a:gd name="connsiteX17936" fmla="*/ 439198 w 2419350"/>
                <a:gd name="connsiteY17936" fmla="*/ 346520 h 876300"/>
                <a:gd name="connsiteX17937" fmla="*/ 440436 w 2419350"/>
                <a:gd name="connsiteY17937" fmla="*/ 346424 h 876300"/>
                <a:gd name="connsiteX17938" fmla="*/ 441293 w 2419350"/>
                <a:gd name="connsiteY17938" fmla="*/ 345758 h 876300"/>
                <a:gd name="connsiteX17939" fmla="*/ 441484 w 2419350"/>
                <a:gd name="connsiteY17939" fmla="*/ 344996 h 876300"/>
                <a:gd name="connsiteX17940" fmla="*/ 440626 w 2419350"/>
                <a:gd name="connsiteY17940" fmla="*/ 344424 h 876300"/>
                <a:gd name="connsiteX17941" fmla="*/ 440626 w 2419350"/>
                <a:gd name="connsiteY17941" fmla="*/ 344043 h 876300"/>
                <a:gd name="connsiteX17942" fmla="*/ 441674 w 2419350"/>
                <a:gd name="connsiteY17942" fmla="*/ 343186 h 876300"/>
                <a:gd name="connsiteX17943" fmla="*/ 442436 w 2419350"/>
                <a:gd name="connsiteY17943" fmla="*/ 341757 h 876300"/>
                <a:gd name="connsiteX17944" fmla="*/ 442817 w 2419350"/>
                <a:gd name="connsiteY17944" fmla="*/ 340233 h 876300"/>
                <a:gd name="connsiteX17945" fmla="*/ 442722 w 2419350"/>
                <a:gd name="connsiteY17945" fmla="*/ 338995 h 876300"/>
                <a:gd name="connsiteX17946" fmla="*/ 442341 w 2419350"/>
                <a:gd name="connsiteY17946" fmla="*/ 338423 h 876300"/>
                <a:gd name="connsiteX17947" fmla="*/ 441198 w 2419350"/>
                <a:gd name="connsiteY17947" fmla="*/ 337471 h 876300"/>
                <a:gd name="connsiteX17948" fmla="*/ 441007 w 2419350"/>
                <a:gd name="connsiteY17948" fmla="*/ 336995 h 876300"/>
                <a:gd name="connsiteX17949" fmla="*/ 440626 w 2419350"/>
                <a:gd name="connsiteY17949" fmla="*/ 333566 h 876300"/>
                <a:gd name="connsiteX17950" fmla="*/ 441579 w 2419350"/>
                <a:gd name="connsiteY17950" fmla="*/ 335756 h 876300"/>
                <a:gd name="connsiteX17951" fmla="*/ 442150 w 2419350"/>
                <a:gd name="connsiteY17951" fmla="*/ 336709 h 876300"/>
                <a:gd name="connsiteX17952" fmla="*/ 443008 w 2419350"/>
                <a:gd name="connsiteY17952" fmla="*/ 337090 h 876300"/>
                <a:gd name="connsiteX17953" fmla="*/ 448151 w 2419350"/>
                <a:gd name="connsiteY17953" fmla="*/ 336137 h 876300"/>
                <a:gd name="connsiteX17954" fmla="*/ 449771 w 2419350"/>
                <a:gd name="connsiteY17954" fmla="*/ 335661 h 876300"/>
                <a:gd name="connsiteX17955" fmla="*/ 451104 w 2419350"/>
                <a:gd name="connsiteY17955" fmla="*/ 334899 h 876300"/>
                <a:gd name="connsiteX17956" fmla="*/ 452056 w 2419350"/>
                <a:gd name="connsiteY17956" fmla="*/ 333946 h 876300"/>
                <a:gd name="connsiteX17957" fmla="*/ 452438 w 2419350"/>
                <a:gd name="connsiteY17957" fmla="*/ 332899 h 876300"/>
                <a:gd name="connsiteX17958" fmla="*/ 452056 w 2419350"/>
                <a:gd name="connsiteY17958" fmla="*/ 332232 h 876300"/>
                <a:gd name="connsiteX17959" fmla="*/ 450056 w 2419350"/>
                <a:gd name="connsiteY17959" fmla="*/ 330994 h 876300"/>
                <a:gd name="connsiteX17960" fmla="*/ 448913 w 2419350"/>
                <a:gd name="connsiteY17960" fmla="*/ 330803 h 876300"/>
                <a:gd name="connsiteX17961" fmla="*/ 448342 w 2419350"/>
                <a:gd name="connsiteY17961" fmla="*/ 330518 h 876300"/>
                <a:gd name="connsiteX17962" fmla="*/ 447865 w 2419350"/>
                <a:gd name="connsiteY17962" fmla="*/ 330137 h 876300"/>
                <a:gd name="connsiteX17963" fmla="*/ 447389 w 2419350"/>
                <a:gd name="connsiteY17963" fmla="*/ 329851 h 876300"/>
                <a:gd name="connsiteX17964" fmla="*/ 446913 w 2419350"/>
                <a:gd name="connsiteY17964" fmla="*/ 329660 h 876300"/>
                <a:gd name="connsiteX17965" fmla="*/ 446341 w 2419350"/>
                <a:gd name="connsiteY17965" fmla="*/ 329565 h 876300"/>
                <a:gd name="connsiteX17966" fmla="*/ 443579 w 2419350"/>
                <a:gd name="connsiteY17966" fmla="*/ 329660 h 876300"/>
                <a:gd name="connsiteX17967" fmla="*/ 443008 w 2419350"/>
                <a:gd name="connsiteY17967" fmla="*/ 329755 h 876300"/>
                <a:gd name="connsiteX17968" fmla="*/ 442055 w 2419350"/>
                <a:gd name="connsiteY17968" fmla="*/ 330137 h 876300"/>
                <a:gd name="connsiteX17969" fmla="*/ 440912 w 2419350"/>
                <a:gd name="connsiteY17969" fmla="*/ 329946 h 876300"/>
                <a:gd name="connsiteX17970" fmla="*/ 439103 w 2419350"/>
                <a:gd name="connsiteY17970" fmla="*/ 329279 h 876300"/>
                <a:gd name="connsiteX17971" fmla="*/ 439103 w 2419350"/>
                <a:gd name="connsiteY17971" fmla="*/ 328898 h 876300"/>
                <a:gd name="connsiteX17972" fmla="*/ 442436 w 2419350"/>
                <a:gd name="connsiteY17972" fmla="*/ 328327 h 876300"/>
                <a:gd name="connsiteX17973" fmla="*/ 443865 w 2419350"/>
                <a:gd name="connsiteY17973" fmla="*/ 327755 h 876300"/>
                <a:gd name="connsiteX17974" fmla="*/ 444437 w 2419350"/>
                <a:gd name="connsiteY17974" fmla="*/ 326612 h 876300"/>
                <a:gd name="connsiteX17975" fmla="*/ 444913 w 2419350"/>
                <a:gd name="connsiteY17975" fmla="*/ 325184 h 876300"/>
                <a:gd name="connsiteX17976" fmla="*/ 446913 w 2419350"/>
                <a:gd name="connsiteY17976" fmla="*/ 323374 h 876300"/>
                <a:gd name="connsiteX17977" fmla="*/ 447294 w 2419350"/>
                <a:gd name="connsiteY17977" fmla="*/ 322136 h 876300"/>
                <a:gd name="connsiteX17978" fmla="*/ 446627 w 2419350"/>
                <a:gd name="connsiteY17978" fmla="*/ 321183 h 876300"/>
                <a:gd name="connsiteX17979" fmla="*/ 445008 w 2419350"/>
                <a:gd name="connsiteY17979" fmla="*/ 321564 h 876300"/>
                <a:gd name="connsiteX17980" fmla="*/ 443198 w 2419350"/>
                <a:gd name="connsiteY17980" fmla="*/ 322421 h 876300"/>
                <a:gd name="connsiteX17981" fmla="*/ 441770 w 2419350"/>
                <a:gd name="connsiteY17981" fmla="*/ 322897 h 876300"/>
                <a:gd name="connsiteX17982" fmla="*/ 440912 w 2419350"/>
                <a:gd name="connsiteY17982" fmla="*/ 323088 h 876300"/>
                <a:gd name="connsiteX17983" fmla="*/ 439293 w 2419350"/>
                <a:gd name="connsiteY17983" fmla="*/ 323755 h 876300"/>
                <a:gd name="connsiteX17984" fmla="*/ 438340 w 2419350"/>
                <a:gd name="connsiteY17984" fmla="*/ 323945 h 876300"/>
                <a:gd name="connsiteX17985" fmla="*/ 437483 w 2419350"/>
                <a:gd name="connsiteY17985" fmla="*/ 323850 h 876300"/>
                <a:gd name="connsiteX17986" fmla="*/ 435959 w 2419350"/>
                <a:gd name="connsiteY17986" fmla="*/ 323564 h 876300"/>
                <a:gd name="connsiteX17987" fmla="*/ 435102 w 2419350"/>
                <a:gd name="connsiteY17987" fmla="*/ 323564 h 876300"/>
                <a:gd name="connsiteX17988" fmla="*/ 436721 w 2419350"/>
                <a:gd name="connsiteY17988" fmla="*/ 322517 h 876300"/>
                <a:gd name="connsiteX17989" fmla="*/ 442722 w 2419350"/>
                <a:gd name="connsiteY17989" fmla="*/ 321469 h 876300"/>
                <a:gd name="connsiteX17990" fmla="*/ 444246 w 2419350"/>
                <a:gd name="connsiteY17990" fmla="*/ 320707 h 876300"/>
                <a:gd name="connsiteX17991" fmla="*/ 445484 w 2419350"/>
                <a:gd name="connsiteY17991" fmla="*/ 319754 h 876300"/>
                <a:gd name="connsiteX17992" fmla="*/ 446341 w 2419350"/>
                <a:gd name="connsiteY17992" fmla="*/ 318516 h 876300"/>
                <a:gd name="connsiteX17993" fmla="*/ 446627 w 2419350"/>
                <a:gd name="connsiteY17993" fmla="*/ 316992 h 876300"/>
                <a:gd name="connsiteX17994" fmla="*/ 446913 w 2419350"/>
                <a:gd name="connsiteY17994" fmla="*/ 316325 h 876300"/>
                <a:gd name="connsiteX17995" fmla="*/ 447675 w 2419350"/>
                <a:gd name="connsiteY17995" fmla="*/ 316135 h 876300"/>
                <a:gd name="connsiteX17996" fmla="*/ 449580 w 2419350"/>
                <a:gd name="connsiteY17996" fmla="*/ 316135 h 876300"/>
                <a:gd name="connsiteX17997" fmla="*/ 450342 w 2419350"/>
                <a:gd name="connsiteY17997" fmla="*/ 315944 h 876300"/>
                <a:gd name="connsiteX17998" fmla="*/ 451295 w 2419350"/>
                <a:gd name="connsiteY17998" fmla="*/ 315563 h 876300"/>
                <a:gd name="connsiteX17999" fmla="*/ 451866 w 2419350"/>
                <a:gd name="connsiteY17999" fmla="*/ 315087 h 876300"/>
                <a:gd name="connsiteX18000" fmla="*/ 451390 w 2419350"/>
                <a:gd name="connsiteY18000" fmla="*/ 313944 h 876300"/>
                <a:gd name="connsiteX18001" fmla="*/ 451485 w 2419350"/>
                <a:gd name="connsiteY18001" fmla="*/ 313372 h 876300"/>
                <a:gd name="connsiteX18002" fmla="*/ 451675 w 2419350"/>
                <a:gd name="connsiteY18002" fmla="*/ 312801 h 876300"/>
                <a:gd name="connsiteX18003" fmla="*/ 451771 w 2419350"/>
                <a:gd name="connsiteY18003" fmla="*/ 312325 h 876300"/>
                <a:gd name="connsiteX18004" fmla="*/ 451485 w 2419350"/>
                <a:gd name="connsiteY18004" fmla="*/ 311944 h 876300"/>
                <a:gd name="connsiteX18005" fmla="*/ 451104 w 2419350"/>
                <a:gd name="connsiteY18005" fmla="*/ 311944 h 876300"/>
                <a:gd name="connsiteX18006" fmla="*/ 450723 w 2419350"/>
                <a:gd name="connsiteY18006" fmla="*/ 311849 h 876300"/>
                <a:gd name="connsiteX18007" fmla="*/ 450628 w 2419350"/>
                <a:gd name="connsiteY18007" fmla="*/ 311277 h 876300"/>
                <a:gd name="connsiteX18008" fmla="*/ 450818 w 2419350"/>
                <a:gd name="connsiteY18008" fmla="*/ 310991 h 876300"/>
                <a:gd name="connsiteX18009" fmla="*/ 451295 w 2419350"/>
                <a:gd name="connsiteY18009" fmla="*/ 310705 h 876300"/>
                <a:gd name="connsiteX18010" fmla="*/ 451771 w 2419350"/>
                <a:gd name="connsiteY18010" fmla="*/ 310515 h 876300"/>
                <a:gd name="connsiteX18011" fmla="*/ 452056 w 2419350"/>
                <a:gd name="connsiteY18011" fmla="*/ 310515 h 876300"/>
                <a:gd name="connsiteX18012" fmla="*/ 452533 w 2419350"/>
                <a:gd name="connsiteY18012" fmla="*/ 310801 h 876300"/>
                <a:gd name="connsiteX18013" fmla="*/ 453104 w 2419350"/>
                <a:gd name="connsiteY18013" fmla="*/ 311849 h 876300"/>
                <a:gd name="connsiteX18014" fmla="*/ 453485 w 2419350"/>
                <a:gd name="connsiteY18014" fmla="*/ 312230 h 876300"/>
                <a:gd name="connsiteX18015" fmla="*/ 453962 w 2419350"/>
                <a:gd name="connsiteY18015" fmla="*/ 312420 h 876300"/>
                <a:gd name="connsiteX18016" fmla="*/ 454342 w 2419350"/>
                <a:gd name="connsiteY18016" fmla="*/ 312420 h 876300"/>
                <a:gd name="connsiteX18017" fmla="*/ 454819 w 2419350"/>
                <a:gd name="connsiteY18017" fmla="*/ 312325 h 876300"/>
                <a:gd name="connsiteX18018" fmla="*/ 455486 w 2419350"/>
                <a:gd name="connsiteY18018" fmla="*/ 312230 h 876300"/>
                <a:gd name="connsiteX18019" fmla="*/ 455866 w 2419350"/>
                <a:gd name="connsiteY18019" fmla="*/ 312039 h 876300"/>
                <a:gd name="connsiteX18020" fmla="*/ 455866 w 2419350"/>
                <a:gd name="connsiteY18020" fmla="*/ 311087 h 876300"/>
                <a:gd name="connsiteX18021" fmla="*/ 456247 w 2419350"/>
                <a:gd name="connsiteY18021" fmla="*/ 310896 h 876300"/>
                <a:gd name="connsiteX18022" fmla="*/ 460724 w 2419350"/>
                <a:gd name="connsiteY18022" fmla="*/ 310515 h 876300"/>
                <a:gd name="connsiteX18023" fmla="*/ 461867 w 2419350"/>
                <a:gd name="connsiteY18023" fmla="*/ 310610 h 876300"/>
                <a:gd name="connsiteX18024" fmla="*/ 462534 w 2419350"/>
                <a:gd name="connsiteY18024" fmla="*/ 310610 h 876300"/>
                <a:gd name="connsiteX18025" fmla="*/ 463105 w 2419350"/>
                <a:gd name="connsiteY18025" fmla="*/ 310325 h 876300"/>
                <a:gd name="connsiteX18026" fmla="*/ 463582 w 2419350"/>
                <a:gd name="connsiteY18026" fmla="*/ 309467 h 876300"/>
                <a:gd name="connsiteX18027" fmla="*/ 463677 w 2419350"/>
                <a:gd name="connsiteY18027" fmla="*/ 308896 h 876300"/>
                <a:gd name="connsiteX18028" fmla="*/ 463391 w 2419350"/>
                <a:gd name="connsiteY18028" fmla="*/ 308610 h 876300"/>
                <a:gd name="connsiteX18029" fmla="*/ 463010 w 2419350"/>
                <a:gd name="connsiteY18029" fmla="*/ 308038 h 876300"/>
                <a:gd name="connsiteX18030" fmla="*/ 460915 w 2419350"/>
                <a:gd name="connsiteY18030" fmla="*/ 297275 h 876300"/>
                <a:gd name="connsiteX18031" fmla="*/ 460057 w 2419350"/>
                <a:gd name="connsiteY18031" fmla="*/ 295275 h 876300"/>
                <a:gd name="connsiteX18032" fmla="*/ 459391 w 2419350"/>
                <a:gd name="connsiteY18032" fmla="*/ 294418 h 876300"/>
                <a:gd name="connsiteX18033" fmla="*/ 458343 w 2419350"/>
                <a:gd name="connsiteY18033" fmla="*/ 293465 h 876300"/>
                <a:gd name="connsiteX18034" fmla="*/ 457200 w 2419350"/>
                <a:gd name="connsiteY18034" fmla="*/ 292703 h 876300"/>
                <a:gd name="connsiteX18035" fmla="*/ 455866 w 2419350"/>
                <a:gd name="connsiteY18035" fmla="*/ 292227 h 876300"/>
                <a:gd name="connsiteX18036" fmla="*/ 455390 w 2419350"/>
                <a:gd name="connsiteY18036" fmla="*/ 291941 h 876300"/>
                <a:gd name="connsiteX18037" fmla="*/ 454819 w 2419350"/>
                <a:gd name="connsiteY18037" fmla="*/ 291655 h 876300"/>
                <a:gd name="connsiteX18038" fmla="*/ 454247 w 2419350"/>
                <a:gd name="connsiteY18038" fmla="*/ 291655 h 876300"/>
                <a:gd name="connsiteX18039" fmla="*/ 453771 w 2419350"/>
                <a:gd name="connsiteY18039" fmla="*/ 291941 h 876300"/>
                <a:gd name="connsiteX18040" fmla="*/ 453390 w 2419350"/>
                <a:gd name="connsiteY18040" fmla="*/ 292418 h 876300"/>
                <a:gd name="connsiteX18041" fmla="*/ 452818 w 2419350"/>
                <a:gd name="connsiteY18041" fmla="*/ 293465 h 876300"/>
                <a:gd name="connsiteX18042" fmla="*/ 451866 w 2419350"/>
                <a:gd name="connsiteY18042" fmla="*/ 290036 h 876300"/>
                <a:gd name="connsiteX18043" fmla="*/ 449389 w 2419350"/>
                <a:gd name="connsiteY18043" fmla="*/ 286988 h 876300"/>
                <a:gd name="connsiteX18044" fmla="*/ 446246 w 2419350"/>
                <a:gd name="connsiteY18044" fmla="*/ 284512 h 876300"/>
                <a:gd name="connsiteX18045" fmla="*/ 443103 w 2419350"/>
                <a:gd name="connsiteY18045" fmla="*/ 282702 h 876300"/>
                <a:gd name="connsiteX18046" fmla="*/ 441484 w 2419350"/>
                <a:gd name="connsiteY18046" fmla="*/ 281940 h 876300"/>
                <a:gd name="connsiteX18047" fmla="*/ 440055 w 2419350"/>
                <a:gd name="connsiteY18047" fmla="*/ 281559 h 876300"/>
                <a:gd name="connsiteX18048" fmla="*/ 438626 w 2419350"/>
                <a:gd name="connsiteY18048" fmla="*/ 281845 h 876300"/>
                <a:gd name="connsiteX18049" fmla="*/ 437197 w 2419350"/>
                <a:gd name="connsiteY18049" fmla="*/ 282797 h 876300"/>
                <a:gd name="connsiteX18050" fmla="*/ 435769 w 2419350"/>
                <a:gd name="connsiteY18050" fmla="*/ 283559 h 876300"/>
                <a:gd name="connsiteX18051" fmla="*/ 432721 w 2419350"/>
                <a:gd name="connsiteY18051" fmla="*/ 283845 h 876300"/>
                <a:gd name="connsiteX18052" fmla="*/ 431578 w 2419350"/>
                <a:gd name="connsiteY18052" fmla="*/ 284893 h 876300"/>
                <a:gd name="connsiteX18053" fmla="*/ 430530 w 2419350"/>
                <a:gd name="connsiteY18053" fmla="*/ 287084 h 876300"/>
                <a:gd name="connsiteX18054" fmla="*/ 429768 w 2419350"/>
                <a:gd name="connsiteY18054" fmla="*/ 288036 h 876300"/>
                <a:gd name="connsiteX18055" fmla="*/ 428530 w 2419350"/>
                <a:gd name="connsiteY18055" fmla="*/ 288417 h 876300"/>
                <a:gd name="connsiteX18056" fmla="*/ 427387 w 2419350"/>
                <a:gd name="connsiteY18056" fmla="*/ 288512 h 876300"/>
                <a:gd name="connsiteX18057" fmla="*/ 426148 w 2419350"/>
                <a:gd name="connsiteY18057" fmla="*/ 288798 h 876300"/>
                <a:gd name="connsiteX18058" fmla="*/ 424910 w 2419350"/>
                <a:gd name="connsiteY18058" fmla="*/ 289274 h 876300"/>
                <a:gd name="connsiteX18059" fmla="*/ 423958 w 2419350"/>
                <a:gd name="connsiteY18059" fmla="*/ 289751 h 876300"/>
                <a:gd name="connsiteX18060" fmla="*/ 421291 w 2419350"/>
                <a:gd name="connsiteY18060" fmla="*/ 292322 h 876300"/>
                <a:gd name="connsiteX18061" fmla="*/ 420529 w 2419350"/>
                <a:gd name="connsiteY18061" fmla="*/ 292703 h 876300"/>
                <a:gd name="connsiteX18062" fmla="*/ 419481 w 2419350"/>
                <a:gd name="connsiteY18062" fmla="*/ 292989 h 876300"/>
                <a:gd name="connsiteX18063" fmla="*/ 415766 w 2419350"/>
                <a:gd name="connsiteY18063" fmla="*/ 295370 h 876300"/>
                <a:gd name="connsiteX18064" fmla="*/ 414909 w 2419350"/>
                <a:gd name="connsiteY18064" fmla="*/ 295751 h 876300"/>
                <a:gd name="connsiteX18065" fmla="*/ 411385 w 2419350"/>
                <a:gd name="connsiteY18065" fmla="*/ 296132 h 876300"/>
                <a:gd name="connsiteX18066" fmla="*/ 408527 w 2419350"/>
                <a:gd name="connsiteY18066" fmla="*/ 297466 h 876300"/>
                <a:gd name="connsiteX18067" fmla="*/ 407384 w 2419350"/>
                <a:gd name="connsiteY18067" fmla="*/ 297561 h 876300"/>
                <a:gd name="connsiteX18068" fmla="*/ 405003 w 2419350"/>
                <a:gd name="connsiteY18068" fmla="*/ 297275 h 876300"/>
                <a:gd name="connsiteX18069" fmla="*/ 404050 w 2419350"/>
                <a:gd name="connsiteY18069" fmla="*/ 297656 h 876300"/>
                <a:gd name="connsiteX18070" fmla="*/ 403479 w 2419350"/>
                <a:gd name="connsiteY18070" fmla="*/ 298037 h 876300"/>
                <a:gd name="connsiteX18071" fmla="*/ 402241 w 2419350"/>
                <a:gd name="connsiteY18071" fmla="*/ 298513 h 876300"/>
                <a:gd name="connsiteX18072" fmla="*/ 401669 w 2419350"/>
                <a:gd name="connsiteY18072" fmla="*/ 298895 h 876300"/>
                <a:gd name="connsiteX18073" fmla="*/ 401383 w 2419350"/>
                <a:gd name="connsiteY18073" fmla="*/ 299180 h 876300"/>
                <a:gd name="connsiteX18074" fmla="*/ 400907 w 2419350"/>
                <a:gd name="connsiteY18074" fmla="*/ 299942 h 876300"/>
                <a:gd name="connsiteX18075" fmla="*/ 400526 w 2419350"/>
                <a:gd name="connsiteY18075" fmla="*/ 300323 h 876300"/>
                <a:gd name="connsiteX18076" fmla="*/ 398716 w 2419350"/>
                <a:gd name="connsiteY18076" fmla="*/ 301085 h 876300"/>
                <a:gd name="connsiteX18077" fmla="*/ 397002 w 2419350"/>
                <a:gd name="connsiteY18077" fmla="*/ 300514 h 876300"/>
                <a:gd name="connsiteX18078" fmla="*/ 395573 w 2419350"/>
                <a:gd name="connsiteY18078" fmla="*/ 299276 h 876300"/>
                <a:gd name="connsiteX18079" fmla="*/ 394430 w 2419350"/>
                <a:gd name="connsiteY18079" fmla="*/ 298037 h 876300"/>
                <a:gd name="connsiteX18080" fmla="*/ 393954 w 2419350"/>
                <a:gd name="connsiteY18080" fmla="*/ 297371 h 876300"/>
                <a:gd name="connsiteX18081" fmla="*/ 393668 w 2419350"/>
                <a:gd name="connsiteY18081" fmla="*/ 297085 h 876300"/>
                <a:gd name="connsiteX18082" fmla="*/ 393192 w 2419350"/>
                <a:gd name="connsiteY18082" fmla="*/ 296989 h 876300"/>
                <a:gd name="connsiteX18083" fmla="*/ 391954 w 2419350"/>
                <a:gd name="connsiteY18083" fmla="*/ 296989 h 876300"/>
                <a:gd name="connsiteX18084" fmla="*/ 391478 w 2419350"/>
                <a:gd name="connsiteY18084" fmla="*/ 296799 h 876300"/>
                <a:gd name="connsiteX18085" fmla="*/ 391001 w 2419350"/>
                <a:gd name="connsiteY18085" fmla="*/ 296418 h 876300"/>
                <a:gd name="connsiteX18086" fmla="*/ 391382 w 2419350"/>
                <a:gd name="connsiteY18086" fmla="*/ 296228 h 876300"/>
                <a:gd name="connsiteX18087" fmla="*/ 392621 w 2419350"/>
                <a:gd name="connsiteY18087" fmla="*/ 296323 h 876300"/>
                <a:gd name="connsiteX18088" fmla="*/ 393954 w 2419350"/>
                <a:gd name="connsiteY18088" fmla="*/ 296609 h 876300"/>
                <a:gd name="connsiteX18089" fmla="*/ 394811 w 2419350"/>
                <a:gd name="connsiteY18089" fmla="*/ 296989 h 876300"/>
                <a:gd name="connsiteX18090" fmla="*/ 396621 w 2419350"/>
                <a:gd name="connsiteY18090" fmla="*/ 298895 h 876300"/>
                <a:gd name="connsiteX18091" fmla="*/ 397573 w 2419350"/>
                <a:gd name="connsiteY18091" fmla="*/ 299561 h 876300"/>
                <a:gd name="connsiteX18092" fmla="*/ 399002 w 2419350"/>
                <a:gd name="connsiteY18092" fmla="*/ 299847 h 876300"/>
                <a:gd name="connsiteX18093" fmla="*/ 399479 w 2419350"/>
                <a:gd name="connsiteY18093" fmla="*/ 299561 h 876300"/>
                <a:gd name="connsiteX18094" fmla="*/ 400526 w 2419350"/>
                <a:gd name="connsiteY18094" fmla="*/ 297656 h 876300"/>
                <a:gd name="connsiteX18095" fmla="*/ 400907 w 2419350"/>
                <a:gd name="connsiteY18095" fmla="*/ 297275 h 876300"/>
                <a:gd name="connsiteX18096" fmla="*/ 401288 w 2419350"/>
                <a:gd name="connsiteY18096" fmla="*/ 296989 h 876300"/>
                <a:gd name="connsiteX18097" fmla="*/ 402241 w 2419350"/>
                <a:gd name="connsiteY18097" fmla="*/ 296513 h 876300"/>
                <a:gd name="connsiteX18098" fmla="*/ 405955 w 2419350"/>
                <a:gd name="connsiteY18098" fmla="*/ 295751 h 876300"/>
                <a:gd name="connsiteX18099" fmla="*/ 406813 w 2419350"/>
                <a:gd name="connsiteY18099" fmla="*/ 295275 h 876300"/>
                <a:gd name="connsiteX18100" fmla="*/ 407575 w 2419350"/>
                <a:gd name="connsiteY18100" fmla="*/ 294704 h 876300"/>
                <a:gd name="connsiteX18101" fmla="*/ 413671 w 2419350"/>
                <a:gd name="connsiteY18101" fmla="*/ 291655 h 876300"/>
                <a:gd name="connsiteX18102" fmla="*/ 415671 w 2419350"/>
                <a:gd name="connsiteY18102" fmla="*/ 291179 h 876300"/>
                <a:gd name="connsiteX18103" fmla="*/ 416814 w 2419350"/>
                <a:gd name="connsiteY18103" fmla="*/ 290513 h 876300"/>
                <a:gd name="connsiteX18104" fmla="*/ 418909 w 2419350"/>
                <a:gd name="connsiteY18104" fmla="*/ 288988 h 876300"/>
                <a:gd name="connsiteX18105" fmla="*/ 422910 w 2419350"/>
                <a:gd name="connsiteY18105" fmla="*/ 287274 h 876300"/>
                <a:gd name="connsiteX18106" fmla="*/ 424910 w 2419350"/>
                <a:gd name="connsiteY18106" fmla="*/ 286131 h 876300"/>
                <a:gd name="connsiteX18107" fmla="*/ 425863 w 2419350"/>
                <a:gd name="connsiteY18107" fmla="*/ 284702 h 876300"/>
                <a:gd name="connsiteX18108" fmla="*/ 425387 w 2419350"/>
                <a:gd name="connsiteY18108" fmla="*/ 282321 h 876300"/>
                <a:gd name="connsiteX18109" fmla="*/ 423958 w 2419350"/>
                <a:gd name="connsiteY18109" fmla="*/ 280035 h 876300"/>
                <a:gd name="connsiteX18110" fmla="*/ 418529 w 2419350"/>
                <a:gd name="connsiteY18110" fmla="*/ 273844 h 876300"/>
                <a:gd name="connsiteX18111" fmla="*/ 416623 w 2419350"/>
                <a:gd name="connsiteY18111" fmla="*/ 272225 h 876300"/>
                <a:gd name="connsiteX18112" fmla="*/ 414433 w 2419350"/>
                <a:gd name="connsiteY18112" fmla="*/ 271272 h 876300"/>
                <a:gd name="connsiteX18113" fmla="*/ 409384 w 2419350"/>
                <a:gd name="connsiteY18113" fmla="*/ 270986 h 876300"/>
                <a:gd name="connsiteX18114" fmla="*/ 403384 w 2419350"/>
                <a:gd name="connsiteY18114" fmla="*/ 269938 h 876300"/>
                <a:gd name="connsiteX18115" fmla="*/ 402336 w 2419350"/>
                <a:gd name="connsiteY18115" fmla="*/ 270034 h 876300"/>
                <a:gd name="connsiteX18116" fmla="*/ 400717 w 2419350"/>
                <a:gd name="connsiteY18116" fmla="*/ 270510 h 876300"/>
                <a:gd name="connsiteX18117" fmla="*/ 399574 w 2419350"/>
                <a:gd name="connsiteY18117" fmla="*/ 270605 h 876300"/>
                <a:gd name="connsiteX18118" fmla="*/ 397288 w 2419350"/>
                <a:gd name="connsiteY18118" fmla="*/ 270510 h 876300"/>
                <a:gd name="connsiteX18119" fmla="*/ 396240 w 2419350"/>
                <a:gd name="connsiteY18119" fmla="*/ 270320 h 876300"/>
                <a:gd name="connsiteX18120" fmla="*/ 395002 w 2419350"/>
                <a:gd name="connsiteY18120" fmla="*/ 269938 h 876300"/>
                <a:gd name="connsiteX18121" fmla="*/ 392621 w 2419350"/>
                <a:gd name="connsiteY18121" fmla="*/ 268700 h 876300"/>
                <a:gd name="connsiteX18122" fmla="*/ 390620 w 2419350"/>
                <a:gd name="connsiteY18122" fmla="*/ 267081 h 876300"/>
                <a:gd name="connsiteX18123" fmla="*/ 385096 w 2419350"/>
                <a:gd name="connsiteY18123" fmla="*/ 261176 h 876300"/>
                <a:gd name="connsiteX18124" fmla="*/ 380809 w 2419350"/>
                <a:gd name="connsiteY18124" fmla="*/ 257746 h 876300"/>
                <a:gd name="connsiteX18125" fmla="*/ 379190 w 2419350"/>
                <a:gd name="connsiteY18125" fmla="*/ 255556 h 876300"/>
                <a:gd name="connsiteX18126" fmla="*/ 378428 w 2419350"/>
                <a:gd name="connsiteY18126" fmla="*/ 253365 h 876300"/>
                <a:gd name="connsiteX18127" fmla="*/ 378333 w 2419350"/>
                <a:gd name="connsiteY18127" fmla="*/ 251365 h 876300"/>
                <a:gd name="connsiteX18128" fmla="*/ 378714 w 2419350"/>
                <a:gd name="connsiteY18128" fmla="*/ 247269 h 876300"/>
                <a:gd name="connsiteX18129" fmla="*/ 378523 w 2419350"/>
                <a:gd name="connsiteY18129" fmla="*/ 246317 h 876300"/>
                <a:gd name="connsiteX18130" fmla="*/ 377952 w 2419350"/>
                <a:gd name="connsiteY18130" fmla="*/ 245364 h 876300"/>
                <a:gd name="connsiteX18131" fmla="*/ 377190 w 2419350"/>
                <a:gd name="connsiteY18131" fmla="*/ 244697 h 876300"/>
                <a:gd name="connsiteX18132" fmla="*/ 376333 w 2419350"/>
                <a:gd name="connsiteY18132" fmla="*/ 244412 h 876300"/>
                <a:gd name="connsiteX18133" fmla="*/ 375856 w 2419350"/>
                <a:gd name="connsiteY18133" fmla="*/ 243840 h 876300"/>
                <a:gd name="connsiteX18134" fmla="*/ 375856 w 2419350"/>
                <a:gd name="connsiteY18134" fmla="*/ 242506 h 876300"/>
                <a:gd name="connsiteX18135" fmla="*/ 376238 w 2419350"/>
                <a:gd name="connsiteY18135" fmla="*/ 240506 h 876300"/>
                <a:gd name="connsiteX18136" fmla="*/ 375666 w 2419350"/>
                <a:gd name="connsiteY18136" fmla="*/ 238125 h 876300"/>
                <a:gd name="connsiteX18137" fmla="*/ 374332 w 2419350"/>
                <a:gd name="connsiteY18137" fmla="*/ 236601 h 876300"/>
                <a:gd name="connsiteX18138" fmla="*/ 369189 w 2419350"/>
                <a:gd name="connsiteY18138" fmla="*/ 233934 h 876300"/>
                <a:gd name="connsiteX18139" fmla="*/ 356425 w 2419350"/>
                <a:gd name="connsiteY18139" fmla="*/ 223171 h 876300"/>
                <a:gd name="connsiteX18140" fmla="*/ 354901 w 2419350"/>
                <a:gd name="connsiteY18140" fmla="*/ 222313 h 876300"/>
                <a:gd name="connsiteX18141" fmla="*/ 352901 w 2419350"/>
                <a:gd name="connsiteY18141" fmla="*/ 221837 h 876300"/>
                <a:gd name="connsiteX18142" fmla="*/ 350901 w 2419350"/>
                <a:gd name="connsiteY18142" fmla="*/ 221933 h 876300"/>
                <a:gd name="connsiteX18143" fmla="*/ 346615 w 2419350"/>
                <a:gd name="connsiteY18143" fmla="*/ 222695 h 876300"/>
                <a:gd name="connsiteX18144" fmla="*/ 345376 w 2419350"/>
                <a:gd name="connsiteY18144" fmla="*/ 222599 h 876300"/>
                <a:gd name="connsiteX18145" fmla="*/ 343376 w 2419350"/>
                <a:gd name="connsiteY18145" fmla="*/ 221837 h 876300"/>
                <a:gd name="connsiteX18146" fmla="*/ 341566 w 2419350"/>
                <a:gd name="connsiteY18146" fmla="*/ 221456 h 876300"/>
                <a:gd name="connsiteX18147" fmla="*/ 338042 w 2419350"/>
                <a:gd name="connsiteY18147" fmla="*/ 219837 h 876300"/>
                <a:gd name="connsiteX18148" fmla="*/ 336423 w 2419350"/>
                <a:gd name="connsiteY18148" fmla="*/ 218408 h 876300"/>
                <a:gd name="connsiteX18149" fmla="*/ 335375 w 2419350"/>
                <a:gd name="connsiteY18149" fmla="*/ 216503 h 876300"/>
                <a:gd name="connsiteX18150" fmla="*/ 333946 w 2419350"/>
                <a:gd name="connsiteY18150" fmla="*/ 211931 h 876300"/>
                <a:gd name="connsiteX18151" fmla="*/ 332613 w 2419350"/>
                <a:gd name="connsiteY18151" fmla="*/ 208979 h 876300"/>
                <a:gd name="connsiteX18152" fmla="*/ 332422 w 2419350"/>
                <a:gd name="connsiteY18152" fmla="*/ 207836 h 876300"/>
                <a:gd name="connsiteX18153" fmla="*/ 332613 w 2419350"/>
                <a:gd name="connsiteY18153" fmla="*/ 205645 h 876300"/>
                <a:gd name="connsiteX18154" fmla="*/ 332518 w 2419350"/>
                <a:gd name="connsiteY18154" fmla="*/ 204597 h 876300"/>
                <a:gd name="connsiteX18155" fmla="*/ 332041 w 2419350"/>
                <a:gd name="connsiteY18155" fmla="*/ 203454 h 876300"/>
                <a:gd name="connsiteX18156" fmla="*/ 331089 w 2419350"/>
                <a:gd name="connsiteY18156" fmla="*/ 202311 h 876300"/>
                <a:gd name="connsiteX18157" fmla="*/ 324898 w 2419350"/>
                <a:gd name="connsiteY18157" fmla="*/ 197168 h 876300"/>
                <a:gd name="connsiteX18158" fmla="*/ 318897 w 2419350"/>
                <a:gd name="connsiteY18158" fmla="*/ 193262 h 876300"/>
                <a:gd name="connsiteX18159" fmla="*/ 318325 w 2419350"/>
                <a:gd name="connsiteY18159" fmla="*/ 192119 h 876300"/>
                <a:gd name="connsiteX18160" fmla="*/ 318421 w 2419350"/>
                <a:gd name="connsiteY18160" fmla="*/ 190024 h 876300"/>
                <a:gd name="connsiteX18161" fmla="*/ 317945 w 2419350"/>
                <a:gd name="connsiteY18161" fmla="*/ 189452 h 876300"/>
                <a:gd name="connsiteX18162" fmla="*/ 310420 w 2419350"/>
                <a:gd name="connsiteY18162" fmla="*/ 189071 h 876300"/>
                <a:gd name="connsiteX18163" fmla="*/ 309277 w 2419350"/>
                <a:gd name="connsiteY18163" fmla="*/ 189167 h 876300"/>
                <a:gd name="connsiteX18164" fmla="*/ 306896 w 2419350"/>
                <a:gd name="connsiteY18164" fmla="*/ 190119 h 876300"/>
                <a:gd name="connsiteX18165" fmla="*/ 305371 w 2419350"/>
                <a:gd name="connsiteY18165" fmla="*/ 191738 h 876300"/>
                <a:gd name="connsiteX18166" fmla="*/ 304705 w 2419350"/>
                <a:gd name="connsiteY18166" fmla="*/ 193929 h 876300"/>
                <a:gd name="connsiteX18167" fmla="*/ 304895 w 2419350"/>
                <a:gd name="connsiteY18167" fmla="*/ 196405 h 876300"/>
                <a:gd name="connsiteX18168" fmla="*/ 305943 w 2419350"/>
                <a:gd name="connsiteY18168" fmla="*/ 198787 h 876300"/>
                <a:gd name="connsiteX18169" fmla="*/ 309181 w 2419350"/>
                <a:gd name="connsiteY18169" fmla="*/ 202978 h 876300"/>
                <a:gd name="connsiteX18170" fmla="*/ 310229 w 2419350"/>
                <a:gd name="connsiteY18170" fmla="*/ 205359 h 876300"/>
                <a:gd name="connsiteX18171" fmla="*/ 310801 w 2419350"/>
                <a:gd name="connsiteY18171" fmla="*/ 207740 h 876300"/>
                <a:gd name="connsiteX18172" fmla="*/ 311277 w 2419350"/>
                <a:gd name="connsiteY18172" fmla="*/ 208883 h 876300"/>
                <a:gd name="connsiteX18173" fmla="*/ 311944 w 2419350"/>
                <a:gd name="connsiteY18173" fmla="*/ 209836 h 876300"/>
                <a:gd name="connsiteX18174" fmla="*/ 312515 w 2419350"/>
                <a:gd name="connsiteY18174" fmla="*/ 210979 h 876300"/>
                <a:gd name="connsiteX18175" fmla="*/ 312420 w 2419350"/>
                <a:gd name="connsiteY18175" fmla="*/ 212122 h 876300"/>
                <a:gd name="connsiteX18176" fmla="*/ 312230 w 2419350"/>
                <a:gd name="connsiteY18176" fmla="*/ 213170 h 876300"/>
                <a:gd name="connsiteX18177" fmla="*/ 312515 w 2419350"/>
                <a:gd name="connsiteY18177" fmla="*/ 214027 h 876300"/>
                <a:gd name="connsiteX18178" fmla="*/ 311277 w 2419350"/>
                <a:gd name="connsiteY18178" fmla="*/ 213551 h 876300"/>
                <a:gd name="connsiteX18179" fmla="*/ 310324 w 2419350"/>
                <a:gd name="connsiteY18179" fmla="*/ 212408 h 876300"/>
                <a:gd name="connsiteX18180" fmla="*/ 309753 w 2419350"/>
                <a:gd name="connsiteY18180" fmla="*/ 210884 h 876300"/>
                <a:gd name="connsiteX18181" fmla="*/ 309563 w 2419350"/>
                <a:gd name="connsiteY18181" fmla="*/ 209169 h 876300"/>
                <a:gd name="connsiteX18182" fmla="*/ 309277 w 2419350"/>
                <a:gd name="connsiteY18182" fmla="*/ 207931 h 876300"/>
                <a:gd name="connsiteX18183" fmla="*/ 308515 w 2419350"/>
                <a:gd name="connsiteY18183" fmla="*/ 206312 h 876300"/>
                <a:gd name="connsiteX18184" fmla="*/ 307657 w 2419350"/>
                <a:gd name="connsiteY18184" fmla="*/ 204883 h 876300"/>
                <a:gd name="connsiteX18185" fmla="*/ 306896 w 2419350"/>
                <a:gd name="connsiteY18185" fmla="*/ 204311 h 876300"/>
                <a:gd name="connsiteX18186" fmla="*/ 306419 w 2419350"/>
                <a:gd name="connsiteY18186" fmla="*/ 204026 h 876300"/>
                <a:gd name="connsiteX18187" fmla="*/ 305371 w 2419350"/>
                <a:gd name="connsiteY18187" fmla="*/ 202787 h 876300"/>
                <a:gd name="connsiteX18188" fmla="*/ 304133 w 2419350"/>
                <a:gd name="connsiteY18188" fmla="*/ 202311 h 876300"/>
                <a:gd name="connsiteX18189" fmla="*/ 297656 w 2419350"/>
                <a:gd name="connsiteY18189" fmla="*/ 197834 h 876300"/>
                <a:gd name="connsiteX18190" fmla="*/ 295084 w 2419350"/>
                <a:gd name="connsiteY18190" fmla="*/ 198120 h 876300"/>
                <a:gd name="connsiteX18191" fmla="*/ 292132 w 2419350"/>
                <a:gd name="connsiteY18191" fmla="*/ 196691 h 876300"/>
                <a:gd name="connsiteX18192" fmla="*/ 289274 w 2419350"/>
                <a:gd name="connsiteY18192" fmla="*/ 194501 h 876300"/>
                <a:gd name="connsiteX18193" fmla="*/ 285464 w 2419350"/>
                <a:gd name="connsiteY18193" fmla="*/ 190595 h 876300"/>
                <a:gd name="connsiteX18194" fmla="*/ 283940 w 2419350"/>
                <a:gd name="connsiteY18194" fmla="*/ 188500 h 876300"/>
                <a:gd name="connsiteX18195" fmla="*/ 282702 w 2419350"/>
                <a:gd name="connsiteY18195" fmla="*/ 186309 h 876300"/>
                <a:gd name="connsiteX18196" fmla="*/ 279082 w 2419350"/>
                <a:gd name="connsiteY18196" fmla="*/ 175831 h 876300"/>
                <a:gd name="connsiteX18197" fmla="*/ 279082 w 2419350"/>
                <a:gd name="connsiteY18197" fmla="*/ 175831 h 876300"/>
                <a:gd name="connsiteX18198" fmla="*/ 278987 w 2419350"/>
                <a:gd name="connsiteY18198" fmla="*/ 175355 h 876300"/>
                <a:gd name="connsiteX18199" fmla="*/ 278797 w 2419350"/>
                <a:gd name="connsiteY18199" fmla="*/ 174974 h 876300"/>
                <a:gd name="connsiteX18200" fmla="*/ 278321 w 2419350"/>
                <a:gd name="connsiteY18200" fmla="*/ 174879 h 876300"/>
                <a:gd name="connsiteX18201" fmla="*/ 276987 w 2419350"/>
                <a:gd name="connsiteY18201" fmla="*/ 173927 h 876300"/>
                <a:gd name="connsiteX18202" fmla="*/ 276701 w 2419350"/>
                <a:gd name="connsiteY18202" fmla="*/ 173546 h 876300"/>
                <a:gd name="connsiteX18203" fmla="*/ 276606 w 2419350"/>
                <a:gd name="connsiteY18203" fmla="*/ 173260 h 876300"/>
                <a:gd name="connsiteX18204" fmla="*/ 276130 w 2419350"/>
                <a:gd name="connsiteY18204" fmla="*/ 172403 h 876300"/>
                <a:gd name="connsiteX18205" fmla="*/ 275939 w 2419350"/>
                <a:gd name="connsiteY18205" fmla="*/ 172021 h 876300"/>
                <a:gd name="connsiteX18206" fmla="*/ 275749 w 2419350"/>
                <a:gd name="connsiteY18206" fmla="*/ 170593 h 876300"/>
                <a:gd name="connsiteX18207" fmla="*/ 275558 w 2419350"/>
                <a:gd name="connsiteY18207" fmla="*/ 170212 h 876300"/>
                <a:gd name="connsiteX18208" fmla="*/ 275272 w 2419350"/>
                <a:gd name="connsiteY18208" fmla="*/ 170021 h 876300"/>
                <a:gd name="connsiteX18209" fmla="*/ 274320 w 2419350"/>
                <a:gd name="connsiteY18209" fmla="*/ 169640 h 876300"/>
                <a:gd name="connsiteX18210" fmla="*/ 273939 w 2419350"/>
                <a:gd name="connsiteY18210" fmla="*/ 169354 h 876300"/>
                <a:gd name="connsiteX18211" fmla="*/ 273748 w 2419350"/>
                <a:gd name="connsiteY18211" fmla="*/ 168878 h 876300"/>
                <a:gd name="connsiteX18212" fmla="*/ 273748 w 2419350"/>
                <a:gd name="connsiteY18212" fmla="*/ 168307 h 876300"/>
                <a:gd name="connsiteX18213" fmla="*/ 273653 w 2419350"/>
                <a:gd name="connsiteY18213" fmla="*/ 167830 h 876300"/>
                <a:gd name="connsiteX18214" fmla="*/ 273272 w 2419350"/>
                <a:gd name="connsiteY18214" fmla="*/ 167640 h 876300"/>
                <a:gd name="connsiteX18215" fmla="*/ 272034 w 2419350"/>
                <a:gd name="connsiteY18215" fmla="*/ 167735 h 876300"/>
                <a:gd name="connsiteX18216" fmla="*/ 270986 w 2419350"/>
                <a:gd name="connsiteY18216" fmla="*/ 168021 h 876300"/>
                <a:gd name="connsiteX18217" fmla="*/ 270129 w 2419350"/>
                <a:gd name="connsiteY18217" fmla="*/ 168497 h 876300"/>
                <a:gd name="connsiteX18218" fmla="*/ 269462 w 2419350"/>
                <a:gd name="connsiteY18218" fmla="*/ 169164 h 876300"/>
                <a:gd name="connsiteX18219" fmla="*/ 268891 w 2419350"/>
                <a:gd name="connsiteY18219" fmla="*/ 170117 h 876300"/>
                <a:gd name="connsiteX18220" fmla="*/ 268700 w 2419350"/>
                <a:gd name="connsiteY18220" fmla="*/ 171069 h 876300"/>
                <a:gd name="connsiteX18221" fmla="*/ 268700 w 2419350"/>
                <a:gd name="connsiteY18221" fmla="*/ 173260 h 876300"/>
                <a:gd name="connsiteX18222" fmla="*/ 268891 w 2419350"/>
                <a:gd name="connsiteY18222" fmla="*/ 174022 h 876300"/>
                <a:gd name="connsiteX18223" fmla="*/ 269748 w 2419350"/>
                <a:gd name="connsiteY18223" fmla="*/ 175927 h 876300"/>
                <a:gd name="connsiteX18224" fmla="*/ 269843 w 2419350"/>
                <a:gd name="connsiteY18224" fmla="*/ 176689 h 876300"/>
                <a:gd name="connsiteX18225" fmla="*/ 269176 w 2419350"/>
                <a:gd name="connsiteY18225" fmla="*/ 177070 h 876300"/>
                <a:gd name="connsiteX18226" fmla="*/ 268319 w 2419350"/>
                <a:gd name="connsiteY18226" fmla="*/ 176308 h 876300"/>
                <a:gd name="connsiteX18227" fmla="*/ 267557 w 2419350"/>
                <a:gd name="connsiteY18227" fmla="*/ 174974 h 876300"/>
                <a:gd name="connsiteX18228" fmla="*/ 267271 w 2419350"/>
                <a:gd name="connsiteY18228" fmla="*/ 173927 h 876300"/>
                <a:gd name="connsiteX18229" fmla="*/ 267176 w 2419350"/>
                <a:gd name="connsiteY18229" fmla="*/ 173355 h 876300"/>
                <a:gd name="connsiteX18230" fmla="*/ 266605 w 2419350"/>
                <a:gd name="connsiteY18230" fmla="*/ 171641 h 876300"/>
                <a:gd name="connsiteX18231" fmla="*/ 266605 w 2419350"/>
                <a:gd name="connsiteY18231" fmla="*/ 170974 h 876300"/>
                <a:gd name="connsiteX18232" fmla="*/ 266700 w 2419350"/>
                <a:gd name="connsiteY18232" fmla="*/ 169545 h 876300"/>
                <a:gd name="connsiteX18233" fmla="*/ 266700 w 2419350"/>
                <a:gd name="connsiteY18233" fmla="*/ 168878 h 876300"/>
                <a:gd name="connsiteX18234" fmla="*/ 265557 w 2419350"/>
                <a:gd name="connsiteY18234" fmla="*/ 166878 h 876300"/>
                <a:gd name="connsiteX18235" fmla="*/ 263652 w 2419350"/>
                <a:gd name="connsiteY18235" fmla="*/ 166688 h 876300"/>
                <a:gd name="connsiteX18236" fmla="*/ 261938 w 2419350"/>
                <a:gd name="connsiteY18236" fmla="*/ 167354 h 876300"/>
                <a:gd name="connsiteX18237" fmla="*/ 261366 w 2419350"/>
                <a:gd name="connsiteY18237" fmla="*/ 168116 h 876300"/>
                <a:gd name="connsiteX18238" fmla="*/ 261652 w 2419350"/>
                <a:gd name="connsiteY18238" fmla="*/ 168402 h 876300"/>
                <a:gd name="connsiteX18239" fmla="*/ 263366 w 2419350"/>
                <a:gd name="connsiteY18239" fmla="*/ 169354 h 876300"/>
                <a:gd name="connsiteX18240" fmla="*/ 263462 w 2419350"/>
                <a:gd name="connsiteY18240" fmla="*/ 169736 h 876300"/>
                <a:gd name="connsiteX18241" fmla="*/ 263557 w 2419350"/>
                <a:gd name="connsiteY18241" fmla="*/ 171450 h 876300"/>
                <a:gd name="connsiteX18242" fmla="*/ 263747 w 2419350"/>
                <a:gd name="connsiteY18242" fmla="*/ 171831 h 876300"/>
                <a:gd name="connsiteX18243" fmla="*/ 264128 w 2419350"/>
                <a:gd name="connsiteY18243" fmla="*/ 172117 h 876300"/>
                <a:gd name="connsiteX18244" fmla="*/ 264319 w 2419350"/>
                <a:gd name="connsiteY18244" fmla="*/ 172498 h 876300"/>
                <a:gd name="connsiteX18245" fmla="*/ 264033 w 2419350"/>
                <a:gd name="connsiteY18245" fmla="*/ 173069 h 876300"/>
                <a:gd name="connsiteX18246" fmla="*/ 263557 w 2419350"/>
                <a:gd name="connsiteY18246" fmla="*/ 173355 h 876300"/>
                <a:gd name="connsiteX18247" fmla="*/ 263271 w 2419350"/>
                <a:gd name="connsiteY18247" fmla="*/ 173355 h 876300"/>
                <a:gd name="connsiteX18248" fmla="*/ 263176 w 2419350"/>
                <a:gd name="connsiteY18248" fmla="*/ 172974 h 876300"/>
                <a:gd name="connsiteX18249" fmla="*/ 263366 w 2419350"/>
                <a:gd name="connsiteY18249" fmla="*/ 172403 h 876300"/>
                <a:gd name="connsiteX18250" fmla="*/ 262223 w 2419350"/>
                <a:gd name="connsiteY18250" fmla="*/ 170593 h 876300"/>
                <a:gd name="connsiteX18251" fmla="*/ 262223 w 2419350"/>
                <a:gd name="connsiteY18251" fmla="*/ 170307 h 876300"/>
                <a:gd name="connsiteX18252" fmla="*/ 262414 w 2419350"/>
                <a:gd name="connsiteY18252" fmla="*/ 170117 h 876300"/>
                <a:gd name="connsiteX18253" fmla="*/ 262509 w 2419350"/>
                <a:gd name="connsiteY18253" fmla="*/ 169831 h 876300"/>
                <a:gd name="connsiteX18254" fmla="*/ 262033 w 2419350"/>
                <a:gd name="connsiteY18254" fmla="*/ 169354 h 876300"/>
                <a:gd name="connsiteX18255" fmla="*/ 261652 w 2419350"/>
                <a:gd name="connsiteY18255" fmla="*/ 169164 h 876300"/>
                <a:gd name="connsiteX18256" fmla="*/ 261175 w 2419350"/>
                <a:gd name="connsiteY18256" fmla="*/ 169069 h 876300"/>
                <a:gd name="connsiteX18257" fmla="*/ 260699 w 2419350"/>
                <a:gd name="connsiteY18257" fmla="*/ 168878 h 876300"/>
                <a:gd name="connsiteX18258" fmla="*/ 260413 w 2419350"/>
                <a:gd name="connsiteY18258" fmla="*/ 168402 h 876300"/>
                <a:gd name="connsiteX18259" fmla="*/ 260413 w 2419350"/>
                <a:gd name="connsiteY18259" fmla="*/ 168021 h 876300"/>
                <a:gd name="connsiteX18260" fmla="*/ 260985 w 2419350"/>
                <a:gd name="connsiteY18260" fmla="*/ 167164 h 876300"/>
                <a:gd name="connsiteX18261" fmla="*/ 261080 w 2419350"/>
                <a:gd name="connsiteY18261" fmla="*/ 166783 h 876300"/>
                <a:gd name="connsiteX18262" fmla="*/ 261271 w 2419350"/>
                <a:gd name="connsiteY18262" fmla="*/ 165830 h 876300"/>
                <a:gd name="connsiteX18263" fmla="*/ 261747 w 2419350"/>
                <a:gd name="connsiteY18263" fmla="*/ 165068 h 876300"/>
                <a:gd name="connsiteX18264" fmla="*/ 262223 w 2419350"/>
                <a:gd name="connsiteY18264" fmla="*/ 164402 h 876300"/>
                <a:gd name="connsiteX18265" fmla="*/ 262604 w 2419350"/>
                <a:gd name="connsiteY18265" fmla="*/ 163639 h 876300"/>
                <a:gd name="connsiteX18266" fmla="*/ 262699 w 2419350"/>
                <a:gd name="connsiteY18266" fmla="*/ 162973 h 876300"/>
                <a:gd name="connsiteX18267" fmla="*/ 262318 w 2419350"/>
                <a:gd name="connsiteY18267" fmla="*/ 156972 h 876300"/>
                <a:gd name="connsiteX18268" fmla="*/ 261747 w 2419350"/>
                <a:gd name="connsiteY18268" fmla="*/ 155162 h 876300"/>
                <a:gd name="connsiteX18269" fmla="*/ 260604 w 2419350"/>
                <a:gd name="connsiteY18269" fmla="*/ 154400 h 876300"/>
                <a:gd name="connsiteX18270" fmla="*/ 259175 w 2419350"/>
                <a:gd name="connsiteY18270" fmla="*/ 153734 h 876300"/>
                <a:gd name="connsiteX18271" fmla="*/ 258128 w 2419350"/>
                <a:gd name="connsiteY18271" fmla="*/ 152400 h 876300"/>
                <a:gd name="connsiteX18272" fmla="*/ 256984 w 2419350"/>
                <a:gd name="connsiteY18272" fmla="*/ 151447 h 876300"/>
                <a:gd name="connsiteX18273" fmla="*/ 255270 w 2419350"/>
                <a:gd name="connsiteY18273" fmla="*/ 151829 h 876300"/>
                <a:gd name="connsiteX18274" fmla="*/ 254984 w 2419350"/>
                <a:gd name="connsiteY18274" fmla="*/ 149924 h 876300"/>
                <a:gd name="connsiteX18275" fmla="*/ 254032 w 2419350"/>
                <a:gd name="connsiteY18275" fmla="*/ 148590 h 876300"/>
                <a:gd name="connsiteX18276" fmla="*/ 251270 w 2419350"/>
                <a:gd name="connsiteY18276" fmla="*/ 146018 h 876300"/>
                <a:gd name="connsiteX18277" fmla="*/ 249650 w 2419350"/>
                <a:gd name="connsiteY18277" fmla="*/ 142875 h 876300"/>
                <a:gd name="connsiteX18278" fmla="*/ 248983 w 2419350"/>
                <a:gd name="connsiteY18278" fmla="*/ 142399 h 876300"/>
                <a:gd name="connsiteX18279" fmla="*/ 248031 w 2419350"/>
                <a:gd name="connsiteY18279" fmla="*/ 142304 h 876300"/>
                <a:gd name="connsiteX18280" fmla="*/ 246221 w 2419350"/>
                <a:gd name="connsiteY18280" fmla="*/ 141637 h 876300"/>
                <a:gd name="connsiteX18281" fmla="*/ 241173 w 2419350"/>
                <a:gd name="connsiteY18281" fmla="*/ 140399 h 876300"/>
                <a:gd name="connsiteX18282" fmla="*/ 239554 w 2419350"/>
                <a:gd name="connsiteY18282" fmla="*/ 139541 h 876300"/>
                <a:gd name="connsiteX18283" fmla="*/ 237934 w 2419350"/>
                <a:gd name="connsiteY18283" fmla="*/ 138113 h 876300"/>
                <a:gd name="connsiteX18284" fmla="*/ 236791 w 2419350"/>
                <a:gd name="connsiteY18284" fmla="*/ 136874 h 876300"/>
                <a:gd name="connsiteX18285" fmla="*/ 236315 w 2419350"/>
                <a:gd name="connsiteY18285" fmla="*/ 136112 h 876300"/>
                <a:gd name="connsiteX18286" fmla="*/ 235934 w 2419350"/>
                <a:gd name="connsiteY18286" fmla="*/ 134684 h 876300"/>
                <a:gd name="connsiteX18287" fmla="*/ 235363 w 2419350"/>
                <a:gd name="connsiteY18287" fmla="*/ 134207 h 876300"/>
                <a:gd name="connsiteX18288" fmla="*/ 234029 w 2419350"/>
                <a:gd name="connsiteY18288" fmla="*/ 133445 h 876300"/>
                <a:gd name="connsiteX18289" fmla="*/ 232981 w 2419350"/>
                <a:gd name="connsiteY18289" fmla="*/ 132302 h 876300"/>
                <a:gd name="connsiteX18290" fmla="*/ 232315 w 2419350"/>
                <a:gd name="connsiteY18290" fmla="*/ 131826 h 876300"/>
                <a:gd name="connsiteX18291" fmla="*/ 230410 w 2419350"/>
                <a:gd name="connsiteY18291" fmla="*/ 131445 h 876300"/>
                <a:gd name="connsiteX18292" fmla="*/ 229553 w 2419350"/>
                <a:gd name="connsiteY18292" fmla="*/ 130969 h 876300"/>
                <a:gd name="connsiteX18293" fmla="*/ 224409 w 2419350"/>
                <a:gd name="connsiteY18293" fmla="*/ 126968 h 876300"/>
                <a:gd name="connsiteX18294" fmla="*/ 219646 w 2419350"/>
                <a:gd name="connsiteY18294" fmla="*/ 123730 h 876300"/>
                <a:gd name="connsiteX18295" fmla="*/ 215551 w 2419350"/>
                <a:gd name="connsiteY18295" fmla="*/ 121825 h 876300"/>
                <a:gd name="connsiteX18296" fmla="*/ 214122 w 2419350"/>
                <a:gd name="connsiteY18296" fmla="*/ 120396 h 876300"/>
                <a:gd name="connsiteX18297" fmla="*/ 212979 w 2419350"/>
                <a:gd name="connsiteY18297" fmla="*/ 119729 h 876300"/>
                <a:gd name="connsiteX18298" fmla="*/ 211646 w 2419350"/>
                <a:gd name="connsiteY18298" fmla="*/ 119348 h 876300"/>
                <a:gd name="connsiteX18299" fmla="*/ 210693 w 2419350"/>
                <a:gd name="connsiteY18299" fmla="*/ 119063 h 876300"/>
                <a:gd name="connsiteX18300" fmla="*/ 209074 w 2419350"/>
                <a:gd name="connsiteY18300" fmla="*/ 117920 h 876300"/>
                <a:gd name="connsiteX18301" fmla="*/ 208026 w 2419350"/>
                <a:gd name="connsiteY18301" fmla="*/ 117253 h 876300"/>
                <a:gd name="connsiteX18302" fmla="*/ 204788 w 2419350"/>
                <a:gd name="connsiteY18302" fmla="*/ 116681 h 876300"/>
                <a:gd name="connsiteX18303" fmla="*/ 199549 w 2419350"/>
                <a:gd name="connsiteY18303" fmla="*/ 114395 h 876300"/>
                <a:gd name="connsiteX18304" fmla="*/ 194977 w 2419350"/>
                <a:gd name="connsiteY18304" fmla="*/ 110300 h 876300"/>
                <a:gd name="connsiteX18305" fmla="*/ 194405 w 2419350"/>
                <a:gd name="connsiteY18305" fmla="*/ 108680 h 876300"/>
                <a:gd name="connsiteX18306" fmla="*/ 194405 w 2419350"/>
                <a:gd name="connsiteY18306" fmla="*/ 106489 h 876300"/>
                <a:gd name="connsiteX18307" fmla="*/ 193167 w 2419350"/>
                <a:gd name="connsiteY18307" fmla="*/ 104394 h 876300"/>
                <a:gd name="connsiteX18308" fmla="*/ 189643 w 2419350"/>
                <a:gd name="connsiteY18308" fmla="*/ 103251 h 876300"/>
                <a:gd name="connsiteX18309" fmla="*/ 188881 w 2419350"/>
                <a:gd name="connsiteY18309" fmla="*/ 102870 h 876300"/>
                <a:gd name="connsiteX18310" fmla="*/ 188119 w 2419350"/>
                <a:gd name="connsiteY18310" fmla="*/ 102299 h 876300"/>
                <a:gd name="connsiteX18311" fmla="*/ 187547 w 2419350"/>
                <a:gd name="connsiteY18311" fmla="*/ 101632 h 876300"/>
                <a:gd name="connsiteX18312" fmla="*/ 186976 w 2419350"/>
                <a:gd name="connsiteY18312" fmla="*/ 99822 h 876300"/>
                <a:gd name="connsiteX18313" fmla="*/ 186309 w 2419350"/>
                <a:gd name="connsiteY18313" fmla="*/ 99631 h 876300"/>
                <a:gd name="connsiteX18314" fmla="*/ 185356 w 2419350"/>
                <a:gd name="connsiteY18314" fmla="*/ 99727 h 876300"/>
                <a:gd name="connsiteX18315" fmla="*/ 184404 w 2419350"/>
                <a:gd name="connsiteY18315" fmla="*/ 99631 h 876300"/>
                <a:gd name="connsiteX18316" fmla="*/ 183832 w 2419350"/>
                <a:gd name="connsiteY18316" fmla="*/ 99060 h 876300"/>
                <a:gd name="connsiteX18317" fmla="*/ 182785 w 2419350"/>
                <a:gd name="connsiteY18317" fmla="*/ 97441 h 876300"/>
                <a:gd name="connsiteX18318" fmla="*/ 182023 w 2419350"/>
                <a:gd name="connsiteY18318" fmla="*/ 97060 h 876300"/>
                <a:gd name="connsiteX18319" fmla="*/ 180880 w 2419350"/>
                <a:gd name="connsiteY18319" fmla="*/ 96869 h 876300"/>
                <a:gd name="connsiteX18320" fmla="*/ 178975 w 2419350"/>
                <a:gd name="connsiteY18320" fmla="*/ 95726 h 876300"/>
                <a:gd name="connsiteX18321" fmla="*/ 177832 w 2419350"/>
                <a:gd name="connsiteY18321" fmla="*/ 95345 h 876300"/>
                <a:gd name="connsiteX18322" fmla="*/ 176689 w 2419350"/>
                <a:gd name="connsiteY18322" fmla="*/ 95250 h 876300"/>
                <a:gd name="connsiteX18323" fmla="*/ 173641 w 2419350"/>
                <a:gd name="connsiteY18323" fmla="*/ 95631 h 876300"/>
                <a:gd name="connsiteX18324" fmla="*/ 173260 w 2419350"/>
                <a:gd name="connsiteY18324" fmla="*/ 95155 h 876300"/>
                <a:gd name="connsiteX18325" fmla="*/ 171355 w 2419350"/>
                <a:gd name="connsiteY18325" fmla="*/ 90488 h 876300"/>
                <a:gd name="connsiteX18326" fmla="*/ 171259 w 2419350"/>
                <a:gd name="connsiteY18326" fmla="*/ 90678 h 876300"/>
                <a:gd name="connsiteX18327" fmla="*/ 171069 w 2419350"/>
                <a:gd name="connsiteY18327" fmla="*/ 90773 h 876300"/>
                <a:gd name="connsiteX18328" fmla="*/ 170116 w 2419350"/>
                <a:gd name="connsiteY18328" fmla="*/ 91726 h 876300"/>
                <a:gd name="connsiteX18329" fmla="*/ 170021 w 2419350"/>
                <a:gd name="connsiteY18329" fmla="*/ 91916 h 876300"/>
                <a:gd name="connsiteX18330" fmla="*/ 168973 w 2419350"/>
                <a:gd name="connsiteY18330" fmla="*/ 92202 h 876300"/>
                <a:gd name="connsiteX18331" fmla="*/ 168212 w 2419350"/>
                <a:gd name="connsiteY18331" fmla="*/ 92869 h 876300"/>
                <a:gd name="connsiteX18332" fmla="*/ 166973 w 2419350"/>
                <a:gd name="connsiteY18332" fmla="*/ 94107 h 876300"/>
                <a:gd name="connsiteX18333" fmla="*/ 166973 w 2419350"/>
                <a:gd name="connsiteY18333" fmla="*/ 92297 h 876300"/>
                <a:gd name="connsiteX18334" fmla="*/ 167068 w 2419350"/>
                <a:gd name="connsiteY18334" fmla="*/ 91440 h 876300"/>
                <a:gd name="connsiteX18335" fmla="*/ 167354 w 2419350"/>
                <a:gd name="connsiteY18335" fmla="*/ 90869 h 876300"/>
                <a:gd name="connsiteX18336" fmla="*/ 167926 w 2419350"/>
                <a:gd name="connsiteY18336" fmla="*/ 90583 h 876300"/>
                <a:gd name="connsiteX18337" fmla="*/ 170307 w 2419350"/>
                <a:gd name="connsiteY18337" fmla="*/ 89821 h 876300"/>
                <a:gd name="connsiteX18338" fmla="*/ 171545 w 2419350"/>
                <a:gd name="connsiteY18338" fmla="*/ 89154 h 876300"/>
                <a:gd name="connsiteX18339" fmla="*/ 171736 w 2419350"/>
                <a:gd name="connsiteY18339" fmla="*/ 88678 h 876300"/>
                <a:gd name="connsiteX18340" fmla="*/ 171831 w 2419350"/>
                <a:gd name="connsiteY18340" fmla="*/ 84677 h 876300"/>
                <a:gd name="connsiteX18341" fmla="*/ 171831 w 2419350"/>
                <a:gd name="connsiteY18341" fmla="*/ 84392 h 876300"/>
                <a:gd name="connsiteX18342" fmla="*/ 172593 w 2419350"/>
                <a:gd name="connsiteY18342" fmla="*/ 80581 h 876300"/>
                <a:gd name="connsiteX18343" fmla="*/ 172403 w 2419350"/>
                <a:gd name="connsiteY18343" fmla="*/ 77914 h 876300"/>
                <a:gd name="connsiteX18344" fmla="*/ 172212 w 2419350"/>
                <a:gd name="connsiteY18344" fmla="*/ 77438 h 876300"/>
                <a:gd name="connsiteX18345" fmla="*/ 171831 w 2419350"/>
                <a:gd name="connsiteY18345" fmla="*/ 77057 h 876300"/>
                <a:gd name="connsiteX18346" fmla="*/ 171069 w 2419350"/>
                <a:gd name="connsiteY18346" fmla="*/ 76486 h 876300"/>
                <a:gd name="connsiteX18347" fmla="*/ 170307 w 2419350"/>
                <a:gd name="connsiteY18347" fmla="*/ 75819 h 876300"/>
                <a:gd name="connsiteX18348" fmla="*/ 169164 w 2419350"/>
                <a:gd name="connsiteY18348" fmla="*/ 74390 h 876300"/>
                <a:gd name="connsiteX18349" fmla="*/ 168497 w 2419350"/>
                <a:gd name="connsiteY18349" fmla="*/ 73724 h 876300"/>
                <a:gd name="connsiteX18350" fmla="*/ 168307 w 2419350"/>
                <a:gd name="connsiteY18350" fmla="*/ 73914 h 876300"/>
                <a:gd name="connsiteX18351" fmla="*/ 167926 w 2419350"/>
                <a:gd name="connsiteY18351" fmla="*/ 74200 h 876300"/>
                <a:gd name="connsiteX18352" fmla="*/ 167735 w 2419350"/>
                <a:gd name="connsiteY18352" fmla="*/ 74486 h 876300"/>
                <a:gd name="connsiteX18353" fmla="*/ 167354 w 2419350"/>
                <a:gd name="connsiteY18353" fmla="*/ 74486 h 876300"/>
                <a:gd name="connsiteX18354" fmla="*/ 166878 w 2419350"/>
                <a:gd name="connsiteY18354" fmla="*/ 73438 h 876300"/>
                <a:gd name="connsiteX18355" fmla="*/ 166021 w 2419350"/>
                <a:gd name="connsiteY18355" fmla="*/ 72485 h 876300"/>
                <a:gd name="connsiteX18356" fmla="*/ 164878 w 2419350"/>
                <a:gd name="connsiteY18356" fmla="*/ 71819 h 876300"/>
                <a:gd name="connsiteX18357" fmla="*/ 163544 w 2419350"/>
                <a:gd name="connsiteY18357" fmla="*/ 71533 h 876300"/>
                <a:gd name="connsiteX18358" fmla="*/ 163163 w 2419350"/>
                <a:gd name="connsiteY18358" fmla="*/ 71628 h 876300"/>
                <a:gd name="connsiteX18359" fmla="*/ 162592 w 2419350"/>
                <a:gd name="connsiteY18359" fmla="*/ 71914 h 876300"/>
                <a:gd name="connsiteX18360" fmla="*/ 162401 w 2419350"/>
                <a:gd name="connsiteY18360" fmla="*/ 71914 h 876300"/>
                <a:gd name="connsiteX18361" fmla="*/ 162020 w 2419350"/>
                <a:gd name="connsiteY18361" fmla="*/ 71723 h 876300"/>
                <a:gd name="connsiteX18362" fmla="*/ 161830 w 2419350"/>
                <a:gd name="connsiteY18362" fmla="*/ 71533 h 876300"/>
                <a:gd name="connsiteX18363" fmla="*/ 161639 w 2419350"/>
                <a:gd name="connsiteY18363" fmla="*/ 71247 h 876300"/>
                <a:gd name="connsiteX18364" fmla="*/ 160877 w 2419350"/>
                <a:gd name="connsiteY18364" fmla="*/ 70771 h 876300"/>
                <a:gd name="connsiteX18365" fmla="*/ 160496 w 2419350"/>
                <a:gd name="connsiteY18365" fmla="*/ 70866 h 876300"/>
                <a:gd name="connsiteX18366" fmla="*/ 160211 w 2419350"/>
                <a:gd name="connsiteY18366" fmla="*/ 71628 h 876300"/>
                <a:gd name="connsiteX18367" fmla="*/ 159734 w 2419350"/>
                <a:gd name="connsiteY18367" fmla="*/ 70961 h 876300"/>
                <a:gd name="connsiteX18368" fmla="*/ 159067 w 2419350"/>
                <a:gd name="connsiteY18368" fmla="*/ 70866 h 876300"/>
                <a:gd name="connsiteX18369" fmla="*/ 157543 w 2419350"/>
                <a:gd name="connsiteY18369" fmla="*/ 71247 h 876300"/>
                <a:gd name="connsiteX18370" fmla="*/ 157353 w 2419350"/>
                <a:gd name="connsiteY18370" fmla="*/ 70866 h 876300"/>
                <a:gd name="connsiteX18371" fmla="*/ 157543 w 2419350"/>
                <a:gd name="connsiteY18371" fmla="*/ 70009 h 876300"/>
                <a:gd name="connsiteX18372" fmla="*/ 158115 w 2419350"/>
                <a:gd name="connsiteY18372" fmla="*/ 68580 h 876300"/>
                <a:gd name="connsiteX18373" fmla="*/ 158210 w 2419350"/>
                <a:gd name="connsiteY18373" fmla="*/ 67246 h 876300"/>
                <a:gd name="connsiteX18374" fmla="*/ 158115 w 2419350"/>
                <a:gd name="connsiteY18374" fmla="*/ 66675 h 876300"/>
                <a:gd name="connsiteX18375" fmla="*/ 156877 w 2419350"/>
                <a:gd name="connsiteY18375" fmla="*/ 64294 h 876300"/>
                <a:gd name="connsiteX18376" fmla="*/ 156400 w 2419350"/>
                <a:gd name="connsiteY18376" fmla="*/ 62865 h 876300"/>
                <a:gd name="connsiteX18377" fmla="*/ 155734 w 2419350"/>
                <a:gd name="connsiteY18377" fmla="*/ 58484 h 876300"/>
                <a:gd name="connsiteX18378" fmla="*/ 155353 w 2419350"/>
                <a:gd name="connsiteY18378" fmla="*/ 57531 h 876300"/>
                <a:gd name="connsiteX18379" fmla="*/ 152876 w 2419350"/>
                <a:gd name="connsiteY18379" fmla="*/ 53245 h 876300"/>
                <a:gd name="connsiteX18380" fmla="*/ 152114 w 2419350"/>
                <a:gd name="connsiteY18380" fmla="*/ 52388 h 876300"/>
                <a:gd name="connsiteX18381" fmla="*/ 151066 w 2419350"/>
                <a:gd name="connsiteY18381" fmla="*/ 51721 h 876300"/>
                <a:gd name="connsiteX18382" fmla="*/ 148780 w 2419350"/>
                <a:gd name="connsiteY18382" fmla="*/ 50673 h 876300"/>
                <a:gd name="connsiteX18383" fmla="*/ 140017 w 2419350"/>
                <a:gd name="connsiteY18383" fmla="*/ 43625 h 876300"/>
                <a:gd name="connsiteX18384" fmla="*/ 132779 w 2419350"/>
                <a:gd name="connsiteY18384" fmla="*/ 34766 h 876300"/>
                <a:gd name="connsiteX18385" fmla="*/ 131254 w 2419350"/>
                <a:gd name="connsiteY18385" fmla="*/ 34290 h 876300"/>
                <a:gd name="connsiteX18386" fmla="*/ 119253 w 2419350"/>
                <a:gd name="connsiteY18386" fmla="*/ 39338 h 876300"/>
                <a:gd name="connsiteX18387" fmla="*/ 117062 w 2419350"/>
                <a:gd name="connsiteY18387" fmla="*/ 39814 h 876300"/>
                <a:gd name="connsiteX18388" fmla="*/ 115443 w 2419350"/>
                <a:gd name="connsiteY18388" fmla="*/ 39243 h 876300"/>
                <a:gd name="connsiteX18389" fmla="*/ 114395 w 2419350"/>
                <a:gd name="connsiteY18389" fmla="*/ 38957 h 876300"/>
                <a:gd name="connsiteX18390" fmla="*/ 113919 w 2419350"/>
                <a:gd name="connsiteY18390" fmla="*/ 38291 h 876300"/>
                <a:gd name="connsiteX18391" fmla="*/ 113062 w 2419350"/>
                <a:gd name="connsiteY18391" fmla="*/ 36957 h 876300"/>
                <a:gd name="connsiteX18392" fmla="*/ 110966 w 2419350"/>
                <a:gd name="connsiteY18392" fmla="*/ 36195 h 876300"/>
                <a:gd name="connsiteX18393" fmla="*/ 109061 w 2419350"/>
                <a:gd name="connsiteY18393" fmla="*/ 34957 h 876300"/>
                <a:gd name="connsiteX18394" fmla="*/ 106775 w 2419350"/>
                <a:gd name="connsiteY18394" fmla="*/ 34290 h 876300"/>
                <a:gd name="connsiteX18395" fmla="*/ 103822 w 2419350"/>
                <a:gd name="connsiteY18395" fmla="*/ 33147 h 876300"/>
                <a:gd name="connsiteX18396" fmla="*/ 101155 w 2419350"/>
                <a:gd name="connsiteY18396" fmla="*/ 33338 h 876300"/>
                <a:gd name="connsiteX18397" fmla="*/ 100298 w 2419350"/>
                <a:gd name="connsiteY18397" fmla="*/ 33719 h 876300"/>
                <a:gd name="connsiteX18398" fmla="*/ 99631 w 2419350"/>
                <a:gd name="connsiteY18398" fmla="*/ 33719 h 876300"/>
                <a:gd name="connsiteX18399" fmla="*/ 97250 w 2419350"/>
                <a:gd name="connsiteY18399" fmla="*/ 32956 h 876300"/>
                <a:gd name="connsiteX18400" fmla="*/ 96203 w 2419350"/>
                <a:gd name="connsiteY18400" fmla="*/ 32766 h 876300"/>
                <a:gd name="connsiteX18401" fmla="*/ 93916 w 2419350"/>
                <a:gd name="connsiteY18401" fmla="*/ 33814 h 876300"/>
                <a:gd name="connsiteX18402" fmla="*/ 88678 w 2419350"/>
                <a:gd name="connsiteY18402" fmla="*/ 35624 h 876300"/>
                <a:gd name="connsiteX18403" fmla="*/ 86868 w 2419350"/>
                <a:gd name="connsiteY18403" fmla="*/ 36100 h 876300"/>
                <a:gd name="connsiteX18404" fmla="*/ 82487 w 2419350"/>
                <a:gd name="connsiteY18404" fmla="*/ 36481 h 876300"/>
                <a:gd name="connsiteX18405" fmla="*/ 80391 w 2419350"/>
                <a:gd name="connsiteY18405" fmla="*/ 36386 h 876300"/>
                <a:gd name="connsiteX18406" fmla="*/ 79343 w 2419350"/>
                <a:gd name="connsiteY18406" fmla="*/ 36004 h 876300"/>
                <a:gd name="connsiteX18407" fmla="*/ 78296 w 2419350"/>
                <a:gd name="connsiteY18407" fmla="*/ 35433 h 876300"/>
                <a:gd name="connsiteX18408" fmla="*/ 77248 w 2419350"/>
                <a:gd name="connsiteY18408" fmla="*/ 35147 h 876300"/>
                <a:gd name="connsiteX18409" fmla="*/ 76295 w 2419350"/>
                <a:gd name="connsiteY18409" fmla="*/ 35528 h 876300"/>
                <a:gd name="connsiteX18410" fmla="*/ 75343 w 2419350"/>
                <a:gd name="connsiteY18410" fmla="*/ 36100 h 876300"/>
                <a:gd name="connsiteX18411" fmla="*/ 74104 w 2419350"/>
                <a:gd name="connsiteY18411" fmla="*/ 36195 h 876300"/>
                <a:gd name="connsiteX18412" fmla="*/ 71723 w 2419350"/>
                <a:gd name="connsiteY18412" fmla="*/ 35719 h 876300"/>
                <a:gd name="connsiteX18413" fmla="*/ 70771 w 2419350"/>
                <a:gd name="connsiteY18413" fmla="*/ 35338 h 876300"/>
                <a:gd name="connsiteX18414" fmla="*/ 68675 w 2419350"/>
                <a:gd name="connsiteY18414" fmla="*/ 34195 h 876300"/>
                <a:gd name="connsiteX18415" fmla="*/ 68008 w 2419350"/>
                <a:gd name="connsiteY18415" fmla="*/ 33909 h 876300"/>
                <a:gd name="connsiteX18416" fmla="*/ 59341 w 2419350"/>
                <a:gd name="connsiteY18416" fmla="*/ 32671 h 876300"/>
                <a:gd name="connsiteX18417" fmla="*/ 57340 w 2419350"/>
                <a:gd name="connsiteY18417" fmla="*/ 31909 h 876300"/>
                <a:gd name="connsiteX18418" fmla="*/ 55626 w 2419350"/>
                <a:gd name="connsiteY18418" fmla="*/ 30956 h 876300"/>
                <a:gd name="connsiteX18419" fmla="*/ 49054 w 2419350"/>
                <a:gd name="connsiteY18419" fmla="*/ 25622 h 876300"/>
                <a:gd name="connsiteX18420" fmla="*/ 47625 w 2419350"/>
                <a:gd name="connsiteY18420" fmla="*/ 23717 h 876300"/>
                <a:gd name="connsiteX18421" fmla="*/ 47149 w 2419350"/>
                <a:gd name="connsiteY18421" fmla="*/ 21431 h 876300"/>
                <a:gd name="connsiteX18422" fmla="*/ 46768 w 2419350"/>
                <a:gd name="connsiteY18422" fmla="*/ 20479 h 876300"/>
                <a:gd name="connsiteX18423" fmla="*/ 46006 w 2419350"/>
                <a:gd name="connsiteY18423" fmla="*/ 20098 h 876300"/>
                <a:gd name="connsiteX18424" fmla="*/ 45148 w 2419350"/>
                <a:gd name="connsiteY18424" fmla="*/ 20003 h 876300"/>
                <a:gd name="connsiteX18425" fmla="*/ 44291 w 2419350"/>
                <a:gd name="connsiteY18425" fmla="*/ 19621 h 876300"/>
                <a:gd name="connsiteX18426" fmla="*/ 40196 w 2419350"/>
                <a:gd name="connsiteY18426" fmla="*/ 17050 h 876300"/>
                <a:gd name="connsiteX18427" fmla="*/ 32290 w 2419350"/>
                <a:gd name="connsiteY18427" fmla="*/ 14478 h 876300"/>
                <a:gd name="connsiteX18428" fmla="*/ 30385 w 2419350"/>
                <a:gd name="connsiteY18428" fmla="*/ 14192 h 876300"/>
                <a:gd name="connsiteX18429" fmla="*/ 28099 w 2419350"/>
                <a:gd name="connsiteY18429" fmla="*/ 14669 h 876300"/>
                <a:gd name="connsiteX18430" fmla="*/ 27432 w 2419350"/>
                <a:gd name="connsiteY18430" fmla="*/ 15335 h 876300"/>
                <a:gd name="connsiteX18431" fmla="*/ 26956 w 2419350"/>
                <a:gd name="connsiteY18431" fmla="*/ 15621 h 876300"/>
                <a:gd name="connsiteX18432" fmla="*/ 26479 w 2419350"/>
                <a:gd name="connsiteY18432" fmla="*/ 15526 h 876300"/>
                <a:gd name="connsiteX18433" fmla="*/ 26003 w 2419350"/>
                <a:gd name="connsiteY18433" fmla="*/ 15145 h 876300"/>
                <a:gd name="connsiteX18434" fmla="*/ 25051 w 2419350"/>
                <a:gd name="connsiteY18434" fmla="*/ 14573 h 876300"/>
                <a:gd name="connsiteX18435" fmla="*/ 23146 w 2419350"/>
                <a:gd name="connsiteY18435" fmla="*/ 13335 h 876300"/>
                <a:gd name="connsiteX18436" fmla="*/ 22193 w 2419350"/>
                <a:gd name="connsiteY18436" fmla="*/ 13049 h 876300"/>
                <a:gd name="connsiteX18437" fmla="*/ 21146 w 2419350"/>
                <a:gd name="connsiteY18437" fmla="*/ 13335 h 876300"/>
                <a:gd name="connsiteX18438" fmla="*/ 18859 w 2419350"/>
                <a:gd name="connsiteY18438" fmla="*/ 14859 h 876300"/>
                <a:gd name="connsiteX18439" fmla="*/ 18288 w 2419350"/>
                <a:gd name="connsiteY18439" fmla="*/ 15050 h 876300"/>
                <a:gd name="connsiteX18440" fmla="*/ 17526 w 2419350"/>
                <a:gd name="connsiteY18440" fmla="*/ 15145 h 876300"/>
                <a:gd name="connsiteX18441" fmla="*/ 16954 w 2419350"/>
                <a:gd name="connsiteY18441" fmla="*/ 15335 h 876300"/>
                <a:gd name="connsiteX18442" fmla="*/ 15907 w 2419350"/>
                <a:gd name="connsiteY18442" fmla="*/ 16097 h 876300"/>
                <a:gd name="connsiteX18443" fmla="*/ 15335 w 2419350"/>
                <a:gd name="connsiteY18443" fmla="*/ 16383 h 876300"/>
                <a:gd name="connsiteX18444" fmla="*/ 14478 w 2419350"/>
                <a:gd name="connsiteY18444" fmla="*/ 17050 h 876300"/>
                <a:gd name="connsiteX18445" fmla="*/ 14002 w 2419350"/>
                <a:gd name="connsiteY18445" fmla="*/ 17240 h 876300"/>
                <a:gd name="connsiteX18446" fmla="*/ 13621 w 2419350"/>
                <a:gd name="connsiteY18446" fmla="*/ 17240 h 876300"/>
                <a:gd name="connsiteX18447" fmla="*/ 13145 w 2419350"/>
                <a:gd name="connsiteY18447" fmla="*/ 17050 h 876300"/>
                <a:gd name="connsiteX18448" fmla="*/ 12668 w 2419350"/>
                <a:gd name="connsiteY18448" fmla="*/ 16954 h 876300"/>
                <a:gd name="connsiteX18449" fmla="*/ 12097 w 2419350"/>
                <a:gd name="connsiteY18449" fmla="*/ 17240 h 876300"/>
                <a:gd name="connsiteX18450" fmla="*/ 11335 w 2419350"/>
                <a:gd name="connsiteY18450" fmla="*/ 16954 h 876300"/>
                <a:gd name="connsiteX18451" fmla="*/ 10763 w 2419350"/>
                <a:gd name="connsiteY18451" fmla="*/ 17336 h 876300"/>
                <a:gd name="connsiteX18452" fmla="*/ 9906 w 2419350"/>
                <a:gd name="connsiteY18452" fmla="*/ 18764 h 876300"/>
                <a:gd name="connsiteX18453" fmla="*/ 10287 w 2419350"/>
                <a:gd name="connsiteY18453" fmla="*/ 19431 h 876300"/>
                <a:gd name="connsiteX18454" fmla="*/ 11430 w 2419350"/>
                <a:gd name="connsiteY18454" fmla="*/ 20955 h 876300"/>
                <a:gd name="connsiteX18455" fmla="*/ 11335 w 2419350"/>
                <a:gd name="connsiteY18455" fmla="*/ 21812 h 876300"/>
                <a:gd name="connsiteX18456" fmla="*/ 12001 w 2419350"/>
                <a:gd name="connsiteY18456" fmla="*/ 22574 h 876300"/>
                <a:gd name="connsiteX18457" fmla="*/ 12478 w 2419350"/>
                <a:gd name="connsiteY18457" fmla="*/ 23336 h 876300"/>
                <a:gd name="connsiteX18458" fmla="*/ 11811 w 2419350"/>
                <a:gd name="connsiteY18458" fmla="*/ 23813 h 876300"/>
                <a:gd name="connsiteX18459" fmla="*/ 12763 w 2419350"/>
                <a:gd name="connsiteY18459" fmla="*/ 25146 h 876300"/>
                <a:gd name="connsiteX18460" fmla="*/ 12954 w 2419350"/>
                <a:gd name="connsiteY18460" fmla="*/ 25813 h 876300"/>
                <a:gd name="connsiteX18461" fmla="*/ 12859 w 2419350"/>
                <a:gd name="connsiteY18461" fmla="*/ 26670 h 876300"/>
                <a:gd name="connsiteX18462" fmla="*/ 12478 w 2419350"/>
                <a:gd name="connsiteY18462" fmla="*/ 27527 h 876300"/>
                <a:gd name="connsiteX18463" fmla="*/ 11906 w 2419350"/>
                <a:gd name="connsiteY18463" fmla="*/ 28575 h 876300"/>
                <a:gd name="connsiteX18464" fmla="*/ 11811 w 2419350"/>
                <a:gd name="connsiteY18464" fmla="*/ 29337 h 876300"/>
                <a:gd name="connsiteX18465" fmla="*/ 11335 w 2419350"/>
                <a:gd name="connsiteY18465" fmla="*/ 30289 h 876300"/>
                <a:gd name="connsiteX18466" fmla="*/ 10478 w 2419350"/>
                <a:gd name="connsiteY18466" fmla="*/ 31242 h 876300"/>
                <a:gd name="connsiteX18467" fmla="*/ 10096 w 2419350"/>
                <a:gd name="connsiteY18467" fmla="*/ 32004 h 876300"/>
                <a:gd name="connsiteX18468" fmla="*/ 11239 w 2419350"/>
                <a:gd name="connsiteY18468" fmla="*/ 32290 h 876300"/>
                <a:gd name="connsiteX18469" fmla="*/ 11811 w 2419350"/>
                <a:gd name="connsiteY18469" fmla="*/ 32576 h 876300"/>
                <a:gd name="connsiteX18470" fmla="*/ 12192 w 2419350"/>
                <a:gd name="connsiteY18470" fmla="*/ 33147 h 876300"/>
                <a:gd name="connsiteX18471" fmla="*/ 12382 w 2419350"/>
                <a:gd name="connsiteY18471" fmla="*/ 33909 h 876300"/>
                <a:gd name="connsiteX18472" fmla="*/ 12478 w 2419350"/>
                <a:gd name="connsiteY18472" fmla="*/ 34671 h 876300"/>
                <a:gd name="connsiteX18473" fmla="*/ 12668 w 2419350"/>
                <a:gd name="connsiteY18473" fmla="*/ 35243 h 876300"/>
                <a:gd name="connsiteX18474" fmla="*/ 13049 w 2419350"/>
                <a:gd name="connsiteY18474" fmla="*/ 35624 h 876300"/>
                <a:gd name="connsiteX18475" fmla="*/ 13906 w 2419350"/>
                <a:gd name="connsiteY18475" fmla="*/ 36290 h 876300"/>
                <a:gd name="connsiteX18476" fmla="*/ 14859 w 2419350"/>
                <a:gd name="connsiteY18476" fmla="*/ 37338 h 876300"/>
                <a:gd name="connsiteX18477" fmla="*/ 15430 w 2419350"/>
                <a:gd name="connsiteY18477" fmla="*/ 38386 h 876300"/>
                <a:gd name="connsiteX18478" fmla="*/ 15335 w 2419350"/>
                <a:gd name="connsiteY18478" fmla="*/ 39529 h 876300"/>
                <a:gd name="connsiteX18479" fmla="*/ 14288 w 2419350"/>
                <a:gd name="connsiteY18479" fmla="*/ 40958 h 876300"/>
                <a:gd name="connsiteX18480" fmla="*/ 15145 w 2419350"/>
                <a:gd name="connsiteY18480" fmla="*/ 41243 h 876300"/>
                <a:gd name="connsiteX18481" fmla="*/ 15621 w 2419350"/>
                <a:gd name="connsiteY18481" fmla="*/ 41910 h 876300"/>
                <a:gd name="connsiteX18482" fmla="*/ 16002 w 2419350"/>
                <a:gd name="connsiteY18482" fmla="*/ 42767 h 876300"/>
                <a:gd name="connsiteX18483" fmla="*/ 16573 w 2419350"/>
                <a:gd name="connsiteY18483" fmla="*/ 43625 h 876300"/>
                <a:gd name="connsiteX18484" fmla="*/ 17336 w 2419350"/>
                <a:gd name="connsiteY18484" fmla="*/ 44482 h 876300"/>
                <a:gd name="connsiteX18485" fmla="*/ 17907 w 2419350"/>
                <a:gd name="connsiteY18485" fmla="*/ 45339 h 876300"/>
                <a:gd name="connsiteX18486" fmla="*/ 19526 w 2419350"/>
                <a:gd name="connsiteY18486" fmla="*/ 49339 h 876300"/>
                <a:gd name="connsiteX18487" fmla="*/ 19812 w 2419350"/>
                <a:gd name="connsiteY18487" fmla="*/ 50673 h 876300"/>
                <a:gd name="connsiteX18488" fmla="*/ 20574 w 2419350"/>
                <a:gd name="connsiteY18488" fmla="*/ 52006 h 876300"/>
                <a:gd name="connsiteX18489" fmla="*/ 20860 w 2419350"/>
                <a:gd name="connsiteY18489" fmla="*/ 53245 h 876300"/>
                <a:gd name="connsiteX18490" fmla="*/ 21526 w 2419350"/>
                <a:gd name="connsiteY18490" fmla="*/ 54578 h 876300"/>
                <a:gd name="connsiteX18491" fmla="*/ 21812 w 2419350"/>
                <a:gd name="connsiteY18491" fmla="*/ 55340 h 876300"/>
                <a:gd name="connsiteX18492" fmla="*/ 21907 w 2419350"/>
                <a:gd name="connsiteY18492" fmla="*/ 55912 h 876300"/>
                <a:gd name="connsiteX18493" fmla="*/ 21907 w 2419350"/>
                <a:gd name="connsiteY18493" fmla="*/ 56197 h 876300"/>
                <a:gd name="connsiteX18494" fmla="*/ 22003 w 2419350"/>
                <a:gd name="connsiteY18494" fmla="*/ 56483 h 876300"/>
                <a:gd name="connsiteX18495" fmla="*/ 22384 w 2419350"/>
                <a:gd name="connsiteY18495" fmla="*/ 57055 h 876300"/>
                <a:gd name="connsiteX18496" fmla="*/ 22765 w 2419350"/>
                <a:gd name="connsiteY18496" fmla="*/ 57436 h 876300"/>
                <a:gd name="connsiteX18497" fmla="*/ 23717 w 2419350"/>
                <a:gd name="connsiteY18497" fmla="*/ 58103 h 876300"/>
                <a:gd name="connsiteX18498" fmla="*/ 24193 w 2419350"/>
                <a:gd name="connsiteY18498" fmla="*/ 58484 h 876300"/>
                <a:gd name="connsiteX18499" fmla="*/ 25241 w 2419350"/>
                <a:gd name="connsiteY18499" fmla="*/ 59912 h 876300"/>
                <a:gd name="connsiteX18500" fmla="*/ 26575 w 2419350"/>
                <a:gd name="connsiteY18500" fmla="*/ 62484 h 876300"/>
                <a:gd name="connsiteX18501" fmla="*/ 27146 w 2419350"/>
                <a:gd name="connsiteY18501" fmla="*/ 63341 h 876300"/>
                <a:gd name="connsiteX18502" fmla="*/ 28575 w 2419350"/>
                <a:gd name="connsiteY18502" fmla="*/ 64484 h 876300"/>
                <a:gd name="connsiteX18503" fmla="*/ 28861 w 2419350"/>
                <a:gd name="connsiteY18503" fmla="*/ 64579 h 876300"/>
                <a:gd name="connsiteX18504" fmla="*/ 29242 w 2419350"/>
                <a:gd name="connsiteY18504" fmla="*/ 64579 h 876300"/>
                <a:gd name="connsiteX18505" fmla="*/ 29528 w 2419350"/>
                <a:gd name="connsiteY18505" fmla="*/ 64675 h 876300"/>
                <a:gd name="connsiteX18506" fmla="*/ 29623 w 2419350"/>
                <a:gd name="connsiteY18506" fmla="*/ 65056 h 876300"/>
                <a:gd name="connsiteX18507" fmla="*/ 29528 w 2419350"/>
                <a:gd name="connsiteY18507" fmla="*/ 65342 h 876300"/>
                <a:gd name="connsiteX18508" fmla="*/ 29051 w 2419350"/>
                <a:gd name="connsiteY18508" fmla="*/ 65818 h 876300"/>
                <a:gd name="connsiteX18509" fmla="*/ 28956 w 2419350"/>
                <a:gd name="connsiteY18509" fmla="*/ 66104 h 876300"/>
                <a:gd name="connsiteX18510" fmla="*/ 29242 w 2419350"/>
                <a:gd name="connsiteY18510" fmla="*/ 66485 h 876300"/>
                <a:gd name="connsiteX18511" fmla="*/ 29813 w 2419350"/>
                <a:gd name="connsiteY18511" fmla="*/ 66675 h 876300"/>
                <a:gd name="connsiteX18512" fmla="*/ 31051 w 2419350"/>
                <a:gd name="connsiteY18512" fmla="*/ 66675 h 876300"/>
                <a:gd name="connsiteX18513" fmla="*/ 32004 w 2419350"/>
                <a:gd name="connsiteY18513" fmla="*/ 67056 h 876300"/>
                <a:gd name="connsiteX18514" fmla="*/ 34099 w 2419350"/>
                <a:gd name="connsiteY18514" fmla="*/ 69628 h 876300"/>
                <a:gd name="connsiteX18515" fmla="*/ 37719 w 2419350"/>
                <a:gd name="connsiteY18515" fmla="*/ 72200 h 876300"/>
                <a:gd name="connsiteX18516" fmla="*/ 39433 w 2419350"/>
                <a:gd name="connsiteY18516" fmla="*/ 74676 h 876300"/>
                <a:gd name="connsiteX18517" fmla="*/ 42005 w 2419350"/>
                <a:gd name="connsiteY18517" fmla="*/ 76676 h 876300"/>
                <a:gd name="connsiteX18518" fmla="*/ 42386 w 2419350"/>
                <a:gd name="connsiteY18518" fmla="*/ 77343 h 876300"/>
                <a:gd name="connsiteX18519" fmla="*/ 47149 w 2419350"/>
                <a:gd name="connsiteY18519" fmla="*/ 82010 h 876300"/>
                <a:gd name="connsiteX18520" fmla="*/ 52768 w 2419350"/>
                <a:gd name="connsiteY18520" fmla="*/ 88297 h 876300"/>
                <a:gd name="connsiteX18521" fmla="*/ 53816 w 2419350"/>
                <a:gd name="connsiteY18521" fmla="*/ 88678 h 876300"/>
                <a:gd name="connsiteX18522" fmla="*/ 54769 w 2419350"/>
                <a:gd name="connsiteY18522" fmla="*/ 88868 h 876300"/>
                <a:gd name="connsiteX18523" fmla="*/ 55626 w 2419350"/>
                <a:gd name="connsiteY18523" fmla="*/ 89345 h 876300"/>
                <a:gd name="connsiteX18524" fmla="*/ 58198 w 2419350"/>
                <a:gd name="connsiteY18524" fmla="*/ 92393 h 876300"/>
                <a:gd name="connsiteX18525" fmla="*/ 58769 w 2419350"/>
                <a:gd name="connsiteY18525" fmla="*/ 92964 h 876300"/>
                <a:gd name="connsiteX18526" fmla="*/ 59055 w 2419350"/>
                <a:gd name="connsiteY18526" fmla="*/ 92869 h 876300"/>
                <a:gd name="connsiteX18527" fmla="*/ 59341 w 2419350"/>
                <a:gd name="connsiteY18527" fmla="*/ 92678 h 876300"/>
                <a:gd name="connsiteX18528" fmla="*/ 60007 w 2419350"/>
                <a:gd name="connsiteY18528" fmla="*/ 92678 h 876300"/>
                <a:gd name="connsiteX18529" fmla="*/ 60674 w 2419350"/>
                <a:gd name="connsiteY18529" fmla="*/ 92774 h 876300"/>
                <a:gd name="connsiteX18530" fmla="*/ 61055 w 2419350"/>
                <a:gd name="connsiteY18530" fmla="*/ 92964 h 876300"/>
                <a:gd name="connsiteX18531" fmla="*/ 61436 w 2419350"/>
                <a:gd name="connsiteY18531" fmla="*/ 93250 h 876300"/>
                <a:gd name="connsiteX18532" fmla="*/ 62293 w 2419350"/>
                <a:gd name="connsiteY18532" fmla="*/ 93631 h 876300"/>
                <a:gd name="connsiteX18533" fmla="*/ 62674 w 2419350"/>
                <a:gd name="connsiteY18533" fmla="*/ 93917 h 876300"/>
                <a:gd name="connsiteX18534" fmla="*/ 62865 w 2419350"/>
                <a:gd name="connsiteY18534" fmla="*/ 94202 h 876300"/>
                <a:gd name="connsiteX18535" fmla="*/ 63151 w 2419350"/>
                <a:gd name="connsiteY18535" fmla="*/ 94964 h 876300"/>
                <a:gd name="connsiteX18536" fmla="*/ 63341 w 2419350"/>
                <a:gd name="connsiteY18536" fmla="*/ 95345 h 876300"/>
                <a:gd name="connsiteX18537" fmla="*/ 66961 w 2419350"/>
                <a:gd name="connsiteY18537" fmla="*/ 98965 h 876300"/>
                <a:gd name="connsiteX18538" fmla="*/ 74962 w 2419350"/>
                <a:gd name="connsiteY18538" fmla="*/ 109442 h 876300"/>
                <a:gd name="connsiteX18539" fmla="*/ 77533 w 2419350"/>
                <a:gd name="connsiteY18539" fmla="*/ 111919 h 876300"/>
                <a:gd name="connsiteX18540" fmla="*/ 79629 w 2419350"/>
                <a:gd name="connsiteY18540" fmla="*/ 113157 h 876300"/>
                <a:gd name="connsiteX18541" fmla="*/ 81724 w 2419350"/>
                <a:gd name="connsiteY18541" fmla="*/ 113633 h 876300"/>
                <a:gd name="connsiteX18542" fmla="*/ 92297 w 2419350"/>
                <a:gd name="connsiteY18542" fmla="*/ 113538 h 876300"/>
                <a:gd name="connsiteX18543" fmla="*/ 93250 w 2419350"/>
                <a:gd name="connsiteY18543" fmla="*/ 113824 h 876300"/>
                <a:gd name="connsiteX18544" fmla="*/ 94869 w 2419350"/>
                <a:gd name="connsiteY18544" fmla="*/ 114776 h 876300"/>
                <a:gd name="connsiteX18545" fmla="*/ 95345 w 2419350"/>
                <a:gd name="connsiteY18545" fmla="*/ 114967 h 876300"/>
                <a:gd name="connsiteX18546" fmla="*/ 95917 w 2419350"/>
                <a:gd name="connsiteY18546" fmla="*/ 115157 h 876300"/>
                <a:gd name="connsiteX18547" fmla="*/ 96393 w 2419350"/>
                <a:gd name="connsiteY18547" fmla="*/ 115348 h 876300"/>
                <a:gd name="connsiteX18548" fmla="*/ 96583 w 2419350"/>
                <a:gd name="connsiteY18548" fmla="*/ 115634 h 876300"/>
                <a:gd name="connsiteX18549" fmla="*/ 97822 w 2419350"/>
                <a:gd name="connsiteY18549" fmla="*/ 116396 h 876300"/>
                <a:gd name="connsiteX18550" fmla="*/ 98203 w 2419350"/>
                <a:gd name="connsiteY18550" fmla="*/ 116586 h 876300"/>
                <a:gd name="connsiteX18551" fmla="*/ 98774 w 2419350"/>
                <a:gd name="connsiteY18551" fmla="*/ 116967 h 876300"/>
                <a:gd name="connsiteX18552" fmla="*/ 99250 w 2419350"/>
                <a:gd name="connsiteY18552" fmla="*/ 117824 h 876300"/>
                <a:gd name="connsiteX18553" fmla="*/ 99822 w 2419350"/>
                <a:gd name="connsiteY18553" fmla="*/ 119539 h 876300"/>
                <a:gd name="connsiteX18554" fmla="*/ 100774 w 2419350"/>
                <a:gd name="connsiteY18554" fmla="*/ 121063 h 876300"/>
                <a:gd name="connsiteX18555" fmla="*/ 104870 w 2419350"/>
                <a:gd name="connsiteY18555" fmla="*/ 124206 h 876300"/>
                <a:gd name="connsiteX18556" fmla="*/ 105823 w 2419350"/>
                <a:gd name="connsiteY18556" fmla="*/ 125444 h 876300"/>
                <a:gd name="connsiteX18557" fmla="*/ 113633 w 2419350"/>
                <a:gd name="connsiteY18557" fmla="*/ 138779 h 876300"/>
                <a:gd name="connsiteX18558" fmla="*/ 113919 w 2419350"/>
                <a:gd name="connsiteY18558" fmla="*/ 139446 h 876300"/>
                <a:gd name="connsiteX18559" fmla="*/ 114490 w 2419350"/>
                <a:gd name="connsiteY18559" fmla="*/ 139922 h 876300"/>
                <a:gd name="connsiteX18560" fmla="*/ 115729 w 2419350"/>
                <a:gd name="connsiteY18560" fmla="*/ 140208 h 876300"/>
                <a:gd name="connsiteX18561" fmla="*/ 117538 w 2419350"/>
                <a:gd name="connsiteY18561" fmla="*/ 140303 h 876300"/>
                <a:gd name="connsiteX18562" fmla="*/ 119158 w 2419350"/>
                <a:gd name="connsiteY18562" fmla="*/ 141542 h 876300"/>
                <a:gd name="connsiteX18563" fmla="*/ 119920 w 2419350"/>
                <a:gd name="connsiteY18563" fmla="*/ 143446 h 876300"/>
                <a:gd name="connsiteX18564" fmla="*/ 120777 w 2419350"/>
                <a:gd name="connsiteY18564" fmla="*/ 147923 h 876300"/>
                <a:gd name="connsiteX18565" fmla="*/ 121444 w 2419350"/>
                <a:gd name="connsiteY18565" fmla="*/ 149543 h 876300"/>
                <a:gd name="connsiteX18566" fmla="*/ 122396 w 2419350"/>
                <a:gd name="connsiteY18566" fmla="*/ 151162 h 876300"/>
                <a:gd name="connsiteX18567" fmla="*/ 126206 w 2419350"/>
                <a:gd name="connsiteY18567" fmla="*/ 155829 h 876300"/>
                <a:gd name="connsiteX18568" fmla="*/ 127063 w 2419350"/>
                <a:gd name="connsiteY18568" fmla="*/ 156591 h 876300"/>
                <a:gd name="connsiteX18569" fmla="*/ 128111 w 2419350"/>
                <a:gd name="connsiteY18569" fmla="*/ 156877 h 876300"/>
                <a:gd name="connsiteX18570" fmla="*/ 129254 w 2419350"/>
                <a:gd name="connsiteY18570" fmla="*/ 156972 h 876300"/>
                <a:gd name="connsiteX18571" fmla="*/ 130302 w 2419350"/>
                <a:gd name="connsiteY18571" fmla="*/ 157353 h 876300"/>
                <a:gd name="connsiteX18572" fmla="*/ 132969 w 2419350"/>
                <a:gd name="connsiteY18572" fmla="*/ 158687 h 876300"/>
                <a:gd name="connsiteX18573" fmla="*/ 135160 w 2419350"/>
                <a:gd name="connsiteY18573" fmla="*/ 159353 h 876300"/>
                <a:gd name="connsiteX18574" fmla="*/ 136017 w 2419350"/>
                <a:gd name="connsiteY18574" fmla="*/ 159449 h 876300"/>
                <a:gd name="connsiteX18575" fmla="*/ 136493 w 2419350"/>
                <a:gd name="connsiteY18575" fmla="*/ 159829 h 876300"/>
                <a:gd name="connsiteX18576" fmla="*/ 136779 w 2419350"/>
                <a:gd name="connsiteY18576" fmla="*/ 160782 h 876300"/>
                <a:gd name="connsiteX18577" fmla="*/ 138589 w 2419350"/>
                <a:gd name="connsiteY18577" fmla="*/ 170212 h 876300"/>
                <a:gd name="connsiteX18578" fmla="*/ 139446 w 2419350"/>
                <a:gd name="connsiteY18578" fmla="*/ 177641 h 876300"/>
                <a:gd name="connsiteX18579" fmla="*/ 139255 w 2419350"/>
                <a:gd name="connsiteY18579" fmla="*/ 183737 h 876300"/>
                <a:gd name="connsiteX18580" fmla="*/ 139541 w 2419350"/>
                <a:gd name="connsiteY18580" fmla="*/ 184785 h 876300"/>
                <a:gd name="connsiteX18581" fmla="*/ 140208 w 2419350"/>
                <a:gd name="connsiteY18581" fmla="*/ 185642 h 876300"/>
                <a:gd name="connsiteX18582" fmla="*/ 141732 w 2419350"/>
                <a:gd name="connsiteY18582" fmla="*/ 187166 h 876300"/>
                <a:gd name="connsiteX18583" fmla="*/ 143732 w 2419350"/>
                <a:gd name="connsiteY18583" fmla="*/ 190595 h 876300"/>
                <a:gd name="connsiteX18584" fmla="*/ 144399 w 2419350"/>
                <a:gd name="connsiteY18584" fmla="*/ 191071 h 876300"/>
                <a:gd name="connsiteX18585" fmla="*/ 144971 w 2419350"/>
                <a:gd name="connsiteY18585" fmla="*/ 190976 h 876300"/>
                <a:gd name="connsiteX18586" fmla="*/ 145923 w 2419350"/>
                <a:gd name="connsiteY18586" fmla="*/ 190691 h 876300"/>
                <a:gd name="connsiteX18587" fmla="*/ 146399 w 2419350"/>
                <a:gd name="connsiteY18587" fmla="*/ 190691 h 876300"/>
                <a:gd name="connsiteX18588" fmla="*/ 146875 w 2419350"/>
                <a:gd name="connsiteY18588" fmla="*/ 190976 h 876300"/>
                <a:gd name="connsiteX18589" fmla="*/ 147256 w 2419350"/>
                <a:gd name="connsiteY18589" fmla="*/ 191453 h 876300"/>
                <a:gd name="connsiteX18590" fmla="*/ 147638 w 2419350"/>
                <a:gd name="connsiteY18590" fmla="*/ 191738 h 876300"/>
                <a:gd name="connsiteX18591" fmla="*/ 148209 w 2419350"/>
                <a:gd name="connsiteY18591" fmla="*/ 191453 h 876300"/>
                <a:gd name="connsiteX18592" fmla="*/ 149352 w 2419350"/>
                <a:gd name="connsiteY18592" fmla="*/ 192119 h 876300"/>
                <a:gd name="connsiteX18593" fmla="*/ 150209 w 2419350"/>
                <a:gd name="connsiteY18593" fmla="*/ 192310 h 876300"/>
                <a:gd name="connsiteX18594" fmla="*/ 150971 w 2419350"/>
                <a:gd name="connsiteY18594" fmla="*/ 192119 h 876300"/>
                <a:gd name="connsiteX18595" fmla="*/ 153733 w 2419350"/>
                <a:gd name="connsiteY18595" fmla="*/ 191071 h 876300"/>
                <a:gd name="connsiteX18596" fmla="*/ 154876 w 2419350"/>
                <a:gd name="connsiteY18596" fmla="*/ 190976 h 876300"/>
                <a:gd name="connsiteX18597" fmla="*/ 156305 w 2419350"/>
                <a:gd name="connsiteY18597" fmla="*/ 192405 h 876300"/>
                <a:gd name="connsiteX18598" fmla="*/ 161925 w 2419350"/>
                <a:gd name="connsiteY18598" fmla="*/ 194977 h 876300"/>
                <a:gd name="connsiteX18599" fmla="*/ 165259 w 2419350"/>
                <a:gd name="connsiteY18599" fmla="*/ 196977 h 876300"/>
                <a:gd name="connsiteX18600" fmla="*/ 168307 w 2419350"/>
                <a:gd name="connsiteY18600" fmla="*/ 199454 h 876300"/>
                <a:gd name="connsiteX18601" fmla="*/ 170116 w 2419350"/>
                <a:gd name="connsiteY18601" fmla="*/ 200596 h 876300"/>
                <a:gd name="connsiteX18602" fmla="*/ 170783 w 2419350"/>
                <a:gd name="connsiteY18602" fmla="*/ 201359 h 876300"/>
                <a:gd name="connsiteX18603" fmla="*/ 171069 w 2419350"/>
                <a:gd name="connsiteY18603" fmla="*/ 202692 h 876300"/>
                <a:gd name="connsiteX18604" fmla="*/ 171545 w 2419350"/>
                <a:gd name="connsiteY18604" fmla="*/ 203263 h 876300"/>
                <a:gd name="connsiteX18605" fmla="*/ 172593 w 2419350"/>
                <a:gd name="connsiteY18605" fmla="*/ 203263 h 876300"/>
                <a:gd name="connsiteX18606" fmla="*/ 173831 w 2419350"/>
                <a:gd name="connsiteY18606" fmla="*/ 203168 h 876300"/>
                <a:gd name="connsiteX18607" fmla="*/ 174784 w 2419350"/>
                <a:gd name="connsiteY18607" fmla="*/ 203263 h 876300"/>
                <a:gd name="connsiteX18608" fmla="*/ 175355 w 2419350"/>
                <a:gd name="connsiteY18608" fmla="*/ 203549 h 876300"/>
                <a:gd name="connsiteX18609" fmla="*/ 175641 w 2419350"/>
                <a:gd name="connsiteY18609" fmla="*/ 203740 h 876300"/>
                <a:gd name="connsiteX18610" fmla="*/ 175736 w 2419350"/>
                <a:gd name="connsiteY18610" fmla="*/ 204121 h 876300"/>
                <a:gd name="connsiteX18611" fmla="*/ 175736 w 2419350"/>
                <a:gd name="connsiteY18611" fmla="*/ 204883 h 876300"/>
                <a:gd name="connsiteX18612" fmla="*/ 176022 w 2419350"/>
                <a:gd name="connsiteY18612" fmla="*/ 205073 h 876300"/>
                <a:gd name="connsiteX18613" fmla="*/ 176593 w 2419350"/>
                <a:gd name="connsiteY18613" fmla="*/ 205073 h 876300"/>
                <a:gd name="connsiteX18614" fmla="*/ 177737 w 2419350"/>
                <a:gd name="connsiteY18614" fmla="*/ 205073 h 876300"/>
                <a:gd name="connsiteX18615" fmla="*/ 178784 w 2419350"/>
                <a:gd name="connsiteY18615" fmla="*/ 205169 h 876300"/>
                <a:gd name="connsiteX18616" fmla="*/ 179832 w 2419350"/>
                <a:gd name="connsiteY18616" fmla="*/ 205359 h 876300"/>
                <a:gd name="connsiteX18617" fmla="*/ 180784 w 2419350"/>
                <a:gd name="connsiteY18617" fmla="*/ 205740 h 876300"/>
                <a:gd name="connsiteX18618" fmla="*/ 185547 w 2419350"/>
                <a:gd name="connsiteY18618" fmla="*/ 208597 h 876300"/>
                <a:gd name="connsiteX18619" fmla="*/ 187738 w 2419350"/>
                <a:gd name="connsiteY18619" fmla="*/ 211169 h 876300"/>
                <a:gd name="connsiteX18620" fmla="*/ 192024 w 2419350"/>
                <a:gd name="connsiteY18620" fmla="*/ 217646 h 876300"/>
                <a:gd name="connsiteX18621" fmla="*/ 193738 w 2419350"/>
                <a:gd name="connsiteY18621" fmla="*/ 219075 h 876300"/>
                <a:gd name="connsiteX18622" fmla="*/ 194786 w 2419350"/>
                <a:gd name="connsiteY18622" fmla="*/ 219646 h 876300"/>
                <a:gd name="connsiteX18623" fmla="*/ 195263 w 2419350"/>
                <a:gd name="connsiteY18623" fmla="*/ 219266 h 876300"/>
                <a:gd name="connsiteX18624" fmla="*/ 195358 w 2419350"/>
                <a:gd name="connsiteY18624" fmla="*/ 218980 h 876300"/>
                <a:gd name="connsiteX18625" fmla="*/ 195643 w 2419350"/>
                <a:gd name="connsiteY18625" fmla="*/ 218408 h 876300"/>
                <a:gd name="connsiteX18626" fmla="*/ 195643 w 2419350"/>
                <a:gd name="connsiteY18626" fmla="*/ 218027 h 876300"/>
                <a:gd name="connsiteX18627" fmla="*/ 195548 w 2419350"/>
                <a:gd name="connsiteY18627" fmla="*/ 218027 h 876300"/>
                <a:gd name="connsiteX18628" fmla="*/ 195072 w 2419350"/>
                <a:gd name="connsiteY18628" fmla="*/ 217646 h 876300"/>
                <a:gd name="connsiteX18629" fmla="*/ 194977 w 2419350"/>
                <a:gd name="connsiteY18629" fmla="*/ 217646 h 876300"/>
                <a:gd name="connsiteX18630" fmla="*/ 194881 w 2419350"/>
                <a:gd name="connsiteY18630" fmla="*/ 216884 h 876300"/>
                <a:gd name="connsiteX18631" fmla="*/ 195072 w 2419350"/>
                <a:gd name="connsiteY18631" fmla="*/ 216599 h 876300"/>
                <a:gd name="connsiteX18632" fmla="*/ 195739 w 2419350"/>
                <a:gd name="connsiteY18632" fmla="*/ 216218 h 876300"/>
                <a:gd name="connsiteX18633" fmla="*/ 197453 w 2419350"/>
                <a:gd name="connsiteY18633" fmla="*/ 217646 h 876300"/>
                <a:gd name="connsiteX18634" fmla="*/ 198215 w 2419350"/>
                <a:gd name="connsiteY18634" fmla="*/ 218504 h 876300"/>
                <a:gd name="connsiteX18635" fmla="*/ 198691 w 2419350"/>
                <a:gd name="connsiteY18635" fmla="*/ 219456 h 876300"/>
                <a:gd name="connsiteX18636" fmla="*/ 198787 w 2419350"/>
                <a:gd name="connsiteY18636" fmla="*/ 220409 h 876300"/>
                <a:gd name="connsiteX18637" fmla="*/ 198787 w 2419350"/>
                <a:gd name="connsiteY18637" fmla="*/ 221075 h 876300"/>
                <a:gd name="connsiteX18638" fmla="*/ 198977 w 2419350"/>
                <a:gd name="connsiteY18638" fmla="*/ 221456 h 876300"/>
                <a:gd name="connsiteX18639" fmla="*/ 199930 w 2419350"/>
                <a:gd name="connsiteY18639" fmla="*/ 221552 h 876300"/>
                <a:gd name="connsiteX18640" fmla="*/ 200596 w 2419350"/>
                <a:gd name="connsiteY18640" fmla="*/ 221933 h 876300"/>
                <a:gd name="connsiteX18641" fmla="*/ 200787 w 2419350"/>
                <a:gd name="connsiteY18641" fmla="*/ 222790 h 876300"/>
                <a:gd name="connsiteX18642" fmla="*/ 200692 w 2419350"/>
                <a:gd name="connsiteY18642" fmla="*/ 224695 h 876300"/>
                <a:gd name="connsiteX18643" fmla="*/ 200501 w 2419350"/>
                <a:gd name="connsiteY18643" fmla="*/ 225266 h 876300"/>
                <a:gd name="connsiteX18644" fmla="*/ 199454 w 2419350"/>
                <a:gd name="connsiteY18644" fmla="*/ 226314 h 876300"/>
                <a:gd name="connsiteX18645" fmla="*/ 198977 w 2419350"/>
                <a:gd name="connsiteY18645" fmla="*/ 226981 h 876300"/>
                <a:gd name="connsiteX18646" fmla="*/ 197834 w 2419350"/>
                <a:gd name="connsiteY18646" fmla="*/ 228981 h 876300"/>
                <a:gd name="connsiteX18647" fmla="*/ 197167 w 2419350"/>
                <a:gd name="connsiteY18647" fmla="*/ 229648 h 876300"/>
                <a:gd name="connsiteX18648" fmla="*/ 196882 w 2419350"/>
                <a:gd name="connsiteY18648" fmla="*/ 228981 h 876300"/>
                <a:gd name="connsiteX18649" fmla="*/ 196787 w 2419350"/>
                <a:gd name="connsiteY18649" fmla="*/ 228600 h 876300"/>
                <a:gd name="connsiteX18650" fmla="*/ 196501 w 2419350"/>
                <a:gd name="connsiteY18650" fmla="*/ 228219 h 876300"/>
                <a:gd name="connsiteX18651" fmla="*/ 196120 w 2419350"/>
                <a:gd name="connsiteY18651" fmla="*/ 227933 h 876300"/>
                <a:gd name="connsiteX18652" fmla="*/ 195739 w 2419350"/>
                <a:gd name="connsiteY18652" fmla="*/ 227838 h 876300"/>
                <a:gd name="connsiteX18653" fmla="*/ 194881 w 2419350"/>
                <a:gd name="connsiteY18653" fmla="*/ 227933 h 876300"/>
                <a:gd name="connsiteX18654" fmla="*/ 194786 w 2419350"/>
                <a:gd name="connsiteY18654" fmla="*/ 228219 h 876300"/>
                <a:gd name="connsiteX18655" fmla="*/ 195358 w 2419350"/>
                <a:gd name="connsiteY18655" fmla="*/ 229171 h 876300"/>
                <a:gd name="connsiteX18656" fmla="*/ 195643 w 2419350"/>
                <a:gd name="connsiteY18656" fmla="*/ 230314 h 876300"/>
                <a:gd name="connsiteX18657" fmla="*/ 195834 w 2419350"/>
                <a:gd name="connsiteY18657" fmla="*/ 230791 h 876300"/>
                <a:gd name="connsiteX18658" fmla="*/ 196215 w 2419350"/>
                <a:gd name="connsiteY18658" fmla="*/ 230981 h 876300"/>
                <a:gd name="connsiteX18659" fmla="*/ 196691 w 2419350"/>
                <a:gd name="connsiteY18659" fmla="*/ 231077 h 876300"/>
                <a:gd name="connsiteX18660" fmla="*/ 197263 w 2419350"/>
                <a:gd name="connsiteY18660" fmla="*/ 231267 h 876300"/>
                <a:gd name="connsiteX18661" fmla="*/ 197644 w 2419350"/>
                <a:gd name="connsiteY18661" fmla="*/ 231553 h 876300"/>
                <a:gd name="connsiteX18662" fmla="*/ 197834 w 2419350"/>
                <a:gd name="connsiteY18662" fmla="*/ 231838 h 876300"/>
                <a:gd name="connsiteX18663" fmla="*/ 197929 w 2419350"/>
                <a:gd name="connsiteY18663" fmla="*/ 232791 h 876300"/>
                <a:gd name="connsiteX18664" fmla="*/ 198215 w 2419350"/>
                <a:gd name="connsiteY18664" fmla="*/ 234029 h 876300"/>
                <a:gd name="connsiteX18665" fmla="*/ 198882 w 2419350"/>
                <a:gd name="connsiteY18665" fmla="*/ 236029 h 876300"/>
                <a:gd name="connsiteX18666" fmla="*/ 199454 w 2419350"/>
                <a:gd name="connsiteY18666" fmla="*/ 236792 h 876300"/>
                <a:gd name="connsiteX18667" fmla="*/ 201644 w 2419350"/>
                <a:gd name="connsiteY18667" fmla="*/ 238982 h 876300"/>
                <a:gd name="connsiteX18668" fmla="*/ 201930 w 2419350"/>
                <a:gd name="connsiteY18668" fmla="*/ 239554 h 876300"/>
                <a:gd name="connsiteX18669" fmla="*/ 201835 w 2419350"/>
                <a:gd name="connsiteY18669" fmla="*/ 240221 h 876300"/>
                <a:gd name="connsiteX18670" fmla="*/ 201644 w 2419350"/>
                <a:gd name="connsiteY18670" fmla="*/ 240887 h 876300"/>
                <a:gd name="connsiteX18671" fmla="*/ 201549 w 2419350"/>
                <a:gd name="connsiteY18671" fmla="*/ 241363 h 876300"/>
                <a:gd name="connsiteX18672" fmla="*/ 201644 w 2419350"/>
                <a:gd name="connsiteY18672" fmla="*/ 241935 h 876300"/>
                <a:gd name="connsiteX18673" fmla="*/ 202216 w 2419350"/>
                <a:gd name="connsiteY18673" fmla="*/ 243173 h 876300"/>
                <a:gd name="connsiteX18674" fmla="*/ 205740 w 2419350"/>
                <a:gd name="connsiteY18674" fmla="*/ 251555 h 876300"/>
                <a:gd name="connsiteX18675" fmla="*/ 208788 w 2419350"/>
                <a:gd name="connsiteY18675" fmla="*/ 261842 h 876300"/>
                <a:gd name="connsiteX18676" fmla="*/ 209074 w 2419350"/>
                <a:gd name="connsiteY18676" fmla="*/ 263652 h 876300"/>
                <a:gd name="connsiteX18677" fmla="*/ 208883 w 2419350"/>
                <a:gd name="connsiteY18677" fmla="*/ 265652 h 876300"/>
                <a:gd name="connsiteX18678" fmla="*/ 209169 w 2419350"/>
                <a:gd name="connsiteY18678" fmla="*/ 266510 h 876300"/>
                <a:gd name="connsiteX18679" fmla="*/ 210026 w 2419350"/>
                <a:gd name="connsiteY18679" fmla="*/ 266795 h 876300"/>
                <a:gd name="connsiteX18680" fmla="*/ 210503 w 2419350"/>
                <a:gd name="connsiteY18680" fmla="*/ 267176 h 876300"/>
                <a:gd name="connsiteX18681" fmla="*/ 212407 w 2419350"/>
                <a:gd name="connsiteY18681" fmla="*/ 269367 h 876300"/>
                <a:gd name="connsiteX18682" fmla="*/ 212693 w 2419350"/>
                <a:gd name="connsiteY18682" fmla="*/ 271367 h 876300"/>
                <a:gd name="connsiteX18683" fmla="*/ 212312 w 2419350"/>
                <a:gd name="connsiteY18683" fmla="*/ 276035 h 876300"/>
                <a:gd name="connsiteX18684" fmla="*/ 212788 w 2419350"/>
                <a:gd name="connsiteY18684" fmla="*/ 277654 h 876300"/>
                <a:gd name="connsiteX18685" fmla="*/ 214027 w 2419350"/>
                <a:gd name="connsiteY18685" fmla="*/ 277082 h 876300"/>
                <a:gd name="connsiteX18686" fmla="*/ 214884 w 2419350"/>
                <a:gd name="connsiteY18686" fmla="*/ 277559 h 876300"/>
                <a:gd name="connsiteX18687" fmla="*/ 215455 w 2419350"/>
                <a:gd name="connsiteY18687" fmla="*/ 278606 h 876300"/>
                <a:gd name="connsiteX18688" fmla="*/ 215646 w 2419350"/>
                <a:gd name="connsiteY18688" fmla="*/ 279845 h 876300"/>
                <a:gd name="connsiteX18689" fmla="*/ 215265 w 2419350"/>
                <a:gd name="connsiteY18689" fmla="*/ 282321 h 876300"/>
                <a:gd name="connsiteX18690" fmla="*/ 215360 w 2419350"/>
                <a:gd name="connsiteY18690" fmla="*/ 283178 h 876300"/>
                <a:gd name="connsiteX18691" fmla="*/ 216027 w 2419350"/>
                <a:gd name="connsiteY18691" fmla="*/ 282702 h 876300"/>
                <a:gd name="connsiteX18692" fmla="*/ 216694 w 2419350"/>
                <a:gd name="connsiteY18692" fmla="*/ 283464 h 876300"/>
                <a:gd name="connsiteX18693" fmla="*/ 216979 w 2419350"/>
                <a:gd name="connsiteY18693" fmla="*/ 284702 h 876300"/>
                <a:gd name="connsiteX18694" fmla="*/ 217265 w 2419350"/>
                <a:gd name="connsiteY18694" fmla="*/ 288512 h 876300"/>
                <a:gd name="connsiteX18695" fmla="*/ 217075 w 2419350"/>
                <a:gd name="connsiteY18695" fmla="*/ 289560 h 876300"/>
                <a:gd name="connsiteX18696" fmla="*/ 216122 w 2419350"/>
                <a:gd name="connsiteY18696" fmla="*/ 291941 h 876300"/>
                <a:gd name="connsiteX18697" fmla="*/ 217265 w 2419350"/>
                <a:gd name="connsiteY18697" fmla="*/ 292227 h 876300"/>
                <a:gd name="connsiteX18698" fmla="*/ 218122 w 2419350"/>
                <a:gd name="connsiteY18698" fmla="*/ 292608 h 876300"/>
                <a:gd name="connsiteX18699" fmla="*/ 218694 w 2419350"/>
                <a:gd name="connsiteY18699" fmla="*/ 293275 h 876300"/>
                <a:gd name="connsiteX18700" fmla="*/ 218694 w 2419350"/>
                <a:gd name="connsiteY18700" fmla="*/ 294418 h 876300"/>
                <a:gd name="connsiteX18701" fmla="*/ 218408 w 2419350"/>
                <a:gd name="connsiteY18701" fmla="*/ 294989 h 876300"/>
                <a:gd name="connsiteX18702" fmla="*/ 217646 w 2419350"/>
                <a:gd name="connsiteY18702" fmla="*/ 295656 h 876300"/>
                <a:gd name="connsiteX18703" fmla="*/ 217551 w 2419350"/>
                <a:gd name="connsiteY18703" fmla="*/ 296228 h 876300"/>
                <a:gd name="connsiteX18704" fmla="*/ 217741 w 2419350"/>
                <a:gd name="connsiteY18704" fmla="*/ 296513 h 876300"/>
                <a:gd name="connsiteX18705" fmla="*/ 218789 w 2419350"/>
                <a:gd name="connsiteY18705" fmla="*/ 297180 h 876300"/>
                <a:gd name="connsiteX18706" fmla="*/ 219170 w 2419350"/>
                <a:gd name="connsiteY18706" fmla="*/ 297275 h 876300"/>
                <a:gd name="connsiteX18707" fmla="*/ 219932 w 2419350"/>
                <a:gd name="connsiteY18707" fmla="*/ 297180 h 876300"/>
                <a:gd name="connsiteX18708" fmla="*/ 220313 w 2419350"/>
                <a:gd name="connsiteY18708" fmla="*/ 297085 h 876300"/>
                <a:gd name="connsiteX18709" fmla="*/ 220599 w 2419350"/>
                <a:gd name="connsiteY18709" fmla="*/ 297180 h 876300"/>
                <a:gd name="connsiteX18710" fmla="*/ 221075 w 2419350"/>
                <a:gd name="connsiteY18710" fmla="*/ 297752 h 876300"/>
                <a:gd name="connsiteX18711" fmla="*/ 221456 w 2419350"/>
                <a:gd name="connsiteY18711" fmla="*/ 298133 h 876300"/>
                <a:gd name="connsiteX18712" fmla="*/ 222028 w 2419350"/>
                <a:gd name="connsiteY18712" fmla="*/ 298418 h 876300"/>
                <a:gd name="connsiteX18713" fmla="*/ 222599 w 2419350"/>
                <a:gd name="connsiteY18713" fmla="*/ 298609 h 876300"/>
                <a:gd name="connsiteX18714" fmla="*/ 223171 w 2419350"/>
                <a:gd name="connsiteY18714" fmla="*/ 298704 h 876300"/>
                <a:gd name="connsiteX18715" fmla="*/ 224028 w 2419350"/>
                <a:gd name="connsiteY18715" fmla="*/ 298513 h 876300"/>
                <a:gd name="connsiteX18716" fmla="*/ 225933 w 2419350"/>
                <a:gd name="connsiteY18716" fmla="*/ 297561 h 876300"/>
                <a:gd name="connsiteX18717" fmla="*/ 226981 w 2419350"/>
                <a:gd name="connsiteY18717" fmla="*/ 297275 h 876300"/>
                <a:gd name="connsiteX18718" fmla="*/ 228314 w 2419350"/>
                <a:gd name="connsiteY18718" fmla="*/ 297466 h 876300"/>
                <a:gd name="connsiteX18719" fmla="*/ 229171 w 2419350"/>
                <a:gd name="connsiteY18719" fmla="*/ 298133 h 876300"/>
                <a:gd name="connsiteX18720" fmla="*/ 230314 w 2419350"/>
                <a:gd name="connsiteY18720" fmla="*/ 300133 h 876300"/>
                <a:gd name="connsiteX18721" fmla="*/ 231076 w 2419350"/>
                <a:gd name="connsiteY18721" fmla="*/ 300990 h 876300"/>
                <a:gd name="connsiteX18722" fmla="*/ 231934 w 2419350"/>
                <a:gd name="connsiteY18722" fmla="*/ 301371 h 876300"/>
                <a:gd name="connsiteX18723" fmla="*/ 232886 w 2419350"/>
                <a:gd name="connsiteY18723" fmla="*/ 301466 h 876300"/>
                <a:gd name="connsiteX18724" fmla="*/ 234124 w 2419350"/>
                <a:gd name="connsiteY18724" fmla="*/ 301466 h 876300"/>
                <a:gd name="connsiteX18725" fmla="*/ 236220 w 2419350"/>
                <a:gd name="connsiteY18725" fmla="*/ 301752 h 876300"/>
                <a:gd name="connsiteX18726" fmla="*/ 238506 w 2419350"/>
                <a:gd name="connsiteY18726" fmla="*/ 302514 h 876300"/>
                <a:gd name="connsiteX18727" fmla="*/ 242506 w 2419350"/>
                <a:gd name="connsiteY18727" fmla="*/ 304705 h 876300"/>
                <a:gd name="connsiteX18728" fmla="*/ 243649 w 2419350"/>
                <a:gd name="connsiteY18728" fmla="*/ 305657 h 876300"/>
                <a:gd name="connsiteX18729" fmla="*/ 246602 w 2419350"/>
                <a:gd name="connsiteY18729" fmla="*/ 308801 h 876300"/>
                <a:gd name="connsiteX18730" fmla="*/ 249650 w 2419350"/>
                <a:gd name="connsiteY18730" fmla="*/ 311372 h 876300"/>
                <a:gd name="connsiteX18731" fmla="*/ 250412 w 2419350"/>
                <a:gd name="connsiteY18731" fmla="*/ 312515 h 876300"/>
                <a:gd name="connsiteX18732" fmla="*/ 250698 w 2419350"/>
                <a:gd name="connsiteY18732" fmla="*/ 313754 h 876300"/>
                <a:gd name="connsiteX18733" fmla="*/ 250507 w 2419350"/>
                <a:gd name="connsiteY18733" fmla="*/ 314801 h 876300"/>
                <a:gd name="connsiteX18734" fmla="*/ 250222 w 2419350"/>
                <a:gd name="connsiteY18734" fmla="*/ 315849 h 876300"/>
                <a:gd name="connsiteX18735" fmla="*/ 250031 w 2419350"/>
                <a:gd name="connsiteY18735" fmla="*/ 316992 h 876300"/>
                <a:gd name="connsiteX18736" fmla="*/ 250126 w 2419350"/>
                <a:gd name="connsiteY18736" fmla="*/ 317945 h 876300"/>
                <a:gd name="connsiteX18737" fmla="*/ 250317 w 2419350"/>
                <a:gd name="connsiteY18737" fmla="*/ 318706 h 876300"/>
                <a:gd name="connsiteX18738" fmla="*/ 250698 w 2419350"/>
                <a:gd name="connsiteY18738" fmla="*/ 319373 h 876300"/>
                <a:gd name="connsiteX18739" fmla="*/ 251174 w 2419350"/>
                <a:gd name="connsiteY18739" fmla="*/ 320135 h 876300"/>
                <a:gd name="connsiteX18740" fmla="*/ 251746 w 2419350"/>
                <a:gd name="connsiteY18740" fmla="*/ 320707 h 876300"/>
                <a:gd name="connsiteX18741" fmla="*/ 252317 w 2419350"/>
                <a:gd name="connsiteY18741" fmla="*/ 321183 h 876300"/>
                <a:gd name="connsiteX18742" fmla="*/ 252793 w 2419350"/>
                <a:gd name="connsiteY18742" fmla="*/ 321850 h 876300"/>
                <a:gd name="connsiteX18743" fmla="*/ 252984 w 2419350"/>
                <a:gd name="connsiteY18743" fmla="*/ 322897 h 876300"/>
                <a:gd name="connsiteX18744" fmla="*/ 252984 w 2419350"/>
                <a:gd name="connsiteY18744" fmla="*/ 324231 h 876300"/>
                <a:gd name="connsiteX18745" fmla="*/ 253174 w 2419350"/>
                <a:gd name="connsiteY18745" fmla="*/ 325374 h 876300"/>
                <a:gd name="connsiteX18746" fmla="*/ 253746 w 2419350"/>
                <a:gd name="connsiteY18746" fmla="*/ 326327 h 876300"/>
                <a:gd name="connsiteX18747" fmla="*/ 254794 w 2419350"/>
                <a:gd name="connsiteY18747" fmla="*/ 327279 h 876300"/>
                <a:gd name="connsiteX18748" fmla="*/ 257175 w 2419350"/>
                <a:gd name="connsiteY18748" fmla="*/ 328613 h 876300"/>
                <a:gd name="connsiteX18749" fmla="*/ 258318 w 2419350"/>
                <a:gd name="connsiteY18749" fmla="*/ 329565 h 876300"/>
                <a:gd name="connsiteX18750" fmla="*/ 258794 w 2419350"/>
                <a:gd name="connsiteY18750" fmla="*/ 330803 h 876300"/>
                <a:gd name="connsiteX18751" fmla="*/ 259366 w 2419350"/>
                <a:gd name="connsiteY18751" fmla="*/ 331375 h 876300"/>
                <a:gd name="connsiteX18752" fmla="*/ 263080 w 2419350"/>
                <a:gd name="connsiteY18752" fmla="*/ 333851 h 876300"/>
                <a:gd name="connsiteX18753" fmla="*/ 264890 w 2419350"/>
                <a:gd name="connsiteY18753" fmla="*/ 335471 h 876300"/>
                <a:gd name="connsiteX18754" fmla="*/ 267843 w 2419350"/>
                <a:gd name="connsiteY18754" fmla="*/ 339090 h 876300"/>
                <a:gd name="connsiteX18755" fmla="*/ 270129 w 2419350"/>
                <a:gd name="connsiteY18755" fmla="*/ 343091 h 876300"/>
                <a:gd name="connsiteX18756" fmla="*/ 271463 w 2419350"/>
                <a:gd name="connsiteY18756" fmla="*/ 344805 h 876300"/>
                <a:gd name="connsiteX18757" fmla="*/ 278892 w 2419350"/>
                <a:gd name="connsiteY18757" fmla="*/ 352616 h 876300"/>
                <a:gd name="connsiteX18758" fmla="*/ 280321 w 2419350"/>
                <a:gd name="connsiteY18758" fmla="*/ 354806 h 876300"/>
                <a:gd name="connsiteX18759" fmla="*/ 281178 w 2419350"/>
                <a:gd name="connsiteY18759" fmla="*/ 357473 h 876300"/>
                <a:gd name="connsiteX18760" fmla="*/ 281654 w 2419350"/>
                <a:gd name="connsiteY18760" fmla="*/ 361093 h 876300"/>
                <a:gd name="connsiteX18761" fmla="*/ 283083 w 2419350"/>
                <a:gd name="connsiteY18761" fmla="*/ 363855 h 876300"/>
                <a:gd name="connsiteX18762" fmla="*/ 283655 w 2419350"/>
                <a:gd name="connsiteY18762" fmla="*/ 364427 h 876300"/>
                <a:gd name="connsiteX18763" fmla="*/ 284797 w 2419350"/>
                <a:gd name="connsiteY18763" fmla="*/ 364331 h 876300"/>
                <a:gd name="connsiteX18764" fmla="*/ 284988 w 2419350"/>
                <a:gd name="connsiteY18764" fmla="*/ 364808 h 876300"/>
                <a:gd name="connsiteX18765" fmla="*/ 285083 w 2419350"/>
                <a:gd name="connsiteY18765" fmla="*/ 365284 h 876300"/>
                <a:gd name="connsiteX18766" fmla="*/ 284988 w 2419350"/>
                <a:gd name="connsiteY18766" fmla="*/ 365760 h 876300"/>
                <a:gd name="connsiteX18767" fmla="*/ 284797 w 2419350"/>
                <a:gd name="connsiteY18767" fmla="*/ 366236 h 876300"/>
                <a:gd name="connsiteX18768" fmla="*/ 284321 w 2419350"/>
                <a:gd name="connsiteY18768" fmla="*/ 365951 h 876300"/>
                <a:gd name="connsiteX18769" fmla="*/ 283750 w 2419350"/>
                <a:gd name="connsiteY18769" fmla="*/ 365855 h 876300"/>
                <a:gd name="connsiteX18770" fmla="*/ 283178 w 2419350"/>
                <a:gd name="connsiteY18770" fmla="*/ 365951 h 876300"/>
                <a:gd name="connsiteX18771" fmla="*/ 282702 w 2419350"/>
                <a:gd name="connsiteY18771" fmla="*/ 366236 h 876300"/>
                <a:gd name="connsiteX18772" fmla="*/ 283369 w 2419350"/>
                <a:gd name="connsiteY18772" fmla="*/ 367475 h 876300"/>
                <a:gd name="connsiteX18773" fmla="*/ 283464 w 2419350"/>
                <a:gd name="connsiteY18773" fmla="*/ 367855 h 876300"/>
                <a:gd name="connsiteX18774" fmla="*/ 283369 w 2419350"/>
                <a:gd name="connsiteY18774" fmla="*/ 368237 h 876300"/>
                <a:gd name="connsiteX18775" fmla="*/ 283178 w 2419350"/>
                <a:gd name="connsiteY18775" fmla="*/ 368427 h 876300"/>
                <a:gd name="connsiteX18776" fmla="*/ 282988 w 2419350"/>
                <a:gd name="connsiteY18776" fmla="*/ 368522 h 876300"/>
                <a:gd name="connsiteX18777" fmla="*/ 282797 w 2419350"/>
                <a:gd name="connsiteY18777" fmla="*/ 368713 h 876300"/>
                <a:gd name="connsiteX18778" fmla="*/ 282607 w 2419350"/>
                <a:gd name="connsiteY18778" fmla="*/ 369380 h 876300"/>
                <a:gd name="connsiteX18779" fmla="*/ 282512 w 2419350"/>
                <a:gd name="connsiteY18779" fmla="*/ 370237 h 876300"/>
                <a:gd name="connsiteX18780" fmla="*/ 282702 w 2419350"/>
                <a:gd name="connsiteY18780" fmla="*/ 370808 h 876300"/>
                <a:gd name="connsiteX18781" fmla="*/ 283464 w 2419350"/>
                <a:gd name="connsiteY18781" fmla="*/ 370522 h 876300"/>
                <a:gd name="connsiteX18782" fmla="*/ 285750 w 2419350"/>
                <a:gd name="connsiteY18782" fmla="*/ 372523 h 876300"/>
                <a:gd name="connsiteX18783" fmla="*/ 286036 w 2419350"/>
                <a:gd name="connsiteY18783" fmla="*/ 373285 h 876300"/>
                <a:gd name="connsiteX18784" fmla="*/ 286036 w 2419350"/>
                <a:gd name="connsiteY18784" fmla="*/ 374428 h 876300"/>
                <a:gd name="connsiteX18785" fmla="*/ 285940 w 2419350"/>
                <a:gd name="connsiteY18785" fmla="*/ 374713 h 876300"/>
                <a:gd name="connsiteX18786" fmla="*/ 285655 w 2419350"/>
                <a:gd name="connsiteY18786" fmla="*/ 375190 h 876300"/>
                <a:gd name="connsiteX18787" fmla="*/ 284797 w 2419350"/>
                <a:gd name="connsiteY18787" fmla="*/ 375952 h 876300"/>
                <a:gd name="connsiteX18788" fmla="*/ 284607 w 2419350"/>
                <a:gd name="connsiteY18788" fmla="*/ 376238 h 876300"/>
                <a:gd name="connsiteX18789" fmla="*/ 285083 w 2419350"/>
                <a:gd name="connsiteY18789" fmla="*/ 376809 h 876300"/>
                <a:gd name="connsiteX18790" fmla="*/ 285655 w 2419350"/>
                <a:gd name="connsiteY18790" fmla="*/ 376904 h 876300"/>
                <a:gd name="connsiteX18791" fmla="*/ 286988 w 2419350"/>
                <a:gd name="connsiteY18791" fmla="*/ 376714 h 876300"/>
                <a:gd name="connsiteX18792" fmla="*/ 287179 w 2419350"/>
                <a:gd name="connsiteY18792" fmla="*/ 376619 h 876300"/>
                <a:gd name="connsiteX18793" fmla="*/ 287274 w 2419350"/>
                <a:gd name="connsiteY18793" fmla="*/ 376428 h 876300"/>
                <a:gd name="connsiteX18794" fmla="*/ 287369 w 2419350"/>
                <a:gd name="connsiteY18794" fmla="*/ 376333 h 876300"/>
                <a:gd name="connsiteX18795" fmla="*/ 287655 w 2419350"/>
                <a:gd name="connsiteY18795" fmla="*/ 376523 h 876300"/>
                <a:gd name="connsiteX18796" fmla="*/ 288131 w 2419350"/>
                <a:gd name="connsiteY18796" fmla="*/ 377095 h 876300"/>
                <a:gd name="connsiteX18797" fmla="*/ 288417 w 2419350"/>
                <a:gd name="connsiteY18797" fmla="*/ 377285 h 876300"/>
                <a:gd name="connsiteX18798" fmla="*/ 289465 w 2419350"/>
                <a:gd name="connsiteY18798" fmla="*/ 377666 h 876300"/>
                <a:gd name="connsiteX18799" fmla="*/ 291655 w 2419350"/>
                <a:gd name="connsiteY18799" fmla="*/ 378905 h 876300"/>
                <a:gd name="connsiteX18800" fmla="*/ 292703 w 2419350"/>
                <a:gd name="connsiteY18800" fmla="*/ 379190 h 876300"/>
                <a:gd name="connsiteX18801" fmla="*/ 293180 w 2419350"/>
                <a:gd name="connsiteY18801" fmla="*/ 379762 h 876300"/>
                <a:gd name="connsiteX18802" fmla="*/ 293561 w 2419350"/>
                <a:gd name="connsiteY18802" fmla="*/ 381095 h 876300"/>
                <a:gd name="connsiteX18803" fmla="*/ 293941 w 2419350"/>
                <a:gd name="connsiteY18803" fmla="*/ 383096 h 876300"/>
                <a:gd name="connsiteX18804" fmla="*/ 293846 w 2419350"/>
                <a:gd name="connsiteY18804" fmla="*/ 383000 h 876300"/>
                <a:gd name="connsiteX18805" fmla="*/ 293656 w 2419350"/>
                <a:gd name="connsiteY18805" fmla="*/ 383191 h 876300"/>
                <a:gd name="connsiteX18806" fmla="*/ 293370 w 2419350"/>
                <a:gd name="connsiteY18806" fmla="*/ 383572 h 876300"/>
                <a:gd name="connsiteX18807" fmla="*/ 293275 w 2419350"/>
                <a:gd name="connsiteY18807" fmla="*/ 383762 h 876300"/>
                <a:gd name="connsiteX18808" fmla="*/ 293370 w 2419350"/>
                <a:gd name="connsiteY18808" fmla="*/ 383762 h 876300"/>
                <a:gd name="connsiteX18809" fmla="*/ 293846 w 2419350"/>
                <a:gd name="connsiteY18809" fmla="*/ 384238 h 876300"/>
                <a:gd name="connsiteX18810" fmla="*/ 293941 w 2419350"/>
                <a:gd name="connsiteY18810" fmla="*/ 384238 h 876300"/>
                <a:gd name="connsiteX18811" fmla="*/ 293751 w 2419350"/>
                <a:gd name="connsiteY18811" fmla="*/ 385096 h 876300"/>
                <a:gd name="connsiteX18812" fmla="*/ 293561 w 2419350"/>
                <a:gd name="connsiteY18812" fmla="*/ 385381 h 876300"/>
                <a:gd name="connsiteX18813" fmla="*/ 293275 w 2419350"/>
                <a:gd name="connsiteY18813" fmla="*/ 385667 h 876300"/>
                <a:gd name="connsiteX18814" fmla="*/ 294037 w 2419350"/>
                <a:gd name="connsiteY18814" fmla="*/ 386620 h 876300"/>
                <a:gd name="connsiteX18815" fmla="*/ 296132 w 2419350"/>
                <a:gd name="connsiteY18815" fmla="*/ 388525 h 876300"/>
                <a:gd name="connsiteX18816" fmla="*/ 296513 w 2419350"/>
                <a:gd name="connsiteY18816" fmla="*/ 389096 h 876300"/>
                <a:gd name="connsiteX18817" fmla="*/ 296704 w 2419350"/>
                <a:gd name="connsiteY18817" fmla="*/ 391382 h 876300"/>
                <a:gd name="connsiteX18818" fmla="*/ 297180 w 2419350"/>
                <a:gd name="connsiteY18818" fmla="*/ 393573 h 876300"/>
                <a:gd name="connsiteX18819" fmla="*/ 297656 w 2419350"/>
                <a:gd name="connsiteY18819" fmla="*/ 394811 h 876300"/>
                <a:gd name="connsiteX18820" fmla="*/ 298418 w 2419350"/>
                <a:gd name="connsiteY18820" fmla="*/ 395954 h 876300"/>
                <a:gd name="connsiteX18821" fmla="*/ 301085 w 2419350"/>
                <a:gd name="connsiteY18821" fmla="*/ 399002 h 876300"/>
                <a:gd name="connsiteX18822" fmla="*/ 303562 w 2419350"/>
                <a:gd name="connsiteY18822" fmla="*/ 402908 h 876300"/>
                <a:gd name="connsiteX18823" fmla="*/ 303943 w 2419350"/>
                <a:gd name="connsiteY18823" fmla="*/ 404146 h 876300"/>
                <a:gd name="connsiteX18824" fmla="*/ 304229 w 2419350"/>
                <a:gd name="connsiteY18824" fmla="*/ 404717 h 876300"/>
                <a:gd name="connsiteX18825" fmla="*/ 304609 w 2419350"/>
                <a:gd name="connsiteY18825" fmla="*/ 405194 h 876300"/>
                <a:gd name="connsiteX18826" fmla="*/ 307657 w 2419350"/>
                <a:gd name="connsiteY18826" fmla="*/ 408051 h 876300"/>
                <a:gd name="connsiteX18827" fmla="*/ 308515 w 2419350"/>
                <a:gd name="connsiteY18827" fmla="*/ 409194 h 876300"/>
                <a:gd name="connsiteX18828" fmla="*/ 308896 w 2419350"/>
                <a:gd name="connsiteY18828" fmla="*/ 410242 h 876300"/>
                <a:gd name="connsiteX18829" fmla="*/ 309181 w 2419350"/>
                <a:gd name="connsiteY18829" fmla="*/ 412337 h 876300"/>
                <a:gd name="connsiteX18830" fmla="*/ 309753 w 2419350"/>
                <a:gd name="connsiteY18830" fmla="*/ 414528 h 876300"/>
                <a:gd name="connsiteX18831" fmla="*/ 310039 w 2419350"/>
                <a:gd name="connsiteY18831" fmla="*/ 416719 h 876300"/>
                <a:gd name="connsiteX18832" fmla="*/ 309563 w 2419350"/>
                <a:gd name="connsiteY18832" fmla="*/ 419005 h 876300"/>
                <a:gd name="connsiteX18833" fmla="*/ 307848 w 2419350"/>
                <a:gd name="connsiteY18833" fmla="*/ 421100 h 876300"/>
                <a:gd name="connsiteX18834" fmla="*/ 307086 w 2419350"/>
                <a:gd name="connsiteY18834" fmla="*/ 422243 h 876300"/>
                <a:gd name="connsiteX18835" fmla="*/ 307181 w 2419350"/>
                <a:gd name="connsiteY18835" fmla="*/ 423196 h 876300"/>
                <a:gd name="connsiteX18836" fmla="*/ 307467 w 2419350"/>
                <a:gd name="connsiteY18836" fmla="*/ 423577 h 876300"/>
                <a:gd name="connsiteX18837" fmla="*/ 311848 w 2419350"/>
                <a:gd name="connsiteY18837" fmla="*/ 432245 h 876300"/>
                <a:gd name="connsiteX18838" fmla="*/ 316801 w 2419350"/>
                <a:gd name="connsiteY18838" fmla="*/ 439293 h 876300"/>
                <a:gd name="connsiteX18839" fmla="*/ 321373 w 2419350"/>
                <a:gd name="connsiteY18839" fmla="*/ 445580 h 876300"/>
                <a:gd name="connsiteX18840" fmla="*/ 323183 w 2419350"/>
                <a:gd name="connsiteY18840" fmla="*/ 447104 h 876300"/>
                <a:gd name="connsiteX18841" fmla="*/ 325183 w 2419350"/>
                <a:gd name="connsiteY18841" fmla="*/ 448342 h 876300"/>
                <a:gd name="connsiteX18842" fmla="*/ 329565 w 2419350"/>
                <a:gd name="connsiteY18842" fmla="*/ 450533 h 876300"/>
                <a:gd name="connsiteX18843" fmla="*/ 331470 w 2419350"/>
                <a:gd name="connsiteY18843" fmla="*/ 451771 h 876300"/>
                <a:gd name="connsiteX18844" fmla="*/ 332899 w 2419350"/>
                <a:gd name="connsiteY18844" fmla="*/ 453390 h 876300"/>
                <a:gd name="connsiteX18845" fmla="*/ 337185 w 2419350"/>
                <a:gd name="connsiteY18845" fmla="*/ 461105 h 876300"/>
                <a:gd name="connsiteX18846" fmla="*/ 337756 w 2419350"/>
                <a:gd name="connsiteY18846" fmla="*/ 463296 h 876300"/>
                <a:gd name="connsiteX18847" fmla="*/ 345472 w 2419350"/>
                <a:gd name="connsiteY18847" fmla="*/ 475583 h 876300"/>
                <a:gd name="connsiteX18848" fmla="*/ 346520 w 2419350"/>
                <a:gd name="connsiteY18848" fmla="*/ 476345 h 876300"/>
                <a:gd name="connsiteX18849" fmla="*/ 347948 w 2419350"/>
                <a:gd name="connsiteY18849" fmla="*/ 478822 h 876300"/>
                <a:gd name="connsiteX18850" fmla="*/ 349282 w 2419350"/>
                <a:gd name="connsiteY18850" fmla="*/ 480155 h 876300"/>
                <a:gd name="connsiteX18851" fmla="*/ 361855 w 2419350"/>
                <a:gd name="connsiteY18851" fmla="*/ 489109 h 876300"/>
                <a:gd name="connsiteX18852" fmla="*/ 371761 w 2419350"/>
                <a:gd name="connsiteY18852" fmla="*/ 495871 h 876300"/>
                <a:gd name="connsiteX18853" fmla="*/ 380047 w 2419350"/>
                <a:gd name="connsiteY18853" fmla="*/ 500729 h 876300"/>
                <a:gd name="connsiteX18854" fmla="*/ 380714 w 2419350"/>
                <a:gd name="connsiteY18854" fmla="*/ 501587 h 876300"/>
                <a:gd name="connsiteX18855" fmla="*/ 381000 w 2419350"/>
                <a:gd name="connsiteY18855" fmla="*/ 502539 h 876300"/>
                <a:gd name="connsiteX18856" fmla="*/ 381095 w 2419350"/>
                <a:gd name="connsiteY18856" fmla="*/ 504444 h 876300"/>
                <a:gd name="connsiteX18857" fmla="*/ 381190 w 2419350"/>
                <a:gd name="connsiteY18857" fmla="*/ 505111 h 876300"/>
                <a:gd name="connsiteX18858" fmla="*/ 381476 w 2419350"/>
                <a:gd name="connsiteY18858" fmla="*/ 505587 h 876300"/>
                <a:gd name="connsiteX18859" fmla="*/ 381857 w 2419350"/>
                <a:gd name="connsiteY18859" fmla="*/ 506063 h 876300"/>
                <a:gd name="connsiteX18860" fmla="*/ 382143 w 2419350"/>
                <a:gd name="connsiteY18860" fmla="*/ 506635 h 876300"/>
                <a:gd name="connsiteX18861" fmla="*/ 382143 w 2419350"/>
                <a:gd name="connsiteY18861" fmla="*/ 507016 h 876300"/>
                <a:gd name="connsiteX18862" fmla="*/ 382048 w 2419350"/>
                <a:gd name="connsiteY18862" fmla="*/ 507397 h 876300"/>
                <a:gd name="connsiteX18863" fmla="*/ 382048 w 2419350"/>
                <a:gd name="connsiteY18863" fmla="*/ 507873 h 876300"/>
                <a:gd name="connsiteX18864" fmla="*/ 382143 w 2419350"/>
                <a:gd name="connsiteY18864" fmla="*/ 508445 h 876300"/>
                <a:gd name="connsiteX18865" fmla="*/ 382714 w 2419350"/>
                <a:gd name="connsiteY18865" fmla="*/ 509397 h 876300"/>
                <a:gd name="connsiteX18866" fmla="*/ 384334 w 2419350"/>
                <a:gd name="connsiteY18866" fmla="*/ 511207 h 876300"/>
                <a:gd name="connsiteX18867" fmla="*/ 384715 w 2419350"/>
                <a:gd name="connsiteY18867" fmla="*/ 512255 h 876300"/>
                <a:gd name="connsiteX18868" fmla="*/ 384524 w 2419350"/>
                <a:gd name="connsiteY18868" fmla="*/ 513302 h 876300"/>
                <a:gd name="connsiteX18869" fmla="*/ 383572 w 2419350"/>
                <a:gd name="connsiteY18869" fmla="*/ 514921 h 876300"/>
                <a:gd name="connsiteX18870" fmla="*/ 383191 w 2419350"/>
                <a:gd name="connsiteY18870" fmla="*/ 515303 h 876300"/>
                <a:gd name="connsiteX18871" fmla="*/ 383667 w 2419350"/>
                <a:gd name="connsiteY18871" fmla="*/ 517112 h 876300"/>
                <a:gd name="connsiteX18872" fmla="*/ 384715 w 2419350"/>
                <a:gd name="connsiteY18872" fmla="*/ 518446 h 876300"/>
                <a:gd name="connsiteX18873" fmla="*/ 386143 w 2419350"/>
                <a:gd name="connsiteY18873" fmla="*/ 519494 h 876300"/>
                <a:gd name="connsiteX18874" fmla="*/ 387572 w 2419350"/>
                <a:gd name="connsiteY18874" fmla="*/ 520255 h 876300"/>
                <a:gd name="connsiteX18875" fmla="*/ 396049 w 2419350"/>
                <a:gd name="connsiteY18875" fmla="*/ 526828 h 876300"/>
                <a:gd name="connsiteX18876" fmla="*/ 405193 w 2419350"/>
                <a:gd name="connsiteY18876" fmla="*/ 533114 h 876300"/>
                <a:gd name="connsiteX18877" fmla="*/ 414433 w 2419350"/>
                <a:gd name="connsiteY18877" fmla="*/ 541020 h 876300"/>
                <a:gd name="connsiteX18878" fmla="*/ 415195 w 2419350"/>
                <a:gd name="connsiteY18878" fmla="*/ 542068 h 876300"/>
                <a:gd name="connsiteX18879" fmla="*/ 415957 w 2419350"/>
                <a:gd name="connsiteY18879" fmla="*/ 544068 h 876300"/>
                <a:gd name="connsiteX18880" fmla="*/ 416814 w 2419350"/>
                <a:gd name="connsiteY18880" fmla="*/ 544830 h 876300"/>
                <a:gd name="connsiteX18881" fmla="*/ 423672 w 2419350"/>
                <a:gd name="connsiteY18881" fmla="*/ 547497 h 876300"/>
                <a:gd name="connsiteX18882" fmla="*/ 430149 w 2419350"/>
                <a:gd name="connsiteY18882" fmla="*/ 551402 h 876300"/>
                <a:gd name="connsiteX18883" fmla="*/ 436055 w 2419350"/>
                <a:gd name="connsiteY18883" fmla="*/ 556546 h 876300"/>
                <a:gd name="connsiteX18884" fmla="*/ 437007 w 2419350"/>
                <a:gd name="connsiteY18884" fmla="*/ 557594 h 876300"/>
                <a:gd name="connsiteX18885" fmla="*/ 437674 w 2419350"/>
                <a:gd name="connsiteY18885" fmla="*/ 559784 h 876300"/>
                <a:gd name="connsiteX18886" fmla="*/ 438340 w 2419350"/>
                <a:gd name="connsiteY18886" fmla="*/ 560737 h 876300"/>
                <a:gd name="connsiteX18887" fmla="*/ 439198 w 2419350"/>
                <a:gd name="connsiteY18887" fmla="*/ 561022 h 876300"/>
                <a:gd name="connsiteX18888" fmla="*/ 439960 w 2419350"/>
                <a:gd name="connsiteY18888" fmla="*/ 560356 h 876300"/>
                <a:gd name="connsiteX18889" fmla="*/ 440912 w 2419350"/>
                <a:gd name="connsiteY18889" fmla="*/ 560927 h 876300"/>
                <a:gd name="connsiteX18890" fmla="*/ 441293 w 2419350"/>
                <a:gd name="connsiteY18890" fmla="*/ 561213 h 876300"/>
                <a:gd name="connsiteX18891" fmla="*/ 441674 w 2419350"/>
                <a:gd name="connsiteY18891" fmla="*/ 561689 h 876300"/>
                <a:gd name="connsiteX18892" fmla="*/ 442531 w 2419350"/>
                <a:gd name="connsiteY18892" fmla="*/ 564071 h 876300"/>
                <a:gd name="connsiteX18893" fmla="*/ 442817 w 2419350"/>
                <a:gd name="connsiteY18893" fmla="*/ 564547 h 876300"/>
                <a:gd name="connsiteX18894" fmla="*/ 443389 w 2419350"/>
                <a:gd name="connsiteY18894" fmla="*/ 564642 h 876300"/>
                <a:gd name="connsiteX18895" fmla="*/ 444055 w 2419350"/>
                <a:gd name="connsiteY18895" fmla="*/ 564356 h 876300"/>
                <a:gd name="connsiteX18896" fmla="*/ 444722 w 2419350"/>
                <a:gd name="connsiteY18896" fmla="*/ 563975 h 876300"/>
                <a:gd name="connsiteX18897" fmla="*/ 445389 w 2419350"/>
                <a:gd name="connsiteY18897" fmla="*/ 563785 h 876300"/>
                <a:gd name="connsiteX18898" fmla="*/ 446056 w 2419350"/>
                <a:gd name="connsiteY18898" fmla="*/ 563785 h 876300"/>
                <a:gd name="connsiteX18899" fmla="*/ 446722 w 2419350"/>
                <a:gd name="connsiteY18899" fmla="*/ 563975 h 876300"/>
                <a:gd name="connsiteX18900" fmla="*/ 447389 w 2419350"/>
                <a:gd name="connsiteY18900" fmla="*/ 564261 h 876300"/>
                <a:gd name="connsiteX18901" fmla="*/ 447961 w 2419350"/>
                <a:gd name="connsiteY18901" fmla="*/ 564547 h 876300"/>
                <a:gd name="connsiteX18902" fmla="*/ 448437 w 2419350"/>
                <a:gd name="connsiteY18902" fmla="*/ 564928 h 876300"/>
                <a:gd name="connsiteX18903" fmla="*/ 449199 w 2419350"/>
                <a:gd name="connsiteY18903" fmla="*/ 565690 h 876300"/>
                <a:gd name="connsiteX18904" fmla="*/ 449771 w 2419350"/>
                <a:gd name="connsiteY18904" fmla="*/ 566071 h 876300"/>
                <a:gd name="connsiteX18905" fmla="*/ 449961 w 2419350"/>
                <a:gd name="connsiteY18905" fmla="*/ 566261 h 876300"/>
                <a:gd name="connsiteX18906" fmla="*/ 450056 w 2419350"/>
                <a:gd name="connsiteY18906" fmla="*/ 566452 h 876300"/>
                <a:gd name="connsiteX18907" fmla="*/ 450247 w 2419350"/>
                <a:gd name="connsiteY18907" fmla="*/ 566642 h 876300"/>
                <a:gd name="connsiteX18908" fmla="*/ 450628 w 2419350"/>
                <a:gd name="connsiteY18908" fmla="*/ 566738 h 876300"/>
                <a:gd name="connsiteX18909" fmla="*/ 451866 w 2419350"/>
                <a:gd name="connsiteY18909" fmla="*/ 566738 h 876300"/>
                <a:gd name="connsiteX18910" fmla="*/ 452247 w 2419350"/>
                <a:gd name="connsiteY18910" fmla="*/ 566738 h 876300"/>
                <a:gd name="connsiteX18911" fmla="*/ 453580 w 2419350"/>
                <a:gd name="connsiteY18911" fmla="*/ 567214 h 876300"/>
                <a:gd name="connsiteX18912" fmla="*/ 454342 w 2419350"/>
                <a:gd name="connsiteY18912" fmla="*/ 567976 h 876300"/>
                <a:gd name="connsiteX18913" fmla="*/ 455581 w 2419350"/>
                <a:gd name="connsiteY18913" fmla="*/ 570262 h 876300"/>
                <a:gd name="connsiteX18914" fmla="*/ 456533 w 2419350"/>
                <a:gd name="connsiteY18914" fmla="*/ 569309 h 876300"/>
                <a:gd name="connsiteX18915" fmla="*/ 457009 w 2419350"/>
                <a:gd name="connsiteY18915" fmla="*/ 568928 h 876300"/>
                <a:gd name="connsiteX18916" fmla="*/ 457581 w 2419350"/>
                <a:gd name="connsiteY18916" fmla="*/ 568833 h 876300"/>
                <a:gd name="connsiteX18917" fmla="*/ 458248 w 2419350"/>
                <a:gd name="connsiteY18917" fmla="*/ 569024 h 876300"/>
                <a:gd name="connsiteX18918" fmla="*/ 458914 w 2419350"/>
                <a:gd name="connsiteY18918" fmla="*/ 569405 h 876300"/>
                <a:gd name="connsiteX18919" fmla="*/ 459391 w 2419350"/>
                <a:gd name="connsiteY18919" fmla="*/ 569786 h 876300"/>
                <a:gd name="connsiteX18920" fmla="*/ 459676 w 2419350"/>
                <a:gd name="connsiteY18920" fmla="*/ 569976 h 876300"/>
                <a:gd name="connsiteX18921" fmla="*/ 459772 w 2419350"/>
                <a:gd name="connsiteY18921" fmla="*/ 570262 h 876300"/>
                <a:gd name="connsiteX18922" fmla="*/ 459296 w 2419350"/>
                <a:gd name="connsiteY18922" fmla="*/ 571786 h 876300"/>
                <a:gd name="connsiteX18923" fmla="*/ 459296 w 2419350"/>
                <a:gd name="connsiteY18923" fmla="*/ 572262 h 876300"/>
                <a:gd name="connsiteX18924" fmla="*/ 459867 w 2419350"/>
                <a:gd name="connsiteY18924" fmla="*/ 572643 h 876300"/>
                <a:gd name="connsiteX18925" fmla="*/ 460438 w 2419350"/>
                <a:gd name="connsiteY18925" fmla="*/ 572834 h 876300"/>
                <a:gd name="connsiteX18926" fmla="*/ 461772 w 2419350"/>
                <a:gd name="connsiteY18926" fmla="*/ 572834 h 876300"/>
                <a:gd name="connsiteX18927" fmla="*/ 462724 w 2419350"/>
                <a:gd name="connsiteY18927" fmla="*/ 573024 h 876300"/>
                <a:gd name="connsiteX18928" fmla="*/ 463582 w 2419350"/>
                <a:gd name="connsiteY18928" fmla="*/ 573596 h 876300"/>
                <a:gd name="connsiteX18929" fmla="*/ 464915 w 2419350"/>
                <a:gd name="connsiteY18929" fmla="*/ 574929 h 876300"/>
                <a:gd name="connsiteX18930" fmla="*/ 468058 w 2419350"/>
                <a:gd name="connsiteY18930" fmla="*/ 576834 h 876300"/>
                <a:gd name="connsiteX18931" fmla="*/ 469011 w 2419350"/>
                <a:gd name="connsiteY18931" fmla="*/ 577787 h 876300"/>
                <a:gd name="connsiteX18932" fmla="*/ 469201 w 2419350"/>
                <a:gd name="connsiteY18932" fmla="*/ 578168 h 876300"/>
                <a:gd name="connsiteX18933" fmla="*/ 469297 w 2419350"/>
                <a:gd name="connsiteY18933" fmla="*/ 578644 h 876300"/>
                <a:gd name="connsiteX18934" fmla="*/ 469297 w 2419350"/>
                <a:gd name="connsiteY18934" fmla="*/ 579692 h 876300"/>
                <a:gd name="connsiteX18935" fmla="*/ 469106 w 2419350"/>
                <a:gd name="connsiteY18935" fmla="*/ 580358 h 876300"/>
                <a:gd name="connsiteX18936" fmla="*/ 468344 w 2419350"/>
                <a:gd name="connsiteY18936" fmla="*/ 581406 h 876300"/>
                <a:gd name="connsiteX18937" fmla="*/ 468154 w 2419350"/>
                <a:gd name="connsiteY18937" fmla="*/ 581882 h 876300"/>
                <a:gd name="connsiteX18938" fmla="*/ 468535 w 2419350"/>
                <a:gd name="connsiteY18938" fmla="*/ 582739 h 876300"/>
                <a:gd name="connsiteX18939" fmla="*/ 469487 w 2419350"/>
                <a:gd name="connsiteY18939" fmla="*/ 582930 h 876300"/>
                <a:gd name="connsiteX18940" fmla="*/ 470630 w 2419350"/>
                <a:gd name="connsiteY18940" fmla="*/ 582930 h 876300"/>
                <a:gd name="connsiteX18941" fmla="*/ 471773 w 2419350"/>
                <a:gd name="connsiteY18941" fmla="*/ 583025 h 876300"/>
                <a:gd name="connsiteX18942" fmla="*/ 472440 w 2419350"/>
                <a:gd name="connsiteY18942" fmla="*/ 583406 h 876300"/>
                <a:gd name="connsiteX18943" fmla="*/ 473297 w 2419350"/>
                <a:gd name="connsiteY18943" fmla="*/ 584168 h 876300"/>
                <a:gd name="connsiteX18944" fmla="*/ 473869 w 2419350"/>
                <a:gd name="connsiteY18944" fmla="*/ 585026 h 876300"/>
                <a:gd name="connsiteX18945" fmla="*/ 473773 w 2419350"/>
                <a:gd name="connsiteY18945" fmla="*/ 585788 h 876300"/>
                <a:gd name="connsiteX18946" fmla="*/ 473202 w 2419350"/>
                <a:gd name="connsiteY18946" fmla="*/ 586835 h 876300"/>
                <a:gd name="connsiteX18947" fmla="*/ 473488 w 2419350"/>
                <a:gd name="connsiteY18947" fmla="*/ 587693 h 876300"/>
                <a:gd name="connsiteX18948" fmla="*/ 475869 w 2419350"/>
                <a:gd name="connsiteY18948" fmla="*/ 589979 h 876300"/>
                <a:gd name="connsiteX18949" fmla="*/ 479679 w 2419350"/>
                <a:gd name="connsiteY18949" fmla="*/ 594646 h 876300"/>
                <a:gd name="connsiteX18950" fmla="*/ 480536 w 2419350"/>
                <a:gd name="connsiteY18950" fmla="*/ 595503 h 876300"/>
                <a:gd name="connsiteX18951" fmla="*/ 481489 w 2419350"/>
                <a:gd name="connsiteY18951" fmla="*/ 596170 h 876300"/>
                <a:gd name="connsiteX18952" fmla="*/ 483203 w 2419350"/>
                <a:gd name="connsiteY18952" fmla="*/ 596646 h 876300"/>
                <a:gd name="connsiteX18953" fmla="*/ 483584 w 2419350"/>
                <a:gd name="connsiteY18953" fmla="*/ 597218 h 876300"/>
                <a:gd name="connsiteX18954" fmla="*/ 483870 w 2419350"/>
                <a:gd name="connsiteY18954" fmla="*/ 597789 h 876300"/>
                <a:gd name="connsiteX18955" fmla="*/ 484156 w 2419350"/>
                <a:gd name="connsiteY18955" fmla="*/ 598265 h 876300"/>
                <a:gd name="connsiteX18956" fmla="*/ 484727 w 2419350"/>
                <a:gd name="connsiteY18956" fmla="*/ 598646 h 876300"/>
                <a:gd name="connsiteX18957" fmla="*/ 485204 w 2419350"/>
                <a:gd name="connsiteY18957" fmla="*/ 598742 h 876300"/>
                <a:gd name="connsiteX18958" fmla="*/ 485680 w 2419350"/>
                <a:gd name="connsiteY18958" fmla="*/ 598837 h 876300"/>
                <a:gd name="connsiteX18959" fmla="*/ 486251 w 2419350"/>
                <a:gd name="connsiteY18959" fmla="*/ 599027 h 876300"/>
                <a:gd name="connsiteX18960" fmla="*/ 487394 w 2419350"/>
                <a:gd name="connsiteY18960" fmla="*/ 599694 h 876300"/>
                <a:gd name="connsiteX18961" fmla="*/ 489680 w 2419350"/>
                <a:gd name="connsiteY18961" fmla="*/ 602075 h 876300"/>
                <a:gd name="connsiteX18962" fmla="*/ 490347 w 2419350"/>
                <a:gd name="connsiteY18962" fmla="*/ 603123 h 876300"/>
                <a:gd name="connsiteX18963" fmla="*/ 489109 w 2419350"/>
                <a:gd name="connsiteY18963" fmla="*/ 604171 h 876300"/>
                <a:gd name="connsiteX18964" fmla="*/ 489490 w 2419350"/>
                <a:gd name="connsiteY18964" fmla="*/ 605123 h 876300"/>
                <a:gd name="connsiteX18965" fmla="*/ 493205 w 2419350"/>
                <a:gd name="connsiteY18965" fmla="*/ 607314 h 876300"/>
                <a:gd name="connsiteX18966" fmla="*/ 494062 w 2419350"/>
                <a:gd name="connsiteY18966" fmla="*/ 607695 h 876300"/>
                <a:gd name="connsiteX18967" fmla="*/ 497491 w 2419350"/>
                <a:gd name="connsiteY18967" fmla="*/ 610838 h 876300"/>
                <a:gd name="connsiteX18968" fmla="*/ 497872 w 2419350"/>
                <a:gd name="connsiteY18968" fmla="*/ 611886 h 876300"/>
                <a:gd name="connsiteX18969" fmla="*/ 498253 w 2419350"/>
                <a:gd name="connsiteY18969" fmla="*/ 612458 h 876300"/>
                <a:gd name="connsiteX18970" fmla="*/ 499110 w 2419350"/>
                <a:gd name="connsiteY18970" fmla="*/ 612838 h 876300"/>
                <a:gd name="connsiteX18971" fmla="*/ 499681 w 2419350"/>
                <a:gd name="connsiteY18971" fmla="*/ 613220 h 876300"/>
                <a:gd name="connsiteX18972" fmla="*/ 502444 w 2419350"/>
                <a:gd name="connsiteY18972" fmla="*/ 615601 h 876300"/>
                <a:gd name="connsiteX18973" fmla="*/ 503111 w 2419350"/>
                <a:gd name="connsiteY18973" fmla="*/ 616553 h 876300"/>
                <a:gd name="connsiteX18974" fmla="*/ 503396 w 2419350"/>
                <a:gd name="connsiteY18974" fmla="*/ 617792 h 876300"/>
                <a:gd name="connsiteX18975" fmla="*/ 503111 w 2419350"/>
                <a:gd name="connsiteY18975" fmla="*/ 619697 h 876300"/>
                <a:gd name="connsiteX18976" fmla="*/ 503491 w 2419350"/>
                <a:gd name="connsiteY18976" fmla="*/ 620173 h 876300"/>
                <a:gd name="connsiteX18977" fmla="*/ 510730 w 2419350"/>
                <a:gd name="connsiteY18977" fmla="*/ 620268 h 876300"/>
                <a:gd name="connsiteX18978" fmla="*/ 511397 w 2419350"/>
                <a:gd name="connsiteY18978" fmla="*/ 620173 h 876300"/>
                <a:gd name="connsiteX18979" fmla="*/ 511683 w 2419350"/>
                <a:gd name="connsiteY18979" fmla="*/ 619792 h 876300"/>
                <a:gd name="connsiteX18980" fmla="*/ 511588 w 2419350"/>
                <a:gd name="connsiteY18980" fmla="*/ 619220 h 876300"/>
                <a:gd name="connsiteX18981" fmla="*/ 511016 w 2419350"/>
                <a:gd name="connsiteY18981" fmla="*/ 617982 h 876300"/>
                <a:gd name="connsiteX18982" fmla="*/ 510730 w 2419350"/>
                <a:gd name="connsiteY18982" fmla="*/ 615791 h 876300"/>
                <a:gd name="connsiteX18983" fmla="*/ 510254 w 2419350"/>
                <a:gd name="connsiteY18983" fmla="*/ 613791 h 876300"/>
                <a:gd name="connsiteX18984" fmla="*/ 502063 w 2419350"/>
                <a:gd name="connsiteY18984" fmla="*/ 600742 h 876300"/>
                <a:gd name="connsiteX18985" fmla="*/ 501777 w 2419350"/>
                <a:gd name="connsiteY18985" fmla="*/ 599694 h 876300"/>
                <a:gd name="connsiteX18986" fmla="*/ 502063 w 2419350"/>
                <a:gd name="connsiteY18986" fmla="*/ 598837 h 876300"/>
                <a:gd name="connsiteX18987" fmla="*/ 503015 w 2419350"/>
                <a:gd name="connsiteY18987" fmla="*/ 598075 h 876300"/>
                <a:gd name="connsiteX18988" fmla="*/ 503872 w 2419350"/>
                <a:gd name="connsiteY18988" fmla="*/ 597694 h 876300"/>
                <a:gd name="connsiteX18989" fmla="*/ 504920 w 2419350"/>
                <a:gd name="connsiteY18989" fmla="*/ 597599 h 876300"/>
                <a:gd name="connsiteX18990" fmla="*/ 506254 w 2419350"/>
                <a:gd name="connsiteY18990" fmla="*/ 597599 h 876300"/>
                <a:gd name="connsiteX18991" fmla="*/ 505968 w 2419350"/>
                <a:gd name="connsiteY18991" fmla="*/ 596741 h 876300"/>
                <a:gd name="connsiteX18992" fmla="*/ 505873 w 2419350"/>
                <a:gd name="connsiteY18992" fmla="*/ 596551 h 876300"/>
                <a:gd name="connsiteX18993" fmla="*/ 506254 w 2419350"/>
                <a:gd name="connsiteY18993" fmla="*/ 596551 h 876300"/>
                <a:gd name="connsiteX18994" fmla="*/ 506730 w 2419350"/>
                <a:gd name="connsiteY18994" fmla="*/ 597218 h 876300"/>
                <a:gd name="connsiteX18995" fmla="*/ 507778 w 2419350"/>
                <a:gd name="connsiteY18995" fmla="*/ 597599 h 876300"/>
                <a:gd name="connsiteX18996" fmla="*/ 509873 w 2419350"/>
                <a:gd name="connsiteY18996" fmla="*/ 598075 h 876300"/>
                <a:gd name="connsiteX18997" fmla="*/ 510730 w 2419350"/>
                <a:gd name="connsiteY18997" fmla="*/ 598551 h 876300"/>
                <a:gd name="connsiteX18998" fmla="*/ 511302 w 2419350"/>
                <a:gd name="connsiteY18998" fmla="*/ 599122 h 876300"/>
                <a:gd name="connsiteX18999" fmla="*/ 514445 w 2419350"/>
                <a:gd name="connsiteY18999" fmla="*/ 602647 h 876300"/>
                <a:gd name="connsiteX19000" fmla="*/ 515588 w 2419350"/>
                <a:gd name="connsiteY19000" fmla="*/ 603599 h 876300"/>
                <a:gd name="connsiteX19001" fmla="*/ 518065 w 2419350"/>
                <a:gd name="connsiteY19001" fmla="*/ 604361 h 876300"/>
                <a:gd name="connsiteX19002" fmla="*/ 521398 w 2419350"/>
                <a:gd name="connsiteY19002" fmla="*/ 606838 h 876300"/>
                <a:gd name="connsiteX19003" fmla="*/ 530447 w 2419350"/>
                <a:gd name="connsiteY19003" fmla="*/ 610743 h 876300"/>
                <a:gd name="connsiteX19004" fmla="*/ 532829 w 2419350"/>
                <a:gd name="connsiteY19004" fmla="*/ 612648 h 876300"/>
                <a:gd name="connsiteX19005" fmla="*/ 533209 w 2419350"/>
                <a:gd name="connsiteY19005" fmla="*/ 612838 h 876300"/>
                <a:gd name="connsiteX19006" fmla="*/ 119634 w 2419350"/>
                <a:gd name="connsiteY19006" fmla="*/ 192786 h 876300"/>
                <a:gd name="connsiteX19007" fmla="*/ 118777 w 2419350"/>
                <a:gd name="connsiteY19007" fmla="*/ 192596 h 876300"/>
                <a:gd name="connsiteX19008" fmla="*/ 117824 w 2419350"/>
                <a:gd name="connsiteY19008" fmla="*/ 192691 h 876300"/>
                <a:gd name="connsiteX19009" fmla="*/ 117062 w 2419350"/>
                <a:gd name="connsiteY19009" fmla="*/ 193072 h 876300"/>
                <a:gd name="connsiteX19010" fmla="*/ 116396 w 2419350"/>
                <a:gd name="connsiteY19010" fmla="*/ 193548 h 876300"/>
                <a:gd name="connsiteX19011" fmla="*/ 115729 w 2419350"/>
                <a:gd name="connsiteY19011" fmla="*/ 193929 h 876300"/>
                <a:gd name="connsiteX19012" fmla="*/ 114871 w 2419350"/>
                <a:gd name="connsiteY19012" fmla="*/ 193834 h 876300"/>
                <a:gd name="connsiteX19013" fmla="*/ 114395 w 2419350"/>
                <a:gd name="connsiteY19013" fmla="*/ 192977 h 876300"/>
                <a:gd name="connsiteX19014" fmla="*/ 114205 w 2419350"/>
                <a:gd name="connsiteY19014" fmla="*/ 192691 h 876300"/>
                <a:gd name="connsiteX19015" fmla="*/ 113824 w 2419350"/>
                <a:gd name="connsiteY19015" fmla="*/ 192596 h 876300"/>
                <a:gd name="connsiteX19016" fmla="*/ 113538 w 2419350"/>
                <a:gd name="connsiteY19016" fmla="*/ 192596 h 876300"/>
                <a:gd name="connsiteX19017" fmla="*/ 111347 w 2419350"/>
                <a:gd name="connsiteY19017" fmla="*/ 192977 h 876300"/>
                <a:gd name="connsiteX19018" fmla="*/ 110490 w 2419350"/>
                <a:gd name="connsiteY19018" fmla="*/ 193262 h 876300"/>
                <a:gd name="connsiteX19019" fmla="*/ 110109 w 2419350"/>
                <a:gd name="connsiteY19019" fmla="*/ 193643 h 876300"/>
                <a:gd name="connsiteX19020" fmla="*/ 115633 w 2419350"/>
                <a:gd name="connsiteY19020" fmla="*/ 195548 h 876300"/>
                <a:gd name="connsiteX19021" fmla="*/ 116681 w 2419350"/>
                <a:gd name="connsiteY19021" fmla="*/ 196501 h 876300"/>
                <a:gd name="connsiteX19022" fmla="*/ 117062 w 2419350"/>
                <a:gd name="connsiteY19022" fmla="*/ 197072 h 876300"/>
                <a:gd name="connsiteX19023" fmla="*/ 119348 w 2419350"/>
                <a:gd name="connsiteY19023" fmla="*/ 199358 h 876300"/>
                <a:gd name="connsiteX19024" fmla="*/ 119824 w 2419350"/>
                <a:gd name="connsiteY19024" fmla="*/ 200120 h 876300"/>
                <a:gd name="connsiteX19025" fmla="*/ 120301 w 2419350"/>
                <a:gd name="connsiteY19025" fmla="*/ 201073 h 876300"/>
                <a:gd name="connsiteX19026" fmla="*/ 120777 w 2419350"/>
                <a:gd name="connsiteY19026" fmla="*/ 201739 h 876300"/>
                <a:gd name="connsiteX19027" fmla="*/ 121634 w 2419350"/>
                <a:gd name="connsiteY19027" fmla="*/ 201739 h 876300"/>
                <a:gd name="connsiteX19028" fmla="*/ 121539 w 2419350"/>
                <a:gd name="connsiteY19028" fmla="*/ 202121 h 876300"/>
                <a:gd name="connsiteX19029" fmla="*/ 121634 w 2419350"/>
                <a:gd name="connsiteY19029" fmla="*/ 203073 h 876300"/>
                <a:gd name="connsiteX19030" fmla="*/ 122015 w 2419350"/>
                <a:gd name="connsiteY19030" fmla="*/ 202787 h 876300"/>
                <a:gd name="connsiteX19031" fmla="*/ 122301 w 2419350"/>
                <a:gd name="connsiteY19031" fmla="*/ 202502 h 876300"/>
                <a:gd name="connsiteX19032" fmla="*/ 122491 w 2419350"/>
                <a:gd name="connsiteY19032" fmla="*/ 202121 h 876300"/>
                <a:gd name="connsiteX19033" fmla="*/ 122682 w 2419350"/>
                <a:gd name="connsiteY19033" fmla="*/ 201644 h 876300"/>
                <a:gd name="connsiteX19034" fmla="*/ 122682 w 2419350"/>
                <a:gd name="connsiteY19034" fmla="*/ 200311 h 876300"/>
                <a:gd name="connsiteX19035" fmla="*/ 122587 w 2419350"/>
                <a:gd name="connsiteY19035" fmla="*/ 199168 h 876300"/>
                <a:gd name="connsiteX19036" fmla="*/ 122301 w 2419350"/>
                <a:gd name="connsiteY19036" fmla="*/ 198025 h 876300"/>
                <a:gd name="connsiteX19037" fmla="*/ 121920 w 2419350"/>
                <a:gd name="connsiteY19037" fmla="*/ 196882 h 876300"/>
                <a:gd name="connsiteX19038" fmla="*/ 121634 w 2419350"/>
                <a:gd name="connsiteY19038" fmla="*/ 195739 h 876300"/>
                <a:gd name="connsiteX19039" fmla="*/ 121444 w 2419350"/>
                <a:gd name="connsiteY19039" fmla="*/ 195263 h 876300"/>
                <a:gd name="connsiteX19040" fmla="*/ 120682 w 2419350"/>
                <a:gd name="connsiteY19040" fmla="*/ 194881 h 876300"/>
                <a:gd name="connsiteX19041" fmla="*/ 119443 w 2419350"/>
                <a:gd name="connsiteY19041" fmla="*/ 193643 h 876300"/>
                <a:gd name="connsiteX19042" fmla="*/ 119824 w 2419350"/>
                <a:gd name="connsiteY19042" fmla="*/ 192977 h 876300"/>
                <a:gd name="connsiteX19043" fmla="*/ 119634 w 2419350"/>
                <a:gd name="connsiteY19043" fmla="*/ 192786 h 876300"/>
                <a:gd name="connsiteX19044" fmla="*/ 153448 w 2419350"/>
                <a:gd name="connsiteY19044" fmla="*/ 256889 h 876300"/>
                <a:gd name="connsiteX19045" fmla="*/ 152495 w 2419350"/>
                <a:gd name="connsiteY19045" fmla="*/ 254794 h 876300"/>
                <a:gd name="connsiteX19046" fmla="*/ 151733 w 2419350"/>
                <a:gd name="connsiteY19046" fmla="*/ 254032 h 876300"/>
                <a:gd name="connsiteX19047" fmla="*/ 150781 w 2419350"/>
                <a:gd name="connsiteY19047" fmla="*/ 253841 h 876300"/>
                <a:gd name="connsiteX19048" fmla="*/ 149733 w 2419350"/>
                <a:gd name="connsiteY19048" fmla="*/ 253746 h 876300"/>
                <a:gd name="connsiteX19049" fmla="*/ 148876 w 2419350"/>
                <a:gd name="connsiteY19049" fmla="*/ 253460 h 876300"/>
                <a:gd name="connsiteX19050" fmla="*/ 148495 w 2419350"/>
                <a:gd name="connsiteY19050" fmla="*/ 252794 h 876300"/>
                <a:gd name="connsiteX19051" fmla="*/ 148304 w 2419350"/>
                <a:gd name="connsiteY19051" fmla="*/ 252031 h 876300"/>
                <a:gd name="connsiteX19052" fmla="*/ 147923 w 2419350"/>
                <a:gd name="connsiteY19052" fmla="*/ 251365 h 876300"/>
                <a:gd name="connsiteX19053" fmla="*/ 147066 w 2419350"/>
                <a:gd name="connsiteY19053" fmla="*/ 250127 h 876300"/>
                <a:gd name="connsiteX19054" fmla="*/ 146495 w 2419350"/>
                <a:gd name="connsiteY19054" fmla="*/ 249555 h 876300"/>
                <a:gd name="connsiteX19055" fmla="*/ 145637 w 2419350"/>
                <a:gd name="connsiteY19055" fmla="*/ 248984 h 876300"/>
                <a:gd name="connsiteX19056" fmla="*/ 144589 w 2419350"/>
                <a:gd name="connsiteY19056" fmla="*/ 248507 h 876300"/>
                <a:gd name="connsiteX19057" fmla="*/ 142208 w 2419350"/>
                <a:gd name="connsiteY19057" fmla="*/ 248031 h 876300"/>
                <a:gd name="connsiteX19058" fmla="*/ 141161 w 2419350"/>
                <a:gd name="connsiteY19058" fmla="*/ 247364 h 876300"/>
                <a:gd name="connsiteX19059" fmla="*/ 137065 w 2419350"/>
                <a:gd name="connsiteY19059" fmla="*/ 242411 h 876300"/>
                <a:gd name="connsiteX19060" fmla="*/ 136398 w 2419350"/>
                <a:gd name="connsiteY19060" fmla="*/ 240221 h 876300"/>
                <a:gd name="connsiteX19061" fmla="*/ 135731 w 2419350"/>
                <a:gd name="connsiteY19061" fmla="*/ 239268 h 876300"/>
                <a:gd name="connsiteX19062" fmla="*/ 132969 w 2419350"/>
                <a:gd name="connsiteY19062" fmla="*/ 236601 h 876300"/>
                <a:gd name="connsiteX19063" fmla="*/ 132588 w 2419350"/>
                <a:gd name="connsiteY19063" fmla="*/ 236125 h 876300"/>
                <a:gd name="connsiteX19064" fmla="*/ 132302 w 2419350"/>
                <a:gd name="connsiteY19064" fmla="*/ 234887 h 876300"/>
                <a:gd name="connsiteX19065" fmla="*/ 132112 w 2419350"/>
                <a:gd name="connsiteY19065" fmla="*/ 234601 h 876300"/>
                <a:gd name="connsiteX19066" fmla="*/ 131731 w 2419350"/>
                <a:gd name="connsiteY19066" fmla="*/ 234410 h 876300"/>
                <a:gd name="connsiteX19067" fmla="*/ 130492 w 2419350"/>
                <a:gd name="connsiteY19067" fmla="*/ 233172 h 876300"/>
                <a:gd name="connsiteX19068" fmla="*/ 130397 w 2419350"/>
                <a:gd name="connsiteY19068" fmla="*/ 232981 h 876300"/>
                <a:gd name="connsiteX19069" fmla="*/ 130207 w 2419350"/>
                <a:gd name="connsiteY19069" fmla="*/ 232315 h 876300"/>
                <a:gd name="connsiteX19070" fmla="*/ 130112 w 2419350"/>
                <a:gd name="connsiteY19070" fmla="*/ 232124 h 876300"/>
                <a:gd name="connsiteX19071" fmla="*/ 129826 w 2419350"/>
                <a:gd name="connsiteY19071" fmla="*/ 232124 h 876300"/>
                <a:gd name="connsiteX19072" fmla="*/ 129254 w 2419350"/>
                <a:gd name="connsiteY19072" fmla="*/ 232220 h 876300"/>
                <a:gd name="connsiteX19073" fmla="*/ 128683 w 2419350"/>
                <a:gd name="connsiteY19073" fmla="*/ 232124 h 876300"/>
                <a:gd name="connsiteX19074" fmla="*/ 128016 w 2419350"/>
                <a:gd name="connsiteY19074" fmla="*/ 232220 h 876300"/>
                <a:gd name="connsiteX19075" fmla="*/ 127730 w 2419350"/>
                <a:gd name="connsiteY19075" fmla="*/ 232029 h 876300"/>
                <a:gd name="connsiteX19076" fmla="*/ 127635 w 2419350"/>
                <a:gd name="connsiteY19076" fmla="*/ 231743 h 876300"/>
                <a:gd name="connsiteX19077" fmla="*/ 127540 w 2419350"/>
                <a:gd name="connsiteY19077" fmla="*/ 231172 h 876300"/>
                <a:gd name="connsiteX19078" fmla="*/ 126778 w 2419350"/>
                <a:gd name="connsiteY19078" fmla="*/ 230124 h 876300"/>
                <a:gd name="connsiteX19079" fmla="*/ 126397 w 2419350"/>
                <a:gd name="connsiteY19079" fmla="*/ 229934 h 876300"/>
                <a:gd name="connsiteX19080" fmla="*/ 125921 w 2419350"/>
                <a:gd name="connsiteY19080" fmla="*/ 230219 h 876300"/>
                <a:gd name="connsiteX19081" fmla="*/ 125063 w 2419350"/>
                <a:gd name="connsiteY19081" fmla="*/ 230505 h 876300"/>
                <a:gd name="connsiteX19082" fmla="*/ 124206 w 2419350"/>
                <a:gd name="connsiteY19082" fmla="*/ 230029 h 876300"/>
                <a:gd name="connsiteX19083" fmla="*/ 122872 w 2419350"/>
                <a:gd name="connsiteY19083" fmla="*/ 228600 h 876300"/>
                <a:gd name="connsiteX19084" fmla="*/ 122111 w 2419350"/>
                <a:gd name="connsiteY19084" fmla="*/ 228981 h 876300"/>
                <a:gd name="connsiteX19085" fmla="*/ 121920 w 2419350"/>
                <a:gd name="connsiteY19085" fmla="*/ 229457 h 876300"/>
                <a:gd name="connsiteX19086" fmla="*/ 122111 w 2419350"/>
                <a:gd name="connsiteY19086" fmla="*/ 230886 h 876300"/>
                <a:gd name="connsiteX19087" fmla="*/ 121920 w 2419350"/>
                <a:gd name="connsiteY19087" fmla="*/ 231648 h 876300"/>
                <a:gd name="connsiteX19088" fmla="*/ 121444 w 2419350"/>
                <a:gd name="connsiteY19088" fmla="*/ 232315 h 876300"/>
                <a:gd name="connsiteX19089" fmla="*/ 119158 w 2419350"/>
                <a:gd name="connsiteY19089" fmla="*/ 234315 h 876300"/>
                <a:gd name="connsiteX19090" fmla="*/ 118110 w 2419350"/>
                <a:gd name="connsiteY19090" fmla="*/ 234982 h 876300"/>
                <a:gd name="connsiteX19091" fmla="*/ 116967 w 2419350"/>
                <a:gd name="connsiteY19091" fmla="*/ 235363 h 876300"/>
                <a:gd name="connsiteX19092" fmla="*/ 115348 w 2419350"/>
                <a:gd name="connsiteY19092" fmla="*/ 235553 h 876300"/>
                <a:gd name="connsiteX19093" fmla="*/ 114109 w 2419350"/>
                <a:gd name="connsiteY19093" fmla="*/ 235458 h 876300"/>
                <a:gd name="connsiteX19094" fmla="*/ 113443 w 2419350"/>
                <a:gd name="connsiteY19094" fmla="*/ 235458 h 876300"/>
                <a:gd name="connsiteX19095" fmla="*/ 113157 w 2419350"/>
                <a:gd name="connsiteY19095" fmla="*/ 235744 h 876300"/>
                <a:gd name="connsiteX19096" fmla="*/ 112966 w 2419350"/>
                <a:gd name="connsiteY19096" fmla="*/ 235363 h 876300"/>
                <a:gd name="connsiteX19097" fmla="*/ 112490 w 2419350"/>
                <a:gd name="connsiteY19097" fmla="*/ 234982 h 876300"/>
                <a:gd name="connsiteX19098" fmla="*/ 111919 w 2419350"/>
                <a:gd name="connsiteY19098" fmla="*/ 234696 h 876300"/>
                <a:gd name="connsiteX19099" fmla="*/ 111442 w 2419350"/>
                <a:gd name="connsiteY19099" fmla="*/ 234505 h 876300"/>
                <a:gd name="connsiteX19100" fmla="*/ 110204 w 2419350"/>
                <a:gd name="connsiteY19100" fmla="*/ 234505 h 876300"/>
                <a:gd name="connsiteX19101" fmla="*/ 108775 w 2419350"/>
                <a:gd name="connsiteY19101" fmla="*/ 234887 h 876300"/>
                <a:gd name="connsiteX19102" fmla="*/ 107918 w 2419350"/>
                <a:gd name="connsiteY19102" fmla="*/ 235649 h 876300"/>
                <a:gd name="connsiteX19103" fmla="*/ 108204 w 2419350"/>
                <a:gd name="connsiteY19103" fmla="*/ 236696 h 876300"/>
                <a:gd name="connsiteX19104" fmla="*/ 108966 w 2419350"/>
                <a:gd name="connsiteY19104" fmla="*/ 236125 h 876300"/>
                <a:gd name="connsiteX19105" fmla="*/ 108966 w 2419350"/>
                <a:gd name="connsiteY19105" fmla="*/ 236029 h 876300"/>
                <a:gd name="connsiteX19106" fmla="*/ 110299 w 2419350"/>
                <a:gd name="connsiteY19106" fmla="*/ 236506 h 876300"/>
                <a:gd name="connsiteX19107" fmla="*/ 111442 w 2419350"/>
                <a:gd name="connsiteY19107" fmla="*/ 237268 h 876300"/>
                <a:gd name="connsiteX19108" fmla="*/ 113538 w 2419350"/>
                <a:gd name="connsiteY19108" fmla="*/ 239363 h 876300"/>
                <a:gd name="connsiteX19109" fmla="*/ 113919 w 2419350"/>
                <a:gd name="connsiteY19109" fmla="*/ 239935 h 876300"/>
                <a:gd name="connsiteX19110" fmla="*/ 114395 w 2419350"/>
                <a:gd name="connsiteY19110" fmla="*/ 241173 h 876300"/>
                <a:gd name="connsiteX19111" fmla="*/ 114681 w 2419350"/>
                <a:gd name="connsiteY19111" fmla="*/ 241745 h 876300"/>
                <a:gd name="connsiteX19112" fmla="*/ 115253 w 2419350"/>
                <a:gd name="connsiteY19112" fmla="*/ 242221 h 876300"/>
                <a:gd name="connsiteX19113" fmla="*/ 115824 w 2419350"/>
                <a:gd name="connsiteY19113" fmla="*/ 242411 h 876300"/>
                <a:gd name="connsiteX19114" fmla="*/ 116396 w 2419350"/>
                <a:gd name="connsiteY19114" fmla="*/ 242506 h 876300"/>
                <a:gd name="connsiteX19115" fmla="*/ 116967 w 2419350"/>
                <a:gd name="connsiteY19115" fmla="*/ 242792 h 876300"/>
                <a:gd name="connsiteX19116" fmla="*/ 117348 w 2419350"/>
                <a:gd name="connsiteY19116" fmla="*/ 243078 h 876300"/>
                <a:gd name="connsiteX19117" fmla="*/ 117729 w 2419350"/>
                <a:gd name="connsiteY19117" fmla="*/ 243364 h 876300"/>
                <a:gd name="connsiteX19118" fmla="*/ 117920 w 2419350"/>
                <a:gd name="connsiteY19118" fmla="*/ 243745 h 876300"/>
                <a:gd name="connsiteX19119" fmla="*/ 118015 w 2419350"/>
                <a:gd name="connsiteY19119" fmla="*/ 244412 h 876300"/>
                <a:gd name="connsiteX19120" fmla="*/ 118205 w 2419350"/>
                <a:gd name="connsiteY19120" fmla="*/ 245078 h 876300"/>
                <a:gd name="connsiteX19121" fmla="*/ 118967 w 2419350"/>
                <a:gd name="connsiteY19121" fmla="*/ 245745 h 876300"/>
                <a:gd name="connsiteX19122" fmla="*/ 119348 w 2419350"/>
                <a:gd name="connsiteY19122" fmla="*/ 246888 h 876300"/>
                <a:gd name="connsiteX19123" fmla="*/ 119824 w 2419350"/>
                <a:gd name="connsiteY19123" fmla="*/ 247364 h 876300"/>
                <a:gd name="connsiteX19124" fmla="*/ 120396 w 2419350"/>
                <a:gd name="connsiteY19124" fmla="*/ 247745 h 876300"/>
                <a:gd name="connsiteX19125" fmla="*/ 120872 w 2419350"/>
                <a:gd name="connsiteY19125" fmla="*/ 248221 h 876300"/>
                <a:gd name="connsiteX19126" fmla="*/ 121063 w 2419350"/>
                <a:gd name="connsiteY19126" fmla="*/ 248603 h 876300"/>
                <a:gd name="connsiteX19127" fmla="*/ 121539 w 2419350"/>
                <a:gd name="connsiteY19127" fmla="*/ 249936 h 876300"/>
                <a:gd name="connsiteX19128" fmla="*/ 124206 w 2419350"/>
                <a:gd name="connsiteY19128" fmla="*/ 254222 h 876300"/>
                <a:gd name="connsiteX19129" fmla="*/ 125063 w 2419350"/>
                <a:gd name="connsiteY19129" fmla="*/ 256318 h 876300"/>
                <a:gd name="connsiteX19130" fmla="*/ 125158 w 2419350"/>
                <a:gd name="connsiteY19130" fmla="*/ 258509 h 876300"/>
                <a:gd name="connsiteX19131" fmla="*/ 125063 w 2419350"/>
                <a:gd name="connsiteY19131" fmla="*/ 259747 h 876300"/>
                <a:gd name="connsiteX19132" fmla="*/ 125444 w 2419350"/>
                <a:gd name="connsiteY19132" fmla="*/ 260128 h 876300"/>
                <a:gd name="connsiteX19133" fmla="*/ 127540 w 2419350"/>
                <a:gd name="connsiteY19133" fmla="*/ 259937 h 876300"/>
                <a:gd name="connsiteX19134" fmla="*/ 128683 w 2419350"/>
                <a:gd name="connsiteY19134" fmla="*/ 260033 h 876300"/>
                <a:gd name="connsiteX19135" fmla="*/ 129826 w 2419350"/>
                <a:gd name="connsiteY19135" fmla="*/ 260223 h 876300"/>
                <a:gd name="connsiteX19136" fmla="*/ 130492 w 2419350"/>
                <a:gd name="connsiteY19136" fmla="*/ 260795 h 876300"/>
                <a:gd name="connsiteX19137" fmla="*/ 130207 w 2419350"/>
                <a:gd name="connsiteY19137" fmla="*/ 261747 h 876300"/>
                <a:gd name="connsiteX19138" fmla="*/ 134874 w 2419350"/>
                <a:gd name="connsiteY19138" fmla="*/ 264509 h 876300"/>
                <a:gd name="connsiteX19139" fmla="*/ 136970 w 2419350"/>
                <a:gd name="connsiteY19139" fmla="*/ 266510 h 876300"/>
                <a:gd name="connsiteX19140" fmla="*/ 137827 w 2419350"/>
                <a:gd name="connsiteY19140" fmla="*/ 268796 h 876300"/>
                <a:gd name="connsiteX19141" fmla="*/ 137922 w 2419350"/>
                <a:gd name="connsiteY19141" fmla="*/ 269367 h 876300"/>
                <a:gd name="connsiteX19142" fmla="*/ 138684 w 2419350"/>
                <a:gd name="connsiteY19142" fmla="*/ 271081 h 876300"/>
                <a:gd name="connsiteX19143" fmla="*/ 139065 w 2419350"/>
                <a:gd name="connsiteY19143" fmla="*/ 271653 h 876300"/>
                <a:gd name="connsiteX19144" fmla="*/ 139351 w 2419350"/>
                <a:gd name="connsiteY19144" fmla="*/ 272225 h 876300"/>
                <a:gd name="connsiteX19145" fmla="*/ 139255 w 2419350"/>
                <a:gd name="connsiteY19145" fmla="*/ 273749 h 876300"/>
                <a:gd name="connsiteX19146" fmla="*/ 139255 w 2419350"/>
                <a:gd name="connsiteY19146" fmla="*/ 274415 h 876300"/>
                <a:gd name="connsiteX19147" fmla="*/ 139827 w 2419350"/>
                <a:gd name="connsiteY19147" fmla="*/ 275272 h 876300"/>
                <a:gd name="connsiteX19148" fmla="*/ 140589 w 2419350"/>
                <a:gd name="connsiteY19148" fmla="*/ 276130 h 876300"/>
                <a:gd name="connsiteX19149" fmla="*/ 140970 w 2419350"/>
                <a:gd name="connsiteY19149" fmla="*/ 277082 h 876300"/>
                <a:gd name="connsiteX19150" fmla="*/ 140303 w 2419350"/>
                <a:gd name="connsiteY19150" fmla="*/ 278416 h 876300"/>
                <a:gd name="connsiteX19151" fmla="*/ 140589 w 2419350"/>
                <a:gd name="connsiteY19151" fmla="*/ 278606 h 876300"/>
                <a:gd name="connsiteX19152" fmla="*/ 140970 w 2419350"/>
                <a:gd name="connsiteY19152" fmla="*/ 278797 h 876300"/>
                <a:gd name="connsiteX19153" fmla="*/ 141256 w 2419350"/>
                <a:gd name="connsiteY19153" fmla="*/ 279083 h 876300"/>
                <a:gd name="connsiteX19154" fmla="*/ 141637 w 2419350"/>
                <a:gd name="connsiteY19154" fmla="*/ 279845 h 876300"/>
                <a:gd name="connsiteX19155" fmla="*/ 142208 w 2419350"/>
                <a:gd name="connsiteY19155" fmla="*/ 279749 h 876300"/>
                <a:gd name="connsiteX19156" fmla="*/ 142684 w 2419350"/>
                <a:gd name="connsiteY19156" fmla="*/ 279463 h 876300"/>
                <a:gd name="connsiteX19157" fmla="*/ 142780 w 2419350"/>
                <a:gd name="connsiteY19157" fmla="*/ 279273 h 876300"/>
                <a:gd name="connsiteX19158" fmla="*/ 144113 w 2419350"/>
                <a:gd name="connsiteY19158" fmla="*/ 280130 h 876300"/>
                <a:gd name="connsiteX19159" fmla="*/ 144780 w 2419350"/>
                <a:gd name="connsiteY19159" fmla="*/ 280130 h 876300"/>
                <a:gd name="connsiteX19160" fmla="*/ 145351 w 2419350"/>
                <a:gd name="connsiteY19160" fmla="*/ 279178 h 876300"/>
                <a:gd name="connsiteX19161" fmla="*/ 146685 w 2419350"/>
                <a:gd name="connsiteY19161" fmla="*/ 280226 h 876300"/>
                <a:gd name="connsiteX19162" fmla="*/ 147161 w 2419350"/>
                <a:gd name="connsiteY19162" fmla="*/ 280511 h 876300"/>
                <a:gd name="connsiteX19163" fmla="*/ 147733 w 2419350"/>
                <a:gd name="connsiteY19163" fmla="*/ 280606 h 876300"/>
                <a:gd name="connsiteX19164" fmla="*/ 148114 w 2419350"/>
                <a:gd name="connsiteY19164" fmla="*/ 280416 h 876300"/>
                <a:gd name="connsiteX19165" fmla="*/ 150590 w 2419350"/>
                <a:gd name="connsiteY19165" fmla="*/ 277273 h 876300"/>
                <a:gd name="connsiteX19166" fmla="*/ 151066 w 2419350"/>
                <a:gd name="connsiteY19166" fmla="*/ 276130 h 876300"/>
                <a:gd name="connsiteX19167" fmla="*/ 151162 w 2419350"/>
                <a:gd name="connsiteY19167" fmla="*/ 272225 h 876300"/>
                <a:gd name="connsiteX19168" fmla="*/ 151543 w 2419350"/>
                <a:gd name="connsiteY19168" fmla="*/ 269177 h 876300"/>
                <a:gd name="connsiteX19169" fmla="*/ 152019 w 2419350"/>
                <a:gd name="connsiteY19169" fmla="*/ 267938 h 876300"/>
                <a:gd name="connsiteX19170" fmla="*/ 152114 w 2419350"/>
                <a:gd name="connsiteY19170" fmla="*/ 267176 h 876300"/>
                <a:gd name="connsiteX19171" fmla="*/ 151829 w 2419350"/>
                <a:gd name="connsiteY19171" fmla="*/ 264033 h 876300"/>
                <a:gd name="connsiteX19172" fmla="*/ 152019 w 2419350"/>
                <a:gd name="connsiteY19172" fmla="*/ 262414 h 876300"/>
                <a:gd name="connsiteX19173" fmla="*/ 152876 w 2419350"/>
                <a:gd name="connsiteY19173" fmla="*/ 260890 h 876300"/>
                <a:gd name="connsiteX19174" fmla="*/ 152876 w 2419350"/>
                <a:gd name="connsiteY19174" fmla="*/ 261271 h 876300"/>
                <a:gd name="connsiteX19175" fmla="*/ 153733 w 2419350"/>
                <a:gd name="connsiteY19175" fmla="*/ 259366 h 876300"/>
                <a:gd name="connsiteX19176" fmla="*/ 154019 w 2419350"/>
                <a:gd name="connsiteY19176" fmla="*/ 258223 h 876300"/>
                <a:gd name="connsiteX19177" fmla="*/ 153448 w 2419350"/>
                <a:gd name="connsiteY19177" fmla="*/ 257746 h 876300"/>
                <a:gd name="connsiteX19178" fmla="*/ 153448 w 2419350"/>
                <a:gd name="connsiteY19178" fmla="*/ 256889 h 876300"/>
                <a:gd name="connsiteX19179" fmla="*/ 289655 w 2419350"/>
                <a:gd name="connsiteY19179" fmla="*/ 473869 h 876300"/>
                <a:gd name="connsiteX19180" fmla="*/ 289655 w 2419350"/>
                <a:gd name="connsiteY19180" fmla="*/ 472916 h 876300"/>
                <a:gd name="connsiteX19181" fmla="*/ 288798 w 2419350"/>
                <a:gd name="connsiteY19181" fmla="*/ 473774 h 876300"/>
                <a:gd name="connsiteX19182" fmla="*/ 288798 w 2419350"/>
                <a:gd name="connsiteY19182" fmla="*/ 474917 h 876300"/>
                <a:gd name="connsiteX19183" fmla="*/ 289465 w 2419350"/>
                <a:gd name="connsiteY19183" fmla="*/ 475869 h 876300"/>
                <a:gd name="connsiteX19184" fmla="*/ 290608 w 2419350"/>
                <a:gd name="connsiteY19184" fmla="*/ 476155 h 876300"/>
                <a:gd name="connsiteX19185" fmla="*/ 290989 w 2419350"/>
                <a:gd name="connsiteY19185" fmla="*/ 475774 h 876300"/>
                <a:gd name="connsiteX19186" fmla="*/ 289846 w 2419350"/>
                <a:gd name="connsiteY19186" fmla="*/ 474536 h 876300"/>
                <a:gd name="connsiteX19187" fmla="*/ 289655 w 2419350"/>
                <a:gd name="connsiteY19187" fmla="*/ 473869 h 876300"/>
                <a:gd name="connsiteX19188" fmla="*/ 387477 w 2419350"/>
                <a:gd name="connsiteY19188" fmla="*/ 590455 h 876300"/>
                <a:gd name="connsiteX19189" fmla="*/ 384238 w 2419350"/>
                <a:gd name="connsiteY19189" fmla="*/ 589502 h 876300"/>
                <a:gd name="connsiteX19190" fmla="*/ 383286 w 2419350"/>
                <a:gd name="connsiteY19190" fmla="*/ 588455 h 876300"/>
                <a:gd name="connsiteX19191" fmla="*/ 382619 w 2419350"/>
                <a:gd name="connsiteY19191" fmla="*/ 587883 h 876300"/>
                <a:gd name="connsiteX19192" fmla="*/ 381857 w 2419350"/>
                <a:gd name="connsiteY19192" fmla="*/ 587597 h 876300"/>
                <a:gd name="connsiteX19193" fmla="*/ 380905 w 2419350"/>
                <a:gd name="connsiteY19193" fmla="*/ 587502 h 876300"/>
                <a:gd name="connsiteX19194" fmla="*/ 380238 w 2419350"/>
                <a:gd name="connsiteY19194" fmla="*/ 587312 h 876300"/>
                <a:gd name="connsiteX19195" fmla="*/ 378809 w 2419350"/>
                <a:gd name="connsiteY19195" fmla="*/ 586550 h 876300"/>
                <a:gd name="connsiteX19196" fmla="*/ 377285 w 2419350"/>
                <a:gd name="connsiteY19196" fmla="*/ 586169 h 876300"/>
                <a:gd name="connsiteX19197" fmla="*/ 375952 w 2419350"/>
                <a:gd name="connsiteY19197" fmla="*/ 586645 h 876300"/>
                <a:gd name="connsiteX19198" fmla="*/ 373380 w 2419350"/>
                <a:gd name="connsiteY19198" fmla="*/ 589026 h 876300"/>
                <a:gd name="connsiteX19199" fmla="*/ 374904 w 2419350"/>
                <a:gd name="connsiteY19199" fmla="*/ 589788 h 876300"/>
                <a:gd name="connsiteX19200" fmla="*/ 381190 w 2419350"/>
                <a:gd name="connsiteY19200" fmla="*/ 594646 h 876300"/>
                <a:gd name="connsiteX19201" fmla="*/ 381762 w 2419350"/>
                <a:gd name="connsiteY19201" fmla="*/ 595503 h 876300"/>
                <a:gd name="connsiteX19202" fmla="*/ 382429 w 2419350"/>
                <a:gd name="connsiteY19202" fmla="*/ 597122 h 876300"/>
                <a:gd name="connsiteX19203" fmla="*/ 383096 w 2419350"/>
                <a:gd name="connsiteY19203" fmla="*/ 597694 h 876300"/>
                <a:gd name="connsiteX19204" fmla="*/ 383667 w 2419350"/>
                <a:gd name="connsiteY19204" fmla="*/ 596551 h 876300"/>
                <a:gd name="connsiteX19205" fmla="*/ 383857 w 2419350"/>
                <a:gd name="connsiteY19205" fmla="*/ 596265 h 876300"/>
                <a:gd name="connsiteX19206" fmla="*/ 384238 w 2419350"/>
                <a:gd name="connsiteY19206" fmla="*/ 596265 h 876300"/>
                <a:gd name="connsiteX19207" fmla="*/ 384715 w 2419350"/>
                <a:gd name="connsiteY19207" fmla="*/ 596360 h 876300"/>
                <a:gd name="connsiteX19208" fmla="*/ 385096 w 2419350"/>
                <a:gd name="connsiteY19208" fmla="*/ 596360 h 876300"/>
                <a:gd name="connsiteX19209" fmla="*/ 385286 w 2419350"/>
                <a:gd name="connsiteY19209" fmla="*/ 596170 h 876300"/>
                <a:gd name="connsiteX19210" fmla="*/ 385667 w 2419350"/>
                <a:gd name="connsiteY19210" fmla="*/ 596360 h 876300"/>
                <a:gd name="connsiteX19211" fmla="*/ 388144 w 2419350"/>
                <a:gd name="connsiteY19211" fmla="*/ 596932 h 876300"/>
                <a:gd name="connsiteX19212" fmla="*/ 388715 w 2419350"/>
                <a:gd name="connsiteY19212" fmla="*/ 596646 h 876300"/>
                <a:gd name="connsiteX19213" fmla="*/ 388334 w 2419350"/>
                <a:gd name="connsiteY19213" fmla="*/ 596075 h 876300"/>
                <a:gd name="connsiteX19214" fmla="*/ 387667 w 2419350"/>
                <a:gd name="connsiteY19214" fmla="*/ 595408 h 876300"/>
                <a:gd name="connsiteX19215" fmla="*/ 387477 w 2419350"/>
                <a:gd name="connsiteY19215" fmla="*/ 594836 h 876300"/>
                <a:gd name="connsiteX19216" fmla="*/ 388525 w 2419350"/>
                <a:gd name="connsiteY19216" fmla="*/ 594265 h 876300"/>
                <a:gd name="connsiteX19217" fmla="*/ 389287 w 2419350"/>
                <a:gd name="connsiteY19217" fmla="*/ 593598 h 876300"/>
                <a:gd name="connsiteX19218" fmla="*/ 389668 w 2419350"/>
                <a:gd name="connsiteY19218" fmla="*/ 592836 h 876300"/>
                <a:gd name="connsiteX19219" fmla="*/ 389001 w 2419350"/>
                <a:gd name="connsiteY19219" fmla="*/ 591407 h 876300"/>
                <a:gd name="connsiteX19220" fmla="*/ 387477 w 2419350"/>
                <a:gd name="connsiteY19220" fmla="*/ 590455 h 876300"/>
                <a:gd name="connsiteX19221" fmla="*/ 517493 w 2419350"/>
                <a:gd name="connsiteY19221" fmla="*/ 611410 h 876300"/>
                <a:gd name="connsiteX19222" fmla="*/ 517207 w 2419350"/>
                <a:gd name="connsiteY19222" fmla="*/ 611314 h 876300"/>
                <a:gd name="connsiteX19223" fmla="*/ 516160 w 2419350"/>
                <a:gd name="connsiteY19223" fmla="*/ 611124 h 876300"/>
                <a:gd name="connsiteX19224" fmla="*/ 515017 w 2419350"/>
                <a:gd name="connsiteY19224" fmla="*/ 610457 h 876300"/>
                <a:gd name="connsiteX19225" fmla="*/ 514445 w 2419350"/>
                <a:gd name="connsiteY19225" fmla="*/ 610457 h 876300"/>
                <a:gd name="connsiteX19226" fmla="*/ 514064 w 2419350"/>
                <a:gd name="connsiteY19226" fmla="*/ 611029 h 876300"/>
                <a:gd name="connsiteX19227" fmla="*/ 514159 w 2419350"/>
                <a:gd name="connsiteY19227" fmla="*/ 611505 h 876300"/>
                <a:gd name="connsiteX19228" fmla="*/ 514445 w 2419350"/>
                <a:gd name="connsiteY19228" fmla="*/ 611981 h 876300"/>
                <a:gd name="connsiteX19229" fmla="*/ 515112 w 2419350"/>
                <a:gd name="connsiteY19229" fmla="*/ 612838 h 876300"/>
                <a:gd name="connsiteX19230" fmla="*/ 516731 w 2419350"/>
                <a:gd name="connsiteY19230" fmla="*/ 614172 h 876300"/>
                <a:gd name="connsiteX19231" fmla="*/ 517684 w 2419350"/>
                <a:gd name="connsiteY19231" fmla="*/ 614553 h 876300"/>
                <a:gd name="connsiteX19232" fmla="*/ 518065 w 2419350"/>
                <a:gd name="connsiteY19232" fmla="*/ 614077 h 876300"/>
                <a:gd name="connsiteX19233" fmla="*/ 518255 w 2419350"/>
                <a:gd name="connsiteY19233" fmla="*/ 612648 h 876300"/>
                <a:gd name="connsiteX19234" fmla="*/ 518065 w 2419350"/>
                <a:gd name="connsiteY19234" fmla="*/ 612077 h 876300"/>
                <a:gd name="connsiteX19235" fmla="*/ 517493 w 2419350"/>
                <a:gd name="connsiteY19235" fmla="*/ 611410 h 876300"/>
                <a:gd name="connsiteX19236" fmla="*/ 285369 w 2419350"/>
                <a:gd name="connsiteY19236" fmla="*/ 479012 h 876300"/>
                <a:gd name="connsiteX19237" fmla="*/ 284607 w 2419350"/>
                <a:gd name="connsiteY19237" fmla="*/ 477679 h 876300"/>
                <a:gd name="connsiteX19238" fmla="*/ 283940 w 2419350"/>
                <a:gd name="connsiteY19238" fmla="*/ 476155 h 876300"/>
                <a:gd name="connsiteX19239" fmla="*/ 283940 w 2419350"/>
                <a:gd name="connsiteY19239" fmla="*/ 475679 h 876300"/>
                <a:gd name="connsiteX19240" fmla="*/ 284131 w 2419350"/>
                <a:gd name="connsiteY19240" fmla="*/ 475202 h 876300"/>
                <a:gd name="connsiteX19241" fmla="*/ 284036 w 2419350"/>
                <a:gd name="connsiteY19241" fmla="*/ 474821 h 876300"/>
                <a:gd name="connsiteX19242" fmla="*/ 283369 w 2419350"/>
                <a:gd name="connsiteY19242" fmla="*/ 474726 h 876300"/>
                <a:gd name="connsiteX19243" fmla="*/ 282988 w 2419350"/>
                <a:gd name="connsiteY19243" fmla="*/ 474536 h 876300"/>
                <a:gd name="connsiteX19244" fmla="*/ 283273 w 2419350"/>
                <a:gd name="connsiteY19244" fmla="*/ 474059 h 876300"/>
                <a:gd name="connsiteX19245" fmla="*/ 284321 w 2419350"/>
                <a:gd name="connsiteY19245" fmla="*/ 473297 h 876300"/>
                <a:gd name="connsiteX19246" fmla="*/ 284797 w 2419350"/>
                <a:gd name="connsiteY19246" fmla="*/ 473583 h 876300"/>
                <a:gd name="connsiteX19247" fmla="*/ 285369 w 2419350"/>
                <a:gd name="connsiteY19247" fmla="*/ 473678 h 876300"/>
                <a:gd name="connsiteX19248" fmla="*/ 285940 w 2419350"/>
                <a:gd name="connsiteY19248" fmla="*/ 473583 h 876300"/>
                <a:gd name="connsiteX19249" fmla="*/ 286417 w 2419350"/>
                <a:gd name="connsiteY19249" fmla="*/ 473297 h 876300"/>
                <a:gd name="connsiteX19250" fmla="*/ 287369 w 2419350"/>
                <a:gd name="connsiteY19250" fmla="*/ 473488 h 876300"/>
                <a:gd name="connsiteX19251" fmla="*/ 287846 w 2419350"/>
                <a:gd name="connsiteY19251" fmla="*/ 472535 h 876300"/>
                <a:gd name="connsiteX19252" fmla="*/ 287846 w 2419350"/>
                <a:gd name="connsiteY19252" fmla="*/ 471106 h 876300"/>
                <a:gd name="connsiteX19253" fmla="*/ 287560 w 2419350"/>
                <a:gd name="connsiteY19253" fmla="*/ 470059 h 876300"/>
                <a:gd name="connsiteX19254" fmla="*/ 287846 w 2419350"/>
                <a:gd name="connsiteY19254" fmla="*/ 469297 h 876300"/>
                <a:gd name="connsiteX19255" fmla="*/ 287846 w 2419350"/>
                <a:gd name="connsiteY19255" fmla="*/ 468535 h 876300"/>
                <a:gd name="connsiteX19256" fmla="*/ 287655 w 2419350"/>
                <a:gd name="connsiteY19256" fmla="*/ 467392 h 876300"/>
                <a:gd name="connsiteX19257" fmla="*/ 284893 w 2419350"/>
                <a:gd name="connsiteY19257" fmla="*/ 464820 h 876300"/>
                <a:gd name="connsiteX19258" fmla="*/ 283273 w 2419350"/>
                <a:gd name="connsiteY19258" fmla="*/ 462153 h 876300"/>
                <a:gd name="connsiteX19259" fmla="*/ 281654 w 2419350"/>
                <a:gd name="connsiteY19259" fmla="*/ 461105 h 876300"/>
                <a:gd name="connsiteX19260" fmla="*/ 278606 w 2419350"/>
                <a:gd name="connsiteY19260" fmla="*/ 457962 h 876300"/>
                <a:gd name="connsiteX19261" fmla="*/ 278321 w 2419350"/>
                <a:gd name="connsiteY19261" fmla="*/ 457771 h 876300"/>
                <a:gd name="connsiteX19262" fmla="*/ 278035 w 2419350"/>
                <a:gd name="connsiteY19262" fmla="*/ 457676 h 876300"/>
                <a:gd name="connsiteX19263" fmla="*/ 277749 w 2419350"/>
                <a:gd name="connsiteY19263" fmla="*/ 457581 h 876300"/>
                <a:gd name="connsiteX19264" fmla="*/ 277368 w 2419350"/>
                <a:gd name="connsiteY19264" fmla="*/ 457295 h 876300"/>
                <a:gd name="connsiteX19265" fmla="*/ 276320 w 2419350"/>
                <a:gd name="connsiteY19265" fmla="*/ 455771 h 876300"/>
                <a:gd name="connsiteX19266" fmla="*/ 275939 w 2419350"/>
                <a:gd name="connsiteY19266" fmla="*/ 455390 h 876300"/>
                <a:gd name="connsiteX19267" fmla="*/ 275463 w 2419350"/>
                <a:gd name="connsiteY19267" fmla="*/ 455105 h 876300"/>
                <a:gd name="connsiteX19268" fmla="*/ 274796 w 2419350"/>
                <a:gd name="connsiteY19268" fmla="*/ 454819 h 876300"/>
                <a:gd name="connsiteX19269" fmla="*/ 272796 w 2419350"/>
                <a:gd name="connsiteY19269" fmla="*/ 455771 h 876300"/>
                <a:gd name="connsiteX19270" fmla="*/ 272224 w 2419350"/>
                <a:gd name="connsiteY19270" fmla="*/ 456343 h 876300"/>
                <a:gd name="connsiteX19271" fmla="*/ 272224 w 2419350"/>
                <a:gd name="connsiteY19271" fmla="*/ 457581 h 876300"/>
                <a:gd name="connsiteX19272" fmla="*/ 273177 w 2419350"/>
                <a:gd name="connsiteY19272" fmla="*/ 461201 h 876300"/>
                <a:gd name="connsiteX19273" fmla="*/ 273272 w 2419350"/>
                <a:gd name="connsiteY19273" fmla="*/ 462439 h 876300"/>
                <a:gd name="connsiteX19274" fmla="*/ 273177 w 2419350"/>
                <a:gd name="connsiteY19274" fmla="*/ 462915 h 876300"/>
                <a:gd name="connsiteX19275" fmla="*/ 272701 w 2419350"/>
                <a:gd name="connsiteY19275" fmla="*/ 463582 h 876300"/>
                <a:gd name="connsiteX19276" fmla="*/ 272605 w 2419350"/>
                <a:gd name="connsiteY19276" fmla="*/ 464249 h 876300"/>
                <a:gd name="connsiteX19277" fmla="*/ 272796 w 2419350"/>
                <a:gd name="connsiteY19277" fmla="*/ 464915 h 876300"/>
                <a:gd name="connsiteX19278" fmla="*/ 273558 w 2419350"/>
                <a:gd name="connsiteY19278" fmla="*/ 465772 h 876300"/>
                <a:gd name="connsiteX19279" fmla="*/ 273748 w 2419350"/>
                <a:gd name="connsiteY19279" fmla="*/ 466344 h 876300"/>
                <a:gd name="connsiteX19280" fmla="*/ 274130 w 2419350"/>
                <a:gd name="connsiteY19280" fmla="*/ 467011 h 876300"/>
                <a:gd name="connsiteX19281" fmla="*/ 275749 w 2419350"/>
                <a:gd name="connsiteY19281" fmla="*/ 468916 h 876300"/>
                <a:gd name="connsiteX19282" fmla="*/ 276320 w 2419350"/>
                <a:gd name="connsiteY19282" fmla="*/ 469392 h 876300"/>
                <a:gd name="connsiteX19283" fmla="*/ 275939 w 2419350"/>
                <a:gd name="connsiteY19283" fmla="*/ 470249 h 876300"/>
                <a:gd name="connsiteX19284" fmla="*/ 276511 w 2419350"/>
                <a:gd name="connsiteY19284" fmla="*/ 470440 h 876300"/>
                <a:gd name="connsiteX19285" fmla="*/ 277463 w 2419350"/>
                <a:gd name="connsiteY19285" fmla="*/ 470440 h 876300"/>
                <a:gd name="connsiteX19286" fmla="*/ 278225 w 2419350"/>
                <a:gd name="connsiteY19286" fmla="*/ 470630 h 876300"/>
                <a:gd name="connsiteX19287" fmla="*/ 280988 w 2419350"/>
                <a:gd name="connsiteY19287" fmla="*/ 473202 h 876300"/>
                <a:gd name="connsiteX19288" fmla="*/ 280892 w 2419350"/>
                <a:gd name="connsiteY19288" fmla="*/ 473678 h 876300"/>
                <a:gd name="connsiteX19289" fmla="*/ 280511 w 2419350"/>
                <a:gd name="connsiteY19289" fmla="*/ 474536 h 876300"/>
                <a:gd name="connsiteX19290" fmla="*/ 280511 w 2419350"/>
                <a:gd name="connsiteY19290" fmla="*/ 475012 h 876300"/>
                <a:gd name="connsiteX19291" fmla="*/ 280892 w 2419350"/>
                <a:gd name="connsiteY19291" fmla="*/ 476155 h 876300"/>
                <a:gd name="connsiteX19292" fmla="*/ 281464 w 2419350"/>
                <a:gd name="connsiteY19292" fmla="*/ 476917 h 876300"/>
                <a:gd name="connsiteX19293" fmla="*/ 281654 w 2419350"/>
                <a:gd name="connsiteY19293" fmla="*/ 477393 h 876300"/>
                <a:gd name="connsiteX19294" fmla="*/ 281368 w 2419350"/>
                <a:gd name="connsiteY19294" fmla="*/ 477584 h 876300"/>
                <a:gd name="connsiteX19295" fmla="*/ 280988 w 2419350"/>
                <a:gd name="connsiteY19295" fmla="*/ 477584 h 876300"/>
                <a:gd name="connsiteX19296" fmla="*/ 280702 w 2419350"/>
                <a:gd name="connsiteY19296" fmla="*/ 477393 h 876300"/>
                <a:gd name="connsiteX19297" fmla="*/ 280511 w 2419350"/>
                <a:gd name="connsiteY19297" fmla="*/ 477203 h 876300"/>
                <a:gd name="connsiteX19298" fmla="*/ 280416 w 2419350"/>
                <a:gd name="connsiteY19298" fmla="*/ 476917 h 876300"/>
                <a:gd name="connsiteX19299" fmla="*/ 280035 w 2419350"/>
                <a:gd name="connsiteY19299" fmla="*/ 476917 h 876300"/>
                <a:gd name="connsiteX19300" fmla="*/ 280035 w 2419350"/>
                <a:gd name="connsiteY19300" fmla="*/ 477774 h 876300"/>
                <a:gd name="connsiteX19301" fmla="*/ 280416 w 2419350"/>
                <a:gd name="connsiteY19301" fmla="*/ 478250 h 876300"/>
                <a:gd name="connsiteX19302" fmla="*/ 281559 w 2419350"/>
                <a:gd name="connsiteY19302" fmla="*/ 479108 h 876300"/>
                <a:gd name="connsiteX19303" fmla="*/ 281845 w 2419350"/>
                <a:gd name="connsiteY19303" fmla="*/ 479203 h 876300"/>
                <a:gd name="connsiteX19304" fmla="*/ 282226 w 2419350"/>
                <a:gd name="connsiteY19304" fmla="*/ 479203 h 876300"/>
                <a:gd name="connsiteX19305" fmla="*/ 282512 w 2419350"/>
                <a:gd name="connsiteY19305" fmla="*/ 479298 h 876300"/>
                <a:gd name="connsiteX19306" fmla="*/ 282607 w 2419350"/>
                <a:gd name="connsiteY19306" fmla="*/ 479679 h 876300"/>
                <a:gd name="connsiteX19307" fmla="*/ 282512 w 2419350"/>
                <a:gd name="connsiteY19307" fmla="*/ 480727 h 876300"/>
                <a:gd name="connsiteX19308" fmla="*/ 282607 w 2419350"/>
                <a:gd name="connsiteY19308" fmla="*/ 480917 h 876300"/>
                <a:gd name="connsiteX19309" fmla="*/ 282988 w 2419350"/>
                <a:gd name="connsiteY19309" fmla="*/ 481203 h 876300"/>
                <a:gd name="connsiteX19310" fmla="*/ 284131 w 2419350"/>
                <a:gd name="connsiteY19310" fmla="*/ 481679 h 876300"/>
                <a:gd name="connsiteX19311" fmla="*/ 284702 w 2419350"/>
                <a:gd name="connsiteY19311" fmla="*/ 482060 h 876300"/>
                <a:gd name="connsiteX19312" fmla="*/ 285274 w 2419350"/>
                <a:gd name="connsiteY19312" fmla="*/ 482537 h 876300"/>
                <a:gd name="connsiteX19313" fmla="*/ 286226 w 2419350"/>
                <a:gd name="connsiteY19313" fmla="*/ 483680 h 876300"/>
                <a:gd name="connsiteX19314" fmla="*/ 286893 w 2419350"/>
                <a:gd name="connsiteY19314" fmla="*/ 484156 h 876300"/>
                <a:gd name="connsiteX19315" fmla="*/ 287846 w 2419350"/>
                <a:gd name="connsiteY19315" fmla="*/ 483108 h 876300"/>
                <a:gd name="connsiteX19316" fmla="*/ 287274 w 2419350"/>
                <a:gd name="connsiteY19316" fmla="*/ 481679 h 876300"/>
                <a:gd name="connsiteX19317" fmla="*/ 285369 w 2419350"/>
                <a:gd name="connsiteY19317" fmla="*/ 479012 h 876300"/>
                <a:gd name="connsiteX19318" fmla="*/ 253555 w 2419350"/>
                <a:gd name="connsiteY19318" fmla="*/ 429482 h 876300"/>
                <a:gd name="connsiteX19319" fmla="*/ 253079 w 2419350"/>
                <a:gd name="connsiteY19319" fmla="*/ 429006 h 876300"/>
                <a:gd name="connsiteX19320" fmla="*/ 251555 w 2419350"/>
                <a:gd name="connsiteY19320" fmla="*/ 427863 h 876300"/>
                <a:gd name="connsiteX19321" fmla="*/ 251174 w 2419350"/>
                <a:gd name="connsiteY19321" fmla="*/ 427768 h 876300"/>
                <a:gd name="connsiteX19322" fmla="*/ 250984 w 2419350"/>
                <a:gd name="connsiteY19322" fmla="*/ 427577 h 876300"/>
                <a:gd name="connsiteX19323" fmla="*/ 250888 w 2419350"/>
                <a:gd name="connsiteY19323" fmla="*/ 427387 h 876300"/>
                <a:gd name="connsiteX19324" fmla="*/ 250984 w 2419350"/>
                <a:gd name="connsiteY19324" fmla="*/ 426720 h 876300"/>
                <a:gd name="connsiteX19325" fmla="*/ 250984 w 2419350"/>
                <a:gd name="connsiteY19325" fmla="*/ 426434 h 876300"/>
                <a:gd name="connsiteX19326" fmla="*/ 248126 w 2419350"/>
                <a:gd name="connsiteY19326" fmla="*/ 422338 h 876300"/>
                <a:gd name="connsiteX19327" fmla="*/ 247364 w 2419350"/>
                <a:gd name="connsiteY19327" fmla="*/ 420719 h 876300"/>
                <a:gd name="connsiteX19328" fmla="*/ 246983 w 2419350"/>
                <a:gd name="connsiteY19328" fmla="*/ 418624 h 876300"/>
                <a:gd name="connsiteX19329" fmla="*/ 246697 w 2419350"/>
                <a:gd name="connsiteY19329" fmla="*/ 417576 h 876300"/>
                <a:gd name="connsiteX19330" fmla="*/ 246126 w 2419350"/>
                <a:gd name="connsiteY19330" fmla="*/ 417100 h 876300"/>
                <a:gd name="connsiteX19331" fmla="*/ 245078 w 2419350"/>
                <a:gd name="connsiteY19331" fmla="*/ 416814 h 876300"/>
                <a:gd name="connsiteX19332" fmla="*/ 244507 w 2419350"/>
                <a:gd name="connsiteY19332" fmla="*/ 416147 h 876300"/>
                <a:gd name="connsiteX19333" fmla="*/ 244030 w 2419350"/>
                <a:gd name="connsiteY19333" fmla="*/ 415385 h 876300"/>
                <a:gd name="connsiteX19334" fmla="*/ 243364 w 2419350"/>
                <a:gd name="connsiteY19334" fmla="*/ 414909 h 876300"/>
                <a:gd name="connsiteX19335" fmla="*/ 241363 w 2419350"/>
                <a:gd name="connsiteY19335" fmla="*/ 414719 h 876300"/>
                <a:gd name="connsiteX19336" fmla="*/ 239839 w 2419350"/>
                <a:gd name="connsiteY19336" fmla="*/ 415576 h 876300"/>
                <a:gd name="connsiteX19337" fmla="*/ 238982 w 2419350"/>
                <a:gd name="connsiteY19337" fmla="*/ 417195 h 876300"/>
                <a:gd name="connsiteX19338" fmla="*/ 238982 w 2419350"/>
                <a:gd name="connsiteY19338" fmla="*/ 419291 h 876300"/>
                <a:gd name="connsiteX19339" fmla="*/ 239649 w 2419350"/>
                <a:gd name="connsiteY19339" fmla="*/ 420338 h 876300"/>
                <a:gd name="connsiteX19340" fmla="*/ 239744 w 2419350"/>
                <a:gd name="connsiteY19340" fmla="*/ 420814 h 876300"/>
                <a:gd name="connsiteX19341" fmla="*/ 239078 w 2419350"/>
                <a:gd name="connsiteY19341" fmla="*/ 421005 h 876300"/>
                <a:gd name="connsiteX19342" fmla="*/ 238315 w 2419350"/>
                <a:gd name="connsiteY19342" fmla="*/ 420814 h 876300"/>
                <a:gd name="connsiteX19343" fmla="*/ 237934 w 2419350"/>
                <a:gd name="connsiteY19343" fmla="*/ 420910 h 876300"/>
                <a:gd name="connsiteX19344" fmla="*/ 237744 w 2419350"/>
                <a:gd name="connsiteY19344" fmla="*/ 421481 h 876300"/>
                <a:gd name="connsiteX19345" fmla="*/ 237934 w 2419350"/>
                <a:gd name="connsiteY19345" fmla="*/ 422053 h 876300"/>
                <a:gd name="connsiteX19346" fmla="*/ 239268 w 2419350"/>
                <a:gd name="connsiteY19346" fmla="*/ 423481 h 876300"/>
                <a:gd name="connsiteX19347" fmla="*/ 239935 w 2419350"/>
                <a:gd name="connsiteY19347" fmla="*/ 425196 h 876300"/>
                <a:gd name="connsiteX19348" fmla="*/ 240411 w 2419350"/>
                <a:gd name="connsiteY19348" fmla="*/ 425672 h 876300"/>
                <a:gd name="connsiteX19349" fmla="*/ 240792 w 2419350"/>
                <a:gd name="connsiteY19349" fmla="*/ 425005 h 876300"/>
                <a:gd name="connsiteX19350" fmla="*/ 241173 w 2419350"/>
                <a:gd name="connsiteY19350" fmla="*/ 425005 h 876300"/>
                <a:gd name="connsiteX19351" fmla="*/ 241268 w 2419350"/>
                <a:gd name="connsiteY19351" fmla="*/ 425577 h 876300"/>
                <a:gd name="connsiteX19352" fmla="*/ 241363 w 2419350"/>
                <a:gd name="connsiteY19352" fmla="*/ 425958 h 876300"/>
                <a:gd name="connsiteX19353" fmla="*/ 241554 w 2419350"/>
                <a:gd name="connsiteY19353" fmla="*/ 426053 h 876300"/>
                <a:gd name="connsiteX19354" fmla="*/ 241840 w 2419350"/>
                <a:gd name="connsiteY19354" fmla="*/ 425768 h 876300"/>
                <a:gd name="connsiteX19355" fmla="*/ 242506 w 2419350"/>
                <a:gd name="connsiteY19355" fmla="*/ 426244 h 876300"/>
                <a:gd name="connsiteX19356" fmla="*/ 242221 w 2419350"/>
                <a:gd name="connsiteY19356" fmla="*/ 426720 h 876300"/>
                <a:gd name="connsiteX19357" fmla="*/ 241745 w 2419350"/>
                <a:gd name="connsiteY19357" fmla="*/ 427292 h 876300"/>
                <a:gd name="connsiteX19358" fmla="*/ 241840 w 2419350"/>
                <a:gd name="connsiteY19358" fmla="*/ 427958 h 876300"/>
                <a:gd name="connsiteX19359" fmla="*/ 242221 w 2419350"/>
                <a:gd name="connsiteY19359" fmla="*/ 428054 h 876300"/>
                <a:gd name="connsiteX19360" fmla="*/ 244221 w 2419350"/>
                <a:gd name="connsiteY19360" fmla="*/ 427958 h 876300"/>
                <a:gd name="connsiteX19361" fmla="*/ 245459 w 2419350"/>
                <a:gd name="connsiteY19361" fmla="*/ 428244 h 876300"/>
                <a:gd name="connsiteX19362" fmla="*/ 246221 w 2419350"/>
                <a:gd name="connsiteY19362" fmla="*/ 429006 h 876300"/>
                <a:gd name="connsiteX19363" fmla="*/ 246888 w 2419350"/>
                <a:gd name="connsiteY19363" fmla="*/ 429863 h 876300"/>
                <a:gd name="connsiteX19364" fmla="*/ 247650 w 2419350"/>
                <a:gd name="connsiteY19364" fmla="*/ 430530 h 876300"/>
                <a:gd name="connsiteX19365" fmla="*/ 248221 w 2419350"/>
                <a:gd name="connsiteY19365" fmla="*/ 430721 h 876300"/>
                <a:gd name="connsiteX19366" fmla="*/ 249555 w 2419350"/>
                <a:gd name="connsiteY19366" fmla="*/ 430816 h 876300"/>
                <a:gd name="connsiteX19367" fmla="*/ 250222 w 2419350"/>
                <a:gd name="connsiteY19367" fmla="*/ 431006 h 876300"/>
                <a:gd name="connsiteX19368" fmla="*/ 250793 w 2419350"/>
                <a:gd name="connsiteY19368" fmla="*/ 431387 h 876300"/>
                <a:gd name="connsiteX19369" fmla="*/ 251174 w 2419350"/>
                <a:gd name="connsiteY19369" fmla="*/ 431863 h 876300"/>
                <a:gd name="connsiteX19370" fmla="*/ 251555 w 2419350"/>
                <a:gd name="connsiteY19370" fmla="*/ 432245 h 876300"/>
                <a:gd name="connsiteX19371" fmla="*/ 252127 w 2419350"/>
                <a:gd name="connsiteY19371" fmla="*/ 432435 h 876300"/>
                <a:gd name="connsiteX19372" fmla="*/ 253460 w 2419350"/>
                <a:gd name="connsiteY19372" fmla="*/ 432435 h 876300"/>
                <a:gd name="connsiteX19373" fmla="*/ 253937 w 2419350"/>
                <a:gd name="connsiteY19373" fmla="*/ 432721 h 876300"/>
                <a:gd name="connsiteX19374" fmla="*/ 254317 w 2419350"/>
                <a:gd name="connsiteY19374" fmla="*/ 433959 h 876300"/>
                <a:gd name="connsiteX19375" fmla="*/ 254698 w 2419350"/>
                <a:gd name="connsiteY19375" fmla="*/ 434245 h 876300"/>
                <a:gd name="connsiteX19376" fmla="*/ 255079 w 2419350"/>
                <a:gd name="connsiteY19376" fmla="*/ 434150 h 876300"/>
                <a:gd name="connsiteX19377" fmla="*/ 255270 w 2419350"/>
                <a:gd name="connsiteY19377" fmla="*/ 433578 h 876300"/>
                <a:gd name="connsiteX19378" fmla="*/ 255270 w 2419350"/>
                <a:gd name="connsiteY19378" fmla="*/ 433959 h 876300"/>
                <a:gd name="connsiteX19379" fmla="*/ 255270 w 2419350"/>
                <a:gd name="connsiteY19379" fmla="*/ 433006 h 876300"/>
                <a:gd name="connsiteX19380" fmla="*/ 254794 w 2419350"/>
                <a:gd name="connsiteY19380" fmla="*/ 431768 h 876300"/>
                <a:gd name="connsiteX19381" fmla="*/ 253555 w 2419350"/>
                <a:gd name="connsiteY19381" fmla="*/ 429482 h 876300"/>
                <a:gd name="connsiteX19382" fmla="*/ 224599 w 2419350"/>
                <a:gd name="connsiteY19382" fmla="*/ 395002 h 876300"/>
                <a:gd name="connsiteX19383" fmla="*/ 224790 w 2419350"/>
                <a:gd name="connsiteY19383" fmla="*/ 394240 h 876300"/>
                <a:gd name="connsiteX19384" fmla="*/ 224504 w 2419350"/>
                <a:gd name="connsiteY19384" fmla="*/ 393287 h 876300"/>
                <a:gd name="connsiteX19385" fmla="*/ 223933 w 2419350"/>
                <a:gd name="connsiteY19385" fmla="*/ 392525 h 876300"/>
                <a:gd name="connsiteX19386" fmla="*/ 223361 w 2419350"/>
                <a:gd name="connsiteY19386" fmla="*/ 392239 h 876300"/>
                <a:gd name="connsiteX19387" fmla="*/ 222409 w 2419350"/>
                <a:gd name="connsiteY19387" fmla="*/ 392239 h 876300"/>
                <a:gd name="connsiteX19388" fmla="*/ 221647 w 2419350"/>
                <a:gd name="connsiteY19388" fmla="*/ 392239 h 876300"/>
                <a:gd name="connsiteX19389" fmla="*/ 221171 w 2419350"/>
                <a:gd name="connsiteY19389" fmla="*/ 391859 h 876300"/>
                <a:gd name="connsiteX19390" fmla="*/ 220980 w 2419350"/>
                <a:gd name="connsiteY19390" fmla="*/ 391001 h 876300"/>
                <a:gd name="connsiteX19391" fmla="*/ 220980 w 2419350"/>
                <a:gd name="connsiteY19391" fmla="*/ 389572 h 876300"/>
                <a:gd name="connsiteX19392" fmla="*/ 220885 w 2419350"/>
                <a:gd name="connsiteY19392" fmla="*/ 389001 h 876300"/>
                <a:gd name="connsiteX19393" fmla="*/ 220504 w 2419350"/>
                <a:gd name="connsiteY19393" fmla="*/ 388811 h 876300"/>
                <a:gd name="connsiteX19394" fmla="*/ 220028 w 2419350"/>
                <a:gd name="connsiteY19394" fmla="*/ 388715 h 876300"/>
                <a:gd name="connsiteX19395" fmla="*/ 219551 w 2419350"/>
                <a:gd name="connsiteY19395" fmla="*/ 388430 h 876300"/>
                <a:gd name="connsiteX19396" fmla="*/ 217837 w 2419350"/>
                <a:gd name="connsiteY19396" fmla="*/ 386620 h 876300"/>
                <a:gd name="connsiteX19397" fmla="*/ 217075 w 2419350"/>
                <a:gd name="connsiteY19397" fmla="*/ 385477 h 876300"/>
                <a:gd name="connsiteX19398" fmla="*/ 216694 w 2419350"/>
                <a:gd name="connsiteY19398" fmla="*/ 384429 h 876300"/>
                <a:gd name="connsiteX19399" fmla="*/ 217075 w 2419350"/>
                <a:gd name="connsiteY19399" fmla="*/ 384429 h 876300"/>
                <a:gd name="connsiteX19400" fmla="*/ 218408 w 2419350"/>
                <a:gd name="connsiteY19400" fmla="*/ 385572 h 876300"/>
                <a:gd name="connsiteX19401" fmla="*/ 218884 w 2419350"/>
                <a:gd name="connsiteY19401" fmla="*/ 385858 h 876300"/>
                <a:gd name="connsiteX19402" fmla="*/ 218884 w 2419350"/>
                <a:gd name="connsiteY19402" fmla="*/ 383667 h 876300"/>
                <a:gd name="connsiteX19403" fmla="*/ 217837 w 2419350"/>
                <a:gd name="connsiteY19403" fmla="*/ 382334 h 876300"/>
                <a:gd name="connsiteX19404" fmla="*/ 216408 w 2419350"/>
                <a:gd name="connsiteY19404" fmla="*/ 381191 h 876300"/>
                <a:gd name="connsiteX19405" fmla="*/ 215360 w 2419350"/>
                <a:gd name="connsiteY19405" fmla="*/ 379381 h 876300"/>
                <a:gd name="connsiteX19406" fmla="*/ 214884 w 2419350"/>
                <a:gd name="connsiteY19406" fmla="*/ 377476 h 876300"/>
                <a:gd name="connsiteX19407" fmla="*/ 214408 w 2419350"/>
                <a:gd name="connsiteY19407" fmla="*/ 376809 h 876300"/>
                <a:gd name="connsiteX19408" fmla="*/ 213455 w 2419350"/>
                <a:gd name="connsiteY19408" fmla="*/ 376523 h 876300"/>
                <a:gd name="connsiteX19409" fmla="*/ 213170 w 2419350"/>
                <a:gd name="connsiteY19409" fmla="*/ 376238 h 876300"/>
                <a:gd name="connsiteX19410" fmla="*/ 213360 w 2419350"/>
                <a:gd name="connsiteY19410" fmla="*/ 375666 h 876300"/>
                <a:gd name="connsiteX19411" fmla="*/ 213741 w 2419350"/>
                <a:gd name="connsiteY19411" fmla="*/ 375190 h 876300"/>
                <a:gd name="connsiteX19412" fmla="*/ 213931 w 2419350"/>
                <a:gd name="connsiteY19412" fmla="*/ 375190 h 876300"/>
                <a:gd name="connsiteX19413" fmla="*/ 213836 w 2419350"/>
                <a:gd name="connsiteY19413" fmla="*/ 374618 h 876300"/>
                <a:gd name="connsiteX19414" fmla="*/ 213646 w 2419350"/>
                <a:gd name="connsiteY19414" fmla="*/ 374237 h 876300"/>
                <a:gd name="connsiteX19415" fmla="*/ 212788 w 2419350"/>
                <a:gd name="connsiteY19415" fmla="*/ 373189 h 876300"/>
                <a:gd name="connsiteX19416" fmla="*/ 212407 w 2419350"/>
                <a:gd name="connsiteY19416" fmla="*/ 372999 h 876300"/>
                <a:gd name="connsiteX19417" fmla="*/ 212217 w 2419350"/>
                <a:gd name="connsiteY19417" fmla="*/ 372713 h 876300"/>
                <a:gd name="connsiteX19418" fmla="*/ 212122 w 2419350"/>
                <a:gd name="connsiteY19418" fmla="*/ 372046 h 876300"/>
                <a:gd name="connsiteX19419" fmla="*/ 212026 w 2419350"/>
                <a:gd name="connsiteY19419" fmla="*/ 371475 h 876300"/>
                <a:gd name="connsiteX19420" fmla="*/ 211741 w 2419350"/>
                <a:gd name="connsiteY19420" fmla="*/ 370999 h 876300"/>
                <a:gd name="connsiteX19421" fmla="*/ 210883 w 2419350"/>
                <a:gd name="connsiteY19421" fmla="*/ 370237 h 876300"/>
                <a:gd name="connsiteX19422" fmla="*/ 210407 w 2419350"/>
                <a:gd name="connsiteY19422" fmla="*/ 369475 h 876300"/>
                <a:gd name="connsiteX19423" fmla="*/ 209740 w 2419350"/>
                <a:gd name="connsiteY19423" fmla="*/ 367760 h 876300"/>
                <a:gd name="connsiteX19424" fmla="*/ 209264 w 2419350"/>
                <a:gd name="connsiteY19424" fmla="*/ 366808 h 876300"/>
                <a:gd name="connsiteX19425" fmla="*/ 208597 w 2419350"/>
                <a:gd name="connsiteY19425" fmla="*/ 366331 h 876300"/>
                <a:gd name="connsiteX19426" fmla="*/ 207740 w 2419350"/>
                <a:gd name="connsiteY19426" fmla="*/ 365855 h 876300"/>
                <a:gd name="connsiteX19427" fmla="*/ 206978 w 2419350"/>
                <a:gd name="connsiteY19427" fmla="*/ 365284 h 876300"/>
                <a:gd name="connsiteX19428" fmla="*/ 206692 w 2419350"/>
                <a:gd name="connsiteY19428" fmla="*/ 364427 h 876300"/>
                <a:gd name="connsiteX19429" fmla="*/ 206502 w 2419350"/>
                <a:gd name="connsiteY19429" fmla="*/ 363379 h 876300"/>
                <a:gd name="connsiteX19430" fmla="*/ 206121 w 2419350"/>
                <a:gd name="connsiteY19430" fmla="*/ 362712 h 876300"/>
                <a:gd name="connsiteX19431" fmla="*/ 205645 w 2419350"/>
                <a:gd name="connsiteY19431" fmla="*/ 362141 h 876300"/>
                <a:gd name="connsiteX19432" fmla="*/ 205264 w 2419350"/>
                <a:gd name="connsiteY19432" fmla="*/ 361379 h 876300"/>
                <a:gd name="connsiteX19433" fmla="*/ 205835 w 2419350"/>
                <a:gd name="connsiteY19433" fmla="*/ 361379 h 876300"/>
                <a:gd name="connsiteX19434" fmla="*/ 206312 w 2419350"/>
                <a:gd name="connsiteY19434" fmla="*/ 361474 h 876300"/>
                <a:gd name="connsiteX19435" fmla="*/ 206692 w 2419350"/>
                <a:gd name="connsiteY19435" fmla="*/ 361664 h 876300"/>
                <a:gd name="connsiteX19436" fmla="*/ 207073 w 2419350"/>
                <a:gd name="connsiteY19436" fmla="*/ 362045 h 876300"/>
                <a:gd name="connsiteX19437" fmla="*/ 207454 w 2419350"/>
                <a:gd name="connsiteY19437" fmla="*/ 360997 h 876300"/>
                <a:gd name="connsiteX19438" fmla="*/ 206978 w 2419350"/>
                <a:gd name="connsiteY19438" fmla="*/ 359759 h 876300"/>
                <a:gd name="connsiteX19439" fmla="*/ 205930 w 2419350"/>
                <a:gd name="connsiteY19439" fmla="*/ 358712 h 876300"/>
                <a:gd name="connsiteX19440" fmla="*/ 204502 w 2419350"/>
                <a:gd name="connsiteY19440" fmla="*/ 358426 h 876300"/>
                <a:gd name="connsiteX19441" fmla="*/ 204883 w 2419350"/>
                <a:gd name="connsiteY19441" fmla="*/ 357378 h 876300"/>
                <a:gd name="connsiteX19442" fmla="*/ 204025 w 2419350"/>
                <a:gd name="connsiteY19442" fmla="*/ 357283 h 876300"/>
                <a:gd name="connsiteX19443" fmla="*/ 201739 w 2419350"/>
                <a:gd name="connsiteY19443" fmla="*/ 357759 h 876300"/>
                <a:gd name="connsiteX19444" fmla="*/ 201073 w 2419350"/>
                <a:gd name="connsiteY19444" fmla="*/ 358045 h 876300"/>
                <a:gd name="connsiteX19445" fmla="*/ 199834 w 2419350"/>
                <a:gd name="connsiteY19445" fmla="*/ 359188 h 876300"/>
                <a:gd name="connsiteX19446" fmla="*/ 199072 w 2419350"/>
                <a:gd name="connsiteY19446" fmla="*/ 359569 h 876300"/>
                <a:gd name="connsiteX19447" fmla="*/ 198025 w 2419350"/>
                <a:gd name="connsiteY19447" fmla="*/ 359569 h 876300"/>
                <a:gd name="connsiteX19448" fmla="*/ 196405 w 2419350"/>
                <a:gd name="connsiteY19448" fmla="*/ 358997 h 876300"/>
                <a:gd name="connsiteX19449" fmla="*/ 195643 w 2419350"/>
                <a:gd name="connsiteY19449" fmla="*/ 358807 h 876300"/>
                <a:gd name="connsiteX19450" fmla="*/ 194596 w 2419350"/>
                <a:gd name="connsiteY19450" fmla="*/ 358902 h 876300"/>
                <a:gd name="connsiteX19451" fmla="*/ 193548 w 2419350"/>
                <a:gd name="connsiteY19451" fmla="*/ 359093 h 876300"/>
                <a:gd name="connsiteX19452" fmla="*/ 192691 w 2419350"/>
                <a:gd name="connsiteY19452" fmla="*/ 359474 h 876300"/>
                <a:gd name="connsiteX19453" fmla="*/ 192119 w 2419350"/>
                <a:gd name="connsiteY19453" fmla="*/ 359950 h 876300"/>
                <a:gd name="connsiteX19454" fmla="*/ 191738 w 2419350"/>
                <a:gd name="connsiteY19454" fmla="*/ 360902 h 876300"/>
                <a:gd name="connsiteX19455" fmla="*/ 191643 w 2419350"/>
                <a:gd name="connsiteY19455" fmla="*/ 362045 h 876300"/>
                <a:gd name="connsiteX19456" fmla="*/ 191738 w 2419350"/>
                <a:gd name="connsiteY19456" fmla="*/ 364427 h 876300"/>
                <a:gd name="connsiteX19457" fmla="*/ 191643 w 2419350"/>
                <a:gd name="connsiteY19457" fmla="*/ 365665 h 876300"/>
                <a:gd name="connsiteX19458" fmla="*/ 191357 w 2419350"/>
                <a:gd name="connsiteY19458" fmla="*/ 366808 h 876300"/>
                <a:gd name="connsiteX19459" fmla="*/ 190405 w 2419350"/>
                <a:gd name="connsiteY19459" fmla="*/ 368903 h 876300"/>
                <a:gd name="connsiteX19460" fmla="*/ 189071 w 2419350"/>
                <a:gd name="connsiteY19460" fmla="*/ 371094 h 876300"/>
                <a:gd name="connsiteX19461" fmla="*/ 188881 w 2419350"/>
                <a:gd name="connsiteY19461" fmla="*/ 372237 h 876300"/>
                <a:gd name="connsiteX19462" fmla="*/ 189547 w 2419350"/>
                <a:gd name="connsiteY19462" fmla="*/ 373380 h 876300"/>
                <a:gd name="connsiteX19463" fmla="*/ 189929 w 2419350"/>
                <a:gd name="connsiteY19463" fmla="*/ 373856 h 876300"/>
                <a:gd name="connsiteX19464" fmla="*/ 190786 w 2419350"/>
                <a:gd name="connsiteY19464" fmla="*/ 375666 h 876300"/>
                <a:gd name="connsiteX19465" fmla="*/ 190786 w 2419350"/>
                <a:gd name="connsiteY19465" fmla="*/ 375952 h 876300"/>
                <a:gd name="connsiteX19466" fmla="*/ 190690 w 2419350"/>
                <a:gd name="connsiteY19466" fmla="*/ 376523 h 876300"/>
                <a:gd name="connsiteX19467" fmla="*/ 190690 w 2419350"/>
                <a:gd name="connsiteY19467" fmla="*/ 376809 h 876300"/>
                <a:gd name="connsiteX19468" fmla="*/ 190976 w 2419350"/>
                <a:gd name="connsiteY19468" fmla="*/ 377095 h 876300"/>
                <a:gd name="connsiteX19469" fmla="*/ 191833 w 2419350"/>
                <a:gd name="connsiteY19469" fmla="*/ 377571 h 876300"/>
                <a:gd name="connsiteX19470" fmla="*/ 200311 w 2419350"/>
                <a:gd name="connsiteY19470" fmla="*/ 389668 h 876300"/>
                <a:gd name="connsiteX19471" fmla="*/ 201263 w 2419350"/>
                <a:gd name="connsiteY19471" fmla="*/ 391859 h 876300"/>
                <a:gd name="connsiteX19472" fmla="*/ 200882 w 2419350"/>
                <a:gd name="connsiteY19472" fmla="*/ 393859 h 876300"/>
                <a:gd name="connsiteX19473" fmla="*/ 201073 w 2419350"/>
                <a:gd name="connsiteY19473" fmla="*/ 394145 h 876300"/>
                <a:gd name="connsiteX19474" fmla="*/ 201644 w 2419350"/>
                <a:gd name="connsiteY19474" fmla="*/ 394430 h 876300"/>
                <a:gd name="connsiteX19475" fmla="*/ 201930 w 2419350"/>
                <a:gd name="connsiteY19475" fmla="*/ 394621 h 876300"/>
                <a:gd name="connsiteX19476" fmla="*/ 204121 w 2419350"/>
                <a:gd name="connsiteY19476" fmla="*/ 397669 h 876300"/>
                <a:gd name="connsiteX19477" fmla="*/ 204883 w 2419350"/>
                <a:gd name="connsiteY19477" fmla="*/ 398145 h 876300"/>
                <a:gd name="connsiteX19478" fmla="*/ 208121 w 2419350"/>
                <a:gd name="connsiteY19478" fmla="*/ 399479 h 876300"/>
                <a:gd name="connsiteX19479" fmla="*/ 209455 w 2419350"/>
                <a:gd name="connsiteY19479" fmla="*/ 400907 h 876300"/>
                <a:gd name="connsiteX19480" fmla="*/ 215551 w 2419350"/>
                <a:gd name="connsiteY19480" fmla="*/ 404051 h 876300"/>
                <a:gd name="connsiteX19481" fmla="*/ 216503 w 2419350"/>
                <a:gd name="connsiteY19481" fmla="*/ 404241 h 876300"/>
                <a:gd name="connsiteX19482" fmla="*/ 217361 w 2419350"/>
                <a:gd name="connsiteY19482" fmla="*/ 403955 h 876300"/>
                <a:gd name="connsiteX19483" fmla="*/ 218122 w 2419350"/>
                <a:gd name="connsiteY19483" fmla="*/ 403384 h 876300"/>
                <a:gd name="connsiteX19484" fmla="*/ 218980 w 2419350"/>
                <a:gd name="connsiteY19484" fmla="*/ 403003 h 876300"/>
                <a:gd name="connsiteX19485" fmla="*/ 219932 w 2419350"/>
                <a:gd name="connsiteY19485" fmla="*/ 402717 h 876300"/>
                <a:gd name="connsiteX19486" fmla="*/ 221266 w 2419350"/>
                <a:gd name="connsiteY19486" fmla="*/ 402527 h 876300"/>
                <a:gd name="connsiteX19487" fmla="*/ 222504 w 2419350"/>
                <a:gd name="connsiteY19487" fmla="*/ 402908 h 876300"/>
                <a:gd name="connsiteX19488" fmla="*/ 223171 w 2419350"/>
                <a:gd name="connsiteY19488" fmla="*/ 403003 h 876300"/>
                <a:gd name="connsiteX19489" fmla="*/ 223742 w 2419350"/>
                <a:gd name="connsiteY19489" fmla="*/ 402622 h 876300"/>
                <a:gd name="connsiteX19490" fmla="*/ 223742 w 2419350"/>
                <a:gd name="connsiteY19490" fmla="*/ 401764 h 876300"/>
                <a:gd name="connsiteX19491" fmla="*/ 223266 w 2419350"/>
                <a:gd name="connsiteY19491" fmla="*/ 399669 h 876300"/>
                <a:gd name="connsiteX19492" fmla="*/ 221456 w 2419350"/>
                <a:gd name="connsiteY19492" fmla="*/ 395669 h 876300"/>
                <a:gd name="connsiteX19493" fmla="*/ 220885 w 2419350"/>
                <a:gd name="connsiteY19493" fmla="*/ 395097 h 876300"/>
                <a:gd name="connsiteX19494" fmla="*/ 221361 w 2419350"/>
                <a:gd name="connsiteY19494" fmla="*/ 395002 h 876300"/>
                <a:gd name="connsiteX19495" fmla="*/ 221647 w 2419350"/>
                <a:gd name="connsiteY19495" fmla="*/ 394906 h 876300"/>
                <a:gd name="connsiteX19496" fmla="*/ 222313 w 2419350"/>
                <a:gd name="connsiteY19496" fmla="*/ 394430 h 876300"/>
                <a:gd name="connsiteX19497" fmla="*/ 223742 w 2419350"/>
                <a:gd name="connsiteY19497" fmla="*/ 396526 h 876300"/>
                <a:gd name="connsiteX19498" fmla="*/ 224123 w 2419350"/>
                <a:gd name="connsiteY19498" fmla="*/ 397288 h 876300"/>
                <a:gd name="connsiteX19499" fmla="*/ 224790 w 2419350"/>
                <a:gd name="connsiteY19499" fmla="*/ 400907 h 876300"/>
                <a:gd name="connsiteX19500" fmla="*/ 225742 w 2419350"/>
                <a:gd name="connsiteY19500" fmla="*/ 399955 h 876300"/>
                <a:gd name="connsiteX19501" fmla="*/ 225838 w 2419350"/>
                <a:gd name="connsiteY19501" fmla="*/ 398240 h 876300"/>
                <a:gd name="connsiteX19502" fmla="*/ 225457 w 2419350"/>
                <a:gd name="connsiteY19502" fmla="*/ 396526 h 876300"/>
                <a:gd name="connsiteX19503" fmla="*/ 224599 w 2419350"/>
                <a:gd name="connsiteY19503" fmla="*/ 395002 h 876300"/>
                <a:gd name="connsiteX19504" fmla="*/ 274225 w 2419350"/>
                <a:gd name="connsiteY19504" fmla="*/ 453580 h 876300"/>
                <a:gd name="connsiteX19505" fmla="*/ 274415 w 2419350"/>
                <a:gd name="connsiteY19505" fmla="*/ 452914 h 876300"/>
                <a:gd name="connsiteX19506" fmla="*/ 274225 w 2419350"/>
                <a:gd name="connsiteY19506" fmla="*/ 452056 h 876300"/>
                <a:gd name="connsiteX19507" fmla="*/ 273939 w 2419350"/>
                <a:gd name="connsiteY19507" fmla="*/ 451199 h 876300"/>
                <a:gd name="connsiteX19508" fmla="*/ 273748 w 2419350"/>
                <a:gd name="connsiteY19508" fmla="*/ 450437 h 876300"/>
                <a:gd name="connsiteX19509" fmla="*/ 273463 w 2419350"/>
                <a:gd name="connsiteY19509" fmla="*/ 449675 h 876300"/>
                <a:gd name="connsiteX19510" fmla="*/ 272224 w 2419350"/>
                <a:gd name="connsiteY19510" fmla="*/ 448532 h 876300"/>
                <a:gd name="connsiteX19511" fmla="*/ 271939 w 2419350"/>
                <a:gd name="connsiteY19511" fmla="*/ 447961 h 876300"/>
                <a:gd name="connsiteX19512" fmla="*/ 271653 w 2419350"/>
                <a:gd name="connsiteY19512" fmla="*/ 447008 h 876300"/>
                <a:gd name="connsiteX19513" fmla="*/ 270891 w 2419350"/>
                <a:gd name="connsiteY19513" fmla="*/ 446532 h 876300"/>
                <a:gd name="connsiteX19514" fmla="*/ 269081 w 2419350"/>
                <a:gd name="connsiteY19514" fmla="*/ 445961 h 876300"/>
                <a:gd name="connsiteX19515" fmla="*/ 268605 w 2419350"/>
                <a:gd name="connsiteY19515" fmla="*/ 445580 h 876300"/>
                <a:gd name="connsiteX19516" fmla="*/ 267557 w 2419350"/>
                <a:gd name="connsiteY19516" fmla="*/ 444341 h 876300"/>
                <a:gd name="connsiteX19517" fmla="*/ 264700 w 2419350"/>
                <a:gd name="connsiteY19517" fmla="*/ 441674 h 876300"/>
                <a:gd name="connsiteX19518" fmla="*/ 264128 w 2419350"/>
                <a:gd name="connsiteY19518" fmla="*/ 441388 h 876300"/>
                <a:gd name="connsiteX19519" fmla="*/ 263747 w 2419350"/>
                <a:gd name="connsiteY19519" fmla="*/ 440627 h 876300"/>
                <a:gd name="connsiteX19520" fmla="*/ 263176 w 2419350"/>
                <a:gd name="connsiteY19520" fmla="*/ 439864 h 876300"/>
                <a:gd name="connsiteX19521" fmla="*/ 262223 w 2419350"/>
                <a:gd name="connsiteY19521" fmla="*/ 439579 h 876300"/>
                <a:gd name="connsiteX19522" fmla="*/ 261747 w 2419350"/>
                <a:gd name="connsiteY19522" fmla="*/ 440055 h 876300"/>
                <a:gd name="connsiteX19523" fmla="*/ 261366 w 2419350"/>
                <a:gd name="connsiteY19523" fmla="*/ 441198 h 876300"/>
                <a:gd name="connsiteX19524" fmla="*/ 260985 w 2419350"/>
                <a:gd name="connsiteY19524" fmla="*/ 443198 h 876300"/>
                <a:gd name="connsiteX19525" fmla="*/ 260985 w 2419350"/>
                <a:gd name="connsiteY19525" fmla="*/ 443484 h 876300"/>
                <a:gd name="connsiteX19526" fmla="*/ 261271 w 2419350"/>
                <a:gd name="connsiteY19526" fmla="*/ 444627 h 876300"/>
                <a:gd name="connsiteX19527" fmla="*/ 261747 w 2419350"/>
                <a:gd name="connsiteY19527" fmla="*/ 445389 h 876300"/>
                <a:gd name="connsiteX19528" fmla="*/ 261747 w 2419350"/>
                <a:gd name="connsiteY19528" fmla="*/ 445865 h 876300"/>
                <a:gd name="connsiteX19529" fmla="*/ 261271 w 2419350"/>
                <a:gd name="connsiteY19529" fmla="*/ 446437 h 876300"/>
                <a:gd name="connsiteX19530" fmla="*/ 262223 w 2419350"/>
                <a:gd name="connsiteY19530" fmla="*/ 446913 h 876300"/>
                <a:gd name="connsiteX19531" fmla="*/ 262795 w 2419350"/>
                <a:gd name="connsiteY19531" fmla="*/ 447675 h 876300"/>
                <a:gd name="connsiteX19532" fmla="*/ 262985 w 2419350"/>
                <a:gd name="connsiteY19532" fmla="*/ 448723 h 876300"/>
                <a:gd name="connsiteX19533" fmla="*/ 262985 w 2419350"/>
                <a:gd name="connsiteY19533" fmla="*/ 450152 h 876300"/>
                <a:gd name="connsiteX19534" fmla="*/ 262318 w 2419350"/>
                <a:gd name="connsiteY19534" fmla="*/ 453200 h 876300"/>
                <a:gd name="connsiteX19535" fmla="*/ 262223 w 2419350"/>
                <a:gd name="connsiteY19535" fmla="*/ 454343 h 876300"/>
                <a:gd name="connsiteX19536" fmla="*/ 262985 w 2419350"/>
                <a:gd name="connsiteY19536" fmla="*/ 454247 h 876300"/>
                <a:gd name="connsiteX19537" fmla="*/ 263271 w 2419350"/>
                <a:gd name="connsiteY19537" fmla="*/ 455105 h 876300"/>
                <a:gd name="connsiteX19538" fmla="*/ 263271 w 2419350"/>
                <a:gd name="connsiteY19538" fmla="*/ 457105 h 876300"/>
                <a:gd name="connsiteX19539" fmla="*/ 263652 w 2419350"/>
                <a:gd name="connsiteY19539" fmla="*/ 457867 h 876300"/>
                <a:gd name="connsiteX19540" fmla="*/ 264414 w 2419350"/>
                <a:gd name="connsiteY19540" fmla="*/ 458153 h 876300"/>
                <a:gd name="connsiteX19541" fmla="*/ 264890 w 2419350"/>
                <a:gd name="connsiteY19541" fmla="*/ 457771 h 876300"/>
                <a:gd name="connsiteX19542" fmla="*/ 265271 w 2419350"/>
                <a:gd name="connsiteY19542" fmla="*/ 457105 h 876300"/>
                <a:gd name="connsiteX19543" fmla="*/ 265557 w 2419350"/>
                <a:gd name="connsiteY19543" fmla="*/ 456343 h 876300"/>
                <a:gd name="connsiteX19544" fmla="*/ 266414 w 2419350"/>
                <a:gd name="connsiteY19544" fmla="*/ 456819 h 876300"/>
                <a:gd name="connsiteX19545" fmla="*/ 267653 w 2419350"/>
                <a:gd name="connsiteY19545" fmla="*/ 457295 h 876300"/>
                <a:gd name="connsiteX19546" fmla="*/ 268986 w 2419350"/>
                <a:gd name="connsiteY19546" fmla="*/ 457486 h 876300"/>
                <a:gd name="connsiteX19547" fmla="*/ 270224 w 2419350"/>
                <a:gd name="connsiteY19547" fmla="*/ 457105 h 876300"/>
                <a:gd name="connsiteX19548" fmla="*/ 270605 w 2419350"/>
                <a:gd name="connsiteY19548" fmla="*/ 456629 h 876300"/>
                <a:gd name="connsiteX19549" fmla="*/ 270891 w 2419350"/>
                <a:gd name="connsiteY19549" fmla="*/ 455295 h 876300"/>
                <a:gd name="connsiteX19550" fmla="*/ 271272 w 2419350"/>
                <a:gd name="connsiteY19550" fmla="*/ 454628 h 876300"/>
                <a:gd name="connsiteX19551" fmla="*/ 271939 w 2419350"/>
                <a:gd name="connsiteY19551" fmla="*/ 454247 h 876300"/>
                <a:gd name="connsiteX19552" fmla="*/ 273653 w 2419350"/>
                <a:gd name="connsiteY19552" fmla="*/ 453962 h 876300"/>
                <a:gd name="connsiteX19553" fmla="*/ 274225 w 2419350"/>
                <a:gd name="connsiteY19553" fmla="*/ 453580 h 87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  <a:cxn ang="0">
                  <a:pos x="connsiteX10233" y="connsiteY10233"/>
                </a:cxn>
                <a:cxn ang="0">
                  <a:pos x="connsiteX10234" y="connsiteY10234"/>
                </a:cxn>
                <a:cxn ang="0">
                  <a:pos x="connsiteX10235" y="connsiteY10235"/>
                </a:cxn>
                <a:cxn ang="0">
                  <a:pos x="connsiteX10236" y="connsiteY10236"/>
                </a:cxn>
                <a:cxn ang="0">
                  <a:pos x="connsiteX10237" y="connsiteY10237"/>
                </a:cxn>
                <a:cxn ang="0">
                  <a:pos x="connsiteX10238" y="connsiteY10238"/>
                </a:cxn>
                <a:cxn ang="0">
                  <a:pos x="connsiteX10239" y="connsiteY10239"/>
                </a:cxn>
                <a:cxn ang="0">
                  <a:pos x="connsiteX10240" y="connsiteY10240"/>
                </a:cxn>
                <a:cxn ang="0">
                  <a:pos x="connsiteX10241" y="connsiteY10241"/>
                </a:cxn>
                <a:cxn ang="0">
                  <a:pos x="connsiteX10242" y="connsiteY10242"/>
                </a:cxn>
                <a:cxn ang="0">
                  <a:pos x="connsiteX10243" y="connsiteY10243"/>
                </a:cxn>
                <a:cxn ang="0">
                  <a:pos x="connsiteX10244" y="connsiteY10244"/>
                </a:cxn>
                <a:cxn ang="0">
                  <a:pos x="connsiteX10245" y="connsiteY10245"/>
                </a:cxn>
                <a:cxn ang="0">
                  <a:pos x="connsiteX10246" y="connsiteY10246"/>
                </a:cxn>
                <a:cxn ang="0">
                  <a:pos x="connsiteX10247" y="connsiteY10247"/>
                </a:cxn>
                <a:cxn ang="0">
                  <a:pos x="connsiteX10248" y="connsiteY10248"/>
                </a:cxn>
                <a:cxn ang="0">
                  <a:pos x="connsiteX10249" y="connsiteY10249"/>
                </a:cxn>
                <a:cxn ang="0">
                  <a:pos x="connsiteX10250" y="connsiteY10250"/>
                </a:cxn>
                <a:cxn ang="0">
                  <a:pos x="connsiteX10251" y="connsiteY10251"/>
                </a:cxn>
                <a:cxn ang="0">
                  <a:pos x="connsiteX10252" y="connsiteY10252"/>
                </a:cxn>
                <a:cxn ang="0">
                  <a:pos x="connsiteX10253" y="connsiteY10253"/>
                </a:cxn>
                <a:cxn ang="0">
                  <a:pos x="connsiteX10254" y="connsiteY10254"/>
                </a:cxn>
                <a:cxn ang="0">
                  <a:pos x="connsiteX10255" y="connsiteY10255"/>
                </a:cxn>
                <a:cxn ang="0">
                  <a:pos x="connsiteX10256" y="connsiteY10256"/>
                </a:cxn>
                <a:cxn ang="0">
                  <a:pos x="connsiteX10257" y="connsiteY10257"/>
                </a:cxn>
                <a:cxn ang="0">
                  <a:pos x="connsiteX10258" y="connsiteY10258"/>
                </a:cxn>
                <a:cxn ang="0">
                  <a:pos x="connsiteX10259" y="connsiteY10259"/>
                </a:cxn>
                <a:cxn ang="0">
                  <a:pos x="connsiteX10260" y="connsiteY10260"/>
                </a:cxn>
                <a:cxn ang="0">
                  <a:pos x="connsiteX10261" y="connsiteY10261"/>
                </a:cxn>
                <a:cxn ang="0">
                  <a:pos x="connsiteX10262" y="connsiteY10262"/>
                </a:cxn>
                <a:cxn ang="0">
                  <a:pos x="connsiteX10263" y="connsiteY10263"/>
                </a:cxn>
                <a:cxn ang="0">
                  <a:pos x="connsiteX10264" y="connsiteY10264"/>
                </a:cxn>
                <a:cxn ang="0">
                  <a:pos x="connsiteX10265" y="connsiteY10265"/>
                </a:cxn>
                <a:cxn ang="0">
                  <a:pos x="connsiteX10266" y="connsiteY10266"/>
                </a:cxn>
                <a:cxn ang="0">
                  <a:pos x="connsiteX10267" y="connsiteY10267"/>
                </a:cxn>
                <a:cxn ang="0">
                  <a:pos x="connsiteX10268" y="connsiteY10268"/>
                </a:cxn>
                <a:cxn ang="0">
                  <a:pos x="connsiteX10269" y="connsiteY10269"/>
                </a:cxn>
                <a:cxn ang="0">
                  <a:pos x="connsiteX10270" y="connsiteY10270"/>
                </a:cxn>
                <a:cxn ang="0">
                  <a:pos x="connsiteX10271" y="connsiteY10271"/>
                </a:cxn>
                <a:cxn ang="0">
                  <a:pos x="connsiteX10272" y="connsiteY10272"/>
                </a:cxn>
                <a:cxn ang="0">
                  <a:pos x="connsiteX10273" y="connsiteY10273"/>
                </a:cxn>
                <a:cxn ang="0">
                  <a:pos x="connsiteX10274" y="connsiteY10274"/>
                </a:cxn>
                <a:cxn ang="0">
                  <a:pos x="connsiteX10275" y="connsiteY10275"/>
                </a:cxn>
                <a:cxn ang="0">
                  <a:pos x="connsiteX10276" y="connsiteY10276"/>
                </a:cxn>
                <a:cxn ang="0">
                  <a:pos x="connsiteX10277" y="connsiteY10277"/>
                </a:cxn>
                <a:cxn ang="0">
                  <a:pos x="connsiteX10278" y="connsiteY10278"/>
                </a:cxn>
                <a:cxn ang="0">
                  <a:pos x="connsiteX10279" y="connsiteY10279"/>
                </a:cxn>
                <a:cxn ang="0">
                  <a:pos x="connsiteX10280" y="connsiteY10280"/>
                </a:cxn>
                <a:cxn ang="0">
                  <a:pos x="connsiteX10281" y="connsiteY10281"/>
                </a:cxn>
                <a:cxn ang="0">
                  <a:pos x="connsiteX10282" y="connsiteY10282"/>
                </a:cxn>
                <a:cxn ang="0">
                  <a:pos x="connsiteX10283" y="connsiteY10283"/>
                </a:cxn>
                <a:cxn ang="0">
                  <a:pos x="connsiteX10284" y="connsiteY10284"/>
                </a:cxn>
                <a:cxn ang="0">
                  <a:pos x="connsiteX10285" y="connsiteY10285"/>
                </a:cxn>
                <a:cxn ang="0">
                  <a:pos x="connsiteX10286" y="connsiteY10286"/>
                </a:cxn>
                <a:cxn ang="0">
                  <a:pos x="connsiteX10287" y="connsiteY10287"/>
                </a:cxn>
                <a:cxn ang="0">
                  <a:pos x="connsiteX10288" y="connsiteY10288"/>
                </a:cxn>
                <a:cxn ang="0">
                  <a:pos x="connsiteX10289" y="connsiteY10289"/>
                </a:cxn>
                <a:cxn ang="0">
                  <a:pos x="connsiteX10290" y="connsiteY10290"/>
                </a:cxn>
                <a:cxn ang="0">
                  <a:pos x="connsiteX10291" y="connsiteY10291"/>
                </a:cxn>
                <a:cxn ang="0">
                  <a:pos x="connsiteX10292" y="connsiteY10292"/>
                </a:cxn>
                <a:cxn ang="0">
                  <a:pos x="connsiteX10293" y="connsiteY10293"/>
                </a:cxn>
                <a:cxn ang="0">
                  <a:pos x="connsiteX10294" y="connsiteY10294"/>
                </a:cxn>
                <a:cxn ang="0">
                  <a:pos x="connsiteX10295" y="connsiteY10295"/>
                </a:cxn>
                <a:cxn ang="0">
                  <a:pos x="connsiteX10296" y="connsiteY10296"/>
                </a:cxn>
                <a:cxn ang="0">
                  <a:pos x="connsiteX10297" y="connsiteY10297"/>
                </a:cxn>
                <a:cxn ang="0">
                  <a:pos x="connsiteX10298" y="connsiteY10298"/>
                </a:cxn>
                <a:cxn ang="0">
                  <a:pos x="connsiteX10299" y="connsiteY10299"/>
                </a:cxn>
                <a:cxn ang="0">
                  <a:pos x="connsiteX10300" y="connsiteY10300"/>
                </a:cxn>
                <a:cxn ang="0">
                  <a:pos x="connsiteX10301" y="connsiteY10301"/>
                </a:cxn>
                <a:cxn ang="0">
                  <a:pos x="connsiteX10302" y="connsiteY10302"/>
                </a:cxn>
                <a:cxn ang="0">
                  <a:pos x="connsiteX10303" y="connsiteY10303"/>
                </a:cxn>
                <a:cxn ang="0">
                  <a:pos x="connsiteX10304" y="connsiteY10304"/>
                </a:cxn>
                <a:cxn ang="0">
                  <a:pos x="connsiteX10305" y="connsiteY10305"/>
                </a:cxn>
                <a:cxn ang="0">
                  <a:pos x="connsiteX10306" y="connsiteY10306"/>
                </a:cxn>
                <a:cxn ang="0">
                  <a:pos x="connsiteX10307" y="connsiteY10307"/>
                </a:cxn>
                <a:cxn ang="0">
                  <a:pos x="connsiteX10308" y="connsiteY10308"/>
                </a:cxn>
                <a:cxn ang="0">
                  <a:pos x="connsiteX10309" y="connsiteY10309"/>
                </a:cxn>
                <a:cxn ang="0">
                  <a:pos x="connsiteX10310" y="connsiteY10310"/>
                </a:cxn>
                <a:cxn ang="0">
                  <a:pos x="connsiteX10311" y="connsiteY10311"/>
                </a:cxn>
                <a:cxn ang="0">
                  <a:pos x="connsiteX10312" y="connsiteY10312"/>
                </a:cxn>
                <a:cxn ang="0">
                  <a:pos x="connsiteX10313" y="connsiteY10313"/>
                </a:cxn>
                <a:cxn ang="0">
                  <a:pos x="connsiteX10314" y="connsiteY10314"/>
                </a:cxn>
                <a:cxn ang="0">
                  <a:pos x="connsiteX10315" y="connsiteY10315"/>
                </a:cxn>
                <a:cxn ang="0">
                  <a:pos x="connsiteX10316" y="connsiteY10316"/>
                </a:cxn>
                <a:cxn ang="0">
                  <a:pos x="connsiteX10317" y="connsiteY10317"/>
                </a:cxn>
                <a:cxn ang="0">
                  <a:pos x="connsiteX10318" y="connsiteY10318"/>
                </a:cxn>
                <a:cxn ang="0">
                  <a:pos x="connsiteX10319" y="connsiteY10319"/>
                </a:cxn>
                <a:cxn ang="0">
                  <a:pos x="connsiteX10320" y="connsiteY10320"/>
                </a:cxn>
                <a:cxn ang="0">
                  <a:pos x="connsiteX10321" y="connsiteY10321"/>
                </a:cxn>
                <a:cxn ang="0">
                  <a:pos x="connsiteX10322" y="connsiteY10322"/>
                </a:cxn>
                <a:cxn ang="0">
                  <a:pos x="connsiteX10323" y="connsiteY10323"/>
                </a:cxn>
                <a:cxn ang="0">
                  <a:pos x="connsiteX10324" y="connsiteY10324"/>
                </a:cxn>
                <a:cxn ang="0">
                  <a:pos x="connsiteX10325" y="connsiteY10325"/>
                </a:cxn>
                <a:cxn ang="0">
                  <a:pos x="connsiteX10326" y="connsiteY10326"/>
                </a:cxn>
                <a:cxn ang="0">
                  <a:pos x="connsiteX10327" y="connsiteY10327"/>
                </a:cxn>
                <a:cxn ang="0">
                  <a:pos x="connsiteX10328" y="connsiteY10328"/>
                </a:cxn>
                <a:cxn ang="0">
                  <a:pos x="connsiteX10329" y="connsiteY10329"/>
                </a:cxn>
                <a:cxn ang="0">
                  <a:pos x="connsiteX10330" y="connsiteY10330"/>
                </a:cxn>
                <a:cxn ang="0">
                  <a:pos x="connsiteX10331" y="connsiteY10331"/>
                </a:cxn>
                <a:cxn ang="0">
                  <a:pos x="connsiteX10332" y="connsiteY10332"/>
                </a:cxn>
                <a:cxn ang="0">
                  <a:pos x="connsiteX10333" y="connsiteY10333"/>
                </a:cxn>
                <a:cxn ang="0">
                  <a:pos x="connsiteX10334" y="connsiteY10334"/>
                </a:cxn>
                <a:cxn ang="0">
                  <a:pos x="connsiteX10335" y="connsiteY10335"/>
                </a:cxn>
                <a:cxn ang="0">
                  <a:pos x="connsiteX10336" y="connsiteY10336"/>
                </a:cxn>
                <a:cxn ang="0">
                  <a:pos x="connsiteX10337" y="connsiteY10337"/>
                </a:cxn>
                <a:cxn ang="0">
                  <a:pos x="connsiteX10338" y="connsiteY10338"/>
                </a:cxn>
                <a:cxn ang="0">
                  <a:pos x="connsiteX10339" y="connsiteY10339"/>
                </a:cxn>
                <a:cxn ang="0">
                  <a:pos x="connsiteX10340" y="connsiteY10340"/>
                </a:cxn>
                <a:cxn ang="0">
                  <a:pos x="connsiteX10341" y="connsiteY10341"/>
                </a:cxn>
                <a:cxn ang="0">
                  <a:pos x="connsiteX10342" y="connsiteY10342"/>
                </a:cxn>
                <a:cxn ang="0">
                  <a:pos x="connsiteX10343" y="connsiteY10343"/>
                </a:cxn>
                <a:cxn ang="0">
                  <a:pos x="connsiteX10344" y="connsiteY10344"/>
                </a:cxn>
                <a:cxn ang="0">
                  <a:pos x="connsiteX10345" y="connsiteY10345"/>
                </a:cxn>
                <a:cxn ang="0">
                  <a:pos x="connsiteX10346" y="connsiteY10346"/>
                </a:cxn>
                <a:cxn ang="0">
                  <a:pos x="connsiteX10347" y="connsiteY10347"/>
                </a:cxn>
                <a:cxn ang="0">
                  <a:pos x="connsiteX10348" y="connsiteY10348"/>
                </a:cxn>
                <a:cxn ang="0">
                  <a:pos x="connsiteX10349" y="connsiteY10349"/>
                </a:cxn>
                <a:cxn ang="0">
                  <a:pos x="connsiteX10350" y="connsiteY10350"/>
                </a:cxn>
                <a:cxn ang="0">
                  <a:pos x="connsiteX10351" y="connsiteY10351"/>
                </a:cxn>
                <a:cxn ang="0">
                  <a:pos x="connsiteX10352" y="connsiteY10352"/>
                </a:cxn>
                <a:cxn ang="0">
                  <a:pos x="connsiteX10353" y="connsiteY10353"/>
                </a:cxn>
                <a:cxn ang="0">
                  <a:pos x="connsiteX10354" y="connsiteY10354"/>
                </a:cxn>
                <a:cxn ang="0">
                  <a:pos x="connsiteX10355" y="connsiteY10355"/>
                </a:cxn>
                <a:cxn ang="0">
                  <a:pos x="connsiteX10356" y="connsiteY10356"/>
                </a:cxn>
                <a:cxn ang="0">
                  <a:pos x="connsiteX10357" y="connsiteY10357"/>
                </a:cxn>
                <a:cxn ang="0">
                  <a:pos x="connsiteX10358" y="connsiteY10358"/>
                </a:cxn>
                <a:cxn ang="0">
                  <a:pos x="connsiteX10359" y="connsiteY10359"/>
                </a:cxn>
                <a:cxn ang="0">
                  <a:pos x="connsiteX10360" y="connsiteY10360"/>
                </a:cxn>
                <a:cxn ang="0">
                  <a:pos x="connsiteX10361" y="connsiteY10361"/>
                </a:cxn>
                <a:cxn ang="0">
                  <a:pos x="connsiteX10362" y="connsiteY10362"/>
                </a:cxn>
                <a:cxn ang="0">
                  <a:pos x="connsiteX10363" y="connsiteY10363"/>
                </a:cxn>
                <a:cxn ang="0">
                  <a:pos x="connsiteX10364" y="connsiteY10364"/>
                </a:cxn>
                <a:cxn ang="0">
                  <a:pos x="connsiteX10365" y="connsiteY10365"/>
                </a:cxn>
                <a:cxn ang="0">
                  <a:pos x="connsiteX10366" y="connsiteY10366"/>
                </a:cxn>
                <a:cxn ang="0">
                  <a:pos x="connsiteX10367" y="connsiteY10367"/>
                </a:cxn>
                <a:cxn ang="0">
                  <a:pos x="connsiteX10368" y="connsiteY10368"/>
                </a:cxn>
                <a:cxn ang="0">
                  <a:pos x="connsiteX10369" y="connsiteY10369"/>
                </a:cxn>
                <a:cxn ang="0">
                  <a:pos x="connsiteX10370" y="connsiteY10370"/>
                </a:cxn>
                <a:cxn ang="0">
                  <a:pos x="connsiteX10371" y="connsiteY10371"/>
                </a:cxn>
                <a:cxn ang="0">
                  <a:pos x="connsiteX10372" y="connsiteY10372"/>
                </a:cxn>
                <a:cxn ang="0">
                  <a:pos x="connsiteX10373" y="connsiteY10373"/>
                </a:cxn>
                <a:cxn ang="0">
                  <a:pos x="connsiteX10374" y="connsiteY10374"/>
                </a:cxn>
                <a:cxn ang="0">
                  <a:pos x="connsiteX10375" y="connsiteY10375"/>
                </a:cxn>
                <a:cxn ang="0">
                  <a:pos x="connsiteX10376" y="connsiteY10376"/>
                </a:cxn>
                <a:cxn ang="0">
                  <a:pos x="connsiteX10377" y="connsiteY10377"/>
                </a:cxn>
                <a:cxn ang="0">
                  <a:pos x="connsiteX10378" y="connsiteY10378"/>
                </a:cxn>
                <a:cxn ang="0">
                  <a:pos x="connsiteX10379" y="connsiteY10379"/>
                </a:cxn>
                <a:cxn ang="0">
                  <a:pos x="connsiteX10380" y="connsiteY10380"/>
                </a:cxn>
                <a:cxn ang="0">
                  <a:pos x="connsiteX10381" y="connsiteY10381"/>
                </a:cxn>
                <a:cxn ang="0">
                  <a:pos x="connsiteX10382" y="connsiteY10382"/>
                </a:cxn>
                <a:cxn ang="0">
                  <a:pos x="connsiteX10383" y="connsiteY10383"/>
                </a:cxn>
                <a:cxn ang="0">
                  <a:pos x="connsiteX10384" y="connsiteY10384"/>
                </a:cxn>
                <a:cxn ang="0">
                  <a:pos x="connsiteX10385" y="connsiteY10385"/>
                </a:cxn>
                <a:cxn ang="0">
                  <a:pos x="connsiteX10386" y="connsiteY10386"/>
                </a:cxn>
                <a:cxn ang="0">
                  <a:pos x="connsiteX10387" y="connsiteY10387"/>
                </a:cxn>
                <a:cxn ang="0">
                  <a:pos x="connsiteX10388" y="connsiteY10388"/>
                </a:cxn>
                <a:cxn ang="0">
                  <a:pos x="connsiteX10389" y="connsiteY10389"/>
                </a:cxn>
                <a:cxn ang="0">
                  <a:pos x="connsiteX10390" y="connsiteY10390"/>
                </a:cxn>
                <a:cxn ang="0">
                  <a:pos x="connsiteX10391" y="connsiteY10391"/>
                </a:cxn>
                <a:cxn ang="0">
                  <a:pos x="connsiteX10392" y="connsiteY10392"/>
                </a:cxn>
                <a:cxn ang="0">
                  <a:pos x="connsiteX10393" y="connsiteY10393"/>
                </a:cxn>
                <a:cxn ang="0">
                  <a:pos x="connsiteX10394" y="connsiteY10394"/>
                </a:cxn>
                <a:cxn ang="0">
                  <a:pos x="connsiteX10395" y="connsiteY10395"/>
                </a:cxn>
                <a:cxn ang="0">
                  <a:pos x="connsiteX10396" y="connsiteY10396"/>
                </a:cxn>
                <a:cxn ang="0">
                  <a:pos x="connsiteX10397" y="connsiteY10397"/>
                </a:cxn>
                <a:cxn ang="0">
                  <a:pos x="connsiteX10398" y="connsiteY10398"/>
                </a:cxn>
                <a:cxn ang="0">
                  <a:pos x="connsiteX10399" y="connsiteY10399"/>
                </a:cxn>
                <a:cxn ang="0">
                  <a:pos x="connsiteX10400" y="connsiteY10400"/>
                </a:cxn>
                <a:cxn ang="0">
                  <a:pos x="connsiteX10401" y="connsiteY10401"/>
                </a:cxn>
                <a:cxn ang="0">
                  <a:pos x="connsiteX10402" y="connsiteY10402"/>
                </a:cxn>
                <a:cxn ang="0">
                  <a:pos x="connsiteX10403" y="connsiteY10403"/>
                </a:cxn>
                <a:cxn ang="0">
                  <a:pos x="connsiteX10404" y="connsiteY10404"/>
                </a:cxn>
                <a:cxn ang="0">
                  <a:pos x="connsiteX10405" y="connsiteY10405"/>
                </a:cxn>
                <a:cxn ang="0">
                  <a:pos x="connsiteX10406" y="connsiteY10406"/>
                </a:cxn>
                <a:cxn ang="0">
                  <a:pos x="connsiteX10407" y="connsiteY10407"/>
                </a:cxn>
                <a:cxn ang="0">
                  <a:pos x="connsiteX10408" y="connsiteY10408"/>
                </a:cxn>
                <a:cxn ang="0">
                  <a:pos x="connsiteX10409" y="connsiteY10409"/>
                </a:cxn>
                <a:cxn ang="0">
                  <a:pos x="connsiteX10410" y="connsiteY10410"/>
                </a:cxn>
                <a:cxn ang="0">
                  <a:pos x="connsiteX10411" y="connsiteY10411"/>
                </a:cxn>
                <a:cxn ang="0">
                  <a:pos x="connsiteX10412" y="connsiteY10412"/>
                </a:cxn>
                <a:cxn ang="0">
                  <a:pos x="connsiteX10413" y="connsiteY10413"/>
                </a:cxn>
                <a:cxn ang="0">
                  <a:pos x="connsiteX10414" y="connsiteY10414"/>
                </a:cxn>
                <a:cxn ang="0">
                  <a:pos x="connsiteX10415" y="connsiteY10415"/>
                </a:cxn>
                <a:cxn ang="0">
                  <a:pos x="connsiteX10416" y="connsiteY10416"/>
                </a:cxn>
                <a:cxn ang="0">
                  <a:pos x="connsiteX10417" y="connsiteY10417"/>
                </a:cxn>
                <a:cxn ang="0">
                  <a:pos x="connsiteX10418" y="connsiteY10418"/>
                </a:cxn>
                <a:cxn ang="0">
                  <a:pos x="connsiteX10419" y="connsiteY10419"/>
                </a:cxn>
                <a:cxn ang="0">
                  <a:pos x="connsiteX10420" y="connsiteY10420"/>
                </a:cxn>
                <a:cxn ang="0">
                  <a:pos x="connsiteX10421" y="connsiteY10421"/>
                </a:cxn>
                <a:cxn ang="0">
                  <a:pos x="connsiteX10422" y="connsiteY10422"/>
                </a:cxn>
                <a:cxn ang="0">
                  <a:pos x="connsiteX10423" y="connsiteY10423"/>
                </a:cxn>
                <a:cxn ang="0">
                  <a:pos x="connsiteX10424" y="connsiteY10424"/>
                </a:cxn>
                <a:cxn ang="0">
                  <a:pos x="connsiteX10425" y="connsiteY10425"/>
                </a:cxn>
                <a:cxn ang="0">
                  <a:pos x="connsiteX10426" y="connsiteY10426"/>
                </a:cxn>
                <a:cxn ang="0">
                  <a:pos x="connsiteX10427" y="connsiteY10427"/>
                </a:cxn>
                <a:cxn ang="0">
                  <a:pos x="connsiteX10428" y="connsiteY10428"/>
                </a:cxn>
                <a:cxn ang="0">
                  <a:pos x="connsiteX10429" y="connsiteY10429"/>
                </a:cxn>
                <a:cxn ang="0">
                  <a:pos x="connsiteX10430" y="connsiteY10430"/>
                </a:cxn>
                <a:cxn ang="0">
                  <a:pos x="connsiteX10431" y="connsiteY10431"/>
                </a:cxn>
                <a:cxn ang="0">
                  <a:pos x="connsiteX10432" y="connsiteY10432"/>
                </a:cxn>
                <a:cxn ang="0">
                  <a:pos x="connsiteX10433" y="connsiteY10433"/>
                </a:cxn>
                <a:cxn ang="0">
                  <a:pos x="connsiteX10434" y="connsiteY10434"/>
                </a:cxn>
                <a:cxn ang="0">
                  <a:pos x="connsiteX10435" y="connsiteY10435"/>
                </a:cxn>
                <a:cxn ang="0">
                  <a:pos x="connsiteX10436" y="connsiteY10436"/>
                </a:cxn>
                <a:cxn ang="0">
                  <a:pos x="connsiteX10437" y="connsiteY10437"/>
                </a:cxn>
                <a:cxn ang="0">
                  <a:pos x="connsiteX10438" y="connsiteY10438"/>
                </a:cxn>
                <a:cxn ang="0">
                  <a:pos x="connsiteX10439" y="connsiteY10439"/>
                </a:cxn>
                <a:cxn ang="0">
                  <a:pos x="connsiteX10440" y="connsiteY10440"/>
                </a:cxn>
                <a:cxn ang="0">
                  <a:pos x="connsiteX10441" y="connsiteY10441"/>
                </a:cxn>
                <a:cxn ang="0">
                  <a:pos x="connsiteX10442" y="connsiteY10442"/>
                </a:cxn>
                <a:cxn ang="0">
                  <a:pos x="connsiteX10443" y="connsiteY10443"/>
                </a:cxn>
                <a:cxn ang="0">
                  <a:pos x="connsiteX10444" y="connsiteY10444"/>
                </a:cxn>
                <a:cxn ang="0">
                  <a:pos x="connsiteX10445" y="connsiteY10445"/>
                </a:cxn>
                <a:cxn ang="0">
                  <a:pos x="connsiteX10446" y="connsiteY10446"/>
                </a:cxn>
                <a:cxn ang="0">
                  <a:pos x="connsiteX10447" y="connsiteY10447"/>
                </a:cxn>
                <a:cxn ang="0">
                  <a:pos x="connsiteX10448" y="connsiteY10448"/>
                </a:cxn>
                <a:cxn ang="0">
                  <a:pos x="connsiteX10449" y="connsiteY10449"/>
                </a:cxn>
                <a:cxn ang="0">
                  <a:pos x="connsiteX10450" y="connsiteY10450"/>
                </a:cxn>
                <a:cxn ang="0">
                  <a:pos x="connsiteX10451" y="connsiteY10451"/>
                </a:cxn>
                <a:cxn ang="0">
                  <a:pos x="connsiteX10452" y="connsiteY10452"/>
                </a:cxn>
                <a:cxn ang="0">
                  <a:pos x="connsiteX10453" y="connsiteY10453"/>
                </a:cxn>
                <a:cxn ang="0">
                  <a:pos x="connsiteX10454" y="connsiteY10454"/>
                </a:cxn>
                <a:cxn ang="0">
                  <a:pos x="connsiteX10455" y="connsiteY10455"/>
                </a:cxn>
                <a:cxn ang="0">
                  <a:pos x="connsiteX10456" y="connsiteY10456"/>
                </a:cxn>
                <a:cxn ang="0">
                  <a:pos x="connsiteX10457" y="connsiteY10457"/>
                </a:cxn>
                <a:cxn ang="0">
                  <a:pos x="connsiteX10458" y="connsiteY10458"/>
                </a:cxn>
                <a:cxn ang="0">
                  <a:pos x="connsiteX10459" y="connsiteY10459"/>
                </a:cxn>
                <a:cxn ang="0">
                  <a:pos x="connsiteX10460" y="connsiteY10460"/>
                </a:cxn>
                <a:cxn ang="0">
                  <a:pos x="connsiteX10461" y="connsiteY10461"/>
                </a:cxn>
                <a:cxn ang="0">
                  <a:pos x="connsiteX10462" y="connsiteY10462"/>
                </a:cxn>
                <a:cxn ang="0">
                  <a:pos x="connsiteX10463" y="connsiteY10463"/>
                </a:cxn>
                <a:cxn ang="0">
                  <a:pos x="connsiteX10464" y="connsiteY10464"/>
                </a:cxn>
                <a:cxn ang="0">
                  <a:pos x="connsiteX10465" y="connsiteY10465"/>
                </a:cxn>
                <a:cxn ang="0">
                  <a:pos x="connsiteX10466" y="connsiteY10466"/>
                </a:cxn>
                <a:cxn ang="0">
                  <a:pos x="connsiteX10467" y="connsiteY10467"/>
                </a:cxn>
                <a:cxn ang="0">
                  <a:pos x="connsiteX10468" y="connsiteY10468"/>
                </a:cxn>
                <a:cxn ang="0">
                  <a:pos x="connsiteX10469" y="connsiteY10469"/>
                </a:cxn>
                <a:cxn ang="0">
                  <a:pos x="connsiteX10470" y="connsiteY10470"/>
                </a:cxn>
                <a:cxn ang="0">
                  <a:pos x="connsiteX10471" y="connsiteY10471"/>
                </a:cxn>
                <a:cxn ang="0">
                  <a:pos x="connsiteX10472" y="connsiteY10472"/>
                </a:cxn>
                <a:cxn ang="0">
                  <a:pos x="connsiteX10473" y="connsiteY10473"/>
                </a:cxn>
                <a:cxn ang="0">
                  <a:pos x="connsiteX10474" y="connsiteY10474"/>
                </a:cxn>
                <a:cxn ang="0">
                  <a:pos x="connsiteX10475" y="connsiteY10475"/>
                </a:cxn>
                <a:cxn ang="0">
                  <a:pos x="connsiteX10476" y="connsiteY10476"/>
                </a:cxn>
                <a:cxn ang="0">
                  <a:pos x="connsiteX10477" y="connsiteY10477"/>
                </a:cxn>
                <a:cxn ang="0">
                  <a:pos x="connsiteX10478" y="connsiteY10478"/>
                </a:cxn>
                <a:cxn ang="0">
                  <a:pos x="connsiteX10479" y="connsiteY10479"/>
                </a:cxn>
                <a:cxn ang="0">
                  <a:pos x="connsiteX10480" y="connsiteY10480"/>
                </a:cxn>
                <a:cxn ang="0">
                  <a:pos x="connsiteX10481" y="connsiteY10481"/>
                </a:cxn>
                <a:cxn ang="0">
                  <a:pos x="connsiteX10482" y="connsiteY10482"/>
                </a:cxn>
                <a:cxn ang="0">
                  <a:pos x="connsiteX10483" y="connsiteY10483"/>
                </a:cxn>
                <a:cxn ang="0">
                  <a:pos x="connsiteX10484" y="connsiteY10484"/>
                </a:cxn>
                <a:cxn ang="0">
                  <a:pos x="connsiteX10485" y="connsiteY10485"/>
                </a:cxn>
                <a:cxn ang="0">
                  <a:pos x="connsiteX10486" y="connsiteY10486"/>
                </a:cxn>
                <a:cxn ang="0">
                  <a:pos x="connsiteX10487" y="connsiteY10487"/>
                </a:cxn>
                <a:cxn ang="0">
                  <a:pos x="connsiteX10488" y="connsiteY10488"/>
                </a:cxn>
                <a:cxn ang="0">
                  <a:pos x="connsiteX10489" y="connsiteY10489"/>
                </a:cxn>
                <a:cxn ang="0">
                  <a:pos x="connsiteX10490" y="connsiteY10490"/>
                </a:cxn>
                <a:cxn ang="0">
                  <a:pos x="connsiteX10491" y="connsiteY10491"/>
                </a:cxn>
                <a:cxn ang="0">
                  <a:pos x="connsiteX10492" y="connsiteY10492"/>
                </a:cxn>
                <a:cxn ang="0">
                  <a:pos x="connsiteX10493" y="connsiteY10493"/>
                </a:cxn>
                <a:cxn ang="0">
                  <a:pos x="connsiteX10494" y="connsiteY10494"/>
                </a:cxn>
                <a:cxn ang="0">
                  <a:pos x="connsiteX10495" y="connsiteY10495"/>
                </a:cxn>
                <a:cxn ang="0">
                  <a:pos x="connsiteX10496" y="connsiteY10496"/>
                </a:cxn>
                <a:cxn ang="0">
                  <a:pos x="connsiteX10497" y="connsiteY10497"/>
                </a:cxn>
                <a:cxn ang="0">
                  <a:pos x="connsiteX10498" y="connsiteY10498"/>
                </a:cxn>
                <a:cxn ang="0">
                  <a:pos x="connsiteX10499" y="connsiteY10499"/>
                </a:cxn>
                <a:cxn ang="0">
                  <a:pos x="connsiteX10500" y="connsiteY10500"/>
                </a:cxn>
                <a:cxn ang="0">
                  <a:pos x="connsiteX10501" y="connsiteY10501"/>
                </a:cxn>
                <a:cxn ang="0">
                  <a:pos x="connsiteX10502" y="connsiteY10502"/>
                </a:cxn>
                <a:cxn ang="0">
                  <a:pos x="connsiteX10503" y="connsiteY10503"/>
                </a:cxn>
                <a:cxn ang="0">
                  <a:pos x="connsiteX10504" y="connsiteY10504"/>
                </a:cxn>
                <a:cxn ang="0">
                  <a:pos x="connsiteX10505" y="connsiteY10505"/>
                </a:cxn>
                <a:cxn ang="0">
                  <a:pos x="connsiteX10506" y="connsiteY10506"/>
                </a:cxn>
                <a:cxn ang="0">
                  <a:pos x="connsiteX10507" y="connsiteY10507"/>
                </a:cxn>
                <a:cxn ang="0">
                  <a:pos x="connsiteX10508" y="connsiteY10508"/>
                </a:cxn>
                <a:cxn ang="0">
                  <a:pos x="connsiteX10509" y="connsiteY10509"/>
                </a:cxn>
                <a:cxn ang="0">
                  <a:pos x="connsiteX10510" y="connsiteY10510"/>
                </a:cxn>
                <a:cxn ang="0">
                  <a:pos x="connsiteX10511" y="connsiteY10511"/>
                </a:cxn>
                <a:cxn ang="0">
                  <a:pos x="connsiteX10512" y="connsiteY10512"/>
                </a:cxn>
                <a:cxn ang="0">
                  <a:pos x="connsiteX10513" y="connsiteY10513"/>
                </a:cxn>
                <a:cxn ang="0">
                  <a:pos x="connsiteX10514" y="connsiteY10514"/>
                </a:cxn>
                <a:cxn ang="0">
                  <a:pos x="connsiteX10515" y="connsiteY10515"/>
                </a:cxn>
                <a:cxn ang="0">
                  <a:pos x="connsiteX10516" y="connsiteY10516"/>
                </a:cxn>
                <a:cxn ang="0">
                  <a:pos x="connsiteX10517" y="connsiteY10517"/>
                </a:cxn>
                <a:cxn ang="0">
                  <a:pos x="connsiteX10518" y="connsiteY10518"/>
                </a:cxn>
                <a:cxn ang="0">
                  <a:pos x="connsiteX10519" y="connsiteY10519"/>
                </a:cxn>
                <a:cxn ang="0">
                  <a:pos x="connsiteX10520" y="connsiteY10520"/>
                </a:cxn>
                <a:cxn ang="0">
                  <a:pos x="connsiteX10521" y="connsiteY10521"/>
                </a:cxn>
                <a:cxn ang="0">
                  <a:pos x="connsiteX10522" y="connsiteY10522"/>
                </a:cxn>
                <a:cxn ang="0">
                  <a:pos x="connsiteX10523" y="connsiteY10523"/>
                </a:cxn>
                <a:cxn ang="0">
                  <a:pos x="connsiteX10524" y="connsiteY10524"/>
                </a:cxn>
                <a:cxn ang="0">
                  <a:pos x="connsiteX10525" y="connsiteY10525"/>
                </a:cxn>
                <a:cxn ang="0">
                  <a:pos x="connsiteX10526" y="connsiteY10526"/>
                </a:cxn>
                <a:cxn ang="0">
                  <a:pos x="connsiteX10527" y="connsiteY10527"/>
                </a:cxn>
                <a:cxn ang="0">
                  <a:pos x="connsiteX10528" y="connsiteY10528"/>
                </a:cxn>
                <a:cxn ang="0">
                  <a:pos x="connsiteX10529" y="connsiteY10529"/>
                </a:cxn>
                <a:cxn ang="0">
                  <a:pos x="connsiteX10530" y="connsiteY10530"/>
                </a:cxn>
                <a:cxn ang="0">
                  <a:pos x="connsiteX10531" y="connsiteY10531"/>
                </a:cxn>
                <a:cxn ang="0">
                  <a:pos x="connsiteX10532" y="connsiteY10532"/>
                </a:cxn>
                <a:cxn ang="0">
                  <a:pos x="connsiteX10533" y="connsiteY10533"/>
                </a:cxn>
                <a:cxn ang="0">
                  <a:pos x="connsiteX10534" y="connsiteY10534"/>
                </a:cxn>
                <a:cxn ang="0">
                  <a:pos x="connsiteX10535" y="connsiteY10535"/>
                </a:cxn>
                <a:cxn ang="0">
                  <a:pos x="connsiteX10536" y="connsiteY10536"/>
                </a:cxn>
                <a:cxn ang="0">
                  <a:pos x="connsiteX10537" y="connsiteY10537"/>
                </a:cxn>
                <a:cxn ang="0">
                  <a:pos x="connsiteX10538" y="connsiteY10538"/>
                </a:cxn>
                <a:cxn ang="0">
                  <a:pos x="connsiteX10539" y="connsiteY10539"/>
                </a:cxn>
                <a:cxn ang="0">
                  <a:pos x="connsiteX10540" y="connsiteY10540"/>
                </a:cxn>
                <a:cxn ang="0">
                  <a:pos x="connsiteX10541" y="connsiteY10541"/>
                </a:cxn>
                <a:cxn ang="0">
                  <a:pos x="connsiteX10542" y="connsiteY10542"/>
                </a:cxn>
                <a:cxn ang="0">
                  <a:pos x="connsiteX10543" y="connsiteY10543"/>
                </a:cxn>
                <a:cxn ang="0">
                  <a:pos x="connsiteX10544" y="connsiteY10544"/>
                </a:cxn>
                <a:cxn ang="0">
                  <a:pos x="connsiteX10545" y="connsiteY10545"/>
                </a:cxn>
                <a:cxn ang="0">
                  <a:pos x="connsiteX10546" y="connsiteY10546"/>
                </a:cxn>
                <a:cxn ang="0">
                  <a:pos x="connsiteX10547" y="connsiteY10547"/>
                </a:cxn>
                <a:cxn ang="0">
                  <a:pos x="connsiteX10548" y="connsiteY10548"/>
                </a:cxn>
                <a:cxn ang="0">
                  <a:pos x="connsiteX10549" y="connsiteY10549"/>
                </a:cxn>
                <a:cxn ang="0">
                  <a:pos x="connsiteX10550" y="connsiteY10550"/>
                </a:cxn>
                <a:cxn ang="0">
                  <a:pos x="connsiteX10551" y="connsiteY10551"/>
                </a:cxn>
                <a:cxn ang="0">
                  <a:pos x="connsiteX10552" y="connsiteY10552"/>
                </a:cxn>
                <a:cxn ang="0">
                  <a:pos x="connsiteX10553" y="connsiteY10553"/>
                </a:cxn>
                <a:cxn ang="0">
                  <a:pos x="connsiteX10554" y="connsiteY10554"/>
                </a:cxn>
                <a:cxn ang="0">
                  <a:pos x="connsiteX10555" y="connsiteY10555"/>
                </a:cxn>
                <a:cxn ang="0">
                  <a:pos x="connsiteX10556" y="connsiteY10556"/>
                </a:cxn>
                <a:cxn ang="0">
                  <a:pos x="connsiteX10557" y="connsiteY10557"/>
                </a:cxn>
                <a:cxn ang="0">
                  <a:pos x="connsiteX10558" y="connsiteY10558"/>
                </a:cxn>
                <a:cxn ang="0">
                  <a:pos x="connsiteX10559" y="connsiteY10559"/>
                </a:cxn>
                <a:cxn ang="0">
                  <a:pos x="connsiteX10560" y="connsiteY10560"/>
                </a:cxn>
                <a:cxn ang="0">
                  <a:pos x="connsiteX10561" y="connsiteY10561"/>
                </a:cxn>
                <a:cxn ang="0">
                  <a:pos x="connsiteX10562" y="connsiteY10562"/>
                </a:cxn>
                <a:cxn ang="0">
                  <a:pos x="connsiteX10563" y="connsiteY10563"/>
                </a:cxn>
                <a:cxn ang="0">
                  <a:pos x="connsiteX10564" y="connsiteY10564"/>
                </a:cxn>
                <a:cxn ang="0">
                  <a:pos x="connsiteX10565" y="connsiteY10565"/>
                </a:cxn>
                <a:cxn ang="0">
                  <a:pos x="connsiteX10566" y="connsiteY10566"/>
                </a:cxn>
                <a:cxn ang="0">
                  <a:pos x="connsiteX10567" y="connsiteY10567"/>
                </a:cxn>
                <a:cxn ang="0">
                  <a:pos x="connsiteX10568" y="connsiteY10568"/>
                </a:cxn>
                <a:cxn ang="0">
                  <a:pos x="connsiteX10569" y="connsiteY10569"/>
                </a:cxn>
                <a:cxn ang="0">
                  <a:pos x="connsiteX10570" y="connsiteY10570"/>
                </a:cxn>
                <a:cxn ang="0">
                  <a:pos x="connsiteX10571" y="connsiteY10571"/>
                </a:cxn>
                <a:cxn ang="0">
                  <a:pos x="connsiteX10572" y="connsiteY10572"/>
                </a:cxn>
                <a:cxn ang="0">
                  <a:pos x="connsiteX10573" y="connsiteY10573"/>
                </a:cxn>
                <a:cxn ang="0">
                  <a:pos x="connsiteX10574" y="connsiteY10574"/>
                </a:cxn>
                <a:cxn ang="0">
                  <a:pos x="connsiteX10575" y="connsiteY10575"/>
                </a:cxn>
                <a:cxn ang="0">
                  <a:pos x="connsiteX10576" y="connsiteY10576"/>
                </a:cxn>
                <a:cxn ang="0">
                  <a:pos x="connsiteX10577" y="connsiteY10577"/>
                </a:cxn>
                <a:cxn ang="0">
                  <a:pos x="connsiteX10578" y="connsiteY10578"/>
                </a:cxn>
                <a:cxn ang="0">
                  <a:pos x="connsiteX10579" y="connsiteY10579"/>
                </a:cxn>
                <a:cxn ang="0">
                  <a:pos x="connsiteX10580" y="connsiteY10580"/>
                </a:cxn>
                <a:cxn ang="0">
                  <a:pos x="connsiteX10581" y="connsiteY10581"/>
                </a:cxn>
                <a:cxn ang="0">
                  <a:pos x="connsiteX10582" y="connsiteY10582"/>
                </a:cxn>
                <a:cxn ang="0">
                  <a:pos x="connsiteX10583" y="connsiteY10583"/>
                </a:cxn>
                <a:cxn ang="0">
                  <a:pos x="connsiteX10584" y="connsiteY10584"/>
                </a:cxn>
                <a:cxn ang="0">
                  <a:pos x="connsiteX10585" y="connsiteY10585"/>
                </a:cxn>
                <a:cxn ang="0">
                  <a:pos x="connsiteX10586" y="connsiteY10586"/>
                </a:cxn>
                <a:cxn ang="0">
                  <a:pos x="connsiteX10587" y="connsiteY10587"/>
                </a:cxn>
                <a:cxn ang="0">
                  <a:pos x="connsiteX10588" y="connsiteY10588"/>
                </a:cxn>
                <a:cxn ang="0">
                  <a:pos x="connsiteX10589" y="connsiteY10589"/>
                </a:cxn>
                <a:cxn ang="0">
                  <a:pos x="connsiteX10590" y="connsiteY10590"/>
                </a:cxn>
                <a:cxn ang="0">
                  <a:pos x="connsiteX10591" y="connsiteY10591"/>
                </a:cxn>
                <a:cxn ang="0">
                  <a:pos x="connsiteX10592" y="connsiteY10592"/>
                </a:cxn>
                <a:cxn ang="0">
                  <a:pos x="connsiteX10593" y="connsiteY10593"/>
                </a:cxn>
                <a:cxn ang="0">
                  <a:pos x="connsiteX10594" y="connsiteY10594"/>
                </a:cxn>
                <a:cxn ang="0">
                  <a:pos x="connsiteX10595" y="connsiteY10595"/>
                </a:cxn>
                <a:cxn ang="0">
                  <a:pos x="connsiteX10596" y="connsiteY10596"/>
                </a:cxn>
                <a:cxn ang="0">
                  <a:pos x="connsiteX10597" y="connsiteY10597"/>
                </a:cxn>
                <a:cxn ang="0">
                  <a:pos x="connsiteX10598" y="connsiteY10598"/>
                </a:cxn>
                <a:cxn ang="0">
                  <a:pos x="connsiteX10599" y="connsiteY10599"/>
                </a:cxn>
                <a:cxn ang="0">
                  <a:pos x="connsiteX10600" y="connsiteY10600"/>
                </a:cxn>
                <a:cxn ang="0">
                  <a:pos x="connsiteX10601" y="connsiteY10601"/>
                </a:cxn>
                <a:cxn ang="0">
                  <a:pos x="connsiteX10602" y="connsiteY10602"/>
                </a:cxn>
                <a:cxn ang="0">
                  <a:pos x="connsiteX10603" y="connsiteY10603"/>
                </a:cxn>
                <a:cxn ang="0">
                  <a:pos x="connsiteX10604" y="connsiteY10604"/>
                </a:cxn>
                <a:cxn ang="0">
                  <a:pos x="connsiteX10605" y="connsiteY10605"/>
                </a:cxn>
                <a:cxn ang="0">
                  <a:pos x="connsiteX10606" y="connsiteY10606"/>
                </a:cxn>
                <a:cxn ang="0">
                  <a:pos x="connsiteX10607" y="connsiteY10607"/>
                </a:cxn>
                <a:cxn ang="0">
                  <a:pos x="connsiteX10608" y="connsiteY10608"/>
                </a:cxn>
                <a:cxn ang="0">
                  <a:pos x="connsiteX10609" y="connsiteY10609"/>
                </a:cxn>
                <a:cxn ang="0">
                  <a:pos x="connsiteX10610" y="connsiteY10610"/>
                </a:cxn>
                <a:cxn ang="0">
                  <a:pos x="connsiteX10611" y="connsiteY10611"/>
                </a:cxn>
                <a:cxn ang="0">
                  <a:pos x="connsiteX10612" y="connsiteY10612"/>
                </a:cxn>
                <a:cxn ang="0">
                  <a:pos x="connsiteX10613" y="connsiteY10613"/>
                </a:cxn>
                <a:cxn ang="0">
                  <a:pos x="connsiteX10614" y="connsiteY10614"/>
                </a:cxn>
                <a:cxn ang="0">
                  <a:pos x="connsiteX10615" y="connsiteY10615"/>
                </a:cxn>
                <a:cxn ang="0">
                  <a:pos x="connsiteX10616" y="connsiteY10616"/>
                </a:cxn>
                <a:cxn ang="0">
                  <a:pos x="connsiteX10617" y="connsiteY10617"/>
                </a:cxn>
                <a:cxn ang="0">
                  <a:pos x="connsiteX10618" y="connsiteY10618"/>
                </a:cxn>
                <a:cxn ang="0">
                  <a:pos x="connsiteX10619" y="connsiteY10619"/>
                </a:cxn>
                <a:cxn ang="0">
                  <a:pos x="connsiteX10620" y="connsiteY10620"/>
                </a:cxn>
                <a:cxn ang="0">
                  <a:pos x="connsiteX10621" y="connsiteY10621"/>
                </a:cxn>
                <a:cxn ang="0">
                  <a:pos x="connsiteX10622" y="connsiteY10622"/>
                </a:cxn>
                <a:cxn ang="0">
                  <a:pos x="connsiteX10623" y="connsiteY10623"/>
                </a:cxn>
                <a:cxn ang="0">
                  <a:pos x="connsiteX10624" y="connsiteY10624"/>
                </a:cxn>
                <a:cxn ang="0">
                  <a:pos x="connsiteX10625" y="connsiteY10625"/>
                </a:cxn>
                <a:cxn ang="0">
                  <a:pos x="connsiteX10626" y="connsiteY10626"/>
                </a:cxn>
                <a:cxn ang="0">
                  <a:pos x="connsiteX10627" y="connsiteY10627"/>
                </a:cxn>
                <a:cxn ang="0">
                  <a:pos x="connsiteX10628" y="connsiteY10628"/>
                </a:cxn>
                <a:cxn ang="0">
                  <a:pos x="connsiteX10629" y="connsiteY10629"/>
                </a:cxn>
                <a:cxn ang="0">
                  <a:pos x="connsiteX10630" y="connsiteY10630"/>
                </a:cxn>
                <a:cxn ang="0">
                  <a:pos x="connsiteX10631" y="connsiteY10631"/>
                </a:cxn>
                <a:cxn ang="0">
                  <a:pos x="connsiteX10632" y="connsiteY10632"/>
                </a:cxn>
                <a:cxn ang="0">
                  <a:pos x="connsiteX10633" y="connsiteY10633"/>
                </a:cxn>
                <a:cxn ang="0">
                  <a:pos x="connsiteX10634" y="connsiteY10634"/>
                </a:cxn>
                <a:cxn ang="0">
                  <a:pos x="connsiteX10635" y="connsiteY10635"/>
                </a:cxn>
                <a:cxn ang="0">
                  <a:pos x="connsiteX10636" y="connsiteY10636"/>
                </a:cxn>
                <a:cxn ang="0">
                  <a:pos x="connsiteX10637" y="connsiteY10637"/>
                </a:cxn>
                <a:cxn ang="0">
                  <a:pos x="connsiteX10638" y="connsiteY10638"/>
                </a:cxn>
                <a:cxn ang="0">
                  <a:pos x="connsiteX10639" y="connsiteY10639"/>
                </a:cxn>
                <a:cxn ang="0">
                  <a:pos x="connsiteX10640" y="connsiteY10640"/>
                </a:cxn>
                <a:cxn ang="0">
                  <a:pos x="connsiteX10641" y="connsiteY10641"/>
                </a:cxn>
                <a:cxn ang="0">
                  <a:pos x="connsiteX10642" y="connsiteY10642"/>
                </a:cxn>
                <a:cxn ang="0">
                  <a:pos x="connsiteX10643" y="connsiteY10643"/>
                </a:cxn>
                <a:cxn ang="0">
                  <a:pos x="connsiteX10644" y="connsiteY10644"/>
                </a:cxn>
                <a:cxn ang="0">
                  <a:pos x="connsiteX10645" y="connsiteY10645"/>
                </a:cxn>
                <a:cxn ang="0">
                  <a:pos x="connsiteX10646" y="connsiteY10646"/>
                </a:cxn>
                <a:cxn ang="0">
                  <a:pos x="connsiteX10647" y="connsiteY10647"/>
                </a:cxn>
                <a:cxn ang="0">
                  <a:pos x="connsiteX10648" y="connsiteY10648"/>
                </a:cxn>
                <a:cxn ang="0">
                  <a:pos x="connsiteX10649" y="connsiteY10649"/>
                </a:cxn>
                <a:cxn ang="0">
                  <a:pos x="connsiteX10650" y="connsiteY10650"/>
                </a:cxn>
                <a:cxn ang="0">
                  <a:pos x="connsiteX10651" y="connsiteY10651"/>
                </a:cxn>
                <a:cxn ang="0">
                  <a:pos x="connsiteX10652" y="connsiteY10652"/>
                </a:cxn>
                <a:cxn ang="0">
                  <a:pos x="connsiteX10653" y="connsiteY10653"/>
                </a:cxn>
                <a:cxn ang="0">
                  <a:pos x="connsiteX10654" y="connsiteY10654"/>
                </a:cxn>
                <a:cxn ang="0">
                  <a:pos x="connsiteX10655" y="connsiteY10655"/>
                </a:cxn>
                <a:cxn ang="0">
                  <a:pos x="connsiteX10656" y="connsiteY10656"/>
                </a:cxn>
                <a:cxn ang="0">
                  <a:pos x="connsiteX10657" y="connsiteY10657"/>
                </a:cxn>
                <a:cxn ang="0">
                  <a:pos x="connsiteX10658" y="connsiteY10658"/>
                </a:cxn>
                <a:cxn ang="0">
                  <a:pos x="connsiteX10659" y="connsiteY10659"/>
                </a:cxn>
                <a:cxn ang="0">
                  <a:pos x="connsiteX10660" y="connsiteY10660"/>
                </a:cxn>
                <a:cxn ang="0">
                  <a:pos x="connsiteX10661" y="connsiteY10661"/>
                </a:cxn>
                <a:cxn ang="0">
                  <a:pos x="connsiteX10662" y="connsiteY10662"/>
                </a:cxn>
                <a:cxn ang="0">
                  <a:pos x="connsiteX10663" y="connsiteY10663"/>
                </a:cxn>
                <a:cxn ang="0">
                  <a:pos x="connsiteX10664" y="connsiteY10664"/>
                </a:cxn>
                <a:cxn ang="0">
                  <a:pos x="connsiteX10665" y="connsiteY10665"/>
                </a:cxn>
                <a:cxn ang="0">
                  <a:pos x="connsiteX10666" y="connsiteY10666"/>
                </a:cxn>
                <a:cxn ang="0">
                  <a:pos x="connsiteX10667" y="connsiteY10667"/>
                </a:cxn>
                <a:cxn ang="0">
                  <a:pos x="connsiteX10668" y="connsiteY10668"/>
                </a:cxn>
                <a:cxn ang="0">
                  <a:pos x="connsiteX10669" y="connsiteY10669"/>
                </a:cxn>
                <a:cxn ang="0">
                  <a:pos x="connsiteX10670" y="connsiteY10670"/>
                </a:cxn>
                <a:cxn ang="0">
                  <a:pos x="connsiteX10671" y="connsiteY10671"/>
                </a:cxn>
                <a:cxn ang="0">
                  <a:pos x="connsiteX10672" y="connsiteY10672"/>
                </a:cxn>
                <a:cxn ang="0">
                  <a:pos x="connsiteX10673" y="connsiteY10673"/>
                </a:cxn>
                <a:cxn ang="0">
                  <a:pos x="connsiteX10674" y="connsiteY10674"/>
                </a:cxn>
                <a:cxn ang="0">
                  <a:pos x="connsiteX10675" y="connsiteY10675"/>
                </a:cxn>
                <a:cxn ang="0">
                  <a:pos x="connsiteX10676" y="connsiteY10676"/>
                </a:cxn>
                <a:cxn ang="0">
                  <a:pos x="connsiteX10677" y="connsiteY10677"/>
                </a:cxn>
                <a:cxn ang="0">
                  <a:pos x="connsiteX10678" y="connsiteY10678"/>
                </a:cxn>
                <a:cxn ang="0">
                  <a:pos x="connsiteX10679" y="connsiteY10679"/>
                </a:cxn>
                <a:cxn ang="0">
                  <a:pos x="connsiteX10680" y="connsiteY10680"/>
                </a:cxn>
                <a:cxn ang="0">
                  <a:pos x="connsiteX10681" y="connsiteY10681"/>
                </a:cxn>
                <a:cxn ang="0">
                  <a:pos x="connsiteX10682" y="connsiteY10682"/>
                </a:cxn>
                <a:cxn ang="0">
                  <a:pos x="connsiteX10683" y="connsiteY10683"/>
                </a:cxn>
                <a:cxn ang="0">
                  <a:pos x="connsiteX10684" y="connsiteY10684"/>
                </a:cxn>
                <a:cxn ang="0">
                  <a:pos x="connsiteX10685" y="connsiteY10685"/>
                </a:cxn>
                <a:cxn ang="0">
                  <a:pos x="connsiteX10686" y="connsiteY10686"/>
                </a:cxn>
                <a:cxn ang="0">
                  <a:pos x="connsiteX10687" y="connsiteY10687"/>
                </a:cxn>
                <a:cxn ang="0">
                  <a:pos x="connsiteX10688" y="connsiteY10688"/>
                </a:cxn>
                <a:cxn ang="0">
                  <a:pos x="connsiteX10689" y="connsiteY10689"/>
                </a:cxn>
                <a:cxn ang="0">
                  <a:pos x="connsiteX10690" y="connsiteY10690"/>
                </a:cxn>
                <a:cxn ang="0">
                  <a:pos x="connsiteX10691" y="connsiteY10691"/>
                </a:cxn>
                <a:cxn ang="0">
                  <a:pos x="connsiteX10692" y="connsiteY10692"/>
                </a:cxn>
                <a:cxn ang="0">
                  <a:pos x="connsiteX10693" y="connsiteY10693"/>
                </a:cxn>
                <a:cxn ang="0">
                  <a:pos x="connsiteX10694" y="connsiteY10694"/>
                </a:cxn>
                <a:cxn ang="0">
                  <a:pos x="connsiteX10695" y="connsiteY10695"/>
                </a:cxn>
                <a:cxn ang="0">
                  <a:pos x="connsiteX10696" y="connsiteY10696"/>
                </a:cxn>
                <a:cxn ang="0">
                  <a:pos x="connsiteX10697" y="connsiteY10697"/>
                </a:cxn>
                <a:cxn ang="0">
                  <a:pos x="connsiteX10698" y="connsiteY10698"/>
                </a:cxn>
                <a:cxn ang="0">
                  <a:pos x="connsiteX10699" y="connsiteY10699"/>
                </a:cxn>
                <a:cxn ang="0">
                  <a:pos x="connsiteX10700" y="connsiteY10700"/>
                </a:cxn>
                <a:cxn ang="0">
                  <a:pos x="connsiteX10701" y="connsiteY10701"/>
                </a:cxn>
                <a:cxn ang="0">
                  <a:pos x="connsiteX10702" y="connsiteY10702"/>
                </a:cxn>
                <a:cxn ang="0">
                  <a:pos x="connsiteX10703" y="connsiteY10703"/>
                </a:cxn>
                <a:cxn ang="0">
                  <a:pos x="connsiteX10704" y="connsiteY10704"/>
                </a:cxn>
                <a:cxn ang="0">
                  <a:pos x="connsiteX10705" y="connsiteY10705"/>
                </a:cxn>
                <a:cxn ang="0">
                  <a:pos x="connsiteX10706" y="connsiteY10706"/>
                </a:cxn>
                <a:cxn ang="0">
                  <a:pos x="connsiteX10707" y="connsiteY10707"/>
                </a:cxn>
                <a:cxn ang="0">
                  <a:pos x="connsiteX10708" y="connsiteY10708"/>
                </a:cxn>
                <a:cxn ang="0">
                  <a:pos x="connsiteX10709" y="connsiteY10709"/>
                </a:cxn>
                <a:cxn ang="0">
                  <a:pos x="connsiteX10710" y="connsiteY10710"/>
                </a:cxn>
                <a:cxn ang="0">
                  <a:pos x="connsiteX10711" y="connsiteY10711"/>
                </a:cxn>
                <a:cxn ang="0">
                  <a:pos x="connsiteX10712" y="connsiteY10712"/>
                </a:cxn>
                <a:cxn ang="0">
                  <a:pos x="connsiteX10713" y="connsiteY10713"/>
                </a:cxn>
                <a:cxn ang="0">
                  <a:pos x="connsiteX10714" y="connsiteY10714"/>
                </a:cxn>
                <a:cxn ang="0">
                  <a:pos x="connsiteX10715" y="connsiteY10715"/>
                </a:cxn>
                <a:cxn ang="0">
                  <a:pos x="connsiteX10716" y="connsiteY10716"/>
                </a:cxn>
                <a:cxn ang="0">
                  <a:pos x="connsiteX10717" y="connsiteY10717"/>
                </a:cxn>
                <a:cxn ang="0">
                  <a:pos x="connsiteX10718" y="connsiteY10718"/>
                </a:cxn>
                <a:cxn ang="0">
                  <a:pos x="connsiteX10719" y="connsiteY10719"/>
                </a:cxn>
                <a:cxn ang="0">
                  <a:pos x="connsiteX10720" y="connsiteY10720"/>
                </a:cxn>
                <a:cxn ang="0">
                  <a:pos x="connsiteX10721" y="connsiteY10721"/>
                </a:cxn>
                <a:cxn ang="0">
                  <a:pos x="connsiteX10722" y="connsiteY10722"/>
                </a:cxn>
                <a:cxn ang="0">
                  <a:pos x="connsiteX10723" y="connsiteY10723"/>
                </a:cxn>
                <a:cxn ang="0">
                  <a:pos x="connsiteX10724" y="connsiteY10724"/>
                </a:cxn>
                <a:cxn ang="0">
                  <a:pos x="connsiteX10725" y="connsiteY10725"/>
                </a:cxn>
                <a:cxn ang="0">
                  <a:pos x="connsiteX10726" y="connsiteY10726"/>
                </a:cxn>
                <a:cxn ang="0">
                  <a:pos x="connsiteX10727" y="connsiteY10727"/>
                </a:cxn>
                <a:cxn ang="0">
                  <a:pos x="connsiteX10728" y="connsiteY10728"/>
                </a:cxn>
                <a:cxn ang="0">
                  <a:pos x="connsiteX10729" y="connsiteY10729"/>
                </a:cxn>
                <a:cxn ang="0">
                  <a:pos x="connsiteX10730" y="connsiteY10730"/>
                </a:cxn>
                <a:cxn ang="0">
                  <a:pos x="connsiteX10731" y="connsiteY10731"/>
                </a:cxn>
                <a:cxn ang="0">
                  <a:pos x="connsiteX10732" y="connsiteY10732"/>
                </a:cxn>
                <a:cxn ang="0">
                  <a:pos x="connsiteX10733" y="connsiteY10733"/>
                </a:cxn>
                <a:cxn ang="0">
                  <a:pos x="connsiteX10734" y="connsiteY10734"/>
                </a:cxn>
                <a:cxn ang="0">
                  <a:pos x="connsiteX10735" y="connsiteY10735"/>
                </a:cxn>
                <a:cxn ang="0">
                  <a:pos x="connsiteX10736" y="connsiteY10736"/>
                </a:cxn>
                <a:cxn ang="0">
                  <a:pos x="connsiteX10737" y="connsiteY10737"/>
                </a:cxn>
                <a:cxn ang="0">
                  <a:pos x="connsiteX10738" y="connsiteY10738"/>
                </a:cxn>
                <a:cxn ang="0">
                  <a:pos x="connsiteX10739" y="connsiteY10739"/>
                </a:cxn>
                <a:cxn ang="0">
                  <a:pos x="connsiteX10740" y="connsiteY10740"/>
                </a:cxn>
                <a:cxn ang="0">
                  <a:pos x="connsiteX10741" y="connsiteY10741"/>
                </a:cxn>
                <a:cxn ang="0">
                  <a:pos x="connsiteX10742" y="connsiteY10742"/>
                </a:cxn>
                <a:cxn ang="0">
                  <a:pos x="connsiteX10743" y="connsiteY10743"/>
                </a:cxn>
                <a:cxn ang="0">
                  <a:pos x="connsiteX10744" y="connsiteY10744"/>
                </a:cxn>
                <a:cxn ang="0">
                  <a:pos x="connsiteX10745" y="connsiteY10745"/>
                </a:cxn>
                <a:cxn ang="0">
                  <a:pos x="connsiteX10746" y="connsiteY10746"/>
                </a:cxn>
                <a:cxn ang="0">
                  <a:pos x="connsiteX10747" y="connsiteY10747"/>
                </a:cxn>
                <a:cxn ang="0">
                  <a:pos x="connsiteX10748" y="connsiteY10748"/>
                </a:cxn>
                <a:cxn ang="0">
                  <a:pos x="connsiteX10749" y="connsiteY10749"/>
                </a:cxn>
                <a:cxn ang="0">
                  <a:pos x="connsiteX10750" y="connsiteY10750"/>
                </a:cxn>
                <a:cxn ang="0">
                  <a:pos x="connsiteX10751" y="connsiteY10751"/>
                </a:cxn>
                <a:cxn ang="0">
                  <a:pos x="connsiteX10752" y="connsiteY10752"/>
                </a:cxn>
                <a:cxn ang="0">
                  <a:pos x="connsiteX10753" y="connsiteY10753"/>
                </a:cxn>
                <a:cxn ang="0">
                  <a:pos x="connsiteX10754" y="connsiteY10754"/>
                </a:cxn>
                <a:cxn ang="0">
                  <a:pos x="connsiteX10755" y="connsiteY10755"/>
                </a:cxn>
                <a:cxn ang="0">
                  <a:pos x="connsiteX10756" y="connsiteY10756"/>
                </a:cxn>
                <a:cxn ang="0">
                  <a:pos x="connsiteX10757" y="connsiteY10757"/>
                </a:cxn>
                <a:cxn ang="0">
                  <a:pos x="connsiteX10758" y="connsiteY10758"/>
                </a:cxn>
                <a:cxn ang="0">
                  <a:pos x="connsiteX10759" y="connsiteY10759"/>
                </a:cxn>
                <a:cxn ang="0">
                  <a:pos x="connsiteX10760" y="connsiteY10760"/>
                </a:cxn>
                <a:cxn ang="0">
                  <a:pos x="connsiteX10761" y="connsiteY10761"/>
                </a:cxn>
                <a:cxn ang="0">
                  <a:pos x="connsiteX10762" y="connsiteY10762"/>
                </a:cxn>
                <a:cxn ang="0">
                  <a:pos x="connsiteX10763" y="connsiteY10763"/>
                </a:cxn>
                <a:cxn ang="0">
                  <a:pos x="connsiteX10764" y="connsiteY10764"/>
                </a:cxn>
                <a:cxn ang="0">
                  <a:pos x="connsiteX10765" y="connsiteY10765"/>
                </a:cxn>
                <a:cxn ang="0">
                  <a:pos x="connsiteX10766" y="connsiteY10766"/>
                </a:cxn>
                <a:cxn ang="0">
                  <a:pos x="connsiteX10767" y="connsiteY10767"/>
                </a:cxn>
                <a:cxn ang="0">
                  <a:pos x="connsiteX10768" y="connsiteY10768"/>
                </a:cxn>
                <a:cxn ang="0">
                  <a:pos x="connsiteX10769" y="connsiteY10769"/>
                </a:cxn>
                <a:cxn ang="0">
                  <a:pos x="connsiteX10770" y="connsiteY10770"/>
                </a:cxn>
                <a:cxn ang="0">
                  <a:pos x="connsiteX10771" y="connsiteY10771"/>
                </a:cxn>
                <a:cxn ang="0">
                  <a:pos x="connsiteX10772" y="connsiteY10772"/>
                </a:cxn>
                <a:cxn ang="0">
                  <a:pos x="connsiteX10773" y="connsiteY10773"/>
                </a:cxn>
                <a:cxn ang="0">
                  <a:pos x="connsiteX10774" y="connsiteY10774"/>
                </a:cxn>
                <a:cxn ang="0">
                  <a:pos x="connsiteX10775" y="connsiteY10775"/>
                </a:cxn>
                <a:cxn ang="0">
                  <a:pos x="connsiteX10776" y="connsiteY10776"/>
                </a:cxn>
                <a:cxn ang="0">
                  <a:pos x="connsiteX10777" y="connsiteY10777"/>
                </a:cxn>
                <a:cxn ang="0">
                  <a:pos x="connsiteX10778" y="connsiteY10778"/>
                </a:cxn>
                <a:cxn ang="0">
                  <a:pos x="connsiteX10779" y="connsiteY10779"/>
                </a:cxn>
                <a:cxn ang="0">
                  <a:pos x="connsiteX10780" y="connsiteY10780"/>
                </a:cxn>
                <a:cxn ang="0">
                  <a:pos x="connsiteX10781" y="connsiteY10781"/>
                </a:cxn>
                <a:cxn ang="0">
                  <a:pos x="connsiteX10782" y="connsiteY10782"/>
                </a:cxn>
                <a:cxn ang="0">
                  <a:pos x="connsiteX10783" y="connsiteY10783"/>
                </a:cxn>
                <a:cxn ang="0">
                  <a:pos x="connsiteX10784" y="connsiteY10784"/>
                </a:cxn>
                <a:cxn ang="0">
                  <a:pos x="connsiteX10785" y="connsiteY10785"/>
                </a:cxn>
                <a:cxn ang="0">
                  <a:pos x="connsiteX10786" y="connsiteY10786"/>
                </a:cxn>
                <a:cxn ang="0">
                  <a:pos x="connsiteX10787" y="connsiteY10787"/>
                </a:cxn>
                <a:cxn ang="0">
                  <a:pos x="connsiteX10788" y="connsiteY10788"/>
                </a:cxn>
                <a:cxn ang="0">
                  <a:pos x="connsiteX10789" y="connsiteY10789"/>
                </a:cxn>
                <a:cxn ang="0">
                  <a:pos x="connsiteX10790" y="connsiteY10790"/>
                </a:cxn>
                <a:cxn ang="0">
                  <a:pos x="connsiteX10791" y="connsiteY10791"/>
                </a:cxn>
                <a:cxn ang="0">
                  <a:pos x="connsiteX10792" y="connsiteY10792"/>
                </a:cxn>
                <a:cxn ang="0">
                  <a:pos x="connsiteX10793" y="connsiteY10793"/>
                </a:cxn>
                <a:cxn ang="0">
                  <a:pos x="connsiteX10794" y="connsiteY10794"/>
                </a:cxn>
                <a:cxn ang="0">
                  <a:pos x="connsiteX10795" y="connsiteY10795"/>
                </a:cxn>
                <a:cxn ang="0">
                  <a:pos x="connsiteX10796" y="connsiteY10796"/>
                </a:cxn>
                <a:cxn ang="0">
                  <a:pos x="connsiteX10797" y="connsiteY10797"/>
                </a:cxn>
                <a:cxn ang="0">
                  <a:pos x="connsiteX10798" y="connsiteY10798"/>
                </a:cxn>
                <a:cxn ang="0">
                  <a:pos x="connsiteX10799" y="connsiteY10799"/>
                </a:cxn>
                <a:cxn ang="0">
                  <a:pos x="connsiteX10800" y="connsiteY10800"/>
                </a:cxn>
                <a:cxn ang="0">
                  <a:pos x="connsiteX10801" y="connsiteY10801"/>
                </a:cxn>
                <a:cxn ang="0">
                  <a:pos x="connsiteX10802" y="connsiteY10802"/>
                </a:cxn>
                <a:cxn ang="0">
                  <a:pos x="connsiteX10803" y="connsiteY10803"/>
                </a:cxn>
                <a:cxn ang="0">
                  <a:pos x="connsiteX10804" y="connsiteY10804"/>
                </a:cxn>
                <a:cxn ang="0">
                  <a:pos x="connsiteX10805" y="connsiteY10805"/>
                </a:cxn>
                <a:cxn ang="0">
                  <a:pos x="connsiteX10806" y="connsiteY10806"/>
                </a:cxn>
                <a:cxn ang="0">
                  <a:pos x="connsiteX10807" y="connsiteY10807"/>
                </a:cxn>
                <a:cxn ang="0">
                  <a:pos x="connsiteX10808" y="connsiteY10808"/>
                </a:cxn>
                <a:cxn ang="0">
                  <a:pos x="connsiteX10809" y="connsiteY10809"/>
                </a:cxn>
                <a:cxn ang="0">
                  <a:pos x="connsiteX10810" y="connsiteY10810"/>
                </a:cxn>
                <a:cxn ang="0">
                  <a:pos x="connsiteX10811" y="connsiteY10811"/>
                </a:cxn>
                <a:cxn ang="0">
                  <a:pos x="connsiteX10812" y="connsiteY10812"/>
                </a:cxn>
                <a:cxn ang="0">
                  <a:pos x="connsiteX10813" y="connsiteY10813"/>
                </a:cxn>
                <a:cxn ang="0">
                  <a:pos x="connsiteX10814" y="connsiteY10814"/>
                </a:cxn>
                <a:cxn ang="0">
                  <a:pos x="connsiteX10815" y="connsiteY10815"/>
                </a:cxn>
                <a:cxn ang="0">
                  <a:pos x="connsiteX10816" y="connsiteY10816"/>
                </a:cxn>
                <a:cxn ang="0">
                  <a:pos x="connsiteX10817" y="connsiteY10817"/>
                </a:cxn>
                <a:cxn ang="0">
                  <a:pos x="connsiteX10818" y="connsiteY10818"/>
                </a:cxn>
                <a:cxn ang="0">
                  <a:pos x="connsiteX10819" y="connsiteY10819"/>
                </a:cxn>
                <a:cxn ang="0">
                  <a:pos x="connsiteX10820" y="connsiteY10820"/>
                </a:cxn>
                <a:cxn ang="0">
                  <a:pos x="connsiteX10821" y="connsiteY10821"/>
                </a:cxn>
                <a:cxn ang="0">
                  <a:pos x="connsiteX10822" y="connsiteY10822"/>
                </a:cxn>
                <a:cxn ang="0">
                  <a:pos x="connsiteX10823" y="connsiteY10823"/>
                </a:cxn>
                <a:cxn ang="0">
                  <a:pos x="connsiteX10824" y="connsiteY10824"/>
                </a:cxn>
                <a:cxn ang="0">
                  <a:pos x="connsiteX10825" y="connsiteY10825"/>
                </a:cxn>
                <a:cxn ang="0">
                  <a:pos x="connsiteX10826" y="connsiteY10826"/>
                </a:cxn>
                <a:cxn ang="0">
                  <a:pos x="connsiteX10827" y="connsiteY10827"/>
                </a:cxn>
                <a:cxn ang="0">
                  <a:pos x="connsiteX10828" y="connsiteY10828"/>
                </a:cxn>
                <a:cxn ang="0">
                  <a:pos x="connsiteX10829" y="connsiteY10829"/>
                </a:cxn>
                <a:cxn ang="0">
                  <a:pos x="connsiteX10830" y="connsiteY10830"/>
                </a:cxn>
                <a:cxn ang="0">
                  <a:pos x="connsiteX10831" y="connsiteY10831"/>
                </a:cxn>
                <a:cxn ang="0">
                  <a:pos x="connsiteX10832" y="connsiteY10832"/>
                </a:cxn>
                <a:cxn ang="0">
                  <a:pos x="connsiteX10833" y="connsiteY10833"/>
                </a:cxn>
                <a:cxn ang="0">
                  <a:pos x="connsiteX10834" y="connsiteY10834"/>
                </a:cxn>
                <a:cxn ang="0">
                  <a:pos x="connsiteX10835" y="connsiteY10835"/>
                </a:cxn>
                <a:cxn ang="0">
                  <a:pos x="connsiteX10836" y="connsiteY10836"/>
                </a:cxn>
                <a:cxn ang="0">
                  <a:pos x="connsiteX10837" y="connsiteY10837"/>
                </a:cxn>
                <a:cxn ang="0">
                  <a:pos x="connsiteX10838" y="connsiteY10838"/>
                </a:cxn>
                <a:cxn ang="0">
                  <a:pos x="connsiteX10839" y="connsiteY10839"/>
                </a:cxn>
                <a:cxn ang="0">
                  <a:pos x="connsiteX10840" y="connsiteY10840"/>
                </a:cxn>
                <a:cxn ang="0">
                  <a:pos x="connsiteX10841" y="connsiteY10841"/>
                </a:cxn>
                <a:cxn ang="0">
                  <a:pos x="connsiteX10842" y="connsiteY10842"/>
                </a:cxn>
                <a:cxn ang="0">
                  <a:pos x="connsiteX10843" y="connsiteY10843"/>
                </a:cxn>
                <a:cxn ang="0">
                  <a:pos x="connsiteX10844" y="connsiteY10844"/>
                </a:cxn>
                <a:cxn ang="0">
                  <a:pos x="connsiteX10845" y="connsiteY10845"/>
                </a:cxn>
                <a:cxn ang="0">
                  <a:pos x="connsiteX10846" y="connsiteY10846"/>
                </a:cxn>
                <a:cxn ang="0">
                  <a:pos x="connsiteX10847" y="connsiteY10847"/>
                </a:cxn>
                <a:cxn ang="0">
                  <a:pos x="connsiteX10848" y="connsiteY10848"/>
                </a:cxn>
                <a:cxn ang="0">
                  <a:pos x="connsiteX10849" y="connsiteY10849"/>
                </a:cxn>
                <a:cxn ang="0">
                  <a:pos x="connsiteX10850" y="connsiteY10850"/>
                </a:cxn>
                <a:cxn ang="0">
                  <a:pos x="connsiteX10851" y="connsiteY10851"/>
                </a:cxn>
                <a:cxn ang="0">
                  <a:pos x="connsiteX10852" y="connsiteY10852"/>
                </a:cxn>
                <a:cxn ang="0">
                  <a:pos x="connsiteX10853" y="connsiteY10853"/>
                </a:cxn>
                <a:cxn ang="0">
                  <a:pos x="connsiteX10854" y="connsiteY10854"/>
                </a:cxn>
                <a:cxn ang="0">
                  <a:pos x="connsiteX10855" y="connsiteY10855"/>
                </a:cxn>
                <a:cxn ang="0">
                  <a:pos x="connsiteX10856" y="connsiteY10856"/>
                </a:cxn>
                <a:cxn ang="0">
                  <a:pos x="connsiteX10857" y="connsiteY10857"/>
                </a:cxn>
                <a:cxn ang="0">
                  <a:pos x="connsiteX10858" y="connsiteY10858"/>
                </a:cxn>
                <a:cxn ang="0">
                  <a:pos x="connsiteX10859" y="connsiteY10859"/>
                </a:cxn>
                <a:cxn ang="0">
                  <a:pos x="connsiteX10860" y="connsiteY10860"/>
                </a:cxn>
                <a:cxn ang="0">
                  <a:pos x="connsiteX10861" y="connsiteY10861"/>
                </a:cxn>
                <a:cxn ang="0">
                  <a:pos x="connsiteX10862" y="connsiteY10862"/>
                </a:cxn>
                <a:cxn ang="0">
                  <a:pos x="connsiteX10863" y="connsiteY10863"/>
                </a:cxn>
                <a:cxn ang="0">
                  <a:pos x="connsiteX10864" y="connsiteY10864"/>
                </a:cxn>
                <a:cxn ang="0">
                  <a:pos x="connsiteX10865" y="connsiteY10865"/>
                </a:cxn>
                <a:cxn ang="0">
                  <a:pos x="connsiteX10866" y="connsiteY10866"/>
                </a:cxn>
                <a:cxn ang="0">
                  <a:pos x="connsiteX10867" y="connsiteY10867"/>
                </a:cxn>
                <a:cxn ang="0">
                  <a:pos x="connsiteX10868" y="connsiteY10868"/>
                </a:cxn>
                <a:cxn ang="0">
                  <a:pos x="connsiteX10869" y="connsiteY10869"/>
                </a:cxn>
                <a:cxn ang="0">
                  <a:pos x="connsiteX10870" y="connsiteY10870"/>
                </a:cxn>
                <a:cxn ang="0">
                  <a:pos x="connsiteX10871" y="connsiteY10871"/>
                </a:cxn>
                <a:cxn ang="0">
                  <a:pos x="connsiteX10872" y="connsiteY10872"/>
                </a:cxn>
                <a:cxn ang="0">
                  <a:pos x="connsiteX10873" y="connsiteY10873"/>
                </a:cxn>
                <a:cxn ang="0">
                  <a:pos x="connsiteX10874" y="connsiteY10874"/>
                </a:cxn>
                <a:cxn ang="0">
                  <a:pos x="connsiteX10875" y="connsiteY10875"/>
                </a:cxn>
                <a:cxn ang="0">
                  <a:pos x="connsiteX10876" y="connsiteY10876"/>
                </a:cxn>
                <a:cxn ang="0">
                  <a:pos x="connsiteX10877" y="connsiteY10877"/>
                </a:cxn>
                <a:cxn ang="0">
                  <a:pos x="connsiteX10878" y="connsiteY10878"/>
                </a:cxn>
                <a:cxn ang="0">
                  <a:pos x="connsiteX10879" y="connsiteY10879"/>
                </a:cxn>
                <a:cxn ang="0">
                  <a:pos x="connsiteX10880" y="connsiteY10880"/>
                </a:cxn>
                <a:cxn ang="0">
                  <a:pos x="connsiteX10881" y="connsiteY10881"/>
                </a:cxn>
                <a:cxn ang="0">
                  <a:pos x="connsiteX10882" y="connsiteY10882"/>
                </a:cxn>
                <a:cxn ang="0">
                  <a:pos x="connsiteX10883" y="connsiteY10883"/>
                </a:cxn>
                <a:cxn ang="0">
                  <a:pos x="connsiteX10884" y="connsiteY10884"/>
                </a:cxn>
                <a:cxn ang="0">
                  <a:pos x="connsiteX10885" y="connsiteY10885"/>
                </a:cxn>
                <a:cxn ang="0">
                  <a:pos x="connsiteX10886" y="connsiteY10886"/>
                </a:cxn>
                <a:cxn ang="0">
                  <a:pos x="connsiteX10887" y="connsiteY10887"/>
                </a:cxn>
                <a:cxn ang="0">
                  <a:pos x="connsiteX10888" y="connsiteY10888"/>
                </a:cxn>
                <a:cxn ang="0">
                  <a:pos x="connsiteX10889" y="connsiteY10889"/>
                </a:cxn>
                <a:cxn ang="0">
                  <a:pos x="connsiteX10890" y="connsiteY10890"/>
                </a:cxn>
                <a:cxn ang="0">
                  <a:pos x="connsiteX10891" y="connsiteY10891"/>
                </a:cxn>
                <a:cxn ang="0">
                  <a:pos x="connsiteX10892" y="connsiteY10892"/>
                </a:cxn>
                <a:cxn ang="0">
                  <a:pos x="connsiteX10893" y="connsiteY10893"/>
                </a:cxn>
                <a:cxn ang="0">
                  <a:pos x="connsiteX10894" y="connsiteY10894"/>
                </a:cxn>
                <a:cxn ang="0">
                  <a:pos x="connsiteX10895" y="connsiteY10895"/>
                </a:cxn>
                <a:cxn ang="0">
                  <a:pos x="connsiteX10896" y="connsiteY10896"/>
                </a:cxn>
                <a:cxn ang="0">
                  <a:pos x="connsiteX10897" y="connsiteY10897"/>
                </a:cxn>
                <a:cxn ang="0">
                  <a:pos x="connsiteX10898" y="connsiteY10898"/>
                </a:cxn>
                <a:cxn ang="0">
                  <a:pos x="connsiteX10899" y="connsiteY10899"/>
                </a:cxn>
                <a:cxn ang="0">
                  <a:pos x="connsiteX10900" y="connsiteY10900"/>
                </a:cxn>
                <a:cxn ang="0">
                  <a:pos x="connsiteX10901" y="connsiteY10901"/>
                </a:cxn>
                <a:cxn ang="0">
                  <a:pos x="connsiteX10902" y="connsiteY10902"/>
                </a:cxn>
                <a:cxn ang="0">
                  <a:pos x="connsiteX10903" y="connsiteY10903"/>
                </a:cxn>
                <a:cxn ang="0">
                  <a:pos x="connsiteX10904" y="connsiteY10904"/>
                </a:cxn>
                <a:cxn ang="0">
                  <a:pos x="connsiteX10905" y="connsiteY10905"/>
                </a:cxn>
                <a:cxn ang="0">
                  <a:pos x="connsiteX10906" y="connsiteY10906"/>
                </a:cxn>
                <a:cxn ang="0">
                  <a:pos x="connsiteX10907" y="connsiteY10907"/>
                </a:cxn>
                <a:cxn ang="0">
                  <a:pos x="connsiteX10908" y="connsiteY10908"/>
                </a:cxn>
                <a:cxn ang="0">
                  <a:pos x="connsiteX10909" y="connsiteY10909"/>
                </a:cxn>
                <a:cxn ang="0">
                  <a:pos x="connsiteX10910" y="connsiteY10910"/>
                </a:cxn>
                <a:cxn ang="0">
                  <a:pos x="connsiteX10911" y="connsiteY10911"/>
                </a:cxn>
                <a:cxn ang="0">
                  <a:pos x="connsiteX10912" y="connsiteY10912"/>
                </a:cxn>
                <a:cxn ang="0">
                  <a:pos x="connsiteX10913" y="connsiteY10913"/>
                </a:cxn>
                <a:cxn ang="0">
                  <a:pos x="connsiteX10914" y="connsiteY10914"/>
                </a:cxn>
                <a:cxn ang="0">
                  <a:pos x="connsiteX10915" y="connsiteY10915"/>
                </a:cxn>
                <a:cxn ang="0">
                  <a:pos x="connsiteX10916" y="connsiteY10916"/>
                </a:cxn>
                <a:cxn ang="0">
                  <a:pos x="connsiteX10917" y="connsiteY10917"/>
                </a:cxn>
                <a:cxn ang="0">
                  <a:pos x="connsiteX10918" y="connsiteY10918"/>
                </a:cxn>
                <a:cxn ang="0">
                  <a:pos x="connsiteX10919" y="connsiteY10919"/>
                </a:cxn>
                <a:cxn ang="0">
                  <a:pos x="connsiteX10920" y="connsiteY10920"/>
                </a:cxn>
                <a:cxn ang="0">
                  <a:pos x="connsiteX10921" y="connsiteY10921"/>
                </a:cxn>
                <a:cxn ang="0">
                  <a:pos x="connsiteX10922" y="connsiteY10922"/>
                </a:cxn>
                <a:cxn ang="0">
                  <a:pos x="connsiteX10923" y="connsiteY10923"/>
                </a:cxn>
                <a:cxn ang="0">
                  <a:pos x="connsiteX10924" y="connsiteY10924"/>
                </a:cxn>
                <a:cxn ang="0">
                  <a:pos x="connsiteX10925" y="connsiteY10925"/>
                </a:cxn>
                <a:cxn ang="0">
                  <a:pos x="connsiteX10926" y="connsiteY10926"/>
                </a:cxn>
                <a:cxn ang="0">
                  <a:pos x="connsiteX10927" y="connsiteY10927"/>
                </a:cxn>
                <a:cxn ang="0">
                  <a:pos x="connsiteX10928" y="connsiteY10928"/>
                </a:cxn>
                <a:cxn ang="0">
                  <a:pos x="connsiteX10929" y="connsiteY10929"/>
                </a:cxn>
                <a:cxn ang="0">
                  <a:pos x="connsiteX10930" y="connsiteY10930"/>
                </a:cxn>
                <a:cxn ang="0">
                  <a:pos x="connsiteX10931" y="connsiteY10931"/>
                </a:cxn>
                <a:cxn ang="0">
                  <a:pos x="connsiteX10932" y="connsiteY10932"/>
                </a:cxn>
                <a:cxn ang="0">
                  <a:pos x="connsiteX10933" y="connsiteY10933"/>
                </a:cxn>
                <a:cxn ang="0">
                  <a:pos x="connsiteX10934" y="connsiteY10934"/>
                </a:cxn>
                <a:cxn ang="0">
                  <a:pos x="connsiteX10935" y="connsiteY10935"/>
                </a:cxn>
                <a:cxn ang="0">
                  <a:pos x="connsiteX10936" y="connsiteY10936"/>
                </a:cxn>
                <a:cxn ang="0">
                  <a:pos x="connsiteX10937" y="connsiteY10937"/>
                </a:cxn>
                <a:cxn ang="0">
                  <a:pos x="connsiteX10938" y="connsiteY10938"/>
                </a:cxn>
                <a:cxn ang="0">
                  <a:pos x="connsiteX10939" y="connsiteY10939"/>
                </a:cxn>
                <a:cxn ang="0">
                  <a:pos x="connsiteX10940" y="connsiteY10940"/>
                </a:cxn>
                <a:cxn ang="0">
                  <a:pos x="connsiteX10941" y="connsiteY10941"/>
                </a:cxn>
                <a:cxn ang="0">
                  <a:pos x="connsiteX10942" y="connsiteY10942"/>
                </a:cxn>
                <a:cxn ang="0">
                  <a:pos x="connsiteX10943" y="connsiteY10943"/>
                </a:cxn>
                <a:cxn ang="0">
                  <a:pos x="connsiteX10944" y="connsiteY10944"/>
                </a:cxn>
                <a:cxn ang="0">
                  <a:pos x="connsiteX10945" y="connsiteY10945"/>
                </a:cxn>
                <a:cxn ang="0">
                  <a:pos x="connsiteX10946" y="connsiteY10946"/>
                </a:cxn>
                <a:cxn ang="0">
                  <a:pos x="connsiteX10947" y="connsiteY10947"/>
                </a:cxn>
                <a:cxn ang="0">
                  <a:pos x="connsiteX10948" y="connsiteY10948"/>
                </a:cxn>
                <a:cxn ang="0">
                  <a:pos x="connsiteX10949" y="connsiteY10949"/>
                </a:cxn>
                <a:cxn ang="0">
                  <a:pos x="connsiteX10950" y="connsiteY10950"/>
                </a:cxn>
                <a:cxn ang="0">
                  <a:pos x="connsiteX10951" y="connsiteY10951"/>
                </a:cxn>
                <a:cxn ang="0">
                  <a:pos x="connsiteX10952" y="connsiteY10952"/>
                </a:cxn>
                <a:cxn ang="0">
                  <a:pos x="connsiteX10953" y="connsiteY10953"/>
                </a:cxn>
                <a:cxn ang="0">
                  <a:pos x="connsiteX10954" y="connsiteY10954"/>
                </a:cxn>
                <a:cxn ang="0">
                  <a:pos x="connsiteX10955" y="connsiteY10955"/>
                </a:cxn>
                <a:cxn ang="0">
                  <a:pos x="connsiteX10956" y="connsiteY10956"/>
                </a:cxn>
                <a:cxn ang="0">
                  <a:pos x="connsiteX10957" y="connsiteY10957"/>
                </a:cxn>
                <a:cxn ang="0">
                  <a:pos x="connsiteX10958" y="connsiteY10958"/>
                </a:cxn>
                <a:cxn ang="0">
                  <a:pos x="connsiteX10959" y="connsiteY10959"/>
                </a:cxn>
                <a:cxn ang="0">
                  <a:pos x="connsiteX10960" y="connsiteY10960"/>
                </a:cxn>
                <a:cxn ang="0">
                  <a:pos x="connsiteX10961" y="connsiteY10961"/>
                </a:cxn>
                <a:cxn ang="0">
                  <a:pos x="connsiteX10962" y="connsiteY10962"/>
                </a:cxn>
                <a:cxn ang="0">
                  <a:pos x="connsiteX10963" y="connsiteY10963"/>
                </a:cxn>
                <a:cxn ang="0">
                  <a:pos x="connsiteX10964" y="connsiteY10964"/>
                </a:cxn>
                <a:cxn ang="0">
                  <a:pos x="connsiteX10965" y="connsiteY10965"/>
                </a:cxn>
                <a:cxn ang="0">
                  <a:pos x="connsiteX10966" y="connsiteY10966"/>
                </a:cxn>
                <a:cxn ang="0">
                  <a:pos x="connsiteX10967" y="connsiteY10967"/>
                </a:cxn>
                <a:cxn ang="0">
                  <a:pos x="connsiteX10968" y="connsiteY10968"/>
                </a:cxn>
                <a:cxn ang="0">
                  <a:pos x="connsiteX10969" y="connsiteY10969"/>
                </a:cxn>
                <a:cxn ang="0">
                  <a:pos x="connsiteX10970" y="connsiteY10970"/>
                </a:cxn>
                <a:cxn ang="0">
                  <a:pos x="connsiteX10971" y="connsiteY10971"/>
                </a:cxn>
                <a:cxn ang="0">
                  <a:pos x="connsiteX10972" y="connsiteY10972"/>
                </a:cxn>
                <a:cxn ang="0">
                  <a:pos x="connsiteX10973" y="connsiteY10973"/>
                </a:cxn>
                <a:cxn ang="0">
                  <a:pos x="connsiteX10974" y="connsiteY10974"/>
                </a:cxn>
                <a:cxn ang="0">
                  <a:pos x="connsiteX10975" y="connsiteY10975"/>
                </a:cxn>
                <a:cxn ang="0">
                  <a:pos x="connsiteX10976" y="connsiteY10976"/>
                </a:cxn>
                <a:cxn ang="0">
                  <a:pos x="connsiteX10977" y="connsiteY10977"/>
                </a:cxn>
                <a:cxn ang="0">
                  <a:pos x="connsiteX10978" y="connsiteY10978"/>
                </a:cxn>
                <a:cxn ang="0">
                  <a:pos x="connsiteX10979" y="connsiteY10979"/>
                </a:cxn>
                <a:cxn ang="0">
                  <a:pos x="connsiteX10980" y="connsiteY10980"/>
                </a:cxn>
                <a:cxn ang="0">
                  <a:pos x="connsiteX10981" y="connsiteY10981"/>
                </a:cxn>
                <a:cxn ang="0">
                  <a:pos x="connsiteX10982" y="connsiteY10982"/>
                </a:cxn>
                <a:cxn ang="0">
                  <a:pos x="connsiteX10983" y="connsiteY10983"/>
                </a:cxn>
                <a:cxn ang="0">
                  <a:pos x="connsiteX10984" y="connsiteY10984"/>
                </a:cxn>
                <a:cxn ang="0">
                  <a:pos x="connsiteX10985" y="connsiteY10985"/>
                </a:cxn>
                <a:cxn ang="0">
                  <a:pos x="connsiteX10986" y="connsiteY10986"/>
                </a:cxn>
                <a:cxn ang="0">
                  <a:pos x="connsiteX10987" y="connsiteY10987"/>
                </a:cxn>
                <a:cxn ang="0">
                  <a:pos x="connsiteX10988" y="connsiteY10988"/>
                </a:cxn>
                <a:cxn ang="0">
                  <a:pos x="connsiteX10989" y="connsiteY10989"/>
                </a:cxn>
                <a:cxn ang="0">
                  <a:pos x="connsiteX10990" y="connsiteY10990"/>
                </a:cxn>
                <a:cxn ang="0">
                  <a:pos x="connsiteX10991" y="connsiteY10991"/>
                </a:cxn>
                <a:cxn ang="0">
                  <a:pos x="connsiteX10992" y="connsiteY10992"/>
                </a:cxn>
                <a:cxn ang="0">
                  <a:pos x="connsiteX10993" y="connsiteY10993"/>
                </a:cxn>
                <a:cxn ang="0">
                  <a:pos x="connsiteX10994" y="connsiteY10994"/>
                </a:cxn>
                <a:cxn ang="0">
                  <a:pos x="connsiteX10995" y="connsiteY10995"/>
                </a:cxn>
                <a:cxn ang="0">
                  <a:pos x="connsiteX10996" y="connsiteY10996"/>
                </a:cxn>
                <a:cxn ang="0">
                  <a:pos x="connsiteX10997" y="connsiteY10997"/>
                </a:cxn>
                <a:cxn ang="0">
                  <a:pos x="connsiteX10998" y="connsiteY10998"/>
                </a:cxn>
                <a:cxn ang="0">
                  <a:pos x="connsiteX10999" y="connsiteY10999"/>
                </a:cxn>
                <a:cxn ang="0">
                  <a:pos x="connsiteX11000" y="connsiteY11000"/>
                </a:cxn>
                <a:cxn ang="0">
                  <a:pos x="connsiteX11001" y="connsiteY11001"/>
                </a:cxn>
                <a:cxn ang="0">
                  <a:pos x="connsiteX11002" y="connsiteY11002"/>
                </a:cxn>
                <a:cxn ang="0">
                  <a:pos x="connsiteX11003" y="connsiteY11003"/>
                </a:cxn>
                <a:cxn ang="0">
                  <a:pos x="connsiteX11004" y="connsiteY11004"/>
                </a:cxn>
                <a:cxn ang="0">
                  <a:pos x="connsiteX11005" y="connsiteY11005"/>
                </a:cxn>
                <a:cxn ang="0">
                  <a:pos x="connsiteX11006" y="connsiteY11006"/>
                </a:cxn>
                <a:cxn ang="0">
                  <a:pos x="connsiteX11007" y="connsiteY11007"/>
                </a:cxn>
                <a:cxn ang="0">
                  <a:pos x="connsiteX11008" y="connsiteY11008"/>
                </a:cxn>
                <a:cxn ang="0">
                  <a:pos x="connsiteX11009" y="connsiteY11009"/>
                </a:cxn>
                <a:cxn ang="0">
                  <a:pos x="connsiteX11010" y="connsiteY11010"/>
                </a:cxn>
                <a:cxn ang="0">
                  <a:pos x="connsiteX11011" y="connsiteY11011"/>
                </a:cxn>
                <a:cxn ang="0">
                  <a:pos x="connsiteX11012" y="connsiteY11012"/>
                </a:cxn>
                <a:cxn ang="0">
                  <a:pos x="connsiteX11013" y="connsiteY11013"/>
                </a:cxn>
                <a:cxn ang="0">
                  <a:pos x="connsiteX11014" y="connsiteY11014"/>
                </a:cxn>
                <a:cxn ang="0">
                  <a:pos x="connsiteX11015" y="connsiteY11015"/>
                </a:cxn>
                <a:cxn ang="0">
                  <a:pos x="connsiteX11016" y="connsiteY11016"/>
                </a:cxn>
                <a:cxn ang="0">
                  <a:pos x="connsiteX11017" y="connsiteY11017"/>
                </a:cxn>
                <a:cxn ang="0">
                  <a:pos x="connsiteX11018" y="connsiteY11018"/>
                </a:cxn>
                <a:cxn ang="0">
                  <a:pos x="connsiteX11019" y="connsiteY11019"/>
                </a:cxn>
                <a:cxn ang="0">
                  <a:pos x="connsiteX11020" y="connsiteY11020"/>
                </a:cxn>
                <a:cxn ang="0">
                  <a:pos x="connsiteX11021" y="connsiteY11021"/>
                </a:cxn>
                <a:cxn ang="0">
                  <a:pos x="connsiteX11022" y="connsiteY11022"/>
                </a:cxn>
                <a:cxn ang="0">
                  <a:pos x="connsiteX11023" y="connsiteY11023"/>
                </a:cxn>
                <a:cxn ang="0">
                  <a:pos x="connsiteX11024" y="connsiteY11024"/>
                </a:cxn>
                <a:cxn ang="0">
                  <a:pos x="connsiteX11025" y="connsiteY11025"/>
                </a:cxn>
                <a:cxn ang="0">
                  <a:pos x="connsiteX11026" y="connsiteY11026"/>
                </a:cxn>
                <a:cxn ang="0">
                  <a:pos x="connsiteX11027" y="connsiteY11027"/>
                </a:cxn>
                <a:cxn ang="0">
                  <a:pos x="connsiteX11028" y="connsiteY11028"/>
                </a:cxn>
                <a:cxn ang="0">
                  <a:pos x="connsiteX11029" y="connsiteY11029"/>
                </a:cxn>
                <a:cxn ang="0">
                  <a:pos x="connsiteX11030" y="connsiteY11030"/>
                </a:cxn>
                <a:cxn ang="0">
                  <a:pos x="connsiteX11031" y="connsiteY11031"/>
                </a:cxn>
                <a:cxn ang="0">
                  <a:pos x="connsiteX11032" y="connsiteY11032"/>
                </a:cxn>
                <a:cxn ang="0">
                  <a:pos x="connsiteX11033" y="connsiteY11033"/>
                </a:cxn>
                <a:cxn ang="0">
                  <a:pos x="connsiteX11034" y="connsiteY11034"/>
                </a:cxn>
                <a:cxn ang="0">
                  <a:pos x="connsiteX11035" y="connsiteY11035"/>
                </a:cxn>
                <a:cxn ang="0">
                  <a:pos x="connsiteX11036" y="connsiteY11036"/>
                </a:cxn>
                <a:cxn ang="0">
                  <a:pos x="connsiteX11037" y="connsiteY11037"/>
                </a:cxn>
                <a:cxn ang="0">
                  <a:pos x="connsiteX11038" y="connsiteY11038"/>
                </a:cxn>
                <a:cxn ang="0">
                  <a:pos x="connsiteX11039" y="connsiteY11039"/>
                </a:cxn>
                <a:cxn ang="0">
                  <a:pos x="connsiteX11040" y="connsiteY11040"/>
                </a:cxn>
                <a:cxn ang="0">
                  <a:pos x="connsiteX11041" y="connsiteY11041"/>
                </a:cxn>
                <a:cxn ang="0">
                  <a:pos x="connsiteX11042" y="connsiteY11042"/>
                </a:cxn>
                <a:cxn ang="0">
                  <a:pos x="connsiteX11043" y="connsiteY11043"/>
                </a:cxn>
                <a:cxn ang="0">
                  <a:pos x="connsiteX11044" y="connsiteY11044"/>
                </a:cxn>
                <a:cxn ang="0">
                  <a:pos x="connsiteX11045" y="connsiteY11045"/>
                </a:cxn>
                <a:cxn ang="0">
                  <a:pos x="connsiteX11046" y="connsiteY11046"/>
                </a:cxn>
                <a:cxn ang="0">
                  <a:pos x="connsiteX11047" y="connsiteY11047"/>
                </a:cxn>
                <a:cxn ang="0">
                  <a:pos x="connsiteX11048" y="connsiteY11048"/>
                </a:cxn>
                <a:cxn ang="0">
                  <a:pos x="connsiteX11049" y="connsiteY11049"/>
                </a:cxn>
                <a:cxn ang="0">
                  <a:pos x="connsiteX11050" y="connsiteY11050"/>
                </a:cxn>
                <a:cxn ang="0">
                  <a:pos x="connsiteX11051" y="connsiteY11051"/>
                </a:cxn>
                <a:cxn ang="0">
                  <a:pos x="connsiteX11052" y="connsiteY11052"/>
                </a:cxn>
                <a:cxn ang="0">
                  <a:pos x="connsiteX11053" y="connsiteY11053"/>
                </a:cxn>
                <a:cxn ang="0">
                  <a:pos x="connsiteX11054" y="connsiteY11054"/>
                </a:cxn>
                <a:cxn ang="0">
                  <a:pos x="connsiteX11055" y="connsiteY11055"/>
                </a:cxn>
                <a:cxn ang="0">
                  <a:pos x="connsiteX11056" y="connsiteY11056"/>
                </a:cxn>
                <a:cxn ang="0">
                  <a:pos x="connsiteX11057" y="connsiteY11057"/>
                </a:cxn>
                <a:cxn ang="0">
                  <a:pos x="connsiteX11058" y="connsiteY11058"/>
                </a:cxn>
                <a:cxn ang="0">
                  <a:pos x="connsiteX11059" y="connsiteY11059"/>
                </a:cxn>
                <a:cxn ang="0">
                  <a:pos x="connsiteX11060" y="connsiteY11060"/>
                </a:cxn>
                <a:cxn ang="0">
                  <a:pos x="connsiteX11061" y="connsiteY11061"/>
                </a:cxn>
                <a:cxn ang="0">
                  <a:pos x="connsiteX11062" y="connsiteY11062"/>
                </a:cxn>
                <a:cxn ang="0">
                  <a:pos x="connsiteX11063" y="connsiteY11063"/>
                </a:cxn>
                <a:cxn ang="0">
                  <a:pos x="connsiteX11064" y="connsiteY11064"/>
                </a:cxn>
                <a:cxn ang="0">
                  <a:pos x="connsiteX11065" y="connsiteY11065"/>
                </a:cxn>
                <a:cxn ang="0">
                  <a:pos x="connsiteX11066" y="connsiteY11066"/>
                </a:cxn>
                <a:cxn ang="0">
                  <a:pos x="connsiteX11067" y="connsiteY11067"/>
                </a:cxn>
                <a:cxn ang="0">
                  <a:pos x="connsiteX11068" y="connsiteY11068"/>
                </a:cxn>
                <a:cxn ang="0">
                  <a:pos x="connsiteX11069" y="connsiteY11069"/>
                </a:cxn>
                <a:cxn ang="0">
                  <a:pos x="connsiteX11070" y="connsiteY11070"/>
                </a:cxn>
                <a:cxn ang="0">
                  <a:pos x="connsiteX11071" y="connsiteY11071"/>
                </a:cxn>
                <a:cxn ang="0">
                  <a:pos x="connsiteX11072" y="connsiteY11072"/>
                </a:cxn>
                <a:cxn ang="0">
                  <a:pos x="connsiteX11073" y="connsiteY11073"/>
                </a:cxn>
                <a:cxn ang="0">
                  <a:pos x="connsiteX11074" y="connsiteY11074"/>
                </a:cxn>
                <a:cxn ang="0">
                  <a:pos x="connsiteX11075" y="connsiteY11075"/>
                </a:cxn>
                <a:cxn ang="0">
                  <a:pos x="connsiteX11076" y="connsiteY11076"/>
                </a:cxn>
                <a:cxn ang="0">
                  <a:pos x="connsiteX11077" y="connsiteY11077"/>
                </a:cxn>
                <a:cxn ang="0">
                  <a:pos x="connsiteX11078" y="connsiteY11078"/>
                </a:cxn>
                <a:cxn ang="0">
                  <a:pos x="connsiteX11079" y="connsiteY11079"/>
                </a:cxn>
                <a:cxn ang="0">
                  <a:pos x="connsiteX11080" y="connsiteY11080"/>
                </a:cxn>
                <a:cxn ang="0">
                  <a:pos x="connsiteX11081" y="connsiteY11081"/>
                </a:cxn>
                <a:cxn ang="0">
                  <a:pos x="connsiteX11082" y="connsiteY11082"/>
                </a:cxn>
                <a:cxn ang="0">
                  <a:pos x="connsiteX11083" y="connsiteY11083"/>
                </a:cxn>
                <a:cxn ang="0">
                  <a:pos x="connsiteX11084" y="connsiteY11084"/>
                </a:cxn>
                <a:cxn ang="0">
                  <a:pos x="connsiteX11085" y="connsiteY11085"/>
                </a:cxn>
                <a:cxn ang="0">
                  <a:pos x="connsiteX11086" y="connsiteY11086"/>
                </a:cxn>
                <a:cxn ang="0">
                  <a:pos x="connsiteX11087" y="connsiteY11087"/>
                </a:cxn>
                <a:cxn ang="0">
                  <a:pos x="connsiteX11088" y="connsiteY11088"/>
                </a:cxn>
                <a:cxn ang="0">
                  <a:pos x="connsiteX11089" y="connsiteY11089"/>
                </a:cxn>
                <a:cxn ang="0">
                  <a:pos x="connsiteX11090" y="connsiteY11090"/>
                </a:cxn>
                <a:cxn ang="0">
                  <a:pos x="connsiteX11091" y="connsiteY11091"/>
                </a:cxn>
                <a:cxn ang="0">
                  <a:pos x="connsiteX11092" y="connsiteY11092"/>
                </a:cxn>
                <a:cxn ang="0">
                  <a:pos x="connsiteX11093" y="connsiteY11093"/>
                </a:cxn>
                <a:cxn ang="0">
                  <a:pos x="connsiteX11094" y="connsiteY11094"/>
                </a:cxn>
                <a:cxn ang="0">
                  <a:pos x="connsiteX11095" y="connsiteY11095"/>
                </a:cxn>
                <a:cxn ang="0">
                  <a:pos x="connsiteX11096" y="connsiteY11096"/>
                </a:cxn>
                <a:cxn ang="0">
                  <a:pos x="connsiteX11097" y="connsiteY11097"/>
                </a:cxn>
                <a:cxn ang="0">
                  <a:pos x="connsiteX11098" y="connsiteY11098"/>
                </a:cxn>
                <a:cxn ang="0">
                  <a:pos x="connsiteX11099" y="connsiteY11099"/>
                </a:cxn>
                <a:cxn ang="0">
                  <a:pos x="connsiteX11100" y="connsiteY11100"/>
                </a:cxn>
                <a:cxn ang="0">
                  <a:pos x="connsiteX11101" y="connsiteY11101"/>
                </a:cxn>
                <a:cxn ang="0">
                  <a:pos x="connsiteX11102" y="connsiteY11102"/>
                </a:cxn>
                <a:cxn ang="0">
                  <a:pos x="connsiteX11103" y="connsiteY11103"/>
                </a:cxn>
                <a:cxn ang="0">
                  <a:pos x="connsiteX11104" y="connsiteY11104"/>
                </a:cxn>
                <a:cxn ang="0">
                  <a:pos x="connsiteX11105" y="connsiteY11105"/>
                </a:cxn>
                <a:cxn ang="0">
                  <a:pos x="connsiteX11106" y="connsiteY11106"/>
                </a:cxn>
                <a:cxn ang="0">
                  <a:pos x="connsiteX11107" y="connsiteY11107"/>
                </a:cxn>
                <a:cxn ang="0">
                  <a:pos x="connsiteX11108" y="connsiteY11108"/>
                </a:cxn>
                <a:cxn ang="0">
                  <a:pos x="connsiteX11109" y="connsiteY11109"/>
                </a:cxn>
                <a:cxn ang="0">
                  <a:pos x="connsiteX11110" y="connsiteY11110"/>
                </a:cxn>
                <a:cxn ang="0">
                  <a:pos x="connsiteX11111" y="connsiteY11111"/>
                </a:cxn>
                <a:cxn ang="0">
                  <a:pos x="connsiteX11112" y="connsiteY11112"/>
                </a:cxn>
                <a:cxn ang="0">
                  <a:pos x="connsiteX11113" y="connsiteY11113"/>
                </a:cxn>
                <a:cxn ang="0">
                  <a:pos x="connsiteX11114" y="connsiteY11114"/>
                </a:cxn>
                <a:cxn ang="0">
                  <a:pos x="connsiteX11115" y="connsiteY11115"/>
                </a:cxn>
                <a:cxn ang="0">
                  <a:pos x="connsiteX11116" y="connsiteY11116"/>
                </a:cxn>
                <a:cxn ang="0">
                  <a:pos x="connsiteX11117" y="connsiteY11117"/>
                </a:cxn>
                <a:cxn ang="0">
                  <a:pos x="connsiteX11118" y="connsiteY11118"/>
                </a:cxn>
                <a:cxn ang="0">
                  <a:pos x="connsiteX11119" y="connsiteY11119"/>
                </a:cxn>
                <a:cxn ang="0">
                  <a:pos x="connsiteX11120" y="connsiteY11120"/>
                </a:cxn>
                <a:cxn ang="0">
                  <a:pos x="connsiteX11121" y="connsiteY11121"/>
                </a:cxn>
                <a:cxn ang="0">
                  <a:pos x="connsiteX11122" y="connsiteY11122"/>
                </a:cxn>
                <a:cxn ang="0">
                  <a:pos x="connsiteX11123" y="connsiteY11123"/>
                </a:cxn>
                <a:cxn ang="0">
                  <a:pos x="connsiteX11124" y="connsiteY11124"/>
                </a:cxn>
                <a:cxn ang="0">
                  <a:pos x="connsiteX11125" y="connsiteY11125"/>
                </a:cxn>
                <a:cxn ang="0">
                  <a:pos x="connsiteX11126" y="connsiteY11126"/>
                </a:cxn>
                <a:cxn ang="0">
                  <a:pos x="connsiteX11127" y="connsiteY11127"/>
                </a:cxn>
                <a:cxn ang="0">
                  <a:pos x="connsiteX11128" y="connsiteY11128"/>
                </a:cxn>
                <a:cxn ang="0">
                  <a:pos x="connsiteX11129" y="connsiteY11129"/>
                </a:cxn>
                <a:cxn ang="0">
                  <a:pos x="connsiteX11130" y="connsiteY11130"/>
                </a:cxn>
                <a:cxn ang="0">
                  <a:pos x="connsiteX11131" y="connsiteY11131"/>
                </a:cxn>
                <a:cxn ang="0">
                  <a:pos x="connsiteX11132" y="connsiteY11132"/>
                </a:cxn>
                <a:cxn ang="0">
                  <a:pos x="connsiteX11133" y="connsiteY11133"/>
                </a:cxn>
                <a:cxn ang="0">
                  <a:pos x="connsiteX11134" y="connsiteY11134"/>
                </a:cxn>
                <a:cxn ang="0">
                  <a:pos x="connsiteX11135" y="connsiteY11135"/>
                </a:cxn>
                <a:cxn ang="0">
                  <a:pos x="connsiteX11136" y="connsiteY11136"/>
                </a:cxn>
                <a:cxn ang="0">
                  <a:pos x="connsiteX11137" y="connsiteY11137"/>
                </a:cxn>
                <a:cxn ang="0">
                  <a:pos x="connsiteX11138" y="connsiteY11138"/>
                </a:cxn>
                <a:cxn ang="0">
                  <a:pos x="connsiteX11139" y="connsiteY11139"/>
                </a:cxn>
                <a:cxn ang="0">
                  <a:pos x="connsiteX11140" y="connsiteY11140"/>
                </a:cxn>
                <a:cxn ang="0">
                  <a:pos x="connsiteX11141" y="connsiteY11141"/>
                </a:cxn>
                <a:cxn ang="0">
                  <a:pos x="connsiteX11142" y="connsiteY11142"/>
                </a:cxn>
                <a:cxn ang="0">
                  <a:pos x="connsiteX11143" y="connsiteY11143"/>
                </a:cxn>
                <a:cxn ang="0">
                  <a:pos x="connsiteX11144" y="connsiteY11144"/>
                </a:cxn>
                <a:cxn ang="0">
                  <a:pos x="connsiteX11145" y="connsiteY11145"/>
                </a:cxn>
                <a:cxn ang="0">
                  <a:pos x="connsiteX11146" y="connsiteY11146"/>
                </a:cxn>
                <a:cxn ang="0">
                  <a:pos x="connsiteX11147" y="connsiteY11147"/>
                </a:cxn>
                <a:cxn ang="0">
                  <a:pos x="connsiteX11148" y="connsiteY11148"/>
                </a:cxn>
                <a:cxn ang="0">
                  <a:pos x="connsiteX11149" y="connsiteY11149"/>
                </a:cxn>
                <a:cxn ang="0">
                  <a:pos x="connsiteX11150" y="connsiteY11150"/>
                </a:cxn>
                <a:cxn ang="0">
                  <a:pos x="connsiteX11151" y="connsiteY11151"/>
                </a:cxn>
                <a:cxn ang="0">
                  <a:pos x="connsiteX11152" y="connsiteY11152"/>
                </a:cxn>
                <a:cxn ang="0">
                  <a:pos x="connsiteX11153" y="connsiteY11153"/>
                </a:cxn>
                <a:cxn ang="0">
                  <a:pos x="connsiteX11154" y="connsiteY11154"/>
                </a:cxn>
                <a:cxn ang="0">
                  <a:pos x="connsiteX11155" y="connsiteY11155"/>
                </a:cxn>
                <a:cxn ang="0">
                  <a:pos x="connsiteX11156" y="connsiteY11156"/>
                </a:cxn>
                <a:cxn ang="0">
                  <a:pos x="connsiteX11157" y="connsiteY11157"/>
                </a:cxn>
                <a:cxn ang="0">
                  <a:pos x="connsiteX11158" y="connsiteY11158"/>
                </a:cxn>
                <a:cxn ang="0">
                  <a:pos x="connsiteX11159" y="connsiteY11159"/>
                </a:cxn>
                <a:cxn ang="0">
                  <a:pos x="connsiteX11160" y="connsiteY11160"/>
                </a:cxn>
                <a:cxn ang="0">
                  <a:pos x="connsiteX11161" y="connsiteY11161"/>
                </a:cxn>
                <a:cxn ang="0">
                  <a:pos x="connsiteX11162" y="connsiteY11162"/>
                </a:cxn>
                <a:cxn ang="0">
                  <a:pos x="connsiteX11163" y="connsiteY11163"/>
                </a:cxn>
                <a:cxn ang="0">
                  <a:pos x="connsiteX11164" y="connsiteY11164"/>
                </a:cxn>
                <a:cxn ang="0">
                  <a:pos x="connsiteX11165" y="connsiteY11165"/>
                </a:cxn>
                <a:cxn ang="0">
                  <a:pos x="connsiteX11166" y="connsiteY11166"/>
                </a:cxn>
                <a:cxn ang="0">
                  <a:pos x="connsiteX11167" y="connsiteY11167"/>
                </a:cxn>
                <a:cxn ang="0">
                  <a:pos x="connsiteX11168" y="connsiteY11168"/>
                </a:cxn>
                <a:cxn ang="0">
                  <a:pos x="connsiteX11169" y="connsiteY11169"/>
                </a:cxn>
                <a:cxn ang="0">
                  <a:pos x="connsiteX11170" y="connsiteY11170"/>
                </a:cxn>
                <a:cxn ang="0">
                  <a:pos x="connsiteX11171" y="connsiteY11171"/>
                </a:cxn>
                <a:cxn ang="0">
                  <a:pos x="connsiteX11172" y="connsiteY11172"/>
                </a:cxn>
                <a:cxn ang="0">
                  <a:pos x="connsiteX11173" y="connsiteY11173"/>
                </a:cxn>
                <a:cxn ang="0">
                  <a:pos x="connsiteX11174" y="connsiteY11174"/>
                </a:cxn>
                <a:cxn ang="0">
                  <a:pos x="connsiteX11175" y="connsiteY11175"/>
                </a:cxn>
                <a:cxn ang="0">
                  <a:pos x="connsiteX11176" y="connsiteY11176"/>
                </a:cxn>
                <a:cxn ang="0">
                  <a:pos x="connsiteX11177" y="connsiteY11177"/>
                </a:cxn>
                <a:cxn ang="0">
                  <a:pos x="connsiteX11178" y="connsiteY11178"/>
                </a:cxn>
                <a:cxn ang="0">
                  <a:pos x="connsiteX11179" y="connsiteY11179"/>
                </a:cxn>
                <a:cxn ang="0">
                  <a:pos x="connsiteX11180" y="connsiteY11180"/>
                </a:cxn>
                <a:cxn ang="0">
                  <a:pos x="connsiteX11181" y="connsiteY11181"/>
                </a:cxn>
                <a:cxn ang="0">
                  <a:pos x="connsiteX11182" y="connsiteY11182"/>
                </a:cxn>
                <a:cxn ang="0">
                  <a:pos x="connsiteX11183" y="connsiteY11183"/>
                </a:cxn>
                <a:cxn ang="0">
                  <a:pos x="connsiteX11184" y="connsiteY11184"/>
                </a:cxn>
                <a:cxn ang="0">
                  <a:pos x="connsiteX11185" y="connsiteY11185"/>
                </a:cxn>
                <a:cxn ang="0">
                  <a:pos x="connsiteX11186" y="connsiteY11186"/>
                </a:cxn>
                <a:cxn ang="0">
                  <a:pos x="connsiteX11187" y="connsiteY11187"/>
                </a:cxn>
                <a:cxn ang="0">
                  <a:pos x="connsiteX11188" y="connsiteY11188"/>
                </a:cxn>
                <a:cxn ang="0">
                  <a:pos x="connsiteX11189" y="connsiteY11189"/>
                </a:cxn>
                <a:cxn ang="0">
                  <a:pos x="connsiteX11190" y="connsiteY11190"/>
                </a:cxn>
                <a:cxn ang="0">
                  <a:pos x="connsiteX11191" y="connsiteY11191"/>
                </a:cxn>
                <a:cxn ang="0">
                  <a:pos x="connsiteX11192" y="connsiteY11192"/>
                </a:cxn>
                <a:cxn ang="0">
                  <a:pos x="connsiteX11193" y="connsiteY11193"/>
                </a:cxn>
                <a:cxn ang="0">
                  <a:pos x="connsiteX11194" y="connsiteY11194"/>
                </a:cxn>
                <a:cxn ang="0">
                  <a:pos x="connsiteX11195" y="connsiteY11195"/>
                </a:cxn>
                <a:cxn ang="0">
                  <a:pos x="connsiteX11196" y="connsiteY11196"/>
                </a:cxn>
                <a:cxn ang="0">
                  <a:pos x="connsiteX11197" y="connsiteY11197"/>
                </a:cxn>
                <a:cxn ang="0">
                  <a:pos x="connsiteX11198" y="connsiteY11198"/>
                </a:cxn>
                <a:cxn ang="0">
                  <a:pos x="connsiteX11199" y="connsiteY11199"/>
                </a:cxn>
                <a:cxn ang="0">
                  <a:pos x="connsiteX11200" y="connsiteY11200"/>
                </a:cxn>
                <a:cxn ang="0">
                  <a:pos x="connsiteX11201" y="connsiteY11201"/>
                </a:cxn>
                <a:cxn ang="0">
                  <a:pos x="connsiteX11202" y="connsiteY11202"/>
                </a:cxn>
                <a:cxn ang="0">
                  <a:pos x="connsiteX11203" y="connsiteY11203"/>
                </a:cxn>
                <a:cxn ang="0">
                  <a:pos x="connsiteX11204" y="connsiteY11204"/>
                </a:cxn>
                <a:cxn ang="0">
                  <a:pos x="connsiteX11205" y="connsiteY11205"/>
                </a:cxn>
                <a:cxn ang="0">
                  <a:pos x="connsiteX11206" y="connsiteY11206"/>
                </a:cxn>
                <a:cxn ang="0">
                  <a:pos x="connsiteX11207" y="connsiteY11207"/>
                </a:cxn>
                <a:cxn ang="0">
                  <a:pos x="connsiteX11208" y="connsiteY11208"/>
                </a:cxn>
                <a:cxn ang="0">
                  <a:pos x="connsiteX11209" y="connsiteY11209"/>
                </a:cxn>
                <a:cxn ang="0">
                  <a:pos x="connsiteX11210" y="connsiteY11210"/>
                </a:cxn>
                <a:cxn ang="0">
                  <a:pos x="connsiteX11211" y="connsiteY11211"/>
                </a:cxn>
                <a:cxn ang="0">
                  <a:pos x="connsiteX11212" y="connsiteY11212"/>
                </a:cxn>
                <a:cxn ang="0">
                  <a:pos x="connsiteX11213" y="connsiteY11213"/>
                </a:cxn>
                <a:cxn ang="0">
                  <a:pos x="connsiteX11214" y="connsiteY11214"/>
                </a:cxn>
                <a:cxn ang="0">
                  <a:pos x="connsiteX11215" y="connsiteY11215"/>
                </a:cxn>
                <a:cxn ang="0">
                  <a:pos x="connsiteX11216" y="connsiteY11216"/>
                </a:cxn>
                <a:cxn ang="0">
                  <a:pos x="connsiteX11217" y="connsiteY11217"/>
                </a:cxn>
                <a:cxn ang="0">
                  <a:pos x="connsiteX11218" y="connsiteY11218"/>
                </a:cxn>
                <a:cxn ang="0">
                  <a:pos x="connsiteX11219" y="connsiteY11219"/>
                </a:cxn>
                <a:cxn ang="0">
                  <a:pos x="connsiteX11220" y="connsiteY11220"/>
                </a:cxn>
                <a:cxn ang="0">
                  <a:pos x="connsiteX11221" y="connsiteY11221"/>
                </a:cxn>
                <a:cxn ang="0">
                  <a:pos x="connsiteX11222" y="connsiteY11222"/>
                </a:cxn>
                <a:cxn ang="0">
                  <a:pos x="connsiteX11223" y="connsiteY11223"/>
                </a:cxn>
                <a:cxn ang="0">
                  <a:pos x="connsiteX11224" y="connsiteY11224"/>
                </a:cxn>
                <a:cxn ang="0">
                  <a:pos x="connsiteX11225" y="connsiteY11225"/>
                </a:cxn>
                <a:cxn ang="0">
                  <a:pos x="connsiteX11226" y="connsiteY11226"/>
                </a:cxn>
                <a:cxn ang="0">
                  <a:pos x="connsiteX11227" y="connsiteY11227"/>
                </a:cxn>
                <a:cxn ang="0">
                  <a:pos x="connsiteX11228" y="connsiteY11228"/>
                </a:cxn>
                <a:cxn ang="0">
                  <a:pos x="connsiteX11229" y="connsiteY11229"/>
                </a:cxn>
                <a:cxn ang="0">
                  <a:pos x="connsiteX11230" y="connsiteY11230"/>
                </a:cxn>
                <a:cxn ang="0">
                  <a:pos x="connsiteX11231" y="connsiteY11231"/>
                </a:cxn>
                <a:cxn ang="0">
                  <a:pos x="connsiteX11232" y="connsiteY11232"/>
                </a:cxn>
                <a:cxn ang="0">
                  <a:pos x="connsiteX11233" y="connsiteY11233"/>
                </a:cxn>
                <a:cxn ang="0">
                  <a:pos x="connsiteX11234" y="connsiteY11234"/>
                </a:cxn>
                <a:cxn ang="0">
                  <a:pos x="connsiteX11235" y="connsiteY11235"/>
                </a:cxn>
                <a:cxn ang="0">
                  <a:pos x="connsiteX11236" y="connsiteY11236"/>
                </a:cxn>
                <a:cxn ang="0">
                  <a:pos x="connsiteX11237" y="connsiteY11237"/>
                </a:cxn>
                <a:cxn ang="0">
                  <a:pos x="connsiteX11238" y="connsiteY11238"/>
                </a:cxn>
                <a:cxn ang="0">
                  <a:pos x="connsiteX11239" y="connsiteY11239"/>
                </a:cxn>
                <a:cxn ang="0">
                  <a:pos x="connsiteX11240" y="connsiteY11240"/>
                </a:cxn>
                <a:cxn ang="0">
                  <a:pos x="connsiteX11241" y="connsiteY11241"/>
                </a:cxn>
                <a:cxn ang="0">
                  <a:pos x="connsiteX11242" y="connsiteY11242"/>
                </a:cxn>
                <a:cxn ang="0">
                  <a:pos x="connsiteX11243" y="connsiteY11243"/>
                </a:cxn>
                <a:cxn ang="0">
                  <a:pos x="connsiteX11244" y="connsiteY11244"/>
                </a:cxn>
                <a:cxn ang="0">
                  <a:pos x="connsiteX11245" y="connsiteY11245"/>
                </a:cxn>
                <a:cxn ang="0">
                  <a:pos x="connsiteX11246" y="connsiteY11246"/>
                </a:cxn>
                <a:cxn ang="0">
                  <a:pos x="connsiteX11247" y="connsiteY11247"/>
                </a:cxn>
                <a:cxn ang="0">
                  <a:pos x="connsiteX11248" y="connsiteY11248"/>
                </a:cxn>
                <a:cxn ang="0">
                  <a:pos x="connsiteX11249" y="connsiteY11249"/>
                </a:cxn>
                <a:cxn ang="0">
                  <a:pos x="connsiteX11250" y="connsiteY11250"/>
                </a:cxn>
                <a:cxn ang="0">
                  <a:pos x="connsiteX11251" y="connsiteY11251"/>
                </a:cxn>
                <a:cxn ang="0">
                  <a:pos x="connsiteX11252" y="connsiteY11252"/>
                </a:cxn>
                <a:cxn ang="0">
                  <a:pos x="connsiteX11253" y="connsiteY11253"/>
                </a:cxn>
                <a:cxn ang="0">
                  <a:pos x="connsiteX11254" y="connsiteY11254"/>
                </a:cxn>
                <a:cxn ang="0">
                  <a:pos x="connsiteX11255" y="connsiteY11255"/>
                </a:cxn>
                <a:cxn ang="0">
                  <a:pos x="connsiteX11256" y="connsiteY11256"/>
                </a:cxn>
                <a:cxn ang="0">
                  <a:pos x="connsiteX11257" y="connsiteY11257"/>
                </a:cxn>
                <a:cxn ang="0">
                  <a:pos x="connsiteX11258" y="connsiteY11258"/>
                </a:cxn>
                <a:cxn ang="0">
                  <a:pos x="connsiteX11259" y="connsiteY11259"/>
                </a:cxn>
                <a:cxn ang="0">
                  <a:pos x="connsiteX11260" y="connsiteY11260"/>
                </a:cxn>
                <a:cxn ang="0">
                  <a:pos x="connsiteX11261" y="connsiteY11261"/>
                </a:cxn>
                <a:cxn ang="0">
                  <a:pos x="connsiteX11262" y="connsiteY11262"/>
                </a:cxn>
                <a:cxn ang="0">
                  <a:pos x="connsiteX11263" y="connsiteY11263"/>
                </a:cxn>
                <a:cxn ang="0">
                  <a:pos x="connsiteX11264" y="connsiteY11264"/>
                </a:cxn>
                <a:cxn ang="0">
                  <a:pos x="connsiteX11265" y="connsiteY11265"/>
                </a:cxn>
                <a:cxn ang="0">
                  <a:pos x="connsiteX11266" y="connsiteY11266"/>
                </a:cxn>
                <a:cxn ang="0">
                  <a:pos x="connsiteX11267" y="connsiteY11267"/>
                </a:cxn>
                <a:cxn ang="0">
                  <a:pos x="connsiteX11268" y="connsiteY11268"/>
                </a:cxn>
                <a:cxn ang="0">
                  <a:pos x="connsiteX11269" y="connsiteY11269"/>
                </a:cxn>
                <a:cxn ang="0">
                  <a:pos x="connsiteX11270" y="connsiteY11270"/>
                </a:cxn>
                <a:cxn ang="0">
                  <a:pos x="connsiteX11271" y="connsiteY11271"/>
                </a:cxn>
                <a:cxn ang="0">
                  <a:pos x="connsiteX11272" y="connsiteY11272"/>
                </a:cxn>
                <a:cxn ang="0">
                  <a:pos x="connsiteX11273" y="connsiteY11273"/>
                </a:cxn>
                <a:cxn ang="0">
                  <a:pos x="connsiteX11274" y="connsiteY11274"/>
                </a:cxn>
                <a:cxn ang="0">
                  <a:pos x="connsiteX11275" y="connsiteY11275"/>
                </a:cxn>
                <a:cxn ang="0">
                  <a:pos x="connsiteX11276" y="connsiteY11276"/>
                </a:cxn>
                <a:cxn ang="0">
                  <a:pos x="connsiteX11277" y="connsiteY11277"/>
                </a:cxn>
                <a:cxn ang="0">
                  <a:pos x="connsiteX11278" y="connsiteY11278"/>
                </a:cxn>
                <a:cxn ang="0">
                  <a:pos x="connsiteX11279" y="connsiteY11279"/>
                </a:cxn>
                <a:cxn ang="0">
                  <a:pos x="connsiteX11280" y="connsiteY11280"/>
                </a:cxn>
                <a:cxn ang="0">
                  <a:pos x="connsiteX11281" y="connsiteY11281"/>
                </a:cxn>
                <a:cxn ang="0">
                  <a:pos x="connsiteX11282" y="connsiteY11282"/>
                </a:cxn>
                <a:cxn ang="0">
                  <a:pos x="connsiteX11283" y="connsiteY11283"/>
                </a:cxn>
                <a:cxn ang="0">
                  <a:pos x="connsiteX11284" y="connsiteY11284"/>
                </a:cxn>
                <a:cxn ang="0">
                  <a:pos x="connsiteX11285" y="connsiteY11285"/>
                </a:cxn>
                <a:cxn ang="0">
                  <a:pos x="connsiteX11286" y="connsiteY11286"/>
                </a:cxn>
                <a:cxn ang="0">
                  <a:pos x="connsiteX11287" y="connsiteY11287"/>
                </a:cxn>
                <a:cxn ang="0">
                  <a:pos x="connsiteX11288" y="connsiteY11288"/>
                </a:cxn>
                <a:cxn ang="0">
                  <a:pos x="connsiteX11289" y="connsiteY11289"/>
                </a:cxn>
                <a:cxn ang="0">
                  <a:pos x="connsiteX11290" y="connsiteY11290"/>
                </a:cxn>
                <a:cxn ang="0">
                  <a:pos x="connsiteX11291" y="connsiteY11291"/>
                </a:cxn>
                <a:cxn ang="0">
                  <a:pos x="connsiteX11292" y="connsiteY11292"/>
                </a:cxn>
                <a:cxn ang="0">
                  <a:pos x="connsiteX11293" y="connsiteY11293"/>
                </a:cxn>
                <a:cxn ang="0">
                  <a:pos x="connsiteX11294" y="connsiteY11294"/>
                </a:cxn>
                <a:cxn ang="0">
                  <a:pos x="connsiteX11295" y="connsiteY11295"/>
                </a:cxn>
                <a:cxn ang="0">
                  <a:pos x="connsiteX11296" y="connsiteY11296"/>
                </a:cxn>
                <a:cxn ang="0">
                  <a:pos x="connsiteX11297" y="connsiteY11297"/>
                </a:cxn>
                <a:cxn ang="0">
                  <a:pos x="connsiteX11298" y="connsiteY11298"/>
                </a:cxn>
                <a:cxn ang="0">
                  <a:pos x="connsiteX11299" y="connsiteY11299"/>
                </a:cxn>
                <a:cxn ang="0">
                  <a:pos x="connsiteX11300" y="connsiteY11300"/>
                </a:cxn>
                <a:cxn ang="0">
                  <a:pos x="connsiteX11301" y="connsiteY11301"/>
                </a:cxn>
                <a:cxn ang="0">
                  <a:pos x="connsiteX11302" y="connsiteY11302"/>
                </a:cxn>
                <a:cxn ang="0">
                  <a:pos x="connsiteX11303" y="connsiteY11303"/>
                </a:cxn>
                <a:cxn ang="0">
                  <a:pos x="connsiteX11304" y="connsiteY11304"/>
                </a:cxn>
                <a:cxn ang="0">
                  <a:pos x="connsiteX11305" y="connsiteY11305"/>
                </a:cxn>
                <a:cxn ang="0">
                  <a:pos x="connsiteX11306" y="connsiteY11306"/>
                </a:cxn>
                <a:cxn ang="0">
                  <a:pos x="connsiteX11307" y="connsiteY11307"/>
                </a:cxn>
                <a:cxn ang="0">
                  <a:pos x="connsiteX11308" y="connsiteY11308"/>
                </a:cxn>
                <a:cxn ang="0">
                  <a:pos x="connsiteX11309" y="connsiteY11309"/>
                </a:cxn>
                <a:cxn ang="0">
                  <a:pos x="connsiteX11310" y="connsiteY11310"/>
                </a:cxn>
                <a:cxn ang="0">
                  <a:pos x="connsiteX11311" y="connsiteY11311"/>
                </a:cxn>
                <a:cxn ang="0">
                  <a:pos x="connsiteX11312" y="connsiteY11312"/>
                </a:cxn>
                <a:cxn ang="0">
                  <a:pos x="connsiteX11313" y="connsiteY11313"/>
                </a:cxn>
                <a:cxn ang="0">
                  <a:pos x="connsiteX11314" y="connsiteY11314"/>
                </a:cxn>
                <a:cxn ang="0">
                  <a:pos x="connsiteX11315" y="connsiteY11315"/>
                </a:cxn>
                <a:cxn ang="0">
                  <a:pos x="connsiteX11316" y="connsiteY11316"/>
                </a:cxn>
                <a:cxn ang="0">
                  <a:pos x="connsiteX11317" y="connsiteY11317"/>
                </a:cxn>
                <a:cxn ang="0">
                  <a:pos x="connsiteX11318" y="connsiteY11318"/>
                </a:cxn>
                <a:cxn ang="0">
                  <a:pos x="connsiteX11319" y="connsiteY11319"/>
                </a:cxn>
                <a:cxn ang="0">
                  <a:pos x="connsiteX11320" y="connsiteY11320"/>
                </a:cxn>
                <a:cxn ang="0">
                  <a:pos x="connsiteX11321" y="connsiteY11321"/>
                </a:cxn>
                <a:cxn ang="0">
                  <a:pos x="connsiteX11322" y="connsiteY11322"/>
                </a:cxn>
                <a:cxn ang="0">
                  <a:pos x="connsiteX11323" y="connsiteY11323"/>
                </a:cxn>
                <a:cxn ang="0">
                  <a:pos x="connsiteX11324" y="connsiteY11324"/>
                </a:cxn>
                <a:cxn ang="0">
                  <a:pos x="connsiteX11325" y="connsiteY11325"/>
                </a:cxn>
                <a:cxn ang="0">
                  <a:pos x="connsiteX11326" y="connsiteY11326"/>
                </a:cxn>
                <a:cxn ang="0">
                  <a:pos x="connsiteX11327" y="connsiteY11327"/>
                </a:cxn>
                <a:cxn ang="0">
                  <a:pos x="connsiteX11328" y="connsiteY11328"/>
                </a:cxn>
                <a:cxn ang="0">
                  <a:pos x="connsiteX11329" y="connsiteY11329"/>
                </a:cxn>
                <a:cxn ang="0">
                  <a:pos x="connsiteX11330" y="connsiteY11330"/>
                </a:cxn>
                <a:cxn ang="0">
                  <a:pos x="connsiteX11331" y="connsiteY11331"/>
                </a:cxn>
                <a:cxn ang="0">
                  <a:pos x="connsiteX11332" y="connsiteY11332"/>
                </a:cxn>
                <a:cxn ang="0">
                  <a:pos x="connsiteX11333" y="connsiteY11333"/>
                </a:cxn>
                <a:cxn ang="0">
                  <a:pos x="connsiteX11334" y="connsiteY11334"/>
                </a:cxn>
                <a:cxn ang="0">
                  <a:pos x="connsiteX11335" y="connsiteY11335"/>
                </a:cxn>
                <a:cxn ang="0">
                  <a:pos x="connsiteX11336" y="connsiteY11336"/>
                </a:cxn>
                <a:cxn ang="0">
                  <a:pos x="connsiteX11337" y="connsiteY11337"/>
                </a:cxn>
                <a:cxn ang="0">
                  <a:pos x="connsiteX11338" y="connsiteY11338"/>
                </a:cxn>
                <a:cxn ang="0">
                  <a:pos x="connsiteX11339" y="connsiteY11339"/>
                </a:cxn>
                <a:cxn ang="0">
                  <a:pos x="connsiteX11340" y="connsiteY11340"/>
                </a:cxn>
                <a:cxn ang="0">
                  <a:pos x="connsiteX11341" y="connsiteY11341"/>
                </a:cxn>
                <a:cxn ang="0">
                  <a:pos x="connsiteX11342" y="connsiteY11342"/>
                </a:cxn>
                <a:cxn ang="0">
                  <a:pos x="connsiteX11343" y="connsiteY11343"/>
                </a:cxn>
                <a:cxn ang="0">
                  <a:pos x="connsiteX11344" y="connsiteY11344"/>
                </a:cxn>
                <a:cxn ang="0">
                  <a:pos x="connsiteX11345" y="connsiteY11345"/>
                </a:cxn>
                <a:cxn ang="0">
                  <a:pos x="connsiteX11346" y="connsiteY11346"/>
                </a:cxn>
                <a:cxn ang="0">
                  <a:pos x="connsiteX11347" y="connsiteY11347"/>
                </a:cxn>
                <a:cxn ang="0">
                  <a:pos x="connsiteX11348" y="connsiteY11348"/>
                </a:cxn>
                <a:cxn ang="0">
                  <a:pos x="connsiteX11349" y="connsiteY11349"/>
                </a:cxn>
                <a:cxn ang="0">
                  <a:pos x="connsiteX11350" y="connsiteY11350"/>
                </a:cxn>
                <a:cxn ang="0">
                  <a:pos x="connsiteX11351" y="connsiteY11351"/>
                </a:cxn>
                <a:cxn ang="0">
                  <a:pos x="connsiteX11352" y="connsiteY11352"/>
                </a:cxn>
                <a:cxn ang="0">
                  <a:pos x="connsiteX11353" y="connsiteY11353"/>
                </a:cxn>
                <a:cxn ang="0">
                  <a:pos x="connsiteX11354" y="connsiteY11354"/>
                </a:cxn>
                <a:cxn ang="0">
                  <a:pos x="connsiteX11355" y="connsiteY11355"/>
                </a:cxn>
                <a:cxn ang="0">
                  <a:pos x="connsiteX11356" y="connsiteY11356"/>
                </a:cxn>
                <a:cxn ang="0">
                  <a:pos x="connsiteX11357" y="connsiteY11357"/>
                </a:cxn>
                <a:cxn ang="0">
                  <a:pos x="connsiteX11358" y="connsiteY11358"/>
                </a:cxn>
                <a:cxn ang="0">
                  <a:pos x="connsiteX11359" y="connsiteY11359"/>
                </a:cxn>
                <a:cxn ang="0">
                  <a:pos x="connsiteX11360" y="connsiteY11360"/>
                </a:cxn>
                <a:cxn ang="0">
                  <a:pos x="connsiteX11361" y="connsiteY11361"/>
                </a:cxn>
                <a:cxn ang="0">
                  <a:pos x="connsiteX11362" y="connsiteY11362"/>
                </a:cxn>
                <a:cxn ang="0">
                  <a:pos x="connsiteX11363" y="connsiteY11363"/>
                </a:cxn>
                <a:cxn ang="0">
                  <a:pos x="connsiteX11364" y="connsiteY11364"/>
                </a:cxn>
                <a:cxn ang="0">
                  <a:pos x="connsiteX11365" y="connsiteY11365"/>
                </a:cxn>
                <a:cxn ang="0">
                  <a:pos x="connsiteX11366" y="connsiteY11366"/>
                </a:cxn>
                <a:cxn ang="0">
                  <a:pos x="connsiteX11367" y="connsiteY11367"/>
                </a:cxn>
                <a:cxn ang="0">
                  <a:pos x="connsiteX11368" y="connsiteY11368"/>
                </a:cxn>
                <a:cxn ang="0">
                  <a:pos x="connsiteX11369" y="connsiteY11369"/>
                </a:cxn>
                <a:cxn ang="0">
                  <a:pos x="connsiteX11370" y="connsiteY11370"/>
                </a:cxn>
                <a:cxn ang="0">
                  <a:pos x="connsiteX11371" y="connsiteY11371"/>
                </a:cxn>
                <a:cxn ang="0">
                  <a:pos x="connsiteX11372" y="connsiteY11372"/>
                </a:cxn>
                <a:cxn ang="0">
                  <a:pos x="connsiteX11373" y="connsiteY11373"/>
                </a:cxn>
                <a:cxn ang="0">
                  <a:pos x="connsiteX11374" y="connsiteY11374"/>
                </a:cxn>
                <a:cxn ang="0">
                  <a:pos x="connsiteX11375" y="connsiteY11375"/>
                </a:cxn>
                <a:cxn ang="0">
                  <a:pos x="connsiteX11376" y="connsiteY11376"/>
                </a:cxn>
                <a:cxn ang="0">
                  <a:pos x="connsiteX11377" y="connsiteY11377"/>
                </a:cxn>
                <a:cxn ang="0">
                  <a:pos x="connsiteX11378" y="connsiteY11378"/>
                </a:cxn>
                <a:cxn ang="0">
                  <a:pos x="connsiteX11379" y="connsiteY11379"/>
                </a:cxn>
                <a:cxn ang="0">
                  <a:pos x="connsiteX11380" y="connsiteY11380"/>
                </a:cxn>
                <a:cxn ang="0">
                  <a:pos x="connsiteX11381" y="connsiteY11381"/>
                </a:cxn>
                <a:cxn ang="0">
                  <a:pos x="connsiteX11382" y="connsiteY11382"/>
                </a:cxn>
                <a:cxn ang="0">
                  <a:pos x="connsiteX11383" y="connsiteY11383"/>
                </a:cxn>
                <a:cxn ang="0">
                  <a:pos x="connsiteX11384" y="connsiteY11384"/>
                </a:cxn>
                <a:cxn ang="0">
                  <a:pos x="connsiteX11385" y="connsiteY11385"/>
                </a:cxn>
                <a:cxn ang="0">
                  <a:pos x="connsiteX11386" y="connsiteY11386"/>
                </a:cxn>
                <a:cxn ang="0">
                  <a:pos x="connsiteX11387" y="connsiteY11387"/>
                </a:cxn>
                <a:cxn ang="0">
                  <a:pos x="connsiteX11388" y="connsiteY11388"/>
                </a:cxn>
                <a:cxn ang="0">
                  <a:pos x="connsiteX11389" y="connsiteY11389"/>
                </a:cxn>
                <a:cxn ang="0">
                  <a:pos x="connsiteX11390" y="connsiteY11390"/>
                </a:cxn>
                <a:cxn ang="0">
                  <a:pos x="connsiteX11391" y="connsiteY11391"/>
                </a:cxn>
                <a:cxn ang="0">
                  <a:pos x="connsiteX11392" y="connsiteY11392"/>
                </a:cxn>
                <a:cxn ang="0">
                  <a:pos x="connsiteX11393" y="connsiteY11393"/>
                </a:cxn>
                <a:cxn ang="0">
                  <a:pos x="connsiteX11394" y="connsiteY11394"/>
                </a:cxn>
                <a:cxn ang="0">
                  <a:pos x="connsiteX11395" y="connsiteY11395"/>
                </a:cxn>
                <a:cxn ang="0">
                  <a:pos x="connsiteX11396" y="connsiteY11396"/>
                </a:cxn>
                <a:cxn ang="0">
                  <a:pos x="connsiteX11397" y="connsiteY11397"/>
                </a:cxn>
                <a:cxn ang="0">
                  <a:pos x="connsiteX11398" y="connsiteY11398"/>
                </a:cxn>
                <a:cxn ang="0">
                  <a:pos x="connsiteX11399" y="connsiteY11399"/>
                </a:cxn>
                <a:cxn ang="0">
                  <a:pos x="connsiteX11400" y="connsiteY11400"/>
                </a:cxn>
                <a:cxn ang="0">
                  <a:pos x="connsiteX11401" y="connsiteY11401"/>
                </a:cxn>
                <a:cxn ang="0">
                  <a:pos x="connsiteX11402" y="connsiteY11402"/>
                </a:cxn>
                <a:cxn ang="0">
                  <a:pos x="connsiteX11403" y="connsiteY11403"/>
                </a:cxn>
                <a:cxn ang="0">
                  <a:pos x="connsiteX11404" y="connsiteY11404"/>
                </a:cxn>
                <a:cxn ang="0">
                  <a:pos x="connsiteX11405" y="connsiteY11405"/>
                </a:cxn>
                <a:cxn ang="0">
                  <a:pos x="connsiteX11406" y="connsiteY11406"/>
                </a:cxn>
                <a:cxn ang="0">
                  <a:pos x="connsiteX11407" y="connsiteY11407"/>
                </a:cxn>
                <a:cxn ang="0">
                  <a:pos x="connsiteX11408" y="connsiteY11408"/>
                </a:cxn>
                <a:cxn ang="0">
                  <a:pos x="connsiteX11409" y="connsiteY11409"/>
                </a:cxn>
                <a:cxn ang="0">
                  <a:pos x="connsiteX11410" y="connsiteY11410"/>
                </a:cxn>
                <a:cxn ang="0">
                  <a:pos x="connsiteX11411" y="connsiteY11411"/>
                </a:cxn>
                <a:cxn ang="0">
                  <a:pos x="connsiteX11412" y="connsiteY11412"/>
                </a:cxn>
                <a:cxn ang="0">
                  <a:pos x="connsiteX11413" y="connsiteY11413"/>
                </a:cxn>
                <a:cxn ang="0">
                  <a:pos x="connsiteX11414" y="connsiteY11414"/>
                </a:cxn>
                <a:cxn ang="0">
                  <a:pos x="connsiteX11415" y="connsiteY11415"/>
                </a:cxn>
                <a:cxn ang="0">
                  <a:pos x="connsiteX11416" y="connsiteY11416"/>
                </a:cxn>
                <a:cxn ang="0">
                  <a:pos x="connsiteX11417" y="connsiteY11417"/>
                </a:cxn>
                <a:cxn ang="0">
                  <a:pos x="connsiteX11418" y="connsiteY11418"/>
                </a:cxn>
                <a:cxn ang="0">
                  <a:pos x="connsiteX11419" y="connsiteY11419"/>
                </a:cxn>
                <a:cxn ang="0">
                  <a:pos x="connsiteX11420" y="connsiteY11420"/>
                </a:cxn>
                <a:cxn ang="0">
                  <a:pos x="connsiteX11421" y="connsiteY11421"/>
                </a:cxn>
                <a:cxn ang="0">
                  <a:pos x="connsiteX11422" y="connsiteY11422"/>
                </a:cxn>
                <a:cxn ang="0">
                  <a:pos x="connsiteX11423" y="connsiteY11423"/>
                </a:cxn>
                <a:cxn ang="0">
                  <a:pos x="connsiteX11424" y="connsiteY11424"/>
                </a:cxn>
                <a:cxn ang="0">
                  <a:pos x="connsiteX11425" y="connsiteY11425"/>
                </a:cxn>
                <a:cxn ang="0">
                  <a:pos x="connsiteX11426" y="connsiteY11426"/>
                </a:cxn>
                <a:cxn ang="0">
                  <a:pos x="connsiteX11427" y="connsiteY11427"/>
                </a:cxn>
                <a:cxn ang="0">
                  <a:pos x="connsiteX11428" y="connsiteY11428"/>
                </a:cxn>
                <a:cxn ang="0">
                  <a:pos x="connsiteX11429" y="connsiteY11429"/>
                </a:cxn>
                <a:cxn ang="0">
                  <a:pos x="connsiteX11430" y="connsiteY11430"/>
                </a:cxn>
                <a:cxn ang="0">
                  <a:pos x="connsiteX11431" y="connsiteY11431"/>
                </a:cxn>
                <a:cxn ang="0">
                  <a:pos x="connsiteX11432" y="connsiteY11432"/>
                </a:cxn>
                <a:cxn ang="0">
                  <a:pos x="connsiteX11433" y="connsiteY11433"/>
                </a:cxn>
                <a:cxn ang="0">
                  <a:pos x="connsiteX11434" y="connsiteY11434"/>
                </a:cxn>
                <a:cxn ang="0">
                  <a:pos x="connsiteX11435" y="connsiteY11435"/>
                </a:cxn>
                <a:cxn ang="0">
                  <a:pos x="connsiteX11436" y="connsiteY11436"/>
                </a:cxn>
                <a:cxn ang="0">
                  <a:pos x="connsiteX11437" y="connsiteY11437"/>
                </a:cxn>
                <a:cxn ang="0">
                  <a:pos x="connsiteX11438" y="connsiteY11438"/>
                </a:cxn>
                <a:cxn ang="0">
                  <a:pos x="connsiteX11439" y="connsiteY11439"/>
                </a:cxn>
                <a:cxn ang="0">
                  <a:pos x="connsiteX11440" y="connsiteY11440"/>
                </a:cxn>
                <a:cxn ang="0">
                  <a:pos x="connsiteX11441" y="connsiteY11441"/>
                </a:cxn>
                <a:cxn ang="0">
                  <a:pos x="connsiteX11442" y="connsiteY11442"/>
                </a:cxn>
                <a:cxn ang="0">
                  <a:pos x="connsiteX11443" y="connsiteY11443"/>
                </a:cxn>
                <a:cxn ang="0">
                  <a:pos x="connsiteX11444" y="connsiteY11444"/>
                </a:cxn>
                <a:cxn ang="0">
                  <a:pos x="connsiteX11445" y="connsiteY11445"/>
                </a:cxn>
                <a:cxn ang="0">
                  <a:pos x="connsiteX11446" y="connsiteY11446"/>
                </a:cxn>
                <a:cxn ang="0">
                  <a:pos x="connsiteX11447" y="connsiteY11447"/>
                </a:cxn>
                <a:cxn ang="0">
                  <a:pos x="connsiteX11448" y="connsiteY11448"/>
                </a:cxn>
                <a:cxn ang="0">
                  <a:pos x="connsiteX11449" y="connsiteY11449"/>
                </a:cxn>
                <a:cxn ang="0">
                  <a:pos x="connsiteX11450" y="connsiteY11450"/>
                </a:cxn>
                <a:cxn ang="0">
                  <a:pos x="connsiteX11451" y="connsiteY11451"/>
                </a:cxn>
                <a:cxn ang="0">
                  <a:pos x="connsiteX11452" y="connsiteY11452"/>
                </a:cxn>
                <a:cxn ang="0">
                  <a:pos x="connsiteX11453" y="connsiteY11453"/>
                </a:cxn>
                <a:cxn ang="0">
                  <a:pos x="connsiteX11454" y="connsiteY11454"/>
                </a:cxn>
                <a:cxn ang="0">
                  <a:pos x="connsiteX11455" y="connsiteY11455"/>
                </a:cxn>
                <a:cxn ang="0">
                  <a:pos x="connsiteX11456" y="connsiteY11456"/>
                </a:cxn>
                <a:cxn ang="0">
                  <a:pos x="connsiteX11457" y="connsiteY11457"/>
                </a:cxn>
                <a:cxn ang="0">
                  <a:pos x="connsiteX11458" y="connsiteY11458"/>
                </a:cxn>
                <a:cxn ang="0">
                  <a:pos x="connsiteX11459" y="connsiteY11459"/>
                </a:cxn>
                <a:cxn ang="0">
                  <a:pos x="connsiteX11460" y="connsiteY11460"/>
                </a:cxn>
                <a:cxn ang="0">
                  <a:pos x="connsiteX11461" y="connsiteY11461"/>
                </a:cxn>
                <a:cxn ang="0">
                  <a:pos x="connsiteX11462" y="connsiteY11462"/>
                </a:cxn>
                <a:cxn ang="0">
                  <a:pos x="connsiteX11463" y="connsiteY11463"/>
                </a:cxn>
                <a:cxn ang="0">
                  <a:pos x="connsiteX11464" y="connsiteY11464"/>
                </a:cxn>
                <a:cxn ang="0">
                  <a:pos x="connsiteX11465" y="connsiteY11465"/>
                </a:cxn>
                <a:cxn ang="0">
                  <a:pos x="connsiteX11466" y="connsiteY11466"/>
                </a:cxn>
                <a:cxn ang="0">
                  <a:pos x="connsiteX11467" y="connsiteY11467"/>
                </a:cxn>
                <a:cxn ang="0">
                  <a:pos x="connsiteX11468" y="connsiteY11468"/>
                </a:cxn>
                <a:cxn ang="0">
                  <a:pos x="connsiteX11469" y="connsiteY11469"/>
                </a:cxn>
                <a:cxn ang="0">
                  <a:pos x="connsiteX11470" y="connsiteY11470"/>
                </a:cxn>
                <a:cxn ang="0">
                  <a:pos x="connsiteX11471" y="connsiteY11471"/>
                </a:cxn>
                <a:cxn ang="0">
                  <a:pos x="connsiteX11472" y="connsiteY11472"/>
                </a:cxn>
                <a:cxn ang="0">
                  <a:pos x="connsiteX11473" y="connsiteY11473"/>
                </a:cxn>
                <a:cxn ang="0">
                  <a:pos x="connsiteX11474" y="connsiteY11474"/>
                </a:cxn>
                <a:cxn ang="0">
                  <a:pos x="connsiteX11475" y="connsiteY11475"/>
                </a:cxn>
                <a:cxn ang="0">
                  <a:pos x="connsiteX11476" y="connsiteY11476"/>
                </a:cxn>
                <a:cxn ang="0">
                  <a:pos x="connsiteX11477" y="connsiteY11477"/>
                </a:cxn>
                <a:cxn ang="0">
                  <a:pos x="connsiteX11478" y="connsiteY11478"/>
                </a:cxn>
                <a:cxn ang="0">
                  <a:pos x="connsiteX11479" y="connsiteY11479"/>
                </a:cxn>
                <a:cxn ang="0">
                  <a:pos x="connsiteX11480" y="connsiteY11480"/>
                </a:cxn>
                <a:cxn ang="0">
                  <a:pos x="connsiteX11481" y="connsiteY11481"/>
                </a:cxn>
                <a:cxn ang="0">
                  <a:pos x="connsiteX11482" y="connsiteY11482"/>
                </a:cxn>
                <a:cxn ang="0">
                  <a:pos x="connsiteX11483" y="connsiteY11483"/>
                </a:cxn>
                <a:cxn ang="0">
                  <a:pos x="connsiteX11484" y="connsiteY11484"/>
                </a:cxn>
                <a:cxn ang="0">
                  <a:pos x="connsiteX11485" y="connsiteY11485"/>
                </a:cxn>
                <a:cxn ang="0">
                  <a:pos x="connsiteX11486" y="connsiteY11486"/>
                </a:cxn>
                <a:cxn ang="0">
                  <a:pos x="connsiteX11487" y="connsiteY11487"/>
                </a:cxn>
                <a:cxn ang="0">
                  <a:pos x="connsiteX11488" y="connsiteY11488"/>
                </a:cxn>
                <a:cxn ang="0">
                  <a:pos x="connsiteX11489" y="connsiteY11489"/>
                </a:cxn>
                <a:cxn ang="0">
                  <a:pos x="connsiteX11490" y="connsiteY11490"/>
                </a:cxn>
                <a:cxn ang="0">
                  <a:pos x="connsiteX11491" y="connsiteY11491"/>
                </a:cxn>
                <a:cxn ang="0">
                  <a:pos x="connsiteX11492" y="connsiteY11492"/>
                </a:cxn>
                <a:cxn ang="0">
                  <a:pos x="connsiteX11493" y="connsiteY11493"/>
                </a:cxn>
                <a:cxn ang="0">
                  <a:pos x="connsiteX11494" y="connsiteY11494"/>
                </a:cxn>
                <a:cxn ang="0">
                  <a:pos x="connsiteX11495" y="connsiteY11495"/>
                </a:cxn>
                <a:cxn ang="0">
                  <a:pos x="connsiteX11496" y="connsiteY11496"/>
                </a:cxn>
                <a:cxn ang="0">
                  <a:pos x="connsiteX11497" y="connsiteY11497"/>
                </a:cxn>
                <a:cxn ang="0">
                  <a:pos x="connsiteX11498" y="connsiteY11498"/>
                </a:cxn>
                <a:cxn ang="0">
                  <a:pos x="connsiteX11499" y="connsiteY11499"/>
                </a:cxn>
                <a:cxn ang="0">
                  <a:pos x="connsiteX11500" y="connsiteY11500"/>
                </a:cxn>
                <a:cxn ang="0">
                  <a:pos x="connsiteX11501" y="connsiteY11501"/>
                </a:cxn>
                <a:cxn ang="0">
                  <a:pos x="connsiteX11502" y="connsiteY11502"/>
                </a:cxn>
                <a:cxn ang="0">
                  <a:pos x="connsiteX11503" y="connsiteY11503"/>
                </a:cxn>
                <a:cxn ang="0">
                  <a:pos x="connsiteX11504" y="connsiteY11504"/>
                </a:cxn>
                <a:cxn ang="0">
                  <a:pos x="connsiteX11505" y="connsiteY11505"/>
                </a:cxn>
                <a:cxn ang="0">
                  <a:pos x="connsiteX11506" y="connsiteY11506"/>
                </a:cxn>
                <a:cxn ang="0">
                  <a:pos x="connsiteX11507" y="connsiteY11507"/>
                </a:cxn>
                <a:cxn ang="0">
                  <a:pos x="connsiteX11508" y="connsiteY11508"/>
                </a:cxn>
                <a:cxn ang="0">
                  <a:pos x="connsiteX11509" y="connsiteY11509"/>
                </a:cxn>
                <a:cxn ang="0">
                  <a:pos x="connsiteX11510" y="connsiteY11510"/>
                </a:cxn>
                <a:cxn ang="0">
                  <a:pos x="connsiteX11511" y="connsiteY11511"/>
                </a:cxn>
                <a:cxn ang="0">
                  <a:pos x="connsiteX11512" y="connsiteY11512"/>
                </a:cxn>
                <a:cxn ang="0">
                  <a:pos x="connsiteX11513" y="connsiteY11513"/>
                </a:cxn>
                <a:cxn ang="0">
                  <a:pos x="connsiteX11514" y="connsiteY11514"/>
                </a:cxn>
                <a:cxn ang="0">
                  <a:pos x="connsiteX11515" y="connsiteY11515"/>
                </a:cxn>
                <a:cxn ang="0">
                  <a:pos x="connsiteX11516" y="connsiteY11516"/>
                </a:cxn>
                <a:cxn ang="0">
                  <a:pos x="connsiteX11517" y="connsiteY11517"/>
                </a:cxn>
                <a:cxn ang="0">
                  <a:pos x="connsiteX11518" y="connsiteY11518"/>
                </a:cxn>
                <a:cxn ang="0">
                  <a:pos x="connsiteX11519" y="connsiteY11519"/>
                </a:cxn>
                <a:cxn ang="0">
                  <a:pos x="connsiteX11520" y="connsiteY11520"/>
                </a:cxn>
                <a:cxn ang="0">
                  <a:pos x="connsiteX11521" y="connsiteY11521"/>
                </a:cxn>
                <a:cxn ang="0">
                  <a:pos x="connsiteX11522" y="connsiteY11522"/>
                </a:cxn>
                <a:cxn ang="0">
                  <a:pos x="connsiteX11523" y="connsiteY11523"/>
                </a:cxn>
                <a:cxn ang="0">
                  <a:pos x="connsiteX11524" y="connsiteY11524"/>
                </a:cxn>
                <a:cxn ang="0">
                  <a:pos x="connsiteX11525" y="connsiteY11525"/>
                </a:cxn>
                <a:cxn ang="0">
                  <a:pos x="connsiteX11526" y="connsiteY11526"/>
                </a:cxn>
                <a:cxn ang="0">
                  <a:pos x="connsiteX11527" y="connsiteY11527"/>
                </a:cxn>
                <a:cxn ang="0">
                  <a:pos x="connsiteX11528" y="connsiteY11528"/>
                </a:cxn>
                <a:cxn ang="0">
                  <a:pos x="connsiteX11529" y="connsiteY11529"/>
                </a:cxn>
                <a:cxn ang="0">
                  <a:pos x="connsiteX11530" y="connsiteY11530"/>
                </a:cxn>
                <a:cxn ang="0">
                  <a:pos x="connsiteX11531" y="connsiteY11531"/>
                </a:cxn>
                <a:cxn ang="0">
                  <a:pos x="connsiteX11532" y="connsiteY11532"/>
                </a:cxn>
                <a:cxn ang="0">
                  <a:pos x="connsiteX11533" y="connsiteY11533"/>
                </a:cxn>
                <a:cxn ang="0">
                  <a:pos x="connsiteX11534" y="connsiteY11534"/>
                </a:cxn>
                <a:cxn ang="0">
                  <a:pos x="connsiteX11535" y="connsiteY11535"/>
                </a:cxn>
                <a:cxn ang="0">
                  <a:pos x="connsiteX11536" y="connsiteY11536"/>
                </a:cxn>
                <a:cxn ang="0">
                  <a:pos x="connsiteX11537" y="connsiteY11537"/>
                </a:cxn>
                <a:cxn ang="0">
                  <a:pos x="connsiteX11538" y="connsiteY11538"/>
                </a:cxn>
                <a:cxn ang="0">
                  <a:pos x="connsiteX11539" y="connsiteY11539"/>
                </a:cxn>
                <a:cxn ang="0">
                  <a:pos x="connsiteX11540" y="connsiteY11540"/>
                </a:cxn>
                <a:cxn ang="0">
                  <a:pos x="connsiteX11541" y="connsiteY11541"/>
                </a:cxn>
                <a:cxn ang="0">
                  <a:pos x="connsiteX11542" y="connsiteY11542"/>
                </a:cxn>
                <a:cxn ang="0">
                  <a:pos x="connsiteX11543" y="connsiteY11543"/>
                </a:cxn>
                <a:cxn ang="0">
                  <a:pos x="connsiteX11544" y="connsiteY11544"/>
                </a:cxn>
                <a:cxn ang="0">
                  <a:pos x="connsiteX11545" y="connsiteY11545"/>
                </a:cxn>
                <a:cxn ang="0">
                  <a:pos x="connsiteX11546" y="connsiteY11546"/>
                </a:cxn>
                <a:cxn ang="0">
                  <a:pos x="connsiteX11547" y="connsiteY11547"/>
                </a:cxn>
                <a:cxn ang="0">
                  <a:pos x="connsiteX11548" y="connsiteY11548"/>
                </a:cxn>
                <a:cxn ang="0">
                  <a:pos x="connsiteX11549" y="connsiteY11549"/>
                </a:cxn>
                <a:cxn ang="0">
                  <a:pos x="connsiteX11550" y="connsiteY11550"/>
                </a:cxn>
                <a:cxn ang="0">
                  <a:pos x="connsiteX11551" y="connsiteY11551"/>
                </a:cxn>
                <a:cxn ang="0">
                  <a:pos x="connsiteX11552" y="connsiteY11552"/>
                </a:cxn>
                <a:cxn ang="0">
                  <a:pos x="connsiteX11553" y="connsiteY11553"/>
                </a:cxn>
                <a:cxn ang="0">
                  <a:pos x="connsiteX11554" y="connsiteY11554"/>
                </a:cxn>
                <a:cxn ang="0">
                  <a:pos x="connsiteX11555" y="connsiteY11555"/>
                </a:cxn>
                <a:cxn ang="0">
                  <a:pos x="connsiteX11556" y="connsiteY11556"/>
                </a:cxn>
                <a:cxn ang="0">
                  <a:pos x="connsiteX11557" y="connsiteY11557"/>
                </a:cxn>
                <a:cxn ang="0">
                  <a:pos x="connsiteX11558" y="connsiteY11558"/>
                </a:cxn>
                <a:cxn ang="0">
                  <a:pos x="connsiteX11559" y="connsiteY11559"/>
                </a:cxn>
                <a:cxn ang="0">
                  <a:pos x="connsiteX11560" y="connsiteY11560"/>
                </a:cxn>
                <a:cxn ang="0">
                  <a:pos x="connsiteX11561" y="connsiteY11561"/>
                </a:cxn>
                <a:cxn ang="0">
                  <a:pos x="connsiteX11562" y="connsiteY11562"/>
                </a:cxn>
                <a:cxn ang="0">
                  <a:pos x="connsiteX11563" y="connsiteY11563"/>
                </a:cxn>
                <a:cxn ang="0">
                  <a:pos x="connsiteX11564" y="connsiteY11564"/>
                </a:cxn>
                <a:cxn ang="0">
                  <a:pos x="connsiteX11565" y="connsiteY11565"/>
                </a:cxn>
                <a:cxn ang="0">
                  <a:pos x="connsiteX11566" y="connsiteY11566"/>
                </a:cxn>
                <a:cxn ang="0">
                  <a:pos x="connsiteX11567" y="connsiteY11567"/>
                </a:cxn>
                <a:cxn ang="0">
                  <a:pos x="connsiteX11568" y="connsiteY11568"/>
                </a:cxn>
                <a:cxn ang="0">
                  <a:pos x="connsiteX11569" y="connsiteY11569"/>
                </a:cxn>
                <a:cxn ang="0">
                  <a:pos x="connsiteX11570" y="connsiteY11570"/>
                </a:cxn>
                <a:cxn ang="0">
                  <a:pos x="connsiteX11571" y="connsiteY11571"/>
                </a:cxn>
                <a:cxn ang="0">
                  <a:pos x="connsiteX11572" y="connsiteY11572"/>
                </a:cxn>
                <a:cxn ang="0">
                  <a:pos x="connsiteX11573" y="connsiteY11573"/>
                </a:cxn>
                <a:cxn ang="0">
                  <a:pos x="connsiteX11574" y="connsiteY11574"/>
                </a:cxn>
                <a:cxn ang="0">
                  <a:pos x="connsiteX11575" y="connsiteY11575"/>
                </a:cxn>
                <a:cxn ang="0">
                  <a:pos x="connsiteX11576" y="connsiteY11576"/>
                </a:cxn>
                <a:cxn ang="0">
                  <a:pos x="connsiteX11577" y="connsiteY11577"/>
                </a:cxn>
                <a:cxn ang="0">
                  <a:pos x="connsiteX11578" y="connsiteY11578"/>
                </a:cxn>
                <a:cxn ang="0">
                  <a:pos x="connsiteX11579" y="connsiteY11579"/>
                </a:cxn>
                <a:cxn ang="0">
                  <a:pos x="connsiteX11580" y="connsiteY11580"/>
                </a:cxn>
                <a:cxn ang="0">
                  <a:pos x="connsiteX11581" y="connsiteY11581"/>
                </a:cxn>
                <a:cxn ang="0">
                  <a:pos x="connsiteX11582" y="connsiteY11582"/>
                </a:cxn>
                <a:cxn ang="0">
                  <a:pos x="connsiteX11583" y="connsiteY11583"/>
                </a:cxn>
                <a:cxn ang="0">
                  <a:pos x="connsiteX11584" y="connsiteY11584"/>
                </a:cxn>
                <a:cxn ang="0">
                  <a:pos x="connsiteX11585" y="connsiteY11585"/>
                </a:cxn>
                <a:cxn ang="0">
                  <a:pos x="connsiteX11586" y="connsiteY11586"/>
                </a:cxn>
                <a:cxn ang="0">
                  <a:pos x="connsiteX11587" y="connsiteY11587"/>
                </a:cxn>
                <a:cxn ang="0">
                  <a:pos x="connsiteX11588" y="connsiteY11588"/>
                </a:cxn>
                <a:cxn ang="0">
                  <a:pos x="connsiteX11589" y="connsiteY11589"/>
                </a:cxn>
                <a:cxn ang="0">
                  <a:pos x="connsiteX11590" y="connsiteY11590"/>
                </a:cxn>
                <a:cxn ang="0">
                  <a:pos x="connsiteX11591" y="connsiteY11591"/>
                </a:cxn>
                <a:cxn ang="0">
                  <a:pos x="connsiteX11592" y="connsiteY11592"/>
                </a:cxn>
                <a:cxn ang="0">
                  <a:pos x="connsiteX11593" y="connsiteY11593"/>
                </a:cxn>
                <a:cxn ang="0">
                  <a:pos x="connsiteX11594" y="connsiteY11594"/>
                </a:cxn>
                <a:cxn ang="0">
                  <a:pos x="connsiteX11595" y="connsiteY11595"/>
                </a:cxn>
                <a:cxn ang="0">
                  <a:pos x="connsiteX11596" y="connsiteY11596"/>
                </a:cxn>
                <a:cxn ang="0">
                  <a:pos x="connsiteX11597" y="connsiteY11597"/>
                </a:cxn>
                <a:cxn ang="0">
                  <a:pos x="connsiteX11598" y="connsiteY11598"/>
                </a:cxn>
                <a:cxn ang="0">
                  <a:pos x="connsiteX11599" y="connsiteY11599"/>
                </a:cxn>
                <a:cxn ang="0">
                  <a:pos x="connsiteX11600" y="connsiteY11600"/>
                </a:cxn>
                <a:cxn ang="0">
                  <a:pos x="connsiteX11601" y="connsiteY11601"/>
                </a:cxn>
                <a:cxn ang="0">
                  <a:pos x="connsiteX11602" y="connsiteY11602"/>
                </a:cxn>
                <a:cxn ang="0">
                  <a:pos x="connsiteX11603" y="connsiteY11603"/>
                </a:cxn>
                <a:cxn ang="0">
                  <a:pos x="connsiteX11604" y="connsiteY11604"/>
                </a:cxn>
                <a:cxn ang="0">
                  <a:pos x="connsiteX11605" y="connsiteY11605"/>
                </a:cxn>
                <a:cxn ang="0">
                  <a:pos x="connsiteX11606" y="connsiteY11606"/>
                </a:cxn>
                <a:cxn ang="0">
                  <a:pos x="connsiteX11607" y="connsiteY11607"/>
                </a:cxn>
                <a:cxn ang="0">
                  <a:pos x="connsiteX11608" y="connsiteY11608"/>
                </a:cxn>
                <a:cxn ang="0">
                  <a:pos x="connsiteX11609" y="connsiteY11609"/>
                </a:cxn>
                <a:cxn ang="0">
                  <a:pos x="connsiteX11610" y="connsiteY11610"/>
                </a:cxn>
                <a:cxn ang="0">
                  <a:pos x="connsiteX11611" y="connsiteY11611"/>
                </a:cxn>
                <a:cxn ang="0">
                  <a:pos x="connsiteX11612" y="connsiteY11612"/>
                </a:cxn>
                <a:cxn ang="0">
                  <a:pos x="connsiteX11613" y="connsiteY11613"/>
                </a:cxn>
                <a:cxn ang="0">
                  <a:pos x="connsiteX11614" y="connsiteY11614"/>
                </a:cxn>
                <a:cxn ang="0">
                  <a:pos x="connsiteX11615" y="connsiteY11615"/>
                </a:cxn>
                <a:cxn ang="0">
                  <a:pos x="connsiteX11616" y="connsiteY11616"/>
                </a:cxn>
                <a:cxn ang="0">
                  <a:pos x="connsiteX11617" y="connsiteY11617"/>
                </a:cxn>
                <a:cxn ang="0">
                  <a:pos x="connsiteX11618" y="connsiteY11618"/>
                </a:cxn>
                <a:cxn ang="0">
                  <a:pos x="connsiteX11619" y="connsiteY11619"/>
                </a:cxn>
                <a:cxn ang="0">
                  <a:pos x="connsiteX11620" y="connsiteY11620"/>
                </a:cxn>
                <a:cxn ang="0">
                  <a:pos x="connsiteX11621" y="connsiteY11621"/>
                </a:cxn>
                <a:cxn ang="0">
                  <a:pos x="connsiteX11622" y="connsiteY11622"/>
                </a:cxn>
                <a:cxn ang="0">
                  <a:pos x="connsiteX11623" y="connsiteY11623"/>
                </a:cxn>
                <a:cxn ang="0">
                  <a:pos x="connsiteX11624" y="connsiteY11624"/>
                </a:cxn>
                <a:cxn ang="0">
                  <a:pos x="connsiteX11625" y="connsiteY11625"/>
                </a:cxn>
                <a:cxn ang="0">
                  <a:pos x="connsiteX11626" y="connsiteY11626"/>
                </a:cxn>
                <a:cxn ang="0">
                  <a:pos x="connsiteX11627" y="connsiteY11627"/>
                </a:cxn>
                <a:cxn ang="0">
                  <a:pos x="connsiteX11628" y="connsiteY11628"/>
                </a:cxn>
                <a:cxn ang="0">
                  <a:pos x="connsiteX11629" y="connsiteY11629"/>
                </a:cxn>
                <a:cxn ang="0">
                  <a:pos x="connsiteX11630" y="connsiteY11630"/>
                </a:cxn>
                <a:cxn ang="0">
                  <a:pos x="connsiteX11631" y="connsiteY11631"/>
                </a:cxn>
                <a:cxn ang="0">
                  <a:pos x="connsiteX11632" y="connsiteY11632"/>
                </a:cxn>
                <a:cxn ang="0">
                  <a:pos x="connsiteX11633" y="connsiteY11633"/>
                </a:cxn>
                <a:cxn ang="0">
                  <a:pos x="connsiteX11634" y="connsiteY11634"/>
                </a:cxn>
                <a:cxn ang="0">
                  <a:pos x="connsiteX11635" y="connsiteY11635"/>
                </a:cxn>
                <a:cxn ang="0">
                  <a:pos x="connsiteX11636" y="connsiteY11636"/>
                </a:cxn>
                <a:cxn ang="0">
                  <a:pos x="connsiteX11637" y="connsiteY11637"/>
                </a:cxn>
                <a:cxn ang="0">
                  <a:pos x="connsiteX11638" y="connsiteY11638"/>
                </a:cxn>
                <a:cxn ang="0">
                  <a:pos x="connsiteX11639" y="connsiteY11639"/>
                </a:cxn>
                <a:cxn ang="0">
                  <a:pos x="connsiteX11640" y="connsiteY11640"/>
                </a:cxn>
                <a:cxn ang="0">
                  <a:pos x="connsiteX11641" y="connsiteY11641"/>
                </a:cxn>
                <a:cxn ang="0">
                  <a:pos x="connsiteX11642" y="connsiteY11642"/>
                </a:cxn>
                <a:cxn ang="0">
                  <a:pos x="connsiteX11643" y="connsiteY11643"/>
                </a:cxn>
                <a:cxn ang="0">
                  <a:pos x="connsiteX11644" y="connsiteY11644"/>
                </a:cxn>
                <a:cxn ang="0">
                  <a:pos x="connsiteX11645" y="connsiteY11645"/>
                </a:cxn>
                <a:cxn ang="0">
                  <a:pos x="connsiteX11646" y="connsiteY11646"/>
                </a:cxn>
                <a:cxn ang="0">
                  <a:pos x="connsiteX11647" y="connsiteY11647"/>
                </a:cxn>
                <a:cxn ang="0">
                  <a:pos x="connsiteX11648" y="connsiteY11648"/>
                </a:cxn>
                <a:cxn ang="0">
                  <a:pos x="connsiteX11649" y="connsiteY11649"/>
                </a:cxn>
                <a:cxn ang="0">
                  <a:pos x="connsiteX11650" y="connsiteY11650"/>
                </a:cxn>
                <a:cxn ang="0">
                  <a:pos x="connsiteX11651" y="connsiteY11651"/>
                </a:cxn>
                <a:cxn ang="0">
                  <a:pos x="connsiteX11652" y="connsiteY11652"/>
                </a:cxn>
                <a:cxn ang="0">
                  <a:pos x="connsiteX11653" y="connsiteY11653"/>
                </a:cxn>
                <a:cxn ang="0">
                  <a:pos x="connsiteX11654" y="connsiteY11654"/>
                </a:cxn>
                <a:cxn ang="0">
                  <a:pos x="connsiteX11655" y="connsiteY11655"/>
                </a:cxn>
                <a:cxn ang="0">
                  <a:pos x="connsiteX11656" y="connsiteY11656"/>
                </a:cxn>
                <a:cxn ang="0">
                  <a:pos x="connsiteX11657" y="connsiteY11657"/>
                </a:cxn>
                <a:cxn ang="0">
                  <a:pos x="connsiteX11658" y="connsiteY11658"/>
                </a:cxn>
                <a:cxn ang="0">
                  <a:pos x="connsiteX11659" y="connsiteY11659"/>
                </a:cxn>
                <a:cxn ang="0">
                  <a:pos x="connsiteX11660" y="connsiteY11660"/>
                </a:cxn>
                <a:cxn ang="0">
                  <a:pos x="connsiteX11661" y="connsiteY11661"/>
                </a:cxn>
                <a:cxn ang="0">
                  <a:pos x="connsiteX11662" y="connsiteY11662"/>
                </a:cxn>
                <a:cxn ang="0">
                  <a:pos x="connsiteX11663" y="connsiteY11663"/>
                </a:cxn>
                <a:cxn ang="0">
                  <a:pos x="connsiteX11664" y="connsiteY11664"/>
                </a:cxn>
                <a:cxn ang="0">
                  <a:pos x="connsiteX11665" y="connsiteY11665"/>
                </a:cxn>
                <a:cxn ang="0">
                  <a:pos x="connsiteX11666" y="connsiteY11666"/>
                </a:cxn>
                <a:cxn ang="0">
                  <a:pos x="connsiteX11667" y="connsiteY11667"/>
                </a:cxn>
                <a:cxn ang="0">
                  <a:pos x="connsiteX11668" y="connsiteY11668"/>
                </a:cxn>
                <a:cxn ang="0">
                  <a:pos x="connsiteX11669" y="connsiteY11669"/>
                </a:cxn>
                <a:cxn ang="0">
                  <a:pos x="connsiteX11670" y="connsiteY11670"/>
                </a:cxn>
                <a:cxn ang="0">
                  <a:pos x="connsiteX11671" y="connsiteY11671"/>
                </a:cxn>
                <a:cxn ang="0">
                  <a:pos x="connsiteX11672" y="connsiteY11672"/>
                </a:cxn>
                <a:cxn ang="0">
                  <a:pos x="connsiteX11673" y="connsiteY11673"/>
                </a:cxn>
                <a:cxn ang="0">
                  <a:pos x="connsiteX11674" y="connsiteY11674"/>
                </a:cxn>
                <a:cxn ang="0">
                  <a:pos x="connsiteX11675" y="connsiteY11675"/>
                </a:cxn>
                <a:cxn ang="0">
                  <a:pos x="connsiteX11676" y="connsiteY11676"/>
                </a:cxn>
                <a:cxn ang="0">
                  <a:pos x="connsiteX11677" y="connsiteY11677"/>
                </a:cxn>
                <a:cxn ang="0">
                  <a:pos x="connsiteX11678" y="connsiteY11678"/>
                </a:cxn>
                <a:cxn ang="0">
                  <a:pos x="connsiteX11679" y="connsiteY11679"/>
                </a:cxn>
                <a:cxn ang="0">
                  <a:pos x="connsiteX11680" y="connsiteY11680"/>
                </a:cxn>
                <a:cxn ang="0">
                  <a:pos x="connsiteX11681" y="connsiteY11681"/>
                </a:cxn>
                <a:cxn ang="0">
                  <a:pos x="connsiteX11682" y="connsiteY11682"/>
                </a:cxn>
                <a:cxn ang="0">
                  <a:pos x="connsiteX11683" y="connsiteY11683"/>
                </a:cxn>
                <a:cxn ang="0">
                  <a:pos x="connsiteX11684" y="connsiteY11684"/>
                </a:cxn>
                <a:cxn ang="0">
                  <a:pos x="connsiteX11685" y="connsiteY11685"/>
                </a:cxn>
                <a:cxn ang="0">
                  <a:pos x="connsiteX11686" y="connsiteY11686"/>
                </a:cxn>
                <a:cxn ang="0">
                  <a:pos x="connsiteX11687" y="connsiteY11687"/>
                </a:cxn>
                <a:cxn ang="0">
                  <a:pos x="connsiteX11688" y="connsiteY11688"/>
                </a:cxn>
                <a:cxn ang="0">
                  <a:pos x="connsiteX11689" y="connsiteY11689"/>
                </a:cxn>
                <a:cxn ang="0">
                  <a:pos x="connsiteX11690" y="connsiteY11690"/>
                </a:cxn>
                <a:cxn ang="0">
                  <a:pos x="connsiteX11691" y="connsiteY11691"/>
                </a:cxn>
                <a:cxn ang="0">
                  <a:pos x="connsiteX11692" y="connsiteY11692"/>
                </a:cxn>
                <a:cxn ang="0">
                  <a:pos x="connsiteX11693" y="connsiteY11693"/>
                </a:cxn>
                <a:cxn ang="0">
                  <a:pos x="connsiteX11694" y="connsiteY11694"/>
                </a:cxn>
                <a:cxn ang="0">
                  <a:pos x="connsiteX11695" y="connsiteY11695"/>
                </a:cxn>
                <a:cxn ang="0">
                  <a:pos x="connsiteX11696" y="connsiteY11696"/>
                </a:cxn>
                <a:cxn ang="0">
                  <a:pos x="connsiteX11697" y="connsiteY11697"/>
                </a:cxn>
                <a:cxn ang="0">
                  <a:pos x="connsiteX11698" y="connsiteY11698"/>
                </a:cxn>
                <a:cxn ang="0">
                  <a:pos x="connsiteX11699" y="connsiteY11699"/>
                </a:cxn>
                <a:cxn ang="0">
                  <a:pos x="connsiteX11700" y="connsiteY11700"/>
                </a:cxn>
                <a:cxn ang="0">
                  <a:pos x="connsiteX11701" y="connsiteY11701"/>
                </a:cxn>
                <a:cxn ang="0">
                  <a:pos x="connsiteX11702" y="connsiteY11702"/>
                </a:cxn>
                <a:cxn ang="0">
                  <a:pos x="connsiteX11703" y="connsiteY11703"/>
                </a:cxn>
                <a:cxn ang="0">
                  <a:pos x="connsiteX11704" y="connsiteY11704"/>
                </a:cxn>
                <a:cxn ang="0">
                  <a:pos x="connsiteX11705" y="connsiteY11705"/>
                </a:cxn>
                <a:cxn ang="0">
                  <a:pos x="connsiteX11706" y="connsiteY11706"/>
                </a:cxn>
                <a:cxn ang="0">
                  <a:pos x="connsiteX11707" y="connsiteY11707"/>
                </a:cxn>
                <a:cxn ang="0">
                  <a:pos x="connsiteX11708" y="connsiteY11708"/>
                </a:cxn>
                <a:cxn ang="0">
                  <a:pos x="connsiteX11709" y="connsiteY11709"/>
                </a:cxn>
                <a:cxn ang="0">
                  <a:pos x="connsiteX11710" y="connsiteY11710"/>
                </a:cxn>
                <a:cxn ang="0">
                  <a:pos x="connsiteX11711" y="connsiteY11711"/>
                </a:cxn>
                <a:cxn ang="0">
                  <a:pos x="connsiteX11712" y="connsiteY11712"/>
                </a:cxn>
                <a:cxn ang="0">
                  <a:pos x="connsiteX11713" y="connsiteY11713"/>
                </a:cxn>
                <a:cxn ang="0">
                  <a:pos x="connsiteX11714" y="connsiteY11714"/>
                </a:cxn>
                <a:cxn ang="0">
                  <a:pos x="connsiteX11715" y="connsiteY11715"/>
                </a:cxn>
                <a:cxn ang="0">
                  <a:pos x="connsiteX11716" y="connsiteY11716"/>
                </a:cxn>
                <a:cxn ang="0">
                  <a:pos x="connsiteX11717" y="connsiteY11717"/>
                </a:cxn>
                <a:cxn ang="0">
                  <a:pos x="connsiteX11718" y="connsiteY11718"/>
                </a:cxn>
                <a:cxn ang="0">
                  <a:pos x="connsiteX11719" y="connsiteY11719"/>
                </a:cxn>
                <a:cxn ang="0">
                  <a:pos x="connsiteX11720" y="connsiteY11720"/>
                </a:cxn>
                <a:cxn ang="0">
                  <a:pos x="connsiteX11721" y="connsiteY11721"/>
                </a:cxn>
                <a:cxn ang="0">
                  <a:pos x="connsiteX11722" y="connsiteY11722"/>
                </a:cxn>
                <a:cxn ang="0">
                  <a:pos x="connsiteX11723" y="connsiteY11723"/>
                </a:cxn>
                <a:cxn ang="0">
                  <a:pos x="connsiteX11724" y="connsiteY11724"/>
                </a:cxn>
                <a:cxn ang="0">
                  <a:pos x="connsiteX11725" y="connsiteY11725"/>
                </a:cxn>
                <a:cxn ang="0">
                  <a:pos x="connsiteX11726" y="connsiteY11726"/>
                </a:cxn>
                <a:cxn ang="0">
                  <a:pos x="connsiteX11727" y="connsiteY11727"/>
                </a:cxn>
                <a:cxn ang="0">
                  <a:pos x="connsiteX11728" y="connsiteY11728"/>
                </a:cxn>
                <a:cxn ang="0">
                  <a:pos x="connsiteX11729" y="connsiteY11729"/>
                </a:cxn>
                <a:cxn ang="0">
                  <a:pos x="connsiteX11730" y="connsiteY11730"/>
                </a:cxn>
                <a:cxn ang="0">
                  <a:pos x="connsiteX11731" y="connsiteY11731"/>
                </a:cxn>
                <a:cxn ang="0">
                  <a:pos x="connsiteX11732" y="connsiteY11732"/>
                </a:cxn>
                <a:cxn ang="0">
                  <a:pos x="connsiteX11733" y="connsiteY11733"/>
                </a:cxn>
                <a:cxn ang="0">
                  <a:pos x="connsiteX11734" y="connsiteY11734"/>
                </a:cxn>
                <a:cxn ang="0">
                  <a:pos x="connsiteX11735" y="connsiteY11735"/>
                </a:cxn>
                <a:cxn ang="0">
                  <a:pos x="connsiteX11736" y="connsiteY11736"/>
                </a:cxn>
                <a:cxn ang="0">
                  <a:pos x="connsiteX11737" y="connsiteY11737"/>
                </a:cxn>
                <a:cxn ang="0">
                  <a:pos x="connsiteX11738" y="connsiteY11738"/>
                </a:cxn>
                <a:cxn ang="0">
                  <a:pos x="connsiteX11739" y="connsiteY11739"/>
                </a:cxn>
                <a:cxn ang="0">
                  <a:pos x="connsiteX11740" y="connsiteY11740"/>
                </a:cxn>
                <a:cxn ang="0">
                  <a:pos x="connsiteX11741" y="connsiteY11741"/>
                </a:cxn>
                <a:cxn ang="0">
                  <a:pos x="connsiteX11742" y="connsiteY11742"/>
                </a:cxn>
                <a:cxn ang="0">
                  <a:pos x="connsiteX11743" y="connsiteY11743"/>
                </a:cxn>
                <a:cxn ang="0">
                  <a:pos x="connsiteX11744" y="connsiteY11744"/>
                </a:cxn>
                <a:cxn ang="0">
                  <a:pos x="connsiteX11745" y="connsiteY11745"/>
                </a:cxn>
                <a:cxn ang="0">
                  <a:pos x="connsiteX11746" y="connsiteY11746"/>
                </a:cxn>
                <a:cxn ang="0">
                  <a:pos x="connsiteX11747" y="connsiteY11747"/>
                </a:cxn>
                <a:cxn ang="0">
                  <a:pos x="connsiteX11748" y="connsiteY11748"/>
                </a:cxn>
                <a:cxn ang="0">
                  <a:pos x="connsiteX11749" y="connsiteY11749"/>
                </a:cxn>
                <a:cxn ang="0">
                  <a:pos x="connsiteX11750" y="connsiteY11750"/>
                </a:cxn>
                <a:cxn ang="0">
                  <a:pos x="connsiteX11751" y="connsiteY11751"/>
                </a:cxn>
                <a:cxn ang="0">
                  <a:pos x="connsiteX11752" y="connsiteY11752"/>
                </a:cxn>
                <a:cxn ang="0">
                  <a:pos x="connsiteX11753" y="connsiteY11753"/>
                </a:cxn>
                <a:cxn ang="0">
                  <a:pos x="connsiteX11754" y="connsiteY11754"/>
                </a:cxn>
                <a:cxn ang="0">
                  <a:pos x="connsiteX11755" y="connsiteY11755"/>
                </a:cxn>
                <a:cxn ang="0">
                  <a:pos x="connsiteX11756" y="connsiteY11756"/>
                </a:cxn>
                <a:cxn ang="0">
                  <a:pos x="connsiteX11757" y="connsiteY11757"/>
                </a:cxn>
                <a:cxn ang="0">
                  <a:pos x="connsiteX11758" y="connsiteY11758"/>
                </a:cxn>
                <a:cxn ang="0">
                  <a:pos x="connsiteX11759" y="connsiteY11759"/>
                </a:cxn>
                <a:cxn ang="0">
                  <a:pos x="connsiteX11760" y="connsiteY11760"/>
                </a:cxn>
                <a:cxn ang="0">
                  <a:pos x="connsiteX11761" y="connsiteY11761"/>
                </a:cxn>
                <a:cxn ang="0">
                  <a:pos x="connsiteX11762" y="connsiteY11762"/>
                </a:cxn>
                <a:cxn ang="0">
                  <a:pos x="connsiteX11763" y="connsiteY11763"/>
                </a:cxn>
                <a:cxn ang="0">
                  <a:pos x="connsiteX11764" y="connsiteY11764"/>
                </a:cxn>
                <a:cxn ang="0">
                  <a:pos x="connsiteX11765" y="connsiteY11765"/>
                </a:cxn>
                <a:cxn ang="0">
                  <a:pos x="connsiteX11766" y="connsiteY11766"/>
                </a:cxn>
                <a:cxn ang="0">
                  <a:pos x="connsiteX11767" y="connsiteY11767"/>
                </a:cxn>
                <a:cxn ang="0">
                  <a:pos x="connsiteX11768" y="connsiteY11768"/>
                </a:cxn>
                <a:cxn ang="0">
                  <a:pos x="connsiteX11769" y="connsiteY11769"/>
                </a:cxn>
                <a:cxn ang="0">
                  <a:pos x="connsiteX11770" y="connsiteY11770"/>
                </a:cxn>
                <a:cxn ang="0">
                  <a:pos x="connsiteX11771" y="connsiteY11771"/>
                </a:cxn>
                <a:cxn ang="0">
                  <a:pos x="connsiteX11772" y="connsiteY11772"/>
                </a:cxn>
                <a:cxn ang="0">
                  <a:pos x="connsiteX11773" y="connsiteY11773"/>
                </a:cxn>
                <a:cxn ang="0">
                  <a:pos x="connsiteX11774" y="connsiteY11774"/>
                </a:cxn>
                <a:cxn ang="0">
                  <a:pos x="connsiteX11775" y="connsiteY11775"/>
                </a:cxn>
                <a:cxn ang="0">
                  <a:pos x="connsiteX11776" y="connsiteY11776"/>
                </a:cxn>
                <a:cxn ang="0">
                  <a:pos x="connsiteX11777" y="connsiteY11777"/>
                </a:cxn>
                <a:cxn ang="0">
                  <a:pos x="connsiteX11778" y="connsiteY11778"/>
                </a:cxn>
                <a:cxn ang="0">
                  <a:pos x="connsiteX11779" y="connsiteY11779"/>
                </a:cxn>
                <a:cxn ang="0">
                  <a:pos x="connsiteX11780" y="connsiteY11780"/>
                </a:cxn>
                <a:cxn ang="0">
                  <a:pos x="connsiteX11781" y="connsiteY11781"/>
                </a:cxn>
                <a:cxn ang="0">
                  <a:pos x="connsiteX11782" y="connsiteY11782"/>
                </a:cxn>
                <a:cxn ang="0">
                  <a:pos x="connsiteX11783" y="connsiteY11783"/>
                </a:cxn>
                <a:cxn ang="0">
                  <a:pos x="connsiteX11784" y="connsiteY11784"/>
                </a:cxn>
                <a:cxn ang="0">
                  <a:pos x="connsiteX11785" y="connsiteY11785"/>
                </a:cxn>
                <a:cxn ang="0">
                  <a:pos x="connsiteX11786" y="connsiteY11786"/>
                </a:cxn>
                <a:cxn ang="0">
                  <a:pos x="connsiteX11787" y="connsiteY11787"/>
                </a:cxn>
                <a:cxn ang="0">
                  <a:pos x="connsiteX11788" y="connsiteY11788"/>
                </a:cxn>
                <a:cxn ang="0">
                  <a:pos x="connsiteX11789" y="connsiteY11789"/>
                </a:cxn>
                <a:cxn ang="0">
                  <a:pos x="connsiteX11790" y="connsiteY11790"/>
                </a:cxn>
                <a:cxn ang="0">
                  <a:pos x="connsiteX11791" y="connsiteY11791"/>
                </a:cxn>
                <a:cxn ang="0">
                  <a:pos x="connsiteX11792" y="connsiteY11792"/>
                </a:cxn>
                <a:cxn ang="0">
                  <a:pos x="connsiteX11793" y="connsiteY11793"/>
                </a:cxn>
                <a:cxn ang="0">
                  <a:pos x="connsiteX11794" y="connsiteY11794"/>
                </a:cxn>
                <a:cxn ang="0">
                  <a:pos x="connsiteX11795" y="connsiteY11795"/>
                </a:cxn>
                <a:cxn ang="0">
                  <a:pos x="connsiteX11796" y="connsiteY11796"/>
                </a:cxn>
                <a:cxn ang="0">
                  <a:pos x="connsiteX11797" y="connsiteY11797"/>
                </a:cxn>
                <a:cxn ang="0">
                  <a:pos x="connsiteX11798" y="connsiteY11798"/>
                </a:cxn>
                <a:cxn ang="0">
                  <a:pos x="connsiteX11799" y="connsiteY11799"/>
                </a:cxn>
                <a:cxn ang="0">
                  <a:pos x="connsiteX11800" y="connsiteY11800"/>
                </a:cxn>
                <a:cxn ang="0">
                  <a:pos x="connsiteX11801" y="connsiteY11801"/>
                </a:cxn>
                <a:cxn ang="0">
                  <a:pos x="connsiteX11802" y="connsiteY11802"/>
                </a:cxn>
                <a:cxn ang="0">
                  <a:pos x="connsiteX11803" y="connsiteY11803"/>
                </a:cxn>
                <a:cxn ang="0">
                  <a:pos x="connsiteX11804" y="connsiteY11804"/>
                </a:cxn>
                <a:cxn ang="0">
                  <a:pos x="connsiteX11805" y="connsiteY11805"/>
                </a:cxn>
                <a:cxn ang="0">
                  <a:pos x="connsiteX11806" y="connsiteY11806"/>
                </a:cxn>
                <a:cxn ang="0">
                  <a:pos x="connsiteX11807" y="connsiteY11807"/>
                </a:cxn>
                <a:cxn ang="0">
                  <a:pos x="connsiteX11808" y="connsiteY11808"/>
                </a:cxn>
                <a:cxn ang="0">
                  <a:pos x="connsiteX11809" y="connsiteY11809"/>
                </a:cxn>
                <a:cxn ang="0">
                  <a:pos x="connsiteX11810" y="connsiteY11810"/>
                </a:cxn>
                <a:cxn ang="0">
                  <a:pos x="connsiteX11811" y="connsiteY11811"/>
                </a:cxn>
                <a:cxn ang="0">
                  <a:pos x="connsiteX11812" y="connsiteY11812"/>
                </a:cxn>
                <a:cxn ang="0">
                  <a:pos x="connsiteX11813" y="connsiteY11813"/>
                </a:cxn>
                <a:cxn ang="0">
                  <a:pos x="connsiteX11814" y="connsiteY11814"/>
                </a:cxn>
                <a:cxn ang="0">
                  <a:pos x="connsiteX11815" y="connsiteY11815"/>
                </a:cxn>
                <a:cxn ang="0">
                  <a:pos x="connsiteX11816" y="connsiteY11816"/>
                </a:cxn>
                <a:cxn ang="0">
                  <a:pos x="connsiteX11817" y="connsiteY11817"/>
                </a:cxn>
                <a:cxn ang="0">
                  <a:pos x="connsiteX11818" y="connsiteY11818"/>
                </a:cxn>
                <a:cxn ang="0">
                  <a:pos x="connsiteX11819" y="connsiteY11819"/>
                </a:cxn>
                <a:cxn ang="0">
                  <a:pos x="connsiteX11820" y="connsiteY11820"/>
                </a:cxn>
                <a:cxn ang="0">
                  <a:pos x="connsiteX11821" y="connsiteY11821"/>
                </a:cxn>
                <a:cxn ang="0">
                  <a:pos x="connsiteX11822" y="connsiteY11822"/>
                </a:cxn>
                <a:cxn ang="0">
                  <a:pos x="connsiteX11823" y="connsiteY11823"/>
                </a:cxn>
                <a:cxn ang="0">
                  <a:pos x="connsiteX11824" y="connsiteY11824"/>
                </a:cxn>
                <a:cxn ang="0">
                  <a:pos x="connsiteX11825" y="connsiteY11825"/>
                </a:cxn>
                <a:cxn ang="0">
                  <a:pos x="connsiteX11826" y="connsiteY11826"/>
                </a:cxn>
                <a:cxn ang="0">
                  <a:pos x="connsiteX11827" y="connsiteY11827"/>
                </a:cxn>
                <a:cxn ang="0">
                  <a:pos x="connsiteX11828" y="connsiteY11828"/>
                </a:cxn>
                <a:cxn ang="0">
                  <a:pos x="connsiteX11829" y="connsiteY11829"/>
                </a:cxn>
                <a:cxn ang="0">
                  <a:pos x="connsiteX11830" y="connsiteY11830"/>
                </a:cxn>
                <a:cxn ang="0">
                  <a:pos x="connsiteX11831" y="connsiteY11831"/>
                </a:cxn>
                <a:cxn ang="0">
                  <a:pos x="connsiteX11832" y="connsiteY11832"/>
                </a:cxn>
                <a:cxn ang="0">
                  <a:pos x="connsiteX11833" y="connsiteY11833"/>
                </a:cxn>
                <a:cxn ang="0">
                  <a:pos x="connsiteX11834" y="connsiteY11834"/>
                </a:cxn>
                <a:cxn ang="0">
                  <a:pos x="connsiteX11835" y="connsiteY11835"/>
                </a:cxn>
                <a:cxn ang="0">
                  <a:pos x="connsiteX11836" y="connsiteY11836"/>
                </a:cxn>
                <a:cxn ang="0">
                  <a:pos x="connsiteX11837" y="connsiteY11837"/>
                </a:cxn>
                <a:cxn ang="0">
                  <a:pos x="connsiteX11838" y="connsiteY11838"/>
                </a:cxn>
                <a:cxn ang="0">
                  <a:pos x="connsiteX11839" y="connsiteY11839"/>
                </a:cxn>
                <a:cxn ang="0">
                  <a:pos x="connsiteX11840" y="connsiteY11840"/>
                </a:cxn>
                <a:cxn ang="0">
                  <a:pos x="connsiteX11841" y="connsiteY11841"/>
                </a:cxn>
                <a:cxn ang="0">
                  <a:pos x="connsiteX11842" y="connsiteY11842"/>
                </a:cxn>
                <a:cxn ang="0">
                  <a:pos x="connsiteX11843" y="connsiteY11843"/>
                </a:cxn>
                <a:cxn ang="0">
                  <a:pos x="connsiteX11844" y="connsiteY11844"/>
                </a:cxn>
                <a:cxn ang="0">
                  <a:pos x="connsiteX11845" y="connsiteY11845"/>
                </a:cxn>
                <a:cxn ang="0">
                  <a:pos x="connsiteX11846" y="connsiteY11846"/>
                </a:cxn>
                <a:cxn ang="0">
                  <a:pos x="connsiteX11847" y="connsiteY11847"/>
                </a:cxn>
                <a:cxn ang="0">
                  <a:pos x="connsiteX11848" y="connsiteY11848"/>
                </a:cxn>
                <a:cxn ang="0">
                  <a:pos x="connsiteX11849" y="connsiteY11849"/>
                </a:cxn>
                <a:cxn ang="0">
                  <a:pos x="connsiteX11850" y="connsiteY11850"/>
                </a:cxn>
                <a:cxn ang="0">
                  <a:pos x="connsiteX11851" y="connsiteY11851"/>
                </a:cxn>
                <a:cxn ang="0">
                  <a:pos x="connsiteX11852" y="connsiteY11852"/>
                </a:cxn>
                <a:cxn ang="0">
                  <a:pos x="connsiteX11853" y="connsiteY11853"/>
                </a:cxn>
                <a:cxn ang="0">
                  <a:pos x="connsiteX11854" y="connsiteY11854"/>
                </a:cxn>
                <a:cxn ang="0">
                  <a:pos x="connsiteX11855" y="connsiteY11855"/>
                </a:cxn>
                <a:cxn ang="0">
                  <a:pos x="connsiteX11856" y="connsiteY11856"/>
                </a:cxn>
                <a:cxn ang="0">
                  <a:pos x="connsiteX11857" y="connsiteY11857"/>
                </a:cxn>
                <a:cxn ang="0">
                  <a:pos x="connsiteX11858" y="connsiteY11858"/>
                </a:cxn>
                <a:cxn ang="0">
                  <a:pos x="connsiteX11859" y="connsiteY11859"/>
                </a:cxn>
                <a:cxn ang="0">
                  <a:pos x="connsiteX11860" y="connsiteY11860"/>
                </a:cxn>
                <a:cxn ang="0">
                  <a:pos x="connsiteX11861" y="connsiteY11861"/>
                </a:cxn>
                <a:cxn ang="0">
                  <a:pos x="connsiteX11862" y="connsiteY11862"/>
                </a:cxn>
                <a:cxn ang="0">
                  <a:pos x="connsiteX11863" y="connsiteY11863"/>
                </a:cxn>
                <a:cxn ang="0">
                  <a:pos x="connsiteX11864" y="connsiteY11864"/>
                </a:cxn>
                <a:cxn ang="0">
                  <a:pos x="connsiteX11865" y="connsiteY11865"/>
                </a:cxn>
                <a:cxn ang="0">
                  <a:pos x="connsiteX11866" y="connsiteY11866"/>
                </a:cxn>
                <a:cxn ang="0">
                  <a:pos x="connsiteX11867" y="connsiteY11867"/>
                </a:cxn>
                <a:cxn ang="0">
                  <a:pos x="connsiteX11868" y="connsiteY11868"/>
                </a:cxn>
                <a:cxn ang="0">
                  <a:pos x="connsiteX11869" y="connsiteY11869"/>
                </a:cxn>
                <a:cxn ang="0">
                  <a:pos x="connsiteX11870" y="connsiteY11870"/>
                </a:cxn>
                <a:cxn ang="0">
                  <a:pos x="connsiteX11871" y="connsiteY11871"/>
                </a:cxn>
                <a:cxn ang="0">
                  <a:pos x="connsiteX11872" y="connsiteY11872"/>
                </a:cxn>
                <a:cxn ang="0">
                  <a:pos x="connsiteX11873" y="connsiteY11873"/>
                </a:cxn>
                <a:cxn ang="0">
                  <a:pos x="connsiteX11874" y="connsiteY11874"/>
                </a:cxn>
                <a:cxn ang="0">
                  <a:pos x="connsiteX11875" y="connsiteY11875"/>
                </a:cxn>
                <a:cxn ang="0">
                  <a:pos x="connsiteX11876" y="connsiteY11876"/>
                </a:cxn>
                <a:cxn ang="0">
                  <a:pos x="connsiteX11877" y="connsiteY11877"/>
                </a:cxn>
                <a:cxn ang="0">
                  <a:pos x="connsiteX11878" y="connsiteY11878"/>
                </a:cxn>
                <a:cxn ang="0">
                  <a:pos x="connsiteX11879" y="connsiteY11879"/>
                </a:cxn>
                <a:cxn ang="0">
                  <a:pos x="connsiteX11880" y="connsiteY11880"/>
                </a:cxn>
                <a:cxn ang="0">
                  <a:pos x="connsiteX11881" y="connsiteY11881"/>
                </a:cxn>
                <a:cxn ang="0">
                  <a:pos x="connsiteX11882" y="connsiteY11882"/>
                </a:cxn>
                <a:cxn ang="0">
                  <a:pos x="connsiteX11883" y="connsiteY11883"/>
                </a:cxn>
                <a:cxn ang="0">
                  <a:pos x="connsiteX11884" y="connsiteY11884"/>
                </a:cxn>
                <a:cxn ang="0">
                  <a:pos x="connsiteX11885" y="connsiteY11885"/>
                </a:cxn>
                <a:cxn ang="0">
                  <a:pos x="connsiteX11886" y="connsiteY11886"/>
                </a:cxn>
                <a:cxn ang="0">
                  <a:pos x="connsiteX11887" y="connsiteY11887"/>
                </a:cxn>
                <a:cxn ang="0">
                  <a:pos x="connsiteX11888" y="connsiteY11888"/>
                </a:cxn>
                <a:cxn ang="0">
                  <a:pos x="connsiteX11889" y="connsiteY11889"/>
                </a:cxn>
                <a:cxn ang="0">
                  <a:pos x="connsiteX11890" y="connsiteY11890"/>
                </a:cxn>
                <a:cxn ang="0">
                  <a:pos x="connsiteX11891" y="connsiteY11891"/>
                </a:cxn>
                <a:cxn ang="0">
                  <a:pos x="connsiteX11892" y="connsiteY11892"/>
                </a:cxn>
                <a:cxn ang="0">
                  <a:pos x="connsiteX11893" y="connsiteY11893"/>
                </a:cxn>
                <a:cxn ang="0">
                  <a:pos x="connsiteX11894" y="connsiteY11894"/>
                </a:cxn>
                <a:cxn ang="0">
                  <a:pos x="connsiteX11895" y="connsiteY11895"/>
                </a:cxn>
                <a:cxn ang="0">
                  <a:pos x="connsiteX11896" y="connsiteY11896"/>
                </a:cxn>
                <a:cxn ang="0">
                  <a:pos x="connsiteX11897" y="connsiteY11897"/>
                </a:cxn>
                <a:cxn ang="0">
                  <a:pos x="connsiteX11898" y="connsiteY11898"/>
                </a:cxn>
                <a:cxn ang="0">
                  <a:pos x="connsiteX11899" y="connsiteY11899"/>
                </a:cxn>
                <a:cxn ang="0">
                  <a:pos x="connsiteX11900" y="connsiteY11900"/>
                </a:cxn>
                <a:cxn ang="0">
                  <a:pos x="connsiteX11901" y="connsiteY11901"/>
                </a:cxn>
                <a:cxn ang="0">
                  <a:pos x="connsiteX11902" y="connsiteY11902"/>
                </a:cxn>
                <a:cxn ang="0">
                  <a:pos x="connsiteX11903" y="connsiteY11903"/>
                </a:cxn>
                <a:cxn ang="0">
                  <a:pos x="connsiteX11904" y="connsiteY11904"/>
                </a:cxn>
                <a:cxn ang="0">
                  <a:pos x="connsiteX11905" y="connsiteY11905"/>
                </a:cxn>
                <a:cxn ang="0">
                  <a:pos x="connsiteX11906" y="connsiteY11906"/>
                </a:cxn>
                <a:cxn ang="0">
                  <a:pos x="connsiteX11907" y="connsiteY11907"/>
                </a:cxn>
                <a:cxn ang="0">
                  <a:pos x="connsiteX11908" y="connsiteY11908"/>
                </a:cxn>
                <a:cxn ang="0">
                  <a:pos x="connsiteX11909" y="connsiteY11909"/>
                </a:cxn>
                <a:cxn ang="0">
                  <a:pos x="connsiteX11910" y="connsiteY11910"/>
                </a:cxn>
                <a:cxn ang="0">
                  <a:pos x="connsiteX11911" y="connsiteY11911"/>
                </a:cxn>
                <a:cxn ang="0">
                  <a:pos x="connsiteX11912" y="connsiteY11912"/>
                </a:cxn>
                <a:cxn ang="0">
                  <a:pos x="connsiteX11913" y="connsiteY11913"/>
                </a:cxn>
                <a:cxn ang="0">
                  <a:pos x="connsiteX11914" y="connsiteY11914"/>
                </a:cxn>
                <a:cxn ang="0">
                  <a:pos x="connsiteX11915" y="connsiteY11915"/>
                </a:cxn>
                <a:cxn ang="0">
                  <a:pos x="connsiteX11916" y="connsiteY11916"/>
                </a:cxn>
                <a:cxn ang="0">
                  <a:pos x="connsiteX11917" y="connsiteY11917"/>
                </a:cxn>
                <a:cxn ang="0">
                  <a:pos x="connsiteX11918" y="connsiteY11918"/>
                </a:cxn>
                <a:cxn ang="0">
                  <a:pos x="connsiteX11919" y="connsiteY11919"/>
                </a:cxn>
                <a:cxn ang="0">
                  <a:pos x="connsiteX11920" y="connsiteY11920"/>
                </a:cxn>
                <a:cxn ang="0">
                  <a:pos x="connsiteX11921" y="connsiteY11921"/>
                </a:cxn>
                <a:cxn ang="0">
                  <a:pos x="connsiteX11922" y="connsiteY11922"/>
                </a:cxn>
                <a:cxn ang="0">
                  <a:pos x="connsiteX11923" y="connsiteY11923"/>
                </a:cxn>
                <a:cxn ang="0">
                  <a:pos x="connsiteX11924" y="connsiteY11924"/>
                </a:cxn>
                <a:cxn ang="0">
                  <a:pos x="connsiteX11925" y="connsiteY11925"/>
                </a:cxn>
                <a:cxn ang="0">
                  <a:pos x="connsiteX11926" y="connsiteY11926"/>
                </a:cxn>
                <a:cxn ang="0">
                  <a:pos x="connsiteX11927" y="connsiteY11927"/>
                </a:cxn>
                <a:cxn ang="0">
                  <a:pos x="connsiteX11928" y="connsiteY11928"/>
                </a:cxn>
                <a:cxn ang="0">
                  <a:pos x="connsiteX11929" y="connsiteY11929"/>
                </a:cxn>
                <a:cxn ang="0">
                  <a:pos x="connsiteX11930" y="connsiteY11930"/>
                </a:cxn>
                <a:cxn ang="0">
                  <a:pos x="connsiteX11931" y="connsiteY11931"/>
                </a:cxn>
                <a:cxn ang="0">
                  <a:pos x="connsiteX11932" y="connsiteY11932"/>
                </a:cxn>
                <a:cxn ang="0">
                  <a:pos x="connsiteX11933" y="connsiteY11933"/>
                </a:cxn>
                <a:cxn ang="0">
                  <a:pos x="connsiteX11934" y="connsiteY11934"/>
                </a:cxn>
                <a:cxn ang="0">
                  <a:pos x="connsiteX11935" y="connsiteY11935"/>
                </a:cxn>
                <a:cxn ang="0">
                  <a:pos x="connsiteX11936" y="connsiteY11936"/>
                </a:cxn>
                <a:cxn ang="0">
                  <a:pos x="connsiteX11937" y="connsiteY11937"/>
                </a:cxn>
                <a:cxn ang="0">
                  <a:pos x="connsiteX11938" y="connsiteY11938"/>
                </a:cxn>
                <a:cxn ang="0">
                  <a:pos x="connsiteX11939" y="connsiteY11939"/>
                </a:cxn>
                <a:cxn ang="0">
                  <a:pos x="connsiteX11940" y="connsiteY11940"/>
                </a:cxn>
                <a:cxn ang="0">
                  <a:pos x="connsiteX11941" y="connsiteY11941"/>
                </a:cxn>
                <a:cxn ang="0">
                  <a:pos x="connsiteX11942" y="connsiteY11942"/>
                </a:cxn>
                <a:cxn ang="0">
                  <a:pos x="connsiteX11943" y="connsiteY11943"/>
                </a:cxn>
                <a:cxn ang="0">
                  <a:pos x="connsiteX11944" y="connsiteY11944"/>
                </a:cxn>
                <a:cxn ang="0">
                  <a:pos x="connsiteX11945" y="connsiteY11945"/>
                </a:cxn>
                <a:cxn ang="0">
                  <a:pos x="connsiteX11946" y="connsiteY11946"/>
                </a:cxn>
                <a:cxn ang="0">
                  <a:pos x="connsiteX11947" y="connsiteY11947"/>
                </a:cxn>
                <a:cxn ang="0">
                  <a:pos x="connsiteX11948" y="connsiteY11948"/>
                </a:cxn>
                <a:cxn ang="0">
                  <a:pos x="connsiteX11949" y="connsiteY11949"/>
                </a:cxn>
                <a:cxn ang="0">
                  <a:pos x="connsiteX11950" y="connsiteY11950"/>
                </a:cxn>
                <a:cxn ang="0">
                  <a:pos x="connsiteX11951" y="connsiteY11951"/>
                </a:cxn>
                <a:cxn ang="0">
                  <a:pos x="connsiteX11952" y="connsiteY11952"/>
                </a:cxn>
                <a:cxn ang="0">
                  <a:pos x="connsiteX11953" y="connsiteY11953"/>
                </a:cxn>
                <a:cxn ang="0">
                  <a:pos x="connsiteX11954" y="connsiteY11954"/>
                </a:cxn>
                <a:cxn ang="0">
                  <a:pos x="connsiteX11955" y="connsiteY11955"/>
                </a:cxn>
                <a:cxn ang="0">
                  <a:pos x="connsiteX11956" y="connsiteY11956"/>
                </a:cxn>
                <a:cxn ang="0">
                  <a:pos x="connsiteX11957" y="connsiteY11957"/>
                </a:cxn>
                <a:cxn ang="0">
                  <a:pos x="connsiteX11958" y="connsiteY11958"/>
                </a:cxn>
                <a:cxn ang="0">
                  <a:pos x="connsiteX11959" y="connsiteY11959"/>
                </a:cxn>
                <a:cxn ang="0">
                  <a:pos x="connsiteX11960" y="connsiteY11960"/>
                </a:cxn>
                <a:cxn ang="0">
                  <a:pos x="connsiteX11961" y="connsiteY11961"/>
                </a:cxn>
                <a:cxn ang="0">
                  <a:pos x="connsiteX11962" y="connsiteY11962"/>
                </a:cxn>
                <a:cxn ang="0">
                  <a:pos x="connsiteX11963" y="connsiteY11963"/>
                </a:cxn>
                <a:cxn ang="0">
                  <a:pos x="connsiteX11964" y="connsiteY11964"/>
                </a:cxn>
                <a:cxn ang="0">
                  <a:pos x="connsiteX11965" y="connsiteY11965"/>
                </a:cxn>
                <a:cxn ang="0">
                  <a:pos x="connsiteX11966" y="connsiteY11966"/>
                </a:cxn>
                <a:cxn ang="0">
                  <a:pos x="connsiteX11967" y="connsiteY11967"/>
                </a:cxn>
                <a:cxn ang="0">
                  <a:pos x="connsiteX11968" y="connsiteY11968"/>
                </a:cxn>
                <a:cxn ang="0">
                  <a:pos x="connsiteX11969" y="connsiteY11969"/>
                </a:cxn>
                <a:cxn ang="0">
                  <a:pos x="connsiteX11970" y="connsiteY11970"/>
                </a:cxn>
                <a:cxn ang="0">
                  <a:pos x="connsiteX11971" y="connsiteY11971"/>
                </a:cxn>
                <a:cxn ang="0">
                  <a:pos x="connsiteX11972" y="connsiteY11972"/>
                </a:cxn>
                <a:cxn ang="0">
                  <a:pos x="connsiteX11973" y="connsiteY11973"/>
                </a:cxn>
                <a:cxn ang="0">
                  <a:pos x="connsiteX11974" y="connsiteY11974"/>
                </a:cxn>
                <a:cxn ang="0">
                  <a:pos x="connsiteX11975" y="connsiteY11975"/>
                </a:cxn>
                <a:cxn ang="0">
                  <a:pos x="connsiteX11976" y="connsiteY11976"/>
                </a:cxn>
                <a:cxn ang="0">
                  <a:pos x="connsiteX11977" y="connsiteY11977"/>
                </a:cxn>
                <a:cxn ang="0">
                  <a:pos x="connsiteX11978" y="connsiteY11978"/>
                </a:cxn>
                <a:cxn ang="0">
                  <a:pos x="connsiteX11979" y="connsiteY11979"/>
                </a:cxn>
                <a:cxn ang="0">
                  <a:pos x="connsiteX11980" y="connsiteY11980"/>
                </a:cxn>
                <a:cxn ang="0">
                  <a:pos x="connsiteX11981" y="connsiteY11981"/>
                </a:cxn>
                <a:cxn ang="0">
                  <a:pos x="connsiteX11982" y="connsiteY11982"/>
                </a:cxn>
                <a:cxn ang="0">
                  <a:pos x="connsiteX11983" y="connsiteY11983"/>
                </a:cxn>
                <a:cxn ang="0">
                  <a:pos x="connsiteX11984" y="connsiteY11984"/>
                </a:cxn>
                <a:cxn ang="0">
                  <a:pos x="connsiteX11985" y="connsiteY11985"/>
                </a:cxn>
                <a:cxn ang="0">
                  <a:pos x="connsiteX11986" y="connsiteY11986"/>
                </a:cxn>
                <a:cxn ang="0">
                  <a:pos x="connsiteX11987" y="connsiteY11987"/>
                </a:cxn>
                <a:cxn ang="0">
                  <a:pos x="connsiteX11988" y="connsiteY11988"/>
                </a:cxn>
                <a:cxn ang="0">
                  <a:pos x="connsiteX11989" y="connsiteY11989"/>
                </a:cxn>
                <a:cxn ang="0">
                  <a:pos x="connsiteX11990" y="connsiteY11990"/>
                </a:cxn>
                <a:cxn ang="0">
                  <a:pos x="connsiteX11991" y="connsiteY11991"/>
                </a:cxn>
                <a:cxn ang="0">
                  <a:pos x="connsiteX11992" y="connsiteY11992"/>
                </a:cxn>
                <a:cxn ang="0">
                  <a:pos x="connsiteX11993" y="connsiteY11993"/>
                </a:cxn>
                <a:cxn ang="0">
                  <a:pos x="connsiteX11994" y="connsiteY11994"/>
                </a:cxn>
                <a:cxn ang="0">
                  <a:pos x="connsiteX11995" y="connsiteY11995"/>
                </a:cxn>
                <a:cxn ang="0">
                  <a:pos x="connsiteX11996" y="connsiteY11996"/>
                </a:cxn>
                <a:cxn ang="0">
                  <a:pos x="connsiteX11997" y="connsiteY11997"/>
                </a:cxn>
                <a:cxn ang="0">
                  <a:pos x="connsiteX11998" y="connsiteY11998"/>
                </a:cxn>
                <a:cxn ang="0">
                  <a:pos x="connsiteX11999" y="connsiteY11999"/>
                </a:cxn>
                <a:cxn ang="0">
                  <a:pos x="connsiteX12000" y="connsiteY12000"/>
                </a:cxn>
                <a:cxn ang="0">
                  <a:pos x="connsiteX12001" y="connsiteY12001"/>
                </a:cxn>
                <a:cxn ang="0">
                  <a:pos x="connsiteX12002" y="connsiteY12002"/>
                </a:cxn>
                <a:cxn ang="0">
                  <a:pos x="connsiteX12003" y="connsiteY12003"/>
                </a:cxn>
                <a:cxn ang="0">
                  <a:pos x="connsiteX12004" y="connsiteY12004"/>
                </a:cxn>
                <a:cxn ang="0">
                  <a:pos x="connsiteX12005" y="connsiteY12005"/>
                </a:cxn>
                <a:cxn ang="0">
                  <a:pos x="connsiteX12006" y="connsiteY12006"/>
                </a:cxn>
                <a:cxn ang="0">
                  <a:pos x="connsiteX12007" y="connsiteY12007"/>
                </a:cxn>
                <a:cxn ang="0">
                  <a:pos x="connsiteX12008" y="connsiteY12008"/>
                </a:cxn>
                <a:cxn ang="0">
                  <a:pos x="connsiteX12009" y="connsiteY12009"/>
                </a:cxn>
                <a:cxn ang="0">
                  <a:pos x="connsiteX12010" y="connsiteY12010"/>
                </a:cxn>
                <a:cxn ang="0">
                  <a:pos x="connsiteX12011" y="connsiteY12011"/>
                </a:cxn>
                <a:cxn ang="0">
                  <a:pos x="connsiteX12012" y="connsiteY12012"/>
                </a:cxn>
                <a:cxn ang="0">
                  <a:pos x="connsiteX12013" y="connsiteY12013"/>
                </a:cxn>
                <a:cxn ang="0">
                  <a:pos x="connsiteX12014" y="connsiteY12014"/>
                </a:cxn>
                <a:cxn ang="0">
                  <a:pos x="connsiteX12015" y="connsiteY12015"/>
                </a:cxn>
                <a:cxn ang="0">
                  <a:pos x="connsiteX12016" y="connsiteY12016"/>
                </a:cxn>
                <a:cxn ang="0">
                  <a:pos x="connsiteX12017" y="connsiteY12017"/>
                </a:cxn>
                <a:cxn ang="0">
                  <a:pos x="connsiteX12018" y="connsiteY12018"/>
                </a:cxn>
                <a:cxn ang="0">
                  <a:pos x="connsiteX12019" y="connsiteY12019"/>
                </a:cxn>
                <a:cxn ang="0">
                  <a:pos x="connsiteX12020" y="connsiteY12020"/>
                </a:cxn>
                <a:cxn ang="0">
                  <a:pos x="connsiteX12021" y="connsiteY12021"/>
                </a:cxn>
                <a:cxn ang="0">
                  <a:pos x="connsiteX12022" y="connsiteY12022"/>
                </a:cxn>
                <a:cxn ang="0">
                  <a:pos x="connsiteX12023" y="connsiteY12023"/>
                </a:cxn>
                <a:cxn ang="0">
                  <a:pos x="connsiteX12024" y="connsiteY12024"/>
                </a:cxn>
                <a:cxn ang="0">
                  <a:pos x="connsiteX12025" y="connsiteY12025"/>
                </a:cxn>
                <a:cxn ang="0">
                  <a:pos x="connsiteX12026" y="connsiteY12026"/>
                </a:cxn>
                <a:cxn ang="0">
                  <a:pos x="connsiteX12027" y="connsiteY12027"/>
                </a:cxn>
                <a:cxn ang="0">
                  <a:pos x="connsiteX12028" y="connsiteY12028"/>
                </a:cxn>
                <a:cxn ang="0">
                  <a:pos x="connsiteX12029" y="connsiteY12029"/>
                </a:cxn>
                <a:cxn ang="0">
                  <a:pos x="connsiteX12030" y="connsiteY12030"/>
                </a:cxn>
                <a:cxn ang="0">
                  <a:pos x="connsiteX12031" y="connsiteY12031"/>
                </a:cxn>
                <a:cxn ang="0">
                  <a:pos x="connsiteX12032" y="connsiteY12032"/>
                </a:cxn>
                <a:cxn ang="0">
                  <a:pos x="connsiteX12033" y="connsiteY12033"/>
                </a:cxn>
                <a:cxn ang="0">
                  <a:pos x="connsiteX12034" y="connsiteY12034"/>
                </a:cxn>
                <a:cxn ang="0">
                  <a:pos x="connsiteX12035" y="connsiteY12035"/>
                </a:cxn>
                <a:cxn ang="0">
                  <a:pos x="connsiteX12036" y="connsiteY12036"/>
                </a:cxn>
                <a:cxn ang="0">
                  <a:pos x="connsiteX12037" y="connsiteY12037"/>
                </a:cxn>
                <a:cxn ang="0">
                  <a:pos x="connsiteX12038" y="connsiteY12038"/>
                </a:cxn>
                <a:cxn ang="0">
                  <a:pos x="connsiteX12039" y="connsiteY12039"/>
                </a:cxn>
                <a:cxn ang="0">
                  <a:pos x="connsiteX12040" y="connsiteY12040"/>
                </a:cxn>
                <a:cxn ang="0">
                  <a:pos x="connsiteX12041" y="connsiteY12041"/>
                </a:cxn>
                <a:cxn ang="0">
                  <a:pos x="connsiteX12042" y="connsiteY12042"/>
                </a:cxn>
                <a:cxn ang="0">
                  <a:pos x="connsiteX12043" y="connsiteY12043"/>
                </a:cxn>
                <a:cxn ang="0">
                  <a:pos x="connsiteX12044" y="connsiteY12044"/>
                </a:cxn>
                <a:cxn ang="0">
                  <a:pos x="connsiteX12045" y="connsiteY12045"/>
                </a:cxn>
                <a:cxn ang="0">
                  <a:pos x="connsiteX12046" y="connsiteY12046"/>
                </a:cxn>
                <a:cxn ang="0">
                  <a:pos x="connsiteX12047" y="connsiteY12047"/>
                </a:cxn>
                <a:cxn ang="0">
                  <a:pos x="connsiteX12048" y="connsiteY12048"/>
                </a:cxn>
                <a:cxn ang="0">
                  <a:pos x="connsiteX12049" y="connsiteY12049"/>
                </a:cxn>
                <a:cxn ang="0">
                  <a:pos x="connsiteX12050" y="connsiteY12050"/>
                </a:cxn>
                <a:cxn ang="0">
                  <a:pos x="connsiteX12051" y="connsiteY12051"/>
                </a:cxn>
                <a:cxn ang="0">
                  <a:pos x="connsiteX12052" y="connsiteY12052"/>
                </a:cxn>
                <a:cxn ang="0">
                  <a:pos x="connsiteX12053" y="connsiteY12053"/>
                </a:cxn>
                <a:cxn ang="0">
                  <a:pos x="connsiteX12054" y="connsiteY12054"/>
                </a:cxn>
                <a:cxn ang="0">
                  <a:pos x="connsiteX12055" y="connsiteY12055"/>
                </a:cxn>
                <a:cxn ang="0">
                  <a:pos x="connsiteX12056" y="connsiteY12056"/>
                </a:cxn>
                <a:cxn ang="0">
                  <a:pos x="connsiteX12057" y="connsiteY12057"/>
                </a:cxn>
                <a:cxn ang="0">
                  <a:pos x="connsiteX12058" y="connsiteY12058"/>
                </a:cxn>
                <a:cxn ang="0">
                  <a:pos x="connsiteX12059" y="connsiteY12059"/>
                </a:cxn>
                <a:cxn ang="0">
                  <a:pos x="connsiteX12060" y="connsiteY12060"/>
                </a:cxn>
                <a:cxn ang="0">
                  <a:pos x="connsiteX12061" y="connsiteY12061"/>
                </a:cxn>
                <a:cxn ang="0">
                  <a:pos x="connsiteX12062" y="connsiteY12062"/>
                </a:cxn>
                <a:cxn ang="0">
                  <a:pos x="connsiteX12063" y="connsiteY12063"/>
                </a:cxn>
                <a:cxn ang="0">
                  <a:pos x="connsiteX12064" y="connsiteY12064"/>
                </a:cxn>
                <a:cxn ang="0">
                  <a:pos x="connsiteX12065" y="connsiteY12065"/>
                </a:cxn>
                <a:cxn ang="0">
                  <a:pos x="connsiteX12066" y="connsiteY12066"/>
                </a:cxn>
                <a:cxn ang="0">
                  <a:pos x="connsiteX12067" y="connsiteY12067"/>
                </a:cxn>
                <a:cxn ang="0">
                  <a:pos x="connsiteX12068" y="connsiteY12068"/>
                </a:cxn>
                <a:cxn ang="0">
                  <a:pos x="connsiteX12069" y="connsiteY12069"/>
                </a:cxn>
                <a:cxn ang="0">
                  <a:pos x="connsiteX12070" y="connsiteY12070"/>
                </a:cxn>
                <a:cxn ang="0">
                  <a:pos x="connsiteX12071" y="connsiteY12071"/>
                </a:cxn>
                <a:cxn ang="0">
                  <a:pos x="connsiteX12072" y="connsiteY12072"/>
                </a:cxn>
                <a:cxn ang="0">
                  <a:pos x="connsiteX12073" y="connsiteY12073"/>
                </a:cxn>
                <a:cxn ang="0">
                  <a:pos x="connsiteX12074" y="connsiteY12074"/>
                </a:cxn>
                <a:cxn ang="0">
                  <a:pos x="connsiteX12075" y="connsiteY12075"/>
                </a:cxn>
                <a:cxn ang="0">
                  <a:pos x="connsiteX12076" y="connsiteY12076"/>
                </a:cxn>
                <a:cxn ang="0">
                  <a:pos x="connsiteX12077" y="connsiteY12077"/>
                </a:cxn>
                <a:cxn ang="0">
                  <a:pos x="connsiteX12078" y="connsiteY12078"/>
                </a:cxn>
                <a:cxn ang="0">
                  <a:pos x="connsiteX12079" y="connsiteY12079"/>
                </a:cxn>
                <a:cxn ang="0">
                  <a:pos x="connsiteX12080" y="connsiteY12080"/>
                </a:cxn>
                <a:cxn ang="0">
                  <a:pos x="connsiteX12081" y="connsiteY12081"/>
                </a:cxn>
                <a:cxn ang="0">
                  <a:pos x="connsiteX12082" y="connsiteY12082"/>
                </a:cxn>
                <a:cxn ang="0">
                  <a:pos x="connsiteX12083" y="connsiteY12083"/>
                </a:cxn>
                <a:cxn ang="0">
                  <a:pos x="connsiteX12084" y="connsiteY12084"/>
                </a:cxn>
                <a:cxn ang="0">
                  <a:pos x="connsiteX12085" y="connsiteY12085"/>
                </a:cxn>
                <a:cxn ang="0">
                  <a:pos x="connsiteX12086" y="connsiteY12086"/>
                </a:cxn>
                <a:cxn ang="0">
                  <a:pos x="connsiteX12087" y="connsiteY12087"/>
                </a:cxn>
                <a:cxn ang="0">
                  <a:pos x="connsiteX12088" y="connsiteY12088"/>
                </a:cxn>
                <a:cxn ang="0">
                  <a:pos x="connsiteX12089" y="connsiteY12089"/>
                </a:cxn>
                <a:cxn ang="0">
                  <a:pos x="connsiteX12090" y="connsiteY12090"/>
                </a:cxn>
                <a:cxn ang="0">
                  <a:pos x="connsiteX12091" y="connsiteY12091"/>
                </a:cxn>
                <a:cxn ang="0">
                  <a:pos x="connsiteX12092" y="connsiteY12092"/>
                </a:cxn>
                <a:cxn ang="0">
                  <a:pos x="connsiteX12093" y="connsiteY12093"/>
                </a:cxn>
                <a:cxn ang="0">
                  <a:pos x="connsiteX12094" y="connsiteY12094"/>
                </a:cxn>
                <a:cxn ang="0">
                  <a:pos x="connsiteX12095" y="connsiteY12095"/>
                </a:cxn>
                <a:cxn ang="0">
                  <a:pos x="connsiteX12096" y="connsiteY12096"/>
                </a:cxn>
                <a:cxn ang="0">
                  <a:pos x="connsiteX12097" y="connsiteY12097"/>
                </a:cxn>
                <a:cxn ang="0">
                  <a:pos x="connsiteX12098" y="connsiteY12098"/>
                </a:cxn>
                <a:cxn ang="0">
                  <a:pos x="connsiteX12099" y="connsiteY12099"/>
                </a:cxn>
                <a:cxn ang="0">
                  <a:pos x="connsiteX12100" y="connsiteY12100"/>
                </a:cxn>
                <a:cxn ang="0">
                  <a:pos x="connsiteX12101" y="connsiteY12101"/>
                </a:cxn>
                <a:cxn ang="0">
                  <a:pos x="connsiteX12102" y="connsiteY12102"/>
                </a:cxn>
                <a:cxn ang="0">
                  <a:pos x="connsiteX12103" y="connsiteY12103"/>
                </a:cxn>
                <a:cxn ang="0">
                  <a:pos x="connsiteX12104" y="connsiteY12104"/>
                </a:cxn>
                <a:cxn ang="0">
                  <a:pos x="connsiteX12105" y="connsiteY12105"/>
                </a:cxn>
                <a:cxn ang="0">
                  <a:pos x="connsiteX12106" y="connsiteY12106"/>
                </a:cxn>
                <a:cxn ang="0">
                  <a:pos x="connsiteX12107" y="connsiteY12107"/>
                </a:cxn>
                <a:cxn ang="0">
                  <a:pos x="connsiteX12108" y="connsiteY12108"/>
                </a:cxn>
                <a:cxn ang="0">
                  <a:pos x="connsiteX12109" y="connsiteY12109"/>
                </a:cxn>
                <a:cxn ang="0">
                  <a:pos x="connsiteX12110" y="connsiteY12110"/>
                </a:cxn>
                <a:cxn ang="0">
                  <a:pos x="connsiteX12111" y="connsiteY12111"/>
                </a:cxn>
                <a:cxn ang="0">
                  <a:pos x="connsiteX12112" y="connsiteY12112"/>
                </a:cxn>
                <a:cxn ang="0">
                  <a:pos x="connsiteX12113" y="connsiteY12113"/>
                </a:cxn>
                <a:cxn ang="0">
                  <a:pos x="connsiteX12114" y="connsiteY12114"/>
                </a:cxn>
                <a:cxn ang="0">
                  <a:pos x="connsiteX12115" y="connsiteY12115"/>
                </a:cxn>
                <a:cxn ang="0">
                  <a:pos x="connsiteX12116" y="connsiteY12116"/>
                </a:cxn>
                <a:cxn ang="0">
                  <a:pos x="connsiteX12117" y="connsiteY12117"/>
                </a:cxn>
                <a:cxn ang="0">
                  <a:pos x="connsiteX12118" y="connsiteY12118"/>
                </a:cxn>
                <a:cxn ang="0">
                  <a:pos x="connsiteX12119" y="connsiteY12119"/>
                </a:cxn>
                <a:cxn ang="0">
                  <a:pos x="connsiteX12120" y="connsiteY12120"/>
                </a:cxn>
                <a:cxn ang="0">
                  <a:pos x="connsiteX12121" y="connsiteY12121"/>
                </a:cxn>
                <a:cxn ang="0">
                  <a:pos x="connsiteX12122" y="connsiteY12122"/>
                </a:cxn>
                <a:cxn ang="0">
                  <a:pos x="connsiteX12123" y="connsiteY12123"/>
                </a:cxn>
                <a:cxn ang="0">
                  <a:pos x="connsiteX12124" y="connsiteY12124"/>
                </a:cxn>
                <a:cxn ang="0">
                  <a:pos x="connsiteX12125" y="connsiteY12125"/>
                </a:cxn>
                <a:cxn ang="0">
                  <a:pos x="connsiteX12126" y="connsiteY12126"/>
                </a:cxn>
                <a:cxn ang="0">
                  <a:pos x="connsiteX12127" y="connsiteY12127"/>
                </a:cxn>
                <a:cxn ang="0">
                  <a:pos x="connsiteX12128" y="connsiteY12128"/>
                </a:cxn>
                <a:cxn ang="0">
                  <a:pos x="connsiteX12129" y="connsiteY12129"/>
                </a:cxn>
                <a:cxn ang="0">
                  <a:pos x="connsiteX12130" y="connsiteY12130"/>
                </a:cxn>
                <a:cxn ang="0">
                  <a:pos x="connsiteX12131" y="connsiteY12131"/>
                </a:cxn>
                <a:cxn ang="0">
                  <a:pos x="connsiteX12132" y="connsiteY12132"/>
                </a:cxn>
                <a:cxn ang="0">
                  <a:pos x="connsiteX12133" y="connsiteY12133"/>
                </a:cxn>
                <a:cxn ang="0">
                  <a:pos x="connsiteX12134" y="connsiteY12134"/>
                </a:cxn>
                <a:cxn ang="0">
                  <a:pos x="connsiteX12135" y="connsiteY12135"/>
                </a:cxn>
                <a:cxn ang="0">
                  <a:pos x="connsiteX12136" y="connsiteY12136"/>
                </a:cxn>
                <a:cxn ang="0">
                  <a:pos x="connsiteX12137" y="connsiteY12137"/>
                </a:cxn>
                <a:cxn ang="0">
                  <a:pos x="connsiteX12138" y="connsiteY12138"/>
                </a:cxn>
                <a:cxn ang="0">
                  <a:pos x="connsiteX12139" y="connsiteY12139"/>
                </a:cxn>
                <a:cxn ang="0">
                  <a:pos x="connsiteX12140" y="connsiteY12140"/>
                </a:cxn>
                <a:cxn ang="0">
                  <a:pos x="connsiteX12141" y="connsiteY12141"/>
                </a:cxn>
                <a:cxn ang="0">
                  <a:pos x="connsiteX12142" y="connsiteY12142"/>
                </a:cxn>
                <a:cxn ang="0">
                  <a:pos x="connsiteX12143" y="connsiteY12143"/>
                </a:cxn>
                <a:cxn ang="0">
                  <a:pos x="connsiteX12144" y="connsiteY12144"/>
                </a:cxn>
                <a:cxn ang="0">
                  <a:pos x="connsiteX12145" y="connsiteY12145"/>
                </a:cxn>
                <a:cxn ang="0">
                  <a:pos x="connsiteX12146" y="connsiteY12146"/>
                </a:cxn>
                <a:cxn ang="0">
                  <a:pos x="connsiteX12147" y="connsiteY12147"/>
                </a:cxn>
                <a:cxn ang="0">
                  <a:pos x="connsiteX12148" y="connsiteY12148"/>
                </a:cxn>
                <a:cxn ang="0">
                  <a:pos x="connsiteX12149" y="connsiteY12149"/>
                </a:cxn>
                <a:cxn ang="0">
                  <a:pos x="connsiteX12150" y="connsiteY12150"/>
                </a:cxn>
                <a:cxn ang="0">
                  <a:pos x="connsiteX12151" y="connsiteY12151"/>
                </a:cxn>
                <a:cxn ang="0">
                  <a:pos x="connsiteX12152" y="connsiteY12152"/>
                </a:cxn>
                <a:cxn ang="0">
                  <a:pos x="connsiteX12153" y="connsiteY12153"/>
                </a:cxn>
                <a:cxn ang="0">
                  <a:pos x="connsiteX12154" y="connsiteY12154"/>
                </a:cxn>
                <a:cxn ang="0">
                  <a:pos x="connsiteX12155" y="connsiteY12155"/>
                </a:cxn>
                <a:cxn ang="0">
                  <a:pos x="connsiteX12156" y="connsiteY12156"/>
                </a:cxn>
                <a:cxn ang="0">
                  <a:pos x="connsiteX12157" y="connsiteY12157"/>
                </a:cxn>
                <a:cxn ang="0">
                  <a:pos x="connsiteX12158" y="connsiteY12158"/>
                </a:cxn>
                <a:cxn ang="0">
                  <a:pos x="connsiteX12159" y="connsiteY12159"/>
                </a:cxn>
                <a:cxn ang="0">
                  <a:pos x="connsiteX12160" y="connsiteY12160"/>
                </a:cxn>
                <a:cxn ang="0">
                  <a:pos x="connsiteX12161" y="connsiteY12161"/>
                </a:cxn>
                <a:cxn ang="0">
                  <a:pos x="connsiteX12162" y="connsiteY12162"/>
                </a:cxn>
                <a:cxn ang="0">
                  <a:pos x="connsiteX12163" y="connsiteY12163"/>
                </a:cxn>
                <a:cxn ang="0">
                  <a:pos x="connsiteX12164" y="connsiteY12164"/>
                </a:cxn>
                <a:cxn ang="0">
                  <a:pos x="connsiteX12165" y="connsiteY12165"/>
                </a:cxn>
                <a:cxn ang="0">
                  <a:pos x="connsiteX12166" y="connsiteY12166"/>
                </a:cxn>
                <a:cxn ang="0">
                  <a:pos x="connsiteX12167" y="connsiteY12167"/>
                </a:cxn>
                <a:cxn ang="0">
                  <a:pos x="connsiteX12168" y="connsiteY12168"/>
                </a:cxn>
                <a:cxn ang="0">
                  <a:pos x="connsiteX12169" y="connsiteY12169"/>
                </a:cxn>
                <a:cxn ang="0">
                  <a:pos x="connsiteX12170" y="connsiteY12170"/>
                </a:cxn>
                <a:cxn ang="0">
                  <a:pos x="connsiteX12171" y="connsiteY12171"/>
                </a:cxn>
                <a:cxn ang="0">
                  <a:pos x="connsiteX12172" y="connsiteY12172"/>
                </a:cxn>
                <a:cxn ang="0">
                  <a:pos x="connsiteX12173" y="connsiteY12173"/>
                </a:cxn>
                <a:cxn ang="0">
                  <a:pos x="connsiteX12174" y="connsiteY12174"/>
                </a:cxn>
                <a:cxn ang="0">
                  <a:pos x="connsiteX12175" y="connsiteY12175"/>
                </a:cxn>
                <a:cxn ang="0">
                  <a:pos x="connsiteX12176" y="connsiteY12176"/>
                </a:cxn>
                <a:cxn ang="0">
                  <a:pos x="connsiteX12177" y="connsiteY12177"/>
                </a:cxn>
                <a:cxn ang="0">
                  <a:pos x="connsiteX12178" y="connsiteY12178"/>
                </a:cxn>
                <a:cxn ang="0">
                  <a:pos x="connsiteX12179" y="connsiteY12179"/>
                </a:cxn>
                <a:cxn ang="0">
                  <a:pos x="connsiteX12180" y="connsiteY12180"/>
                </a:cxn>
                <a:cxn ang="0">
                  <a:pos x="connsiteX12181" y="connsiteY12181"/>
                </a:cxn>
                <a:cxn ang="0">
                  <a:pos x="connsiteX12182" y="connsiteY12182"/>
                </a:cxn>
                <a:cxn ang="0">
                  <a:pos x="connsiteX12183" y="connsiteY12183"/>
                </a:cxn>
                <a:cxn ang="0">
                  <a:pos x="connsiteX12184" y="connsiteY12184"/>
                </a:cxn>
                <a:cxn ang="0">
                  <a:pos x="connsiteX12185" y="connsiteY12185"/>
                </a:cxn>
                <a:cxn ang="0">
                  <a:pos x="connsiteX12186" y="connsiteY12186"/>
                </a:cxn>
                <a:cxn ang="0">
                  <a:pos x="connsiteX12187" y="connsiteY12187"/>
                </a:cxn>
                <a:cxn ang="0">
                  <a:pos x="connsiteX12188" y="connsiteY12188"/>
                </a:cxn>
                <a:cxn ang="0">
                  <a:pos x="connsiteX12189" y="connsiteY12189"/>
                </a:cxn>
                <a:cxn ang="0">
                  <a:pos x="connsiteX12190" y="connsiteY12190"/>
                </a:cxn>
                <a:cxn ang="0">
                  <a:pos x="connsiteX12191" y="connsiteY12191"/>
                </a:cxn>
                <a:cxn ang="0">
                  <a:pos x="connsiteX12192" y="connsiteY12192"/>
                </a:cxn>
                <a:cxn ang="0">
                  <a:pos x="connsiteX12193" y="connsiteY12193"/>
                </a:cxn>
                <a:cxn ang="0">
                  <a:pos x="connsiteX12194" y="connsiteY12194"/>
                </a:cxn>
                <a:cxn ang="0">
                  <a:pos x="connsiteX12195" y="connsiteY12195"/>
                </a:cxn>
                <a:cxn ang="0">
                  <a:pos x="connsiteX12196" y="connsiteY12196"/>
                </a:cxn>
                <a:cxn ang="0">
                  <a:pos x="connsiteX12197" y="connsiteY12197"/>
                </a:cxn>
                <a:cxn ang="0">
                  <a:pos x="connsiteX12198" y="connsiteY12198"/>
                </a:cxn>
                <a:cxn ang="0">
                  <a:pos x="connsiteX12199" y="connsiteY12199"/>
                </a:cxn>
                <a:cxn ang="0">
                  <a:pos x="connsiteX12200" y="connsiteY12200"/>
                </a:cxn>
                <a:cxn ang="0">
                  <a:pos x="connsiteX12201" y="connsiteY12201"/>
                </a:cxn>
                <a:cxn ang="0">
                  <a:pos x="connsiteX12202" y="connsiteY12202"/>
                </a:cxn>
                <a:cxn ang="0">
                  <a:pos x="connsiteX12203" y="connsiteY12203"/>
                </a:cxn>
                <a:cxn ang="0">
                  <a:pos x="connsiteX12204" y="connsiteY12204"/>
                </a:cxn>
                <a:cxn ang="0">
                  <a:pos x="connsiteX12205" y="connsiteY12205"/>
                </a:cxn>
                <a:cxn ang="0">
                  <a:pos x="connsiteX12206" y="connsiteY12206"/>
                </a:cxn>
                <a:cxn ang="0">
                  <a:pos x="connsiteX12207" y="connsiteY12207"/>
                </a:cxn>
                <a:cxn ang="0">
                  <a:pos x="connsiteX12208" y="connsiteY12208"/>
                </a:cxn>
                <a:cxn ang="0">
                  <a:pos x="connsiteX12209" y="connsiteY12209"/>
                </a:cxn>
                <a:cxn ang="0">
                  <a:pos x="connsiteX12210" y="connsiteY12210"/>
                </a:cxn>
                <a:cxn ang="0">
                  <a:pos x="connsiteX12211" y="connsiteY12211"/>
                </a:cxn>
                <a:cxn ang="0">
                  <a:pos x="connsiteX12212" y="connsiteY12212"/>
                </a:cxn>
                <a:cxn ang="0">
                  <a:pos x="connsiteX12213" y="connsiteY12213"/>
                </a:cxn>
                <a:cxn ang="0">
                  <a:pos x="connsiteX12214" y="connsiteY12214"/>
                </a:cxn>
                <a:cxn ang="0">
                  <a:pos x="connsiteX12215" y="connsiteY12215"/>
                </a:cxn>
                <a:cxn ang="0">
                  <a:pos x="connsiteX12216" y="connsiteY12216"/>
                </a:cxn>
                <a:cxn ang="0">
                  <a:pos x="connsiteX12217" y="connsiteY12217"/>
                </a:cxn>
                <a:cxn ang="0">
                  <a:pos x="connsiteX12218" y="connsiteY12218"/>
                </a:cxn>
                <a:cxn ang="0">
                  <a:pos x="connsiteX12219" y="connsiteY12219"/>
                </a:cxn>
                <a:cxn ang="0">
                  <a:pos x="connsiteX12220" y="connsiteY12220"/>
                </a:cxn>
                <a:cxn ang="0">
                  <a:pos x="connsiteX12221" y="connsiteY12221"/>
                </a:cxn>
                <a:cxn ang="0">
                  <a:pos x="connsiteX12222" y="connsiteY12222"/>
                </a:cxn>
                <a:cxn ang="0">
                  <a:pos x="connsiteX12223" y="connsiteY12223"/>
                </a:cxn>
                <a:cxn ang="0">
                  <a:pos x="connsiteX12224" y="connsiteY12224"/>
                </a:cxn>
                <a:cxn ang="0">
                  <a:pos x="connsiteX12225" y="connsiteY12225"/>
                </a:cxn>
                <a:cxn ang="0">
                  <a:pos x="connsiteX12226" y="connsiteY12226"/>
                </a:cxn>
                <a:cxn ang="0">
                  <a:pos x="connsiteX12227" y="connsiteY12227"/>
                </a:cxn>
                <a:cxn ang="0">
                  <a:pos x="connsiteX12228" y="connsiteY12228"/>
                </a:cxn>
                <a:cxn ang="0">
                  <a:pos x="connsiteX12229" y="connsiteY12229"/>
                </a:cxn>
                <a:cxn ang="0">
                  <a:pos x="connsiteX12230" y="connsiteY12230"/>
                </a:cxn>
                <a:cxn ang="0">
                  <a:pos x="connsiteX12231" y="connsiteY12231"/>
                </a:cxn>
                <a:cxn ang="0">
                  <a:pos x="connsiteX12232" y="connsiteY12232"/>
                </a:cxn>
                <a:cxn ang="0">
                  <a:pos x="connsiteX12233" y="connsiteY12233"/>
                </a:cxn>
                <a:cxn ang="0">
                  <a:pos x="connsiteX12234" y="connsiteY12234"/>
                </a:cxn>
                <a:cxn ang="0">
                  <a:pos x="connsiteX12235" y="connsiteY12235"/>
                </a:cxn>
                <a:cxn ang="0">
                  <a:pos x="connsiteX12236" y="connsiteY12236"/>
                </a:cxn>
                <a:cxn ang="0">
                  <a:pos x="connsiteX12237" y="connsiteY12237"/>
                </a:cxn>
                <a:cxn ang="0">
                  <a:pos x="connsiteX12238" y="connsiteY12238"/>
                </a:cxn>
                <a:cxn ang="0">
                  <a:pos x="connsiteX12239" y="connsiteY12239"/>
                </a:cxn>
                <a:cxn ang="0">
                  <a:pos x="connsiteX12240" y="connsiteY12240"/>
                </a:cxn>
                <a:cxn ang="0">
                  <a:pos x="connsiteX12241" y="connsiteY12241"/>
                </a:cxn>
                <a:cxn ang="0">
                  <a:pos x="connsiteX12242" y="connsiteY12242"/>
                </a:cxn>
                <a:cxn ang="0">
                  <a:pos x="connsiteX12243" y="connsiteY12243"/>
                </a:cxn>
                <a:cxn ang="0">
                  <a:pos x="connsiteX12244" y="connsiteY12244"/>
                </a:cxn>
                <a:cxn ang="0">
                  <a:pos x="connsiteX12245" y="connsiteY12245"/>
                </a:cxn>
                <a:cxn ang="0">
                  <a:pos x="connsiteX12246" y="connsiteY12246"/>
                </a:cxn>
                <a:cxn ang="0">
                  <a:pos x="connsiteX12247" y="connsiteY12247"/>
                </a:cxn>
                <a:cxn ang="0">
                  <a:pos x="connsiteX12248" y="connsiteY12248"/>
                </a:cxn>
                <a:cxn ang="0">
                  <a:pos x="connsiteX12249" y="connsiteY12249"/>
                </a:cxn>
                <a:cxn ang="0">
                  <a:pos x="connsiteX12250" y="connsiteY12250"/>
                </a:cxn>
                <a:cxn ang="0">
                  <a:pos x="connsiteX12251" y="connsiteY12251"/>
                </a:cxn>
                <a:cxn ang="0">
                  <a:pos x="connsiteX12252" y="connsiteY12252"/>
                </a:cxn>
                <a:cxn ang="0">
                  <a:pos x="connsiteX12253" y="connsiteY12253"/>
                </a:cxn>
                <a:cxn ang="0">
                  <a:pos x="connsiteX12254" y="connsiteY12254"/>
                </a:cxn>
                <a:cxn ang="0">
                  <a:pos x="connsiteX12255" y="connsiteY12255"/>
                </a:cxn>
                <a:cxn ang="0">
                  <a:pos x="connsiteX12256" y="connsiteY12256"/>
                </a:cxn>
                <a:cxn ang="0">
                  <a:pos x="connsiteX12257" y="connsiteY12257"/>
                </a:cxn>
                <a:cxn ang="0">
                  <a:pos x="connsiteX12258" y="connsiteY12258"/>
                </a:cxn>
                <a:cxn ang="0">
                  <a:pos x="connsiteX12259" y="connsiteY12259"/>
                </a:cxn>
                <a:cxn ang="0">
                  <a:pos x="connsiteX12260" y="connsiteY12260"/>
                </a:cxn>
                <a:cxn ang="0">
                  <a:pos x="connsiteX12261" y="connsiteY12261"/>
                </a:cxn>
                <a:cxn ang="0">
                  <a:pos x="connsiteX12262" y="connsiteY12262"/>
                </a:cxn>
                <a:cxn ang="0">
                  <a:pos x="connsiteX12263" y="connsiteY12263"/>
                </a:cxn>
                <a:cxn ang="0">
                  <a:pos x="connsiteX12264" y="connsiteY12264"/>
                </a:cxn>
                <a:cxn ang="0">
                  <a:pos x="connsiteX12265" y="connsiteY12265"/>
                </a:cxn>
                <a:cxn ang="0">
                  <a:pos x="connsiteX12266" y="connsiteY12266"/>
                </a:cxn>
                <a:cxn ang="0">
                  <a:pos x="connsiteX12267" y="connsiteY12267"/>
                </a:cxn>
                <a:cxn ang="0">
                  <a:pos x="connsiteX12268" y="connsiteY12268"/>
                </a:cxn>
                <a:cxn ang="0">
                  <a:pos x="connsiteX12269" y="connsiteY12269"/>
                </a:cxn>
                <a:cxn ang="0">
                  <a:pos x="connsiteX12270" y="connsiteY12270"/>
                </a:cxn>
                <a:cxn ang="0">
                  <a:pos x="connsiteX12271" y="connsiteY12271"/>
                </a:cxn>
                <a:cxn ang="0">
                  <a:pos x="connsiteX12272" y="connsiteY12272"/>
                </a:cxn>
                <a:cxn ang="0">
                  <a:pos x="connsiteX12273" y="connsiteY12273"/>
                </a:cxn>
                <a:cxn ang="0">
                  <a:pos x="connsiteX12274" y="connsiteY12274"/>
                </a:cxn>
                <a:cxn ang="0">
                  <a:pos x="connsiteX12275" y="connsiteY12275"/>
                </a:cxn>
                <a:cxn ang="0">
                  <a:pos x="connsiteX12276" y="connsiteY12276"/>
                </a:cxn>
                <a:cxn ang="0">
                  <a:pos x="connsiteX12277" y="connsiteY12277"/>
                </a:cxn>
                <a:cxn ang="0">
                  <a:pos x="connsiteX12278" y="connsiteY12278"/>
                </a:cxn>
                <a:cxn ang="0">
                  <a:pos x="connsiteX12279" y="connsiteY12279"/>
                </a:cxn>
                <a:cxn ang="0">
                  <a:pos x="connsiteX12280" y="connsiteY12280"/>
                </a:cxn>
                <a:cxn ang="0">
                  <a:pos x="connsiteX12281" y="connsiteY12281"/>
                </a:cxn>
                <a:cxn ang="0">
                  <a:pos x="connsiteX12282" y="connsiteY12282"/>
                </a:cxn>
                <a:cxn ang="0">
                  <a:pos x="connsiteX12283" y="connsiteY12283"/>
                </a:cxn>
                <a:cxn ang="0">
                  <a:pos x="connsiteX12284" y="connsiteY12284"/>
                </a:cxn>
                <a:cxn ang="0">
                  <a:pos x="connsiteX12285" y="connsiteY12285"/>
                </a:cxn>
                <a:cxn ang="0">
                  <a:pos x="connsiteX12286" y="connsiteY12286"/>
                </a:cxn>
                <a:cxn ang="0">
                  <a:pos x="connsiteX12287" y="connsiteY12287"/>
                </a:cxn>
                <a:cxn ang="0">
                  <a:pos x="connsiteX12288" y="connsiteY12288"/>
                </a:cxn>
                <a:cxn ang="0">
                  <a:pos x="connsiteX12289" y="connsiteY12289"/>
                </a:cxn>
                <a:cxn ang="0">
                  <a:pos x="connsiteX12290" y="connsiteY12290"/>
                </a:cxn>
                <a:cxn ang="0">
                  <a:pos x="connsiteX12291" y="connsiteY12291"/>
                </a:cxn>
                <a:cxn ang="0">
                  <a:pos x="connsiteX12292" y="connsiteY12292"/>
                </a:cxn>
                <a:cxn ang="0">
                  <a:pos x="connsiteX12293" y="connsiteY12293"/>
                </a:cxn>
                <a:cxn ang="0">
                  <a:pos x="connsiteX12294" y="connsiteY12294"/>
                </a:cxn>
                <a:cxn ang="0">
                  <a:pos x="connsiteX12295" y="connsiteY12295"/>
                </a:cxn>
                <a:cxn ang="0">
                  <a:pos x="connsiteX12296" y="connsiteY12296"/>
                </a:cxn>
                <a:cxn ang="0">
                  <a:pos x="connsiteX12297" y="connsiteY12297"/>
                </a:cxn>
                <a:cxn ang="0">
                  <a:pos x="connsiteX12298" y="connsiteY12298"/>
                </a:cxn>
                <a:cxn ang="0">
                  <a:pos x="connsiteX12299" y="connsiteY12299"/>
                </a:cxn>
                <a:cxn ang="0">
                  <a:pos x="connsiteX12300" y="connsiteY12300"/>
                </a:cxn>
                <a:cxn ang="0">
                  <a:pos x="connsiteX12301" y="connsiteY12301"/>
                </a:cxn>
                <a:cxn ang="0">
                  <a:pos x="connsiteX12302" y="connsiteY12302"/>
                </a:cxn>
                <a:cxn ang="0">
                  <a:pos x="connsiteX12303" y="connsiteY12303"/>
                </a:cxn>
                <a:cxn ang="0">
                  <a:pos x="connsiteX12304" y="connsiteY12304"/>
                </a:cxn>
                <a:cxn ang="0">
                  <a:pos x="connsiteX12305" y="connsiteY12305"/>
                </a:cxn>
                <a:cxn ang="0">
                  <a:pos x="connsiteX12306" y="connsiteY12306"/>
                </a:cxn>
                <a:cxn ang="0">
                  <a:pos x="connsiteX12307" y="connsiteY12307"/>
                </a:cxn>
                <a:cxn ang="0">
                  <a:pos x="connsiteX12308" y="connsiteY12308"/>
                </a:cxn>
                <a:cxn ang="0">
                  <a:pos x="connsiteX12309" y="connsiteY12309"/>
                </a:cxn>
                <a:cxn ang="0">
                  <a:pos x="connsiteX12310" y="connsiteY12310"/>
                </a:cxn>
                <a:cxn ang="0">
                  <a:pos x="connsiteX12311" y="connsiteY12311"/>
                </a:cxn>
                <a:cxn ang="0">
                  <a:pos x="connsiteX12312" y="connsiteY12312"/>
                </a:cxn>
                <a:cxn ang="0">
                  <a:pos x="connsiteX12313" y="connsiteY12313"/>
                </a:cxn>
                <a:cxn ang="0">
                  <a:pos x="connsiteX12314" y="connsiteY12314"/>
                </a:cxn>
                <a:cxn ang="0">
                  <a:pos x="connsiteX12315" y="connsiteY12315"/>
                </a:cxn>
                <a:cxn ang="0">
                  <a:pos x="connsiteX12316" y="connsiteY12316"/>
                </a:cxn>
                <a:cxn ang="0">
                  <a:pos x="connsiteX12317" y="connsiteY12317"/>
                </a:cxn>
                <a:cxn ang="0">
                  <a:pos x="connsiteX12318" y="connsiteY12318"/>
                </a:cxn>
                <a:cxn ang="0">
                  <a:pos x="connsiteX12319" y="connsiteY12319"/>
                </a:cxn>
                <a:cxn ang="0">
                  <a:pos x="connsiteX12320" y="connsiteY12320"/>
                </a:cxn>
                <a:cxn ang="0">
                  <a:pos x="connsiteX12321" y="connsiteY12321"/>
                </a:cxn>
                <a:cxn ang="0">
                  <a:pos x="connsiteX12322" y="connsiteY12322"/>
                </a:cxn>
                <a:cxn ang="0">
                  <a:pos x="connsiteX12323" y="connsiteY12323"/>
                </a:cxn>
                <a:cxn ang="0">
                  <a:pos x="connsiteX12324" y="connsiteY12324"/>
                </a:cxn>
                <a:cxn ang="0">
                  <a:pos x="connsiteX12325" y="connsiteY12325"/>
                </a:cxn>
                <a:cxn ang="0">
                  <a:pos x="connsiteX12326" y="connsiteY12326"/>
                </a:cxn>
                <a:cxn ang="0">
                  <a:pos x="connsiteX12327" y="connsiteY12327"/>
                </a:cxn>
                <a:cxn ang="0">
                  <a:pos x="connsiteX12328" y="connsiteY12328"/>
                </a:cxn>
                <a:cxn ang="0">
                  <a:pos x="connsiteX12329" y="connsiteY12329"/>
                </a:cxn>
                <a:cxn ang="0">
                  <a:pos x="connsiteX12330" y="connsiteY12330"/>
                </a:cxn>
                <a:cxn ang="0">
                  <a:pos x="connsiteX12331" y="connsiteY12331"/>
                </a:cxn>
                <a:cxn ang="0">
                  <a:pos x="connsiteX12332" y="connsiteY12332"/>
                </a:cxn>
                <a:cxn ang="0">
                  <a:pos x="connsiteX12333" y="connsiteY12333"/>
                </a:cxn>
                <a:cxn ang="0">
                  <a:pos x="connsiteX12334" y="connsiteY12334"/>
                </a:cxn>
                <a:cxn ang="0">
                  <a:pos x="connsiteX12335" y="connsiteY12335"/>
                </a:cxn>
                <a:cxn ang="0">
                  <a:pos x="connsiteX12336" y="connsiteY12336"/>
                </a:cxn>
                <a:cxn ang="0">
                  <a:pos x="connsiteX12337" y="connsiteY12337"/>
                </a:cxn>
                <a:cxn ang="0">
                  <a:pos x="connsiteX12338" y="connsiteY12338"/>
                </a:cxn>
                <a:cxn ang="0">
                  <a:pos x="connsiteX12339" y="connsiteY12339"/>
                </a:cxn>
                <a:cxn ang="0">
                  <a:pos x="connsiteX12340" y="connsiteY12340"/>
                </a:cxn>
                <a:cxn ang="0">
                  <a:pos x="connsiteX12341" y="connsiteY12341"/>
                </a:cxn>
                <a:cxn ang="0">
                  <a:pos x="connsiteX12342" y="connsiteY12342"/>
                </a:cxn>
                <a:cxn ang="0">
                  <a:pos x="connsiteX12343" y="connsiteY12343"/>
                </a:cxn>
                <a:cxn ang="0">
                  <a:pos x="connsiteX12344" y="connsiteY12344"/>
                </a:cxn>
                <a:cxn ang="0">
                  <a:pos x="connsiteX12345" y="connsiteY12345"/>
                </a:cxn>
                <a:cxn ang="0">
                  <a:pos x="connsiteX12346" y="connsiteY12346"/>
                </a:cxn>
                <a:cxn ang="0">
                  <a:pos x="connsiteX12347" y="connsiteY12347"/>
                </a:cxn>
                <a:cxn ang="0">
                  <a:pos x="connsiteX12348" y="connsiteY12348"/>
                </a:cxn>
                <a:cxn ang="0">
                  <a:pos x="connsiteX12349" y="connsiteY12349"/>
                </a:cxn>
                <a:cxn ang="0">
                  <a:pos x="connsiteX12350" y="connsiteY12350"/>
                </a:cxn>
                <a:cxn ang="0">
                  <a:pos x="connsiteX12351" y="connsiteY12351"/>
                </a:cxn>
                <a:cxn ang="0">
                  <a:pos x="connsiteX12352" y="connsiteY12352"/>
                </a:cxn>
                <a:cxn ang="0">
                  <a:pos x="connsiteX12353" y="connsiteY12353"/>
                </a:cxn>
                <a:cxn ang="0">
                  <a:pos x="connsiteX12354" y="connsiteY12354"/>
                </a:cxn>
                <a:cxn ang="0">
                  <a:pos x="connsiteX12355" y="connsiteY12355"/>
                </a:cxn>
                <a:cxn ang="0">
                  <a:pos x="connsiteX12356" y="connsiteY12356"/>
                </a:cxn>
                <a:cxn ang="0">
                  <a:pos x="connsiteX12357" y="connsiteY12357"/>
                </a:cxn>
                <a:cxn ang="0">
                  <a:pos x="connsiteX12358" y="connsiteY12358"/>
                </a:cxn>
                <a:cxn ang="0">
                  <a:pos x="connsiteX12359" y="connsiteY12359"/>
                </a:cxn>
                <a:cxn ang="0">
                  <a:pos x="connsiteX12360" y="connsiteY12360"/>
                </a:cxn>
                <a:cxn ang="0">
                  <a:pos x="connsiteX12361" y="connsiteY12361"/>
                </a:cxn>
                <a:cxn ang="0">
                  <a:pos x="connsiteX12362" y="connsiteY12362"/>
                </a:cxn>
                <a:cxn ang="0">
                  <a:pos x="connsiteX12363" y="connsiteY12363"/>
                </a:cxn>
                <a:cxn ang="0">
                  <a:pos x="connsiteX12364" y="connsiteY12364"/>
                </a:cxn>
                <a:cxn ang="0">
                  <a:pos x="connsiteX12365" y="connsiteY12365"/>
                </a:cxn>
                <a:cxn ang="0">
                  <a:pos x="connsiteX12366" y="connsiteY12366"/>
                </a:cxn>
                <a:cxn ang="0">
                  <a:pos x="connsiteX12367" y="connsiteY12367"/>
                </a:cxn>
                <a:cxn ang="0">
                  <a:pos x="connsiteX12368" y="connsiteY12368"/>
                </a:cxn>
                <a:cxn ang="0">
                  <a:pos x="connsiteX12369" y="connsiteY12369"/>
                </a:cxn>
                <a:cxn ang="0">
                  <a:pos x="connsiteX12370" y="connsiteY12370"/>
                </a:cxn>
                <a:cxn ang="0">
                  <a:pos x="connsiteX12371" y="connsiteY12371"/>
                </a:cxn>
                <a:cxn ang="0">
                  <a:pos x="connsiteX12372" y="connsiteY12372"/>
                </a:cxn>
                <a:cxn ang="0">
                  <a:pos x="connsiteX12373" y="connsiteY12373"/>
                </a:cxn>
                <a:cxn ang="0">
                  <a:pos x="connsiteX12374" y="connsiteY12374"/>
                </a:cxn>
                <a:cxn ang="0">
                  <a:pos x="connsiteX12375" y="connsiteY12375"/>
                </a:cxn>
                <a:cxn ang="0">
                  <a:pos x="connsiteX12376" y="connsiteY12376"/>
                </a:cxn>
                <a:cxn ang="0">
                  <a:pos x="connsiteX12377" y="connsiteY12377"/>
                </a:cxn>
                <a:cxn ang="0">
                  <a:pos x="connsiteX12378" y="connsiteY12378"/>
                </a:cxn>
                <a:cxn ang="0">
                  <a:pos x="connsiteX12379" y="connsiteY12379"/>
                </a:cxn>
                <a:cxn ang="0">
                  <a:pos x="connsiteX12380" y="connsiteY12380"/>
                </a:cxn>
                <a:cxn ang="0">
                  <a:pos x="connsiteX12381" y="connsiteY12381"/>
                </a:cxn>
                <a:cxn ang="0">
                  <a:pos x="connsiteX12382" y="connsiteY12382"/>
                </a:cxn>
                <a:cxn ang="0">
                  <a:pos x="connsiteX12383" y="connsiteY12383"/>
                </a:cxn>
                <a:cxn ang="0">
                  <a:pos x="connsiteX12384" y="connsiteY12384"/>
                </a:cxn>
                <a:cxn ang="0">
                  <a:pos x="connsiteX12385" y="connsiteY12385"/>
                </a:cxn>
                <a:cxn ang="0">
                  <a:pos x="connsiteX12386" y="connsiteY12386"/>
                </a:cxn>
                <a:cxn ang="0">
                  <a:pos x="connsiteX12387" y="connsiteY12387"/>
                </a:cxn>
                <a:cxn ang="0">
                  <a:pos x="connsiteX12388" y="connsiteY12388"/>
                </a:cxn>
                <a:cxn ang="0">
                  <a:pos x="connsiteX12389" y="connsiteY12389"/>
                </a:cxn>
                <a:cxn ang="0">
                  <a:pos x="connsiteX12390" y="connsiteY12390"/>
                </a:cxn>
                <a:cxn ang="0">
                  <a:pos x="connsiteX12391" y="connsiteY12391"/>
                </a:cxn>
                <a:cxn ang="0">
                  <a:pos x="connsiteX12392" y="connsiteY12392"/>
                </a:cxn>
                <a:cxn ang="0">
                  <a:pos x="connsiteX12393" y="connsiteY12393"/>
                </a:cxn>
                <a:cxn ang="0">
                  <a:pos x="connsiteX12394" y="connsiteY12394"/>
                </a:cxn>
                <a:cxn ang="0">
                  <a:pos x="connsiteX12395" y="connsiteY12395"/>
                </a:cxn>
                <a:cxn ang="0">
                  <a:pos x="connsiteX12396" y="connsiteY12396"/>
                </a:cxn>
                <a:cxn ang="0">
                  <a:pos x="connsiteX12397" y="connsiteY12397"/>
                </a:cxn>
                <a:cxn ang="0">
                  <a:pos x="connsiteX12398" y="connsiteY12398"/>
                </a:cxn>
                <a:cxn ang="0">
                  <a:pos x="connsiteX12399" y="connsiteY12399"/>
                </a:cxn>
                <a:cxn ang="0">
                  <a:pos x="connsiteX12400" y="connsiteY12400"/>
                </a:cxn>
                <a:cxn ang="0">
                  <a:pos x="connsiteX12401" y="connsiteY12401"/>
                </a:cxn>
                <a:cxn ang="0">
                  <a:pos x="connsiteX12402" y="connsiteY12402"/>
                </a:cxn>
                <a:cxn ang="0">
                  <a:pos x="connsiteX12403" y="connsiteY12403"/>
                </a:cxn>
                <a:cxn ang="0">
                  <a:pos x="connsiteX12404" y="connsiteY12404"/>
                </a:cxn>
                <a:cxn ang="0">
                  <a:pos x="connsiteX12405" y="connsiteY12405"/>
                </a:cxn>
                <a:cxn ang="0">
                  <a:pos x="connsiteX12406" y="connsiteY12406"/>
                </a:cxn>
                <a:cxn ang="0">
                  <a:pos x="connsiteX12407" y="connsiteY12407"/>
                </a:cxn>
                <a:cxn ang="0">
                  <a:pos x="connsiteX12408" y="connsiteY12408"/>
                </a:cxn>
                <a:cxn ang="0">
                  <a:pos x="connsiteX12409" y="connsiteY12409"/>
                </a:cxn>
                <a:cxn ang="0">
                  <a:pos x="connsiteX12410" y="connsiteY12410"/>
                </a:cxn>
                <a:cxn ang="0">
                  <a:pos x="connsiteX12411" y="connsiteY12411"/>
                </a:cxn>
                <a:cxn ang="0">
                  <a:pos x="connsiteX12412" y="connsiteY12412"/>
                </a:cxn>
                <a:cxn ang="0">
                  <a:pos x="connsiteX12413" y="connsiteY12413"/>
                </a:cxn>
                <a:cxn ang="0">
                  <a:pos x="connsiteX12414" y="connsiteY12414"/>
                </a:cxn>
                <a:cxn ang="0">
                  <a:pos x="connsiteX12415" y="connsiteY12415"/>
                </a:cxn>
                <a:cxn ang="0">
                  <a:pos x="connsiteX12416" y="connsiteY12416"/>
                </a:cxn>
                <a:cxn ang="0">
                  <a:pos x="connsiteX12417" y="connsiteY12417"/>
                </a:cxn>
                <a:cxn ang="0">
                  <a:pos x="connsiteX12418" y="connsiteY12418"/>
                </a:cxn>
                <a:cxn ang="0">
                  <a:pos x="connsiteX12419" y="connsiteY12419"/>
                </a:cxn>
                <a:cxn ang="0">
                  <a:pos x="connsiteX12420" y="connsiteY12420"/>
                </a:cxn>
                <a:cxn ang="0">
                  <a:pos x="connsiteX12421" y="connsiteY12421"/>
                </a:cxn>
                <a:cxn ang="0">
                  <a:pos x="connsiteX12422" y="connsiteY12422"/>
                </a:cxn>
                <a:cxn ang="0">
                  <a:pos x="connsiteX12423" y="connsiteY12423"/>
                </a:cxn>
                <a:cxn ang="0">
                  <a:pos x="connsiteX12424" y="connsiteY12424"/>
                </a:cxn>
                <a:cxn ang="0">
                  <a:pos x="connsiteX12425" y="connsiteY12425"/>
                </a:cxn>
                <a:cxn ang="0">
                  <a:pos x="connsiteX12426" y="connsiteY12426"/>
                </a:cxn>
                <a:cxn ang="0">
                  <a:pos x="connsiteX12427" y="connsiteY12427"/>
                </a:cxn>
                <a:cxn ang="0">
                  <a:pos x="connsiteX12428" y="connsiteY12428"/>
                </a:cxn>
                <a:cxn ang="0">
                  <a:pos x="connsiteX12429" y="connsiteY12429"/>
                </a:cxn>
                <a:cxn ang="0">
                  <a:pos x="connsiteX12430" y="connsiteY12430"/>
                </a:cxn>
                <a:cxn ang="0">
                  <a:pos x="connsiteX12431" y="connsiteY12431"/>
                </a:cxn>
                <a:cxn ang="0">
                  <a:pos x="connsiteX12432" y="connsiteY12432"/>
                </a:cxn>
                <a:cxn ang="0">
                  <a:pos x="connsiteX12433" y="connsiteY12433"/>
                </a:cxn>
                <a:cxn ang="0">
                  <a:pos x="connsiteX12434" y="connsiteY12434"/>
                </a:cxn>
                <a:cxn ang="0">
                  <a:pos x="connsiteX12435" y="connsiteY12435"/>
                </a:cxn>
                <a:cxn ang="0">
                  <a:pos x="connsiteX12436" y="connsiteY12436"/>
                </a:cxn>
                <a:cxn ang="0">
                  <a:pos x="connsiteX12437" y="connsiteY12437"/>
                </a:cxn>
                <a:cxn ang="0">
                  <a:pos x="connsiteX12438" y="connsiteY12438"/>
                </a:cxn>
                <a:cxn ang="0">
                  <a:pos x="connsiteX12439" y="connsiteY12439"/>
                </a:cxn>
                <a:cxn ang="0">
                  <a:pos x="connsiteX12440" y="connsiteY12440"/>
                </a:cxn>
                <a:cxn ang="0">
                  <a:pos x="connsiteX12441" y="connsiteY12441"/>
                </a:cxn>
                <a:cxn ang="0">
                  <a:pos x="connsiteX12442" y="connsiteY12442"/>
                </a:cxn>
                <a:cxn ang="0">
                  <a:pos x="connsiteX12443" y="connsiteY12443"/>
                </a:cxn>
                <a:cxn ang="0">
                  <a:pos x="connsiteX12444" y="connsiteY12444"/>
                </a:cxn>
                <a:cxn ang="0">
                  <a:pos x="connsiteX12445" y="connsiteY12445"/>
                </a:cxn>
                <a:cxn ang="0">
                  <a:pos x="connsiteX12446" y="connsiteY12446"/>
                </a:cxn>
                <a:cxn ang="0">
                  <a:pos x="connsiteX12447" y="connsiteY12447"/>
                </a:cxn>
                <a:cxn ang="0">
                  <a:pos x="connsiteX12448" y="connsiteY12448"/>
                </a:cxn>
                <a:cxn ang="0">
                  <a:pos x="connsiteX12449" y="connsiteY12449"/>
                </a:cxn>
                <a:cxn ang="0">
                  <a:pos x="connsiteX12450" y="connsiteY12450"/>
                </a:cxn>
                <a:cxn ang="0">
                  <a:pos x="connsiteX12451" y="connsiteY12451"/>
                </a:cxn>
                <a:cxn ang="0">
                  <a:pos x="connsiteX12452" y="connsiteY12452"/>
                </a:cxn>
                <a:cxn ang="0">
                  <a:pos x="connsiteX12453" y="connsiteY12453"/>
                </a:cxn>
                <a:cxn ang="0">
                  <a:pos x="connsiteX12454" y="connsiteY12454"/>
                </a:cxn>
                <a:cxn ang="0">
                  <a:pos x="connsiteX12455" y="connsiteY12455"/>
                </a:cxn>
                <a:cxn ang="0">
                  <a:pos x="connsiteX12456" y="connsiteY12456"/>
                </a:cxn>
                <a:cxn ang="0">
                  <a:pos x="connsiteX12457" y="connsiteY12457"/>
                </a:cxn>
                <a:cxn ang="0">
                  <a:pos x="connsiteX12458" y="connsiteY12458"/>
                </a:cxn>
                <a:cxn ang="0">
                  <a:pos x="connsiteX12459" y="connsiteY12459"/>
                </a:cxn>
                <a:cxn ang="0">
                  <a:pos x="connsiteX12460" y="connsiteY12460"/>
                </a:cxn>
                <a:cxn ang="0">
                  <a:pos x="connsiteX12461" y="connsiteY12461"/>
                </a:cxn>
                <a:cxn ang="0">
                  <a:pos x="connsiteX12462" y="connsiteY12462"/>
                </a:cxn>
                <a:cxn ang="0">
                  <a:pos x="connsiteX12463" y="connsiteY12463"/>
                </a:cxn>
                <a:cxn ang="0">
                  <a:pos x="connsiteX12464" y="connsiteY12464"/>
                </a:cxn>
                <a:cxn ang="0">
                  <a:pos x="connsiteX12465" y="connsiteY12465"/>
                </a:cxn>
                <a:cxn ang="0">
                  <a:pos x="connsiteX12466" y="connsiteY12466"/>
                </a:cxn>
                <a:cxn ang="0">
                  <a:pos x="connsiteX12467" y="connsiteY12467"/>
                </a:cxn>
                <a:cxn ang="0">
                  <a:pos x="connsiteX12468" y="connsiteY12468"/>
                </a:cxn>
                <a:cxn ang="0">
                  <a:pos x="connsiteX12469" y="connsiteY12469"/>
                </a:cxn>
                <a:cxn ang="0">
                  <a:pos x="connsiteX12470" y="connsiteY12470"/>
                </a:cxn>
                <a:cxn ang="0">
                  <a:pos x="connsiteX12471" y="connsiteY12471"/>
                </a:cxn>
                <a:cxn ang="0">
                  <a:pos x="connsiteX12472" y="connsiteY12472"/>
                </a:cxn>
                <a:cxn ang="0">
                  <a:pos x="connsiteX12473" y="connsiteY12473"/>
                </a:cxn>
                <a:cxn ang="0">
                  <a:pos x="connsiteX12474" y="connsiteY12474"/>
                </a:cxn>
                <a:cxn ang="0">
                  <a:pos x="connsiteX12475" y="connsiteY12475"/>
                </a:cxn>
                <a:cxn ang="0">
                  <a:pos x="connsiteX12476" y="connsiteY12476"/>
                </a:cxn>
                <a:cxn ang="0">
                  <a:pos x="connsiteX12477" y="connsiteY12477"/>
                </a:cxn>
                <a:cxn ang="0">
                  <a:pos x="connsiteX12478" y="connsiteY12478"/>
                </a:cxn>
                <a:cxn ang="0">
                  <a:pos x="connsiteX12479" y="connsiteY12479"/>
                </a:cxn>
                <a:cxn ang="0">
                  <a:pos x="connsiteX12480" y="connsiteY12480"/>
                </a:cxn>
                <a:cxn ang="0">
                  <a:pos x="connsiteX12481" y="connsiteY12481"/>
                </a:cxn>
                <a:cxn ang="0">
                  <a:pos x="connsiteX12482" y="connsiteY12482"/>
                </a:cxn>
                <a:cxn ang="0">
                  <a:pos x="connsiteX12483" y="connsiteY12483"/>
                </a:cxn>
                <a:cxn ang="0">
                  <a:pos x="connsiteX12484" y="connsiteY12484"/>
                </a:cxn>
                <a:cxn ang="0">
                  <a:pos x="connsiteX12485" y="connsiteY12485"/>
                </a:cxn>
                <a:cxn ang="0">
                  <a:pos x="connsiteX12486" y="connsiteY12486"/>
                </a:cxn>
                <a:cxn ang="0">
                  <a:pos x="connsiteX12487" y="connsiteY12487"/>
                </a:cxn>
                <a:cxn ang="0">
                  <a:pos x="connsiteX12488" y="connsiteY12488"/>
                </a:cxn>
                <a:cxn ang="0">
                  <a:pos x="connsiteX12489" y="connsiteY12489"/>
                </a:cxn>
                <a:cxn ang="0">
                  <a:pos x="connsiteX12490" y="connsiteY12490"/>
                </a:cxn>
                <a:cxn ang="0">
                  <a:pos x="connsiteX12491" y="connsiteY12491"/>
                </a:cxn>
                <a:cxn ang="0">
                  <a:pos x="connsiteX12492" y="connsiteY12492"/>
                </a:cxn>
                <a:cxn ang="0">
                  <a:pos x="connsiteX12493" y="connsiteY12493"/>
                </a:cxn>
                <a:cxn ang="0">
                  <a:pos x="connsiteX12494" y="connsiteY12494"/>
                </a:cxn>
                <a:cxn ang="0">
                  <a:pos x="connsiteX12495" y="connsiteY12495"/>
                </a:cxn>
                <a:cxn ang="0">
                  <a:pos x="connsiteX12496" y="connsiteY12496"/>
                </a:cxn>
                <a:cxn ang="0">
                  <a:pos x="connsiteX12497" y="connsiteY12497"/>
                </a:cxn>
                <a:cxn ang="0">
                  <a:pos x="connsiteX12498" y="connsiteY12498"/>
                </a:cxn>
                <a:cxn ang="0">
                  <a:pos x="connsiteX12499" y="connsiteY12499"/>
                </a:cxn>
                <a:cxn ang="0">
                  <a:pos x="connsiteX12500" y="connsiteY12500"/>
                </a:cxn>
                <a:cxn ang="0">
                  <a:pos x="connsiteX12501" y="connsiteY12501"/>
                </a:cxn>
                <a:cxn ang="0">
                  <a:pos x="connsiteX12502" y="connsiteY12502"/>
                </a:cxn>
                <a:cxn ang="0">
                  <a:pos x="connsiteX12503" y="connsiteY12503"/>
                </a:cxn>
                <a:cxn ang="0">
                  <a:pos x="connsiteX12504" y="connsiteY12504"/>
                </a:cxn>
                <a:cxn ang="0">
                  <a:pos x="connsiteX12505" y="connsiteY12505"/>
                </a:cxn>
                <a:cxn ang="0">
                  <a:pos x="connsiteX12506" y="connsiteY12506"/>
                </a:cxn>
                <a:cxn ang="0">
                  <a:pos x="connsiteX12507" y="connsiteY12507"/>
                </a:cxn>
                <a:cxn ang="0">
                  <a:pos x="connsiteX12508" y="connsiteY12508"/>
                </a:cxn>
                <a:cxn ang="0">
                  <a:pos x="connsiteX12509" y="connsiteY12509"/>
                </a:cxn>
                <a:cxn ang="0">
                  <a:pos x="connsiteX12510" y="connsiteY12510"/>
                </a:cxn>
                <a:cxn ang="0">
                  <a:pos x="connsiteX12511" y="connsiteY12511"/>
                </a:cxn>
                <a:cxn ang="0">
                  <a:pos x="connsiteX12512" y="connsiteY12512"/>
                </a:cxn>
                <a:cxn ang="0">
                  <a:pos x="connsiteX12513" y="connsiteY12513"/>
                </a:cxn>
                <a:cxn ang="0">
                  <a:pos x="connsiteX12514" y="connsiteY12514"/>
                </a:cxn>
                <a:cxn ang="0">
                  <a:pos x="connsiteX12515" y="connsiteY12515"/>
                </a:cxn>
                <a:cxn ang="0">
                  <a:pos x="connsiteX12516" y="connsiteY12516"/>
                </a:cxn>
                <a:cxn ang="0">
                  <a:pos x="connsiteX12517" y="connsiteY12517"/>
                </a:cxn>
                <a:cxn ang="0">
                  <a:pos x="connsiteX12518" y="connsiteY12518"/>
                </a:cxn>
                <a:cxn ang="0">
                  <a:pos x="connsiteX12519" y="connsiteY12519"/>
                </a:cxn>
                <a:cxn ang="0">
                  <a:pos x="connsiteX12520" y="connsiteY12520"/>
                </a:cxn>
                <a:cxn ang="0">
                  <a:pos x="connsiteX12521" y="connsiteY12521"/>
                </a:cxn>
                <a:cxn ang="0">
                  <a:pos x="connsiteX12522" y="connsiteY12522"/>
                </a:cxn>
                <a:cxn ang="0">
                  <a:pos x="connsiteX12523" y="connsiteY12523"/>
                </a:cxn>
                <a:cxn ang="0">
                  <a:pos x="connsiteX12524" y="connsiteY12524"/>
                </a:cxn>
                <a:cxn ang="0">
                  <a:pos x="connsiteX12525" y="connsiteY12525"/>
                </a:cxn>
                <a:cxn ang="0">
                  <a:pos x="connsiteX12526" y="connsiteY12526"/>
                </a:cxn>
                <a:cxn ang="0">
                  <a:pos x="connsiteX12527" y="connsiteY12527"/>
                </a:cxn>
                <a:cxn ang="0">
                  <a:pos x="connsiteX12528" y="connsiteY12528"/>
                </a:cxn>
                <a:cxn ang="0">
                  <a:pos x="connsiteX12529" y="connsiteY12529"/>
                </a:cxn>
                <a:cxn ang="0">
                  <a:pos x="connsiteX12530" y="connsiteY12530"/>
                </a:cxn>
                <a:cxn ang="0">
                  <a:pos x="connsiteX12531" y="connsiteY12531"/>
                </a:cxn>
                <a:cxn ang="0">
                  <a:pos x="connsiteX12532" y="connsiteY12532"/>
                </a:cxn>
                <a:cxn ang="0">
                  <a:pos x="connsiteX12533" y="connsiteY12533"/>
                </a:cxn>
                <a:cxn ang="0">
                  <a:pos x="connsiteX12534" y="connsiteY12534"/>
                </a:cxn>
                <a:cxn ang="0">
                  <a:pos x="connsiteX12535" y="connsiteY12535"/>
                </a:cxn>
                <a:cxn ang="0">
                  <a:pos x="connsiteX12536" y="connsiteY12536"/>
                </a:cxn>
                <a:cxn ang="0">
                  <a:pos x="connsiteX12537" y="connsiteY12537"/>
                </a:cxn>
                <a:cxn ang="0">
                  <a:pos x="connsiteX12538" y="connsiteY12538"/>
                </a:cxn>
                <a:cxn ang="0">
                  <a:pos x="connsiteX12539" y="connsiteY12539"/>
                </a:cxn>
                <a:cxn ang="0">
                  <a:pos x="connsiteX12540" y="connsiteY12540"/>
                </a:cxn>
                <a:cxn ang="0">
                  <a:pos x="connsiteX12541" y="connsiteY12541"/>
                </a:cxn>
                <a:cxn ang="0">
                  <a:pos x="connsiteX12542" y="connsiteY12542"/>
                </a:cxn>
                <a:cxn ang="0">
                  <a:pos x="connsiteX12543" y="connsiteY12543"/>
                </a:cxn>
                <a:cxn ang="0">
                  <a:pos x="connsiteX12544" y="connsiteY12544"/>
                </a:cxn>
                <a:cxn ang="0">
                  <a:pos x="connsiteX12545" y="connsiteY12545"/>
                </a:cxn>
                <a:cxn ang="0">
                  <a:pos x="connsiteX12546" y="connsiteY12546"/>
                </a:cxn>
                <a:cxn ang="0">
                  <a:pos x="connsiteX12547" y="connsiteY12547"/>
                </a:cxn>
                <a:cxn ang="0">
                  <a:pos x="connsiteX12548" y="connsiteY12548"/>
                </a:cxn>
                <a:cxn ang="0">
                  <a:pos x="connsiteX12549" y="connsiteY12549"/>
                </a:cxn>
                <a:cxn ang="0">
                  <a:pos x="connsiteX12550" y="connsiteY12550"/>
                </a:cxn>
                <a:cxn ang="0">
                  <a:pos x="connsiteX12551" y="connsiteY12551"/>
                </a:cxn>
                <a:cxn ang="0">
                  <a:pos x="connsiteX12552" y="connsiteY12552"/>
                </a:cxn>
                <a:cxn ang="0">
                  <a:pos x="connsiteX12553" y="connsiteY12553"/>
                </a:cxn>
                <a:cxn ang="0">
                  <a:pos x="connsiteX12554" y="connsiteY12554"/>
                </a:cxn>
                <a:cxn ang="0">
                  <a:pos x="connsiteX12555" y="connsiteY12555"/>
                </a:cxn>
                <a:cxn ang="0">
                  <a:pos x="connsiteX12556" y="connsiteY12556"/>
                </a:cxn>
                <a:cxn ang="0">
                  <a:pos x="connsiteX12557" y="connsiteY12557"/>
                </a:cxn>
                <a:cxn ang="0">
                  <a:pos x="connsiteX12558" y="connsiteY12558"/>
                </a:cxn>
                <a:cxn ang="0">
                  <a:pos x="connsiteX12559" y="connsiteY12559"/>
                </a:cxn>
                <a:cxn ang="0">
                  <a:pos x="connsiteX12560" y="connsiteY12560"/>
                </a:cxn>
                <a:cxn ang="0">
                  <a:pos x="connsiteX12561" y="connsiteY12561"/>
                </a:cxn>
                <a:cxn ang="0">
                  <a:pos x="connsiteX12562" y="connsiteY12562"/>
                </a:cxn>
                <a:cxn ang="0">
                  <a:pos x="connsiteX12563" y="connsiteY12563"/>
                </a:cxn>
                <a:cxn ang="0">
                  <a:pos x="connsiteX12564" y="connsiteY12564"/>
                </a:cxn>
                <a:cxn ang="0">
                  <a:pos x="connsiteX12565" y="connsiteY12565"/>
                </a:cxn>
                <a:cxn ang="0">
                  <a:pos x="connsiteX12566" y="connsiteY12566"/>
                </a:cxn>
                <a:cxn ang="0">
                  <a:pos x="connsiteX12567" y="connsiteY12567"/>
                </a:cxn>
                <a:cxn ang="0">
                  <a:pos x="connsiteX12568" y="connsiteY12568"/>
                </a:cxn>
                <a:cxn ang="0">
                  <a:pos x="connsiteX12569" y="connsiteY12569"/>
                </a:cxn>
                <a:cxn ang="0">
                  <a:pos x="connsiteX12570" y="connsiteY12570"/>
                </a:cxn>
                <a:cxn ang="0">
                  <a:pos x="connsiteX12571" y="connsiteY12571"/>
                </a:cxn>
                <a:cxn ang="0">
                  <a:pos x="connsiteX12572" y="connsiteY12572"/>
                </a:cxn>
                <a:cxn ang="0">
                  <a:pos x="connsiteX12573" y="connsiteY12573"/>
                </a:cxn>
                <a:cxn ang="0">
                  <a:pos x="connsiteX12574" y="connsiteY12574"/>
                </a:cxn>
                <a:cxn ang="0">
                  <a:pos x="connsiteX12575" y="connsiteY12575"/>
                </a:cxn>
                <a:cxn ang="0">
                  <a:pos x="connsiteX12576" y="connsiteY12576"/>
                </a:cxn>
                <a:cxn ang="0">
                  <a:pos x="connsiteX12577" y="connsiteY12577"/>
                </a:cxn>
                <a:cxn ang="0">
                  <a:pos x="connsiteX12578" y="connsiteY12578"/>
                </a:cxn>
                <a:cxn ang="0">
                  <a:pos x="connsiteX12579" y="connsiteY12579"/>
                </a:cxn>
                <a:cxn ang="0">
                  <a:pos x="connsiteX12580" y="connsiteY12580"/>
                </a:cxn>
                <a:cxn ang="0">
                  <a:pos x="connsiteX12581" y="connsiteY12581"/>
                </a:cxn>
                <a:cxn ang="0">
                  <a:pos x="connsiteX12582" y="connsiteY12582"/>
                </a:cxn>
                <a:cxn ang="0">
                  <a:pos x="connsiteX12583" y="connsiteY12583"/>
                </a:cxn>
                <a:cxn ang="0">
                  <a:pos x="connsiteX12584" y="connsiteY12584"/>
                </a:cxn>
                <a:cxn ang="0">
                  <a:pos x="connsiteX12585" y="connsiteY12585"/>
                </a:cxn>
                <a:cxn ang="0">
                  <a:pos x="connsiteX12586" y="connsiteY12586"/>
                </a:cxn>
                <a:cxn ang="0">
                  <a:pos x="connsiteX12587" y="connsiteY12587"/>
                </a:cxn>
                <a:cxn ang="0">
                  <a:pos x="connsiteX12588" y="connsiteY12588"/>
                </a:cxn>
                <a:cxn ang="0">
                  <a:pos x="connsiteX12589" y="connsiteY12589"/>
                </a:cxn>
                <a:cxn ang="0">
                  <a:pos x="connsiteX12590" y="connsiteY12590"/>
                </a:cxn>
                <a:cxn ang="0">
                  <a:pos x="connsiteX12591" y="connsiteY12591"/>
                </a:cxn>
                <a:cxn ang="0">
                  <a:pos x="connsiteX12592" y="connsiteY12592"/>
                </a:cxn>
                <a:cxn ang="0">
                  <a:pos x="connsiteX12593" y="connsiteY12593"/>
                </a:cxn>
                <a:cxn ang="0">
                  <a:pos x="connsiteX12594" y="connsiteY12594"/>
                </a:cxn>
                <a:cxn ang="0">
                  <a:pos x="connsiteX12595" y="connsiteY12595"/>
                </a:cxn>
                <a:cxn ang="0">
                  <a:pos x="connsiteX12596" y="connsiteY12596"/>
                </a:cxn>
                <a:cxn ang="0">
                  <a:pos x="connsiteX12597" y="connsiteY12597"/>
                </a:cxn>
                <a:cxn ang="0">
                  <a:pos x="connsiteX12598" y="connsiteY12598"/>
                </a:cxn>
                <a:cxn ang="0">
                  <a:pos x="connsiteX12599" y="connsiteY12599"/>
                </a:cxn>
                <a:cxn ang="0">
                  <a:pos x="connsiteX12600" y="connsiteY12600"/>
                </a:cxn>
                <a:cxn ang="0">
                  <a:pos x="connsiteX12601" y="connsiteY12601"/>
                </a:cxn>
                <a:cxn ang="0">
                  <a:pos x="connsiteX12602" y="connsiteY12602"/>
                </a:cxn>
                <a:cxn ang="0">
                  <a:pos x="connsiteX12603" y="connsiteY12603"/>
                </a:cxn>
                <a:cxn ang="0">
                  <a:pos x="connsiteX12604" y="connsiteY12604"/>
                </a:cxn>
                <a:cxn ang="0">
                  <a:pos x="connsiteX12605" y="connsiteY12605"/>
                </a:cxn>
                <a:cxn ang="0">
                  <a:pos x="connsiteX12606" y="connsiteY12606"/>
                </a:cxn>
                <a:cxn ang="0">
                  <a:pos x="connsiteX12607" y="connsiteY12607"/>
                </a:cxn>
                <a:cxn ang="0">
                  <a:pos x="connsiteX12608" y="connsiteY12608"/>
                </a:cxn>
                <a:cxn ang="0">
                  <a:pos x="connsiteX12609" y="connsiteY12609"/>
                </a:cxn>
                <a:cxn ang="0">
                  <a:pos x="connsiteX12610" y="connsiteY12610"/>
                </a:cxn>
                <a:cxn ang="0">
                  <a:pos x="connsiteX12611" y="connsiteY12611"/>
                </a:cxn>
                <a:cxn ang="0">
                  <a:pos x="connsiteX12612" y="connsiteY12612"/>
                </a:cxn>
                <a:cxn ang="0">
                  <a:pos x="connsiteX12613" y="connsiteY12613"/>
                </a:cxn>
                <a:cxn ang="0">
                  <a:pos x="connsiteX12614" y="connsiteY12614"/>
                </a:cxn>
                <a:cxn ang="0">
                  <a:pos x="connsiteX12615" y="connsiteY12615"/>
                </a:cxn>
                <a:cxn ang="0">
                  <a:pos x="connsiteX12616" y="connsiteY12616"/>
                </a:cxn>
                <a:cxn ang="0">
                  <a:pos x="connsiteX12617" y="connsiteY12617"/>
                </a:cxn>
                <a:cxn ang="0">
                  <a:pos x="connsiteX12618" y="connsiteY12618"/>
                </a:cxn>
                <a:cxn ang="0">
                  <a:pos x="connsiteX12619" y="connsiteY12619"/>
                </a:cxn>
                <a:cxn ang="0">
                  <a:pos x="connsiteX12620" y="connsiteY12620"/>
                </a:cxn>
                <a:cxn ang="0">
                  <a:pos x="connsiteX12621" y="connsiteY12621"/>
                </a:cxn>
                <a:cxn ang="0">
                  <a:pos x="connsiteX12622" y="connsiteY12622"/>
                </a:cxn>
                <a:cxn ang="0">
                  <a:pos x="connsiteX12623" y="connsiteY12623"/>
                </a:cxn>
                <a:cxn ang="0">
                  <a:pos x="connsiteX12624" y="connsiteY12624"/>
                </a:cxn>
                <a:cxn ang="0">
                  <a:pos x="connsiteX12625" y="connsiteY12625"/>
                </a:cxn>
                <a:cxn ang="0">
                  <a:pos x="connsiteX12626" y="connsiteY12626"/>
                </a:cxn>
                <a:cxn ang="0">
                  <a:pos x="connsiteX12627" y="connsiteY12627"/>
                </a:cxn>
                <a:cxn ang="0">
                  <a:pos x="connsiteX12628" y="connsiteY12628"/>
                </a:cxn>
                <a:cxn ang="0">
                  <a:pos x="connsiteX12629" y="connsiteY12629"/>
                </a:cxn>
                <a:cxn ang="0">
                  <a:pos x="connsiteX12630" y="connsiteY12630"/>
                </a:cxn>
                <a:cxn ang="0">
                  <a:pos x="connsiteX12631" y="connsiteY12631"/>
                </a:cxn>
                <a:cxn ang="0">
                  <a:pos x="connsiteX12632" y="connsiteY12632"/>
                </a:cxn>
                <a:cxn ang="0">
                  <a:pos x="connsiteX12633" y="connsiteY12633"/>
                </a:cxn>
                <a:cxn ang="0">
                  <a:pos x="connsiteX12634" y="connsiteY12634"/>
                </a:cxn>
                <a:cxn ang="0">
                  <a:pos x="connsiteX12635" y="connsiteY12635"/>
                </a:cxn>
                <a:cxn ang="0">
                  <a:pos x="connsiteX12636" y="connsiteY12636"/>
                </a:cxn>
                <a:cxn ang="0">
                  <a:pos x="connsiteX12637" y="connsiteY12637"/>
                </a:cxn>
                <a:cxn ang="0">
                  <a:pos x="connsiteX12638" y="connsiteY12638"/>
                </a:cxn>
                <a:cxn ang="0">
                  <a:pos x="connsiteX12639" y="connsiteY12639"/>
                </a:cxn>
                <a:cxn ang="0">
                  <a:pos x="connsiteX12640" y="connsiteY12640"/>
                </a:cxn>
                <a:cxn ang="0">
                  <a:pos x="connsiteX12641" y="connsiteY12641"/>
                </a:cxn>
                <a:cxn ang="0">
                  <a:pos x="connsiteX12642" y="connsiteY12642"/>
                </a:cxn>
                <a:cxn ang="0">
                  <a:pos x="connsiteX12643" y="connsiteY12643"/>
                </a:cxn>
                <a:cxn ang="0">
                  <a:pos x="connsiteX12644" y="connsiteY12644"/>
                </a:cxn>
                <a:cxn ang="0">
                  <a:pos x="connsiteX12645" y="connsiteY12645"/>
                </a:cxn>
                <a:cxn ang="0">
                  <a:pos x="connsiteX12646" y="connsiteY12646"/>
                </a:cxn>
                <a:cxn ang="0">
                  <a:pos x="connsiteX12647" y="connsiteY12647"/>
                </a:cxn>
                <a:cxn ang="0">
                  <a:pos x="connsiteX12648" y="connsiteY12648"/>
                </a:cxn>
                <a:cxn ang="0">
                  <a:pos x="connsiteX12649" y="connsiteY12649"/>
                </a:cxn>
                <a:cxn ang="0">
                  <a:pos x="connsiteX12650" y="connsiteY12650"/>
                </a:cxn>
                <a:cxn ang="0">
                  <a:pos x="connsiteX12651" y="connsiteY12651"/>
                </a:cxn>
                <a:cxn ang="0">
                  <a:pos x="connsiteX12652" y="connsiteY12652"/>
                </a:cxn>
                <a:cxn ang="0">
                  <a:pos x="connsiteX12653" y="connsiteY12653"/>
                </a:cxn>
                <a:cxn ang="0">
                  <a:pos x="connsiteX12654" y="connsiteY12654"/>
                </a:cxn>
                <a:cxn ang="0">
                  <a:pos x="connsiteX12655" y="connsiteY12655"/>
                </a:cxn>
                <a:cxn ang="0">
                  <a:pos x="connsiteX12656" y="connsiteY12656"/>
                </a:cxn>
                <a:cxn ang="0">
                  <a:pos x="connsiteX12657" y="connsiteY12657"/>
                </a:cxn>
                <a:cxn ang="0">
                  <a:pos x="connsiteX12658" y="connsiteY12658"/>
                </a:cxn>
                <a:cxn ang="0">
                  <a:pos x="connsiteX12659" y="connsiteY12659"/>
                </a:cxn>
                <a:cxn ang="0">
                  <a:pos x="connsiteX12660" y="connsiteY12660"/>
                </a:cxn>
                <a:cxn ang="0">
                  <a:pos x="connsiteX12661" y="connsiteY12661"/>
                </a:cxn>
                <a:cxn ang="0">
                  <a:pos x="connsiteX12662" y="connsiteY12662"/>
                </a:cxn>
                <a:cxn ang="0">
                  <a:pos x="connsiteX12663" y="connsiteY12663"/>
                </a:cxn>
                <a:cxn ang="0">
                  <a:pos x="connsiteX12664" y="connsiteY12664"/>
                </a:cxn>
                <a:cxn ang="0">
                  <a:pos x="connsiteX12665" y="connsiteY12665"/>
                </a:cxn>
                <a:cxn ang="0">
                  <a:pos x="connsiteX12666" y="connsiteY12666"/>
                </a:cxn>
                <a:cxn ang="0">
                  <a:pos x="connsiteX12667" y="connsiteY12667"/>
                </a:cxn>
                <a:cxn ang="0">
                  <a:pos x="connsiteX12668" y="connsiteY12668"/>
                </a:cxn>
                <a:cxn ang="0">
                  <a:pos x="connsiteX12669" y="connsiteY12669"/>
                </a:cxn>
                <a:cxn ang="0">
                  <a:pos x="connsiteX12670" y="connsiteY12670"/>
                </a:cxn>
                <a:cxn ang="0">
                  <a:pos x="connsiteX12671" y="connsiteY12671"/>
                </a:cxn>
                <a:cxn ang="0">
                  <a:pos x="connsiteX12672" y="connsiteY12672"/>
                </a:cxn>
                <a:cxn ang="0">
                  <a:pos x="connsiteX12673" y="connsiteY12673"/>
                </a:cxn>
                <a:cxn ang="0">
                  <a:pos x="connsiteX12674" y="connsiteY12674"/>
                </a:cxn>
                <a:cxn ang="0">
                  <a:pos x="connsiteX12675" y="connsiteY12675"/>
                </a:cxn>
                <a:cxn ang="0">
                  <a:pos x="connsiteX12676" y="connsiteY12676"/>
                </a:cxn>
                <a:cxn ang="0">
                  <a:pos x="connsiteX12677" y="connsiteY12677"/>
                </a:cxn>
                <a:cxn ang="0">
                  <a:pos x="connsiteX12678" y="connsiteY12678"/>
                </a:cxn>
                <a:cxn ang="0">
                  <a:pos x="connsiteX12679" y="connsiteY12679"/>
                </a:cxn>
                <a:cxn ang="0">
                  <a:pos x="connsiteX12680" y="connsiteY12680"/>
                </a:cxn>
                <a:cxn ang="0">
                  <a:pos x="connsiteX12681" y="connsiteY12681"/>
                </a:cxn>
                <a:cxn ang="0">
                  <a:pos x="connsiteX12682" y="connsiteY12682"/>
                </a:cxn>
                <a:cxn ang="0">
                  <a:pos x="connsiteX12683" y="connsiteY12683"/>
                </a:cxn>
                <a:cxn ang="0">
                  <a:pos x="connsiteX12684" y="connsiteY12684"/>
                </a:cxn>
                <a:cxn ang="0">
                  <a:pos x="connsiteX12685" y="connsiteY12685"/>
                </a:cxn>
                <a:cxn ang="0">
                  <a:pos x="connsiteX12686" y="connsiteY12686"/>
                </a:cxn>
                <a:cxn ang="0">
                  <a:pos x="connsiteX12687" y="connsiteY12687"/>
                </a:cxn>
                <a:cxn ang="0">
                  <a:pos x="connsiteX12688" y="connsiteY12688"/>
                </a:cxn>
                <a:cxn ang="0">
                  <a:pos x="connsiteX12689" y="connsiteY12689"/>
                </a:cxn>
                <a:cxn ang="0">
                  <a:pos x="connsiteX12690" y="connsiteY12690"/>
                </a:cxn>
                <a:cxn ang="0">
                  <a:pos x="connsiteX12691" y="connsiteY12691"/>
                </a:cxn>
                <a:cxn ang="0">
                  <a:pos x="connsiteX12692" y="connsiteY12692"/>
                </a:cxn>
                <a:cxn ang="0">
                  <a:pos x="connsiteX12693" y="connsiteY12693"/>
                </a:cxn>
                <a:cxn ang="0">
                  <a:pos x="connsiteX12694" y="connsiteY12694"/>
                </a:cxn>
                <a:cxn ang="0">
                  <a:pos x="connsiteX12695" y="connsiteY12695"/>
                </a:cxn>
                <a:cxn ang="0">
                  <a:pos x="connsiteX12696" y="connsiteY12696"/>
                </a:cxn>
                <a:cxn ang="0">
                  <a:pos x="connsiteX12697" y="connsiteY12697"/>
                </a:cxn>
                <a:cxn ang="0">
                  <a:pos x="connsiteX12698" y="connsiteY12698"/>
                </a:cxn>
                <a:cxn ang="0">
                  <a:pos x="connsiteX12699" y="connsiteY12699"/>
                </a:cxn>
                <a:cxn ang="0">
                  <a:pos x="connsiteX12700" y="connsiteY12700"/>
                </a:cxn>
                <a:cxn ang="0">
                  <a:pos x="connsiteX12701" y="connsiteY12701"/>
                </a:cxn>
                <a:cxn ang="0">
                  <a:pos x="connsiteX12702" y="connsiteY12702"/>
                </a:cxn>
                <a:cxn ang="0">
                  <a:pos x="connsiteX12703" y="connsiteY12703"/>
                </a:cxn>
                <a:cxn ang="0">
                  <a:pos x="connsiteX12704" y="connsiteY12704"/>
                </a:cxn>
                <a:cxn ang="0">
                  <a:pos x="connsiteX12705" y="connsiteY12705"/>
                </a:cxn>
                <a:cxn ang="0">
                  <a:pos x="connsiteX12706" y="connsiteY12706"/>
                </a:cxn>
                <a:cxn ang="0">
                  <a:pos x="connsiteX12707" y="connsiteY12707"/>
                </a:cxn>
                <a:cxn ang="0">
                  <a:pos x="connsiteX12708" y="connsiteY12708"/>
                </a:cxn>
                <a:cxn ang="0">
                  <a:pos x="connsiteX12709" y="connsiteY12709"/>
                </a:cxn>
                <a:cxn ang="0">
                  <a:pos x="connsiteX12710" y="connsiteY12710"/>
                </a:cxn>
                <a:cxn ang="0">
                  <a:pos x="connsiteX12711" y="connsiteY12711"/>
                </a:cxn>
                <a:cxn ang="0">
                  <a:pos x="connsiteX12712" y="connsiteY12712"/>
                </a:cxn>
                <a:cxn ang="0">
                  <a:pos x="connsiteX12713" y="connsiteY12713"/>
                </a:cxn>
                <a:cxn ang="0">
                  <a:pos x="connsiteX12714" y="connsiteY12714"/>
                </a:cxn>
                <a:cxn ang="0">
                  <a:pos x="connsiteX12715" y="connsiteY12715"/>
                </a:cxn>
                <a:cxn ang="0">
                  <a:pos x="connsiteX12716" y="connsiteY12716"/>
                </a:cxn>
                <a:cxn ang="0">
                  <a:pos x="connsiteX12717" y="connsiteY12717"/>
                </a:cxn>
                <a:cxn ang="0">
                  <a:pos x="connsiteX12718" y="connsiteY12718"/>
                </a:cxn>
                <a:cxn ang="0">
                  <a:pos x="connsiteX12719" y="connsiteY12719"/>
                </a:cxn>
                <a:cxn ang="0">
                  <a:pos x="connsiteX12720" y="connsiteY12720"/>
                </a:cxn>
                <a:cxn ang="0">
                  <a:pos x="connsiteX12721" y="connsiteY12721"/>
                </a:cxn>
                <a:cxn ang="0">
                  <a:pos x="connsiteX12722" y="connsiteY12722"/>
                </a:cxn>
                <a:cxn ang="0">
                  <a:pos x="connsiteX12723" y="connsiteY12723"/>
                </a:cxn>
                <a:cxn ang="0">
                  <a:pos x="connsiteX12724" y="connsiteY12724"/>
                </a:cxn>
                <a:cxn ang="0">
                  <a:pos x="connsiteX12725" y="connsiteY12725"/>
                </a:cxn>
                <a:cxn ang="0">
                  <a:pos x="connsiteX12726" y="connsiteY12726"/>
                </a:cxn>
                <a:cxn ang="0">
                  <a:pos x="connsiteX12727" y="connsiteY12727"/>
                </a:cxn>
                <a:cxn ang="0">
                  <a:pos x="connsiteX12728" y="connsiteY12728"/>
                </a:cxn>
                <a:cxn ang="0">
                  <a:pos x="connsiteX12729" y="connsiteY12729"/>
                </a:cxn>
                <a:cxn ang="0">
                  <a:pos x="connsiteX12730" y="connsiteY12730"/>
                </a:cxn>
                <a:cxn ang="0">
                  <a:pos x="connsiteX12731" y="connsiteY12731"/>
                </a:cxn>
                <a:cxn ang="0">
                  <a:pos x="connsiteX12732" y="connsiteY12732"/>
                </a:cxn>
                <a:cxn ang="0">
                  <a:pos x="connsiteX12733" y="connsiteY12733"/>
                </a:cxn>
                <a:cxn ang="0">
                  <a:pos x="connsiteX12734" y="connsiteY12734"/>
                </a:cxn>
                <a:cxn ang="0">
                  <a:pos x="connsiteX12735" y="connsiteY12735"/>
                </a:cxn>
                <a:cxn ang="0">
                  <a:pos x="connsiteX12736" y="connsiteY12736"/>
                </a:cxn>
                <a:cxn ang="0">
                  <a:pos x="connsiteX12737" y="connsiteY12737"/>
                </a:cxn>
                <a:cxn ang="0">
                  <a:pos x="connsiteX12738" y="connsiteY12738"/>
                </a:cxn>
                <a:cxn ang="0">
                  <a:pos x="connsiteX12739" y="connsiteY12739"/>
                </a:cxn>
                <a:cxn ang="0">
                  <a:pos x="connsiteX12740" y="connsiteY12740"/>
                </a:cxn>
                <a:cxn ang="0">
                  <a:pos x="connsiteX12741" y="connsiteY12741"/>
                </a:cxn>
                <a:cxn ang="0">
                  <a:pos x="connsiteX12742" y="connsiteY12742"/>
                </a:cxn>
                <a:cxn ang="0">
                  <a:pos x="connsiteX12743" y="connsiteY12743"/>
                </a:cxn>
                <a:cxn ang="0">
                  <a:pos x="connsiteX12744" y="connsiteY12744"/>
                </a:cxn>
                <a:cxn ang="0">
                  <a:pos x="connsiteX12745" y="connsiteY12745"/>
                </a:cxn>
                <a:cxn ang="0">
                  <a:pos x="connsiteX12746" y="connsiteY12746"/>
                </a:cxn>
                <a:cxn ang="0">
                  <a:pos x="connsiteX12747" y="connsiteY12747"/>
                </a:cxn>
                <a:cxn ang="0">
                  <a:pos x="connsiteX12748" y="connsiteY12748"/>
                </a:cxn>
                <a:cxn ang="0">
                  <a:pos x="connsiteX12749" y="connsiteY12749"/>
                </a:cxn>
                <a:cxn ang="0">
                  <a:pos x="connsiteX12750" y="connsiteY12750"/>
                </a:cxn>
                <a:cxn ang="0">
                  <a:pos x="connsiteX12751" y="connsiteY12751"/>
                </a:cxn>
                <a:cxn ang="0">
                  <a:pos x="connsiteX12752" y="connsiteY12752"/>
                </a:cxn>
                <a:cxn ang="0">
                  <a:pos x="connsiteX12753" y="connsiteY12753"/>
                </a:cxn>
                <a:cxn ang="0">
                  <a:pos x="connsiteX12754" y="connsiteY12754"/>
                </a:cxn>
                <a:cxn ang="0">
                  <a:pos x="connsiteX12755" y="connsiteY12755"/>
                </a:cxn>
                <a:cxn ang="0">
                  <a:pos x="connsiteX12756" y="connsiteY12756"/>
                </a:cxn>
                <a:cxn ang="0">
                  <a:pos x="connsiteX12757" y="connsiteY12757"/>
                </a:cxn>
                <a:cxn ang="0">
                  <a:pos x="connsiteX12758" y="connsiteY12758"/>
                </a:cxn>
                <a:cxn ang="0">
                  <a:pos x="connsiteX12759" y="connsiteY12759"/>
                </a:cxn>
                <a:cxn ang="0">
                  <a:pos x="connsiteX12760" y="connsiteY12760"/>
                </a:cxn>
                <a:cxn ang="0">
                  <a:pos x="connsiteX12761" y="connsiteY12761"/>
                </a:cxn>
                <a:cxn ang="0">
                  <a:pos x="connsiteX12762" y="connsiteY12762"/>
                </a:cxn>
                <a:cxn ang="0">
                  <a:pos x="connsiteX12763" y="connsiteY12763"/>
                </a:cxn>
                <a:cxn ang="0">
                  <a:pos x="connsiteX12764" y="connsiteY12764"/>
                </a:cxn>
                <a:cxn ang="0">
                  <a:pos x="connsiteX12765" y="connsiteY12765"/>
                </a:cxn>
                <a:cxn ang="0">
                  <a:pos x="connsiteX12766" y="connsiteY12766"/>
                </a:cxn>
                <a:cxn ang="0">
                  <a:pos x="connsiteX12767" y="connsiteY12767"/>
                </a:cxn>
                <a:cxn ang="0">
                  <a:pos x="connsiteX12768" y="connsiteY12768"/>
                </a:cxn>
                <a:cxn ang="0">
                  <a:pos x="connsiteX12769" y="connsiteY12769"/>
                </a:cxn>
                <a:cxn ang="0">
                  <a:pos x="connsiteX12770" y="connsiteY12770"/>
                </a:cxn>
                <a:cxn ang="0">
                  <a:pos x="connsiteX12771" y="connsiteY12771"/>
                </a:cxn>
                <a:cxn ang="0">
                  <a:pos x="connsiteX12772" y="connsiteY12772"/>
                </a:cxn>
                <a:cxn ang="0">
                  <a:pos x="connsiteX12773" y="connsiteY12773"/>
                </a:cxn>
                <a:cxn ang="0">
                  <a:pos x="connsiteX12774" y="connsiteY12774"/>
                </a:cxn>
                <a:cxn ang="0">
                  <a:pos x="connsiteX12775" y="connsiteY12775"/>
                </a:cxn>
                <a:cxn ang="0">
                  <a:pos x="connsiteX12776" y="connsiteY12776"/>
                </a:cxn>
                <a:cxn ang="0">
                  <a:pos x="connsiteX12777" y="connsiteY12777"/>
                </a:cxn>
                <a:cxn ang="0">
                  <a:pos x="connsiteX12778" y="connsiteY12778"/>
                </a:cxn>
                <a:cxn ang="0">
                  <a:pos x="connsiteX12779" y="connsiteY12779"/>
                </a:cxn>
                <a:cxn ang="0">
                  <a:pos x="connsiteX12780" y="connsiteY12780"/>
                </a:cxn>
                <a:cxn ang="0">
                  <a:pos x="connsiteX12781" y="connsiteY12781"/>
                </a:cxn>
                <a:cxn ang="0">
                  <a:pos x="connsiteX12782" y="connsiteY12782"/>
                </a:cxn>
                <a:cxn ang="0">
                  <a:pos x="connsiteX12783" y="connsiteY12783"/>
                </a:cxn>
                <a:cxn ang="0">
                  <a:pos x="connsiteX12784" y="connsiteY12784"/>
                </a:cxn>
                <a:cxn ang="0">
                  <a:pos x="connsiteX12785" y="connsiteY12785"/>
                </a:cxn>
                <a:cxn ang="0">
                  <a:pos x="connsiteX12786" y="connsiteY12786"/>
                </a:cxn>
                <a:cxn ang="0">
                  <a:pos x="connsiteX12787" y="connsiteY12787"/>
                </a:cxn>
                <a:cxn ang="0">
                  <a:pos x="connsiteX12788" y="connsiteY12788"/>
                </a:cxn>
                <a:cxn ang="0">
                  <a:pos x="connsiteX12789" y="connsiteY12789"/>
                </a:cxn>
                <a:cxn ang="0">
                  <a:pos x="connsiteX12790" y="connsiteY12790"/>
                </a:cxn>
                <a:cxn ang="0">
                  <a:pos x="connsiteX12791" y="connsiteY12791"/>
                </a:cxn>
                <a:cxn ang="0">
                  <a:pos x="connsiteX12792" y="connsiteY12792"/>
                </a:cxn>
                <a:cxn ang="0">
                  <a:pos x="connsiteX12793" y="connsiteY12793"/>
                </a:cxn>
                <a:cxn ang="0">
                  <a:pos x="connsiteX12794" y="connsiteY12794"/>
                </a:cxn>
                <a:cxn ang="0">
                  <a:pos x="connsiteX12795" y="connsiteY12795"/>
                </a:cxn>
                <a:cxn ang="0">
                  <a:pos x="connsiteX12796" y="connsiteY12796"/>
                </a:cxn>
                <a:cxn ang="0">
                  <a:pos x="connsiteX12797" y="connsiteY12797"/>
                </a:cxn>
                <a:cxn ang="0">
                  <a:pos x="connsiteX12798" y="connsiteY12798"/>
                </a:cxn>
                <a:cxn ang="0">
                  <a:pos x="connsiteX12799" y="connsiteY12799"/>
                </a:cxn>
                <a:cxn ang="0">
                  <a:pos x="connsiteX12800" y="connsiteY12800"/>
                </a:cxn>
                <a:cxn ang="0">
                  <a:pos x="connsiteX12801" y="connsiteY12801"/>
                </a:cxn>
                <a:cxn ang="0">
                  <a:pos x="connsiteX12802" y="connsiteY12802"/>
                </a:cxn>
                <a:cxn ang="0">
                  <a:pos x="connsiteX12803" y="connsiteY12803"/>
                </a:cxn>
                <a:cxn ang="0">
                  <a:pos x="connsiteX12804" y="connsiteY12804"/>
                </a:cxn>
                <a:cxn ang="0">
                  <a:pos x="connsiteX12805" y="connsiteY12805"/>
                </a:cxn>
                <a:cxn ang="0">
                  <a:pos x="connsiteX12806" y="connsiteY12806"/>
                </a:cxn>
                <a:cxn ang="0">
                  <a:pos x="connsiteX12807" y="connsiteY12807"/>
                </a:cxn>
                <a:cxn ang="0">
                  <a:pos x="connsiteX12808" y="connsiteY12808"/>
                </a:cxn>
                <a:cxn ang="0">
                  <a:pos x="connsiteX12809" y="connsiteY12809"/>
                </a:cxn>
                <a:cxn ang="0">
                  <a:pos x="connsiteX12810" y="connsiteY12810"/>
                </a:cxn>
                <a:cxn ang="0">
                  <a:pos x="connsiteX12811" y="connsiteY12811"/>
                </a:cxn>
                <a:cxn ang="0">
                  <a:pos x="connsiteX12812" y="connsiteY12812"/>
                </a:cxn>
                <a:cxn ang="0">
                  <a:pos x="connsiteX12813" y="connsiteY12813"/>
                </a:cxn>
                <a:cxn ang="0">
                  <a:pos x="connsiteX12814" y="connsiteY12814"/>
                </a:cxn>
                <a:cxn ang="0">
                  <a:pos x="connsiteX12815" y="connsiteY12815"/>
                </a:cxn>
                <a:cxn ang="0">
                  <a:pos x="connsiteX12816" y="connsiteY12816"/>
                </a:cxn>
                <a:cxn ang="0">
                  <a:pos x="connsiteX12817" y="connsiteY12817"/>
                </a:cxn>
                <a:cxn ang="0">
                  <a:pos x="connsiteX12818" y="connsiteY12818"/>
                </a:cxn>
                <a:cxn ang="0">
                  <a:pos x="connsiteX12819" y="connsiteY12819"/>
                </a:cxn>
                <a:cxn ang="0">
                  <a:pos x="connsiteX12820" y="connsiteY12820"/>
                </a:cxn>
                <a:cxn ang="0">
                  <a:pos x="connsiteX12821" y="connsiteY12821"/>
                </a:cxn>
                <a:cxn ang="0">
                  <a:pos x="connsiteX12822" y="connsiteY12822"/>
                </a:cxn>
                <a:cxn ang="0">
                  <a:pos x="connsiteX12823" y="connsiteY12823"/>
                </a:cxn>
                <a:cxn ang="0">
                  <a:pos x="connsiteX12824" y="connsiteY12824"/>
                </a:cxn>
                <a:cxn ang="0">
                  <a:pos x="connsiteX12825" y="connsiteY12825"/>
                </a:cxn>
                <a:cxn ang="0">
                  <a:pos x="connsiteX12826" y="connsiteY12826"/>
                </a:cxn>
                <a:cxn ang="0">
                  <a:pos x="connsiteX12827" y="connsiteY12827"/>
                </a:cxn>
                <a:cxn ang="0">
                  <a:pos x="connsiteX12828" y="connsiteY12828"/>
                </a:cxn>
                <a:cxn ang="0">
                  <a:pos x="connsiteX12829" y="connsiteY12829"/>
                </a:cxn>
                <a:cxn ang="0">
                  <a:pos x="connsiteX12830" y="connsiteY12830"/>
                </a:cxn>
                <a:cxn ang="0">
                  <a:pos x="connsiteX12831" y="connsiteY12831"/>
                </a:cxn>
                <a:cxn ang="0">
                  <a:pos x="connsiteX12832" y="connsiteY12832"/>
                </a:cxn>
                <a:cxn ang="0">
                  <a:pos x="connsiteX12833" y="connsiteY12833"/>
                </a:cxn>
                <a:cxn ang="0">
                  <a:pos x="connsiteX12834" y="connsiteY12834"/>
                </a:cxn>
                <a:cxn ang="0">
                  <a:pos x="connsiteX12835" y="connsiteY12835"/>
                </a:cxn>
                <a:cxn ang="0">
                  <a:pos x="connsiteX12836" y="connsiteY12836"/>
                </a:cxn>
                <a:cxn ang="0">
                  <a:pos x="connsiteX12837" y="connsiteY12837"/>
                </a:cxn>
                <a:cxn ang="0">
                  <a:pos x="connsiteX12838" y="connsiteY12838"/>
                </a:cxn>
                <a:cxn ang="0">
                  <a:pos x="connsiteX12839" y="connsiteY12839"/>
                </a:cxn>
                <a:cxn ang="0">
                  <a:pos x="connsiteX12840" y="connsiteY12840"/>
                </a:cxn>
                <a:cxn ang="0">
                  <a:pos x="connsiteX12841" y="connsiteY12841"/>
                </a:cxn>
                <a:cxn ang="0">
                  <a:pos x="connsiteX12842" y="connsiteY12842"/>
                </a:cxn>
                <a:cxn ang="0">
                  <a:pos x="connsiteX12843" y="connsiteY12843"/>
                </a:cxn>
                <a:cxn ang="0">
                  <a:pos x="connsiteX12844" y="connsiteY12844"/>
                </a:cxn>
                <a:cxn ang="0">
                  <a:pos x="connsiteX12845" y="connsiteY12845"/>
                </a:cxn>
                <a:cxn ang="0">
                  <a:pos x="connsiteX12846" y="connsiteY12846"/>
                </a:cxn>
                <a:cxn ang="0">
                  <a:pos x="connsiteX12847" y="connsiteY12847"/>
                </a:cxn>
                <a:cxn ang="0">
                  <a:pos x="connsiteX12848" y="connsiteY12848"/>
                </a:cxn>
                <a:cxn ang="0">
                  <a:pos x="connsiteX12849" y="connsiteY12849"/>
                </a:cxn>
                <a:cxn ang="0">
                  <a:pos x="connsiteX12850" y="connsiteY12850"/>
                </a:cxn>
                <a:cxn ang="0">
                  <a:pos x="connsiteX12851" y="connsiteY12851"/>
                </a:cxn>
                <a:cxn ang="0">
                  <a:pos x="connsiteX12852" y="connsiteY12852"/>
                </a:cxn>
                <a:cxn ang="0">
                  <a:pos x="connsiteX12853" y="connsiteY12853"/>
                </a:cxn>
                <a:cxn ang="0">
                  <a:pos x="connsiteX12854" y="connsiteY12854"/>
                </a:cxn>
                <a:cxn ang="0">
                  <a:pos x="connsiteX12855" y="connsiteY12855"/>
                </a:cxn>
                <a:cxn ang="0">
                  <a:pos x="connsiteX12856" y="connsiteY12856"/>
                </a:cxn>
                <a:cxn ang="0">
                  <a:pos x="connsiteX12857" y="connsiteY12857"/>
                </a:cxn>
                <a:cxn ang="0">
                  <a:pos x="connsiteX12858" y="connsiteY12858"/>
                </a:cxn>
                <a:cxn ang="0">
                  <a:pos x="connsiteX12859" y="connsiteY12859"/>
                </a:cxn>
                <a:cxn ang="0">
                  <a:pos x="connsiteX12860" y="connsiteY12860"/>
                </a:cxn>
                <a:cxn ang="0">
                  <a:pos x="connsiteX12861" y="connsiteY12861"/>
                </a:cxn>
                <a:cxn ang="0">
                  <a:pos x="connsiteX12862" y="connsiteY12862"/>
                </a:cxn>
                <a:cxn ang="0">
                  <a:pos x="connsiteX12863" y="connsiteY12863"/>
                </a:cxn>
                <a:cxn ang="0">
                  <a:pos x="connsiteX12864" y="connsiteY12864"/>
                </a:cxn>
                <a:cxn ang="0">
                  <a:pos x="connsiteX12865" y="connsiteY12865"/>
                </a:cxn>
                <a:cxn ang="0">
                  <a:pos x="connsiteX12866" y="connsiteY12866"/>
                </a:cxn>
                <a:cxn ang="0">
                  <a:pos x="connsiteX12867" y="connsiteY12867"/>
                </a:cxn>
                <a:cxn ang="0">
                  <a:pos x="connsiteX12868" y="connsiteY12868"/>
                </a:cxn>
                <a:cxn ang="0">
                  <a:pos x="connsiteX12869" y="connsiteY12869"/>
                </a:cxn>
                <a:cxn ang="0">
                  <a:pos x="connsiteX12870" y="connsiteY12870"/>
                </a:cxn>
                <a:cxn ang="0">
                  <a:pos x="connsiteX12871" y="connsiteY12871"/>
                </a:cxn>
                <a:cxn ang="0">
                  <a:pos x="connsiteX12872" y="connsiteY12872"/>
                </a:cxn>
                <a:cxn ang="0">
                  <a:pos x="connsiteX12873" y="connsiteY12873"/>
                </a:cxn>
                <a:cxn ang="0">
                  <a:pos x="connsiteX12874" y="connsiteY12874"/>
                </a:cxn>
                <a:cxn ang="0">
                  <a:pos x="connsiteX12875" y="connsiteY12875"/>
                </a:cxn>
                <a:cxn ang="0">
                  <a:pos x="connsiteX12876" y="connsiteY12876"/>
                </a:cxn>
                <a:cxn ang="0">
                  <a:pos x="connsiteX12877" y="connsiteY12877"/>
                </a:cxn>
                <a:cxn ang="0">
                  <a:pos x="connsiteX12878" y="connsiteY12878"/>
                </a:cxn>
                <a:cxn ang="0">
                  <a:pos x="connsiteX12879" y="connsiteY12879"/>
                </a:cxn>
                <a:cxn ang="0">
                  <a:pos x="connsiteX12880" y="connsiteY12880"/>
                </a:cxn>
                <a:cxn ang="0">
                  <a:pos x="connsiteX12881" y="connsiteY12881"/>
                </a:cxn>
                <a:cxn ang="0">
                  <a:pos x="connsiteX12882" y="connsiteY12882"/>
                </a:cxn>
                <a:cxn ang="0">
                  <a:pos x="connsiteX12883" y="connsiteY12883"/>
                </a:cxn>
                <a:cxn ang="0">
                  <a:pos x="connsiteX12884" y="connsiteY12884"/>
                </a:cxn>
                <a:cxn ang="0">
                  <a:pos x="connsiteX12885" y="connsiteY12885"/>
                </a:cxn>
                <a:cxn ang="0">
                  <a:pos x="connsiteX12886" y="connsiteY12886"/>
                </a:cxn>
                <a:cxn ang="0">
                  <a:pos x="connsiteX12887" y="connsiteY12887"/>
                </a:cxn>
                <a:cxn ang="0">
                  <a:pos x="connsiteX12888" y="connsiteY12888"/>
                </a:cxn>
                <a:cxn ang="0">
                  <a:pos x="connsiteX12889" y="connsiteY12889"/>
                </a:cxn>
                <a:cxn ang="0">
                  <a:pos x="connsiteX12890" y="connsiteY12890"/>
                </a:cxn>
                <a:cxn ang="0">
                  <a:pos x="connsiteX12891" y="connsiteY12891"/>
                </a:cxn>
                <a:cxn ang="0">
                  <a:pos x="connsiteX12892" y="connsiteY12892"/>
                </a:cxn>
                <a:cxn ang="0">
                  <a:pos x="connsiteX12893" y="connsiteY12893"/>
                </a:cxn>
                <a:cxn ang="0">
                  <a:pos x="connsiteX12894" y="connsiteY12894"/>
                </a:cxn>
                <a:cxn ang="0">
                  <a:pos x="connsiteX12895" y="connsiteY12895"/>
                </a:cxn>
                <a:cxn ang="0">
                  <a:pos x="connsiteX12896" y="connsiteY12896"/>
                </a:cxn>
                <a:cxn ang="0">
                  <a:pos x="connsiteX12897" y="connsiteY12897"/>
                </a:cxn>
                <a:cxn ang="0">
                  <a:pos x="connsiteX12898" y="connsiteY12898"/>
                </a:cxn>
                <a:cxn ang="0">
                  <a:pos x="connsiteX12899" y="connsiteY12899"/>
                </a:cxn>
                <a:cxn ang="0">
                  <a:pos x="connsiteX12900" y="connsiteY12900"/>
                </a:cxn>
                <a:cxn ang="0">
                  <a:pos x="connsiteX12901" y="connsiteY12901"/>
                </a:cxn>
                <a:cxn ang="0">
                  <a:pos x="connsiteX12902" y="connsiteY12902"/>
                </a:cxn>
                <a:cxn ang="0">
                  <a:pos x="connsiteX12903" y="connsiteY12903"/>
                </a:cxn>
                <a:cxn ang="0">
                  <a:pos x="connsiteX12904" y="connsiteY12904"/>
                </a:cxn>
                <a:cxn ang="0">
                  <a:pos x="connsiteX12905" y="connsiteY12905"/>
                </a:cxn>
                <a:cxn ang="0">
                  <a:pos x="connsiteX12906" y="connsiteY12906"/>
                </a:cxn>
                <a:cxn ang="0">
                  <a:pos x="connsiteX12907" y="connsiteY12907"/>
                </a:cxn>
                <a:cxn ang="0">
                  <a:pos x="connsiteX12908" y="connsiteY12908"/>
                </a:cxn>
                <a:cxn ang="0">
                  <a:pos x="connsiteX12909" y="connsiteY12909"/>
                </a:cxn>
                <a:cxn ang="0">
                  <a:pos x="connsiteX12910" y="connsiteY12910"/>
                </a:cxn>
                <a:cxn ang="0">
                  <a:pos x="connsiteX12911" y="connsiteY12911"/>
                </a:cxn>
                <a:cxn ang="0">
                  <a:pos x="connsiteX12912" y="connsiteY12912"/>
                </a:cxn>
                <a:cxn ang="0">
                  <a:pos x="connsiteX12913" y="connsiteY12913"/>
                </a:cxn>
                <a:cxn ang="0">
                  <a:pos x="connsiteX12914" y="connsiteY12914"/>
                </a:cxn>
                <a:cxn ang="0">
                  <a:pos x="connsiteX12915" y="connsiteY12915"/>
                </a:cxn>
                <a:cxn ang="0">
                  <a:pos x="connsiteX12916" y="connsiteY12916"/>
                </a:cxn>
                <a:cxn ang="0">
                  <a:pos x="connsiteX12917" y="connsiteY12917"/>
                </a:cxn>
                <a:cxn ang="0">
                  <a:pos x="connsiteX12918" y="connsiteY12918"/>
                </a:cxn>
                <a:cxn ang="0">
                  <a:pos x="connsiteX12919" y="connsiteY12919"/>
                </a:cxn>
                <a:cxn ang="0">
                  <a:pos x="connsiteX12920" y="connsiteY12920"/>
                </a:cxn>
                <a:cxn ang="0">
                  <a:pos x="connsiteX12921" y="connsiteY12921"/>
                </a:cxn>
                <a:cxn ang="0">
                  <a:pos x="connsiteX12922" y="connsiteY12922"/>
                </a:cxn>
                <a:cxn ang="0">
                  <a:pos x="connsiteX12923" y="connsiteY12923"/>
                </a:cxn>
                <a:cxn ang="0">
                  <a:pos x="connsiteX12924" y="connsiteY12924"/>
                </a:cxn>
                <a:cxn ang="0">
                  <a:pos x="connsiteX12925" y="connsiteY12925"/>
                </a:cxn>
                <a:cxn ang="0">
                  <a:pos x="connsiteX12926" y="connsiteY12926"/>
                </a:cxn>
                <a:cxn ang="0">
                  <a:pos x="connsiteX12927" y="connsiteY12927"/>
                </a:cxn>
                <a:cxn ang="0">
                  <a:pos x="connsiteX12928" y="connsiteY12928"/>
                </a:cxn>
                <a:cxn ang="0">
                  <a:pos x="connsiteX12929" y="connsiteY12929"/>
                </a:cxn>
                <a:cxn ang="0">
                  <a:pos x="connsiteX12930" y="connsiteY12930"/>
                </a:cxn>
                <a:cxn ang="0">
                  <a:pos x="connsiteX12931" y="connsiteY12931"/>
                </a:cxn>
                <a:cxn ang="0">
                  <a:pos x="connsiteX12932" y="connsiteY12932"/>
                </a:cxn>
                <a:cxn ang="0">
                  <a:pos x="connsiteX12933" y="connsiteY12933"/>
                </a:cxn>
                <a:cxn ang="0">
                  <a:pos x="connsiteX12934" y="connsiteY12934"/>
                </a:cxn>
                <a:cxn ang="0">
                  <a:pos x="connsiteX12935" y="connsiteY12935"/>
                </a:cxn>
                <a:cxn ang="0">
                  <a:pos x="connsiteX12936" y="connsiteY12936"/>
                </a:cxn>
                <a:cxn ang="0">
                  <a:pos x="connsiteX12937" y="connsiteY12937"/>
                </a:cxn>
                <a:cxn ang="0">
                  <a:pos x="connsiteX12938" y="connsiteY12938"/>
                </a:cxn>
                <a:cxn ang="0">
                  <a:pos x="connsiteX12939" y="connsiteY12939"/>
                </a:cxn>
                <a:cxn ang="0">
                  <a:pos x="connsiteX12940" y="connsiteY12940"/>
                </a:cxn>
                <a:cxn ang="0">
                  <a:pos x="connsiteX12941" y="connsiteY12941"/>
                </a:cxn>
                <a:cxn ang="0">
                  <a:pos x="connsiteX12942" y="connsiteY12942"/>
                </a:cxn>
                <a:cxn ang="0">
                  <a:pos x="connsiteX12943" y="connsiteY12943"/>
                </a:cxn>
                <a:cxn ang="0">
                  <a:pos x="connsiteX12944" y="connsiteY12944"/>
                </a:cxn>
                <a:cxn ang="0">
                  <a:pos x="connsiteX12945" y="connsiteY12945"/>
                </a:cxn>
                <a:cxn ang="0">
                  <a:pos x="connsiteX12946" y="connsiteY12946"/>
                </a:cxn>
                <a:cxn ang="0">
                  <a:pos x="connsiteX12947" y="connsiteY12947"/>
                </a:cxn>
                <a:cxn ang="0">
                  <a:pos x="connsiteX12948" y="connsiteY12948"/>
                </a:cxn>
                <a:cxn ang="0">
                  <a:pos x="connsiteX12949" y="connsiteY12949"/>
                </a:cxn>
                <a:cxn ang="0">
                  <a:pos x="connsiteX12950" y="connsiteY12950"/>
                </a:cxn>
                <a:cxn ang="0">
                  <a:pos x="connsiteX12951" y="connsiteY12951"/>
                </a:cxn>
                <a:cxn ang="0">
                  <a:pos x="connsiteX12952" y="connsiteY12952"/>
                </a:cxn>
                <a:cxn ang="0">
                  <a:pos x="connsiteX12953" y="connsiteY12953"/>
                </a:cxn>
                <a:cxn ang="0">
                  <a:pos x="connsiteX12954" y="connsiteY12954"/>
                </a:cxn>
                <a:cxn ang="0">
                  <a:pos x="connsiteX12955" y="connsiteY12955"/>
                </a:cxn>
                <a:cxn ang="0">
                  <a:pos x="connsiteX12956" y="connsiteY12956"/>
                </a:cxn>
                <a:cxn ang="0">
                  <a:pos x="connsiteX12957" y="connsiteY12957"/>
                </a:cxn>
                <a:cxn ang="0">
                  <a:pos x="connsiteX12958" y="connsiteY12958"/>
                </a:cxn>
                <a:cxn ang="0">
                  <a:pos x="connsiteX12959" y="connsiteY12959"/>
                </a:cxn>
                <a:cxn ang="0">
                  <a:pos x="connsiteX12960" y="connsiteY12960"/>
                </a:cxn>
                <a:cxn ang="0">
                  <a:pos x="connsiteX12961" y="connsiteY12961"/>
                </a:cxn>
                <a:cxn ang="0">
                  <a:pos x="connsiteX12962" y="connsiteY12962"/>
                </a:cxn>
                <a:cxn ang="0">
                  <a:pos x="connsiteX12963" y="connsiteY12963"/>
                </a:cxn>
                <a:cxn ang="0">
                  <a:pos x="connsiteX12964" y="connsiteY12964"/>
                </a:cxn>
                <a:cxn ang="0">
                  <a:pos x="connsiteX12965" y="connsiteY12965"/>
                </a:cxn>
                <a:cxn ang="0">
                  <a:pos x="connsiteX12966" y="connsiteY12966"/>
                </a:cxn>
                <a:cxn ang="0">
                  <a:pos x="connsiteX12967" y="connsiteY12967"/>
                </a:cxn>
                <a:cxn ang="0">
                  <a:pos x="connsiteX12968" y="connsiteY12968"/>
                </a:cxn>
                <a:cxn ang="0">
                  <a:pos x="connsiteX12969" y="connsiteY12969"/>
                </a:cxn>
                <a:cxn ang="0">
                  <a:pos x="connsiteX12970" y="connsiteY12970"/>
                </a:cxn>
                <a:cxn ang="0">
                  <a:pos x="connsiteX12971" y="connsiteY12971"/>
                </a:cxn>
                <a:cxn ang="0">
                  <a:pos x="connsiteX12972" y="connsiteY12972"/>
                </a:cxn>
                <a:cxn ang="0">
                  <a:pos x="connsiteX12973" y="connsiteY12973"/>
                </a:cxn>
                <a:cxn ang="0">
                  <a:pos x="connsiteX12974" y="connsiteY12974"/>
                </a:cxn>
                <a:cxn ang="0">
                  <a:pos x="connsiteX12975" y="connsiteY12975"/>
                </a:cxn>
                <a:cxn ang="0">
                  <a:pos x="connsiteX12976" y="connsiteY12976"/>
                </a:cxn>
                <a:cxn ang="0">
                  <a:pos x="connsiteX12977" y="connsiteY12977"/>
                </a:cxn>
                <a:cxn ang="0">
                  <a:pos x="connsiteX12978" y="connsiteY12978"/>
                </a:cxn>
                <a:cxn ang="0">
                  <a:pos x="connsiteX12979" y="connsiteY12979"/>
                </a:cxn>
                <a:cxn ang="0">
                  <a:pos x="connsiteX12980" y="connsiteY12980"/>
                </a:cxn>
                <a:cxn ang="0">
                  <a:pos x="connsiteX12981" y="connsiteY12981"/>
                </a:cxn>
                <a:cxn ang="0">
                  <a:pos x="connsiteX12982" y="connsiteY12982"/>
                </a:cxn>
                <a:cxn ang="0">
                  <a:pos x="connsiteX12983" y="connsiteY12983"/>
                </a:cxn>
                <a:cxn ang="0">
                  <a:pos x="connsiteX12984" y="connsiteY12984"/>
                </a:cxn>
                <a:cxn ang="0">
                  <a:pos x="connsiteX12985" y="connsiteY12985"/>
                </a:cxn>
                <a:cxn ang="0">
                  <a:pos x="connsiteX12986" y="connsiteY12986"/>
                </a:cxn>
                <a:cxn ang="0">
                  <a:pos x="connsiteX12987" y="connsiteY12987"/>
                </a:cxn>
                <a:cxn ang="0">
                  <a:pos x="connsiteX12988" y="connsiteY12988"/>
                </a:cxn>
                <a:cxn ang="0">
                  <a:pos x="connsiteX12989" y="connsiteY12989"/>
                </a:cxn>
                <a:cxn ang="0">
                  <a:pos x="connsiteX12990" y="connsiteY12990"/>
                </a:cxn>
                <a:cxn ang="0">
                  <a:pos x="connsiteX12991" y="connsiteY12991"/>
                </a:cxn>
                <a:cxn ang="0">
                  <a:pos x="connsiteX12992" y="connsiteY12992"/>
                </a:cxn>
                <a:cxn ang="0">
                  <a:pos x="connsiteX12993" y="connsiteY12993"/>
                </a:cxn>
                <a:cxn ang="0">
                  <a:pos x="connsiteX12994" y="connsiteY12994"/>
                </a:cxn>
                <a:cxn ang="0">
                  <a:pos x="connsiteX12995" y="connsiteY12995"/>
                </a:cxn>
                <a:cxn ang="0">
                  <a:pos x="connsiteX12996" y="connsiteY12996"/>
                </a:cxn>
                <a:cxn ang="0">
                  <a:pos x="connsiteX12997" y="connsiteY12997"/>
                </a:cxn>
                <a:cxn ang="0">
                  <a:pos x="connsiteX12998" y="connsiteY12998"/>
                </a:cxn>
                <a:cxn ang="0">
                  <a:pos x="connsiteX12999" y="connsiteY12999"/>
                </a:cxn>
                <a:cxn ang="0">
                  <a:pos x="connsiteX13000" y="connsiteY13000"/>
                </a:cxn>
                <a:cxn ang="0">
                  <a:pos x="connsiteX13001" y="connsiteY13001"/>
                </a:cxn>
                <a:cxn ang="0">
                  <a:pos x="connsiteX13002" y="connsiteY13002"/>
                </a:cxn>
                <a:cxn ang="0">
                  <a:pos x="connsiteX13003" y="connsiteY13003"/>
                </a:cxn>
                <a:cxn ang="0">
                  <a:pos x="connsiteX13004" y="connsiteY13004"/>
                </a:cxn>
                <a:cxn ang="0">
                  <a:pos x="connsiteX13005" y="connsiteY13005"/>
                </a:cxn>
                <a:cxn ang="0">
                  <a:pos x="connsiteX13006" y="connsiteY13006"/>
                </a:cxn>
                <a:cxn ang="0">
                  <a:pos x="connsiteX13007" y="connsiteY13007"/>
                </a:cxn>
                <a:cxn ang="0">
                  <a:pos x="connsiteX13008" y="connsiteY13008"/>
                </a:cxn>
                <a:cxn ang="0">
                  <a:pos x="connsiteX13009" y="connsiteY13009"/>
                </a:cxn>
                <a:cxn ang="0">
                  <a:pos x="connsiteX13010" y="connsiteY13010"/>
                </a:cxn>
                <a:cxn ang="0">
                  <a:pos x="connsiteX13011" y="connsiteY13011"/>
                </a:cxn>
                <a:cxn ang="0">
                  <a:pos x="connsiteX13012" y="connsiteY13012"/>
                </a:cxn>
                <a:cxn ang="0">
                  <a:pos x="connsiteX13013" y="connsiteY13013"/>
                </a:cxn>
                <a:cxn ang="0">
                  <a:pos x="connsiteX13014" y="connsiteY13014"/>
                </a:cxn>
                <a:cxn ang="0">
                  <a:pos x="connsiteX13015" y="connsiteY13015"/>
                </a:cxn>
                <a:cxn ang="0">
                  <a:pos x="connsiteX13016" y="connsiteY13016"/>
                </a:cxn>
                <a:cxn ang="0">
                  <a:pos x="connsiteX13017" y="connsiteY13017"/>
                </a:cxn>
                <a:cxn ang="0">
                  <a:pos x="connsiteX13018" y="connsiteY13018"/>
                </a:cxn>
                <a:cxn ang="0">
                  <a:pos x="connsiteX13019" y="connsiteY13019"/>
                </a:cxn>
                <a:cxn ang="0">
                  <a:pos x="connsiteX13020" y="connsiteY13020"/>
                </a:cxn>
                <a:cxn ang="0">
                  <a:pos x="connsiteX13021" y="connsiteY13021"/>
                </a:cxn>
                <a:cxn ang="0">
                  <a:pos x="connsiteX13022" y="connsiteY13022"/>
                </a:cxn>
                <a:cxn ang="0">
                  <a:pos x="connsiteX13023" y="connsiteY13023"/>
                </a:cxn>
                <a:cxn ang="0">
                  <a:pos x="connsiteX13024" y="connsiteY13024"/>
                </a:cxn>
                <a:cxn ang="0">
                  <a:pos x="connsiteX13025" y="connsiteY13025"/>
                </a:cxn>
                <a:cxn ang="0">
                  <a:pos x="connsiteX13026" y="connsiteY13026"/>
                </a:cxn>
                <a:cxn ang="0">
                  <a:pos x="connsiteX13027" y="connsiteY13027"/>
                </a:cxn>
                <a:cxn ang="0">
                  <a:pos x="connsiteX13028" y="connsiteY13028"/>
                </a:cxn>
                <a:cxn ang="0">
                  <a:pos x="connsiteX13029" y="connsiteY13029"/>
                </a:cxn>
                <a:cxn ang="0">
                  <a:pos x="connsiteX13030" y="connsiteY13030"/>
                </a:cxn>
                <a:cxn ang="0">
                  <a:pos x="connsiteX13031" y="connsiteY13031"/>
                </a:cxn>
                <a:cxn ang="0">
                  <a:pos x="connsiteX13032" y="connsiteY13032"/>
                </a:cxn>
                <a:cxn ang="0">
                  <a:pos x="connsiteX13033" y="connsiteY13033"/>
                </a:cxn>
                <a:cxn ang="0">
                  <a:pos x="connsiteX13034" y="connsiteY13034"/>
                </a:cxn>
                <a:cxn ang="0">
                  <a:pos x="connsiteX13035" y="connsiteY13035"/>
                </a:cxn>
                <a:cxn ang="0">
                  <a:pos x="connsiteX13036" y="connsiteY13036"/>
                </a:cxn>
                <a:cxn ang="0">
                  <a:pos x="connsiteX13037" y="connsiteY13037"/>
                </a:cxn>
                <a:cxn ang="0">
                  <a:pos x="connsiteX13038" y="connsiteY13038"/>
                </a:cxn>
                <a:cxn ang="0">
                  <a:pos x="connsiteX13039" y="connsiteY13039"/>
                </a:cxn>
                <a:cxn ang="0">
                  <a:pos x="connsiteX13040" y="connsiteY13040"/>
                </a:cxn>
                <a:cxn ang="0">
                  <a:pos x="connsiteX13041" y="connsiteY13041"/>
                </a:cxn>
                <a:cxn ang="0">
                  <a:pos x="connsiteX13042" y="connsiteY13042"/>
                </a:cxn>
                <a:cxn ang="0">
                  <a:pos x="connsiteX13043" y="connsiteY13043"/>
                </a:cxn>
                <a:cxn ang="0">
                  <a:pos x="connsiteX13044" y="connsiteY13044"/>
                </a:cxn>
                <a:cxn ang="0">
                  <a:pos x="connsiteX13045" y="connsiteY13045"/>
                </a:cxn>
                <a:cxn ang="0">
                  <a:pos x="connsiteX13046" y="connsiteY13046"/>
                </a:cxn>
                <a:cxn ang="0">
                  <a:pos x="connsiteX13047" y="connsiteY13047"/>
                </a:cxn>
                <a:cxn ang="0">
                  <a:pos x="connsiteX13048" y="connsiteY13048"/>
                </a:cxn>
                <a:cxn ang="0">
                  <a:pos x="connsiteX13049" y="connsiteY13049"/>
                </a:cxn>
                <a:cxn ang="0">
                  <a:pos x="connsiteX13050" y="connsiteY13050"/>
                </a:cxn>
                <a:cxn ang="0">
                  <a:pos x="connsiteX13051" y="connsiteY13051"/>
                </a:cxn>
                <a:cxn ang="0">
                  <a:pos x="connsiteX13052" y="connsiteY13052"/>
                </a:cxn>
                <a:cxn ang="0">
                  <a:pos x="connsiteX13053" y="connsiteY13053"/>
                </a:cxn>
                <a:cxn ang="0">
                  <a:pos x="connsiteX13054" y="connsiteY13054"/>
                </a:cxn>
                <a:cxn ang="0">
                  <a:pos x="connsiteX13055" y="connsiteY13055"/>
                </a:cxn>
                <a:cxn ang="0">
                  <a:pos x="connsiteX13056" y="connsiteY13056"/>
                </a:cxn>
                <a:cxn ang="0">
                  <a:pos x="connsiteX13057" y="connsiteY13057"/>
                </a:cxn>
                <a:cxn ang="0">
                  <a:pos x="connsiteX13058" y="connsiteY13058"/>
                </a:cxn>
                <a:cxn ang="0">
                  <a:pos x="connsiteX13059" y="connsiteY13059"/>
                </a:cxn>
                <a:cxn ang="0">
                  <a:pos x="connsiteX13060" y="connsiteY13060"/>
                </a:cxn>
                <a:cxn ang="0">
                  <a:pos x="connsiteX13061" y="connsiteY13061"/>
                </a:cxn>
                <a:cxn ang="0">
                  <a:pos x="connsiteX13062" y="connsiteY13062"/>
                </a:cxn>
                <a:cxn ang="0">
                  <a:pos x="connsiteX13063" y="connsiteY13063"/>
                </a:cxn>
                <a:cxn ang="0">
                  <a:pos x="connsiteX13064" y="connsiteY13064"/>
                </a:cxn>
                <a:cxn ang="0">
                  <a:pos x="connsiteX13065" y="connsiteY13065"/>
                </a:cxn>
                <a:cxn ang="0">
                  <a:pos x="connsiteX13066" y="connsiteY13066"/>
                </a:cxn>
                <a:cxn ang="0">
                  <a:pos x="connsiteX13067" y="connsiteY13067"/>
                </a:cxn>
                <a:cxn ang="0">
                  <a:pos x="connsiteX13068" y="connsiteY13068"/>
                </a:cxn>
                <a:cxn ang="0">
                  <a:pos x="connsiteX13069" y="connsiteY13069"/>
                </a:cxn>
                <a:cxn ang="0">
                  <a:pos x="connsiteX13070" y="connsiteY13070"/>
                </a:cxn>
                <a:cxn ang="0">
                  <a:pos x="connsiteX13071" y="connsiteY13071"/>
                </a:cxn>
                <a:cxn ang="0">
                  <a:pos x="connsiteX13072" y="connsiteY13072"/>
                </a:cxn>
                <a:cxn ang="0">
                  <a:pos x="connsiteX13073" y="connsiteY13073"/>
                </a:cxn>
                <a:cxn ang="0">
                  <a:pos x="connsiteX13074" y="connsiteY13074"/>
                </a:cxn>
                <a:cxn ang="0">
                  <a:pos x="connsiteX13075" y="connsiteY13075"/>
                </a:cxn>
                <a:cxn ang="0">
                  <a:pos x="connsiteX13076" y="connsiteY13076"/>
                </a:cxn>
                <a:cxn ang="0">
                  <a:pos x="connsiteX13077" y="connsiteY13077"/>
                </a:cxn>
                <a:cxn ang="0">
                  <a:pos x="connsiteX13078" y="connsiteY13078"/>
                </a:cxn>
                <a:cxn ang="0">
                  <a:pos x="connsiteX13079" y="connsiteY13079"/>
                </a:cxn>
                <a:cxn ang="0">
                  <a:pos x="connsiteX13080" y="connsiteY13080"/>
                </a:cxn>
                <a:cxn ang="0">
                  <a:pos x="connsiteX13081" y="connsiteY13081"/>
                </a:cxn>
                <a:cxn ang="0">
                  <a:pos x="connsiteX13082" y="connsiteY13082"/>
                </a:cxn>
                <a:cxn ang="0">
                  <a:pos x="connsiteX13083" y="connsiteY13083"/>
                </a:cxn>
                <a:cxn ang="0">
                  <a:pos x="connsiteX13084" y="connsiteY13084"/>
                </a:cxn>
                <a:cxn ang="0">
                  <a:pos x="connsiteX13085" y="connsiteY13085"/>
                </a:cxn>
                <a:cxn ang="0">
                  <a:pos x="connsiteX13086" y="connsiteY13086"/>
                </a:cxn>
                <a:cxn ang="0">
                  <a:pos x="connsiteX13087" y="connsiteY13087"/>
                </a:cxn>
                <a:cxn ang="0">
                  <a:pos x="connsiteX13088" y="connsiteY13088"/>
                </a:cxn>
                <a:cxn ang="0">
                  <a:pos x="connsiteX13089" y="connsiteY13089"/>
                </a:cxn>
                <a:cxn ang="0">
                  <a:pos x="connsiteX13090" y="connsiteY13090"/>
                </a:cxn>
                <a:cxn ang="0">
                  <a:pos x="connsiteX13091" y="connsiteY13091"/>
                </a:cxn>
                <a:cxn ang="0">
                  <a:pos x="connsiteX13092" y="connsiteY13092"/>
                </a:cxn>
                <a:cxn ang="0">
                  <a:pos x="connsiteX13093" y="connsiteY13093"/>
                </a:cxn>
                <a:cxn ang="0">
                  <a:pos x="connsiteX13094" y="connsiteY13094"/>
                </a:cxn>
                <a:cxn ang="0">
                  <a:pos x="connsiteX13095" y="connsiteY13095"/>
                </a:cxn>
                <a:cxn ang="0">
                  <a:pos x="connsiteX13096" y="connsiteY13096"/>
                </a:cxn>
                <a:cxn ang="0">
                  <a:pos x="connsiteX13097" y="connsiteY13097"/>
                </a:cxn>
                <a:cxn ang="0">
                  <a:pos x="connsiteX13098" y="connsiteY13098"/>
                </a:cxn>
                <a:cxn ang="0">
                  <a:pos x="connsiteX13099" y="connsiteY13099"/>
                </a:cxn>
                <a:cxn ang="0">
                  <a:pos x="connsiteX13100" y="connsiteY13100"/>
                </a:cxn>
                <a:cxn ang="0">
                  <a:pos x="connsiteX13101" y="connsiteY13101"/>
                </a:cxn>
                <a:cxn ang="0">
                  <a:pos x="connsiteX13102" y="connsiteY13102"/>
                </a:cxn>
                <a:cxn ang="0">
                  <a:pos x="connsiteX13103" y="connsiteY13103"/>
                </a:cxn>
                <a:cxn ang="0">
                  <a:pos x="connsiteX13104" y="connsiteY13104"/>
                </a:cxn>
                <a:cxn ang="0">
                  <a:pos x="connsiteX13105" y="connsiteY13105"/>
                </a:cxn>
                <a:cxn ang="0">
                  <a:pos x="connsiteX13106" y="connsiteY13106"/>
                </a:cxn>
                <a:cxn ang="0">
                  <a:pos x="connsiteX13107" y="connsiteY13107"/>
                </a:cxn>
                <a:cxn ang="0">
                  <a:pos x="connsiteX13108" y="connsiteY13108"/>
                </a:cxn>
                <a:cxn ang="0">
                  <a:pos x="connsiteX13109" y="connsiteY13109"/>
                </a:cxn>
                <a:cxn ang="0">
                  <a:pos x="connsiteX13110" y="connsiteY13110"/>
                </a:cxn>
                <a:cxn ang="0">
                  <a:pos x="connsiteX13111" y="connsiteY13111"/>
                </a:cxn>
                <a:cxn ang="0">
                  <a:pos x="connsiteX13112" y="connsiteY13112"/>
                </a:cxn>
                <a:cxn ang="0">
                  <a:pos x="connsiteX13113" y="connsiteY13113"/>
                </a:cxn>
                <a:cxn ang="0">
                  <a:pos x="connsiteX13114" y="connsiteY13114"/>
                </a:cxn>
                <a:cxn ang="0">
                  <a:pos x="connsiteX13115" y="connsiteY13115"/>
                </a:cxn>
                <a:cxn ang="0">
                  <a:pos x="connsiteX13116" y="connsiteY13116"/>
                </a:cxn>
                <a:cxn ang="0">
                  <a:pos x="connsiteX13117" y="connsiteY13117"/>
                </a:cxn>
                <a:cxn ang="0">
                  <a:pos x="connsiteX13118" y="connsiteY13118"/>
                </a:cxn>
                <a:cxn ang="0">
                  <a:pos x="connsiteX13119" y="connsiteY13119"/>
                </a:cxn>
                <a:cxn ang="0">
                  <a:pos x="connsiteX13120" y="connsiteY13120"/>
                </a:cxn>
                <a:cxn ang="0">
                  <a:pos x="connsiteX13121" y="connsiteY13121"/>
                </a:cxn>
                <a:cxn ang="0">
                  <a:pos x="connsiteX13122" y="connsiteY13122"/>
                </a:cxn>
                <a:cxn ang="0">
                  <a:pos x="connsiteX13123" y="connsiteY13123"/>
                </a:cxn>
                <a:cxn ang="0">
                  <a:pos x="connsiteX13124" y="connsiteY13124"/>
                </a:cxn>
                <a:cxn ang="0">
                  <a:pos x="connsiteX13125" y="connsiteY13125"/>
                </a:cxn>
                <a:cxn ang="0">
                  <a:pos x="connsiteX13126" y="connsiteY13126"/>
                </a:cxn>
                <a:cxn ang="0">
                  <a:pos x="connsiteX13127" y="connsiteY13127"/>
                </a:cxn>
                <a:cxn ang="0">
                  <a:pos x="connsiteX13128" y="connsiteY13128"/>
                </a:cxn>
                <a:cxn ang="0">
                  <a:pos x="connsiteX13129" y="connsiteY13129"/>
                </a:cxn>
                <a:cxn ang="0">
                  <a:pos x="connsiteX13130" y="connsiteY13130"/>
                </a:cxn>
                <a:cxn ang="0">
                  <a:pos x="connsiteX13131" y="connsiteY13131"/>
                </a:cxn>
                <a:cxn ang="0">
                  <a:pos x="connsiteX13132" y="connsiteY13132"/>
                </a:cxn>
                <a:cxn ang="0">
                  <a:pos x="connsiteX13133" y="connsiteY13133"/>
                </a:cxn>
                <a:cxn ang="0">
                  <a:pos x="connsiteX13134" y="connsiteY13134"/>
                </a:cxn>
                <a:cxn ang="0">
                  <a:pos x="connsiteX13135" y="connsiteY13135"/>
                </a:cxn>
                <a:cxn ang="0">
                  <a:pos x="connsiteX13136" y="connsiteY13136"/>
                </a:cxn>
                <a:cxn ang="0">
                  <a:pos x="connsiteX13137" y="connsiteY13137"/>
                </a:cxn>
                <a:cxn ang="0">
                  <a:pos x="connsiteX13138" y="connsiteY13138"/>
                </a:cxn>
                <a:cxn ang="0">
                  <a:pos x="connsiteX13139" y="connsiteY13139"/>
                </a:cxn>
                <a:cxn ang="0">
                  <a:pos x="connsiteX13140" y="connsiteY13140"/>
                </a:cxn>
                <a:cxn ang="0">
                  <a:pos x="connsiteX13141" y="connsiteY13141"/>
                </a:cxn>
                <a:cxn ang="0">
                  <a:pos x="connsiteX13142" y="connsiteY13142"/>
                </a:cxn>
                <a:cxn ang="0">
                  <a:pos x="connsiteX13143" y="connsiteY13143"/>
                </a:cxn>
                <a:cxn ang="0">
                  <a:pos x="connsiteX13144" y="connsiteY13144"/>
                </a:cxn>
                <a:cxn ang="0">
                  <a:pos x="connsiteX13145" y="connsiteY13145"/>
                </a:cxn>
                <a:cxn ang="0">
                  <a:pos x="connsiteX13146" y="connsiteY13146"/>
                </a:cxn>
                <a:cxn ang="0">
                  <a:pos x="connsiteX13147" y="connsiteY13147"/>
                </a:cxn>
                <a:cxn ang="0">
                  <a:pos x="connsiteX13148" y="connsiteY13148"/>
                </a:cxn>
                <a:cxn ang="0">
                  <a:pos x="connsiteX13149" y="connsiteY13149"/>
                </a:cxn>
                <a:cxn ang="0">
                  <a:pos x="connsiteX13150" y="connsiteY13150"/>
                </a:cxn>
                <a:cxn ang="0">
                  <a:pos x="connsiteX13151" y="connsiteY13151"/>
                </a:cxn>
                <a:cxn ang="0">
                  <a:pos x="connsiteX13152" y="connsiteY13152"/>
                </a:cxn>
                <a:cxn ang="0">
                  <a:pos x="connsiteX13153" y="connsiteY13153"/>
                </a:cxn>
                <a:cxn ang="0">
                  <a:pos x="connsiteX13154" y="connsiteY13154"/>
                </a:cxn>
                <a:cxn ang="0">
                  <a:pos x="connsiteX13155" y="connsiteY13155"/>
                </a:cxn>
                <a:cxn ang="0">
                  <a:pos x="connsiteX13156" y="connsiteY13156"/>
                </a:cxn>
                <a:cxn ang="0">
                  <a:pos x="connsiteX13157" y="connsiteY13157"/>
                </a:cxn>
                <a:cxn ang="0">
                  <a:pos x="connsiteX13158" y="connsiteY13158"/>
                </a:cxn>
                <a:cxn ang="0">
                  <a:pos x="connsiteX13159" y="connsiteY13159"/>
                </a:cxn>
                <a:cxn ang="0">
                  <a:pos x="connsiteX13160" y="connsiteY13160"/>
                </a:cxn>
                <a:cxn ang="0">
                  <a:pos x="connsiteX13161" y="connsiteY13161"/>
                </a:cxn>
                <a:cxn ang="0">
                  <a:pos x="connsiteX13162" y="connsiteY13162"/>
                </a:cxn>
                <a:cxn ang="0">
                  <a:pos x="connsiteX13163" y="connsiteY13163"/>
                </a:cxn>
                <a:cxn ang="0">
                  <a:pos x="connsiteX13164" y="connsiteY13164"/>
                </a:cxn>
                <a:cxn ang="0">
                  <a:pos x="connsiteX13165" y="connsiteY13165"/>
                </a:cxn>
                <a:cxn ang="0">
                  <a:pos x="connsiteX13166" y="connsiteY13166"/>
                </a:cxn>
                <a:cxn ang="0">
                  <a:pos x="connsiteX13167" y="connsiteY13167"/>
                </a:cxn>
                <a:cxn ang="0">
                  <a:pos x="connsiteX13168" y="connsiteY13168"/>
                </a:cxn>
                <a:cxn ang="0">
                  <a:pos x="connsiteX13169" y="connsiteY13169"/>
                </a:cxn>
                <a:cxn ang="0">
                  <a:pos x="connsiteX13170" y="connsiteY13170"/>
                </a:cxn>
                <a:cxn ang="0">
                  <a:pos x="connsiteX13171" y="connsiteY13171"/>
                </a:cxn>
                <a:cxn ang="0">
                  <a:pos x="connsiteX13172" y="connsiteY13172"/>
                </a:cxn>
                <a:cxn ang="0">
                  <a:pos x="connsiteX13173" y="connsiteY13173"/>
                </a:cxn>
                <a:cxn ang="0">
                  <a:pos x="connsiteX13174" y="connsiteY13174"/>
                </a:cxn>
                <a:cxn ang="0">
                  <a:pos x="connsiteX13175" y="connsiteY13175"/>
                </a:cxn>
                <a:cxn ang="0">
                  <a:pos x="connsiteX13176" y="connsiteY13176"/>
                </a:cxn>
                <a:cxn ang="0">
                  <a:pos x="connsiteX13177" y="connsiteY13177"/>
                </a:cxn>
                <a:cxn ang="0">
                  <a:pos x="connsiteX13178" y="connsiteY13178"/>
                </a:cxn>
                <a:cxn ang="0">
                  <a:pos x="connsiteX13179" y="connsiteY13179"/>
                </a:cxn>
                <a:cxn ang="0">
                  <a:pos x="connsiteX13180" y="connsiteY13180"/>
                </a:cxn>
                <a:cxn ang="0">
                  <a:pos x="connsiteX13181" y="connsiteY13181"/>
                </a:cxn>
                <a:cxn ang="0">
                  <a:pos x="connsiteX13182" y="connsiteY13182"/>
                </a:cxn>
                <a:cxn ang="0">
                  <a:pos x="connsiteX13183" y="connsiteY13183"/>
                </a:cxn>
                <a:cxn ang="0">
                  <a:pos x="connsiteX13184" y="connsiteY13184"/>
                </a:cxn>
                <a:cxn ang="0">
                  <a:pos x="connsiteX13185" y="connsiteY13185"/>
                </a:cxn>
                <a:cxn ang="0">
                  <a:pos x="connsiteX13186" y="connsiteY13186"/>
                </a:cxn>
                <a:cxn ang="0">
                  <a:pos x="connsiteX13187" y="connsiteY13187"/>
                </a:cxn>
                <a:cxn ang="0">
                  <a:pos x="connsiteX13188" y="connsiteY13188"/>
                </a:cxn>
                <a:cxn ang="0">
                  <a:pos x="connsiteX13189" y="connsiteY13189"/>
                </a:cxn>
                <a:cxn ang="0">
                  <a:pos x="connsiteX13190" y="connsiteY13190"/>
                </a:cxn>
                <a:cxn ang="0">
                  <a:pos x="connsiteX13191" y="connsiteY13191"/>
                </a:cxn>
                <a:cxn ang="0">
                  <a:pos x="connsiteX13192" y="connsiteY13192"/>
                </a:cxn>
                <a:cxn ang="0">
                  <a:pos x="connsiteX13193" y="connsiteY13193"/>
                </a:cxn>
                <a:cxn ang="0">
                  <a:pos x="connsiteX13194" y="connsiteY13194"/>
                </a:cxn>
                <a:cxn ang="0">
                  <a:pos x="connsiteX13195" y="connsiteY13195"/>
                </a:cxn>
                <a:cxn ang="0">
                  <a:pos x="connsiteX13196" y="connsiteY13196"/>
                </a:cxn>
                <a:cxn ang="0">
                  <a:pos x="connsiteX13197" y="connsiteY13197"/>
                </a:cxn>
                <a:cxn ang="0">
                  <a:pos x="connsiteX13198" y="connsiteY13198"/>
                </a:cxn>
                <a:cxn ang="0">
                  <a:pos x="connsiteX13199" y="connsiteY13199"/>
                </a:cxn>
                <a:cxn ang="0">
                  <a:pos x="connsiteX13200" y="connsiteY13200"/>
                </a:cxn>
                <a:cxn ang="0">
                  <a:pos x="connsiteX13201" y="connsiteY13201"/>
                </a:cxn>
                <a:cxn ang="0">
                  <a:pos x="connsiteX13202" y="connsiteY13202"/>
                </a:cxn>
                <a:cxn ang="0">
                  <a:pos x="connsiteX13203" y="connsiteY13203"/>
                </a:cxn>
                <a:cxn ang="0">
                  <a:pos x="connsiteX13204" y="connsiteY13204"/>
                </a:cxn>
                <a:cxn ang="0">
                  <a:pos x="connsiteX13205" y="connsiteY13205"/>
                </a:cxn>
                <a:cxn ang="0">
                  <a:pos x="connsiteX13206" y="connsiteY13206"/>
                </a:cxn>
                <a:cxn ang="0">
                  <a:pos x="connsiteX13207" y="connsiteY13207"/>
                </a:cxn>
                <a:cxn ang="0">
                  <a:pos x="connsiteX13208" y="connsiteY13208"/>
                </a:cxn>
                <a:cxn ang="0">
                  <a:pos x="connsiteX13209" y="connsiteY13209"/>
                </a:cxn>
                <a:cxn ang="0">
                  <a:pos x="connsiteX13210" y="connsiteY13210"/>
                </a:cxn>
                <a:cxn ang="0">
                  <a:pos x="connsiteX13211" y="connsiteY13211"/>
                </a:cxn>
                <a:cxn ang="0">
                  <a:pos x="connsiteX13212" y="connsiteY13212"/>
                </a:cxn>
                <a:cxn ang="0">
                  <a:pos x="connsiteX13213" y="connsiteY13213"/>
                </a:cxn>
                <a:cxn ang="0">
                  <a:pos x="connsiteX13214" y="connsiteY13214"/>
                </a:cxn>
                <a:cxn ang="0">
                  <a:pos x="connsiteX13215" y="connsiteY13215"/>
                </a:cxn>
                <a:cxn ang="0">
                  <a:pos x="connsiteX13216" y="connsiteY13216"/>
                </a:cxn>
                <a:cxn ang="0">
                  <a:pos x="connsiteX13217" y="connsiteY13217"/>
                </a:cxn>
                <a:cxn ang="0">
                  <a:pos x="connsiteX13218" y="connsiteY13218"/>
                </a:cxn>
                <a:cxn ang="0">
                  <a:pos x="connsiteX13219" y="connsiteY13219"/>
                </a:cxn>
                <a:cxn ang="0">
                  <a:pos x="connsiteX13220" y="connsiteY13220"/>
                </a:cxn>
                <a:cxn ang="0">
                  <a:pos x="connsiteX13221" y="connsiteY13221"/>
                </a:cxn>
                <a:cxn ang="0">
                  <a:pos x="connsiteX13222" y="connsiteY13222"/>
                </a:cxn>
                <a:cxn ang="0">
                  <a:pos x="connsiteX13223" y="connsiteY13223"/>
                </a:cxn>
                <a:cxn ang="0">
                  <a:pos x="connsiteX13224" y="connsiteY13224"/>
                </a:cxn>
                <a:cxn ang="0">
                  <a:pos x="connsiteX13225" y="connsiteY13225"/>
                </a:cxn>
                <a:cxn ang="0">
                  <a:pos x="connsiteX13226" y="connsiteY13226"/>
                </a:cxn>
                <a:cxn ang="0">
                  <a:pos x="connsiteX13227" y="connsiteY13227"/>
                </a:cxn>
                <a:cxn ang="0">
                  <a:pos x="connsiteX13228" y="connsiteY13228"/>
                </a:cxn>
                <a:cxn ang="0">
                  <a:pos x="connsiteX13229" y="connsiteY13229"/>
                </a:cxn>
                <a:cxn ang="0">
                  <a:pos x="connsiteX13230" y="connsiteY13230"/>
                </a:cxn>
                <a:cxn ang="0">
                  <a:pos x="connsiteX13231" y="connsiteY13231"/>
                </a:cxn>
                <a:cxn ang="0">
                  <a:pos x="connsiteX13232" y="connsiteY13232"/>
                </a:cxn>
                <a:cxn ang="0">
                  <a:pos x="connsiteX13233" y="connsiteY13233"/>
                </a:cxn>
                <a:cxn ang="0">
                  <a:pos x="connsiteX13234" y="connsiteY13234"/>
                </a:cxn>
                <a:cxn ang="0">
                  <a:pos x="connsiteX13235" y="connsiteY13235"/>
                </a:cxn>
                <a:cxn ang="0">
                  <a:pos x="connsiteX13236" y="connsiteY13236"/>
                </a:cxn>
                <a:cxn ang="0">
                  <a:pos x="connsiteX13237" y="connsiteY13237"/>
                </a:cxn>
                <a:cxn ang="0">
                  <a:pos x="connsiteX13238" y="connsiteY13238"/>
                </a:cxn>
                <a:cxn ang="0">
                  <a:pos x="connsiteX13239" y="connsiteY13239"/>
                </a:cxn>
                <a:cxn ang="0">
                  <a:pos x="connsiteX13240" y="connsiteY13240"/>
                </a:cxn>
                <a:cxn ang="0">
                  <a:pos x="connsiteX13241" y="connsiteY13241"/>
                </a:cxn>
                <a:cxn ang="0">
                  <a:pos x="connsiteX13242" y="connsiteY13242"/>
                </a:cxn>
                <a:cxn ang="0">
                  <a:pos x="connsiteX13243" y="connsiteY13243"/>
                </a:cxn>
                <a:cxn ang="0">
                  <a:pos x="connsiteX13244" y="connsiteY13244"/>
                </a:cxn>
                <a:cxn ang="0">
                  <a:pos x="connsiteX13245" y="connsiteY13245"/>
                </a:cxn>
                <a:cxn ang="0">
                  <a:pos x="connsiteX13246" y="connsiteY13246"/>
                </a:cxn>
                <a:cxn ang="0">
                  <a:pos x="connsiteX13247" y="connsiteY13247"/>
                </a:cxn>
                <a:cxn ang="0">
                  <a:pos x="connsiteX13248" y="connsiteY13248"/>
                </a:cxn>
                <a:cxn ang="0">
                  <a:pos x="connsiteX13249" y="connsiteY13249"/>
                </a:cxn>
                <a:cxn ang="0">
                  <a:pos x="connsiteX13250" y="connsiteY13250"/>
                </a:cxn>
                <a:cxn ang="0">
                  <a:pos x="connsiteX13251" y="connsiteY13251"/>
                </a:cxn>
                <a:cxn ang="0">
                  <a:pos x="connsiteX13252" y="connsiteY13252"/>
                </a:cxn>
                <a:cxn ang="0">
                  <a:pos x="connsiteX13253" y="connsiteY13253"/>
                </a:cxn>
                <a:cxn ang="0">
                  <a:pos x="connsiteX13254" y="connsiteY13254"/>
                </a:cxn>
                <a:cxn ang="0">
                  <a:pos x="connsiteX13255" y="connsiteY13255"/>
                </a:cxn>
                <a:cxn ang="0">
                  <a:pos x="connsiteX13256" y="connsiteY13256"/>
                </a:cxn>
                <a:cxn ang="0">
                  <a:pos x="connsiteX13257" y="connsiteY13257"/>
                </a:cxn>
                <a:cxn ang="0">
                  <a:pos x="connsiteX13258" y="connsiteY13258"/>
                </a:cxn>
                <a:cxn ang="0">
                  <a:pos x="connsiteX13259" y="connsiteY13259"/>
                </a:cxn>
                <a:cxn ang="0">
                  <a:pos x="connsiteX13260" y="connsiteY13260"/>
                </a:cxn>
                <a:cxn ang="0">
                  <a:pos x="connsiteX13261" y="connsiteY13261"/>
                </a:cxn>
                <a:cxn ang="0">
                  <a:pos x="connsiteX13262" y="connsiteY13262"/>
                </a:cxn>
                <a:cxn ang="0">
                  <a:pos x="connsiteX13263" y="connsiteY13263"/>
                </a:cxn>
                <a:cxn ang="0">
                  <a:pos x="connsiteX13264" y="connsiteY13264"/>
                </a:cxn>
                <a:cxn ang="0">
                  <a:pos x="connsiteX13265" y="connsiteY13265"/>
                </a:cxn>
                <a:cxn ang="0">
                  <a:pos x="connsiteX13266" y="connsiteY13266"/>
                </a:cxn>
                <a:cxn ang="0">
                  <a:pos x="connsiteX13267" y="connsiteY13267"/>
                </a:cxn>
                <a:cxn ang="0">
                  <a:pos x="connsiteX13268" y="connsiteY13268"/>
                </a:cxn>
                <a:cxn ang="0">
                  <a:pos x="connsiteX13269" y="connsiteY13269"/>
                </a:cxn>
                <a:cxn ang="0">
                  <a:pos x="connsiteX13270" y="connsiteY13270"/>
                </a:cxn>
                <a:cxn ang="0">
                  <a:pos x="connsiteX13271" y="connsiteY13271"/>
                </a:cxn>
                <a:cxn ang="0">
                  <a:pos x="connsiteX13272" y="connsiteY13272"/>
                </a:cxn>
                <a:cxn ang="0">
                  <a:pos x="connsiteX13273" y="connsiteY13273"/>
                </a:cxn>
                <a:cxn ang="0">
                  <a:pos x="connsiteX13274" y="connsiteY13274"/>
                </a:cxn>
                <a:cxn ang="0">
                  <a:pos x="connsiteX13275" y="connsiteY13275"/>
                </a:cxn>
                <a:cxn ang="0">
                  <a:pos x="connsiteX13276" y="connsiteY13276"/>
                </a:cxn>
                <a:cxn ang="0">
                  <a:pos x="connsiteX13277" y="connsiteY13277"/>
                </a:cxn>
                <a:cxn ang="0">
                  <a:pos x="connsiteX13278" y="connsiteY13278"/>
                </a:cxn>
                <a:cxn ang="0">
                  <a:pos x="connsiteX13279" y="connsiteY13279"/>
                </a:cxn>
                <a:cxn ang="0">
                  <a:pos x="connsiteX13280" y="connsiteY13280"/>
                </a:cxn>
                <a:cxn ang="0">
                  <a:pos x="connsiteX13281" y="connsiteY13281"/>
                </a:cxn>
                <a:cxn ang="0">
                  <a:pos x="connsiteX13282" y="connsiteY13282"/>
                </a:cxn>
                <a:cxn ang="0">
                  <a:pos x="connsiteX13283" y="connsiteY13283"/>
                </a:cxn>
                <a:cxn ang="0">
                  <a:pos x="connsiteX13284" y="connsiteY13284"/>
                </a:cxn>
                <a:cxn ang="0">
                  <a:pos x="connsiteX13285" y="connsiteY13285"/>
                </a:cxn>
                <a:cxn ang="0">
                  <a:pos x="connsiteX13286" y="connsiteY13286"/>
                </a:cxn>
                <a:cxn ang="0">
                  <a:pos x="connsiteX13287" y="connsiteY13287"/>
                </a:cxn>
                <a:cxn ang="0">
                  <a:pos x="connsiteX13288" y="connsiteY13288"/>
                </a:cxn>
                <a:cxn ang="0">
                  <a:pos x="connsiteX13289" y="connsiteY13289"/>
                </a:cxn>
                <a:cxn ang="0">
                  <a:pos x="connsiteX13290" y="connsiteY13290"/>
                </a:cxn>
                <a:cxn ang="0">
                  <a:pos x="connsiteX13291" y="connsiteY13291"/>
                </a:cxn>
                <a:cxn ang="0">
                  <a:pos x="connsiteX13292" y="connsiteY13292"/>
                </a:cxn>
                <a:cxn ang="0">
                  <a:pos x="connsiteX13293" y="connsiteY13293"/>
                </a:cxn>
                <a:cxn ang="0">
                  <a:pos x="connsiteX13294" y="connsiteY13294"/>
                </a:cxn>
                <a:cxn ang="0">
                  <a:pos x="connsiteX13295" y="connsiteY13295"/>
                </a:cxn>
                <a:cxn ang="0">
                  <a:pos x="connsiteX13296" y="connsiteY13296"/>
                </a:cxn>
                <a:cxn ang="0">
                  <a:pos x="connsiteX13297" y="connsiteY13297"/>
                </a:cxn>
                <a:cxn ang="0">
                  <a:pos x="connsiteX13298" y="connsiteY13298"/>
                </a:cxn>
                <a:cxn ang="0">
                  <a:pos x="connsiteX13299" y="connsiteY13299"/>
                </a:cxn>
                <a:cxn ang="0">
                  <a:pos x="connsiteX13300" y="connsiteY13300"/>
                </a:cxn>
                <a:cxn ang="0">
                  <a:pos x="connsiteX13301" y="connsiteY13301"/>
                </a:cxn>
                <a:cxn ang="0">
                  <a:pos x="connsiteX13302" y="connsiteY13302"/>
                </a:cxn>
                <a:cxn ang="0">
                  <a:pos x="connsiteX13303" y="connsiteY13303"/>
                </a:cxn>
                <a:cxn ang="0">
                  <a:pos x="connsiteX13304" y="connsiteY13304"/>
                </a:cxn>
                <a:cxn ang="0">
                  <a:pos x="connsiteX13305" y="connsiteY13305"/>
                </a:cxn>
                <a:cxn ang="0">
                  <a:pos x="connsiteX13306" y="connsiteY13306"/>
                </a:cxn>
                <a:cxn ang="0">
                  <a:pos x="connsiteX13307" y="connsiteY13307"/>
                </a:cxn>
                <a:cxn ang="0">
                  <a:pos x="connsiteX13308" y="connsiteY13308"/>
                </a:cxn>
                <a:cxn ang="0">
                  <a:pos x="connsiteX13309" y="connsiteY13309"/>
                </a:cxn>
                <a:cxn ang="0">
                  <a:pos x="connsiteX13310" y="connsiteY13310"/>
                </a:cxn>
                <a:cxn ang="0">
                  <a:pos x="connsiteX13311" y="connsiteY13311"/>
                </a:cxn>
                <a:cxn ang="0">
                  <a:pos x="connsiteX13312" y="connsiteY13312"/>
                </a:cxn>
                <a:cxn ang="0">
                  <a:pos x="connsiteX13313" y="connsiteY13313"/>
                </a:cxn>
                <a:cxn ang="0">
                  <a:pos x="connsiteX13314" y="connsiteY13314"/>
                </a:cxn>
                <a:cxn ang="0">
                  <a:pos x="connsiteX13315" y="connsiteY13315"/>
                </a:cxn>
                <a:cxn ang="0">
                  <a:pos x="connsiteX13316" y="connsiteY13316"/>
                </a:cxn>
                <a:cxn ang="0">
                  <a:pos x="connsiteX13317" y="connsiteY13317"/>
                </a:cxn>
                <a:cxn ang="0">
                  <a:pos x="connsiteX13318" y="connsiteY13318"/>
                </a:cxn>
                <a:cxn ang="0">
                  <a:pos x="connsiteX13319" y="connsiteY13319"/>
                </a:cxn>
                <a:cxn ang="0">
                  <a:pos x="connsiteX13320" y="connsiteY13320"/>
                </a:cxn>
                <a:cxn ang="0">
                  <a:pos x="connsiteX13321" y="connsiteY13321"/>
                </a:cxn>
                <a:cxn ang="0">
                  <a:pos x="connsiteX13322" y="connsiteY13322"/>
                </a:cxn>
                <a:cxn ang="0">
                  <a:pos x="connsiteX13323" y="connsiteY13323"/>
                </a:cxn>
                <a:cxn ang="0">
                  <a:pos x="connsiteX13324" y="connsiteY13324"/>
                </a:cxn>
                <a:cxn ang="0">
                  <a:pos x="connsiteX13325" y="connsiteY13325"/>
                </a:cxn>
                <a:cxn ang="0">
                  <a:pos x="connsiteX13326" y="connsiteY13326"/>
                </a:cxn>
                <a:cxn ang="0">
                  <a:pos x="connsiteX13327" y="connsiteY13327"/>
                </a:cxn>
                <a:cxn ang="0">
                  <a:pos x="connsiteX13328" y="connsiteY13328"/>
                </a:cxn>
                <a:cxn ang="0">
                  <a:pos x="connsiteX13329" y="connsiteY13329"/>
                </a:cxn>
                <a:cxn ang="0">
                  <a:pos x="connsiteX13330" y="connsiteY13330"/>
                </a:cxn>
                <a:cxn ang="0">
                  <a:pos x="connsiteX13331" y="connsiteY13331"/>
                </a:cxn>
                <a:cxn ang="0">
                  <a:pos x="connsiteX13332" y="connsiteY13332"/>
                </a:cxn>
                <a:cxn ang="0">
                  <a:pos x="connsiteX13333" y="connsiteY13333"/>
                </a:cxn>
                <a:cxn ang="0">
                  <a:pos x="connsiteX13334" y="connsiteY13334"/>
                </a:cxn>
                <a:cxn ang="0">
                  <a:pos x="connsiteX13335" y="connsiteY13335"/>
                </a:cxn>
                <a:cxn ang="0">
                  <a:pos x="connsiteX13336" y="connsiteY13336"/>
                </a:cxn>
                <a:cxn ang="0">
                  <a:pos x="connsiteX13337" y="connsiteY13337"/>
                </a:cxn>
                <a:cxn ang="0">
                  <a:pos x="connsiteX13338" y="connsiteY13338"/>
                </a:cxn>
                <a:cxn ang="0">
                  <a:pos x="connsiteX13339" y="connsiteY13339"/>
                </a:cxn>
                <a:cxn ang="0">
                  <a:pos x="connsiteX13340" y="connsiteY13340"/>
                </a:cxn>
                <a:cxn ang="0">
                  <a:pos x="connsiteX13341" y="connsiteY13341"/>
                </a:cxn>
                <a:cxn ang="0">
                  <a:pos x="connsiteX13342" y="connsiteY13342"/>
                </a:cxn>
                <a:cxn ang="0">
                  <a:pos x="connsiteX13343" y="connsiteY13343"/>
                </a:cxn>
                <a:cxn ang="0">
                  <a:pos x="connsiteX13344" y="connsiteY13344"/>
                </a:cxn>
                <a:cxn ang="0">
                  <a:pos x="connsiteX13345" y="connsiteY13345"/>
                </a:cxn>
                <a:cxn ang="0">
                  <a:pos x="connsiteX13346" y="connsiteY13346"/>
                </a:cxn>
                <a:cxn ang="0">
                  <a:pos x="connsiteX13347" y="connsiteY13347"/>
                </a:cxn>
                <a:cxn ang="0">
                  <a:pos x="connsiteX13348" y="connsiteY13348"/>
                </a:cxn>
                <a:cxn ang="0">
                  <a:pos x="connsiteX13349" y="connsiteY13349"/>
                </a:cxn>
                <a:cxn ang="0">
                  <a:pos x="connsiteX13350" y="connsiteY13350"/>
                </a:cxn>
                <a:cxn ang="0">
                  <a:pos x="connsiteX13351" y="connsiteY13351"/>
                </a:cxn>
                <a:cxn ang="0">
                  <a:pos x="connsiteX13352" y="connsiteY13352"/>
                </a:cxn>
                <a:cxn ang="0">
                  <a:pos x="connsiteX13353" y="connsiteY13353"/>
                </a:cxn>
                <a:cxn ang="0">
                  <a:pos x="connsiteX13354" y="connsiteY13354"/>
                </a:cxn>
                <a:cxn ang="0">
                  <a:pos x="connsiteX13355" y="connsiteY13355"/>
                </a:cxn>
                <a:cxn ang="0">
                  <a:pos x="connsiteX13356" y="connsiteY13356"/>
                </a:cxn>
                <a:cxn ang="0">
                  <a:pos x="connsiteX13357" y="connsiteY13357"/>
                </a:cxn>
                <a:cxn ang="0">
                  <a:pos x="connsiteX13358" y="connsiteY13358"/>
                </a:cxn>
                <a:cxn ang="0">
                  <a:pos x="connsiteX13359" y="connsiteY13359"/>
                </a:cxn>
                <a:cxn ang="0">
                  <a:pos x="connsiteX13360" y="connsiteY13360"/>
                </a:cxn>
                <a:cxn ang="0">
                  <a:pos x="connsiteX13361" y="connsiteY13361"/>
                </a:cxn>
                <a:cxn ang="0">
                  <a:pos x="connsiteX13362" y="connsiteY13362"/>
                </a:cxn>
                <a:cxn ang="0">
                  <a:pos x="connsiteX13363" y="connsiteY13363"/>
                </a:cxn>
                <a:cxn ang="0">
                  <a:pos x="connsiteX13364" y="connsiteY13364"/>
                </a:cxn>
                <a:cxn ang="0">
                  <a:pos x="connsiteX13365" y="connsiteY13365"/>
                </a:cxn>
                <a:cxn ang="0">
                  <a:pos x="connsiteX13366" y="connsiteY13366"/>
                </a:cxn>
                <a:cxn ang="0">
                  <a:pos x="connsiteX13367" y="connsiteY13367"/>
                </a:cxn>
                <a:cxn ang="0">
                  <a:pos x="connsiteX13368" y="connsiteY13368"/>
                </a:cxn>
                <a:cxn ang="0">
                  <a:pos x="connsiteX13369" y="connsiteY13369"/>
                </a:cxn>
                <a:cxn ang="0">
                  <a:pos x="connsiteX13370" y="connsiteY13370"/>
                </a:cxn>
                <a:cxn ang="0">
                  <a:pos x="connsiteX13371" y="connsiteY13371"/>
                </a:cxn>
                <a:cxn ang="0">
                  <a:pos x="connsiteX13372" y="connsiteY13372"/>
                </a:cxn>
                <a:cxn ang="0">
                  <a:pos x="connsiteX13373" y="connsiteY13373"/>
                </a:cxn>
                <a:cxn ang="0">
                  <a:pos x="connsiteX13374" y="connsiteY13374"/>
                </a:cxn>
                <a:cxn ang="0">
                  <a:pos x="connsiteX13375" y="connsiteY13375"/>
                </a:cxn>
                <a:cxn ang="0">
                  <a:pos x="connsiteX13376" y="connsiteY13376"/>
                </a:cxn>
                <a:cxn ang="0">
                  <a:pos x="connsiteX13377" y="connsiteY13377"/>
                </a:cxn>
                <a:cxn ang="0">
                  <a:pos x="connsiteX13378" y="connsiteY13378"/>
                </a:cxn>
                <a:cxn ang="0">
                  <a:pos x="connsiteX13379" y="connsiteY13379"/>
                </a:cxn>
                <a:cxn ang="0">
                  <a:pos x="connsiteX13380" y="connsiteY13380"/>
                </a:cxn>
                <a:cxn ang="0">
                  <a:pos x="connsiteX13381" y="connsiteY13381"/>
                </a:cxn>
                <a:cxn ang="0">
                  <a:pos x="connsiteX13382" y="connsiteY13382"/>
                </a:cxn>
                <a:cxn ang="0">
                  <a:pos x="connsiteX13383" y="connsiteY13383"/>
                </a:cxn>
                <a:cxn ang="0">
                  <a:pos x="connsiteX13384" y="connsiteY13384"/>
                </a:cxn>
                <a:cxn ang="0">
                  <a:pos x="connsiteX13385" y="connsiteY13385"/>
                </a:cxn>
                <a:cxn ang="0">
                  <a:pos x="connsiteX13386" y="connsiteY13386"/>
                </a:cxn>
                <a:cxn ang="0">
                  <a:pos x="connsiteX13387" y="connsiteY13387"/>
                </a:cxn>
                <a:cxn ang="0">
                  <a:pos x="connsiteX13388" y="connsiteY13388"/>
                </a:cxn>
                <a:cxn ang="0">
                  <a:pos x="connsiteX13389" y="connsiteY13389"/>
                </a:cxn>
                <a:cxn ang="0">
                  <a:pos x="connsiteX13390" y="connsiteY13390"/>
                </a:cxn>
                <a:cxn ang="0">
                  <a:pos x="connsiteX13391" y="connsiteY13391"/>
                </a:cxn>
                <a:cxn ang="0">
                  <a:pos x="connsiteX13392" y="connsiteY13392"/>
                </a:cxn>
                <a:cxn ang="0">
                  <a:pos x="connsiteX13393" y="connsiteY13393"/>
                </a:cxn>
                <a:cxn ang="0">
                  <a:pos x="connsiteX13394" y="connsiteY13394"/>
                </a:cxn>
                <a:cxn ang="0">
                  <a:pos x="connsiteX13395" y="connsiteY13395"/>
                </a:cxn>
                <a:cxn ang="0">
                  <a:pos x="connsiteX13396" y="connsiteY13396"/>
                </a:cxn>
                <a:cxn ang="0">
                  <a:pos x="connsiteX13397" y="connsiteY13397"/>
                </a:cxn>
                <a:cxn ang="0">
                  <a:pos x="connsiteX13398" y="connsiteY13398"/>
                </a:cxn>
                <a:cxn ang="0">
                  <a:pos x="connsiteX13399" y="connsiteY13399"/>
                </a:cxn>
                <a:cxn ang="0">
                  <a:pos x="connsiteX13400" y="connsiteY13400"/>
                </a:cxn>
                <a:cxn ang="0">
                  <a:pos x="connsiteX13401" y="connsiteY13401"/>
                </a:cxn>
                <a:cxn ang="0">
                  <a:pos x="connsiteX13402" y="connsiteY13402"/>
                </a:cxn>
                <a:cxn ang="0">
                  <a:pos x="connsiteX13403" y="connsiteY13403"/>
                </a:cxn>
                <a:cxn ang="0">
                  <a:pos x="connsiteX13404" y="connsiteY13404"/>
                </a:cxn>
                <a:cxn ang="0">
                  <a:pos x="connsiteX13405" y="connsiteY13405"/>
                </a:cxn>
                <a:cxn ang="0">
                  <a:pos x="connsiteX13406" y="connsiteY13406"/>
                </a:cxn>
                <a:cxn ang="0">
                  <a:pos x="connsiteX13407" y="connsiteY13407"/>
                </a:cxn>
                <a:cxn ang="0">
                  <a:pos x="connsiteX13408" y="connsiteY13408"/>
                </a:cxn>
                <a:cxn ang="0">
                  <a:pos x="connsiteX13409" y="connsiteY13409"/>
                </a:cxn>
                <a:cxn ang="0">
                  <a:pos x="connsiteX13410" y="connsiteY13410"/>
                </a:cxn>
                <a:cxn ang="0">
                  <a:pos x="connsiteX13411" y="connsiteY13411"/>
                </a:cxn>
                <a:cxn ang="0">
                  <a:pos x="connsiteX13412" y="connsiteY13412"/>
                </a:cxn>
                <a:cxn ang="0">
                  <a:pos x="connsiteX13413" y="connsiteY13413"/>
                </a:cxn>
                <a:cxn ang="0">
                  <a:pos x="connsiteX13414" y="connsiteY13414"/>
                </a:cxn>
                <a:cxn ang="0">
                  <a:pos x="connsiteX13415" y="connsiteY13415"/>
                </a:cxn>
                <a:cxn ang="0">
                  <a:pos x="connsiteX13416" y="connsiteY13416"/>
                </a:cxn>
                <a:cxn ang="0">
                  <a:pos x="connsiteX13417" y="connsiteY13417"/>
                </a:cxn>
                <a:cxn ang="0">
                  <a:pos x="connsiteX13418" y="connsiteY13418"/>
                </a:cxn>
                <a:cxn ang="0">
                  <a:pos x="connsiteX13419" y="connsiteY13419"/>
                </a:cxn>
                <a:cxn ang="0">
                  <a:pos x="connsiteX13420" y="connsiteY13420"/>
                </a:cxn>
                <a:cxn ang="0">
                  <a:pos x="connsiteX13421" y="connsiteY13421"/>
                </a:cxn>
                <a:cxn ang="0">
                  <a:pos x="connsiteX13422" y="connsiteY13422"/>
                </a:cxn>
                <a:cxn ang="0">
                  <a:pos x="connsiteX13423" y="connsiteY13423"/>
                </a:cxn>
                <a:cxn ang="0">
                  <a:pos x="connsiteX13424" y="connsiteY13424"/>
                </a:cxn>
                <a:cxn ang="0">
                  <a:pos x="connsiteX13425" y="connsiteY13425"/>
                </a:cxn>
                <a:cxn ang="0">
                  <a:pos x="connsiteX13426" y="connsiteY13426"/>
                </a:cxn>
                <a:cxn ang="0">
                  <a:pos x="connsiteX13427" y="connsiteY13427"/>
                </a:cxn>
                <a:cxn ang="0">
                  <a:pos x="connsiteX13428" y="connsiteY13428"/>
                </a:cxn>
                <a:cxn ang="0">
                  <a:pos x="connsiteX13429" y="connsiteY13429"/>
                </a:cxn>
                <a:cxn ang="0">
                  <a:pos x="connsiteX13430" y="connsiteY13430"/>
                </a:cxn>
                <a:cxn ang="0">
                  <a:pos x="connsiteX13431" y="connsiteY13431"/>
                </a:cxn>
                <a:cxn ang="0">
                  <a:pos x="connsiteX13432" y="connsiteY13432"/>
                </a:cxn>
                <a:cxn ang="0">
                  <a:pos x="connsiteX13433" y="connsiteY13433"/>
                </a:cxn>
                <a:cxn ang="0">
                  <a:pos x="connsiteX13434" y="connsiteY13434"/>
                </a:cxn>
                <a:cxn ang="0">
                  <a:pos x="connsiteX13435" y="connsiteY13435"/>
                </a:cxn>
                <a:cxn ang="0">
                  <a:pos x="connsiteX13436" y="connsiteY13436"/>
                </a:cxn>
                <a:cxn ang="0">
                  <a:pos x="connsiteX13437" y="connsiteY13437"/>
                </a:cxn>
                <a:cxn ang="0">
                  <a:pos x="connsiteX13438" y="connsiteY13438"/>
                </a:cxn>
                <a:cxn ang="0">
                  <a:pos x="connsiteX13439" y="connsiteY13439"/>
                </a:cxn>
                <a:cxn ang="0">
                  <a:pos x="connsiteX13440" y="connsiteY13440"/>
                </a:cxn>
                <a:cxn ang="0">
                  <a:pos x="connsiteX13441" y="connsiteY13441"/>
                </a:cxn>
                <a:cxn ang="0">
                  <a:pos x="connsiteX13442" y="connsiteY13442"/>
                </a:cxn>
                <a:cxn ang="0">
                  <a:pos x="connsiteX13443" y="connsiteY13443"/>
                </a:cxn>
                <a:cxn ang="0">
                  <a:pos x="connsiteX13444" y="connsiteY13444"/>
                </a:cxn>
                <a:cxn ang="0">
                  <a:pos x="connsiteX13445" y="connsiteY13445"/>
                </a:cxn>
                <a:cxn ang="0">
                  <a:pos x="connsiteX13446" y="connsiteY13446"/>
                </a:cxn>
                <a:cxn ang="0">
                  <a:pos x="connsiteX13447" y="connsiteY13447"/>
                </a:cxn>
                <a:cxn ang="0">
                  <a:pos x="connsiteX13448" y="connsiteY13448"/>
                </a:cxn>
                <a:cxn ang="0">
                  <a:pos x="connsiteX13449" y="connsiteY13449"/>
                </a:cxn>
                <a:cxn ang="0">
                  <a:pos x="connsiteX13450" y="connsiteY13450"/>
                </a:cxn>
                <a:cxn ang="0">
                  <a:pos x="connsiteX13451" y="connsiteY13451"/>
                </a:cxn>
                <a:cxn ang="0">
                  <a:pos x="connsiteX13452" y="connsiteY13452"/>
                </a:cxn>
                <a:cxn ang="0">
                  <a:pos x="connsiteX13453" y="connsiteY13453"/>
                </a:cxn>
                <a:cxn ang="0">
                  <a:pos x="connsiteX13454" y="connsiteY13454"/>
                </a:cxn>
                <a:cxn ang="0">
                  <a:pos x="connsiteX13455" y="connsiteY13455"/>
                </a:cxn>
                <a:cxn ang="0">
                  <a:pos x="connsiteX13456" y="connsiteY13456"/>
                </a:cxn>
                <a:cxn ang="0">
                  <a:pos x="connsiteX13457" y="connsiteY13457"/>
                </a:cxn>
                <a:cxn ang="0">
                  <a:pos x="connsiteX13458" y="connsiteY13458"/>
                </a:cxn>
                <a:cxn ang="0">
                  <a:pos x="connsiteX13459" y="connsiteY13459"/>
                </a:cxn>
                <a:cxn ang="0">
                  <a:pos x="connsiteX13460" y="connsiteY13460"/>
                </a:cxn>
                <a:cxn ang="0">
                  <a:pos x="connsiteX13461" y="connsiteY13461"/>
                </a:cxn>
                <a:cxn ang="0">
                  <a:pos x="connsiteX13462" y="connsiteY13462"/>
                </a:cxn>
                <a:cxn ang="0">
                  <a:pos x="connsiteX13463" y="connsiteY13463"/>
                </a:cxn>
                <a:cxn ang="0">
                  <a:pos x="connsiteX13464" y="connsiteY13464"/>
                </a:cxn>
                <a:cxn ang="0">
                  <a:pos x="connsiteX13465" y="connsiteY13465"/>
                </a:cxn>
                <a:cxn ang="0">
                  <a:pos x="connsiteX13466" y="connsiteY13466"/>
                </a:cxn>
                <a:cxn ang="0">
                  <a:pos x="connsiteX13467" y="connsiteY13467"/>
                </a:cxn>
                <a:cxn ang="0">
                  <a:pos x="connsiteX13468" y="connsiteY13468"/>
                </a:cxn>
                <a:cxn ang="0">
                  <a:pos x="connsiteX13469" y="connsiteY13469"/>
                </a:cxn>
                <a:cxn ang="0">
                  <a:pos x="connsiteX13470" y="connsiteY13470"/>
                </a:cxn>
                <a:cxn ang="0">
                  <a:pos x="connsiteX13471" y="connsiteY13471"/>
                </a:cxn>
                <a:cxn ang="0">
                  <a:pos x="connsiteX13472" y="connsiteY13472"/>
                </a:cxn>
                <a:cxn ang="0">
                  <a:pos x="connsiteX13473" y="connsiteY13473"/>
                </a:cxn>
                <a:cxn ang="0">
                  <a:pos x="connsiteX13474" y="connsiteY13474"/>
                </a:cxn>
                <a:cxn ang="0">
                  <a:pos x="connsiteX13475" y="connsiteY13475"/>
                </a:cxn>
                <a:cxn ang="0">
                  <a:pos x="connsiteX13476" y="connsiteY13476"/>
                </a:cxn>
                <a:cxn ang="0">
                  <a:pos x="connsiteX13477" y="connsiteY13477"/>
                </a:cxn>
                <a:cxn ang="0">
                  <a:pos x="connsiteX13478" y="connsiteY13478"/>
                </a:cxn>
                <a:cxn ang="0">
                  <a:pos x="connsiteX13479" y="connsiteY13479"/>
                </a:cxn>
                <a:cxn ang="0">
                  <a:pos x="connsiteX13480" y="connsiteY13480"/>
                </a:cxn>
                <a:cxn ang="0">
                  <a:pos x="connsiteX13481" y="connsiteY13481"/>
                </a:cxn>
                <a:cxn ang="0">
                  <a:pos x="connsiteX13482" y="connsiteY13482"/>
                </a:cxn>
                <a:cxn ang="0">
                  <a:pos x="connsiteX13483" y="connsiteY13483"/>
                </a:cxn>
                <a:cxn ang="0">
                  <a:pos x="connsiteX13484" y="connsiteY13484"/>
                </a:cxn>
                <a:cxn ang="0">
                  <a:pos x="connsiteX13485" y="connsiteY13485"/>
                </a:cxn>
                <a:cxn ang="0">
                  <a:pos x="connsiteX13486" y="connsiteY13486"/>
                </a:cxn>
                <a:cxn ang="0">
                  <a:pos x="connsiteX13487" y="connsiteY13487"/>
                </a:cxn>
                <a:cxn ang="0">
                  <a:pos x="connsiteX13488" y="connsiteY13488"/>
                </a:cxn>
                <a:cxn ang="0">
                  <a:pos x="connsiteX13489" y="connsiteY13489"/>
                </a:cxn>
                <a:cxn ang="0">
                  <a:pos x="connsiteX13490" y="connsiteY13490"/>
                </a:cxn>
                <a:cxn ang="0">
                  <a:pos x="connsiteX13491" y="connsiteY13491"/>
                </a:cxn>
                <a:cxn ang="0">
                  <a:pos x="connsiteX13492" y="connsiteY13492"/>
                </a:cxn>
                <a:cxn ang="0">
                  <a:pos x="connsiteX13493" y="connsiteY13493"/>
                </a:cxn>
                <a:cxn ang="0">
                  <a:pos x="connsiteX13494" y="connsiteY13494"/>
                </a:cxn>
                <a:cxn ang="0">
                  <a:pos x="connsiteX13495" y="connsiteY13495"/>
                </a:cxn>
                <a:cxn ang="0">
                  <a:pos x="connsiteX13496" y="connsiteY13496"/>
                </a:cxn>
                <a:cxn ang="0">
                  <a:pos x="connsiteX13497" y="connsiteY13497"/>
                </a:cxn>
                <a:cxn ang="0">
                  <a:pos x="connsiteX13498" y="connsiteY13498"/>
                </a:cxn>
                <a:cxn ang="0">
                  <a:pos x="connsiteX13499" y="connsiteY13499"/>
                </a:cxn>
                <a:cxn ang="0">
                  <a:pos x="connsiteX13500" y="connsiteY13500"/>
                </a:cxn>
                <a:cxn ang="0">
                  <a:pos x="connsiteX13501" y="connsiteY13501"/>
                </a:cxn>
                <a:cxn ang="0">
                  <a:pos x="connsiteX13502" y="connsiteY13502"/>
                </a:cxn>
                <a:cxn ang="0">
                  <a:pos x="connsiteX13503" y="connsiteY13503"/>
                </a:cxn>
                <a:cxn ang="0">
                  <a:pos x="connsiteX13504" y="connsiteY13504"/>
                </a:cxn>
                <a:cxn ang="0">
                  <a:pos x="connsiteX13505" y="connsiteY13505"/>
                </a:cxn>
                <a:cxn ang="0">
                  <a:pos x="connsiteX13506" y="connsiteY13506"/>
                </a:cxn>
                <a:cxn ang="0">
                  <a:pos x="connsiteX13507" y="connsiteY13507"/>
                </a:cxn>
                <a:cxn ang="0">
                  <a:pos x="connsiteX13508" y="connsiteY13508"/>
                </a:cxn>
                <a:cxn ang="0">
                  <a:pos x="connsiteX13509" y="connsiteY13509"/>
                </a:cxn>
                <a:cxn ang="0">
                  <a:pos x="connsiteX13510" y="connsiteY13510"/>
                </a:cxn>
                <a:cxn ang="0">
                  <a:pos x="connsiteX13511" y="connsiteY13511"/>
                </a:cxn>
                <a:cxn ang="0">
                  <a:pos x="connsiteX13512" y="connsiteY13512"/>
                </a:cxn>
                <a:cxn ang="0">
                  <a:pos x="connsiteX13513" y="connsiteY13513"/>
                </a:cxn>
                <a:cxn ang="0">
                  <a:pos x="connsiteX13514" y="connsiteY13514"/>
                </a:cxn>
                <a:cxn ang="0">
                  <a:pos x="connsiteX13515" y="connsiteY13515"/>
                </a:cxn>
                <a:cxn ang="0">
                  <a:pos x="connsiteX13516" y="connsiteY13516"/>
                </a:cxn>
                <a:cxn ang="0">
                  <a:pos x="connsiteX13517" y="connsiteY13517"/>
                </a:cxn>
                <a:cxn ang="0">
                  <a:pos x="connsiteX13518" y="connsiteY13518"/>
                </a:cxn>
                <a:cxn ang="0">
                  <a:pos x="connsiteX13519" y="connsiteY13519"/>
                </a:cxn>
                <a:cxn ang="0">
                  <a:pos x="connsiteX13520" y="connsiteY13520"/>
                </a:cxn>
                <a:cxn ang="0">
                  <a:pos x="connsiteX13521" y="connsiteY13521"/>
                </a:cxn>
                <a:cxn ang="0">
                  <a:pos x="connsiteX13522" y="connsiteY13522"/>
                </a:cxn>
                <a:cxn ang="0">
                  <a:pos x="connsiteX13523" y="connsiteY13523"/>
                </a:cxn>
                <a:cxn ang="0">
                  <a:pos x="connsiteX13524" y="connsiteY13524"/>
                </a:cxn>
                <a:cxn ang="0">
                  <a:pos x="connsiteX13525" y="connsiteY13525"/>
                </a:cxn>
                <a:cxn ang="0">
                  <a:pos x="connsiteX13526" y="connsiteY13526"/>
                </a:cxn>
                <a:cxn ang="0">
                  <a:pos x="connsiteX13527" y="connsiteY13527"/>
                </a:cxn>
                <a:cxn ang="0">
                  <a:pos x="connsiteX13528" y="connsiteY13528"/>
                </a:cxn>
                <a:cxn ang="0">
                  <a:pos x="connsiteX13529" y="connsiteY13529"/>
                </a:cxn>
                <a:cxn ang="0">
                  <a:pos x="connsiteX13530" y="connsiteY13530"/>
                </a:cxn>
                <a:cxn ang="0">
                  <a:pos x="connsiteX13531" y="connsiteY13531"/>
                </a:cxn>
                <a:cxn ang="0">
                  <a:pos x="connsiteX13532" y="connsiteY13532"/>
                </a:cxn>
                <a:cxn ang="0">
                  <a:pos x="connsiteX13533" y="connsiteY13533"/>
                </a:cxn>
                <a:cxn ang="0">
                  <a:pos x="connsiteX13534" y="connsiteY13534"/>
                </a:cxn>
                <a:cxn ang="0">
                  <a:pos x="connsiteX13535" y="connsiteY13535"/>
                </a:cxn>
                <a:cxn ang="0">
                  <a:pos x="connsiteX13536" y="connsiteY13536"/>
                </a:cxn>
                <a:cxn ang="0">
                  <a:pos x="connsiteX13537" y="connsiteY13537"/>
                </a:cxn>
                <a:cxn ang="0">
                  <a:pos x="connsiteX13538" y="connsiteY13538"/>
                </a:cxn>
                <a:cxn ang="0">
                  <a:pos x="connsiteX13539" y="connsiteY13539"/>
                </a:cxn>
                <a:cxn ang="0">
                  <a:pos x="connsiteX13540" y="connsiteY13540"/>
                </a:cxn>
                <a:cxn ang="0">
                  <a:pos x="connsiteX13541" y="connsiteY13541"/>
                </a:cxn>
                <a:cxn ang="0">
                  <a:pos x="connsiteX13542" y="connsiteY13542"/>
                </a:cxn>
                <a:cxn ang="0">
                  <a:pos x="connsiteX13543" y="connsiteY13543"/>
                </a:cxn>
                <a:cxn ang="0">
                  <a:pos x="connsiteX13544" y="connsiteY13544"/>
                </a:cxn>
                <a:cxn ang="0">
                  <a:pos x="connsiteX13545" y="connsiteY13545"/>
                </a:cxn>
                <a:cxn ang="0">
                  <a:pos x="connsiteX13546" y="connsiteY13546"/>
                </a:cxn>
                <a:cxn ang="0">
                  <a:pos x="connsiteX13547" y="connsiteY13547"/>
                </a:cxn>
                <a:cxn ang="0">
                  <a:pos x="connsiteX13548" y="connsiteY13548"/>
                </a:cxn>
                <a:cxn ang="0">
                  <a:pos x="connsiteX13549" y="connsiteY13549"/>
                </a:cxn>
                <a:cxn ang="0">
                  <a:pos x="connsiteX13550" y="connsiteY13550"/>
                </a:cxn>
                <a:cxn ang="0">
                  <a:pos x="connsiteX13551" y="connsiteY13551"/>
                </a:cxn>
                <a:cxn ang="0">
                  <a:pos x="connsiteX13552" y="connsiteY13552"/>
                </a:cxn>
                <a:cxn ang="0">
                  <a:pos x="connsiteX13553" y="connsiteY13553"/>
                </a:cxn>
                <a:cxn ang="0">
                  <a:pos x="connsiteX13554" y="connsiteY13554"/>
                </a:cxn>
                <a:cxn ang="0">
                  <a:pos x="connsiteX13555" y="connsiteY13555"/>
                </a:cxn>
                <a:cxn ang="0">
                  <a:pos x="connsiteX13556" y="connsiteY13556"/>
                </a:cxn>
                <a:cxn ang="0">
                  <a:pos x="connsiteX13557" y="connsiteY13557"/>
                </a:cxn>
                <a:cxn ang="0">
                  <a:pos x="connsiteX13558" y="connsiteY13558"/>
                </a:cxn>
                <a:cxn ang="0">
                  <a:pos x="connsiteX13559" y="connsiteY13559"/>
                </a:cxn>
                <a:cxn ang="0">
                  <a:pos x="connsiteX13560" y="connsiteY13560"/>
                </a:cxn>
                <a:cxn ang="0">
                  <a:pos x="connsiteX13561" y="connsiteY13561"/>
                </a:cxn>
                <a:cxn ang="0">
                  <a:pos x="connsiteX13562" y="connsiteY13562"/>
                </a:cxn>
                <a:cxn ang="0">
                  <a:pos x="connsiteX13563" y="connsiteY13563"/>
                </a:cxn>
                <a:cxn ang="0">
                  <a:pos x="connsiteX13564" y="connsiteY13564"/>
                </a:cxn>
                <a:cxn ang="0">
                  <a:pos x="connsiteX13565" y="connsiteY13565"/>
                </a:cxn>
                <a:cxn ang="0">
                  <a:pos x="connsiteX13566" y="connsiteY13566"/>
                </a:cxn>
                <a:cxn ang="0">
                  <a:pos x="connsiteX13567" y="connsiteY13567"/>
                </a:cxn>
                <a:cxn ang="0">
                  <a:pos x="connsiteX13568" y="connsiteY13568"/>
                </a:cxn>
                <a:cxn ang="0">
                  <a:pos x="connsiteX13569" y="connsiteY13569"/>
                </a:cxn>
                <a:cxn ang="0">
                  <a:pos x="connsiteX13570" y="connsiteY13570"/>
                </a:cxn>
                <a:cxn ang="0">
                  <a:pos x="connsiteX13571" y="connsiteY13571"/>
                </a:cxn>
                <a:cxn ang="0">
                  <a:pos x="connsiteX13572" y="connsiteY13572"/>
                </a:cxn>
                <a:cxn ang="0">
                  <a:pos x="connsiteX13573" y="connsiteY13573"/>
                </a:cxn>
                <a:cxn ang="0">
                  <a:pos x="connsiteX13574" y="connsiteY13574"/>
                </a:cxn>
                <a:cxn ang="0">
                  <a:pos x="connsiteX13575" y="connsiteY13575"/>
                </a:cxn>
                <a:cxn ang="0">
                  <a:pos x="connsiteX13576" y="connsiteY13576"/>
                </a:cxn>
                <a:cxn ang="0">
                  <a:pos x="connsiteX13577" y="connsiteY13577"/>
                </a:cxn>
                <a:cxn ang="0">
                  <a:pos x="connsiteX13578" y="connsiteY13578"/>
                </a:cxn>
                <a:cxn ang="0">
                  <a:pos x="connsiteX13579" y="connsiteY13579"/>
                </a:cxn>
                <a:cxn ang="0">
                  <a:pos x="connsiteX13580" y="connsiteY13580"/>
                </a:cxn>
                <a:cxn ang="0">
                  <a:pos x="connsiteX13581" y="connsiteY13581"/>
                </a:cxn>
                <a:cxn ang="0">
                  <a:pos x="connsiteX13582" y="connsiteY13582"/>
                </a:cxn>
                <a:cxn ang="0">
                  <a:pos x="connsiteX13583" y="connsiteY13583"/>
                </a:cxn>
                <a:cxn ang="0">
                  <a:pos x="connsiteX13584" y="connsiteY13584"/>
                </a:cxn>
                <a:cxn ang="0">
                  <a:pos x="connsiteX13585" y="connsiteY13585"/>
                </a:cxn>
                <a:cxn ang="0">
                  <a:pos x="connsiteX13586" y="connsiteY13586"/>
                </a:cxn>
                <a:cxn ang="0">
                  <a:pos x="connsiteX13587" y="connsiteY13587"/>
                </a:cxn>
                <a:cxn ang="0">
                  <a:pos x="connsiteX13588" y="connsiteY13588"/>
                </a:cxn>
                <a:cxn ang="0">
                  <a:pos x="connsiteX13589" y="connsiteY13589"/>
                </a:cxn>
                <a:cxn ang="0">
                  <a:pos x="connsiteX13590" y="connsiteY13590"/>
                </a:cxn>
                <a:cxn ang="0">
                  <a:pos x="connsiteX13591" y="connsiteY13591"/>
                </a:cxn>
                <a:cxn ang="0">
                  <a:pos x="connsiteX13592" y="connsiteY13592"/>
                </a:cxn>
                <a:cxn ang="0">
                  <a:pos x="connsiteX13593" y="connsiteY13593"/>
                </a:cxn>
                <a:cxn ang="0">
                  <a:pos x="connsiteX13594" y="connsiteY13594"/>
                </a:cxn>
                <a:cxn ang="0">
                  <a:pos x="connsiteX13595" y="connsiteY13595"/>
                </a:cxn>
                <a:cxn ang="0">
                  <a:pos x="connsiteX13596" y="connsiteY13596"/>
                </a:cxn>
                <a:cxn ang="0">
                  <a:pos x="connsiteX13597" y="connsiteY13597"/>
                </a:cxn>
                <a:cxn ang="0">
                  <a:pos x="connsiteX13598" y="connsiteY13598"/>
                </a:cxn>
                <a:cxn ang="0">
                  <a:pos x="connsiteX13599" y="connsiteY13599"/>
                </a:cxn>
                <a:cxn ang="0">
                  <a:pos x="connsiteX13600" y="connsiteY13600"/>
                </a:cxn>
                <a:cxn ang="0">
                  <a:pos x="connsiteX13601" y="connsiteY13601"/>
                </a:cxn>
                <a:cxn ang="0">
                  <a:pos x="connsiteX13602" y="connsiteY13602"/>
                </a:cxn>
                <a:cxn ang="0">
                  <a:pos x="connsiteX13603" y="connsiteY13603"/>
                </a:cxn>
                <a:cxn ang="0">
                  <a:pos x="connsiteX13604" y="connsiteY13604"/>
                </a:cxn>
                <a:cxn ang="0">
                  <a:pos x="connsiteX13605" y="connsiteY13605"/>
                </a:cxn>
                <a:cxn ang="0">
                  <a:pos x="connsiteX13606" y="connsiteY13606"/>
                </a:cxn>
                <a:cxn ang="0">
                  <a:pos x="connsiteX13607" y="connsiteY13607"/>
                </a:cxn>
                <a:cxn ang="0">
                  <a:pos x="connsiteX13608" y="connsiteY13608"/>
                </a:cxn>
                <a:cxn ang="0">
                  <a:pos x="connsiteX13609" y="connsiteY13609"/>
                </a:cxn>
                <a:cxn ang="0">
                  <a:pos x="connsiteX13610" y="connsiteY13610"/>
                </a:cxn>
                <a:cxn ang="0">
                  <a:pos x="connsiteX13611" y="connsiteY13611"/>
                </a:cxn>
                <a:cxn ang="0">
                  <a:pos x="connsiteX13612" y="connsiteY13612"/>
                </a:cxn>
                <a:cxn ang="0">
                  <a:pos x="connsiteX13613" y="connsiteY13613"/>
                </a:cxn>
                <a:cxn ang="0">
                  <a:pos x="connsiteX13614" y="connsiteY13614"/>
                </a:cxn>
                <a:cxn ang="0">
                  <a:pos x="connsiteX13615" y="connsiteY13615"/>
                </a:cxn>
                <a:cxn ang="0">
                  <a:pos x="connsiteX13616" y="connsiteY13616"/>
                </a:cxn>
                <a:cxn ang="0">
                  <a:pos x="connsiteX13617" y="connsiteY13617"/>
                </a:cxn>
                <a:cxn ang="0">
                  <a:pos x="connsiteX13618" y="connsiteY13618"/>
                </a:cxn>
                <a:cxn ang="0">
                  <a:pos x="connsiteX13619" y="connsiteY13619"/>
                </a:cxn>
                <a:cxn ang="0">
                  <a:pos x="connsiteX13620" y="connsiteY13620"/>
                </a:cxn>
                <a:cxn ang="0">
                  <a:pos x="connsiteX13621" y="connsiteY13621"/>
                </a:cxn>
                <a:cxn ang="0">
                  <a:pos x="connsiteX13622" y="connsiteY13622"/>
                </a:cxn>
                <a:cxn ang="0">
                  <a:pos x="connsiteX13623" y="connsiteY13623"/>
                </a:cxn>
                <a:cxn ang="0">
                  <a:pos x="connsiteX13624" y="connsiteY13624"/>
                </a:cxn>
                <a:cxn ang="0">
                  <a:pos x="connsiteX13625" y="connsiteY13625"/>
                </a:cxn>
                <a:cxn ang="0">
                  <a:pos x="connsiteX13626" y="connsiteY13626"/>
                </a:cxn>
                <a:cxn ang="0">
                  <a:pos x="connsiteX13627" y="connsiteY13627"/>
                </a:cxn>
                <a:cxn ang="0">
                  <a:pos x="connsiteX13628" y="connsiteY13628"/>
                </a:cxn>
                <a:cxn ang="0">
                  <a:pos x="connsiteX13629" y="connsiteY13629"/>
                </a:cxn>
                <a:cxn ang="0">
                  <a:pos x="connsiteX13630" y="connsiteY13630"/>
                </a:cxn>
                <a:cxn ang="0">
                  <a:pos x="connsiteX13631" y="connsiteY13631"/>
                </a:cxn>
                <a:cxn ang="0">
                  <a:pos x="connsiteX13632" y="connsiteY13632"/>
                </a:cxn>
                <a:cxn ang="0">
                  <a:pos x="connsiteX13633" y="connsiteY13633"/>
                </a:cxn>
                <a:cxn ang="0">
                  <a:pos x="connsiteX13634" y="connsiteY13634"/>
                </a:cxn>
                <a:cxn ang="0">
                  <a:pos x="connsiteX13635" y="connsiteY13635"/>
                </a:cxn>
                <a:cxn ang="0">
                  <a:pos x="connsiteX13636" y="connsiteY13636"/>
                </a:cxn>
                <a:cxn ang="0">
                  <a:pos x="connsiteX13637" y="connsiteY13637"/>
                </a:cxn>
                <a:cxn ang="0">
                  <a:pos x="connsiteX13638" y="connsiteY13638"/>
                </a:cxn>
                <a:cxn ang="0">
                  <a:pos x="connsiteX13639" y="connsiteY13639"/>
                </a:cxn>
                <a:cxn ang="0">
                  <a:pos x="connsiteX13640" y="connsiteY13640"/>
                </a:cxn>
                <a:cxn ang="0">
                  <a:pos x="connsiteX13641" y="connsiteY13641"/>
                </a:cxn>
                <a:cxn ang="0">
                  <a:pos x="connsiteX13642" y="connsiteY13642"/>
                </a:cxn>
                <a:cxn ang="0">
                  <a:pos x="connsiteX13643" y="connsiteY13643"/>
                </a:cxn>
                <a:cxn ang="0">
                  <a:pos x="connsiteX13644" y="connsiteY13644"/>
                </a:cxn>
                <a:cxn ang="0">
                  <a:pos x="connsiteX13645" y="connsiteY13645"/>
                </a:cxn>
                <a:cxn ang="0">
                  <a:pos x="connsiteX13646" y="connsiteY13646"/>
                </a:cxn>
                <a:cxn ang="0">
                  <a:pos x="connsiteX13647" y="connsiteY13647"/>
                </a:cxn>
                <a:cxn ang="0">
                  <a:pos x="connsiteX13648" y="connsiteY13648"/>
                </a:cxn>
                <a:cxn ang="0">
                  <a:pos x="connsiteX13649" y="connsiteY13649"/>
                </a:cxn>
                <a:cxn ang="0">
                  <a:pos x="connsiteX13650" y="connsiteY13650"/>
                </a:cxn>
                <a:cxn ang="0">
                  <a:pos x="connsiteX13651" y="connsiteY13651"/>
                </a:cxn>
                <a:cxn ang="0">
                  <a:pos x="connsiteX13652" y="connsiteY13652"/>
                </a:cxn>
                <a:cxn ang="0">
                  <a:pos x="connsiteX13653" y="connsiteY13653"/>
                </a:cxn>
                <a:cxn ang="0">
                  <a:pos x="connsiteX13654" y="connsiteY13654"/>
                </a:cxn>
                <a:cxn ang="0">
                  <a:pos x="connsiteX13655" y="connsiteY13655"/>
                </a:cxn>
                <a:cxn ang="0">
                  <a:pos x="connsiteX13656" y="connsiteY13656"/>
                </a:cxn>
                <a:cxn ang="0">
                  <a:pos x="connsiteX13657" y="connsiteY13657"/>
                </a:cxn>
                <a:cxn ang="0">
                  <a:pos x="connsiteX13658" y="connsiteY13658"/>
                </a:cxn>
                <a:cxn ang="0">
                  <a:pos x="connsiteX13659" y="connsiteY13659"/>
                </a:cxn>
                <a:cxn ang="0">
                  <a:pos x="connsiteX13660" y="connsiteY13660"/>
                </a:cxn>
                <a:cxn ang="0">
                  <a:pos x="connsiteX13661" y="connsiteY13661"/>
                </a:cxn>
                <a:cxn ang="0">
                  <a:pos x="connsiteX13662" y="connsiteY13662"/>
                </a:cxn>
                <a:cxn ang="0">
                  <a:pos x="connsiteX13663" y="connsiteY13663"/>
                </a:cxn>
                <a:cxn ang="0">
                  <a:pos x="connsiteX13664" y="connsiteY13664"/>
                </a:cxn>
                <a:cxn ang="0">
                  <a:pos x="connsiteX13665" y="connsiteY13665"/>
                </a:cxn>
                <a:cxn ang="0">
                  <a:pos x="connsiteX13666" y="connsiteY13666"/>
                </a:cxn>
                <a:cxn ang="0">
                  <a:pos x="connsiteX13667" y="connsiteY13667"/>
                </a:cxn>
                <a:cxn ang="0">
                  <a:pos x="connsiteX13668" y="connsiteY13668"/>
                </a:cxn>
                <a:cxn ang="0">
                  <a:pos x="connsiteX13669" y="connsiteY13669"/>
                </a:cxn>
                <a:cxn ang="0">
                  <a:pos x="connsiteX13670" y="connsiteY13670"/>
                </a:cxn>
                <a:cxn ang="0">
                  <a:pos x="connsiteX13671" y="connsiteY13671"/>
                </a:cxn>
                <a:cxn ang="0">
                  <a:pos x="connsiteX13672" y="connsiteY13672"/>
                </a:cxn>
                <a:cxn ang="0">
                  <a:pos x="connsiteX13673" y="connsiteY13673"/>
                </a:cxn>
                <a:cxn ang="0">
                  <a:pos x="connsiteX13674" y="connsiteY13674"/>
                </a:cxn>
                <a:cxn ang="0">
                  <a:pos x="connsiteX13675" y="connsiteY13675"/>
                </a:cxn>
                <a:cxn ang="0">
                  <a:pos x="connsiteX13676" y="connsiteY13676"/>
                </a:cxn>
                <a:cxn ang="0">
                  <a:pos x="connsiteX13677" y="connsiteY13677"/>
                </a:cxn>
                <a:cxn ang="0">
                  <a:pos x="connsiteX13678" y="connsiteY13678"/>
                </a:cxn>
                <a:cxn ang="0">
                  <a:pos x="connsiteX13679" y="connsiteY13679"/>
                </a:cxn>
                <a:cxn ang="0">
                  <a:pos x="connsiteX13680" y="connsiteY13680"/>
                </a:cxn>
                <a:cxn ang="0">
                  <a:pos x="connsiteX13681" y="connsiteY13681"/>
                </a:cxn>
                <a:cxn ang="0">
                  <a:pos x="connsiteX13682" y="connsiteY13682"/>
                </a:cxn>
                <a:cxn ang="0">
                  <a:pos x="connsiteX13683" y="connsiteY13683"/>
                </a:cxn>
                <a:cxn ang="0">
                  <a:pos x="connsiteX13684" y="connsiteY13684"/>
                </a:cxn>
                <a:cxn ang="0">
                  <a:pos x="connsiteX13685" y="connsiteY13685"/>
                </a:cxn>
                <a:cxn ang="0">
                  <a:pos x="connsiteX13686" y="connsiteY13686"/>
                </a:cxn>
                <a:cxn ang="0">
                  <a:pos x="connsiteX13687" y="connsiteY13687"/>
                </a:cxn>
                <a:cxn ang="0">
                  <a:pos x="connsiteX13688" y="connsiteY13688"/>
                </a:cxn>
                <a:cxn ang="0">
                  <a:pos x="connsiteX13689" y="connsiteY13689"/>
                </a:cxn>
                <a:cxn ang="0">
                  <a:pos x="connsiteX13690" y="connsiteY13690"/>
                </a:cxn>
                <a:cxn ang="0">
                  <a:pos x="connsiteX13691" y="connsiteY13691"/>
                </a:cxn>
                <a:cxn ang="0">
                  <a:pos x="connsiteX13692" y="connsiteY13692"/>
                </a:cxn>
                <a:cxn ang="0">
                  <a:pos x="connsiteX13693" y="connsiteY13693"/>
                </a:cxn>
                <a:cxn ang="0">
                  <a:pos x="connsiteX13694" y="connsiteY13694"/>
                </a:cxn>
                <a:cxn ang="0">
                  <a:pos x="connsiteX13695" y="connsiteY13695"/>
                </a:cxn>
                <a:cxn ang="0">
                  <a:pos x="connsiteX13696" y="connsiteY13696"/>
                </a:cxn>
                <a:cxn ang="0">
                  <a:pos x="connsiteX13697" y="connsiteY13697"/>
                </a:cxn>
                <a:cxn ang="0">
                  <a:pos x="connsiteX13698" y="connsiteY13698"/>
                </a:cxn>
                <a:cxn ang="0">
                  <a:pos x="connsiteX13699" y="connsiteY13699"/>
                </a:cxn>
                <a:cxn ang="0">
                  <a:pos x="connsiteX13700" y="connsiteY13700"/>
                </a:cxn>
                <a:cxn ang="0">
                  <a:pos x="connsiteX13701" y="connsiteY13701"/>
                </a:cxn>
                <a:cxn ang="0">
                  <a:pos x="connsiteX13702" y="connsiteY13702"/>
                </a:cxn>
                <a:cxn ang="0">
                  <a:pos x="connsiteX13703" y="connsiteY13703"/>
                </a:cxn>
                <a:cxn ang="0">
                  <a:pos x="connsiteX13704" y="connsiteY13704"/>
                </a:cxn>
                <a:cxn ang="0">
                  <a:pos x="connsiteX13705" y="connsiteY13705"/>
                </a:cxn>
                <a:cxn ang="0">
                  <a:pos x="connsiteX13706" y="connsiteY13706"/>
                </a:cxn>
                <a:cxn ang="0">
                  <a:pos x="connsiteX13707" y="connsiteY13707"/>
                </a:cxn>
                <a:cxn ang="0">
                  <a:pos x="connsiteX13708" y="connsiteY13708"/>
                </a:cxn>
                <a:cxn ang="0">
                  <a:pos x="connsiteX13709" y="connsiteY13709"/>
                </a:cxn>
                <a:cxn ang="0">
                  <a:pos x="connsiteX13710" y="connsiteY13710"/>
                </a:cxn>
                <a:cxn ang="0">
                  <a:pos x="connsiteX13711" y="connsiteY13711"/>
                </a:cxn>
                <a:cxn ang="0">
                  <a:pos x="connsiteX13712" y="connsiteY13712"/>
                </a:cxn>
                <a:cxn ang="0">
                  <a:pos x="connsiteX13713" y="connsiteY13713"/>
                </a:cxn>
                <a:cxn ang="0">
                  <a:pos x="connsiteX13714" y="connsiteY13714"/>
                </a:cxn>
                <a:cxn ang="0">
                  <a:pos x="connsiteX13715" y="connsiteY13715"/>
                </a:cxn>
                <a:cxn ang="0">
                  <a:pos x="connsiteX13716" y="connsiteY13716"/>
                </a:cxn>
                <a:cxn ang="0">
                  <a:pos x="connsiteX13717" y="connsiteY13717"/>
                </a:cxn>
                <a:cxn ang="0">
                  <a:pos x="connsiteX13718" y="connsiteY13718"/>
                </a:cxn>
                <a:cxn ang="0">
                  <a:pos x="connsiteX13719" y="connsiteY13719"/>
                </a:cxn>
                <a:cxn ang="0">
                  <a:pos x="connsiteX13720" y="connsiteY13720"/>
                </a:cxn>
                <a:cxn ang="0">
                  <a:pos x="connsiteX13721" y="connsiteY13721"/>
                </a:cxn>
                <a:cxn ang="0">
                  <a:pos x="connsiteX13722" y="connsiteY13722"/>
                </a:cxn>
                <a:cxn ang="0">
                  <a:pos x="connsiteX13723" y="connsiteY13723"/>
                </a:cxn>
                <a:cxn ang="0">
                  <a:pos x="connsiteX13724" y="connsiteY13724"/>
                </a:cxn>
                <a:cxn ang="0">
                  <a:pos x="connsiteX13725" y="connsiteY13725"/>
                </a:cxn>
                <a:cxn ang="0">
                  <a:pos x="connsiteX13726" y="connsiteY13726"/>
                </a:cxn>
                <a:cxn ang="0">
                  <a:pos x="connsiteX13727" y="connsiteY13727"/>
                </a:cxn>
                <a:cxn ang="0">
                  <a:pos x="connsiteX13728" y="connsiteY13728"/>
                </a:cxn>
                <a:cxn ang="0">
                  <a:pos x="connsiteX13729" y="connsiteY13729"/>
                </a:cxn>
                <a:cxn ang="0">
                  <a:pos x="connsiteX13730" y="connsiteY13730"/>
                </a:cxn>
                <a:cxn ang="0">
                  <a:pos x="connsiteX13731" y="connsiteY13731"/>
                </a:cxn>
                <a:cxn ang="0">
                  <a:pos x="connsiteX13732" y="connsiteY13732"/>
                </a:cxn>
                <a:cxn ang="0">
                  <a:pos x="connsiteX13733" y="connsiteY13733"/>
                </a:cxn>
                <a:cxn ang="0">
                  <a:pos x="connsiteX13734" y="connsiteY13734"/>
                </a:cxn>
                <a:cxn ang="0">
                  <a:pos x="connsiteX13735" y="connsiteY13735"/>
                </a:cxn>
                <a:cxn ang="0">
                  <a:pos x="connsiteX13736" y="connsiteY13736"/>
                </a:cxn>
                <a:cxn ang="0">
                  <a:pos x="connsiteX13737" y="connsiteY13737"/>
                </a:cxn>
                <a:cxn ang="0">
                  <a:pos x="connsiteX13738" y="connsiteY13738"/>
                </a:cxn>
                <a:cxn ang="0">
                  <a:pos x="connsiteX13739" y="connsiteY13739"/>
                </a:cxn>
                <a:cxn ang="0">
                  <a:pos x="connsiteX13740" y="connsiteY13740"/>
                </a:cxn>
                <a:cxn ang="0">
                  <a:pos x="connsiteX13741" y="connsiteY13741"/>
                </a:cxn>
                <a:cxn ang="0">
                  <a:pos x="connsiteX13742" y="connsiteY13742"/>
                </a:cxn>
                <a:cxn ang="0">
                  <a:pos x="connsiteX13743" y="connsiteY13743"/>
                </a:cxn>
                <a:cxn ang="0">
                  <a:pos x="connsiteX13744" y="connsiteY13744"/>
                </a:cxn>
                <a:cxn ang="0">
                  <a:pos x="connsiteX13745" y="connsiteY13745"/>
                </a:cxn>
                <a:cxn ang="0">
                  <a:pos x="connsiteX13746" y="connsiteY13746"/>
                </a:cxn>
                <a:cxn ang="0">
                  <a:pos x="connsiteX13747" y="connsiteY13747"/>
                </a:cxn>
                <a:cxn ang="0">
                  <a:pos x="connsiteX13748" y="connsiteY13748"/>
                </a:cxn>
                <a:cxn ang="0">
                  <a:pos x="connsiteX13749" y="connsiteY13749"/>
                </a:cxn>
                <a:cxn ang="0">
                  <a:pos x="connsiteX13750" y="connsiteY13750"/>
                </a:cxn>
                <a:cxn ang="0">
                  <a:pos x="connsiteX13751" y="connsiteY13751"/>
                </a:cxn>
                <a:cxn ang="0">
                  <a:pos x="connsiteX13752" y="connsiteY13752"/>
                </a:cxn>
                <a:cxn ang="0">
                  <a:pos x="connsiteX13753" y="connsiteY13753"/>
                </a:cxn>
                <a:cxn ang="0">
                  <a:pos x="connsiteX13754" y="connsiteY13754"/>
                </a:cxn>
                <a:cxn ang="0">
                  <a:pos x="connsiteX13755" y="connsiteY13755"/>
                </a:cxn>
                <a:cxn ang="0">
                  <a:pos x="connsiteX13756" y="connsiteY13756"/>
                </a:cxn>
                <a:cxn ang="0">
                  <a:pos x="connsiteX13757" y="connsiteY13757"/>
                </a:cxn>
                <a:cxn ang="0">
                  <a:pos x="connsiteX13758" y="connsiteY13758"/>
                </a:cxn>
                <a:cxn ang="0">
                  <a:pos x="connsiteX13759" y="connsiteY13759"/>
                </a:cxn>
                <a:cxn ang="0">
                  <a:pos x="connsiteX13760" y="connsiteY13760"/>
                </a:cxn>
                <a:cxn ang="0">
                  <a:pos x="connsiteX13761" y="connsiteY13761"/>
                </a:cxn>
                <a:cxn ang="0">
                  <a:pos x="connsiteX13762" y="connsiteY13762"/>
                </a:cxn>
                <a:cxn ang="0">
                  <a:pos x="connsiteX13763" y="connsiteY13763"/>
                </a:cxn>
                <a:cxn ang="0">
                  <a:pos x="connsiteX13764" y="connsiteY13764"/>
                </a:cxn>
                <a:cxn ang="0">
                  <a:pos x="connsiteX13765" y="connsiteY13765"/>
                </a:cxn>
                <a:cxn ang="0">
                  <a:pos x="connsiteX13766" y="connsiteY13766"/>
                </a:cxn>
                <a:cxn ang="0">
                  <a:pos x="connsiteX13767" y="connsiteY13767"/>
                </a:cxn>
                <a:cxn ang="0">
                  <a:pos x="connsiteX13768" y="connsiteY13768"/>
                </a:cxn>
                <a:cxn ang="0">
                  <a:pos x="connsiteX13769" y="connsiteY13769"/>
                </a:cxn>
                <a:cxn ang="0">
                  <a:pos x="connsiteX13770" y="connsiteY13770"/>
                </a:cxn>
                <a:cxn ang="0">
                  <a:pos x="connsiteX13771" y="connsiteY13771"/>
                </a:cxn>
                <a:cxn ang="0">
                  <a:pos x="connsiteX13772" y="connsiteY13772"/>
                </a:cxn>
                <a:cxn ang="0">
                  <a:pos x="connsiteX13773" y="connsiteY13773"/>
                </a:cxn>
                <a:cxn ang="0">
                  <a:pos x="connsiteX13774" y="connsiteY13774"/>
                </a:cxn>
                <a:cxn ang="0">
                  <a:pos x="connsiteX13775" y="connsiteY13775"/>
                </a:cxn>
                <a:cxn ang="0">
                  <a:pos x="connsiteX13776" y="connsiteY13776"/>
                </a:cxn>
                <a:cxn ang="0">
                  <a:pos x="connsiteX13777" y="connsiteY13777"/>
                </a:cxn>
                <a:cxn ang="0">
                  <a:pos x="connsiteX13778" y="connsiteY13778"/>
                </a:cxn>
                <a:cxn ang="0">
                  <a:pos x="connsiteX13779" y="connsiteY13779"/>
                </a:cxn>
                <a:cxn ang="0">
                  <a:pos x="connsiteX13780" y="connsiteY13780"/>
                </a:cxn>
                <a:cxn ang="0">
                  <a:pos x="connsiteX13781" y="connsiteY13781"/>
                </a:cxn>
                <a:cxn ang="0">
                  <a:pos x="connsiteX13782" y="connsiteY13782"/>
                </a:cxn>
                <a:cxn ang="0">
                  <a:pos x="connsiteX13783" y="connsiteY13783"/>
                </a:cxn>
                <a:cxn ang="0">
                  <a:pos x="connsiteX13784" y="connsiteY13784"/>
                </a:cxn>
                <a:cxn ang="0">
                  <a:pos x="connsiteX13785" y="connsiteY13785"/>
                </a:cxn>
                <a:cxn ang="0">
                  <a:pos x="connsiteX13786" y="connsiteY13786"/>
                </a:cxn>
                <a:cxn ang="0">
                  <a:pos x="connsiteX13787" y="connsiteY13787"/>
                </a:cxn>
                <a:cxn ang="0">
                  <a:pos x="connsiteX13788" y="connsiteY13788"/>
                </a:cxn>
                <a:cxn ang="0">
                  <a:pos x="connsiteX13789" y="connsiteY13789"/>
                </a:cxn>
                <a:cxn ang="0">
                  <a:pos x="connsiteX13790" y="connsiteY13790"/>
                </a:cxn>
                <a:cxn ang="0">
                  <a:pos x="connsiteX13791" y="connsiteY13791"/>
                </a:cxn>
                <a:cxn ang="0">
                  <a:pos x="connsiteX13792" y="connsiteY13792"/>
                </a:cxn>
                <a:cxn ang="0">
                  <a:pos x="connsiteX13793" y="connsiteY13793"/>
                </a:cxn>
                <a:cxn ang="0">
                  <a:pos x="connsiteX13794" y="connsiteY13794"/>
                </a:cxn>
                <a:cxn ang="0">
                  <a:pos x="connsiteX13795" y="connsiteY13795"/>
                </a:cxn>
                <a:cxn ang="0">
                  <a:pos x="connsiteX13796" y="connsiteY13796"/>
                </a:cxn>
                <a:cxn ang="0">
                  <a:pos x="connsiteX13797" y="connsiteY13797"/>
                </a:cxn>
                <a:cxn ang="0">
                  <a:pos x="connsiteX13798" y="connsiteY13798"/>
                </a:cxn>
                <a:cxn ang="0">
                  <a:pos x="connsiteX13799" y="connsiteY13799"/>
                </a:cxn>
                <a:cxn ang="0">
                  <a:pos x="connsiteX13800" y="connsiteY13800"/>
                </a:cxn>
                <a:cxn ang="0">
                  <a:pos x="connsiteX13801" y="connsiteY13801"/>
                </a:cxn>
                <a:cxn ang="0">
                  <a:pos x="connsiteX13802" y="connsiteY13802"/>
                </a:cxn>
                <a:cxn ang="0">
                  <a:pos x="connsiteX13803" y="connsiteY13803"/>
                </a:cxn>
                <a:cxn ang="0">
                  <a:pos x="connsiteX13804" y="connsiteY13804"/>
                </a:cxn>
                <a:cxn ang="0">
                  <a:pos x="connsiteX13805" y="connsiteY13805"/>
                </a:cxn>
                <a:cxn ang="0">
                  <a:pos x="connsiteX13806" y="connsiteY13806"/>
                </a:cxn>
                <a:cxn ang="0">
                  <a:pos x="connsiteX13807" y="connsiteY13807"/>
                </a:cxn>
                <a:cxn ang="0">
                  <a:pos x="connsiteX13808" y="connsiteY13808"/>
                </a:cxn>
                <a:cxn ang="0">
                  <a:pos x="connsiteX13809" y="connsiteY13809"/>
                </a:cxn>
                <a:cxn ang="0">
                  <a:pos x="connsiteX13810" y="connsiteY13810"/>
                </a:cxn>
                <a:cxn ang="0">
                  <a:pos x="connsiteX13811" y="connsiteY13811"/>
                </a:cxn>
                <a:cxn ang="0">
                  <a:pos x="connsiteX13812" y="connsiteY13812"/>
                </a:cxn>
                <a:cxn ang="0">
                  <a:pos x="connsiteX13813" y="connsiteY13813"/>
                </a:cxn>
                <a:cxn ang="0">
                  <a:pos x="connsiteX13814" y="connsiteY13814"/>
                </a:cxn>
                <a:cxn ang="0">
                  <a:pos x="connsiteX13815" y="connsiteY13815"/>
                </a:cxn>
                <a:cxn ang="0">
                  <a:pos x="connsiteX13816" y="connsiteY13816"/>
                </a:cxn>
                <a:cxn ang="0">
                  <a:pos x="connsiteX13817" y="connsiteY13817"/>
                </a:cxn>
                <a:cxn ang="0">
                  <a:pos x="connsiteX13818" y="connsiteY13818"/>
                </a:cxn>
                <a:cxn ang="0">
                  <a:pos x="connsiteX13819" y="connsiteY13819"/>
                </a:cxn>
                <a:cxn ang="0">
                  <a:pos x="connsiteX13820" y="connsiteY13820"/>
                </a:cxn>
                <a:cxn ang="0">
                  <a:pos x="connsiteX13821" y="connsiteY13821"/>
                </a:cxn>
                <a:cxn ang="0">
                  <a:pos x="connsiteX13822" y="connsiteY13822"/>
                </a:cxn>
                <a:cxn ang="0">
                  <a:pos x="connsiteX13823" y="connsiteY13823"/>
                </a:cxn>
                <a:cxn ang="0">
                  <a:pos x="connsiteX13824" y="connsiteY13824"/>
                </a:cxn>
                <a:cxn ang="0">
                  <a:pos x="connsiteX13825" y="connsiteY13825"/>
                </a:cxn>
                <a:cxn ang="0">
                  <a:pos x="connsiteX13826" y="connsiteY13826"/>
                </a:cxn>
                <a:cxn ang="0">
                  <a:pos x="connsiteX13827" y="connsiteY13827"/>
                </a:cxn>
                <a:cxn ang="0">
                  <a:pos x="connsiteX13828" y="connsiteY13828"/>
                </a:cxn>
                <a:cxn ang="0">
                  <a:pos x="connsiteX13829" y="connsiteY13829"/>
                </a:cxn>
                <a:cxn ang="0">
                  <a:pos x="connsiteX13830" y="connsiteY13830"/>
                </a:cxn>
                <a:cxn ang="0">
                  <a:pos x="connsiteX13831" y="connsiteY13831"/>
                </a:cxn>
                <a:cxn ang="0">
                  <a:pos x="connsiteX13832" y="connsiteY13832"/>
                </a:cxn>
                <a:cxn ang="0">
                  <a:pos x="connsiteX13833" y="connsiteY13833"/>
                </a:cxn>
                <a:cxn ang="0">
                  <a:pos x="connsiteX13834" y="connsiteY13834"/>
                </a:cxn>
                <a:cxn ang="0">
                  <a:pos x="connsiteX13835" y="connsiteY13835"/>
                </a:cxn>
                <a:cxn ang="0">
                  <a:pos x="connsiteX13836" y="connsiteY13836"/>
                </a:cxn>
                <a:cxn ang="0">
                  <a:pos x="connsiteX13837" y="connsiteY13837"/>
                </a:cxn>
                <a:cxn ang="0">
                  <a:pos x="connsiteX13838" y="connsiteY13838"/>
                </a:cxn>
                <a:cxn ang="0">
                  <a:pos x="connsiteX13839" y="connsiteY13839"/>
                </a:cxn>
                <a:cxn ang="0">
                  <a:pos x="connsiteX13840" y="connsiteY13840"/>
                </a:cxn>
                <a:cxn ang="0">
                  <a:pos x="connsiteX13841" y="connsiteY13841"/>
                </a:cxn>
                <a:cxn ang="0">
                  <a:pos x="connsiteX13842" y="connsiteY13842"/>
                </a:cxn>
                <a:cxn ang="0">
                  <a:pos x="connsiteX13843" y="connsiteY13843"/>
                </a:cxn>
                <a:cxn ang="0">
                  <a:pos x="connsiteX13844" y="connsiteY13844"/>
                </a:cxn>
                <a:cxn ang="0">
                  <a:pos x="connsiteX13845" y="connsiteY13845"/>
                </a:cxn>
                <a:cxn ang="0">
                  <a:pos x="connsiteX13846" y="connsiteY13846"/>
                </a:cxn>
                <a:cxn ang="0">
                  <a:pos x="connsiteX13847" y="connsiteY13847"/>
                </a:cxn>
                <a:cxn ang="0">
                  <a:pos x="connsiteX13848" y="connsiteY13848"/>
                </a:cxn>
                <a:cxn ang="0">
                  <a:pos x="connsiteX13849" y="connsiteY13849"/>
                </a:cxn>
                <a:cxn ang="0">
                  <a:pos x="connsiteX13850" y="connsiteY13850"/>
                </a:cxn>
                <a:cxn ang="0">
                  <a:pos x="connsiteX13851" y="connsiteY13851"/>
                </a:cxn>
                <a:cxn ang="0">
                  <a:pos x="connsiteX13852" y="connsiteY13852"/>
                </a:cxn>
                <a:cxn ang="0">
                  <a:pos x="connsiteX13853" y="connsiteY13853"/>
                </a:cxn>
                <a:cxn ang="0">
                  <a:pos x="connsiteX13854" y="connsiteY13854"/>
                </a:cxn>
                <a:cxn ang="0">
                  <a:pos x="connsiteX13855" y="connsiteY13855"/>
                </a:cxn>
                <a:cxn ang="0">
                  <a:pos x="connsiteX13856" y="connsiteY13856"/>
                </a:cxn>
                <a:cxn ang="0">
                  <a:pos x="connsiteX13857" y="connsiteY13857"/>
                </a:cxn>
                <a:cxn ang="0">
                  <a:pos x="connsiteX13858" y="connsiteY13858"/>
                </a:cxn>
                <a:cxn ang="0">
                  <a:pos x="connsiteX13859" y="connsiteY13859"/>
                </a:cxn>
                <a:cxn ang="0">
                  <a:pos x="connsiteX13860" y="connsiteY13860"/>
                </a:cxn>
                <a:cxn ang="0">
                  <a:pos x="connsiteX13861" y="connsiteY13861"/>
                </a:cxn>
                <a:cxn ang="0">
                  <a:pos x="connsiteX13862" y="connsiteY13862"/>
                </a:cxn>
                <a:cxn ang="0">
                  <a:pos x="connsiteX13863" y="connsiteY13863"/>
                </a:cxn>
                <a:cxn ang="0">
                  <a:pos x="connsiteX13864" y="connsiteY13864"/>
                </a:cxn>
                <a:cxn ang="0">
                  <a:pos x="connsiteX13865" y="connsiteY13865"/>
                </a:cxn>
                <a:cxn ang="0">
                  <a:pos x="connsiteX13866" y="connsiteY13866"/>
                </a:cxn>
                <a:cxn ang="0">
                  <a:pos x="connsiteX13867" y="connsiteY13867"/>
                </a:cxn>
                <a:cxn ang="0">
                  <a:pos x="connsiteX13868" y="connsiteY13868"/>
                </a:cxn>
                <a:cxn ang="0">
                  <a:pos x="connsiteX13869" y="connsiteY13869"/>
                </a:cxn>
                <a:cxn ang="0">
                  <a:pos x="connsiteX13870" y="connsiteY13870"/>
                </a:cxn>
                <a:cxn ang="0">
                  <a:pos x="connsiteX13871" y="connsiteY13871"/>
                </a:cxn>
                <a:cxn ang="0">
                  <a:pos x="connsiteX13872" y="connsiteY13872"/>
                </a:cxn>
                <a:cxn ang="0">
                  <a:pos x="connsiteX13873" y="connsiteY13873"/>
                </a:cxn>
                <a:cxn ang="0">
                  <a:pos x="connsiteX13874" y="connsiteY13874"/>
                </a:cxn>
                <a:cxn ang="0">
                  <a:pos x="connsiteX13875" y="connsiteY13875"/>
                </a:cxn>
                <a:cxn ang="0">
                  <a:pos x="connsiteX13876" y="connsiteY13876"/>
                </a:cxn>
                <a:cxn ang="0">
                  <a:pos x="connsiteX13877" y="connsiteY13877"/>
                </a:cxn>
                <a:cxn ang="0">
                  <a:pos x="connsiteX13878" y="connsiteY13878"/>
                </a:cxn>
                <a:cxn ang="0">
                  <a:pos x="connsiteX13879" y="connsiteY13879"/>
                </a:cxn>
                <a:cxn ang="0">
                  <a:pos x="connsiteX13880" y="connsiteY13880"/>
                </a:cxn>
                <a:cxn ang="0">
                  <a:pos x="connsiteX13881" y="connsiteY13881"/>
                </a:cxn>
                <a:cxn ang="0">
                  <a:pos x="connsiteX13882" y="connsiteY13882"/>
                </a:cxn>
                <a:cxn ang="0">
                  <a:pos x="connsiteX13883" y="connsiteY13883"/>
                </a:cxn>
                <a:cxn ang="0">
                  <a:pos x="connsiteX13884" y="connsiteY13884"/>
                </a:cxn>
                <a:cxn ang="0">
                  <a:pos x="connsiteX13885" y="connsiteY13885"/>
                </a:cxn>
                <a:cxn ang="0">
                  <a:pos x="connsiteX13886" y="connsiteY13886"/>
                </a:cxn>
                <a:cxn ang="0">
                  <a:pos x="connsiteX13887" y="connsiteY13887"/>
                </a:cxn>
                <a:cxn ang="0">
                  <a:pos x="connsiteX13888" y="connsiteY13888"/>
                </a:cxn>
                <a:cxn ang="0">
                  <a:pos x="connsiteX13889" y="connsiteY13889"/>
                </a:cxn>
                <a:cxn ang="0">
                  <a:pos x="connsiteX13890" y="connsiteY13890"/>
                </a:cxn>
                <a:cxn ang="0">
                  <a:pos x="connsiteX13891" y="connsiteY13891"/>
                </a:cxn>
                <a:cxn ang="0">
                  <a:pos x="connsiteX13892" y="connsiteY13892"/>
                </a:cxn>
                <a:cxn ang="0">
                  <a:pos x="connsiteX13893" y="connsiteY13893"/>
                </a:cxn>
                <a:cxn ang="0">
                  <a:pos x="connsiteX13894" y="connsiteY13894"/>
                </a:cxn>
                <a:cxn ang="0">
                  <a:pos x="connsiteX13895" y="connsiteY13895"/>
                </a:cxn>
                <a:cxn ang="0">
                  <a:pos x="connsiteX13896" y="connsiteY13896"/>
                </a:cxn>
                <a:cxn ang="0">
                  <a:pos x="connsiteX13897" y="connsiteY13897"/>
                </a:cxn>
                <a:cxn ang="0">
                  <a:pos x="connsiteX13898" y="connsiteY13898"/>
                </a:cxn>
                <a:cxn ang="0">
                  <a:pos x="connsiteX13899" y="connsiteY13899"/>
                </a:cxn>
                <a:cxn ang="0">
                  <a:pos x="connsiteX13900" y="connsiteY13900"/>
                </a:cxn>
                <a:cxn ang="0">
                  <a:pos x="connsiteX13901" y="connsiteY13901"/>
                </a:cxn>
                <a:cxn ang="0">
                  <a:pos x="connsiteX13902" y="connsiteY13902"/>
                </a:cxn>
                <a:cxn ang="0">
                  <a:pos x="connsiteX13903" y="connsiteY13903"/>
                </a:cxn>
                <a:cxn ang="0">
                  <a:pos x="connsiteX13904" y="connsiteY13904"/>
                </a:cxn>
                <a:cxn ang="0">
                  <a:pos x="connsiteX13905" y="connsiteY13905"/>
                </a:cxn>
                <a:cxn ang="0">
                  <a:pos x="connsiteX13906" y="connsiteY13906"/>
                </a:cxn>
                <a:cxn ang="0">
                  <a:pos x="connsiteX13907" y="connsiteY13907"/>
                </a:cxn>
                <a:cxn ang="0">
                  <a:pos x="connsiteX13908" y="connsiteY13908"/>
                </a:cxn>
                <a:cxn ang="0">
                  <a:pos x="connsiteX13909" y="connsiteY13909"/>
                </a:cxn>
                <a:cxn ang="0">
                  <a:pos x="connsiteX13910" y="connsiteY13910"/>
                </a:cxn>
                <a:cxn ang="0">
                  <a:pos x="connsiteX13911" y="connsiteY13911"/>
                </a:cxn>
                <a:cxn ang="0">
                  <a:pos x="connsiteX13912" y="connsiteY13912"/>
                </a:cxn>
                <a:cxn ang="0">
                  <a:pos x="connsiteX13913" y="connsiteY13913"/>
                </a:cxn>
                <a:cxn ang="0">
                  <a:pos x="connsiteX13914" y="connsiteY13914"/>
                </a:cxn>
                <a:cxn ang="0">
                  <a:pos x="connsiteX13915" y="connsiteY13915"/>
                </a:cxn>
                <a:cxn ang="0">
                  <a:pos x="connsiteX13916" y="connsiteY13916"/>
                </a:cxn>
                <a:cxn ang="0">
                  <a:pos x="connsiteX13917" y="connsiteY13917"/>
                </a:cxn>
                <a:cxn ang="0">
                  <a:pos x="connsiteX13918" y="connsiteY13918"/>
                </a:cxn>
                <a:cxn ang="0">
                  <a:pos x="connsiteX13919" y="connsiteY13919"/>
                </a:cxn>
                <a:cxn ang="0">
                  <a:pos x="connsiteX13920" y="connsiteY13920"/>
                </a:cxn>
                <a:cxn ang="0">
                  <a:pos x="connsiteX13921" y="connsiteY13921"/>
                </a:cxn>
                <a:cxn ang="0">
                  <a:pos x="connsiteX13922" y="connsiteY13922"/>
                </a:cxn>
                <a:cxn ang="0">
                  <a:pos x="connsiteX13923" y="connsiteY13923"/>
                </a:cxn>
                <a:cxn ang="0">
                  <a:pos x="connsiteX13924" y="connsiteY13924"/>
                </a:cxn>
                <a:cxn ang="0">
                  <a:pos x="connsiteX13925" y="connsiteY13925"/>
                </a:cxn>
                <a:cxn ang="0">
                  <a:pos x="connsiteX13926" y="connsiteY13926"/>
                </a:cxn>
                <a:cxn ang="0">
                  <a:pos x="connsiteX13927" y="connsiteY13927"/>
                </a:cxn>
                <a:cxn ang="0">
                  <a:pos x="connsiteX13928" y="connsiteY13928"/>
                </a:cxn>
                <a:cxn ang="0">
                  <a:pos x="connsiteX13929" y="connsiteY13929"/>
                </a:cxn>
                <a:cxn ang="0">
                  <a:pos x="connsiteX13930" y="connsiteY13930"/>
                </a:cxn>
                <a:cxn ang="0">
                  <a:pos x="connsiteX13931" y="connsiteY13931"/>
                </a:cxn>
                <a:cxn ang="0">
                  <a:pos x="connsiteX13932" y="connsiteY13932"/>
                </a:cxn>
                <a:cxn ang="0">
                  <a:pos x="connsiteX13933" y="connsiteY13933"/>
                </a:cxn>
                <a:cxn ang="0">
                  <a:pos x="connsiteX13934" y="connsiteY13934"/>
                </a:cxn>
                <a:cxn ang="0">
                  <a:pos x="connsiteX13935" y="connsiteY13935"/>
                </a:cxn>
                <a:cxn ang="0">
                  <a:pos x="connsiteX13936" y="connsiteY13936"/>
                </a:cxn>
                <a:cxn ang="0">
                  <a:pos x="connsiteX13937" y="connsiteY13937"/>
                </a:cxn>
                <a:cxn ang="0">
                  <a:pos x="connsiteX13938" y="connsiteY13938"/>
                </a:cxn>
                <a:cxn ang="0">
                  <a:pos x="connsiteX13939" y="connsiteY13939"/>
                </a:cxn>
                <a:cxn ang="0">
                  <a:pos x="connsiteX13940" y="connsiteY13940"/>
                </a:cxn>
                <a:cxn ang="0">
                  <a:pos x="connsiteX13941" y="connsiteY13941"/>
                </a:cxn>
                <a:cxn ang="0">
                  <a:pos x="connsiteX13942" y="connsiteY13942"/>
                </a:cxn>
                <a:cxn ang="0">
                  <a:pos x="connsiteX13943" y="connsiteY13943"/>
                </a:cxn>
                <a:cxn ang="0">
                  <a:pos x="connsiteX13944" y="connsiteY13944"/>
                </a:cxn>
                <a:cxn ang="0">
                  <a:pos x="connsiteX13945" y="connsiteY13945"/>
                </a:cxn>
                <a:cxn ang="0">
                  <a:pos x="connsiteX13946" y="connsiteY13946"/>
                </a:cxn>
                <a:cxn ang="0">
                  <a:pos x="connsiteX13947" y="connsiteY13947"/>
                </a:cxn>
                <a:cxn ang="0">
                  <a:pos x="connsiteX13948" y="connsiteY13948"/>
                </a:cxn>
                <a:cxn ang="0">
                  <a:pos x="connsiteX13949" y="connsiteY13949"/>
                </a:cxn>
                <a:cxn ang="0">
                  <a:pos x="connsiteX13950" y="connsiteY13950"/>
                </a:cxn>
                <a:cxn ang="0">
                  <a:pos x="connsiteX13951" y="connsiteY13951"/>
                </a:cxn>
                <a:cxn ang="0">
                  <a:pos x="connsiteX13952" y="connsiteY13952"/>
                </a:cxn>
                <a:cxn ang="0">
                  <a:pos x="connsiteX13953" y="connsiteY13953"/>
                </a:cxn>
                <a:cxn ang="0">
                  <a:pos x="connsiteX13954" y="connsiteY13954"/>
                </a:cxn>
                <a:cxn ang="0">
                  <a:pos x="connsiteX13955" y="connsiteY13955"/>
                </a:cxn>
                <a:cxn ang="0">
                  <a:pos x="connsiteX13956" y="connsiteY13956"/>
                </a:cxn>
                <a:cxn ang="0">
                  <a:pos x="connsiteX13957" y="connsiteY13957"/>
                </a:cxn>
                <a:cxn ang="0">
                  <a:pos x="connsiteX13958" y="connsiteY13958"/>
                </a:cxn>
                <a:cxn ang="0">
                  <a:pos x="connsiteX13959" y="connsiteY13959"/>
                </a:cxn>
                <a:cxn ang="0">
                  <a:pos x="connsiteX13960" y="connsiteY13960"/>
                </a:cxn>
                <a:cxn ang="0">
                  <a:pos x="connsiteX13961" y="connsiteY13961"/>
                </a:cxn>
                <a:cxn ang="0">
                  <a:pos x="connsiteX13962" y="connsiteY13962"/>
                </a:cxn>
                <a:cxn ang="0">
                  <a:pos x="connsiteX13963" y="connsiteY13963"/>
                </a:cxn>
                <a:cxn ang="0">
                  <a:pos x="connsiteX13964" y="connsiteY13964"/>
                </a:cxn>
                <a:cxn ang="0">
                  <a:pos x="connsiteX13965" y="connsiteY13965"/>
                </a:cxn>
                <a:cxn ang="0">
                  <a:pos x="connsiteX13966" y="connsiteY13966"/>
                </a:cxn>
                <a:cxn ang="0">
                  <a:pos x="connsiteX13967" y="connsiteY13967"/>
                </a:cxn>
                <a:cxn ang="0">
                  <a:pos x="connsiteX13968" y="connsiteY13968"/>
                </a:cxn>
                <a:cxn ang="0">
                  <a:pos x="connsiteX13969" y="connsiteY13969"/>
                </a:cxn>
                <a:cxn ang="0">
                  <a:pos x="connsiteX13970" y="connsiteY13970"/>
                </a:cxn>
                <a:cxn ang="0">
                  <a:pos x="connsiteX13971" y="connsiteY13971"/>
                </a:cxn>
                <a:cxn ang="0">
                  <a:pos x="connsiteX13972" y="connsiteY13972"/>
                </a:cxn>
                <a:cxn ang="0">
                  <a:pos x="connsiteX13973" y="connsiteY13973"/>
                </a:cxn>
                <a:cxn ang="0">
                  <a:pos x="connsiteX13974" y="connsiteY13974"/>
                </a:cxn>
                <a:cxn ang="0">
                  <a:pos x="connsiteX13975" y="connsiteY13975"/>
                </a:cxn>
                <a:cxn ang="0">
                  <a:pos x="connsiteX13976" y="connsiteY13976"/>
                </a:cxn>
                <a:cxn ang="0">
                  <a:pos x="connsiteX13977" y="connsiteY13977"/>
                </a:cxn>
                <a:cxn ang="0">
                  <a:pos x="connsiteX13978" y="connsiteY13978"/>
                </a:cxn>
                <a:cxn ang="0">
                  <a:pos x="connsiteX13979" y="connsiteY13979"/>
                </a:cxn>
                <a:cxn ang="0">
                  <a:pos x="connsiteX13980" y="connsiteY13980"/>
                </a:cxn>
                <a:cxn ang="0">
                  <a:pos x="connsiteX13981" y="connsiteY13981"/>
                </a:cxn>
                <a:cxn ang="0">
                  <a:pos x="connsiteX13982" y="connsiteY13982"/>
                </a:cxn>
                <a:cxn ang="0">
                  <a:pos x="connsiteX13983" y="connsiteY13983"/>
                </a:cxn>
                <a:cxn ang="0">
                  <a:pos x="connsiteX13984" y="connsiteY13984"/>
                </a:cxn>
                <a:cxn ang="0">
                  <a:pos x="connsiteX13985" y="connsiteY13985"/>
                </a:cxn>
                <a:cxn ang="0">
                  <a:pos x="connsiteX13986" y="connsiteY13986"/>
                </a:cxn>
                <a:cxn ang="0">
                  <a:pos x="connsiteX13987" y="connsiteY13987"/>
                </a:cxn>
                <a:cxn ang="0">
                  <a:pos x="connsiteX13988" y="connsiteY13988"/>
                </a:cxn>
                <a:cxn ang="0">
                  <a:pos x="connsiteX13989" y="connsiteY13989"/>
                </a:cxn>
                <a:cxn ang="0">
                  <a:pos x="connsiteX13990" y="connsiteY13990"/>
                </a:cxn>
                <a:cxn ang="0">
                  <a:pos x="connsiteX13991" y="connsiteY13991"/>
                </a:cxn>
                <a:cxn ang="0">
                  <a:pos x="connsiteX13992" y="connsiteY13992"/>
                </a:cxn>
                <a:cxn ang="0">
                  <a:pos x="connsiteX13993" y="connsiteY13993"/>
                </a:cxn>
                <a:cxn ang="0">
                  <a:pos x="connsiteX13994" y="connsiteY13994"/>
                </a:cxn>
                <a:cxn ang="0">
                  <a:pos x="connsiteX13995" y="connsiteY13995"/>
                </a:cxn>
                <a:cxn ang="0">
                  <a:pos x="connsiteX13996" y="connsiteY13996"/>
                </a:cxn>
                <a:cxn ang="0">
                  <a:pos x="connsiteX13997" y="connsiteY13997"/>
                </a:cxn>
                <a:cxn ang="0">
                  <a:pos x="connsiteX13998" y="connsiteY13998"/>
                </a:cxn>
                <a:cxn ang="0">
                  <a:pos x="connsiteX13999" y="connsiteY13999"/>
                </a:cxn>
                <a:cxn ang="0">
                  <a:pos x="connsiteX14000" y="connsiteY14000"/>
                </a:cxn>
                <a:cxn ang="0">
                  <a:pos x="connsiteX14001" y="connsiteY14001"/>
                </a:cxn>
                <a:cxn ang="0">
                  <a:pos x="connsiteX14002" y="connsiteY14002"/>
                </a:cxn>
                <a:cxn ang="0">
                  <a:pos x="connsiteX14003" y="connsiteY14003"/>
                </a:cxn>
                <a:cxn ang="0">
                  <a:pos x="connsiteX14004" y="connsiteY14004"/>
                </a:cxn>
                <a:cxn ang="0">
                  <a:pos x="connsiteX14005" y="connsiteY14005"/>
                </a:cxn>
                <a:cxn ang="0">
                  <a:pos x="connsiteX14006" y="connsiteY14006"/>
                </a:cxn>
                <a:cxn ang="0">
                  <a:pos x="connsiteX14007" y="connsiteY14007"/>
                </a:cxn>
                <a:cxn ang="0">
                  <a:pos x="connsiteX14008" y="connsiteY14008"/>
                </a:cxn>
                <a:cxn ang="0">
                  <a:pos x="connsiteX14009" y="connsiteY14009"/>
                </a:cxn>
                <a:cxn ang="0">
                  <a:pos x="connsiteX14010" y="connsiteY14010"/>
                </a:cxn>
                <a:cxn ang="0">
                  <a:pos x="connsiteX14011" y="connsiteY14011"/>
                </a:cxn>
                <a:cxn ang="0">
                  <a:pos x="connsiteX14012" y="connsiteY14012"/>
                </a:cxn>
                <a:cxn ang="0">
                  <a:pos x="connsiteX14013" y="connsiteY14013"/>
                </a:cxn>
                <a:cxn ang="0">
                  <a:pos x="connsiteX14014" y="connsiteY14014"/>
                </a:cxn>
                <a:cxn ang="0">
                  <a:pos x="connsiteX14015" y="connsiteY14015"/>
                </a:cxn>
                <a:cxn ang="0">
                  <a:pos x="connsiteX14016" y="connsiteY14016"/>
                </a:cxn>
                <a:cxn ang="0">
                  <a:pos x="connsiteX14017" y="connsiteY14017"/>
                </a:cxn>
                <a:cxn ang="0">
                  <a:pos x="connsiteX14018" y="connsiteY14018"/>
                </a:cxn>
                <a:cxn ang="0">
                  <a:pos x="connsiteX14019" y="connsiteY14019"/>
                </a:cxn>
                <a:cxn ang="0">
                  <a:pos x="connsiteX14020" y="connsiteY14020"/>
                </a:cxn>
                <a:cxn ang="0">
                  <a:pos x="connsiteX14021" y="connsiteY14021"/>
                </a:cxn>
                <a:cxn ang="0">
                  <a:pos x="connsiteX14022" y="connsiteY14022"/>
                </a:cxn>
                <a:cxn ang="0">
                  <a:pos x="connsiteX14023" y="connsiteY14023"/>
                </a:cxn>
                <a:cxn ang="0">
                  <a:pos x="connsiteX14024" y="connsiteY14024"/>
                </a:cxn>
                <a:cxn ang="0">
                  <a:pos x="connsiteX14025" y="connsiteY14025"/>
                </a:cxn>
                <a:cxn ang="0">
                  <a:pos x="connsiteX14026" y="connsiteY14026"/>
                </a:cxn>
                <a:cxn ang="0">
                  <a:pos x="connsiteX14027" y="connsiteY14027"/>
                </a:cxn>
                <a:cxn ang="0">
                  <a:pos x="connsiteX14028" y="connsiteY14028"/>
                </a:cxn>
                <a:cxn ang="0">
                  <a:pos x="connsiteX14029" y="connsiteY14029"/>
                </a:cxn>
                <a:cxn ang="0">
                  <a:pos x="connsiteX14030" y="connsiteY14030"/>
                </a:cxn>
                <a:cxn ang="0">
                  <a:pos x="connsiteX14031" y="connsiteY14031"/>
                </a:cxn>
                <a:cxn ang="0">
                  <a:pos x="connsiteX14032" y="connsiteY14032"/>
                </a:cxn>
                <a:cxn ang="0">
                  <a:pos x="connsiteX14033" y="connsiteY14033"/>
                </a:cxn>
                <a:cxn ang="0">
                  <a:pos x="connsiteX14034" y="connsiteY14034"/>
                </a:cxn>
                <a:cxn ang="0">
                  <a:pos x="connsiteX14035" y="connsiteY14035"/>
                </a:cxn>
                <a:cxn ang="0">
                  <a:pos x="connsiteX14036" y="connsiteY14036"/>
                </a:cxn>
                <a:cxn ang="0">
                  <a:pos x="connsiteX14037" y="connsiteY14037"/>
                </a:cxn>
                <a:cxn ang="0">
                  <a:pos x="connsiteX14038" y="connsiteY14038"/>
                </a:cxn>
                <a:cxn ang="0">
                  <a:pos x="connsiteX14039" y="connsiteY14039"/>
                </a:cxn>
                <a:cxn ang="0">
                  <a:pos x="connsiteX14040" y="connsiteY14040"/>
                </a:cxn>
                <a:cxn ang="0">
                  <a:pos x="connsiteX14041" y="connsiteY14041"/>
                </a:cxn>
                <a:cxn ang="0">
                  <a:pos x="connsiteX14042" y="connsiteY14042"/>
                </a:cxn>
                <a:cxn ang="0">
                  <a:pos x="connsiteX14043" y="connsiteY14043"/>
                </a:cxn>
                <a:cxn ang="0">
                  <a:pos x="connsiteX14044" y="connsiteY14044"/>
                </a:cxn>
                <a:cxn ang="0">
                  <a:pos x="connsiteX14045" y="connsiteY14045"/>
                </a:cxn>
                <a:cxn ang="0">
                  <a:pos x="connsiteX14046" y="connsiteY14046"/>
                </a:cxn>
                <a:cxn ang="0">
                  <a:pos x="connsiteX14047" y="connsiteY14047"/>
                </a:cxn>
                <a:cxn ang="0">
                  <a:pos x="connsiteX14048" y="connsiteY14048"/>
                </a:cxn>
                <a:cxn ang="0">
                  <a:pos x="connsiteX14049" y="connsiteY14049"/>
                </a:cxn>
                <a:cxn ang="0">
                  <a:pos x="connsiteX14050" y="connsiteY14050"/>
                </a:cxn>
                <a:cxn ang="0">
                  <a:pos x="connsiteX14051" y="connsiteY14051"/>
                </a:cxn>
                <a:cxn ang="0">
                  <a:pos x="connsiteX14052" y="connsiteY14052"/>
                </a:cxn>
                <a:cxn ang="0">
                  <a:pos x="connsiteX14053" y="connsiteY14053"/>
                </a:cxn>
                <a:cxn ang="0">
                  <a:pos x="connsiteX14054" y="connsiteY14054"/>
                </a:cxn>
                <a:cxn ang="0">
                  <a:pos x="connsiteX14055" y="connsiteY14055"/>
                </a:cxn>
                <a:cxn ang="0">
                  <a:pos x="connsiteX14056" y="connsiteY14056"/>
                </a:cxn>
                <a:cxn ang="0">
                  <a:pos x="connsiteX14057" y="connsiteY14057"/>
                </a:cxn>
                <a:cxn ang="0">
                  <a:pos x="connsiteX14058" y="connsiteY14058"/>
                </a:cxn>
                <a:cxn ang="0">
                  <a:pos x="connsiteX14059" y="connsiteY14059"/>
                </a:cxn>
                <a:cxn ang="0">
                  <a:pos x="connsiteX14060" y="connsiteY14060"/>
                </a:cxn>
                <a:cxn ang="0">
                  <a:pos x="connsiteX14061" y="connsiteY14061"/>
                </a:cxn>
                <a:cxn ang="0">
                  <a:pos x="connsiteX14062" y="connsiteY14062"/>
                </a:cxn>
                <a:cxn ang="0">
                  <a:pos x="connsiteX14063" y="connsiteY14063"/>
                </a:cxn>
                <a:cxn ang="0">
                  <a:pos x="connsiteX14064" y="connsiteY14064"/>
                </a:cxn>
                <a:cxn ang="0">
                  <a:pos x="connsiteX14065" y="connsiteY14065"/>
                </a:cxn>
                <a:cxn ang="0">
                  <a:pos x="connsiteX14066" y="connsiteY14066"/>
                </a:cxn>
                <a:cxn ang="0">
                  <a:pos x="connsiteX14067" y="connsiteY14067"/>
                </a:cxn>
                <a:cxn ang="0">
                  <a:pos x="connsiteX14068" y="connsiteY14068"/>
                </a:cxn>
                <a:cxn ang="0">
                  <a:pos x="connsiteX14069" y="connsiteY14069"/>
                </a:cxn>
                <a:cxn ang="0">
                  <a:pos x="connsiteX14070" y="connsiteY14070"/>
                </a:cxn>
                <a:cxn ang="0">
                  <a:pos x="connsiteX14071" y="connsiteY14071"/>
                </a:cxn>
                <a:cxn ang="0">
                  <a:pos x="connsiteX14072" y="connsiteY14072"/>
                </a:cxn>
                <a:cxn ang="0">
                  <a:pos x="connsiteX14073" y="connsiteY14073"/>
                </a:cxn>
                <a:cxn ang="0">
                  <a:pos x="connsiteX14074" y="connsiteY14074"/>
                </a:cxn>
                <a:cxn ang="0">
                  <a:pos x="connsiteX14075" y="connsiteY14075"/>
                </a:cxn>
                <a:cxn ang="0">
                  <a:pos x="connsiteX14076" y="connsiteY14076"/>
                </a:cxn>
                <a:cxn ang="0">
                  <a:pos x="connsiteX14077" y="connsiteY14077"/>
                </a:cxn>
                <a:cxn ang="0">
                  <a:pos x="connsiteX14078" y="connsiteY14078"/>
                </a:cxn>
                <a:cxn ang="0">
                  <a:pos x="connsiteX14079" y="connsiteY14079"/>
                </a:cxn>
                <a:cxn ang="0">
                  <a:pos x="connsiteX14080" y="connsiteY14080"/>
                </a:cxn>
                <a:cxn ang="0">
                  <a:pos x="connsiteX14081" y="connsiteY14081"/>
                </a:cxn>
                <a:cxn ang="0">
                  <a:pos x="connsiteX14082" y="connsiteY14082"/>
                </a:cxn>
                <a:cxn ang="0">
                  <a:pos x="connsiteX14083" y="connsiteY14083"/>
                </a:cxn>
                <a:cxn ang="0">
                  <a:pos x="connsiteX14084" y="connsiteY14084"/>
                </a:cxn>
                <a:cxn ang="0">
                  <a:pos x="connsiteX14085" y="connsiteY14085"/>
                </a:cxn>
                <a:cxn ang="0">
                  <a:pos x="connsiteX14086" y="connsiteY14086"/>
                </a:cxn>
                <a:cxn ang="0">
                  <a:pos x="connsiteX14087" y="connsiteY14087"/>
                </a:cxn>
                <a:cxn ang="0">
                  <a:pos x="connsiteX14088" y="connsiteY14088"/>
                </a:cxn>
                <a:cxn ang="0">
                  <a:pos x="connsiteX14089" y="connsiteY14089"/>
                </a:cxn>
                <a:cxn ang="0">
                  <a:pos x="connsiteX14090" y="connsiteY14090"/>
                </a:cxn>
                <a:cxn ang="0">
                  <a:pos x="connsiteX14091" y="connsiteY14091"/>
                </a:cxn>
                <a:cxn ang="0">
                  <a:pos x="connsiteX14092" y="connsiteY14092"/>
                </a:cxn>
                <a:cxn ang="0">
                  <a:pos x="connsiteX14093" y="connsiteY14093"/>
                </a:cxn>
                <a:cxn ang="0">
                  <a:pos x="connsiteX14094" y="connsiteY14094"/>
                </a:cxn>
                <a:cxn ang="0">
                  <a:pos x="connsiteX14095" y="connsiteY14095"/>
                </a:cxn>
                <a:cxn ang="0">
                  <a:pos x="connsiteX14096" y="connsiteY14096"/>
                </a:cxn>
                <a:cxn ang="0">
                  <a:pos x="connsiteX14097" y="connsiteY14097"/>
                </a:cxn>
                <a:cxn ang="0">
                  <a:pos x="connsiteX14098" y="connsiteY14098"/>
                </a:cxn>
                <a:cxn ang="0">
                  <a:pos x="connsiteX14099" y="connsiteY14099"/>
                </a:cxn>
                <a:cxn ang="0">
                  <a:pos x="connsiteX14100" y="connsiteY14100"/>
                </a:cxn>
                <a:cxn ang="0">
                  <a:pos x="connsiteX14101" y="connsiteY14101"/>
                </a:cxn>
                <a:cxn ang="0">
                  <a:pos x="connsiteX14102" y="connsiteY14102"/>
                </a:cxn>
                <a:cxn ang="0">
                  <a:pos x="connsiteX14103" y="connsiteY14103"/>
                </a:cxn>
                <a:cxn ang="0">
                  <a:pos x="connsiteX14104" y="connsiteY14104"/>
                </a:cxn>
                <a:cxn ang="0">
                  <a:pos x="connsiteX14105" y="connsiteY14105"/>
                </a:cxn>
                <a:cxn ang="0">
                  <a:pos x="connsiteX14106" y="connsiteY14106"/>
                </a:cxn>
                <a:cxn ang="0">
                  <a:pos x="connsiteX14107" y="connsiteY14107"/>
                </a:cxn>
                <a:cxn ang="0">
                  <a:pos x="connsiteX14108" y="connsiteY14108"/>
                </a:cxn>
                <a:cxn ang="0">
                  <a:pos x="connsiteX14109" y="connsiteY14109"/>
                </a:cxn>
                <a:cxn ang="0">
                  <a:pos x="connsiteX14110" y="connsiteY14110"/>
                </a:cxn>
                <a:cxn ang="0">
                  <a:pos x="connsiteX14111" y="connsiteY14111"/>
                </a:cxn>
                <a:cxn ang="0">
                  <a:pos x="connsiteX14112" y="connsiteY14112"/>
                </a:cxn>
                <a:cxn ang="0">
                  <a:pos x="connsiteX14113" y="connsiteY14113"/>
                </a:cxn>
                <a:cxn ang="0">
                  <a:pos x="connsiteX14114" y="connsiteY14114"/>
                </a:cxn>
                <a:cxn ang="0">
                  <a:pos x="connsiteX14115" y="connsiteY14115"/>
                </a:cxn>
                <a:cxn ang="0">
                  <a:pos x="connsiteX14116" y="connsiteY14116"/>
                </a:cxn>
                <a:cxn ang="0">
                  <a:pos x="connsiteX14117" y="connsiteY14117"/>
                </a:cxn>
                <a:cxn ang="0">
                  <a:pos x="connsiteX14118" y="connsiteY14118"/>
                </a:cxn>
                <a:cxn ang="0">
                  <a:pos x="connsiteX14119" y="connsiteY14119"/>
                </a:cxn>
                <a:cxn ang="0">
                  <a:pos x="connsiteX14120" y="connsiteY14120"/>
                </a:cxn>
                <a:cxn ang="0">
                  <a:pos x="connsiteX14121" y="connsiteY14121"/>
                </a:cxn>
                <a:cxn ang="0">
                  <a:pos x="connsiteX14122" y="connsiteY14122"/>
                </a:cxn>
                <a:cxn ang="0">
                  <a:pos x="connsiteX14123" y="connsiteY14123"/>
                </a:cxn>
                <a:cxn ang="0">
                  <a:pos x="connsiteX14124" y="connsiteY14124"/>
                </a:cxn>
                <a:cxn ang="0">
                  <a:pos x="connsiteX14125" y="connsiteY14125"/>
                </a:cxn>
                <a:cxn ang="0">
                  <a:pos x="connsiteX14126" y="connsiteY14126"/>
                </a:cxn>
                <a:cxn ang="0">
                  <a:pos x="connsiteX14127" y="connsiteY14127"/>
                </a:cxn>
                <a:cxn ang="0">
                  <a:pos x="connsiteX14128" y="connsiteY14128"/>
                </a:cxn>
                <a:cxn ang="0">
                  <a:pos x="connsiteX14129" y="connsiteY14129"/>
                </a:cxn>
                <a:cxn ang="0">
                  <a:pos x="connsiteX14130" y="connsiteY14130"/>
                </a:cxn>
                <a:cxn ang="0">
                  <a:pos x="connsiteX14131" y="connsiteY14131"/>
                </a:cxn>
                <a:cxn ang="0">
                  <a:pos x="connsiteX14132" y="connsiteY14132"/>
                </a:cxn>
                <a:cxn ang="0">
                  <a:pos x="connsiteX14133" y="connsiteY14133"/>
                </a:cxn>
                <a:cxn ang="0">
                  <a:pos x="connsiteX14134" y="connsiteY14134"/>
                </a:cxn>
                <a:cxn ang="0">
                  <a:pos x="connsiteX14135" y="connsiteY14135"/>
                </a:cxn>
                <a:cxn ang="0">
                  <a:pos x="connsiteX14136" y="connsiteY14136"/>
                </a:cxn>
                <a:cxn ang="0">
                  <a:pos x="connsiteX14137" y="connsiteY14137"/>
                </a:cxn>
                <a:cxn ang="0">
                  <a:pos x="connsiteX14138" y="connsiteY14138"/>
                </a:cxn>
                <a:cxn ang="0">
                  <a:pos x="connsiteX14139" y="connsiteY14139"/>
                </a:cxn>
                <a:cxn ang="0">
                  <a:pos x="connsiteX14140" y="connsiteY14140"/>
                </a:cxn>
                <a:cxn ang="0">
                  <a:pos x="connsiteX14141" y="connsiteY14141"/>
                </a:cxn>
                <a:cxn ang="0">
                  <a:pos x="connsiteX14142" y="connsiteY14142"/>
                </a:cxn>
                <a:cxn ang="0">
                  <a:pos x="connsiteX14143" y="connsiteY14143"/>
                </a:cxn>
                <a:cxn ang="0">
                  <a:pos x="connsiteX14144" y="connsiteY14144"/>
                </a:cxn>
                <a:cxn ang="0">
                  <a:pos x="connsiteX14145" y="connsiteY14145"/>
                </a:cxn>
                <a:cxn ang="0">
                  <a:pos x="connsiteX14146" y="connsiteY14146"/>
                </a:cxn>
                <a:cxn ang="0">
                  <a:pos x="connsiteX14147" y="connsiteY14147"/>
                </a:cxn>
                <a:cxn ang="0">
                  <a:pos x="connsiteX14148" y="connsiteY14148"/>
                </a:cxn>
                <a:cxn ang="0">
                  <a:pos x="connsiteX14149" y="connsiteY14149"/>
                </a:cxn>
                <a:cxn ang="0">
                  <a:pos x="connsiteX14150" y="connsiteY14150"/>
                </a:cxn>
                <a:cxn ang="0">
                  <a:pos x="connsiteX14151" y="connsiteY14151"/>
                </a:cxn>
                <a:cxn ang="0">
                  <a:pos x="connsiteX14152" y="connsiteY14152"/>
                </a:cxn>
                <a:cxn ang="0">
                  <a:pos x="connsiteX14153" y="connsiteY14153"/>
                </a:cxn>
                <a:cxn ang="0">
                  <a:pos x="connsiteX14154" y="connsiteY14154"/>
                </a:cxn>
                <a:cxn ang="0">
                  <a:pos x="connsiteX14155" y="connsiteY14155"/>
                </a:cxn>
                <a:cxn ang="0">
                  <a:pos x="connsiteX14156" y="connsiteY14156"/>
                </a:cxn>
                <a:cxn ang="0">
                  <a:pos x="connsiteX14157" y="connsiteY14157"/>
                </a:cxn>
                <a:cxn ang="0">
                  <a:pos x="connsiteX14158" y="connsiteY14158"/>
                </a:cxn>
                <a:cxn ang="0">
                  <a:pos x="connsiteX14159" y="connsiteY14159"/>
                </a:cxn>
                <a:cxn ang="0">
                  <a:pos x="connsiteX14160" y="connsiteY14160"/>
                </a:cxn>
                <a:cxn ang="0">
                  <a:pos x="connsiteX14161" y="connsiteY14161"/>
                </a:cxn>
                <a:cxn ang="0">
                  <a:pos x="connsiteX14162" y="connsiteY14162"/>
                </a:cxn>
                <a:cxn ang="0">
                  <a:pos x="connsiteX14163" y="connsiteY14163"/>
                </a:cxn>
                <a:cxn ang="0">
                  <a:pos x="connsiteX14164" y="connsiteY14164"/>
                </a:cxn>
                <a:cxn ang="0">
                  <a:pos x="connsiteX14165" y="connsiteY14165"/>
                </a:cxn>
                <a:cxn ang="0">
                  <a:pos x="connsiteX14166" y="connsiteY14166"/>
                </a:cxn>
                <a:cxn ang="0">
                  <a:pos x="connsiteX14167" y="connsiteY14167"/>
                </a:cxn>
                <a:cxn ang="0">
                  <a:pos x="connsiteX14168" y="connsiteY14168"/>
                </a:cxn>
                <a:cxn ang="0">
                  <a:pos x="connsiteX14169" y="connsiteY14169"/>
                </a:cxn>
                <a:cxn ang="0">
                  <a:pos x="connsiteX14170" y="connsiteY14170"/>
                </a:cxn>
                <a:cxn ang="0">
                  <a:pos x="connsiteX14171" y="connsiteY14171"/>
                </a:cxn>
                <a:cxn ang="0">
                  <a:pos x="connsiteX14172" y="connsiteY14172"/>
                </a:cxn>
                <a:cxn ang="0">
                  <a:pos x="connsiteX14173" y="connsiteY14173"/>
                </a:cxn>
                <a:cxn ang="0">
                  <a:pos x="connsiteX14174" y="connsiteY14174"/>
                </a:cxn>
                <a:cxn ang="0">
                  <a:pos x="connsiteX14175" y="connsiteY14175"/>
                </a:cxn>
                <a:cxn ang="0">
                  <a:pos x="connsiteX14176" y="connsiteY14176"/>
                </a:cxn>
                <a:cxn ang="0">
                  <a:pos x="connsiteX14177" y="connsiteY14177"/>
                </a:cxn>
                <a:cxn ang="0">
                  <a:pos x="connsiteX14178" y="connsiteY14178"/>
                </a:cxn>
                <a:cxn ang="0">
                  <a:pos x="connsiteX14179" y="connsiteY14179"/>
                </a:cxn>
                <a:cxn ang="0">
                  <a:pos x="connsiteX14180" y="connsiteY14180"/>
                </a:cxn>
                <a:cxn ang="0">
                  <a:pos x="connsiteX14181" y="connsiteY14181"/>
                </a:cxn>
                <a:cxn ang="0">
                  <a:pos x="connsiteX14182" y="connsiteY14182"/>
                </a:cxn>
                <a:cxn ang="0">
                  <a:pos x="connsiteX14183" y="connsiteY14183"/>
                </a:cxn>
                <a:cxn ang="0">
                  <a:pos x="connsiteX14184" y="connsiteY14184"/>
                </a:cxn>
                <a:cxn ang="0">
                  <a:pos x="connsiteX14185" y="connsiteY14185"/>
                </a:cxn>
                <a:cxn ang="0">
                  <a:pos x="connsiteX14186" y="connsiteY14186"/>
                </a:cxn>
                <a:cxn ang="0">
                  <a:pos x="connsiteX14187" y="connsiteY14187"/>
                </a:cxn>
                <a:cxn ang="0">
                  <a:pos x="connsiteX14188" y="connsiteY14188"/>
                </a:cxn>
                <a:cxn ang="0">
                  <a:pos x="connsiteX14189" y="connsiteY14189"/>
                </a:cxn>
                <a:cxn ang="0">
                  <a:pos x="connsiteX14190" y="connsiteY14190"/>
                </a:cxn>
                <a:cxn ang="0">
                  <a:pos x="connsiteX14191" y="connsiteY14191"/>
                </a:cxn>
                <a:cxn ang="0">
                  <a:pos x="connsiteX14192" y="connsiteY14192"/>
                </a:cxn>
                <a:cxn ang="0">
                  <a:pos x="connsiteX14193" y="connsiteY14193"/>
                </a:cxn>
                <a:cxn ang="0">
                  <a:pos x="connsiteX14194" y="connsiteY14194"/>
                </a:cxn>
                <a:cxn ang="0">
                  <a:pos x="connsiteX14195" y="connsiteY14195"/>
                </a:cxn>
                <a:cxn ang="0">
                  <a:pos x="connsiteX14196" y="connsiteY14196"/>
                </a:cxn>
                <a:cxn ang="0">
                  <a:pos x="connsiteX14197" y="connsiteY14197"/>
                </a:cxn>
                <a:cxn ang="0">
                  <a:pos x="connsiteX14198" y="connsiteY14198"/>
                </a:cxn>
                <a:cxn ang="0">
                  <a:pos x="connsiteX14199" y="connsiteY14199"/>
                </a:cxn>
                <a:cxn ang="0">
                  <a:pos x="connsiteX14200" y="connsiteY14200"/>
                </a:cxn>
                <a:cxn ang="0">
                  <a:pos x="connsiteX14201" y="connsiteY14201"/>
                </a:cxn>
                <a:cxn ang="0">
                  <a:pos x="connsiteX14202" y="connsiteY14202"/>
                </a:cxn>
                <a:cxn ang="0">
                  <a:pos x="connsiteX14203" y="connsiteY14203"/>
                </a:cxn>
                <a:cxn ang="0">
                  <a:pos x="connsiteX14204" y="connsiteY14204"/>
                </a:cxn>
                <a:cxn ang="0">
                  <a:pos x="connsiteX14205" y="connsiteY14205"/>
                </a:cxn>
                <a:cxn ang="0">
                  <a:pos x="connsiteX14206" y="connsiteY14206"/>
                </a:cxn>
                <a:cxn ang="0">
                  <a:pos x="connsiteX14207" y="connsiteY14207"/>
                </a:cxn>
                <a:cxn ang="0">
                  <a:pos x="connsiteX14208" y="connsiteY14208"/>
                </a:cxn>
                <a:cxn ang="0">
                  <a:pos x="connsiteX14209" y="connsiteY14209"/>
                </a:cxn>
                <a:cxn ang="0">
                  <a:pos x="connsiteX14210" y="connsiteY14210"/>
                </a:cxn>
                <a:cxn ang="0">
                  <a:pos x="connsiteX14211" y="connsiteY14211"/>
                </a:cxn>
                <a:cxn ang="0">
                  <a:pos x="connsiteX14212" y="connsiteY14212"/>
                </a:cxn>
                <a:cxn ang="0">
                  <a:pos x="connsiteX14213" y="connsiteY14213"/>
                </a:cxn>
                <a:cxn ang="0">
                  <a:pos x="connsiteX14214" y="connsiteY14214"/>
                </a:cxn>
                <a:cxn ang="0">
                  <a:pos x="connsiteX14215" y="connsiteY14215"/>
                </a:cxn>
                <a:cxn ang="0">
                  <a:pos x="connsiteX14216" y="connsiteY14216"/>
                </a:cxn>
                <a:cxn ang="0">
                  <a:pos x="connsiteX14217" y="connsiteY14217"/>
                </a:cxn>
                <a:cxn ang="0">
                  <a:pos x="connsiteX14218" y="connsiteY14218"/>
                </a:cxn>
                <a:cxn ang="0">
                  <a:pos x="connsiteX14219" y="connsiteY14219"/>
                </a:cxn>
                <a:cxn ang="0">
                  <a:pos x="connsiteX14220" y="connsiteY14220"/>
                </a:cxn>
                <a:cxn ang="0">
                  <a:pos x="connsiteX14221" y="connsiteY14221"/>
                </a:cxn>
                <a:cxn ang="0">
                  <a:pos x="connsiteX14222" y="connsiteY14222"/>
                </a:cxn>
                <a:cxn ang="0">
                  <a:pos x="connsiteX14223" y="connsiteY14223"/>
                </a:cxn>
                <a:cxn ang="0">
                  <a:pos x="connsiteX14224" y="connsiteY14224"/>
                </a:cxn>
                <a:cxn ang="0">
                  <a:pos x="connsiteX14225" y="connsiteY14225"/>
                </a:cxn>
                <a:cxn ang="0">
                  <a:pos x="connsiteX14226" y="connsiteY14226"/>
                </a:cxn>
                <a:cxn ang="0">
                  <a:pos x="connsiteX14227" y="connsiteY14227"/>
                </a:cxn>
                <a:cxn ang="0">
                  <a:pos x="connsiteX14228" y="connsiteY14228"/>
                </a:cxn>
                <a:cxn ang="0">
                  <a:pos x="connsiteX14229" y="connsiteY14229"/>
                </a:cxn>
                <a:cxn ang="0">
                  <a:pos x="connsiteX14230" y="connsiteY14230"/>
                </a:cxn>
                <a:cxn ang="0">
                  <a:pos x="connsiteX14231" y="connsiteY14231"/>
                </a:cxn>
                <a:cxn ang="0">
                  <a:pos x="connsiteX14232" y="connsiteY14232"/>
                </a:cxn>
                <a:cxn ang="0">
                  <a:pos x="connsiteX14233" y="connsiteY14233"/>
                </a:cxn>
                <a:cxn ang="0">
                  <a:pos x="connsiteX14234" y="connsiteY14234"/>
                </a:cxn>
                <a:cxn ang="0">
                  <a:pos x="connsiteX14235" y="connsiteY14235"/>
                </a:cxn>
                <a:cxn ang="0">
                  <a:pos x="connsiteX14236" y="connsiteY14236"/>
                </a:cxn>
                <a:cxn ang="0">
                  <a:pos x="connsiteX14237" y="connsiteY14237"/>
                </a:cxn>
                <a:cxn ang="0">
                  <a:pos x="connsiteX14238" y="connsiteY14238"/>
                </a:cxn>
                <a:cxn ang="0">
                  <a:pos x="connsiteX14239" y="connsiteY14239"/>
                </a:cxn>
                <a:cxn ang="0">
                  <a:pos x="connsiteX14240" y="connsiteY14240"/>
                </a:cxn>
                <a:cxn ang="0">
                  <a:pos x="connsiteX14241" y="connsiteY14241"/>
                </a:cxn>
                <a:cxn ang="0">
                  <a:pos x="connsiteX14242" y="connsiteY14242"/>
                </a:cxn>
                <a:cxn ang="0">
                  <a:pos x="connsiteX14243" y="connsiteY14243"/>
                </a:cxn>
                <a:cxn ang="0">
                  <a:pos x="connsiteX14244" y="connsiteY14244"/>
                </a:cxn>
                <a:cxn ang="0">
                  <a:pos x="connsiteX14245" y="connsiteY14245"/>
                </a:cxn>
                <a:cxn ang="0">
                  <a:pos x="connsiteX14246" y="connsiteY14246"/>
                </a:cxn>
                <a:cxn ang="0">
                  <a:pos x="connsiteX14247" y="connsiteY14247"/>
                </a:cxn>
                <a:cxn ang="0">
                  <a:pos x="connsiteX14248" y="connsiteY14248"/>
                </a:cxn>
                <a:cxn ang="0">
                  <a:pos x="connsiteX14249" y="connsiteY14249"/>
                </a:cxn>
                <a:cxn ang="0">
                  <a:pos x="connsiteX14250" y="connsiteY14250"/>
                </a:cxn>
                <a:cxn ang="0">
                  <a:pos x="connsiteX14251" y="connsiteY14251"/>
                </a:cxn>
                <a:cxn ang="0">
                  <a:pos x="connsiteX14252" y="connsiteY14252"/>
                </a:cxn>
                <a:cxn ang="0">
                  <a:pos x="connsiteX14253" y="connsiteY14253"/>
                </a:cxn>
                <a:cxn ang="0">
                  <a:pos x="connsiteX14254" y="connsiteY14254"/>
                </a:cxn>
                <a:cxn ang="0">
                  <a:pos x="connsiteX14255" y="connsiteY14255"/>
                </a:cxn>
                <a:cxn ang="0">
                  <a:pos x="connsiteX14256" y="connsiteY14256"/>
                </a:cxn>
                <a:cxn ang="0">
                  <a:pos x="connsiteX14257" y="connsiteY14257"/>
                </a:cxn>
                <a:cxn ang="0">
                  <a:pos x="connsiteX14258" y="connsiteY14258"/>
                </a:cxn>
                <a:cxn ang="0">
                  <a:pos x="connsiteX14259" y="connsiteY14259"/>
                </a:cxn>
                <a:cxn ang="0">
                  <a:pos x="connsiteX14260" y="connsiteY14260"/>
                </a:cxn>
                <a:cxn ang="0">
                  <a:pos x="connsiteX14261" y="connsiteY14261"/>
                </a:cxn>
                <a:cxn ang="0">
                  <a:pos x="connsiteX14262" y="connsiteY14262"/>
                </a:cxn>
                <a:cxn ang="0">
                  <a:pos x="connsiteX14263" y="connsiteY14263"/>
                </a:cxn>
                <a:cxn ang="0">
                  <a:pos x="connsiteX14264" y="connsiteY14264"/>
                </a:cxn>
                <a:cxn ang="0">
                  <a:pos x="connsiteX14265" y="connsiteY14265"/>
                </a:cxn>
                <a:cxn ang="0">
                  <a:pos x="connsiteX14266" y="connsiteY14266"/>
                </a:cxn>
                <a:cxn ang="0">
                  <a:pos x="connsiteX14267" y="connsiteY14267"/>
                </a:cxn>
                <a:cxn ang="0">
                  <a:pos x="connsiteX14268" y="connsiteY14268"/>
                </a:cxn>
                <a:cxn ang="0">
                  <a:pos x="connsiteX14269" y="connsiteY14269"/>
                </a:cxn>
                <a:cxn ang="0">
                  <a:pos x="connsiteX14270" y="connsiteY14270"/>
                </a:cxn>
                <a:cxn ang="0">
                  <a:pos x="connsiteX14271" y="connsiteY14271"/>
                </a:cxn>
                <a:cxn ang="0">
                  <a:pos x="connsiteX14272" y="connsiteY14272"/>
                </a:cxn>
                <a:cxn ang="0">
                  <a:pos x="connsiteX14273" y="connsiteY14273"/>
                </a:cxn>
                <a:cxn ang="0">
                  <a:pos x="connsiteX14274" y="connsiteY14274"/>
                </a:cxn>
                <a:cxn ang="0">
                  <a:pos x="connsiteX14275" y="connsiteY14275"/>
                </a:cxn>
                <a:cxn ang="0">
                  <a:pos x="connsiteX14276" y="connsiteY14276"/>
                </a:cxn>
                <a:cxn ang="0">
                  <a:pos x="connsiteX14277" y="connsiteY14277"/>
                </a:cxn>
                <a:cxn ang="0">
                  <a:pos x="connsiteX14278" y="connsiteY14278"/>
                </a:cxn>
                <a:cxn ang="0">
                  <a:pos x="connsiteX14279" y="connsiteY14279"/>
                </a:cxn>
                <a:cxn ang="0">
                  <a:pos x="connsiteX14280" y="connsiteY14280"/>
                </a:cxn>
                <a:cxn ang="0">
                  <a:pos x="connsiteX14281" y="connsiteY14281"/>
                </a:cxn>
                <a:cxn ang="0">
                  <a:pos x="connsiteX14282" y="connsiteY14282"/>
                </a:cxn>
                <a:cxn ang="0">
                  <a:pos x="connsiteX14283" y="connsiteY14283"/>
                </a:cxn>
                <a:cxn ang="0">
                  <a:pos x="connsiteX14284" y="connsiteY14284"/>
                </a:cxn>
                <a:cxn ang="0">
                  <a:pos x="connsiteX14285" y="connsiteY14285"/>
                </a:cxn>
                <a:cxn ang="0">
                  <a:pos x="connsiteX14286" y="connsiteY14286"/>
                </a:cxn>
                <a:cxn ang="0">
                  <a:pos x="connsiteX14287" y="connsiteY14287"/>
                </a:cxn>
                <a:cxn ang="0">
                  <a:pos x="connsiteX14288" y="connsiteY14288"/>
                </a:cxn>
                <a:cxn ang="0">
                  <a:pos x="connsiteX14289" y="connsiteY14289"/>
                </a:cxn>
                <a:cxn ang="0">
                  <a:pos x="connsiteX14290" y="connsiteY14290"/>
                </a:cxn>
                <a:cxn ang="0">
                  <a:pos x="connsiteX14291" y="connsiteY14291"/>
                </a:cxn>
                <a:cxn ang="0">
                  <a:pos x="connsiteX14292" y="connsiteY14292"/>
                </a:cxn>
                <a:cxn ang="0">
                  <a:pos x="connsiteX14293" y="connsiteY14293"/>
                </a:cxn>
                <a:cxn ang="0">
                  <a:pos x="connsiteX14294" y="connsiteY14294"/>
                </a:cxn>
                <a:cxn ang="0">
                  <a:pos x="connsiteX14295" y="connsiteY14295"/>
                </a:cxn>
                <a:cxn ang="0">
                  <a:pos x="connsiteX14296" y="connsiteY14296"/>
                </a:cxn>
                <a:cxn ang="0">
                  <a:pos x="connsiteX14297" y="connsiteY14297"/>
                </a:cxn>
                <a:cxn ang="0">
                  <a:pos x="connsiteX14298" y="connsiteY14298"/>
                </a:cxn>
                <a:cxn ang="0">
                  <a:pos x="connsiteX14299" y="connsiteY14299"/>
                </a:cxn>
                <a:cxn ang="0">
                  <a:pos x="connsiteX14300" y="connsiteY14300"/>
                </a:cxn>
                <a:cxn ang="0">
                  <a:pos x="connsiteX14301" y="connsiteY14301"/>
                </a:cxn>
                <a:cxn ang="0">
                  <a:pos x="connsiteX14302" y="connsiteY14302"/>
                </a:cxn>
                <a:cxn ang="0">
                  <a:pos x="connsiteX14303" y="connsiteY14303"/>
                </a:cxn>
                <a:cxn ang="0">
                  <a:pos x="connsiteX14304" y="connsiteY14304"/>
                </a:cxn>
                <a:cxn ang="0">
                  <a:pos x="connsiteX14305" y="connsiteY14305"/>
                </a:cxn>
                <a:cxn ang="0">
                  <a:pos x="connsiteX14306" y="connsiteY14306"/>
                </a:cxn>
                <a:cxn ang="0">
                  <a:pos x="connsiteX14307" y="connsiteY14307"/>
                </a:cxn>
                <a:cxn ang="0">
                  <a:pos x="connsiteX14308" y="connsiteY14308"/>
                </a:cxn>
                <a:cxn ang="0">
                  <a:pos x="connsiteX14309" y="connsiteY14309"/>
                </a:cxn>
                <a:cxn ang="0">
                  <a:pos x="connsiteX14310" y="connsiteY14310"/>
                </a:cxn>
                <a:cxn ang="0">
                  <a:pos x="connsiteX14311" y="connsiteY14311"/>
                </a:cxn>
                <a:cxn ang="0">
                  <a:pos x="connsiteX14312" y="connsiteY14312"/>
                </a:cxn>
                <a:cxn ang="0">
                  <a:pos x="connsiteX14313" y="connsiteY14313"/>
                </a:cxn>
                <a:cxn ang="0">
                  <a:pos x="connsiteX14314" y="connsiteY14314"/>
                </a:cxn>
                <a:cxn ang="0">
                  <a:pos x="connsiteX14315" y="connsiteY14315"/>
                </a:cxn>
                <a:cxn ang="0">
                  <a:pos x="connsiteX14316" y="connsiteY14316"/>
                </a:cxn>
                <a:cxn ang="0">
                  <a:pos x="connsiteX14317" y="connsiteY14317"/>
                </a:cxn>
                <a:cxn ang="0">
                  <a:pos x="connsiteX14318" y="connsiteY14318"/>
                </a:cxn>
                <a:cxn ang="0">
                  <a:pos x="connsiteX14319" y="connsiteY14319"/>
                </a:cxn>
                <a:cxn ang="0">
                  <a:pos x="connsiteX14320" y="connsiteY14320"/>
                </a:cxn>
                <a:cxn ang="0">
                  <a:pos x="connsiteX14321" y="connsiteY14321"/>
                </a:cxn>
                <a:cxn ang="0">
                  <a:pos x="connsiteX14322" y="connsiteY14322"/>
                </a:cxn>
                <a:cxn ang="0">
                  <a:pos x="connsiteX14323" y="connsiteY14323"/>
                </a:cxn>
                <a:cxn ang="0">
                  <a:pos x="connsiteX14324" y="connsiteY14324"/>
                </a:cxn>
                <a:cxn ang="0">
                  <a:pos x="connsiteX14325" y="connsiteY14325"/>
                </a:cxn>
                <a:cxn ang="0">
                  <a:pos x="connsiteX14326" y="connsiteY14326"/>
                </a:cxn>
                <a:cxn ang="0">
                  <a:pos x="connsiteX14327" y="connsiteY14327"/>
                </a:cxn>
                <a:cxn ang="0">
                  <a:pos x="connsiteX14328" y="connsiteY14328"/>
                </a:cxn>
                <a:cxn ang="0">
                  <a:pos x="connsiteX14329" y="connsiteY14329"/>
                </a:cxn>
                <a:cxn ang="0">
                  <a:pos x="connsiteX14330" y="connsiteY14330"/>
                </a:cxn>
                <a:cxn ang="0">
                  <a:pos x="connsiteX14331" y="connsiteY14331"/>
                </a:cxn>
                <a:cxn ang="0">
                  <a:pos x="connsiteX14332" y="connsiteY14332"/>
                </a:cxn>
                <a:cxn ang="0">
                  <a:pos x="connsiteX14333" y="connsiteY14333"/>
                </a:cxn>
                <a:cxn ang="0">
                  <a:pos x="connsiteX14334" y="connsiteY14334"/>
                </a:cxn>
                <a:cxn ang="0">
                  <a:pos x="connsiteX14335" y="connsiteY14335"/>
                </a:cxn>
                <a:cxn ang="0">
                  <a:pos x="connsiteX14336" y="connsiteY14336"/>
                </a:cxn>
                <a:cxn ang="0">
                  <a:pos x="connsiteX14337" y="connsiteY14337"/>
                </a:cxn>
                <a:cxn ang="0">
                  <a:pos x="connsiteX14338" y="connsiteY14338"/>
                </a:cxn>
                <a:cxn ang="0">
                  <a:pos x="connsiteX14339" y="connsiteY14339"/>
                </a:cxn>
                <a:cxn ang="0">
                  <a:pos x="connsiteX14340" y="connsiteY14340"/>
                </a:cxn>
                <a:cxn ang="0">
                  <a:pos x="connsiteX14341" y="connsiteY14341"/>
                </a:cxn>
                <a:cxn ang="0">
                  <a:pos x="connsiteX14342" y="connsiteY14342"/>
                </a:cxn>
                <a:cxn ang="0">
                  <a:pos x="connsiteX14343" y="connsiteY14343"/>
                </a:cxn>
                <a:cxn ang="0">
                  <a:pos x="connsiteX14344" y="connsiteY14344"/>
                </a:cxn>
                <a:cxn ang="0">
                  <a:pos x="connsiteX14345" y="connsiteY14345"/>
                </a:cxn>
                <a:cxn ang="0">
                  <a:pos x="connsiteX14346" y="connsiteY14346"/>
                </a:cxn>
                <a:cxn ang="0">
                  <a:pos x="connsiteX14347" y="connsiteY14347"/>
                </a:cxn>
                <a:cxn ang="0">
                  <a:pos x="connsiteX14348" y="connsiteY14348"/>
                </a:cxn>
                <a:cxn ang="0">
                  <a:pos x="connsiteX14349" y="connsiteY14349"/>
                </a:cxn>
                <a:cxn ang="0">
                  <a:pos x="connsiteX14350" y="connsiteY14350"/>
                </a:cxn>
                <a:cxn ang="0">
                  <a:pos x="connsiteX14351" y="connsiteY14351"/>
                </a:cxn>
                <a:cxn ang="0">
                  <a:pos x="connsiteX14352" y="connsiteY14352"/>
                </a:cxn>
                <a:cxn ang="0">
                  <a:pos x="connsiteX14353" y="connsiteY14353"/>
                </a:cxn>
                <a:cxn ang="0">
                  <a:pos x="connsiteX14354" y="connsiteY14354"/>
                </a:cxn>
                <a:cxn ang="0">
                  <a:pos x="connsiteX14355" y="connsiteY14355"/>
                </a:cxn>
                <a:cxn ang="0">
                  <a:pos x="connsiteX14356" y="connsiteY14356"/>
                </a:cxn>
                <a:cxn ang="0">
                  <a:pos x="connsiteX14357" y="connsiteY14357"/>
                </a:cxn>
                <a:cxn ang="0">
                  <a:pos x="connsiteX14358" y="connsiteY14358"/>
                </a:cxn>
                <a:cxn ang="0">
                  <a:pos x="connsiteX14359" y="connsiteY14359"/>
                </a:cxn>
                <a:cxn ang="0">
                  <a:pos x="connsiteX14360" y="connsiteY14360"/>
                </a:cxn>
                <a:cxn ang="0">
                  <a:pos x="connsiteX14361" y="connsiteY14361"/>
                </a:cxn>
                <a:cxn ang="0">
                  <a:pos x="connsiteX14362" y="connsiteY14362"/>
                </a:cxn>
                <a:cxn ang="0">
                  <a:pos x="connsiteX14363" y="connsiteY14363"/>
                </a:cxn>
                <a:cxn ang="0">
                  <a:pos x="connsiteX14364" y="connsiteY14364"/>
                </a:cxn>
                <a:cxn ang="0">
                  <a:pos x="connsiteX14365" y="connsiteY14365"/>
                </a:cxn>
                <a:cxn ang="0">
                  <a:pos x="connsiteX14366" y="connsiteY14366"/>
                </a:cxn>
                <a:cxn ang="0">
                  <a:pos x="connsiteX14367" y="connsiteY14367"/>
                </a:cxn>
                <a:cxn ang="0">
                  <a:pos x="connsiteX14368" y="connsiteY14368"/>
                </a:cxn>
                <a:cxn ang="0">
                  <a:pos x="connsiteX14369" y="connsiteY14369"/>
                </a:cxn>
                <a:cxn ang="0">
                  <a:pos x="connsiteX14370" y="connsiteY14370"/>
                </a:cxn>
                <a:cxn ang="0">
                  <a:pos x="connsiteX14371" y="connsiteY14371"/>
                </a:cxn>
                <a:cxn ang="0">
                  <a:pos x="connsiteX14372" y="connsiteY14372"/>
                </a:cxn>
                <a:cxn ang="0">
                  <a:pos x="connsiteX14373" y="connsiteY14373"/>
                </a:cxn>
                <a:cxn ang="0">
                  <a:pos x="connsiteX14374" y="connsiteY14374"/>
                </a:cxn>
                <a:cxn ang="0">
                  <a:pos x="connsiteX14375" y="connsiteY14375"/>
                </a:cxn>
                <a:cxn ang="0">
                  <a:pos x="connsiteX14376" y="connsiteY14376"/>
                </a:cxn>
                <a:cxn ang="0">
                  <a:pos x="connsiteX14377" y="connsiteY14377"/>
                </a:cxn>
                <a:cxn ang="0">
                  <a:pos x="connsiteX14378" y="connsiteY14378"/>
                </a:cxn>
                <a:cxn ang="0">
                  <a:pos x="connsiteX14379" y="connsiteY14379"/>
                </a:cxn>
                <a:cxn ang="0">
                  <a:pos x="connsiteX14380" y="connsiteY14380"/>
                </a:cxn>
                <a:cxn ang="0">
                  <a:pos x="connsiteX14381" y="connsiteY14381"/>
                </a:cxn>
                <a:cxn ang="0">
                  <a:pos x="connsiteX14382" y="connsiteY14382"/>
                </a:cxn>
                <a:cxn ang="0">
                  <a:pos x="connsiteX14383" y="connsiteY14383"/>
                </a:cxn>
                <a:cxn ang="0">
                  <a:pos x="connsiteX14384" y="connsiteY14384"/>
                </a:cxn>
                <a:cxn ang="0">
                  <a:pos x="connsiteX14385" y="connsiteY14385"/>
                </a:cxn>
                <a:cxn ang="0">
                  <a:pos x="connsiteX14386" y="connsiteY14386"/>
                </a:cxn>
                <a:cxn ang="0">
                  <a:pos x="connsiteX14387" y="connsiteY14387"/>
                </a:cxn>
                <a:cxn ang="0">
                  <a:pos x="connsiteX14388" y="connsiteY14388"/>
                </a:cxn>
                <a:cxn ang="0">
                  <a:pos x="connsiteX14389" y="connsiteY14389"/>
                </a:cxn>
                <a:cxn ang="0">
                  <a:pos x="connsiteX14390" y="connsiteY14390"/>
                </a:cxn>
                <a:cxn ang="0">
                  <a:pos x="connsiteX14391" y="connsiteY14391"/>
                </a:cxn>
                <a:cxn ang="0">
                  <a:pos x="connsiteX14392" y="connsiteY14392"/>
                </a:cxn>
                <a:cxn ang="0">
                  <a:pos x="connsiteX14393" y="connsiteY14393"/>
                </a:cxn>
                <a:cxn ang="0">
                  <a:pos x="connsiteX14394" y="connsiteY14394"/>
                </a:cxn>
                <a:cxn ang="0">
                  <a:pos x="connsiteX14395" y="connsiteY14395"/>
                </a:cxn>
                <a:cxn ang="0">
                  <a:pos x="connsiteX14396" y="connsiteY14396"/>
                </a:cxn>
                <a:cxn ang="0">
                  <a:pos x="connsiteX14397" y="connsiteY14397"/>
                </a:cxn>
                <a:cxn ang="0">
                  <a:pos x="connsiteX14398" y="connsiteY14398"/>
                </a:cxn>
                <a:cxn ang="0">
                  <a:pos x="connsiteX14399" y="connsiteY14399"/>
                </a:cxn>
                <a:cxn ang="0">
                  <a:pos x="connsiteX14400" y="connsiteY14400"/>
                </a:cxn>
                <a:cxn ang="0">
                  <a:pos x="connsiteX14401" y="connsiteY14401"/>
                </a:cxn>
                <a:cxn ang="0">
                  <a:pos x="connsiteX14402" y="connsiteY14402"/>
                </a:cxn>
                <a:cxn ang="0">
                  <a:pos x="connsiteX14403" y="connsiteY14403"/>
                </a:cxn>
                <a:cxn ang="0">
                  <a:pos x="connsiteX14404" y="connsiteY14404"/>
                </a:cxn>
                <a:cxn ang="0">
                  <a:pos x="connsiteX14405" y="connsiteY14405"/>
                </a:cxn>
                <a:cxn ang="0">
                  <a:pos x="connsiteX14406" y="connsiteY14406"/>
                </a:cxn>
                <a:cxn ang="0">
                  <a:pos x="connsiteX14407" y="connsiteY14407"/>
                </a:cxn>
                <a:cxn ang="0">
                  <a:pos x="connsiteX14408" y="connsiteY14408"/>
                </a:cxn>
                <a:cxn ang="0">
                  <a:pos x="connsiteX14409" y="connsiteY14409"/>
                </a:cxn>
                <a:cxn ang="0">
                  <a:pos x="connsiteX14410" y="connsiteY14410"/>
                </a:cxn>
                <a:cxn ang="0">
                  <a:pos x="connsiteX14411" y="connsiteY14411"/>
                </a:cxn>
                <a:cxn ang="0">
                  <a:pos x="connsiteX14412" y="connsiteY14412"/>
                </a:cxn>
                <a:cxn ang="0">
                  <a:pos x="connsiteX14413" y="connsiteY14413"/>
                </a:cxn>
                <a:cxn ang="0">
                  <a:pos x="connsiteX14414" y="connsiteY14414"/>
                </a:cxn>
                <a:cxn ang="0">
                  <a:pos x="connsiteX14415" y="connsiteY14415"/>
                </a:cxn>
                <a:cxn ang="0">
                  <a:pos x="connsiteX14416" y="connsiteY14416"/>
                </a:cxn>
                <a:cxn ang="0">
                  <a:pos x="connsiteX14417" y="connsiteY14417"/>
                </a:cxn>
                <a:cxn ang="0">
                  <a:pos x="connsiteX14418" y="connsiteY14418"/>
                </a:cxn>
                <a:cxn ang="0">
                  <a:pos x="connsiteX14419" y="connsiteY14419"/>
                </a:cxn>
                <a:cxn ang="0">
                  <a:pos x="connsiteX14420" y="connsiteY14420"/>
                </a:cxn>
                <a:cxn ang="0">
                  <a:pos x="connsiteX14421" y="connsiteY14421"/>
                </a:cxn>
                <a:cxn ang="0">
                  <a:pos x="connsiteX14422" y="connsiteY14422"/>
                </a:cxn>
                <a:cxn ang="0">
                  <a:pos x="connsiteX14423" y="connsiteY14423"/>
                </a:cxn>
                <a:cxn ang="0">
                  <a:pos x="connsiteX14424" y="connsiteY14424"/>
                </a:cxn>
                <a:cxn ang="0">
                  <a:pos x="connsiteX14425" y="connsiteY14425"/>
                </a:cxn>
                <a:cxn ang="0">
                  <a:pos x="connsiteX14426" y="connsiteY14426"/>
                </a:cxn>
                <a:cxn ang="0">
                  <a:pos x="connsiteX14427" y="connsiteY14427"/>
                </a:cxn>
                <a:cxn ang="0">
                  <a:pos x="connsiteX14428" y="connsiteY14428"/>
                </a:cxn>
                <a:cxn ang="0">
                  <a:pos x="connsiteX14429" y="connsiteY14429"/>
                </a:cxn>
                <a:cxn ang="0">
                  <a:pos x="connsiteX14430" y="connsiteY14430"/>
                </a:cxn>
                <a:cxn ang="0">
                  <a:pos x="connsiteX14431" y="connsiteY14431"/>
                </a:cxn>
                <a:cxn ang="0">
                  <a:pos x="connsiteX14432" y="connsiteY14432"/>
                </a:cxn>
                <a:cxn ang="0">
                  <a:pos x="connsiteX14433" y="connsiteY14433"/>
                </a:cxn>
                <a:cxn ang="0">
                  <a:pos x="connsiteX14434" y="connsiteY14434"/>
                </a:cxn>
                <a:cxn ang="0">
                  <a:pos x="connsiteX14435" y="connsiteY14435"/>
                </a:cxn>
                <a:cxn ang="0">
                  <a:pos x="connsiteX14436" y="connsiteY14436"/>
                </a:cxn>
                <a:cxn ang="0">
                  <a:pos x="connsiteX14437" y="connsiteY14437"/>
                </a:cxn>
                <a:cxn ang="0">
                  <a:pos x="connsiteX14438" y="connsiteY14438"/>
                </a:cxn>
                <a:cxn ang="0">
                  <a:pos x="connsiteX14439" y="connsiteY14439"/>
                </a:cxn>
                <a:cxn ang="0">
                  <a:pos x="connsiteX14440" y="connsiteY14440"/>
                </a:cxn>
                <a:cxn ang="0">
                  <a:pos x="connsiteX14441" y="connsiteY14441"/>
                </a:cxn>
                <a:cxn ang="0">
                  <a:pos x="connsiteX14442" y="connsiteY14442"/>
                </a:cxn>
                <a:cxn ang="0">
                  <a:pos x="connsiteX14443" y="connsiteY14443"/>
                </a:cxn>
                <a:cxn ang="0">
                  <a:pos x="connsiteX14444" y="connsiteY14444"/>
                </a:cxn>
                <a:cxn ang="0">
                  <a:pos x="connsiteX14445" y="connsiteY14445"/>
                </a:cxn>
                <a:cxn ang="0">
                  <a:pos x="connsiteX14446" y="connsiteY14446"/>
                </a:cxn>
                <a:cxn ang="0">
                  <a:pos x="connsiteX14447" y="connsiteY14447"/>
                </a:cxn>
                <a:cxn ang="0">
                  <a:pos x="connsiteX14448" y="connsiteY14448"/>
                </a:cxn>
                <a:cxn ang="0">
                  <a:pos x="connsiteX14449" y="connsiteY14449"/>
                </a:cxn>
                <a:cxn ang="0">
                  <a:pos x="connsiteX14450" y="connsiteY14450"/>
                </a:cxn>
                <a:cxn ang="0">
                  <a:pos x="connsiteX14451" y="connsiteY14451"/>
                </a:cxn>
                <a:cxn ang="0">
                  <a:pos x="connsiteX14452" y="connsiteY14452"/>
                </a:cxn>
                <a:cxn ang="0">
                  <a:pos x="connsiteX14453" y="connsiteY14453"/>
                </a:cxn>
                <a:cxn ang="0">
                  <a:pos x="connsiteX14454" y="connsiteY14454"/>
                </a:cxn>
                <a:cxn ang="0">
                  <a:pos x="connsiteX14455" y="connsiteY14455"/>
                </a:cxn>
                <a:cxn ang="0">
                  <a:pos x="connsiteX14456" y="connsiteY14456"/>
                </a:cxn>
                <a:cxn ang="0">
                  <a:pos x="connsiteX14457" y="connsiteY14457"/>
                </a:cxn>
                <a:cxn ang="0">
                  <a:pos x="connsiteX14458" y="connsiteY14458"/>
                </a:cxn>
                <a:cxn ang="0">
                  <a:pos x="connsiteX14459" y="connsiteY14459"/>
                </a:cxn>
                <a:cxn ang="0">
                  <a:pos x="connsiteX14460" y="connsiteY14460"/>
                </a:cxn>
                <a:cxn ang="0">
                  <a:pos x="connsiteX14461" y="connsiteY14461"/>
                </a:cxn>
                <a:cxn ang="0">
                  <a:pos x="connsiteX14462" y="connsiteY14462"/>
                </a:cxn>
                <a:cxn ang="0">
                  <a:pos x="connsiteX14463" y="connsiteY14463"/>
                </a:cxn>
                <a:cxn ang="0">
                  <a:pos x="connsiteX14464" y="connsiteY14464"/>
                </a:cxn>
                <a:cxn ang="0">
                  <a:pos x="connsiteX14465" y="connsiteY14465"/>
                </a:cxn>
                <a:cxn ang="0">
                  <a:pos x="connsiteX14466" y="connsiteY14466"/>
                </a:cxn>
                <a:cxn ang="0">
                  <a:pos x="connsiteX14467" y="connsiteY14467"/>
                </a:cxn>
                <a:cxn ang="0">
                  <a:pos x="connsiteX14468" y="connsiteY14468"/>
                </a:cxn>
                <a:cxn ang="0">
                  <a:pos x="connsiteX14469" y="connsiteY14469"/>
                </a:cxn>
                <a:cxn ang="0">
                  <a:pos x="connsiteX14470" y="connsiteY14470"/>
                </a:cxn>
                <a:cxn ang="0">
                  <a:pos x="connsiteX14471" y="connsiteY14471"/>
                </a:cxn>
                <a:cxn ang="0">
                  <a:pos x="connsiteX14472" y="connsiteY14472"/>
                </a:cxn>
                <a:cxn ang="0">
                  <a:pos x="connsiteX14473" y="connsiteY14473"/>
                </a:cxn>
                <a:cxn ang="0">
                  <a:pos x="connsiteX14474" y="connsiteY14474"/>
                </a:cxn>
                <a:cxn ang="0">
                  <a:pos x="connsiteX14475" y="connsiteY14475"/>
                </a:cxn>
                <a:cxn ang="0">
                  <a:pos x="connsiteX14476" y="connsiteY14476"/>
                </a:cxn>
                <a:cxn ang="0">
                  <a:pos x="connsiteX14477" y="connsiteY14477"/>
                </a:cxn>
                <a:cxn ang="0">
                  <a:pos x="connsiteX14478" y="connsiteY14478"/>
                </a:cxn>
                <a:cxn ang="0">
                  <a:pos x="connsiteX14479" y="connsiteY14479"/>
                </a:cxn>
                <a:cxn ang="0">
                  <a:pos x="connsiteX14480" y="connsiteY14480"/>
                </a:cxn>
                <a:cxn ang="0">
                  <a:pos x="connsiteX14481" y="connsiteY14481"/>
                </a:cxn>
                <a:cxn ang="0">
                  <a:pos x="connsiteX14482" y="connsiteY14482"/>
                </a:cxn>
                <a:cxn ang="0">
                  <a:pos x="connsiteX14483" y="connsiteY14483"/>
                </a:cxn>
                <a:cxn ang="0">
                  <a:pos x="connsiteX14484" y="connsiteY14484"/>
                </a:cxn>
                <a:cxn ang="0">
                  <a:pos x="connsiteX14485" y="connsiteY14485"/>
                </a:cxn>
                <a:cxn ang="0">
                  <a:pos x="connsiteX14486" y="connsiteY14486"/>
                </a:cxn>
                <a:cxn ang="0">
                  <a:pos x="connsiteX14487" y="connsiteY14487"/>
                </a:cxn>
                <a:cxn ang="0">
                  <a:pos x="connsiteX14488" y="connsiteY14488"/>
                </a:cxn>
                <a:cxn ang="0">
                  <a:pos x="connsiteX14489" y="connsiteY14489"/>
                </a:cxn>
                <a:cxn ang="0">
                  <a:pos x="connsiteX14490" y="connsiteY14490"/>
                </a:cxn>
                <a:cxn ang="0">
                  <a:pos x="connsiteX14491" y="connsiteY14491"/>
                </a:cxn>
                <a:cxn ang="0">
                  <a:pos x="connsiteX14492" y="connsiteY14492"/>
                </a:cxn>
                <a:cxn ang="0">
                  <a:pos x="connsiteX14493" y="connsiteY14493"/>
                </a:cxn>
                <a:cxn ang="0">
                  <a:pos x="connsiteX14494" y="connsiteY14494"/>
                </a:cxn>
                <a:cxn ang="0">
                  <a:pos x="connsiteX14495" y="connsiteY14495"/>
                </a:cxn>
                <a:cxn ang="0">
                  <a:pos x="connsiteX14496" y="connsiteY14496"/>
                </a:cxn>
                <a:cxn ang="0">
                  <a:pos x="connsiteX14497" y="connsiteY14497"/>
                </a:cxn>
                <a:cxn ang="0">
                  <a:pos x="connsiteX14498" y="connsiteY14498"/>
                </a:cxn>
                <a:cxn ang="0">
                  <a:pos x="connsiteX14499" y="connsiteY14499"/>
                </a:cxn>
                <a:cxn ang="0">
                  <a:pos x="connsiteX14500" y="connsiteY14500"/>
                </a:cxn>
                <a:cxn ang="0">
                  <a:pos x="connsiteX14501" y="connsiteY14501"/>
                </a:cxn>
                <a:cxn ang="0">
                  <a:pos x="connsiteX14502" y="connsiteY14502"/>
                </a:cxn>
                <a:cxn ang="0">
                  <a:pos x="connsiteX14503" y="connsiteY14503"/>
                </a:cxn>
                <a:cxn ang="0">
                  <a:pos x="connsiteX14504" y="connsiteY14504"/>
                </a:cxn>
                <a:cxn ang="0">
                  <a:pos x="connsiteX14505" y="connsiteY14505"/>
                </a:cxn>
                <a:cxn ang="0">
                  <a:pos x="connsiteX14506" y="connsiteY14506"/>
                </a:cxn>
                <a:cxn ang="0">
                  <a:pos x="connsiteX14507" y="connsiteY14507"/>
                </a:cxn>
                <a:cxn ang="0">
                  <a:pos x="connsiteX14508" y="connsiteY14508"/>
                </a:cxn>
                <a:cxn ang="0">
                  <a:pos x="connsiteX14509" y="connsiteY14509"/>
                </a:cxn>
                <a:cxn ang="0">
                  <a:pos x="connsiteX14510" y="connsiteY14510"/>
                </a:cxn>
                <a:cxn ang="0">
                  <a:pos x="connsiteX14511" y="connsiteY14511"/>
                </a:cxn>
                <a:cxn ang="0">
                  <a:pos x="connsiteX14512" y="connsiteY14512"/>
                </a:cxn>
                <a:cxn ang="0">
                  <a:pos x="connsiteX14513" y="connsiteY14513"/>
                </a:cxn>
                <a:cxn ang="0">
                  <a:pos x="connsiteX14514" y="connsiteY14514"/>
                </a:cxn>
                <a:cxn ang="0">
                  <a:pos x="connsiteX14515" y="connsiteY14515"/>
                </a:cxn>
                <a:cxn ang="0">
                  <a:pos x="connsiteX14516" y="connsiteY14516"/>
                </a:cxn>
                <a:cxn ang="0">
                  <a:pos x="connsiteX14517" y="connsiteY14517"/>
                </a:cxn>
                <a:cxn ang="0">
                  <a:pos x="connsiteX14518" y="connsiteY14518"/>
                </a:cxn>
                <a:cxn ang="0">
                  <a:pos x="connsiteX14519" y="connsiteY14519"/>
                </a:cxn>
                <a:cxn ang="0">
                  <a:pos x="connsiteX14520" y="connsiteY14520"/>
                </a:cxn>
                <a:cxn ang="0">
                  <a:pos x="connsiteX14521" y="connsiteY14521"/>
                </a:cxn>
                <a:cxn ang="0">
                  <a:pos x="connsiteX14522" y="connsiteY14522"/>
                </a:cxn>
                <a:cxn ang="0">
                  <a:pos x="connsiteX14523" y="connsiteY14523"/>
                </a:cxn>
                <a:cxn ang="0">
                  <a:pos x="connsiteX14524" y="connsiteY14524"/>
                </a:cxn>
                <a:cxn ang="0">
                  <a:pos x="connsiteX14525" y="connsiteY14525"/>
                </a:cxn>
                <a:cxn ang="0">
                  <a:pos x="connsiteX14526" y="connsiteY14526"/>
                </a:cxn>
                <a:cxn ang="0">
                  <a:pos x="connsiteX14527" y="connsiteY14527"/>
                </a:cxn>
                <a:cxn ang="0">
                  <a:pos x="connsiteX14528" y="connsiteY14528"/>
                </a:cxn>
                <a:cxn ang="0">
                  <a:pos x="connsiteX14529" y="connsiteY14529"/>
                </a:cxn>
                <a:cxn ang="0">
                  <a:pos x="connsiteX14530" y="connsiteY14530"/>
                </a:cxn>
                <a:cxn ang="0">
                  <a:pos x="connsiteX14531" y="connsiteY14531"/>
                </a:cxn>
                <a:cxn ang="0">
                  <a:pos x="connsiteX14532" y="connsiteY14532"/>
                </a:cxn>
                <a:cxn ang="0">
                  <a:pos x="connsiteX14533" y="connsiteY14533"/>
                </a:cxn>
                <a:cxn ang="0">
                  <a:pos x="connsiteX14534" y="connsiteY14534"/>
                </a:cxn>
                <a:cxn ang="0">
                  <a:pos x="connsiteX14535" y="connsiteY14535"/>
                </a:cxn>
                <a:cxn ang="0">
                  <a:pos x="connsiteX14536" y="connsiteY14536"/>
                </a:cxn>
                <a:cxn ang="0">
                  <a:pos x="connsiteX14537" y="connsiteY14537"/>
                </a:cxn>
                <a:cxn ang="0">
                  <a:pos x="connsiteX14538" y="connsiteY14538"/>
                </a:cxn>
                <a:cxn ang="0">
                  <a:pos x="connsiteX14539" y="connsiteY14539"/>
                </a:cxn>
                <a:cxn ang="0">
                  <a:pos x="connsiteX14540" y="connsiteY14540"/>
                </a:cxn>
                <a:cxn ang="0">
                  <a:pos x="connsiteX14541" y="connsiteY14541"/>
                </a:cxn>
                <a:cxn ang="0">
                  <a:pos x="connsiteX14542" y="connsiteY14542"/>
                </a:cxn>
                <a:cxn ang="0">
                  <a:pos x="connsiteX14543" y="connsiteY14543"/>
                </a:cxn>
                <a:cxn ang="0">
                  <a:pos x="connsiteX14544" y="connsiteY14544"/>
                </a:cxn>
                <a:cxn ang="0">
                  <a:pos x="connsiteX14545" y="connsiteY14545"/>
                </a:cxn>
                <a:cxn ang="0">
                  <a:pos x="connsiteX14546" y="connsiteY14546"/>
                </a:cxn>
                <a:cxn ang="0">
                  <a:pos x="connsiteX14547" y="connsiteY14547"/>
                </a:cxn>
                <a:cxn ang="0">
                  <a:pos x="connsiteX14548" y="connsiteY14548"/>
                </a:cxn>
                <a:cxn ang="0">
                  <a:pos x="connsiteX14549" y="connsiteY14549"/>
                </a:cxn>
                <a:cxn ang="0">
                  <a:pos x="connsiteX14550" y="connsiteY14550"/>
                </a:cxn>
                <a:cxn ang="0">
                  <a:pos x="connsiteX14551" y="connsiteY14551"/>
                </a:cxn>
                <a:cxn ang="0">
                  <a:pos x="connsiteX14552" y="connsiteY14552"/>
                </a:cxn>
                <a:cxn ang="0">
                  <a:pos x="connsiteX14553" y="connsiteY14553"/>
                </a:cxn>
                <a:cxn ang="0">
                  <a:pos x="connsiteX14554" y="connsiteY14554"/>
                </a:cxn>
                <a:cxn ang="0">
                  <a:pos x="connsiteX14555" y="connsiteY14555"/>
                </a:cxn>
                <a:cxn ang="0">
                  <a:pos x="connsiteX14556" y="connsiteY14556"/>
                </a:cxn>
                <a:cxn ang="0">
                  <a:pos x="connsiteX14557" y="connsiteY14557"/>
                </a:cxn>
                <a:cxn ang="0">
                  <a:pos x="connsiteX14558" y="connsiteY14558"/>
                </a:cxn>
                <a:cxn ang="0">
                  <a:pos x="connsiteX14559" y="connsiteY14559"/>
                </a:cxn>
                <a:cxn ang="0">
                  <a:pos x="connsiteX14560" y="connsiteY14560"/>
                </a:cxn>
                <a:cxn ang="0">
                  <a:pos x="connsiteX14561" y="connsiteY14561"/>
                </a:cxn>
                <a:cxn ang="0">
                  <a:pos x="connsiteX14562" y="connsiteY14562"/>
                </a:cxn>
                <a:cxn ang="0">
                  <a:pos x="connsiteX14563" y="connsiteY14563"/>
                </a:cxn>
                <a:cxn ang="0">
                  <a:pos x="connsiteX14564" y="connsiteY14564"/>
                </a:cxn>
                <a:cxn ang="0">
                  <a:pos x="connsiteX14565" y="connsiteY14565"/>
                </a:cxn>
                <a:cxn ang="0">
                  <a:pos x="connsiteX14566" y="connsiteY14566"/>
                </a:cxn>
                <a:cxn ang="0">
                  <a:pos x="connsiteX14567" y="connsiteY14567"/>
                </a:cxn>
                <a:cxn ang="0">
                  <a:pos x="connsiteX14568" y="connsiteY14568"/>
                </a:cxn>
                <a:cxn ang="0">
                  <a:pos x="connsiteX14569" y="connsiteY14569"/>
                </a:cxn>
                <a:cxn ang="0">
                  <a:pos x="connsiteX14570" y="connsiteY14570"/>
                </a:cxn>
                <a:cxn ang="0">
                  <a:pos x="connsiteX14571" y="connsiteY14571"/>
                </a:cxn>
                <a:cxn ang="0">
                  <a:pos x="connsiteX14572" y="connsiteY14572"/>
                </a:cxn>
                <a:cxn ang="0">
                  <a:pos x="connsiteX14573" y="connsiteY14573"/>
                </a:cxn>
                <a:cxn ang="0">
                  <a:pos x="connsiteX14574" y="connsiteY14574"/>
                </a:cxn>
                <a:cxn ang="0">
                  <a:pos x="connsiteX14575" y="connsiteY14575"/>
                </a:cxn>
                <a:cxn ang="0">
                  <a:pos x="connsiteX14576" y="connsiteY14576"/>
                </a:cxn>
                <a:cxn ang="0">
                  <a:pos x="connsiteX14577" y="connsiteY14577"/>
                </a:cxn>
                <a:cxn ang="0">
                  <a:pos x="connsiteX14578" y="connsiteY14578"/>
                </a:cxn>
                <a:cxn ang="0">
                  <a:pos x="connsiteX14579" y="connsiteY14579"/>
                </a:cxn>
                <a:cxn ang="0">
                  <a:pos x="connsiteX14580" y="connsiteY14580"/>
                </a:cxn>
                <a:cxn ang="0">
                  <a:pos x="connsiteX14581" y="connsiteY14581"/>
                </a:cxn>
                <a:cxn ang="0">
                  <a:pos x="connsiteX14582" y="connsiteY14582"/>
                </a:cxn>
                <a:cxn ang="0">
                  <a:pos x="connsiteX14583" y="connsiteY14583"/>
                </a:cxn>
                <a:cxn ang="0">
                  <a:pos x="connsiteX14584" y="connsiteY14584"/>
                </a:cxn>
                <a:cxn ang="0">
                  <a:pos x="connsiteX14585" y="connsiteY14585"/>
                </a:cxn>
                <a:cxn ang="0">
                  <a:pos x="connsiteX14586" y="connsiteY14586"/>
                </a:cxn>
                <a:cxn ang="0">
                  <a:pos x="connsiteX14587" y="connsiteY14587"/>
                </a:cxn>
                <a:cxn ang="0">
                  <a:pos x="connsiteX14588" y="connsiteY14588"/>
                </a:cxn>
                <a:cxn ang="0">
                  <a:pos x="connsiteX14589" y="connsiteY14589"/>
                </a:cxn>
                <a:cxn ang="0">
                  <a:pos x="connsiteX14590" y="connsiteY14590"/>
                </a:cxn>
                <a:cxn ang="0">
                  <a:pos x="connsiteX14591" y="connsiteY14591"/>
                </a:cxn>
                <a:cxn ang="0">
                  <a:pos x="connsiteX14592" y="connsiteY14592"/>
                </a:cxn>
                <a:cxn ang="0">
                  <a:pos x="connsiteX14593" y="connsiteY14593"/>
                </a:cxn>
                <a:cxn ang="0">
                  <a:pos x="connsiteX14594" y="connsiteY14594"/>
                </a:cxn>
                <a:cxn ang="0">
                  <a:pos x="connsiteX14595" y="connsiteY14595"/>
                </a:cxn>
                <a:cxn ang="0">
                  <a:pos x="connsiteX14596" y="connsiteY14596"/>
                </a:cxn>
                <a:cxn ang="0">
                  <a:pos x="connsiteX14597" y="connsiteY14597"/>
                </a:cxn>
                <a:cxn ang="0">
                  <a:pos x="connsiteX14598" y="connsiteY14598"/>
                </a:cxn>
                <a:cxn ang="0">
                  <a:pos x="connsiteX14599" y="connsiteY14599"/>
                </a:cxn>
                <a:cxn ang="0">
                  <a:pos x="connsiteX14600" y="connsiteY14600"/>
                </a:cxn>
                <a:cxn ang="0">
                  <a:pos x="connsiteX14601" y="connsiteY14601"/>
                </a:cxn>
                <a:cxn ang="0">
                  <a:pos x="connsiteX14602" y="connsiteY14602"/>
                </a:cxn>
                <a:cxn ang="0">
                  <a:pos x="connsiteX14603" y="connsiteY14603"/>
                </a:cxn>
                <a:cxn ang="0">
                  <a:pos x="connsiteX14604" y="connsiteY14604"/>
                </a:cxn>
                <a:cxn ang="0">
                  <a:pos x="connsiteX14605" y="connsiteY14605"/>
                </a:cxn>
                <a:cxn ang="0">
                  <a:pos x="connsiteX14606" y="connsiteY14606"/>
                </a:cxn>
                <a:cxn ang="0">
                  <a:pos x="connsiteX14607" y="connsiteY14607"/>
                </a:cxn>
                <a:cxn ang="0">
                  <a:pos x="connsiteX14608" y="connsiteY14608"/>
                </a:cxn>
                <a:cxn ang="0">
                  <a:pos x="connsiteX14609" y="connsiteY14609"/>
                </a:cxn>
                <a:cxn ang="0">
                  <a:pos x="connsiteX14610" y="connsiteY14610"/>
                </a:cxn>
                <a:cxn ang="0">
                  <a:pos x="connsiteX14611" y="connsiteY14611"/>
                </a:cxn>
                <a:cxn ang="0">
                  <a:pos x="connsiteX14612" y="connsiteY14612"/>
                </a:cxn>
                <a:cxn ang="0">
                  <a:pos x="connsiteX14613" y="connsiteY14613"/>
                </a:cxn>
                <a:cxn ang="0">
                  <a:pos x="connsiteX14614" y="connsiteY14614"/>
                </a:cxn>
                <a:cxn ang="0">
                  <a:pos x="connsiteX14615" y="connsiteY14615"/>
                </a:cxn>
                <a:cxn ang="0">
                  <a:pos x="connsiteX14616" y="connsiteY14616"/>
                </a:cxn>
                <a:cxn ang="0">
                  <a:pos x="connsiteX14617" y="connsiteY14617"/>
                </a:cxn>
                <a:cxn ang="0">
                  <a:pos x="connsiteX14618" y="connsiteY14618"/>
                </a:cxn>
                <a:cxn ang="0">
                  <a:pos x="connsiteX14619" y="connsiteY14619"/>
                </a:cxn>
                <a:cxn ang="0">
                  <a:pos x="connsiteX14620" y="connsiteY14620"/>
                </a:cxn>
                <a:cxn ang="0">
                  <a:pos x="connsiteX14621" y="connsiteY14621"/>
                </a:cxn>
                <a:cxn ang="0">
                  <a:pos x="connsiteX14622" y="connsiteY14622"/>
                </a:cxn>
                <a:cxn ang="0">
                  <a:pos x="connsiteX14623" y="connsiteY14623"/>
                </a:cxn>
                <a:cxn ang="0">
                  <a:pos x="connsiteX14624" y="connsiteY14624"/>
                </a:cxn>
                <a:cxn ang="0">
                  <a:pos x="connsiteX14625" y="connsiteY14625"/>
                </a:cxn>
                <a:cxn ang="0">
                  <a:pos x="connsiteX14626" y="connsiteY14626"/>
                </a:cxn>
                <a:cxn ang="0">
                  <a:pos x="connsiteX14627" y="connsiteY14627"/>
                </a:cxn>
                <a:cxn ang="0">
                  <a:pos x="connsiteX14628" y="connsiteY14628"/>
                </a:cxn>
                <a:cxn ang="0">
                  <a:pos x="connsiteX14629" y="connsiteY14629"/>
                </a:cxn>
                <a:cxn ang="0">
                  <a:pos x="connsiteX14630" y="connsiteY14630"/>
                </a:cxn>
                <a:cxn ang="0">
                  <a:pos x="connsiteX14631" y="connsiteY14631"/>
                </a:cxn>
                <a:cxn ang="0">
                  <a:pos x="connsiteX14632" y="connsiteY14632"/>
                </a:cxn>
                <a:cxn ang="0">
                  <a:pos x="connsiteX14633" y="connsiteY14633"/>
                </a:cxn>
                <a:cxn ang="0">
                  <a:pos x="connsiteX14634" y="connsiteY14634"/>
                </a:cxn>
                <a:cxn ang="0">
                  <a:pos x="connsiteX14635" y="connsiteY14635"/>
                </a:cxn>
                <a:cxn ang="0">
                  <a:pos x="connsiteX14636" y="connsiteY14636"/>
                </a:cxn>
                <a:cxn ang="0">
                  <a:pos x="connsiteX14637" y="connsiteY14637"/>
                </a:cxn>
                <a:cxn ang="0">
                  <a:pos x="connsiteX14638" y="connsiteY14638"/>
                </a:cxn>
                <a:cxn ang="0">
                  <a:pos x="connsiteX14639" y="connsiteY14639"/>
                </a:cxn>
                <a:cxn ang="0">
                  <a:pos x="connsiteX14640" y="connsiteY14640"/>
                </a:cxn>
                <a:cxn ang="0">
                  <a:pos x="connsiteX14641" y="connsiteY14641"/>
                </a:cxn>
                <a:cxn ang="0">
                  <a:pos x="connsiteX14642" y="connsiteY14642"/>
                </a:cxn>
                <a:cxn ang="0">
                  <a:pos x="connsiteX14643" y="connsiteY14643"/>
                </a:cxn>
                <a:cxn ang="0">
                  <a:pos x="connsiteX14644" y="connsiteY14644"/>
                </a:cxn>
                <a:cxn ang="0">
                  <a:pos x="connsiteX14645" y="connsiteY14645"/>
                </a:cxn>
                <a:cxn ang="0">
                  <a:pos x="connsiteX14646" y="connsiteY14646"/>
                </a:cxn>
                <a:cxn ang="0">
                  <a:pos x="connsiteX14647" y="connsiteY14647"/>
                </a:cxn>
                <a:cxn ang="0">
                  <a:pos x="connsiteX14648" y="connsiteY14648"/>
                </a:cxn>
                <a:cxn ang="0">
                  <a:pos x="connsiteX14649" y="connsiteY14649"/>
                </a:cxn>
                <a:cxn ang="0">
                  <a:pos x="connsiteX14650" y="connsiteY14650"/>
                </a:cxn>
                <a:cxn ang="0">
                  <a:pos x="connsiteX14651" y="connsiteY14651"/>
                </a:cxn>
                <a:cxn ang="0">
                  <a:pos x="connsiteX14652" y="connsiteY14652"/>
                </a:cxn>
                <a:cxn ang="0">
                  <a:pos x="connsiteX14653" y="connsiteY14653"/>
                </a:cxn>
                <a:cxn ang="0">
                  <a:pos x="connsiteX14654" y="connsiteY14654"/>
                </a:cxn>
                <a:cxn ang="0">
                  <a:pos x="connsiteX14655" y="connsiteY14655"/>
                </a:cxn>
                <a:cxn ang="0">
                  <a:pos x="connsiteX14656" y="connsiteY14656"/>
                </a:cxn>
                <a:cxn ang="0">
                  <a:pos x="connsiteX14657" y="connsiteY14657"/>
                </a:cxn>
                <a:cxn ang="0">
                  <a:pos x="connsiteX14658" y="connsiteY14658"/>
                </a:cxn>
                <a:cxn ang="0">
                  <a:pos x="connsiteX14659" y="connsiteY14659"/>
                </a:cxn>
                <a:cxn ang="0">
                  <a:pos x="connsiteX14660" y="connsiteY14660"/>
                </a:cxn>
                <a:cxn ang="0">
                  <a:pos x="connsiteX14661" y="connsiteY14661"/>
                </a:cxn>
                <a:cxn ang="0">
                  <a:pos x="connsiteX14662" y="connsiteY14662"/>
                </a:cxn>
                <a:cxn ang="0">
                  <a:pos x="connsiteX14663" y="connsiteY14663"/>
                </a:cxn>
                <a:cxn ang="0">
                  <a:pos x="connsiteX14664" y="connsiteY14664"/>
                </a:cxn>
                <a:cxn ang="0">
                  <a:pos x="connsiteX14665" y="connsiteY14665"/>
                </a:cxn>
                <a:cxn ang="0">
                  <a:pos x="connsiteX14666" y="connsiteY14666"/>
                </a:cxn>
                <a:cxn ang="0">
                  <a:pos x="connsiteX14667" y="connsiteY14667"/>
                </a:cxn>
                <a:cxn ang="0">
                  <a:pos x="connsiteX14668" y="connsiteY14668"/>
                </a:cxn>
                <a:cxn ang="0">
                  <a:pos x="connsiteX14669" y="connsiteY14669"/>
                </a:cxn>
                <a:cxn ang="0">
                  <a:pos x="connsiteX14670" y="connsiteY14670"/>
                </a:cxn>
                <a:cxn ang="0">
                  <a:pos x="connsiteX14671" y="connsiteY14671"/>
                </a:cxn>
                <a:cxn ang="0">
                  <a:pos x="connsiteX14672" y="connsiteY14672"/>
                </a:cxn>
                <a:cxn ang="0">
                  <a:pos x="connsiteX14673" y="connsiteY14673"/>
                </a:cxn>
                <a:cxn ang="0">
                  <a:pos x="connsiteX14674" y="connsiteY14674"/>
                </a:cxn>
                <a:cxn ang="0">
                  <a:pos x="connsiteX14675" y="connsiteY14675"/>
                </a:cxn>
                <a:cxn ang="0">
                  <a:pos x="connsiteX14676" y="connsiteY14676"/>
                </a:cxn>
                <a:cxn ang="0">
                  <a:pos x="connsiteX14677" y="connsiteY14677"/>
                </a:cxn>
                <a:cxn ang="0">
                  <a:pos x="connsiteX14678" y="connsiteY14678"/>
                </a:cxn>
                <a:cxn ang="0">
                  <a:pos x="connsiteX14679" y="connsiteY14679"/>
                </a:cxn>
                <a:cxn ang="0">
                  <a:pos x="connsiteX14680" y="connsiteY14680"/>
                </a:cxn>
                <a:cxn ang="0">
                  <a:pos x="connsiteX14681" y="connsiteY14681"/>
                </a:cxn>
                <a:cxn ang="0">
                  <a:pos x="connsiteX14682" y="connsiteY14682"/>
                </a:cxn>
                <a:cxn ang="0">
                  <a:pos x="connsiteX14683" y="connsiteY14683"/>
                </a:cxn>
                <a:cxn ang="0">
                  <a:pos x="connsiteX14684" y="connsiteY14684"/>
                </a:cxn>
                <a:cxn ang="0">
                  <a:pos x="connsiteX14685" y="connsiteY14685"/>
                </a:cxn>
                <a:cxn ang="0">
                  <a:pos x="connsiteX14686" y="connsiteY14686"/>
                </a:cxn>
                <a:cxn ang="0">
                  <a:pos x="connsiteX14687" y="connsiteY14687"/>
                </a:cxn>
                <a:cxn ang="0">
                  <a:pos x="connsiteX14688" y="connsiteY14688"/>
                </a:cxn>
                <a:cxn ang="0">
                  <a:pos x="connsiteX14689" y="connsiteY14689"/>
                </a:cxn>
                <a:cxn ang="0">
                  <a:pos x="connsiteX14690" y="connsiteY14690"/>
                </a:cxn>
                <a:cxn ang="0">
                  <a:pos x="connsiteX14691" y="connsiteY14691"/>
                </a:cxn>
                <a:cxn ang="0">
                  <a:pos x="connsiteX14692" y="connsiteY14692"/>
                </a:cxn>
                <a:cxn ang="0">
                  <a:pos x="connsiteX14693" y="connsiteY14693"/>
                </a:cxn>
                <a:cxn ang="0">
                  <a:pos x="connsiteX14694" y="connsiteY14694"/>
                </a:cxn>
                <a:cxn ang="0">
                  <a:pos x="connsiteX14695" y="connsiteY14695"/>
                </a:cxn>
                <a:cxn ang="0">
                  <a:pos x="connsiteX14696" y="connsiteY14696"/>
                </a:cxn>
                <a:cxn ang="0">
                  <a:pos x="connsiteX14697" y="connsiteY14697"/>
                </a:cxn>
                <a:cxn ang="0">
                  <a:pos x="connsiteX14698" y="connsiteY14698"/>
                </a:cxn>
                <a:cxn ang="0">
                  <a:pos x="connsiteX14699" y="connsiteY14699"/>
                </a:cxn>
                <a:cxn ang="0">
                  <a:pos x="connsiteX14700" y="connsiteY14700"/>
                </a:cxn>
                <a:cxn ang="0">
                  <a:pos x="connsiteX14701" y="connsiteY14701"/>
                </a:cxn>
                <a:cxn ang="0">
                  <a:pos x="connsiteX14702" y="connsiteY14702"/>
                </a:cxn>
                <a:cxn ang="0">
                  <a:pos x="connsiteX14703" y="connsiteY14703"/>
                </a:cxn>
                <a:cxn ang="0">
                  <a:pos x="connsiteX14704" y="connsiteY14704"/>
                </a:cxn>
                <a:cxn ang="0">
                  <a:pos x="connsiteX14705" y="connsiteY14705"/>
                </a:cxn>
                <a:cxn ang="0">
                  <a:pos x="connsiteX14706" y="connsiteY14706"/>
                </a:cxn>
                <a:cxn ang="0">
                  <a:pos x="connsiteX14707" y="connsiteY14707"/>
                </a:cxn>
                <a:cxn ang="0">
                  <a:pos x="connsiteX14708" y="connsiteY14708"/>
                </a:cxn>
                <a:cxn ang="0">
                  <a:pos x="connsiteX14709" y="connsiteY14709"/>
                </a:cxn>
                <a:cxn ang="0">
                  <a:pos x="connsiteX14710" y="connsiteY14710"/>
                </a:cxn>
                <a:cxn ang="0">
                  <a:pos x="connsiteX14711" y="connsiteY14711"/>
                </a:cxn>
                <a:cxn ang="0">
                  <a:pos x="connsiteX14712" y="connsiteY14712"/>
                </a:cxn>
                <a:cxn ang="0">
                  <a:pos x="connsiteX14713" y="connsiteY14713"/>
                </a:cxn>
                <a:cxn ang="0">
                  <a:pos x="connsiteX14714" y="connsiteY14714"/>
                </a:cxn>
                <a:cxn ang="0">
                  <a:pos x="connsiteX14715" y="connsiteY14715"/>
                </a:cxn>
                <a:cxn ang="0">
                  <a:pos x="connsiteX14716" y="connsiteY14716"/>
                </a:cxn>
                <a:cxn ang="0">
                  <a:pos x="connsiteX14717" y="connsiteY14717"/>
                </a:cxn>
                <a:cxn ang="0">
                  <a:pos x="connsiteX14718" y="connsiteY14718"/>
                </a:cxn>
                <a:cxn ang="0">
                  <a:pos x="connsiteX14719" y="connsiteY14719"/>
                </a:cxn>
                <a:cxn ang="0">
                  <a:pos x="connsiteX14720" y="connsiteY14720"/>
                </a:cxn>
                <a:cxn ang="0">
                  <a:pos x="connsiteX14721" y="connsiteY14721"/>
                </a:cxn>
                <a:cxn ang="0">
                  <a:pos x="connsiteX14722" y="connsiteY14722"/>
                </a:cxn>
                <a:cxn ang="0">
                  <a:pos x="connsiteX14723" y="connsiteY14723"/>
                </a:cxn>
                <a:cxn ang="0">
                  <a:pos x="connsiteX14724" y="connsiteY14724"/>
                </a:cxn>
                <a:cxn ang="0">
                  <a:pos x="connsiteX14725" y="connsiteY14725"/>
                </a:cxn>
                <a:cxn ang="0">
                  <a:pos x="connsiteX14726" y="connsiteY14726"/>
                </a:cxn>
                <a:cxn ang="0">
                  <a:pos x="connsiteX14727" y="connsiteY14727"/>
                </a:cxn>
                <a:cxn ang="0">
                  <a:pos x="connsiteX14728" y="connsiteY14728"/>
                </a:cxn>
                <a:cxn ang="0">
                  <a:pos x="connsiteX14729" y="connsiteY14729"/>
                </a:cxn>
                <a:cxn ang="0">
                  <a:pos x="connsiteX14730" y="connsiteY14730"/>
                </a:cxn>
                <a:cxn ang="0">
                  <a:pos x="connsiteX14731" y="connsiteY14731"/>
                </a:cxn>
                <a:cxn ang="0">
                  <a:pos x="connsiteX14732" y="connsiteY14732"/>
                </a:cxn>
                <a:cxn ang="0">
                  <a:pos x="connsiteX14733" y="connsiteY14733"/>
                </a:cxn>
                <a:cxn ang="0">
                  <a:pos x="connsiteX14734" y="connsiteY14734"/>
                </a:cxn>
                <a:cxn ang="0">
                  <a:pos x="connsiteX14735" y="connsiteY14735"/>
                </a:cxn>
                <a:cxn ang="0">
                  <a:pos x="connsiteX14736" y="connsiteY14736"/>
                </a:cxn>
                <a:cxn ang="0">
                  <a:pos x="connsiteX14737" y="connsiteY14737"/>
                </a:cxn>
                <a:cxn ang="0">
                  <a:pos x="connsiteX14738" y="connsiteY14738"/>
                </a:cxn>
                <a:cxn ang="0">
                  <a:pos x="connsiteX14739" y="connsiteY14739"/>
                </a:cxn>
                <a:cxn ang="0">
                  <a:pos x="connsiteX14740" y="connsiteY14740"/>
                </a:cxn>
                <a:cxn ang="0">
                  <a:pos x="connsiteX14741" y="connsiteY14741"/>
                </a:cxn>
                <a:cxn ang="0">
                  <a:pos x="connsiteX14742" y="connsiteY14742"/>
                </a:cxn>
                <a:cxn ang="0">
                  <a:pos x="connsiteX14743" y="connsiteY14743"/>
                </a:cxn>
                <a:cxn ang="0">
                  <a:pos x="connsiteX14744" y="connsiteY14744"/>
                </a:cxn>
                <a:cxn ang="0">
                  <a:pos x="connsiteX14745" y="connsiteY14745"/>
                </a:cxn>
                <a:cxn ang="0">
                  <a:pos x="connsiteX14746" y="connsiteY14746"/>
                </a:cxn>
                <a:cxn ang="0">
                  <a:pos x="connsiteX14747" y="connsiteY14747"/>
                </a:cxn>
                <a:cxn ang="0">
                  <a:pos x="connsiteX14748" y="connsiteY14748"/>
                </a:cxn>
                <a:cxn ang="0">
                  <a:pos x="connsiteX14749" y="connsiteY14749"/>
                </a:cxn>
                <a:cxn ang="0">
                  <a:pos x="connsiteX14750" y="connsiteY14750"/>
                </a:cxn>
                <a:cxn ang="0">
                  <a:pos x="connsiteX14751" y="connsiteY14751"/>
                </a:cxn>
                <a:cxn ang="0">
                  <a:pos x="connsiteX14752" y="connsiteY14752"/>
                </a:cxn>
                <a:cxn ang="0">
                  <a:pos x="connsiteX14753" y="connsiteY14753"/>
                </a:cxn>
                <a:cxn ang="0">
                  <a:pos x="connsiteX14754" y="connsiteY14754"/>
                </a:cxn>
                <a:cxn ang="0">
                  <a:pos x="connsiteX14755" y="connsiteY14755"/>
                </a:cxn>
                <a:cxn ang="0">
                  <a:pos x="connsiteX14756" y="connsiteY14756"/>
                </a:cxn>
                <a:cxn ang="0">
                  <a:pos x="connsiteX14757" y="connsiteY14757"/>
                </a:cxn>
                <a:cxn ang="0">
                  <a:pos x="connsiteX14758" y="connsiteY14758"/>
                </a:cxn>
                <a:cxn ang="0">
                  <a:pos x="connsiteX14759" y="connsiteY14759"/>
                </a:cxn>
                <a:cxn ang="0">
                  <a:pos x="connsiteX14760" y="connsiteY14760"/>
                </a:cxn>
                <a:cxn ang="0">
                  <a:pos x="connsiteX14761" y="connsiteY14761"/>
                </a:cxn>
                <a:cxn ang="0">
                  <a:pos x="connsiteX14762" y="connsiteY14762"/>
                </a:cxn>
                <a:cxn ang="0">
                  <a:pos x="connsiteX14763" y="connsiteY14763"/>
                </a:cxn>
                <a:cxn ang="0">
                  <a:pos x="connsiteX14764" y="connsiteY14764"/>
                </a:cxn>
                <a:cxn ang="0">
                  <a:pos x="connsiteX14765" y="connsiteY14765"/>
                </a:cxn>
                <a:cxn ang="0">
                  <a:pos x="connsiteX14766" y="connsiteY14766"/>
                </a:cxn>
                <a:cxn ang="0">
                  <a:pos x="connsiteX14767" y="connsiteY14767"/>
                </a:cxn>
                <a:cxn ang="0">
                  <a:pos x="connsiteX14768" y="connsiteY14768"/>
                </a:cxn>
                <a:cxn ang="0">
                  <a:pos x="connsiteX14769" y="connsiteY14769"/>
                </a:cxn>
                <a:cxn ang="0">
                  <a:pos x="connsiteX14770" y="connsiteY14770"/>
                </a:cxn>
                <a:cxn ang="0">
                  <a:pos x="connsiteX14771" y="connsiteY14771"/>
                </a:cxn>
                <a:cxn ang="0">
                  <a:pos x="connsiteX14772" y="connsiteY14772"/>
                </a:cxn>
                <a:cxn ang="0">
                  <a:pos x="connsiteX14773" y="connsiteY14773"/>
                </a:cxn>
                <a:cxn ang="0">
                  <a:pos x="connsiteX14774" y="connsiteY14774"/>
                </a:cxn>
                <a:cxn ang="0">
                  <a:pos x="connsiteX14775" y="connsiteY14775"/>
                </a:cxn>
                <a:cxn ang="0">
                  <a:pos x="connsiteX14776" y="connsiteY14776"/>
                </a:cxn>
                <a:cxn ang="0">
                  <a:pos x="connsiteX14777" y="connsiteY14777"/>
                </a:cxn>
                <a:cxn ang="0">
                  <a:pos x="connsiteX14778" y="connsiteY14778"/>
                </a:cxn>
                <a:cxn ang="0">
                  <a:pos x="connsiteX14779" y="connsiteY14779"/>
                </a:cxn>
                <a:cxn ang="0">
                  <a:pos x="connsiteX14780" y="connsiteY14780"/>
                </a:cxn>
                <a:cxn ang="0">
                  <a:pos x="connsiteX14781" y="connsiteY14781"/>
                </a:cxn>
                <a:cxn ang="0">
                  <a:pos x="connsiteX14782" y="connsiteY14782"/>
                </a:cxn>
                <a:cxn ang="0">
                  <a:pos x="connsiteX14783" y="connsiteY14783"/>
                </a:cxn>
                <a:cxn ang="0">
                  <a:pos x="connsiteX14784" y="connsiteY14784"/>
                </a:cxn>
                <a:cxn ang="0">
                  <a:pos x="connsiteX14785" y="connsiteY14785"/>
                </a:cxn>
                <a:cxn ang="0">
                  <a:pos x="connsiteX14786" y="connsiteY14786"/>
                </a:cxn>
                <a:cxn ang="0">
                  <a:pos x="connsiteX14787" y="connsiteY14787"/>
                </a:cxn>
                <a:cxn ang="0">
                  <a:pos x="connsiteX14788" y="connsiteY14788"/>
                </a:cxn>
                <a:cxn ang="0">
                  <a:pos x="connsiteX14789" y="connsiteY14789"/>
                </a:cxn>
                <a:cxn ang="0">
                  <a:pos x="connsiteX14790" y="connsiteY14790"/>
                </a:cxn>
                <a:cxn ang="0">
                  <a:pos x="connsiteX14791" y="connsiteY14791"/>
                </a:cxn>
                <a:cxn ang="0">
                  <a:pos x="connsiteX14792" y="connsiteY14792"/>
                </a:cxn>
                <a:cxn ang="0">
                  <a:pos x="connsiteX14793" y="connsiteY14793"/>
                </a:cxn>
                <a:cxn ang="0">
                  <a:pos x="connsiteX14794" y="connsiteY14794"/>
                </a:cxn>
                <a:cxn ang="0">
                  <a:pos x="connsiteX14795" y="connsiteY14795"/>
                </a:cxn>
                <a:cxn ang="0">
                  <a:pos x="connsiteX14796" y="connsiteY14796"/>
                </a:cxn>
                <a:cxn ang="0">
                  <a:pos x="connsiteX14797" y="connsiteY14797"/>
                </a:cxn>
                <a:cxn ang="0">
                  <a:pos x="connsiteX14798" y="connsiteY14798"/>
                </a:cxn>
                <a:cxn ang="0">
                  <a:pos x="connsiteX14799" y="connsiteY14799"/>
                </a:cxn>
                <a:cxn ang="0">
                  <a:pos x="connsiteX14800" y="connsiteY14800"/>
                </a:cxn>
                <a:cxn ang="0">
                  <a:pos x="connsiteX14801" y="connsiteY14801"/>
                </a:cxn>
                <a:cxn ang="0">
                  <a:pos x="connsiteX14802" y="connsiteY14802"/>
                </a:cxn>
                <a:cxn ang="0">
                  <a:pos x="connsiteX14803" y="connsiteY14803"/>
                </a:cxn>
                <a:cxn ang="0">
                  <a:pos x="connsiteX14804" y="connsiteY14804"/>
                </a:cxn>
                <a:cxn ang="0">
                  <a:pos x="connsiteX14805" y="connsiteY14805"/>
                </a:cxn>
                <a:cxn ang="0">
                  <a:pos x="connsiteX14806" y="connsiteY14806"/>
                </a:cxn>
                <a:cxn ang="0">
                  <a:pos x="connsiteX14807" y="connsiteY14807"/>
                </a:cxn>
                <a:cxn ang="0">
                  <a:pos x="connsiteX14808" y="connsiteY14808"/>
                </a:cxn>
                <a:cxn ang="0">
                  <a:pos x="connsiteX14809" y="connsiteY14809"/>
                </a:cxn>
                <a:cxn ang="0">
                  <a:pos x="connsiteX14810" y="connsiteY14810"/>
                </a:cxn>
                <a:cxn ang="0">
                  <a:pos x="connsiteX14811" y="connsiteY14811"/>
                </a:cxn>
                <a:cxn ang="0">
                  <a:pos x="connsiteX14812" y="connsiteY14812"/>
                </a:cxn>
                <a:cxn ang="0">
                  <a:pos x="connsiteX14813" y="connsiteY14813"/>
                </a:cxn>
                <a:cxn ang="0">
                  <a:pos x="connsiteX14814" y="connsiteY14814"/>
                </a:cxn>
                <a:cxn ang="0">
                  <a:pos x="connsiteX14815" y="connsiteY14815"/>
                </a:cxn>
                <a:cxn ang="0">
                  <a:pos x="connsiteX14816" y="connsiteY14816"/>
                </a:cxn>
                <a:cxn ang="0">
                  <a:pos x="connsiteX14817" y="connsiteY14817"/>
                </a:cxn>
                <a:cxn ang="0">
                  <a:pos x="connsiteX14818" y="connsiteY14818"/>
                </a:cxn>
                <a:cxn ang="0">
                  <a:pos x="connsiteX14819" y="connsiteY14819"/>
                </a:cxn>
                <a:cxn ang="0">
                  <a:pos x="connsiteX14820" y="connsiteY14820"/>
                </a:cxn>
                <a:cxn ang="0">
                  <a:pos x="connsiteX14821" y="connsiteY14821"/>
                </a:cxn>
                <a:cxn ang="0">
                  <a:pos x="connsiteX14822" y="connsiteY14822"/>
                </a:cxn>
                <a:cxn ang="0">
                  <a:pos x="connsiteX14823" y="connsiteY14823"/>
                </a:cxn>
                <a:cxn ang="0">
                  <a:pos x="connsiteX14824" y="connsiteY14824"/>
                </a:cxn>
                <a:cxn ang="0">
                  <a:pos x="connsiteX14825" y="connsiteY14825"/>
                </a:cxn>
                <a:cxn ang="0">
                  <a:pos x="connsiteX14826" y="connsiteY14826"/>
                </a:cxn>
                <a:cxn ang="0">
                  <a:pos x="connsiteX14827" y="connsiteY14827"/>
                </a:cxn>
                <a:cxn ang="0">
                  <a:pos x="connsiteX14828" y="connsiteY14828"/>
                </a:cxn>
                <a:cxn ang="0">
                  <a:pos x="connsiteX14829" y="connsiteY14829"/>
                </a:cxn>
                <a:cxn ang="0">
                  <a:pos x="connsiteX14830" y="connsiteY14830"/>
                </a:cxn>
                <a:cxn ang="0">
                  <a:pos x="connsiteX14831" y="connsiteY14831"/>
                </a:cxn>
                <a:cxn ang="0">
                  <a:pos x="connsiteX14832" y="connsiteY14832"/>
                </a:cxn>
                <a:cxn ang="0">
                  <a:pos x="connsiteX14833" y="connsiteY14833"/>
                </a:cxn>
                <a:cxn ang="0">
                  <a:pos x="connsiteX14834" y="connsiteY14834"/>
                </a:cxn>
                <a:cxn ang="0">
                  <a:pos x="connsiteX14835" y="connsiteY14835"/>
                </a:cxn>
                <a:cxn ang="0">
                  <a:pos x="connsiteX14836" y="connsiteY14836"/>
                </a:cxn>
                <a:cxn ang="0">
                  <a:pos x="connsiteX14837" y="connsiteY14837"/>
                </a:cxn>
                <a:cxn ang="0">
                  <a:pos x="connsiteX14838" y="connsiteY14838"/>
                </a:cxn>
                <a:cxn ang="0">
                  <a:pos x="connsiteX14839" y="connsiteY14839"/>
                </a:cxn>
                <a:cxn ang="0">
                  <a:pos x="connsiteX14840" y="connsiteY14840"/>
                </a:cxn>
                <a:cxn ang="0">
                  <a:pos x="connsiteX14841" y="connsiteY14841"/>
                </a:cxn>
                <a:cxn ang="0">
                  <a:pos x="connsiteX14842" y="connsiteY14842"/>
                </a:cxn>
                <a:cxn ang="0">
                  <a:pos x="connsiteX14843" y="connsiteY14843"/>
                </a:cxn>
                <a:cxn ang="0">
                  <a:pos x="connsiteX14844" y="connsiteY14844"/>
                </a:cxn>
                <a:cxn ang="0">
                  <a:pos x="connsiteX14845" y="connsiteY14845"/>
                </a:cxn>
                <a:cxn ang="0">
                  <a:pos x="connsiteX14846" y="connsiteY14846"/>
                </a:cxn>
                <a:cxn ang="0">
                  <a:pos x="connsiteX14847" y="connsiteY14847"/>
                </a:cxn>
                <a:cxn ang="0">
                  <a:pos x="connsiteX14848" y="connsiteY14848"/>
                </a:cxn>
                <a:cxn ang="0">
                  <a:pos x="connsiteX14849" y="connsiteY14849"/>
                </a:cxn>
                <a:cxn ang="0">
                  <a:pos x="connsiteX14850" y="connsiteY14850"/>
                </a:cxn>
                <a:cxn ang="0">
                  <a:pos x="connsiteX14851" y="connsiteY14851"/>
                </a:cxn>
                <a:cxn ang="0">
                  <a:pos x="connsiteX14852" y="connsiteY14852"/>
                </a:cxn>
                <a:cxn ang="0">
                  <a:pos x="connsiteX14853" y="connsiteY14853"/>
                </a:cxn>
                <a:cxn ang="0">
                  <a:pos x="connsiteX14854" y="connsiteY14854"/>
                </a:cxn>
                <a:cxn ang="0">
                  <a:pos x="connsiteX14855" y="connsiteY14855"/>
                </a:cxn>
                <a:cxn ang="0">
                  <a:pos x="connsiteX14856" y="connsiteY14856"/>
                </a:cxn>
                <a:cxn ang="0">
                  <a:pos x="connsiteX14857" y="connsiteY14857"/>
                </a:cxn>
                <a:cxn ang="0">
                  <a:pos x="connsiteX14858" y="connsiteY14858"/>
                </a:cxn>
                <a:cxn ang="0">
                  <a:pos x="connsiteX14859" y="connsiteY14859"/>
                </a:cxn>
                <a:cxn ang="0">
                  <a:pos x="connsiteX14860" y="connsiteY14860"/>
                </a:cxn>
                <a:cxn ang="0">
                  <a:pos x="connsiteX14861" y="connsiteY14861"/>
                </a:cxn>
                <a:cxn ang="0">
                  <a:pos x="connsiteX14862" y="connsiteY14862"/>
                </a:cxn>
                <a:cxn ang="0">
                  <a:pos x="connsiteX14863" y="connsiteY14863"/>
                </a:cxn>
                <a:cxn ang="0">
                  <a:pos x="connsiteX14864" y="connsiteY14864"/>
                </a:cxn>
                <a:cxn ang="0">
                  <a:pos x="connsiteX14865" y="connsiteY14865"/>
                </a:cxn>
                <a:cxn ang="0">
                  <a:pos x="connsiteX14866" y="connsiteY14866"/>
                </a:cxn>
                <a:cxn ang="0">
                  <a:pos x="connsiteX14867" y="connsiteY14867"/>
                </a:cxn>
                <a:cxn ang="0">
                  <a:pos x="connsiteX14868" y="connsiteY14868"/>
                </a:cxn>
                <a:cxn ang="0">
                  <a:pos x="connsiteX14869" y="connsiteY14869"/>
                </a:cxn>
                <a:cxn ang="0">
                  <a:pos x="connsiteX14870" y="connsiteY14870"/>
                </a:cxn>
                <a:cxn ang="0">
                  <a:pos x="connsiteX14871" y="connsiteY14871"/>
                </a:cxn>
                <a:cxn ang="0">
                  <a:pos x="connsiteX14872" y="connsiteY14872"/>
                </a:cxn>
                <a:cxn ang="0">
                  <a:pos x="connsiteX14873" y="connsiteY14873"/>
                </a:cxn>
                <a:cxn ang="0">
                  <a:pos x="connsiteX14874" y="connsiteY14874"/>
                </a:cxn>
                <a:cxn ang="0">
                  <a:pos x="connsiteX14875" y="connsiteY14875"/>
                </a:cxn>
                <a:cxn ang="0">
                  <a:pos x="connsiteX14876" y="connsiteY14876"/>
                </a:cxn>
                <a:cxn ang="0">
                  <a:pos x="connsiteX14877" y="connsiteY14877"/>
                </a:cxn>
                <a:cxn ang="0">
                  <a:pos x="connsiteX14878" y="connsiteY14878"/>
                </a:cxn>
                <a:cxn ang="0">
                  <a:pos x="connsiteX14879" y="connsiteY14879"/>
                </a:cxn>
                <a:cxn ang="0">
                  <a:pos x="connsiteX14880" y="connsiteY14880"/>
                </a:cxn>
                <a:cxn ang="0">
                  <a:pos x="connsiteX14881" y="connsiteY14881"/>
                </a:cxn>
                <a:cxn ang="0">
                  <a:pos x="connsiteX14882" y="connsiteY14882"/>
                </a:cxn>
                <a:cxn ang="0">
                  <a:pos x="connsiteX14883" y="connsiteY14883"/>
                </a:cxn>
                <a:cxn ang="0">
                  <a:pos x="connsiteX14884" y="connsiteY14884"/>
                </a:cxn>
                <a:cxn ang="0">
                  <a:pos x="connsiteX14885" y="connsiteY14885"/>
                </a:cxn>
                <a:cxn ang="0">
                  <a:pos x="connsiteX14886" y="connsiteY14886"/>
                </a:cxn>
                <a:cxn ang="0">
                  <a:pos x="connsiteX14887" y="connsiteY14887"/>
                </a:cxn>
                <a:cxn ang="0">
                  <a:pos x="connsiteX14888" y="connsiteY14888"/>
                </a:cxn>
                <a:cxn ang="0">
                  <a:pos x="connsiteX14889" y="connsiteY14889"/>
                </a:cxn>
                <a:cxn ang="0">
                  <a:pos x="connsiteX14890" y="connsiteY14890"/>
                </a:cxn>
                <a:cxn ang="0">
                  <a:pos x="connsiteX14891" y="connsiteY14891"/>
                </a:cxn>
                <a:cxn ang="0">
                  <a:pos x="connsiteX14892" y="connsiteY14892"/>
                </a:cxn>
                <a:cxn ang="0">
                  <a:pos x="connsiteX14893" y="connsiteY14893"/>
                </a:cxn>
                <a:cxn ang="0">
                  <a:pos x="connsiteX14894" y="connsiteY14894"/>
                </a:cxn>
                <a:cxn ang="0">
                  <a:pos x="connsiteX14895" y="connsiteY14895"/>
                </a:cxn>
                <a:cxn ang="0">
                  <a:pos x="connsiteX14896" y="connsiteY14896"/>
                </a:cxn>
                <a:cxn ang="0">
                  <a:pos x="connsiteX14897" y="connsiteY14897"/>
                </a:cxn>
                <a:cxn ang="0">
                  <a:pos x="connsiteX14898" y="connsiteY14898"/>
                </a:cxn>
                <a:cxn ang="0">
                  <a:pos x="connsiteX14899" y="connsiteY14899"/>
                </a:cxn>
                <a:cxn ang="0">
                  <a:pos x="connsiteX14900" y="connsiteY14900"/>
                </a:cxn>
                <a:cxn ang="0">
                  <a:pos x="connsiteX14901" y="connsiteY14901"/>
                </a:cxn>
                <a:cxn ang="0">
                  <a:pos x="connsiteX14902" y="connsiteY14902"/>
                </a:cxn>
                <a:cxn ang="0">
                  <a:pos x="connsiteX14903" y="connsiteY14903"/>
                </a:cxn>
                <a:cxn ang="0">
                  <a:pos x="connsiteX14904" y="connsiteY14904"/>
                </a:cxn>
                <a:cxn ang="0">
                  <a:pos x="connsiteX14905" y="connsiteY14905"/>
                </a:cxn>
                <a:cxn ang="0">
                  <a:pos x="connsiteX14906" y="connsiteY14906"/>
                </a:cxn>
                <a:cxn ang="0">
                  <a:pos x="connsiteX14907" y="connsiteY14907"/>
                </a:cxn>
                <a:cxn ang="0">
                  <a:pos x="connsiteX14908" y="connsiteY14908"/>
                </a:cxn>
                <a:cxn ang="0">
                  <a:pos x="connsiteX14909" y="connsiteY14909"/>
                </a:cxn>
                <a:cxn ang="0">
                  <a:pos x="connsiteX14910" y="connsiteY14910"/>
                </a:cxn>
                <a:cxn ang="0">
                  <a:pos x="connsiteX14911" y="connsiteY14911"/>
                </a:cxn>
                <a:cxn ang="0">
                  <a:pos x="connsiteX14912" y="connsiteY14912"/>
                </a:cxn>
                <a:cxn ang="0">
                  <a:pos x="connsiteX14913" y="connsiteY14913"/>
                </a:cxn>
                <a:cxn ang="0">
                  <a:pos x="connsiteX14914" y="connsiteY14914"/>
                </a:cxn>
                <a:cxn ang="0">
                  <a:pos x="connsiteX14915" y="connsiteY14915"/>
                </a:cxn>
                <a:cxn ang="0">
                  <a:pos x="connsiteX14916" y="connsiteY14916"/>
                </a:cxn>
                <a:cxn ang="0">
                  <a:pos x="connsiteX14917" y="connsiteY14917"/>
                </a:cxn>
                <a:cxn ang="0">
                  <a:pos x="connsiteX14918" y="connsiteY14918"/>
                </a:cxn>
                <a:cxn ang="0">
                  <a:pos x="connsiteX14919" y="connsiteY14919"/>
                </a:cxn>
                <a:cxn ang="0">
                  <a:pos x="connsiteX14920" y="connsiteY14920"/>
                </a:cxn>
                <a:cxn ang="0">
                  <a:pos x="connsiteX14921" y="connsiteY14921"/>
                </a:cxn>
                <a:cxn ang="0">
                  <a:pos x="connsiteX14922" y="connsiteY14922"/>
                </a:cxn>
                <a:cxn ang="0">
                  <a:pos x="connsiteX14923" y="connsiteY14923"/>
                </a:cxn>
                <a:cxn ang="0">
                  <a:pos x="connsiteX14924" y="connsiteY14924"/>
                </a:cxn>
                <a:cxn ang="0">
                  <a:pos x="connsiteX14925" y="connsiteY14925"/>
                </a:cxn>
                <a:cxn ang="0">
                  <a:pos x="connsiteX14926" y="connsiteY14926"/>
                </a:cxn>
                <a:cxn ang="0">
                  <a:pos x="connsiteX14927" y="connsiteY14927"/>
                </a:cxn>
                <a:cxn ang="0">
                  <a:pos x="connsiteX14928" y="connsiteY14928"/>
                </a:cxn>
                <a:cxn ang="0">
                  <a:pos x="connsiteX14929" y="connsiteY14929"/>
                </a:cxn>
                <a:cxn ang="0">
                  <a:pos x="connsiteX14930" y="connsiteY14930"/>
                </a:cxn>
                <a:cxn ang="0">
                  <a:pos x="connsiteX14931" y="connsiteY14931"/>
                </a:cxn>
                <a:cxn ang="0">
                  <a:pos x="connsiteX14932" y="connsiteY14932"/>
                </a:cxn>
                <a:cxn ang="0">
                  <a:pos x="connsiteX14933" y="connsiteY14933"/>
                </a:cxn>
                <a:cxn ang="0">
                  <a:pos x="connsiteX14934" y="connsiteY14934"/>
                </a:cxn>
                <a:cxn ang="0">
                  <a:pos x="connsiteX14935" y="connsiteY14935"/>
                </a:cxn>
                <a:cxn ang="0">
                  <a:pos x="connsiteX14936" y="connsiteY14936"/>
                </a:cxn>
                <a:cxn ang="0">
                  <a:pos x="connsiteX14937" y="connsiteY14937"/>
                </a:cxn>
                <a:cxn ang="0">
                  <a:pos x="connsiteX14938" y="connsiteY14938"/>
                </a:cxn>
                <a:cxn ang="0">
                  <a:pos x="connsiteX14939" y="connsiteY14939"/>
                </a:cxn>
                <a:cxn ang="0">
                  <a:pos x="connsiteX14940" y="connsiteY14940"/>
                </a:cxn>
                <a:cxn ang="0">
                  <a:pos x="connsiteX14941" y="connsiteY14941"/>
                </a:cxn>
                <a:cxn ang="0">
                  <a:pos x="connsiteX14942" y="connsiteY14942"/>
                </a:cxn>
                <a:cxn ang="0">
                  <a:pos x="connsiteX14943" y="connsiteY14943"/>
                </a:cxn>
                <a:cxn ang="0">
                  <a:pos x="connsiteX14944" y="connsiteY14944"/>
                </a:cxn>
                <a:cxn ang="0">
                  <a:pos x="connsiteX14945" y="connsiteY14945"/>
                </a:cxn>
                <a:cxn ang="0">
                  <a:pos x="connsiteX14946" y="connsiteY14946"/>
                </a:cxn>
                <a:cxn ang="0">
                  <a:pos x="connsiteX14947" y="connsiteY14947"/>
                </a:cxn>
                <a:cxn ang="0">
                  <a:pos x="connsiteX14948" y="connsiteY14948"/>
                </a:cxn>
                <a:cxn ang="0">
                  <a:pos x="connsiteX14949" y="connsiteY14949"/>
                </a:cxn>
                <a:cxn ang="0">
                  <a:pos x="connsiteX14950" y="connsiteY14950"/>
                </a:cxn>
                <a:cxn ang="0">
                  <a:pos x="connsiteX14951" y="connsiteY14951"/>
                </a:cxn>
                <a:cxn ang="0">
                  <a:pos x="connsiteX14952" y="connsiteY14952"/>
                </a:cxn>
                <a:cxn ang="0">
                  <a:pos x="connsiteX14953" y="connsiteY14953"/>
                </a:cxn>
                <a:cxn ang="0">
                  <a:pos x="connsiteX14954" y="connsiteY14954"/>
                </a:cxn>
                <a:cxn ang="0">
                  <a:pos x="connsiteX14955" y="connsiteY14955"/>
                </a:cxn>
                <a:cxn ang="0">
                  <a:pos x="connsiteX14956" y="connsiteY14956"/>
                </a:cxn>
                <a:cxn ang="0">
                  <a:pos x="connsiteX14957" y="connsiteY14957"/>
                </a:cxn>
                <a:cxn ang="0">
                  <a:pos x="connsiteX14958" y="connsiteY14958"/>
                </a:cxn>
                <a:cxn ang="0">
                  <a:pos x="connsiteX14959" y="connsiteY14959"/>
                </a:cxn>
                <a:cxn ang="0">
                  <a:pos x="connsiteX14960" y="connsiteY14960"/>
                </a:cxn>
                <a:cxn ang="0">
                  <a:pos x="connsiteX14961" y="connsiteY14961"/>
                </a:cxn>
                <a:cxn ang="0">
                  <a:pos x="connsiteX14962" y="connsiteY14962"/>
                </a:cxn>
                <a:cxn ang="0">
                  <a:pos x="connsiteX14963" y="connsiteY14963"/>
                </a:cxn>
                <a:cxn ang="0">
                  <a:pos x="connsiteX14964" y="connsiteY14964"/>
                </a:cxn>
                <a:cxn ang="0">
                  <a:pos x="connsiteX14965" y="connsiteY14965"/>
                </a:cxn>
                <a:cxn ang="0">
                  <a:pos x="connsiteX14966" y="connsiteY14966"/>
                </a:cxn>
                <a:cxn ang="0">
                  <a:pos x="connsiteX14967" y="connsiteY14967"/>
                </a:cxn>
                <a:cxn ang="0">
                  <a:pos x="connsiteX14968" y="connsiteY14968"/>
                </a:cxn>
                <a:cxn ang="0">
                  <a:pos x="connsiteX14969" y="connsiteY14969"/>
                </a:cxn>
                <a:cxn ang="0">
                  <a:pos x="connsiteX14970" y="connsiteY14970"/>
                </a:cxn>
                <a:cxn ang="0">
                  <a:pos x="connsiteX14971" y="connsiteY14971"/>
                </a:cxn>
                <a:cxn ang="0">
                  <a:pos x="connsiteX14972" y="connsiteY14972"/>
                </a:cxn>
                <a:cxn ang="0">
                  <a:pos x="connsiteX14973" y="connsiteY14973"/>
                </a:cxn>
                <a:cxn ang="0">
                  <a:pos x="connsiteX14974" y="connsiteY14974"/>
                </a:cxn>
                <a:cxn ang="0">
                  <a:pos x="connsiteX14975" y="connsiteY14975"/>
                </a:cxn>
                <a:cxn ang="0">
                  <a:pos x="connsiteX14976" y="connsiteY14976"/>
                </a:cxn>
                <a:cxn ang="0">
                  <a:pos x="connsiteX14977" y="connsiteY14977"/>
                </a:cxn>
                <a:cxn ang="0">
                  <a:pos x="connsiteX14978" y="connsiteY14978"/>
                </a:cxn>
                <a:cxn ang="0">
                  <a:pos x="connsiteX14979" y="connsiteY14979"/>
                </a:cxn>
                <a:cxn ang="0">
                  <a:pos x="connsiteX14980" y="connsiteY14980"/>
                </a:cxn>
                <a:cxn ang="0">
                  <a:pos x="connsiteX14981" y="connsiteY14981"/>
                </a:cxn>
                <a:cxn ang="0">
                  <a:pos x="connsiteX14982" y="connsiteY14982"/>
                </a:cxn>
                <a:cxn ang="0">
                  <a:pos x="connsiteX14983" y="connsiteY14983"/>
                </a:cxn>
                <a:cxn ang="0">
                  <a:pos x="connsiteX14984" y="connsiteY14984"/>
                </a:cxn>
                <a:cxn ang="0">
                  <a:pos x="connsiteX14985" y="connsiteY14985"/>
                </a:cxn>
                <a:cxn ang="0">
                  <a:pos x="connsiteX14986" y="connsiteY14986"/>
                </a:cxn>
                <a:cxn ang="0">
                  <a:pos x="connsiteX14987" y="connsiteY14987"/>
                </a:cxn>
                <a:cxn ang="0">
                  <a:pos x="connsiteX14988" y="connsiteY14988"/>
                </a:cxn>
                <a:cxn ang="0">
                  <a:pos x="connsiteX14989" y="connsiteY14989"/>
                </a:cxn>
                <a:cxn ang="0">
                  <a:pos x="connsiteX14990" y="connsiteY14990"/>
                </a:cxn>
                <a:cxn ang="0">
                  <a:pos x="connsiteX14991" y="connsiteY14991"/>
                </a:cxn>
                <a:cxn ang="0">
                  <a:pos x="connsiteX14992" y="connsiteY14992"/>
                </a:cxn>
                <a:cxn ang="0">
                  <a:pos x="connsiteX14993" y="connsiteY14993"/>
                </a:cxn>
                <a:cxn ang="0">
                  <a:pos x="connsiteX14994" y="connsiteY14994"/>
                </a:cxn>
                <a:cxn ang="0">
                  <a:pos x="connsiteX14995" y="connsiteY14995"/>
                </a:cxn>
                <a:cxn ang="0">
                  <a:pos x="connsiteX14996" y="connsiteY14996"/>
                </a:cxn>
                <a:cxn ang="0">
                  <a:pos x="connsiteX14997" y="connsiteY14997"/>
                </a:cxn>
                <a:cxn ang="0">
                  <a:pos x="connsiteX14998" y="connsiteY14998"/>
                </a:cxn>
                <a:cxn ang="0">
                  <a:pos x="connsiteX14999" y="connsiteY14999"/>
                </a:cxn>
                <a:cxn ang="0">
                  <a:pos x="connsiteX15000" y="connsiteY15000"/>
                </a:cxn>
                <a:cxn ang="0">
                  <a:pos x="connsiteX15001" y="connsiteY15001"/>
                </a:cxn>
                <a:cxn ang="0">
                  <a:pos x="connsiteX15002" y="connsiteY15002"/>
                </a:cxn>
                <a:cxn ang="0">
                  <a:pos x="connsiteX15003" y="connsiteY15003"/>
                </a:cxn>
                <a:cxn ang="0">
                  <a:pos x="connsiteX15004" y="connsiteY15004"/>
                </a:cxn>
                <a:cxn ang="0">
                  <a:pos x="connsiteX15005" y="connsiteY15005"/>
                </a:cxn>
                <a:cxn ang="0">
                  <a:pos x="connsiteX15006" y="connsiteY15006"/>
                </a:cxn>
                <a:cxn ang="0">
                  <a:pos x="connsiteX15007" y="connsiteY15007"/>
                </a:cxn>
                <a:cxn ang="0">
                  <a:pos x="connsiteX15008" y="connsiteY15008"/>
                </a:cxn>
                <a:cxn ang="0">
                  <a:pos x="connsiteX15009" y="connsiteY15009"/>
                </a:cxn>
                <a:cxn ang="0">
                  <a:pos x="connsiteX15010" y="connsiteY15010"/>
                </a:cxn>
                <a:cxn ang="0">
                  <a:pos x="connsiteX15011" y="connsiteY15011"/>
                </a:cxn>
                <a:cxn ang="0">
                  <a:pos x="connsiteX15012" y="connsiteY15012"/>
                </a:cxn>
                <a:cxn ang="0">
                  <a:pos x="connsiteX15013" y="connsiteY15013"/>
                </a:cxn>
                <a:cxn ang="0">
                  <a:pos x="connsiteX15014" y="connsiteY15014"/>
                </a:cxn>
                <a:cxn ang="0">
                  <a:pos x="connsiteX15015" y="connsiteY15015"/>
                </a:cxn>
                <a:cxn ang="0">
                  <a:pos x="connsiteX15016" y="connsiteY15016"/>
                </a:cxn>
                <a:cxn ang="0">
                  <a:pos x="connsiteX15017" y="connsiteY15017"/>
                </a:cxn>
                <a:cxn ang="0">
                  <a:pos x="connsiteX15018" y="connsiteY15018"/>
                </a:cxn>
                <a:cxn ang="0">
                  <a:pos x="connsiteX15019" y="connsiteY15019"/>
                </a:cxn>
                <a:cxn ang="0">
                  <a:pos x="connsiteX15020" y="connsiteY15020"/>
                </a:cxn>
                <a:cxn ang="0">
                  <a:pos x="connsiteX15021" y="connsiteY15021"/>
                </a:cxn>
                <a:cxn ang="0">
                  <a:pos x="connsiteX15022" y="connsiteY15022"/>
                </a:cxn>
                <a:cxn ang="0">
                  <a:pos x="connsiteX15023" y="connsiteY15023"/>
                </a:cxn>
                <a:cxn ang="0">
                  <a:pos x="connsiteX15024" y="connsiteY15024"/>
                </a:cxn>
                <a:cxn ang="0">
                  <a:pos x="connsiteX15025" y="connsiteY15025"/>
                </a:cxn>
                <a:cxn ang="0">
                  <a:pos x="connsiteX15026" y="connsiteY15026"/>
                </a:cxn>
                <a:cxn ang="0">
                  <a:pos x="connsiteX15027" y="connsiteY15027"/>
                </a:cxn>
                <a:cxn ang="0">
                  <a:pos x="connsiteX15028" y="connsiteY15028"/>
                </a:cxn>
                <a:cxn ang="0">
                  <a:pos x="connsiteX15029" y="connsiteY15029"/>
                </a:cxn>
                <a:cxn ang="0">
                  <a:pos x="connsiteX15030" y="connsiteY15030"/>
                </a:cxn>
                <a:cxn ang="0">
                  <a:pos x="connsiteX15031" y="connsiteY15031"/>
                </a:cxn>
                <a:cxn ang="0">
                  <a:pos x="connsiteX15032" y="connsiteY15032"/>
                </a:cxn>
                <a:cxn ang="0">
                  <a:pos x="connsiteX15033" y="connsiteY15033"/>
                </a:cxn>
                <a:cxn ang="0">
                  <a:pos x="connsiteX15034" y="connsiteY15034"/>
                </a:cxn>
                <a:cxn ang="0">
                  <a:pos x="connsiteX15035" y="connsiteY15035"/>
                </a:cxn>
                <a:cxn ang="0">
                  <a:pos x="connsiteX15036" y="connsiteY15036"/>
                </a:cxn>
                <a:cxn ang="0">
                  <a:pos x="connsiteX15037" y="connsiteY15037"/>
                </a:cxn>
                <a:cxn ang="0">
                  <a:pos x="connsiteX15038" y="connsiteY15038"/>
                </a:cxn>
                <a:cxn ang="0">
                  <a:pos x="connsiteX15039" y="connsiteY15039"/>
                </a:cxn>
                <a:cxn ang="0">
                  <a:pos x="connsiteX15040" y="connsiteY15040"/>
                </a:cxn>
                <a:cxn ang="0">
                  <a:pos x="connsiteX15041" y="connsiteY15041"/>
                </a:cxn>
                <a:cxn ang="0">
                  <a:pos x="connsiteX15042" y="connsiteY15042"/>
                </a:cxn>
                <a:cxn ang="0">
                  <a:pos x="connsiteX15043" y="connsiteY15043"/>
                </a:cxn>
                <a:cxn ang="0">
                  <a:pos x="connsiteX15044" y="connsiteY15044"/>
                </a:cxn>
                <a:cxn ang="0">
                  <a:pos x="connsiteX15045" y="connsiteY15045"/>
                </a:cxn>
                <a:cxn ang="0">
                  <a:pos x="connsiteX15046" y="connsiteY15046"/>
                </a:cxn>
                <a:cxn ang="0">
                  <a:pos x="connsiteX15047" y="connsiteY15047"/>
                </a:cxn>
                <a:cxn ang="0">
                  <a:pos x="connsiteX15048" y="connsiteY15048"/>
                </a:cxn>
                <a:cxn ang="0">
                  <a:pos x="connsiteX15049" y="connsiteY15049"/>
                </a:cxn>
                <a:cxn ang="0">
                  <a:pos x="connsiteX15050" y="connsiteY15050"/>
                </a:cxn>
                <a:cxn ang="0">
                  <a:pos x="connsiteX15051" y="connsiteY15051"/>
                </a:cxn>
                <a:cxn ang="0">
                  <a:pos x="connsiteX15052" y="connsiteY15052"/>
                </a:cxn>
                <a:cxn ang="0">
                  <a:pos x="connsiteX15053" y="connsiteY15053"/>
                </a:cxn>
                <a:cxn ang="0">
                  <a:pos x="connsiteX15054" y="connsiteY15054"/>
                </a:cxn>
                <a:cxn ang="0">
                  <a:pos x="connsiteX15055" y="connsiteY15055"/>
                </a:cxn>
                <a:cxn ang="0">
                  <a:pos x="connsiteX15056" y="connsiteY15056"/>
                </a:cxn>
                <a:cxn ang="0">
                  <a:pos x="connsiteX15057" y="connsiteY15057"/>
                </a:cxn>
                <a:cxn ang="0">
                  <a:pos x="connsiteX15058" y="connsiteY15058"/>
                </a:cxn>
                <a:cxn ang="0">
                  <a:pos x="connsiteX15059" y="connsiteY15059"/>
                </a:cxn>
                <a:cxn ang="0">
                  <a:pos x="connsiteX15060" y="connsiteY15060"/>
                </a:cxn>
                <a:cxn ang="0">
                  <a:pos x="connsiteX15061" y="connsiteY15061"/>
                </a:cxn>
                <a:cxn ang="0">
                  <a:pos x="connsiteX15062" y="connsiteY15062"/>
                </a:cxn>
                <a:cxn ang="0">
                  <a:pos x="connsiteX15063" y="connsiteY15063"/>
                </a:cxn>
                <a:cxn ang="0">
                  <a:pos x="connsiteX15064" y="connsiteY15064"/>
                </a:cxn>
                <a:cxn ang="0">
                  <a:pos x="connsiteX15065" y="connsiteY15065"/>
                </a:cxn>
                <a:cxn ang="0">
                  <a:pos x="connsiteX15066" y="connsiteY15066"/>
                </a:cxn>
                <a:cxn ang="0">
                  <a:pos x="connsiteX15067" y="connsiteY15067"/>
                </a:cxn>
                <a:cxn ang="0">
                  <a:pos x="connsiteX15068" y="connsiteY15068"/>
                </a:cxn>
                <a:cxn ang="0">
                  <a:pos x="connsiteX15069" y="connsiteY15069"/>
                </a:cxn>
                <a:cxn ang="0">
                  <a:pos x="connsiteX15070" y="connsiteY15070"/>
                </a:cxn>
                <a:cxn ang="0">
                  <a:pos x="connsiteX15071" y="connsiteY15071"/>
                </a:cxn>
                <a:cxn ang="0">
                  <a:pos x="connsiteX15072" y="connsiteY15072"/>
                </a:cxn>
                <a:cxn ang="0">
                  <a:pos x="connsiteX15073" y="connsiteY15073"/>
                </a:cxn>
                <a:cxn ang="0">
                  <a:pos x="connsiteX15074" y="connsiteY15074"/>
                </a:cxn>
                <a:cxn ang="0">
                  <a:pos x="connsiteX15075" y="connsiteY15075"/>
                </a:cxn>
                <a:cxn ang="0">
                  <a:pos x="connsiteX15076" y="connsiteY15076"/>
                </a:cxn>
                <a:cxn ang="0">
                  <a:pos x="connsiteX15077" y="connsiteY15077"/>
                </a:cxn>
                <a:cxn ang="0">
                  <a:pos x="connsiteX15078" y="connsiteY15078"/>
                </a:cxn>
                <a:cxn ang="0">
                  <a:pos x="connsiteX15079" y="connsiteY15079"/>
                </a:cxn>
                <a:cxn ang="0">
                  <a:pos x="connsiteX15080" y="connsiteY15080"/>
                </a:cxn>
                <a:cxn ang="0">
                  <a:pos x="connsiteX15081" y="connsiteY15081"/>
                </a:cxn>
                <a:cxn ang="0">
                  <a:pos x="connsiteX15082" y="connsiteY15082"/>
                </a:cxn>
                <a:cxn ang="0">
                  <a:pos x="connsiteX15083" y="connsiteY15083"/>
                </a:cxn>
                <a:cxn ang="0">
                  <a:pos x="connsiteX15084" y="connsiteY15084"/>
                </a:cxn>
                <a:cxn ang="0">
                  <a:pos x="connsiteX15085" y="connsiteY15085"/>
                </a:cxn>
                <a:cxn ang="0">
                  <a:pos x="connsiteX15086" y="connsiteY15086"/>
                </a:cxn>
                <a:cxn ang="0">
                  <a:pos x="connsiteX15087" y="connsiteY15087"/>
                </a:cxn>
                <a:cxn ang="0">
                  <a:pos x="connsiteX15088" y="connsiteY15088"/>
                </a:cxn>
                <a:cxn ang="0">
                  <a:pos x="connsiteX15089" y="connsiteY15089"/>
                </a:cxn>
                <a:cxn ang="0">
                  <a:pos x="connsiteX15090" y="connsiteY15090"/>
                </a:cxn>
                <a:cxn ang="0">
                  <a:pos x="connsiteX15091" y="connsiteY15091"/>
                </a:cxn>
                <a:cxn ang="0">
                  <a:pos x="connsiteX15092" y="connsiteY15092"/>
                </a:cxn>
                <a:cxn ang="0">
                  <a:pos x="connsiteX15093" y="connsiteY15093"/>
                </a:cxn>
                <a:cxn ang="0">
                  <a:pos x="connsiteX15094" y="connsiteY15094"/>
                </a:cxn>
                <a:cxn ang="0">
                  <a:pos x="connsiteX15095" y="connsiteY15095"/>
                </a:cxn>
                <a:cxn ang="0">
                  <a:pos x="connsiteX15096" y="connsiteY15096"/>
                </a:cxn>
                <a:cxn ang="0">
                  <a:pos x="connsiteX15097" y="connsiteY15097"/>
                </a:cxn>
                <a:cxn ang="0">
                  <a:pos x="connsiteX15098" y="connsiteY15098"/>
                </a:cxn>
                <a:cxn ang="0">
                  <a:pos x="connsiteX15099" y="connsiteY15099"/>
                </a:cxn>
                <a:cxn ang="0">
                  <a:pos x="connsiteX15100" y="connsiteY15100"/>
                </a:cxn>
                <a:cxn ang="0">
                  <a:pos x="connsiteX15101" y="connsiteY15101"/>
                </a:cxn>
                <a:cxn ang="0">
                  <a:pos x="connsiteX15102" y="connsiteY15102"/>
                </a:cxn>
                <a:cxn ang="0">
                  <a:pos x="connsiteX15103" y="connsiteY15103"/>
                </a:cxn>
                <a:cxn ang="0">
                  <a:pos x="connsiteX15104" y="connsiteY15104"/>
                </a:cxn>
                <a:cxn ang="0">
                  <a:pos x="connsiteX15105" y="connsiteY15105"/>
                </a:cxn>
                <a:cxn ang="0">
                  <a:pos x="connsiteX15106" y="connsiteY15106"/>
                </a:cxn>
                <a:cxn ang="0">
                  <a:pos x="connsiteX15107" y="connsiteY15107"/>
                </a:cxn>
                <a:cxn ang="0">
                  <a:pos x="connsiteX15108" y="connsiteY15108"/>
                </a:cxn>
                <a:cxn ang="0">
                  <a:pos x="connsiteX15109" y="connsiteY15109"/>
                </a:cxn>
                <a:cxn ang="0">
                  <a:pos x="connsiteX15110" y="connsiteY15110"/>
                </a:cxn>
                <a:cxn ang="0">
                  <a:pos x="connsiteX15111" y="connsiteY15111"/>
                </a:cxn>
                <a:cxn ang="0">
                  <a:pos x="connsiteX15112" y="connsiteY15112"/>
                </a:cxn>
                <a:cxn ang="0">
                  <a:pos x="connsiteX15113" y="connsiteY15113"/>
                </a:cxn>
                <a:cxn ang="0">
                  <a:pos x="connsiteX15114" y="connsiteY15114"/>
                </a:cxn>
                <a:cxn ang="0">
                  <a:pos x="connsiteX15115" y="connsiteY15115"/>
                </a:cxn>
                <a:cxn ang="0">
                  <a:pos x="connsiteX15116" y="connsiteY15116"/>
                </a:cxn>
                <a:cxn ang="0">
                  <a:pos x="connsiteX15117" y="connsiteY15117"/>
                </a:cxn>
                <a:cxn ang="0">
                  <a:pos x="connsiteX15118" y="connsiteY15118"/>
                </a:cxn>
                <a:cxn ang="0">
                  <a:pos x="connsiteX15119" y="connsiteY15119"/>
                </a:cxn>
                <a:cxn ang="0">
                  <a:pos x="connsiteX15120" y="connsiteY15120"/>
                </a:cxn>
                <a:cxn ang="0">
                  <a:pos x="connsiteX15121" y="connsiteY15121"/>
                </a:cxn>
                <a:cxn ang="0">
                  <a:pos x="connsiteX15122" y="connsiteY15122"/>
                </a:cxn>
                <a:cxn ang="0">
                  <a:pos x="connsiteX15123" y="connsiteY15123"/>
                </a:cxn>
                <a:cxn ang="0">
                  <a:pos x="connsiteX15124" y="connsiteY15124"/>
                </a:cxn>
                <a:cxn ang="0">
                  <a:pos x="connsiteX15125" y="connsiteY15125"/>
                </a:cxn>
                <a:cxn ang="0">
                  <a:pos x="connsiteX15126" y="connsiteY15126"/>
                </a:cxn>
                <a:cxn ang="0">
                  <a:pos x="connsiteX15127" y="connsiteY15127"/>
                </a:cxn>
                <a:cxn ang="0">
                  <a:pos x="connsiteX15128" y="connsiteY15128"/>
                </a:cxn>
                <a:cxn ang="0">
                  <a:pos x="connsiteX15129" y="connsiteY15129"/>
                </a:cxn>
                <a:cxn ang="0">
                  <a:pos x="connsiteX15130" y="connsiteY15130"/>
                </a:cxn>
                <a:cxn ang="0">
                  <a:pos x="connsiteX15131" y="connsiteY15131"/>
                </a:cxn>
                <a:cxn ang="0">
                  <a:pos x="connsiteX15132" y="connsiteY15132"/>
                </a:cxn>
                <a:cxn ang="0">
                  <a:pos x="connsiteX15133" y="connsiteY15133"/>
                </a:cxn>
                <a:cxn ang="0">
                  <a:pos x="connsiteX15134" y="connsiteY15134"/>
                </a:cxn>
                <a:cxn ang="0">
                  <a:pos x="connsiteX15135" y="connsiteY15135"/>
                </a:cxn>
                <a:cxn ang="0">
                  <a:pos x="connsiteX15136" y="connsiteY15136"/>
                </a:cxn>
                <a:cxn ang="0">
                  <a:pos x="connsiteX15137" y="connsiteY15137"/>
                </a:cxn>
                <a:cxn ang="0">
                  <a:pos x="connsiteX15138" y="connsiteY15138"/>
                </a:cxn>
                <a:cxn ang="0">
                  <a:pos x="connsiteX15139" y="connsiteY15139"/>
                </a:cxn>
                <a:cxn ang="0">
                  <a:pos x="connsiteX15140" y="connsiteY15140"/>
                </a:cxn>
                <a:cxn ang="0">
                  <a:pos x="connsiteX15141" y="connsiteY15141"/>
                </a:cxn>
                <a:cxn ang="0">
                  <a:pos x="connsiteX15142" y="connsiteY15142"/>
                </a:cxn>
                <a:cxn ang="0">
                  <a:pos x="connsiteX15143" y="connsiteY15143"/>
                </a:cxn>
                <a:cxn ang="0">
                  <a:pos x="connsiteX15144" y="connsiteY15144"/>
                </a:cxn>
                <a:cxn ang="0">
                  <a:pos x="connsiteX15145" y="connsiteY15145"/>
                </a:cxn>
                <a:cxn ang="0">
                  <a:pos x="connsiteX15146" y="connsiteY15146"/>
                </a:cxn>
                <a:cxn ang="0">
                  <a:pos x="connsiteX15147" y="connsiteY15147"/>
                </a:cxn>
                <a:cxn ang="0">
                  <a:pos x="connsiteX15148" y="connsiteY15148"/>
                </a:cxn>
                <a:cxn ang="0">
                  <a:pos x="connsiteX15149" y="connsiteY15149"/>
                </a:cxn>
                <a:cxn ang="0">
                  <a:pos x="connsiteX15150" y="connsiteY15150"/>
                </a:cxn>
                <a:cxn ang="0">
                  <a:pos x="connsiteX15151" y="connsiteY15151"/>
                </a:cxn>
                <a:cxn ang="0">
                  <a:pos x="connsiteX15152" y="connsiteY15152"/>
                </a:cxn>
                <a:cxn ang="0">
                  <a:pos x="connsiteX15153" y="connsiteY15153"/>
                </a:cxn>
                <a:cxn ang="0">
                  <a:pos x="connsiteX15154" y="connsiteY15154"/>
                </a:cxn>
                <a:cxn ang="0">
                  <a:pos x="connsiteX15155" y="connsiteY15155"/>
                </a:cxn>
                <a:cxn ang="0">
                  <a:pos x="connsiteX15156" y="connsiteY15156"/>
                </a:cxn>
                <a:cxn ang="0">
                  <a:pos x="connsiteX15157" y="connsiteY15157"/>
                </a:cxn>
                <a:cxn ang="0">
                  <a:pos x="connsiteX15158" y="connsiteY15158"/>
                </a:cxn>
                <a:cxn ang="0">
                  <a:pos x="connsiteX15159" y="connsiteY15159"/>
                </a:cxn>
                <a:cxn ang="0">
                  <a:pos x="connsiteX15160" y="connsiteY15160"/>
                </a:cxn>
                <a:cxn ang="0">
                  <a:pos x="connsiteX15161" y="connsiteY15161"/>
                </a:cxn>
                <a:cxn ang="0">
                  <a:pos x="connsiteX15162" y="connsiteY15162"/>
                </a:cxn>
                <a:cxn ang="0">
                  <a:pos x="connsiteX15163" y="connsiteY15163"/>
                </a:cxn>
                <a:cxn ang="0">
                  <a:pos x="connsiteX15164" y="connsiteY15164"/>
                </a:cxn>
                <a:cxn ang="0">
                  <a:pos x="connsiteX15165" y="connsiteY15165"/>
                </a:cxn>
                <a:cxn ang="0">
                  <a:pos x="connsiteX15166" y="connsiteY15166"/>
                </a:cxn>
                <a:cxn ang="0">
                  <a:pos x="connsiteX15167" y="connsiteY15167"/>
                </a:cxn>
                <a:cxn ang="0">
                  <a:pos x="connsiteX15168" y="connsiteY15168"/>
                </a:cxn>
                <a:cxn ang="0">
                  <a:pos x="connsiteX15169" y="connsiteY15169"/>
                </a:cxn>
                <a:cxn ang="0">
                  <a:pos x="connsiteX15170" y="connsiteY15170"/>
                </a:cxn>
                <a:cxn ang="0">
                  <a:pos x="connsiteX15171" y="connsiteY15171"/>
                </a:cxn>
                <a:cxn ang="0">
                  <a:pos x="connsiteX15172" y="connsiteY15172"/>
                </a:cxn>
                <a:cxn ang="0">
                  <a:pos x="connsiteX15173" y="connsiteY15173"/>
                </a:cxn>
                <a:cxn ang="0">
                  <a:pos x="connsiteX15174" y="connsiteY15174"/>
                </a:cxn>
                <a:cxn ang="0">
                  <a:pos x="connsiteX15175" y="connsiteY15175"/>
                </a:cxn>
                <a:cxn ang="0">
                  <a:pos x="connsiteX15176" y="connsiteY15176"/>
                </a:cxn>
                <a:cxn ang="0">
                  <a:pos x="connsiteX15177" y="connsiteY15177"/>
                </a:cxn>
                <a:cxn ang="0">
                  <a:pos x="connsiteX15178" y="connsiteY15178"/>
                </a:cxn>
                <a:cxn ang="0">
                  <a:pos x="connsiteX15179" y="connsiteY15179"/>
                </a:cxn>
                <a:cxn ang="0">
                  <a:pos x="connsiteX15180" y="connsiteY15180"/>
                </a:cxn>
                <a:cxn ang="0">
                  <a:pos x="connsiteX15181" y="connsiteY15181"/>
                </a:cxn>
                <a:cxn ang="0">
                  <a:pos x="connsiteX15182" y="connsiteY15182"/>
                </a:cxn>
                <a:cxn ang="0">
                  <a:pos x="connsiteX15183" y="connsiteY15183"/>
                </a:cxn>
                <a:cxn ang="0">
                  <a:pos x="connsiteX15184" y="connsiteY15184"/>
                </a:cxn>
                <a:cxn ang="0">
                  <a:pos x="connsiteX15185" y="connsiteY15185"/>
                </a:cxn>
                <a:cxn ang="0">
                  <a:pos x="connsiteX15186" y="connsiteY15186"/>
                </a:cxn>
                <a:cxn ang="0">
                  <a:pos x="connsiteX15187" y="connsiteY15187"/>
                </a:cxn>
                <a:cxn ang="0">
                  <a:pos x="connsiteX15188" y="connsiteY15188"/>
                </a:cxn>
                <a:cxn ang="0">
                  <a:pos x="connsiteX15189" y="connsiteY15189"/>
                </a:cxn>
                <a:cxn ang="0">
                  <a:pos x="connsiteX15190" y="connsiteY15190"/>
                </a:cxn>
                <a:cxn ang="0">
                  <a:pos x="connsiteX15191" y="connsiteY15191"/>
                </a:cxn>
                <a:cxn ang="0">
                  <a:pos x="connsiteX15192" y="connsiteY15192"/>
                </a:cxn>
                <a:cxn ang="0">
                  <a:pos x="connsiteX15193" y="connsiteY15193"/>
                </a:cxn>
                <a:cxn ang="0">
                  <a:pos x="connsiteX15194" y="connsiteY15194"/>
                </a:cxn>
                <a:cxn ang="0">
                  <a:pos x="connsiteX15195" y="connsiteY15195"/>
                </a:cxn>
                <a:cxn ang="0">
                  <a:pos x="connsiteX15196" y="connsiteY15196"/>
                </a:cxn>
                <a:cxn ang="0">
                  <a:pos x="connsiteX15197" y="connsiteY15197"/>
                </a:cxn>
                <a:cxn ang="0">
                  <a:pos x="connsiteX15198" y="connsiteY15198"/>
                </a:cxn>
                <a:cxn ang="0">
                  <a:pos x="connsiteX15199" y="connsiteY15199"/>
                </a:cxn>
                <a:cxn ang="0">
                  <a:pos x="connsiteX15200" y="connsiteY15200"/>
                </a:cxn>
                <a:cxn ang="0">
                  <a:pos x="connsiteX15201" y="connsiteY15201"/>
                </a:cxn>
                <a:cxn ang="0">
                  <a:pos x="connsiteX15202" y="connsiteY15202"/>
                </a:cxn>
                <a:cxn ang="0">
                  <a:pos x="connsiteX15203" y="connsiteY15203"/>
                </a:cxn>
                <a:cxn ang="0">
                  <a:pos x="connsiteX15204" y="connsiteY15204"/>
                </a:cxn>
                <a:cxn ang="0">
                  <a:pos x="connsiteX15205" y="connsiteY15205"/>
                </a:cxn>
                <a:cxn ang="0">
                  <a:pos x="connsiteX15206" y="connsiteY15206"/>
                </a:cxn>
                <a:cxn ang="0">
                  <a:pos x="connsiteX15207" y="connsiteY15207"/>
                </a:cxn>
                <a:cxn ang="0">
                  <a:pos x="connsiteX15208" y="connsiteY15208"/>
                </a:cxn>
                <a:cxn ang="0">
                  <a:pos x="connsiteX15209" y="connsiteY15209"/>
                </a:cxn>
                <a:cxn ang="0">
                  <a:pos x="connsiteX15210" y="connsiteY15210"/>
                </a:cxn>
                <a:cxn ang="0">
                  <a:pos x="connsiteX15211" y="connsiteY15211"/>
                </a:cxn>
                <a:cxn ang="0">
                  <a:pos x="connsiteX15212" y="connsiteY15212"/>
                </a:cxn>
                <a:cxn ang="0">
                  <a:pos x="connsiteX15213" y="connsiteY15213"/>
                </a:cxn>
                <a:cxn ang="0">
                  <a:pos x="connsiteX15214" y="connsiteY15214"/>
                </a:cxn>
                <a:cxn ang="0">
                  <a:pos x="connsiteX15215" y="connsiteY15215"/>
                </a:cxn>
                <a:cxn ang="0">
                  <a:pos x="connsiteX15216" y="connsiteY15216"/>
                </a:cxn>
                <a:cxn ang="0">
                  <a:pos x="connsiteX15217" y="connsiteY15217"/>
                </a:cxn>
                <a:cxn ang="0">
                  <a:pos x="connsiteX15218" y="connsiteY15218"/>
                </a:cxn>
                <a:cxn ang="0">
                  <a:pos x="connsiteX15219" y="connsiteY15219"/>
                </a:cxn>
                <a:cxn ang="0">
                  <a:pos x="connsiteX15220" y="connsiteY15220"/>
                </a:cxn>
                <a:cxn ang="0">
                  <a:pos x="connsiteX15221" y="connsiteY15221"/>
                </a:cxn>
                <a:cxn ang="0">
                  <a:pos x="connsiteX15222" y="connsiteY15222"/>
                </a:cxn>
                <a:cxn ang="0">
                  <a:pos x="connsiteX15223" y="connsiteY15223"/>
                </a:cxn>
                <a:cxn ang="0">
                  <a:pos x="connsiteX15224" y="connsiteY15224"/>
                </a:cxn>
                <a:cxn ang="0">
                  <a:pos x="connsiteX15225" y="connsiteY15225"/>
                </a:cxn>
                <a:cxn ang="0">
                  <a:pos x="connsiteX15226" y="connsiteY15226"/>
                </a:cxn>
                <a:cxn ang="0">
                  <a:pos x="connsiteX15227" y="connsiteY15227"/>
                </a:cxn>
                <a:cxn ang="0">
                  <a:pos x="connsiteX15228" y="connsiteY15228"/>
                </a:cxn>
                <a:cxn ang="0">
                  <a:pos x="connsiteX15229" y="connsiteY15229"/>
                </a:cxn>
                <a:cxn ang="0">
                  <a:pos x="connsiteX15230" y="connsiteY15230"/>
                </a:cxn>
                <a:cxn ang="0">
                  <a:pos x="connsiteX15231" y="connsiteY15231"/>
                </a:cxn>
                <a:cxn ang="0">
                  <a:pos x="connsiteX15232" y="connsiteY15232"/>
                </a:cxn>
                <a:cxn ang="0">
                  <a:pos x="connsiteX15233" y="connsiteY15233"/>
                </a:cxn>
                <a:cxn ang="0">
                  <a:pos x="connsiteX15234" y="connsiteY15234"/>
                </a:cxn>
                <a:cxn ang="0">
                  <a:pos x="connsiteX15235" y="connsiteY15235"/>
                </a:cxn>
                <a:cxn ang="0">
                  <a:pos x="connsiteX15236" y="connsiteY15236"/>
                </a:cxn>
                <a:cxn ang="0">
                  <a:pos x="connsiteX15237" y="connsiteY15237"/>
                </a:cxn>
                <a:cxn ang="0">
                  <a:pos x="connsiteX15238" y="connsiteY15238"/>
                </a:cxn>
                <a:cxn ang="0">
                  <a:pos x="connsiteX15239" y="connsiteY15239"/>
                </a:cxn>
                <a:cxn ang="0">
                  <a:pos x="connsiteX15240" y="connsiteY15240"/>
                </a:cxn>
                <a:cxn ang="0">
                  <a:pos x="connsiteX15241" y="connsiteY15241"/>
                </a:cxn>
                <a:cxn ang="0">
                  <a:pos x="connsiteX15242" y="connsiteY15242"/>
                </a:cxn>
                <a:cxn ang="0">
                  <a:pos x="connsiteX15243" y="connsiteY15243"/>
                </a:cxn>
                <a:cxn ang="0">
                  <a:pos x="connsiteX15244" y="connsiteY15244"/>
                </a:cxn>
                <a:cxn ang="0">
                  <a:pos x="connsiteX15245" y="connsiteY15245"/>
                </a:cxn>
                <a:cxn ang="0">
                  <a:pos x="connsiteX15246" y="connsiteY15246"/>
                </a:cxn>
                <a:cxn ang="0">
                  <a:pos x="connsiteX15247" y="connsiteY15247"/>
                </a:cxn>
                <a:cxn ang="0">
                  <a:pos x="connsiteX15248" y="connsiteY15248"/>
                </a:cxn>
                <a:cxn ang="0">
                  <a:pos x="connsiteX15249" y="connsiteY15249"/>
                </a:cxn>
                <a:cxn ang="0">
                  <a:pos x="connsiteX15250" y="connsiteY15250"/>
                </a:cxn>
                <a:cxn ang="0">
                  <a:pos x="connsiteX15251" y="connsiteY15251"/>
                </a:cxn>
                <a:cxn ang="0">
                  <a:pos x="connsiteX15252" y="connsiteY15252"/>
                </a:cxn>
                <a:cxn ang="0">
                  <a:pos x="connsiteX15253" y="connsiteY15253"/>
                </a:cxn>
                <a:cxn ang="0">
                  <a:pos x="connsiteX15254" y="connsiteY15254"/>
                </a:cxn>
                <a:cxn ang="0">
                  <a:pos x="connsiteX15255" y="connsiteY15255"/>
                </a:cxn>
                <a:cxn ang="0">
                  <a:pos x="connsiteX15256" y="connsiteY15256"/>
                </a:cxn>
                <a:cxn ang="0">
                  <a:pos x="connsiteX15257" y="connsiteY15257"/>
                </a:cxn>
                <a:cxn ang="0">
                  <a:pos x="connsiteX15258" y="connsiteY15258"/>
                </a:cxn>
                <a:cxn ang="0">
                  <a:pos x="connsiteX15259" y="connsiteY15259"/>
                </a:cxn>
                <a:cxn ang="0">
                  <a:pos x="connsiteX15260" y="connsiteY15260"/>
                </a:cxn>
                <a:cxn ang="0">
                  <a:pos x="connsiteX15261" y="connsiteY15261"/>
                </a:cxn>
                <a:cxn ang="0">
                  <a:pos x="connsiteX15262" y="connsiteY15262"/>
                </a:cxn>
                <a:cxn ang="0">
                  <a:pos x="connsiteX15263" y="connsiteY15263"/>
                </a:cxn>
                <a:cxn ang="0">
                  <a:pos x="connsiteX15264" y="connsiteY15264"/>
                </a:cxn>
                <a:cxn ang="0">
                  <a:pos x="connsiteX15265" y="connsiteY15265"/>
                </a:cxn>
                <a:cxn ang="0">
                  <a:pos x="connsiteX15266" y="connsiteY15266"/>
                </a:cxn>
                <a:cxn ang="0">
                  <a:pos x="connsiteX15267" y="connsiteY15267"/>
                </a:cxn>
                <a:cxn ang="0">
                  <a:pos x="connsiteX15268" y="connsiteY15268"/>
                </a:cxn>
                <a:cxn ang="0">
                  <a:pos x="connsiteX15269" y="connsiteY15269"/>
                </a:cxn>
                <a:cxn ang="0">
                  <a:pos x="connsiteX15270" y="connsiteY15270"/>
                </a:cxn>
                <a:cxn ang="0">
                  <a:pos x="connsiteX15271" y="connsiteY15271"/>
                </a:cxn>
                <a:cxn ang="0">
                  <a:pos x="connsiteX15272" y="connsiteY15272"/>
                </a:cxn>
                <a:cxn ang="0">
                  <a:pos x="connsiteX15273" y="connsiteY15273"/>
                </a:cxn>
                <a:cxn ang="0">
                  <a:pos x="connsiteX15274" y="connsiteY15274"/>
                </a:cxn>
                <a:cxn ang="0">
                  <a:pos x="connsiteX15275" y="connsiteY15275"/>
                </a:cxn>
                <a:cxn ang="0">
                  <a:pos x="connsiteX15276" y="connsiteY15276"/>
                </a:cxn>
                <a:cxn ang="0">
                  <a:pos x="connsiteX15277" y="connsiteY15277"/>
                </a:cxn>
                <a:cxn ang="0">
                  <a:pos x="connsiteX15278" y="connsiteY15278"/>
                </a:cxn>
                <a:cxn ang="0">
                  <a:pos x="connsiteX15279" y="connsiteY15279"/>
                </a:cxn>
                <a:cxn ang="0">
                  <a:pos x="connsiteX15280" y="connsiteY15280"/>
                </a:cxn>
                <a:cxn ang="0">
                  <a:pos x="connsiteX15281" y="connsiteY15281"/>
                </a:cxn>
                <a:cxn ang="0">
                  <a:pos x="connsiteX15282" y="connsiteY15282"/>
                </a:cxn>
                <a:cxn ang="0">
                  <a:pos x="connsiteX15283" y="connsiteY15283"/>
                </a:cxn>
                <a:cxn ang="0">
                  <a:pos x="connsiteX15284" y="connsiteY15284"/>
                </a:cxn>
                <a:cxn ang="0">
                  <a:pos x="connsiteX15285" y="connsiteY15285"/>
                </a:cxn>
                <a:cxn ang="0">
                  <a:pos x="connsiteX15286" y="connsiteY15286"/>
                </a:cxn>
                <a:cxn ang="0">
                  <a:pos x="connsiteX15287" y="connsiteY15287"/>
                </a:cxn>
                <a:cxn ang="0">
                  <a:pos x="connsiteX15288" y="connsiteY15288"/>
                </a:cxn>
                <a:cxn ang="0">
                  <a:pos x="connsiteX15289" y="connsiteY15289"/>
                </a:cxn>
                <a:cxn ang="0">
                  <a:pos x="connsiteX15290" y="connsiteY15290"/>
                </a:cxn>
                <a:cxn ang="0">
                  <a:pos x="connsiteX15291" y="connsiteY15291"/>
                </a:cxn>
                <a:cxn ang="0">
                  <a:pos x="connsiteX15292" y="connsiteY15292"/>
                </a:cxn>
                <a:cxn ang="0">
                  <a:pos x="connsiteX15293" y="connsiteY15293"/>
                </a:cxn>
                <a:cxn ang="0">
                  <a:pos x="connsiteX15294" y="connsiteY15294"/>
                </a:cxn>
                <a:cxn ang="0">
                  <a:pos x="connsiteX15295" y="connsiteY15295"/>
                </a:cxn>
                <a:cxn ang="0">
                  <a:pos x="connsiteX15296" y="connsiteY15296"/>
                </a:cxn>
                <a:cxn ang="0">
                  <a:pos x="connsiteX15297" y="connsiteY15297"/>
                </a:cxn>
                <a:cxn ang="0">
                  <a:pos x="connsiteX15298" y="connsiteY15298"/>
                </a:cxn>
                <a:cxn ang="0">
                  <a:pos x="connsiteX15299" y="connsiteY15299"/>
                </a:cxn>
                <a:cxn ang="0">
                  <a:pos x="connsiteX15300" y="connsiteY15300"/>
                </a:cxn>
                <a:cxn ang="0">
                  <a:pos x="connsiteX15301" y="connsiteY15301"/>
                </a:cxn>
                <a:cxn ang="0">
                  <a:pos x="connsiteX15302" y="connsiteY15302"/>
                </a:cxn>
                <a:cxn ang="0">
                  <a:pos x="connsiteX15303" y="connsiteY15303"/>
                </a:cxn>
                <a:cxn ang="0">
                  <a:pos x="connsiteX15304" y="connsiteY15304"/>
                </a:cxn>
                <a:cxn ang="0">
                  <a:pos x="connsiteX15305" y="connsiteY15305"/>
                </a:cxn>
                <a:cxn ang="0">
                  <a:pos x="connsiteX15306" y="connsiteY15306"/>
                </a:cxn>
                <a:cxn ang="0">
                  <a:pos x="connsiteX15307" y="connsiteY15307"/>
                </a:cxn>
                <a:cxn ang="0">
                  <a:pos x="connsiteX15308" y="connsiteY15308"/>
                </a:cxn>
                <a:cxn ang="0">
                  <a:pos x="connsiteX15309" y="connsiteY15309"/>
                </a:cxn>
                <a:cxn ang="0">
                  <a:pos x="connsiteX15310" y="connsiteY15310"/>
                </a:cxn>
                <a:cxn ang="0">
                  <a:pos x="connsiteX15311" y="connsiteY15311"/>
                </a:cxn>
                <a:cxn ang="0">
                  <a:pos x="connsiteX15312" y="connsiteY15312"/>
                </a:cxn>
                <a:cxn ang="0">
                  <a:pos x="connsiteX15313" y="connsiteY15313"/>
                </a:cxn>
                <a:cxn ang="0">
                  <a:pos x="connsiteX15314" y="connsiteY15314"/>
                </a:cxn>
                <a:cxn ang="0">
                  <a:pos x="connsiteX15315" y="connsiteY15315"/>
                </a:cxn>
                <a:cxn ang="0">
                  <a:pos x="connsiteX15316" y="connsiteY15316"/>
                </a:cxn>
                <a:cxn ang="0">
                  <a:pos x="connsiteX15317" y="connsiteY15317"/>
                </a:cxn>
                <a:cxn ang="0">
                  <a:pos x="connsiteX15318" y="connsiteY15318"/>
                </a:cxn>
                <a:cxn ang="0">
                  <a:pos x="connsiteX15319" y="connsiteY15319"/>
                </a:cxn>
                <a:cxn ang="0">
                  <a:pos x="connsiteX15320" y="connsiteY15320"/>
                </a:cxn>
                <a:cxn ang="0">
                  <a:pos x="connsiteX15321" y="connsiteY15321"/>
                </a:cxn>
                <a:cxn ang="0">
                  <a:pos x="connsiteX15322" y="connsiteY15322"/>
                </a:cxn>
                <a:cxn ang="0">
                  <a:pos x="connsiteX15323" y="connsiteY15323"/>
                </a:cxn>
                <a:cxn ang="0">
                  <a:pos x="connsiteX15324" y="connsiteY15324"/>
                </a:cxn>
                <a:cxn ang="0">
                  <a:pos x="connsiteX15325" y="connsiteY15325"/>
                </a:cxn>
                <a:cxn ang="0">
                  <a:pos x="connsiteX15326" y="connsiteY15326"/>
                </a:cxn>
                <a:cxn ang="0">
                  <a:pos x="connsiteX15327" y="connsiteY15327"/>
                </a:cxn>
                <a:cxn ang="0">
                  <a:pos x="connsiteX15328" y="connsiteY15328"/>
                </a:cxn>
                <a:cxn ang="0">
                  <a:pos x="connsiteX15329" y="connsiteY15329"/>
                </a:cxn>
                <a:cxn ang="0">
                  <a:pos x="connsiteX15330" y="connsiteY15330"/>
                </a:cxn>
                <a:cxn ang="0">
                  <a:pos x="connsiteX15331" y="connsiteY15331"/>
                </a:cxn>
                <a:cxn ang="0">
                  <a:pos x="connsiteX15332" y="connsiteY15332"/>
                </a:cxn>
                <a:cxn ang="0">
                  <a:pos x="connsiteX15333" y="connsiteY15333"/>
                </a:cxn>
                <a:cxn ang="0">
                  <a:pos x="connsiteX15334" y="connsiteY15334"/>
                </a:cxn>
                <a:cxn ang="0">
                  <a:pos x="connsiteX15335" y="connsiteY15335"/>
                </a:cxn>
                <a:cxn ang="0">
                  <a:pos x="connsiteX15336" y="connsiteY15336"/>
                </a:cxn>
                <a:cxn ang="0">
                  <a:pos x="connsiteX15337" y="connsiteY15337"/>
                </a:cxn>
                <a:cxn ang="0">
                  <a:pos x="connsiteX15338" y="connsiteY15338"/>
                </a:cxn>
                <a:cxn ang="0">
                  <a:pos x="connsiteX15339" y="connsiteY15339"/>
                </a:cxn>
                <a:cxn ang="0">
                  <a:pos x="connsiteX15340" y="connsiteY15340"/>
                </a:cxn>
                <a:cxn ang="0">
                  <a:pos x="connsiteX15341" y="connsiteY15341"/>
                </a:cxn>
                <a:cxn ang="0">
                  <a:pos x="connsiteX15342" y="connsiteY15342"/>
                </a:cxn>
                <a:cxn ang="0">
                  <a:pos x="connsiteX15343" y="connsiteY15343"/>
                </a:cxn>
                <a:cxn ang="0">
                  <a:pos x="connsiteX15344" y="connsiteY15344"/>
                </a:cxn>
                <a:cxn ang="0">
                  <a:pos x="connsiteX15345" y="connsiteY15345"/>
                </a:cxn>
                <a:cxn ang="0">
                  <a:pos x="connsiteX15346" y="connsiteY15346"/>
                </a:cxn>
                <a:cxn ang="0">
                  <a:pos x="connsiteX15347" y="connsiteY15347"/>
                </a:cxn>
                <a:cxn ang="0">
                  <a:pos x="connsiteX15348" y="connsiteY15348"/>
                </a:cxn>
                <a:cxn ang="0">
                  <a:pos x="connsiteX15349" y="connsiteY15349"/>
                </a:cxn>
                <a:cxn ang="0">
                  <a:pos x="connsiteX15350" y="connsiteY15350"/>
                </a:cxn>
                <a:cxn ang="0">
                  <a:pos x="connsiteX15351" y="connsiteY15351"/>
                </a:cxn>
                <a:cxn ang="0">
                  <a:pos x="connsiteX15352" y="connsiteY15352"/>
                </a:cxn>
                <a:cxn ang="0">
                  <a:pos x="connsiteX15353" y="connsiteY15353"/>
                </a:cxn>
                <a:cxn ang="0">
                  <a:pos x="connsiteX15354" y="connsiteY15354"/>
                </a:cxn>
                <a:cxn ang="0">
                  <a:pos x="connsiteX15355" y="connsiteY15355"/>
                </a:cxn>
                <a:cxn ang="0">
                  <a:pos x="connsiteX15356" y="connsiteY15356"/>
                </a:cxn>
                <a:cxn ang="0">
                  <a:pos x="connsiteX15357" y="connsiteY15357"/>
                </a:cxn>
                <a:cxn ang="0">
                  <a:pos x="connsiteX15358" y="connsiteY15358"/>
                </a:cxn>
                <a:cxn ang="0">
                  <a:pos x="connsiteX15359" y="connsiteY15359"/>
                </a:cxn>
                <a:cxn ang="0">
                  <a:pos x="connsiteX15360" y="connsiteY15360"/>
                </a:cxn>
                <a:cxn ang="0">
                  <a:pos x="connsiteX15361" y="connsiteY15361"/>
                </a:cxn>
                <a:cxn ang="0">
                  <a:pos x="connsiteX15362" y="connsiteY15362"/>
                </a:cxn>
                <a:cxn ang="0">
                  <a:pos x="connsiteX15363" y="connsiteY15363"/>
                </a:cxn>
                <a:cxn ang="0">
                  <a:pos x="connsiteX15364" y="connsiteY15364"/>
                </a:cxn>
                <a:cxn ang="0">
                  <a:pos x="connsiteX15365" y="connsiteY15365"/>
                </a:cxn>
                <a:cxn ang="0">
                  <a:pos x="connsiteX15366" y="connsiteY15366"/>
                </a:cxn>
                <a:cxn ang="0">
                  <a:pos x="connsiteX15367" y="connsiteY15367"/>
                </a:cxn>
                <a:cxn ang="0">
                  <a:pos x="connsiteX15368" y="connsiteY15368"/>
                </a:cxn>
                <a:cxn ang="0">
                  <a:pos x="connsiteX15369" y="connsiteY15369"/>
                </a:cxn>
                <a:cxn ang="0">
                  <a:pos x="connsiteX15370" y="connsiteY15370"/>
                </a:cxn>
                <a:cxn ang="0">
                  <a:pos x="connsiteX15371" y="connsiteY15371"/>
                </a:cxn>
                <a:cxn ang="0">
                  <a:pos x="connsiteX15372" y="connsiteY15372"/>
                </a:cxn>
                <a:cxn ang="0">
                  <a:pos x="connsiteX15373" y="connsiteY15373"/>
                </a:cxn>
                <a:cxn ang="0">
                  <a:pos x="connsiteX15374" y="connsiteY15374"/>
                </a:cxn>
                <a:cxn ang="0">
                  <a:pos x="connsiteX15375" y="connsiteY15375"/>
                </a:cxn>
                <a:cxn ang="0">
                  <a:pos x="connsiteX15376" y="connsiteY15376"/>
                </a:cxn>
                <a:cxn ang="0">
                  <a:pos x="connsiteX15377" y="connsiteY15377"/>
                </a:cxn>
                <a:cxn ang="0">
                  <a:pos x="connsiteX15378" y="connsiteY15378"/>
                </a:cxn>
                <a:cxn ang="0">
                  <a:pos x="connsiteX15379" y="connsiteY15379"/>
                </a:cxn>
                <a:cxn ang="0">
                  <a:pos x="connsiteX15380" y="connsiteY15380"/>
                </a:cxn>
                <a:cxn ang="0">
                  <a:pos x="connsiteX15381" y="connsiteY15381"/>
                </a:cxn>
                <a:cxn ang="0">
                  <a:pos x="connsiteX15382" y="connsiteY15382"/>
                </a:cxn>
                <a:cxn ang="0">
                  <a:pos x="connsiteX15383" y="connsiteY15383"/>
                </a:cxn>
                <a:cxn ang="0">
                  <a:pos x="connsiteX15384" y="connsiteY15384"/>
                </a:cxn>
                <a:cxn ang="0">
                  <a:pos x="connsiteX15385" y="connsiteY15385"/>
                </a:cxn>
                <a:cxn ang="0">
                  <a:pos x="connsiteX15386" y="connsiteY15386"/>
                </a:cxn>
                <a:cxn ang="0">
                  <a:pos x="connsiteX15387" y="connsiteY15387"/>
                </a:cxn>
                <a:cxn ang="0">
                  <a:pos x="connsiteX15388" y="connsiteY15388"/>
                </a:cxn>
                <a:cxn ang="0">
                  <a:pos x="connsiteX15389" y="connsiteY15389"/>
                </a:cxn>
                <a:cxn ang="0">
                  <a:pos x="connsiteX15390" y="connsiteY15390"/>
                </a:cxn>
                <a:cxn ang="0">
                  <a:pos x="connsiteX15391" y="connsiteY15391"/>
                </a:cxn>
                <a:cxn ang="0">
                  <a:pos x="connsiteX15392" y="connsiteY15392"/>
                </a:cxn>
                <a:cxn ang="0">
                  <a:pos x="connsiteX15393" y="connsiteY15393"/>
                </a:cxn>
                <a:cxn ang="0">
                  <a:pos x="connsiteX15394" y="connsiteY15394"/>
                </a:cxn>
                <a:cxn ang="0">
                  <a:pos x="connsiteX15395" y="connsiteY15395"/>
                </a:cxn>
                <a:cxn ang="0">
                  <a:pos x="connsiteX15396" y="connsiteY15396"/>
                </a:cxn>
                <a:cxn ang="0">
                  <a:pos x="connsiteX15397" y="connsiteY15397"/>
                </a:cxn>
                <a:cxn ang="0">
                  <a:pos x="connsiteX15398" y="connsiteY15398"/>
                </a:cxn>
                <a:cxn ang="0">
                  <a:pos x="connsiteX15399" y="connsiteY15399"/>
                </a:cxn>
                <a:cxn ang="0">
                  <a:pos x="connsiteX15400" y="connsiteY15400"/>
                </a:cxn>
                <a:cxn ang="0">
                  <a:pos x="connsiteX15401" y="connsiteY15401"/>
                </a:cxn>
                <a:cxn ang="0">
                  <a:pos x="connsiteX15402" y="connsiteY15402"/>
                </a:cxn>
                <a:cxn ang="0">
                  <a:pos x="connsiteX15403" y="connsiteY15403"/>
                </a:cxn>
                <a:cxn ang="0">
                  <a:pos x="connsiteX15404" y="connsiteY15404"/>
                </a:cxn>
                <a:cxn ang="0">
                  <a:pos x="connsiteX15405" y="connsiteY15405"/>
                </a:cxn>
                <a:cxn ang="0">
                  <a:pos x="connsiteX15406" y="connsiteY15406"/>
                </a:cxn>
                <a:cxn ang="0">
                  <a:pos x="connsiteX15407" y="connsiteY15407"/>
                </a:cxn>
                <a:cxn ang="0">
                  <a:pos x="connsiteX15408" y="connsiteY15408"/>
                </a:cxn>
                <a:cxn ang="0">
                  <a:pos x="connsiteX15409" y="connsiteY15409"/>
                </a:cxn>
                <a:cxn ang="0">
                  <a:pos x="connsiteX15410" y="connsiteY15410"/>
                </a:cxn>
                <a:cxn ang="0">
                  <a:pos x="connsiteX15411" y="connsiteY15411"/>
                </a:cxn>
                <a:cxn ang="0">
                  <a:pos x="connsiteX15412" y="connsiteY15412"/>
                </a:cxn>
                <a:cxn ang="0">
                  <a:pos x="connsiteX15413" y="connsiteY15413"/>
                </a:cxn>
                <a:cxn ang="0">
                  <a:pos x="connsiteX15414" y="connsiteY15414"/>
                </a:cxn>
                <a:cxn ang="0">
                  <a:pos x="connsiteX15415" y="connsiteY15415"/>
                </a:cxn>
                <a:cxn ang="0">
                  <a:pos x="connsiteX15416" y="connsiteY15416"/>
                </a:cxn>
                <a:cxn ang="0">
                  <a:pos x="connsiteX15417" y="connsiteY15417"/>
                </a:cxn>
                <a:cxn ang="0">
                  <a:pos x="connsiteX15418" y="connsiteY15418"/>
                </a:cxn>
                <a:cxn ang="0">
                  <a:pos x="connsiteX15419" y="connsiteY15419"/>
                </a:cxn>
                <a:cxn ang="0">
                  <a:pos x="connsiteX15420" y="connsiteY15420"/>
                </a:cxn>
                <a:cxn ang="0">
                  <a:pos x="connsiteX15421" y="connsiteY15421"/>
                </a:cxn>
                <a:cxn ang="0">
                  <a:pos x="connsiteX15422" y="connsiteY15422"/>
                </a:cxn>
                <a:cxn ang="0">
                  <a:pos x="connsiteX15423" y="connsiteY15423"/>
                </a:cxn>
                <a:cxn ang="0">
                  <a:pos x="connsiteX15424" y="connsiteY15424"/>
                </a:cxn>
                <a:cxn ang="0">
                  <a:pos x="connsiteX15425" y="connsiteY15425"/>
                </a:cxn>
                <a:cxn ang="0">
                  <a:pos x="connsiteX15426" y="connsiteY15426"/>
                </a:cxn>
                <a:cxn ang="0">
                  <a:pos x="connsiteX15427" y="connsiteY15427"/>
                </a:cxn>
                <a:cxn ang="0">
                  <a:pos x="connsiteX15428" y="connsiteY15428"/>
                </a:cxn>
                <a:cxn ang="0">
                  <a:pos x="connsiteX15429" y="connsiteY15429"/>
                </a:cxn>
                <a:cxn ang="0">
                  <a:pos x="connsiteX15430" y="connsiteY15430"/>
                </a:cxn>
                <a:cxn ang="0">
                  <a:pos x="connsiteX15431" y="connsiteY15431"/>
                </a:cxn>
                <a:cxn ang="0">
                  <a:pos x="connsiteX15432" y="connsiteY15432"/>
                </a:cxn>
                <a:cxn ang="0">
                  <a:pos x="connsiteX15433" y="connsiteY15433"/>
                </a:cxn>
                <a:cxn ang="0">
                  <a:pos x="connsiteX15434" y="connsiteY15434"/>
                </a:cxn>
                <a:cxn ang="0">
                  <a:pos x="connsiteX15435" y="connsiteY15435"/>
                </a:cxn>
                <a:cxn ang="0">
                  <a:pos x="connsiteX15436" y="connsiteY15436"/>
                </a:cxn>
                <a:cxn ang="0">
                  <a:pos x="connsiteX15437" y="connsiteY15437"/>
                </a:cxn>
                <a:cxn ang="0">
                  <a:pos x="connsiteX15438" y="connsiteY15438"/>
                </a:cxn>
                <a:cxn ang="0">
                  <a:pos x="connsiteX15439" y="connsiteY15439"/>
                </a:cxn>
                <a:cxn ang="0">
                  <a:pos x="connsiteX15440" y="connsiteY15440"/>
                </a:cxn>
                <a:cxn ang="0">
                  <a:pos x="connsiteX15441" y="connsiteY15441"/>
                </a:cxn>
                <a:cxn ang="0">
                  <a:pos x="connsiteX15442" y="connsiteY15442"/>
                </a:cxn>
                <a:cxn ang="0">
                  <a:pos x="connsiteX15443" y="connsiteY15443"/>
                </a:cxn>
                <a:cxn ang="0">
                  <a:pos x="connsiteX15444" y="connsiteY15444"/>
                </a:cxn>
                <a:cxn ang="0">
                  <a:pos x="connsiteX15445" y="connsiteY15445"/>
                </a:cxn>
                <a:cxn ang="0">
                  <a:pos x="connsiteX15446" y="connsiteY15446"/>
                </a:cxn>
                <a:cxn ang="0">
                  <a:pos x="connsiteX15447" y="connsiteY15447"/>
                </a:cxn>
                <a:cxn ang="0">
                  <a:pos x="connsiteX15448" y="connsiteY15448"/>
                </a:cxn>
                <a:cxn ang="0">
                  <a:pos x="connsiteX15449" y="connsiteY15449"/>
                </a:cxn>
                <a:cxn ang="0">
                  <a:pos x="connsiteX15450" y="connsiteY15450"/>
                </a:cxn>
                <a:cxn ang="0">
                  <a:pos x="connsiteX15451" y="connsiteY15451"/>
                </a:cxn>
                <a:cxn ang="0">
                  <a:pos x="connsiteX15452" y="connsiteY15452"/>
                </a:cxn>
                <a:cxn ang="0">
                  <a:pos x="connsiteX15453" y="connsiteY15453"/>
                </a:cxn>
                <a:cxn ang="0">
                  <a:pos x="connsiteX15454" y="connsiteY15454"/>
                </a:cxn>
                <a:cxn ang="0">
                  <a:pos x="connsiteX15455" y="connsiteY15455"/>
                </a:cxn>
                <a:cxn ang="0">
                  <a:pos x="connsiteX15456" y="connsiteY15456"/>
                </a:cxn>
                <a:cxn ang="0">
                  <a:pos x="connsiteX15457" y="connsiteY15457"/>
                </a:cxn>
                <a:cxn ang="0">
                  <a:pos x="connsiteX15458" y="connsiteY15458"/>
                </a:cxn>
                <a:cxn ang="0">
                  <a:pos x="connsiteX15459" y="connsiteY15459"/>
                </a:cxn>
                <a:cxn ang="0">
                  <a:pos x="connsiteX15460" y="connsiteY15460"/>
                </a:cxn>
                <a:cxn ang="0">
                  <a:pos x="connsiteX15461" y="connsiteY15461"/>
                </a:cxn>
                <a:cxn ang="0">
                  <a:pos x="connsiteX15462" y="connsiteY15462"/>
                </a:cxn>
                <a:cxn ang="0">
                  <a:pos x="connsiteX15463" y="connsiteY15463"/>
                </a:cxn>
                <a:cxn ang="0">
                  <a:pos x="connsiteX15464" y="connsiteY15464"/>
                </a:cxn>
                <a:cxn ang="0">
                  <a:pos x="connsiteX15465" y="connsiteY15465"/>
                </a:cxn>
                <a:cxn ang="0">
                  <a:pos x="connsiteX15466" y="connsiteY15466"/>
                </a:cxn>
                <a:cxn ang="0">
                  <a:pos x="connsiteX15467" y="connsiteY15467"/>
                </a:cxn>
                <a:cxn ang="0">
                  <a:pos x="connsiteX15468" y="connsiteY15468"/>
                </a:cxn>
                <a:cxn ang="0">
                  <a:pos x="connsiteX15469" y="connsiteY15469"/>
                </a:cxn>
                <a:cxn ang="0">
                  <a:pos x="connsiteX15470" y="connsiteY15470"/>
                </a:cxn>
                <a:cxn ang="0">
                  <a:pos x="connsiteX15471" y="connsiteY15471"/>
                </a:cxn>
                <a:cxn ang="0">
                  <a:pos x="connsiteX15472" y="connsiteY15472"/>
                </a:cxn>
                <a:cxn ang="0">
                  <a:pos x="connsiteX15473" y="connsiteY15473"/>
                </a:cxn>
                <a:cxn ang="0">
                  <a:pos x="connsiteX15474" y="connsiteY15474"/>
                </a:cxn>
                <a:cxn ang="0">
                  <a:pos x="connsiteX15475" y="connsiteY15475"/>
                </a:cxn>
                <a:cxn ang="0">
                  <a:pos x="connsiteX15476" y="connsiteY15476"/>
                </a:cxn>
                <a:cxn ang="0">
                  <a:pos x="connsiteX15477" y="connsiteY15477"/>
                </a:cxn>
                <a:cxn ang="0">
                  <a:pos x="connsiteX15478" y="connsiteY15478"/>
                </a:cxn>
                <a:cxn ang="0">
                  <a:pos x="connsiteX15479" y="connsiteY15479"/>
                </a:cxn>
                <a:cxn ang="0">
                  <a:pos x="connsiteX15480" y="connsiteY15480"/>
                </a:cxn>
                <a:cxn ang="0">
                  <a:pos x="connsiteX15481" y="connsiteY15481"/>
                </a:cxn>
                <a:cxn ang="0">
                  <a:pos x="connsiteX15482" y="connsiteY15482"/>
                </a:cxn>
                <a:cxn ang="0">
                  <a:pos x="connsiteX15483" y="connsiteY15483"/>
                </a:cxn>
                <a:cxn ang="0">
                  <a:pos x="connsiteX15484" y="connsiteY15484"/>
                </a:cxn>
                <a:cxn ang="0">
                  <a:pos x="connsiteX15485" y="connsiteY15485"/>
                </a:cxn>
                <a:cxn ang="0">
                  <a:pos x="connsiteX15486" y="connsiteY15486"/>
                </a:cxn>
                <a:cxn ang="0">
                  <a:pos x="connsiteX15487" y="connsiteY15487"/>
                </a:cxn>
                <a:cxn ang="0">
                  <a:pos x="connsiteX15488" y="connsiteY15488"/>
                </a:cxn>
                <a:cxn ang="0">
                  <a:pos x="connsiteX15489" y="connsiteY15489"/>
                </a:cxn>
                <a:cxn ang="0">
                  <a:pos x="connsiteX15490" y="connsiteY15490"/>
                </a:cxn>
                <a:cxn ang="0">
                  <a:pos x="connsiteX15491" y="connsiteY15491"/>
                </a:cxn>
                <a:cxn ang="0">
                  <a:pos x="connsiteX15492" y="connsiteY15492"/>
                </a:cxn>
                <a:cxn ang="0">
                  <a:pos x="connsiteX15493" y="connsiteY15493"/>
                </a:cxn>
                <a:cxn ang="0">
                  <a:pos x="connsiteX15494" y="connsiteY15494"/>
                </a:cxn>
                <a:cxn ang="0">
                  <a:pos x="connsiteX15495" y="connsiteY15495"/>
                </a:cxn>
                <a:cxn ang="0">
                  <a:pos x="connsiteX15496" y="connsiteY15496"/>
                </a:cxn>
                <a:cxn ang="0">
                  <a:pos x="connsiteX15497" y="connsiteY15497"/>
                </a:cxn>
                <a:cxn ang="0">
                  <a:pos x="connsiteX15498" y="connsiteY15498"/>
                </a:cxn>
                <a:cxn ang="0">
                  <a:pos x="connsiteX15499" y="connsiteY15499"/>
                </a:cxn>
                <a:cxn ang="0">
                  <a:pos x="connsiteX15500" y="connsiteY15500"/>
                </a:cxn>
                <a:cxn ang="0">
                  <a:pos x="connsiteX15501" y="connsiteY15501"/>
                </a:cxn>
                <a:cxn ang="0">
                  <a:pos x="connsiteX15502" y="connsiteY15502"/>
                </a:cxn>
                <a:cxn ang="0">
                  <a:pos x="connsiteX15503" y="connsiteY15503"/>
                </a:cxn>
                <a:cxn ang="0">
                  <a:pos x="connsiteX15504" y="connsiteY15504"/>
                </a:cxn>
                <a:cxn ang="0">
                  <a:pos x="connsiteX15505" y="connsiteY15505"/>
                </a:cxn>
                <a:cxn ang="0">
                  <a:pos x="connsiteX15506" y="connsiteY15506"/>
                </a:cxn>
                <a:cxn ang="0">
                  <a:pos x="connsiteX15507" y="connsiteY15507"/>
                </a:cxn>
                <a:cxn ang="0">
                  <a:pos x="connsiteX15508" y="connsiteY15508"/>
                </a:cxn>
                <a:cxn ang="0">
                  <a:pos x="connsiteX15509" y="connsiteY15509"/>
                </a:cxn>
                <a:cxn ang="0">
                  <a:pos x="connsiteX15510" y="connsiteY15510"/>
                </a:cxn>
                <a:cxn ang="0">
                  <a:pos x="connsiteX15511" y="connsiteY15511"/>
                </a:cxn>
                <a:cxn ang="0">
                  <a:pos x="connsiteX15512" y="connsiteY15512"/>
                </a:cxn>
                <a:cxn ang="0">
                  <a:pos x="connsiteX15513" y="connsiteY15513"/>
                </a:cxn>
                <a:cxn ang="0">
                  <a:pos x="connsiteX15514" y="connsiteY15514"/>
                </a:cxn>
                <a:cxn ang="0">
                  <a:pos x="connsiteX15515" y="connsiteY15515"/>
                </a:cxn>
                <a:cxn ang="0">
                  <a:pos x="connsiteX15516" y="connsiteY15516"/>
                </a:cxn>
                <a:cxn ang="0">
                  <a:pos x="connsiteX15517" y="connsiteY15517"/>
                </a:cxn>
                <a:cxn ang="0">
                  <a:pos x="connsiteX15518" y="connsiteY15518"/>
                </a:cxn>
                <a:cxn ang="0">
                  <a:pos x="connsiteX15519" y="connsiteY15519"/>
                </a:cxn>
                <a:cxn ang="0">
                  <a:pos x="connsiteX15520" y="connsiteY15520"/>
                </a:cxn>
                <a:cxn ang="0">
                  <a:pos x="connsiteX15521" y="connsiteY15521"/>
                </a:cxn>
                <a:cxn ang="0">
                  <a:pos x="connsiteX15522" y="connsiteY15522"/>
                </a:cxn>
                <a:cxn ang="0">
                  <a:pos x="connsiteX15523" y="connsiteY15523"/>
                </a:cxn>
                <a:cxn ang="0">
                  <a:pos x="connsiteX15524" y="connsiteY15524"/>
                </a:cxn>
                <a:cxn ang="0">
                  <a:pos x="connsiteX15525" y="connsiteY15525"/>
                </a:cxn>
                <a:cxn ang="0">
                  <a:pos x="connsiteX15526" y="connsiteY15526"/>
                </a:cxn>
                <a:cxn ang="0">
                  <a:pos x="connsiteX15527" y="connsiteY15527"/>
                </a:cxn>
                <a:cxn ang="0">
                  <a:pos x="connsiteX15528" y="connsiteY15528"/>
                </a:cxn>
                <a:cxn ang="0">
                  <a:pos x="connsiteX15529" y="connsiteY15529"/>
                </a:cxn>
                <a:cxn ang="0">
                  <a:pos x="connsiteX15530" y="connsiteY15530"/>
                </a:cxn>
                <a:cxn ang="0">
                  <a:pos x="connsiteX15531" y="connsiteY15531"/>
                </a:cxn>
                <a:cxn ang="0">
                  <a:pos x="connsiteX15532" y="connsiteY15532"/>
                </a:cxn>
                <a:cxn ang="0">
                  <a:pos x="connsiteX15533" y="connsiteY15533"/>
                </a:cxn>
                <a:cxn ang="0">
                  <a:pos x="connsiteX15534" y="connsiteY15534"/>
                </a:cxn>
                <a:cxn ang="0">
                  <a:pos x="connsiteX15535" y="connsiteY15535"/>
                </a:cxn>
                <a:cxn ang="0">
                  <a:pos x="connsiteX15536" y="connsiteY15536"/>
                </a:cxn>
                <a:cxn ang="0">
                  <a:pos x="connsiteX15537" y="connsiteY15537"/>
                </a:cxn>
                <a:cxn ang="0">
                  <a:pos x="connsiteX15538" y="connsiteY15538"/>
                </a:cxn>
                <a:cxn ang="0">
                  <a:pos x="connsiteX15539" y="connsiteY15539"/>
                </a:cxn>
                <a:cxn ang="0">
                  <a:pos x="connsiteX15540" y="connsiteY15540"/>
                </a:cxn>
                <a:cxn ang="0">
                  <a:pos x="connsiteX15541" y="connsiteY15541"/>
                </a:cxn>
                <a:cxn ang="0">
                  <a:pos x="connsiteX15542" y="connsiteY15542"/>
                </a:cxn>
                <a:cxn ang="0">
                  <a:pos x="connsiteX15543" y="connsiteY15543"/>
                </a:cxn>
                <a:cxn ang="0">
                  <a:pos x="connsiteX15544" y="connsiteY15544"/>
                </a:cxn>
                <a:cxn ang="0">
                  <a:pos x="connsiteX15545" y="connsiteY15545"/>
                </a:cxn>
                <a:cxn ang="0">
                  <a:pos x="connsiteX15546" y="connsiteY15546"/>
                </a:cxn>
                <a:cxn ang="0">
                  <a:pos x="connsiteX15547" y="connsiteY15547"/>
                </a:cxn>
                <a:cxn ang="0">
                  <a:pos x="connsiteX15548" y="connsiteY15548"/>
                </a:cxn>
                <a:cxn ang="0">
                  <a:pos x="connsiteX15549" y="connsiteY15549"/>
                </a:cxn>
                <a:cxn ang="0">
                  <a:pos x="connsiteX15550" y="connsiteY15550"/>
                </a:cxn>
                <a:cxn ang="0">
                  <a:pos x="connsiteX15551" y="connsiteY15551"/>
                </a:cxn>
                <a:cxn ang="0">
                  <a:pos x="connsiteX15552" y="connsiteY15552"/>
                </a:cxn>
                <a:cxn ang="0">
                  <a:pos x="connsiteX15553" y="connsiteY15553"/>
                </a:cxn>
                <a:cxn ang="0">
                  <a:pos x="connsiteX15554" y="connsiteY15554"/>
                </a:cxn>
                <a:cxn ang="0">
                  <a:pos x="connsiteX15555" y="connsiteY15555"/>
                </a:cxn>
                <a:cxn ang="0">
                  <a:pos x="connsiteX15556" y="connsiteY15556"/>
                </a:cxn>
                <a:cxn ang="0">
                  <a:pos x="connsiteX15557" y="connsiteY15557"/>
                </a:cxn>
                <a:cxn ang="0">
                  <a:pos x="connsiteX15558" y="connsiteY15558"/>
                </a:cxn>
                <a:cxn ang="0">
                  <a:pos x="connsiteX15559" y="connsiteY15559"/>
                </a:cxn>
                <a:cxn ang="0">
                  <a:pos x="connsiteX15560" y="connsiteY15560"/>
                </a:cxn>
                <a:cxn ang="0">
                  <a:pos x="connsiteX15561" y="connsiteY15561"/>
                </a:cxn>
                <a:cxn ang="0">
                  <a:pos x="connsiteX15562" y="connsiteY15562"/>
                </a:cxn>
                <a:cxn ang="0">
                  <a:pos x="connsiteX15563" y="connsiteY15563"/>
                </a:cxn>
                <a:cxn ang="0">
                  <a:pos x="connsiteX15564" y="connsiteY15564"/>
                </a:cxn>
                <a:cxn ang="0">
                  <a:pos x="connsiteX15565" y="connsiteY15565"/>
                </a:cxn>
                <a:cxn ang="0">
                  <a:pos x="connsiteX15566" y="connsiteY15566"/>
                </a:cxn>
                <a:cxn ang="0">
                  <a:pos x="connsiteX15567" y="connsiteY15567"/>
                </a:cxn>
                <a:cxn ang="0">
                  <a:pos x="connsiteX15568" y="connsiteY15568"/>
                </a:cxn>
                <a:cxn ang="0">
                  <a:pos x="connsiteX15569" y="connsiteY15569"/>
                </a:cxn>
                <a:cxn ang="0">
                  <a:pos x="connsiteX15570" y="connsiteY15570"/>
                </a:cxn>
                <a:cxn ang="0">
                  <a:pos x="connsiteX15571" y="connsiteY15571"/>
                </a:cxn>
                <a:cxn ang="0">
                  <a:pos x="connsiteX15572" y="connsiteY15572"/>
                </a:cxn>
                <a:cxn ang="0">
                  <a:pos x="connsiteX15573" y="connsiteY15573"/>
                </a:cxn>
                <a:cxn ang="0">
                  <a:pos x="connsiteX15574" y="connsiteY15574"/>
                </a:cxn>
                <a:cxn ang="0">
                  <a:pos x="connsiteX15575" y="connsiteY15575"/>
                </a:cxn>
                <a:cxn ang="0">
                  <a:pos x="connsiteX15576" y="connsiteY15576"/>
                </a:cxn>
                <a:cxn ang="0">
                  <a:pos x="connsiteX15577" y="connsiteY15577"/>
                </a:cxn>
                <a:cxn ang="0">
                  <a:pos x="connsiteX15578" y="connsiteY15578"/>
                </a:cxn>
                <a:cxn ang="0">
                  <a:pos x="connsiteX15579" y="connsiteY15579"/>
                </a:cxn>
                <a:cxn ang="0">
                  <a:pos x="connsiteX15580" y="connsiteY15580"/>
                </a:cxn>
                <a:cxn ang="0">
                  <a:pos x="connsiteX15581" y="connsiteY15581"/>
                </a:cxn>
                <a:cxn ang="0">
                  <a:pos x="connsiteX15582" y="connsiteY15582"/>
                </a:cxn>
                <a:cxn ang="0">
                  <a:pos x="connsiteX15583" y="connsiteY15583"/>
                </a:cxn>
                <a:cxn ang="0">
                  <a:pos x="connsiteX15584" y="connsiteY15584"/>
                </a:cxn>
                <a:cxn ang="0">
                  <a:pos x="connsiteX15585" y="connsiteY15585"/>
                </a:cxn>
                <a:cxn ang="0">
                  <a:pos x="connsiteX15586" y="connsiteY15586"/>
                </a:cxn>
                <a:cxn ang="0">
                  <a:pos x="connsiteX15587" y="connsiteY15587"/>
                </a:cxn>
                <a:cxn ang="0">
                  <a:pos x="connsiteX15588" y="connsiteY15588"/>
                </a:cxn>
                <a:cxn ang="0">
                  <a:pos x="connsiteX15589" y="connsiteY15589"/>
                </a:cxn>
                <a:cxn ang="0">
                  <a:pos x="connsiteX15590" y="connsiteY15590"/>
                </a:cxn>
                <a:cxn ang="0">
                  <a:pos x="connsiteX15591" y="connsiteY15591"/>
                </a:cxn>
                <a:cxn ang="0">
                  <a:pos x="connsiteX15592" y="connsiteY15592"/>
                </a:cxn>
                <a:cxn ang="0">
                  <a:pos x="connsiteX15593" y="connsiteY15593"/>
                </a:cxn>
                <a:cxn ang="0">
                  <a:pos x="connsiteX15594" y="connsiteY15594"/>
                </a:cxn>
                <a:cxn ang="0">
                  <a:pos x="connsiteX15595" y="connsiteY15595"/>
                </a:cxn>
                <a:cxn ang="0">
                  <a:pos x="connsiteX15596" y="connsiteY15596"/>
                </a:cxn>
                <a:cxn ang="0">
                  <a:pos x="connsiteX15597" y="connsiteY15597"/>
                </a:cxn>
                <a:cxn ang="0">
                  <a:pos x="connsiteX15598" y="connsiteY15598"/>
                </a:cxn>
                <a:cxn ang="0">
                  <a:pos x="connsiteX15599" y="connsiteY15599"/>
                </a:cxn>
                <a:cxn ang="0">
                  <a:pos x="connsiteX15600" y="connsiteY15600"/>
                </a:cxn>
                <a:cxn ang="0">
                  <a:pos x="connsiteX15601" y="connsiteY15601"/>
                </a:cxn>
                <a:cxn ang="0">
                  <a:pos x="connsiteX15602" y="connsiteY15602"/>
                </a:cxn>
                <a:cxn ang="0">
                  <a:pos x="connsiteX15603" y="connsiteY15603"/>
                </a:cxn>
                <a:cxn ang="0">
                  <a:pos x="connsiteX15604" y="connsiteY15604"/>
                </a:cxn>
                <a:cxn ang="0">
                  <a:pos x="connsiteX15605" y="connsiteY15605"/>
                </a:cxn>
                <a:cxn ang="0">
                  <a:pos x="connsiteX15606" y="connsiteY15606"/>
                </a:cxn>
                <a:cxn ang="0">
                  <a:pos x="connsiteX15607" y="connsiteY15607"/>
                </a:cxn>
                <a:cxn ang="0">
                  <a:pos x="connsiteX15608" y="connsiteY15608"/>
                </a:cxn>
                <a:cxn ang="0">
                  <a:pos x="connsiteX15609" y="connsiteY15609"/>
                </a:cxn>
                <a:cxn ang="0">
                  <a:pos x="connsiteX15610" y="connsiteY15610"/>
                </a:cxn>
                <a:cxn ang="0">
                  <a:pos x="connsiteX15611" y="connsiteY15611"/>
                </a:cxn>
                <a:cxn ang="0">
                  <a:pos x="connsiteX15612" y="connsiteY15612"/>
                </a:cxn>
                <a:cxn ang="0">
                  <a:pos x="connsiteX15613" y="connsiteY15613"/>
                </a:cxn>
                <a:cxn ang="0">
                  <a:pos x="connsiteX15614" y="connsiteY15614"/>
                </a:cxn>
                <a:cxn ang="0">
                  <a:pos x="connsiteX15615" y="connsiteY15615"/>
                </a:cxn>
                <a:cxn ang="0">
                  <a:pos x="connsiteX15616" y="connsiteY15616"/>
                </a:cxn>
                <a:cxn ang="0">
                  <a:pos x="connsiteX15617" y="connsiteY15617"/>
                </a:cxn>
                <a:cxn ang="0">
                  <a:pos x="connsiteX15618" y="connsiteY15618"/>
                </a:cxn>
                <a:cxn ang="0">
                  <a:pos x="connsiteX15619" y="connsiteY15619"/>
                </a:cxn>
                <a:cxn ang="0">
                  <a:pos x="connsiteX15620" y="connsiteY15620"/>
                </a:cxn>
                <a:cxn ang="0">
                  <a:pos x="connsiteX15621" y="connsiteY15621"/>
                </a:cxn>
                <a:cxn ang="0">
                  <a:pos x="connsiteX15622" y="connsiteY15622"/>
                </a:cxn>
                <a:cxn ang="0">
                  <a:pos x="connsiteX15623" y="connsiteY15623"/>
                </a:cxn>
                <a:cxn ang="0">
                  <a:pos x="connsiteX15624" y="connsiteY15624"/>
                </a:cxn>
                <a:cxn ang="0">
                  <a:pos x="connsiteX15625" y="connsiteY15625"/>
                </a:cxn>
                <a:cxn ang="0">
                  <a:pos x="connsiteX15626" y="connsiteY15626"/>
                </a:cxn>
                <a:cxn ang="0">
                  <a:pos x="connsiteX15627" y="connsiteY15627"/>
                </a:cxn>
                <a:cxn ang="0">
                  <a:pos x="connsiteX15628" y="connsiteY15628"/>
                </a:cxn>
                <a:cxn ang="0">
                  <a:pos x="connsiteX15629" y="connsiteY15629"/>
                </a:cxn>
                <a:cxn ang="0">
                  <a:pos x="connsiteX15630" y="connsiteY15630"/>
                </a:cxn>
                <a:cxn ang="0">
                  <a:pos x="connsiteX15631" y="connsiteY15631"/>
                </a:cxn>
                <a:cxn ang="0">
                  <a:pos x="connsiteX15632" y="connsiteY15632"/>
                </a:cxn>
                <a:cxn ang="0">
                  <a:pos x="connsiteX15633" y="connsiteY15633"/>
                </a:cxn>
                <a:cxn ang="0">
                  <a:pos x="connsiteX15634" y="connsiteY15634"/>
                </a:cxn>
                <a:cxn ang="0">
                  <a:pos x="connsiteX15635" y="connsiteY15635"/>
                </a:cxn>
                <a:cxn ang="0">
                  <a:pos x="connsiteX15636" y="connsiteY15636"/>
                </a:cxn>
                <a:cxn ang="0">
                  <a:pos x="connsiteX15637" y="connsiteY15637"/>
                </a:cxn>
                <a:cxn ang="0">
                  <a:pos x="connsiteX15638" y="connsiteY15638"/>
                </a:cxn>
                <a:cxn ang="0">
                  <a:pos x="connsiteX15639" y="connsiteY15639"/>
                </a:cxn>
                <a:cxn ang="0">
                  <a:pos x="connsiteX15640" y="connsiteY15640"/>
                </a:cxn>
                <a:cxn ang="0">
                  <a:pos x="connsiteX15641" y="connsiteY15641"/>
                </a:cxn>
                <a:cxn ang="0">
                  <a:pos x="connsiteX15642" y="connsiteY15642"/>
                </a:cxn>
                <a:cxn ang="0">
                  <a:pos x="connsiteX15643" y="connsiteY15643"/>
                </a:cxn>
                <a:cxn ang="0">
                  <a:pos x="connsiteX15644" y="connsiteY15644"/>
                </a:cxn>
                <a:cxn ang="0">
                  <a:pos x="connsiteX15645" y="connsiteY15645"/>
                </a:cxn>
                <a:cxn ang="0">
                  <a:pos x="connsiteX15646" y="connsiteY15646"/>
                </a:cxn>
                <a:cxn ang="0">
                  <a:pos x="connsiteX15647" y="connsiteY15647"/>
                </a:cxn>
                <a:cxn ang="0">
                  <a:pos x="connsiteX15648" y="connsiteY15648"/>
                </a:cxn>
                <a:cxn ang="0">
                  <a:pos x="connsiteX15649" y="connsiteY15649"/>
                </a:cxn>
                <a:cxn ang="0">
                  <a:pos x="connsiteX15650" y="connsiteY15650"/>
                </a:cxn>
                <a:cxn ang="0">
                  <a:pos x="connsiteX15651" y="connsiteY15651"/>
                </a:cxn>
                <a:cxn ang="0">
                  <a:pos x="connsiteX15652" y="connsiteY15652"/>
                </a:cxn>
                <a:cxn ang="0">
                  <a:pos x="connsiteX15653" y="connsiteY15653"/>
                </a:cxn>
                <a:cxn ang="0">
                  <a:pos x="connsiteX15654" y="connsiteY15654"/>
                </a:cxn>
                <a:cxn ang="0">
                  <a:pos x="connsiteX15655" y="connsiteY15655"/>
                </a:cxn>
                <a:cxn ang="0">
                  <a:pos x="connsiteX15656" y="connsiteY15656"/>
                </a:cxn>
                <a:cxn ang="0">
                  <a:pos x="connsiteX15657" y="connsiteY15657"/>
                </a:cxn>
                <a:cxn ang="0">
                  <a:pos x="connsiteX15658" y="connsiteY15658"/>
                </a:cxn>
                <a:cxn ang="0">
                  <a:pos x="connsiteX15659" y="connsiteY15659"/>
                </a:cxn>
                <a:cxn ang="0">
                  <a:pos x="connsiteX15660" y="connsiteY15660"/>
                </a:cxn>
                <a:cxn ang="0">
                  <a:pos x="connsiteX15661" y="connsiteY15661"/>
                </a:cxn>
                <a:cxn ang="0">
                  <a:pos x="connsiteX15662" y="connsiteY15662"/>
                </a:cxn>
                <a:cxn ang="0">
                  <a:pos x="connsiteX15663" y="connsiteY15663"/>
                </a:cxn>
                <a:cxn ang="0">
                  <a:pos x="connsiteX15664" y="connsiteY15664"/>
                </a:cxn>
                <a:cxn ang="0">
                  <a:pos x="connsiteX15665" y="connsiteY15665"/>
                </a:cxn>
                <a:cxn ang="0">
                  <a:pos x="connsiteX15666" y="connsiteY15666"/>
                </a:cxn>
                <a:cxn ang="0">
                  <a:pos x="connsiteX15667" y="connsiteY15667"/>
                </a:cxn>
                <a:cxn ang="0">
                  <a:pos x="connsiteX15668" y="connsiteY15668"/>
                </a:cxn>
                <a:cxn ang="0">
                  <a:pos x="connsiteX15669" y="connsiteY15669"/>
                </a:cxn>
                <a:cxn ang="0">
                  <a:pos x="connsiteX15670" y="connsiteY15670"/>
                </a:cxn>
                <a:cxn ang="0">
                  <a:pos x="connsiteX15671" y="connsiteY15671"/>
                </a:cxn>
                <a:cxn ang="0">
                  <a:pos x="connsiteX15672" y="connsiteY15672"/>
                </a:cxn>
                <a:cxn ang="0">
                  <a:pos x="connsiteX15673" y="connsiteY15673"/>
                </a:cxn>
                <a:cxn ang="0">
                  <a:pos x="connsiteX15674" y="connsiteY15674"/>
                </a:cxn>
                <a:cxn ang="0">
                  <a:pos x="connsiteX15675" y="connsiteY15675"/>
                </a:cxn>
                <a:cxn ang="0">
                  <a:pos x="connsiteX15676" y="connsiteY15676"/>
                </a:cxn>
                <a:cxn ang="0">
                  <a:pos x="connsiteX15677" y="connsiteY15677"/>
                </a:cxn>
                <a:cxn ang="0">
                  <a:pos x="connsiteX15678" y="connsiteY15678"/>
                </a:cxn>
                <a:cxn ang="0">
                  <a:pos x="connsiteX15679" y="connsiteY15679"/>
                </a:cxn>
                <a:cxn ang="0">
                  <a:pos x="connsiteX15680" y="connsiteY15680"/>
                </a:cxn>
                <a:cxn ang="0">
                  <a:pos x="connsiteX15681" y="connsiteY15681"/>
                </a:cxn>
                <a:cxn ang="0">
                  <a:pos x="connsiteX15682" y="connsiteY15682"/>
                </a:cxn>
                <a:cxn ang="0">
                  <a:pos x="connsiteX15683" y="connsiteY15683"/>
                </a:cxn>
                <a:cxn ang="0">
                  <a:pos x="connsiteX15684" y="connsiteY15684"/>
                </a:cxn>
                <a:cxn ang="0">
                  <a:pos x="connsiteX15685" y="connsiteY15685"/>
                </a:cxn>
                <a:cxn ang="0">
                  <a:pos x="connsiteX15686" y="connsiteY15686"/>
                </a:cxn>
                <a:cxn ang="0">
                  <a:pos x="connsiteX15687" y="connsiteY15687"/>
                </a:cxn>
                <a:cxn ang="0">
                  <a:pos x="connsiteX15688" y="connsiteY15688"/>
                </a:cxn>
                <a:cxn ang="0">
                  <a:pos x="connsiteX15689" y="connsiteY15689"/>
                </a:cxn>
                <a:cxn ang="0">
                  <a:pos x="connsiteX15690" y="connsiteY15690"/>
                </a:cxn>
                <a:cxn ang="0">
                  <a:pos x="connsiteX15691" y="connsiteY15691"/>
                </a:cxn>
                <a:cxn ang="0">
                  <a:pos x="connsiteX15692" y="connsiteY15692"/>
                </a:cxn>
                <a:cxn ang="0">
                  <a:pos x="connsiteX15693" y="connsiteY15693"/>
                </a:cxn>
                <a:cxn ang="0">
                  <a:pos x="connsiteX15694" y="connsiteY15694"/>
                </a:cxn>
                <a:cxn ang="0">
                  <a:pos x="connsiteX15695" y="connsiteY15695"/>
                </a:cxn>
                <a:cxn ang="0">
                  <a:pos x="connsiteX15696" y="connsiteY15696"/>
                </a:cxn>
                <a:cxn ang="0">
                  <a:pos x="connsiteX15697" y="connsiteY15697"/>
                </a:cxn>
                <a:cxn ang="0">
                  <a:pos x="connsiteX15698" y="connsiteY15698"/>
                </a:cxn>
                <a:cxn ang="0">
                  <a:pos x="connsiteX15699" y="connsiteY15699"/>
                </a:cxn>
                <a:cxn ang="0">
                  <a:pos x="connsiteX15700" y="connsiteY15700"/>
                </a:cxn>
                <a:cxn ang="0">
                  <a:pos x="connsiteX15701" y="connsiteY15701"/>
                </a:cxn>
                <a:cxn ang="0">
                  <a:pos x="connsiteX15702" y="connsiteY15702"/>
                </a:cxn>
                <a:cxn ang="0">
                  <a:pos x="connsiteX15703" y="connsiteY15703"/>
                </a:cxn>
                <a:cxn ang="0">
                  <a:pos x="connsiteX15704" y="connsiteY15704"/>
                </a:cxn>
                <a:cxn ang="0">
                  <a:pos x="connsiteX15705" y="connsiteY15705"/>
                </a:cxn>
                <a:cxn ang="0">
                  <a:pos x="connsiteX15706" y="connsiteY15706"/>
                </a:cxn>
                <a:cxn ang="0">
                  <a:pos x="connsiteX15707" y="connsiteY15707"/>
                </a:cxn>
                <a:cxn ang="0">
                  <a:pos x="connsiteX15708" y="connsiteY15708"/>
                </a:cxn>
                <a:cxn ang="0">
                  <a:pos x="connsiteX15709" y="connsiteY15709"/>
                </a:cxn>
                <a:cxn ang="0">
                  <a:pos x="connsiteX15710" y="connsiteY15710"/>
                </a:cxn>
                <a:cxn ang="0">
                  <a:pos x="connsiteX15711" y="connsiteY15711"/>
                </a:cxn>
                <a:cxn ang="0">
                  <a:pos x="connsiteX15712" y="connsiteY15712"/>
                </a:cxn>
                <a:cxn ang="0">
                  <a:pos x="connsiteX15713" y="connsiteY15713"/>
                </a:cxn>
                <a:cxn ang="0">
                  <a:pos x="connsiteX15714" y="connsiteY15714"/>
                </a:cxn>
                <a:cxn ang="0">
                  <a:pos x="connsiteX15715" y="connsiteY15715"/>
                </a:cxn>
                <a:cxn ang="0">
                  <a:pos x="connsiteX15716" y="connsiteY15716"/>
                </a:cxn>
                <a:cxn ang="0">
                  <a:pos x="connsiteX15717" y="connsiteY15717"/>
                </a:cxn>
                <a:cxn ang="0">
                  <a:pos x="connsiteX15718" y="connsiteY15718"/>
                </a:cxn>
                <a:cxn ang="0">
                  <a:pos x="connsiteX15719" y="connsiteY15719"/>
                </a:cxn>
                <a:cxn ang="0">
                  <a:pos x="connsiteX15720" y="connsiteY15720"/>
                </a:cxn>
                <a:cxn ang="0">
                  <a:pos x="connsiteX15721" y="connsiteY15721"/>
                </a:cxn>
                <a:cxn ang="0">
                  <a:pos x="connsiteX15722" y="connsiteY15722"/>
                </a:cxn>
                <a:cxn ang="0">
                  <a:pos x="connsiteX15723" y="connsiteY15723"/>
                </a:cxn>
                <a:cxn ang="0">
                  <a:pos x="connsiteX15724" y="connsiteY15724"/>
                </a:cxn>
                <a:cxn ang="0">
                  <a:pos x="connsiteX15725" y="connsiteY15725"/>
                </a:cxn>
                <a:cxn ang="0">
                  <a:pos x="connsiteX15726" y="connsiteY15726"/>
                </a:cxn>
                <a:cxn ang="0">
                  <a:pos x="connsiteX15727" y="connsiteY15727"/>
                </a:cxn>
                <a:cxn ang="0">
                  <a:pos x="connsiteX15728" y="connsiteY15728"/>
                </a:cxn>
                <a:cxn ang="0">
                  <a:pos x="connsiteX15729" y="connsiteY15729"/>
                </a:cxn>
                <a:cxn ang="0">
                  <a:pos x="connsiteX15730" y="connsiteY15730"/>
                </a:cxn>
                <a:cxn ang="0">
                  <a:pos x="connsiteX15731" y="connsiteY15731"/>
                </a:cxn>
                <a:cxn ang="0">
                  <a:pos x="connsiteX15732" y="connsiteY15732"/>
                </a:cxn>
                <a:cxn ang="0">
                  <a:pos x="connsiteX15733" y="connsiteY15733"/>
                </a:cxn>
                <a:cxn ang="0">
                  <a:pos x="connsiteX15734" y="connsiteY15734"/>
                </a:cxn>
                <a:cxn ang="0">
                  <a:pos x="connsiteX15735" y="connsiteY15735"/>
                </a:cxn>
                <a:cxn ang="0">
                  <a:pos x="connsiteX15736" y="connsiteY15736"/>
                </a:cxn>
                <a:cxn ang="0">
                  <a:pos x="connsiteX15737" y="connsiteY15737"/>
                </a:cxn>
                <a:cxn ang="0">
                  <a:pos x="connsiteX15738" y="connsiteY15738"/>
                </a:cxn>
                <a:cxn ang="0">
                  <a:pos x="connsiteX15739" y="connsiteY15739"/>
                </a:cxn>
                <a:cxn ang="0">
                  <a:pos x="connsiteX15740" y="connsiteY15740"/>
                </a:cxn>
                <a:cxn ang="0">
                  <a:pos x="connsiteX15741" y="connsiteY15741"/>
                </a:cxn>
                <a:cxn ang="0">
                  <a:pos x="connsiteX15742" y="connsiteY15742"/>
                </a:cxn>
                <a:cxn ang="0">
                  <a:pos x="connsiteX15743" y="connsiteY15743"/>
                </a:cxn>
                <a:cxn ang="0">
                  <a:pos x="connsiteX15744" y="connsiteY15744"/>
                </a:cxn>
                <a:cxn ang="0">
                  <a:pos x="connsiteX15745" y="connsiteY15745"/>
                </a:cxn>
                <a:cxn ang="0">
                  <a:pos x="connsiteX15746" y="connsiteY15746"/>
                </a:cxn>
                <a:cxn ang="0">
                  <a:pos x="connsiteX15747" y="connsiteY15747"/>
                </a:cxn>
                <a:cxn ang="0">
                  <a:pos x="connsiteX15748" y="connsiteY15748"/>
                </a:cxn>
                <a:cxn ang="0">
                  <a:pos x="connsiteX15749" y="connsiteY15749"/>
                </a:cxn>
                <a:cxn ang="0">
                  <a:pos x="connsiteX15750" y="connsiteY15750"/>
                </a:cxn>
                <a:cxn ang="0">
                  <a:pos x="connsiteX15751" y="connsiteY15751"/>
                </a:cxn>
                <a:cxn ang="0">
                  <a:pos x="connsiteX15752" y="connsiteY15752"/>
                </a:cxn>
                <a:cxn ang="0">
                  <a:pos x="connsiteX15753" y="connsiteY15753"/>
                </a:cxn>
                <a:cxn ang="0">
                  <a:pos x="connsiteX15754" y="connsiteY15754"/>
                </a:cxn>
                <a:cxn ang="0">
                  <a:pos x="connsiteX15755" y="connsiteY15755"/>
                </a:cxn>
                <a:cxn ang="0">
                  <a:pos x="connsiteX15756" y="connsiteY15756"/>
                </a:cxn>
                <a:cxn ang="0">
                  <a:pos x="connsiteX15757" y="connsiteY15757"/>
                </a:cxn>
                <a:cxn ang="0">
                  <a:pos x="connsiteX15758" y="connsiteY15758"/>
                </a:cxn>
                <a:cxn ang="0">
                  <a:pos x="connsiteX15759" y="connsiteY15759"/>
                </a:cxn>
                <a:cxn ang="0">
                  <a:pos x="connsiteX15760" y="connsiteY15760"/>
                </a:cxn>
                <a:cxn ang="0">
                  <a:pos x="connsiteX15761" y="connsiteY15761"/>
                </a:cxn>
                <a:cxn ang="0">
                  <a:pos x="connsiteX15762" y="connsiteY15762"/>
                </a:cxn>
                <a:cxn ang="0">
                  <a:pos x="connsiteX15763" y="connsiteY15763"/>
                </a:cxn>
                <a:cxn ang="0">
                  <a:pos x="connsiteX15764" y="connsiteY15764"/>
                </a:cxn>
                <a:cxn ang="0">
                  <a:pos x="connsiteX15765" y="connsiteY15765"/>
                </a:cxn>
                <a:cxn ang="0">
                  <a:pos x="connsiteX15766" y="connsiteY15766"/>
                </a:cxn>
                <a:cxn ang="0">
                  <a:pos x="connsiteX15767" y="connsiteY15767"/>
                </a:cxn>
                <a:cxn ang="0">
                  <a:pos x="connsiteX15768" y="connsiteY15768"/>
                </a:cxn>
                <a:cxn ang="0">
                  <a:pos x="connsiteX15769" y="connsiteY15769"/>
                </a:cxn>
                <a:cxn ang="0">
                  <a:pos x="connsiteX15770" y="connsiteY15770"/>
                </a:cxn>
                <a:cxn ang="0">
                  <a:pos x="connsiteX15771" y="connsiteY15771"/>
                </a:cxn>
                <a:cxn ang="0">
                  <a:pos x="connsiteX15772" y="connsiteY15772"/>
                </a:cxn>
                <a:cxn ang="0">
                  <a:pos x="connsiteX15773" y="connsiteY15773"/>
                </a:cxn>
                <a:cxn ang="0">
                  <a:pos x="connsiteX15774" y="connsiteY15774"/>
                </a:cxn>
                <a:cxn ang="0">
                  <a:pos x="connsiteX15775" y="connsiteY15775"/>
                </a:cxn>
                <a:cxn ang="0">
                  <a:pos x="connsiteX15776" y="connsiteY15776"/>
                </a:cxn>
                <a:cxn ang="0">
                  <a:pos x="connsiteX15777" y="connsiteY15777"/>
                </a:cxn>
                <a:cxn ang="0">
                  <a:pos x="connsiteX15778" y="connsiteY15778"/>
                </a:cxn>
                <a:cxn ang="0">
                  <a:pos x="connsiteX15779" y="connsiteY15779"/>
                </a:cxn>
                <a:cxn ang="0">
                  <a:pos x="connsiteX15780" y="connsiteY15780"/>
                </a:cxn>
                <a:cxn ang="0">
                  <a:pos x="connsiteX15781" y="connsiteY15781"/>
                </a:cxn>
                <a:cxn ang="0">
                  <a:pos x="connsiteX15782" y="connsiteY15782"/>
                </a:cxn>
                <a:cxn ang="0">
                  <a:pos x="connsiteX15783" y="connsiteY15783"/>
                </a:cxn>
                <a:cxn ang="0">
                  <a:pos x="connsiteX15784" y="connsiteY15784"/>
                </a:cxn>
                <a:cxn ang="0">
                  <a:pos x="connsiteX15785" y="connsiteY15785"/>
                </a:cxn>
                <a:cxn ang="0">
                  <a:pos x="connsiteX15786" y="connsiteY15786"/>
                </a:cxn>
                <a:cxn ang="0">
                  <a:pos x="connsiteX15787" y="connsiteY15787"/>
                </a:cxn>
                <a:cxn ang="0">
                  <a:pos x="connsiteX15788" y="connsiteY15788"/>
                </a:cxn>
                <a:cxn ang="0">
                  <a:pos x="connsiteX15789" y="connsiteY15789"/>
                </a:cxn>
                <a:cxn ang="0">
                  <a:pos x="connsiteX15790" y="connsiteY15790"/>
                </a:cxn>
                <a:cxn ang="0">
                  <a:pos x="connsiteX15791" y="connsiteY15791"/>
                </a:cxn>
                <a:cxn ang="0">
                  <a:pos x="connsiteX15792" y="connsiteY15792"/>
                </a:cxn>
                <a:cxn ang="0">
                  <a:pos x="connsiteX15793" y="connsiteY15793"/>
                </a:cxn>
                <a:cxn ang="0">
                  <a:pos x="connsiteX15794" y="connsiteY15794"/>
                </a:cxn>
                <a:cxn ang="0">
                  <a:pos x="connsiteX15795" y="connsiteY15795"/>
                </a:cxn>
                <a:cxn ang="0">
                  <a:pos x="connsiteX15796" y="connsiteY15796"/>
                </a:cxn>
                <a:cxn ang="0">
                  <a:pos x="connsiteX15797" y="connsiteY15797"/>
                </a:cxn>
                <a:cxn ang="0">
                  <a:pos x="connsiteX15798" y="connsiteY15798"/>
                </a:cxn>
                <a:cxn ang="0">
                  <a:pos x="connsiteX15799" y="connsiteY15799"/>
                </a:cxn>
                <a:cxn ang="0">
                  <a:pos x="connsiteX15800" y="connsiteY15800"/>
                </a:cxn>
                <a:cxn ang="0">
                  <a:pos x="connsiteX15801" y="connsiteY15801"/>
                </a:cxn>
                <a:cxn ang="0">
                  <a:pos x="connsiteX15802" y="connsiteY15802"/>
                </a:cxn>
                <a:cxn ang="0">
                  <a:pos x="connsiteX15803" y="connsiteY15803"/>
                </a:cxn>
                <a:cxn ang="0">
                  <a:pos x="connsiteX15804" y="connsiteY15804"/>
                </a:cxn>
                <a:cxn ang="0">
                  <a:pos x="connsiteX15805" y="connsiteY15805"/>
                </a:cxn>
                <a:cxn ang="0">
                  <a:pos x="connsiteX15806" y="connsiteY15806"/>
                </a:cxn>
                <a:cxn ang="0">
                  <a:pos x="connsiteX15807" y="connsiteY15807"/>
                </a:cxn>
                <a:cxn ang="0">
                  <a:pos x="connsiteX15808" y="connsiteY15808"/>
                </a:cxn>
                <a:cxn ang="0">
                  <a:pos x="connsiteX15809" y="connsiteY15809"/>
                </a:cxn>
                <a:cxn ang="0">
                  <a:pos x="connsiteX15810" y="connsiteY15810"/>
                </a:cxn>
                <a:cxn ang="0">
                  <a:pos x="connsiteX15811" y="connsiteY15811"/>
                </a:cxn>
                <a:cxn ang="0">
                  <a:pos x="connsiteX15812" y="connsiteY15812"/>
                </a:cxn>
                <a:cxn ang="0">
                  <a:pos x="connsiteX15813" y="connsiteY15813"/>
                </a:cxn>
                <a:cxn ang="0">
                  <a:pos x="connsiteX15814" y="connsiteY15814"/>
                </a:cxn>
                <a:cxn ang="0">
                  <a:pos x="connsiteX15815" y="connsiteY15815"/>
                </a:cxn>
                <a:cxn ang="0">
                  <a:pos x="connsiteX15816" y="connsiteY15816"/>
                </a:cxn>
                <a:cxn ang="0">
                  <a:pos x="connsiteX15817" y="connsiteY15817"/>
                </a:cxn>
                <a:cxn ang="0">
                  <a:pos x="connsiteX15818" y="connsiteY15818"/>
                </a:cxn>
                <a:cxn ang="0">
                  <a:pos x="connsiteX15819" y="connsiteY15819"/>
                </a:cxn>
                <a:cxn ang="0">
                  <a:pos x="connsiteX15820" y="connsiteY15820"/>
                </a:cxn>
                <a:cxn ang="0">
                  <a:pos x="connsiteX15821" y="connsiteY15821"/>
                </a:cxn>
                <a:cxn ang="0">
                  <a:pos x="connsiteX15822" y="connsiteY15822"/>
                </a:cxn>
                <a:cxn ang="0">
                  <a:pos x="connsiteX15823" y="connsiteY15823"/>
                </a:cxn>
                <a:cxn ang="0">
                  <a:pos x="connsiteX15824" y="connsiteY15824"/>
                </a:cxn>
                <a:cxn ang="0">
                  <a:pos x="connsiteX15825" y="connsiteY15825"/>
                </a:cxn>
                <a:cxn ang="0">
                  <a:pos x="connsiteX15826" y="connsiteY15826"/>
                </a:cxn>
                <a:cxn ang="0">
                  <a:pos x="connsiteX15827" y="connsiteY15827"/>
                </a:cxn>
                <a:cxn ang="0">
                  <a:pos x="connsiteX15828" y="connsiteY15828"/>
                </a:cxn>
                <a:cxn ang="0">
                  <a:pos x="connsiteX15829" y="connsiteY15829"/>
                </a:cxn>
                <a:cxn ang="0">
                  <a:pos x="connsiteX15830" y="connsiteY15830"/>
                </a:cxn>
                <a:cxn ang="0">
                  <a:pos x="connsiteX15831" y="connsiteY15831"/>
                </a:cxn>
                <a:cxn ang="0">
                  <a:pos x="connsiteX15832" y="connsiteY15832"/>
                </a:cxn>
                <a:cxn ang="0">
                  <a:pos x="connsiteX15833" y="connsiteY15833"/>
                </a:cxn>
                <a:cxn ang="0">
                  <a:pos x="connsiteX15834" y="connsiteY15834"/>
                </a:cxn>
                <a:cxn ang="0">
                  <a:pos x="connsiteX15835" y="connsiteY15835"/>
                </a:cxn>
                <a:cxn ang="0">
                  <a:pos x="connsiteX15836" y="connsiteY15836"/>
                </a:cxn>
                <a:cxn ang="0">
                  <a:pos x="connsiteX15837" y="connsiteY15837"/>
                </a:cxn>
                <a:cxn ang="0">
                  <a:pos x="connsiteX15838" y="connsiteY15838"/>
                </a:cxn>
                <a:cxn ang="0">
                  <a:pos x="connsiteX15839" y="connsiteY15839"/>
                </a:cxn>
                <a:cxn ang="0">
                  <a:pos x="connsiteX15840" y="connsiteY15840"/>
                </a:cxn>
                <a:cxn ang="0">
                  <a:pos x="connsiteX15841" y="connsiteY15841"/>
                </a:cxn>
                <a:cxn ang="0">
                  <a:pos x="connsiteX15842" y="connsiteY15842"/>
                </a:cxn>
                <a:cxn ang="0">
                  <a:pos x="connsiteX15843" y="connsiteY15843"/>
                </a:cxn>
                <a:cxn ang="0">
                  <a:pos x="connsiteX15844" y="connsiteY15844"/>
                </a:cxn>
                <a:cxn ang="0">
                  <a:pos x="connsiteX15845" y="connsiteY15845"/>
                </a:cxn>
                <a:cxn ang="0">
                  <a:pos x="connsiteX15846" y="connsiteY15846"/>
                </a:cxn>
                <a:cxn ang="0">
                  <a:pos x="connsiteX15847" y="connsiteY15847"/>
                </a:cxn>
                <a:cxn ang="0">
                  <a:pos x="connsiteX15848" y="connsiteY15848"/>
                </a:cxn>
                <a:cxn ang="0">
                  <a:pos x="connsiteX15849" y="connsiteY15849"/>
                </a:cxn>
                <a:cxn ang="0">
                  <a:pos x="connsiteX15850" y="connsiteY15850"/>
                </a:cxn>
                <a:cxn ang="0">
                  <a:pos x="connsiteX15851" y="connsiteY15851"/>
                </a:cxn>
                <a:cxn ang="0">
                  <a:pos x="connsiteX15852" y="connsiteY15852"/>
                </a:cxn>
                <a:cxn ang="0">
                  <a:pos x="connsiteX15853" y="connsiteY15853"/>
                </a:cxn>
                <a:cxn ang="0">
                  <a:pos x="connsiteX15854" y="connsiteY15854"/>
                </a:cxn>
                <a:cxn ang="0">
                  <a:pos x="connsiteX15855" y="connsiteY15855"/>
                </a:cxn>
                <a:cxn ang="0">
                  <a:pos x="connsiteX15856" y="connsiteY15856"/>
                </a:cxn>
                <a:cxn ang="0">
                  <a:pos x="connsiteX15857" y="connsiteY15857"/>
                </a:cxn>
                <a:cxn ang="0">
                  <a:pos x="connsiteX15858" y="connsiteY15858"/>
                </a:cxn>
                <a:cxn ang="0">
                  <a:pos x="connsiteX15859" y="connsiteY15859"/>
                </a:cxn>
                <a:cxn ang="0">
                  <a:pos x="connsiteX15860" y="connsiteY15860"/>
                </a:cxn>
                <a:cxn ang="0">
                  <a:pos x="connsiteX15861" y="connsiteY15861"/>
                </a:cxn>
                <a:cxn ang="0">
                  <a:pos x="connsiteX15862" y="connsiteY15862"/>
                </a:cxn>
                <a:cxn ang="0">
                  <a:pos x="connsiteX15863" y="connsiteY15863"/>
                </a:cxn>
                <a:cxn ang="0">
                  <a:pos x="connsiteX15864" y="connsiteY15864"/>
                </a:cxn>
                <a:cxn ang="0">
                  <a:pos x="connsiteX15865" y="connsiteY15865"/>
                </a:cxn>
                <a:cxn ang="0">
                  <a:pos x="connsiteX15866" y="connsiteY15866"/>
                </a:cxn>
                <a:cxn ang="0">
                  <a:pos x="connsiteX15867" y="connsiteY15867"/>
                </a:cxn>
                <a:cxn ang="0">
                  <a:pos x="connsiteX15868" y="connsiteY15868"/>
                </a:cxn>
                <a:cxn ang="0">
                  <a:pos x="connsiteX15869" y="connsiteY15869"/>
                </a:cxn>
                <a:cxn ang="0">
                  <a:pos x="connsiteX15870" y="connsiteY15870"/>
                </a:cxn>
                <a:cxn ang="0">
                  <a:pos x="connsiteX15871" y="connsiteY15871"/>
                </a:cxn>
                <a:cxn ang="0">
                  <a:pos x="connsiteX15872" y="connsiteY15872"/>
                </a:cxn>
                <a:cxn ang="0">
                  <a:pos x="connsiteX15873" y="connsiteY15873"/>
                </a:cxn>
                <a:cxn ang="0">
                  <a:pos x="connsiteX15874" y="connsiteY15874"/>
                </a:cxn>
                <a:cxn ang="0">
                  <a:pos x="connsiteX15875" y="connsiteY15875"/>
                </a:cxn>
                <a:cxn ang="0">
                  <a:pos x="connsiteX15876" y="connsiteY15876"/>
                </a:cxn>
                <a:cxn ang="0">
                  <a:pos x="connsiteX15877" y="connsiteY15877"/>
                </a:cxn>
                <a:cxn ang="0">
                  <a:pos x="connsiteX15878" y="connsiteY15878"/>
                </a:cxn>
                <a:cxn ang="0">
                  <a:pos x="connsiteX15879" y="connsiteY15879"/>
                </a:cxn>
                <a:cxn ang="0">
                  <a:pos x="connsiteX15880" y="connsiteY15880"/>
                </a:cxn>
                <a:cxn ang="0">
                  <a:pos x="connsiteX15881" y="connsiteY15881"/>
                </a:cxn>
                <a:cxn ang="0">
                  <a:pos x="connsiteX15882" y="connsiteY15882"/>
                </a:cxn>
                <a:cxn ang="0">
                  <a:pos x="connsiteX15883" y="connsiteY15883"/>
                </a:cxn>
                <a:cxn ang="0">
                  <a:pos x="connsiteX15884" y="connsiteY15884"/>
                </a:cxn>
                <a:cxn ang="0">
                  <a:pos x="connsiteX15885" y="connsiteY15885"/>
                </a:cxn>
                <a:cxn ang="0">
                  <a:pos x="connsiteX15886" y="connsiteY15886"/>
                </a:cxn>
                <a:cxn ang="0">
                  <a:pos x="connsiteX15887" y="connsiteY15887"/>
                </a:cxn>
                <a:cxn ang="0">
                  <a:pos x="connsiteX15888" y="connsiteY15888"/>
                </a:cxn>
                <a:cxn ang="0">
                  <a:pos x="connsiteX15889" y="connsiteY15889"/>
                </a:cxn>
                <a:cxn ang="0">
                  <a:pos x="connsiteX15890" y="connsiteY15890"/>
                </a:cxn>
                <a:cxn ang="0">
                  <a:pos x="connsiteX15891" y="connsiteY15891"/>
                </a:cxn>
                <a:cxn ang="0">
                  <a:pos x="connsiteX15892" y="connsiteY15892"/>
                </a:cxn>
                <a:cxn ang="0">
                  <a:pos x="connsiteX15893" y="connsiteY15893"/>
                </a:cxn>
                <a:cxn ang="0">
                  <a:pos x="connsiteX15894" y="connsiteY15894"/>
                </a:cxn>
                <a:cxn ang="0">
                  <a:pos x="connsiteX15895" y="connsiteY15895"/>
                </a:cxn>
                <a:cxn ang="0">
                  <a:pos x="connsiteX15896" y="connsiteY15896"/>
                </a:cxn>
                <a:cxn ang="0">
                  <a:pos x="connsiteX15897" y="connsiteY15897"/>
                </a:cxn>
                <a:cxn ang="0">
                  <a:pos x="connsiteX15898" y="connsiteY15898"/>
                </a:cxn>
                <a:cxn ang="0">
                  <a:pos x="connsiteX15899" y="connsiteY15899"/>
                </a:cxn>
                <a:cxn ang="0">
                  <a:pos x="connsiteX15900" y="connsiteY15900"/>
                </a:cxn>
                <a:cxn ang="0">
                  <a:pos x="connsiteX15901" y="connsiteY15901"/>
                </a:cxn>
                <a:cxn ang="0">
                  <a:pos x="connsiteX15902" y="connsiteY15902"/>
                </a:cxn>
                <a:cxn ang="0">
                  <a:pos x="connsiteX15903" y="connsiteY15903"/>
                </a:cxn>
                <a:cxn ang="0">
                  <a:pos x="connsiteX15904" y="connsiteY15904"/>
                </a:cxn>
                <a:cxn ang="0">
                  <a:pos x="connsiteX15905" y="connsiteY15905"/>
                </a:cxn>
                <a:cxn ang="0">
                  <a:pos x="connsiteX15906" y="connsiteY15906"/>
                </a:cxn>
                <a:cxn ang="0">
                  <a:pos x="connsiteX15907" y="connsiteY15907"/>
                </a:cxn>
                <a:cxn ang="0">
                  <a:pos x="connsiteX15908" y="connsiteY15908"/>
                </a:cxn>
                <a:cxn ang="0">
                  <a:pos x="connsiteX15909" y="connsiteY15909"/>
                </a:cxn>
                <a:cxn ang="0">
                  <a:pos x="connsiteX15910" y="connsiteY15910"/>
                </a:cxn>
                <a:cxn ang="0">
                  <a:pos x="connsiteX15911" y="connsiteY15911"/>
                </a:cxn>
                <a:cxn ang="0">
                  <a:pos x="connsiteX15912" y="connsiteY15912"/>
                </a:cxn>
                <a:cxn ang="0">
                  <a:pos x="connsiteX15913" y="connsiteY15913"/>
                </a:cxn>
                <a:cxn ang="0">
                  <a:pos x="connsiteX15914" y="connsiteY15914"/>
                </a:cxn>
                <a:cxn ang="0">
                  <a:pos x="connsiteX15915" y="connsiteY15915"/>
                </a:cxn>
                <a:cxn ang="0">
                  <a:pos x="connsiteX15916" y="connsiteY15916"/>
                </a:cxn>
                <a:cxn ang="0">
                  <a:pos x="connsiteX15917" y="connsiteY15917"/>
                </a:cxn>
                <a:cxn ang="0">
                  <a:pos x="connsiteX15918" y="connsiteY15918"/>
                </a:cxn>
                <a:cxn ang="0">
                  <a:pos x="connsiteX15919" y="connsiteY15919"/>
                </a:cxn>
                <a:cxn ang="0">
                  <a:pos x="connsiteX15920" y="connsiteY15920"/>
                </a:cxn>
                <a:cxn ang="0">
                  <a:pos x="connsiteX15921" y="connsiteY15921"/>
                </a:cxn>
                <a:cxn ang="0">
                  <a:pos x="connsiteX15922" y="connsiteY15922"/>
                </a:cxn>
                <a:cxn ang="0">
                  <a:pos x="connsiteX15923" y="connsiteY15923"/>
                </a:cxn>
                <a:cxn ang="0">
                  <a:pos x="connsiteX15924" y="connsiteY15924"/>
                </a:cxn>
                <a:cxn ang="0">
                  <a:pos x="connsiteX15925" y="connsiteY15925"/>
                </a:cxn>
                <a:cxn ang="0">
                  <a:pos x="connsiteX15926" y="connsiteY15926"/>
                </a:cxn>
                <a:cxn ang="0">
                  <a:pos x="connsiteX15927" y="connsiteY15927"/>
                </a:cxn>
                <a:cxn ang="0">
                  <a:pos x="connsiteX15928" y="connsiteY15928"/>
                </a:cxn>
                <a:cxn ang="0">
                  <a:pos x="connsiteX15929" y="connsiteY15929"/>
                </a:cxn>
                <a:cxn ang="0">
                  <a:pos x="connsiteX15930" y="connsiteY15930"/>
                </a:cxn>
                <a:cxn ang="0">
                  <a:pos x="connsiteX15931" y="connsiteY15931"/>
                </a:cxn>
                <a:cxn ang="0">
                  <a:pos x="connsiteX15932" y="connsiteY15932"/>
                </a:cxn>
                <a:cxn ang="0">
                  <a:pos x="connsiteX15933" y="connsiteY15933"/>
                </a:cxn>
                <a:cxn ang="0">
                  <a:pos x="connsiteX15934" y="connsiteY15934"/>
                </a:cxn>
                <a:cxn ang="0">
                  <a:pos x="connsiteX15935" y="connsiteY15935"/>
                </a:cxn>
                <a:cxn ang="0">
                  <a:pos x="connsiteX15936" y="connsiteY15936"/>
                </a:cxn>
                <a:cxn ang="0">
                  <a:pos x="connsiteX15937" y="connsiteY15937"/>
                </a:cxn>
                <a:cxn ang="0">
                  <a:pos x="connsiteX15938" y="connsiteY15938"/>
                </a:cxn>
                <a:cxn ang="0">
                  <a:pos x="connsiteX15939" y="connsiteY15939"/>
                </a:cxn>
                <a:cxn ang="0">
                  <a:pos x="connsiteX15940" y="connsiteY15940"/>
                </a:cxn>
                <a:cxn ang="0">
                  <a:pos x="connsiteX15941" y="connsiteY15941"/>
                </a:cxn>
                <a:cxn ang="0">
                  <a:pos x="connsiteX15942" y="connsiteY15942"/>
                </a:cxn>
                <a:cxn ang="0">
                  <a:pos x="connsiteX15943" y="connsiteY15943"/>
                </a:cxn>
                <a:cxn ang="0">
                  <a:pos x="connsiteX15944" y="connsiteY15944"/>
                </a:cxn>
                <a:cxn ang="0">
                  <a:pos x="connsiteX15945" y="connsiteY15945"/>
                </a:cxn>
                <a:cxn ang="0">
                  <a:pos x="connsiteX15946" y="connsiteY15946"/>
                </a:cxn>
                <a:cxn ang="0">
                  <a:pos x="connsiteX15947" y="connsiteY15947"/>
                </a:cxn>
                <a:cxn ang="0">
                  <a:pos x="connsiteX15948" y="connsiteY15948"/>
                </a:cxn>
                <a:cxn ang="0">
                  <a:pos x="connsiteX15949" y="connsiteY15949"/>
                </a:cxn>
                <a:cxn ang="0">
                  <a:pos x="connsiteX15950" y="connsiteY15950"/>
                </a:cxn>
                <a:cxn ang="0">
                  <a:pos x="connsiteX15951" y="connsiteY15951"/>
                </a:cxn>
                <a:cxn ang="0">
                  <a:pos x="connsiteX15952" y="connsiteY15952"/>
                </a:cxn>
                <a:cxn ang="0">
                  <a:pos x="connsiteX15953" y="connsiteY15953"/>
                </a:cxn>
                <a:cxn ang="0">
                  <a:pos x="connsiteX15954" y="connsiteY15954"/>
                </a:cxn>
                <a:cxn ang="0">
                  <a:pos x="connsiteX15955" y="connsiteY15955"/>
                </a:cxn>
                <a:cxn ang="0">
                  <a:pos x="connsiteX15956" y="connsiteY15956"/>
                </a:cxn>
                <a:cxn ang="0">
                  <a:pos x="connsiteX15957" y="connsiteY15957"/>
                </a:cxn>
                <a:cxn ang="0">
                  <a:pos x="connsiteX15958" y="connsiteY15958"/>
                </a:cxn>
                <a:cxn ang="0">
                  <a:pos x="connsiteX15959" y="connsiteY15959"/>
                </a:cxn>
                <a:cxn ang="0">
                  <a:pos x="connsiteX15960" y="connsiteY15960"/>
                </a:cxn>
                <a:cxn ang="0">
                  <a:pos x="connsiteX15961" y="connsiteY15961"/>
                </a:cxn>
                <a:cxn ang="0">
                  <a:pos x="connsiteX15962" y="connsiteY15962"/>
                </a:cxn>
                <a:cxn ang="0">
                  <a:pos x="connsiteX15963" y="connsiteY15963"/>
                </a:cxn>
                <a:cxn ang="0">
                  <a:pos x="connsiteX15964" y="connsiteY15964"/>
                </a:cxn>
                <a:cxn ang="0">
                  <a:pos x="connsiteX15965" y="connsiteY15965"/>
                </a:cxn>
                <a:cxn ang="0">
                  <a:pos x="connsiteX15966" y="connsiteY15966"/>
                </a:cxn>
                <a:cxn ang="0">
                  <a:pos x="connsiteX15967" y="connsiteY15967"/>
                </a:cxn>
                <a:cxn ang="0">
                  <a:pos x="connsiteX15968" y="connsiteY15968"/>
                </a:cxn>
                <a:cxn ang="0">
                  <a:pos x="connsiteX15969" y="connsiteY15969"/>
                </a:cxn>
                <a:cxn ang="0">
                  <a:pos x="connsiteX15970" y="connsiteY15970"/>
                </a:cxn>
                <a:cxn ang="0">
                  <a:pos x="connsiteX15971" y="connsiteY15971"/>
                </a:cxn>
                <a:cxn ang="0">
                  <a:pos x="connsiteX15972" y="connsiteY15972"/>
                </a:cxn>
                <a:cxn ang="0">
                  <a:pos x="connsiteX15973" y="connsiteY15973"/>
                </a:cxn>
                <a:cxn ang="0">
                  <a:pos x="connsiteX15974" y="connsiteY15974"/>
                </a:cxn>
                <a:cxn ang="0">
                  <a:pos x="connsiteX15975" y="connsiteY15975"/>
                </a:cxn>
                <a:cxn ang="0">
                  <a:pos x="connsiteX15976" y="connsiteY15976"/>
                </a:cxn>
                <a:cxn ang="0">
                  <a:pos x="connsiteX15977" y="connsiteY15977"/>
                </a:cxn>
                <a:cxn ang="0">
                  <a:pos x="connsiteX15978" y="connsiteY15978"/>
                </a:cxn>
                <a:cxn ang="0">
                  <a:pos x="connsiteX15979" y="connsiteY15979"/>
                </a:cxn>
                <a:cxn ang="0">
                  <a:pos x="connsiteX15980" y="connsiteY15980"/>
                </a:cxn>
                <a:cxn ang="0">
                  <a:pos x="connsiteX15981" y="connsiteY15981"/>
                </a:cxn>
                <a:cxn ang="0">
                  <a:pos x="connsiteX15982" y="connsiteY15982"/>
                </a:cxn>
                <a:cxn ang="0">
                  <a:pos x="connsiteX15983" y="connsiteY15983"/>
                </a:cxn>
                <a:cxn ang="0">
                  <a:pos x="connsiteX15984" y="connsiteY15984"/>
                </a:cxn>
                <a:cxn ang="0">
                  <a:pos x="connsiteX15985" y="connsiteY15985"/>
                </a:cxn>
                <a:cxn ang="0">
                  <a:pos x="connsiteX15986" y="connsiteY15986"/>
                </a:cxn>
                <a:cxn ang="0">
                  <a:pos x="connsiteX15987" y="connsiteY15987"/>
                </a:cxn>
                <a:cxn ang="0">
                  <a:pos x="connsiteX15988" y="connsiteY15988"/>
                </a:cxn>
                <a:cxn ang="0">
                  <a:pos x="connsiteX15989" y="connsiteY15989"/>
                </a:cxn>
                <a:cxn ang="0">
                  <a:pos x="connsiteX15990" y="connsiteY15990"/>
                </a:cxn>
                <a:cxn ang="0">
                  <a:pos x="connsiteX15991" y="connsiteY15991"/>
                </a:cxn>
                <a:cxn ang="0">
                  <a:pos x="connsiteX15992" y="connsiteY15992"/>
                </a:cxn>
                <a:cxn ang="0">
                  <a:pos x="connsiteX15993" y="connsiteY15993"/>
                </a:cxn>
                <a:cxn ang="0">
                  <a:pos x="connsiteX15994" y="connsiteY15994"/>
                </a:cxn>
                <a:cxn ang="0">
                  <a:pos x="connsiteX15995" y="connsiteY15995"/>
                </a:cxn>
                <a:cxn ang="0">
                  <a:pos x="connsiteX15996" y="connsiteY15996"/>
                </a:cxn>
                <a:cxn ang="0">
                  <a:pos x="connsiteX15997" y="connsiteY15997"/>
                </a:cxn>
                <a:cxn ang="0">
                  <a:pos x="connsiteX15998" y="connsiteY15998"/>
                </a:cxn>
                <a:cxn ang="0">
                  <a:pos x="connsiteX15999" y="connsiteY15999"/>
                </a:cxn>
                <a:cxn ang="0">
                  <a:pos x="connsiteX16000" y="connsiteY16000"/>
                </a:cxn>
                <a:cxn ang="0">
                  <a:pos x="connsiteX16001" y="connsiteY16001"/>
                </a:cxn>
                <a:cxn ang="0">
                  <a:pos x="connsiteX16002" y="connsiteY16002"/>
                </a:cxn>
                <a:cxn ang="0">
                  <a:pos x="connsiteX16003" y="connsiteY16003"/>
                </a:cxn>
                <a:cxn ang="0">
                  <a:pos x="connsiteX16004" y="connsiteY16004"/>
                </a:cxn>
                <a:cxn ang="0">
                  <a:pos x="connsiteX16005" y="connsiteY16005"/>
                </a:cxn>
                <a:cxn ang="0">
                  <a:pos x="connsiteX16006" y="connsiteY16006"/>
                </a:cxn>
                <a:cxn ang="0">
                  <a:pos x="connsiteX16007" y="connsiteY16007"/>
                </a:cxn>
                <a:cxn ang="0">
                  <a:pos x="connsiteX16008" y="connsiteY16008"/>
                </a:cxn>
                <a:cxn ang="0">
                  <a:pos x="connsiteX16009" y="connsiteY16009"/>
                </a:cxn>
                <a:cxn ang="0">
                  <a:pos x="connsiteX16010" y="connsiteY16010"/>
                </a:cxn>
                <a:cxn ang="0">
                  <a:pos x="connsiteX16011" y="connsiteY16011"/>
                </a:cxn>
                <a:cxn ang="0">
                  <a:pos x="connsiteX16012" y="connsiteY16012"/>
                </a:cxn>
                <a:cxn ang="0">
                  <a:pos x="connsiteX16013" y="connsiteY16013"/>
                </a:cxn>
                <a:cxn ang="0">
                  <a:pos x="connsiteX16014" y="connsiteY16014"/>
                </a:cxn>
                <a:cxn ang="0">
                  <a:pos x="connsiteX16015" y="connsiteY16015"/>
                </a:cxn>
                <a:cxn ang="0">
                  <a:pos x="connsiteX16016" y="connsiteY16016"/>
                </a:cxn>
                <a:cxn ang="0">
                  <a:pos x="connsiteX16017" y="connsiteY16017"/>
                </a:cxn>
                <a:cxn ang="0">
                  <a:pos x="connsiteX16018" y="connsiteY16018"/>
                </a:cxn>
                <a:cxn ang="0">
                  <a:pos x="connsiteX16019" y="connsiteY16019"/>
                </a:cxn>
                <a:cxn ang="0">
                  <a:pos x="connsiteX16020" y="connsiteY16020"/>
                </a:cxn>
                <a:cxn ang="0">
                  <a:pos x="connsiteX16021" y="connsiteY16021"/>
                </a:cxn>
                <a:cxn ang="0">
                  <a:pos x="connsiteX16022" y="connsiteY16022"/>
                </a:cxn>
                <a:cxn ang="0">
                  <a:pos x="connsiteX16023" y="connsiteY16023"/>
                </a:cxn>
                <a:cxn ang="0">
                  <a:pos x="connsiteX16024" y="connsiteY16024"/>
                </a:cxn>
                <a:cxn ang="0">
                  <a:pos x="connsiteX16025" y="connsiteY16025"/>
                </a:cxn>
                <a:cxn ang="0">
                  <a:pos x="connsiteX16026" y="connsiteY16026"/>
                </a:cxn>
                <a:cxn ang="0">
                  <a:pos x="connsiteX16027" y="connsiteY16027"/>
                </a:cxn>
                <a:cxn ang="0">
                  <a:pos x="connsiteX16028" y="connsiteY16028"/>
                </a:cxn>
                <a:cxn ang="0">
                  <a:pos x="connsiteX16029" y="connsiteY16029"/>
                </a:cxn>
                <a:cxn ang="0">
                  <a:pos x="connsiteX16030" y="connsiteY16030"/>
                </a:cxn>
                <a:cxn ang="0">
                  <a:pos x="connsiteX16031" y="connsiteY16031"/>
                </a:cxn>
                <a:cxn ang="0">
                  <a:pos x="connsiteX16032" y="connsiteY16032"/>
                </a:cxn>
                <a:cxn ang="0">
                  <a:pos x="connsiteX16033" y="connsiteY16033"/>
                </a:cxn>
                <a:cxn ang="0">
                  <a:pos x="connsiteX16034" y="connsiteY16034"/>
                </a:cxn>
                <a:cxn ang="0">
                  <a:pos x="connsiteX16035" y="connsiteY16035"/>
                </a:cxn>
                <a:cxn ang="0">
                  <a:pos x="connsiteX16036" y="connsiteY16036"/>
                </a:cxn>
                <a:cxn ang="0">
                  <a:pos x="connsiteX16037" y="connsiteY16037"/>
                </a:cxn>
                <a:cxn ang="0">
                  <a:pos x="connsiteX16038" y="connsiteY16038"/>
                </a:cxn>
                <a:cxn ang="0">
                  <a:pos x="connsiteX16039" y="connsiteY16039"/>
                </a:cxn>
                <a:cxn ang="0">
                  <a:pos x="connsiteX16040" y="connsiteY16040"/>
                </a:cxn>
                <a:cxn ang="0">
                  <a:pos x="connsiteX16041" y="connsiteY16041"/>
                </a:cxn>
                <a:cxn ang="0">
                  <a:pos x="connsiteX16042" y="connsiteY16042"/>
                </a:cxn>
                <a:cxn ang="0">
                  <a:pos x="connsiteX16043" y="connsiteY16043"/>
                </a:cxn>
                <a:cxn ang="0">
                  <a:pos x="connsiteX16044" y="connsiteY16044"/>
                </a:cxn>
                <a:cxn ang="0">
                  <a:pos x="connsiteX16045" y="connsiteY16045"/>
                </a:cxn>
                <a:cxn ang="0">
                  <a:pos x="connsiteX16046" y="connsiteY16046"/>
                </a:cxn>
                <a:cxn ang="0">
                  <a:pos x="connsiteX16047" y="connsiteY16047"/>
                </a:cxn>
                <a:cxn ang="0">
                  <a:pos x="connsiteX16048" y="connsiteY16048"/>
                </a:cxn>
                <a:cxn ang="0">
                  <a:pos x="connsiteX16049" y="connsiteY16049"/>
                </a:cxn>
                <a:cxn ang="0">
                  <a:pos x="connsiteX16050" y="connsiteY16050"/>
                </a:cxn>
                <a:cxn ang="0">
                  <a:pos x="connsiteX16051" y="connsiteY16051"/>
                </a:cxn>
                <a:cxn ang="0">
                  <a:pos x="connsiteX16052" y="connsiteY16052"/>
                </a:cxn>
                <a:cxn ang="0">
                  <a:pos x="connsiteX16053" y="connsiteY16053"/>
                </a:cxn>
                <a:cxn ang="0">
                  <a:pos x="connsiteX16054" y="connsiteY16054"/>
                </a:cxn>
                <a:cxn ang="0">
                  <a:pos x="connsiteX16055" y="connsiteY16055"/>
                </a:cxn>
                <a:cxn ang="0">
                  <a:pos x="connsiteX16056" y="connsiteY16056"/>
                </a:cxn>
                <a:cxn ang="0">
                  <a:pos x="connsiteX16057" y="connsiteY16057"/>
                </a:cxn>
                <a:cxn ang="0">
                  <a:pos x="connsiteX16058" y="connsiteY16058"/>
                </a:cxn>
                <a:cxn ang="0">
                  <a:pos x="connsiteX16059" y="connsiteY16059"/>
                </a:cxn>
                <a:cxn ang="0">
                  <a:pos x="connsiteX16060" y="connsiteY16060"/>
                </a:cxn>
                <a:cxn ang="0">
                  <a:pos x="connsiteX16061" y="connsiteY16061"/>
                </a:cxn>
                <a:cxn ang="0">
                  <a:pos x="connsiteX16062" y="connsiteY16062"/>
                </a:cxn>
                <a:cxn ang="0">
                  <a:pos x="connsiteX16063" y="connsiteY16063"/>
                </a:cxn>
                <a:cxn ang="0">
                  <a:pos x="connsiteX16064" y="connsiteY16064"/>
                </a:cxn>
                <a:cxn ang="0">
                  <a:pos x="connsiteX16065" y="connsiteY16065"/>
                </a:cxn>
                <a:cxn ang="0">
                  <a:pos x="connsiteX16066" y="connsiteY16066"/>
                </a:cxn>
                <a:cxn ang="0">
                  <a:pos x="connsiteX16067" y="connsiteY16067"/>
                </a:cxn>
                <a:cxn ang="0">
                  <a:pos x="connsiteX16068" y="connsiteY16068"/>
                </a:cxn>
                <a:cxn ang="0">
                  <a:pos x="connsiteX16069" y="connsiteY16069"/>
                </a:cxn>
                <a:cxn ang="0">
                  <a:pos x="connsiteX16070" y="connsiteY16070"/>
                </a:cxn>
                <a:cxn ang="0">
                  <a:pos x="connsiteX16071" y="connsiteY16071"/>
                </a:cxn>
                <a:cxn ang="0">
                  <a:pos x="connsiteX16072" y="connsiteY16072"/>
                </a:cxn>
                <a:cxn ang="0">
                  <a:pos x="connsiteX16073" y="connsiteY16073"/>
                </a:cxn>
                <a:cxn ang="0">
                  <a:pos x="connsiteX16074" y="connsiteY16074"/>
                </a:cxn>
                <a:cxn ang="0">
                  <a:pos x="connsiteX16075" y="connsiteY16075"/>
                </a:cxn>
                <a:cxn ang="0">
                  <a:pos x="connsiteX16076" y="connsiteY16076"/>
                </a:cxn>
                <a:cxn ang="0">
                  <a:pos x="connsiteX16077" y="connsiteY16077"/>
                </a:cxn>
                <a:cxn ang="0">
                  <a:pos x="connsiteX16078" y="connsiteY16078"/>
                </a:cxn>
                <a:cxn ang="0">
                  <a:pos x="connsiteX16079" y="connsiteY16079"/>
                </a:cxn>
                <a:cxn ang="0">
                  <a:pos x="connsiteX16080" y="connsiteY16080"/>
                </a:cxn>
                <a:cxn ang="0">
                  <a:pos x="connsiteX16081" y="connsiteY16081"/>
                </a:cxn>
                <a:cxn ang="0">
                  <a:pos x="connsiteX16082" y="connsiteY16082"/>
                </a:cxn>
                <a:cxn ang="0">
                  <a:pos x="connsiteX16083" y="connsiteY16083"/>
                </a:cxn>
                <a:cxn ang="0">
                  <a:pos x="connsiteX16084" y="connsiteY16084"/>
                </a:cxn>
                <a:cxn ang="0">
                  <a:pos x="connsiteX16085" y="connsiteY16085"/>
                </a:cxn>
                <a:cxn ang="0">
                  <a:pos x="connsiteX16086" y="connsiteY16086"/>
                </a:cxn>
                <a:cxn ang="0">
                  <a:pos x="connsiteX16087" y="connsiteY16087"/>
                </a:cxn>
                <a:cxn ang="0">
                  <a:pos x="connsiteX16088" y="connsiteY16088"/>
                </a:cxn>
                <a:cxn ang="0">
                  <a:pos x="connsiteX16089" y="connsiteY16089"/>
                </a:cxn>
                <a:cxn ang="0">
                  <a:pos x="connsiteX16090" y="connsiteY16090"/>
                </a:cxn>
                <a:cxn ang="0">
                  <a:pos x="connsiteX16091" y="connsiteY16091"/>
                </a:cxn>
                <a:cxn ang="0">
                  <a:pos x="connsiteX16092" y="connsiteY16092"/>
                </a:cxn>
                <a:cxn ang="0">
                  <a:pos x="connsiteX16093" y="connsiteY16093"/>
                </a:cxn>
                <a:cxn ang="0">
                  <a:pos x="connsiteX16094" y="connsiteY16094"/>
                </a:cxn>
                <a:cxn ang="0">
                  <a:pos x="connsiteX16095" y="connsiteY16095"/>
                </a:cxn>
                <a:cxn ang="0">
                  <a:pos x="connsiteX16096" y="connsiteY16096"/>
                </a:cxn>
                <a:cxn ang="0">
                  <a:pos x="connsiteX16097" y="connsiteY16097"/>
                </a:cxn>
                <a:cxn ang="0">
                  <a:pos x="connsiteX16098" y="connsiteY16098"/>
                </a:cxn>
                <a:cxn ang="0">
                  <a:pos x="connsiteX16099" y="connsiteY16099"/>
                </a:cxn>
                <a:cxn ang="0">
                  <a:pos x="connsiteX16100" y="connsiteY16100"/>
                </a:cxn>
                <a:cxn ang="0">
                  <a:pos x="connsiteX16101" y="connsiteY16101"/>
                </a:cxn>
                <a:cxn ang="0">
                  <a:pos x="connsiteX16102" y="connsiteY16102"/>
                </a:cxn>
                <a:cxn ang="0">
                  <a:pos x="connsiteX16103" y="connsiteY16103"/>
                </a:cxn>
                <a:cxn ang="0">
                  <a:pos x="connsiteX16104" y="connsiteY16104"/>
                </a:cxn>
                <a:cxn ang="0">
                  <a:pos x="connsiteX16105" y="connsiteY16105"/>
                </a:cxn>
                <a:cxn ang="0">
                  <a:pos x="connsiteX16106" y="connsiteY16106"/>
                </a:cxn>
                <a:cxn ang="0">
                  <a:pos x="connsiteX16107" y="connsiteY16107"/>
                </a:cxn>
                <a:cxn ang="0">
                  <a:pos x="connsiteX16108" y="connsiteY16108"/>
                </a:cxn>
                <a:cxn ang="0">
                  <a:pos x="connsiteX16109" y="connsiteY16109"/>
                </a:cxn>
                <a:cxn ang="0">
                  <a:pos x="connsiteX16110" y="connsiteY16110"/>
                </a:cxn>
                <a:cxn ang="0">
                  <a:pos x="connsiteX16111" y="connsiteY16111"/>
                </a:cxn>
                <a:cxn ang="0">
                  <a:pos x="connsiteX16112" y="connsiteY16112"/>
                </a:cxn>
                <a:cxn ang="0">
                  <a:pos x="connsiteX16113" y="connsiteY16113"/>
                </a:cxn>
                <a:cxn ang="0">
                  <a:pos x="connsiteX16114" y="connsiteY16114"/>
                </a:cxn>
                <a:cxn ang="0">
                  <a:pos x="connsiteX16115" y="connsiteY16115"/>
                </a:cxn>
                <a:cxn ang="0">
                  <a:pos x="connsiteX16116" y="connsiteY16116"/>
                </a:cxn>
                <a:cxn ang="0">
                  <a:pos x="connsiteX16117" y="connsiteY16117"/>
                </a:cxn>
                <a:cxn ang="0">
                  <a:pos x="connsiteX16118" y="connsiteY16118"/>
                </a:cxn>
                <a:cxn ang="0">
                  <a:pos x="connsiteX16119" y="connsiteY16119"/>
                </a:cxn>
                <a:cxn ang="0">
                  <a:pos x="connsiteX16120" y="connsiteY16120"/>
                </a:cxn>
                <a:cxn ang="0">
                  <a:pos x="connsiteX16121" y="connsiteY16121"/>
                </a:cxn>
                <a:cxn ang="0">
                  <a:pos x="connsiteX16122" y="connsiteY16122"/>
                </a:cxn>
                <a:cxn ang="0">
                  <a:pos x="connsiteX16123" y="connsiteY16123"/>
                </a:cxn>
                <a:cxn ang="0">
                  <a:pos x="connsiteX16124" y="connsiteY16124"/>
                </a:cxn>
                <a:cxn ang="0">
                  <a:pos x="connsiteX16125" y="connsiteY16125"/>
                </a:cxn>
                <a:cxn ang="0">
                  <a:pos x="connsiteX16126" y="connsiteY16126"/>
                </a:cxn>
                <a:cxn ang="0">
                  <a:pos x="connsiteX16127" y="connsiteY16127"/>
                </a:cxn>
                <a:cxn ang="0">
                  <a:pos x="connsiteX16128" y="connsiteY16128"/>
                </a:cxn>
                <a:cxn ang="0">
                  <a:pos x="connsiteX16129" y="connsiteY16129"/>
                </a:cxn>
                <a:cxn ang="0">
                  <a:pos x="connsiteX16130" y="connsiteY16130"/>
                </a:cxn>
                <a:cxn ang="0">
                  <a:pos x="connsiteX16131" y="connsiteY16131"/>
                </a:cxn>
                <a:cxn ang="0">
                  <a:pos x="connsiteX16132" y="connsiteY16132"/>
                </a:cxn>
                <a:cxn ang="0">
                  <a:pos x="connsiteX16133" y="connsiteY16133"/>
                </a:cxn>
                <a:cxn ang="0">
                  <a:pos x="connsiteX16134" y="connsiteY16134"/>
                </a:cxn>
                <a:cxn ang="0">
                  <a:pos x="connsiteX16135" y="connsiteY16135"/>
                </a:cxn>
                <a:cxn ang="0">
                  <a:pos x="connsiteX16136" y="connsiteY16136"/>
                </a:cxn>
                <a:cxn ang="0">
                  <a:pos x="connsiteX16137" y="connsiteY16137"/>
                </a:cxn>
                <a:cxn ang="0">
                  <a:pos x="connsiteX16138" y="connsiteY16138"/>
                </a:cxn>
                <a:cxn ang="0">
                  <a:pos x="connsiteX16139" y="connsiteY16139"/>
                </a:cxn>
                <a:cxn ang="0">
                  <a:pos x="connsiteX16140" y="connsiteY16140"/>
                </a:cxn>
                <a:cxn ang="0">
                  <a:pos x="connsiteX16141" y="connsiteY16141"/>
                </a:cxn>
                <a:cxn ang="0">
                  <a:pos x="connsiteX16142" y="connsiteY16142"/>
                </a:cxn>
                <a:cxn ang="0">
                  <a:pos x="connsiteX16143" y="connsiteY16143"/>
                </a:cxn>
                <a:cxn ang="0">
                  <a:pos x="connsiteX16144" y="connsiteY16144"/>
                </a:cxn>
                <a:cxn ang="0">
                  <a:pos x="connsiteX16145" y="connsiteY16145"/>
                </a:cxn>
                <a:cxn ang="0">
                  <a:pos x="connsiteX16146" y="connsiteY16146"/>
                </a:cxn>
                <a:cxn ang="0">
                  <a:pos x="connsiteX16147" y="connsiteY16147"/>
                </a:cxn>
                <a:cxn ang="0">
                  <a:pos x="connsiteX16148" y="connsiteY16148"/>
                </a:cxn>
                <a:cxn ang="0">
                  <a:pos x="connsiteX16149" y="connsiteY16149"/>
                </a:cxn>
                <a:cxn ang="0">
                  <a:pos x="connsiteX16150" y="connsiteY16150"/>
                </a:cxn>
                <a:cxn ang="0">
                  <a:pos x="connsiteX16151" y="connsiteY16151"/>
                </a:cxn>
                <a:cxn ang="0">
                  <a:pos x="connsiteX16152" y="connsiteY16152"/>
                </a:cxn>
                <a:cxn ang="0">
                  <a:pos x="connsiteX16153" y="connsiteY16153"/>
                </a:cxn>
                <a:cxn ang="0">
                  <a:pos x="connsiteX16154" y="connsiteY16154"/>
                </a:cxn>
                <a:cxn ang="0">
                  <a:pos x="connsiteX16155" y="connsiteY16155"/>
                </a:cxn>
                <a:cxn ang="0">
                  <a:pos x="connsiteX16156" y="connsiteY16156"/>
                </a:cxn>
                <a:cxn ang="0">
                  <a:pos x="connsiteX16157" y="connsiteY16157"/>
                </a:cxn>
                <a:cxn ang="0">
                  <a:pos x="connsiteX16158" y="connsiteY16158"/>
                </a:cxn>
                <a:cxn ang="0">
                  <a:pos x="connsiteX16159" y="connsiteY16159"/>
                </a:cxn>
                <a:cxn ang="0">
                  <a:pos x="connsiteX16160" y="connsiteY16160"/>
                </a:cxn>
                <a:cxn ang="0">
                  <a:pos x="connsiteX16161" y="connsiteY16161"/>
                </a:cxn>
                <a:cxn ang="0">
                  <a:pos x="connsiteX16162" y="connsiteY16162"/>
                </a:cxn>
                <a:cxn ang="0">
                  <a:pos x="connsiteX16163" y="connsiteY16163"/>
                </a:cxn>
                <a:cxn ang="0">
                  <a:pos x="connsiteX16164" y="connsiteY16164"/>
                </a:cxn>
                <a:cxn ang="0">
                  <a:pos x="connsiteX16165" y="connsiteY16165"/>
                </a:cxn>
                <a:cxn ang="0">
                  <a:pos x="connsiteX16166" y="connsiteY16166"/>
                </a:cxn>
                <a:cxn ang="0">
                  <a:pos x="connsiteX16167" y="connsiteY16167"/>
                </a:cxn>
                <a:cxn ang="0">
                  <a:pos x="connsiteX16168" y="connsiteY16168"/>
                </a:cxn>
                <a:cxn ang="0">
                  <a:pos x="connsiteX16169" y="connsiteY16169"/>
                </a:cxn>
                <a:cxn ang="0">
                  <a:pos x="connsiteX16170" y="connsiteY16170"/>
                </a:cxn>
                <a:cxn ang="0">
                  <a:pos x="connsiteX16171" y="connsiteY16171"/>
                </a:cxn>
                <a:cxn ang="0">
                  <a:pos x="connsiteX16172" y="connsiteY16172"/>
                </a:cxn>
                <a:cxn ang="0">
                  <a:pos x="connsiteX16173" y="connsiteY16173"/>
                </a:cxn>
                <a:cxn ang="0">
                  <a:pos x="connsiteX16174" y="connsiteY16174"/>
                </a:cxn>
                <a:cxn ang="0">
                  <a:pos x="connsiteX16175" y="connsiteY16175"/>
                </a:cxn>
                <a:cxn ang="0">
                  <a:pos x="connsiteX16176" y="connsiteY16176"/>
                </a:cxn>
                <a:cxn ang="0">
                  <a:pos x="connsiteX16177" y="connsiteY16177"/>
                </a:cxn>
                <a:cxn ang="0">
                  <a:pos x="connsiteX16178" y="connsiteY16178"/>
                </a:cxn>
                <a:cxn ang="0">
                  <a:pos x="connsiteX16179" y="connsiteY16179"/>
                </a:cxn>
                <a:cxn ang="0">
                  <a:pos x="connsiteX16180" y="connsiteY16180"/>
                </a:cxn>
                <a:cxn ang="0">
                  <a:pos x="connsiteX16181" y="connsiteY16181"/>
                </a:cxn>
                <a:cxn ang="0">
                  <a:pos x="connsiteX16182" y="connsiteY16182"/>
                </a:cxn>
                <a:cxn ang="0">
                  <a:pos x="connsiteX16183" y="connsiteY16183"/>
                </a:cxn>
                <a:cxn ang="0">
                  <a:pos x="connsiteX16184" y="connsiteY16184"/>
                </a:cxn>
                <a:cxn ang="0">
                  <a:pos x="connsiteX16185" y="connsiteY16185"/>
                </a:cxn>
                <a:cxn ang="0">
                  <a:pos x="connsiteX16186" y="connsiteY16186"/>
                </a:cxn>
                <a:cxn ang="0">
                  <a:pos x="connsiteX16187" y="connsiteY16187"/>
                </a:cxn>
                <a:cxn ang="0">
                  <a:pos x="connsiteX16188" y="connsiteY16188"/>
                </a:cxn>
                <a:cxn ang="0">
                  <a:pos x="connsiteX16189" y="connsiteY16189"/>
                </a:cxn>
                <a:cxn ang="0">
                  <a:pos x="connsiteX16190" y="connsiteY16190"/>
                </a:cxn>
                <a:cxn ang="0">
                  <a:pos x="connsiteX16191" y="connsiteY16191"/>
                </a:cxn>
                <a:cxn ang="0">
                  <a:pos x="connsiteX16192" y="connsiteY16192"/>
                </a:cxn>
                <a:cxn ang="0">
                  <a:pos x="connsiteX16193" y="connsiteY16193"/>
                </a:cxn>
                <a:cxn ang="0">
                  <a:pos x="connsiteX16194" y="connsiteY16194"/>
                </a:cxn>
                <a:cxn ang="0">
                  <a:pos x="connsiteX16195" y="connsiteY16195"/>
                </a:cxn>
                <a:cxn ang="0">
                  <a:pos x="connsiteX16196" y="connsiteY16196"/>
                </a:cxn>
                <a:cxn ang="0">
                  <a:pos x="connsiteX16197" y="connsiteY16197"/>
                </a:cxn>
                <a:cxn ang="0">
                  <a:pos x="connsiteX16198" y="connsiteY16198"/>
                </a:cxn>
                <a:cxn ang="0">
                  <a:pos x="connsiteX16199" y="connsiteY16199"/>
                </a:cxn>
                <a:cxn ang="0">
                  <a:pos x="connsiteX16200" y="connsiteY16200"/>
                </a:cxn>
                <a:cxn ang="0">
                  <a:pos x="connsiteX16201" y="connsiteY16201"/>
                </a:cxn>
                <a:cxn ang="0">
                  <a:pos x="connsiteX16202" y="connsiteY16202"/>
                </a:cxn>
                <a:cxn ang="0">
                  <a:pos x="connsiteX16203" y="connsiteY16203"/>
                </a:cxn>
                <a:cxn ang="0">
                  <a:pos x="connsiteX16204" y="connsiteY16204"/>
                </a:cxn>
                <a:cxn ang="0">
                  <a:pos x="connsiteX16205" y="connsiteY16205"/>
                </a:cxn>
                <a:cxn ang="0">
                  <a:pos x="connsiteX16206" y="connsiteY16206"/>
                </a:cxn>
                <a:cxn ang="0">
                  <a:pos x="connsiteX16207" y="connsiteY16207"/>
                </a:cxn>
                <a:cxn ang="0">
                  <a:pos x="connsiteX16208" y="connsiteY16208"/>
                </a:cxn>
                <a:cxn ang="0">
                  <a:pos x="connsiteX16209" y="connsiteY16209"/>
                </a:cxn>
                <a:cxn ang="0">
                  <a:pos x="connsiteX16210" y="connsiteY16210"/>
                </a:cxn>
                <a:cxn ang="0">
                  <a:pos x="connsiteX16211" y="connsiteY16211"/>
                </a:cxn>
                <a:cxn ang="0">
                  <a:pos x="connsiteX16212" y="connsiteY16212"/>
                </a:cxn>
                <a:cxn ang="0">
                  <a:pos x="connsiteX16213" y="connsiteY16213"/>
                </a:cxn>
                <a:cxn ang="0">
                  <a:pos x="connsiteX16214" y="connsiteY16214"/>
                </a:cxn>
                <a:cxn ang="0">
                  <a:pos x="connsiteX16215" y="connsiteY16215"/>
                </a:cxn>
                <a:cxn ang="0">
                  <a:pos x="connsiteX16216" y="connsiteY16216"/>
                </a:cxn>
                <a:cxn ang="0">
                  <a:pos x="connsiteX16217" y="connsiteY16217"/>
                </a:cxn>
                <a:cxn ang="0">
                  <a:pos x="connsiteX16218" y="connsiteY16218"/>
                </a:cxn>
                <a:cxn ang="0">
                  <a:pos x="connsiteX16219" y="connsiteY16219"/>
                </a:cxn>
                <a:cxn ang="0">
                  <a:pos x="connsiteX16220" y="connsiteY16220"/>
                </a:cxn>
                <a:cxn ang="0">
                  <a:pos x="connsiteX16221" y="connsiteY16221"/>
                </a:cxn>
                <a:cxn ang="0">
                  <a:pos x="connsiteX16222" y="connsiteY16222"/>
                </a:cxn>
                <a:cxn ang="0">
                  <a:pos x="connsiteX16223" y="connsiteY16223"/>
                </a:cxn>
                <a:cxn ang="0">
                  <a:pos x="connsiteX16224" y="connsiteY16224"/>
                </a:cxn>
                <a:cxn ang="0">
                  <a:pos x="connsiteX16225" y="connsiteY16225"/>
                </a:cxn>
                <a:cxn ang="0">
                  <a:pos x="connsiteX16226" y="connsiteY16226"/>
                </a:cxn>
                <a:cxn ang="0">
                  <a:pos x="connsiteX16227" y="connsiteY16227"/>
                </a:cxn>
                <a:cxn ang="0">
                  <a:pos x="connsiteX16228" y="connsiteY16228"/>
                </a:cxn>
                <a:cxn ang="0">
                  <a:pos x="connsiteX16229" y="connsiteY16229"/>
                </a:cxn>
                <a:cxn ang="0">
                  <a:pos x="connsiteX16230" y="connsiteY16230"/>
                </a:cxn>
                <a:cxn ang="0">
                  <a:pos x="connsiteX16231" y="connsiteY16231"/>
                </a:cxn>
                <a:cxn ang="0">
                  <a:pos x="connsiteX16232" y="connsiteY16232"/>
                </a:cxn>
                <a:cxn ang="0">
                  <a:pos x="connsiteX16233" y="connsiteY16233"/>
                </a:cxn>
                <a:cxn ang="0">
                  <a:pos x="connsiteX16234" y="connsiteY16234"/>
                </a:cxn>
                <a:cxn ang="0">
                  <a:pos x="connsiteX16235" y="connsiteY16235"/>
                </a:cxn>
                <a:cxn ang="0">
                  <a:pos x="connsiteX16236" y="connsiteY16236"/>
                </a:cxn>
                <a:cxn ang="0">
                  <a:pos x="connsiteX16237" y="connsiteY16237"/>
                </a:cxn>
                <a:cxn ang="0">
                  <a:pos x="connsiteX16238" y="connsiteY16238"/>
                </a:cxn>
                <a:cxn ang="0">
                  <a:pos x="connsiteX16239" y="connsiteY16239"/>
                </a:cxn>
                <a:cxn ang="0">
                  <a:pos x="connsiteX16240" y="connsiteY16240"/>
                </a:cxn>
                <a:cxn ang="0">
                  <a:pos x="connsiteX16241" y="connsiteY16241"/>
                </a:cxn>
                <a:cxn ang="0">
                  <a:pos x="connsiteX16242" y="connsiteY16242"/>
                </a:cxn>
                <a:cxn ang="0">
                  <a:pos x="connsiteX16243" y="connsiteY16243"/>
                </a:cxn>
                <a:cxn ang="0">
                  <a:pos x="connsiteX16244" y="connsiteY16244"/>
                </a:cxn>
                <a:cxn ang="0">
                  <a:pos x="connsiteX16245" y="connsiteY16245"/>
                </a:cxn>
                <a:cxn ang="0">
                  <a:pos x="connsiteX16246" y="connsiteY16246"/>
                </a:cxn>
                <a:cxn ang="0">
                  <a:pos x="connsiteX16247" y="connsiteY16247"/>
                </a:cxn>
                <a:cxn ang="0">
                  <a:pos x="connsiteX16248" y="connsiteY16248"/>
                </a:cxn>
                <a:cxn ang="0">
                  <a:pos x="connsiteX16249" y="connsiteY16249"/>
                </a:cxn>
                <a:cxn ang="0">
                  <a:pos x="connsiteX16250" y="connsiteY16250"/>
                </a:cxn>
                <a:cxn ang="0">
                  <a:pos x="connsiteX16251" y="connsiteY16251"/>
                </a:cxn>
                <a:cxn ang="0">
                  <a:pos x="connsiteX16252" y="connsiteY16252"/>
                </a:cxn>
                <a:cxn ang="0">
                  <a:pos x="connsiteX16253" y="connsiteY16253"/>
                </a:cxn>
                <a:cxn ang="0">
                  <a:pos x="connsiteX16254" y="connsiteY16254"/>
                </a:cxn>
                <a:cxn ang="0">
                  <a:pos x="connsiteX16255" y="connsiteY16255"/>
                </a:cxn>
                <a:cxn ang="0">
                  <a:pos x="connsiteX16256" y="connsiteY16256"/>
                </a:cxn>
                <a:cxn ang="0">
                  <a:pos x="connsiteX16257" y="connsiteY16257"/>
                </a:cxn>
                <a:cxn ang="0">
                  <a:pos x="connsiteX16258" y="connsiteY16258"/>
                </a:cxn>
                <a:cxn ang="0">
                  <a:pos x="connsiteX16259" y="connsiteY16259"/>
                </a:cxn>
                <a:cxn ang="0">
                  <a:pos x="connsiteX16260" y="connsiteY16260"/>
                </a:cxn>
                <a:cxn ang="0">
                  <a:pos x="connsiteX16261" y="connsiteY16261"/>
                </a:cxn>
                <a:cxn ang="0">
                  <a:pos x="connsiteX16262" y="connsiteY16262"/>
                </a:cxn>
                <a:cxn ang="0">
                  <a:pos x="connsiteX16263" y="connsiteY16263"/>
                </a:cxn>
                <a:cxn ang="0">
                  <a:pos x="connsiteX16264" y="connsiteY16264"/>
                </a:cxn>
                <a:cxn ang="0">
                  <a:pos x="connsiteX16265" y="connsiteY16265"/>
                </a:cxn>
                <a:cxn ang="0">
                  <a:pos x="connsiteX16266" y="connsiteY16266"/>
                </a:cxn>
                <a:cxn ang="0">
                  <a:pos x="connsiteX16267" y="connsiteY16267"/>
                </a:cxn>
                <a:cxn ang="0">
                  <a:pos x="connsiteX16268" y="connsiteY16268"/>
                </a:cxn>
                <a:cxn ang="0">
                  <a:pos x="connsiteX16269" y="connsiteY16269"/>
                </a:cxn>
                <a:cxn ang="0">
                  <a:pos x="connsiteX16270" y="connsiteY16270"/>
                </a:cxn>
                <a:cxn ang="0">
                  <a:pos x="connsiteX16271" y="connsiteY16271"/>
                </a:cxn>
                <a:cxn ang="0">
                  <a:pos x="connsiteX16272" y="connsiteY16272"/>
                </a:cxn>
                <a:cxn ang="0">
                  <a:pos x="connsiteX16273" y="connsiteY16273"/>
                </a:cxn>
                <a:cxn ang="0">
                  <a:pos x="connsiteX16274" y="connsiteY16274"/>
                </a:cxn>
                <a:cxn ang="0">
                  <a:pos x="connsiteX16275" y="connsiteY16275"/>
                </a:cxn>
                <a:cxn ang="0">
                  <a:pos x="connsiteX16276" y="connsiteY16276"/>
                </a:cxn>
                <a:cxn ang="0">
                  <a:pos x="connsiteX16277" y="connsiteY16277"/>
                </a:cxn>
                <a:cxn ang="0">
                  <a:pos x="connsiteX16278" y="connsiteY16278"/>
                </a:cxn>
                <a:cxn ang="0">
                  <a:pos x="connsiteX16279" y="connsiteY16279"/>
                </a:cxn>
                <a:cxn ang="0">
                  <a:pos x="connsiteX16280" y="connsiteY16280"/>
                </a:cxn>
                <a:cxn ang="0">
                  <a:pos x="connsiteX16281" y="connsiteY16281"/>
                </a:cxn>
                <a:cxn ang="0">
                  <a:pos x="connsiteX16282" y="connsiteY16282"/>
                </a:cxn>
                <a:cxn ang="0">
                  <a:pos x="connsiteX16283" y="connsiteY16283"/>
                </a:cxn>
                <a:cxn ang="0">
                  <a:pos x="connsiteX16284" y="connsiteY16284"/>
                </a:cxn>
                <a:cxn ang="0">
                  <a:pos x="connsiteX16285" y="connsiteY16285"/>
                </a:cxn>
                <a:cxn ang="0">
                  <a:pos x="connsiteX16286" y="connsiteY16286"/>
                </a:cxn>
                <a:cxn ang="0">
                  <a:pos x="connsiteX16287" y="connsiteY16287"/>
                </a:cxn>
                <a:cxn ang="0">
                  <a:pos x="connsiteX16288" y="connsiteY16288"/>
                </a:cxn>
                <a:cxn ang="0">
                  <a:pos x="connsiteX16289" y="connsiteY16289"/>
                </a:cxn>
                <a:cxn ang="0">
                  <a:pos x="connsiteX16290" y="connsiteY16290"/>
                </a:cxn>
                <a:cxn ang="0">
                  <a:pos x="connsiteX16291" y="connsiteY16291"/>
                </a:cxn>
                <a:cxn ang="0">
                  <a:pos x="connsiteX16292" y="connsiteY16292"/>
                </a:cxn>
                <a:cxn ang="0">
                  <a:pos x="connsiteX16293" y="connsiteY16293"/>
                </a:cxn>
                <a:cxn ang="0">
                  <a:pos x="connsiteX16294" y="connsiteY16294"/>
                </a:cxn>
                <a:cxn ang="0">
                  <a:pos x="connsiteX16295" y="connsiteY16295"/>
                </a:cxn>
                <a:cxn ang="0">
                  <a:pos x="connsiteX16296" y="connsiteY16296"/>
                </a:cxn>
                <a:cxn ang="0">
                  <a:pos x="connsiteX16297" y="connsiteY16297"/>
                </a:cxn>
                <a:cxn ang="0">
                  <a:pos x="connsiteX16298" y="connsiteY16298"/>
                </a:cxn>
                <a:cxn ang="0">
                  <a:pos x="connsiteX16299" y="connsiteY16299"/>
                </a:cxn>
                <a:cxn ang="0">
                  <a:pos x="connsiteX16300" y="connsiteY16300"/>
                </a:cxn>
                <a:cxn ang="0">
                  <a:pos x="connsiteX16301" y="connsiteY16301"/>
                </a:cxn>
                <a:cxn ang="0">
                  <a:pos x="connsiteX16302" y="connsiteY16302"/>
                </a:cxn>
                <a:cxn ang="0">
                  <a:pos x="connsiteX16303" y="connsiteY16303"/>
                </a:cxn>
                <a:cxn ang="0">
                  <a:pos x="connsiteX16304" y="connsiteY16304"/>
                </a:cxn>
                <a:cxn ang="0">
                  <a:pos x="connsiteX16305" y="connsiteY16305"/>
                </a:cxn>
                <a:cxn ang="0">
                  <a:pos x="connsiteX16306" y="connsiteY16306"/>
                </a:cxn>
                <a:cxn ang="0">
                  <a:pos x="connsiteX16307" y="connsiteY16307"/>
                </a:cxn>
                <a:cxn ang="0">
                  <a:pos x="connsiteX16308" y="connsiteY16308"/>
                </a:cxn>
                <a:cxn ang="0">
                  <a:pos x="connsiteX16309" y="connsiteY16309"/>
                </a:cxn>
                <a:cxn ang="0">
                  <a:pos x="connsiteX16310" y="connsiteY16310"/>
                </a:cxn>
                <a:cxn ang="0">
                  <a:pos x="connsiteX16311" y="connsiteY16311"/>
                </a:cxn>
                <a:cxn ang="0">
                  <a:pos x="connsiteX16312" y="connsiteY16312"/>
                </a:cxn>
                <a:cxn ang="0">
                  <a:pos x="connsiteX16313" y="connsiteY16313"/>
                </a:cxn>
                <a:cxn ang="0">
                  <a:pos x="connsiteX16314" y="connsiteY16314"/>
                </a:cxn>
                <a:cxn ang="0">
                  <a:pos x="connsiteX16315" y="connsiteY16315"/>
                </a:cxn>
                <a:cxn ang="0">
                  <a:pos x="connsiteX16316" y="connsiteY16316"/>
                </a:cxn>
                <a:cxn ang="0">
                  <a:pos x="connsiteX16317" y="connsiteY16317"/>
                </a:cxn>
                <a:cxn ang="0">
                  <a:pos x="connsiteX16318" y="connsiteY16318"/>
                </a:cxn>
                <a:cxn ang="0">
                  <a:pos x="connsiteX16319" y="connsiteY16319"/>
                </a:cxn>
                <a:cxn ang="0">
                  <a:pos x="connsiteX16320" y="connsiteY16320"/>
                </a:cxn>
                <a:cxn ang="0">
                  <a:pos x="connsiteX16321" y="connsiteY16321"/>
                </a:cxn>
                <a:cxn ang="0">
                  <a:pos x="connsiteX16322" y="connsiteY16322"/>
                </a:cxn>
                <a:cxn ang="0">
                  <a:pos x="connsiteX16323" y="connsiteY16323"/>
                </a:cxn>
                <a:cxn ang="0">
                  <a:pos x="connsiteX16324" y="connsiteY16324"/>
                </a:cxn>
                <a:cxn ang="0">
                  <a:pos x="connsiteX16325" y="connsiteY16325"/>
                </a:cxn>
                <a:cxn ang="0">
                  <a:pos x="connsiteX16326" y="connsiteY16326"/>
                </a:cxn>
                <a:cxn ang="0">
                  <a:pos x="connsiteX16327" y="connsiteY16327"/>
                </a:cxn>
                <a:cxn ang="0">
                  <a:pos x="connsiteX16328" y="connsiteY16328"/>
                </a:cxn>
                <a:cxn ang="0">
                  <a:pos x="connsiteX16329" y="connsiteY16329"/>
                </a:cxn>
                <a:cxn ang="0">
                  <a:pos x="connsiteX16330" y="connsiteY16330"/>
                </a:cxn>
                <a:cxn ang="0">
                  <a:pos x="connsiteX16331" y="connsiteY16331"/>
                </a:cxn>
                <a:cxn ang="0">
                  <a:pos x="connsiteX16332" y="connsiteY16332"/>
                </a:cxn>
                <a:cxn ang="0">
                  <a:pos x="connsiteX16333" y="connsiteY16333"/>
                </a:cxn>
                <a:cxn ang="0">
                  <a:pos x="connsiteX16334" y="connsiteY16334"/>
                </a:cxn>
                <a:cxn ang="0">
                  <a:pos x="connsiteX16335" y="connsiteY16335"/>
                </a:cxn>
                <a:cxn ang="0">
                  <a:pos x="connsiteX16336" y="connsiteY16336"/>
                </a:cxn>
                <a:cxn ang="0">
                  <a:pos x="connsiteX16337" y="connsiteY16337"/>
                </a:cxn>
                <a:cxn ang="0">
                  <a:pos x="connsiteX16338" y="connsiteY16338"/>
                </a:cxn>
                <a:cxn ang="0">
                  <a:pos x="connsiteX16339" y="connsiteY16339"/>
                </a:cxn>
                <a:cxn ang="0">
                  <a:pos x="connsiteX16340" y="connsiteY16340"/>
                </a:cxn>
                <a:cxn ang="0">
                  <a:pos x="connsiteX16341" y="connsiteY16341"/>
                </a:cxn>
                <a:cxn ang="0">
                  <a:pos x="connsiteX16342" y="connsiteY16342"/>
                </a:cxn>
                <a:cxn ang="0">
                  <a:pos x="connsiteX16343" y="connsiteY16343"/>
                </a:cxn>
                <a:cxn ang="0">
                  <a:pos x="connsiteX16344" y="connsiteY16344"/>
                </a:cxn>
                <a:cxn ang="0">
                  <a:pos x="connsiteX16345" y="connsiteY16345"/>
                </a:cxn>
                <a:cxn ang="0">
                  <a:pos x="connsiteX16346" y="connsiteY16346"/>
                </a:cxn>
                <a:cxn ang="0">
                  <a:pos x="connsiteX16347" y="connsiteY16347"/>
                </a:cxn>
                <a:cxn ang="0">
                  <a:pos x="connsiteX16348" y="connsiteY16348"/>
                </a:cxn>
                <a:cxn ang="0">
                  <a:pos x="connsiteX16349" y="connsiteY16349"/>
                </a:cxn>
                <a:cxn ang="0">
                  <a:pos x="connsiteX16350" y="connsiteY16350"/>
                </a:cxn>
                <a:cxn ang="0">
                  <a:pos x="connsiteX16351" y="connsiteY16351"/>
                </a:cxn>
                <a:cxn ang="0">
                  <a:pos x="connsiteX16352" y="connsiteY16352"/>
                </a:cxn>
                <a:cxn ang="0">
                  <a:pos x="connsiteX16353" y="connsiteY16353"/>
                </a:cxn>
                <a:cxn ang="0">
                  <a:pos x="connsiteX16354" y="connsiteY16354"/>
                </a:cxn>
                <a:cxn ang="0">
                  <a:pos x="connsiteX16355" y="connsiteY16355"/>
                </a:cxn>
                <a:cxn ang="0">
                  <a:pos x="connsiteX16356" y="connsiteY16356"/>
                </a:cxn>
                <a:cxn ang="0">
                  <a:pos x="connsiteX16357" y="connsiteY16357"/>
                </a:cxn>
                <a:cxn ang="0">
                  <a:pos x="connsiteX16358" y="connsiteY16358"/>
                </a:cxn>
                <a:cxn ang="0">
                  <a:pos x="connsiteX16359" y="connsiteY16359"/>
                </a:cxn>
                <a:cxn ang="0">
                  <a:pos x="connsiteX16360" y="connsiteY16360"/>
                </a:cxn>
                <a:cxn ang="0">
                  <a:pos x="connsiteX16361" y="connsiteY16361"/>
                </a:cxn>
                <a:cxn ang="0">
                  <a:pos x="connsiteX16362" y="connsiteY16362"/>
                </a:cxn>
                <a:cxn ang="0">
                  <a:pos x="connsiteX16363" y="connsiteY16363"/>
                </a:cxn>
                <a:cxn ang="0">
                  <a:pos x="connsiteX16364" y="connsiteY16364"/>
                </a:cxn>
                <a:cxn ang="0">
                  <a:pos x="connsiteX16365" y="connsiteY16365"/>
                </a:cxn>
                <a:cxn ang="0">
                  <a:pos x="connsiteX16366" y="connsiteY16366"/>
                </a:cxn>
                <a:cxn ang="0">
                  <a:pos x="connsiteX16367" y="connsiteY16367"/>
                </a:cxn>
                <a:cxn ang="0">
                  <a:pos x="connsiteX16368" y="connsiteY16368"/>
                </a:cxn>
                <a:cxn ang="0">
                  <a:pos x="connsiteX16369" y="connsiteY16369"/>
                </a:cxn>
                <a:cxn ang="0">
                  <a:pos x="connsiteX16370" y="connsiteY16370"/>
                </a:cxn>
                <a:cxn ang="0">
                  <a:pos x="connsiteX16371" y="connsiteY16371"/>
                </a:cxn>
                <a:cxn ang="0">
                  <a:pos x="connsiteX16372" y="connsiteY16372"/>
                </a:cxn>
                <a:cxn ang="0">
                  <a:pos x="connsiteX16373" y="connsiteY16373"/>
                </a:cxn>
                <a:cxn ang="0">
                  <a:pos x="connsiteX16374" y="connsiteY16374"/>
                </a:cxn>
                <a:cxn ang="0">
                  <a:pos x="connsiteX16375" y="connsiteY16375"/>
                </a:cxn>
                <a:cxn ang="0">
                  <a:pos x="connsiteX16376" y="connsiteY16376"/>
                </a:cxn>
                <a:cxn ang="0">
                  <a:pos x="connsiteX16377" y="connsiteY16377"/>
                </a:cxn>
                <a:cxn ang="0">
                  <a:pos x="connsiteX16378" y="connsiteY16378"/>
                </a:cxn>
                <a:cxn ang="0">
                  <a:pos x="connsiteX16379" y="connsiteY16379"/>
                </a:cxn>
                <a:cxn ang="0">
                  <a:pos x="connsiteX16380" y="connsiteY16380"/>
                </a:cxn>
                <a:cxn ang="0">
                  <a:pos x="connsiteX16381" y="connsiteY16381"/>
                </a:cxn>
                <a:cxn ang="0">
                  <a:pos x="connsiteX16382" y="connsiteY16382"/>
                </a:cxn>
                <a:cxn ang="0">
                  <a:pos x="connsiteX16383" y="connsiteY16383"/>
                </a:cxn>
                <a:cxn ang="0">
                  <a:pos x="connsiteX16384" y="connsiteY16384"/>
                </a:cxn>
                <a:cxn ang="0">
                  <a:pos x="connsiteX16385" y="connsiteY16385"/>
                </a:cxn>
                <a:cxn ang="0">
                  <a:pos x="connsiteX16386" y="connsiteY16386"/>
                </a:cxn>
                <a:cxn ang="0">
                  <a:pos x="connsiteX16387" y="connsiteY16387"/>
                </a:cxn>
                <a:cxn ang="0">
                  <a:pos x="connsiteX16388" y="connsiteY16388"/>
                </a:cxn>
                <a:cxn ang="0">
                  <a:pos x="connsiteX16389" y="connsiteY16389"/>
                </a:cxn>
                <a:cxn ang="0">
                  <a:pos x="connsiteX16390" y="connsiteY16390"/>
                </a:cxn>
                <a:cxn ang="0">
                  <a:pos x="connsiteX16391" y="connsiteY16391"/>
                </a:cxn>
                <a:cxn ang="0">
                  <a:pos x="connsiteX16392" y="connsiteY16392"/>
                </a:cxn>
                <a:cxn ang="0">
                  <a:pos x="connsiteX16393" y="connsiteY16393"/>
                </a:cxn>
                <a:cxn ang="0">
                  <a:pos x="connsiteX16394" y="connsiteY16394"/>
                </a:cxn>
                <a:cxn ang="0">
                  <a:pos x="connsiteX16395" y="connsiteY16395"/>
                </a:cxn>
                <a:cxn ang="0">
                  <a:pos x="connsiteX16396" y="connsiteY16396"/>
                </a:cxn>
                <a:cxn ang="0">
                  <a:pos x="connsiteX16397" y="connsiteY16397"/>
                </a:cxn>
                <a:cxn ang="0">
                  <a:pos x="connsiteX16398" y="connsiteY16398"/>
                </a:cxn>
                <a:cxn ang="0">
                  <a:pos x="connsiteX16399" y="connsiteY16399"/>
                </a:cxn>
                <a:cxn ang="0">
                  <a:pos x="connsiteX16400" y="connsiteY16400"/>
                </a:cxn>
                <a:cxn ang="0">
                  <a:pos x="connsiteX16401" y="connsiteY16401"/>
                </a:cxn>
                <a:cxn ang="0">
                  <a:pos x="connsiteX16402" y="connsiteY16402"/>
                </a:cxn>
                <a:cxn ang="0">
                  <a:pos x="connsiteX16403" y="connsiteY16403"/>
                </a:cxn>
                <a:cxn ang="0">
                  <a:pos x="connsiteX16404" y="connsiteY16404"/>
                </a:cxn>
                <a:cxn ang="0">
                  <a:pos x="connsiteX16405" y="connsiteY16405"/>
                </a:cxn>
                <a:cxn ang="0">
                  <a:pos x="connsiteX16406" y="connsiteY16406"/>
                </a:cxn>
                <a:cxn ang="0">
                  <a:pos x="connsiteX16407" y="connsiteY16407"/>
                </a:cxn>
                <a:cxn ang="0">
                  <a:pos x="connsiteX16408" y="connsiteY16408"/>
                </a:cxn>
                <a:cxn ang="0">
                  <a:pos x="connsiteX16409" y="connsiteY16409"/>
                </a:cxn>
                <a:cxn ang="0">
                  <a:pos x="connsiteX16410" y="connsiteY16410"/>
                </a:cxn>
                <a:cxn ang="0">
                  <a:pos x="connsiteX16411" y="connsiteY16411"/>
                </a:cxn>
                <a:cxn ang="0">
                  <a:pos x="connsiteX16412" y="connsiteY16412"/>
                </a:cxn>
                <a:cxn ang="0">
                  <a:pos x="connsiteX16413" y="connsiteY16413"/>
                </a:cxn>
                <a:cxn ang="0">
                  <a:pos x="connsiteX16414" y="connsiteY16414"/>
                </a:cxn>
                <a:cxn ang="0">
                  <a:pos x="connsiteX16415" y="connsiteY16415"/>
                </a:cxn>
                <a:cxn ang="0">
                  <a:pos x="connsiteX16416" y="connsiteY16416"/>
                </a:cxn>
                <a:cxn ang="0">
                  <a:pos x="connsiteX16417" y="connsiteY16417"/>
                </a:cxn>
                <a:cxn ang="0">
                  <a:pos x="connsiteX16418" y="connsiteY16418"/>
                </a:cxn>
                <a:cxn ang="0">
                  <a:pos x="connsiteX16419" y="connsiteY16419"/>
                </a:cxn>
                <a:cxn ang="0">
                  <a:pos x="connsiteX16420" y="connsiteY16420"/>
                </a:cxn>
                <a:cxn ang="0">
                  <a:pos x="connsiteX16421" y="connsiteY16421"/>
                </a:cxn>
                <a:cxn ang="0">
                  <a:pos x="connsiteX16422" y="connsiteY16422"/>
                </a:cxn>
                <a:cxn ang="0">
                  <a:pos x="connsiteX16423" y="connsiteY16423"/>
                </a:cxn>
                <a:cxn ang="0">
                  <a:pos x="connsiteX16424" y="connsiteY16424"/>
                </a:cxn>
                <a:cxn ang="0">
                  <a:pos x="connsiteX16425" y="connsiteY16425"/>
                </a:cxn>
                <a:cxn ang="0">
                  <a:pos x="connsiteX16426" y="connsiteY16426"/>
                </a:cxn>
                <a:cxn ang="0">
                  <a:pos x="connsiteX16427" y="connsiteY16427"/>
                </a:cxn>
                <a:cxn ang="0">
                  <a:pos x="connsiteX16428" y="connsiteY16428"/>
                </a:cxn>
                <a:cxn ang="0">
                  <a:pos x="connsiteX16429" y="connsiteY16429"/>
                </a:cxn>
                <a:cxn ang="0">
                  <a:pos x="connsiteX16430" y="connsiteY16430"/>
                </a:cxn>
                <a:cxn ang="0">
                  <a:pos x="connsiteX16431" y="connsiteY16431"/>
                </a:cxn>
                <a:cxn ang="0">
                  <a:pos x="connsiteX16432" y="connsiteY16432"/>
                </a:cxn>
                <a:cxn ang="0">
                  <a:pos x="connsiteX16433" y="connsiteY16433"/>
                </a:cxn>
                <a:cxn ang="0">
                  <a:pos x="connsiteX16434" y="connsiteY16434"/>
                </a:cxn>
                <a:cxn ang="0">
                  <a:pos x="connsiteX16435" y="connsiteY16435"/>
                </a:cxn>
                <a:cxn ang="0">
                  <a:pos x="connsiteX16436" y="connsiteY16436"/>
                </a:cxn>
                <a:cxn ang="0">
                  <a:pos x="connsiteX16437" y="connsiteY16437"/>
                </a:cxn>
                <a:cxn ang="0">
                  <a:pos x="connsiteX16438" y="connsiteY16438"/>
                </a:cxn>
                <a:cxn ang="0">
                  <a:pos x="connsiteX16439" y="connsiteY16439"/>
                </a:cxn>
                <a:cxn ang="0">
                  <a:pos x="connsiteX16440" y="connsiteY16440"/>
                </a:cxn>
                <a:cxn ang="0">
                  <a:pos x="connsiteX16441" y="connsiteY16441"/>
                </a:cxn>
                <a:cxn ang="0">
                  <a:pos x="connsiteX16442" y="connsiteY16442"/>
                </a:cxn>
                <a:cxn ang="0">
                  <a:pos x="connsiteX16443" y="connsiteY16443"/>
                </a:cxn>
                <a:cxn ang="0">
                  <a:pos x="connsiteX16444" y="connsiteY16444"/>
                </a:cxn>
                <a:cxn ang="0">
                  <a:pos x="connsiteX16445" y="connsiteY16445"/>
                </a:cxn>
                <a:cxn ang="0">
                  <a:pos x="connsiteX16446" y="connsiteY16446"/>
                </a:cxn>
                <a:cxn ang="0">
                  <a:pos x="connsiteX16447" y="connsiteY16447"/>
                </a:cxn>
                <a:cxn ang="0">
                  <a:pos x="connsiteX16448" y="connsiteY16448"/>
                </a:cxn>
                <a:cxn ang="0">
                  <a:pos x="connsiteX16449" y="connsiteY16449"/>
                </a:cxn>
                <a:cxn ang="0">
                  <a:pos x="connsiteX16450" y="connsiteY16450"/>
                </a:cxn>
                <a:cxn ang="0">
                  <a:pos x="connsiteX16451" y="connsiteY16451"/>
                </a:cxn>
                <a:cxn ang="0">
                  <a:pos x="connsiteX16452" y="connsiteY16452"/>
                </a:cxn>
                <a:cxn ang="0">
                  <a:pos x="connsiteX16453" y="connsiteY16453"/>
                </a:cxn>
                <a:cxn ang="0">
                  <a:pos x="connsiteX16454" y="connsiteY16454"/>
                </a:cxn>
                <a:cxn ang="0">
                  <a:pos x="connsiteX16455" y="connsiteY16455"/>
                </a:cxn>
                <a:cxn ang="0">
                  <a:pos x="connsiteX16456" y="connsiteY16456"/>
                </a:cxn>
                <a:cxn ang="0">
                  <a:pos x="connsiteX16457" y="connsiteY16457"/>
                </a:cxn>
                <a:cxn ang="0">
                  <a:pos x="connsiteX16458" y="connsiteY16458"/>
                </a:cxn>
                <a:cxn ang="0">
                  <a:pos x="connsiteX16459" y="connsiteY16459"/>
                </a:cxn>
                <a:cxn ang="0">
                  <a:pos x="connsiteX16460" y="connsiteY16460"/>
                </a:cxn>
                <a:cxn ang="0">
                  <a:pos x="connsiteX16461" y="connsiteY16461"/>
                </a:cxn>
                <a:cxn ang="0">
                  <a:pos x="connsiteX16462" y="connsiteY16462"/>
                </a:cxn>
                <a:cxn ang="0">
                  <a:pos x="connsiteX16463" y="connsiteY16463"/>
                </a:cxn>
                <a:cxn ang="0">
                  <a:pos x="connsiteX16464" y="connsiteY16464"/>
                </a:cxn>
                <a:cxn ang="0">
                  <a:pos x="connsiteX16465" y="connsiteY16465"/>
                </a:cxn>
                <a:cxn ang="0">
                  <a:pos x="connsiteX16466" y="connsiteY16466"/>
                </a:cxn>
                <a:cxn ang="0">
                  <a:pos x="connsiteX16467" y="connsiteY16467"/>
                </a:cxn>
                <a:cxn ang="0">
                  <a:pos x="connsiteX16468" y="connsiteY16468"/>
                </a:cxn>
                <a:cxn ang="0">
                  <a:pos x="connsiteX16469" y="connsiteY16469"/>
                </a:cxn>
                <a:cxn ang="0">
                  <a:pos x="connsiteX16470" y="connsiteY16470"/>
                </a:cxn>
                <a:cxn ang="0">
                  <a:pos x="connsiteX16471" y="connsiteY16471"/>
                </a:cxn>
                <a:cxn ang="0">
                  <a:pos x="connsiteX16472" y="connsiteY16472"/>
                </a:cxn>
                <a:cxn ang="0">
                  <a:pos x="connsiteX16473" y="connsiteY16473"/>
                </a:cxn>
                <a:cxn ang="0">
                  <a:pos x="connsiteX16474" y="connsiteY16474"/>
                </a:cxn>
                <a:cxn ang="0">
                  <a:pos x="connsiteX16475" y="connsiteY16475"/>
                </a:cxn>
                <a:cxn ang="0">
                  <a:pos x="connsiteX16476" y="connsiteY16476"/>
                </a:cxn>
                <a:cxn ang="0">
                  <a:pos x="connsiteX16477" y="connsiteY16477"/>
                </a:cxn>
                <a:cxn ang="0">
                  <a:pos x="connsiteX16478" y="connsiteY16478"/>
                </a:cxn>
                <a:cxn ang="0">
                  <a:pos x="connsiteX16479" y="connsiteY16479"/>
                </a:cxn>
                <a:cxn ang="0">
                  <a:pos x="connsiteX16480" y="connsiteY16480"/>
                </a:cxn>
                <a:cxn ang="0">
                  <a:pos x="connsiteX16481" y="connsiteY16481"/>
                </a:cxn>
                <a:cxn ang="0">
                  <a:pos x="connsiteX16482" y="connsiteY16482"/>
                </a:cxn>
                <a:cxn ang="0">
                  <a:pos x="connsiteX16483" y="connsiteY16483"/>
                </a:cxn>
                <a:cxn ang="0">
                  <a:pos x="connsiteX16484" y="connsiteY16484"/>
                </a:cxn>
                <a:cxn ang="0">
                  <a:pos x="connsiteX16485" y="connsiteY16485"/>
                </a:cxn>
                <a:cxn ang="0">
                  <a:pos x="connsiteX16486" y="connsiteY16486"/>
                </a:cxn>
                <a:cxn ang="0">
                  <a:pos x="connsiteX16487" y="connsiteY16487"/>
                </a:cxn>
                <a:cxn ang="0">
                  <a:pos x="connsiteX16488" y="connsiteY16488"/>
                </a:cxn>
                <a:cxn ang="0">
                  <a:pos x="connsiteX16489" y="connsiteY16489"/>
                </a:cxn>
                <a:cxn ang="0">
                  <a:pos x="connsiteX16490" y="connsiteY16490"/>
                </a:cxn>
                <a:cxn ang="0">
                  <a:pos x="connsiteX16491" y="connsiteY16491"/>
                </a:cxn>
                <a:cxn ang="0">
                  <a:pos x="connsiteX16492" y="connsiteY16492"/>
                </a:cxn>
                <a:cxn ang="0">
                  <a:pos x="connsiteX16493" y="connsiteY16493"/>
                </a:cxn>
                <a:cxn ang="0">
                  <a:pos x="connsiteX16494" y="connsiteY16494"/>
                </a:cxn>
                <a:cxn ang="0">
                  <a:pos x="connsiteX16495" y="connsiteY16495"/>
                </a:cxn>
                <a:cxn ang="0">
                  <a:pos x="connsiteX16496" y="connsiteY16496"/>
                </a:cxn>
                <a:cxn ang="0">
                  <a:pos x="connsiteX16497" y="connsiteY16497"/>
                </a:cxn>
                <a:cxn ang="0">
                  <a:pos x="connsiteX16498" y="connsiteY16498"/>
                </a:cxn>
                <a:cxn ang="0">
                  <a:pos x="connsiteX16499" y="connsiteY16499"/>
                </a:cxn>
                <a:cxn ang="0">
                  <a:pos x="connsiteX16500" y="connsiteY16500"/>
                </a:cxn>
                <a:cxn ang="0">
                  <a:pos x="connsiteX16501" y="connsiteY16501"/>
                </a:cxn>
                <a:cxn ang="0">
                  <a:pos x="connsiteX16502" y="connsiteY16502"/>
                </a:cxn>
                <a:cxn ang="0">
                  <a:pos x="connsiteX16503" y="connsiteY16503"/>
                </a:cxn>
                <a:cxn ang="0">
                  <a:pos x="connsiteX16504" y="connsiteY16504"/>
                </a:cxn>
                <a:cxn ang="0">
                  <a:pos x="connsiteX16505" y="connsiteY16505"/>
                </a:cxn>
                <a:cxn ang="0">
                  <a:pos x="connsiteX16506" y="connsiteY16506"/>
                </a:cxn>
                <a:cxn ang="0">
                  <a:pos x="connsiteX16507" y="connsiteY16507"/>
                </a:cxn>
                <a:cxn ang="0">
                  <a:pos x="connsiteX16508" y="connsiteY16508"/>
                </a:cxn>
                <a:cxn ang="0">
                  <a:pos x="connsiteX16509" y="connsiteY16509"/>
                </a:cxn>
                <a:cxn ang="0">
                  <a:pos x="connsiteX16510" y="connsiteY16510"/>
                </a:cxn>
                <a:cxn ang="0">
                  <a:pos x="connsiteX16511" y="connsiteY16511"/>
                </a:cxn>
                <a:cxn ang="0">
                  <a:pos x="connsiteX16512" y="connsiteY16512"/>
                </a:cxn>
                <a:cxn ang="0">
                  <a:pos x="connsiteX16513" y="connsiteY16513"/>
                </a:cxn>
                <a:cxn ang="0">
                  <a:pos x="connsiteX16514" y="connsiteY16514"/>
                </a:cxn>
                <a:cxn ang="0">
                  <a:pos x="connsiteX16515" y="connsiteY16515"/>
                </a:cxn>
                <a:cxn ang="0">
                  <a:pos x="connsiteX16516" y="connsiteY16516"/>
                </a:cxn>
                <a:cxn ang="0">
                  <a:pos x="connsiteX16517" y="connsiteY16517"/>
                </a:cxn>
                <a:cxn ang="0">
                  <a:pos x="connsiteX16518" y="connsiteY16518"/>
                </a:cxn>
                <a:cxn ang="0">
                  <a:pos x="connsiteX16519" y="connsiteY16519"/>
                </a:cxn>
                <a:cxn ang="0">
                  <a:pos x="connsiteX16520" y="connsiteY16520"/>
                </a:cxn>
                <a:cxn ang="0">
                  <a:pos x="connsiteX16521" y="connsiteY16521"/>
                </a:cxn>
                <a:cxn ang="0">
                  <a:pos x="connsiteX16522" y="connsiteY16522"/>
                </a:cxn>
                <a:cxn ang="0">
                  <a:pos x="connsiteX16523" y="connsiteY16523"/>
                </a:cxn>
                <a:cxn ang="0">
                  <a:pos x="connsiteX16524" y="connsiteY16524"/>
                </a:cxn>
                <a:cxn ang="0">
                  <a:pos x="connsiteX16525" y="connsiteY16525"/>
                </a:cxn>
                <a:cxn ang="0">
                  <a:pos x="connsiteX16526" y="connsiteY16526"/>
                </a:cxn>
                <a:cxn ang="0">
                  <a:pos x="connsiteX16527" y="connsiteY16527"/>
                </a:cxn>
                <a:cxn ang="0">
                  <a:pos x="connsiteX16528" y="connsiteY16528"/>
                </a:cxn>
                <a:cxn ang="0">
                  <a:pos x="connsiteX16529" y="connsiteY16529"/>
                </a:cxn>
                <a:cxn ang="0">
                  <a:pos x="connsiteX16530" y="connsiteY16530"/>
                </a:cxn>
                <a:cxn ang="0">
                  <a:pos x="connsiteX16531" y="connsiteY16531"/>
                </a:cxn>
                <a:cxn ang="0">
                  <a:pos x="connsiteX16532" y="connsiteY16532"/>
                </a:cxn>
                <a:cxn ang="0">
                  <a:pos x="connsiteX16533" y="connsiteY16533"/>
                </a:cxn>
                <a:cxn ang="0">
                  <a:pos x="connsiteX16534" y="connsiteY16534"/>
                </a:cxn>
                <a:cxn ang="0">
                  <a:pos x="connsiteX16535" y="connsiteY16535"/>
                </a:cxn>
                <a:cxn ang="0">
                  <a:pos x="connsiteX16536" y="connsiteY16536"/>
                </a:cxn>
                <a:cxn ang="0">
                  <a:pos x="connsiteX16537" y="connsiteY16537"/>
                </a:cxn>
                <a:cxn ang="0">
                  <a:pos x="connsiteX16538" y="connsiteY16538"/>
                </a:cxn>
                <a:cxn ang="0">
                  <a:pos x="connsiteX16539" y="connsiteY16539"/>
                </a:cxn>
                <a:cxn ang="0">
                  <a:pos x="connsiteX16540" y="connsiteY16540"/>
                </a:cxn>
                <a:cxn ang="0">
                  <a:pos x="connsiteX16541" y="connsiteY16541"/>
                </a:cxn>
                <a:cxn ang="0">
                  <a:pos x="connsiteX16542" y="connsiteY16542"/>
                </a:cxn>
                <a:cxn ang="0">
                  <a:pos x="connsiteX16543" y="connsiteY16543"/>
                </a:cxn>
                <a:cxn ang="0">
                  <a:pos x="connsiteX16544" y="connsiteY16544"/>
                </a:cxn>
                <a:cxn ang="0">
                  <a:pos x="connsiteX16545" y="connsiteY16545"/>
                </a:cxn>
                <a:cxn ang="0">
                  <a:pos x="connsiteX16546" y="connsiteY16546"/>
                </a:cxn>
                <a:cxn ang="0">
                  <a:pos x="connsiteX16547" y="connsiteY16547"/>
                </a:cxn>
                <a:cxn ang="0">
                  <a:pos x="connsiteX16548" y="connsiteY16548"/>
                </a:cxn>
                <a:cxn ang="0">
                  <a:pos x="connsiteX16549" y="connsiteY16549"/>
                </a:cxn>
                <a:cxn ang="0">
                  <a:pos x="connsiteX16550" y="connsiteY16550"/>
                </a:cxn>
                <a:cxn ang="0">
                  <a:pos x="connsiteX16551" y="connsiteY16551"/>
                </a:cxn>
                <a:cxn ang="0">
                  <a:pos x="connsiteX16552" y="connsiteY16552"/>
                </a:cxn>
                <a:cxn ang="0">
                  <a:pos x="connsiteX16553" y="connsiteY16553"/>
                </a:cxn>
                <a:cxn ang="0">
                  <a:pos x="connsiteX16554" y="connsiteY16554"/>
                </a:cxn>
                <a:cxn ang="0">
                  <a:pos x="connsiteX16555" y="connsiteY16555"/>
                </a:cxn>
                <a:cxn ang="0">
                  <a:pos x="connsiteX16556" y="connsiteY16556"/>
                </a:cxn>
                <a:cxn ang="0">
                  <a:pos x="connsiteX16557" y="connsiteY16557"/>
                </a:cxn>
                <a:cxn ang="0">
                  <a:pos x="connsiteX16558" y="connsiteY16558"/>
                </a:cxn>
                <a:cxn ang="0">
                  <a:pos x="connsiteX16559" y="connsiteY16559"/>
                </a:cxn>
                <a:cxn ang="0">
                  <a:pos x="connsiteX16560" y="connsiteY16560"/>
                </a:cxn>
                <a:cxn ang="0">
                  <a:pos x="connsiteX16561" y="connsiteY16561"/>
                </a:cxn>
                <a:cxn ang="0">
                  <a:pos x="connsiteX16562" y="connsiteY16562"/>
                </a:cxn>
                <a:cxn ang="0">
                  <a:pos x="connsiteX16563" y="connsiteY16563"/>
                </a:cxn>
                <a:cxn ang="0">
                  <a:pos x="connsiteX16564" y="connsiteY16564"/>
                </a:cxn>
                <a:cxn ang="0">
                  <a:pos x="connsiteX16565" y="connsiteY16565"/>
                </a:cxn>
                <a:cxn ang="0">
                  <a:pos x="connsiteX16566" y="connsiteY16566"/>
                </a:cxn>
                <a:cxn ang="0">
                  <a:pos x="connsiteX16567" y="connsiteY16567"/>
                </a:cxn>
                <a:cxn ang="0">
                  <a:pos x="connsiteX16568" y="connsiteY16568"/>
                </a:cxn>
                <a:cxn ang="0">
                  <a:pos x="connsiteX16569" y="connsiteY16569"/>
                </a:cxn>
                <a:cxn ang="0">
                  <a:pos x="connsiteX16570" y="connsiteY16570"/>
                </a:cxn>
                <a:cxn ang="0">
                  <a:pos x="connsiteX16571" y="connsiteY16571"/>
                </a:cxn>
                <a:cxn ang="0">
                  <a:pos x="connsiteX16572" y="connsiteY16572"/>
                </a:cxn>
                <a:cxn ang="0">
                  <a:pos x="connsiteX16573" y="connsiteY16573"/>
                </a:cxn>
                <a:cxn ang="0">
                  <a:pos x="connsiteX16574" y="connsiteY16574"/>
                </a:cxn>
                <a:cxn ang="0">
                  <a:pos x="connsiteX16575" y="connsiteY16575"/>
                </a:cxn>
                <a:cxn ang="0">
                  <a:pos x="connsiteX16576" y="connsiteY16576"/>
                </a:cxn>
                <a:cxn ang="0">
                  <a:pos x="connsiteX16577" y="connsiteY16577"/>
                </a:cxn>
                <a:cxn ang="0">
                  <a:pos x="connsiteX16578" y="connsiteY16578"/>
                </a:cxn>
                <a:cxn ang="0">
                  <a:pos x="connsiteX16579" y="connsiteY16579"/>
                </a:cxn>
                <a:cxn ang="0">
                  <a:pos x="connsiteX16580" y="connsiteY16580"/>
                </a:cxn>
                <a:cxn ang="0">
                  <a:pos x="connsiteX16581" y="connsiteY16581"/>
                </a:cxn>
                <a:cxn ang="0">
                  <a:pos x="connsiteX16582" y="connsiteY16582"/>
                </a:cxn>
                <a:cxn ang="0">
                  <a:pos x="connsiteX16583" y="connsiteY16583"/>
                </a:cxn>
                <a:cxn ang="0">
                  <a:pos x="connsiteX16584" y="connsiteY16584"/>
                </a:cxn>
                <a:cxn ang="0">
                  <a:pos x="connsiteX16585" y="connsiteY16585"/>
                </a:cxn>
                <a:cxn ang="0">
                  <a:pos x="connsiteX16586" y="connsiteY16586"/>
                </a:cxn>
                <a:cxn ang="0">
                  <a:pos x="connsiteX16587" y="connsiteY16587"/>
                </a:cxn>
                <a:cxn ang="0">
                  <a:pos x="connsiteX16588" y="connsiteY16588"/>
                </a:cxn>
                <a:cxn ang="0">
                  <a:pos x="connsiteX16589" y="connsiteY16589"/>
                </a:cxn>
                <a:cxn ang="0">
                  <a:pos x="connsiteX16590" y="connsiteY16590"/>
                </a:cxn>
                <a:cxn ang="0">
                  <a:pos x="connsiteX16591" y="connsiteY16591"/>
                </a:cxn>
                <a:cxn ang="0">
                  <a:pos x="connsiteX16592" y="connsiteY16592"/>
                </a:cxn>
                <a:cxn ang="0">
                  <a:pos x="connsiteX16593" y="connsiteY16593"/>
                </a:cxn>
                <a:cxn ang="0">
                  <a:pos x="connsiteX16594" y="connsiteY16594"/>
                </a:cxn>
                <a:cxn ang="0">
                  <a:pos x="connsiteX16595" y="connsiteY16595"/>
                </a:cxn>
                <a:cxn ang="0">
                  <a:pos x="connsiteX16596" y="connsiteY16596"/>
                </a:cxn>
                <a:cxn ang="0">
                  <a:pos x="connsiteX16597" y="connsiteY16597"/>
                </a:cxn>
                <a:cxn ang="0">
                  <a:pos x="connsiteX16598" y="connsiteY16598"/>
                </a:cxn>
                <a:cxn ang="0">
                  <a:pos x="connsiteX16599" y="connsiteY16599"/>
                </a:cxn>
                <a:cxn ang="0">
                  <a:pos x="connsiteX16600" y="connsiteY16600"/>
                </a:cxn>
                <a:cxn ang="0">
                  <a:pos x="connsiteX16601" y="connsiteY16601"/>
                </a:cxn>
                <a:cxn ang="0">
                  <a:pos x="connsiteX16602" y="connsiteY16602"/>
                </a:cxn>
                <a:cxn ang="0">
                  <a:pos x="connsiteX16603" y="connsiteY16603"/>
                </a:cxn>
                <a:cxn ang="0">
                  <a:pos x="connsiteX16604" y="connsiteY16604"/>
                </a:cxn>
                <a:cxn ang="0">
                  <a:pos x="connsiteX16605" y="connsiteY16605"/>
                </a:cxn>
                <a:cxn ang="0">
                  <a:pos x="connsiteX16606" y="connsiteY16606"/>
                </a:cxn>
                <a:cxn ang="0">
                  <a:pos x="connsiteX16607" y="connsiteY16607"/>
                </a:cxn>
                <a:cxn ang="0">
                  <a:pos x="connsiteX16608" y="connsiteY16608"/>
                </a:cxn>
                <a:cxn ang="0">
                  <a:pos x="connsiteX16609" y="connsiteY16609"/>
                </a:cxn>
                <a:cxn ang="0">
                  <a:pos x="connsiteX16610" y="connsiteY16610"/>
                </a:cxn>
                <a:cxn ang="0">
                  <a:pos x="connsiteX16611" y="connsiteY16611"/>
                </a:cxn>
                <a:cxn ang="0">
                  <a:pos x="connsiteX16612" y="connsiteY16612"/>
                </a:cxn>
                <a:cxn ang="0">
                  <a:pos x="connsiteX16613" y="connsiteY16613"/>
                </a:cxn>
                <a:cxn ang="0">
                  <a:pos x="connsiteX16614" y="connsiteY16614"/>
                </a:cxn>
                <a:cxn ang="0">
                  <a:pos x="connsiteX16615" y="connsiteY16615"/>
                </a:cxn>
                <a:cxn ang="0">
                  <a:pos x="connsiteX16616" y="connsiteY16616"/>
                </a:cxn>
                <a:cxn ang="0">
                  <a:pos x="connsiteX16617" y="connsiteY16617"/>
                </a:cxn>
                <a:cxn ang="0">
                  <a:pos x="connsiteX16618" y="connsiteY16618"/>
                </a:cxn>
                <a:cxn ang="0">
                  <a:pos x="connsiteX16619" y="connsiteY16619"/>
                </a:cxn>
                <a:cxn ang="0">
                  <a:pos x="connsiteX16620" y="connsiteY16620"/>
                </a:cxn>
                <a:cxn ang="0">
                  <a:pos x="connsiteX16621" y="connsiteY16621"/>
                </a:cxn>
                <a:cxn ang="0">
                  <a:pos x="connsiteX16622" y="connsiteY16622"/>
                </a:cxn>
                <a:cxn ang="0">
                  <a:pos x="connsiteX16623" y="connsiteY16623"/>
                </a:cxn>
                <a:cxn ang="0">
                  <a:pos x="connsiteX16624" y="connsiteY16624"/>
                </a:cxn>
                <a:cxn ang="0">
                  <a:pos x="connsiteX16625" y="connsiteY16625"/>
                </a:cxn>
                <a:cxn ang="0">
                  <a:pos x="connsiteX16626" y="connsiteY16626"/>
                </a:cxn>
                <a:cxn ang="0">
                  <a:pos x="connsiteX16627" y="connsiteY16627"/>
                </a:cxn>
                <a:cxn ang="0">
                  <a:pos x="connsiteX16628" y="connsiteY16628"/>
                </a:cxn>
                <a:cxn ang="0">
                  <a:pos x="connsiteX16629" y="connsiteY16629"/>
                </a:cxn>
                <a:cxn ang="0">
                  <a:pos x="connsiteX16630" y="connsiteY16630"/>
                </a:cxn>
                <a:cxn ang="0">
                  <a:pos x="connsiteX16631" y="connsiteY16631"/>
                </a:cxn>
                <a:cxn ang="0">
                  <a:pos x="connsiteX16632" y="connsiteY16632"/>
                </a:cxn>
                <a:cxn ang="0">
                  <a:pos x="connsiteX16633" y="connsiteY16633"/>
                </a:cxn>
                <a:cxn ang="0">
                  <a:pos x="connsiteX16634" y="connsiteY16634"/>
                </a:cxn>
                <a:cxn ang="0">
                  <a:pos x="connsiteX16635" y="connsiteY16635"/>
                </a:cxn>
                <a:cxn ang="0">
                  <a:pos x="connsiteX16636" y="connsiteY16636"/>
                </a:cxn>
                <a:cxn ang="0">
                  <a:pos x="connsiteX16637" y="connsiteY16637"/>
                </a:cxn>
                <a:cxn ang="0">
                  <a:pos x="connsiteX16638" y="connsiteY16638"/>
                </a:cxn>
                <a:cxn ang="0">
                  <a:pos x="connsiteX16639" y="connsiteY16639"/>
                </a:cxn>
                <a:cxn ang="0">
                  <a:pos x="connsiteX16640" y="connsiteY16640"/>
                </a:cxn>
                <a:cxn ang="0">
                  <a:pos x="connsiteX16641" y="connsiteY16641"/>
                </a:cxn>
                <a:cxn ang="0">
                  <a:pos x="connsiteX16642" y="connsiteY16642"/>
                </a:cxn>
                <a:cxn ang="0">
                  <a:pos x="connsiteX16643" y="connsiteY16643"/>
                </a:cxn>
                <a:cxn ang="0">
                  <a:pos x="connsiteX16644" y="connsiteY16644"/>
                </a:cxn>
                <a:cxn ang="0">
                  <a:pos x="connsiteX16645" y="connsiteY16645"/>
                </a:cxn>
                <a:cxn ang="0">
                  <a:pos x="connsiteX16646" y="connsiteY16646"/>
                </a:cxn>
                <a:cxn ang="0">
                  <a:pos x="connsiteX16647" y="connsiteY16647"/>
                </a:cxn>
                <a:cxn ang="0">
                  <a:pos x="connsiteX16648" y="connsiteY16648"/>
                </a:cxn>
                <a:cxn ang="0">
                  <a:pos x="connsiteX16649" y="connsiteY16649"/>
                </a:cxn>
                <a:cxn ang="0">
                  <a:pos x="connsiteX16650" y="connsiteY16650"/>
                </a:cxn>
                <a:cxn ang="0">
                  <a:pos x="connsiteX16651" y="connsiteY16651"/>
                </a:cxn>
                <a:cxn ang="0">
                  <a:pos x="connsiteX16652" y="connsiteY16652"/>
                </a:cxn>
                <a:cxn ang="0">
                  <a:pos x="connsiteX16653" y="connsiteY16653"/>
                </a:cxn>
                <a:cxn ang="0">
                  <a:pos x="connsiteX16654" y="connsiteY16654"/>
                </a:cxn>
                <a:cxn ang="0">
                  <a:pos x="connsiteX16655" y="connsiteY16655"/>
                </a:cxn>
                <a:cxn ang="0">
                  <a:pos x="connsiteX16656" y="connsiteY16656"/>
                </a:cxn>
                <a:cxn ang="0">
                  <a:pos x="connsiteX16657" y="connsiteY16657"/>
                </a:cxn>
                <a:cxn ang="0">
                  <a:pos x="connsiteX16658" y="connsiteY16658"/>
                </a:cxn>
                <a:cxn ang="0">
                  <a:pos x="connsiteX16659" y="connsiteY16659"/>
                </a:cxn>
                <a:cxn ang="0">
                  <a:pos x="connsiteX16660" y="connsiteY16660"/>
                </a:cxn>
                <a:cxn ang="0">
                  <a:pos x="connsiteX16661" y="connsiteY16661"/>
                </a:cxn>
                <a:cxn ang="0">
                  <a:pos x="connsiteX16662" y="connsiteY16662"/>
                </a:cxn>
                <a:cxn ang="0">
                  <a:pos x="connsiteX16663" y="connsiteY16663"/>
                </a:cxn>
                <a:cxn ang="0">
                  <a:pos x="connsiteX16664" y="connsiteY16664"/>
                </a:cxn>
                <a:cxn ang="0">
                  <a:pos x="connsiteX16665" y="connsiteY16665"/>
                </a:cxn>
                <a:cxn ang="0">
                  <a:pos x="connsiteX16666" y="connsiteY16666"/>
                </a:cxn>
                <a:cxn ang="0">
                  <a:pos x="connsiteX16667" y="connsiteY16667"/>
                </a:cxn>
                <a:cxn ang="0">
                  <a:pos x="connsiteX16668" y="connsiteY16668"/>
                </a:cxn>
                <a:cxn ang="0">
                  <a:pos x="connsiteX16669" y="connsiteY16669"/>
                </a:cxn>
                <a:cxn ang="0">
                  <a:pos x="connsiteX16670" y="connsiteY16670"/>
                </a:cxn>
                <a:cxn ang="0">
                  <a:pos x="connsiteX16671" y="connsiteY16671"/>
                </a:cxn>
                <a:cxn ang="0">
                  <a:pos x="connsiteX16672" y="connsiteY16672"/>
                </a:cxn>
                <a:cxn ang="0">
                  <a:pos x="connsiteX16673" y="connsiteY16673"/>
                </a:cxn>
                <a:cxn ang="0">
                  <a:pos x="connsiteX16674" y="connsiteY16674"/>
                </a:cxn>
                <a:cxn ang="0">
                  <a:pos x="connsiteX16675" y="connsiteY16675"/>
                </a:cxn>
                <a:cxn ang="0">
                  <a:pos x="connsiteX16676" y="connsiteY16676"/>
                </a:cxn>
                <a:cxn ang="0">
                  <a:pos x="connsiteX16677" y="connsiteY16677"/>
                </a:cxn>
                <a:cxn ang="0">
                  <a:pos x="connsiteX16678" y="connsiteY16678"/>
                </a:cxn>
                <a:cxn ang="0">
                  <a:pos x="connsiteX16679" y="connsiteY16679"/>
                </a:cxn>
                <a:cxn ang="0">
                  <a:pos x="connsiteX16680" y="connsiteY16680"/>
                </a:cxn>
                <a:cxn ang="0">
                  <a:pos x="connsiteX16681" y="connsiteY16681"/>
                </a:cxn>
                <a:cxn ang="0">
                  <a:pos x="connsiteX16682" y="connsiteY16682"/>
                </a:cxn>
                <a:cxn ang="0">
                  <a:pos x="connsiteX16683" y="connsiteY16683"/>
                </a:cxn>
                <a:cxn ang="0">
                  <a:pos x="connsiteX16684" y="connsiteY16684"/>
                </a:cxn>
                <a:cxn ang="0">
                  <a:pos x="connsiteX16685" y="connsiteY16685"/>
                </a:cxn>
                <a:cxn ang="0">
                  <a:pos x="connsiteX16686" y="connsiteY16686"/>
                </a:cxn>
                <a:cxn ang="0">
                  <a:pos x="connsiteX16687" y="connsiteY16687"/>
                </a:cxn>
                <a:cxn ang="0">
                  <a:pos x="connsiteX16688" y="connsiteY16688"/>
                </a:cxn>
                <a:cxn ang="0">
                  <a:pos x="connsiteX16689" y="connsiteY16689"/>
                </a:cxn>
                <a:cxn ang="0">
                  <a:pos x="connsiteX16690" y="connsiteY16690"/>
                </a:cxn>
                <a:cxn ang="0">
                  <a:pos x="connsiteX16691" y="connsiteY16691"/>
                </a:cxn>
                <a:cxn ang="0">
                  <a:pos x="connsiteX16692" y="connsiteY16692"/>
                </a:cxn>
                <a:cxn ang="0">
                  <a:pos x="connsiteX16693" y="connsiteY16693"/>
                </a:cxn>
                <a:cxn ang="0">
                  <a:pos x="connsiteX16694" y="connsiteY16694"/>
                </a:cxn>
                <a:cxn ang="0">
                  <a:pos x="connsiteX16695" y="connsiteY16695"/>
                </a:cxn>
                <a:cxn ang="0">
                  <a:pos x="connsiteX16696" y="connsiteY16696"/>
                </a:cxn>
                <a:cxn ang="0">
                  <a:pos x="connsiteX16697" y="connsiteY16697"/>
                </a:cxn>
                <a:cxn ang="0">
                  <a:pos x="connsiteX16698" y="connsiteY16698"/>
                </a:cxn>
                <a:cxn ang="0">
                  <a:pos x="connsiteX16699" y="connsiteY16699"/>
                </a:cxn>
                <a:cxn ang="0">
                  <a:pos x="connsiteX16700" y="connsiteY16700"/>
                </a:cxn>
                <a:cxn ang="0">
                  <a:pos x="connsiteX16701" y="connsiteY16701"/>
                </a:cxn>
                <a:cxn ang="0">
                  <a:pos x="connsiteX16702" y="connsiteY16702"/>
                </a:cxn>
                <a:cxn ang="0">
                  <a:pos x="connsiteX16703" y="connsiteY16703"/>
                </a:cxn>
                <a:cxn ang="0">
                  <a:pos x="connsiteX16704" y="connsiteY16704"/>
                </a:cxn>
                <a:cxn ang="0">
                  <a:pos x="connsiteX16705" y="connsiteY16705"/>
                </a:cxn>
                <a:cxn ang="0">
                  <a:pos x="connsiteX16706" y="connsiteY16706"/>
                </a:cxn>
                <a:cxn ang="0">
                  <a:pos x="connsiteX16707" y="connsiteY16707"/>
                </a:cxn>
                <a:cxn ang="0">
                  <a:pos x="connsiteX16708" y="connsiteY16708"/>
                </a:cxn>
                <a:cxn ang="0">
                  <a:pos x="connsiteX16709" y="connsiteY16709"/>
                </a:cxn>
                <a:cxn ang="0">
                  <a:pos x="connsiteX16710" y="connsiteY16710"/>
                </a:cxn>
                <a:cxn ang="0">
                  <a:pos x="connsiteX16711" y="connsiteY16711"/>
                </a:cxn>
                <a:cxn ang="0">
                  <a:pos x="connsiteX16712" y="connsiteY16712"/>
                </a:cxn>
                <a:cxn ang="0">
                  <a:pos x="connsiteX16713" y="connsiteY16713"/>
                </a:cxn>
                <a:cxn ang="0">
                  <a:pos x="connsiteX16714" y="connsiteY16714"/>
                </a:cxn>
                <a:cxn ang="0">
                  <a:pos x="connsiteX16715" y="connsiteY16715"/>
                </a:cxn>
                <a:cxn ang="0">
                  <a:pos x="connsiteX16716" y="connsiteY16716"/>
                </a:cxn>
                <a:cxn ang="0">
                  <a:pos x="connsiteX16717" y="connsiteY16717"/>
                </a:cxn>
                <a:cxn ang="0">
                  <a:pos x="connsiteX16718" y="connsiteY16718"/>
                </a:cxn>
                <a:cxn ang="0">
                  <a:pos x="connsiteX16719" y="connsiteY16719"/>
                </a:cxn>
                <a:cxn ang="0">
                  <a:pos x="connsiteX16720" y="connsiteY16720"/>
                </a:cxn>
                <a:cxn ang="0">
                  <a:pos x="connsiteX16721" y="connsiteY16721"/>
                </a:cxn>
                <a:cxn ang="0">
                  <a:pos x="connsiteX16722" y="connsiteY16722"/>
                </a:cxn>
                <a:cxn ang="0">
                  <a:pos x="connsiteX16723" y="connsiteY16723"/>
                </a:cxn>
                <a:cxn ang="0">
                  <a:pos x="connsiteX16724" y="connsiteY16724"/>
                </a:cxn>
                <a:cxn ang="0">
                  <a:pos x="connsiteX16725" y="connsiteY16725"/>
                </a:cxn>
                <a:cxn ang="0">
                  <a:pos x="connsiteX16726" y="connsiteY16726"/>
                </a:cxn>
                <a:cxn ang="0">
                  <a:pos x="connsiteX16727" y="connsiteY16727"/>
                </a:cxn>
                <a:cxn ang="0">
                  <a:pos x="connsiteX16728" y="connsiteY16728"/>
                </a:cxn>
                <a:cxn ang="0">
                  <a:pos x="connsiteX16729" y="connsiteY16729"/>
                </a:cxn>
                <a:cxn ang="0">
                  <a:pos x="connsiteX16730" y="connsiteY16730"/>
                </a:cxn>
                <a:cxn ang="0">
                  <a:pos x="connsiteX16731" y="connsiteY16731"/>
                </a:cxn>
                <a:cxn ang="0">
                  <a:pos x="connsiteX16732" y="connsiteY16732"/>
                </a:cxn>
                <a:cxn ang="0">
                  <a:pos x="connsiteX16733" y="connsiteY16733"/>
                </a:cxn>
                <a:cxn ang="0">
                  <a:pos x="connsiteX16734" y="connsiteY16734"/>
                </a:cxn>
                <a:cxn ang="0">
                  <a:pos x="connsiteX16735" y="connsiteY16735"/>
                </a:cxn>
                <a:cxn ang="0">
                  <a:pos x="connsiteX16736" y="connsiteY16736"/>
                </a:cxn>
                <a:cxn ang="0">
                  <a:pos x="connsiteX16737" y="connsiteY16737"/>
                </a:cxn>
                <a:cxn ang="0">
                  <a:pos x="connsiteX16738" y="connsiteY16738"/>
                </a:cxn>
                <a:cxn ang="0">
                  <a:pos x="connsiteX16739" y="connsiteY16739"/>
                </a:cxn>
                <a:cxn ang="0">
                  <a:pos x="connsiteX16740" y="connsiteY16740"/>
                </a:cxn>
                <a:cxn ang="0">
                  <a:pos x="connsiteX16741" y="connsiteY16741"/>
                </a:cxn>
                <a:cxn ang="0">
                  <a:pos x="connsiteX16742" y="connsiteY16742"/>
                </a:cxn>
                <a:cxn ang="0">
                  <a:pos x="connsiteX16743" y="connsiteY16743"/>
                </a:cxn>
                <a:cxn ang="0">
                  <a:pos x="connsiteX16744" y="connsiteY16744"/>
                </a:cxn>
                <a:cxn ang="0">
                  <a:pos x="connsiteX16745" y="connsiteY16745"/>
                </a:cxn>
                <a:cxn ang="0">
                  <a:pos x="connsiteX16746" y="connsiteY16746"/>
                </a:cxn>
                <a:cxn ang="0">
                  <a:pos x="connsiteX16747" y="connsiteY16747"/>
                </a:cxn>
                <a:cxn ang="0">
                  <a:pos x="connsiteX16748" y="connsiteY16748"/>
                </a:cxn>
                <a:cxn ang="0">
                  <a:pos x="connsiteX16749" y="connsiteY16749"/>
                </a:cxn>
                <a:cxn ang="0">
                  <a:pos x="connsiteX16750" y="connsiteY16750"/>
                </a:cxn>
                <a:cxn ang="0">
                  <a:pos x="connsiteX16751" y="connsiteY16751"/>
                </a:cxn>
                <a:cxn ang="0">
                  <a:pos x="connsiteX16752" y="connsiteY16752"/>
                </a:cxn>
                <a:cxn ang="0">
                  <a:pos x="connsiteX16753" y="connsiteY16753"/>
                </a:cxn>
                <a:cxn ang="0">
                  <a:pos x="connsiteX16754" y="connsiteY16754"/>
                </a:cxn>
                <a:cxn ang="0">
                  <a:pos x="connsiteX16755" y="connsiteY16755"/>
                </a:cxn>
                <a:cxn ang="0">
                  <a:pos x="connsiteX16756" y="connsiteY16756"/>
                </a:cxn>
                <a:cxn ang="0">
                  <a:pos x="connsiteX16757" y="connsiteY16757"/>
                </a:cxn>
                <a:cxn ang="0">
                  <a:pos x="connsiteX16758" y="connsiteY16758"/>
                </a:cxn>
                <a:cxn ang="0">
                  <a:pos x="connsiteX16759" y="connsiteY16759"/>
                </a:cxn>
                <a:cxn ang="0">
                  <a:pos x="connsiteX16760" y="connsiteY16760"/>
                </a:cxn>
                <a:cxn ang="0">
                  <a:pos x="connsiteX16761" y="connsiteY16761"/>
                </a:cxn>
                <a:cxn ang="0">
                  <a:pos x="connsiteX16762" y="connsiteY16762"/>
                </a:cxn>
                <a:cxn ang="0">
                  <a:pos x="connsiteX16763" y="connsiteY16763"/>
                </a:cxn>
                <a:cxn ang="0">
                  <a:pos x="connsiteX16764" y="connsiteY16764"/>
                </a:cxn>
                <a:cxn ang="0">
                  <a:pos x="connsiteX16765" y="connsiteY16765"/>
                </a:cxn>
                <a:cxn ang="0">
                  <a:pos x="connsiteX16766" y="connsiteY16766"/>
                </a:cxn>
                <a:cxn ang="0">
                  <a:pos x="connsiteX16767" y="connsiteY16767"/>
                </a:cxn>
                <a:cxn ang="0">
                  <a:pos x="connsiteX16768" y="connsiteY16768"/>
                </a:cxn>
                <a:cxn ang="0">
                  <a:pos x="connsiteX16769" y="connsiteY16769"/>
                </a:cxn>
                <a:cxn ang="0">
                  <a:pos x="connsiteX16770" y="connsiteY16770"/>
                </a:cxn>
                <a:cxn ang="0">
                  <a:pos x="connsiteX16771" y="connsiteY16771"/>
                </a:cxn>
                <a:cxn ang="0">
                  <a:pos x="connsiteX16772" y="connsiteY16772"/>
                </a:cxn>
                <a:cxn ang="0">
                  <a:pos x="connsiteX16773" y="connsiteY16773"/>
                </a:cxn>
                <a:cxn ang="0">
                  <a:pos x="connsiteX16774" y="connsiteY16774"/>
                </a:cxn>
                <a:cxn ang="0">
                  <a:pos x="connsiteX16775" y="connsiteY16775"/>
                </a:cxn>
                <a:cxn ang="0">
                  <a:pos x="connsiteX16776" y="connsiteY16776"/>
                </a:cxn>
                <a:cxn ang="0">
                  <a:pos x="connsiteX16777" y="connsiteY16777"/>
                </a:cxn>
                <a:cxn ang="0">
                  <a:pos x="connsiteX16778" y="connsiteY16778"/>
                </a:cxn>
                <a:cxn ang="0">
                  <a:pos x="connsiteX16779" y="connsiteY16779"/>
                </a:cxn>
                <a:cxn ang="0">
                  <a:pos x="connsiteX16780" y="connsiteY16780"/>
                </a:cxn>
                <a:cxn ang="0">
                  <a:pos x="connsiteX16781" y="connsiteY16781"/>
                </a:cxn>
                <a:cxn ang="0">
                  <a:pos x="connsiteX16782" y="connsiteY16782"/>
                </a:cxn>
                <a:cxn ang="0">
                  <a:pos x="connsiteX16783" y="connsiteY16783"/>
                </a:cxn>
                <a:cxn ang="0">
                  <a:pos x="connsiteX16784" y="connsiteY16784"/>
                </a:cxn>
                <a:cxn ang="0">
                  <a:pos x="connsiteX16785" y="connsiteY16785"/>
                </a:cxn>
                <a:cxn ang="0">
                  <a:pos x="connsiteX16786" y="connsiteY16786"/>
                </a:cxn>
                <a:cxn ang="0">
                  <a:pos x="connsiteX16787" y="connsiteY16787"/>
                </a:cxn>
                <a:cxn ang="0">
                  <a:pos x="connsiteX16788" y="connsiteY16788"/>
                </a:cxn>
                <a:cxn ang="0">
                  <a:pos x="connsiteX16789" y="connsiteY16789"/>
                </a:cxn>
                <a:cxn ang="0">
                  <a:pos x="connsiteX16790" y="connsiteY16790"/>
                </a:cxn>
                <a:cxn ang="0">
                  <a:pos x="connsiteX16791" y="connsiteY16791"/>
                </a:cxn>
                <a:cxn ang="0">
                  <a:pos x="connsiteX16792" y="connsiteY16792"/>
                </a:cxn>
                <a:cxn ang="0">
                  <a:pos x="connsiteX16793" y="connsiteY16793"/>
                </a:cxn>
                <a:cxn ang="0">
                  <a:pos x="connsiteX16794" y="connsiteY16794"/>
                </a:cxn>
                <a:cxn ang="0">
                  <a:pos x="connsiteX16795" y="connsiteY16795"/>
                </a:cxn>
                <a:cxn ang="0">
                  <a:pos x="connsiteX16796" y="connsiteY16796"/>
                </a:cxn>
                <a:cxn ang="0">
                  <a:pos x="connsiteX16797" y="connsiteY16797"/>
                </a:cxn>
                <a:cxn ang="0">
                  <a:pos x="connsiteX16798" y="connsiteY16798"/>
                </a:cxn>
                <a:cxn ang="0">
                  <a:pos x="connsiteX16799" y="connsiteY16799"/>
                </a:cxn>
                <a:cxn ang="0">
                  <a:pos x="connsiteX16800" y="connsiteY16800"/>
                </a:cxn>
                <a:cxn ang="0">
                  <a:pos x="connsiteX16801" y="connsiteY16801"/>
                </a:cxn>
                <a:cxn ang="0">
                  <a:pos x="connsiteX16802" y="connsiteY16802"/>
                </a:cxn>
                <a:cxn ang="0">
                  <a:pos x="connsiteX16803" y="connsiteY16803"/>
                </a:cxn>
                <a:cxn ang="0">
                  <a:pos x="connsiteX16804" y="connsiteY16804"/>
                </a:cxn>
                <a:cxn ang="0">
                  <a:pos x="connsiteX16805" y="connsiteY16805"/>
                </a:cxn>
                <a:cxn ang="0">
                  <a:pos x="connsiteX16806" y="connsiteY16806"/>
                </a:cxn>
                <a:cxn ang="0">
                  <a:pos x="connsiteX16807" y="connsiteY16807"/>
                </a:cxn>
                <a:cxn ang="0">
                  <a:pos x="connsiteX16808" y="connsiteY16808"/>
                </a:cxn>
                <a:cxn ang="0">
                  <a:pos x="connsiteX16809" y="connsiteY16809"/>
                </a:cxn>
                <a:cxn ang="0">
                  <a:pos x="connsiteX16810" y="connsiteY16810"/>
                </a:cxn>
                <a:cxn ang="0">
                  <a:pos x="connsiteX16811" y="connsiteY16811"/>
                </a:cxn>
                <a:cxn ang="0">
                  <a:pos x="connsiteX16812" y="connsiteY16812"/>
                </a:cxn>
                <a:cxn ang="0">
                  <a:pos x="connsiteX16813" y="connsiteY16813"/>
                </a:cxn>
                <a:cxn ang="0">
                  <a:pos x="connsiteX16814" y="connsiteY16814"/>
                </a:cxn>
                <a:cxn ang="0">
                  <a:pos x="connsiteX16815" y="connsiteY16815"/>
                </a:cxn>
                <a:cxn ang="0">
                  <a:pos x="connsiteX16816" y="connsiteY16816"/>
                </a:cxn>
                <a:cxn ang="0">
                  <a:pos x="connsiteX16817" y="connsiteY16817"/>
                </a:cxn>
                <a:cxn ang="0">
                  <a:pos x="connsiteX16818" y="connsiteY16818"/>
                </a:cxn>
                <a:cxn ang="0">
                  <a:pos x="connsiteX16819" y="connsiteY16819"/>
                </a:cxn>
                <a:cxn ang="0">
                  <a:pos x="connsiteX16820" y="connsiteY16820"/>
                </a:cxn>
                <a:cxn ang="0">
                  <a:pos x="connsiteX16821" y="connsiteY16821"/>
                </a:cxn>
                <a:cxn ang="0">
                  <a:pos x="connsiteX16822" y="connsiteY16822"/>
                </a:cxn>
                <a:cxn ang="0">
                  <a:pos x="connsiteX16823" y="connsiteY16823"/>
                </a:cxn>
                <a:cxn ang="0">
                  <a:pos x="connsiteX16824" y="connsiteY16824"/>
                </a:cxn>
                <a:cxn ang="0">
                  <a:pos x="connsiteX16825" y="connsiteY16825"/>
                </a:cxn>
                <a:cxn ang="0">
                  <a:pos x="connsiteX16826" y="connsiteY16826"/>
                </a:cxn>
                <a:cxn ang="0">
                  <a:pos x="connsiteX16827" y="connsiteY16827"/>
                </a:cxn>
                <a:cxn ang="0">
                  <a:pos x="connsiteX16828" y="connsiteY16828"/>
                </a:cxn>
                <a:cxn ang="0">
                  <a:pos x="connsiteX16829" y="connsiteY16829"/>
                </a:cxn>
                <a:cxn ang="0">
                  <a:pos x="connsiteX16830" y="connsiteY16830"/>
                </a:cxn>
                <a:cxn ang="0">
                  <a:pos x="connsiteX16831" y="connsiteY16831"/>
                </a:cxn>
                <a:cxn ang="0">
                  <a:pos x="connsiteX16832" y="connsiteY16832"/>
                </a:cxn>
                <a:cxn ang="0">
                  <a:pos x="connsiteX16833" y="connsiteY16833"/>
                </a:cxn>
                <a:cxn ang="0">
                  <a:pos x="connsiteX16834" y="connsiteY16834"/>
                </a:cxn>
                <a:cxn ang="0">
                  <a:pos x="connsiteX16835" y="connsiteY16835"/>
                </a:cxn>
                <a:cxn ang="0">
                  <a:pos x="connsiteX16836" y="connsiteY16836"/>
                </a:cxn>
                <a:cxn ang="0">
                  <a:pos x="connsiteX16837" y="connsiteY16837"/>
                </a:cxn>
                <a:cxn ang="0">
                  <a:pos x="connsiteX16838" y="connsiteY16838"/>
                </a:cxn>
                <a:cxn ang="0">
                  <a:pos x="connsiteX16839" y="connsiteY16839"/>
                </a:cxn>
                <a:cxn ang="0">
                  <a:pos x="connsiteX16840" y="connsiteY16840"/>
                </a:cxn>
                <a:cxn ang="0">
                  <a:pos x="connsiteX16841" y="connsiteY16841"/>
                </a:cxn>
                <a:cxn ang="0">
                  <a:pos x="connsiteX16842" y="connsiteY16842"/>
                </a:cxn>
                <a:cxn ang="0">
                  <a:pos x="connsiteX16843" y="connsiteY16843"/>
                </a:cxn>
                <a:cxn ang="0">
                  <a:pos x="connsiteX16844" y="connsiteY16844"/>
                </a:cxn>
                <a:cxn ang="0">
                  <a:pos x="connsiteX16845" y="connsiteY16845"/>
                </a:cxn>
                <a:cxn ang="0">
                  <a:pos x="connsiteX16846" y="connsiteY16846"/>
                </a:cxn>
                <a:cxn ang="0">
                  <a:pos x="connsiteX16847" y="connsiteY16847"/>
                </a:cxn>
                <a:cxn ang="0">
                  <a:pos x="connsiteX16848" y="connsiteY16848"/>
                </a:cxn>
                <a:cxn ang="0">
                  <a:pos x="connsiteX16849" y="connsiteY16849"/>
                </a:cxn>
                <a:cxn ang="0">
                  <a:pos x="connsiteX16850" y="connsiteY16850"/>
                </a:cxn>
                <a:cxn ang="0">
                  <a:pos x="connsiteX16851" y="connsiteY16851"/>
                </a:cxn>
                <a:cxn ang="0">
                  <a:pos x="connsiteX16852" y="connsiteY16852"/>
                </a:cxn>
                <a:cxn ang="0">
                  <a:pos x="connsiteX16853" y="connsiteY16853"/>
                </a:cxn>
                <a:cxn ang="0">
                  <a:pos x="connsiteX16854" y="connsiteY16854"/>
                </a:cxn>
                <a:cxn ang="0">
                  <a:pos x="connsiteX16855" y="connsiteY16855"/>
                </a:cxn>
                <a:cxn ang="0">
                  <a:pos x="connsiteX16856" y="connsiteY16856"/>
                </a:cxn>
                <a:cxn ang="0">
                  <a:pos x="connsiteX16857" y="connsiteY16857"/>
                </a:cxn>
                <a:cxn ang="0">
                  <a:pos x="connsiteX16858" y="connsiteY16858"/>
                </a:cxn>
                <a:cxn ang="0">
                  <a:pos x="connsiteX16859" y="connsiteY16859"/>
                </a:cxn>
                <a:cxn ang="0">
                  <a:pos x="connsiteX16860" y="connsiteY16860"/>
                </a:cxn>
                <a:cxn ang="0">
                  <a:pos x="connsiteX16861" y="connsiteY16861"/>
                </a:cxn>
                <a:cxn ang="0">
                  <a:pos x="connsiteX16862" y="connsiteY16862"/>
                </a:cxn>
                <a:cxn ang="0">
                  <a:pos x="connsiteX16863" y="connsiteY16863"/>
                </a:cxn>
                <a:cxn ang="0">
                  <a:pos x="connsiteX16864" y="connsiteY16864"/>
                </a:cxn>
                <a:cxn ang="0">
                  <a:pos x="connsiteX16865" y="connsiteY16865"/>
                </a:cxn>
                <a:cxn ang="0">
                  <a:pos x="connsiteX16866" y="connsiteY16866"/>
                </a:cxn>
                <a:cxn ang="0">
                  <a:pos x="connsiteX16867" y="connsiteY16867"/>
                </a:cxn>
                <a:cxn ang="0">
                  <a:pos x="connsiteX16868" y="connsiteY16868"/>
                </a:cxn>
                <a:cxn ang="0">
                  <a:pos x="connsiteX16869" y="connsiteY16869"/>
                </a:cxn>
                <a:cxn ang="0">
                  <a:pos x="connsiteX16870" y="connsiteY16870"/>
                </a:cxn>
                <a:cxn ang="0">
                  <a:pos x="connsiteX16871" y="connsiteY16871"/>
                </a:cxn>
                <a:cxn ang="0">
                  <a:pos x="connsiteX16872" y="connsiteY16872"/>
                </a:cxn>
                <a:cxn ang="0">
                  <a:pos x="connsiteX16873" y="connsiteY16873"/>
                </a:cxn>
                <a:cxn ang="0">
                  <a:pos x="connsiteX16874" y="connsiteY16874"/>
                </a:cxn>
                <a:cxn ang="0">
                  <a:pos x="connsiteX16875" y="connsiteY16875"/>
                </a:cxn>
                <a:cxn ang="0">
                  <a:pos x="connsiteX16876" y="connsiteY16876"/>
                </a:cxn>
                <a:cxn ang="0">
                  <a:pos x="connsiteX16877" y="connsiteY16877"/>
                </a:cxn>
                <a:cxn ang="0">
                  <a:pos x="connsiteX16878" y="connsiteY16878"/>
                </a:cxn>
                <a:cxn ang="0">
                  <a:pos x="connsiteX16879" y="connsiteY16879"/>
                </a:cxn>
                <a:cxn ang="0">
                  <a:pos x="connsiteX16880" y="connsiteY16880"/>
                </a:cxn>
                <a:cxn ang="0">
                  <a:pos x="connsiteX16881" y="connsiteY16881"/>
                </a:cxn>
                <a:cxn ang="0">
                  <a:pos x="connsiteX16882" y="connsiteY16882"/>
                </a:cxn>
                <a:cxn ang="0">
                  <a:pos x="connsiteX16883" y="connsiteY16883"/>
                </a:cxn>
                <a:cxn ang="0">
                  <a:pos x="connsiteX16884" y="connsiteY16884"/>
                </a:cxn>
                <a:cxn ang="0">
                  <a:pos x="connsiteX16885" y="connsiteY16885"/>
                </a:cxn>
                <a:cxn ang="0">
                  <a:pos x="connsiteX16886" y="connsiteY16886"/>
                </a:cxn>
                <a:cxn ang="0">
                  <a:pos x="connsiteX16887" y="connsiteY16887"/>
                </a:cxn>
                <a:cxn ang="0">
                  <a:pos x="connsiteX16888" y="connsiteY16888"/>
                </a:cxn>
                <a:cxn ang="0">
                  <a:pos x="connsiteX16889" y="connsiteY16889"/>
                </a:cxn>
                <a:cxn ang="0">
                  <a:pos x="connsiteX16890" y="connsiteY16890"/>
                </a:cxn>
                <a:cxn ang="0">
                  <a:pos x="connsiteX16891" y="connsiteY16891"/>
                </a:cxn>
                <a:cxn ang="0">
                  <a:pos x="connsiteX16892" y="connsiteY16892"/>
                </a:cxn>
                <a:cxn ang="0">
                  <a:pos x="connsiteX16893" y="connsiteY16893"/>
                </a:cxn>
                <a:cxn ang="0">
                  <a:pos x="connsiteX16894" y="connsiteY16894"/>
                </a:cxn>
                <a:cxn ang="0">
                  <a:pos x="connsiteX16895" y="connsiteY16895"/>
                </a:cxn>
                <a:cxn ang="0">
                  <a:pos x="connsiteX16896" y="connsiteY16896"/>
                </a:cxn>
                <a:cxn ang="0">
                  <a:pos x="connsiteX16897" y="connsiteY16897"/>
                </a:cxn>
                <a:cxn ang="0">
                  <a:pos x="connsiteX16898" y="connsiteY16898"/>
                </a:cxn>
                <a:cxn ang="0">
                  <a:pos x="connsiteX16899" y="connsiteY16899"/>
                </a:cxn>
                <a:cxn ang="0">
                  <a:pos x="connsiteX16900" y="connsiteY16900"/>
                </a:cxn>
                <a:cxn ang="0">
                  <a:pos x="connsiteX16901" y="connsiteY16901"/>
                </a:cxn>
                <a:cxn ang="0">
                  <a:pos x="connsiteX16902" y="connsiteY16902"/>
                </a:cxn>
                <a:cxn ang="0">
                  <a:pos x="connsiteX16903" y="connsiteY16903"/>
                </a:cxn>
                <a:cxn ang="0">
                  <a:pos x="connsiteX16904" y="connsiteY16904"/>
                </a:cxn>
                <a:cxn ang="0">
                  <a:pos x="connsiteX16905" y="connsiteY16905"/>
                </a:cxn>
                <a:cxn ang="0">
                  <a:pos x="connsiteX16906" y="connsiteY16906"/>
                </a:cxn>
                <a:cxn ang="0">
                  <a:pos x="connsiteX16907" y="connsiteY16907"/>
                </a:cxn>
                <a:cxn ang="0">
                  <a:pos x="connsiteX16908" y="connsiteY16908"/>
                </a:cxn>
                <a:cxn ang="0">
                  <a:pos x="connsiteX16909" y="connsiteY16909"/>
                </a:cxn>
                <a:cxn ang="0">
                  <a:pos x="connsiteX16910" y="connsiteY16910"/>
                </a:cxn>
                <a:cxn ang="0">
                  <a:pos x="connsiteX16911" y="connsiteY16911"/>
                </a:cxn>
                <a:cxn ang="0">
                  <a:pos x="connsiteX16912" y="connsiteY16912"/>
                </a:cxn>
                <a:cxn ang="0">
                  <a:pos x="connsiteX16913" y="connsiteY16913"/>
                </a:cxn>
                <a:cxn ang="0">
                  <a:pos x="connsiteX16914" y="connsiteY16914"/>
                </a:cxn>
                <a:cxn ang="0">
                  <a:pos x="connsiteX16915" y="connsiteY16915"/>
                </a:cxn>
                <a:cxn ang="0">
                  <a:pos x="connsiteX16916" y="connsiteY16916"/>
                </a:cxn>
                <a:cxn ang="0">
                  <a:pos x="connsiteX16917" y="connsiteY16917"/>
                </a:cxn>
                <a:cxn ang="0">
                  <a:pos x="connsiteX16918" y="connsiteY16918"/>
                </a:cxn>
                <a:cxn ang="0">
                  <a:pos x="connsiteX16919" y="connsiteY16919"/>
                </a:cxn>
                <a:cxn ang="0">
                  <a:pos x="connsiteX16920" y="connsiteY16920"/>
                </a:cxn>
                <a:cxn ang="0">
                  <a:pos x="connsiteX16921" y="connsiteY16921"/>
                </a:cxn>
                <a:cxn ang="0">
                  <a:pos x="connsiteX16922" y="connsiteY16922"/>
                </a:cxn>
                <a:cxn ang="0">
                  <a:pos x="connsiteX16923" y="connsiteY16923"/>
                </a:cxn>
                <a:cxn ang="0">
                  <a:pos x="connsiteX16924" y="connsiteY16924"/>
                </a:cxn>
                <a:cxn ang="0">
                  <a:pos x="connsiteX16925" y="connsiteY16925"/>
                </a:cxn>
                <a:cxn ang="0">
                  <a:pos x="connsiteX16926" y="connsiteY16926"/>
                </a:cxn>
                <a:cxn ang="0">
                  <a:pos x="connsiteX16927" y="connsiteY16927"/>
                </a:cxn>
                <a:cxn ang="0">
                  <a:pos x="connsiteX16928" y="connsiteY16928"/>
                </a:cxn>
                <a:cxn ang="0">
                  <a:pos x="connsiteX16929" y="connsiteY16929"/>
                </a:cxn>
                <a:cxn ang="0">
                  <a:pos x="connsiteX16930" y="connsiteY16930"/>
                </a:cxn>
                <a:cxn ang="0">
                  <a:pos x="connsiteX16931" y="connsiteY16931"/>
                </a:cxn>
                <a:cxn ang="0">
                  <a:pos x="connsiteX16932" y="connsiteY16932"/>
                </a:cxn>
                <a:cxn ang="0">
                  <a:pos x="connsiteX16933" y="connsiteY16933"/>
                </a:cxn>
                <a:cxn ang="0">
                  <a:pos x="connsiteX16934" y="connsiteY16934"/>
                </a:cxn>
                <a:cxn ang="0">
                  <a:pos x="connsiteX16935" y="connsiteY16935"/>
                </a:cxn>
                <a:cxn ang="0">
                  <a:pos x="connsiteX16936" y="connsiteY16936"/>
                </a:cxn>
                <a:cxn ang="0">
                  <a:pos x="connsiteX16937" y="connsiteY16937"/>
                </a:cxn>
                <a:cxn ang="0">
                  <a:pos x="connsiteX16938" y="connsiteY16938"/>
                </a:cxn>
                <a:cxn ang="0">
                  <a:pos x="connsiteX16939" y="connsiteY16939"/>
                </a:cxn>
                <a:cxn ang="0">
                  <a:pos x="connsiteX16940" y="connsiteY16940"/>
                </a:cxn>
                <a:cxn ang="0">
                  <a:pos x="connsiteX16941" y="connsiteY16941"/>
                </a:cxn>
                <a:cxn ang="0">
                  <a:pos x="connsiteX16942" y="connsiteY16942"/>
                </a:cxn>
                <a:cxn ang="0">
                  <a:pos x="connsiteX16943" y="connsiteY16943"/>
                </a:cxn>
                <a:cxn ang="0">
                  <a:pos x="connsiteX16944" y="connsiteY16944"/>
                </a:cxn>
                <a:cxn ang="0">
                  <a:pos x="connsiteX16945" y="connsiteY16945"/>
                </a:cxn>
                <a:cxn ang="0">
                  <a:pos x="connsiteX16946" y="connsiteY16946"/>
                </a:cxn>
                <a:cxn ang="0">
                  <a:pos x="connsiteX16947" y="connsiteY16947"/>
                </a:cxn>
                <a:cxn ang="0">
                  <a:pos x="connsiteX16948" y="connsiteY16948"/>
                </a:cxn>
                <a:cxn ang="0">
                  <a:pos x="connsiteX16949" y="connsiteY16949"/>
                </a:cxn>
                <a:cxn ang="0">
                  <a:pos x="connsiteX16950" y="connsiteY16950"/>
                </a:cxn>
                <a:cxn ang="0">
                  <a:pos x="connsiteX16951" y="connsiteY16951"/>
                </a:cxn>
                <a:cxn ang="0">
                  <a:pos x="connsiteX16952" y="connsiteY16952"/>
                </a:cxn>
                <a:cxn ang="0">
                  <a:pos x="connsiteX16953" y="connsiteY16953"/>
                </a:cxn>
                <a:cxn ang="0">
                  <a:pos x="connsiteX16954" y="connsiteY16954"/>
                </a:cxn>
                <a:cxn ang="0">
                  <a:pos x="connsiteX16955" y="connsiteY16955"/>
                </a:cxn>
                <a:cxn ang="0">
                  <a:pos x="connsiteX16956" y="connsiteY16956"/>
                </a:cxn>
                <a:cxn ang="0">
                  <a:pos x="connsiteX16957" y="connsiteY16957"/>
                </a:cxn>
                <a:cxn ang="0">
                  <a:pos x="connsiteX16958" y="connsiteY16958"/>
                </a:cxn>
                <a:cxn ang="0">
                  <a:pos x="connsiteX16959" y="connsiteY16959"/>
                </a:cxn>
                <a:cxn ang="0">
                  <a:pos x="connsiteX16960" y="connsiteY16960"/>
                </a:cxn>
                <a:cxn ang="0">
                  <a:pos x="connsiteX16961" y="connsiteY16961"/>
                </a:cxn>
                <a:cxn ang="0">
                  <a:pos x="connsiteX16962" y="connsiteY16962"/>
                </a:cxn>
                <a:cxn ang="0">
                  <a:pos x="connsiteX16963" y="connsiteY16963"/>
                </a:cxn>
                <a:cxn ang="0">
                  <a:pos x="connsiteX16964" y="connsiteY16964"/>
                </a:cxn>
                <a:cxn ang="0">
                  <a:pos x="connsiteX16965" y="connsiteY16965"/>
                </a:cxn>
                <a:cxn ang="0">
                  <a:pos x="connsiteX16966" y="connsiteY16966"/>
                </a:cxn>
                <a:cxn ang="0">
                  <a:pos x="connsiteX16967" y="connsiteY16967"/>
                </a:cxn>
                <a:cxn ang="0">
                  <a:pos x="connsiteX16968" y="connsiteY16968"/>
                </a:cxn>
                <a:cxn ang="0">
                  <a:pos x="connsiteX16969" y="connsiteY16969"/>
                </a:cxn>
                <a:cxn ang="0">
                  <a:pos x="connsiteX16970" y="connsiteY16970"/>
                </a:cxn>
                <a:cxn ang="0">
                  <a:pos x="connsiteX16971" y="connsiteY16971"/>
                </a:cxn>
                <a:cxn ang="0">
                  <a:pos x="connsiteX16972" y="connsiteY16972"/>
                </a:cxn>
                <a:cxn ang="0">
                  <a:pos x="connsiteX16973" y="connsiteY16973"/>
                </a:cxn>
                <a:cxn ang="0">
                  <a:pos x="connsiteX16974" y="connsiteY16974"/>
                </a:cxn>
                <a:cxn ang="0">
                  <a:pos x="connsiteX16975" y="connsiteY16975"/>
                </a:cxn>
                <a:cxn ang="0">
                  <a:pos x="connsiteX16976" y="connsiteY16976"/>
                </a:cxn>
                <a:cxn ang="0">
                  <a:pos x="connsiteX16977" y="connsiteY16977"/>
                </a:cxn>
                <a:cxn ang="0">
                  <a:pos x="connsiteX16978" y="connsiteY16978"/>
                </a:cxn>
                <a:cxn ang="0">
                  <a:pos x="connsiteX16979" y="connsiteY16979"/>
                </a:cxn>
                <a:cxn ang="0">
                  <a:pos x="connsiteX16980" y="connsiteY16980"/>
                </a:cxn>
                <a:cxn ang="0">
                  <a:pos x="connsiteX16981" y="connsiteY16981"/>
                </a:cxn>
                <a:cxn ang="0">
                  <a:pos x="connsiteX16982" y="connsiteY16982"/>
                </a:cxn>
                <a:cxn ang="0">
                  <a:pos x="connsiteX16983" y="connsiteY16983"/>
                </a:cxn>
                <a:cxn ang="0">
                  <a:pos x="connsiteX16984" y="connsiteY16984"/>
                </a:cxn>
                <a:cxn ang="0">
                  <a:pos x="connsiteX16985" y="connsiteY16985"/>
                </a:cxn>
                <a:cxn ang="0">
                  <a:pos x="connsiteX16986" y="connsiteY16986"/>
                </a:cxn>
                <a:cxn ang="0">
                  <a:pos x="connsiteX16987" y="connsiteY16987"/>
                </a:cxn>
                <a:cxn ang="0">
                  <a:pos x="connsiteX16988" y="connsiteY16988"/>
                </a:cxn>
                <a:cxn ang="0">
                  <a:pos x="connsiteX16989" y="connsiteY16989"/>
                </a:cxn>
                <a:cxn ang="0">
                  <a:pos x="connsiteX16990" y="connsiteY16990"/>
                </a:cxn>
                <a:cxn ang="0">
                  <a:pos x="connsiteX16991" y="connsiteY16991"/>
                </a:cxn>
                <a:cxn ang="0">
                  <a:pos x="connsiteX16992" y="connsiteY16992"/>
                </a:cxn>
                <a:cxn ang="0">
                  <a:pos x="connsiteX16993" y="connsiteY16993"/>
                </a:cxn>
                <a:cxn ang="0">
                  <a:pos x="connsiteX16994" y="connsiteY16994"/>
                </a:cxn>
                <a:cxn ang="0">
                  <a:pos x="connsiteX16995" y="connsiteY16995"/>
                </a:cxn>
                <a:cxn ang="0">
                  <a:pos x="connsiteX16996" y="connsiteY16996"/>
                </a:cxn>
                <a:cxn ang="0">
                  <a:pos x="connsiteX16997" y="connsiteY16997"/>
                </a:cxn>
                <a:cxn ang="0">
                  <a:pos x="connsiteX16998" y="connsiteY16998"/>
                </a:cxn>
                <a:cxn ang="0">
                  <a:pos x="connsiteX16999" y="connsiteY16999"/>
                </a:cxn>
                <a:cxn ang="0">
                  <a:pos x="connsiteX17000" y="connsiteY17000"/>
                </a:cxn>
                <a:cxn ang="0">
                  <a:pos x="connsiteX17001" y="connsiteY17001"/>
                </a:cxn>
                <a:cxn ang="0">
                  <a:pos x="connsiteX17002" y="connsiteY17002"/>
                </a:cxn>
                <a:cxn ang="0">
                  <a:pos x="connsiteX17003" y="connsiteY17003"/>
                </a:cxn>
                <a:cxn ang="0">
                  <a:pos x="connsiteX17004" y="connsiteY17004"/>
                </a:cxn>
                <a:cxn ang="0">
                  <a:pos x="connsiteX17005" y="connsiteY17005"/>
                </a:cxn>
                <a:cxn ang="0">
                  <a:pos x="connsiteX17006" y="connsiteY17006"/>
                </a:cxn>
                <a:cxn ang="0">
                  <a:pos x="connsiteX17007" y="connsiteY17007"/>
                </a:cxn>
                <a:cxn ang="0">
                  <a:pos x="connsiteX17008" y="connsiteY17008"/>
                </a:cxn>
                <a:cxn ang="0">
                  <a:pos x="connsiteX17009" y="connsiteY17009"/>
                </a:cxn>
                <a:cxn ang="0">
                  <a:pos x="connsiteX17010" y="connsiteY17010"/>
                </a:cxn>
                <a:cxn ang="0">
                  <a:pos x="connsiteX17011" y="connsiteY17011"/>
                </a:cxn>
                <a:cxn ang="0">
                  <a:pos x="connsiteX17012" y="connsiteY17012"/>
                </a:cxn>
                <a:cxn ang="0">
                  <a:pos x="connsiteX17013" y="connsiteY17013"/>
                </a:cxn>
                <a:cxn ang="0">
                  <a:pos x="connsiteX17014" y="connsiteY17014"/>
                </a:cxn>
                <a:cxn ang="0">
                  <a:pos x="connsiteX17015" y="connsiteY17015"/>
                </a:cxn>
                <a:cxn ang="0">
                  <a:pos x="connsiteX17016" y="connsiteY17016"/>
                </a:cxn>
                <a:cxn ang="0">
                  <a:pos x="connsiteX17017" y="connsiteY17017"/>
                </a:cxn>
                <a:cxn ang="0">
                  <a:pos x="connsiteX17018" y="connsiteY17018"/>
                </a:cxn>
                <a:cxn ang="0">
                  <a:pos x="connsiteX17019" y="connsiteY17019"/>
                </a:cxn>
                <a:cxn ang="0">
                  <a:pos x="connsiteX17020" y="connsiteY17020"/>
                </a:cxn>
                <a:cxn ang="0">
                  <a:pos x="connsiteX17021" y="connsiteY17021"/>
                </a:cxn>
                <a:cxn ang="0">
                  <a:pos x="connsiteX17022" y="connsiteY17022"/>
                </a:cxn>
                <a:cxn ang="0">
                  <a:pos x="connsiteX17023" y="connsiteY17023"/>
                </a:cxn>
                <a:cxn ang="0">
                  <a:pos x="connsiteX17024" y="connsiteY17024"/>
                </a:cxn>
                <a:cxn ang="0">
                  <a:pos x="connsiteX17025" y="connsiteY17025"/>
                </a:cxn>
                <a:cxn ang="0">
                  <a:pos x="connsiteX17026" y="connsiteY17026"/>
                </a:cxn>
                <a:cxn ang="0">
                  <a:pos x="connsiteX17027" y="connsiteY17027"/>
                </a:cxn>
                <a:cxn ang="0">
                  <a:pos x="connsiteX17028" y="connsiteY17028"/>
                </a:cxn>
                <a:cxn ang="0">
                  <a:pos x="connsiteX17029" y="connsiteY17029"/>
                </a:cxn>
                <a:cxn ang="0">
                  <a:pos x="connsiteX17030" y="connsiteY17030"/>
                </a:cxn>
                <a:cxn ang="0">
                  <a:pos x="connsiteX17031" y="connsiteY17031"/>
                </a:cxn>
                <a:cxn ang="0">
                  <a:pos x="connsiteX17032" y="connsiteY17032"/>
                </a:cxn>
                <a:cxn ang="0">
                  <a:pos x="connsiteX17033" y="connsiteY17033"/>
                </a:cxn>
                <a:cxn ang="0">
                  <a:pos x="connsiteX17034" y="connsiteY17034"/>
                </a:cxn>
                <a:cxn ang="0">
                  <a:pos x="connsiteX17035" y="connsiteY17035"/>
                </a:cxn>
                <a:cxn ang="0">
                  <a:pos x="connsiteX17036" y="connsiteY17036"/>
                </a:cxn>
                <a:cxn ang="0">
                  <a:pos x="connsiteX17037" y="connsiteY17037"/>
                </a:cxn>
                <a:cxn ang="0">
                  <a:pos x="connsiteX17038" y="connsiteY17038"/>
                </a:cxn>
                <a:cxn ang="0">
                  <a:pos x="connsiteX17039" y="connsiteY17039"/>
                </a:cxn>
                <a:cxn ang="0">
                  <a:pos x="connsiteX17040" y="connsiteY17040"/>
                </a:cxn>
                <a:cxn ang="0">
                  <a:pos x="connsiteX17041" y="connsiteY17041"/>
                </a:cxn>
                <a:cxn ang="0">
                  <a:pos x="connsiteX17042" y="connsiteY17042"/>
                </a:cxn>
                <a:cxn ang="0">
                  <a:pos x="connsiteX17043" y="connsiteY17043"/>
                </a:cxn>
                <a:cxn ang="0">
                  <a:pos x="connsiteX17044" y="connsiteY17044"/>
                </a:cxn>
                <a:cxn ang="0">
                  <a:pos x="connsiteX17045" y="connsiteY17045"/>
                </a:cxn>
                <a:cxn ang="0">
                  <a:pos x="connsiteX17046" y="connsiteY17046"/>
                </a:cxn>
                <a:cxn ang="0">
                  <a:pos x="connsiteX17047" y="connsiteY17047"/>
                </a:cxn>
                <a:cxn ang="0">
                  <a:pos x="connsiteX17048" y="connsiteY17048"/>
                </a:cxn>
                <a:cxn ang="0">
                  <a:pos x="connsiteX17049" y="connsiteY17049"/>
                </a:cxn>
                <a:cxn ang="0">
                  <a:pos x="connsiteX17050" y="connsiteY17050"/>
                </a:cxn>
                <a:cxn ang="0">
                  <a:pos x="connsiteX17051" y="connsiteY17051"/>
                </a:cxn>
                <a:cxn ang="0">
                  <a:pos x="connsiteX17052" y="connsiteY17052"/>
                </a:cxn>
                <a:cxn ang="0">
                  <a:pos x="connsiteX17053" y="connsiteY17053"/>
                </a:cxn>
                <a:cxn ang="0">
                  <a:pos x="connsiteX17054" y="connsiteY17054"/>
                </a:cxn>
                <a:cxn ang="0">
                  <a:pos x="connsiteX17055" y="connsiteY17055"/>
                </a:cxn>
                <a:cxn ang="0">
                  <a:pos x="connsiteX17056" y="connsiteY17056"/>
                </a:cxn>
                <a:cxn ang="0">
                  <a:pos x="connsiteX17057" y="connsiteY17057"/>
                </a:cxn>
                <a:cxn ang="0">
                  <a:pos x="connsiteX17058" y="connsiteY17058"/>
                </a:cxn>
                <a:cxn ang="0">
                  <a:pos x="connsiteX17059" y="connsiteY17059"/>
                </a:cxn>
                <a:cxn ang="0">
                  <a:pos x="connsiteX17060" y="connsiteY17060"/>
                </a:cxn>
                <a:cxn ang="0">
                  <a:pos x="connsiteX17061" y="connsiteY17061"/>
                </a:cxn>
                <a:cxn ang="0">
                  <a:pos x="connsiteX17062" y="connsiteY17062"/>
                </a:cxn>
                <a:cxn ang="0">
                  <a:pos x="connsiteX17063" y="connsiteY17063"/>
                </a:cxn>
                <a:cxn ang="0">
                  <a:pos x="connsiteX17064" y="connsiteY17064"/>
                </a:cxn>
                <a:cxn ang="0">
                  <a:pos x="connsiteX17065" y="connsiteY17065"/>
                </a:cxn>
                <a:cxn ang="0">
                  <a:pos x="connsiteX17066" y="connsiteY17066"/>
                </a:cxn>
                <a:cxn ang="0">
                  <a:pos x="connsiteX17067" y="connsiteY17067"/>
                </a:cxn>
                <a:cxn ang="0">
                  <a:pos x="connsiteX17068" y="connsiteY17068"/>
                </a:cxn>
                <a:cxn ang="0">
                  <a:pos x="connsiteX17069" y="connsiteY17069"/>
                </a:cxn>
                <a:cxn ang="0">
                  <a:pos x="connsiteX17070" y="connsiteY17070"/>
                </a:cxn>
                <a:cxn ang="0">
                  <a:pos x="connsiteX17071" y="connsiteY17071"/>
                </a:cxn>
                <a:cxn ang="0">
                  <a:pos x="connsiteX17072" y="connsiteY17072"/>
                </a:cxn>
                <a:cxn ang="0">
                  <a:pos x="connsiteX17073" y="connsiteY17073"/>
                </a:cxn>
                <a:cxn ang="0">
                  <a:pos x="connsiteX17074" y="connsiteY17074"/>
                </a:cxn>
                <a:cxn ang="0">
                  <a:pos x="connsiteX17075" y="connsiteY17075"/>
                </a:cxn>
                <a:cxn ang="0">
                  <a:pos x="connsiteX17076" y="connsiteY17076"/>
                </a:cxn>
                <a:cxn ang="0">
                  <a:pos x="connsiteX17077" y="connsiteY17077"/>
                </a:cxn>
                <a:cxn ang="0">
                  <a:pos x="connsiteX17078" y="connsiteY17078"/>
                </a:cxn>
                <a:cxn ang="0">
                  <a:pos x="connsiteX17079" y="connsiteY17079"/>
                </a:cxn>
                <a:cxn ang="0">
                  <a:pos x="connsiteX17080" y="connsiteY17080"/>
                </a:cxn>
                <a:cxn ang="0">
                  <a:pos x="connsiteX17081" y="connsiteY17081"/>
                </a:cxn>
                <a:cxn ang="0">
                  <a:pos x="connsiteX17082" y="connsiteY17082"/>
                </a:cxn>
                <a:cxn ang="0">
                  <a:pos x="connsiteX17083" y="connsiteY17083"/>
                </a:cxn>
                <a:cxn ang="0">
                  <a:pos x="connsiteX17084" y="connsiteY17084"/>
                </a:cxn>
                <a:cxn ang="0">
                  <a:pos x="connsiteX17085" y="connsiteY17085"/>
                </a:cxn>
                <a:cxn ang="0">
                  <a:pos x="connsiteX17086" y="connsiteY17086"/>
                </a:cxn>
                <a:cxn ang="0">
                  <a:pos x="connsiteX17087" y="connsiteY17087"/>
                </a:cxn>
                <a:cxn ang="0">
                  <a:pos x="connsiteX17088" y="connsiteY17088"/>
                </a:cxn>
                <a:cxn ang="0">
                  <a:pos x="connsiteX17089" y="connsiteY17089"/>
                </a:cxn>
                <a:cxn ang="0">
                  <a:pos x="connsiteX17090" y="connsiteY17090"/>
                </a:cxn>
                <a:cxn ang="0">
                  <a:pos x="connsiteX17091" y="connsiteY17091"/>
                </a:cxn>
                <a:cxn ang="0">
                  <a:pos x="connsiteX17092" y="connsiteY17092"/>
                </a:cxn>
                <a:cxn ang="0">
                  <a:pos x="connsiteX17093" y="connsiteY17093"/>
                </a:cxn>
                <a:cxn ang="0">
                  <a:pos x="connsiteX17094" y="connsiteY17094"/>
                </a:cxn>
                <a:cxn ang="0">
                  <a:pos x="connsiteX17095" y="connsiteY17095"/>
                </a:cxn>
                <a:cxn ang="0">
                  <a:pos x="connsiteX17096" y="connsiteY17096"/>
                </a:cxn>
                <a:cxn ang="0">
                  <a:pos x="connsiteX17097" y="connsiteY17097"/>
                </a:cxn>
                <a:cxn ang="0">
                  <a:pos x="connsiteX17098" y="connsiteY17098"/>
                </a:cxn>
                <a:cxn ang="0">
                  <a:pos x="connsiteX17099" y="connsiteY17099"/>
                </a:cxn>
                <a:cxn ang="0">
                  <a:pos x="connsiteX17100" y="connsiteY17100"/>
                </a:cxn>
                <a:cxn ang="0">
                  <a:pos x="connsiteX17101" y="connsiteY17101"/>
                </a:cxn>
                <a:cxn ang="0">
                  <a:pos x="connsiteX17102" y="connsiteY17102"/>
                </a:cxn>
                <a:cxn ang="0">
                  <a:pos x="connsiteX17103" y="connsiteY17103"/>
                </a:cxn>
                <a:cxn ang="0">
                  <a:pos x="connsiteX17104" y="connsiteY17104"/>
                </a:cxn>
                <a:cxn ang="0">
                  <a:pos x="connsiteX17105" y="connsiteY17105"/>
                </a:cxn>
                <a:cxn ang="0">
                  <a:pos x="connsiteX17106" y="connsiteY17106"/>
                </a:cxn>
                <a:cxn ang="0">
                  <a:pos x="connsiteX17107" y="connsiteY17107"/>
                </a:cxn>
                <a:cxn ang="0">
                  <a:pos x="connsiteX17108" y="connsiteY17108"/>
                </a:cxn>
                <a:cxn ang="0">
                  <a:pos x="connsiteX17109" y="connsiteY17109"/>
                </a:cxn>
                <a:cxn ang="0">
                  <a:pos x="connsiteX17110" y="connsiteY17110"/>
                </a:cxn>
                <a:cxn ang="0">
                  <a:pos x="connsiteX17111" y="connsiteY17111"/>
                </a:cxn>
                <a:cxn ang="0">
                  <a:pos x="connsiteX17112" y="connsiteY17112"/>
                </a:cxn>
                <a:cxn ang="0">
                  <a:pos x="connsiteX17113" y="connsiteY17113"/>
                </a:cxn>
                <a:cxn ang="0">
                  <a:pos x="connsiteX17114" y="connsiteY17114"/>
                </a:cxn>
                <a:cxn ang="0">
                  <a:pos x="connsiteX17115" y="connsiteY17115"/>
                </a:cxn>
                <a:cxn ang="0">
                  <a:pos x="connsiteX17116" y="connsiteY17116"/>
                </a:cxn>
                <a:cxn ang="0">
                  <a:pos x="connsiteX17117" y="connsiteY17117"/>
                </a:cxn>
                <a:cxn ang="0">
                  <a:pos x="connsiteX17118" y="connsiteY17118"/>
                </a:cxn>
                <a:cxn ang="0">
                  <a:pos x="connsiteX17119" y="connsiteY17119"/>
                </a:cxn>
                <a:cxn ang="0">
                  <a:pos x="connsiteX17120" y="connsiteY17120"/>
                </a:cxn>
                <a:cxn ang="0">
                  <a:pos x="connsiteX17121" y="connsiteY17121"/>
                </a:cxn>
                <a:cxn ang="0">
                  <a:pos x="connsiteX17122" y="connsiteY17122"/>
                </a:cxn>
                <a:cxn ang="0">
                  <a:pos x="connsiteX17123" y="connsiteY17123"/>
                </a:cxn>
                <a:cxn ang="0">
                  <a:pos x="connsiteX17124" y="connsiteY17124"/>
                </a:cxn>
                <a:cxn ang="0">
                  <a:pos x="connsiteX17125" y="connsiteY17125"/>
                </a:cxn>
                <a:cxn ang="0">
                  <a:pos x="connsiteX17126" y="connsiteY17126"/>
                </a:cxn>
                <a:cxn ang="0">
                  <a:pos x="connsiteX17127" y="connsiteY17127"/>
                </a:cxn>
                <a:cxn ang="0">
                  <a:pos x="connsiteX17128" y="connsiteY17128"/>
                </a:cxn>
                <a:cxn ang="0">
                  <a:pos x="connsiteX17129" y="connsiteY17129"/>
                </a:cxn>
                <a:cxn ang="0">
                  <a:pos x="connsiteX17130" y="connsiteY17130"/>
                </a:cxn>
                <a:cxn ang="0">
                  <a:pos x="connsiteX17131" y="connsiteY17131"/>
                </a:cxn>
                <a:cxn ang="0">
                  <a:pos x="connsiteX17132" y="connsiteY17132"/>
                </a:cxn>
                <a:cxn ang="0">
                  <a:pos x="connsiteX17133" y="connsiteY17133"/>
                </a:cxn>
                <a:cxn ang="0">
                  <a:pos x="connsiteX17134" y="connsiteY17134"/>
                </a:cxn>
                <a:cxn ang="0">
                  <a:pos x="connsiteX17135" y="connsiteY17135"/>
                </a:cxn>
                <a:cxn ang="0">
                  <a:pos x="connsiteX17136" y="connsiteY17136"/>
                </a:cxn>
                <a:cxn ang="0">
                  <a:pos x="connsiteX17137" y="connsiteY17137"/>
                </a:cxn>
                <a:cxn ang="0">
                  <a:pos x="connsiteX17138" y="connsiteY17138"/>
                </a:cxn>
                <a:cxn ang="0">
                  <a:pos x="connsiteX17139" y="connsiteY17139"/>
                </a:cxn>
                <a:cxn ang="0">
                  <a:pos x="connsiteX17140" y="connsiteY17140"/>
                </a:cxn>
                <a:cxn ang="0">
                  <a:pos x="connsiteX17141" y="connsiteY17141"/>
                </a:cxn>
                <a:cxn ang="0">
                  <a:pos x="connsiteX17142" y="connsiteY17142"/>
                </a:cxn>
                <a:cxn ang="0">
                  <a:pos x="connsiteX17143" y="connsiteY17143"/>
                </a:cxn>
                <a:cxn ang="0">
                  <a:pos x="connsiteX17144" y="connsiteY17144"/>
                </a:cxn>
                <a:cxn ang="0">
                  <a:pos x="connsiteX17145" y="connsiteY17145"/>
                </a:cxn>
                <a:cxn ang="0">
                  <a:pos x="connsiteX17146" y="connsiteY17146"/>
                </a:cxn>
                <a:cxn ang="0">
                  <a:pos x="connsiteX17147" y="connsiteY17147"/>
                </a:cxn>
                <a:cxn ang="0">
                  <a:pos x="connsiteX17148" y="connsiteY17148"/>
                </a:cxn>
                <a:cxn ang="0">
                  <a:pos x="connsiteX17149" y="connsiteY17149"/>
                </a:cxn>
                <a:cxn ang="0">
                  <a:pos x="connsiteX17150" y="connsiteY17150"/>
                </a:cxn>
                <a:cxn ang="0">
                  <a:pos x="connsiteX17151" y="connsiteY17151"/>
                </a:cxn>
                <a:cxn ang="0">
                  <a:pos x="connsiteX17152" y="connsiteY17152"/>
                </a:cxn>
                <a:cxn ang="0">
                  <a:pos x="connsiteX17153" y="connsiteY17153"/>
                </a:cxn>
                <a:cxn ang="0">
                  <a:pos x="connsiteX17154" y="connsiteY17154"/>
                </a:cxn>
                <a:cxn ang="0">
                  <a:pos x="connsiteX17155" y="connsiteY17155"/>
                </a:cxn>
                <a:cxn ang="0">
                  <a:pos x="connsiteX17156" y="connsiteY17156"/>
                </a:cxn>
                <a:cxn ang="0">
                  <a:pos x="connsiteX17157" y="connsiteY17157"/>
                </a:cxn>
                <a:cxn ang="0">
                  <a:pos x="connsiteX17158" y="connsiteY17158"/>
                </a:cxn>
                <a:cxn ang="0">
                  <a:pos x="connsiteX17159" y="connsiteY17159"/>
                </a:cxn>
                <a:cxn ang="0">
                  <a:pos x="connsiteX17160" y="connsiteY17160"/>
                </a:cxn>
                <a:cxn ang="0">
                  <a:pos x="connsiteX17161" y="connsiteY17161"/>
                </a:cxn>
                <a:cxn ang="0">
                  <a:pos x="connsiteX17162" y="connsiteY17162"/>
                </a:cxn>
                <a:cxn ang="0">
                  <a:pos x="connsiteX17163" y="connsiteY17163"/>
                </a:cxn>
                <a:cxn ang="0">
                  <a:pos x="connsiteX17164" y="connsiteY17164"/>
                </a:cxn>
                <a:cxn ang="0">
                  <a:pos x="connsiteX17165" y="connsiteY17165"/>
                </a:cxn>
                <a:cxn ang="0">
                  <a:pos x="connsiteX17166" y="connsiteY17166"/>
                </a:cxn>
                <a:cxn ang="0">
                  <a:pos x="connsiteX17167" y="connsiteY17167"/>
                </a:cxn>
                <a:cxn ang="0">
                  <a:pos x="connsiteX17168" y="connsiteY17168"/>
                </a:cxn>
                <a:cxn ang="0">
                  <a:pos x="connsiteX17169" y="connsiteY17169"/>
                </a:cxn>
                <a:cxn ang="0">
                  <a:pos x="connsiteX17170" y="connsiteY17170"/>
                </a:cxn>
                <a:cxn ang="0">
                  <a:pos x="connsiteX17171" y="connsiteY17171"/>
                </a:cxn>
                <a:cxn ang="0">
                  <a:pos x="connsiteX17172" y="connsiteY17172"/>
                </a:cxn>
                <a:cxn ang="0">
                  <a:pos x="connsiteX17173" y="connsiteY17173"/>
                </a:cxn>
                <a:cxn ang="0">
                  <a:pos x="connsiteX17174" y="connsiteY17174"/>
                </a:cxn>
                <a:cxn ang="0">
                  <a:pos x="connsiteX17175" y="connsiteY17175"/>
                </a:cxn>
                <a:cxn ang="0">
                  <a:pos x="connsiteX17176" y="connsiteY17176"/>
                </a:cxn>
                <a:cxn ang="0">
                  <a:pos x="connsiteX17177" y="connsiteY17177"/>
                </a:cxn>
                <a:cxn ang="0">
                  <a:pos x="connsiteX17178" y="connsiteY17178"/>
                </a:cxn>
                <a:cxn ang="0">
                  <a:pos x="connsiteX17179" y="connsiteY17179"/>
                </a:cxn>
                <a:cxn ang="0">
                  <a:pos x="connsiteX17180" y="connsiteY17180"/>
                </a:cxn>
                <a:cxn ang="0">
                  <a:pos x="connsiteX17181" y="connsiteY17181"/>
                </a:cxn>
                <a:cxn ang="0">
                  <a:pos x="connsiteX17182" y="connsiteY17182"/>
                </a:cxn>
                <a:cxn ang="0">
                  <a:pos x="connsiteX17183" y="connsiteY17183"/>
                </a:cxn>
                <a:cxn ang="0">
                  <a:pos x="connsiteX17184" y="connsiteY17184"/>
                </a:cxn>
                <a:cxn ang="0">
                  <a:pos x="connsiteX17185" y="connsiteY17185"/>
                </a:cxn>
                <a:cxn ang="0">
                  <a:pos x="connsiteX17186" y="connsiteY17186"/>
                </a:cxn>
                <a:cxn ang="0">
                  <a:pos x="connsiteX17187" y="connsiteY17187"/>
                </a:cxn>
                <a:cxn ang="0">
                  <a:pos x="connsiteX17188" y="connsiteY17188"/>
                </a:cxn>
                <a:cxn ang="0">
                  <a:pos x="connsiteX17189" y="connsiteY17189"/>
                </a:cxn>
                <a:cxn ang="0">
                  <a:pos x="connsiteX17190" y="connsiteY17190"/>
                </a:cxn>
                <a:cxn ang="0">
                  <a:pos x="connsiteX17191" y="connsiteY17191"/>
                </a:cxn>
                <a:cxn ang="0">
                  <a:pos x="connsiteX17192" y="connsiteY17192"/>
                </a:cxn>
                <a:cxn ang="0">
                  <a:pos x="connsiteX17193" y="connsiteY17193"/>
                </a:cxn>
                <a:cxn ang="0">
                  <a:pos x="connsiteX17194" y="connsiteY17194"/>
                </a:cxn>
                <a:cxn ang="0">
                  <a:pos x="connsiteX17195" y="connsiteY17195"/>
                </a:cxn>
                <a:cxn ang="0">
                  <a:pos x="connsiteX17196" y="connsiteY17196"/>
                </a:cxn>
                <a:cxn ang="0">
                  <a:pos x="connsiteX17197" y="connsiteY17197"/>
                </a:cxn>
                <a:cxn ang="0">
                  <a:pos x="connsiteX17198" y="connsiteY17198"/>
                </a:cxn>
                <a:cxn ang="0">
                  <a:pos x="connsiteX17199" y="connsiteY17199"/>
                </a:cxn>
                <a:cxn ang="0">
                  <a:pos x="connsiteX17200" y="connsiteY17200"/>
                </a:cxn>
                <a:cxn ang="0">
                  <a:pos x="connsiteX17201" y="connsiteY17201"/>
                </a:cxn>
                <a:cxn ang="0">
                  <a:pos x="connsiteX17202" y="connsiteY17202"/>
                </a:cxn>
                <a:cxn ang="0">
                  <a:pos x="connsiteX17203" y="connsiteY17203"/>
                </a:cxn>
                <a:cxn ang="0">
                  <a:pos x="connsiteX17204" y="connsiteY17204"/>
                </a:cxn>
                <a:cxn ang="0">
                  <a:pos x="connsiteX17205" y="connsiteY17205"/>
                </a:cxn>
                <a:cxn ang="0">
                  <a:pos x="connsiteX17206" y="connsiteY17206"/>
                </a:cxn>
                <a:cxn ang="0">
                  <a:pos x="connsiteX17207" y="connsiteY17207"/>
                </a:cxn>
                <a:cxn ang="0">
                  <a:pos x="connsiteX17208" y="connsiteY17208"/>
                </a:cxn>
                <a:cxn ang="0">
                  <a:pos x="connsiteX17209" y="connsiteY17209"/>
                </a:cxn>
                <a:cxn ang="0">
                  <a:pos x="connsiteX17210" y="connsiteY17210"/>
                </a:cxn>
                <a:cxn ang="0">
                  <a:pos x="connsiteX17211" y="connsiteY17211"/>
                </a:cxn>
                <a:cxn ang="0">
                  <a:pos x="connsiteX17212" y="connsiteY17212"/>
                </a:cxn>
                <a:cxn ang="0">
                  <a:pos x="connsiteX17213" y="connsiteY17213"/>
                </a:cxn>
                <a:cxn ang="0">
                  <a:pos x="connsiteX17214" y="connsiteY17214"/>
                </a:cxn>
                <a:cxn ang="0">
                  <a:pos x="connsiteX17215" y="connsiteY17215"/>
                </a:cxn>
                <a:cxn ang="0">
                  <a:pos x="connsiteX17216" y="connsiteY17216"/>
                </a:cxn>
                <a:cxn ang="0">
                  <a:pos x="connsiteX17217" y="connsiteY17217"/>
                </a:cxn>
                <a:cxn ang="0">
                  <a:pos x="connsiteX17218" y="connsiteY17218"/>
                </a:cxn>
                <a:cxn ang="0">
                  <a:pos x="connsiteX17219" y="connsiteY17219"/>
                </a:cxn>
                <a:cxn ang="0">
                  <a:pos x="connsiteX17220" y="connsiteY17220"/>
                </a:cxn>
                <a:cxn ang="0">
                  <a:pos x="connsiteX17221" y="connsiteY17221"/>
                </a:cxn>
                <a:cxn ang="0">
                  <a:pos x="connsiteX17222" y="connsiteY17222"/>
                </a:cxn>
                <a:cxn ang="0">
                  <a:pos x="connsiteX17223" y="connsiteY17223"/>
                </a:cxn>
                <a:cxn ang="0">
                  <a:pos x="connsiteX17224" y="connsiteY17224"/>
                </a:cxn>
                <a:cxn ang="0">
                  <a:pos x="connsiteX17225" y="connsiteY17225"/>
                </a:cxn>
                <a:cxn ang="0">
                  <a:pos x="connsiteX17226" y="connsiteY17226"/>
                </a:cxn>
                <a:cxn ang="0">
                  <a:pos x="connsiteX17227" y="connsiteY17227"/>
                </a:cxn>
                <a:cxn ang="0">
                  <a:pos x="connsiteX17228" y="connsiteY17228"/>
                </a:cxn>
                <a:cxn ang="0">
                  <a:pos x="connsiteX17229" y="connsiteY17229"/>
                </a:cxn>
                <a:cxn ang="0">
                  <a:pos x="connsiteX17230" y="connsiteY17230"/>
                </a:cxn>
                <a:cxn ang="0">
                  <a:pos x="connsiteX17231" y="connsiteY17231"/>
                </a:cxn>
                <a:cxn ang="0">
                  <a:pos x="connsiteX17232" y="connsiteY17232"/>
                </a:cxn>
                <a:cxn ang="0">
                  <a:pos x="connsiteX17233" y="connsiteY17233"/>
                </a:cxn>
                <a:cxn ang="0">
                  <a:pos x="connsiteX17234" y="connsiteY17234"/>
                </a:cxn>
                <a:cxn ang="0">
                  <a:pos x="connsiteX17235" y="connsiteY17235"/>
                </a:cxn>
                <a:cxn ang="0">
                  <a:pos x="connsiteX17236" y="connsiteY17236"/>
                </a:cxn>
                <a:cxn ang="0">
                  <a:pos x="connsiteX17237" y="connsiteY17237"/>
                </a:cxn>
                <a:cxn ang="0">
                  <a:pos x="connsiteX17238" y="connsiteY17238"/>
                </a:cxn>
                <a:cxn ang="0">
                  <a:pos x="connsiteX17239" y="connsiteY17239"/>
                </a:cxn>
                <a:cxn ang="0">
                  <a:pos x="connsiteX17240" y="connsiteY17240"/>
                </a:cxn>
                <a:cxn ang="0">
                  <a:pos x="connsiteX17241" y="connsiteY17241"/>
                </a:cxn>
                <a:cxn ang="0">
                  <a:pos x="connsiteX17242" y="connsiteY17242"/>
                </a:cxn>
                <a:cxn ang="0">
                  <a:pos x="connsiteX17243" y="connsiteY17243"/>
                </a:cxn>
                <a:cxn ang="0">
                  <a:pos x="connsiteX17244" y="connsiteY17244"/>
                </a:cxn>
                <a:cxn ang="0">
                  <a:pos x="connsiteX17245" y="connsiteY17245"/>
                </a:cxn>
                <a:cxn ang="0">
                  <a:pos x="connsiteX17246" y="connsiteY17246"/>
                </a:cxn>
                <a:cxn ang="0">
                  <a:pos x="connsiteX17247" y="connsiteY17247"/>
                </a:cxn>
                <a:cxn ang="0">
                  <a:pos x="connsiteX17248" y="connsiteY17248"/>
                </a:cxn>
                <a:cxn ang="0">
                  <a:pos x="connsiteX17249" y="connsiteY17249"/>
                </a:cxn>
                <a:cxn ang="0">
                  <a:pos x="connsiteX17250" y="connsiteY17250"/>
                </a:cxn>
                <a:cxn ang="0">
                  <a:pos x="connsiteX17251" y="connsiteY17251"/>
                </a:cxn>
                <a:cxn ang="0">
                  <a:pos x="connsiteX17252" y="connsiteY17252"/>
                </a:cxn>
                <a:cxn ang="0">
                  <a:pos x="connsiteX17253" y="connsiteY17253"/>
                </a:cxn>
                <a:cxn ang="0">
                  <a:pos x="connsiteX17254" y="connsiteY17254"/>
                </a:cxn>
                <a:cxn ang="0">
                  <a:pos x="connsiteX17255" y="connsiteY17255"/>
                </a:cxn>
                <a:cxn ang="0">
                  <a:pos x="connsiteX17256" y="connsiteY17256"/>
                </a:cxn>
                <a:cxn ang="0">
                  <a:pos x="connsiteX17257" y="connsiteY17257"/>
                </a:cxn>
                <a:cxn ang="0">
                  <a:pos x="connsiteX17258" y="connsiteY17258"/>
                </a:cxn>
                <a:cxn ang="0">
                  <a:pos x="connsiteX17259" y="connsiteY17259"/>
                </a:cxn>
                <a:cxn ang="0">
                  <a:pos x="connsiteX17260" y="connsiteY17260"/>
                </a:cxn>
                <a:cxn ang="0">
                  <a:pos x="connsiteX17261" y="connsiteY17261"/>
                </a:cxn>
                <a:cxn ang="0">
                  <a:pos x="connsiteX17262" y="connsiteY17262"/>
                </a:cxn>
                <a:cxn ang="0">
                  <a:pos x="connsiteX17263" y="connsiteY17263"/>
                </a:cxn>
                <a:cxn ang="0">
                  <a:pos x="connsiteX17264" y="connsiteY17264"/>
                </a:cxn>
                <a:cxn ang="0">
                  <a:pos x="connsiteX17265" y="connsiteY17265"/>
                </a:cxn>
                <a:cxn ang="0">
                  <a:pos x="connsiteX17266" y="connsiteY17266"/>
                </a:cxn>
                <a:cxn ang="0">
                  <a:pos x="connsiteX17267" y="connsiteY17267"/>
                </a:cxn>
                <a:cxn ang="0">
                  <a:pos x="connsiteX17268" y="connsiteY17268"/>
                </a:cxn>
                <a:cxn ang="0">
                  <a:pos x="connsiteX17269" y="connsiteY17269"/>
                </a:cxn>
                <a:cxn ang="0">
                  <a:pos x="connsiteX17270" y="connsiteY17270"/>
                </a:cxn>
                <a:cxn ang="0">
                  <a:pos x="connsiteX17271" y="connsiteY17271"/>
                </a:cxn>
                <a:cxn ang="0">
                  <a:pos x="connsiteX17272" y="connsiteY17272"/>
                </a:cxn>
                <a:cxn ang="0">
                  <a:pos x="connsiteX17273" y="connsiteY17273"/>
                </a:cxn>
                <a:cxn ang="0">
                  <a:pos x="connsiteX17274" y="connsiteY17274"/>
                </a:cxn>
                <a:cxn ang="0">
                  <a:pos x="connsiteX17275" y="connsiteY17275"/>
                </a:cxn>
                <a:cxn ang="0">
                  <a:pos x="connsiteX17276" y="connsiteY17276"/>
                </a:cxn>
                <a:cxn ang="0">
                  <a:pos x="connsiteX17277" y="connsiteY17277"/>
                </a:cxn>
                <a:cxn ang="0">
                  <a:pos x="connsiteX17278" y="connsiteY17278"/>
                </a:cxn>
                <a:cxn ang="0">
                  <a:pos x="connsiteX17279" y="connsiteY17279"/>
                </a:cxn>
                <a:cxn ang="0">
                  <a:pos x="connsiteX17280" y="connsiteY17280"/>
                </a:cxn>
                <a:cxn ang="0">
                  <a:pos x="connsiteX17281" y="connsiteY17281"/>
                </a:cxn>
                <a:cxn ang="0">
                  <a:pos x="connsiteX17282" y="connsiteY17282"/>
                </a:cxn>
                <a:cxn ang="0">
                  <a:pos x="connsiteX17283" y="connsiteY17283"/>
                </a:cxn>
                <a:cxn ang="0">
                  <a:pos x="connsiteX17284" y="connsiteY17284"/>
                </a:cxn>
                <a:cxn ang="0">
                  <a:pos x="connsiteX17285" y="connsiteY17285"/>
                </a:cxn>
                <a:cxn ang="0">
                  <a:pos x="connsiteX17286" y="connsiteY17286"/>
                </a:cxn>
                <a:cxn ang="0">
                  <a:pos x="connsiteX17287" y="connsiteY17287"/>
                </a:cxn>
                <a:cxn ang="0">
                  <a:pos x="connsiteX17288" y="connsiteY17288"/>
                </a:cxn>
                <a:cxn ang="0">
                  <a:pos x="connsiteX17289" y="connsiteY17289"/>
                </a:cxn>
                <a:cxn ang="0">
                  <a:pos x="connsiteX17290" y="connsiteY17290"/>
                </a:cxn>
                <a:cxn ang="0">
                  <a:pos x="connsiteX17291" y="connsiteY17291"/>
                </a:cxn>
                <a:cxn ang="0">
                  <a:pos x="connsiteX17292" y="connsiteY17292"/>
                </a:cxn>
                <a:cxn ang="0">
                  <a:pos x="connsiteX17293" y="connsiteY17293"/>
                </a:cxn>
                <a:cxn ang="0">
                  <a:pos x="connsiteX17294" y="connsiteY17294"/>
                </a:cxn>
                <a:cxn ang="0">
                  <a:pos x="connsiteX17295" y="connsiteY17295"/>
                </a:cxn>
                <a:cxn ang="0">
                  <a:pos x="connsiteX17296" y="connsiteY17296"/>
                </a:cxn>
                <a:cxn ang="0">
                  <a:pos x="connsiteX17297" y="connsiteY17297"/>
                </a:cxn>
                <a:cxn ang="0">
                  <a:pos x="connsiteX17298" y="connsiteY17298"/>
                </a:cxn>
                <a:cxn ang="0">
                  <a:pos x="connsiteX17299" y="connsiteY17299"/>
                </a:cxn>
                <a:cxn ang="0">
                  <a:pos x="connsiteX17300" y="connsiteY17300"/>
                </a:cxn>
                <a:cxn ang="0">
                  <a:pos x="connsiteX17301" y="connsiteY17301"/>
                </a:cxn>
                <a:cxn ang="0">
                  <a:pos x="connsiteX17302" y="connsiteY17302"/>
                </a:cxn>
                <a:cxn ang="0">
                  <a:pos x="connsiteX17303" y="connsiteY17303"/>
                </a:cxn>
                <a:cxn ang="0">
                  <a:pos x="connsiteX17304" y="connsiteY17304"/>
                </a:cxn>
                <a:cxn ang="0">
                  <a:pos x="connsiteX17305" y="connsiteY17305"/>
                </a:cxn>
                <a:cxn ang="0">
                  <a:pos x="connsiteX17306" y="connsiteY17306"/>
                </a:cxn>
                <a:cxn ang="0">
                  <a:pos x="connsiteX17307" y="connsiteY17307"/>
                </a:cxn>
                <a:cxn ang="0">
                  <a:pos x="connsiteX17308" y="connsiteY17308"/>
                </a:cxn>
                <a:cxn ang="0">
                  <a:pos x="connsiteX17309" y="connsiteY17309"/>
                </a:cxn>
                <a:cxn ang="0">
                  <a:pos x="connsiteX17310" y="connsiteY17310"/>
                </a:cxn>
                <a:cxn ang="0">
                  <a:pos x="connsiteX17311" y="connsiteY17311"/>
                </a:cxn>
                <a:cxn ang="0">
                  <a:pos x="connsiteX17312" y="connsiteY17312"/>
                </a:cxn>
                <a:cxn ang="0">
                  <a:pos x="connsiteX17313" y="connsiteY17313"/>
                </a:cxn>
                <a:cxn ang="0">
                  <a:pos x="connsiteX17314" y="connsiteY17314"/>
                </a:cxn>
                <a:cxn ang="0">
                  <a:pos x="connsiteX17315" y="connsiteY17315"/>
                </a:cxn>
                <a:cxn ang="0">
                  <a:pos x="connsiteX17316" y="connsiteY17316"/>
                </a:cxn>
                <a:cxn ang="0">
                  <a:pos x="connsiteX17317" y="connsiteY17317"/>
                </a:cxn>
                <a:cxn ang="0">
                  <a:pos x="connsiteX17318" y="connsiteY17318"/>
                </a:cxn>
                <a:cxn ang="0">
                  <a:pos x="connsiteX17319" y="connsiteY17319"/>
                </a:cxn>
                <a:cxn ang="0">
                  <a:pos x="connsiteX17320" y="connsiteY17320"/>
                </a:cxn>
                <a:cxn ang="0">
                  <a:pos x="connsiteX17321" y="connsiteY17321"/>
                </a:cxn>
                <a:cxn ang="0">
                  <a:pos x="connsiteX17322" y="connsiteY17322"/>
                </a:cxn>
                <a:cxn ang="0">
                  <a:pos x="connsiteX17323" y="connsiteY17323"/>
                </a:cxn>
                <a:cxn ang="0">
                  <a:pos x="connsiteX17324" y="connsiteY17324"/>
                </a:cxn>
                <a:cxn ang="0">
                  <a:pos x="connsiteX17325" y="connsiteY17325"/>
                </a:cxn>
                <a:cxn ang="0">
                  <a:pos x="connsiteX17326" y="connsiteY17326"/>
                </a:cxn>
                <a:cxn ang="0">
                  <a:pos x="connsiteX17327" y="connsiteY17327"/>
                </a:cxn>
                <a:cxn ang="0">
                  <a:pos x="connsiteX17328" y="connsiteY17328"/>
                </a:cxn>
                <a:cxn ang="0">
                  <a:pos x="connsiteX17329" y="connsiteY17329"/>
                </a:cxn>
                <a:cxn ang="0">
                  <a:pos x="connsiteX17330" y="connsiteY17330"/>
                </a:cxn>
                <a:cxn ang="0">
                  <a:pos x="connsiteX17331" y="connsiteY17331"/>
                </a:cxn>
                <a:cxn ang="0">
                  <a:pos x="connsiteX17332" y="connsiteY17332"/>
                </a:cxn>
                <a:cxn ang="0">
                  <a:pos x="connsiteX17333" y="connsiteY17333"/>
                </a:cxn>
                <a:cxn ang="0">
                  <a:pos x="connsiteX17334" y="connsiteY17334"/>
                </a:cxn>
                <a:cxn ang="0">
                  <a:pos x="connsiteX17335" y="connsiteY17335"/>
                </a:cxn>
                <a:cxn ang="0">
                  <a:pos x="connsiteX17336" y="connsiteY17336"/>
                </a:cxn>
                <a:cxn ang="0">
                  <a:pos x="connsiteX17337" y="connsiteY17337"/>
                </a:cxn>
                <a:cxn ang="0">
                  <a:pos x="connsiteX17338" y="connsiteY17338"/>
                </a:cxn>
                <a:cxn ang="0">
                  <a:pos x="connsiteX17339" y="connsiteY17339"/>
                </a:cxn>
                <a:cxn ang="0">
                  <a:pos x="connsiteX17340" y="connsiteY17340"/>
                </a:cxn>
                <a:cxn ang="0">
                  <a:pos x="connsiteX17341" y="connsiteY17341"/>
                </a:cxn>
                <a:cxn ang="0">
                  <a:pos x="connsiteX17342" y="connsiteY17342"/>
                </a:cxn>
                <a:cxn ang="0">
                  <a:pos x="connsiteX17343" y="connsiteY17343"/>
                </a:cxn>
                <a:cxn ang="0">
                  <a:pos x="connsiteX17344" y="connsiteY17344"/>
                </a:cxn>
                <a:cxn ang="0">
                  <a:pos x="connsiteX17345" y="connsiteY17345"/>
                </a:cxn>
                <a:cxn ang="0">
                  <a:pos x="connsiteX17346" y="connsiteY17346"/>
                </a:cxn>
                <a:cxn ang="0">
                  <a:pos x="connsiteX17347" y="connsiteY17347"/>
                </a:cxn>
                <a:cxn ang="0">
                  <a:pos x="connsiteX17348" y="connsiteY17348"/>
                </a:cxn>
                <a:cxn ang="0">
                  <a:pos x="connsiteX17349" y="connsiteY17349"/>
                </a:cxn>
                <a:cxn ang="0">
                  <a:pos x="connsiteX17350" y="connsiteY17350"/>
                </a:cxn>
                <a:cxn ang="0">
                  <a:pos x="connsiteX17351" y="connsiteY17351"/>
                </a:cxn>
                <a:cxn ang="0">
                  <a:pos x="connsiteX17352" y="connsiteY17352"/>
                </a:cxn>
                <a:cxn ang="0">
                  <a:pos x="connsiteX17353" y="connsiteY17353"/>
                </a:cxn>
                <a:cxn ang="0">
                  <a:pos x="connsiteX17354" y="connsiteY17354"/>
                </a:cxn>
                <a:cxn ang="0">
                  <a:pos x="connsiteX17355" y="connsiteY17355"/>
                </a:cxn>
                <a:cxn ang="0">
                  <a:pos x="connsiteX17356" y="connsiteY17356"/>
                </a:cxn>
                <a:cxn ang="0">
                  <a:pos x="connsiteX17357" y="connsiteY17357"/>
                </a:cxn>
                <a:cxn ang="0">
                  <a:pos x="connsiteX17358" y="connsiteY17358"/>
                </a:cxn>
                <a:cxn ang="0">
                  <a:pos x="connsiteX17359" y="connsiteY17359"/>
                </a:cxn>
                <a:cxn ang="0">
                  <a:pos x="connsiteX17360" y="connsiteY17360"/>
                </a:cxn>
                <a:cxn ang="0">
                  <a:pos x="connsiteX17361" y="connsiteY17361"/>
                </a:cxn>
                <a:cxn ang="0">
                  <a:pos x="connsiteX17362" y="connsiteY17362"/>
                </a:cxn>
                <a:cxn ang="0">
                  <a:pos x="connsiteX17363" y="connsiteY17363"/>
                </a:cxn>
                <a:cxn ang="0">
                  <a:pos x="connsiteX17364" y="connsiteY17364"/>
                </a:cxn>
                <a:cxn ang="0">
                  <a:pos x="connsiteX17365" y="connsiteY17365"/>
                </a:cxn>
                <a:cxn ang="0">
                  <a:pos x="connsiteX17366" y="connsiteY17366"/>
                </a:cxn>
                <a:cxn ang="0">
                  <a:pos x="connsiteX17367" y="connsiteY17367"/>
                </a:cxn>
                <a:cxn ang="0">
                  <a:pos x="connsiteX17368" y="connsiteY17368"/>
                </a:cxn>
                <a:cxn ang="0">
                  <a:pos x="connsiteX17369" y="connsiteY17369"/>
                </a:cxn>
                <a:cxn ang="0">
                  <a:pos x="connsiteX17370" y="connsiteY17370"/>
                </a:cxn>
                <a:cxn ang="0">
                  <a:pos x="connsiteX17371" y="connsiteY17371"/>
                </a:cxn>
                <a:cxn ang="0">
                  <a:pos x="connsiteX17372" y="connsiteY17372"/>
                </a:cxn>
                <a:cxn ang="0">
                  <a:pos x="connsiteX17373" y="connsiteY17373"/>
                </a:cxn>
                <a:cxn ang="0">
                  <a:pos x="connsiteX17374" y="connsiteY17374"/>
                </a:cxn>
                <a:cxn ang="0">
                  <a:pos x="connsiteX17375" y="connsiteY17375"/>
                </a:cxn>
                <a:cxn ang="0">
                  <a:pos x="connsiteX17376" y="connsiteY17376"/>
                </a:cxn>
                <a:cxn ang="0">
                  <a:pos x="connsiteX17377" y="connsiteY17377"/>
                </a:cxn>
                <a:cxn ang="0">
                  <a:pos x="connsiteX17378" y="connsiteY17378"/>
                </a:cxn>
                <a:cxn ang="0">
                  <a:pos x="connsiteX17379" y="connsiteY17379"/>
                </a:cxn>
                <a:cxn ang="0">
                  <a:pos x="connsiteX17380" y="connsiteY17380"/>
                </a:cxn>
                <a:cxn ang="0">
                  <a:pos x="connsiteX17381" y="connsiteY17381"/>
                </a:cxn>
                <a:cxn ang="0">
                  <a:pos x="connsiteX17382" y="connsiteY17382"/>
                </a:cxn>
                <a:cxn ang="0">
                  <a:pos x="connsiteX17383" y="connsiteY17383"/>
                </a:cxn>
                <a:cxn ang="0">
                  <a:pos x="connsiteX17384" y="connsiteY17384"/>
                </a:cxn>
                <a:cxn ang="0">
                  <a:pos x="connsiteX17385" y="connsiteY17385"/>
                </a:cxn>
                <a:cxn ang="0">
                  <a:pos x="connsiteX17386" y="connsiteY17386"/>
                </a:cxn>
                <a:cxn ang="0">
                  <a:pos x="connsiteX17387" y="connsiteY17387"/>
                </a:cxn>
                <a:cxn ang="0">
                  <a:pos x="connsiteX17388" y="connsiteY17388"/>
                </a:cxn>
                <a:cxn ang="0">
                  <a:pos x="connsiteX17389" y="connsiteY17389"/>
                </a:cxn>
                <a:cxn ang="0">
                  <a:pos x="connsiteX17390" y="connsiteY17390"/>
                </a:cxn>
                <a:cxn ang="0">
                  <a:pos x="connsiteX17391" y="connsiteY17391"/>
                </a:cxn>
                <a:cxn ang="0">
                  <a:pos x="connsiteX17392" y="connsiteY17392"/>
                </a:cxn>
                <a:cxn ang="0">
                  <a:pos x="connsiteX17393" y="connsiteY17393"/>
                </a:cxn>
                <a:cxn ang="0">
                  <a:pos x="connsiteX17394" y="connsiteY17394"/>
                </a:cxn>
                <a:cxn ang="0">
                  <a:pos x="connsiteX17395" y="connsiteY17395"/>
                </a:cxn>
                <a:cxn ang="0">
                  <a:pos x="connsiteX17396" y="connsiteY17396"/>
                </a:cxn>
                <a:cxn ang="0">
                  <a:pos x="connsiteX17397" y="connsiteY17397"/>
                </a:cxn>
                <a:cxn ang="0">
                  <a:pos x="connsiteX17398" y="connsiteY17398"/>
                </a:cxn>
                <a:cxn ang="0">
                  <a:pos x="connsiteX17399" y="connsiteY17399"/>
                </a:cxn>
                <a:cxn ang="0">
                  <a:pos x="connsiteX17400" y="connsiteY17400"/>
                </a:cxn>
                <a:cxn ang="0">
                  <a:pos x="connsiteX17401" y="connsiteY17401"/>
                </a:cxn>
                <a:cxn ang="0">
                  <a:pos x="connsiteX17402" y="connsiteY17402"/>
                </a:cxn>
                <a:cxn ang="0">
                  <a:pos x="connsiteX17403" y="connsiteY17403"/>
                </a:cxn>
                <a:cxn ang="0">
                  <a:pos x="connsiteX17404" y="connsiteY17404"/>
                </a:cxn>
                <a:cxn ang="0">
                  <a:pos x="connsiteX17405" y="connsiteY17405"/>
                </a:cxn>
                <a:cxn ang="0">
                  <a:pos x="connsiteX17406" y="connsiteY17406"/>
                </a:cxn>
                <a:cxn ang="0">
                  <a:pos x="connsiteX17407" y="connsiteY17407"/>
                </a:cxn>
                <a:cxn ang="0">
                  <a:pos x="connsiteX17408" y="connsiteY17408"/>
                </a:cxn>
                <a:cxn ang="0">
                  <a:pos x="connsiteX17409" y="connsiteY17409"/>
                </a:cxn>
                <a:cxn ang="0">
                  <a:pos x="connsiteX17410" y="connsiteY17410"/>
                </a:cxn>
                <a:cxn ang="0">
                  <a:pos x="connsiteX17411" y="connsiteY17411"/>
                </a:cxn>
                <a:cxn ang="0">
                  <a:pos x="connsiteX17412" y="connsiteY17412"/>
                </a:cxn>
                <a:cxn ang="0">
                  <a:pos x="connsiteX17413" y="connsiteY17413"/>
                </a:cxn>
                <a:cxn ang="0">
                  <a:pos x="connsiteX17414" y="connsiteY17414"/>
                </a:cxn>
                <a:cxn ang="0">
                  <a:pos x="connsiteX17415" y="connsiteY17415"/>
                </a:cxn>
                <a:cxn ang="0">
                  <a:pos x="connsiteX17416" y="connsiteY17416"/>
                </a:cxn>
                <a:cxn ang="0">
                  <a:pos x="connsiteX17417" y="connsiteY17417"/>
                </a:cxn>
                <a:cxn ang="0">
                  <a:pos x="connsiteX17418" y="connsiteY17418"/>
                </a:cxn>
                <a:cxn ang="0">
                  <a:pos x="connsiteX17419" y="connsiteY17419"/>
                </a:cxn>
                <a:cxn ang="0">
                  <a:pos x="connsiteX17420" y="connsiteY17420"/>
                </a:cxn>
                <a:cxn ang="0">
                  <a:pos x="connsiteX17421" y="connsiteY17421"/>
                </a:cxn>
                <a:cxn ang="0">
                  <a:pos x="connsiteX17422" y="connsiteY17422"/>
                </a:cxn>
                <a:cxn ang="0">
                  <a:pos x="connsiteX17423" y="connsiteY17423"/>
                </a:cxn>
                <a:cxn ang="0">
                  <a:pos x="connsiteX17424" y="connsiteY17424"/>
                </a:cxn>
                <a:cxn ang="0">
                  <a:pos x="connsiteX17425" y="connsiteY17425"/>
                </a:cxn>
                <a:cxn ang="0">
                  <a:pos x="connsiteX17426" y="connsiteY17426"/>
                </a:cxn>
                <a:cxn ang="0">
                  <a:pos x="connsiteX17427" y="connsiteY17427"/>
                </a:cxn>
                <a:cxn ang="0">
                  <a:pos x="connsiteX17428" y="connsiteY17428"/>
                </a:cxn>
                <a:cxn ang="0">
                  <a:pos x="connsiteX17429" y="connsiteY17429"/>
                </a:cxn>
                <a:cxn ang="0">
                  <a:pos x="connsiteX17430" y="connsiteY17430"/>
                </a:cxn>
                <a:cxn ang="0">
                  <a:pos x="connsiteX17431" y="connsiteY17431"/>
                </a:cxn>
                <a:cxn ang="0">
                  <a:pos x="connsiteX17432" y="connsiteY17432"/>
                </a:cxn>
                <a:cxn ang="0">
                  <a:pos x="connsiteX17433" y="connsiteY17433"/>
                </a:cxn>
                <a:cxn ang="0">
                  <a:pos x="connsiteX17434" y="connsiteY17434"/>
                </a:cxn>
                <a:cxn ang="0">
                  <a:pos x="connsiteX17435" y="connsiteY17435"/>
                </a:cxn>
                <a:cxn ang="0">
                  <a:pos x="connsiteX17436" y="connsiteY17436"/>
                </a:cxn>
                <a:cxn ang="0">
                  <a:pos x="connsiteX17437" y="connsiteY17437"/>
                </a:cxn>
                <a:cxn ang="0">
                  <a:pos x="connsiteX17438" y="connsiteY17438"/>
                </a:cxn>
                <a:cxn ang="0">
                  <a:pos x="connsiteX17439" y="connsiteY17439"/>
                </a:cxn>
                <a:cxn ang="0">
                  <a:pos x="connsiteX17440" y="connsiteY17440"/>
                </a:cxn>
                <a:cxn ang="0">
                  <a:pos x="connsiteX17441" y="connsiteY17441"/>
                </a:cxn>
                <a:cxn ang="0">
                  <a:pos x="connsiteX17442" y="connsiteY17442"/>
                </a:cxn>
                <a:cxn ang="0">
                  <a:pos x="connsiteX17443" y="connsiteY17443"/>
                </a:cxn>
                <a:cxn ang="0">
                  <a:pos x="connsiteX17444" y="connsiteY17444"/>
                </a:cxn>
                <a:cxn ang="0">
                  <a:pos x="connsiteX17445" y="connsiteY17445"/>
                </a:cxn>
                <a:cxn ang="0">
                  <a:pos x="connsiteX17446" y="connsiteY17446"/>
                </a:cxn>
                <a:cxn ang="0">
                  <a:pos x="connsiteX17447" y="connsiteY17447"/>
                </a:cxn>
                <a:cxn ang="0">
                  <a:pos x="connsiteX17448" y="connsiteY17448"/>
                </a:cxn>
                <a:cxn ang="0">
                  <a:pos x="connsiteX17449" y="connsiteY17449"/>
                </a:cxn>
                <a:cxn ang="0">
                  <a:pos x="connsiteX17450" y="connsiteY17450"/>
                </a:cxn>
                <a:cxn ang="0">
                  <a:pos x="connsiteX17451" y="connsiteY17451"/>
                </a:cxn>
                <a:cxn ang="0">
                  <a:pos x="connsiteX17452" y="connsiteY17452"/>
                </a:cxn>
                <a:cxn ang="0">
                  <a:pos x="connsiteX17453" y="connsiteY17453"/>
                </a:cxn>
                <a:cxn ang="0">
                  <a:pos x="connsiteX17454" y="connsiteY17454"/>
                </a:cxn>
                <a:cxn ang="0">
                  <a:pos x="connsiteX17455" y="connsiteY17455"/>
                </a:cxn>
                <a:cxn ang="0">
                  <a:pos x="connsiteX17456" y="connsiteY17456"/>
                </a:cxn>
                <a:cxn ang="0">
                  <a:pos x="connsiteX17457" y="connsiteY17457"/>
                </a:cxn>
                <a:cxn ang="0">
                  <a:pos x="connsiteX17458" y="connsiteY17458"/>
                </a:cxn>
                <a:cxn ang="0">
                  <a:pos x="connsiteX17459" y="connsiteY17459"/>
                </a:cxn>
                <a:cxn ang="0">
                  <a:pos x="connsiteX17460" y="connsiteY17460"/>
                </a:cxn>
                <a:cxn ang="0">
                  <a:pos x="connsiteX17461" y="connsiteY17461"/>
                </a:cxn>
                <a:cxn ang="0">
                  <a:pos x="connsiteX17462" y="connsiteY17462"/>
                </a:cxn>
                <a:cxn ang="0">
                  <a:pos x="connsiteX17463" y="connsiteY17463"/>
                </a:cxn>
                <a:cxn ang="0">
                  <a:pos x="connsiteX17464" y="connsiteY17464"/>
                </a:cxn>
                <a:cxn ang="0">
                  <a:pos x="connsiteX17465" y="connsiteY17465"/>
                </a:cxn>
                <a:cxn ang="0">
                  <a:pos x="connsiteX17466" y="connsiteY17466"/>
                </a:cxn>
                <a:cxn ang="0">
                  <a:pos x="connsiteX17467" y="connsiteY17467"/>
                </a:cxn>
                <a:cxn ang="0">
                  <a:pos x="connsiteX17468" y="connsiteY17468"/>
                </a:cxn>
                <a:cxn ang="0">
                  <a:pos x="connsiteX17469" y="connsiteY17469"/>
                </a:cxn>
                <a:cxn ang="0">
                  <a:pos x="connsiteX17470" y="connsiteY17470"/>
                </a:cxn>
                <a:cxn ang="0">
                  <a:pos x="connsiteX17471" y="connsiteY17471"/>
                </a:cxn>
                <a:cxn ang="0">
                  <a:pos x="connsiteX17472" y="connsiteY17472"/>
                </a:cxn>
                <a:cxn ang="0">
                  <a:pos x="connsiteX17473" y="connsiteY17473"/>
                </a:cxn>
                <a:cxn ang="0">
                  <a:pos x="connsiteX17474" y="connsiteY17474"/>
                </a:cxn>
                <a:cxn ang="0">
                  <a:pos x="connsiteX17475" y="connsiteY17475"/>
                </a:cxn>
                <a:cxn ang="0">
                  <a:pos x="connsiteX17476" y="connsiteY17476"/>
                </a:cxn>
                <a:cxn ang="0">
                  <a:pos x="connsiteX17477" y="connsiteY17477"/>
                </a:cxn>
                <a:cxn ang="0">
                  <a:pos x="connsiteX17478" y="connsiteY17478"/>
                </a:cxn>
                <a:cxn ang="0">
                  <a:pos x="connsiteX17479" y="connsiteY17479"/>
                </a:cxn>
                <a:cxn ang="0">
                  <a:pos x="connsiteX17480" y="connsiteY17480"/>
                </a:cxn>
                <a:cxn ang="0">
                  <a:pos x="connsiteX17481" y="connsiteY17481"/>
                </a:cxn>
                <a:cxn ang="0">
                  <a:pos x="connsiteX17482" y="connsiteY17482"/>
                </a:cxn>
                <a:cxn ang="0">
                  <a:pos x="connsiteX17483" y="connsiteY17483"/>
                </a:cxn>
                <a:cxn ang="0">
                  <a:pos x="connsiteX17484" y="connsiteY17484"/>
                </a:cxn>
                <a:cxn ang="0">
                  <a:pos x="connsiteX17485" y="connsiteY17485"/>
                </a:cxn>
                <a:cxn ang="0">
                  <a:pos x="connsiteX17486" y="connsiteY17486"/>
                </a:cxn>
                <a:cxn ang="0">
                  <a:pos x="connsiteX17487" y="connsiteY17487"/>
                </a:cxn>
                <a:cxn ang="0">
                  <a:pos x="connsiteX17488" y="connsiteY17488"/>
                </a:cxn>
                <a:cxn ang="0">
                  <a:pos x="connsiteX17489" y="connsiteY17489"/>
                </a:cxn>
                <a:cxn ang="0">
                  <a:pos x="connsiteX17490" y="connsiteY17490"/>
                </a:cxn>
                <a:cxn ang="0">
                  <a:pos x="connsiteX17491" y="connsiteY17491"/>
                </a:cxn>
                <a:cxn ang="0">
                  <a:pos x="connsiteX17492" y="connsiteY17492"/>
                </a:cxn>
                <a:cxn ang="0">
                  <a:pos x="connsiteX17493" y="connsiteY17493"/>
                </a:cxn>
                <a:cxn ang="0">
                  <a:pos x="connsiteX17494" y="connsiteY17494"/>
                </a:cxn>
                <a:cxn ang="0">
                  <a:pos x="connsiteX17495" y="connsiteY17495"/>
                </a:cxn>
                <a:cxn ang="0">
                  <a:pos x="connsiteX17496" y="connsiteY17496"/>
                </a:cxn>
                <a:cxn ang="0">
                  <a:pos x="connsiteX17497" y="connsiteY17497"/>
                </a:cxn>
                <a:cxn ang="0">
                  <a:pos x="connsiteX17498" y="connsiteY17498"/>
                </a:cxn>
                <a:cxn ang="0">
                  <a:pos x="connsiteX17499" y="connsiteY17499"/>
                </a:cxn>
                <a:cxn ang="0">
                  <a:pos x="connsiteX17500" y="connsiteY17500"/>
                </a:cxn>
                <a:cxn ang="0">
                  <a:pos x="connsiteX17501" y="connsiteY17501"/>
                </a:cxn>
                <a:cxn ang="0">
                  <a:pos x="connsiteX17502" y="connsiteY17502"/>
                </a:cxn>
                <a:cxn ang="0">
                  <a:pos x="connsiteX17503" y="connsiteY17503"/>
                </a:cxn>
                <a:cxn ang="0">
                  <a:pos x="connsiteX17504" y="connsiteY17504"/>
                </a:cxn>
                <a:cxn ang="0">
                  <a:pos x="connsiteX17505" y="connsiteY17505"/>
                </a:cxn>
                <a:cxn ang="0">
                  <a:pos x="connsiteX17506" y="connsiteY17506"/>
                </a:cxn>
                <a:cxn ang="0">
                  <a:pos x="connsiteX17507" y="connsiteY17507"/>
                </a:cxn>
                <a:cxn ang="0">
                  <a:pos x="connsiteX17508" y="connsiteY17508"/>
                </a:cxn>
                <a:cxn ang="0">
                  <a:pos x="connsiteX17509" y="connsiteY17509"/>
                </a:cxn>
                <a:cxn ang="0">
                  <a:pos x="connsiteX17510" y="connsiteY17510"/>
                </a:cxn>
                <a:cxn ang="0">
                  <a:pos x="connsiteX17511" y="connsiteY17511"/>
                </a:cxn>
                <a:cxn ang="0">
                  <a:pos x="connsiteX17512" y="connsiteY17512"/>
                </a:cxn>
                <a:cxn ang="0">
                  <a:pos x="connsiteX17513" y="connsiteY17513"/>
                </a:cxn>
                <a:cxn ang="0">
                  <a:pos x="connsiteX17514" y="connsiteY17514"/>
                </a:cxn>
                <a:cxn ang="0">
                  <a:pos x="connsiteX17515" y="connsiteY17515"/>
                </a:cxn>
                <a:cxn ang="0">
                  <a:pos x="connsiteX17516" y="connsiteY17516"/>
                </a:cxn>
                <a:cxn ang="0">
                  <a:pos x="connsiteX17517" y="connsiteY17517"/>
                </a:cxn>
                <a:cxn ang="0">
                  <a:pos x="connsiteX17518" y="connsiteY17518"/>
                </a:cxn>
                <a:cxn ang="0">
                  <a:pos x="connsiteX17519" y="connsiteY17519"/>
                </a:cxn>
                <a:cxn ang="0">
                  <a:pos x="connsiteX17520" y="connsiteY17520"/>
                </a:cxn>
                <a:cxn ang="0">
                  <a:pos x="connsiteX17521" y="connsiteY17521"/>
                </a:cxn>
                <a:cxn ang="0">
                  <a:pos x="connsiteX17522" y="connsiteY17522"/>
                </a:cxn>
                <a:cxn ang="0">
                  <a:pos x="connsiteX17523" y="connsiteY17523"/>
                </a:cxn>
                <a:cxn ang="0">
                  <a:pos x="connsiteX17524" y="connsiteY17524"/>
                </a:cxn>
                <a:cxn ang="0">
                  <a:pos x="connsiteX17525" y="connsiteY17525"/>
                </a:cxn>
                <a:cxn ang="0">
                  <a:pos x="connsiteX17526" y="connsiteY17526"/>
                </a:cxn>
                <a:cxn ang="0">
                  <a:pos x="connsiteX17527" y="connsiteY17527"/>
                </a:cxn>
                <a:cxn ang="0">
                  <a:pos x="connsiteX17528" y="connsiteY17528"/>
                </a:cxn>
                <a:cxn ang="0">
                  <a:pos x="connsiteX17529" y="connsiteY17529"/>
                </a:cxn>
                <a:cxn ang="0">
                  <a:pos x="connsiteX17530" y="connsiteY17530"/>
                </a:cxn>
                <a:cxn ang="0">
                  <a:pos x="connsiteX17531" y="connsiteY17531"/>
                </a:cxn>
                <a:cxn ang="0">
                  <a:pos x="connsiteX17532" y="connsiteY17532"/>
                </a:cxn>
                <a:cxn ang="0">
                  <a:pos x="connsiteX17533" y="connsiteY17533"/>
                </a:cxn>
                <a:cxn ang="0">
                  <a:pos x="connsiteX17534" y="connsiteY17534"/>
                </a:cxn>
                <a:cxn ang="0">
                  <a:pos x="connsiteX17535" y="connsiteY17535"/>
                </a:cxn>
                <a:cxn ang="0">
                  <a:pos x="connsiteX17536" y="connsiteY17536"/>
                </a:cxn>
                <a:cxn ang="0">
                  <a:pos x="connsiteX17537" y="connsiteY17537"/>
                </a:cxn>
                <a:cxn ang="0">
                  <a:pos x="connsiteX17538" y="connsiteY17538"/>
                </a:cxn>
                <a:cxn ang="0">
                  <a:pos x="connsiteX17539" y="connsiteY17539"/>
                </a:cxn>
                <a:cxn ang="0">
                  <a:pos x="connsiteX17540" y="connsiteY17540"/>
                </a:cxn>
                <a:cxn ang="0">
                  <a:pos x="connsiteX17541" y="connsiteY17541"/>
                </a:cxn>
                <a:cxn ang="0">
                  <a:pos x="connsiteX17542" y="connsiteY17542"/>
                </a:cxn>
                <a:cxn ang="0">
                  <a:pos x="connsiteX17543" y="connsiteY17543"/>
                </a:cxn>
                <a:cxn ang="0">
                  <a:pos x="connsiteX17544" y="connsiteY17544"/>
                </a:cxn>
                <a:cxn ang="0">
                  <a:pos x="connsiteX17545" y="connsiteY17545"/>
                </a:cxn>
                <a:cxn ang="0">
                  <a:pos x="connsiteX17546" y="connsiteY17546"/>
                </a:cxn>
                <a:cxn ang="0">
                  <a:pos x="connsiteX17547" y="connsiteY17547"/>
                </a:cxn>
                <a:cxn ang="0">
                  <a:pos x="connsiteX17548" y="connsiteY17548"/>
                </a:cxn>
                <a:cxn ang="0">
                  <a:pos x="connsiteX17549" y="connsiteY17549"/>
                </a:cxn>
                <a:cxn ang="0">
                  <a:pos x="connsiteX17550" y="connsiteY17550"/>
                </a:cxn>
                <a:cxn ang="0">
                  <a:pos x="connsiteX17551" y="connsiteY17551"/>
                </a:cxn>
                <a:cxn ang="0">
                  <a:pos x="connsiteX17552" y="connsiteY17552"/>
                </a:cxn>
                <a:cxn ang="0">
                  <a:pos x="connsiteX17553" y="connsiteY17553"/>
                </a:cxn>
                <a:cxn ang="0">
                  <a:pos x="connsiteX17554" y="connsiteY17554"/>
                </a:cxn>
                <a:cxn ang="0">
                  <a:pos x="connsiteX17555" y="connsiteY17555"/>
                </a:cxn>
                <a:cxn ang="0">
                  <a:pos x="connsiteX17556" y="connsiteY17556"/>
                </a:cxn>
                <a:cxn ang="0">
                  <a:pos x="connsiteX17557" y="connsiteY17557"/>
                </a:cxn>
                <a:cxn ang="0">
                  <a:pos x="connsiteX17558" y="connsiteY17558"/>
                </a:cxn>
                <a:cxn ang="0">
                  <a:pos x="connsiteX17559" y="connsiteY17559"/>
                </a:cxn>
                <a:cxn ang="0">
                  <a:pos x="connsiteX17560" y="connsiteY17560"/>
                </a:cxn>
                <a:cxn ang="0">
                  <a:pos x="connsiteX17561" y="connsiteY17561"/>
                </a:cxn>
                <a:cxn ang="0">
                  <a:pos x="connsiteX17562" y="connsiteY17562"/>
                </a:cxn>
                <a:cxn ang="0">
                  <a:pos x="connsiteX17563" y="connsiteY17563"/>
                </a:cxn>
                <a:cxn ang="0">
                  <a:pos x="connsiteX17564" y="connsiteY17564"/>
                </a:cxn>
                <a:cxn ang="0">
                  <a:pos x="connsiteX17565" y="connsiteY17565"/>
                </a:cxn>
                <a:cxn ang="0">
                  <a:pos x="connsiteX17566" y="connsiteY17566"/>
                </a:cxn>
                <a:cxn ang="0">
                  <a:pos x="connsiteX17567" y="connsiteY17567"/>
                </a:cxn>
                <a:cxn ang="0">
                  <a:pos x="connsiteX17568" y="connsiteY17568"/>
                </a:cxn>
                <a:cxn ang="0">
                  <a:pos x="connsiteX17569" y="connsiteY17569"/>
                </a:cxn>
                <a:cxn ang="0">
                  <a:pos x="connsiteX17570" y="connsiteY17570"/>
                </a:cxn>
                <a:cxn ang="0">
                  <a:pos x="connsiteX17571" y="connsiteY17571"/>
                </a:cxn>
                <a:cxn ang="0">
                  <a:pos x="connsiteX17572" y="connsiteY17572"/>
                </a:cxn>
                <a:cxn ang="0">
                  <a:pos x="connsiteX17573" y="connsiteY17573"/>
                </a:cxn>
                <a:cxn ang="0">
                  <a:pos x="connsiteX17574" y="connsiteY17574"/>
                </a:cxn>
                <a:cxn ang="0">
                  <a:pos x="connsiteX17575" y="connsiteY17575"/>
                </a:cxn>
                <a:cxn ang="0">
                  <a:pos x="connsiteX17576" y="connsiteY17576"/>
                </a:cxn>
                <a:cxn ang="0">
                  <a:pos x="connsiteX17577" y="connsiteY17577"/>
                </a:cxn>
                <a:cxn ang="0">
                  <a:pos x="connsiteX17578" y="connsiteY17578"/>
                </a:cxn>
                <a:cxn ang="0">
                  <a:pos x="connsiteX17579" y="connsiteY17579"/>
                </a:cxn>
                <a:cxn ang="0">
                  <a:pos x="connsiteX17580" y="connsiteY17580"/>
                </a:cxn>
                <a:cxn ang="0">
                  <a:pos x="connsiteX17581" y="connsiteY17581"/>
                </a:cxn>
                <a:cxn ang="0">
                  <a:pos x="connsiteX17582" y="connsiteY17582"/>
                </a:cxn>
                <a:cxn ang="0">
                  <a:pos x="connsiteX17583" y="connsiteY17583"/>
                </a:cxn>
                <a:cxn ang="0">
                  <a:pos x="connsiteX17584" y="connsiteY17584"/>
                </a:cxn>
                <a:cxn ang="0">
                  <a:pos x="connsiteX17585" y="connsiteY17585"/>
                </a:cxn>
                <a:cxn ang="0">
                  <a:pos x="connsiteX17586" y="connsiteY17586"/>
                </a:cxn>
                <a:cxn ang="0">
                  <a:pos x="connsiteX17587" y="connsiteY17587"/>
                </a:cxn>
                <a:cxn ang="0">
                  <a:pos x="connsiteX17588" y="connsiteY17588"/>
                </a:cxn>
                <a:cxn ang="0">
                  <a:pos x="connsiteX17589" y="connsiteY17589"/>
                </a:cxn>
                <a:cxn ang="0">
                  <a:pos x="connsiteX17590" y="connsiteY17590"/>
                </a:cxn>
                <a:cxn ang="0">
                  <a:pos x="connsiteX17591" y="connsiteY17591"/>
                </a:cxn>
                <a:cxn ang="0">
                  <a:pos x="connsiteX17592" y="connsiteY17592"/>
                </a:cxn>
                <a:cxn ang="0">
                  <a:pos x="connsiteX17593" y="connsiteY17593"/>
                </a:cxn>
                <a:cxn ang="0">
                  <a:pos x="connsiteX17594" y="connsiteY17594"/>
                </a:cxn>
                <a:cxn ang="0">
                  <a:pos x="connsiteX17595" y="connsiteY17595"/>
                </a:cxn>
                <a:cxn ang="0">
                  <a:pos x="connsiteX17596" y="connsiteY17596"/>
                </a:cxn>
                <a:cxn ang="0">
                  <a:pos x="connsiteX17597" y="connsiteY17597"/>
                </a:cxn>
                <a:cxn ang="0">
                  <a:pos x="connsiteX17598" y="connsiteY17598"/>
                </a:cxn>
                <a:cxn ang="0">
                  <a:pos x="connsiteX17599" y="connsiteY17599"/>
                </a:cxn>
                <a:cxn ang="0">
                  <a:pos x="connsiteX17600" y="connsiteY17600"/>
                </a:cxn>
                <a:cxn ang="0">
                  <a:pos x="connsiteX17601" y="connsiteY17601"/>
                </a:cxn>
                <a:cxn ang="0">
                  <a:pos x="connsiteX17602" y="connsiteY17602"/>
                </a:cxn>
                <a:cxn ang="0">
                  <a:pos x="connsiteX17603" y="connsiteY17603"/>
                </a:cxn>
                <a:cxn ang="0">
                  <a:pos x="connsiteX17604" y="connsiteY17604"/>
                </a:cxn>
                <a:cxn ang="0">
                  <a:pos x="connsiteX17605" y="connsiteY17605"/>
                </a:cxn>
                <a:cxn ang="0">
                  <a:pos x="connsiteX17606" y="connsiteY17606"/>
                </a:cxn>
                <a:cxn ang="0">
                  <a:pos x="connsiteX17607" y="connsiteY17607"/>
                </a:cxn>
                <a:cxn ang="0">
                  <a:pos x="connsiteX17608" y="connsiteY17608"/>
                </a:cxn>
                <a:cxn ang="0">
                  <a:pos x="connsiteX17609" y="connsiteY17609"/>
                </a:cxn>
                <a:cxn ang="0">
                  <a:pos x="connsiteX17610" y="connsiteY17610"/>
                </a:cxn>
                <a:cxn ang="0">
                  <a:pos x="connsiteX17611" y="connsiteY17611"/>
                </a:cxn>
                <a:cxn ang="0">
                  <a:pos x="connsiteX17612" y="connsiteY17612"/>
                </a:cxn>
                <a:cxn ang="0">
                  <a:pos x="connsiteX17613" y="connsiteY17613"/>
                </a:cxn>
                <a:cxn ang="0">
                  <a:pos x="connsiteX17614" y="connsiteY17614"/>
                </a:cxn>
                <a:cxn ang="0">
                  <a:pos x="connsiteX17615" y="connsiteY17615"/>
                </a:cxn>
                <a:cxn ang="0">
                  <a:pos x="connsiteX17616" y="connsiteY17616"/>
                </a:cxn>
                <a:cxn ang="0">
                  <a:pos x="connsiteX17617" y="connsiteY17617"/>
                </a:cxn>
                <a:cxn ang="0">
                  <a:pos x="connsiteX17618" y="connsiteY17618"/>
                </a:cxn>
                <a:cxn ang="0">
                  <a:pos x="connsiteX17619" y="connsiteY17619"/>
                </a:cxn>
                <a:cxn ang="0">
                  <a:pos x="connsiteX17620" y="connsiteY17620"/>
                </a:cxn>
                <a:cxn ang="0">
                  <a:pos x="connsiteX17621" y="connsiteY17621"/>
                </a:cxn>
                <a:cxn ang="0">
                  <a:pos x="connsiteX17622" y="connsiteY17622"/>
                </a:cxn>
                <a:cxn ang="0">
                  <a:pos x="connsiteX17623" y="connsiteY17623"/>
                </a:cxn>
                <a:cxn ang="0">
                  <a:pos x="connsiteX17624" y="connsiteY17624"/>
                </a:cxn>
                <a:cxn ang="0">
                  <a:pos x="connsiteX17625" y="connsiteY17625"/>
                </a:cxn>
                <a:cxn ang="0">
                  <a:pos x="connsiteX17626" y="connsiteY17626"/>
                </a:cxn>
                <a:cxn ang="0">
                  <a:pos x="connsiteX17627" y="connsiteY17627"/>
                </a:cxn>
                <a:cxn ang="0">
                  <a:pos x="connsiteX17628" y="connsiteY17628"/>
                </a:cxn>
                <a:cxn ang="0">
                  <a:pos x="connsiteX17629" y="connsiteY17629"/>
                </a:cxn>
                <a:cxn ang="0">
                  <a:pos x="connsiteX17630" y="connsiteY17630"/>
                </a:cxn>
                <a:cxn ang="0">
                  <a:pos x="connsiteX17631" y="connsiteY17631"/>
                </a:cxn>
                <a:cxn ang="0">
                  <a:pos x="connsiteX17632" y="connsiteY17632"/>
                </a:cxn>
                <a:cxn ang="0">
                  <a:pos x="connsiteX17633" y="connsiteY17633"/>
                </a:cxn>
                <a:cxn ang="0">
                  <a:pos x="connsiteX17634" y="connsiteY17634"/>
                </a:cxn>
                <a:cxn ang="0">
                  <a:pos x="connsiteX17635" y="connsiteY17635"/>
                </a:cxn>
                <a:cxn ang="0">
                  <a:pos x="connsiteX17636" y="connsiteY17636"/>
                </a:cxn>
                <a:cxn ang="0">
                  <a:pos x="connsiteX17637" y="connsiteY17637"/>
                </a:cxn>
                <a:cxn ang="0">
                  <a:pos x="connsiteX17638" y="connsiteY17638"/>
                </a:cxn>
                <a:cxn ang="0">
                  <a:pos x="connsiteX17639" y="connsiteY17639"/>
                </a:cxn>
                <a:cxn ang="0">
                  <a:pos x="connsiteX17640" y="connsiteY17640"/>
                </a:cxn>
                <a:cxn ang="0">
                  <a:pos x="connsiteX17641" y="connsiteY17641"/>
                </a:cxn>
                <a:cxn ang="0">
                  <a:pos x="connsiteX17642" y="connsiteY17642"/>
                </a:cxn>
                <a:cxn ang="0">
                  <a:pos x="connsiteX17643" y="connsiteY17643"/>
                </a:cxn>
                <a:cxn ang="0">
                  <a:pos x="connsiteX17644" y="connsiteY17644"/>
                </a:cxn>
                <a:cxn ang="0">
                  <a:pos x="connsiteX17645" y="connsiteY17645"/>
                </a:cxn>
                <a:cxn ang="0">
                  <a:pos x="connsiteX17646" y="connsiteY17646"/>
                </a:cxn>
                <a:cxn ang="0">
                  <a:pos x="connsiteX17647" y="connsiteY17647"/>
                </a:cxn>
                <a:cxn ang="0">
                  <a:pos x="connsiteX17648" y="connsiteY17648"/>
                </a:cxn>
                <a:cxn ang="0">
                  <a:pos x="connsiteX17649" y="connsiteY17649"/>
                </a:cxn>
                <a:cxn ang="0">
                  <a:pos x="connsiteX17650" y="connsiteY17650"/>
                </a:cxn>
                <a:cxn ang="0">
                  <a:pos x="connsiteX17651" y="connsiteY17651"/>
                </a:cxn>
                <a:cxn ang="0">
                  <a:pos x="connsiteX17652" y="connsiteY17652"/>
                </a:cxn>
                <a:cxn ang="0">
                  <a:pos x="connsiteX17653" y="connsiteY17653"/>
                </a:cxn>
                <a:cxn ang="0">
                  <a:pos x="connsiteX17654" y="connsiteY17654"/>
                </a:cxn>
                <a:cxn ang="0">
                  <a:pos x="connsiteX17655" y="connsiteY17655"/>
                </a:cxn>
                <a:cxn ang="0">
                  <a:pos x="connsiteX17656" y="connsiteY17656"/>
                </a:cxn>
                <a:cxn ang="0">
                  <a:pos x="connsiteX17657" y="connsiteY17657"/>
                </a:cxn>
                <a:cxn ang="0">
                  <a:pos x="connsiteX17658" y="connsiteY17658"/>
                </a:cxn>
                <a:cxn ang="0">
                  <a:pos x="connsiteX17659" y="connsiteY17659"/>
                </a:cxn>
                <a:cxn ang="0">
                  <a:pos x="connsiteX17660" y="connsiteY17660"/>
                </a:cxn>
                <a:cxn ang="0">
                  <a:pos x="connsiteX17661" y="connsiteY17661"/>
                </a:cxn>
                <a:cxn ang="0">
                  <a:pos x="connsiteX17662" y="connsiteY17662"/>
                </a:cxn>
                <a:cxn ang="0">
                  <a:pos x="connsiteX17663" y="connsiteY17663"/>
                </a:cxn>
                <a:cxn ang="0">
                  <a:pos x="connsiteX17664" y="connsiteY17664"/>
                </a:cxn>
                <a:cxn ang="0">
                  <a:pos x="connsiteX17665" y="connsiteY17665"/>
                </a:cxn>
                <a:cxn ang="0">
                  <a:pos x="connsiteX17666" y="connsiteY17666"/>
                </a:cxn>
                <a:cxn ang="0">
                  <a:pos x="connsiteX17667" y="connsiteY17667"/>
                </a:cxn>
                <a:cxn ang="0">
                  <a:pos x="connsiteX17668" y="connsiteY17668"/>
                </a:cxn>
                <a:cxn ang="0">
                  <a:pos x="connsiteX17669" y="connsiteY17669"/>
                </a:cxn>
                <a:cxn ang="0">
                  <a:pos x="connsiteX17670" y="connsiteY17670"/>
                </a:cxn>
                <a:cxn ang="0">
                  <a:pos x="connsiteX17671" y="connsiteY17671"/>
                </a:cxn>
                <a:cxn ang="0">
                  <a:pos x="connsiteX17672" y="connsiteY17672"/>
                </a:cxn>
                <a:cxn ang="0">
                  <a:pos x="connsiteX17673" y="connsiteY17673"/>
                </a:cxn>
                <a:cxn ang="0">
                  <a:pos x="connsiteX17674" y="connsiteY17674"/>
                </a:cxn>
                <a:cxn ang="0">
                  <a:pos x="connsiteX17675" y="connsiteY17675"/>
                </a:cxn>
                <a:cxn ang="0">
                  <a:pos x="connsiteX17676" y="connsiteY17676"/>
                </a:cxn>
                <a:cxn ang="0">
                  <a:pos x="connsiteX17677" y="connsiteY17677"/>
                </a:cxn>
                <a:cxn ang="0">
                  <a:pos x="connsiteX17678" y="connsiteY17678"/>
                </a:cxn>
                <a:cxn ang="0">
                  <a:pos x="connsiteX17679" y="connsiteY17679"/>
                </a:cxn>
                <a:cxn ang="0">
                  <a:pos x="connsiteX17680" y="connsiteY17680"/>
                </a:cxn>
                <a:cxn ang="0">
                  <a:pos x="connsiteX17681" y="connsiteY17681"/>
                </a:cxn>
                <a:cxn ang="0">
                  <a:pos x="connsiteX17682" y="connsiteY17682"/>
                </a:cxn>
                <a:cxn ang="0">
                  <a:pos x="connsiteX17683" y="connsiteY17683"/>
                </a:cxn>
                <a:cxn ang="0">
                  <a:pos x="connsiteX17684" y="connsiteY17684"/>
                </a:cxn>
                <a:cxn ang="0">
                  <a:pos x="connsiteX17685" y="connsiteY17685"/>
                </a:cxn>
                <a:cxn ang="0">
                  <a:pos x="connsiteX17686" y="connsiteY17686"/>
                </a:cxn>
                <a:cxn ang="0">
                  <a:pos x="connsiteX17687" y="connsiteY17687"/>
                </a:cxn>
                <a:cxn ang="0">
                  <a:pos x="connsiteX17688" y="connsiteY17688"/>
                </a:cxn>
                <a:cxn ang="0">
                  <a:pos x="connsiteX17689" y="connsiteY17689"/>
                </a:cxn>
                <a:cxn ang="0">
                  <a:pos x="connsiteX17690" y="connsiteY17690"/>
                </a:cxn>
                <a:cxn ang="0">
                  <a:pos x="connsiteX17691" y="connsiteY17691"/>
                </a:cxn>
                <a:cxn ang="0">
                  <a:pos x="connsiteX17692" y="connsiteY17692"/>
                </a:cxn>
                <a:cxn ang="0">
                  <a:pos x="connsiteX17693" y="connsiteY17693"/>
                </a:cxn>
                <a:cxn ang="0">
                  <a:pos x="connsiteX17694" y="connsiteY17694"/>
                </a:cxn>
                <a:cxn ang="0">
                  <a:pos x="connsiteX17695" y="connsiteY17695"/>
                </a:cxn>
                <a:cxn ang="0">
                  <a:pos x="connsiteX17696" y="connsiteY17696"/>
                </a:cxn>
                <a:cxn ang="0">
                  <a:pos x="connsiteX17697" y="connsiteY17697"/>
                </a:cxn>
                <a:cxn ang="0">
                  <a:pos x="connsiteX17698" y="connsiteY17698"/>
                </a:cxn>
                <a:cxn ang="0">
                  <a:pos x="connsiteX17699" y="connsiteY17699"/>
                </a:cxn>
                <a:cxn ang="0">
                  <a:pos x="connsiteX17700" y="connsiteY17700"/>
                </a:cxn>
                <a:cxn ang="0">
                  <a:pos x="connsiteX17701" y="connsiteY17701"/>
                </a:cxn>
                <a:cxn ang="0">
                  <a:pos x="connsiteX17702" y="connsiteY17702"/>
                </a:cxn>
                <a:cxn ang="0">
                  <a:pos x="connsiteX17703" y="connsiteY17703"/>
                </a:cxn>
                <a:cxn ang="0">
                  <a:pos x="connsiteX17704" y="connsiteY17704"/>
                </a:cxn>
                <a:cxn ang="0">
                  <a:pos x="connsiteX17705" y="connsiteY17705"/>
                </a:cxn>
                <a:cxn ang="0">
                  <a:pos x="connsiteX17706" y="connsiteY17706"/>
                </a:cxn>
                <a:cxn ang="0">
                  <a:pos x="connsiteX17707" y="connsiteY17707"/>
                </a:cxn>
                <a:cxn ang="0">
                  <a:pos x="connsiteX17708" y="connsiteY17708"/>
                </a:cxn>
                <a:cxn ang="0">
                  <a:pos x="connsiteX17709" y="connsiteY17709"/>
                </a:cxn>
                <a:cxn ang="0">
                  <a:pos x="connsiteX17710" y="connsiteY17710"/>
                </a:cxn>
                <a:cxn ang="0">
                  <a:pos x="connsiteX17711" y="connsiteY17711"/>
                </a:cxn>
                <a:cxn ang="0">
                  <a:pos x="connsiteX17712" y="connsiteY17712"/>
                </a:cxn>
                <a:cxn ang="0">
                  <a:pos x="connsiteX17713" y="connsiteY17713"/>
                </a:cxn>
                <a:cxn ang="0">
                  <a:pos x="connsiteX17714" y="connsiteY17714"/>
                </a:cxn>
                <a:cxn ang="0">
                  <a:pos x="connsiteX17715" y="connsiteY17715"/>
                </a:cxn>
                <a:cxn ang="0">
                  <a:pos x="connsiteX17716" y="connsiteY17716"/>
                </a:cxn>
                <a:cxn ang="0">
                  <a:pos x="connsiteX17717" y="connsiteY17717"/>
                </a:cxn>
                <a:cxn ang="0">
                  <a:pos x="connsiteX17718" y="connsiteY17718"/>
                </a:cxn>
                <a:cxn ang="0">
                  <a:pos x="connsiteX17719" y="connsiteY17719"/>
                </a:cxn>
                <a:cxn ang="0">
                  <a:pos x="connsiteX17720" y="connsiteY17720"/>
                </a:cxn>
                <a:cxn ang="0">
                  <a:pos x="connsiteX17721" y="connsiteY17721"/>
                </a:cxn>
                <a:cxn ang="0">
                  <a:pos x="connsiteX17722" y="connsiteY17722"/>
                </a:cxn>
                <a:cxn ang="0">
                  <a:pos x="connsiteX17723" y="connsiteY17723"/>
                </a:cxn>
                <a:cxn ang="0">
                  <a:pos x="connsiteX17724" y="connsiteY17724"/>
                </a:cxn>
                <a:cxn ang="0">
                  <a:pos x="connsiteX17725" y="connsiteY17725"/>
                </a:cxn>
                <a:cxn ang="0">
                  <a:pos x="connsiteX17726" y="connsiteY17726"/>
                </a:cxn>
                <a:cxn ang="0">
                  <a:pos x="connsiteX17727" y="connsiteY17727"/>
                </a:cxn>
                <a:cxn ang="0">
                  <a:pos x="connsiteX17728" y="connsiteY17728"/>
                </a:cxn>
                <a:cxn ang="0">
                  <a:pos x="connsiteX17729" y="connsiteY17729"/>
                </a:cxn>
                <a:cxn ang="0">
                  <a:pos x="connsiteX17730" y="connsiteY17730"/>
                </a:cxn>
                <a:cxn ang="0">
                  <a:pos x="connsiteX17731" y="connsiteY17731"/>
                </a:cxn>
                <a:cxn ang="0">
                  <a:pos x="connsiteX17732" y="connsiteY17732"/>
                </a:cxn>
                <a:cxn ang="0">
                  <a:pos x="connsiteX17733" y="connsiteY17733"/>
                </a:cxn>
                <a:cxn ang="0">
                  <a:pos x="connsiteX17734" y="connsiteY17734"/>
                </a:cxn>
                <a:cxn ang="0">
                  <a:pos x="connsiteX17735" y="connsiteY17735"/>
                </a:cxn>
                <a:cxn ang="0">
                  <a:pos x="connsiteX17736" y="connsiteY17736"/>
                </a:cxn>
                <a:cxn ang="0">
                  <a:pos x="connsiteX17737" y="connsiteY17737"/>
                </a:cxn>
                <a:cxn ang="0">
                  <a:pos x="connsiteX17738" y="connsiteY17738"/>
                </a:cxn>
                <a:cxn ang="0">
                  <a:pos x="connsiteX17739" y="connsiteY17739"/>
                </a:cxn>
                <a:cxn ang="0">
                  <a:pos x="connsiteX17740" y="connsiteY17740"/>
                </a:cxn>
                <a:cxn ang="0">
                  <a:pos x="connsiteX17741" y="connsiteY17741"/>
                </a:cxn>
                <a:cxn ang="0">
                  <a:pos x="connsiteX17742" y="connsiteY17742"/>
                </a:cxn>
                <a:cxn ang="0">
                  <a:pos x="connsiteX17743" y="connsiteY17743"/>
                </a:cxn>
                <a:cxn ang="0">
                  <a:pos x="connsiteX17744" y="connsiteY17744"/>
                </a:cxn>
                <a:cxn ang="0">
                  <a:pos x="connsiteX17745" y="connsiteY17745"/>
                </a:cxn>
                <a:cxn ang="0">
                  <a:pos x="connsiteX17746" y="connsiteY17746"/>
                </a:cxn>
                <a:cxn ang="0">
                  <a:pos x="connsiteX17747" y="connsiteY17747"/>
                </a:cxn>
                <a:cxn ang="0">
                  <a:pos x="connsiteX17748" y="connsiteY17748"/>
                </a:cxn>
                <a:cxn ang="0">
                  <a:pos x="connsiteX17749" y="connsiteY17749"/>
                </a:cxn>
                <a:cxn ang="0">
                  <a:pos x="connsiteX17750" y="connsiteY17750"/>
                </a:cxn>
                <a:cxn ang="0">
                  <a:pos x="connsiteX17751" y="connsiteY17751"/>
                </a:cxn>
                <a:cxn ang="0">
                  <a:pos x="connsiteX17752" y="connsiteY17752"/>
                </a:cxn>
                <a:cxn ang="0">
                  <a:pos x="connsiteX17753" y="connsiteY17753"/>
                </a:cxn>
                <a:cxn ang="0">
                  <a:pos x="connsiteX17754" y="connsiteY17754"/>
                </a:cxn>
                <a:cxn ang="0">
                  <a:pos x="connsiteX17755" y="connsiteY17755"/>
                </a:cxn>
                <a:cxn ang="0">
                  <a:pos x="connsiteX17756" y="connsiteY17756"/>
                </a:cxn>
                <a:cxn ang="0">
                  <a:pos x="connsiteX17757" y="connsiteY17757"/>
                </a:cxn>
                <a:cxn ang="0">
                  <a:pos x="connsiteX17758" y="connsiteY17758"/>
                </a:cxn>
                <a:cxn ang="0">
                  <a:pos x="connsiteX17759" y="connsiteY17759"/>
                </a:cxn>
                <a:cxn ang="0">
                  <a:pos x="connsiteX17760" y="connsiteY17760"/>
                </a:cxn>
                <a:cxn ang="0">
                  <a:pos x="connsiteX17761" y="connsiteY17761"/>
                </a:cxn>
                <a:cxn ang="0">
                  <a:pos x="connsiteX17762" y="connsiteY17762"/>
                </a:cxn>
                <a:cxn ang="0">
                  <a:pos x="connsiteX17763" y="connsiteY17763"/>
                </a:cxn>
                <a:cxn ang="0">
                  <a:pos x="connsiteX17764" y="connsiteY17764"/>
                </a:cxn>
                <a:cxn ang="0">
                  <a:pos x="connsiteX17765" y="connsiteY17765"/>
                </a:cxn>
                <a:cxn ang="0">
                  <a:pos x="connsiteX17766" y="connsiteY17766"/>
                </a:cxn>
                <a:cxn ang="0">
                  <a:pos x="connsiteX17767" y="connsiteY17767"/>
                </a:cxn>
                <a:cxn ang="0">
                  <a:pos x="connsiteX17768" y="connsiteY17768"/>
                </a:cxn>
                <a:cxn ang="0">
                  <a:pos x="connsiteX17769" y="connsiteY17769"/>
                </a:cxn>
                <a:cxn ang="0">
                  <a:pos x="connsiteX17770" y="connsiteY17770"/>
                </a:cxn>
                <a:cxn ang="0">
                  <a:pos x="connsiteX17771" y="connsiteY17771"/>
                </a:cxn>
                <a:cxn ang="0">
                  <a:pos x="connsiteX17772" y="connsiteY17772"/>
                </a:cxn>
                <a:cxn ang="0">
                  <a:pos x="connsiteX17773" y="connsiteY17773"/>
                </a:cxn>
                <a:cxn ang="0">
                  <a:pos x="connsiteX17774" y="connsiteY17774"/>
                </a:cxn>
                <a:cxn ang="0">
                  <a:pos x="connsiteX17775" y="connsiteY17775"/>
                </a:cxn>
                <a:cxn ang="0">
                  <a:pos x="connsiteX17776" y="connsiteY17776"/>
                </a:cxn>
                <a:cxn ang="0">
                  <a:pos x="connsiteX17777" y="connsiteY17777"/>
                </a:cxn>
                <a:cxn ang="0">
                  <a:pos x="connsiteX17778" y="connsiteY17778"/>
                </a:cxn>
                <a:cxn ang="0">
                  <a:pos x="connsiteX17779" y="connsiteY17779"/>
                </a:cxn>
                <a:cxn ang="0">
                  <a:pos x="connsiteX17780" y="connsiteY17780"/>
                </a:cxn>
                <a:cxn ang="0">
                  <a:pos x="connsiteX17781" y="connsiteY17781"/>
                </a:cxn>
                <a:cxn ang="0">
                  <a:pos x="connsiteX17782" y="connsiteY17782"/>
                </a:cxn>
                <a:cxn ang="0">
                  <a:pos x="connsiteX17783" y="connsiteY17783"/>
                </a:cxn>
                <a:cxn ang="0">
                  <a:pos x="connsiteX17784" y="connsiteY17784"/>
                </a:cxn>
                <a:cxn ang="0">
                  <a:pos x="connsiteX17785" y="connsiteY17785"/>
                </a:cxn>
                <a:cxn ang="0">
                  <a:pos x="connsiteX17786" y="connsiteY17786"/>
                </a:cxn>
                <a:cxn ang="0">
                  <a:pos x="connsiteX17787" y="connsiteY17787"/>
                </a:cxn>
                <a:cxn ang="0">
                  <a:pos x="connsiteX17788" y="connsiteY17788"/>
                </a:cxn>
                <a:cxn ang="0">
                  <a:pos x="connsiteX17789" y="connsiteY17789"/>
                </a:cxn>
                <a:cxn ang="0">
                  <a:pos x="connsiteX17790" y="connsiteY17790"/>
                </a:cxn>
                <a:cxn ang="0">
                  <a:pos x="connsiteX17791" y="connsiteY17791"/>
                </a:cxn>
                <a:cxn ang="0">
                  <a:pos x="connsiteX17792" y="connsiteY17792"/>
                </a:cxn>
                <a:cxn ang="0">
                  <a:pos x="connsiteX17793" y="connsiteY17793"/>
                </a:cxn>
                <a:cxn ang="0">
                  <a:pos x="connsiteX17794" y="connsiteY17794"/>
                </a:cxn>
                <a:cxn ang="0">
                  <a:pos x="connsiteX17795" y="connsiteY17795"/>
                </a:cxn>
                <a:cxn ang="0">
                  <a:pos x="connsiteX17796" y="connsiteY17796"/>
                </a:cxn>
                <a:cxn ang="0">
                  <a:pos x="connsiteX17797" y="connsiteY17797"/>
                </a:cxn>
                <a:cxn ang="0">
                  <a:pos x="connsiteX17798" y="connsiteY17798"/>
                </a:cxn>
                <a:cxn ang="0">
                  <a:pos x="connsiteX17799" y="connsiteY17799"/>
                </a:cxn>
                <a:cxn ang="0">
                  <a:pos x="connsiteX17800" y="connsiteY17800"/>
                </a:cxn>
                <a:cxn ang="0">
                  <a:pos x="connsiteX17801" y="connsiteY17801"/>
                </a:cxn>
                <a:cxn ang="0">
                  <a:pos x="connsiteX17802" y="connsiteY17802"/>
                </a:cxn>
                <a:cxn ang="0">
                  <a:pos x="connsiteX17803" y="connsiteY17803"/>
                </a:cxn>
                <a:cxn ang="0">
                  <a:pos x="connsiteX17804" y="connsiteY17804"/>
                </a:cxn>
                <a:cxn ang="0">
                  <a:pos x="connsiteX17805" y="connsiteY17805"/>
                </a:cxn>
                <a:cxn ang="0">
                  <a:pos x="connsiteX17806" y="connsiteY17806"/>
                </a:cxn>
                <a:cxn ang="0">
                  <a:pos x="connsiteX17807" y="connsiteY17807"/>
                </a:cxn>
                <a:cxn ang="0">
                  <a:pos x="connsiteX17808" y="connsiteY17808"/>
                </a:cxn>
                <a:cxn ang="0">
                  <a:pos x="connsiteX17809" y="connsiteY17809"/>
                </a:cxn>
                <a:cxn ang="0">
                  <a:pos x="connsiteX17810" y="connsiteY17810"/>
                </a:cxn>
                <a:cxn ang="0">
                  <a:pos x="connsiteX17811" y="connsiteY17811"/>
                </a:cxn>
                <a:cxn ang="0">
                  <a:pos x="connsiteX17812" y="connsiteY17812"/>
                </a:cxn>
                <a:cxn ang="0">
                  <a:pos x="connsiteX17813" y="connsiteY17813"/>
                </a:cxn>
                <a:cxn ang="0">
                  <a:pos x="connsiteX17814" y="connsiteY17814"/>
                </a:cxn>
                <a:cxn ang="0">
                  <a:pos x="connsiteX17815" y="connsiteY17815"/>
                </a:cxn>
                <a:cxn ang="0">
                  <a:pos x="connsiteX17816" y="connsiteY17816"/>
                </a:cxn>
                <a:cxn ang="0">
                  <a:pos x="connsiteX17817" y="connsiteY17817"/>
                </a:cxn>
                <a:cxn ang="0">
                  <a:pos x="connsiteX17818" y="connsiteY17818"/>
                </a:cxn>
                <a:cxn ang="0">
                  <a:pos x="connsiteX17819" y="connsiteY17819"/>
                </a:cxn>
                <a:cxn ang="0">
                  <a:pos x="connsiteX17820" y="connsiteY17820"/>
                </a:cxn>
                <a:cxn ang="0">
                  <a:pos x="connsiteX17821" y="connsiteY17821"/>
                </a:cxn>
                <a:cxn ang="0">
                  <a:pos x="connsiteX17822" y="connsiteY17822"/>
                </a:cxn>
                <a:cxn ang="0">
                  <a:pos x="connsiteX17823" y="connsiteY17823"/>
                </a:cxn>
                <a:cxn ang="0">
                  <a:pos x="connsiteX17824" y="connsiteY17824"/>
                </a:cxn>
                <a:cxn ang="0">
                  <a:pos x="connsiteX17825" y="connsiteY17825"/>
                </a:cxn>
                <a:cxn ang="0">
                  <a:pos x="connsiteX17826" y="connsiteY17826"/>
                </a:cxn>
                <a:cxn ang="0">
                  <a:pos x="connsiteX17827" y="connsiteY17827"/>
                </a:cxn>
                <a:cxn ang="0">
                  <a:pos x="connsiteX17828" y="connsiteY17828"/>
                </a:cxn>
                <a:cxn ang="0">
                  <a:pos x="connsiteX17829" y="connsiteY17829"/>
                </a:cxn>
                <a:cxn ang="0">
                  <a:pos x="connsiteX17830" y="connsiteY17830"/>
                </a:cxn>
                <a:cxn ang="0">
                  <a:pos x="connsiteX17831" y="connsiteY17831"/>
                </a:cxn>
                <a:cxn ang="0">
                  <a:pos x="connsiteX17832" y="connsiteY17832"/>
                </a:cxn>
                <a:cxn ang="0">
                  <a:pos x="connsiteX17833" y="connsiteY17833"/>
                </a:cxn>
                <a:cxn ang="0">
                  <a:pos x="connsiteX17834" y="connsiteY17834"/>
                </a:cxn>
                <a:cxn ang="0">
                  <a:pos x="connsiteX17835" y="connsiteY17835"/>
                </a:cxn>
                <a:cxn ang="0">
                  <a:pos x="connsiteX17836" y="connsiteY17836"/>
                </a:cxn>
                <a:cxn ang="0">
                  <a:pos x="connsiteX17837" y="connsiteY17837"/>
                </a:cxn>
                <a:cxn ang="0">
                  <a:pos x="connsiteX17838" y="connsiteY17838"/>
                </a:cxn>
                <a:cxn ang="0">
                  <a:pos x="connsiteX17839" y="connsiteY17839"/>
                </a:cxn>
                <a:cxn ang="0">
                  <a:pos x="connsiteX17840" y="connsiteY17840"/>
                </a:cxn>
                <a:cxn ang="0">
                  <a:pos x="connsiteX17841" y="connsiteY17841"/>
                </a:cxn>
                <a:cxn ang="0">
                  <a:pos x="connsiteX17842" y="connsiteY17842"/>
                </a:cxn>
                <a:cxn ang="0">
                  <a:pos x="connsiteX17843" y="connsiteY17843"/>
                </a:cxn>
                <a:cxn ang="0">
                  <a:pos x="connsiteX17844" y="connsiteY17844"/>
                </a:cxn>
                <a:cxn ang="0">
                  <a:pos x="connsiteX17845" y="connsiteY17845"/>
                </a:cxn>
                <a:cxn ang="0">
                  <a:pos x="connsiteX17846" y="connsiteY17846"/>
                </a:cxn>
                <a:cxn ang="0">
                  <a:pos x="connsiteX17847" y="connsiteY17847"/>
                </a:cxn>
                <a:cxn ang="0">
                  <a:pos x="connsiteX17848" y="connsiteY17848"/>
                </a:cxn>
                <a:cxn ang="0">
                  <a:pos x="connsiteX17849" y="connsiteY17849"/>
                </a:cxn>
                <a:cxn ang="0">
                  <a:pos x="connsiteX17850" y="connsiteY17850"/>
                </a:cxn>
                <a:cxn ang="0">
                  <a:pos x="connsiteX17851" y="connsiteY17851"/>
                </a:cxn>
                <a:cxn ang="0">
                  <a:pos x="connsiteX17852" y="connsiteY17852"/>
                </a:cxn>
                <a:cxn ang="0">
                  <a:pos x="connsiteX17853" y="connsiteY17853"/>
                </a:cxn>
                <a:cxn ang="0">
                  <a:pos x="connsiteX17854" y="connsiteY17854"/>
                </a:cxn>
                <a:cxn ang="0">
                  <a:pos x="connsiteX17855" y="connsiteY17855"/>
                </a:cxn>
                <a:cxn ang="0">
                  <a:pos x="connsiteX17856" y="connsiteY17856"/>
                </a:cxn>
                <a:cxn ang="0">
                  <a:pos x="connsiteX17857" y="connsiteY17857"/>
                </a:cxn>
                <a:cxn ang="0">
                  <a:pos x="connsiteX17858" y="connsiteY17858"/>
                </a:cxn>
                <a:cxn ang="0">
                  <a:pos x="connsiteX17859" y="connsiteY17859"/>
                </a:cxn>
                <a:cxn ang="0">
                  <a:pos x="connsiteX17860" y="connsiteY17860"/>
                </a:cxn>
                <a:cxn ang="0">
                  <a:pos x="connsiteX17861" y="connsiteY17861"/>
                </a:cxn>
                <a:cxn ang="0">
                  <a:pos x="connsiteX17862" y="connsiteY17862"/>
                </a:cxn>
                <a:cxn ang="0">
                  <a:pos x="connsiteX17863" y="connsiteY17863"/>
                </a:cxn>
                <a:cxn ang="0">
                  <a:pos x="connsiteX17864" y="connsiteY17864"/>
                </a:cxn>
                <a:cxn ang="0">
                  <a:pos x="connsiteX17865" y="connsiteY17865"/>
                </a:cxn>
                <a:cxn ang="0">
                  <a:pos x="connsiteX17866" y="connsiteY17866"/>
                </a:cxn>
                <a:cxn ang="0">
                  <a:pos x="connsiteX17867" y="connsiteY17867"/>
                </a:cxn>
                <a:cxn ang="0">
                  <a:pos x="connsiteX17868" y="connsiteY17868"/>
                </a:cxn>
                <a:cxn ang="0">
                  <a:pos x="connsiteX17869" y="connsiteY17869"/>
                </a:cxn>
                <a:cxn ang="0">
                  <a:pos x="connsiteX17870" y="connsiteY17870"/>
                </a:cxn>
                <a:cxn ang="0">
                  <a:pos x="connsiteX17871" y="connsiteY17871"/>
                </a:cxn>
                <a:cxn ang="0">
                  <a:pos x="connsiteX17872" y="connsiteY17872"/>
                </a:cxn>
                <a:cxn ang="0">
                  <a:pos x="connsiteX17873" y="connsiteY17873"/>
                </a:cxn>
                <a:cxn ang="0">
                  <a:pos x="connsiteX17874" y="connsiteY17874"/>
                </a:cxn>
                <a:cxn ang="0">
                  <a:pos x="connsiteX17875" y="connsiteY17875"/>
                </a:cxn>
                <a:cxn ang="0">
                  <a:pos x="connsiteX17876" y="connsiteY17876"/>
                </a:cxn>
                <a:cxn ang="0">
                  <a:pos x="connsiteX17877" y="connsiteY17877"/>
                </a:cxn>
                <a:cxn ang="0">
                  <a:pos x="connsiteX17878" y="connsiteY17878"/>
                </a:cxn>
                <a:cxn ang="0">
                  <a:pos x="connsiteX17879" y="connsiteY17879"/>
                </a:cxn>
                <a:cxn ang="0">
                  <a:pos x="connsiteX17880" y="connsiteY17880"/>
                </a:cxn>
                <a:cxn ang="0">
                  <a:pos x="connsiteX17881" y="connsiteY17881"/>
                </a:cxn>
                <a:cxn ang="0">
                  <a:pos x="connsiteX17882" y="connsiteY17882"/>
                </a:cxn>
                <a:cxn ang="0">
                  <a:pos x="connsiteX17883" y="connsiteY17883"/>
                </a:cxn>
                <a:cxn ang="0">
                  <a:pos x="connsiteX17884" y="connsiteY17884"/>
                </a:cxn>
                <a:cxn ang="0">
                  <a:pos x="connsiteX17885" y="connsiteY17885"/>
                </a:cxn>
                <a:cxn ang="0">
                  <a:pos x="connsiteX17886" y="connsiteY17886"/>
                </a:cxn>
                <a:cxn ang="0">
                  <a:pos x="connsiteX17887" y="connsiteY17887"/>
                </a:cxn>
                <a:cxn ang="0">
                  <a:pos x="connsiteX17888" y="connsiteY17888"/>
                </a:cxn>
                <a:cxn ang="0">
                  <a:pos x="connsiteX17889" y="connsiteY17889"/>
                </a:cxn>
                <a:cxn ang="0">
                  <a:pos x="connsiteX17890" y="connsiteY17890"/>
                </a:cxn>
                <a:cxn ang="0">
                  <a:pos x="connsiteX17891" y="connsiteY17891"/>
                </a:cxn>
                <a:cxn ang="0">
                  <a:pos x="connsiteX17892" y="connsiteY17892"/>
                </a:cxn>
                <a:cxn ang="0">
                  <a:pos x="connsiteX17893" y="connsiteY17893"/>
                </a:cxn>
                <a:cxn ang="0">
                  <a:pos x="connsiteX17894" y="connsiteY17894"/>
                </a:cxn>
                <a:cxn ang="0">
                  <a:pos x="connsiteX17895" y="connsiteY17895"/>
                </a:cxn>
                <a:cxn ang="0">
                  <a:pos x="connsiteX17896" y="connsiteY17896"/>
                </a:cxn>
                <a:cxn ang="0">
                  <a:pos x="connsiteX17897" y="connsiteY17897"/>
                </a:cxn>
                <a:cxn ang="0">
                  <a:pos x="connsiteX17898" y="connsiteY17898"/>
                </a:cxn>
                <a:cxn ang="0">
                  <a:pos x="connsiteX17899" y="connsiteY17899"/>
                </a:cxn>
                <a:cxn ang="0">
                  <a:pos x="connsiteX17900" y="connsiteY17900"/>
                </a:cxn>
                <a:cxn ang="0">
                  <a:pos x="connsiteX17901" y="connsiteY17901"/>
                </a:cxn>
                <a:cxn ang="0">
                  <a:pos x="connsiteX17902" y="connsiteY17902"/>
                </a:cxn>
                <a:cxn ang="0">
                  <a:pos x="connsiteX17903" y="connsiteY17903"/>
                </a:cxn>
                <a:cxn ang="0">
                  <a:pos x="connsiteX17904" y="connsiteY17904"/>
                </a:cxn>
                <a:cxn ang="0">
                  <a:pos x="connsiteX17905" y="connsiteY17905"/>
                </a:cxn>
                <a:cxn ang="0">
                  <a:pos x="connsiteX17906" y="connsiteY17906"/>
                </a:cxn>
                <a:cxn ang="0">
                  <a:pos x="connsiteX17907" y="connsiteY17907"/>
                </a:cxn>
                <a:cxn ang="0">
                  <a:pos x="connsiteX17908" y="connsiteY17908"/>
                </a:cxn>
                <a:cxn ang="0">
                  <a:pos x="connsiteX17909" y="connsiteY17909"/>
                </a:cxn>
                <a:cxn ang="0">
                  <a:pos x="connsiteX17910" y="connsiteY17910"/>
                </a:cxn>
                <a:cxn ang="0">
                  <a:pos x="connsiteX17911" y="connsiteY17911"/>
                </a:cxn>
                <a:cxn ang="0">
                  <a:pos x="connsiteX17912" y="connsiteY17912"/>
                </a:cxn>
                <a:cxn ang="0">
                  <a:pos x="connsiteX17913" y="connsiteY17913"/>
                </a:cxn>
                <a:cxn ang="0">
                  <a:pos x="connsiteX17914" y="connsiteY17914"/>
                </a:cxn>
                <a:cxn ang="0">
                  <a:pos x="connsiteX17915" y="connsiteY17915"/>
                </a:cxn>
                <a:cxn ang="0">
                  <a:pos x="connsiteX17916" y="connsiteY17916"/>
                </a:cxn>
                <a:cxn ang="0">
                  <a:pos x="connsiteX17917" y="connsiteY17917"/>
                </a:cxn>
                <a:cxn ang="0">
                  <a:pos x="connsiteX17918" y="connsiteY17918"/>
                </a:cxn>
                <a:cxn ang="0">
                  <a:pos x="connsiteX17919" y="connsiteY17919"/>
                </a:cxn>
                <a:cxn ang="0">
                  <a:pos x="connsiteX17920" y="connsiteY17920"/>
                </a:cxn>
                <a:cxn ang="0">
                  <a:pos x="connsiteX17921" y="connsiteY17921"/>
                </a:cxn>
                <a:cxn ang="0">
                  <a:pos x="connsiteX17922" y="connsiteY17922"/>
                </a:cxn>
                <a:cxn ang="0">
                  <a:pos x="connsiteX17923" y="connsiteY17923"/>
                </a:cxn>
                <a:cxn ang="0">
                  <a:pos x="connsiteX17924" y="connsiteY17924"/>
                </a:cxn>
                <a:cxn ang="0">
                  <a:pos x="connsiteX17925" y="connsiteY17925"/>
                </a:cxn>
                <a:cxn ang="0">
                  <a:pos x="connsiteX17926" y="connsiteY17926"/>
                </a:cxn>
                <a:cxn ang="0">
                  <a:pos x="connsiteX17927" y="connsiteY17927"/>
                </a:cxn>
                <a:cxn ang="0">
                  <a:pos x="connsiteX17928" y="connsiteY17928"/>
                </a:cxn>
                <a:cxn ang="0">
                  <a:pos x="connsiteX17929" y="connsiteY17929"/>
                </a:cxn>
                <a:cxn ang="0">
                  <a:pos x="connsiteX17930" y="connsiteY17930"/>
                </a:cxn>
                <a:cxn ang="0">
                  <a:pos x="connsiteX17931" y="connsiteY17931"/>
                </a:cxn>
                <a:cxn ang="0">
                  <a:pos x="connsiteX17932" y="connsiteY17932"/>
                </a:cxn>
                <a:cxn ang="0">
                  <a:pos x="connsiteX17933" y="connsiteY17933"/>
                </a:cxn>
                <a:cxn ang="0">
                  <a:pos x="connsiteX17934" y="connsiteY17934"/>
                </a:cxn>
                <a:cxn ang="0">
                  <a:pos x="connsiteX17935" y="connsiteY17935"/>
                </a:cxn>
                <a:cxn ang="0">
                  <a:pos x="connsiteX17936" y="connsiteY17936"/>
                </a:cxn>
                <a:cxn ang="0">
                  <a:pos x="connsiteX17937" y="connsiteY17937"/>
                </a:cxn>
                <a:cxn ang="0">
                  <a:pos x="connsiteX17938" y="connsiteY17938"/>
                </a:cxn>
                <a:cxn ang="0">
                  <a:pos x="connsiteX17939" y="connsiteY17939"/>
                </a:cxn>
                <a:cxn ang="0">
                  <a:pos x="connsiteX17940" y="connsiteY17940"/>
                </a:cxn>
                <a:cxn ang="0">
                  <a:pos x="connsiteX17941" y="connsiteY17941"/>
                </a:cxn>
                <a:cxn ang="0">
                  <a:pos x="connsiteX17942" y="connsiteY17942"/>
                </a:cxn>
                <a:cxn ang="0">
                  <a:pos x="connsiteX17943" y="connsiteY17943"/>
                </a:cxn>
                <a:cxn ang="0">
                  <a:pos x="connsiteX17944" y="connsiteY17944"/>
                </a:cxn>
                <a:cxn ang="0">
                  <a:pos x="connsiteX17945" y="connsiteY17945"/>
                </a:cxn>
                <a:cxn ang="0">
                  <a:pos x="connsiteX17946" y="connsiteY17946"/>
                </a:cxn>
                <a:cxn ang="0">
                  <a:pos x="connsiteX17947" y="connsiteY17947"/>
                </a:cxn>
                <a:cxn ang="0">
                  <a:pos x="connsiteX17948" y="connsiteY17948"/>
                </a:cxn>
                <a:cxn ang="0">
                  <a:pos x="connsiteX17949" y="connsiteY17949"/>
                </a:cxn>
                <a:cxn ang="0">
                  <a:pos x="connsiteX17950" y="connsiteY17950"/>
                </a:cxn>
                <a:cxn ang="0">
                  <a:pos x="connsiteX17951" y="connsiteY17951"/>
                </a:cxn>
                <a:cxn ang="0">
                  <a:pos x="connsiteX17952" y="connsiteY17952"/>
                </a:cxn>
                <a:cxn ang="0">
                  <a:pos x="connsiteX17953" y="connsiteY17953"/>
                </a:cxn>
                <a:cxn ang="0">
                  <a:pos x="connsiteX17954" y="connsiteY17954"/>
                </a:cxn>
                <a:cxn ang="0">
                  <a:pos x="connsiteX17955" y="connsiteY17955"/>
                </a:cxn>
                <a:cxn ang="0">
                  <a:pos x="connsiteX17956" y="connsiteY17956"/>
                </a:cxn>
                <a:cxn ang="0">
                  <a:pos x="connsiteX17957" y="connsiteY17957"/>
                </a:cxn>
                <a:cxn ang="0">
                  <a:pos x="connsiteX17958" y="connsiteY17958"/>
                </a:cxn>
                <a:cxn ang="0">
                  <a:pos x="connsiteX17959" y="connsiteY17959"/>
                </a:cxn>
                <a:cxn ang="0">
                  <a:pos x="connsiteX17960" y="connsiteY17960"/>
                </a:cxn>
                <a:cxn ang="0">
                  <a:pos x="connsiteX17961" y="connsiteY17961"/>
                </a:cxn>
                <a:cxn ang="0">
                  <a:pos x="connsiteX17962" y="connsiteY17962"/>
                </a:cxn>
                <a:cxn ang="0">
                  <a:pos x="connsiteX17963" y="connsiteY17963"/>
                </a:cxn>
                <a:cxn ang="0">
                  <a:pos x="connsiteX17964" y="connsiteY17964"/>
                </a:cxn>
                <a:cxn ang="0">
                  <a:pos x="connsiteX17965" y="connsiteY17965"/>
                </a:cxn>
                <a:cxn ang="0">
                  <a:pos x="connsiteX17966" y="connsiteY17966"/>
                </a:cxn>
                <a:cxn ang="0">
                  <a:pos x="connsiteX17967" y="connsiteY17967"/>
                </a:cxn>
                <a:cxn ang="0">
                  <a:pos x="connsiteX17968" y="connsiteY17968"/>
                </a:cxn>
                <a:cxn ang="0">
                  <a:pos x="connsiteX17969" y="connsiteY17969"/>
                </a:cxn>
                <a:cxn ang="0">
                  <a:pos x="connsiteX17970" y="connsiteY17970"/>
                </a:cxn>
                <a:cxn ang="0">
                  <a:pos x="connsiteX17971" y="connsiteY17971"/>
                </a:cxn>
                <a:cxn ang="0">
                  <a:pos x="connsiteX17972" y="connsiteY17972"/>
                </a:cxn>
                <a:cxn ang="0">
                  <a:pos x="connsiteX17973" y="connsiteY17973"/>
                </a:cxn>
                <a:cxn ang="0">
                  <a:pos x="connsiteX17974" y="connsiteY17974"/>
                </a:cxn>
                <a:cxn ang="0">
                  <a:pos x="connsiteX17975" y="connsiteY17975"/>
                </a:cxn>
                <a:cxn ang="0">
                  <a:pos x="connsiteX17976" y="connsiteY17976"/>
                </a:cxn>
                <a:cxn ang="0">
                  <a:pos x="connsiteX17977" y="connsiteY17977"/>
                </a:cxn>
                <a:cxn ang="0">
                  <a:pos x="connsiteX17978" y="connsiteY17978"/>
                </a:cxn>
                <a:cxn ang="0">
                  <a:pos x="connsiteX17979" y="connsiteY17979"/>
                </a:cxn>
                <a:cxn ang="0">
                  <a:pos x="connsiteX17980" y="connsiteY17980"/>
                </a:cxn>
                <a:cxn ang="0">
                  <a:pos x="connsiteX17981" y="connsiteY17981"/>
                </a:cxn>
                <a:cxn ang="0">
                  <a:pos x="connsiteX17982" y="connsiteY17982"/>
                </a:cxn>
                <a:cxn ang="0">
                  <a:pos x="connsiteX17983" y="connsiteY17983"/>
                </a:cxn>
                <a:cxn ang="0">
                  <a:pos x="connsiteX17984" y="connsiteY17984"/>
                </a:cxn>
                <a:cxn ang="0">
                  <a:pos x="connsiteX17985" y="connsiteY17985"/>
                </a:cxn>
                <a:cxn ang="0">
                  <a:pos x="connsiteX17986" y="connsiteY17986"/>
                </a:cxn>
                <a:cxn ang="0">
                  <a:pos x="connsiteX17987" y="connsiteY17987"/>
                </a:cxn>
                <a:cxn ang="0">
                  <a:pos x="connsiteX17988" y="connsiteY17988"/>
                </a:cxn>
                <a:cxn ang="0">
                  <a:pos x="connsiteX17989" y="connsiteY17989"/>
                </a:cxn>
                <a:cxn ang="0">
                  <a:pos x="connsiteX17990" y="connsiteY17990"/>
                </a:cxn>
                <a:cxn ang="0">
                  <a:pos x="connsiteX17991" y="connsiteY17991"/>
                </a:cxn>
                <a:cxn ang="0">
                  <a:pos x="connsiteX17992" y="connsiteY17992"/>
                </a:cxn>
                <a:cxn ang="0">
                  <a:pos x="connsiteX17993" y="connsiteY17993"/>
                </a:cxn>
                <a:cxn ang="0">
                  <a:pos x="connsiteX17994" y="connsiteY17994"/>
                </a:cxn>
                <a:cxn ang="0">
                  <a:pos x="connsiteX17995" y="connsiteY17995"/>
                </a:cxn>
                <a:cxn ang="0">
                  <a:pos x="connsiteX17996" y="connsiteY17996"/>
                </a:cxn>
                <a:cxn ang="0">
                  <a:pos x="connsiteX17997" y="connsiteY17997"/>
                </a:cxn>
                <a:cxn ang="0">
                  <a:pos x="connsiteX17998" y="connsiteY17998"/>
                </a:cxn>
                <a:cxn ang="0">
                  <a:pos x="connsiteX17999" y="connsiteY17999"/>
                </a:cxn>
                <a:cxn ang="0">
                  <a:pos x="connsiteX18000" y="connsiteY18000"/>
                </a:cxn>
                <a:cxn ang="0">
                  <a:pos x="connsiteX18001" y="connsiteY18001"/>
                </a:cxn>
                <a:cxn ang="0">
                  <a:pos x="connsiteX18002" y="connsiteY18002"/>
                </a:cxn>
                <a:cxn ang="0">
                  <a:pos x="connsiteX18003" y="connsiteY18003"/>
                </a:cxn>
                <a:cxn ang="0">
                  <a:pos x="connsiteX18004" y="connsiteY18004"/>
                </a:cxn>
                <a:cxn ang="0">
                  <a:pos x="connsiteX18005" y="connsiteY18005"/>
                </a:cxn>
                <a:cxn ang="0">
                  <a:pos x="connsiteX18006" y="connsiteY18006"/>
                </a:cxn>
                <a:cxn ang="0">
                  <a:pos x="connsiteX18007" y="connsiteY18007"/>
                </a:cxn>
                <a:cxn ang="0">
                  <a:pos x="connsiteX18008" y="connsiteY18008"/>
                </a:cxn>
                <a:cxn ang="0">
                  <a:pos x="connsiteX18009" y="connsiteY18009"/>
                </a:cxn>
                <a:cxn ang="0">
                  <a:pos x="connsiteX18010" y="connsiteY18010"/>
                </a:cxn>
                <a:cxn ang="0">
                  <a:pos x="connsiteX18011" y="connsiteY18011"/>
                </a:cxn>
                <a:cxn ang="0">
                  <a:pos x="connsiteX18012" y="connsiteY18012"/>
                </a:cxn>
                <a:cxn ang="0">
                  <a:pos x="connsiteX18013" y="connsiteY18013"/>
                </a:cxn>
                <a:cxn ang="0">
                  <a:pos x="connsiteX18014" y="connsiteY18014"/>
                </a:cxn>
                <a:cxn ang="0">
                  <a:pos x="connsiteX18015" y="connsiteY18015"/>
                </a:cxn>
                <a:cxn ang="0">
                  <a:pos x="connsiteX18016" y="connsiteY18016"/>
                </a:cxn>
                <a:cxn ang="0">
                  <a:pos x="connsiteX18017" y="connsiteY18017"/>
                </a:cxn>
                <a:cxn ang="0">
                  <a:pos x="connsiteX18018" y="connsiteY18018"/>
                </a:cxn>
                <a:cxn ang="0">
                  <a:pos x="connsiteX18019" y="connsiteY18019"/>
                </a:cxn>
                <a:cxn ang="0">
                  <a:pos x="connsiteX18020" y="connsiteY18020"/>
                </a:cxn>
                <a:cxn ang="0">
                  <a:pos x="connsiteX18021" y="connsiteY18021"/>
                </a:cxn>
                <a:cxn ang="0">
                  <a:pos x="connsiteX18022" y="connsiteY18022"/>
                </a:cxn>
                <a:cxn ang="0">
                  <a:pos x="connsiteX18023" y="connsiteY18023"/>
                </a:cxn>
                <a:cxn ang="0">
                  <a:pos x="connsiteX18024" y="connsiteY18024"/>
                </a:cxn>
                <a:cxn ang="0">
                  <a:pos x="connsiteX18025" y="connsiteY18025"/>
                </a:cxn>
                <a:cxn ang="0">
                  <a:pos x="connsiteX18026" y="connsiteY18026"/>
                </a:cxn>
                <a:cxn ang="0">
                  <a:pos x="connsiteX18027" y="connsiteY18027"/>
                </a:cxn>
                <a:cxn ang="0">
                  <a:pos x="connsiteX18028" y="connsiteY18028"/>
                </a:cxn>
                <a:cxn ang="0">
                  <a:pos x="connsiteX18029" y="connsiteY18029"/>
                </a:cxn>
                <a:cxn ang="0">
                  <a:pos x="connsiteX18030" y="connsiteY18030"/>
                </a:cxn>
                <a:cxn ang="0">
                  <a:pos x="connsiteX18031" y="connsiteY18031"/>
                </a:cxn>
                <a:cxn ang="0">
                  <a:pos x="connsiteX18032" y="connsiteY18032"/>
                </a:cxn>
                <a:cxn ang="0">
                  <a:pos x="connsiteX18033" y="connsiteY18033"/>
                </a:cxn>
                <a:cxn ang="0">
                  <a:pos x="connsiteX18034" y="connsiteY18034"/>
                </a:cxn>
                <a:cxn ang="0">
                  <a:pos x="connsiteX18035" y="connsiteY18035"/>
                </a:cxn>
                <a:cxn ang="0">
                  <a:pos x="connsiteX18036" y="connsiteY18036"/>
                </a:cxn>
                <a:cxn ang="0">
                  <a:pos x="connsiteX18037" y="connsiteY18037"/>
                </a:cxn>
                <a:cxn ang="0">
                  <a:pos x="connsiteX18038" y="connsiteY18038"/>
                </a:cxn>
                <a:cxn ang="0">
                  <a:pos x="connsiteX18039" y="connsiteY18039"/>
                </a:cxn>
                <a:cxn ang="0">
                  <a:pos x="connsiteX18040" y="connsiteY18040"/>
                </a:cxn>
                <a:cxn ang="0">
                  <a:pos x="connsiteX18041" y="connsiteY18041"/>
                </a:cxn>
                <a:cxn ang="0">
                  <a:pos x="connsiteX18042" y="connsiteY18042"/>
                </a:cxn>
                <a:cxn ang="0">
                  <a:pos x="connsiteX18043" y="connsiteY18043"/>
                </a:cxn>
                <a:cxn ang="0">
                  <a:pos x="connsiteX18044" y="connsiteY18044"/>
                </a:cxn>
                <a:cxn ang="0">
                  <a:pos x="connsiteX18045" y="connsiteY18045"/>
                </a:cxn>
                <a:cxn ang="0">
                  <a:pos x="connsiteX18046" y="connsiteY18046"/>
                </a:cxn>
                <a:cxn ang="0">
                  <a:pos x="connsiteX18047" y="connsiteY18047"/>
                </a:cxn>
                <a:cxn ang="0">
                  <a:pos x="connsiteX18048" y="connsiteY18048"/>
                </a:cxn>
                <a:cxn ang="0">
                  <a:pos x="connsiteX18049" y="connsiteY18049"/>
                </a:cxn>
                <a:cxn ang="0">
                  <a:pos x="connsiteX18050" y="connsiteY18050"/>
                </a:cxn>
                <a:cxn ang="0">
                  <a:pos x="connsiteX18051" y="connsiteY18051"/>
                </a:cxn>
                <a:cxn ang="0">
                  <a:pos x="connsiteX18052" y="connsiteY18052"/>
                </a:cxn>
                <a:cxn ang="0">
                  <a:pos x="connsiteX18053" y="connsiteY18053"/>
                </a:cxn>
                <a:cxn ang="0">
                  <a:pos x="connsiteX18054" y="connsiteY18054"/>
                </a:cxn>
                <a:cxn ang="0">
                  <a:pos x="connsiteX18055" y="connsiteY18055"/>
                </a:cxn>
                <a:cxn ang="0">
                  <a:pos x="connsiteX18056" y="connsiteY18056"/>
                </a:cxn>
                <a:cxn ang="0">
                  <a:pos x="connsiteX18057" y="connsiteY18057"/>
                </a:cxn>
                <a:cxn ang="0">
                  <a:pos x="connsiteX18058" y="connsiteY18058"/>
                </a:cxn>
                <a:cxn ang="0">
                  <a:pos x="connsiteX18059" y="connsiteY18059"/>
                </a:cxn>
                <a:cxn ang="0">
                  <a:pos x="connsiteX18060" y="connsiteY18060"/>
                </a:cxn>
                <a:cxn ang="0">
                  <a:pos x="connsiteX18061" y="connsiteY18061"/>
                </a:cxn>
                <a:cxn ang="0">
                  <a:pos x="connsiteX18062" y="connsiteY18062"/>
                </a:cxn>
                <a:cxn ang="0">
                  <a:pos x="connsiteX18063" y="connsiteY18063"/>
                </a:cxn>
                <a:cxn ang="0">
                  <a:pos x="connsiteX18064" y="connsiteY18064"/>
                </a:cxn>
                <a:cxn ang="0">
                  <a:pos x="connsiteX18065" y="connsiteY18065"/>
                </a:cxn>
                <a:cxn ang="0">
                  <a:pos x="connsiteX18066" y="connsiteY18066"/>
                </a:cxn>
                <a:cxn ang="0">
                  <a:pos x="connsiteX18067" y="connsiteY18067"/>
                </a:cxn>
                <a:cxn ang="0">
                  <a:pos x="connsiteX18068" y="connsiteY18068"/>
                </a:cxn>
                <a:cxn ang="0">
                  <a:pos x="connsiteX18069" y="connsiteY18069"/>
                </a:cxn>
                <a:cxn ang="0">
                  <a:pos x="connsiteX18070" y="connsiteY18070"/>
                </a:cxn>
                <a:cxn ang="0">
                  <a:pos x="connsiteX18071" y="connsiteY18071"/>
                </a:cxn>
                <a:cxn ang="0">
                  <a:pos x="connsiteX18072" y="connsiteY18072"/>
                </a:cxn>
                <a:cxn ang="0">
                  <a:pos x="connsiteX18073" y="connsiteY18073"/>
                </a:cxn>
                <a:cxn ang="0">
                  <a:pos x="connsiteX18074" y="connsiteY18074"/>
                </a:cxn>
                <a:cxn ang="0">
                  <a:pos x="connsiteX18075" y="connsiteY18075"/>
                </a:cxn>
                <a:cxn ang="0">
                  <a:pos x="connsiteX18076" y="connsiteY18076"/>
                </a:cxn>
                <a:cxn ang="0">
                  <a:pos x="connsiteX18077" y="connsiteY18077"/>
                </a:cxn>
                <a:cxn ang="0">
                  <a:pos x="connsiteX18078" y="connsiteY18078"/>
                </a:cxn>
                <a:cxn ang="0">
                  <a:pos x="connsiteX18079" y="connsiteY18079"/>
                </a:cxn>
                <a:cxn ang="0">
                  <a:pos x="connsiteX18080" y="connsiteY18080"/>
                </a:cxn>
                <a:cxn ang="0">
                  <a:pos x="connsiteX18081" y="connsiteY18081"/>
                </a:cxn>
                <a:cxn ang="0">
                  <a:pos x="connsiteX18082" y="connsiteY18082"/>
                </a:cxn>
                <a:cxn ang="0">
                  <a:pos x="connsiteX18083" y="connsiteY18083"/>
                </a:cxn>
                <a:cxn ang="0">
                  <a:pos x="connsiteX18084" y="connsiteY18084"/>
                </a:cxn>
                <a:cxn ang="0">
                  <a:pos x="connsiteX18085" y="connsiteY18085"/>
                </a:cxn>
                <a:cxn ang="0">
                  <a:pos x="connsiteX18086" y="connsiteY18086"/>
                </a:cxn>
                <a:cxn ang="0">
                  <a:pos x="connsiteX18087" y="connsiteY18087"/>
                </a:cxn>
                <a:cxn ang="0">
                  <a:pos x="connsiteX18088" y="connsiteY18088"/>
                </a:cxn>
                <a:cxn ang="0">
                  <a:pos x="connsiteX18089" y="connsiteY18089"/>
                </a:cxn>
                <a:cxn ang="0">
                  <a:pos x="connsiteX18090" y="connsiteY18090"/>
                </a:cxn>
                <a:cxn ang="0">
                  <a:pos x="connsiteX18091" y="connsiteY18091"/>
                </a:cxn>
                <a:cxn ang="0">
                  <a:pos x="connsiteX18092" y="connsiteY18092"/>
                </a:cxn>
                <a:cxn ang="0">
                  <a:pos x="connsiteX18093" y="connsiteY18093"/>
                </a:cxn>
                <a:cxn ang="0">
                  <a:pos x="connsiteX18094" y="connsiteY18094"/>
                </a:cxn>
                <a:cxn ang="0">
                  <a:pos x="connsiteX18095" y="connsiteY18095"/>
                </a:cxn>
                <a:cxn ang="0">
                  <a:pos x="connsiteX18096" y="connsiteY18096"/>
                </a:cxn>
                <a:cxn ang="0">
                  <a:pos x="connsiteX18097" y="connsiteY18097"/>
                </a:cxn>
                <a:cxn ang="0">
                  <a:pos x="connsiteX18098" y="connsiteY18098"/>
                </a:cxn>
                <a:cxn ang="0">
                  <a:pos x="connsiteX18099" y="connsiteY18099"/>
                </a:cxn>
                <a:cxn ang="0">
                  <a:pos x="connsiteX18100" y="connsiteY18100"/>
                </a:cxn>
                <a:cxn ang="0">
                  <a:pos x="connsiteX18101" y="connsiteY18101"/>
                </a:cxn>
                <a:cxn ang="0">
                  <a:pos x="connsiteX18102" y="connsiteY18102"/>
                </a:cxn>
                <a:cxn ang="0">
                  <a:pos x="connsiteX18103" y="connsiteY18103"/>
                </a:cxn>
                <a:cxn ang="0">
                  <a:pos x="connsiteX18104" y="connsiteY18104"/>
                </a:cxn>
                <a:cxn ang="0">
                  <a:pos x="connsiteX18105" y="connsiteY18105"/>
                </a:cxn>
                <a:cxn ang="0">
                  <a:pos x="connsiteX18106" y="connsiteY18106"/>
                </a:cxn>
                <a:cxn ang="0">
                  <a:pos x="connsiteX18107" y="connsiteY18107"/>
                </a:cxn>
                <a:cxn ang="0">
                  <a:pos x="connsiteX18108" y="connsiteY18108"/>
                </a:cxn>
                <a:cxn ang="0">
                  <a:pos x="connsiteX18109" y="connsiteY18109"/>
                </a:cxn>
                <a:cxn ang="0">
                  <a:pos x="connsiteX18110" y="connsiteY18110"/>
                </a:cxn>
                <a:cxn ang="0">
                  <a:pos x="connsiteX18111" y="connsiteY18111"/>
                </a:cxn>
                <a:cxn ang="0">
                  <a:pos x="connsiteX18112" y="connsiteY18112"/>
                </a:cxn>
                <a:cxn ang="0">
                  <a:pos x="connsiteX18113" y="connsiteY18113"/>
                </a:cxn>
                <a:cxn ang="0">
                  <a:pos x="connsiteX18114" y="connsiteY18114"/>
                </a:cxn>
                <a:cxn ang="0">
                  <a:pos x="connsiteX18115" y="connsiteY18115"/>
                </a:cxn>
                <a:cxn ang="0">
                  <a:pos x="connsiteX18116" y="connsiteY18116"/>
                </a:cxn>
                <a:cxn ang="0">
                  <a:pos x="connsiteX18117" y="connsiteY18117"/>
                </a:cxn>
                <a:cxn ang="0">
                  <a:pos x="connsiteX18118" y="connsiteY18118"/>
                </a:cxn>
                <a:cxn ang="0">
                  <a:pos x="connsiteX18119" y="connsiteY18119"/>
                </a:cxn>
                <a:cxn ang="0">
                  <a:pos x="connsiteX18120" y="connsiteY18120"/>
                </a:cxn>
                <a:cxn ang="0">
                  <a:pos x="connsiteX18121" y="connsiteY18121"/>
                </a:cxn>
                <a:cxn ang="0">
                  <a:pos x="connsiteX18122" y="connsiteY18122"/>
                </a:cxn>
                <a:cxn ang="0">
                  <a:pos x="connsiteX18123" y="connsiteY18123"/>
                </a:cxn>
                <a:cxn ang="0">
                  <a:pos x="connsiteX18124" y="connsiteY18124"/>
                </a:cxn>
                <a:cxn ang="0">
                  <a:pos x="connsiteX18125" y="connsiteY18125"/>
                </a:cxn>
                <a:cxn ang="0">
                  <a:pos x="connsiteX18126" y="connsiteY18126"/>
                </a:cxn>
                <a:cxn ang="0">
                  <a:pos x="connsiteX18127" y="connsiteY18127"/>
                </a:cxn>
                <a:cxn ang="0">
                  <a:pos x="connsiteX18128" y="connsiteY18128"/>
                </a:cxn>
                <a:cxn ang="0">
                  <a:pos x="connsiteX18129" y="connsiteY18129"/>
                </a:cxn>
                <a:cxn ang="0">
                  <a:pos x="connsiteX18130" y="connsiteY18130"/>
                </a:cxn>
                <a:cxn ang="0">
                  <a:pos x="connsiteX18131" y="connsiteY18131"/>
                </a:cxn>
                <a:cxn ang="0">
                  <a:pos x="connsiteX18132" y="connsiteY18132"/>
                </a:cxn>
                <a:cxn ang="0">
                  <a:pos x="connsiteX18133" y="connsiteY18133"/>
                </a:cxn>
                <a:cxn ang="0">
                  <a:pos x="connsiteX18134" y="connsiteY18134"/>
                </a:cxn>
                <a:cxn ang="0">
                  <a:pos x="connsiteX18135" y="connsiteY18135"/>
                </a:cxn>
                <a:cxn ang="0">
                  <a:pos x="connsiteX18136" y="connsiteY18136"/>
                </a:cxn>
                <a:cxn ang="0">
                  <a:pos x="connsiteX18137" y="connsiteY18137"/>
                </a:cxn>
                <a:cxn ang="0">
                  <a:pos x="connsiteX18138" y="connsiteY18138"/>
                </a:cxn>
                <a:cxn ang="0">
                  <a:pos x="connsiteX18139" y="connsiteY18139"/>
                </a:cxn>
                <a:cxn ang="0">
                  <a:pos x="connsiteX18140" y="connsiteY18140"/>
                </a:cxn>
                <a:cxn ang="0">
                  <a:pos x="connsiteX18141" y="connsiteY18141"/>
                </a:cxn>
                <a:cxn ang="0">
                  <a:pos x="connsiteX18142" y="connsiteY18142"/>
                </a:cxn>
                <a:cxn ang="0">
                  <a:pos x="connsiteX18143" y="connsiteY18143"/>
                </a:cxn>
                <a:cxn ang="0">
                  <a:pos x="connsiteX18144" y="connsiteY18144"/>
                </a:cxn>
                <a:cxn ang="0">
                  <a:pos x="connsiteX18145" y="connsiteY18145"/>
                </a:cxn>
                <a:cxn ang="0">
                  <a:pos x="connsiteX18146" y="connsiteY18146"/>
                </a:cxn>
                <a:cxn ang="0">
                  <a:pos x="connsiteX18147" y="connsiteY18147"/>
                </a:cxn>
                <a:cxn ang="0">
                  <a:pos x="connsiteX18148" y="connsiteY18148"/>
                </a:cxn>
                <a:cxn ang="0">
                  <a:pos x="connsiteX18149" y="connsiteY18149"/>
                </a:cxn>
                <a:cxn ang="0">
                  <a:pos x="connsiteX18150" y="connsiteY18150"/>
                </a:cxn>
                <a:cxn ang="0">
                  <a:pos x="connsiteX18151" y="connsiteY18151"/>
                </a:cxn>
                <a:cxn ang="0">
                  <a:pos x="connsiteX18152" y="connsiteY18152"/>
                </a:cxn>
                <a:cxn ang="0">
                  <a:pos x="connsiteX18153" y="connsiteY18153"/>
                </a:cxn>
                <a:cxn ang="0">
                  <a:pos x="connsiteX18154" y="connsiteY18154"/>
                </a:cxn>
                <a:cxn ang="0">
                  <a:pos x="connsiteX18155" y="connsiteY18155"/>
                </a:cxn>
                <a:cxn ang="0">
                  <a:pos x="connsiteX18156" y="connsiteY18156"/>
                </a:cxn>
                <a:cxn ang="0">
                  <a:pos x="connsiteX18157" y="connsiteY18157"/>
                </a:cxn>
                <a:cxn ang="0">
                  <a:pos x="connsiteX18158" y="connsiteY18158"/>
                </a:cxn>
                <a:cxn ang="0">
                  <a:pos x="connsiteX18159" y="connsiteY18159"/>
                </a:cxn>
                <a:cxn ang="0">
                  <a:pos x="connsiteX18160" y="connsiteY18160"/>
                </a:cxn>
                <a:cxn ang="0">
                  <a:pos x="connsiteX18161" y="connsiteY18161"/>
                </a:cxn>
                <a:cxn ang="0">
                  <a:pos x="connsiteX18162" y="connsiteY18162"/>
                </a:cxn>
                <a:cxn ang="0">
                  <a:pos x="connsiteX18163" y="connsiteY18163"/>
                </a:cxn>
                <a:cxn ang="0">
                  <a:pos x="connsiteX18164" y="connsiteY18164"/>
                </a:cxn>
                <a:cxn ang="0">
                  <a:pos x="connsiteX18165" y="connsiteY18165"/>
                </a:cxn>
                <a:cxn ang="0">
                  <a:pos x="connsiteX18166" y="connsiteY18166"/>
                </a:cxn>
                <a:cxn ang="0">
                  <a:pos x="connsiteX18167" y="connsiteY18167"/>
                </a:cxn>
                <a:cxn ang="0">
                  <a:pos x="connsiteX18168" y="connsiteY18168"/>
                </a:cxn>
                <a:cxn ang="0">
                  <a:pos x="connsiteX18169" y="connsiteY18169"/>
                </a:cxn>
                <a:cxn ang="0">
                  <a:pos x="connsiteX18170" y="connsiteY18170"/>
                </a:cxn>
                <a:cxn ang="0">
                  <a:pos x="connsiteX18171" y="connsiteY18171"/>
                </a:cxn>
                <a:cxn ang="0">
                  <a:pos x="connsiteX18172" y="connsiteY18172"/>
                </a:cxn>
                <a:cxn ang="0">
                  <a:pos x="connsiteX18173" y="connsiteY18173"/>
                </a:cxn>
                <a:cxn ang="0">
                  <a:pos x="connsiteX18174" y="connsiteY18174"/>
                </a:cxn>
                <a:cxn ang="0">
                  <a:pos x="connsiteX18175" y="connsiteY18175"/>
                </a:cxn>
                <a:cxn ang="0">
                  <a:pos x="connsiteX18176" y="connsiteY18176"/>
                </a:cxn>
                <a:cxn ang="0">
                  <a:pos x="connsiteX18177" y="connsiteY18177"/>
                </a:cxn>
                <a:cxn ang="0">
                  <a:pos x="connsiteX18178" y="connsiteY18178"/>
                </a:cxn>
                <a:cxn ang="0">
                  <a:pos x="connsiteX18179" y="connsiteY18179"/>
                </a:cxn>
                <a:cxn ang="0">
                  <a:pos x="connsiteX18180" y="connsiteY18180"/>
                </a:cxn>
                <a:cxn ang="0">
                  <a:pos x="connsiteX18181" y="connsiteY18181"/>
                </a:cxn>
                <a:cxn ang="0">
                  <a:pos x="connsiteX18182" y="connsiteY18182"/>
                </a:cxn>
                <a:cxn ang="0">
                  <a:pos x="connsiteX18183" y="connsiteY18183"/>
                </a:cxn>
                <a:cxn ang="0">
                  <a:pos x="connsiteX18184" y="connsiteY18184"/>
                </a:cxn>
                <a:cxn ang="0">
                  <a:pos x="connsiteX18185" y="connsiteY18185"/>
                </a:cxn>
                <a:cxn ang="0">
                  <a:pos x="connsiteX18186" y="connsiteY18186"/>
                </a:cxn>
                <a:cxn ang="0">
                  <a:pos x="connsiteX18187" y="connsiteY18187"/>
                </a:cxn>
                <a:cxn ang="0">
                  <a:pos x="connsiteX18188" y="connsiteY18188"/>
                </a:cxn>
                <a:cxn ang="0">
                  <a:pos x="connsiteX18189" y="connsiteY18189"/>
                </a:cxn>
                <a:cxn ang="0">
                  <a:pos x="connsiteX18190" y="connsiteY18190"/>
                </a:cxn>
                <a:cxn ang="0">
                  <a:pos x="connsiteX18191" y="connsiteY18191"/>
                </a:cxn>
                <a:cxn ang="0">
                  <a:pos x="connsiteX18192" y="connsiteY18192"/>
                </a:cxn>
                <a:cxn ang="0">
                  <a:pos x="connsiteX18193" y="connsiteY18193"/>
                </a:cxn>
                <a:cxn ang="0">
                  <a:pos x="connsiteX18194" y="connsiteY18194"/>
                </a:cxn>
                <a:cxn ang="0">
                  <a:pos x="connsiteX18195" y="connsiteY18195"/>
                </a:cxn>
                <a:cxn ang="0">
                  <a:pos x="connsiteX18196" y="connsiteY18196"/>
                </a:cxn>
                <a:cxn ang="0">
                  <a:pos x="connsiteX18197" y="connsiteY18197"/>
                </a:cxn>
                <a:cxn ang="0">
                  <a:pos x="connsiteX18198" y="connsiteY18198"/>
                </a:cxn>
                <a:cxn ang="0">
                  <a:pos x="connsiteX18199" y="connsiteY18199"/>
                </a:cxn>
                <a:cxn ang="0">
                  <a:pos x="connsiteX18200" y="connsiteY18200"/>
                </a:cxn>
                <a:cxn ang="0">
                  <a:pos x="connsiteX18201" y="connsiteY18201"/>
                </a:cxn>
                <a:cxn ang="0">
                  <a:pos x="connsiteX18202" y="connsiteY18202"/>
                </a:cxn>
                <a:cxn ang="0">
                  <a:pos x="connsiteX18203" y="connsiteY18203"/>
                </a:cxn>
                <a:cxn ang="0">
                  <a:pos x="connsiteX18204" y="connsiteY18204"/>
                </a:cxn>
                <a:cxn ang="0">
                  <a:pos x="connsiteX18205" y="connsiteY18205"/>
                </a:cxn>
                <a:cxn ang="0">
                  <a:pos x="connsiteX18206" y="connsiteY18206"/>
                </a:cxn>
                <a:cxn ang="0">
                  <a:pos x="connsiteX18207" y="connsiteY18207"/>
                </a:cxn>
                <a:cxn ang="0">
                  <a:pos x="connsiteX18208" y="connsiteY18208"/>
                </a:cxn>
                <a:cxn ang="0">
                  <a:pos x="connsiteX18209" y="connsiteY18209"/>
                </a:cxn>
                <a:cxn ang="0">
                  <a:pos x="connsiteX18210" y="connsiteY18210"/>
                </a:cxn>
                <a:cxn ang="0">
                  <a:pos x="connsiteX18211" y="connsiteY18211"/>
                </a:cxn>
                <a:cxn ang="0">
                  <a:pos x="connsiteX18212" y="connsiteY18212"/>
                </a:cxn>
                <a:cxn ang="0">
                  <a:pos x="connsiteX18213" y="connsiteY18213"/>
                </a:cxn>
                <a:cxn ang="0">
                  <a:pos x="connsiteX18214" y="connsiteY18214"/>
                </a:cxn>
                <a:cxn ang="0">
                  <a:pos x="connsiteX18215" y="connsiteY18215"/>
                </a:cxn>
                <a:cxn ang="0">
                  <a:pos x="connsiteX18216" y="connsiteY18216"/>
                </a:cxn>
                <a:cxn ang="0">
                  <a:pos x="connsiteX18217" y="connsiteY18217"/>
                </a:cxn>
                <a:cxn ang="0">
                  <a:pos x="connsiteX18218" y="connsiteY18218"/>
                </a:cxn>
                <a:cxn ang="0">
                  <a:pos x="connsiteX18219" y="connsiteY18219"/>
                </a:cxn>
                <a:cxn ang="0">
                  <a:pos x="connsiteX18220" y="connsiteY18220"/>
                </a:cxn>
                <a:cxn ang="0">
                  <a:pos x="connsiteX18221" y="connsiteY18221"/>
                </a:cxn>
                <a:cxn ang="0">
                  <a:pos x="connsiteX18222" y="connsiteY18222"/>
                </a:cxn>
                <a:cxn ang="0">
                  <a:pos x="connsiteX18223" y="connsiteY18223"/>
                </a:cxn>
                <a:cxn ang="0">
                  <a:pos x="connsiteX18224" y="connsiteY18224"/>
                </a:cxn>
                <a:cxn ang="0">
                  <a:pos x="connsiteX18225" y="connsiteY18225"/>
                </a:cxn>
                <a:cxn ang="0">
                  <a:pos x="connsiteX18226" y="connsiteY18226"/>
                </a:cxn>
                <a:cxn ang="0">
                  <a:pos x="connsiteX18227" y="connsiteY18227"/>
                </a:cxn>
                <a:cxn ang="0">
                  <a:pos x="connsiteX18228" y="connsiteY18228"/>
                </a:cxn>
                <a:cxn ang="0">
                  <a:pos x="connsiteX18229" y="connsiteY18229"/>
                </a:cxn>
                <a:cxn ang="0">
                  <a:pos x="connsiteX18230" y="connsiteY18230"/>
                </a:cxn>
                <a:cxn ang="0">
                  <a:pos x="connsiteX18231" y="connsiteY18231"/>
                </a:cxn>
                <a:cxn ang="0">
                  <a:pos x="connsiteX18232" y="connsiteY18232"/>
                </a:cxn>
                <a:cxn ang="0">
                  <a:pos x="connsiteX18233" y="connsiteY18233"/>
                </a:cxn>
                <a:cxn ang="0">
                  <a:pos x="connsiteX18234" y="connsiteY18234"/>
                </a:cxn>
                <a:cxn ang="0">
                  <a:pos x="connsiteX18235" y="connsiteY18235"/>
                </a:cxn>
                <a:cxn ang="0">
                  <a:pos x="connsiteX18236" y="connsiteY18236"/>
                </a:cxn>
                <a:cxn ang="0">
                  <a:pos x="connsiteX18237" y="connsiteY18237"/>
                </a:cxn>
                <a:cxn ang="0">
                  <a:pos x="connsiteX18238" y="connsiteY18238"/>
                </a:cxn>
                <a:cxn ang="0">
                  <a:pos x="connsiteX18239" y="connsiteY18239"/>
                </a:cxn>
                <a:cxn ang="0">
                  <a:pos x="connsiteX18240" y="connsiteY18240"/>
                </a:cxn>
                <a:cxn ang="0">
                  <a:pos x="connsiteX18241" y="connsiteY18241"/>
                </a:cxn>
                <a:cxn ang="0">
                  <a:pos x="connsiteX18242" y="connsiteY18242"/>
                </a:cxn>
                <a:cxn ang="0">
                  <a:pos x="connsiteX18243" y="connsiteY18243"/>
                </a:cxn>
                <a:cxn ang="0">
                  <a:pos x="connsiteX18244" y="connsiteY18244"/>
                </a:cxn>
                <a:cxn ang="0">
                  <a:pos x="connsiteX18245" y="connsiteY18245"/>
                </a:cxn>
                <a:cxn ang="0">
                  <a:pos x="connsiteX18246" y="connsiteY18246"/>
                </a:cxn>
                <a:cxn ang="0">
                  <a:pos x="connsiteX18247" y="connsiteY18247"/>
                </a:cxn>
                <a:cxn ang="0">
                  <a:pos x="connsiteX18248" y="connsiteY18248"/>
                </a:cxn>
                <a:cxn ang="0">
                  <a:pos x="connsiteX18249" y="connsiteY18249"/>
                </a:cxn>
                <a:cxn ang="0">
                  <a:pos x="connsiteX18250" y="connsiteY18250"/>
                </a:cxn>
                <a:cxn ang="0">
                  <a:pos x="connsiteX18251" y="connsiteY18251"/>
                </a:cxn>
                <a:cxn ang="0">
                  <a:pos x="connsiteX18252" y="connsiteY18252"/>
                </a:cxn>
                <a:cxn ang="0">
                  <a:pos x="connsiteX18253" y="connsiteY18253"/>
                </a:cxn>
                <a:cxn ang="0">
                  <a:pos x="connsiteX18254" y="connsiteY18254"/>
                </a:cxn>
                <a:cxn ang="0">
                  <a:pos x="connsiteX18255" y="connsiteY18255"/>
                </a:cxn>
                <a:cxn ang="0">
                  <a:pos x="connsiteX18256" y="connsiteY18256"/>
                </a:cxn>
                <a:cxn ang="0">
                  <a:pos x="connsiteX18257" y="connsiteY18257"/>
                </a:cxn>
                <a:cxn ang="0">
                  <a:pos x="connsiteX18258" y="connsiteY18258"/>
                </a:cxn>
                <a:cxn ang="0">
                  <a:pos x="connsiteX18259" y="connsiteY18259"/>
                </a:cxn>
                <a:cxn ang="0">
                  <a:pos x="connsiteX18260" y="connsiteY18260"/>
                </a:cxn>
                <a:cxn ang="0">
                  <a:pos x="connsiteX18261" y="connsiteY18261"/>
                </a:cxn>
                <a:cxn ang="0">
                  <a:pos x="connsiteX18262" y="connsiteY18262"/>
                </a:cxn>
                <a:cxn ang="0">
                  <a:pos x="connsiteX18263" y="connsiteY18263"/>
                </a:cxn>
                <a:cxn ang="0">
                  <a:pos x="connsiteX18264" y="connsiteY18264"/>
                </a:cxn>
                <a:cxn ang="0">
                  <a:pos x="connsiteX18265" y="connsiteY18265"/>
                </a:cxn>
                <a:cxn ang="0">
                  <a:pos x="connsiteX18266" y="connsiteY18266"/>
                </a:cxn>
                <a:cxn ang="0">
                  <a:pos x="connsiteX18267" y="connsiteY18267"/>
                </a:cxn>
                <a:cxn ang="0">
                  <a:pos x="connsiteX18268" y="connsiteY18268"/>
                </a:cxn>
                <a:cxn ang="0">
                  <a:pos x="connsiteX18269" y="connsiteY18269"/>
                </a:cxn>
                <a:cxn ang="0">
                  <a:pos x="connsiteX18270" y="connsiteY18270"/>
                </a:cxn>
                <a:cxn ang="0">
                  <a:pos x="connsiteX18271" y="connsiteY18271"/>
                </a:cxn>
                <a:cxn ang="0">
                  <a:pos x="connsiteX18272" y="connsiteY18272"/>
                </a:cxn>
                <a:cxn ang="0">
                  <a:pos x="connsiteX18273" y="connsiteY18273"/>
                </a:cxn>
                <a:cxn ang="0">
                  <a:pos x="connsiteX18274" y="connsiteY18274"/>
                </a:cxn>
                <a:cxn ang="0">
                  <a:pos x="connsiteX18275" y="connsiteY18275"/>
                </a:cxn>
                <a:cxn ang="0">
                  <a:pos x="connsiteX18276" y="connsiteY18276"/>
                </a:cxn>
                <a:cxn ang="0">
                  <a:pos x="connsiteX18277" y="connsiteY18277"/>
                </a:cxn>
                <a:cxn ang="0">
                  <a:pos x="connsiteX18278" y="connsiteY18278"/>
                </a:cxn>
                <a:cxn ang="0">
                  <a:pos x="connsiteX18279" y="connsiteY18279"/>
                </a:cxn>
                <a:cxn ang="0">
                  <a:pos x="connsiteX18280" y="connsiteY18280"/>
                </a:cxn>
                <a:cxn ang="0">
                  <a:pos x="connsiteX18281" y="connsiteY18281"/>
                </a:cxn>
                <a:cxn ang="0">
                  <a:pos x="connsiteX18282" y="connsiteY18282"/>
                </a:cxn>
                <a:cxn ang="0">
                  <a:pos x="connsiteX18283" y="connsiteY18283"/>
                </a:cxn>
                <a:cxn ang="0">
                  <a:pos x="connsiteX18284" y="connsiteY18284"/>
                </a:cxn>
                <a:cxn ang="0">
                  <a:pos x="connsiteX18285" y="connsiteY18285"/>
                </a:cxn>
                <a:cxn ang="0">
                  <a:pos x="connsiteX18286" y="connsiteY18286"/>
                </a:cxn>
                <a:cxn ang="0">
                  <a:pos x="connsiteX18287" y="connsiteY18287"/>
                </a:cxn>
                <a:cxn ang="0">
                  <a:pos x="connsiteX18288" y="connsiteY18288"/>
                </a:cxn>
                <a:cxn ang="0">
                  <a:pos x="connsiteX18289" y="connsiteY18289"/>
                </a:cxn>
                <a:cxn ang="0">
                  <a:pos x="connsiteX18290" y="connsiteY18290"/>
                </a:cxn>
                <a:cxn ang="0">
                  <a:pos x="connsiteX18291" y="connsiteY18291"/>
                </a:cxn>
                <a:cxn ang="0">
                  <a:pos x="connsiteX18292" y="connsiteY18292"/>
                </a:cxn>
                <a:cxn ang="0">
                  <a:pos x="connsiteX18293" y="connsiteY18293"/>
                </a:cxn>
                <a:cxn ang="0">
                  <a:pos x="connsiteX18294" y="connsiteY18294"/>
                </a:cxn>
                <a:cxn ang="0">
                  <a:pos x="connsiteX18295" y="connsiteY18295"/>
                </a:cxn>
                <a:cxn ang="0">
                  <a:pos x="connsiteX18296" y="connsiteY18296"/>
                </a:cxn>
                <a:cxn ang="0">
                  <a:pos x="connsiteX18297" y="connsiteY18297"/>
                </a:cxn>
                <a:cxn ang="0">
                  <a:pos x="connsiteX18298" y="connsiteY18298"/>
                </a:cxn>
                <a:cxn ang="0">
                  <a:pos x="connsiteX18299" y="connsiteY18299"/>
                </a:cxn>
                <a:cxn ang="0">
                  <a:pos x="connsiteX18300" y="connsiteY18300"/>
                </a:cxn>
                <a:cxn ang="0">
                  <a:pos x="connsiteX18301" y="connsiteY18301"/>
                </a:cxn>
                <a:cxn ang="0">
                  <a:pos x="connsiteX18302" y="connsiteY18302"/>
                </a:cxn>
                <a:cxn ang="0">
                  <a:pos x="connsiteX18303" y="connsiteY18303"/>
                </a:cxn>
                <a:cxn ang="0">
                  <a:pos x="connsiteX18304" y="connsiteY18304"/>
                </a:cxn>
                <a:cxn ang="0">
                  <a:pos x="connsiteX18305" y="connsiteY18305"/>
                </a:cxn>
                <a:cxn ang="0">
                  <a:pos x="connsiteX18306" y="connsiteY18306"/>
                </a:cxn>
                <a:cxn ang="0">
                  <a:pos x="connsiteX18307" y="connsiteY18307"/>
                </a:cxn>
                <a:cxn ang="0">
                  <a:pos x="connsiteX18308" y="connsiteY18308"/>
                </a:cxn>
                <a:cxn ang="0">
                  <a:pos x="connsiteX18309" y="connsiteY18309"/>
                </a:cxn>
                <a:cxn ang="0">
                  <a:pos x="connsiteX18310" y="connsiteY18310"/>
                </a:cxn>
                <a:cxn ang="0">
                  <a:pos x="connsiteX18311" y="connsiteY18311"/>
                </a:cxn>
                <a:cxn ang="0">
                  <a:pos x="connsiteX18312" y="connsiteY18312"/>
                </a:cxn>
                <a:cxn ang="0">
                  <a:pos x="connsiteX18313" y="connsiteY18313"/>
                </a:cxn>
                <a:cxn ang="0">
                  <a:pos x="connsiteX18314" y="connsiteY18314"/>
                </a:cxn>
                <a:cxn ang="0">
                  <a:pos x="connsiteX18315" y="connsiteY18315"/>
                </a:cxn>
                <a:cxn ang="0">
                  <a:pos x="connsiteX18316" y="connsiteY18316"/>
                </a:cxn>
                <a:cxn ang="0">
                  <a:pos x="connsiteX18317" y="connsiteY18317"/>
                </a:cxn>
                <a:cxn ang="0">
                  <a:pos x="connsiteX18318" y="connsiteY18318"/>
                </a:cxn>
                <a:cxn ang="0">
                  <a:pos x="connsiteX18319" y="connsiteY18319"/>
                </a:cxn>
                <a:cxn ang="0">
                  <a:pos x="connsiteX18320" y="connsiteY18320"/>
                </a:cxn>
                <a:cxn ang="0">
                  <a:pos x="connsiteX18321" y="connsiteY18321"/>
                </a:cxn>
                <a:cxn ang="0">
                  <a:pos x="connsiteX18322" y="connsiteY18322"/>
                </a:cxn>
                <a:cxn ang="0">
                  <a:pos x="connsiteX18323" y="connsiteY18323"/>
                </a:cxn>
                <a:cxn ang="0">
                  <a:pos x="connsiteX18324" y="connsiteY18324"/>
                </a:cxn>
                <a:cxn ang="0">
                  <a:pos x="connsiteX18325" y="connsiteY18325"/>
                </a:cxn>
                <a:cxn ang="0">
                  <a:pos x="connsiteX18326" y="connsiteY18326"/>
                </a:cxn>
                <a:cxn ang="0">
                  <a:pos x="connsiteX18327" y="connsiteY18327"/>
                </a:cxn>
                <a:cxn ang="0">
                  <a:pos x="connsiteX18328" y="connsiteY18328"/>
                </a:cxn>
                <a:cxn ang="0">
                  <a:pos x="connsiteX18329" y="connsiteY18329"/>
                </a:cxn>
                <a:cxn ang="0">
                  <a:pos x="connsiteX18330" y="connsiteY18330"/>
                </a:cxn>
                <a:cxn ang="0">
                  <a:pos x="connsiteX18331" y="connsiteY18331"/>
                </a:cxn>
                <a:cxn ang="0">
                  <a:pos x="connsiteX18332" y="connsiteY18332"/>
                </a:cxn>
                <a:cxn ang="0">
                  <a:pos x="connsiteX18333" y="connsiteY18333"/>
                </a:cxn>
                <a:cxn ang="0">
                  <a:pos x="connsiteX18334" y="connsiteY18334"/>
                </a:cxn>
                <a:cxn ang="0">
                  <a:pos x="connsiteX18335" y="connsiteY18335"/>
                </a:cxn>
                <a:cxn ang="0">
                  <a:pos x="connsiteX18336" y="connsiteY18336"/>
                </a:cxn>
                <a:cxn ang="0">
                  <a:pos x="connsiteX18337" y="connsiteY18337"/>
                </a:cxn>
                <a:cxn ang="0">
                  <a:pos x="connsiteX18338" y="connsiteY18338"/>
                </a:cxn>
                <a:cxn ang="0">
                  <a:pos x="connsiteX18339" y="connsiteY18339"/>
                </a:cxn>
                <a:cxn ang="0">
                  <a:pos x="connsiteX18340" y="connsiteY18340"/>
                </a:cxn>
                <a:cxn ang="0">
                  <a:pos x="connsiteX18341" y="connsiteY18341"/>
                </a:cxn>
                <a:cxn ang="0">
                  <a:pos x="connsiteX18342" y="connsiteY18342"/>
                </a:cxn>
                <a:cxn ang="0">
                  <a:pos x="connsiteX18343" y="connsiteY18343"/>
                </a:cxn>
                <a:cxn ang="0">
                  <a:pos x="connsiteX18344" y="connsiteY18344"/>
                </a:cxn>
                <a:cxn ang="0">
                  <a:pos x="connsiteX18345" y="connsiteY18345"/>
                </a:cxn>
                <a:cxn ang="0">
                  <a:pos x="connsiteX18346" y="connsiteY18346"/>
                </a:cxn>
                <a:cxn ang="0">
                  <a:pos x="connsiteX18347" y="connsiteY18347"/>
                </a:cxn>
                <a:cxn ang="0">
                  <a:pos x="connsiteX18348" y="connsiteY18348"/>
                </a:cxn>
                <a:cxn ang="0">
                  <a:pos x="connsiteX18349" y="connsiteY18349"/>
                </a:cxn>
                <a:cxn ang="0">
                  <a:pos x="connsiteX18350" y="connsiteY18350"/>
                </a:cxn>
                <a:cxn ang="0">
                  <a:pos x="connsiteX18351" y="connsiteY18351"/>
                </a:cxn>
                <a:cxn ang="0">
                  <a:pos x="connsiteX18352" y="connsiteY18352"/>
                </a:cxn>
                <a:cxn ang="0">
                  <a:pos x="connsiteX18353" y="connsiteY18353"/>
                </a:cxn>
                <a:cxn ang="0">
                  <a:pos x="connsiteX18354" y="connsiteY18354"/>
                </a:cxn>
                <a:cxn ang="0">
                  <a:pos x="connsiteX18355" y="connsiteY18355"/>
                </a:cxn>
                <a:cxn ang="0">
                  <a:pos x="connsiteX18356" y="connsiteY18356"/>
                </a:cxn>
                <a:cxn ang="0">
                  <a:pos x="connsiteX18357" y="connsiteY18357"/>
                </a:cxn>
                <a:cxn ang="0">
                  <a:pos x="connsiteX18358" y="connsiteY18358"/>
                </a:cxn>
                <a:cxn ang="0">
                  <a:pos x="connsiteX18359" y="connsiteY18359"/>
                </a:cxn>
                <a:cxn ang="0">
                  <a:pos x="connsiteX18360" y="connsiteY18360"/>
                </a:cxn>
                <a:cxn ang="0">
                  <a:pos x="connsiteX18361" y="connsiteY18361"/>
                </a:cxn>
                <a:cxn ang="0">
                  <a:pos x="connsiteX18362" y="connsiteY18362"/>
                </a:cxn>
                <a:cxn ang="0">
                  <a:pos x="connsiteX18363" y="connsiteY18363"/>
                </a:cxn>
                <a:cxn ang="0">
                  <a:pos x="connsiteX18364" y="connsiteY18364"/>
                </a:cxn>
                <a:cxn ang="0">
                  <a:pos x="connsiteX18365" y="connsiteY18365"/>
                </a:cxn>
                <a:cxn ang="0">
                  <a:pos x="connsiteX18366" y="connsiteY18366"/>
                </a:cxn>
                <a:cxn ang="0">
                  <a:pos x="connsiteX18367" y="connsiteY18367"/>
                </a:cxn>
                <a:cxn ang="0">
                  <a:pos x="connsiteX18368" y="connsiteY18368"/>
                </a:cxn>
                <a:cxn ang="0">
                  <a:pos x="connsiteX18369" y="connsiteY18369"/>
                </a:cxn>
                <a:cxn ang="0">
                  <a:pos x="connsiteX18370" y="connsiteY18370"/>
                </a:cxn>
                <a:cxn ang="0">
                  <a:pos x="connsiteX18371" y="connsiteY18371"/>
                </a:cxn>
                <a:cxn ang="0">
                  <a:pos x="connsiteX18372" y="connsiteY18372"/>
                </a:cxn>
                <a:cxn ang="0">
                  <a:pos x="connsiteX18373" y="connsiteY18373"/>
                </a:cxn>
                <a:cxn ang="0">
                  <a:pos x="connsiteX18374" y="connsiteY18374"/>
                </a:cxn>
                <a:cxn ang="0">
                  <a:pos x="connsiteX18375" y="connsiteY18375"/>
                </a:cxn>
                <a:cxn ang="0">
                  <a:pos x="connsiteX18376" y="connsiteY18376"/>
                </a:cxn>
                <a:cxn ang="0">
                  <a:pos x="connsiteX18377" y="connsiteY18377"/>
                </a:cxn>
                <a:cxn ang="0">
                  <a:pos x="connsiteX18378" y="connsiteY18378"/>
                </a:cxn>
                <a:cxn ang="0">
                  <a:pos x="connsiteX18379" y="connsiteY18379"/>
                </a:cxn>
                <a:cxn ang="0">
                  <a:pos x="connsiteX18380" y="connsiteY18380"/>
                </a:cxn>
                <a:cxn ang="0">
                  <a:pos x="connsiteX18381" y="connsiteY18381"/>
                </a:cxn>
                <a:cxn ang="0">
                  <a:pos x="connsiteX18382" y="connsiteY18382"/>
                </a:cxn>
                <a:cxn ang="0">
                  <a:pos x="connsiteX18383" y="connsiteY18383"/>
                </a:cxn>
                <a:cxn ang="0">
                  <a:pos x="connsiteX18384" y="connsiteY18384"/>
                </a:cxn>
                <a:cxn ang="0">
                  <a:pos x="connsiteX18385" y="connsiteY18385"/>
                </a:cxn>
                <a:cxn ang="0">
                  <a:pos x="connsiteX18386" y="connsiteY18386"/>
                </a:cxn>
                <a:cxn ang="0">
                  <a:pos x="connsiteX18387" y="connsiteY18387"/>
                </a:cxn>
                <a:cxn ang="0">
                  <a:pos x="connsiteX18388" y="connsiteY18388"/>
                </a:cxn>
                <a:cxn ang="0">
                  <a:pos x="connsiteX18389" y="connsiteY18389"/>
                </a:cxn>
                <a:cxn ang="0">
                  <a:pos x="connsiteX18390" y="connsiteY18390"/>
                </a:cxn>
                <a:cxn ang="0">
                  <a:pos x="connsiteX18391" y="connsiteY18391"/>
                </a:cxn>
                <a:cxn ang="0">
                  <a:pos x="connsiteX18392" y="connsiteY18392"/>
                </a:cxn>
                <a:cxn ang="0">
                  <a:pos x="connsiteX18393" y="connsiteY18393"/>
                </a:cxn>
                <a:cxn ang="0">
                  <a:pos x="connsiteX18394" y="connsiteY18394"/>
                </a:cxn>
                <a:cxn ang="0">
                  <a:pos x="connsiteX18395" y="connsiteY18395"/>
                </a:cxn>
                <a:cxn ang="0">
                  <a:pos x="connsiteX18396" y="connsiteY18396"/>
                </a:cxn>
                <a:cxn ang="0">
                  <a:pos x="connsiteX18397" y="connsiteY18397"/>
                </a:cxn>
                <a:cxn ang="0">
                  <a:pos x="connsiteX18398" y="connsiteY18398"/>
                </a:cxn>
                <a:cxn ang="0">
                  <a:pos x="connsiteX18399" y="connsiteY18399"/>
                </a:cxn>
                <a:cxn ang="0">
                  <a:pos x="connsiteX18400" y="connsiteY18400"/>
                </a:cxn>
                <a:cxn ang="0">
                  <a:pos x="connsiteX18401" y="connsiteY18401"/>
                </a:cxn>
                <a:cxn ang="0">
                  <a:pos x="connsiteX18402" y="connsiteY18402"/>
                </a:cxn>
                <a:cxn ang="0">
                  <a:pos x="connsiteX18403" y="connsiteY18403"/>
                </a:cxn>
                <a:cxn ang="0">
                  <a:pos x="connsiteX18404" y="connsiteY18404"/>
                </a:cxn>
                <a:cxn ang="0">
                  <a:pos x="connsiteX18405" y="connsiteY18405"/>
                </a:cxn>
                <a:cxn ang="0">
                  <a:pos x="connsiteX18406" y="connsiteY18406"/>
                </a:cxn>
                <a:cxn ang="0">
                  <a:pos x="connsiteX18407" y="connsiteY18407"/>
                </a:cxn>
                <a:cxn ang="0">
                  <a:pos x="connsiteX18408" y="connsiteY18408"/>
                </a:cxn>
                <a:cxn ang="0">
                  <a:pos x="connsiteX18409" y="connsiteY18409"/>
                </a:cxn>
                <a:cxn ang="0">
                  <a:pos x="connsiteX18410" y="connsiteY18410"/>
                </a:cxn>
                <a:cxn ang="0">
                  <a:pos x="connsiteX18411" y="connsiteY18411"/>
                </a:cxn>
                <a:cxn ang="0">
                  <a:pos x="connsiteX18412" y="connsiteY18412"/>
                </a:cxn>
                <a:cxn ang="0">
                  <a:pos x="connsiteX18413" y="connsiteY18413"/>
                </a:cxn>
                <a:cxn ang="0">
                  <a:pos x="connsiteX18414" y="connsiteY18414"/>
                </a:cxn>
                <a:cxn ang="0">
                  <a:pos x="connsiteX18415" y="connsiteY18415"/>
                </a:cxn>
                <a:cxn ang="0">
                  <a:pos x="connsiteX18416" y="connsiteY18416"/>
                </a:cxn>
                <a:cxn ang="0">
                  <a:pos x="connsiteX18417" y="connsiteY18417"/>
                </a:cxn>
                <a:cxn ang="0">
                  <a:pos x="connsiteX18418" y="connsiteY18418"/>
                </a:cxn>
                <a:cxn ang="0">
                  <a:pos x="connsiteX18419" y="connsiteY18419"/>
                </a:cxn>
                <a:cxn ang="0">
                  <a:pos x="connsiteX18420" y="connsiteY18420"/>
                </a:cxn>
                <a:cxn ang="0">
                  <a:pos x="connsiteX18421" y="connsiteY18421"/>
                </a:cxn>
                <a:cxn ang="0">
                  <a:pos x="connsiteX18422" y="connsiteY18422"/>
                </a:cxn>
                <a:cxn ang="0">
                  <a:pos x="connsiteX18423" y="connsiteY18423"/>
                </a:cxn>
                <a:cxn ang="0">
                  <a:pos x="connsiteX18424" y="connsiteY18424"/>
                </a:cxn>
                <a:cxn ang="0">
                  <a:pos x="connsiteX18425" y="connsiteY18425"/>
                </a:cxn>
                <a:cxn ang="0">
                  <a:pos x="connsiteX18426" y="connsiteY18426"/>
                </a:cxn>
                <a:cxn ang="0">
                  <a:pos x="connsiteX18427" y="connsiteY18427"/>
                </a:cxn>
                <a:cxn ang="0">
                  <a:pos x="connsiteX18428" y="connsiteY18428"/>
                </a:cxn>
                <a:cxn ang="0">
                  <a:pos x="connsiteX18429" y="connsiteY18429"/>
                </a:cxn>
                <a:cxn ang="0">
                  <a:pos x="connsiteX18430" y="connsiteY18430"/>
                </a:cxn>
                <a:cxn ang="0">
                  <a:pos x="connsiteX18431" y="connsiteY18431"/>
                </a:cxn>
                <a:cxn ang="0">
                  <a:pos x="connsiteX18432" y="connsiteY18432"/>
                </a:cxn>
                <a:cxn ang="0">
                  <a:pos x="connsiteX18433" y="connsiteY18433"/>
                </a:cxn>
                <a:cxn ang="0">
                  <a:pos x="connsiteX18434" y="connsiteY18434"/>
                </a:cxn>
                <a:cxn ang="0">
                  <a:pos x="connsiteX18435" y="connsiteY18435"/>
                </a:cxn>
                <a:cxn ang="0">
                  <a:pos x="connsiteX18436" y="connsiteY18436"/>
                </a:cxn>
                <a:cxn ang="0">
                  <a:pos x="connsiteX18437" y="connsiteY18437"/>
                </a:cxn>
                <a:cxn ang="0">
                  <a:pos x="connsiteX18438" y="connsiteY18438"/>
                </a:cxn>
                <a:cxn ang="0">
                  <a:pos x="connsiteX18439" y="connsiteY18439"/>
                </a:cxn>
                <a:cxn ang="0">
                  <a:pos x="connsiteX18440" y="connsiteY18440"/>
                </a:cxn>
                <a:cxn ang="0">
                  <a:pos x="connsiteX18441" y="connsiteY18441"/>
                </a:cxn>
                <a:cxn ang="0">
                  <a:pos x="connsiteX18442" y="connsiteY18442"/>
                </a:cxn>
                <a:cxn ang="0">
                  <a:pos x="connsiteX18443" y="connsiteY18443"/>
                </a:cxn>
                <a:cxn ang="0">
                  <a:pos x="connsiteX18444" y="connsiteY18444"/>
                </a:cxn>
                <a:cxn ang="0">
                  <a:pos x="connsiteX18445" y="connsiteY18445"/>
                </a:cxn>
                <a:cxn ang="0">
                  <a:pos x="connsiteX18446" y="connsiteY18446"/>
                </a:cxn>
                <a:cxn ang="0">
                  <a:pos x="connsiteX18447" y="connsiteY18447"/>
                </a:cxn>
                <a:cxn ang="0">
                  <a:pos x="connsiteX18448" y="connsiteY18448"/>
                </a:cxn>
                <a:cxn ang="0">
                  <a:pos x="connsiteX18449" y="connsiteY18449"/>
                </a:cxn>
                <a:cxn ang="0">
                  <a:pos x="connsiteX18450" y="connsiteY18450"/>
                </a:cxn>
                <a:cxn ang="0">
                  <a:pos x="connsiteX18451" y="connsiteY18451"/>
                </a:cxn>
                <a:cxn ang="0">
                  <a:pos x="connsiteX18452" y="connsiteY18452"/>
                </a:cxn>
                <a:cxn ang="0">
                  <a:pos x="connsiteX18453" y="connsiteY18453"/>
                </a:cxn>
                <a:cxn ang="0">
                  <a:pos x="connsiteX18454" y="connsiteY18454"/>
                </a:cxn>
                <a:cxn ang="0">
                  <a:pos x="connsiteX18455" y="connsiteY18455"/>
                </a:cxn>
                <a:cxn ang="0">
                  <a:pos x="connsiteX18456" y="connsiteY18456"/>
                </a:cxn>
                <a:cxn ang="0">
                  <a:pos x="connsiteX18457" y="connsiteY18457"/>
                </a:cxn>
                <a:cxn ang="0">
                  <a:pos x="connsiteX18458" y="connsiteY18458"/>
                </a:cxn>
                <a:cxn ang="0">
                  <a:pos x="connsiteX18459" y="connsiteY18459"/>
                </a:cxn>
                <a:cxn ang="0">
                  <a:pos x="connsiteX18460" y="connsiteY18460"/>
                </a:cxn>
                <a:cxn ang="0">
                  <a:pos x="connsiteX18461" y="connsiteY18461"/>
                </a:cxn>
                <a:cxn ang="0">
                  <a:pos x="connsiteX18462" y="connsiteY18462"/>
                </a:cxn>
                <a:cxn ang="0">
                  <a:pos x="connsiteX18463" y="connsiteY18463"/>
                </a:cxn>
                <a:cxn ang="0">
                  <a:pos x="connsiteX18464" y="connsiteY18464"/>
                </a:cxn>
                <a:cxn ang="0">
                  <a:pos x="connsiteX18465" y="connsiteY18465"/>
                </a:cxn>
                <a:cxn ang="0">
                  <a:pos x="connsiteX18466" y="connsiteY18466"/>
                </a:cxn>
                <a:cxn ang="0">
                  <a:pos x="connsiteX18467" y="connsiteY18467"/>
                </a:cxn>
                <a:cxn ang="0">
                  <a:pos x="connsiteX18468" y="connsiteY18468"/>
                </a:cxn>
                <a:cxn ang="0">
                  <a:pos x="connsiteX18469" y="connsiteY18469"/>
                </a:cxn>
                <a:cxn ang="0">
                  <a:pos x="connsiteX18470" y="connsiteY18470"/>
                </a:cxn>
                <a:cxn ang="0">
                  <a:pos x="connsiteX18471" y="connsiteY18471"/>
                </a:cxn>
                <a:cxn ang="0">
                  <a:pos x="connsiteX18472" y="connsiteY18472"/>
                </a:cxn>
                <a:cxn ang="0">
                  <a:pos x="connsiteX18473" y="connsiteY18473"/>
                </a:cxn>
                <a:cxn ang="0">
                  <a:pos x="connsiteX18474" y="connsiteY18474"/>
                </a:cxn>
                <a:cxn ang="0">
                  <a:pos x="connsiteX18475" y="connsiteY18475"/>
                </a:cxn>
                <a:cxn ang="0">
                  <a:pos x="connsiteX18476" y="connsiteY18476"/>
                </a:cxn>
                <a:cxn ang="0">
                  <a:pos x="connsiteX18477" y="connsiteY18477"/>
                </a:cxn>
                <a:cxn ang="0">
                  <a:pos x="connsiteX18478" y="connsiteY18478"/>
                </a:cxn>
                <a:cxn ang="0">
                  <a:pos x="connsiteX18479" y="connsiteY18479"/>
                </a:cxn>
                <a:cxn ang="0">
                  <a:pos x="connsiteX18480" y="connsiteY18480"/>
                </a:cxn>
                <a:cxn ang="0">
                  <a:pos x="connsiteX18481" y="connsiteY18481"/>
                </a:cxn>
                <a:cxn ang="0">
                  <a:pos x="connsiteX18482" y="connsiteY18482"/>
                </a:cxn>
                <a:cxn ang="0">
                  <a:pos x="connsiteX18483" y="connsiteY18483"/>
                </a:cxn>
                <a:cxn ang="0">
                  <a:pos x="connsiteX18484" y="connsiteY18484"/>
                </a:cxn>
                <a:cxn ang="0">
                  <a:pos x="connsiteX18485" y="connsiteY18485"/>
                </a:cxn>
                <a:cxn ang="0">
                  <a:pos x="connsiteX18486" y="connsiteY18486"/>
                </a:cxn>
                <a:cxn ang="0">
                  <a:pos x="connsiteX18487" y="connsiteY18487"/>
                </a:cxn>
                <a:cxn ang="0">
                  <a:pos x="connsiteX18488" y="connsiteY18488"/>
                </a:cxn>
                <a:cxn ang="0">
                  <a:pos x="connsiteX18489" y="connsiteY18489"/>
                </a:cxn>
                <a:cxn ang="0">
                  <a:pos x="connsiteX18490" y="connsiteY18490"/>
                </a:cxn>
                <a:cxn ang="0">
                  <a:pos x="connsiteX18491" y="connsiteY18491"/>
                </a:cxn>
                <a:cxn ang="0">
                  <a:pos x="connsiteX18492" y="connsiteY18492"/>
                </a:cxn>
                <a:cxn ang="0">
                  <a:pos x="connsiteX18493" y="connsiteY18493"/>
                </a:cxn>
                <a:cxn ang="0">
                  <a:pos x="connsiteX18494" y="connsiteY18494"/>
                </a:cxn>
                <a:cxn ang="0">
                  <a:pos x="connsiteX18495" y="connsiteY18495"/>
                </a:cxn>
                <a:cxn ang="0">
                  <a:pos x="connsiteX18496" y="connsiteY18496"/>
                </a:cxn>
                <a:cxn ang="0">
                  <a:pos x="connsiteX18497" y="connsiteY18497"/>
                </a:cxn>
                <a:cxn ang="0">
                  <a:pos x="connsiteX18498" y="connsiteY18498"/>
                </a:cxn>
                <a:cxn ang="0">
                  <a:pos x="connsiteX18499" y="connsiteY18499"/>
                </a:cxn>
                <a:cxn ang="0">
                  <a:pos x="connsiteX18500" y="connsiteY18500"/>
                </a:cxn>
                <a:cxn ang="0">
                  <a:pos x="connsiteX18501" y="connsiteY18501"/>
                </a:cxn>
                <a:cxn ang="0">
                  <a:pos x="connsiteX18502" y="connsiteY18502"/>
                </a:cxn>
                <a:cxn ang="0">
                  <a:pos x="connsiteX18503" y="connsiteY18503"/>
                </a:cxn>
                <a:cxn ang="0">
                  <a:pos x="connsiteX18504" y="connsiteY18504"/>
                </a:cxn>
                <a:cxn ang="0">
                  <a:pos x="connsiteX18505" y="connsiteY18505"/>
                </a:cxn>
                <a:cxn ang="0">
                  <a:pos x="connsiteX18506" y="connsiteY18506"/>
                </a:cxn>
                <a:cxn ang="0">
                  <a:pos x="connsiteX18507" y="connsiteY18507"/>
                </a:cxn>
                <a:cxn ang="0">
                  <a:pos x="connsiteX18508" y="connsiteY18508"/>
                </a:cxn>
                <a:cxn ang="0">
                  <a:pos x="connsiteX18509" y="connsiteY18509"/>
                </a:cxn>
                <a:cxn ang="0">
                  <a:pos x="connsiteX18510" y="connsiteY18510"/>
                </a:cxn>
                <a:cxn ang="0">
                  <a:pos x="connsiteX18511" y="connsiteY18511"/>
                </a:cxn>
                <a:cxn ang="0">
                  <a:pos x="connsiteX18512" y="connsiteY18512"/>
                </a:cxn>
                <a:cxn ang="0">
                  <a:pos x="connsiteX18513" y="connsiteY18513"/>
                </a:cxn>
                <a:cxn ang="0">
                  <a:pos x="connsiteX18514" y="connsiteY18514"/>
                </a:cxn>
                <a:cxn ang="0">
                  <a:pos x="connsiteX18515" y="connsiteY18515"/>
                </a:cxn>
                <a:cxn ang="0">
                  <a:pos x="connsiteX18516" y="connsiteY18516"/>
                </a:cxn>
                <a:cxn ang="0">
                  <a:pos x="connsiteX18517" y="connsiteY18517"/>
                </a:cxn>
                <a:cxn ang="0">
                  <a:pos x="connsiteX18518" y="connsiteY18518"/>
                </a:cxn>
                <a:cxn ang="0">
                  <a:pos x="connsiteX18519" y="connsiteY18519"/>
                </a:cxn>
                <a:cxn ang="0">
                  <a:pos x="connsiteX18520" y="connsiteY18520"/>
                </a:cxn>
                <a:cxn ang="0">
                  <a:pos x="connsiteX18521" y="connsiteY18521"/>
                </a:cxn>
                <a:cxn ang="0">
                  <a:pos x="connsiteX18522" y="connsiteY18522"/>
                </a:cxn>
                <a:cxn ang="0">
                  <a:pos x="connsiteX18523" y="connsiteY18523"/>
                </a:cxn>
                <a:cxn ang="0">
                  <a:pos x="connsiteX18524" y="connsiteY18524"/>
                </a:cxn>
                <a:cxn ang="0">
                  <a:pos x="connsiteX18525" y="connsiteY18525"/>
                </a:cxn>
                <a:cxn ang="0">
                  <a:pos x="connsiteX18526" y="connsiteY18526"/>
                </a:cxn>
                <a:cxn ang="0">
                  <a:pos x="connsiteX18527" y="connsiteY18527"/>
                </a:cxn>
                <a:cxn ang="0">
                  <a:pos x="connsiteX18528" y="connsiteY18528"/>
                </a:cxn>
                <a:cxn ang="0">
                  <a:pos x="connsiteX18529" y="connsiteY18529"/>
                </a:cxn>
                <a:cxn ang="0">
                  <a:pos x="connsiteX18530" y="connsiteY18530"/>
                </a:cxn>
                <a:cxn ang="0">
                  <a:pos x="connsiteX18531" y="connsiteY18531"/>
                </a:cxn>
                <a:cxn ang="0">
                  <a:pos x="connsiteX18532" y="connsiteY18532"/>
                </a:cxn>
                <a:cxn ang="0">
                  <a:pos x="connsiteX18533" y="connsiteY18533"/>
                </a:cxn>
                <a:cxn ang="0">
                  <a:pos x="connsiteX18534" y="connsiteY18534"/>
                </a:cxn>
                <a:cxn ang="0">
                  <a:pos x="connsiteX18535" y="connsiteY18535"/>
                </a:cxn>
                <a:cxn ang="0">
                  <a:pos x="connsiteX18536" y="connsiteY18536"/>
                </a:cxn>
                <a:cxn ang="0">
                  <a:pos x="connsiteX18537" y="connsiteY18537"/>
                </a:cxn>
                <a:cxn ang="0">
                  <a:pos x="connsiteX18538" y="connsiteY18538"/>
                </a:cxn>
                <a:cxn ang="0">
                  <a:pos x="connsiteX18539" y="connsiteY18539"/>
                </a:cxn>
                <a:cxn ang="0">
                  <a:pos x="connsiteX18540" y="connsiteY18540"/>
                </a:cxn>
                <a:cxn ang="0">
                  <a:pos x="connsiteX18541" y="connsiteY18541"/>
                </a:cxn>
                <a:cxn ang="0">
                  <a:pos x="connsiteX18542" y="connsiteY18542"/>
                </a:cxn>
                <a:cxn ang="0">
                  <a:pos x="connsiteX18543" y="connsiteY18543"/>
                </a:cxn>
                <a:cxn ang="0">
                  <a:pos x="connsiteX18544" y="connsiteY18544"/>
                </a:cxn>
                <a:cxn ang="0">
                  <a:pos x="connsiteX18545" y="connsiteY18545"/>
                </a:cxn>
                <a:cxn ang="0">
                  <a:pos x="connsiteX18546" y="connsiteY18546"/>
                </a:cxn>
                <a:cxn ang="0">
                  <a:pos x="connsiteX18547" y="connsiteY18547"/>
                </a:cxn>
                <a:cxn ang="0">
                  <a:pos x="connsiteX18548" y="connsiteY18548"/>
                </a:cxn>
                <a:cxn ang="0">
                  <a:pos x="connsiteX18549" y="connsiteY18549"/>
                </a:cxn>
                <a:cxn ang="0">
                  <a:pos x="connsiteX18550" y="connsiteY18550"/>
                </a:cxn>
                <a:cxn ang="0">
                  <a:pos x="connsiteX18551" y="connsiteY18551"/>
                </a:cxn>
                <a:cxn ang="0">
                  <a:pos x="connsiteX18552" y="connsiteY18552"/>
                </a:cxn>
                <a:cxn ang="0">
                  <a:pos x="connsiteX18553" y="connsiteY18553"/>
                </a:cxn>
                <a:cxn ang="0">
                  <a:pos x="connsiteX18554" y="connsiteY18554"/>
                </a:cxn>
                <a:cxn ang="0">
                  <a:pos x="connsiteX18555" y="connsiteY18555"/>
                </a:cxn>
                <a:cxn ang="0">
                  <a:pos x="connsiteX18556" y="connsiteY18556"/>
                </a:cxn>
                <a:cxn ang="0">
                  <a:pos x="connsiteX18557" y="connsiteY18557"/>
                </a:cxn>
                <a:cxn ang="0">
                  <a:pos x="connsiteX18558" y="connsiteY18558"/>
                </a:cxn>
                <a:cxn ang="0">
                  <a:pos x="connsiteX18559" y="connsiteY18559"/>
                </a:cxn>
                <a:cxn ang="0">
                  <a:pos x="connsiteX18560" y="connsiteY18560"/>
                </a:cxn>
                <a:cxn ang="0">
                  <a:pos x="connsiteX18561" y="connsiteY18561"/>
                </a:cxn>
                <a:cxn ang="0">
                  <a:pos x="connsiteX18562" y="connsiteY18562"/>
                </a:cxn>
                <a:cxn ang="0">
                  <a:pos x="connsiteX18563" y="connsiteY18563"/>
                </a:cxn>
                <a:cxn ang="0">
                  <a:pos x="connsiteX18564" y="connsiteY18564"/>
                </a:cxn>
                <a:cxn ang="0">
                  <a:pos x="connsiteX18565" y="connsiteY18565"/>
                </a:cxn>
                <a:cxn ang="0">
                  <a:pos x="connsiteX18566" y="connsiteY18566"/>
                </a:cxn>
                <a:cxn ang="0">
                  <a:pos x="connsiteX18567" y="connsiteY18567"/>
                </a:cxn>
                <a:cxn ang="0">
                  <a:pos x="connsiteX18568" y="connsiteY18568"/>
                </a:cxn>
                <a:cxn ang="0">
                  <a:pos x="connsiteX18569" y="connsiteY18569"/>
                </a:cxn>
                <a:cxn ang="0">
                  <a:pos x="connsiteX18570" y="connsiteY18570"/>
                </a:cxn>
                <a:cxn ang="0">
                  <a:pos x="connsiteX18571" y="connsiteY18571"/>
                </a:cxn>
                <a:cxn ang="0">
                  <a:pos x="connsiteX18572" y="connsiteY18572"/>
                </a:cxn>
                <a:cxn ang="0">
                  <a:pos x="connsiteX18573" y="connsiteY18573"/>
                </a:cxn>
                <a:cxn ang="0">
                  <a:pos x="connsiteX18574" y="connsiteY18574"/>
                </a:cxn>
                <a:cxn ang="0">
                  <a:pos x="connsiteX18575" y="connsiteY18575"/>
                </a:cxn>
                <a:cxn ang="0">
                  <a:pos x="connsiteX18576" y="connsiteY18576"/>
                </a:cxn>
                <a:cxn ang="0">
                  <a:pos x="connsiteX18577" y="connsiteY18577"/>
                </a:cxn>
                <a:cxn ang="0">
                  <a:pos x="connsiteX18578" y="connsiteY18578"/>
                </a:cxn>
                <a:cxn ang="0">
                  <a:pos x="connsiteX18579" y="connsiteY18579"/>
                </a:cxn>
                <a:cxn ang="0">
                  <a:pos x="connsiteX18580" y="connsiteY18580"/>
                </a:cxn>
                <a:cxn ang="0">
                  <a:pos x="connsiteX18581" y="connsiteY18581"/>
                </a:cxn>
                <a:cxn ang="0">
                  <a:pos x="connsiteX18582" y="connsiteY18582"/>
                </a:cxn>
                <a:cxn ang="0">
                  <a:pos x="connsiteX18583" y="connsiteY18583"/>
                </a:cxn>
                <a:cxn ang="0">
                  <a:pos x="connsiteX18584" y="connsiteY18584"/>
                </a:cxn>
                <a:cxn ang="0">
                  <a:pos x="connsiteX18585" y="connsiteY18585"/>
                </a:cxn>
                <a:cxn ang="0">
                  <a:pos x="connsiteX18586" y="connsiteY18586"/>
                </a:cxn>
                <a:cxn ang="0">
                  <a:pos x="connsiteX18587" y="connsiteY18587"/>
                </a:cxn>
                <a:cxn ang="0">
                  <a:pos x="connsiteX18588" y="connsiteY18588"/>
                </a:cxn>
                <a:cxn ang="0">
                  <a:pos x="connsiteX18589" y="connsiteY18589"/>
                </a:cxn>
                <a:cxn ang="0">
                  <a:pos x="connsiteX18590" y="connsiteY18590"/>
                </a:cxn>
                <a:cxn ang="0">
                  <a:pos x="connsiteX18591" y="connsiteY18591"/>
                </a:cxn>
                <a:cxn ang="0">
                  <a:pos x="connsiteX18592" y="connsiteY18592"/>
                </a:cxn>
                <a:cxn ang="0">
                  <a:pos x="connsiteX18593" y="connsiteY18593"/>
                </a:cxn>
                <a:cxn ang="0">
                  <a:pos x="connsiteX18594" y="connsiteY18594"/>
                </a:cxn>
                <a:cxn ang="0">
                  <a:pos x="connsiteX18595" y="connsiteY18595"/>
                </a:cxn>
                <a:cxn ang="0">
                  <a:pos x="connsiteX18596" y="connsiteY18596"/>
                </a:cxn>
                <a:cxn ang="0">
                  <a:pos x="connsiteX18597" y="connsiteY18597"/>
                </a:cxn>
                <a:cxn ang="0">
                  <a:pos x="connsiteX18598" y="connsiteY18598"/>
                </a:cxn>
                <a:cxn ang="0">
                  <a:pos x="connsiteX18599" y="connsiteY18599"/>
                </a:cxn>
                <a:cxn ang="0">
                  <a:pos x="connsiteX18600" y="connsiteY18600"/>
                </a:cxn>
                <a:cxn ang="0">
                  <a:pos x="connsiteX18601" y="connsiteY18601"/>
                </a:cxn>
                <a:cxn ang="0">
                  <a:pos x="connsiteX18602" y="connsiteY18602"/>
                </a:cxn>
                <a:cxn ang="0">
                  <a:pos x="connsiteX18603" y="connsiteY18603"/>
                </a:cxn>
                <a:cxn ang="0">
                  <a:pos x="connsiteX18604" y="connsiteY18604"/>
                </a:cxn>
                <a:cxn ang="0">
                  <a:pos x="connsiteX18605" y="connsiteY18605"/>
                </a:cxn>
                <a:cxn ang="0">
                  <a:pos x="connsiteX18606" y="connsiteY18606"/>
                </a:cxn>
                <a:cxn ang="0">
                  <a:pos x="connsiteX18607" y="connsiteY18607"/>
                </a:cxn>
                <a:cxn ang="0">
                  <a:pos x="connsiteX18608" y="connsiteY18608"/>
                </a:cxn>
                <a:cxn ang="0">
                  <a:pos x="connsiteX18609" y="connsiteY18609"/>
                </a:cxn>
                <a:cxn ang="0">
                  <a:pos x="connsiteX18610" y="connsiteY18610"/>
                </a:cxn>
                <a:cxn ang="0">
                  <a:pos x="connsiteX18611" y="connsiteY18611"/>
                </a:cxn>
                <a:cxn ang="0">
                  <a:pos x="connsiteX18612" y="connsiteY18612"/>
                </a:cxn>
                <a:cxn ang="0">
                  <a:pos x="connsiteX18613" y="connsiteY18613"/>
                </a:cxn>
                <a:cxn ang="0">
                  <a:pos x="connsiteX18614" y="connsiteY18614"/>
                </a:cxn>
                <a:cxn ang="0">
                  <a:pos x="connsiteX18615" y="connsiteY18615"/>
                </a:cxn>
                <a:cxn ang="0">
                  <a:pos x="connsiteX18616" y="connsiteY18616"/>
                </a:cxn>
                <a:cxn ang="0">
                  <a:pos x="connsiteX18617" y="connsiteY18617"/>
                </a:cxn>
                <a:cxn ang="0">
                  <a:pos x="connsiteX18618" y="connsiteY18618"/>
                </a:cxn>
                <a:cxn ang="0">
                  <a:pos x="connsiteX18619" y="connsiteY18619"/>
                </a:cxn>
                <a:cxn ang="0">
                  <a:pos x="connsiteX18620" y="connsiteY18620"/>
                </a:cxn>
                <a:cxn ang="0">
                  <a:pos x="connsiteX18621" y="connsiteY18621"/>
                </a:cxn>
                <a:cxn ang="0">
                  <a:pos x="connsiteX18622" y="connsiteY18622"/>
                </a:cxn>
                <a:cxn ang="0">
                  <a:pos x="connsiteX18623" y="connsiteY18623"/>
                </a:cxn>
                <a:cxn ang="0">
                  <a:pos x="connsiteX18624" y="connsiteY18624"/>
                </a:cxn>
                <a:cxn ang="0">
                  <a:pos x="connsiteX18625" y="connsiteY18625"/>
                </a:cxn>
                <a:cxn ang="0">
                  <a:pos x="connsiteX18626" y="connsiteY18626"/>
                </a:cxn>
                <a:cxn ang="0">
                  <a:pos x="connsiteX18627" y="connsiteY18627"/>
                </a:cxn>
                <a:cxn ang="0">
                  <a:pos x="connsiteX18628" y="connsiteY18628"/>
                </a:cxn>
                <a:cxn ang="0">
                  <a:pos x="connsiteX18629" y="connsiteY18629"/>
                </a:cxn>
                <a:cxn ang="0">
                  <a:pos x="connsiteX18630" y="connsiteY18630"/>
                </a:cxn>
                <a:cxn ang="0">
                  <a:pos x="connsiteX18631" y="connsiteY18631"/>
                </a:cxn>
                <a:cxn ang="0">
                  <a:pos x="connsiteX18632" y="connsiteY18632"/>
                </a:cxn>
                <a:cxn ang="0">
                  <a:pos x="connsiteX18633" y="connsiteY18633"/>
                </a:cxn>
                <a:cxn ang="0">
                  <a:pos x="connsiteX18634" y="connsiteY18634"/>
                </a:cxn>
                <a:cxn ang="0">
                  <a:pos x="connsiteX18635" y="connsiteY18635"/>
                </a:cxn>
                <a:cxn ang="0">
                  <a:pos x="connsiteX18636" y="connsiteY18636"/>
                </a:cxn>
                <a:cxn ang="0">
                  <a:pos x="connsiteX18637" y="connsiteY18637"/>
                </a:cxn>
                <a:cxn ang="0">
                  <a:pos x="connsiteX18638" y="connsiteY18638"/>
                </a:cxn>
                <a:cxn ang="0">
                  <a:pos x="connsiteX18639" y="connsiteY18639"/>
                </a:cxn>
                <a:cxn ang="0">
                  <a:pos x="connsiteX18640" y="connsiteY18640"/>
                </a:cxn>
                <a:cxn ang="0">
                  <a:pos x="connsiteX18641" y="connsiteY18641"/>
                </a:cxn>
                <a:cxn ang="0">
                  <a:pos x="connsiteX18642" y="connsiteY18642"/>
                </a:cxn>
                <a:cxn ang="0">
                  <a:pos x="connsiteX18643" y="connsiteY18643"/>
                </a:cxn>
                <a:cxn ang="0">
                  <a:pos x="connsiteX18644" y="connsiteY18644"/>
                </a:cxn>
                <a:cxn ang="0">
                  <a:pos x="connsiteX18645" y="connsiteY18645"/>
                </a:cxn>
                <a:cxn ang="0">
                  <a:pos x="connsiteX18646" y="connsiteY18646"/>
                </a:cxn>
                <a:cxn ang="0">
                  <a:pos x="connsiteX18647" y="connsiteY18647"/>
                </a:cxn>
                <a:cxn ang="0">
                  <a:pos x="connsiteX18648" y="connsiteY18648"/>
                </a:cxn>
                <a:cxn ang="0">
                  <a:pos x="connsiteX18649" y="connsiteY18649"/>
                </a:cxn>
                <a:cxn ang="0">
                  <a:pos x="connsiteX18650" y="connsiteY18650"/>
                </a:cxn>
                <a:cxn ang="0">
                  <a:pos x="connsiteX18651" y="connsiteY18651"/>
                </a:cxn>
                <a:cxn ang="0">
                  <a:pos x="connsiteX18652" y="connsiteY18652"/>
                </a:cxn>
                <a:cxn ang="0">
                  <a:pos x="connsiteX18653" y="connsiteY18653"/>
                </a:cxn>
                <a:cxn ang="0">
                  <a:pos x="connsiteX18654" y="connsiteY18654"/>
                </a:cxn>
                <a:cxn ang="0">
                  <a:pos x="connsiteX18655" y="connsiteY18655"/>
                </a:cxn>
                <a:cxn ang="0">
                  <a:pos x="connsiteX18656" y="connsiteY18656"/>
                </a:cxn>
                <a:cxn ang="0">
                  <a:pos x="connsiteX18657" y="connsiteY18657"/>
                </a:cxn>
                <a:cxn ang="0">
                  <a:pos x="connsiteX18658" y="connsiteY18658"/>
                </a:cxn>
                <a:cxn ang="0">
                  <a:pos x="connsiteX18659" y="connsiteY18659"/>
                </a:cxn>
                <a:cxn ang="0">
                  <a:pos x="connsiteX18660" y="connsiteY18660"/>
                </a:cxn>
                <a:cxn ang="0">
                  <a:pos x="connsiteX18661" y="connsiteY18661"/>
                </a:cxn>
                <a:cxn ang="0">
                  <a:pos x="connsiteX18662" y="connsiteY18662"/>
                </a:cxn>
                <a:cxn ang="0">
                  <a:pos x="connsiteX18663" y="connsiteY18663"/>
                </a:cxn>
                <a:cxn ang="0">
                  <a:pos x="connsiteX18664" y="connsiteY18664"/>
                </a:cxn>
                <a:cxn ang="0">
                  <a:pos x="connsiteX18665" y="connsiteY18665"/>
                </a:cxn>
                <a:cxn ang="0">
                  <a:pos x="connsiteX18666" y="connsiteY18666"/>
                </a:cxn>
                <a:cxn ang="0">
                  <a:pos x="connsiteX18667" y="connsiteY18667"/>
                </a:cxn>
                <a:cxn ang="0">
                  <a:pos x="connsiteX18668" y="connsiteY18668"/>
                </a:cxn>
                <a:cxn ang="0">
                  <a:pos x="connsiteX18669" y="connsiteY18669"/>
                </a:cxn>
                <a:cxn ang="0">
                  <a:pos x="connsiteX18670" y="connsiteY18670"/>
                </a:cxn>
                <a:cxn ang="0">
                  <a:pos x="connsiteX18671" y="connsiteY18671"/>
                </a:cxn>
                <a:cxn ang="0">
                  <a:pos x="connsiteX18672" y="connsiteY18672"/>
                </a:cxn>
                <a:cxn ang="0">
                  <a:pos x="connsiteX18673" y="connsiteY18673"/>
                </a:cxn>
                <a:cxn ang="0">
                  <a:pos x="connsiteX18674" y="connsiteY18674"/>
                </a:cxn>
                <a:cxn ang="0">
                  <a:pos x="connsiteX18675" y="connsiteY18675"/>
                </a:cxn>
                <a:cxn ang="0">
                  <a:pos x="connsiteX18676" y="connsiteY18676"/>
                </a:cxn>
                <a:cxn ang="0">
                  <a:pos x="connsiteX18677" y="connsiteY18677"/>
                </a:cxn>
                <a:cxn ang="0">
                  <a:pos x="connsiteX18678" y="connsiteY18678"/>
                </a:cxn>
                <a:cxn ang="0">
                  <a:pos x="connsiteX18679" y="connsiteY18679"/>
                </a:cxn>
                <a:cxn ang="0">
                  <a:pos x="connsiteX18680" y="connsiteY18680"/>
                </a:cxn>
                <a:cxn ang="0">
                  <a:pos x="connsiteX18681" y="connsiteY18681"/>
                </a:cxn>
                <a:cxn ang="0">
                  <a:pos x="connsiteX18682" y="connsiteY18682"/>
                </a:cxn>
                <a:cxn ang="0">
                  <a:pos x="connsiteX18683" y="connsiteY18683"/>
                </a:cxn>
                <a:cxn ang="0">
                  <a:pos x="connsiteX18684" y="connsiteY18684"/>
                </a:cxn>
                <a:cxn ang="0">
                  <a:pos x="connsiteX18685" y="connsiteY18685"/>
                </a:cxn>
                <a:cxn ang="0">
                  <a:pos x="connsiteX18686" y="connsiteY18686"/>
                </a:cxn>
                <a:cxn ang="0">
                  <a:pos x="connsiteX18687" y="connsiteY18687"/>
                </a:cxn>
                <a:cxn ang="0">
                  <a:pos x="connsiteX18688" y="connsiteY18688"/>
                </a:cxn>
                <a:cxn ang="0">
                  <a:pos x="connsiteX18689" y="connsiteY18689"/>
                </a:cxn>
                <a:cxn ang="0">
                  <a:pos x="connsiteX18690" y="connsiteY18690"/>
                </a:cxn>
                <a:cxn ang="0">
                  <a:pos x="connsiteX18691" y="connsiteY18691"/>
                </a:cxn>
                <a:cxn ang="0">
                  <a:pos x="connsiteX18692" y="connsiteY18692"/>
                </a:cxn>
                <a:cxn ang="0">
                  <a:pos x="connsiteX18693" y="connsiteY18693"/>
                </a:cxn>
                <a:cxn ang="0">
                  <a:pos x="connsiteX18694" y="connsiteY18694"/>
                </a:cxn>
                <a:cxn ang="0">
                  <a:pos x="connsiteX18695" y="connsiteY18695"/>
                </a:cxn>
                <a:cxn ang="0">
                  <a:pos x="connsiteX18696" y="connsiteY18696"/>
                </a:cxn>
                <a:cxn ang="0">
                  <a:pos x="connsiteX18697" y="connsiteY18697"/>
                </a:cxn>
                <a:cxn ang="0">
                  <a:pos x="connsiteX18698" y="connsiteY18698"/>
                </a:cxn>
                <a:cxn ang="0">
                  <a:pos x="connsiteX18699" y="connsiteY18699"/>
                </a:cxn>
                <a:cxn ang="0">
                  <a:pos x="connsiteX18700" y="connsiteY18700"/>
                </a:cxn>
                <a:cxn ang="0">
                  <a:pos x="connsiteX18701" y="connsiteY18701"/>
                </a:cxn>
                <a:cxn ang="0">
                  <a:pos x="connsiteX18702" y="connsiteY18702"/>
                </a:cxn>
                <a:cxn ang="0">
                  <a:pos x="connsiteX18703" y="connsiteY18703"/>
                </a:cxn>
                <a:cxn ang="0">
                  <a:pos x="connsiteX18704" y="connsiteY18704"/>
                </a:cxn>
                <a:cxn ang="0">
                  <a:pos x="connsiteX18705" y="connsiteY18705"/>
                </a:cxn>
                <a:cxn ang="0">
                  <a:pos x="connsiteX18706" y="connsiteY18706"/>
                </a:cxn>
                <a:cxn ang="0">
                  <a:pos x="connsiteX18707" y="connsiteY18707"/>
                </a:cxn>
                <a:cxn ang="0">
                  <a:pos x="connsiteX18708" y="connsiteY18708"/>
                </a:cxn>
                <a:cxn ang="0">
                  <a:pos x="connsiteX18709" y="connsiteY18709"/>
                </a:cxn>
                <a:cxn ang="0">
                  <a:pos x="connsiteX18710" y="connsiteY18710"/>
                </a:cxn>
                <a:cxn ang="0">
                  <a:pos x="connsiteX18711" y="connsiteY18711"/>
                </a:cxn>
                <a:cxn ang="0">
                  <a:pos x="connsiteX18712" y="connsiteY18712"/>
                </a:cxn>
                <a:cxn ang="0">
                  <a:pos x="connsiteX18713" y="connsiteY18713"/>
                </a:cxn>
                <a:cxn ang="0">
                  <a:pos x="connsiteX18714" y="connsiteY18714"/>
                </a:cxn>
                <a:cxn ang="0">
                  <a:pos x="connsiteX18715" y="connsiteY18715"/>
                </a:cxn>
                <a:cxn ang="0">
                  <a:pos x="connsiteX18716" y="connsiteY18716"/>
                </a:cxn>
                <a:cxn ang="0">
                  <a:pos x="connsiteX18717" y="connsiteY18717"/>
                </a:cxn>
                <a:cxn ang="0">
                  <a:pos x="connsiteX18718" y="connsiteY18718"/>
                </a:cxn>
                <a:cxn ang="0">
                  <a:pos x="connsiteX18719" y="connsiteY18719"/>
                </a:cxn>
                <a:cxn ang="0">
                  <a:pos x="connsiteX18720" y="connsiteY18720"/>
                </a:cxn>
                <a:cxn ang="0">
                  <a:pos x="connsiteX18721" y="connsiteY18721"/>
                </a:cxn>
                <a:cxn ang="0">
                  <a:pos x="connsiteX18722" y="connsiteY18722"/>
                </a:cxn>
                <a:cxn ang="0">
                  <a:pos x="connsiteX18723" y="connsiteY18723"/>
                </a:cxn>
                <a:cxn ang="0">
                  <a:pos x="connsiteX18724" y="connsiteY18724"/>
                </a:cxn>
                <a:cxn ang="0">
                  <a:pos x="connsiteX18725" y="connsiteY18725"/>
                </a:cxn>
                <a:cxn ang="0">
                  <a:pos x="connsiteX18726" y="connsiteY18726"/>
                </a:cxn>
                <a:cxn ang="0">
                  <a:pos x="connsiteX18727" y="connsiteY18727"/>
                </a:cxn>
                <a:cxn ang="0">
                  <a:pos x="connsiteX18728" y="connsiteY18728"/>
                </a:cxn>
                <a:cxn ang="0">
                  <a:pos x="connsiteX18729" y="connsiteY18729"/>
                </a:cxn>
                <a:cxn ang="0">
                  <a:pos x="connsiteX18730" y="connsiteY18730"/>
                </a:cxn>
                <a:cxn ang="0">
                  <a:pos x="connsiteX18731" y="connsiteY18731"/>
                </a:cxn>
                <a:cxn ang="0">
                  <a:pos x="connsiteX18732" y="connsiteY18732"/>
                </a:cxn>
                <a:cxn ang="0">
                  <a:pos x="connsiteX18733" y="connsiteY18733"/>
                </a:cxn>
                <a:cxn ang="0">
                  <a:pos x="connsiteX18734" y="connsiteY18734"/>
                </a:cxn>
                <a:cxn ang="0">
                  <a:pos x="connsiteX18735" y="connsiteY18735"/>
                </a:cxn>
                <a:cxn ang="0">
                  <a:pos x="connsiteX18736" y="connsiteY18736"/>
                </a:cxn>
                <a:cxn ang="0">
                  <a:pos x="connsiteX18737" y="connsiteY18737"/>
                </a:cxn>
                <a:cxn ang="0">
                  <a:pos x="connsiteX18738" y="connsiteY18738"/>
                </a:cxn>
                <a:cxn ang="0">
                  <a:pos x="connsiteX18739" y="connsiteY18739"/>
                </a:cxn>
                <a:cxn ang="0">
                  <a:pos x="connsiteX18740" y="connsiteY18740"/>
                </a:cxn>
                <a:cxn ang="0">
                  <a:pos x="connsiteX18741" y="connsiteY18741"/>
                </a:cxn>
                <a:cxn ang="0">
                  <a:pos x="connsiteX18742" y="connsiteY18742"/>
                </a:cxn>
                <a:cxn ang="0">
                  <a:pos x="connsiteX18743" y="connsiteY18743"/>
                </a:cxn>
                <a:cxn ang="0">
                  <a:pos x="connsiteX18744" y="connsiteY18744"/>
                </a:cxn>
                <a:cxn ang="0">
                  <a:pos x="connsiteX18745" y="connsiteY18745"/>
                </a:cxn>
                <a:cxn ang="0">
                  <a:pos x="connsiteX18746" y="connsiteY18746"/>
                </a:cxn>
                <a:cxn ang="0">
                  <a:pos x="connsiteX18747" y="connsiteY18747"/>
                </a:cxn>
                <a:cxn ang="0">
                  <a:pos x="connsiteX18748" y="connsiteY18748"/>
                </a:cxn>
                <a:cxn ang="0">
                  <a:pos x="connsiteX18749" y="connsiteY18749"/>
                </a:cxn>
                <a:cxn ang="0">
                  <a:pos x="connsiteX18750" y="connsiteY18750"/>
                </a:cxn>
                <a:cxn ang="0">
                  <a:pos x="connsiteX18751" y="connsiteY18751"/>
                </a:cxn>
                <a:cxn ang="0">
                  <a:pos x="connsiteX18752" y="connsiteY18752"/>
                </a:cxn>
                <a:cxn ang="0">
                  <a:pos x="connsiteX18753" y="connsiteY18753"/>
                </a:cxn>
                <a:cxn ang="0">
                  <a:pos x="connsiteX18754" y="connsiteY18754"/>
                </a:cxn>
                <a:cxn ang="0">
                  <a:pos x="connsiteX18755" y="connsiteY18755"/>
                </a:cxn>
                <a:cxn ang="0">
                  <a:pos x="connsiteX18756" y="connsiteY18756"/>
                </a:cxn>
                <a:cxn ang="0">
                  <a:pos x="connsiteX18757" y="connsiteY18757"/>
                </a:cxn>
                <a:cxn ang="0">
                  <a:pos x="connsiteX18758" y="connsiteY18758"/>
                </a:cxn>
                <a:cxn ang="0">
                  <a:pos x="connsiteX18759" y="connsiteY18759"/>
                </a:cxn>
                <a:cxn ang="0">
                  <a:pos x="connsiteX18760" y="connsiteY18760"/>
                </a:cxn>
                <a:cxn ang="0">
                  <a:pos x="connsiteX18761" y="connsiteY18761"/>
                </a:cxn>
                <a:cxn ang="0">
                  <a:pos x="connsiteX18762" y="connsiteY18762"/>
                </a:cxn>
                <a:cxn ang="0">
                  <a:pos x="connsiteX18763" y="connsiteY18763"/>
                </a:cxn>
                <a:cxn ang="0">
                  <a:pos x="connsiteX18764" y="connsiteY18764"/>
                </a:cxn>
                <a:cxn ang="0">
                  <a:pos x="connsiteX18765" y="connsiteY18765"/>
                </a:cxn>
                <a:cxn ang="0">
                  <a:pos x="connsiteX18766" y="connsiteY18766"/>
                </a:cxn>
                <a:cxn ang="0">
                  <a:pos x="connsiteX18767" y="connsiteY18767"/>
                </a:cxn>
                <a:cxn ang="0">
                  <a:pos x="connsiteX18768" y="connsiteY18768"/>
                </a:cxn>
                <a:cxn ang="0">
                  <a:pos x="connsiteX18769" y="connsiteY18769"/>
                </a:cxn>
                <a:cxn ang="0">
                  <a:pos x="connsiteX18770" y="connsiteY18770"/>
                </a:cxn>
                <a:cxn ang="0">
                  <a:pos x="connsiteX18771" y="connsiteY18771"/>
                </a:cxn>
                <a:cxn ang="0">
                  <a:pos x="connsiteX18772" y="connsiteY18772"/>
                </a:cxn>
                <a:cxn ang="0">
                  <a:pos x="connsiteX18773" y="connsiteY18773"/>
                </a:cxn>
                <a:cxn ang="0">
                  <a:pos x="connsiteX18774" y="connsiteY18774"/>
                </a:cxn>
                <a:cxn ang="0">
                  <a:pos x="connsiteX18775" y="connsiteY18775"/>
                </a:cxn>
                <a:cxn ang="0">
                  <a:pos x="connsiteX18776" y="connsiteY18776"/>
                </a:cxn>
                <a:cxn ang="0">
                  <a:pos x="connsiteX18777" y="connsiteY18777"/>
                </a:cxn>
                <a:cxn ang="0">
                  <a:pos x="connsiteX18778" y="connsiteY18778"/>
                </a:cxn>
                <a:cxn ang="0">
                  <a:pos x="connsiteX18779" y="connsiteY18779"/>
                </a:cxn>
                <a:cxn ang="0">
                  <a:pos x="connsiteX18780" y="connsiteY18780"/>
                </a:cxn>
                <a:cxn ang="0">
                  <a:pos x="connsiteX18781" y="connsiteY18781"/>
                </a:cxn>
                <a:cxn ang="0">
                  <a:pos x="connsiteX18782" y="connsiteY18782"/>
                </a:cxn>
                <a:cxn ang="0">
                  <a:pos x="connsiteX18783" y="connsiteY18783"/>
                </a:cxn>
                <a:cxn ang="0">
                  <a:pos x="connsiteX18784" y="connsiteY18784"/>
                </a:cxn>
                <a:cxn ang="0">
                  <a:pos x="connsiteX18785" y="connsiteY18785"/>
                </a:cxn>
                <a:cxn ang="0">
                  <a:pos x="connsiteX18786" y="connsiteY18786"/>
                </a:cxn>
                <a:cxn ang="0">
                  <a:pos x="connsiteX18787" y="connsiteY18787"/>
                </a:cxn>
                <a:cxn ang="0">
                  <a:pos x="connsiteX18788" y="connsiteY18788"/>
                </a:cxn>
                <a:cxn ang="0">
                  <a:pos x="connsiteX18789" y="connsiteY18789"/>
                </a:cxn>
                <a:cxn ang="0">
                  <a:pos x="connsiteX18790" y="connsiteY18790"/>
                </a:cxn>
                <a:cxn ang="0">
                  <a:pos x="connsiteX18791" y="connsiteY18791"/>
                </a:cxn>
                <a:cxn ang="0">
                  <a:pos x="connsiteX18792" y="connsiteY18792"/>
                </a:cxn>
                <a:cxn ang="0">
                  <a:pos x="connsiteX18793" y="connsiteY18793"/>
                </a:cxn>
                <a:cxn ang="0">
                  <a:pos x="connsiteX18794" y="connsiteY18794"/>
                </a:cxn>
                <a:cxn ang="0">
                  <a:pos x="connsiteX18795" y="connsiteY18795"/>
                </a:cxn>
                <a:cxn ang="0">
                  <a:pos x="connsiteX18796" y="connsiteY18796"/>
                </a:cxn>
                <a:cxn ang="0">
                  <a:pos x="connsiteX18797" y="connsiteY18797"/>
                </a:cxn>
                <a:cxn ang="0">
                  <a:pos x="connsiteX18798" y="connsiteY18798"/>
                </a:cxn>
                <a:cxn ang="0">
                  <a:pos x="connsiteX18799" y="connsiteY18799"/>
                </a:cxn>
                <a:cxn ang="0">
                  <a:pos x="connsiteX18800" y="connsiteY18800"/>
                </a:cxn>
                <a:cxn ang="0">
                  <a:pos x="connsiteX18801" y="connsiteY18801"/>
                </a:cxn>
                <a:cxn ang="0">
                  <a:pos x="connsiteX18802" y="connsiteY18802"/>
                </a:cxn>
                <a:cxn ang="0">
                  <a:pos x="connsiteX18803" y="connsiteY18803"/>
                </a:cxn>
                <a:cxn ang="0">
                  <a:pos x="connsiteX18804" y="connsiteY18804"/>
                </a:cxn>
                <a:cxn ang="0">
                  <a:pos x="connsiteX18805" y="connsiteY18805"/>
                </a:cxn>
                <a:cxn ang="0">
                  <a:pos x="connsiteX18806" y="connsiteY18806"/>
                </a:cxn>
                <a:cxn ang="0">
                  <a:pos x="connsiteX18807" y="connsiteY18807"/>
                </a:cxn>
                <a:cxn ang="0">
                  <a:pos x="connsiteX18808" y="connsiteY18808"/>
                </a:cxn>
                <a:cxn ang="0">
                  <a:pos x="connsiteX18809" y="connsiteY18809"/>
                </a:cxn>
                <a:cxn ang="0">
                  <a:pos x="connsiteX18810" y="connsiteY18810"/>
                </a:cxn>
                <a:cxn ang="0">
                  <a:pos x="connsiteX18811" y="connsiteY18811"/>
                </a:cxn>
                <a:cxn ang="0">
                  <a:pos x="connsiteX18812" y="connsiteY18812"/>
                </a:cxn>
                <a:cxn ang="0">
                  <a:pos x="connsiteX18813" y="connsiteY18813"/>
                </a:cxn>
                <a:cxn ang="0">
                  <a:pos x="connsiteX18814" y="connsiteY18814"/>
                </a:cxn>
                <a:cxn ang="0">
                  <a:pos x="connsiteX18815" y="connsiteY18815"/>
                </a:cxn>
                <a:cxn ang="0">
                  <a:pos x="connsiteX18816" y="connsiteY18816"/>
                </a:cxn>
                <a:cxn ang="0">
                  <a:pos x="connsiteX18817" y="connsiteY18817"/>
                </a:cxn>
                <a:cxn ang="0">
                  <a:pos x="connsiteX18818" y="connsiteY18818"/>
                </a:cxn>
                <a:cxn ang="0">
                  <a:pos x="connsiteX18819" y="connsiteY18819"/>
                </a:cxn>
                <a:cxn ang="0">
                  <a:pos x="connsiteX18820" y="connsiteY18820"/>
                </a:cxn>
                <a:cxn ang="0">
                  <a:pos x="connsiteX18821" y="connsiteY18821"/>
                </a:cxn>
                <a:cxn ang="0">
                  <a:pos x="connsiteX18822" y="connsiteY18822"/>
                </a:cxn>
                <a:cxn ang="0">
                  <a:pos x="connsiteX18823" y="connsiteY18823"/>
                </a:cxn>
                <a:cxn ang="0">
                  <a:pos x="connsiteX18824" y="connsiteY18824"/>
                </a:cxn>
                <a:cxn ang="0">
                  <a:pos x="connsiteX18825" y="connsiteY18825"/>
                </a:cxn>
                <a:cxn ang="0">
                  <a:pos x="connsiteX18826" y="connsiteY18826"/>
                </a:cxn>
                <a:cxn ang="0">
                  <a:pos x="connsiteX18827" y="connsiteY18827"/>
                </a:cxn>
                <a:cxn ang="0">
                  <a:pos x="connsiteX18828" y="connsiteY18828"/>
                </a:cxn>
                <a:cxn ang="0">
                  <a:pos x="connsiteX18829" y="connsiteY18829"/>
                </a:cxn>
                <a:cxn ang="0">
                  <a:pos x="connsiteX18830" y="connsiteY18830"/>
                </a:cxn>
                <a:cxn ang="0">
                  <a:pos x="connsiteX18831" y="connsiteY18831"/>
                </a:cxn>
                <a:cxn ang="0">
                  <a:pos x="connsiteX18832" y="connsiteY18832"/>
                </a:cxn>
                <a:cxn ang="0">
                  <a:pos x="connsiteX18833" y="connsiteY18833"/>
                </a:cxn>
                <a:cxn ang="0">
                  <a:pos x="connsiteX18834" y="connsiteY18834"/>
                </a:cxn>
                <a:cxn ang="0">
                  <a:pos x="connsiteX18835" y="connsiteY18835"/>
                </a:cxn>
                <a:cxn ang="0">
                  <a:pos x="connsiteX18836" y="connsiteY18836"/>
                </a:cxn>
                <a:cxn ang="0">
                  <a:pos x="connsiteX18837" y="connsiteY18837"/>
                </a:cxn>
                <a:cxn ang="0">
                  <a:pos x="connsiteX18838" y="connsiteY18838"/>
                </a:cxn>
                <a:cxn ang="0">
                  <a:pos x="connsiteX18839" y="connsiteY18839"/>
                </a:cxn>
                <a:cxn ang="0">
                  <a:pos x="connsiteX18840" y="connsiteY18840"/>
                </a:cxn>
                <a:cxn ang="0">
                  <a:pos x="connsiteX18841" y="connsiteY18841"/>
                </a:cxn>
                <a:cxn ang="0">
                  <a:pos x="connsiteX18842" y="connsiteY18842"/>
                </a:cxn>
                <a:cxn ang="0">
                  <a:pos x="connsiteX18843" y="connsiteY18843"/>
                </a:cxn>
                <a:cxn ang="0">
                  <a:pos x="connsiteX18844" y="connsiteY18844"/>
                </a:cxn>
                <a:cxn ang="0">
                  <a:pos x="connsiteX18845" y="connsiteY18845"/>
                </a:cxn>
                <a:cxn ang="0">
                  <a:pos x="connsiteX18846" y="connsiteY18846"/>
                </a:cxn>
                <a:cxn ang="0">
                  <a:pos x="connsiteX18847" y="connsiteY18847"/>
                </a:cxn>
                <a:cxn ang="0">
                  <a:pos x="connsiteX18848" y="connsiteY18848"/>
                </a:cxn>
                <a:cxn ang="0">
                  <a:pos x="connsiteX18849" y="connsiteY18849"/>
                </a:cxn>
                <a:cxn ang="0">
                  <a:pos x="connsiteX18850" y="connsiteY18850"/>
                </a:cxn>
                <a:cxn ang="0">
                  <a:pos x="connsiteX18851" y="connsiteY18851"/>
                </a:cxn>
                <a:cxn ang="0">
                  <a:pos x="connsiteX18852" y="connsiteY18852"/>
                </a:cxn>
                <a:cxn ang="0">
                  <a:pos x="connsiteX18853" y="connsiteY18853"/>
                </a:cxn>
                <a:cxn ang="0">
                  <a:pos x="connsiteX18854" y="connsiteY18854"/>
                </a:cxn>
                <a:cxn ang="0">
                  <a:pos x="connsiteX18855" y="connsiteY18855"/>
                </a:cxn>
                <a:cxn ang="0">
                  <a:pos x="connsiteX18856" y="connsiteY18856"/>
                </a:cxn>
                <a:cxn ang="0">
                  <a:pos x="connsiteX18857" y="connsiteY18857"/>
                </a:cxn>
                <a:cxn ang="0">
                  <a:pos x="connsiteX18858" y="connsiteY18858"/>
                </a:cxn>
                <a:cxn ang="0">
                  <a:pos x="connsiteX18859" y="connsiteY18859"/>
                </a:cxn>
                <a:cxn ang="0">
                  <a:pos x="connsiteX18860" y="connsiteY18860"/>
                </a:cxn>
                <a:cxn ang="0">
                  <a:pos x="connsiteX18861" y="connsiteY18861"/>
                </a:cxn>
                <a:cxn ang="0">
                  <a:pos x="connsiteX18862" y="connsiteY18862"/>
                </a:cxn>
                <a:cxn ang="0">
                  <a:pos x="connsiteX18863" y="connsiteY18863"/>
                </a:cxn>
                <a:cxn ang="0">
                  <a:pos x="connsiteX18864" y="connsiteY18864"/>
                </a:cxn>
                <a:cxn ang="0">
                  <a:pos x="connsiteX18865" y="connsiteY18865"/>
                </a:cxn>
                <a:cxn ang="0">
                  <a:pos x="connsiteX18866" y="connsiteY18866"/>
                </a:cxn>
                <a:cxn ang="0">
                  <a:pos x="connsiteX18867" y="connsiteY18867"/>
                </a:cxn>
                <a:cxn ang="0">
                  <a:pos x="connsiteX18868" y="connsiteY18868"/>
                </a:cxn>
                <a:cxn ang="0">
                  <a:pos x="connsiteX18869" y="connsiteY18869"/>
                </a:cxn>
                <a:cxn ang="0">
                  <a:pos x="connsiteX18870" y="connsiteY18870"/>
                </a:cxn>
                <a:cxn ang="0">
                  <a:pos x="connsiteX18871" y="connsiteY18871"/>
                </a:cxn>
                <a:cxn ang="0">
                  <a:pos x="connsiteX18872" y="connsiteY18872"/>
                </a:cxn>
                <a:cxn ang="0">
                  <a:pos x="connsiteX18873" y="connsiteY18873"/>
                </a:cxn>
                <a:cxn ang="0">
                  <a:pos x="connsiteX18874" y="connsiteY18874"/>
                </a:cxn>
                <a:cxn ang="0">
                  <a:pos x="connsiteX18875" y="connsiteY18875"/>
                </a:cxn>
                <a:cxn ang="0">
                  <a:pos x="connsiteX18876" y="connsiteY18876"/>
                </a:cxn>
                <a:cxn ang="0">
                  <a:pos x="connsiteX18877" y="connsiteY18877"/>
                </a:cxn>
                <a:cxn ang="0">
                  <a:pos x="connsiteX18878" y="connsiteY18878"/>
                </a:cxn>
                <a:cxn ang="0">
                  <a:pos x="connsiteX18879" y="connsiteY18879"/>
                </a:cxn>
                <a:cxn ang="0">
                  <a:pos x="connsiteX18880" y="connsiteY18880"/>
                </a:cxn>
                <a:cxn ang="0">
                  <a:pos x="connsiteX18881" y="connsiteY18881"/>
                </a:cxn>
                <a:cxn ang="0">
                  <a:pos x="connsiteX18882" y="connsiteY18882"/>
                </a:cxn>
                <a:cxn ang="0">
                  <a:pos x="connsiteX18883" y="connsiteY18883"/>
                </a:cxn>
                <a:cxn ang="0">
                  <a:pos x="connsiteX18884" y="connsiteY18884"/>
                </a:cxn>
                <a:cxn ang="0">
                  <a:pos x="connsiteX18885" y="connsiteY18885"/>
                </a:cxn>
                <a:cxn ang="0">
                  <a:pos x="connsiteX18886" y="connsiteY18886"/>
                </a:cxn>
                <a:cxn ang="0">
                  <a:pos x="connsiteX18887" y="connsiteY18887"/>
                </a:cxn>
                <a:cxn ang="0">
                  <a:pos x="connsiteX18888" y="connsiteY18888"/>
                </a:cxn>
                <a:cxn ang="0">
                  <a:pos x="connsiteX18889" y="connsiteY18889"/>
                </a:cxn>
                <a:cxn ang="0">
                  <a:pos x="connsiteX18890" y="connsiteY18890"/>
                </a:cxn>
                <a:cxn ang="0">
                  <a:pos x="connsiteX18891" y="connsiteY18891"/>
                </a:cxn>
                <a:cxn ang="0">
                  <a:pos x="connsiteX18892" y="connsiteY18892"/>
                </a:cxn>
                <a:cxn ang="0">
                  <a:pos x="connsiteX18893" y="connsiteY18893"/>
                </a:cxn>
                <a:cxn ang="0">
                  <a:pos x="connsiteX18894" y="connsiteY18894"/>
                </a:cxn>
                <a:cxn ang="0">
                  <a:pos x="connsiteX18895" y="connsiteY18895"/>
                </a:cxn>
                <a:cxn ang="0">
                  <a:pos x="connsiteX18896" y="connsiteY18896"/>
                </a:cxn>
                <a:cxn ang="0">
                  <a:pos x="connsiteX18897" y="connsiteY18897"/>
                </a:cxn>
                <a:cxn ang="0">
                  <a:pos x="connsiteX18898" y="connsiteY18898"/>
                </a:cxn>
                <a:cxn ang="0">
                  <a:pos x="connsiteX18899" y="connsiteY18899"/>
                </a:cxn>
                <a:cxn ang="0">
                  <a:pos x="connsiteX18900" y="connsiteY18900"/>
                </a:cxn>
                <a:cxn ang="0">
                  <a:pos x="connsiteX18901" y="connsiteY18901"/>
                </a:cxn>
                <a:cxn ang="0">
                  <a:pos x="connsiteX18902" y="connsiteY18902"/>
                </a:cxn>
                <a:cxn ang="0">
                  <a:pos x="connsiteX18903" y="connsiteY18903"/>
                </a:cxn>
                <a:cxn ang="0">
                  <a:pos x="connsiteX18904" y="connsiteY18904"/>
                </a:cxn>
                <a:cxn ang="0">
                  <a:pos x="connsiteX18905" y="connsiteY18905"/>
                </a:cxn>
                <a:cxn ang="0">
                  <a:pos x="connsiteX18906" y="connsiteY18906"/>
                </a:cxn>
                <a:cxn ang="0">
                  <a:pos x="connsiteX18907" y="connsiteY18907"/>
                </a:cxn>
                <a:cxn ang="0">
                  <a:pos x="connsiteX18908" y="connsiteY18908"/>
                </a:cxn>
                <a:cxn ang="0">
                  <a:pos x="connsiteX18909" y="connsiteY18909"/>
                </a:cxn>
                <a:cxn ang="0">
                  <a:pos x="connsiteX18910" y="connsiteY18910"/>
                </a:cxn>
                <a:cxn ang="0">
                  <a:pos x="connsiteX18911" y="connsiteY18911"/>
                </a:cxn>
                <a:cxn ang="0">
                  <a:pos x="connsiteX18912" y="connsiteY18912"/>
                </a:cxn>
                <a:cxn ang="0">
                  <a:pos x="connsiteX18913" y="connsiteY18913"/>
                </a:cxn>
                <a:cxn ang="0">
                  <a:pos x="connsiteX18914" y="connsiteY18914"/>
                </a:cxn>
                <a:cxn ang="0">
                  <a:pos x="connsiteX18915" y="connsiteY18915"/>
                </a:cxn>
                <a:cxn ang="0">
                  <a:pos x="connsiteX18916" y="connsiteY18916"/>
                </a:cxn>
                <a:cxn ang="0">
                  <a:pos x="connsiteX18917" y="connsiteY18917"/>
                </a:cxn>
                <a:cxn ang="0">
                  <a:pos x="connsiteX18918" y="connsiteY18918"/>
                </a:cxn>
                <a:cxn ang="0">
                  <a:pos x="connsiteX18919" y="connsiteY18919"/>
                </a:cxn>
                <a:cxn ang="0">
                  <a:pos x="connsiteX18920" y="connsiteY18920"/>
                </a:cxn>
                <a:cxn ang="0">
                  <a:pos x="connsiteX18921" y="connsiteY18921"/>
                </a:cxn>
                <a:cxn ang="0">
                  <a:pos x="connsiteX18922" y="connsiteY18922"/>
                </a:cxn>
                <a:cxn ang="0">
                  <a:pos x="connsiteX18923" y="connsiteY18923"/>
                </a:cxn>
                <a:cxn ang="0">
                  <a:pos x="connsiteX18924" y="connsiteY18924"/>
                </a:cxn>
                <a:cxn ang="0">
                  <a:pos x="connsiteX18925" y="connsiteY18925"/>
                </a:cxn>
                <a:cxn ang="0">
                  <a:pos x="connsiteX18926" y="connsiteY18926"/>
                </a:cxn>
                <a:cxn ang="0">
                  <a:pos x="connsiteX18927" y="connsiteY18927"/>
                </a:cxn>
                <a:cxn ang="0">
                  <a:pos x="connsiteX18928" y="connsiteY18928"/>
                </a:cxn>
                <a:cxn ang="0">
                  <a:pos x="connsiteX18929" y="connsiteY18929"/>
                </a:cxn>
                <a:cxn ang="0">
                  <a:pos x="connsiteX18930" y="connsiteY18930"/>
                </a:cxn>
                <a:cxn ang="0">
                  <a:pos x="connsiteX18931" y="connsiteY18931"/>
                </a:cxn>
                <a:cxn ang="0">
                  <a:pos x="connsiteX18932" y="connsiteY18932"/>
                </a:cxn>
                <a:cxn ang="0">
                  <a:pos x="connsiteX18933" y="connsiteY18933"/>
                </a:cxn>
                <a:cxn ang="0">
                  <a:pos x="connsiteX18934" y="connsiteY18934"/>
                </a:cxn>
                <a:cxn ang="0">
                  <a:pos x="connsiteX18935" y="connsiteY18935"/>
                </a:cxn>
                <a:cxn ang="0">
                  <a:pos x="connsiteX18936" y="connsiteY18936"/>
                </a:cxn>
                <a:cxn ang="0">
                  <a:pos x="connsiteX18937" y="connsiteY18937"/>
                </a:cxn>
                <a:cxn ang="0">
                  <a:pos x="connsiteX18938" y="connsiteY18938"/>
                </a:cxn>
                <a:cxn ang="0">
                  <a:pos x="connsiteX18939" y="connsiteY18939"/>
                </a:cxn>
                <a:cxn ang="0">
                  <a:pos x="connsiteX18940" y="connsiteY18940"/>
                </a:cxn>
                <a:cxn ang="0">
                  <a:pos x="connsiteX18941" y="connsiteY18941"/>
                </a:cxn>
                <a:cxn ang="0">
                  <a:pos x="connsiteX18942" y="connsiteY18942"/>
                </a:cxn>
                <a:cxn ang="0">
                  <a:pos x="connsiteX18943" y="connsiteY18943"/>
                </a:cxn>
                <a:cxn ang="0">
                  <a:pos x="connsiteX18944" y="connsiteY18944"/>
                </a:cxn>
                <a:cxn ang="0">
                  <a:pos x="connsiteX18945" y="connsiteY18945"/>
                </a:cxn>
                <a:cxn ang="0">
                  <a:pos x="connsiteX18946" y="connsiteY18946"/>
                </a:cxn>
                <a:cxn ang="0">
                  <a:pos x="connsiteX18947" y="connsiteY18947"/>
                </a:cxn>
                <a:cxn ang="0">
                  <a:pos x="connsiteX18948" y="connsiteY18948"/>
                </a:cxn>
                <a:cxn ang="0">
                  <a:pos x="connsiteX18949" y="connsiteY18949"/>
                </a:cxn>
                <a:cxn ang="0">
                  <a:pos x="connsiteX18950" y="connsiteY18950"/>
                </a:cxn>
                <a:cxn ang="0">
                  <a:pos x="connsiteX18951" y="connsiteY18951"/>
                </a:cxn>
                <a:cxn ang="0">
                  <a:pos x="connsiteX18952" y="connsiteY18952"/>
                </a:cxn>
                <a:cxn ang="0">
                  <a:pos x="connsiteX18953" y="connsiteY18953"/>
                </a:cxn>
                <a:cxn ang="0">
                  <a:pos x="connsiteX18954" y="connsiteY18954"/>
                </a:cxn>
                <a:cxn ang="0">
                  <a:pos x="connsiteX18955" y="connsiteY18955"/>
                </a:cxn>
                <a:cxn ang="0">
                  <a:pos x="connsiteX18956" y="connsiteY18956"/>
                </a:cxn>
                <a:cxn ang="0">
                  <a:pos x="connsiteX18957" y="connsiteY18957"/>
                </a:cxn>
                <a:cxn ang="0">
                  <a:pos x="connsiteX18958" y="connsiteY18958"/>
                </a:cxn>
                <a:cxn ang="0">
                  <a:pos x="connsiteX18959" y="connsiteY18959"/>
                </a:cxn>
                <a:cxn ang="0">
                  <a:pos x="connsiteX18960" y="connsiteY18960"/>
                </a:cxn>
                <a:cxn ang="0">
                  <a:pos x="connsiteX18961" y="connsiteY18961"/>
                </a:cxn>
                <a:cxn ang="0">
                  <a:pos x="connsiteX18962" y="connsiteY18962"/>
                </a:cxn>
                <a:cxn ang="0">
                  <a:pos x="connsiteX18963" y="connsiteY18963"/>
                </a:cxn>
                <a:cxn ang="0">
                  <a:pos x="connsiteX18964" y="connsiteY18964"/>
                </a:cxn>
                <a:cxn ang="0">
                  <a:pos x="connsiteX18965" y="connsiteY18965"/>
                </a:cxn>
                <a:cxn ang="0">
                  <a:pos x="connsiteX18966" y="connsiteY18966"/>
                </a:cxn>
                <a:cxn ang="0">
                  <a:pos x="connsiteX18967" y="connsiteY18967"/>
                </a:cxn>
                <a:cxn ang="0">
                  <a:pos x="connsiteX18968" y="connsiteY18968"/>
                </a:cxn>
                <a:cxn ang="0">
                  <a:pos x="connsiteX18969" y="connsiteY18969"/>
                </a:cxn>
                <a:cxn ang="0">
                  <a:pos x="connsiteX18970" y="connsiteY18970"/>
                </a:cxn>
                <a:cxn ang="0">
                  <a:pos x="connsiteX18971" y="connsiteY18971"/>
                </a:cxn>
                <a:cxn ang="0">
                  <a:pos x="connsiteX18972" y="connsiteY18972"/>
                </a:cxn>
                <a:cxn ang="0">
                  <a:pos x="connsiteX18973" y="connsiteY18973"/>
                </a:cxn>
                <a:cxn ang="0">
                  <a:pos x="connsiteX18974" y="connsiteY18974"/>
                </a:cxn>
                <a:cxn ang="0">
                  <a:pos x="connsiteX18975" y="connsiteY18975"/>
                </a:cxn>
                <a:cxn ang="0">
                  <a:pos x="connsiteX18976" y="connsiteY18976"/>
                </a:cxn>
                <a:cxn ang="0">
                  <a:pos x="connsiteX18977" y="connsiteY18977"/>
                </a:cxn>
                <a:cxn ang="0">
                  <a:pos x="connsiteX18978" y="connsiteY18978"/>
                </a:cxn>
                <a:cxn ang="0">
                  <a:pos x="connsiteX18979" y="connsiteY18979"/>
                </a:cxn>
                <a:cxn ang="0">
                  <a:pos x="connsiteX18980" y="connsiteY18980"/>
                </a:cxn>
                <a:cxn ang="0">
                  <a:pos x="connsiteX18981" y="connsiteY18981"/>
                </a:cxn>
                <a:cxn ang="0">
                  <a:pos x="connsiteX18982" y="connsiteY18982"/>
                </a:cxn>
                <a:cxn ang="0">
                  <a:pos x="connsiteX18983" y="connsiteY18983"/>
                </a:cxn>
                <a:cxn ang="0">
                  <a:pos x="connsiteX18984" y="connsiteY18984"/>
                </a:cxn>
                <a:cxn ang="0">
                  <a:pos x="connsiteX18985" y="connsiteY18985"/>
                </a:cxn>
                <a:cxn ang="0">
                  <a:pos x="connsiteX18986" y="connsiteY18986"/>
                </a:cxn>
                <a:cxn ang="0">
                  <a:pos x="connsiteX18987" y="connsiteY18987"/>
                </a:cxn>
                <a:cxn ang="0">
                  <a:pos x="connsiteX18988" y="connsiteY18988"/>
                </a:cxn>
                <a:cxn ang="0">
                  <a:pos x="connsiteX18989" y="connsiteY18989"/>
                </a:cxn>
                <a:cxn ang="0">
                  <a:pos x="connsiteX18990" y="connsiteY18990"/>
                </a:cxn>
                <a:cxn ang="0">
                  <a:pos x="connsiteX18991" y="connsiteY18991"/>
                </a:cxn>
                <a:cxn ang="0">
                  <a:pos x="connsiteX18992" y="connsiteY18992"/>
                </a:cxn>
                <a:cxn ang="0">
                  <a:pos x="connsiteX18993" y="connsiteY18993"/>
                </a:cxn>
                <a:cxn ang="0">
                  <a:pos x="connsiteX18994" y="connsiteY18994"/>
                </a:cxn>
                <a:cxn ang="0">
                  <a:pos x="connsiteX18995" y="connsiteY18995"/>
                </a:cxn>
                <a:cxn ang="0">
                  <a:pos x="connsiteX18996" y="connsiteY18996"/>
                </a:cxn>
                <a:cxn ang="0">
                  <a:pos x="connsiteX18997" y="connsiteY18997"/>
                </a:cxn>
                <a:cxn ang="0">
                  <a:pos x="connsiteX18998" y="connsiteY18998"/>
                </a:cxn>
                <a:cxn ang="0">
                  <a:pos x="connsiteX18999" y="connsiteY18999"/>
                </a:cxn>
                <a:cxn ang="0">
                  <a:pos x="connsiteX19000" y="connsiteY19000"/>
                </a:cxn>
                <a:cxn ang="0">
                  <a:pos x="connsiteX19001" y="connsiteY19001"/>
                </a:cxn>
                <a:cxn ang="0">
                  <a:pos x="connsiteX19002" y="connsiteY19002"/>
                </a:cxn>
                <a:cxn ang="0">
                  <a:pos x="connsiteX19003" y="connsiteY19003"/>
                </a:cxn>
                <a:cxn ang="0">
                  <a:pos x="connsiteX19004" y="connsiteY19004"/>
                </a:cxn>
                <a:cxn ang="0">
                  <a:pos x="connsiteX19005" y="connsiteY19005"/>
                </a:cxn>
                <a:cxn ang="0">
                  <a:pos x="connsiteX19006" y="connsiteY19006"/>
                </a:cxn>
                <a:cxn ang="0">
                  <a:pos x="connsiteX19007" y="connsiteY19007"/>
                </a:cxn>
                <a:cxn ang="0">
                  <a:pos x="connsiteX19008" y="connsiteY19008"/>
                </a:cxn>
                <a:cxn ang="0">
                  <a:pos x="connsiteX19009" y="connsiteY19009"/>
                </a:cxn>
                <a:cxn ang="0">
                  <a:pos x="connsiteX19010" y="connsiteY19010"/>
                </a:cxn>
                <a:cxn ang="0">
                  <a:pos x="connsiteX19011" y="connsiteY19011"/>
                </a:cxn>
                <a:cxn ang="0">
                  <a:pos x="connsiteX19012" y="connsiteY19012"/>
                </a:cxn>
                <a:cxn ang="0">
                  <a:pos x="connsiteX19013" y="connsiteY19013"/>
                </a:cxn>
                <a:cxn ang="0">
                  <a:pos x="connsiteX19014" y="connsiteY19014"/>
                </a:cxn>
                <a:cxn ang="0">
                  <a:pos x="connsiteX19015" y="connsiteY19015"/>
                </a:cxn>
                <a:cxn ang="0">
                  <a:pos x="connsiteX19016" y="connsiteY19016"/>
                </a:cxn>
                <a:cxn ang="0">
                  <a:pos x="connsiteX19017" y="connsiteY19017"/>
                </a:cxn>
                <a:cxn ang="0">
                  <a:pos x="connsiteX19018" y="connsiteY19018"/>
                </a:cxn>
                <a:cxn ang="0">
                  <a:pos x="connsiteX19019" y="connsiteY19019"/>
                </a:cxn>
                <a:cxn ang="0">
                  <a:pos x="connsiteX19020" y="connsiteY19020"/>
                </a:cxn>
                <a:cxn ang="0">
                  <a:pos x="connsiteX19021" y="connsiteY19021"/>
                </a:cxn>
                <a:cxn ang="0">
                  <a:pos x="connsiteX19022" y="connsiteY19022"/>
                </a:cxn>
                <a:cxn ang="0">
                  <a:pos x="connsiteX19023" y="connsiteY19023"/>
                </a:cxn>
                <a:cxn ang="0">
                  <a:pos x="connsiteX19024" y="connsiteY19024"/>
                </a:cxn>
                <a:cxn ang="0">
                  <a:pos x="connsiteX19025" y="connsiteY19025"/>
                </a:cxn>
                <a:cxn ang="0">
                  <a:pos x="connsiteX19026" y="connsiteY19026"/>
                </a:cxn>
                <a:cxn ang="0">
                  <a:pos x="connsiteX19027" y="connsiteY19027"/>
                </a:cxn>
                <a:cxn ang="0">
                  <a:pos x="connsiteX19028" y="connsiteY19028"/>
                </a:cxn>
                <a:cxn ang="0">
                  <a:pos x="connsiteX19029" y="connsiteY19029"/>
                </a:cxn>
                <a:cxn ang="0">
                  <a:pos x="connsiteX19030" y="connsiteY19030"/>
                </a:cxn>
                <a:cxn ang="0">
                  <a:pos x="connsiteX19031" y="connsiteY19031"/>
                </a:cxn>
                <a:cxn ang="0">
                  <a:pos x="connsiteX19032" y="connsiteY19032"/>
                </a:cxn>
                <a:cxn ang="0">
                  <a:pos x="connsiteX19033" y="connsiteY19033"/>
                </a:cxn>
                <a:cxn ang="0">
                  <a:pos x="connsiteX19034" y="connsiteY19034"/>
                </a:cxn>
                <a:cxn ang="0">
                  <a:pos x="connsiteX19035" y="connsiteY19035"/>
                </a:cxn>
                <a:cxn ang="0">
                  <a:pos x="connsiteX19036" y="connsiteY19036"/>
                </a:cxn>
                <a:cxn ang="0">
                  <a:pos x="connsiteX19037" y="connsiteY19037"/>
                </a:cxn>
                <a:cxn ang="0">
                  <a:pos x="connsiteX19038" y="connsiteY19038"/>
                </a:cxn>
                <a:cxn ang="0">
                  <a:pos x="connsiteX19039" y="connsiteY19039"/>
                </a:cxn>
                <a:cxn ang="0">
                  <a:pos x="connsiteX19040" y="connsiteY19040"/>
                </a:cxn>
                <a:cxn ang="0">
                  <a:pos x="connsiteX19041" y="connsiteY19041"/>
                </a:cxn>
                <a:cxn ang="0">
                  <a:pos x="connsiteX19042" y="connsiteY19042"/>
                </a:cxn>
                <a:cxn ang="0">
                  <a:pos x="connsiteX19043" y="connsiteY19043"/>
                </a:cxn>
                <a:cxn ang="0">
                  <a:pos x="connsiteX19044" y="connsiteY19044"/>
                </a:cxn>
                <a:cxn ang="0">
                  <a:pos x="connsiteX19045" y="connsiteY19045"/>
                </a:cxn>
                <a:cxn ang="0">
                  <a:pos x="connsiteX19046" y="connsiteY19046"/>
                </a:cxn>
                <a:cxn ang="0">
                  <a:pos x="connsiteX19047" y="connsiteY19047"/>
                </a:cxn>
                <a:cxn ang="0">
                  <a:pos x="connsiteX19048" y="connsiteY19048"/>
                </a:cxn>
                <a:cxn ang="0">
                  <a:pos x="connsiteX19049" y="connsiteY19049"/>
                </a:cxn>
                <a:cxn ang="0">
                  <a:pos x="connsiteX19050" y="connsiteY19050"/>
                </a:cxn>
                <a:cxn ang="0">
                  <a:pos x="connsiteX19051" y="connsiteY19051"/>
                </a:cxn>
                <a:cxn ang="0">
                  <a:pos x="connsiteX19052" y="connsiteY19052"/>
                </a:cxn>
                <a:cxn ang="0">
                  <a:pos x="connsiteX19053" y="connsiteY19053"/>
                </a:cxn>
                <a:cxn ang="0">
                  <a:pos x="connsiteX19054" y="connsiteY19054"/>
                </a:cxn>
                <a:cxn ang="0">
                  <a:pos x="connsiteX19055" y="connsiteY19055"/>
                </a:cxn>
                <a:cxn ang="0">
                  <a:pos x="connsiteX19056" y="connsiteY19056"/>
                </a:cxn>
                <a:cxn ang="0">
                  <a:pos x="connsiteX19057" y="connsiteY19057"/>
                </a:cxn>
                <a:cxn ang="0">
                  <a:pos x="connsiteX19058" y="connsiteY19058"/>
                </a:cxn>
                <a:cxn ang="0">
                  <a:pos x="connsiteX19059" y="connsiteY19059"/>
                </a:cxn>
                <a:cxn ang="0">
                  <a:pos x="connsiteX19060" y="connsiteY19060"/>
                </a:cxn>
                <a:cxn ang="0">
                  <a:pos x="connsiteX19061" y="connsiteY19061"/>
                </a:cxn>
                <a:cxn ang="0">
                  <a:pos x="connsiteX19062" y="connsiteY19062"/>
                </a:cxn>
                <a:cxn ang="0">
                  <a:pos x="connsiteX19063" y="connsiteY19063"/>
                </a:cxn>
                <a:cxn ang="0">
                  <a:pos x="connsiteX19064" y="connsiteY19064"/>
                </a:cxn>
                <a:cxn ang="0">
                  <a:pos x="connsiteX19065" y="connsiteY19065"/>
                </a:cxn>
                <a:cxn ang="0">
                  <a:pos x="connsiteX19066" y="connsiteY19066"/>
                </a:cxn>
                <a:cxn ang="0">
                  <a:pos x="connsiteX19067" y="connsiteY19067"/>
                </a:cxn>
                <a:cxn ang="0">
                  <a:pos x="connsiteX19068" y="connsiteY19068"/>
                </a:cxn>
                <a:cxn ang="0">
                  <a:pos x="connsiteX19069" y="connsiteY19069"/>
                </a:cxn>
                <a:cxn ang="0">
                  <a:pos x="connsiteX19070" y="connsiteY19070"/>
                </a:cxn>
                <a:cxn ang="0">
                  <a:pos x="connsiteX19071" y="connsiteY19071"/>
                </a:cxn>
                <a:cxn ang="0">
                  <a:pos x="connsiteX19072" y="connsiteY19072"/>
                </a:cxn>
                <a:cxn ang="0">
                  <a:pos x="connsiteX19073" y="connsiteY19073"/>
                </a:cxn>
                <a:cxn ang="0">
                  <a:pos x="connsiteX19074" y="connsiteY19074"/>
                </a:cxn>
                <a:cxn ang="0">
                  <a:pos x="connsiteX19075" y="connsiteY19075"/>
                </a:cxn>
                <a:cxn ang="0">
                  <a:pos x="connsiteX19076" y="connsiteY19076"/>
                </a:cxn>
                <a:cxn ang="0">
                  <a:pos x="connsiteX19077" y="connsiteY19077"/>
                </a:cxn>
                <a:cxn ang="0">
                  <a:pos x="connsiteX19078" y="connsiteY19078"/>
                </a:cxn>
                <a:cxn ang="0">
                  <a:pos x="connsiteX19079" y="connsiteY19079"/>
                </a:cxn>
                <a:cxn ang="0">
                  <a:pos x="connsiteX19080" y="connsiteY19080"/>
                </a:cxn>
                <a:cxn ang="0">
                  <a:pos x="connsiteX19081" y="connsiteY19081"/>
                </a:cxn>
                <a:cxn ang="0">
                  <a:pos x="connsiteX19082" y="connsiteY19082"/>
                </a:cxn>
                <a:cxn ang="0">
                  <a:pos x="connsiteX19083" y="connsiteY19083"/>
                </a:cxn>
                <a:cxn ang="0">
                  <a:pos x="connsiteX19084" y="connsiteY19084"/>
                </a:cxn>
                <a:cxn ang="0">
                  <a:pos x="connsiteX19085" y="connsiteY19085"/>
                </a:cxn>
                <a:cxn ang="0">
                  <a:pos x="connsiteX19086" y="connsiteY19086"/>
                </a:cxn>
                <a:cxn ang="0">
                  <a:pos x="connsiteX19087" y="connsiteY19087"/>
                </a:cxn>
                <a:cxn ang="0">
                  <a:pos x="connsiteX19088" y="connsiteY19088"/>
                </a:cxn>
                <a:cxn ang="0">
                  <a:pos x="connsiteX19089" y="connsiteY19089"/>
                </a:cxn>
                <a:cxn ang="0">
                  <a:pos x="connsiteX19090" y="connsiteY19090"/>
                </a:cxn>
                <a:cxn ang="0">
                  <a:pos x="connsiteX19091" y="connsiteY19091"/>
                </a:cxn>
                <a:cxn ang="0">
                  <a:pos x="connsiteX19092" y="connsiteY19092"/>
                </a:cxn>
                <a:cxn ang="0">
                  <a:pos x="connsiteX19093" y="connsiteY19093"/>
                </a:cxn>
                <a:cxn ang="0">
                  <a:pos x="connsiteX19094" y="connsiteY19094"/>
                </a:cxn>
                <a:cxn ang="0">
                  <a:pos x="connsiteX19095" y="connsiteY19095"/>
                </a:cxn>
                <a:cxn ang="0">
                  <a:pos x="connsiteX19096" y="connsiteY19096"/>
                </a:cxn>
                <a:cxn ang="0">
                  <a:pos x="connsiteX19097" y="connsiteY19097"/>
                </a:cxn>
                <a:cxn ang="0">
                  <a:pos x="connsiteX19098" y="connsiteY19098"/>
                </a:cxn>
                <a:cxn ang="0">
                  <a:pos x="connsiteX19099" y="connsiteY19099"/>
                </a:cxn>
                <a:cxn ang="0">
                  <a:pos x="connsiteX19100" y="connsiteY19100"/>
                </a:cxn>
                <a:cxn ang="0">
                  <a:pos x="connsiteX19101" y="connsiteY19101"/>
                </a:cxn>
                <a:cxn ang="0">
                  <a:pos x="connsiteX19102" y="connsiteY19102"/>
                </a:cxn>
                <a:cxn ang="0">
                  <a:pos x="connsiteX19103" y="connsiteY19103"/>
                </a:cxn>
                <a:cxn ang="0">
                  <a:pos x="connsiteX19104" y="connsiteY19104"/>
                </a:cxn>
                <a:cxn ang="0">
                  <a:pos x="connsiteX19105" y="connsiteY19105"/>
                </a:cxn>
                <a:cxn ang="0">
                  <a:pos x="connsiteX19106" y="connsiteY19106"/>
                </a:cxn>
                <a:cxn ang="0">
                  <a:pos x="connsiteX19107" y="connsiteY19107"/>
                </a:cxn>
                <a:cxn ang="0">
                  <a:pos x="connsiteX19108" y="connsiteY19108"/>
                </a:cxn>
                <a:cxn ang="0">
                  <a:pos x="connsiteX19109" y="connsiteY19109"/>
                </a:cxn>
                <a:cxn ang="0">
                  <a:pos x="connsiteX19110" y="connsiteY19110"/>
                </a:cxn>
                <a:cxn ang="0">
                  <a:pos x="connsiteX19111" y="connsiteY19111"/>
                </a:cxn>
                <a:cxn ang="0">
                  <a:pos x="connsiteX19112" y="connsiteY19112"/>
                </a:cxn>
                <a:cxn ang="0">
                  <a:pos x="connsiteX19113" y="connsiteY19113"/>
                </a:cxn>
                <a:cxn ang="0">
                  <a:pos x="connsiteX19114" y="connsiteY19114"/>
                </a:cxn>
                <a:cxn ang="0">
                  <a:pos x="connsiteX19115" y="connsiteY19115"/>
                </a:cxn>
                <a:cxn ang="0">
                  <a:pos x="connsiteX19116" y="connsiteY19116"/>
                </a:cxn>
                <a:cxn ang="0">
                  <a:pos x="connsiteX19117" y="connsiteY19117"/>
                </a:cxn>
                <a:cxn ang="0">
                  <a:pos x="connsiteX19118" y="connsiteY19118"/>
                </a:cxn>
                <a:cxn ang="0">
                  <a:pos x="connsiteX19119" y="connsiteY19119"/>
                </a:cxn>
                <a:cxn ang="0">
                  <a:pos x="connsiteX19120" y="connsiteY19120"/>
                </a:cxn>
                <a:cxn ang="0">
                  <a:pos x="connsiteX19121" y="connsiteY19121"/>
                </a:cxn>
                <a:cxn ang="0">
                  <a:pos x="connsiteX19122" y="connsiteY19122"/>
                </a:cxn>
                <a:cxn ang="0">
                  <a:pos x="connsiteX19123" y="connsiteY19123"/>
                </a:cxn>
                <a:cxn ang="0">
                  <a:pos x="connsiteX19124" y="connsiteY19124"/>
                </a:cxn>
                <a:cxn ang="0">
                  <a:pos x="connsiteX19125" y="connsiteY19125"/>
                </a:cxn>
                <a:cxn ang="0">
                  <a:pos x="connsiteX19126" y="connsiteY19126"/>
                </a:cxn>
                <a:cxn ang="0">
                  <a:pos x="connsiteX19127" y="connsiteY19127"/>
                </a:cxn>
                <a:cxn ang="0">
                  <a:pos x="connsiteX19128" y="connsiteY19128"/>
                </a:cxn>
                <a:cxn ang="0">
                  <a:pos x="connsiteX19129" y="connsiteY19129"/>
                </a:cxn>
                <a:cxn ang="0">
                  <a:pos x="connsiteX19130" y="connsiteY19130"/>
                </a:cxn>
                <a:cxn ang="0">
                  <a:pos x="connsiteX19131" y="connsiteY19131"/>
                </a:cxn>
                <a:cxn ang="0">
                  <a:pos x="connsiteX19132" y="connsiteY19132"/>
                </a:cxn>
                <a:cxn ang="0">
                  <a:pos x="connsiteX19133" y="connsiteY19133"/>
                </a:cxn>
                <a:cxn ang="0">
                  <a:pos x="connsiteX19134" y="connsiteY19134"/>
                </a:cxn>
                <a:cxn ang="0">
                  <a:pos x="connsiteX19135" y="connsiteY19135"/>
                </a:cxn>
                <a:cxn ang="0">
                  <a:pos x="connsiteX19136" y="connsiteY19136"/>
                </a:cxn>
                <a:cxn ang="0">
                  <a:pos x="connsiteX19137" y="connsiteY19137"/>
                </a:cxn>
                <a:cxn ang="0">
                  <a:pos x="connsiteX19138" y="connsiteY19138"/>
                </a:cxn>
                <a:cxn ang="0">
                  <a:pos x="connsiteX19139" y="connsiteY19139"/>
                </a:cxn>
                <a:cxn ang="0">
                  <a:pos x="connsiteX19140" y="connsiteY19140"/>
                </a:cxn>
                <a:cxn ang="0">
                  <a:pos x="connsiteX19141" y="connsiteY19141"/>
                </a:cxn>
                <a:cxn ang="0">
                  <a:pos x="connsiteX19142" y="connsiteY19142"/>
                </a:cxn>
                <a:cxn ang="0">
                  <a:pos x="connsiteX19143" y="connsiteY19143"/>
                </a:cxn>
                <a:cxn ang="0">
                  <a:pos x="connsiteX19144" y="connsiteY19144"/>
                </a:cxn>
                <a:cxn ang="0">
                  <a:pos x="connsiteX19145" y="connsiteY19145"/>
                </a:cxn>
                <a:cxn ang="0">
                  <a:pos x="connsiteX19146" y="connsiteY19146"/>
                </a:cxn>
                <a:cxn ang="0">
                  <a:pos x="connsiteX19147" y="connsiteY19147"/>
                </a:cxn>
                <a:cxn ang="0">
                  <a:pos x="connsiteX19148" y="connsiteY19148"/>
                </a:cxn>
                <a:cxn ang="0">
                  <a:pos x="connsiteX19149" y="connsiteY19149"/>
                </a:cxn>
                <a:cxn ang="0">
                  <a:pos x="connsiteX19150" y="connsiteY19150"/>
                </a:cxn>
                <a:cxn ang="0">
                  <a:pos x="connsiteX19151" y="connsiteY19151"/>
                </a:cxn>
                <a:cxn ang="0">
                  <a:pos x="connsiteX19152" y="connsiteY19152"/>
                </a:cxn>
                <a:cxn ang="0">
                  <a:pos x="connsiteX19153" y="connsiteY19153"/>
                </a:cxn>
                <a:cxn ang="0">
                  <a:pos x="connsiteX19154" y="connsiteY19154"/>
                </a:cxn>
                <a:cxn ang="0">
                  <a:pos x="connsiteX19155" y="connsiteY19155"/>
                </a:cxn>
                <a:cxn ang="0">
                  <a:pos x="connsiteX19156" y="connsiteY19156"/>
                </a:cxn>
                <a:cxn ang="0">
                  <a:pos x="connsiteX19157" y="connsiteY19157"/>
                </a:cxn>
                <a:cxn ang="0">
                  <a:pos x="connsiteX19158" y="connsiteY19158"/>
                </a:cxn>
                <a:cxn ang="0">
                  <a:pos x="connsiteX19159" y="connsiteY19159"/>
                </a:cxn>
                <a:cxn ang="0">
                  <a:pos x="connsiteX19160" y="connsiteY19160"/>
                </a:cxn>
                <a:cxn ang="0">
                  <a:pos x="connsiteX19161" y="connsiteY19161"/>
                </a:cxn>
                <a:cxn ang="0">
                  <a:pos x="connsiteX19162" y="connsiteY19162"/>
                </a:cxn>
                <a:cxn ang="0">
                  <a:pos x="connsiteX19163" y="connsiteY19163"/>
                </a:cxn>
                <a:cxn ang="0">
                  <a:pos x="connsiteX19164" y="connsiteY19164"/>
                </a:cxn>
                <a:cxn ang="0">
                  <a:pos x="connsiteX19165" y="connsiteY19165"/>
                </a:cxn>
                <a:cxn ang="0">
                  <a:pos x="connsiteX19166" y="connsiteY19166"/>
                </a:cxn>
                <a:cxn ang="0">
                  <a:pos x="connsiteX19167" y="connsiteY19167"/>
                </a:cxn>
                <a:cxn ang="0">
                  <a:pos x="connsiteX19168" y="connsiteY19168"/>
                </a:cxn>
                <a:cxn ang="0">
                  <a:pos x="connsiteX19169" y="connsiteY19169"/>
                </a:cxn>
                <a:cxn ang="0">
                  <a:pos x="connsiteX19170" y="connsiteY19170"/>
                </a:cxn>
                <a:cxn ang="0">
                  <a:pos x="connsiteX19171" y="connsiteY19171"/>
                </a:cxn>
                <a:cxn ang="0">
                  <a:pos x="connsiteX19172" y="connsiteY19172"/>
                </a:cxn>
                <a:cxn ang="0">
                  <a:pos x="connsiteX19173" y="connsiteY19173"/>
                </a:cxn>
                <a:cxn ang="0">
                  <a:pos x="connsiteX19174" y="connsiteY19174"/>
                </a:cxn>
                <a:cxn ang="0">
                  <a:pos x="connsiteX19175" y="connsiteY19175"/>
                </a:cxn>
                <a:cxn ang="0">
                  <a:pos x="connsiteX19176" y="connsiteY19176"/>
                </a:cxn>
                <a:cxn ang="0">
                  <a:pos x="connsiteX19177" y="connsiteY19177"/>
                </a:cxn>
                <a:cxn ang="0">
                  <a:pos x="connsiteX19178" y="connsiteY19178"/>
                </a:cxn>
                <a:cxn ang="0">
                  <a:pos x="connsiteX19179" y="connsiteY19179"/>
                </a:cxn>
                <a:cxn ang="0">
                  <a:pos x="connsiteX19180" y="connsiteY19180"/>
                </a:cxn>
                <a:cxn ang="0">
                  <a:pos x="connsiteX19181" y="connsiteY19181"/>
                </a:cxn>
                <a:cxn ang="0">
                  <a:pos x="connsiteX19182" y="connsiteY19182"/>
                </a:cxn>
                <a:cxn ang="0">
                  <a:pos x="connsiteX19183" y="connsiteY19183"/>
                </a:cxn>
                <a:cxn ang="0">
                  <a:pos x="connsiteX19184" y="connsiteY19184"/>
                </a:cxn>
                <a:cxn ang="0">
                  <a:pos x="connsiteX19185" y="connsiteY19185"/>
                </a:cxn>
                <a:cxn ang="0">
                  <a:pos x="connsiteX19186" y="connsiteY19186"/>
                </a:cxn>
                <a:cxn ang="0">
                  <a:pos x="connsiteX19187" y="connsiteY19187"/>
                </a:cxn>
                <a:cxn ang="0">
                  <a:pos x="connsiteX19188" y="connsiteY19188"/>
                </a:cxn>
                <a:cxn ang="0">
                  <a:pos x="connsiteX19189" y="connsiteY19189"/>
                </a:cxn>
                <a:cxn ang="0">
                  <a:pos x="connsiteX19190" y="connsiteY19190"/>
                </a:cxn>
                <a:cxn ang="0">
                  <a:pos x="connsiteX19191" y="connsiteY19191"/>
                </a:cxn>
                <a:cxn ang="0">
                  <a:pos x="connsiteX19192" y="connsiteY19192"/>
                </a:cxn>
                <a:cxn ang="0">
                  <a:pos x="connsiteX19193" y="connsiteY19193"/>
                </a:cxn>
                <a:cxn ang="0">
                  <a:pos x="connsiteX19194" y="connsiteY19194"/>
                </a:cxn>
                <a:cxn ang="0">
                  <a:pos x="connsiteX19195" y="connsiteY19195"/>
                </a:cxn>
                <a:cxn ang="0">
                  <a:pos x="connsiteX19196" y="connsiteY19196"/>
                </a:cxn>
                <a:cxn ang="0">
                  <a:pos x="connsiteX19197" y="connsiteY19197"/>
                </a:cxn>
                <a:cxn ang="0">
                  <a:pos x="connsiteX19198" y="connsiteY19198"/>
                </a:cxn>
                <a:cxn ang="0">
                  <a:pos x="connsiteX19199" y="connsiteY19199"/>
                </a:cxn>
                <a:cxn ang="0">
                  <a:pos x="connsiteX19200" y="connsiteY19200"/>
                </a:cxn>
                <a:cxn ang="0">
                  <a:pos x="connsiteX19201" y="connsiteY19201"/>
                </a:cxn>
                <a:cxn ang="0">
                  <a:pos x="connsiteX19202" y="connsiteY19202"/>
                </a:cxn>
                <a:cxn ang="0">
                  <a:pos x="connsiteX19203" y="connsiteY19203"/>
                </a:cxn>
                <a:cxn ang="0">
                  <a:pos x="connsiteX19204" y="connsiteY19204"/>
                </a:cxn>
                <a:cxn ang="0">
                  <a:pos x="connsiteX19205" y="connsiteY19205"/>
                </a:cxn>
                <a:cxn ang="0">
                  <a:pos x="connsiteX19206" y="connsiteY19206"/>
                </a:cxn>
                <a:cxn ang="0">
                  <a:pos x="connsiteX19207" y="connsiteY19207"/>
                </a:cxn>
                <a:cxn ang="0">
                  <a:pos x="connsiteX19208" y="connsiteY19208"/>
                </a:cxn>
                <a:cxn ang="0">
                  <a:pos x="connsiteX19209" y="connsiteY19209"/>
                </a:cxn>
                <a:cxn ang="0">
                  <a:pos x="connsiteX19210" y="connsiteY19210"/>
                </a:cxn>
                <a:cxn ang="0">
                  <a:pos x="connsiteX19211" y="connsiteY19211"/>
                </a:cxn>
                <a:cxn ang="0">
                  <a:pos x="connsiteX19212" y="connsiteY19212"/>
                </a:cxn>
                <a:cxn ang="0">
                  <a:pos x="connsiteX19213" y="connsiteY19213"/>
                </a:cxn>
                <a:cxn ang="0">
                  <a:pos x="connsiteX19214" y="connsiteY19214"/>
                </a:cxn>
                <a:cxn ang="0">
                  <a:pos x="connsiteX19215" y="connsiteY19215"/>
                </a:cxn>
                <a:cxn ang="0">
                  <a:pos x="connsiteX19216" y="connsiteY19216"/>
                </a:cxn>
                <a:cxn ang="0">
                  <a:pos x="connsiteX19217" y="connsiteY19217"/>
                </a:cxn>
                <a:cxn ang="0">
                  <a:pos x="connsiteX19218" y="connsiteY19218"/>
                </a:cxn>
                <a:cxn ang="0">
                  <a:pos x="connsiteX19219" y="connsiteY19219"/>
                </a:cxn>
                <a:cxn ang="0">
                  <a:pos x="connsiteX19220" y="connsiteY19220"/>
                </a:cxn>
                <a:cxn ang="0">
                  <a:pos x="connsiteX19221" y="connsiteY19221"/>
                </a:cxn>
                <a:cxn ang="0">
                  <a:pos x="connsiteX19222" y="connsiteY19222"/>
                </a:cxn>
                <a:cxn ang="0">
                  <a:pos x="connsiteX19223" y="connsiteY19223"/>
                </a:cxn>
                <a:cxn ang="0">
                  <a:pos x="connsiteX19224" y="connsiteY19224"/>
                </a:cxn>
                <a:cxn ang="0">
                  <a:pos x="connsiteX19225" y="connsiteY19225"/>
                </a:cxn>
                <a:cxn ang="0">
                  <a:pos x="connsiteX19226" y="connsiteY19226"/>
                </a:cxn>
                <a:cxn ang="0">
                  <a:pos x="connsiteX19227" y="connsiteY19227"/>
                </a:cxn>
                <a:cxn ang="0">
                  <a:pos x="connsiteX19228" y="connsiteY19228"/>
                </a:cxn>
                <a:cxn ang="0">
                  <a:pos x="connsiteX19229" y="connsiteY19229"/>
                </a:cxn>
                <a:cxn ang="0">
                  <a:pos x="connsiteX19230" y="connsiteY19230"/>
                </a:cxn>
                <a:cxn ang="0">
                  <a:pos x="connsiteX19231" y="connsiteY19231"/>
                </a:cxn>
                <a:cxn ang="0">
                  <a:pos x="connsiteX19232" y="connsiteY19232"/>
                </a:cxn>
                <a:cxn ang="0">
                  <a:pos x="connsiteX19233" y="connsiteY19233"/>
                </a:cxn>
                <a:cxn ang="0">
                  <a:pos x="connsiteX19234" y="connsiteY19234"/>
                </a:cxn>
                <a:cxn ang="0">
                  <a:pos x="connsiteX19235" y="connsiteY19235"/>
                </a:cxn>
                <a:cxn ang="0">
                  <a:pos x="connsiteX19236" y="connsiteY19236"/>
                </a:cxn>
                <a:cxn ang="0">
                  <a:pos x="connsiteX19237" y="connsiteY19237"/>
                </a:cxn>
                <a:cxn ang="0">
                  <a:pos x="connsiteX19238" y="connsiteY19238"/>
                </a:cxn>
                <a:cxn ang="0">
                  <a:pos x="connsiteX19239" y="connsiteY19239"/>
                </a:cxn>
                <a:cxn ang="0">
                  <a:pos x="connsiteX19240" y="connsiteY19240"/>
                </a:cxn>
                <a:cxn ang="0">
                  <a:pos x="connsiteX19241" y="connsiteY19241"/>
                </a:cxn>
                <a:cxn ang="0">
                  <a:pos x="connsiteX19242" y="connsiteY19242"/>
                </a:cxn>
                <a:cxn ang="0">
                  <a:pos x="connsiteX19243" y="connsiteY19243"/>
                </a:cxn>
                <a:cxn ang="0">
                  <a:pos x="connsiteX19244" y="connsiteY19244"/>
                </a:cxn>
                <a:cxn ang="0">
                  <a:pos x="connsiteX19245" y="connsiteY19245"/>
                </a:cxn>
                <a:cxn ang="0">
                  <a:pos x="connsiteX19246" y="connsiteY19246"/>
                </a:cxn>
                <a:cxn ang="0">
                  <a:pos x="connsiteX19247" y="connsiteY19247"/>
                </a:cxn>
                <a:cxn ang="0">
                  <a:pos x="connsiteX19248" y="connsiteY19248"/>
                </a:cxn>
                <a:cxn ang="0">
                  <a:pos x="connsiteX19249" y="connsiteY19249"/>
                </a:cxn>
                <a:cxn ang="0">
                  <a:pos x="connsiteX19250" y="connsiteY19250"/>
                </a:cxn>
                <a:cxn ang="0">
                  <a:pos x="connsiteX19251" y="connsiteY19251"/>
                </a:cxn>
                <a:cxn ang="0">
                  <a:pos x="connsiteX19252" y="connsiteY19252"/>
                </a:cxn>
                <a:cxn ang="0">
                  <a:pos x="connsiteX19253" y="connsiteY19253"/>
                </a:cxn>
                <a:cxn ang="0">
                  <a:pos x="connsiteX19254" y="connsiteY19254"/>
                </a:cxn>
                <a:cxn ang="0">
                  <a:pos x="connsiteX19255" y="connsiteY19255"/>
                </a:cxn>
                <a:cxn ang="0">
                  <a:pos x="connsiteX19256" y="connsiteY19256"/>
                </a:cxn>
                <a:cxn ang="0">
                  <a:pos x="connsiteX19257" y="connsiteY19257"/>
                </a:cxn>
                <a:cxn ang="0">
                  <a:pos x="connsiteX19258" y="connsiteY19258"/>
                </a:cxn>
                <a:cxn ang="0">
                  <a:pos x="connsiteX19259" y="connsiteY19259"/>
                </a:cxn>
                <a:cxn ang="0">
                  <a:pos x="connsiteX19260" y="connsiteY19260"/>
                </a:cxn>
                <a:cxn ang="0">
                  <a:pos x="connsiteX19261" y="connsiteY19261"/>
                </a:cxn>
                <a:cxn ang="0">
                  <a:pos x="connsiteX19262" y="connsiteY19262"/>
                </a:cxn>
                <a:cxn ang="0">
                  <a:pos x="connsiteX19263" y="connsiteY19263"/>
                </a:cxn>
                <a:cxn ang="0">
                  <a:pos x="connsiteX19264" y="connsiteY19264"/>
                </a:cxn>
                <a:cxn ang="0">
                  <a:pos x="connsiteX19265" y="connsiteY19265"/>
                </a:cxn>
                <a:cxn ang="0">
                  <a:pos x="connsiteX19266" y="connsiteY19266"/>
                </a:cxn>
                <a:cxn ang="0">
                  <a:pos x="connsiteX19267" y="connsiteY19267"/>
                </a:cxn>
                <a:cxn ang="0">
                  <a:pos x="connsiteX19268" y="connsiteY19268"/>
                </a:cxn>
                <a:cxn ang="0">
                  <a:pos x="connsiteX19269" y="connsiteY19269"/>
                </a:cxn>
                <a:cxn ang="0">
                  <a:pos x="connsiteX19270" y="connsiteY19270"/>
                </a:cxn>
                <a:cxn ang="0">
                  <a:pos x="connsiteX19271" y="connsiteY19271"/>
                </a:cxn>
                <a:cxn ang="0">
                  <a:pos x="connsiteX19272" y="connsiteY19272"/>
                </a:cxn>
                <a:cxn ang="0">
                  <a:pos x="connsiteX19273" y="connsiteY19273"/>
                </a:cxn>
                <a:cxn ang="0">
                  <a:pos x="connsiteX19274" y="connsiteY19274"/>
                </a:cxn>
                <a:cxn ang="0">
                  <a:pos x="connsiteX19275" y="connsiteY19275"/>
                </a:cxn>
                <a:cxn ang="0">
                  <a:pos x="connsiteX19276" y="connsiteY19276"/>
                </a:cxn>
                <a:cxn ang="0">
                  <a:pos x="connsiteX19277" y="connsiteY19277"/>
                </a:cxn>
                <a:cxn ang="0">
                  <a:pos x="connsiteX19278" y="connsiteY19278"/>
                </a:cxn>
                <a:cxn ang="0">
                  <a:pos x="connsiteX19279" y="connsiteY19279"/>
                </a:cxn>
                <a:cxn ang="0">
                  <a:pos x="connsiteX19280" y="connsiteY19280"/>
                </a:cxn>
                <a:cxn ang="0">
                  <a:pos x="connsiteX19281" y="connsiteY19281"/>
                </a:cxn>
                <a:cxn ang="0">
                  <a:pos x="connsiteX19282" y="connsiteY19282"/>
                </a:cxn>
                <a:cxn ang="0">
                  <a:pos x="connsiteX19283" y="connsiteY19283"/>
                </a:cxn>
                <a:cxn ang="0">
                  <a:pos x="connsiteX19284" y="connsiteY19284"/>
                </a:cxn>
                <a:cxn ang="0">
                  <a:pos x="connsiteX19285" y="connsiteY19285"/>
                </a:cxn>
                <a:cxn ang="0">
                  <a:pos x="connsiteX19286" y="connsiteY19286"/>
                </a:cxn>
                <a:cxn ang="0">
                  <a:pos x="connsiteX19287" y="connsiteY19287"/>
                </a:cxn>
                <a:cxn ang="0">
                  <a:pos x="connsiteX19288" y="connsiteY19288"/>
                </a:cxn>
                <a:cxn ang="0">
                  <a:pos x="connsiteX19289" y="connsiteY19289"/>
                </a:cxn>
                <a:cxn ang="0">
                  <a:pos x="connsiteX19290" y="connsiteY19290"/>
                </a:cxn>
                <a:cxn ang="0">
                  <a:pos x="connsiteX19291" y="connsiteY19291"/>
                </a:cxn>
                <a:cxn ang="0">
                  <a:pos x="connsiteX19292" y="connsiteY19292"/>
                </a:cxn>
                <a:cxn ang="0">
                  <a:pos x="connsiteX19293" y="connsiteY19293"/>
                </a:cxn>
                <a:cxn ang="0">
                  <a:pos x="connsiteX19294" y="connsiteY19294"/>
                </a:cxn>
                <a:cxn ang="0">
                  <a:pos x="connsiteX19295" y="connsiteY19295"/>
                </a:cxn>
                <a:cxn ang="0">
                  <a:pos x="connsiteX19296" y="connsiteY19296"/>
                </a:cxn>
                <a:cxn ang="0">
                  <a:pos x="connsiteX19297" y="connsiteY19297"/>
                </a:cxn>
                <a:cxn ang="0">
                  <a:pos x="connsiteX19298" y="connsiteY19298"/>
                </a:cxn>
                <a:cxn ang="0">
                  <a:pos x="connsiteX19299" y="connsiteY19299"/>
                </a:cxn>
                <a:cxn ang="0">
                  <a:pos x="connsiteX19300" y="connsiteY19300"/>
                </a:cxn>
                <a:cxn ang="0">
                  <a:pos x="connsiteX19301" y="connsiteY19301"/>
                </a:cxn>
                <a:cxn ang="0">
                  <a:pos x="connsiteX19302" y="connsiteY19302"/>
                </a:cxn>
                <a:cxn ang="0">
                  <a:pos x="connsiteX19303" y="connsiteY19303"/>
                </a:cxn>
                <a:cxn ang="0">
                  <a:pos x="connsiteX19304" y="connsiteY19304"/>
                </a:cxn>
                <a:cxn ang="0">
                  <a:pos x="connsiteX19305" y="connsiteY19305"/>
                </a:cxn>
                <a:cxn ang="0">
                  <a:pos x="connsiteX19306" y="connsiteY19306"/>
                </a:cxn>
                <a:cxn ang="0">
                  <a:pos x="connsiteX19307" y="connsiteY19307"/>
                </a:cxn>
                <a:cxn ang="0">
                  <a:pos x="connsiteX19308" y="connsiteY19308"/>
                </a:cxn>
                <a:cxn ang="0">
                  <a:pos x="connsiteX19309" y="connsiteY19309"/>
                </a:cxn>
                <a:cxn ang="0">
                  <a:pos x="connsiteX19310" y="connsiteY19310"/>
                </a:cxn>
                <a:cxn ang="0">
                  <a:pos x="connsiteX19311" y="connsiteY19311"/>
                </a:cxn>
                <a:cxn ang="0">
                  <a:pos x="connsiteX19312" y="connsiteY19312"/>
                </a:cxn>
                <a:cxn ang="0">
                  <a:pos x="connsiteX19313" y="connsiteY19313"/>
                </a:cxn>
                <a:cxn ang="0">
                  <a:pos x="connsiteX19314" y="connsiteY19314"/>
                </a:cxn>
                <a:cxn ang="0">
                  <a:pos x="connsiteX19315" y="connsiteY19315"/>
                </a:cxn>
                <a:cxn ang="0">
                  <a:pos x="connsiteX19316" y="connsiteY19316"/>
                </a:cxn>
                <a:cxn ang="0">
                  <a:pos x="connsiteX19317" y="connsiteY19317"/>
                </a:cxn>
                <a:cxn ang="0">
                  <a:pos x="connsiteX19318" y="connsiteY19318"/>
                </a:cxn>
                <a:cxn ang="0">
                  <a:pos x="connsiteX19319" y="connsiteY19319"/>
                </a:cxn>
                <a:cxn ang="0">
                  <a:pos x="connsiteX19320" y="connsiteY19320"/>
                </a:cxn>
                <a:cxn ang="0">
                  <a:pos x="connsiteX19321" y="connsiteY19321"/>
                </a:cxn>
                <a:cxn ang="0">
                  <a:pos x="connsiteX19322" y="connsiteY19322"/>
                </a:cxn>
                <a:cxn ang="0">
                  <a:pos x="connsiteX19323" y="connsiteY19323"/>
                </a:cxn>
                <a:cxn ang="0">
                  <a:pos x="connsiteX19324" y="connsiteY19324"/>
                </a:cxn>
                <a:cxn ang="0">
                  <a:pos x="connsiteX19325" y="connsiteY19325"/>
                </a:cxn>
                <a:cxn ang="0">
                  <a:pos x="connsiteX19326" y="connsiteY19326"/>
                </a:cxn>
                <a:cxn ang="0">
                  <a:pos x="connsiteX19327" y="connsiteY19327"/>
                </a:cxn>
                <a:cxn ang="0">
                  <a:pos x="connsiteX19328" y="connsiteY19328"/>
                </a:cxn>
                <a:cxn ang="0">
                  <a:pos x="connsiteX19329" y="connsiteY19329"/>
                </a:cxn>
                <a:cxn ang="0">
                  <a:pos x="connsiteX19330" y="connsiteY19330"/>
                </a:cxn>
                <a:cxn ang="0">
                  <a:pos x="connsiteX19331" y="connsiteY19331"/>
                </a:cxn>
                <a:cxn ang="0">
                  <a:pos x="connsiteX19332" y="connsiteY19332"/>
                </a:cxn>
                <a:cxn ang="0">
                  <a:pos x="connsiteX19333" y="connsiteY19333"/>
                </a:cxn>
                <a:cxn ang="0">
                  <a:pos x="connsiteX19334" y="connsiteY19334"/>
                </a:cxn>
                <a:cxn ang="0">
                  <a:pos x="connsiteX19335" y="connsiteY19335"/>
                </a:cxn>
                <a:cxn ang="0">
                  <a:pos x="connsiteX19336" y="connsiteY19336"/>
                </a:cxn>
                <a:cxn ang="0">
                  <a:pos x="connsiteX19337" y="connsiteY19337"/>
                </a:cxn>
                <a:cxn ang="0">
                  <a:pos x="connsiteX19338" y="connsiteY19338"/>
                </a:cxn>
                <a:cxn ang="0">
                  <a:pos x="connsiteX19339" y="connsiteY19339"/>
                </a:cxn>
                <a:cxn ang="0">
                  <a:pos x="connsiteX19340" y="connsiteY19340"/>
                </a:cxn>
                <a:cxn ang="0">
                  <a:pos x="connsiteX19341" y="connsiteY19341"/>
                </a:cxn>
                <a:cxn ang="0">
                  <a:pos x="connsiteX19342" y="connsiteY19342"/>
                </a:cxn>
                <a:cxn ang="0">
                  <a:pos x="connsiteX19343" y="connsiteY19343"/>
                </a:cxn>
                <a:cxn ang="0">
                  <a:pos x="connsiteX19344" y="connsiteY19344"/>
                </a:cxn>
                <a:cxn ang="0">
                  <a:pos x="connsiteX19345" y="connsiteY19345"/>
                </a:cxn>
                <a:cxn ang="0">
                  <a:pos x="connsiteX19346" y="connsiteY19346"/>
                </a:cxn>
                <a:cxn ang="0">
                  <a:pos x="connsiteX19347" y="connsiteY19347"/>
                </a:cxn>
                <a:cxn ang="0">
                  <a:pos x="connsiteX19348" y="connsiteY19348"/>
                </a:cxn>
                <a:cxn ang="0">
                  <a:pos x="connsiteX19349" y="connsiteY19349"/>
                </a:cxn>
                <a:cxn ang="0">
                  <a:pos x="connsiteX19350" y="connsiteY19350"/>
                </a:cxn>
                <a:cxn ang="0">
                  <a:pos x="connsiteX19351" y="connsiteY19351"/>
                </a:cxn>
                <a:cxn ang="0">
                  <a:pos x="connsiteX19352" y="connsiteY19352"/>
                </a:cxn>
                <a:cxn ang="0">
                  <a:pos x="connsiteX19353" y="connsiteY19353"/>
                </a:cxn>
                <a:cxn ang="0">
                  <a:pos x="connsiteX19354" y="connsiteY19354"/>
                </a:cxn>
                <a:cxn ang="0">
                  <a:pos x="connsiteX19355" y="connsiteY19355"/>
                </a:cxn>
                <a:cxn ang="0">
                  <a:pos x="connsiteX19356" y="connsiteY19356"/>
                </a:cxn>
                <a:cxn ang="0">
                  <a:pos x="connsiteX19357" y="connsiteY19357"/>
                </a:cxn>
                <a:cxn ang="0">
                  <a:pos x="connsiteX19358" y="connsiteY19358"/>
                </a:cxn>
                <a:cxn ang="0">
                  <a:pos x="connsiteX19359" y="connsiteY19359"/>
                </a:cxn>
                <a:cxn ang="0">
                  <a:pos x="connsiteX19360" y="connsiteY19360"/>
                </a:cxn>
                <a:cxn ang="0">
                  <a:pos x="connsiteX19361" y="connsiteY19361"/>
                </a:cxn>
                <a:cxn ang="0">
                  <a:pos x="connsiteX19362" y="connsiteY19362"/>
                </a:cxn>
                <a:cxn ang="0">
                  <a:pos x="connsiteX19363" y="connsiteY19363"/>
                </a:cxn>
                <a:cxn ang="0">
                  <a:pos x="connsiteX19364" y="connsiteY19364"/>
                </a:cxn>
                <a:cxn ang="0">
                  <a:pos x="connsiteX19365" y="connsiteY19365"/>
                </a:cxn>
                <a:cxn ang="0">
                  <a:pos x="connsiteX19366" y="connsiteY19366"/>
                </a:cxn>
                <a:cxn ang="0">
                  <a:pos x="connsiteX19367" y="connsiteY19367"/>
                </a:cxn>
                <a:cxn ang="0">
                  <a:pos x="connsiteX19368" y="connsiteY19368"/>
                </a:cxn>
                <a:cxn ang="0">
                  <a:pos x="connsiteX19369" y="connsiteY19369"/>
                </a:cxn>
                <a:cxn ang="0">
                  <a:pos x="connsiteX19370" y="connsiteY19370"/>
                </a:cxn>
                <a:cxn ang="0">
                  <a:pos x="connsiteX19371" y="connsiteY19371"/>
                </a:cxn>
                <a:cxn ang="0">
                  <a:pos x="connsiteX19372" y="connsiteY19372"/>
                </a:cxn>
                <a:cxn ang="0">
                  <a:pos x="connsiteX19373" y="connsiteY19373"/>
                </a:cxn>
                <a:cxn ang="0">
                  <a:pos x="connsiteX19374" y="connsiteY19374"/>
                </a:cxn>
                <a:cxn ang="0">
                  <a:pos x="connsiteX19375" y="connsiteY19375"/>
                </a:cxn>
                <a:cxn ang="0">
                  <a:pos x="connsiteX19376" y="connsiteY19376"/>
                </a:cxn>
                <a:cxn ang="0">
                  <a:pos x="connsiteX19377" y="connsiteY19377"/>
                </a:cxn>
                <a:cxn ang="0">
                  <a:pos x="connsiteX19378" y="connsiteY19378"/>
                </a:cxn>
                <a:cxn ang="0">
                  <a:pos x="connsiteX19379" y="connsiteY19379"/>
                </a:cxn>
                <a:cxn ang="0">
                  <a:pos x="connsiteX19380" y="connsiteY19380"/>
                </a:cxn>
                <a:cxn ang="0">
                  <a:pos x="connsiteX19381" y="connsiteY19381"/>
                </a:cxn>
                <a:cxn ang="0">
                  <a:pos x="connsiteX19382" y="connsiteY19382"/>
                </a:cxn>
                <a:cxn ang="0">
                  <a:pos x="connsiteX19383" y="connsiteY19383"/>
                </a:cxn>
                <a:cxn ang="0">
                  <a:pos x="connsiteX19384" y="connsiteY19384"/>
                </a:cxn>
                <a:cxn ang="0">
                  <a:pos x="connsiteX19385" y="connsiteY19385"/>
                </a:cxn>
                <a:cxn ang="0">
                  <a:pos x="connsiteX19386" y="connsiteY19386"/>
                </a:cxn>
                <a:cxn ang="0">
                  <a:pos x="connsiteX19387" y="connsiteY19387"/>
                </a:cxn>
                <a:cxn ang="0">
                  <a:pos x="connsiteX19388" y="connsiteY19388"/>
                </a:cxn>
                <a:cxn ang="0">
                  <a:pos x="connsiteX19389" y="connsiteY19389"/>
                </a:cxn>
                <a:cxn ang="0">
                  <a:pos x="connsiteX19390" y="connsiteY19390"/>
                </a:cxn>
                <a:cxn ang="0">
                  <a:pos x="connsiteX19391" y="connsiteY19391"/>
                </a:cxn>
                <a:cxn ang="0">
                  <a:pos x="connsiteX19392" y="connsiteY19392"/>
                </a:cxn>
                <a:cxn ang="0">
                  <a:pos x="connsiteX19393" y="connsiteY19393"/>
                </a:cxn>
                <a:cxn ang="0">
                  <a:pos x="connsiteX19394" y="connsiteY19394"/>
                </a:cxn>
                <a:cxn ang="0">
                  <a:pos x="connsiteX19395" y="connsiteY19395"/>
                </a:cxn>
                <a:cxn ang="0">
                  <a:pos x="connsiteX19396" y="connsiteY19396"/>
                </a:cxn>
                <a:cxn ang="0">
                  <a:pos x="connsiteX19397" y="connsiteY19397"/>
                </a:cxn>
                <a:cxn ang="0">
                  <a:pos x="connsiteX19398" y="connsiteY19398"/>
                </a:cxn>
                <a:cxn ang="0">
                  <a:pos x="connsiteX19399" y="connsiteY19399"/>
                </a:cxn>
                <a:cxn ang="0">
                  <a:pos x="connsiteX19400" y="connsiteY19400"/>
                </a:cxn>
                <a:cxn ang="0">
                  <a:pos x="connsiteX19401" y="connsiteY19401"/>
                </a:cxn>
                <a:cxn ang="0">
                  <a:pos x="connsiteX19402" y="connsiteY19402"/>
                </a:cxn>
                <a:cxn ang="0">
                  <a:pos x="connsiteX19403" y="connsiteY19403"/>
                </a:cxn>
                <a:cxn ang="0">
                  <a:pos x="connsiteX19404" y="connsiteY19404"/>
                </a:cxn>
                <a:cxn ang="0">
                  <a:pos x="connsiteX19405" y="connsiteY19405"/>
                </a:cxn>
                <a:cxn ang="0">
                  <a:pos x="connsiteX19406" y="connsiteY19406"/>
                </a:cxn>
                <a:cxn ang="0">
                  <a:pos x="connsiteX19407" y="connsiteY19407"/>
                </a:cxn>
                <a:cxn ang="0">
                  <a:pos x="connsiteX19408" y="connsiteY19408"/>
                </a:cxn>
                <a:cxn ang="0">
                  <a:pos x="connsiteX19409" y="connsiteY19409"/>
                </a:cxn>
                <a:cxn ang="0">
                  <a:pos x="connsiteX19410" y="connsiteY19410"/>
                </a:cxn>
                <a:cxn ang="0">
                  <a:pos x="connsiteX19411" y="connsiteY19411"/>
                </a:cxn>
                <a:cxn ang="0">
                  <a:pos x="connsiteX19412" y="connsiteY19412"/>
                </a:cxn>
                <a:cxn ang="0">
                  <a:pos x="connsiteX19413" y="connsiteY19413"/>
                </a:cxn>
                <a:cxn ang="0">
                  <a:pos x="connsiteX19414" y="connsiteY19414"/>
                </a:cxn>
                <a:cxn ang="0">
                  <a:pos x="connsiteX19415" y="connsiteY19415"/>
                </a:cxn>
                <a:cxn ang="0">
                  <a:pos x="connsiteX19416" y="connsiteY19416"/>
                </a:cxn>
                <a:cxn ang="0">
                  <a:pos x="connsiteX19417" y="connsiteY19417"/>
                </a:cxn>
                <a:cxn ang="0">
                  <a:pos x="connsiteX19418" y="connsiteY19418"/>
                </a:cxn>
                <a:cxn ang="0">
                  <a:pos x="connsiteX19419" y="connsiteY19419"/>
                </a:cxn>
                <a:cxn ang="0">
                  <a:pos x="connsiteX19420" y="connsiteY19420"/>
                </a:cxn>
                <a:cxn ang="0">
                  <a:pos x="connsiteX19421" y="connsiteY19421"/>
                </a:cxn>
                <a:cxn ang="0">
                  <a:pos x="connsiteX19422" y="connsiteY19422"/>
                </a:cxn>
                <a:cxn ang="0">
                  <a:pos x="connsiteX19423" y="connsiteY19423"/>
                </a:cxn>
                <a:cxn ang="0">
                  <a:pos x="connsiteX19424" y="connsiteY19424"/>
                </a:cxn>
                <a:cxn ang="0">
                  <a:pos x="connsiteX19425" y="connsiteY19425"/>
                </a:cxn>
                <a:cxn ang="0">
                  <a:pos x="connsiteX19426" y="connsiteY19426"/>
                </a:cxn>
                <a:cxn ang="0">
                  <a:pos x="connsiteX19427" y="connsiteY19427"/>
                </a:cxn>
                <a:cxn ang="0">
                  <a:pos x="connsiteX19428" y="connsiteY19428"/>
                </a:cxn>
                <a:cxn ang="0">
                  <a:pos x="connsiteX19429" y="connsiteY19429"/>
                </a:cxn>
                <a:cxn ang="0">
                  <a:pos x="connsiteX19430" y="connsiteY19430"/>
                </a:cxn>
                <a:cxn ang="0">
                  <a:pos x="connsiteX19431" y="connsiteY19431"/>
                </a:cxn>
                <a:cxn ang="0">
                  <a:pos x="connsiteX19432" y="connsiteY19432"/>
                </a:cxn>
                <a:cxn ang="0">
                  <a:pos x="connsiteX19433" y="connsiteY19433"/>
                </a:cxn>
                <a:cxn ang="0">
                  <a:pos x="connsiteX19434" y="connsiteY19434"/>
                </a:cxn>
                <a:cxn ang="0">
                  <a:pos x="connsiteX19435" y="connsiteY19435"/>
                </a:cxn>
                <a:cxn ang="0">
                  <a:pos x="connsiteX19436" y="connsiteY19436"/>
                </a:cxn>
                <a:cxn ang="0">
                  <a:pos x="connsiteX19437" y="connsiteY19437"/>
                </a:cxn>
                <a:cxn ang="0">
                  <a:pos x="connsiteX19438" y="connsiteY19438"/>
                </a:cxn>
                <a:cxn ang="0">
                  <a:pos x="connsiteX19439" y="connsiteY19439"/>
                </a:cxn>
                <a:cxn ang="0">
                  <a:pos x="connsiteX19440" y="connsiteY19440"/>
                </a:cxn>
                <a:cxn ang="0">
                  <a:pos x="connsiteX19441" y="connsiteY19441"/>
                </a:cxn>
                <a:cxn ang="0">
                  <a:pos x="connsiteX19442" y="connsiteY19442"/>
                </a:cxn>
                <a:cxn ang="0">
                  <a:pos x="connsiteX19443" y="connsiteY19443"/>
                </a:cxn>
                <a:cxn ang="0">
                  <a:pos x="connsiteX19444" y="connsiteY19444"/>
                </a:cxn>
                <a:cxn ang="0">
                  <a:pos x="connsiteX19445" y="connsiteY19445"/>
                </a:cxn>
                <a:cxn ang="0">
                  <a:pos x="connsiteX19446" y="connsiteY19446"/>
                </a:cxn>
                <a:cxn ang="0">
                  <a:pos x="connsiteX19447" y="connsiteY19447"/>
                </a:cxn>
                <a:cxn ang="0">
                  <a:pos x="connsiteX19448" y="connsiteY19448"/>
                </a:cxn>
                <a:cxn ang="0">
                  <a:pos x="connsiteX19449" y="connsiteY19449"/>
                </a:cxn>
                <a:cxn ang="0">
                  <a:pos x="connsiteX19450" y="connsiteY19450"/>
                </a:cxn>
                <a:cxn ang="0">
                  <a:pos x="connsiteX19451" y="connsiteY19451"/>
                </a:cxn>
                <a:cxn ang="0">
                  <a:pos x="connsiteX19452" y="connsiteY19452"/>
                </a:cxn>
                <a:cxn ang="0">
                  <a:pos x="connsiteX19453" y="connsiteY19453"/>
                </a:cxn>
                <a:cxn ang="0">
                  <a:pos x="connsiteX19454" y="connsiteY19454"/>
                </a:cxn>
                <a:cxn ang="0">
                  <a:pos x="connsiteX19455" y="connsiteY19455"/>
                </a:cxn>
                <a:cxn ang="0">
                  <a:pos x="connsiteX19456" y="connsiteY19456"/>
                </a:cxn>
                <a:cxn ang="0">
                  <a:pos x="connsiteX19457" y="connsiteY19457"/>
                </a:cxn>
                <a:cxn ang="0">
                  <a:pos x="connsiteX19458" y="connsiteY19458"/>
                </a:cxn>
                <a:cxn ang="0">
                  <a:pos x="connsiteX19459" y="connsiteY19459"/>
                </a:cxn>
                <a:cxn ang="0">
                  <a:pos x="connsiteX19460" y="connsiteY19460"/>
                </a:cxn>
                <a:cxn ang="0">
                  <a:pos x="connsiteX19461" y="connsiteY19461"/>
                </a:cxn>
                <a:cxn ang="0">
                  <a:pos x="connsiteX19462" y="connsiteY19462"/>
                </a:cxn>
                <a:cxn ang="0">
                  <a:pos x="connsiteX19463" y="connsiteY19463"/>
                </a:cxn>
                <a:cxn ang="0">
                  <a:pos x="connsiteX19464" y="connsiteY19464"/>
                </a:cxn>
                <a:cxn ang="0">
                  <a:pos x="connsiteX19465" y="connsiteY19465"/>
                </a:cxn>
                <a:cxn ang="0">
                  <a:pos x="connsiteX19466" y="connsiteY19466"/>
                </a:cxn>
                <a:cxn ang="0">
                  <a:pos x="connsiteX19467" y="connsiteY19467"/>
                </a:cxn>
                <a:cxn ang="0">
                  <a:pos x="connsiteX19468" y="connsiteY19468"/>
                </a:cxn>
                <a:cxn ang="0">
                  <a:pos x="connsiteX19469" y="connsiteY19469"/>
                </a:cxn>
                <a:cxn ang="0">
                  <a:pos x="connsiteX19470" y="connsiteY19470"/>
                </a:cxn>
                <a:cxn ang="0">
                  <a:pos x="connsiteX19471" y="connsiteY19471"/>
                </a:cxn>
                <a:cxn ang="0">
                  <a:pos x="connsiteX19472" y="connsiteY19472"/>
                </a:cxn>
                <a:cxn ang="0">
                  <a:pos x="connsiteX19473" y="connsiteY19473"/>
                </a:cxn>
                <a:cxn ang="0">
                  <a:pos x="connsiteX19474" y="connsiteY19474"/>
                </a:cxn>
                <a:cxn ang="0">
                  <a:pos x="connsiteX19475" y="connsiteY19475"/>
                </a:cxn>
                <a:cxn ang="0">
                  <a:pos x="connsiteX19476" y="connsiteY19476"/>
                </a:cxn>
                <a:cxn ang="0">
                  <a:pos x="connsiteX19477" y="connsiteY19477"/>
                </a:cxn>
                <a:cxn ang="0">
                  <a:pos x="connsiteX19478" y="connsiteY19478"/>
                </a:cxn>
                <a:cxn ang="0">
                  <a:pos x="connsiteX19479" y="connsiteY19479"/>
                </a:cxn>
                <a:cxn ang="0">
                  <a:pos x="connsiteX19480" y="connsiteY19480"/>
                </a:cxn>
                <a:cxn ang="0">
                  <a:pos x="connsiteX19481" y="connsiteY19481"/>
                </a:cxn>
                <a:cxn ang="0">
                  <a:pos x="connsiteX19482" y="connsiteY19482"/>
                </a:cxn>
                <a:cxn ang="0">
                  <a:pos x="connsiteX19483" y="connsiteY19483"/>
                </a:cxn>
                <a:cxn ang="0">
                  <a:pos x="connsiteX19484" y="connsiteY19484"/>
                </a:cxn>
                <a:cxn ang="0">
                  <a:pos x="connsiteX19485" y="connsiteY19485"/>
                </a:cxn>
                <a:cxn ang="0">
                  <a:pos x="connsiteX19486" y="connsiteY19486"/>
                </a:cxn>
                <a:cxn ang="0">
                  <a:pos x="connsiteX19487" y="connsiteY19487"/>
                </a:cxn>
                <a:cxn ang="0">
                  <a:pos x="connsiteX19488" y="connsiteY19488"/>
                </a:cxn>
                <a:cxn ang="0">
                  <a:pos x="connsiteX19489" y="connsiteY19489"/>
                </a:cxn>
                <a:cxn ang="0">
                  <a:pos x="connsiteX19490" y="connsiteY19490"/>
                </a:cxn>
                <a:cxn ang="0">
                  <a:pos x="connsiteX19491" y="connsiteY19491"/>
                </a:cxn>
                <a:cxn ang="0">
                  <a:pos x="connsiteX19492" y="connsiteY19492"/>
                </a:cxn>
                <a:cxn ang="0">
                  <a:pos x="connsiteX19493" y="connsiteY19493"/>
                </a:cxn>
                <a:cxn ang="0">
                  <a:pos x="connsiteX19494" y="connsiteY19494"/>
                </a:cxn>
                <a:cxn ang="0">
                  <a:pos x="connsiteX19495" y="connsiteY19495"/>
                </a:cxn>
                <a:cxn ang="0">
                  <a:pos x="connsiteX19496" y="connsiteY19496"/>
                </a:cxn>
                <a:cxn ang="0">
                  <a:pos x="connsiteX19497" y="connsiteY19497"/>
                </a:cxn>
                <a:cxn ang="0">
                  <a:pos x="connsiteX19498" y="connsiteY19498"/>
                </a:cxn>
                <a:cxn ang="0">
                  <a:pos x="connsiteX19499" y="connsiteY19499"/>
                </a:cxn>
                <a:cxn ang="0">
                  <a:pos x="connsiteX19500" y="connsiteY19500"/>
                </a:cxn>
                <a:cxn ang="0">
                  <a:pos x="connsiteX19501" y="connsiteY19501"/>
                </a:cxn>
                <a:cxn ang="0">
                  <a:pos x="connsiteX19502" y="connsiteY19502"/>
                </a:cxn>
                <a:cxn ang="0">
                  <a:pos x="connsiteX19503" y="connsiteY19503"/>
                </a:cxn>
                <a:cxn ang="0">
                  <a:pos x="connsiteX19504" y="connsiteY19504"/>
                </a:cxn>
                <a:cxn ang="0">
                  <a:pos x="connsiteX19505" y="connsiteY19505"/>
                </a:cxn>
                <a:cxn ang="0">
                  <a:pos x="connsiteX19506" y="connsiteY19506"/>
                </a:cxn>
                <a:cxn ang="0">
                  <a:pos x="connsiteX19507" y="connsiteY19507"/>
                </a:cxn>
                <a:cxn ang="0">
                  <a:pos x="connsiteX19508" y="connsiteY19508"/>
                </a:cxn>
                <a:cxn ang="0">
                  <a:pos x="connsiteX19509" y="connsiteY19509"/>
                </a:cxn>
                <a:cxn ang="0">
                  <a:pos x="connsiteX19510" y="connsiteY19510"/>
                </a:cxn>
                <a:cxn ang="0">
                  <a:pos x="connsiteX19511" y="connsiteY19511"/>
                </a:cxn>
                <a:cxn ang="0">
                  <a:pos x="connsiteX19512" y="connsiteY19512"/>
                </a:cxn>
                <a:cxn ang="0">
                  <a:pos x="connsiteX19513" y="connsiteY19513"/>
                </a:cxn>
                <a:cxn ang="0">
                  <a:pos x="connsiteX19514" y="connsiteY19514"/>
                </a:cxn>
                <a:cxn ang="0">
                  <a:pos x="connsiteX19515" y="connsiteY19515"/>
                </a:cxn>
                <a:cxn ang="0">
                  <a:pos x="connsiteX19516" y="connsiteY19516"/>
                </a:cxn>
                <a:cxn ang="0">
                  <a:pos x="connsiteX19517" y="connsiteY19517"/>
                </a:cxn>
                <a:cxn ang="0">
                  <a:pos x="connsiteX19518" y="connsiteY19518"/>
                </a:cxn>
                <a:cxn ang="0">
                  <a:pos x="connsiteX19519" y="connsiteY19519"/>
                </a:cxn>
                <a:cxn ang="0">
                  <a:pos x="connsiteX19520" y="connsiteY19520"/>
                </a:cxn>
                <a:cxn ang="0">
                  <a:pos x="connsiteX19521" y="connsiteY19521"/>
                </a:cxn>
                <a:cxn ang="0">
                  <a:pos x="connsiteX19522" y="connsiteY19522"/>
                </a:cxn>
                <a:cxn ang="0">
                  <a:pos x="connsiteX19523" y="connsiteY19523"/>
                </a:cxn>
                <a:cxn ang="0">
                  <a:pos x="connsiteX19524" y="connsiteY19524"/>
                </a:cxn>
                <a:cxn ang="0">
                  <a:pos x="connsiteX19525" y="connsiteY19525"/>
                </a:cxn>
                <a:cxn ang="0">
                  <a:pos x="connsiteX19526" y="connsiteY19526"/>
                </a:cxn>
                <a:cxn ang="0">
                  <a:pos x="connsiteX19527" y="connsiteY19527"/>
                </a:cxn>
                <a:cxn ang="0">
                  <a:pos x="connsiteX19528" y="connsiteY19528"/>
                </a:cxn>
                <a:cxn ang="0">
                  <a:pos x="connsiteX19529" y="connsiteY19529"/>
                </a:cxn>
                <a:cxn ang="0">
                  <a:pos x="connsiteX19530" y="connsiteY19530"/>
                </a:cxn>
                <a:cxn ang="0">
                  <a:pos x="connsiteX19531" y="connsiteY19531"/>
                </a:cxn>
                <a:cxn ang="0">
                  <a:pos x="connsiteX19532" y="connsiteY19532"/>
                </a:cxn>
                <a:cxn ang="0">
                  <a:pos x="connsiteX19533" y="connsiteY19533"/>
                </a:cxn>
                <a:cxn ang="0">
                  <a:pos x="connsiteX19534" y="connsiteY19534"/>
                </a:cxn>
                <a:cxn ang="0">
                  <a:pos x="connsiteX19535" y="connsiteY19535"/>
                </a:cxn>
                <a:cxn ang="0">
                  <a:pos x="connsiteX19536" y="connsiteY19536"/>
                </a:cxn>
                <a:cxn ang="0">
                  <a:pos x="connsiteX19537" y="connsiteY19537"/>
                </a:cxn>
                <a:cxn ang="0">
                  <a:pos x="connsiteX19538" y="connsiteY19538"/>
                </a:cxn>
                <a:cxn ang="0">
                  <a:pos x="connsiteX19539" y="connsiteY19539"/>
                </a:cxn>
                <a:cxn ang="0">
                  <a:pos x="connsiteX19540" y="connsiteY19540"/>
                </a:cxn>
                <a:cxn ang="0">
                  <a:pos x="connsiteX19541" y="connsiteY19541"/>
                </a:cxn>
                <a:cxn ang="0">
                  <a:pos x="connsiteX19542" y="connsiteY19542"/>
                </a:cxn>
                <a:cxn ang="0">
                  <a:pos x="connsiteX19543" y="connsiteY19543"/>
                </a:cxn>
                <a:cxn ang="0">
                  <a:pos x="connsiteX19544" y="connsiteY19544"/>
                </a:cxn>
                <a:cxn ang="0">
                  <a:pos x="connsiteX19545" y="connsiteY19545"/>
                </a:cxn>
                <a:cxn ang="0">
                  <a:pos x="connsiteX19546" y="connsiteY19546"/>
                </a:cxn>
                <a:cxn ang="0">
                  <a:pos x="connsiteX19547" y="connsiteY19547"/>
                </a:cxn>
                <a:cxn ang="0">
                  <a:pos x="connsiteX19548" y="connsiteY19548"/>
                </a:cxn>
                <a:cxn ang="0">
                  <a:pos x="connsiteX19549" y="connsiteY19549"/>
                </a:cxn>
                <a:cxn ang="0">
                  <a:pos x="connsiteX19550" y="connsiteY19550"/>
                </a:cxn>
                <a:cxn ang="0">
                  <a:pos x="connsiteX19551" y="connsiteY19551"/>
                </a:cxn>
                <a:cxn ang="0">
                  <a:pos x="connsiteX19552" y="connsiteY19552"/>
                </a:cxn>
                <a:cxn ang="0">
                  <a:pos x="connsiteX19553" y="connsiteY19553"/>
                </a:cxn>
              </a:cxnLst>
              <a:rect l="l" t="t" r="r" b="b"/>
              <a:pathLst>
                <a:path w="2419350" h="876300">
                  <a:moveTo>
                    <a:pt x="1410367" y="694849"/>
                  </a:moveTo>
                  <a:lnTo>
                    <a:pt x="1409795" y="695230"/>
                  </a:lnTo>
                  <a:lnTo>
                    <a:pt x="1409319" y="695897"/>
                  </a:lnTo>
                  <a:lnTo>
                    <a:pt x="1409033" y="696754"/>
                  </a:lnTo>
                  <a:lnTo>
                    <a:pt x="1408938" y="697516"/>
                  </a:lnTo>
                  <a:lnTo>
                    <a:pt x="1409319" y="698659"/>
                  </a:lnTo>
                  <a:lnTo>
                    <a:pt x="1410176" y="698754"/>
                  </a:lnTo>
                  <a:lnTo>
                    <a:pt x="1411986" y="698087"/>
                  </a:lnTo>
                  <a:lnTo>
                    <a:pt x="1413320" y="697230"/>
                  </a:lnTo>
                  <a:lnTo>
                    <a:pt x="1413415" y="695516"/>
                  </a:lnTo>
                  <a:lnTo>
                    <a:pt x="1412462" y="694277"/>
                  </a:lnTo>
                  <a:lnTo>
                    <a:pt x="1410367" y="694849"/>
                  </a:lnTo>
                  <a:close/>
                  <a:moveTo>
                    <a:pt x="1345692" y="629793"/>
                  </a:moveTo>
                  <a:lnTo>
                    <a:pt x="1345978" y="627507"/>
                  </a:lnTo>
                  <a:lnTo>
                    <a:pt x="1345978" y="625221"/>
                  </a:lnTo>
                  <a:lnTo>
                    <a:pt x="1345787" y="622935"/>
                  </a:lnTo>
                  <a:lnTo>
                    <a:pt x="1345311" y="620744"/>
                  </a:lnTo>
                  <a:lnTo>
                    <a:pt x="1343978" y="617411"/>
                  </a:lnTo>
                  <a:lnTo>
                    <a:pt x="1343787" y="616268"/>
                  </a:lnTo>
                  <a:lnTo>
                    <a:pt x="1343501" y="615410"/>
                  </a:lnTo>
                  <a:lnTo>
                    <a:pt x="1343025" y="614648"/>
                  </a:lnTo>
                  <a:lnTo>
                    <a:pt x="1342644" y="613791"/>
                  </a:lnTo>
                  <a:lnTo>
                    <a:pt x="1342739" y="612553"/>
                  </a:lnTo>
                  <a:lnTo>
                    <a:pt x="1342644" y="612077"/>
                  </a:lnTo>
                  <a:lnTo>
                    <a:pt x="1342358" y="611696"/>
                  </a:lnTo>
                  <a:lnTo>
                    <a:pt x="1341977" y="611505"/>
                  </a:lnTo>
                  <a:lnTo>
                    <a:pt x="1341406" y="611696"/>
                  </a:lnTo>
                  <a:lnTo>
                    <a:pt x="1340739" y="613505"/>
                  </a:lnTo>
                  <a:lnTo>
                    <a:pt x="1340263" y="615791"/>
                  </a:lnTo>
                  <a:lnTo>
                    <a:pt x="1339882" y="622840"/>
                  </a:lnTo>
                  <a:lnTo>
                    <a:pt x="1340453" y="628269"/>
                  </a:lnTo>
                  <a:lnTo>
                    <a:pt x="1340358" y="631412"/>
                  </a:lnTo>
                  <a:lnTo>
                    <a:pt x="1340167" y="632174"/>
                  </a:lnTo>
                  <a:lnTo>
                    <a:pt x="1339406" y="633222"/>
                  </a:lnTo>
                  <a:lnTo>
                    <a:pt x="1339215" y="633889"/>
                  </a:lnTo>
                  <a:lnTo>
                    <a:pt x="1339310" y="634365"/>
                  </a:lnTo>
                  <a:lnTo>
                    <a:pt x="1339977" y="636080"/>
                  </a:lnTo>
                  <a:lnTo>
                    <a:pt x="1340072" y="636651"/>
                  </a:lnTo>
                  <a:lnTo>
                    <a:pt x="1340072" y="637222"/>
                  </a:lnTo>
                  <a:lnTo>
                    <a:pt x="1340263" y="637604"/>
                  </a:lnTo>
                  <a:lnTo>
                    <a:pt x="1340930" y="637794"/>
                  </a:lnTo>
                  <a:lnTo>
                    <a:pt x="1341311" y="638080"/>
                  </a:lnTo>
                  <a:lnTo>
                    <a:pt x="1341501" y="638651"/>
                  </a:lnTo>
                  <a:lnTo>
                    <a:pt x="1341120" y="644366"/>
                  </a:lnTo>
                  <a:lnTo>
                    <a:pt x="1341215" y="645319"/>
                  </a:lnTo>
                  <a:lnTo>
                    <a:pt x="1341691" y="647033"/>
                  </a:lnTo>
                  <a:lnTo>
                    <a:pt x="1341977" y="649319"/>
                  </a:lnTo>
                  <a:lnTo>
                    <a:pt x="1342454" y="649034"/>
                  </a:lnTo>
                  <a:lnTo>
                    <a:pt x="1342930" y="647986"/>
                  </a:lnTo>
                  <a:lnTo>
                    <a:pt x="1343215" y="646938"/>
                  </a:lnTo>
                  <a:lnTo>
                    <a:pt x="1343025" y="644843"/>
                  </a:lnTo>
                  <a:lnTo>
                    <a:pt x="1343120" y="643795"/>
                  </a:lnTo>
                  <a:lnTo>
                    <a:pt x="1343787" y="642652"/>
                  </a:lnTo>
                  <a:lnTo>
                    <a:pt x="1344168" y="641795"/>
                  </a:lnTo>
                  <a:lnTo>
                    <a:pt x="1344549" y="639223"/>
                  </a:lnTo>
                  <a:lnTo>
                    <a:pt x="1344644" y="637127"/>
                  </a:lnTo>
                  <a:lnTo>
                    <a:pt x="1344358" y="634365"/>
                  </a:lnTo>
                  <a:lnTo>
                    <a:pt x="1344549" y="633222"/>
                  </a:lnTo>
                  <a:lnTo>
                    <a:pt x="1345692" y="629793"/>
                  </a:lnTo>
                  <a:close/>
                  <a:moveTo>
                    <a:pt x="1268444" y="736473"/>
                  </a:moveTo>
                  <a:lnTo>
                    <a:pt x="1266063" y="737330"/>
                  </a:lnTo>
                  <a:lnTo>
                    <a:pt x="1264920" y="739521"/>
                  </a:lnTo>
                  <a:lnTo>
                    <a:pt x="1265015" y="741902"/>
                  </a:lnTo>
                  <a:lnTo>
                    <a:pt x="1266539" y="743331"/>
                  </a:lnTo>
                  <a:lnTo>
                    <a:pt x="1267968" y="743331"/>
                  </a:lnTo>
                  <a:lnTo>
                    <a:pt x="1269111" y="742760"/>
                  </a:lnTo>
                  <a:lnTo>
                    <a:pt x="1269968" y="741902"/>
                  </a:lnTo>
                  <a:lnTo>
                    <a:pt x="1270540" y="741140"/>
                  </a:lnTo>
                  <a:lnTo>
                    <a:pt x="1271111" y="739521"/>
                  </a:lnTo>
                  <a:lnTo>
                    <a:pt x="1270825" y="738283"/>
                  </a:lnTo>
                  <a:lnTo>
                    <a:pt x="1269873" y="737235"/>
                  </a:lnTo>
                  <a:lnTo>
                    <a:pt x="1268444" y="736473"/>
                  </a:lnTo>
                  <a:close/>
                  <a:moveTo>
                    <a:pt x="1294829" y="759238"/>
                  </a:moveTo>
                  <a:lnTo>
                    <a:pt x="1294352" y="758476"/>
                  </a:lnTo>
                  <a:lnTo>
                    <a:pt x="1293876" y="758000"/>
                  </a:lnTo>
                  <a:lnTo>
                    <a:pt x="1293495" y="757619"/>
                  </a:lnTo>
                  <a:lnTo>
                    <a:pt x="1293400" y="756856"/>
                  </a:lnTo>
                  <a:lnTo>
                    <a:pt x="1293590" y="756666"/>
                  </a:lnTo>
                  <a:lnTo>
                    <a:pt x="1293971" y="756476"/>
                  </a:lnTo>
                  <a:lnTo>
                    <a:pt x="1294162" y="756190"/>
                  </a:lnTo>
                  <a:lnTo>
                    <a:pt x="1293876" y="755713"/>
                  </a:lnTo>
                  <a:lnTo>
                    <a:pt x="1293400" y="755142"/>
                  </a:lnTo>
                  <a:lnTo>
                    <a:pt x="1293114" y="754952"/>
                  </a:lnTo>
                  <a:lnTo>
                    <a:pt x="1292638" y="754761"/>
                  </a:lnTo>
                  <a:lnTo>
                    <a:pt x="1291781" y="754666"/>
                  </a:lnTo>
                  <a:lnTo>
                    <a:pt x="1289209" y="755047"/>
                  </a:lnTo>
                  <a:lnTo>
                    <a:pt x="1288637" y="754666"/>
                  </a:lnTo>
                  <a:lnTo>
                    <a:pt x="1288351" y="753713"/>
                  </a:lnTo>
                  <a:lnTo>
                    <a:pt x="1288256" y="752666"/>
                  </a:lnTo>
                  <a:lnTo>
                    <a:pt x="1288066" y="751904"/>
                  </a:lnTo>
                  <a:lnTo>
                    <a:pt x="1286161" y="752761"/>
                  </a:lnTo>
                  <a:lnTo>
                    <a:pt x="1285875" y="752856"/>
                  </a:lnTo>
                  <a:lnTo>
                    <a:pt x="1286351" y="754380"/>
                  </a:lnTo>
                  <a:lnTo>
                    <a:pt x="1286447" y="755237"/>
                  </a:lnTo>
                  <a:lnTo>
                    <a:pt x="1285970" y="755618"/>
                  </a:lnTo>
                  <a:lnTo>
                    <a:pt x="1286161" y="757333"/>
                  </a:lnTo>
                  <a:lnTo>
                    <a:pt x="1286161" y="757809"/>
                  </a:lnTo>
                  <a:lnTo>
                    <a:pt x="1286161" y="757809"/>
                  </a:lnTo>
                  <a:lnTo>
                    <a:pt x="1285780" y="758762"/>
                  </a:lnTo>
                  <a:lnTo>
                    <a:pt x="1285780" y="758952"/>
                  </a:lnTo>
                  <a:lnTo>
                    <a:pt x="1285494" y="759047"/>
                  </a:lnTo>
                  <a:lnTo>
                    <a:pt x="1284637" y="758952"/>
                  </a:lnTo>
                  <a:lnTo>
                    <a:pt x="1284351" y="759047"/>
                  </a:lnTo>
                  <a:lnTo>
                    <a:pt x="1283875" y="759524"/>
                  </a:lnTo>
                  <a:lnTo>
                    <a:pt x="1283780" y="759905"/>
                  </a:lnTo>
                  <a:lnTo>
                    <a:pt x="1283970" y="761333"/>
                  </a:lnTo>
                  <a:lnTo>
                    <a:pt x="1283970" y="762762"/>
                  </a:lnTo>
                  <a:lnTo>
                    <a:pt x="1284161" y="762953"/>
                  </a:lnTo>
                  <a:lnTo>
                    <a:pt x="1284541" y="763048"/>
                  </a:lnTo>
                  <a:lnTo>
                    <a:pt x="1284923" y="763143"/>
                  </a:lnTo>
                  <a:lnTo>
                    <a:pt x="1285113" y="763524"/>
                  </a:lnTo>
                  <a:lnTo>
                    <a:pt x="1285113" y="764953"/>
                  </a:lnTo>
                  <a:lnTo>
                    <a:pt x="1285018" y="765334"/>
                  </a:lnTo>
                  <a:lnTo>
                    <a:pt x="1284065" y="767144"/>
                  </a:lnTo>
                  <a:lnTo>
                    <a:pt x="1283875" y="767905"/>
                  </a:lnTo>
                  <a:lnTo>
                    <a:pt x="1284065" y="768572"/>
                  </a:lnTo>
                  <a:lnTo>
                    <a:pt x="1283684" y="768572"/>
                  </a:lnTo>
                  <a:lnTo>
                    <a:pt x="1284065" y="768953"/>
                  </a:lnTo>
                  <a:lnTo>
                    <a:pt x="1285018" y="768191"/>
                  </a:lnTo>
                  <a:lnTo>
                    <a:pt x="1287494" y="769239"/>
                  </a:lnTo>
                  <a:lnTo>
                    <a:pt x="1288732" y="768953"/>
                  </a:lnTo>
                  <a:lnTo>
                    <a:pt x="1288066" y="768287"/>
                  </a:lnTo>
                  <a:lnTo>
                    <a:pt x="1287589" y="767239"/>
                  </a:lnTo>
                  <a:lnTo>
                    <a:pt x="1287304" y="766286"/>
                  </a:lnTo>
                  <a:lnTo>
                    <a:pt x="1287208" y="765715"/>
                  </a:lnTo>
                  <a:lnTo>
                    <a:pt x="1287494" y="764381"/>
                  </a:lnTo>
                  <a:lnTo>
                    <a:pt x="1287875" y="763905"/>
                  </a:lnTo>
                  <a:lnTo>
                    <a:pt x="1288447" y="764096"/>
                  </a:lnTo>
                  <a:lnTo>
                    <a:pt x="1288828" y="764000"/>
                  </a:lnTo>
                  <a:lnTo>
                    <a:pt x="1289209" y="763334"/>
                  </a:lnTo>
                  <a:lnTo>
                    <a:pt x="1289780" y="762000"/>
                  </a:lnTo>
                  <a:lnTo>
                    <a:pt x="1289399" y="761619"/>
                  </a:lnTo>
                  <a:lnTo>
                    <a:pt x="1289114" y="762191"/>
                  </a:lnTo>
                  <a:lnTo>
                    <a:pt x="1288732" y="762286"/>
                  </a:lnTo>
                  <a:lnTo>
                    <a:pt x="1288351" y="762000"/>
                  </a:lnTo>
                  <a:lnTo>
                    <a:pt x="1288066" y="761333"/>
                  </a:lnTo>
                  <a:lnTo>
                    <a:pt x="1288828" y="761333"/>
                  </a:lnTo>
                  <a:lnTo>
                    <a:pt x="1289304" y="761047"/>
                  </a:lnTo>
                  <a:lnTo>
                    <a:pt x="1290066" y="760095"/>
                  </a:lnTo>
                  <a:lnTo>
                    <a:pt x="1290733" y="759714"/>
                  </a:lnTo>
                  <a:lnTo>
                    <a:pt x="1291209" y="760095"/>
                  </a:lnTo>
                  <a:lnTo>
                    <a:pt x="1291685" y="761047"/>
                  </a:lnTo>
                  <a:lnTo>
                    <a:pt x="1292352" y="761238"/>
                  </a:lnTo>
                  <a:lnTo>
                    <a:pt x="1294066" y="761047"/>
                  </a:lnTo>
                  <a:lnTo>
                    <a:pt x="1294162" y="760762"/>
                  </a:lnTo>
                  <a:lnTo>
                    <a:pt x="1294066" y="760190"/>
                  </a:lnTo>
                  <a:lnTo>
                    <a:pt x="1294162" y="759714"/>
                  </a:lnTo>
                  <a:lnTo>
                    <a:pt x="1294829" y="759238"/>
                  </a:lnTo>
                  <a:close/>
                  <a:moveTo>
                    <a:pt x="1349978" y="683609"/>
                  </a:moveTo>
                  <a:lnTo>
                    <a:pt x="1351883" y="684657"/>
                  </a:lnTo>
                  <a:lnTo>
                    <a:pt x="1352455" y="684086"/>
                  </a:lnTo>
                  <a:lnTo>
                    <a:pt x="1352550" y="683324"/>
                  </a:lnTo>
                  <a:lnTo>
                    <a:pt x="1353693" y="683800"/>
                  </a:lnTo>
                  <a:lnTo>
                    <a:pt x="1355598" y="683895"/>
                  </a:lnTo>
                  <a:lnTo>
                    <a:pt x="1357122" y="683705"/>
                  </a:lnTo>
                  <a:lnTo>
                    <a:pt x="1357217" y="682943"/>
                  </a:lnTo>
                  <a:lnTo>
                    <a:pt x="1357693" y="681514"/>
                  </a:lnTo>
                  <a:lnTo>
                    <a:pt x="1357789" y="680656"/>
                  </a:lnTo>
                  <a:lnTo>
                    <a:pt x="1357598" y="679799"/>
                  </a:lnTo>
                  <a:lnTo>
                    <a:pt x="1357122" y="679990"/>
                  </a:lnTo>
                  <a:lnTo>
                    <a:pt x="1356360" y="680847"/>
                  </a:lnTo>
                  <a:lnTo>
                    <a:pt x="1355693" y="680752"/>
                  </a:lnTo>
                  <a:lnTo>
                    <a:pt x="1354931" y="680371"/>
                  </a:lnTo>
                  <a:lnTo>
                    <a:pt x="1352169" y="679133"/>
                  </a:lnTo>
                  <a:lnTo>
                    <a:pt x="1350931" y="677323"/>
                  </a:lnTo>
                  <a:lnTo>
                    <a:pt x="1349978" y="677132"/>
                  </a:lnTo>
                  <a:lnTo>
                    <a:pt x="1349216" y="676656"/>
                  </a:lnTo>
                  <a:lnTo>
                    <a:pt x="1348931" y="677894"/>
                  </a:lnTo>
                  <a:lnTo>
                    <a:pt x="1349121" y="679037"/>
                  </a:lnTo>
                  <a:lnTo>
                    <a:pt x="1348835" y="680371"/>
                  </a:lnTo>
                  <a:lnTo>
                    <a:pt x="1347597" y="680847"/>
                  </a:lnTo>
                  <a:lnTo>
                    <a:pt x="1346264" y="680180"/>
                  </a:lnTo>
                  <a:lnTo>
                    <a:pt x="1345787" y="680466"/>
                  </a:lnTo>
                  <a:lnTo>
                    <a:pt x="1346168" y="681609"/>
                  </a:lnTo>
                  <a:lnTo>
                    <a:pt x="1347121" y="681419"/>
                  </a:lnTo>
                  <a:lnTo>
                    <a:pt x="1348073" y="681800"/>
                  </a:lnTo>
                  <a:lnTo>
                    <a:pt x="1349407" y="681609"/>
                  </a:lnTo>
                  <a:lnTo>
                    <a:pt x="1349216" y="682371"/>
                  </a:lnTo>
                  <a:lnTo>
                    <a:pt x="1349978" y="683609"/>
                  </a:lnTo>
                  <a:close/>
                  <a:moveTo>
                    <a:pt x="1406652" y="744760"/>
                  </a:moveTo>
                  <a:lnTo>
                    <a:pt x="1406081" y="744950"/>
                  </a:lnTo>
                  <a:lnTo>
                    <a:pt x="1405699" y="745236"/>
                  </a:lnTo>
                  <a:lnTo>
                    <a:pt x="1405318" y="745522"/>
                  </a:lnTo>
                  <a:lnTo>
                    <a:pt x="1404842" y="745808"/>
                  </a:lnTo>
                  <a:lnTo>
                    <a:pt x="1405795" y="747713"/>
                  </a:lnTo>
                  <a:lnTo>
                    <a:pt x="1406557" y="748284"/>
                  </a:lnTo>
                  <a:lnTo>
                    <a:pt x="1407700" y="748094"/>
                  </a:lnTo>
                  <a:lnTo>
                    <a:pt x="1408366" y="747236"/>
                  </a:lnTo>
                  <a:lnTo>
                    <a:pt x="1408366" y="745998"/>
                  </a:lnTo>
                  <a:lnTo>
                    <a:pt x="1407795" y="745046"/>
                  </a:lnTo>
                  <a:lnTo>
                    <a:pt x="1406652" y="744760"/>
                  </a:lnTo>
                  <a:close/>
                  <a:moveTo>
                    <a:pt x="1367218" y="691610"/>
                  </a:moveTo>
                  <a:lnTo>
                    <a:pt x="1362551" y="691134"/>
                  </a:lnTo>
                  <a:lnTo>
                    <a:pt x="1360646" y="690467"/>
                  </a:lnTo>
                  <a:lnTo>
                    <a:pt x="1359598" y="690277"/>
                  </a:lnTo>
                  <a:lnTo>
                    <a:pt x="1358741" y="690658"/>
                  </a:lnTo>
                  <a:lnTo>
                    <a:pt x="1358456" y="691039"/>
                  </a:lnTo>
                  <a:lnTo>
                    <a:pt x="1358360" y="691515"/>
                  </a:lnTo>
                  <a:lnTo>
                    <a:pt x="1358456" y="691896"/>
                  </a:lnTo>
                  <a:lnTo>
                    <a:pt x="1358741" y="692277"/>
                  </a:lnTo>
                  <a:lnTo>
                    <a:pt x="1359598" y="692658"/>
                  </a:lnTo>
                  <a:lnTo>
                    <a:pt x="1360837" y="692753"/>
                  </a:lnTo>
                  <a:lnTo>
                    <a:pt x="1362075" y="692658"/>
                  </a:lnTo>
                  <a:lnTo>
                    <a:pt x="1362932" y="692277"/>
                  </a:lnTo>
                  <a:lnTo>
                    <a:pt x="1363980" y="692753"/>
                  </a:lnTo>
                  <a:lnTo>
                    <a:pt x="1367314" y="693325"/>
                  </a:lnTo>
                  <a:lnTo>
                    <a:pt x="1367981" y="693992"/>
                  </a:lnTo>
                  <a:lnTo>
                    <a:pt x="1368742" y="694372"/>
                  </a:lnTo>
                  <a:lnTo>
                    <a:pt x="1370457" y="694277"/>
                  </a:lnTo>
                  <a:lnTo>
                    <a:pt x="1372076" y="693706"/>
                  </a:lnTo>
                  <a:lnTo>
                    <a:pt x="1372553" y="692753"/>
                  </a:lnTo>
                  <a:lnTo>
                    <a:pt x="1371695" y="691896"/>
                  </a:lnTo>
                  <a:lnTo>
                    <a:pt x="1370076" y="691610"/>
                  </a:lnTo>
                  <a:lnTo>
                    <a:pt x="1367218" y="691610"/>
                  </a:lnTo>
                  <a:close/>
                  <a:moveTo>
                    <a:pt x="1305401" y="763429"/>
                  </a:moveTo>
                  <a:lnTo>
                    <a:pt x="1305592" y="762476"/>
                  </a:lnTo>
                  <a:lnTo>
                    <a:pt x="1304354" y="762095"/>
                  </a:lnTo>
                  <a:lnTo>
                    <a:pt x="1302734" y="762095"/>
                  </a:lnTo>
                  <a:lnTo>
                    <a:pt x="1301972" y="762286"/>
                  </a:lnTo>
                  <a:lnTo>
                    <a:pt x="1301782" y="763429"/>
                  </a:lnTo>
                  <a:lnTo>
                    <a:pt x="1301306" y="764381"/>
                  </a:lnTo>
                  <a:lnTo>
                    <a:pt x="1300543" y="764762"/>
                  </a:lnTo>
                  <a:lnTo>
                    <a:pt x="1299496" y="764286"/>
                  </a:lnTo>
                  <a:lnTo>
                    <a:pt x="1299115" y="763810"/>
                  </a:lnTo>
                  <a:lnTo>
                    <a:pt x="1298924" y="762667"/>
                  </a:lnTo>
                  <a:lnTo>
                    <a:pt x="1298734" y="762191"/>
                  </a:lnTo>
                  <a:lnTo>
                    <a:pt x="1298448" y="761905"/>
                  </a:lnTo>
                  <a:lnTo>
                    <a:pt x="1297400" y="761143"/>
                  </a:lnTo>
                  <a:lnTo>
                    <a:pt x="1297019" y="762286"/>
                  </a:lnTo>
                  <a:lnTo>
                    <a:pt x="1298067" y="764381"/>
                  </a:lnTo>
                  <a:lnTo>
                    <a:pt x="1297781" y="765524"/>
                  </a:lnTo>
                  <a:lnTo>
                    <a:pt x="1298829" y="765905"/>
                  </a:lnTo>
                  <a:lnTo>
                    <a:pt x="1298639" y="766477"/>
                  </a:lnTo>
                  <a:lnTo>
                    <a:pt x="1297876" y="767048"/>
                  </a:lnTo>
                  <a:lnTo>
                    <a:pt x="1297114" y="767429"/>
                  </a:lnTo>
                  <a:lnTo>
                    <a:pt x="1297210" y="767620"/>
                  </a:lnTo>
                  <a:lnTo>
                    <a:pt x="1297496" y="768096"/>
                  </a:lnTo>
                  <a:lnTo>
                    <a:pt x="1296733" y="768287"/>
                  </a:lnTo>
                  <a:lnTo>
                    <a:pt x="1296353" y="768763"/>
                  </a:lnTo>
                  <a:lnTo>
                    <a:pt x="1295972" y="770287"/>
                  </a:lnTo>
                  <a:lnTo>
                    <a:pt x="1296448" y="770763"/>
                  </a:lnTo>
                  <a:lnTo>
                    <a:pt x="1296924" y="770954"/>
                  </a:lnTo>
                  <a:lnTo>
                    <a:pt x="1297400" y="770858"/>
                  </a:lnTo>
                  <a:lnTo>
                    <a:pt x="1297876" y="770477"/>
                  </a:lnTo>
                  <a:lnTo>
                    <a:pt x="1298448" y="770192"/>
                  </a:lnTo>
                  <a:lnTo>
                    <a:pt x="1298829" y="770477"/>
                  </a:lnTo>
                  <a:lnTo>
                    <a:pt x="1299115" y="770954"/>
                  </a:lnTo>
                  <a:lnTo>
                    <a:pt x="1299686" y="771525"/>
                  </a:lnTo>
                  <a:lnTo>
                    <a:pt x="1300163" y="771906"/>
                  </a:lnTo>
                  <a:lnTo>
                    <a:pt x="1300639" y="772001"/>
                  </a:lnTo>
                  <a:lnTo>
                    <a:pt x="1300829" y="771525"/>
                  </a:lnTo>
                  <a:lnTo>
                    <a:pt x="1301687" y="770382"/>
                  </a:lnTo>
                  <a:lnTo>
                    <a:pt x="1301877" y="769906"/>
                  </a:lnTo>
                  <a:lnTo>
                    <a:pt x="1301877" y="768858"/>
                  </a:lnTo>
                  <a:lnTo>
                    <a:pt x="1300924" y="767905"/>
                  </a:lnTo>
                  <a:lnTo>
                    <a:pt x="1300829" y="766953"/>
                  </a:lnTo>
                  <a:lnTo>
                    <a:pt x="1301210" y="766286"/>
                  </a:lnTo>
                  <a:lnTo>
                    <a:pt x="1301877" y="766096"/>
                  </a:lnTo>
                  <a:lnTo>
                    <a:pt x="1302639" y="766096"/>
                  </a:lnTo>
                  <a:lnTo>
                    <a:pt x="1303401" y="765905"/>
                  </a:lnTo>
                  <a:lnTo>
                    <a:pt x="1303211" y="765143"/>
                  </a:lnTo>
                  <a:lnTo>
                    <a:pt x="1303782" y="764572"/>
                  </a:lnTo>
                  <a:lnTo>
                    <a:pt x="1305401" y="763429"/>
                  </a:lnTo>
                  <a:close/>
                  <a:moveTo>
                    <a:pt x="735711" y="176879"/>
                  </a:moveTo>
                  <a:lnTo>
                    <a:pt x="735997" y="177070"/>
                  </a:lnTo>
                  <a:lnTo>
                    <a:pt x="736282" y="177165"/>
                  </a:lnTo>
                  <a:lnTo>
                    <a:pt x="736568" y="177070"/>
                  </a:lnTo>
                  <a:lnTo>
                    <a:pt x="737140" y="176689"/>
                  </a:lnTo>
                  <a:lnTo>
                    <a:pt x="737425" y="176689"/>
                  </a:lnTo>
                  <a:lnTo>
                    <a:pt x="738378" y="177260"/>
                  </a:lnTo>
                  <a:lnTo>
                    <a:pt x="738378" y="177641"/>
                  </a:lnTo>
                  <a:lnTo>
                    <a:pt x="737997" y="178118"/>
                  </a:lnTo>
                  <a:lnTo>
                    <a:pt x="737902" y="178784"/>
                  </a:lnTo>
                  <a:lnTo>
                    <a:pt x="738664" y="179451"/>
                  </a:lnTo>
                  <a:lnTo>
                    <a:pt x="739997" y="179356"/>
                  </a:lnTo>
                  <a:lnTo>
                    <a:pt x="741426" y="178879"/>
                  </a:lnTo>
                  <a:lnTo>
                    <a:pt x="742283" y="178403"/>
                  </a:lnTo>
                  <a:lnTo>
                    <a:pt x="743140" y="177832"/>
                  </a:lnTo>
                  <a:lnTo>
                    <a:pt x="743331" y="177451"/>
                  </a:lnTo>
                  <a:lnTo>
                    <a:pt x="743045" y="176975"/>
                  </a:lnTo>
                  <a:lnTo>
                    <a:pt x="742379" y="176689"/>
                  </a:lnTo>
                  <a:lnTo>
                    <a:pt x="740092" y="176689"/>
                  </a:lnTo>
                  <a:lnTo>
                    <a:pt x="739521" y="176498"/>
                  </a:lnTo>
                  <a:lnTo>
                    <a:pt x="738378" y="175831"/>
                  </a:lnTo>
                  <a:lnTo>
                    <a:pt x="737806" y="175546"/>
                  </a:lnTo>
                  <a:lnTo>
                    <a:pt x="737140" y="175451"/>
                  </a:lnTo>
                  <a:lnTo>
                    <a:pt x="736378" y="175546"/>
                  </a:lnTo>
                  <a:lnTo>
                    <a:pt x="735806" y="175831"/>
                  </a:lnTo>
                  <a:lnTo>
                    <a:pt x="735616" y="176403"/>
                  </a:lnTo>
                  <a:lnTo>
                    <a:pt x="735711" y="176689"/>
                  </a:lnTo>
                  <a:lnTo>
                    <a:pt x="735711" y="176879"/>
                  </a:lnTo>
                  <a:close/>
                  <a:moveTo>
                    <a:pt x="1193578" y="100775"/>
                  </a:moveTo>
                  <a:lnTo>
                    <a:pt x="1195673" y="100584"/>
                  </a:lnTo>
                  <a:lnTo>
                    <a:pt x="1197578" y="98584"/>
                  </a:lnTo>
                  <a:lnTo>
                    <a:pt x="1198245" y="97250"/>
                  </a:lnTo>
                  <a:lnTo>
                    <a:pt x="1198055" y="95726"/>
                  </a:lnTo>
                  <a:lnTo>
                    <a:pt x="1197578" y="95345"/>
                  </a:lnTo>
                  <a:lnTo>
                    <a:pt x="1195292" y="94107"/>
                  </a:lnTo>
                  <a:lnTo>
                    <a:pt x="1193959" y="92583"/>
                  </a:lnTo>
                  <a:lnTo>
                    <a:pt x="1193292" y="92107"/>
                  </a:lnTo>
                  <a:lnTo>
                    <a:pt x="1192530" y="92583"/>
                  </a:lnTo>
                  <a:lnTo>
                    <a:pt x="1190720" y="94297"/>
                  </a:lnTo>
                  <a:lnTo>
                    <a:pt x="1189768" y="96584"/>
                  </a:lnTo>
                  <a:lnTo>
                    <a:pt x="1191101" y="99155"/>
                  </a:lnTo>
                  <a:lnTo>
                    <a:pt x="1193578" y="100775"/>
                  </a:lnTo>
                  <a:close/>
                  <a:moveTo>
                    <a:pt x="734568" y="262509"/>
                  </a:moveTo>
                  <a:lnTo>
                    <a:pt x="733901" y="263176"/>
                  </a:lnTo>
                  <a:lnTo>
                    <a:pt x="733139" y="263557"/>
                  </a:lnTo>
                  <a:lnTo>
                    <a:pt x="732091" y="263652"/>
                  </a:lnTo>
                  <a:lnTo>
                    <a:pt x="731425" y="263938"/>
                  </a:lnTo>
                  <a:lnTo>
                    <a:pt x="730567" y="264605"/>
                  </a:lnTo>
                  <a:lnTo>
                    <a:pt x="729805" y="265367"/>
                  </a:lnTo>
                  <a:lnTo>
                    <a:pt x="729424" y="265843"/>
                  </a:lnTo>
                  <a:lnTo>
                    <a:pt x="729424" y="266891"/>
                  </a:lnTo>
                  <a:lnTo>
                    <a:pt x="730853" y="268700"/>
                  </a:lnTo>
                  <a:lnTo>
                    <a:pt x="731234" y="269938"/>
                  </a:lnTo>
                  <a:lnTo>
                    <a:pt x="730948" y="270986"/>
                  </a:lnTo>
                  <a:lnTo>
                    <a:pt x="730567" y="271463"/>
                  </a:lnTo>
                  <a:lnTo>
                    <a:pt x="730472" y="271939"/>
                  </a:lnTo>
                  <a:lnTo>
                    <a:pt x="732663" y="274701"/>
                  </a:lnTo>
                  <a:lnTo>
                    <a:pt x="733139" y="275749"/>
                  </a:lnTo>
                  <a:lnTo>
                    <a:pt x="733330" y="277082"/>
                  </a:lnTo>
                  <a:lnTo>
                    <a:pt x="733330" y="279273"/>
                  </a:lnTo>
                  <a:lnTo>
                    <a:pt x="733139" y="279845"/>
                  </a:lnTo>
                  <a:lnTo>
                    <a:pt x="732377" y="280988"/>
                  </a:lnTo>
                  <a:lnTo>
                    <a:pt x="732187" y="281559"/>
                  </a:lnTo>
                  <a:lnTo>
                    <a:pt x="732377" y="282893"/>
                  </a:lnTo>
                  <a:lnTo>
                    <a:pt x="733711" y="284893"/>
                  </a:lnTo>
                  <a:lnTo>
                    <a:pt x="734092" y="285941"/>
                  </a:lnTo>
                  <a:lnTo>
                    <a:pt x="734092" y="287179"/>
                  </a:lnTo>
                  <a:lnTo>
                    <a:pt x="733997" y="287941"/>
                  </a:lnTo>
                  <a:lnTo>
                    <a:pt x="733425" y="289465"/>
                  </a:lnTo>
                  <a:lnTo>
                    <a:pt x="732854" y="291560"/>
                  </a:lnTo>
                  <a:lnTo>
                    <a:pt x="733234" y="292894"/>
                  </a:lnTo>
                  <a:lnTo>
                    <a:pt x="734568" y="293561"/>
                  </a:lnTo>
                  <a:lnTo>
                    <a:pt x="737902" y="293846"/>
                  </a:lnTo>
                  <a:lnTo>
                    <a:pt x="738759" y="294037"/>
                  </a:lnTo>
                  <a:lnTo>
                    <a:pt x="739426" y="294322"/>
                  </a:lnTo>
                  <a:lnTo>
                    <a:pt x="742379" y="296609"/>
                  </a:lnTo>
                  <a:lnTo>
                    <a:pt x="745807" y="303467"/>
                  </a:lnTo>
                  <a:lnTo>
                    <a:pt x="746379" y="303752"/>
                  </a:lnTo>
                  <a:lnTo>
                    <a:pt x="749522" y="306419"/>
                  </a:lnTo>
                  <a:lnTo>
                    <a:pt x="751808" y="307943"/>
                  </a:lnTo>
                  <a:lnTo>
                    <a:pt x="752856" y="308801"/>
                  </a:lnTo>
                  <a:lnTo>
                    <a:pt x="747427" y="308134"/>
                  </a:lnTo>
                  <a:lnTo>
                    <a:pt x="746093" y="307562"/>
                  </a:lnTo>
                  <a:lnTo>
                    <a:pt x="745522" y="307562"/>
                  </a:lnTo>
                  <a:lnTo>
                    <a:pt x="745331" y="308324"/>
                  </a:lnTo>
                  <a:lnTo>
                    <a:pt x="745331" y="309848"/>
                  </a:lnTo>
                  <a:lnTo>
                    <a:pt x="745522" y="310610"/>
                  </a:lnTo>
                  <a:lnTo>
                    <a:pt x="746570" y="312230"/>
                  </a:lnTo>
                  <a:lnTo>
                    <a:pt x="746950" y="313658"/>
                  </a:lnTo>
                  <a:lnTo>
                    <a:pt x="747141" y="316516"/>
                  </a:lnTo>
                  <a:lnTo>
                    <a:pt x="747046" y="318611"/>
                  </a:lnTo>
                  <a:lnTo>
                    <a:pt x="747141" y="319183"/>
                  </a:lnTo>
                  <a:lnTo>
                    <a:pt x="747522" y="319850"/>
                  </a:lnTo>
                  <a:lnTo>
                    <a:pt x="748570" y="320897"/>
                  </a:lnTo>
                  <a:lnTo>
                    <a:pt x="748855" y="321755"/>
                  </a:lnTo>
                  <a:lnTo>
                    <a:pt x="748570" y="321755"/>
                  </a:lnTo>
                  <a:lnTo>
                    <a:pt x="747713" y="320993"/>
                  </a:lnTo>
                  <a:lnTo>
                    <a:pt x="746379" y="320421"/>
                  </a:lnTo>
                  <a:lnTo>
                    <a:pt x="744855" y="320040"/>
                  </a:lnTo>
                  <a:lnTo>
                    <a:pt x="743331" y="319945"/>
                  </a:lnTo>
                  <a:lnTo>
                    <a:pt x="741616" y="320135"/>
                  </a:lnTo>
                  <a:lnTo>
                    <a:pt x="740759" y="320326"/>
                  </a:lnTo>
                  <a:lnTo>
                    <a:pt x="740188" y="320612"/>
                  </a:lnTo>
                  <a:lnTo>
                    <a:pt x="739712" y="321278"/>
                  </a:lnTo>
                  <a:lnTo>
                    <a:pt x="739426" y="322136"/>
                  </a:lnTo>
                  <a:lnTo>
                    <a:pt x="739616" y="322993"/>
                  </a:lnTo>
                  <a:lnTo>
                    <a:pt x="740473" y="323469"/>
                  </a:lnTo>
                  <a:lnTo>
                    <a:pt x="740473" y="322612"/>
                  </a:lnTo>
                  <a:lnTo>
                    <a:pt x="740950" y="322326"/>
                  </a:lnTo>
                  <a:lnTo>
                    <a:pt x="741616" y="322421"/>
                  </a:lnTo>
                  <a:lnTo>
                    <a:pt x="742283" y="322707"/>
                  </a:lnTo>
                  <a:lnTo>
                    <a:pt x="742283" y="322993"/>
                  </a:lnTo>
                  <a:lnTo>
                    <a:pt x="741712" y="324231"/>
                  </a:lnTo>
                  <a:lnTo>
                    <a:pt x="742379" y="325660"/>
                  </a:lnTo>
                  <a:lnTo>
                    <a:pt x="744093" y="328041"/>
                  </a:lnTo>
                  <a:lnTo>
                    <a:pt x="742855" y="328041"/>
                  </a:lnTo>
                  <a:lnTo>
                    <a:pt x="742379" y="328136"/>
                  </a:lnTo>
                  <a:lnTo>
                    <a:pt x="742283" y="328613"/>
                  </a:lnTo>
                  <a:lnTo>
                    <a:pt x="742379" y="330708"/>
                  </a:lnTo>
                  <a:lnTo>
                    <a:pt x="743426" y="335375"/>
                  </a:lnTo>
                  <a:lnTo>
                    <a:pt x="743807" y="336233"/>
                  </a:lnTo>
                  <a:lnTo>
                    <a:pt x="744283" y="336899"/>
                  </a:lnTo>
                  <a:lnTo>
                    <a:pt x="745331" y="337947"/>
                  </a:lnTo>
                  <a:lnTo>
                    <a:pt x="745903" y="338328"/>
                  </a:lnTo>
                  <a:lnTo>
                    <a:pt x="746379" y="338328"/>
                  </a:lnTo>
                  <a:lnTo>
                    <a:pt x="746760" y="338138"/>
                  </a:lnTo>
                  <a:lnTo>
                    <a:pt x="747331" y="338042"/>
                  </a:lnTo>
                  <a:lnTo>
                    <a:pt x="747903" y="338042"/>
                  </a:lnTo>
                  <a:lnTo>
                    <a:pt x="748093" y="338042"/>
                  </a:lnTo>
                  <a:lnTo>
                    <a:pt x="748284" y="338138"/>
                  </a:lnTo>
                  <a:lnTo>
                    <a:pt x="748760" y="338423"/>
                  </a:lnTo>
                  <a:lnTo>
                    <a:pt x="748951" y="338614"/>
                  </a:lnTo>
                  <a:lnTo>
                    <a:pt x="749141" y="338995"/>
                  </a:lnTo>
                  <a:lnTo>
                    <a:pt x="749332" y="339376"/>
                  </a:lnTo>
                  <a:lnTo>
                    <a:pt x="750094" y="339662"/>
                  </a:lnTo>
                  <a:lnTo>
                    <a:pt x="750475" y="339947"/>
                  </a:lnTo>
                  <a:lnTo>
                    <a:pt x="750761" y="340138"/>
                  </a:lnTo>
                  <a:lnTo>
                    <a:pt x="751522" y="339852"/>
                  </a:lnTo>
                  <a:lnTo>
                    <a:pt x="755047" y="339757"/>
                  </a:lnTo>
                  <a:lnTo>
                    <a:pt x="756666" y="339947"/>
                  </a:lnTo>
                  <a:lnTo>
                    <a:pt x="757999" y="340424"/>
                  </a:lnTo>
                  <a:lnTo>
                    <a:pt x="759238" y="341281"/>
                  </a:lnTo>
                  <a:lnTo>
                    <a:pt x="759238" y="341567"/>
                  </a:lnTo>
                  <a:lnTo>
                    <a:pt x="758285" y="341567"/>
                  </a:lnTo>
                  <a:lnTo>
                    <a:pt x="756571" y="341281"/>
                  </a:lnTo>
                  <a:lnTo>
                    <a:pt x="755618" y="341281"/>
                  </a:lnTo>
                  <a:lnTo>
                    <a:pt x="755618" y="341567"/>
                  </a:lnTo>
                  <a:lnTo>
                    <a:pt x="755809" y="341757"/>
                  </a:lnTo>
                  <a:lnTo>
                    <a:pt x="756095" y="342138"/>
                  </a:lnTo>
                  <a:lnTo>
                    <a:pt x="756285" y="342329"/>
                  </a:lnTo>
                  <a:lnTo>
                    <a:pt x="755809" y="342614"/>
                  </a:lnTo>
                  <a:lnTo>
                    <a:pt x="755618" y="342710"/>
                  </a:lnTo>
                  <a:lnTo>
                    <a:pt x="755618" y="343091"/>
                  </a:lnTo>
                  <a:lnTo>
                    <a:pt x="755999" y="343281"/>
                  </a:lnTo>
                  <a:lnTo>
                    <a:pt x="756856" y="343376"/>
                  </a:lnTo>
                  <a:lnTo>
                    <a:pt x="757428" y="343471"/>
                  </a:lnTo>
                  <a:lnTo>
                    <a:pt x="758666" y="343948"/>
                  </a:lnTo>
                  <a:lnTo>
                    <a:pt x="759809" y="344710"/>
                  </a:lnTo>
                  <a:lnTo>
                    <a:pt x="760286" y="345186"/>
                  </a:lnTo>
                  <a:lnTo>
                    <a:pt x="761238" y="346520"/>
                  </a:lnTo>
                  <a:lnTo>
                    <a:pt x="761714" y="346710"/>
                  </a:lnTo>
                  <a:lnTo>
                    <a:pt x="763048" y="346520"/>
                  </a:lnTo>
                  <a:lnTo>
                    <a:pt x="763524" y="346615"/>
                  </a:lnTo>
                  <a:lnTo>
                    <a:pt x="763714" y="347091"/>
                  </a:lnTo>
                  <a:lnTo>
                    <a:pt x="763333" y="347377"/>
                  </a:lnTo>
                  <a:lnTo>
                    <a:pt x="762095" y="347663"/>
                  </a:lnTo>
                  <a:lnTo>
                    <a:pt x="761524" y="347663"/>
                  </a:lnTo>
                  <a:lnTo>
                    <a:pt x="761143" y="347567"/>
                  </a:lnTo>
                  <a:lnTo>
                    <a:pt x="760857" y="347472"/>
                  </a:lnTo>
                  <a:lnTo>
                    <a:pt x="759428" y="347091"/>
                  </a:lnTo>
                  <a:lnTo>
                    <a:pt x="757809" y="345853"/>
                  </a:lnTo>
                  <a:lnTo>
                    <a:pt x="757047" y="345472"/>
                  </a:lnTo>
                  <a:lnTo>
                    <a:pt x="753428" y="345472"/>
                  </a:lnTo>
                  <a:lnTo>
                    <a:pt x="752570" y="344996"/>
                  </a:lnTo>
                  <a:lnTo>
                    <a:pt x="751618" y="344138"/>
                  </a:lnTo>
                  <a:lnTo>
                    <a:pt x="750761" y="344043"/>
                  </a:lnTo>
                  <a:lnTo>
                    <a:pt x="750189" y="344614"/>
                  </a:lnTo>
                  <a:lnTo>
                    <a:pt x="749903" y="345567"/>
                  </a:lnTo>
                  <a:lnTo>
                    <a:pt x="751332" y="353854"/>
                  </a:lnTo>
                  <a:lnTo>
                    <a:pt x="751904" y="354330"/>
                  </a:lnTo>
                  <a:lnTo>
                    <a:pt x="753808" y="355378"/>
                  </a:lnTo>
                  <a:lnTo>
                    <a:pt x="754189" y="355378"/>
                  </a:lnTo>
                  <a:lnTo>
                    <a:pt x="754571" y="355663"/>
                  </a:lnTo>
                  <a:lnTo>
                    <a:pt x="756761" y="356711"/>
                  </a:lnTo>
                  <a:lnTo>
                    <a:pt x="757523" y="356902"/>
                  </a:lnTo>
                  <a:lnTo>
                    <a:pt x="758380" y="356902"/>
                  </a:lnTo>
                  <a:lnTo>
                    <a:pt x="759047" y="356521"/>
                  </a:lnTo>
                  <a:lnTo>
                    <a:pt x="759333" y="355473"/>
                  </a:lnTo>
                  <a:lnTo>
                    <a:pt x="759142" y="354902"/>
                  </a:lnTo>
                  <a:lnTo>
                    <a:pt x="758857" y="354521"/>
                  </a:lnTo>
                  <a:lnTo>
                    <a:pt x="758762" y="354139"/>
                  </a:lnTo>
                  <a:lnTo>
                    <a:pt x="759142" y="353663"/>
                  </a:lnTo>
                  <a:lnTo>
                    <a:pt x="759523" y="353473"/>
                  </a:lnTo>
                  <a:lnTo>
                    <a:pt x="760095" y="353378"/>
                  </a:lnTo>
                  <a:lnTo>
                    <a:pt x="762762" y="353663"/>
                  </a:lnTo>
                  <a:lnTo>
                    <a:pt x="764667" y="354235"/>
                  </a:lnTo>
                  <a:lnTo>
                    <a:pt x="766477" y="354997"/>
                  </a:lnTo>
                  <a:lnTo>
                    <a:pt x="767620" y="355854"/>
                  </a:lnTo>
                  <a:lnTo>
                    <a:pt x="768477" y="358616"/>
                  </a:lnTo>
                  <a:lnTo>
                    <a:pt x="768858" y="359093"/>
                  </a:lnTo>
                  <a:lnTo>
                    <a:pt x="769430" y="358997"/>
                  </a:lnTo>
                  <a:lnTo>
                    <a:pt x="769811" y="358807"/>
                  </a:lnTo>
                  <a:lnTo>
                    <a:pt x="770191" y="358807"/>
                  </a:lnTo>
                  <a:lnTo>
                    <a:pt x="771144" y="359664"/>
                  </a:lnTo>
                  <a:lnTo>
                    <a:pt x="772668" y="360521"/>
                  </a:lnTo>
                  <a:lnTo>
                    <a:pt x="774097" y="359283"/>
                  </a:lnTo>
                  <a:lnTo>
                    <a:pt x="774668" y="358616"/>
                  </a:lnTo>
                  <a:lnTo>
                    <a:pt x="774859" y="357473"/>
                  </a:lnTo>
                  <a:lnTo>
                    <a:pt x="774954" y="356330"/>
                  </a:lnTo>
                  <a:lnTo>
                    <a:pt x="775240" y="355568"/>
                  </a:lnTo>
                  <a:lnTo>
                    <a:pt x="775811" y="355092"/>
                  </a:lnTo>
                  <a:lnTo>
                    <a:pt x="777335" y="354711"/>
                  </a:lnTo>
                  <a:lnTo>
                    <a:pt x="777430" y="354902"/>
                  </a:lnTo>
                  <a:lnTo>
                    <a:pt x="777145" y="355568"/>
                  </a:lnTo>
                  <a:lnTo>
                    <a:pt x="776668" y="356235"/>
                  </a:lnTo>
                  <a:lnTo>
                    <a:pt x="776192" y="356711"/>
                  </a:lnTo>
                  <a:lnTo>
                    <a:pt x="775811" y="357188"/>
                  </a:lnTo>
                  <a:lnTo>
                    <a:pt x="775621" y="357950"/>
                  </a:lnTo>
                  <a:lnTo>
                    <a:pt x="775716" y="359093"/>
                  </a:lnTo>
                  <a:lnTo>
                    <a:pt x="776097" y="359759"/>
                  </a:lnTo>
                  <a:lnTo>
                    <a:pt x="777145" y="360997"/>
                  </a:lnTo>
                  <a:lnTo>
                    <a:pt x="777907" y="362426"/>
                  </a:lnTo>
                  <a:lnTo>
                    <a:pt x="778478" y="363188"/>
                  </a:lnTo>
                  <a:lnTo>
                    <a:pt x="779716" y="363855"/>
                  </a:lnTo>
                  <a:lnTo>
                    <a:pt x="780383" y="365474"/>
                  </a:lnTo>
                  <a:lnTo>
                    <a:pt x="781050" y="366046"/>
                  </a:lnTo>
                  <a:lnTo>
                    <a:pt x="782288" y="365951"/>
                  </a:lnTo>
                  <a:lnTo>
                    <a:pt x="782860" y="366046"/>
                  </a:lnTo>
                  <a:lnTo>
                    <a:pt x="784098" y="366713"/>
                  </a:lnTo>
                  <a:lnTo>
                    <a:pt x="784384" y="366808"/>
                  </a:lnTo>
                  <a:lnTo>
                    <a:pt x="785527" y="366998"/>
                  </a:lnTo>
                  <a:lnTo>
                    <a:pt x="786193" y="367475"/>
                  </a:lnTo>
                  <a:lnTo>
                    <a:pt x="786289" y="368237"/>
                  </a:lnTo>
                  <a:lnTo>
                    <a:pt x="785622" y="370618"/>
                  </a:lnTo>
                  <a:lnTo>
                    <a:pt x="785527" y="372046"/>
                  </a:lnTo>
                  <a:lnTo>
                    <a:pt x="785908" y="373189"/>
                  </a:lnTo>
                  <a:lnTo>
                    <a:pt x="787051" y="373571"/>
                  </a:lnTo>
                  <a:lnTo>
                    <a:pt x="786860" y="374618"/>
                  </a:lnTo>
                  <a:lnTo>
                    <a:pt x="787717" y="375380"/>
                  </a:lnTo>
                  <a:lnTo>
                    <a:pt x="788956" y="375856"/>
                  </a:lnTo>
                  <a:lnTo>
                    <a:pt x="790099" y="376047"/>
                  </a:lnTo>
                  <a:lnTo>
                    <a:pt x="791147" y="376428"/>
                  </a:lnTo>
                  <a:lnTo>
                    <a:pt x="791908" y="377380"/>
                  </a:lnTo>
                  <a:lnTo>
                    <a:pt x="792861" y="379571"/>
                  </a:lnTo>
                  <a:lnTo>
                    <a:pt x="793337" y="381857"/>
                  </a:lnTo>
                  <a:lnTo>
                    <a:pt x="793242" y="384048"/>
                  </a:lnTo>
                  <a:lnTo>
                    <a:pt x="791813" y="390716"/>
                  </a:lnTo>
                  <a:lnTo>
                    <a:pt x="791623" y="394240"/>
                  </a:lnTo>
                  <a:lnTo>
                    <a:pt x="791337" y="395192"/>
                  </a:lnTo>
                  <a:lnTo>
                    <a:pt x="789813" y="398621"/>
                  </a:lnTo>
                  <a:lnTo>
                    <a:pt x="789241" y="399574"/>
                  </a:lnTo>
                  <a:lnTo>
                    <a:pt x="788670" y="399955"/>
                  </a:lnTo>
                  <a:lnTo>
                    <a:pt x="787908" y="400241"/>
                  </a:lnTo>
                  <a:lnTo>
                    <a:pt x="785431" y="401574"/>
                  </a:lnTo>
                  <a:lnTo>
                    <a:pt x="784860" y="402050"/>
                  </a:lnTo>
                  <a:lnTo>
                    <a:pt x="784765" y="402622"/>
                  </a:lnTo>
                  <a:lnTo>
                    <a:pt x="784860" y="403098"/>
                  </a:lnTo>
                  <a:lnTo>
                    <a:pt x="785146" y="403479"/>
                  </a:lnTo>
                  <a:lnTo>
                    <a:pt x="785527" y="403765"/>
                  </a:lnTo>
                  <a:lnTo>
                    <a:pt x="785241" y="403860"/>
                  </a:lnTo>
                  <a:lnTo>
                    <a:pt x="784765" y="404241"/>
                  </a:lnTo>
                  <a:lnTo>
                    <a:pt x="784479" y="404431"/>
                  </a:lnTo>
                  <a:lnTo>
                    <a:pt x="787146" y="406908"/>
                  </a:lnTo>
                  <a:lnTo>
                    <a:pt x="787908" y="407289"/>
                  </a:lnTo>
                  <a:lnTo>
                    <a:pt x="788956" y="407480"/>
                  </a:lnTo>
                  <a:lnTo>
                    <a:pt x="791432" y="408813"/>
                  </a:lnTo>
                  <a:lnTo>
                    <a:pt x="793051" y="409194"/>
                  </a:lnTo>
                  <a:lnTo>
                    <a:pt x="793528" y="409480"/>
                  </a:lnTo>
                  <a:lnTo>
                    <a:pt x="794480" y="410909"/>
                  </a:lnTo>
                  <a:lnTo>
                    <a:pt x="794671" y="411480"/>
                  </a:lnTo>
                  <a:lnTo>
                    <a:pt x="796195" y="414909"/>
                  </a:lnTo>
                  <a:lnTo>
                    <a:pt x="796480" y="417195"/>
                  </a:lnTo>
                  <a:lnTo>
                    <a:pt x="796004" y="419386"/>
                  </a:lnTo>
                  <a:lnTo>
                    <a:pt x="795242" y="421577"/>
                  </a:lnTo>
                  <a:lnTo>
                    <a:pt x="794766" y="423863"/>
                  </a:lnTo>
                  <a:lnTo>
                    <a:pt x="794766" y="424815"/>
                  </a:lnTo>
                  <a:lnTo>
                    <a:pt x="794861" y="425863"/>
                  </a:lnTo>
                  <a:lnTo>
                    <a:pt x="795242" y="426720"/>
                  </a:lnTo>
                  <a:lnTo>
                    <a:pt x="796004" y="427101"/>
                  </a:lnTo>
                  <a:lnTo>
                    <a:pt x="796671" y="427577"/>
                  </a:lnTo>
                  <a:lnTo>
                    <a:pt x="797147" y="428720"/>
                  </a:lnTo>
                  <a:lnTo>
                    <a:pt x="797909" y="433292"/>
                  </a:lnTo>
                  <a:lnTo>
                    <a:pt x="798005" y="435578"/>
                  </a:lnTo>
                  <a:lnTo>
                    <a:pt x="798195" y="436436"/>
                  </a:lnTo>
                  <a:lnTo>
                    <a:pt x="800386" y="440246"/>
                  </a:lnTo>
                  <a:lnTo>
                    <a:pt x="801433" y="441484"/>
                  </a:lnTo>
                  <a:lnTo>
                    <a:pt x="802767" y="441865"/>
                  </a:lnTo>
                  <a:lnTo>
                    <a:pt x="804577" y="440722"/>
                  </a:lnTo>
                  <a:lnTo>
                    <a:pt x="803720" y="442722"/>
                  </a:lnTo>
                  <a:lnTo>
                    <a:pt x="802005" y="442722"/>
                  </a:lnTo>
                  <a:lnTo>
                    <a:pt x="800290" y="442531"/>
                  </a:lnTo>
                  <a:lnTo>
                    <a:pt x="799529" y="443865"/>
                  </a:lnTo>
                  <a:lnTo>
                    <a:pt x="799243" y="444532"/>
                  </a:lnTo>
                  <a:lnTo>
                    <a:pt x="798195" y="445675"/>
                  </a:lnTo>
                  <a:lnTo>
                    <a:pt x="798005" y="446151"/>
                  </a:lnTo>
                  <a:lnTo>
                    <a:pt x="798576" y="446722"/>
                  </a:lnTo>
                  <a:lnTo>
                    <a:pt x="800481" y="447104"/>
                  </a:lnTo>
                  <a:lnTo>
                    <a:pt x="800862" y="447770"/>
                  </a:lnTo>
                  <a:lnTo>
                    <a:pt x="800957" y="448628"/>
                  </a:lnTo>
                  <a:lnTo>
                    <a:pt x="801433" y="450342"/>
                  </a:lnTo>
                  <a:lnTo>
                    <a:pt x="801624" y="452438"/>
                  </a:lnTo>
                  <a:lnTo>
                    <a:pt x="802576" y="454724"/>
                  </a:lnTo>
                  <a:lnTo>
                    <a:pt x="802672" y="456247"/>
                  </a:lnTo>
                  <a:lnTo>
                    <a:pt x="802196" y="457867"/>
                  </a:lnTo>
                  <a:lnTo>
                    <a:pt x="801338" y="459391"/>
                  </a:lnTo>
                  <a:lnTo>
                    <a:pt x="800481" y="460438"/>
                  </a:lnTo>
                  <a:lnTo>
                    <a:pt x="801433" y="462248"/>
                  </a:lnTo>
                  <a:lnTo>
                    <a:pt x="802291" y="464534"/>
                  </a:lnTo>
                  <a:lnTo>
                    <a:pt x="803529" y="466058"/>
                  </a:lnTo>
                  <a:lnTo>
                    <a:pt x="805529" y="465772"/>
                  </a:lnTo>
                  <a:lnTo>
                    <a:pt x="810958" y="461677"/>
                  </a:lnTo>
                  <a:lnTo>
                    <a:pt x="816483" y="459296"/>
                  </a:lnTo>
                  <a:lnTo>
                    <a:pt x="818674" y="458914"/>
                  </a:lnTo>
                  <a:lnTo>
                    <a:pt x="820769" y="459391"/>
                  </a:lnTo>
                  <a:lnTo>
                    <a:pt x="822293" y="461105"/>
                  </a:lnTo>
                  <a:lnTo>
                    <a:pt x="822960" y="463296"/>
                  </a:lnTo>
                  <a:lnTo>
                    <a:pt x="823246" y="464534"/>
                  </a:lnTo>
                  <a:lnTo>
                    <a:pt x="823341" y="465582"/>
                  </a:lnTo>
                  <a:lnTo>
                    <a:pt x="823627" y="466820"/>
                  </a:lnTo>
                  <a:lnTo>
                    <a:pt x="823722" y="467392"/>
                  </a:lnTo>
                  <a:lnTo>
                    <a:pt x="823531" y="467773"/>
                  </a:lnTo>
                  <a:lnTo>
                    <a:pt x="823150" y="467868"/>
                  </a:lnTo>
                  <a:lnTo>
                    <a:pt x="822865" y="468059"/>
                  </a:lnTo>
                  <a:lnTo>
                    <a:pt x="822960" y="468630"/>
                  </a:lnTo>
                  <a:lnTo>
                    <a:pt x="824674" y="470059"/>
                  </a:lnTo>
                  <a:lnTo>
                    <a:pt x="826580" y="469106"/>
                  </a:lnTo>
                  <a:lnTo>
                    <a:pt x="830771" y="463677"/>
                  </a:lnTo>
                  <a:lnTo>
                    <a:pt x="831628" y="462820"/>
                  </a:lnTo>
                  <a:lnTo>
                    <a:pt x="832580" y="462439"/>
                  </a:lnTo>
                  <a:lnTo>
                    <a:pt x="833533" y="462248"/>
                  </a:lnTo>
                  <a:lnTo>
                    <a:pt x="836105" y="461391"/>
                  </a:lnTo>
                  <a:lnTo>
                    <a:pt x="837057" y="461010"/>
                  </a:lnTo>
                  <a:lnTo>
                    <a:pt x="839057" y="459677"/>
                  </a:lnTo>
                  <a:lnTo>
                    <a:pt x="840200" y="459391"/>
                  </a:lnTo>
                  <a:lnTo>
                    <a:pt x="840676" y="460438"/>
                  </a:lnTo>
                  <a:lnTo>
                    <a:pt x="840200" y="460438"/>
                  </a:lnTo>
                  <a:lnTo>
                    <a:pt x="835819" y="462248"/>
                  </a:lnTo>
                  <a:lnTo>
                    <a:pt x="834009" y="462725"/>
                  </a:lnTo>
                  <a:lnTo>
                    <a:pt x="832199" y="463487"/>
                  </a:lnTo>
                  <a:lnTo>
                    <a:pt x="830580" y="464820"/>
                  </a:lnTo>
                  <a:lnTo>
                    <a:pt x="830104" y="465392"/>
                  </a:lnTo>
                  <a:lnTo>
                    <a:pt x="829628" y="466249"/>
                  </a:lnTo>
                  <a:lnTo>
                    <a:pt x="829532" y="467011"/>
                  </a:lnTo>
                  <a:lnTo>
                    <a:pt x="830389" y="467296"/>
                  </a:lnTo>
                  <a:lnTo>
                    <a:pt x="832295" y="467296"/>
                  </a:lnTo>
                  <a:lnTo>
                    <a:pt x="833152" y="467487"/>
                  </a:lnTo>
                  <a:lnTo>
                    <a:pt x="837533" y="469868"/>
                  </a:lnTo>
                  <a:lnTo>
                    <a:pt x="839438" y="470249"/>
                  </a:lnTo>
                  <a:lnTo>
                    <a:pt x="841724" y="470059"/>
                  </a:lnTo>
                  <a:lnTo>
                    <a:pt x="845630" y="468630"/>
                  </a:lnTo>
                  <a:lnTo>
                    <a:pt x="858012" y="462058"/>
                  </a:lnTo>
                  <a:lnTo>
                    <a:pt x="859536" y="461486"/>
                  </a:lnTo>
                  <a:lnTo>
                    <a:pt x="861536" y="461296"/>
                  </a:lnTo>
                  <a:lnTo>
                    <a:pt x="866013" y="461677"/>
                  </a:lnTo>
                  <a:lnTo>
                    <a:pt x="868013" y="462248"/>
                  </a:lnTo>
                  <a:lnTo>
                    <a:pt x="869537" y="463391"/>
                  </a:lnTo>
                  <a:lnTo>
                    <a:pt x="869918" y="464153"/>
                  </a:lnTo>
                  <a:lnTo>
                    <a:pt x="870204" y="465106"/>
                  </a:lnTo>
                  <a:lnTo>
                    <a:pt x="870680" y="465868"/>
                  </a:lnTo>
                  <a:lnTo>
                    <a:pt x="871633" y="466249"/>
                  </a:lnTo>
                  <a:lnTo>
                    <a:pt x="872585" y="466058"/>
                  </a:lnTo>
                  <a:lnTo>
                    <a:pt x="873347" y="465677"/>
                  </a:lnTo>
                  <a:lnTo>
                    <a:pt x="876776" y="463201"/>
                  </a:lnTo>
                  <a:lnTo>
                    <a:pt x="879062" y="462439"/>
                  </a:lnTo>
                  <a:lnTo>
                    <a:pt x="879157" y="462248"/>
                  </a:lnTo>
                  <a:lnTo>
                    <a:pt x="879634" y="462248"/>
                  </a:lnTo>
                  <a:lnTo>
                    <a:pt x="879729" y="462058"/>
                  </a:lnTo>
                  <a:lnTo>
                    <a:pt x="879634" y="461581"/>
                  </a:lnTo>
                  <a:lnTo>
                    <a:pt x="879443" y="461391"/>
                  </a:lnTo>
                  <a:lnTo>
                    <a:pt x="879253" y="461296"/>
                  </a:lnTo>
                  <a:lnTo>
                    <a:pt x="878776" y="460820"/>
                  </a:lnTo>
                  <a:lnTo>
                    <a:pt x="878491" y="460724"/>
                  </a:lnTo>
                  <a:lnTo>
                    <a:pt x="878205" y="460534"/>
                  </a:lnTo>
                  <a:lnTo>
                    <a:pt x="878014" y="460153"/>
                  </a:lnTo>
                  <a:lnTo>
                    <a:pt x="878110" y="459677"/>
                  </a:lnTo>
                  <a:lnTo>
                    <a:pt x="878396" y="459296"/>
                  </a:lnTo>
                  <a:lnTo>
                    <a:pt x="878681" y="459010"/>
                  </a:lnTo>
                  <a:lnTo>
                    <a:pt x="878776" y="458819"/>
                  </a:lnTo>
                  <a:lnTo>
                    <a:pt x="878967" y="458534"/>
                  </a:lnTo>
                  <a:lnTo>
                    <a:pt x="879443" y="458248"/>
                  </a:lnTo>
                  <a:lnTo>
                    <a:pt x="879920" y="457771"/>
                  </a:lnTo>
                  <a:lnTo>
                    <a:pt x="880205" y="457200"/>
                  </a:lnTo>
                  <a:lnTo>
                    <a:pt x="880205" y="456533"/>
                  </a:lnTo>
                  <a:lnTo>
                    <a:pt x="879824" y="454152"/>
                  </a:lnTo>
                  <a:lnTo>
                    <a:pt x="880110" y="453390"/>
                  </a:lnTo>
                  <a:lnTo>
                    <a:pt x="880777" y="452533"/>
                  </a:lnTo>
                  <a:lnTo>
                    <a:pt x="881634" y="451866"/>
                  </a:lnTo>
                  <a:lnTo>
                    <a:pt x="882396" y="451485"/>
                  </a:lnTo>
                  <a:lnTo>
                    <a:pt x="882301" y="452438"/>
                  </a:lnTo>
                  <a:lnTo>
                    <a:pt x="881539" y="453866"/>
                  </a:lnTo>
                  <a:lnTo>
                    <a:pt x="881348" y="454914"/>
                  </a:lnTo>
                  <a:lnTo>
                    <a:pt x="881539" y="455390"/>
                  </a:lnTo>
                  <a:lnTo>
                    <a:pt x="881920" y="455676"/>
                  </a:lnTo>
                  <a:lnTo>
                    <a:pt x="882301" y="455867"/>
                  </a:lnTo>
                  <a:lnTo>
                    <a:pt x="882491" y="456057"/>
                  </a:lnTo>
                  <a:lnTo>
                    <a:pt x="882491" y="458438"/>
                  </a:lnTo>
                  <a:lnTo>
                    <a:pt x="882777" y="460438"/>
                  </a:lnTo>
                  <a:lnTo>
                    <a:pt x="886015" y="466249"/>
                  </a:lnTo>
                  <a:lnTo>
                    <a:pt x="886587" y="468535"/>
                  </a:lnTo>
                  <a:lnTo>
                    <a:pt x="885825" y="472916"/>
                  </a:lnTo>
                  <a:lnTo>
                    <a:pt x="885730" y="475297"/>
                  </a:lnTo>
                  <a:lnTo>
                    <a:pt x="887158" y="484251"/>
                  </a:lnTo>
                  <a:lnTo>
                    <a:pt x="887158" y="485489"/>
                  </a:lnTo>
                  <a:lnTo>
                    <a:pt x="886778" y="488823"/>
                  </a:lnTo>
                  <a:lnTo>
                    <a:pt x="886492" y="489871"/>
                  </a:lnTo>
                  <a:lnTo>
                    <a:pt x="885349" y="492157"/>
                  </a:lnTo>
                  <a:lnTo>
                    <a:pt x="885349" y="493300"/>
                  </a:lnTo>
                  <a:lnTo>
                    <a:pt x="886015" y="493967"/>
                  </a:lnTo>
                  <a:lnTo>
                    <a:pt x="888492" y="494729"/>
                  </a:lnTo>
                  <a:lnTo>
                    <a:pt x="889445" y="495300"/>
                  </a:lnTo>
                  <a:lnTo>
                    <a:pt x="890397" y="495395"/>
                  </a:lnTo>
                  <a:lnTo>
                    <a:pt x="891730" y="494729"/>
                  </a:lnTo>
                  <a:lnTo>
                    <a:pt x="893921" y="493014"/>
                  </a:lnTo>
                  <a:lnTo>
                    <a:pt x="901446" y="485489"/>
                  </a:lnTo>
                  <a:lnTo>
                    <a:pt x="906018" y="482727"/>
                  </a:lnTo>
                  <a:lnTo>
                    <a:pt x="911257" y="481870"/>
                  </a:lnTo>
                  <a:lnTo>
                    <a:pt x="913733" y="482346"/>
                  </a:lnTo>
                  <a:lnTo>
                    <a:pt x="915924" y="483203"/>
                  </a:lnTo>
                  <a:lnTo>
                    <a:pt x="922972" y="488347"/>
                  </a:lnTo>
                  <a:lnTo>
                    <a:pt x="924020" y="488728"/>
                  </a:lnTo>
                  <a:lnTo>
                    <a:pt x="924592" y="488633"/>
                  </a:lnTo>
                  <a:lnTo>
                    <a:pt x="925068" y="488347"/>
                  </a:lnTo>
                  <a:lnTo>
                    <a:pt x="925449" y="487966"/>
                  </a:lnTo>
                  <a:lnTo>
                    <a:pt x="925639" y="487394"/>
                  </a:lnTo>
                  <a:lnTo>
                    <a:pt x="925925" y="487204"/>
                  </a:lnTo>
                  <a:lnTo>
                    <a:pt x="927830" y="487585"/>
                  </a:lnTo>
                  <a:lnTo>
                    <a:pt x="928878" y="487204"/>
                  </a:lnTo>
                  <a:lnTo>
                    <a:pt x="930592" y="485680"/>
                  </a:lnTo>
                  <a:lnTo>
                    <a:pt x="949166" y="473869"/>
                  </a:lnTo>
                  <a:lnTo>
                    <a:pt x="949166" y="473583"/>
                  </a:lnTo>
                  <a:lnTo>
                    <a:pt x="948595" y="473393"/>
                  </a:lnTo>
                  <a:lnTo>
                    <a:pt x="947452" y="473297"/>
                  </a:lnTo>
                  <a:lnTo>
                    <a:pt x="946880" y="473202"/>
                  </a:lnTo>
                  <a:lnTo>
                    <a:pt x="946309" y="472916"/>
                  </a:lnTo>
                  <a:lnTo>
                    <a:pt x="945928" y="472630"/>
                  </a:lnTo>
                  <a:lnTo>
                    <a:pt x="945261" y="471964"/>
                  </a:lnTo>
                  <a:lnTo>
                    <a:pt x="944785" y="471011"/>
                  </a:lnTo>
                  <a:lnTo>
                    <a:pt x="945166" y="469963"/>
                  </a:lnTo>
                  <a:lnTo>
                    <a:pt x="945928" y="469106"/>
                  </a:lnTo>
                  <a:lnTo>
                    <a:pt x="946595" y="468535"/>
                  </a:lnTo>
                  <a:lnTo>
                    <a:pt x="946975" y="468154"/>
                  </a:lnTo>
                  <a:lnTo>
                    <a:pt x="947166" y="467963"/>
                  </a:lnTo>
                  <a:lnTo>
                    <a:pt x="947452" y="467963"/>
                  </a:lnTo>
                  <a:lnTo>
                    <a:pt x="948023" y="468059"/>
                  </a:lnTo>
                  <a:lnTo>
                    <a:pt x="948214" y="468059"/>
                  </a:lnTo>
                  <a:lnTo>
                    <a:pt x="948690" y="467582"/>
                  </a:lnTo>
                  <a:lnTo>
                    <a:pt x="949071" y="466535"/>
                  </a:lnTo>
                  <a:lnTo>
                    <a:pt x="949452" y="466058"/>
                  </a:lnTo>
                  <a:lnTo>
                    <a:pt x="949738" y="465201"/>
                  </a:lnTo>
                  <a:lnTo>
                    <a:pt x="949642" y="461486"/>
                  </a:lnTo>
                  <a:lnTo>
                    <a:pt x="953167" y="467773"/>
                  </a:lnTo>
                  <a:lnTo>
                    <a:pt x="954596" y="468439"/>
                  </a:lnTo>
                  <a:lnTo>
                    <a:pt x="956215" y="468916"/>
                  </a:lnTo>
                  <a:lnTo>
                    <a:pt x="957453" y="469583"/>
                  </a:lnTo>
                  <a:lnTo>
                    <a:pt x="958501" y="470440"/>
                  </a:lnTo>
                  <a:lnTo>
                    <a:pt x="958977" y="471011"/>
                  </a:lnTo>
                  <a:lnTo>
                    <a:pt x="959263" y="472630"/>
                  </a:lnTo>
                  <a:lnTo>
                    <a:pt x="959548" y="473488"/>
                  </a:lnTo>
                  <a:lnTo>
                    <a:pt x="960025" y="474250"/>
                  </a:lnTo>
                  <a:lnTo>
                    <a:pt x="960596" y="474917"/>
                  </a:lnTo>
                  <a:lnTo>
                    <a:pt x="961263" y="475488"/>
                  </a:lnTo>
                  <a:lnTo>
                    <a:pt x="962882" y="476345"/>
                  </a:lnTo>
                  <a:lnTo>
                    <a:pt x="963644" y="476917"/>
                  </a:lnTo>
                  <a:lnTo>
                    <a:pt x="966406" y="479965"/>
                  </a:lnTo>
                  <a:lnTo>
                    <a:pt x="966121" y="478631"/>
                  </a:lnTo>
                  <a:lnTo>
                    <a:pt x="963835" y="474250"/>
                  </a:lnTo>
                  <a:lnTo>
                    <a:pt x="964501" y="474536"/>
                  </a:lnTo>
                  <a:lnTo>
                    <a:pt x="965168" y="475297"/>
                  </a:lnTo>
                  <a:lnTo>
                    <a:pt x="965740" y="476250"/>
                  </a:lnTo>
                  <a:lnTo>
                    <a:pt x="965930" y="477012"/>
                  </a:lnTo>
                  <a:lnTo>
                    <a:pt x="966025" y="478250"/>
                  </a:lnTo>
                  <a:lnTo>
                    <a:pt x="966406" y="478822"/>
                  </a:lnTo>
                  <a:lnTo>
                    <a:pt x="967073" y="479012"/>
                  </a:lnTo>
                  <a:lnTo>
                    <a:pt x="970121" y="478727"/>
                  </a:lnTo>
                  <a:lnTo>
                    <a:pt x="970979" y="478250"/>
                  </a:lnTo>
                  <a:lnTo>
                    <a:pt x="971359" y="477298"/>
                  </a:lnTo>
                  <a:lnTo>
                    <a:pt x="971645" y="476155"/>
                  </a:lnTo>
                  <a:lnTo>
                    <a:pt x="972407" y="475393"/>
                  </a:lnTo>
                  <a:lnTo>
                    <a:pt x="973455" y="474917"/>
                  </a:lnTo>
                  <a:lnTo>
                    <a:pt x="974598" y="474631"/>
                  </a:lnTo>
                  <a:lnTo>
                    <a:pt x="979075" y="474631"/>
                  </a:lnTo>
                  <a:lnTo>
                    <a:pt x="980027" y="474821"/>
                  </a:lnTo>
                  <a:lnTo>
                    <a:pt x="980504" y="475393"/>
                  </a:lnTo>
                  <a:lnTo>
                    <a:pt x="981647" y="479108"/>
                  </a:lnTo>
                  <a:lnTo>
                    <a:pt x="981742" y="481298"/>
                  </a:lnTo>
                  <a:lnTo>
                    <a:pt x="981361" y="483584"/>
                  </a:lnTo>
                  <a:lnTo>
                    <a:pt x="980694" y="485680"/>
                  </a:lnTo>
                  <a:lnTo>
                    <a:pt x="981075" y="489585"/>
                  </a:lnTo>
                  <a:lnTo>
                    <a:pt x="985361" y="490442"/>
                  </a:lnTo>
                  <a:lnTo>
                    <a:pt x="990695" y="489490"/>
                  </a:lnTo>
                  <a:lnTo>
                    <a:pt x="994410" y="488156"/>
                  </a:lnTo>
                  <a:lnTo>
                    <a:pt x="997744" y="486251"/>
                  </a:lnTo>
                  <a:lnTo>
                    <a:pt x="999458" y="485775"/>
                  </a:lnTo>
                  <a:lnTo>
                    <a:pt x="1002697" y="484251"/>
                  </a:lnTo>
                  <a:lnTo>
                    <a:pt x="1004697" y="480917"/>
                  </a:lnTo>
                  <a:lnTo>
                    <a:pt x="1005459" y="480346"/>
                  </a:lnTo>
                  <a:lnTo>
                    <a:pt x="1005649" y="480060"/>
                  </a:lnTo>
                  <a:lnTo>
                    <a:pt x="1005745" y="478822"/>
                  </a:lnTo>
                  <a:lnTo>
                    <a:pt x="1006221" y="476441"/>
                  </a:lnTo>
                  <a:lnTo>
                    <a:pt x="1006412" y="475964"/>
                  </a:lnTo>
                  <a:lnTo>
                    <a:pt x="1006697" y="475488"/>
                  </a:lnTo>
                  <a:lnTo>
                    <a:pt x="1006983" y="476821"/>
                  </a:lnTo>
                  <a:lnTo>
                    <a:pt x="1006030" y="481965"/>
                  </a:lnTo>
                  <a:lnTo>
                    <a:pt x="1006221" y="483680"/>
                  </a:lnTo>
                  <a:lnTo>
                    <a:pt x="1007173" y="484727"/>
                  </a:lnTo>
                  <a:lnTo>
                    <a:pt x="1008602" y="485299"/>
                  </a:lnTo>
                  <a:lnTo>
                    <a:pt x="1010317" y="485489"/>
                  </a:lnTo>
                  <a:lnTo>
                    <a:pt x="1013555" y="484346"/>
                  </a:lnTo>
                  <a:lnTo>
                    <a:pt x="1015746" y="481489"/>
                  </a:lnTo>
                  <a:lnTo>
                    <a:pt x="1017556" y="478441"/>
                  </a:lnTo>
                  <a:lnTo>
                    <a:pt x="1019651" y="476536"/>
                  </a:lnTo>
                  <a:lnTo>
                    <a:pt x="1019365" y="477774"/>
                  </a:lnTo>
                  <a:lnTo>
                    <a:pt x="1018889" y="478536"/>
                  </a:lnTo>
                  <a:lnTo>
                    <a:pt x="1017461" y="480155"/>
                  </a:lnTo>
                  <a:lnTo>
                    <a:pt x="1016317" y="483584"/>
                  </a:lnTo>
                  <a:lnTo>
                    <a:pt x="1015841" y="484061"/>
                  </a:lnTo>
                  <a:lnTo>
                    <a:pt x="1014889" y="484442"/>
                  </a:lnTo>
                  <a:lnTo>
                    <a:pt x="1014317" y="485299"/>
                  </a:lnTo>
                  <a:lnTo>
                    <a:pt x="1014222" y="486346"/>
                  </a:lnTo>
                  <a:lnTo>
                    <a:pt x="1014698" y="487204"/>
                  </a:lnTo>
                  <a:lnTo>
                    <a:pt x="1015555" y="487775"/>
                  </a:lnTo>
                  <a:lnTo>
                    <a:pt x="1019747" y="489585"/>
                  </a:lnTo>
                  <a:lnTo>
                    <a:pt x="1022128" y="491014"/>
                  </a:lnTo>
                  <a:lnTo>
                    <a:pt x="1024223" y="491680"/>
                  </a:lnTo>
                  <a:lnTo>
                    <a:pt x="1025557" y="491776"/>
                  </a:lnTo>
                  <a:lnTo>
                    <a:pt x="1026128" y="491109"/>
                  </a:lnTo>
                  <a:lnTo>
                    <a:pt x="1026700" y="485585"/>
                  </a:lnTo>
                  <a:lnTo>
                    <a:pt x="1027366" y="484822"/>
                  </a:lnTo>
                  <a:lnTo>
                    <a:pt x="1028319" y="484251"/>
                  </a:lnTo>
                  <a:lnTo>
                    <a:pt x="1029462" y="483775"/>
                  </a:lnTo>
                  <a:lnTo>
                    <a:pt x="1028033" y="490442"/>
                  </a:lnTo>
                  <a:lnTo>
                    <a:pt x="1027938" y="492728"/>
                  </a:lnTo>
                  <a:lnTo>
                    <a:pt x="1028700" y="495014"/>
                  </a:lnTo>
                  <a:lnTo>
                    <a:pt x="1031843" y="498920"/>
                  </a:lnTo>
                  <a:lnTo>
                    <a:pt x="1032605" y="501301"/>
                  </a:lnTo>
                  <a:lnTo>
                    <a:pt x="1032224" y="510254"/>
                  </a:lnTo>
                  <a:lnTo>
                    <a:pt x="1032605" y="513969"/>
                  </a:lnTo>
                  <a:lnTo>
                    <a:pt x="1033653" y="518541"/>
                  </a:lnTo>
                  <a:lnTo>
                    <a:pt x="1032510" y="522542"/>
                  </a:lnTo>
                  <a:lnTo>
                    <a:pt x="1032320" y="524828"/>
                  </a:lnTo>
                  <a:lnTo>
                    <a:pt x="1033272" y="526828"/>
                  </a:lnTo>
                  <a:lnTo>
                    <a:pt x="1035367" y="527590"/>
                  </a:lnTo>
                  <a:lnTo>
                    <a:pt x="1037939" y="526923"/>
                  </a:lnTo>
                  <a:lnTo>
                    <a:pt x="1046512" y="521684"/>
                  </a:lnTo>
                  <a:lnTo>
                    <a:pt x="1056227" y="517208"/>
                  </a:lnTo>
                  <a:lnTo>
                    <a:pt x="1069562" y="511778"/>
                  </a:lnTo>
                  <a:lnTo>
                    <a:pt x="1083755" y="506444"/>
                  </a:lnTo>
                  <a:lnTo>
                    <a:pt x="1092994" y="502063"/>
                  </a:lnTo>
                  <a:lnTo>
                    <a:pt x="1094994" y="500634"/>
                  </a:lnTo>
                  <a:lnTo>
                    <a:pt x="1097089" y="498729"/>
                  </a:lnTo>
                  <a:lnTo>
                    <a:pt x="1098232" y="498062"/>
                  </a:lnTo>
                  <a:lnTo>
                    <a:pt x="1099471" y="497777"/>
                  </a:lnTo>
                  <a:lnTo>
                    <a:pt x="1102995" y="497777"/>
                  </a:lnTo>
                  <a:lnTo>
                    <a:pt x="1104043" y="497491"/>
                  </a:lnTo>
                  <a:lnTo>
                    <a:pt x="1105186" y="496157"/>
                  </a:lnTo>
                  <a:lnTo>
                    <a:pt x="1105757" y="493967"/>
                  </a:lnTo>
                  <a:lnTo>
                    <a:pt x="1106233" y="489299"/>
                  </a:lnTo>
                  <a:lnTo>
                    <a:pt x="1106996" y="487204"/>
                  </a:lnTo>
                  <a:lnTo>
                    <a:pt x="1110234" y="481679"/>
                  </a:lnTo>
                  <a:lnTo>
                    <a:pt x="1110996" y="479488"/>
                  </a:lnTo>
                  <a:lnTo>
                    <a:pt x="1111567" y="478536"/>
                  </a:lnTo>
                  <a:lnTo>
                    <a:pt x="1112234" y="478155"/>
                  </a:lnTo>
                  <a:lnTo>
                    <a:pt x="1113949" y="477488"/>
                  </a:lnTo>
                  <a:lnTo>
                    <a:pt x="1114806" y="477488"/>
                  </a:lnTo>
                  <a:lnTo>
                    <a:pt x="1114520" y="478536"/>
                  </a:lnTo>
                  <a:lnTo>
                    <a:pt x="1114139" y="478917"/>
                  </a:lnTo>
                  <a:lnTo>
                    <a:pt x="1113758" y="479298"/>
                  </a:lnTo>
                  <a:lnTo>
                    <a:pt x="1113282" y="478917"/>
                  </a:lnTo>
                  <a:lnTo>
                    <a:pt x="1112806" y="479108"/>
                  </a:lnTo>
                  <a:lnTo>
                    <a:pt x="1112425" y="479679"/>
                  </a:lnTo>
                  <a:lnTo>
                    <a:pt x="1112330" y="480441"/>
                  </a:lnTo>
                  <a:lnTo>
                    <a:pt x="1113568" y="479965"/>
                  </a:lnTo>
                  <a:lnTo>
                    <a:pt x="1114520" y="479679"/>
                  </a:lnTo>
                  <a:lnTo>
                    <a:pt x="1115187" y="479203"/>
                  </a:lnTo>
                  <a:lnTo>
                    <a:pt x="1115568" y="477964"/>
                  </a:lnTo>
                  <a:lnTo>
                    <a:pt x="1115378" y="476726"/>
                  </a:lnTo>
                  <a:lnTo>
                    <a:pt x="1114330" y="474917"/>
                  </a:lnTo>
                  <a:lnTo>
                    <a:pt x="1114520" y="474059"/>
                  </a:lnTo>
                  <a:lnTo>
                    <a:pt x="1115187" y="474345"/>
                  </a:lnTo>
                  <a:lnTo>
                    <a:pt x="1117282" y="473583"/>
                  </a:lnTo>
                  <a:lnTo>
                    <a:pt x="1119664" y="473107"/>
                  </a:lnTo>
                  <a:lnTo>
                    <a:pt x="1119759" y="472440"/>
                  </a:lnTo>
                  <a:lnTo>
                    <a:pt x="1119092" y="471678"/>
                  </a:lnTo>
                  <a:lnTo>
                    <a:pt x="1115758" y="469297"/>
                  </a:lnTo>
                  <a:lnTo>
                    <a:pt x="1114997" y="468535"/>
                  </a:lnTo>
                  <a:lnTo>
                    <a:pt x="1114425" y="467487"/>
                  </a:lnTo>
                  <a:lnTo>
                    <a:pt x="1114425" y="466630"/>
                  </a:lnTo>
                  <a:lnTo>
                    <a:pt x="1114139" y="466058"/>
                  </a:lnTo>
                  <a:lnTo>
                    <a:pt x="1112615" y="465772"/>
                  </a:lnTo>
                  <a:lnTo>
                    <a:pt x="1111853" y="466154"/>
                  </a:lnTo>
                  <a:lnTo>
                    <a:pt x="1111472" y="466249"/>
                  </a:lnTo>
                  <a:lnTo>
                    <a:pt x="1111187" y="465772"/>
                  </a:lnTo>
                  <a:lnTo>
                    <a:pt x="1111377" y="465201"/>
                  </a:lnTo>
                  <a:lnTo>
                    <a:pt x="1111853" y="464630"/>
                  </a:lnTo>
                  <a:lnTo>
                    <a:pt x="1112234" y="464058"/>
                  </a:lnTo>
                  <a:lnTo>
                    <a:pt x="1112044" y="463391"/>
                  </a:lnTo>
                  <a:lnTo>
                    <a:pt x="1111472" y="462153"/>
                  </a:lnTo>
                  <a:lnTo>
                    <a:pt x="1111758" y="461105"/>
                  </a:lnTo>
                  <a:lnTo>
                    <a:pt x="1112425" y="460058"/>
                  </a:lnTo>
                  <a:lnTo>
                    <a:pt x="1112901" y="458914"/>
                  </a:lnTo>
                  <a:lnTo>
                    <a:pt x="1112901" y="458343"/>
                  </a:lnTo>
                  <a:lnTo>
                    <a:pt x="1112615" y="457391"/>
                  </a:lnTo>
                  <a:lnTo>
                    <a:pt x="1112615" y="457105"/>
                  </a:lnTo>
                  <a:lnTo>
                    <a:pt x="1112901" y="456533"/>
                  </a:lnTo>
                  <a:lnTo>
                    <a:pt x="1113282" y="456152"/>
                  </a:lnTo>
                  <a:lnTo>
                    <a:pt x="1113568" y="456152"/>
                  </a:lnTo>
                  <a:lnTo>
                    <a:pt x="1113758" y="456533"/>
                  </a:lnTo>
                  <a:lnTo>
                    <a:pt x="1113854" y="457581"/>
                  </a:lnTo>
                  <a:lnTo>
                    <a:pt x="1114044" y="458819"/>
                  </a:lnTo>
                  <a:lnTo>
                    <a:pt x="1114425" y="459962"/>
                  </a:lnTo>
                  <a:lnTo>
                    <a:pt x="1114901" y="460724"/>
                  </a:lnTo>
                  <a:lnTo>
                    <a:pt x="1115378" y="461105"/>
                  </a:lnTo>
                  <a:lnTo>
                    <a:pt x="1116235" y="461391"/>
                  </a:lnTo>
                  <a:lnTo>
                    <a:pt x="1116616" y="461772"/>
                  </a:lnTo>
                  <a:lnTo>
                    <a:pt x="1116806" y="462153"/>
                  </a:lnTo>
                  <a:lnTo>
                    <a:pt x="1116901" y="462629"/>
                  </a:lnTo>
                  <a:lnTo>
                    <a:pt x="1117092" y="465011"/>
                  </a:lnTo>
                  <a:lnTo>
                    <a:pt x="1117568" y="465868"/>
                  </a:lnTo>
                  <a:lnTo>
                    <a:pt x="1118330" y="466249"/>
                  </a:lnTo>
                  <a:lnTo>
                    <a:pt x="1119378" y="466058"/>
                  </a:lnTo>
                  <a:lnTo>
                    <a:pt x="1120616" y="465106"/>
                  </a:lnTo>
                  <a:lnTo>
                    <a:pt x="1123093" y="461867"/>
                  </a:lnTo>
                  <a:lnTo>
                    <a:pt x="1123950" y="460343"/>
                  </a:lnTo>
                  <a:lnTo>
                    <a:pt x="1124617" y="458534"/>
                  </a:lnTo>
                  <a:lnTo>
                    <a:pt x="1124903" y="456533"/>
                  </a:lnTo>
                  <a:lnTo>
                    <a:pt x="1124712" y="447580"/>
                  </a:lnTo>
                  <a:lnTo>
                    <a:pt x="1124998" y="446532"/>
                  </a:lnTo>
                  <a:lnTo>
                    <a:pt x="1126046" y="444246"/>
                  </a:lnTo>
                  <a:lnTo>
                    <a:pt x="1126141" y="443484"/>
                  </a:lnTo>
                  <a:lnTo>
                    <a:pt x="1125569" y="442627"/>
                  </a:lnTo>
                  <a:lnTo>
                    <a:pt x="1124712" y="442627"/>
                  </a:lnTo>
                  <a:lnTo>
                    <a:pt x="1123379" y="443103"/>
                  </a:lnTo>
                  <a:lnTo>
                    <a:pt x="1121759" y="445675"/>
                  </a:lnTo>
                  <a:lnTo>
                    <a:pt x="1120997" y="445294"/>
                  </a:lnTo>
                  <a:lnTo>
                    <a:pt x="1122236" y="443103"/>
                  </a:lnTo>
                  <a:lnTo>
                    <a:pt x="1122426" y="442055"/>
                  </a:lnTo>
                  <a:lnTo>
                    <a:pt x="1121569" y="441674"/>
                  </a:lnTo>
                  <a:lnTo>
                    <a:pt x="1121378" y="441484"/>
                  </a:lnTo>
                  <a:lnTo>
                    <a:pt x="1121473" y="441008"/>
                  </a:lnTo>
                  <a:lnTo>
                    <a:pt x="1121759" y="440531"/>
                  </a:lnTo>
                  <a:lnTo>
                    <a:pt x="1122331" y="440341"/>
                  </a:lnTo>
                  <a:lnTo>
                    <a:pt x="1122998" y="440341"/>
                  </a:lnTo>
                  <a:lnTo>
                    <a:pt x="1124712" y="440055"/>
                  </a:lnTo>
                  <a:lnTo>
                    <a:pt x="1124903" y="440150"/>
                  </a:lnTo>
                  <a:lnTo>
                    <a:pt x="1125188" y="440341"/>
                  </a:lnTo>
                  <a:lnTo>
                    <a:pt x="1125474" y="440436"/>
                  </a:lnTo>
                  <a:lnTo>
                    <a:pt x="1125855" y="440436"/>
                  </a:lnTo>
                  <a:lnTo>
                    <a:pt x="1126141" y="440246"/>
                  </a:lnTo>
                  <a:lnTo>
                    <a:pt x="1126617" y="439769"/>
                  </a:lnTo>
                  <a:lnTo>
                    <a:pt x="1126903" y="439674"/>
                  </a:lnTo>
                  <a:lnTo>
                    <a:pt x="1127570" y="439579"/>
                  </a:lnTo>
                  <a:lnTo>
                    <a:pt x="1128903" y="439674"/>
                  </a:lnTo>
                  <a:lnTo>
                    <a:pt x="1129760" y="440150"/>
                  </a:lnTo>
                  <a:lnTo>
                    <a:pt x="1130141" y="441198"/>
                  </a:lnTo>
                  <a:lnTo>
                    <a:pt x="1130427" y="442341"/>
                  </a:lnTo>
                  <a:lnTo>
                    <a:pt x="1130903" y="443008"/>
                  </a:lnTo>
                  <a:lnTo>
                    <a:pt x="1132808" y="442627"/>
                  </a:lnTo>
                  <a:lnTo>
                    <a:pt x="1133951" y="440436"/>
                  </a:lnTo>
                  <a:lnTo>
                    <a:pt x="1135666" y="432530"/>
                  </a:lnTo>
                  <a:lnTo>
                    <a:pt x="1137285" y="425291"/>
                  </a:lnTo>
                  <a:lnTo>
                    <a:pt x="1137380" y="423672"/>
                  </a:lnTo>
                  <a:lnTo>
                    <a:pt x="1136999" y="423196"/>
                  </a:lnTo>
                  <a:lnTo>
                    <a:pt x="1136237" y="423386"/>
                  </a:lnTo>
                  <a:lnTo>
                    <a:pt x="1135380" y="423863"/>
                  </a:lnTo>
                  <a:lnTo>
                    <a:pt x="1134713" y="424339"/>
                  </a:lnTo>
                  <a:lnTo>
                    <a:pt x="1134047" y="424434"/>
                  </a:lnTo>
                  <a:lnTo>
                    <a:pt x="1133665" y="423672"/>
                  </a:lnTo>
                  <a:lnTo>
                    <a:pt x="1133475" y="422720"/>
                  </a:lnTo>
                  <a:lnTo>
                    <a:pt x="1133475" y="422243"/>
                  </a:lnTo>
                  <a:lnTo>
                    <a:pt x="1132808" y="422053"/>
                  </a:lnTo>
                  <a:lnTo>
                    <a:pt x="1131951" y="422243"/>
                  </a:lnTo>
                  <a:lnTo>
                    <a:pt x="1128617" y="423767"/>
                  </a:lnTo>
                  <a:lnTo>
                    <a:pt x="1127189" y="424053"/>
                  </a:lnTo>
                  <a:lnTo>
                    <a:pt x="1126236" y="423386"/>
                  </a:lnTo>
                  <a:lnTo>
                    <a:pt x="1125855" y="421386"/>
                  </a:lnTo>
                  <a:lnTo>
                    <a:pt x="1124998" y="420624"/>
                  </a:lnTo>
                  <a:lnTo>
                    <a:pt x="1123188" y="421005"/>
                  </a:lnTo>
                  <a:lnTo>
                    <a:pt x="1120712" y="422243"/>
                  </a:lnTo>
                  <a:lnTo>
                    <a:pt x="1120331" y="422243"/>
                  </a:lnTo>
                  <a:lnTo>
                    <a:pt x="1120807" y="421291"/>
                  </a:lnTo>
                  <a:lnTo>
                    <a:pt x="1121855" y="420148"/>
                  </a:lnTo>
                  <a:lnTo>
                    <a:pt x="1123093" y="419100"/>
                  </a:lnTo>
                  <a:lnTo>
                    <a:pt x="1124236" y="418338"/>
                  </a:lnTo>
                  <a:lnTo>
                    <a:pt x="1127855" y="417481"/>
                  </a:lnTo>
                  <a:lnTo>
                    <a:pt x="1128427" y="417005"/>
                  </a:lnTo>
                  <a:lnTo>
                    <a:pt x="1129474" y="415766"/>
                  </a:lnTo>
                  <a:lnTo>
                    <a:pt x="1129760" y="414623"/>
                  </a:lnTo>
                  <a:lnTo>
                    <a:pt x="1129093" y="411385"/>
                  </a:lnTo>
                  <a:lnTo>
                    <a:pt x="1129951" y="408813"/>
                  </a:lnTo>
                  <a:lnTo>
                    <a:pt x="1129189" y="407575"/>
                  </a:lnTo>
                  <a:lnTo>
                    <a:pt x="1127189" y="405670"/>
                  </a:lnTo>
                  <a:lnTo>
                    <a:pt x="1128236" y="404336"/>
                  </a:lnTo>
                  <a:lnTo>
                    <a:pt x="1128998" y="403003"/>
                  </a:lnTo>
                  <a:lnTo>
                    <a:pt x="1128617" y="401955"/>
                  </a:lnTo>
                  <a:lnTo>
                    <a:pt x="1127760" y="401479"/>
                  </a:lnTo>
                  <a:lnTo>
                    <a:pt x="1126617" y="401384"/>
                  </a:lnTo>
                  <a:lnTo>
                    <a:pt x="1125379" y="401479"/>
                  </a:lnTo>
                  <a:lnTo>
                    <a:pt x="1125379" y="401574"/>
                  </a:lnTo>
                  <a:lnTo>
                    <a:pt x="1124998" y="402050"/>
                  </a:lnTo>
                  <a:lnTo>
                    <a:pt x="1124998" y="402146"/>
                  </a:lnTo>
                  <a:lnTo>
                    <a:pt x="1124712" y="402146"/>
                  </a:lnTo>
                  <a:lnTo>
                    <a:pt x="1124236" y="401860"/>
                  </a:lnTo>
                  <a:lnTo>
                    <a:pt x="1123950" y="401860"/>
                  </a:lnTo>
                  <a:lnTo>
                    <a:pt x="1122807" y="402146"/>
                  </a:lnTo>
                  <a:lnTo>
                    <a:pt x="1122331" y="402431"/>
                  </a:lnTo>
                  <a:lnTo>
                    <a:pt x="1122140" y="402812"/>
                  </a:lnTo>
                  <a:lnTo>
                    <a:pt x="1121664" y="403384"/>
                  </a:lnTo>
                  <a:lnTo>
                    <a:pt x="1120521" y="403670"/>
                  </a:lnTo>
                  <a:lnTo>
                    <a:pt x="1119188" y="403765"/>
                  </a:lnTo>
                  <a:lnTo>
                    <a:pt x="1118235" y="403670"/>
                  </a:lnTo>
                  <a:lnTo>
                    <a:pt x="1117187" y="402812"/>
                  </a:lnTo>
                  <a:lnTo>
                    <a:pt x="1117664" y="402146"/>
                  </a:lnTo>
                  <a:lnTo>
                    <a:pt x="1119283" y="401384"/>
                  </a:lnTo>
                  <a:lnTo>
                    <a:pt x="1119759" y="400717"/>
                  </a:lnTo>
                  <a:lnTo>
                    <a:pt x="1122521" y="398336"/>
                  </a:lnTo>
                  <a:lnTo>
                    <a:pt x="1123664" y="397955"/>
                  </a:lnTo>
                  <a:lnTo>
                    <a:pt x="1126046" y="397383"/>
                  </a:lnTo>
                  <a:lnTo>
                    <a:pt x="1128141" y="396050"/>
                  </a:lnTo>
                  <a:lnTo>
                    <a:pt x="1132808" y="394716"/>
                  </a:lnTo>
                  <a:lnTo>
                    <a:pt x="1133951" y="394145"/>
                  </a:lnTo>
                  <a:lnTo>
                    <a:pt x="1134904" y="393287"/>
                  </a:lnTo>
                  <a:lnTo>
                    <a:pt x="1135285" y="392049"/>
                  </a:lnTo>
                  <a:lnTo>
                    <a:pt x="1135094" y="391001"/>
                  </a:lnTo>
                  <a:lnTo>
                    <a:pt x="1134713" y="390335"/>
                  </a:lnTo>
                  <a:lnTo>
                    <a:pt x="1134237" y="389763"/>
                  </a:lnTo>
                  <a:lnTo>
                    <a:pt x="1133856" y="389001"/>
                  </a:lnTo>
                  <a:lnTo>
                    <a:pt x="1133951" y="386715"/>
                  </a:lnTo>
                  <a:lnTo>
                    <a:pt x="1135475" y="384905"/>
                  </a:lnTo>
                  <a:lnTo>
                    <a:pt x="1137666" y="383572"/>
                  </a:lnTo>
                  <a:lnTo>
                    <a:pt x="1143381" y="381286"/>
                  </a:lnTo>
                  <a:lnTo>
                    <a:pt x="1144429" y="381095"/>
                  </a:lnTo>
                  <a:lnTo>
                    <a:pt x="1145667" y="380619"/>
                  </a:lnTo>
                  <a:lnTo>
                    <a:pt x="1145953" y="379476"/>
                  </a:lnTo>
                  <a:lnTo>
                    <a:pt x="1145762" y="377095"/>
                  </a:lnTo>
                  <a:lnTo>
                    <a:pt x="1145953" y="376523"/>
                  </a:lnTo>
                  <a:lnTo>
                    <a:pt x="1146620" y="375761"/>
                  </a:lnTo>
                  <a:lnTo>
                    <a:pt x="1147096" y="374713"/>
                  </a:lnTo>
                  <a:lnTo>
                    <a:pt x="1147191" y="374428"/>
                  </a:lnTo>
                  <a:lnTo>
                    <a:pt x="1147191" y="374142"/>
                  </a:lnTo>
                  <a:lnTo>
                    <a:pt x="1147000" y="373952"/>
                  </a:lnTo>
                  <a:lnTo>
                    <a:pt x="1146715" y="373856"/>
                  </a:lnTo>
                  <a:lnTo>
                    <a:pt x="1146524" y="373761"/>
                  </a:lnTo>
                  <a:lnTo>
                    <a:pt x="1146429" y="373666"/>
                  </a:lnTo>
                  <a:lnTo>
                    <a:pt x="1144238" y="372999"/>
                  </a:lnTo>
                  <a:lnTo>
                    <a:pt x="1144333" y="372713"/>
                  </a:lnTo>
                  <a:lnTo>
                    <a:pt x="1144905" y="372046"/>
                  </a:lnTo>
                  <a:lnTo>
                    <a:pt x="1145191" y="371570"/>
                  </a:lnTo>
                  <a:lnTo>
                    <a:pt x="1145381" y="371285"/>
                  </a:lnTo>
                  <a:lnTo>
                    <a:pt x="1145381" y="370999"/>
                  </a:lnTo>
                  <a:lnTo>
                    <a:pt x="1145000" y="370332"/>
                  </a:lnTo>
                  <a:lnTo>
                    <a:pt x="1143476" y="368618"/>
                  </a:lnTo>
                  <a:lnTo>
                    <a:pt x="1143286" y="368046"/>
                  </a:lnTo>
                  <a:lnTo>
                    <a:pt x="1143572" y="365188"/>
                  </a:lnTo>
                  <a:lnTo>
                    <a:pt x="1144048" y="363760"/>
                  </a:lnTo>
                  <a:lnTo>
                    <a:pt x="1144810" y="362712"/>
                  </a:lnTo>
                  <a:lnTo>
                    <a:pt x="1145572" y="362617"/>
                  </a:lnTo>
                  <a:lnTo>
                    <a:pt x="1144905" y="365855"/>
                  </a:lnTo>
                  <a:lnTo>
                    <a:pt x="1145096" y="367189"/>
                  </a:lnTo>
                  <a:lnTo>
                    <a:pt x="1147286" y="369761"/>
                  </a:lnTo>
                  <a:lnTo>
                    <a:pt x="1147572" y="370427"/>
                  </a:lnTo>
                  <a:lnTo>
                    <a:pt x="1147572" y="372142"/>
                  </a:lnTo>
                  <a:lnTo>
                    <a:pt x="1147763" y="372904"/>
                  </a:lnTo>
                  <a:lnTo>
                    <a:pt x="1148143" y="372046"/>
                  </a:lnTo>
                  <a:lnTo>
                    <a:pt x="1148429" y="371570"/>
                  </a:lnTo>
                  <a:lnTo>
                    <a:pt x="1148715" y="371380"/>
                  </a:lnTo>
                  <a:lnTo>
                    <a:pt x="1149382" y="371666"/>
                  </a:lnTo>
                  <a:lnTo>
                    <a:pt x="1149287" y="372142"/>
                  </a:lnTo>
                  <a:lnTo>
                    <a:pt x="1148620" y="372999"/>
                  </a:lnTo>
                  <a:lnTo>
                    <a:pt x="1148620" y="374428"/>
                  </a:lnTo>
                  <a:lnTo>
                    <a:pt x="1148715" y="375190"/>
                  </a:lnTo>
                  <a:lnTo>
                    <a:pt x="1149287" y="375380"/>
                  </a:lnTo>
                  <a:lnTo>
                    <a:pt x="1150430" y="375285"/>
                  </a:lnTo>
                  <a:lnTo>
                    <a:pt x="1156049" y="374047"/>
                  </a:lnTo>
                  <a:lnTo>
                    <a:pt x="1157383" y="373475"/>
                  </a:lnTo>
                  <a:lnTo>
                    <a:pt x="1158716" y="372809"/>
                  </a:lnTo>
                  <a:lnTo>
                    <a:pt x="1159573" y="372142"/>
                  </a:lnTo>
                  <a:lnTo>
                    <a:pt x="1159859" y="371189"/>
                  </a:lnTo>
                  <a:lnTo>
                    <a:pt x="1160050" y="369856"/>
                  </a:lnTo>
                  <a:lnTo>
                    <a:pt x="1160431" y="368713"/>
                  </a:lnTo>
                  <a:lnTo>
                    <a:pt x="1161764" y="367855"/>
                  </a:lnTo>
                  <a:lnTo>
                    <a:pt x="1167003" y="360521"/>
                  </a:lnTo>
                  <a:lnTo>
                    <a:pt x="1168622" y="358807"/>
                  </a:lnTo>
                  <a:lnTo>
                    <a:pt x="1170718" y="357473"/>
                  </a:lnTo>
                  <a:lnTo>
                    <a:pt x="1171480" y="356711"/>
                  </a:lnTo>
                  <a:lnTo>
                    <a:pt x="1171765" y="355378"/>
                  </a:lnTo>
                  <a:lnTo>
                    <a:pt x="1171956" y="354044"/>
                  </a:lnTo>
                  <a:lnTo>
                    <a:pt x="1172337" y="352425"/>
                  </a:lnTo>
                  <a:lnTo>
                    <a:pt x="1173099" y="351377"/>
                  </a:lnTo>
                  <a:lnTo>
                    <a:pt x="1174147" y="351758"/>
                  </a:lnTo>
                  <a:lnTo>
                    <a:pt x="1175575" y="353092"/>
                  </a:lnTo>
                  <a:lnTo>
                    <a:pt x="1175766" y="353568"/>
                  </a:lnTo>
                  <a:lnTo>
                    <a:pt x="1175671" y="354997"/>
                  </a:lnTo>
                  <a:lnTo>
                    <a:pt x="1175766" y="355759"/>
                  </a:lnTo>
                  <a:lnTo>
                    <a:pt x="1176147" y="356235"/>
                  </a:lnTo>
                  <a:lnTo>
                    <a:pt x="1176718" y="356045"/>
                  </a:lnTo>
                  <a:lnTo>
                    <a:pt x="1177385" y="355092"/>
                  </a:lnTo>
                  <a:lnTo>
                    <a:pt x="1177957" y="353949"/>
                  </a:lnTo>
                  <a:lnTo>
                    <a:pt x="1178242" y="353092"/>
                  </a:lnTo>
                  <a:lnTo>
                    <a:pt x="1178814" y="353568"/>
                  </a:lnTo>
                  <a:lnTo>
                    <a:pt x="1179957" y="354902"/>
                  </a:lnTo>
                  <a:lnTo>
                    <a:pt x="1180719" y="355187"/>
                  </a:lnTo>
                  <a:lnTo>
                    <a:pt x="1181672" y="354997"/>
                  </a:lnTo>
                  <a:lnTo>
                    <a:pt x="1181957" y="354425"/>
                  </a:lnTo>
                  <a:lnTo>
                    <a:pt x="1181767" y="353187"/>
                  </a:lnTo>
                  <a:lnTo>
                    <a:pt x="1182338" y="352044"/>
                  </a:lnTo>
                  <a:lnTo>
                    <a:pt x="1184243" y="352425"/>
                  </a:lnTo>
                  <a:lnTo>
                    <a:pt x="1184053" y="350901"/>
                  </a:lnTo>
                  <a:lnTo>
                    <a:pt x="1186624" y="351663"/>
                  </a:lnTo>
                  <a:lnTo>
                    <a:pt x="1187006" y="351472"/>
                  </a:lnTo>
                  <a:lnTo>
                    <a:pt x="1187672" y="350806"/>
                  </a:lnTo>
                  <a:lnTo>
                    <a:pt x="1188053" y="350615"/>
                  </a:lnTo>
                  <a:lnTo>
                    <a:pt x="1188434" y="350615"/>
                  </a:lnTo>
                  <a:lnTo>
                    <a:pt x="1189196" y="350711"/>
                  </a:lnTo>
                  <a:lnTo>
                    <a:pt x="1190720" y="350330"/>
                  </a:lnTo>
                  <a:lnTo>
                    <a:pt x="1191101" y="350044"/>
                  </a:lnTo>
                  <a:lnTo>
                    <a:pt x="1191292" y="349472"/>
                  </a:lnTo>
                  <a:lnTo>
                    <a:pt x="1191292" y="348710"/>
                  </a:lnTo>
                  <a:lnTo>
                    <a:pt x="1191006" y="348044"/>
                  </a:lnTo>
                  <a:lnTo>
                    <a:pt x="1190530" y="347567"/>
                  </a:lnTo>
                  <a:lnTo>
                    <a:pt x="1189958" y="347377"/>
                  </a:lnTo>
                  <a:lnTo>
                    <a:pt x="1188530" y="347186"/>
                  </a:lnTo>
                  <a:lnTo>
                    <a:pt x="1185672" y="346424"/>
                  </a:lnTo>
                  <a:lnTo>
                    <a:pt x="1184529" y="346234"/>
                  </a:lnTo>
                  <a:lnTo>
                    <a:pt x="1183957" y="346043"/>
                  </a:lnTo>
                  <a:lnTo>
                    <a:pt x="1183672" y="345662"/>
                  </a:lnTo>
                  <a:lnTo>
                    <a:pt x="1183862" y="345281"/>
                  </a:lnTo>
                  <a:lnTo>
                    <a:pt x="1184624" y="345091"/>
                  </a:lnTo>
                  <a:lnTo>
                    <a:pt x="1186053" y="345281"/>
                  </a:lnTo>
                  <a:lnTo>
                    <a:pt x="1186720" y="345281"/>
                  </a:lnTo>
                  <a:lnTo>
                    <a:pt x="1187387" y="344996"/>
                  </a:lnTo>
                  <a:lnTo>
                    <a:pt x="1186815" y="344234"/>
                  </a:lnTo>
                  <a:lnTo>
                    <a:pt x="1187196" y="343757"/>
                  </a:lnTo>
                  <a:lnTo>
                    <a:pt x="1187958" y="343376"/>
                  </a:lnTo>
                  <a:lnTo>
                    <a:pt x="1188625" y="342805"/>
                  </a:lnTo>
                  <a:lnTo>
                    <a:pt x="1188815" y="341852"/>
                  </a:lnTo>
                  <a:lnTo>
                    <a:pt x="1188244" y="341471"/>
                  </a:lnTo>
                  <a:lnTo>
                    <a:pt x="1187291" y="341281"/>
                  </a:lnTo>
                  <a:lnTo>
                    <a:pt x="1186434" y="340995"/>
                  </a:lnTo>
                  <a:lnTo>
                    <a:pt x="1186434" y="340614"/>
                  </a:lnTo>
                  <a:lnTo>
                    <a:pt x="1186720" y="340424"/>
                  </a:lnTo>
                  <a:lnTo>
                    <a:pt x="1187101" y="340328"/>
                  </a:lnTo>
                  <a:lnTo>
                    <a:pt x="1188720" y="340233"/>
                  </a:lnTo>
                  <a:lnTo>
                    <a:pt x="1189006" y="340138"/>
                  </a:lnTo>
                  <a:lnTo>
                    <a:pt x="1189101" y="339947"/>
                  </a:lnTo>
                  <a:lnTo>
                    <a:pt x="1189768" y="338995"/>
                  </a:lnTo>
                  <a:lnTo>
                    <a:pt x="1189958" y="338233"/>
                  </a:lnTo>
                  <a:lnTo>
                    <a:pt x="1190054" y="336233"/>
                  </a:lnTo>
                  <a:lnTo>
                    <a:pt x="1189577" y="335661"/>
                  </a:lnTo>
                  <a:lnTo>
                    <a:pt x="1187767" y="335280"/>
                  </a:lnTo>
                  <a:lnTo>
                    <a:pt x="1187958" y="334613"/>
                  </a:lnTo>
                  <a:lnTo>
                    <a:pt x="1188625" y="334328"/>
                  </a:lnTo>
                  <a:lnTo>
                    <a:pt x="1190434" y="333851"/>
                  </a:lnTo>
                  <a:lnTo>
                    <a:pt x="1190815" y="333375"/>
                  </a:lnTo>
                  <a:lnTo>
                    <a:pt x="1191197" y="332804"/>
                  </a:lnTo>
                  <a:lnTo>
                    <a:pt x="1191863" y="332327"/>
                  </a:lnTo>
                  <a:lnTo>
                    <a:pt x="1192244" y="331756"/>
                  </a:lnTo>
                  <a:lnTo>
                    <a:pt x="1191768" y="330803"/>
                  </a:lnTo>
                  <a:lnTo>
                    <a:pt x="1191006" y="330613"/>
                  </a:lnTo>
                  <a:lnTo>
                    <a:pt x="1189958" y="330994"/>
                  </a:lnTo>
                  <a:lnTo>
                    <a:pt x="1183576" y="335471"/>
                  </a:lnTo>
                  <a:lnTo>
                    <a:pt x="1181862" y="336328"/>
                  </a:lnTo>
                  <a:lnTo>
                    <a:pt x="1181862" y="335947"/>
                  </a:lnTo>
                  <a:lnTo>
                    <a:pt x="1182433" y="335089"/>
                  </a:lnTo>
                  <a:lnTo>
                    <a:pt x="1183005" y="333946"/>
                  </a:lnTo>
                  <a:lnTo>
                    <a:pt x="1183196" y="332708"/>
                  </a:lnTo>
                  <a:lnTo>
                    <a:pt x="1182814" y="331756"/>
                  </a:lnTo>
                  <a:lnTo>
                    <a:pt x="1182814" y="331089"/>
                  </a:lnTo>
                  <a:lnTo>
                    <a:pt x="1183291" y="330327"/>
                  </a:lnTo>
                  <a:lnTo>
                    <a:pt x="1184434" y="329089"/>
                  </a:lnTo>
                  <a:lnTo>
                    <a:pt x="1184720" y="328327"/>
                  </a:lnTo>
                  <a:lnTo>
                    <a:pt x="1184910" y="327184"/>
                  </a:lnTo>
                  <a:lnTo>
                    <a:pt x="1184815" y="326327"/>
                  </a:lnTo>
                  <a:lnTo>
                    <a:pt x="1184339" y="326422"/>
                  </a:lnTo>
                  <a:lnTo>
                    <a:pt x="1183767" y="326136"/>
                  </a:lnTo>
                  <a:lnTo>
                    <a:pt x="1182910" y="324993"/>
                  </a:lnTo>
                  <a:lnTo>
                    <a:pt x="1182053" y="323660"/>
                  </a:lnTo>
                  <a:lnTo>
                    <a:pt x="1181672" y="322707"/>
                  </a:lnTo>
                  <a:lnTo>
                    <a:pt x="1181767" y="321469"/>
                  </a:lnTo>
                  <a:lnTo>
                    <a:pt x="1182910" y="319659"/>
                  </a:lnTo>
                  <a:lnTo>
                    <a:pt x="1183196" y="318611"/>
                  </a:lnTo>
                  <a:lnTo>
                    <a:pt x="1183386" y="316421"/>
                  </a:lnTo>
                  <a:lnTo>
                    <a:pt x="1183576" y="315563"/>
                  </a:lnTo>
                  <a:lnTo>
                    <a:pt x="1184339" y="313658"/>
                  </a:lnTo>
                  <a:lnTo>
                    <a:pt x="1184529" y="313277"/>
                  </a:lnTo>
                  <a:lnTo>
                    <a:pt x="1184815" y="312992"/>
                  </a:lnTo>
                  <a:lnTo>
                    <a:pt x="1185481" y="312420"/>
                  </a:lnTo>
                  <a:lnTo>
                    <a:pt x="1185767" y="311849"/>
                  </a:lnTo>
                  <a:lnTo>
                    <a:pt x="1186434" y="310991"/>
                  </a:lnTo>
                  <a:lnTo>
                    <a:pt x="1186529" y="310801"/>
                  </a:lnTo>
                  <a:lnTo>
                    <a:pt x="1186720" y="310515"/>
                  </a:lnTo>
                  <a:lnTo>
                    <a:pt x="1186624" y="309848"/>
                  </a:lnTo>
                  <a:lnTo>
                    <a:pt x="1186339" y="308705"/>
                  </a:lnTo>
                  <a:lnTo>
                    <a:pt x="1185958" y="308038"/>
                  </a:lnTo>
                  <a:lnTo>
                    <a:pt x="1185577" y="307467"/>
                  </a:lnTo>
                  <a:lnTo>
                    <a:pt x="1185100" y="307086"/>
                  </a:lnTo>
                  <a:lnTo>
                    <a:pt x="1184529" y="306896"/>
                  </a:lnTo>
                  <a:lnTo>
                    <a:pt x="1184910" y="306134"/>
                  </a:lnTo>
                  <a:lnTo>
                    <a:pt x="1184624" y="305943"/>
                  </a:lnTo>
                  <a:lnTo>
                    <a:pt x="1184148" y="305943"/>
                  </a:lnTo>
                  <a:lnTo>
                    <a:pt x="1183767" y="305753"/>
                  </a:lnTo>
                  <a:lnTo>
                    <a:pt x="1183672" y="305371"/>
                  </a:lnTo>
                  <a:lnTo>
                    <a:pt x="1183672" y="305181"/>
                  </a:lnTo>
                  <a:lnTo>
                    <a:pt x="1183767" y="304895"/>
                  </a:lnTo>
                  <a:lnTo>
                    <a:pt x="1183767" y="304324"/>
                  </a:lnTo>
                  <a:lnTo>
                    <a:pt x="1183672" y="303847"/>
                  </a:lnTo>
                  <a:lnTo>
                    <a:pt x="1183481" y="303467"/>
                  </a:lnTo>
                  <a:lnTo>
                    <a:pt x="1183481" y="303086"/>
                  </a:lnTo>
                  <a:lnTo>
                    <a:pt x="1183767" y="302514"/>
                  </a:lnTo>
                  <a:lnTo>
                    <a:pt x="1184148" y="302228"/>
                  </a:lnTo>
                  <a:lnTo>
                    <a:pt x="1185386" y="301847"/>
                  </a:lnTo>
                  <a:lnTo>
                    <a:pt x="1185958" y="301466"/>
                  </a:lnTo>
                  <a:lnTo>
                    <a:pt x="1185481" y="300990"/>
                  </a:lnTo>
                  <a:lnTo>
                    <a:pt x="1184910" y="300895"/>
                  </a:lnTo>
                  <a:lnTo>
                    <a:pt x="1184434" y="300895"/>
                  </a:lnTo>
                  <a:lnTo>
                    <a:pt x="1184148" y="300800"/>
                  </a:lnTo>
                  <a:lnTo>
                    <a:pt x="1184053" y="300133"/>
                  </a:lnTo>
                  <a:lnTo>
                    <a:pt x="1184243" y="299466"/>
                  </a:lnTo>
                  <a:lnTo>
                    <a:pt x="1184624" y="298895"/>
                  </a:lnTo>
                  <a:lnTo>
                    <a:pt x="1185863" y="297752"/>
                  </a:lnTo>
                  <a:lnTo>
                    <a:pt x="1186339" y="296989"/>
                  </a:lnTo>
                  <a:lnTo>
                    <a:pt x="1186529" y="296132"/>
                  </a:lnTo>
                  <a:lnTo>
                    <a:pt x="1186339" y="294989"/>
                  </a:lnTo>
                  <a:lnTo>
                    <a:pt x="1186148" y="294608"/>
                  </a:lnTo>
                  <a:lnTo>
                    <a:pt x="1185958" y="294418"/>
                  </a:lnTo>
                  <a:lnTo>
                    <a:pt x="1185863" y="294132"/>
                  </a:lnTo>
                  <a:lnTo>
                    <a:pt x="1186053" y="293561"/>
                  </a:lnTo>
                  <a:lnTo>
                    <a:pt x="1187958" y="290513"/>
                  </a:lnTo>
                  <a:lnTo>
                    <a:pt x="1188815" y="288417"/>
                  </a:lnTo>
                  <a:lnTo>
                    <a:pt x="1189673" y="287464"/>
                  </a:lnTo>
                  <a:lnTo>
                    <a:pt x="1190244" y="287179"/>
                  </a:lnTo>
                  <a:lnTo>
                    <a:pt x="1190911" y="286893"/>
                  </a:lnTo>
                  <a:lnTo>
                    <a:pt x="1191482" y="286512"/>
                  </a:lnTo>
                  <a:lnTo>
                    <a:pt x="1191863" y="285941"/>
                  </a:lnTo>
                  <a:lnTo>
                    <a:pt x="1191863" y="285464"/>
                  </a:lnTo>
                  <a:lnTo>
                    <a:pt x="1191292" y="284131"/>
                  </a:lnTo>
                  <a:lnTo>
                    <a:pt x="1191101" y="283655"/>
                  </a:lnTo>
                  <a:lnTo>
                    <a:pt x="1191482" y="282416"/>
                  </a:lnTo>
                  <a:lnTo>
                    <a:pt x="1194340" y="279178"/>
                  </a:lnTo>
                  <a:lnTo>
                    <a:pt x="1194530" y="278702"/>
                  </a:lnTo>
                  <a:lnTo>
                    <a:pt x="1194816" y="277559"/>
                  </a:lnTo>
                  <a:lnTo>
                    <a:pt x="1195006" y="277082"/>
                  </a:lnTo>
                  <a:lnTo>
                    <a:pt x="1195388" y="276511"/>
                  </a:lnTo>
                  <a:lnTo>
                    <a:pt x="1196626" y="275463"/>
                  </a:lnTo>
                  <a:lnTo>
                    <a:pt x="1196912" y="274606"/>
                  </a:lnTo>
                  <a:lnTo>
                    <a:pt x="1197197" y="271272"/>
                  </a:lnTo>
                  <a:lnTo>
                    <a:pt x="1197959" y="269938"/>
                  </a:lnTo>
                  <a:lnTo>
                    <a:pt x="1200340" y="267271"/>
                  </a:lnTo>
                  <a:lnTo>
                    <a:pt x="1201579" y="266224"/>
                  </a:lnTo>
                  <a:lnTo>
                    <a:pt x="1202531" y="265747"/>
                  </a:lnTo>
                  <a:lnTo>
                    <a:pt x="1203674" y="265557"/>
                  </a:lnTo>
                  <a:lnTo>
                    <a:pt x="1205484" y="265462"/>
                  </a:lnTo>
                  <a:lnTo>
                    <a:pt x="1205770" y="265367"/>
                  </a:lnTo>
                  <a:lnTo>
                    <a:pt x="1206056" y="265081"/>
                  </a:lnTo>
                  <a:lnTo>
                    <a:pt x="1206437" y="264795"/>
                  </a:lnTo>
                  <a:lnTo>
                    <a:pt x="1207008" y="264700"/>
                  </a:lnTo>
                  <a:lnTo>
                    <a:pt x="1207675" y="264795"/>
                  </a:lnTo>
                  <a:lnTo>
                    <a:pt x="1208246" y="264986"/>
                  </a:lnTo>
                  <a:lnTo>
                    <a:pt x="1208723" y="265176"/>
                  </a:lnTo>
                  <a:lnTo>
                    <a:pt x="1209104" y="265462"/>
                  </a:lnTo>
                  <a:lnTo>
                    <a:pt x="1209484" y="265938"/>
                  </a:lnTo>
                  <a:lnTo>
                    <a:pt x="1210056" y="266891"/>
                  </a:lnTo>
                  <a:lnTo>
                    <a:pt x="1210532" y="267271"/>
                  </a:lnTo>
                  <a:lnTo>
                    <a:pt x="1211104" y="267462"/>
                  </a:lnTo>
                  <a:lnTo>
                    <a:pt x="1211675" y="267462"/>
                  </a:lnTo>
                  <a:lnTo>
                    <a:pt x="1212437" y="267367"/>
                  </a:lnTo>
                  <a:lnTo>
                    <a:pt x="1213104" y="266891"/>
                  </a:lnTo>
                  <a:lnTo>
                    <a:pt x="1213295" y="265843"/>
                  </a:lnTo>
                  <a:lnTo>
                    <a:pt x="1213199" y="264700"/>
                  </a:lnTo>
                  <a:lnTo>
                    <a:pt x="1213009" y="263843"/>
                  </a:lnTo>
                  <a:lnTo>
                    <a:pt x="1212723" y="263080"/>
                  </a:lnTo>
                  <a:lnTo>
                    <a:pt x="1212342" y="262414"/>
                  </a:lnTo>
                  <a:lnTo>
                    <a:pt x="1212247" y="262319"/>
                  </a:lnTo>
                  <a:lnTo>
                    <a:pt x="1211771" y="262128"/>
                  </a:lnTo>
                  <a:lnTo>
                    <a:pt x="1211675" y="262033"/>
                  </a:lnTo>
                  <a:lnTo>
                    <a:pt x="1211294" y="261366"/>
                  </a:lnTo>
                  <a:lnTo>
                    <a:pt x="1211104" y="261176"/>
                  </a:lnTo>
                  <a:lnTo>
                    <a:pt x="1210628" y="260413"/>
                  </a:lnTo>
                  <a:lnTo>
                    <a:pt x="1210342" y="258318"/>
                  </a:lnTo>
                  <a:lnTo>
                    <a:pt x="1210056" y="257461"/>
                  </a:lnTo>
                  <a:lnTo>
                    <a:pt x="1208056" y="254889"/>
                  </a:lnTo>
                  <a:lnTo>
                    <a:pt x="1207865" y="254508"/>
                  </a:lnTo>
                  <a:lnTo>
                    <a:pt x="1206151" y="252413"/>
                  </a:lnTo>
                  <a:lnTo>
                    <a:pt x="1205674" y="251555"/>
                  </a:lnTo>
                  <a:lnTo>
                    <a:pt x="1205579" y="251079"/>
                  </a:lnTo>
                  <a:lnTo>
                    <a:pt x="1205770" y="250603"/>
                  </a:lnTo>
                  <a:lnTo>
                    <a:pt x="1206151" y="250222"/>
                  </a:lnTo>
                  <a:lnTo>
                    <a:pt x="1206817" y="249936"/>
                  </a:lnTo>
                  <a:lnTo>
                    <a:pt x="1207389" y="249936"/>
                  </a:lnTo>
                  <a:lnTo>
                    <a:pt x="1207675" y="250412"/>
                  </a:lnTo>
                  <a:lnTo>
                    <a:pt x="1208056" y="250888"/>
                  </a:lnTo>
                  <a:lnTo>
                    <a:pt x="1210151" y="251936"/>
                  </a:lnTo>
                  <a:lnTo>
                    <a:pt x="1210913" y="252413"/>
                  </a:lnTo>
                  <a:lnTo>
                    <a:pt x="1211771" y="253841"/>
                  </a:lnTo>
                  <a:lnTo>
                    <a:pt x="1213009" y="257366"/>
                  </a:lnTo>
                  <a:lnTo>
                    <a:pt x="1213866" y="258889"/>
                  </a:lnTo>
                  <a:lnTo>
                    <a:pt x="1215199" y="260318"/>
                  </a:lnTo>
                  <a:lnTo>
                    <a:pt x="1216628" y="261366"/>
                  </a:lnTo>
                  <a:lnTo>
                    <a:pt x="1218343" y="262223"/>
                  </a:lnTo>
                  <a:lnTo>
                    <a:pt x="1221486" y="263176"/>
                  </a:lnTo>
                  <a:lnTo>
                    <a:pt x="1228249" y="264033"/>
                  </a:lnTo>
                  <a:lnTo>
                    <a:pt x="1229106" y="264319"/>
                  </a:lnTo>
                  <a:lnTo>
                    <a:pt x="1229868" y="265081"/>
                  </a:lnTo>
                  <a:lnTo>
                    <a:pt x="1230344" y="265938"/>
                  </a:lnTo>
                  <a:lnTo>
                    <a:pt x="1230916" y="266605"/>
                  </a:lnTo>
                  <a:lnTo>
                    <a:pt x="1231773" y="266891"/>
                  </a:lnTo>
                  <a:lnTo>
                    <a:pt x="1232154" y="266795"/>
                  </a:lnTo>
                  <a:lnTo>
                    <a:pt x="1232725" y="266414"/>
                  </a:lnTo>
                  <a:lnTo>
                    <a:pt x="1233202" y="266033"/>
                  </a:lnTo>
                  <a:lnTo>
                    <a:pt x="1233583" y="265271"/>
                  </a:lnTo>
                  <a:lnTo>
                    <a:pt x="1234059" y="265081"/>
                  </a:lnTo>
                  <a:lnTo>
                    <a:pt x="1236440" y="265176"/>
                  </a:lnTo>
                  <a:lnTo>
                    <a:pt x="1238631" y="266033"/>
                  </a:lnTo>
                  <a:lnTo>
                    <a:pt x="1239679" y="266224"/>
                  </a:lnTo>
                  <a:lnTo>
                    <a:pt x="1240155" y="266414"/>
                  </a:lnTo>
                  <a:lnTo>
                    <a:pt x="1240726" y="266795"/>
                  </a:lnTo>
                  <a:lnTo>
                    <a:pt x="1241298" y="266986"/>
                  </a:lnTo>
                  <a:lnTo>
                    <a:pt x="1241870" y="266795"/>
                  </a:lnTo>
                  <a:lnTo>
                    <a:pt x="1242250" y="266510"/>
                  </a:lnTo>
                  <a:lnTo>
                    <a:pt x="1245203" y="265081"/>
                  </a:lnTo>
                  <a:lnTo>
                    <a:pt x="1246441" y="264795"/>
                  </a:lnTo>
                  <a:lnTo>
                    <a:pt x="1247680" y="264795"/>
                  </a:lnTo>
                  <a:lnTo>
                    <a:pt x="1248728" y="265367"/>
                  </a:lnTo>
                  <a:lnTo>
                    <a:pt x="1249394" y="265747"/>
                  </a:lnTo>
                  <a:lnTo>
                    <a:pt x="1250632" y="266033"/>
                  </a:lnTo>
                  <a:lnTo>
                    <a:pt x="1251775" y="266700"/>
                  </a:lnTo>
                  <a:lnTo>
                    <a:pt x="1252347" y="266891"/>
                  </a:lnTo>
                  <a:lnTo>
                    <a:pt x="1253014" y="266986"/>
                  </a:lnTo>
                  <a:lnTo>
                    <a:pt x="1253681" y="266986"/>
                  </a:lnTo>
                  <a:lnTo>
                    <a:pt x="1254442" y="266795"/>
                  </a:lnTo>
                  <a:lnTo>
                    <a:pt x="1255300" y="266319"/>
                  </a:lnTo>
                  <a:lnTo>
                    <a:pt x="1255966" y="265652"/>
                  </a:lnTo>
                  <a:lnTo>
                    <a:pt x="1256538" y="264224"/>
                  </a:lnTo>
                  <a:lnTo>
                    <a:pt x="1257300" y="263557"/>
                  </a:lnTo>
                  <a:lnTo>
                    <a:pt x="1261205" y="261842"/>
                  </a:lnTo>
                  <a:lnTo>
                    <a:pt x="1262063" y="261271"/>
                  </a:lnTo>
                  <a:lnTo>
                    <a:pt x="1262824" y="260033"/>
                  </a:lnTo>
                  <a:lnTo>
                    <a:pt x="1264539" y="258604"/>
                  </a:lnTo>
                  <a:lnTo>
                    <a:pt x="1265015" y="257842"/>
                  </a:lnTo>
                  <a:lnTo>
                    <a:pt x="1265015" y="257175"/>
                  </a:lnTo>
                  <a:lnTo>
                    <a:pt x="1264730" y="256794"/>
                  </a:lnTo>
                  <a:lnTo>
                    <a:pt x="1264444" y="256604"/>
                  </a:lnTo>
                  <a:lnTo>
                    <a:pt x="1264253" y="256413"/>
                  </a:lnTo>
                  <a:lnTo>
                    <a:pt x="1264348" y="255842"/>
                  </a:lnTo>
                  <a:lnTo>
                    <a:pt x="1264539" y="255270"/>
                  </a:lnTo>
                  <a:lnTo>
                    <a:pt x="1264634" y="254699"/>
                  </a:lnTo>
                  <a:lnTo>
                    <a:pt x="1264348" y="254127"/>
                  </a:lnTo>
                  <a:lnTo>
                    <a:pt x="1263491" y="253651"/>
                  </a:lnTo>
                  <a:lnTo>
                    <a:pt x="1260824" y="252698"/>
                  </a:lnTo>
                  <a:lnTo>
                    <a:pt x="1259872" y="252603"/>
                  </a:lnTo>
                  <a:lnTo>
                    <a:pt x="1259396" y="252794"/>
                  </a:lnTo>
                  <a:lnTo>
                    <a:pt x="1258729" y="253460"/>
                  </a:lnTo>
                  <a:lnTo>
                    <a:pt x="1258348" y="253746"/>
                  </a:lnTo>
                  <a:lnTo>
                    <a:pt x="1257872" y="253841"/>
                  </a:lnTo>
                  <a:lnTo>
                    <a:pt x="1257490" y="253841"/>
                  </a:lnTo>
                  <a:lnTo>
                    <a:pt x="1256729" y="253746"/>
                  </a:lnTo>
                  <a:lnTo>
                    <a:pt x="1255109" y="250508"/>
                  </a:lnTo>
                  <a:lnTo>
                    <a:pt x="1254157" y="249460"/>
                  </a:lnTo>
                  <a:lnTo>
                    <a:pt x="1253585" y="248888"/>
                  </a:lnTo>
                  <a:lnTo>
                    <a:pt x="1251775" y="248126"/>
                  </a:lnTo>
                  <a:lnTo>
                    <a:pt x="1251966" y="247650"/>
                  </a:lnTo>
                  <a:lnTo>
                    <a:pt x="1252347" y="247460"/>
                  </a:lnTo>
                  <a:lnTo>
                    <a:pt x="1252728" y="247364"/>
                  </a:lnTo>
                  <a:lnTo>
                    <a:pt x="1252918" y="247174"/>
                  </a:lnTo>
                  <a:lnTo>
                    <a:pt x="1252442" y="246126"/>
                  </a:lnTo>
                  <a:lnTo>
                    <a:pt x="1251299" y="244697"/>
                  </a:lnTo>
                  <a:lnTo>
                    <a:pt x="1249966" y="243459"/>
                  </a:lnTo>
                  <a:lnTo>
                    <a:pt x="1249108" y="242888"/>
                  </a:lnTo>
                  <a:lnTo>
                    <a:pt x="1247108" y="242030"/>
                  </a:lnTo>
                  <a:lnTo>
                    <a:pt x="1243870" y="238316"/>
                  </a:lnTo>
                  <a:lnTo>
                    <a:pt x="1242250" y="237458"/>
                  </a:lnTo>
                  <a:lnTo>
                    <a:pt x="1239774" y="237268"/>
                  </a:lnTo>
                  <a:lnTo>
                    <a:pt x="1239107" y="237077"/>
                  </a:lnTo>
                  <a:lnTo>
                    <a:pt x="1237393" y="235934"/>
                  </a:lnTo>
                  <a:lnTo>
                    <a:pt x="1236536" y="235649"/>
                  </a:lnTo>
                  <a:lnTo>
                    <a:pt x="1235869" y="236029"/>
                  </a:lnTo>
                  <a:lnTo>
                    <a:pt x="1235488" y="236029"/>
                  </a:lnTo>
                  <a:lnTo>
                    <a:pt x="1235392" y="235553"/>
                  </a:lnTo>
                  <a:lnTo>
                    <a:pt x="1235202" y="234220"/>
                  </a:lnTo>
                  <a:lnTo>
                    <a:pt x="1235107" y="233839"/>
                  </a:lnTo>
                  <a:lnTo>
                    <a:pt x="1234535" y="233553"/>
                  </a:lnTo>
                  <a:lnTo>
                    <a:pt x="1233297" y="233553"/>
                  </a:lnTo>
                  <a:lnTo>
                    <a:pt x="1232821" y="233363"/>
                  </a:lnTo>
                  <a:lnTo>
                    <a:pt x="1232535" y="232886"/>
                  </a:lnTo>
                  <a:lnTo>
                    <a:pt x="1232725" y="232505"/>
                  </a:lnTo>
                  <a:lnTo>
                    <a:pt x="1233488" y="231934"/>
                  </a:lnTo>
                  <a:lnTo>
                    <a:pt x="1233868" y="231267"/>
                  </a:lnTo>
                  <a:lnTo>
                    <a:pt x="1233392" y="230981"/>
                  </a:lnTo>
                  <a:lnTo>
                    <a:pt x="1232154" y="230696"/>
                  </a:lnTo>
                  <a:lnTo>
                    <a:pt x="1230916" y="229362"/>
                  </a:lnTo>
                  <a:lnTo>
                    <a:pt x="1230058" y="228791"/>
                  </a:lnTo>
                  <a:lnTo>
                    <a:pt x="1227868" y="228314"/>
                  </a:lnTo>
                  <a:lnTo>
                    <a:pt x="1225772" y="227267"/>
                  </a:lnTo>
                  <a:lnTo>
                    <a:pt x="1221200" y="223647"/>
                  </a:lnTo>
                  <a:lnTo>
                    <a:pt x="1218152" y="222409"/>
                  </a:lnTo>
                  <a:lnTo>
                    <a:pt x="1214342" y="218313"/>
                  </a:lnTo>
                  <a:lnTo>
                    <a:pt x="1213961" y="217742"/>
                  </a:lnTo>
                  <a:lnTo>
                    <a:pt x="1213961" y="217265"/>
                  </a:lnTo>
                  <a:lnTo>
                    <a:pt x="1214056" y="216789"/>
                  </a:lnTo>
                  <a:lnTo>
                    <a:pt x="1214152" y="216122"/>
                  </a:lnTo>
                  <a:lnTo>
                    <a:pt x="1213866" y="215646"/>
                  </a:lnTo>
                  <a:lnTo>
                    <a:pt x="1213295" y="215551"/>
                  </a:lnTo>
                  <a:lnTo>
                    <a:pt x="1212056" y="215551"/>
                  </a:lnTo>
                  <a:lnTo>
                    <a:pt x="1211199" y="215170"/>
                  </a:lnTo>
                  <a:lnTo>
                    <a:pt x="1210437" y="214694"/>
                  </a:lnTo>
                  <a:lnTo>
                    <a:pt x="1209580" y="214313"/>
                  </a:lnTo>
                  <a:lnTo>
                    <a:pt x="1208532" y="214122"/>
                  </a:lnTo>
                  <a:lnTo>
                    <a:pt x="1207389" y="213741"/>
                  </a:lnTo>
                  <a:lnTo>
                    <a:pt x="1206722" y="212788"/>
                  </a:lnTo>
                  <a:lnTo>
                    <a:pt x="1206246" y="211741"/>
                  </a:lnTo>
                  <a:lnTo>
                    <a:pt x="1205770" y="210884"/>
                  </a:lnTo>
                  <a:lnTo>
                    <a:pt x="1205389" y="210407"/>
                  </a:lnTo>
                  <a:lnTo>
                    <a:pt x="1205293" y="210312"/>
                  </a:lnTo>
                  <a:lnTo>
                    <a:pt x="1205103" y="210407"/>
                  </a:lnTo>
                  <a:lnTo>
                    <a:pt x="1204531" y="210503"/>
                  </a:lnTo>
                  <a:lnTo>
                    <a:pt x="1204150" y="210217"/>
                  </a:lnTo>
                  <a:lnTo>
                    <a:pt x="1203865" y="209645"/>
                  </a:lnTo>
                  <a:lnTo>
                    <a:pt x="1203865" y="209074"/>
                  </a:lnTo>
                  <a:lnTo>
                    <a:pt x="1204246" y="208788"/>
                  </a:lnTo>
                  <a:lnTo>
                    <a:pt x="1204722" y="208312"/>
                  </a:lnTo>
                  <a:lnTo>
                    <a:pt x="1204817" y="207074"/>
                  </a:lnTo>
                  <a:lnTo>
                    <a:pt x="1204722" y="204788"/>
                  </a:lnTo>
                  <a:lnTo>
                    <a:pt x="1204246" y="204788"/>
                  </a:lnTo>
                  <a:lnTo>
                    <a:pt x="1203674" y="205169"/>
                  </a:lnTo>
                  <a:lnTo>
                    <a:pt x="1203103" y="204692"/>
                  </a:lnTo>
                  <a:lnTo>
                    <a:pt x="1202436" y="203930"/>
                  </a:lnTo>
                  <a:lnTo>
                    <a:pt x="1201769" y="203359"/>
                  </a:lnTo>
                  <a:lnTo>
                    <a:pt x="1200912" y="203168"/>
                  </a:lnTo>
                  <a:lnTo>
                    <a:pt x="1198912" y="202978"/>
                  </a:lnTo>
                  <a:lnTo>
                    <a:pt x="1198150" y="202597"/>
                  </a:lnTo>
                  <a:lnTo>
                    <a:pt x="1197673" y="201930"/>
                  </a:lnTo>
                  <a:lnTo>
                    <a:pt x="1198436" y="201835"/>
                  </a:lnTo>
                  <a:lnTo>
                    <a:pt x="1200340" y="202216"/>
                  </a:lnTo>
                  <a:lnTo>
                    <a:pt x="1202150" y="202311"/>
                  </a:lnTo>
                  <a:lnTo>
                    <a:pt x="1203960" y="202216"/>
                  </a:lnTo>
                  <a:lnTo>
                    <a:pt x="1206056" y="201644"/>
                  </a:lnTo>
                  <a:lnTo>
                    <a:pt x="1205103" y="200692"/>
                  </a:lnTo>
                  <a:lnTo>
                    <a:pt x="1203103" y="199644"/>
                  </a:lnTo>
                  <a:lnTo>
                    <a:pt x="1202150" y="198692"/>
                  </a:lnTo>
                  <a:lnTo>
                    <a:pt x="1205103" y="199263"/>
                  </a:lnTo>
                  <a:lnTo>
                    <a:pt x="1206817" y="199358"/>
                  </a:lnTo>
                  <a:lnTo>
                    <a:pt x="1206817" y="198692"/>
                  </a:lnTo>
                  <a:lnTo>
                    <a:pt x="1207865" y="197739"/>
                  </a:lnTo>
                  <a:lnTo>
                    <a:pt x="1208056" y="196691"/>
                  </a:lnTo>
                  <a:lnTo>
                    <a:pt x="1208151" y="195644"/>
                  </a:lnTo>
                  <a:lnTo>
                    <a:pt x="1208913" y="194691"/>
                  </a:lnTo>
                  <a:lnTo>
                    <a:pt x="1209961" y="194215"/>
                  </a:lnTo>
                  <a:lnTo>
                    <a:pt x="1213580" y="193358"/>
                  </a:lnTo>
                  <a:lnTo>
                    <a:pt x="1214247" y="192786"/>
                  </a:lnTo>
                  <a:lnTo>
                    <a:pt x="1216057" y="190595"/>
                  </a:lnTo>
                  <a:lnTo>
                    <a:pt x="1216438" y="189738"/>
                  </a:lnTo>
                  <a:lnTo>
                    <a:pt x="1216247" y="188404"/>
                  </a:lnTo>
                  <a:lnTo>
                    <a:pt x="1215485" y="186690"/>
                  </a:lnTo>
                  <a:lnTo>
                    <a:pt x="1214533" y="185166"/>
                  </a:lnTo>
                  <a:lnTo>
                    <a:pt x="1213580" y="184404"/>
                  </a:lnTo>
                  <a:lnTo>
                    <a:pt x="1213199" y="185356"/>
                  </a:lnTo>
                  <a:lnTo>
                    <a:pt x="1212532" y="184404"/>
                  </a:lnTo>
                  <a:lnTo>
                    <a:pt x="1211580" y="182118"/>
                  </a:lnTo>
                  <a:lnTo>
                    <a:pt x="1211199" y="181642"/>
                  </a:lnTo>
                  <a:lnTo>
                    <a:pt x="1210532" y="180499"/>
                  </a:lnTo>
                  <a:lnTo>
                    <a:pt x="1210056" y="179927"/>
                  </a:lnTo>
                  <a:lnTo>
                    <a:pt x="1204913" y="175451"/>
                  </a:lnTo>
                  <a:lnTo>
                    <a:pt x="1204150" y="174308"/>
                  </a:lnTo>
                  <a:lnTo>
                    <a:pt x="1201960" y="172498"/>
                  </a:lnTo>
                  <a:lnTo>
                    <a:pt x="1201483" y="171736"/>
                  </a:lnTo>
                  <a:lnTo>
                    <a:pt x="1201007" y="170879"/>
                  </a:lnTo>
                  <a:lnTo>
                    <a:pt x="1200626" y="169831"/>
                  </a:lnTo>
                  <a:lnTo>
                    <a:pt x="1200340" y="166402"/>
                  </a:lnTo>
                  <a:lnTo>
                    <a:pt x="1200150" y="165354"/>
                  </a:lnTo>
                  <a:lnTo>
                    <a:pt x="1199769" y="164497"/>
                  </a:lnTo>
                  <a:lnTo>
                    <a:pt x="1198055" y="163163"/>
                  </a:lnTo>
                  <a:lnTo>
                    <a:pt x="1196054" y="162687"/>
                  </a:lnTo>
                  <a:lnTo>
                    <a:pt x="1193864" y="162401"/>
                  </a:lnTo>
                  <a:lnTo>
                    <a:pt x="1191768" y="161735"/>
                  </a:lnTo>
                  <a:lnTo>
                    <a:pt x="1191006" y="161068"/>
                  </a:lnTo>
                  <a:lnTo>
                    <a:pt x="1191387" y="160496"/>
                  </a:lnTo>
                  <a:lnTo>
                    <a:pt x="1193387" y="159068"/>
                  </a:lnTo>
                  <a:lnTo>
                    <a:pt x="1194245" y="158591"/>
                  </a:lnTo>
                  <a:lnTo>
                    <a:pt x="1195483" y="158305"/>
                  </a:lnTo>
                  <a:lnTo>
                    <a:pt x="1196626" y="157925"/>
                  </a:lnTo>
                  <a:lnTo>
                    <a:pt x="1197197" y="157163"/>
                  </a:lnTo>
                  <a:lnTo>
                    <a:pt x="1192149" y="156781"/>
                  </a:lnTo>
                  <a:lnTo>
                    <a:pt x="1188339" y="156020"/>
                  </a:lnTo>
                  <a:lnTo>
                    <a:pt x="1187101" y="156020"/>
                  </a:lnTo>
                  <a:lnTo>
                    <a:pt x="1187101" y="155638"/>
                  </a:lnTo>
                  <a:lnTo>
                    <a:pt x="1190720" y="155258"/>
                  </a:lnTo>
                  <a:lnTo>
                    <a:pt x="1191673" y="154972"/>
                  </a:lnTo>
                  <a:lnTo>
                    <a:pt x="1193578" y="154114"/>
                  </a:lnTo>
                  <a:lnTo>
                    <a:pt x="1194530" y="153924"/>
                  </a:lnTo>
                  <a:lnTo>
                    <a:pt x="1194721" y="153543"/>
                  </a:lnTo>
                  <a:lnTo>
                    <a:pt x="1194054" y="152781"/>
                  </a:lnTo>
                  <a:lnTo>
                    <a:pt x="1193006" y="152210"/>
                  </a:lnTo>
                  <a:lnTo>
                    <a:pt x="1192054" y="152400"/>
                  </a:lnTo>
                  <a:lnTo>
                    <a:pt x="1191292" y="152781"/>
                  </a:lnTo>
                  <a:lnTo>
                    <a:pt x="1190149" y="153067"/>
                  </a:lnTo>
                  <a:lnTo>
                    <a:pt x="1189006" y="153162"/>
                  </a:lnTo>
                  <a:lnTo>
                    <a:pt x="1188244" y="152876"/>
                  </a:lnTo>
                  <a:lnTo>
                    <a:pt x="1188815" y="152400"/>
                  </a:lnTo>
                  <a:lnTo>
                    <a:pt x="1190149" y="150686"/>
                  </a:lnTo>
                  <a:lnTo>
                    <a:pt x="1190625" y="150304"/>
                  </a:lnTo>
                  <a:lnTo>
                    <a:pt x="1191197" y="150114"/>
                  </a:lnTo>
                  <a:lnTo>
                    <a:pt x="1191673" y="149733"/>
                  </a:lnTo>
                  <a:lnTo>
                    <a:pt x="1191958" y="149162"/>
                  </a:lnTo>
                  <a:lnTo>
                    <a:pt x="1191768" y="148590"/>
                  </a:lnTo>
                  <a:lnTo>
                    <a:pt x="1191387" y="148114"/>
                  </a:lnTo>
                  <a:lnTo>
                    <a:pt x="1191292" y="147733"/>
                  </a:lnTo>
                  <a:lnTo>
                    <a:pt x="1191101" y="147352"/>
                  </a:lnTo>
                  <a:lnTo>
                    <a:pt x="1190530" y="146971"/>
                  </a:lnTo>
                  <a:lnTo>
                    <a:pt x="1188339" y="146495"/>
                  </a:lnTo>
                  <a:lnTo>
                    <a:pt x="1186053" y="146685"/>
                  </a:lnTo>
                  <a:lnTo>
                    <a:pt x="1184053" y="146495"/>
                  </a:lnTo>
                  <a:lnTo>
                    <a:pt x="1182624" y="145066"/>
                  </a:lnTo>
                  <a:lnTo>
                    <a:pt x="1182529" y="144209"/>
                  </a:lnTo>
                  <a:lnTo>
                    <a:pt x="1182719" y="143446"/>
                  </a:lnTo>
                  <a:lnTo>
                    <a:pt x="1182529" y="142875"/>
                  </a:lnTo>
                  <a:lnTo>
                    <a:pt x="1181290" y="142685"/>
                  </a:lnTo>
                  <a:lnTo>
                    <a:pt x="1179100" y="142685"/>
                  </a:lnTo>
                  <a:lnTo>
                    <a:pt x="1178052" y="142589"/>
                  </a:lnTo>
                  <a:lnTo>
                    <a:pt x="1177099" y="142304"/>
                  </a:lnTo>
                  <a:lnTo>
                    <a:pt x="1173385" y="140208"/>
                  </a:lnTo>
                  <a:lnTo>
                    <a:pt x="1172813" y="139637"/>
                  </a:lnTo>
                  <a:lnTo>
                    <a:pt x="1172718" y="139065"/>
                  </a:lnTo>
                  <a:lnTo>
                    <a:pt x="1172528" y="138589"/>
                  </a:lnTo>
                  <a:lnTo>
                    <a:pt x="1172528" y="138208"/>
                  </a:lnTo>
                  <a:lnTo>
                    <a:pt x="1173004" y="138017"/>
                  </a:lnTo>
                  <a:lnTo>
                    <a:pt x="1173385" y="138113"/>
                  </a:lnTo>
                  <a:lnTo>
                    <a:pt x="1175004" y="138684"/>
                  </a:lnTo>
                  <a:lnTo>
                    <a:pt x="1176147" y="139732"/>
                  </a:lnTo>
                  <a:lnTo>
                    <a:pt x="1176718" y="139827"/>
                  </a:lnTo>
                  <a:lnTo>
                    <a:pt x="1177481" y="139065"/>
                  </a:lnTo>
                  <a:lnTo>
                    <a:pt x="1177671" y="138494"/>
                  </a:lnTo>
                  <a:lnTo>
                    <a:pt x="1177862" y="136398"/>
                  </a:lnTo>
                  <a:lnTo>
                    <a:pt x="1178052" y="135922"/>
                  </a:lnTo>
                  <a:lnTo>
                    <a:pt x="1178433" y="135541"/>
                  </a:lnTo>
                  <a:lnTo>
                    <a:pt x="1178909" y="135160"/>
                  </a:lnTo>
                  <a:lnTo>
                    <a:pt x="1179290" y="134779"/>
                  </a:lnTo>
                  <a:lnTo>
                    <a:pt x="1179957" y="133731"/>
                  </a:lnTo>
                  <a:lnTo>
                    <a:pt x="1180433" y="133160"/>
                  </a:lnTo>
                  <a:lnTo>
                    <a:pt x="1180909" y="132874"/>
                  </a:lnTo>
                  <a:lnTo>
                    <a:pt x="1181481" y="132683"/>
                  </a:lnTo>
                  <a:lnTo>
                    <a:pt x="1181862" y="132207"/>
                  </a:lnTo>
                  <a:lnTo>
                    <a:pt x="1182148" y="131540"/>
                  </a:lnTo>
                  <a:lnTo>
                    <a:pt x="1182243" y="130874"/>
                  </a:lnTo>
                  <a:lnTo>
                    <a:pt x="1182243" y="129445"/>
                  </a:lnTo>
                  <a:lnTo>
                    <a:pt x="1182148" y="128969"/>
                  </a:lnTo>
                  <a:lnTo>
                    <a:pt x="1181957" y="128969"/>
                  </a:lnTo>
                  <a:lnTo>
                    <a:pt x="1181576" y="129064"/>
                  </a:lnTo>
                  <a:lnTo>
                    <a:pt x="1181195" y="128969"/>
                  </a:lnTo>
                  <a:lnTo>
                    <a:pt x="1179957" y="128492"/>
                  </a:lnTo>
                  <a:lnTo>
                    <a:pt x="1178338" y="128302"/>
                  </a:lnTo>
                  <a:lnTo>
                    <a:pt x="1176814" y="128397"/>
                  </a:lnTo>
                  <a:lnTo>
                    <a:pt x="1175671" y="129540"/>
                  </a:lnTo>
                  <a:lnTo>
                    <a:pt x="1175004" y="128206"/>
                  </a:lnTo>
                  <a:lnTo>
                    <a:pt x="1174623" y="127730"/>
                  </a:lnTo>
                  <a:lnTo>
                    <a:pt x="1173861" y="127349"/>
                  </a:lnTo>
                  <a:lnTo>
                    <a:pt x="1171861" y="126873"/>
                  </a:lnTo>
                  <a:lnTo>
                    <a:pt x="1171289" y="126587"/>
                  </a:lnTo>
                  <a:lnTo>
                    <a:pt x="1170527" y="125825"/>
                  </a:lnTo>
                  <a:lnTo>
                    <a:pt x="1169670" y="124587"/>
                  </a:lnTo>
                  <a:lnTo>
                    <a:pt x="1169098" y="123254"/>
                  </a:lnTo>
                  <a:lnTo>
                    <a:pt x="1169384" y="122111"/>
                  </a:lnTo>
                  <a:lnTo>
                    <a:pt x="1169956" y="120777"/>
                  </a:lnTo>
                  <a:lnTo>
                    <a:pt x="1169003" y="120110"/>
                  </a:lnTo>
                  <a:lnTo>
                    <a:pt x="1167384" y="119825"/>
                  </a:lnTo>
                  <a:lnTo>
                    <a:pt x="1164526" y="119825"/>
                  </a:lnTo>
                  <a:lnTo>
                    <a:pt x="1162907" y="120015"/>
                  </a:lnTo>
                  <a:lnTo>
                    <a:pt x="1161383" y="120491"/>
                  </a:lnTo>
                  <a:lnTo>
                    <a:pt x="1160145" y="121253"/>
                  </a:lnTo>
                  <a:lnTo>
                    <a:pt x="1161479" y="119253"/>
                  </a:lnTo>
                  <a:lnTo>
                    <a:pt x="1163288" y="118491"/>
                  </a:lnTo>
                  <a:lnTo>
                    <a:pt x="1170051" y="118396"/>
                  </a:lnTo>
                  <a:lnTo>
                    <a:pt x="1174432" y="119158"/>
                  </a:lnTo>
                  <a:lnTo>
                    <a:pt x="1181195" y="119063"/>
                  </a:lnTo>
                  <a:lnTo>
                    <a:pt x="1182243" y="119348"/>
                  </a:lnTo>
                  <a:lnTo>
                    <a:pt x="1184529" y="120491"/>
                  </a:lnTo>
                  <a:lnTo>
                    <a:pt x="1185291" y="120491"/>
                  </a:lnTo>
                  <a:lnTo>
                    <a:pt x="1186053" y="119539"/>
                  </a:lnTo>
                  <a:lnTo>
                    <a:pt x="1186053" y="118205"/>
                  </a:lnTo>
                  <a:lnTo>
                    <a:pt x="1185481" y="116872"/>
                  </a:lnTo>
                  <a:lnTo>
                    <a:pt x="1184720" y="115919"/>
                  </a:lnTo>
                  <a:lnTo>
                    <a:pt x="1184339" y="115157"/>
                  </a:lnTo>
                  <a:lnTo>
                    <a:pt x="1183862" y="112109"/>
                  </a:lnTo>
                  <a:lnTo>
                    <a:pt x="1183767" y="111824"/>
                  </a:lnTo>
                  <a:lnTo>
                    <a:pt x="1183196" y="110680"/>
                  </a:lnTo>
                  <a:lnTo>
                    <a:pt x="1184243" y="111252"/>
                  </a:lnTo>
                  <a:lnTo>
                    <a:pt x="1184815" y="111633"/>
                  </a:lnTo>
                  <a:lnTo>
                    <a:pt x="1185005" y="112014"/>
                  </a:lnTo>
                  <a:lnTo>
                    <a:pt x="1185100" y="113157"/>
                  </a:lnTo>
                  <a:lnTo>
                    <a:pt x="1185291" y="113729"/>
                  </a:lnTo>
                  <a:lnTo>
                    <a:pt x="1186148" y="115157"/>
                  </a:lnTo>
                  <a:lnTo>
                    <a:pt x="1186624" y="116396"/>
                  </a:lnTo>
                  <a:lnTo>
                    <a:pt x="1187291" y="117443"/>
                  </a:lnTo>
                  <a:lnTo>
                    <a:pt x="1188434" y="117920"/>
                  </a:lnTo>
                  <a:lnTo>
                    <a:pt x="1189482" y="118110"/>
                  </a:lnTo>
                  <a:lnTo>
                    <a:pt x="1191673" y="119063"/>
                  </a:lnTo>
                  <a:lnTo>
                    <a:pt x="1192816" y="119253"/>
                  </a:lnTo>
                  <a:lnTo>
                    <a:pt x="1197959" y="118777"/>
                  </a:lnTo>
                  <a:lnTo>
                    <a:pt x="1198626" y="118396"/>
                  </a:lnTo>
                  <a:lnTo>
                    <a:pt x="1199483" y="117062"/>
                  </a:lnTo>
                  <a:lnTo>
                    <a:pt x="1200055" y="116586"/>
                  </a:lnTo>
                  <a:lnTo>
                    <a:pt x="1201579" y="115729"/>
                  </a:lnTo>
                  <a:lnTo>
                    <a:pt x="1202055" y="115253"/>
                  </a:lnTo>
                  <a:lnTo>
                    <a:pt x="1202246" y="114300"/>
                  </a:lnTo>
                  <a:lnTo>
                    <a:pt x="1201674" y="113824"/>
                  </a:lnTo>
                  <a:lnTo>
                    <a:pt x="1199483" y="113443"/>
                  </a:lnTo>
                  <a:lnTo>
                    <a:pt x="1197197" y="112681"/>
                  </a:lnTo>
                  <a:lnTo>
                    <a:pt x="1196149" y="112109"/>
                  </a:lnTo>
                  <a:lnTo>
                    <a:pt x="1195483" y="111347"/>
                  </a:lnTo>
                  <a:lnTo>
                    <a:pt x="1198531" y="111728"/>
                  </a:lnTo>
                  <a:lnTo>
                    <a:pt x="1199388" y="111633"/>
                  </a:lnTo>
                  <a:lnTo>
                    <a:pt x="1199674" y="111347"/>
                  </a:lnTo>
                  <a:lnTo>
                    <a:pt x="1199674" y="110871"/>
                  </a:lnTo>
                  <a:lnTo>
                    <a:pt x="1199388" y="110204"/>
                  </a:lnTo>
                  <a:lnTo>
                    <a:pt x="1196626" y="107442"/>
                  </a:lnTo>
                  <a:lnTo>
                    <a:pt x="1196340" y="106966"/>
                  </a:lnTo>
                  <a:lnTo>
                    <a:pt x="1194816" y="106013"/>
                  </a:lnTo>
                  <a:lnTo>
                    <a:pt x="1194340" y="105823"/>
                  </a:lnTo>
                  <a:lnTo>
                    <a:pt x="1193673" y="105918"/>
                  </a:lnTo>
                  <a:lnTo>
                    <a:pt x="1192816" y="106204"/>
                  </a:lnTo>
                  <a:lnTo>
                    <a:pt x="1191958" y="106299"/>
                  </a:lnTo>
                  <a:lnTo>
                    <a:pt x="1191292" y="106013"/>
                  </a:lnTo>
                  <a:lnTo>
                    <a:pt x="1190244" y="105061"/>
                  </a:lnTo>
                  <a:lnTo>
                    <a:pt x="1189006" y="104108"/>
                  </a:lnTo>
                  <a:lnTo>
                    <a:pt x="1187577" y="103442"/>
                  </a:lnTo>
                  <a:lnTo>
                    <a:pt x="1186053" y="103346"/>
                  </a:lnTo>
                  <a:lnTo>
                    <a:pt x="1186053" y="102965"/>
                  </a:lnTo>
                  <a:lnTo>
                    <a:pt x="1188530" y="103156"/>
                  </a:lnTo>
                  <a:lnTo>
                    <a:pt x="1189577" y="103537"/>
                  </a:lnTo>
                  <a:lnTo>
                    <a:pt x="1191578" y="104870"/>
                  </a:lnTo>
                  <a:lnTo>
                    <a:pt x="1192816" y="105156"/>
                  </a:lnTo>
                  <a:lnTo>
                    <a:pt x="1193959" y="105061"/>
                  </a:lnTo>
                  <a:lnTo>
                    <a:pt x="1194816" y="104489"/>
                  </a:lnTo>
                  <a:lnTo>
                    <a:pt x="1194816" y="103822"/>
                  </a:lnTo>
                  <a:lnTo>
                    <a:pt x="1194245" y="103251"/>
                  </a:lnTo>
                  <a:lnTo>
                    <a:pt x="1193387" y="102870"/>
                  </a:lnTo>
                  <a:lnTo>
                    <a:pt x="1191578" y="102489"/>
                  </a:lnTo>
                  <a:lnTo>
                    <a:pt x="1190815" y="101918"/>
                  </a:lnTo>
                  <a:lnTo>
                    <a:pt x="1185863" y="97060"/>
                  </a:lnTo>
                  <a:lnTo>
                    <a:pt x="1185386" y="96774"/>
                  </a:lnTo>
                  <a:lnTo>
                    <a:pt x="1184815" y="96964"/>
                  </a:lnTo>
                  <a:lnTo>
                    <a:pt x="1184243" y="97346"/>
                  </a:lnTo>
                  <a:lnTo>
                    <a:pt x="1183672" y="97536"/>
                  </a:lnTo>
                  <a:lnTo>
                    <a:pt x="1183100" y="97346"/>
                  </a:lnTo>
                  <a:lnTo>
                    <a:pt x="1183100" y="96869"/>
                  </a:lnTo>
                  <a:lnTo>
                    <a:pt x="1183481" y="96107"/>
                  </a:lnTo>
                  <a:lnTo>
                    <a:pt x="1183005" y="95441"/>
                  </a:lnTo>
                  <a:lnTo>
                    <a:pt x="1182148" y="94964"/>
                  </a:lnTo>
                  <a:lnTo>
                    <a:pt x="1181100" y="94774"/>
                  </a:lnTo>
                  <a:lnTo>
                    <a:pt x="1179957" y="94679"/>
                  </a:lnTo>
                  <a:lnTo>
                    <a:pt x="1179195" y="94393"/>
                  </a:lnTo>
                  <a:lnTo>
                    <a:pt x="1179195" y="93821"/>
                  </a:lnTo>
                  <a:lnTo>
                    <a:pt x="1179576" y="93250"/>
                  </a:lnTo>
                  <a:lnTo>
                    <a:pt x="1179766" y="92964"/>
                  </a:lnTo>
                  <a:lnTo>
                    <a:pt x="1179576" y="92393"/>
                  </a:lnTo>
                  <a:lnTo>
                    <a:pt x="1179195" y="92202"/>
                  </a:lnTo>
                  <a:lnTo>
                    <a:pt x="1178719" y="92012"/>
                  </a:lnTo>
                  <a:lnTo>
                    <a:pt x="1178338" y="91630"/>
                  </a:lnTo>
                  <a:lnTo>
                    <a:pt x="1178242" y="91345"/>
                  </a:lnTo>
                  <a:lnTo>
                    <a:pt x="1178052" y="90773"/>
                  </a:lnTo>
                  <a:lnTo>
                    <a:pt x="1178052" y="90583"/>
                  </a:lnTo>
                  <a:lnTo>
                    <a:pt x="1185196" y="92964"/>
                  </a:lnTo>
                  <a:lnTo>
                    <a:pt x="1185767" y="93059"/>
                  </a:lnTo>
                  <a:lnTo>
                    <a:pt x="1186243" y="92774"/>
                  </a:lnTo>
                  <a:lnTo>
                    <a:pt x="1187672" y="91535"/>
                  </a:lnTo>
                  <a:lnTo>
                    <a:pt x="1188244" y="91154"/>
                  </a:lnTo>
                  <a:lnTo>
                    <a:pt x="1188244" y="91154"/>
                  </a:lnTo>
                  <a:lnTo>
                    <a:pt x="1187767" y="90773"/>
                  </a:lnTo>
                  <a:lnTo>
                    <a:pt x="1186910" y="90488"/>
                  </a:lnTo>
                  <a:lnTo>
                    <a:pt x="1185481" y="90583"/>
                  </a:lnTo>
                  <a:lnTo>
                    <a:pt x="1184624" y="90583"/>
                  </a:lnTo>
                  <a:lnTo>
                    <a:pt x="1182814" y="90297"/>
                  </a:lnTo>
                  <a:lnTo>
                    <a:pt x="1181386" y="89916"/>
                  </a:lnTo>
                  <a:lnTo>
                    <a:pt x="1180148" y="89154"/>
                  </a:lnTo>
                  <a:lnTo>
                    <a:pt x="1177195" y="86011"/>
                  </a:lnTo>
                  <a:lnTo>
                    <a:pt x="1172908" y="83820"/>
                  </a:lnTo>
                  <a:lnTo>
                    <a:pt x="1171004" y="82487"/>
                  </a:lnTo>
                  <a:lnTo>
                    <a:pt x="1170623" y="81915"/>
                  </a:lnTo>
                  <a:lnTo>
                    <a:pt x="1170337" y="81439"/>
                  </a:lnTo>
                  <a:lnTo>
                    <a:pt x="1169956" y="81058"/>
                  </a:lnTo>
                  <a:lnTo>
                    <a:pt x="1169194" y="80963"/>
                  </a:lnTo>
                  <a:lnTo>
                    <a:pt x="1168527" y="81153"/>
                  </a:lnTo>
                  <a:lnTo>
                    <a:pt x="1167670" y="81915"/>
                  </a:lnTo>
                  <a:lnTo>
                    <a:pt x="1167193" y="82201"/>
                  </a:lnTo>
                  <a:lnTo>
                    <a:pt x="1157478" y="82391"/>
                  </a:lnTo>
                  <a:lnTo>
                    <a:pt x="1154525" y="81629"/>
                  </a:lnTo>
                  <a:lnTo>
                    <a:pt x="1152334" y="81629"/>
                  </a:lnTo>
                  <a:lnTo>
                    <a:pt x="1148239" y="82391"/>
                  </a:lnTo>
                  <a:lnTo>
                    <a:pt x="1146239" y="81915"/>
                  </a:lnTo>
                  <a:lnTo>
                    <a:pt x="1144333" y="80581"/>
                  </a:lnTo>
                  <a:lnTo>
                    <a:pt x="1143381" y="80486"/>
                  </a:lnTo>
                  <a:lnTo>
                    <a:pt x="1141762" y="81915"/>
                  </a:lnTo>
                  <a:lnTo>
                    <a:pt x="1140809" y="82201"/>
                  </a:lnTo>
                  <a:lnTo>
                    <a:pt x="1139762" y="82201"/>
                  </a:lnTo>
                  <a:lnTo>
                    <a:pt x="1138333" y="81629"/>
                  </a:lnTo>
                  <a:lnTo>
                    <a:pt x="1136999" y="82296"/>
                  </a:lnTo>
                  <a:lnTo>
                    <a:pt x="1136332" y="82296"/>
                  </a:lnTo>
                  <a:lnTo>
                    <a:pt x="1134047" y="78962"/>
                  </a:lnTo>
                  <a:lnTo>
                    <a:pt x="1133475" y="78867"/>
                  </a:lnTo>
                  <a:lnTo>
                    <a:pt x="1133094" y="79534"/>
                  </a:lnTo>
                  <a:lnTo>
                    <a:pt x="1131951" y="80677"/>
                  </a:lnTo>
                  <a:lnTo>
                    <a:pt x="1131570" y="81439"/>
                  </a:lnTo>
                  <a:lnTo>
                    <a:pt x="1131570" y="82010"/>
                  </a:lnTo>
                  <a:lnTo>
                    <a:pt x="1131856" y="82391"/>
                  </a:lnTo>
                  <a:lnTo>
                    <a:pt x="1131951" y="82772"/>
                  </a:lnTo>
                  <a:lnTo>
                    <a:pt x="1131570" y="83153"/>
                  </a:lnTo>
                  <a:lnTo>
                    <a:pt x="1130617" y="83439"/>
                  </a:lnTo>
                  <a:lnTo>
                    <a:pt x="1130046" y="83249"/>
                  </a:lnTo>
                  <a:lnTo>
                    <a:pt x="1129474" y="83249"/>
                  </a:lnTo>
                  <a:lnTo>
                    <a:pt x="1128141" y="84582"/>
                  </a:lnTo>
                  <a:lnTo>
                    <a:pt x="1127570" y="84772"/>
                  </a:lnTo>
                  <a:lnTo>
                    <a:pt x="1126998" y="84677"/>
                  </a:lnTo>
                  <a:lnTo>
                    <a:pt x="1126522" y="84392"/>
                  </a:lnTo>
                  <a:lnTo>
                    <a:pt x="1125188" y="82105"/>
                  </a:lnTo>
                  <a:lnTo>
                    <a:pt x="1124998" y="81439"/>
                  </a:lnTo>
                  <a:lnTo>
                    <a:pt x="1124807" y="81153"/>
                  </a:lnTo>
                  <a:lnTo>
                    <a:pt x="1124426" y="81058"/>
                  </a:lnTo>
                  <a:lnTo>
                    <a:pt x="1124045" y="81058"/>
                  </a:lnTo>
                  <a:lnTo>
                    <a:pt x="1123664" y="81058"/>
                  </a:lnTo>
                  <a:lnTo>
                    <a:pt x="1122236" y="79724"/>
                  </a:lnTo>
                  <a:lnTo>
                    <a:pt x="1120902" y="80010"/>
                  </a:lnTo>
                  <a:lnTo>
                    <a:pt x="1119473" y="80772"/>
                  </a:lnTo>
                  <a:lnTo>
                    <a:pt x="1117949" y="81248"/>
                  </a:lnTo>
                  <a:lnTo>
                    <a:pt x="1117187" y="81153"/>
                  </a:lnTo>
                  <a:lnTo>
                    <a:pt x="1114806" y="80486"/>
                  </a:lnTo>
                  <a:lnTo>
                    <a:pt x="1113568" y="80391"/>
                  </a:lnTo>
                  <a:lnTo>
                    <a:pt x="1112996" y="80296"/>
                  </a:lnTo>
                  <a:lnTo>
                    <a:pt x="1112425" y="80010"/>
                  </a:lnTo>
                  <a:lnTo>
                    <a:pt x="1111948" y="81153"/>
                  </a:lnTo>
                  <a:lnTo>
                    <a:pt x="1111567" y="81820"/>
                  </a:lnTo>
                  <a:lnTo>
                    <a:pt x="1110996" y="82296"/>
                  </a:lnTo>
                  <a:lnTo>
                    <a:pt x="1110043" y="82868"/>
                  </a:lnTo>
                  <a:lnTo>
                    <a:pt x="1107472" y="85344"/>
                  </a:lnTo>
                  <a:lnTo>
                    <a:pt x="1106805" y="85725"/>
                  </a:lnTo>
                  <a:lnTo>
                    <a:pt x="1105948" y="85439"/>
                  </a:lnTo>
                  <a:lnTo>
                    <a:pt x="1105376" y="84772"/>
                  </a:lnTo>
                  <a:lnTo>
                    <a:pt x="1105090" y="83915"/>
                  </a:lnTo>
                  <a:lnTo>
                    <a:pt x="1104900" y="83058"/>
                  </a:lnTo>
                  <a:lnTo>
                    <a:pt x="1104519" y="82677"/>
                  </a:lnTo>
                  <a:lnTo>
                    <a:pt x="1103852" y="82296"/>
                  </a:lnTo>
                  <a:lnTo>
                    <a:pt x="1102614" y="81820"/>
                  </a:lnTo>
                  <a:lnTo>
                    <a:pt x="1100423" y="81629"/>
                  </a:lnTo>
                  <a:lnTo>
                    <a:pt x="1099375" y="81344"/>
                  </a:lnTo>
                  <a:lnTo>
                    <a:pt x="1098899" y="80581"/>
                  </a:lnTo>
                  <a:lnTo>
                    <a:pt x="1098614" y="79724"/>
                  </a:lnTo>
                  <a:lnTo>
                    <a:pt x="1098137" y="79248"/>
                  </a:lnTo>
                  <a:lnTo>
                    <a:pt x="1097471" y="79343"/>
                  </a:lnTo>
                  <a:lnTo>
                    <a:pt x="1096804" y="80010"/>
                  </a:lnTo>
                  <a:lnTo>
                    <a:pt x="1096328" y="81629"/>
                  </a:lnTo>
                  <a:lnTo>
                    <a:pt x="1096328" y="83344"/>
                  </a:lnTo>
                  <a:lnTo>
                    <a:pt x="1096042" y="84963"/>
                  </a:lnTo>
                  <a:lnTo>
                    <a:pt x="1094041" y="86678"/>
                  </a:lnTo>
                  <a:lnTo>
                    <a:pt x="1093851" y="87344"/>
                  </a:lnTo>
                  <a:lnTo>
                    <a:pt x="1093565" y="87916"/>
                  </a:lnTo>
                  <a:lnTo>
                    <a:pt x="1092803" y="88106"/>
                  </a:lnTo>
                  <a:lnTo>
                    <a:pt x="1092327" y="87821"/>
                  </a:lnTo>
                  <a:lnTo>
                    <a:pt x="1091946" y="87344"/>
                  </a:lnTo>
                  <a:lnTo>
                    <a:pt x="1091565" y="87154"/>
                  </a:lnTo>
                  <a:lnTo>
                    <a:pt x="1089279" y="89249"/>
                  </a:lnTo>
                  <a:lnTo>
                    <a:pt x="1088898" y="89726"/>
                  </a:lnTo>
                  <a:lnTo>
                    <a:pt x="1088517" y="90106"/>
                  </a:lnTo>
                  <a:lnTo>
                    <a:pt x="1087469" y="90392"/>
                  </a:lnTo>
                  <a:lnTo>
                    <a:pt x="1086993" y="90869"/>
                  </a:lnTo>
                  <a:lnTo>
                    <a:pt x="1086612" y="92107"/>
                  </a:lnTo>
                  <a:lnTo>
                    <a:pt x="1086326" y="93059"/>
                  </a:lnTo>
                  <a:lnTo>
                    <a:pt x="1085755" y="97727"/>
                  </a:lnTo>
                  <a:lnTo>
                    <a:pt x="1085088" y="100013"/>
                  </a:lnTo>
                  <a:lnTo>
                    <a:pt x="1084040" y="102013"/>
                  </a:lnTo>
                  <a:lnTo>
                    <a:pt x="1083564" y="102584"/>
                  </a:lnTo>
                  <a:lnTo>
                    <a:pt x="1081754" y="103632"/>
                  </a:lnTo>
                  <a:lnTo>
                    <a:pt x="1081373" y="104013"/>
                  </a:lnTo>
                  <a:lnTo>
                    <a:pt x="1081373" y="105251"/>
                  </a:lnTo>
                  <a:lnTo>
                    <a:pt x="1082231" y="106013"/>
                  </a:lnTo>
                  <a:lnTo>
                    <a:pt x="1083278" y="106585"/>
                  </a:lnTo>
                  <a:lnTo>
                    <a:pt x="1084040" y="107347"/>
                  </a:lnTo>
                  <a:lnTo>
                    <a:pt x="1084040" y="109061"/>
                  </a:lnTo>
                  <a:lnTo>
                    <a:pt x="1082040" y="115157"/>
                  </a:lnTo>
                  <a:lnTo>
                    <a:pt x="1081754" y="117253"/>
                  </a:lnTo>
                  <a:lnTo>
                    <a:pt x="1081754" y="119348"/>
                  </a:lnTo>
                  <a:lnTo>
                    <a:pt x="1081945" y="120587"/>
                  </a:lnTo>
                  <a:lnTo>
                    <a:pt x="1083278" y="123730"/>
                  </a:lnTo>
                  <a:lnTo>
                    <a:pt x="1083373" y="124301"/>
                  </a:lnTo>
                  <a:lnTo>
                    <a:pt x="1083278" y="125349"/>
                  </a:lnTo>
                  <a:lnTo>
                    <a:pt x="1083278" y="125921"/>
                  </a:lnTo>
                  <a:lnTo>
                    <a:pt x="1083469" y="126587"/>
                  </a:lnTo>
                  <a:lnTo>
                    <a:pt x="1084326" y="128111"/>
                  </a:lnTo>
                  <a:lnTo>
                    <a:pt x="1084707" y="129159"/>
                  </a:lnTo>
                  <a:lnTo>
                    <a:pt x="1084707" y="129730"/>
                  </a:lnTo>
                  <a:lnTo>
                    <a:pt x="1084421" y="130207"/>
                  </a:lnTo>
                  <a:lnTo>
                    <a:pt x="1083850" y="130397"/>
                  </a:lnTo>
                  <a:lnTo>
                    <a:pt x="1083373" y="130302"/>
                  </a:lnTo>
                  <a:lnTo>
                    <a:pt x="1082897" y="130112"/>
                  </a:lnTo>
                  <a:lnTo>
                    <a:pt x="1082326" y="130016"/>
                  </a:lnTo>
                  <a:lnTo>
                    <a:pt x="1081183" y="131159"/>
                  </a:lnTo>
                  <a:lnTo>
                    <a:pt x="1080230" y="133636"/>
                  </a:lnTo>
                  <a:lnTo>
                    <a:pt x="1078421" y="141542"/>
                  </a:lnTo>
                  <a:lnTo>
                    <a:pt x="1078421" y="142494"/>
                  </a:lnTo>
                  <a:lnTo>
                    <a:pt x="1079278" y="143542"/>
                  </a:lnTo>
                  <a:lnTo>
                    <a:pt x="1080040" y="143828"/>
                  </a:lnTo>
                  <a:lnTo>
                    <a:pt x="1080135" y="144209"/>
                  </a:lnTo>
                  <a:lnTo>
                    <a:pt x="1078325" y="146590"/>
                  </a:lnTo>
                  <a:lnTo>
                    <a:pt x="1078039" y="147542"/>
                  </a:lnTo>
                  <a:lnTo>
                    <a:pt x="1077849" y="149733"/>
                  </a:lnTo>
                  <a:lnTo>
                    <a:pt x="1077468" y="150781"/>
                  </a:lnTo>
                  <a:lnTo>
                    <a:pt x="1076611" y="151162"/>
                  </a:lnTo>
                  <a:lnTo>
                    <a:pt x="1074420" y="151352"/>
                  </a:lnTo>
                  <a:lnTo>
                    <a:pt x="1070991" y="152876"/>
                  </a:lnTo>
                  <a:lnTo>
                    <a:pt x="1069372" y="153162"/>
                  </a:lnTo>
                  <a:lnTo>
                    <a:pt x="1067848" y="152400"/>
                  </a:lnTo>
                  <a:lnTo>
                    <a:pt x="1066514" y="150400"/>
                  </a:lnTo>
                  <a:lnTo>
                    <a:pt x="1065752" y="150209"/>
                  </a:lnTo>
                  <a:lnTo>
                    <a:pt x="1064895" y="151543"/>
                  </a:lnTo>
                  <a:lnTo>
                    <a:pt x="1064038" y="153353"/>
                  </a:lnTo>
                  <a:lnTo>
                    <a:pt x="1063466" y="154019"/>
                  </a:lnTo>
                  <a:lnTo>
                    <a:pt x="1060418" y="156020"/>
                  </a:lnTo>
                  <a:lnTo>
                    <a:pt x="1059561" y="156877"/>
                  </a:lnTo>
                  <a:lnTo>
                    <a:pt x="1058894" y="158020"/>
                  </a:lnTo>
                  <a:lnTo>
                    <a:pt x="1058704" y="158591"/>
                  </a:lnTo>
                  <a:lnTo>
                    <a:pt x="1058608" y="159163"/>
                  </a:lnTo>
                  <a:lnTo>
                    <a:pt x="1058418" y="159734"/>
                  </a:lnTo>
                  <a:lnTo>
                    <a:pt x="1058037" y="160306"/>
                  </a:lnTo>
                  <a:lnTo>
                    <a:pt x="1057275" y="160877"/>
                  </a:lnTo>
                  <a:lnTo>
                    <a:pt x="1056799" y="161068"/>
                  </a:lnTo>
                  <a:lnTo>
                    <a:pt x="1056704" y="161258"/>
                  </a:lnTo>
                  <a:lnTo>
                    <a:pt x="1056989" y="161925"/>
                  </a:lnTo>
                  <a:lnTo>
                    <a:pt x="1058418" y="163735"/>
                  </a:lnTo>
                  <a:lnTo>
                    <a:pt x="1058799" y="164783"/>
                  </a:lnTo>
                  <a:lnTo>
                    <a:pt x="1058228" y="166021"/>
                  </a:lnTo>
                  <a:lnTo>
                    <a:pt x="1057656" y="166402"/>
                  </a:lnTo>
                  <a:lnTo>
                    <a:pt x="1057084" y="166497"/>
                  </a:lnTo>
                  <a:lnTo>
                    <a:pt x="1056608" y="166688"/>
                  </a:lnTo>
                  <a:lnTo>
                    <a:pt x="1056323" y="167354"/>
                  </a:lnTo>
                  <a:lnTo>
                    <a:pt x="1056323" y="167830"/>
                  </a:lnTo>
                  <a:lnTo>
                    <a:pt x="1056894" y="168878"/>
                  </a:lnTo>
                  <a:lnTo>
                    <a:pt x="1057084" y="169354"/>
                  </a:lnTo>
                  <a:lnTo>
                    <a:pt x="1056894" y="170402"/>
                  </a:lnTo>
                  <a:lnTo>
                    <a:pt x="1056418" y="171545"/>
                  </a:lnTo>
                  <a:lnTo>
                    <a:pt x="1056323" y="172593"/>
                  </a:lnTo>
                  <a:lnTo>
                    <a:pt x="1057084" y="173355"/>
                  </a:lnTo>
                  <a:lnTo>
                    <a:pt x="1057656" y="173355"/>
                  </a:lnTo>
                  <a:lnTo>
                    <a:pt x="1058799" y="172784"/>
                  </a:lnTo>
                  <a:lnTo>
                    <a:pt x="1059371" y="172593"/>
                  </a:lnTo>
                  <a:lnTo>
                    <a:pt x="1060037" y="172688"/>
                  </a:lnTo>
                  <a:lnTo>
                    <a:pt x="1060704" y="172879"/>
                  </a:lnTo>
                  <a:lnTo>
                    <a:pt x="1061371" y="173164"/>
                  </a:lnTo>
                  <a:lnTo>
                    <a:pt x="1061847" y="173546"/>
                  </a:lnTo>
                  <a:lnTo>
                    <a:pt x="1062609" y="174403"/>
                  </a:lnTo>
                  <a:lnTo>
                    <a:pt x="1063371" y="175641"/>
                  </a:lnTo>
                  <a:lnTo>
                    <a:pt x="1063942" y="176879"/>
                  </a:lnTo>
                  <a:lnTo>
                    <a:pt x="1064038" y="177832"/>
                  </a:lnTo>
                  <a:lnTo>
                    <a:pt x="1063371" y="178879"/>
                  </a:lnTo>
                  <a:lnTo>
                    <a:pt x="1062228" y="179261"/>
                  </a:lnTo>
                  <a:lnTo>
                    <a:pt x="1059847" y="179451"/>
                  </a:lnTo>
                  <a:lnTo>
                    <a:pt x="1058704" y="180118"/>
                  </a:lnTo>
                  <a:lnTo>
                    <a:pt x="1056704" y="182309"/>
                  </a:lnTo>
                  <a:lnTo>
                    <a:pt x="1055941" y="182785"/>
                  </a:lnTo>
                  <a:lnTo>
                    <a:pt x="1054989" y="183166"/>
                  </a:lnTo>
                  <a:lnTo>
                    <a:pt x="1052703" y="185071"/>
                  </a:lnTo>
                  <a:lnTo>
                    <a:pt x="1051655" y="185738"/>
                  </a:lnTo>
                  <a:lnTo>
                    <a:pt x="1049655" y="185547"/>
                  </a:lnTo>
                  <a:lnTo>
                    <a:pt x="1048988" y="185928"/>
                  </a:lnTo>
                  <a:lnTo>
                    <a:pt x="1048607" y="187071"/>
                  </a:lnTo>
                  <a:lnTo>
                    <a:pt x="1048703" y="188214"/>
                  </a:lnTo>
                  <a:lnTo>
                    <a:pt x="1048893" y="188976"/>
                  </a:lnTo>
                  <a:lnTo>
                    <a:pt x="1048512" y="189547"/>
                  </a:lnTo>
                  <a:lnTo>
                    <a:pt x="1047083" y="190024"/>
                  </a:lnTo>
                  <a:lnTo>
                    <a:pt x="1042988" y="190595"/>
                  </a:lnTo>
                  <a:lnTo>
                    <a:pt x="1041368" y="191548"/>
                  </a:lnTo>
                  <a:lnTo>
                    <a:pt x="1040606" y="193548"/>
                  </a:lnTo>
                  <a:lnTo>
                    <a:pt x="1040035" y="196405"/>
                  </a:lnTo>
                  <a:lnTo>
                    <a:pt x="1040130" y="197358"/>
                  </a:lnTo>
                  <a:lnTo>
                    <a:pt x="1040321" y="197834"/>
                  </a:lnTo>
                  <a:lnTo>
                    <a:pt x="1040892" y="198692"/>
                  </a:lnTo>
                  <a:lnTo>
                    <a:pt x="1040987" y="199263"/>
                  </a:lnTo>
                  <a:lnTo>
                    <a:pt x="1040892" y="200978"/>
                  </a:lnTo>
                  <a:lnTo>
                    <a:pt x="1040987" y="201454"/>
                  </a:lnTo>
                  <a:lnTo>
                    <a:pt x="1041559" y="202597"/>
                  </a:lnTo>
                  <a:lnTo>
                    <a:pt x="1042130" y="202692"/>
                  </a:lnTo>
                  <a:lnTo>
                    <a:pt x="1042988" y="202311"/>
                  </a:lnTo>
                  <a:lnTo>
                    <a:pt x="1044226" y="202121"/>
                  </a:lnTo>
                  <a:lnTo>
                    <a:pt x="1044702" y="202502"/>
                  </a:lnTo>
                  <a:lnTo>
                    <a:pt x="1044892" y="203168"/>
                  </a:lnTo>
                  <a:lnTo>
                    <a:pt x="1044892" y="203930"/>
                  </a:lnTo>
                  <a:lnTo>
                    <a:pt x="1044797" y="204597"/>
                  </a:lnTo>
                  <a:lnTo>
                    <a:pt x="1044321" y="205645"/>
                  </a:lnTo>
                  <a:lnTo>
                    <a:pt x="1044130" y="206502"/>
                  </a:lnTo>
                  <a:lnTo>
                    <a:pt x="1044130" y="207359"/>
                  </a:lnTo>
                  <a:lnTo>
                    <a:pt x="1044321" y="208502"/>
                  </a:lnTo>
                  <a:lnTo>
                    <a:pt x="1044226" y="209455"/>
                  </a:lnTo>
                  <a:lnTo>
                    <a:pt x="1043559" y="210121"/>
                  </a:lnTo>
                  <a:lnTo>
                    <a:pt x="1040606" y="211264"/>
                  </a:lnTo>
                  <a:lnTo>
                    <a:pt x="1037749" y="211646"/>
                  </a:lnTo>
                  <a:lnTo>
                    <a:pt x="1037272" y="211836"/>
                  </a:lnTo>
                  <a:lnTo>
                    <a:pt x="1036701" y="212217"/>
                  </a:lnTo>
                  <a:lnTo>
                    <a:pt x="1036225" y="212693"/>
                  </a:lnTo>
                  <a:lnTo>
                    <a:pt x="1035939" y="213170"/>
                  </a:lnTo>
                  <a:lnTo>
                    <a:pt x="1035748" y="213741"/>
                  </a:lnTo>
                  <a:lnTo>
                    <a:pt x="1035844" y="214122"/>
                  </a:lnTo>
                  <a:lnTo>
                    <a:pt x="1036034" y="214503"/>
                  </a:lnTo>
                  <a:lnTo>
                    <a:pt x="1036225" y="215170"/>
                  </a:lnTo>
                  <a:lnTo>
                    <a:pt x="1036320" y="216789"/>
                  </a:lnTo>
                  <a:lnTo>
                    <a:pt x="1035748" y="220409"/>
                  </a:lnTo>
                  <a:lnTo>
                    <a:pt x="1034796" y="223171"/>
                  </a:lnTo>
                  <a:lnTo>
                    <a:pt x="1033463" y="225362"/>
                  </a:lnTo>
                  <a:lnTo>
                    <a:pt x="1032700" y="226219"/>
                  </a:lnTo>
                  <a:lnTo>
                    <a:pt x="1030891" y="227743"/>
                  </a:lnTo>
                  <a:lnTo>
                    <a:pt x="1030319" y="228600"/>
                  </a:lnTo>
                  <a:lnTo>
                    <a:pt x="1030319" y="229838"/>
                  </a:lnTo>
                  <a:lnTo>
                    <a:pt x="1030605" y="230981"/>
                  </a:lnTo>
                  <a:lnTo>
                    <a:pt x="1030605" y="232124"/>
                  </a:lnTo>
                  <a:lnTo>
                    <a:pt x="1030224" y="233172"/>
                  </a:lnTo>
                  <a:lnTo>
                    <a:pt x="1029367" y="233934"/>
                  </a:lnTo>
                  <a:lnTo>
                    <a:pt x="1028129" y="234220"/>
                  </a:lnTo>
                  <a:lnTo>
                    <a:pt x="1026986" y="233839"/>
                  </a:lnTo>
                  <a:lnTo>
                    <a:pt x="1022795" y="230886"/>
                  </a:lnTo>
                  <a:lnTo>
                    <a:pt x="1021556" y="230314"/>
                  </a:lnTo>
                  <a:lnTo>
                    <a:pt x="1020318" y="230124"/>
                  </a:lnTo>
                  <a:lnTo>
                    <a:pt x="1019270" y="230410"/>
                  </a:lnTo>
                  <a:lnTo>
                    <a:pt x="1011460" y="233648"/>
                  </a:lnTo>
                  <a:lnTo>
                    <a:pt x="1011364" y="233744"/>
                  </a:lnTo>
                  <a:lnTo>
                    <a:pt x="1010222" y="234505"/>
                  </a:lnTo>
                  <a:lnTo>
                    <a:pt x="1009745" y="234696"/>
                  </a:lnTo>
                  <a:lnTo>
                    <a:pt x="1009079" y="234505"/>
                  </a:lnTo>
                  <a:lnTo>
                    <a:pt x="1008507" y="234029"/>
                  </a:lnTo>
                  <a:lnTo>
                    <a:pt x="1008031" y="233458"/>
                  </a:lnTo>
                  <a:lnTo>
                    <a:pt x="1007459" y="232981"/>
                  </a:lnTo>
                  <a:lnTo>
                    <a:pt x="1005554" y="232410"/>
                  </a:lnTo>
                  <a:lnTo>
                    <a:pt x="1003459" y="232410"/>
                  </a:lnTo>
                  <a:lnTo>
                    <a:pt x="995839" y="233553"/>
                  </a:lnTo>
                  <a:lnTo>
                    <a:pt x="994886" y="233934"/>
                  </a:lnTo>
                  <a:lnTo>
                    <a:pt x="993648" y="234982"/>
                  </a:lnTo>
                  <a:lnTo>
                    <a:pt x="990505" y="238982"/>
                  </a:lnTo>
                  <a:lnTo>
                    <a:pt x="982123" y="244507"/>
                  </a:lnTo>
                  <a:lnTo>
                    <a:pt x="980789" y="244793"/>
                  </a:lnTo>
                  <a:lnTo>
                    <a:pt x="979265" y="244030"/>
                  </a:lnTo>
                  <a:lnTo>
                    <a:pt x="976598" y="240887"/>
                  </a:lnTo>
                  <a:lnTo>
                    <a:pt x="975455" y="240221"/>
                  </a:lnTo>
                  <a:lnTo>
                    <a:pt x="974312" y="240125"/>
                  </a:lnTo>
                  <a:lnTo>
                    <a:pt x="973169" y="240411"/>
                  </a:lnTo>
                  <a:lnTo>
                    <a:pt x="971074" y="241268"/>
                  </a:lnTo>
                  <a:lnTo>
                    <a:pt x="968692" y="241173"/>
                  </a:lnTo>
                  <a:lnTo>
                    <a:pt x="964787" y="238125"/>
                  </a:lnTo>
                  <a:lnTo>
                    <a:pt x="962311" y="237172"/>
                  </a:lnTo>
                  <a:lnTo>
                    <a:pt x="959263" y="236506"/>
                  </a:lnTo>
                  <a:lnTo>
                    <a:pt x="956881" y="236315"/>
                  </a:lnTo>
                  <a:lnTo>
                    <a:pt x="956120" y="236125"/>
                  </a:lnTo>
                  <a:lnTo>
                    <a:pt x="954405" y="234791"/>
                  </a:lnTo>
                  <a:lnTo>
                    <a:pt x="952500" y="233839"/>
                  </a:lnTo>
                  <a:lnTo>
                    <a:pt x="950500" y="233648"/>
                  </a:lnTo>
                  <a:lnTo>
                    <a:pt x="948404" y="234029"/>
                  </a:lnTo>
                  <a:lnTo>
                    <a:pt x="946404" y="234696"/>
                  </a:lnTo>
                  <a:lnTo>
                    <a:pt x="945642" y="234696"/>
                  </a:lnTo>
                  <a:lnTo>
                    <a:pt x="945451" y="234315"/>
                  </a:lnTo>
                  <a:lnTo>
                    <a:pt x="945737" y="233744"/>
                  </a:lnTo>
                  <a:lnTo>
                    <a:pt x="947356" y="232601"/>
                  </a:lnTo>
                  <a:lnTo>
                    <a:pt x="948214" y="231743"/>
                  </a:lnTo>
                  <a:lnTo>
                    <a:pt x="948785" y="230696"/>
                  </a:lnTo>
                  <a:lnTo>
                    <a:pt x="949071" y="229553"/>
                  </a:lnTo>
                  <a:lnTo>
                    <a:pt x="949071" y="228410"/>
                  </a:lnTo>
                  <a:lnTo>
                    <a:pt x="948595" y="227647"/>
                  </a:lnTo>
                  <a:lnTo>
                    <a:pt x="947738" y="227171"/>
                  </a:lnTo>
                  <a:lnTo>
                    <a:pt x="946499" y="226695"/>
                  </a:lnTo>
                  <a:lnTo>
                    <a:pt x="945642" y="226600"/>
                  </a:lnTo>
                  <a:lnTo>
                    <a:pt x="943070" y="226695"/>
                  </a:lnTo>
                  <a:lnTo>
                    <a:pt x="942022" y="226504"/>
                  </a:lnTo>
                  <a:lnTo>
                    <a:pt x="941165" y="226219"/>
                  </a:lnTo>
                  <a:lnTo>
                    <a:pt x="940308" y="226124"/>
                  </a:lnTo>
                  <a:lnTo>
                    <a:pt x="939355" y="226504"/>
                  </a:lnTo>
                  <a:lnTo>
                    <a:pt x="938879" y="226981"/>
                  </a:lnTo>
                  <a:lnTo>
                    <a:pt x="938593" y="227457"/>
                  </a:lnTo>
                  <a:lnTo>
                    <a:pt x="938213" y="227933"/>
                  </a:lnTo>
                  <a:lnTo>
                    <a:pt x="937546" y="228219"/>
                  </a:lnTo>
                  <a:lnTo>
                    <a:pt x="937165" y="228219"/>
                  </a:lnTo>
                  <a:lnTo>
                    <a:pt x="935831" y="227838"/>
                  </a:lnTo>
                  <a:lnTo>
                    <a:pt x="920115" y="227076"/>
                  </a:lnTo>
                  <a:lnTo>
                    <a:pt x="918781" y="227362"/>
                  </a:lnTo>
                  <a:lnTo>
                    <a:pt x="917924" y="227933"/>
                  </a:lnTo>
                  <a:lnTo>
                    <a:pt x="917162" y="228695"/>
                  </a:lnTo>
                  <a:lnTo>
                    <a:pt x="916210" y="229362"/>
                  </a:lnTo>
                  <a:lnTo>
                    <a:pt x="915257" y="229648"/>
                  </a:lnTo>
                  <a:lnTo>
                    <a:pt x="912019" y="229934"/>
                  </a:lnTo>
                  <a:lnTo>
                    <a:pt x="910780" y="230314"/>
                  </a:lnTo>
                  <a:lnTo>
                    <a:pt x="904684" y="233172"/>
                  </a:lnTo>
                  <a:lnTo>
                    <a:pt x="903732" y="233934"/>
                  </a:lnTo>
                  <a:lnTo>
                    <a:pt x="903351" y="235268"/>
                  </a:lnTo>
                  <a:lnTo>
                    <a:pt x="903637" y="235744"/>
                  </a:lnTo>
                  <a:lnTo>
                    <a:pt x="904875" y="235744"/>
                  </a:lnTo>
                  <a:lnTo>
                    <a:pt x="905161" y="236220"/>
                  </a:lnTo>
                  <a:lnTo>
                    <a:pt x="905161" y="236887"/>
                  </a:lnTo>
                  <a:lnTo>
                    <a:pt x="904970" y="237458"/>
                  </a:lnTo>
                  <a:lnTo>
                    <a:pt x="903351" y="240792"/>
                  </a:lnTo>
                  <a:lnTo>
                    <a:pt x="900589" y="248698"/>
                  </a:lnTo>
                  <a:lnTo>
                    <a:pt x="900208" y="249364"/>
                  </a:lnTo>
                  <a:lnTo>
                    <a:pt x="899541" y="249650"/>
                  </a:lnTo>
                  <a:lnTo>
                    <a:pt x="898207" y="249841"/>
                  </a:lnTo>
                  <a:lnTo>
                    <a:pt x="893921" y="249841"/>
                  </a:lnTo>
                  <a:lnTo>
                    <a:pt x="890588" y="250888"/>
                  </a:lnTo>
                  <a:lnTo>
                    <a:pt x="886015" y="256413"/>
                  </a:lnTo>
                  <a:lnTo>
                    <a:pt x="882872" y="257175"/>
                  </a:lnTo>
                  <a:lnTo>
                    <a:pt x="881348" y="256699"/>
                  </a:lnTo>
                  <a:lnTo>
                    <a:pt x="878586" y="255556"/>
                  </a:lnTo>
                  <a:lnTo>
                    <a:pt x="877157" y="255175"/>
                  </a:lnTo>
                  <a:lnTo>
                    <a:pt x="876205" y="255079"/>
                  </a:lnTo>
                  <a:lnTo>
                    <a:pt x="875443" y="255175"/>
                  </a:lnTo>
                  <a:lnTo>
                    <a:pt x="871061" y="256889"/>
                  </a:lnTo>
                  <a:lnTo>
                    <a:pt x="869823" y="258604"/>
                  </a:lnTo>
                  <a:lnTo>
                    <a:pt x="869156" y="258889"/>
                  </a:lnTo>
                  <a:lnTo>
                    <a:pt x="868585" y="257746"/>
                  </a:lnTo>
                  <a:lnTo>
                    <a:pt x="868394" y="256889"/>
                  </a:lnTo>
                  <a:lnTo>
                    <a:pt x="868108" y="256127"/>
                  </a:lnTo>
                  <a:lnTo>
                    <a:pt x="867537" y="255651"/>
                  </a:lnTo>
                  <a:lnTo>
                    <a:pt x="866584" y="255651"/>
                  </a:lnTo>
                  <a:lnTo>
                    <a:pt x="864489" y="256318"/>
                  </a:lnTo>
                  <a:lnTo>
                    <a:pt x="863441" y="256508"/>
                  </a:lnTo>
                  <a:lnTo>
                    <a:pt x="862298" y="256413"/>
                  </a:lnTo>
                  <a:lnTo>
                    <a:pt x="861155" y="256032"/>
                  </a:lnTo>
                  <a:lnTo>
                    <a:pt x="854107" y="252889"/>
                  </a:lnTo>
                  <a:lnTo>
                    <a:pt x="853059" y="252794"/>
                  </a:lnTo>
                  <a:lnTo>
                    <a:pt x="841248" y="255842"/>
                  </a:lnTo>
                  <a:lnTo>
                    <a:pt x="837914" y="255937"/>
                  </a:lnTo>
                  <a:lnTo>
                    <a:pt x="836295" y="256222"/>
                  </a:lnTo>
                  <a:lnTo>
                    <a:pt x="834866" y="256889"/>
                  </a:lnTo>
                  <a:lnTo>
                    <a:pt x="831913" y="259366"/>
                  </a:lnTo>
                  <a:lnTo>
                    <a:pt x="831437" y="260223"/>
                  </a:lnTo>
                  <a:lnTo>
                    <a:pt x="831437" y="261176"/>
                  </a:lnTo>
                  <a:lnTo>
                    <a:pt x="831342" y="261556"/>
                  </a:lnTo>
                  <a:lnTo>
                    <a:pt x="830961" y="261842"/>
                  </a:lnTo>
                  <a:lnTo>
                    <a:pt x="830675" y="261747"/>
                  </a:lnTo>
                  <a:lnTo>
                    <a:pt x="830104" y="261271"/>
                  </a:lnTo>
                  <a:lnTo>
                    <a:pt x="830008" y="261176"/>
                  </a:lnTo>
                  <a:lnTo>
                    <a:pt x="829342" y="261556"/>
                  </a:lnTo>
                  <a:lnTo>
                    <a:pt x="829342" y="261747"/>
                  </a:lnTo>
                  <a:lnTo>
                    <a:pt x="828294" y="262128"/>
                  </a:lnTo>
                  <a:lnTo>
                    <a:pt x="828104" y="262128"/>
                  </a:lnTo>
                  <a:lnTo>
                    <a:pt x="827532" y="261938"/>
                  </a:lnTo>
                  <a:lnTo>
                    <a:pt x="827246" y="261938"/>
                  </a:lnTo>
                  <a:lnTo>
                    <a:pt x="826675" y="262319"/>
                  </a:lnTo>
                  <a:lnTo>
                    <a:pt x="825722" y="263271"/>
                  </a:lnTo>
                  <a:lnTo>
                    <a:pt x="825055" y="263557"/>
                  </a:lnTo>
                  <a:lnTo>
                    <a:pt x="824293" y="263462"/>
                  </a:lnTo>
                  <a:lnTo>
                    <a:pt x="823817" y="263080"/>
                  </a:lnTo>
                  <a:lnTo>
                    <a:pt x="823436" y="262700"/>
                  </a:lnTo>
                  <a:lnTo>
                    <a:pt x="823055" y="262509"/>
                  </a:lnTo>
                  <a:lnTo>
                    <a:pt x="822484" y="262509"/>
                  </a:lnTo>
                  <a:lnTo>
                    <a:pt x="822293" y="262700"/>
                  </a:lnTo>
                  <a:lnTo>
                    <a:pt x="822103" y="263080"/>
                  </a:lnTo>
                  <a:lnTo>
                    <a:pt x="821531" y="263747"/>
                  </a:lnTo>
                  <a:lnTo>
                    <a:pt x="819340" y="264795"/>
                  </a:lnTo>
                  <a:lnTo>
                    <a:pt x="816864" y="264509"/>
                  </a:lnTo>
                  <a:lnTo>
                    <a:pt x="814483" y="263366"/>
                  </a:lnTo>
                  <a:lnTo>
                    <a:pt x="812482" y="261842"/>
                  </a:lnTo>
                  <a:lnTo>
                    <a:pt x="810292" y="258889"/>
                  </a:lnTo>
                  <a:lnTo>
                    <a:pt x="809434" y="258128"/>
                  </a:lnTo>
                  <a:lnTo>
                    <a:pt x="808768" y="257842"/>
                  </a:lnTo>
                  <a:lnTo>
                    <a:pt x="806101" y="257270"/>
                  </a:lnTo>
                  <a:lnTo>
                    <a:pt x="805339" y="257366"/>
                  </a:lnTo>
                  <a:lnTo>
                    <a:pt x="804577" y="257556"/>
                  </a:lnTo>
                  <a:lnTo>
                    <a:pt x="804100" y="257366"/>
                  </a:lnTo>
                  <a:lnTo>
                    <a:pt x="804005" y="256318"/>
                  </a:lnTo>
                  <a:lnTo>
                    <a:pt x="803720" y="255079"/>
                  </a:lnTo>
                  <a:lnTo>
                    <a:pt x="801053" y="251270"/>
                  </a:lnTo>
                  <a:lnTo>
                    <a:pt x="799909" y="249079"/>
                  </a:lnTo>
                  <a:lnTo>
                    <a:pt x="799147" y="248031"/>
                  </a:lnTo>
                  <a:lnTo>
                    <a:pt x="798195" y="247555"/>
                  </a:lnTo>
                  <a:lnTo>
                    <a:pt x="795147" y="247174"/>
                  </a:lnTo>
                  <a:lnTo>
                    <a:pt x="794099" y="246793"/>
                  </a:lnTo>
                  <a:lnTo>
                    <a:pt x="792861" y="245936"/>
                  </a:lnTo>
                  <a:lnTo>
                    <a:pt x="791718" y="243935"/>
                  </a:lnTo>
                  <a:lnTo>
                    <a:pt x="790765" y="243078"/>
                  </a:lnTo>
                  <a:lnTo>
                    <a:pt x="788861" y="242221"/>
                  </a:lnTo>
                  <a:lnTo>
                    <a:pt x="788194" y="241649"/>
                  </a:lnTo>
                  <a:lnTo>
                    <a:pt x="787527" y="240506"/>
                  </a:lnTo>
                  <a:lnTo>
                    <a:pt x="786479" y="237458"/>
                  </a:lnTo>
                  <a:lnTo>
                    <a:pt x="785813" y="236601"/>
                  </a:lnTo>
                  <a:lnTo>
                    <a:pt x="784860" y="236125"/>
                  </a:lnTo>
                  <a:lnTo>
                    <a:pt x="783812" y="236125"/>
                  </a:lnTo>
                  <a:lnTo>
                    <a:pt x="782764" y="236220"/>
                  </a:lnTo>
                  <a:lnTo>
                    <a:pt x="781717" y="236125"/>
                  </a:lnTo>
                  <a:lnTo>
                    <a:pt x="780764" y="235363"/>
                  </a:lnTo>
                  <a:lnTo>
                    <a:pt x="779812" y="233172"/>
                  </a:lnTo>
                  <a:lnTo>
                    <a:pt x="779431" y="232791"/>
                  </a:lnTo>
                  <a:lnTo>
                    <a:pt x="778383" y="233363"/>
                  </a:lnTo>
                  <a:lnTo>
                    <a:pt x="778097" y="233267"/>
                  </a:lnTo>
                  <a:lnTo>
                    <a:pt x="778002" y="231838"/>
                  </a:lnTo>
                  <a:lnTo>
                    <a:pt x="777621" y="231267"/>
                  </a:lnTo>
                  <a:lnTo>
                    <a:pt x="772954" y="227267"/>
                  </a:lnTo>
                  <a:lnTo>
                    <a:pt x="771906" y="226028"/>
                  </a:lnTo>
                  <a:lnTo>
                    <a:pt x="771334" y="224980"/>
                  </a:lnTo>
                  <a:lnTo>
                    <a:pt x="771049" y="223933"/>
                  </a:lnTo>
                  <a:lnTo>
                    <a:pt x="770954" y="221552"/>
                  </a:lnTo>
                  <a:lnTo>
                    <a:pt x="771334" y="217456"/>
                  </a:lnTo>
                  <a:lnTo>
                    <a:pt x="771049" y="216503"/>
                  </a:lnTo>
                  <a:lnTo>
                    <a:pt x="770096" y="216122"/>
                  </a:lnTo>
                  <a:lnTo>
                    <a:pt x="767810" y="216122"/>
                  </a:lnTo>
                  <a:lnTo>
                    <a:pt x="767143" y="215932"/>
                  </a:lnTo>
                  <a:lnTo>
                    <a:pt x="766572" y="215455"/>
                  </a:lnTo>
                  <a:lnTo>
                    <a:pt x="766096" y="214789"/>
                  </a:lnTo>
                  <a:lnTo>
                    <a:pt x="765715" y="214122"/>
                  </a:lnTo>
                  <a:lnTo>
                    <a:pt x="765429" y="213455"/>
                  </a:lnTo>
                  <a:lnTo>
                    <a:pt x="765429" y="213074"/>
                  </a:lnTo>
                  <a:lnTo>
                    <a:pt x="765429" y="212693"/>
                  </a:lnTo>
                  <a:lnTo>
                    <a:pt x="765048" y="210788"/>
                  </a:lnTo>
                  <a:lnTo>
                    <a:pt x="765143" y="210026"/>
                  </a:lnTo>
                  <a:lnTo>
                    <a:pt x="765620" y="209360"/>
                  </a:lnTo>
                  <a:lnTo>
                    <a:pt x="767524" y="207740"/>
                  </a:lnTo>
                  <a:lnTo>
                    <a:pt x="768096" y="207074"/>
                  </a:lnTo>
                  <a:lnTo>
                    <a:pt x="768858" y="205930"/>
                  </a:lnTo>
                  <a:lnTo>
                    <a:pt x="770287" y="203454"/>
                  </a:lnTo>
                  <a:lnTo>
                    <a:pt x="771239" y="200692"/>
                  </a:lnTo>
                  <a:lnTo>
                    <a:pt x="770668" y="201168"/>
                  </a:lnTo>
                  <a:lnTo>
                    <a:pt x="769048" y="203930"/>
                  </a:lnTo>
                  <a:lnTo>
                    <a:pt x="768382" y="204597"/>
                  </a:lnTo>
                  <a:lnTo>
                    <a:pt x="767620" y="205073"/>
                  </a:lnTo>
                  <a:lnTo>
                    <a:pt x="766667" y="205454"/>
                  </a:lnTo>
                  <a:lnTo>
                    <a:pt x="759428" y="207264"/>
                  </a:lnTo>
                  <a:lnTo>
                    <a:pt x="755999" y="207645"/>
                  </a:lnTo>
                  <a:lnTo>
                    <a:pt x="755047" y="208312"/>
                  </a:lnTo>
                  <a:lnTo>
                    <a:pt x="754666" y="210121"/>
                  </a:lnTo>
                  <a:lnTo>
                    <a:pt x="754761" y="211836"/>
                  </a:lnTo>
                  <a:lnTo>
                    <a:pt x="754666" y="212788"/>
                  </a:lnTo>
                  <a:lnTo>
                    <a:pt x="754285" y="213741"/>
                  </a:lnTo>
                  <a:lnTo>
                    <a:pt x="753523" y="214598"/>
                  </a:lnTo>
                  <a:lnTo>
                    <a:pt x="752761" y="215170"/>
                  </a:lnTo>
                  <a:lnTo>
                    <a:pt x="752189" y="215741"/>
                  </a:lnTo>
                  <a:lnTo>
                    <a:pt x="752094" y="216694"/>
                  </a:lnTo>
                  <a:lnTo>
                    <a:pt x="754571" y="214789"/>
                  </a:lnTo>
                  <a:lnTo>
                    <a:pt x="754666" y="214598"/>
                  </a:lnTo>
                  <a:lnTo>
                    <a:pt x="754951" y="214503"/>
                  </a:lnTo>
                  <a:lnTo>
                    <a:pt x="755237" y="214598"/>
                  </a:lnTo>
                  <a:lnTo>
                    <a:pt x="755332" y="214789"/>
                  </a:lnTo>
                  <a:lnTo>
                    <a:pt x="755237" y="215075"/>
                  </a:lnTo>
                  <a:lnTo>
                    <a:pt x="755142" y="215265"/>
                  </a:lnTo>
                  <a:lnTo>
                    <a:pt x="755047" y="215360"/>
                  </a:lnTo>
                  <a:lnTo>
                    <a:pt x="754951" y="215455"/>
                  </a:lnTo>
                  <a:lnTo>
                    <a:pt x="754761" y="215646"/>
                  </a:lnTo>
                  <a:lnTo>
                    <a:pt x="753808" y="216694"/>
                  </a:lnTo>
                  <a:lnTo>
                    <a:pt x="752856" y="218027"/>
                  </a:lnTo>
                  <a:lnTo>
                    <a:pt x="751237" y="221075"/>
                  </a:lnTo>
                  <a:lnTo>
                    <a:pt x="750189" y="222409"/>
                  </a:lnTo>
                  <a:lnTo>
                    <a:pt x="741902" y="228029"/>
                  </a:lnTo>
                  <a:lnTo>
                    <a:pt x="740664" y="229457"/>
                  </a:lnTo>
                  <a:lnTo>
                    <a:pt x="739997" y="231267"/>
                  </a:lnTo>
                  <a:lnTo>
                    <a:pt x="739997" y="237268"/>
                  </a:lnTo>
                  <a:lnTo>
                    <a:pt x="739616" y="238887"/>
                  </a:lnTo>
                  <a:lnTo>
                    <a:pt x="738854" y="240602"/>
                  </a:lnTo>
                  <a:lnTo>
                    <a:pt x="737045" y="242983"/>
                  </a:lnTo>
                  <a:lnTo>
                    <a:pt x="736187" y="244412"/>
                  </a:lnTo>
                  <a:lnTo>
                    <a:pt x="735901" y="246031"/>
                  </a:lnTo>
                  <a:lnTo>
                    <a:pt x="737330" y="245554"/>
                  </a:lnTo>
                  <a:lnTo>
                    <a:pt x="740188" y="245269"/>
                  </a:lnTo>
                  <a:lnTo>
                    <a:pt x="741331" y="244888"/>
                  </a:lnTo>
                  <a:lnTo>
                    <a:pt x="742188" y="244221"/>
                  </a:lnTo>
                  <a:lnTo>
                    <a:pt x="742664" y="243935"/>
                  </a:lnTo>
                  <a:lnTo>
                    <a:pt x="743236" y="243840"/>
                  </a:lnTo>
                  <a:lnTo>
                    <a:pt x="743807" y="243554"/>
                  </a:lnTo>
                  <a:lnTo>
                    <a:pt x="744188" y="242888"/>
                  </a:lnTo>
                  <a:lnTo>
                    <a:pt x="744474" y="242221"/>
                  </a:lnTo>
                  <a:lnTo>
                    <a:pt x="744664" y="241935"/>
                  </a:lnTo>
                  <a:lnTo>
                    <a:pt x="745331" y="241363"/>
                  </a:lnTo>
                  <a:lnTo>
                    <a:pt x="746570" y="238887"/>
                  </a:lnTo>
                  <a:lnTo>
                    <a:pt x="747236" y="238316"/>
                  </a:lnTo>
                  <a:lnTo>
                    <a:pt x="748093" y="237839"/>
                  </a:lnTo>
                  <a:lnTo>
                    <a:pt x="748665" y="236792"/>
                  </a:lnTo>
                  <a:lnTo>
                    <a:pt x="749332" y="236029"/>
                  </a:lnTo>
                  <a:lnTo>
                    <a:pt x="750665" y="236125"/>
                  </a:lnTo>
                  <a:lnTo>
                    <a:pt x="750665" y="236506"/>
                  </a:lnTo>
                  <a:lnTo>
                    <a:pt x="749427" y="237268"/>
                  </a:lnTo>
                  <a:lnTo>
                    <a:pt x="748665" y="238411"/>
                  </a:lnTo>
                  <a:lnTo>
                    <a:pt x="747998" y="239649"/>
                  </a:lnTo>
                  <a:lnTo>
                    <a:pt x="744950" y="243364"/>
                  </a:lnTo>
                  <a:lnTo>
                    <a:pt x="744093" y="244126"/>
                  </a:lnTo>
                  <a:lnTo>
                    <a:pt x="742283" y="245269"/>
                  </a:lnTo>
                  <a:lnTo>
                    <a:pt x="738283" y="246793"/>
                  </a:lnTo>
                  <a:lnTo>
                    <a:pt x="736187" y="247364"/>
                  </a:lnTo>
                  <a:lnTo>
                    <a:pt x="734092" y="247555"/>
                  </a:lnTo>
                  <a:lnTo>
                    <a:pt x="733044" y="247841"/>
                  </a:lnTo>
                  <a:lnTo>
                    <a:pt x="732568" y="248603"/>
                  </a:lnTo>
                  <a:lnTo>
                    <a:pt x="732663" y="249841"/>
                  </a:lnTo>
                  <a:lnTo>
                    <a:pt x="735425" y="257461"/>
                  </a:lnTo>
                  <a:lnTo>
                    <a:pt x="735425" y="259556"/>
                  </a:lnTo>
                  <a:lnTo>
                    <a:pt x="734568" y="261747"/>
                  </a:lnTo>
                  <a:lnTo>
                    <a:pt x="734568" y="262509"/>
                  </a:lnTo>
                  <a:close/>
                  <a:moveTo>
                    <a:pt x="1241107" y="191357"/>
                  </a:moveTo>
                  <a:lnTo>
                    <a:pt x="1241679" y="192310"/>
                  </a:lnTo>
                  <a:lnTo>
                    <a:pt x="1242346" y="193167"/>
                  </a:lnTo>
                  <a:lnTo>
                    <a:pt x="1243298" y="194120"/>
                  </a:lnTo>
                  <a:lnTo>
                    <a:pt x="1244441" y="194881"/>
                  </a:lnTo>
                  <a:lnTo>
                    <a:pt x="1245584" y="195167"/>
                  </a:lnTo>
                  <a:lnTo>
                    <a:pt x="1245584" y="194786"/>
                  </a:lnTo>
                  <a:lnTo>
                    <a:pt x="1244822" y="194310"/>
                  </a:lnTo>
                  <a:lnTo>
                    <a:pt x="1243965" y="193548"/>
                  </a:lnTo>
                  <a:lnTo>
                    <a:pt x="1242727" y="191929"/>
                  </a:lnTo>
                  <a:lnTo>
                    <a:pt x="1241965" y="190214"/>
                  </a:lnTo>
                  <a:lnTo>
                    <a:pt x="1241679" y="189738"/>
                  </a:lnTo>
                  <a:lnTo>
                    <a:pt x="1241393" y="189452"/>
                  </a:lnTo>
                  <a:lnTo>
                    <a:pt x="1241393" y="189357"/>
                  </a:lnTo>
                  <a:lnTo>
                    <a:pt x="1241965" y="189452"/>
                  </a:lnTo>
                  <a:lnTo>
                    <a:pt x="1243584" y="190691"/>
                  </a:lnTo>
                  <a:lnTo>
                    <a:pt x="1244346" y="191071"/>
                  </a:lnTo>
                  <a:lnTo>
                    <a:pt x="1244441" y="190500"/>
                  </a:lnTo>
                  <a:lnTo>
                    <a:pt x="1243870" y="189738"/>
                  </a:lnTo>
                  <a:lnTo>
                    <a:pt x="1242155" y="188690"/>
                  </a:lnTo>
                  <a:lnTo>
                    <a:pt x="1241584" y="188024"/>
                  </a:lnTo>
                  <a:lnTo>
                    <a:pt x="1240441" y="188404"/>
                  </a:lnTo>
                  <a:lnTo>
                    <a:pt x="1240441" y="189738"/>
                  </a:lnTo>
                  <a:lnTo>
                    <a:pt x="1241107" y="191357"/>
                  </a:lnTo>
                  <a:close/>
                  <a:moveTo>
                    <a:pt x="1198721" y="94679"/>
                  </a:moveTo>
                  <a:lnTo>
                    <a:pt x="1201674" y="96393"/>
                  </a:lnTo>
                  <a:lnTo>
                    <a:pt x="1202722" y="97917"/>
                  </a:lnTo>
                  <a:lnTo>
                    <a:pt x="1204531" y="98393"/>
                  </a:lnTo>
                  <a:lnTo>
                    <a:pt x="1205293" y="98393"/>
                  </a:lnTo>
                  <a:lnTo>
                    <a:pt x="1206056" y="98108"/>
                  </a:lnTo>
                  <a:lnTo>
                    <a:pt x="1207770" y="96869"/>
                  </a:lnTo>
                  <a:lnTo>
                    <a:pt x="1206913" y="94774"/>
                  </a:lnTo>
                  <a:lnTo>
                    <a:pt x="1206627" y="92393"/>
                  </a:lnTo>
                  <a:lnTo>
                    <a:pt x="1206341" y="91821"/>
                  </a:lnTo>
                  <a:lnTo>
                    <a:pt x="1203484" y="91821"/>
                  </a:lnTo>
                  <a:lnTo>
                    <a:pt x="1197483" y="91821"/>
                  </a:lnTo>
                  <a:lnTo>
                    <a:pt x="1195673" y="91535"/>
                  </a:lnTo>
                  <a:lnTo>
                    <a:pt x="1197578" y="93154"/>
                  </a:lnTo>
                  <a:lnTo>
                    <a:pt x="1198721" y="94679"/>
                  </a:lnTo>
                  <a:close/>
                  <a:moveTo>
                    <a:pt x="1200817" y="121349"/>
                  </a:moveTo>
                  <a:lnTo>
                    <a:pt x="1199864" y="121825"/>
                  </a:lnTo>
                  <a:lnTo>
                    <a:pt x="1199483" y="123063"/>
                  </a:lnTo>
                  <a:lnTo>
                    <a:pt x="1199864" y="124111"/>
                  </a:lnTo>
                  <a:lnTo>
                    <a:pt x="1201579" y="125539"/>
                  </a:lnTo>
                  <a:lnTo>
                    <a:pt x="1201960" y="126492"/>
                  </a:lnTo>
                  <a:lnTo>
                    <a:pt x="1204627" y="128302"/>
                  </a:lnTo>
                  <a:lnTo>
                    <a:pt x="1205389" y="128492"/>
                  </a:lnTo>
                  <a:lnTo>
                    <a:pt x="1205674" y="127826"/>
                  </a:lnTo>
                  <a:lnTo>
                    <a:pt x="1205674" y="126873"/>
                  </a:lnTo>
                  <a:lnTo>
                    <a:pt x="1205579" y="126302"/>
                  </a:lnTo>
                  <a:lnTo>
                    <a:pt x="1205198" y="125159"/>
                  </a:lnTo>
                  <a:lnTo>
                    <a:pt x="1204627" y="124111"/>
                  </a:lnTo>
                  <a:lnTo>
                    <a:pt x="1203865" y="123063"/>
                  </a:lnTo>
                  <a:lnTo>
                    <a:pt x="1203103" y="122206"/>
                  </a:lnTo>
                  <a:lnTo>
                    <a:pt x="1201960" y="121539"/>
                  </a:lnTo>
                  <a:lnTo>
                    <a:pt x="1200817" y="121349"/>
                  </a:lnTo>
                  <a:close/>
                  <a:moveTo>
                    <a:pt x="1203007" y="108966"/>
                  </a:moveTo>
                  <a:lnTo>
                    <a:pt x="1202246" y="108204"/>
                  </a:lnTo>
                  <a:lnTo>
                    <a:pt x="1201103" y="107442"/>
                  </a:lnTo>
                  <a:lnTo>
                    <a:pt x="1200055" y="106871"/>
                  </a:lnTo>
                  <a:lnTo>
                    <a:pt x="1198912" y="106489"/>
                  </a:lnTo>
                  <a:lnTo>
                    <a:pt x="1198721" y="106489"/>
                  </a:lnTo>
                  <a:lnTo>
                    <a:pt x="1198340" y="106585"/>
                  </a:lnTo>
                  <a:lnTo>
                    <a:pt x="1197292" y="106871"/>
                  </a:lnTo>
                  <a:lnTo>
                    <a:pt x="1196912" y="106871"/>
                  </a:lnTo>
                  <a:lnTo>
                    <a:pt x="1197673" y="107442"/>
                  </a:lnTo>
                  <a:lnTo>
                    <a:pt x="1199007" y="108871"/>
                  </a:lnTo>
                  <a:lnTo>
                    <a:pt x="1199769" y="109442"/>
                  </a:lnTo>
                  <a:lnTo>
                    <a:pt x="1201293" y="110204"/>
                  </a:lnTo>
                  <a:lnTo>
                    <a:pt x="1202341" y="110585"/>
                  </a:lnTo>
                  <a:lnTo>
                    <a:pt x="1203103" y="110490"/>
                  </a:lnTo>
                  <a:lnTo>
                    <a:pt x="1203484" y="109823"/>
                  </a:lnTo>
                  <a:lnTo>
                    <a:pt x="1203007" y="108966"/>
                  </a:lnTo>
                  <a:close/>
                  <a:moveTo>
                    <a:pt x="1194435" y="132588"/>
                  </a:moveTo>
                  <a:lnTo>
                    <a:pt x="1194530" y="131445"/>
                  </a:lnTo>
                  <a:lnTo>
                    <a:pt x="1194435" y="130588"/>
                  </a:lnTo>
                  <a:lnTo>
                    <a:pt x="1193864" y="130016"/>
                  </a:lnTo>
                  <a:lnTo>
                    <a:pt x="1193101" y="129635"/>
                  </a:lnTo>
                  <a:lnTo>
                    <a:pt x="1192244" y="129445"/>
                  </a:lnTo>
                  <a:lnTo>
                    <a:pt x="1191482" y="129350"/>
                  </a:lnTo>
                  <a:lnTo>
                    <a:pt x="1188434" y="129350"/>
                  </a:lnTo>
                  <a:lnTo>
                    <a:pt x="1187101" y="129826"/>
                  </a:lnTo>
                  <a:lnTo>
                    <a:pt x="1186529" y="131159"/>
                  </a:lnTo>
                  <a:lnTo>
                    <a:pt x="1186720" y="132397"/>
                  </a:lnTo>
                  <a:lnTo>
                    <a:pt x="1187196" y="133636"/>
                  </a:lnTo>
                  <a:lnTo>
                    <a:pt x="1187863" y="134874"/>
                  </a:lnTo>
                  <a:lnTo>
                    <a:pt x="1188625" y="135827"/>
                  </a:lnTo>
                  <a:lnTo>
                    <a:pt x="1191387" y="137351"/>
                  </a:lnTo>
                  <a:lnTo>
                    <a:pt x="1191863" y="138113"/>
                  </a:lnTo>
                  <a:lnTo>
                    <a:pt x="1192149" y="139160"/>
                  </a:lnTo>
                  <a:lnTo>
                    <a:pt x="1192721" y="139255"/>
                  </a:lnTo>
                  <a:lnTo>
                    <a:pt x="1193292" y="138779"/>
                  </a:lnTo>
                  <a:lnTo>
                    <a:pt x="1193673" y="137922"/>
                  </a:lnTo>
                  <a:lnTo>
                    <a:pt x="1193578" y="134874"/>
                  </a:lnTo>
                  <a:lnTo>
                    <a:pt x="1194245" y="133445"/>
                  </a:lnTo>
                  <a:lnTo>
                    <a:pt x="1194435" y="132588"/>
                  </a:lnTo>
                  <a:close/>
                  <a:moveTo>
                    <a:pt x="1519809" y="411480"/>
                  </a:moveTo>
                  <a:lnTo>
                    <a:pt x="1519523" y="410909"/>
                  </a:lnTo>
                  <a:lnTo>
                    <a:pt x="1519142" y="410337"/>
                  </a:lnTo>
                  <a:lnTo>
                    <a:pt x="1516094" y="407480"/>
                  </a:lnTo>
                  <a:lnTo>
                    <a:pt x="1515237" y="408622"/>
                  </a:lnTo>
                  <a:lnTo>
                    <a:pt x="1515332" y="410051"/>
                  </a:lnTo>
                  <a:lnTo>
                    <a:pt x="1516094" y="413099"/>
                  </a:lnTo>
                  <a:lnTo>
                    <a:pt x="1516475" y="413671"/>
                  </a:lnTo>
                  <a:lnTo>
                    <a:pt x="1517237" y="414052"/>
                  </a:lnTo>
                  <a:lnTo>
                    <a:pt x="1518475" y="414338"/>
                  </a:lnTo>
                  <a:lnTo>
                    <a:pt x="1518952" y="414147"/>
                  </a:lnTo>
                  <a:lnTo>
                    <a:pt x="1519333" y="413861"/>
                  </a:lnTo>
                  <a:lnTo>
                    <a:pt x="1519809" y="413671"/>
                  </a:lnTo>
                  <a:lnTo>
                    <a:pt x="1520476" y="413956"/>
                  </a:lnTo>
                  <a:lnTo>
                    <a:pt x="1520190" y="413480"/>
                  </a:lnTo>
                  <a:lnTo>
                    <a:pt x="1519809" y="411480"/>
                  </a:lnTo>
                  <a:close/>
                  <a:moveTo>
                    <a:pt x="1513904" y="410813"/>
                  </a:moveTo>
                  <a:lnTo>
                    <a:pt x="1513904" y="410432"/>
                  </a:lnTo>
                  <a:lnTo>
                    <a:pt x="1513523" y="409766"/>
                  </a:lnTo>
                  <a:lnTo>
                    <a:pt x="1513427" y="409385"/>
                  </a:lnTo>
                  <a:lnTo>
                    <a:pt x="1512761" y="409004"/>
                  </a:lnTo>
                  <a:lnTo>
                    <a:pt x="1512094" y="409575"/>
                  </a:lnTo>
                  <a:lnTo>
                    <a:pt x="1511713" y="410718"/>
                  </a:lnTo>
                  <a:lnTo>
                    <a:pt x="1511998" y="411956"/>
                  </a:lnTo>
                  <a:lnTo>
                    <a:pt x="1513523" y="411099"/>
                  </a:lnTo>
                  <a:lnTo>
                    <a:pt x="1513904" y="410813"/>
                  </a:lnTo>
                  <a:close/>
                  <a:moveTo>
                    <a:pt x="1519142" y="415957"/>
                  </a:moveTo>
                  <a:lnTo>
                    <a:pt x="1518856" y="416624"/>
                  </a:lnTo>
                  <a:lnTo>
                    <a:pt x="1519428" y="416909"/>
                  </a:lnTo>
                  <a:lnTo>
                    <a:pt x="1520190" y="416909"/>
                  </a:lnTo>
                  <a:lnTo>
                    <a:pt x="1520476" y="416814"/>
                  </a:lnTo>
                  <a:lnTo>
                    <a:pt x="1521047" y="417671"/>
                  </a:lnTo>
                  <a:lnTo>
                    <a:pt x="1521428" y="417862"/>
                  </a:lnTo>
                  <a:lnTo>
                    <a:pt x="1521619" y="417290"/>
                  </a:lnTo>
                  <a:lnTo>
                    <a:pt x="1521523" y="416624"/>
                  </a:lnTo>
                  <a:lnTo>
                    <a:pt x="1521047" y="415671"/>
                  </a:lnTo>
                  <a:lnTo>
                    <a:pt x="1520952" y="414909"/>
                  </a:lnTo>
                  <a:lnTo>
                    <a:pt x="1520476" y="414242"/>
                  </a:lnTo>
                  <a:lnTo>
                    <a:pt x="1520095" y="414528"/>
                  </a:lnTo>
                  <a:lnTo>
                    <a:pt x="1519142" y="415957"/>
                  </a:lnTo>
                  <a:close/>
                  <a:moveTo>
                    <a:pt x="1526381" y="621697"/>
                  </a:moveTo>
                  <a:lnTo>
                    <a:pt x="1526953" y="621983"/>
                  </a:lnTo>
                  <a:lnTo>
                    <a:pt x="1528286" y="622363"/>
                  </a:lnTo>
                  <a:lnTo>
                    <a:pt x="1528953" y="622745"/>
                  </a:lnTo>
                  <a:lnTo>
                    <a:pt x="1529239" y="623316"/>
                  </a:lnTo>
                  <a:lnTo>
                    <a:pt x="1529334" y="624554"/>
                  </a:lnTo>
                  <a:lnTo>
                    <a:pt x="1529524" y="625030"/>
                  </a:lnTo>
                  <a:lnTo>
                    <a:pt x="1530477" y="625412"/>
                  </a:lnTo>
                  <a:lnTo>
                    <a:pt x="1531048" y="624554"/>
                  </a:lnTo>
                  <a:lnTo>
                    <a:pt x="1531239" y="623221"/>
                  </a:lnTo>
                  <a:lnTo>
                    <a:pt x="1530763" y="621983"/>
                  </a:lnTo>
                  <a:lnTo>
                    <a:pt x="1530382" y="621411"/>
                  </a:lnTo>
                  <a:lnTo>
                    <a:pt x="1529810" y="620078"/>
                  </a:lnTo>
                  <a:lnTo>
                    <a:pt x="1529334" y="619506"/>
                  </a:lnTo>
                  <a:lnTo>
                    <a:pt x="1526667" y="617696"/>
                  </a:lnTo>
                  <a:lnTo>
                    <a:pt x="1526286" y="617220"/>
                  </a:lnTo>
                  <a:lnTo>
                    <a:pt x="1525810" y="618458"/>
                  </a:lnTo>
                  <a:lnTo>
                    <a:pt x="1525524" y="619601"/>
                  </a:lnTo>
                  <a:lnTo>
                    <a:pt x="1525714" y="620649"/>
                  </a:lnTo>
                  <a:lnTo>
                    <a:pt x="1526381" y="621697"/>
                  </a:lnTo>
                  <a:close/>
                  <a:moveTo>
                    <a:pt x="1430655" y="322517"/>
                  </a:moveTo>
                  <a:lnTo>
                    <a:pt x="1432560" y="323469"/>
                  </a:lnTo>
                  <a:lnTo>
                    <a:pt x="1433131" y="323279"/>
                  </a:lnTo>
                  <a:lnTo>
                    <a:pt x="1433417" y="323279"/>
                  </a:lnTo>
                  <a:lnTo>
                    <a:pt x="1433703" y="323660"/>
                  </a:lnTo>
                  <a:lnTo>
                    <a:pt x="1434084" y="323850"/>
                  </a:lnTo>
                  <a:lnTo>
                    <a:pt x="1434465" y="323755"/>
                  </a:lnTo>
                  <a:lnTo>
                    <a:pt x="1434560" y="323279"/>
                  </a:lnTo>
                  <a:lnTo>
                    <a:pt x="1434370" y="322993"/>
                  </a:lnTo>
                  <a:lnTo>
                    <a:pt x="1433608" y="322612"/>
                  </a:lnTo>
                  <a:lnTo>
                    <a:pt x="1433417" y="322421"/>
                  </a:lnTo>
                  <a:lnTo>
                    <a:pt x="1433227" y="321945"/>
                  </a:lnTo>
                  <a:lnTo>
                    <a:pt x="1432655" y="321659"/>
                  </a:lnTo>
                  <a:lnTo>
                    <a:pt x="1431989" y="321564"/>
                  </a:lnTo>
                  <a:lnTo>
                    <a:pt x="1431322" y="321564"/>
                  </a:lnTo>
                  <a:lnTo>
                    <a:pt x="1431989" y="320230"/>
                  </a:lnTo>
                  <a:lnTo>
                    <a:pt x="1431322" y="319754"/>
                  </a:lnTo>
                  <a:lnTo>
                    <a:pt x="1430369" y="320516"/>
                  </a:lnTo>
                  <a:lnTo>
                    <a:pt x="1429607" y="321659"/>
                  </a:lnTo>
                  <a:lnTo>
                    <a:pt x="1429703" y="322231"/>
                  </a:lnTo>
                  <a:lnTo>
                    <a:pt x="1430655" y="322517"/>
                  </a:lnTo>
                  <a:close/>
                  <a:moveTo>
                    <a:pt x="1476089" y="517588"/>
                  </a:moveTo>
                  <a:lnTo>
                    <a:pt x="1475423" y="517970"/>
                  </a:lnTo>
                  <a:lnTo>
                    <a:pt x="1474470" y="519303"/>
                  </a:lnTo>
                  <a:lnTo>
                    <a:pt x="1473803" y="519875"/>
                  </a:lnTo>
                  <a:lnTo>
                    <a:pt x="1472470" y="520732"/>
                  </a:lnTo>
                  <a:lnTo>
                    <a:pt x="1471898" y="521399"/>
                  </a:lnTo>
                  <a:lnTo>
                    <a:pt x="1472374" y="522351"/>
                  </a:lnTo>
                  <a:lnTo>
                    <a:pt x="1472851" y="524637"/>
                  </a:lnTo>
                  <a:lnTo>
                    <a:pt x="1473327" y="525685"/>
                  </a:lnTo>
                  <a:lnTo>
                    <a:pt x="1474946" y="527971"/>
                  </a:lnTo>
                  <a:lnTo>
                    <a:pt x="1476851" y="529971"/>
                  </a:lnTo>
                  <a:lnTo>
                    <a:pt x="1479042" y="531305"/>
                  </a:lnTo>
                  <a:lnTo>
                    <a:pt x="1481614" y="531495"/>
                  </a:lnTo>
                  <a:lnTo>
                    <a:pt x="1483328" y="530543"/>
                  </a:lnTo>
                  <a:lnTo>
                    <a:pt x="1484757" y="528828"/>
                  </a:lnTo>
                  <a:lnTo>
                    <a:pt x="1487043" y="525399"/>
                  </a:lnTo>
                  <a:lnTo>
                    <a:pt x="1487805" y="523685"/>
                  </a:lnTo>
                  <a:lnTo>
                    <a:pt x="1487710" y="521684"/>
                  </a:lnTo>
                  <a:lnTo>
                    <a:pt x="1486853" y="519779"/>
                  </a:lnTo>
                  <a:lnTo>
                    <a:pt x="1485233" y="518636"/>
                  </a:lnTo>
                  <a:lnTo>
                    <a:pt x="1484090" y="518541"/>
                  </a:lnTo>
                  <a:lnTo>
                    <a:pt x="1482757" y="518636"/>
                  </a:lnTo>
                  <a:lnTo>
                    <a:pt x="1481518" y="519017"/>
                  </a:lnTo>
                  <a:lnTo>
                    <a:pt x="1480661" y="519494"/>
                  </a:lnTo>
                  <a:lnTo>
                    <a:pt x="1479804" y="519684"/>
                  </a:lnTo>
                  <a:lnTo>
                    <a:pt x="1478756" y="519113"/>
                  </a:lnTo>
                  <a:lnTo>
                    <a:pt x="1477708" y="518351"/>
                  </a:lnTo>
                  <a:lnTo>
                    <a:pt x="1476947" y="517970"/>
                  </a:lnTo>
                  <a:lnTo>
                    <a:pt x="1476089" y="517588"/>
                  </a:lnTo>
                  <a:close/>
                  <a:moveTo>
                    <a:pt x="1508855" y="409004"/>
                  </a:moveTo>
                  <a:lnTo>
                    <a:pt x="1508855" y="410718"/>
                  </a:lnTo>
                  <a:lnTo>
                    <a:pt x="1508950" y="411480"/>
                  </a:lnTo>
                  <a:lnTo>
                    <a:pt x="1509236" y="412242"/>
                  </a:lnTo>
                  <a:lnTo>
                    <a:pt x="1509617" y="412242"/>
                  </a:lnTo>
                  <a:lnTo>
                    <a:pt x="1509617" y="411480"/>
                  </a:lnTo>
                  <a:lnTo>
                    <a:pt x="1509236" y="409385"/>
                  </a:lnTo>
                  <a:lnTo>
                    <a:pt x="1509236" y="409004"/>
                  </a:lnTo>
                  <a:lnTo>
                    <a:pt x="1508855" y="409004"/>
                  </a:lnTo>
                  <a:close/>
                  <a:moveTo>
                    <a:pt x="1511046" y="596265"/>
                  </a:moveTo>
                  <a:lnTo>
                    <a:pt x="1511617" y="597313"/>
                  </a:lnTo>
                  <a:lnTo>
                    <a:pt x="1512380" y="597980"/>
                  </a:lnTo>
                  <a:lnTo>
                    <a:pt x="1513332" y="598646"/>
                  </a:lnTo>
                  <a:lnTo>
                    <a:pt x="1514284" y="599504"/>
                  </a:lnTo>
                  <a:lnTo>
                    <a:pt x="1515618" y="601504"/>
                  </a:lnTo>
                  <a:lnTo>
                    <a:pt x="1516380" y="602361"/>
                  </a:lnTo>
                  <a:lnTo>
                    <a:pt x="1517523" y="602742"/>
                  </a:lnTo>
                  <a:lnTo>
                    <a:pt x="1517237" y="601504"/>
                  </a:lnTo>
                  <a:lnTo>
                    <a:pt x="1517237" y="600075"/>
                  </a:lnTo>
                  <a:lnTo>
                    <a:pt x="1516856" y="598932"/>
                  </a:lnTo>
                  <a:lnTo>
                    <a:pt x="1515618" y="598456"/>
                  </a:lnTo>
                  <a:lnTo>
                    <a:pt x="1514856" y="598075"/>
                  </a:lnTo>
                  <a:lnTo>
                    <a:pt x="1514189" y="597218"/>
                  </a:lnTo>
                  <a:lnTo>
                    <a:pt x="1513332" y="596455"/>
                  </a:lnTo>
                  <a:lnTo>
                    <a:pt x="1511808" y="596360"/>
                  </a:lnTo>
                  <a:lnTo>
                    <a:pt x="1511046" y="596360"/>
                  </a:lnTo>
                  <a:close/>
                  <a:moveTo>
                    <a:pt x="1415320" y="335947"/>
                  </a:moveTo>
                  <a:lnTo>
                    <a:pt x="1415510" y="336233"/>
                  </a:lnTo>
                  <a:lnTo>
                    <a:pt x="1416367" y="336042"/>
                  </a:lnTo>
                  <a:lnTo>
                    <a:pt x="1416939" y="335566"/>
                  </a:lnTo>
                  <a:lnTo>
                    <a:pt x="1417320" y="334899"/>
                  </a:lnTo>
                  <a:lnTo>
                    <a:pt x="1417415" y="334042"/>
                  </a:lnTo>
                  <a:lnTo>
                    <a:pt x="1417130" y="333566"/>
                  </a:lnTo>
                  <a:lnTo>
                    <a:pt x="1416653" y="332327"/>
                  </a:lnTo>
                  <a:lnTo>
                    <a:pt x="1416367" y="331851"/>
                  </a:lnTo>
                  <a:lnTo>
                    <a:pt x="1414177" y="330422"/>
                  </a:lnTo>
                  <a:lnTo>
                    <a:pt x="1412462" y="330708"/>
                  </a:lnTo>
                  <a:lnTo>
                    <a:pt x="1411224" y="331470"/>
                  </a:lnTo>
                  <a:lnTo>
                    <a:pt x="1410081" y="331661"/>
                  </a:lnTo>
                  <a:lnTo>
                    <a:pt x="1408652" y="330422"/>
                  </a:lnTo>
                  <a:lnTo>
                    <a:pt x="1408081" y="331851"/>
                  </a:lnTo>
                  <a:lnTo>
                    <a:pt x="1407700" y="332137"/>
                  </a:lnTo>
                  <a:lnTo>
                    <a:pt x="1405985" y="332899"/>
                  </a:lnTo>
                  <a:lnTo>
                    <a:pt x="1405318" y="333375"/>
                  </a:lnTo>
                  <a:lnTo>
                    <a:pt x="1404842" y="333946"/>
                  </a:lnTo>
                  <a:lnTo>
                    <a:pt x="1403318" y="336233"/>
                  </a:lnTo>
                  <a:lnTo>
                    <a:pt x="1402842" y="337185"/>
                  </a:lnTo>
                  <a:lnTo>
                    <a:pt x="1402842" y="337947"/>
                  </a:lnTo>
                  <a:lnTo>
                    <a:pt x="1403509" y="338328"/>
                  </a:lnTo>
                  <a:lnTo>
                    <a:pt x="1404366" y="338233"/>
                  </a:lnTo>
                  <a:lnTo>
                    <a:pt x="1405318" y="337852"/>
                  </a:lnTo>
                  <a:lnTo>
                    <a:pt x="1405985" y="337471"/>
                  </a:lnTo>
                  <a:lnTo>
                    <a:pt x="1407319" y="334709"/>
                  </a:lnTo>
                  <a:lnTo>
                    <a:pt x="1407795" y="334518"/>
                  </a:lnTo>
                  <a:lnTo>
                    <a:pt x="1408366" y="334709"/>
                  </a:lnTo>
                  <a:lnTo>
                    <a:pt x="1410653" y="335089"/>
                  </a:lnTo>
                  <a:lnTo>
                    <a:pt x="1411224" y="335280"/>
                  </a:lnTo>
                  <a:lnTo>
                    <a:pt x="1411986" y="336042"/>
                  </a:lnTo>
                  <a:lnTo>
                    <a:pt x="1412748" y="336233"/>
                  </a:lnTo>
                  <a:lnTo>
                    <a:pt x="1413510" y="336042"/>
                  </a:lnTo>
                  <a:lnTo>
                    <a:pt x="1413605" y="335661"/>
                  </a:lnTo>
                  <a:lnTo>
                    <a:pt x="1412939" y="334423"/>
                  </a:lnTo>
                  <a:lnTo>
                    <a:pt x="1413605" y="334804"/>
                  </a:lnTo>
                  <a:lnTo>
                    <a:pt x="1415320" y="335947"/>
                  </a:lnTo>
                  <a:close/>
                  <a:moveTo>
                    <a:pt x="1444847" y="488061"/>
                  </a:moveTo>
                  <a:lnTo>
                    <a:pt x="1444466" y="487204"/>
                  </a:lnTo>
                  <a:lnTo>
                    <a:pt x="1444181" y="486823"/>
                  </a:lnTo>
                  <a:lnTo>
                    <a:pt x="1443990" y="486728"/>
                  </a:lnTo>
                  <a:lnTo>
                    <a:pt x="1443895" y="486728"/>
                  </a:lnTo>
                  <a:lnTo>
                    <a:pt x="1443799" y="486728"/>
                  </a:lnTo>
                  <a:lnTo>
                    <a:pt x="1443609" y="486823"/>
                  </a:lnTo>
                  <a:lnTo>
                    <a:pt x="1443323" y="487299"/>
                  </a:lnTo>
                  <a:lnTo>
                    <a:pt x="1443133" y="487871"/>
                  </a:lnTo>
                  <a:lnTo>
                    <a:pt x="1443038" y="488537"/>
                  </a:lnTo>
                  <a:lnTo>
                    <a:pt x="1443038" y="489109"/>
                  </a:lnTo>
                  <a:lnTo>
                    <a:pt x="1443704" y="490633"/>
                  </a:lnTo>
                  <a:lnTo>
                    <a:pt x="1444276" y="491585"/>
                  </a:lnTo>
                  <a:lnTo>
                    <a:pt x="1444657" y="491966"/>
                  </a:lnTo>
                  <a:lnTo>
                    <a:pt x="1445514" y="491680"/>
                  </a:lnTo>
                  <a:lnTo>
                    <a:pt x="1445990" y="491014"/>
                  </a:lnTo>
                  <a:lnTo>
                    <a:pt x="1446276" y="490252"/>
                  </a:lnTo>
                  <a:lnTo>
                    <a:pt x="1446371" y="489680"/>
                  </a:lnTo>
                  <a:lnTo>
                    <a:pt x="1446181" y="489395"/>
                  </a:lnTo>
                  <a:lnTo>
                    <a:pt x="1445038" y="488537"/>
                  </a:lnTo>
                  <a:lnTo>
                    <a:pt x="1444847" y="488061"/>
                  </a:lnTo>
                  <a:close/>
                  <a:moveTo>
                    <a:pt x="1439513" y="493586"/>
                  </a:moveTo>
                  <a:lnTo>
                    <a:pt x="1438847" y="493300"/>
                  </a:lnTo>
                  <a:lnTo>
                    <a:pt x="1437989" y="493871"/>
                  </a:lnTo>
                  <a:lnTo>
                    <a:pt x="1437227" y="494824"/>
                  </a:lnTo>
                  <a:lnTo>
                    <a:pt x="1436941" y="495967"/>
                  </a:lnTo>
                  <a:lnTo>
                    <a:pt x="1437418" y="496919"/>
                  </a:lnTo>
                  <a:lnTo>
                    <a:pt x="1438084" y="496348"/>
                  </a:lnTo>
                  <a:lnTo>
                    <a:pt x="1439228" y="495871"/>
                  </a:lnTo>
                  <a:lnTo>
                    <a:pt x="1440275" y="495586"/>
                  </a:lnTo>
                  <a:lnTo>
                    <a:pt x="1440751" y="495586"/>
                  </a:lnTo>
                  <a:lnTo>
                    <a:pt x="1440561" y="494919"/>
                  </a:lnTo>
                  <a:lnTo>
                    <a:pt x="1440085" y="494157"/>
                  </a:lnTo>
                  <a:lnTo>
                    <a:pt x="1439513" y="493586"/>
                  </a:lnTo>
                  <a:close/>
                  <a:moveTo>
                    <a:pt x="1429226" y="327565"/>
                  </a:moveTo>
                  <a:lnTo>
                    <a:pt x="1428845" y="327088"/>
                  </a:lnTo>
                  <a:lnTo>
                    <a:pt x="1427512" y="326231"/>
                  </a:lnTo>
                  <a:lnTo>
                    <a:pt x="1427321" y="325946"/>
                  </a:lnTo>
                  <a:lnTo>
                    <a:pt x="1426940" y="323279"/>
                  </a:lnTo>
                  <a:lnTo>
                    <a:pt x="1425988" y="323564"/>
                  </a:lnTo>
                  <a:lnTo>
                    <a:pt x="1425416" y="324993"/>
                  </a:lnTo>
                  <a:lnTo>
                    <a:pt x="1425131" y="326708"/>
                  </a:lnTo>
                  <a:lnTo>
                    <a:pt x="1425131" y="328041"/>
                  </a:lnTo>
                  <a:lnTo>
                    <a:pt x="1425702" y="330327"/>
                  </a:lnTo>
                  <a:lnTo>
                    <a:pt x="1426464" y="330803"/>
                  </a:lnTo>
                  <a:lnTo>
                    <a:pt x="1426655" y="330518"/>
                  </a:lnTo>
                  <a:lnTo>
                    <a:pt x="1426655" y="329851"/>
                  </a:lnTo>
                  <a:lnTo>
                    <a:pt x="1426940" y="329470"/>
                  </a:lnTo>
                  <a:lnTo>
                    <a:pt x="1427607" y="329565"/>
                  </a:lnTo>
                  <a:lnTo>
                    <a:pt x="1427988" y="329946"/>
                  </a:lnTo>
                  <a:lnTo>
                    <a:pt x="1428464" y="330137"/>
                  </a:lnTo>
                  <a:lnTo>
                    <a:pt x="1429322" y="329660"/>
                  </a:lnTo>
                  <a:lnTo>
                    <a:pt x="1429607" y="329089"/>
                  </a:lnTo>
                  <a:lnTo>
                    <a:pt x="1429512" y="328422"/>
                  </a:lnTo>
                  <a:lnTo>
                    <a:pt x="1429226" y="327565"/>
                  </a:lnTo>
                  <a:close/>
                  <a:moveTo>
                    <a:pt x="1420082" y="331089"/>
                  </a:moveTo>
                  <a:lnTo>
                    <a:pt x="1421225" y="330422"/>
                  </a:lnTo>
                  <a:lnTo>
                    <a:pt x="1422368" y="330899"/>
                  </a:lnTo>
                  <a:lnTo>
                    <a:pt x="1423416" y="330708"/>
                  </a:lnTo>
                  <a:lnTo>
                    <a:pt x="1424273" y="330041"/>
                  </a:lnTo>
                  <a:lnTo>
                    <a:pt x="1424845" y="328994"/>
                  </a:lnTo>
                  <a:lnTo>
                    <a:pt x="1424940" y="328041"/>
                  </a:lnTo>
                  <a:lnTo>
                    <a:pt x="1424845" y="327374"/>
                  </a:lnTo>
                  <a:lnTo>
                    <a:pt x="1424464" y="326993"/>
                  </a:lnTo>
                  <a:lnTo>
                    <a:pt x="1423702" y="326898"/>
                  </a:lnTo>
                  <a:lnTo>
                    <a:pt x="1422845" y="326898"/>
                  </a:lnTo>
                  <a:lnTo>
                    <a:pt x="1422368" y="326803"/>
                  </a:lnTo>
                  <a:lnTo>
                    <a:pt x="1420939" y="326231"/>
                  </a:lnTo>
                  <a:lnTo>
                    <a:pt x="1420368" y="326041"/>
                  </a:lnTo>
                  <a:lnTo>
                    <a:pt x="1418273" y="325946"/>
                  </a:lnTo>
                  <a:lnTo>
                    <a:pt x="1418082" y="326136"/>
                  </a:lnTo>
                  <a:lnTo>
                    <a:pt x="1418177" y="327088"/>
                  </a:lnTo>
                  <a:lnTo>
                    <a:pt x="1418082" y="327374"/>
                  </a:lnTo>
                  <a:lnTo>
                    <a:pt x="1417701" y="327374"/>
                  </a:lnTo>
                  <a:lnTo>
                    <a:pt x="1417320" y="327184"/>
                  </a:lnTo>
                  <a:lnTo>
                    <a:pt x="1417034" y="326993"/>
                  </a:lnTo>
                  <a:lnTo>
                    <a:pt x="1416939" y="326898"/>
                  </a:lnTo>
                  <a:lnTo>
                    <a:pt x="1415891" y="326803"/>
                  </a:lnTo>
                  <a:lnTo>
                    <a:pt x="1415320" y="326898"/>
                  </a:lnTo>
                  <a:lnTo>
                    <a:pt x="1415129" y="327470"/>
                  </a:lnTo>
                  <a:lnTo>
                    <a:pt x="1414939" y="328231"/>
                  </a:lnTo>
                  <a:lnTo>
                    <a:pt x="1414653" y="328708"/>
                  </a:lnTo>
                  <a:lnTo>
                    <a:pt x="1414653" y="329279"/>
                  </a:lnTo>
                  <a:lnTo>
                    <a:pt x="1415415" y="330137"/>
                  </a:lnTo>
                  <a:lnTo>
                    <a:pt x="1416653" y="330803"/>
                  </a:lnTo>
                  <a:lnTo>
                    <a:pt x="1418368" y="331184"/>
                  </a:lnTo>
                  <a:lnTo>
                    <a:pt x="1420082" y="331089"/>
                  </a:lnTo>
                  <a:close/>
                  <a:moveTo>
                    <a:pt x="1435703" y="322040"/>
                  </a:moveTo>
                  <a:lnTo>
                    <a:pt x="1435989" y="322231"/>
                  </a:lnTo>
                  <a:lnTo>
                    <a:pt x="1436370" y="322231"/>
                  </a:lnTo>
                  <a:lnTo>
                    <a:pt x="1437132" y="321945"/>
                  </a:lnTo>
                  <a:lnTo>
                    <a:pt x="1437418" y="321945"/>
                  </a:lnTo>
                  <a:lnTo>
                    <a:pt x="1438942" y="322993"/>
                  </a:lnTo>
                  <a:lnTo>
                    <a:pt x="1440656" y="326327"/>
                  </a:lnTo>
                  <a:lnTo>
                    <a:pt x="1441799" y="327660"/>
                  </a:lnTo>
                  <a:lnTo>
                    <a:pt x="1442180" y="327279"/>
                  </a:lnTo>
                  <a:lnTo>
                    <a:pt x="1441799" y="326517"/>
                  </a:lnTo>
                  <a:lnTo>
                    <a:pt x="1441418" y="325374"/>
                  </a:lnTo>
                  <a:lnTo>
                    <a:pt x="1441228" y="324231"/>
                  </a:lnTo>
                  <a:lnTo>
                    <a:pt x="1441418" y="323279"/>
                  </a:lnTo>
                  <a:lnTo>
                    <a:pt x="1440942" y="322517"/>
                  </a:lnTo>
                  <a:lnTo>
                    <a:pt x="1440180" y="321945"/>
                  </a:lnTo>
                  <a:lnTo>
                    <a:pt x="1439228" y="321564"/>
                  </a:lnTo>
                  <a:lnTo>
                    <a:pt x="1437132" y="320993"/>
                  </a:lnTo>
                  <a:lnTo>
                    <a:pt x="1436561" y="320707"/>
                  </a:lnTo>
                  <a:lnTo>
                    <a:pt x="1436370" y="320326"/>
                  </a:lnTo>
                  <a:lnTo>
                    <a:pt x="1436084" y="320230"/>
                  </a:lnTo>
                  <a:lnTo>
                    <a:pt x="1434656" y="319754"/>
                  </a:lnTo>
                  <a:lnTo>
                    <a:pt x="1434179" y="319373"/>
                  </a:lnTo>
                  <a:lnTo>
                    <a:pt x="1433893" y="319945"/>
                  </a:lnTo>
                  <a:lnTo>
                    <a:pt x="1434084" y="320421"/>
                  </a:lnTo>
                  <a:lnTo>
                    <a:pt x="1434941" y="321183"/>
                  </a:lnTo>
                  <a:lnTo>
                    <a:pt x="1435703" y="322040"/>
                  </a:lnTo>
                  <a:close/>
                  <a:moveTo>
                    <a:pt x="1402651" y="315944"/>
                  </a:moveTo>
                  <a:lnTo>
                    <a:pt x="1400747" y="315944"/>
                  </a:lnTo>
                  <a:lnTo>
                    <a:pt x="1399223" y="316992"/>
                  </a:lnTo>
                  <a:lnTo>
                    <a:pt x="1399508" y="318992"/>
                  </a:lnTo>
                  <a:lnTo>
                    <a:pt x="1400842" y="320040"/>
                  </a:lnTo>
                  <a:lnTo>
                    <a:pt x="1402080" y="319754"/>
                  </a:lnTo>
                  <a:lnTo>
                    <a:pt x="1403032" y="318611"/>
                  </a:lnTo>
                  <a:lnTo>
                    <a:pt x="1403414" y="317087"/>
                  </a:lnTo>
                  <a:lnTo>
                    <a:pt x="1402651" y="315944"/>
                  </a:lnTo>
                  <a:close/>
                  <a:moveTo>
                    <a:pt x="1424940" y="583311"/>
                  </a:moveTo>
                  <a:lnTo>
                    <a:pt x="1425321" y="583121"/>
                  </a:lnTo>
                  <a:lnTo>
                    <a:pt x="1425512" y="582644"/>
                  </a:lnTo>
                  <a:lnTo>
                    <a:pt x="1425321" y="581311"/>
                  </a:lnTo>
                  <a:lnTo>
                    <a:pt x="1424940" y="580549"/>
                  </a:lnTo>
                  <a:lnTo>
                    <a:pt x="1424368" y="579977"/>
                  </a:lnTo>
                  <a:lnTo>
                    <a:pt x="1423797" y="579215"/>
                  </a:lnTo>
                  <a:lnTo>
                    <a:pt x="1422559" y="579406"/>
                  </a:lnTo>
                  <a:lnTo>
                    <a:pt x="1421892" y="578549"/>
                  </a:lnTo>
                  <a:lnTo>
                    <a:pt x="1421130" y="575501"/>
                  </a:lnTo>
                  <a:lnTo>
                    <a:pt x="1420844" y="575024"/>
                  </a:lnTo>
                  <a:lnTo>
                    <a:pt x="1420463" y="574834"/>
                  </a:lnTo>
                  <a:lnTo>
                    <a:pt x="1419892" y="575024"/>
                  </a:lnTo>
                  <a:lnTo>
                    <a:pt x="1419130" y="576072"/>
                  </a:lnTo>
                  <a:lnTo>
                    <a:pt x="1418749" y="576263"/>
                  </a:lnTo>
                  <a:lnTo>
                    <a:pt x="1417796" y="576263"/>
                  </a:lnTo>
                  <a:lnTo>
                    <a:pt x="1417320" y="575786"/>
                  </a:lnTo>
                  <a:lnTo>
                    <a:pt x="1417320" y="575024"/>
                  </a:lnTo>
                  <a:lnTo>
                    <a:pt x="1417606" y="574167"/>
                  </a:lnTo>
                  <a:lnTo>
                    <a:pt x="1416653" y="574548"/>
                  </a:lnTo>
                  <a:lnTo>
                    <a:pt x="1415701" y="575120"/>
                  </a:lnTo>
                  <a:lnTo>
                    <a:pt x="1414843" y="575881"/>
                  </a:lnTo>
                  <a:lnTo>
                    <a:pt x="1414272" y="576739"/>
                  </a:lnTo>
                  <a:lnTo>
                    <a:pt x="1415320" y="577787"/>
                  </a:lnTo>
                  <a:lnTo>
                    <a:pt x="1415796" y="578358"/>
                  </a:lnTo>
                  <a:lnTo>
                    <a:pt x="1415796" y="578834"/>
                  </a:lnTo>
                  <a:lnTo>
                    <a:pt x="1415320" y="579120"/>
                  </a:lnTo>
                  <a:lnTo>
                    <a:pt x="1413891" y="579311"/>
                  </a:lnTo>
                  <a:lnTo>
                    <a:pt x="1413605" y="579692"/>
                  </a:lnTo>
                  <a:lnTo>
                    <a:pt x="1413510" y="580358"/>
                  </a:lnTo>
                  <a:lnTo>
                    <a:pt x="1413224" y="581025"/>
                  </a:lnTo>
                  <a:lnTo>
                    <a:pt x="1412843" y="581692"/>
                  </a:lnTo>
                  <a:lnTo>
                    <a:pt x="1412367" y="582263"/>
                  </a:lnTo>
                  <a:lnTo>
                    <a:pt x="1412081" y="582930"/>
                  </a:lnTo>
                  <a:lnTo>
                    <a:pt x="1412176" y="584454"/>
                  </a:lnTo>
                  <a:lnTo>
                    <a:pt x="1411796" y="585026"/>
                  </a:lnTo>
                  <a:lnTo>
                    <a:pt x="1412843" y="587216"/>
                  </a:lnTo>
                  <a:lnTo>
                    <a:pt x="1415034" y="590360"/>
                  </a:lnTo>
                  <a:lnTo>
                    <a:pt x="1415510" y="591503"/>
                  </a:lnTo>
                  <a:lnTo>
                    <a:pt x="1415796" y="591979"/>
                  </a:lnTo>
                  <a:lnTo>
                    <a:pt x="1416367" y="592360"/>
                  </a:lnTo>
                  <a:lnTo>
                    <a:pt x="1416844" y="592455"/>
                  </a:lnTo>
                  <a:lnTo>
                    <a:pt x="1417320" y="592455"/>
                  </a:lnTo>
                  <a:lnTo>
                    <a:pt x="1418082" y="592646"/>
                  </a:lnTo>
                  <a:lnTo>
                    <a:pt x="1418939" y="593598"/>
                  </a:lnTo>
                  <a:lnTo>
                    <a:pt x="1420463" y="596075"/>
                  </a:lnTo>
                  <a:lnTo>
                    <a:pt x="1421130" y="596170"/>
                  </a:lnTo>
                  <a:lnTo>
                    <a:pt x="1421892" y="595884"/>
                  </a:lnTo>
                  <a:lnTo>
                    <a:pt x="1422845" y="595979"/>
                  </a:lnTo>
                  <a:lnTo>
                    <a:pt x="1423797" y="595979"/>
                  </a:lnTo>
                  <a:lnTo>
                    <a:pt x="1424559" y="595217"/>
                  </a:lnTo>
                  <a:lnTo>
                    <a:pt x="1424845" y="594170"/>
                  </a:lnTo>
                  <a:lnTo>
                    <a:pt x="1424749" y="585597"/>
                  </a:lnTo>
                  <a:lnTo>
                    <a:pt x="1424464" y="584168"/>
                  </a:lnTo>
                  <a:lnTo>
                    <a:pt x="1424654" y="583597"/>
                  </a:lnTo>
                  <a:lnTo>
                    <a:pt x="1424940" y="583311"/>
                  </a:lnTo>
                  <a:close/>
                  <a:moveTo>
                    <a:pt x="811911" y="615791"/>
                  </a:moveTo>
                  <a:lnTo>
                    <a:pt x="811911" y="616172"/>
                  </a:lnTo>
                  <a:lnTo>
                    <a:pt x="812197" y="616744"/>
                  </a:lnTo>
                  <a:lnTo>
                    <a:pt x="812387" y="617411"/>
                  </a:lnTo>
                  <a:lnTo>
                    <a:pt x="812768" y="617792"/>
                  </a:lnTo>
                  <a:lnTo>
                    <a:pt x="813435" y="617411"/>
                  </a:lnTo>
                  <a:lnTo>
                    <a:pt x="814197" y="616458"/>
                  </a:lnTo>
                  <a:lnTo>
                    <a:pt x="814292" y="615505"/>
                  </a:lnTo>
                  <a:lnTo>
                    <a:pt x="813911" y="615125"/>
                  </a:lnTo>
                  <a:lnTo>
                    <a:pt x="812482" y="615410"/>
                  </a:lnTo>
                  <a:lnTo>
                    <a:pt x="811911" y="615791"/>
                  </a:lnTo>
                  <a:close/>
                  <a:moveTo>
                    <a:pt x="660368" y="256794"/>
                  </a:moveTo>
                  <a:lnTo>
                    <a:pt x="660845" y="256794"/>
                  </a:lnTo>
                  <a:lnTo>
                    <a:pt x="661130" y="256985"/>
                  </a:lnTo>
                  <a:lnTo>
                    <a:pt x="661130" y="257461"/>
                  </a:lnTo>
                  <a:lnTo>
                    <a:pt x="660845" y="257842"/>
                  </a:lnTo>
                  <a:lnTo>
                    <a:pt x="660559" y="258128"/>
                  </a:lnTo>
                  <a:lnTo>
                    <a:pt x="660559" y="258413"/>
                  </a:lnTo>
                  <a:lnTo>
                    <a:pt x="661225" y="258699"/>
                  </a:lnTo>
                  <a:lnTo>
                    <a:pt x="662083" y="258223"/>
                  </a:lnTo>
                  <a:lnTo>
                    <a:pt x="663416" y="256699"/>
                  </a:lnTo>
                  <a:lnTo>
                    <a:pt x="663226" y="256318"/>
                  </a:lnTo>
                  <a:lnTo>
                    <a:pt x="662559" y="255842"/>
                  </a:lnTo>
                  <a:lnTo>
                    <a:pt x="661321" y="255270"/>
                  </a:lnTo>
                  <a:lnTo>
                    <a:pt x="660654" y="255270"/>
                  </a:lnTo>
                  <a:lnTo>
                    <a:pt x="660082" y="255461"/>
                  </a:lnTo>
                  <a:lnTo>
                    <a:pt x="659701" y="255842"/>
                  </a:lnTo>
                  <a:lnTo>
                    <a:pt x="659606" y="256318"/>
                  </a:lnTo>
                  <a:lnTo>
                    <a:pt x="659987" y="256889"/>
                  </a:lnTo>
                  <a:lnTo>
                    <a:pt x="660368" y="256794"/>
                  </a:lnTo>
                  <a:close/>
                  <a:moveTo>
                    <a:pt x="663607" y="456629"/>
                  </a:moveTo>
                  <a:lnTo>
                    <a:pt x="663797" y="458343"/>
                  </a:lnTo>
                  <a:lnTo>
                    <a:pt x="663512" y="459772"/>
                  </a:lnTo>
                  <a:lnTo>
                    <a:pt x="662464" y="460343"/>
                  </a:lnTo>
                  <a:lnTo>
                    <a:pt x="661797" y="460534"/>
                  </a:lnTo>
                  <a:lnTo>
                    <a:pt x="661130" y="460915"/>
                  </a:lnTo>
                  <a:lnTo>
                    <a:pt x="660654" y="461486"/>
                  </a:lnTo>
                  <a:lnTo>
                    <a:pt x="660559" y="462058"/>
                  </a:lnTo>
                  <a:lnTo>
                    <a:pt x="660845" y="462629"/>
                  </a:lnTo>
                  <a:lnTo>
                    <a:pt x="661321" y="462629"/>
                  </a:lnTo>
                  <a:lnTo>
                    <a:pt x="662654" y="462058"/>
                  </a:lnTo>
                  <a:lnTo>
                    <a:pt x="663607" y="461867"/>
                  </a:lnTo>
                  <a:lnTo>
                    <a:pt x="663892" y="462058"/>
                  </a:lnTo>
                  <a:lnTo>
                    <a:pt x="663797" y="463963"/>
                  </a:lnTo>
                  <a:lnTo>
                    <a:pt x="663607" y="464534"/>
                  </a:lnTo>
                  <a:lnTo>
                    <a:pt x="662654" y="465677"/>
                  </a:lnTo>
                  <a:lnTo>
                    <a:pt x="662368" y="466344"/>
                  </a:lnTo>
                  <a:lnTo>
                    <a:pt x="662368" y="467011"/>
                  </a:lnTo>
                  <a:lnTo>
                    <a:pt x="662559" y="467487"/>
                  </a:lnTo>
                  <a:lnTo>
                    <a:pt x="662845" y="467963"/>
                  </a:lnTo>
                  <a:lnTo>
                    <a:pt x="663035" y="468535"/>
                  </a:lnTo>
                  <a:lnTo>
                    <a:pt x="663035" y="469106"/>
                  </a:lnTo>
                  <a:lnTo>
                    <a:pt x="662940" y="469773"/>
                  </a:lnTo>
                  <a:lnTo>
                    <a:pt x="662940" y="470345"/>
                  </a:lnTo>
                  <a:lnTo>
                    <a:pt x="663130" y="470821"/>
                  </a:lnTo>
                  <a:lnTo>
                    <a:pt x="664559" y="471964"/>
                  </a:lnTo>
                  <a:lnTo>
                    <a:pt x="664940" y="472440"/>
                  </a:lnTo>
                  <a:lnTo>
                    <a:pt x="665131" y="472630"/>
                  </a:lnTo>
                  <a:lnTo>
                    <a:pt x="665416" y="472821"/>
                  </a:lnTo>
                  <a:lnTo>
                    <a:pt x="665512" y="473202"/>
                  </a:lnTo>
                  <a:lnTo>
                    <a:pt x="665416" y="473393"/>
                  </a:lnTo>
                  <a:lnTo>
                    <a:pt x="663512" y="475679"/>
                  </a:lnTo>
                  <a:lnTo>
                    <a:pt x="662940" y="477203"/>
                  </a:lnTo>
                  <a:lnTo>
                    <a:pt x="663416" y="478346"/>
                  </a:lnTo>
                  <a:lnTo>
                    <a:pt x="664940" y="479012"/>
                  </a:lnTo>
                  <a:lnTo>
                    <a:pt x="666369" y="478536"/>
                  </a:lnTo>
                  <a:lnTo>
                    <a:pt x="667798" y="476726"/>
                  </a:lnTo>
                  <a:lnTo>
                    <a:pt x="671322" y="476726"/>
                  </a:lnTo>
                  <a:lnTo>
                    <a:pt x="674561" y="475107"/>
                  </a:lnTo>
                  <a:lnTo>
                    <a:pt x="675989" y="473964"/>
                  </a:lnTo>
                  <a:lnTo>
                    <a:pt x="675989" y="471964"/>
                  </a:lnTo>
                  <a:lnTo>
                    <a:pt x="675132" y="470535"/>
                  </a:lnTo>
                  <a:lnTo>
                    <a:pt x="675132" y="469773"/>
                  </a:lnTo>
                  <a:lnTo>
                    <a:pt x="676180" y="469487"/>
                  </a:lnTo>
                  <a:lnTo>
                    <a:pt x="676942" y="469297"/>
                  </a:lnTo>
                  <a:lnTo>
                    <a:pt x="677228" y="469011"/>
                  </a:lnTo>
                  <a:lnTo>
                    <a:pt x="677513" y="469011"/>
                  </a:lnTo>
                  <a:lnTo>
                    <a:pt x="678180" y="469487"/>
                  </a:lnTo>
                  <a:lnTo>
                    <a:pt x="678561" y="469963"/>
                  </a:lnTo>
                  <a:lnTo>
                    <a:pt x="678656" y="470440"/>
                  </a:lnTo>
                  <a:lnTo>
                    <a:pt x="678656" y="470821"/>
                  </a:lnTo>
                  <a:lnTo>
                    <a:pt x="678561" y="470916"/>
                  </a:lnTo>
                  <a:lnTo>
                    <a:pt x="681323" y="473393"/>
                  </a:lnTo>
                  <a:lnTo>
                    <a:pt x="682657" y="474250"/>
                  </a:lnTo>
                  <a:lnTo>
                    <a:pt x="682847" y="475393"/>
                  </a:lnTo>
                  <a:lnTo>
                    <a:pt x="682942" y="477774"/>
                  </a:lnTo>
                  <a:lnTo>
                    <a:pt x="683419" y="478917"/>
                  </a:lnTo>
                  <a:lnTo>
                    <a:pt x="684086" y="479012"/>
                  </a:lnTo>
                  <a:lnTo>
                    <a:pt x="685038" y="478727"/>
                  </a:lnTo>
                  <a:lnTo>
                    <a:pt x="686276" y="478536"/>
                  </a:lnTo>
                  <a:lnTo>
                    <a:pt x="687800" y="478441"/>
                  </a:lnTo>
                  <a:lnTo>
                    <a:pt x="688276" y="478155"/>
                  </a:lnTo>
                  <a:lnTo>
                    <a:pt x="688276" y="476250"/>
                  </a:lnTo>
                  <a:lnTo>
                    <a:pt x="688562" y="475297"/>
                  </a:lnTo>
                  <a:lnTo>
                    <a:pt x="689229" y="474726"/>
                  </a:lnTo>
                  <a:lnTo>
                    <a:pt x="690181" y="474536"/>
                  </a:lnTo>
                  <a:lnTo>
                    <a:pt x="691420" y="474536"/>
                  </a:lnTo>
                  <a:lnTo>
                    <a:pt x="692467" y="474345"/>
                  </a:lnTo>
                  <a:lnTo>
                    <a:pt x="694372" y="473488"/>
                  </a:lnTo>
                  <a:lnTo>
                    <a:pt x="695611" y="473393"/>
                  </a:lnTo>
                  <a:lnTo>
                    <a:pt x="695325" y="472916"/>
                  </a:lnTo>
                  <a:lnTo>
                    <a:pt x="694372" y="472154"/>
                  </a:lnTo>
                  <a:lnTo>
                    <a:pt x="694182" y="471773"/>
                  </a:lnTo>
                  <a:lnTo>
                    <a:pt x="694277" y="471297"/>
                  </a:lnTo>
                  <a:lnTo>
                    <a:pt x="694563" y="470916"/>
                  </a:lnTo>
                  <a:lnTo>
                    <a:pt x="694849" y="470630"/>
                  </a:lnTo>
                  <a:lnTo>
                    <a:pt x="694944" y="470440"/>
                  </a:lnTo>
                  <a:lnTo>
                    <a:pt x="695039" y="469963"/>
                  </a:lnTo>
                  <a:lnTo>
                    <a:pt x="695515" y="468916"/>
                  </a:lnTo>
                  <a:lnTo>
                    <a:pt x="695706" y="468439"/>
                  </a:lnTo>
                  <a:lnTo>
                    <a:pt x="695706" y="467963"/>
                  </a:lnTo>
                  <a:lnTo>
                    <a:pt x="695420" y="467106"/>
                  </a:lnTo>
                  <a:lnTo>
                    <a:pt x="695420" y="466630"/>
                  </a:lnTo>
                  <a:lnTo>
                    <a:pt x="695992" y="465201"/>
                  </a:lnTo>
                  <a:lnTo>
                    <a:pt x="698182" y="462439"/>
                  </a:lnTo>
                  <a:lnTo>
                    <a:pt x="698659" y="461010"/>
                  </a:lnTo>
                  <a:lnTo>
                    <a:pt x="698849" y="460534"/>
                  </a:lnTo>
                  <a:lnTo>
                    <a:pt x="699325" y="459962"/>
                  </a:lnTo>
                  <a:lnTo>
                    <a:pt x="699802" y="459296"/>
                  </a:lnTo>
                  <a:lnTo>
                    <a:pt x="700088" y="458343"/>
                  </a:lnTo>
                  <a:lnTo>
                    <a:pt x="699897" y="457295"/>
                  </a:lnTo>
                  <a:lnTo>
                    <a:pt x="699135" y="455486"/>
                  </a:lnTo>
                  <a:lnTo>
                    <a:pt x="698659" y="453580"/>
                  </a:lnTo>
                  <a:lnTo>
                    <a:pt x="695039" y="449389"/>
                  </a:lnTo>
                  <a:lnTo>
                    <a:pt x="694277" y="449104"/>
                  </a:lnTo>
                  <a:lnTo>
                    <a:pt x="693230" y="449580"/>
                  </a:lnTo>
                  <a:lnTo>
                    <a:pt x="693039" y="448628"/>
                  </a:lnTo>
                  <a:lnTo>
                    <a:pt x="692563" y="447770"/>
                  </a:lnTo>
                  <a:lnTo>
                    <a:pt x="691801" y="447199"/>
                  </a:lnTo>
                  <a:lnTo>
                    <a:pt x="690943" y="447008"/>
                  </a:lnTo>
                  <a:lnTo>
                    <a:pt x="690753" y="446818"/>
                  </a:lnTo>
                  <a:lnTo>
                    <a:pt x="690181" y="445865"/>
                  </a:lnTo>
                  <a:lnTo>
                    <a:pt x="689896" y="445675"/>
                  </a:lnTo>
                  <a:lnTo>
                    <a:pt x="688276" y="444913"/>
                  </a:lnTo>
                  <a:lnTo>
                    <a:pt x="687610" y="445389"/>
                  </a:lnTo>
                  <a:lnTo>
                    <a:pt x="687229" y="446056"/>
                  </a:lnTo>
                  <a:lnTo>
                    <a:pt x="686848" y="447485"/>
                  </a:lnTo>
                  <a:lnTo>
                    <a:pt x="686467" y="447485"/>
                  </a:lnTo>
                  <a:lnTo>
                    <a:pt x="685514" y="444818"/>
                  </a:lnTo>
                  <a:lnTo>
                    <a:pt x="685038" y="444246"/>
                  </a:lnTo>
                  <a:lnTo>
                    <a:pt x="684181" y="443960"/>
                  </a:lnTo>
                  <a:lnTo>
                    <a:pt x="681418" y="443389"/>
                  </a:lnTo>
                  <a:lnTo>
                    <a:pt x="680561" y="443675"/>
                  </a:lnTo>
                  <a:lnTo>
                    <a:pt x="678656" y="443484"/>
                  </a:lnTo>
                  <a:lnTo>
                    <a:pt x="676751" y="442722"/>
                  </a:lnTo>
                  <a:lnTo>
                    <a:pt x="675989" y="441388"/>
                  </a:lnTo>
                  <a:lnTo>
                    <a:pt x="675132" y="441770"/>
                  </a:lnTo>
                  <a:lnTo>
                    <a:pt x="673608" y="442913"/>
                  </a:lnTo>
                  <a:lnTo>
                    <a:pt x="672751" y="443294"/>
                  </a:lnTo>
                  <a:lnTo>
                    <a:pt x="671893" y="443294"/>
                  </a:lnTo>
                  <a:lnTo>
                    <a:pt x="670370" y="442913"/>
                  </a:lnTo>
                  <a:lnTo>
                    <a:pt x="669512" y="442913"/>
                  </a:lnTo>
                  <a:lnTo>
                    <a:pt x="667322" y="443389"/>
                  </a:lnTo>
                  <a:lnTo>
                    <a:pt x="666464" y="444627"/>
                  </a:lnTo>
                  <a:lnTo>
                    <a:pt x="665607" y="449866"/>
                  </a:lnTo>
                  <a:lnTo>
                    <a:pt x="665797" y="453200"/>
                  </a:lnTo>
                  <a:lnTo>
                    <a:pt x="665512" y="453771"/>
                  </a:lnTo>
                  <a:lnTo>
                    <a:pt x="664750" y="454438"/>
                  </a:lnTo>
                  <a:lnTo>
                    <a:pt x="663892" y="455009"/>
                  </a:lnTo>
                  <a:lnTo>
                    <a:pt x="663226" y="455295"/>
                  </a:lnTo>
                  <a:lnTo>
                    <a:pt x="663607" y="456629"/>
                  </a:lnTo>
                  <a:close/>
                  <a:moveTo>
                    <a:pt x="652653" y="463296"/>
                  </a:moveTo>
                  <a:lnTo>
                    <a:pt x="653224" y="463772"/>
                  </a:lnTo>
                  <a:lnTo>
                    <a:pt x="654177" y="462629"/>
                  </a:lnTo>
                  <a:lnTo>
                    <a:pt x="655987" y="462153"/>
                  </a:lnTo>
                  <a:lnTo>
                    <a:pt x="656939" y="461296"/>
                  </a:lnTo>
                  <a:lnTo>
                    <a:pt x="657701" y="460153"/>
                  </a:lnTo>
                  <a:lnTo>
                    <a:pt x="658178" y="459010"/>
                  </a:lnTo>
                  <a:lnTo>
                    <a:pt x="657797" y="458534"/>
                  </a:lnTo>
                  <a:lnTo>
                    <a:pt x="657606" y="458153"/>
                  </a:lnTo>
                  <a:lnTo>
                    <a:pt x="657701" y="457391"/>
                  </a:lnTo>
                  <a:lnTo>
                    <a:pt x="657130" y="457200"/>
                  </a:lnTo>
                  <a:lnTo>
                    <a:pt x="655701" y="457391"/>
                  </a:lnTo>
                  <a:lnTo>
                    <a:pt x="653987" y="457962"/>
                  </a:lnTo>
                  <a:lnTo>
                    <a:pt x="652653" y="458819"/>
                  </a:lnTo>
                  <a:lnTo>
                    <a:pt x="652367" y="459772"/>
                  </a:lnTo>
                  <a:lnTo>
                    <a:pt x="651605" y="460153"/>
                  </a:lnTo>
                  <a:lnTo>
                    <a:pt x="650843" y="460534"/>
                  </a:lnTo>
                  <a:lnTo>
                    <a:pt x="649891" y="460153"/>
                  </a:lnTo>
                  <a:lnTo>
                    <a:pt x="649510" y="460724"/>
                  </a:lnTo>
                  <a:lnTo>
                    <a:pt x="651034" y="461677"/>
                  </a:lnTo>
                  <a:lnTo>
                    <a:pt x="652653" y="463296"/>
                  </a:lnTo>
                  <a:close/>
                  <a:moveTo>
                    <a:pt x="621792" y="460820"/>
                  </a:moveTo>
                  <a:lnTo>
                    <a:pt x="620744" y="461010"/>
                  </a:lnTo>
                  <a:lnTo>
                    <a:pt x="619697" y="461581"/>
                  </a:lnTo>
                  <a:lnTo>
                    <a:pt x="618458" y="462439"/>
                  </a:lnTo>
                  <a:lnTo>
                    <a:pt x="618268" y="462629"/>
                  </a:lnTo>
                  <a:lnTo>
                    <a:pt x="617887" y="463487"/>
                  </a:lnTo>
                  <a:lnTo>
                    <a:pt x="617696" y="463677"/>
                  </a:lnTo>
                  <a:lnTo>
                    <a:pt x="617220" y="464153"/>
                  </a:lnTo>
                  <a:lnTo>
                    <a:pt x="617030" y="464630"/>
                  </a:lnTo>
                  <a:lnTo>
                    <a:pt x="618934" y="465296"/>
                  </a:lnTo>
                  <a:lnTo>
                    <a:pt x="621030" y="467011"/>
                  </a:lnTo>
                  <a:lnTo>
                    <a:pt x="621887" y="467392"/>
                  </a:lnTo>
                  <a:lnTo>
                    <a:pt x="624268" y="467963"/>
                  </a:lnTo>
                  <a:lnTo>
                    <a:pt x="624554" y="467868"/>
                  </a:lnTo>
                  <a:lnTo>
                    <a:pt x="626078" y="467487"/>
                  </a:lnTo>
                  <a:lnTo>
                    <a:pt x="625888" y="466249"/>
                  </a:lnTo>
                  <a:lnTo>
                    <a:pt x="627221" y="463963"/>
                  </a:lnTo>
                  <a:lnTo>
                    <a:pt x="626840" y="462820"/>
                  </a:lnTo>
                  <a:lnTo>
                    <a:pt x="625888" y="462344"/>
                  </a:lnTo>
                  <a:lnTo>
                    <a:pt x="623411" y="461963"/>
                  </a:lnTo>
                  <a:lnTo>
                    <a:pt x="622554" y="461486"/>
                  </a:lnTo>
                  <a:lnTo>
                    <a:pt x="621792" y="460820"/>
                  </a:lnTo>
                  <a:close/>
                  <a:moveTo>
                    <a:pt x="633984" y="461105"/>
                  </a:moveTo>
                  <a:lnTo>
                    <a:pt x="634746" y="461296"/>
                  </a:lnTo>
                  <a:lnTo>
                    <a:pt x="635317" y="461581"/>
                  </a:lnTo>
                  <a:lnTo>
                    <a:pt x="636080" y="461677"/>
                  </a:lnTo>
                  <a:lnTo>
                    <a:pt x="636461" y="461296"/>
                  </a:lnTo>
                  <a:lnTo>
                    <a:pt x="636746" y="460343"/>
                  </a:lnTo>
                  <a:lnTo>
                    <a:pt x="636841" y="459010"/>
                  </a:lnTo>
                  <a:lnTo>
                    <a:pt x="636175" y="457962"/>
                  </a:lnTo>
                  <a:lnTo>
                    <a:pt x="635698" y="457105"/>
                  </a:lnTo>
                  <a:lnTo>
                    <a:pt x="635508" y="456914"/>
                  </a:lnTo>
                  <a:lnTo>
                    <a:pt x="635032" y="457010"/>
                  </a:lnTo>
                  <a:lnTo>
                    <a:pt x="634841" y="457295"/>
                  </a:lnTo>
                  <a:lnTo>
                    <a:pt x="634746" y="457581"/>
                  </a:lnTo>
                  <a:lnTo>
                    <a:pt x="633984" y="458057"/>
                  </a:lnTo>
                  <a:lnTo>
                    <a:pt x="633317" y="459010"/>
                  </a:lnTo>
                  <a:lnTo>
                    <a:pt x="632460" y="460153"/>
                  </a:lnTo>
                  <a:lnTo>
                    <a:pt x="633317" y="460629"/>
                  </a:lnTo>
                  <a:lnTo>
                    <a:pt x="633984" y="461105"/>
                  </a:lnTo>
                  <a:close/>
                  <a:moveTo>
                    <a:pt x="683705" y="98870"/>
                  </a:moveTo>
                  <a:lnTo>
                    <a:pt x="683514" y="99346"/>
                  </a:lnTo>
                  <a:lnTo>
                    <a:pt x="683705" y="99727"/>
                  </a:lnTo>
                  <a:lnTo>
                    <a:pt x="684086" y="99917"/>
                  </a:lnTo>
                  <a:lnTo>
                    <a:pt x="684466" y="100203"/>
                  </a:lnTo>
                  <a:lnTo>
                    <a:pt x="684657" y="100775"/>
                  </a:lnTo>
                  <a:lnTo>
                    <a:pt x="684562" y="102013"/>
                  </a:lnTo>
                  <a:lnTo>
                    <a:pt x="684657" y="102394"/>
                  </a:lnTo>
                  <a:lnTo>
                    <a:pt x="684943" y="102775"/>
                  </a:lnTo>
                  <a:lnTo>
                    <a:pt x="685324" y="102965"/>
                  </a:lnTo>
                  <a:lnTo>
                    <a:pt x="685705" y="103251"/>
                  </a:lnTo>
                  <a:lnTo>
                    <a:pt x="685800" y="103727"/>
                  </a:lnTo>
                  <a:lnTo>
                    <a:pt x="685895" y="104585"/>
                  </a:lnTo>
                  <a:lnTo>
                    <a:pt x="685990" y="105061"/>
                  </a:lnTo>
                  <a:lnTo>
                    <a:pt x="686753" y="106775"/>
                  </a:lnTo>
                  <a:lnTo>
                    <a:pt x="687133" y="107442"/>
                  </a:lnTo>
                  <a:lnTo>
                    <a:pt x="687610" y="107918"/>
                  </a:lnTo>
                  <a:lnTo>
                    <a:pt x="688086" y="108109"/>
                  </a:lnTo>
                  <a:lnTo>
                    <a:pt x="689800" y="108490"/>
                  </a:lnTo>
                  <a:lnTo>
                    <a:pt x="693896" y="110014"/>
                  </a:lnTo>
                  <a:lnTo>
                    <a:pt x="695325" y="110204"/>
                  </a:lnTo>
                  <a:lnTo>
                    <a:pt x="696849" y="110109"/>
                  </a:lnTo>
                  <a:lnTo>
                    <a:pt x="697325" y="110204"/>
                  </a:lnTo>
                  <a:lnTo>
                    <a:pt x="697516" y="110395"/>
                  </a:lnTo>
                  <a:lnTo>
                    <a:pt x="697992" y="111157"/>
                  </a:lnTo>
                  <a:lnTo>
                    <a:pt x="698278" y="111347"/>
                  </a:lnTo>
                  <a:lnTo>
                    <a:pt x="699040" y="113824"/>
                  </a:lnTo>
                  <a:lnTo>
                    <a:pt x="699135" y="114586"/>
                  </a:lnTo>
                  <a:lnTo>
                    <a:pt x="698468" y="114205"/>
                  </a:lnTo>
                  <a:lnTo>
                    <a:pt x="696944" y="112395"/>
                  </a:lnTo>
                  <a:lnTo>
                    <a:pt x="696182" y="111728"/>
                  </a:lnTo>
                  <a:lnTo>
                    <a:pt x="695611" y="111443"/>
                  </a:lnTo>
                  <a:lnTo>
                    <a:pt x="695039" y="111347"/>
                  </a:lnTo>
                  <a:lnTo>
                    <a:pt x="694182" y="111347"/>
                  </a:lnTo>
                  <a:lnTo>
                    <a:pt x="693611" y="111728"/>
                  </a:lnTo>
                  <a:lnTo>
                    <a:pt x="693420" y="112490"/>
                  </a:lnTo>
                  <a:lnTo>
                    <a:pt x="693039" y="113252"/>
                  </a:lnTo>
                  <a:lnTo>
                    <a:pt x="692087" y="113633"/>
                  </a:lnTo>
                  <a:lnTo>
                    <a:pt x="691801" y="113538"/>
                  </a:lnTo>
                  <a:lnTo>
                    <a:pt x="691420" y="113538"/>
                  </a:lnTo>
                  <a:lnTo>
                    <a:pt x="691039" y="113729"/>
                  </a:lnTo>
                  <a:lnTo>
                    <a:pt x="690848" y="114395"/>
                  </a:lnTo>
                  <a:lnTo>
                    <a:pt x="690658" y="114871"/>
                  </a:lnTo>
                  <a:lnTo>
                    <a:pt x="689420" y="116396"/>
                  </a:lnTo>
                  <a:lnTo>
                    <a:pt x="689991" y="116681"/>
                  </a:lnTo>
                  <a:lnTo>
                    <a:pt x="691991" y="117443"/>
                  </a:lnTo>
                  <a:lnTo>
                    <a:pt x="693706" y="118681"/>
                  </a:lnTo>
                  <a:lnTo>
                    <a:pt x="694182" y="118872"/>
                  </a:lnTo>
                  <a:lnTo>
                    <a:pt x="694754" y="118681"/>
                  </a:lnTo>
                  <a:lnTo>
                    <a:pt x="696278" y="117729"/>
                  </a:lnTo>
                  <a:lnTo>
                    <a:pt x="697039" y="117443"/>
                  </a:lnTo>
                  <a:lnTo>
                    <a:pt x="697801" y="117443"/>
                  </a:lnTo>
                  <a:lnTo>
                    <a:pt x="699421" y="117538"/>
                  </a:lnTo>
                  <a:lnTo>
                    <a:pt x="700183" y="117443"/>
                  </a:lnTo>
                  <a:lnTo>
                    <a:pt x="701135" y="117062"/>
                  </a:lnTo>
                  <a:lnTo>
                    <a:pt x="701516" y="116586"/>
                  </a:lnTo>
                  <a:lnTo>
                    <a:pt x="701707" y="114967"/>
                  </a:lnTo>
                  <a:lnTo>
                    <a:pt x="701992" y="114110"/>
                  </a:lnTo>
                  <a:lnTo>
                    <a:pt x="702373" y="113252"/>
                  </a:lnTo>
                  <a:lnTo>
                    <a:pt x="704564" y="110490"/>
                  </a:lnTo>
                  <a:lnTo>
                    <a:pt x="704945" y="109823"/>
                  </a:lnTo>
                  <a:lnTo>
                    <a:pt x="705803" y="107061"/>
                  </a:lnTo>
                  <a:lnTo>
                    <a:pt x="705803" y="106489"/>
                  </a:lnTo>
                  <a:lnTo>
                    <a:pt x="705231" y="106966"/>
                  </a:lnTo>
                  <a:lnTo>
                    <a:pt x="704374" y="106109"/>
                  </a:lnTo>
                  <a:lnTo>
                    <a:pt x="703993" y="106013"/>
                  </a:lnTo>
                  <a:lnTo>
                    <a:pt x="703421" y="106299"/>
                  </a:lnTo>
                  <a:lnTo>
                    <a:pt x="703612" y="105442"/>
                  </a:lnTo>
                  <a:lnTo>
                    <a:pt x="704279" y="104870"/>
                  </a:lnTo>
                  <a:lnTo>
                    <a:pt x="705040" y="104394"/>
                  </a:lnTo>
                  <a:lnTo>
                    <a:pt x="705612" y="103727"/>
                  </a:lnTo>
                  <a:lnTo>
                    <a:pt x="705326" y="103061"/>
                  </a:lnTo>
                  <a:lnTo>
                    <a:pt x="705326" y="101632"/>
                  </a:lnTo>
                  <a:lnTo>
                    <a:pt x="705231" y="100870"/>
                  </a:lnTo>
                  <a:lnTo>
                    <a:pt x="704945" y="100584"/>
                  </a:lnTo>
                  <a:lnTo>
                    <a:pt x="703612" y="99631"/>
                  </a:lnTo>
                  <a:lnTo>
                    <a:pt x="700564" y="95917"/>
                  </a:lnTo>
                  <a:lnTo>
                    <a:pt x="698659" y="94488"/>
                  </a:lnTo>
                  <a:lnTo>
                    <a:pt x="697992" y="93536"/>
                  </a:lnTo>
                  <a:lnTo>
                    <a:pt x="697706" y="92012"/>
                  </a:lnTo>
                  <a:lnTo>
                    <a:pt x="697611" y="89249"/>
                  </a:lnTo>
                  <a:lnTo>
                    <a:pt x="697230" y="88202"/>
                  </a:lnTo>
                  <a:lnTo>
                    <a:pt x="696278" y="87439"/>
                  </a:lnTo>
                  <a:lnTo>
                    <a:pt x="695611" y="87916"/>
                  </a:lnTo>
                  <a:lnTo>
                    <a:pt x="694754" y="88678"/>
                  </a:lnTo>
                  <a:lnTo>
                    <a:pt x="693991" y="89535"/>
                  </a:lnTo>
                  <a:lnTo>
                    <a:pt x="693325" y="90869"/>
                  </a:lnTo>
                  <a:lnTo>
                    <a:pt x="689324" y="94774"/>
                  </a:lnTo>
                  <a:lnTo>
                    <a:pt x="688753" y="95060"/>
                  </a:lnTo>
                  <a:lnTo>
                    <a:pt x="688562" y="95250"/>
                  </a:lnTo>
                  <a:lnTo>
                    <a:pt x="687800" y="96107"/>
                  </a:lnTo>
                  <a:lnTo>
                    <a:pt x="687419" y="96393"/>
                  </a:lnTo>
                  <a:lnTo>
                    <a:pt x="687038" y="96203"/>
                  </a:lnTo>
                  <a:lnTo>
                    <a:pt x="686562" y="96203"/>
                  </a:lnTo>
                  <a:lnTo>
                    <a:pt x="686086" y="96298"/>
                  </a:lnTo>
                  <a:lnTo>
                    <a:pt x="685609" y="96679"/>
                  </a:lnTo>
                  <a:lnTo>
                    <a:pt x="684276" y="98203"/>
                  </a:lnTo>
                  <a:lnTo>
                    <a:pt x="683705" y="98870"/>
                  </a:lnTo>
                  <a:close/>
                  <a:moveTo>
                    <a:pt x="681038" y="63627"/>
                  </a:moveTo>
                  <a:lnTo>
                    <a:pt x="681514" y="63913"/>
                  </a:lnTo>
                  <a:lnTo>
                    <a:pt x="682180" y="64008"/>
                  </a:lnTo>
                  <a:lnTo>
                    <a:pt x="683323" y="64008"/>
                  </a:lnTo>
                  <a:lnTo>
                    <a:pt x="683990" y="63627"/>
                  </a:lnTo>
                  <a:lnTo>
                    <a:pt x="684371" y="62675"/>
                  </a:lnTo>
                  <a:lnTo>
                    <a:pt x="684657" y="60770"/>
                  </a:lnTo>
                  <a:lnTo>
                    <a:pt x="684847" y="60388"/>
                  </a:lnTo>
                  <a:lnTo>
                    <a:pt x="685038" y="59912"/>
                  </a:lnTo>
                  <a:lnTo>
                    <a:pt x="685038" y="59531"/>
                  </a:lnTo>
                  <a:lnTo>
                    <a:pt x="684657" y="59341"/>
                  </a:lnTo>
                  <a:lnTo>
                    <a:pt x="684276" y="59436"/>
                  </a:lnTo>
                  <a:lnTo>
                    <a:pt x="683895" y="59817"/>
                  </a:lnTo>
                  <a:lnTo>
                    <a:pt x="683609" y="60293"/>
                  </a:lnTo>
                  <a:lnTo>
                    <a:pt x="683514" y="60674"/>
                  </a:lnTo>
                  <a:lnTo>
                    <a:pt x="683228" y="61341"/>
                  </a:lnTo>
                  <a:lnTo>
                    <a:pt x="682562" y="61817"/>
                  </a:lnTo>
                  <a:lnTo>
                    <a:pt x="681799" y="62294"/>
                  </a:lnTo>
                  <a:lnTo>
                    <a:pt x="681228" y="62770"/>
                  </a:lnTo>
                  <a:lnTo>
                    <a:pt x="681038" y="63055"/>
                  </a:lnTo>
                  <a:lnTo>
                    <a:pt x="680942" y="63341"/>
                  </a:lnTo>
                  <a:lnTo>
                    <a:pt x="680942" y="63532"/>
                  </a:lnTo>
                  <a:lnTo>
                    <a:pt x="681038" y="63627"/>
                  </a:lnTo>
                  <a:close/>
                  <a:moveTo>
                    <a:pt x="672179" y="153448"/>
                  </a:moveTo>
                  <a:lnTo>
                    <a:pt x="674465" y="153067"/>
                  </a:lnTo>
                  <a:lnTo>
                    <a:pt x="674561" y="152686"/>
                  </a:lnTo>
                  <a:lnTo>
                    <a:pt x="674275" y="151638"/>
                  </a:lnTo>
                  <a:lnTo>
                    <a:pt x="673703" y="151067"/>
                  </a:lnTo>
                  <a:lnTo>
                    <a:pt x="672465" y="151067"/>
                  </a:lnTo>
                  <a:lnTo>
                    <a:pt x="671322" y="151733"/>
                  </a:lnTo>
                  <a:lnTo>
                    <a:pt x="671036" y="153257"/>
                  </a:lnTo>
                  <a:lnTo>
                    <a:pt x="671608" y="153543"/>
                  </a:lnTo>
                  <a:lnTo>
                    <a:pt x="672179" y="153448"/>
                  </a:lnTo>
                  <a:close/>
                  <a:moveTo>
                    <a:pt x="590359" y="144685"/>
                  </a:moveTo>
                  <a:lnTo>
                    <a:pt x="590359" y="145066"/>
                  </a:lnTo>
                  <a:lnTo>
                    <a:pt x="590359" y="145352"/>
                  </a:lnTo>
                  <a:lnTo>
                    <a:pt x="590169" y="145733"/>
                  </a:lnTo>
                  <a:lnTo>
                    <a:pt x="590931" y="145828"/>
                  </a:lnTo>
                  <a:lnTo>
                    <a:pt x="591312" y="146399"/>
                  </a:lnTo>
                  <a:lnTo>
                    <a:pt x="591693" y="146780"/>
                  </a:lnTo>
                  <a:lnTo>
                    <a:pt x="592550" y="146495"/>
                  </a:lnTo>
                  <a:lnTo>
                    <a:pt x="593693" y="147923"/>
                  </a:lnTo>
                  <a:lnTo>
                    <a:pt x="593979" y="147923"/>
                  </a:lnTo>
                  <a:lnTo>
                    <a:pt x="593979" y="143066"/>
                  </a:lnTo>
                  <a:lnTo>
                    <a:pt x="593598" y="142208"/>
                  </a:lnTo>
                  <a:lnTo>
                    <a:pt x="592646" y="141256"/>
                  </a:lnTo>
                  <a:lnTo>
                    <a:pt x="591598" y="140684"/>
                  </a:lnTo>
                  <a:lnTo>
                    <a:pt x="590836" y="140779"/>
                  </a:lnTo>
                  <a:lnTo>
                    <a:pt x="589979" y="140684"/>
                  </a:lnTo>
                  <a:lnTo>
                    <a:pt x="589883" y="141732"/>
                  </a:lnTo>
                  <a:lnTo>
                    <a:pt x="590455" y="144399"/>
                  </a:lnTo>
                  <a:lnTo>
                    <a:pt x="590359" y="144685"/>
                  </a:lnTo>
                  <a:close/>
                  <a:moveTo>
                    <a:pt x="593884" y="139732"/>
                  </a:moveTo>
                  <a:lnTo>
                    <a:pt x="593788" y="139351"/>
                  </a:lnTo>
                  <a:lnTo>
                    <a:pt x="593503" y="138970"/>
                  </a:lnTo>
                  <a:lnTo>
                    <a:pt x="593026" y="137541"/>
                  </a:lnTo>
                  <a:lnTo>
                    <a:pt x="593026" y="137160"/>
                  </a:lnTo>
                  <a:lnTo>
                    <a:pt x="593122" y="136970"/>
                  </a:lnTo>
                  <a:lnTo>
                    <a:pt x="593407" y="136874"/>
                  </a:lnTo>
                  <a:lnTo>
                    <a:pt x="593693" y="136970"/>
                  </a:lnTo>
                  <a:lnTo>
                    <a:pt x="593788" y="137160"/>
                  </a:lnTo>
                  <a:lnTo>
                    <a:pt x="593788" y="137731"/>
                  </a:lnTo>
                  <a:lnTo>
                    <a:pt x="593884" y="138303"/>
                  </a:lnTo>
                  <a:lnTo>
                    <a:pt x="594074" y="138494"/>
                  </a:lnTo>
                  <a:lnTo>
                    <a:pt x="594455" y="138113"/>
                  </a:lnTo>
                  <a:lnTo>
                    <a:pt x="594550" y="137636"/>
                  </a:lnTo>
                  <a:lnTo>
                    <a:pt x="594455" y="135731"/>
                  </a:lnTo>
                  <a:lnTo>
                    <a:pt x="594741" y="133541"/>
                  </a:lnTo>
                  <a:lnTo>
                    <a:pt x="594455" y="133064"/>
                  </a:lnTo>
                  <a:lnTo>
                    <a:pt x="593312" y="133445"/>
                  </a:lnTo>
                  <a:lnTo>
                    <a:pt x="592455" y="134303"/>
                  </a:lnTo>
                  <a:lnTo>
                    <a:pt x="592169" y="135255"/>
                  </a:lnTo>
                  <a:lnTo>
                    <a:pt x="591979" y="136303"/>
                  </a:lnTo>
                  <a:lnTo>
                    <a:pt x="591503" y="137446"/>
                  </a:lnTo>
                  <a:lnTo>
                    <a:pt x="591503" y="138303"/>
                  </a:lnTo>
                  <a:lnTo>
                    <a:pt x="591407" y="138589"/>
                  </a:lnTo>
                  <a:lnTo>
                    <a:pt x="591122" y="138875"/>
                  </a:lnTo>
                  <a:lnTo>
                    <a:pt x="593693" y="140303"/>
                  </a:lnTo>
                  <a:lnTo>
                    <a:pt x="593884" y="139732"/>
                  </a:lnTo>
                  <a:close/>
                  <a:moveTo>
                    <a:pt x="512445" y="316135"/>
                  </a:moveTo>
                  <a:lnTo>
                    <a:pt x="510826" y="314516"/>
                  </a:lnTo>
                  <a:lnTo>
                    <a:pt x="510064" y="314039"/>
                  </a:lnTo>
                  <a:lnTo>
                    <a:pt x="509588" y="314135"/>
                  </a:lnTo>
                  <a:lnTo>
                    <a:pt x="509206" y="314420"/>
                  </a:lnTo>
                  <a:lnTo>
                    <a:pt x="508635" y="314611"/>
                  </a:lnTo>
                  <a:lnTo>
                    <a:pt x="508349" y="314420"/>
                  </a:lnTo>
                  <a:lnTo>
                    <a:pt x="507968" y="314039"/>
                  </a:lnTo>
                  <a:lnTo>
                    <a:pt x="507682" y="313563"/>
                  </a:lnTo>
                  <a:lnTo>
                    <a:pt x="507682" y="313182"/>
                  </a:lnTo>
                  <a:lnTo>
                    <a:pt x="509492" y="312801"/>
                  </a:lnTo>
                  <a:lnTo>
                    <a:pt x="509206" y="312230"/>
                  </a:lnTo>
                  <a:lnTo>
                    <a:pt x="506349" y="309658"/>
                  </a:lnTo>
                  <a:lnTo>
                    <a:pt x="504634" y="308991"/>
                  </a:lnTo>
                  <a:lnTo>
                    <a:pt x="503777" y="308515"/>
                  </a:lnTo>
                  <a:lnTo>
                    <a:pt x="503396" y="307848"/>
                  </a:lnTo>
                  <a:lnTo>
                    <a:pt x="503396" y="308229"/>
                  </a:lnTo>
                  <a:lnTo>
                    <a:pt x="503206" y="308896"/>
                  </a:lnTo>
                  <a:lnTo>
                    <a:pt x="503111" y="309277"/>
                  </a:lnTo>
                  <a:lnTo>
                    <a:pt x="501967" y="308324"/>
                  </a:lnTo>
                  <a:lnTo>
                    <a:pt x="501301" y="309848"/>
                  </a:lnTo>
                  <a:lnTo>
                    <a:pt x="500920" y="314135"/>
                  </a:lnTo>
                  <a:lnTo>
                    <a:pt x="500539" y="315373"/>
                  </a:lnTo>
                  <a:lnTo>
                    <a:pt x="499681" y="316516"/>
                  </a:lnTo>
                  <a:lnTo>
                    <a:pt x="497681" y="318230"/>
                  </a:lnTo>
                  <a:lnTo>
                    <a:pt x="496919" y="318611"/>
                  </a:lnTo>
                  <a:lnTo>
                    <a:pt x="496633" y="318897"/>
                  </a:lnTo>
                  <a:lnTo>
                    <a:pt x="496538" y="319469"/>
                  </a:lnTo>
                  <a:lnTo>
                    <a:pt x="496538" y="320135"/>
                  </a:lnTo>
                  <a:lnTo>
                    <a:pt x="496729" y="320612"/>
                  </a:lnTo>
                  <a:lnTo>
                    <a:pt x="497110" y="320993"/>
                  </a:lnTo>
                  <a:lnTo>
                    <a:pt x="497776" y="321088"/>
                  </a:lnTo>
                  <a:lnTo>
                    <a:pt x="499110" y="321183"/>
                  </a:lnTo>
                  <a:lnTo>
                    <a:pt x="499872" y="321374"/>
                  </a:lnTo>
                  <a:lnTo>
                    <a:pt x="500348" y="321755"/>
                  </a:lnTo>
                  <a:lnTo>
                    <a:pt x="500920" y="322517"/>
                  </a:lnTo>
                  <a:lnTo>
                    <a:pt x="501110" y="322993"/>
                  </a:lnTo>
                  <a:lnTo>
                    <a:pt x="501205" y="323374"/>
                  </a:lnTo>
                  <a:lnTo>
                    <a:pt x="501491" y="323564"/>
                  </a:lnTo>
                  <a:lnTo>
                    <a:pt x="502158" y="323660"/>
                  </a:lnTo>
                  <a:lnTo>
                    <a:pt x="502634" y="323469"/>
                  </a:lnTo>
                  <a:lnTo>
                    <a:pt x="503301" y="322707"/>
                  </a:lnTo>
                  <a:lnTo>
                    <a:pt x="503777" y="322421"/>
                  </a:lnTo>
                  <a:lnTo>
                    <a:pt x="504254" y="322040"/>
                  </a:lnTo>
                  <a:lnTo>
                    <a:pt x="504539" y="321850"/>
                  </a:lnTo>
                  <a:lnTo>
                    <a:pt x="505301" y="322231"/>
                  </a:lnTo>
                  <a:lnTo>
                    <a:pt x="505587" y="322231"/>
                  </a:lnTo>
                  <a:lnTo>
                    <a:pt x="506158" y="322040"/>
                  </a:lnTo>
                  <a:lnTo>
                    <a:pt x="507397" y="321183"/>
                  </a:lnTo>
                  <a:lnTo>
                    <a:pt x="508159" y="320802"/>
                  </a:lnTo>
                  <a:lnTo>
                    <a:pt x="509016" y="320612"/>
                  </a:lnTo>
                  <a:lnTo>
                    <a:pt x="511207" y="320516"/>
                  </a:lnTo>
                  <a:lnTo>
                    <a:pt x="512445" y="320802"/>
                  </a:lnTo>
                  <a:lnTo>
                    <a:pt x="513207" y="321469"/>
                  </a:lnTo>
                  <a:lnTo>
                    <a:pt x="513874" y="322326"/>
                  </a:lnTo>
                  <a:lnTo>
                    <a:pt x="514636" y="323088"/>
                  </a:lnTo>
                  <a:lnTo>
                    <a:pt x="517493" y="324421"/>
                  </a:lnTo>
                  <a:lnTo>
                    <a:pt x="518446" y="325374"/>
                  </a:lnTo>
                  <a:lnTo>
                    <a:pt x="519113" y="325564"/>
                  </a:lnTo>
                  <a:lnTo>
                    <a:pt x="520065" y="325755"/>
                  </a:lnTo>
                  <a:lnTo>
                    <a:pt x="522922" y="326993"/>
                  </a:lnTo>
                  <a:lnTo>
                    <a:pt x="522637" y="326041"/>
                  </a:lnTo>
                  <a:lnTo>
                    <a:pt x="522065" y="325279"/>
                  </a:lnTo>
                  <a:lnTo>
                    <a:pt x="521875" y="324707"/>
                  </a:lnTo>
                  <a:lnTo>
                    <a:pt x="522827" y="324231"/>
                  </a:lnTo>
                  <a:lnTo>
                    <a:pt x="523970" y="324421"/>
                  </a:lnTo>
                  <a:lnTo>
                    <a:pt x="525304" y="324898"/>
                  </a:lnTo>
                  <a:lnTo>
                    <a:pt x="526447" y="325088"/>
                  </a:lnTo>
                  <a:lnTo>
                    <a:pt x="526923" y="324421"/>
                  </a:lnTo>
                  <a:lnTo>
                    <a:pt x="522541" y="322136"/>
                  </a:lnTo>
                  <a:lnTo>
                    <a:pt x="519779" y="318421"/>
                  </a:lnTo>
                  <a:lnTo>
                    <a:pt x="518255" y="316992"/>
                  </a:lnTo>
                  <a:lnTo>
                    <a:pt x="517017" y="317373"/>
                  </a:lnTo>
                  <a:lnTo>
                    <a:pt x="516731" y="318516"/>
                  </a:lnTo>
                  <a:lnTo>
                    <a:pt x="516731" y="319278"/>
                  </a:lnTo>
                  <a:lnTo>
                    <a:pt x="516446" y="319754"/>
                  </a:lnTo>
                  <a:lnTo>
                    <a:pt x="515017" y="319945"/>
                  </a:lnTo>
                  <a:lnTo>
                    <a:pt x="513874" y="319564"/>
                  </a:lnTo>
                  <a:lnTo>
                    <a:pt x="513207" y="318611"/>
                  </a:lnTo>
                  <a:lnTo>
                    <a:pt x="512445" y="316135"/>
                  </a:lnTo>
                  <a:close/>
                  <a:moveTo>
                    <a:pt x="534067" y="418338"/>
                  </a:moveTo>
                  <a:lnTo>
                    <a:pt x="534829" y="418052"/>
                  </a:lnTo>
                  <a:lnTo>
                    <a:pt x="535781" y="417862"/>
                  </a:lnTo>
                  <a:lnTo>
                    <a:pt x="537591" y="417671"/>
                  </a:lnTo>
                  <a:lnTo>
                    <a:pt x="538448" y="417862"/>
                  </a:lnTo>
                  <a:lnTo>
                    <a:pt x="540448" y="418814"/>
                  </a:lnTo>
                  <a:lnTo>
                    <a:pt x="540639" y="419195"/>
                  </a:lnTo>
                  <a:lnTo>
                    <a:pt x="541782" y="420814"/>
                  </a:lnTo>
                  <a:lnTo>
                    <a:pt x="542068" y="421100"/>
                  </a:lnTo>
                  <a:lnTo>
                    <a:pt x="542449" y="421291"/>
                  </a:lnTo>
                  <a:lnTo>
                    <a:pt x="545116" y="420624"/>
                  </a:lnTo>
                  <a:lnTo>
                    <a:pt x="548545" y="420624"/>
                  </a:lnTo>
                  <a:lnTo>
                    <a:pt x="549592" y="420719"/>
                  </a:lnTo>
                  <a:lnTo>
                    <a:pt x="550069" y="420624"/>
                  </a:lnTo>
                  <a:lnTo>
                    <a:pt x="551116" y="419862"/>
                  </a:lnTo>
                  <a:lnTo>
                    <a:pt x="552259" y="419386"/>
                  </a:lnTo>
                  <a:lnTo>
                    <a:pt x="554926" y="418529"/>
                  </a:lnTo>
                  <a:lnTo>
                    <a:pt x="556165" y="417767"/>
                  </a:lnTo>
                  <a:lnTo>
                    <a:pt x="556831" y="418338"/>
                  </a:lnTo>
                  <a:lnTo>
                    <a:pt x="557689" y="419767"/>
                  </a:lnTo>
                  <a:lnTo>
                    <a:pt x="558451" y="420338"/>
                  </a:lnTo>
                  <a:lnTo>
                    <a:pt x="558927" y="420434"/>
                  </a:lnTo>
                  <a:lnTo>
                    <a:pt x="560641" y="420624"/>
                  </a:lnTo>
                  <a:lnTo>
                    <a:pt x="560832" y="420624"/>
                  </a:lnTo>
                  <a:lnTo>
                    <a:pt x="561404" y="420338"/>
                  </a:lnTo>
                  <a:lnTo>
                    <a:pt x="561784" y="420338"/>
                  </a:lnTo>
                  <a:lnTo>
                    <a:pt x="561975" y="420434"/>
                  </a:lnTo>
                  <a:lnTo>
                    <a:pt x="562547" y="420910"/>
                  </a:lnTo>
                  <a:lnTo>
                    <a:pt x="562832" y="421005"/>
                  </a:lnTo>
                  <a:lnTo>
                    <a:pt x="565975" y="421481"/>
                  </a:lnTo>
                  <a:lnTo>
                    <a:pt x="566833" y="421767"/>
                  </a:lnTo>
                  <a:lnTo>
                    <a:pt x="567690" y="422243"/>
                  </a:lnTo>
                  <a:lnTo>
                    <a:pt x="568166" y="422720"/>
                  </a:lnTo>
                  <a:lnTo>
                    <a:pt x="568452" y="423386"/>
                  </a:lnTo>
                  <a:lnTo>
                    <a:pt x="568642" y="424910"/>
                  </a:lnTo>
                  <a:lnTo>
                    <a:pt x="568642" y="426720"/>
                  </a:lnTo>
                  <a:lnTo>
                    <a:pt x="568738" y="427292"/>
                  </a:lnTo>
                  <a:lnTo>
                    <a:pt x="569214" y="428339"/>
                  </a:lnTo>
                  <a:lnTo>
                    <a:pt x="569405" y="429196"/>
                  </a:lnTo>
                  <a:lnTo>
                    <a:pt x="569881" y="429959"/>
                  </a:lnTo>
                  <a:lnTo>
                    <a:pt x="569976" y="430435"/>
                  </a:lnTo>
                  <a:lnTo>
                    <a:pt x="569976" y="431006"/>
                  </a:lnTo>
                  <a:lnTo>
                    <a:pt x="569595" y="432530"/>
                  </a:lnTo>
                  <a:lnTo>
                    <a:pt x="570071" y="435007"/>
                  </a:lnTo>
                  <a:lnTo>
                    <a:pt x="571690" y="436340"/>
                  </a:lnTo>
                  <a:lnTo>
                    <a:pt x="573691" y="437197"/>
                  </a:lnTo>
                  <a:lnTo>
                    <a:pt x="575310" y="438245"/>
                  </a:lnTo>
                  <a:lnTo>
                    <a:pt x="576167" y="440436"/>
                  </a:lnTo>
                  <a:lnTo>
                    <a:pt x="575596" y="442722"/>
                  </a:lnTo>
                  <a:lnTo>
                    <a:pt x="574548" y="445008"/>
                  </a:lnTo>
                  <a:lnTo>
                    <a:pt x="573976" y="447294"/>
                  </a:lnTo>
                  <a:lnTo>
                    <a:pt x="574262" y="449675"/>
                  </a:lnTo>
                  <a:lnTo>
                    <a:pt x="575024" y="451866"/>
                  </a:lnTo>
                  <a:lnTo>
                    <a:pt x="578358" y="457391"/>
                  </a:lnTo>
                  <a:lnTo>
                    <a:pt x="579215" y="457867"/>
                  </a:lnTo>
                  <a:lnTo>
                    <a:pt x="583025" y="458153"/>
                  </a:lnTo>
                  <a:lnTo>
                    <a:pt x="584073" y="458343"/>
                  </a:lnTo>
                  <a:lnTo>
                    <a:pt x="595027" y="462153"/>
                  </a:lnTo>
                  <a:lnTo>
                    <a:pt x="597598" y="464630"/>
                  </a:lnTo>
                  <a:lnTo>
                    <a:pt x="598551" y="465011"/>
                  </a:lnTo>
                  <a:lnTo>
                    <a:pt x="601028" y="464915"/>
                  </a:lnTo>
                  <a:lnTo>
                    <a:pt x="602075" y="465201"/>
                  </a:lnTo>
                  <a:lnTo>
                    <a:pt x="602647" y="465772"/>
                  </a:lnTo>
                  <a:lnTo>
                    <a:pt x="603313" y="467011"/>
                  </a:lnTo>
                  <a:lnTo>
                    <a:pt x="603695" y="467582"/>
                  </a:lnTo>
                  <a:lnTo>
                    <a:pt x="604838" y="468344"/>
                  </a:lnTo>
                  <a:lnTo>
                    <a:pt x="605409" y="468821"/>
                  </a:lnTo>
                  <a:lnTo>
                    <a:pt x="605695" y="469392"/>
                  </a:lnTo>
                  <a:lnTo>
                    <a:pt x="605885" y="470535"/>
                  </a:lnTo>
                  <a:lnTo>
                    <a:pt x="606362" y="471678"/>
                  </a:lnTo>
                  <a:lnTo>
                    <a:pt x="607123" y="472250"/>
                  </a:lnTo>
                  <a:lnTo>
                    <a:pt x="608171" y="471678"/>
                  </a:lnTo>
                  <a:lnTo>
                    <a:pt x="608362" y="471773"/>
                  </a:lnTo>
                  <a:lnTo>
                    <a:pt x="608838" y="472059"/>
                  </a:lnTo>
                  <a:lnTo>
                    <a:pt x="609219" y="470726"/>
                  </a:lnTo>
                  <a:lnTo>
                    <a:pt x="610648" y="470440"/>
                  </a:lnTo>
                  <a:lnTo>
                    <a:pt x="613505" y="470916"/>
                  </a:lnTo>
                  <a:lnTo>
                    <a:pt x="613791" y="471202"/>
                  </a:lnTo>
                  <a:lnTo>
                    <a:pt x="613981" y="471583"/>
                  </a:lnTo>
                  <a:lnTo>
                    <a:pt x="614267" y="471773"/>
                  </a:lnTo>
                  <a:lnTo>
                    <a:pt x="615124" y="471297"/>
                  </a:lnTo>
                  <a:lnTo>
                    <a:pt x="615505" y="471392"/>
                  </a:lnTo>
                  <a:lnTo>
                    <a:pt x="615887" y="471583"/>
                  </a:lnTo>
                  <a:lnTo>
                    <a:pt x="616267" y="471678"/>
                  </a:lnTo>
                  <a:lnTo>
                    <a:pt x="616934" y="471488"/>
                  </a:lnTo>
                  <a:lnTo>
                    <a:pt x="617411" y="471106"/>
                  </a:lnTo>
                  <a:lnTo>
                    <a:pt x="617791" y="470821"/>
                  </a:lnTo>
                  <a:lnTo>
                    <a:pt x="618268" y="471011"/>
                  </a:lnTo>
                  <a:lnTo>
                    <a:pt x="618649" y="470630"/>
                  </a:lnTo>
                  <a:lnTo>
                    <a:pt x="618458" y="470345"/>
                  </a:lnTo>
                  <a:lnTo>
                    <a:pt x="617982" y="469583"/>
                  </a:lnTo>
                  <a:lnTo>
                    <a:pt x="618363" y="468821"/>
                  </a:lnTo>
                  <a:lnTo>
                    <a:pt x="618363" y="467868"/>
                  </a:lnTo>
                  <a:lnTo>
                    <a:pt x="617982" y="467011"/>
                  </a:lnTo>
                  <a:lnTo>
                    <a:pt x="617030" y="466630"/>
                  </a:lnTo>
                  <a:lnTo>
                    <a:pt x="616267" y="466535"/>
                  </a:lnTo>
                  <a:lnTo>
                    <a:pt x="615887" y="466154"/>
                  </a:lnTo>
                  <a:lnTo>
                    <a:pt x="615601" y="465677"/>
                  </a:lnTo>
                  <a:lnTo>
                    <a:pt x="615124" y="465201"/>
                  </a:lnTo>
                  <a:lnTo>
                    <a:pt x="614648" y="465011"/>
                  </a:lnTo>
                  <a:lnTo>
                    <a:pt x="613886" y="465011"/>
                  </a:lnTo>
                  <a:lnTo>
                    <a:pt x="613315" y="464915"/>
                  </a:lnTo>
                  <a:lnTo>
                    <a:pt x="611410" y="463772"/>
                  </a:lnTo>
                  <a:lnTo>
                    <a:pt x="610933" y="462058"/>
                  </a:lnTo>
                  <a:lnTo>
                    <a:pt x="611314" y="459962"/>
                  </a:lnTo>
                  <a:lnTo>
                    <a:pt x="614648" y="451009"/>
                  </a:lnTo>
                  <a:lnTo>
                    <a:pt x="617125" y="447294"/>
                  </a:lnTo>
                  <a:lnTo>
                    <a:pt x="617982" y="446532"/>
                  </a:lnTo>
                  <a:lnTo>
                    <a:pt x="618934" y="446151"/>
                  </a:lnTo>
                  <a:lnTo>
                    <a:pt x="619506" y="446056"/>
                  </a:lnTo>
                  <a:lnTo>
                    <a:pt x="621221" y="445103"/>
                  </a:lnTo>
                  <a:lnTo>
                    <a:pt x="621792" y="445008"/>
                  </a:lnTo>
                  <a:lnTo>
                    <a:pt x="622268" y="445103"/>
                  </a:lnTo>
                  <a:lnTo>
                    <a:pt x="622649" y="445103"/>
                  </a:lnTo>
                  <a:lnTo>
                    <a:pt x="623030" y="444818"/>
                  </a:lnTo>
                  <a:lnTo>
                    <a:pt x="623030" y="444055"/>
                  </a:lnTo>
                  <a:lnTo>
                    <a:pt x="622078" y="443770"/>
                  </a:lnTo>
                  <a:lnTo>
                    <a:pt x="619601" y="443770"/>
                  </a:lnTo>
                  <a:lnTo>
                    <a:pt x="618554" y="443579"/>
                  </a:lnTo>
                  <a:lnTo>
                    <a:pt x="615124" y="442246"/>
                  </a:lnTo>
                  <a:lnTo>
                    <a:pt x="608266" y="441103"/>
                  </a:lnTo>
                  <a:lnTo>
                    <a:pt x="602361" y="439103"/>
                  </a:lnTo>
                  <a:lnTo>
                    <a:pt x="601694" y="439198"/>
                  </a:lnTo>
                  <a:lnTo>
                    <a:pt x="601123" y="439769"/>
                  </a:lnTo>
                  <a:lnTo>
                    <a:pt x="599884" y="439579"/>
                  </a:lnTo>
                  <a:lnTo>
                    <a:pt x="598551" y="439103"/>
                  </a:lnTo>
                  <a:lnTo>
                    <a:pt x="597694" y="438626"/>
                  </a:lnTo>
                  <a:lnTo>
                    <a:pt x="595884" y="437007"/>
                  </a:lnTo>
                  <a:lnTo>
                    <a:pt x="594360" y="435007"/>
                  </a:lnTo>
                  <a:lnTo>
                    <a:pt x="593026" y="432816"/>
                  </a:lnTo>
                  <a:lnTo>
                    <a:pt x="589693" y="423767"/>
                  </a:lnTo>
                  <a:lnTo>
                    <a:pt x="587692" y="414814"/>
                  </a:lnTo>
                  <a:lnTo>
                    <a:pt x="587692" y="412528"/>
                  </a:lnTo>
                  <a:lnTo>
                    <a:pt x="588359" y="409099"/>
                  </a:lnTo>
                  <a:lnTo>
                    <a:pt x="588645" y="408622"/>
                  </a:lnTo>
                  <a:lnTo>
                    <a:pt x="588359" y="408146"/>
                  </a:lnTo>
                  <a:lnTo>
                    <a:pt x="585597" y="405003"/>
                  </a:lnTo>
                  <a:lnTo>
                    <a:pt x="585692" y="404622"/>
                  </a:lnTo>
                  <a:lnTo>
                    <a:pt x="585883" y="404051"/>
                  </a:lnTo>
                  <a:lnTo>
                    <a:pt x="585883" y="403574"/>
                  </a:lnTo>
                  <a:lnTo>
                    <a:pt x="585406" y="403384"/>
                  </a:lnTo>
                  <a:lnTo>
                    <a:pt x="584740" y="403288"/>
                  </a:lnTo>
                  <a:lnTo>
                    <a:pt x="584359" y="402908"/>
                  </a:lnTo>
                  <a:lnTo>
                    <a:pt x="584168" y="402431"/>
                  </a:lnTo>
                  <a:lnTo>
                    <a:pt x="584073" y="401764"/>
                  </a:lnTo>
                  <a:lnTo>
                    <a:pt x="583978" y="401288"/>
                  </a:lnTo>
                  <a:lnTo>
                    <a:pt x="583692" y="401003"/>
                  </a:lnTo>
                  <a:lnTo>
                    <a:pt x="583311" y="400812"/>
                  </a:lnTo>
                  <a:lnTo>
                    <a:pt x="583025" y="400526"/>
                  </a:lnTo>
                  <a:lnTo>
                    <a:pt x="582835" y="400145"/>
                  </a:lnTo>
                  <a:lnTo>
                    <a:pt x="582549" y="399193"/>
                  </a:lnTo>
                  <a:lnTo>
                    <a:pt x="582358" y="398717"/>
                  </a:lnTo>
                  <a:lnTo>
                    <a:pt x="581978" y="398431"/>
                  </a:lnTo>
                  <a:lnTo>
                    <a:pt x="581501" y="398145"/>
                  </a:lnTo>
                  <a:lnTo>
                    <a:pt x="581025" y="397764"/>
                  </a:lnTo>
                  <a:lnTo>
                    <a:pt x="580834" y="397097"/>
                  </a:lnTo>
                  <a:lnTo>
                    <a:pt x="580834" y="394906"/>
                  </a:lnTo>
                  <a:lnTo>
                    <a:pt x="580930" y="394335"/>
                  </a:lnTo>
                  <a:lnTo>
                    <a:pt x="581501" y="393859"/>
                  </a:lnTo>
                  <a:lnTo>
                    <a:pt x="581597" y="393383"/>
                  </a:lnTo>
                  <a:lnTo>
                    <a:pt x="581406" y="392811"/>
                  </a:lnTo>
                  <a:lnTo>
                    <a:pt x="581025" y="392430"/>
                  </a:lnTo>
                  <a:lnTo>
                    <a:pt x="578548" y="390620"/>
                  </a:lnTo>
                  <a:lnTo>
                    <a:pt x="578167" y="390430"/>
                  </a:lnTo>
                  <a:lnTo>
                    <a:pt x="577024" y="390525"/>
                  </a:lnTo>
                  <a:lnTo>
                    <a:pt x="576453" y="390525"/>
                  </a:lnTo>
                  <a:lnTo>
                    <a:pt x="576072" y="390335"/>
                  </a:lnTo>
                  <a:lnTo>
                    <a:pt x="575405" y="389477"/>
                  </a:lnTo>
                  <a:lnTo>
                    <a:pt x="575120" y="388715"/>
                  </a:lnTo>
                  <a:lnTo>
                    <a:pt x="574738" y="388144"/>
                  </a:lnTo>
                  <a:lnTo>
                    <a:pt x="573691" y="387953"/>
                  </a:lnTo>
                  <a:lnTo>
                    <a:pt x="573691" y="387953"/>
                  </a:lnTo>
                  <a:lnTo>
                    <a:pt x="572738" y="387858"/>
                  </a:lnTo>
                  <a:lnTo>
                    <a:pt x="570547" y="389382"/>
                  </a:lnTo>
                  <a:lnTo>
                    <a:pt x="569214" y="389763"/>
                  </a:lnTo>
                  <a:lnTo>
                    <a:pt x="564547" y="389668"/>
                  </a:lnTo>
                  <a:lnTo>
                    <a:pt x="563308" y="390049"/>
                  </a:lnTo>
                  <a:lnTo>
                    <a:pt x="563880" y="390525"/>
                  </a:lnTo>
                  <a:lnTo>
                    <a:pt x="564356" y="391192"/>
                  </a:lnTo>
                  <a:lnTo>
                    <a:pt x="564737" y="391954"/>
                  </a:lnTo>
                  <a:lnTo>
                    <a:pt x="565023" y="392716"/>
                  </a:lnTo>
                  <a:lnTo>
                    <a:pt x="565118" y="393192"/>
                  </a:lnTo>
                  <a:lnTo>
                    <a:pt x="565213" y="394049"/>
                  </a:lnTo>
                  <a:lnTo>
                    <a:pt x="565404" y="394526"/>
                  </a:lnTo>
                  <a:lnTo>
                    <a:pt x="566356" y="396050"/>
                  </a:lnTo>
                  <a:lnTo>
                    <a:pt x="566547" y="396145"/>
                  </a:lnTo>
                  <a:lnTo>
                    <a:pt x="566166" y="398145"/>
                  </a:lnTo>
                  <a:lnTo>
                    <a:pt x="566166" y="399193"/>
                  </a:lnTo>
                  <a:lnTo>
                    <a:pt x="566642" y="400145"/>
                  </a:lnTo>
                  <a:lnTo>
                    <a:pt x="568262" y="401860"/>
                  </a:lnTo>
                  <a:lnTo>
                    <a:pt x="568928" y="402812"/>
                  </a:lnTo>
                  <a:lnTo>
                    <a:pt x="569309" y="403860"/>
                  </a:lnTo>
                  <a:lnTo>
                    <a:pt x="567880" y="403955"/>
                  </a:lnTo>
                  <a:lnTo>
                    <a:pt x="567499" y="403860"/>
                  </a:lnTo>
                  <a:lnTo>
                    <a:pt x="567214" y="403574"/>
                  </a:lnTo>
                  <a:lnTo>
                    <a:pt x="566833" y="402622"/>
                  </a:lnTo>
                  <a:lnTo>
                    <a:pt x="566547" y="402431"/>
                  </a:lnTo>
                  <a:lnTo>
                    <a:pt x="565499" y="402527"/>
                  </a:lnTo>
                  <a:lnTo>
                    <a:pt x="564832" y="402812"/>
                  </a:lnTo>
                  <a:lnTo>
                    <a:pt x="564166" y="402812"/>
                  </a:lnTo>
                  <a:lnTo>
                    <a:pt x="563118" y="402431"/>
                  </a:lnTo>
                  <a:lnTo>
                    <a:pt x="562356" y="401955"/>
                  </a:lnTo>
                  <a:lnTo>
                    <a:pt x="561404" y="401098"/>
                  </a:lnTo>
                  <a:lnTo>
                    <a:pt x="560737" y="400145"/>
                  </a:lnTo>
                  <a:lnTo>
                    <a:pt x="560832" y="399383"/>
                  </a:lnTo>
                  <a:lnTo>
                    <a:pt x="562928" y="397478"/>
                  </a:lnTo>
                  <a:lnTo>
                    <a:pt x="563499" y="396621"/>
                  </a:lnTo>
                  <a:lnTo>
                    <a:pt x="562070" y="396145"/>
                  </a:lnTo>
                  <a:lnTo>
                    <a:pt x="560641" y="395383"/>
                  </a:lnTo>
                  <a:lnTo>
                    <a:pt x="559594" y="394335"/>
                  </a:lnTo>
                  <a:lnTo>
                    <a:pt x="559213" y="393097"/>
                  </a:lnTo>
                  <a:lnTo>
                    <a:pt x="559117" y="391763"/>
                  </a:lnTo>
                  <a:lnTo>
                    <a:pt x="558737" y="390430"/>
                  </a:lnTo>
                  <a:lnTo>
                    <a:pt x="557879" y="389668"/>
                  </a:lnTo>
                  <a:lnTo>
                    <a:pt x="556355" y="389954"/>
                  </a:lnTo>
                  <a:lnTo>
                    <a:pt x="555688" y="390430"/>
                  </a:lnTo>
                  <a:lnTo>
                    <a:pt x="555307" y="390811"/>
                  </a:lnTo>
                  <a:lnTo>
                    <a:pt x="554831" y="391192"/>
                  </a:lnTo>
                  <a:lnTo>
                    <a:pt x="553879" y="391382"/>
                  </a:lnTo>
                  <a:lnTo>
                    <a:pt x="551402" y="391287"/>
                  </a:lnTo>
                  <a:lnTo>
                    <a:pt x="550736" y="391573"/>
                  </a:lnTo>
                  <a:lnTo>
                    <a:pt x="548545" y="393763"/>
                  </a:lnTo>
                  <a:lnTo>
                    <a:pt x="548259" y="393954"/>
                  </a:lnTo>
                  <a:lnTo>
                    <a:pt x="547592" y="393859"/>
                  </a:lnTo>
                  <a:lnTo>
                    <a:pt x="547306" y="393954"/>
                  </a:lnTo>
                  <a:lnTo>
                    <a:pt x="547021" y="394335"/>
                  </a:lnTo>
                  <a:lnTo>
                    <a:pt x="546735" y="395097"/>
                  </a:lnTo>
                  <a:lnTo>
                    <a:pt x="546545" y="395383"/>
                  </a:lnTo>
                  <a:lnTo>
                    <a:pt x="546068" y="395669"/>
                  </a:lnTo>
                  <a:lnTo>
                    <a:pt x="545497" y="395859"/>
                  </a:lnTo>
                  <a:lnTo>
                    <a:pt x="545021" y="396145"/>
                  </a:lnTo>
                  <a:lnTo>
                    <a:pt x="544830" y="396716"/>
                  </a:lnTo>
                  <a:lnTo>
                    <a:pt x="545116" y="397764"/>
                  </a:lnTo>
                  <a:lnTo>
                    <a:pt x="545116" y="398240"/>
                  </a:lnTo>
                  <a:lnTo>
                    <a:pt x="544735" y="398431"/>
                  </a:lnTo>
                  <a:lnTo>
                    <a:pt x="544354" y="398812"/>
                  </a:lnTo>
                  <a:lnTo>
                    <a:pt x="545401" y="399669"/>
                  </a:lnTo>
                  <a:lnTo>
                    <a:pt x="547497" y="400907"/>
                  </a:lnTo>
                  <a:lnTo>
                    <a:pt x="547878" y="403288"/>
                  </a:lnTo>
                  <a:lnTo>
                    <a:pt x="546449" y="405289"/>
                  </a:lnTo>
                  <a:lnTo>
                    <a:pt x="542354" y="408051"/>
                  </a:lnTo>
                  <a:lnTo>
                    <a:pt x="536353" y="410337"/>
                  </a:lnTo>
                  <a:lnTo>
                    <a:pt x="534829" y="411385"/>
                  </a:lnTo>
                  <a:lnTo>
                    <a:pt x="533876" y="412909"/>
                  </a:lnTo>
                  <a:lnTo>
                    <a:pt x="533305" y="414909"/>
                  </a:lnTo>
                  <a:lnTo>
                    <a:pt x="533400" y="417005"/>
                  </a:lnTo>
                  <a:lnTo>
                    <a:pt x="534067" y="418338"/>
                  </a:lnTo>
                  <a:close/>
                  <a:moveTo>
                    <a:pt x="517112" y="257461"/>
                  </a:moveTo>
                  <a:lnTo>
                    <a:pt x="517112" y="258318"/>
                  </a:lnTo>
                  <a:lnTo>
                    <a:pt x="517207" y="258889"/>
                  </a:lnTo>
                  <a:lnTo>
                    <a:pt x="517398" y="259366"/>
                  </a:lnTo>
                  <a:lnTo>
                    <a:pt x="517779" y="259175"/>
                  </a:lnTo>
                  <a:lnTo>
                    <a:pt x="518065" y="258889"/>
                  </a:lnTo>
                  <a:lnTo>
                    <a:pt x="518255" y="258604"/>
                  </a:lnTo>
                  <a:lnTo>
                    <a:pt x="518446" y="258223"/>
                  </a:lnTo>
                  <a:lnTo>
                    <a:pt x="518446" y="257842"/>
                  </a:lnTo>
                  <a:lnTo>
                    <a:pt x="518350" y="257461"/>
                  </a:lnTo>
                  <a:lnTo>
                    <a:pt x="518160" y="257080"/>
                  </a:lnTo>
                  <a:lnTo>
                    <a:pt x="517779" y="256794"/>
                  </a:lnTo>
                  <a:lnTo>
                    <a:pt x="518065" y="256032"/>
                  </a:lnTo>
                  <a:lnTo>
                    <a:pt x="517398" y="255746"/>
                  </a:lnTo>
                  <a:lnTo>
                    <a:pt x="516350" y="255651"/>
                  </a:lnTo>
                  <a:lnTo>
                    <a:pt x="515683" y="255365"/>
                  </a:lnTo>
                  <a:lnTo>
                    <a:pt x="515303" y="255746"/>
                  </a:lnTo>
                  <a:lnTo>
                    <a:pt x="516922" y="257080"/>
                  </a:lnTo>
                  <a:lnTo>
                    <a:pt x="517112" y="257461"/>
                  </a:lnTo>
                  <a:close/>
                  <a:moveTo>
                    <a:pt x="724281" y="399288"/>
                  </a:moveTo>
                  <a:lnTo>
                    <a:pt x="725329" y="398526"/>
                  </a:lnTo>
                  <a:lnTo>
                    <a:pt x="724186" y="398145"/>
                  </a:lnTo>
                  <a:lnTo>
                    <a:pt x="722376" y="398050"/>
                  </a:lnTo>
                  <a:lnTo>
                    <a:pt x="720662" y="398336"/>
                  </a:lnTo>
                  <a:lnTo>
                    <a:pt x="719899" y="399097"/>
                  </a:lnTo>
                  <a:lnTo>
                    <a:pt x="722376" y="399383"/>
                  </a:lnTo>
                  <a:lnTo>
                    <a:pt x="724281" y="399288"/>
                  </a:lnTo>
                  <a:close/>
                  <a:moveTo>
                    <a:pt x="562261" y="151733"/>
                  </a:moveTo>
                  <a:lnTo>
                    <a:pt x="562737" y="152210"/>
                  </a:lnTo>
                  <a:lnTo>
                    <a:pt x="563975" y="152876"/>
                  </a:lnTo>
                  <a:lnTo>
                    <a:pt x="564356" y="153448"/>
                  </a:lnTo>
                  <a:lnTo>
                    <a:pt x="564261" y="153829"/>
                  </a:lnTo>
                  <a:lnTo>
                    <a:pt x="563689" y="155162"/>
                  </a:lnTo>
                  <a:lnTo>
                    <a:pt x="563404" y="156401"/>
                  </a:lnTo>
                  <a:lnTo>
                    <a:pt x="562928" y="157639"/>
                  </a:lnTo>
                  <a:lnTo>
                    <a:pt x="562832" y="158305"/>
                  </a:lnTo>
                  <a:lnTo>
                    <a:pt x="562832" y="158877"/>
                  </a:lnTo>
                  <a:lnTo>
                    <a:pt x="563023" y="159544"/>
                  </a:lnTo>
                  <a:lnTo>
                    <a:pt x="563308" y="160115"/>
                  </a:lnTo>
                  <a:lnTo>
                    <a:pt x="563689" y="160496"/>
                  </a:lnTo>
                  <a:lnTo>
                    <a:pt x="564356" y="160687"/>
                  </a:lnTo>
                  <a:lnTo>
                    <a:pt x="565023" y="160592"/>
                  </a:lnTo>
                  <a:lnTo>
                    <a:pt x="565690" y="160401"/>
                  </a:lnTo>
                  <a:lnTo>
                    <a:pt x="566356" y="160306"/>
                  </a:lnTo>
                  <a:lnTo>
                    <a:pt x="566547" y="160115"/>
                  </a:lnTo>
                  <a:lnTo>
                    <a:pt x="566547" y="159734"/>
                  </a:lnTo>
                  <a:lnTo>
                    <a:pt x="566356" y="159353"/>
                  </a:lnTo>
                  <a:lnTo>
                    <a:pt x="565975" y="159163"/>
                  </a:lnTo>
                  <a:lnTo>
                    <a:pt x="565499" y="159163"/>
                  </a:lnTo>
                  <a:lnTo>
                    <a:pt x="565118" y="159068"/>
                  </a:lnTo>
                  <a:lnTo>
                    <a:pt x="564832" y="158877"/>
                  </a:lnTo>
                  <a:lnTo>
                    <a:pt x="564642" y="158496"/>
                  </a:lnTo>
                  <a:lnTo>
                    <a:pt x="567023" y="157544"/>
                  </a:lnTo>
                  <a:lnTo>
                    <a:pt x="567309" y="157163"/>
                  </a:lnTo>
                  <a:lnTo>
                    <a:pt x="567690" y="157067"/>
                  </a:lnTo>
                  <a:lnTo>
                    <a:pt x="568357" y="157544"/>
                  </a:lnTo>
                  <a:lnTo>
                    <a:pt x="568833" y="157163"/>
                  </a:lnTo>
                  <a:lnTo>
                    <a:pt x="569976" y="153353"/>
                  </a:lnTo>
                  <a:lnTo>
                    <a:pt x="570357" y="153353"/>
                  </a:lnTo>
                  <a:lnTo>
                    <a:pt x="570357" y="153734"/>
                  </a:lnTo>
                  <a:lnTo>
                    <a:pt x="570738" y="153734"/>
                  </a:lnTo>
                  <a:lnTo>
                    <a:pt x="571119" y="152971"/>
                  </a:lnTo>
                  <a:lnTo>
                    <a:pt x="570643" y="152686"/>
                  </a:lnTo>
                  <a:lnTo>
                    <a:pt x="569023" y="152305"/>
                  </a:lnTo>
                  <a:lnTo>
                    <a:pt x="568452" y="152210"/>
                  </a:lnTo>
                  <a:lnTo>
                    <a:pt x="568071" y="152305"/>
                  </a:lnTo>
                  <a:lnTo>
                    <a:pt x="567976" y="152591"/>
                  </a:lnTo>
                  <a:lnTo>
                    <a:pt x="567880" y="152971"/>
                  </a:lnTo>
                  <a:lnTo>
                    <a:pt x="567595" y="153162"/>
                  </a:lnTo>
                  <a:lnTo>
                    <a:pt x="567214" y="153162"/>
                  </a:lnTo>
                  <a:lnTo>
                    <a:pt x="566356" y="152876"/>
                  </a:lnTo>
                  <a:lnTo>
                    <a:pt x="565975" y="152781"/>
                  </a:lnTo>
                  <a:lnTo>
                    <a:pt x="565118" y="152495"/>
                  </a:lnTo>
                  <a:lnTo>
                    <a:pt x="565023" y="151924"/>
                  </a:lnTo>
                  <a:lnTo>
                    <a:pt x="565118" y="151067"/>
                  </a:lnTo>
                  <a:lnTo>
                    <a:pt x="565023" y="150209"/>
                  </a:lnTo>
                  <a:lnTo>
                    <a:pt x="564737" y="150019"/>
                  </a:lnTo>
                  <a:lnTo>
                    <a:pt x="563880" y="149543"/>
                  </a:lnTo>
                  <a:lnTo>
                    <a:pt x="563785" y="149447"/>
                  </a:lnTo>
                  <a:lnTo>
                    <a:pt x="563689" y="149257"/>
                  </a:lnTo>
                  <a:lnTo>
                    <a:pt x="563308" y="148304"/>
                  </a:lnTo>
                  <a:lnTo>
                    <a:pt x="562547" y="148590"/>
                  </a:lnTo>
                  <a:lnTo>
                    <a:pt x="562832" y="149162"/>
                  </a:lnTo>
                  <a:lnTo>
                    <a:pt x="562928" y="149924"/>
                  </a:lnTo>
                  <a:lnTo>
                    <a:pt x="562737" y="150686"/>
                  </a:lnTo>
                  <a:lnTo>
                    <a:pt x="562261" y="151733"/>
                  </a:lnTo>
                  <a:close/>
                  <a:moveTo>
                    <a:pt x="590169" y="163830"/>
                  </a:moveTo>
                  <a:lnTo>
                    <a:pt x="590550" y="165068"/>
                  </a:lnTo>
                  <a:lnTo>
                    <a:pt x="591217" y="165926"/>
                  </a:lnTo>
                  <a:lnTo>
                    <a:pt x="591503" y="166402"/>
                  </a:lnTo>
                  <a:lnTo>
                    <a:pt x="591693" y="166116"/>
                  </a:lnTo>
                  <a:lnTo>
                    <a:pt x="591788" y="165735"/>
                  </a:lnTo>
                  <a:lnTo>
                    <a:pt x="591788" y="164973"/>
                  </a:lnTo>
                  <a:lnTo>
                    <a:pt x="591503" y="163259"/>
                  </a:lnTo>
                  <a:lnTo>
                    <a:pt x="591217" y="162592"/>
                  </a:lnTo>
                  <a:lnTo>
                    <a:pt x="590836" y="162020"/>
                  </a:lnTo>
                  <a:lnTo>
                    <a:pt x="590264" y="161735"/>
                  </a:lnTo>
                  <a:lnTo>
                    <a:pt x="589597" y="161925"/>
                  </a:lnTo>
                  <a:lnTo>
                    <a:pt x="589407" y="162401"/>
                  </a:lnTo>
                  <a:lnTo>
                    <a:pt x="589693" y="163068"/>
                  </a:lnTo>
                  <a:lnTo>
                    <a:pt x="590169" y="163830"/>
                  </a:lnTo>
                  <a:close/>
                  <a:moveTo>
                    <a:pt x="1180719" y="135446"/>
                  </a:moveTo>
                  <a:lnTo>
                    <a:pt x="1180338" y="136398"/>
                  </a:lnTo>
                  <a:lnTo>
                    <a:pt x="1180529" y="137255"/>
                  </a:lnTo>
                  <a:lnTo>
                    <a:pt x="1181386" y="137731"/>
                  </a:lnTo>
                  <a:lnTo>
                    <a:pt x="1181767" y="137731"/>
                  </a:lnTo>
                  <a:lnTo>
                    <a:pt x="1182433" y="137255"/>
                  </a:lnTo>
                  <a:lnTo>
                    <a:pt x="1182910" y="137065"/>
                  </a:lnTo>
                  <a:lnTo>
                    <a:pt x="1183481" y="137065"/>
                  </a:lnTo>
                  <a:lnTo>
                    <a:pt x="1185100" y="137065"/>
                  </a:lnTo>
                  <a:lnTo>
                    <a:pt x="1185577" y="137160"/>
                  </a:lnTo>
                  <a:lnTo>
                    <a:pt x="1185958" y="137255"/>
                  </a:lnTo>
                  <a:lnTo>
                    <a:pt x="1186243" y="137160"/>
                  </a:lnTo>
                  <a:lnTo>
                    <a:pt x="1186434" y="136398"/>
                  </a:lnTo>
                  <a:lnTo>
                    <a:pt x="1186339" y="135827"/>
                  </a:lnTo>
                  <a:lnTo>
                    <a:pt x="1185958" y="135446"/>
                  </a:lnTo>
                  <a:lnTo>
                    <a:pt x="1185100" y="134969"/>
                  </a:lnTo>
                  <a:lnTo>
                    <a:pt x="1184243" y="134588"/>
                  </a:lnTo>
                  <a:lnTo>
                    <a:pt x="1183291" y="134398"/>
                  </a:lnTo>
                  <a:lnTo>
                    <a:pt x="1182338" y="134493"/>
                  </a:lnTo>
                  <a:lnTo>
                    <a:pt x="1181481" y="134874"/>
                  </a:lnTo>
                  <a:lnTo>
                    <a:pt x="1180719" y="135446"/>
                  </a:lnTo>
                  <a:close/>
                  <a:moveTo>
                    <a:pt x="1098042" y="558070"/>
                  </a:moveTo>
                  <a:lnTo>
                    <a:pt x="1098042" y="557689"/>
                  </a:lnTo>
                  <a:lnTo>
                    <a:pt x="1095089" y="560165"/>
                  </a:lnTo>
                  <a:lnTo>
                    <a:pt x="1093946" y="561689"/>
                  </a:lnTo>
                  <a:lnTo>
                    <a:pt x="1094613" y="562356"/>
                  </a:lnTo>
                  <a:lnTo>
                    <a:pt x="1095661" y="562070"/>
                  </a:lnTo>
                  <a:lnTo>
                    <a:pt x="1098328" y="559880"/>
                  </a:lnTo>
                  <a:lnTo>
                    <a:pt x="1098042" y="559880"/>
                  </a:lnTo>
                  <a:lnTo>
                    <a:pt x="1097851" y="559594"/>
                  </a:lnTo>
                  <a:lnTo>
                    <a:pt x="1097756" y="559308"/>
                  </a:lnTo>
                  <a:lnTo>
                    <a:pt x="1097756" y="559022"/>
                  </a:lnTo>
                  <a:lnTo>
                    <a:pt x="1097851" y="558641"/>
                  </a:lnTo>
                  <a:lnTo>
                    <a:pt x="1098042" y="558070"/>
                  </a:lnTo>
                  <a:close/>
                  <a:moveTo>
                    <a:pt x="1073277" y="671989"/>
                  </a:moveTo>
                  <a:lnTo>
                    <a:pt x="1073944" y="672084"/>
                  </a:lnTo>
                  <a:lnTo>
                    <a:pt x="1074230" y="672275"/>
                  </a:lnTo>
                  <a:lnTo>
                    <a:pt x="1074515" y="672560"/>
                  </a:lnTo>
                  <a:lnTo>
                    <a:pt x="1074896" y="672751"/>
                  </a:lnTo>
                  <a:lnTo>
                    <a:pt x="1075182" y="672751"/>
                  </a:lnTo>
                  <a:lnTo>
                    <a:pt x="1075563" y="672465"/>
                  </a:lnTo>
                  <a:lnTo>
                    <a:pt x="1076039" y="672370"/>
                  </a:lnTo>
                  <a:lnTo>
                    <a:pt x="1076325" y="671989"/>
                  </a:lnTo>
                  <a:lnTo>
                    <a:pt x="1076611" y="671894"/>
                  </a:lnTo>
                  <a:lnTo>
                    <a:pt x="1076992" y="672179"/>
                  </a:lnTo>
                  <a:lnTo>
                    <a:pt x="1077182" y="672370"/>
                  </a:lnTo>
                  <a:lnTo>
                    <a:pt x="1077849" y="672751"/>
                  </a:lnTo>
                  <a:lnTo>
                    <a:pt x="1078706" y="672941"/>
                  </a:lnTo>
                  <a:lnTo>
                    <a:pt x="1079754" y="673418"/>
                  </a:lnTo>
                  <a:lnTo>
                    <a:pt x="1080230" y="673513"/>
                  </a:lnTo>
                  <a:lnTo>
                    <a:pt x="1082612" y="673608"/>
                  </a:lnTo>
                  <a:lnTo>
                    <a:pt x="1083373" y="673132"/>
                  </a:lnTo>
                  <a:lnTo>
                    <a:pt x="1083278" y="671798"/>
                  </a:lnTo>
                  <a:lnTo>
                    <a:pt x="1082326" y="671036"/>
                  </a:lnTo>
                  <a:lnTo>
                    <a:pt x="1078611" y="669036"/>
                  </a:lnTo>
                  <a:lnTo>
                    <a:pt x="1077373" y="668560"/>
                  </a:lnTo>
                  <a:lnTo>
                    <a:pt x="1073087" y="668179"/>
                  </a:lnTo>
                  <a:lnTo>
                    <a:pt x="1068610" y="668179"/>
                  </a:lnTo>
                  <a:lnTo>
                    <a:pt x="1067562" y="668179"/>
                  </a:lnTo>
                  <a:lnTo>
                    <a:pt x="1066514" y="668274"/>
                  </a:lnTo>
                  <a:lnTo>
                    <a:pt x="1065943" y="668750"/>
                  </a:lnTo>
                  <a:lnTo>
                    <a:pt x="1066514" y="669608"/>
                  </a:lnTo>
                  <a:lnTo>
                    <a:pt x="1065848" y="670560"/>
                  </a:lnTo>
                  <a:lnTo>
                    <a:pt x="1065181" y="671131"/>
                  </a:lnTo>
                  <a:lnTo>
                    <a:pt x="1064609" y="671798"/>
                  </a:lnTo>
                  <a:lnTo>
                    <a:pt x="1064419" y="673037"/>
                  </a:lnTo>
                  <a:lnTo>
                    <a:pt x="1064800" y="673608"/>
                  </a:lnTo>
                  <a:lnTo>
                    <a:pt x="1065657" y="673703"/>
                  </a:lnTo>
                  <a:lnTo>
                    <a:pt x="1067657" y="673513"/>
                  </a:lnTo>
                  <a:lnTo>
                    <a:pt x="1067086" y="675513"/>
                  </a:lnTo>
                  <a:lnTo>
                    <a:pt x="1067086" y="675894"/>
                  </a:lnTo>
                  <a:lnTo>
                    <a:pt x="1068229" y="676942"/>
                  </a:lnTo>
                  <a:lnTo>
                    <a:pt x="1068419" y="677037"/>
                  </a:lnTo>
                  <a:lnTo>
                    <a:pt x="1068514" y="677228"/>
                  </a:lnTo>
                  <a:lnTo>
                    <a:pt x="1068800" y="677228"/>
                  </a:lnTo>
                  <a:lnTo>
                    <a:pt x="1069181" y="677037"/>
                  </a:lnTo>
                  <a:lnTo>
                    <a:pt x="1069372" y="676847"/>
                  </a:lnTo>
                  <a:lnTo>
                    <a:pt x="1069372" y="676561"/>
                  </a:lnTo>
                  <a:lnTo>
                    <a:pt x="1068991" y="676085"/>
                  </a:lnTo>
                  <a:lnTo>
                    <a:pt x="1068991" y="675799"/>
                  </a:lnTo>
                  <a:lnTo>
                    <a:pt x="1068896" y="675799"/>
                  </a:lnTo>
                  <a:lnTo>
                    <a:pt x="1068896" y="675608"/>
                  </a:lnTo>
                  <a:lnTo>
                    <a:pt x="1068896" y="675322"/>
                  </a:lnTo>
                  <a:lnTo>
                    <a:pt x="1068991" y="674942"/>
                  </a:lnTo>
                  <a:lnTo>
                    <a:pt x="1069753" y="674180"/>
                  </a:lnTo>
                  <a:lnTo>
                    <a:pt x="1071753" y="675704"/>
                  </a:lnTo>
                  <a:lnTo>
                    <a:pt x="1072991" y="675989"/>
                  </a:lnTo>
                  <a:lnTo>
                    <a:pt x="1074134" y="675227"/>
                  </a:lnTo>
                  <a:lnTo>
                    <a:pt x="1073848" y="674846"/>
                  </a:lnTo>
                  <a:lnTo>
                    <a:pt x="1073563" y="674561"/>
                  </a:lnTo>
                  <a:lnTo>
                    <a:pt x="1072896" y="674084"/>
                  </a:lnTo>
                  <a:lnTo>
                    <a:pt x="1072324" y="673799"/>
                  </a:lnTo>
                  <a:lnTo>
                    <a:pt x="1071753" y="673703"/>
                  </a:lnTo>
                  <a:lnTo>
                    <a:pt x="1071277" y="673418"/>
                  </a:lnTo>
                  <a:lnTo>
                    <a:pt x="1071086" y="672751"/>
                  </a:lnTo>
                  <a:lnTo>
                    <a:pt x="1071372" y="672751"/>
                  </a:lnTo>
                  <a:lnTo>
                    <a:pt x="1073277" y="671989"/>
                  </a:lnTo>
                  <a:close/>
                  <a:moveTo>
                    <a:pt x="1019270" y="680371"/>
                  </a:moveTo>
                  <a:lnTo>
                    <a:pt x="1018508" y="679704"/>
                  </a:lnTo>
                  <a:lnTo>
                    <a:pt x="1017461" y="679418"/>
                  </a:lnTo>
                  <a:lnTo>
                    <a:pt x="1016032" y="679704"/>
                  </a:lnTo>
                  <a:lnTo>
                    <a:pt x="1014698" y="681038"/>
                  </a:lnTo>
                  <a:lnTo>
                    <a:pt x="1014889" y="682085"/>
                  </a:lnTo>
                  <a:lnTo>
                    <a:pt x="1015460" y="683419"/>
                  </a:lnTo>
                  <a:lnTo>
                    <a:pt x="1015841" y="684276"/>
                  </a:lnTo>
                  <a:lnTo>
                    <a:pt x="1016603" y="684562"/>
                  </a:lnTo>
                  <a:lnTo>
                    <a:pt x="1017556" y="684467"/>
                  </a:lnTo>
                  <a:lnTo>
                    <a:pt x="1017937" y="685038"/>
                  </a:lnTo>
                  <a:lnTo>
                    <a:pt x="1019270" y="685419"/>
                  </a:lnTo>
                  <a:lnTo>
                    <a:pt x="1020413" y="685991"/>
                  </a:lnTo>
                  <a:lnTo>
                    <a:pt x="1021175" y="685991"/>
                  </a:lnTo>
                  <a:lnTo>
                    <a:pt x="1021366" y="684847"/>
                  </a:lnTo>
                  <a:lnTo>
                    <a:pt x="1021461" y="683514"/>
                  </a:lnTo>
                  <a:lnTo>
                    <a:pt x="1020699" y="682562"/>
                  </a:lnTo>
                  <a:lnTo>
                    <a:pt x="1019937" y="681323"/>
                  </a:lnTo>
                  <a:lnTo>
                    <a:pt x="1019270" y="680371"/>
                  </a:lnTo>
                  <a:close/>
                  <a:moveTo>
                    <a:pt x="725614" y="158496"/>
                  </a:moveTo>
                  <a:lnTo>
                    <a:pt x="726472" y="158972"/>
                  </a:lnTo>
                  <a:lnTo>
                    <a:pt x="727424" y="159925"/>
                  </a:lnTo>
                  <a:lnTo>
                    <a:pt x="727996" y="160401"/>
                  </a:lnTo>
                  <a:lnTo>
                    <a:pt x="728663" y="160496"/>
                  </a:lnTo>
                  <a:lnTo>
                    <a:pt x="728853" y="160306"/>
                  </a:lnTo>
                  <a:lnTo>
                    <a:pt x="729139" y="159449"/>
                  </a:lnTo>
                  <a:lnTo>
                    <a:pt x="729329" y="159163"/>
                  </a:lnTo>
                  <a:lnTo>
                    <a:pt x="729710" y="158972"/>
                  </a:lnTo>
                  <a:lnTo>
                    <a:pt x="730853" y="158591"/>
                  </a:lnTo>
                  <a:lnTo>
                    <a:pt x="731139" y="158401"/>
                  </a:lnTo>
                  <a:lnTo>
                    <a:pt x="731234" y="157544"/>
                  </a:lnTo>
                  <a:lnTo>
                    <a:pt x="730853" y="155543"/>
                  </a:lnTo>
                  <a:lnTo>
                    <a:pt x="730948" y="154972"/>
                  </a:lnTo>
                  <a:lnTo>
                    <a:pt x="731615" y="153448"/>
                  </a:lnTo>
                  <a:lnTo>
                    <a:pt x="730663" y="152400"/>
                  </a:lnTo>
                  <a:lnTo>
                    <a:pt x="729329" y="152400"/>
                  </a:lnTo>
                  <a:lnTo>
                    <a:pt x="728663" y="153924"/>
                  </a:lnTo>
                  <a:lnTo>
                    <a:pt x="728567" y="154591"/>
                  </a:lnTo>
                  <a:lnTo>
                    <a:pt x="728281" y="155258"/>
                  </a:lnTo>
                  <a:lnTo>
                    <a:pt x="727900" y="155829"/>
                  </a:lnTo>
                  <a:lnTo>
                    <a:pt x="727138" y="156591"/>
                  </a:lnTo>
                  <a:lnTo>
                    <a:pt x="726186" y="157353"/>
                  </a:lnTo>
                  <a:lnTo>
                    <a:pt x="725043" y="157925"/>
                  </a:lnTo>
                  <a:lnTo>
                    <a:pt x="725043" y="157925"/>
                  </a:lnTo>
                  <a:lnTo>
                    <a:pt x="725043" y="158305"/>
                  </a:lnTo>
                  <a:lnTo>
                    <a:pt x="725614" y="158496"/>
                  </a:lnTo>
                  <a:close/>
                  <a:moveTo>
                    <a:pt x="1032320" y="683609"/>
                  </a:moveTo>
                  <a:lnTo>
                    <a:pt x="1031748" y="683609"/>
                  </a:lnTo>
                  <a:lnTo>
                    <a:pt x="1031081" y="683514"/>
                  </a:lnTo>
                  <a:lnTo>
                    <a:pt x="1029938" y="683038"/>
                  </a:lnTo>
                  <a:lnTo>
                    <a:pt x="1029462" y="682943"/>
                  </a:lnTo>
                  <a:lnTo>
                    <a:pt x="1028986" y="683038"/>
                  </a:lnTo>
                  <a:lnTo>
                    <a:pt x="1027081" y="683895"/>
                  </a:lnTo>
                  <a:lnTo>
                    <a:pt x="1026795" y="684086"/>
                  </a:lnTo>
                  <a:lnTo>
                    <a:pt x="1026605" y="684371"/>
                  </a:lnTo>
                  <a:lnTo>
                    <a:pt x="1026509" y="684943"/>
                  </a:lnTo>
                  <a:lnTo>
                    <a:pt x="1026795" y="685133"/>
                  </a:lnTo>
                  <a:lnTo>
                    <a:pt x="1027366" y="685229"/>
                  </a:lnTo>
                  <a:lnTo>
                    <a:pt x="1028509" y="685229"/>
                  </a:lnTo>
                  <a:lnTo>
                    <a:pt x="1033081" y="685705"/>
                  </a:lnTo>
                  <a:lnTo>
                    <a:pt x="1033272" y="685514"/>
                  </a:lnTo>
                  <a:lnTo>
                    <a:pt x="1033367" y="684752"/>
                  </a:lnTo>
                  <a:lnTo>
                    <a:pt x="1033177" y="684181"/>
                  </a:lnTo>
                  <a:lnTo>
                    <a:pt x="1032796" y="683895"/>
                  </a:lnTo>
                  <a:lnTo>
                    <a:pt x="1032320" y="683609"/>
                  </a:lnTo>
                  <a:close/>
                  <a:moveTo>
                    <a:pt x="1185767" y="127349"/>
                  </a:moveTo>
                  <a:lnTo>
                    <a:pt x="1185767" y="126873"/>
                  </a:lnTo>
                  <a:lnTo>
                    <a:pt x="1185577" y="126397"/>
                  </a:lnTo>
                  <a:lnTo>
                    <a:pt x="1185196" y="126016"/>
                  </a:lnTo>
                  <a:lnTo>
                    <a:pt x="1183957" y="125730"/>
                  </a:lnTo>
                  <a:lnTo>
                    <a:pt x="1182910" y="125254"/>
                  </a:lnTo>
                  <a:lnTo>
                    <a:pt x="1182338" y="125159"/>
                  </a:lnTo>
                  <a:lnTo>
                    <a:pt x="1181481" y="124778"/>
                  </a:lnTo>
                  <a:lnTo>
                    <a:pt x="1180052" y="123158"/>
                  </a:lnTo>
                  <a:lnTo>
                    <a:pt x="1179290" y="122587"/>
                  </a:lnTo>
                  <a:lnTo>
                    <a:pt x="1174814" y="122206"/>
                  </a:lnTo>
                  <a:lnTo>
                    <a:pt x="1174242" y="122111"/>
                  </a:lnTo>
                  <a:lnTo>
                    <a:pt x="1173289" y="121444"/>
                  </a:lnTo>
                  <a:lnTo>
                    <a:pt x="1172718" y="121253"/>
                  </a:lnTo>
                  <a:lnTo>
                    <a:pt x="1172147" y="121253"/>
                  </a:lnTo>
                  <a:lnTo>
                    <a:pt x="1171480" y="121539"/>
                  </a:lnTo>
                  <a:lnTo>
                    <a:pt x="1170908" y="121920"/>
                  </a:lnTo>
                  <a:lnTo>
                    <a:pt x="1170432" y="122301"/>
                  </a:lnTo>
                  <a:lnTo>
                    <a:pt x="1170146" y="122872"/>
                  </a:lnTo>
                  <a:lnTo>
                    <a:pt x="1170146" y="123539"/>
                  </a:lnTo>
                  <a:lnTo>
                    <a:pt x="1170337" y="124206"/>
                  </a:lnTo>
                  <a:lnTo>
                    <a:pt x="1170718" y="124778"/>
                  </a:lnTo>
                  <a:lnTo>
                    <a:pt x="1171289" y="125254"/>
                  </a:lnTo>
                  <a:lnTo>
                    <a:pt x="1172051" y="125730"/>
                  </a:lnTo>
                  <a:lnTo>
                    <a:pt x="1172908" y="126111"/>
                  </a:lnTo>
                  <a:lnTo>
                    <a:pt x="1173766" y="126206"/>
                  </a:lnTo>
                  <a:lnTo>
                    <a:pt x="1178242" y="126206"/>
                  </a:lnTo>
                  <a:lnTo>
                    <a:pt x="1182624" y="127921"/>
                  </a:lnTo>
                  <a:lnTo>
                    <a:pt x="1184815" y="128397"/>
                  </a:lnTo>
                  <a:lnTo>
                    <a:pt x="1185767" y="127349"/>
                  </a:lnTo>
                  <a:close/>
                  <a:moveTo>
                    <a:pt x="1184148" y="747617"/>
                  </a:moveTo>
                  <a:lnTo>
                    <a:pt x="1184148" y="747998"/>
                  </a:lnTo>
                  <a:lnTo>
                    <a:pt x="1184529" y="748570"/>
                  </a:lnTo>
                  <a:lnTo>
                    <a:pt x="1186339" y="749713"/>
                  </a:lnTo>
                  <a:lnTo>
                    <a:pt x="1186720" y="749903"/>
                  </a:lnTo>
                  <a:lnTo>
                    <a:pt x="1187767" y="749618"/>
                  </a:lnTo>
                  <a:lnTo>
                    <a:pt x="1188434" y="748855"/>
                  </a:lnTo>
                  <a:lnTo>
                    <a:pt x="1191292" y="743045"/>
                  </a:lnTo>
                  <a:lnTo>
                    <a:pt x="1192339" y="741521"/>
                  </a:lnTo>
                  <a:lnTo>
                    <a:pt x="1193768" y="740188"/>
                  </a:lnTo>
                  <a:lnTo>
                    <a:pt x="1194721" y="739616"/>
                  </a:lnTo>
                  <a:lnTo>
                    <a:pt x="1195102" y="739330"/>
                  </a:lnTo>
                  <a:lnTo>
                    <a:pt x="1195292" y="738950"/>
                  </a:lnTo>
                  <a:lnTo>
                    <a:pt x="1195102" y="738378"/>
                  </a:lnTo>
                  <a:lnTo>
                    <a:pt x="1194625" y="738092"/>
                  </a:lnTo>
                  <a:lnTo>
                    <a:pt x="1194054" y="737806"/>
                  </a:lnTo>
                  <a:lnTo>
                    <a:pt x="1193578" y="737521"/>
                  </a:lnTo>
                  <a:lnTo>
                    <a:pt x="1188244" y="737330"/>
                  </a:lnTo>
                  <a:lnTo>
                    <a:pt x="1187482" y="737521"/>
                  </a:lnTo>
                  <a:lnTo>
                    <a:pt x="1184624" y="738950"/>
                  </a:lnTo>
                  <a:lnTo>
                    <a:pt x="1184243" y="739330"/>
                  </a:lnTo>
                  <a:lnTo>
                    <a:pt x="1183957" y="739997"/>
                  </a:lnTo>
                  <a:lnTo>
                    <a:pt x="1183862" y="740759"/>
                  </a:lnTo>
                  <a:lnTo>
                    <a:pt x="1183957" y="742950"/>
                  </a:lnTo>
                  <a:lnTo>
                    <a:pt x="1184053" y="743141"/>
                  </a:lnTo>
                  <a:lnTo>
                    <a:pt x="1184339" y="743236"/>
                  </a:lnTo>
                  <a:lnTo>
                    <a:pt x="1184910" y="743617"/>
                  </a:lnTo>
                  <a:lnTo>
                    <a:pt x="1185481" y="744474"/>
                  </a:lnTo>
                  <a:lnTo>
                    <a:pt x="1185481" y="745236"/>
                  </a:lnTo>
                  <a:lnTo>
                    <a:pt x="1184720" y="747046"/>
                  </a:lnTo>
                  <a:lnTo>
                    <a:pt x="1184148" y="747617"/>
                  </a:lnTo>
                  <a:close/>
                  <a:moveTo>
                    <a:pt x="1122236" y="507683"/>
                  </a:moveTo>
                  <a:lnTo>
                    <a:pt x="1122712" y="506159"/>
                  </a:lnTo>
                  <a:lnTo>
                    <a:pt x="1123379" y="505778"/>
                  </a:lnTo>
                  <a:lnTo>
                    <a:pt x="1123283" y="505206"/>
                  </a:lnTo>
                  <a:lnTo>
                    <a:pt x="1122998" y="504825"/>
                  </a:lnTo>
                  <a:lnTo>
                    <a:pt x="1122236" y="504444"/>
                  </a:lnTo>
                  <a:lnTo>
                    <a:pt x="1121950" y="504063"/>
                  </a:lnTo>
                  <a:lnTo>
                    <a:pt x="1121950" y="502063"/>
                  </a:lnTo>
                  <a:lnTo>
                    <a:pt x="1121855" y="501491"/>
                  </a:lnTo>
                  <a:lnTo>
                    <a:pt x="1121569" y="500253"/>
                  </a:lnTo>
                  <a:lnTo>
                    <a:pt x="1121664" y="497967"/>
                  </a:lnTo>
                  <a:lnTo>
                    <a:pt x="1121569" y="497014"/>
                  </a:lnTo>
                  <a:lnTo>
                    <a:pt x="1121188" y="496062"/>
                  </a:lnTo>
                  <a:lnTo>
                    <a:pt x="1120807" y="495395"/>
                  </a:lnTo>
                  <a:lnTo>
                    <a:pt x="1120426" y="494347"/>
                  </a:lnTo>
                  <a:lnTo>
                    <a:pt x="1120521" y="493300"/>
                  </a:lnTo>
                  <a:lnTo>
                    <a:pt x="1122902" y="492443"/>
                  </a:lnTo>
                  <a:lnTo>
                    <a:pt x="1122807" y="491585"/>
                  </a:lnTo>
                  <a:lnTo>
                    <a:pt x="1122045" y="490538"/>
                  </a:lnTo>
                  <a:lnTo>
                    <a:pt x="1121283" y="489680"/>
                  </a:lnTo>
                  <a:lnTo>
                    <a:pt x="1119854" y="487680"/>
                  </a:lnTo>
                  <a:lnTo>
                    <a:pt x="1119664" y="485680"/>
                  </a:lnTo>
                  <a:lnTo>
                    <a:pt x="1120331" y="480536"/>
                  </a:lnTo>
                  <a:lnTo>
                    <a:pt x="1120521" y="479965"/>
                  </a:lnTo>
                  <a:lnTo>
                    <a:pt x="1120616" y="479393"/>
                  </a:lnTo>
                  <a:lnTo>
                    <a:pt x="1120521" y="478727"/>
                  </a:lnTo>
                  <a:lnTo>
                    <a:pt x="1120045" y="478060"/>
                  </a:lnTo>
                  <a:lnTo>
                    <a:pt x="1119664" y="478250"/>
                  </a:lnTo>
                  <a:lnTo>
                    <a:pt x="1119283" y="478727"/>
                  </a:lnTo>
                  <a:lnTo>
                    <a:pt x="1118806" y="479012"/>
                  </a:lnTo>
                  <a:lnTo>
                    <a:pt x="1117949" y="479393"/>
                  </a:lnTo>
                  <a:lnTo>
                    <a:pt x="1114901" y="482060"/>
                  </a:lnTo>
                  <a:lnTo>
                    <a:pt x="1114330" y="482441"/>
                  </a:lnTo>
                  <a:lnTo>
                    <a:pt x="1112615" y="483203"/>
                  </a:lnTo>
                  <a:lnTo>
                    <a:pt x="1112234" y="483489"/>
                  </a:lnTo>
                  <a:lnTo>
                    <a:pt x="1112139" y="484156"/>
                  </a:lnTo>
                  <a:lnTo>
                    <a:pt x="1110996" y="487489"/>
                  </a:lnTo>
                  <a:lnTo>
                    <a:pt x="1108710" y="491585"/>
                  </a:lnTo>
                  <a:lnTo>
                    <a:pt x="1108424" y="492538"/>
                  </a:lnTo>
                  <a:lnTo>
                    <a:pt x="1108139" y="496157"/>
                  </a:lnTo>
                  <a:lnTo>
                    <a:pt x="1106900" y="499491"/>
                  </a:lnTo>
                  <a:lnTo>
                    <a:pt x="1106710" y="500634"/>
                  </a:lnTo>
                  <a:lnTo>
                    <a:pt x="1106996" y="504539"/>
                  </a:lnTo>
                  <a:lnTo>
                    <a:pt x="1107376" y="505301"/>
                  </a:lnTo>
                  <a:lnTo>
                    <a:pt x="1108329" y="506635"/>
                  </a:lnTo>
                  <a:lnTo>
                    <a:pt x="1109472" y="507778"/>
                  </a:lnTo>
                  <a:lnTo>
                    <a:pt x="1109948" y="508540"/>
                  </a:lnTo>
                  <a:lnTo>
                    <a:pt x="1110139" y="509778"/>
                  </a:lnTo>
                  <a:lnTo>
                    <a:pt x="1109663" y="513017"/>
                  </a:lnTo>
                  <a:lnTo>
                    <a:pt x="1109853" y="513969"/>
                  </a:lnTo>
                  <a:lnTo>
                    <a:pt x="1110043" y="514350"/>
                  </a:lnTo>
                  <a:lnTo>
                    <a:pt x="1110710" y="515112"/>
                  </a:lnTo>
                  <a:lnTo>
                    <a:pt x="1110806" y="515588"/>
                  </a:lnTo>
                  <a:lnTo>
                    <a:pt x="1110615" y="516064"/>
                  </a:lnTo>
                  <a:lnTo>
                    <a:pt x="1110139" y="516350"/>
                  </a:lnTo>
                  <a:lnTo>
                    <a:pt x="1109663" y="516541"/>
                  </a:lnTo>
                  <a:lnTo>
                    <a:pt x="1109472" y="516731"/>
                  </a:lnTo>
                  <a:lnTo>
                    <a:pt x="1109281" y="517779"/>
                  </a:lnTo>
                  <a:lnTo>
                    <a:pt x="1108900" y="518922"/>
                  </a:lnTo>
                  <a:lnTo>
                    <a:pt x="1108710" y="520065"/>
                  </a:lnTo>
                  <a:lnTo>
                    <a:pt x="1109091" y="521113"/>
                  </a:lnTo>
                  <a:lnTo>
                    <a:pt x="1109853" y="520732"/>
                  </a:lnTo>
                  <a:lnTo>
                    <a:pt x="1110520" y="521018"/>
                  </a:lnTo>
                  <a:lnTo>
                    <a:pt x="1110901" y="521684"/>
                  </a:lnTo>
                  <a:lnTo>
                    <a:pt x="1110996" y="522542"/>
                  </a:lnTo>
                  <a:lnTo>
                    <a:pt x="1111472" y="522256"/>
                  </a:lnTo>
                  <a:lnTo>
                    <a:pt x="1112330" y="521018"/>
                  </a:lnTo>
                  <a:lnTo>
                    <a:pt x="1112806" y="520637"/>
                  </a:lnTo>
                  <a:lnTo>
                    <a:pt x="1113854" y="520255"/>
                  </a:lnTo>
                  <a:lnTo>
                    <a:pt x="1114330" y="520065"/>
                  </a:lnTo>
                  <a:lnTo>
                    <a:pt x="1115187" y="519208"/>
                  </a:lnTo>
                  <a:lnTo>
                    <a:pt x="1115568" y="518731"/>
                  </a:lnTo>
                  <a:lnTo>
                    <a:pt x="1115758" y="518446"/>
                  </a:lnTo>
                  <a:lnTo>
                    <a:pt x="1115949" y="518351"/>
                  </a:lnTo>
                  <a:lnTo>
                    <a:pt x="1116711" y="517970"/>
                  </a:lnTo>
                  <a:lnTo>
                    <a:pt x="1116997" y="517779"/>
                  </a:lnTo>
                  <a:lnTo>
                    <a:pt x="1117187" y="517493"/>
                  </a:lnTo>
                  <a:lnTo>
                    <a:pt x="1117092" y="516827"/>
                  </a:lnTo>
                  <a:lnTo>
                    <a:pt x="1117187" y="516541"/>
                  </a:lnTo>
                  <a:lnTo>
                    <a:pt x="1117568" y="516160"/>
                  </a:lnTo>
                  <a:lnTo>
                    <a:pt x="1117949" y="515969"/>
                  </a:lnTo>
                  <a:lnTo>
                    <a:pt x="1118425" y="515874"/>
                  </a:lnTo>
                  <a:lnTo>
                    <a:pt x="1119188" y="515874"/>
                  </a:lnTo>
                  <a:lnTo>
                    <a:pt x="1119759" y="515684"/>
                  </a:lnTo>
                  <a:lnTo>
                    <a:pt x="1120045" y="515303"/>
                  </a:lnTo>
                  <a:lnTo>
                    <a:pt x="1120331" y="514826"/>
                  </a:lnTo>
                  <a:lnTo>
                    <a:pt x="1120807" y="514445"/>
                  </a:lnTo>
                  <a:lnTo>
                    <a:pt x="1121283" y="514350"/>
                  </a:lnTo>
                  <a:lnTo>
                    <a:pt x="1121855" y="514350"/>
                  </a:lnTo>
                  <a:lnTo>
                    <a:pt x="1122331" y="514160"/>
                  </a:lnTo>
                  <a:lnTo>
                    <a:pt x="1122521" y="513588"/>
                  </a:lnTo>
                  <a:lnTo>
                    <a:pt x="1122426" y="512826"/>
                  </a:lnTo>
                  <a:lnTo>
                    <a:pt x="1121759" y="511588"/>
                  </a:lnTo>
                  <a:lnTo>
                    <a:pt x="1121473" y="510826"/>
                  </a:lnTo>
                  <a:lnTo>
                    <a:pt x="1121473" y="509492"/>
                  </a:lnTo>
                  <a:lnTo>
                    <a:pt x="1122045" y="508635"/>
                  </a:lnTo>
                  <a:lnTo>
                    <a:pt x="1122236" y="507683"/>
                  </a:lnTo>
                  <a:close/>
                  <a:moveTo>
                    <a:pt x="1126141" y="500063"/>
                  </a:moveTo>
                  <a:lnTo>
                    <a:pt x="1126522" y="499681"/>
                  </a:lnTo>
                  <a:lnTo>
                    <a:pt x="1126617" y="498729"/>
                  </a:lnTo>
                  <a:lnTo>
                    <a:pt x="1127093" y="496824"/>
                  </a:lnTo>
                  <a:lnTo>
                    <a:pt x="1127474" y="493871"/>
                  </a:lnTo>
                  <a:lnTo>
                    <a:pt x="1128522" y="490061"/>
                  </a:lnTo>
                  <a:lnTo>
                    <a:pt x="1128713" y="488061"/>
                  </a:lnTo>
                  <a:lnTo>
                    <a:pt x="1127760" y="486632"/>
                  </a:lnTo>
                  <a:lnTo>
                    <a:pt x="1127189" y="486251"/>
                  </a:lnTo>
                  <a:lnTo>
                    <a:pt x="1126903" y="487204"/>
                  </a:lnTo>
                  <a:lnTo>
                    <a:pt x="1126617" y="487871"/>
                  </a:lnTo>
                  <a:lnTo>
                    <a:pt x="1125188" y="489109"/>
                  </a:lnTo>
                  <a:lnTo>
                    <a:pt x="1124807" y="489680"/>
                  </a:lnTo>
                  <a:lnTo>
                    <a:pt x="1124617" y="490633"/>
                  </a:lnTo>
                  <a:lnTo>
                    <a:pt x="1123283" y="493395"/>
                  </a:lnTo>
                  <a:lnTo>
                    <a:pt x="1122902" y="494538"/>
                  </a:lnTo>
                  <a:lnTo>
                    <a:pt x="1122902" y="495300"/>
                  </a:lnTo>
                  <a:lnTo>
                    <a:pt x="1123283" y="496062"/>
                  </a:lnTo>
                  <a:lnTo>
                    <a:pt x="1125283" y="499205"/>
                  </a:lnTo>
                  <a:lnTo>
                    <a:pt x="1126141" y="500063"/>
                  </a:lnTo>
                  <a:close/>
                  <a:moveTo>
                    <a:pt x="750094" y="370713"/>
                  </a:moveTo>
                  <a:lnTo>
                    <a:pt x="749713" y="370904"/>
                  </a:lnTo>
                  <a:lnTo>
                    <a:pt x="748760" y="371761"/>
                  </a:lnTo>
                  <a:lnTo>
                    <a:pt x="748570" y="372142"/>
                  </a:lnTo>
                  <a:lnTo>
                    <a:pt x="748474" y="372618"/>
                  </a:lnTo>
                  <a:lnTo>
                    <a:pt x="748474" y="373380"/>
                  </a:lnTo>
                  <a:lnTo>
                    <a:pt x="748760" y="373761"/>
                  </a:lnTo>
                  <a:lnTo>
                    <a:pt x="749332" y="373666"/>
                  </a:lnTo>
                  <a:lnTo>
                    <a:pt x="749903" y="373285"/>
                  </a:lnTo>
                  <a:lnTo>
                    <a:pt x="750284" y="372999"/>
                  </a:lnTo>
                  <a:lnTo>
                    <a:pt x="750665" y="372428"/>
                  </a:lnTo>
                  <a:lnTo>
                    <a:pt x="750951" y="371666"/>
                  </a:lnTo>
                  <a:lnTo>
                    <a:pt x="750951" y="370999"/>
                  </a:lnTo>
                  <a:lnTo>
                    <a:pt x="750380" y="370713"/>
                  </a:lnTo>
                  <a:lnTo>
                    <a:pt x="750094" y="370713"/>
                  </a:lnTo>
                  <a:close/>
                  <a:moveTo>
                    <a:pt x="743807" y="377285"/>
                  </a:moveTo>
                  <a:lnTo>
                    <a:pt x="744093" y="377285"/>
                  </a:lnTo>
                  <a:lnTo>
                    <a:pt x="744188" y="377952"/>
                  </a:lnTo>
                  <a:lnTo>
                    <a:pt x="744283" y="378238"/>
                  </a:lnTo>
                  <a:lnTo>
                    <a:pt x="744569" y="378143"/>
                  </a:lnTo>
                  <a:lnTo>
                    <a:pt x="746284" y="376428"/>
                  </a:lnTo>
                  <a:lnTo>
                    <a:pt x="746570" y="375761"/>
                  </a:lnTo>
                  <a:lnTo>
                    <a:pt x="745998" y="375285"/>
                  </a:lnTo>
                  <a:lnTo>
                    <a:pt x="745522" y="375285"/>
                  </a:lnTo>
                  <a:lnTo>
                    <a:pt x="744569" y="376142"/>
                  </a:lnTo>
                  <a:lnTo>
                    <a:pt x="743998" y="376333"/>
                  </a:lnTo>
                  <a:lnTo>
                    <a:pt x="743522" y="376333"/>
                  </a:lnTo>
                  <a:lnTo>
                    <a:pt x="743140" y="376428"/>
                  </a:lnTo>
                  <a:lnTo>
                    <a:pt x="742759" y="376619"/>
                  </a:lnTo>
                  <a:lnTo>
                    <a:pt x="742379" y="377000"/>
                  </a:lnTo>
                  <a:lnTo>
                    <a:pt x="742379" y="377380"/>
                  </a:lnTo>
                  <a:lnTo>
                    <a:pt x="742759" y="377571"/>
                  </a:lnTo>
                  <a:lnTo>
                    <a:pt x="743140" y="377571"/>
                  </a:lnTo>
                  <a:lnTo>
                    <a:pt x="743140" y="377285"/>
                  </a:lnTo>
                  <a:lnTo>
                    <a:pt x="743522" y="377380"/>
                  </a:lnTo>
                  <a:lnTo>
                    <a:pt x="743807" y="377285"/>
                  </a:lnTo>
                  <a:close/>
                  <a:moveTo>
                    <a:pt x="727805" y="394430"/>
                  </a:moveTo>
                  <a:lnTo>
                    <a:pt x="727710" y="394811"/>
                  </a:lnTo>
                  <a:lnTo>
                    <a:pt x="727805" y="395478"/>
                  </a:lnTo>
                  <a:lnTo>
                    <a:pt x="727996" y="396145"/>
                  </a:lnTo>
                  <a:lnTo>
                    <a:pt x="728186" y="396430"/>
                  </a:lnTo>
                  <a:lnTo>
                    <a:pt x="729615" y="396526"/>
                  </a:lnTo>
                  <a:lnTo>
                    <a:pt x="730187" y="396430"/>
                  </a:lnTo>
                  <a:lnTo>
                    <a:pt x="733520" y="395288"/>
                  </a:lnTo>
                  <a:lnTo>
                    <a:pt x="734282" y="394811"/>
                  </a:lnTo>
                  <a:lnTo>
                    <a:pt x="734758" y="394145"/>
                  </a:lnTo>
                  <a:lnTo>
                    <a:pt x="735139" y="393383"/>
                  </a:lnTo>
                  <a:lnTo>
                    <a:pt x="735330" y="392525"/>
                  </a:lnTo>
                  <a:lnTo>
                    <a:pt x="735139" y="391763"/>
                  </a:lnTo>
                  <a:lnTo>
                    <a:pt x="734663" y="391287"/>
                  </a:lnTo>
                  <a:lnTo>
                    <a:pt x="733234" y="390335"/>
                  </a:lnTo>
                  <a:lnTo>
                    <a:pt x="732568" y="390049"/>
                  </a:lnTo>
                  <a:lnTo>
                    <a:pt x="731711" y="389763"/>
                  </a:lnTo>
                  <a:lnTo>
                    <a:pt x="731330" y="389858"/>
                  </a:lnTo>
                  <a:lnTo>
                    <a:pt x="731044" y="390144"/>
                  </a:lnTo>
                  <a:lnTo>
                    <a:pt x="730472" y="390525"/>
                  </a:lnTo>
                  <a:lnTo>
                    <a:pt x="728091" y="391001"/>
                  </a:lnTo>
                  <a:lnTo>
                    <a:pt x="726853" y="391478"/>
                  </a:lnTo>
                  <a:lnTo>
                    <a:pt x="726091" y="392239"/>
                  </a:lnTo>
                  <a:lnTo>
                    <a:pt x="726662" y="392430"/>
                  </a:lnTo>
                  <a:lnTo>
                    <a:pt x="727520" y="392335"/>
                  </a:lnTo>
                  <a:lnTo>
                    <a:pt x="727900" y="392525"/>
                  </a:lnTo>
                  <a:lnTo>
                    <a:pt x="728091" y="393002"/>
                  </a:lnTo>
                  <a:lnTo>
                    <a:pt x="728091" y="393573"/>
                  </a:lnTo>
                  <a:lnTo>
                    <a:pt x="727996" y="394145"/>
                  </a:lnTo>
                  <a:lnTo>
                    <a:pt x="727805" y="394430"/>
                  </a:lnTo>
                  <a:close/>
                  <a:moveTo>
                    <a:pt x="995743" y="679228"/>
                  </a:moveTo>
                  <a:lnTo>
                    <a:pt x="997077" y="679323"/>
                  </a:lnTo>
                  <a:lnTo>
                    <a:pt x="998125" y="679037"/>
                  </a:lnTo>
                  <a:lnTo>
                    <a:pt x="999458" y="677799"/>
                  </a:lnTo>
                  <a:lnTo>
                    <a:pt x="1003173" y="677323"/>
                  </a:lnTo>
                  <a:lnTo>
                    <a:pt x="1005554" y="675799"/>
                  </a:lnTo>
                  <a:lnTo>
                    <a:pt x="1007078" y="675704"/>
                  </a:lnTo>
                  <a:lnTo>
                    <a:pt x="1006316" y="673894"/>
                  </a:lnTo>
                  <a:lnTo>
                    <a:pt x="1005459" y="673132"/>
                  </a:lnTo>
                  <a:lnTo>
                    <a:pt x="1004030" y="672560"/>
                  </a:lnTo>
                  <a:lnTo>
                    <a:pt x="1002982" y="672179"/>
                  </a:lnTo>
                  <a:lnTo>
                    <a:pt x="1002030" y="671322"/>
                  </a:lnTo>
                  <a:lnTo>
                    <a:pt x="1001078" y="670655"/>
                  </a:lnTo>
                  <a:lnTo>
                    <a:pt x="1000030" y="670179"/>
                  </a:lnTo>
                  <a:lnTo>
                    <a:pt x="998887" y="669798"/>
                  </a:lnTo>
                  <a:lnTo>
                    <a:pt x="996505" y="669512"/>
                  </a:lnTo>
                  <a:lnTo>
                    <a:pt x="989647" y="670465"/>
                  </a:lnTo>
                  <a:lnTo>
                    <a:pt x="983266" y="670274"/>
                  </a:lnTo>
                  <a:lnTo>
                    <a:pt x="975550" y="671131"/>
                  </a:lnTo>
                  <a:lnTo>
                    <a:pt x="971264" y="670370"/>
                  </a:lnTo>
                  <a:lnTo>
                    <a:pt x="962215" y="670941"/>
                  </a:lnTo>
                  <a:lnTo>
                    <a:pt x="955453" y="671036"/>
                  </a:lnTo>
                  <a:lnTo>
                    <a:pt x="951357" y="670370"/>
                  </a:lnTo>
                  <a:lnTo>
                    <a:pt x="946880" y="670941"/>
                  </a:lnTo>
                  <a:lnTo>
                    <a:pt x="944880" y="670941"/>
                  </a:lnTo>
                  <a:lnTo>
                    <a:pt x="943356" y="670941"/>
                  </a:lnTo>
                  <a:lnTo>
                    <a:pt x="941165" y="671227"/>
                  </a:lnTo>
                  <a:lnTo>
                    <a:pt x="939546" y="671798"/>
                  </a:lnTo>
                  <a:lnTo>
                    <a:pt x="939641" y="672655"/>
                  </a:lnTo>
                  <a:lnTo>
                    <a:pt x="936974" y="675799"/>
                  </a:lnTo>
                  <a:lnTo>
                    <a:pt x="935450" y="677228"/>
                  </a:lnTo>
                  <a:lnTo>
                    <a:pt x="933926" y="678085"/>
                  </a:lnTo>
                  <a:lnTo>
                    <a:pt x="932879" y="678275"/>
                  </a:lnTo>
                  <a:lnTo>
                    <a:pt x="932212" y="678371"/>
                  </a:lnTo>
                  <a:lnTo>
                    <a:pt x="931831" y="678656"/>
                  </a:lnTo>
                  <a:lnTo>
                    <a:pt x="931736" y="679704"/>
                  </a:lnTo>
                  <a:lnTo>
                    <a:pt x="931831" y="680656"/>
                  </a:lnTo>
                  <a:lnTo>
                    <a:pt x="932212" y="681514"/>
                  </a:lnTo>
                  <a:lnTo>
                    <a:pt x="932688" y="681800"/>
                  </a:lnTo>
                  <a:lnTo>
                    <a:pt x="933164" y="681038"/>
                  </a:lnTo>
                  <a:lnTo>
                    <a:pt x="933545" y="681419"/>
                  </a:lnTo>
                  <a:lnTo>
                    <a:pt x="933069" y="682180"/>
                  </a:lnTo>
                  <a:lnTo>
                    <a:pt x="932974" y="682943"/>
                  </a:lnTo>
                  <a:lnTo>
                    <a:pt x="933164" y="684562"/>
                  </a:lnTo>
                  <a:lnTo>
                    <a:pt x="933545" y="685133"/>
                  </a:lnTo>
                  <a:lnTo>
                    <a:pt x="934403" y="685229"/>
                  </a:lnTo>
                  <a:lnTo>
                    <a:pt x="936307" y="685038"/>
                  </a:lnTo>
                  <a:lnTo>
                    <a:pt x="938403" y="685229"/>
                  </a:lnTo>
                  <a:lnTo>
                    <a:pt x="954691" y="688943"/>
                  </a:lnTo>
                  <a:lnTo>
                    <a:pt x="955548" y="688753"/>
                  </a:lnTo>
                  <a:lnTo>
                    <a:pt x="955738" y="688086"/>
                  </a:lnTo>
                  <a:lnTo>
                    <a:pt x="955072" y="687419"/>
                  </a:lnTo>
                  <a:lnTo>
                    <a:pt x="954119" y="686753"/>
                  </a:lnTo>
                  <a:lnTo>
                    <a:pt x="953453" y="686086"/>
                  </a:lnTo>
                  <a:lnTo>
                    <a:pt x="953833" y="685705"/>
                  </a:lnTo>
                  <a:lnTo>
                    <a:pt x="953833" y="684657"/>
                  </a:lnTo>
                  <a:lnTo>
                    <a:pt x="954119" y="684086"/>
                  </a:lnTo>
                  <a:lnTo>
                    <a:pt x="954500" y="683990"/>
                  </a:lnTo>
                  <a:lnTo>
                    <a:pt x="955738" y="684562"/>
                  </a:lnTo>
                  <a:lnTo>
                    <a:pt x="956405" y="684657"/>
                  </a:lnTo>
                  <a:lnTo>
                    <a:pt x="956405" y="685038"/>
                  </a:lnTo>
                  <a:lnTo>
                    <a:pt x="955738" y="685419"/>
                  </a:lnTo>
                  <a:lnTo>
                    <a:pt x="955738" y="685705"/>
                  </a:lnTo>
                  <a:lnTo>
                    <a:pt x="956120" y="685991"/>
                  </a:lnTo>
                  <a:lnTo>
                    <a:pt x="956405" y="686372"/>
                  </a:lnTo>
                  <a:lnTo>
                    <a:pt x="956786" y="688181"/>
                  </a:lnTo>
                  <a:lnTo>
                    <a:pt x="957929" y="688372"/>
                  </a:lnTo>
                  <a:lnTo>
                    <a:pt x="960406" y="687514"/>
                  </a:lnTo>
                  <a:lnTo>
                    <a:pt x="961263" y="687610"/>
                  </a:lnTo>
                  <a:lnTo>
                    <a:pt x="962215" y="687991"/>
                  </a:lnTo>
                  <a:lnTo>
                    <a:pt x="970312" y="688467"/>
                  </a:lnTo>
                  <a:lnTo>
                    <a:pt x="972979" y="688181"/>
                  </a:lnTo>
                  <a:lnTo>
                    <a:pt x="974217" y="688658"/>
                  </a:lnTo>
                  <a:lnTo>
                    <a:pt x="974884" y="689134"/>
                  </a:lnTo>
                  <a:lnTo>
                    <a:pt x="975265" y="689515"/>
                  </a:lnTo>
                  <a:lnTo>
                    <a:pt x="976313" y="689134"/>
                  </a:lnTo>
                  <a:lnTo>
                    <a:pt x="977074" y="688753"/>
                  </a:lnTo>
                  <a:lnTo>
                    <a:pt x="977646" y="687610"/>
                  </a:lnTo>
                  <a:lnTo>
                    <a:pt x="978027" y="686657"/>
                  </a:lnTo>
                  <a:lnTo>
                    <a:pt x="978313" y="685991"/>
                  </a:lnTo>
                  <a:lnTo>
                    <a:pt x="978694" y="685229"/>
                  </a:lnTo>
                  <a:lnTo>
                    <a:pt x="978980" y="684467"/>
                  </a:lnTo>
                  <a:lnTo>
                    <a:pt x="979551" y="683705"/>
                  </a:lnTo>
                  <a:lnTo>
                    <a:pt x="980408" y="683228"/>
                  </a:lnTo>
                  <a:lnTo>
                    <a:pt x="982218" y="683324"/>
                  </a:lnTo>
                  <a:lnTo>
                    <a:pt x="983266" y="682180"/>
                  </a:lnTo>
                  <a:lnTo>
                    <a:pt x="984409" y="682276"/>
                  </a:lnTo>
                  <a:lnTo>
                    <a:pt x="985456" y="682371"/>
                  </a:lnTo>
                  <a:lnTo>
                    <a:pt x="989171" y="682943"/>
                  </a:lnTo>
                  <a:lnTo>
                    <a:pt x="992124" y="683324"/>
                  </a:lnTo>
                  <a:lnTo>
                    <a:pt x="994220" y="683133"/>
                  </a:lnTo>
                  <a:lnTo>
                    <a:pt x="995458" y="682657"/>
                  </a:lnTo>
                  <a:lnTo>
                    <a:pt x="995458" y="682085"/>
                  </a:lnTo>
                  <a:lnTo>
                    <a:pt x="994981" y="681609"/>
                  </a:lnTo>
                  <a:lnTo>
                    <a:pt x="994124" y="681419"/>
                  </a:lnTo>
                  <a:lnTo>
                    <a:pt x="995267" y="679513"/>
                  </a:lnTo>
                  <a:lnTo>
                    <a:pt x="995743" y="679228"/>
                  </a:lnTo>
                  <a:close/>
                  <a:moveTo>
                    <a:pt x="932974" y="615696"/>
                  </a:moveTo>
                  <a:lnTo>
                    <a:pt x="933640" y="615029"/>
                  </a:lnTo>
                  <a:lnTo>
                    <a:pt x="934022" y="614077"/>
                  </a:lnTo>
                  <a:lnTo>
                    <a:pt x="934117" y="612838"/>
                  </a:lnTo>
                  <a:lnTo>
                    <a:pt x="933926" y="611600"/>
                  </a:lnTo>
                  <a:lnTo>
                    <a:pt x="933450" y="610743"/>
                  </a:lnTo>
                  <a:lnTo>
                    <a:pt x="932783" y="610172"/>
                  </a:lnTo>
                  <a:lnTo>
                    <a:pt x="932021" y="609600"/>
                  </a:lnTo>
                  <a:lnTo>
                    <a:pt x="931164" y="609695"/>
                  </a:lnTo>
                  <a:lnTo>
                    <a:pt x="930402" y="609981"/>
                  </a:lnTo>
                  <a:lnTo>
                    <a:pt x="929735" y="610172"/>
                  </a:lnTo>
                  <a:lnTo>
                    <a:pt x="929164" y="609886"/>
                  </a:lnTo>
                  <a:lnTo>
                    <a:pt x="927925" y="611219"/>
                  </a:lnTo>
                  <a:lnTo>
                    <a:pt x="927735" y="611505"/>
                  </a:lnTo>
                  <a:lnTo>
                    <a:pt x="926306" y="612648"/>
                  </a:lnTo>
                  <a:lnTo>
                    <a:pt x="925925" y="613124"/>
                  </a:lnTo>
                  <a:lnTo>
                    <a:pt x="926497" y="614363"/>
                  </a:lnTo>
                  <a:lnTo>
                    <a:pt x="926592" y="615315"/>
                  </a:lnTo>
                  <a:lnTo>
                    <a:pt x="926973" y="615887"/>
                  </a:lnTo>
                  <a:lnTo>
                    <a:pt x="928402" y="615982"/>
                  </a:lnTo>
                  <a:lnTo>
                    <a:pt x="929259" y="615505"/>
                  </a:lnTo>
                  <a:lnTo>
                    <a:pt x="929735" y="615410"/>
                  </a:lnTo>
                  <a:lnTo>
                    <a:pt x="929926" y="615791"/>
                  </a:lnTo>
                  <a:lnTo>
                    <a:pt x="930212" y="615982"/>
                  </a:lnTo>
                  <a:lnTo>
                    <a:pt x="931640" y="616077"/>
                  </a:lnTo>
                  <a:lnTo>
                    <a:pt x="932116" y="616077"/>
                  </a:lnTo>
                  <a:lnTo>
                    <a:pt x="932974" y="615696"/>
                  </a:lnTo>
                  <a:close/>
                  <a:moveTo>
                    <a:pt x="776668" y="362521"/>
                  </a:moveTo>
                  <a:lnTo>
                    <a:pt x="776002" y="361664"/>
                  </a:lnTo>
                  <a:lnTo>
                    <a:pt x="775145" y="361093"/>
                  </a:lnTo>
                  <a:lnTo>
                    <a:pt x="774192" y="360902"/>
                  </a:lnTo>
                  <a:lnTo>
                    <a:pt x="773716" y="361188"/>
                  </a:lnTo>
                  <a:lnTo>
                    <a:pt x="773239" y="361664"/>
                  </a:lnTo>
                  <a:lnTo>
                    <a:pt x="772668" y="362045"/>
                  </a:lnTo>
                  <a:lnTo>
                    <a:pt x="771715" y="362045"/>
                  </a:lnTo>
                  <a:lnTo>
                    <a:pt x="770858" y="361664"/>
                  </a:lnTo>
                  <a:lnTo>
                    <a:pt x="769144" y="360521"/>
                  </a:lnTo>
                  <a:lnTo>
                    <a:pt x="768191" y="360331"/>
                  </a:lnTo>
                  <a:lnTo>
                    <a:pt x="767620" y="360521"/>
                  </a:lnTo>
                  <a:lnTo>
                    <a:pt x="766477" y="361283"/>
                  </a:lnTo>
                  <a:lnTo>
                    <a:pt x="765810" y="361474"/>
                  </a:lnTo>
                  <a:lnTo>
                    <a:pt x="764762" y="361379"/>
                  </a:lnTo>
                  <a:lnTo>
                    <a:pt x="762953" y="360902"/>
                  </a:lnTo>
                  <a:lnTo>
                    <a:pt x="762095" y="360807"/>
                  </a:lnTo>
                  <a:lnTo>
                    <a:pt x="761238" y="361283"/>
                  </a:lnTo>
                  <a:lnTo>
                    <a:pt x="760857" y="362236"/>
                  </a:lnTo>
                  <a:lnTo>
                    <a:pt x="760476" y="370904"/>
                  </a:lnTo>
                  <a:lnTo>
                    <a:pt x="759238" y="374142"/>
                  </a:lnTo>
                  <a:lnTo>
                    <a:pt x="759047" y="375380"/>
                  </a:lnTo>
                  <a:lnTo>
                    <a:pt x="759523" y="376047"/>
                  </a:lnTo>
                  <a:lnTo>
                    <a:pt x="760571" y="376809"/>
                  </a:lnTo>
                  <a:lnTo>
                    <a:pt x="761619" y="377476"/>
                  </a:lnTo>
                  <a:lnTo>
                    <a:pt x="762286" y="377762"/>
                  </a:lnTo>
                  <a:lnTo>
                    <a:pt x="763524" y="377380"/>
                  </a:lnTo>
                  <a:lnTo>
                    <a:pt x="765334" y="375666"/>
                  </a:lnTo>
                  <a:lnTo>
                    <a:pt x="767143" y="375095"/>
                  </a:lnTo>
                  <a:lnTo>
                    <a:pt x="768858" y="374142"/>
                  </a:lnTo>
                  <a:lnTo>
                    <a:pt x="772763" y="372523"/>
                  </a:lnTo>
                  <a:lnTo>
                    <a:pt x="773430" y="372332"/>
                  </a:lnTo>
                  <a:lnTo>
                    <a:pt x="774001" y="372046"/>
                  </a:lnTo>
                  <a:lnTo>
                    <a:pt x="776478" y="370237"/>
                  </a:lnTo>
                  <a:lnTo>
                    <a:pt x="777621" y="369856"/>
                  </a:lnTo>
                  <a:lnTo>
                    <a:pt x="778097" y="369570"/>
                  </a:lnTo>
                  <a:lnTo>
                    <a:pt x="778288" y="369094"/>
                  </a:lnTo>
                  <a:lnTo>
                    <a:pt x="778097" y="368618"/>
                  </a:lnTo>
                  <a:lnTo>
                    <a:pt x="777716" y="368237"/>
                  </a:lnTo>
                  <a:lnTo>
                    <a:pt x="777335" y="367951"/>
                  </a:lnTo>
                  <a:lnTo>
                    <a:pt x="777145" y="367665"/>
                  </a:lnTo>
                  <a:lnTo>
                    <a:pt x="777145" y="363855"/>
                  </a:lnTo>
                  <a:lnTo>
                    <a:pt x="776668" y="362521"/>
                  </a:lnTo>
                  <a:close/>
                  <a:moveTo>
                    <a:pt x="1479137" y="409004"/>
                  </a:moveTo>
                  <a:lnTo>
                    <a:pt x="1479804" y="408622"/>
                  </a:lnTo>
                  <a:lnTo>
                    <a:pt x="1480090" y="408051"/>
                  </a:lnTo>
                  <a:lnTo>
                    <a:pt x="1480280" y="407289"/>
                  </a:lnTo>
                  <a:lnTo>
                    <a:pt x="1480852" y="406622"/>
                  </a:lnTo>
                  <a:lnTo>
                    <a:pt x="1481518" y="406051"/>
                  </a:lnTo>
                  <a:lnTo>
                    <a:pt x="1482185" y="405670"/>
                  </a:lnTo>
                  <a:lnTo>
                    <a:pt x="1482757" y="404813"/>
                  </a:lnTo>
                  <a:lnTo>
                    <a:pt x="1482662" y="403479"/>
                  </a:lnTo>
                  <a:lnTo>
                    <a:pt x="1482185" y="402241"/>
                  </a:lnTo>
                  <a:lnTo>
                    <a:pt x="1481614" y="401669"/>
                  </a:lnTo>
                  <a:lnTo>
                    <a:pt x="1481518" y="401479"/>
                  </a:lnTo>
                  <a:lnTo>
                    <a:pt x="1480756" y="401098"/>
                  </a:lnTo>
                  <a:lnTo>
                    <a:pt x="1479899" y="400907"/>
                  </a:lnTo>
                  <a:lnTo>
                    <a:pt x="1479518" y="401288"/>
                  </a:lnTo>
                  <a:lnTo>
                    <a:pt x="1479423" y="401955"/>
                  </a:lnTo>
                  <a:lnTo>
                    <a:pt x="1479232" y="402527"/>
                  </a:lnTo>
                  <a:lnTo>
                    <a:pt x="1478375" y="404527"/>
                  </a:lnTo>
                  <a:lnTo>
                    <a:pt x="1478185" y="405670"/>
                  </a:lnTo>
                  <a:lnTo>
                    <a:pt x="1478089" y="408337"/>
                  </a:lnTo>
                  <a:lnTo>
                    <a:pt x="1478375" y="408813"/>
                  </a:lnTo>
                  <a:lnTo>
                    <a:pt x="1479137" y="409004"/>
                  </a:lnTo>
                  <a:close/>
                  <a:moveTo>
                    <a:pt x="2129123" y="349377"/>
                  </a:moveTo>
                  <a:lnTo>
                    <a:pt x="2131028" y="350996"/>
                  </a:lnTo>
                  <a:lnTo>
                    <a:pt x="2132743" y="351663"/>
                  </a:lnTo>
                  <a:lnTo>
                    <a:pt x="2132076" y="350330"/>
                  </a:lnTo>
                  <a:lnTo>
                    <a:pt x="2132076" y="349758"/>
                  </a:lnTo>
                  <a:lnTo>
                    <a:pt x="2132362" y="349187"/>
                  </a:lnTo>
                  <a:lnTo>
                    <a:pt x="2140553" y="355663"/>
                  </a:lnTo>
                  <a:lnTo>
                    <a:pt x="2141601" y="355949"/>
                  </a:lnTo>
                  <a:lnTo>
                    <a:pt x="2142839" y="354902"/>
                  </a:lnTo>
                  <a:lnTo>
                    <a:pt x="2143697" y="353759"/>
                  </a:lnTo>
                  <a:lnTo>
                    <a:pt x="2144744" y="352711"/>
                  </a:lnTo>
                  <a:lnTo>
                    <a:pt x="2145887" y="352425"/>
                  </a:lnTo>
                  <a:lnTo>
                    <a:pt x="2147221" y="353378"/>
                  </a:lnTo>
                  <a:lnTo>
                    <a:pt x="2148078" y="355092"/>
                  </a:lnTo>
                  <a:lnTo>
                    <a:pt x="2149031" y="360236"/>
                  </a:lnTo>
                  <a:lnTo>
                    <a:pt x="2149697" y="361950"/>
                  </a:lnTo>
                  <a:lnTo>
                    <a:pt x="2149792" y="362521"/>
                  </a:lnTo>
                  <a:lnTo>
                    <a:pt x="2149983" y="362807"/>
                  </a:lnTo>
                  <a:lnTo>
                    <a:pt x="2150745" y="363855"/>
                  </a:lnTo>
                  <a:lnTo>
                    <a:pt x="2150936" y="364331"/>
                  </a:lnTo>
                  <a:lnTo>
                    <a:pt x="2150650" y="367379"/>
                  </a:lnTo>
                  <a:lnTo>
                    <a:pt x="2150936" y="368427"/>
                  </a:lnTo>
                  <a:lnTo>
                    <a:pt x="2151602" y="369475"/>
                  </a:lnTo>
                  <a:lnTo>
                    <a:pt x="2152555" y="370522"/>
                  </a:lnTo>
                  <a:lnTo>
                    <a:pt x="2153698" y="371285"/>
                  </a:lnTo>
                  <a:lnTo>
                    <a:pt x="2154841" y="371666"/>
                  </a:lnTo>
                  <a:lnTo>
                    <a:pt x="2156079" y="371475"/>
                  </a:lnTo>
                  <a:lnTo>
                    <a:pt x="2158079" y="370713"/>
                  </a:lnTo>
                  <a:lnTo>
                    <a:pt x="2159317" y="370522"/>
                  </a:lnTo>
                  <a:lnTo>
                    <a:pt x="2161699" y="370904"/>
                  </a:lnTo>
                  <a:lnTo>
                    <a:pt x="2165033" y="372999"/>
                  </a:lnTo>
                  <a:lnTo>
                    <a:pt x="2167318" y="373380"/>
                  </a:lnTo>
                  <a:lnTo>
                    <a:pt x="2168271" y="373285"/>
                  </a:lnTo>
                  <a:lnTo>
                    <a:pt x="2169414" y="372999"/>
                  </a:lnTo>
                  <a:lnTo>
                    <a:pt x="2170462" y="372618"/>
                  </a:lnTo>
                  <a:lnTo>
                    <a:pt x="2171224" y="372142"/>
                  </a:lnTo>
                  <a:lnTo>
                    <a:pt x="2172081" y="371761"/>
                  </a:lnTo>
                  <a:lnTo>
                    <a:pt x="2175415" y="371285"/>
                  </a:lnTo>
                  <a:lnTo>
                    <a:pt x="2177891" y="369380"/>
                  </a:lnTo>
                  <a:lnTo>
                    <a:pt x="2178463" y="369094"/>
                  </a:lnTo>
                  <a:lnTo>
                    <a:pt x="2179320" y="368808"/>
                  </a:lnTo>
                  <a:lnTo>
                    <a:pt x="2179987" y="368141"/>
                  </a:lnTo>
                  <a:lnTo>
                    <a:pt x="2180177" y="367284"/>
                  </a:lnTo>
                  <a:lnTo>
                    <a:pt x="2179701" y="366522"/>
                  </a:lnTo>
                  <a:lnTo>
                    <a:pt x="2176558" y="366141"/>
                  </a:lnTo>
                  <a:lnTo>
                    <a:pt x="2176082" y="365665"/>
                  </a:lnTo>
                  <a:lnTo>
                    <a:pt x="2175510" y="364522"/>
                  </a:lnTo>
                  <a:lnTo>
                    <a:pt x="2174272" y="364141"/>
                  </a:lnTo>
                  <a:lnTo>
                    <a:pt x="2172843" y="364236"/>
                  </a:lnTo>
                  <a:lnTo>
                    <a:pt x="2171700" y="364427"/>
                  </a:lnTo>
                  <a:lnTo>
                    <a:pt x="2171509" y="364617"/>
                  </a:lnTo>
                  <a:lnTo>
                    <a:pt x="2170843" y="364998"/>
                  </a:lnTo>
                  <a:lnTo>
                    <a:pt x="2170176" y="365093"/>
                  </a:lnTo>
                  <a:lnTo>
                    <a:pt x="2169700" y="364236"/>
                  </a:lnTo>
                  <a:lnTo>
                    <a:pt x="2168938" y="363284"/>
                  </a:lnTo>
                  <a:lnTo>
                    <a:pt x="2168462" y="361950"/>
                  </a:lnTo>
                  <a:lnTo>
                    <a:pt x="2167699" y="361188"/>
                  </a:lnTo>
                  <a:lnTo>
                    <a:pt x="2166747" y="360521"/>
                  </a:lnTo>
                  <a:lnTo>
                    <a:pt x="2165985" y="359759"/>
                  </a:lnTo>
                  <a:lnTo>
                    <a:pt x="2165795" y="359283"/>
                  </a:lnTo>
                  <a:lnTo>
                    <a:pt x="2165604" y="358521"/>
                  </a:lnTo>
                  <a:lnTo>
                    <a:pt x="2165414" y="357854"/>
                  </a:lnTo>
                  <a:lnTo>
                    <a:pt x="2164747" y="357378"/>
                  </a:lnTo>
                  <a:lnTo>
                    <a:pt x="2164366" y="356902"/>
                  </a:lnTo>
                  <a:lnTo>
                    <a:pt x="2163985" y="356330"/>
                  </a:lnTo>
                  <a:lnTo>
                    <a:pt x="2163318" y="354806"/>
                  </a:lnTo>
                  <a:lnTo>
                    <a:pt x="2162270" y="353854"/>
                  </a:lnTo>
                  <a:lnTo>
                    <a:pt x="2158079" y="350901"/>
                  </a:lnTo>
                  <a:lnTo>
                    <a:pt x="2154269" y="346996"/>
                  </a:lnTo>
                  <a:lnTo>
                    <a:pt x="2153031" y="346043"/>
                  </a:lnTo>
                  <a:lnTo>
                    <a:pt x="2151888" y="345662"/>
                  </a:lnTo>
                  <a:lnTo>
                    <a:pt x="2150936" y="345948"/>
                  </a:lnTo>
                  <a:lnTo>
                    <a:pt x="2149888" y="346615"/>
                  </a:lnTo>
                  <a:lnTo>
                    <a:pt x="2149031" y="347377"/>
                  </a:lnTo>
                  <a:lnTo>
                    <a:pt x="2148649" y="347948"/>
                  </a:lnTo>
                  <a:lnTo>
                    <a:pt x="2148173" y="348425"/>
                  </a:lnTo>
                  <a:lnTo>
                    <a:pt x="2147125" y="347948"/>
                  </a:lnTo>
                  <a:lnTo>
                    <a:pt x="2145411" y="346710"/>
                  </a:lnTo>
                  <a:lnTo>
                    <a:pt x="2144935" y="346901"/>
                  </a:lnTo>
                  <a:lnTo>
                    <a:pt x="2144363" y="347281"/>
                  </a:lnTo>
                  <a:lnTo>
                    <a:pt x="2143887" y="347472"/>
                  </a:lnTo>
                  <a:lnTo>
                    <a:pt x="2143697" y="346996"/>
                  </a:lnTo>
                  <a:lnTo>
                    <a:pt x="2143601" y="346424"/>
                  </a:lnTo>
                  <a:lnTo>
                    <a:pt x="2143125" y="345472"/>
                  </a:lnTo>
                  <a:lnTo>
                    <a:pt x="2143030" y="345186"/>
                  </a:lnTo>
                  <a:lnTo>
                    <a:pt x="2142458" y="344996"/>
                  </a:lnTo>
                  <a:lnTo>
                    <a:pt x="2139029" y="345662"/>
                  </a:lnTo>
                  <a:lnTo>
                    <a:pt x="2138553" y="344614"/>
                  </a:lnTo>
                  <a:lnTo>
                    <a:pt x="2138077" y="344138"/>
                  </a:lnTo>
                  <a:lnTo>
                    <a:pt x="2137029" y="344614"/>
                  </a:lnTo>
                  <a:lnTo>
                    <a:pt x="2136458" y="344614"/>
                  </a:lnTo>
                  <a:lnTo>
                    <a:pt x="2133695" y="344329"/>
                  </a:lnTo>
                  <a:lnTo>
                    <a:pt x="2132076" y="343948"/>
                  </a:lnTo>
                  <a:lnTo>
                    <a:pt x="2131790" y="343757"/>
                  </a:lnTo>
                  <a:lnTo>
                    <a:pt x="2131219" y="343376"/>
                  </a:lnTo>
                  <a:lnTo>
                    <a:pt x="2130933" y="343281"/>
                  </a:lnTo>
                  <a:lnTo>
                    <a:pt x="2130647" y="343281"/>
                  </a:lnTo>
                  <a:lnTo>
                    <a:pt x="2130076" y="343471"/>
                  </a:lnTo>
                  <a:lnTo>
                    <a:pt x="2129790" y="343471"/>
                  </a:lnTo>
                  <a:lnTo>
                    <a:pt x="2129314" y="343186"/>
                  </a:lnTo>
                  <a:lnTo>
                    <a:pt x="2128457" y="342233"/>
                  </a:lnTo>
                  <a:lnTo>
                    <a:pt x="2127980" y="342043"/>
                  </a:lnTo>
                  <a:lnTo>
                    <a:pt x="2126933" y="342424"/>
                  </a:lnTo>
                  <a:lnTo>
                    <a:pt x="2126933" y="343376"/>
                  </a:lnTo>
                  <a:lnTo>
                    <a:pt x="2128171" y="346996"/>
                  </a:lnTo>
                  <a:lnTo>
                    <a:pt x="2129123" y="349377"/>
                  </a:lnTo>
                  <a:close/>
                  <a:moveTo>
                    <a:pt x="1750314" y="191834"/>
                  </a:moveTo>
                  <a:lnTo>
                    <a:pt x="1750790" y="193072"/>
                  </a:lnTo>
                  <a:lnTo>
                    <a:pt x="1751171" y="195548"/>
                  </a:lnTo>
                  <a:lnTo>
                    <a:pt x="1750981" y="199168"/>
                  </a:lnTo>
                  <a:lnTo>
                    <a:pt x="1751266" y="200025"/>
                  </a:lnTo>
                  <a:lnTo>
                    <a:pt x="1752886" y="201644"/>
                  </a:lnTo>
                  <a:lnTo>
                    <a:pt x="1753172" y="202597"/>
                  </a:lnTo>
                  <a:lnTo>
                    <a:pt x="1752505" y="203740"/>
                  </a:lnTo>
                  <a:lnTo>
                    <a:pt x="1752124" y="204883"/>
                  </a:lnTo>
                  <a:lnTo>
                    <a:pt x="1753172" y="204597"/>
                  </a:lnTo>
                  <a:lnTo>
                    <a:pt x="1754600" y="203645"/>
                  </a:lnTo>
                  <a:lnTo>
                    <a:pt x="1755362" y="202883"/>
                  </a:lnTo>
                  <a:lnTo>
                    <a:pt x="1756124" y="202597"/>
                  </a:lnTo>
                  <a:lnTo>
                    <a:pt x="1763744" y="201835"/>
                  </a:lnTo>
                  <a:lnTo>
                    <a:pt x="1764792" y="201454"/>
                  </a:lnTo>
                  <a:lnTo>
                    <a:pt x="1767840" y="198977"/>
                  </a:lnTo>
                  <a:lnTo>
                    <a:pt x="1768221" y="198406"/>
                  </a:lnTo>
                  <a:lnTo>
                    <a:pt x="1768888" y="196596"/>
                  </a:lnTo>
                  <a:lnTo>
                    <a:pt x="1771840" y="190976"/>
                  </a:lnTo>
                  <a:lnTo>
                    <a:pt x="1772031" y="187547"/>
                  </a:lnTo>
                  <a:lnTo>
                    <a:pt x="1772793" y="185642"/>
                  </a:lnTo>
                  <a:lnTo>
                    <a:pt x="1773936" y="183737"/>
                  </a:lnTo>
                  <a:lnTo>
                    <a:pt x="1774603" y="181642"/>
                  </a:lnTo>
                  <a:lnTo>
                    <a:pt x="1774222" y="179261"/>
                  </a:lnTo>
                  <a:lnTo>
                    <a:pt x="1771840" y="176403"/>
                  </a:lnTo>
                  <a:lnTo>
                    <a:pt x="1771269" y="176022"/>
                  </a:lnTo>
                  <a:lnTo>
                    <a:pt x="1770698" y="175165"/>
                  </a:lnTo>
                  <a:lnTo>
                    <a:pt x="1769459" y="172688"/>
                  </a:lnTo>
                  <a:lnTo>
                    <a:pt x="1768792" y="171831"/>
                  </a:lnTo>
                  <a:lnTo>
                    <a:pt x="1767935" y="171355"/>
                  </a:lnTo>
                  <a:lnTo>
                    <a:pt x="1766888" y="171831"/>
                  </a:lnTo>
                  <a:lnTo>
                    <a:pt x="1766125" y="173069"/>
                  </a:lnTo>
                  <a:lnTo>
                    <a:pt x="1765840" y="174022"/>
                  </a:lnTo>
                  <a:lnTo>
                    <a:pt x="1765268" y="174498"/>
                  </a:lnTo>
                  <a:lnTo>
                    <a:pt x="1763839" y="174212"/>
                  </a:lnTo>
                  <a:lnTo>
                    <a:pt x="1763078" y="173641"/>
                  </a:lnTo>
                  <a:lnTo>
                    <a:pt x="1762601" y="173450"/>
                  </a:lnTo>
                  <a:lnTo>
                    <a:pt x="1762125" y="173641"/>
                  </a:lnTo>
                  <a:lnTo>
                    <a:pt x="1761077" y="174403"/>
                  </a:lnTo>
                  <a:lnTo>
                    <a:pt x="1760696" y="174784"/>
                  </a:lnTo>
                  <a:lnTo>
                    <a:pt x="1760125" y="176594"/>
                  </a:lnTo>
                  <a:lnTo>
                    <a:pt x="1759172" y="177355"/>
                  </a:lnTo>
                  <a:lnTo>
                    <a:pt x="1756886" y="178403"/>
                  </a:lnTo>
                  <a:lnTo>
                    <a:pt x="1754886" y="180404"/>
                  </a:lnTo>
                  <a:lnTo>
                    <a:pt x="1752505" y="185071"/>
                  </a:lnTo>
                  <a:lnTo>
                    <a:pt x="1751076" y="187262"/>
                  </a:lnTo>
                  <a:lnTo>
                    <a:pt x="1748885" y="189357"/>
                  </a:lnTo>
                  <a:lnTo>
                    <a:pt x="1748314" y="190405"/>
                  </a:lnTo>
                  <a:lnTo>
                    <a:pt x="1749362" y="190881"/>
                  </a:lnTo>
                  <a:lnTo>
                    <a:pt x="1750314" y="191834"/>
                  </a:lnTo>
                  <a:close/>
                  <a:moveTo>
                    <a:pt x="1745456" y="189262"/>
                  </a:moveTo>
                  <a:lnTo>
                    <a:pt x="1746123" y="189833"/>
                  </a:lnTo>
                  <a:lnTo>
                    <a:pt x="1746885" y="189262"/>
                  </a:lnTo>
                  <a:lnTo>
                    <a:pt x="1748028" y="186309"/>
                  </a:lnTo>
                  <a:lnTo>
                    <a:pt x="1748123" y="185642"/>
                  </a:lnTo>
                  <a:lnTo>
                    <a:pt x="1747075" y="183928"/>
                  </a:lnTo>
                  <a:lnTo>
                    <a:pt x="1746409" y="183737"/>
                  </a:lnTo>
                  <a:lnTo>
                    <a:pt x="1746123" y="183928"/>
                  </a:lnTo>
                  <a:lnTo>
                    <a:pt x="1745932" y="184404"/>
                  </a:lnTo>
                  <a:lnTo>
                    <a:pt x="1745551" y="185071"/>
                  </a:lnTo>
                  <a:lnTo>
                    <a:pt x="1745171" y="185547"/>
                  </a:lnTo>
                  <a:lnTo>
                    <a:pt x="1744885" y="186119"/>
                  </a:lnTo>
                  <a:lnTo>
                    <a:pt x="1744694" y="186690"/>
                  </a:lnTo>
                  <a:lnTo>
                    <a:pt x="1744694" y="187262"/>
                  </a:lnTo>
                  <a:lnTo>
                    <a:pt x="1744980" y="188309"/>
                  </a:lnTo>
                  <a:lnTo>
                    <a:pt x="1745456" y="189262"/>
                  </a:lnTo>
                  <a:close/>
                  <a:moveTo>
                    <a:pt x="1726501" y="193834"/>
                  </a:moveTo>
                  <a:lnTo>
                    <a:pt x="1727740" y="193643"/>
                  </a:lnTo>
                  <a:lnTo>
                    <a:pt x="1728311" y="192500"/>
                  </a:lnTo>
                  <a:lnTo>
                    <a:pt x="1728216" y="191357"/>
                  </a:lnTo>
                  <a:lnTo>
                    <a:pt x="1727930" y="190881"/>
                  </a:lnTo>
                  <a:lnTo>
                    <a:pt x="1727454" y="190786"/>
                  </a:lnTo>
                  <a:lnTo>
                    <a:pt x="1726597" y="190786"/>
                  </a:lnTo>
                  <a:lnTo>
                    <a:pt x="1725263" y="190500"/>
                  </a:lnTo>
                  <a:lnTo>
                    <a:pt x="1724787" y="190691"/>
                  </a:lnTo>
                  <a:lnTo>
                    <a:pt x="1724597" y="191643"/>
                  </a:lnTo>
                  <a:lnTo>
                    <a:pt x="1725073" y="192977"/>
                  </a:lnTo>
                  <a:lnTo>
                    <a:pt x="1726501" y="193834"/>
                  </a:lnTo>
                  <a:close/>
                  <a:moveTo>
                    <a:pt x="1806512" y="307658"/>
                  </a:moveTo>
                  <a:lnTo>
                    <a:pt x="1807083" y="308134"/>
                  </a:lnTo>
                  <a:lnTo>
                    <a:pt x="1808321" y="308801"/>
                  </a:lnTo>
                  <a:lnTo>
                    <a:pt x="1808607" y="309086"/>
                  </a:lnTo>
                  <a:lnTo>
                    <a:pt x="1809845" y="311087"/>
                  </a:lnTo>
                  <a:lnTo>
                    <a:pt x="1810322" y="311372"/>
                  </a:lnTo>
                  <a:lnTo>
                    <a:pt x="1810322" y="312134"/>
                  </a:lnTo>
                  <a:lnTo>
                    <a:pt x="1810226" y="312992"/>
                  </a:lnTo>
                  <a:lnTo>
                    <a:pt x="1810322" y="313658"/>
                  </a:lnTo>
                  <a:lnTo>
                    <a:pt x="1814798" y="315468"/>
                  </a:lnTo>
                  <a:lnTo>
                    <a:pt x="1817084" y="319373"/>
                  </a:lnTo>
                  <a:lnTo>
                    <a:pt x="1817846" y="320421"/>
                  </a:lnTo>
                  <a:lnTo>
                    <a:pt x="1818323" y="320707"/>
                  </a:lnTo>
                  <a:lnTo>
                    <a:pt x="1819084" y="320802"/>
                  </a:lnTo>
                  <a:lnTo>
                    <a:pt x="1819561" y="320707"/>
                  </a:lnTo>
                  <a:lnTo>
                    <a:pt x="1820132" y="320421"/>
                  </a:lnTo>
                  <a:lnTo>
                    <a:pt x="1820513" y="320040"/>
                  </a:lnTo>
                  <a:lnTo>
                    <a:pt x="1820704" y="319659"/>
                  </a:lnTo>
                  <a:lnTo>
                    <a:pt x="1820513" y="318802"/>
                  </a:lnTo>
                  <a:lnTo>
                    <a:pt x="1820037" y="317945"/>
                  </a:lnTo>
                  <a:lnTo>
                    <a:pt x="1818894" y="316706"/>
                  </a:lnTo>
                  <a:lnTo>
                    <a:pt x="1817656" y="315659"/>
                  </a:lnTo>
                  <a:lnTo>
                    <a:pt x="1814893" y="313849"/>
                  </a:lnTo>
                  <a:lnTo>
                    <a:pt x="1806988" y="307086"/>
                  </a:lnTo>
                  <a:lnTo>
                    <a:pt x="1806512" y="306991"/>
                  </a:lnTo>
                  <a:lnTo>
                    <a:pt x="1806131" y="307181"/>
                  </a:lnTo>
                  <a:lnTo>
                    <a:pt x="1805940" y="307562"/>
                  </a:lnTo>
                  <a:lnTo>
                    <a:pt x="1806131" y="307753"/>
                  </a:lnTo>
                  <a:lnTo>
                    <a:pt x="1806512" y="307658"/>
                  </a:lnTo>
                  <a:close/>
                  <a:moveTo>
                    <a:pt x="1829943" y="409480"/>
                  </a:moveTo>
                  <a:lnTo>
                    <a:pt x="1831181" y="409766"/>
                  </a:lnTo>
                  <a:lnTo>
                    <a:pt x="1833372" y="410718"/>
                  </a:lnTo>
                  <a:lnTo>
                    <a:pt x="1833658" y="411004"/>
                  </a:lnTo>
                  <a:lnTo>
                    <a:pt x="1834610" y="412052"/>
                  </a:lnTo>
                  <a:lnTo>
                    <a:pt x="1834991" y="412242"/>
                  </a:lnTo>
                  <a:lnTo>
                    <a:pt x="1835753" y="412528"/>
                  </a:lnTo>
                  <a:lnTo>
                    <a:pt x="1836611" y="413195"/>
                  </a:lnTo>
                  <a:lnTo>
                    <a:pt x="1838230" y="413766"/>
                  </a:lnTo>
                  <a:lnTo>
                    <a:pt x="1838897" y="414242"/>
                  </a:lnTo>
                  <a:lnTo>
                    <a:pt x="1839373" y="414338"/>
                  </a:lnTo>
                  <a:lnTo>
                    <a:pt x="1841659" y="414433"/>
                  </a:lnTo>
                  <a:lnTo>
                    <a:pt x="1843945" y="415480"/>
                  </a:lnTo>
                  <a:lnTo>
                    <a:pt x="1846707" y="415290"/>
                  </a:lnTo>
                  <a:lnTo>
                    <a:pt x="1847850" y="415480"/>
                  </a:lnTo>
                  <a:lnTo>
                    <a:pt x="1849183" y="416147"/>
                  </a:lnTo>
                  <a:lnTo>
                    <a:pt x="1848993" y="416243"/>
                  </a:lnTo>
                  <a:lnTo>
                    <a:pt x="1848422" y="416528"/>
                  </a:lnTo>
                  <a:lnTo>
                    <a:pt x="1848803" y="416719"/>
                  </a:lnTo>
                  <a:lnTo>
                    <a:pt x="1849183" y="416909"/>
                  </a:lnTo>
                  <a:lnTo>
                    <a:pt x="1849564" y="417195"/>
                  </a:lnTo>
                  <a:lnTo>
                    <a:pt x="1849946" y="417576"/>
                  </a:lnTo>
                  <a:lnTo>
                    <a:pt x="1851374" y="417195"/>
                  </a:lnTo>
                  <a:lnTo>
                    <a:pt x="1854994" y="417100"/>
                  </a:lnTo>
                  <a:lnTo>
                    <a:pt x="1856708" y="416433"/>
                  </a:lnTo>
                  <a:lnTo>
                    <a:pt x="1857184" y="415862"/>
                  </a:lnTo>
                  <a:lnTo>
                    <a:pt x="1857756" y="415004"/>
                  </a:lnTo>
                  <a:lnTo>
                    <a:pt x="1858423" y="414242"/>
                  </a:lnTo>
                  <a:lnTo>
                    <a:pt x="1859089" y="413861"/>
                  </a:lnTo>
                  <a:lnTo>
                    <a:pt x="1859566" y="413480"/>
                  </a:lnTo>
                  <a:lnTo>
                    <a:pt x="1860518" y="411861"/>
                  </a:lnTo>
                  <a:lnTo>
                    <a:pt x="1861090" y="411289"/>
                  </a:lnTo>
                  <a:lnTo>
                    <a:pt x="1861280" y="411575"/>
                  </a:lnTo>
                  <a:lnTo>
                    <a:pt x="1861375" y="412052"/>
                  </a:lnTo>
                  <a:lnTo>
                    <a:pt x="1861471" y="412337"/>
                  </a:lnTo>
                  <a:lnTo>
                    <a:pt x="1861375" y="412528"/>
                  </a:lnTo>
                  <a:lnTo>
                    <a:pt x="1861185" y="413004"/>
                  </a:lnTo>
                  <a:lnTo>
                    <a:pt x="1861185" y="413576"/>
                  </a:lnTo>
                  <a:lnTo>
                    <a:pt x="1861661" y="413861"/>
                  </a:lnTo>
                  <a:lnTo>
                    <a:pt x="1862138" y="414052"/>
                  </a:lnTo>
                  <a:lnTo>
                    <a:pt x="1862518" y="414433"/>
                  </a:lnTo>
                  <a:lnTo>
                    <a:pt x="1862899" y="414623"/>
                  </a:lnTo>
                  <a:lnTo>
                    <a:pt x="1863376" y="414433"/>
                  </a:lnTo>
                  <a:lnTo>
                    <a:pt x="1863757" y="414052"/>
                  </a:lnTo>
                  <a:lnTo>
                    <a:pt x="1863947" y="413766"/>
                  </a:lnTo>
                  <a:lnTo>
                    <a:pt x="1864138" y="413480"/>
                  </a:lnTo>
                  <a:lnTo>
                    <a:pt x="1864519" y="413195"/>
                  </a:lnTo>
                  <a:lnTo>
                    <a:pt x="1865090" y="413004"/>
                  </a:lnTo>
                  <a:lnTo>
                    <a:pt x="1865757" y="413004"/>
                  </a:lnTo>
                  <a:lnTo>
                    <a:pt x="1866138" y="412813"/>
                  </a:lnTo>
                  <a:lnTo>
                    <a:pt x="1866043" y="412147"/>
                  </a:lnTo>
                  <a:lnTo>
                    <a:pt x="1861280" y="410337"/>
                  </a:lnTo>
                  <a:lnTo>
                    <a:pt x="1861852" y="409480"/>
                  </a:lnTo>
                  <a:lnTo>
                    <a:pt x="1863471" y="408242"/>
                  </a:lnTo>
                  <a:lnTo>
                    <a:pt x="1864042" y="408051"/>
                  </a:lnTo>
                  <a:lnTo>
                    <a:pt x="1864519" y="408051"/>
                  </a:lnTo>
                  <a:lnTo>
                    <a:pt x="1864805" y="407861"/>
                  </a:lnTo>
                  <a:lnTo>
                    <a:pt x="1864995" y="406622"/>
                  </a:lnTo>
                  <a:lnTo>
                    <a:pt x="1865281" y="406527"/>
                  </a:lnTo>
                  <a:lnTo>
                    <a:pt x="1865662" y="406527"/>
                  </a:lnTo>
                  <a:lnTo>
                    <a:pt x="1866138" y="406241"/>
                  </a:lnTo>
                  <a:lnTo>
                    <a:pt x="1866233" y="405479"/>
                  </a:lnTo>
                  <a:lnTo>
                    <a:pt x="1865757" y="404336"/>
                  </a:lnTo>
                  <a:lnTo>
                    <a:pt x="1865090" y="403193"/>
                  </a:lnTo>
                  <a:lnTo>
                    <a:pt x="1864519" y="402431"/>
                  </a:lnTo>
                  <a:lnTo>
                    <a:pt x="1861661" y="400431"/>
                  </a:lnTo>
                  <a:lnTo>
                    <a:pt x="1861947" y="398050"/>
                  </a:lnTo>
                  <a:lnTo>
                    <a:pt x="1861756" y="397288"/>
                  </a:lnTo>
                  <a:lnTo>
                    <a:pt x="1861471" y="397193"/>
                  </a:lnTo>
                  <a:lnTo>
                    <a:pt x="1860899" y="397193"/>
                  </a:lnTo>
                  <a:lnTo>
                    <a:pt x="1860328" y="397288"/>
                  </a:lnTo>
                  <a:lnTo>
                    <a:pt x="1858613" y="397955"/>
                  </a:lnTo>
                  <a:lnTo>
                    <a:pt x="1857470" y="398621"/>
                  </a:lnTo>
                  <a:lnTo>
                    <a:pt x="1856423" y="399383"/>
                  </a:lnTo>
                  <a:lnTo>
                    <a:pt x="1855565" y="400241"/>
                  </a:lnTo>
                  <a:lnTo>
                    <a:pt x="1854994" y="400336"/>
                  </a:lnTo>
                  <a:lnTo>
                    <a:pt x="1851850" y="399764"/>
                  </a:lnTo>
                  <a:lnTo>
                    <a:pt x="1850612" y="399860"/>
                  </a:lnTo>
                  <a:lnTo>
                    <a:pt x="1848422" y="400431"/>
                  </a:lnTo>
                  <a:lnTo>
                    <a:pt x="1846136" y="400621"/>
                  </a:lnTo>
                  <a:lnTo>
                    <a:pt x="1844992" y="400812"/>
                  </a:lnTo>
                  <a:lnTo>
                    <a:pt x="1844040" y="401193"/>
                  </a:lnTo>
                  <a:lnTo>
                    <a:pt x="1841278" y="402812"/>
                  </a:lnTo>
                  <a:lnTo>
                    <a:pt x="1840230" y="403288"/>
                  </a:lnTo>
                  <a:lnTo>
                    <a:pt x="1838420" y="403479"/>
                  </a:lnTo>
                  <a:lnTo>
                    <a:pt x="1837944" y="403670"/>
                  </a:lnTo>
                  <a:lnTo>
                    <a:pt x="1837087" y="404146"/>
                  </a:lnTo>
                  <a:lnTo>
                    <a:pt x="1836991" y="404241"/>
                  </a:lnTo>
                  <a:lnTo>
                    <a:pt x="1836991" y="404431"/>
                  </a:lnTo>
                  <a:lnTo>
                    <a:pt x="1836991" y="404622"/>
                  </a:lnTo>
                  <a:lnTo>
                    <a:pt x="1836801" y="404813"/>
                  </a:lnTo>
                  <a:lnTo>
                    <a:pt x="1830133" y="407099"/>
                  </a:lnTo>
                  <a:lnTo>
                    <a:pt x="1828514" y="408051"/>
                  </a:lnTo>
                  <a:lnTo>
                    <a:pt x="1829467" y="409194"/>
                  </a:lnTo>
                  <a:lnTo>
                    <a:pt x="1829943" y="409480"/>
                  </a:lnTo>
                  <a:close/>
                  <a:moveTo>
                    <a:pt x="1873567" y="337280"/>
                  </a:moveTo>
                  <a:lnTo>
                    <a:pt x="1874044" y="337661"/>
                  </a:lnTo>
                  <a:lnTo>
                    <a:pt x="1874806" y="337661"/>
                  </a:lnTo>
                  <a:lnTo>
                    <a:pt x="1877187" y="337090"/>
                  </a:lnTo>
                  <a:lnTo>
                    <a:pt x="1877854" y="336518"/>
                  </a:lnTo>
                  <a:lnTo>
                    <a:pt x="1879378" y="334423"/>
                  </a:lnTo>
                  <a:lnTo>
                    <a:pt x="1879568" y="333661"/>
                  </a:lnTo>
                  <a:lnTo>
                    <a:pt x="1879473" y="332899"/>
                  </a:lnTo>
                  <a:lnTo>
                    <a:pt x="1878997" y="332232"/>
                  </a:lnTo>
                  <a:lnTo>
                    <a:pt x="1878616" y="331946"/>
                  </a:lnTo>
                  <a:lnTo>
                    <a:pt x="1877378" y="331375"/>
                  </a:lnTo>
                  <a:lnTo>
                    <a:pt x="1876615" y="330994"/>
                  </a:lnTo>
                  <a:lnTo>
                    <a:pt x="1876234" y="330899"/>
                  </a:lnTo>
                  <a:lnTo>
                    <a:pt x="1875854" y="331089"/>
                  </a:lnTo>
                  <a:lnTo>
                    <a:pt x="1875663" y="331375"/>
                  </a:lnTo>
                  <a:lnTo>
                    <a:pt x="1875473" y="331661"/>
                  </a:lnTo>
                  <a:lnTo>
                    <a:pt x="1875282" y="331851"/>
                  </a:lnTo>
                  <a:lnTo>
                    <a:pt x="1874044" y="332232"/>
                  </a:lnTo>
                  <a:lnTo>
                    <a:pt x="1873377" y="332804"/>
                  </a:lnTo>
                  <a:lnTo>
                    <a:pt x="1872806" y="333470"/>
                  </a:lnTo>
                  <a:lnTo>
                    <a:pt x="1872329" y="333851"/>
                  </a:lnTo>
                  <a:lnTo>
                    <a:pt x="1871567" y="334137"/>
                  </a:lnTo>
                  <a:lnTo>
                    <a:pt x="1870996" y="334137"/>
                  </a:lnTo>
                  <a:lnTo>
                    <a:pt x="1870520" y="333756"/>
                  </a:lnTo>
                  <a:lnTo>
                    <a:pt x="1870329" y="332899"/>
                  </a:lnTo>
                  <a:lnTo>
                    <a:pt x="1870043" y="332708"/>
                  </a:lnTo>
                  <a:lnTo>
                    <a:pt x="1869472" y="333185"/>
                  </a:lnTo>
                  <a:lnTo>
                    <a:pt x="1868900" y="333946"/>
                  </a:lnTo>
                  <a:lnTo>
                    <a:pt x="1868519" y="334613"/>
                  </a:lnTo>
                  <a:lnTo>
                    <a:pt x="1868329" y="334232"/>
                  </a:lnTo>
                  <a:lnTo>
                    <a:pt x="1868138" y="334042"/>
                  </a:lnTo>
                  <a:lnTo>
                    <a:pt x="1867853" y="333946"/>
                  </a:lnTo>
                  <a:lnTo>
                    <a:pt x="1867376" y="333851"/>
                  </a:lnTo>
                  <a:lnTo>
                    <a:pt x="1867662" y="334613"/>
                  </a:lnTo>
                  <a:lnTo>
                    <a:pt x="1868138" y="335280"/>
                  </a:lnTo>
                  <a:lnTo>
                    <a:pt x="1868710" y="335566"/>
                  </a:lnTo>
                  <a:lnTo>
                    <a:pt x="1869472" y="335280"/>
                  </a:lnTo>
                  <a:lnTo>
                    <a:pt x="1869281" y="335947"/>
                  </a:lnTo>
                  <a:lnTo>
                    <a:pt x="1868710" y="336233"/>
                  </a:lnTo>
                  <a:lnTo>
                    <a:pt x="1868043" y="336518"/>
                  </a:lnTo>
                  <a:lnTo>
                    <a:pt x="1867567" y="337090"/>
                  </a:lnTo>
                  <a:lnTo>
                    <a:pt x="1870520" y="336709"/>
                  </a:lnTo>
                  <a:lnTo>
                    <a:pt x="1871091" y="336518"/>
                  </a:lnTo>
                  <a:lnTo>
                    <a:pt x="1871472" y="336328"/>
                  </a:lnTo>
                  <a:lnTo>
                    <a:pt x="1872234" y="336042"/>
                  </a:lnTo>
                  <a:lnTo>
                    <a:pt x="1872615" y="335852"/>
                  </a:lnTo>
                  <a:lnTo>
                    <a:pt x="1872806" y="335566"/>
                  </a:lnTo>
                  <a:lnTo>
                    <a:pt x="1872996" y="334804"/>
                  </a:lnTo>
                  <a:lnTo>
                    <a:pt x="1873091" y="334613"/>
                  </a:lnTo>
                  <a:lnTo>
                    <a:pt x="1874806" y="333946"/>
                  </a:lnTo>
                  <a:lnTo>
                    <a:pt x="1874806" y="335280"/>
                  </a:lnTo>
                  <a:lnTo>
                    <a:pt x="1874044" y="336995"/>
                  </a:lnTo>
                  <a:lnTo>
                    <a:pt x="1873567" y="337280"/>
                  </a:lnTo>
                  <a:close/>
                  <a:moveTo>
                    <a:pt x="1707451" y="251555"/>
                  </a:moveTo>
                  <a:lnTo>
                    <a:pt x="1707071" y="252127"/>
                  </a:lnTo>
                  <a:lnTo>
                    <a:pt x="1706689" y="252508"/>
                  </a:lnTo>
                  <a:lnTo>
                    <a:pt x="1706404" y="252984"/>
                  </a:lnTo>
                  <a:lnTo>
                    <a:pt x="1706308" y="253746"/>
                  </a:lnTo>
                  <a:lnTo>
                    <a:pt x="1706594" y="254889"/>
                  </a:lnTo>
                  <a:lnTo>
                    <a:pt x="1707261" y="254984"/>
                  </a:lnTo>
                  <a:lnTo>
                    <a:pt x="1708118" y="254603"/>
                  </a:lnTo>
                  <a:lnTo>
                    <a:pt x="1709071" y="254318"/>
                  </a:lnTo>
                  <a:lnTo>
                    <a:pt x="1709356" y="254127"/>
                  </a:lnTo>
                  <a:lnTo>
                    <a:pt x="1709738" y="253841"/>
                  </a:lnTo>
                  <a:lnTo>
                    <a:pt x="1710214" y="253555"/>
                  </a:lnTo>
                  <a:lnTo>
                    <a:pt x="1710690" y="253555"/>
                  </a:lnTo>
                  <a:lnTo>
                    <a:pt x="1711262" y="254127"/>
                  </a:lnTo>
                  <a:lnTo>
                    <a:pt x="1711262" y="254699"/>
                  </a:lnTo>
                  <a:lnTo>
                    <a:pt x="1711071" y="255270"/>
                  </a:lnTo>
                  <a:lnTo>
                    <a:pt x="1710976" y="255842"/>
                  </a:lnTo>
                  <a:lnTo>
                    <a:pt x="1710976" y="256127"/>
                  </a:lnTo>
                  <a:lnTo>
                    <a:pt x="1710976" y="257080"/>
                  </a:lnTo>
                  <a:lnTo>
                    <a:pt x="1711071" y="257270"/>
                  </a:lnTo>
                  <a:lnTo>
                    <a:pt x="1711547" y="257270"/>
                  </a:lnTo>
                  <a:lnTo>
                    <a:pt x="1711642" y="257461"/>
                  </a:lnTo>
                  <a:lnTo>
                    <a:pt x="1711738" y="257746"/>
                  </a:lnTo>
                  <a:lnTo>
                    <a:pt x="1712214" y="258699"/>
                  </a:lnTo>
                  <a:lnTo>
                    <a:pt x="1712309" y="259175"/>
                  </a:lnTo>
                  <a:lnTo>
                    <a:pt x="1712023" y="260128"/>
                  </a:lnTo>
                  <a:lnTo>
                    <a:pt x="1711452" y="261080"/>
                  </a:lnTo>
                  <a:lnTo>
                    <a:pt x="1711262" y="262033"/>
                  </a:lnTo>
                  <a:lnTo>
                    <a:pt x="1711928" y="262985"/>
                  </a:lnTo>
                  <a:lnTo>
                    <a:pt x="1713548" y="263557"/>
                  </a:lnTo>
                  <a:lnTo>
                    <a:pt x="1715643" y="263938"/>
                  </a:lnTo>
                  <a:lnTo>
                    <a:pt x="1717453" y="264509"/>
                  </a:lnTo>
                  <a:lnTo>
                    <a:pt x="1718120" y="265843"/>
                  </a:lnTo>
                  <a:lnTo>
                    <a:pt x="1717834" y="266795"/>
                  </a:lnTo>
                  <a:lnTo>
                    <a:pt x="1717072" y="268224"/>
                  </a:lnTo>
                  <a:lnTo>
                    <a:pt x="1716214" y="269558"/>
                  </a:lnTo>
                  <a:lnTo>
                    <a:pt x="1714500" y="270701"/>
                  </a:lnTo>
                  <a:lnTo>
                    <a:pt x="1714119" y="271939"/>
                  </a:lnTo>
                  <a:lnTo>
                    <a:pt x="1713833" y="274511"/>
                  </a:lnTo>
                  <a:lnTo>
                    <a:pt x="1713166" y="277749"/>
                  </a:lnTo>
                  <a:lnTo>
                    <a:pt x="1713071" y="280130"/>
                  </a:lnTo>
                  <a:lnTo>
                    <a:pt x="1713166" y="280606"/>
                  </a:lnTo>
                  <a:lnTo>
                    <a:pt x="1713452" y="281178"/>
                  </a:lnTo>
                  <a:lnTo>
                    <a:pt x="1713833" y="281559"/>
                  </a:lnTo>
                  <a:lnTo>
                    <a:pt x="1714214" y="281845"/>
                  </a:lnTo>
                  <a:lnTo>
                    <a:pt x="1714500" y="282130"/>
                  </a:lnTo>
                  <a:lnTo>
                    <a:pt x="1714786" y="282893"/>
                  </a:lnTo>
                  <a:lnTo>
                    <a:pt x="1715167" y="285369"/>
                  </a:lnTo>
                  <a:lnTo>
                    <a:pt x="1715262" y="286988"/>
                  </a:lnTo>
                  <a:lnTo>
                    <a:pt x="1715357" y="287464"/>
                  </a:lnTo>
                  <a:lnTo>
                    <a:pt x="1715548" y="287846"/>
                  </a:lnTo>
                  <a:lnTo>
                    <a:pt x="1715929" y="288322"/>
                  </a:lnTo>
                  <a:lnTo>
                    <a:pt x="1716976" y="289084"/>
                  </a:lnTo>
                  <a:lnTo>
                    <a:pt x="1717072" y="289274"/>
                  </a:lnTo>
                  <a:lnTo>
                    <a:pt x="1717262" y="289655"/>
                  </a:lnTo>
                  <a:lnTo>
                    <a:pt x="1717357" y="289846"/>
                  </a:lnTo>
                  <a:lnTo>
                    <a:pt x="1719739" y="291846"/>
                  </a:lnTo>
                  <a:lnTo>
                    <a:pt x="1720215" y="291941"/>
                  </a:lnTo>
                  <a:lnTo>
                    <a:pt x="1721358" y="291560"/>
                  </a:lnTo>
                  <a:lnTo>
                    <a:pt x="1721930" y="291751"/>
                  </a:lnTo>
                  <a:lnTo>
                    <a:pt x="1722596" y="292513"/>
                  </a:lnTo>
                  <a:lnTo>
                    <a:pt x="1722977" y="293275"/>
                  </a:lnTo>
                  <a:lnTo>
                    <a:pt x="1723073" y="294132"/>
                  </a:lnTo>
                  <a:lnTo>
                    <a:pt x="1722882" y="295085"/>
                  </a:lnTo>
                  <a:lnTo>
                    <a:pt x="1721167" y="301085"/>
                  </a:lnTo>
                  <a:lnTo>
                    <a:pt x="1721072" y="303371"/>
                  </a:lnTo>
                  <a:lnTo>
                    <a:pt x="1721358" y="304419"/>
                  </a:lnTo>
                  <a:lnTo>
                    <a:pt x="1722025" y="305943"/>
                  </a:lnTo>
                  <a:lnTo>
                    <a:pt x="1722120" y="307181"/>
                  </a:lnTo>
                  <a:lnTo>
                    <a:pt x="1722025" y="307658"/>
                  </a:lnTo>
                  <a:lnTo>
                    <a:pt x="1721548" y="308896"/>
                  </a:lnTo>
                  <a:lnTo>
                    <a:pt x="1721358" y="309467"/>
                  </a:lnTo>
                  <a:lnTo>
                    <a:pt x="1721263" y="310039"/>
                  </a:lnTo>
                  <a:lnTo>
                    <a:pt x="1721358" y="316039"/>
                  </a:lnTo>
                  <a:lnTo>
                    <a:pt x="1721167" y="317183"/>
                  </a:lnTo>
                  <a:lnTo>
                    <a:pt x="1720310" y="319278"/>
                  </a:lnTo>
                  <a:lnTo>
                    <a:pt x="1720215" y="320516"/>
                  </a:lnTo>
                  <a:lnTo>
                    <a:pt x="1720596" y="321564"/>
                  </a:lnTo>
                  <a:lnTo>
                    <a:pt x="1721453" y="323183"/>
                  </a:lnTo>
                  <a:lnTo>
                    <a:pt x="1722501" y="324612"/>
                  </a:lnTo>
                  <a:lnTo>
                    <a:pt x="1723358" y="325184"/>
                  </a:lnTo>
                  <a:lnTo>
                    <a:pt x="1724311" y="325469"/>
                  </a:lnTo>
                  <a:lnTo>
                    <a:pt x="1726216" y="326803"/>
                  </a:lnTo>
                  <a:lnTo>
                    <a:pt x="1729073" y="328327"/>
                  </a:lnTo>
                  <a:lnTo>
                    <a:pt x="1729549" y="328422"/>
                  </a:lnTo>
                  <a:lnTo>
                    <a:pt x="1730121" y="328708"/>
                  </a:lnTo>
                  <a:lnTo>
                    <a:pt x="1731073" y="329946"/>
                  </a:lnTo>
                  <a:lnTo>
                    <a:pt x="1731931" y="330803"/>
                  </a:lnTo>
                  <a:lnTo>
                    <a:pt x="1733359" y="334518"/>
                  </a:lnTo>
                  <a:lnTo>
                    <a:pt x="1736312" y="338804"/>
                  </a:lnTo>
                  <a:lnTo>
                    <a:pt x="1739074" y="345186"/>
                  </a:lnTo>
                  <a:lnTo>
                    <a:pt x="1739646" y="346043"/>
                  </a:lnTo>
                  <a:lnTo>
                    <a:pt x="1740503" y="346710"/>
                  </a:lnTo>
                  <a:lnTo>
                    <a:pt x="1748695" y="349663"/>
                  </a:lnTo>
                  <a:lnTo>
                    <a:pt x="1751076" y="351092"/>
                  </a:lnTo>
                  <a:lnTo>
                    <a:pt x="1752124" y="352996"/>
                  </a:lnTo>
                  <a:lnTo>
                    <a:pt x="1751743" y="352996"/>
                  </a:lnTo>
                  <a:lnTo>
                    <a:pt x="1751076" y="352616"/>
                  </a:lnTo>
                  <a:lnTo>
                    <a:pt x="1750314" y="352806"/>
                  </a:lnTo>
                  <a:lnTo>
                    <a:pt x="1750028" y="353378"/>
                  </a:lnTo>
                  <a:lnTo>
                    <a:pt x="1750505" y="354235"/>
                  </a:lnTo>
                  <a:lnTo>
                    <a:pt x="1751171" y="354711"/>
                  </a:lnTo>
                  <a:lnTo>
                    <a:pt x="1751933" y="355092"/>
                  </a:lnTo>
                  <a:lnTo>
                    <a:pt x="1752886" y="355283"/>
                  </a:lnTo>
                  <a:lnTo>
                    <a:pt x="1757458" y="355663"/>
                  </a:lnTo>
                  <a:lnTo>
                    <a:pt x="1759267" y="356045"/>
                  </a:lnTo>
                  <a:lnTo>
                    <a:pt x="1760696" y="356902"/>
                  </a:lnTo>
                  <a:lnTo>
                    <a:pt x="1761077" y="356902"/>
                  </a:lnTo>
                  <a:lnTo>
                    <a:pt x="1760791" y="356140"/>
                  </a:lnTo>
                  <a:lnTo>
                    <a:pt x="1760030" y="355568"/>
                  </a:lnTo>
                  <a:lnTo>
                    <a:pt x="1758220" y="354711"/>
                  </a:lnTo>
                  <a:lnTo>
                    <a:pt x="1757363" y="353949"/>
                  </a:lnTo>
                  <a:lnTo>
                    <a:pt x="1756220" y="352425"/>
                  </a:lnTo>
                  <a:lnTo>
                    <a:pt x="1755743" y="351854"/>
                  </a:lnTo>
                  <a:lnTo>
                    <a:pt x="1752790" y="349472"/>
                  </a:lnTo>
                  <a:lnTo>
                    <a:pt x="1749933" y="346520"/>
                  </a:lnTo>
                  <a:lnTo>
                    <a:pt x="1745266" y="338614"/>
                  </a:lnTo>
                  <a:lnTo>
                    <a:pt x="1744599" y="337852"/>
                  </a:lnTo>
                  <a:lnTo>
                    <a:pt x="1743075" y="336518"/>
                  </a:lnTo>
                  <a:lnTo>
                    <a:pt x="1742408" y="334613"/>
                  </a:lnTo>
                  <a:lnTo>
                    <a:pt x="1740217" y="331184"/>
                  </a:lnTo>
                  <a:lnTo>
                    <a:pt x="1739837" y="330137"/>
                  </a:lnTo>
                  <a:lnTo>
                    <a:pt x="1739265" y="327755"/>
                  </a:lnTo>
                  <a:lnTo>
                    <a:pt x="1739170" y="326708"/>
                  </a:lnTo>
                  <a:lnTo>
                    <a:pt x="1738884" y="325850"/>
                  </a:lnTo>
                  <a:lnTo>
                    <a:pt x="1737550" y="324231"/>
                  </a:lnTo>
                  <a:lnTo>
                    <a:pt x="1736979" y="323279"/>
                  </a:lnTo>
                  <a:lnTo>
                    <a:pt x="1736789" y="322231"/>
                  </a:lnTo>
                  <a:lnTo>
                    <a:pt x="1736598" y="319754"/>
                  </a:lnTo>
                  <a:lnTo>
                    <a:pt x="1735646" y="318040"/>
                  </a:lnTo>
                  <a:lnTo>
                    <a:pt x="1734503" y="315087"/>
                  </a:lnTo>
                  <a:lnTo>
                    <a:pt x="1732979" y="312134"/>
                  </a:lnTo>
                  <a:lnTo>
                    <a:pt x="1732407" y="310420"/>
                  </a:lnTo>
                  <a:lnTo>
                    <a:pt x="1732026" y="308324"/>
                  </a:lnTo>
                  <a:lnTo>
                    <a:pt x="1731931" y="306038"/>
                  </a:lnTo>
                  <a:lnTo>
                    <a:pt x="1732121" y="304991"/>
                  </a:lnTo>
                  <a:lnTo>
                    <a:pt x="1732502" y="304229"/>
                  </a:lnTo>
                  <a:lnTo>
                    <a:pt x="1733359" y="303371"/>
                  </a:lnTo>
                  <a:lnTo>
                    <a:pt x="1733740" y="302705"/>
                  </a:lnTo>
                  <a:lnTo>
                    <a:pt x="1733836" y="301943"/>
                  </a:lnTo>
                  <a:lnTo>
                    <a:pt x="1733359" y="296323"/>
                  </a:lnTo>
                  <a:lnTo>
                    <a:pt x="1733074" y="295180"/>
                  </a:lnTo>
                  <a:lnTo>
                    <a:pt x="1731740" y="293846"/>
                  </a:lnTo>
                  <a:lnTo>
                    <a:pt x="1731645" y="292608"/>
                  </a:lnTo>
                  <a:lnTo>
                    <a:pt x="1731931" y="292037"/>
                  </a:lnTo>
                  <a:lnTo>
                    <a:pt x="1732693" y="290989"/>
                  </a:lnTo>
                  <a:lnTo>
                    <a:pt x="1733455" y="286703"/>
                  </a:lnTo>
                  <a:lnTo>
                    <a:pt x="1734122" y="285845"/>
                  </a:lnTo>
                  <a:lnTo>
                    <a:pt x="1735074" y="285179"/>
                  </a:lnTo>
                  <a:lnTo>
                    <a:pt x="1736122" y="284321"/>
                  </a:lnTo>
                  <a:lnTo>
                    <a:pt x="1737074" y="284893"/>
                  </a:lnTo>
                  <a:lnTo>
                    <a:pt x="1739837" y="284988"/>
                  </a:lnTo>
                  <a:lnTo>
                    <a:pt x="1741075" y="285464"/>
                  </a:lnTo>
                  <a:lnTo>
                    <a:pt x="1741837" y="285369"/>
                  </a:lnTo>
                  <a:lnTo>
                    <a:pt x="1746123" y="285750"/>
                  </a:lnTo>
                  <a:lnTo>
                    <a:pt x="1746980" y="286417"/>
                  </a:lnTo>
                  <a:lnTo>
                    <a:pt x="1748028" y="287560"/>
                  </a:lnTo>
                  <a:lnTo>
                    <a:pt x="1749171" y="288322"/>
                  </a:lnTo>
                  <a:lnTo>
                    <a:pt x="1750409" y="287941"/>
                  </a:lnTo>
                  <a:lnTo>
                    <a:pt x="1751838" y="289179"/>
                  </a:lnTo>
                  <a:lnTo>
                    <a:pt x="1753553" y="289274"/>
                  </a:lnTo>
                  <a:lnTo>
                    <a:pt x="1757077" y="288703"/>
                  </a:lnTo>
                  <a:lnTo>
                    <a:pt x="1757839" y="288798"/>
                  </a:lnTo>
                  <a:lnTo>
                    <a:pt x="1759172" y="289084"/>
                  </a:lnTo>
                  <a:lnTo>
                    <a:pt x="1760030" y="289084"/>
                  </a:lnTo>
                  <a:lnTo>
                    <a:pt x="1761649" y="288893"/>
                  </a:lnTo>
                  <a:lnTo>
                    <a:pt x="1762220" y="288988"/>
                  </a:lnTo>
                  <a:lnTo>
                    <a:pt x="1762982" y="289370"/>
                  </a:lnTo>
                  <a:lnTo>
                    <a:pt x="1764982" y="291465"/>
                  </a:lnTo>
                  <a:lnTo>
                    <a:pt x="1766221" y="292513"/>
                  </a:lnTo>
                  <a:lnTo>
                    <a:pt x="1767745" y="292989"/>
                  </a:lnTo>
                  <a:lnTo>
                    <a:pt x="1769364" y="293084"/>
                  </a:lnTo>
                  <a:lnTo>
                    <a:pt x="1770983" y="293465"/>
                  </a:lnTo>
                  <a:lnTo>
                    <a:pt x="1772507" y="294037"/>
                  </a:lnTo>
                  <a:lnTo>
                    <a:pt x="1773746" y="294704"/>
                  </a:lnTo>
                  <a:lnTo>
                    <a:pt x="1774793" y="294322"/>
                  </a:lnTo>
                  <a:lnTo>
                    <a:pt x="1781842" y="296418"/>
                  </a:lnTo>
                  <a:lnTo>
                    <a:pt x="1782604" y="296513"/>
                  </a:lnTo>
                  <a:lnTo>
                    <a:pt x="1783271" y="296894"/>
                  </a:lnTo>
                  <a:lnTo>
                    <a:pt x="1785271" y="298799"/>
                  </a:lnTo>
                  <a:lnTo>
                    <a:pt x="1785271" y="298037"/>
                  </a:lnTo>
                  <a:lnTo>
                    <a:pt x="1784223" y="296228"/>
                  </a:lnTo>
                  <a:lnTo>
                    <a:pt x="1782699" y="294418"/>
                  </a:lnTo>
                  <a:lnTo>
                    <a:pt x="1781365" y="293275"/>
                  </a:lnTo>
                  <a:lnTo>
                    <a:pt x="1778508" y="292989"/>
                  </a:lnTo>
                  <a:lnTo>
                    <a:pt x="1778032" y="292703"/>
                  </a:lnTo>
                  <a:lnTo>
                    <a:pt x="1774984" y="292132"/>
                  </a:lnTo>
                  <a:lnTo>
                    <a:pt x="1774222" y="291370"/>
                  </a:lnTo>
                  <a:lnTo>
                    <a:pt x="1773936" y="289560"/>
                  </a:lnTo>
                  <a:lnTo>
                    <a:pt x="1773936" y="285369"/>
                  </a:lnTo>
                  <a:lnTo>
                    <a:pt x="1773841" y="284893"/>
                  </a:lnTo>
                  <a:lnTo>
                    <a:pt x="1773650" y="284417"/>
                  </a:lnTo>
                  <a:lnTo>
                    <a:pt x="1773174" y="283655"/>
                  </a:lnTo>
                  <a:lnTo>
                    <a:pt x="1773269" y="283369"/>
                  </a:lnTo>
                  <a:lnTo>
                    <a:pt x="1773460" y="283083"/>
                  </a:lnTo>
                  <a:lnTo>
                    <a:pt x="1773555" y="282797"/>
                  </a:lnTo>
                  <a:lnTo>
                    <a:pt x="1773746" y="281178"/>
                  </a:lnTo>
                  <a:lnTo>
                    <a:pt x="1773555" y="280511"/>
                  </a:lnTo>
                  <a:lnTo>
                    <a:pt x="1772793" y="279940"/>
                  </a:lnTo>
                  <a:lnTo>
                    <a:pt x="1772126" y="280321"/>
                  </a:lnTo>
                  <a:lnTo>
                    <a:pt x="1771459" y="280130"/>
                  </a:lnTo>
                  <a:lnTo>
                    <a:pt x="1770793" y="279749"/>
                  </a:lnTo>
                  <a:lnTo>
                    <a:pt x="1770221" y="279559"/>
                  </a:lnTo>
                  <a:lnTo>
                    <a:pt x="1769269" y="279559"/>
                  </a:lnTo>
                  <a:lnTo>
                    <a:pt x="1768507" y="279654"/>
                  </a:lnTo>
                  <a:lnTo>
                    <a:pt x="1767745" y="279559"/>
                  </a:lnTo>
                  <a:lnTo>
                    <a:pt x="1766125" y="278606"/>
                  </a:lnTo>
                  <a:lnTo>
                    <a:pt x="1765078" y="278321"/>
                  </a:lnTo>
                  <a:lnTo>
                    <a:pt x="1763268" y="278130"/>
                  </a:lnTo>
                  <a:lnTo>
                    <a:pt x="1762792" y="277939"/>
                  </a:lnTo>
                  <a:lnTo>
                    <a:pt x="1762315" y="277463"/>
                  </a:lnTo>
                  <a:lnTo>
                    <a:pt x="1761458" y="276511"/>
                  </a:lnTo>
                  <a:lnTo>
                    <a:pt x="1761077" y="276130"/>
                  </a:lnTo>
                  <a:lnTo>
                    <a:pt x="1760696" y="276035"/>
                  </a:lnTo>
                  <a:lnTo>
                    <a:pt x="1759267" y="275939"/>
                  </a:lnTo>
                  <a:lnTo>
                    <a:pt x="1757458" y="276035"/>
                  </a:lnTo>
                  <a:lnTo>
                    <a:pt x="1756886" y="275844"/>
                  </a:lnTo>
                  <a:lnTo>
                    <a:pt x="1755743" y="275082"/>
                  </a:lnTo>
                  <a:lnTo>
                    <a:pt x="1754124" y="274511"/>
                  </a:lnTo>
                  <a:lnTo>
                    <a:pt x="1753172" y="273653"/>
                  </a:lnTo>
                  <a:lnTo>
                    <a:pt x="1751743" y="272034"/>
                  </a:lnTo>
                  <a:lnTo>
                    <a:pt x="1749933" y="270605"/>
                  </a:lnTo>
                  <a:lnTo>
                    <a:pt x="1749171" y="269748"/>
                  </a:lnTo>
                  <a:lnTo>
                    <a:pt x="1748885" y="268891"/>
                  </a:lnTo>
                  <a:lnTo>
                    <a:pt x="1748981" y="267843"/>
                  </a:lnTo>
                  <a:lnTo>
                    <a:pt x="1749266" y="266891"/>
                  </a:lnTo>
                  <a:lnTo>
                    <a:pt x="1749838" y="266224"/>
                  </a:lnTo>
                  <a:lnTo>
                    <a:pt x="1750695" y="265938"/>
                  </a:lnTo>
                  <a:lnTo>
                    <a:pt x="1751266" y="266033"/>
                  </a:lnTo>
                  <a:lnTo>
                    <a:pt x="1752409" y="266605"/>
                  </a:lnTo>
                  <a:lnTo>
                    <a:pt x="1753076" y="266700"/>
                  </a:lnTo>
                  <a:lnTo>
                    <a:pt x="1753362" y="266414"/>
                  </a:lnTo>
                  <a:lnTo>
                    <a:pt x="1753267" y="265747"/>
                  </a:lnTo>
                  <a:lnTo>
                    <a:pt x="1752886" y="264700"/>
                  </a:lnTo>
                  <a:lnTo>
                    <a:pt x="1752981" y="263462"/>
                  </a:lnTo>
                  <a:lnTo>
                    <a:pt x="1753457" y="262700"/>
                  </a:lnTo>
                  <a:lnTo>
                    <a:pt x="1754219" y="262319"/>
                  </a:lnTo>
                  <a:lnTo>
                    <a:pt x="1758887" y="261080"/>
                  </a:lnTo>
                  <a:lnTo>
                    <a:pt x="1759934" y="260985"/>
                  </a:lnTo>
                  <a:lnTo>
                    <a:pt x="1760791" y="260795"/>
                  </a:lnTo>
                  <a:lnTo>
                    <a:pt x="1761458" y="260318"/>
                  </a:lnTo>
                  <a:lnTo>
                    <a:pt x="1762601" y="259175"/>
                  </a:lnTo>
                  <a:lnTo>
                    <a:pt x="1765649" y="258318"/>
                  </a:lnTo>
                  <a:lnTo>
                    <a:pt x="1766125" y="257937"/>
                  </a:lnTo>
                  <a:lnTo>
                    <a:pt x="1766506" y="257461"/>
                  </a:lnTo>
                  <a:lnTo>
                    <a:pt x="1767268" y="256889"/>
                  </a:lnTo>
                  <a:lnTo>
                    <a:pt x="1771650" y="254413"/>
                  </a:lnTo>
                  <a:lnTo>
                    <a:pt x="1771936" y="254032"/>
                  </a:lnTo>
                  <a:lnTo>
                    <a:pt x="1772603" y="253937"/>
                  </a:lnTo>
                  <a:lnTo>
                    <a:pt x="1773364" y="253937"/>
                  </a:lnTo>
                  <a:lnTo>
                    <a:pt x="1773936" y="253841"/>
                  </a:lnTo>
                  <a:lnTo>
                    <a:pt x="1774698" y="253555"/>
                  </a:lnTo>
                  <a:lnTo>
                    <a:pt x="1774793" y="253365"/>
                  </a:lnTo>
                  <a:lnTo>
                    <a:pt x="1774984" y="252794"/>
                  </a:lnTo>
                  <a:lnTo>
                    <a:pt x="1775079" y="251841"/>
                  </a:lnTo>
                  <a:lnTo>
                    <a:pt x="1774698" y="248317"/>
                  </a:lnTo>
                  <a:lnTo>
                    <a:pt x="1774793" y="247174"/>
                  </a:lnTo>
                  <a:lnTo>
                    <a:pt x="1775460" y="244602"/>
                  </a:lnTo>
                  <a:lnTo>
                    <a:pt x="1775555" y="242316"/>
                  </a:lnTo>
                  <a:lnTo>
                    <a:pt x="1775841" y="241363"/>
                  </a:lnTo>
                  <a:lnTo>
                    <a:pt x="1776698" y="240983"/>
                  </a:lnTo>
                  <a:lnTo>
                    <a:pt x="1777174" y="240506"/>
                  </a:lnTo>
                  <a:lnTo>
                    <a:pt x="1777270" y="239268"/>
                  </a:lnTo>
                  <a:lnTo>
                    <a:pt x="1777174" y="237935"/>
                  </a:lnTo>
                  <a:lnTo>
                    <a:pt x="1776984" y="236982"/>
                  </a:lnTo>
                  <a:lnTo>
                    <a:pt x="1777079" y="236411"/>
                  </a:lnTo>
                  <a:lnTo>
                    <a:pt x="1776984" y="236029"/>
                  </a:lnTo>
                  <a:lnTo>
                    <a:pt x="1776222" y="235839"/>
                  </a:lnTo>
                  <a:lnTo>
                    <a:pt x="1775555" y="235553"/>
                  </a:lnTo>
                  <a:lnTo>
                    <a:pt x="1774507" y="234791"/>
                  </a:lnTo>
                  <a:lnTo>
                    <a:pt x="1774126" y="234410"/>
                  </a:lnTo>
                  <a:lnTo>
                    <a:pt x="1773936" y="233934"/>
                  </a:lnTo>
                  <a:lnTo>
                    <a:pt x="1773841" y="231934"/>
                  </a:lnTo>
                  <a:lnTo>
                    <a:pt x="1774031" y="230886"/>
                  </a:lnTo>
                  <a:lnTo>
                    <a:pt x="1774698" y="229838"/>
                  </a:lnTo>
                  <a:lnTo>
                    <a:pt x="1775936" y="228886"/>
                  </a:lnTo>
                  <a:lnTo>
                    <a:pt x="1776127" y="228505"/>
                  </a:lnTo>
                  <a:lnTo>
                    <a:pt x="1776127" y="228029"/>
                  </a:lnTo>
                  <a:lnTo>
                    <a:pt x="1776031" y="227647"/>
                  </a:lnTo>
                  <a:lnTo>
                    <a:pt x="1775746" y="227362"/>
                  </a:lnTo>
                  <a:lnTo>
                    <a:pt x="1771936" y="226886"/>
                  </a:lnTo>
                  <a:lnTo>
                    <a:pt x="1769650" y="226981"/>
                  </a:lnTo>
                  <a:lnTo>
                    <a:pt x="1766983" y="227457"/>
                  </a:lnTo>
                  <a:lnTo>
                    <a:pt x="1766221" y="227838"/>
                  </a:lnTo>
                  <a:lnTo>
                    <a:pt x="1765554" y="228791"/>
                  </a:lnTo>
                  <a:lnTo>
                    <a:pt x="1765173" y="229267"/>
                  </a:lnTo>
                  <a:lnTo>
                    <a:pt x="1764601" y="229457"/>
                  </a:lnTo>
                  <a:lnTo>
                    <a:pt x="1764030" y="229362"/>
                  </a:lnTo>
                  <a:lnTo>
                    <a:pt x="1763744" y="229076"/>
                  </a:lnTo>
                  <a:lnTo>
                    <a:pt x="1763554" y="228791"/>
                  </a:lnTo>
                  <a:lnTo>
                    <a:pt x="1763173" y="228600"/>
                  </a:lnTo>
                  <a:lnTo>
                    <a:pt x="1762030" y="228600"/>
                  </a:lnTo>
                  <a:lnTo>
                    <a:pt x="1760887" y="228886"/>
                  </a:lnTo>
                  <a:lnTo>
                    <a:pt x="1759839" y="229362"/>
                  </a:lnTo>
                  <a:lnTo>
                    <a:pt x="1758601" y="230219"/>
                  </a:lnTo>
                  <a:lnTo>
                    <a:pt x="1757458" y="230600"/>
                  </a:lnTo>
                  <a:lnTo>
                    <a:pt x="1757077" y="230791"/>
                  </a:lnTo>
                  <a:lnTo>
                    <a:pt x="1756696" y="231172"/>
                  </a:lnTo>
                  <a:lnTo>
                    <a:pt x="1756315" y="232029"/>
                  </a:lnTo>
                  <a:lnTo>
                    <a:pt x="1756029" y="232505"/>
                  </a:lnTo>
                  <a:lnTo>
                    <a:pt x="1755076" y="233172"/>
                  </a:lnTo>
                  <a:lnTo>
                    <a:pt x="1752790" y="233934"/>
                  </a:lnTo>
                  <a:lnTo>
                    <a:pt x="1751933" y="234505"/>
                  </a:lnTo>
                  <a:lnTo>
                    <a:pt x="1750981" y="235268"/>
                  </a:lnTo>
                  <a:lnTo>
                    <a:pt x="1748695" y="236696"/>
                  </a:lnTo>
                  <a:lnTo>
                    <a:pt x="1747742" y="237554"/>
                  </a:lnTo>
                  <a:lnTo>
                    <a:pt x="1747075" y="238506"/>
                  </a:lnTo>
                  <a:lnTo>
                    <a:pt x="1746028" y="240506"/>
                  </a:lnTo>
                  <a:lnTo>
                    <a:pt x="1745361" y="241459"/>
                  </a:lnTo>
                  <a:lnTo>
                    <a:pt x="1743551" y="242792"/>
                  </a:lnTo>
                  <a:lnTo>
                    <a:pt x="1742789" y="243745"/>
                  </a:lnTo>
                  <a:lnTo>
                    <a:pt x="1743075" y="244888"/>
                  </a:lnTo>
                  <a:lnTo>
                    <a:pt x="1743932" y="245078"/>
                  </a:lnTo>
                  <a:lnTo>
                    <a:pt x="1746218" y="244602"/>
                  </a:lnTo>
                  <a:lnTo>
                    <a:pt x="1747266" y="245078"/>
                  </a:lnTo>
                  <a:lnTo>
                    <a:pt x="1748028" y="246031"/>
                  </a:lnTo>
                  <a:lnTo>
                    <a:pt x="1748314" y="246983"/>
                  </a:lnTo>
                  <a:lnTo>
                    <a:pt x="1748123" y="247936"/>
                  </a:lnTo>
                  <a:lnTo>
                    <a:pt x="1747456" y="249174"/>
                  </a:lnTo>
                  <a:lnTo>
                    <a:pt x="1746504" y="250317"/>
                  </a:lnTo>
                  <a:lnTo>
                    <a:pt x="1745647" y="250698"/>
                  </a:lnTo>
                  <a:lnTo>
                    <a:pt x="1742027" y="250698"/>
                  </a:lnTo>
                  <a:lnTo>
                    <a:pt x="1740980" y="250984"/>
                  </a:lnTo>
                  <a:lnTo>
                    <a:pt x="1739932" y="251460"/>
                  </a:lnTo>
                  <a:lnTo>
                    <a:pt x="1738884" y="252127"/>
                  </a:lnTo>
                  <a:lnTo>
                    <a:pt x="1737741" y="252984"/>
                  </a:lnTo>
                  <a:lnTo>
                    <a:pt x="1734693" y="256985"/>
                  </a:lnTo>
                  <a:lnTo>
                    <a:pt x="1734503" y="257937"/>
                  </a:lnTo>
                  <a:lnTo>
                    <a:pt x="1734503" y="258794"/>
                  </a:lnTo>
                  <a:lnTo>
                    <a:pt x="1734217" y="263366"/>
                  </a:lnTo>
                  <a:lnTo>
                    <a:pt x="1734026" y="264128"/>
                  </a:lnTo>
                  <a:lnTo>
                    <a:pt x="1733169" y="264986"/>
                  </a:lnTo>
                  <a:lnTo>
                    <a:pt x="1731359" y="266510"/>
                  </a:lnTo>
                  <a:lnTo>
                    <a:pt x="1730312" y="267176"/>
                  </a:lnTo>
                  <a:lnTo>
                    <a:pt x="1729454" y="267557"/>
                  </a:lnTo>
                  <a:lnTo>
                    <a:pt x="1728406" y="267843"/>
                  </a:lnTo>
                  <a:lnTo>
                    <a:pt x="1727359" y="267843"/>
                  </a:lnTo>
                  <a:lnTo>
                    <a:pt x="1725930" y="266986"/>
                  </a:lnTo>
                  <a:lnTo>
                    <a:pt x="1725454" y="266986"/>
                  </a:lnTo>
                  <a:lnTo>
                    <a:pt x="1724978" y="266986"/>
                  </a:lnTo>
                  <a:lnTo>
                    <a:pt x="1724501" y="266795"/>
                  </a:lnTo>
                  <a:lnTo>
                    <a:pt x="1724120" y="266414"/>
                  </a:lnTo>
                  <a:lnTo>
                    <a:pt x="1723644" y="265367"/>
                  </a:lnTo>
                  <a:lnTo>
                    <a:pt x="1723358" y="264986"/>
                  </a:lnTo>
                  <a:lnTo>
                    <a:pt x="1722596" y="264414"/>
                  </a:lnTo>
                  <a:lnTo>
                    <a:pt x="1720691" y="263652"/>
                  </a:lnTo>
                  <a:lnTo>
                    <a:pt x="1719929" y="263080"/>
                  </a:lnTo>
                  <a:lnTo>
                    <a:pt x="1719453" y="262414"/>
                  </a:lnTo>
                  <a:lnTo>
                    <a:pt x="1718977" y="261556"/>
                  </a:lnTo>
                  <a:lnTo>
                    <a:pt x="1718596" y="260604"/>
                  </a:lnTo>
                  <a:lnTo>
                    <a:pt x="1718405" y="259652"/>
                  </a:lnTo>
                  <a:lnTo>
                    <a:pt x="1719072" y="257270"/>
                  </a:lnTo>
                  <a:lnTo>
                    <a:pt x="1720787" y="255651"/>
                  </a:lnTo>
                  <a:lnTo>
                    <a:pt x="1725168" y="253175"/>
                  </a:lnTo>
                  <a:lnTo>
                    <a:pt x="1729359" y="249746"/>
                  </a:lnTo>
                  <a:lnTo>
                    <a:pt x="1729835" y="249555"/>
                  </a:lnTo>
                  <a:lnTo>
                    <a:pt x="1731073" y="249650"/>
                  </a:lnTo>
                  <a:lnTo>
                    <a:pt x="1731645" y="249555"/>
                  </a:lnTo>
                  <a:lnTo>
                    <a:pt x="1732312" y="249269"/>
                  </a:lnTo>
                  <a:lnTo>
                    <a:pt x="1732502" y="249079"/>
                  </a:lnTo>
                  <a:lnTo>
                    <a:pt x="1732502" y="248698"/>
                  </a:lnTo>
                  <a:lnTo>
                    <a:pt x="1732693" y="248031"/>
                  </a:lnTo>
                  <a:lnTo>
                    <a:pt x="1733740" y="245840"/>
                  </a:lnTo>
                  <a:lnTo>
                    <a:pt x="1734407" y="244888"/>
                  </a:lnTo>
                  <a:lnTo>
                    <a:pt x="1735455" y="243840"/>
                  </a:lnTo>
                  <a:lnTo>
                    <a:pt x="1735836" y="243269"/>
                  </a:lnTo>
                  <a:lnTo>
                    <a:pt x="1736407" y="241935"/>
                  </a:lnTo>
                  <a:lnTo>
                    <a:pt x="1736598" y="241554"/>
                  </a:lnTo>
                  <a:lnTo>
                    <a:pt x="1737074" y="241459"/>
                  </a:lnTo>
                  <a:lnTo>
                    <a:pt x="1738313" y="241459"/>
                  </a:lnTo>
                  <a:lnTo>
                    <a:pt x="1738789" y="241173"/>
                  </a:lnTo>
                  <a:lnTo>
                    <a:pt x="1738789" y="240506"/>
                  </a:lnTo>
                  <a:lnTo>
                    <a:pt x="1737931" y="238696"/>
                  </a:lnTo>
                  <a:lnTo>
                    <a:pt x="1737741" y="237744"/>
                  </a:lnTo>
                  <a:lnTo>
                    <a:pt x="1737836" y="237268"/>
                  </a:lnTo>
                  <a:lnTo>
                    <a:pt x="1738122" y="236982"/>
                  </a:lnTo>
                  <a:lnTo>
                    <a:pt x="1738503" y="236792"/>
                  </a:lnTo>
                  <a:lnTo>
                    <a:pt x="1738693" y="236506"/>
                  </a:lnTo>
                  <a:lnTo>
                    <a:pt x="1738789" y="236029"/>
                  </a:lnTo>
                  <a:lnTo>
                    <a:pt x="1738693" y="234410"/>
                  </a:lnTo>
                  <a:lnTo>
                    <a:pt x="1738789" y="232886"/>
                  </a:lnTo>
                  <a:lnTo>
                    <a:pt x="1739646" y="230124"/>
                  </a:lnTo>
                  <a:lnTo>
                    <a:pt x="1739837" y="228981"/>
                  </a:lnTo>
                  <a:lnTo>
                    <a:pt x="1739360" y="226790"/>
                  </a:lnTo>
                  <a:lnTo>
                    <a:pt x="1739074" y="226124"/>
                  </a:lnTo>
                  <a:lnTo>
                    <a:pt x="1738693" y="225743"/>
                  </a:lnTo>
                  <a:lnTo>
                    <a:pt x="1738313" y="225457"/>
                  </a:lnTo>
                  <a:lnTo>
                    <a:pt x="1737931" y="225076"/>
                  </a:lnTo>
                  <a:lnTo>
                    <a:pt x="1737646" y="224409"/>
                  </a:lnTo>
                  <a:lnTo>
                    <a:pt x="1738027" y="224028"/>
                  </a:lnTo>
                  <a:lnTo>
                    <a:pt x="1738217" y="223361"/>
                  </a:lnTo>
                  <a:lnTo>
                    <a:pt x="1738693" y="219456"/>
                  </a:lnTo>
                  <a:lnTo>
                    <a:pt x="1738217" y="218408"/>
                  </a:lnTo>
                  <a:lnTo>
                    <a:pt x="1736026" y="216599"/>
                  </a:lnTo>
                  <a:lnTo>
                    <a:pt x="1735550" y="215837"/>
                  </a:lnTo>
                  <a:lnTo>
                    <a:pt x="1734883" y="215265"/>
                  </a:lnTo>
                  <a:lnTo>
                    <a:pt x="1731455" y="214884"/>
                  </a:lnTo>
                  <a:lnTo>
                    <a:pt x="1730216" y="213931"/>
                  </a:lnTo>
                  <a:lnTo>
                    <a:pt x="1729931" y="212598"/>
                  </a:lnTo>
                  <a:lnTo>
                    <a:pt x="1730121" y="210884"/>
                  </a:lnTo>
                  <a:lnTo>
                    <a:pt x="1730502" y="209360"/>
                  </a:lnTo>
                  <a:lnTo>
                    <a:pt x="1730978" y="208502"/>
                  </a:lnTo>
                  <a:lnTo>
                    <a:pt x="1731550" y="208026"/>
                  </a:lnTo>
                  <a:lnTo>
                    <a:pt x="1732216" y="207550"/>
                  </a:lnTo>
                  <a:lnTo>
                    <a:pt x="1733074" y="207264"/>
                  </a:lnTo>
                  <a:lnTo>
                    <a:pt x="1734026" y="207169"/>
                  </a:lnTo>
                  <a:lnTo>
                    <a:pt x="1734598" y="206788"/>
                  </a:lnTo>
                  <a:lnTo>
                    <a:pt x="1735074" y="205835"/>
                  </a:lnTo>
                  <a:lnTo>
                    <a:pt x="1735646" y="203930"/>
                  </a:lnTo>
                  <a:lnTo>
                    <a:pt x="1735836" y="202597"/>
                  </a:lnTo>
                  <a:lnTo>
                    <a:pt x="1736122" y="202025"/>
                  </a:lnTo>
                  <a:lnTo>
                    <a:pt x="1737360" y="201549"/>
                  </a:lnTo>
                  <a:lnTo>
                    <a:pt x="1737741" y="201073"/>
                  </a:lnTo>
                  <a:lnTo>
                    <a:pt x="1738027" y="200596"/>
                  </a:lnTo>
                  <a:lnTo>
                    <a:pt x="1738313" y="200406"/>
                  </a:lnTo>
                  <a:lnTo>
                    <a:pt x="1738884" y="200025"/>
                  </a:lnTo>
                  <a:lnTo>
                    <a:pt x="1739551" y="199168"/>
                  </a:lnTo>
                  <a:lnTo>
                    <a:pt x="1740694" y="197168"/>
                  </a:lnTo>
                  <a:lnTo>
                    <a:pt x="1741075" y="196025"/>
                  </a:lnTo>
                  <a:lnTo>
                    <a:pt x="1741075" y="194881"/>
                  </a:lnTo>
                  <a:lnTo>
                    <a:pt x="1740598" y="194310"/>
                  </a:lnTo>
                  <a:lnTo>
                    <a:pt x="1738313" y="195548"/>
                  </a:lnTo>
                  <a:lnTo>
                    <a:pt x="1737455" y="195358"/>
                  </a:lnTo>
                  <a:lnTo>
                    <a:pt x="1736693" y="194881"/>
                  </a:lnTo>
                  <a:lnTo>
                    <a:pt x="1735741" y="194691"/>
                  </a:lnTo>
                  <a:lnTo>
                    <a:pt x="1734693" y="195072"/>
                  </a:lnTo>
                  <a:lnTo>
                    <a:pt x="1733740" y="195929"/>
                  </a:lnTo>
                  <a:lnTo>
                    <a:pt x="1733074" y="196882"/>
                  </a:lnTo>
                  <a:lnTo>
                    <a:pt x="1732788" y="197739"/>
                  </a:lnTo>
                  <a:lnTo>
                    <a:pt x="1732407" y="198215"/>
                  </a:lnTo>
                  <a:lnTo>
                    <a:pt x="1730788" y="199549"/>
                  </a:lnTo>
                  <a:lnTo>
                    <a:pt x="1725930" y="204597"/>
                  </a:lnTo>
                  <a:lnTo>
                    <a:pt x="1724692" y="206502"/>
                  </a:lnTo>
                  <a:lnTo>
                    <a:pt x="1721739" y="208979"/>
                  </a:lnTo>
                  <a:lnTo>
                    <a:pt x="1721072" y="209931"/>
                  </a:lnTo>
                  <a:lnTo>
                    <a:pt x="1719834" y="212122"/>
                  </a:lnTo>
                  <a:lnTo>
                    <a:pt x="1718500" y="213741"/>
                  </a:lnTo>
                  <a:lnTo>
                    <a:pt x="1715929" y="218122"/>
                  </a:lnTo>
                  <a:lnTo>
                    <a:pt x="1715357" y="220028"/>
                  </a:lnTo>
                  <a:lnTo>
                    <a:pt x="1714786" y="220789"/>
                  </a:lnTo>
                  <a:lnTo>
                    <a:pt x="1714595" y="221266"/>
                  </a:lnTo>
                  <a:lnTo>
                    <a:pt x="1714786" y="221456"/>
                  </a:lnTo>
                  <a:lnTo>
                    <a:pt x="1715453" y="221647"/>
                  </a:lnTo>
                  <a:lnTo>
                    <a:pt x="1715643" y="222123"/>
                  </a:lnTo>
                  <a:lnTo>
                    <a:pt x="1715548" y="222695"/>
                  </a:lnTo>
                  <a:lnTo>
                    <a:pt x="1715357" y="223171"/>
                  </a:lnTo>
                  <a:lnTo>
                    <a:pt x="1715072" y="223361"/>
                  </a:lnTo>
                  <a:lnTo>
                    <a:pt x="1714595" y="223456"/>
                  </a:lnTo>
                  <a:lnTo>
                    <a:pt x="1714119" y="223742"/>
                  </a:lnTo>
                  <a:lnTo>
                    <a:pt x="1713929" y="224409"/>
                  </a:lnTo>
                  <a:lnTo>
                    <a:pt x="1714024" y="224790"/>
                  </a:lnTo>
                  <a:lnTo>
                    <a:pt x="1714214" y="225171"/>
                  </a:lnTo>
                  <a:lnTo>
                    <a:pt x="1714690" y="225933"/>
                  </a:lnTo>
                  <a:lnTo>
                    <a:pt x="1713071" y="228219"/>
                  </a:lnTo>
                  <a:lnTo>
                    <a:pt x="1712786" y="229553"/>
                  </a:lnTo>
                  <a:lnTo>
                    <a:pt x="1713452" y="230886"/>
                  </a:lnTo>
                  <a:lnTo>
                    <a:pt x="1713929" y="232505"/>
                  </a:lnTo>
                  <a:lnTo>
                    <a:pt x="1713166" y="234410"/>
                  </a:lnTo>
                  <a:lnTo>
                    <a:pt x="1711166" y="237458"/>
                  </a:lnTo>
                  <a:lnTo>
                    <a:pt x="1709928" y="240887"/>
                  </a:lnTo>
                  <a:lnTo>
                    <a:pt x="1708404" y="242792"/>
                  </a:lnTo>
                  <a:lnTo>
                    <a:pt x="1706880" y="245269"/>
                  </a:lnTo>
                  <a:lnTo>
                    <a:pt x="1706499" y="246317"/>
                  </a:lnTo>
                  <a:lnTo>
                    <a:pt x="1706594" y="247364"/>
                  </a:lnTo>
                  <a:lnTo>
                    <a:pt x="1707071" y="248126"/>
                  </a:lnTo>
                  <a:lnTo>
                    <a:pt x="1707642" y="248698"/>
                  </a:lnTo>
                  <a:lnTo>
                    <a:pt x="1707928" y="249364"/>
                  </a:lnTo>
                  <a:lnTo>
                    <a:pt x="1708023" y="250508"/>
                  </a:lnTo>
                  <a:lnTo>
                    <a:pt x="1707928" y="250888"/>
                  </a:lnTo>
                  <a:lnTo>
                    <a:pt x="1707451" y="251555"/>
                  </a:lnTo>
                  <a:close/>
                  <a:moveTo>
                    <a:pt x="1834610" y="372904"/>
                  </a:moveTo>
                  <a:lnTo>
                    <a:pt x="1835182" y="372809"/>
                  </a:lnTo>
                  <a:lnTo>
                    <a:pt x="1835467" y="372618"/>
                  </a:lnTo>
                  <a:lnTo>
                    <a:pt x="1836134" y="372237"/>
                  </a:lnTo>
                  <a:lnTo>
                    <a:pt x="1836801" y="372046"/>
                  </a:lnTo>
                  <a:lnTo>
                    <a:pt x="1837087" y="372332"/>
                  </a:lnTo>
                  <a:lnTo>
                    <a:pt x="1836706" y="372713"/>
                  </a:lnTo>
                  <a:lnTo>
                    <a:pt x="1834515" y="374142"/>
                  </a:lnTo>
                  <a:lnTo>
                    <a:pt x="1836039" y="373952"/>
                  </a:lnTo>
                  <a:lnTo>
                    <a:pt x="1837277" y="373285"/>
                  </a:lnTo>
                  <a:lnTo>
                    <a:pt x="1839278" y="371666"/>
                  </a:lnTo>
                  <a:lnTo>
                    <a:pt x="1839278" y="372046"/>
                  </a:lnTo>
                  <a:lnTo>
                    <a:pt x="1839373" y="372332"/>
                  </a:lnTo>
                  <a:lnTo>
                    <a:pt x="1839468" y="372523"/>
                  </a:lnTo>
                  <a:lnTo>
                    <a:pt x="1839563" y="372809"/>
                  </a:lnTo>
                  <a:lnTo>
                    <a:pt x="1840897" y="371761"/>
                  </a:lnTo>
                  <a:lnTo>
                    <a:pt x="1841278" y="371094"/>
                  </a:lnTo>
                  <a:lnTo>
                    <a:pt x="1840897" y="370332"/>
                  </a:lnTo>
                  <a:lnTo>
                    <a:pt x="1840039" y="370046"/>
                  </a:lnTo>
                  <a:lnTo>
                    <a:pt x="1838992" y="370046"/>
                  </a:lnTo>
                  <a:lnTo>
                    <a:pt x="1837944" y="369951"/>
                  </a:lnTo>
                  <a:lnTo>
                    <a:pt x="1837087" y="369284"/>
                  </a:lnTo>
                  <a:lnTo>
                    <a:pt x="1835944" y="369284"/>
                  </a:lnTo>
                  <a:lnTo>
                    <a:pt x="1831181" y="370904"/>
                  </a:lnTo>
                  <a:lnTo>
                    <a:pt x="1830229" y="371666"/>
                  </a:lnTo>
                  <a:lnTo>
                    <a:pt x="1829943" y="372428"/>
                  </a:lnTo>
                  <a:lnTo>
                    <a:pt x="1830896" y="372999"/>
                  </a:lnTo>
                  <a:lnTo>
                    <a:pt x="1834610" y="372904"/>
                  </a:lnTo>
                  <a:close/>
                  <a:moveTo>
                    <a:pt x="1836325" y="335566"/>
                  </a:moveTo>
                  <a:lnTo>
                    <a:pt x="1836991" y="335756"/>
                  </a:lnTo>
                  <a:lnTo>
                    <a:pt x="1837563" y="335375"/>
                  </a:lnTo>
                  <a:lnTo>
                    <a:pt x="1838039" y="334518"/>
                  </a:lnTo>
                  <a:lnTo>
                    <a:pt x="1838325" y="333470"/>
                  </a:lnTo>
                  <a:lnTo>
                    <a:pt x="1838611" y="332994"/>
                  </a:lnTo>
                  <a:lnTo>
                    <a:pt x="1838897" y="332613"/>
                  </a:lnTo>
                  <a:lnTo>
                    <a:pt x="1838992" y="331851"/>
                  </a:lnTo>
                  <a:lnTo>
                    <a:pt x="1838706" y="331089"/>
                  </a:lnTo>
                  <a:lnTo>
                    <a:pt x="1838325" y="330803"/>
                  </a:lnTo>
                  <a:lnTo>
                    <a:pt x="1837849" y="330899"/>
                  </a:lnTo>
                  <a:lnTo>
                    <a:pt x="1836896" y="331184"/>
                  </a:lnTo>
                  <a:lnTo>
                    <a:pt x="1836134" y="331565"/>
                  </a:lnTo>
                  <a:lnTo>
                    <a:pt x="1835848" y="331756"/>
                  </a:lnTo>
                  <a:lnTo>
                    <a:pt x="1835563" y="332042"/>
                  </a:lnTo>
                  <a:lnTo>
                    <a:pt x="1835277" y="332708"/>
                  </a:lnTo>
                  <a:lnTo>
                    <a:pt x="1835277" y="333661"/>
                  </a:lnTo>
                  <a:lnTo>
                    <a:pt x="1835658" y="334709"/>
                  </a:lnTo>
                  <a:lnTo>
                    <a:pt x="1836325" y="335566"/>
                  </a:lnTo>
                  <a:close/>
                  <a:moveTo>
                    <a:pt x="1727454" y="592455"/>
                  </a:moveTo>
                  <a:lnTo>
                    <a:pt x="1726978" y="592931"/>
                  </a:lnTo>
                  <a:lnTo>
                    <a:pt x="1727645" y="592836"/>
                  </a:lnTo>
                  <a:lnTo>
                    <a:pt x="1727454" y="592455"/>
                  </a:lnTo>
                  <a:close/>
                  <a:moveTo>
                    <a:pt x="1702403" y="331280"/>
                  </a:moveTo>
                  <a:lnTo>
                    <a:pt x="1701832" y="332042"/>
                  </a:lnTo>
                  <a:lnTo>
                    <a:pt x="1701165" y="332708"/>
                  </a:lnTo>
                  <a:lnTo>
                    <a:pt x="1700784" y="333470"/>
                  </a:lnTo>
                  <a:lnTo>
                    <a:pt x="1700784" y="334328"/>
                  </a:lnTo>
                  <a:lnTo>
                    <a:pt x="1700974" y="335280"/>
                  </a:lnTo>
                  <a:lnTo>
                    <a:pt x="1701356" y="336137"/>
                  </a:lnTo>
                  <a:lnTo>
                    <a:pt x="1701927" y="336709"/>
                  </a:lnTo>
                  <a:lnTo>
                    <a:pt x="1703546" y="337852"/>
                  </a:lnTo>
                  <a:lnTo>
                    <a:pt x="1703927" y="338423"/>
                  </a:lnTo>
                  <a:lnTo>
                    <a:pt x="1704023" y="338804"/>
                  </a:lnTo>
                  <a:lnTo>
                    <a:pt x="1704975" y="340328"/>
                  </a:lnTo>
                  <a:lnTo>
                    <a:pt x="1705165" y="340424"/>
                  </a:lnTo>
                  <a:lnTo>
                    <a:pt x="1705832" y="340614"/>
                  </a:lnTo>
                  <a:lnTo>
                    <a:pt x="1706118" y="340709"/>
                  </a:lnTo>
                  <a:lnTo>
                    <a:pt x="1706308" y="340995"/>
                  </a:lnTo>
                  <a:lnTo>
                    <a:pt x="1706404" y="341662"/>
                  </a:lnTo>
                  <a:lnTo>
                    <a:pt x="1706499" y="341852"/>
                  </a:lnTo>
                  <a:lnTo>
                    <a:pt x="1707071" y="342043"/>
                  </a:lnTo>
                  <a:lnTo>
                    <a:pt x="1708023" y="342138"/>
                  </a:lnTo>
                  <a:lnTo>
                    <a:pt x="1708499" y="342424"/>
                  </a:lnTo>
                  <a:lnTo>
                    <a:pt x="1710118" y="342900"/>
                  </a:lnTo>
                  <a:lnTo>
                    <a:pt x="1710309" y="342995"/>
                  </a:lnTo>
                  <a:lnTo>
                    <a:pt x="1710309" y="343567"/>
                  </a:lnTo>
                  <a:lnTo>
                    <a:pt x="1708690" y="346901"/>
                  </a:lnTo>
                  <a:lnTo>
                    <a:pt x="1708595" y="347567"/>
                  </a:lnTo>
                  <a:lnTo>
                    <a:pt x="1708785" y="349853"/>
                  </a:lnTo>
                  <a:lnTo>
                    <a:pt x="1709261" y="350901"/>
                  </a:lnTo>
                  <a:lnTo>
                    <a:pt x="1709356" y="351377"/>
                  </a:lnTo>
                  <a:lnTo>
                    <a:pt x="1709642" y="352044"/>
                  </a:lnTo>
                  <a:lnTo>
                    <a:pt x="1710309" y="352235"/>
                  </a:lnTo>
                  <a:lnTo>
                    <a:pt x="1713738" y="351187"/>
                  </a:lnTo>
                  <a:lnTo>
                    <a:pt x="1716596" y="349568"/>
                  </a:lnTo>
                  <a:lnTo>
                    <a:pt x="1717548" y="349377"/>
                  </a:lnTo>
                  <a:lnTo>
                    <a:pt x="1718024" y="349187"/>
                  </a:lnTo>
                  <a:lnTo>
                    <a:pt x="1718215" y="348901"/>
                  </a:lnTo>
                  <a:lnTo>
                    <a:pt x="1718500" y="348710"/>
                  </a:lnTo>
                  <a:lnTo>
                    <a:pt x="1719167" y="348996"/>
                  </a:lnTo>
                  <a:lnTo>
                    <a:pt x="1719548" y="349282"/>
                  </a:lnTo>
                  <a:lnTo>
                    <a:pt x="1719834" y="349663"/>
                  </a:lnTo>
                  <a:lnTo>
                    <a:pt x="1720120" y="350139"/>
                  </a:lnTo>
                  <a:lnTo>
                    <a:pt x="1720310" y="350711"/>
                  </a:lnTo>
                  <a:lnTo>
                    <a:pt x="1720024" y="351949"/>
                  </a:lnTo>
                  <a:lnTo>
                    <a:pt x="1720024" y="352616"/>
                  </a:lnTo>
                  <a:lnTo>
                    <a:pt x="1720501" y="352901"/>
                  </a:lnTo>
                  <a:lnTo>
                    <a:pt x="1721072" y="353092"/>
                  </a:lnTo>
                  <a:lnTo>
                    <a:pt x="1721358" y="353473"/>
                  </a:lnTo>
                  <a:lnTo>
                    <a:pt x="1721453" y="353854"/>
                  </a:lnTo>
                  <a:lnTo>
                    <a:pt x="1721644" y="354044"/>
                  </a:lnTo>
                  <a:lnTo>
                    <a:pt x="1722215" y="354139"/>
                  </a:lnTo>
                  <a:lnTo>
                    <a:pt x="1723454" y="354521"/>
                  </a:lnTo>
                  <a:lnTo>
                    <a:pt x="1723930" y="354806"/>
                  </a:lnTo>
                  <a:lnTo>
                    <a:pt x="1725073" y="355759"/>
                  </a:lnTo>
                  <a:lnTo>
                    <a:pt x="1725358" y="355854"/>
                  </a:lnTo>
                  <a:lnTo>
                    <a:pt x="1725930" y="355663"/>
                  </a:lnTo>
                  <a:lnTo>
                    <a:pt x="1727073" y="354902"/>
                  </a:lnTo>
                  <a:lnTo>
                    <a:pt x="1727740" y="354711"/>
                  </a:lnTo>
                  <a:lnTo>
                    <a:pt x="1728406" y="354711"/>
                  </a:lnTo>
                  <a:lnTo>
                    <a:pt x="1728883" y="354616"/>
                  </a:lnTo>
                  <a:lnTo>
                    <a:pt x="1729359" y="354330"/>
                  </a:lnTo>
                  <a:lnTo>
                    <a:pt x="1731740" y="352139"/>
                  </a:lnTo>
                  <a:lnTo>
                    <a:pt x="1732407" y="351282"/>
                  </a:lnTo>
                  <a:lnTo>
                    <a:pt x="1732598" y="350425"/>
                  </a:lnTo>
                  <a:lnTo>
                    <a:pt x="1732979" y="349853"/>
                  </a:lnTo>
                  <a:lnTo>
                    <a:pt x="1732979" y="349568"/>
                  </a:lnTo>
                  <a:lnTo>
                    <a:pt x="1732502" y="349472"/>
                  </a:lnTo>
                  <a:lnTo>
                    <a:pt x="1732121" y="349472"/>
                  </a:lnTo>
                  <a:lnTo>
                    <a:pt x="1731931" y="349377"/>
                  </a:lnTo>
                  <a:lnTo>
                    <a:pt x="1731836" y="349187"/>
                  </a:lnTo>
                  <a:lnTo>
                    <a:pt x="1731836" y="348901"/>
                  </a:lnTo>
                  <a:lnTo>
                    <a:pt x="1731645" y="348425"/>
                  </a:lnTo>
                  <a:lnTo>
                    <a:pt x="1730883" y="347472"/>
                  </a:lnTo>
                  <a:lnTo>
                    <a:pt x="1730692" y="347186"/>
                  </a:lnTo>
                  <a:lnTo>
                    <a:pt x="1730216" y="346805"/>
                  </a:lnTo>
                  <a:lnTo>
                    <a:pt x="1727930" y="345853"/>
                  </a:lnTo>
                  <a:lnTo>
                    <a:pt x="1727168" y="345662"/>
                  </a:lnTo>
                  <a:lnTo>
                    <a:pt x="1723739" y="345853"/>
                  </a:lnTo>
                  <a:lnTo>
                    <a:pt x="1722977" y="346138"/>
                  </a:lnTo>
                  <a:lnTo>
                    <a:pt x="1722501" y="346520"/>
                  </a:lnTo>
                  <a:lnTo>
                    <a:pt x="1721930" y="346901"/>
                  </a:lnTo>
                  <a:lnTo>
                    <a:pt x="1721263" y="347091"/>
                  </a:lnTo>
                  <a:lnTo>
                    <a:pt x="1720596" y="346996"/>
                  </a:lnTo>
                  <a:lnTo>
                    <a:pt x="1719929" y="346520"/>
                  </a:lnTo>
                  <a:lnTo>
                    <a:pt x="1719739" y="345948"/>
                  </a:lnTo>
                  <a:lnTo>
                    <a:pt x="1719834" y="345377"/>
                  </a:lnTo>
                  <a:lnTo>
                    <a:pt x="1719834" y="343662"/>
                  </a:lnTo>
                  <a:lnTo>
                    <a:pt x="1719643" y="343186"/>
                  </a:lnTo>
                  <a:lnTo>
                    <a:pt x="1718977" y="342995"/>
                  </a:lnTo>
                  <a:lnTo>
                    <a:pt x="1718310" y="342995"/>
                  </a:lnTo>
                  <a:lnTo>
                    <a:pt x="1717834" y="342805"/>
                  </a:lnTo>
                  <a:lnTo>
                    <a:pt x="1717453" y="342424"/>
                  </a:lnTo>
                  <a:lnTo>
                    <a:pt x="1717357" y="341757"/>
                  </a:lnTo>
                  <a:lnTo>
                    <a:pt x="1717548" y="340519"/>
                  </a:lnTo>
                  <a:lnTo>
                    <a:pt x="1718120" y="339471"/>
                  </a:lnTo>
                  <a:lnTo>
                    <a:pt x="1721263" y="335852"/>
                  </a:lnTo>
                  <a:lnTo>
                    <a:pt x="1721834" y="334613"/>
                  </a:lnTo>
                  <a:lnTo>
                    <a:pt x="1721548" y="333566"/>
                  </a:lnTo>
                  <a:lnTo>
                    <a:pt x="1720691" y="332327"/>
                  </a:lnTo>
                  <a:lnTo>
                    <a:pt x="1720310" y="331946"/>
                  </a:lnTo>
                  <a:lnTo>
                    <a:pt x="1719929" y="331280"/>
                  </a:lnTo>
                  <a:lnTo>
                    <a:pt x="1719739" y="331280"/>
                  </a:lnTo>
                  <a:lnTo>
                    <a:pt x="1719072" y="331375"/>
                  </a:lnTo>
                  <a:lnTo>
                    <a:pt x="1718881" y="331375"/>
                  </a:lnTo>
                  <a:lnTo>
                    <a:pt x="1718596" y="330994"/>
                  </a:lnTo>
                  <a:lnTo>
                    <a:pt x="1718310" y="330518"/>
                  </a:lnTo>
                  <a:lnTo>
                    <a:pt x="1718120" y="329946"/>
                  </a:lnTo>
                  <a:lnTo>
                    <a:pt x="1718024" y="329375"/>
                  </a:lnTo>
                  <a:lnTo>
                    <a:pt x="1717739" y="328803"/>
                  </a:lnTo>
                  <a:lnTo>
                    <a:pt x="1716500" y="328041"/>
                  </a:lnTo>
                  <a:lnTo>
                    <a:pt x="1716214" y="327565"/>
                  </a:lnTo>
                  <a:lnTo>
                    <a:pt x="1715929" y="326612"/>
                  </a:lnTo>
                  <a:lnTo>
                    <a:pt x="1715262" y="326136"/>
                  </a:lnTo>
                  <a:lnTo>
                    <a:pt x="1713452" y="325564"/>
                  </a:lnTo>
                  <a:lnTo>
                    <a:pt x="1713357" y="325469"/>
                  </a:lnTo>
                  <a:lnTo>
                    <a:pt x="1713262" y="325374"/>
                  </a:lnTo>
                  <a:lnTo>
                    <a:pt x="1713166" y="325279"/>
                  </a:lnTo>
                  <a:lnTo>
                    <a:pt x="1712976" y="325279"/>
                  </a:lnTo>
                  <a:lnTo>
                    <a:pt x="1712595" y="325469"/>
                  </a:lnTo>
                  <a:lnTo>
                    <a:pt x="1712309" y="325946"/>
                  </a:lnTo>
                  <a:lnTo>
                    <a:pt x="1712119" y="326517"/>
                  </a:lnTo>
                  <a:lnTo>
                    <a:pt x="1712119" y="326993"/>
                  </a:lnTo>
                  <a:lnTo>
                    <a:pt x="1711928" y="327279"/>
                  </a:lnTo>
                  <a:lnTo>
                    <a:pt x="1711452" y="327470"/>
                  </a:lnTo>
                  <a:lnTo>
                    <a:pt x="1710976" y="327660"/>
                  </a:lnTo>
                  <a:lnTo>
                    <a:pt x="1710690" y="327851"/>
                  </a:lnTo>
                  <a:lnTo>
                    <a:pt x="1710309" y="328708"/>
                  </a:lnTo>
                  <a:lnTo>
                    <a:pt x="1710023" y="329946"/>
                  </a:lnTo>
                  <a:lnTo>
                    <a:pt x="1709642" y="330994"/>
                  </a:lnTo>
                  <a:lnTo>
                    <a:pt x="1708880" y="331470"/>
                  </a:lnTo>
                  <a:lnTo>
                    <a:pt x="1708309" y="331280"/>
                  </a:lnTo>
                  <a:lnTo>
                    <a:pt x="1707832" y="330803"/>
                  </a:lnTo>
                  <a:lnTo>
                    <a:pt x="1707547" y="330137"/>
                  </a:lnTo>
                  <a:lnTo>
                    <a:pt x="1707356" y="328994"/>
                  </a:lnTo>
                  <a:lnTo>
                    <a:pt x="1707071" y="328708"/>
                  </a:lnTo>
                  <a:lnTo>
                    <a:pt x="1706689" y="328517"/>
                  </a:lnTo>
                  <a:lnTo>
                    <a:pt x="1706308" y="328231"/>
                  </a:lnTo>
                  <a:lnTo>
                    <a:pt x="1705451" y="327279"/>
                  </a:lnTo>
                  <a:lnTo>
                    <a:pt x="1704880" y="326898"/>
                  </a:lnTo>
                  <a:lnTo>
                    <a:pt x="1704308" y="326708"/>
                  </a:lnTo>
                  <a:lnTo>
                    <a:pt x="1703737" y="326898"/>
                  </a:lnTo>
                  <a:lnTo>
                    <a:pt x="1702689" y="327470"/>
                  </a:lnTo>
                  <a:lnTo>
                    <a:pt x="1701927" y="327470"/>
                  </a:lnTo>
                  <a:lnTo>
                    <a:pt x="1702498" y="328803"/>
                  </a:lnTo>
                  <a:lnTo>
                    <a:pt x="1702594" y="329279"/>
                  </a:lnTo>
                  <a:lnTo>
                    <a:pt x="1702594" y="330518"/>
                  </a:lnTo>
                  <a:lnTo>
                    <a:pt x="1702403" y="331280"/>
                  </a:lnTo>
                  <a:close/>
                  <a:moveTo>
                    <a:pt x="1726787" y="589979"/>
                  </a:moveTo>
                  <a:lnTo>
                    <a:pt x="1726501" y="589407"/>
                  </a:lnTo>
                  <a:lnTo>
                    <a:pt x="1726406" y="589693"/>
                  </a:lnTo>
                  <a:lnTo>
                    <a:pt x="1726787" y="589979"/>
                  </a:lnTo>
                  <a:close/>
                  <a:moveTo>
                    <a:pt x="1757743" y="363760"/>
                  </a:moveTo>
                  <a:lnTo>
                    <a:pt x="1758791" y="363664"/>
                  </a:lnTo>
                  <a:lnTo>
                    <a:pt x="1759553" y="363188"/>
                  </a:lnTo>
                  <a:lnTo>
                    <a:pt x="1759839" y="362331"/>
                  </a:lnTo>
                  <a:lnTo>
                    <a:pt x="1759458" y="361569"/>
                  </a:lnTo>
                  <a:lnTo>
                    <a:pt x="1757553" y="361188"/>
                  </a:lnTo>
                  <a:lnTo>
                    <a:pt x="1757077" y="360712"/>
                  </a:lnTo>
                  <a:lnTo>
                    <a:pt x="1756124" y="360236"/>
                  </a:lnTo>
                  <a:lnTo>
                    <a:pt x="1755839" y="359759"/>
                  </a:lnTo>
                  <a:lnTo>
                    <a:pt x="1755553" y="359188"/>
                  </a:lnTo>
                  <a:lnTo>
                    <a:pt x="1755172" y="358807"/>
                  </a:lnTo>
                  <a:lnTo>
                    <a:pt x="1754696" y="358712"/>
                  </a:lnTo>
                  <a:lnTo>
                    <a:pt x="1754314" y="358902"/>
                  </a:lnTo>
                  <a:lnTo>
                    <a:pt x="1754029" y="359283"/>
                  </a:lnTo>
                  <a:lnTo>
                    <a:pt x="1753933" y="359474"/>
                  </a:lnTo>
                  <a:lnTo>
                    <a:pt x="1754219" y="359855"/>
                  </a:lnTo>
                  <a:lnTo>
                    <a:pt x="1755457" y="360712"/>
                  </a:lnTo>
                  <a:lnTo>
                    <a:pt x="1755457" y="361379"/>
                  </a:lnTo>
                  <a:lnTo>
                    <a:pt x="1755362" y="362141"/>
                  </a:lnTo>
                  <a:lnTo>
                    <a:pt x="1755553" y="362903"/>
                  </a:lnTo>
                  <a:lnTo>
                    <a:pt x="1756220" y="363379"/>
                  </a:lnTo>
                  <a:lnTo>
                    <a:pt x="1757172" y="363569"/>
                  </a:lnTo>
                  <a:lnTo>
                    <a:pt x="1757553" y="363569"/>
                  </a:lnTo>
                  <a:lnTo>
                    <a:pt x="1757363" y="363664"/>
                  </a:lnTo>
                  <a:lnTo>
                    <a:pt x="1757743" y="363760"/>
                  </a:lnTo>
                  <a:close/>
                  <a:moveTo>
                    <a:pt x="1734122" y="464153"/>
                  </a:moveTo>
                  <a:lnTo>
                    <a:pt x="1733455" y="464630"/>
                  </a:lnTo>
                  <a:lnTo>
                    <a:pt x="1733169" y="464630"/>
                  </a:lnTo>
                  <a:lnTo>
                    <a:pt x="1732883" y="464534"/>
                  </a:lnTo>
                  <a:lnTo>
                    <a:pt x="1732598" y="464534"/>
                  </a:lnTo>
                  <a:lnTo>
                    <a:pt x="1732216" y="464820"/>
                  </a:lnTo>
                  <a:lnTo>
                    <a:pt x="1731740" y="465487"/>
                  </a:lnTo>
                  <a:lnTo>
                    <a:pt x="1731550" y="465677"/>
                  </a:lnTo>
                  <a:lnTo>
                    <a:pt x="1731169" y="465772"/>
                  </a:lnTo>
                  <a:lnTo>
                    <a:pt x="1730407" y="466058"/>
                  </a:lnTo>
                  <a:lnTo>
                    <a:pt x="1729549" y="466725"/>
                  </a:lnTo>
                  <a:lnTo>
                    <a:pt x="1728978" y="467487"/>
                  </a:lnTo>
                  <a:lnTo>
                    <a:pt x="1729073" y="468154"/>
                  </a:lnTo>
                  <a:lnTo>
                    <a:pt x="1729645" y="468344"/>
                  </a:lnTo>
                  <a:lnTo>
                    <a:pt x="1733836" y="468154"/>
                  </a:lnTo>
                  <a:lnTo>
                    <a:pt x="1734693" y="467963"/>
                  </a:lnTo>
                  <a:lnTo>
                    <a:pt x="1735360" y="467582"/>
                  </a:lnTo>
                  <a:lnTo>
                    <a:pt x="1735550" y="467201"/>
                  </a:lnTo>
                  <a:lnTo>
                    <a:pt x="1736026" y="465772"/>
                  </a:lnTo>
                  <a:lnTo>
                    <a:pt x="1736217" y="465487"/>
                  </a:lnTo>
                  <a:lnTo>
                    <a:pt x="1736503" y="465201"/>
                  </a:lnTo>
                  <a:lnTo>
                    <a:pt x="1737265" y="463963"/>
                  </a:lnTo>
                  <a:lnTo>
                    <a:pt x="1737646" y="463677"/>
                  </a:lnTo>
                  <a:lnTo>
                    <a:pt x="1737836" y="463487"/>
                  </a:lnTo>
                  <a:lnTo>
                    <a:pt x="1737360" y="463010"/>
                  </a:lnTo>
                  <a:lnTo>
                    <a:pt x="1736598" y="462534"/>
                  </a:lnTo>
                  <a:lnTo>
                    <a:pt x="1735741" y="462344"/>
                  </a:lnTo>
                  <a:lnTo>
                    <a:pt x="1734217" y="462344"/>
                  </a:lnTo>
                  <a:lnTo>
                    <a:pt x="1734598" y="463296"/>
                  </a:lnTo>
                  <a:lnTo>
                    <a:pt x="1734598" y="463963"/>
                  </a:lnTo>
                  <a:lnTo>
                    <a:pt x="1734122" y="464153"/>
                  </a:lnTo>
                  <a:close/>
                  <a:moveTo>
                    <a:pt x="1727359" y="477584"/>
                  </a:moveTo>
                  <a:lnTo>
                    <a:pt x="1726978" y="476917"/>
                  </a:lnTo>
                  <a:lnTo>
                    <a:pt x="1726882" y="476060"/>
                  </a:lnTo>
                  <a:lnTo>
                    <a:pt x="1726692" y="475297"/>
                  </a:lnTo>
                  <a:lnTo>
                    <a:pt x="1726025" y="475012"/>
                  </a:lnTo>
                  <a:lnTo>
                    <a:pt x="1725739" y="474917"/>
                  </a:lnTo>
                  <a:lnTo>
                    <a:pt x="1725549" y="474726"/>
                  </a:lnTo>
                  <a:lnTo>
                    <a:pt x="1725454" y="474536"/>
                  </a:lnTo>
                  <a:lnTo>
                    <a:pt x="1725263" y="474440"/>
                  </a:lnTo>
                  <a:lnTo>
                    <a:pt x="1724978" y="474536"/>
                  </a:lnTo>
                  <a:lnTo>
                    <a:pt x="1724406" y="474821"/>
                  </a:lnTo>
                  <a:lnTo>
                    <a:pt x="1722501" y="474821"/>
                  </a:lnTo>
                  <a:lnTo>
                    <a:pt x="1721548" y="475964"/>
                  </a:lnTo>
                  <a:lnTo>
                    <a:pt x="1720120" y="477203"/>
                  </a:lnTo>
                  <a:lnTo>
                    <a:pt x="1719263" y="478441"/>
                  </a:lnTo>
                  <a:lnTo>
                    <a:pt x="1720024" y="479584"/>
                  </a:lnTo>
                  <a:lnTo>
                    <a:pt x="1721167" y="479870"/>
                  </a:lnTo>
                  <a:lnTo>
                    <a:pt x="1724501" y="479584"/>
                  </a:lnTo>
                  <a:lnTo>
                    <a:pt x="1725835" y="479584"/>
                  </a:lnTo>
                  <a:lnTo>
                    <a:pt x="1726501" y="479488"/>
                  </a:lnTo>
                  <a:lnTo>
                    <a:pt x="1726882" y="479012"/>
                  </a:lnTo>
                  <a:lnTo>
                    <a:pt x="1727359" y="477584"/>
                  </a:lnTo>
                  <a:close/>
                  <a:moveTo>
                    <a:pt x="1742789" y="398907"/>
                  </a:moveTo>
                  <a:lnTo>
                    <a:pt x="1744694" y="398050"/>
                  </a:lnTo>
                  <a:lnTo>
                    <a:pt x="1746028" y="396812"/>
                  </a:lnTo>
                  <a:lnTo>
                    <a:pt x="1746409" y="395097"/>
                  </a:lnTo>
                  <a:lnTo>
                    <a:pt x="1745647" y="392811"/>
                  </a:lnTo>
                  <a:lnTo>
                    <a:pt x="1745075" y="391668"/>
                  </a:lnTo>
                  <a:lnTo>
                    <a:pt x="1744599" y="391192"/>
                  </a:lnTo>
                  <a:lnTo>
                    <a:pt x="1743932" y="391001"/>
                  </a:lnTo>
                  <a:lnTo>
                    <a:pt x="1743551" y="391096"/>
                  </a:lnTo>
                  <a:lnTo>
                    <a:pt x="1743075" y="391287"/>
                  </a:lnTo>
                  <a:lnTo>
                    <a:pt x="1742599" y="391382"/>
                  </a:lnTo>
                  <a:lnTo>
                    <a:pt x="1742123" y="391192"/>
                  </a:lnTo>
                  <a:lnTo>
                    <a:pt x="1741646" y="390906"/>
                  </a:lnTo>
                  <a:lnTo>
                    <a:pt x="1740408" y="390335"/>
                  </a:lnTo>
                  <a:lnTo>
                    <a:pt x="1739837" y="389954"/>
                  </a:lnTo>
                  <a:lnTo>
                    <a:pt x="1739360" y="389477"/>
                  </a:lnTo>
                  <a:lnTo>
                    <a:pt x="1738408" y="388144"/>
                  </a:lnTo>
                  <a:lnTo>
                    <a:pt x="1734312" y="385286"/>
                  </a:lnTo>
                  <a:lnTo>
                    <a:pt x="1733740" y="385096"/>
                  </a:lnTo>
                  <a:lnTo>
                    <a:pt x="1732693" y="384143"/>
                  </a:lnTo>
                  <a:lnTo>
                    <a:pt x="1732026" y="383858"/>
                  </a:lnTo>
                  <a:lnTo>
                    <a:pt x="1731455" y="383953"/>
                  </a:lnTo>
                  <a:lnTo>
                    <a:pt x="1730597" y="384429"/>
                  </a:lnTo>
                  <a:lnTo>
                    <a:pt x="1730216" y="384524"/>
                  </a:lnTo>
                  <a:lnTo>
                    <a:pt x="1729073" y="384238"/>
                  </a:lnTo>
                  <a:lnTo>
                    <a:pt x="1727740" y="383572"/>
                  </a:lnTo>
                  <a:lnTo>
                    <a:pt x="1726597" y="382714"/>
                  </a:lnTo>
                  <a:lnTo>
                    <a:pt x="1726121" y="381762"/>
                  </a:lnTo>
                  <a:lnTo>
                    <a:pt x="1725549" y="380905"/>
                  </a:lnTo>
                  <a:lnTo>
                    <a:pt x="1724311" y="380143"/>
                  </a:lnTo>
                  <a:lnTo>
                    <a:pt x="1722882" y="379667"/>
                  </a:lnTo>
                  <a:lnTo>
                    <a:pt x="1718691" y="378809"/>
                  </a:lnTo>
                  <a:lnTo>
                    <a:pt x="1718215" y="378809"/>
                  </a:lnTo>
                  <a:lnTo>
                    <a:pt x="1712786" y="382524"/>
                  </a:lnTo>
                  <a:lnTo>
                    <a:pt x="1712405" y="383096"/>
                  </a:lnTo>
                  <a:lnTo>
                    <a:pt x="1712214" y="383572"/>
                  </a:lnTo>
                  <a:lnTo>
                    <a:pt x="1711357" y="384810"/>
                  </a:lnTo>
                  <a:lnTo>
                    <a:pt x="1711071" y="385096"/>
                  </a:lnTo>
                  <a:lnTo>
                    <a:pt x="1710785" y="385001"/>
                  </a:lnTo>
                  <a:lnTo>
                    <a:pt x="1709642" y="383953"/>
                  </a:lnTo>
                  <a:lnTo>
                    <a:pt x="1708309" y="383096"/>
                  </a:lnTo>
                  <a:lnTo>
                    <a:pt x="1707928" y="383286"/>
                  </a:lnTo>
                  <a:lnTo>
                    <a:pt x="1707832" y="384524"/>
                  </a:lnTo>
                  <a:lnTo>
                    <a:pt x="1707547" y="385381"/>
                  </a:lnTo>
                  <a:lnTo>
                    <a:pt x="1706975" y="386239"/>
                  </a:lnTo>
                  <a:lnTo>
                    <a:pt x="1706689" y="387191"/>
                  </a:lnTo>
                  <a:lnTo>
                    <a:pt x="1707166" y="388239"/>
                  </a:lnTo>
                  <a:lnTo>
                    <a:pt x="1706404" y="389096"/>
                  </a:lnTo>
                  <a:lnTo>
                    <a:pt x="1706213" y="389763"/>
                  </a:lnTo>
                  <a:lnTo>
                    <a:pt x="1706308" y="390525"/>
                  </a:lnTo>
                  <a:lnTo>
                    <a:pt x="1706308" y="391573"/>
                  </a:lnTo>
                  <a:lnTo>
                    <a:pt x="1705451" y="393478"/>
                  </a:lnTo>
                  <a:lnTo>
                    <a:pt x="1705261" y="394621"/>
                  </a:lnTo>
                  <a:lnTo>
                    <a:pt x="1708118" y="397478"/>
                  </a:lnTo>
                  <a:lnTo>
                    <a:pt x="1711357" y="399097"/>
                  </a:lnTo>
                  <a:lnTo>
                    <a:pt x="1713357" y="399860"/>
                  </a:lnTo>
                  <a:lnTo>
                    <a:pt x="1715262" y="399860"/>
                  </a:lnTo>
                  <a:lnTo>
                    <a:pt x="1719453" y="399479"/>
                  </a:lnTo>
                  <a:lnTo>
                    <a:pt x="1719929" y="399193"/>
                  </a:lnTo>
                  <a:lnTo>
                    <a:pt x="1720501" y="398621"/>
                  </a:lnTo>
                  <a:lnTo>
                    <a:pt x="1721263" y="398050"/>
                  </a:lnTo>
                  <a:lnTo>
                    <a:pt x="1722215" y="397764"/>
                  </a:lnTo>
                  <a:lnTo>
                    <a:pt x="1730216" y="398050"/>
                  </a:lnTo>
                  <a:lnTo>
                    <a:pt x="1731359" y="397859"/>
                  </a:lnTo>
                  <a:lnTo>
                    <a:pt x="1733264" y="397288"/>
                  </a:lnTo>
                  <a:lnTo>
                    <a:pt x="1734312" y="397288"/>
                  </a:lnTo>
                  <a:lnTo>
                    <a:pt x="1740503" y="398907"/>
                  </a:lnTo>
                  <a:lnTo>
                    <a:pt x="1742789" y="398907"/>
                  </a:lnTo>
                  <a:close/>
                  <a:moveTo>
                    <a:pt x="1709166" y="302133"/>
                  </a:moveTo>
                  <a:lnTo>
                    <a:pt x="1708404" y="302133"/>
                  </a:lnTo>
                  <a:lnTo>
                    <a:pt x="1706785" y="301752"/>
                  </a:lnTo>
                  <a:lnTo>
                    <a:pt x="1706213" y="303847"/>
                  </a:lnTo>
                  <a:lnTo>
                    <a:pt x="1705832" y="306610"/>
                  </a:lnTo>
                  <a:lnTo>
                    <a:pt x="1705832" y="308038"/>
                  </a:lnTo>
                  <a:lnTo>
                    <a:pt x="1706213" y="309277"/>
                  </a:lnTo>
                  <a:lnTo>
                    <a:pt x="1706594" y="309086"/>
                  </a:lnTo>
                  <a:lnTo>
                    <a:pt x="1706785" y="308896"/>
                  </a:lnTo>
                  <a:lnTo>
                    <a:pt x="1706880" y="308610"/>
                  </a:lnTo>
                  <a:lnTo>
                    <a:pt x="1706880" y="308229"/>
                  </a:lnTo>
                  <a:lnTo>
                    <a:pt x="1707737" y="308991"/>
                  </a:lnTo>
                  <a:lnTo>
                    <a:pt x="1707832" y="309086"/>
                  </a:lnTo>
                  <a:lnTo>
                    <a:pt x="1707832" y="310039"/>
                  </a:lnTo>
                  <a:lnTo>
                    <a:pt x="1707832" y="310515"/>
                  </a:lnTo>
                  <a:lnTo>
                    <a:pt x="1708023" y="310896"/>
                  </a:lnTo>
                  <a:lnTo>
                    <a:pt x="1708880" y="311563"/>
                  </a:lnTo>
                  <a:lnTo>
                    <a:pt x="1709261" y="311468"/>
                  </a:lnTo>
                  <a:lnTo>
                    <a:pt x="1709356" y="310705"/>
                  </a:lnTo>
                  <a:lnTo>
                    <a:pt x="1709261" y="309563"/>
                  </a:lnTo>
                  <a:lnTo>
                    <a:pt x="1708214" y="303086"/>
                  </a:lnTo>
                  <a:lnTo>
                    <a:pt x="1708595" y="302324"/>
                  </a:lnTo>
                  <a:lnTo>
                    <a:pt x="1709166" y="302133"/>
                  </a:lnTo>
                  <a:close/>
                  <a:moveTo>
                    <a:pt x="2098167" y="365474"/>
                  </a:moveTo>
                  <a:lnTo>
                    <a:pt x="2099024" y="367379"/>
                  </a:lnTo>
                  <a:lnTo>
                    <a:pt x="2099691" y="368046"/>
                  </a:lnTo>
                  <a:lnTo>
                    <a:pt x="2100453" y="368522"/>
                  </a:lnTo>
                  <a:lnTo>
                    <a:pt x="2101215" y="368713"/>
                  </a:lnTo>
                  <a:lnTo>
                    <a:pt x="2103025" y="368713"/>
                  </a:lnTo>
                  <a:lnTo>
                    <a:pt x="2103882" y="368618"/>
                  </a:lnTo>
                  <a:lnTo>
                    <a:pt x="2104644" y="368332"/>
                  </a:lnTo>
                  <a:lnTo>
                    <a:pt x="2106454" y="365951"/>
                  </a:lnTo>
                  <a:lnTo>
                    <a:pt x="2106454" y="364141"/>
                  </a:lnTo>
                  <a:lnTo>
                    <a:pt x="2106549" y="363284"/>
                  </a:lnTo>
                  <a:lnTo>
                    <a:pt x="2106835" y="362521"/>
                  </a:lnTo>
                  <a:lnTo>
                    <a:pt x="2105787" y="362998"/>
                  </a:lnTo>
                  <a:lnTo>
                    <a:pt x="2104930" y="365284"/>
                  </a:lnTo>
                  <a:lnTo>
                    <a:pt x="2103977" y="365760"/>
                  </a:lnTo>
                  <a:lnTo>
                    <a:pt x="2103120" y="365379"/>
                  </a:lnTo>
                  <a:lnTo>
                    <a:pt x="2103311" y="364617"/>
                  </a:lnTo>
                  <a:lnTo>
                    <a:pt x="2104263" y="363474"/>
                  </a:lnTo>
                  <a:lnTo>
                    <a:pt x="2104358" y="362903"/>
                  </a:lnTo>
                  <a:lnTo>
                    <a:pt x="2104549" y="362141"/>
                  </a:lnTo>
                  <a:lnTo>
                    <a:pt x="2104644" y="361760"/>
                  </a:lnTo>
                  <a:lnTo>
                    <a:pt x="2104549" y="361188"/>
                  </a:lnTo>
                  <a:lnTo>
                    <a:pt x="2104073" y="360426"/>
                  </a:lnTo>
                  <a:lnTo>
                    <a:pt x="2103977" y="360045"/>
                  </a:lnTo>
                  <a:lnTo>
                    <a:pt x="2103691" y="359569"/>
                  </a:lnTo>
                  <a:lnTo>
                    <a:pt x="2102930" y="359188"/>
                  </a:lnTo>
                  <a:lnTo>
                    <a:pt x="2100548" y="358426"/>
                  </a:lnTo>
                  <a:lnTo>
                    <a:pt x="2099786" y="358521"/>
                  </a:lnTo>
                  <a:lnTo>
                    <a:pt x="2099024" y="358902"/>
                  </a:lnTo>
                  <a:lnTo>
                    <a:pt x="2098262" y="359569"/>
                  </a:lnTo>
                  <a:lnTo>
                    <a:pt x="2098072" y="359759"/>
                  </a:lnTo>
                  <a:lnTo>
                    <a:pt x="2097881" y="360045"/>
                  </a:lnTo>
                  <a:lnTo>
                    <a:pt x="2097596" y="360617"/>
                  </a:lnTo>
                  <a:lnTo>
                    <a:pt x="2097500" y="361569"/>
                  </a:lnTo>
                  <a:lnTo>
                    <a:pt x="2097405" y="361855"/>
                  </a:lnTo>
                  <a:lnTo>
                    <a:pt x="2096548" y="363284"/>
                  </a:lnTo>
                  <a:lnTo>
                    <a:pt x="2097215" y="364427"/>
                  </a:lnTo>
                  <a:lnTo>
                    <a:pt x="2098167" y="365474"/>
                  </a:lnTo>
                  <a:close/>
                  <a:moveTo>
                    <a:pt x="1870329" y="357283"/>
                  </a:moveTo>
                  <a:lnTo>
                    <a:pt x="1870329" y="357664"/>
                  </a:lnTo>
                  <a:lnTo>
                    <a:pt x="1872139" y="357188"/>
                  </a:lnTo>
                  <a:lnTo>
                    <a:pt x="1876044" y="356902"/>
                  </a:lnTo>
                  <a:lnTo>
                    <a:pt x="1883664" y="355283"/>
                  </a:lnTo>
                  <a:lnTo>
                    <a:pt x="1885664" y="355187"/>
                  </a:lnTo>
                  <a:lnTo>
                    <a:pt x="1886617" y="354997"/>
                  </a:lnTo>
                  <a:lnTo>
                    <a:pt x="1888141" y="353949"/>
                  </a:lnTo>
                  <a:lnTo>
                    <a:pt x="1889379" y="353568"/>
                  </a:lnTo>
                  <a:lnTo>
                    <a:pt x="1889855" y="353282"/>
                  </a:lnTo>
                  <a:lnTo>
                    <a:pt x="1890331" y="352901"/>
                  </a:lnTo>
                  <a:lnTo>
                    <a:pt x="1890522" y="352520"/>
                  </a:lnTo>
                  <a:lnTo>
                    <a:pt x="1890427" y="352235"/>
                  </a:lnTo>
                  <a:lnTo>
                    <a:pt x="1890046" y="352235"/>
                  </a:lnTo>
                  <a:lnTo>
                    <a:pt x="1889665" y="352139"/>
                  </a:lnTo>
                  <a:lnTo>
                    <a:pt x="1889474" y="351663"/>
                  </a:lnTo>
                  <a:lnTo>
                    <a:pt x="1889570" y="351187"/>
                  </a:lnTo>
                  <a:lnTo>
                    <a:pt x="1889950" y="350996"/>
                  </a:lnTo>
                  <a:lnTo>
                    <a:pt x="1890427" y="350901"/>
                  </a:lnTo>
                  <a:lnTo>
                    <a:pt x="1890903" y="350711"/>
                  </a:lnTo>
                  <a:lnTo>
                    <a:pt x="1891189" y="350615"/>
                  </a:lnTo>
                  <a:lnTo>
                    <a:pt x="1891856" y="350330"/>
                  </a:lnTo>
                  <a:lnTo>
                    <a:pt x="1892237" y="350044"/>
                  </a:lnTo>
                  <a:lnTo>
                    <a:pt x="1891856" y="349949"/>
                  </a:lnTo>
                  <a:lnTo>
                    <a:pt x="1891284" y="349853"/>
                  </a:lnTo>
                  <a:lnTo>
                    <a:pt x="1890427" y="349377"/>
                  </a:lnTo>
                  <a:lnTo>
                    <a:pt x="1889855" y="349187"/>
                  </a:lnTo>
                  <a:lnTo>
                    <a:pt x="1889570" y="349187"/>
                  </a:lnTo>
                  <a:lnTo>
                    <a:pt x="1888712" y="349377"/>
                  </a:lnTo>
                  <a:lnTo>
                    <a:pt x="1888426" y="349377"/>
                  </a:lnTo>
                  <a:lnTo>
                    <a:pt x="1887760" y="349282"/>
                  </a:lnTo>
                  <a:lnTo>
                    <a:pt x="1886712" y="349282"/>
                  </a:lnTo>
                  <a:lnTo>
                    <a:pt x="1886331" y="349187"/>
                  </a:lnTo>
                  <a:lnTo>
                    <a:pt x="1885950" y="348805"/>
                  </a:lnTo>
                  <a:lnTo>
                    <a:pt x="1885759" y="349472"/>
                  </a:lnTo>
                  <a:lnTo>
                    <a:pt x="1886617" y="350425"/>
                  </a:lnTo>
                  <a:lnTo>
                    <a:pt x="1886331" y="350996"/>
                  </a:lnTo>
                  <a:lnTo>
                    <a:pt x="1886712" y="351377"/>
                  </a:lnTo>
                  <a:lnTo>
                    <a:pt x="1886807" y="351568"/>
                  </a:lnTo>
                  <a:lnTo>
                    <a:pt x="1886712" y="352044"/>
                  </a:lnTo>
                  <a:lnTo>
                    <a:pt x="1885759" y="351092"/>
                  </a:lnTo>
                  <a:lnTo>
                    <a:pt x="1884712" y="351282"/>
                  </a:lnTo>
                  <a:lnTo>
                    <a:pt x="1883569" y="351949"/>
                  </a:lnTo>
                  <a:lnTo>
                    <a:pt x="1882235" y="352330"/>
                  </a:lnTo>
                  <a:lnTo>
                    <a:pt x="1881473" y="352235"/>
                  </a:lnTo>
                  <a:lnTo>
                    <a:pt x="1880235" y="351758"/>
                  </a:lnTo>
                  <a:lnTo>
                    <a:pt x="1879473" y="351663"/>
                  </a:lnTo>
                  <a:lnTo>
                    <a:pt x="1878997" y="351758"/>
                  </a:lnTo>
                  <a:lnTo>
                    <a:pt x="1878616" y="352044"/>
                  </a:lnTo>
                  <a:lnTo>
                    <a:pt x="1878139" y="352235"/>
                  </a:lnTo>
                  <a:lnTo>
                    <a:pt x="1877473" y="352044"/>
                  </a:lnTo>
                  <a:lnTo>
                    <a:pt x="1877568" y="351854"/>
                  </a:lnTo>
                  <a:lnTo>
                    <a:pt x="1877663" y="351758"/>
                  </a:lnTo>
                  <a:lnTo>
                    <a:pt x="1877758" y="351758"/>
                  </a:lnTo>
                  <a:lnTo>
                    <a:pt x="1877854" y="351663"/>
                  </a:lnTo>
                  <a:lnTo>
                    <a:pt x="1877092" y="351377"/>
                  </a:lnTo>
                  <a:lnTo>
                    <a:pt x="1876234" y="351663"/>
                  </a:lnTo>
                  <a:lnTo>
                    <a:pt x="1874711" y="352806"/>
                  </a:lnTo>
                  <a:lnTo>
                    <a:pt x="1874615" y="352330"/>
                  </a:lnTo>
                  <a:lnTo>
                    <a:pt x="1874425" y="351949"/>
                  </a:lnTo>
                  <a:lnTo>
                    <a:pt x="1874044" y="351663"/>
                  </a:lnTo>
                  <a:lnTo>
                    <a:pt x="1873567" y="351377"/>
                  </a:lnTo>
                  <a:lnTo>
                    <a:pt x="1872806" y="352901"/>
                  </a:lnTo>
                  <a:lnTo>
                    <a:pt x="1871091" y="353187"/>
                  </a:lnTo>
                  <a:lnTo>
                    <a:pt x="1869853" y="352616"/>
                  </a:lnTo>
                  <a:lnTo>
                    <a:pt x="1870329" y="351377"/>
                  </a:lnTo>
                  <a:lnTo>
                    <a:pt x="1869662" y="351092"/>
                  </a:lnTo>
                  <a:lnTo>
                    <a:pt x="1869091" y="351092"/>
                  </a:lnTo>
                  <a:lnTo>
                    <a:pt x="1868710" y="351472"/>
                  </a:lnTo>
                  <a:lnTo>
                    <a:pt x="1868614" y="352139"/>
                  </a:lnTo>
                  <a:lnTo>
                    <a:pt x="1868233" y="352139"/>
                  </a:lnTo>
                  <a:lnTo>
                    <a:pt x="1868233" y="351949"/>
                  </a:lnTo>
                  <a:lnTo>
                    <a:pt x="1868233" y="351377"/>
                  </a:lnTo>
                  <a:lnTo>
                    <a:pt x="1867567" y="352044"/>
                  </a:lnTo>
                  <a:lnTo>
                    <a:pt x="1867567" y="354235"/>
                  </a:lnTo>
                  <a:lnTo>
                    <a:pt x="1866900" y="354997"/>
                  </a:lnTo>
                  <a:lnTo>
                    <a:pt x="1867281" y="355949"/>
                  </a:lnTo>
                  <a:lnTo>
                    <a:pt x="1866614" y="356426"/>
                  </a:lnTo>
                  <a:lnTo>
                    <a:pt x="1865662" y="356902"/>
                  </a:lnTo>
                  <a:lnTo>
                    <a:pt x="1865186" y="357759"/>
                  </a:lnTo>
                  <a:lnTo>
                    <a:pt x="1867090" y="356902"/>
                  </a:lnTo>
                  <a:lnTo>
                    <a:pt x="1867948" y="356806"/>
                  </a:lnTo>
                  <a:lnTo>
                    <a:pt x="1868424" y="357473"/>
                  </a:lnTo>
                  <a:lnTo>
                    <a:pt x="1868805" y="357473"/>
                  </a:lnTo>
                  <a:lnTo>
                    <a:pt x="1869186" y="356616"/>
                  </a:lnTo>
                  <a:lnTo>
                    <a:pt x="1869853" y="356521"/>
                  </a:lnTo>
                  <a:lnTo>
                    <a:pt x="1870710" y="356711"/>
                  </a:lnTo>
                  <a:lnTo>
                    <a:pt x="1871758" y="356806"/>
                  </a:lnTo>
                  <a:lnTo>
                    <a:pt x="1871567" y="356902"/>
                  </a:lnTo>
                  <a:lnTo>
                    <a:pt x="1870329" y="357283"/>
                  </a:lnTo>
                  <a:close/>
                  <a:moveTo>
                    <a:pt x="2071688" y="418529"/>
                  </a:moveTo>
                  <a:lnTo>
                    <a:pt x="2071688" y="419957"/>
                  </a:lnTo>
                  <a:lnTo>
                    <a:pt x="2072068" y="421196"/>
                  </a:lnTo>
                  <a:lnTo>
                    <a:pt x="2073116" y="422148"/>
                  </a:lnTo>
                  <a:lnTo>
                    <a:pt x="2074069" y="421958"/>
                  </a:lnTo>
                  <a:lnTo>
                    <a:pt x="2074736" y="421005"/>
                  </a:lnTo>
                  <a:lnTo>
                    <a:pt x="2075116" y="418910"/>
                  </a:lnTo>
                  <a:lnTo>
                    <a:pt x="2076545" y="416528"/>
                  </a:lnTo>
                  <a:lnTo>
                    <a:pt x="2076640" y="416243"/>
                  </a:lnTo>
                  <a:lnTo>
                    <a:pt x="2076640" y="415862"/>
                  </a:lnTo>
                  <a:lnTo>
                    <a:pt x="2076355" y="415290"/>
                  </a:lnTo>
                  <a:lnTo>
                    <a:pt x="2075783" y="414814"/>
                  </a:lnTo>
                  <a:lnTo>
                    <a:pt x="2075116" y="414433"/>
                  </a:lnTo>
                  <a:lnTo>
                    <a:pt x="2074450" y="414338"/>
                  </a:lnTo>
                  <a:lnTo>
                    <a:pt x="2073878" y="414528"/>
                  </a:lnTo>
                  <a:lnTo>
                    <a:pt x="2073402" y="414909"/>
                  </a:lnTo>
                  <a:lnTo>
                    <a:pt x="2073021" y="415385"/>
                  </a:lnTo>
                  <a:lnTo>
                    <a:pt x="2072735" y="415862"/>
                  </a:lnTo>
                  <a:lnTo>
                    <a:pt x="2072164" y="417100"/>
                  </a:lnTo>
                  <a:lnTo>
                    <a:pt x="2071688" y="418529"/>
                  </a:lnTo>
                  <a:close/>
                  <a:moveTo>
                    <a:pt x="486728" y="274511"/>
                  </a:moveTo>
                  <a:lnTo>
                    <a:pt x="487299" y="275749"/>
                  </a:lnTo>
                  <a:lnTo>
                    <a:pt x="487585" y="276320"/>
                  </a:lnTo>
                  <a:lnTo>
                    <a:pt x="488156" y="276701"/>
                  </a:lnTo>
                  <a:lnTo>
                    <a:pt x="488728" y="275368"/>
                  </a:lnTo>
                  <a:lnTo>
                    <a:pt x="487871" y="274130"/>
                  </a:lnTo>
                  <a:lnTo>
                    <a:pt x="486346" y="273082"/>
                  </a:lnTo>
                  <a:lnTo>
                    <a:pt x="485013" y="272415"/>
                  </a:lnTo>
                  <a:lnTo>
                    <a:pt x="485299" y="273082"/>
                  </a:lnTo>
                  <a:lnTo>
                    <a:pt x="486728" y="274511"/>
                  </a:lnTo>
                  <a:close/>
                  <a:moveTo>
                    <a:pt x="2177034" y="398907"/>
                  </a:moveTo>
                  <a:lnTo>
                    <a:pt x="2175891" y="398240"/>
                  </a:lnTo>
                  <a:lnTo>
                    <a:pt x="2175129" y="397669"/>
                  </a:lnTo>
                  <a:lnTo>
                    <a:pt x="2174653" y="397478"/>
                  </a:lnTo>
                  <a:lnTo>
                    <a:pt x="2173415" y="397574"/>
                  </a:lnTo>
                  <a:lnTo>
                    <a:pt x="2172843" y="397574"/>
                  </a:lnTo>
                  <a:lnTo>
                    <a:pt x="2172462" y="397383"/>
                  </a:lnTo>
                  <a:lnTo>
                    <a:pt x="2171986" y="396716"/>
                  </a:lnTo>
                  <a:lnTo>
                    <a:pt x="2171700" y="396526"/>
                  </a:lnTo>
                  <a:lnTo>
                    <a:pt x="2169509" y="396050"/>
                  </a:lnTo>
                  <a:lnTo>
                    <a:pt x="2164651" y="396050"/>
                  </a:lnTo>
                  <a:lnTo>
                    <a:pt x="2162651" y="395383"/>
                  </a:lnTo>
                  <a:lnTo>
                    <a:pt x="2161223" y="395954"/>
                  </a:lnTo>
                  <a:lnTo>
                    <a:pt x="2157222" y="394906"/>
                  </a:lnTo>
                  <a:lnTo>
                    <a:pt x="2154079" y="395764"/>
                  </a:lnTo>
                  <a:lnTo>
                    <a:pt x="2151888" y="395573"/>
                  </a:lnTo>
                  <a:lnTo>
                    <a:pt x="2148268" y="394716"/>
                  </a:lnTo>
                  <a:lnTo>
                    <a:pt x="2137505" y="393954"/>
                  </a:lnTo>
                  <a:lnTo>
                    <a:pt x="2131981" y="392716"/>
                  </a:lnTo>
                  <a:lnTo>
                    <a:pt x="2131219" y="392716"/>
                  </a:lnTo>
                  <a:lnTo>
                    <a:pt x="2130933" y="393097"/>
                  </a:lnTo>
                  <a:lnTo>
                    <a:pt x="2130552" y="393097"/>
                  </a:lnTo>
                  <a:lnTo>
                    <a:pt x="2129695" y="393383"/>
                  </a:lnTo>
                  <a:lnTo>
                    <a:pt x="2129123" y="393763"/>
                  </a:lnTo>
                  <a:lnTo>
                    <a:pt x="2129314" y="393954"/>
                  </a:lnTo>
                  <a:lnTo>
                    <a:pt x="2129790" y="394145"/>
                  </a:lnTo>
                  <a:lnTo>
                    <a:pt x="2129981" y="394621"/>
                  </a:lnTo>
                  <a:lnTo>
                    <a:pt x="2130076" y="395097"/>
                  </a:lnTo>
                  <a:lnTo>
                    <a:pt x="2130171" y="395383"/>
                  </a:lnTo>
                  <a:lnTo>
                    <a:pt x="2130457" y="395383"/>
                  </a:lnTo>
                  <a:lnTo>
                    <a:pt x="2131314" y="395288"/>
                  </a:lnTo>
                  <a:lnTo>
                    <a:pt x="2131600" y="395383"/>
                  </a:lnTo>
                  <a:lnTo>
                    <a:pt x="2131981" y="396145"/>
                  </a:lnTo>
                  <a:lnTo>
                    <a:pt x="2132076" y="396716"/>
                  </a:lnTo>
                  <a:lnTo>
                    <a:pt x="2132266" y="397193"/>
                  </a:lnTo>
                  <a:lnTo>
                    <a:pt x="2133029" y="397574"/>
                  </a:lnTo>
                  <a:lnTo>
                    <a:pt x="2134553" y="397764"/>
                  </a:lnTo>
                  <a:lnTo>
                    <a:pt x="2136076" y="397574"/>
                  </a:lnTo>
                  <a:lnTo>
                    <a:pt x="2137410" y="397669"/>
                  </a:lnTo>
                  <a:lnTo>
                    <a:pt x="2138648" y="398526"/>
                  </a:lnTo>
                  <a:lnTo>
                    <a:pt x="2139220" y="398717"/>
                  </a:lnTo>
                  <a:lnTo>
                    <a:pt x="2139982" y="398526"/>
                  </a:lnTo>
                  <a:lnTo>
                    <a:pt x="2140744" y="398145"/>
                  </a:lnTo>
                  <a:lnTo>
                    <a:pt x="2141315" y="397955"/>
                  </a:lnTo>
                  <a:lnTo>
                    <a:pt x="2141982" y="398145"/>
                  </a:lnTo>
                  <a:lnTo>
                    <a:pt x="2142554" y="398717"/>
                  </a:lnTo>
                  <a:lnTo>
                    <a:pt x="2143125" y="399002"/>
                  </a:lnTo>
                  <a:lnTo>
                    <a:pt x="2143887" y="398717"/>
                  </a:lnTo>
                  <a:lnTo>
                    <a:pt x="2144554" y="398621"/>
                  </a:lnTo>
                  <a:lnTo>
                    <a:pt x="2145125" y="398812"/>
                  </a:lnTo>
                  <a:lnTo>
                    <a:pt x="2145792" y="399479"/>
                  </a:lnTo>
                  <a:lnTo>
                    <a:pt x="2146173" y="399669"/>
                  </a:lnTo>
                  <a:lnTo>
                    <a:pt x="2147983" y="399860"/>
                  </a:lnTo>
                  <a:lnTo>
                    <a:pt x="2149697" y="400717"/>
                  </a:lnTo>
                  <a:lnTo>
                    <a:pt x="2150650" y="401098"/>
                  </a:lnTo>
                  <a:lnTo>
                    <a:pt x="2152841" y="401193"/>
                  </a:lnTo>
                  <a:lnTo>
                    <a:pt x="2153793" y="401384"/>
                  </a:lnTo>
                  <a:lnTo>
                    <a:pt x="2154174" y="401955"/>
                  </a:lnTo>
                  <a:lnTo>
                    <a:pt x="2154650" y="402146"/>
                  </a:lnTo>
                  <a:lnTo>
                    <a:pt x="2157032" y="403193"/>
                  </a:lnTo>
                  <a:lnTo>
                    <a:pt x="2158460" y="404051"/>
                  </a:lnTo>
                  <a:lnTo>
                    <a:pt x="2159127" y="404336"/>
                  </a:lnTo>
                  <a:lnTo>
                    <a:pt x="2159984" y="404527"/>
                  </a:lnTo>
                  <a:lnTo>
                    <a:pt x="2161127" y="404622"/>
                  </a:lnTo>
                  <a:lnTo>
                    <a:pt x="2161508" y="404717"/>
                  </a:lnTo>
                  <a:lnTo>
                    <a:pt x="2162270" y="405384"/>
                  </a:lnTo>
                  <a:lnTo>
                    <a:pt x="2162747" y="405670"/>
                  </a:lnTo>
                  <a:lnTo>
                    <a:pt x="2163318" y="405765"/>
                  </a:lnTo>
                  <a:lnTo>
                    <a:pt x="2164461" y="405670"/>
                  </a:lnTo>
                  <a:lnTo>
                    <a:pt x="2165033" y="405670"/>
                  </a:lnTo>
                  <a:lnTo>
                    <a:pt x="2169033" y="406527"/>
                  </a:lnTo>
                  <a:lnTo>
                    <a:pt x="2170652" y="407480"/>
                  </a:lnTo>
                  <a:lnTo>
                    <a:pt x="2171509" y="409004"/>
                  </a:lnTo>
                  <a:lnTo>
                    <a:pt x="2172081" y="408622"/>
                  </a:lnTo>
                  <a:lnTo>
                    <a:pt x="2172653" y="408527"/>
                  </a:lnTo>
                  <a:lnTo>
                    <a:pt x="2173033" y="408813"/>
                  </a:lnTo>
                  <a:lnTo>
                    <a:pt x="2173319" y="409480"/>
                  </a:lnTo>
                  <a:lnTo>
                    <a:pt x="2173700" y="409480"/>
                  </a:lnTo>
                  <a:lnTo>
                    <a:pt x="2173986" y="408718"/>
                  </a:lnTo>
                  <a:lnTo>
                    <a:pt x="2174272" y="408242"/>
                  </a:lnTo>
                  <a:lnTo>
                    <a:pt x="2174653" y="407861"/>
                  </a:lnTo>
                  <a:lnTo>
                    <a:pt x="2175224" y="407480"/>
                  </a:lnTo>
                  <a:lnTo>
                    <a:pt x="2175224" y="407575"/>
                  </a:lnTo>
                  <a:lnTo>
                    <a:pt x="2175605" y="407575"/>
                  </a:lnTo>
                  <a:lnTo>
                    <a:pt x="2176082" y="407480"/>
                  </a:lnTo>
                  <a:lnTo>
                    <a:pt x="2176082" y="407480"/>
                  </a:lnTo>
                  <a:lnTo>
                    <a:pt x="2176367" y="407384"/>
                  </a:lnTo>
                  <a:lnTo>
                    <a:pt x="2176843" y="406908"/>
                  </a:lnTo>
                  <a:lnTo>
                    <a:pt x="2177129" y="406813"/>
                  </a:lnTo>
                  <a:lnTo>
                    <a:pt x="2178177" y="407003"/>
                  </a:lnTo>
                  <a:lnTo>
                    <a:pt x="2180273" y="407765"/>
                  </a:lnTo>
                  <a:lnTo>
                    <a:pt x="2181130" y="407956"/>
                  </a:lnTo>
                  <a:lnTo>
                    <a:pt x="2182749" y="408527"/>
                  </a:lnTo>
                  <a:lnTo>
                    <a:pt x="2183321" y="408622"/>
                  </a:lnTo>
                  <a:lnTo>
                    <a:pt x="2183987" y="408527"/>
                  </a:lnTo>
                  <a:lnTo>
                    <a:pt x="2185035" y="408242"/>
                  </a:lnTo>
                  <a:lnTo>
                    <a:pt x="2185702" y="408242"/>
                  </a:lnTo>
                  <a:lnTo>
                    <a:pt x="2186083" y="408337"/>
                  </a:lnTo>
                  <a:lnTo>
                    <a:pt x="2187035" y="408813"/>
                  </a:lnTo>
                  <a:lnTo>
                    <a:pt x="2187607" y="408908"/>
                  </a:lnTo>
                  <a:lnTo>
                    <a:pt x="2188178" y="408718"/>
                  </a:lnTo>
                  <a:lnTo>
                    <a:pt x="2188178" y="408242"/>
                  </a:lnTo>
                  <a:lnTo>
                    <a:pt x="2187892" y="407765"/>
                  </a:lnTo>
                  <a:lnTo>
                    <a:pt x="2187512" y="407480"/>
                  </a:lnTo>
                  <a:lnTo>
                    <a:pt x="2187512" y="407194"/>
                  </a:lnTo>
                  <a:lnTo>
                    <a:pt x="2188559" y="407194"/>
                  </a:lnTo>
                  <a:lnTo>
                    <a:pt x="2193417" y="407670"/>
                  </a:lnTo>
                  <a:lnTo>
                    <a:pt x="2194084" y="407575"/>
                  </a:lnTo>
                  <a:lnTo>
                    <a:pt x="2194560" y="407289"/>
                  </a:lnTo>
                  <a:lnTo>
                    <a:pt x="2194941" y="406908"/>
                  </a:lnTo>
                  <a:lnTo>
                    <a:pt x="2195417" y="406622"/>
                  </a:lnTo>
                  <a:lnTo>
                    <a:pt x="2196560" y="406432"/>
                  </a:lnTo>
                  <a:lnTo>
                    <a:pt x="2197132" y="406146"/>
                  </a:lnTo>
                  <a:lnTo>
                    <a:pt x="2197513" y="405765"/>
                  </a:lnTo>
                  <a:lnTo>
                    <a:pt x="2197703" y="405289"/>
                  </a:lnTo>
                  <a:lnTo>
                    <a:pt x="2197894" y="405098"/>
                  </a:lnTo>
                  <a:lnTo>
                    <a:pt x="2199513" y="405098"/>
                  </a:lnTo>
                  <a:lnTo>
                    <a:pt x="2201323" y="404813"/>
                  </a:lnTo>
                  <a:lnTo>
                    <a:pt x="2205418" y="404717"/>
                  </a:lnTo>
                  <a:lnTo>
                    <a:pt x="2205895" y="404527"/>
                  </a:lnTo>
                  <a:lnTo>
                    <a:pt x="2206276" y="403765"/>
                  </a:lnTo>
                  <a:lnTo>
                    <a:pt x="2206847" y="403574"/>
                  </a:lnTo>
                  <a:lnTo>
                    <a:pt x="2206847" y="403288"/>
                  </a:lnTo>
                  <a:lnTo>
                    <a:pt x="2204180" y="401764"/>
                  </a:lnTo>
                  <a:lnTo>
                    <a:pt x="2203228" y="401384"/>
                  </a:lnTo>
                  <a:lnTo>
                    <a:pt x="2202371" y="401193"/>
                  </a:lnTo>
                  <a:lnTo>
                    <a:pt x="2200370" y="401098"/>
                  </a:lnTo>
                  <a:lnTo>
                    <a:pt x="2199513" y="400907"/>
                  </a:lnTo>
                  <a:lnTo>
                    <a:pt x="2197513" y="400145"/>
                  </a:lnTo>
                  <a:lnTo>
                    <a:pt x="2196560" y="399955"/>
                  </a:lnTo>
                  <a:lnTo>
                    <a:pt x="2192083" y="400336"/>
                  </a:lnTo>
                  <a:lnTo>
                    <a:pt x="2183416" y="399288"/>
                  </a:lnTo>
                  <a:lnTo>
                    <a:pt x="2180082" y="399669"/>
                  </a:lnTo>
                  <a:lnTo>
                    <a:pt x="2178939" y="399574"/>
                  </a:lnTo>
                  <a:lnTo>
                    <a:pt x="2177034" y="398907"/>
                  </a:lnTo>
                  <a:close/>
                  <a:moveTo>
                    <a:pt x="2116741" y="389287"/>
                  </a:moveTo>
                  <a:lnTo>
                    <a:pt x="2121408" y="389096"/>
                  </a:lnTo>
                  <a:lnTo>
                    <a:pt x="2123313" y="388430"/>
                  </a:lnTo>
                  <a:lnTo>
                    <a:pt x="2124456" y="387096"/>
                  </a:lnTo>
                  <a:lnTo>
                    <a:pt x="2123504" y="387287"/>
                  </a:lnTo>
                  <a:lnTo>
                    <a:pt x="2122932" y="387191"/>
                  </a:lnTo>
                  <a:lnTo>
                    <a:pt x="2122456" y="386905"/>
                  </a:lnTo>
                  <a:lnTo>
                    <a:pt x="2121884" y="386715"/>
                  </a:lnTo>
                  <a:lnTo>
                    <a:pt x="2119408" y="387382"/>
                  </a:lnTo>
                  <a:lnTo>
                    <a:pt x="2118836" y="387287"/>
                  </a:lnTo>
                  <a:lnTo>
                    <a:pt x="2117598" y="386810"/>
                  </a:lnTo>
                  <a:lnTo>
                    <a:pt x="2114741" y="387096"/>
                  </a:lnTo>
                  <a:lnTo>
                    <a:pt x="2113598" y="386810"/>
                  </a:lnTo>
                  <a:lnTo>
                    <a:pt x="2112550" y="386620"/>
                  </a:lnTo>
                  <a:lnTo>
                    <a:pt x="2111978" y="387382"/>
                  </a:lnTo>
                  <a:lnTo>
                    <a:pt x="2111883" y="388430"/>
                  </a:lnTo>
                  <a:lnTo>
                    <a:pt x="2112264" y="388906"/>
                  </a:lnTo>
                  <a:lnTo>
                    <a:pt x="2116741" y="389287"/>
                  </a:lnTo>
                  <a:close/>
                  <a:moveTo>
                    <a:pt x="2071116" y="271177"/>
                  </a:moveTo>
                  <a:lnTo>
                    <a:pt x="2071973" y="270796"/>
                  </a:lnTo>
                  <a:lnTo>
                    <a:pt x="2072449" y="270034"/>
                  </a:lnTo>
                  <a:lnTo>
                    <a:pt x="2072259" y="269367"/>
                  </a:lnTo>
                  <a:lnTo>
                    <a:pt x="2071402" y="269367"/>
                  </a:lnTo>
                  <a:lnTo>
                    <a:pt x="2070545" y="269843"/>
                  </a:lnTo>
                  <a:lnTo>
                    <a:pt x="2070068" y="270510"/>
                  </a:lnTo>
                  <a:lnTo>
                    <a:pt x="2070259" y="271081"/>
                  </a:lnTo>
                  <a:lnTo>
                    <a:pt x="2071116" y="271177"/>
                  </a:lnTo>
                  <a:close/>
                  <a:moveTo>
                    <a:pt x="2082356" y="436912"/>
                  </a:moveTo>
                  <a:lnTo>
                    <a:pt x="2082546" y="437483"/>
                  </a:lnTo>
                  <a:lnTo>
                    <a:pt x="2083213" y="437769"/>
                  </a:lnTo>
                  <a:lnTo>
                    <a:pt x="2084165" y="437769"/>
                  </a:lnTo>
                  <a:lnTo>
                    <a:pt x="2084832" y="437483"/>
                  </a:lnTo>
                  <a:lnTo>
                    <a:pt x="2085023" y="437102"/>
                  </a:lnTo>
                  <a:lnTo>
                    <a:pt x="2084927" y="435959"/>
                  </a:lnTo>
                  <a:lnTo>
                    <a:pt x="2084927" y="431578"/>
                  </a:lnTo>
                  <a:lnTo>
                    <a:pt x="2085023" y="430911"/>
                  </a:lnTo>
                  <a:lnTo>
                    <a:pt x="2084927" y="430244"/>
                  </a:lnTo>
                  <a:lnTo>
                    <a:pt x="2084737" y="429768"/>
                  </a:lnTo>
                  <a:lnTo>
                    <a:pt x="2084261" y="429482"/>
                  </a:lnTo>
                  <a:lnTo>
                    <a:pt x="2084070" y="431387"/>
                  </a:lnTo>
                  <a:lnTo>
                    <a:pt x="2083880" y="432530"/>
                  </a:lnTo>
                  <a:lnTo>
                    <a:pt x="2083498" y="433388"/>
                  </a:lnTo>
                  <a:lnTo>
                    <a:pt x="2081974" y="434721"/>
                  </a:lnTo>
                  <a:lnTo>
                    <a:pt x="2081784" y="435483"/>
                  </a:lnTo>
                  <a:lnTo>
                    <a:pt x="2083117" y="436340"/>
                  </a:lnTo>
                  <a:lnTo>
                    <a:pt x="2082356" y="436912"/>
                  </a:lnTo>
                  <a:close/>
                  <a:moveTo>
                    <a:pt x="1894904" y="703897"/>
                  </a:moveTo>
                  <a:lnTo>
                    <a:pt x="1893189" y="704183"/>
                  </a:lnTo>
                  <a:lnTo>
                    <a:pt x="1892617" y="703993"/>
                  </a:lnTo>
                  <a:lnTo>
                    <a:pt x="1891951" y="703612"/>
                  </a:lnTo>
                  <a:lnTo>
                    <a:pt x="1891189" y="703421"/>
                  </a:lnTo>
                  <a:lnTo>
                    <a:pt x="1890522" y="703802"/>
                  </a:lnTo>
                  <a:lnTo>
                    <a:pt x="1888998" y="702469"/>
                  </a:lnTo>
                  <a:lnTo>
                    <a:pt x="1888712" y="702374"/>
                  </a:lnTo>
                  <a:lnTo>
                    <a:pt x="1887950" y="703802"/>
                  </a:lnTo>
                  <a:lnTo>
                    <a:pt x="1887760" y="704564"/>
                  </a:lnTo>
                  <a:lnTo>
                    <a:pt x="1887950" y="705231"/>
                  </a:lnTo>
                  <a:lnTo>
                    <a:pt x="1888522" y="705517"/>
                  </a:lnTo>
                  <a:lnTo>
                    <a:pt x="1890713" y="705898"/>
                  </a:lnTo>
                  <a:lnTo>
                    <a:pt x="1892808" y="705993"/>
                  </a:lnTo>
                  <a:lnTo>
                    <a:pt x="1892998" y="705898"/>
                  </a:lnTo>
                  <a:lnTo>
                    <a:pt x="1893665" y="705422"/>
                  </a:lnTo>
                  <a:lnTo>
                    <a:pt x="1893951" y="705326"/>
                  </a:lnTo>
                  <a:lnTo>
                    <a:pt x="1894427" y="705517"/>
                  </a:lnTo>
                  <a:lnTo>
                    <a:pt x="1894808" y="705803"/>
                  </a:lnTo>
                  <a:lnTo>
                    <a:pt x="1895094" y="705993"/>
                  </a:lnTo>
                  <a:lnTo>
                    <a:pt x="1895475" y="705803"/>
                  </a:lnTo>
                  <a:lnTo>
                    <a:pt x="1895570" y="705422"/>
                  </a:lnTo>
                  <a:lnTo>
                    <a:pt x="1895380" y="705136"/>
                  </a:lnTo>
                  <a:lnTo>
                    <a:pt x="1894999" y="704945"/>
                  </a:lnTo>
                  <a:lnTo>
                    <a:pt x="1894618" y="704850"/>
                  </a:lnTo>
                  <a:lnTo>
                    <a:pt x="1895475" y="703993"/>
                  </a:lnTo>
                  <a:lnTo>
                    <a:pt x="1894904" y="703897"/>
                  </a:lnTo>
                  <a:close/>
                  <a:moveTo>
                    <a:pt x="1900999" y="713232"/>
                  </a:moveTo>
                  <a:lnTo>
                    <a:pt x="1901857" y="712661"/>
                  </a:lnTo>
                  <a:lnTo>
                    <a:pt x="1902428" y="711708"/>
                  </a:lnTo>
                  <a:lnTo>
                    <a:pt x="1903095" y="709613"/>
                  </a:lnTo>
                  <a:lnTo>
                    <a:pt x="1902809" y="709327"/>
                  </a:lnTo>
                  <a:lnTo>
                    <a:pt x="1902428" y="709422"/>
                  </a:lnTo>
                  <a:lnTo>
                    <a:pt x="1901666" y="709898"/>
                  </a:lnTo>
                  <a:lnTo>
                    <a:pt x="1901095" y="710184"/>
                  </a:lnTo>
                  <a:lnTo>
                    <a:pt x="1900904" y="710184"/>
                  </a:lnTo>
                  <a:lnTo>
                    <a:pt x="1900523" y="710184"/>
                  </a:lnTo>
                  <a:lnTo>
                    <a:pt x="1900333" y="710089"/>
                  </a:lnTo>
                  <a:lnTo>
                    <a:pt x="1900333" y="709994"/>
                  </a:lnTo>
                  <a:lnTo>
                    <a:pt x="1899856" y="710375"/>
                  </a:lnTo>
                  <a:lnTo>
                    <a:pt x="1899095" y="710755"/>
                  </a:lnTo>
                  <a:lnTo>
                    <a:pt x="1898332" y="711041"/>
                  </a:lnTo>
                  <a:lnTo>
                    <a:pt x="1896808" y="711232"/>
                  </a:lnTo>
                  <a:lnTo>
                    <a:pt x="1896142" y="711422"/>
                  </a:lnTo>
                  <a:lnTo>
                    <a:pt x="1895570" y="711803"/>
                  </a:lnTo>
                  <a:lnTo>
                    <a:pt x="1895189" y="712184"/>
                  </a:lnTo>
                  <a:lnTo>
                    <a:pt x="1894618" y="713708"/>
                  </a:lnTo>
                  <a:lnTo>
                    <a:pt x="1895475" y="714280"/>
                  </a:lnTo>
                  <a:lnTo>
                    <a:pt x="1898523" y="714375"/>
                  </a:lnTo>
                  <a:lnTo>
                    <a:pt x="1898142" y="713042"/>
                  </a:lnTo>
                  <a:lnTo>
                    <a:pt x="1898904" y="712851"/>
                  </a:lnTo>
                  <a:lnTo>
                    <a:pt x="1900999" y="713232"/>
                  </a:lnTo>
                  <a:close/>
                  <a:moveTo>
                    <a:pt x="1905762" y="698659"/>
                  </a:moveTo>
                  <a:lnTo>
                    <a:pt x="1905667" y="698373"/>
                  </a:lnTo>
                  <a:lnTo>
                    <a:pt x="1905476" y="698087"/>
                  </a:lnTo>
                  <a:lnTo>
                    <a:pt x="1905381" y="697992"/>
                  </a:lnTo>
                  <a:lnTo>
                    <a:pt x="1905000" y="697802"/>
                  </a:lnTo>
                  <a:lnTo>
                    <a:pt x="1904809" y="697802"/>
                  </a:lnTo>
                  <a:lnTo>
                    <a:pt x="1904619" y="697897"/>
                  </a:lnTo>
                  <a:lnTo>
                    <a:pt x="1904238" y="697992"/>
                  </a:lnTo>
                  <a:lnTo>
                    <a:pt x="1903571" y="698087"/>
                  </a:lnTo>
                  <a:lnTo>
                    <a:pt x="1902714" y="698373"/>
                  </a:lnTo>
                  <a:lnTo>
                    <a:pt x="1899666" y="698754"/>
                  </a:lnTo>
                  <a:lnTo>
                    <a:pt x="1898809" y="698754"/>
                  </a:lnTo>
                  <a:lnTo>
                    <a:pt x="1897951" y="698563"/>
                  </a:lnTo>
                  <a:lnTo>
                    <a:pt x="1897571" y="698563"/>
                  </a:lnTo>
                  <a:lnTo>
                    <a:pt x="1897094" y="698659"/>
                  </a:lnTo>
                  <a:lnTo>
                    <a:pt x="1896332" y="699135"/>
                  </a:lnTo>
                  <a:lnTo>
                    <a:pt x="1895665" y="699897"/>
                  </a:lnTo>
                  <a:lnTo>
                    <a:pt x="1895380" y="700754"/>
                  </a:lnTo>
                  <a:lnTo>
                    <a:pt x="1895570" y="701707"/>
                  </a:lnTo>
                  <a:lnTo>
                    <a:pt x="1896428" y="702374"/>
                  </a:lnTo>
                  <a:lnTo>
                    <a:pt x="1897475" y="702374"/>
                  </a:lnTo>
                  <a:lnTo>
                    <a:pt x="1898714" y="702088"/>
                  </a:lnTo>
                  <a:lnTo>
                    <a:pt x="1900047" y="701993"/>
                  </a:lnTo>
                  <a:lnTo>
                    <a:pt x="1899761" y="702659"/>
                  </a:lnTo>
                  <a:lnTo>
                    <a:pt x="1899571" y="702850"/>
                  </a:lnTo>
                  <a:lnTo>
                    <a:pt x="1899285" y="703040"/>
                  </a:lnTo>
                  <a:lnTo>
                    <a:pt x="1899285" y="703421"/>
                  </a:lnTo>
                  <a:lnTo>
                    <a:pt x="1899856" y="703421"/>
                  </a:lnTo>
                  <a:lnTo>
                    <a:pt x="1900428" y="703231"/>
                  </a:lnTo>
                  <a:lnTo>
                    <a:pt x="1900904" y="702945"/>
                  </a:lnTo>
                  <a:lnTo>
                    <a:pt x="1901285" y="702088"/>
                  </a:lnTo>
                  <a:lnTo>
                    <a:pt x="1901762" y="701802"/>
                  </a:lnTo>
                  <a:lnTo>
                    <a:pt x="1902333" y="701612"/>
                  </a:lnTo>
                  <a:lnTo>
                    <a:pt x="1902905" y="701326"/>
                  </a:lnTo>
                  <a:lnTo>
                    <a:pt x="1904905" y="699135"/>
                  </a:lnTo>
                  <a:lnTo>
                    <a:pt x="1905762" y="698659"/>
                  </a:lnTo>
                  <a:close/>
                  <a:moveTo>
                    <a:pt x="1900142" y="360426"/>
                  </a:moveTo>
                  <a:lnTo>
                    <a:pt x="1900047" y="360045"/>
                  </a:lnTo>
                  <a:lnTo>
                    <a:pt x="1898904" y="358235"/>
                  </a:lnTo>
                  <a:lnTo>
                    <a:pt x="1898428" y="357759"/>
                  </a:lnTo>
                  <a:lnTo>
                    <a:pt x="1897951" y="357378"/>
                  </a:lnTo>
                  <a:lnTo>
                    <a:pt x="1897761" y="357283"/>
                  </a:lnTo>
                  <a:lnTo>
                    <a:pt x="1897571" y="357378"/>
                  </a:lnTo>
                  <a:lnTo>
                    <a:pt x="1895094" y="357569"/>
                  </a:lnTo>
                  <a:lnTo>
                    <a:pt x="1894046" y="357854"/>
                  </a:lnTo>
                  <a:lnTo>
                    <a:pt x="1893189" y="358330"/>
                  </a:lnTo>
                  <a:lnTo>
                    <a:pt x="1892903" y="358330"/>
                  </a:lnTo>
                  <a:lnTo>
                    <a:pt x="1892617" y="357950"/>
                  </a:lnTo>
                  <a:lnTo>
                    <a:pt x="1892332" y="357188"/>
                  </a:lnTo>
                  <a:lnTo>
                    <a:pt x="1891474" y="356330"/>
                  </a:lnTo>
                  <a:lnTo>
                    <a:pt x="1890331" y="356140"/>
                  </a:lnTo>
                  <a:lnTo>
                    <a:pt x="1889093" y="356330"/>
                  </a:lnTo>
                  <a:lnTo>
                    <a:pt x="1887093" y="357092"/>
                  </a:lnTo>
                  <a:lnTo>
                    <a:pt x="1884998" y="358235"/>
                  </a:lnTo>
                  <a:lnTo>
                    <a:pt x="1879282" y="359664"/>
                  </a:lnTo>
                  <a:lnTo>
                    <a:pt x="1877663" y="360521"/>
                  </a:lnTo>
                  <a:lnTo>
                    <a:pt x="1877663" y="361283"/>
                  </a:lnTo>
                  <a:lnTo>
                    <a:pt x="1879664" y="363188"/>
                  </a:lnTo>
                  <a:lnTo>
                    <a:pt x="1880425" y="364236"/>
                  </a:lnTo>
                  <a:lnTo>
                    <a:pt x="1880997" y="365570"/>
                  </a:lnTo>
                  <a:lnTo>
                    <a:pt x="1880902" y="366808"/>
                  </a:lnTo>
                  <a:lnTo>
                    <a:pt x="1879759" y="367570"/>
                  </a:lnTo>
                  <a:lnTo>
                    <a:pt x="1880140" y="368237"/>
                  </a:lnTo>
                  <a:lnTo>
                    <a:pt x="1880521" y="368618"/>
                  </a:lnTo>
                  <a:lnTo>
                    <a:pt x="1880997" y="368903"/>
                  </a:lnTo>
                  <a:lnTo>
                    <a:pt x="1881568" y="369380"/>
                  </a:lnTo>
                  <a:lnTo>
                    <a:pt x="1881949" y="369856"/>
                  </a:lnTo>
                  <a:lnTo>
                    <a:pt x="1882045" y="370237"/>
                  </a:lnTo>
                  <a:lnTo>
                    <a:pt x="1882140" y="370713"/>
                  </a:lnTo>
                  <a:lnTo>
                    <a:pt x="1882331" y="371475"/>
                  </a:lnTo>
                  <a:lnTo>
                    <a:pt x="1882426" y="371570"/>
                  </a:lnTo>
                  <a:lnTo>
                    <a:pt x="1882616" y="371666"/>
                  </a:lnTo>
                  <a:lnTo>
                    <a:pt x="1882807" y="371856"/>
                  </a:lnTo>
                  <a:lnTo>
                    <a:pt x="1882997" y="372142"/>
                  </a:lnTo>
                  <a:lnTo>
                    <a:pt x="1882997" y="372523"/>
                  </a:lnTo>
                  <a:lnTo>
                    <a:pt x="1882902" y="373285"/>
                  </a:lnTo>
                  <a:lnTo>
                    <a:pt x="1882902" y="373666"/>
                  </a:lnTo>
                  <a:lnTo>
                    <a:pt x="1883378" y="374428"/>
                  </a:lnTo>
                  <a:lnTo>
                    <a:pt x="1883950" y="374999"/>
                  </a:lnTo>
                  <a:lnTo>
                    <a:pt x="1885379" y="375856"/>
                  </a:lnTo>
                  <a:lnTo>
                    <a:pt x="1886617" y="376714"/>
                  </a:lnTo>
                  <a:lnTo>
                    <a:pt x="1887093" y="377190"/>
                  </a:lnTo>
                  <a:lnTo>
                    <a:pt x="1888331" y="379286"/>
                  </a:lnTo>
                  <a:lnTo>
                    <a:pt x="1888807" y="379667"/>
                  </a:lnTo>
                  <a:lnTo>
                    <a:pt x="1889665" y="379857"/>
                  </a:lnTo>
                  <a:lnTo>
                    <a:pt x="1890522" y="379286"/>
                  </a:lnTo>
                  <a:lnTo>
                    <a:pt x="1891284" y="378905"/>
                  </a:lnTo>
                  <a:lnTo>
                    <a:pt x="1891951" y="378809"/>
                  </a:lnTo>
                  <a:lnTo>
                    <a:pt x="1892522" y="379190"/>
                  </a:lnTo>
                  <a:lnTo>
                    <a:pt x="1893380" y="380333"/>
                  </a:lnTo>
                  <a:lnTo>
                    <a:pt x="1894046" y="380619"/>
                  </a:lnTo>
                  <a:lnTo>
                    <a:pt x="1895094" y="380333"/>
                  </a:lnTo>
                  <a:lnTo>
                    <a:pt x="1895856" y="379476"/>
                  </a:lnTo>
                  <a:lnTo>
                    <a:pt x="1896332" y="378333"/>
                  </a:lnTo>
                  <a:lnTo>
                    <a:pt x="1896523" y="377190"/>
                  </a:lnTo>
                  <a:lnTo>
                    <a:pt x="1896808" y="376142"/>
                  </a:lnTo>
                  <a:lnTo>
                    <a:pt x="1898047" y="373952"/>
                  </a:lnTo>
                  <a:lnTo>
                    <a:pt x="1899856" y="366141"/>
                  </a:lnTo>
                  <a:lnTo>
                    <a:pt x="1899856" y="363760"/>
                  </a:lnTo>
                  <a:lnTo>
                    <a:pt x="1899666" y="363188"/>
                  </a:lnTo>
                  <a:lnTo>
                    <a:pt x="1899190" y="362331"/>
                  </a:lnTo>
                  <a:lnTo>
                    <a:pt x="1899095" y="362141"/>
                  </a:lnTo>
                  <a:lnTo>
                    <a:pt x="1899285" y="361569"/>
                  </a:lnTo>
                  <a:lnTo>
                    <a:pt x="1900142" y="360426"/>
                  </a:lnTo>
                  <a:close/>
                  <a:moveTo>
                    <a:pt x="1909000" y="255270"/>
                  </a:moveTo>
                  <a:lnTo>
                    <a:pt x="1908620" y="255842"/>
                  </a:lnTo>
                  <a:lnTo>
                    <a:pt x="1908620" y="256127"/>
                  </a:lnTo>
                  <a:lnTo>
                    <a:pt x="1909000" y="255556"/>
                  </a:lnTo>
                  <a:lnTo>
                    <a:pt x="1909000" y="255270"/>
                  </a:lnTo>
                  <a:close/>
                  <a:moveTo>
                    <a:pt x="1857375" y="321183"/>
                  </a:moveTo>
                  <a:lnTo>
                    <a:pt x="1858899" y="321469"/>
                  </a:lnTo>
                  <a:lnTo>
                    <a:pt x="1859280" y="321659"/>
                  </a:lnTo>
                  <a:lnTo>
                    <a:pt x="1859471" y="322136"/>
                  </a:lnTo>
                  <a:lnTo>
                    <a:pt x="1859661" y="322612"/>
                  </a:lnTo>
                  <a:lnTo>
                    <a:pt x="1859851" y="322897"/>
                  </a:lnTo>
                  <a:lnTo>
                    <a:pt x="1860137" y="322993"/>
                  </a:lnTo>
                  <a:lnTo>
                    <a:pt x="1861280" y="323183"/>
                  </a:lnTo>
                  <a:lnTo>
                    <a:pt x="1861280" y="323088"/>
                  </a:lnTo>
                  <a:lnTo>
                    <a:pt x="1862709" y="323183"/>
                  </a:lnTo>
                  <a:lnTo>
                    <a:pt x="1862995" y="323374"/>
                  </a:lnTo>
                  <a:lnTo>
                    <a:pt x="1863281" y="323755"/>
                  </a:lnTo>
                  <a:lnTo>
                    <a:pt x="1863662" y="323850"/>
                  </a:lnTo>
                  <a:lnTo>
                    <a:pt x="1864233" y="323279"/>
                  </a:lnTo>
                  <a:lnTo>
                    <a:pt x="1864614" y="323469"/>
                  </a:lnTo>
                  <a:lnTo>
                    <a:pt x="1865090" y="323564"/>
                  </a:lnTo>
                  <a:lnTo>
                    <a:pt x="1866138" y="323660"/>
                  </a:lnTo>
                  <a:lnTo>
                    <a:pt x="1866424" y="323755"/>
                  </a:lnTo>
                  <a:lnTo>
                    <a:pt x="1866614" y="324231"/>
                  </a:lnTo>
                  <a:lnTo>
                    <a:pt x="1866900" y="324326"/>
                  </a:lnTo>
                  <a:lnTo>
                    <a:pt x="1867090" y="324231"/>
                  </a:lnTo>
                  <a:lnTo>
                    <a:pt x="1867472" y="323755"/>
                  </a:lnTo>
                  <a:lnTo>
                    <a:pt x="1867662" y="323564"/>
                  </a:lnTo>
                  <a:lnTo>
                    <a:pt x="1869281" y="322707"/>
                  </a:lnTo>
                  <a:lnTo>
                    <a:pt x="1870424" y="322421"/>
                  </a:lnTo>
                  <a:lnTo>
                    <a:pt x="1871281" y="322802"/>
                  </a:lnTo>
                  <a:lnTo>
                    <a:pt x="1871472" y="323279"/>
                  </a:lnTo>
                  <a:lnTo>
                    <a:pt x="1870996" y="323850"/>
                  </a:lnTo>
                  <a:lnTo>
                    <a:pt x="1870710" y="324231"/>
                  </a:lnTo>
                  <a:lnTo>
                    <a:pt x="1870710" y="324707"/>
                  </a:lnTo>
                  <a:lnTo>
                    <a:pt x="1870996" y="325279"/>
                  </a:lnTo>
                  <a:lnTo>
                    <a:pt x="1871853" y="326041"/>
                  </a:lnTo>
                  <a:lnTo>
                    <a:pt x="1872234" y="326517"/>
                  </a:lnTo>
                  <a:lnTo>
                    <a:pt x="1872329" y="327660"/>
                  </a:lnTo>
                  <a:lnTo>
                    <a:pt x="1872043" y="328708"/>
                  </a:lnTo>
                  <a:lnTo>
                    <a:pt x="1872043" y="329470"/>
                  </a:lnTo>
                  <a:lnTo>
                    <a:pt x="1872996" y="329755"/>
                  </a:lnTo>
                  <a:lnTo>
                    <a:pt x="1872329" y="331470"/>
                  </a:lnTo>
                  <a:lnTo>
                    <a:pt x="1872234" y="332042"/>
                  </a:lnTo>
                  <a:lnTo>
                    <a:pt x="1872424" y="332232"/>
                  </a:lnTo>
                  <a:lnTo>
                    <a:pt x="1872806" y="332137"/>
                  </a:lnTo>
                  <a:lnTo>
                    <a:pt x="1873187" y="331756"/>
                  </a:lnTo>
                  <a:lnTo>
                    <a:pt x="1874044" y="329470"/>
                  </a:lnTo>
                  <a:lnTo>
                    <a:pt x="1874234" y="328517"/>
                  </a:lnTo>
                  <a:lnTo>
                    <a:pt x="1873663" y="328898"/>
                  </a:lnTo>
                  <a:lnTo>
                    <a:pt x="1873282" y="328898"/>
                  </a:lnTo>
                  <a:lnTo>
                    <a:pt x="1874044" y="326803"/>
                  </a:lnTo>
                  <a:lnTo>
                    <a:pt x="1875663" y="325755"/>
                  </a:lnTo>
                  <a:lnTo>
                    <a:pt x="1879854" y="324517"/>
                  </a:lnTo>
                  <a:lnTo>
                    <a:pt x="1880045" y="325184"/>
                  </a:lnTo>
                  <a:lnTo>
                    <a:pt x="1880235" y="325946"/>
                  </a:lnTo>
                  <a:lnTo>
                    <a:pt x="1880140" y="326612"/>
                  </a:lnTo>
                  <a:lnTo>
                    <a:pt x="1879473" y="326993"/>
                  </a:lnTo>
                  <a:lnTo>
                    <a:pt x="1880806" y="330708"/>
                  </a:lnTo>
                  <a:lnTo>
                    <a:pt x="1881283" y="331661"/>
                  </a:lnTo>
                  <a:lnTo>
                    <a:pt x="1882235" y="332327"/>
                  </a:lnTo>
                  <a:lnTo>
                    <a:pt x="1883473" y="332613"/>
                  </a:lnTo>
                  <a:lnTo>
                    <a:pt x="1884712" y="332613"/>
                  </a:lnTo>
                  <a:lnTo>
                    <a:pt x="1889284" y="331756"/>
                  </a:lnTo>
                  <a:lnTo>
                    <a:pt x="1891474" y="330899"/>
                  </a:lnTo>
                  <a:lnTo>
                    <a:pt x="1892046" y="330518"/>
                  </a:lnTo>
                  <a:lnTo>
                    <a:pt x="1892237" y="330137"/>
                  </a:lnTo>
                  <a:lnTo>
                    <a:pt x="1892427" y="329660"/>
                  </a:lnTo>
                  <a:lnTo>
                    <a:pt x="1892808" y="329184"/>
                  </a:lnTo>
                  <a:lnTo>
                    <a:pt x="1893284" y="328803"/>
                  </a:lnTo>
                  <a:lnTo>
                    <a:pt x="1893665" y="328613"/>
                  </a:lnTo>
                  <a:lnTo>
                    <a:pt x="1893284" y="328041"/>
                  </a:lnTo>
                  <a:lnTo>
                    <a:pt x="1892713" y="326993"/>
                  </a:lnTo>
                  <a:lnTo>
                    <a:pt x="1892237" y="326422"/>
                  </a:lnTo>
                  <a:lnTo>
                    <a:pt x="1891856" y="326136"/>
                  </a:lnTo>
                  <a:lnTo>
                    <a:pt x="1891379" y="325946"/>
                  </a:lnTo>
                  <a:lnTo>
                    <a:pt x="1890998" y="325660"/>
                  </a:lnTo>
                  <a:lnTo>
                    <a:pt x="1890808" y="325184"/>
                  </a:lnTo>
                  <a:lnTo>
                    <a:pt x="1890427" y="324898"/>
                  </a:lnTo>
                  <a:lnTo>
                    <a:pt x="1889665" y="324707"/>
                  </a:lnTo>
                  <a:lnTo>
                    <a:pt x="1887379" y="324612"/>
                  </a:lnTo>
                  <a:lnTo>
                    <a:pt x="1886998" y="324707"/>
                  </a:lnTo>
                  <a:lnTo>
                    <a:pt x="1886712" y="325088"/>
                  </a:lnTo>
                  <a:lnTo>
                    <a:pt x="1886522" y="325946"/>
                  </a:lnTo>
                  <a:lnTo>
                    <a:pt x="1885569" y="325374"/>
                  </a:lnTo>
                  <a:lnTo>
                    <a:pt x="1883378" y="324326"/>
                  </a:lnTo>
                  <a:lnTo>
                    <a:pt x="1882902" y="323660"/>
                  </a:lnTo>
                  <a:lnTo>
                    <a:pt x="1882712" y="322707"/>
                  </a:lnTo>
                  <a:lnTo>
                    <a:pt x="1881568" y="320707"/>
                  </a:lnTo>
                  <a:lnTo>
                    <a:pt x="1879664" y="318230"/>
                  </a:lnTo>
                  <a:lnTo>
                    <a:pt x="1878806" y="317468"/>
                  </a:lnTo>
                  <a:lnTo>
                    <a:pt x="1876901" y="316706"/>
                  </a:lnTo>
                  <a:lnTo>
                    <a:pt x="1876711" y="315944"/>
                  </a:lnTo>
                  <a:lnTo>
                    <a:pt x="1877187" y="315278"/>
                  </a:lnTo>
                  <a:lnTo>
                    <a:pt x="1878139" y="315278"/>
                  </a:lnTo>
                  <a:lnTo>
                    <a:pt x="1877758" y="314801"/>
                  </a:lnTo>
                  <a:lnTo>
                    <a:pt x="1877282" y="314516"/>
                  </a:lnTo>
                  <a:lnTo>
                    <a:pt x="1876044" y="314230"/>
                  </a:lnTo>
                  <a:lnTo>
                    <a:pt x="1876711" y="313849"/>
                  </a:lnTo>
                  <a:lnTo>
                    <a:pt x="1878044" y="313563"/>
                  </a:lnTo>
                  <a:lnTo>
                    <a:pt x="1879473" y="313468"/>
                  </a:lnTo>
                  <a:lnTo>
                    <a:pt x="1880425" y="313563"/>
                  </a:lnTo>
                  <a:lnTo>
                    <a:pt x="1880235" y="313944"/>
                  </a:lnTo>
                  <a:lnTo>
                    <a:pt x="1880045" y="314325"/>
                  </a:lnTo>
                  <a:lnTo>
                    <a:pt x="1880711" y="314516"/>
                  </a:lnTo>
                  <a:lnTo>
                    <a:pt x="1880997" y="314516"/>
                  </a:lnTo>
                  <a:lnTo>
                    <a:pt x="1881473" y="314325"/>
                  </a:lnTo>
                  <a:lnTo>
                    <a:pt x="1881664" y="315373"/>
                  </a:lnTo>
                  <a:lnTo>
                    <a:pt x="1882235" y="316230"/>
                  </a:lnTo>
                  <a:lnTo>
                    <a:pt x="1885093" y="318802"/>
                  </a:lnTo>
                  <a:lnTo>
                    <a:pt x="1885474" y="319373"/>
                  </a:lnTo>
                  <a:lnTo>
                    <a:pt x="1885759" y="320421"/>
                  </a:lnTo>
                  <a:lnTo>
                    <a:pt x="1885569" y="321374"/>
                  </a:lnTo>
                  <a:lnTo>
                    <a:pt x="1885664" y="321945"/>
                  </a:lnTo>
                  <a:lnTo>
                    <a:pt x="1886236" y="322231"/>
                  </a:lnTo>
                  <a:lnTo>
                    <a:pt x="1886712" y="322231"/>
                  </a:lnTo>
                  <a:lnTo>
                    <a:pt x="1887664" y="322421"/>
                  </a:lnTo>
                  <a:lnTo>
                    <a:pt x="1889189" y="322517"/>
                  </a:lnTo>
                  <a:lnTo>
                    <a:pt x="1890046" y="322707"/>
                  </a:lnTo>
                  <a:lnTo>
                    <a:pt x="1890808" y="323279"/>
                  </a:lnTo>
                  <a:lnTo>
                    <a:pt x="1891570" y="324326"/>
                  </a:lnTo>
                  <a:lnTo>
                    <a:pt x="1891189" y="324707"/>
                  </a:lnTo>
                  <a:lnTo>
                    <a:pt x="1891474" y="325088"/>
                  </a:lnTo>
                  <a:lnTo>
                    <a:pt x="1892808" y="325946"/>
                  </a:lnTo>
                  <a:lnTo>
                    <a:pt x="1893951" y="327565"/>
                  </a:lnTo>
                  <a:lnTo>
                    <a:pt x="1894332" y="327660"/>
                  </a:lnTo>
                  <a:lnTo>
                    <a:pt x="1894999" y="328136"/>
                  </a:lnTo>
                  <a:lnTo>
                    <a:pt x="1895475" y="328231"/>
                  </a:lnTo>
                  <a:lnTo>
                    <a:pt x="1895761" y="328231"/>
                  </a:lnTo>
                  <a:lnTo>
                    <a:pt x="1896142" y="328136"/>
                  </a:lnTo>
                  <a:lnTo>
                    <a:pt x="1896428" y="328041"/>
                  </a:lnTo>
                  <a:lnTo>
                    <a:pt x="1896428" y="328041"/>
                  </a:lnTo>
                  <a:lnTo>
                    <a:pt x="1897475" y="327851"/>
                  </a:lnTo>
                  <a:lnTo>
                    <a:pt x="1897761" y="328041"/>
                  </a:lnTo>
                  <a:lnTo>
                    <a:pt x="1897856" y="328803"/>
                  </a:lnTo>
                  <a:lnTo>
                    <a:pt x="1900333" y="326993"/>
                  </a:lnTo>
                  <a:lnTo>
                    <a:pt x="1901190" y="326612"/>
                  </a:lnTo>
                  <a:lnTo>
                    <a:pt x="1901857" y="326422"/>
                  </a:lnTo>
                  <a:lnTo>
                    <a:pt x="1902047" y="326517"/>
                  </a:lnTo>
                  <a:lnTo>
                    <a:pt x="1902142" y="326708"/>
                  </a:lnTo>
                  <a:lnTo>
                    <a:pt x="1902619" y="326898"/>
                  </a:lnTo>
                  <a:lnTo>
                    <a:pt x="1904238" y="326898"/>
                  </a:lnTo>
                  <a:lnTo>
                    <a:pt x="1904429" y="327088"/>
                  </a:lnTo>
                  <a:lnTo>
                    <a:pt x="1905000" y="326898"/>
                  </a:lnTo>
                  <a:lnTo>
                    <a:pt x="1906238" y="327565"/>
                  </a:lnTo>
                  <a:lnTo>
                    <a:pt x="1908239" y="329184"/>
                  </a:lnTo>
                  <a:lnTo>
                    <a:pt x="1909191" y="329755"/>
                  </a:lnTo>
                  <a:lnTo>
                    <a:pt x="1909953" y="329470"/>
                  </a:lnTo>
                  <a:lnTo>
                    <a:pt x="1910429" y="328613"/>
                  </a:lnTo>
                  <a:lnTo>
                    <a:pt x="1910524" y="327470"/>
                  </a:lnTo>
                  <a:lnTo>
                    <a:pt x="1910810" y="327565"/>
                  </a:lnTo>
                  <a:lnTo>
                    <a:pt x="1911382" y="327755"/>
                  </a:lnTo>
                  <a:lnTo>
                    <a:pt x="1911667" y="327851"/>
                  </a:lnTo>
                  <a:lnTo>
                    <a:pt x="1911858" y="326993"/>
                  </a:lnTo>
                  <a:lnTo>
                    <a:pt x="1912334" y="326517"/>
                  </a:lnTo>
                  <a:lnTo>
                    <a:pt x="1912906" y="326136"/>
                  </a:lnTo>
                  <a:lnTo>
                    <a:pt x="1913191" y="325469"/>
                  </a:lnTo>
                  <a:lnTo>
                    <a:pt x="1913477" y="324993"/>
                  </a:lnTo>
                  <a:lnTo>
                    <a:pt x="1914715" y="324803"/>
                  </a:lnTo>
                  <a:lnTo>
                    <a:pt x="1915001" y="324421"/>
                  </a:lnTo>
                  <a:lnTo>
                    <a:pt x="1914620" y="323850"/>
                  </a:lnTo>
                  <a:lnTo>
                    <a:pt x="1912906" y="322517"/>
                  </a:lnTo>
                  <a:lnTo>
                    <a:pt x="1912430" y="321755"/>
                  </a:lnTo>
                  <a:lnTo>
                    <a:pt x="1912525" y="321183"/>
                  </a:lnTo>
                  <a:lnTo>
                    <a:pt x="1912811" y="320707"/>
                  </a:lnTo>
                  <a:lnTo>
                    <a:pt x="1913477" y="319945"/>
                  </a:lnTo>
                  <a:lnTo>
                    <a:pt x="1912811" y="318230"/>
                  </a:lnTo>
                  <a:lnTo>
                    <a:pt x="1912334" y="317659"/>
                  </a:lnTo>
                  <a:lnTo>
                    <a:pt x="1911096" y="317278"/>
                  </a:lnTo>
                  <a:lnTo>
                    <a:pt x="1910810" y="316992"/>
                  </a:lnTo>
                  <a:lnTo>
                    <a:pt x="1910524" y="316706"/>
                  </a:lnTo>
                  <a:lnTo>
                    <a:pt x="1909953" y="316611"/>
                  </a:lnTo>
                  <a:lnTo>
                    <a:pt x="1909191" y="316611"/>
                  </a:lnTo>
                  <a:lnTo>
                    <a:pt x="1908905" y="316516"/>
                  </a:lnTo>
                  <a:lnTo>
                    <a:pt x="1908715" y="316325"/>
                  </a:lnTo>
                  <a:lnTo>
                    <a:pt x="1907762" y="316516"/>
                  </a:lnTo>
                  <a:lnTo>
                    <a:pt x="1907286" y="316135"/>
                  </a:lnTo>
                  <a:lnTo>
                    <a:pt x="1907000" y="315563"/>
                  </a:lnTo>
                  <a:lnTo>
                    <a:pt x="1906714" y="315278"/>
                  </a:lnTo>
                  <a:lnTo>
                    <a:pt x="1906143" y="315087"/>
                  </a:lnTo>
                  <a:lnTo>
                    <a:pt x="1905667" y="314611"/>
                  </a:lnTo>
                  <a:lnTo>
                    <a:pt x="1905190" y="314135"/>
                  </a:lnTo>
                  <a:lnTo>
                    <a:pt x="1904809" y="313754"/>
                  </a:lnTo>
                  <a:lnTo>
                    <a:pt x="1903381" y="313277"/>
                  </a:lnTo>
                  <a:lnTo>
                    <a:pt x="1902714" y="313182"/>
                  </a:lnTo>
                  <a:lnTo>
                    <a:pt x="1901285" y="313087"/>
                  </a:lnTo>
                  <a:lnTo>
                    <a:pt x="1899856" y="312801"/>
                  </a:lnTo>
                  <a:lnTo>
                    <a:pt x="1898999" y="312706"/>
                  </a:lnTo>
                  <a:lnTo>
                    <a:pt x="1899761" y="311849"/>
                  </a:lnTo>
                  <a:lnTo>
                    <a:pt x="1899666" y="311468"/>
                  </a:lnTo>
                  <a:lnTo>
                    <a:pt x="1898999" y="311372"/>
                  </a:lnTo>
                  <a:lnTo>
                    <a:pt x="1898047" y="311372"/>
                  </a:lnTo>
                  <a:lnTo>
                    <a:pt x="1897666" y="311372"/>
                  </a:lnTo>
                  <a:lnTo>
                    <a:pt x="1896142" y="311753"/>
                  </a:lnTo>
                  <a:lnTo>
                    <a:pt x="1895951" y="311849"/>
                  </a:lnTo>
                  <a:lnTo>
                    <a:pt x="1895570" y="312230"/>
                  </a:lnTo>
                  <a:lnTo>
                    <a:pt x="1895284" y="312325"/>
                  </a:lnTo>
                  <a:lnTo>
                    <a:pt x="1895094" y="312134"/>
                  </a:lnTo>
                  <a:lnTo>
                    <a:pt x="1894904" y="311849"/>
                  </a:lnTo>
                  <a:lnTo>
                    <a:pt x="1894618" y="311658"/>
                  </a:lnTo>
                  <a:lnTo>
                    <a:pt x="1887379" y="309563"/>
                  </a:lnTo>
                  <a:lnTo>
                    <a:pt x="1886140" y="309563"/>
                  </a:lnTo>
                  <a:lnTo>
                    <a:pt x="1884998" y="309848"/>
                  </a:lnTo>
                  <a:lnTo>
                    <a:pt x="1884045" y="310325"/>
                  </a:lnTo>
                  <a:lnTo>
                    <a:pt x="1883378" y="310991"/>
                  </a:lnTo>
                  <a:lnTo>
                    <a:pt x="1883950" y="310991"/>
                  </a:lnTo>
                  <a:lnTo>
                    <a:pt x="1884426" y="311087"/>
                  </a:lnTo>
                  <a:lnTo>
                    <a:pt x="1884807" y="311372"/>
                  </a:lnTo>
                  <a:lnTo>
                    <a:pt x="1885188" y="311753"/>
                  </a:lnTo>
                  <a:lnTo>
                    <a:pt x="1884236" y="312039"/>
                  </a:lnTo>
                  <a:lnTo>
                    <a:pt x="1882712" y="311849"/>
                  </a:lnTo>
                  <a:lnTo>
                    <a:pt x="1881949" y="312134"/>
                  </a:lnTo>
                  <a:lnTo>
                    <a:pt x="1881664" y="311182"/>
                  </a:lnTo>
                  <a:lnTo>
                    <a:pt x="1880330" y="311277"/>
                  </a:lnTo>
                  <a:lnTo>
                    <a:pt x="1878711" y="311753"/>
                  </a:lnTo>
                  <a:lnTo>
                    <a:pt x="1877663" y="311753"/>
                  </a:lnTo>
                  <a:lnTo>
                    <a:pt x="1876711" y="312134"/>
                  </a:lnTo>
                  <a:lnTo>
                    <a:pt x="1875282" y="311849"/>
                  </a:lnTo>
                  <a:lnTo>
                    <a:pt x="1874806" y="312420"/>
                  </a:lnTo>
                  <a:lnTo>
                    <a:pt x="1874234" y="311944"/>
                  </a:lnTo>
                  <a:lnTo>
                    <a:pt x="1874044" y="311753"/>
                  </a:lnTo>
                  <a:lnTo>
                    <a:pt x="1873472" y="312896"/>
                  </a:lnTo>
                  <a:lnTo>
                    <a:pt x="1873377" y="313277"/>
                  </a:lnTo>
                  <a:lnTo>
                    <a:pt x="1873282" y="312992"/>
                  </a:lnTo>
                  <a:lnTo>
                    <a:pt x="1873091" y="312706"/>
                  </a:lnTo>
                  <a:lnTo>
                    <a:pt x="1872996" y="312420"/>
                  </a:lnTo>
                  <a:lnTo>
                    <a:pt x="1872710" y="312992"/>
                  </a:lnTo>
                  <a:lnTo>
                    <a:pt x="1872615" y="313182"/>
                  </a:lnTo>
                  <a:lnTo>
                    <a:pt x="1871758" y="312325"/>
                  </a:lnTo>
                  <a:lnTo>
                    <a:pt x="1871281" y="311944"/>
                  </a:lnTo>
                  <a:lnTo>
                    <a:pt x="1870805" y="311658"/>
                  </a:lnTo>
                  <a:lnTo>
                    <a:pt x="1870234" y="312611"/>
                  </a:lnTo>
                  <a:lnTo>
                    <a:pt x="1869186" y="313277"/>
                  </a:lnTo>
                  <a:lnTo>
                    <a:pt x="1866900" y="314230"/>
                  </a:lnTo>
                  <a:lnTo>
                    <a:pt x="1866614" y="313849"/>
                  </a:lnTo>
                  <a:lnTo>
                    <a:pt x="1866519" y="313468"/>
                  </a:lnTo>
                  <a:lnTo>
                    <a:pt x="1866138" y="313468"/>
                  </a:lnTo>
                  <a:lnTo>
                    <a:pt x="1866233" y="313849"/>
                  </a:lnTo>
                  <a:lnTo>
                    <a:pt x="1866424" y="314896"/>
                  </a:lnTo>
                  <a:lnTo>
                    <a:pt x="1865376" y="314420"/>
                  </a:lnTo>
                  <a:lnTo>
                    <a:pt x="1864709" y="313658"/>
                  </a:lnTo>
                  <a:lnTo>
                    <a:pt x="1864042" y="313182"/>
                  </a:lnTo>
                  <a:lnTo>
                    <a:pt x="1862899" y="313468"/>
                  </a:lnTo>
                  <a:lnTo>
                    <a:pt x="1863185" y="314135"/>
                  </a:lnTo>
                  <a:lnTo>
                    <a:pt x="1863471" y="314992"/>
                  </a:lnTo>
                  <a:lnTo>
                    <a:pt x="1863471" y="315659"/>
                  </a:lnTo>
                  <a:lnTo>
                    <a:pt x="1862899" y="315944"/>
                  </a:lnTo>
                  <a:lnTo>
                    <a:pt x="1862328" y="315659"/>
                  </a:lnTo>
                  <a:lnTo>
                    <a:pt x="1862138" y="314992"/>
                  </a:lnTo>
                  <a:lnTo>
                    <a:pt x="1861471" y="314325"/>
                  </a:lnTo>
                  <a:lnTo>
                    <a:pt x="1861185" y="313563"/>
                  </a:lnTo>
                  <a:lnTo>
                    <a:pt x="1860995" y="314039"/>
                  </a:lnTo>
                  <a:lnTo>
                    <a:pt x="1860709" y="314420"/>
                  </a:lnTo>
                  <a:lnTo>
                    <a:pt x="1860423" y="314706"/>
                  </a:lnTo>
                  <a:lnTo>
                    <a:pt x="1860137" y="314896"/>
                  </a:lnTo>
                  <a:lnTo>
                    <a:pt x="1859375" y="314516"/>
                  </a:lnTo>
                  <a:lnTo>
                    <a:pt x="1858708" y="314516"/>
                  </a:lnTo>
                  <a:lnTo>
                    <a:pt x="1858137" y="314801"/>
                  </a:lnTo>
                  <a:lnTo>
                    <a:pt x="1857947" y="315468"/>
                  </a:lnTo>
                  <a:lnTo>
                    <a:pt x="1858137" y="316230"/>
                  </a:lnTo>
                  <a:lnTo>
                    <a:pt x="1858899" y="317278"/>
                  </a:lnTo>
                  <a:lnTo>
                    <a:pt x="1859089" y="317945"/>
                  </a:lnTo>
                  <a:lnTo>
                    <a:pt x="1859375" y="318326"/>
                  </a:lnTo>
                  <a:lnTo>
                    <a:pt x="1860137" y="318802"/>
                  </a:lnTo>
                  <a:lnTo>
                    <a:pt x="1860995" y="319183"/>
                  </a:lnTo>
                  <a:lnTo>
                    <a:pt x="1861661" y="319183"/>
                  </a:lnTo>
                  <a:lnTo>
                    <a:pt x="1861947" y="318706"/>
                  </a:lnTo>
                  <a:lnTo>
                    <a:pt x="1861756" y="318040"/>
                  </a:lnTo>
                  <a:lnTo>
                    <a:pt x="1861471" y="317278"/>
                  </a:lnTo>
                  <a:lnTo>
                    <a:pt x="1861280" y="316516"/>
                  </a:lnTo>
                  <a:lnTo>
                    <a:pt x="1861756" y="316802"/>
                  </a:lnTo>
                  <a:lnTo>
                    <a:pt x="1862138" y="316897"/>
                  </a:lnTo>
                  <a:lnTo>
                    <a:pt x="1862518" y="316706"/>
                  </a:lnTo>
                  <a:lnTo>
                    <a:pt x="1862804" y="316230"/>
                  </a:lnTo>
                  <a:lnTo>
                    <a:pt x="1863185" y="316230"/>
                  </a:lnTo>
                  <a:lnTo>
                    <a:pt x="1863281" y="317373"/>
                  </a:lnTo>
                  <a:lnTo>
                    <a:pt x="1863852" y="317468"/>
                  </a:lnTo>
                  <a:lnTo>
                    <a:pt x="1864519" y="316897"/>
                  </a:lnTo>
                  <a:lnTo>
                    <a:pt x="1864995" y="315944"/>
                  </a:lnTo>
                  <a:lnTo>
                    <a:pt x="1865376" y="316706"/>
                  </a:lnTo>
                  <a:lnTo>
                    <a:pt x="1865281" y="317563"/>
                  </a:lnTo>
                  <a:lnTo>
                    <a:pt x="1864805" y="318230"/>
                  </a:lnTo>
                  <a:lnTo>
                    <a:pt x="1863947" y="318516"/>
                  </a:lnTo>
                  <a:lnTo>
                    <a:pt x="1864519" y="318992"/>
                  </a:lnTo>
                  <a:lnTo>
                    <a:pt x="1865566" y="318992"/>
                  </a:lnTo>
                  <a:lnTo>
                    <a:pt x="1866233" y="319088"/>
                  </a:lnTo>
                  <a:lnTo>
                    <a:pt x="1865948" y="319754"/>
                  </a:lnTo>
                  <a:lnTo>
                    <a:pt x="1865376" y="320230"/>
                  </a:lnTo>
                  <a:lnTo>
                    <a:pt x="1864614" y="320516"/>
                  </a:lnTo>
                  <a:lnTo>
                    <a:pt x="1863852" y="320516"/>
                  </a:lnTo>
                  <a:lnTo>
                    <a:pt x="1863090" y="320040"/>
                  </a:lnTo>
                  <a:lnTo>
                    <a:pt x="1862423" y="319850"/>
                  </a:lnTo>
                  <a:lnTo>
                    <a:pt x="1861471" y="319945"/>
                  </a:lnTo>
                  <a:lnTo>
                    <a:pt x="1859661" y="320230"/>
                  </a:lnTo>
                  <a:lnTo>
                    <a:pt x="1859661" y="320230"/>
                  </a:lnTo>
                  <a:lnTo>
                    <a:pt x="1858423" y="320230"/>
                  </a:lnTo>
                  <a:lnTo>
                    <a:pt x="1858232" y="320230"/>
                  </a:lnTo>
                  <a:lnTo>
                    <a:pt x="1857756" y="320040"/>
                  </a:lnTo>
                  <a:lnTo>
                    <a:pt x="1856804" y="319564"/>
                  </a:lnTo>
                  <a:lnTo>
                    <a:pt x="1856327" y="319469"/>
                  </a:lnTo>
                  <a:lnTo>
                    <a:pt x="1854994" y="319754"/>
                  </a:lnTo>
                  <a:lnTo>
                    <a:pt x="1855756" y="320421"/>
                  </a:lnTo>
                  <a:lnTo>
                    <a:pt x="1857375" y="321183"/>
                  </a:lnTo>
                  <a:close/>
                  <a:moveTo>
                    <a:pt x="1910143" y="254318"/>
                  </a:moveTo>
                  <a:lnTo>
                    <a:pt x="1910429" y="253937"/>
                  </a:lnTo>
                  <a:lnTo>
                    <a:pt x="1910429" y="253365"/>
                  </a:lnTo>
                  <a:lnTo>
                    <a:pt x="1910048" y="253175"/>
                  </a:lnTo>
                  <a:lnTo>
                    <a:pt x="1909667" y="253555"/>
                  </a:lnTo>
                  <a:lnTo>
                    <a:pt x="1909572" y="254413"/>
                  </a:lnTo>
                  <a:lnTo>
                    <a:pt x="1909667" y="254889"/>
                  </a:lnTo>
                  <a:lnTo>
                    <a:pt x="1910143" y="254318"/>
                  </a:lnTo>
                  <a:close/>
                  <a:moveTo>
                    <a:pt x="1651635" y="240506"/>
                  </a:moveTo>
                  <a:lnTo>
                    <a:pt x="1652778" y="242221"/>
                  </a:lnTo>
                  <a:lnTo>
                    <a:pt x="1653064" y="242030"/>
                  </a:lnTo>
                  <a:lnTo>
                    <a:pt x="1653349" y="241078"/>
                  </a:lnTo>
                  <a:lnTo>
                    <a:pt x="1653349" y="240792"/>
                  </a:lnTo>
                  <a:lnTo>
                    <a:pt x="1653921" y="239649"/>
                  </a:lnTo>
                  <a:lnTo>
                    <a:pt x="1653540" y="239268"/>
                  </a:lnTo>
                  <a:lnTo>
                    <a:pt x="1653064" y="239173"/>
                  </a:lnTo>
                  <a:lnTo>
                    <a:pt x="1652683" y="238887"/>
                  </a:lnTo>
                  <a:lnTo>
                    <a:pt x="1652302" y="238792"/>
                  </a:lnTo>
                  <a:lnTo>
                    <a:pt x="1651921" y="238982"/>
                  </a:lnTo>
                  <a:lnTo>
                    <a:pt x="1651445" y="239459"/>
                  </a:lnTo>
                  <a:lnTo>
                    <a:pt x="1651159" y="240125"/>
                  </a:lnTo>
                  <a:lnTo>
                    <a:pt x="1651349" y="240411"/>
                  </a:lnTo>
                  <a:lnTo>
                    <a:pt x="1651635" y="240506"/>
                  </a:lnTo>
                  <a:close/>
                  <a:moveTo>
                    <a:pt x="1505426" y="754094"/>
                  </a:moveTo>
                  <a:lnTo>
                    <a:pt x="1506093" y="753904"/>
                  </a:lnTo>
                  <a:lnTo>
                    <a:pt x="1506379" y="753618"/>
                  </a:lnTo>
                  <a:lnTo>
                    <a:pt x="1506760" y="753047"/>
                  </a:lnTo>
                  <a:lnTo>
                    <a:pt x="1507617" y="752094"/>
                  </a:lnTo>
                  <a:lnTo>
                    <a:pt x="1508570" y="751237"/>
                  </a:lnTo>
                  <a:lnTo>
                    <a:pt x="1509331" y="750951"/>
                  </a:lnTo>
                  <a:lnTo>
                    <a:pt x="1509617" y="751332"/>
                  </a:lnTo>
                  <a:lnTo>
                    <a:pt x="1509903" y="752094"/>
                  </a:lnTo>
                  <a:lnTo>
                    <a:pt x="1510284" y="752666"/>
                  </a:lnTo>
                  <a:lnTo>
                    <a:pt x="1510856" y="752570"/>
                  </a:lnTo>
                  <a:lnTo>
                    <a:pt x="1513046" y="750284"/>
                  </a:lnTo>
                  <a:lnTo>
                    <a:pt x="1514189" y="748284"/>
                  </a:lnTo>
                  <a:lnTo>
                    <a:pt x="1514951" y="746474"/>
                  </a:lnTo>
                  <a:lnTo>
                    <a:pt x="1515428" y="745617"/>
                  </a:lnTo>
                  <a:lnTo>
                    <a:pt x="1516189" y="744950"/>
                  </a:lnTo>
                  <a:lnTo>
                    <a:pt x="1517332" y="744664"/>
                  </a:lnTo>
                  <a:lnTo>
                    <a:pt x="1520762" y="744569"/>
                  </a:lnTo>
                  <a:lnTo>
                    <a:pt x="1523048" y="743998"/>
                  </a:lnTo>
                  <a:lnTo>
                    <a:pt x="1523619" y="743712"/>
                  </a:lnTo>
                  <a:lnTo>
                    <a:pt x="1523905" y="743426"/>
                  </a:lnTo>
                  <a:lnTo>
                    <a:pt x="1524095" y="742283"/>
                  </a:lnTo>
                  <a:lnTo>
                    <a:pt x="1524000" y="741712"/>
                  </a:lnTo>
                  <a:lnTo>
                    <a:pt x="1523429" y="741426"/>
                  </a:lnTo>
                  <a:lnTo>
                    <a:pt x="1521142" y="741236"/>
                  </a:lnTo>
                  <a:lnTo>
                    <a:pt x="1520095" y="741045"/>
                  </a:lnTo>
                  <a:lnTo>
                    <a:pt x="1519333" y="740759"/>
                  </a:lnTo>
                  <a:lnTo>
                    <a:pt x="1518856" y="740474"/>
                  </a:lnTo>
                  <a:lnTo>
                    <a:pt x="1517999" y="739807"/>
                  </a:lnTo>
                  <a:lnTo>
                    <a:pt x="1517714" y="739712"/>
                  </a:lnTo>
                  <a:lnTo>
                    <a:pt x="1517523" y="739616"/>
                  </a:lnTo>
                  <a:lnTo>
                    <a:pt x="1517428" y="739330"/>
                  </a:lnTo>
                  <a:lnTo>
                    <a:pt x="1517237" y="739045"/>
                  </a:lnTo>
                  <a:lnTo>
                    <a:pt x="1516951" y="738950"/>
                  </a:lnTo>
                  <a:lnTo>
                    <a:pt x="1516571" y="739045"/>
                  </a:lnTo>
                  <a:lnTo>
                    <a:pt x="1516094" y="739330"/>
                  </a:lnTo>
                  <a:lnTo>
                    <a:pt x="1515808" y="739426"/>
                  </a:lnTo>
                  <a:lnTo>
                    <a:pt x="1514951" y="739807"/>
                  </a:lnTo>
                  <a:lnTo>
                    <a:pt x="1514094" y="740664"/>
                  </a:lnTo>
                  <a:lnTo>
                    <a:pt x="1513046" y="741426"/>
                  </a:lnTo>
                  <a:lnTo>
                    <a:pt x="1511713" y="741617"/>
                  </a:lnTo>
                  <a:lnTo>
                    <a:pt x="1511713" y="741902"/>
                  </a:lnTo>
                  <a:lnTo>
                    <a:pt x="1512094" y="742569"/>
                  </a:lnTo>
                  <a:lnTo>
                    <a:pt x="1511522" y="742855"/>
                  </a:lnTo>
                  <a:lnTo>
                    <a:pt x="1510570" y="742855"/>
                  </a:lnTo>
                  <a:lnTo>
                    <a:pt x="1509903" y="742664"/>
                  </a:lnTo>
                  <a:lnTo>
                    <a:pt x="1509713" y="742379"/>
                  </a:lnTo>
                  <a:lnTo>
                    <a:pt x="1509713" y="741997"/>
                  </a:lnTo>
                  <a:lnTo>
                    <a:pt x="1509617" y="741617"/>
                  </a:lnTo>
                  <a:lnTo>
                    <a:pt x="1509141" y="741236"/>
                  </a:lnTo>
                  <a:lnTo>
                    <a:pt x="1508760" y="741236"/>
                  </a:lnTo>
                  <a:lnTo>
                    <a:pt x="1508379" y="741426"/>
                  </a:lnTo>
                  <a:lnTo>
                    <a:pt x="1507998" y="741712"/>
                  </a:lnTo>
                  <a:lnTo>
                    <a:pt x="1507712" y="741997"/>
                  </a:lnTo>
                  <a:lnTo>
                    <a:pt x="1507522" y="742569"/>
                  </a:lnTo>
                  <a:lnTo>
                    <a:pt x="1507807" y="742950"/>
                  </a:lnTo>
                  <a:lnTo>
                    <a:pt x="1508189" y="743426"/>
                  </a:lnTo>
                  <a:lnTo>
                    <a:pt x="1508379" y="744188"/>
                  </a:lnTo>
                  <a:lnTo>
                    <a:pt x="1508189" y="745236"/>
                  </a:lnTo>
                  <a:lnTo>
                    <a:pt x="1507617" y="745903"/>
                  </a:lnTo>
                  <a:lnTo>
                    <a:pt x="1506855" y="745998"/>
                  </a:lnTo>
                  <a:lnTo>
                    <a:pt x="1506188" y="745236"/>
                  </a:lnTo>
                  <a:lnTo>
                    <a:pt x="1505140" y="745808"/>
                  </a:lnTo>
                  <a:lnTo>
                    <a:pt x="1505331" y="746379"/>
                  </a:lnTo>
                  <a:lnTo>
                    <a:pt x="1506093" y="747046"/>
                  </a:lnTo>
                  <a:lnTo>
                    <a:pt x="1506569" y="747808"/>
                  </a:lnTo>
                  <a:lnTo>
                    <a:pt x="1506283" y="748951"/>
                  </a:lnTo>
                  <a:lnTo>
                    <a:pt x="1505426" y="749427"/>
                  </a:lnTo>
                  <a:lnTo>
                    <a:pt x="1504379" y="749522"/>
                  </a:lnTo>
                  <a:lnTo>
                    <a:pt x="1503236" y="749332"/>
                  </a:lnTo>
                  <a:lnTo>
                    <a:pt x="1502283" y="748951"/>
                  </a:lnTo>
                  <a:lnTo>
                    <a:pt x="1501712" y="748379"/>
                  </a:lnTo>
                  <a:lnTo>
                    <a:pt x="1501712" y="747522"/>
                  </a:lnTo>
                  <a:lnTo>
                    <a:pt x="1502188" y="746379"/>
                  </a:lnTo>
                  <a:lnTo>
                    <a:pt x="1503616" y="745046"/>
                  </a:lnTo>
                  <a:lnTo>
                    <a:pt x="1503998" y="744569"/>
                  </a:lnTo>
                  <a:lnTo>
                    <a:pt x="1504093" y="743998"/>
                  </a:lnTo>
                  <a:lnTo>
                    <a:pt x="1503998" y="743141"/>
                  </a:lnTo>
                  <a:lnTo>
                    <a:pt x="1504283" y="742760"/>
                  </a:lnTo>
                  <a:lnTo>
                    <a:pt x="1502950" y="742474"/>
                  </a:lnTo>
                  <a:lnTo>
                    <a:pt x="1501521" y="742379"/>
                  </a:lnTo>
                  <a:lnTo>
                    <a:pt x="1500759" y="742664"/>
                  </a:lnTo>
                  <a:lnTo>
                    <a:pt x="1499616" y="743807"/>
                  </a:lnTo>
                  <a:lnTo>
                    <a:pt x="1498854" y="743903"/>
                  </a:lnTo>
                  <a:lnTo>
                    <a:pt x="1498378" y="744474"/>
                  </a:lnTo>
                  <a:lnTo>
                    <a:pt x="1497616" y="744379"/>
                  </a:lnTo>
                  <a:lnTo>
                    <a:pt x="1496854" y="743998"/>
                  </a:lnTo>
                  <a:lnTo>
                    <a:pt x="1496187" y="743807"/>
                  </a:lnTo>
                  <a:lnTo>
                    <a:pt x="1495425" y="744188"/>
                  </a:lnTo>
                  <a:lnTo>
                    <a:pt x="1494377" y="744950"/>
                  </a:lnTo>
                  <a:lnTo>
                    <a:pt x="1493615" y="745808"/>
                  </a:lnTo>
                  <a:lnTo>
                    <a:pt x="1493806" y="746474"/>
                  </a:lnTo>
                  <a:lnTo>
                    <a:pt x="1497425" y="746474"/>
                  </a:lnTo>
                  <a:lnTo>
                    <a:pt x="1499330" y="746665"/>
                  </a:lnTo>
                  <a:lnTo>
                    <a:pt x="1499902" y="747141"/>
                  </a:lnTo>
                  <a:lnTo>
                    <a:pt x="1499997" y="748189"/>
                  </a:lnTo>
                  <a:lnTo>
                    <a:pt x="1499711" y="748570"/>
                  </a:lnTo>
                  <a:lnTo>
                    <a:pt x="1499045" y="748951"/>
                  </a:lnTo>
                  <a:lnTo>
                    <a:pt x="1494758" y="750856"/>
                  </a:lnTo>
                  <a:lnTo>
                    <a:pt x="1493996" y="751046"/>
                  </a:lnTo>
                  <a:lnTo>
                    <a:pt x="1493234" y="751332"/>
                  </a:lnTo>
                  <a:lnTo>
                    <a:pt x="1490948" y="753523"/>
                  </a:lnTo>
                  <a:lnTo>
                    <a:pt x="1487710" y="755809"/>
                  </a:lnTo>
                  <a:lnTo>
                    <a:pt x="1486376" y="757333"/>
                  </a:lnTo>
                  <a:lnTo>
                    <a:pt x="1486948" y="758571"/>
                  </a:lnTo>
                  <a:lnTo>
                    <a:pt x="1487329" y="758571"/>
                  </a:lnTo>
                  <a:lnTo>
                    <a:pt x="1487614" y="758380"/>
                  </a:lnTo>
                  <a:lnTo>
                    <a:pt x="1487900" y="758285"/>
                  </a:lnTo>
                  <a:lnTo>
                    <a:pt x="1488281" y="758476"/>
                  </a:lnTo>
                  <a:lnTo>
                    <a:pt x="1488472" y="758666"/>
                  </a:lnTo>
                  <a:lnTo>
                    <a:pt x="1489139" y="759047"/>
                  </a:lnTo>
                  <a:lnTo>
                    <a:pt x="1489329" y="759143"/>
                  </a:lnTo>
                  <a:lnTo>
                    <a:pt x="1489805" y="759047"/>
                  </a:lnTo>
                  <a:lnTo>
                    <a:pt x="1490377" y="758952"/>
                  </a:lnTo>
                  <a:lnTo>
                    <a:pt x="1490853" y="758762"/>
                  </a:lnTo>
                  <a:lnTo>
                    <a:pt x="1491615" y="758000"/>
                  </a:lnTo>
                  <a:lnTo>
                    <a:pt x="1492758" y="758476"/>
                  </a:lnTo>
                  <a:lnTo>
                    <a:pt x="1494663" y="759809"/>
                  </a:lnTo>
                  <a:lnTo>
                    <a:pt x="1495520" y="760667"/>
                  </a:lnTo>
                  <a:lnTo>
                    <a:pt x="1495901" y="760857"/>
                  </a:lnTo>
                  <a:lnTo>
                    <a:pt x="1496663" y="760952"/>
                  </a:lnTo>
                  <a:lnTo>
                    <a:pt x="1497139" y="760762"/>
                  </a:lnTo>
                  <a:lnTo>
                    <a:pt x="1497901" y="760000"/>
                  </a:lnTo>
                  <a:lnTo>
                    <a:pt x="1498378" y="759809"/>
                  </a:lnTo>
                  <a:lnTo>
                    <a:pt x="1500759" y="757333"/>
                  </a:lnTo>
                  <a:lnTo>
                    <a:pt x="1501331" y="757904"/>
                  </a:lnTo>
                  <a:lnTo>
                    <a:pt x="1502473" y="759524"/>
                  </a:lnTo>
                  <a:lnTo>
                    <a:pt x="1502950" y="759809"/>
                  </a:lnTo>
                  <a:lnTo>
                    <a:pt x="1504093" y="759809"/>
                  </a:lnTo>
                  <a:lnTo>
                    <a:pt x="1505045" y="759619"/>
                  </a:lnTo>
                  <a:lnTo>
                    <a:pt x="1505807" y="759047"/>
                  </a:lnTo>
                  <a:lnTo>
                    <a:pt x="1506379" y="758000"/>
                  </a:lnTo>
                  <a:lnTo>
                    <a:pt x="1504474" y="755713"/>
                  </a:lnTo>
                  <a:lnTo>
                    <a:pt x="1504188" y="755142"/>
                  </a:lnTo>
                  <a:lnTo>
                    <a:pt x="1504379" y="754666"/>
                  </a:lnTo>
                  <a:lnTo>
                    <a:pt x="1505426" y="754094"/>
                  </a:lnTo>
                  <a:close/>
                  <a:moveTo>
                    <a:pt x="1351693" y="254794"/>
                  </a:moveTo>
                  <a:lnTo>
                    <a:pt x="1352550" y="254699"/>
                  </a:lnTo>
                  <a:lnTo>
                    <a:pt x="1351788" y="253841"/>
                  </a:lnTo>
                  <a:lnTo>
                    <a:pt x="1351312" y="253460"/>
                  </a:lnTo>
                  <a:lnTo>
                    <a:pt x="1350740" y="253175"/>
                  </a:lnTo>
                  <a:lnTo>
                    <a:pt x="1350264" y="252889"/>
                  </a:lnTo>
                  <a:lnTo>
                    <a:pt x="1349692" y="252794"/>
                  </a:lnTo>
                  <a:lnTo>
                    <a:pt x="1349121" y="252889"/>
                  </a:lnTo>
                  <a:lnTo>
                    <a:pt x="1348645" y="253079"/>
                  </a:lnTo>
                  <a:lnTo>
                    <a:pt x="1349883" y="253270"/>
                  </a:lnTo>
                  <a:lnTo>
                    <a:pt x="1351693" y="254794"/>
                  </a:lnTo>
                  <a:close/>
                  <a:moveTo>
                    <a:pt x="1489900" y="750856"/>
                  </a:moveTo>
                  <a:lnTo>
                    <a:pt x="1491615" y="749808"/>
                  </a:lnTo>
                  <a:lnTo>
                    <a:pt x="1491996" y="748855"/>
                  </a:lnTo>
                  <a:lnTo>
                    <a:pt x="1492377" y="745236"/>
                  </a:lnTo>
                  <a:lnTo>
                    <a:pt x="1492567" y="744950"/>
                  </a:lnTo>
                  <a:lnTo>
                    <a:pt x="1492948" y="744664"/>
                  </a:lnTo>
                  <a:lnTo>
                    <a:pt x="1493234" y="744284"/>
                  </a:lnTo>
                  <a:lnTo>
                    <a:pt x="1493139" y="743712"/>
                  </a:lnTo>
                  <a:lnTo>
                    <a:pt x="1492758" y="743236"/>
                  </a:lnTo>
                  <a:lnTo>
                    <a:pt x="1492282" y="743045"/>
                  </a:lnTo>
                  <a:lnTo>
                    <a:pt x="1491806" y="743045"/>
                  </a:lnTo>
                  <a:lnTo>
                    <a:pt x="1491424" y="743331"/>
                  </a:lnTo>
                  <a:lnTo>
                    <a:pt x="1489996" y="742569"/>
                  </a:lnTo>
                  <a:lnTo>
                    <a:pt x="1488757" y="742093"/>
                  </a:lnTo>
                  <a:lnTo>
                    <a:pt x="1487329" y="741902"/>
                  </a:lnTo>
                  <a:lnTo>
                    <a:pt x="1485614" y="741902"/>
                  </a:lnTo>
                  <a:lnTo>
                    <a:pt x="1484757" y="741997"/>
                  </a:lnTo>
                  <a:lnTo>
                    <a:pt x="1483042" y="742474"/>
                  </a:lnTo>
                  <a:lnTo>
                    <a:pt x="1482281" y="742855"/>
                  </a:lnTo>
                  <a:lnTo>
                    <a:pt x="1481423" y="743331"/>
                  </a:lnTo>
                  <a:lnTo>
                    <a:pt x="1476756" y="747236"/>
                  </a:lnTo>
                  <a:lnTo>
                    <a:pt x="1475899" y="748570"/>
                  </a:lnTo>
                  <a:lnTo>
                    <a:pt x="1475804" y="750380"/>
                  </a:lnTo>
                  <a:lnTo>
                    <a:pt x="1476947" y="751427"/>
                  </a:lnTo>
                  <a:lnTo>
                    <a:pt x="1479042" y="751332"/>
                  </a:lnTo>
                  <a:lnTo>
                    <a:pt x="1483328" y="750475"/>
                  </a:lnTo>
                  <a:lnTo>
                    <a:pt x="1487614" y="751142"/>
                  </a:lnTo>
                  <a:lnTo>
                    <a:pt x="1489900" y="750856"/>
                  </a:lnTo>
                  <a:close/>
                  <a:moveTo>
                    <a:pt x="1545717" y="411956"/>
                  </a:moveTo>
                  <a:lnTo>
                    <a:pt x="1544955" y="411956"/>
                  </a:lnTo>
                  <a:lnTo>
                    <a:pt x="1544098" y="412242"/>
                  </a:lnTo>
                  <a:lnTo>
                    <a:pt x="1543431" y="412718"/>
                  </a:lnTo>
                  <a:lnTo>
                    <a:pt x="1543145" y="413480"/>
                  </a:lnTo>
                  <a:lnTo>
                    <a:pt x="1543336" y="413956"/>
                  </a:lnTo>
                  <a:lnTo>
                    <a:pt x="1543812" y="414147"/>
                  </a:lnTo>
                  <a:lnTo>
                    <a:pt x="1544383" y="414242"/>
                  </a:lnTo>
                  <a:lnTo>
                    <a:pt x="1544860" y="414433"/>
                  </a:lnTo>
                  <a:lnTo>
                    <a:pt x="1546098" y="415957"/>
                  </a:lnTo>
                  <a:lnTo>
                    <a:pt x="1546765" y="416243"/>
                  </a:lnTo>
                  <a:lnTo>
                    <a:pt x="1546860" y="413766"/>
                  </a:lnTo>
                  <a:lnTo>
                    <a:pt x="1546574" y="412623"/>
                  </a:lnTo>
                  <a:lnTo>
                    <a:pt x="1545717" y="411956"/>
                  </a:lnTo>
                  <a:close/>
                  <a:moveTo>
                    <a:pt x="1481995" y="752094"/>
                  </a:moveTo>
                  <a:lnTo>
                    <a:pt x="1481138" y="752570"/>
                  </a:lnTo>
                  <a:lnTo>
                    <a:pt x="1480661" y="752761"/>
                  </a:lnTo>
                  <a:lnTo>
                    <a:pt x="1480090" y="752856"/>
                  </a:lnTo>
                  <a:lnTo>
                    <a:pt x="1479042" y="752761"/>
                  </a:lnTo>
                  <a:lnTo>
                    <a:pt x="1478471" y="752856"/>
                  </a:lnTo>
                  <a:lnTo>
                    <a:pt x="1476756" y="753523"/>
                  </a:lnTo>
                  <a:lnTo>
                    <a:pt x="1476089" y="753618"/>
                  </a:lnTo>
                  <a:lnTo>
                    <a:pt x="1475518" y="753523"/>
                  </a:lnTo>
                  <a:lnTo>
                    <a:pt x="1475041" y="753332"/>
                  </a:lnTo>
                  <a:lnTo>
                    <a:pt x="1474565" y="753332"/>
                  </a:lnTo>
                  <a:lnTo>
                    <a:pt x="1469803" y="756856"/>
                  </a:lnTo>
                  <a:lnTo>
                    <a:pt x="1468374" y="760476"/>
                  </a:lnTo>
                  <a:lnTo>
                    <a:pt x="1469422" y="761619"/>
                  </a:lnTo>
                  <a:lnTo>
                    <a:pt x="1469993" y="761810"/>
                  </a:lnTo>
                  <a:lnTo>
                    <a:pt x="1470850" y="761619"/>
                  </a:lnTo>
                  <a:lnTo>
                    <a:pt x="1472089" y="760667"/>
                  </a:lnTo>
                  <a:lnTo>
                    <a:pt x="1474756" y="756571"/>
                  </a:lnTo>
                  <a:lnTo>
                    <a:pt x="1476375" y="755713"/>
                  </a:lnTo>
                  <a:lnTo>
                    <a:pt x="1480756" y="755428"/>
                  </a:lnTo>
                  <a:lnTo>
                    <a:pt x="1482947" y="754761"/>
                  </a:lnTo>
                  <a:lnTo>
                    <a:pt x="1483709" y="753999"/>
                  </a:lnTo>
                  <a:lnTo>
                    <a:pt x="1483805" y="753142"/>
                  </a:lnTo>
                  <a:lnTo>
                    <a:pt x="1483233" y="752475"/>
                  </a:lnTo>
                  <a:lnTo>
                    <a:pt x="1481995" y="752189"/>
                  </a:lnTo>
                  <a:lnTo>
                    <a:pt x="1481995" y="752094"/>
                  </a:lnTo>
                  <a:close/>
                  <a:moveTo>
                    <a:pt x="1336453" y="255842"/>
                  </a:moveTo>
                  <a:lnTo>
                    <a:pt x="1336929" y="255746"/>
                  </a:lnTo>
                  <a:lnTo>
                    <a:pt x="1337310" y="255461"/>
                  </a:lnTo>
                  <a:lnTo>
                    <a:pt x="1337596" y="255079"/>
                  </a:lnTo>
                  <a:lnTo>
                    <a:pt x="1337786" y="254699"/>
                  </a:lnTo>
                  <a:lnTo>
                    <a:pt x="1337881" y="253841"/>
                  </a:lnTo>
                  <a:lnTo>
                    <a:pt x="1337691" y="252984"/>
                  </a:lnTo>
                  <a:lnTo>
                    <a:pt x="1337215" y="252508"/>
                  </a:lnTo>
                  <a:lnTo>
                    <a:pt x="1336453" y="252794"/>
                  </a:lnTo>
                  <a:lnTo>
                    <a:pt x="1336167" y="253365"/>
                  </a:lnTo>
                  <a:lnTo>
                    <a:pt x="1335976" y="254318"/>
                  </a:lnTo>
                  <a:lnTo>
                    <a:pt x="1336072" y="255270"/>
                  </a:lnTo>
                  <a:lnTo>
                    <a:pt x="1336453" y="255842"/>
                  </a:lnTo>
                  <a:close/>
                  <a:moveTo>
                    <a:pt x="1555909" y="742093"/>
                  </a:moveTo>
                  <a:lnTo>
                    <a:pt x="1555337" y="742379"/>
                  </a:lnTo>
                  <a:lnTo>
                    <a:pt x="1554575" y="743141"/>
                  </a:lnTo>
                  <a:lnTo>
                    <a:pt x="1554289" y="743331"/>
                  </a:lnTo>
                  <a:lnTo>
                    <a:pt x="1553813" y="743426"/>
                  </a:lnTo>
                  <a:lnTo>
                    <a:pt x="1552099" y="743712"/>
                  </a:lnTo>
                  <a:lnTo>
                    <a:pt x="1548860" y="745712"/>
                  </a:lnTo>
                  <a:lnTo>
                    <a:pt x="1548670" y="746474"/>
                  </a:lnTo>
                  <a:lnTo>
                    <a:pt x="1547622" y="748475"/>
                  </a:lnTo>
                  <a:lnTo>
                    <a:pt x="1547146" y="749141"/>
                  </a:lnTo>
                  <a:lnTo>
                    <a:pt x="1545526" y="750475"/>
                  </a:lnTo>
                  <a:lnTo>
                    <a:pt x="1544860" y="751332"/>
                  </a:lnTo>
                  <a:lnTo>
                    <a:pt x="1545146" y="752189"/>
                  </a:lnTo>
                  <a:lnTo>
                    <a:pt x="1545526" y="752666"/>
                  </a:lnTo>
                  <a:lnTo>
                    <a:pt x="1545812" y="753142"/>
                  </a:lnTo>
                  <a:lnTo>
                    <a:pt x="1546193" y="753523"/>
                  </a:lnTo>
                  <a:lnTo>
                    <a:pt x="1546860" y="753713"/>
                  </a:lnTo>
                  <a:lnTo>
                    <a:pt x="1547050" y="753618"/>
                  </a:lnTo>
                  <a:lnTo>
                    <a:pt x="1548003" y="753142"/>
                  </a:lnTo>
                  <a:lnTo>
                    <a:pt x="1548289" y="753047"/>
                  </a:lnTo>
                  <a:lnTo>
                    <a:pt x="1548860" y="753237"/>
                  </a:lnTo>
                  <a:lnTo>
                    <a:pt x="1549432" y="753999"/>
                  </a:lnTo>
                  <a:lnTo>
                    <a:pt x="1549908" y="754189"/>
                  </a:lnTo>
                  <a:lnTo>
                    <a:pt x="1550384" y="753999"/>
                  </a:lnTo>
                  <a:lnTo>
                    <a:pt x="1550765" y="753618"/>
                  </a:lnTo>
                  <a:lnTo>
                    <a:pt x="1551051" y="753237"/>
                  </a:lnTo>
                  <a:lnTo>
                    <a:pt x="1551337" y="753047"/>
                  </a:lnTo>
                  <a:lnTo>
                    <a:pt x="1551623" y="752951"/>
                  </a:lnTo>
                  <a:lnTo>
                    <a:pt x="1552956" y="752285"/>
                  </a:lnTo>
                  <a:lnTo>
                    <a:pt x="1553432" y="752189"/>
                  </a:lnTo>
                  <a:lnTo>
                    <a:pt x="1553813" y="752189"/>
                  </a:lnTo>
                  <a:lnTo>
                    <a:pt x="1554766" y="752380"/>
                  </a:lnTo>
                  <a:lnTo>
                    <a:pt x="1555051" y="752570"/>
                  </a:lnTo>
                  <a:lnTo>
                    <a:pt x="1555718" y="753047"/>
                  </a:lnTo>
                  <a:lnTo>
                    <a:pt x="1556004" y="753142"/>
                  </a:lnTo>
                  <a:lnTo>
                    <a:pt x="1556290" y="753047"/>
                  </a:lnTo>
                  <a:lnTo>
                    <a:pt x="1556766" y="752761"/>
                  </a:lnTo>
                  <a:lnTo>
                    <a:pt x="1557623" y="752570"/>
                  </a:lnTo>
                  <a:lnTo>
                    <a:pt x="1558671" y="752094"/>
                  </a:lnTo>
                  <a:lnTo>
                    <a:pt x="1559719" y="751808"/>
                  </a:lnTo>
                  <a:lnTo>
                    <a:pt x="1560862" y="751142"/>
                  </a:lnTo>
                  <a:lnTo>
                    <a:pt x="1561433" y="750856"/>
                  </a:lnTo>
                  <a:lnTo>
                    <a:pt x="1562005" y="750761"/>
                  </a:lnTo>
                  <a:lnTo>
                    <a:pt x="1562481" y="750761"/>
                  </a:lnTo>
                  <a:lnTo>
                    <a:pt x="1565434" y="751142"/>
                  </a:lnTo>
                  <a:lnTo>
                    <a:pt x="1567624" y="751046"/>
                  </a:lnTo>
                  <a:lnTo>
                    <a:pt x="1576388" y="749427"/>
                  </a:lnTo>
                  <a:lnTo>
                    <a:pt x="1581055" y="749141"/>
                  </a:lnTo>
                  <a:lnTo>
                    <a:pt x="1584103" y="748475"/>
                  </a:lnTo>
                  <a:lnTo>
                    <a:pt x="1585246" y="748379"/>
                  </a:lnTo>
                  <a:lnTo>
                    <a:pt x="1586484" y="748094"/>
                  </a:lnTo>
                  <a:lnTo>
                    <a:pt x="1587056" y="747427"/>
                  </a:lnTo>
                  <a:lnTo>
                    <a:pt x="1587246" y="746474"/>
                  </a:lnTo>
                  <a:lnTo>
                    <a:pt x="1587341" y="741807"/>
                  </a:lnTo>
                  <a:lnTo>
                    <a:pt x="1587056" y="740950"/>
                  </a:lnTo>
                  <a:lnTo>
                    <a:pt x="1586579" y="740378"/>
                  </a:lnTo>
                  <a:lnTo>
                    <a:pt x="1585436" y="738664"/>
                  </a:lnTo>
                  <a:lnTo>
                    <a:pt x="1584865" y="738092"/>
                  </a:lnTo>
                  <a:lnTo>
                    <a:pt x="1584579" y="737997"/>
                  </a:lnTo>
                  <a:lnTo>
                    <a:pt x="1584293" y="737997"/>
                  </a:lnTo>
                  <a:lnTo>
                    <a:pt x="1582483" y="737902"/>
                  </a:lnTo>
                  <a:lnTo>
                    <a:pt x="1579816" y="738283"/>
                  </a:lnTo>
                  <a:lnTo>
                    <a:pt x="1579150" y="738188"/>
                  </a:lnTo>
                  <a:lnTo>
                    <a:pt x="1578769" y="737997"/>
                  </a:lnTo>
                  <a:lnTo>
                    <a:pt x="1578483" y="737711"/>
                  </a:lnTo>
                  <a:lnTo>
                    <a:pt x="1578197" y="737521"/>
                  </a:lnTo>
                  <a:lnTo>
                    <a:pt x="1577435" y="737426"/>
                  </a:lnTo>
                  <a:lnTo>
                    <a:pt x="1577245" y="737521"/>
                  </a:lnTo>
                  <a:lnTo>
                    <a:pt x="1577149" y="737711"/>
                  </a:lnTo>
                  <a:lnTo>
                    <a:pt x="1576768" y="737902"/>
                  </a:lnTo>
                  <a:lnTo>
                    <a:pt x="1574673" y="738378"/>
                  </a:lnTo>
                  <a:lnTo>
                    <a:pt x="1568101" y="737902"/>
                  </a:lnTo>
                  <a:lnTo>
                    <a:pt x="1563624" y="738283"/>
                  </a:lnTo>
                  <a:lnTo>
                    <a:pt x="1562386" y="738569"/>
                  </a:lnTo>
                  <a:lnTo>
                    <a:pt x="1561243" y="739140"/>
                  </a:lnTo>
                  <a:lnTo>
                    <a:pt x="1559147" y="740569"/>
                  </a:lnTo>
                  <a:lnTo>
                    <a:pt x="1558385" y="739712"/>
                  </a:lnTo>
                  <a:lnTo>
                    <a:pt x="1558195" y="737330"/>
                  </a:lnTo>
                  <a:lnTo>
                    <a:pt x="1557338" y="736568"/>
                  </a:lnTo>
                  <a:lnTo>
                    <a:pt x="1556099" y="736568"/>
                  </a:lnTo>
                  <a:lnTo>
                    <a:pt x="1553528" y="737045"/>
                  </a:lnTo>
                  <a:lnTo>
                    <a:pt x="1552384" y="736759"/>
                  </a:lnTo>
                  <a:lnTo>
                    <a:pt x="1551718" y="737045"/>
                  </a:lnTo>
                  <a:lnTo>
                    <a:pt x="1551051" y="737616"/>
                  </a:lnTo>
                  <a:lnTo>
                    <a:pt x="1550575" y="738283"/>
                  </a:lnTo>
                  <a:lnTo>
                    <a:pt x="1550384" y="739045"/>
                  </a:lnTo>
                  <a:lnTo>
                    <a:pt x="1550098" y="739807"/>
                  </a:lnTo>
                  <a:lnTo>
                    <a:pt x="1549432" y="740378"/>
                  </a:lnTo>
                  <a:lnTo>
                    <a:pt x="1548670" y="740855"/>
                  </a:lnTo>
                  <a:lnTo>
                    <a:pt x="1548193" y="741331"/>
                  </a:lnTo>
                  <a:lnTo>
                    <a:pt x="1548003" y="743712"/>
                  </a:lnTo>
                  <a:lnTo>
                    <a:pt x="1549527" y="743807"/>
                  </a:lnTo>
                  <a:lnTo>
                    <a:pt x="1553337" y="741997"/>
                  </a:lnTo>
                  <a:lnTo>
                    <a:pt x="1554480" y="741617"/>
                  </a:lnTo>
                  <a:lnTo>
                    <a:pt x="1555623" y="741331"/>
                  </a:lnTo>
                  <a:lnTo>
                    <a:pt x="1556099" y="741521"/>
                  </a:lnTo>
                  <a:lnTo>
                    <a:pt x="1556099" y="741902"/>
                  </a:lnTo>
                  <a:lnTo>
                    <a:pt x="1555909" y="742093"/>
                  </a:lnTo>
                  <a:close/>
                  <a:moveTo>
                    <a:pt x="1262920" y="445389"/>
                  </a:moveTo>
                  <a:lnTo>
                    <a:pt x="1261681" y="446532"/>
                  </a:lnTo>
                  <a:lnTo>
                    <a:pt x="1259396" y="448056"/>
                  </a:lnTo>
                  <a:lnTo>
                    <a:pt x="1258348" y="448437"/>
                  </a:lnTo>
                  <a:lnTo>
                    <a:pt x="1257109" y="448342"/>
                  </a:lnTo>
                  <a:lnTo>
                    <a:pt x="1256252" y="447675"/>
                  </a:lnTo>
                  <a:lnTo>
                    <a:pt x="1255490" y="446913"/>
                  </a:lnTo>
                  <a:lnTo>
                    <a:pt x="1254538" y="446532"/>
                  </a:lnTo>
                  <a:lnTo>
                    <a:pt x="1253681" y="447008"/>
                  </a:lnTo>
                  <a:lnTo>
                    <a:pt x="1252918" y="448056"/>
                  </a:lnTo>
                  <a:lnTo>
                    <a:pt x="1252442" y="449294"/>
                  </a:lnTo>
                  <a:lnTo>
                    <a:pt x="1252156" y="450152"/>
                  </a:lnTo>
                  <a:lnTo>
                    <a:pt x="1252156" y="452533"/>
                  </a:lnTo>
                  <a:lnTo>
                    <a:pt x="1251966" y="453104"/>
                  </a:lnTo>
                  <a:lnTo>
                    <a:pt x="1251204" y="454152"/>
                  </a:lnTo>
                  <a:lnTo>
                    <a:pt x="1251014" y="454724"/>
                  </a:lnTo>
                  <a:lnTo>
                    <a:pt x="1251204" y="455867"/>
                  </a:lnTo>
                  <a:lnTo>
                    <a:pt x="1251775" y="458057"/>
                  </a:lnTo>
                  <a:lnTo>
                    <a:pt x="1251775" y="459296"/>
                  </a:lnTo>
                  <a:lnTo>
                    <a:pt x="1253966" y="458343"/>
                  </a:lnTo>
                  <a:lnTo>
                    <a:pt x="1255109" y="458153"/>
                  </a:lnTo>
                  <a:lnTo>
                    <a:pt x="1256443" y="458534"/>
                  </a:lnTo>
                  <a:lnTo>
                    <a:pt x="1257109" y="458819"/>
                  </a:lnTo>
                  <a:lnTo>
                    <a:pt x="1257490" y="459200"/>
                  </a:lnTo>
                  <a:lnTo>
                    <a:pt x="1257776" y="459677"/>
                  </a:lnTo>
                  <a:lnTo>
                    <a:pt x="1257872" y="460343"/>
                  </a:lnTo>
                  <a:lnTo>
                    <a:pt x="1257776" y="461772"/>
                  </a:lnTo>
                  <a:lnTo>
                    <a:pt x="1257586" y="462534"/>
                  </a:lnTo>
                  <a:lnTo>
                    <a:pt x="1256633" y="463582"/>
                  </a:lnTo>
                  <a:lnTo>
                    <a:pt x="1256252" y="465201"/>
                  </a:lnTo>
                  <a:lnTo>
                    <a:pt x="1256062" y="469392"/>
                  </a:lnTo>
                  <a:lnTo>
                    <a:pt x="1255776" y="470154"/>
                  </a:lnTo>
                  <a:lnTo>
                    <a:pt x="1255109" y="470440"/>
                  </a:lnTo>
                  <a:lnTo>
                    <a:pt x="1254347" y="470345"/>
                  </a:lnTo>
                  <a:lnTo>
                    <a:pt x="1253109" y="469868"/>
                  </a:lnTo>
                  <a:lnTo>
                    <a:pt x="1252728" y="469773"/>
                  </a:lnTo>
                  <a:lnTo>
                    <a:pt x="1252347" y="469963"/>
                  </a:lnTo>
                  <a:lnTo>
                    <a:pt x="1251490" y="471011"/>
                  </a:lnTo>
                  <a:lnTo>
                    <a:pt x="1251299" y="471392"/>
                  </a:lnTo>
                  <a:lnTo>
                    <a:pt x="1251395" y="471964"/>
                  </a:lnTo>
                  <a:lnTo>
                    <a:pt x="1251871" y="473012"/>
                  </a:lnTo>
                  <a:lnTo>
                    <a:pt x="1251966" y="473488"/>
                  </a:lnTo>
                  <a:lnTo>
                    <a:pt x="1252156" y="474155"/>
                  </a:lnTo>
                  <a:lnTo>
                    <a:pt x="1252633" y="474536"/>
                  </a:lnTo>
                  <a:lnTo>
                    <a:pt x="1253204" y="474821"/>
                  </a:lnTo>
                  <a:lnTo>
                    <a:pt x="1253681" y="475107"/>
                  </a:lnTo>
                  <a:lnTo>
                    <a:pt x="1253966" y="475583"/>
                  </a:lnTo>
                  <a:lnTo>
                    <a:pt x="1254252" y="476726"/>
                  </a:lnTo>
                  <a:lnTo>
                    <a:pt x="1254823" y="480251"/>
                  </a:lnTo>
                  <a:lnTo>
                    <a:pt x="1255776" y="482155"/>
                  </a:lnTo>
                  <a:lnTo>
                    <a:pt x="1255681" y="483013"/>
                  </a:lnTo>
                  <a:lnTo>
                    <a:pt x="1255300" y="483870"/>
                  </a:lnTo>
                  <a:lnTo>
                    <a:pt x="1255109" y="484822"/>
                  </a:lnTo>
                  <a:lnTo>
                    <a:pt x="1255205" y="485870"/>
                  </a:lnTo>
                  <a:lnTo>
                    <a:pt x="1255586" y="487013"/>
                  </a:lnTo>
                  <a:lnTo>
                    <a:pt x="1256062" y="488061"/>
                  </a:lnTo>
                  <a:lnTo>
                    <a:pt x="1257205" y="489776"/>
                  </a:lnTo>
                  <a:lnTo>
                    <a:pt x="1259110" y="495205"/>
                  </a:lnTo>
                  <a:lnTo>
                    <a:pt x="1259681" y="496253"/>
                  </a:lnTo>
                  <a:lnTo>
                    <a:pt x="1260348" y="496634"/>
                  </a:lnTo>
                  <a:lnTo>
                    <a:pt x="1260920" y="496348"/>
                  </a:lnTo>
                  <a:lnTo>
                    <a:pt x="1261586" y="495110"/>
                  </a:lnTo>
                  <a:lnTo>
                    <a:pt x="1262063" y="494824"/>
                  </a:lnTo>
                  <a:lnTo>
                    <a:pt x="1262539" y="494919"/>
                  </a:lnTo>
                  <a:lnTo>
                    <a:pt x="1263206" y="495681"/>
                  </a:lnTo>
                  <a:lnTo>
                    <a:pt x="1263872" y="495871"/>
                  </a:lnTo>
                  <a:lnTo>
                    <a:pt x="1263587" y="494062"/>
                  </a:lnTo>
                  <a:lnTo>
                    <a:pt x="1265111" y="493300"/>
                  </a:lnTo>
                  <a:lnTo>
                    <a:pt x="1268921" y="493014"/>
                  </a:lnTo>
                  <a:lnTo>
                    <a:pt x="1269873" y="492728"/>
                  </a:lnTo>
                  <a:lnTo>
                    <a:pt x="1271111" y="491776"/>
                  </a:lnTo>
                  <a:lnTo>
                    <a:pt x="1271968" y="491585"/>
                  </a:lnTo>
                  <a:lnTo>
                    <a:pt x="1272921" y="491776"/>
                  </a:lnTo>
                  <a:lnTo>
                    <a:pt x="1273778" y="492062"/>
                  </a:lnTo>
                  <a:lnTo>
                    <a:pt x="1274636" y="492252"/>
                  </a:lnTo>
                  <a:lnTo>
                    <a:pt x="1275683" y="491966"/>
                  </a:lnTo>
                  <a:lnTo>
                    <a:pt x="1276540" y="491490"/>
                  </a:lnTo>
                  <a:lnTo>
                    <a:pt x="1278541" y="489871"/>
                  </a:lnTo>
                  <a:lnTo>
                    <a:pt x="1278922" y="489204"/>
                  </a:lnTo>
                  <a:lnTo>
                    <a:pt x="1279207" y="488918"/>
                  </a:lnTo>
                  <a:lnTo>
                    <a:pt x="1279970" y="488823"/>
                  </a:lnTo>
                  <a:lnTo>
                    <a:pt x="1281779" y="489013"/>
                  </a:lnTo>
                  <a:lnTo>
                    <a:pt x="1283113" y="489680"/>
                  </a:lnTo>
                  <a:lnTo>
                    <a:pt x="1284732" y="490633"/>
                  </a:lnTo>
                  <a:lnTo>
                    <a:pt x="1286256" y="491395"/>
                  </a:lnTo>
                  <a:lnTo>
                    <a:pt x="1287589" y="491204"/>
                  </a:lnTo>
                  <a:lnTo>
                    <a:pt x="1288066" y="491490"/>
                  </a:lnTo>
                  <a:lnTo>
                    <a:pt x="1289114" y="491776"/>
                  </a:lnTo>
                  <a:lnTo>
                    <a:pt x="1289495" y="492062"/>
                  </a:lnTo>
                  <a:lnTo>
                    <a:pt x="1289685" y="492443"/>
                  </a:lnTo>
                  <a:lnTo>
                    <a:pt x="1290447" y="495205"/>
                  </a:lnTo>
                  <a:lnTo>
                    <a:pt x="1290542" y="496062"/>
                  </a:lnTo>
                  <a:lnTo>
                    <a:pt x="1290256" y="496824"/>
                  </a:lnTo>
                  <a:lnTo>
                    <a:pt x="1289495" y="497872"/>
                  </a:lnTo>
                  <a:lnTo>
                    <a:pt x="1288923" y="498824"/>
                  </a:lnTo>
                  <a:lnTo>
                    <a:pt x="1288161" y="501682"/>
                  </a:lnTo>
                  <a:lnTo>
                    <a:pt x="1287304" y="503301"/>
                  </a:lnTo>
                  <a:lnTo>
                    <a:pt x="1287399" y="504063"/>
                  </a:lnTo>
                  <a:lnTo>
                    <a:pt x="1288923" y="506159"/>
                  </a:lnTo>
                  <a:lnTo>
                    <a:pt x="1289590" y="508254"/>
                  </a:lnTo>
                  <a:lnTo>
                    <a:pt x="1290733" y="509969"/>
                  </a:lnTo>
                  <a:lnTo>
                    <a:pt x="1293209" y="515969"/>
                  </a:lnTo>
                  <a:lnTo>
                    <a:pt x="1294257" y="517588"/>
                  </a:lnTo>
                  <a:lnTo>
                    <a:pt x="1294352" y="519589"/>
                  </a:lnTo>
                  <a:lnTo>
                    <a:pt x="1294638" y="520541"/>
                  </a:lnTo>
                  <a:lnTo>
                    <a:pt x="1294924" y="519398"/>
                  </a:lnTo>
                  <a:lnTo>
                    <a:pt x="1294924" y="518541"/>
                  </a:lnTo>
                  <a:lnTo>
                    <a:pt x="1295305" y="517970"/>
                  </a:lnTo>
                  <a:lnTo>
                    <a:pt x="1296543" y="517779"/>
                  </a:lnTo>
                  <a:lnTo>
                    <a:pt x="1297400" y="518065"/>
                  </a:lnTo>
                  <a:lnTo>
                    <a:pt x="1297210" y="518827"/>
                  </a:lnTo>
                  <a:lnTo>
                    <a:pt x="1296067" y="520637"/>
                  </a:lnTo>
                  <a:lnTo>
                    <a:pt x="1295972" y="521303"/>
                  </a:lnTo>
                  <a:lnTo>
                    <a:pt x="1296067" y="522256"/>
                  </a:lnTo>
                  <a:lnTo>
                    <a:pt x="1296067" y="522732"/>
                  </a:lnTo>
                  <a:lnTo>
                    <a:pt x="1295876" y="523208"/>
                  </a:lnTo>
                  <a:lnTo>
                    <a:pt x="1295400" y="524066"/>
                  </a:lnTo>
                  <a:lnTo>
                    <a:pt x="1295305" y="524637"/>
                  </a:lnTo>
                  <a:lnTo>
                    <a:pt x="1295400" y="524828"/>
                  </a:lnTo>
                  <a:lnTo>
                    <a:pt x="1295686" y="525113"/>
                  </a:lnTo>
                  <a:lnTo>
                    <a:pt x="1295972" y="525494"/>
                  </a:lnTo>
                  <a:lnTo>
                    <a:pt x="1296448" y="527685"/>
                  </a:lnTo>
                  <a:lnTo>
                    <a:pt x="1296257" y="528733"/>
                  </a:lnTo>
                  <a:lnTo>
                    <a:pt x="1295305" y="530828"/>
                  </a:lnTo>
                  <a:lnTo>
                    <a:pt x="1295114" y="531876"/>
                  </a:lnTo>
                  <a:lnTo>
                    <a:pt x="1295305" y="532352"/>
                  </a:lnTo>
                  <a:lnTo>
                    <a:pt x="1296067" y="533019"/>
                  </a:lnTo>
                  <a:lnTo>
                    <a:pt x="1296257" y="533591"/>
                  </a:lnTo>
                  <a:lnTo>
                    <a:pt x="1296257" y="534162"/>
                  </a:lnTo>
                  <a:lnTo>
                    <a:pt x="1296448" y="535114"/>
                  </a:lnTo>
                  <a:lnTo>
                    <a:pt x="1296543" y="535686"/>
                  </a:lnTo>
                  <a:lnTo>
                    <a:pt x="1296353" y="537686"/>
                  </a:lnTo>
                  <a:lnTo>
                    <a:pt x="1295495" y="541306"/>
                  </a:lnTo>
                  <a:lnTo>
                    <a:pt x="1294733" y="548830"/>
                  </a:lnTo>
                  <a:lnTo>
                    <a:pt x="1294448" y="549593"/>
                  </a:lnTo>
                  <a:lnTo>
                    <a:pt x="1292162" y="553498"/>
                  </a:lnTo>
                  <a:lnTo>
                    <a:pt x="1291971" y="554260"/>
                  </a:lnTo>
                  <a:lnTo>
                    <a:pt x="1291209" y="555879"/>
                  </a:lnTo>
                  <a:lnTo>
                    <a:pt x="1290923" y="556165"/>
                  </a:lnTo>
                  <a:lnTo>
                    <a:pt x="1290066" y="556736"/>
                  </a:lnTo>
                  <a:lnTo>
                    <a:pt x="1289780" y="556927"/>
                  </a:lnTo>
                  <a:lnTo>
                    <a:pt x="1289495" y="558832"/>
                  </a:lnTo>
                  <a:lnTo>
                    <a:pt x="1291304" y="565595"/>
                  </a:lnTo>
                  <a:lnTo>
                    <a:pt x="1291018" y="567404"/>
                  </a:lnTo>
                  <a:lnTo>
                    <a:pt x="1289114" y="571024"/>
                  </a:lnTo>
                  <a:lnTo>
                    <a:pt x="1288447" y="572834"/>
                  </a:lnTo>
                  <a:lnTo>
                    <a:pt x="1288256" y="574738"/>
                  </a:lnTo>
                  <a:lnTo>
                    <a:pt x="1287971" y="575691"/>
                  </a:lnTo>
                  <a:lnTo>
                    <a:pt x="1287208" y="576739"/>
                  </a:lnTo>
                  <a:lnTo>
                    <a:pt x="1286732" y="577025"/>
                  </a:lnTo>
                  <a:lnTo>
                    <a:pt x="1285684" y="577596"/>
                  </a:lnTo>
                  <a:lnTo>
                    <a:pt x="1285208" y="577882"/>
                  </a:lnTo>
                  <a:lnTo>
                    <a:pt x="1284923" y="578358"/>
                  </a:lnTo>
                  <a:lnTo>
                    <a:pt x="1284446" y="580072"/>
                  </a:lnTo>
                  <a:lnTo>
                    <a:pt x="1283684" y="581882"/>
                  </a:lnTo>
                  <a:lnTo>
                    <a:pt x="1283398" y="582930"/>
                  </a:lnTo>
                  <a:lnTo>
                    <a:pt x="1283113" y="586359"/>
                  </a:lnTo>
                  <a:lnTo>
                    <a:pt x="1282637" y="587978"/>
                  </a:lnTo>
                  <a:lnTo>
                    <a:pt x="1282256" y="590455"/>
                  </a:lnTo>
                  <a:lnTo>
                    <a:pt x="1282637" y="592646"/>
                  </a:lnTo>
                  <a:lnTo>
                    <a:pt x="1283684" y="594646"/>
                  </a:lnTo>
                  <a:lnTo>
                    <a:pt x="1285494" y="597218"/>
                  </a:lnTo>
                  <a:lnTo>
                    <a:pt x="1286065" y="598170"/>
                  </a:lnTo>
                  <a:lnTo>
                    <a:pt x="1286447" y="598646"/>
                  </a:lnTo>
                  <a:lnTo>
                    <a:pt x="1286732" y="599218"/>
                  </a:lnTo>
                  <a:lnTo>
                    <a:pt x="1286542" y="599789"/>
                  </a:lnTo>
                  <a:lnTo>
                    <a:pt x="1286161" y="600266"/>
                  </a:lnTo>
                  <a:lnTo>
                    <a:pt x="1285970" y="600742"/>
                  </a:lnTo>
                  <a:lnTo>
                    <a:pt x="1286161" y="601885"/>
                  </a:lnTo>
                  <a:lnTo>
                    <a:pt x="1286637" y="602647"/>
                  </a:lnTo>
                  <a:lnTo>
                    <a:pt x="1287399" y="603028"/>
                  </a:lnTo>
                  <a:lnTo>
                    <a:pt x="1288542" y="603028"/>
                  </a:lnTo>
                  <a:lnTo>
                    <a:pt x="1287780" y="601885"/>
                  </a:lnTo>
                  <a:lnTo>
                    <a:pt x="1288732" y="601218"/>
                  </a:lnTo>
                  <a:lnTo>
                    <a:pt x="1290256" y="600932"/>
                  </a:lnTo>
                  <a:lnTo>
                    <a:pt x="1291018" y="601028"/>
                  </a:lnTo>
                  <a:lnTo>
                    <a:pt x="1291209" y="601789"/>
                  </a:lnTo>
                  <a:lnTo>
                    <a:pt x="1291590" y="602171"/>
                  </a:lnTo>
                  <a:lnTo>
                    <a:pt x="1292066" y="602456"/>
                  </a:lnTo>
                  <a:lnTo>
                    <a:pt x="1292447" y="603028"/>
                  </a:lnTo>
                  <a:lnTo>
                    <a:pt x="1292542" y="603695"/>
                  </a:lnTo>
                  <a:lnTo>
                    <a:pt x="1292542" y="604933"/>
                  </a:lnTo>
                  <a:lnTo>
                    <a:pt x="1292828" y="605504"/>
                  </a:lnTo>
                  <a:lnTo>
                    <a:pt x="1293781" y="606171"/>
                  </a:lnTo>
                  <a:lnTo>
                    <a:pt x="1294257" y="605409"/>
                  </a:lnTo>
                  <a:lnTo>
                    <a:pt x="1294829" y="604266"/>
                  </a:lnTo>
                  <a:lnTo>
                    <a:pt x="1295876" y="603695"/>
                  </a:lnTo>
                  <a:lnTo>
                    <a:pt x="1297114" y="604171"/>
                  </a:lnTo>
                  <a:lnTo>
                    <a:pt x="1297591" y="605219"/>
                  </a:lnTo>
                  <a:lnTo>
                    <a:pt x="1297686" y="606457"/>
                  </a:lnTo>
                  <a:lnTo>
                    <a:pt x="1297876" y="607409"/>
                  </a:lnTo>
                  <a:lnTo>
                    <a:pt x="1299400" y="608362"/>
                  </a:lnTo>
                  <a:lnTo>
                    <a:pt x="1301877" y="608743"/>
                  </a:lnTo>
                  <a:lnTo>
                    <a:pt x="1304449" y="608647"/>
                  </a:lnTo>
                  <a:lnTo>
                    <a:pt x="1306258" y="608171"/>
                  </a:lnTo>
                  <a:lnTo>
                    <a:pt x="1307211" y="607505"/>
                  </a:lnTo>
                  <a:lnTo>
                    <a:pt x="1308259" y="606552"/>
                  </a:lnTo>
                  <a:lnTo>
                    <a:pt x="1308545" y="606076"/>
                  </a:lnTo>
                  <a:lnTo>
                    <a:pt x="1308735" y="604933"/>
                  </a:lnTo>
                  <a:lnTo>
                    <a:pt x="1309021" y="604361"/>
                  </a:lnTo>
                  <a:lnTo>
                    <a:pt x="1311212" y="602171"/>
                  </a:lnTo>
                  <a:lnTo>
                    <a:pt x="1312069" y="601599"/>
                  </a:lnTo>
                  <a:lnTo>
                    <a:pt x="1313021" y="601409"/>
                  </a:lnTo>
                  <a:lnTo>
                    <a:pt x="1314545" y="601313"/>
                  </a:lnTo>
                  <a:lnTo>
                    <a:pt x="1315879" y="601409"/>
                  </a:lnTo>
                  <a:lnTo>
                    <a:pt x="1316450" y="601789"/>
                  </a:lnTo>
                  <a:lnTo>
                    <a:pt x="1317117" y="602075"/>
                  </a:lnTo>
                  <a:lnTo>
                    <a:pt x="1320451" y="602647"/>
                  </a:lnTo>
                  <a:lnTo>
                    <a:pt x="1321213" y="602647"/>
                  </a:lnTo>
                  <a:lnTo>
                    <a:pt x="1321498" y="602742"/>
                  </a:lnTo>
                  <a:lnTo>
                    <a:pt x="1321880" y="603028"/>
                  </a:lnTo>
                  <a:lnTo>
                    <a:pt x="1322832" y="602647"/>
                  </a:lnTo>
                  <a:lnTo>
                    <a:pt x="1324832" y="602075"/>
                  </a:lnTo>
                  <a:lnTo>
                    <a:pt x="1325785" y="601694"/>
                  </a:lnTo>
                  <a:lnTo>
                    <a:pt x="1327023" y="600742"/>
                  </a:lnTo>
                  <a:lnTo>
                    <a:pt x="1327404" y="600551"/>
                  </a:lnTo>
                  <a:lnTo>
                    <a:pt x="1329785" y="600170"/>
                  </a:lnTo>
                  <a:lnTo>
                    <a:pt x="1330928" y="599694"/>
                  </a:lnTo>
                  <a:lnTo>
                    <a:pt x="1332166" y="599027"/>
                  </a:lnTo>
                  <a:lnTo>
                    <a:pt x="1333500" y="598551"/>
                  </a:lnTo>
                  <a:lnTo>
                    <a:pt x="1334738" y="598742"/>
                  </a:lnTo>
                  <a:lnTo>
                    <a:pt x="1335119" y="599218"/>
                  </a:lnTo>
                  <a:lnTo>
                    <a:pt x="1335976" y="600837"/>
                  </a:lnTo>
                  <a:lnTo>
                    <a:pt x="1336167" y="601409"/>
                  </a:lnTo>
                  <a:lnTo>
                    <a:pt x="1336453" y="601980"/>
                  </a:lnTo>
                  <a:lnTo>
                    <a:pt x="1338358" y="604076"/>
                  </a:lnTo>
                  <a:lnTo>
                    <a:pt x="1339120" y="603885"/>
                  </a:lnTo>
                  <a:lnTo>
                    <a:pt x="1340548" y="604552"/>
                  </a:lnTo>
                  <a:lnTo>
                    <a:pt x="1340834" y="604266"/>
                  </a:lnTo>
                  <a:lnTo>
                    <a:pt x="1340644" y="603313"/>
                  </a:lnTo>
                  <a:lnTo>
                    <a:pt x="1339691" y="601789"/>
                  </a:lnTo>
                  <a:lnTo>
                    <a:pt x="1339501" y="601313"/>
                  </a:lnTo>
                  <a:lnTo>
                    <a:pt x="1339310" y="599313"/>
                  </a:lnTo>
                  <a:lnTo>
                    <a:pt x="1337024" y="591122"/>
                  </a:lnTo>
                  <a:lnTo>
                    <a:pt x="1336929" y="590074"/>
                  </a:lnTo>
                  <a:lnTo>
                    <a:pt x="1336548" y="589312"/>
                  </a:lnTo>
                  <a:lnTo>
                    <a:pt x="1334262" y="586454"/>
                  </a:lnTo>
                  <a:lnTo>
                    <a:pt x="1333786" y="585692"/>
                  </a:lnTo>
                  <a:lnTo>
                    <a:pt x="1333119" y="583597"/>
                  </a:lnTo>
                  <a:lnTo>
                    <a:pt x="1332643" y="582644"/>
                  </a:lnTo>
                  <a:lnTo>
                    <a:pt x="1330452" y="579406"/>
                  </a:lnTo>
                  <a:lnTo>
                    <a:pt x="1331023" y="578549"/>
                  </a:lnTo>
                  <a:lnTo>
                    <a:pt x="1331500" y="577405"/>
                  </a:lnTo>
                  <a:lnTo>
                    <a:pt x="1332738" y="571119"/>
                  </a:lnTo>
                  <a:lnTo>
                    <a:pt x="1332929" y="564737"/>
                  </a:lnTo>
                  <a:lnTo>
                    <a:pt x="1333786" y="563213"/>
                  </a:lnTo>
                  <a:lnTo>
                    <a:pt x="1334643" y="562928"/>
                  </a:lnTo>
                  <a:lnTo>
                    <a:pt x="1335881" y="562832"/>
                  </a:lnTo>
                  <a:lnTo>
                    <a:pt x="1336929" y="562451"/>
                  </a:lnTo>
                  <a:lnTo>
                    <a:pt x="1337405" y="561499"/>
                  </a:lnTo>
                  <a:lnTo>
                    <a:pt x="1337405" y="560261"/>
                  </a:lnTo>
                  <a:lnTo>
                    <a:pt x="1338453" y="555117"/>
                  </a:lnTo>
                  <a:lnTo>
                    <a:pt x="1338643" y="554736"/>
                  </a:lnTo>
                  <a:lnTo>
                    <a:pt x="1339691" y="553879"/>
                  </a:lnTo>
                  <a:lnTo>
                    <a:pt x="1340072" y="553403"/>
                  </a:lnTo>
                  <a:lnTo>
                    <a:pt x="1340263" y="552831"/>
                  </a:lnTo>
                  <a:lnTo>
                    <a:pt x="1339977" y="551783"/>
                  </a:lnTo>
                  <a:lnTo>
                    <a:pt x="1338358" y="549974"/>
                  </a:lnTo>
                  <a:lnTo>
                    <a:pt x="1337691" y="549021"/>
                  </a:lnTo>
                  <a:lnTo>
                    <a:pt x="1337405" y="548069"/>
                  </a:lnTo>
                  <a:lnTo>
                    <a:pt x="1337215" y="546735"/>
                  </a:lnTo>
                  <a:lnTo>
                    <a:pt x="1337215" y="545402"/>
                  </a:lnTo>
                  <a:lnTo>
                    <a:pt x="1337500" y="544544"/>
                  </a:lnTo>
                  <a:lnTo>
                    <a:pt x="1337691" y="543687"/>
                  </a:lnTo>
                  <a:lnTo>
                    <a:pt x="1337120" y="542639"/>
                  </a:lnTo>
                  <a:lnTo>
                    <a:pt x="1335881" y="541115"/>
                  </a:lnTo>
                  <a:lnTo>
                    <a:pt x="1335596" y="539115"/>
                  </a:lnTo>
                  <a:lnTo>
                    <a:pt x="1336834" y="536067"/>
                  </a:lnTo>
                  <a:lnTo>
                    <a:pt x="1336929" y="534257"/>
                  </a:lnTo>
                  <a:lnTo>
                    <a:pt x="1336262" y="532638"/>
                  </a:lnTo>
                  <a:lnTo>
                    <a:pt x="1336167" y="531876"/>
                  </a:lnTo>
                  <a:lnTo>
                    <a:pt x="1336262" y="531305"/>
                  </a:lnTo>
                  <a:lnTo>
                    <a:pt x="1336548" y="530257"/>
                  </a:lnTo>
                  <a:lnTo>
                    <a:pt x="1336643" y="529685"/>
                  </a:lnTo>
                  <a:lnTo>
                    <a:pt x="1336643" y="527590"/>
                  </a:lnTo>
                  <a:lnTo>
                    <a:pt x="1336453" y="526828"/>
                  </a:lnTo>
                  <a:lnTo>
                    <a:pt x="1335310" y="524923"/>
                  </a:lnTo>
                  <a:lnTo>
                    <a:pt x="1335119" y="524066"/>
                  </a:lnTo>
                  <a:lnTo>
                    <a:pt x="1335214" y="515207"/>
                  </a:lnTo>
                  <a:lnTo>
                    <a:pt x="1335500" y="513302"/>
                  </a:lnTo>
                  <a:lnTo>
                    <a:pt x="1336072" y="511493"/>
                  </a:lnTo>
                  <a:lnTo>
                    <a:pt x="1336929" y="509778"/>
                  </a:lnTo>
                  <a:lnTo>
                    <a:pt x="1339120" y="506539"/>
                  </a:lnTo>
                  <a:lnTo>
                    <a:pt x="1339977" y="504539"/>
                  </a:lnTo>
                  <a:lnTo>
                    <a:pt x="1339787" y="502539"/>
                  </a:lnTo>
                  <a:lnTo>
                    <a:pt x="1338834" y="501587"/>
                  </a:lnTo>
                  <a:lnTo>
                    <a:pt x="1338643" y="501205"/>
                  </a:lnTo>
                  <a:lnTo>
                    <a:pt x="1338643" y="496824"/>
                  </a:lnTo>
                  <a:lnTo>
                    <a:pt x="1338453" y="495871"/>
                  </a:lnTo>
                  <a:lnTo>
                    <a:pt x="1337500" y="493490"/>
                  </a:lnTo>
                  <a:lnTo>
                    <a:pt x="1337405" y="492633"/>
                  </a:lnTo>
                  <a:lnTo>
                    <a:pt x="1337596" y="489966"/>
                  </a:lnTo>
                  <a:lnTo>
                    <a:pt x="1337881" y="489109"/>
                  </a:lnTo>
                  <a:lnTo>
                    <a:pt x="1337881" y="488633"/>
                  </a:lnTo>
                  <a:lnTo>
                    <a:pt x="1337786" y="488061"/>
                  </a:lnTo>
                  <a:lnTo>
                    <a:pt x="1337310" y="487013"/>
                  </a:lnTo>
                  <a:lnTo>
                    <a:pt x="1337215" y="486537"/>
                  </a:lnTo>
                  <a:lnTo>
                    <a:pt x="1337596" y="484632"/>
                  </a:lnTo>
                  <a:lnTo>
                    <a:pt x="1337881" y="483775"/>
                  </a:lnTo>
                  <a:lnTo>
                    <a:pt x="1337786" y="483203"/>
                  </a:lnTo>
                  <a:lnTo>
                    <a:pt x="1337596" y="482632"/>
                  </a:lnTo>
                  <a:lnTo>
                    <a:pt x="1337500" y="482060"/>
                  </a:lnTo>
                  <a:lnTo>
                    <a:pt x="1337881" y="481394"/>
                  </a:lnTo>
                  <a:lnTo>
                    <a:pt x="1338548" y="480536"/>
                  </a:lnTo>
                  <a:lnTo>
                    <a:pt x="1338739" y="479965"/>
                  </a:lnTo>
                  <a:lnTo>
                    <a:pt x="1337786" y="480155"/>
                  </a:lnTo>
                  <a:lnTo>
                    <a:pt x="1337405" y="479679"/>
                  </a:lnTo>
                  <a:lnTo>
                    <a:pt x="1337024" y="478917"/>
                  </a:lnTo>
                  <a:lnTo>
                    <a:pt x="1336834" y="478155"/>
                  </a:lnTo>
                  <a:lnTo>
                    <a:pt x="1336739" y="477679"/>
                  </a:lnTo>
                  <a:lnTo>
                    <a:pt x="1336453" y="477393"/>
                  </a:lnTo>
                  <a:lnTo>
                    <a:pt x="1334929" y="476441"/>
                  </a:lnTo>
                  <a:lnTo>
                    <a:pt x="1332452" y="475583"/>
                  </a:lnTo>
                  <a:lnTo>
                    <a:pt x="1331309" y="475012"/>
                  </a:lnTo>
                  <a:lnTo>
                    <a:pt x="1330166" y="473964"/>
                  </a:lnTo>
                  <a:lnTo>
                    <a:pt x="1330642" y="473297"/>
                  </a:lnTo>
                  <a:lnTo>
                    <a:pt x="1330833" y="473107"/>
                  </a:lnTo>
                  <a:lnTo>
                    <a:pt x="1331214" y="472916"/>
                  </a:lnTo>
                  <a:lnTo>
                    <a:pt x="1330642" y="471869"/>
                  </a:lnTo>
                  <a:lnTo>
                    <a:pt x="1329881" y="469106"/>
                  </a:lnTo>
                  <a:lnTo>
                    <a:pt x="1329118" y="468535"/>
                  </a:lnTo>
                  <a:lnTo>
                    <a:pt x="1328738" y="468344"/>
                  </a:lnTo>
                  <a:lnTo>
                    <a:pt x="1328452" y="467868"/>
                  </a:lnTo>
                  <a:lnTo>
                    <a:pt x="1328261" y="467201"/>
                  </a:lnTo>
                  <a:lnTo>
                    <a:pt x="1328166" y="466535"/>
                  </a:lnTo>
                  <a:lnTo>
                    <a:pt x="1327975" y="465772"/>
                  </a:lnTo>
                  <a:lnTo>
                    <a:pt x="1327023" y="464820"/>
                  </a:lnTo>
                  <a:lnTo>
                    <a:pt x="1326737" y="464153"/>
                  </a:lnTo>
                  <a:lnTo>
                    <a:pt x="1328261" y="463772"/>
                  </a:lnTo>
                  <a:lnTo>
                    <a:pt x="1329404" y="463010"/>
                  </a:lnTo>
                  <a:lnTo>
                    <a:pt x="1331500" y="461296"/>
                  </a:lnTo>
                  <a:lnTo>
                    <a:pt x="1344739" y="453104"/>
                  </a:lnTo>
                  <a:lnTo>
                    <a:pt x="1345597" y="452247"/>
                  </a:lnTo>
                  <a:lnTo>
                    <a:pt x="1346073" y="451295"/>
                  </a:lnTo>
                  <a:lnTo>
                    <a:pt x="1346359" y="450342"/>
                  </a:lnTo>
                  <a:lnTo>
                    <a:pt x="1346835" y="449580"/>
                  </a:lnTo>
                  <a:lnTo>
                    <a:pt x="1347883" y="449294"/>
                  </a:lnTo>
                  <a:lnTo>
                    <a:pt x="1349026" y="449199"/>
                  </a:lnTo>
                  <a:lnTo>
                    <a:pt x="1349788" y="449009"/>
                  </a:lnTo>
                  <a:lnTo>
                    <a:pt x="1352645" y="447485"/>
                  </a:lnTo>
                  <a:lnTo>
                    <a:pt x="1353503" y="447199"/>
                  </a:lnTo>
                  <a:lnTo>
                    <a:pt x="1354646" y="447104"/>
                  </a:lnTo>
                  <a:lnTo>
                    <a:pt x="1355407" y="446913"/>
                  </a:lnTo>
                  <a:lnTo>
                    <a:pt x="1356074" y="446437"/>
                  </a:lnTo>
                  <a:lnTo>
                    <a:pt x="1356836" y="446056"/>
                  </a:lnTo>
                  <a:lnTo>
                    <a:pt x="1358074" y="446056"/>
                  </a:lnTo>
                  <a:lnTo>
                    <a:pt x="1358837" y="446246"/>
                  </a:lnTo>
                  <a:lnTo>
                    <a:pt x="1359408" y="446437"/>
                  </a:lnTo>
                  <a:lnTo>
                    <a:pt x="1359884" y="446722"/>
                  </a:lnTo>
                  <a:lnTo>
                    <a:pt x="1360456" y="447294"/>
                  </a:lnTo>
                  <a:lnTo>
                    <a:pt x="1360932" y="447675"/>
                  </a:lnTo>
                  <a:lnTo>
                    <a:pt x="1361408" y="447675"/>
                  </a:lnTo>
                  <a:lnTo>
                    <a:pt x="1361884" y="447580"/>
                  </a:lnTo>
                  <a:lnTo>
                    <a:pt x="1362551" y="447485"/>
                  </a:lnTo>
                  <a:lnTo>
                    <a:pt x="1368933" y="448437"/>
                  </a:lnTo>
                  <a:lnTo>
                    <a:pt x="1369409" y="448723"/>
                  </a:lnTo>
                  <a:lnTo>
                    <a:pt x="1370171" y="449389"/>
                  </a:lnTo>
                  <a:lnTo>
                    <a:pt x="1370552" y="449771"/>
                  </a:lnTo>
                  <a:lnTo>
                    <a:pt x="1370552" y="449961"/>
                  </a:lnTo>
                  <a:lnTo>
                    <a:pt x="1371219" y="450437"/>
                  </a:lnTo>
                  <a:lnTo>
                    <a:pt x="1372933" y="453580"/>
                  </a:lnTo>
                  <a:lnTo>
                    <a:pt x="1372743" y="453485"/>
                  </a:lnTo>
                  <a:lnTo>
                    <a:pt x="1372553" y="453485"/>
                  </a:lnTo>
                  <a:lnTo>
                    <a:pt x="1372362" y="453390"/>
                  </a:lnTo>
                  <a:lnTo>
                    <a:pt x="1372172" y="453200"/>
                  </a:lnTo>
                  <a:lnTo>
                    <a:pt x="1371409" y="454533"/>
                  </a:lnTo>
                  <a:lnTo>
                    <a:pt x="1370838" y="454819"/>
                  </a:lnTo>
                  <a:lnTo>
                    <a:pt x="1369981" y="454533"/>
                  </a:lnTo>
                  <a:lnTo>
                    <a:pt x="1369695" y="455771"/>
                  </a:lnTo>
                  <a:lnTo>
                    <a:pt x="1368933" y="456152"/>
                  </a:lnTo>
                  <a:lnTo>
                    <a:pt x="1368171" y="456343"/>
                  </a:lnTo>
                  <a:lnTo>
                    <a:pt x="1367790" y="457010"/>
                  </a:lnTo>
                  <a:lnTo>
                    <a:pt x="1367885" y="457486"/>
                  </a:lnTo>
                  <a:lnTo>
                    <a:pt x="1368171" y="457962"/>
                  </a:lnTo>
                  <a:lnTo>
                    <a:pt x="1368647" y="458343"/>
                  </a:lnTo>
                  <a:lnTo>
                    <a:pt x="1369219" y="458343"/>
                  </a:lnTo>
                  <a:lnTo>
                    <a:pt x="1369505" y="458057"/>
                  </a:lnTo>
                  <a:lnTo>
                    <a:pt x="1369886" y="457010"/>
                  </a:lnTo>
                  <a:lnTo>
                    <a:pt x="1370362" y="456533"/>
                  </a:lnTo>
                  <a:lnTo>
                    <a:pt x="1370838" y="457105"/>
                  </a:lnTo>
                  <a:lnTo>
                    <a:pt x="1371219" y="458534"/>
                  </a:lnTo>
                  <a:lnTo>
                    <a:pt x="1371505" y="459105"/>
                  </a:lnTo>
                  <a:lnTo>
                    <a:pt x="1371790" y="459105"/>
                  </a:lnTo>
                  <a:lnTo>
                    <a:pt x="1372362" y="458534"/>
                  </a:lnTo>
                  <a:lnTo>
                    <a:pt x="1372933" y="459677"/>
                  </a:lnTo>
                  <a:lnTo>
                    <a:pt x="1373219" y="461391"/>
                  </a:lnTo>
                  <a:lnTo>
                    <a:pt x="1373029" y="462534"/>
                  </a:lnTo>
                  <a:lnTo>
                    <a:pt x="1372838" y="463105"/>
                  </a:lnTo>
                  <a:lnTo>
                    <a:pt x="1372933" y="465296"/>
                  </a:lnTo>
                  <a:lnTo>
                    <a:pt x="1372743" y="465868"/>
                  </a:lnTo>
                  <a:lnTo>
                    <a:pt x="1372267" y="466820"/>
                  </a:lnTo>
                  <a:lnTo>
                    <a:pt x="1372172" y="467582"/>
                  </a:lnTo>
                  <a:lnTo>
                    <a:pt x="1371409" y="469011"/>
                  </a:lnTo>
                  <a:lnTo>
                    <a:pt x="1371124" y="469868"/>
                  </a:lnTo>
                  <a:lnTo>
                    <a:pt x="1371600" y="470249"/>
                  </a:lnTo>
                  <a:lnTo>
                    <a:pt x="1371981" y="470535"/>
                  </a:lnTo>
                  <a:lnTo>
                    <a:pt x="1372267" y="471106"/>
                  </a:lnTo>
                  <a:lnTo>
                    <a:pt x="1372553" y="472345"/>
                  </a:lnTo>
                  <a:lnTo>
                    <a:pt x="1372553" y="473678"/>
                  </a:lnTo>
                  <a:lnTo>
                    <a:pt x="1372172" y="476536"/>
                  </a:lnTo>
                  <a:lnTo>
                    <a:pt x="1371790" y="477488"/>
                  </a:lnTo>
                  <a:lnTo>
                    <a:pt x="1371409" y="477774"/>
                  </a:lnTo>
                  <a:lnTo>
                    <a:pt x="1370838" y="478060"/>
                  </a:lnTo>
                  <a:lnTo>
                    <a:pt x="1370266" y="478346"/>
                  </a:lnTo>
                  <a:lnTo>
                    <a:pt x="1369981" y="478727"/>
                  </a:lnTo>
                  <a:lnTo>
                    <a:pt x="1369886" y="479203"/>
                  </a:lnTo>
                  <a:lnTo>
                    <a:pt x="1369505" y="479584"/>
                  </a:lnTo>
                  <a:lnTo>
                    <a:pt x="1369028" y="479870"/>
                  </a:lnTo>
                  <a:lnTo>
                    <a:pt x="1368457" y="479965"/>
                  </a:lnTo>
                  <a:lnTo>
                    <a:pt x="1367599" y="480346"/>
                  </a:lnTo>
                  <a:lnTo>
                    <a:pt x="1367028" y="481298"/>
                  </a:lnTo>
                  <a:lnTo>
                    <a:pt x="1366075" y="483489"/>
                  </a:lnTo>
                  <a:lnTo>
                    <a:pt x="1365123" y="484537"/>
                  </a:lnTo>
                  <a:lnTo>
                    <a:pt x="1363885" y="485585"/>
                  </a:lnTo>
                  <a:lnTo>
                    <a:pt x="1362837" y="486728"/>
                  </a:lnTo>
                  <a:lnTo>
                    <a:pt x="1362456" y="487966"/>
                  </a:lnTo>
                  <a:lnTo>
                    <a:pt x="1362361" y="488537"/>
                  </a:lnTo>
                  <a:lnTo>
                    <a:pt x="1361884" y="489680"/>
                  </a:lnTo>
                  <a:lnTo>
                    <a:pt x="1361789" y="490347"/>
                  </a:lnTo>
                  <a:lnTo>
                    <a:pt x="1361789" y="490919"/>
                  </a:lnTo>
                  <a:lnTo>
                    <a:pt x="1362170" y="492443"/>
                  </a:lnTo>
                  <a:lnTo>
                    <a:pt x="1363218" y="494538"/>
                  </a:lnTo>
                  <a:lnTo>
                    <a:pt x="1374362" y="504539"/>
                  </a:lnTo>
                  <a:lnTo>
                    <a:pt x="1377315" y="507968"/>
                  </a:lnTo>
                  <a:lnTo>
                    <a:pt x="1378172" y="508445"/>
                  </a:lnTo>
                  <a:lnTo>
                    <a:pt x="1379411" y="508635"/>
                  </a:lnTo>
                  <a:lnTo>
                    <a:pt x="1381506" y="508635"/>
                  </a:lnTo>
                  <a:lnTo>
                    <a:pt x="1382268" y="509016"/>
                  </a:lnTo>
                  <a:lnTo>
                    <a:pt x="1382744" y="509969"/>
                  </a:lnTo>
                  <a:lnTo>
                    <a:pt x="1382554" y="510826"/>
                  </a:lnTo>
                  <a:lnTo>
                    <a:pt x="1382078" y="512064"/>
                  </a:lnTo>
                  <a:lnTo>
                    <a:pt x="1381792" y="513112"/>
                  </a:lnTo>
                  <a:lnTo>
                    <a:pt x="1382268" y="513588"/>
                  </a:lnTo>
                  <a:lnTo>
                    <a:pt x="1383125" y="513302"/>
                  </a:lnTo>
                  <a:lnTo>
                    <a:pt x="1383697" y="512921"/>
                  </a:lnTo>
                  <a:lnTo>
                    <a:pt x="1384364" y="512731"/>
                  </a:lnTo>
                  <a:lnTo>
                    <a:pt x="1385221" y="513302"/>
                  </a:lnTo>
                  <a:lnTo>
                    <a:pt x="1385888" y="514064"/>
                  </a:lnTo>
                  <a:lnTo>
                    <a:pt x="1386173" y="514636"/>
                  </a:lnTo>
                  <a:lnTo>
                    <a:pt x="1386268" y="515207"/>
                  </a:lnTo>
                  <a:lnTo>
                    <a:pt x="1386459" y="515684"/>
                  </a:lnTo>
                  <a:lnTo>
                    <a:pt x="1387221" y="516446"/>
                  </a:lnTo>
                  <a:lnTo>
                    <a:pt x="1387412" y="517017"/>
                  </a:lnTo>
                  <a:lnTo>
                    <a:pt x="1391412" y="518636"/>
                  </a:lnTo>
                  <a:lnTo>
                    <a:pt x="1397984" y="519779"/>
                  </a:lnTo>
                  <a:lnTo>
                    <a:pt x="1400080" y="520827"/>
                  </a:lnTo>
                  <a:lnTo>
                    <a:pt x="1401794" y="523304"/>
                  </a:lnTo>
                  <a:lnTo>
                    <a:pt x="1401223" y="527495"/>
                  </a:lnTo>
                  <a:lnTo>
                    <a:pt x="1399508" y="531114"/>
                  </a:lnTo>
                  <a:lnTo>
                    <a:pt x="1397794" y="531971"/>
                  </a:lnTo>
                  <a:lnTo>
                    <a:pt x="1398175" y="531495"/>
                  </a:lnTo>
                  <a:lnTo>
                    <a:pt x="1398365" y="530924"/>
                  </a:lnTo>
                  <a:lnTo>
                    <a:pt x="1398175" y="530543"/>
                  </a:lnTo>
                  <a:lnTo>
                    <a:pt x="1397508" y="530543"/>
                  </a:lnTo>
                  <a:lnTo>
                    <a:pt x="1396937" y="530828"/>
                  </a:lnTo>
                  <a:lnTo>
                    <a:pt x="1396746" y="531209"/>
                  </a:lnTo>
                  <a:lnTo>
                    <a:pt x="1396746" y="531686"/>
                  </a:lnTo>
                  <a:lnTo>
                    <a:pt x="1396556" y="533210"/>
                  </a:lnTo>
                  <a:lnTo>
                    <a:pt x="1396746" y="537305"/>
                  </a:lnTo>
                  <a:lnTo>
                    <a:pt x="1396556" y="539496"/>
                  </a:lnTo>
                  <a:lnTo>
                    <a:pt x="1396079" y="541687"/>
                  </a:lnTo>
                  <a:lnTo>
                    <a:pt x="1394936" y="544830"/>
                  </a:lnTo>
                  <a:lnTo>
                    <a:pt x="1393984" y="549021"/>
                  </a:lnTo>
                  <a:lnTo>
                    <a:pt x="1393793" y="551212"/>
                  </a:lnTo>
                  <a:lnTo>
                    <a:pt x="1394746" y="553403"/>
                  </a:lnTo>
                  <a:lnTo>
                    <a:pt x="1394936" y="553688"/>
                  </a:lnTo>
                  <a:lnTo>
                    <a:pt x="1395127" y="553688"/>
                  </a:lnTo>
                  <a:lnTo>
                    <a:pt x="1395317" y="553688"/>
                  </a:lnTo>
                  <a:lnTo>
                    <a:pt x="1395508" y="553784"/>
                  </a:lnTo>
                  <a:lnTo>
                    <a:pt x="1395793" y="554355"/>
                  </a:lnTo>
                  <a:lnTo>
                    <a:pt x="1398461" y="557975"/>
                  </a:lnTo>
                  <a:lnTo>
                    <a:pt x="1399127" y="558451"/>
                  </a:lnTo>
                  <a:lnTo>
                    <a:pt x="1402271" y="559689"/>
                  </a:lnTo>
                  <a:lnTo>
                    <a:pt x="1403032" y="559880"/>
                  </a:lnTo>
                  <a:lnTo>
                    <a:pt x="1403985" y="560261"/>
                  </a:lnTo>
                  <a:lnTo>
                    <a:pt x="1405509" y="562070"/>
                  </a:lnTo>
                  <a:lnTo>
                    <a:pt x="1406462" y="562737"/>
                  </a:lnTo>
                  <a:lnTo>
                    <a:pt x="1406938" y="562737"/>
                  </a:lnTo>
                  <a:lnTo>
                    <a:pt x="1407509" y="562547"/>
                  </a:lnTo>
                  <a:lnTo>
                    <a:pt x="1407986" y="562356"/>
                  </a:lnTo>
                  <a:lnTo>
                    <a:pt x="1408176" y="562166"/>
                  </a:lnTo>
                  <a:lnTo>
                    <a:pt x="1408366" y="561689"/>
                  </a:lnTo>
                  <a:lnTo>
                    <a:pt x="1408843" y="561689"/>
                  </a:lnTo>
                  <a:lnTo>
                    <a:pt x="1409795" y="561975"/>
                  </a:lnTo>
                  <a:lnTo>
                    <a:pt x="1411033" y="561785"/>
                  </a:lnTo>
                  <a:lnTo>
                    <a:pt x="1411891" y="561499"/>
                  </a:lnTo>
                  <a:lnTo>
                    <a:pt x="1412653" y="561499"/>
                  </a:lnTo>
                  <a:lnTo>
                    <a:pt x="1413605" y="561975"/>
                  </a:lnTo>
                  <a:lnTo>
                    <a:pt x="1415129" y="563023"/>
                  </a:lnTo>
                  <a:lnTo>
                    <a:pt x="1416082" y="563309"/>
                  </a:lnTo>
                  <a:lnTo>
                    <a:pt x="1421606" y="563785"/>
                  </a:lnTo>
                  <a:lnTo>
                    <a:pt x="1422654" y="563689"/>
                  </a:lnTo>
                  <a:lnTo>
                    <a:pt x="1424940" y="563213"/>
                  </a:lnTo>
                  <a:lnTo>
                    <a:pt x="1426083" y="563118"/>
                  </a:lnTo>
                  <a:lnTo>
                    <a:pt x="1426845" y="562832"/>
                  </a:lnTo>
                  <a:lnTo>
                    <a:pt x="1427893" y="561594"/>
                  </a:lnTo>
                  <a:lnTo>
                    <a:pt x="1428845" y="561308"/>
                  </a:lnTo>
                  <a:lnTo>
                    <a:pt x="1428845" y="560927"/>
                  </a:lnTo>
                  <a:lnTo>
                    <a:pt x="1427893" y="560642"/>
                  </a:lnTo>
                  <a:lnTo>
                    <a:pt x="1427702" y="560546"/>
                  </a:lnTo>
                  <a:lnTo>
                    <a:pt x="1426369" y="559308"/>
                  </a:lnTo>
                  <a:lnTo>
                    <a:pt x="1425131" y="557879"/>
                  </a:lnTo>
                  <a:lnTo>
                    <a:pt x="1424273" y="556070"/>
                  </a:lnTo>
                  <a:lnTo>
                    <a:pt x="1424083" y="553688"/>
                  </a:lnTo>
                  <a:lnTo>
                    <a:pt x="1424559" y="551688"/>
                  </a:lnTo>
                  <a:lnTo>
                    <a:pt x="1425512" y="549402"/>
                  </a:lnTo>
                  <a:lnTo>
                    <a:pt x="1426655" y="547306"/>
                  </a:lnTo>
                  <a:lnTo>
                    <a:pt x="1427702" y="546068"/>
                  </a:lnTo>
                  <a:lnTo>
                    <a:pt x="1428179" y="545973"/>
                  </a:lnTo>
                  <a:lnTo>
                    <a:pt x="1430083" y="545783"/>
                  </a:lnTo>
                  <a:lnTo>
                    <a:pt x="1430369" y="545592"/>
                  </a:lnTo>
                  <a:lnTo>
                    <a:pt x="1431322" y="544830"/>
                  </a:lnTo>
                  <a:lnTo>
                    <a:pt x="1432560" y="544544"/>
                  </a:lnTo>
                  <a:lnTo>
                    <a:pt x="1433036" y="544259"/>
                  </a:lnTo>
                  <a:lnTo>
                    <a:pt x="1433893" y="543592"/>
                  </a:lnTo>
                  <a:lnTo>
                    <a:pt x="1434274" y="543401"/>
                  </a:lnTo>
                  <a:lnTo>
                    <a:pt x="1434656" y="543306"/>
                  </a:lnTo>
                  <a:lnTo>
                    <a:pt x="1438084" y="543116"/>
                  </a:lnTo>
                  <a:lnTo>
                    <a:pt x="1440466" y="542639"/>
                  </a:lnTo>
                  <a:lnTo>
                    <a:pt x="1442656" y="541877"/>
                  </a:lnTo>
                  <a:lnTo>
                    <a:pt x="1444657" y="540734"/>
                  </a:lnTo>
                  <a:lnTo>
                    <a:pt x="1446371" y="541496"/>
                  </a:lnTo>
                  <a:lnTo>
                    <a:pt x="1448181" y="541687"/>
                  </a:lnTo>
                  <a:lnTo>
                    <a:pt x="1449991" y="541306"/>
                  </a:lnTo>
                  <a:lnTo>
                    <a:pt x="1451705" y="540163"/>
                  </a:lnTo>
                  <a:lnTo>
                    <a:pt x="1453610" y="539591"/>
                  </a:lnTo>
                  <a:lnTo>
                    <a:pt x="1455801" y="540163"/>
                  </a:lnTo>
                  <a:lnTo>
                    <a:pt x="1457325" y="541401"/>
                  </a:lnTo>
                  <a:lnTo>
                    <a:pt x="1457325" y="542735"/>
                  </a:lnTo>
                  <a:lnTo>
                    <a:pt x="1457992" y="543878"/>
                  </a:lnTo>
                  <a:lnTo>
                    <a:pt x="1458468" y="544068"/>
                  </a:lnTo>
                  <a:lnTo>
                    <a:pt x="1459135" y="543497"/>
                  </a:lnTo>
                  <a:lnTo>
                    <a:pt x="1458849" y="543211"/>
                  </a:lnTo>
                  <a:lnTo>
                    <a:pt x="1458754" y="542830"/>
                  </a:lnTo>
                  <a:lnTo>
                    <a:pt x="1458849" y="542544"/>
                  </a:lnTo>
                  <a:lnTo>
                    <a:pt x="1459421" y="542544"/>
                  </a:lnTo>
                  <a:lnTo>
                    <a:pt x="1460754" y="544163"/>
                  </a:lnTo>
                  <a:lnTo>
                    <a:pt x="1461325" y="544354"/>
                  </a:lnTo>
                  <a:lnTo>
                    <a:pt x="1461992" y="544259"/>
                  </a:lnTo>
                  <a:lnTo>
                    <a:pt x="1462564" y="543878"/>
                  </a:lnTo>
                  <a:lnTo>
                    <a:pt x="1462754" y="543306"/>
                  </a:lnTo>
                  <a:lnTo>
                    <a:pt x="1462754" y="542354"/>
                  </a:lnTo>
                  <a:lnTo>
                    <a:pt x="1462659" y="541972"/>
                  </a:lnTo>
                  <a:lnTo>
                    <a:pt x="1462373" y="541306"/>
                  </a:lnTo>
                  <a:lnTo>
                    <a:pt x="1462373" y="540925"/>
                  </a:lnTo>
                  <a:lnTo>
                    <a:pt x="1462564" y="540734"/>
                  </a:lnTo>
                  <a:lnTo>
                    <a:pt x="1462659" y="540544"/>
                  </a:lnTo>
                  <a:lnTo>
                    <a:pt x="1462468" y="540163"/>
                  </a:lnTo>
                  <a:lnTo>
                    <a:pt x="1462278" y="540068"/>
                  </a:lnTo>
                  <a:lnTo>
                    <a:pt x="1461611" y="540163"/>
                  </a:lnTo>
                  <a:lnTo>
                    <a:pt x="1461421" y="540163"/>
                  </a:lnTo>
                  <a:lnTo>
                    <a:pt x="1461040" y="539687"/>
                  </a:lnTo>
                  <a:lnTo>
                    <a:pt x="1460468" y="538639"/>
                  </a:lnTo>
                  <a:lnTo>
                    <a:pt x="1460182" y="538163"/>
                  </a:lnTo>
                  <a:lnTo>
                    <a:pt x="1457992" y="536162"/>
                  </a:lnTo>
                  <a:lnTo>
                    <a:pt x="1457420" y="535114"/>
                  </a:lnTo>
                  <a:lnTo>
                    <a:pt x="1458944" y="535305"/>
                  </a:lnTo>
                  <a:lnTo>
                    <a:pt x="1460182" y="536067"/>
                  </a:lnTo>
                  <a:lnTo>
                    <a:pt x="1462088" y="537972"/>
                  </a:lnTo>
                  <a:lnTo>
                    <a:pt x="1465707" y="540639"/>
                  </a:lnTo>
                  <a:lnTo>
                    <a:pt x="1466469" y="541592"/>
                  </a:lnTo>
                  <a:lnTo>
                    <a:pt x="1467136" y="540830"/>
                  </a:lnTo>
                  <a:lnTo>
                    <a:pt x="1467422" y="540068"/>
                  </a:lnTo>
                  <a:lnTo>
                    <a:pt x="1467803" y="539591"/>
                  </a:lnTo>
                  <a:lnTo>
                    <a:pt x="1468850" y="539401"/>
                  </a:lnTo>
                  <a:lnTo>
                    <a:pt x="1469612" y="539020"/>
                  </a:lnTo>
                  <a:lnTo>
                    <a:pt x="1469898" y="538067"/>
                  </a:lnTo>
                  <a:lnTo>
                    <a:pt x="1469803" y="535877"/>
                  </a:lnTo>
                  <a:lnTo>
                    <a:pt x="1469326" y="533686"/>
                  </a:lnTo>
                  <a:lnTo>
                    <a:pt x="1469231" y="532638"/>
                  </a:lnTo>
                  <a:lnTo>
                    <a:pt x="1469993" y="531019"/>
                  </a:lnTo>
                  <a:lnTo>
                    <a:pt x="1470089" y="530066"/>
                  </a:lnTo>
                  <a:lnTo>
                    <a:pt x="1469993" y="529019"/>
                  </a:lnTo>
                  <a:lnTo>
                    <a:pt x="1469231" y="525875"/>
                  </a:lnTo>
                  <a:lnTo>
                    <a:pt x="1468183" y="523589"/>
                  </a:lnTo>
                  <a:lnTo>
                    <a:pt x="1466755" y="521684"/>
                  </a:lnTo>
                  <a:lnTo>
                    <a:pt x="1464755" y="520827"/>
                  </a:lnTo>
                  <a:lnTo>
                    <a:pt x="1463040" y="521208"/>
                  </a:lnTo>
                  <a:lnTo>
                    <a:pt x="1463802" y="522542"/>
                  </a:lnTo>
                  <a:lnTo>
                    <a:pt x="1466564" y="525399"/>
                  </a:lnTo>
                  <a:lnTo>
                    <a:pt x="1465231" y="525875"/>
                  </a:lnTo>
                  <a:lnTo>
                    <a:pt x="1463231" y="525875"/>
                  </a:lnTo>
                  <a:lnTo>
                    <a:pt x="1461135" y="525494"/>
                  </a:lnTo>
                  <a:lnTo>
                    <a:pt x="1459706" y="524732"/>
                  </a:lnTo>
                  <a:lnTo>
                    <a:pt x="1459706" y="525113"/>
                  </a:lnTo>
                  <a:lnTo>
                    <a:pt x="1459611" y="525589"/>
                  </a:lnTo>
                  <a:lnTo>
                    <a:pt x="1459516" y="525971"/>
                  </a:lnTo>
                  <a:lnTo>
                    <a:pt x="1459325" y="526161"/>
                  </a:lnTo>
                  <a:lnTo>
                    <a:pt x="1458468" y="525971"/>
                  </a:lnTo>
                  <a:lnTo>
                    <a:pt x="1457801" y="525113"/>
                  </a:lnTo>
                  <a:lnTo>
                    <a:pt x="1457325" y="524066"/>
                  </a:lnTo>
                  <a:lnTo>
                    <a:pt x="1457134" y="523113"/>
                  </a:lnTo>
                  <a:lnTo>
                    <a:pt x="1457230" y="520922"/>
                  </a:lnTo>
                  <a:lnTo>
                    <a:pt x="1457134" y="519970"/>
                  </a:lnTo>
                  <a:lnTo>
                    <a:pt x="1456754" y="519113"/>
                  </a:lnTo>
                  <a:lnTo>
                    <a:pt x="1455991" y="518446"/>
                  </a:lnTo>
                  <a:lnTo>
                    <a:pt x="1454944" y="517970"/>
                  </a:lnTo>
                  <a:lnTo>
                    <a:pt x="1453801" y="517684"/>
                  </a:lnTo>
                  <a:lnTo>
                    <a:pt x="1451229" y="517493"/>
                  </a:lnTo>
                  <a:lnTo>
                    <a:pt x="1451134" y="517208"/>
                  </a:lnTo>
                  <a:lnTo>
                    <a:pt x="1451896" y="516827"/>
                  </a:lnTo>
                  <a:lnTo>
                    <a:pt x="1453039" y="516446"/>
                  </a:lnTo>
                  <a:lnTo>
                    <a:pt x="1454372" y="516350"/>
                  </a:lnTo>
                  <a:lnTo>
                    <a:pt x="1454944" y="516160"/>
                  </a:lnTo>
                  <a:lnTo>
                    <a:pt x="1455325" y="515303"/>
                  </a:lnTo>
                  <a:lnTo>
                    <a:pt x="1455706" y="515017"/>
                  </a:lnTo>
                  <a:lnTo>
                    <a:pt x="1456087" y="514731"/>
                  </a:lnTo>
                  <a:lnTo>
                    <a:pt x="1457230" y="514350"/>
                  </a:lnTo>
                  <a:lnTo>
                    <a:pt x="1457325" y="513779"/>
                  </a:lnTo>
                  <a:lnTo>
                    <a:pt x="1457039" y="513207"/>
                  </a:lnTo>
                  <a:lnTo>
                    <a:pt x="1456658" y="512826"/>
                  </a:lnTo>
                  <a:lnTo>
                    <a:pt x="1456182" y="512636"/>
                  </a:lnTo>
                  <a:lnTo>
                    <a:pt x="1455611" y="512540"/>
                  </a:lnTo>
                  <a:lnTo>
                    <a:pt x="1451991" y="512540"/>
                  </a:lnTo>
                  <a:lnTo>
                    <a:pt x="1450943" y="512350"/>
                  </a:lnTo>
                  <a:lnTo>
                    <a:pt x="1449896" y="511683"/>
                  </a:lnTo>
                  <a:lnTo>
                    <a:pt x="1446848" y="507492"/>
                  </a:lnTo>
                  <a:lnTo>
                    <a:pt x="1445895" y="505396"/>
                  </a:lnTo>
                  <a:lnTo>
                    <a:pt x="1445228" y="504635"/>
                  </a:lnTo>
                  <a:lnTo>
                    <a:pt x="1444085" y="504254"/>
                  </a:lnTo>
                  <a:lnTo>
                    <a:pt x="1441799" y="504444"/>
                  </a:lnTo>
                  <a:lnTo>
                    <a:pt x="1440656" y="504349"/>
                  </a:lnTo>
                  <a:lnTo>
                    <a:pt x="1439608" y="503872"/>
                  </a:lnTo>
                  <a:lnTo>
                    <a:pt x="1439037" y="503111"/>
                  </a:lnTo>
                  <a:lnTo>
                    <a:pt x="1438561" y="502253"/>
                  </a:lnTo>
                  <a:lnTo>
                    <a:pt x="1438084" y="501587"/>
                  </a:lnTo>
                  <a:lnTo>
                    <a:pt x="1437323" y="501301"/>
                  </a:lnTo>
                  <a:lnTo>
                    <a:pt x="1436180" y="501110"/>
                  </a:lnTo>
                  <a:lnTo>
                    <a:pt x="1435227" y="500634"/>
                  </a:lnTo>
                  <a:lnTo>
                    <a:pt x="1434465" y="499967"/>
                  </a:lnTo>
                  <a:lnTo>
                    <a:pt x="1433893" y="499205"/>
                  </a:lnTo>
                  <a:lnTo>
                    <a:pt x="1432846" y="497396"/>
                  </a:lnTo>
                  <a:lnTo>
                    <a:pt x="1432465" y="496253"/>
                  </a:lnTo>
                  <a:lnTo>
                    <a:pt x="1432560" y="495491"/>
                  </a:lnTo>
                  <a:lnTo>
                    <a:pt x="1433131" y="495205"/>
                  </a:lnTo>
                  <a:lnTo>
                    <a:pt x="1434370" y="494824"/>
                  </a:lnTo>
                  <a:lnTo>
                    <a:pt x="1434941" y="494633"/>
                  </a:lnTo>
                  <a:lnTo>
                    <a:pt x="1435513" y="494252"/>
                  </a:lnTo>
                  <a:lnTo>
                    <a:pt x="1435798" y="494062"/>
                  </a:lnTo>
                  <a:lnTo>
                    <a:pt x="1435989" y="493776"/>
                  </a:lnTo>
                  <a:lnTo>
                    <a:pt x="1436846" y="492157"/>
                  </a:lnTo>
                  <a:lnTo>
                    <a:pt x="1437227" y="491014"/>
                  </a:lnTo>
                  <a:lnTo>
                    <a:pt x="1437323" y="489966"/>
                  </a:lnTo>
                  <a:lnTo>
                    <a:pt x="1436846" y="489109"/>
                  </a:lnTo>
                  <a:lnTo>
                    <a:pt x="1436180" y="488537"/>
                  </a:lnTo>
                  <a:lnTo>
                    <a:pt x="1435608" y="487871"/>
                  </a:lnTo>
                  <a:lnTo>
                    <a:pt x="1435227" y="487109"/>
                  </a:lnTo>
                  <a:lnTo>
                    <a:pt x="1435132" y="486156"/>
                  </a:lnTo>
                  <a:lnTo>
                    <a:pt x="1435798" y="486442"/>
                  </a:lnTo>
                  <a:lnTo>
                    <a:pt x="1436180" y="486156"/>
                  </a:lnTo>
                  <a:lnTo>
                    <a:pt x="1436370" y="485680"/>
                  </a:lnTo>
                  <a:lnTo>
                    <a:pt x="1436465" y="485108"/>
                  </a:lnTo>
                  <a:lnTo>
                    <a:pt x="1437323" y="485585"/>
                  </a:lnTo>
                  <a:lnTo>
                    <a:pt x="1438180" y="485870"/>
                  </a:lnTo>
                  <a:lnTo>
                    <a:pt x="1438942" y="486251"/>
                  </a:lnTo>
                  <a:lnTo>
                    <a:pt x="1439418" y="487013"/>
                  </a:lnTo>
                  <a:lnTo>
                    <a:pt x="1439228" y="487204"/>
                  </a:lnTo>
                  <a:lnTo>
                    <a:pt x="1438942" y="487680"/>
                  </a:lnTo>
                  <a:lnTo>
                    <a:pt x="1439894" y="487775"/>
                  </a:lnTo>
                  <a:lnTo>
                    <a:pt x="1440751" y="488252"/>
                  </a:lnTo>
                  <a:lnTo>
                    <a:pt x="1441132" y="488918"/>
                  </a:lnTo>
                  <a:lnTo>
                    <a:pt x="1440751" y="489490"/>
                  </a:lnTo>
                  <a:lnTo>
                    <a:pt x="1441609" y="489585"/>
                  </a:lnTo>
                  <a:lnTo>
                    <a:pt x="1441895" y="488537"/>
                  </a:lnTo>
                  <a:lnTo>
                    <a:pt x="1441704" y="487109"/>
                  </a:lnTo>
                  <a:lnTo>
                    <a:pt x="1441323" y="486061"/>
                  </a:lnTo>
                  <a:lnTo>
                    <a:pt x="1440656" y="485585"/>
                  </a:lnTo>
                  <a:lnTo>
                    <a:pt x="1438370" y="484632"/>
                  </a:lnTo>
                  <a:lnTo>
                    <a:pt x="1437704" y="484442"/>
                  </a:lnTo>
                  <a:lnTo>
                    <a:pt x="1437323" y="482918"/>
                  </a:lnTo>
                  <a:lnTo>
                    <a:pt x="1438656" y="479965"/>
                  </a:lnTo>
                  <a:lnTo>
                    <a:pt x="1439608" y="478917"/>
                  </a:lnTo>
                  <a:lnTo>
                    <a:pt x="1440561" y="477869"/>
                  </a:lnTo>
                  <a:lnTo>
                    <a:pt x="1441895" y="478917"/>
                  </a:lnTo>
                  <a:lnTo>
                    <a:pt x="1442085" y="478727"/>
                  </a:lnTo>
                  <a:lnTo>
                    <a:pt x="1442275" y="478536"/>
                  </a:lnTo>
                  <a:lnTo>
                    <a:pt x="1442561" y="478441"/>
                  </a:lnTo>
                  <a:lnTo>
                    <a:pt x="1442942" y="478536"/>
                  </a:lnTo>
                  <a:lnTo>
                    <a:pt x="1443514" y="478917"/>
                  </a:lnTo>
                  <a:lnTo>
                    <a:pt x="1443799" y="479203"/>
                  </a:lnTo>
                  <a:lnTo>
                    <a:pt x="1443704" y="479298"/>
                  </a:lnTo>
                  <a:lnTo>
                    <a:pt x="1444371" y="479298"/>
                  </a:lnTo>
                  <a:lnTo>
                    <a:pt x="1444562" y="479108"/>
                  </a:lnTo>
                  <a:lnTo>
                    <a:pt x="1444562" y="478631"/>
                  </a:lnTo>
                  <a:lnTo>
                    <a:pt x="1444752" y="477774"/>
                  </a:lnTo>
                  <a:lnTo>
                    <a:pt x="1444752" y="477393"/>
                  </a:lnTo>
                  <a:lnTo>
                    <a:pt x="1444657" y="476631"/>
                  </a:lnTo>
                  <a:lnTo>
                    <a:pt x="1444752" y="476345"/>
                  </a:lnTo>
                  <a:lnTo>
                    <a:pt x="1445038" y="476060"/>
                  </a:lnTo>
                  <a:lnTo>
                    <a:pt x="1445895" y="475774"/>
                  </a:lnTo>
                  <a:lnTo>
                    <a:pt x="1446181" y="475583"/>
                  </a:lnTo>
                  <a:lnTo>
                    <a:pt x="1446562" y="474821"/>
                  </a:lnTo>
                  <a:lnTo>
                    <a:pt x="1446562" y="474250"/>
                  </a:lnTo>
                  <a:lnTo>
                    <a:pt x="1446276" y="474059"/>
                  </a:lnTo>
                  <a:lnTo>
                    <a:pt x="1445705" y="474536"/>
                  </a:lnTo>
                  <a:lnTo>
                    <a:pt x="1445133" y="474155"/>
                  </a:lnTo>
                  <a:lnTo>
                    <a:pt x="1444752" y="473678"/>
                  </a:lnTo>
                  <a:lnTo>
                    <a:pt x="1444466" y="473107"/>
                  </a:lnTo>
                  <a:lnTo>
                    <a:pt x="1444276" y="472345"/>
                  </a:lnTo>
                  <a:lnTo>
                    <a:pt x="1443704" y="472630"/>
                  </a:lnTo>
                  <a:lnTo>
                    <a:pt x="1443038" y="473107"/>
                  </a:lnTo>
                  <a:lnTo>
                    <a:pt x="1442371" y="473393"/>
                  </a:lnTo>
                  <a:lnTo>
                    <a:pt x="1441895" y="473297"/>
                  </a:lnTo>
                  <a:lnTo>
                    <a:pt x="1438084" y="469583"/>
                  </a:lnTo>
                  <a:lnTo>
                    <a:pt x="1436656" y="468725"/>
                  </a:lnTo>
                  <a:lnTo>
                    <a:pt x="1436275" y="468439"/>
                  </a:lnTo>
                  <a:lnTo>
                    <a:pt x="1435798" y="466439"/>
                  </a:lnTo>
                  <a:lnTo>
                    <a:pt x="1437037" y="464439"/>
                  </a:lnTo>
                  <a:lnTo>
                    <a:pt x="1437989" y="462439"/>
                  </a:lnTo>
                  <a:lnTo>
                    <a:pt x="1436656" y="460438"/>
                  </a:lnTo>
                  <a:lnTo>
                    <a:pt x="1435513" y="459962"/>
                  </a:lnTo>
                  <a:lnTo>
                    <a:pt x="1434370" y="459772"/>
                  </a:lnTo>
                  <a:lnTo>
                    <a:pt x="1432370" y="459772"/>
                  </a:lnTo>
                  <a:lnTo>
                    <a:pt x="1431607" y="459296"/>
                  </a:lnTo>
                  <a:lnTo>
                    <a:pt x="1431226" y="458248"/>
                  </a:lnTo>
                  <a:lnTo>
                    <a:pt x="1431036" y="457010"/>
                  </a:lnTo>
                  <a:lnTo>
                    <a:pt x="1430846" y="456152"/>
                  </a:lnTo>
                  <a:lnTo>
                    <a:pt x="1430464" y="455867"/>
                  </a:lnTo>
                  <a:lnTo>
                    <a:pt x="1429988" y="455771"/>
                  </a:lnTo>
                  <a:lnTo>
                    <a:pt x="1429607" y="455486"/>
                  </a:lnTo>
                  <a:lnTo>
                    <a:pt x="1429417" y="454914"/>
                  </a:lnTo>
                  <a:lnTo>
                    <a:pt x="1429226" y="454724"/>
                  </a:lnTo>
                  <a:lnTo>
                    <a:pt x="1428750" y="454533"/>
                  </a:lnTo>
                  <a:lnTo>
                    <a:pt x="1426750" y="454247"/>
                  </a:lnTo>
                  <a:lnTo>
                    <a:pt x="1425988" y="453866"/>
                  </a:lnTo>
                  <a:lnTo>
                    <a:pt x="1424749" y="452819"/>
                  </a:lnTo>
                  <a:lnTo>
                    <a:pt x="1422368" y="450152"/>
                  </a:lnTo>
                  <a:lnTo>
                    <a:pt x="1422273" y="449485"/>
                  </a:lnTo>
                  <a:lnTo>
                    <a:pt x="1422559" y="447104"/>
                  </a:lnTo>
                  <a:lnTo>
                    <a:pt x="1422559" y="446056"/>
                  </a:lnTo>
                  <a:lnTo>
                    <a:pt x="1422082" y="444913"/>
                  </a:lnTo>
                  <a:lnTo>
                    <a:pt x="1420463" y="442817"/>
                  </a:lnTo>
                  <a:lnTo>
                    <a:pt x="1419797" y="440912"/>
                  </a:lnTo>
                  <a:lnTo>
                    <a:pt x="1417891" y="438055"/>
                  </a:lnTo>
                  <a:lnTo>
                    <a:pt x="1415415" y="435483"/>
                  </a:lnTo>
                  <a:lnTo>
                    <a:pt x="1415034" y="434721"/>
                  </a:lnTo>
                  <a:lnTo>
                    <a:pt x="1414843" y="433769"/>
                  </a:lnTo>
                  <a:lnTo>
                    <a:pt x="1414463" y="432626"/>
                  </a:lnTo>
                  <a:lnTo>
                    <a:pt x="1413605" y="430625"/>
                  </a:lnTo>
                  <a:lnTo>
                    <a:pt x="1412272" y="428816"/>
                  </a:lnTo>
                  <a:lnTo>
                    <a:pt x="1409319" y="426434"/>
                  </a:lnTo>
                  <a:lnTo>
                    <a:pt x="1407890" y="424815"/>
                  </a:lnTo>
                  <a:lnTo>
                    <a:pt x="1405890" y="423196"/>
                  </a:lnTo>
                  <a:lnTo>
                    <a:pt x="1403699" y="423005"/>
                  </a:lnTo>
                  <a:lnTo>
                    <a:pt x="1401508" y="423101"/>
                  </a:lnTo>
                  <a:lnTo>
                    <a:pt x="1399223" y="422338"/>
                  </a:lnTo>
                  <a:lnTo>
                    <a:pt x="1398175" y="420814"/>
                  </a:lnTo>
                  <a:lnTo>
                    <a:pt x="1397127" y="416909"/>
                  </a:lnTo>
                  <a:lnTo>
                    <a:pt x="1395889" y="415480"/>
                  </a:lnTo>
                  <a:lnTo>
                    <a:pt x="1394841" y="415671"/>
                  </a:lnTo>
                  <a:lnTo>
                    <a:pt x="1394079" y="414909"/>
                  </a:lnTo>
                  <a:lnTo>
                    <a:pt x="1393507" y="413861"/>
                  </a:lnTo>
                  <a:lnTo>
                    <a:pt x="1391888" y="412813"/>
                  </a:lnTo>
                  <a:lnTo>
                    <a:pt x="1390745" y="410051"/>
                  </a:lnTo>
                  <a:lnTo>
                    <a:pt x="1390079" y="409099"/>
                  </a:lnTo>
                  <a:lnTo>
                    <a:pt x="1389316" y="409480"/>
                  </a:lnTo>
                  <a:lnTo>
                    <a:pt x="1389031" y="410051"/>
                  </a:lnTo>
                  <a:lnTo>
                    <a:pt x="1388840" y="410813"/>
                  </a:lnTo>
                  <a:lnTo>
                    <a:pt x="1388555" y="411575"/>
                  </a:lnTo>
                  <a:lnTo>
                    <a:pt x="1388269" y="412052"/>
                  </a:lnTo>
                  <a:lnTo>
                    <a:pt x="1387888" y="412528"/>
                  </a:lnTo>
                  <a:lnTo>
                    <a:pt x="1387412" y="413004"/>
                  </a:lnTo>
                  <a:lnTo>
                    <a:pt x="1386840" y="413385"/>
                  </a:lnTo>
                  <a:lnTo>
                    <a:pt x="1386840" y="411004"/>
                  </a:lnTo>
                  <a:lnTo>
                    <a:pt x="1386745" y="410528"/>
                  </a:lnTo>
                  <a:lnTo>
                    <a:pt x="1386268" y="410051"/>
                  </a:lnTo>
                  <a:lnTo>
                    <a:pt x="1386173" y="409575"/>
                  </a:lnTo>
                  <a:lnTo>
                    <a:pt x="1386364" y="408432"/>
                  </a:lnTo>
                  <a:lnTo>
                    <a:pt x="1386840" y="407289"/>
                  </a:lnTo>
                  <a:lnTo>
                    <a:pt x="1387126" y="406241"/>
                  </a:lnTo>
                  <a:lnTo>
                    <a:pt x="1386840" y="405384"/>
                  </a:lnTo>
                  <a:lnTo>
                    <a:pt x="1384935" y="405765"/>
                  </a:lnTo>
                  <a:lnTo>
                    <a:pt x="1384554" y="404146"/>
                  </a:lnTo>
                  <a:lnTo>
                    <a:pt x="1385411" y="402336"/>
                  </a:lnTo>
                  <a:lnTo>
                    <a:pt x="1387316" y="402146"/>
                  </a:lnTo>
                  <a:lnTo>
                    <a:pt x="1387697" y="402527"/>
                  </a:lnTo>
                  <a:lnTo>
                    <a:pt x="1388269" y="403384"/>
                  </a:lnTo>
                  <a:lnTo>
                    <a:pt x="1388650" y="403574"/>
                  </a:lnTo>
                  <a:lnTo>
                    <a:pt x="1391031" y="403574"/>
                  </a:lnTo>
                  <a:lnTo>
                    <a:pt x="1392364" y="403955"/>
                  </a:lnTo>
                  <a:lnTo>
                    <a:pt x="1392555" y="404622"/>
                  </a:lnTo>
                  <a:lnTo>
                    <a:pt x="1392555" y="405479"/>
                  </a:lnTo>
                  <a:lnTo>
                    <a:pt x="1393126" y="406527"/>
                  </a:lnTo>
                  <a:lnTo>
                    <a:pt x="1394936" y="407099"/>
                  </a:lnTo>
                  <a:lnTo>
                    <a:pt x="1395127" y="407194"/>
                  </a:lnTo>
                  <a:lnTo>
                    <a:pt x="1395603" y="407384"/>
                  </a:lnTo>
                  <a:lnTo>
                    <a:pt x="1395984" y="407765"/>
                  </a:lnTo>
                  <a:lnTo>
                    <a:pt x="1396937" y="409099"/>
                  </a:lnTo>
                  <a:lnTo>
                    <a:pt x="1397127" y="409480"/>
                  </a:lnTo>
                  <a:lnTo>
                    <a:pt x="1397413" y="409861"/>
                  </a:lnTo>
                  <a:lnTo>
                    <a:pt x="1398080" y="410146"/>
                  </a:lnTo>
                  <a:lnTo>
                    <a:pt x="1398556" y="410242"/>
                  </a:lnTo>
                  <a:lnTo>
                    <a:pt x="1401985" y="410051"/>
                  </a:lnTo>
                  <a:lnTo>
                    <a:pt x="1403699" y="409670"/>
                  </a:lnTo>
                  <a:lnTo>
                    <a:pt x="1405318" y="409004"/>
                  </a:lnTo>
                  <a:lnTo>
                    <a:pt x="1406652" y="407956"/>
                  </a:lnTo>
                  <a:lnTo>
                    <a:pt x="1407795" y="406527"/>
                  </a:lnTo>
                  <a:lnTo>
                    <a:pt x="1408652" y="405098"/>
                  </a:lnTo>
                  <a:lnTo>
                    <a:pt x="1409986" y="401860"/>
                  </a:lnTo>
                  <a:lnTo>
                    <a:pt x="1410462" y="399955"/>
                  </a:lnTo>
                  <a:lnTo>
                    <a:pt x="1410938" y="399002"/>
                  </a:lnTo>
                  <a:lnTo>
                    <a:pt x="1411605" y="398621"/>
                  </a:lnTo>
                  <a:lnTo>
                    <a:pt x="1412081" y="398526"/>
                  </a:lnTo>
                  <a:lnTo>
                    <a:pt x="1412653" y="398240"/>
                  </a:lnTo>
                  <a:lnTo>
                    <a:pt x="1413510" y="397669"/>
                  </a:lnTo>
                  <a:lnTo>
                    <a:pt x="1413986" y="397574"/>
                  </a:lnTo>
                  <a:lnTo>
                    <a:pt x="1414272" y="396621"/>
                  </a:lnTo>
                  <a:lnTo>
                    <a:pt x="1416367" y="396907"/>
                  </a:lnTo>
                  <a:lnTo>
                    <a:pt x="1417320" y="396812"/>
                  </a:lnTo>
                  <a:lnTo>
                    <a:pt x="1418558" y="396240"/>
                  </a:lnTo>
                  <a:lnTo>
                    <a:pt x="1419130" y="396335"/>
                  </a:lnTo>
                  <a:lnTo>
                    <a:pt x="1420082" y="395859"/>
                  </a:lnTo>
                  <a:lnTo>
                    <a:pt x="1421797" y="394811"/>
                  </a:lnTo>
                  <a:lnTo>
                    <a:pt x="1422082" y="394526"/>
                  </a:lnTo>
                  <a:lnTo>
                    <a:pt x="1422273" y="394240"/>
                  </a:lnTo>
                  <a:lnTo>
                    <a:pt x="1422559" y="393954"/>
                  </a:lnTo>
                  <a:lnTo>
                    <a:pt x="1422940" y="393763"/>
                  </a:lnTo>
                  <a:lnTo>
                    <a:pt x="1423511" y="393763"/>
                  </a:lnTo>
                  <a:lnTo>
                    <a:pt x="1424464" y="394049"/>
                  </a:lnTo>
                  <a:lnTo>
                    <a:pt x="1424940" y="394145"/>
                  </a:lnTo>
                  <a:lnTo>
                    <a:pt x="1425988" y="393954"/>
                  </a:lnTo>
                  <a:lnTo>
                    <a:pt x="1428083" y="392906"/>
                  </a:lnTo>
                  <a:lnTo>
                    <a:pt x="1429131" y="392716"/>
                  </a:lnTo>
                  <a:lnTo>
                    <a:pt x="1429988" y="393002"/>
                  </a:lnTo>
                  <a:lnTo>
                    <a:pt x="1430655" y="393478"/>
                  </a:lnTo>
                  <a:lnTo>
                    <a:pt x="1431322" y="393668"/>
                  </a:lnTo>
                  <a:lnTo>
                    <a:pt x="1432179" y="393192"/>
                  </a:lnTo>
                  <a:lnTo>
                    <a:pt x="1433893" y="391668"/>
                  </a:lnTo>
                  <a:lnTo>
                    <a:pt x="1437799" y="389096"/>
                  </a:lnTo>
                  <a:lnTo>
                    <a:pt x="1441132" y="387477"/>
                  </a:lnTo>
                  <a:lnTo>
                    <a:pt x="1441799" y="386715"/>
                  </a:lnTo>
                  <a:lnTo>
                    <a:pt x="1443038" y="385001"/>
                  </a:lnTo>
                  <a:lnTo>
                    <a:pt x="1446848" y="381571"/>
                  </a:lnTo>
                  <a:lnTo>
                    <a:pt x="1447133" y="381286"/>
                  </a:lnTo>
                  <a:lnTo>
                    <a:pt x="1447800" y="380143"/>
                  </a:lnTo>
                  <a:lnTo>
                    <a:pt x="1447990" y="379667"/>
                  </a:lnTo>
                  <a:lnTo>
                    <a:pt x="1448181" y="379190"/>
                  </a:lnTo>
                  <a:lnTo>
                    <a:pt x="1448657" y="378809"/>
                  </a:lnTo>
                  <a:lnTo>
                    <a:pt x="1449610" y="378238"/>
                  </a:lnTo>
                  <a:lnTo>
                    <a:pt x="1451896" y="374999"/>
                  </a:lnTo>
                  <a:lnTo>
                    <a:pt x="1452753" y="374142"/>
                  </a:lnTo>
                  <a:lnTo>
                    <a:pt x="1454753" y="373189"/>
                  </a:lnTo>
                  <a:lnTo>
                    <a:pt x="1455420" y="372523"/>
                  </a:lnTo>
                  <a:lnTo>
                    <a:pt x="1455896" y="370046"/>
                  </a:lnTo>
                  <a:lnTo>
                    <a:pt x="1456563" y="369189"/>
                  </a:lnTo>
                  <a:lnTo>
                    <a:pt x="1458087" y="368046"/>
                  </a:lnTo>
                  <a:lnTo>
                    <a:pt x="1458658" y="367855"/>
                  </a:lnTo>
                  <a:lnTo>
                    <a:pt x="1459230" y="367760"/>
                  </a:lnTo>
                  <a:lnTo>
                    <a:pt x="1459706" y="367475"/>
                  </a:lnTo>
                  <a:lnTo>
                    <a:pt x="1459897" y="366808"/>
                  </a:lnTo>
                  <a:lnTo>
                    <a:pt x="1459897" y="366331"/>
                  </a:lnTo>
                  <a:lnTo>
                    <a:pt x="1459992" y="365855"/>
                  </a:lnTo>
                  <a:lnTo>
                    <a:pt x="1460182" y="365379"/>
                  </a:lnTo>
                  <a:lnTo>
                    <a:pt x="1460468" y="364998"/>
                  </a:lnTo>
                  <a:lnTo>
                    <a:pt x="1461802" y="363474"/>
                  </a:lnTo>
                  <a:lnTo>
                    <a:pt x="1462278" y="362712"/>
                  </a:lnTo>
                  <a:lnTo>
                    <a:pt x="1464469" y="357664"/>
                  </a:lnTo>
                  <a:lnTo>
                    <a:pt x="1465898" y="356330"/>
                  </a:lnTo>
                  <a:lnTo>
                    <a:pt x="1467898" y="356806"/>
                  </a:lnTo>
                  <a:lnTo>
                    <a:pt x="1470089" y="356330"/>
                  </a:lnTo>
                  <a:lnTo>
                    <a:pt x="1474946" y="356045"/>
                  </a:lnTo>
                  <a:lnTo>
                    <a:pt x="1476565" y="355378"/>
                  </a:lnTo>
                  <a:lnTo>
                    <a:pt x="1477708" y="355378"/>
                  </a:lnTo>
                  <a:lnTo>
                    <a:pt x="1479614" y="352996"/>
                  </a:lnTo>
                  <a:lnTo>
                    <a:pt x="1480852" y="353378"/>
                  </a:lnTo>
                  <a:lnTo>
                    <a:pt x="1481995" y="354425"/>
                  </a:lnTo>
                  <a:lnTo>
                    <a:pt x="1482566" y="354997"/>
                  </a:lnTo>
                  <a:lnTo>
                    <a:pt x="1482852" y="355759"/>
                  </a:lnTo>
                  <a:lnTo>
                    <a:pt x="1482757" y="356330"/>
                  </a:lnTo>
                  <a:lnTo>
                    <a:pt x="1482376" y="357664"/>
                  </a:lnTo>
                  <a:lnTo>
                    <a:pt x="1482471" y="358330"/>
                  </a:lnTo>
                  <a:lnTo>
                    <a:pt x="1484948" y="360140"/>
                  </a:lnTo>
                  <a:lnTo>
                    <a:pt x="1485233" y="360521"/>
                  </a:lnTo>
                  <a:lnTo>
                    <a:pt x="1485709" y="360902"/>
                  </a:lnTo>
                  <a:lnTo>
                    <a:pt x="1487138" y="363093"/>
                  </a:lnTo>
                  <a:lnTo>
                    <a:pt x="1488757" y="364141"/>
                  </a:lnTo>
                  <a:lnTo>
                    <a:pt x="1490948" y="364522"/>
                  </a:lnTo>
                  <a:lnTo>
                    <a:pt x="1493139" y="363950"/>
                  </a:lnTo>
                  <a:lnTo>
                    <a:pt x="1494758" y="362045"/>
                  </a:lnTo>
                  <a:lnTo>
                    <a:pt x="1495139" y="360997"/>
                  </a:lnTo>
                  <a:lnTo>
                    <a:pt x="1495711" y="356330"/>
                  </a:lnTo>
                  <a:lnTo>
                    <a:pt x="1496187" y="355568"/>
                  </a:lnTo>
                  <a:lnTo>
                    <a:pt x="1497616" y="354139"/>
                  </a:lnTo>
                  <a:lnTo>
                    <a:pt x="1497997" y="353092"/>
                  </a:lnTo>
                  <a:lnTo>
                    <a:pt x="1497806" y="350996"/>
                  </a:lnTo>
                  <a:lnTo>
                    <a:pt x="1498568" y="349187"/>
                  </a:lnTo>
                  <a:lnTo>
                    <a:pt x="1497711" y="347758"/>
                  </a:lnTo>
                  <a:lnTo>
                    <a:pt x="1497997" y="346710"/>
                  </a:lnTo>
                  <a:lnTo>
                    <a:pt x="1497425" y="346805"/>
                  </a:lnTo>
                  <a:lnTo>
                    <a:pt x="1496949" y="346710"/>
                  </a:lnTo>
                  <a:lnTo>
                    <a:pt x="1496663" y="346424"/>
                  </a:lnTo>
                  <a:lnTo>
                    <a:pt x="1496568" y="345948"/>
                  </a:lnTo>
                  <a:lnTo>
                    <a:pt x="1496473" y="345662"/>
                  </a:lnTo>
                  <a:lnTo>
                    <a:pt x="1495997" y="345186"/>
                  </a:lnTo>
                  <a:lnTo>
                    <a:pt x="1495901" y="344900"/>
                  </a:lnTo>
                  <a:lnTo>
                    <a:pt x="1495997" y="344710"/>
                  </a:lnTo>
                  <a:lnTo>
                    <a:pt x="1496568" y="344043"/>
                  </a:lnTo>
                  <a:lnTo>
                    <a:pt x="1495806" y="343376"/>
                  </a:lnTo>
                  <a:lnTo>
                    <a:pt x="1492567" y="342233"/>
                  </a:lnTo>
                  <a:lnTo>
                    <a:pt x="1488948" y="340328"/>
                  </a:lnTo>
                  <a:lnTo>
                    <a:pt x="1487138" y="339662"/>
                  </a:lnTo>
                  <a:lnTo>
                    <a:pt x="1478471" y="338900"/>
                  </a:lnTo>
                  <a:lnTo>
                    <a:pt x="1477708" y="338995"/>
                  </a:lnTo>
                  <a:lnTo>
                    <a:pt x="1477137" y="339376"/>
                  </a:lnTo>
                  <a:lnTo>
                    <a:pt x="1476470" y="340614"/>
                  </a:lnTo>
                  <a:lnTo>
                    <a:pt x="1475804" y="341090"/>
                  </a:lnTo>
                  <a:lnTo>
                    <a:pt x="1475137" y="341376"/>
                  </a:lnTo>
                  <a:lnTo>
                    <a:pt x="1474184" y="341567"/>
                  </a:lnTo>
                  <a:lnTo>
                    <a:pt x="1473232" y="341567"/>
                  </a:lnTo>
                  <a:lnTo>
                    <a:pt x="1472660" y="341186"/>
                  </a:lnTo>
                  <a:lnTo>
                    <a:pt x="1471517" y="341471"/>
                  </a:lnTo>
                  <a:lnTo>
                    <a:pt x="1466850" y="341757"/>
                  </a:lnTo>
                  <a:lnTo>
                    <a:pt x="1466755" y="342043"/>
                  </a:lnTo>
                  <a:lnTo>
                    <a:pt x="1466469" y="342233"/>
                  </a:lnTo>
                  <a:lnTo>
                    <a:pt x="1466088" y="342329"/>
                  </a:lnTo>
                  <a:lnTo>
                    <a:pt x="1465231" y="341852"/>
                  </a:lnTo>
                  <a:lnTo>
                    <a:pt x="1464945" y="342043"/>
                  </a:lnTo>
                  <a:lnTo>
                    <a:pt x="1464659" y="342424"/>
                  </a:lnTo>
                  <a:lnTo>
                    <a:pt x="1464373" y="342710"/>
                  </a:lnTo>
                  <a:lnTo>
                    <a:pt x="1462849" y="343662"/>
                  </a:lnTo>
                  <a:lnTo>
                    <a:pt x="1462088" y="343853"/>
                  </a:lnTo>
                  <a:lnTo>
                    <a:pt x="1461421" y="343376"/>
                  </a:lnTo>
                  <a:lnTo>
                    <a:pt x="1460468" y="343757"/>
                  </a:lnTo>
                  <a:lnTo>
                    <a:pt x="1460373" y="344234"/>
                  </a:lnTo>
                  <a:lnTo>
                    <a:pt x="1460849" y="344805"/>
                  </a:lnTo>
                  <a:lnTo>
                    <a:pt x="1461421" y="345186"/>
                  </a:lnTo>
                  <a:lnTo>
                    <a:pt x="1462183" y="345567"/>
                  </a:lnTo>
                  <a:lnTo>
                    <a:pt x="1462945" y="345758"/>
                  </a:lnTo>
                  <a:lnTo>
                    <a:pt x="1467612" y="346043"/>
                  </a:lnTo>
                  <a:lnTo>
                    <a:pt x="1468374" y="346234"/>
                  </a:lnTo>
                  <a:lnTo>
                    <a:pt x="1468564" y="346424"/>
                  </a:lnTo>
                  <a:lnTo>
                    <a:pt x="1468946" y="347091"/>
                  </a:lnTo>
                  <a:lnTo>
                    <a:pt x="1469136" y="347281"/>
                  </a:lnTo>
                  <a:lnTo>
                    <a:pt x="1472470" y="348044"/>
                  </a:lnTo>
                  <a:lnTo>
                    <a:pt x="1472470" y="348425"/>
                  </a:lnTo>
                  <a:lnTo>
                    <a:pt x="1471708" y="349091"/>
                  </a:lnTo>
                  <a:lnTo>
                    <a:pt x="1470946" y="349568"/>
                  </a:lnTo>
                  <a:lnTo>
                    <a:pt x="1470089" y="349758"/>
                  </a:lnTo>
                  <a:lnTo>
                    <a:pt x="1463516" y="350330"/>
                  </a:lnTo>
                  <a:lnTo>
                    <a:pt x="1460945" y="351282"/>
                  </a:lnTo>
                  <a:lnTo>
                    <a:pt x="1459801" y="351377"/>
                  </a:lnTo>
                  <a:lnTo>
                    <a:pt x="1458849" y="350996"/>
                  </a:lnTo>
                  <a:lnTo>
                    <a:pt x="1457992" y="350520"/>
                  </a:lnTo>
                  <a:lnTo>
                    <a:pt x="1456563" y="350139"/>
                  </a:lnTo>
                  <a:lnTo>
                    <a:pt x="1455515" y="349377"/>
                  </a:lnTo>
                  <a:lnTo>
                    <a:pt x="1454848" y="349187"/>
                  </a:lnTo>
                  <a:lnTo>
                    <a:pt x="1454372" y="349282"/>
                  </a:lnTo>
                  <a:lnTo>
                    <a:pt x="1453991" y="349472"/>
                  </a:lnTo>
                  <a:lnTo>
                    <a:pt x="1453706" y="349758"/>
                  </a:lnTo>
                  <a:lnTo>
                    <a:pt x="1453420" y="349949"/>
                  </a:lnTo>
                  <a:lnTo>
                    <a:pt x="1451420" y="350139"/>
                  </a:lnTo>
                  <a:lnTo>
                    <a:pt x="1447800" y="349187"/>
                  </a:lnTo>
                  <a:lnTo>
                    <a:pt x="1445895" y="349187"/>
                  </a:lnTo>
                  <a:lnTo>
                    <a:pt x="1443704" y="349568"/>
                  </a:lnTo>
                  <a:lnTo>
                    <a:pt x="1433036" y="349949"/>
                  </a:lnTo>
                  <a:lnTo>
                    <a:pt x="1432274" y="350139"/>
                  </a:lnTo>
                  <a:lnTo>
                    <a:pt x="1430274" y="351663"/>
                  </a:lnTo>
                  <a:lnTo>
                    <a:pt x="1430464" y="352806"/>
                  </a:lnTo>
                  <a:lnTo>
                    <a:pt x="1430083" y="354521"/>
                  </a:lnTo>
                  <a:lnTo>
                    <a:pt x="1429512" y="356235"/>
                  </a:lnTo>
                  <a:lnTo>
                    <a:pt x="1428845" y="357378"/>
                  </a:lnTo>
                  <a:lnTo>
                    <a:pt x="1427607" y="358330"/>
                  </a:lnTo>
                  <a:lnTo>
                    <a:pt x="1426559" y="358330"/>
                  </a:lnTo>
                  <a:lnTo>
                    <a:pt x="1425512" y="357950"/>
                  </a:lnTo>
                  <a:lnTo>
                    <a:pt x="1424273" y="357664"/>
                  </a:lnTo>
                  <a:lnTo>
                    <a:pt x="1422940" y="357759"/>
                  </a:lnTo>
                  <a:lnTo>
                    <a:pt x="1421892" y="358045"/>
                  </a:lnTo>
                  <a:lnTo>
                    <a:pt x="1419987" y="359188"/>
                  </a:lnTo>
                  <a:lnTo>
                    <a:pt x="1417987" y="359855"/>
                  </a:lnTo>
                  <a:lnTo>
                    <a:pt x="1415891" y="359664"/>
                  </a:lnTo>
                  <a:lnTo>
                    <a:pt x="1413700" y="359093"/>
                  </a:lnTo>
                  <a:lnTo>
                    <a:pt x="1411319" y="358807"/>
                  </a:lnTo>
                  <a:lnTo>
                    <a:pt x="1406842" y="358807"/>
                  </a:lnTo>
                  <a:lnTo>
                    <a:pt x="1406462" y="358616"/>
                  </a:lnTo>
                  <a:lnTo>
                    <a:pt x="1406081" y="358140"/>
                  </a:lnTo>
                  <a:lnTo>
                    <a:pt x="1405604" y="357378"/>
                  </a:lnTo>
                  <a:lnTo>
                    <a:pt x="1404175" y="356235"/>
                  </a:lnTo>
                  <a:lnTo>
                    <a:pt x="1404080" y="355473"/>
                  </a:lnTo>
                  <a:lnTo>
                    <a:pt x="1404080" y="352330"/>
                  </a:lnTo>
                  <a:lnTo>
                    <a:pt x="1403795" y="352235"/>
                  </a:lnTo>
                  <a:lnTo>
                    <a:pt x="1403509" y="351949"/>
                  </a:lnTo>
                  <a:lnTo>
                    <a:pt x="1403128" y="351663"/>
                  </a:lnTo>
                  <a:lnTo>
                    <a:pt x="1402556" y="351568"/>
                  </a:lnTo>
                  <a:lnTo>
                    <a:pt x="1402080" y="351663"/>
                  </a:lnTo>
                  <a:lnTo>
                    <a:pt x="1400747" y="352044"/>
                  </a:lnTo>
                  <a:lnTo>
                    <a:pt x="1400365" y="352235"/>
                  </a:lnTo>
                  <a:lnTo>
                    <a:pt x="1400270" y="352711"/>
                  </a:lnTo>
                  <a:lnTo>
                    <a:pt x="1400270" y="353282"/>
                  </a:lnTo>
                  <a:lnTo>
                    <a:pt x="1400270" y="353759"/>
                  </a:lnTo>
                  <a:lnTo>
                    <a:pt x="1399889" y="353949"/>
                  </a:lnTo>
                  <a:lnTo>
                    <a:pt x="1397698" y="353949"/>
                  </a:lnTo>
                  <a:lnTo>
                    <a:pt x="1396651" y="354139"/>
                  </a:lnTo>
                  <a:lnTo>
                    <a:pt x="1395889" y="354616"/>
                  </a:lnTo>
                  <a:lnTo>
                    <a:pt x="1393317" y="356997"/>
                  </a:lnTo>
                  <a:lnTo>
                    <a:pt x="1392174" y="358426"/>
                  </a:lnTo>
                  <a:lnTo>
                    <a:pt x="1389221" y="362998"/>
                  </a:lnTo>
                  <a:lnTo>
                    <a:pt x="1386268" y="365474"/>
                  </a:lnTo>
                  <a:lnTo>
                    <a:pt x="1384840" y="367189"/>
                  </a:lnTo>
                  <a:lnTo>
                    <a:pt x="1384078" y="368903"/>
                  </a:lnTo>
                  <a:lnTo>
                    <a:pt x="1383506" y="369761"/>
                  </a:lnTo>
                  <a:lnTo>
                    <a:pt x="1382935" y="370142"/>
                  </a:lnTo>
                  <a:lnTo>
                    <a:pt x="1382173" y="370427"/>
                  </a:lnTo>
                  <a:lnTo>
                    <a:pt x="1381220" y="371189"/>
                  </a:lnTo>
                  <a:lnTo>
                    <a:pt x="1380363" y="372046"/>
                  </a:lnTo>
                  <a:lnTo>
                    <a:pt x="1379887" y="372618"/>
                  </a:lnTo>
                  <a:lnTo>
                    <a:pt x="1379506" y="373571"/>
                  </a:lnTo>
                  <a:lnTo>
                    <a:pt x="1378934" y="376047"/>
                  </a:lnTo>
                  <a:lnTo>
                    <a:pt x="1378744" y="378047"/>
                  </a:lnTo>
                  <a:lnTo>
                    <a:pt x="1378363" y="379000"/>
                  </a:lnTo>
                  <a:lnTo>
                    <a:pt x="1376458" y="381953"/>
                  </a:lnTo>
                  <a:lnTo>
                    <a:pt x="1375124" y="383286"/>
                  </a:lnTo>
                  <a:lnTo>
                    <a:pt x="1373410" y="384048"/>
                  </a:lnTo>
                  <a:lnTo>
                    <a:pt x="1371314" y="383762"/>
                  </a:lnTo>
                  <a:lnTo>
                    <a:pt x="1370743" y="383381"/>
                  </a:lnTo>
                  <a:lnTo>
                    <a:pt x="1369505" y="382238"/>
                  </a:lnTo>
                  <a:lnTo>
                    <a:pt x="1368933" y="381953"/>
                  </a:lnTo>
                  <a:lnTo>
                    <a:pt x="1368362" y="381953"/>
                  </a:lnTo>
                  <a:lnTo>
                    <a:pt x="1367409" y="382238"/>
                  </a:lnTo>
                  <a:lnTo>
                    <a:pt x="1363789" y="382714"/>
                  </a:lnTo>
                  <a:lnTo>
                    <a:pt x="1362647" y="382714"/>
                  </a:lnTo>
                  <a:lnTo>
                    <a:pt x="1361408" y="382429"/>
                  </a:lnTo>
                  <a:lnTo>
                    <a:pt x="1360741" y="382143"/>
                  </a:lnTo>
                  <a:lnTo>
                    <a:pt x="1360456" y="381762"/>
                  </a:lnTo>
                  <a:lnTo>
                    <a:pt x="1360741" y="380047"/>
                  </a:lnTo>
                  <a:lnTo>
                    <a:pt x="1360646" y="379762"/>
                  </a:lnTo>
                  <a:lnTo>
                    <a:pt x="1359313" y="379857"/>
                  </a:lnTo>
                  <a:lnTo>
                    <a:pt x="1355789" y="380810"/>
                  </a:lnTo>
                  <a:lnTo>
                    <a:pt x="1355789" y="381191"/>
                  </a:lnTo>
                  <a:lnTo>
                    <a:pt x="1352550" y="382619"/>
                  </a:lnTo>
                  <a:lnTo>
                    <a:pt x="1351788" y="382143"/>
                  </a:lnTo>
                  <a:lnTo>
                    <a:pt x="1351121" y="381095"/>
                  </a:lnTo>
                  <a:lnTo>
                    <a:pt x="1350645" y="379857"/>
                  </a:lnTo>
                  <a:lnTo>
                    <a:pt x="1350169" y="377762"/>
                  </a:lnTo>
                  <a:lnTo>
                    <a:pt x="1349597" y="376714"/>
                  </a:lnTo>
                  <a:lnTo>
                    <a:pt x="1347121" y="373952"/>
                  </a:lnTo>
                  <a:lnTo>
                    <a:pt x="1346740" y="373285"/>
                  </a:lnTo>
                  <a:lnTo>
                    <a:pt x="1346835" y="372523"/>
                  </a:lnTo>
                  <a:lnTo>
                    <a:pt x="1347216" y="371189"/>
                  </a:lnTo>
                  <a:lnTo>
                    <a:pt x="1347311" y="370522"/>
                  </a:lnTo>
                  <a:lnTo>
                    <a:pt x="1347311" y="370046"/>
                  </a:lnTo>
                  <a:lnTo>
                    <a:pt x="1347406" y="369665"/>
                  </a:lnTo>
                  <a:lnTo>
                    <a:pt x="1347788" y="369189"/>
                  </a:lnTo>
                  <a:lnTo>
                    <a:pt x="1347978" y="368713"/>
                  </a:lnTo>
                  <a:lnTo>
                    <a:pt x="1347883" y="368046"/>
                  </a:lnTo>
                  <a:lnTo>
                    <a:pt x="1347692" y="367475"/>
                  </a:lnTo>
                  <a:lnTo>
                    <a:pt x="1344263" y="362521"/>
                  </a:lnTo>
                  <a:lnTo>
                    <a:pt x="1343787" y="361283"/>
                  </a:lnTo>
                  <a:lnTo>
                    <a:pt x="1343406" y="360712"/>
                  </a:lnTo>
                  <a:lnTo>
                    <a:pt x="1342739" y="360426"/>
                  </a:lnTo>
                  <a:lnTo>
                    <a:pt x="1341501" y="360331"/>
                  </a:lnTo>
                  <a:lnTo>
                    <a:pt x="1340930" y="360140"/>
                  </a:lnTo>
                  <a:lnTo>
                    <a:pt x="1340453" y="359855"/>
                  </a:lnTo>
                  <a:lnTo>
                    <a:pt x="1339787" y="358807"/>
                  </a:lnTo>
                  <a:lnTo>
                    <a:pt x="1339310" y="357759"/>
                  </a:lnTo>
                  <a:lnTo>
                    <a:pt x="1338643" y="356997"/>
                  </a:lnTo>
                  <a:lnTo>
                    <a:pt x="1337310" y="356806"/>
                  </a:lnTo>
                  <a:lnTo>
                    <a:pt x="1336357" y="357283"/>
                  </a:lnTo>
                  <a:lnTo>
                    <a:pt x="1335214" y="358140"/>
                  </a:lnTo>
                  <a:lnTo>
                    <a:pt x="1334072" y="358712"/>
                  </a:lnTo>
                  <a:lnTo>
                    <a:pt x="1332833" y="358330"/>
                  </a:lnTo>
                  <a:lnTo>
                    <a:pt x="1330357" y="356616"/>
                  </a:lnTo>
                  <a:lnTo>
                    <a:pt x="1329785" y="356045"/>
                  </a:lnTo>
                  <a:lnTo>
                    <a:pt x="1321594" y="343948"/>
                  </a:lnTo>
                  <a:lnTo>
                    <a:pt x="1320737" y="341662"/>
                  </a:lnTo>
                  <a:lnTo>
                    <a:pt x="1319879" y="336613"/>
                  </a:lnTo>
                  <a:lnTo>
                    <a:pt x="1319403" y="335375"/>
                  </a:lnTo>
                  <a:lnTo>
                    <a:pt x="1319308" y="334804"/>
                  </a:lnTo>
                  <a:lnTo>
                    <a:pt x="1319403" y="334232"/>
                  </a:lnTo>
                  <a:lnTo>
                    <a:pt x="1319879" y="333185"/>
                  </a:lnTo>
                  <a:lnTo>
                    <a:pt x="1319974" y="332613"/>
                  </a:lnTo>
                  <a:lnTo>
                    <a:pt x="1319593" y="331470"/>
                  </a:lnTo>
                  <a:lnTo>
                    <a:pt x="1318070" y="329660"/>
                  </a:lnTo>
                  <a:lnTo>
                    <a:pt x="1317689" y="328613"/>
                  </a:lnTo>
                  <a:lnTo>
                    <a:pt x="1316546" y="321850"/>
                  </a:lnTo>
                  <a:lnTo>
                    <a:pt x="1316546" y="320516"/>
                  </a:lnTo>
                  <a:lnTo>
                    <a:pt x="1316831" y="319659"/>
                  </a:lnTo>
                  <a:lnTo>
                    <a:pt x="1317403" y="318802"/>
                  </a:lnTo>
                  <a:lnTo>
                    <a:pt x="1317784" y="317659"/>
                  </a:lnTo>
                  <a:lnTo>
                    <a:pt x="1318070" y="315278"/>
                  </a:lnTo>
                  <a:lnTo>
                    <a:pt x="1317974" y="313944"/>
                  </a:lnTo>
                  <a:lnTo>
                    <a:pt x="1317974" y="313372"/>
                  </a:lnTo>
                  <a:lnTo>
                    <a:pt x="1318260" y="312896"/>
                  </a:lnTo>
                  <a:lnTo>
                    <a:pt x="1320070" y="311468"/>
                  </a:lnTo>
                  <a:lnTo>
                    <a:pt x="1320737" y="310515"/>
                  </a:lnTo>
                  <a:lnTo>
                    <a:pt x="1321213" y="309277"/>
                  </a:lnTo>
                  <a:lnTo>
                    <a:pt x="1321689" y="306896"/>
                  </a:lnTo>
                  <a:lnTo>
                    <a:pt x="1321880" y="304514"/>
                  </a:lnTo>
                  <a:lnTo>
                    <a:pt x="1322165" y="303467"/>
                  </a:lnTo>
                  <a:lnTo>
                    <a:pt x="1322927" y="302419"/>
                  </a:lnTo>
                  <a:lnTo>
                    <a:pt x="1323118" y="301943"/>
                  </a:lnTo>
                  <a:lnTo>
                    <a:pt x="1323499" y="300038"/>
                  </a:lnTo>
                  <a:lnTo>
                    <a:pt x="1323784" y="299466"/>
                  </a:lnTo>
                  <a:lnTo>
                    <a:pt x="1325118" y="297561"/>
                  </a:lnTo>
                  <a:lnTo>
                    <a:pt x="1328071" y="294227"/>
                  </a:lnTo>
                  <a:lnTo>
                    <a:pt x="1331119" y="289751"/>
                  </a:lnTo>
                  <a:lnTo>
                    <a:pt x="1333309" y="287369"/>
                  </a:lnTo>
                  <a:lnTo>
                    <a:pt x="1334643" y="286417"/>
                  </a:lnTo>
                  <a:lnTo>
                    <a:pt x="1335214" y="285941"/>
                  </a:lnTo>
                  <a:lnTo>
                    <a:pt x="1335786" y="285179"/>
                  </a:lnTo>
                  <a:lnTo>
                    <a:pt x="1336453" y="284512"/>
                  </a:lnTo>
                  <a:lnTo>
                    <a:pt x="1337310" y="284226"/>
                  </a:lnTo>
                  <a:lnTo>
                    <a:pt x="1338167" y="284036"/>
                  </a:lnTo>
                  <a:lnTo>
                    <a:pt x="1342263" y="282035"/>
                  </a:lnTo>
                  <a:lnTo>
                    <a:pt x="1343120" y="281750"/>
                  </a:lnTo>
                  <a:lnTo>
                    <a:pt x="1352455" y="281654"/>
                  </a:lnTo>
                  <a:lnTo>
                    <a:pt x="1353503" y="282035"/>
                  </a:lnTo>
                  <a:lnTo>
                    <a:pt x="1355122" y="283655"/>
                  </a:lnTo>
                  <a:lnTo>
                    <a:pt x="1356170" y="284226"/>
                  </a:lnTo>
                  <a:lnTo>
                    <a:pt x="1356646" y="284226"/>
                  </a:lnTo>
                  <a:lnTo>
                    <a:pt x="1357503" y="283940"/>
                  </a:lnTo>
                  <a:lnTo>
                    <a:pt x="1358074" y="283845"/>
                  </a:lnTo>
                  <a:lnTo>
                    <a:pt x="1358551" y="284036"/>
                  </a:lnTo>
                  <a:lnTo>
                    <a:pt x="1358837" y="284417"/>
                  </a:lnTo>
                  <a:lnTo>
                    <a:pt x="1359027" y="284797"/>
                  </a:lnTo>
                  <a:lnTo>
                    <a:pt x="1359217" y="284988"/>
                  </a:lnTo>
                  <a:lnTo>
                    <a:pt x="1360837" y="285274"/>
                  </a:lnTo>
                  <a:lnTo>
                    <a:pt x="1361218" y="285369"/>
                  </a:lnTo>
                  <a:lnTo>
                    <a:pt x="1361504" y="285655"/>
                  </a:lnTo>
                  <a:lnTo>
                    <a:pt x="1361789" y="286417"/>
                  </a:lnTo>
                  <a:lnTo>
                    <a:pt x="1361980" y="286798"/>
                  </a:lnTo>
                  <a:lnTo>
                    <a:pt x="1362837" y="287274"/>
                  </a:lnTo>
                  <a:lnTo>
                    <a:pt x="1363694" y="287369"/>
                  </a:lnTo>
                  <a:lnTo>
                    <a:pt x="1367028" y="286893"/>
                  </a:lnTo>
                  <a:lnTo>
                    <a:pt x="1368647" y="286131"/>
                  </a:lnTo>
                  <a:lnTo>
                    <a:pt x="1369600" y="286036"/>
                  </a:lnTo>
                  <a:lnTo>
                    <a:pt x="1370362" y="286417"/>
                  </a:lnTo>
                  <a:lnTo>
                    <a:pt x="1371790" y="287655"/>
                  </a:lnTo>
                  <a:lnTo>
                    <a:pt x="1372648" y="287941"/>
                  </a:lnTo>
                  <a:lnTo>
                    <a:pt x="1374553" y="288322"/>
                  </a:lnTo>
                  <a:lnTo>
                    <a:pt x="1375029" y="288322"/>
                  </a:lnTo>
                  <a:lnTo>
                    <a:pt x="1375600" y="288131"/>
                  </a:lnTo>
                  <a:lnTo>
                    <a:pt x="1375886" y="287846"/>
                  </a:lnTo>
                  <a:lnTo>
                    <a:pt x="1376458" y="286988"/>
                  </a:lnTo>
                  <a:lnTo>
                    <a:pt x="1377220" y="286226"/>
                  </a:lnTo>
                  <a:lnTo>
                    <a:pt x="1377982" y="285845"/>
                  </a:lnTo>
                  <a:lnTo>
                    <a:pt x="1378839" y="285655"/>
                  </a:lnTo>
                  <a:lnTo>
                    <a:pt x="1379887" y="285655"/>
                  </a:lnTo>
                  <a:lnTo>
                    <a:pt x="1380934" y="285464"/>
                  </a:lnTo>
                  <a:lnTo>
                    <a:pt x="1383030" y="284607"/>
                  </a:lnTo>
                  <a:lnTo>
                    <a:pt x="1384364" y="284607"/>
                  </a:lnTo>
                  <a:lnTo>
                    <a:pt x="1384935" y="284797"/>
                  </a:lnTo>
                  <a:lnTo>
                    <a:pt x="1386173" y="285560"/>
                  </a:lnTo>
                  <a:lnTo>
                    <a:pt x="1386745" y="285750"/>
                  </a:lnTo>
                  <a:lnTo>
                    <a:pt x="1387412" y="285655"/>
                  </a:lnTo>
                  <a:lnTo>
                    <a:pt x="1388459" y="285179"/>
                  </a:lnTo>
                  <a:lnTo>
                    <a:pt x="1390364" y="284893"/>
                  </a:lnTo>
                  <a:lnTo>
                    <a:pt x="1391222" y="284607"/>
                  </a:lnTo>
                  <a:lnTo>
                    <a:pt x="1391888" y="284607"/>
                  </a:lnTo>
                  <a:lnTo>
                    <a:pt x="1392746" y="285274"/>
                  </a:lnTo>
                  <a:lnTo>
                    <a:pt x="1393317" y="284988"/>
                  </a:lnTo>
                  <a:lnTo>
                    <a:pt x="1393889" y="284797"/>
                  </a:lnTo>
                  <a:lnTo>
                    <a:pt x="1394555" y="284702"/>
                  </a:lnTo>
                  <a:lnTo>
                    <a:pt x="1395413" y="284702"/>
                  </a:lnTo>
                  <a:lnTo>
                    <a:pt x="1396079" y="284512"/>
                  </a:lnTo>
                  <a:lnTo>
                    <a:pt x="1396365" y="283940"/>
                  </a:lnTo>
                  <a:lnTo>
                    <a:pt x="1396460" y="283274"/>
                  </a:lnTo>
                  <a:lnTo>
                    <a:pt x="1396651" y="282607"/>
                  </a:lnTo>
                  <a:lnTo>
                    <a:pt x="1397127" y="281940"/>
                  </a:lnTo>
                  <a:lnTo>
                    <a:pt x="1397508" y="281845"/>
                  </a:lnTo>
                  <a:lnTo>
                    <a:pt x="1397984" y="282130"/>
                  </a:lnTo>
                  <a:lnTo>
                    <a:pt x="1398651" y="282321"/>
                  </a:lnTo>
                  <a:lnTo>
                    <a:pt x="1399604" y="282321"/>
                  </a:lnTo>
                  <a:lnTo>
                    <a:pt x="1400270" y="282226"/>
                  </a:lnTo>
                  <a:lnTo>
                    <a:pt x="1400747" y="281940"/>
                  </a:lnTo>
                  <a:lnTo>
                    <a:pt x="1401032" y="281273"/>
                  </a:lnTo>
                  <a:lnTo>
                    <a:pt x="1401508" y="281845"/>
                  </a:lnTo>
                  <a:lnTo>
                    <a:pt x="1401794" y="282416"/>
                  </a:lnTo>
                  <a:lnTo>
                    <a:pt x="1402175" y="282893"/>
                  </a:lnTo>
                  <a:lnTo>
                    <a:pt x="1402842" y="283178"/>
                  </a:lnTo>
                  <a:lnTo>
                    <a:pt x="1403318" y="283178"/>
                  </a:lnTo>
                  <a:lnTo>
                    <a:pt x="1404938" y="282893"/>
                  </a:lnTo>
                  <a:lnTo>
                    <a:pt x="1405699" y="282893"/>
                  </a:lnTo>
                  <a:lnTo>
                    <a:pt x="1407033" y="283369"/>
                  </a:lnTo>
                  <a:lnTo>
                    <a:pt x="1407890" y="284131"/>
                  </a:lnTo>
                  <a:lnTo>
                    <a:pt x="1410367" y="287655"/>
                  </a:lnTo>
                  <a:lnTo>
                    <a:pt x="1410748" y="287941"/>
                  </a:lnTo>
                  <a:lnTo>
                    <a:pt x="1411510" y="288036"/>
                  </a:lnTo>
                  <a:lnTo>
                    <a:pt x="1413605" y="287655"/>
                  </a:lnTo>
                  <a:lnTo>
                    <a:pt x="1416367" y="287560"/>
                  </a:lnTo>
                  <a:lnTo>
                    <a:pt x="1421225" y="286893"/>
                  </a:lnTo>
                  <a:lnTo>
                    <a:pt x="1422273" y="286512"/>
                  </a:lnTo>
                  <a:lnTo>
                    <a:pt x="1423130" y="285369"/>
                  </a:lnTo>
                  <a:lnTo>
                    <a:pt x="1424083" y="285083"/>
                  </a:lnTo>
                  <a:lnTo>
                    <a:pt x="1427607" y="285179"/>
                  </a:lnTo>
                  <a:lnTo>
                    <a:pt x="1429703" y="285655"/>
                  </a:lnTo>
                  <a:lnTo>
                    <a:pt x="1430846" y="285750"/>
                  </a:lnTo>
                  <a:lnTo>
                    <a:pt x="1431226" y="285655"/>
                  </a:lnTo>
                  <a:lnTo>
                    <a:pt x="1432084" y="285179"/>
                  </a:lnTo>
                  <a:lnTo>
                    <a:pt x="1432560" y="284988"/>
                  </a:lnTo>
                  <a:lnTo>
                    <a:pt x="1433131" y="284893"/>
                  </a:lnTo>
                  <a:lnTo>
                    <a:pt x="1437132" y="284988"/>
                  </a:lnTo>
                  <a:lnTo>
                    <a:pt x="1437608" y="284893"/>
                  </a:lnTo>
                  <a:lnTo>
                    <a:pt x="1438656" y="284417"/>
                  </a:lnTo>
                  <a:lnTo>
                    <a:pt x="1439323" y="284321"/>
                  </a:lnTo>
                  <a:lnTo>
                    <a:pt x="1452086" y="284321"/>
                  </a:lnTo>
                  <a:lnTo>
                    <a:pt x="1452943" y="284417"/>
                  </a:lnTo>
                  <a:lnTo>
                    <a:pt x="1453706" y="284702"/>
                  </a:lnTo>
                  <a:lnTo>
                    <a:pt x="1454277" y="285179"/>
                  </a:lnTo>
                  <a:lnTo>
                    <a:pt x="1455039" y="285369"/>
                  </a:lnTo>
                  <a:lnTo>
                    <a:pt x="1455896" y="285464"/>
                  </a:lnTo>
                  <a:lnTo>
                    <a:pt x="1456658" y="285179"/>
                  </a:lnTo>
                  <a:lnTo>
                    <a:pt x="1456754" y="284512"/>
                  </a:lnTo>
                  <a:lnTo>
                    <a:pt x="1456468" y="282893"/>
                  </a:lnTo>
                  <a:lnTo>
                    <a:pt x="1457134" y="283274"/>
                  </a:lnTo>
                  <a:lnTo>
                    <a:pt x="1458182" y="284702"/>
                  </a:lnTo>
                  <a:lnTo>
                    <a:pt x="1458849" y="284988"/>
                  </a:lnTo>
                  <a:lnTo>
                    <a:pt x="1461135" y="285083"/>
                  </a:lnTo>
                  <a:lnTo>
                    <a:pt x="1465993" y="284512"/>
                  </a:lnTo>
                  <a:lnTo>
                    <a:pt x="1473708" y="284988"/>
                  </a:lnTo>
                  <a:lnTo>
                    <a:pt x="1476565" y="284512"/>
                  </a:lnTo>
                  <a:lnTo>
                    <a:pt x="1477708" y="284036"/>
                  </a:lnTo>
                  <a:lnTo>
                    <a:pt x="1478375" y="283274"/>
                  </a:lnTo>
                  <a:lnTo>
                    <a:pt x="1478756" y="283274"/>
                  </a:lnTo>
                  <a:lnTo>
                    <a:pt x="1479518" y="284417"/>
                  </a:lnTo>
                  <a:lnTo>
                    <a:pt x="1481804" y="286893"/>
                  </a:lnTo>
                  <a:lnTo>
                    <a:pt x="1483328" y="289274"/>
                  </a:lnTo>
                  <a:lnTo>
                    <a:pt x="1483423" y="289560"/>
                  </a:lnTo>
                  <a:lnTo>
                    <a:pt x="1483614" y="289751"/>
                  </a:lnTo>
                  <a:lnTo>
                    <a:pt x="1484662" y="289751"/>
                  </a:lnTo>
                  <a:lnTo>
                    <a:pt x="1484852" y="289941"/>
                  </a:lnTo>
                  <a:lnTo>
                    <a:pt x="1486186" y="291941"/>
                  </a:lnTo>
                  <a:lnTo>
                    <a:pt x="1486567" y="292322"/>
                  </a:lnTo>
                  <a:lnTo>
                    <a:pt x="1486853" y="292513"/>
                  </a:lnTo>
                  <a:lnTo>
                    <a:pt x="1487233" y="293275"/>
                  </a:lnTo>
                  <a:lnTo>
                    <a:pt x="1487424" y="293465"/>
                  </a:lnTo>
                  <a:lnTo>
                    <a:pt x="1487805" y="293561"/>
                  </a:lnTo>
                  <a:lnTo>
                    <a:pt x="1488472" y="293656"/>
                  </a:lnTo>
                  <a:lnTo>
                    <a:pt x="1490186" y="294322"/>
                  </a:lnTo>
                  <a:lnTo>
                    <a:pt x="1495330" y="294894"/>
                  </a:lnTo>
                  <a:lnTo>
                    <a:pt x="1496187" y="294799"/>
                  </a:lnTo>
                  <a:lnTo>
                    <a:pt x="1498187" y="294227"/>
                  </a:lnTo>
                  <a:lnTo>
                    <a:pt x="1499330" y="294132"/>
                  </a:lnTo>
                  <a:lnTo>
                    <a:pt x="1504855" y="294608"/>
                  </a:lnTo>
                  <a:lnTo>
                    <a:pt x="1505522" y="294894"/>
                  </a:lnTo>
                  <a:lnTo>
                    <a:pt x="1507236" y="296228"/>
                  </a:lnTo>
                  <a:lnTo>
                    <a:pt x="1507712" y="296513"/>
                  </a:lnTo>
                  <a:lnTo>
                    <a:pt x="1508093" y="296513"/>
                  </a:lnTo>
                  <a:lnTo>
                    <a:pt x="1508855" y="295751"/>
                  </a:lnTo>
                  <a:lnTo>
                    <a:pt x="1509331" y="295370"/>
                  </a:lnTo>
                  <a:lnTo>
                    <a:pt x="1511046" y="295085"/>
                  </a:lnTo>
                  <a:lnTo>
                    <a:pt x="1512856" y="294322"/>
                  </a:lnTo>
                  <a:lnTo>
                    <a:pt x="1513999" y="294227"/>
                  </a:lnTo>
                  <a:lnTo>
                    <a:pt x="1514665" y="294418"/>
                  </a:lnTo>
                  <a:lnTo>
                    <a:pt x="1515332" y="294704"/>
                  </a:lnTo>
                  <a:lnTo>
                    <a:pt x="1515904" y="294894"/>
                  </a:lnTo>
                  <a:lnTo>
                    <a:pt x="1516380" y="294799"/>
                  </a:lnTo>
                  <a:lnTo>
                    <a:pt x="1517237" y="294322"/>
                  </a:lnTo>
                  <a:lnTo>
                    <a:pt x="1518190" y="293942"/>
                  </a:lnTo>
                  <a:lnTo>
                    <a:pt x="1519999" y="294037"/>
                  </a:lnTo>
                  <a:lnTo>
                    <a:pt x="1520571" y="293942"/>
                  </a:lnTo>
                  <a:lnTo>
                    <a:pt x="1522762" y="293180"/>
                  </a:lnTo>
                  <a:lnTo>
                    <a:pt x="1523809" y="292989"/>
                  </a:lnTo>
                  <a:lnTo>
                    <a:pt x="1527239" y="292894"/>
                  </a:lnTo>
                  <a:lnTo>
                    <a:pt x="1527715" y="292799"/>
                  </a:lnTo>
                  <a:lnTo>
                    <a:pt x="1528667" y="292132"/>
                  </a:lnTo>
                  <a:lnTo>
                    <a:pt x="1529143" y="291846"/>
                  </a:lnTo>
                  <a:lnTo>
                    <a:pt x="1529524" y="291846"/>
                  </a:lnTo>
                  <a:lnTo>
                    <a:pt x="1530953" y="292227"/>
                  </a:lnTo>
                  <a:lnTo>
                    <a:pt x="1532477" y="290798"/>
                  </a:lnTo>
                  <a:lnTo>
                    <a:pt x="1533144" y="290417"/>
                  </a:lnTo>
                  <a:lnTo>
                    <a:pt x="1535335" y="291370"/>
                  </a:lnTo>
                  <a:lnTo>
                    <a:pt x="1537906" y="291179"/>
                  </a:lnTo>
                  <a:lnTo>
                    <a:pt x="1544288" y="289846"/>
                  </a:lnTo>
                  <a:lnTo>
                    <a:pt x="1545717" y="288608"/>
                  </a:lnTo>
                  <a:lnTo>
                    <a:pt x="1546955" y="288322"/>
                  </a:lnTo>
                  <a:lnTo>
                    <a:pt x="1548003" y="287941"/>
                  </a:lnTo>
                  <a:lnTo>
                    <a:pt x="1549146" y="287274"/>
                  </a:lnTo>
                  <a:lnTo>
                    <a:pt x="1550384" y="286798"/>
                  </a:lnTo>
                  <a:lnTo>
                    <a:pt x="1551813" y="287179"/>
                  </a:lnTo>
                  <a:lnTo>
                    <a:pt x="1552670" y="285369"/>
                  </a:lnTo>
                  <a:lnTo>
                    <a:pt x="1553337" y="284702"/>
                  </a:lnTo>
                  <a:lnTo>
                    <a:pt x="1554385" y="284321"/>
                  </a:lnTo>
                  <a:lnTo>
                    <a:pt x="1554385" y="283940"/>
                  </a:lnTo>
                  <a:lnTo>
                    <a:pt x="1553623" y="283464"/>
                  </a:lnTo>
                  <a:lnTo>
                    <a:pt x="1553813" y="282607"/>
                  </a:lnTo>
                  <a:lnTo>
                    <a:pt x="1555909" y="279845"/>
                  </a:lnTo>
                  <a:lnTo>
                    <a:pt x="1556099" y="279654"/>
                  </a:lnTo>
                  <a:lnTo>
                    <a:pt x="1556480" y="279559"/>
                  </a:lnTo>
                  <a:lnTo>
                    <a:pt x="1557623" y="279654"/>
                  </a:lnTo>
                  <a:lnTo>
                    <a:pt x="1557909" y="279463"/>
                  </a:lnTo>
                  <a:lnTo>
                    <a:pt x="1557909" y="278511"/>
                  </a:lnTo>
                  <a:lnTo>
                    <a:pt x="1557718" y="278130"/>
                  </a:lnTo>
                  <a:lnTo>
                    <a:pt x="1557338" y="277654"/>
                  </a:lnTo>
                  <a:lnTo>
                    <a:pt x="1557147" y="277178"/>
                  </a:lnTo>
                  <a:lnTo>
                    <a:pt x="1557338" y="276606"/>
                  </a:lnTo>
                  <a:lnTo>
                    <a:pt x="1557623" y="276130"/>
                  </a:lnTo>
                  <a:lnTo>
                    <a:pt x="1558099" y="275177"/>
                  </a:lnTo>
                  <a:lnTo>
                    <a:pt x="1560005" y="273558"/>
                  </a:lnTo>
                  <a:lnTo>
                    <a:pt x="1560671" y="272701"/>
                  </a:lnTo>
                  <a:lnTo>
                    <a:pt x="1560671" y="272320"/>
                  </a:lnTo>
                  <a:lnTo>
                    <a:pt x="1560671" y="271558"/>
                  </a:lnTo>
                  <a:lnTo>
                    <a:pt x="1560862" y="270891"/>
                  </a:lnTo>
                  <a:lnTo>
                    <a:pt x="1561624" y="269843"/>
                  </a:lnTo>
                  <a:lnTo>
                    <a:pt x="1562100" y="268414"/>
                  </a:lnTo>
                  <a:lnTo>
                    <a:pt x="1562862" y="267653"/>
                  </a:lnTo>
                  <a:lnTo>
                    <a:pt x="1564576" y="266319"/>
                  </a:lnTo>
                  <a:lnTo>
                    <a:pt x="1566386" y="264414"/>
                  </a:lnTo>
                  <a:lnTo>
                    <a:pt x="1567434" y="263652"/>
                  </a:lnTo>
                  <a:lnTo>
                    <a:pt x="1568767" y="263366"/>
                  </a:lnTo>
                  <a:lnTo>
                    <a:pt x="1569148" y="263080"/>
                  </a:lnTo>
                  <a:lnTo>
                    <a:pt x="1570006" y="261747"/>
                  </a:lnTo>
                  <a:lnTo>
                    <a:pt x="1570387" y="261271"/>
                  </a:lnTo>
                  <a:lnTo>
                    <a:pt x="1570863" y="260985"/>
                  </a:lnTo>
                  <a:lnTo>
                    <a:pt x="1572578" y="260509"/>
                  </a:lnTo>
                  <a:lnTo>
                    <a:pt x="1574482" y="259556"/>
                  </a:lnTo>
                  <a:lnTo>
                    <a:pt x="1574768" y="259175"/>
                  </a:lnTo>
                  <a:lnTo>
                    <a:pt x="1574864" y="258699"/>
                  </a:lnTo>
                  <a:lnTo>
                    <a:pt x="1575435" y="257366"/>
                  </a:lnTo>
                  <a:lnTo>
                    <a:pt x="1575721" y="256985"/>
                  </a:lnTo>
                  <a:lnTo>
                    <a:pt x="1577435" y="255270"/>
                  </a:lnTo>
                  <a:lnTo>
                    <a:pt x="1579150" y="253175"/>
                  </a:lnTo>
                  <a:lnTo>
                    <a:pt x="1581626" y="248888"/>
                  </a:lnTo>
                  <a:lnTo>
                    <a:pt x="1584960" y="239744"/>
                  </a:lnTo>
                  <a:lnTo>
                    <a:pt x="1586008" y="237839"/>
                  </a:lnTo>
                  <a:lnTo>
                    <a:pt x="1587532" y="235934"/>
                  </a:lnTo>
                  <a:lnTo>
                    <a:pt x="1589246" y="234982"/>
                  </a:lnTo>
                  <a:lnTo>
                    <a:pt x="1591532" y="234029"/>
                  </a:lnTo>
                  <a:lnTo>
                    <a:pt x="1593056" y="232696"/>
                  </a:lnTo>
                  <a:lnTo>
                    <a:pt x="1592580" y="230696"/>
                  </a:lnTo>
                  <a:lnTo>
                    <a:pt x="1591247" y="229648"/>
                  </a:lnTo>
                  <a:lnTo>
                    <a:pt x="1589818" y="228791"/>
                  </a:lnTo>
                  <a:lnTo>
                    <a:pt x="1588770" y="227552"/>
                  </a:lnTo>
                  <a:lnTo>
                    <a:pt x="1588675" y="225362"/>
                  </a:lnTo>
                  <a:lnTo>
                    <a:pt x="1589437" y="223266"/>
                  </a:lnTo>
                  <a:lnTo>
                    <a:pt x="1589151" y="222695"/>
                  </a:lnTo>
                  <a:lnTo>
                    <a:pt x="1587722" y="222504"/>
                  </a:lnTo>
                  <a:lnTo>
                    <a:pt x="1584198" y="222885"/>
                  </a:lnTo>
                  <a:lnTo>
                    <a:pt x="1583150" y="222885"/>
                  </a:lnTo>
                  <a:lnTo>
                    <a:pt x="1582198" y="222599"/>
                  </a:lnTo>
                  <a:lnTo>
                    <a:pt x="1581817" y="222028"/>
                  </a:lnTo>
                  <a:lnTo>
                    <a:pt x="1581817" y="219837"/>
                  </a:lnTo>
                  <a:lnTo>
                    <a:pt x="1581340" y="219266"/>
                  </a:lnTo>
                  <a:lnTo>
                    <a:pt x="1580293" y="219456"/>
                  </a:lnTo>
                  <a:lnTo>
                    <a:pt x="1579150" y="219932"/>
                  </a:lnTo>
                  <a:lnTo>
                    <a:pt x="1578578" y="220409"/>
                  </a:lnTo>
                  <a:lnTo>
                    <a:pt x="1578483" y="220885"/>
                  </a:lnTo>
                  <a:lnTo>
                    <a:pt x="1578578" y="222695"/>
                  </a:lnTo>
                  <a:lnTo>
                    <a:pt x="1578388" y="222885"/>
                  </a:lnTo>
                  <a:lnTo>
                    <a:pt x="1577435" y="222409"/>
                  </a:lnTo>
                  <a:lnTo>
                    <a:pt x="1577245" y="222599"/>
                  </a:lnTo>
                  <a:lnTo>
                    <a:pt x="1576768" y="223266"/>
                  </a:lnTo>
                  <a:lnTo>
                    <a:pt x="1571530" y="227267"/>
                  </a:lnTo>
                  <a:lnTo>
                    <a:pt x="1570958" y="228124"/>
                  </a:lnTo>
                  <a:lnTo>
                    <a:pt x="1570768" y="229362"/>
                  </a:lnTo>
                  <a:lnTo>
                    <a:pt x="1571149" y="230505"/>
                  </a:lnTo>
                  <a:lnTo>
                    <a:pt x="1571911" y="231458"/>
                  </a:lnTo>
                  <a:lnTo>
                    <a:pt x="1572292" y="232410"/>
                  </a:lnTo>
                  <a:lnTo>
                    <a:pt x="1571530" y="233458"/>
                  </a:lnTo>
                  <a:lnTo>
                    <a:pt x="1570482" y="233934"/>
                  </a:lnTo>
                  <a:lnTo>
                    <a:pt x="1568291" y="234220"/>
                  </a:lnTo>
                  <a:lnTo>
                    <a:pt x="1567339" y="234791"/>
                  </a:lnTo>
                  <a:lnTo>
                    <a:pt x="1566100" y="236315"/>
                  </a:lnTo>
                  <a:lnTo>
                    <a:pt x="1565339" y="236792"/>
                  </a:lnTo>
                  <a:lnTo>
                    <a:pt x="1564005" y="236982"/>
                  </a:lnTo>
                  <a:lnTo>
                    <a:pt x="1560290" y="236125"/>
                  </a:lnTo>
                  <a:lnTo>
                    <a:pt x="1559719" y="236506"/>
                  </a:lnTo>
                  <a:lnTo>
                    <a:pt x="1559338" y="237077"/>
                  </a:lnTo>
                  <a:lnTo>
                    <a:pt x="1556480" y="239173"/>
                  </a:lnTo>
                  <a:lnTo>
                    <a:pt x="1556004" y="240125"/>
                  </a:lnTo>
                  <a:lnTo>
                    <a:pt x="1555623" y="241554"/>
                  </a:lnTo>
                  <a:lnTo>
                    <a:pt x="1555718" y="242888"/>
                  </a:lnTo>
                  <a:lnTo>
                    <a:pt x="1556575" y="243459"/>
                  </a:lnTo>
                  <a:lnTo>
                    <a:pt x="1558671" y="243364"/>
                  </a:lnTo>
                  <a:lnTo>
                    <a:pt x="1559528" y="243650"/>
                  </a:lnTo>
                  <a:lnTo>
                    <a:pt x="1560005" y="244507"/>
                  </a:lnTo>
                  <a:lnTo>
                    <a:pt x="1560005" y="245554"/>
                  </a:lnTo>
                  <a:lnTo>
                    <a:pt x="1559528" y="246793"/>
                  </a:lnTo>
                  <a:lnTo>
                    <a:pt x="1558862" y="247745"/>
                  </a:lnTo>
                  <a:lnTo>
                    <a:pt x="1558099" y="248126"/>
                  </a:lnTo>
                  <a:lnTo>
                    <a:pt x="1557433" y="247936"/>
                  </a:lnTo>
                  <a:lnTo>
                    <a:pt x="1557052" y="247460"/>
                  </a:lnTo>
                  <a:lnTo>
                    <a:pt x="1556766" y="246983"/>
                  </a:lnTo>
                  <a:lnTo>
                    <a:pt x="1556385" y="246697"/>
                  </a:lnTo>
                  <a:lnTo>
                    <a:pt x="1555814" y="246793"/>
                  </a:lnTo>
                  <a:lnTo>
                    <a:pt x="1555432" y="247079"/>
                  </a:lnTo>
                  <a:lnTo>
                    <a:pt x="1555147" y="247460"/>
                  </a:lnTo>
                  <a:lnTo>
                    <a:pt x="1554671" y="247745"/>
                  </a:lnTo>
                  <a:lnTo>
                    <a:pt x="1553623" y="247936"/>
                  </a:lnTo>
                  <a:lnTo>
                    <a:pt x="1550098" y="247745"/>
                  </a:lnTo>
                  <a:lnTo>
                    <a:pt x="1549051" y="247841"/>
                  </a:lnTo>
                  <a:lnTo>
                    <a:pt x="1548098" y="248221"/>
                  </a:lnTo>
                  <a:lnTo>
                    <a:pt x="1547336" y="248698"/>
                  </a:lnTo>
                  <a:lnTo>
                    <a:pt x="1546765" y="249174"/>
                  </a:lnTo>
                  <a:lnTo>
                    <a:pt x="1545907" y="250603"/>
                  </a:lnTo>
                  <a:lnTo>
                    <a:pt x="1545050" y="254222"/>
                  </a:lnTo>
                  <a:lnTo>
                    <a:pt x="1544288" y="255937"/>
                  </a:lnTo>
                  <a:lnTo>
                    <a:pt x="1542955" y="256985"/>
                  </a:lnTo>
                  <a:lnTo>
                    <a:pt x="1539431" y="257937"/>
                  </a:lnTo>
                  <a:lnTo>
                    <a:pt x="1537716" y="258794"/>
                  </a:lnTo>
                  <a:lnTo>
                    <a:pt x="1536478" y="260128"/>
                  </a:lnTo>
                  <a:lnTo>
                    <a:pt x="1535716" y="260699"/>
                  </a:lnTo>
                  <a:lnTo>
                    <a:pt x="1534001" y="261080"/>
                  </a:lnTo>
                  <a:lnTo>
                    <a:pt x="1528096" y="263176"/>
                  </a:lnTo>
                  <a:lnTo>
                    <a:pt x="1527239" y="264128"/>
                  </a:lnTo>
                  <a:lnTo>
                    <a:pt x="1525143" y="264795"/>
                  </a:lnTo>
                  <a:lnTo>
                    <a:pt x="1524381" y="265271"/>
                  </a:lnTo>
                  <a:lnTo>
                    <a:pt x="1524953" y="265557"/>
                  </a:lnTo>
                  <a:lnTo>
                    <a:pt x="1525143" y="265938"/>
                  </a:lnTo>
                  <a:lnTo>
                    <a:pt x="1524953" y="266319"/>
                  </a:lnTo>
                  <a:lnTo>
                    <a:pt x="1524381" y="266700"/>
                  </a:lnTo>
                  <a:lnTo>
                    <a:pt x="1524000" y="266700"/>
                  </a:lnTo>
                  <a:lnTo>
                    <a:pt x="1522952" y="266319"/>
                  </a:lnTo>
                  <a:lnTo>
                    <a:pt x="1522476" y="266224"/>
                  </a:lnTo>
                  <a:lnTo>
                    <a:pt x="1518856" y="266605"/>
                  </a:lnTo>
                  <a:lnTo>
                    <a:pt x="1511427" y="265557"/>
                  </a:lnTo>
                  <a:lnTo>
                    <a:pt x="1510379" y="265176"/>
                  </a:lnTo>
                  <a:lnTo>
                    <a:pt x="1508284" y="264033"/>
                  </a:lnTo>
                  <a:lnTo>
                    <a:pt x="1507236" y="263747"/>
                  </a:lnTo>
                  <a:lnTo>
                    <a:pt x="1506379" y="263938"/>
                  </a:lnTo>
                  <a:lnTo>
                    <a:pt x="1504569" y="264700"/>
                  </a:lnTo>
                  <a:lnTo>
                    <a:pt x="1503902" y="264509"/>
                  </a:lnTo>
                  <a:lnTo>
                    <a:pt x="1502283" y="263652"/>
                  </a:lnTo>
                  <a:lnTo>
                    <a:pt x="1498378" y="262795"/>
                  </a:lnTo>
                  <a:lnTo>
                    <a:pt x="1496949" y="261842"/>
                  </a:lnTo>
                  <a:lnTo>
                    <a:pt x="1496282" y="262128"/>
                  </a:lnTo>
                  <a:lnTo>
                    <a:pt x="1495901" y="262033"/>
                  </a:lnTo>
                  <a:lnTo>
                    <a:pt x="1495615" y="261747"/>
                  </a:lnTo>
                  <a:lnTo>
                    <a:pt x="1495234" y="261556"/>
                  </a:lnTo>
                  <a:lnTo>
                    <a:pt x="1494473" y="261556"/>
                  </a:lnTo>
                  <a:lnTo>
                    <a:pt x="1493996" y="261747"/>
                  </a:lnTo>
                  <a:lnTo>
                    <a:pt x="1493615" y="262033"/>
                  </a:lnTo>
                  <a:lnTo>
                    <a:pt x="1493044" y="262223"/>
                  </a:lnTo>
                  <a:lnTo>
                    <a:pt x="1492472" y="262319"/>
                  </a:lnTo>
                  <a:lnTo>
                    <a:pt x="1491043" y="262319"/>
                  </a:lnTo>
                  <a:lnTo>
                    <a:pt x="1490472" y="262223"/>
                  </a:lnTo>
                  <a:lnTo>
                    <a:pt x="1489805" y="261842"/>
                  </a:lnTo>
                  <a:lnTo>
                    <a:pt x="1489615" y="261461"/>
                  </a:lnTo>
                  <a:lnTo>
                    <a:pt x="1489615" y="260985"/>
                  </a:lnTo>
                  <a:lnTo>
                    <a:pt x="1489329" y="260413"/>
                  </a:lnTo>
                  <a:lnTo>
                    <a:pt x="1488376" y="259842"/>
                  </a:lnTo>
                  <a:lnTo>
                    <a:pt x="1486853" y="260413"/>
                  </a:lnTo>
                  <a:lnTo>
                    <a:pt x="1485900" y="259937"/>
                  </a:lnTo>
                  <a:lnTo>
                    <a:pt x="1484757" y="259175"/>
                  </a:lnTo>
                  <a:lnTo>
                    <a:pt x="1484566" y="259842"/>
                  </a:lnTo>
                  <a:lnTo>
                    <a:pt x="1484757" y="260985"/>
                  </a:lnTo>
                  <a:lnTo>
                    <a:pt x="1484948" y="261556"/>
                  </a:lnTo>
                  <a:lnTo>
                    <a:pt x="1484186" y="261842"/>
                  </a:lnTo>
                  <a:lnTo>
                    <a:pt x="1481995" y="260985"/>
                  </a:lnTo>
                  <a:lnTo>
                    <a:pt x="1480852" y="261366"/>
                  </a:lnTo>
                  <a:lnTo>
                    <a:pt x="1480090" y="261461"/>
                  </a:lnTo>
                  <a:lnTo>
                    <a:pt x="1479995" y="261461"/>
                  </a:lnTo>
                  <a:lnTo>
                    <a:pt x="1478661" y="261176"/>
                  </a:lnTo>
                  <a:lnTo>
                    <a:pt x="1475137" y="259842"/>
                  </a:lnTo>
                  <a:lnTo>
                    <a:pt x="1474375" y="259747"/>
                  </a:lnTo>
                  <a:lnTo>
                    <a:pt x="1473137" y="259747"/>
                  </a:lnTo>
                  <a:lnTo>
                    <a:pt x="1472756" y="260033"/>
                  </a:lnTo>
                  <a:lnTo>
                    <a:pt x="1472660" y="260604"/>
                  </a:lnTo>
                  <a:lnTo>
                    <a:pt x="1472660" y="261556"/>
                  </a:lnTo>
                  <a:lnTo>
                    <a:pt x="1472470" y="261938"/>
                  </a:lnTo>
                  <a:lnTo>
                    <a:pt x="1471898" y="262414"/>
                  </a:lnTo>
                  <a:lnTo>
                    <a:pt x="1471613" y="262700"/>
                  </a:lnTo>
                  <a:lnTo>
                    <a:pt x="1470565" y="265176"/>
                  </a:lnTo>
                  <a:lnTo>
                    <a:pt x="1469993" y="265557"/>
                  </a:lnTo>
                  <a:lnTo>
                    <a:pt x="1469136" y="265747"/>
                  </a:lnTo>
                  <a:lnTo>
                    <a:pt x="1466945" y="267367"/>
                  </a:lnTo>
                  <a:lnTo>
                    <a:pt x="1465993" y="266986"/>
                  </a:lnTo>
                  <a:lnTo>
                    <a:pt x="1464659" y="265747"/>
                  </a:lnTo>
                  <a:lnTo>
                    <a:pt x="1463326" y="265367"/>
                  </a:lnTo>
                  <a:lnTo>
                    <a:pt x="1463231" y="264605"/>
                  </a:lnTo>
                  <a:lnTo>
                    <a:pt x="1462754" y="264414"/>
                  </a:lnTo>
                  <a:lnTo>
                    <a:pt x="1462088" y="264319"/>
                  </a:lnTo>
                  <a:lnTo>
                    <a:pt x="1461802" y="264033"/>
                  </a:lnTo>
                  <a:lnTo>
                    <a:pt x="1461611" y="263652"/>
                  </a:lnTo>
                  <a:lnTo>
                    <a:pt x="1461230" y="263271"/>
                  </a:lnTo>
                  <a:lnTo>
                    <a:pt x="1459230" y="262509"/>
                  </a:lnTo>
                  <a:lnTo>
                    <a:pt x="1458087" y="261938"/>
                  </a:lnTo>
                  <a:lnTo>
                    <a:pt x="1457611" y="261271"/>
                  </a:lnTo>
                  <a:lnTo>
                    <a:pt x="1457230" y="260413"/>
                  </a:lnTo>
                  <a:lnTo>
                    <a:pt x="1456277" y="259842"/>
                  </a:lnTo>
                  <a:lnTo>
                    <a:pt x="1455134" y="259461"/>
                  </a:lnTo>
                  <a:lnTo>
                    <a:pt x="1452086" y="259175"/>
                  </a:lnTo>
                  <a:lnTo>
                    <a:pt x="1449896" y="258699"/>
                  </a:lnTo>
                  <a:lnTo>
                    <a:pt x="1447895" y="257842"/>
                  </a:lnTo>
                  <a:lnTo>
                    <a:pt x="1446276" y="256508"/>
                  </a:lnTo>
                  <a:lnTo>
                    <a:pt x="1445609" y="256413"/>
                  </a:lnTo>
                  <a:lnTo>
                    <a:pt x="1443228" y="256985"/>
                  </a:lnTo>
                  <a:lnTo>
                    <a:pt x="1442180" y="257080"/>
                  </a:lnTo>
                  <a:lnTo>
                    <a:pt x="1439704" y="256318"/>
                  </a:lnTo>
                  <a:lnTo>
                    <a:pt x="1438942" y="256318"/>
                  </a:lnTo>
                  <a:lnTo>
                    <a:pt x="1438656" y="256508"/>
                  </a:lnTo>
                  <a:lnTo>
                    <a:pt x="1438180" y="256985"/>
                  </a:lnTo>
                  <a:lnTo>
                    <a:pt x="1437989" y="257080"/>
                  </a:lnTo>
                  <a:lnTo>
                    <a:pt x="1437704" y="256985"/>
                  </a:lnTo>
                  <a:lnTo>
                    <a:pt x="1437227" y="256699"/>
                  </a:lnTo>
                  <a:lnTo>
                    <a:pt x="1436941" y="256604"/>
                  </a:lnTo>
                  <a:lnTo>
                    <a:pt x="1436370" y="256699"/>
                  </a:lnTo>
                  <a:lnTo>
                    <a:pt x="1435322" y="256985"/>
                  </a:lnTo>
                  <a:lnTo>
                    <a:pt x="1434751" y="257080"/>
                  </a:lnTo>
                  <a:lnTo>
                    <a:pt x="1434084" y="256985"/>
                  </a:lnTo>
                  <a:lnTo>
                    <a:pt x="1432750" y="256222"/>
                  </a:lnTo>
                  <a:lnTo>
                    <a:pt x="1432370" y="256032"/>
                  </a:lnTo>
                  <a:lnTo>
                    <a:pt x="1431703" y="255842"/>
                  </a:lnTo>
                  <a:lnTo>
                    <a:pt x="1430179" y="255746"/>
                  </a:lnTo>
                  <a:lnTo>
                    <a:pt x="1426940" y="254508"/>
                  </a:lnTo>
                  <a:lnTo>
                    <a:pt x="1425702" y="254318"/>
                  </a:lnTo>
                  <a:lnTo>
                    <a:pt x="1424940" y="254603"/>
                  </a:lnTo>
                  <a:lnTo>
                    <a:pt x="1423797" y="255937"/>
                  </a:lnTo>
                  <a:lnTo>
                    <a:pt x="1423035" y="256413"/>
                  </a:lnTo>
                  <a:lnTo>
                    <a:pt x="1421892" y="256508"/>
                  </a:lnTo>
                  <a:lnTo>
                    <a:pt x="1420844" y="256127"/>
                  </a:lnTo>
                  <a:lnTo>
                    <a:pt x="1420082" y="255270"/>
                  </a:lnTo>
                  <a:lnTo>
                    <a:pt x="1419415" y="252889"/>
                  </a:lnTo>
                  <a:lnTo>
                    <a:pt x="1418558" y="252508"/>
                  </a:lnTo>
                  <a:lnTo>
                    <a:pt x="1403032" y="254413"/>
                  </a:lnTo>
                  <a:lnTo>
                    <a:pt x="1400747" y="254413"/>
                  </a:lnTo>
                  <a:lnTo>
                    <a:pt x="1398651" y="253841"/>
                  </a:lnTo>
                  <a:lnTo>
                    <a:pt x="1397698" y="253270"/>
                  </a:lnTo>
                  <a:lnTo>
                    <a:pt x="1395222" y="251270"/>
                  </a:lnTo>
                  <a:lnTo>
                    <a:pt x="1394746" y="250412"/>
                  </a:lnTo>
                  <a:lnTo>
                    <a:pt x="1394650" y="249936"/>
                  </a:lnTo>
                  <a:lnTo>
                    <a:pt x="1393698" y="248793"/>
                  </a:lnTo>
                  <a:lnTo>
                    <a:pt x="1393412" y="248221"/>
                  </a:lnTo>
                  <a:lnTo>
                    <a:pt x="1393412" y="247841"/>
                  </a:lnTo>
                  <a:lnTo>
                    <a:pt x="1393412" y="247460"/>
                  </a:lnTo>
                  <a:lnTo>
                    <a:pt x="1393317" y="246983"/>
                  </a:lnTo>
                  <a:lnTo>
                    <a:pt x="1393126" y="246507"/>
                  </a:lnTo>
                  <a:lnTo>
                    <a:pt x="1392746" y="245745"/>
                  </a:lnTo>
                  <a:lnTo>
                    <a:pt x="1392650" y="245364"/>
                  </a:lnTo>
                  <a:lnTo>
                    <a:pt x="1392936" y="245269"/>
                  </a:lnTo>
                  <a:lnTo>
                    <a:pt x="1394174" y="244888"/>
                  </a:lnTo>
                  <a:lnTo>
                    <a:pt x="1394555" y="244697"/>
                  </a:lnTo>
                  <a:lnTo>
                    <a:pt x="1394746" y="244221"/>
                  </a:lnTo>
                  <a:lnTo>
                    <a:pt x="1394746" y="243554"/>
                  </a:lnTo>
                  <a:lnTo>
                    <a:pt x="1394650" y="242888"/>
                  </a:lnTo>
                  <a:lnTo>
                    <a:pt x="1394365" y="242411"/>
                  </a:lnTo>
                  <a:lnTo>
                    <a:pt x="1393698" y="242126"/>
                  </a:lnTo>
                  <a:lnTo>
                    <a:pt x="1393222" y="242316"/>
                  </a:lnTo>
                  <a:lnTo>
                    <a:pt x="1392174" y="243269"/>
                  </a:lnTo>
                  <a:lnTo>
                    <a:pt x="1390936" y="244030"/>
                  </a:lnTo>
                  <a:lnTo>
                    <a:pt x="1389983" y="244316"/>
                  </a:lnTo>
                  <a:lnTo>
                    <a:pt x="1387602" y="244316"/>
                  </a:lnTo>
                  <a:lnTo>
                    <a:pt x="1386554" y="244507"/>
                  </a:lnTo>
                  <a:lnTo>
                    <a:pt x="1383792" y="245745"/>
                  </a:lnTo>
                  <a:lnTo>
                    <a:pt x="1379506" y="243554"/>
                  </a:lnTo>
                  <a:lnTo>
                    <a:pt x="1378267" y="241935"/>
                  </a:lnTo>
                  <a:lnTo>
                    <a:pt x="1376934" y="241363"/>
                  </a:lnTo>
                  <a:lnTo>
                    <a:pt x="1374172" y="240411"/>
                  </a:lnTo>
                  <a:lnTo>
                    <a:pt x="1373124" y="240697"/>
                  </a:lnTo>
                  <a:lnTo>
                    <a:pt x="1368171" y="239744"/>
                  </a:lnTo>
                  <a:lnTo>
                    <a:pt x="1367218" y="239839"/>
                  </a:lnTo>
                  <a:lnTo>
                    <a:pt x="1366647" y="240221"/>
                  </a:lnTo>
                  <a:lnTo>
                    <a:pt x="1365599" y="241363"/>
                  </a:lnTo>
                  <a:lnTo>
                    <a:pt x="1365028" y="241554"/>
                  </a:lnTo>
                  <a:lnTo>
                    <a:pt x="1364932" y="240887"/>
                  </a:lnTo>
                  <a:lnTo>
                    <a:pt x="1365123" y="239363"/>
                  </a:lnTo>
                  <a:lnTo>
                    <a:pt x="1363789" y="240602"/>
                  </a:lnTo>
                  <a:lnTo>
                    <a:pt x="1363313" y="240887"/>
                  </a:lnTo>
                  <a:lnTo>
                    <a:pt x="1362837" y="240887"/>
                  </a:lnTo>
                  <a:lnTo>
                    <a:pt x="1361694" y="240697"/>
                  </a:lnTo>
                  <a:lnTo>
                    <a:pt x="1361218" y="240792"/>
                  </a:lnTo>
                  <a:lnTo>
                    <a:pt x="1360551" y="241649"/>
                  </a:lnTo>
                  <a:lnTo>
                    <a:pt x="1360456" y="242602"/>
                  </a:lnTo>
                  <a:lnTo>
                    <a:pt x="1360837" y="244507"/>
                  </a:lnTo>
                  <a:lnTo>
                    <a:pt x="1360837" y="246602"/>
                  </a:lnTo>
                  <a:lnTo>
                    <a:pt x="1360741" y="247460"/>
                  </a:lnTo>
                  <a:lnTo>
                    <a:pt x="1360456" y="248603"/>
                  </a:lnTo>
                  <a:lnTo>
                    <a:pt x="1360265" y="248698"/>
                  </a:lnTo>
                  <a:lnTo>
                    <a:pt x="1359884" y="249174"/>
                  </a:lnTo>
                  <a:lnTo>
                    <a:pt x="1359503" y="249746"/>
                  </a:lnTo>
                  <a:lnTo>
                    <a:pt x="1359503" y="250031"/>
                  </a:lnTo>
                  <a:lnTo>
                    <a:pt x="1359313" y="250317"/>
                  </a:lnTo>
                  <a:lnTo>
                    <a:pt x="1359313" y="250888"/>
                  </a:lnTo>
                  <a:lnTo>
                    <a:pt x="1359598" y="254127"/>
                  </a:lnTo>
                  <a:lnTo>
                    <a:pt x="1359503" y="254984"/>
                  </a:lnTo>
                  <a:lnTo>
                    <a:pt x="1359027" y="255746"/>
                  </a:lnTo>
                  <a:lnTo>
                    <a:pt x="1358551" y="256032"/>
                  </a:lnTo>
                  <a:lnTo>
                    <a:pt x="1357503" y="256318"/>
                  </a:lnTo>
                  <a:lnTo>
                    <a:pt x="1357027" y="256604"/>
                  </a:lnTo>
                  <a:lnTo>
                    <a:pt x="1356646" y="257175"/>
                  </a:lnTo>
                  <a:lnTo>
                    <a:pt x="1356265" y="258318"/>
                  </a:lnTo>
                  <a:lnTo>
                    <a:pt x="1355979" y="258794"/>
                  </a:lnTo>
                  <a:lnTo>
                    <a:pt x="1355407" y="258985"/>
                  </a:lnTo>
                  <a:lnTo>
                    <a:pt x="1354741" y="258604"/>
                  </a:lnTo>
                  <a:lnTo>
                    <a:pt x="1354169" y="258128"/>
                  </a:lnTo>
                  <a:lnTo>
                    <a:pt x="1353693" y="257937"/>
                  </a:lnTo>
                  <a:lnTo>
                    <a:pt x="1353312" y="258128"/>
                  </a:lnTo>
                  <a:lnTo>
                    <a:pt x="1352169" y="259366"/>
                  </a:lnTo>
                  <a:lnTo>
                    <a:pt x="1349788" y="263080"/>
                  </a:lnTo>
                  <a:lnTo>
                    <a:pt x="1348931" y="265367"/>
                  </a:lnTo>
                  <a:lnTo>
                    <a:pt x="1349597" y="266605"/>
                  </a:lnTo>
                  <a:lnTo>
                    <a:pt x="1347978" y="268414"/>
                  </a:lnTo>
                  <a:lnTo>
                    <a:pt x="1347121" y="269177"/>
                  </a:lnTo>
                  <a:lnTo>
                    <a:pt x="1346549" y="269272"/>
                  </a:lnTo>
                  <a:lnTo>
                    <a:pt x="1345787" y="268414"/>
                  </a:lnTo>
                  <a:lnTo>
                    <a:pt x="1345121" y="267938"/>
                  </a:lnTo>
                  <a:lnTo>
                    <a:pt x="1344263" y="267748"/>
                  </a:lnTo>
                  <a:lnTo>
                    <a:pt x="1343025" y="267653"/>
                  </a:lnTo>
                  <a:lnTo>
                    <a:pt x="1342739" y="267843"/>
                  </a:lnTo>
                  <a:lnTo>
                    <a:pt x="1342454" y="268224"/>
                  </a:lnTo>
                  <a:lnTo>
                    <a:pt x="1342073" y="268414"/>
                  </a:lnTo>
                  <a:lnTo>
                    <a:pt x="1341215" y="268034"/>
                  </a:lnTo>
                  <a:lnTo>
                    <a:pt x="1339596" y="267653"/>
                  </a:lnTo>
                  <a:lnTo>
                    <a:pt x="1338548" y="267176"/>
                  </a:lnTo>
                  <a:lnTo>
                    <a:pt x="1337691" y="266510"/>
                  </a:lnTo>
                  <a:lnTo>
                    <a:pt x="1337024" y="265747"/>
                  </a:lnTo>
                  <a:lnTo>
                    <a:pt x="1336643" y="264795"/>
                  </a:lnTo>
                  <a:lnTo>
                    <a:pt x="1336357" y="264795"/>
                  </a:lnTo>
                  <a:lnTo>
                    <a:pt x="1335596" y="265367"/>
                  </a:lnTo>
                  <a:lnTo>
                    <a:pt x="1335310" y="264509"/>
                  </a:lnTo>
                  <a:lnTo>
                    <a:pt x="1335310" y="262128"/>
                  </a:lnTo>
                  <a:lnTo>
                    <a:pt x="1335691" y="259747"/>
                  </a:lnTo>
                  <a:lnTo>
                    <a:pt x="1335405" y="258699"/>
                  </a:lnTo>
                  <a:lnTo>
                    <a:pt x="1334262" y="258032"/>
                  </a:lnTo>
                  <a:lnTo>
                    <a:pt x="1332071" y="258128"/>
                  </a:lnTo>
                  <a:lnTo>
                    <a:pt x="1330928" y="259461"/>
                  </a:lnTo>
                  <a:lnTo>
                    <a:pt x="1330452" y="261366"/>
                  </a:lnTo>
                  <a:lnTo>
                    <a:pt x="1329881" y="266700"/>
                  </a:lnTo>
                  <a:lnTo>
                    <a:pt x="1329404" y="267557"/>
                  </a:lnTo>
                  <a:lnTo>
                    <a:pt x="1328356" y="268414"/>
                  </a:lnTo>
                  <a:lnTo>
                    <a:pt x="1327309" y="269081"/>
                  </a:lnTo>
                  <a:lnTo>
                    <a:pt x="1323880" y="270605"/>
                  </a:lnTo>
                  <a:lnTo>
                    <a:pt x="1323308" y="270796"/>
                  </a:lnTo>
                  <a:lnTo>
                    <a:pt x="1322641" y="270891"/>
                  </a:lnTo>
                  <a:lnTo>
                    <a:pt x="1321308" y="271177"/>
                  </a:lnTo>
                  <a:lnTo>
                    <a:pt x="1320832" y="271272"/>
                  </a:lnTo>
                  <a:lnTo>
                    <a:pt x="1319974" y="271748"/>
                  </a:lnTo>
                  <a:lnTo>
                    <a:pt x="1319403" y="272796"/>
                  </a:lnTo>
                  <a:lnTo>
                    <a:pt x="1319022" y="274130"/>
                  </a:lnTo>
                  <a:lnTo>
                    <a:pt x="1318927" y="275272"/>
                  </a:lnTo>
                  <a:lnTo>
                    <a:pt x="1319213" y="277273"/>
                  </a:lnTo>
                  <a:lnTo>
                    <a:pt x="1319784" y="279368"/>
                  </a:lnTo>
                  <a:lnTo>
                    <a:pt x="1320070" y="281369"/>
                  </a:lnTo>
                  <a:lnTo>
                    <a:pt x="1319403" y="283178"/>
                  </a:lnTo>
                  <a:lnTo>
                    <a:pt x="1318355" y="283750"/>
                  </a:lnTo>
                  <a:lnTo>
                    <a:pt x="1315879" y="283940"/>
                  </a:lnTo>
                  <a:lnTo>
                    <a:pt x="1314926" y="284321"/>
                  </a:lnTo>
                  <a:lnTo>
                    <a:pt x="1314355" y="284702"/>
                  </a:lnTo>
                  <a:lnTo>
                    <a:pt x="1313688" y="284988"/>
                  </a:lnTo>
                  <a:lnTo>
                    <a:pt x="1313021" y="285369"/>
                  </a:lnTo>
                  <a:lnTo>
                    <a:pt x="1312545" y="286036"/>
                  </a:lnTo>
                  <a:lnTo>
                    <a:pt x="1312355" y="286607"/>
                  </a:lnTo>
                  <a:lnTo>
                    <a:pt x="1312259" y="287655"/>
                  </a:lnTo>
                  <a:lnTo>
                    <a:pt x="1312164" y="288227"/>
                  </a:lnTo>
                  <a:lnTo>
                    <a:pt x="1311592" y="289274"/>
                  </a:lnTo>
                  <a:lnTo>
                    <a:pt x="1310259" y="291179"/>
                  </a:lnTo>
                  <a:lnTo>
                    <a:pt x="1309973" y="292322"/>
                  </a:lnTo>
                  <a:lnTo>
                    <a:pt x="1310259" y="293561"/>
                  </a:lnTo>
                  <a:lnTo>
                    <a:pt x="1310735" y="294418"/>
                  </a:lnTo>
                  <a:lnTo>
                    <a:pt x="1310831" y="295180"/>
                  </a:lnTo>
                  <a:lnTo>
                    <a:pt x="1309973" y="296037"/>
                  </a:lnTo>
                  <a:lnTo>
                    <a:pt x="1306830" y="297085"/>
                  </a:lnTo>
                  <a:lnTo>
                    <a:pt x="1306354" y="297656"/>
                  </a:lnTo>
                  <a:lnTo>
                    <a:pt x="1306354" y="298609"/>
                  </a:lnTo>
                  <a:lnTo>
                    <a:pt x="1306449" y="299276"/>
                  </a:lnTo>
                  <a:lnTo>
                    <a:pt x="1306735" y="299847"/>
                  </a:lnTo>
                  <a:lnTo>
                    <a:pt x="1310735" y="304610"/>
                  </a:lnTo>
                  <a:lnTo>
                    <a:pt x="1311688" y="306419"/>
                  </a:lnTo>
                  <a:lnTo>
                    <a:pt x="1311116" y="307753"/>
                  </a:lnTo>
                  <a:lnTo>
                    <a:pt x="1309973" y="312230"/>
                  </a:lnTo>
                  <a:lnTo>
                    <a:pt x="1309497" y="313277"/>
                  </a:lnTo>
                  <a:lnTo>
                    <a:pt x="1308735" y="314516"/>
                  </a:lnTo>
                  <a:lnTo>
                    <a:pt x="1308354" y="314801"/>
                  </a:lnTo>
                  <a:lnTo>
                    <a:pt x="1307878" y="314801"/>
                  </a:lnTo>
                  <a:lnTo>
                    <a:pt x="1306925" y="314611"/>
                  </a:lnTo>
                  <a:lnTo>
                    <a:pt x="1305878" y="314135"/>
                  </a:lnTo>
                  <a:lnTo>
                    <a:pt x="1305211" y="313468"/>
                  </a:lnTo>
                  <a:lnTo>
                    <a:pt x="1304068" y="311753"/>
                  </a:lnTo>
                  <a:lnTo>
                    <a:pt x="1302544" y="310039"/>
                  </a:lnTo>
                  <a:lnTo>
                    <a:pt x="1301591" y="309277"/>
                  </a:lnTo>
                  <a:lnTo>
                    <a:pt x="1300353" y="308610"/>
                  </a:lnTo>
                  <a:lnTo>
                    <a:pt x="1300163" y="308991"/>
                  </a:lnTo>
                  <a:lnTo>
                    <a:pt x="1300067" y="309372"/>
                  </a:lnTo>
                  <a:lnTo>
                    <a:pt x="1300067" y="309848"/>
                  </a:lnTo>
                  <a:lnTo>
                    <a:pt x="1300067" y="310420"/>
                  </a:lnTo>
                  <a:lnTo>
                    <a:pt x="1299591" y="310325"/>
                  </a:lnTo>
                  <a:lnTo>
                    <a:pt x="1299115" y="310134"/>
                  </a:lnTo>
                  <a:lnTo>
                    <a:pt x="1298257" y="309658"/>
                  </a:lnTo>
                  <a:lnTo>
                    <a:pt x="1297876" y="311182"/>
                  </a:lnTo>
                  <a:lnTo>
                    <a:pt x="1298448" y="312896"/>
                  </a:lnTo>
                  <a:lnTo>
                    <a:pt x="1299400" y="314420"/>
                  </a:lnTo>
                  <a:lnTo>
                    <a:pt x="1300353" y="315468"/>
                  </a:lnTo>
                  <a:lnTo>
                    <a:pt x="1301687" y="316230"/>
                  </a:lnTo>
                  <a:lnTo>
                    <a:pt x="1303306" y="316611"/>
                  </a:lnTo>
                  <a:lnTo>
                    <a:pt x="1305020" y="316516"/>
                  </a:lnTo>
                  <a:lnTo>
                    <a:pt x="1306544" y="315849"/>
                  </a:lnTo>
                  <a:lnTo>
                    <a:pt x="1306925" y="316706"/>
                  </a:lnTo>
                  <a:lnTo>
                    <a:pt x="1307306" y="318326"/>
                  </a:lnTo>
                  <a:lnTo>
                    <a:pt x="1307401" y="319850"/>
                  </a:lnTo>
                  <a:lnTo>
                    <a:pt x="1307116" y="320516"/>
                  </a:lnTo>
                  <a:lnTo>
                    <a:pt x="1306544" y="321183"/>
                  </a:lnTo>
                  <a:lnTo>
                    <a:pt x="1306068" y="322802"/>
                  </a:lnTo>
                  <a:lnTo>
                    <a:pt x="1304830" y="334899"/>
                  </a:lnTo>
                  <a:lnTo>
                    <a:pt x="1305020" y="335947"/>
                  </a:lnTo>
                  <a:lnTo>
                    <a:pt x="1305782" y="337661"/>
                  </a:lnTo>
                  <a:lnTo>
                    <a:pt x="1305973" y="338328"/>
                  </a:lnTo>
                  <a:lnTo>
                    <a:pt x="1306163" y="340138"/>
                  </a:lnTo>
                  <a:lnTo>
                    <a:pt x="1306639" y="342138"/>
                  </a:lnTo>
                  <a:lnTo>
                    <a:pt x="1307878" y="344519"/>
                  </a:lnTo>
                  <a:lnTo>
                    <a:pt x="1308068" y="345186"/>
                  </a:lnTo>
                  <a:lnTo>
                    <a:pt x="1308354" y="345662"/>
                  </a:lnTo>
                  <a:lnTo>
                    <a:pt x="1309592" y="346996"/>
                  </a:lnTo>
                  <a:lnTo>
                    <a:pt x="1309973" y="347758"/>
                  </a:lnTo>
                  <a:lnTo>
                    <a:pt x="1310068" y="348329"/>
                  </a:lnTo>
                  <a:lnTo>
                    <a:pt x="1309973" y="350139"/>
                  </a:lnTo>
                  <a:lnTo>
                    <a:pt x="1310068" y="350615"/>
                  </a:lnTo>
                  <a:lnTo>
                    <a:pt x="1310545" y="351377"/>
                  </a:lnTo>
                  <a:lnTo>
                    <a:pt x="1310640" y="351663"/>
                  </a:lnTo>
                  <a:lnTo>
                    <a:pt x="1310545" y="352996"/>
                  </a:lnTo>
                  <a:lnTo>
                    <a:pt x="1310354" y="354044"/>
                  </a:lnTo>
                  <a:lnTo>
                    <a:pt x="1309497" y="356140"/>
                  </a:lnTo>
                  <a:lnTo>
                    <a:pt x="1308354" y="355283"/>
                  </a:lnTo>
                  <a:lnTo>
                    <a:pt x="1307592" y="353949"/>
                  </a:lnTo>
                  <a:lnTo>
                    <a:pt x="1306639" y="351092"/>
                  </a:lnTo>
                  <a:lnTo>
                    <a:pt x="1304734" y="347186"/>
                  </a:lnTo>
                  <a:lnTo>
                    <a:pt x="1304449" y="345853"/>
                  </a:lnTo>
                  <a:lnTo>
                    <a:pt x="1303687" y="343853"/>
                  </a:lnTo>
                  <a:lnTo>
                    <a:pt x="1303591" y="343471"/>
                  </a:lnTo>
                  <a:lnTo>
                    <a:pt x="1303115" y="343757"/>
                  </a:lnTo>
                  <a:lnTo>
                    <a:pt x="1301972" y="345186"/>
                  </a:lnTo>
                  <a:lnTo>
                    <a:pt x="1301401" y="345853"/>
                  </a:lnTo>
                  <a:lnTo>
                    <a:pt x="1300163" y="346424"/>
                  </a:lnTo>
                  <a:lnTo>
                    <a:pt x="1299591" y="346805"/>
                  </a:lnTo>
                  <a:lnTo>
                    <a:pt x="1299305" y="347281"/>
                  </a:lnTo>
                  <a:lnTo>
                    <a:pt x="1299496" y="347567"/>
                  </a:lnTo>
                  <a:lnTo>
                    <a:pt x="1300734" y="348901"/>
                  </a:lnTo>
                  <a:lnTo>
                    <a:pt x="1298257" y="351092"/>
                  </a:lnTo>
                  <a:lnTo>
                    <a:pt x="1296638" y="351758"/>
                  </a:lnTo>
                  <a:lnTo>
                    <a:pt x="1296448" y="351949"/>
                  </a:lnTo>
                  <a:lnTo>
                    <a:pt x="1295781" y="353187"/>
                  </a:lnTo>
                  <a:lnTo>
                    <a:pt x="1295019" y="353759"/>
                  </a:lnTo>
                  <a:lnTo>
                    <a:pt x="1294638" y="353949"/>
                  </a:lnTo>
                  <a:lnTo>
                    <a:pt x="1293114" y="354806"/>
                  </a:lnTo>
                  <a:lnTo>
                    <a:pt x="1292447" y="355378"/>
                  </a:lnTo>
                  <a:lnTo>
                    <a:pt x="1292066" y="356235"/>
                  </a:lnTo>
                  <a:lnTo>
                    <a:pt x="1291590" y="358426"/>
                  </a:lnTo>
                  <a:lnTo>
                    <a:pt x="1291209" y="359188"/>
                  </a:lnTo>
                  <a:lnTo>
                    <a:pt x="1290638" y="359950"/>
                  </a:lnTo>
                  <a:lnTo>
                    <a:pt x="1290256" y="360902"/>
                  </a:lnTo>
                  <a:lnTo>
                    <a:pt x="1289780" y="363950"/>
                  </a:lnTo>
                  <a:lnTo>
                    <a:pt x="1289018" y="365855"/>
                  </a:lnTo>
                  <a:lnTo>
                    <a:pt x="1288637" y="367855"/>
                  </a:lnTo>
                  <a:lnTo>
                    <a:pt x="1288161" y="368713"/>
                  </a:lnTo>
                  <a:lnTo>
                    <a:pt x="1287399" y="369284"/>
                  </a:lnTo>
                  <a:lnTo>
                    <a:pt x="1286447" y="369475"/>
                  </a:lnTo>
                  <a:lnTo>
                    <a:pt x="1285780" y="369761"/>
                  </a:lnTo>
                  <a:lnTo>
                    <a:pt x="1285304" y="370332"/>
                  </a:lnTo>
                  <a:lnTo>
                    <a:pt x="1284923" y="370999"/>
                  </a:lnTo>
                  <a:lnTo>
                    <a:pt x="1284541" y="371570"/>
                  </a:lnTo>
                  <a:lnTo>
                    <a:pt x="1283303" y="372618"/>
                  </a:lnTo>
                  <a:lnTo>
                    <a:pt x="1282160" y="373952"/>
                  </a:lnTo>
                  <a:lnTo>
                    <a:pt x="1281398" y="375571"/>
                  </a:lnTo>
                  <a:lnTo>
                    <a:pt x="1281398" y="377571"/>
                  </a:lnTo>
                  <a:lnTo>
                    <a:pt x="1282351" y="379952"/>
                  </a:lnTo>
                  <a:lnTo>
                    <a:pt x="1282446" y="381000"/>
                  </a:lnTo>
                  <a:lnTo>
                    <a:pt x="1282160" y="381571"/>
                  </a:lnTo>
                  <a:lnTo>
                    <a:pt x="1280922" y="382619"/>
                  </a:lnTo>
                  <a:lnTo>
                    <a:pt x="1280541" y="383000"/>
                  </a:lnTo>
                  <a:lnTo>
                    <a:pt x="1280350" y="383572"/>
                  </a:lnTo>
                  <a:lnTo>
                    <a:pt x="1280350" y="383858"/>
                  </a:lnTo>
                  <a:lnTo>
                    <a:pt x="1280446" y="384143"/>
                  </a:lnTo>
                  <a:lnTo>
                    <a:pt x="1280731" y="388430"/>
                  </a:lnTo>
                  <a:lnTo>
                    <a:pt x="1281113" y="389001"/>
                  </a:lnTo>
                  <a:lnTo>
                    <a:pt x="1282351" y="392621"/>
                  </a:lnTo>
                  <a:lnTo>
                    <a:pt x="1282160" y="393668"/>
                  </a:lnTo>
                  <a:lnTo>
                    <a:pt x="1281113" y="395573"/>
                  </a:lnTo>
                  <a:lnTo>
                    <a:pt x="1280922" y="396716"/>
                  </a:lnTo>
                  <a:lnTo>
                    <a:pt x="1281113" y="399002"/>
                  </a:lnTo>
                  <a:lnTo>
                    <a:pt x="1282160" y="403479"/>
                  </a:lnTo>
                  <a:lnTo>
                    <a:pt x="1282541" y="404336"/>
                  </a:lnTo>
                  <a:lnTo>
                    <a:pt x="1283303" y="405289"/>
                  </a:lnTo>
                  <a:lnTo>
                    <a:pt x="1283875" y="405765"/>
                  </a:lnTo>
                  <a:lnTo>
                    <a:pt x="1284161" y="405955"/>
                  </a:lnTo>
                  <a:lnTo>
                    <a:pt x="1284256" y="406241"/>
                  </a:lnTo>
                  <a:lnTo>
                    <a:pt x="1284256" y="407003"/>
                  </a:lnTo>
                  <a:lnTo>
                    <a:pt x="1283589" y="411575"/>
                  </a:lnTo>
                  <a:lnTo>
                    <a:pt x="1283208" y="412813"/>
                  </a:lnTo>
                  <a:lnTo>
                    <a:pt x="1282637" y="413385"/>
                  </a:lnTo>
                  <a:lnTo>
                    <a:pt x="1281684" y="413195"/>
                  </a:lnTo>
                  <a:lnTo>
                    <a:pt x="1280922" y="412909"/>
                  </a:lnTo>
                  <a:lnTo>
                    <a:pt x="1280065" y="412718"/>
                  </a:lnTo>
                  <a:lnTo>
                    <a:pt x="1278826" y="413004"/>
                  </a:lnTo>
                  <a:lnTo>
                    <a:pt x="1277207" y="413956"/>
                  </a:lnTo>
                  <a:lnTo>
                    <a:pt x="1276255" y="415385"/>
                  </a:lnTo>
                  <a:lnTo>
                    <a:pt x="1274636" y="421196"/>
                  </a:lnTo>
                  <a:lnTo>
                    <a:pt x="1273873" y="422720"/>
                  </a:lnTo>
                  <a:lnTo>
                    <a:pt x="1271873" y="425577"/>
                  </a:lnTo>
                  <a:lnTo>
                    <a:pt x="1272254" y="426244"/>
                  </a:lnTo>
                  <a:lnTo>
                    <a:pt x="1272064" y="427006"/>
                  </a:lnTo>
                  <a:lnTo>
                    <a:pt x="1271683" y="427672"/>
                  </a:lnTo>
                  <a:lnTo>
                    <a:pt x="1271492" y="428244"/>
                  </a:lnTo>
                  <a:lnTo>
                    <a:pt x="1271683" y="433483"/>
                  </a:lnTo>
                  <a:lnTo>
                    <a:pt x="1272064" y="434816"/>
                  </a:lnTo>
                  <a:lnTo>
                    <a:pt x="1272254" y="438055"/>
                  </a:lnTo>
                  <a:lnTo>
                    <a:pt x="1271968" y="438721"/>
                  </a:lnTo>
                  <a:lnTo>
                    <a:pt x="1269206" y="440817"/>
                  </a:lnTo>
                  <a:lnTo>
                    <a:pt x="1268254" y="441198"/>
                  </a:lnTo>
                  <a:lnTo>
                    <a:pt x="1267301" y="441674"/>
                  </a:lnTo>
                  <a:lnTo>
                    <a:pt x="1266444" y="442722"/>
                  </a:lnTo>
                  <a:lnTo>
                    <a:pt x="1265873" y="444532"/>
                  </a:lnTo>
                  <a:lnTo>
                    <a:pt x="1265587" y="445008"/>
                  </a:lnTo>
                  <a:lnTo>
                    <a:pt x="1265015" y="445389"/>
                  </a:lnTo>
                  <a:lnTo>
                    <a:pt x="1262920" y="445389"/>
                  </a:lnTo>
                  <a:close/>
                  <a:moveTo>
                    <a:pt x="1705356" y="289655"/>
                  </a:moveTo>
                  <a:lnTo>
                    <a:pt x="1704308" y="290036"/>
                  </a:lnTo>
                  <a:lnTo>
                    <a:pt x="1703546" y="290513"/>
                  </a:lnTo>
                  <a:lnTo>
                    <a:pt x="1703261" y="291179"/>
                  </a:lnTo>
                  <a:lnTo>
                    <a:pt x="1703261" y="291941"/>
                  </a:lnTo>
                  <a:lnTo>
                    <a:pt x="1703451" y="292989"/>
                  </a:lnTo>
                  <a:lnTo>
                    <a:pt x="1703832" y="293942"/>
                  </a:lnTo>
                  <a:lnTo>
                    <a:pt x="1704404" y="294608"/>
                  </a:lnTo>
                  <a:lnTo>
                    <a:pt x="1706404" y="294704"/>
                  </a:lnTo>
                  <a:lnTo>
                    <a:pt x="1707547" y="293084"/>
                  </a:lnTo>
                  <a:lnTo>
                    <a:pt x="1707642" y="290894"/>
                  </a:lnTo>
                  <a:lnTo>
                    <a:pt x="1706594" y="289560"/>
                  </a:lnTo>
                  <a:lnTo>
                    <a:pt x="1705356" y="289655"/>
                  </a:lnTo>
                  <a:close/>
                  <a:moveTo>
                    <a:pt x="1504283" y="584740"/>
                  </a:moveTo>
                  <a:lnTo>
                    <a:pt x="1503045" y="584359"/>
                  </a:lnTo>
                  <a:lnTo>
                    <a:pt x="1501997" y="584645"/>
                  </a:lnTo>
                  <a:lnTo>
                    <a:pt x="1502188" y="585978"/>
                  </a:lnTo>
                  <a:lnTo>
                    <a:pt x="1504093" y="589883"/>
                  </a:lnTo>
                  <a:lnTo>
                    <a:pt x="1504759" y="590645"/>
                  </a:lnTo>
                  <a:lnTo>
                    <a:pt x="1505712" y="591026"/>
                  </a:lnTo>
                  <a:lnTo>
                    <a:pt x="1507236" y="591122"/>
                  </a:lnTo>
                  <a:lnTo>
                    <a:pt x="1507998" y="590645"/>
                  </a:lnTo>
                  <a:lnTo>
                    <a:pt x="1508284" y="589407"/>
                  </a:lnTo>
                  <a:lnTo>
                    <a:pt x="1508189" y="586645"/>
                  </a:lnTo>
                  <a:lnTo>
                    <a:pt x="1507522" y="585406"/>
                  </a:lnTo>
                  <a:lnTo>
                    <a:pt x="1505998" y="584930"/>
                  </a:lnTo>
                  <a:lnTo>
                    <a:pt x="1504283" y="584740"/>
                  </a:lnTo>
                  <a:close/>
                  <a:moveTo>
                    <a:pt x="1493901" y="397002"/>
                  </a:moveTo>
                  <a:lnTo>
                    <a:pt x="1493615" y="397002"/>
                  </a:lnTo>
                  <a:lnTo>
                    <a:pt x="1493330" y="397097"/>
                  </a:lnTo>
                  <a:lnTo>
                    <a:pt x="1491996" y="398050"/>
                  </a:lnTo>
                  <a:lnTo>
                    <a:pt x="1489329" y="400812"/>
                  </a:lnTo>
                  <a:lnTo>
                    <a:pt x="1488853" y="401955"/>
                  </a:lnTo>
                  <a:lnTo>
                    <a:pt x="1489329" y="402812"/>
                  </a:lnTo>
                  <a:lnTo>
                    <a:pt x="1490472" y="402908"/>
                  </a:lnTo>
                  <a:lnTo>
                    <a:pt x="1491329" y="402146"/>
                  </a:lnTo>
                  <a:lnTo>
                    <a:pt x="1492567" y="400241"/>
                  </a:lnTo>
                  <a:lnTo>
                    <a:pt x="1493044" y="399860"/>
                  </a:lnTo>
                  <a:lnTo>
                    <a:pt x="1494091" y="399288"/>
                  </a:lnTo>
                  <a:lnTo>
                    <a:pt x="1494568" y="398907"/>
                  </a:lnTo>
                  <a:lnTo>
                    <a:pt x="1494854" y="398336"/>
                  </a:lnTo>
                  <a:lnTo>
                    <a:pt x="1494854" y="397669"/>
                  </a:lnTo>
                  <a:lnTo>
                    <a:pt x="1494568" y="397097"/>
                  </a:lnTo>
                  <a:lnTo>
                    <a:pt x="1493901" y="397002"/>
                  </a:lnTo>
                  <a:close/>
                  <a:moveTo>
                    <a:pt x="1504093" y="390335"/>
                  </a:moveTo>
                  <a:lnTo>
                    <a:pt x="1503236" y="387763"/>
                  </a:lnTo>
                  <a:lnTo>
                    <a:pt x="1502855" y="387096"/>
                  </a:lnTo>
                  <a:lnTo>
                    <a:pt x="1502378" y="386810"/>
                  </a:lnTo>
                  <a:lnTo>
                    <a:pt x="1502092" y="386905"/>
                  </a:lnTo>
                  <a:lnTo>
                    <a:pt x="1502188" y="387763"/>
                  </a:lnTo>
                  <a:lnTo>
                    <a:pt x="1501997" y="388144"/>
                  </a:lnTo>
                  <a:lnTo>
                    <a:pt x="1501521" y="388144"/>
                  </a:lnTo>
                  <a:lnTo>
                    <a:pt x="1500949" y="388334"/>
                  </a:lnTo>
                  <a:lnTo>
                    <a:pt x="1500473" y="389096"/>
                  </a:lnTo>
                  <a:lnTo>
                    <a:pt x="1499997" y="390144"/>
                  </a:lnTo>
                  <a:lnTo>
                    <a:pt x="1499806" y="390811"/>
                  </a:lnTo>
                  <a:lnTo>
                    <a:pt x="1499711" y="391096"/>
                  </a:lnTo>
                  <a:lnTo>
                    <a:pt x="1499711" y="391478"/>
                  </a:lnTo>
                  <a:lnTo>
                    <a:pt x="1499806" y="391859"/>
                  </a:lnTo>
                  <a:lnTo>
                    <a:pt x="1500092" y="391954"/>
                  </a:lnTo>
                  <a:lnTo>
                    <a:pt x="1500473" y="392239"/>
                  </a:lnTo>
                  <a:lnTo>
                    <a:pt x="1500568" y="392811"/>
                  </a:lnTo>
                  <a:lnTo>
                    <a:pt x="1500283" y="393287"/>
                  </a:lnTo>
                  <a:lnTo>
                    <a:pt x="1499997" y="393668"/>
                  </a:lnTo>
                  <a:lnTo>
                    <a:pt x="1499902" y="393954"/>
                  </a:lnTo>
                  <a:lnTo>
                    <a:pt x="1499806" y="394145"/>
                  </a:lnTo>
                  <a:lnTo>
                    <a:pt x="1499806" y="394906"/>
                  </a:lnTo>
                  <a:lnTo>
                    <a:pt x="1499616" y="395669"/>
                  </a:lnTo>
                  <a:lnTo>
                    <a:pt x="1499711" y="396716"/>
                  </a:lnTo>
                  <a:lnTo>
                    <a:pt x="1500092" y="398050"/>
                  </a:lnTo>
                  <a:lnTo>
                    <a:pt x="1500188" y="398431"/>
                  </a:lnTo>
                  <a:lnTo>
                    <a:pt x="1500473" y="398907"/>
                  </a:lnTo>
                  <a:lnTo>
                    <a:pt x="1501045" y="399097"/>
                  </a:lnTo>
                  <a:lnTo>
                    <a:pt x="1501426" y="398907"/>
                  </a:lnTo>
                  <a:lnTo>
                    <a:pt x="1501616" y="398621"/>
                  </a:lnTo>
                  <a:lnTo>
                    <a:pt x="1501997" y="398717"/>
                  </a:lnTo>
                  <a:lnTo>
                    <a:pt x="1502664" y="399288"/>
                  </a:lnTo>
                  <a:lnTo>
                    <a:pt x="1503236" y="399574"/>
                  </a:lnTo>
                  <a:lnTo>
                    <a:pt x="1503712" y="399479"/>
                  </a:lnTo>
                  <a:lnTo>
                    <a:pt x="1504283" y="399574"/>
                  </a:lnTo>
                  <a:lnTo>
                    <a:pt x="1504855" y="399479"/>
                  </a:lnTo>
                  <a:lnTo>
                    <a:pt x="1505045" y="399288"/>
                  </a:lnTo>
                  <a:lnTo>
                    <a:pt x="1505426" y="399097"/>
                  </a:lnTo>
                  <a:lnTo>
                    <a:pt x="1506188" y="398526"/>
                  </a:lnTo>
                  <a:lnTo>
                    <a:pt x="1506569" y="397764"/>
                  </a:lnTo>
                  <a:lnTo>
                    <a:pt x="1506569" y="397002"/>
                  </a:lnTo>
                  <a:lnTo>
                    <a:pt x="1506855" y="395859"/>
                  </a:lnTo>
                  <a:lnTo>
                    <a:pt x="1506950" y="395192"/>
                  </a:lnTo>
                  <a:lnTo>
                    <a:pt x="1506950" y="394335"/>
                  </a:lnTo>
                  <a:lnTo>
                    <a:pt x="1506664" y="393668"/>
                  </a:lnTo>
                  <a:lnTo>
                    <a:pt x="1506188" y="393192"/>
                  </a:lnTo>
                  <a:lnTo>
                    <a:pt x="1505617" y="392906"/>
                  </a:lnTo>
                  <a:lnTo>
                    <a:pt x="1505140" y="393097"/>
                  </a:lnTo>
                  <a:lnTo>
                    <a:pt x="1504474" y="393002"/>
                  </a:lnTo>
                  <a:lnTo>
                    <a:pt x="1503902" y="391954"/>
                  </a:lnTo>
                  <a:lnTo>
                    <a:pt x="1503807" y="391001"/>
                  </a:lnTo>
                  <a:lnTo>
                    <a:pt x="1503998" y="390620"/>
                  </a:lnTo>
                  <a:lnTo>
                    <a:pt x="1504093" y="390335"/>
                  </a:lnTo>
                  <a:close/>
                  <a:moveTo>
                    <a:pt x="1468088" y="595503"/>
                  </a:moveTo>
                  <a:lnTo>
                    <a:pt x="1468946" y="594741"/>
                  </a:lnTo>
                  <a:lnTo>
                    <a:pt x="1473422" y="592074"/>
                  </a:lnTo>
                  <a:lnTo>
                    <a:pt x="1474375" y="591884"/>
                  </a:lnTo>
                  <a:lnTo>
                    <a:pt x="1475137" y="592169"/>
                  </a:lnTo>
                  <a:lnTo>
                    <a:pt x="1476184" y="593408"/>
                  </a:lnTo>
                  <a:lnTo>
                    <a:pt x="1477042" y="593693"/>
                  </a:lnTo>
                  <a:lnTo>
                    <a:pt x="1477994" y="593408"/>
                  </a:lnTo>
                  <a:lnTo>
                    <a:pt x="1479995" y="592169"/>
                  </a:lnTo>
                  <a:lnTo>
                    <a:pt x="1482185" y="591693"/>
                  </a:lnTo>
                  <a:lnTo>
                    <a:pt x="1482852" y="591122"/>
                  </a:lnTo>
                  <a:lnTo>
                    <a:pt x="1483900" y="589502"/>
                  </a:lnTo>
                  <a:lnTo>
                    <a:pt x="1485138" y="588169"/>
                  </a:lnTo>
                  <a:lnTo>
                    <a:pt x="1485805" y="587407"/>
                  </a:lnTo>
                  <a:lnTo>
                    <a:pt x="1486090" y="586454"/>
                  </a:lnTo>
                  <a:lnTo>
                    <a:pt x="1485614" y="585502"/>
                  </a:lnTo>
                  <a:lnTo>
                    <a:pt x="1484566" y="584549"/>
                  </a:lnTo>
                  <a:lnTo>
                    <a:pt x="1482566" y="583311"/>
                  </a:lnTo>
                  <a:lnTo>
                    <a:pt x="1480852" y="582454"/>
                  </a:lnTo>
                  <a:lnTo>
                    <a:pt x="1480280" y="581882"/>
                  </a:lnTo>
                  <a:lnTo>
                    <a:pt x="1479995" y="581025"/>
                  </a:lnTo>
                  <a:lnTo>
                    <a:pt x="1478185" y="580454"/>
                  </a:lnTo>
                  <a:lnTo>
                    <a:pt x="1477994" y="579977"/>
                  </a:lnTo>
                  <a:lnTo>
                    <a:pt x="1477994" y="579501"/>
                  </a:lnTo>
                  <a:lnTo>
                    <a:pt x="1477804" y="579025"/>
                  </a:lnTo>
                  <a:lnTo>
                    <a:pt x="1477137" y="578644"/>
                  </a:lnTo>
                  <a:lnTo>
                    <a:pt x="1475708" y="578930"/>
                  </a:lnTo>
                  <a:lnTo>
                    <a:pt x="1474851" y="580072"/>
                  </a:lnTo>
                  <a:lnTo>
                    <a:pt x="1474089" y="581311"/>
                  </a:lnTo>
                  <a:lnTo>
                    <a:pt x="1473041" y="581882"/>
                  </a:lnTo>
                  <a:lnTo>
                    <a:pt x="1472089" y="581501"/>
                  </a:lnTo>
                  <a:lnTo>
                    <a:pt x="1471993" y="580549"/>
                  </a:lnTo>
                  <a:lnTo>
                    <a:pt x="1472374" y="579406"/>
                  </a:lnTo>
                  <a:lnTo>
                    <a:pt x="1473613" y="576929"/>
                  </a:lnTo>
                  <a:lnTo>
                    <a:pt x="1473898" y="576072"/>
                  </a:lnTo>
                  <a:lnTo>
                    <a:pt x="1473994" y="574834"/>
                  </a:lnTo>
                  <a:lnTo>
                    <a:pt x="1473994" y="574167"/>
                  </a:lnTo>
                  <a:lnTo>
                    <a:pt x="1473613" y="572834"/>
                  </a:lnTo>
                  <a:lnTo>
                    <a:pt x="1473422" y="572453"/>
                  </a:lnTo>
                  <a:lnTo>
                    <a:pt x="1473232" y="572072"/>
                  </a:lnTo>
                  <a:lnTo>
                    <a:pt x="1473041" y="571595"/>
                  </a:lnTo>
                  <a:lnTo>
                    <a:pt x="1472946" y="571024"/>
                  </a:lnTo>
                  <a:lnTo>
                    <a:pt x="1473137" y="570357"/>
                  </a:lnTo>
                  <a:lnTo>
                    <a:pt x="1473613" y="569405"/>
                  </a:lnTo>
                  <a:lnTo>
                    <a:pt x="1474280" y="568547"/>
                  </a:lnTo>
                  <a:lnTo>
                    <a:pt x="1475613" y="567690"/>
                  </a:lnTo>
                  <a:lnTo>
                    <a:pt x="1475708" y="566642"/>
                  </a:lnTo>
                  <a:lnTo>
                    <a:pt x="1475423" y="564547"/>
                  </a:lnTo>
                  <a:lnTo>
                    <a:pt x="1475423" y="563880"/>
                  </a:lnTo>
                  <a:lnTo>
                    <a:pt x="1475804" y="562166"/>
                  </a:lnTo>
                  <a:lnTo>
                    <a:pt x="1475994" y="561689"/>
                  </a:lnTo>
                  <a:lnTo>
                    <a:pt x="1476947" y="561118"/>
                  </a:lnTo>
                  <a:lnTo>
                    <a:pt x="1477137" y="560737"/>
                  </a:lnTo>
                  <a:lnTo>
                    <a:pt x="1477137" y="558451"/>
                  </a:lnTo>
                  <a:lnTo>
                    <a:pt x="1477423" y="557784"/>
                  </a:lnTo>
                  <a:lnTo>
                    <a:pt x="1478185" y="558451"/>
                  </a:lnTo>
                  <a:lnTo>
                    <a:pt x="1478375" y="558260"/>
                  </a:lnTo>
                  <a:lnTo>
                    <a:pt x="1478756" y="557975"/>
                  </a:lnTo>
                  <a:lnTo>
                    <a:pt x="1478947" y="557784"/>
                  </a:lnTo>
                  <a:lnTo>
                    <a:pt x="1480185" y="559308"/>
                  </a:lnTo>
                  <a:lnTo>
                    <a:pt x="1481138" y="556355"/>
                  </a:lnTo>
                  <a:lnTo>
                    <a:pt x="1482471" y="556736"/>
                  </a:lnTo>
                  <a:lnTo>
                    <a:pt x="1482662" y="557213"/>
                  </a:lnTo>
                  <a:lnTo>
                    <a:pt x="1482757" y="557784"/>
                  </a:lnTo>
                  <a:lnTo>
                    <a:pt x="1482947" y="558260"/>
                  </a:lnTo>
                  <a:lnTo>
                    <a:pt x="1483423" y="558451"/>
                  </a:lnTo>
                  <a:lnTo>
                    <a:pt x="1483614" y="558641"/>
                  </a:lnTo>
                  <a:lnTo>
                    <a:pt x="1484186" y="559499"/>
                  </a:lnTo>
                  <a:lnTo>
                    <a:pt x="1484281" y="559784"/>
                  </a:lnTo>
                  <a:lnTo>
                    <a:pt x="1484566" y="561880"/>
                  </a:lnTo>
                  <a:lnTo>
                    <a:pt x="1485043" y="562928"/>
                  </a:lnTo>
                  <a:lnTo>
                    <a:pt x="1485805" y="563213"/>
                  </a:lnTo>
                  <a:lnTo>
                    <a:pt x="1486281" y="561880"/>
                  </a:lnTo>
                  <a:lnTo>
                    <a:pt x="1486186" y="556355"/>
                  </a:lnTo>
                  <a:lnTo>
                    <a:pt x="1485900" y="554546"/>
                  </a:lnTo>
                  <a:lnTo>
                    <a:pt x="1485614" y="554164"/>
                  </a:lnTo>
                  <a:lnTo>
                    <a:pt x="1485233" y="553974"/>
                  </a:lnTo>
                  <a:lnTo>
                    <a:pt x="1484948" y="553784"/>
                  </a:lnTo>
                  <a:lnTo>
                    <a:pt x="1484852" y="553307"/>
                  </a:lnTo>
                  <a:lnTo>
                    <a:pt x="1484948" y="552736"/>
                  </a:lnTo>
                  <a:lnTo>
                    <a:pt x="1485424" y="551688"/>
                  </a:lnTo>
                  <a:lnTo>
                    <a:pt x="1485519" y="551212"/>
                  </a:lnTo>
                  <a:lnTo>
                    <a:pt x="1485329" y="549974"/>
                  </a:lnTo>
                  <a:lnTo>
                    <a:pt x="1484757" y="548830"/>
                  </a:lnTo>
                  <a:lnTo>
                    <a:pt x="1483328" y="546735"/>
                  </a:lnTo>
                  <a:lnTo>
                    <a:pt x="1482471" y="545783"/>
                  </a:lnTo>
                  <a:lnTo>
                    <a:pt x="1479137" y="543020"/>
                  </a:lnTo>
                  <a:lnTo>
                    <a:pt x="1478280" y="542163"/>
                  </a:lnTo>
                  <a:lnTo>
                    <a:pt x="1477899" y="541211"/>
                  </a:lnTo>
                  <a:lnTo>
                    <a:pt x="1479137" y="539496"/>
                  </a:lnTo>
                  <a:lnTo>
                    <a:pt x="1478280" y="539210"/>
                  </a:lnTo>
                  <a:lnTo>
                    <a:pt x="1476851" y="539305"/>
                  </a:lnTo>
                  <a:lnTo>
                    <a:pt x="1475708" y="539591"/>
                  </a:lnTo>
                  <a:lnTo>
                    <a:pt x="1470565" y="543306"/>
                  </a:lnTo>
                  <a:lnTo>
                    <a:pt x="1469803" y="543973"/>
                  </a:lnTo>
                  <a:lnTo>
                    <a:pt x="1469517" y="544735"/>
                  </a:lnTo>
                  <a:lnTo>
                    <a:pt x="1469326" y="545878"/>
                  </a:lnTo>
                  <a:lnTo>
                    <a:pt x="1467707" y="548926"/>
                  </a:lnTo>
                  <a:lnTo>
                    <a:pt x="1466945" y="551117"/>
                  </a:lnTo>
                  <a:lnTo>
                    <a:pt x="1466564" y="553212"/>
                  </a:lnTo>
                  <a:lnTo>
                    <a:pt x="1466945" y="562070"/>
                  </a:lnTo>
                  <a:lnTo>
                    <a:pt x="1466755" y="562737"/>
                  </a:lnTo>
                  <a:lnTo>
                    <a:pt x="1466183" y="562928"/>
                  </a:lnTo>
                  <a:lnTo>
                    <a:pt x="1465612" y="563023"/>
                  </a:lnTo>
                  <a:lnTo>
                    <a:pt x="1465231" y="563309"/>
                  </a:lnTo>
                  <a:lnTo>
                    <a:pt x="1465231" y="563880"/>
                  </a:lnTo>
                  <a:lnTo>
                    <a:pt x="1465421" y="564452"/>
                  </a:lnTo>
                  <a:lnTo>
                    <a:pt x="1465707" y="565023"/>
                  </a:lnTo>
                  <a:lnTo>
                    <a:pt x="1465898" y="565499"/>
                  </a:lnTo>
                  <a:lnTo>
                    <a:pt x="1465993" y="566642"/>
                  </a:lnTo>
                  <a:lnTo>
                    <a:pt x="1465898" y="567976"/>
                  </a:lnTo>
                  <a:lnTo>
                    <a:pt x="1465612" y="569214"/>
                  </a:lnTo>
                  <a:lnTo>
                    <a:pt x="1465136" y="570071"/>
                  </a:lnTo>
                  <a:lnTo>
                    <a:pt x="1462183" y="572548"/>
                  </a:lnTo>
                  <a:lnTo>
                    <a:pt x="1461706" y="573500"/>
                  </a:lnTo>
                  <a:lnTo>
                    <a:pt x="1462468" y="573310"/>
                  </a:lnTo>
                  <a:lnTo>
                    <a:pt x="1463135" y="573024"/>
                  </a:lnTo>
                  <a:lnTo>
                    <a:pt x="1463707" y="572834"/>
                  </a:lnTo>
                  <a:lnTo>
                    <a:pt x="1464183" y="573119"/>
                  </a:lnTo>
                  <a:lnTo>
                    <a:pt x="1464373" y="573977"/>
                  </a:lnTo>
                  <a:lnTo>
                    <a:pt x="1463992" y="574834"/>
                  </a:lnTo>
                  <a:lnTo>
                    <a:pt x="1463040" y="576358"/>
                  </a:lnTo>
                  <a:lnTo>
                    <a:pt x="1462945" y="577215"/>
                  </a:lnTo>
                  <a:lnTo>
                    <a:pt x="1462945" y="578549"/>
                  </a:lnTo>
                  <a:lnTo>
                    <a:pt x="1462659" y="579311"/>
                  </a:lnTo>
                  <a:lnTo>
                    <a:pt x="1461802" y="580454"/>
                  </a:lnTo>
                  <a:lnTo>
                    <a:pt x="1461706" y="581120"/>
                  </a:lnTo>
                  <a:lnTo>
                    <a:pt x="1462373" y="581787"/>
                  </a:lnTo>
                  <a:lnTo>
                    <a:pt x="1461897" y="582644"/>
                  </a:lnTo>
                  <a:lnTo>
                    <a:pt x="1462183" y="582739"/>
                  </a:lnTo>
                  <a:lnTo>
                    <a:pt x="1464564" y="581787"/>
                  </a:lnTo>
                  <a:lnTo>
                    <a:pt x="1464850" y="581978"/>
                  </a:lnTo>
                  <a:lnTo>
                    <a:pt x="1464850" y="582930"/>
                  </a:lnTo>
                  <a:lnTo>
                    <a:pt x="1464278" y="583978"/>
                  </a:lnTo>
                  <a:lnTo>
                    <a:pt x="1463040" y="584454"/>
                  </a:lnTo>
                  <a:lnTo>
                    <a:pt x="1461611" y="584740"/>
                  </a:lnTo>
                  <a:lnTo>
                    <a:pt x="1460564" y="585121"/>
                  </a:lnTo>
                  <a:lnTo>
                    <a:pt x="1459992" y="585788"/>
                  </a:lnTo>
                  <a:lnTo>
                    <a:pt x="1459135" y="587693"/>
                  </a:lnTo>
                  <a:lnTo>
                    <a:pt x="1458468" y="588645"/>
                  </a:lnTo>
                  <a:lnTo>
                    <a:pt x="1458182" y="588740"/>
                  </a:lnTo>
                  <a:lnTo>
                    <a:pt x="1457801" y="588740"/>
                  </a:lnTo>
                  <a:lnTo>
                    <a:pt x="1457515" y="588836"/>
                  </a:lnTo>
                  <a:lnTo>
                    <a:pt x="1457039" y="590455"/>
                  </a:lnTo>
                  <a:lnTo>
                    <a:pt x="1455611" y="592360"/>
                  </a:lnTo>
                  <a:lnTo>
                    <a:pt x="1455230" y="593027"/>
                  </a:lnTo>
                  <a:lnTo>
                    <a:pt x="1456468" y="593408"/>
                  </a:lnTo>
                  <a:lnTo>
                    <a:pt x="1456563" y="594074"/>
                  </a:lnTo>
                  <a:lnTo>
                    <a:pt x="1455991" y="594836"/>
                  </a:lnTo>
                  <a:lnTo>
                    <a:pt x="1451896" y="598361"/>
                  </a:lnTo>
                  <a:lnTo>
                    <a:pt x="1455611" y="606552"/>
                  </a:lnTo>
                  <a:lnTo>
                    <a:pt x="1456468" y="607409"/>
                  </a:lnTo>
                  <a:lnTo>
                    <a:pt x="1457706" y="607409"/>
                  </a:lnTo>
                  <a:lnTo>
                    <a:pt x="1458468" y="606743"/>
                  </a:lnTo>
                  <a:lnTo>
                    <a:pt x="1460087" y="604742"/>
                  </a:lnTo>
                  <a:lnTo>
                    <a:pt x="1460754" y="604742"/>
                  </a:lnTo>
                  <a:lnTo>
                    <a:pt x="1460945" y="605219"/>
                  </a:lnTo>
                  <a:lnTo>
                    <a:pt x="1460754" y="606457"/>
                  </a:lnTo>
                  <a:lnTo>
                    <a:pt x="1460849" y="607028"/>
                  </a:lnTo>
                  <a:lnTo>
                    <a:pt x="1461230" y="607409"/>
                  </a:lnTo>
                  <a:lnTo>
                    <a:pt x="1461421" y="607219"/>
                  </a:lnTo>
                  <a:lnTo>
                    <a:pt x="1461611" y="606743"/>
                  </a:lnTo>
                  <a:lnTo>
                    <a:pt x="1462278" y="605790"/>
                  </a:lnTo>
                  <a:lnTo>
                    <a:pt x="1462373" y="605409"/>
                  </a:lnTo>
                  <a:lnTo>
                    <a:pt x="1462564" y="605409"/>
                  </a:lnTo>
                  <a:lnTo>
                    <a:pt x="1463231" y="606076"/>
                  </a:lnTo>
                  <a:lnTo>
                    <a:pt x="1463421" y="606552"/>
                  </a:lnTo>
                  <a:lnTo>
                    <a:pt x="1463516" y="607886"/>
                  </a:lnTo>
                  <a:lnTo>
                    <a:pt x="1463612" y="608171"/>
                  </a:lnTo>
                  <a:lnTo>
                    <a:pt x="1464850" y="607981"/>
                  </a:lnTo>
                  <a:lnTo>
                    <a:pt x="1465612" y="607314"/>
                  </a:lnTo>
                  <a:lnTo>
                    <a:pt x="1466755" y="605314"/>
                  </a:lnTo>
                  <a:lnTo>
                    <a:pt x="1469326" y="601885"/>
                  </a:lnTo>
                  <a:lnTo>
                    <a:pt x="1470470" y="599599"/>
                  </a:lnTo>
                  <a:lnTo>
                    <a:pt x="1470089" y="598075"/>
                  </a:lnTo>
                  <a:lnTo>
                    <a:pt x="1469612" y="598075"/>
                  </a:lnTo>
                  <a:lnTo>
                    <a:pt x="1468279" y="598646"/>
                  </a:lnTo>
                  <a:lnTo>
                    <a:pt x="1467707" y="598742"/>
                  </a:lnTo>
                  <a:lnTo>
                    <a:pt x="1467422" y="598456"/>
                  </a:lnTo>
                  <a:lnTo>
                    <a:pt x="1467517" y="597789"/>
                  </a:lnTo>
                  <a:lnTo>
                    <a:pt x="1468088" y="595503"/>
                  </a:lnTo>
                  <a:close/>
                  <a:moveTo>
                    <a:pt x="1450562" y="593979"/>
                  </a:moveTo>
                  <a:lnTo>
                    <a:pt x="1451610" y="593884"/>
                  </a:lnTo>
                  <a:lnTo>
                    <a:pt x="1452277" y="593217"/>
                  </a:lnTo>
                  <a:lnTo>
                    <a:pt x="1452753" y="592931"/>
                  </a:lnTo>
                  <a:lnTo>
                    <a:pt x="1452943" y="593217"/>
                  </a:lnTo>
                  <a:lnTo>
                    <a:pt x="1453134" y="593598"/>
                  </a:lnTo>
                  <a:lnTo>
                    <a:pt x="1453515" y="593598"/>
                  </a:lnTo>
                  <a:lnTo>
                    <a:pt x="1453896" y="593217"/>
                  </a:lnTo>
                  <a:lnTo>
                    <a:pt x="1454087" y="592550"/>
                  </a:lnTo>
                  <a:lnTo>
                    <a:pt x="1454182" y="591503"/>
                  </a:lnTo>
                  <a:lnTo>
                    <a:pt x="1454467" y="590264"/>
                  </a:lnTo>
                  <a:lnTo>
                    <a:pt x="1454944" y="589502"/>
                  </a:lnTo>
                  <a:lnTo>
                    <a:pt x="1455515" y="590169"/>
                  </a:lnTo>
                  <a:lnTo>
                    <a:pt x="1456087" y="589597"/>
                  </a:lnTo>
                  <a:lnTo>
                    <a:pt x="1456468" y="588455"/>
                  </a:lnTo>
                  <a:lnTo>
                    <a:pt x="1456658" y="587121"/>
                  </a:lnTo>
                  <a:lnTo>
                    <a:pt x="1456563" y="585883"/>
                  </a:lnTo>
                  <a:lnTo>
                    <a:pt x="1456373" y="585311"/>
                  </a:lnTo>
                  <a:lnTo>
                    <a:pt x="1456087" y="585026"/>
                  </a:lnTo>
                  <a:lnTo>
                    <a:pt x="1455134" y="584454"/>
                  </a:lnTo>
                  <a:lnTo>
                    <a:pt x="1453896" y="583978"/>
                  </a:lnTo>
                  <a:lnTo>
                    <a:pt x="1453420" y="583597"/>
                  </a:lnTo>
                  <a:lnTo>
                    <a:pt x="1454658" y="583311"/>
                  </a:lnTo>
                  <a:lnTo>
                    <a:pt x="1455039" y="583025"/>
                  </a:lnTo>
                  <a:lnTo>
                    <a:pt x="1455325" y="582549"/>
                  </a:lnTo>
                  <a:lnTo>
                    <a:pt x="1455420" y="581882"/>
                  </a:lnTo>
                  <a:lnTo>
                    <a:pt x="1455134" y="581692"/>
                  </a:lnTo>
                  <a:lnTo>
                    <a:pt x="1454467" y="581692"/>
                  </a:lnTo>
                  <a:lnTo>
                    <a:pt x="1453801" y="581692"/>
                  </a:lnTo>
                  <a:lnTo>
                    <a:pt x="1453515" y="581216"/>
                  </a:lnTo>
                  <a:lnTo>
                    <a:pt x="1453706" y="580072"/>
                  </a:lnTo>
                  <a:lnTo>
                    <a:pt x="1455801" y="575786"/>
                  </a:lnTo>
                  <a:lnTo>
                    <a:pt x="1456754" y="574548"/>
                  </a:lnTo>
                  <a:lnTo>
                    <a:pt x="1460087" y="571119"/>
                  </a:lnTo>
                  <a:lnTo>
                    <a:pt x="1460564" y="570357"/>
                  </a:lnTo>
                  <a:lnTo>
                    <a:pt x="1460754" y="569690"/>
                  </a:lnTo>
                  <a:lnTo>
                    <a:pt x="1461040" y="569214"/>
                  </a:lnTo>
                  <a:lnTo>
                    <a:pt x="1461611" y="569309"/>
                  </a:lnTo>
                  <a:lnTo>
                    <a:pt x="1462183" y="569500"/>
                  </a:lnTo>
                  <a:lnTo>
                    <a:pt x="1462564" y="569500"/>
                  </a:lnTo>
                  <a:lnTo>
                    <a:pt x="1462849" y="569024"/>
                  </a:lnTo>
                  <a:lnTo>
                    <a:pt x="1462945" y="568452"/>
                  </a:lnTo>
                  <a:lnTo>
                    <a:pt x="1462945" y="567309"/>
                  </a:lnTo>
                  <a:lnTo>
                    <a:pt x="1462849" y="566738"/>
                  </a:lnTo>
                  <a:lnTo>
                    <a:pt x="1462659" y="565880"/>
                  </a:lnTo>
                  <a:lnTo>
                    <a:pt x="1462564" y="565404"/>
                  </a:lnTo>
                  <a:lnTo>
                    <a:pt x="1462373" y="565118"/>
                  </a:lnTo>
                  <a:lnTo>
                    <a:pt x="1461611" y="564166"/>
                  </a:lnTo>
                  <a:lnTo>
                    <a:pt x="1461421" y="563594"/>
                  </a:lnTo>
                  <a:lnTo>
                    <a:pt x="1461421" y="559880"/>
                  </a:lnTo>
                  <a:lnTo>
                    <a:pt x="1460468" y="553117"/>
                  </a:lnTo>
                  <a:lnTo>
                    <a:pt x="1459992" y="552260"/>
                  </a:lnTo>
                  <a:lnTo>
                    <a:pt x="1459135" y="551593"/>
                  </a:lnTo>
                  <a:lnTo>
                    <a:pt x="1458087" y="551402"/>
                  </a:lnTo>
                  <a:lnTo>
                    <a:pt x="1456277" y="552069"/>
                  </a:lnTo>
                  <a:lnTo>
                    <a:pt x="1453324" y="553784"/>
                  </a:lnTo>
                  <a:lnTo>
                    <a:pt x="1449514" y="556641"/>
                  </a:lnTo>
                  <a:lnTo>
                    <a:pt x="1447895" y="557403"/>
                  </a:lnTo>
                  <a:lnTo>
                    <a:pt x="1446466" y="557689"/>
                  </a:lnTo>
                  <a:lnTo>
                    <a:pt x="1442942" y="558070"/>
                  </a:lnTo>
                  <a:lnTo>
                    <a:pt x="1441799" y="558451"/>
                  </a:lnTo>
                  <a:lnTo>
                    <a:pt x="1440942" y="559499"/>
                  </a:lnTo>
                  <a:lnTo>
                    <a:pt x="1439799" y="562070"/>
                  </a:lnTo>
                  <a:lnTo>
                    <a:pt x="1438847" y="563118"/>
                  </a:lnTo>
                  <a:lnTo>
                    <a:pt x="1438847" y="563499"/>
                  </a:lnTo>
                  <a:lnTo>
                    <a:pt x="1439608" y="564356"/>
                  </a:lnTo>
                  <a:lnTo>
                    <a:pt x="1440275" y="565785"/>
                  </a:lnTo>
                  <a:lnTo>
                    <a:pt x="1440847" y="567404"/>
                  </a:lnTo>
                  <a:lnTo>
                    <a:pt x="1441228" y="569500"/>
                  </a:lnTo>
                  <a:lnTo>
                    <a:pt x="1441990" y="570738"/>
                  </a:lnTo>
                  <a:lnTo>
                    <a:pt x="1442275" y="573500"/>
                  </a:lnTo>
                  <a:lnTo>
                    <a:pt x="1442466" y="574453"/>
                  </a:lnTo>
                  <a:lnTo>
                    <a:pt x="1442847" y="575120"/>
                  </a:lnTo>
                  <a:lnTo>
                    <a:pt x="1441895" y="576453"/>
                  </a:lnTo>
                  <a:lnTo>
                    <a:pt x="1441799" y="576739"/>
                  </a:lnTo>
                  <a:lnTo>
                    <a:pt x="1441514" y="577025"/>
                  </a:lnTo>
                  <a:lnTo>
                    <a:pt x="1440085" y="577405"/>
                  </a:lnTo>
                  <a:lnTo>
                    <a:pt x="1439608" y="577596"/>
                  </a:lnTo>
                  <a:lnTo>
                    <a:pt x="1439132" y="578358"/>
                  </a:lnTo>
                  <a:lnTo>
                    <a:pt x="1438751" y="579501"/>
                  </a:lnTo>
                  <a:lnTo>
                    <a:pt x="1438465" y="583406"/>
                  </a:lnTo>
                  <a:lnTo>
                    <a:pt x="1438275" y="584645"/>
                  </a:lnTo>
                  <a:lnTo>
                    <a:pt x="1437799" y="585788"/>
                  </a:lnTo>
                  <a:lnTo>
                    <a:pt x="1436465" y="588074"/>
                  </a:lnTo>
                  <a:lnTo>
                    <a:pt x="1436084" y="589121"/>
                  </a:lnTo>
                  <a:lnTo>
                    <a:pt x="1436180" y="590074"/>
                  </a:lnTo>
                  <a:lnTo>
                    <a:pt x="1436751" y="590931"/>
                  </a:lnTo>
                  <a:lnTo>
                    <a:pt x="1436370" y="591312"/>
                  </a:lnTo>
                  <a:lnTo>
                    <a:pt x="1436941" y="591884"/>
                  </a:lnTo>
                  <a:lnTo>
                    <a:pt x="1437513" y="592264"/>
                  </a:lnTo>
                  <a:lnTo>
                    <a:pt x="1438180" y="592360"/>
                  </a:lnTo>
                  <a:lnTo>
                    <a:pt x="1440847" y="592360"/>
                  </a:lnTo>
                  <a:lnTo>
                    <a:pt x="1441514" y="592074"/>
                  </a:lnTo>
                  <a:lnTo>
                    <a:pt x="1441799" y="591407"/>
                  </a:lnTo>
                  <a:lnTo>
                    <a:pt x="1441799" y="589788"/>
                  </a:lnTo>
                  <a:lnTo>
                    <a:pt x="1441990" y="589217"/>
                  </a:lnTo>
                  <a:lnTo>
                    <a:pt x="1442371" y="588740"/>
                  </a:lnTo>
                  <a:lnTo>
                    <a:pt x="1443133" y="588264"/>
                  </a:lnTo>
                  <a:lnTo>
                    <a:pt x="1443704" y="588264"/>
                  </a:lnTo>
                  <a:lnTo>
                    <a:pt x="1444371" y="588455"/>
                  </a:lnTo>
                  <a:lnTo>
                    <a:pt x="1445323" y="588455"/>
                  </a:lnTo>
                  <a:lnTo>
                    <a:pt x="1445323" y="588740"/>
                  </a:lnTo>
                  <a:lnTo>
                    <a:pt x="1443418" y="589693"/>
                  </a:lnTo>
                  <a:lnTo>
                    <a:pt x="1443038" y="590455"/>
                  </a:lnTo>
                  <a:lnTo>
                    <a:pt x="1443514" y="591693"/>
                  </a:lnTo>
                  <a:lnTo>
                    <a:pt x="1444371" y="592550"/>
                  </a:lnTo>
                  <a:lnTo>
                    <a:pt x="1445323" y="592931"/>
                  </a:lnTo>
                  <a:lnTo>
                    <a:pt x="1446276" y="592741"/>
                  </a:lnTo>
                  <a:lnTo>
                    <a:pt x="1447133" y="592074"/>
                  </a:lnTo>
                  <a:lnTo>
                    <a:pt x="1447895" y="590264"/>
                  </a:lnTo>
                  <a:lnTo>
                    <a:pt x="1447895" y="589788"/>
                  </a:lnTo>
                  <a:lnTo>
                    <a:pt x="1447800" y="588645"/>
                  </a:lnTo>
                  <a:lnTo>
                    <a:pt x="1447895" y="588074"/>
                  </a:lnTo>
                  <a:lnTo>
                    <a:pt x="1448562" y="586930"/>
                  </a:lnTo>
                  <a:lnTo>
                    <a:pt x="1449038" y="587216"/>
                  </a:lnTo>
                  <a:lnTo>
                    <a:pt x="1449514" y="587978"/>
                  </a:lnTo>
                  <a:lnTo>
                    <a:pt x="1449896" y="588455"/>
                  </a:lnTo>
                  <a:lnTo>
                    <a:pt x="1450181" y="589693"/>
                  </a:lnTo>
                  <a:lnTo>
                    <a:pt x="1450086" y="592264"/>
                  </a:lnTo>
                  <a:lnTo>
                    <a:pt x="1450562" y="593979"/>
                  </a:lnTo>
                  <a:close/>
                  <a:moveTo>
                    <a:pt x="1485233" y="375190"/>
                  </a:moveTo>
                  <a:lnTo>
                    <a:pt x="1485519" y="374904"/>
                  </a:lnTo>
                  <a:lnTo>
                    <a:pt x="1486281" y="374713"/>
                  </a:lnTo>
                  <a:lnTo>
                    <a:pt x="1486757" y="374333"/>
                  </a:lnTo>
                  <a:lnTo>
                    <a:pt x="1487138" y="373856"/>
                  </a:lnTo>
                  <a:lnTo>
                    <a:pt x="1487614" y="373380"/>
                  </a:lnTo>
                  <a:lnTo>
                    <a:pt x="1485233" y="369761"/>
                  </a:lnTo>
                  <a:lnTo>
                    <a:pt x="1484852" y="369570"/>
                  </a:lnTo>
                  <a:lnTo>
                    <a:pt x="1484566" y="369189"/>
                  </a:lnTo>
                  <a:lnTo>
                    <a:pt x="1484186" y="368999"/>
                  </a:lnTo>
                  <a:lnTo>
                    <a:pt x="1483519" y="369284"/>
                  </a:lnTo>
                  <a:lnTo>
                    <a:pt x="1483233" y="369761"/>
                  </a:lnTo>
                  <a:lnTo>
                    <a:pt x="1483138" y="370332"/>
                  </a:lnTo>
                  <a:lnTo>
                    <a:pt x="1482947" y="370808"/>
                  </a:lnTo>
                  <a:lnTo>
                    <a:pt x="1482281" y="370999"/>
                  </a:lnTo>
                  <a:lnTo>
                    <a:pt x="1481614" y="370808"/>
                  </a:lnTo>
                  <a:lnTo>
                    <a:pt x="1481138" y="370427"/>
                  </a:lnTo>
                  <a:lnTo>
                    <a:pt x="1480756" y="370046"/>
                  </a:lnTo>
                  <a:lnTo>
                    <a:pt x="1480375" y="369856"/>
                  </a:lnTo>
                  <a:lnTo>
                    <a:pt x="1478375" y="369856"/>
                  </a:lnTo>
                  <a:lnTo>
                    <a:pt x="1475994" y="370142"/>
                  </a:lnTo>
                  <a:lnTo>
                    <a:pt x="1475327" y="370332"/>
                  </a:lnTo>
                  <a:lnTo>
                    <a:pt x="1474280" y="371285"/>
                  </a:lnTo>
                  <a:lnTo>
                    <a:pt x="1473613" y="371570"/>
                  </a:lnTo>
                  <a:lnTo>
                    <a:pt x="1472851" y="371475"/>
                  </a:lnTo>
                  <a:lnTo>
                    <a:pt x="1470946" y="370713"/>
                  </a:lnTo>
                  <a:lnTo>
                    <a:pt x="1469803" y="370522"/>
                  </a:lnTo>
                  <a:lnTo>
                    <a:pt x="1469041" y="370904"/>
                  </a:lnTo>
                  <a:lnTo>
                    <a:pt x="1465707" y="375571"/>
                  </a:lnTo>
                  <a:lnTo>
                    <a:pt x="1464945" y="377666"/>
                  </a:lnTo>
                  <a:lnTo>
                    <a:pt x="1464373" y="379952"/>
                  </a:lnTo>
                  <a:lnTo>
                    <a:pt x="1464183" y="382238"/>
                  </a:lnTo>
                  <a:lnTo>
                    <a:pt x="1464469" y="384429"/>
                  </a:lnTo>
                  <a:lnTo>
                    <a:pt x="1467707" y="391859"/>
                  </a:lnTo>
                  <a:lnTo>
                    <a:pt x="1468850" y="392144"/>
                  </a:lnTo>
                  <a:lnTo>
                    <a:pt x="1470089" y="391382"/>
                  </a:lnTo>
                  <a:lnTo>
                    <a:pt x="1473994" y="387953"/>
                  </a:lnTo>
                  <a:lnTo>
                    <a:pt x="1475041" y="386715"/>
                  </a:lnTo>
                  <a:lnTo>
                    <a:pt x="1476089" y="385191"/>
                  </a:lnTo>
                  <a:lnTo>
                    <a:pt x="1476756" y="383572"/>
                  </a:lnTo>
                  <a:lnTo>
                    <a:pt x="1477232" y="382714"/>
                  </a:lnTo>
                  <a:lnTo>
                    <a:pt x="1477804" y="382334"/>
                  </a:lnTo>
                  <a:lnTo>
                    <a:pt x="1478185" y="381953"/>
                  </a:lnTo>
                  <a:lnTo>
                    <a:pt x="1479423" y="379476"/>
                  </a:lnTo>
                  <a:lnTo>
                    <a:pt x="1480090" y="379095"/>
                  </a:lnTo>
                  <a:lnTo>
                    <a:pt x="1480947" y="378809"/>
                  </a:lnTo>
                  <a:lnTo>
                    <a:pt x="1481614" y="378428"/>
                  </a:lnTo>
                  <a:lnTo>
                    <a:pt x="1482090" y="377190"/>
                  </a:lnTo>
                  <a:lnTo>
                    <a:pt x="1482471" y="377190"/>
                  </a:lnTo>
                  <a:lnTo>
                    <a:pt x="1482852" y="377476"/>
                  </a:lnTo>
                  <a:lnTo>
                    <a:pt x="1483042" y="377762"/>
                  </a:lnTo>
                  <a:lnTo>
                    <a:pt x="1483138" y="378238"/>
                  </a:lnTo>
                  <a:lnTo>
                    <a:pt x="1483042" y="379857"/>
                  </a:lnTo>
                  <a:lnTo>
                    <a:pt x="1484186" y="386715"/>
                  </a:lnTo>
                  <a:lnTo>
                    <a:pt x="1483805" y="388430"/>
                  </a:lnTo>
                  <a:lnTo>
                    <a:pt x="1481328" y="389954"/>
                  </a:lnTo>
                  <a:lnTo>
                    <a:pt x="1480661" y="390239"/>
                  </a:lnTo>
                  <a:lnTo>
                    <a:pt x="1480280" y="390430"/>
                  </a:lnTo>
                  <a:lnTo>
                    <a:pt x="1480185" y="390906"/>
                  </a:lnTo>
                  <a:lnTo>
                    <a:pt x="1480280" y="391478"/>
                  </a:lnTo>
                  <a:lnTo>
                    <a:pt x="1480566" y="391954"/>
                  </a:lnTo>
                  <a:lnTo>
                    <a:pt x="1480947" y="392239"/>
                  </a:lnTo>
                  <a:lnTo>
                    <a:pt x="1482662" y="392716"/>
                  </a:lnTo>
                  <a:lnTo>
                    <a:pt x="1483042" y="393192"/>
                  </a:lnTo>
                  <a:lnTo>
                    <a:pt x="1483328" y="393668"/>
                  </a:lnTo>
                  <a:lnTo>
                    <a:pt x="1483805" y="393859"/>
                  </a:lnTo>
                  <a:lnTo>
                    <a:pt x="1485709" y="392430"/>
                  </a:lnTo>
                  <a:lnTo>
                    <a:pt x="1486281" y="392335"/>
                  </a:lnTo>
                  <a:lnTo>
                    <a:pt x="1486567" y="392906"/>
                  </a:lnTo>
                  <a:lnTo>
                    <a:pt x="1486757" y="394145"/>
                  </a:lnTo>
                  <a:lnTo>
                    <a:pt x="1487138" y="394430"/>
                  </a:lnTo>
                  <a:lnTo>
                    <a:pt x="1487519" y="393954"/>
                  </a:lnTo>
                  <a:lnTo>
                    <a:pt x="1487614" y="392811"/>
                  </a:lnTo>
                  <a:lnTo>
                    <a:pt x="1487519" y="388049"/>
                  </a:lnTo>
                  <a:lnTo>
                    <a:pt x="1487996" y="385667"/>
                  </a:lnTo>
                  <a:lnTo>
                    <a:pt x="1489139" y="383762"/>
                  </a:lnTo>
                  <a:lnTo>
                    <a:pt x="1489615" y="383381"/>
                  </a:lnTo>
                  <a:lnTo>
                    <a:pt x="1489996" y="383191"/>
                  </a:lnTo>
                  <a:lnTo>
                    <a:pt x="1490472" y="383096"/>
                  </a:lnTo>
                  <a:lnTo>
                    <a:pt x="1491139" y="383096"/>
                  </a:lnTo>
                  <a:lnTo>
                    <a:pt x="1491615" y="383381"/>
                  </a:lnTo>
                  <a:lnTo>
                    <a:pt x="1491710" y="383953"/>
                  </a:lnTo>
                  <a:lnTo>
                    <a:pt x="1491710" y="384524"/>
                  </a:lnTo>
                  <a:lnTo>
                    <a:pt x="1491901" y="384810"/>
                  </a:lnTo>
                  <a:lnTo>
                    <a:pt x="1492853" y="385191"/>
                  </a:lnTo>
                  <a:lnTo>
                    <a:pt x="1493234" y="386048"/>
                  </a:lnTo>
                  <a:lnTo>
                    <a:pt x="1493520" y="388049"/>
                  </a:lnTo>
                  <a:lnTo>
                    <a:pt x="1494568" y="387382"/>
                  </a:lnTo>
                  <a:lnTo>
                    <a:pt x="1495997" y="388334"/>
                  </a:lnTo>
                  <a:lnTo>
                    <a:pt x="1497044" y="387858"/>
                  </a:lnTo>
                  <a:lnTo>
                    <a:pt x="1497425" y="387572"/>
                  </a:lnTo>
                  <a:lnTo>
                    <a:pt x="1498378" y="387382"/>
                  </a:lnTo>
                  <a:lnTo>
                    <a:pt x="1498854" y="387191"/>
                  </a:lnTo>
                  <a:lnTo>
                    <a:pt x="1501045" y="385381"/>
                  </a:lnTo>
                  <a:lnTo>
                    <a:pt x="1502378" y="383953"/>
                  </a:lnTo>
                  <a:lnTo>
                    <a:pt x="1502664" y="383381"/>
                  </a:lnTo>
                  <a:lnTo>
                    <a:pt x="1502759" y="382905"/>
                  </a:lnTo>
                  <a:lnTo>
                    <a:pt x="1502664" y="381286"/>
                  </a:lnTo>
                  <a:lnTo>
                    <a:pt x="1502950" y="380238"/>
                  </a:lnTo>
                  <a:lnTo>
                    <a:pt x="1503616" y="378333"/>
                  </a:lnTo>
                  <a:lnTo>
                    <a:pt x="1503712" y="377190"/>
                  </a:lnTo>
                  <a:lnTo>
                    <a:pt x="1503521" y="376238"/>
                  </a:lnTo>
                  <a:lnTo>
                    <a:pt x="1502855" y="375571"/>
                  </a:lnTo>
                  <a:lnTo>
                    <a:pt x="1501902" y="375190"/>
                  </a:lnTo>
                  <a:lnTo>
                    <a:pt x="1500949" y="375095"/>
                  </a:lnTo>
                  <a:lnTo>
                    <a:pt x="1500092" y="374809"/>
                  </a:lnTo>
                  <a:lnTo>
                    <a:pt x="1498949" y="373571"/>
                  </a:lnTo>
                  <a:lnTo>
                    <a:pt x="1498473" y="373285"/>
                  </a:lnTo>
                  <a:lnTo>
                    <a:pt x="1497806" y="373666"/>
                  </a:lnTo>
                  <a:lnTo>
                    <a:pt x="1497425" y="374333"/>
                  </a:lnTo>
                  <a:lnTo>
                    <a:pt x="1497044" y="374713"/>
                  </a:lnTo>
                  <a:lnTo>
                    <a:pt x="1496282" y="374237"/>
                  </a:lnTo>
                  <a:lnTo>
                    <a:pt x="1496187" y="373856"/>
                  </a:lnTo>
                  <a:lnTo>
                    <a:pt x="1496092" y="373285"/>
                  </a:lnTo>
                  <a:lnTo>
                    <a:pt x="1495901" y="372809"/>
                  </a:lnTo>
                  <a:lnTo>
                    <a:pt x="1495520" y="372809"/>
                  </a:lnTo>
                  <a:lnTo>
                    <a:pt x="1495139" y="372999"/>
                  </a:lnTo>
                  <a:lnTo>
                    <a:pt x="1494663" y="372999"/>
                  </a:lnTo>
                  <a:lnTo>
                    <a:pt x="1493711" y="372999"/>
                  </a:lnTo>
                  <a:lnTo>
                    <a:pt x="1492948" y="373285"/>
                  </a:lnTo>
                  <a:lnTo>
                    <a:pt x="1492567" y="373952"/>
                  </a:lnTo>
                  <a:lnTo>
                    <a:pt x="1492091" y="375476"/>
                  </a:lnTo>
                  <a:lnTo>
                    <a:pt x="1491329" y="376523"/>
                  </a:lnTo>
                  <a:lnTo>
                    <a:pt x="1491139" y="376714"/>
                  </a:lnTo>
                  <a:lnTo>
                    <a:pt x="1490472" y="377095"/>
                  </a:lnTo>
                  <a:lnTo>
                    <a:pt x="1490281" y="377285"/>
                  </a:lnTo>
                  <a:lnTo>
                    <a:pt x="1488757" y="379857"/>
                  </a:lnTo>
                  <a:lnTo>
                    <a:pt x="1487900" y="381000"/>
                  </a:lnTo>
                  <a:lnTo>
                    <a:pt x="1486662" y="381953"/>
                  </a:lnTo>
                  <a:lnTo>
                    <a:pt x="1486472" y="381191"/>
                  </a:lnTo>
                  <a:lnTo>
                    <a:pt x="1486472" y="379571"/>
                  </a:lnTo>
                  <a:lnTo>
                    <a:pt x="1486376" y="378714"/>
                  </a:lnTo>
                  <a:lnTo>
                    <a:pt x="1486090" y="378333"/>
                  </a:lnTo>
                  <a:lnTo>
                    <a:pt x="1485614" y="377952"/>
                  </a:lnTo>
                  <a:lnTo>
                    <a:pt x="1485138" y="377476"/>
                  </a:lnTo>
                  <a:lnTo>
                    <a:pt x="1484948" y="376904"/>
                  </a:lnTo>
                  <a:lnTo>
                    <a:pt x="1485043" y="375476"/>
                  </a:lnTo>
                  <a:lnTo>
                    <a:pt x="1485233" y="375190"/>
                  </a:lnTo>
                  <a:close/>
                  <a:moveTo>
                    <a:pt x="1442371" y="752475"/>
                  </a:moveTo>
                  <a:lnTo>
                    <a:pt x="1440942" y="752285"/>
                  </a:lnTo>
                  <a:lnTo>
                    <a:pt x="1440085" y="753142"/>
                  </a:lnTo>
                  <a:lnTo>
                    <a:pt x="1440561" y="754856"/>
                  </a:lnTo>
                  <a:lnTo>
                    <a:pt x="1441895" y="755999"/>
                  </a:lnTo>
                  <a:lnTo>
                    <a:pt x="1443609" y="755237"/>
                  </a:lnTo>
                  <a:lnTo>
                    <a:pt x="1444181" y="753809"/>
                  </a:lnTo>
                  <a:lnTo>
                    <a:pt x="1443609" y="752951"/>
                  </a:lnTo>
                  <a:lnTo>
                    <a:pt x="1442371" y="752475"/>
                  </a:lnTo>
                  <a:close/>
                  <a:moveTo>
                    <a:pt x="1543526" y="741140"/>
                  </a:moveTo>
                  <a:lnTo>
                    <a:pt x="1542859" y="739712"/>
                  </a:lnTo>
                  <a:lnTo>
                    <a:pt x="1542288" y="739140"/>
                  </a:lnTo>
                  <a:lnTo>
                    <a:pt x="1541526" y="738950"/>
                  </a:lnTo>
                  <a:lnTo>
                    <a:pt x="1540859" y="739140"/>
                  </a:lnTo>
                  <a:lnTo>
                    <a:pt x="1540478" y="739521"/>
                  </a:lnTo>
                  <a:lnTo>
                    <a:pt x="1540288" y="739902"/>
                  </a:lnTo>
                  <a:lnTo>
                    <a:pt x="1539431" y="740569"/>
                  </a:lnTo>
                  <a:lnTo>
                    <a:pt x="1538002" y="742855"/>
                  </a:lnTo>
                  <a:lnTo>
                    <a:pt x="1536954" y="743903"/>
                  </a:lnTo>
                  <a:lnTo>
                    <a:pt x="1535144" y="747046"/>
                  </a:lnTo>
                  <a:lnTo>
                    <a:pt x="1533620" y="748094"/>
                  </a:lnTo>
                  <a:lnTo>
                    <a:pt x="1532954" y="748855"/>
                  </a:lnTo>
                  <a:lnTo>
                    <a:pt x="1532954" y="749999"/>
                  </a:lnTo>
                  <a:lnTo>
                    <a:pt x="1532573" y="749808"/>
                  </a:lnTo>
                  <a:lnTo>
                    <a:pt x="1532287" y="749618"/>
                  </a:lnTo>
                  <a:lnTo>
                    <a:pt x="1531525" y="748475"/>
                  </a:lnTo>
                  <a:lnTo>
                    <a:pt x="1531525" y="748284"/>
                  </a:lnTo>
                  <a:lnTo>
                    <a:pt x="1531525" y="748189"/>
                  </a:lnTo>
                  <a:lnTo>
                    <a:pt x="1531048" y="746665"/>
                  </a:lnTo>
                  <a:lnTo>
                    <a:pt x="1530763" y="746379"/>
                  </a:lnTo>
                  <a:lnTo>
                    <a:pt x="1530191" y="745903"/>
                  </a:lnTo>
                  <a:lnTo>
                    <a:pt x="1529429" y="745808"/>
                  </a:lnTo>
                  <a:lnTo>
                    <a:pt x="1528286" y="746284"/>
                  </a:lnTo>
                  <a:lnTo>
                    <a:pt x="1526286" y="747617"/>
                  </a:lnTo>
                  <a:lnTo>
                    <a:pt x="1525333" y="748855"/>
                  </a:lnTo>
                  <a:lnTo>
                    <a:pt x="1523429" y="752285"/>
                  </a:lnTo>
                  <a:lnTo>
                    <a:pt x="1523143" y="752475"/>
                  </a:lnTo>
                  <a:lnTo>
                    <a:pt x="1522476" y="753142"/>
                  </a:lnTo>
                  <a:lnTo>
                    <a:pt x="1522190" y="753809"/>
                  </a:lnTo>
                  <a:lnTo>
                    <a:pt x="1522952" y="754094"/>
                  </a:lnTo>
                  <a:lnTo>
                    <a:pt x="1523524" y="754094"/>
                  </a:lnTo>
                  <a:lnTo>
                    <a:pt x="1523905" y="753999"/>
                  </a:lnTo>
                  <a:lnTo>
                    <a:pt x="1525905" y="752951"/>
                  </a:lnTo>
                  <a:lnTo>
                    <a:pt x="1527143" y="752570"/>
                  </a:lnTo>
                  <a:lnTo>
                    <a:pt x="1528191" y="752570"/>
                  </a:lnTo>
                  <a:lnTo>
                    <a:pt x="1528667" y="753237"/>
                  </a:lnTo>
                  <a:lnTo>
                    <a:pt x="1528858" y="753904"/>
                  </a:lnTo>
                  <a:lnTo>
                    <a:pt x="1529906" y="755237"/>
                  </a:lnTo>
                  <a:lnTo>
                    <a:pt x="1530096" y="756285"/>
                  </a:lnTo>
                  <a:lnTo>
                    <a:pt x="1529906" y="758285"/>
                  </a:lnTo>
                  <a:lnTo>
                    <a:pt x="1530287" y="758952"/>
                  </a:lnTo>
                  <a:lnTo>
                    <a:pt x="1531620" y="759238"/>
                  </a:lnTo>
                  <a:lnTo>
                    <a:pt x="1532858" y="759143"/>
                  </a:lnTo>
                  <a:lnTo>
                    <a:pt x="1534001" y="758857"/>
                  </a:lnTo>
                  <a:lnTo>
                    <a:pt x="1535049" y="758380"/>
                  </a:lnTo>
                  <a:lnTo>
                    <a:pt x="1535811" y="757809"/>
                  </a:lnTo>
                  <a:lnTo>
                    <a:pt x="1536573" y="756952"/>
                  </a:lnTo>
                  <a:lnTo>
                    <a:pt x="1537240" y="755809"/>
                  </a:lnTo>
                  <a:lnTo>
                    <a:pt x="1537716" y="754571"/>
                  </a:lnTo>
                  <a:lnTo>
                    <a:pt x="1538097" y="752285"/>
                  </a:lnTo>
                  <a:lnTo>
                    <a:pt x="1538668" y="751142"/>
                  </a:lnTo>
                  <a:lnTo>
                    <a:pt x="1539335" y="750094"/>
                  </a:lnTo>
                  <a:lnTo>
                    <a:pt x="1540097" y="749237"/>
                  </a:lnTo>
                  <a:lnTo>
                    <a:pt x="1542002" y="747903"/>
                  </a:lnTo>
                  <a:lnTo>
                    <a:pt x="1542859" y="746855"/>
                  </a:lnTo>
                  <a:lnTo>
                    <a:pt x="1542764" y="745808"/>
                  </a:lnTo>
                  <a:lnTo>
                    <a:pt x="1542383" y="744855"/>
                  </a:lnTo>
                  <a:lnTo>
                    <a:pt x="1542574" y="743617"/>
                  </a:lnTo>
                  <a:lnTo>
                    <a:pt x="1543526" y="741140"/>
                  </a:lnTo>
                  <a:close/>
                  <a:moveTo>
                    <a:pt x="1691735" y="332804"/>
                  </a:moveTo>
                  <a:lnTo>
                    <a:pt x="1692021" y="333375"/>
                  </a:lnTo>
                  <a:lnTo>
                    <a:pt x="1692212" y="334042"/>
                  </a:lnTo>
                  <a:lnTo>
                    <a:pt x="1692212" y="334709"/>
                  </a:lnTo>
                  <a:lnTo>
                    <a:pt x="1691831" y="334804"/>
                  </a:lnTo>
                  <a:lnTo>
                    <a:pt x="1691164" y="335185"/>
                  </a:lnTo>
                  <a:lnTo>
                    <a:pt x="1690973" y="335661"/>
                  </a:lnTo>
                  <a:lnTo>
                    <a:pt x="1691831" y="336137"/>
                  </a:lnTo>
                  <a:lnTo>
                    <a:pt x="1691640" y="336328"/>
                  </a:lnTo>
                  <a:lnTo>
                    <a:pt x="1691545" y="336518"/>
                  </a:lnTo>
                  <a:lnTo>
                    <a:pt x="1691449" y="336899"/>
                  </a:lnTo>
                  <a:lnTo>
                    <a:pt x="1694688" y="336899"/>
                  </a:lnTo>
                  <a:lnTo>
                    <a:pt x="1695736" y="336613"/>
                  </a:lnTo>
                  <a:lnTo>
                    <a:pt x="1696403" y="336233"/>
                  </a:lnTo>
                  <a:lnTo>
                    <a:pt x="1697641" y="334994"/>
                  </a:lnTo>
                  <a:lnTo>
                    <a:pt x="1697926" y="335089"/>
                  </a:lnTo>
                  <a:lnTo>
                    <a:pt x="1698307" y="335375"/>
                  </a:lnTo>
                  <a:lnTo>
                    <a:pt x="1698593" y="335375"/>
                  </a:lnTo>
                  <a:lnTo>
                    <a:pt x="1698879" y="334328"/>
                  </a:lnTo>
                  <a:lnTo>
                    <a:pt x="1699355" y="333661"/>
                  </a:lnTo>
                  <a:lnTo>
                    <a:pt x="1699546" y="333280"/>
                  </a:lnTo>
                  <a:lnTo>
                    <a:pt x="1699165" y="331851"/>
                  </a:lnTo>
                  <a:lnTo>
                    <a:pt x="1699165" y="331089"/>
                  </a:lnTo>
                  <a:lnTo>
                    <a:pt x="1700117" y="330422"/>
                  </a:lnTo>
                  <a:lnTo>
                    <a:pt x="1700117" y="329660"/>
                  </a:lnTo>
                  <a:lnTo>
                    <a:pt x="1699927" y="328898"/>
                  </a:lnTo>
                  <a:lnTo>
                    <a:pt x="1699641" y="328327"/>
                  </a:lnTo>
                  <a:lnTo>
                    <a:pt x="1699165" y="327755"/>
                  </a:lnTo>
                  <a:lnTo>
                    <a:pt x="1698689" y="326993"/>
                  </a:lnTo>
                  <a:lnTo>
                    <a:pt x="1698498" y="326231"/>
                  </a:lnTo>
                  <a:lnTo>
                    <a:pt x="1698879" y="325469"/>
                  </a:lnTo>
                  <a:lnTo>
                    <a:pt x="1699260" y="325374"/>
                  </a:lnTo>
                  <a:lnTo>
                    <a:pt x="1700213" y="325469"/>
                  </a:lnTo>
                  <a:lnTo>
                    <a:pt x="1700498" y="325374"/>
                  </a:lnTo>
                  <a:lnTo>
                    <a:pt x="1700689" y="325088"/>
                  </a:lnTo>
                  <a:lnTo>
                    <a:pt x="1700879" y="324612"/>
                  </a:lnTo>
                  <a:lnTo>
                    <a:pt x="1700974" y="324136"/>
                  </a:lnTo>
                  <a:lnTo>
                    <a:pt x="1700689" y="323945"/>
                  </a:lnTo>
                  <a:lnTo>
                    <a:pt x="1699165" y="324041"/>
                  </a:lnTo>
                  <a:lnTo>
                    <a:pt x="1698689" y="323850"/>
                  </a:lnTo>
                  <a:lnTo>
                    <a:pt x="1698403" y="323279"/>
                  </a:lnTo>
                  <a:lnTo>
                    <a:pt x="1698022" y="322897"/>
                  </a:lnTo>
                  <a:lnTo>
                    <a:pt x="1697641" y="322612"/>
                  </a:lnTo>
                  <a:lnTo>
                    <a:pt x="1697260" y="322612"/>
                  </a:lnTo>
                  <a:lnTo>
                    <a:pt x="1696879" y="322897"/>
                  </a:lnTo>
                  <a:lnTo>
                    <a:pt x="1696498" y="322517"/>
                  </a:lnTo>
                  <a:lnTo>
                    <a:pt x="1695926" y="322897"/>
                  </a:lnTo>
                  <a:lnTo>
                    <a:pt x="1694402" y="322802"/>
                  </a:lnTo>
                  <a:lnTo>
                    <a:pt x="1693736" y="323088"/>
                  </a:lnTo>
                  <a:lnTo>
                    <a:pt x="1693259" y="323374"/>
                  </a:lnTo>
                  <a:lnTo>
                    <a:pt x="1691926" y="323945"/>
                  </a:lnTo>
                  <a:lnTo>
                    <a:pt x="1691545" y="324041"/>
                  </a:lnTo>
                  <a:lnTo>
                    <a:pt x="1690973" y="324517"/>
                  </a:lnTo>
                  <a:lnTo>
                    <a:pt x="1691164" y="325660"/>
                  </a:lnTo>
                  <a:lnTo>
                    <a:pt x="1691640" y="327088"/>
                  </a:lnTo>
                  <a:lnTo>
                    <a:pt x="1691735" y="328327"/>
                  </a:lnTo>
                  <a:lnTo>
                    <a:pt x="1691545" y="328517"/>
                  </a:lnTo>
                  <a:lnTo>
                    <a:pt x="1691259" y="328613"/>
                  </a:lnTo>
                  <a:lnTo>
                    <a:pt x="1691068" y="328803"/>
                  </a:lnTo>
                  <a:lnTo>
                    <a:pt x="1690973" y="329184"/>
                  </a:lnTo>
                  <a:lnTo>
                    <a:pt x="1690973" y="330613"/>
                  </a:lnTo>
                  <a:lnTo>
                    <a:pt x="1690497" y="331851"/>
                  </a:lnTo>
                  <a:lnTo>
                    <a:pt x="1690497" y="332422"/>
                  </a:lnTo>
                  <a:lnTo>
                    <a:pt x="1691068" y="332613"/>
                  </a:lnTo>
                  <a:lnTo>
                    <a:pt x="1691735" y="332804"/>
                  </a:lnTo>
                  <a:close/>
                  <a:moveTo>
                    <a:pt x="1692497" y="61055"/>
                  </a:moveTo>
                  <a:lnTo>
                    <a:pt x="1692973" y="60388"/>
                  </a:lnTo>
                  <a:lnTo>
                    <a:pt x="1692592" y="59627"/>
                  </a:lnTo>
                  <a:lnTo>
                    <a:pt x="1692116" y="59246"/>
                  </a:lnTo>
                  <a:lnTo>
                    <a:pt x="1691735" y="59341"/>
                  </a:lnTo>
                  <a:lnTo>
                    <a:pt x="1691640" y="59531"/>
                  </a:lnTo>
                  <a:lnTo>
                    <a:pt x="1691735" y="60388"/>
                  </a:lnTo>
                  <a:lnTo>
                    <a:pt x="1692497" y="61055"/>
                  </a:lnTo>
                  <a:close/>
                  <a:moveTo>
                    <a:pt x="1670304" y="99346"/>
                  </a:moveTo>
                  <a:lnTo>
                    <a:pt x="1672685" y="100298"/>
                  </a:lnTo>
                  <a:lnTo>
                    <a:pt x="1674781" y="98965"/>
                  </a:lnTo>
                  <a:lnTo>
                    <a:pt x="1675352" y="97917"/>
                  </a:lnTo>
                  <a:lnTo>
                    <a:pt x="1675257" y="95345"/>
                  </a:lnTo>
                  <a:lnTo>
                    <a:pt x="1675352" y="91630"/>
                  </a:lnTo>
                  <a:lnTo>
                    <a:pt x="1678210" y="88868"/>
                  </a:lnTo>
                  <a:lnTo>
                    <a:pt x="1681258" y="85154"/>
                  </a:lnTo>
                  <a:lnTo>
                    <a:pt x="1680115" y="83820"/>
                  </a:lnTo>
                  <a:lnTo>
                    <a:pt x="1678591" y="82487"/>
                  </a:lnTo>
                  <a:lnTo>
                    <a:pt x="1678019" y="80581"/>
                  </a:lnTo>
                  <a:lnTo>
                    <a:pt x="1678210" y="79343"/>
                  </a:lnTo>
                  <a:lnTo>
                    <a:pt x="1678496" y="78200"/>
                  </a:lnTo>
                  <a:lnTo>
                    <a:pt x="1679067" y="77057"/>
                  </a:lnTo>
                  <a:lnTo>
                    <a:pt x="1679353" y="75914"/>
                  </a:lnTo>
                  <a:lnTo>
                    <a:pt x="1678972" y="74771"/>
                  </a:lnTo>
                  <a:lnTo>
                    <a:pt x="1678972" y="74771"/>
                  </a:lnTo>
                  <a:lnTo>
                    <a:pt x="1678876" y="73914"/>
                  </a:lnTo>
                  <a:lnTo>
                    <a:pt x="1678496" y="73724"/>
                  </a:lnTo>
                  <a:lnTo>
                    <a:pt x="1677924" y="73724"/>
                  </a:lnTo>
                  <a:lnTo>
                    <a:pt x="1677257" y="73343"/>
                  </a:lnTo>
                  <a:lnTo>
                    <a:pt x="1676876" y="72676"/>
                  </a:lnTo>
                  <a:lnTo>
                    <a:pt x="1676781" y="72104"/>
                  </a:lnTo>
                  <a:lnTo>
                    <a:pt x="1676590" y="71628"/>
                  </a:lnTo>
                  <a:lnTo>
                    <a:pt x="1675829" y="71152"/>
                  </a:lnTo>
                  <a:lnTo>
                    <a:pt x="1674781" y="70961"/>
                  </a:lnTo>
                  <a:lnTo>
                    <a:pt x="1673352" y="70961"/>
                  </a:lnTo>
                  <a:lnTo>
                    <a:pt x="1672114" y="71247"/>
                  </a:lnTo>
                  <a:lnTo>
                    <a:pt x="1671542" y="71723"/>
                  </a:lnTo>
                  <a:lnTo>
                    <a:pt x="1671638" y="72390"/>
                  </a:lnTo>
                  <a:lnTo>
                    <a:pt x="1671923" y="73533"/>
                  </a:lnTo>
                  <a:lnTo>
                    <a:pt x="1672018" y="74009"/>
                  </a:lnTo>
                  <a:lnTo>
                    <a:pt x="1672018" y="74676"/>
                  </a:lnTo>
                  <a:lnTo>
                    <a:pt x="1671923" y="75057"/>
                  </a:lnTo>
                  <a:lnTo>
                    <a:pt x="1670114" y="77629"/>
                  </a:lnTo>
                  <a:lnTo>
                    <a:pt x="1669637" y="78962"/>
                  </a:lnTo>
                  <a:lnTo>
                    <a:pt x="1669732" y="80486"/>
                  </a:lnTo>
                  <a:lnTo>
                    <a:pt x="1669732" y="81153"/>
                  </a:lnTo>
                  <a:lnTo>
                    <a:pt x="1669923" y="81820"/>
                  </a:lnTo>
                  <a:lnTo>
                    <a:pt x="1670114" y="82296"/>
                  </a:lnTo>
                  <a:lnTo>
                    <a:pt x="1670590" y="83629"/>
                  </a:lnTo>
                  <a:lnTo>
                    <a:pt x="1670114" y="84772"/>
                  </a:lnTo>
                  <a:lnTo>
                    <a:pt x="1670304" y="86011"/>
                  </a:lnTo>
                  <a:lnTo>
                    <a:pt x="1672781" y="86678"/>
                  </a:lnTo>
                  <a:lnTo>
                    <a:pt x="1673733" y="86963"/>
                  </a:lnTo>
                  <a:lnTo>
                    <a:pt x="1674495" y="87249"/>
                  </a:lnTo>
                  <a:lnTo>
                    <a:pt x="1675066" y="88202"/>
                  </a:lnTo>
                  <a:lnTo>
                    <a:pt x="1672685" y="90202"/>
                  </a:lnTo>
                  <a:lnTo>
                    <a:pt x="1670685" y="94869"/>
                  </a:lnTo>
                  <a:lnTo>
                    <a:pt x="1669066" y="95821"/>
                  </a:lnTo>
                  <a:lnTo>
                    <a:pt x="1668304" y="96774"/>
                  </a:lnTo>
                  <a:lnTo>
                    <a:pt x="1667732" y="98203"/>
                  </a:lnTo>
                  <a:lnTo>
                    <a:pt x="1668304" y="99727"/>
                  </a:lnTo>
                  <a:lnTo>
                    <a:pt x="1670304" y="99346"/>
                  </a:lnTo>
                  <a:close/>
                  <a:moveTo>
                    <a:pt x="1720882" y="372713"/>
                  </a:moveTo>
                  <a:lnTo>
                    <a:pt x="1718405" y="372618"/>
                  </a:lnTo>
                  <a:lnTo>
                    <a:pt x="1717548" y="371856"/>
                  </a:lnTo>
                  <a:lnTo>
                    <a:pt x="1714214" y="370713"/>
                  </a:lnTo>
                  <a:lnTo>
                    <a:pt x="1713357" y="370808"/>
                  </a:lnTo>
                  <a:lnTo>
                    <a:pt x="1712595" y="371189"/>
                  </a:lnTo>
                  <a:lnTo>
                    <a:pt x="1711833" y="371761"/>
                  </a:lnTo>
                  <a:lnTo>
                    <a:pt x="1710404" y="373285"/>
                  </a:lnTo>
                  <a:lnTo>
                    <a:pt x="1709738" y="374237"/>
                  </a:lnTo>
                  <a:lnTo>
                    <a:pt x="1709833" y="374618"/>
                  </a:lnTo>
                  <a:lnTo>
                    <a:pt x="1710690" y="374904"/>
                  </a:lnTo>
                  <a:lnTo>
                    <a:pt x="1711738" y="375380"/>
                  </a:lnTo>
                  <a:lnTo>
                    <a:pt x="1712595" y="375571"/>
                  </a:lnTo>
                  <a:lnTo>
                    <a:pt x="1712976" y="374809"/>
                  </a:lnTo>
                  <a:lnTo>
                    <a:pt x="1713452" y="374333"/>
                  </a:lnTo>
                  <a:lnTo>
                    <a:pt x="1714595" y="374237"/>
                  </a:lnTo>
                  <a:lnTo>
                    <a:pt x="1716596" y="374618"/>
                  </a:lnTo>
                  <a:lnTo>
                    <a:pt x="1719548" y="376047"/>
                  </a:lnTo>
                  <a:lnTo>
                    <a:pt x="1720596" y="376142"/>
                  </a:lnTo>
                  <a:lnTo>
                    <a:pt x="1721358" y="375761"/>
                  </a:lnTo>
                  <a:lnTo>
                    <a:pt x="1722025" y="374999"/>
                  </a:lnTo>
                  <a:lnTo>
                    <a:pt x="1722311" y="374047"/>
                  </a:lnTo>
                  <a:lnTo>
                    <a:pt x="1721930" y="373189"/>
                  </a:lnTo>
                  <a:lnTo>
                    <a:pt x="1720882" y="372713"/>
                  </a:lnTo>
                  <a:close/>
                  <a:moveTo>
                    <a:pt x="1675448" y="109156"/>
                  </a:moveTo>
                  <a:lnTo>
                    <a:pt x="1673828" y="108109"/>
                  </a:lnTo>
                  <a:lnTo>
                    <a:pt x="1671923" y="107633"/>
                  </a:lnTo>
                  <a:lnTo>
                    <a:pt x="1671638" y="109156"/>
                  </a:lnTo>
                  <a:lnTo>
                    <a:pt x="1673066" y="111824"/>
                  </a:lnTo>
                  <a:lnTo>
                    <a:pt x="1675448" y="114014"/>
                  </a:lnTo>
                  <a:lnTo>
                    <a:pt x="1676876" y="113443"/>
                  </a:lnTo>
                  <a:lnTo>
                    <a:pt x="1677829" y="112681"/>
                  </a:lnTo>
                  <a:lnTo>
                    <a:pt x="1677162" y="111538"/>
                  </a:lnTo>
                  <a:lnTo>
                    <a:pt x="1676686" y="110680"/>
                  </a:lnTo>
                  <a:lnTo>
                    <a:pt x="1675448" y="109156"/>
                  </a:lnTo>
                  <a:close/>
                  <a:moveTo>
                    <a:pt x="1700784" y="268510"/>
                  </a:moveTo>
                  <a:lnTo>
                    <a:pt x="1701356" y="269462"/>
                  </a:lnTo>
                  <a:lnTo>
                    <a:pt x="1701832" y="269843"/>
                  </a:lnTo>
                  <a:lnTo>
                    <a:pt x="1702784" y="269843"/>
                  </a:lnTo>
                  <a:lnTo>
                    <a:pt x="1703641" y="269748"/>
                  </a:lnTo>
                  <a:lnTo>
                    <a:pt x="1704308" y="269367"/>
                  </a:lnTo>
                  <a:lnTo>
                    <a:pt x="1704880" y="268319"/>
                  </a:lnTo>
                  <a:lnTo>
                    <a:pt x="1705165" y="267081"/>
                  </a:lnTo>
                  <a:lnTo>
                    <a:pt x="1705070" y="266129"/>
                  </a:lnTo>
                  <a:lnTo>
                    <a:pt x="1704499" y="265367"/>
                  </a:lnTo>
                  <a:lnTo>
                    <a:pt x="1702498" y="264224"/>
                  </a:lnTo>
                  <a:lnTo>
                    <a:pt x="1701451" y="264605"/>
                  </a:lnTo>
                  <a:lnTo>
                    <a:pt x="1700593" y="265557"/>
                  </a:lnTo>
                  <a:lnTo>
                    <a:pt x="1700213" y="266700"/>
                  </a:lnTo>
                  <a:lnTo>
                    <a:pt x="1700403" y="267367"/>
                  </a:lnTo>
                  <a:lnTo>
                    <a:pt x="1700784" y="268510"/>
                  </a:lnTo>
                  <a:close/>
                  <a:moveTo>
                    <a:pt x="1704308" y="274606"/>
                  </a:moveTo>
                  <a:lnTo>
                    <a:pt x="1704594" y="275558"/>
                  </a:lnTo>
                  <a:lnTo>
                    <a:pt x="1705070" y="276320"/>
                  </a:lnTo>
                  <a:lnTo>
                    <a:pt x="1705356" y="276892"/>
                  </a:lnTo>
                  <a:lnTo>
                    <a:pt x="1705928" y="277082"/>
                  </a:lnTo>
                  <a:lnTo>
                    <a:pt x="1707071" y="276416"/>
                  </a:lnTo>
                  <a:lnTo>
                    <a:pt x="1708309" y="275368"/>
                  </a:lnTo>
                  <a:lnTo>
                    <a:pt x="1708975" y="274606"/>
                  </a:lnTo>
                  <a:lnTo>
                    <a:pt x="1709166" y="273653"/>
                  </a:lnTo>
                  <a:lnTo>
                    <a:pt x="1709166" y="272510"/>
                  </a:lnTo>
                  <a:lnTo>
                    <a:pt x="1708975" y="271463"/>
                  </a:lnTo>
                  <a:lnTo>
                    <a:pt x="1708690" y="270701"/>
                  </a:lnTo>
                  <a:lnTo>
                    <a:pt x="1708499" y="270510"/>
                  </a:lnTo>
                  <a:lnTo>
                    <a:pt x="1708214" y="270320"/>
                  </a:lnTo>
                  <a:lnTo>
                    <a:pt x="1707928" y="270129"/>
                  </a:lnTo>
                  <a:lnTo>
                    <a:pt x="1707547" y="269938"/>
                  </a:lnTo>
                  <a:lnTo>
                    <a:pt x="1707166" y="270224"/>
                  </a:lnTo>
                  <a:lnTo>
                    <a:pt x="1706689" y="270320"/>
                  </a:lnTo>
                  <a:lnTo>
                    <a:pt x="1706213" y="270224"/>
                  </a:lnTo>
                  <a:lnTo>
                    <a:pt x="1705737" y="270034"/>
                  </a:lnTo>
                  <a:lnTo>
                    <a:pt x="1705261" y="273082"/>
                  </a:lnTo>
                  <a:lnTo>
                    <a:pt x="1704308" y="274606"/>
                  </a:lnTo>
                  <a:close/>
                  <a:moveTo>
                    <a:pt x="1599724" y="168402"/>
                  </a:moveTo>
                  <a:lnTo>
                    <a:pt x="1599914" y="169164"/>
                  </a:lnTo>
                  <a:lnTo>
                    <a:pt x="1599914" y="170117"/>
                  </a:lnTo>
                  <a:lnTo>
                    <a:pt x="1600105" y="171069"/>
                  </a:lnTo>
                  <a:lnTo>
                    <a:pt x="1600676" y="171736"/>
                  </a:lnTo>
                  <a:lnTo>
                    <a:pt x="1601629" y="171831"/>
                  </a:lnTo>
                  <a:lnTo>
                    <a:pt x="1602105" y="171450"/>
                  </a:lnTo>
                  <a:lnTo>
                    <a:pt x="1602200" y="170879"/>
                  </a:lnTo>
                  <a:lnTo>
                    <a:pt x="1602105" y="170212"/>
                  </a:lnTo>
                  <a:lnTo>
                    <a:pt x="1601914" y="169640"/>
                  </a:lnTo>
                  <a:lnTo>
                    <a:pt x="1601248" y="168688"/>
                  </a:lnTo>
                  <a:lnTo>
                    <a:pt x="1600962" y="168021"/>
                  </a:lnTo>
                  <a:lnTo>
                    <a:pt x="1601153" y="167164"/>
                  </a:lnTo>
                  <a:lnTo>
                    <a:pt x="1601438" y="166783"/>
                  </a:lnTo>
                  <a:lnTo>
                    <a:pt x="1601819" y="166497"/>
                  </a:lnTo>
                  <a:lnTo>
                    <a:pt x="1603248" y="165354"/>
                  </a:lnTo>
                  <a:lnTo>
                    <a:pt x="1603629" y="164687"/>
                  </a:lnTo>
                  <a:lnTo>
                    <a:pt x="1603629" y="164021"/>
                  </a:lnTo>
                  <a:lnTo>
                    <a:pt x="1603248" y="163259"/>
                  </a:lnTo>
                  <a:lnTo>
                    <a:pt x="1602581" y="162687"/>
                  </a:lnTo>
                  <a:lnTo>
                    <a:pt x="1601819" y="162401"/>
                  </a:lnTo>
                  <a:lnTo>
                    <a:pt x="1601057" y="162401"/>
                  </a:lnTo>
                  <a:lnTo>
                    <a:pt x="1600295" y="162782"/>
                  </a:lnTo>
                  <a:lnTo>
                    <a:pt x="1599819" y="163354"/>
                  </a:lnTo>
                  <a:lnTo>
                    <a:pt x="1598866" y="165354"/>
                  </a:lnTo>
                  <a:lnTo>
                    <a:pt x="1598676" y="166021"/>
                  </a:lnTo>
                  <a:lnTo>
                    <a:pt x="1598866" y="166973"/>
                  </a:lnTo>
                  <a:lnTo>
                    <a:pt x="1599724" y="168402"/>
                  </a:lnTo>
                  <a:close/>
                  <a:moveTo>
                    <a:pt x="1586865" y="216694"/>
                  </a:moveTo>
                  <a:lnTo>
                    <a:pt x="1586960" y="217456"/>
                  </a:lnTo>
                  <a:lnTo>
                    <a:pt x="1587246" y="218027"/>
                  </a:lnTo>
                  <a:lnTo>
                    <a:pt x="1587627" y="218313"/>
                  </a:lnTo>
                  <a:lnTo>
                    <a:pt x="1587913" y="218313"/>
                  </a:lnTo>
                  <a:lnTo>
                    <a:pt x="1588008" y="218027"/>
                  </a:lnTo>
                  <a:lnTo>
                    <a:pt x="1588103" y="217551"/>
                  </a:lnTo>
                  <a:lnTo>
                    <a:pt x="1589341" y="216408"/>
                  </a:lnTo>
                  <a:lnTo>
                    <a:pt x="1589341" y="215646"/>
                  </a:lnTo>
                  <a:lnTo>
                    <a:pt x="1589151" y="215265"/>
                  </a:lnTo>
                  <a:lnTo>
                    <a:pt x="1588770" y="215075"/>
                  </a:lnTo>
                  <a:lnTo>
                    <a:pt x="1588198" y="214598"/>
                  </a:lnTo>
                  <a:lnTo>
                    <a:pt x="1587722" y="214027"/>
                  </a:lnTo>
                  <a:lnTo>
                    <a:pt x="1587246" y="213551"/>
                  </a:lnTo>
                  <a:lnTo>
                    <a:pt x="1586960" y="213646"/>
                  </a:lnTo>
                  <a:lnTo>
                    <a:pt x="1586770" y="214313"/>
                  </a:lnTo>
                  <a:lnTo>
                    <a:pt x="1586579" y="214789"/>
                  </a:lnTo>
                  <a:lnTo>
                    <a:pt x="1586674" y="215741"/>
                  </a:lnTo>
                  <a:lnTo>
                    <a:pt x="1586865" y="216694"/>
                  </a:lnTo>
                  <a:close/>
                  <a:moveTo>
                    <a:pt x="1665732" y="101727"/>
                  </a:moveTo>
                  <a:lnTo>
                    <a:pt x="1666875" y="102394"/>
                  </a:lnTo>
                  <a:lnTo>
                    <a:pt x="1667828" y="103537"/>
                  </a:lnTo>
                  <a:lnTo>
                    <a:pt x="1667542" y="105251"/>
                  </a:lnTo>
                  <a:lnTo>
                    <a:pt x="1668018" y="107442"/>
                  </a:lnTo>
                  <a:lnTo>
                    <a:pt x="1668399" y="109728"/>
                  </a:lnTo>
                  <a:lnTo>
                    <a:pt x="1669351" y="109728"/>
                  </a:lnTo>
                  <a:lnTo>
                    <a:pt x="1668875" y="107537"/>
                  </a:lnTo>
                  <a:lnTo>
                    <a:pt x="1669542" y="106109"/>
                  </a:lnTo>
                  <a:lnTo>
                    <a:pt x="1670209" y="104966"/>
                  </a:lnTo>
                  <a:lnTo>
                    <a:pt x="1670114" y="103918"/>
                  </a:lnTo>
                  <a:lnTo>
                    <a:pt x="1669542" y="103251"/>
                  </a:lnTo>
                  <a:lnTo>
                    <a:pt x="1667161" y="100775"/>
                  </a:lnTo>
                  <a:lnTo>
                    <a:pt x="1666494" y="98393"/>
                  </a:lnTo>
                  <a:lnTo>
                    <a:pt x="1664970" y="97536"/>
                  </a:lnTo>
                  <a:lnTo>
                    <a:pt x="1664875" y="98488"/>
                  </a:lnTo>
                  <a:lnTo>
                    <a:pt x="1665256" y="100298"/>
                  </a:lnTo>
                  <a:lnTo>
                    <a:pt x="1665732" y="101727"/>
                  </a:lnTo>
                  <a:close/>
                  <a:moveTo>
                    <a:pt x="1589627" y="235077"/>
                  </a:moveTo>
                  <a:lnTo>
                    <a:pt x="1589151" y="235363"/>
                  </a:lnTo>
                  <a:lnTo>
                    <a:pt x="1588961" y="235934"/>
                  </a:lnTo>
                  <a:lnTo>
                    <a:pt x="1589723" y="236696"/>
                  </a:lnTo>
                  <a:lnTo>
                    <a:pt x="1591342" y="236601"/>
                  </a:lnTo>
                  <a:lnTo>
                    <a:pt x="1593056" y="236029"/>
                  </a:lnTo>
                  <a:lnTo>
                    <a:pt x="1594009" y="235458"/>
                  </a:lnTo>
                  <a:lnTo>
                    <a:pt x="1594390" y="233839"/>
                  </a:lnTo>
                  <a:lnTo>
                    <a:pt x="1594580" y="233458"/>
                  </a:lnTo>
                  <a:lnTo>
                    <a:pt x="1595342" y="232791"/>
                  </a:lnTo>
                  <a:lnTo>
                    <a:pt x="1595533" y="232410"/>
                  </a:lnTo>
                  <a:lnTo>
                    <a:pt x="1595628" y="230886"/>
                  </a:lnTo>
                  <a:lnTo>
                    <a:pt x="1595914" y="229362"/>
                  </a:lnTo>
                  <a:lnTo>
                    <a:pt x="1595914" y="228314"/>
                  </a:lnTo>
                  <a:lnTo>
                    <a:pt x="1595628" y="228314"/>
                  </a:lnTo>
                  <a:lnTo>
                    <a:pt x="1593247" y="233744"/>
                  </a:lnTo>
                  <a:lnTo>
                    <a:pt x="1590865" y="234791"/>
                  </a:lnTo>
                  <a:lnTo>
                    <a:pt x="1589627" y="235077"/>
                  </a:lnTo>
                  <a:close/>
                  <a:moveTo>
                    <a:pt x="1602772" y="184404"/>
                  </a:moveTo>
                  <a:lnTo>
                    <a:pt x="1601914" y="184213"/>
                  </a:lnTo>
                  <a:lnTo>
                    <a:pt x="1600962" y="184213"/>
                  </a:lnTo>
                  <a:lnTo>
                    <a:pt x="1600105" y="184499"/>
                  </a:lnTo>
                  <a:lnTo>
                    <a:pt x="1599533" y="185071"/>
                  </a:lnTo>
                  <a:lnTo>
                    <a:pt x="1599629" y="186404"/>
                  </a:lnTo>
                  <a:lnTo>
                    <a:pt x="1600772" y="187547"/>
                  </a:lnTo>
                  <a:lnTo>
                    <a:pt x="1602391" y="188024"/>
                  </a:lnTo>
                  <a:lnTo>
                    <a:pt x="1603915" y="187166"/>
                  </a:lnTo>
                  <a:lnTo>
                    <a:pt x="1604105" y="185356"/>
                  </a:lnTo>
                  <a:lnTo>
                    <a:pt x="1603820" y="184785"/>
                  </a:lnTo>
                  <a:lnTo>
                    <a:pt x="1602772" y="184404"/>
                  </a:lnTo>
                  <a:close/>
                  <a:moveTo>
                    <a:pt x="1664303" y="18383"/>
                  </a:moveTo>
                  <a:lnTo>
                    <a:pt x="1664494" y="17812"/>
                  </a:lnTo>
                  <a:lnTo>
                    <a:pt x="1664303" y="17717"/>
                  </a:lnTo>
                  <a:lnTo>
                    <a:pt x="1663922" y="18193"/>
                  </a:lnTo>
                  <a:lnTo>
                    <a:pt x="1664113" y="18669"/>
                  </a:lnTo>
                  <a:lnTo>
                    <a:pt x="1664303" y="18383"/>
                  </a:lnTo>
                  <a:close/>
                  <a:moveTo>
                    <a:pt x="1477899" y="496919"/>
                  </a:moveTo>
                  <a:lnTo>
                    <a:pt x="1478185" y="497396"/>
                  </a:lnTo>
                  <a:lnTo>
                    <a:pt x="1478756" y="498062"/>
                  </a:lnTo>
                  <a:lnTo>
                    <a:pt x="1479804" y="498920"/>
                  </a:lnTo>
                  <a:lnTo>
                    <a:pt x="1480947" y="499396"/>
                  </a:lnTo>
                  <a:lnTo>
                    <a:pt x="1481423" y="498824"/>
                  </a:lnTo>
                  <a:lnTo>
                    <a:pt x="1481995" y="497967"/>
                  </a:lnTo>
                  <a:lnTo>
                    <a:pt x="1483042" y="498062"/>
                  </a:lnTo>
                  <a:lnTo>
                    <a:pt x="1483995" y="497967"/>
                  </a:lnTo>
                  <a:lnTo>
                    <a:pt x="1483995" y="496538"/>
                  </a:lnTo>
                  <a:lnTo>
                    <a:pt x="1483614" y="495681"/>
                  </a:lnTo>
                  <a:lnTo>
                    <a:pt x="1482947" y="495014"/>
                  </a:lnTo>
                  <a:lnTo>
                    <a:pt x="1482090" y="494729"/>
                  </a:lnTo>
                  <a:lnTo>
                    <a:pt x="1479042" y="496062"/>
                  </a:lnTo>
                  <a:lnTo>
                    <a:pt x="1478375" y="496157"/>
                  </a:lnTo>
                  <a:lnTo>
                    <a:pt x="1477899" y="496348"/>
                  </a:lnTo>
                  <a:lnTo>
                    <a:pt x="1477899" y="496919"/>
                  </a:lnTo>
                  <a:close/>
                  <a:moveTo>
                    <a:pt x="1602676" y="118205"/>
                  </a:moveTo>
                  <a:lnTo>
                    <a:pt x="1603248" y="118967"/>
                  </a:lnTo>
                  <a:lnTo>
                    <a:pt x="1606010" y="121253"/>
                  </a:lnTo>
                  <a:lnTo>
                    <a:pt x="1607248" y="121920"/>
                  </a:lnTo>
                  <a:lnTo>
                    <a:pt x="1607439" y="122206"/>
                  </a:lnTo>
                  <a:lnTo>
                    <a:pt x="1607439" y="123920"/>
                  </a:lnTo>
                  <a:lnTo>
                    <a:pt x="1607248" y="124206"/>
                  </a:lnTo>
                  <a:lnTo>
                    <a:pt x="1607058" y="124682"/>
                  </a:lnTo>
                  <a:lnTo>
                    <a:pt x="1606582" y="127254"/>
                  </a:lnTo>
                  <a:lnTo>
                    <a:pt x="1606677" y="128206"/>
                  </a:lnTo>
                  <a:lnTo>
                    <a:pt x="1607534" y="128873"/>
                  </a:lnTo>
                  <a:lnTo>
                    <a:pt x="1610011" y="129540"/>
                  </a:lnTo>
                  <a:lnTo>
                    <a:pt x="1611154" y="130207"/>
                  </a:lnTo>
                  <a:lnTo>
                    <a:pt x="1611439" y="130778"/>
                  </a:lnTo>
                  <a:lnTo>
                    <a:pt x="1611439" y="131254"/>
                  </a:lnTo>
                  <a:lnTo>
                    <a:pt x="1611630" y="131636"/>
                  </a:lnTo>
                  <a:lnTo>
                    <a:pt x="1612392" y="131826"/>
                  </a:lnTo>
                  <a:lnTo>
                    <a:pt x="1612773" y="131731"/>
                  </a:lnTo>
                  <a:lnTo>
                    <a:pt x="1614583" y="130302"/>
                  </a:lnTo>
                  <a:lnTo>
                    <a:pt x="1614868" y="130016"/>
                  </a:lnTo>
                  <a:lnTo>
                    <a:pt x="1614964" y="129635"/>
                  </a:lnTo>
                  <a:lnTo>
                    <a:pt x="1614868" y="129254"/>
                  </a:lnTo>
                  <a:lnTo>
                    <a:pt x="1614488" y="128397"/>
                  </a:lnTo>
                  <a:lnTo>
                    <a:pt x="1614297" y="128016"/>
                  </a:lnTo>
                  <a:lnTo>
                    <a:pt x="1614011" y="126873"/>
                  </a:lnTo>
                  <a:lnTo>
                    <a:pt x="1613916" y="125635"/>
                  </a:lnTo>
                  <a:lnTo>
                    <a:pt x="1613630" y="125635"/>
                  </a:lnTo>
                  <a:lnTo>
                    <a:pt x="1613059" y="125444"/>
                  </a:lnTo>
                  <a:lnTo>
                    <a:pt x="1612487" y="125159"/>
                  </a:lnTo>
                  <a:lnTo>
                    <a:pt x="1612297" y="125063"/>
                  </a:lnTo>
                  <a:lnTo>
                    <a:pt x="1611725" y="123635"/>
                  </a:lnTo>
                  <a:lnTo>
                    <a:pt x="1611344" y="123158"/>
                  </a:lnTo>
                  <a:lnTo>
                    <a:pt x="1610487" y="122396"/>
                  </a:lnTo>
                  <a:lnTo>
                    <a:pt x="1610297" y="122111"/>
                  </a:lnTo>
                  <a:lnTo>
                    <a:pt x="1610106" y="121539"/>
                  </a:lnTo>
                  <a:lnTo>
                    <a:pt x="1610106" y="121158"/>
                  </a:lnTo>
                  <a:lnTo>
                    <a:pt x="1610201" y="120872"/>
                  </a:lnTo>
                  <a:lnTo>
                    <a:pt x="1610201" y="120491"/>
                  </a:lnTo>
                  <a:lnTo>
                    <a:pt x="1609915" y="119539"/>
                  </a:lnTo>
                  <a:lnTo>
                    <a:pt x="1608011" y="116681"/>
                  </a:lnTo>
                  <a:lnTo>
                    <a:pt x="1606867" y="115348"/>
                  </a:lnTo>
                  <a:lnTo>
                    <a:pt x="1605058" y="114110"/>
                  </a:lnTo>
                  <a:lnTo>
                    <a:pt x="1603153" y="113824"/>
                  </a:lnTo>
                  <a:lnTo>
                    <a:pt x="1601914" y="115253"/>
                  </a:lnTo>
                  <a:lnTo>
                    <a:pt x="1601819" y="116396"/>
                  </a:lnTo>
                  <a:lnTo>
                    <a:pt x="1602105" y="117443"/>
                  </a:lnTo>
                  <a:lnTo>
                    <a:pt x="1602676" y="118205"/>
                  </a:lnTo>
                  <a:close/>
                  <a:moveTo>
                    <a:pt x="1846898" y="716947"/>
                  </a:moveTo>
                  <a:lnTo>
                    <a:pt x="1846326" y="716852"/>
                  </a:lnTo>
                  <a:lnTo>
                    <a:pt x="1845850" y="716947"/>
                  </a:lnTo>
                  <a:lnTo>
                    <a:pt x="1845373" y="716852"/>
                  </a:lnTo>
                  <a:lnTo>
                    <a:pt x="1845088" y="716947"/>
                  </a:lnTo>
                  <a:lnTo>
                    <a:pt x="1844992" y="717233"/>
                  </a:lnTo>
                  <a:lnTo>
                    <a:pt x="1844802" y="717518"/>
                  </a:lnTo>
                  <a:lnTo>
                    <a:pt x="1845183" y="717613"/>
                  </a:lnTo>
                  <a:lnTo>
                    <a:pt x="1845850" y="717613"/>
                  </a:lnTo>
                  <a:lnTo>
                    <a:pt x="1846231" y="717709"/>
                  </a:lnTo>
                  <a:lnTo>
                    <a:pt x="1846898" y="718280"/>
                  </a:lnTo>
                  <a:lnTo>
                    <a:pt x="1847659" y="718280"/>
                  </a:lnTo>
                  <a:lnTo>
                    <a:pt x="1847850" y="717518"/>
                  </a:lnTo>
                  <a:lnTo>
                    <a:pt x="1847469" y="717137"/>
                  </a:lnTo>
                  <a:lnTo>
                    <a:pt x="1846898" y="716947"/>
                  </a:lnTo>
                  <a:close/>
                  <a:moveTo>
                    <a:pt x="1780223" y="501205"/>
                  </a:moveTo>
                  <a:lnTo>
                    <a:pt x="1780127" y="500729"/>
                  </a:lnTo>
                  <a:lnTo>
                    <a:pt x="1780032" y="500253"/>
                  </a:lnTo>
                  <a:lnTo>
                    <a:pt x="1778984" y="499967"/>
                  </a:lnTo>
                  <a:lnTo>
                    <a:pt x="1778032" y="500348"/>
                  </a:lnTo>
                  <a:lnTo>
                    <a:pt x="1777460" y="501205"/>
                  </a:lnTo>
                  <a:lnTo>
                    <a:pt x="1777556" y="502444"/>
                  </a:lnTo>
                  <a:lnTo>
                    <a:pt x="1778222" y="503301"/>
                  </a:lnTo>
                  <a:lnTo>
                    <a:pt x="1779175" y="503396"/>
                  </a:lnTo>
                  <a:lnTo>
                    <a:pt x="1780127" y="502920"/>
                  </a:lnTo>
                  <a:lnTo>
                    <a:pt x="1780794" y="501968"/>
                  </a:lnTo>
                  <a:lnTo>
                    <a:pt x="1780413" y="501587"/>
                  </a:lnTo>
                  <a:lnTo>
                    <a:pt x="1780223" y="501205"/>
                  </a:lnTo>
                  <a:close/>
                  <a:moveTo>
                    <a:pt x="1797844" y="674656"/>
                  </a:moveTo>
                  <a:lnTo>
                    <a:pt x="1797367" y="674942"/>
                  </a:lnTo>
                  <a:lnTo>
                    <a:pt x="1796987" y="675322"/>
                  </a:lnTo>
                  <a:lnTo>
                    <a:pt x="1796891" y="675894"/>
                  </a:lnTo>
                  <a:lnTo>
                    <a:pt x="1797367" y="676466"/>
                  </a:lnTo>
                  <a:lnTo>
                    <a:pt x="1797939" y="676751"/>
                  </a:lnTo>
                  <a:lnTo>
                    <a:pt x="1798320" y="676751"/>
                  </a:lnTo>
                  <a:lnTo>
                    <a:pt x="1798701" y="676466"/>
                  </a:lnTo>
                  <a:lnTo>
                    <a:pt x="1798796" y="675704"/>
                  </a:lnTo>
                  <a:lnTo>
                    <a:pt x="1798415" y="674942"/>
                  </a:lnTo>
                  <a:lnTo>
                    <a:pt x="1797844" y="674656"/>
                  </a:lnTo>
                  <a:close/>
                  <a:moveTo>
                    <a:pt x="1776031" y="494062"/>
                  </a:moveTo>
                  <a:lnTo>
                    <a:pt x="1775270" y="492824"/>
                  </a:lnTo>
                  <a:lnTo>
                    <a:pt x="1774603" y="492824"/>
                  </a:lnTo>
                  <a:lnTo>
                    <a:pt x="1774031" y="493586"/>
                  </a:lnTo>
                  <a:lnTo>
                    <a:pt x="1773555" y="494824"/>
                  </a:lnTo>
                  <a:lnTo>
                    <a:pt x="1772888" y="494443"/>
                  </a:lnTo>
                  <a:lnTo>
                    <a:pt x="1771364" y="493871"/>
                  </a:lnTo>
                  <a:lnTo>
                    <a:pt x="1770793" y="493490"/>
                  </a:lnTo>
                  <a:lnTo>
                    <a:pt x="1770031" y="492443"/>
                  </a:lnTo>
                  <a:lnTo>
                    <a:pt x="1769555" y="492157"/>
                  </a:lnTo>
                  <a:lnTo>
                    <a:pt x="1768792" y="492157"/>
                  </a:lnTo>
                  <a:lnTo>
                    <a:pt x="1767554" y="492252"/>
                  </a:lnTo>
                  <a:lnTo>
                    <a:pt x="1767459" y="493109"/>
                  </a:lnTo>
                  <a:lnTo>
                    <a:pt x="1767935" y="494062"/>
                  </a:lnTo>
                  <a:lnTo>
                    <a:pt x="1768888" y="495395"/>
                  </a:lnTo>
                  <a:lnTo>
                    <a:pt x="1769269" y="496253"/>
                  </a:lnTo>
                  <a:lnTo>
                    <a:pt x="1769745" y="497014"/>
                  </a:lnTo>
                  <a:lnTo>
                    <a:pt x="1770507" y="497586"/>
                  </a:lnTo>
                  <a:lnTo>
                    <a:pt x="1770126" y="497586"/>
                  </a:lnTo>
                  <a:lnTo>
                    <a:pt x="1770602" y="498253"/>
                  </a:lnTo>
                  <a:lnTo>
                    <a:pt x="1771079" y="498824"/>
                  </a:lnTo>
                  <a:lnTo>
                    <a:pt x="1771555" y="499110"/>
                  </a:lnTo>
                  <a:lnTo>
                    <a:pt x="1772031" y="499015"/>
                  </a:lnTo>
                  <a:lnTo>
                    <a:pt x="1772603" y="498538"/>
                  </a:lnTo>
                  <a:lnTo>
                    <a:pt x="1772603" y="497967"/>
                  </a:lnTo>
                  <a:lnTo>
                    <a:pt x="1772412" y="497396"/>
                  </a:lnTo>
                  <a:lnTo>
                    <a:pt x="1772412" y="496824"/>
                  </a:lnTo>
                  <a:lnTo>
                    <a:pt x="1773269" y="496253"/>
                  </a:lnTo>
                  <a:lnTo>
                    <a:pt x="1774222" y="496919"/>
                  </a:lnTo>
                  <a:lnTo>
                    <a:pt x="1775270" y="497967"/>
                  </a:lnTo>
                  <a:lnTo>
                    <a:pt x="1776413" y="498634"/>
                  </a:lnTo>
                  <a:lnTo>
                    <a:pt x="1776317" y="495014"/>
                  </a:lnTo>
                  <a:lnTo>
                    <a:pt x="1776031" y="494062"/>
                  </a:lnTo>
                  <a:close/>
                  <a:moveTo>
                    <a:pt x="1744789" y="737997"/>
                  </a:moveTo>
                  <a:lnTo>
                    <a:pt x="1744599" y="737426"/>
                  </a:lnTo>
                  <a:lnTo>
                    <a:pt x="1742884" y="736378"/>
                  </a:lnTo>
                  <a:lnTo>
                    <a:pt x="1741170" y="736949"/>
                  </a:lnTo>
                  <a:lnTo>
                    <a:pt x="1739074" y="737045"/>
                  </a:lnTo>
                  <a:lnTo>
                    <a:pt x="1734979" y="736378"/>
                  </a:lnTo>
                  <a:lnTo>
                    <a:pt x="1731169" y="735044"/>
                  </a:lnTo>
                  <a:lnTo>
                    <a:pt x="1729264" y="734663"/>
                  </a:lnTo>
                  <a:lnTo>
                    <a:pt x="1727359" y="734949"/>
                  </a:lnTo>
                  <a:lnTo>
                    <a:pt x="1726787" y="734854"/>
                  </a:lnTo>
                  <a:lnTo>
                    <a:pt x="1726216" y="734949"/>
                  </a:lnTo>
                  <a:lnTo>
                    <a:pt x="1725739" y="735235"/>
                  </a:lnTo>
                  <a:lnTo>
                    <a:pt x="1725549" y="735711"/>
                  </a:lnTo>
                  <a:lnTo>
                    <a:pt x="1726311" y="736092"/>
                  </a:lnTo>
                  <a:lnTo>
                    <a:pt x="1726787" y="736473"/>
                  </a:lnTo>
                  <a:lnTo>
                    <a:pt x="1726978" y="736949"/>
                  </a:lnTo>
                  <a:lnTo>
                    <a:pt x="1727168" y="738092"/>
                  </a:lnTo>
                  <a:lnTo>
                    <a:pt x="1727645" y="738854"/>
                  </a:lnTo>
                  <a:lnTo>
                    <a:pt x="1728978" y="739902"/>
                  </a:lnTo>
                  <a:lnTo>
                    <a:pt x="1729835" y="740378"/>
                  </a:lnTo>
                  <a:lnTo>
                    <a:pt x="1730883" y="740664"/>
                  </a:lnTo>
                  <a:lnTo>
                    <a:pt x="1734122" y="740855"/>
                  </a:lnTo>
                  <a:lnTo>
                    <a:pt x="1734883" y="741045"/>
                  </a:lnTo>
                  <a:lnTo>
                    <a:pt x="1735550" y="741331"/>
                  </a:lnTo>
                  <a:lnTo>
                    <a:pt x="1737741" y="742855"/>
                  </a:lnTo>
                  <a:lnTo>
                    <a:pt x="1738503" y="743236"/>
                  </a:lnTo>
                  <a:lnTo>
                    <a:pt x="1739360" y="743331"/>
                  </a:lnTo>
                  <a:lnTo>
                    <a:pt x="1740217" y="742950"/>
                  </a:lnTo>
                  <a:lnTo>
                    <a:pt x="1740884" y="741426"/>
                  </a:lnTo>
                  <a:lnTo>
                    <a:pt x="1741551" y="741045"/>
                  </a:lnTo>
                  <a:lnTo>
                    <a:pt x="1744218" y="738854"/>
                  </a:lnTo>
                  <a:lnTo>
                    <a:pt x="1744789" y="737997"/>
                  </a:lnTo>
                  <a:close/>
                  <a:moveTo>
                    <a:pt x="1774222" y="681800"/>
                  </a:moveTo>
                  <a:lnTo>
                    <a:pt x="1773841" y="681704"/>
                  </a:lnTo>
                  <a:lnTo>
                    <a:pt x="1772888" y="681609"/>
                  </a:lnTo>
                  <a:lnTo>
                    <a:pt x="1772412" y="681419"/>
                  </a:lnTo>
                  <a:lnTo>
                    <a:pt x="1771936" y="681038"/>
                  </a:lnTo>
                  <a:lnTo>
                    <a:pt x="1771174" y="680276"/>
                  </a:lnTo>
                  <a:lnTo>
                    <a:pt x="1770698" y="679990"/>
                  </a:lnTo>
                  <a:lnTo>
                    <a:pt x="1769269" y="680466"/>
                  </a:lnTo>
                  <a:lnTo>
                    <a:pt x="1767745" y="681419"/>
                  </a:lnTo>
                  <a:lnTo>
                    <a:pt x="1766506" y="682562"/>
                  </a:lnTo>
                  <a:lnTo>
                    <a:pt x="1765935" y="683514"/>
                  </a:lnTo>
                  <a:lnTo>
                    <a:pt x="1766125" y="684562"/>
                  </a:lnTo>
                  <a:lnTo>
                    <a:pt x="1766888" y="685133"/>
                  </a:lnTo>
                  <a:lnTo>
                    <a:pt x="1768888" y="685991"/>
                  </a:lnTo>
                  <a:lnTo>
                    <a:pt x="1770888" y="687610"/>
                  </a:lnTo>
                  <a:lnTo>
                    <a:pt x="1771745" y="688086"/>
                  </a:lnTo>
                  <a:lnTo>
                    <a:pt x="1773746" y="685895"/>
                  </a:lnTo>
                  <a:lnTo>
                    <a:pt x="1773936" y="685514"/>
                  </a:lnTo>
                  <a:lnTo>
                    <a:pt x="1773269" y="684752"/>
                  </a:lnTo>
                  <a:lnTo>
                    <a:pt x="1772793" y="683990"/>
                  </a:lnTo>
                  <a:lnTo>
                    <a:pt x="1773364" y="683609"/>
                  </a:lnTo>
                  <a:lnTo>
                    <a:pt x="1774507" y="683419"/>
                  </a:lnTo>
                  <a:lnTo>
                    <a:pt x="1775079" y="682847"/>
                  </a:lnTo>
                  <a:lnTo>
                    <a:pt x="1774984" y="682180"/>
                  </a:lnTo>
                  <a:lnTo>
                    <a:pt x="1774222" y="681800"/>
                  </a:lnTo>
                  <a:close/>
                  <a:moveTo>
                    <a:pt x="1750028" y="742188"/>
                  </a:moveTo>
                  <a:lnTo>
                    <a:pt x="1749838" y="740569"/>
                  </a:lnTo>
                  <a:lnTo>
                    <a:pt x="1749362" y="740093"/>
                  </a:lnTo>
                  <a:lnTo>
                    <a:pt x="1748218" y="740188"/>
                  </a:lnTo>
                  <a:lnTo>
                    <a:pt x="1746790" y="740664"/>
                  </a:lnTo>
                  <a:lnTo>
                    <a:pt x="1745361" y="740950"/>
                  </a:lnTo>
                  <a:lnTo>
                    <a:pt x="1744218" y="740474"/>
                  </a:lnTo>
                  <a:lnTo>
                    <a:pt x="1743456" y="740759"/>
                  </a:lnTo>
                  <a:lnTo>
                    <a:pt x="1743170" y="741236"/>
                  </a:lnTo>
                  <a:lnTo>
                    <a:pt x="1742980" y="741807"/>
                  </a:lnTo>
                  <a:lnTo>
                    <a:pt x="1742599" y="742474"/>
                  </a:lnTo>
                  <a:lnTo>
                    <a:pt x="1742408" y="743045"/>
                  </a:lnTo>
                  <a:lnTo>
                    <a:pt x="1742694" y="743522"/>
                  </a:lnTo>
                  <a:lnTo>
                    <a:pt x="1743170" y="743903"/>
                  </a:lnTo>
                  <a:lnTo>
                    <a:pt x="1743551" y="744093"/>
                  </a:lnTo>
                  <a:lnTo>
                    <a:pt x="1744599" y="744379"/>
                  </a:lnTo>
                  <a:lnTo>
                    <a:pt x="1746123" y="744569"/>
                  </a:lnTo>
                  <a:lnTo>
                    <a:pt x="1747742" y="744569"/>
                  </a:lnTo>
                  <a:lnTo>
                    <a:pt x="1749076" y="744379"/>
                  </a:lnTo>
                  <a:lnTo>
                    <a:pt x="1749647" y="744188"/>
                  </a:lnTo>
                  <a:lnTo>
                    <a:pt x="1750314" y="743903"/>
                  </a:lnTo>
                  <a:lnTo>
                    <a:pt x="1750695" y="743426"/>
                  </a:lnTo>
                  <a:lnTo>
                    <a:pt x="1750314" y="742760"/>
                  </a:lnTo>
                  <a:lnTo>
                    <a:pt x="1750028" y="742188"/>
                  </a:lnTo>
                  <a:close/>
                  <a:moveTo>
                    <a:pt x="1766792" y="498062"/>
                  </a:moveTo>
                  <a:lnTo>
                    <a:pt x="1767745" y="497586"/>
                  </a:lnTo>
                  <a:lnTo>
                    <a:pt x="1767459" y="496443"/>
                  </a:lnTo>
                  <a:lnTo>
                    <a:pt x="1766602" y="495205"/>
                  </a:lnTo>
                  <a:lnTo>
                    <a:pt x="1765840" y="494443"/>
                  </a:lnTo>
                  <a:lnTo>
                    <a:pt x="1764982" y="494062"/>
                  </a:lnTo>
                  <a:lnTo>
                    <a:pt x="1763078" y="493776"/>
                  </a:lnTo>
                  <a:lnTo>
                    <a:pt x="1762220" y="493395"/>
                  </a:lnTo>
                  <a:lnTo>
                    <a:pt x="1760411" y="493967"/>
                  </a:lnTo>
                  <a:lnTo>
                    <a:pt x="1759839" y="494443"/>
                  </a:lnTo>
                  <a:lnTo>
                    <a:pt x="1759458" y="495110"/>
                  </a:lnTo>
                  <a:lnTo>
                    <a:pt x="1759267" y="495871"/>
                  </a:lnTo>
                  <a:lnTo>
                    <a:pt x="1759267" y="496538"/>
                  </a:lnTo>
                  <a:lnTo>
                    <a:pt x="1758982" y="497396"/>
                  </a:lnTo>
                  <a:lnTo>
                    <a:pt x="1758506" y="498443"/>
                  </a:lnTo>
                  <a:lnTo>
                    <a:pt x="1758220" y="499491"/>
                  </a:lnTo>
                  <a:lnTo>
                    <a:pt x="1758506" y="500348"/>
                  </a:lnTo>
                  <a:lnTo>
                    <a:pt x="1760506" y="499491"/>
                  </a:lnTo>
                  <a:lnTo>
                    <a:pt x="1761458" y="499301"/>
                  </a:lnTo>
                  <a:lnTo>
                    <a:pt x="1763649" y="499110"/>
                  </a:lnTo>
                  <a:lnTo>
                    <a:pt x="1765649" y="498348"/>
                  </a:lnTo>
                  <a:lnTo>
                    <a:pt x="1766792" y="498062"/>
                  </a:lnTo>
                  <a:close/>
                  <a:moveTo>
                    <a:pt x="1753172" y="492919"/>
                  </a:moveTo>
                  <a:lnTo>
                    <a:pt x="1750790" y="493871"/>
                  </a:lnTo>
                  <a:lnTo>
                    <a:pt x="1746409" y="497110"/>
                  </a:lnTo>
                  <a:lnTo>
                    <a:pt x="1745837" y="497300"/>
                  </a:lnTo>
                  <a:lnTo>
                    <a:pt x="1741361" y="497014"/>
                  </a:lnTo>
                  <a:lnTo>
                    <a:pt x="1740598" y="497110"/>
                  </a:lnTo>
                  <a:lnTo>
                    <a:pt x="1739932" y="497300"/>
                  </a:lnTo>
                  <a:lnTo>
                    <a:pt x="1737265" y="498920"/>
                  </a:lnTo>
                  <a:lnTo>
                    <a:pt x="1736026" y="499967"/>
                  </a:lnTo>
                  <a:lnTo>
                    <a:pt x="1733645" y="502825"/>
                  </a:lnTo>
                  <a:lnTo>
                    <a:pt x="1733455" y="503301"/>
                  </a:lnTo>
                  <a:lnTo>
                    <a:pt x="1734026" y="504539"/>
                  </a:lnTo>
                  <a:lnTo>
                    <a:pt x="1734217" y="505682"/>
                  </a:lnTo>
                  <a:lnTo>
                    <a:pt x="1734598" y="506539"/>
                  </a:lnTo>
                  <a:lnTo>
                    <a:pt x="1735646" y="507016"/>
                  </a:lnTo>
                  <a:lnTo>
                    <a:pt x="1737360" y="506921"/>
                  </a:lnTo>
                  <a:lnTo>
                    <a:pt x="1738408" y="506159"/>
                  </a:lnTo>
                  <a:lnTo>
                    <a:pt x="1739265" y="505111"/>
                  </a:lnTo>
                  <a:lnTo>
                    <a:pt x="1740408" y="504158"/>
                  </a:lnTo>
                  <a:lnTo>
                    <a:pt x="1741075" y="503872"/>
                  </a:lnTo>
                  <a:lnTo>
                    <a:pt x="1742408" y="503587"/>
                  </a:lnTo>
                  <a:lnTo>
                    <a:pt x="1743742" y="502730"/>
                  </a:lnTo>
                  <a:lnTo>
                    <a:pt x="1745742" y="501872"/>
                  </a:lnTo>
                  <a:lnTo>
                    <a:pt x="1747742" y="500348"/>
                  </a:lnTo>
                  <a:lnTo>
                    <a:pt x="1748790" y="499967"/>
                  </a:lnTo>
                  <a:lnTo>
                    <a:pt x="1749742" y="500444"/>
                  </a:lnTo>
                  <a:lnTo>
                    <a:pt x="1748885" y="501396"/>
                  </a:lnTo>
                  <a:lnTo>
                    <a:pt x="1746123" y="503206"/>
                  </a:lnTo>
                  <a:lnTo>
                    <a:pt x="1745075" y="505301"/>
                  </a:lnTo>
                  <a:lnTo>
                    <a:pt x="1744789" y="505682"/>
                  </a:lnTo>
                  <a:lnTo>
                    <a:pt x="1743551" y="506444"/>
                  </a:lnTo>
                  <a:lnTo>
                    <a:pt x="1743170" y="506921"/>
                  </a:lnTo>
                  <a:lnTo>
                    <a:pt x="1744789" y="506730"/>
                  </a:lnTo>
                  <a:lnTo>
                    <a:pt x="1745742" y="505968"/>
                  </a:lnTo>
                  <a:lnTo>
                    <a:pt x="1746504" y="505111"/>
                  </a:lnTo>
                  <a:lnTo>
                    <a:pt x="1747647" y="504730"/>
                  </a:lnTo>
                  <a:lnTo>
                    <a:pt x="1749171" y="504635"/>
                  </a:lnTo>
                  <a:lnTo>
                    <a:pt x="1750409" y="504254"/>
                  </a:lnTo>
                  <a:lnTo>
                    <a:pt x="1751362" y="503587"/>
                  </a:lnTo>
                  <a:lnTo>
                    <a:pt x="1752409" y="502063"/>
                  </a:lnTo>
                  <a:lnTo>
                    <a:pt x="1752600" y="501682"/>
                  </a:lnTo>
                  <a:lnTo>
                    <a:pt x="1752505" y="501301"/>
                  </a:lnTo>
                  <a:lnTo>
                    <a:pt x="1751171" y="499586"/>
                  </a:lnTo>
                  <a:lnTo>
                    <a:pt x="1750886" y="498920"/>
                  </a:lnTo>
                  <a:lnTo>
                    <a:pt x="1751171" y="498634"/>
                  </a:lnTo>
                  <a:lnTo>
                    <a:pt x="1751743" y="498634"/>
                  </a:lnTo>
                  <a:lnTo>
                    <a:pt x="1752029" y="498634"/>
                  </a:lnTo>
                  <a:lnTo>
                    <a:pt x="1752790" y="498920"/>
                  </a:lnTo>
                  <a:lnTo>
                    <a:pt x="1753838" y="499586"/>
                  </a:lnTo>
                  <a:lnTo>
                    <a:pt x="1754219" y="499681"/>
                  </a:lnTo>
                  <a:lnTo>
                    <a:pt x="1755553" y="499205"/>
                  </a:lnTo>
                  <a:lnTo>
                    <a:pt x="1755648" y="498348"/>
                  </a:lnTo>
                  <a:lnTo>
                    <a:pt x="1755172" y="497300"/>
                  </a:lnTo>
                  <a:lnTo>
                    <a:pt x="1754886" y="496157"/>
                  </a:lnTo>
                  <a:lnTo>
                    <a:pt x="1755267" y="495300"/>
                  </a:lnTo>
                  <a:lnTo>
                    <a:pt x="1755934" y="494633"/>
                  </a:lnTo>
                  <a:lnTo>
                    <a:pt x="1756220" y="493967"/>
                  </a:lnTo>
                  <a:lnTo>
                    <a:pt x="1755267" y="493014"/>
                  </a:lnTo>
                  <a:lnTo>
                    <a:pt x="1753172" y="492919"/>
                  </a:lnTo>
                  <a:close/>
                  <a:moveTo>
                    <a:pt x="1790224" y="739426"/>
                  </a:moveTo>
                  <a:lnTo>
                    <a:pt x="1790033" y="739235"/>
                  </a:lnTo>
                  <a:lnTo>
                    <a:pt x="1784985" y="738854"/>
                  </a:lnTo>
                  <a:lnTo>
                    <a:pt x="1783366" y="739235"/>
                  </a:lnTo>
                  <a:lnTo>
                    <a:pt x="1782128" y="739997"/>
                  </a:lnTo>
                  <a:lnTo>
                    <a:pt x="1783080" y="741236"/>
                  </a:lnTo>
                  <a:lnTo>
                    <a:pt x="1784985" y="742379"/>
                  </a:lnTo>
                  <a:lnTo>
                    <a:pt x="1786509" y="742855"/>
                  </a:lnTo>
                  <a:lnTo>
                    <a:pt x="1787176" y="742569"/>
                  </a:lnTo>
                  <a:lnTo>
                    <a:pt x="1787652" y="742093"/>
                  </a:lnTo>
                  <a:lnTo>
                    <a:pt x="1788223" y="741807"/>
                  </a:lnTo>
                  <a:lnTo>
                    <a:pt x="1788986" y="742283"/>
                  </a:lnTo>
                  <a:lnTo>
                    <a:pt x="1789748" y="742855"/>
                  </a:lnTo>
                  <a:lnTo>
                    <a:pt x="1790509" y="743236"/>
                  </a:lnTo>
                  <a:lnTo>
                    <a:pt x="1791176" y="743331"/>
                  </a:lnTo>
                  <a:lnTo>
                    <a:pt x="1791653" y="743236"/>
                  </a:lnTo>
                  <a:lnTo>
                    <a:pt x="1792224" y="742664"/>
                  </a:lnTo>
                  <a:lnTo>
                    <a:pt x="1792605" y="741902"/>
                  </a:lnTo>
                  <a:lnTo>
                    <a:pt x="1792700" y="741045"/>
                  </a:lnTo>
                  <a:lnTo>
                    <a:pt x="1792319" y="740378"/>
                  </a:lnTo>
                  <a:lnTo>
                    <a:pt x="1790224" y="739426"/>
                  </a:lnTo>
                  <a:close/>
                  <a:moveTo>
                    <a:pt x="1839849" y="545973"/>
                  </a:moveTo>
                  <a:lnTo>
                    <a:pt x="1839658" y="546830"/>
                  </a:lnTo>
                  <a:lnTo>
                    <a:pt x="1839182" y="547211"/>
                  </a:lnTo>
                  <a:lnTo>
                    <a:pt x="1836896" y="547688"/>
                  </a:lnTo>
                  <a:lnTo>
                    <a:pt x="1836134" y="548164"/>
                  </a:lnTo>
                  <a:lnTo>
                    <a:pt x="1836801" y="548164"/>
                  </a:lnTo>
                  <a:lnTo>
                    <a:pt x="1837468" y="548259"/>
                  </a:lnTo>
                  <a:lnTo>
                    <a:pt x="1837944" y="548545"/>
                  </a:lnTo>
                  <a:lnTo>
                    <a:pt x="1838230" y="548926"/>
                  </a:lnTo>
                  <a:lnTo>
                    <a:pt x="1839087" y="548735"/>
                  </a:lnTo>
                  <a:lnTo>
                    <a:pt x="1840039" y="548640"/>
                  </a:lnTo>
                  <a:lnTo>
                    <a:pt x="1840706" y="548259"/>
                  </a:lnTo>
                  <a:lnTo>
                    <a:pt x="1840897" y="546068"/>
                  </a:lnTo>
                  <a:lnTo>
                    <a:pt x="1840516" y="545783"/>
                  </a:lnTo>
                  <a:lnTo>
                    <a:pt x="1839849" y="545973"/>
                  </a:lnTo>
                  <a:close/>
                  <a:moveTo>
                    <a:pt x="1843754" y="714375"/>
                  </a:moveTo>
                  <a:lnTo>
                    <a:pt x="1843468" y="713994"/>
                  </a:lnTo>
                  <a:lnTo>
                    <a:pt x="1842992" y="713708"/>
                  </a:lnTo>
                  <a:lnTo>
                    <a:pt x="1842516" y="713899"/>
                  </a:lnTo>
                  <a:lnTo>
                    <a:pt x="1842325" y="714280"/>
                  </a:lnTo>
                  <a:lnTo>
                    <a:pt x="1842325" y="714756"/>
                  </a:lnTo>
                  <a:lnTo>
                    <a:pt x="1842516" y="715328"/>
                  </a:lnTo>
                  <a:lnTo>
                    <a:pt x="1842992" y="715613"/>
                  </a:lnTo>
                  <a:lnTo>
                    <a:pt x="1843088" y="715899"/>
                  </a:lnTo>
                  <a:lnTo>
                    <a:pt x="1843278" y="716089"/>
                  </a:lnTo>
                  <a:lnTo>
                    <a:pt x="1843849" y="716185"/>
                  </a:lnTo>
                  <a:lnTo>
                    <a:pt x="1844231" y="715804"/>
                  </a:lnTo>
                  <a:lnTo>
                    <a:pt x="1843849" y="714756"/>
                  </a:lnTo>
                  <a:lnTo>
                    <a:pt x="1843754" y="714375"/>
                  </a:lnTo>
                  <a:close/>
                  <a:moveTo>
                    <a:pt x="1818132" y="661988"/>
                  </a:moveTo>
                  <a:lnTo>
                    <a:pt x="1817561" y="662083"/>
                  </a:lnTo>
                  <a:lnTo>
                    <a:pt x="1816894" y="662083"/>
                  </a:lnTo>
                  <a:lnTo>
                    <a:pt x="1816322" y="662464"/>
                  </a:lnTo>
                  <a:lnTo>
                    <a:pt x="1815941" y="663226"/>
                  </a:lnTo>
                  <a:lnTo>
                    <a:pt x="1815941" y="663893"/>
                  </a:lnTo>
                  <a:lnTo>
                    <a:pt x="1816132" y="664083"/>
                  </a:lnTo>
                  <a:lnTo>
                    <a:pt x="1816322" y="663797"/>
                  </a:lnTo>
                  <a:lnTo>
                    <a:pt x="1816417" y="663797"/>
                  </a:lnTo>
                  <a:lnTo>
                    <a:pt x="1816513" y="664083"/>
                  </a:lnTo>
                  <a:lnTo>
                    <a:pt x="1816798" y="664369"/>
                  </a:lnTo>
                  <a:lnTo>
                    <a:pt x="1817180" y="664655"/>
                  </a:lnTo>
                  <a:lnTo>
                    <a:pt x="1817751" y="664655"/>
                  </a:lnTo>
                  <a:lnTo>
                    <a:pt x="1818132" y="664274"/>
                  </a:lnTo>
                  <a:lnTo>
                    <a:pt x="1818704" y="663035"/>
                  </a:lnTo>
                  <a:lnTo>
                    <a:pt x="1818799" y="662559"/>
                  </a:lnTo>
                  <a:lnTo>
                    <a:pt x="1818704" y="662178"/>
                  </a:lnTo>
                  <a:lnTo>
                    <a:pt x="1818132" y="661988"/>
                  </a:lnTo>
                  <a:close/>
                  <a:moveTo>
                    <a:pt x="1844516" y="640461"/>
                  </a:moveTo>
                  <a:lnTo>
                    <a:pt x="1843659" y="640175"/>
                  </a:lnTo>
                  <a:lnTo>
                    <a:pt x="1843373" y="640366"/>
                  </a:lnTo>
                  <a:lnTo>
                    <a:pt x="1843373" y="640747"/>
                  </a:lnTo>
                  <a:lnTo>
                    <a:pt x="1843754" y="641128"/>
                  </a:lnTo>
                  <a:lnTo>
                    <a:pt x="1844135" y="641318"/>
                  </a:lnTo>
                  <a:lnTo>
                    <a:pt x="1844516" y="641128"/>
                  </a:lnTo>
                  <a:lnTo>
                    <a:pt x="1844707" y="640747"/>
                  </a:lnTo>
                  <a:lnTo>
                    <a:pt x="1844516" y="640461"/>
                  </a:lnTo>
                  <a:close/>
                  <a:moveTo>
                    <a:pt x="1835753" y="723329"/>
                  </a:moveTo>
                  <a:lnTo>
                    <a:pt x="1835087" y="723043"/>
                  </a:lnTo>
                  <a:lnTo>
                    <a:pt x="1834896" y="722757"/>
                  </a:lnTo>
                  <a:lnTo>
                    <a:pt x="1835182" y="721424"/>
                  </a:lnTo>
                  <a:lnTo>
                    <a:pt x="1835182" y="720852"/>
                  </a:lnTo>
                  <a:lnTo>
                    <a:pt x="1834896" y="720471"/>
                  </a:lnTo>
                  <a:lnTo>
                    <a:pt x="1834420" y="720185"/>
                  </a:lnTo>
                  <a:lnTo>
                    <a:pt x="1833848" y="719900"/>
                  </a:lnTo>
                  <a:lnTo>
                    <a:pt x="1833372" y="719709"/>
                  </a:lnTo>
                  <a:lnTo>
                    <a:pt x="1831562" y="719709"/>
                  </a:lnTo>
                  <a:lnTo>
                    <a:pt x="1831086" y="719519"/>
                  </a:lnTo>
                  <a:lnTo>
                    <a:pt x="1830705" y="719328"/>
                  </a:lnTo>
                  <a:lnTo>
                    <a:pt x="1829372" y="718756"/>
                  </a:lnTo>
                  <a:lnTo>
                    <a:pt x="1828990" y="718661"/>
                  </a:lnTo>
                  <a:lnTo>
                    <a:pt x="1824133" y="718661"/>
                  </a:lnTo>
                  <a:lnTo>
                    <a:pt x="1822514" y="719233"/>
                  </a:lnTo>
                  <a:lnTo>
                    <a:pt x="1821751" y="720757"/>
                  </a:lnTo>
                  <a:lnTo>
                    <a:pt x="1821656" y="724281"/>
                  </a:lnTo>
                  <a:lnTo>
                    <a:pt x="1822132" y="725424"/>
                  </a:lnTo>
                  <a:lnTo>
                    <a:pt x="1827086" y="730949"/>
                  </a:lnTo>
                  <a:lnTo>
                    <a:pt x="1827371" y="731425"/>
                  </a:lnTo>
                  <a:lnTo>
                    <a:pt x="1830800" y="732282"/>
                  </a:lnTo>
                  <a:lnTo>
                    <a:pt x="1831753" y="732282"/>
                  </a:lnTo>
                  <a:lnTo>
                    <a:pt x="1832039" y="731806"/>
                  </a:lnTo>
                  <a:lnTo>
                    <a:pt x="1833563" y="728472"/>
                  </a:lnTo>
                  <a:lnTo>
                    <a:pt x="1835467" y="726567"/>
                  </a:lnTo>
                  <a:lnTo>
                    <a:pt x="1836039" y="725805"/>
                  </a:lnTo>
                  <a:lnTo>
                    <a:pt x="1836230" y="724948"/>
                  </a:lnTo>
                  <a:lnTo>
                    <a:pt x="1836134" y="723995"/>
                  </a:lnTo>
                  <a:lnTo>
                    <a:pt x="1835753" y="723329"/>
                  </a:lnTo>
                  <a:close/>
                  <a:moveTo>
                    <a:pt x="1831753" y="546449"/>
                  </a:moveTo>
                  <a:lnTo>
                    <a:pt x="1830896" y="546163"/>
                  </a:lnTo>
                  <a:lnTo>
                    <a:pt x="1830610" y="546354"/>
                  </a:lnTo>
                  <a:lnTo>
                    <a:pt x="1831276" y="547211"/>
                  </a:lnTo>
                  <a:lnTo>
                    <a:pt x="1831753" y="546449"/>
                  </a:lnTo>
                  <a:close/>
                  <a:moveTo>
                    <a:pt x="1826705" y="707136"/>
                  </a:moveTo>
                  <a:lnTo>
                    <a:pt x="1827371" y="707136"/>
                  </a:lnTo>
                  <a:lnTo>
                    <a:pt x="1828324" y="706755"/>
                  </a:lnTo>
                  <a:lnTo>
                    <a:pt x="1828419" y="706184"/>
                  </a:lnTo>
                  <a:lnTo>
                    <a:pt x="1828038" y="705993"/>
                  </a:lnTo>
                  <a:lnTo>
                    <a:pt x="1827657" y="706184"/>
                  </a:lnTo>
                  <a:lnTo>
                    <a:pt x="1827181" y="706279"/>
                  </a:lnTo>
                  <a:lnTo>
                    <a:pt x="1826609" y="705993"/>
                  </a:lnTo>
                  <a:lnTo>
                    <a:pt x="1825752" y="705041"/>
                  </a:lnTo>
                  <a:lnTo>
                    <a:pt x="1825466" y="704945"/>
                  </a:lnTo>
                  <a:lnTo>
                    <a:pt x="1825181" y="705612"/>
                  </a:lnTo>
                  <a:lnTo>
                    <a:pt x="1825276" y="706279"/>
                  </a:lnTo>
                  <a:lnTo>
                    <a:pt x="1826323" y="706850"/>
                  </a:lnTo>
                  <a:lnTo>
                    <a:pt x="1826705" y="707136"/>
                  </a:lnTo>
                  <a:close/>
                  <a:moveTo>
                    <a:pt x="1719263" y="485204"/>
                  </a:moveTo>
                  <a:lnTo>
                    <a:pt x="1719167" y="484346"/>
                  </a:lnTo>
                  <a:lnTo>
                    <a:pt x="1718500" y="483394"/>
                  </a:lnTo>
                  <a:lnTo>
                    <a:pt x="1717834" y="482632"/>
                  </a:lnTo>
                  <a:lnTo>
                    <a:pt x="1716119" y="480536"/>
                  </a:lnTo>
                  <a:lnTo>
                    <a:pt x="1715072" y="479870"/>
                  </a:lnTo>
                  <a:lnTo>
                    <a:pt x="1713548" y="479870"/>
                  </a:lnTo>
                  <a:lnTo>
                    <a:pt x="1713452" y="479774"/>
                  </a:lnTo>
                  <a:lnTo>
                    <a:pt x="1713357" y="479679"/>
                  </a:lnTo>
                  <a:lnTo>
                    <a:pt x="1713166" y="479774"/>
                  </a:lnTo>
                  <a:lnTo>
                    <a:pt x="1713071" y="479870"/>
                  </a:lnTo>
                  <a:lnTo>
                    <a:pt x="1712881" y="480155"/>
                  </a:lnTo>
                  <a:lnTo>
                    <a:pt x="1712405" y="480727"/>
                  </a:lnTo>
                  <a:lnTo>
                    <a:pt x="1712214" y="480917"/>
                  </a:lnTo>
                  <a:lnTo>
                    <a:pt x="1710881" y="481679"/>
                  </a:lnTo>
                  <a:lnTo>
                    <a:pt x="1710595" y="481775"/>
                  </a:lnTo>
                  <a:lnTo>
                    <a:pt x="1711166" y="482441"/>
                  </a:lnTo>
                  <a:lnTo>
                    <a:pt x="1711833" y="483108"/>
                  </a:lnTo>
                  <a:lnTo>
                    <a:pt x="1712690" y="483680"/>
                  </a:lnTo>
                  <a:lnTo>
                    <a:pt x="1715072" y="484156"/>
                  </a:lnTo>
                  <a:lnTo>
                    <a:pt x="1717072" y="485108"/>
                  </a:lnTo>
                  <a:lnTo>
                    <a:pt x="1718215" y="485394"/>
                  </a:lnTo>
                  <a:lnTo>
                    <a:pt x="1719263" y="485204"/>
                  </a:lnTo>
                  <a:close/>
                  <a:moveTo>
                    <a:pt x="1676686" y="714280"/>
                  </a:moveTo>
                  <a:lnTo>
                    <a:pt x="1676400" y="713422"/>
                  </a:lnTo>
                  <a:lnTo>
                    <a:pt x="1676019" y="712661"/>
                  </a:lnTo>
                  <a:lnTo>
                    <a:pt x="1675543" y="712089"/>
                  </a:lnTo>
                  <a:lnTo>
                    <a:pt x="1674781" y="711899"/>
                  </a:lnTo>
                  <a:lnTo>
                    <a:pt x="1671542" y="712280"/>
                  </a:lnTo>
                  <a:lnTo>
                    <a:pt x="1670685" y="712089"/>
                  </a:lnTo>
                  <a:lnTo>
                    <a:pt x="1670114" y="711613"/>
                  </a:lnTo>
                  <a:lnTo>
                    <a:pt x="1669637" y="711041"/>
                  </a:lnTo>
                  <a:lnTo>
                    <a:pt x="1669066" y="710470"/>
                  </a:lnTo>
                  <a:lnTo>
                    <a:pt x="1666684" y="709422"/>
                  </a:lnTo>
                  <a:lnTo>
                    <a:pt x="1666018" y="708851"/>
                  </a:lnTo>
                  <a:lnTo>
                    <a:pt x="1665827" y="708374"/>
                  </a:lnTo>
                  <a:lnTo>
                    <a:pt x="1665827" y="707803"/>
                  </a:lnTo>
                  <a:lnTo>
                    <a:pt x="1665923" y="706660"/>
                  </a:lnTo>
                  <a:lnTo>
                    <a:pt x="1665732" y="706374"/>
                  </a:lnTo>
                  <a:lnTo>
                    <a:pt x="1665256" y="706469"/>
                  </a:lnTo>
                  <a:lnTo>
                    <a:pt x="1664494" y="706850"/>
                  </a:lnTo>
                  <a:lnTo>
                    <a:pt x="1659255" y="707993"/>
                  </a:lnTo>
                  <a:lnTo>
                    <a:pt x="1658207" y="708374"/>
                  </a:lnTo>
                  <a:lnTo>
                    <a:pt x="1656493" y="709517"/>
                  </a:lnTo>
                  <a:lnTo>
                    <a:pt x="1653635" y="710755"/>
                  </a:lnTo>
                  <a:lnTo>
                    <a:pt x="1650968" y="713137"/>
                  </a:lnTo>
                  <a:lnTo>
                    <a:pt x="1650016" y="713518"/>
                  </a:lnTo>
                  <a:lnTo>
                    <a:pt x="1648778" y="713422"/>
                  </a:lnTo>
                  <a:lnTo>
                    <a:pt x="1647539" y="713137"/>
                  </a:lnTo>
                  <a:lnTo>
                    <a:pt x="1646587" y="713042"/>
                  </a:lnTo>
                  <a:lnTo>
                    <a:pt x="1645730" y="713327"/>
                  </a:lnTo>
                  <a:lnTo>
                    <a:pt x="1644110" y="714280"/>
                  </a:lnTo>
                  <a:lnTo>
                    <a:pt x="1643539" y="714470"/>
                  </a:lnTo>
                  <a:lnTo>
                    <a:pt x="1635252" y="713422"/>
                  </a:lnTo>
                  <a:lnTo>
                    <a:pt x="1634681" y="713232"/>
                  </a:lnTo>
                  <a:lnTo>
                    <a:pt x="1634490" y="712851"/>
                  </a:lnTo>
                  <a:lnTo>
                    <a:pt x="1634014" y="712470"/>
                  </a:lnTo>
                  <a:lnTo>
                    <a:pt x="1632395" y="711708"/>
                  </a:lnTo>
                  <a:lnTo>
                    <a:pt x="1631728" y="711518"/>
                  </a:lnTo>
                  <a:lnTo>
                    <a:pt x="1631061" y="711613"/>
                  </a:lnTo>
                  <a:lnTo>
                    <a:pt x="1630489" y="711994"/>
                  </a:lnTo>
                  <a:lnTo>
                    <a:pt x="1630013" y="712565"/>
                  </a:lnTo>
                  <a:lnTo>
                    <a:pt x="1628584" y="714851"/>
                  </a:lnTo>
                  <a:lnTo>
                    <a:pt x="1628204" y="715709"/>
                  </a:lnTo>
                  <a:lnTo>
                    <a:pt x="1627918" y="716089"/>
                  </a:lnTo>
                  <a:lnTo>
                    <a:pt x="1627632" y="716280"/>
                  </a:lnTo>
                  <a:lnTo>
                    <a:pt x="1626870" y="716566"/>
                  </a:lnTo>
                  <a:lnTo>
                    <a:pt x="1626680" y="716661"/>
                  </a:lnTo>
                  <a:lnTo>
                    <a:pt x="1626394" y="717613"/>
                  </a:lnTo>
                  <a:lnTo>
                    <a:pt x="1626203" y="718852"/>
                  </a:lnTo>
                  <a:lnTo>
                    <a:pt x="1625822" y="719900"/>
                  </a:lnTo>
                  <a:lnTo>
                    <a:pt x="1624965" y="720376"/>
                  </a:lnTo>
                  <a:lnTo>
                    <a:pt x="1624203" y="720566"/>
                  </a:lnTo>
                  <a:lnTo>
                    <a:pt x="1623441" y="721043"/>
                  </a:lnTo>
                  <a:lnTo>
                    <a:pt x="1622870" y="721709"/>
                  </a:lnTo>
                  <a:lnTo>
                    <a:pt x="1622584" y="722471"/>
                  </a:lnTo>
                  <a:lnTo>
                    <a:pt x="1622584" y="726186"/>
                  </a:lnTo>
                  <a:lnTo>
                    <a:pt x="1622393" y="726758"/>
                  </a:lnTo>
                  <a:lnTo>
                    <a:pt x="1622012" y="727138"/>
                  </a:lnTo>
                  <a:lnTo>
                    <a:pt x="1621346" y="728091"/>
                  </a:lnTo>
                  <a:lnTo>
                    <a:pt x="1620774" y="729234"/>
                  </a:lnTo>
                  <a:lnTo>
                    <a:pt x="1620679" y="730091"/>
                  </a:lnTo>
                  <a:lnTo>
                    <a:pt x="1621441" y="730568"/>
                  </a:lnTo>
                  <a:lnTo>
                    <a:pt x="1622679" y="730091"/>
                  </a:lnTo>
                  <a:lnTo>
                    <a:pt x="1627156" y="726472"/>
                  </a:lnTo>
                  <a:lnTo>
                    <a:pt x="1627346" y="726377"/>
                  </a:lnTo>
                  <a:lnTo>
                    <a:pt x="1627918" y="726281"/>
                  </a:lnTo>
                  <a:lnTo>
                    <a:pt x="1628204" y="726186"/>
                  </a:lnTo>
                  <a:lnTo>
                    <a:pt x="1628394" y="725900"/>
                  </a:lnTo>
                  <a:lnTo>
                    <a:pt x="1628489" y="725234"/>
                  </a:lnTo>
                  <a:lnTo>
                    <a:pt x="1628584" y="725043"/>
                  </a:lnTo>
                  <a:lnTo>
                    <a:pt x="1629156" y="724853"/>
                  </a:lnTo>
                  <a:lnTo>
                    <a:pt x="1629728" y="724757"/>
                  </a:lnTo>
                  <a:lnTo>
                    <a:pt x="1630966" y="724757"/>
                  </a:lnTo>
                  <a:lnTo>
                    <a:pt x="1631537" y="724662"/>
                  </a:lnTo>
                  <a:lnTo>
                    <a:pt x="1632490" y="724186"/>
                  </a:lnTo>
                  <a:lnTo>
                    <a:pt x="1635347" y="723710"/>
                  </a:lnTo>
                  <a:lnTo>
                    <a:pt x="1636490" y="723710"/>
                  </a:lnTo>
                  <a:lnTo>
                    <a:pt x="1637252" y="724091"/>
                  </a:lnTo>
                  <a:lnTo>
                    <a:pt x="1638490" y="723614"/>
                  </a:lnTo>
                  <a:lnTo>
                    <a:pt x="1639633" y="723900"/>
                  </a:lnTo>
                  <a:lnTo>
                    <a:pt x="1640586" y="724567"/>
                  </a:lnTo>
                  <a:lnTo>
                    <a:pt x="1641348" y="725329"/>
                  </a:lnTo>
                  <a:lnTo>
                    <a:pt x="1642396" y="725710"/>
                  </a:lnTo>
                  <a:lnTo>
                    <a:pt x="1646873" y="725043"/>
                  </a:lnTo>
                  <a:lnTo>
                    <a:pt x="1648206" y="725234"/>
                  </a:lnTo>
                  <a:lnTo>
                    <a:pt x="1650778" y="725996"/>
                  </a:lnTo>
                  <a:lnTo>
                    <a:pt x="1652016" y="726186"/>
                  </a:lnTo>
                  <a:lnTo>
                    <a:pt x="1654588" y="726186"/>
                  </a:lnTo>
                  <a:lnTo>
                    <a:pt x="1655159" y="726377"/>
                  </a:lnTo>
                  <a:lnTo>
                    <a:pt x="1656302" y="727520"/>
                  </a:lnTo>
                  <a:lnTo>
                    <a:pt x="1656874" y="727996"/>
                  </a:lnTo>
                  <a:lnTo>
                    <a:pt x="1657350" y="727424"/>
                  </a:lnTo>
                  <a:lnTo>
                    <a:pt x="1658017" y="726186"/>
                  </a:lnTo>
                  <a:lnTo>
                    <a:pt x="1658493" y="725614"/>
                  </a:lnTo>
                  <a:lnTo>
                    <a:pt x="1658874" y="725043"/>
                  </a:lnTo>
                  <a:lnTo>
                    <a:pt x="1658874" y="724567"/>
                  </a:lnTo>
                  <a:lnTo>
                    <a:pt x="1658779" y="724091"/>
                  </a:lnTo>
                  <a:lnTo>
                    <a:pt x="1658874" y="723710"/>
                  </a:lnTo>
                  <a:lnTo>
                    <a:pt x="1661731" y="720090"/>
                  </a:lnTo>
                  <a:lnTo>
                    <a:pt x="1662208" y="719804"/>
                  </a:lnTo>
                  <a:lnTo>
                    <a:pt x="1663351" y="719423"/>
                  </a:lnTo>
                  <a:lnTo>
                    <a:pt x="1663732" y="719233"/>
                  </a:lnTo>
                  <a:lnTo>
                    <a:pt x="1664970" y="718090"/>
                  </a:lnTo>
                  <a:lnTo>
                    <a:pt x="1665541" y="717804"/>
                  </a:lnTo>
                  <a:lnTo>
                    <a:pt x="1669828" y="716280"/>
                  </a:lnTo>
                  <a:lnTo>
                    <a:pt x="1670590" y="716661"/>
                  </a:lnTo>
                  <a:lnTo>
                    <a:pt x="1671733" y="716661"/>
                  </a:lnTo>
                  <a:lnTo>
                    <a:pt x="1674019" y="716280"/>
                  </a:lnTo>
                  <a:lnTo>
                    <a:pt x="1674590" y="716471"/>
                  </a:lnTo>
                  <a:lnTo>
                    <a:pt x="1675162" y="716852"/>
                  </a:lnTo>
                  <a:lnTo>
                    <a:pt x="1675733" y="717042"/>
                  </a:lnTo>
                  <a:lnTo>
                    <a:pt x="1676209" y="716852"/>
                  </a:lnTo>
                  <a:lnTo>
                    <a:pt x="1676495" y="716375"/>
                  </a:lnTo>
                  <a:lnTo>
                    <a:pt x="1676495" y="715899"/>
                  </a:lnTo>
                  <a:lnTo>
                    <a:pt x="1676305" y="715232"/>
                  </a:lnTo>
                  <a:lnTo>
                    <a:pt x="1676686" y="714280"/>
                  </a:lnTo>
                  <a:close/>
                  <a:moveTo>
                    <a:pt x="1697641" y="732377"/>
                  </a:moveTo>
                  <a:lnTo>
                    <a:pt x="1697355" y="731615"/>
                  </a:lnTo>
                  <a:lnTo>
                    <a:pt x="1696783" y="730949"/>
                  </a:lnTo>
                  <a:lnTo>
                    <a:pt x="1696022" y="730568"/>
                  </a:lnTo>
                  <a:lnTo>
                    <a:pt x="1695164" y="730472"/>
                  </a:lnTo>
                  <a:lnTo>
                    <a:pt x="1694402" y="730758"/>
                  </a:lnTo>
                  <a:lnTo>
                    <a:pt x="1693736" y="731330"/>
                  </a:lnTo>
                  <a:lnTo>
                    <a:pt x="1693545" y="731996"/>
                  </a:lnTo>
                  <a:lnTo>
                    <a:pt x="1693640" y="733616"/>
                  </a:lnTo>
                  <a:lnTo>
                    <a:pt x="1693355" y="734187"/>
                  </a:lnTo>
                  <a:lnTo>
                    <a:pt x="1693355" y="734568"/>
                  </a:lnTo>
                  <a:lnTo>
                    <a:pt x="1696022" y="735330"/>
                  </a:lnTo>
                  <a:lnTo>
                    <a:pt x="1697260" y="735235"/>
                  </a:lnTo>
                  <a:lnTo>
                    <a:pt x="1697736" y="734092"/>
                  </a:lnTo>
                  <a:lnTo>
                    <a:pt x="1697736" y="733235"/>
                  </a:lnTo>
                  <a:lnTo>
                    <a:pt x="1697641" y="732377"/>
                  </a:lnTo>
                  <a:close/>
                  <a:moveTo>
                    <a:pt x="1632585" y="417005"/>
                  </a:moveTo>
                  <a:lnTo>
                    <a:pt x="1632775" y="415576"/>
                  </a:lnTo>
                  <a:lnTo>
                    <a:pt x="1632680" y="414909"/>
                  </a:lnTo>
                  <a:lnTo>
                    <a:pt x="1632395" y="414338"/>
                  </a:lnTo>
                  <a:lnTo>
                    <a:pt x="1632014" y="413861"/>
                  </a:lnTo>
                  <a:lnTo>
                    <a:pt x="1630394" y="412623"/>
                  </a:lnTo>
                  <a:lnTo>
                    <a:pt x="1629823" y="412337"/>
                  </a:lnTo>
                  <a:lnTo>
                    <a:pt x="1629251" y="412337"/>
                  </a:lnTo>
                  <a:lnTo>
                    <a:pt x="1628775" y="412528"/>
                  </a:lnTo>
                  <a:lnTo>
                    <a:pt x="1628394" y="412813"/>
                  </a:lnTo>
                  <a:lnTo>
                    <a:pt x="1627632" y="413576"/>
                  </a:lnTo>
                  <a:lnTo>
                    <a:pt x="1626394" y="415195"/>
                  </a:lnTo>
                  <a:lnTo>
                    <a:pt x="1625917" y="416052"/>
                  </a:lnTo>
                  <a:lnTo>
                    <a:pt x="1625537" y="417005"/>
                  </a:lnTo>
                  <a:lnTo>
                    <a:pt x="1625441" y="418719"/>
                  </a:lnTo>
                  <a:lnTo>
                    <a:pt x="1626013" y="420243"/>
                  </a:lnTo>
                  <a:lnTo>
                    <a:pt x="1626775" y="421672"/>
                  </a:lnTo>
                  <a:lnTo>
                    <a:pt x="1627346" y="423101"/>
                  </a:lnTo>
                  <a:lnTo>
                    <a:pt x="1627441" y="425672"/>
                  </a:lnTo>
                  <a:lnTo>
                    <a:pt x="1627632" y="426434"/>
                  </a:lnTo>
                  <a:lnTo>
                    <a:pt x="1628013" y="426815"/>
                  </a:lnTo>
                  <a:lnTo>
                    <a:pt x="1629347" y="427958"/>
                  </a:lnTo>
                  <a:lnTo>
                    <a:pt x="1629823" y="428530"/>
                  </a:lnTo>
                  <a:lnTo>
                    <a:pt x="1630299" y="430149"/>
                  </a:lnTo>
                  <a:lnTo>
                    <a:pt x="1630489" y="433673"/>
                  </a:lnTo>
                  <a:lnTo>
                    <a:pt x="1630966" y="435388"/>
                  </a:lnTo>
                  <a:lnTo>
                    <a:pt x="1631918" y="436912"/>
                  </a:lnTo>
                  <a:lnTo>
                    <a:pt x="1633442" y="438436"/>
                  </a:lnTo>
                  <a:lnTo>
                    <a:pt x="1635157" y="439198"/>
                  </a:lnTo>
                  <a:lnTo>
                    <a:pt x="1636681" y="438626"/>
                  </a:lnTo>
                  <a:lnTo>
                    <a:pt x="1637348" y="437483"/>
                  </a:lnTo>
                  <a:lnTo>
                    <a:pt x="1637157" y="436626"/>
                  </a:lnTo>
                  <a:lnTo>
                    <a:pt x="1636681" y="435674"/>
                  </a:lnTo>
                  <a:lnTo>
                    <a:pt x="1636395" y="434530"/>
                  </a:lnTo>
                  <a:lnTo>
                    <a:pt x="1636205" y="433483"/>
                  </a:lnTo>
                  <a:lnTo>
                    <a:pt x="1631537" y="423863"/>
                  </a:lnTo>
                  <a:lnTo>
                    <a:pt x="1631347" y="421481"/>
                  </a:lnTo>
                  <a:lnTo>
                    <a:pt x="1631632" y="420053"/>
                  </a:lnTo>
                  <a:lnTo>
                    <a:pt x="1632585" y="417005"/>
                  </a:lnTo>
                  <a:close/>
                  <a:moveTo>
                    <a:pt x="1625060" y="409099"/>
                  </a:moveTo>
                  <a:lnTo>
                    <a:pt x="1625917" y="409099"/>
                  </a:lnTo>
                  <a:lnTo>
                    <a:pt x="1626775" y="409480"/>
                  </a:lnTo>
                  <a:lnTo>
                    <a:pt x="1627823" y="410337"/>
                  </a:lnTo>
                  <a:lnTo>
                    <a:pt x="1628870" y="410623"/>
                  </a:lnTo>
                  <a:lnTo>
                    <a:pt x="1630013" y="410146"/>
                  </a:lnTo>
                  <a:lnTo>
                    <a:pt x="1631728" y="409004"/>
                  </a:lnTo>
                  <a:lnTo>
                    <a:pt x="1632299" y="408908"/>
                  </a:lnTo>
                  <a:lnTo>
                    <a:pt x="1634109" y="409004"/>
                  </a:lnTo>
                  <a:lnTo>
                    <a:pt x="1635442" y="408432"/>
                  </a:lnTo>
                  <a:lnTo>
                    <a:pt x="1635919" y="408337"/>
                  </a:lnTo>
                  <a:lnTo>
                    <a:pt x="1640396" y="407956"/>
                  </a:lnTo>
                  <a:lnTo>
                    <a:pt x="1641539" y="408146"/>
                  </a:lnTo>
                  <a:lnTo>
                    <a:pt x="1642205" y="408146"/>
                  </a:lnTo>
                  <a:lnTo>
                    <a:pt x="1642491" y="407765"/>
                  </a:lnTo>
                  <a:lnTo>
                    <a:pt x="1642777" y="407575"/>
                  </a:lnTo>
                  <a:lnTo>
                    <a:pt x="1643348" y="407384"/>
                  </a:lnTo>
                  <a:lnTo>
                    <a:pt x="1644491" y="407289"/>
                  </a:lnTo>
                  <a:lnTo>
                    <a:pt x="1646301" y="407384"/>
                  </a:lnTo>
                  <a:lnTo>
                    <a:pt x="1647063" y="407289"/>
                  </a:lnTo>
                  <a:lnTo>
                    <a:pt x="1650397" y="405765"/>
                  </a:lnTo>
                  <a:lnTo>
                    <a:pt x="1650778" y="405384"/>
                  </a:lnTo>
                  <a:lnTo>
                    <a:pt x="1650873" y="404813"/>
                  </a:lnTo>
                  <a:lnTo>
                    <a:pt x="1650873" y="404717"/>
                  </a:lnTo>
                  <a:lnTo>
                    <a:pt x="1650682" y="404813"/>
                  </a:lnTo>
                  <a:lnTo>
                    <a:pt x="1650016" y="404813"/>
                  </a:lnTo>
                  <a:lnTo>
                    <a:pt x="1647920" y="404527"/>
                  </a:lnTo>
                  <a:lnTo>
                    <a:pt x="1638872" y="404146"/>
                  </a:lnTo>
                  <a:lnTo>
                    <a:pt x="1632395" y="403098"/>
                  </a:lnTo>
                  <a:lnTo>
                    <a:pt x="1629918" y="403098"/>
                  </a:lnTo>
                  <a:lnTo>
                    <a:pt x="1623727" y="403955"/>
                  </a:lnTo>
                  <a:lnTo>
                    <a:pt x="1621536" y="403860"/>
                  </a:lnTo>
                  <a:lnTo>
                    <a:pt x="1620393" y="403574"/>
                  </a:lnTo>
                  <a:lnTo>
                    <a:pt x="1619822" y="403574"/>
                  </a:lnTo>
                  <a:lnTo>
                    <a:pt x="1618774" y="404336"/>
                  </a:lnTo>
                  <a:lnTo>
                    <a:pt x="1618202" y="404622"/>
                  </a:lnTo>
                  <a:lnTo>
                    <a:pt x="1617631" y="404813"/>
                  </a:lnTo>
                  <a:lnTo>
                    <a:pt x="1617155" y="404908"/>
                  </a:lnTo>
                  <a:lnTo>
                    <a:pt x="1613059" y="404431"/>
                  </a:lnTo>
                  <a:lnTo>
                    <a:pt x="1612297" y="404622"/>
                  </a:lnTo>
                  <a:lnTo>
                    <a:pt x="1611249" y="403860"/>
                  </a:lnTo>
                  <a:lnTo>
                    <a:pt x="1609630" y="403765"/>
                  </a:lnTo>
                  <a:lnTo>
                    <a:pt x="1606391" y="404146"/>
                  </a:lnTo>
                  <a:lnTo>
                    <a:pt x="1606106" y="404051"/>
                  </a:lnTo>
                  <a:lnTo>
                    <a:pt x="1605915" y="403765"/>
                  </a:lnTo>
                  <a:lnTo>
                    <a:pt x="1605820" y="403384"/>
                  </a:lnTo>
                  <a:lnTo>
                    <a:pt x="1605820" y="403003"/>
                  </a:lnTo>
                  <a:lnTo>
                    <a:pt x="1605629" y="402717"/>
                  </a:lnTo>
                  <a:lnTo>
                    <a:pt x="1605153" y="402908"/>
                  </a:lnTo>
                  <a:lnTo>
                    <a:pt x="1604391" y="403479"/>
                  </a:lnTo>
                  <a:lnTo>
                    <a:pt x="1603343" y="403765"/>
                  </a:lnTo>
                  <a:lnTo>
                    <a:pt x="1602867" y="403765"/>
                  </a:lnTo>
                  <a:lnTo>
                    <a:pt x="1602391" y="403574"/>
                  </a:lnTo>
                  <a:lnTo>
                    <a:pt x="1601724" y="402812"/>
                  </a:lnTo>
                  <a:lnTo>
                    <a:pt x="1601343" y="402622"/>
                  </a:lnTo>
                  <a:lnTo>
                    <a:pt x="1600772" y="402717"/>
                  </a:lnTo>
                  <a:lnTo>
                    <a:pt x="1600390" y="403003"/>
                  </a:lnTo>
                  <a:lnTo>
                    <a:pt x="1600105" y="403479"/>
                  </a:lnTo>
                  <a:lnTo>
                    <a:pt x="1600009" y="403955"/>
                  </a:lnTo>
                  <a:lnTo>
                    <a:pt x="1599152" y="404146"/>
                  </a:lnTo>
                  <a:lnTo>
                    <a:pt x="1598390" y="404622"/>
                  </a:lnTo>
                  <a:lnTo>
                    <a:pt x="1597914" y="405479"/>
                  </a:lnTo>
                  <a:lnTo>
                    <a:pt x="1597723" y="406622"/>
                  </a:lnTo>
                  <a:lnTo>
                    <a:pt x="1597819" y="407099"/>
                  </a:lnTo>
                  <a:lnTo>
                    <a:pt x="1598105" y="407670"/>
                  </a:lnTo>
                  <a:lnTo>
                    <a:pt x="1598486" y="408146"/>
                  </a:lnTo>
                  <a:lnTo>
                    <a:pt x="1598866" y="408337"/>
                  </a:lnTo>
                  <a:lnTo>
                    <a:pt x="1599438" y="408146"/>
                  </a:lnTo>
                  <a:lnTo>
                    <a:pt x="1599724" y="407194"/>
                  </a:lnTo>
                  <a:lnTo>
                    <a:pt x="1600200" y="407003"/>
                  </a:lnTo>
                  <a:lnTo>
                    <a:pt x="1602486" y="408146"/>
                  </a:lnTo>
                  <a:lnTo>
                    <a:pt x="1602962" y="408527"/>
                  </a:lnTo>
                  <a:lnTo>
                    <a:pt x="1603248" y="409289"/>
                  </a:lnTo>
                  <a:lnTo>
                    <a:pt x="1603343" y="410242"/>
                  </a:lnTo>
                  <a:lnTo>
                    <a:pt x="1603248" y="411289"/>
                  </a:lnTo>
                  <a:lnTo>
                    <a:pt x="1602962" y="412147"/>
                  </a:lnTo>
                  <a:lnTo>
                    <a:pt x="1604867" y="411480"/>
                  </a:lnTo>
                  <a:lnTo>
                    <a:pt x="1605629" y="411385"/>
                  </a:lnTo>
                  <a:lnTo>
                    <a:pt x="1608106" y="411385"/>
                  </a:lnTo>
                  <a:lnTo>
                    <a:pt x="1609249" y="411194"/>
                  </a:lnTo>
                  <a:lnTo>
                    <a:pt x="1611725" y="410432"/>
                  </a:lnTo>
                  <a:lnTo>
                    <a:pt x="1612773" y="410242"/>
                  </a:lnTo>
                  <a:lnTo>
                    <a:pt x="1621536" y="410432"/>
                  </a:lnTo>
                  <a:lnTo>
                    <a:pt x="1625060" y="409099"/>
                  </a:lnTo>
                  <a:close/>
                  <a:moveTo>
                    <a:pt x="487585" y="272701"/>
                  </a:moveTo>
                  <a:lnTo>
                    <a:pt x="488061" y="272605"/>
                  </a:lnTo>
                  <a:lnTo>
                    <a:pt x="488537" y="272320"/>
                  </a:lnTo>
                  <a:lnTo>
                    <a:pt x="489299" y="272320"/>
                  </a:lnTo>
                  <a:lnTo>
                    <a:pt x="488728" y="271177"/>
                  </a:lnTo>
                  <a:lnTo>
                    <a:pt x="488442" y="270320"/>
                  </a:lnTo>
                  <a:lnTo>
                    <a:pt x="488347" y="269462"/>
                  </a:lnTo>
                  <a:lnTo>
                    <a:pt x="488347" y="268224"/>
                  </a:lnTo>
                  <a:lnTo>
                    <a:pt x="488156" y="267748"/>
                  </a:lnTo>
                  <a:lnTo>
                    <a:pt x="487680" y="267653"/>
                  </a:lnTo>
                  <a:lnTo>
                    <a:pt x="487013" y="267653"/>
                  </a:lnTo>
                  <a:lnTo>
                    <a:pt x="486823" y="267843"/>
                  </a:lnTo>
                  <a:lnTo>
                    <a:pt x="486537" y="268224"/>
                  </a:lnTo>
                  <a:lnTo>
                    <a:pt x="485965" y="268224"/>
                  </a:lnTo>
                  <a:lnTo>
                    <a:pt x="485013" y="267938"/>
                  </a:lnTo>
                  <a:lnTo>
                    <a:pt x="483965" y="268510"/>
                  </a:lnTo>
                  <a:lnTo>
                    <a:pt x="483584" y="269272"/>
                  </a:lnTo>
                  <a:lnTo>
                    <a:pt x="483775" y="270224"/>
                  </a:lnTo>
                  <a:lnTo>
                    <a:pt x="484537" y="271272"/>
                  </a:lnTo>
                  <a:lnTo>
                    <a:pt x="485013" y="271558"/>
                  </a:lnTo>
                  <a:lnTo>
                    <a:pt x="486156" y="271653"/>
                  </a:lnTo>
                  <a:lnTo>
                    <a:pt x="487204" y="272415"/>
                  </a:lnTo>
                  <a:lnTo>
                    <a:pt x="487585" y="272701"/>
                  </a:lnTo>
                  <a:close/>
                  <a:moveTo>
                    <a:pt x="1698307" y="510350"/>
                  </a:moveTo>
                  <a:lnTo>
                    <a:pt x="1697736" y="509588"/>
                  </a:lnTo>
                  <a:lnTo>
                    <a:pt x="1695831" y="509016"/>
                  </a:lnTo>
                  <a:lnTo>
                    <a:pt x="1694974" y="508921"/>
                  </a:lnTo>
                  <a:lnTo>
                    <a:pt x="1694116" y="509206"/>
                  </a:lnTo>
                  <a:lnTo>
                    <a:pt x="1692688" y="510921"/>
                  </a:lnTo>
                  <a:lnTo>
                    <a:pt x="1692592" y="512159"/>
                  </a:lnTo>
                  <a:lnTo>
                    <a:pt x="1693069" y="512921"/>
                  </a:lnTo>
                  <a:lnTo>
                    <a:pt x="1693926" y="513683"/>
                  </a:lnTo>
                  <a:lnTo>
                    <a:pt x="1694593" y="514255"/>
                  </a:lnTo>
                  <a:lnTo>
                    <a:pt x="1695545" y="514350"/>
                  </a:lnTo>
                  <a:lnTo>
                    <a:pt x="1696498" y="514541"/>
                  </a:lnTo>
                  <a:lnTo>
                    <a:pt x="1697450" y="514636"/>
                  </a:lnTo>
                  <a:lnTo>
                    <a:pt x="1698212" y="514255"/>
                  </a:lnTo>
                  <a:lnTo>
                    <a:pt x="1698307" y="513683"/>
                  </a:lnTo>
                  <a:lnTo>
                    <a:pt x="1698689" y="513112"/>
                  </a:lnTo>
                  <a:lnTo>
                    <a:pt x="1699070" y="512255"/>
                  </a:lnTo>
                  <a:lnTo>
                    <a:pt x="1698879" y="510921"/>
                  </a:lnTo>
                  <a:lnTo>
                    <a:pt x="1698307" y="510350"/>
                  </a:lnTo>
                  <a:close/>
                  <a:moveTo>
                    <a:pt x="1598390" y="200978"/>
                  </a:moveTo>
                  <a:lnTo>
                    <a:pt x="1598771" y="200692"/>
                  </a:lnTo>
                  <a:lnTo>
                    <a:pt x="1599057" y="200216"/>
                  </a:lnTo>
                  <a:lnTo>
                    <a:pt x="1599438" y="199930"/>
                  </a:lnTo>
                  <a:lnTo>
                    <a:pt x="1599724" y="199930"/>
                  </a:lnTo>
                  <a:lnTo>
                    <a:pt x="1600486" y="199454"/>
                  </a:lnTo>
                  <a:lnTo>
                    <a:pt x="1600581" y="199358"/>
                  </a:lnTo>
                  <a:lnTo>
                    <a:pt x="1600867" y="199358"/>
                  </a:lnTo>
                  <a:lnTo>
                    <a:pt x="1601153" y="199454"/>
                  </a:lnTo>
                  <a:lnTo>
                    <a:pt x="1601343" y="199263"/>
                  </a:lnTo>
                  <a:lnTo>
                    <a:pt x="1601438" y="198501"/>
                  </a:lnTo>
                  <a:lnTo>
                    <a:pt x="1601248" y="198120"/>
                  </a:lnTo>
                  <a:lnTo>
                    <a:pt x="1600676" y="198787"/>
                  </a:lnTo>
                  <a:lnTo>
                    <a:pt x="1600295" y="198787"/>
                  </a:lnTo>
                  <a:lnTo>
                    <a:pt x="1599819" y="198692"/>
                  </a:lnTo>
                  <a:lnTo>
                    <a:pt x="1599533" y="198501"/>
                  </a:lnTo>
                  <a:lnTo>
                    <a:pt x="1599343" y="198406"/>
                  </a:lnTo>
                  <a:lnTo>
                    <a:pt x="1599152" y="198501"/>
                  </a:lnTo>
                  <a:lnTo>
                    <a:pt x="1598866" y="198311"/>
                  </a:lnTo>
                  <a:lnTo>
                    <a:pt x="1598581" y="198215"/>
                  </a:lnTo>
                  <a:lnTo>
                    <a:pt x="1598390" y="198596"/>
                  </a:lnTo>
                  <a:lnTo>
                    <a:pt x="1598486" y="198882"/>
                  </a:lnTo>
                  <a:lnTo>
                    <a:pt x="1598676" y="199072"/>
                  </a:lnTo>
                  <a:lnTo>
                    <a:pt x="1598676" y="199263"/>
                  </a:lnTo>
                  <a:lnTo>
                    <a:pt x="1598295" y="199263"/>
                  </a:lnTo>
                  <a:lnTo>
                    <a:pt x="1598009" y="199644"/>
                  </a:lnTo>
                  <a:lnTo>
                    <a:pt x="1597819" y="199739"/>
                  </a:lnTo>
                  <a:lnTo>
                    <a:pt x="1597533" y="200216"/>
                  </a:lnTo>
                  <a:lnTo>
                    <a:pt x="1597533" y="200787"/>
                  </a:lnTo>
                  <a:lnTo>
                    <a:pt x="1597819" y="201263"/>
                  </a:lnTo>
                  <a:lnTo>
                    <a:pt x="1598390" y="200978"/>
                  </a:lnTo>
                  <a:close/>
                  <a:moveTo>
                    <a:pt x="1714595" y="597218"/>
                  </a:moveTo>
                  <a:lnTo>
                    <a:pt x="1714119" y="597503"/>
                  </a:lnTo>
                  <a:lnTo>
                    <a:pt x="1714690" y="597694"/>
                  </a:lnTo>
                  <a:lnTo>
                    <a:pt x="1714595" y="597218"/>
                  </a:lnTo>
                  <a:close/>
                  <a:moveTo>
                    <a:pt x="1714405" y="598361"/>
                  </a:moveTo>
                  <a:lnTo>
                    <a:pt x="1714976" y="598646"/>
                  </a:lnTo>
                  <a:lnTo>
                    <a:pt x="1714690" y="598075"/>
                  </a:lnTo>
                  <a:lnTo>
                    <a:pt x="1714405" y="598361"/>
                  </a:lnTo>
                  <a:close/>
                  <a:moveTo>
                    <a:pt x="1724406" y="737902"/>
                  </a:moveTo>
                  <a:lnTo>
                    <a:pt x="1723454" y="737616"/>
                  </a:lnTo>
                  <a:lnTo>
                    <a:pt x="1722406" y="737521"/>
                  </a:lnTo>
                  <a:lnTo>
                    <a:pt x="1721358" y="737711"/>
                  </a:lnTo>
                  <a:lnTo>
                    <a:pt x="1717167" y="740474"/>
                  </a:lnTo>
                  <a:lnTo>
                    <a:pt x="1718024" y="740759"/>
                  </a:lnTo>
                  <a:lnTo>
                    <a:pt x="1719453" y="741997"/>
                  </a:lnTo>
                  <a:lnTo>
                    <a:pt x="1720596" y="742283"/>
                  </a:lnTo>
                  <a:lnTo>
                    <a:pt x="1721644" y="742093"/>
                  </a:lnTo>
                  <a:lnTo>
                    <a:pt x="1723454" y="741331"/>
                  </a:lnTo>
                  <a:lnTo>
                    <a:pt x="1724501" y="741140"/>
                  </a:lnTo>
                  <a:lnTo>
                    <a:pt x="1725739" y="740759"/>
                  </a:lnTo>
                  <a:lnTo>
                    <a:pt x="1725930" y="739807"/>
                  </a:lnTo>
                  <a:lnTo>
                    <a:pt x="1725358" y="738759"/>
                  </a:lnTo>
                  <a:lnTo>
                    <a:pt x="1724406" y="737902"/>
                  </a:lnTo>
                  <a:close/>
                  <a:moveTo>
                    <a:pt x="1885569" y="511683"/>
                  </a:moveTo>
                  <a:lnTo>
                    <a:pt x="1886522" y="512064"/>
                  </a:lnTo>
                  <a:lnTo>
                    <a:pt x="1887760" y="511874"/>
                  </a:lnTo>
                  <a:lnTo>
                    <a:pt x="1887760" y="511207"/>
                  </a:lnTo>
                  <a:lnTo>
                    <a:pt x="1887188" y="510445"/>
                  </a:lnTo>
                  <a:lnTo>
                    <a:pt x="1886807" y="509778"/>
                  </a:lnTo>
                  <a:lnTo>
                    <a:pt x="1887188" y="502920"/>
                  </a:lnTo>
                  <a:lnTo>
                    <a:pt x="1887379" y="502349"/>
                  </a:lnTo>
                  <a:lnTo>
                    <a:pt x="1888141" y="501301"/>
                  </a:lnTo>
                  <a:lnTo>
                    <a:pt x="1888331" y="500825"/>
                  </a:lnTo>
                  <a:lnTo>
                    <a:pt x="1888426" y="500444"/>
                  </a:lnTo>
                  <a:lnTo>
                    <a:pt x="1889189" y="499396"/>
                  </a:lnTo>
                  <a:lnTo>
                    <a:pt x="1889474" y="498824"/>
                  </a:lnTo>
                  <a:lnTo>
                    <a:pt x="1889665" y="497777"/>
                  </a:lnTo>
                  <a:lnTo>
                    <a:pt x="1889665" y="497300"/>
                  </a:lnTo>
                  <a:lnTo>
                    <a:pt x="1889570" y="496729"/>
                  </a:lnTo>
                  <a:lnTo>
                    <a:pt x="1888998" y="495871"/>
                  </a:lnTo>
                  <a:lnTo>
                    <a:pt x="1887379" y="494252"/>
                  </a:lnTo>
                  <a:lnTo>
                    <a:pt x="1886712" y="493109"/>
                  </a:lnTo>
                  <a:lnTo>
                    <a:pt x="1886236" y="492062"/>
                  </a:lnTo>
                  <a:lnTo>
                    <a:pt x="1886236" y="491014"/>
                  </a:lnTo>
                  <a:lnTo>
                    <a:pt x="1887283" y="490633"/>
                  </a:lnTo>
                  <a:lnTo>
                    <a:pt x="1886522" y="489395"/>
                  </a:lnTo>
                  <a:lnTo>
                    <a:pt x="1885283" y="488442"/>
                  </a:lnTo>
                  <a:lnTo>
                    <a:pt x="1883664" y="487871"/>
                  </a:lnTo>
                  <a:lnTo>
                    <a:pt x="1881568" y="487775"/>
                  </a:lnTo>
                  <a:lnTo>
                    <a:pt x="1879473" y="487966"/>
                  </a:lnTo>
                  <a:lnTo>
                    <a:pt x="1878616" y="487775"/>
                  </a:lnTo>
                  <a:lnTo>
                    <a:pt x="1878235" y="487204"/>
                  </a:lnTo>
                  <a:lnTo>
                    <a:pt x="1878044" y="486537"/>
                  </a:lnTo>
                  <a:lnTo>
                    <a:pt x="1877092" y="485108"/>
                  </a:lnTo>
                  <a:lnTo>
                    <a:pt x="1876901" y="484251"/>
                  </a:lnTo>
                  <a:lnTo>
                    <a:pt x="1876806" y="479774"/>
                  </a:lnTo>
                  <a:lnTo>
                    <a:pt x="1876330" y="477679"/>
                  </a:lnTo>
                  <a:lnTo>
                    <a:pt x="1875282" y="475964"/>
                  </a:lnTo>
                  <a:lnTo>
                    <a:pt x="1875091" y="475583"/>
                  </a:lnTo>
                  <a:lnTo>
                    <a:pt x="1874711" y="473774"/>
                  </a:lnTo>
                  <a:lnTo>
                    <a:pt x="1874520" y="473297"/>
                  </a:lnTo>
                  <a:lnTo>
                    <a:pt x="1874044" y="472916"/>
                  </a:lnTo>
                  <a:lnTo>
                    <a:pt x="1870043" y="471392"/>
                  </a:lnTo>
                  <a:lnTo>
                    <a:pt x="1869281" y="471011"/>
                  </a:lnTo>
                  <a:lnTo>
                    <a:pt x="1864042" y="466058"/>
                  </a:lnTo>
                  <a:lnTo>
                    <a:pt x="1861661" y="465201"/>
                  </a:lnTo>
                  <a:lnTo>
                    <a:pt x="1859375" y="465201"/>
                  </a:lnTo>
                  <a:lnTo>
                    <a:pt x="1854708" y="465868"/>
                  </a:lnTo>
                  <a:lnTo>
                    <a:pt x="1845945" y="465963"/>
                  </a:lnTo>
                  <a:lnTo>
                    <a:pt x="1841659" y="465011"/>
                  </a:lnTo>
                  <a:lnTo>
                    <a:pt x="1840516" y="464534"/>
                  </a:lnTo>
                  <a:lnTo>
                    <a:pt x="1839658" y="463582"/>
                  </a:lnTo>
                  <a:lnTo>
                    <a:pt x="1838801" y="462820"/>
                  </a:lnTo>
                  <a:lnTo>
                    <a:pt x="1837944" y="462439"/>
                  </a:lnTo>
                  <a:lnTo>
                    <a:pt x="1837468" y="463010"/>
                  </a:lnTo>
                  <a:lnTo>
                    <a:pt x="1836801" y="462534"/>
                  </a:lnTo>
                  <a:lnTo>
                    <a:pt x="1836611" y="461963"/>
                  </a:lnTo>
                  <a:lnTo>
                    <a:pt x="1836515" y="461486"/>
                  </a:lnTo>
                  <a:lnTo>
                    <a:pt x="1836134" y="461296"/>
                  </a:lnTo>
                  <a:lnTo>
                    <a:pt x="1835467" y="461486"/>
                  </a:lnTo>
                  <a:lnTo>
                    <a:pt x="1834896" y="461867"/>
                  </a:lnTo>
                  <a:lnTo>
                    <a:pt x="1834229" y="462153"/>
                  </a:lnTo>
                  <a:lnTo>
                    <a:pt x="1833467" y="462058"/>
                  </a:lnTo>
                  <a:lnTo>
                    <a:pt x="1832800" y="461486"/>
                  </a:lnTo>
                  <a:lnTo>
                    <a:pt x="1831753" y="459867"/>
                  </a:lnTo>
                  <a:lnTo>
                    <a:pt x="1831086" y="459486"/>
                  </a:lnTo>
                  <a:lnTo>
                    <a:pt x="1830419" y="459391"/>
                  </a:lnTo>
                  <a:lnTo>
                    <a:pt x="1822895" y="456247"/>
                  </a:lnTo>
                  <a:lnTo>
                    <a:pt x="1819942" y="455867"/>
                  </a:lnTo>
                  <a:lnTo>
                    <a:pt x="1819656" y="455771"/>
                  </a:lnTo>
                  <a:lnTo>
                    <a:pt x="1819465" y="455581"/>
                  </a:lnTo>
                  <a:lnTo>
                    <a:pt x="1819370" y="455390"/>
                  </a:lnTo>
                  <a:lnTo>
                    <a:pt x="1819275" y="454914"/>
                  </a:lnTo>
                  <a:lnTo>
                    <a:pt x="1818989" y="454914"/>
                  </a:lnTo>
                  <a:lnTo>
                    <a:pt x="1818418" y="455200"/>
                  </a:lnTo>
                  <a:lnTo>
                    <a:pt x="1814227" y="455105"/>
                  </a:lnTo>
                  <a:lnTo>
                    <a:pt x="1811941" y="455486"/>
                  </a:lnTo>
                  <a:lnTo>
                    <a:pt x="1810512" y="456247"/>
                  </a:lnTo>
                  <a:lnTo>
                    <a:pt x="1810131" y="457105"/>
                  </a:lnTo>
                  <a:lnTo>
                    <a:pt x="1810036" y="458057"/>
                  </a:lnTo>
                  <a:lnTo>
                    <a:pt x="1809750" y="458819"/>
                  </a:lnTo>
                  <a:lnTo>
                    <a:pt x="1808131" y="459391"/>
                  </a:lnTo>
                  <a:lnTo>
                    <a:pt x="1805368" y="460915"/>
                  </a:lnTo>
                  <a:lnTo>
                    <a:pt x="1803654" y="461486"/>
                  </a:lnTo>
                  <a:lnTo>
                    <a:pt x="1802892" y="461963"/>
                  </a:lnTo>
                  <a:lnTo>
                    <a:pt x="1802511" y="462534"/>
                  </a:lnTo>
                  <a:lnTo>
                    <a:pt x="1802321" y="463296"/>
                  </a:lnTo>
                  <a:lnTo>
                    <a:pt x="1801939" y="463296"/>
                  </a:lnTo>
                  <a:lnTo>
                    <a:pt x="1801368" y="462725"/>
                  </a:lnTo>
                  <a:lnTo>
                    <a:pt x="1801082" y="462629"/>
                  </a:lnTo>
                  <a:lnTo>
                    <a:pt x="1800892" y="462344"/>
                  </a:lnTo>
                  <a:lnTo>
                    <a:pt x="1800701" y="462344"/>
                  </a:lnTo>
                  <a:lnTo>
                    <a:pt x="1800320" y="462534"/>
                  </a:lnTo>
                  <a:lnTo>
                    <a:pt x="1800225" y="462725"/>
                  </a:lnTo>
                  <a:lnTo>
                    <a:pt x="1800320" y="462915"/>
                  </a:lnTo>
                  <a:lnTo>
                    <a:pt x="1800320" y="463010"/>
                  </a:lnTo>
                  <a:lnTo>
                    <a:pt x="1800320" y="463296"/>
                  </a:lnTo>
                  <a:lnTo>
                    <a:pt x="1800511" y="463677"/>
                  </a:lnTo>
                  <a:lnTo>
                    <a:pt x="1800606" y="463963"/>
                  </a:lnTo>
                  <a:lnTo>
                    <a:pt x="1800130" y="464058"/>
                  </a:lnTo>
                  <a:lnTo>
                    <a:pt x="1799939" y="463963"/>
                  </a:lnTo>
                  <a:lnTo>
                    <a:pt x="1799844" y="463868"/>
                  </a:lnTo>
                  <a:lnTo>
                    <a:pt x="1799654" y="463772"/>
                  </a:lnTo>
                  <a:lnTo>
                    <a:pt x="1799368" y="463677"/>
                  </a:lnTo>
                  <a:lnTo>
                    <a:pt x="1798796" y="463772"/>
                  </a:lnTo>
                  <a:lnTo>
                    <a:pt x="1797748" y="464058"/>
                  </a:lnTo>
                  <a:lnTo>
                    <a:pt x="1797177" y="464153"/>
                  </a:lnTo>
                  <a:lnTo>
                    <a:pt x="1796320" y="463677"/>
                  </a:lnTo>
                  <a:lnTo>
                    <a:pt x="1794986" y="461486"/>
                  </a:lnTo>
                  <a:lnTo>
                    <a:pt x="1794224" y="461010"/>
                  </a:lnTo>
                  <a:lnTo>
                    <a:pt x="1794510" y="458819"/>
                  </a:lnTo>
                  <a:lnTo>
                    <a:pt x="1794415" y="457010"/>
                  </a:lnTo>
                  <a:lnTo>
                    <a:pt x="1793557" y="456152"/>
                  </a:lnTo>
                  <a:lnTo>
                    <a:pt x="1791653" y="456629"/>
                  </a:lnTo>
                  <a:lnTo>
                    <a:pt x="1788033" y="458248"/>
                  </a:lnTo>
                  <a:lnTo>
                    <a:pt x="1785938" y="458819"/>
                  </a:lnTo>
                  <a:lnTo>
                    <a:pt x="1783651" y="459200"/>
                  </a:lnTo>
                  <a:lnTo>
                    <a:pt x="1782413" y="459200"/>
                  </a:lnTo>
                  <a:lnTo>
                    <a:pt x="1780223" y="458914"/>
                  </a:lnTo>
                  <a:lnTo>
                    <a:pt x="1769650" y="458819"/>
                  </a:lnTo>
                  <a:lnTo>
                    <a:pt x="1768316" y="458629"/>
                  </a:lnTo>
                  <a:lnTo>
                    <a:pt x="1766316" y="457867"/>
                  </a:lnTo>
                  <a:lnTo>
                    <a:pt x="1765173" y="457676"/>
                  </a:lnTo>
                  <a:lnTo>
                    <a:pt x="1764221" y="457771"/>
                  </a:lnTo>
                  <a:lnTo>
                    <a:pt x="1762220" y="458248"/>
                  </a:lnTo>
                  <a:lnTo>
                    <a:pt x="1760030" y="458438"/>
                  </a:lnTo>
                  <a:lnTo>
                    <a:pt x="1758124" y="458914"/>
                  </a:lnTo>
                  <a:lnTo>
                    <a:pt x="1749266" y="458914"/>
                  </a:lnTo>
                  <a:lnTo>
                    <a:pt x="1747933" y="458629"/>
                  </a:lnTo>
                  <a:lnTo>
                    <a:pt x="1747361" y="458724"/>
                  </a:lnTo>
                  <a:lnTo>
                    <a:pt x="1746885" y="459105"/>
                  </a:lnTo>
                  <a:lnTo>
                    <a:pt x="1746599" y="459677"/>
                  </a:lnTo>
                  <a:lnTo>
                    <a:pt x="1746504" y="460248"/>
                  </a:lnTo>
                  <a:lnTo>
                    <a:pt x="1746409" y="460629"/>
                  </a:lnTo>
                  <a:lnTo>
                    <a:pt x="1746123" y="460724"/>
                  </a:lnTo>
                  <a:lnTo>
                    <a:pt x="1745742" y="460724"/>
                  </a:lnTo>
                  <a:lnTo>
                    <a:pt x="1745551" y="460820"/>
                  </a:lnTo>
                  <a:lnTo>
                    <a:pt x="1745456" y="461105"/>
                  </a:lnTo>
                  <a:lnTo>
                    <a:pt x="1745361" y="461391"/>
                  </a:lnTo>
                  <a:lnTo>
                    <a:pt x="1745361" y="461581"/>
                  </a:lnTo>
                  <a:lnTo>
                    <a:pt x="1745456" y="461486"/>
                  </a:lnTo>
                  <a:lnTo>
                    <a:pt x="1744504" y="463296"/>
                  </a:lnTo>
                  <a:lnTo>
                    <a:pt x="1744028" y="463582"/>
                  </a:lnTo>
                  <a:lnTo>
                    <a:pt x="1742599" y="463868"/>
                  </a:lnTo>
                  <a:lnTo>
                    <a:pt x="1742123" y="464058"/>
                  </a:lnTo>
                  <a:lnTo>
                    <a:pt x="1741741" y="464725"/>
                  </a:lnTo>
                  <a:lnTo>
                    <a:pt x="1742504" y="464915"/>
                  </a:lnTo>
                  <a:lnTo>
                    <a:pt x="1743647" y="465011"/>
                  </a:lnTo>
                  <a:lnTo>
                    <a:pt x="1744218" y="465487"/>
                  </a:lnTo>
                  <a:lnTo>
                    <a:pt x="1744028" y="465963"/>
                  </a:lnTo>
                  <a:lnTo>
                    <a:pt x="1742980" y="466916"/>
                  </a:lnTo>
                  <a:lnTo>
                    <a:pt x="1742789" y="467487"/>
                  </a:lnTo>
                  <a:lnTo>
                    <a:pt x="1742884" y="468154"/>
                  </a:lnTo>
                  <a:lnTo>
                    <a:pt x="1743551" y="469868"/>
                  </a:lnTo>
                  <a:lnTo>
                    <a:pt x="1742504" y="470249"/>
                  </a:lnTo>
                  <a:lnTo>
                    <a:pt x="1741646" y="469868"/>
                  </a:lnTo>
                  <a:lnTo>
                    <a:pt x="1740598" y="469773"/>
                  </a:lnTo>
                  <a:lnTo>
                    <a:pt x="1739551" y="469868"/>
                  </a:lnTo>
                  <a:lnTo>
                    <a:pt x="1738598" y="470154"/>
                  </a:lnTo>
                  <a:lnTo>
                    <a:pt x="1737836" y="470630"/>
                  </a:lnTo>
                  <a:lnTo>
                    <a:pt x="1736503" y="471773"/>
                  </a:lnTo>
                  <a:lnTo>
                    <a:pt x="1735646" y="471964"/>
                  </a:lnTo>
                  <a:lnTo>
                    <a:pt x="1734979" y="472250"/>
                  </a:lnTo>
                  <a:lnTo>
                    <a:pt x="1733740" y="473678"/>
                  </a:lnTo>
                  <a:lnTo>
                    <a:pt x="1733169" y="474155"/>
                  </a:lnTo>
                  <a:lnTo>
                    <a:pt x="1732693" y="474250"/>
                  </a:lnTo>
                  <a:lnTo>
                    <a:pt x="1731550" y="474345"/>
                  </a:lnTo>
                  <a:lnTo>
                    <a:pt x="1731073" y="474440"/>
                  </a:lnTo>
                  <a:lnTo>
                    <a:pt x="1729931" y="474917"/>
                  </a:lnTo>
                  <a:lnTo>
                    <a:pt x="1729835" y="475297"/>
                  </a:lnTo>
                  <a:lnTo>
                    <a:pt x="1731169" y="476345"/>
                  </a:lnTo>
                  <a:lnTo>
                    <a:pt x="1731550" y="477107"/>
                  </a:lnTo>
                  <a:lnTo>
                    <a:pt x="1732121" y="480155"/>
                  </a:lnTo>
                  <a:lnTo>
                    <a:pt x="1733740" y="482346"/>
                  </a:lnTo>
                  <a:lnTo>
                    <a:pt x="1734122" y="482727"/>
                  </a:lnTo>
                  <a:lnTo>
                    <a:pt x="1734503" y="483203"/>
                  </a:lnTo>
                  <a:lnTo>
                    <a:pt x="1734693" y="484346"/>
                  </a:lnTo>
                  <a:lnTo>
                    <a:pt x="1734693" y="486728"/>
                  </a:lnTo>
                  <a:lnTo>
                    <a:pt x="1733074" y="491300"/>
                  </a:lnTo>
                  <a:lnTo>
                    <a:pt x="1732788" y="493776"/>
                  </a:lnTo>
                  <a:lnTo>
                    <a:pt x="1734217" y="495300"/>
                  </a:lnTo>
                  <a:lnTo>
                    <a:pt x="1734407" y="494729"/>
                  </a:lnTo>
                  <a:lnTo>
                    <a:pt x="1735074" y="493586"/>
                  </a:lnTo>
                  <a:lnTo>
                    <a:pt x="1735169" y="493300"/>
                  </a:lnTo>
                  <a:lnTo>
                    <a:pt x="1734788" y="492728"/>
                  </a:lnTo>
                  <a:lnTo>
                    <a:pt x="1734693" y="492252"/>
                  </a:lnTo>
                  <a:lnTo>
                    <a:pt x="1734883" y="491300"/>
                  </a:lnTo>
                  <a:lnTo>
                    <a:pt x="1735550" y="489490"/>
                  </a:lnTo>
                  <a:lnTo>
                    <a:pt x="1736026" y="488537"/>
                  </a:lnTo>
                  <a:lnTo>
                    <a:pt x="1736693" y="487489"/>
                  </a:lnTo>
                  <a:lnTo>
                    <a:pt x="1736979" y="486442"/>
                  </a:lnTo>
                  <a:lnTo>
                    <a:pt x="1737265" y="485966"/>
                  </a:lnTo>
                  <a:lnTo>
                    <a:pt x="1737646" y="485870"/>
                  </a:lnTo>
                  <a:lnTo>
                    <a:pt x="1738693" y="485775"/>
                  </a:lnTo>
                  <a:lnTo>
                    <a:pt x="1739074" y="485680"/>
                  </a:lnTo>
                  <a:lnTo>
                    <a:pt x="1739551" y="485108"/>
                  </a:lnTo>
                  <a:lnTo>
                    <a:pt x="1740217" y="483394"/>
                  </a:lnTo>
                  <a:lnTo>
                    <a:pt x="1740694" y="482632"/>
                  </a:lnTo>
                  <a:lnTo>
                    <a:pt x="1740884" y="481870"/>
                  </a:lnTo>
                  <a:lnTo>
                    <a:pt x="1741361" y="476631"/>
                  </a:lnTo>
                  <a:lnTo>
                    <a:pt x="1741932" y="474821"/>
                  </a:lnTo>
                  <a:lnTo>
                    <a:pt x="1742694" y="473202"/>
                  </a:lnTo>
                  <a:lnTo>
                    <a:pt x="1743742" y="471488"/>
                  </a:lnTo>
                  <a:lnTo>
                    <a:pt x="1745075" y="470154"/>
                  </a:lnTo>
                  <a:lnTo>
                    <a:pt x="1746695" y="469678"/>
                  </a:lnTo>
                  <a:lnTo>
                    <a:pt x="1747647" y="470059"/>
                  </a:lnTo>
                  <a:lnTo>
                    <a:pt x="1748314" y="470916"/>
                  </a:lnTo>
                  <a:lnTo>
                    <a:pt x="1748504" y="471964"/>
                  </a:lnTo>
                  <a:lnTo>
                    <a:pt x="1747742" y="473488"/>
                  </a:lnTo>
                  <a:lnTo>
                    <a:pt x="1747456" y="474821"/>
                  </a:lnTo>
                  <a:lnTo>
                    <a:pt x="1747361" y="476060"/>
                  </a:lnTo>
                  <a:lnTo>
                    <a:pt x="1747361" y="476250"/>
                  </a:lnTo>
                  <a:lnTo>
                    <a:pt x="1747552" y="476250"/>
                  </a:lnTo>
                  <a:lnTo>
                    <a:pt x="1749076" y="476821"/>
                  </a:lnTo>
                  <a:lnTo>
                    <a:pt x="1750123" y="477012"/>
                  </a:lnTo>
                  <a:lnTo>
                    <a:pt x="1752314" y="477107"/>
                  </a:lnTo>
                  <a:lnTo>
                    <a:pt x="1752790" y="477584"/>
                  </a:lnTo>
                  <a:lnTo>
                    <a:pt x="1758982" y="487489"/>
                  </a:lnTo>
                  <a:lnTo>
                    <a:pt x="1759839" y="488347"/>
                  </a:lnTo>
                  <a:lnTo>
                    <a:pt x="1761649" y="489299"/>
                  </a:lnTo>
                  <a:lnTo>
                    <a:pt x="1762411" y="489871"/>
                  </a:lnTo>
                  <a:lnTo>
                    <a:pt x="1763458" y="490252"/>
                  </a:lnTo>
                  <a:lnTo>
                    <a:pt x="1764697" y="489966"/>
                  </a:lnTo>
                  <a:lnTo>
                    <a:pt x="1766888" y="488918"/>
                  </a:lnTo>
                  <a:lnTo>
                    <a:pt x="1768888" y="488728"/>
                  </a:lnTo>
                  <a:lnTo>
                    <a:pt x="1771459" y="488823"/>
                  </a:lnTo>
                  <a:lnTo>
                    <a:pt x="1773650" y="488633"/>
                  </a:lnTo>
                  <a:lnTo>
                    <a:pt x="1774507" y="487489"/>
                  </a:lnTo>
                  <a:lnTo>
                    <a:pt x="1774317" y="487299"/>
                  </a:lnTo>
                  <a:lnTo>
                    <a:pt x="1773936" y="487013"/>
                  </a:lnTo>
                  <a:lnTo>
                    <a:pt x="1773555" y="486632"/>
                  </a:lnTo>
                  <a:lnTo>
                    <a:pt x="1773364" y="486156"/>
                  </a:lnTo>
                  <a:lnTo>
                    <a:pt x="1773460" y="485585"/>
                  </a:lnTo>
                  <a:lnTo>
                    <a:pt x="1773650" y="485204"/>
                  </a:lnTo>
                  <a:lnTo>
                    <a:pt x="1773936" y="484918"/>
                  </a:lnTo>
                  <a:lnTo>
                    <a:pt x="1774031" y="484632"/>
                  </a:lnTo>
                  <a:lnTo>
                    <a:pt x="1774317" y="484156"/>
                  </a:lnTo>
                  <a:lnTo>
                    <a:pt x="1778794" y="480536"/>
                  </a:lnTo>
                  <a:lnTo>
                    <a:pt x="1779080" y="479965"/>
                  </a:lnTo>
                  <a:lnTo>
                    <a:pt x="1779556" y="479488"/>
                  </a:lnTo>
                  <a:lnTo>
                    <a:pt x="1782699" y="478346"/>
                  </a:lnTo>
                  <a:lnTo>
                    <a:pt x="1783651" y="477012"/>
                  </a:lnTo>
                  <a:lnTo>
                    <a:pt x="1783842" y="476726"/>
                  </a:lnTo>
                  <a:lnTo>
                    <a:pt x="1784128" y="476441"/>
                  </a:lnTo>
                  <a:lnTo>
                    <a:pt x="1784795" y="476536"/>
                  </a:lnTo>
                  <a:lnTo>
                    <a:pt x="1785842" y="476917"/>
                  </a:lnTo>
                  <a:lnTo>
                    <a:pt x="1787081" y="477012"/>
                  </a:lnTo>
                  <a:lnTo>
                    <a:pt x="1788128" y="477393"/>
                  </a:lnTo>
                  <a:lnTo>
                    <a:pt x="1788986" y="478060"/>
                  </a:lnTo>
                  <a:lnTo>
                    <a:pt x="1789652" y="479012"/>
                  </a:lnTo>
                  <a:lnTo>
                    <a:pt x="1787842" y="481584"/>
                  </a:lnTo>
                  <a:lnTo>
                    <a:pt x="1787366" y="482632"/>
                  </a:lnTo>
                  <a:lnTo>
                    <a:pt x="1787462" y="483299"/>
                  </a:lnTo>
                  <a:lnTo>
                    <a:pt x="1788605" y="484537"/>
                  </a:lnTo>
                  <a:lnTo>
                    <a:pt x="1789843" y="484156"/>
                  </a:lnTo>
                  <a:lnTo>
                    <a:pt x="1793748" y="483775"/>
                  </a:lnTo>
                  <a:lnTo>
                    <a:pt x="1795081" y="483775"/>
                  </a:lnTo>
                  <a:lnTo>
                    <a:pt x="1796606" y="484156"/>
                  </a:lnTo>
                  <a:lnTo>
                    <a:pt x="1800797" y="486346"/>
                  </a:lnTo>
                  <a:lnTo>
                    <a:pt x="1803082" y="487013"/>
                  </a:lnTo>
                  <a:lnTo>
                    <a:pt x="1809464" y="487489"/>
                  </a:lnTo>
                  <a:lnTo>
                    <a:pt x="1811750" y="488156"/>
                  </a:lnTo>
                  <a:lnTo>
                    <a:pt x="1816132" y="490252"/>
                  </a:lnTo>
                  <a:lnTo>
                    <a:pt x="1818513" y="490347"/>
                  </a:lnTo>
                  <a:lnTo>
                    <a:pt x="1820228" y="489013"/>
                  </a:lnTo>
                  <a:lnTo>
                    <a:pt x="1819561" y="487109"/>
                  </a:lnTo>
                  <a:lnTo>
                    <a:pt x="1816989" y="483489"/>
                  </a:lnTo>
                  <a:lnTo>
                    <a:pt x="1817370" y="481775"/>
                  </a:lnTo>
                  <a:lnTo>
                    <a:pt x="1819275" y="481489"/>
                  </a:lnTo>
                  <a:lnTo>
                    <a:pt x="1837468" y="483299"/>
                  </a:lnTo>
                  <a:lnTo>
                    <a:pt x="1839754" y="484061"/>
                  </a:lnTo>
                  <a:lnTo>
                    <a:pt x="1841182" y="485870"/>
                  </a:lnTo>
                  <a:lnTo>
                    <a:pt x="1841278" y="486346"/>
                  </a:lnTo>
                  <a:lnTo>
                    <a:pt x="1841182" y="487871"/>
                  </a:lnTo>
                  <a:lnTo>
                    <a:pt x="1841278" y="488252"/>
                  </a:lnTo>
                  <a:lnTo>
                    <a:pt x="1841754" y="488918"/>
                  </a:lnTo>
                  <a:lnTo>
                    <a:pt x="1841849" y="489204"/>
                  </a:lnTo>
                  <a:lnTo>
                    <a:pt x="1842230" y="489871"/>
                  </a:lnTo>
                  <a:lnTo>
                    <a:pt x="1843183" y="490538"/>
                  </a:lnTo>
                  <a:lnTo>
                    <a:pt x="1845088" y="491490"/>
                  </a:lnTo>
                  <a:lnTo>
                    <a:pt x="1847755" y="492443"/>
                  </a:lnTo>
                  <a:lnTo>
                    <a:pt x="1848517" y="492538"/>
                  </a:lnTo>
                  <a:lnTo>
                    <a:pt x="1848803" y="492728"/>
                  </a:lnTo>
                  <a:lnTo>
                    <a:pt x="1849850" y="493681"/>
                  </a:lnTo>
                  <a:lnTo>
                    <a:pt x="1859566" y="496919"/>
                  </a:lnTo>
                  <a:lnTo>
                    <a:pt x="1861947" y="498538"/>
                  </a:lnTo>
                  <a:lnTo>
                    <a:pt x="1862995" y="498729"/>
                  </a:lnTo>
                  <a:lnTo>
                    <a:pt x="1864233" y="498824"/>
                  </a:lnTo>
                  <a:lnTo>
                    <a:pt x="1865281" y="499110"/>
                  </a:lnTo>
                  <a:lnTo>
                    <a:pt x="1866138" y="499586"/>
                  </a:lnTo>
                  <a:lnTo>
                    <a:pt x="1866805" y="500158"/>
                  </a:lnTo>
                  <a:lnTo>
                    <a:pt x="1867757" y="501587"/>
                  </a:lnTo>
                  <a:lnTo>
                    <a:pt x="1868424" y="502253"/>
                  </a:lnTo>
                  <a:lnTo>
                    <a:pt x="1869186" y="502539"/>
                  </a:lnTo>
                  <a:lnTo>
                    <a:pt x="1870424" y="502634"/>
                  </a:lnTo>
                  <a:lnTo>
                    <a:pt x="1871472" y="503015"/>
                  </a:lnTo>
                  <a:lnTo>
                    <a:pt x="1872329" y="503492"/>
                  </a:lnTo>
                  <a:lnTo>
                    <a:pt x="1872996" y="504063"/>
                  </a:lnTo>
                  <a:lnTo>
                    <a:pt x="1875187" y="506539"/>
                  </a:lnTo>
                  <a:lnTo>
                    <a:pt x="1875663" y="506921"/>
                  </a:lnTo>
                  <a:lnTo>
                    <a:pt x="1876425" y="507016"/>
                  </a:lnTo>
                  <a:lnTo>
                    <a:pt x="1881664" y="509016"/>
                  </a:lnTo>
                  <a:lnTo>
                    <a:pt x="1882807" y="509111"/>
                  </a:lnTo>
                  <a:lnTo>
                    <a:pt x="1883569" y="509397"/>
                  </a:lnTo>
                  <a:lnTo>
                    <a:pt x="1885569" y="511683"/>
                  </a:lnTo>
                  <a:close/>
                  <a:moveTo>
                    <a:pt x="1702117" y="350234"/>
                  </a:moveTo>
                  <a:lnTo>
                    <a:pt x="1700974" y="348329"/>
                  </a:lnTo>
                  <a:lnTo>
                    <a:pt x="1700879" y="347758"/>
                  </a:lnTo>
                  <a:lnTo>
                    <a:pt x="1700974" y="346615"/>
                  </a:lnTo>
                  <a:lnTo>
                    <a:pt x="1700879" y="346138"/>
                  </a:lnTo>
                  <a:lnTo>
                    <a:pt x="1700689" y="345758"/>
                  </a:lnTo>
                  <a:lnTo>
                    <a:pt x="1699927" y="344805"/>
                  </a:lnTo>
                  <a:lnTo>
                    <a:pt x="1699736" y="344614"/>
                  </a:lnTo>
                  <a:lnTo>
                    <a:pt x="1699355" y="344043"/>
                  </a:lnTo>
                  <a:lnTo>
                    <a:pt x="1698689" y="343471"/>
                  </a:lnTo>
                  <a:lnTo>
                    <a:pt x="1698307" y="342805"/>
                  </a:lnTo>
                  <a:lnTo>
                    <a:pt x="1698974" y="341852"/>
                  </a:lnTo>
                  <a:lnTo>
                    <a:pt x="1698689" y="341662"/>
                  </a:lnTo>
                  <a:lnTo>
                    <a:pt x="1698403" y="341567"/>
                  </a:lnTo>
                  <a:lnTo>
                    <a:pt x="1698022" y="341567"/>
                  </a:lnTo>
                  <a:lnTo>
                    <a:pt x="1696403" y="341662"/>
                  </a:lnTo>
                  <a:lnTo>
                    <a:pt x="1695736" y="342043"/>
                  </a:lnTo>
                  <a:lnTo>
                    <a:pt x="1695450" y="342710"/>
                  </a:lnTo>
                  <a:lnTo>
                    <a:pt x="1695164" y="344805"/>
                  </a:lnTo>
                  <a:lnTo>
                    <a:pt x="1694688" y="345758"/>
                  </a:lnTo>
                  <a:lnTo>
                    <a:pt x="1694116" y="346615"/>
                  </a:lnTo>
                  <a:lnTo>
                    <a:pt x="1693545" y="347663"/>
                  </a:lnTo>
                  <a:lnTo>
                    <a:pt x="1693355" y="349853"/>
                  </a:lnTo>
                  <a:lnTo>
                    <a:pt x="1694688" y="350425"/>
                  </a:lnTo>
                  <a:lnTo>
                    <a:pt x="1696593" y="350330"/>
                  </a:lnTo>
                  <a:lnTo>
                    <a:pt x="1698307" y="350520"/>
                  </a:lnTo>
                  <a:lnTo>
                    <a:pt x="1698593" y="350711"/>
                  </a:lnTo>
                  <a:lnTo>
                    <a:pt x="1699260" y="351377"/>
                  </a:lnTo>
                  <a:lnTo>
                    <a:pt x="1699450" y="351568"/>
                  </a:lnTo>
                  <a:lnTo>
                    <a:pt x="1700022" y="351568"/>
                  </a:lnTo>
                  <a:lnTo>
                    <a:pt x="1702213" y="350901"/>
                  </a:lnTo>
                  <a:lnTo>
                    <a:pt x="1702117" y="350234"/>
                  </a:lnTo>
                  <a:close/>
                  <a:moveTo>
                    <a:pt x="1697926" y="485585"/>
                  </a:moveTo>
                  <a:lnTo>
                    <a:pt x="1695545" y="485204"/>
                  </a:lnTo>
                  <a:lnTo>
                    <a:pt x="1693736" y="484251"/>
                  </a:lnTo>
                  <a:lnTo>
                    <a:pt x="1693164" y="484061"/>
                  </a:lnTo>
                  <a:lnTo>
                    <a:pt x="1692592" y="484346"/>
                  </a:lnTo>
                  <a:lnTo>
                    <a:pt x="1691926" y="485585"/>
                  </a:lnTo>
                  <a:lnTo>
                    <a:pt x="1691354" y="485870"/>
                  </a:lnTo>
                  <a:lnTo>
                    <a:pt x="1690306" y="485489"/>
                  </a:lnTo>
                  <a:lnTo>
                    <a:pt x="1689545" y="484822"/>
                  </a:lnTo>
                  <a:lnTo>
                    <a:pt x="1688973" y="484156"/>
                  </a:lnTo>
                  <a:lnTo>
                    <a:pt x="1688592" y="484061"/>
                  </a:lnTo>
                  <a:lnTo>
                    <a:pt x="1688116" y="483489"/>
                  </a:lnTo>
                  <a:lnTo>
                    <a:pt x="1687639" y="482537"/>
                  </a:lnTo>
                  <a:lnTo>
                    <a:pt x="1687354" y="481584"/>
                  </a:lnTo>
                  <a:lnTo>
                    <a:pt x="1687449" y="480822"/>
                  </a:lnTo>
                  <a:lnTo>
                    <a:pt x="1688211" y="480155"/>
                  </a:lnTo>
                  <a:lnTo>
                    <a:pt x="1688973" y="480251"/>
                  </a:lnTo>
                  <a:lnTo>
                    <a:pt x="1689640" y="480631"/>
                  </a:lnTo>
                  <a:lnTo>
                    <a:pt x="1690211" y="480822"/>
                  </a:lnTo>
                  <a:lnTo>
                    <a:pt x="1690878" y="480822"/>
                  </a:lnTo>
                  <a:lnTo>
                    <a:pt x="1691164" y="480822"/>
                  </a:lnTo>
                  <a:lnTo>
                    <a:pt x="1691164" y="480441"/>
                  </a:lnTo>
                  <a:lnTo>
                    <a:pt x="1690973" y="478631"/>
                  </a:lnTo>
                  <a:lnTo>
                    <a:pt x="1690878" y="478060"/>
                  </a:lnTo>
                  <a:lnTo>
                    <a:pt x="1690592" y="477584"/>
                  </a:lnTo>
                  <a:lnTo>
                    <a:pt x="1690116" y="477107"/>
                  </a:lnTo>
                  <a:lnTo>
                    <a:pt x="1689640" y="476726"/>
                  </a:lnTo>
                  <a:lnTo>
                    <a:pt x="1688116" y="475964"/>
                  </a:lnTo>
                  <a:lnTo>
                    <a:pt x="1687068" y="475679"/>
                  </a:lnTo>
                  <a:lnTo>
                    <a:pt x="1685258" y="474440"/>
                  </a:lnTo>
                  <a:lnTo>
                    <a:pt x="1684115" y="474059"/>
                  </a:lnTo>
                  <a:lnTo>
                    <a:pt x="1682877" y="473869"/>
                  </a:lnTo>
                  <a:lnTo>
                    <a:pt x="1681734" y="473488"/>
                  </a:lnTo>
                  <a:lnTo>
                    <a:pt x="1680972" y="472630"/>
                  </a:lnTo>
                  <a:lnTo>
                    <a:pt x="1679639" y="473202"/>
                  </a:lnTo>
                  <a:lnTo>
                    <a:pt x="1678686" y="472345"/>
                  </a:lnTo>
                  <a:lnTo>
                    <a:pt x="1677829" y="471106"/>
                  </a:lnTo>
                  <a:lnTo>
                    <a:pt x="1676876" y="470440"/>
                  </a:lnTo>
                  <a:lnTo>
                    <a:pt x="1670590" y="469773"/>
                  </a:lnTo>
                  <a:lnTo>
                    <a:pt x="1654873" y="470345"/>
                  </a:lnTo>
                  <a:lnTo>
                    <a:pt x="1648301" y="472154"/>
                  </a:lnTo>
                  <a:lnTo>
                    <a:pt x="1646301" y="473012"/>
                  </a:lnTo>
                  <a:lnTo>
                    <a:pt x="1644587" y="474440"/>
                  </a:lnTo>
                  <a:lnTo>
                    <a:pt x="1644682" y="475774"/>
                  </a:lnTo>
                  <a:lnTo>
                    <a:pt x="1643348" y="476155"/>
                  </a:lnTo>
                  <a:lnTo>
                    <a:pt x="1642491" y="476155"/>
                  </a:lnTo>
                  <a:lnTo>
                    <a:pt x="1641253" y="475679"/>
                  </a:lnTo>
                  <a:lnTo>
                    <a:pt x="1639919" y="475107"/>
                  </a:lnTo>
                  <a:lnTo>
                    <a:pt x="1639157" y="474440"/>
                  </a:lnTo>
                  <a:lnTo>
                    <a:pt x="1638586" y="473107"/>
                  </a:lnTo>
                  <a:lnTo>
                    <a:pt x="1637538" y="472630"/>
                  </a:lnTo>
                  <a:lnTo>
                    <a:pt x="1636109" y="473774"/>
                  </a:lnTo>
                  <a:lnTo>
                    <a:pt x="1634681" y="474821"/>
                  </a:lnTo>
                  <a:lnTo>
                    <a:pt x="1633633" y="475774"/>
                  </a:lnTo>
                  <a:lnTo>
                    <a:pt x="1632299" y="479774"/>
                  </a:lnTo>
                  <a:lnTo>
                    <a:pt x="1633156" y="485680"/>
                  </a:lnTo>
                  <a:lnTo>
                    <a:pt x="1634966" y="488442"/>
                  </a:lnTo>
                  <a:lnTo>
                    <a:pt x="1634966" y="488823"/>
                  </a:lnTo>
                  <a:lnTo>
                    <a:pt x="1635538" y="490156"/>
                  </a:lnTo>
                  <a:lnTo>
                    <a:pt x="1636395" y="491300"/>
                  </a:lnTo>
                  <a:lnTo>
                    <a:pt x="1637443" y="492157"/>
                  </a:lnTo>
                  <a:lnTo>
                    <a:pt x="1640586" y="494347"/>
                  </a:lnTo>
                  <a:lnTo>
                    <a:pt x="1641443" y="496538"/>
                  </a:lnTo>
                  <a:lnTo>
                    <a:pt x="1641920" y="498348"/>
                  </a:lnTo>
                  <a:lnTo>
                    <a:pt x="1643443" y="499872"/>
                  </a:lnTo>
                  <a:lnTo>
                    <a:pt x="1645634" y="499872"/>
                  </a:lnTo>
                  <a:lnTo>
                    <a:pt x="1646396" y="500444"/>
                  </a:lnTo>
                  <a:lnTo>
                    <a:pt x="1647254" y="501587"/>
                  </a:lnTo>
                  <a:lnTo>
                    <a:pt x="1649825" y="502825"/>
                  </a:lnTo>
                  <a:lnTo>
                    <a:pt x="1651921" y="503301"/>
                  </a:lnTo>
                  <a:lnTo>
                    <a:pt x="1652778" y="503587"/>
                  </a:lnTo>
                  <a:lnTo>
                    <a:pt x="1655826" y="506063"/>
                  </a:lnTo>
                  <a:lnTo>
                    <a:pt x="1660398" y="508159"/>
                  </a:lnTo>
                  <a:lnTo>
                    <a:pt x="1662208" y="508349"/>
                  </a:lnTo>
                  <a:lnTo>
                    <a:pt x="1663827" y="509588"/>
                  </a:lnTo>
                  <a:lnTo>
                    <a:pt x="1667351" y="510540"/>
                  </a:lnTo>
                  <a:lnTo>
                    <a:pt x="1668304" y="510921"/>
                  </a:lnTo>
                  <a:lnTo>
                    <a:pt x="1669447" y="512064"/>
                  </a:lnTo>
                  <a:lnTo>
                    <a:pt x="1670590" y="511588"/>
                  </a:lnTo>
                  <a:lnTo>
                    <a:pt x="1671828" y="511778"/>
                  </a:lnTo>
                  <a:lnTo>
                    <a:pt x="1673638" y="510350"/>
                  </a:lnTo>
                  <a:lnTo>
                    <a:pt x="1676305" y="509111"/>
                  </a:lnTo>
                  <a:lnTo>
                    <a:pt x="1680496" y="507873"/>
                  </a:lnTo>
                  <a:lnTo>
                    <a:pt x="1682591" y="506730"/>
                  </a:lnTo>
                  <a:lnTo>
                    <a:pt x="1683163" y="506159"/>
                  </a:lnTo>
                  <a:lnTo>
                    <a:pt x="1684401" y="504539"/>
                  </a:lnTo>
                  <a:lnTo>
                    <a:pt x="1684973" y="504158"/>
                  </a:lnTo>
                  <a:lnTo>
                    <a:pt x="1685544" y="503968"/>
                  </a:lnTo>
                  <a:lnTo>
                    <a:pt x="1691831" y="500825"/>
                  </a:lnTo>
                  <a:lnTo>
                    <a:pt x="1692878" y="500634"/>
                  </a:lnTo>
                  <a:lnTo>
                    <a:pt x="1694116" y="500825"/>
                  </a:lnTo>
                  <a:lnTo>
                    <a:pt x="1695164" y="501205"/>
                  </a:lnTo>
                  <a:lnTo>
                    <a:pt x="1696212" y="501205"/>
                  </a:lnTo>
                  <a:lnTo>
                    <a:pt x="1697355" y="500348"/>
                  </a:lnTo>
                  <a:lnTo>
                    <a:pt x="1698212" y="498443"/>
                  </a:lnTo>
                  <a:lnTo>
                    <a:pt x="1698117" y="491395"/>
                  </a:lnTo>
                  <a:lnTo>
                    <a:pt x="1698403" y="490252"/>
                  </a:lnTo>
                  <a:lnTo>
                    <a:pt x="1699355" y="487871"/>
                  </a:lnTo>
                  <a:lnTo>
                    <a:pt x="1699546" y="486728"/>
                  </a:lnTo>
                  <a:lnTo>
                    <a:pt x="1699070" y="485966"/>
                  </a:lnTo>
                  <a:lnTo>
                    <a:pt x="1697926" y="485585"/>
                  </a:lnTo>
                  <a:close/>
                  <a:moveTo>
                    <a:pt x="1704404" y="383191"/>
                  </a:moveTo>
                  <a:lnTo>
                    <a:pt x="1705356" y="383000"/>
                  </a:lnTo>
                  <a:lnTo>
                    <a:pt x="1705451" y="382524"/>
                  </a:lnTo>
                  <a:lnTo>
                    <a:pt x="1704880" y="381000"/>
                  </a:lnTo>
                  <a:lnTo>
                    <a:pt x="1704404" y="380714"/>
                  </a:lnTo>
                  <a:lnTo>
                    <a:pt x="1703927" y="380905"/>
                  </a:lnTo>
                  <a:lnTo>
                    <a:pt x="1703451" y="380905"/>
                  </a:lnTo>
                  <a:lnTo>
                    <a:pt x="1702975" y="380238"/>
                  </a:lnTo>
                  <a:lnTo>
                    <a:pt x="1702594" y="380238"/>
                  </a:lnTo>
                  <a:lnTo>
                    <a:pt x="1702498" y="380619"/>
                  </a:lnTo>
                  <a:lnTo>
                    <a:pt x="1702403" y="380810"/>
                  </a:lnTo>
                  <a:lnTo>
                    <a:pt x="1702308" y="381000"/>
                  </a:lnTo>
                  <a:lnTo>
                    <a:pt x="1702213" y="381286"/>
                  </a:lnTo>
                  <a:lnTo>
                    <a:pt x="1701165" y="381476"/>
                  </a:lnTo>
                  <a:lnTo>
                    <a:pt x="1700213" y="382714"/>
                  </a:lnTo>
                  <a:lnTo>
                    <a:pt x="1700117" y="384048"/>
                  </a:lnTo>
                  <a:lnTo>
                    <a:pt x="1701832" y="384620"/>
                  </a:lnTo>
                  <a:lnTo>
                    <a:pt x="1702403" y="384429"/>
                  </a:lnTo>
                  <a:lnTo>
                    <a:pt x="1703546" y="383477"/>
                  </a:lnTo>
                  <a:lnTo>
                    <a:pt x="1704404" y="383191"/>
                  </a:lnTo>
                  <a:close/>
                  <a:moveTo>
                    <a:pt x="1710118" y="704564"/>
                  </a:moveTo>
                  <a:lnTo>
                    <a:pt x="1709261" y="704469"/>
                  </a:lnTo>
                  <a:lnTo>
                    <a:pt x="1708595" y="704183"/>
                  </a:lnTo>
                  <a:lnTo>
                    <a:pt x="1707451" y="703517"/>
                  </a:lnTo>
                  <a:lnTo>
                    <a:pt x="1705642" y="703231"/>
                  </a:lnTo>
                  <a:lnTo>
                    <a:pt x="1704975" y="703421"/>
                  </a:lnTo>
                  <a:lnTo>
                    <a:pt x="1704499" y="704183"/>
                  </a:lnTo>
                  <a:lnTo>
                    <a:pt x="1704499" y="704945"/>
                  </a:lnTo>
                  <a:lnTo>
                    <a:pt x="1705070" y="706660"/>
                  </a:lnTo>
                  <a:lnTo>
                    <a:pt x="1705261" y="707517"/>
                  </a:lnTo>
                  <a:lnTo>
                    <a:pt x="1705165" y="708088"/>
                  </a:lnTo>
                  <a:lnTo>
                    <a:pt x="1704880" y="708279"/>
                  </a:lnTo>
                  <a:lnTo>
                    <a:pt x="1704499" y="708374"/>
                  </a:lnTo>
                  <a:lnTo>
                    <a:pt x="1704118" y="708565"/>
                  </a:lnTo>
                  <a:lnTo>
                    <a:pt x="1703832" y="709041"/>
                  </a:lnTo>
                  <a:lnTo>
                    <a:pt x="1703832" y="709422"/>
                  </a:lnTo>
                  <a:lnTo>
                    <a:pt x="1704023" y="710375"/>
                  </a:lnTo>
                  <a:lnTo>
                    <a:pt x="1704404" y="711137"/>
                  </a:lnTo>
                  <a:lnTo>
                    <a:pt x="1705261" y="711137"/>
                  </a:lnTo>
                  <a:lnTo>
                    <a:pt x="1706118" y="710755"/>
                  </a:lnTo>
                  <a:lnTo>
                    <a:pt x="1706594" y="710470"/>
                  </a:lnTo>
                  <a:lnTo>
                    <a:pt x="1707071" y="709422"/>
                  </a:lnTo>
                  <a:lnTo>
                    <a:pt x="1707261" y="709136"/>
                  </a:lnTo>
                  <a:lnTo>
                    <a:pt x="1707547" y="708946"/>
                  </a:lnTo>
                  <a:lnTo>
                    <a:pt x="1708214" y="708851"/>
                  </a:lnTo>
                  <a:lnTo>
                    <a:pt x="1710118" y="708088"/>
                  </a:lnTo>
                  <a:lnTo>
                    <a:pt x="1710881" y="707612"/>
                  </a:lnTo>
                  <a:lnTo>
                    <a:pt x="1711166" y="707041"/>
                  </a:lnTo>
                  <a:lnTo>
                    <a:pt x="1711262" y="705231"/>
                  </a:lnTo>
                  <a:lnTo>
                    <a:pt x="1710976" y="704564"/>
                  </a:lnTo>
                  <a:lnTo>
                    <a:pt x="1710118" y="704564"/>
                  </a:lnTo>
                  <a:close/>
                  <a:moveTo>
                    <a:pt x="2030921" y="531114"/>
                  </a:moveTo>
                  <a:lnTo>
                    <a:pt x="2030063" y="530543"/>
                  </a:lnTo>
                  <a:lnTo>
                    <a:pt x="2028920" y="530066"/>
                  </a:lnTo>
                  <a:lnTo>
                    <a:pt x="2027587" y="529780"/>
                  </a:lnTo>
                  <a:lnTo>
                    <a:pt x="2026158" y="529685"/>
                  </a:lnTo>
                  <a:lnTo>
                    <a:pt x="2025587" y="529590"/>
                  </a:lnTo>
                  <a:lnTo>
                    <a:pt x="2025015" y="529304"/>
                  </a:lnTo>
                  <a:lnTo>
                    <a:pt x="2024158" y="528638"/>
                  </a:lnTo>
                  <a:lnTo>
                    <a:pt x="2024063" y="528447"/>
                  </a:lnTo>
                  <a:lnTo>
                    <a:pt x="2023777" y="527685"/>
                  </a:lnTo>
                  <a:lnTo>
                    <a:pt x="2023681" y="527495"/>
                  </a:lnTo>
                  <a:lnTo>
                    <a:pt x="2023396" y="527495"/>
                  </a:lnTo>
                  <a:lnTo>
                    <a:pt x="2023110" y="527399"/>
                  </a:lnTo>
                  <a:lnTo>
                    <a:pt x="2019300" y="524732"/>
                  </a:lnTo>
                  <a:lnTo>
                    <a:pt x="2018729" y="524732"/>
                  </a:lnTo>
                  <a:lnTo>
                    <a:pt x="2018443" y="525589"/>
                  </a:lnTo>
                  <a:lnTo>
                    <a:pt x="2018443" y="526256"/>
                  </a:lnTo>
                  <a:lnTo>
                    <a:pt x="2018633" y="527018"/>
                  </a:lnTo>
                  <a:lnTo>
                    <a:pt x="2019014" y="527685"/>
                  </a:lnTo>
                  <a:lnTo>
                    <a:pt x="2019681" y="527971"/>
                  </a:lnTo>
                  <a:lnTo>
                    <a:pt x="2020538" y="528161"/>
                  </a:lnTo>
                  <a:lnTo>
                    <a:pt x="2021014" y="528638"/>
                  </a:lnTo>
                  <a:lnTo>
                    <a:pt x="2021396" y="529209"/>
                  </a:lnTo>
                  <a:lnTo>
                    <a:pt x="2021967" y="529780"/>
                  </a:lnTo>
                  <a:lnTo>
                    <a:pt x="2022539" y="530066"/>
                  </a:lnTo>
                  <a:lnTo>
                    <a:pt x="2023777" y="530447"/>
                  </a:lnTo>
                  <a:lnTo>
                    <a:pt x="2024443" y="530828"/>
                  </a:lnTo>
                  <a:lnTo>
                    <a:pt x="2025206" y="531495"/>
                  </a:lnTo>
                  <a:lnTo>
                    <a:pt x="2025682" y="531781"/>
                  </a:lnTo>
                  <a:lnTo>
                    <a:pt x="2026158" y="531876"/>
                  </a:lnTo>
                  <a:lnTo>
                    <a:pt x="2027015" y="531876"/>
                  </a:lnTo>
                  <a:lnTo>
                    <a:pt x="2027682" y="531781"/>
                  </a:lnTo>
                  <a:lnTo>
                    <a:pt x="2028920" y="531495"/>
                  </a:lnTo>
                  <a:lnTo>
                    <a:pt x="2029587" y="531400"/>
                  </a:lnTo>
                  <a:lnTo>
                    <a:pt x="2030635" y="532067"/>
                  </a:lnTo>
                  <a:lnTo>
                    <a:pt x="2031873" y="533495"/>
                  </a:lnTo>
                  <a:lnTo>
                    <a:pt x="2033206" y="534638"/>
                  </a:lnTo>
                  <a:lnTo>
                    <a:pt x="2034445" y="534638"/>
                  </a:lnTo>
                  <a:lnTo>
                    <a:pt x="2033397" y="534162"/>
                  </a:lnTo>
                  <a:lnTo>
                    <a:pt x="2030921" y="531114"/>
                  </a:lnTo>
                  <a:close/>
                  <a:moveTo>
                    <a:pt x="2085213" y="644462"/>
                  </a:moveTo>
                  <a:lnTo>
                    <a:pt x="2084451" y="643795"/>
                  </a:lnTo>
                  <a:lnTo>
                    <a:pt x="2083880" y="643509"/>
                  </a:lnTo>
                  <a:lnTo>
                    <a:pt x="2082927" y="643223"/>
                  </a:lnTo>
                  <a:lnTo>
                    <a:pt x="2082070" y="642461"/>
                  </a:lnTo>
                  <a:lnTo>
                    <a:pt x="2080831" y="640937"/>
                  </a:lnTo>
                  <a:lnTo>
                    <a:pt x="2080355" y="640556"/>
                  </a:lnTo>
                  <a:lnTo>
                    <a:pt x="2078736" y="639699"/>
                  </a:lnTo>
                  <a:lnTo>
                    <a:pt x="2078164" y="639223"/>
                  </a:lnTo>
                  <a:lnTo>
                    <a:pt x="2077879" y="639128"/>
                  </a:lnTo>
                  <a:lnTo>
                    <a:pt x="2077403" y="639128"/>
                  </a:lnTo>
                  <a:lnTo>
                    <a:pt x="2076926" y="639223"/>
                  </a:lnTo>
                  <a:lnTo>
                    <a:pt x="2076450" y="639413"/>
                  </a:lnTo>
                  <a:lnTo>
                    <a:pt x="2076069" y="639604"/>
                  </a:lnTo>
                  <a:lnTo>
                    <a:pt x="2075688" y="639889"/>
                  </a:lnTo>
                  <a:lnTo>
                    <a:pt x="2074926" y="640747"/>
                  </a:lnTo>
                  <a:lnTo>
                    <a:pt x="2074640" y="640937"/>
                  </a:lnTo>
                  <a:lnTo>
                    <a:pt x="2073878" y="641413"/>
                  </a:lnTo>
                  <a:lnTo>
                    <a:pt x="2073497" y="641699"/>
                  </a:lnTo>
                  <a:lnTo>
                    <a:pt x="2073116" y="642080"/>
                  </a:lnTo>
                  <a:lnTo>
                    <a:pt x="2072735" y="642556"/>
                  </a:lnTo>
                  <a:lnTo>
                    <a:pt x="2072640" y="643033"/>
                  </a:lnTo>
                  <a:lnTo>
                    <a:pt x="2072831" y="643700"/>
                  </a:lnTo>
                  <a:lnTo>
                    <a:pt x="2073212" y="644080"/>
                  </a:lnTo>
                  <a:lnTo>
                    <a:pt x="2076355" y="645509"/>
                  </a:lnTo>
                  <a:lnTo>
                    <a:pt x="2076640" y="645986"/>
                  </a:lnTo>
                  <a:lnTo>
                    <a:pt x="2076831" y="646557"/>
                  </a:lnTo>
                  <a:lnTo>
                    <a:pt x="2077403" y="646652"/>
                  </a:lnTo>
                  <a:lnTo>
                    <a:pt x="2078069" y="646557"/>
                  </a:lnTo>
                  <a:lnTo>
                    <a:pt x="2078736" y="646557"/>
                  </a:lnTo>
                  <a:lnTo>
                    <a:pt x="2079974" y="648081"/>
                  </a:lnTo>
                  <a:lnTo>
                    <a:pt x="2080260" y="648462"/>
                  </a:lnTo>
                  <a:lnTo>
                    <a:pt x="2080355" y="648938"/>
                  </a:lnTo>
                  <a:lnTo>
                    <a:pt x="2080546" y="649700"/>
                  </a:lnTo>
                  <a:lnTo>
                    <a:pt x="2080927" y="650462"/>
                  </a:lnTo>
                  <a:lnTo>
                    <a:pt x="2081403" y="651129"/>
                  </a:lnTo>
                  <a:lnTo>
                    <a:pt x="2083022" y="651986"/>
                  </a:lnTo>
                  <a:lnTo>
                    <a:pt x="2083975" y="651320"/>
                  </a:lnTo>
                  <a:lnTo>
                    <a:pt x="2084261" y="649986"/>
                  </a:lnTo>
                  <a:lnTo>
                    <a:pt x="2083594" y="649034"/>
                  </a:lnTo>
                  <a:lnTo>
                    <a:pt x="2085404" y="648081"/>
                  </a:lnTo>
                  <a:lnTo>
                    <a:pt x="2086165" y="647319"/>
                  </a:lnTo>
                  <a:lnTo>
                    <a:pt x="2086451" y="646271"/>
                  </a:lnTo>
                  <a:lnTo>
                    <a:pt x="2086165" y="645414"/>
                  </a:lnTo>
                  <a:lnTo>
                    <a:pt x="2085213" y="644462"/>
                  </a:lnTo>
                  <a:close/>
                  <a:moveTo>
                    <a:pt x="2092642" y="655892"/>
                  </a:moveTo>
                  <a:lnTo>
                    <a:pt x="2092071" y="655415"/>
                  </a:lnTo>
                  <a:lnTo>
                    <a:pt x="2091404" y="655034"/>
                  </a:lnTo>
                  <a:lnTo>
                    <a:pt x="2090833" y="654939"/>
                  </a:lnTo>
                  <a:lnTo>
                    <a:pt x="2090356" y="655130"/>
                  </a:lnTo>
                  <a:lnTo>
                    <a:pt x="2090071" y="655511"/>
                  </a:lnTo>
                  <a:lnTo>
                    <a:pt x="2089785" y="656082"/>
                  </a:lnTo>
                  <a:lnTo>
                    <a:pt x="2089214" y="658178"/>
                  </a:lnTo>
                  <a:lnTo>
                    <a:pt x="2087499" y="660845"/>
                  </a:lnTo>
                  <a:lnTo>
                    <a:pt x="2087308" y="661321"/>
                  </a:lnTo>
                  <a:lnTo>
                    <a:pt x="2087499" y="662273"/>
                  </a:lnTo>
                  <a:lnTo>
                    <a:pt x="2087404" y="662750"/>
                  </a:lnTo>
                  <a:lnTo>
                    <a:pt x="2086928" y="663321"/>
                  </a:lnTo>
                  <a:lnTo>
                    <a:pt x="2088642" y="664464"/>
                  </a:lnTo>
                  <a:lnTo>
                    <a:pt x="2089499" y="664655"/>
                  </a:lnTo>
                  <a:lnTo>
                    <a:pt x="2089880" y="663797"/>
                  </a:lnTo>
                  <a:lnTo>
                    <a:pt x="2090071" y="663035"/>
                  </a:lnTo>
                  <a:lnTo>
                    <a:pt x="2091309" y="661130"/>
                  </a:lnTo>
                  <a:lnTo>
                    <a:pt x="2091881" y="660463"/>
                  </a:lnTo>
                  <a:lnTo>
                    <a:pt x="2092357" y="659797"/>
                  </a:lnTo>
                  <a:lnTo>
                    <a:pt x="2092738" y="658844"/>
                  </a:lnTo>
                  <a:lnTo>
                    <a:pt x="2093214" y="657035"/>
                  </a:lnTo>
                  <a:lnTo>
                    <a:pt x="2093119" y="656272"/>
                  </a:lnTo>
                  <a:lnTo>
                    <a:pt x="2092642" y="655892"/>
                  </a:lnTo>
                  <a:close/>
                  <a:moveTo>
                    <a:pt x="2064448" y="615125"/>
                  </a:moveTo>
                  <a:lnTo>
                    <a:pt x="2065115" y="614934"/>
                  </a:lnTo>
                  <a:lnTo>
                    <a:pt x="2065877" y="614363"/>
                  </a:lnTo>
                  <a:lnTo>
                    <a:pt x="2066258" y="612934"/>
                  </a:lnTo>
                  <a:lnTo>
                    <a:pt x="2066258" y="612077"/>
                  </a:lnTo>
                  <a:lnTo>
                    <a:pt x="2066068" y="611981"/>
                  </a:lnTo>
                  <a:lnTo>
                    <a:pt x="2065401" y="611314"/>
                  </a:lnTo>
                  <a:lnTo>
                    <a:pt x="2065020" y="611219"/>
                  </a:lnTo>
                  <a:lnTo>
                    <a:pt x="2064734" y="611219"/>
                  </a:lnTo>
                  <a:lnTo>
                    <a:pt x="2064353" y="611124"/>
                  </a:lnTo>
                  <a:lnTo>
                    <a:pt x="2063591" y="611219"/>
                  </a:lnTo>
                  <a:lnTo>
                    <a:pt x="2063210" y="611981"/>
                  </a:lnTo>
                  <a:lnTo>
                    <a:pt x="2063115" y="613029"/>
                  </a:lnTo>
                  <a:lnTo>
                    <a:pt x="2063210" y="614172"/>
                  </a:lnTo>
                  <a:lnTo>
                    <a:pt x="2063782" y="615029"/>
                  </a:lnTo>
                  <a:lnTo>
                    <a:pt x="2064448" y="615125"/>
                  </a:lnTo>
                  <a:close/>
                  <a:moveTo>
                    <a:pt x="2092452" y="625507"/>
                  </a:moveTo>
                  <a:lnTo>
                    <a:pt x="2091595" y="625126"/>
                  </a:lnTo>
                  <a:lnTo>
                    <a:pt x="2089404" y="623316"/>
                  </a:lnTo>
                  <a:lnTo>
                    <a:pt x="2088928" y="622745"/>
                  </a:lnTo>
                  <a:lnTo>
                    <a:pt x="2088642" y="621602"/>
                  </a:lnTo>
                  <a:lnTo>
                    <a:pt x="2087880" y="621221"/>
                  </a:lnTo>
                  <a:lnTo>
                    <a:pt x="2085689" y="621411"/>
                  </a:lnTo>
                  <a:lnTo>
                    <a:pt x="2085975" y="621030"/>
                  </a:lnTo>
                  <a:lnTo>
                    <a:pt x="2086451" y="620649"/>
                  </a:lnTo>
                  <a:lnTo>
                    <a:pt x="2087023" y="620459"/>
                  </a:lnTo>
                  <a:lnTo>
                    <a:pt x="2087689" y="620363"/>
                  </a:lnTo>
                  <a:lnTo>
                    <a:pt x="2088547" y="620459"/>
                  </a:lnTo>
                  <a:lnTo>
                    <a:pt x="2089023" y="620744"/>
                  </a:lnTo>
                  <a:lnTo>
                    <a:pt x="2089309" y="621125"/>
                  </a:lnTo>
                  <a:lnTo>
                    <a:pt x="2089690" y="621506"/>
                  </a:lnTo>
                  <a:lnTo>
                    <a:pt x="2090738" y="622078"/>
                  </a:lnTo>
                  <a:lnTo>
                    <a:pt x="2092071" y="622554"/>
                  </a:lnTo>
                  <a:lnTo>
                    <a:pt x="2092833" y="622459"/>
                  </a:lnTo>
                  <a:lnTo>
                    <a:pt x="2092166" y="621221"/>
                  </a:lnTo>
                  <a:lnTo>
                    <a:pt x="2092357" y="621221"/>
                  </a:lnTo>
                  <a:lnTo>
                    <a:pt x="2092928" y="621221"/>
                  </a:lnTo>
                  <a:lnTo>
                    <a:pt x="2092452" y="620839"/>
                  </a:lnTo>
                  <a:lnTo>
                    <a:pt x="2091118" y="620268"/>
                  </a:lnTo>
                  <a:lnTo>
                    <a:pt x="2090738" y="619792"/>
                  </a:lnTo>
                  <a:lnTo>
                    <a:pt x="2090928" y="619030"/>
                  </a:lnTo>
                  <a:lnTo>
                    <a:pt x="2091499" y="618649"/>
                  </a:lnTo>
                  <a:lnTo>
                    <a:pt x="2092071" y="618839"/>
                  </a:lnTo>
                  <a:lnTo>
                    <a:pt x="2092262" y="619697"/>
                  </a:lnTo>
                  <a:lnTo>
                    <a:pt x="2092833" y="619316"/>
                  </a:lnTo>
                  <a:lnTo>
                    <a:pt x="2093881" y="618744"/>
                  </a:lnTo>
                  <a:lnTo>
                    <a:pt x="2094452" y="618363"/>
                  </a:lnTo>
                  <a:lnTo>
                    <a:pt x="2094166" y="618077"/>
                  </a:lnTo>
                  <a:lnTo>
                    <a:pt x="2093976" y="617696"/>
                  </a:lnTo>
                  <a:lnTo>
                    <a:pt x="2093690" y="617601"/>
                  </a:lnTo>
                  <a:lnTo>
                    <a:pt x="2093881" y="616744"/>
                  </a:lnTo>
                  <a:lnTo>
                    <a:pt x="2093309" y="615982"/>
                  </a:lnTo>
                  <a:lnTo>
                    <a:pt x="2092262" y="615505"/>
                  </a:lnTo>
                  <a:lnTo>
                    <a:pt x="2091118" y="615410"/>
                  </a:lnTo>
                  <a:lnTo>
                    <a:pt x="2091499" y="614744"/>
                  </a:lnTo>
                  <a:lnTo>
                    <a:pt x="2092547" y="613696"/>
                  </a:lnTo>
                  <a:lnTo>
                    <a:pt x="2092928" y="612838"/>
                  </a:lnTo>
                  <a:lnTo>
                    <a:pt x="2093023" y="612077"/>
                  </a:lnTo>
                  <a:lnTo>
                    <a:pt x="2093023" y="611696"/>
                  </a:lnTo>
                  <a:lnTo>
                    <a:pt x="2092928" y="611410"/>
                  </a:lnTo>
                  <a:lnTo>
                    <a:pt x="2092738" y="611219"/>
                  </a:lnTo>
                  <a:lnTo>
                    <a:pt x="2092357" y="611124"/>
                  </a:lnTo>
                  <a:lnTo>
                    <a:pt x="2091881" y="611029"/>
                  </a:lnTo>
                  <a:lnTo>
                    <a:pt x="2091976" y="610267"/>
                  </a:lnTo>
                  <a:lnTo>
                    <a:pt x="2092357" y="608838"/>
                  </a:lnTo>
                  <a:lnTo>
                    <a:pt x="2093023" y="607505"/>
                  </a:lnTo>
                  <a:lnTo>
                    <a:pt x="2093976" y="606743"/>
                  </a:lnTo>
                  <a:lnTo>
                    <a:pt x="2092833" y="605028"/>
                  </a:lnTo>
                  <a:lnTo>
                    <a:pt x="2091404" y="603504"/>
                  </a:lnTo>
                  <a:lnTo>
                    <a:pt x="2090356" y="602837"/>
                  </a:lnTo>
                  <a:lnTo>
                    <a:pt x="2089785" y="602552"/>
                  </a:lnTo>
                  <a:lnTo>
                    <a:pt x="2089404" y="602456"/>
                  </a:lnTo>
                  <a:lnTo>
                    <a:pt x="2087880" y="602361"/>
                  </a:lnTo>
                  <a:lnTo>
                    <a:pt x="2087404" y="602456"/>
                  </a:lnTo>
                  <a:lnTo>
                    <a:pt x="2087785" y="601980"/>
                  </a:lnTo>
                  <a:lnTo>
                    <a:pt x="2088356" y="601694"/>
                  </a:lnTo>
                  <a:lnTo>
                    <a:pt x="2089595" y="601409"/>
                  </a:lnTo>
                  <a:lnTo>
                    <a:pt x="2089595" y="601694"/>
                  </a:lnTo>
                  <a:lnTo>
                    <a:pt x="2089975" y="601694"/>
                  </a:lnTo>
                  <a:lnTo>
                    <a:pt x="2089785" y="600742"/>
                  </a:lnTo>
                  <a:lnTo>
                    <a:pt x="2089595" y="600456"/>
                  </a:lnTo>
                  <a:lnTo>
                    <a:pt x="2089214" y="600266"/>
                  </a:lnTo>
                  <a:lnTo>
                    <a:pt x="2090261" y="599694"/>
                  </a:lnTo>
                  <a:lnTo>
                    <a:pt x="2090642" y="599504"/>
                  </a:lnTo>
                  <a:lnTo>
                    <a:pt x="2090261" y="598932"/>
                  </a:lnTo>
                  <a:lnTo>
                    <a:pt x="2088737" y="597884"/>
                  </a:lnTo>
                  <a:lnTo>
                    <a:pt x="2088166" y="597313"/>
                  </a:lnTo>
                  <a:lnTo>
                    <a:pt x="2087499" y="595313"/>
                  </a:lnTo>
                  <a:lnTo>
                    <a:pt x="2087118" y="594741"/>
                  </a:lnTo>
                  <a:lnTo>
                    <a:pt x="2084641" y="593693"/>
                  </a:lnTo>
                  <a:lnTo>
                    <a:pt x="2083975" y="593884"/>
                  </a:lnTo>
                  <a:lnTo>
                    <a:pt x="2082451" y="594551"/>
                  </a:lnTo>
                  <a:lnTo>
                    <a:pt x="2081784" y="594551"/>
                  </a:lnTo>
                  <a:lnTo>
                    <a:pt x="2081498" y="594360"/>
                  </a:lnTo>
                  <a:lnTo>
                    <a:pt x="2081308" y="594170"/>
                  </a:lnTo>
                  <a:lnTo>
                    <a:pt x="2081117" y="593979"/>
                  </a:lnTo>
                  <a:lnTo>
                    <a:pt x="2080736" y="593979"/>
                  </a:lnTo>
                  <a:lnTo>
                    <a:pt x="2080450" y="594074"/>
                  </a:lnTo>
                  <a:lnTo>
                    <a:pt x="2080165" y="594265"/>
                  </a:lnTo>
                  <a:lnTo>
                    <a:pt x="2079974" y="594551"/>
                  </a:lnTo>
                  <a:lnTo>
                    <a:pt x="2079879" y="594931"/>
                  </a:lnTo>
                  <a:lnTo>
                    <a:pt x="2079879" y="597408"/>
                  </a:lnTo>
                  <a:lnTo>
                    <a:pt x="2079974" y="597694"/>
                  </a:lnTo>
                  <a:lnTo>
                    <a:pt x="2080355" y="598170"/>
                  </a:lnTo>
                  <a:lnTo>
                    <a:pt x="2080546" y="598551"/>
                  </a:lnTo>
                  <a:lnTo>
                    <a:pt x="2080546" y="599122"/>
                  </a:lnTo>
                  <a:lnTo>
                    <a:pt x="2080450" y="600170"/>
                  </a:lnTo>
                  <a:lnTo>
                    <a:pt x="2079974" y="599980"/>
                  </a:lnTo>
                  <a:lnTo>
                    <a:pt x="2079784" y="599885"/>
                  </a:lnTo>
                  <a:lnTo>
                    <a:pt x="2079307" y="600551"/>
                  </a:lnTo>
                  <a:lnTo>
                    <a:pt x="2078736" y="600837"/>
                  </a:lnTo>
                  <a:lnTo>
                    <a:pt x="2078260" y="600551"/>
                  </a:lnTo>
                  <a:lnTo>
                    <a:pt x="2077974" y="599599"/>
                  </a:lnTo>
                  <a:lnTo>
                    <a:pt x="2075593" y="603790"/>
                  </a:lnTo>
                  <a:lnTo>
                    <a:pt x="2075402" y="604456"/>
                  </a:lnTo>
                  <a:lnTo>
                    <a:pt x="2075116" y="605219"/>
                  </a:lnTo>
                  <a:lnTo>
                    <a:pt x="2074450" y="605790"/>
                  </a:lnTo>
                  <a:lnTo>
                    <a:pt x="2073688" y="606266"/>
                  </a:lnTo>
                  <a:lnTo>
                    <a:pt x="2073116" y="606743"/>
                  </a:lnTo>
                  <a:lnTo>
                    <a:pt x="2072735" y="607600"/>
                  </a:lnTo>
                  <a:lnTo>
                    <a:pt x="2072640" y="608362"/>
                  </a:lnTo>
                  <a:lnTo>
                    <a:pt x="2072259" y="608933"/>
                  </a:lnTo>
                  <a:lnTo>
                    <a:pt x="2071116" y="609124"/>
                  </a:lnTo>
                  <a:lnTo>
                    <a:pt x="2070068" y="608838"/>
                  </a:lnTo>
                  <a:lnTo>
                    <a:pt x="2068354" y="607409"/>
                  </a:lnTo>
                  <a:lnTo>
                    <a:pt x="2067306" y="607028"/>
                  </a:lnTo>
                  <a:lnTo>
                    <a:pt x="2066258" y="607219"/>
                  </a:lnTo>
                  <a:lnTo>
                    <a:pt x="2065115" y="607886"/>
                  </a:lnTo>
                  <a:lnTo>
                    <a:pt x="2064448" y="608743"/>
                  </a:lnTo>
                  <a:lnTo>
                    <a:pt x="2064734" y="609600"/>
                  </a:lnTo>
                  <a:lnTo>
                    <a:pt x="2066068" y="610743"/>
                  </a:lnTo>
                  <a:lnTo>
                    <a:pt x="2066830" y="611219"/>
                  </a:lnTo>
                  <a:lnTo>
                    <a:pt x="2067687" y="611600"/>
                  </a:lnTo>
                  <a:lnTo>
                    <a:pt x="2069497" y="611696"/>
                  </a:lnTo>
                  <a:lnTo>
                    <a:pt x="2070545" y="611886"/>
                  </a:lnTo>
                  <a:lnTo>
                    <a:pt x="2071021" y="612458"/>
                  </a:lnTo>
                  <a:lnTo>
                    <a:pt x="2071211" y="613505"/>
                  </a:lnTo>
                  <a:lnTo>
                    <a:pt x="2071783" y="613505"/>
                  </a:lnTo>
                  <a:lnTo>
                    <a:pt x="2072354" y="612934"/>
                  </a:lnTo>
                  <a:lnTo>
                    <a:pt x="2072831" y="612267"/>
                  </a:lnTo>
                  <a:lnTo>
                    <a:pt x="2073688" y="612934"/>
                  </a:lnTo>
                  <a:lnTo>
                    <a:pt x="2073592" y="613601"/>
                  </a:lnTo>
                  <a:lnTo>
                    <a:pt x="2072449" y="614839"/>
                  </a:lnTo>
                  <a:lnTo>
                    <a:pt x="2072449" y="615220"/>
                  </a:lnTo>
                  <a:lnTo>
                    <a:pt x="2072831" y="615982"/>
                  </a:lnTo>
                  <a:lnTo>
                    <a:pt x="2070925" y="616934"/>
                  </a:lnTo>
                  <a:lnTo>
                    <a:pt x="2070830" y="618077"/>
                  </a:lnTo>
                  <a:lnTo>
                    <a:pt x="2070354" y="618744"/>
                  </a:lnTo>
                  <a:lnTo>
                    <a:pt x="2069687" y="619316"/>
                  </a:lnTo>
                  <a:lnTo>
                    <a:pt x="2069116" y="619601"/>
                  </a:lnTo>
                  <a:lnTo>
                    <a:pt x="2069116" y="619887"/>
                  </a:lnTo>
                  <a:lnTo>
                    <a:pt x="2070354" y="621506"/>
                  </a:lnTo>
                  <a:lnTo>
                    <a:pt x="2070735" y="622078"/>
                  </a:lnTo>
                  <a:lnTo>
                    <a:pt x="2070545" y="623030"/>
                  </a:lnTo>
                  <a:lnTo>
                    <a:pt x="2070068" y="623983"/>
                  </a:lnTo>
                  <a:lnTo>
                    <a:pt x="2069878" y="624745"/>
                  </a:lnTo>
                  <a:lnTo>
                    <a:pt x="2070449" y="625316"/>
                  </a:lnTo>
                  <a:lnTo>
                    <a:pt x="2071497" y="625221"/>
                  </a:lnTo>
                  <a:lnTo>
                    <a:pt x="2073402" y="625126"/>
                  </a:lnTo>
                  <a:lnTo>
                    <a:pt x="2073307" y="625697"/>
                  </a:lnTo>
                  <a:lnTo>
                    <a:pt x="2072354" y="626555"/>
                  </a:lnTo>
                  <a:lnTo>
                    <a:pt x="2071402" y="626555"/>
                  </a:lnTo>
                  <a:lnTo>
                    <a:pt x="2070449" y="626364"/>
                  </a:lnTo>
                  <a:lnTo>
                    <a:pt x="2069401" y="626745"/>
                  </a:lnTo>
                  <a:lnTo>
                    <a:pt x="2068544" y="628269"/>
                  </a:lnTo>
                  <a:lnTo>
                    <a:pt x="2068544" y="630174"/>
                  </a:lnTo>
                  <a:lnTo>
                    <a:pt x="2069306" y="632079"/>
                  </a:lnTo>
                  <a:lnTo>
                    <a:pt x="2070640" y="633794"/>
                  </a:lnTo>
                  <a:lnTo>
                    <a:pt x="2070925" y="634270"/>
                  </a:lnTo>
                  <a:lnTo>
                    <a:pt x="2071211" y="634937"/>
                  </a:lnTo>
                  <a:lnTo>
                    <a:pt x="2071592" y="635508"/>
                  </a:lnTo>
                  <a:lnTo>
                    <a:pt x="2072164" y="635794"/>
                  </a:lnTo>
                  <a:lnTo>
                    <a:pt x="2072449" y="635699"/>
                  </a:lnTo>
                  <a:lnTo>
                    <a:pt x="2072735" y="635508"/>
                  </a:lnTo>
                  <a:lnTo>
                    <a:pt x="2073021" y="635413"/>
                  </a:lnTo>
                  <a:lnTo>
                    <a:pt x="2073307" y="635603"/>
                  </a:lnTo>
                  <a:lnTo>
                    <a:pt x="2073497" y="635889"/>
                  </a:lnTo>
                  <a:lnTo>
                    <a:pt x="2073592" y="636175"/>
                  </a:lnTo>
                  <a:lnTo>
                    <a:pt x="2073688" y="636365"/>
                  </a:lnTo>
                  <a:lnTo>
                    <a:pt x="2074069" y="636461"/>
                  </a:lnTo>
                  <a:lnTo>
                    <a:pt x="2077212" y="637794"/>
                  </a:lnTo>
                  <a:lnTo>
                    <a:pt x="2077783" y="637794"/>
                  </a:lnTo>
                  <a:lnTo>
                    <a:pt x="2078260" y="638556"/>
                  </a:lnTo>
                  <a:lnTo>
                    <a:pt x="2080546" y="639699"/>
                  </a:lnTo>
                  <a:lnTo>
                    <a:pt x="2081022" y="640366"/>
                  </a:lnTo>
                  <a:lnTo>
                    <a:pt x="2081308" y="640461"/>
                  </a:lnTo>
                  <a:lnTo>
                    <a:pt x="2082260" y="641413"/>
                  </a:lnTo>
                  <a:lnTo>
                    <a:pt x="2082356" y="641604"/>
                  </a:lnTo>
                  <a:lnTo>
                    <a:pt x="2082546" y="641699"/>
                  </a:lnTo>
                  <a:lnTo>
                    <a:pt x="2083213" y="642652"/>
                  </a:lnTo>
                  <a:lnTo>
                    <a:pt x="2083498" y="642652"/>
                  </a:lnTo>
                  <a:lnTo>
                    <a:pt x="2084070" y="642271"/>
                  </a:lnTo>
                  <a:lnTo>
                    <a:pt x="2084737" y="642461"/>
                  </a:lnTo>
                  <a:lnTo>
                    <a:pt x="2085975" y="643319"/>
                  </a:lnTo>
                  <a:lnTo>
                    <a:pt x="2087118" y="642366"/>
                  </a:lnTo>
                  <a:lnTo>
                    <a:pt x="2090928" y="640842"/>
                  </a:lnTo>
                  <a:lnTo>
                    <a:pt x="2091690" y="639604"/>
                  </a:lnTo>
                  <a:lnTo>
                    <a:pt x="2091881" y="638747"/>
                  </a:lnTo>
                  <a:lnTo>
                    <a:pt x="2092833" y="636651"/>
                  </a:lnTo>
                  <a:lnTo>
                    <a:pt x="2093214" y="635984"/>
                  </a:lnTo>
                  <a:lnTo>
                    <a:pt x="2093405" y="635413"/>
                  </a:lnTo>
                  <a:lnTo>
                    <a:pt x="2093023" y="634365"/>
                  </a:lnTo>
                  <a:lnTo>
                    <a:pt x="2093214" y="633889"/>
                  </a:lnTo>
                  <a:lnTo>
                    <a:pt x="2093500" y="633508"/>
                  </a:lnTo>
                  <a:lnTo>
                    <a:pt x="2093690" y="633127"/>
                  </a:lnTo>
                  <a:lnTo>
                    <a:pt x="2093786" y="632746"/>
                  </a:lnTo>
                  <a:lnTo>
                    <a:pt x="2093786" y="632174"/>
                  </a:lnTo>
                  <a:lnTo>
                    <a:pt x="2092833" y="632841"/>
                  </a:lnTo>
                  <a:lnTo>
                    <a:pt x="2090261" y="633698"/>
                  </a:lnTo>
                  <a:lnTo>
                    <a:pt x="2090547" y="633317"/>
                  </a:lnTo>
                  <a:lnTo>
                    <a:pt x="2090738" y="632746"/>
                  </a:lnTo>
                  <a:lnTo>
                    <a:pt x="2090833" y="632079"/>
                  </a:lnTo>
                  <a:lnTo>
                    <a:pt x="2091214" y="632174"/>
                  </a:lnTo>
                  <a:lnTo>
                    <a:pt x="2091404" y="632270"/>
                  </a:lnTo>
                  <a:lnTo>
                    <a:pt x="2091595" y="632460"/>
                  </a:lnTo>
                  <a:lnTo>
                    <a:pt x="2092547" y="631888"/>
                  </a:lnTo>
                  <a:lnTo>
                    <a:pt x="2093500" y="630936"/>
                  </a:lnTo>
                  <a:lnTo>
                    <a:pt x="2094262" y="629698"/>
                  </a:lnTo>
                  <a:lnTo>
                    <a:pt x="2094452" y="628460"/>
                  </a:lnTo>
                  <a:lnTo>
                    <a:pt x="2094071" y="627793"/>
                  </a:lnTo>
                  <a:lnTo>
                    <a:pt x="2092452" y="625507"/>
                  </a:lnTo>
                  <a:close/>
                  <a:moveTo>
                    <a:pt x="2088071" y="651415"/>
                  </a:moveTo>
                  <a:lnTo>
                    <a:pt x="2088261" y="652558"/>
                  </a:lnTo>
                  <a:lnTo>
                    <a:pt x="2088642" y="653415"/>
                  </a:lnTo>
                  <a:lnTo>
                    <a:pt x="2089595" y="653605"/>
                  </a:lnTo>
                  <a:lnTo>
                    <a:pt x="2090356" y="653320"/>
                  </a:lnTo>
                  <a:lnTo>
                    <a:pt x="2090642" y="653034"/>
                  </a:lnTo>
                  <a:lnTo>
                    <a:pt x="2091118" y="652939"/>
                  </a:lnTo>
                  <a:lnTo>
                    <a:pt x="2091785" y="653034"/>
                  </a:lnTo>
                  <a:lnTo>
                    <a:pt x="2092547" y="652653"/>
                  </a:lnTo>
                  <a:lnTo>
                    <a:pt x="2092833" y="651605"/>
                  </a:lnTo>
                  <a:lnTo>
                    <a:pt x="2092642" y="651034"/>
                  </a:lnTo>
                  <a:lnTo>
                    <a:pt x="2092452" y="650558"/>
                  </a:lnTo>
                  <a:lnTo>
                    <a:pt x="2091976" y="649605"/>
                  </a:lnTo>
                  <a:lnTo>
                    <a:pt x="2091214" y="648748"/>
                  </a:lnTo>
                  <a:lnTo>
                    <a:pt x="2090166" y="648081"/>
                  </a:lnTo>
                  <a:lnTo>
                    <a:pt x="2089023" y="647891"/>
                  </a:lnTo>
                  <a:lnTo>
                    <a:pt x="2088071" y="648367"/>
                  </a:lnTo>
                  <a:lnTo>
                    <a:pt x="2087404" y="648938"/>
                  </a:lnTo>
                  <a:lnTo>
                    <a:pt x="2087023" y="649510"/>
                  </a:lnTo>
                  <a:lnTo>
                    <a:pt x="2087118" y="650081"/>
                  </a:lnTo>
                  <a:lnTo>
                    <a:pt x="2087594" y="650558"/>
                  </a:lnTo>
                  <a:lnTo>
                    <a:pt x="2088071" y="651415"/>
                  </a:lnTo>
                  <a:close/>
                  <a:moveTo>
                    <a:pt x="2060829" y="625793"/>
                  </a:moveTo>
                  <a:lnTo>
                    <a:pt x="2060257" y="628079"/>
                  </a:lnTo>
                  <a:lnTo>
                    <a:pt x="2060543" y="630460"/>
                  </a:lnTo>
                  <a:lnTo>
                    <a:pt x="2061686" y="632365"/>
                  </a:lnTo>
                  <a:lnTo>
                    <a:pt x="2063306" y="631222"/>
                  </a:lnTo>
                  <a:lnTo>
                    <a:pt x="2064067" y="631127"/>
                  </a:lnTo>
                  <a:lnTo>
                    <a:pt x="2064258" y="631984"/>
                  </a:lnTo>
                  <a:lnTo>
                    <a:pt x="2063782" y="632841"/>
                  </a:lnTo>
                  <a:lnTo>
                    <a:pt x="2063020" y="633698"/>
                  </a:lnTo>
                  <a:lnTo>
                    <a:pt x="2062829" y="634365"/>
                  </a:lnTo>
                  <a:lnTo>
                    <a:pt x="2063877" y="634841"/>
                  </a:lnTo>
                  <a:lnTo>
                    <a:pt x="2064925" y="634270"/>
                  </a:lnTo>
                  <a:lnTo>
                    <a:pt x="2065687" y="634937"/>
                  </a:lnTo>
                  <a:lnTo>
                    <a:pt x="2066544" y="636556"/>
                  </a:lnTo>
                  <a:lnTo>
                    <a:pt x="2068830" y="638461"/>
                  </a:lnTo>
                  <a:lnTo>
                    <a:pt x="2069211" y="638937"/>
                  </a:lnTo>
                  <a:lnTo>
                    <a:pt x="2069497" y="638747"/>
                  </a:lnTo>
                  <a:lnTo>
                    <a:pt x="2070164" y="639128"/>
                  </a:lnTo>
                  <a:lnTo>
                    <a:pt x="2071402" y="640175"/>
                  </a:lnTo>
                  <a:lnTo>
                    <a:pt x="2071783" y="640842"/>
                  </a:lnTo>
                  <a:lnTo>
                    <a:pt x="2071878" y="641318"/>
                  </a:lnTo>
                  <a:lnTo>
                    <a:pt x="2072068" y="641509"/>
                  </a:lnTo>
                  <a:lnTo>
                    <a:pt x="2072545" y="641413"/>
                  </a:lnTo>
                  <a:lnTo>
                    <a:pt x="2073592" y="640652"/>
                  </a:lnTo>
                  <a:lnTo>
                    <a:pt x="2074355" y="639794"/>
                  </a:lnTo>
                  <a:lnTo>
                    <a:pt x="2075212" y="639032"/>
                  </a:lnTo>
                  <a:lnTo>
                    <a:pt x="2076545" y="638842"/>
                  </a:lnTo>
                  <a:lnTo>
                    <a:pt x="2076545" y="638461"/>
                  </a:lnTo>
                  <a:lnTo>
                    <a:pt x="2075783" y="638366"/>
                  </a:lnTo>
                  <a:lnTo>
                    <a:pt x="2075116" y="637985"/>
                  </a:lnTo>
                  <a:lnTo>
                    <a:pt x="2074640" y="637604"/>
                  </a:lnTo>
                  <a:lnTo>
                    <a:pt x="2074259" y="637413"/>
                  </a:lnTo>
                  <a:lnTo>
                    <a:pt x="2073116" y="637413"/>
                  </a:lnTo>
                  <a:lnTo>
                    <a:pt x="2072926" y="637222"/>
                  </a:lnTo>
                  <a:lnTo>
                    <a:pt x="2073402" y="636651"/>
                  </a:lnTo>
                  <a:lnTo>
                    <a:pt x="2072449" y="636651"/>
                  </a:lnTo>
                  <a:lnTo>
                    <a:pt x="2071973" y="636365"/>
                  </a:lnTo>
                  <a:lnTo>
                    <a:pt x="2070259" y="633698"/>
                  </a:lnTo>
                  <a:lnTo>
                    <a:pt x="2069497" y="633222"/>
                  </a:lnTo>
                  <a:lnTo>
                    <a:pt x="2068735" y="633413"/>
                  </a:lnTo>
                  <a:lnTo>
                    <a:pt x="2067973" y="632365"/>
                  </a:lnTo>
                  <a:lnTo>
                    <a:pt x="2067211" y="631603"/>
                  </a:lnTo>
                  <a:lnTo>
                    <a:pt x="2066734" y="630841"/>
                  </a:lnTo>
                  <a:lnTo>
                    <a:pt x="2066925" y="629793"/>
                  </a:lnTo>
                  <a:lnTo>
                    <a:pt x="2067401" y="629031"/>
                  </a:lnTo>
                  <a:lnTo>
                    <a:pt x="2068449" y="628079"/>
                  </a:lnTo>
                  <a:lnTo>
                    <a:pt x="2068735" y="627221"/>
                  </a:lnTo>
                  <a:lnTo>
                    <a:pt x="2067687" y="627697"/>
                  </a:lnTo>
                  <a:lnTo>
                    <a:pt x="2067401" y="627983"/>
                  </a:lnTo>
                  <a:lnTo>
                    <a:pt x="2067211" y="627888"/>
                  </a:lnTo>
                  <a:lnTo>
                    <a:pt x="2066925" y="627317"/>
                  </a:lnTo>
                  <a:lnTo>
                    <a:pt x="2066449" y="625507"/>
                  </a:lnTo>
                  <a:lnTo>
                    <a:pt x="2066068" y="625221"/>
                  </a:lnTo>
                  <a:lnTo>
                    <a:pt x="2065496" y="625316"/>
                  </a:lnTo>
                  <a:lnTo>
                    <a:pt x="2063115" y="626269"/>
                  </a:lnTo>
                  <a:lnTo>
                    <a:pt x="2062829" y="626459"/>
                  </a:lnTo>
                  <a:lnTo>
                    <a:pt x="2062829" y="624269"/>
                  </a:lnTo>
                  <a:lnTo>
                    <a:pt x="2060829" y="625793"/>
                  </a:lnTo>
                  <a:close/>
                  <a:moveTo>
                    <a:pt x="1587341" y="783717"/>
                  </a:moveTo>
                  <a:lnTo>
                    <a:pt x="1586389" y="783050"/>
                  </a:lnTo>
                  <a:lnTo>
                    <a:pt x="1585436" y="782479"/>
                  </a:lnTo>
                  <a:lnTo>
                    <a:pt x="1585055" y="782098"/>
                  </a:lnTo>
                  <a:lnTo>
                    <a:pt x="1584865" y="781812"/>
                  </a:lnTo>
                  <a:lnTo>
                    <a:pt x="1584579" y="781717"/>
                  </a:lnTo>
                  <a:lnTo>
                    <a:pt x="1584007" y="782003"/>
                  </a:lnTo>
                  <a:lnTo>
                    <a:pt x="1583817" y="782288"/>
                  </a:lnTo>
                  <a:lnTo>
                    <a:pt x="1583626" y="783336"/>
                  </a:lnTo>
                  <a:lnTo>
                    <a:pt x="1583436" y="783717"/>
                  </a:lnTo>
                  <a:lnTo>
                    <a:pt x="1582769" y="784384"/>
                  </a:lnTo>
                  <a:lnTo>
                    <a:pt x="1580293" y="785431"/>
                  </a:lnTo>
                  <a:lnTo>
                    <a:pt x="1578959" y="786289"/>
                  </a:lnTo>
                  <a:lnTo>
                    <a:pt x="1578292" y="786575"/>
                  </a:lnTo>
                  <a:lnTo>
                    <a:pt x="1577340" y="786670"/>
                  </a:lnTo>
                  <a:lnTo>
                    <a:pt x="1576578" y="786479"/>
                  </a:lnTo>
                  <a:lnTo>
                    <a:pt x="1576006" y="786003"/>
                  </a:lnTo>
                  <a:lnTo>
                    <a:pt x="1575530" y="785336"/>
                  </a:lnTo>
                  <a:lnTo>
                    <a:pt x="1575245" y="784574"/>
                  </a:lnTo>
                  <a:lnTo>
                    <a:pt x="1575340" y="783622"/>
                  </a:lnTo>
                  <a:lnTo>
                    <a:pt x="1576006" y="781812"/>
                  </a:lnTo>
                  <a:lnTo>
                    <a:pt x="1575816" y="780479"/>
                  </a:lnTo>
                  <a:lnTo>
                    <a:pt x="1575816" y="780479"/>
                  </a:lnTo>
                  <a:lnTo>
                    <a:pt x="1574673" y="781145"/>
                  </a:lnTo>
                  <a:lnTo>
                    <a:pt x="1573244" y="782193"/>
                  </a:lnTo>
                  <a:lnTo>
                    <a:pt x="1571720" y="782574"/>
                  </a:lnTo>
                  <a:lnTo>
                    <a:pt x="1570958" y="782955"/>
                  </a:lnTo>
                  <a:lnTo>
                    <a:pt x="1569053" y="783527"/>
                  </a:lnTo>
                  <a:lnTo>
                    <a:pt x="1567910" y="784765"/>
                  </a:lnTo>
                  <a:lnTo>
                    <a:pt x="1567434" y="785051"/>
                  </a:lnTo>
                  <a:lnTo>
                    <a:pt x="1563910" y="786098"/>
                  </a:lnTo>
                  <a:lnTo>
                    <a:pt x="1563719" y="786194"/>
                  </a:lnTo>
                  <a:lnTo>
                    <a:pt x="1563529" y="786479"/>
                  </a:lnTo>
                  <a:lnTo>
                    <a:pt x="1562957" y="787813"/>
                  </a:lnTo>
                  <a:lnTo>
                    <a:pt x="1562862" y="788289"/>
                  </a:lnTo>
                  <a:lnTo>
                    <a:pt x="1562672" y="788575"/>
                  </a:lnTo>
                  <a:lnTo>
                    <a:pt x="1559338" y="790861"/>
                  </a:lnTo>
                  <a:lnTo>
                    <a:pt x="1557147" y="791623"/>
                  </a:lnTo>
                  <a:lnTo>
                    <a:pt x="1554766" y="792004"/>
                  </a:lnTo>
                  <a:lnTo>
                    <a:pt x="1552004" y="792099"/>
                  </a:lnTo>
                  <a:lnTo>
                    <a:pt x="1551241" y="792099"/>
                  </a:lnTo>
                  <a:lnTo>
                    <a:pt x="1551337" y="793147"/>
                  </a:lnTo>
                  <a:lnTo>
                    <a:pt x="1550575" y="796100"/>
                  </a:lnTo>
                  <a:lnTo>
                    <a:pt x="1550289" y="797909"/>
                  </a:lnTo>
                  <a:lnTo>
                    <a:pt x="1550098" y="798386"/>
                  </a:lnTo>
                  <a:lnTo>
                    <a:pt x="1549908" y="798576"/>
                  </a:lnTo>
                  <a:lnTo>
                    <a:pt x="1549717" y="798767"/>
                  </a:lnTo>
                  <a:lnTo>
                    <a:pt x="1548670" y="800100"/>
                  </a:lnTo>
                  <a:lnTo>
                    <a:pt x="1547146" y="801434"/>
                  </a:lnTo>
                  <a:lnTo>
                    <a:pt x="1546670" y="801719"/>
                  </a:lnTo>
                  <a:lnTo>
                    <a:pt x="1546479" y="801719"/>
                  </a:lnTo>
                  <a:lnTo>
                    <a:pt x="1546289" y="801814"/>
                  </a:lnTo>
                  <a:lnTo>
                    <a:pt x="1545907" y="802386"/>
                  </a:lnTo>
                  <a:lnTo>
                    <a:pt x="1545812" y="804005"/>
                  </a:lnTo>
                  <a:lnTo>
                    <a:pt x="1545622" y="804386"/>
                  </a:lnTo>
                  <a:lnTo>
                    <a:pt x="1545146" y="805148"/>
                  </a:lnTo>
                  <a:lnTo>
                    <a:pt x="1544955" y="805529"/>
                  </a:lnTo>
                  <a:lnTo>
                    <a:pt x="1544955" y="805910"/>
                  </a:lnTo>
                  <a:lnTo>
                    <a:pt x="1545241" y="806863"/>
                  </a:lnTo>
                  <a:lnTo>
                    <a:pt x="1545146" y="807339"/>
                  </a:lnTo>
                  <a:lnTo>
                    <a:pt x="1544669" y="808101"/>
                  </a:lnTo>
                  <a:lnTo>
                    <a:pt x="1544003" y="808577"/>
                  </a:lnTo>
                  <a:lnTo>
                    <a:pt x="1543145" y="808768"/>
                  </a:lnTo>
                  <a:lnTo>
                    <a:pt x="1542098" y="808863"/>
                  </a:lnTo>
                  <a:lnTo>
                    <a:pt x="1541431" y="809054"/>
                  </a:lnTo>
                  <a:lnTo>
                    <a:pt x="1541240" y="809244"/>
                  </a:lnTo>
                  <a:lnTo>
                    <a:pt x="1541240" y="809149"/>
                  </a:lnTo>
                  <a:lnTo>
                    <a:pt x="1541050" y="808482"/>
                  </a:lnTo>
                  <a:lnTo>
                    <a:pt x="1541050" y="808196"/>
                  </a:lnTo>
                  <a:lnTo>
                    <a:pt x="1541240" y="807244"/>
                  </a:lnTo>
                  <a:lnTo>
                    <a:pt x="1541240" y="806863"/>
                  </a:lnTo>
                  <a:lnTo>
                    <a:pt x="1541050" y="806005"/>
                  </a:lnTo>
                  <a:lnTo>
                    <a:pt x="1540669" y="805053"/>
                  </a:lnTo>
                  <a:lnTo>
                    <a:pt x="1540192" y="804196"/>
                  </a:lnTo>
                  <a:lnTo>
                    <a:pt x="1539621" y="803434"/>
                  </a:lnTo>
                  <a:lnTo>
                    <a:pt x="1538859" y="802767"/>
                  </a:lnTo>
                  <a:lnTo>
                    <a:pt x="1538192" y="802481"/>
                  </a:lnTo>
                  <a:lnTo>
                    <a:pt x="1537430" y="802481"/>
                  </a:lnTo>
                  <a:lnTo>
                    <a:pt x="1536573" y="802862"/>
                  </a:lnTo>
                  <a:lnTo>
                    <a:pt x="1535906" y="803434"/>
                  </a:lnTo>
                  <a:lnTo>
                    <a:pt x="1534858" y="804863"/>
                  </a:lnTo>
                  <a:lnTo>
                    <a:pt x="1534192" y="805244"/>
                  </a:lnTo>
                  <a:lnTo>
                    <a:pt x="1532573" y="804958"/>
                  </a:lnTo>
                  <a:lnTo>
                    <a:pt x="1531144" y="803720"/>
                  </a:lnTo>
                  <a:lnTo>
                    <a:pt x="1529429" y="800767"/>
                  </a:lnTo>
                  <a:lnTo>
                    <a:pt x="1528381" y="800862"/>
                  </a:lnTo>
                  <a:lnTo>
                    <a:pt x="1527429" y="801053"/>
                  </a:lnTo>
                  <a:lnTo>
                    <a:pt x="1526762" y="801624"/>
                  </a:lnTo>
                  <a:lnTo>
                    <a:pt x="1525619" y="803053"/>
                  </a:lnTo>
                  <a:lnTo>
                    <a:pt x="1523238" y="805244"/>
                  </a:lnTo>
                  <a:lnTo>
                    <a:pt x="1522952" y="805625"/>
                  </a:lnTo>
                  <a:lnTo>
                    <a:pt x="1522381" y="806005"/>
                  </a:lnTo>
                  <a:lnTo>
                    <a:pt x="1520666" y="808482"/>
                  </a:lnTo>
                  <a:lnTo>
                    <a:pt x="1520476" y="808577"/>
                  </a:lnTo>
                  <a:lnTo>
                    <a:pt x="1519809" y="808482"/>
                  </a:lnTo>
                  <a:lnTo>
                    <a:pt x="1519523" y="808482"/>
                  </a:lnTo>
                  <a:lnTo>
                    <a:pt x="1519238" y="808768"/>
                  </a:lnTo>
                  <a:lnTo>
                    <a:pt x="1518761" y="809435"/>
                  </a:lnTo>
                  <a:lnTo>
                    <a:pt x="1518475" y="809625"/>
                  </a:lnTo>
                  <a:lnTo>
                    <a:pt x="1517809" y="809816"/>
                  </a:lnTo>
                  <a:lnTo>
                    <a:pt x="1517428" y="809911"/>
                  </a:lnTo>
                  <a:lnTo>
                    <a:pt x="1517047" y="810006"/>
                  </a:lnTo>
                  <a:lnTo>
                    <a:pt x="1516571" y="810482"/>
                  </a:lnTo>
                  <a:lnTo>
                    <a:pt x="1515142" y="812673"/>
                  </a:lnTo>
                  <a:lnTo>
                    <a:pt x="1514665" y="813054"/>
                  </a:lnTo>
                  <a:lnTo>
                    <a:pt x="1512761" y="814006"/>
                  </a:lnTo>
                  <a:lnTo>
                    <a:pt x="1511522" y="815054"/>
                  </a:lnTo>
                  <a:lnTo>
                    <a:pt x="1510856" y="816007"/>
                  </a:lnTo>
                  <a:lnTo>
                    <a:pt x="1510570" y="817055"/>
                  </a:lnTo>
                  <a:lnTo>
                    <a:pt x="1510474" y="821817"/>
                  </a:lnTo>
                  <a:lnTo>
                    <a:pt x="1510189" y="822960"/>
                  </a:lnTo>
                  <a:lnTo>
                    <a:pt x="1509903" y="823246"/>
                  </a:lnTo>
                  <a:lnTo>
                    <a:pt x="1509522" y="823436"/>
                  </a:lnTo>
                  <a:lnTo>
                    <a:pt x="1509236" y="823722"/>
                  </a:lnTo>
                  <a:lnTo>
                    <a:pt x="1509046" y="824103"/>
                  </a:lnTo>
                  <a:lnTo>
                    <a:pt x="1509141" y="824865"/>
                  </a:lnTo>
                  <a:lnTo>
                    <a:pt x="1509903" y="825913"/>
                  </a:lnTo>
                  <a:lnTo>
                    <a:pt x="1510093" y="826484"/>
                  </a:lnTo>
                  <a:lnTo>
                    <a:pt x="1510093" y="827722"/>
                  </a:lnTo>
                  <a:lnTo>
                    <a:pt x="1509903" y="828770"/>
                  </a:lnTo>
                  <a:lnTo>
                    <a:pt x="1509331" y="829723"/>
                  </a:lnTo>
                  <a:lnTo>
                    <a:pt x="1508189" y="830580"/>
                  </a:lnTo>
                  <a:lnTo>
                    <a:pt x="1506283" y="831818"/>
                  </a:lnTo>
                  <a:lnTo>
                    <a:pt x="1505807" y="832580"/>
                  </a:lnTo>
                  <a:lnTo>
                    <a:pt x="1505426" y="836295"/>
                  </a:lnTo>
                  <a:lnTo>
                    <a:pt x="1505522" y="837343"/>
                  </a:lnTo>
                  <a:lnTo>
                    <a:pt x="1506093" y="838200"/>
                  </a:lnTo>
                  <a:lnTo>
                    <a:pt x="1507046" y="838391"/>
                  </a:lnTo>
                  <a:lnTo>
                    <a:pt x="1508760" y="837057"/>
                  </a:lnTo>
                  <a:lnTo>
                    <a:pt x="1509903" y="836676"/>
                  </a:lnTo>
                  <a:lnTo>
                    <a:pt x="1511141" y="836771"/>
                  </a:lnTo>
                  <a:lnTo>
                    <a:pt x="1512284" y="837057"/>
                  </a:lnTo>
                  <a:lnTo>
                    <a:pt x="1513332" y="837533"/>
                  </a:lnTo>
                  <a:lnTo>
                    <a:pt x="1514380" y="838105"/>
                  </a:lnTo>
                  <a:lnTo>
                    <a:pt x="1515332" y="839438"/>
                  </a:lnTo>
                  <a:lnTo>
                    <a:pt x="1514475" y="840677"/>
                  </a:lnTo>
                  <a:lnTo>
                    <a:pt x="1510093" y="843058"/>
                  </a:lnTo>
                  <a:lnTo>
                    <a:pt x="1509617" y="843248"/>
                  </a:lnTo>
                  <a:lnTo>
                    <a:pt x="1507712" y="843629"/>
                  </a:lnTo>
                  <a:lnTo>
                    <a:pt x="1507331" y="843820"/>
                  </a:lnTo>
                  <a:lnTo>
                    <a:pt x="1506569" y="844391"/>
                  </a:lnTo>
                  <a:lnTo>
                    <a:pt x="1503902" y="845439"/>
                  </a:lnTo>
                  <a:lnTo>
                    <a:pt x="1502283" y="846868"/>
                  </a:lnTo>
                  <a:lnTo>
                    <a:pt x="1501426" y="847820"/>
                  </a:lnTo>
                  <a:lnTo>
                    <a:pt x="1501045" y="848582"/>
                  </a:lnTo>
                  <a:lnTo>
                    <a:pt x="1501140" y="850583"/>
                  </a:lnTo>
                  <a:lnTo>
                    <a:pt x="1501045" y="851630"/>
                  </a:lnTo>
                  <a:lnTo>
                    <a:pt x="1500664" y="852773"/>
                  </a:lnTo>
                  <a:lnTo>
                    <a:pt x="1499997" y="853916"/>
                  </a:lnTo>
                  <a:lnTo>
                    <a:pt x="1499806" y="854488"/>
                  </a:lnTo>
                  <a:lnTo>
                    <a:pt x="1499997" y="854964"/>
                  </a:lnTo>
                  <a:lnTo>
                    <a:pt x="1500473" y="855059"/>
                  </a:lnTo>
                  <a:lnTo>
                    <a:pt x="1501045" y="854774"/>
                  </a:lnTo>
                  <a:lnTo>
                    <a:pt x="1501521" y="854393"/>
                  </a:lnTo>
                  <a:lnTo>
                    <a:pt x="1502188" y="853440"/>
                  </a:lnTo>
                  <a:lnTo>
                    <a:pt x="1503331" y="853250"/>
                  </a:lnTo>
                  <a:lnTo>
                    <a:pt x="1504569" y="853345"/>
                  </a:lnTo>
                  <a:lnTo>
                    <a:pt x="1505331" y="853535"/>
                  </a:lnTo>
                  <a:lnTo>
                    <a:pt x="1506760" y="854774"/>
                  </a:lnTo>
                  <a:lnTo>
                    <a:pt x="1507522" y="855059"/>
                  </a:lnTo>
                  <a:lnTo>
                    <a:pt x="1508665" y="854488"/>
                  </a:lnTo>
                  <a:lnTo>
                    <a:pt x="1509713" y="854202"/>
                  </a:lnTo>
                  <a:lnTo>
                    <a:pt x="1510760" y="854583"/>
                  </a:lnTo>
                  <a:lnTo>
                    <a:pt x="1511808" y="855155"/>
                  </a:lnTo>
                  <a:lnTo>
                    <a:pt x="1512856" y="855440"/>
                  </a:lnTo>
                  <a:lnTo>
                    <a:pt x="1514856" y="854869"/>
                  </a:lnTo>
                  <a:lnTo>
                    <a:pt x="1515999" y="854774"/>
                  </a:lnTo>
                  <a:lnTo>
                    <a:pt x="1516475" y="855345"/>
                  </a:lnTo>
                  <a:lnTo>
                    <a:pt x="1517142" y="855726"/>
                  </a:lnTo>
                  <a:lnTo>
                    <a:pt x="1518571" y="855155"/>
                  </a:lnTo>
                  <a:lnTo>
                    <a:pt x="1524190" y="851440"/>
                  </a:lnTo>
                  <a:lnTo>
                    <a:pt x="1528763" y="850678"/>
                  </a:lnTo>
                  <a:lnTo>
                    <a:pt x="1529524" y="850392"/>
                  </a:lnTo>
                  <a:lnTo>
                    <a:pt x="1530001" y="849725"/>
                  </a:lnTo>
                  <a:lnTo>
                    <a:pt x="1530287" y="848963"/>
                  </a:lnTo>
                  <a:lnTo>
                    <a:pt x="1530763" y="848392"/>
                  </a:lnTo>
                  <a:lnTo>
                    <a:pt x="1531811" y="848201"/>
                  </a:lnTo>
                  <a:lnTo>
                    <a:pt x="1532287" y="847725"/>
                  </a:lnTo>
                  <a:lnTo>
                    <a:pt x="1533334" y="845534"/>
                  </a:lnTo>
                  <a:lnTo>
                    <a:pt x="1534097" y="844868"/>
                  </a:lnTo>
                  <a:lnTo>
                    <a:pt x="1534668" y="844868"/>
                  </a:lnTo>
                  <a:lnTo>
                    <a:pt x="1535716" y="845249"/>
                  </a:lnTo>
                  <a:lnTo>
                    <a:pt x="1536287" y="845344"/>
                  </a:lnTo>
                  <a:lnTo>
                    <a:pt x="1538002" y="844963"/>
                  </a:lnTo>
                  <a:lnTo>
                    <a:pt x="1542002" y="844582"/>
                  </a:lnTo>
                  <a:lnTo>
                    <a:pt x="1547717" y="844772"/>
                  </a:lnTo>
                  <a:lnTo>
                    <a:pt x="1549717" y="844391"/>
                  </a:lnTo>
                  <a:lnTo>
                    <a:pt x="1551527" y="843439"/>
                  </a:lnTo>
                  <a:lnTo>
                    <a:pt x="1554004" y="841629"/>
                  </a:lnTo>
                  <a:lnTo>
                    <a:pt x="1554575" y="840772"/>
                  </a:lnTo>
                  <a:lnTo>
                    <a:pt x="1555337" y="840105"/>
                  </a:lnTo>
                  <a:lnTo>
                    <a:pt x="1556195" y="837629"/>
                  </a:lnTo>
                  <a:lnTo>
                    <a:pt x="1557242" y="836486"/>
                  </a:lnTo>
                  <a:lnTo>
                    <a:pt x="1559719" y="834962"/>
                  </a:lnTo>
                  <a:lnTo>
                    <a:pt x="1561433" y="833342"/>
                  </a:lnTo>
                  <a:lnTo>
                    <a:pt x="1563433" y="831913"/>
                  </a:lnTo>
                  <a:lnTo>
                    <a:pt x="1566386" y="830294"/>
                  </a:lnTo>
                  <a:lnTo>
                    <a:pt x="1567053" y="829628"/>
                  </a:lnTo>
                  <a:lnTo>
                    <a:pt x="1567624" y="827722"/>
                  </a:lnTo>
                  <a:lnTo>
                    <a:pt x="1572292" y="822293"/>
                  </a:lnTo>
                  <a:lnTo>
                    <a:pt x="1573721" y="821055"/>
                  </a:lnTo>
                  <a:lnTo>
                    <a:pt x="1578769" y="817721"/>
                  </a:lnTo>
                  <a:lnTo>
                    <a:pt x="1579245" y="817055"/>
                  </a:lnTo>
                  <a:lnTo>
                    <a:pt x="1579626" y="813245"/>
                  </a:lnTo>
                  <a:lnTo>
                    <a:pt x="1580483" y="811054"/>
                  </a:lnTo>
                  <a:lnTo>
                    <a:pt x="1582007" y="809530"/>
                  </a:lnTo>
                  <a:lnTo>
                    <a:pt x="1583626" y="808387"/>
                  </a:lnTo>
                  <a:lnTo>
                    <a:pt x="1583626" y="808387"/>
                  </a:lnTo>
                  <a:lnTo>
                    <a:pt x="1583626" y="808387"/>
                  </a:lnTo>
                  <a:lnTo>
                    <a:pt x="1583055" y="805148"/>
                  </a:lnTo>
                  <a:lnTo>
                    <a:pt x="1582769" y="804386"/>
                  </a:lnTo>
                  <a:lnTo>
                    <a:pt x="1581531" y="802481"/>
                  </a:lnTo>
                  <a:lnTo>
                    <a:pt x="1581531" y="802100"/>
                  </a:lnTo>
                  <a:lnTo>
                    <a:pt x="1581626" y="801243"/>
                  </a:lnTo>
                  <a:lnTo>
                    <a:pt x="1581531" y="800862"/>
                  </a:lnTo>
                  <a:lnTo>
                    <a:pt x="1581245" y="800481"/>
                  </a:lnTo>
                  <a:lnTo>
                    <a:pt x="1580102" y="799814"/>
                  </a:lnTo>
                  <a:lnTo>
                    <a:pt x="1578864" y="798671"/>
                  </a:lnTo>
                  <a:lnTo>
                    <a:pt x="1578483" y="798100"/>
                  </a:lnTo>
                  <a:lnTo>
                    <a:pt x="1578197" y="797147"/>
                  </a:lnTo>
                  <a:lnTo>
                    <a:pt x="1577912" y="795338"/>
                  </a:lnTo>
                  <a:lnTo>
                    <a:pt x="1578102" y="793718"/>
                  </a:lnTo>
                  <a:lnTo>
                    <a:pt x="1578959" y="792671"/>
                  </a:lnTo>
                  <a:lnTo>
                    <a:pt x="1580674" y="792385"/>
                  </a:lnTo>
                  <a:lnTo>
                    <a:pt x="1581722" y="792385"/>
                  </a:lnTo>
                  <a:lnTo>
                    <a:pt x="1582103" y="792480"/>
                  </a:lnTo>
                  <a:lnTo>
                    <a:pt x="1582483" y="792766"/>
                  </a:lnTo>
                  <a:lnTo>
                    <a:pt x="1583150" y="793433"/>
                  </a:lnTo>
                  <a:lnTo>
                    <a:pt x="1583531" y="793623"/>
                  </a:lnTo>
                  <a:lnTo>
                    <a:pt x="1584293" y="793623"/>
                  </a:lnTo>
                  <a:lnTo>
                    <a:pt x="1584770" y="793337"/>
                  </a:lnTo>
                  <a:lnTo>
                    <a:pt x="1585246" y="792861"/>
                  </a:lnTo>
                  <a:lnTo>
                    <a:pt x="1586103" y="792385"/>
                  </a:lnTo>
                  <a:lnTo>
                    <a:pt x="1586674" y="792289"/>
                  </a:lnTo>
                  <a:lnTo>
                    <a:pt x="1588008" y="792385"/>
                  </a:lnTo>
                  <a:lnTo>
                    <a:pt x="1588389" y="792194"/>
                  </a:lnTo>
                  <a:lnTo>
                    <a:pt x="1588580" y="791718"/>
                  </a:lnTo>
                  <a:lnTo>
                    <a:pt x="1588484" y="791432"/>
                  </a:lnTo>
                  <a:lnTo>
                    <a:pt x="1588389" y="791147"/>
                  </a:lnTo>
                  <a:lnTo>
                    <a:pt x="1588198" y="790575"/>
                  </a:lnTo>
                  <a:lnTo>
                    <a:pt x="1588103" y="790099"/>
                  </a:lnTo>
                  <a:lnTo>
                    <a:pt x="1588961" y="786765"/>
                  </a:lnTo>
                  <a:lnTo>
                    <a:pt x="1588961" y="785622"/>
                  </a:lnTo>
                  <a:lnTo>
                    <a:pt x="1588484" y="784574"/>
                  </a:lnTo>
                  <a:lnTo>
                    <a:pt x="1587341" y="783717"/>
                  </a:lnTo>
                  <a:close/>
                  <a:moveTo>
                    <a:pt x="2011204" y="587693"/>
                  </a:moveTo>
                  <a:lnTo>
                    <a:pt x="2010537" y="586930"/>
                  </a:lnTo>
                  <a:lnTo>
                    <a:pt x="2009680" y="586550"/>
                  </a:lnTo>
                  <a:lnTo>
                    <a:pt x="2008727" y="586454"/>
                  </a:lnTo>
                  <a:lnTo>
                    <a:pt x="2007870" y="586835"/>
                  </a:lnTo>
                  <a:lnTo>
                    <a:pt x="2007298" y="587693"/>
                  </a:lnTo>
                  <a:lnTo>
                    <a:pt x="2007013" y="589788"/>
                  </a:lnTo>
                  <a:lnTo>
                    <a:pt x="2006632" y="590645"/>
                  </a:lnTo>
                  <a:lnTo>
                    <a:pt x="2005489" y="592264"/>
                  </a:lnTo>
                  <a:lnTo>
                    <a:pt x="2003489" y="598361"/>
                  </a:lnTo>
                  <a:lnTo>
                    <a:pt x="2002631" y="600170"/>
                  </a:lnTo>
                  <a:lnTo>
                    <a:pt x="2002441" y="601123"/>
                  </a:lnTo>
                  <a:lnTo>
                    <a:pt x="2002250" y="603313"/>
                  </a:lnTo>
                  <a:lnTo>
                    <a:pt x="2001679" y="605409"/>
                  </a:lnTo>
                  <a:lnTo>
                    <a:pt x="2001298" y="605600"/>
                  </a:lnTo>
                  <a:lnTo>
                    <a:pt x="2000440" y="605219"/>
                  </a:lnTo>
                  <a:lnTo>
                    <a:pt x="1999583" y="605028"/>
                  </a:lnTo>
                  <a:lnTo>
                    <a:pt x="1997773" y="608076"/>
                  </a:lnTo>
                  <a:lnTo>
                    <a:pt x="1997869" y="608933"/>
                  </a:lnTo>
                  <a:lnTo>
                    <a:pt x="1997773" y="612172"/>
                  </a:lnTo>
                  <a:lnTo>
                    <a:pt x="1997488" y="612648"/>
                  </a:lnTo>
                  <a:lnTo>
                    <a:pt x="1996249" y="614077"/>
                  </a:lnTo>
                  <a:lnTo>
                    <a:pt x="1993106" y="623126"/>
                  </a:lnTo>
                  <a:lnTo>
                    <a:pt x="1993201" y="623792"/>
                  </a:lnTo>
                  <a:lnTo>
                    <a:pt x="1993964" y="623411"/>
                  </a:lnTo>
                  <a:lnTo>
                    <a:pt x="1998821" y="617315"/>
                  </a:lnTo>
                  <a:lnTo>
                    <a:pt x="1999202" y="616649"/>
                  </a:lnTo>
                  <a:lnTo>
                    <a:pt x="1999298" y="615696"/>
                  </a:lnTo>
                  <a:lnTo>
                    <a:pt x="1998916" y="614077"/>
                  </a:lnTo>
                  <a:lnTo>
                    <a:pt x="1998821" y="613124"/>
                  </a:lnTo>
                  <a:lnTo>
                    <a:pt x="1999298" y="611410"/>
                  </a:lnTo>
                  <a:lnTo>
                    <a:pt x="2000250" y="609695"/>
                  </a:lnTo>
                  <a:lnTo>
                    <a:pt x="2001393" y="608171"/>
                  </a:lnTo>
                  <a:lnTo>
                    <a:pt x="2002441" y="607028"/>
                  </a:lnTo>
                  <a:lnTo>
                    <a:pt x="2003012" y="606171"/>
                  </a:lnTo>
                  <a:lnTo>
                    <a:pt x="2003393" y="605695"/>
                  </a:lnTo>
                  <a:lnTo>
                    <a:pt x="2004155" y="605409"/>
                  </a:lnTo>
                  <a:lnTo>
                    <a:pt x="2004917" y="604933"/>
                  </a:lnTo>
                  <a:lnTo>
                    <a:pt x="2005393" y="604838"/>
                  </a:lnTo>
                  <a:lnTo>
                    <a:pt x="2005965" y="604552"/>
                  </a:lnTo>
                  <a:lnTo>
                    <a:pt x="2007394" y="603218"/>
                  </a:lnTo>
                  <a:lnTo>
                    <a:pt x="2007775" y="602742"/>
                  </a:lnTo>
                  <a:lnTo>
                    <a:pt x="2009108" y="598837"/>
                  </a:lnTo>
                  <a:lnTo>
                    <a:pt x="2010537" y="591407"/>
                  </a:lnTo>
                  <a:lnTo>
                    <a:pt x="2010918" y="590836"/>
                  </a:lnTo>
                  <a:lnTo>
                    <a:pt x="2011585" y="590455"/>
                  </a:lnTo>
                  <a:lnTo>
                    <a:pt x="2011775" y="589502"/>
                  </a:lnTo>
                  <a:lnTo>
                    <a:pt x="2011775" y="588455"/>
                  </a:lnTo>
                  <a:lnTo>
                    <a:pt x="2011204" y="587693"/>
                  </a:lnTo>
                  <a:close/>
                  <a:moveTo>
                    <a:pt x="2079689" y="654368"/>
                  </a:moveTo>
                  <a:lnTo>
                    <a:pt x="2079307" y="651986"/>
                  </a:lnTo>
                  <a:lnTo>
                    <a:pt x="2079403" y="651701"/>
                  </a:lnTo>
                  <a:lnTo>
                    <a:pt x="2079689" y="651510"/>
                  </a:lnTo>
                  <a:lnTo>
                    <a:pt x="2079974" y="651415"/>
                  </a:lnTo>
                  <a:lnTo>
                    <a:pt x="2080070" y="651224"/>
                  </a:lnTo>
                  <a:lnTo>
                    <a:pt x="2079974" y="650938"/>
                  </a:lnTo>
                  <a:lnTo>
                    <a:pt x="2079879" y="650748"/>
                  </a:lnTo>
                  <a:lnTo>
                    <a:pt x="2079784" y="650653"/>
                  </a:lnTo>
                  <a:lnTo>
                    <a:pt x="2079593" y="650177"/>
                  </a:lnTo>
                  <a:lnTo>
                    <a:pt x="2078641" y="648462"/>
                  </a:lnTo>
                  <a:lnTo>
                    <a:pt x="2078546" y="648176"/>
                  </a:lnTo>
                  <a:lnTo>
                    <a:pt x="2078546" y="647891"/>
                  </a:lnTo>
                  <a:lnTo>
                    <a:pt x="2078546" y="647605"/>
                  </a:lnTo>
                  <a:lnTo>
                    <a:pt x="2078355" y="647319"/>
                  </a:lnTo>
                  <a:lnTo>
                    <a:pt x="2077974" y="647129"/>
                  </a:lnTo>
                  <a:lnTo>
                    <a:pt x="2077783" y="647224"/>
                  </a:lnTo>
                  <a:lnTo>
                    <a:pt x="2077593" y="647414"/>
                  </a:lnTo>
                  <a:lnTo>
                    <a:pt x="2077307" y="647319"/>
                  </a:lnTo>
                  <a:lnTo>
                    <a:pt x="2076450" y="646652"/>
                  </a:lnTo>
                  <a:lnTo>
                    <a:pt x="2075783" y="645890"/>
                  </a:lnTo>
                  <a:lnTo>
                    <a:pt x="2075021" y="645319"/>
                  </a:lnTo>
                  <a:lnTo>
                    <a:pt x="2072735" y="644843"/>
                  </a:lnTo>
                  <a:lnTo>
                    <a:pt x="2071688" y="644271"/>
                  </a:lnTo>
                  <a:lnTo>
                    <a:pt x="2070830" y="643509"/>
                  </a:lnTo>
                  <a:lnTo>
                    <a:pt x="2069497" y="641795"/>
                  </a:lnTo>
                  <a:lnTo>
                    <a:pt x="2069497" y="641509"/>
                  </a:lnTo>
                  <a:lnTo>
                    <a:pt x="2069878" y="640937"/>
                  </a:lnTo>
                  <a:lnTo>
                    <a:pt x="2070068" y="640461"/>
                  </a:lnTo>
                  <a:lnTo>
                    <a:pt x="2069973" y="639985"/>
                  </a:lnTo>
                  <a:lnTo>
                    <a:pt x="2069782" y="639604"/>
                  </a:lnTo>
                  <a:lnTo>
                    <a:pt x="2069497" y="639413"/>
                  </a:lnTo>
                  <a:lnTo>
                    <a:pt x="2068830" y="639223"/>
                  </a:lnTo>
                  <a:lnTo>
                    <a:pt x="2067211" y="638080"/>
                  </a:lnTo>
                  <a:lnTo>
                    <a:pt x="2065496" y="636270"/>
                  </a:lnTo>
                  <a:lnTo>
                    <a:pt x="2064734" y="635699"/>
                  </a:lnTo>
                  <a:lnTo>
                    <a:pt x="2062924" y="635222"/>
                  </a:lnTo>
                  <a:lnTo>
                    <a:pt x="2062448" y="634555"/>
                  </a:lnTo>
                  <a:lnTo>
                    <a:pt x="2062067" y="633794"/>
                  </a:lnTo>
                  <a:lnTo>
                    <a:pt x="2061496" y="633127"/>
                  </a:lnTo>
                  <a:lnTo>
                    <a:pt x="2060829" y="632841"/>
                  </a:lnTo>
                  <a:lnTo>
                    <a:pt x="2060162" y="632936"/>
                  </a:lnTo>
                  <a:lnTo>
                    <a:pt x="2059686" y="633317"/>
                  </a:lnTo>
                  <a:lnTo>
                    <a:pt x="2059400" y="633984"/>
                  </a:lnTo>
                  <a:lnTo>
                    <a:pt x="2059496" y="635794"/>
                  </a:lnTo>
                  <a:lnTo>
                    <a:pt x="2060639" y="639318"/>
                  </a:lnTo>
                  <a:lnTo>
                    <a:pt x="2060924" y="641033"/>
                  </a:lnTo>
                  <a:lnTo>
                    <a:pt x="2060543" y="645986"/>
                  </a:lnTo>
                  <a:lnTo>
                    <a:pt x="2061400" y="647605"/>
                  </a:lnTo>
                  <a:lnTo>
                    <a:pt x="2064163" y="647319"/>
                  </a:lnTo>
                  <a:lnTo>
                    <a:pt x="2064258" y="648272"/>
                  </a:lnTo>
                  <a:lnTo>
                    <a:pt x="2065115" y="649700"/>
                  </a:lnTo>
                  <a:lnTo>
                    <a:pt x="2065211" y="650653"/>
                  </a:lnTo>
                  <a:lnTo>
                    <a:pt x="2063972" y="649700"/>
                  </a:lnTo>
                  <a:lnTo>
                    <a:pt x="2061115" y="649224"/>
                  </a:lnTo>
                  <a:lnTo>
                    <a:pt x="2060543" y="648272"/>
                  </a:lnTo>
                  <a:lnTo>
                    <a:pt x="2060353" y="647700"/>
                  </a:lnTo>
                  <a:lnTo>
                    <a:pt x="2059972" y="648081"/>
                  </a:lnTo>
                  <a:lnTo>
                    <a:pt x="2059591" y="648938"/>
                  </a:lnTo>
                  <a:lnTo>
                    <a:pt x="2058638" y="657701"/>
                  </a:lnTo>
                  <a:lnTo>
                    <a:pt x="2057590" y="661797"/>
                  </a:lnTo>
                  <a:lnTo>
                    <a:pt x="2056924" y="663512"/>
                  </a:lnTo>
                  <a:lnTo>
                    <a:pt x="2056829" y="664178"/>
                  </a:lnTo>
                  <a:lnTo>
                    <a:pt x="2056924" y="664750"/>
                  </a:lnTo>
                  <a:lnTo>
                    <a:pt x="2057400" y="665797"/>
                  </a:lnTo>
                  <a:lnTo>
                    <a:pt x="2057876" y="667417"/>
                  </a:lnTo>
                  <a:lnTo>
                    <a:pt x="2058733" y="667988"/>
                  </a:lnTo>
                  <a:lnTo>
                    <a:pt x="2060734" y="668560"/>
                  </a:lnTo>
                  <a:lnTo>
                    <a:pt x="2061400" y="668846"/>
                  </a:lnTo>
                  <a:lnTo>
                    <a:pt x="2061686" y="669036"/>
                  </a:lnTo>
                  <a:lnTo>
                    <a:pt x="2062353" y="669798"/>
                  </a:lnTo>
                  <a:lnTo>
                    <a:pt x="2063782" y="672179"/>
                  </a:lnTo>
                  <a:lnTo>
                    <a:pt x="2064925" y="671798"/>
                  </a:lnTo>
                  <a:lnTo>
                    <a:pt x="2066925" y="670370"/>
                  </a:lnTo>
                  <a:lnTo>
                    <a:pt x="2070449" y="669131"/>
                  </a:lnTo>
                  <a:lnTo>
                    <a:pt x="2073021" y="667131"/>
                  </a:lnTo>
                  <a:lnTo>
                    <a:pt x="2073307" y="666464"/>
                  </a:lnTo>
                  <a:lnTo>
                    <a:pt x="2072449" y="666179"/>
                  </a:lnTo>
                  <a:lnTo>
                    <a:pt x="2075116" y="661892"/>
                  </a:lnTo>
                  <a:lnTo>
                    <a:pt x="2075688" y="661606"/>
                  </a:lnTo>
                  <a:lnTo>
                    <a:pt x="2076355" y="661035"/>
                  </a:lnTo>
                  <a:lnTo>
                    <a:pt x="2076926" y="660368"/>
                  </a:lnTo>
                  <a:lnTo>
                    <a:pt x="2077117" y="659892"/>
                  </a:lnTo>
                  <a:lnTo>
                    <a:pt x="2076926" y="659606"/>
                  </a:lnTo>
                  <a:lnTo>
                    <a:pt x="2076259" y="658939"/>
                  </a:lnTo>
                  <a:lnTo>
                    <a:pt x="2075307" y="658939"/>
                  </a:lnTo>
                  <a:lnTo>
                    <a:pt x="2075307" y="658559"/>
                  </a:lnTo>
                  <a:lnTo>
                    <a:pt x="2076736" y="658273"/>
                  </a:lnTo>
                  <a:lnTo>
                    <a:pt x="2077879" y="658654"/>
                  </a:lnTo>
                  <a:lnTo>
                    <a:pt x="2079022" y="658749"/>
                  </a:lnTo>
                  <a:lnTo>
                    <a:pt x="2080450" y="657511"/>
                  </a:lnTo>
                  <a:lnTo>
                    <a:pt x="2080736" y="656939"/>
                  </a:lnTo>
                  <a:lnTo>
                    <a:pt x="2080927" y="655987"/>
                  </a:lnTo>
                  <a:lnTo>
                    <a:pt x="2081308" y="655511"/>
                  </a:lnTo>
                  <a:lnTo>
                    <a:pt x="2081593" y="654844"/>
                  </a:lnTo>
                  <a:lnTo>
                    <a:pt x="2081022" y="654558"/>
                  </a:lnTo>
                  <a:lnTo>
                    <a:pt x="2079689" y="654368"/>
                  </a:lnTo>
                  <a:close/>
                  <a:moveTo>
                    <a:pt x="2100072" y="639223"/>
                  </a:moveTo>
                  <a:lnTo>
                    <a:pt x="2099215" y="638937"/>
                  </a:lnTo>
                  <a:lnTo>
                    <a:pt x="2098358" y="639128"/>
                  </a:lnTo>
                  <a:lnTo>
                    <a:pt x="2098072" y="639604"/>
                  </a:lnTo>
                  <a:lnTo>
                    <a:pt x="2097976" y="640366"/>
                  </a:lnTo>
                  <a:lnTo>
                    <a:pt x="2097976" y="641985"/>
                  </a:lnTo>
                  <a:lnTo>
                    <a:pt x="2096929" y="642176"/>
                  </a:lnTo>
                  <a:lnTo>
                    <a:pt x="2096167" y="643509"/>
                  </a:lnTo>
                  <a:lnTo>
                    <a:pt x="2095881" y="645128"/>
                  </a:lnTo>
                  <a:lnTo>
                    <a:pt x="2096548" y="646367"/>
                  </a:lnTo>
                  <a:lnTo>
                    <a:pt x="2096548" y="646747"/>
                  </a:lnTo>
                  <a:lnTo>
                    <a:pt x="2095881" y="647224"/>
                  </a:lnTo>
                  <a:lnTo>
                    <a:pt x="2096072" y="647795"/>
                  </a:lnTo>
                  <a:lnTo>
                    <a:pt x="2096833" y="648462"/>
                  </a:lnTo>
                  <a:lnTo>
                    <a:pt x="2097596" y="648938"/>
                  </a:lnTo>
                  <a:lnTo>
                    <a:pt x="2098167" y="648272"/>
                  </a:lnTo>
                  <a:lnTo>
                    <a:pt x="2099405" y="644557"/>
                  </a:lnTo>
                  <a:lnTo>
                    <a:pt x="2100358" y="642747"/>
                  </a:lnTo>
                  <a:lnTo>
                    <a:pt x="2100739" y="641699"/>
                  </a:lnTo>
                  <a:lnTo>
                    <a:pt x="2100834" y="640556"/>
                  </a:lnTo>
                  <a:lnTo>
                    <a:pt x="2100643" y="639794"/>
                  </a:lnTo>
                  <a:lnTo>
                    <a:pt x="2100072" y="639223"/>
                  </a:lnTo>
                  <a:close/>
                  <a:moveTo>
                    <a:pt x="2299145" y="665988"/>
                  </a:moveTo>
                  <a:lnTo>
                    <a:pt x="2299716" y="666179"/>
                  </a:lnTo>
                  <a:lnTo>
                    <a:pt x="2300383" y="666655"/>
                  </a:lnTo>
                  <a:lnTo>
                    <a:pt x="2300859" y="668655"/>
                  </a:lnTo>
                  <a:lnTo>
                    <a:pt x="2301526" y="669131"/>
                  </a:lnTo>
                  <a:lnTo>
                    <a:pt x="2302097" y="669322"/>
                  </a:lnTo>
                  <a:lnTo>
                    <a:pt x="2302574" y="669608"/>
                  </a:lnTo>
                  <a:lnTo>
                    <a:pt x="2303240" y="669798"/>
                  </a:lnTo>
                  <a:lnTo>
                    <a:pt x="2304193" y="669512"/>
                  </a:lnTo>
                  <a:lnTo>
                    <a:pt x="2305336" y="668750"/>
                  </a:lnTo>
                  <a:lnTo>
                    <a:pt x="2306003" y="668179"/>
                  </a:lnTo>
                  <a:lnTo>
                    <a:pt x="2306288" y="667703"/>
                  </a:lnTo>
                  <a:lnTo>
                    <a:pt x="2306098" y="666941"/>
                  </a:lnTo>
                  <a:lnTo>
                    <a:pt x="2304859" y="665702"/>
                  </a:lnTo>
                  <a:lnTo>
                    <a:pt x="2304574" y="665036"/>
                  </a:lnTo>
                  <a:lnTo>
                    <a:pt x="2304193" y="664464"/>
                  </a:lnTo>
                  <a:lnTo>
                    <a:pt x="2303336" y="664178"/>
                  </a:lnTo>
                  <a:lnTo>
                    <a:pt x="2301431" y="664083"/>
                  </a:lnTo>
                  <a:lnTo>
                    <a:pt x="2300573" y="663893"/>
                  </a:lnTo>
                  <a:lnTo>
                    <a:pt x="2299811" y="663512"/>
                  </a:lnTo>
                  <a:lnTo>
                    <a:pt x="2298573" y="662464"/>
                  </a:lnTo>
                  <a:lnTo>
                    <a:pt x="2297811" y="661892"/>
                  </a:lnTo>
                  <a:lnTo>
                    <a:pt x="2297335" y="662369"/>
                  </a:lnTo>
                  <a:lnTo>
                    <a:pt x="2297240" y="663321"/>
                  </a:lnTo>
                  <a:lnTo>
                    <a:pt x="2297525" y="664369"/>
                  </a:lnTo>
                  <a:lnTo>
                    <a:pt x="2298383" y="665417"/>
                  </a:lnTo>
                  <a:lnTo>
                    <a:pt x="2299145" y="665988"/>
                  </a:lnTo>
                  <a:close/>
                  <a:moveTo>
                    <a:pt x="2066639" y="403574"/>
                  </a:moveTo>
                  <a:lnTo>
                    <a:pt x="2067115" y="403384"/>
                  </a:lnTo>
                  <a:lnTo>
                    <a:pt x="2067401" y="401574"/>
                  </a:lnTo>
                  <a:lnTo>
                    <a:pt x="2067306" y="400621"/>
                  </a:lnTo>
                  <a:lnTo>
                    <a:pt x="2066639" y="400336"/>
                  </a:lnTo>
                  <a:lnTo>
                    <a:pt x="2066163" y="400621"/>
                  </a:lnTo>
                  <a:lnTo>
                    <a:pt x="2063115" y="405098"/>
                  </a:lnTo>
                  <a:lnTo>
                    <a:pt x="2062734" y="407575"/>
                  </a:lnTo>
                  <a:lnTo>
                    <a:pt x="2062734" y="408527"/>
                  </a:lnTo>
                  <a:lnTo>
                    <a:pt x="2063496" y="411099"/>
                  </a:lnTo>
                  <a:lnTo>
                    <a:pt x="2064353" y="409956"/>
                  </a:lnTo>
                  <a:lnTo>
                    <a:pt x="2065496" y="407956"/>
                  </a:lnTo>
                  <a:lnTo>
                    <a:pt x="2066068" y="406146"/>
                  </a:lnTo>
                  <a:lnTo>
                    <a:pt x="2065211" y="405003"/>
                  </a:lnTo>
                  <a:lnTo>
                    <a:pt x="2065877" y="404241"/>
                  </a:lnTo>
                  <a:lnTo>
                    <a:pt x="2066639" y="403574"/>
                  </a:lnTo>
                  <a:close/>
                  <a:moveTo>
                    <a:pt x="2028158" y="438245"/>
                  </a:moveTo>
                  <a:lnTo>
                    <a:pt x="2028539" y="439103"/>
                  </a:lnTo>
                  <a:lnTo>
                    <a:pt x="2029015" y="439769"/>
                  </a:lnTo>
                  <a:lnTo>
                    <a:pt x="2030825" y="440627"/>
                  </a:lnTo>
                  <a:lnTo>
                    <a:pt x="2031016" y="440817"/>
                  </a:lnTo>
                  <a:lnTo>
                    <a:pt x="2031111" y="441008"/>
                  </a:lnTo>
                  <a:lnTo>
                    <a:pt x="2032254" y="441008"/>
                  </a:lnTo>
                  <a:lnTo>
                    <a:pt x="2033302" y="439769"/>
                  </a:lnTo>
                  <a:lnTo>
                    <a:pt x="2033302" y="438626"/>
                  </a:lnTo>
                  <a:lnTo>
                    <a:pt x="2032540" y="438245"/>
                  </a:lnTo>
                  <a:lnTo>
                    <a:pt x="2032159" y="438055"/>
                  </a:lnTo>
                  <a:lnTo>
                    <a:pt x="2031492" y="437674"/>
                  </a:lnTo>
                  <a:lnTo>
                    <a:pt x="2030921" y="437293"/>
                  </a:lnTo>
                  <a:lnTo>
                    <a:pt x="2030539" y="437293"/>
                  </a:lnTo>
                  <a:lnTo>
                    <a:pt x="2030539" y="437674"/>
                  </a:lnTo>
                  <a:lnTo>
                    <a:pt x="2029778" y="437197"/>
                  </a:lnTo>
                  <a:lnTo>
                    <a:pt x="2028063" y="436340"/>
                  </a:lnTo>
                  <a:lnTo>
                    <a:pt x="2027206" y="436721"/>
                  </a:lnTo>
                  <a:lnTo>
                    <a:pt x="2027587" y="437483"/>
                  </a:lnTo>
                  <a:lnTo>
                    <a:pt x="2028158" y="438245"/>
                  </a:lnTo>
                  <a:close/>
                  <a:moveTo>
                    <a:pt x="2297621" y="741807"/>
                  </a:moveTo>
                  <a:lnTo>
                    <a:pt x="2298954" y="739426"/>
                  </a:lnTo>
                  <a:lnTo>
                    <a:pt x="2299716" y="738378"/>
                  </a:lnTo>
                  <a:lnTo>
                    <a:pt x="2300668" y="737806"/>
                  </a:lnTo>
                  <a:lnTo>
                    <a:pt x="2301812" y="737616"/>
                  </a:lnTo>
                  <a:lnTo>
                    <a:pt x="2304193" y="737521"/>
                  </a:lnTo>
                  <a:lnTo>
                    <a:pt x="2305526" y="737045"/>
                  </a:lnTo>
                  <a:lnTo>
                    <a:pt x="2306383" y="736378"/>
                  </a:lnTo>
                  <a:lnTo>
                    <a:pt x="2308003" y="734473"/>
                  </a:lnTo>
                  <a:lnTo>
                    <a:pt x="2308955" y="733806"/>
                  </a:lnTo>
                  <a:lnTo>
                    <a:pt x="2310098" y="733520"/>
                  </a:lnTo>
                  <a:lnTo>
                    <a:pt x="2312575" y="733520"/>
                  </a:lnTo>
                  <a:lnTo>
                    <a:pt x="2312003" y="731711"/>
                  </a:lnTo>
                  <a:lnTo>
                    <a:pt x="2311717" y="729901"/>
                  </a:lnTo>
                  <a:lnTo>
                    <a:pt x="2311622" y="725996"/>
                  </a:lnTo>
                  <a:lnTo>
                    <a:pt x="2312003" y="724186"/>
                  </a:lnTo>
                  <a:lnTo>
                    <a:pt x="2313051" y="723138"/>
                  </a:lnTo>
                  <a:lnTo>
                    <a:pt x="2316004" y="721614"/>
                  </a:lnTo>
                  <a:lnTo>
                    <a:pt x="2316575" y="721138"/>
                  </a:lnTo>
                  <a:lnTo>
                    <a:pt x="2316861" y="720566"/>
                  </a:lnTo>
                  <a:lnTo>
                    <a:pt x="2317147" y="715709"/>
                  </a:lnTo>
                  <a:lnTo>
                    <a:pt x="2317433" y="714756"/>
                  </a:lnTo>
                  <a:lnTo>
                    <a:pt x="2318861" y="712184"/>
                  </a:lnTo>
                  <a:lnTo>
                    <a:pt x="2319623" y="709898"/>
                  </a:lnTo>
                  <a:lnTo>
                    <a:pt x="2320100" y="708946"/>
                  </a:lnTo>
                  <a:lnTo>
                    <a:pt x="2320766" y="708088"/>
                  </a:lnTo>
                  <a:lnTo>
                    <a:pt x="2321719" y="707136"/>
                  </a:lnTo>
                  <a:lnTo>
                    <a:pt x="2320195" y="706374"/>
                  </a:lnTo>
                  <a:lnTo>
                    <a:pt x="2316385" y="705898"/>
                  </a:lnTo>
                  <a:lnTo>
                    <a:pt x="2314575" y="705326"/>
                  </a:lnTo>
                  <a:lnTo>
                    <a:pt x="2313718" y="704755"/>
                  </a:lnTo>
                  <a:lnTo>
                    <a:pt x="2312956" y="704088"/>
                  </a:lnTo>
                  <a:lnTo>
                    <a:pt x="2312289" y="703326"/>
                  </a:lnTo>
                  <a:lnTo>
                    <a:pt x="2309813" y="699611"/>
                  </a:lnTo>
                  <a:lnTo>
                    <a:pt x="2309527" y="698849"/>
                  </a:lnTo>
                  <a:lnTo>
                    <a:pt x="2307526" y="696373"/>
                  </a:lnTo>
                  <a:lnTo>
                    <a:pt x="2302955" y="695611"/>
                  </a:lnTo>
                  <a:lnTo>
                    <a:pt x="2297906" y="695897"/>
                  </a:lnTo>
                  <a:lnTo>
                    <a:pt x="2294477" y="696563"/>
                  </a:lnTo>
                  <a:lnTo>
                    <a:pt x="2293049" y="697039"/>
                  </a:lnTo>
                  <a:lnTo>
                    <a:pt x="2286000" y="697992"/>
                  </a:lnTo>
                  <a:lnTo>
                    <a:pt x="2278094" y="700754"/>
                  </a:lnTo>
                  <a:lnTo>
                    <a:pt x="2269903" y="706184"/>
                  </a:lnTo>
                  <a:lnTo>
                    <a:pt x="2266664" y="708851"/>
                  </a:lnTo>
                  <a:lnTo>
                    <a:pt x="2265521" y="710279"/>
                  </a:lnTo>
                  <a:lnTo>
                    <a:pt x="2264378" y="712470"/>
                  </a:lnTo>
                  <a:lnTo>
                    <a:pt x="2263902" y="713708"/>
                  </a:lnTo>
                  <a:lnTo>
                    <a:pt x="2263712" y="714756"/>
                  </a:lnTo>
                  <a:lnTo>
                    <a:pt x="2263331" y="715613"/>
                  </a:lnTo>
                  <a:lnTo>
                    <a:pt x="2260854" y="717804"/>
                  </a:lnTo>
                  <a:lnTo>
                    <a:pt x="2259616" y="719614"/>
                  </a:lnTo>
                  <a:lnTo>
                    <a:pt x="2255901" y="727424"/>
                  </a:lnTo>
                  <a:lnTo>
                    <a:pt x="2255615" y="727901"/>
                  </a:lnTo>
                  <a:lnTo>
                    <a:pt x="2255139" y="728472"/>
                  </a:lnTo>
                  <a:lnTo>
                    <a:pt x="2254663" y="731520"/>
                  </a:lnTo>
                  <a:lnTo>
                    <a:pt x="2254091" y="732092"/>
                  </a:lnTo>
                  <a:lnTo>
                    <a:pt x="2252472" y="733235"/>
                  </a:lnTo>
                  <a:lnTo>
                    <a:pt x="2252091" y="733901"/>
                  </a:lnTo>
                  <a:lnTo>
                    <a:pt x="2251900" y="734663"/>
                  </a:lnTo>
                  <a:lnTo>
                    <a:pt x="2250662" y="736949"/>
                  </a:lnTo>
                  <a:lnTo>
                    <a:pt x="2245995" y="749903"/>
                  </a:lnTo>
                  <a:lnTo>
                    <a:pt x="2246090" y="751808"/>
                  </a:lnTo>
                  <a:lnTo>
                    <a:pt x="2248186" y="751808"/>
                  </a:lnTo>
                  <a:lnTo>
                    <a:pt x="2252567" y="750094"/>
                  </a:lnTo>
                  <a:lnTo>
                    <a:pt x="2254758" y="749522"/>
                  </a:lnTo>
                  <a:lnTo>
                    <a:pt x="2257234" y="749237"/>
                  </a:lnTo>
                  <a:lnTo>
                    <a:pt x="2266950" y="749427"/>
                  </a:lnTo>
                  <a:lnTo>
                    <a:pt x="2274570" y="749618"/>
                  </a:lnTo>
                  <a:lnTo>
                    <a:pt x="2276951" y="749999"/>
                  </a:lnTo>
                  <a:lnTo>
                    <a:pt x="2280666" y="751427"/>
                  </a:lnTo>
                  <a:lnTo>
                    <a:pt x="2282857" y="751427"/>
                  </a:lnTo>
                  <a:lnTo>
                    <a:pt x="2284952" y="750951"/>
                  </a:lnTo>
                  <a:lnTo>
                    <a:pt x="2286857" y="750284"/>
                  </a:lnTo>
                  <a:lnTo>
                    <a:pt x="2288572" y="749332"/>
                  </a:lnTo>
                  <a:lnTo>
                    <a:pt x="2290000" y="748189"/>
                  </a:lnTo>
                  <a:lnTo>
                    <a:pt x="2291906" y="745998"/>
                  </a:lnTo>
                  <a:lnTo>
                    <a:pt x="2292382" y="745617"/>
                  </a:lnTo>
                  <a:lnTo>
                    <a:pt x="2293334" y="745236"/>
                  </a:lnTo>
                  <a:lnTo>
                    <a:pt x="2296858" y="742760"/>
                  </a:lnTo>
                  <a:lnTo>
                    <a:pt x="2297621" y="741807"/>
                  </a:lnTo>
                  <a:close/>
                  <a:moveTo>
                    <a:pt x="2312194" y="747331"/>
                  </a:moveTo>
                  <a:lnTo>
                    <a:pt x="2310098" y="745236"/>
                  </a:lnTo>
                  <a:lnTo>
                    <a:pt x="2309241" y="744188"/>
                  </a:lnTo>
                  <a:lnTo>
                    <a:pt x="2308860" y="742855"/>
                  </a:lnTo>
                  <a:lnTo>
                    <a:pt x="2308860" y="741140"/>
                  </a:lnTo>
                  <a:lnTo>
                    <a:pt x="2308670" y="739330"/>
                  </a:lnTo>
                  <a:lnTo>
                    <a:pt x="2307908" y="738092"/>
                  </a:lnTo>
                  <a:lnTo>
                    <a:pt x="2306288" y="737902"/>
                  </a:lnTo>
                  <a:lnTo>
                    <a:pt x="2303336" y="738854"/>
                  </a:lnTo>
                  <a:lnTo>
                    <a:pt x="2301240" y="739140"/>
                  </a:lnTo>
                  <a:lnTo>
                    <a:pt x="2300478" y="739521"/>
                  </a:lnTo>
                  <a:lnTo>
                    <a:pt x="2300097" y="740283"/>
                  </a:lnTo>
                  <a:lnTo>
                    <a:pt x="2300002" y="741426"/>
                  </a:lnTo>
                  <a:lnTo>
                    <a:pt x="2299621" y="742379"/>
                  </a:lnTo>
                  <a:lnTo>
                    <a:pt x="2298764" y="743236"/>
                  </a:lnTo>
                  <a:lnTo>
                    <a:pt x="2294763" y="745903"/>
                  </a:lnTo>
                  <a:lnTo>
                    <a:pt x="2294096" y="746665"/>
                  </a:lnTo>
                  <a:lnTo>
                    <a:pt x="2293906" y="747998"/>
                  </a:lnTo>
                  <a:lnTo>
                    <a:pt x="2294477" y="749046"/>
                  </a:lnTo>
                  <a:lnTo>
                    <a:pt x="2295716" y="749427"/>
                  </a:lnTo>
                  <a:lnTo>
                    <a:pt x="2298192" y="749332"/>
                  </a:lnTo>
                  <a:lnTo>
                    <a:pt x="2299430" y="749618"/>
                  </a:lnTo>
                  <a:lnTo>
                    <a:pt x="2301812" y="750570"/>
                  </a:lnTo>
                  <a:lnTo>
                    <a:pt x="2312003" y="751142"/>
                  </a:lnTo>
                  <a:lnTo>
                    <a:pt x="2312861" y="750665"/>
                  </a:lnTo>
                  <a:lnTo>
                    <a:pt x="2312956" y="749522"/>
                  </a:lnTo>
                  <a:lnTo>
                    <a:pt x="2312575" y="748284"/>
                  </a:lnTo>
                  <a:lnTo>
                    <a:pt x="2312194" y="747331"/>
                  </a:lnTo>
                  <a:close/>
                  <a:moveTo>
                    <a:pt x="2421731" y="752475"/>
                  </a:moveTo>
                  <a:lnTo>
                    <a:pt x="2421731" y="738473"/>
                  </a:lnTo>
                  <a:lnTo>
                    <a:pt x="2421731" y="729615"/>
                  </a:lnTo>
                  <a:lnTo>
                    <a:pt x="2421731" y="691610"/>
                  </a:lnTo>
                  <a:lnTo>
                    <a:pt x="2421731" y="684943"/>
                  </a:lnTo>
                  <a:lnTo>
                    <a:pt x="2421731" y="676942"/>
                  </a:lnTo>
                  <a:lnTo>
                    <a:pt x="2421731" y="671227"/>
                  </a:lnTo>
                  <a:lnTo>
                    <a:pt x="2420969" y="671322"/>
                  </a:lnTo>
                  <a:lnTo>
                    <a:pt x="2420017" y="670751"/>
                  </a:lnTo>
                  <a:lnTo>
                    <a:pt x="2419826" y="669036"/>
                  </a:lnTo>
                  <a:lnTo>
                    <a:pt x="2418588" y="669417"/>
                  </a:lnTo>
                  <a:lnTo>
                    <a:pt x="2418207" y="668750"/>
                  </a:lnTo>
                  <a:lnTo>
                    <a:pt x="2418112" y="667607"/>
                  </a:lnTo>
                  <a:lnTo>
                    <a:pt x="2417826" y="666750"/>
                  </a:lnTo>
                  <a:lnTo>
                    <a:pt x="2416778" y="665988"/>
                  </a:lnTo>
                  <a:lnTo>
                    <a:pt x="2416302" y="665512"/>
                  </a:lnTo>
                  <a:lnTo>
                    <a:pt x="2416111" y="664940"/>
                  </a:lnTo>
                  <a:lnTo>
                    <a:pt x="2416207" y="664655"/>
                  </a:lnTo>
                  <a:lnTo>
                    <a:pt x="2416683" y="663988"/>
                  </a:lnTo>
                  <a:lnTo>
                    <a:pt x="2416778" y="663607"/>
                  </a:lnTo>
                  <a:lnTo>
                    <a:pt x="2416493" y="663035"/>
                  </a:lnTo>
                  <a:lnTo>
                    <a:pt x="2415350" y="662083"/>
                  </a:lnTo>
                  <a:lnTo>
                    <a:pt x="2414968" y="661511"/>
                  </a:lnTo>
                  <a:lnTo>
                    <a:pt x="2414873" y="660940"/>
                  </a:lnTo>
                  <a:lnTo>
                    <a:pt x="2414968" y="660463"/>
                  </a:lnTo>
                  <a:lnTo>
                    <a:pt x="2415254" y="659892"/>
                  </a:lnTo>
                  <a:lnTo>
                    <a:pt x="2415731" y="658178"/>
                  </a:lnTo>
                  <a:lnTo>
                    <a:pt x="2415731" y="657225"/>
                  </a:lnTo>
                  <a:lnTo>
                    <a:pt x="2414968" y="656844"/>
                  </a:lnTo>
                  <a:lnTo>
                    <a:pt x="2415445" y="656082"/>
                  </a:lnTo>
                  <a:lnTo>
                    <a:pt x="2416207" y="655796"/>
                  </a:lnTo>
                  <a:lnTo>
                    <a:pt x="2417064" y="655606"/>
                  </a:lnTo>
                  <a:lnTo>
                    <a:pt x="2417826" y="655034"/>
                  </a:lnTo>
                  <a:lnTo>
                    <a:pt x="2417731" y="654653"/>
                  </a:lnTo>
                  <a:lnTo>
                    <a:pt x="2417350" y="654177"/>
                  </a:lnTo>
                  <a:lnTo>
                    <a:pt x="2417160" y="653796"/>
                  </a:lnTo>
                  <a:lnTo>
                    <a:pt x="2417636" y="653605"/>
                  </a:lnTo>
                  <a:lnTo>
                    <a:pt x="2418112" y="653605"/>
                  </a:lnTo>
                  <a:lnTo>
                    <a:pt x="2418397" y="653415"/>
                  </a:lnTo>
                  <a:lnTo>
                    <a:pt x="2418493" y="653129"/>
                  </a:lnTo>
                  <a:lnTo>
                    <a:pt x="2418588" y="651796"/>
                  </a:lnTo>
                  <a:lnTo>
                    <a:pt x="2418683" y="651224"/>
                  </a:lnTo>
                  <a:lnTo>
                    <a:pt x="2419064" y="650843"/>
                  </a:lnTo>
                  <a:lnTo>
                    <a:pt x="2419826" y="650748"/>
                  </a:lnTo>
                  <a:lnTo>
                    <a:pt x="2420207" y="650272"/>
                  </a:lnTo>
                  <a:lnTo>
                    <a:pt x="2420398" y="649319"/>
                  </a:lnTo>
                  <a:lnTo>
                    <a:pt x="2420207" y="648557"/>
                  </a:lnTo>
                  <a:lnTo>
                    <a:pt x="2419350" y="648557"/>
                  </a:lnTo>
                  <a:lnTo>
                    <a:pt x="2419350" y="647891"/>
                  </a:lnTo>
                  <a:lnTo>
                    <a:pt x="2419159" y="647414"/>
                  </a:lnTo>
                  <a:lnTo>
                    <a:pt x="2418779" y="647129"/>
                  </a:lnTo>
                  <a:lnTo>
                    <a:pt x="2418207" y="647033"/>
                  </a:lnTo>
                  <a:lnTo>
                    <a:pt x="2418683" y="646747"/>
                  </a:lnTo>
                  <a:lnTo>
                    <a:pt x="2419159" y="646652"/>
                  </a:lnTo>
                  <a:lnTo>
                    <a:pt x="2419731" y="646652"/>
                  </a:lnTo>
                  <a:lnTo>
                    <a:pt x="2420302" y="646652"/>
                  </a:lnTo>
                  <a:lnTo>
                    <a:pt x="2420207" y="645986"/>
                  </a:lnTo>
                  <a:lnTo>
                    <a:pt x="2420493" y="645605"/>
                  </a:lnTo>
                  <a:lnTo>
                    <a:pt x="2420874" y="645224"/>
                  </a:lnTo>
                  <a:lnTo>
                    <a:pt x="2421065" y="644652"/>
                  </a:lnTo>
                  <a:lnTo>
                    <a:pt x="2420969" y="644366"/>
                  </a:lnTo>
                  <a:lnTo>
                    <a:pt x="2420493" y="643890"/>
                  </a:lnTo>
                  <a:lnTo>
                    <a:pt x="2420398" y="643604"/>
                  </a:lnTo>
                  <a:lnTo>
                    <a:pt x="2420398" y="643414"/>
                  </a:lnTo>
                  <a:lnTo>
                    <a:pt x="2420684" y="643319"/>
                  </a:lnTo>
                  <a:lnTo>
                    <a:pt x="2420969" y="642271"/>
                  </a:lnTo>
                  <a:lnTo>
                    <a:pt x="2421445" y="641699"/>
                  </a:lnTo>
                  <a:lnTo>
                    <a:pt x="2421636" y="641604"/>
                  </a:lnTo>
                  <a:lnTo>
                    <a:pt x="2421636" y="571310"/>
                  </a:lnTo>
                  <a:lnTo>
                    <a:pt x="2421636" y="570738"/>
                  </a:lnTo>
                  <a:lnTo>
                    <a:pt x="2421636" y="559499"/>
                  </a:lnTo>
                  <a:lnTo>
                    <a:pt x="2421636" y="550164"/>
                  </a:lnTo>
                  <a:lnTo>
                    <a:pt x="2421636" y="527971"/>
                  </a:lnTo>
                  <a:lnTo>
                    <a:pt x="2421636" y="519017"/>
                  </a:lnTo>
                  <a:lnTo>
                    <a:pt x="2421636" y="508445"/>
                  </a:lnTo>
                  <a:lnTo>
                    <a:pt x="2421636" y="497014"/>
                  </a:lnTo>
                  <a:lnTo>
                    <a:pt x="2421636" y="479679"/>
                  </a:lnTo>
                  <a:lnTo>
                    <a:pt x="2421636" y="466630"/>
                  </a:lnTo>
                  <a:lnTo>
                    <a:pt x="2421636" y="456438"/>
                  </a:lnTo>
                  <a:lnTo>
                    <a:pt x="2421636" y="447199"/>
                  </a:lnTo>
                  <a:lnTo>
                    <a:pt x="2421636" y="445580"/>
                  </a:lnTo>
                  <a:lnTo>
                    <a:pt x="2421636" y="445580"/>
                  </a:lnTo>
                  <a:lnTo>
                    <a:pt x="2421636" y="445580"/>
                  </a:lnTo>
                  <a:lnTo>
                    <a:pt x="2421160" y="445580"/>
                  </a:lnTo>
                  <a:lnTo>
                    <a:pt x="2418874" y="445961"/>
                  </a:lnTo>
                  <a:lnTo>
                    <a:pt x="2414016" y="445961"/>
                  </a:lnTo>
                  <a:lnTo>
                    <a:pt x="2413445" y="446151"/>
                  </a:lnTo>
                  <a:lnTo>
                    <a:pt x="2412302" y="446627"/>
                  </a:lnTo>
                  <a:lnTo>
                    <a:pt x="2411730" y="446722"/>
                  </a:lnTo>
                  <a:lnTo>
                    <a:pt x="2411254" y="446532"/>
                  </a:lnTo>
                  <a:lnTo>
                    <a:pt x="2410301" y="445770"/>
                  </a:lnTo>
                  <a:lnTo>
                    <a:pt x="2410016" y="445580"/>
                  </a:lnTo>
                  <a:lnTo>
                    <a:pt x="2409539" y="445865"/>
                  </a:lnTo>
                  <a:lnTo>
                    <a:pt x="2409444" y="446437"/>
                  </a:lnTo>
                  <a:lnTo>
                    <a:pt x="2409444" y="447008"/>
                  </a:lnTo>
                  <a:lnTo>
                    <a:pt x="2409158" y="447389"/>
                  </a:lnTo>
                  <a:lnTo>
                    <a:pt x="2408587" y="447389"/>
                  </a:lnTo>
                  <a:lnTo>
                    <a:pt x="2408015" y="447008"/>
                  </a:lnTo>
                  <a:lnTo>
                    <a:pt x="2407539" y="446532"/>
                  </a:lnTo>
                  <a:lnTo>
                    <a:pt x="2407253" y="446056"/>
                  </a:lnTo>
                  <a:lnTo>
                    <a:pt x="2409254" y="443770"/>
                  </a:lnTo>
                  <a:lnTo>
                    <a:pt x="2409539" y="443008"/>
                  </a:lnTo>
                  <a:lnTo>
                    <a:pt x="2409825" y="441293"/>
                  </a:lnTo>
                  <a:lnTo>
                    <a:pt x="2409730" y="440341"/>
                  </a:lnTo>
                  <a:lnTo>
                    <a:pt x="2408968" y="439960"/>
                  </a:lnTo>
                  <a:lnTo>
                    <a:pt x="2402491" y="437197"/>
                  </a:lnTo>
                  <a:lnTo>
                    <a:pt x="2396871" y="437007"/>
                  </a:lnTo>
                  <a:lnTo>
                    <a:pt x="2395918" y="436817"/>
                  </a:lnTo>
                  <a:lnTo>
                    <a:pt x="2390966" y="435007"/>
                  </a:lnTo>
                  <a:lnTo>
                    <a:pt x="2390394" y="434912"/>
                  </a:lnTo>
                  <a:lnTo>
                    <a:pt x="2389728" y="435388"/>
                  </a:lnTo>
                  <a:lnTo>
                    <a:pt x="2390013" y="435769"/>
                  </a:lnTo>
                  <a:lnTo>
                    <a:pt x="2390584" y="436150"/>
                  </a:lnTo>
                  <a:lnTo>
                    <a:pt x="2390870" y="436626"/>
                  </a:lnTo>
                  <a:lnTo>
                    <a:pt x="2390584" y="437197"/>
                  </a:lnTo>
                  <a:lnTo>
                    <a:pt x="2390108" y="437579"/>
                  </a:lnTo>
                  <a:lnTo>
                    <a:pt x="2389537" y="437674"/>
                  </a:lnTo>
                  <a:lnTo>
                    <a:pt x="2388965" y="437293"/>
                  </a:lnTo>
                  <a:lnTo>
                    <a:pt x="2388013" y="437960"/>
                  </a:lnTo>
                  <a:lnTo>
                    <a:pt x="2386870" y="437483"/>
                  </a:lnTo>
                  <a:lnTo>
                    <a:pt x="2385632" y="436626"/>
                  </a:lnTo>
                  <a:lnTo>
                    <a:pt x="2382298" y="435293"/>
                  </a:lnTo>
                  <a:lnTo>
                    <a:pt x="2381536" y="435102"/>
                  </a:lnTo>
                  <a:lnTo>
                    <a:pt x="2379536" y="432245"/>
                  </a:lnTo>
                  <a:lnTo>
                    <a:pt x="2379345" y="431863"/>
                  </a:lnTo>
                  <a:lnTo>
                    <a:pt x="2379345" y="431483"/>
                  </a:lnTo>
                  <a:lnTo>
                    <a:pt x="2379250" y="431102"/>
                  </a:lnTo>
                  <a:lnTo>
                    <a:pt x="2378869" y="430911"/>
                  </a:lnTo>
                  <a:lnTo>
                    <a:pt x="2378583" y="431006"/>
                  </a:lnTo>
                  <a:lnTo>
                    <a:pt x="2378488" y="431768"/>
                  </a:lnTo>
                  <a:lnTo>
                    <a:pt x="2378202" y="431959"/>
                  </a:lnTo>
                  <a:lnTo>
                    <a:pt x="2376964" y="431197"/>
                  </a:lnTo>
                  <a:lnTo>
                    <a:pt x="2376107" y="430816"/>
                  </a:lnTo>
                  <a:lnTo>
                    <a:pt x="2375725" y="431006"/>
                  </a:lnTo>
                  <a:lnTo>
                    <a:pt x="2375154" y="432054"/>
                  </a:lnTo>
                  <a:lnTo>
                    <a:pt x="2373726" y="432626"/>
                  </a:lnTo>
                  <a:lnTo>
                    <a:pt x="2363438" y="433578"/>
                  </a:lnTo>
                  <a:lnTo>
                    <a:pt x="2361153" y="433292"/>
                  </a:lnTo>
                  <a:lnTo>
                    <a:pt x="2358961" y="432626"/>
                  </a:lnTo>
                  <a:lnTo>
                    <a:pt x="2353532" y="429387"/>
                  </a:lnTo>
                  <a:lnTo>
                    <a:pt x="2344960" y="426149"/>
                  </a:lnTo>
                  <a:lnTo>
                    <a:pt x="2342483" y="424244"/>
                  </a:lnTo>
                  <a:lnTo>
                    <a:pt x="2341816" y="423958"/>
                  </a:lnTo>
                  <a:lnTo>
                    <a:pt x="2341054" y="423767"/>
                  </a:lnTo>
                  <a:lnTo>
                    <a:pt x="2338102" y="422148"/>
                  </a:lnTo>
                  <a:lnTo>
                    <a:pt x="2332768" y="420338"/>
                  </a:lnTo>
                  <a:lnTo>
                    <a:pt x="2323433" y="414623"/>
                  </a:lnTo>
                  <a:lnTo>
                    <a:pt x="2315147" y="411861"/>
                  </a:lnTo>
                  <a:lnTo>
                    <a:pt x="2314004" y="411766"/>
                  </a:lnTo>
                  <a:lnTo>
                    <a:pt x="2310574" y="411671"/>
                  </a:lnTo>
                  <a:lnTo>
                    <a:pt x="2309527" y="411385"/>
                  </a:lnTo>
                  <a:lnTo>
                    <a:pt x="2307431" y="409861"/>
                  </a:lnTo>
                  <a:lnTo>
                    <a:pt x="2303812" y="405860"/>
                  </a:lnTo>
                  <a:lnTo>
                    <a:pt x="2300097" y="403003"/>
                  </a:lnTo>
                  <a:lnTo>
                    <a:pt x="2297716" y="402431"/>
                  </a:lnTo>
                  <a:lnTo>
                    <a:pt x="2296573" y="401955"/>
                  </a:lnTo>
                  <a:lnTo>
                    <a:pt x="2292858" y="401384"/>
                  </a:lnTo>
                  <a:lnTo>
                    <a:pt x="2283809" y="398812"/>
                  </a:lnTo>
                  <a:lnTo>
                    <a:pt x="2277047" y="395669"/>
                  </a:lnTo>
                  <a:lnTo>
                    <a:pt x="2271236" y="393954"/>
                  </a:lnTo>
                  <a:lnTo>
                    <a:pt x="2268950" y="393573"/>
                  </a:lnTo>
                  <a:lnTo>
                    <a:pt x="2267998" y="393002"/>
                  </a:lnTo>
                  <a:lnTo>
                    <a:pt x="2265521" y="390525"/>
                  </a:lnTo>
                  <a:lnTo>
                    <a:pt x="2265045" y="390335"/>
                  </a:lnTo>
                  <a:lnTo>
                    <a:pt x="2264378" y="390239"/>
                  </a:lnTo>
                  <a:lnTo>
                    <a:pt x="2264092" y="390049"/>
                  </a:lnTo>
                  <a:lnTo>
                    <a:pt x="2263140" y="389001"/>
                  </a:lnTo>
                  <a:lnTo>
                    <a:pt x="2262664" y="388811"/>
                  </a:lnTo>
                  <a:lnTo>
                    <a:pt x="2261425" y="387382"/>
                  </a:lnTo>
                  <a:lnTo>
                    <a:pt x="2261045" y="387001"/>
                  </a:lnTo>
                  <a:lnTo>
                    <a:pt x="2258854" y="386239"/>
                  </a:lnTo>
                  <a:lnTo>
                    <a:pt x="2256568" y="386239"/>
                  </a:lnTo>
                  <a:lnTo>
                    <a:pt x="2254187" y="386905"/>
                  </a:lnTo>
                  <a:lnTo>
                    <a:pt x="2240375" y="392906"/>
                  </a:lnTo>
                  <a:lnTo>
                    <a:pt x="2239518" y="393097"/>
                  </a:lnTo>
                  <a:lnTo>
                    <a:pt x="2239232" y="393287"/>
                  </a:lnTo>
                  <a:lnTo>
                    <a:pt x="2238566" y="394145"/>
                  </a:lnTo>
                  <a:lnTo>
                    <a:pt x="2238184" y="394526"/>
                  </a:lnTo>
                  <a:lnTo>
                    <a:pt x="2237899" y="394716"/>
                  </a:lnTo>
                  <a:lnTo>
                    <a:pt x="2236756" y="395192"/>
                  </a:lnTo>
                  <a:lnTo>
                    <a:pt x="2230660" y="398812"/>
                  </a:lnTo>
                  <a:lnTo>
                    <a:pt x="2219801" y="402812"/>
                  </a:lnTo>
                  <a:lnTo>
                    <a:pt x="2218754" y="403384"/>
                  </a:lnTo>
                  <a:lnTo>
                    <a:pt x="2218373" y="404051"/>
                  </a:lnTo>
                  <a:lnTo>
                    <a:pt x="2218373" y="406432"/>
                  </a:lnTo>
                  <a:lnTo>
                    <a:pt x="2218182" y="407480"/>
                  </a:lnTo>
                  <a:lnTo>
                    <a:pt x="2217611" y="408146"/>
                  </a:lnTo>
                  <a:lnTo>
                    <a:pt x="2220563" y="410242"/>
                  </a:lnTo>
                  <a:lnTo>
                    <a:pt x="2221135" y="410528"/>
                  </a:lnTo>
                  <a:lnTo>
                    <a:pt x="2222564" y="411004"/>
                  </a:lnTo>
                  <a:lnTo>
                    <a:pt x="2223135" y="411289"/>
                  </a:lnTo>
                  <a:lnTo>
                    <a:pt x="2223421" y="412052"/>
                  </a:lnTo>
                  <a:lnTo>
                    <a:pt x="2223421" y="412909"/>
                  </a:lnTo>
                  <a:lnTo>
                    <a:pt x="2223135" y="413576"/>
                  </a:lnTo>
                  <a:lnTo>
                    <a:pt x="2222564" y="413861"/>
                  </a:lnTo>
                  <a:lnTo>
                    <a:pt x="2222373" y="414242"/>
                  </a:lnTo>
                  <a:lnTo>
                    <a:pt x="2222945" y="415004"/>
                  </a:lnTo>
                  <a:lnTo>
                    <a:pt x="2224183" y="416052"/>
                  </a:lnTo>
                  <a:lnTo>
                    <a:pt x="2224659" y="417195"/>
                  </a:lnTo>
                  <a:lnTo>
                    <a:pt x="2224278" y="417862"/>
                  </a:lnTo>
                  <a:lnTo>
                    <a:pt x="2222564" y="419100"/>
                  </a:lnTo>
                  <a:lnTo>
                    <a:pt x="2221706" y="419576"/>
                  </a:lnTo>
                  <a:lnTo>
                    <a:pt x="2220468" y="419862"/>
                  </a:lnTo>
                  <a:lnTo>
                    <a:pt x="2213610" y="420243"/>
                  </a:lnTo>
                  <a:lnTo>
                    <a:pt x="2211324" y="420624"/>
                  </a:lnTo>
                  <a:lnTo>
                    <a:pt x="2209705" y="421481"/>
                  </a:lnTo>
                  <a:lnTo>
                    <a:pt x="2209419" y="421958"/>
                  </a:lnTo>
                  <a:lnTo>
                    <a:pt x="2209229" y="422529"/>
                  </a:lnTo>
                  <a:lnTo>
                    <a:pt x="2208943" y="423005"/>
                  </a:lnTo>
                  <a:lnTo>
                    <a:pt x="2208371" y="423196"/>
                  </a:lnTo>
                  <a:lnTo>
                    <a:pt x="2205228" y="423863"/>
                  </a:lnTo>
                  <a:lnTo>
                    <a:pt x="2202466" y="425768"/>
                  </a:lnTo>
                  <a:lnTo>
                    <a:pt x="2201990" y="425863"/>
                  </a:lnTo>
                  <a:lnTo>
                    <a:pt x="2200466" y="426149"/>
                  </a:lnTo>
                  <a:lnTo>
                    <a:pt x="2200180" y="426339"/>
                  </a:lnTo>
                  <a:lnTo>
                    <a:pt x="2199894" y="426720"/>
                  </a:lnTo>
                  <a:lnTo>
                    <a:pt x="2199513" y="427101"/>
                  </a:lnTo>
                  <a:lnTo>
                    <a:pt x="2199037" y="427292"/>
                  </a:lnTo>
                  <a:lnTo>
                    <a:pt x="2198370" y="427196"/>
                  </a:lnTo>
                  <a:lnTo>
                    <a:pt x="2197322" y="426625"/>
                  </a:lnTo>
                  <a:lnTo>
                    <a:pt x="2196656" y="426530"/>
                  </a:lnTo>
                  <a:lnTo>
                    <a:pt x="2195608" y="427672"/>
                  </a:lnTo>
                  <a:lnTo>
                    <a:pt x="2193608" y="427006"/>
                  </a:lnTo>
                  <a:lnTo>
                    <a:pt x="2192846" y="426911"/>
                  </a:lnTo>
                  <a:lnTo>
                    <a:pt x="2192465" y="427006"/>
                  </a:lnTo>
                  <a:lnTo>
                    <a:pt x="2191798" y="427292"/>
                  </a:lnTo>
                  <a:lnTo>
                    <a:pt x="2191417" y="427387"/>
                  </a:lnTo>
                  <a:lnTo>
                    <a:pt x="2191226" y="427292"/>
                  </a:lnTo>
                  <a:lnTo>
                    <a:pt x="2190845" y="426625"/>
                  </a:lnTo>
                  <a:lnTo>
                    <a:pt x="2189416" y="426434"/>
                  </a:lnTo>
                  <a:lnTo>
                    <a:pt x="2188083" y="426339"/>
                  </a:lnTo>
                  <a:lnTo>
                    <a:pt x="2187512" y="426053"/>
                  </a:lnTo>
                  <a:lnTo>
                    <a:pt x="2187512" y="425387"/>
                  </a:lnTo>
                  <a:lnTo>
                    <a:pt x="2187702" y="424625"/>
                  </a:lnTo>
                  <a:lnTo>
                    <a:pt x="2187512" y="424148"/>
                  </a:lnTo>
                  <a:lnTo>
                    <a:pt x="2186940" y="424244"/>
                  </a:lnTo>
                  <a:lnTo>
                    <a:pt x="2185416" y="425101"/>
                  </a:lnTo>
                  <a:lnTo>
                    <a:pt x="2184845" y="425291"/>
                  </a:lnTo>
                  <a:lnTo>
                    <a:pt x="2182178" y="425291"/>
                  </a:lnTo>
                  <a:lnTo>
                    <a:pt x="2180749" y="425768"/>
                  </a:lnTo>
                  <a:lnTo>
                    <a:pt x="2179511" y="426530"/>
                  </a:lnTo>
                  <a:lnTo>
                    <a:pt x="2178558" y="427482"/>
                  </a:lnTo>
                  <a:lnTo>
                    <a:pt x="2177796" y="428530"/>
                  </a:lnTo>
                  <a:lnTo>
                    <a:pt x="2177510" y="429101"/>
                  </a:lnTo>
                  <a:lnTo>
                    <a:pt x="2177415" y="429387"/>
                  </a:lnTo>
                  <a:lnTo>
                    <a:pt x="2177510" y="431006"/>
                  </a:lnTo>
                  <a:lnTo>
                    <a:pt x="2177796" y="432149"/>
                  </a:lnTo>
                  <a:lnTo>
                    <a:pt x="2177796" y="432721"/>
                  </a:lnTo>
                  <a:lnTo>
                    <a:pt x="2177606" y="433578"/>
                  </a:lnTo>
                  <a:lnTo>
                    <a:pt x="2177129" y="434435"/>
                  </a:lnTo>
                  <a:lnTo>
                    <a:pt x="2175415" y="436340"/>
                  </a:lnTo>
                  <a:lnTo>
                    <a:pt x="2174939" y="437007"/>
                  </a:lnTo>
                  <a:lnTo>
                    <a:pt x="2174653" y="437864"/>
                  </a:lnTo>
                  <a:lnTo>
                    <a:pt x="2174272" y="441484"/>
                  </a:lnTo>
                  <a:lnTo>
                    <a:pt x="2173891" y="442531"/>
                  </a:lnTo>
                  <a:lnTo>
                    <a:pt x="2173415" y="443579"/>
                  </a:lnTo>
                  <a:lnTo>
                    <a:pt x="2171891" y="445484"/>
                  </a:lnTo>
                  <a:lnTo>
                    <a:pt x="2169795" y="447008"/>
                  </a:lnTo>
                  <a:lnTo>
                    <a:pt x="2165128" y="449009"/>
                  </a:lnTo>
                  <a:lnTo>
                    <a:pt x="2163890" y="449294"/>
                  </a:lnTo>
                  <a:lnTo>
                    <a:pt x="2163223" y="449485"/>
                  </a:lnTo>
                  <a:lnTo>
                    <a:pt x="2162937" y="449866"/>
                  </a:lnTo>
                  <a:lnTo>
                    <a:pt x="2162747" y="450342"/>
                  </a:lnTo>
                  <a:lnTo>
                    <a:pt x="2162366" y="450628"/>
                  </a:lnTo>
                  <a:lnTo>
                    <a:pt x="2161794" y="450723"/>
                  </a:lnTo>
                  <a:lnTo>
                    <a:pt x="2161318" y="450723"/>
                  </a:lnTo>
                  <a:lnTo>
                    <a:pt x="2160651" y="451295"/>
                  </a:lnTo>
                  <a:lnTo>
                    <a:pt x="2160080" y="453390"/>
                  </a:lnTo>
                  <a:lnTo>
                    <a:pt x="2159317" y="453295"/>
                  </a:lnTo>
                  <a:lnTo>
                    <a:pt x="2158937" y="453676"/>
                  </a:lnTo>
                  <a:lnTo>
                    <a:pt x="2157698" y="454628"/>
                  </a:lnTo>
                  <a:lnTo>
                    <a:pt x="2157413" y="454914"/>
                  </a:lnTo>
                  <a:lnTo>
                    <a:pt x="2157413" y="457295"/>
                  </a:lnTo>
                  <a:lnTo>
                    <a:pt x="2157222" y="458153"/>
                  </a:lnTo>
                  <a:lnTo>
                    <a:pt x="2156746" y="458914"/>
                  </a:lnTo>
                  <a:lnTo>
                    <a:pt x="2155412" y="460343"/>
                  </a:lnTo>
                  <a:lnTo>
                    <a:pt x="2155317" y="460915"/>
                  </a:lnTo>
                  <a:lnTo>
                    <a:pt x="2155889" y="462820"/>
                  </a:lnTo>
                  <a:lnTo>
                    <a:pt x="2155889" y="463677"/>
                  </a:lnTo>
                  <a:lnTo>
                    <a:pt x="2155317" y="464820"/>
                  </a:lnTo>
                  <a:lnTo>
                    <a:pt x="2154460" y="465868"/>
                  </a:lnTo>
                  <a:lnTo>
                    <a:pt x="2153317" y="466630"/>
                  </a:lnTo>
                  <a:lnTo>
                    <a:pt x="2150936" y="467296"/>
                  </a:lnTo>
                  <a:lnTo>
                    <a:pt x="2149602" y="468916"/>
                  </a:lnTo>
                  <a:lnTo>
                    <a:pt x="2148649" y="469487"/>
                  </a:lnTo>
                  <a:lnTo>
                    <a:pt x="2147411" y="469106"/>
                  </a:lnTo>
                  <a:lnTo>
                    <a:pt x="2147125" y="469106"/>
                  </a:lnTo>
                  <a:lnTo>
                    <a:pt x="2146935" y="469202"/>
                  </a:lnTo>
                  <a:lnTo>
                    <a:pt x="2146840" y="469297"/>
                  </a:lnTo>
                  <a:lnTo>
                    <a:pt x="2146459" y="469487"/>
                  </a:lnTo>
                  <a:lnTo>
                    <a:pt x="2146173" y="469773"/>
                  </a:lnTo>
                  <a:lnTo>
                    <a:pt x="2145983" y="470154"/>
                  </a:lnTo>
                  <a:lnTo>
                    <a:pt x="2145887" y="470535"/>
                  </a:lnTo>
                  <a:lnTo>
                    <a:pt x="2146268" y="471297"/>
                  </a:lnTo>
                  <a:lnTo>
                    <a:pt x="2146840" y="471678"/>
                  </a:lnTo>
                  <a:lnTo>
                    <a:pt x="2147030" y="472154"/>
                  </a:lnTo>
                  <a:lnTo>
                    <a:pt x="2146173" y="473202"/>
                  </a:lnTo>
                  <a:lnTo>
                    <a:pt x="2144458" y="474250"/>
                  </a:lnTo>
                  <a:lnTo>
                    <a:pt x="2140267" y="475774"/>
                  </a:lnTo>
                  <a:lnTo>
                    <a:pt x="2138267" y="477107"/>
                  </a:lnTo>
                  <a:lnTo>
                    <a:pt x="2136839" y="479108"/>
                  </a:lnTo>
                  <a:lnTo>
                    <a:pt x="2136648" y="479488"/>
                  </a:lnTo>
                  <a:lnTo>
                    <a:pt x="2136839" y="479965"/>
                  </a:lnTo>
                  <a:lnTo>
                    <a:pt x="2136743" y="480631"/>
                  </a:lnTo>
                  <a:lnTo>
                    <a:pt x="2136553" y="481203"/>
                  </a:lnTo>
                  <a:lnTo>
                    <a:pt x="2136267" y="481584"/>
                  </a:lnTo>
                  <a:lnTo>
                    <a:pt x="2134076" y="483965"/>
                  </a:lnTo>
                  <a:lnTo>
                    <a:pt x="2133219" y="484632"/>
                  </a:lnTo>
                  <a:lnTo>
                    <a:pt x="2132362" y="485108"/>
                  </a:lnTo>
                  <a:lnTo>
                    <a:pt x="2131409" y="485394"/>
                  </a:lnTo>
                  <a:lnTo>
                    <a:pt x="2127885" y="485870"/>
                  </a:lnTo>
                  <a:lnTo>
                    <a:pt x="2125694" y="486632"/>
                  </a:lnTo>
                  <a:lnTo>
                    <a:pt x="2124551" y="486823"/>
                  </a:lnTo>
                  <a:lnTo>
                    <a:pt x="2123599" y="486632"/>
                  </a:lnTo>
                  <a:lnTo>
                    <a:pt x="2122265" y="485870"/>
                  </a:lnTo>
                  <a:lnTo>
                    <a:pt x="2121217" y="485680"/>
                  </a:lnTo>
                  <a:lnTo>
                    <a:pt x="2112550" y="485299"/>
                  </a:lnTo>
                  <a:lnTo>
                    <a:pt x="2111788" y="485108"/>
                  </a:lnTo>
                  <a:lnTo>
                    <a:pt x="2110264" y="484156"/>
                  </a:lnTo>
                  <a:lnTo>
                    <a:pt x="2109025" y="483965"/>
                  </a:lnTo>
                  <a:lnTo>
                    <a:pt x="2106740" y="484061"/>
                  </a:lnTo>
                  <a:lnTo>
                    <a:pt x="2105787" y="483680"/>
                  </a:lnTo>
                  <a:lnTo>
                    <a:pt x="2105216" y="482155"/>
                  </a:lnTo>
                  <a:lnTo>
                    <a:pt x="2104454" y="481298"/>
                  </a:lnTo>
                  <a:lnTo>
                    <a:pt x="2104263" y="481013"/>
                  </a:lnTo>
                  <a:lnTo>
                    <a:pt x="2104263" y="480441"/>
                  </a:lnTo>
                  <a:lnTo>
                    <a:pt x="2104549" y="479393"/>
                  </a:lnTo>
                  <a:lnTo>
                    <a:pt x="2104644" y="478822"/>
                  </a:lnTo>
                  <a:lnTo>
                    <a:pt x="2102930" y="480060"/>
                  </a:lnTo>
                  <a:lnTo>
                    <a:pt x="2101977" y="480441"/>
                  </a:lnTo>
                  <a:lnTo>
                    <a:pt x="2101120" y="480155"/>
                  </a:lnTo>
                  <a:lnTo>
                    <a:pt x="2100453" y="479488"/>
                  </a:lnTo>
                  <a:lnTo>
                    <a:pt x="2100167" y="479108"/>
                  </a:lnTo>
                  <a:lnTo>
                    <a:pt x="2099882" y="478536"/>
                  </a:lnTo>
                  <a:lnTo>
                    <a:pt x="2099977" y="478536"/>
                  </a:lnTo>
                  <a:lnTo>
                    <a:pt x="2099882" y="477774"/>
                  </a:lnTo>
                  <a:lnTo>
                    <a:pt x="2099882" y="477774"/>
                  </a:lnTo>
                  <a:lnTo>
                    <a:pt x="2099786" y="477584"/>
                  </a:lnTo>
                  <a:lnTo>
                    <a:pt x="2099596" y="477393"/>
                  </a:lnTo>
                  <a:lnTo>
                    <a:pt x="2099500" y="477107"/>
                  </a:lnTo>
                  <a:lnTo>
                    <a:pt x="2099120" y="474917"/>
                  </a:lnTo>
                  <a:lnTo>
                    <a:pt x="2098739" y="474155"/>
                  </a:lnTo>
                  <a:lnTo>
                    <a:pt x="2096929" y="473583"/>
                  </a:lnTo>
                  <a:lnTo>
                    <a:pt x="2096833" y="472821"/>
                  </a:lnTo>
                  <a:lnTo>
                    <a:pt x="2097310" y="470821"/>
                  </a:lnTo>
                  <a:lnTo>
                    <a:pt x="2097215" y="469106"/>
                  </a:lnTo>
                  <a:lnTo>
                    <a:pt x="2097310" y="468535"/>
                  </a:lnTo>
                  <a:lnTo>
                    <a:pt x="2097596" y="468059"/>
                  </a:lnTo>
                  <a:lnTo>
                    <a:pt x="2097881" y="467868"/>
                  </a:lnTo>
                  <a:lnTo>
                    <a:pt x="2098167" y="467678"/>
                  </a:lnTo>
                  <a:lnTo>
                    <a:pt x="2098358" y="467487"/>
                  </a:lnTo>
                  <a:lnTo>
                    <a:pt x="2098643" y="466725"/>
                  </a:lnTo>
                  <a:lnTo>
                    <a:pt x="2099120" y="463391"/>
                  </a:lnTo>
                  <a:lnTo>
                    <a:pt x="2098643" y="461296"/>
                  </a:lnTo>
                  <a:lnTo>
                    <a:pt x="2097405" y="462058"/>
                  </a:lnTo>
                  <a:lnTo>
                    <a:pt x="2094452" y="465392"/>
                  </a:lnTo>
                  <a:lnTo>
                    <a:pt x="2092071" y="465772"/>
                  </a:lnTo>
                  <a:lnTo>
                    <a:pt x="2090738" y="464344"/>
                  </a:lnTo>
                  <a:lnTo>
                    <a:pt x="2089118" y="457962"/>
                  </a:lnTo>
                  <a:lnTo>
                    <a:pt x="2088928" y="457295"/>
                  </a:lnTo>
                  <a:lnTo>
                    <a:pt x="2088451" y="443484"/>
                  </a:lnTo>
                  <a:lnTo>
                    <a:pt x="2087975" y="441484"/>
                  </a:lnTo>
                  <a:lnTo>
                    <a:pt x="2087499" y="440722"/>
                  </a:lnTo>
                  <a:lnTo>
                    <a:pt x="2086737" y="440055"/>
                  </a:lnTo>
                  <a:lnTo>
                    <a:pt x="2085784" y="439579"/>
                  </a:lnTo>
                  <a:lnTo>
                    <a:pt x="2084737" y="439388"/>
                  </a:lnTo>
                  <a:lnTo>
                    <a:pt x="2084356" y="439198"/>
                  </a:lnTo>
                  <a:lnTo>
                    <a:pt x="2083308" y="438341"/>
                  </a:lnTo>
                  <a:lnTo>
                    <a:pt x="2082737" y="438245"/>
                  </a:lnTo>
                  <a:lnTo>
                    <a:pt x="2082165" y="438626"/>
                  </a:lnTo>
                  <a:lnTo>
                    <a:pt x="2082070" y="439103"/>
                  </a:lnTo>
                  <a:lnTo>
                    <a:pt x="2082451" y="439484"/>
                  </a:lnTo>
                  <a:lnTo>
                    <a:pt x="2083117" y="439769"/>
                  </a:lnTo>
                  <a:lnTo>
                    <a:pt x="2080736" y="440627"/>
                  </a:lnTo>
                  <a:lnTo>
                    <a:pt x="2080070" y="441198"/>
                  </a:lnTo>
                  <a:lnTo>
                    <a:pt x="2079403" y="442341"/>
                  </a:lnTo>
                  <a:lnTo>
                    <a:pt x="2079022" y="443294"/>
                  </a:lnTo>
                  <a:lnTo>
                    <a:pt x="2078831" y="444532"/>
                  </a:lnTo>
                  <a:lnTo>
                    <a:pt x="2078831" y="445865"/>
                  </a:lnTo>
                  <a:lnTo>
                    <a:pt x="2079022" y="447389"/>
                  </a:lnTo>
                  <a:lnTo>
                    <a:pt x="2079212" y="447961"/>
                  </a:lnTo>
                  <a:lnTo>
                    <a:pt x="2079879" y="449294"/>
                  </a:lnTo>
                  <a:lnTo>
                    <a:pt x="2080165" y="449961"/>
                  </a:lnTo>
                  <a:lnTo>
                    <a:pt x="2080165" y="450723"/>
                  </a:lnTo>
                  <a:lnTo>
                    <a:pt x="2080070" y="452152"/>
                  </a:lnTo>
                  <a:lnTo>
                    <a:pt x="2080070" y="452914"/>
                  </a:lnTo>
                  <a:lnTo>
                    <a:pt x="2080260" y="453580"/>
                  </a:lnTo>
                  <a:lnTo>
                    <a:pt x="2080831" y="454533"/>
                  </a:lnTo>
                  <a:lnTo>
                    <a:pt x="2081022" y="455009"/>
                  </a:lnTo>
                  <a:lnTo>
                    <a:pt x="2081403" y="457295"/>
                  </a:lnTo>
                  <a:lnTo>
                    <a:pt x="2081689" y="457962"/>
                  </a:lnTo>
                  <a:lnTo>
                    <a:pt x="2080260" y="459010"/>
                  </a:lnTo>
                  <a:lnTo>
                    <a:pt x="2079403" y="459391"/>
                  </a:lnTo>
                  <a:lnTo>
                    <a:pt x="2078069" y="459391"/>
                  </a:lnTo>
                  <a:lnTo>
                    <a:pt x="2078069" y="459010"/>
                  </a:lnTo>
                  <a:lnTo>
                    <a:pt x="2076831" y="456533"/>
                  </a:lnTo>
                  <a:lnTo>
                    <a:pt x="2076355" y="455009"/>
                  </a:lnTo>
                  <a:lnTo>
                    <a:pt x="2075783" y="454343"/>
                  </a:lnTo>
                  <a:lnTo>
                    <a:pt x="2075116" y="453771"/>
                  </a:lnTo>
                  <a:lnTo>
                    <a:pt x="2074736" y="453200"/>
                  </a:lnTo>
                  <a:lnTo>
                    <a:pt x="2074164" y="449866"/>
                  </a:lnTo>
                  <a:lnTo>
                    <a:pt x="2073688" y="448437"/>
                  </a:lnTo>
                  <a:lnTo>
                    <a:pt x="2072640" y="447485"/>
                  </a:lnTo>
                  <a:lnTo>
                    <a:pt x="2072735" y="446627"/>
                  </a:lnTo>
                  <a:lnTo>
                    <a:pt x="2071783" y="444437"/>
                  </a:lnTo>
                  <a:lnTo>
                    <a:pt x="2071402" y="442627"/>
                  </a:lnTo>
                  <a:lnTo>
                    <a:pt x="2071021" y="441579"/>
                  </a:lnTo>
                  <a:lnTo>
                    <a:pt x="2070449" y="440722"/>
                  </a:lnTo>
                  <a:lnTo>
                    <a:pt x="2070068" y="440341"/>
                  </a:lnTo>
                  <a:lnTo>
                    <a:pt x="2069401" y="439960"/>
                  </a:lnTo>
                  <a:lnTo>
                    <a:pt x="2068544" y="439293"/>
                  </a:lnTo>
                  <a:lnTo>
                    <a:pt x="2067878" y="438531"/>
                  </a:lnTo>
                  <a:lnTo>
                    <a:pt x="2067211" y="437293"/>
                  </a:lnTo>
                  <a:lnTo>
                    <a:pt x="2065020" y="435674"/>
                  </a:lnTo>
                  <a:lnTo>
                    <a:pt x="2064353" y="434912"/>
                  </a:lnTo>
                  <a:lnTo>
                    <a:pt x="2063782" y="434054"/>
                  </a:lnTo>
                  <a:lnTo>
                    <a:pt x="2063401" y="433197"/>
                  </a:lnTo>
                  <a:lnTo>
                    <a:pt x="2063210" y="432245"/>
                  </a:lnTo>
                  <a:lnTo>
                    <a:pt x="2063020" y="431768"/>
                  </a:lnTo>
                  <a:lnTo>
                    <a:pt x="2062258" y="431006"/>
                  </a:lnTo>
                  <a:lnTo>
                    <a:pt x="2062067" y="430435"/>
                  </a:lnTo>
                  <a:lnTo>
                    <a:pt x="2062163" y="429959"/>
                  </a:lnTo>
                  <a:lnTo>
                    <a:pt x="2062543" y="428816"/>
                  </a:lnTo>
                  <a:lnTo>
                    <a:pt x="2062353" y="427768"/>
                  </a:lnTo>
                  <a:lnTo>
                    <a:pt x="2061591" y="426053"/>
                  </a:lnTo>
                  <a:lnTo>
                    <a:pt x="2061400" y="425005"/>
                  </a:lnTo>
                  <a:lnTo>
                    <a:pt x="2061496" y="424339"/>
                  </a:lnTo>
                  <a:lnTo>
                    <a:pt x="2061591" y="423863"/>
                  </a:lnTo>
                  <a:lnTo>
                    <a:pt x="2061591" y="423386"/>
                  </a:lnTo>
                  <a:lnTo>
                    <a:pt x="2061400" y="422720"/>
                  </a:lnTo>
                  <a:lnTo>
                    <a:pt x="2061115" y="422338"/>
                  </a:lnTo>
                  <a:lnTo>
                    <a:pt x="2060257" y="421862"/>
                  </a:lnTo>
                  <a:lnTo>
                    <a:pt x="2059972" y="421386"/>
                  </a:lnTo>
                  <a:lnTo>
                    <a:pt x="2059876" y="420243"/>
                  </a:lnTo>
                  <a:lnTo>
                    <a:pt x="2060639" y="416909"/>
                  </a:lnTo>
                  <a:lnTo>
                    <a:pt x="2060829" y="416719"/>
                  </a:lnTo>
                  <a:lnTo>
                    <a:pt x="2061210" y="416719"/>
                  </a:lnTo>
                  <a:lnTo>
                    <a:pt x="2061591" y="416814"/>
                  </a:lnTo>
                  <a:lnTo>
                    <a:pt x="2061781" y="416719"/>
                  </a:lnTo>
                  <a:lnTo>
                    <a:pt x="2061781" y="416338"/>
                  </a:lnTo>
                  <a:lnTo>
                    <a:pt x="2061591" y="416052"/>
                  </a:lnTo>
                  <a:lnTo>
                    <a:pt x="2061400" y="415766"/>
                  </a:lnTo>
                  <a:lnTo>
                    <a:pt x="2061305" y="415576"/>
                  </a:lnTo>
                  <a:lnTo>
                    <a:pt x="2061400" y="415004"/>
                  </a:lnTo>
                  <a:lnTo>
                    <a:pt x="2061115" y="411004"/>
                  </a:lnTo>
                  <a:lnTo>
                    <a:pt x="2058924" y="400431"/>
                  </a:lnTo>
                  <a:lnTo>
                    <a:pt x="2058162" y="398336"/>
                  </a:lnTo>
                  <a:lnTo>
                    <a:pt x="2058067" y="397574"/>
                  </a:lnTo>
                  <a:lnTo>
                    <a:pt x="2058257" y="397002"/>
                  </a:lnTo>
                  <a:lnTo>
                    <a:pt x="2058543" y="396526"/>
                  </a:lnTo>
                  <a:lnTo>
                    <a:pt x="2059019" y="396240"/>
                  </a:lnTo>
                  <a:lnTo>
                    <a:pt x="2059686" y="396145"/>
                  </a:lnTo>
                  <a:lnTo>
                    <a:pt x="2060162" y="395954"/>
                  </a:lnTo>
                  <a:lnTo>
                    <a:pt x="2060829" y="395192"/>
                  </a:lnTo>
                  <a:lnTo>
                    <a:pt x="2061591" y="394716"/>
                  </a:lnTo>
                  <a:lnTo>
                    <a:pt x="2064353" y="391859"/>
                  </a:lnTo>
                  <a:lnTo>
                    <a:pt x="2064830" y="391192"/>
                  </a:lnTo>
                  <a:lnTo>
                    <a:pt x="2065115" y="390335"/>
                  </a:lnTo>
                  <a:lnTo>
                    <a:pt x="2065591" y="386810"/>
                  </a:lnTo>
                  <a:lnTo>
                    <a:pt x="2065591" y="384715"/>
                  </a:lnTo>
                  <a:lnTo>
                    <a:pt x="2066068" y="383667"/>
                  </a:lnTo>
                  <a:lnTo>
                    <a:pt x="2068354" y="380238"/>
                  </a:lnTo>
                  <a:lnTo>
                    <a:pt x="2067592" y="379190"/>
                  </a:lnTo>
                  <a:lnTo>
                    <a:pt x="2064258" y="372999"/>
                  </a:lnTo>
                  <a:lnTo>
                    <a:pt x="2064353" y="372428"/>
                  </a:lnTo>
                  <a:lnTo>
                    <a:pt x="2063591" y="372142"/>
                  </a:lnTo>
                  <a:lnTo>
                    <a:pt x="2062639" y="371380"/>
                  </a:lnTo>
                  <a:lnTo>
                    <a:pt x="2061686" y="370427"/>
                  </a:lnTo>
                  <a:lnTo>
                    <a:pt x="2060924" y="369475"/>
                  </a:lnTo>
                  <a:lnTo>
                    <a:pt x="2060162" y="367760"/>
                  </a:lnTo>
                  <a:lnTo>
                    <a:pt x="2059686" y="367189"/>
                  </a:lnTo>
                  <a:lnTo>
                    <a:pt x="2059400" y="366617"/>
                  </a:lnTo>
                  <a:lnTo>
                    <a:pt x="2059210" y="365474"/>
                  </a:lnTo>
                  <a:lnTo>
                    <a:pt x="2058924" y="364998"/>
                  </a:lnTo>
                  <a:lnTo>
                    <a:pt x="2058257" y="364141"/>
                  </a:lnTo>
                  <a:lnTo>
                    <a:pt x="2056066" y="359569"/>
                  </a:lnTo>
                  <a:lnTo>
                    <a:pt x="2056543" y="359188"/>
                  </a:lnTo>
                  <a:lnTo>
                    <a:pt x="2057305" y="358997"/>
                  </a:lnTo>
                  <a:lnTo>
                    <a:pt x="2057686" y="358140"/>
                  </a:lnTo>
                  <a:lnTo>
                    <a:pt x="2057781" y="356806"/>
                  </a:lnTo>
                  <a:lnTo>
                    <a:pt x="2058162" y="356140"/>
                  </a:lnTo>
                  <a:lnTo>
                    <a:pt x="2058924" y="355854"/>
                  </a:lnTo>
                  <a:lnTo>
                    <a:pt x="2062258" y="355473"/>
                  </a:lnTo>
                  <a:lnTo>
                    <a:pt x="2063306" y="355092"/>
                  </a:lnTo>
                  <a:lnTo>
                    <a:pt x="2063401" y="354425"/>
                  </a:lnTo>
                  <a:lnTo>
                    <a:pt x="2062924" y="354139"/>
                  </a:lnTo>
                  <a:lnTo>
                    <a:pt x="2061400" y="353568"/>
                  </a:lnTo>
                  <a:lnTo>
                    <a:pt x="2060924" y="353187"/>
                  </a:lnTo>
                  <a:lnTo>
                    <a:pt x="2060067" y="352235"/>
                  </a:lnTo>
                  <a:lnTo>
                    <a:pt x="2059591" y="351854"/>
                  </a:lnTo>
                  <a:lnTo>
                    <a:pt x="2059019" y="351568"/>
                  </a:lnTo>
                  <a:lnTo>
                    <a:pt x="2057781" y="351282"/>
                  </a:lnTo>
                  <a:lnTo>
                    <a:pt x="2057209" y="350901"/>
                  </a:lnTo>
                  <a:lnTo>
                    <a:pt x="2053971" y="347663"/>
                  </a:lnTo>
                  <a:lnTo>
                    <a:pt x="2053018" y="347186"/>
                  </a:lnTo>
                  <a:lnTo>
                    <a:pt x="2052352" y="347472"/>
                  </a:lnTo>
                  <a:lnTo>
                    <a:pt x="2051495" y="347567"/>
                  </a:lnTo>
                  <a:lnTo>
                    <a:pt x="2049304" y="347567"/>
                  </a:lnTo>
                  <a:lnTo>
                    <a:pt x="2046351" y="347948"/>
                  </a:lnTo>
                  <a:lnTo>
                    <a:pt x="2045684" y="348139"/>
                  </a:lnTo>
                  <a:lnTo>
                    <a:pt x="2045208" y="348139"/>
                  </a:lnTo>
                  <a:lnTo>
                    <a:pt x="2044256" y="347281"/>
                  </a:lnTo>
                  <a:lnTo>
                    <a:pt x="2043874" y="347091"/>
                  </a:lnTo>
                  <a:lnTo>
                    <a:pt x="2043017" y="346805"/>
                  </a:lnTo>
                  <a:lnTo>
                    <a:pt x="2042160" y="346710"/>
                  </a:lnTo>
                  <a:lnTo>
                    <a:pt x="2041398" y="346901"/>
                  </a:lnTo>
                  <a:lnTo>
                    <a:pt x="2040922" y="347377"/>
                  </a:lnTo>
                  <a:lnTo>
                    <a:pt x="2041303" y="348139"/>
                  </a:lnTo>
                  <a:lnTo>
                    <a:pt x="2040541" y="348425"/>
                  </a:lnTo>
                  <a:lnTo>
                    <a:pt x="2035873" y="348234"/>
                  </a:lnTo>
                  <a:lnTo>
                    <a:pt x="2034635" y="347948"/>
                  </a:lnTo>
                  <a:lnTo>
                    <a:pt x="2033778" y="347472"/>
                  </a:lnTo>
                  <a:lnTo>
                    <a:pt x="2033111" y="347091"/>
                  </a:lnTo>
                  <a:lnTo>
                    <a:pt x="2032730" y="347186"/>
                  </a:lnTo>
                  <a:lnTo>
                    <a:pt x="2032445" y="347472"/>
                  </a:lnTo>
                  <a:lnTo>
                    <a:pt x="2032159" y="347758"/>
                  </a:lnTo>
                  <a:lnTo>
                    <a:pt x="2031778" y="348425"/>
                  </a:lnTo>
                  <a:lnTo>
                    <a:pt x="2031397" y="348425"/>
                  </a:lnTo>
                  <a:lnTo>
                    <a:pt x="2031111" y="348329"/>
                  </a:lnTo>
                  <a:lnTo>
                    <a:pt x="2030921" y="348139"/>
                  </a:lnTo>
                  <a:lnTo>
                    <a:pt x="2030730" y="348044"/>
                  </a:lnTo>
                  <a:lnTo>
                    <a:pt x="2021967" y="346996"/>
                  </a:lnTo>
                  <a:lnTo>
                    <a:pt x="2021300" y="346710"/>
                  </a:lnTo>
                  <a:lnTo>
                    <a:pt x="2019014" y="345281"/>
                  </a:lnTo>
                  <a:lnTo>
                    <a:pt x="2018538" y="344710"/>
                  </a:lnTo>
                  <a:lnTo>
                    <a:pt x="2017966" y="343376"/>
                  </a:lnTo>
                  <a:lnTo>
                    <a:pt x="2016633" y="342043"/>
                  </a:lnTo>
                  <a:lnTo>
                    <a:pt x="2009584" y="336995"/>
                  </a:lnTo>
                  <a:lnTo>
                    <a:pt x="2009013" y="336995"/>
                  </a:lnTo>
                  <a:lnTo>
                    <a:pt x="2007870" y="337090"/>
                  </a:lnTo>
                  <a:lnTo>
                    <a:pt x="2007394" y="336995"/>
                  </a:lnTo>
                  <a:lnTo>
                    <a:pt x="2007013" y="336709"/>
                  </a:lnTo>
                  <a:lnTo>
                    <a:pt x="2006441" y="335947"/>
                  </a:lnTo>
                  <a:lnTo>
                    <a:pt x="2006156" y="335756"/>
                  </a:lnTo>
                  <a:lnTo>
                    <a:pt x="2005108" y="335852"/>
                  </a:lnTo>
                  <a:lnTo>
                    <a:pt x="2004441" y="335852"/>
                  </a:lnTo>
                  <a:lnTo>
                    <a:pt x="2003965" y="335661"/>
                  </a:lnTo>
                  <a:lnTo>
                    <a:pt x="2003203" y="335089"/>
                  </a:lnTo>
                  <a:lnTo>
                    <a:pt x="2001393" y="334232"/>
                  </a:lnTo>
                  <a:lnTo>
                    <a:pt x="2000536" y="333661"/>
                  </a:lnTo>
                  <a:lnTo>
                    <a:pt x="2000250" y="333185"/>
                  </a:lnTo>
                  <a:lnTo>
                    <a:pt x="2000250" y="332708"/>
                  </a:lnTo>
                  <a:lnTo>
                    <a:pt x="2000059" y="332327"/>
                  </a:lnTo>
                  <a:lnTo>
                    <a:pt x="1999298" y="332137"/>
                  </a:lnTo>
                  <a:lnTo>
                    <a:pt x="1998059" y="332804"/>
                  </a:lnTo>
                  <a:lnTo>
                    <a:pt x="1997488" y="332899"/>
                  </a:lnTo>
                  <a:lnTo>
                    <a:pt x="1996440" y="332708"/>
                  </a:lnTo>
                  <a:lnTo>
                    <a:pt x="1986058" y="327851"/>
                  </a:lnTo>
                  <a:lnTo>
                    <a:pt x="1984534" y="328327"/>
                  </a:lnTo>
                  <a:lnTo>
                    <a:pt x="1971770" y="327184"/>
                  </a:lnTo>
                  <a:lnTo>
                    <a:pt x="1969675" y="327565"/>
                  </a:lnTo>
                  <a:lnTo>
                    <a:pt x="1965293" y="328898"/>
                  </a:lnTo>
                  <a:lnTo>
                    <a:pt x="1963960" y="328994"/>
                  </a:lnTo>
                  <a:lnTo>
                    <a:pt x="1963007" y="329184"/>
                  </a:lnTo>
                  <a:lnTo>
                    <a:pt x="1961293" y="330041"/>
                  </a:lnTo>
                  <a:lnTo>
                    <a:pt x="1959292" y="330708"/>
                  </a:lnTo>
                  <a:lnTo>
                    <a:pt x="1957483" y="331661"/>
                  </a:lnTo>
                  <a:lnTo>
                    <a:pt x="1956721" y="331851"/>
                  </a:lnTo>
                  <a:lnTo>
                    <a:pt x="1954054" y="333661"/>
                  </a:lnTo>
                  <a:lnTo>
                    <a:pt x="1953673" y="334328"/>
                  </a:lnTo>
                  <a:lnTo>
                    <a:pt x="1952815" y="336423"/>
                  </a:lnTo>
                  <a:lnTo>
                    <a:pt x="1952530" y="336899"/>
                  </a:lnTo>
                  <a:lnTo>
                    <a:pt x="1951863" y="336995"/>
                  </a:lnTo>
                  <a:lnTo>
                    <a:pt x="1949101" y="337947"/>
                  </a:lnTo>
                  <a:lnTo>
                    <a:pt x="1947767" y="338709"/>
                  </a:lnTo>
                  <a:lnTo>
                    <a:pt x="1946339" y="339852"/>
                  </a:lnTo>
                  <a:lnTo>
                    <a:pt x="1944053" y="342233"/>
                  </a:lnTo>
                  <a:lnTo>
                    <a:pt x="1942814" y="344710"/>
                  </a:lnTo>
                  <a:lnTo>
                    <a:pt x="1942433" y="345091"/>
                  </a:lnTo>
                  <a:lnTo>
                    <a:pt x="1941766" y="345186"/>
                  </a:lnTo>
                  <a:lnTo>
                    <a:pt x="1937385" y="346615"/>
                  </a:lnTo>
                  <a:lnTo>
                    <a:pt x="1927384" y="348615"/>
                  </a:lnTo>
                  <a:lnTo>
                    <a:pt x="1926812" y="348805"/>
                  </a:lnTo>
                  <a:lnTo>
                    <a:pt x="1926431" y="349282"/>
                  </a:lnTo>
                  <a:lnTo>
                    <a:pt x="1925479" y="349663"/>
                  </a:lnTo>
                  <a:lnTo>
                    <a:pt x="1924431" y="349949"/>
                  </a:lnTo>
                  <a:lnTo>
                    <a:pt x="1923574" y="350044"/>
                  </a:lnTo>
                  <a:lnTo>
                    <a:pt x="1923574" y="349472"/>
                  </a:lnTo>
                  <a:lnTo>
                    <a:pt x="1923955" y="348805"/>
                  </a:lnTo>
                  <a:lnTo>
                    <a:pt x="1925098" y="347472"/>
                  </a:lnTo>
                  <a:lnTo>
                    <a:pt x="1924526" y="347281"/>
                  </a:lnTo>
                  <a:lnTo>
                    <a:pt x="1923669" y="347186"/>
                  </a:lnTo>
                  <a:lnTo>
                    <a:pt x="1922907" y="347281"/>
                  </a:lnTo>
                  <a:lnTo>
                    <a:pt x="1922526" y="347663"/>
                  </a:lnTo>
                  <a:lnTo>
                    <a:pt x="1922145" y="348044"/>
                  </a:lnTo>
                  <a:lnTo>
                    <a:pt x="1920145" y="348234"/>
                  </a:lnTo>
                  <a:lnTo>
                    <a:pt x="1919478" y="348425"/>
                  </a:lnTo>
                  <a:lnTo>
                    <a:pt x="1918906" y="348710"/>
                  </a:lnTo>
                  <a:lnTo>
                    <a:pt x="1917382" y="349091"/>
                  </a:lnTo>
                  <a:lnTo>
                    <a:pt x="1916811" y="349949"/>
                  </a:lnTo>
                  <a:lnTo>
                    <a:pt x="1916049" y="350234"/>
                  </a:lnTo>
                  <a:lnTo>
                    <a:pt x="1913858" y="350520"/>
                  </a:lnTo>
                  <a:lnTo>
                    <a:pt x="1909191" y="351949"/>
                  </a:lnTo>
                  <a:lnTo>
                    <a:pt x="1908810" y="353378"/>
                  </a:lnTo>
                  <a:lnTo>
                    <a:pt x="1909572" y="354711"/>
                  </a:lnTo>
                  <a:lnTo>
                    <a:pt x="1911763" y="356902"/>
                  </a:lnTo>
                  <a:lnTo>
                    <a:pt x="1910620" y="357569"/>
                  </a:lnTo>
                  <a:lnTo>
                    <a:pt x="1910239" y="357664"/>
                  </a:lnTo>
                  <a:lnTo>
                    <a:pt x="1910620" y="358712"/>
                  </a:lnTo>
                  <a:lnTo>
                    <a:pt x="1910334" y="360712"/>
                  </a:lnTo>
                  <a:lnTo>
                    <a:pt x="1910620" y="361569"/>
                  </a:lnTo>
                  <a:lnTo>
                    <a:pt x="1909858" y="362141"/>
                  </a:lnTo>
                  <a:lnTo>
                    <a:pt x="1909667" y="362807"/>
                  </a:lnTo>
                  <a:lnTo>
                    <a:pt x="1909858" y="364617"/>
                  </a:lnTo>
                  <a:lnTo>
                    <a:pt x="1909667" y="365570"/>
                  </a:lnTo>
                  <a:lnTo>
                    <a:pt x="1908905" y="366903"/>
                  </a:lnTo>
                  <a:lnTo>
                    <a:pt x="1908715" y="367475"/>
                  </a:lnTo>
                  <a:lnTo>
                    <a:pt x="1908429" y="367951"/>
                  </a:lnTo>
                  <a:lnTo>
                    <a:pt x="1906905" y="369856"/>
                  </a:lnTo>
                  <a:lnTo>
                    <a:pt x="1906143" y="372237"/>
                  </a:lnTo>
                  <a:lnTo>
                    <a:pt x="1905762" y="372713"/>
                  </a:lnTo>
                  <a:lnTo>
                    <a:pt x="1904333" y="373094"/>
                  </a:lnTo>
                  <a:lnTo>
                    <a:pt x="1900047" y="373761"/>
                  </a:lnTo>
                  <a:lnTo>
                    <a:pt x="1899190" y="374333"/>
                  </a:lnTo>
                  <a:lnTo>
                    <a:pt x="1898428" y="375380"/>
                  </a:lnTo>
                  <a:lnTo>
                    <a:pt x="1898332" y="375571"/>
                  </a:lnTo>
                  <a:lnTo>
                    <a:pt x="1897761" y="375761"/>
                  </a:lnTo>
                  <a:lnTo>
                    <a:pt x="1897666" y="376238"/>
                  </a:lnTo>
                  <a:lnTo>
                    <a:pt x="1897761" y="377000"/>
                  </a:lnTo>
                  <a:lnTo>
                    <a:pt x="1896428" y="380905"/>
                  </a:lnTo>
                  <a:lnTo>
                    <a:pt x="1896142" y="381286"/>
                  </a:lnTo>
                  <a:lnTo>
                    <a:pt x="1895380" y="381953"/>
                  </a:lnTo>
                  <a:lnTo>
                    <a:pt x="1893665" y="382714"/>
                  </a:lnTo>
                  <a:lnTo>
                    <a:pt x="1893380" y="383096"/>
                  </a:lnTo>
                  <a:lnTo>
                    <a:pt x="1893570" y="384238"/>
                  </a:lnTo>
                  <a:lnTo>
                    <a:pt x="1894046" y="384905"/>
                  </a:lnTo>
                  <a:lnTo>
                    <a:pt x="1894904" y="385286"/>
                  </a:lnTo>
                  <a:lnTo>
                    <a:pt x="1896332" y="385477"/>
                  </a:lnTo>
                  <a:lnTo>
                    <a:pt x="1900714" y="385191"/>
                  </a:lnTo>
                  <a:lnTo>
                    <a:pt x="1902809" y="385286"/>
                  </a:lnTo>
                  <a:lnTo>
                    <a:pt x="1905000" y="386144"/>
                  </a:lnTo>
                  <a:lnTo>
                    <a:pt x="1905572" y="386525"/>
                  </a:lnTo>
                  <a:lnTo>
                    <a:pt x="1906048" y="386905"/>
                  </a:lnTo>
                  <a:lnTo>
                    <a:pt x="1906429" y="387382"/>
                  </a:lnTo>
                  <a:lnTo>
                    <a:pt x="1906714" y="388811"/>
                  </a:lnTo>
                  <a:lnTo>
                    <a:pt x="1907096" y="388906"/>
                  </a:lnTo>
                  <a:lnTo>
                    <a:pt x="1908143" y="388525"/>
                  </a:lnTo>
                  <a:lnTo>
                    <a:pt x="1909858" y="387572"/>
                  </a:lnTo>
                  <a:lnTo>
                    <a:pt x="1911667" y="387191"/>
                  </a:lnTo>
                  <a:lnTo>
                    <a:pt x="1912430" y="386810"/>
                  </a:lnTo>
                  <a:lnTo>
                    <a:pt x="1913382" y="386048"/>
                  </a:lnTo>
                  <a:lnTo>
                    <a:pt x="1914049" y="385191"/>
                  </a:lnTo>
                  <a:lnTo>
                    <a:pt x="1913954" y="384429"/>
                  </a:lnTo>
                  <a:lnTo>
                    <a:pt x="1911667" y="382905"/>
                  </a:lnTo>
                  <a:lnTo>
                    <a:pt x="1910810" y="381953"/>
                  </a:lnTo>
                  <a:lnTo>
                    <a:pt x="1910906" y="381000"/>
                  </a:lnTo>
                  <a:lnTo>
                    <a:pt x="1913287" y="382429"/>
                  </a:lnTo>
                  <a:lnTo>
                    <a:pt x="1914334" y="382524"/>
                  </a:lnTo>
                  <a:lnTo>
                    <a:pt x="1915954" y="382048"/>
                  </a:lnTo>
                  <a:lnTo>
                    <a:pt x="1916525" y="382429"/>
                  </a:lnTo>
                  <a:lnTo>
                    <a:pt x="1917097" y="383000"/>
                  </a:lnTo>
                  <a:lnTo>
                    <a:pt x="1917478" y="383762"/>
                  </a:lnTo>
                  <a:lnTo>
                    <a:pt x="1917192" y="384429"/>
                  </a:lnTo>
                  <a:lnTo>
                    <a:pt x="1916716" y="385001"/>
                  </a:lnTo>
                  <a:lnTo>
                    <a:pt x="1916811" y="385286"/>
                  </a:lnTo>
                  <a:lnTo>
                    <a:pt x="1917192" y="385477"/>
                  </a:lnTo>
                  <a:lnTo>
                    <a:pt x="1917382" y="385763"/>
                  </a:lnTo>
                  <a:lnTo>
                    <a:pt x="1917573" y="385953"/>
                  </a:lnTo>
                  <a:lnTo>
                    <a:pt x="1918811" y="387382"/>
                  </a:lnTo>
                  <a:lnTo>
                    <a:pt x="1919288" y="387572"/>
                  </a:lnTo>
                  <a:lnTo>
                    <a:pt x="1919764" y="387668"/>
                  </a:lnTo>
                  <a:lnTo>
                    <a:pt x="1920335" y="387668"/>
                  </a:lnTo>
                  <a:lnTo>
                    <a:pt x="1921002" y="387382"/>
                  </a:lnTo>
                  <a:lnTo>
                    <a:pt x="1920812" y="386810"/>
                  </a:lnTo>
                  <a:lnTo>
                    <a:pt x="1921002" y="386429"/>
                  </a:lnTo>
                  <a:lnTo>
                    <a:pt x="1921478" y="386144"/>
                  </a:lnTo>
                  <a:lnTo>
                    <a:pt x="1922145" y="385953"/>
                  </a:lnTo>
                  <a:lnTo>
                    <a:pt x="1922716" y="385953"/>
                  </a:lnTo>
                  <a:lnTo>
                    <a:pt x="1923098" y="386048"/>
                  </a:lnTo>
                  <a:lnTo>
                    <a:pt x="1923383" y="386239"/>
                  </a:lnTo>
                  <a:lnTo>
                    <a:pt x="1923764" y="386334"/>
                  </a:lnTo>
                  <a:lnTo>
                    <a:pt x="1925479" y="386334"/>
                  </a:lnTo>
                  <a:lnTo>
                    <a:pt x="1926526" y="386525"/>
                  </a:lnTo>
                  <a:lnTo>
                    <a:pt x="1927384" y="386905"/>
                  </a:lnTo>
                  <a:lnTo>
                    <a:pt x="1928717" y="388144"/>
                  </a:lnTo>
                  <a:lnTo>
                    <a:pt x="1929479" y="388620"/>
                  </a:lnTo>
                  <a:lnTo>
                    <a:pt x="1930432" y="388906"/>
                  </a:lnTo>
                  <a:lnTo>
                    <a:pt x="1931480" y="388715"/>
                  </a:lnTo>
                  <a:lnTo>
                    <a:pt x="1932432" y="388334"/>
                  </a:lnTo>
                  <a:lnTo>
                    <a:pt x="1933384" y="388144"/>
                  </a:lnTo>
                  <a:lnTo>
                    <a:pt x="1934432" y="388525"/>
                  </a:lnTo>
                  <a:lnTo>
                    <a:pt x="1933575" y="389382"/>
                  </a:lnTo>
                  <a:lnTo>
                    <a:pt x="1933670" y="390525"/>
                  </a:lnTo>
                  <a:lnTo>
                    <a:pt x="1934432" y="391382"/>
                  </a:lnTo>
                  <a:lnTo>
                    <a:pt x="1935861" y="391478"/>
                  </a:lnTo>
                  <a:lnTo>
                    <a:pt x="1937004" y="390906"/>
                  </a:lnTo>
                  <a:lnTo>
                    <a:pt x="1937671" y="390049"/>
                  </a:lnTo>
                  <a:lnTo>
                    <a:pt x="1937956" y="388906"/>
                  </a:lnTo>
                  <a:lnTo>
                    <a:pt x="1938052" y="387477"/>
                  </a:lnTo>
                  <a:lnTo>
                    <a:pt x="1939099" y="388715"/>
                  </a:lnTo>
                  <a:lnTo>
                    <a:pt x="1938814" y="390239"/>
                  </a:lnTo>
                  <a:lnTo>
                    <a:pt x="1938338" y="391859"/>
                  </a:lnTo>
                  <a:lnTo>
                    <a:pt x="1938718" y="393287"/>
                  </a:lnTo>
                  <a:lnTo>
                    <a:pt x="1939576" y="392811"/>
                  </a:lnTo>
                  <a:lnTo>
                    <a:pt x="1941576" y="390811"/>
                  </a:lnTo>
                  <a:lnTo>
                    <a:pt x="1942243" y="390430"/>
                  </a:lnTo>
                  <a:lnTo>
                    <a:pt x="1942909" y="390335"/>
                  </a:lnTo>
                  <a:lnTo>
                    <a:pt x="1943195" y="390620"/>
                  </a:lnTo>
                  <a:lnTo>
                    <a:pt x="1942719" y="391478"/>
                  </a:lnTo>
                  <a:lnTo>
                    <a:pt x="1944053" y="391096"/>
                  </a:lnTo>
                  <a:lnTo>
                    <a:pt x="1947100" y="389572"/>
                  </a:lnTo>
                  <a:lnTo>
                    <a:pt x="1948053" y="389572"/>
                  </a:lnTo>
                  <a:lnTo>
                    <a:pt x="1947767" y="390049"/>
                  </a:lnTo>
                  <a:lnTo>
                    <a:pt x="1946720" y="391192"/>
                  </a:lnTo>
                  <a:lnTo>
                    <a:pt x="1946339" y="391382"/>
                  </a:lnTo>
                  <a:lnTo>
                    <a:pt x="1944814" y="391668"/>
                  </a:lnTo>
                  <a:lnTo>
                    <a:pt x="1944433" y="391859"/>
                  </a:lnTo>
                  <a:lnTo>
                    <a:pt x="1944243" y="392239"/>
                  </a:lnTo>
                  <a:lnTo>
                    <a:pt x="1943481" y="392811"/>
                  </a:lnTo>
                  <a:lnTo>
                    <a:pt x="1943290" y="393287"/>
                  </a:lnTo>
                  <a:lnTo>
                    <a:pt x="1942909" y="395478"/>
                  </a:lnTo>
                  <a:lnTo>
                    <a:pt x="1943005" y="395764"/>
                  </a:lnTo>
                  <a:lnTo>
                    <a:pt x="1943290" y="396050"/>
                  </a:lnTo>
                  <a:lnTo>
                    <a:pt x="1943576" y="396335"/>
                  </a:lnTo>
                  <a:lnTo>
                    <a:pt x="1943957" y="396526"/>
                  </a:lnTo>
                  <a:lnTo>
                    <a:pt x="1943767" y="396812"/>
                  </a:lnTo>
                  <a:lnTo>
                    <a:pt x="1943481" y="397193"/>
                  </a:lnTo>
                  <a:lnTo>
                    <a:pt x="1943481" y="397478"/>
                  </a:lnTo>
                  <a:lnTo>
                    <a:pt x="1943957" y="398145"/>
                  </a:lnTo>
                  <a:lnTo>
                    <a:pt x="1944338" y="398336"/>
                  </a:lnTo>
                  <a:lnTo>
                    <a:pt x="1944814" y="398240"/>
                  </a:lnTo>
                  <a:lnTo>
                    <a:pt x="1946910" y="397764"/>
                  </a:lnTo>
                  <a:lnTo>
                    <a:pt x="1948624" y="396716"/>
                  </a:lnTo>
                  <a:lnTo>
                    <a:pt x="1949863" y="396621"/>
                  </a:lnTo>
                  <a:lnTo>
                    <a:pt x="1949767" y="397002"/>
                  </a:lnTo>
                  <a:lnTo>
                    <a:pt x="1949672" y="397097"/>
                  </a:lnTo>
                  <a:lnTo>
                    <a:pt x="1949577" y="397002"/>
                  </a:lnTo>
                  <a:lnTo>
                    <a:pt x="1949577" y="396907"/>
                  </a:lnTo>
                  <a:lnTo>
                    <a:pt x="1949767" y="398145"/>
                  </a:lnTo>
                  <a:lnTo>
                    <a:pt x="1949577" y="398907"/>
                  </a:lnTo>
                  <a:lnTo>
                    <a:pt x="1949006" y="399479"/>
                  </a:lnTo>
                  <a:lnTo>
                    <a:pt x="1948053" y="400145"/>
                  </a:lnTo>
                  <a:lnTo>
                    <a:pt x="1947291" y="400907"/>
                  </a:lnTo>
                  <a:lnTo>
                    <a:pt x="1946624" y="401860"/>
                  </a:lnTo>
                  <a:lnTo>
                    <a:pt x="1945862" y="402717"/>
                  </a:lnTo>
                  <a:lnTo>
                    <a:pt x="1944719" y="403288"/>
                  </a:lnTo>
                  <a:lnTo>
                    <a:pt x="1945291" y="404431"/>
                  </a:lnTo>
                  <a:lnTo>
                    <a:pt x="1945481" y="404908"/>
                  </a:lnTo>
                  <a:lnTo>
                    <a:pt x="1945481" y="405575"/>
                  </a:lnTo>
                  <a:lnTo>
                    <a:pt x="1945291" y="407289"/>
                  </a:lnTo>
                  <a:lnTo>
                    <a:pt x="1945481" y="407861"/>
                  </a:lnTo>
                  <a:lnTo>
                    <a:pt x="1945862" y="408337"/>
                  </a:lnTo>
                  <a:lnTo>
                    <a:pt x="1946243" y="408527"/>
                  </a:lnTo>
                  <a:lnTo>
                    <a:pt x="1946624" y="408622"/>
                  </a:lnTo>
                  <a:lnTo>
                    <a:pt x="1947005" y="408813"/>
                  </a:lnTo>
                  <a:lnTo>
                    <a:pt x="1947291" y="409289"/>
                  </a:lnTo>
                  <a:lnTo>
                    <a:pt x="1947196" y="409861"/>
                  </a:lnTo>
                  <a:lnTo>
                    <a:pt x="1947005" y="410432"/>
                  </a:lnTo>
                  <a:lnTo>
                    <a:pt x="1946910" y="411004"/>
                  </a:lnTo>
                  <a:lnTo>
                    <a:pt x="1947100" y="411575"/>
                  </a:lnTo>
                  <a:lnTo>
                    <a:pt x="1947672" y="411956"/>
                  </a:lnTo>
                  <a:lnTo>
                    <a:pt x="1948720" y="412528"/>
                  </a:lnTo>
                  <a:lnTo>
                    <a:pt x="1949958" y="414338"/>
                  </a:lnTo>
                  <a:lnTo>
                    <a:pt x="1951291" y="414147"/>
                  </a:lnTo>
                  <a:lnTo>
                    <a:pt x="1953768" y="413385"/>
                  </a:lnTo>
                  <a:lnTo>
                    <a:pt x="1955197" y="413195"/>
                  </a:lnTo>
                  <a:lnTo>
                    <a:pt x="1953863" y="413671"/>
                  </a:lnTo>
                  <a:lnTo>
                    <a:pt x="1953292" y="414147"/>
                  </a:lnTo>
                  <a:lnTo>
                    <a:pt x="1953006" y="414814"/>
                  </a:lnTo>
                  <a:lnTo>
                    <a:pt x="1952720" y="415290"/>
                  </a:lnTo>
                  <a:lnTo>
                    <a:pt x="1951291" y="416052"/>
                  </a:lnTo>
                  <a:lnTo>
                    <a:pt x="1950911" y="416433"/>
                  </a:lnTo>
                  <a:lnTo>
                    <a:pt x="1951101" y="417671"/>
                  </a:lnTo>
                  <a:lnTo>
                    <a:pt x="1952434" y="418814"/>
                  </a:lnTo>
                  <a:lnTo>
                    <a:pt x="1959864" y="421958"/>
                  </a:lnTo>
                  <a:lnTo>
                    <a:pt x="1961007" y="422815"/>
                  </a:lnTo>
                  <a:lnTo>
                    <a:pt x="1961864" y="423958"/>
                  </a:lnTo>
                  <a:lnTo>
                    <a:pt x="1962531" y="425196"/>
                  </a:lnTo>
                  <a:lnTo>
                    <a:pt x="1963388" y="426339"/>
                  </a:lnTo>
                  <a:lnTo>
                    <a:pt x="1964722" y="427196"/>
                  </a:lnTo>
                  <a:lnTo>
                    <a:pt x="1966913" y="427482"/>
                  </a:lnTo>
                  <a:lnTo>
                    <a:pt x="1968913" y="426720"/>
                  </a:lnTo>
                  <a:lnTo>
                    <a:pt x="1972628" y="424625"/>
                  </a:lnTo>
                  <a:lnTo>
                    <a:pt x="1976247" y="423958"/>
                  </a:lnTo>
                  <a:lnTo>
                    <a:pt x="1977199" y="423386"/>
                  </a:lnTo>
                  <a:lnTo>
                    <a:pt x="1978247" y="423005"/>
                  </a:lnTo>
                  <a:lnTo>
                    <a:pt x="1979486" y="423291"/>
                  </a:lnTo>
                  <a:lnTo>
                    <a:pt x="1980533" y="423863"/>
                  </a:lnTo>
                  <a:lnTo>
                    <a:pt x="1981105" y="424339"/>
                  </a:lnTo>
                  <a:lnTo>
                    <a:pt x="1981486" y="425387"/>
                  </a:lnTo>
                  <a:lnTo>
                    <a:pt x="1981772" y="426720"/>
                  </a:lnTo>
                  <a:lnTo>
                    <a:pt x="1982343" y="427768"/>
                  </a:lnTo>
                  <a:lnTo>
                    <a:pt x="1983486" y="428244"/>
                  </a:lnTo>
                  <a:lnTo>
                    <a:pt x="1984057" y="428435"/>
                  </a:lnTo>
                  <a:lnTo>
                    <a:pt x="1984439" y="428816"/>
                  </a:lnTo>
                  <a:lnTo>
                    <a:pt x="1984724" y="429196"/>
                  </a:lnTo>
                  <a:lnTo>
                    <a:pt x="1985105" y="429387"/>
                  </a:lnTo>
                  <a:lnTo>
                    <a:pt x="1985581" y="429292"/>
                  </a:lnTo>
                  <a:lnTo>
                    <a:pt x="1989391" y="426911"/>
                  </a:lnTo>
                  <a:lnTo>
                    <a:pt x="1990630" y="426339"/>
                  </a:lnTo>
                  <a:lnTo>
                    <a:pt x="1991868" y="426149"/>
                  </a:lnTo>
                  <a:lnTo>
                    <a:pt x="1993106" y="426339"/>
                  </a:lnTo>
                  <a:lnTo>
                    <a:pt x="1996345" y="427958"/>
                  </a:lnTo>
                  <a:lnTo>
                    <a:pt x="1998536" y="428149"/>
                  </a:lnTo>
                  <a:lnTo>
                    <a:pt x="2000536" y="427577"/>
                  </a:lnTo>
                  <a:lnTo>
                    <a:pt x="2002631" y="426720"/>
                  </a:lnTo>
                  <a:lnTo>
                    <a:pt x="2005013" y="426149"/>
                  </a:lnTo>
                  <a:lnTo>
                    <a:pt x="2007489" y="426053"/>
                  </a:lnTo>
                  <a:lnTo>
                    <a:pt x="2008727" y="425863"/>
                  </a:lnTo>
                  <a:lnTo>
                    <a:pt x="2010537" y="424720"/>
                  </a:lnTo>
                  <a:lnTo>
                    <a:pt x="2011775" y="424625"/>
                  </a:lnTo>
                  <a:lnTo>
                    <a:pt x="2013871" y="424815"/>
                  </a:lnTo>
                  <a:lnTo>
                    <a:pt x="2016157" y="424244"/>
                  </a:lnTo>
                  <a:lnTo>
                    <a:pt x="2017300" y="424148"/>
                  </a:lnTo>
                  <a:lnTo>
                    <a:pt x="2017776" y="424625"/>
                  </a:lnTo>
                  <a:lnTo>
                    <a:pt x="2018348" y="425101"/>
                  </a:lnTo>
                  <a:lnTo>
                    <a:pt x="2019681" y="425101"/>
                  </a:lnTo>
                  <a:lnTo>
                    <a:pt x="2022157" y="424815"/>
                  </a:lnTo>
                  <a:lnTo>
                    <a:pt x="2023205" y="425101"/>
                  </a:lnTo>
                  <a:lnTo>
                    <a:pt x="2025206" y="425958"/>
                  </a:lnTo>
                  <a:lnTo>
                    <a:pt x="2026825" y="425672"/>
                  </a:lnTo>
                  <a:lnTo>
                    <a:pt x="2028063" y="425672"/>
                  </a:lnTo>
                  <a:lnTo>
                    <a:pt x="2028825" y="425387"/>
                  </a:lnTo>
                  <a:lnTo>
                    <a:pt x="2028254" y="424625"/>
                  </a:lnTo>
                  <a:lnTo>
                    <a:pt x="2028254" y="424244"/>
                  </a:lnTo>
                  <a:lnTo>
                    <a:pt x="2029111" y="424529"/>
                  </a:lnTo>
                  <a:lnTo>
                    <a:pt x="2029778" y="426053"/>
                  </a:lnTo>
                  <a:lnTo>
                    <a:pt x="2030635" y="426434"/>
                  </a:lnTo>
                  <a:lnTo>
                    <a:pt x="2031492" y="426053"/>
                  </a:lnTo>
                  <a:lnTo>
                    <a:pt x="2032159" y="425101"/>
                  </a:lnTo>
                  <a:lnTo>
                    <a:pt x="2033016" y="423101"/>
                  </a:lnTo>
                  <a:lnTo>
                    <a:pt x="2033206" y="423767"/>
                  </a:lnTo>
                  <a:lnTo>
                    <a:pt x="2033016" y="425958"/>
                  </a:lnTo>
                  <a:lnTo>
                    <a:pt x="2034064" y="425482"/>
                  </a:lnTo>
                  <a:lnTo>
                    <a:pt x="2034635" y="425291"/>
                  </a:lnTo>
                  <a:lnTo>
                    <a:pt x="2035016" y="425387"/>
                  </a:lnTo>
                  <a:lnTo>
                    <a:pt x="2035397" y="425672"/>
                  </a:lnTo>
                  <a:lnTo>
                    <a:pt x="2035778" y="425768"/>
                  </a:lnTo>
                  <a:lnTo>
                    <a:pt x="2036064" y="425672"/>
                  </a:lnTo>
                  <a:lnTo>
                    <a:pt x="2036159" y="425291"/>
                  </a:lnTo>
                  <a:lnTo>
                    <a:pt x="2036540" y="424529"/>
                  </a:lnTo>
                  <a:lnTo>
                    <a:pt x="2037398" y="424053"/>
                  </a:lnTo>
                  <a:lnTo>
                    <a:pt x="2038255" y="423672"/>
                  </a:lnTo>
                  <a:lnTo>
                    <a:pt x="2038636" y="423481"/>
                  </a:lnTo>
                  <a:lnTo>
                    <a:pt x="2039017" y="422529"/>
                  </a:lnTo>
                  <a:lnTo>
                    <a:pt x="2039874" y="422243"/>
                  </a:lnTo>
                  <a:lnTo>
                    <a:pt x="2041874" y="422148"/>
                  </a:lnTo>
                  <a:lnTo>
                    <a:pt x="2042350" y="421958"/>
                  </a:lnTo>
                  <a:lnTo>
                    <a:pt x="2043684" y="421100"/>
                  </a:lnTo>
                  <a:lnTo>
                    <a:pt x="2044160" y="421005"/>
                  </a:lnTo>
                  <a:lnTo>
                    <a:pt x="2045017" y="420910"/>
                  </a:lnTo>
                  <a:lnTo>
                    <a:pt x="2045494" y="420719"/>
                  </a:lnTo>
                  <a:lnTo>
                    <a:pt x="2045780" y="420434"/>
                  </a:lnTo>
                  <a:lnTo>
                    <a:pt x="2046541" y="419100"/>
                  </a:lnTo>
                  <a:lnTo>
                    <a:pt x="2046732" y="418910"/>
                  </a:lnTo>
                  <a:lnTo>
                    <a:pt x="2047304" y="418910"/>
                  </a:lnTo>
                  <a:lnTo>
                    <a:pt x="2047875" y="419005"/>
                  </a:lnTo>
                  <a:lnTo>
                    <a:pt x="2048161" y="419005"/>
                  </a:lnTo>
                  <a:lnTo>
                    <a:pt x="2048923" y="418719"/>
                  </a:lnTo>
                  <a:lnTo>
                    <a:pt x="2050161" y="418624"/>
                  </a:lnTo>
                  <a:lnTo>
                    <a:pt x="2051114" y="418814"/>
                  </a:lnTo>
                  <a:lnTo>
                    <a:pt x="2051114" y="419386"/>
                  </a:lnTo>
                  <a:lnTo>
                    <a:pt x="2050923" y="419767"/>
                  </a:lnTo>
                  <a:lnTo>
                    <a:pt x="2050828" y="420624"/>
                  </a:lnTo>
                  <a:lnTo>
                    <a:pt x="2050637" y="421005"/>
                  </a:lnTo>
                  <a:lnTo>
                    <a:pt x="2050256" y="421196"/>
                  </a:lnTo>
                  <a:lnTo>
                    <a:pt x="2049113" y="421577"/>
                  </a:lnTo>
                  <a:lnTo>
                    <a:pt x="2048828" y="421767"/>
                  </a:lnTo>
                  <a:lnTo>
                    <a:pt x="2049018" y="422434"/>
                  </a:lnTo>
                  <a:lnTo>
                    <a:pt x="2049780" y="422434"/>
                  </a:lnTo>
                  <a:lnTo>
                    <a:pt x="2050732" y="422053"/>
                  </a:lnTo>
                  <a:lnTo>
                    <a:pt x="2051399" y="421767"/>
                  </a:lnTo>
                  <a:lnTo>
                    <a:pt x="2051780" y="422148"/>
                  </a:lnTo>
                  <a:lnTo>
                    <a:pt x="2050828" y="422529"/>
                  </a:lnTo>
                  <a:lnTo>
                    <a:pt x="2050066" y="423196"/>
                  </a:lnTo>
                  <a:lnTo>
                    <a:pt x="2049208" y="423577"/>
                  </a:lnTo>
                  <a:lnTo>
                    <a:pt x="2048161" y="423101"/>
                  </a:lnTo>
                  <a:lnTo>
                    <a:pt x="2047780" y="423863"/>
                  </a:lnTo>
                  <a:lnTo>
                    <a:pt x="2047208" y="424529"/>
                  </a:lnTo>
                  <a:lnTo>
                    <a:pt x="2046351" y="425005"/>
                  </a:lnTo>
                  <a:lnTo>
                    <a:pt x="2044541" y="425482"/>
                  </a:lnTo>
                  <a:lnTo>
                    <a:pt x="2043779" y="426053"/>
                  </a:lnTo>
                  <a:lnTo>
                    <a:pt x="2043398" y="426625"/>
                  </a:lnTo>
                  <a:lnTo>
                    <a:pt x="2043589" y="426911"/>
                  </a:lnTo>
                  <a:lnTo>
                    <a:pt x="2044160" y="427196"/>
                  </a:lnTo>
                  <a:lnTo>
                    <a:pt x="2045017" y="428435"/>
                  </a:lnTo>
                  <a:lnTo>
                    <a:pt x="2045875" y="428720"/>
                  </a:lnTo>
                  <a:lnTo>
                    <a:pt x="2046637" y="428435"/>
                  </a:lnTo>
                  <a:lnTo>
                    <a:pt x="2047684" y="427768"/>
                  </a:lnTo>
                  <a:lnTo>
                    <a:pt x="2049113" y="426530"/>
                  </a:lnTo>
                  <a:lnTo>
                    <a:pt x="2049494" y="426530"/>
                  </a:lnTo>
                  <a:lnTo>
                    <a:pt x="2050542" y="427292"/>
                  </a:lnTo>
                  <a:lnTo>
                    <a:pt x="2051114" y="426244"/>
                  </a:lnTo>
                  <a:lnTo>
                    <a:pt x="2051685" y="423577"/>
                  </a:lnTo>
                  <a:lnTo>
                    <a:pt x="2052066" y="424529"/>
                  </a:lnTo>
                  <a:lnTo>
                    <a:pt x="2052161" y="425863"/>
                  </a:lnTo>
                  <a:lnTo>
                    <a:pt x="2052066" y="427196"/>
                  </a:lnTo>
                  <a:lnTo>
                    <a:pt x="2051685" y="428244"/>
                  </a:lnTo>
                  <a:lnTo>
                    <a:pt x="2050828" y="429101"/>
                  </a:lnTo>
                  <a:lnTo>
                    <a:pt x="2049685" y="429673"/>
                  </a:lnTo>
                  <a:lnTo>
                    <a:pt x="2047208" y="430435"/>
                  </a:lnTo>
                  <a:lnTo>
                    <a:pt x="2047208" y="430816"/>
                  </a:lnTo>
                  <a:lnTo>
                    <a:pt x="2048542" y="430816"/>
                  </a:lnTo>
                  <a:lnTo>
                    <a:pt x="2050923" y="430149"/>
                  </a:lnTo>
                  <a:lnTo>
                    <a:pt x="2052256" y="430149"/>
                  </a:lnTo>
                  <a:lnTo>
                    <a:pt x="2051304" y="431102"/>
                  </a:lnTo>
                  <a:lnTo>
                    <a:pt x="2048637" y="432149"/>
                  </a:lnTo>
                  <a:lnTo>
                    <a:pt x="2048828" y="432911"/>
                  </a:lnTo>
                  <a:lnTo>
                    <a:pt x="2049971" y="433388"/>
                  </a:lnTo>
                  <a:lnTo>
                    <a:pt x="2051399" y="433578"/>
                  </a:lnTo>
                  <a:lnTo>
                    <a:pt x="2054352" y="433483"/>
                  </a:lnTo>
                  <a:lnTo>
                    <a:pt x="2053399" y="434435"/>
                  </a:lnTo>
                  <a:lnTo>
                    <a:pt x="2051685" y="434626"/>
                  </a:lnTo>
                  <a:lnTo>
                    <a:pt x="2047970" y="434245"/>
                  </a:lnTo>
                  <a:lnTo>
                    <a:pt x="2047018" y="434721"/>
                  </a:lnTo>
                  <a:lnTo>
                    <a:pt x="2047589" y="435864"/>
                  </a:lnTo>
                  <a:lnTo>
                    <a:pt x="2048637" y="437197"/>
                  </a:lnTo>
                  <a:lnTo>
                    <a:pt x="2049304" y="438245"/>
                  </a:lnTo>
                  <a:lnTo>
                    <a:pt x="2048923" y="438245"/>
                  </a:lnTo>
                  <a:lnTo>
                    <a:pt x="2048447" y="437674"/>
                  </a:lnTo>
                  <a:lnTo>
                    <a:pt x="2047018" y="436436"/>
                  </a:lnTo>
                  <a:lnTo>
                    <a:pt x="2046732" y="435864"/>
                  </a:lnTo>
                  <a:lnTo>
                    <a:pt x="2046161" y="435483"/>
                  </a:lnTo>
                  <a:lnTo>
                    <a:pt x="2044922" y="435578"/>
                  </a:lnTo>
                  <a:lnTo>
                    <a:pt x="2042541" y="436055"/>
                  </a:lnTo>
                  <a:lnTo>
                    <a:pt x="2041589" y="436055"/>
                  </a:lnTo>
                  <a:lnTo>
                    <a:pt x="2040731" y="436150"/>
                  </a:lnTo>
                  <a:lnTo>
                    <a:pt x="2040446" y="436531"/>
                  </a:lnTo>
                  <a:lnTo>
                    <a:pt x="2041017" y="437388"/>
                  </a:lnTo>
                  <a:lnTo>
                    <a:pt x="2041874" y="437864"/>
                  </a:lnTo>
                  <a:lnTo>
                    <a:pt x="2043684" y="437769"/>
                  </a:lnTo>
                  <a:lnTo>
                    <a:pt x="2044637" y="438150"/>
                  </a:lnTo>
                  <a:lnTo>
                    <a:pt x="2044065" y="438721"/>
                  </a:lnTo>
                  <a:lnTo>
                    <a:pt x="2043779" y="439198"/>
                  </a:lnTo>
                  <a:lnTo>
                    <a:pt x="2043779" y="439674"/>
                  </a:lnTo>
                  <a:lnTo>
                    <a:pt x="2043874" y="440246"/>
                  </a:lnTo>
                  <a:lnTo>
                    <a:pt x="2044065" y="440341"/>
                  </a:lnTo>
                  <a:lnTo>
                    <a:pt x="2044732" y="441103"/>
                  </a:lnTo>
                  <a:lnTo>
                    <a:pt x="2044827" y="441293"/>
                  </a:lnTo>
                  <a:lnTo>
                    <a:pt x="2045113" y="441865"/>
                  </a:lnTo>
                  <a:lnTo>
                    <a:pt x="2044637" y="445103"/>
                  </a:lnTo>
                  <a:lnTo>
                    <a:pt x="2044637" y="446246"/>
                  </a:lnTo>
                  <a:lnTo>
                    <a:pt x="2044541" y="447104"/>
                  </a:lnTo>
                  <a:lnTo>
                    <a:pt x="2044256" y="447389"/>
                  </a:lnTo>
                  <a:lnTo>
                    <a:pt x="2043589" y="446818"/>
                  </a:lnTo>
                  <a:lnTo>
                    <a:pt x="2042827" y="444437"/>
                  </a:lnTo>
                  <a:lnTo>
                    <a:pt x="2041684" y="442817"/>
                  </a:lnTo>
                  <a:lnTo>
                    <a:pt x="2040826" y="440817"/>
                  </a:lnTo>
                  <a:lnTo>
                    <a:pt x="2040160" y="440150"/>
                  </a:lnTo>
                  <a:lnTo>
                    <a:pt x="2039017" y="439864"/>
                  </a:lnTo>
                  <a:lnTo>
                    <a:pt x="2038826" y="440341"/>
                  </a:lnTo>
                  <a:lnTo>
                    <a:pt x="2038826" y="443294"/>
                  </a:lnTo>
                  <a:lnTo>
                    <a:pt x="2038636" y="444341"/>
                  </a:lnTo>
                  <a:lnTo>
                    <a:pt x="2037969" y="446437"/>
                  </a:lnTo>
                  <a:lnTo>
                    <a:pt x="2037779" y="447389"/>
                  </a:lnTo>
                  <a:lnTo>
                    <a:pt x="2037779" y="448437"/>
                  </a:lnTo>
                  <a:lnTo>
                    <a:pt x="2037874" y="449199"/>
                  </a:lnTo>
                  <a:lnTo>
                    <a:pt x="2037874" y="449866"/>
                  </a:lnTo>
                  <a:lnTo>
                    <a:pt x="2037398" y="450533"/>
                  </a:lnTo>
                  <a:lnTo>
                    <a:pt x="2036636" y="448056"/>
                  </a:lnTo>
                  <a:lnTo>
                    <a:pt x="2036826" y="447485"/>
                  </a:lnTo>
                  <a:lnTo>
                    <a:pt x="2037016" y="446913"/>
                  </a:lnTo>
                  <a:lnTo>
                    <a:pt x="2037016" y="443675"/>
                  </a:lnTo>
                  <a:lnTo>
                    <a:pt x="2036921" y="443008"/>
                  </a:lnTo>
                  <a:lnTo>
                    <a:pt x="2036636" y="442436"/>
                  </a:lnTo>
                  <a:lnTo>
                    <a:pt x="2035207" y="441388"/>
                  </a:lnTo>
                  <a:lnTo>
                    <a:pt x="2034826" y="441198"/>
                  </a:lnTo>
                  <a:lnTo>
                    <a:pt x="2034540" y="441198"/>
                  </a:lnTo>
                  <a:lnTo>
                    <a:pt x="2034254" y="441293"/>
                  </a:lnTo>
                  <a:lnTo>
                    <a:pt x="2033873" y="441293"/>
                  </a:lnTo>
                  <a:lnTo>
                    <a:pt x="2033397" y="440817"/>
                  </a:lnTo>
                  <a:lnTo>
                    <a:pt x="2032825" y="441484"/>
                  </a:lnTo>
                  <a:lnTo>
                    <a:pt x="2032349" y="441865"/>
                  </a:lnTo>
                  <a:lnTo>
                    <a:pt x="2031301" y="442246"/>
                  </a:lnTo>
                  <a:lnTo>
                    <a:pt x="2031016" y="442341"/>
                  </a:lnTo>
                  <a:lnTo>
                    <a:pt x="2030349" y="442341"/>
                  </a:lnTo>
                  <a:lnTo>
                    <a:pt x="2030063" y="442436"/>
                  </a:lnTo>
                  <a:lnTo>
                    <a:pt x="2029968" y="442722"/>
                  </a:lnTo>
                  <a:lnTo>
                    <a:pt x="2029968" y="443484"/>
                  </a:lnTo>
                  <a:lnTo>
                    <a:pt x="2029873" y="443675"/>
                  </a:lnTo>
                  <a:lnTo>
                    <a:pt x="2028825" y="443770"/>
                  </a:lnTo>
                  <a:lnTo>
                    <a:pt x="2028444" y="442817"/>
                  </a:lnTo>
                  <a:lnTo>
                    <a:pt x="2028254" y="441674"/>
                  </a:lnTo>
                  <a:lnTo>
                    <a:pt x="2027587" y="440817"/>
                  </a:lnTo>
                  <a:lnTo>
                    <a:pt x="2027301" y="440246"/>
                  </a:lnTo>
                  <a:lnTo>
                    <a:pt x="2026920" y="439864"/>
                  </a:lnTo>
                  <a:lnTo>
                    <a:pt x="2026348" y="440150"/>
                  </a:lnTo>
                  <a:lnTo>
                    <a:pt x="2026158" y="440722"/>
                  </a:lnTo>
                  <a:lnTo>
                    <a:pt x="2026253" y="441388"/>
                  </a:lnTo>
                  <a:lnTo>
                    <a:pt x="2026444" y="442055"/>
                  </a:lnTo>
                  <a:lnTo>
                    <a:pt x="2026539" y="442722"/>
                  </a:lnTo>
                  <a:lnTo>
                    <a:pt x="2026348" y="445103"/>
                  </a:lnTo>
                  <a:lnTo>
                    <a:pt x="2025967" y="446151"/>
                  </a:lnTo>
                  <a:lnTo>
                    <a:pt x="2025206" y="446437"/>
                  </a:lnTo>
                  <a:lnTo>
                    <a:pt x="2025682" y="445199"/>
                  </a:lnTo>
                  <a:lnTo>
                    <a:pt x="2025777" y="443960"/>
                  </a:lnTo>
                  <a:lnTo>
                    <a:pt x="2025491" y="441388"/>
                  </a:lnTo>
                  <a:lnTo>
                    <a:pt x="2025587" y="439293"/>
                  </a:lnTo>
                  <a:lnTo>
                    <a:pt x="2025491" y="438817"/>
                  </a:lnTo>
                  <a:lnTo>
                    <a:pt x="2024920" y="438626"/>
                  </a:lnTo>
                  <a:lnTo>
                    <a:pt x="2024539" y="439007"/>
                  </a:lnTo>
                  <a:lnTo>
                    <a:pt x="2023110" y="442341"/>
                  </a:lnTo>
                  <a:lnTo>
                    <a:pt x="2022729" y="443675"/>
                  </a:lnTo>
                  <a:lnTo>
                    <a:pt x="2022634" y="444913"/>
                  </a:lnTo>
                  <a:lnTo>
                    <a:pt x="2022920" y="447294"/>
                  </a:lnTo>
                  <a:lnTo>
                    <a:pt x="2022634" y="448151"/>
                  </a:lnTo>
                  <a:lnTo>
                    <a:pt x="2021491" y="448246"/>
                  </a:lnTo>
                  <a:lnTo>
                    <a:pt x="2021872" y="447008"/>
                  </a:lnTo>
                  <a:lnTo>
                    <a:pt x="2021872" y="442531"/>
                  </a:lnTo>
                  <a:lnTo>
                    <a:pt x="2022062" y="441103"/>
                  </a:lnTo>
                  <a:lnTo>
                    <a:pt x="2021967" y="440436"/>
                  </a:lnTo>
                  <a:lnTo>
                    <a:pt x="2021491" y="439674"/>
                  </a:lnTo>
                  <a:lnTo>
                    <a:pt x="2020919" y="439198"/>
                  </a:lnTo>
                  <a:lnTo>
                    <a:pt x="2020157" y="438817"/>
                  </a:lnTo>
                  <a:lnTo>
                    <a:pt x="2019300" y="438817"/>
                  </a:lnTo>
                  <a:lnTo>
                    <a:pt x="2018633" y="439293"/>
                  </a:lnTo>
                  <a:lnTo>
                    <a:pt x="2018348" y="438626"/>
                  </a:lnTo>
                  <a:lnTo>
                    <a:pt x="2018157" y="436817"/>
                  </a:lnTo>
                  <a:lnTo>
                    <a:pt x="2017871" y="436150"/>
                  </a:lnTo>
                  <a:lnTo>
                    <a:pt x="2015014" y="434721"/>
                  </a:lnTo>
                  <a:lnTo>
                    <a:pt x="2014061" y="434721"/>
                  </a:lnTo>
                  <a:lnTo>
                    <a:pt x="2012632" y="435197"/>
                  </a:lnTo>
                  <a:lnTo>
                    <a:pt x="2011775" y="435388"/>
                  </a:lnTo>
                  <a:lnTo>
                    <a:pt x="2011299" y="435293"/>
                  </a:lnTo>
                  <a:lnTo>
                    <a:pt x="2010918" y="435102"/>
                  </a:lnTo>
                  <a:lnTo>
                    <a:pt x="2010537" y="435007"/>
                  </a:lnTo>
                  <a:lnTo>
                    <a:pt x="2010061" y="435197"/>
                  </a:lnTo>
                  <a:lnTo>
                    <a:pt x="2009775" y="435388"/>
                  </a:lnTo>
                  <a:lnTo>
                    <a:pt x="2009394" y="435578"/>
                  </a:lnTo>
                  <a:lnTo>
                    <a:pt x="2009013" y="435674"/>
                  </a:lnTo>
                  <a:lnTo>
                    <a:pt x="2008727" y="435674"/>
                  </a:lnTo>
                  <a:lnTo>
                    <a:pt x="2007394" y="436055"/>
                  </a:lnTo>
                  <a:lnTo>
                    <a:pt x="2003203" y="437960"/>
                  </a:lnTo>
                  <a:lnTo>
                    <a:pt x="2002346" y="438721"/>
                  </a:lnTo>
                  <a:lnTo>
                    <a:pt x="2001869" y="439769"/>
                  </a:lnTo>
                  <a:lnTo>
                    <a:pt x="1998726" y="443198"/>
                  </a:lnTo>
                  <a:lnTo>
                    <a:pt x="1997583" y="445675"/>
                  </a:lnTo>
                  <a:lnTo>
                    <a:pt x="1996249" y="446627"/>
                  </a:lnTo>
                  <a:lnTo>
                    <a:pt x="1993582" y="450342"/>
                  </a:lnTo>
                  <a:lnTo>
                    <a:pt x="1992630" y="451295"/>
                  </a:lnTo>
                  <a:lnTo>
                    <a:pt x="1989582" y="453580"/>
                  </a:lnTo>
                  <a:lnTo>
                    <a:pt x="1988915" y="453962"/>
                  </a:lnTo>
                  <a:lnTo>
                    <a:pt x="1988439" y="454533"/>
                  </a:lnTo>
                  <a:lnTo>
                    <a:pt x="1987487" y="455200"/>
                  </a:lnTo>
                  <a:lnTo>
                    <a:pt x="1987010" y="455390"/>
                  </a:lnTo>
                  <a:lnTo>
                    <a:pt x="1986343" y="455486"/>
                  </a:lnTo>
                  <a:lnTo>
                    <a:pt x="1984439" y="454819"/>
                  </a:lnTo>
                  <a:lnTo>
                    <a:pt x="1981390" y="451676"/>
                  </a:lnTo>
                  <a:lnTo>
                    <a:pt x="1979581" y="450437"/>
                  </a:lnTo>
                  <a:lnTo>
                    <a:pt x="1978628" y="450247"/>
                  </a:lnTo>
                  <a:lnTo>
                    <a:pt x="1977390" y="450247"/>
                  </a:lnTo>
                  <a:lnTo>
                    <a:pt x="1976438" y="450056"/>
                  </a:lnTo>
                  <a:lnTo>
                    <a:pt x="1976056" y="449580"/>
                  </a:lnTo>
                  <a:lnTo>
                    <a:pt x="1975485" y="449389"/>
                  </a:lnTo>
                  <a:lnTo>
                    <a:pt x="1974342" y="449485"/>
                  </a:lnTo>
                  <a:lnTo>
                    <a:pt x="1973485" y="449866"/>
                  </a:lnTo>
                  <a:lnTo>
                    <a:pt x="1973866" y="450818"/>
                  </a:lnTo>
                  <a:lnTo>
                    <a:pt x="1973866" y="451104"/>
                  </a:lnTo>
                  <a:lnTo>
                    <a:pt x="1973008" y="451199"/>
                  </a:lnTo>
                  <a:lnTo>
                    <a:pt x="1971865" y="451866"/>
                  </a:lnTo>
                  <a:lnTo>
                    <a:pt x="1971008" y="451866"/>
                  </a:lnTo>
                  <a:lnTo>
                    <a:pt x="1971675" y="451199"/>
                  </a:lnTo>
                  <a:lnTo>
                    <a:pt x="1971484" y="450628"/>
                  </a:lnTo>
                  <a:lnTo>
                    <a:pt x="1971199" y="450056"/>
                  </a:lnTo>
                  <a:lnTo>
                    <a:pt x="1971389" y="449389"/>
                  </a:lnTo>
                  <a:lnTo>
                    <a:pt x="1970532" y="449389"/>
                  </a:lnTo>
                  <a:lnTo>
                    <a:pt x="1970246" y="449389"/>
                  </a:lnTo>
                  <a:lnTo>
                    <a:pt x="1970627" y="449389"/>
                  </a:lnTo>
                  <a:lnTo>
                    <a:pt x="1968817" y="449485"/>
                  </a:lnTo>
                  <a:lnTo>
                    <a:pt x="1968056" y="449389"/>
                  </a:lnTo>
                  <a:lnTo>
                    <a:pt x="1965865" y="448532"/>
                  </a:lnTo>
                  <a:lnTo>
                    <a:pt x="1965103" y="448342"/>
                  </a:lnTo>
                  <a:lnTo>
                    <a:pt x="1959292" y="448342"/>
                  </a:lnTo>
                  <a:lnTo>
                    <a:pt x="1958912" y="448437"/>
                  </a:lnTo>
                  <a:lnTo>
                    <a:pt x="1958245" y="448723"/>
                  </a:lnTo>
                  <a:lnTo>
                    <a:pt x="1957197" y="448723"/>
                  </a:lnTo>
                  <a:lnTo>
                    <a:pt x="1955101" y="449485"/>
                  </a:lnTo>
                  <a:lnTo>
                    <a:pt x="1954625" y="449866"/>
                  </a:lnTo>
                  <a:lnTo>
                    <a:pt x="1954530" y="450628"/>
                  </a:lnTo>
                  <a:lnTo>
                    <a:pt x="1957102" y="450437"/>
                  </a:lnTo>
                  <a:lnTo>
                    <a:pt x="1958245" y="450913"/>
                  </a:lnTo>
                  <a:lnTo>
                    <a:pt x="1956911" y="451390"/>
                  </a:lnTo>
                  <a:lnTo>
                    <a:pt x="1955578" y="451676"/>
                  </a:lnTo>
                  <a:lnTo>
                    <a:pt x="1953387" y="451485"/>
                  </a:lnTo>
                  <a:lnTo>
                    <a:pt x="1952911" y="451676"/>
                  </a:lnTo>
                  <a:lnTo>
                    <a:pt x="1953197" y="452342"/>
                  </a:lnTo>
                  <a:lnTo>
                    <a:pt x="1953006" y="452628"/>
                  </a:lnTo>
                  <a:lnTo>
                    <a:pt x="1952625" y="452533"/>
                  </a:lnTo>
                  <a:lnTo>
                    <a:pt x="1952149" y="451961"/>
                  </a:lnTo>
                  <a:lnTo>
                    <a:pt x="1951768" y="452723"/>
                  </a:lnTo>
                  <a:lnTo>
                    <a:pt x="1951006" y="452819"/>
                  </a:lnTo>
                  <a:lnTo>
                    <a:pt x="1950053" y="452723"/>
                  </a:lnTo>
                  <a:lnTo>
                    <a:pt x="1949196" y="452723"/>
                  </a:lnTo>
                  <a:lnTo>
                    <a:pt x="1947196" y="453676"/>
                  </a:lnTo>
                  <a:lnTo>
                    <a:pt x="1946434" y="454247"/>
                  </a:lnTo>
                  <a:lnTo>
                    <a:pt x="1946815" y="454533"/>
                  </a:lnTo>
                  <a:lnTo>
                    <a:pt x="1949291" y="454438"/>
                  </a:lnTo>
                  <a:lnTo>
                    <a:pt x="1950434" y="454533"/>
                  </a:lnTo>
                  <a:lnTo>
                    <a:pt x="1950911" y="455009"/>
                  </a:lnTo>
                  <a:lnTo>
                    <a:pt x="1950530" y="455771"/>
                  </a:lnTo>
                  <a:lnTo>
                    <a:pt x="1949767" y="456343"/>
                  </a:lnTo>
                  <a:lnTo>
                    <a:pt x="1948815" y="456724"/>
                  </a:lnTo>
                  <a:lnTo>
                    <a:pt x="1948053" y="456914"/>
                  </a:lnTo>
                  <a:lnTo>
                    <a:pt x="1948053" y="457295"/>
                  </a:lnTo>
                  <a:lnTo>
                    <a:pt x="1948910" y="457486"/>
                  </a:lnTo>
                  <a:lnTo>
                    <a:pt x="1949863" y="457581"/>
                  </a:lnTo>
                  <a:lnTo>
                    <a:pt x="1949577" y="458819"/>
                  </a:lnTo>
                  <a:lnTo>
                    <a:pt x="1949291" y="459200"/>
                  </a:lnTo>
                  <a:lnTo>
                    <a:pt x="1948815" y="459772"/>
                  </a:lnTo>
                  <a:lnTo>
                    <a:pt x="1948339" y="460153"/>
                  </a:lnTo>
                  <a:lnTo>
                    <a:pt x="1947863" y="460343"/>
                  </a:lnTo>
                  <a:lnTo>
                    <a:pt x="1947481" y="460724"/>
                  </a:lnTo>
                  <a:lnTo>
                    <a:pt x="1947386" y="461486"/>
                  </a:lnTo>
                  <a:lnTo>
                    <a:pt x="1947672" y="461486"/>
                  </a:lnTo>
                  <a:lnTo>
                    <a:pt x="1948434" y="460724"/>
                  </a:lnTo>
                  <a:lnTo>
                    <a:pt x="1950625" y="461296"/>
                  </a:lnTo>
                  <a:lnTo>
                    <a:pt x="1951673" y="460820"/>
                  </a:lnTo>
                  <a:lnTo>
                    <a:pt x="1952530" y="462629"/>
                  </a:lnTo>
                  <a:lnTo>
                    <a:pt x="1952625" y="462915"/>
                  </a:lnTo>
                  <a:lnTo>
                    <a:pt x="1953958" y="463010"/>
                  </a:lnTo>
                  <a:lnTo>
                    <a:pt x="1954435" y="462725"/>
                  </a:lnTo>
                  <a:lnTo>
                    <a:pt x="1954149" y="461772"/>
                  </a:lnTo>
                  <a:lnTo>
                    <a:pt x="1954625" y="461963"/>
                  </a:lnTo>
                  <a:lnTo>
                    <a:pt x="1955006" y="462058"/>
                  </a:lnTo>
                  <a:lnTo>
                    <a:pt x="1955387" y="461963"/>
                  </a:lnTo>
                  <a:lnTo>
                    <a:pt x="1955864" y="461677"/>
                  </a:lnTo>
                  <a:lnTo>
                    <a:pt x="1956435" y="462153"/>
                  </a:lnTo>
                  <a:lnTo>
                    <a:pt x="1957388" y="462153"/>
                  </a:lnTo>
                  <a:lnTo>
                    <a:pt x="1958245" y="461581"/>
                  </a:lnTo>
                  <a:lnTo>
                    <a:pt x="1958435" y="460534"/>
                  </a:lnTo>
                  <a:lnTo>
                    <a:pt x="1959007" y="460820"/>
                  </a:lnTo>
                  <a:lnTo>
                    <a:pt x="1959483" y="461201"/>
                  </a:lnTo>
                  <a:lnTo>
                    <a:pt x="1960055" y="461486"/>
                  </a:lnTo>
                  <a:lnTo>
                    <a:pt x="1960721" y="461581"/>
                  </a:lnTo>
                  <a:lnTo>
                    <a:pt x="1962531" y="461486"/>
                  </a:lnTo>
                  <a:lnTo>
                    <a:pt x="1963103" y="461581"/>
                  </a:lnTo>
                  <a:lnTo>
                    <a:pt x="1965674" y="462058"/>
                  </a:lnTo>
                  <a:lnTo>
                    <a:pt x="1966531" y="462629"/>
                  </a:lnTo>
                  <a:lnTo>
                    <a:pt x="1966436" y="463677"/>
                  </a:lnTo>
                  <a:lnTo>
                    <a:pt x="1967770" y="464058"/>
                  </a:lnTo>
                  <a:lnTo>
                    <a:pt x="1973580" y="467296"/>
                  </a:lnTo>
                  <a:lnTo>
                    <a:pt x="1973961" y="467678"/>
                  </a:lnTo>
                  <a:lnTo>
                    <a:pt x="1974247" y="468154"/>
                  </a:lnTo>
                  <a:lnTo>
                    <a:pt x="1974628" y="468535"/>
                  </a:lnTo>
                  <a:lnTo>
                    <a:pt x="1975199" y="468725"/>
                  </a:lnTo>
                  <a:lnTo>
                    <a:pt x="1975580" y="468916"/>
                  </a:lnTo>
                  <a:lnTo>
                    <a:pt x="1976628" y="469963"/>
                  </a:lnTo>
                  <a:lnTo>
                    <a:pt x="1977009" y="470154"/>
                  </a:lnTo>
                  <a:lnTo>
                    <a:pt x="1977676" y="470440"/>
                  </a:lnTo>
                  <a:lnTo>
                    <a:pt x="1978057" y="471011"/>
                  </a:lnTo>
                  <a:lnTo>
                    <a:pt x="1978247" y="471583"/>
                  </a:lnTo>
                  <a:lnTo>
                    <a:pt x="1978533" y="471869"/>
                  </a:lnTo>
                  <a:lnTo>
                    <a:pt x="1978723" y="472250"/>
                  </a:lnTo>
                  <a:lnTo>
                    <a:pt x="1979200" y="473678"/>
                  </a:lnTo>
                  <a:lnTo>
                    <a:pt x="1979581" y="474059"/>
                  </a:lnTo>
                  <a:lnTo>
                    <a:pt x="1979962" y="474155"/>
                  </a:lnTo>
                  <a:lnTo>
                    <a:pt x="1981200" y="474821"/>
                  </a:lnTo>
                  <a:lnTo>
                    <a:pt x="1981581" y="475107"/>
                  </a:lnTo>
                  <a:lnTo>
                    <a:pt x="1981676" y="476060"/>
                  </a:lnTo>
                  <a:lnTo>
                    <a:pt x="1981009" y="476536"/>
                  </a:lnTo>
                  <a:lnTo>
                    <a:pt x="1980248" y="476917"/>
                  </a:lnTo>
                  <a:lnTo>
                    <a:pt x="1980248" y="477488"/>
                  </a:lnTo>
                  <a:lnTo>
                    <a:pt x="1981486" y="478536"/>
                  </a:lnTo>
                  <a:lnTo>
                    <a:pt x="1981867" y="479012"/>
                  </a:lnTo>
                  <a:lnTo>
                    <a:pt x="1982629" y="480727"/>
                  </a:lnTo>
                  <a:lnTo>
                    <a:pt x="1982914" y="481203"/>
                  </a:lnTo>
                  <a:lnTo>
                    <a:pt x="1983772" y="481965"/>
                  </a:lnTo>
                  <a:lnTo>
                    <a:pt x="1984915" y="482441"/>
                  </a:lnTo>
                  <a:lnTo>
                    <a:pt x="1986058" y="482537"/>
                  </a:lnTo>
                  <a:lnTo>
                    <a:pt x="1987106" y="482060"/>
                  </a:lnTo>
                  <a:lnTo>
                    <a:pt x="1987296" y="481584"/>
                  </a:lnTo>
                  <a:lnTo>
                    <a:pt x="1986820" y="480346"/>
                  </a:lnTo>
                  <a:lnTo>
                    <a:pt x="1986820" y="479679"/>
                  </a:lnTo>
                  <a:lnTo>
                    <a:pt x="1987010" y="479393"/>
                  </a:lnTo>
                  <a:lnTo>
                    <a:pt x="1987391" y="479203"/>
                  </a:lnTo>
                  <a:lnTo>
                    <a:pt x="1989106" y="478822"/>
                  </a:lnTo>
                  <a:lnTo>
                    <a:pt x="1990154" y="478917"/>
                  </a:lnTo>
                  <a:lnTo>
                    <a:pt x="1991106" y="479488"/>
                  </a:lnTo>
                  <a:lnTo>
                    <a:pt x="1991487" y="480631"/>
                  </a:lnTo>
                  <a:lnTo>
                    <a:pt x="1991106" y="483965"/>
                  </a:lnTo>
                  <a:lnTo>
                    <a:pt x="1991106" y="485204"/>
                  </a:lnTo>
                  <a:lnTo>
                    <a:pt x="1991582" y="487680"/>
                  </a:lnTo>
                  <a:lnTo>
                    <a:pt x="1992154" y="488918"/>
                  </a:lnTo>
                  <a:lnTo>
                    <a:pt x="1993106" y="489395"/>
                  </a:lnTo>
                  <a:lnTo>
                    <a:pt x="1994249" y="489395"/>
                  </a:lnTo>
                  <a:lnTo>
                    <a:pt x="1994725" y="489585"/>
                  </a:lnTo>
                  <a:lnTo>
                    <a:pt x="1995488" y="491490"/>
                  </a:lnTo>
                  <a:lnTo>
                    <a:pt x="1995868" y="492157"/>
                  </a:lnTo>
                  <a:lnTo>
                    <a:pt x="1996249" y="492443"/>
                  </a:lnTo>
                  <a:lnTo>
                    <a:pt x="1996631" y="492728"/>
                  </a:lnTo>
                  <a:lnTo>
                    <a:pt x="1997202" y="493205"/>
                  </a:lnTo>
                  <a:lnTo>
                    <a:pt x="1997583" y="493776"/>
                  </a:lnTo>
                  <a:lnTo>
                    <a:pt x="1997392" y="494157"/>
                  </a:lnTo>
                  <a:lnTo>
                    <a:pt x="1996535" y="494633"/>
                  </a:lnTo>
                  <a:lnTo>
                    <a:pt x="1995678" y="495491"/>
                  </a:lnTo>
                  <a:lnTo>
                    <a:pt x="1995392" y="495967"/>
                  </a:lnTo>
                  <a:lnTo>
                    <a:pt x="1995202" y="496729"/>
                  </a:lnTo>
                  <a:lnTo>
                    <a:pt x="1995202" y="497205"/>
                  </a:lnTo>
                  <a:lnTo>
                    <a:pt x="1995297" y="497681"/>
                  </a:lnTo>
                  <a:lnTo>
                    <a:pt x="1995297" y="498062"/>
                  </a:lnTo>
                  <a:lnTo>
                    <a:pt x="1994821" y="498443"/>
                  </a:lnTo>
                  <a:lnTo>
                    <a:pt x="1992821" y="498634"/>
                  </a:lnTo>
                  <a:lnTo>
                    <a:pt x="1990439" y="497967"/>
                  </a:lnTo>
                  <a:lnTo>
                    <a:pt x="1988248" y="497586"/>
                  </a:lnTo>
                  <a:lnTo>
                    <a:pt x="1986820" y="498729"/>
                  </a:lnTo>
                  <a:lnTo>
                    <a:pt x="1986915" y="500444"/>
                  </a:lnTo>
                  <a:lnTo>
                    <a:pt x="1989773" y="506254"/>
                  </a:lnTo>
                  <a:lnTo>
                    <a:pt x="1989868" y="506825"/>
                  </a:lnTo>
                  <a:lnTo>
                    <a:pt x="1989773" y="508635"/>
                  </a:lnTo>
                  <a:lnTo>
                    <a:pt x="1989963" y="508921"/>
                  </a:lnTo>
                  <a:lnTo>
                    <a:pt x="1990725" y="509683"/>
                  </a:lnTo>
                  <a:lnTo>
                    <a:pt x="1991868" y="512731"/>
                  </a:lnTo>
                  <a:lnTo>
                    <a:pt x="1991963" y="513302"/>
                  </a:lnTo>
                  <a:lnTo>
                    <a:pt x="1991963" y="513874"/>
                  </a:lnTo>
                  <a:lnTo>
                    <a:pt x="1990915" y="513017"/>
                  </a:lnTo>
                  <a:lnTo>
                    <a:pt x="1990344" y="512826"/>
                  </a:lnTo>
                  <a:lnTo>
                    <a:pt x="1990058" y="513302"/>
                  </a:lnTo>
                  <a:lnTo>
                    <a:pt x="1990249" y="513969"/>
                  </a:lnTo>
                  <a:lnTo>
                    <a:pt x="1990725" y="514445"/>
                  </a:lnTo>
                  <a:lnTo>
                    <a:pt x="1991297" y="514826"/>
                  </a:lnTo>
                  <a:lnTo>
                    <a:pt x="1991773" y="515207"/>
                  </a:lnTo>
                  <a:lnTo>
                    <a:pt x="1992058" y="515779"/>
                  </a:lnTo>
                  <a:lnTo>
                    <a:pt x="1992535" y="517017"/>
                  </a:lnTo>
                  <a:lnTo>
                    <a:pt x="1993011" y="517588"/>
                  </a:lnTo>
                  <a:lnTo>
                    <a:pt x="1993487" y="517970"/>
                  </a:lnTo>
                  <a:lnTo>
                    <a:pt x="1994630" y="518541"/>
                  </a:lnTo>
                  <a:lnTo>
                    <a:pt x="1995202" y="519017"/>
                  </a:lnTo>
                  <a:lnTo>
                    <a:pt x="1995488" y="519589"/>
                  </a:lnTo>
                  <a:lnTo>
                    <a:pt x="1995488" y="520637"/>
                  </a:lnTo>
                  <a:lnTo>
                    <a:pt x="1995773" y="521303"/>
                  </a:lnTo>
                  <a:lnTo>
                    <a:pt x="1996059" y="521684"/>
                  </a:lnTo>
                  <a:lnTo>
                    <a:pt x="1996345" y="521780"/>
                  </a:lnTo>
                  <a:lnTo>
                    <a:pt x="1996631" y="521780"/>
                  </a:lnTo>
                  <a:lnTo>
                    <a:pt x="1999298" y="522922"/>
                  </a:lnTo>
                  <a:lnTo>
                    <a:pt x="2000345" y="523018"/>
                  </a:lnTo>
                  <a:lnTo>
                    <a:pt x="2001298" y="522542"/>
                  </a:lnTo>
                  <a:lnTo>
                    <a:pt x="2002726" y="520732"/>
                  </a:lnTo>
                  <a:lnTo>
                    <a:pt x="2003584" y="520255"/>
                  </a:lnTo>
                  <a:lnTo>
                    <a:pt x="2005013" y="520255"/>
                  </a:lnTo>
                  <a:lnTo>
                    <a:pt x="2009489" y="521113"/>
                  </a:lnTo>
                  <a:lnTo>
                    <a:pt x="2011966" y="521208"/>
                  </a:lnTo>
                  <a:lnTo>
                    <a:pt x="2014061" y="520637"/>
                  </a:lnTo>
                  <a:lnTo>
                    <a:pt x="2015014" y="519875"/>
                  </a:lnTo>
                  <a:lnTo>
                    <a:pt x="2021300" y="513112"/>
                  </a:lnTo>
                  <a:lnTo>
                    <a:pt x="2022062" y="511683"/>
                  </a:lnTo>
                  <a:lnTo>
                    <a:pt x="2022539" y="511112"/>
                  </a:lnTo>
                  <a:lnTo>
                    <a:pt x="2023015" y="510826"/>
                  </a:lnTo>
                  <a:lnTo>
                    <a:pt x="2024158" y="510445"/>
                  </a:lnTo>
                  <a:lnTo>
                    <a:pt x="2024729" y="510064"/>
                  </a:lnTo>
                  <a:lnTo>
                    <a:pt x="2024824" y="509111"/>
                  </a:lnTo>
                  <a:lnTo>
                    <a:pt x="2024063" y="508063"/>
                  </a:lnTo>
                  <a:lnTo>
                    <a:pt x="2022443" y="506635"/>
                  </a:lnTo>
                  <a:lnTo>
                    <a:pt x="2021776" y="504254"/>
                  </a:lnTo>
                  <a:lnTo>
                    <a:pt x="2022443" y="502539"/>
                  </a:lnTo>
                  <a:lnTo>
                    <a:pt x="2027587" y="497300"/>
                  </a:lnTo>
                  <a:lnTo>
                    <a:pt x="2028444" y="496919"/>
                  </a:lnTo>
                  <a:lnTo>
                    <a:pt x="2029397" y="496634"/>
                  </a:lnTo>
                  <a:lnTo>
                    <a:pt x="2030444" y="495967"/>
                  </a:lnTo>
                  <a:lnTo>
                    <a:pt x="2031301" y="495110"/>
                  </a:lnTo>
                  <a:lnTo>
                    <a:pt x="2031873" y="494347"/>
                  </a:lnTo>
                  <a:lnTo>
                    <a:pt x="2032159" y="493205"/>
                  </a:lnTo>
                  <a:lnTo>
                    <a:pt x="2032064" y="491966"/>
                  </a:lnTo>
                  <a:lnTo>
                    <a:pt x="2031682" y="490823"/>
                  </a:lnTo>
                  <a:lnTo>
                    <a:pt x="2031016" y="489871"/>
                  </a:lnTo>
                  <a:lnTo>
                    <a:pt x="2030063" y="489204"/>
                  </a:lnTo>
                  <a:lnTo>
                    <a:pt x="2027968" y="488537"/>
                  </a:lnTo>
                  <a:lnTo>
                    <a:pt x="2026920" y="487966"/>
                  </a:lnTo>
                  <a:lnTo>
                    <a:pt x="2026920" y="487585"/>
                  </a:lnTo>
                  <a:lnTo>
                    <a:pt x="2028063" y="487680"/>
                  </a:lnTo>
                  <a:lnTo>
                    <a:pt x="2028444" y="487299"/>
                  </a:lnTo>
                  <a:lnTo>
                    <a:pt x="2028444" y="485870"/>
                  </a:lnTo>
                  <a:lnTo>
                    <a:pt x="2028158" y="484918"/>
                  </a:lnTo>
                  <a:lnTo>
                    <a:pt x="2028158" y="484632"/>
                  </a:lnTo>
                  <a:lnTo>
                    <a:pt x="2028730" y="484822"/>
                  </a:lnTo>
                  <a:lnTo>
                    <a:pt x="2028920" y="485013"/>
                  </a:lnTo>
                  <a:lnTo>
                    <a:pt x="2029778" y="487013"/>
                  </a:lnTo>
                  <a:lnTo>
                    <a:pt x="2030063" y="487394"/>
                  </a:lnTo>
                  <a:lnTo>
                    <a:pt x="2030444" y="487489"/>
                  </a:lnTo>
                  <a:lnTo>
                    <a:pt x="2033302" y="486918"/>
                  </a:lnTo>
                  <a:lnTo>
                    <a:pt x="2034064" y="486632"/>
                  </a:lnTo>
                  <a:lnTo>
                    <a:pt x="2035969" y="483775"/>
                  </a:lnTo>
                  <a:lnTo>
                    <a:pt x="2035588" y="474726"/>
                  </a:lnTo>
                  <a:lnTo>
                    <a:pt x="2036255" y="471202"/>
                  </a:lnTo>
                  <a:lnTo>
                    <a:pt x="2037493" y="469678"/>
                  </a:lnTo>
                  <a:lnTo>
                    <a:pt x="2039017" y="468154"/>
                  </a:lnTo>
                  <a:lnTo>
                    <a:pt x="2039779" y="467582"/>
                  </a:lnTo>
                  <a:lnTo>
                    <a:pt x="2043303" y="465772"/>
                  </a:lnTo>
                  <a:lnTo>
                    <a:pt x="2043684" y="465392"/>
                  </a:lnTo>
                  <a:lnTo>
                    <a:pt x="2043970" y="463963"/>
                  </a:lnTo>
                  <a:lnTo>
                    <a:pt x="2044637" y="462725"/>
                  </a:lnTo>
                  <a:lnTo>
                    <a:pt x="2044732" y="462439"/>
                  </a:lnTo>
                  <a:lnTo>
                    <a:pt x="2044065" y="461391"/>
                  </a:lnTo>
                  <a:lnTo>
                    <a:pt x="2044446" y="461105"/>
                  </a:lnTo>
                  <a:lnTo>
                    <a:pt x="2045398" y="461010"/>
                  </a:lnTo>
                  <a:lnTo>
                    <a:pt x="2046256" y="460724"/>
                  </a:lnTo>
                  <a:lnTo>
                    <a:pt x="2046637" y="461105"/>
                  </a:lnTo>
                  <a:lnTo>
                    <a:pt x="2047018" y="461677"/>
                  </a:lnTo>
                  <a:lnTo>
                    <a:pt x="2047304" y="462248"/>
                  </a:lnTo>
                  <a:lnTo>
                    <a:pt x="2047399" y="462820"/>
                  </a:lnTo>
                  <a:lnTo>
                    <a:pt x="2047208" y="463582"/>
                  </a:lnTo>
                  <a:lnTo>
                    <a:pt x="2046446" y="465106"/>
                  </a:lnTo>
                  <a:lnTo>
                    <a:pt x="2046351" y="466058"/>
                  </a:lnTo>
                  <a:lnTo>
                    <a:pt x="2046541" y="466916"/>
                  </a:lnTo>
                  <a:lnTo>
                    <a:pt x="2046923" y="467582"/>
                  </a:lnTo>
                  <a:lnTo>
                    <a:pt x="2047399" y="468154"/>
                  </a:lnTo>
                  <a:lnTo>
                    <a:pt x="2047875" y="468535"/>
                  </a:lnTo>
                  <a:lnTo>
                    <a:pt x="2048256" y="468725"/>
                  </a:lnTo>
                  <a:lnTo>
                    <a:pt x="2048732" y="468821"/>
                  </a:lnTo>
                  <a:lnTo>
                    <a:pt x="2049208" y="469011"/>
                  </a:lnTo>
                  <a:lnTo>
                    <a:pt x="2049399" y="469392"/>
                  </a:lnTo>
                  <a:lnTo>
                    <a:pt x="2049399" y="469868"/>
                  </a:lnTo>
                  <a:lnTo>
                    <a:pt x="2049494" y="470249"/>
                  </a:lnTo>
                  <a:lnTo>
                    <a:pt x="2049685" y="470535"/>
                  </a:lnTo>
                  <a:lnTo>
                    <a:pt x="2049971" y="470726"/>
                  </a:lnTo>
                  <a:lnTo>
                    <a:pt x="2049208" y="471392"/>
                  </a:lnTo>
                  <a:lnTo>
                    <a:pt x="2048447" y="470630"/>
                  </a:lnTo>
                  <a:lnTo>
                    <a:pt x="2047589" y="469487"/>
                  </a:lnTo>
                  <a:lnTo>
                    <a:pt x="2046637" y="468916"/>
                  </a:lnTo>
                  <a:lnTo>
                    <a:pt x="2045684" y="469297"/>
                  </a:lnTo>
                  <a:lnTo>
                    <a:pt x="2044446" y="470821"/>
                  </a:lnTo>
                  <a:lnTo>
                    <a:pt x="2043398" y="471202"/>
                  </a:lnTo>
                  <a:lnTo>
                    <a:pt x="2042446" y="471678"/>
                  </a:lnTo>
                  <a:lnTo>
                    <a:pt x="2041779" y="473964"/>
                  </a:lnTo>
                  <a:lnTo>
                    <a:pt x="2041112" y="474726"/>
                  </a:lnTo>
                  <a:lnTo>
                    <a:pt x="2039969" y="474345"/>
                  </a:lnTo>
                  <a:lnTo>
                    <a:pt x="2039303" y="474345"/>
                  </a:lnTo>
                  <a:lnTo>
                    <a:pt x="2039017" y="474917"/>
                  </a:lnTo>
                  <a:lnTo>
                    <a:pt x="2039017" y="476060"/>
                  </a:lnTo>
                  <a:lnTo>
                    <a:pt x="2038922" y="476536"/>
                  </a:lnTo>
                  <a:lnTo>
                    <a:pt x="2038731" y="476917"/>
                  </a:lnTo>
                  <a:lnTo>
                    <a:pt x="2037779" y="476060"/>
                  </a:lnTo>
                  <a:lnTo>
                    <a:pt x="2037398" y="476917"/>
                  </a:lnTo>
                  <a:lnTo>
                    <a:pt x="2037398" y="480727"/>
                  </a:lnTo>
                  <a:lnTo>
                    <a:pt x="2038255" y="484632"/>
                  </a:lnTo>
                  <a:lnTo>
                    <a:pt x="2038350" y="485966"/>
                  </a:lnTo>
                  <a:lnTo>
                    <a:pt x="2038064" y="487204"/>
                  </a:lnTo>
                  <a:lnTo>
                    <a:pt x="2037112" y="487775"/>
                  </a:lnTo>
                  <a:lnTo>
                    <a:pt x="2035778" y="488156"/>
                  </a:lnTo>
                  <a:lnTo>
                    <a:pt x="2035207" y="489013"/>
                  </a:lnTo>
                  <a:lnTo>
                    <a:pt x="2035207" y="490156"/>
                  </a:lnTo>
                  <a:lnTo>
                    <a:pt x="2035588" y="491300"/>
                  </a:lnTo>
                  <a:lnTo>
                    <a:pt x="2037779" y="494443"/>
                  </a:lnTo>
                  <a:lnTo>
                    <a:pt x="2038255" y="495776"/>
                  </a:lnTo>
                  <a:lnTo>
                    <a:pt x="2038731" y="496824"/>
                  </a:lnTo>
                  <a:lnTo>
                    <a:pt x="2038826" y="497396"/>
                  </a:lnTo>
                  <a:lnTo>
                    <a:pt x="2038731" y="497872"/>
                  </a:lnTo>
                  <a:lnTo>
                    <a:pt x="2038159" y="498824"/>
                  </a:lnTo>
                  <a:lnTo>
                    <a:pt x="2038540" y="500063"/>
                  </a:lnTo>
                  <a:lnTo>
                    <a:pt x="2039207" y="500063"/>
                  </a:lnTo>
                  <a:lnTo>
                    <a:pt x="2040064" y="499586"/>
                  </a:lnTo>
                  <a:lnTo>
                    <a:pt x="2040826" y="499205"/>
                  </a:lnTo>
                  <a:lnTo>
                    <a:pt x="2041589" y="499396"/>
                  </a:lnTo>
                  <a:lnTo>
                    <a:pt x="2042350" y="499872"/>
                  </a:lnTo>
                  <a:lnTo>
                    <a:pt x="2043017" y="500444"/>
                  </a:lnTo>
                  <a:lnTo>
                    <a:pt x="2043493" y="501015"/>
                  </a:lnTo>
                  <a:lnTo>
                    <a:pt x="2044065" y="502539"/>
                  </a:lnTo>
                  <a:lnTo>
                    <a:pt x="2044351" y="502730"/>
                  </a:lnTo>
                  <a:lnTo>
                    <a:pt x="2045113" y="502539"/>
                  </a:lnTo>
                  <a:lnTo>
                    <a:pt x="2045113" y="502158"/>
                  </a:lnTo>
                  <a:lnTo>
                    <a:pt x="2044827" y="501682"/>
                  </a:lnTo>
                  <a:lnTo>
                    <a:pt x="2044351" y="500158"/>
                  </a:lnTo>
                  <a:lnTo>
                    <a:pt x="2043779" y="499015"/>
                  </a:lnTo>
                  <a:lnTo>
                    <a:pt x="2043398" y="497872"/>
                  </a:lnTo>
                  <a:lnTo>
                    <a:pt x="2043589" y="496634"/>
                  </a:lnTo>
                  <a:lnTo>
                    <a:pt x="2043874" y="496253"/>
                  </a:lnTo>
                  <a:lnTo>
                    <a:pt x="2044351" y="495871"/>
                  </a:lnTo>
                  <a:lnTo>
                    <a:pt x="2044827" y="495586"/>
                  </a:lnTo>
                  <a:lnTo>
                    <a:pt x="2045208" y="495491"/>
                  </a:lnTo>
                  <a:lnTo>
                    <a:pt x="2045684" y="495681"/>
                  </a:lnTo>
                  <a:lnTo>
                    <a:pt x="2045875" y="496062"/>
                  </a:lnTo>
                  <a:lnTo>
                    <a:pt x="2045875" y="497110"/>
                  </a:lnTo>
                  <a:lnTo>
                    <a:pt x="2046065" y="498158"/>
                  </a:lnTo>
                  <a:lnTo>
                    <a:pt x="2046541" y="499015"/>
                  </a:lnTo>
                  <a:lnTo>
                    <a:pt x="2048828" y="501587"/>
                  </a:lnTo>
                  <a:lnTo>
                    <a:pt x="2049780" y="503015"/>
                  </a:lnTo>
                  <a:lnTo>
                    <a:pt x="2052161" y="508730"/>
                  </a:lnTo>
                  <a:lnTo>
                    <a:pt x="2052828" y="509397"/>
                  </a:lnTo>
                  <a:lnTo>
                    <a:pt x="2053685" y="509683"/>
                  </a:lnTo>
                  <a:lnTo>
                    <a:pt x="2054257" y="509206"/>
                  </a:lnTo>
                  <a:lnTo>
                    <a:pt x="2055495" y="507016"/>
                  </a:lnTo>
                  <a:lnTo>
                    <a:pt x="2056352" y="506349"/>
                  </a:lnTo>
                  <a:lnTo>
                    <a:pt x="2057305" y="506635"/>
                  </a:lnTo>
                  <a:lnTo>
                    <a:pt x="2058162" y="507397"/>
                  </a:lnTo>
                  <a:lnTo>
                    <a:pt x="2059114" y="507968"/>
                  </a:lnTo>
                  <a:lnTo>
                    <a:pt x="2060067" y="507587"/>
                  </a:lnTo>
                  <a:lnTo>
                    <a:pt x="2060734" y="506921"/>
                  </a:lnTo>
                  <a:lnTo>
                    <a:pt x="2060924" y="506635"/>
                  </a:lnTo>
                  <a:lnTo>
                    <a:pt x="2061020" y="505587"/>
                  </a:lnTo>
                  <a:lnTo>
                    <a:pt x="2060924" y="505016"/>
                  </a:lnTo>
                  <a:lnTo>
                    <a:pt x="2060734" y="504635"/>
                  </a:lnTo>
                  <a:lnTo>
                    <a:pt x="2060639" y="504254"/>
                  </a:lnTo>
                  <a:lnTo>
                    <a:pt x="2060924" y="503777"/>
                  </a:lnTo>
                  <a:lnTo>
                    <a:pt x="2061972" y="504444"/>
                  </a:lnTo>
                  <a:lnTo>
                    <a:pt x="2062734" y="505206"/>
                  </a:lnTo>
                  <a:lnTo>
                    <a:pt x="2063306" y="506063"/>
                  </a:lnTo>
                  <a:lnTo>
                    <a:pt x="2064258" y="508063"/>
                  </a:lnTo>
                  <a:lnTo>
                    <a:pt x="2064353" y="508540"/>
                  </a:lnTo>
                  <a:lnTo>
                    <a:pt x="2063972" y="508921"/>
                  </a:lnTo>
                  <a:lnTo>
                    <a:pt x="2061781" y="510635"/>
                  </a:lnTo>
                  <a:lnTo>
                    <a:pt x="2061210" y="511397"/>
                  </a:lnTo>
                  <a:lnTo>
                    <a:pt x="2061591" y="512064"/>
                  </a:lnTo>
                  <a:lnTo>
                    <a:pt x="2061972" y="511874"/>
                  </a:lnTo>
                  <a:lnTo>
                    <a:pt x="2062543" y="511493"/>
                  </a:lnTo>
                  <a:lnTo>
                    <a:pt x="2063115" y="511207"/>
                  </a:lnTo>
                  <a:lnTo>
                    <a:pt x="2063401" y="511493"/>
                  </a:lnTo>
                  <a:lnTo>
                    <a:pt x="2063496" y="511874"/>
                  </a:lnTo>
                  <a:lnTo>
                    <a:pt x="2063782" y="512826"/>
                  </a:lnTo>
                  <a:lnTo>
                    <a:pt x="2063877" y="513302"/>
                  </a:lnTo>
                  <a:lnTo>
                    <a:pt x="2064353" y="514160"/>
                  </a:lnTo>
                  <a:lnTo>
                    <a:pt x="2065401" y="514731"/>
                  </a:lnTo>
                  <a:lnTo>
                    <a:pt x="2066639" y="515112"/>
                  </a:lnTo>
                  <a:lnTo>
                    <a:pt x="2067687" y="515207"/>
                  </a:lnTo>
                  <a:lnTo>
                    <a:pt x="2068639" y="515588"/>
                  </a:lnTo>
                  <a:lnTo>
                    <a:pt x="2069211" y="516350"/>
                  </a:lnTo>
                  <a:lnTo>
                    <a:pt x="2069687" y="517112"/>
                  </a:lnTo>
                  <a:lnTo>
                    <a:pt x="2070164" y="517493"/>
                  </a:lnTo>
                  <a:lnTo>
                    <a:pt x="2070354" y="517684"/>
                  </a:lnTo>
                  <a:lnTo>
                    <a:pt x="2070545" y="517970"/>
                  </a:lnTo>
                  <a:lnTo>
                    <a:pt x="2070830" y="518255"/>
                  </a:lnTo>
                  <a:lnTo>
                    <a:pt x="2071402" y="518255"/>
                  </a:lnTo>
                  <a:lnTo>
                    <a:pt x="2072164" y="517017"/>
                  </a:lnTo>
                  <a:lnTo>
                    <a:pt x="2071973" y="516255"/>
                  </a:lnTo>
                  <a:lnTo>
                    <a:pt x="2071592" y="515588"/>
                  </a:lnTo>
                  <a:lnTo>
                    <a:pt x="2071021" y="515017"/>
                  </a:lnTo>
                  <a:lnTo>
                    <a:pt x="2070354" y="514636"/>
                  </a:lnTo>
                  <a:lnTo>
                    <a:pt x="2070354" y="514255"/>
                  </a:lnTo>
                  <a:lnTo>
                    <a:pt x="2072640" y="514255"/>
                  </a:lnTo>
                  <a:lnTo>
                    <a:pt x="2073212" y="513302"/>
                  </a:lnTo>
                  <a:lnTo>
                    <a:pt x="2072735" y="511874"/>
                  </a:lnTo>
                  <a:lnTo>
                    <a:pt x="2071783" y="510254"/>
                  </a:lnTo>
                  <a:lnTo>
                    <a:pt x="2073973" y="511874"/>
                  </a:lnTo>
                  <a:lnTo>
                    <a:pt x="2074831" y="512064"/>
                  </a:lnTo>
                  <a:lnTo>
                    <a:pt x="2076164" y="512159"/>
                  </a:lnTo>
                  <a:lnTo>
                    <a:pt x="2076926" y="512350"/>
                  </a:lnTo>
                  <a:lnTo>
                    <a:pt x="2077212" y="512636"/>
                  </a:lnTo>
                  <a:lnTo>
                    <a:pt x="2077783" y="513302"/>
                  </a:lnTo>
                  <a:lnTo>
                    <a:pt x="2078831" y="514160"/>
                  </a:lnTo>
                  <a:lnTo>
                    <a:pt x="2079403" y="515112"/>
                  </a:lnTo>
                  <a:lnTo>
                    <a:pt x="2078641" y="515969"/>
                  </a:lnTo>
                  <a:lnTo>
                    <a:pt x="2079689" y="516636"/>
                  </a:lnTo>
                  <a:lnTo>
                    <a:pt x="2081022" y="517970"/>
                  </a:lnTo>
                  <a:lnTo>
                    <a:pt x="2081879" y="518541"/>
                  </a:lnTo>
                  <a:lnTo>
                    <a:pt x="2082260" y="518351"/>
                  </a:lnTo>
                  <a:lnTo>
                    <a:pt x="2085118" y="517588"/>
                  </a:lnTo>
                  <a:lnTo>
                    <a:pt x="2085880" y="517208"/>
                  </a:lnTo>
                  <a:lnTo>
                    <a:pt x="2086356" y="516541"/>
                  </a:lnTo>
                  <a:lnTo>
                    <a:pt x="2086547" y="515493"/>
                  </a:lnTo>
                  <a:lnTo>
                    <a:pt x="2086832" y="514731"/>
                  </a:lnTo>
                  <a:lnTo>
                    <a:pt x="2087499" y="514255"/>
                  </a:lnTo>
                  <a:lnTo>
                    <a:pt x="2089023" y="513493"/>
                  </a:lnTo>
                  <a:lnTo>
                    <a:pt x="2089214" y="513112"/>
                  </a:lnTo>
                  <a:lnTo>
                    <a:pt x="2089404" y="512636"/>
                  </a:lnTo>
                  <a:lnTo>
                    <a:pt x="2089690" y="512350"/>
                  </a:lnTo>
                  <a:lnTo>
                    <a:pt x="2090261" y="512636"/>
                  </a:lnTo>
                  <a:lnTo>
                    <a:pt x="2090547" y="512731"/>
                  </a:lnTo>
                  <a:lnTo>
                    <a:pt x="2094643" y="512921"/>
                  </a:lnTo>
                  <a:lnTo>
                    <a:pt x="2098548" y="513588"/>
                  </a:lnTo>
                  <a:lnTo>
                    <a:pt x="2100929" y="513588"/>
                  </a:lnTo>
                  <a:lnTo>
                    <a:pt x="2101310" y="513493"/>
                  </a:lnTo>
                  <a:lnTo>
                    <a:pt x="2101596" y="513302"/>
                  </a:lnTo>
                  <a:lnTo>
                    <a:pt x="2101977" y="513207"/>
                  </a:lnTo>
                  <a:lnTo>
                    <a:pt x="2102358" y="513207"/>
                  </a:lnTo>
                  <a:lnTo>
                    <a:pt x="2102549" y="513397"/>
                  </a:lnTo>
                  <a:lnTo>
                    <a:pt x="2102549" y="513588"/>
                  </a:lnTo>
                  <a:lnTo>
                    <a:pt x="2102549" y="513779"/>
                  </a:lnTo>
                  <a:lnTo>
                    <a:pt x="2102644" y="513969"/>
                  </a:lnTo>
                  <a:lnTo>
                    <a:pt x="2102549" y="513969"/>
                  </a:lnTo>
                  <a:lnTo>
                    <a:pt x="2102644" y="514255"/>
                  </a:lnTo>
                  <a:lnTo>
                    <a:pt x="2103025" y="514541"/>
                  </a:lnTo>
                  <a:lnTo>
                    <a:pt x="2103691" y="514731"/>
                  </a:lnTo>
                  <a:lnTo>
                    <a:pt x="2104073" y="514541"/>
                  </a:lnTo>
                  <a:lnTo>
                    <a:pt x="2104549" y="514160"/>
                  </a:lnTo>
                  <a:lnTo>
                    <a:pt x="2104930" y="514064"/>
                  </a:lnTo>
                  <a:lnTo>
                    <a:pt x="2105120" y="514636"/>
                  </a:lnTo>
                  <a:lnTo>
                    <a:pt x="2104930" y="514826"/>
                  </a:lnTo>
                  <a:lnTo>
                    <a:pt x="2103882" y="515493"/>
                  </a:lnTo>
                  <a:lnTo>
                    <a:pt x="2103596" y="515588"/>
                  </a:lnTo>
                  <a:lnTo>
                    <a:pt x="2103311" y="515874"/>
                  </a:lnTo>
                  <a:lnTo>
                    <a:pt x="2102930" y="516160"/>
                  </a:lnTo>
                  <a:lnTo>
                    <a:pt x="2102358" y="516255"/>
                  </a:lnTo>
                  <a:lnTo>
                    <a:pt x="2101882" y="516064"/>
                  </a:lnTo>
                  <a:lnTo>
                    <a:pt x="2100548" y="515112"/>
                  </a:lnTo>
                  <a:lnTo>
                    <a:pt x="2099596" y="514921"/>
                  </a:lnTo>
                  <a:lnTo>
                    <a:pt x="2095214" y="514731"/>
                  </a:lnTo>
                  <a:lnTo>
                    <a:pt x="2093023" y="514255"/>
                  </a:lnTo>
                  <a:lnTo>
                    <a:pt x="2092166" y="514160"/>
                  </a:lnTo>
                  <a:lnTo>
                    <a:pt x="2091118" y="514255"/>
                  </a:lnTo>
                  <a:lnTo>
                    <a:pt x="2090356" y="514636"/>
                  </a:lnTo>
                  <a:lnTo>
                    <a:pt x="2089880" y="515303"/>
                  </a:lnTo>
                  <a:lnTo>
                    <a:pt x="2089595" y="518255"/>
                  </a:lnTo>
                  <a:lnTo>
                    <a:pt x="2089690" y="518827"/>
                  </a:lnTo>
                  <a:lnTo>
                    <a:pt x="2089975" y="519208"/>
                  </a:lnTo>
                  <a:lnTo>
                    <a:pt x="2090642" y="519875"/>
                  </a:lnTo>
                  <a:lnTo>
                    <a:pt x="2090738" y="520255"/>
                  </a:lnTo>
                  <a:lnTo>
                    <a:pt x="2090261" y="521303"/>
                  </a:lnTo>
                  <a:lnTo>
                    <a:pt x="2088547" y="522732"/>
                  </a:lnTo>
                  <a:lnTo>
                    <a:pt x="2088166" y="523685"/>
                  </a:lnTo>
                  <a:lnTo>
                    <a:pt x="2088642" y="524447"/>
                  </a:lnTo>
                  <a:lnTo>
                    <a:pt x="2089880" y="524637"/>
                  </a:lnTo>
                  <a:lnTo>
                    <a:pt x="2091214" y="524637"/>
                  </a:lnTo>
                  <a:lnTo>
                    <a:pt x="2092166" y="524923"/>
                  </a:lnTo>
                  <a:lnTo>
                    <a:pt x="2092262" y="525304"/>
                  </a:lnTo>
                  <a:lnTo>
                    <a:pt x="2092547" y="527304"/>
                  </a:lnTo>
                  <a:lnTo>
                    <a:pt x="2092738" y="527780"/>
                  </a:lnTo>
                  <a:lnTo>
                    <a:pt x="2093119" y="528161"/>
                  </a:lnTo>
                  <a:lnTo>
                    <a:pt x="2095881" y="529971"/>
                  </a:lnTo>
                  <a:lnTo>
                    <a:pt x="2096833" y="530733"/>
                  </a:lnTo>
                  <a:lnTo>
                    <a:pt x="2097405" y="531019"/>
                  </a:lnTo>
                  <a:lnTo>
                    <a:pt x="2097596" y="531019"/>
                  </a:lnTo>
                  <a:lnTo>
                    <a:pt x="2099596" y="530638"/>
                  </a:lnTo>
                  <a:lnTo>
                    <a:pt x="2100643" y="530828"/>
                  </a:lnTo>
                  <a:lnTo>
                    <a:pt x="2101977" y="531209"/>
                  </a:lnTo>
                  <a:lnTo>
                    <a:pt x="2103120" y="531781"/>
                  </a:lnTo>
                  <a:lnTo>
                    <a:pt x="2103596" y="532543"/>
                  </a:lnTo>
                  <a:lnTo>
                    <a:pt x="2103977" y="533400"/>
                  </a:lnTo>
                  <a:lnTo>
                    <a:pt x="2104834" y="534067"/>
                  </a:lnTo>
                  <a:lnTo>
                    <a:pt x="2116741" y="540925"/>
                  </a:lnTo>
                  <a:lnTo>
                    <a:pt x="2118932" y="541592"/>
                  </a:lnTo>
                  <a:lnTo>
                    <a:pt x="2121217" y="541496"/>
                  </a:lnTo>
                  <a:lnTo>
                    <a:pt x="2124266" y="540544"/>
                  </a:lnTo>
                  <a:lnTo>
                    <a:pt x="2125790" y="540734"/>
                  </a:lnTo>
                  <a:lnTo>
                    <a:pt x="2128647" y="540353"/>
                  </a:lnTo>
                  <a:lnTo>
                    <a:pt x="2129504" y="540068"/>
                  </a:lnTo>
                  <a:lnTo>
                    <a:pt x="2130266" y="540639"/>
                  </a:lnTo>
                  <a:lnTo>
                    <a:pt x="2131505" y="540925"/>
                  </a:lnTo>
                  <a:lnTo>
                    <a:pt x="2137886" y="541687"/>
                  </a:lnTo>
                  <a:lnTo>
                    <a:pt x="2138839" y="542068"/>
                  </a:lnTo>
                  <a:lnTo>
                    <a:pt x="2139315" y="542449"/>
                  </a:lnTo>
                  <a:lnTo>
                    <a:pt x="2141506" y="543020"/>
                  </a:lnTo>
                  <a:lnTo>
                    <a:pt x="2143792" y="543116"/>
                  </a:lnTo>
                  <a:lnTo>
                    <a:pt x="2144268" y="543211"/>
                  </a:lnTo>
                  <a:lnTo>
                    <a:pt x="2145125" y="543497"/>
                  </a:lnTo>
                  <a:lnTo>
                    <a:pt x="2146459" y="543592"/>
                  </a:lnTo>
                  <a:lnTo>
                    <a:pt x="2147792" y="543497"/>
                  </a:lnTo>
                  <a:lnTo>
                    <a:pt x="2148649" y="543020"/>
                  </a:lnTo>
                  <a:lnTo>
                    <a:pt x="2150555" y="543687"/>
                  </a:lnTo>
                  <a:lnTo>
                    <a:pt x="2154936" y="543687"/>
                  </a:lnTo>
                  <a:lnTo>
                    <a:pt x="2156936" y="544068"/>
                  </a:lnTo>
                  <a:lnTo>
                    <a:pt x="2157984" y="544735"/>
                  </a:lnTo>
                  <a:lnTo>
                    <a:pt x="2160365" y="547497"/>
                  </a:lnTo>
                  <a:lnTo>
                    <a:pt x="2161413" y="548259"/>
                  </a:lnTo>
                  <a:lnTo>
                    <a:pt x="2162175" y="548450"/>
                  </a:lnTo>
                  <a:lnTo>
                    <a:pt x="2162842" y="548450"/>
                  </a:lnTo>
                  <a:lnTo>
                    <a:pt x="2163794" y="548640"/>
                  </a:lnTo>
                  <a:lnTo>
                    <a:pt x="2164556" y="549116"/>
                  </a:lnTo>
                  <a:lnTo>
                    <a:pt x="2165223" y="549593"/>
                  </a:lnTo>
                  <a:lnTo>
                    <a:pt x="2165985" y="549974"/>
                  </a:lnTo>
                  <a:lnTo>
                    <a:pt x="2167223" y="550164"/>
                  </a:lnTo>
                  <a:lnTo>
                    <a:pt x="2167223" y="550355"/>
                  </a:lnTo>
                  <a:lnTo>
                    <a:pt x="2168842" y="551593"/>
                  </a:lnTo>
                  <a:lnTo>
                    <a:pt x="2173605" y="553022"/>
                  </a:lnTo>
                  <a:lnTo>
                    <a:pt x="2178272" y="553117"/>
                  </a:lnTo>
                  <a:lnTo>
                    <a:pt x="2179320" y="553498"/>
                  </a:lnTo>
                  <a:lnTo>
                    <a:pt x="2180749" y="554736"/>
                  </a:lnTo>
                  <a:lnTo>
                    <a:pt x="2181320" y="554927"/>
                  </a:lnTo>
                  <a:lnTo>
                    <a:pt x="2182368" y="554927"/>
                  </a:lnTo>
                  <a:lnTo>
                    <a:pt x="2182749" y="555117"/>
                  </a:lnTo>
                  <a:lnTo>
                    <a:pt x="2183987" y="556260"/>
                  </a:lnTo>
                  <a:lnTo>
                    <a:pt x="2187892" y="558260"/>
                  </a:lnTo>
                  <a:lnTo>
                    <a:pt x="2192560" y="560832"/>
                  </a:lnTo>
                  <a:lnTo>
                    <a:pt x="2196179" y="562070"/>
                  </a:lnTo>
                  <a:lnTo>
                    <a:pt x="2198656" y="563880"/>
                  </a:lnTo>
                  <a:lnTo>
                    <a:pt x="2199132" y="563785"/>
                  </a:lnTo>
                  <a:lnTo>
                    <a:pt x="2199704" y="563499"/>
                  </a:lnTo>
                  <a:lnTo>
                    <a:pt x="2200942" y="563594"/>
                  </a:lnTo>
                  <a:lnTo>
                    <a:pt x="2201608" y="563785"/>
                  </a:lnTo>
                  <a:lnTo>
                    <a:pt x="2201799" y="563975"/>
                  </a:lnTo>
                  <a:lnTo>
                    <a:pt x="2201704" y="564928"/>
                  </a:lnTo>
                  <a:lnTo>
                    <a:pt x="2201894" y="565404"/>
                  </a:lnTo>
                  <a:lnTo>
                    <a:pt x="2202275" y="565976"/>
                  </a:lnTo>
                  <a:lnTo>
                    <a:pt x="2202847" y="566356"/>
                  </a:lnTo>
                  <a:lnTo>
                    <a:pt x="2203323" y="566547"/>
                  </a:lnTo>
                  <a:lnTo>
                    <a:pt x="2204466" y="566356"/>
                  </a:lnTo>
                  <a:lnTo>
                    <a:pt x="2205609" y="565976"/>
                  </a:lnTo>
                  <a:lnTo>
                    <a:pt x="2209419" y="563689"/>
                  </a:lnTo>
                  <a:lnTo>
                    <a:pt x="2210562" y="563404"/>
                  </a:lnTo>
                  <a:lnTo>
                    <a:pt x="2211038" y="563880"/>
                  </a:lnTo>
                  <a:lnTo>
                    <a:pt x="2210753" y="564166"/>
                  </a:lnTo>
                  <a:lnTo>
                    <a:pt x="2210181" y="564452"/>
                  </a:lnTo>
                  <a:lnTo>
                    <a:pt x="2209514" y="564833"/>
                  </a:lnTo>
                  <a:lnTo>
                    <a:pt x="2209229" y="565404"/>
                  </a:lnTo>
                  <a:lnTo>
                    <a:pt x="2209324" y="565785"/>
                  </a:lnTo>
                  <a:lnTo>
                    <a:pt x="2209705" y="566071"/>
                  </a:lnTo>
                  <a:lnTo>
                    <a:pt x="2212467" y="567309"/>
                  </a:lnTo>
                  <a:lnTo>
                    <a:pt x="2214372" y="567214"/>
                  </a:lnTo>
                  <a:lnTo>
                    <a:pt x="2215991" y="566166"/>
                  </a:lnTo>
                  <a:lnTo>
                    <a:pt x="2217134" y="564356"/>
                  </a:lnTo>
                  <a:lnTo>
                    <a:pt x="2217515" y="564356"/>
                  </a:lnTo>
                  <a:lnTo>
                    <a:pt x="2217230" y="566071"/>
                  </a:lnTo>
                  <a:lnTo>
                    <a:pt x="2216849" y="567214"/>
                  </a:lnTo>
                  <a:lnTo>
                    <a:pt x="2216944" y="568071"/>
                  </a:lnTo>
                  <a:lnTo>
                    <a:pt x="2218277" y="569119"/>
                  </a:lnTo>
                  <a:lnTo>
                    <a:pt x="2220087" y="567309"/>
                  </a:lnTo>
                  <a:lnTo>
                    <a:pt x="2220182" y="568833"/>
                  </a:lnTo>
                  <a:lnTo>
                    <a:pt x="2221135" y="569690"/>
                  </a:lnTo>
                  <a:lnTo>
                    <a:pt x="2223707" y="570833"/>
                  </a:lnTo>
                  <a:lnTo>
                    <a:pt x="2224373" y="570071"/>
                  </a:lnTo>
                  <a:lnTo>
                    <a:pt x="2223992" y="569214"/>
                  </a:lnTo>
                  <a:lnTo>
                    <a:pt x="2224373" y="568547"/>
                  </a:lnTo>
                  <a:lnTo>
                    <a:pt x="2226850" y="566833"/>
                  </a:lnTo>
                  <a:lnTo>
                    <a:pt x="2227040" y="567023"/>
                  </a:lnTo>
                  <a:lnTo>
                    <a:pt x="2226278" y="570167"/>
                  </a:lnTo>
                  <a:lnTo>
                    <a:pt x="2226278" y="570929"/>
                  </a:lnTo>
                  <a:lnTo>
                    <a:pt x="2226755" y="571310"/>
                  </a:lnTo>
                  <a:lnTo>
                    <a:pt x="2228088" y="571691"/>
                  </a:lnTo>
                  <a:lnTo>
                    <a:pt x="2228469" y="571405"/>
                  </a:lnTo>
                  <a:lnTo>
                    <a:pt x="2228374" y="570167"/>
                  </a:lnTo>
                  <a:lnTo>
                    <a:pt x="2229803" y="571881"/>
                  </a:lnTo>
                  <a:lnTo>
                    <a:pt x="2230565" y="572357"/>
                  </a:lnTo>
                  <a:lnTo>
                    <a:pt x="2231231" y="571595"/>
                  </a:lnTo>
                  <a:lnTo>
                    <a:pt x="2231517" y="571595"/>
                  </a:lnTo>
                  <a:lnTo>
                    <a:pt x="2231517" y="572167"/>
                  </a:lnTo>
                  <a:lnTo>
                    <a:pt x="2231422" y="572643"/>
                  </a:lnTo>
                  <a:lnTo>
                    <a:pt x="2231136" y="573119"/>
                  </a:lnTo>
                  <a:lnTo>
                    <a:pt x="2230755" y="573500"/>
                  </a:lnTo>
                  <a:lnTo>
                    <a:pt x="2231898" y="574548"/>
                  </a:lnTo>
                  <a:lnTo>
                    <a:pt x="2233232" y="575310"/>
                  </a:lnTo>
                  <a:lnTo>
                    <a:pt x="2234756" y="575596"/>
                  </a:lnTo>
                  <a:lnTo>
                    <a:pt x="2236470" y="575215"/>
                  </a:lnTo>
                  <a:lnTo>
                    <a:pt x="2236661" y="575977"/>
                  </a:lnTo>
                  <a:lnTo>
                    <a:pt x="2236946" y="576263"/>
                  </a:lnTo>
                  <a:lnTo>
                    <a:pt x="2237327" y="576358"/>
                  </a:lnTo>
                  <a:lnTo>
                    <a:pt x="2237899" y="576644"/>
                  </a:lnTo>
                  <a:lnTo>
                    <a:pt x="2238756" y="577596"/>
                  </a:lnTo>
                  <a:lnTo>
                    <a:pt x="2239328" y="577977"/>
                  </a:lnTo>
                  <a:lnTo>
                    <a:pt x="2240090" y="578072"/>
                  </a:lnTo>
                  <a:lnTo>
                    <a:pt x="2240471" y="577787"/>
                  </a:lnTo>
                  <a:lnTo>
                    <a:pt x="2241328" y="576548"/>
                  </a:lnTo>
                  <a:lnTo>
                    <a:pt x="2241614" y="576263"/>
                  </a:lnTo>
                  <a:lnTo>
                    <a:pt x="2242280" y="576548"/>
                  </a:lnTo>
                  <a:lnTo>
                    <a:pt x="2242661" y="577691"/>
                  </a:lnTo>
                  <a:lnTo>
                    <a:pt x="2243423" y="578072"/>
                  </a:lnTo>
                  <a:lnTo>
                    <a:pt x="2243423" y="578453"/>
                  </a:lnTo>
                  <a:lnTo>
                    <a:pt x="2242280" y="579025"/>
                  </a:lnTo>
                  <a:lnTo>
                    <a:pt x="2242566" y="579787"/>
                  </a:lnTo>
                  <a:lnTo>
                    <a:pt x="2243518" y="580549"/>
                  </a:lnTo>
                  <a:lnTo>
                    <a:pt x="2244471" y="581025"/>
                  </a:lnTo>
                  <a:lnTo>
                    <a:pt x="2246090" y="581406"/>
                  </a:lnTo>
                  <a:lnTo>
                    <a:pt x="2246948" y="581882"/>
                  </a:lnTo>
                  <a:lnTo>
                    <a:pt x="2247424" y="581692"/>
                  </a:lnTo>
                  <a:lnTo>
                    <a:pt x="2247900" y="581406"/>
                  </a:lnTo>
                  <a:lnTo>
                    <a:pt x="2248376" y="581311"/>
                  </a:lnTo>
                  <a:lnTo>
                    <a:pt x="2249233" y="581882"/>
                  </a:lnTo>
                  <a:lnTo>
                    <a:pt x="2249710" y="583692"/>
                  </a:lnTo>
                  <a:lnTo>
                    <a:pt x="2250567" y="584549"/>
                  </a:lnTo>
                  <a:lnTo>
                    <a:pt x="2251615" y="584740"/>
                  </a:lnTo>
                  <a:lnTo>
                    <a:pt x="2252663" y="584454"/>
                  </a:lnTo>
                  <a:lnTo>
                    <a:pt x="2254567" y="583406"/>
                  </a:lnTo>
                  <a:lnTo>
                    <a:pt x="2254187" y="584359"/>
                  </a:lnTo>
                  <a:lnTo>
                    <a:pt x="2253234" y="585788"/>
                  </a:lnTo>
                  <a:lnTo>
                    <a:pt x="2253043" y="586740"/>
                  </a:lnTo>
                  <a:lnTo>
                    <a:pt x="2253234" y="586930"/>
                  </a:lnTo>
                  <a:lnTo>
                    <a:pt x="2254567" y="588740"/>
                  </a:lnTo>
                  <a:lnTo>
                    <a:pt x="2254853" y="589026"/>
                  </a:lnTo>
                  <a:lnTo>
                    <a:pt x="2255234" y="589312"/>
                  </a:lnTo>
                  <a:lnTo>
                    <a:pt x="2256854" y="589217"/>
                  </a:lnTo>
                  <a:lnTo>
                    <a:pt x="2259521" y="587216"/>
                  </a:lnTo>
                  <a:lnTo>
                    <a:pt x="2260568" y="587502"/>
                  </a:lnTo>
                  <a:lnTo>
                    <a:pt x="2259711" y="589312"/>
                  </a:lnTo>
                  <a:lnTo>
                    <a:pt x="2259997" y="590550"/>
                  </a:lnTo>
                  <a:lnTo>
                    <a:pt x="2262378" y="592836"/>
                  </a:lnTo>
                  <a:lnTo>
                    <a:pt x="2263807" y="594836"/>
                  </a:lnTo>
                  <a:lnTo>
                    <a:pt x="2264474" y="595313"/>
                  </a:lnTo>
                  <a:lnTo>
                    <a:pt x="2265902" y="595598"/>
                  </a:lnTo>
                  <a:lnTo>
                    <a:pt x="2266474" y="595027"/>
                  </a:lnTo>
                  <a:lnTo>
                    <a:pt x="2266379" y="593979"/>
                  </a:lnTo>
                  <a:lnTo>
                    <a:pt x="2265902" y="592741"/>
                  </a:lnTo>
                  <a:lnTo>
                    <a:pt x="2266664" y="593027"/>
                  </a:lnTo>
                  <a:lnTo>
                    <a:pt x="2267236" y="592836"/>
                  </a:lnTo>
                  <a:lnTo>
                    <a:pt x="2267617" y="592264"/>
                  </a:lnTo>
                  <a:lnTo>
                    <a:pt x="2267807" y="591407"/>
                  </a:lnTo>
                  <a:lnTo>
                    <a:pt x="2268283" y="591693"/>
                  </a:lnTo>
                  <a:lnTo>
                    <a:pt x="2268474" y="592169"/>
                  </a:lnTo>
                  <a:lnTo>
                    <a:pt x="2268474" y="593503"/>
                  </a:lnTo>
                  <a:lnTo>
                    <a:pt x="2267903" y="595884"/>
                  </a:lnTo>
                  <a:lnTo>
                    <a:pt x="2267903" y="597027"/>
                  </a:lnTo>
                  <a:lnTo>
                    <a:pt x="2268665" y="597503"/>
                  </a:lnTo>
                  <a:lnTo>
                    <a:pt x="2269046" y="597599"/>
                  </a:lnTo>
                  <a:lnTo>
                    <a:pt x="2270093" y="598075"/>
                  </a:lnTo>
                  <a:lnTo>
                    <a:pt x="2270284" y="598265"/>
                  </a:lnTo>
                  <a:lnTo>
                    <a:pt x="2270189" y="598837"/>
                  </a:lnTo>
                  <a:lnTo>
                    <a:pt x="2269808" y="599027"/>
                  </a:lnTo>
                  <a:lnTo>
                    <a:pt x="2269331" y="599122"/>
                  </a:lnTo>
                  <a:lnTo>
                    <a:pt x="2268760" y="599408"/>
                  </a:lnTo>
                  <a:lnTo>
                    <a:pt x="2268093" y="599980"/>
                  </a:lnTo>
                  <a:lnTo>
                    <a:pt x="2267617" y="600551"/>
                  </a:lnTo>
                  <a:lnTo>
                    <a:pt x="2267331" y="601313"/>
                  </a:lnTo>
                  <a:lnTo>
                    <a:pt x="2267236" y="602552"/>
                  </a:lnTo>
                  <a:lnTo>
                    <a:pt x="2267426" y="604933"/>
                  </a:lnTo>
                  <a:lnTo>
                    <a:pt x="2267998" y="607028"/>
                  </a:lnTo>
                  <a:lnTo>
                    <a:pt x="2267998" y="607600"/>
                  </a:lnTo>
                  <a:lnTo>
                    <a:pt x="2267998" y="608171"/>
                  </a:lnTo>
                  <a:lnTo>
                    <a:pt x="2268093" y="608647"/>
                  </a:lnTo>
                  <a:lnTo>
                    <a:pt x="2268665" y="608933"/>
                  </a:lnTo>
                  <a:lnTo>
                    <a:pt x="2268760" y="609124"/>
                  </a:lnTo>
                  <a:lnTo>
                    <a:pt x="2268855" y="609219"/>
                  </a:lnTo>
                  <a:lnTo>
                    <a:pt x="2269903" y="608457"/>
                  </a:lnTo>
                  <a:lnTo>
                    <a:pt x="2272284" y="608267"/>
                  </a:lnTo>
                  <a:lnTo>
                    <a:pt x="2273332" y="607981"/>
                  </a:lnTo>
                  <a:lnTo>
                    <a:pt x="2275523" y="606647"/>
                  </a:lnTo>
                  <a:lnTo>
                    <a:pt x="2276475" y="606266"/>
                  </a:lnTo>
                  <a:lnTo>
                    <a:pt x="2277523" y="606076"/>
                  </a:lnTo>
                  <a:lnTo>
                    <a:pt x="2278856" y="605980"/>
                  </a:lnTo>
                  <a:lnTo>
                    <a:pt x="2281142" y="605600"/>
                  </a:lnTo>
                  <a:lnTo>
                    <a:pt x="2282381" y="605504"/>
                  </a:lnTo>
                  <a:lnTo>
                    <a:pt x="2283428" y="605980"/>
                  </a:lnTo>
                  <a:lnTo>
                    <a:pt x="2280475" y="606838"/>
                  </a:lnTo>
                  <a:lnTo>
                    <a:pt x="2277618" y="608076"/>
                  </a:lnTo>
                  <a:lnTo>
                    <a:pt x="2272665" y="610934"/>
                  </a:lnTo>
                  <a:lnTo>
                    <a:pt x="2273332" y="611600"/>
                  </a:lnTo>
                  <a:lnTo>
                    <a:pt x="2273617" y="612077"/>
                  </a:lnTo>
                  <a:lnTo>
                    <a:pt x="2273713" y="612553"/>
                  </a:lnTo>
                  <a:lnTo>
                    <a:pt x="2273903" y="612838"/>
                  </a:lnTo>
                  <a:lnTo>
                    <a:pt x="2275332" y="613696"/>
                  </a:lnTo>
                  <a:lnTo>
                    <a:pt x="2281333" y="615029"/>
                  </a:lnTo>
                  <a:lnTo>
                    <a:pt x="2282381" y="614934"/>
                  </a:lnTo>
                  <a:lnTo>
                    <a:pt x="2284666" y="614363"/>
                  </a:lnTo>
                  <a:lnTo>
                    <a:pt x="2285619" y="614267"/>
                  </a:lnTo>
                  <a:lnTo>
                    <a:pt x="2284190" y="615315"/>
                  </a:lnTo>
                  <a:lnTo>
                    <a:pt x="2280380" y="615982"/>
                  </a:lnTo>
                  <a:lnTo>
                    <a:pt x="2278666" y="616934"/>
                  </a:lnTo>
                  <a:lnTo>
                    <a:pt x="2278190" y="618363"/>
                  </a:lnTo>
                  <a:lnTo>
                    <a:pt x="2278951" y="619982"/>
                  </a:lnTo>
                  <a:lnTo>
                    <a:pt x="2282285" y="625030"/>
                  </a:lnTo>
                  <a:lnTo>
                    <a:pt x="2282476" y="625888"/>
                  </a:lnTo>
                  <a:lnTo>
                    <a:pt x="2282666" y="626555"/>
                  </a:lnTo>
                  <a:lnTo>
                    <a:pt x="2283619" y="627602"/>
                  </a:lnTo>
                  <a:lnTo>
                    <a:pt x="2283809" y="628364"/>
                  </a:lnTo>
                  <a:lnTo>
                    <a:pt x="2283905" y="629317"/>
                  </a:lnTo>
                  <a:lnTo>
                    <a:pt x="2284857" y="631793"/>
                  </a:lnTo>
                  <a:lnTo>
                    <a:pt x="2284952" y="632555"/>
                  </a:lnTo>
                  <a:lnTo>
                    <a:pt x="2284857" y="635032"/>
                  </a:lnTo>
                  <a:lnTo>
                    <a:pt x="2285143" y="636080"/>
                  </a:lnTo>
                  <a:lnTo>
                    <a:pt x="2286095" y="638080"/>
                  </a:lnTo>
                  <a:lnTo>
                    <a:pt x="2286476" y="639509"/>
                  </a:lnTo>
                  <a:lnTo>
                    <a:pt x="2288858" y="643890"/>
                  </a:lnTo>
                  <a:lnTo>
                    <a:pt x="2296097" y="650558"/>
                  </a:lnTo>
                  <a:lnTo>
                    <a:pt x="2296954" y="650938"/>
                  </a:lnTo>
                  <a:lnTo>
                    <a:pt x="2297621" y="651415"/>
                  </a:lnTo>
                  <a:lnTo>
                    <a:pt x="2300002" y="654558"/>
                  </a:lnTo>
                  <a:lnTo>
                    <a:pt x="2301621" y="655987"/>
                  </a:lnTo>
                  <a:lnTo>
                    <a:pt x="2308003" y="659987"/>
                  </a:lnTo>
                  <a:lnTo>
                    <a:pt x="2304479" y="658082"/>
                  </a:lnTo>
                  <a:lnTo>
                    <a:pt x="2303431" y="657797"/>
                  </a:lnTo>
                  <a:lnTo>
                    <a:pt x="2301335" y="656749"/>
                  </a:lnTo>
                  <a:lnTo>
                    <a:pt x="2300288" y="656749"/>
                  </a:lnTo>
                  <a:lnTo>
                    <a:pt x="2299716" y="658178"/>
                  </a:lnTo>
                  <a:lnTo>
                    <a:pt x="2299811" y="659416"/>
                  </a:lnTo>
                  <a:lnTo>
                    <a:pt x="2300383" y="660463"/>
                  </a:lnTo>
                  <a:lnTo>
                    <a:pt x="2301240" y="661226"/>
                  </a:lnTo>
                  <a:lnTo>
                    <a:pt x="2303621" y="661892"/>
                  </a:lnTo>
                  <a:lnTo>
                    <a:pt x="2304859" y="662750"/>
                  </a:lnTo>
                  <a:lnTo>
                    <a:pt x="2307717" y="665321"/>
                  </a:lnTo>
                  <a:lnTo>
                    <a:pt x="2308574" y="665797"/>
                  </a:lnTo>
                  <a:lnTo>
                    <a:pt x="2309527" y="666083"/>
                  </a:lnTo>
                  <a:lnTo>
                    <a:pt x="2313051" y="666369"/>
                  </a:lnTo>
                  <a:lnTo>
                    <a:pt x="2315337" y="666941"/>
                  </a:lnTo>
                  <a:lnTo>
                    <a:pt x="2317051" y="667798"/>
                  </a:lnTo>
                  <a:lnTo>
                    <a:pt x="2320671" y="671227"/>
                  </a:lnTo>
                  <a:lnTo>
                    <a:pt x="2323147" y="672465"/>
                  </a:lnTo>
                  <a:lnTo>
                    <a:pt x="2323529" y="672846"/>
                  </a:lnTo>
                  <a:lnTo>
                    <a:pt x="2324100" y="673037"/>
                  </a:lnTo>
                  <a:lnTo>
                    <a:pt x="2325338" y="673132"/>
                  </a:lnTo>
                  <a:lnTo>
                    <a:pt x="2326577" y="673418"/>
                  </a:lnTo>
                  <a:lnTo>
                    <a:pt x="2327244" y="674180"/>
                  </a:lnTo>
                  <a:lnTo>
                    <a:pt x="2326672" y="674084"/>
                  </a:lnTo>
                  <a:lnTo>
                    <a:pt x="2324481" y="674180"/>
                  </a:lnTo>
                  <a:lnTo>
                    <a:pt x="2323719" y="674084"/>
                  </a:lnTo>
                  <a:lnTo>
                    <a:pt x="2323243" y="673894"/>
                  </a:lnTo>
                  <a:lnTo>
                    <a:pt x="2322481" y="673418"/>
                  </a:lnTo>
                  <a:lnTo>
                    <a:pt x="2321338" y="673132"/>
                  </a:lnTo>
                  <a:lnTo>
                    <a:pt x="2320861" y="672941"/>
                  </a:lnTo>
                  <a:lnTo>
                    <a:pt x="2320671" y="672560"/>
                  </a:lnTo>
                  <a:lnTo>
                    <a:pt x="2319052" y="671322"/>
                  </a:lnTo>
                  <a:lnTo>
                    <a:pt x="2318004" y="670846"/>
                  </a:lnTo>
                  <a:lnTo>
                    <a:pt x="2316480" y="668560"/>
                  </a:lnTo>
                  <a:lnTo>
                    <a:pt x="2315432" y="668084"/>
                  </a:lnTo>
                  <a:lnTo>
                    <a:pt x="2314956" y="667988"/>
                  </a:lnTo>
                  <a:lnTo>
                    <a:pt x="2313908" y="667512"/>
                  </a:lnTo>
                  <a:lnTo>
                    <a:pt x="2313432" y="667322"/>
                  </a:lnTo>
                  <a:lnTo>
                    <a:pt x="2312670" y="667322"/>
                  </a:lnTo>
                  <a:lnTo>
                    <a:pt x="2310956" y="667703"/>
                  </a:lnTo>
                  <a:lnTo>
                    <a:pt x="2306479" y="668084"/>
                  </a:lnTo>
                  <a:lnTo>
                    <a:pt x="2305717" y="668369"/>
                  </a:lnTo>
                  <a:lnTo>
                    <a:pt x="2304288" y="669798"/>
                  </a:lnTo>
                  <a:lnTo>
                    <a:pt x="2303431" y="670274"/>
                  </a:lnTo>
                  <a:lnTo>
                    <a:pt x="2302192" y="670274"/>
                  </a:lnTo>
                  <a:lnTo>
                    <a:pt x="2300002" y="669417"/>
                  </a:lnTo>
                  <a:lnTo>
                    <a:pt x="2298954" y="669227"/>
                  </a:lnTo>
                  <a:lnTo>
                    <a:pt x="2296763" y="669227"/>
                  </a:lnTo>
                  <a:lnTo>
                    <a:pt x="2296001" y="669417"/>
                  </a:lnTo>
                  <a:lnTo>
                    <a:pt x="2295144" y="669893"/>
                  </a:lnTo>
                  <a:lnTo>
                    <a:pt x="2294096" y="671322"/>
                  </a:lnTo>
                  <a:lnTo>
                    <a:pt x="2294668" y="672560"/>
                  </a:lnTo>
                  <a:lnTo>
                    <a:pt x="2298573" y="675608"/>
                  </a:lnTo>
                  <a:lnTo>
                    <a:pt x="2303907" y="680847"/>
                  </a:lnTo>
                  <a:lnTo>
                    <a:pt x="2304193" y="681323"/>
                  </a:lnTo>
                  <a:lnTo>
                    <a:pt x="2304669" y="681704"/>
                  </a:lnTo>
                  <a:lnTo>
                    <a:pt x="2307431" y="682562"/>
                  </a:lnTo>
                  <a:lnTo>
                    <a:pt x="2308860" y="683324"/>
                  </a:lnTo>
                  <a:lnTo>
                    <a:pt x="2309717" y="683514"/>
                  </a:lnTo>
                  <a:lnTo>
                    <a:pt x="2313241" y="683705"/>
                  </a:lnTo>
                  <a:lnTo>
                    <a:pt x="2314384" y="683895"/>
                  </a:lnTo>
                  <a:lnTo>
                    <a:pt x="2315432" y="684276"/>
                  </a:lnTo>
                  <a:lnTo>
                    <a:pt x="2318195" y="685800"/>
                  </a:lnTo>
                  <a:lnTo>
                    <a:pt x="2319147" y="686753"/>
                  </a:lnTo>
                  <a:lnTo>
                    <a:pt x="2320385" y="686753"/>
                  </a:lnTo>
                  <a:lnTo>
                    <a:pt x="2322671" y="686372"/>
                  </a:lnTo>
                  <a:lnTo>
                    <a:pt x="2324957" y="686372"/>
                  </a:lnTo>
                  <a:lnTo>
                    <a:pt x="2325624" y="686181"/>
                  </a:lnTo>
                  <a:lnTo>
                    <a:pt x="2326005" y="685800"/>
                  </a:lnTo>
                  <a:lnTo>
                    <a:pt x="2326767" y="684752"/>
                  </a:lnTo>
                  <a:lnTo>
                    <a:pt x="2328100" y="683419"/>
                  </a:lnTo>
                  <a:lnTo>
                    <a:pt x="2328958" y="683038"/>
                  </a:lnTo>
                  <a:lnTo>
                    <a:pt x="2329910" y="683419"/>
                  </a:lnTo>
                  <a:lnTo>
                    <a:pt x="2329910" y="683800"/>
                  </a:lnTo>
                  <a:lnTo>
                    <a:pt x="2328577" y="684276"/>
                  </a:lnTo>
                  <a:lnTo>
                    <a:pt x="2327815" y="685419"/>
                  </a:lnTo>
                  <a:lnTo>
                    <a:pt x="2327244" y="686848"/>
                  </a:lnTo>
                  <a:lnTo>
                    <a:pt x="2326481" y="687991"/>
                  </a:lnTo>
                  <a:lnTo>
                    <a:pt x="2325529" y="688277"/>
                  </a:lnTo>
                  <a:lnTo>
                    <a:pt x="2317433" y="688181"/>
                  </a:lnTo>
                  <a:lnTo>
                    <a:pt x="2316766" y="687991"/>
                  </a:lnTo>
                  <a:lnTo>
                    <a:pt x="2315242" y="686848"/>
                  </a:lnTo>
                  <a:lnTo>
                    <a:pt x="2314384" y="686372"/>
                  </a:lnTo>
                  <a:lnTo>
                    <a:pt x="2312289" y="685991"/>
                  </a:lnTo>
                  <a:lnTo>
                    <a:pt x="2300859" y="685610"/>
                  </a:lnTo>
                  <a:lnTo>
                    <a:pt x="2299716" y="685895"/>
                  </a:lnTo>
                  <a:lnTo>
                    <a:pt x="2299621" y="686562"/>
                  </a:lnTo>
                  <a:lnTo>
                    <a:pt x="2300192" y="687324"/>
                  </a:lnTo>
                  <a:lnTo>
                    <a:pt x="2300954" y="687896"/>
                  </a:lnTo>
                  <a:lnTo>
                    <a:pt x="2301431" y="688086"/>
                  </a:lnTo>
                  <a:lnTo>
                    <a:pt x="2301907" y="688181"/>
                  </a:lnTo>
                  <a:lnTo>
                    <a:pt x="2302955" y="688277"/>
                  </a:lnTo>
                  <a:lnTo>
                    <a:pt x="2303431" y="688467"/>
                  </a:lnTo>
                  <a:lnTo>
                    <a:pt x="2303812" y="688848"/>
                  </a:lnTo>
                  <a:lnTo>
                    <a:pt x="2304098" y="689229"/>
                  </a:lnTo>
                  <a:lnTo>
                    <a:pt x="2304955" y="689610"/>
                  </a:lnTo>
                  <a:lnTo>
                    <a:pt x="2308860" y="692182"/>
                  </a:lnTo>
                  <a:lnTo>
                    <a:pt x="2310193" y="693325"/>
                  </a:lnTo>
                  <a:lnTo>
                    <a:pt x="2311241" y="694658"/>
                  </a:lnTo>
                  <a:lnTo>
                    <a:pt x="2313337" y="698183"/>
                  </a:lnTo>
                  <a:lnTo>
                    <a:pt x="2313813" y="699326"/>
                  </a:lnTo>
                  <a:lnTo>
                    <a:pt x="2314289" y="701897"/>
                  </a:lnTo>
                  <a:lnTo>
                    <a:pt x="2315051" y="702469"/>
                  </a:lnTo>
                  <a:lnTo>
                    <a:pt x="2317337" y="702469"/>
                  </a:lnTo>
                  <a:lnTo>
                    <a:pt x="2319242" y="702850"/>
                  </a:lnTo>
                  <a:lnTo>
                    <a:pt x="2321052" y="703802"/>
                  </a:lnTo>
                  <a:lnTo>
                    <a:pt x="2322195" y="705231"/>
                  </a:lnTo>
                  <a:lnTo>
                    <a:pt x="2322004" y="707136"/>
                  </a:lnTo>
                  <a:lnTo>
                    <a:pt x="2321528" y="707612"/>
                  </a:lnTo>
                  <a:lnTo>
                    <a:pt x="2320957" y="707993"/>
                  </a:lnTo>
                  <a:lnTo>
                    <a:pt x="2320385" y="708470"/>
                  </a:lnTo>
                  <a:lnTo>
                    <a:pt x="2320195" y="709041"/>
                  </a:lnTo>
                  <a:lnTo>
                    <a:pt x="2319814" y="710851"/>
                  </a:lnTo>
                  <a:lnTo>
                    <a:pt x="2319623" y="711232"/>
                  </a:lnTo>
                  <a:lnTo>
                    <a:pt x="2319052" y="711994"/>
                  </a:lnTo>
                  <a:lnTo>
                    <a:pt x="2317623" y="715423"/>
                  </a:lnTo>
                  <a:lnTo>
                    <a:pt x="2317337" y="719709"/>
                  </a:lnTo>
                  <a:lnTo>
                    <a:pt x="2316861" y="721328"/>
                  </a:lnTo>
                  <a:lnTo>
                    <a:pt x="2315432" y="722376"/>
                  </a:lnTo>
                  <a:lnTo>
                    <a:pt x="2313432" y="722852"/>
                  </a:lnTo>
                  <a:lnTo>
                    <a:pt x="2312765" y="723329"/>
                  </a:lnTo>
                  <a:lnTo>
                    <a:pt x="2312575" y="724376"/>
                  </a:lnTo>
                  <a:lnTo>
                    <a:pt x="2312575" y="728853"/>
                  </a:lnTo>
                  <a:lnTo>
                    <a:pt x="2312289" y="730091"/>
                  </a:lnTo>
                  <a:lnTo>
                    <a:pt x="2312289" y="730758"/>
                  </a:lnTo>
                  <a:lnTo>
                    <a:pt x="2313051" y="731234"/>
                  </a:lnTo>
                  <a:lnTo>
                    <a:pt x="2313241" y="731711"/>
                  </a:lnTo>
                  <a:lnTo>
                    <a:pt x="2313337" y="732187"/>
                  </a:lnTo>
                  <a:lnTo>
                    <a:pt x="2313146" y="732663"/>
                  </a:lnTo>
                  <a:lnTo>
                    <a:pt x="2312099" y="733330"/>
                  </a:lnTo>
                  <a:lnTo>
                    <a:pt x="2309908" y="733806"/>
                  </a:lnTo>
                  <a:lnTo>
                    <a:pt x="2309050" y="734663"/>
                  </a:lnTo>
                  <a:lnTo>
                    <a:pt x="2308860" y="735806"/>
                  </a:lnTo>
                  <a:lnTo>
                    <a:pt x="2309050" y="737045"/>
                  </a:lnTo>
                  <a:lnTo>
                    <a:pt x="2309622" y="738283"/>
                  </a:lnTo>
                  <a:lnTo>
                    <a:pt x="2310860" y="740093"/>
                  </a:lnTo>
                  <a:lnTo>
                    <a:pt x="2312861" y="743998"/>
                  </a:lnTo>
                  <a:lnTo>
                    <a:pt x="2313241" y="744188"/>
                  </a:lnTo>
                  <a:lnTo>
                    <a:pt x="2314004" y="744188"/>
                  </a:lnTo>
                  <a:lnTo>
                    <a:pt x="2314384" y="743998"/>
                  </a:lnTo>
                  <a:lnTo>
                    <a:pt x="2314766" y="743522"/>
                  </a:lnTo>
                  <a:lnTo>
                    <a:pt x="2315051" y="742950"/>
                  </a:lnTo>
                  <a:lnTo>
                    <a:pt x="2315147" y="742664"/>
                  </a:lnTo>
                  <a:lnTo>
                    <a:pt x="2315337" y="741617"/>
                  </a:lnTo>
                  <a:lnTo>
                    <a:pt x="2315908" y="740759"/>
                  </a:lnTo>
                  <a:lnTo>
                    <a:pt x="2322004" y="735616"/>
                  </a:lnTo>
                  <a:lnTo>
                    <a:pt x="2323719" y="734759"/>
                  </a:lnTo>
                  <a:lnTo>
                    <a:pt x="2327815" y="733616"/>
                  </a:lnTo>
                  <a:lnTo>
                    <a:pt x="2329053" y="732472"/>
                  </a:lnTo>
                  <a:lnTo>
                    <a:pt x="2329148" y="729996"/>
                  </a:lnTo>
                  <a:lnTo>
                    <a:pt x="2329339" y="729710"/>
                  </a:lnTo>
                  <a:lnTo>
                    <a:pt x="2329434" y="729425"/>
                  </a:lnTo>
                  <a:lnTo>
                    <a:pt x="2329243" y="729044"/>
                  </a:lnTo>
                  <a:lnTo>
                    <a:pt x="2328958" y="728948"/>
                  </a:lnTo>
                  <a:lnTo>
                    <a:pt x="2328386" y="728853"/>
                  </a:lnTo>
                  <a:lnTo>
                    <a:pt x="2328291" y="728663"/>
                  </a:lnTo>
                  <a:lnTo>
                    <a:pt x="2328291" y="728091"/>
                  </a:lnTo>
                  <a:lnTo>
                    <a:pt x="2328100" y="727043"/>
                  </a:lnTo>
                  <a:lnTo>
                    <a:pt x="2328100" y="726472"/>
                  </a:lnTo>
                  <a:lnTo>
                    <a:pt x="2328672" y="725805"/>
                  </a:lnTo>
                  <a:lnTo>
                    <a:pt x="2330006" y="726091"/>
                  </a:lnTo>
                  <a:lnTo>
                    <a:pt x="2332387" y="726948"/>
                  </a:lnTo>
                  <a:lnTo>
                    <a:pt x="2331435" y="727615"/>
                  </a:lnTo>
                  <a:lnTo>
                    <a:pt x="2330482" y="727424"/>
                  </a:lnTo>
                  <a:lnTo>
                    <a:pt x="2329625" y="727043"/>
                  </a:lnTo>
                  <a:lnTo>
                    <a:pt x="2328767" y="727234"/>
                  </a:lnTo>
                  <a:lnTo>
                    <a:pt x="2329910" y="728472"/>
                  </a:lnTo>
                  <a:lnTo>
                    <a:pt x="2330196" y="729139"/>
                  </a:lnTo>
                  <a:lnTo>
                    <a:pt x="2330386" y="730949"/>
                  </a:lnTo>
                  <a:lnTo>
                    <a:pt x="2330577" y="731901"/>
                  </a:lnTo>
                  <a:lnTo>
                    <a:pt x="2330482" y="732187"/>
                  </a:lnTo>
                  <a:lnTo>
                    <a:pt x="2330291" y="732568"/>
                  </a:lnTo>
                  <a:lnTo>
                    <a:pt x="2330101" y="733139"/>
                  </a:lnTo>
                  <a:lnTo>
                    <a:pt x="2330006" y="733711"/>
                  </a:lnTo>
                  <a:lnTo>
                    <a:pt x="2330006" y="734187"/>
                  </a:lnTo>
                  <a:lnTo>
                    <a:pt x="2330768" y="736092"/>
                  </a:lnTo>
                  <a:lnTo>
                    <a:pt x="2332291" y="737521"/>
                  </a:lnTo>
                  <a:lnTo>
                    <a:pt x="2334197" y="738473"/>
                  </a:lnTo>
                  <a:lnTo>
                    <a:pt x="2336197" y="738950"/>
                  </a:lnTo>
                  <a:lnTo>
                    <a:pt x="2338197" y="739045"/>
                  </a:lnTo>
                  <a:lnTo>
                    <a:pt x="2340293" y="738854"/>
                  </a:lnTo>
                  <a:lnTo>
                    <a:pt x="2344484" y="737902"/>
                  </a:lnTo>
                  <a:lnTo>
                    <a:pt x="2346103" y="737235"/>
                  </a:lnTo>
                  <a:lnTo>
                    <a:pt x="2348865" y="735616"/>
                  </a:lnTo>
                  <a:lnTo>
                    <a:pt x="2350485" y="735044"/>
                  </a:lnTo>
                  <a:lnTo>
                    <a:pt x="2357723" y="734282"/>
                  </a:lnTo>
                  <a:lnTo>
                    <a:pt x="2366391" y="734187"/>
                  </a:lnTo>
                  <a:lnTo>
                    <a:pt x="2368582" y="733616"/>
                  </a:lnTo>
                  <a:lnTo>
                    <a:pt x="2370772" y="732377"/>
                  </a:lnTo>
                  <a:lnTo>
                    <a:pt x="2371725" y="731615"/>
                  </a:lnTo>
                  <a:lnTo>
                    <a:pt x="2372106" y="730949"/>
                  </a:lnTo>
                  <a:lnTo>
                    <a:pt x="2372297" y="727520"/>
                  </a:lnTo>
                  <a:lnTo>
                    <a:pt x="2372773" y="725234"/>
                  </a:lnTo>
                  <a:lnTo>
                    <a:pt x="2373154" y="724567"/>
                  </a:lnTo>
                  <a:lnTo>
                    <a:pt x="2373916" y="724376"/>
                  </a:lnTo>
                  <a:lnTo>
                    <a:pt x="2375249" y="724376"/>
                  </a:lnTo>
                  <a:lnTo>
                    <a:pt x="2376202" y="724091"/>
                  </a:lnTo>
                  <a:lnTo>
                    <a:pt x="2377059" y="722947"/>
                  </a:lnTo>
                  <a:lnTo>
                    <a:pt x="2377916" y="722567"/>
                  </a:lnTo>
                  <a:lnTo>
                    <a:pt x="2376678" y="725329"/>
                  </a:lnTo>
                  <a:lnTo>
                    <a:pt x="2375821" y="725900"/>
                  </a:lnTo>
                  <a:lnTo>
                    <a:pt x="2374297" y="725138"/>
                  </a:lnTo>
                  <a:lnTo>
                    <a:pt x="2373154" y="725996"/>
                  </a:lnTo>
                  <a:lnTo>
                    <a:pt x="2372773" y="727234"/>
                  </a:lnTo>
                  <a:lnTo>
                    <a:pt x="2372868" y="728567"/>
                  </a:lnTo>
                  <a:lnTo>
                    <a:pt x="2373344" y="730282"/>
                  </a:lnTo>
                  <a:lnTo>
                    <a:pt x="2373154" y="732187"/>
                  </a:lnTo>
                  <a:lnTo>
                    <a:pt x="2372963" y="733044"/>
                  </a:lnTo>
                  <a:lnTo>
                    <a:pt x="2372392" y="733330"/>
                  </a:lnTo>
                  <a:lnTo>
                    <a:pt x="2371725" y="733330"/>
                  </a:lnTo>
                  <a:lnTo>
                    <a:pt x="2371058" y="733425"/>
                  </a:lnTo>
                  <a:lnTo>
                    <a:pt x="2369820" y="734187"/>
                  </a:lnTo>
                  <a:lnTo>
                    <a:pt x="2368868" y="735139"/>
                  </a:lnTo>
                  <a:lnTo>
                    <a:pt x="2368391" y="736187"/>
                  </a:lnTo>
                  <a:lnTo>
                    <a:pt x="2368582" y="737426"/>
                  </a:lnTo>
                  <a:lnTo>
                    <a:pt x="2369344" y="738854"/>
                  </a:lnTo>
                  <a:lnTo>
                    <a:pt x="2371630" y="741712"/>
                  </a:lnTo>
                  <a:lnTo>
                    <a:pt x="2383251" y="750284"/>
                  </a:lnTo>
                  <a:lnTo>
                    <a:pt x="2384012" y="751427"/>
                  </a:lnTo>
                  <a:lnTo>
                    <a:pt x="2385822" y="753332"/>
                  </a:lnTo>
                  <a:lnTo>
                    <a:pt x="2388585" y="754475"/>
                  </a:lnTo>
                  <a:lnTo>
                    <a:pt x="2389061" y="754571"/>
                  </a:lnTo>
                  <a:lnTo>
                    <a:pt x="2389251" y="755523"/>
                  </a:lnTo>
                  <a:lnTo>
                    <a:pt x="2389822" y="756285"/>
                  </a:lnTo>
                  <a:lnTo>
                    <a:pt x="2393442" y="759238"/>
                  </a:lnTo>
                  <a:lnTo>
                    <a:pt x="2393823" y="759714"/>
                  </a:lnTo>
                  <a:lnTo>
                    <a:pt x="2396681" y="762476"/>
                  </a:lnTo>
                  <a:lnTo>
                    <a:pt x="2402681" y="771430"/>
                  </a:lnTo>
                  <a:lnTo>
                    <a:pt x="2415064" y="784288"/>
                  </a:lnTo>
                  <a:lnTo>
                    <a:pt x="2418493" y="785908"/>
                  </a:lnTo>
                  <a:lnTo>
                    <a:pt x="2419064" y="785908"/>
                  </a:lnTo>
                  <a:lnTo>
                    <a:pt x="2421351" y="787241"/>
                  </a:lnTo>
                  <a:lnTo>
                    <a:pt x="2421351" y="787241"/>
                  </a:lnTo>
                  <a:lnTo>
                    <a:pt x="2421351" y="787241"/>
                  </a:lnTo>
                  <a:lnTo>
                    <a:pt x="2421351" y="781145"/>
                  </a:lnTo>
                  <a:lnTo>
                    <a:pt x="2421351" y="770954"/>
                  </a:lnTo>
                  <a:lnTo>
                    <a:pt x="2421351" y="761047"/>
                  </a:lnTo>
                  <a:lnTo>
                    <a:pt x="2421731" y="752475"/>
                  </a:lnTo>
                  <a:close/>
                  <a:moveTo>
                    <a:pt x="1903571" y="735902"/>
                  </a:moveTo>
                  <a:lnTo>
                    <a:pt x="1902714" y="736187"/>
                  </a:lnTo>
                  <a:lnTo>
                    <a:pt x="1901857" y="736378"/>
                  </a:lnTo>
                  <a:lnTo>
                    <a:pt x="1901571" y="736568"/>
                  </a:lnTo>
                  <a:lnTo>
                    <a:pt x="1900999" y="737330"/>
                  </a:lnTo>
                  <a:lnTo>
                    <a:pt x="1900714" y="737521"/>
                  </a:lnTo>
                  <a:lnTo>
                    <a:pt x="1900238" y="737426"/>
                  </a:lnTo>
                  <a:lnTo>
                    <a:pt x="1900142" y="737045"/>
                  </a:lnTo>
                  <a:lnTo>
                    <a:pt x="1900238" y="736568"/>
                  </a:lnTo>
                  <a:lnTo>
                    <a:pt x="1900523" y="736092"/>
                  </a:lnTo>
                  <a:lnTo>
                    <a:pt x="1898714" y="734282"/>
                  </a:lnTo>
                  <a:lnTo>
                    <a:pt x="1898047" y="733901"/>
                  </a:lnTo>
                  <a:lnTo>
                    <a:pt x="1896808" y="734568"/>
                  </a:lnTo>
                  <a:lnTo>
                    <a:pt x="1894713" y="737235"/>
                  </a:lnTo>
                  <a:lnTo>
                    <a:pt x="1893570" y="737045"/>
                  </a:lnTo>
                  <a:lnTo>
                    <a:pt x="1892903" y="736568"/>
                  </a:lnTo>
                  <a:lnTo>
                    <a:pt x="1892237" y="736568"/>
                  </a:lnTo>
                  <a:lnTo>
                    <a:pt x="1891760" y="737045"/>
                  </a:lnTo>
                  <a:lnTo>
                    <a:pt x="1891570" y="737997"/>
                  </a:lnTo>
                  <a:lnTo>
                    <a:pt x="1891665" y="738950"/>
                  </a:lnTo>
                  <a:lnTo>
                    <a:pt x="1891951" y="739521"/>
                  </a:lnTo>
                  <a:lnTo>
                    <a:pt x="1892046" y="740093"/>
                  </a:lnTo>
                  <a:lnTo>
                    <a:pt x="1891570" y="740855"/>
                  </a:lnTo>
                  <a:lnTo>
                    <a:pt x="1891189" y="741140"/>
                  </a:lnTo>
                  <a:lnTo>
                    <a:pt x="1889760" y="741807"/>
                  </a:lnTo>
                  <a:lnTo>
                    <a:pt x="1889284" y="741902"/>
                  </a:lnTo>
                  <a:lnTo>
                    <a:pt x="1888522" y="742283"/>
                  </a:lnTo>
                  <a:lnTo>
                    <a:pt x="1887950" y="743045"/>
                  </a:lnTo>
                  <a:lnTo>
                    <a:pt x="1887474" y="743807"/>
                  </a:lnTo>
                  <a:lnTo>
                    <a:pt x="1886426" y="744664"/>
                  </a:lnTo>
                  <a:lnTo>
                    <a:pt x="1884236" y="747236"/>
                  </a:lnTo>
                  <a:lnTo>
                    <a:pt x="1883664" y="748094"/>
                  </a:lnTo>
                  <a:lnTo>
                    <a:pt x="1886140" y="748094"/>
                  </a:lnTo>
                  <a:lnTo>
                    <a:pt x="1886712" y="747903"/>
                  </a:lnTo>
                  <a:lnTo>
                    <a:pt x="1887379" y="747331"/>
                  </a:lnTo>
                  <a:lnTo>
                    <a:pt x="1889760" y="745903"/>
                  </a:lnTo>
                  <a:lnTo>
                    <a:pt x="1890427" y="745236"/>
                  </a:lnTo>
                  <a:lnTo>
                    <a:pt x="1890617" y="744569"/>
                  </a:lnTo>
                  <a:lnTo>
                    <a:pt x="1890522" y="742855"/>
                  </a:lnTo>
                  <a:lnTo>
                    <a:pt x="1890998" y="742760"/>
                  </a:lnTo>
                  <a:lnTo>
                    <a:pt x="1893570" y="741902"/>
                  </a:lnTo>
                  <a:lnTo>
                    <a:pt x="1894999" y="741997"/>
                  </a:lnTo>
                  <a:lnTo>
                    <a:pt x="1895570" y="741902"/>
                  </a:lnTo>
                  <a:lnTo>
                    <a:pt x="1899285" y="740378"/>
                  </a:lnTo>
                  <a:lnTo>
                    <a:pt x="1901381" y="738950"/>
                  </a:lnTo>
                  <a:lnTo>
                    <a:pt x="1903000" y="738283"/>
                  </a:lnTo>
                  <a:lnTo>
                    <a:pt x="1904524" y="737521"/>
                  </a:lnTo>
                  <a:lnTo>
                    <a:pt x="1905572" y="736092"/>
                  </a:lnTo>
                  <a:lnTo>
                    <a:pt x="1904429" y="735806"/>
                  </a:lnTo>
                  <a:lnTo>
                    <a:pt x="1903571" y="735902"/>
                  </a:lnTo>
                  <a:close/>
                  <a:moveTo>
                    <a:pt x="1990915" y="605123"/>
                  </a:moveTo>
                  <a:lnTo>
                    <a:pt x="1990820" y="604266"/>
                  </a:lnTo>
                  <a:lnTo>
                    <a:pt x="1990820" y="603409"/>
                  </a:lnTo>
                  <a:lnTo>
                    <a:pt x="1991582" y="601123"/>
                  </a:lnTo>
                  <a:lnTo>
                    <a:pt x="1991582" y="600647"/>
                  </a:lnTo>
                  <a:lnTo>
                    <a:pt x="1991297" y="600551"/>
                  </a:lnTo>
                  <a:lnTo>
                    <a:pt x="1990915" y="600551"/>
                  </a:lnTo>
                  <a:lnTo>
                    <a:pt x="1990534" y="600742"/>
                  </a:lnTo>
                  <a:lnTo>
                    <a:pt x="1990249" y="600932"/>
                  </a:lnTo>
                  <a:lnTo>
                    <a:pt x="1990534" y="600456"/>
                  </a:lnTo>
                  <a:lnTo>
                    <a:pt x="1990630" y="599980"/>
                  </a:lnTo>
                  <a:lnTo>
                    <a:pt x="1990534" y="599504"/>
                  </a:lnTo>
                  <a:lnTo>
                    <a:pt x="1990249" y="599027"/>
                  </a:lnTo>
                  <a:lnTo>
                    <a:pt x="1989201" y="599980"/>
                  </a:lnTo>
                  <a:lnTo>
                    <a:pt x="1988439" y="601504"/>
                  </a:lnTo>
                  <a:lnTo>
                    <a:pt x="1988058" y="603123"/>
                  </a:lnTo>
                  <a:lnTo>
                    <a:pt x="1988058" y="604456"/>
                  </a:lnTo>
                  <a:lnTo>
                    <a:pt x="1988820" y="606552"/>
                  </a:lnTo>
                  <a:lnTo>
                    <a:pt x="1989106" y="606933"/>
                  </a:lnTo>
                  <a:lnTo>
                    <a:pt x="1989582" y="607124"/>
                  </a:lnTo>
                  <a:lnTo>
                    <a:pt x="1989963" y="607028"/>
                  </a:lnTo>
                  <a:lnTo>
                    <a:pt x="1990154" y="606647"/>
                  </a:lnTo>
                  <a:lnTo>
                    <a:pt x="1990154" y="605885"/>
                  </a:lnTo>
                  <a:lnTo>
                    <a:pt x="1990344" y="606362"/>
                  </a:lnTo>
                  <a:lnTo>
                    <a:pt x="1990534" y="606743"/>
                  </a:lnTo>
                  <a:lnTo>
                    <a:pt x="1990820" y="607028"/>
                  </a:lnTo>
                  <a:lnTo>
                    <a:pt x="1991201" y="607314"/>
                  </a:lnTo>
                  <a:lnTo>
                    <a:pt x="1991297" y="607028"/>
                  </a:lnTo>
                  <a:lnTo>
                    <a:pt x="1991582" y="606552"/>
                  </a:lnTo>
                  <a:lnTo>
                    <a:pt x="1991201" y="605790"/>
                  </a:lnTo>
                  <a:lnTo>
                    <a:pt x="1990915" y="605123"/>
                  </a:lnTo>
                  <a:close/>
                  <a:moveTo>
                    <a:pt x="1909191" y="519113"/>
                  </a:moveTo>
                  <a:lnTo>
                    <a:pt x="1909000" y="518827"/>
                  </a:lnTo>
                  <a:lnTo>
                    <a:pt x="1908715" y="518541"/>
                  </a:lnTo>
                  <a:lnTo>
                    <a:pt x="1908429" y="518351"/>
                  </a:lnTo>
                  <a:lnTo>
                    <a:pt x="1907096" y="517874"/>
                  </a:lnTo>
                  <a:lnTo>
                    <a:pt x="1907191" y="518731"/>
                  </a:lnTo>
                  <a:lnTo>
                    <a:pt x="1907476" y="519970"/>
                  </a:lnTo>
                  <a:lnTo>
                    <a:pt x="1907953" y="521018"/>
                  </a:lnTo>
                  <a:lnTo>
                    <a:pt x="1908715" y="521494"/>
                  </a:lnTo>
                  <a:lnTo>
                    <a:pt x="1909096" y="521303"/>
                  </a:lnTo>
                  <a:lnTo>
                    <a:pt x="1909286" y="520732"/>
                  </a:lnTo>
                  <a:lnTo>
                    <a:pt x="1909286" y="519494"/>
                  </a:lnTo>
                  <a:lnTo>
                    <a:pt x="1909191" y="519113"/>
                  </a:lnTo>
                  <a:close/>
                  <a:moveTo>
                    <a:pt x="1929098" y="541306"/>
                  </a:moveTo>
                  <a:lnTo>
                    <a:pt x="1928717" y="541211"/>
                  </a:lnTo>
                  <a:lnTo>
                    <a:pt x="1928431" y="541211"/>
                  </a:lnTo>
                  <a:lnTo>
                    <a:pt x="1928050" y="541496"/>
                  </a:lnTo>
                  <a:lnTo>
                    <a:pt x="1928622" y="542068"/>
                  </a:lnTo>
                  <a:lnTo>
                    <a:pt x="1930622" y="546449"/>
                  </a:lnTo>
                  <a:lnTo>
                    <a:pt x="1930908" y="546926"/>
                  </a:lnTo>
                  <a:lnTo>
                    <a:pt x="1931956" y="546354"/>
                  </a:lnTo>
                  <a:lnTo>
                    <a:pt x="1931480" y="544544"/>
                  </a:lnTo>
                  <a:lnTo>
                    <a:pt x="1930337" y="542544"/>
                  </a:lnTo>
                  <a:lnTo>
                    <a:pt x="1929479" y="541401"/>
                  </a:lnTo>
                  <a:lnTo>
                    <a:pt x="1929098" y="541306"/>
                  </a:lnTo>
                  <a:close/>
                  <a:moveTo>
                    <a:pt x="1929098" y="446532"/>
                  </a:moveTo>
                  <a:lnTo>
                    <a:pt x="1927670" y="447294"/>
                  </a:lnTo>
                  <a:lnTo>
                    <a:pt x="1926622" y="447770"/>
                  </a:lnTo>
                  <a:lnTo>
                    <a:pt x="1926241" y="448151"/>
                  </a:lnTo>
                  <a:lnTo>
                    <a:pt x="1926622" y="448437"/>
                  </a:lnTo>
                  <a:lnTo>
                    <a:pt x="1927670" y="448342"/>
                  </a:lnTo>
                  <a:lnTo>
                    <a:pt x="1929003" y="447770"/>
                  </a:lnTo>
                  <a:lnTo>
                    <a:pt x="1930146" y="447008"/>
                  </a:lnTo>
                  <a:lnTo>
                    <a:pt x="1930717" y="446246"/>
                  </a:lnTo>
                  <a:lnTo>
                    <a:pt x="1929956" y="446246"/>
                  </a:lnTo>
                  <a:lnTo>
                    <a:pt x="1929098" y="446532"/>
                  </a:lnTo>
                  <a:close/>
                  <a:moveTo>
                    <a:pt x="1933670" y="684657"/>
                  </a:moveTo>
                  <a:lnTo>
                    <a:pt x="1933480" y="683990"/>
                  </a:lnTo>
                  <a:lnTo>
                    <a:pt x="1933194" y="683705"/>
                  </a:lnTo>
                  <a:lnTo>
                    <a:pt x="1932527" y="684181"/>
                  </a:lnTo>
                  <a:lnTo>
                    <a:pt x="1931670" y="685229"/>
                  </a:lnTo>
                  <a:lnTo>
                    <a:pt x="1931289" y="685514"/>
                  </a:lnTo>
                  <a:lnTo>
                    <a:pt x="1930527" y="685800"/>
                  </a:lnTo>
                  <a:lnTo>
                    <a:pt x="1930432" y="685514"/>
                  </a:lnTo>
                  <a:lnTo>
                    <a:pt x="1930813" y="683514"/>
                  </a:lnTo>
                  <a:lnTo>
                    <a:pt x="1930432" y="682657"/>
                  </a:lnTo>
                  <a:lnTo>
                    <a:pt x="1929574" y="682466"/>
                  </a:lnTo>
                  <a:lnTo>
                    <a:pt x="1928527" y="682657"/>
                  </a:lnTo>
                  <a:lnTo>
                    <a:pt x="1927098" y="683038"/>
                  </a:lnTo>
                  <a:lnTo>
                    <a:pt x="1925955" y="683609"/>
                  </a:lnTo>
                  <a:lnTo>
                    <a:pt x="1924336" y="684847"/>
                  </a:lnTo>
                  <a:lnTo>
                    <a:pt x="1923955" y="685705"/>
                  </a:lnTo>
                  <a:lnTo>
                    <a:pt x="1924145" y="686753"/>
                  </a:lnTo>
                  <a:lnTo>
                    <a:pt x="1924812" y="688277"/>
                  </a:lnTo>
                  <a:lnTo>
                    <a:pt x="1924336" y="688467"/>
                  </a:lnTo>
                  <a:lnTo>
                    <a:pt x="1923859" y="688562"/>
                  </a:lnTo>
                  <a:lnTo>
                    <a:pt x="1922812" y="688658"/>
                  </a:lnTo>
                  <a:lnTo>
                    <a:pt x="1922145" y="688848"/>
                  </a:lnTo>
                  <a:lnTo>
                    <a:pt x="1921859" y="689229"/>
                  </a:lnTo>
                  <a:lnTo>
                    <a:pt x="1921764" y="689705"/>
                  </a:lnTo>
                  <a:lnTo>
                    <a:pt x="1921573" y="690181"/>
                  </a:lnTo>
                  <a:lnTo>
                    <a:pt x="1920526" y="691420"/>
                  </a:lnTo>
                  <a:lnTo>
                    <a:pt x="1920145" y="692087"/>
                  </a:lnTo>
                  <a:lnTo>
                    <a:pt x="1919764" y="693039"/>
                  </a:lnTo>
                  <a:lnTo>
                    <a:pt x="1919859" y="693611"/>
                  </a:lnTo>
                  <a:lnTo>
                    <a:pt x="1920049" y="694087"/>
                  </a:lnTo>
                  <a:lnTo>
                    <a:pt x="1919954" y="694372"/>
                  </a:lnTo>
                  <a:lnTo>
                    <a:pt x="1917001" y="694849"/>
                  </a:lnTo>
                  <a:lnTo>
                    <a:pt x="1916716" y="695135"/>
                  </a:lnTo>
                  <a:lnTo>
                    <a:pt x="1916716" y="695706"/>
                  </a:lnTo>
                  <a:lnTo>
                    <a:pt x="1916811" y="696182"/>
                  </a:lnTo>
                  <a:lnTo>
                    <a:pt x="1916906" y="696278"/>
                  </a:lnTo>
                  <a:lnTo>
                    <a:pt x="1916621" y="696849"/>
                  </a:lnTo>
                  <a:lnTo>
                    <a:pt x="1916430" y="697039"/>
                  </a:lnTo>
                  <a:lnTo>
                    <a:pt x="1916144" y="697230"/>
                  </a:lnTo>
                  <a:lnTo>
                    <a:pt x="1915763" y="697706"/>
                  </a:lnTo>
                  <a:lnTo>
                    <a:pt x="1915097" y="699230"/>
                  </a:lnTo>
                  <a:lnTo>
                    <a:pt x="1914811" y="699611"/>
                  </a:lnTo>
                  <a:lnTo>
                    <a:pt x="1914334" y="699802"/>
                  </a:lnTo>
                  <a:lnTo>
                    <a:pt x="1914049" y="699421"/>
                  </a:lnTo>
                  <a:lnTo>
                    <a:pt x="1913763" y="698945"/>
                  </a:lnTo>
                  <a:lnTo>
                    <a:pt x="1913382" y="698659"/>
                  </a:lnTo>
                  <a:lnTo>
                    <a:pt x="1912715" y="698945"/>
                  </a:lnTo>
                  <a:lnTo>
                    <a:pt x="1909572" y="701516"/>
                  </a:lnTo>
                  <a:lnTo>
                    <a:pt x="1908905" y="702374"/>
                  </a:lnTo>
                  <a:lnTo>
                    <a:pt x="1908429" y="703421"/>
                  </a:lnTo>
                  <a:lnTo>
                    <a:pt x="1908239" y="704660"/>
                  </a:lnTo>
                  <a:lnTo>
                    <a:pt x="1907953" y="705422"/>
                  </a:lnTo>
                  <a:lnTo>
                    <a:pt x="1906810" y="707136"/>
                  </a:lnTo>
                  <a:lnTo>
                    <a:pt x="1906429" y="708088"/>
                  </a:lnTo>
                  <a:lnTo>
                    <a:pt x="1906143" y="709994"/>
                  </a:lnTo>
                  <a:lnTo>
                    <a:pt x="1906238" y="710279"/>
                  </a:lnTo>
                  <a:lnTo>
                    <a:pt x="1905667" y="710470"/>
                  </a:lnTo>
                  <a:lnTo>
                    <a:pt x="1905667" y="710946"/>
                  </a:lnTo>
                  <a:lnTo>
                    <a:pt x="1906333" y="712756"/>
                  </a:lnTo>
                  <a:lnTo>
                    <a:pt x="1907191" y="713327"/>
                  </a:lnTo>
                  <a:lnTo>
                    <a:pt x="1908239" y="713708"/>
                  </a:lnTo>
                  <a:lnTo>
                    <a:pt x="1909191" y="713899"/>
                  </a:lnTo>
                  <a:lnTo>
                    <a:pt x="1907762" y="714280"/>
                  </a:lnTo>
                  <a:lnTo>
                    <a:pt x="1906714" y="714185"/>
                  </a:lnTo>
                  <a:lnTo>
                    <a:pt x="1904429" y="713042"/>
                  </a:lnTo>
                  <a:lnTo>
                    <a:pt x="1903286" y="712661"/>
                  </a:lnTo>
                  <a:lnTo>
                    <a:pt x="1902428" y="712946"/>
                  </a:lnTo>
                  <a:lnTo>
                    <a:pt x="1902047" y="713804"/>
                  </a:lnTo>
                  <a:lnTo>
                    <a:pt x="1902333" y="715232"/>
                  </a:lnTo>
                  <a:lnTo>
                    <a:pt x="1902714" y="715232"/>
                  </a:lnTo>
                  <a:lnTo>
                    <a:pt x="1902714" y="714851"/>
                  </a:lnTo>
                  <a:lnTo>
                    <a:pt x="1903000" y="714851"/>
                  </a:lnTo>
                  <a:lnTo>
                    <a:pt x="1903000" y="715423"/>
                  </a:lnTo>
                  <a:lnTo>
                    <a:pt x="1903190" y="715709"/>
                  </a:lnTo>
                  <a:lnTo>
                    <a:pt x="1903571" y="715709"/>
                  </a:lnTo>
                  <a:lnTo>
                    <a:pt x="1904048" y="715518"/>
                  </a:lnTo>
                  <a:lnTo>
                    <a:pt x="1903952" y="716185"/>
                  </a:lnTo>
                  <a:lnTo>
                    <a:pt x="1904238" y="716852"/>
                  </a:lnTo>
                  <a:lnTo>
                    <a:pt x="1904238" y="717328"/>
                  </a:lnTo>
                  <a:lnTo>
                    <a:pt x="1903381" y="717423"/>
                  </a:lnTo>
                  <a:lnTo>
                    <a:pt x="1903381" y="717709"/>
                  </a:lnTo>
                  <a:lnTo>
                    <a:pt x="1903762" y="717899"/>
                  </a:lnTo>
                  <a:lnTo>
                    <a:pt x="1904143" y="718185"/>
                  </a:lnTo>
                  <a:lnTo>
                    <a:pt x="1904429" y="718566"/>
                  </a:lnTo>
                  <a:lnTo>
                    <a:pt x="1904429" y="719138"/>
                  </a:lnTo>
                  <a:lnTo>
                    <a:pt x="1903952" y="719804"/>
                  </a:lnTo>
                  <a:lnTo>
                    <a:pt x="1903476" y="719804"/>
                  </a:lnTo>
                  <a:lnTo>
                    <a:pt x="1902905" y="719519"/>
                  </a:lnTo>
                  <a:lnTo>
                    <a:pt x="1902238" y="719519"/>
                  </a:lnTo>
                  <a:lnTo>
                    <a:pt x="1901381" y="720185"/>
                  </a:lnTo>
                  <a:lnTo>
                    <a:pt x="1900714" y="721233"/>
                  </a:lnTo>
                  <a:lnTo>
                    <a:pt x="1900523" y="722471"/>
                  </a:lnTo>
                  <a:lnTo>
                    <a:pt x="1900904" y="723519"/>
                  </a:lnTo>
                  <a:lnTo>
                    <a:pt x="1901571" y="723424"/>
                  </a:lnTo>
                  <a:lnTo>
                    <a:pt x="1902142" y="723900"/>
                  </a:lnTo>
                  <a:lnTo>
                    <a:pt x="1902523" y="724662"/>
                  </a:lnTo>
                  <a:lnTo>
                    <a:pt x="1902714" y="725519"/>
                  </a:lnTo>
                  <a:lnTo>
                    <a:pt x="1901952" y="727615"/>
                  </a:lnTo>
                  <a:lnTo>
                    <a:pt x="1901666" y="728758"/>
                  </a:lnTo>
                  <a:lnTo>
                    <a:pt x="1902142" y="729234"/>
                  </a:lnTo>
                  <a:lnTo>
                    <a:pt x="1906048" y="729520"/>
                  </a:lnTo>
                  <a:lnTo>
                    <a:pt x="1908048" y="729329"/>
                  </a:lnTo>
                  <a:lnTo>
                    <a:pt x="1909477" y="728472"/>
                  </a:lnTo>
                  <a:lnTo>
                    <a:pt x="1909763" y="727901"/>
                  </a:lnTo>
                  <a:lnTo>
                    <a:pt x="1909953" y="726662"/>
                  </a:lnTo>
                  <a:lnTo>
                    <a:pt x="1910239" y="726186"/>
                  </a:lnTo>
                  <a:lnTo>
                    <a:pt x="1910906" y="725710"/>
                  </a:lnTo>
                  <a:lnTo>
                    <a:pt x="1911191" y="725805"/>
                  </a:lnTo>
                  <a:lnTo>
                    <a:pt x="1911477" y="726091"/>
                  </a:lnTo>
                  <a:lnTo>
                    <a:pt x="1911858" y="726281"/>
                  </a:lnTo>
                  <a:lnTo>
                    <a:pt x="1912334" y="726758"/>
                  </a:lnTo>
                  <a:lnTo>
                    <a:pt x="1912048" y="727805"/>
                  </a:lnTo>
                  <a:lnTo>
                    <a:pt x="1911287" y="729805"/>
                  </a:lnTo>
                  <a:lnTo>
                    <a:pt x="1911667" y="730568"/>
                  </a:lnTo>
                  <a:lnTo>
                    <a:pt x="1912620" y="730187"/>
                  </a:lnTo>
                  <a:lnTo>
                    <a:pt x="1913573" y="729329"/>
                  </a:lnTo>
                  <a:lnTo>
                    <a:pt x="1914144" y="728567"/>
                  </a:lnTo>
                  <a:lnTo>
                    <a:pt x="1914334" y="727996"/>
                  </a:lnTo>
                  <a:lnTo>
                    <a:pt x="1914334" y="727615"/>
                  </a:lnTo>
                  <a:lnTo>
                    <a:pt x="1914430" y="727329"/>
                  </a:lnTo>
                  <a:lnTo>
                    <a:pt x="1914715" y="726948"/>
                  </a:lnTo>
                  <a:lnTo>
                    <a:pt x="1915001" y="726472"/>
                  </a:lnTo>
                  <a:lnTo>
                    <a:pt x="1914811" y="726186"/>
                  </a:lnTo>
                  <a:lnTo>
                    <a:pt x="1914334" y="726091"/>
                  </a:lnTo>
                  <a:lnTo>
                    <a:pt x="1913763" y="726091"/>
                  </a:lnTo>
                  <a:lnTo>
                    <a:pt x="1914239" y="725234"/>
                  </a:lnTo>
                  <a:lnTo>
                    <a:pt x="1914811" y="724757"/>
                  </a:lnTo>
                  <a:lnTo>
                    <a:pt x="1915382" y="724281"/>
                  </a:lnTo>
                  <a:lnTo>
                    <a:pt x="1915954" y="723614"/>
                  </a:lnTo>
                  <a:lnTo>
                    <a:pt x="1915954" y="722662"/>
                  </a:lnTo>
                  <a:lnTo>
                    <a:pt x="1916049" y="721900"/>
                  </a:lnTo>
                  <a:lnTo>
                    <a:pt x="1916430" y="721233"/>
                  </a:lnTo>
                  <a:lnTo>
                    <a:pt x="1918811" y="719519"/>
                  </a:lnTo>
                  <a:lnTo>
                    <a:pt x="1919192" y="719042"/>
                  </a:lnTo>
                  <a:lnTo>
                    <a:pt x="1919573" y="718756"/>
                  </a:lnTo>
                  <a:lnTo>
                    <a:pt x="1920335" y="718471"/>
                  </a:lnTo>
                  <a:lnTo>
                    <a:pt x="1920907" y="717899"/>
                  </a:lnTo>
                  <a:lnTo>
                    <a:pt x="1920621" y="716756"/>
                  </a:lnTo>
                  <a:lnTo>
                    <a:pt x="1921192" y="716947"/>
                  </a:lnTo>
                  <a:lnTo>
                    <a:pt x="1921669" y="716756"/>
                  </a:lnTo>
                  <a:lnTo>
                    <a:pt x="1922050" y="716375"/>
                  </a:lnTo>
                  <a:lnTo>
                    <a:pt x="1922336" y="715899"/>
                  </a:lnTo>
                  <a:lnTo>
                    <a:pt x="1921955" y="714756"/>
                  </a:lnTo>
                  <a:lnTo>
                    <a:pt x="1922812" y="714280"/>
                  </a:lnTo>
                  <a:lnTo>
                    <a:pt x="1924145" y="714089"/>
                  </a:lnTo>
                  <a:lnTo>
                    <a:pt x="1925193" y="713804"/>
                  </a:lnTo>
                  <a:lnTo>
                    <a:pt x="1926050" y="713137"/>
                  </a:lnTo>
                  <a:lnTo>
                    <a:pt x="1926336" y="712851"/>
                  </a:lnTo>
                  <a:lnTo>
                    <a:pt x="1927384" y="710755"/>
                  </a:lnTo>
                  <a:lnTo>
                    <a:pt x="1927574" y="710470"/>
                  </a:lnTo>
                  <a:lnTo>
                    <a:pt x="1928431" y="710089"/>
                  </a:lnTo>
                  <a:lnTo>
                    <a:pt x="1929193" y="709231"/>
                  </a:lnTo>
                  <a:lnTo>
                    <a:pt x="1929765" y="708088"/>
                  </a:lnTo>
                  <a:lnTo>
                    <a:pt x="1930241" y="705803"/>
                  </a:lnTo>
                  <a:lnTo>
                    <a:pt x="1930813" y="704564"/>
                  </a:lnTo>
                  <a:lnTo>
                    <a:pt x="1931098" y="703326"/>
                  </a:lnTo>
                  <a:lnTo>
                    <a:pt x="1930717" y="702183"/>
                  </a:lnTo>
                  <a:lnTo>
                    <a:pt x="1931098" y="702088"/>
                  </a:lnTo>
                  <a:lnTo>
                    <a:pt x="1931480" y="701897"/>
                  </a:lnTo>
                  <a:lnTo>
                    <a:pt x="1931670" y="701516"/>
                  </a:lnTo>
                  <a:lnTo>
                    <a:pt x="1931861" y="700373"/>
                  </a:lnTo>
                  <a:lnTo>
                    <a:pt x="1932432" y="699135"/>
                  </a:lnTo>
                  <a:lnTo>
                    <a:pt x="1932623" y="698945"/>
                  </a:lnTo>
                  <a:lnTo>
                    <a:pt x="1932908" y="698945"/>
                  </a:lnTo>
                  <a:lnTo>
                    <a:pt x="1933194" y="698945"/>
                  </a:lnTo>
                  <a:lnTo>
                    <a:pt x="1933194" y="698563"/>
                  </a:lnTo>
                  <a:lnTo>
                    <a:pt x="1933004" y="698278"/>
                  </a:lnTo>
                  <a:lnTo>
                    <a:pt x="1932813" y="698278"/>
                  </a:lnTo>
                  <a:lnTo>
                    <a:pt x="1932623" y="698373"/>
                  </a:lnTo>
                  <a:lnTo>
                    <a:pt x="1932432" y="698278"/>
                  </a:lnTo>
                  <a:lnTo>
                    <a:pt x="1932051" y="697992"/>
                  </a:lnTo>
                  <a:lnTo>
                    <a:pt x="1931575" y="697706"/>
                  </a:lnTo>
                  <a:lnTo>
                    <a:pt x="1931098" y="697325"/>
                  </a:lnTo>
                  <a:lnTo>
                    <a:pt x="1930717" y="696754"/>
                  </a:lnTo>
                  <a:lnTo>
                    <a:pt x="1931384" y="696087"/>
                  </a:lnTo>
                  <a:lnTo>
                    <a:pt x="1931480" y="695325"/>
                  </a:lnTo>
                  <a:lnTo>
                    <a:pt x="1931194" y="694563"/>
                  </a:lnTo>
                  <a:lnTo>
                    <a:pt x="1930146" y="692753"/>
                  </a:lnTo>
                  <a:lnTo>
                    <a:pt x="1930051" y="692658"/>
                  </a:lnTo>
                  <a:lnTo>
                    <a:pt x="1930051" y="692277"/>
                  </a:lnTo>
                  <a:lnTo>
                    <a:pt x="1930051" y="691229"/>
                  </a:lnTo>
                  <a:lnTo>
                    <a:pt x="1929860" y="689801"/>
                  </a:lnTo>
                  <a:lnTo>
                    <a:pt x="1930051" y="689229"/>
                  </a:lnTo>
                  <a:lnTo>
                    <a:pt x="1930527" y="688658"/>
                  </a:lnTo>
                  <a:lnTo>
                    <a:pt x="1931194" y="688181"/>
                  </a:lnTo>
                  <a:lnTo>
                    <a:pt x="1931575" y="688086"/>
                  </a:lnTo>
                  <a:lnTo>
                    <a:pt x="1932051" y="688181"/>
                  </a:lnTo>
                  <a:lnTo>
                    <a:pt x="1932813" y="688277"/>
                  </a:lnTo>
                  <a:lnTo>
                    <a:pt x="1933480" y="688086"/>
                  </a:lnTo>
                  <a:lnTo>
                    <a:pt x="1934242" y="687705"/>
                  </a:lnTo>
                  <a:lnTo>
                    <a:pt x="1934908" y="687229"/>
                  </a:lnTo>
                  <a:lnTo>
                    <a:pt x="1935194" y="686657"/>
                  </a:lnTo>
                  <a:lnTo>
                    <a:pt x="1935004" y="686657"/>
                  </a:lnTo>
                  <a:lnTo>
                    <a:pt x="1933670" y="684657"/>
                  </a:lnTo>
                  <a:close/>
                  <a:moveTo>
                    <a:pt x="1912811" y="523589"/>
                  </a:moveTo>
                  <a:lnTo>
                    <a:pt x="1912144" y="522922"/>
                  </a:lnTo>
                  <a:lnTo>
                    <a:pt x="1911858" y="522446"/>
                  </a:lnTo>
                  <a:lnTo>
                    <a:pt x="1911667" y="522351"/>
                  </a:lnTo>
                  <a:lnTo>
                    <a:pt x="1911382" y="522351"/>
                  </a:lnTo>
                  <a:lnTo>
                    <a:pt x="1911191" y="522446"/>
                  </a:lnTo>
                  <a:lnTo>
                    <a:pt x="1911096" y="522637"/>
                  </a:lnTo>
                  <a:lnTo>
                    <a:pt x="1911001" y="522922"/>
                  </a:lnTo>
                  <a:lnTo>
                    <a:pt x="1911001" y="523208"/>
                  </a:lnTo>
                  <a:lnTo>
                    <a:pt x="1911191" y="523780"/>
                  </a:lnTo>
                  <a:lnTo>
                    <a:pt x="1911477" y="524351"/>
                  </a:lnTo>
                  <a:lnTo>
                    <a:pt x="1911858" y="524828"/>
                  </a:lnTo>
                  <a:lnTo>
                    <a:pt x="1912334" y="525113"/>
                  </a:lnTo>
                  <a:lnTo>
                    <a:pt x="1914811" y="526066"/>
                  </a:lnTo>
                  <a:lnTo>
                    <a:pt x="1916525" y="527304"/>
                  </a:lnTo>
                  <a:lnTo>
                    <a:pt x="1916906" y="527209"/>
                  </a:lnTo>
                  <a:lnTo>
                    <a:pt x="1916525" y="526542"/>
                  </a:lnTo>
                  <a:lnTo>
                    <a:pt x="1915478" y="525589"/>
                  </a:lnTo>
                  <a:lnTo>
                    <a:pt x="1912811" y="523589"/>
                  </a:lnTo>
                  <a:close/>
                  <a:moveTo>
                    <a:pt x="1917192" y="521399"/>
                  </a:moveTo>
                  <a:lnTo>
                    <a:pt x="1918335" y="522256"/>
                  </a:lnTo>
                  <a:lnTo>
                    <a:pt x="1919383" y="522351"/>
                  </a:lnTo>
                  <a:lnTo>
                    <a:pt x="1919954" y="521875"/>
                  </a:lnTo>
                  <a:lnTo>
                    <a:pt x="1919478" y="520922"/>
                  </a:lnTo>
                  <a:lnTo>
                    <a:pt x="1918906" y="519684"/>
                  </a:lnTo>
                  <a:lnTo>
                    <a:pt x="1918525" y="518065"/>
                  </a:lnTo>
                  <a:lnTo>
                    <a:pt x="1917954" y="516731"/>
                  </a:lnTo>
                  <a:lnTo>
                    <a:pt x="1916811" y="516350"/>
                  </a:lnTo>
                  <a:lnTo>
                    <a:pt x="1915954" y="516636"/>
                  </a:lnTo>
                  <a:lnTo>
                    <a:pt x="1915573" y="516922"/>
                  </a:lnTo>
                  <a:lnTo>
                    <a:pt x="1915382" y="517208"/>
                  </a:lnTo>
                  <a:lnTo>
                    <a:pt x="1915573" y="518065"/>
                  </a:lnTo>
                  <a:lnTo>
                    <a:pt x="1916716" y="520446"/>
                  </a:lnTo>
                  <a:lnTo>
                    <a:pt x="1917192" y="521399"/>
                  </a:lnTo>
                  <a:close/>
                  <a:moveTo>
                    <a:pt x="1910048" y="692372"/>
                  </a:moveTo>
                  <a:lnTo>
                    <a:pt x="1909667" y="692753"/>
                  </a:lnTo>
                  <a:lnTo>
                    <a:pt x="1908905" y="694087"/>
                  </a:lnTo>
                  <a:lnTo>
                    <a:pt x="1908239" y="694849"/>
                  </a:lnTo>
                  <a:lnTo>
                    <a:pt x="1907857" y="695230"/>
                  </a:lnTo>
                  <a:lnTo>
                    <a:pt x="1907476" y="695516"/>
                  </a:lnTo>
                  <a:lnTo>
                    <a:pt x="1908143" y="695801"/>
                  </a:lnTo>
                  <a:lnTo>
                    <a:pt x="1910715" y="696278"/>
                  </a:lnTo>
                  <a:lnTo>
                    <a:pt x="1910429" y="695516"/>
                  </a:lnTo>
                  <a:lnTo>
                    <a:pt x="1911572" y="694658"/>
                  </a:lnTo>
                  <a:lnTo>
                    <a:pt x="1911763" y="694468"/>
                  </a:lnTo>
                  <a:lnTo>
                    <a:pt x="1911858" y="693992"/>
                  </a:lnTo>
                  <a:lnTo>
                    <a:pt x="1911763" y="693515"/>
                  </a:lnTo>
                  <a:lnTo>
                    <a:pt x="1911477" y="693420"/>
                  </a:lnTo>
                  <a:lnTo>
                    <a:pt x="1911001" y="694087"/>
                  </a:lnTo>
                  <a:lnTo>
                    <a:pt x="1910906" y="693706"/>
                  </a:lnTo>
                  <a:lnTo>
                    <a:pt x="1910239" y="692658"/>
                  </a:lnTo>
                  <a:lnTo>
                    <a:pt x="1910048" y="692372"/>
                  </a:lnTo>
                  <a:close/>
                  <a:moveTo>
                    <a:pt x="1967008" y="599599"/>
                  </a:moveTo>
                  <a:lnTo>
                    <a:pt x="1965579" y="598456"/>
                  </a:lnTo>
                  <a:lnTo>
                    <a:pt x="1965007" y="598837"/>
                  </a:lnTo>
                  <a:lnTo>
                    <a:pt x="1965103" y="599599"/>
                  </a:lnTo>
                  <a:lnTo>
                    <a:pt x="1965579" y="600361"/>
                  </a:lnTo>
                  <a:lnTo>
                    <a:pt x="1966341" y="601218"/>
                  </a:lnTo>
                  <a:lnTo>
                    <a:pt x="1966436" y="601504"/>
                  </a:lnTo>
                  <a:lnTo>
                    <a:pt x="1966722" y="601504"/>
                  </a:lnTo>
                  <a:lnTo>
                    <a:pt x="1967484" y="601218"/>
                  </a:lnTo>
                  <a:lnTo>
                    <a:pt x="1967960" y="600932"/>
                  </a:lnTo>
                  <a:lnTo>
                    <a:pt x="1968341" y="600456"/>
                  </a:lnTo>
                  <a:lnTo>
                    <a:pt x="1968627" y="599980"/>
                  </a:lnTo>
                  <a:lnTo>
                    <a:pt x="1968817" y="599408"/>
                  </a:lnTo>
                  <a:lnTo>
                    <a:pt x="1967770" y="599694"/>
                  </a:lnTo>
                  <a:lnTo>
                    <a:pt x="1967008" y="599599"/>
                  </a:lnTo>
                  <a:close/>
                  <a:moveTo>
                    <a:pt x="1991011" y="612838"/>
                  </a:moveTo>
                  <a:lnTo>
                    <a:pt x="1990154" y="612458"/>
                  </a:lnTo>
                  <a:lnTo>
                    <a:pt x="1989773" y="611505"/>
                  </a:lnTo>
                  <a:lnTo>
                    <a:pt x="1989582" y="610267"/>
                  </a:lnTo>
                  <a:lnTo>
                    <a:pt x="1989296" y="609219"/>
                  </a:lnTo>
                  <a:lnTo>
                    <a:pt x="1988915" y="609219"/>
                  </a:lnTo>
                  <a:lnTo>
                    <a:pt x="1988820" y="609410"/>
                  </a:lnTo>
                  <a:lnTo>
                    <a:pt x="1988534" y="609886"/>
                  </a:lnTo>
                  <a:lnTo>
                    <a:pt x="1988534" y="609410"/>
                  </a:lnTo>
                  <a:lnTo>
                    <a:pt x="1987867" y="607505"/>
                  </a:lnTo>
                  <a:lnTo>
                    <a:pt x="1987772" y="606552"/>
                  </a:lnTo>
                  <a:lnTo>
                    <a:pt x="1987582" y="606076"/>
                  </a:lnTo>
                  <a:lnTo>
                    <a:pt x="1987201" y="605790"/>
                  </a:lnTo>
                  <a:lnTo>
                    <a:pt x="1986820" y="605790"/>
                  </a:lnTo>
                  <a:lnTo>
                    <a:pt x="1986058" y="605980"/>
                  </a:lnTo>
                  <a:lnTo>
                    <a:pt x="1985677" y="605885"/>
                  </a:lnTo>
                  <a:lnTo>
                    <a:pt x="1985010" y="605504"/>
                  </a:lnTo>
                  <a:lnTo>
                    <a:pt x="1985105" y="605123"/>
                  </a:lnTo>
                  <a:lnTo>
                    <a:pt x="1985486" y="604552"/>
                  </a:lnTo>
                  <a:lnTo>
                    <a:pt x="1985677" y="603790"/>
                  </a:lnTo>
                  <a:lnTo>
                    <a:pt x="1985391" y="602742"/>
                  </a:lnTo>
                  <a:lnTo>
                    <a:pt x="1984915" y="602837"/>
                  </a:lnTo>
                  <a:lnTo>
                    <a:pt x="1984248" y="603504"/>
                  </a:lnTo>
                  <a:lnTo>
                    <a:pt x="1983486" y="604076"/>
                  </a:lnTo>
                  <a:lnTo>
                    <a:pt x="1983200" y="603885"/>
                  </a:lnTo>
                  <a:lnTo>
                    <a:pt x="1981200" y="602933"/>
                  </a:lnTo>
                  <a:lnTo>
                    <a:pt x="1981295" y="603695"/>
                  </a:lnTo>
                  <a:lnTo>
                    <a:pt x="1981581" y="604171"/>
                  </a:lnTo>
                  <a:lnTo>
                    <a:pt x="1981962" y="604552"/>
                  </a:lnTo>
                  <a:lnTo>
                    <a:pt x="1982343" y="605028"/>
                  </a:lnTo>
                  <a:lnTo>
                    <a:pt x="1982438" y="605314"/>
                  </a:lnTo>
                  <a:lnTo>
                    <a:pt x="1982343" y="606362"/>
                  </a:lnTo>
                  <a:lnTo>
                    <a:pt x="1982533" y="606743"/>
                  </a:lnTo>
                  <a:lnTo>
                    <a:pt x="1982914" y="606838"/>
                  </a:lnTo>
                  <a:lnTo>
                    <a:pt x="1983296" y="606838"/>
                  </a:lnTo>
                  <a:lnTo>
                    <a:pt x="1983486" y="606933"/>
                  </a:lnTo>
                  <a:lnTo>
                    <a:pt x="1983486" y="607219"/>
                  </a:lnTo>
                  <a:lnTo>
                    <a:pt x="1983486" y="607600"/>
                  </a:lnTo>
                  <a:lnTo>
                    <a:pt x="1983391" y="607886"/>
                  </a:lnTo>
                  <a:lnTo>
                    <a:pt x="1983296" y="608171"/>
                  </a:lnTo>
                  <a:lnTo>
                    <a:pt x="1983105" y="608552"/>
                  </a:lnTo>
                  <a:lnTo>
                    <a:pt x="1983486" y="608647"/>
                  </a:lnTo>
                  <a:lnTo>
                    <a:pt x="1983962" y="608647"/>
                  </a:lnTo>
                  <a:lnTo>
                    <a:pt x="1984248" y="608647"/>
                  </a:lnTo>
                  <a:lnTo>
                    <a:pt x="1984724" y="610553"/>
                  </a:lnTo>
                  <a:lnTo>
                    <a:pt x="1985010" y="611124"/>
                  </a:lnTo>
                  <a:lnTo>
                    <a:pt x="1984248" y="611124"/>
                  </a:lnTo>
                  <a:lnTo>
                    <a:pt x="1984057" y="612362"/>
                  </a:lnTo>
                  <a:lnTo>
                    <a:pt x="1984248" y="615125"/>
                  </a:lnTo>
                  <a:lnTo>
                    <a:pt x="1984153" y="615125"/>
                  </a:lnTo>
                  <a:lnTo>
                    <a:pt x="1983867" y="615125"/>
                  </a:lnTo>
                  <a:lnTo>
                    <a:pt x="1983581" y="615220"/>
                  </a:lnTo>
                  <a:lnTo>
                    <a:pt x="1983486" y="615601"/>
                  </a:lnTo>
                  <a:lnTo>
                    <a:pt x="1983486" y="615982"/>
                  </a:lnTo>
                  <a:lnTo>
                    <a:pt x="1983581" y="616172"/>
                  </a:lnTo>
                  <a:lnTo>
                    <a:pt x="1983676" y="616268"/>
                  </a:lnTo>
                  <a:lnTo>
                    <a:pt x="1983772" y="616553"/>
                  </a:lnTo>
                  <a:lnTo>
                    <a:pt x="1983772" y="617887"/>
                  </a:lnTo>
                  <a:lnTo>
                    <a:pt x="1983867" y="618554"/>
                  </a:lnTo>
                  <a:lnTo>
                    <a:pt x="1984153" y="619125"/>
                  </a:lnTo>
                  <a:lnTo>
                    <a:pt x="1984153" y="618744"/>
                  </a:lnTo>
                  <a:lnTo>
                    <a:pt x="1984724" y="619697"/>
                  </a:lnTo>
                  <a:lnTo>
                    <a:pt x="1985010" y="620078"/>
                  </a:lnTo>
                  <a:lnTo>
                    <a:pt x="1985391" y="620173"/>
                  </a:lnTo>
                  <a:lnTo>
                    <a:pt x="1985867" y="619982"/>
                  </a:lnTo>
                  <a:lnTo>
                    <a:pt x="1986153" y="619506"/>
                  </a:lnTo>
                  <a:lnTo>
                    <a:pt x="1986248" y="618935"/>
                  </a:lnTo>
                  <a:lnTo>
                    <a:pt x="1986248" y="618363"/>
                  </a:lnTo>
                  <a:lnTo>
                    <a:pt x="1986629" y="619125"/>
                  </a:lnTo>
                  <a:lnTo>
                    <a:pt x="1987010" y="620363"/>
                  </a:lnTo>
                  <a:lnTo>
                    <a:pt x="1987582" y="621221"/>
                  </a:lnTo>
                  <a:lnTo>
                    <a:pt x="1988630" y="620744"/>
                  </a:lnTo>
                  <a:lnTo>
                    <a:pt x="1989391" y="619792"/>
                  </a:lnTo>
                  <a:lnTo>
                    <a:pt x="1990058" y="618839"/>
                  </a:lnTo>
                  <a:lnTo>
                    <a:pt x="1990534" y="617792"/>
                  </a:lnTo>
                  <a:lnTo>
                    <a:pt x="1991011" y="616553"/>
                  </a:lnTo>
                  <a:lnTo>
                    <a:pt x="1991392" y="614267"/>
                  </a:lnTo>
                  <a:lnTo>
                    <a:pt x="1991297" y="613124"/>
                  </a:lnTo>
                  <a:lnTo>
                    <a:pt x="1991011" y="612838"/>
                  </a:lnTo>
                  <a:close/>
                  <a:moveTo>
                    <a:pt x="1983581" y="490156"/>
                  </a:moveTo>
                  <a:lnTo>
                    <a:pt x="1983867" y="490252"/>
                  </a:lnTo>
                  <a:lnTo>
                    <a:pt x="1984153" y="491585"/>
                  </a:lnTo>
                  <a:lnTo>
                    <a:pt x="1984534" y="492443"/>
                  </a:lnTo>
                  <a:lnTo>
                    <a:pt x="1985105" y="493205"/>
                  </a:lnTo>
                  <a:lnTo>
                    <a:pt x="1985772" y="493681"/>
                  </a:lnTo>
                  <a:lnTo>
                    <a:pt x="1986248" y="492919"/>
                  </a:lnTo>
                  <a:lnTo>
                    <a:pt x="1986343" y="492062"/>
                  </a:lnTo>
                  <a:lnTo>
                    <a:pt x="1986153" y="491109"/>
                  </a:lnTo>
                  <a:lnTo>
                    <a:pt x="1985772" y="490252"/>
                  </a:lnTo>
                  <a:lnTo>
                    <a:pt x="1984629" y="488728"/>
                  </a:lnTo>
                  <a:lnTo>
                    <a:pt x="1983867" y="488061"/>
                  </a:lnTo>
                  <a:lnTo>
                    <a:pt x="1983105" y="487871"/>
                  </a:lnTo>
                  <a:lnTo>
                    <a:pt x="1982724" y="487966"/>
                  </a:lnTo>
                  <a:lnTo>
                    <a:pt x="1981867" y="488442"/>
                  </a:lnTo>
                  <a:lnTo>
                    <a:pt x="1981486" y="488728"/>
                  </a:lnTo>
                  <a:lnTo>
                    <a:pt x="1982343" y="489966"/>
                  </a:lnTo>
                  <a:lnTo>
                    <a:pt x="1982724" y="490156"/>
                  </a:lnTo>
                  <a:lnTo>
                    <a:pt x="1983581" y="490156"/>
                  </a:lnTo>
                  <a:close/>
                  <a:moveTo>
                    <a:pt x="1924431" y="662845"/>
                  </a:moveTo>
                  <a:lnTo>
                    <a:pt x="1923955" y="665131"/>
                  </a:lnTo>
                  <a:lnTo>
                    <a:pt x="1925193" y="666179"/>
                  </a:lnTo>
                  <a:lnTo>
                    <a:pt x="1925955" y="665893"/>
                  </a:lnTo>
                  <a:lnTo>
                    <a:pt x="1926812" y="665131"/>
                  </a:lnTo>
                  <a:lnTo>
                    <a:pt x="1927289" y="664369"/>
                  </a:lnTo>
                  <a:lnTo>
                    <a:pt x="1925955" y="663512"/>
                  </a:lnTo>
                  <a:lnTo>
                    <a:pt x="1926050" y="662464"/>
                  </a:lnTo>
                  <a:lnTo>
                    <a:pt x="1926812" y="661797"/>
                  </a:lnTo>
                  <a:lnTo>
                    <a:pt x="1927955" y="662178"/>
                  </a:lnTo>
                  <a:lnTo>
                    <a:pt x="1928908" y="661226"/>
                  </a:lnTo>
                  <a:lnTo>
                    <a:pt x="1929098" y="660368"/>
                  </a:lnTo>
                  <a:lnTo>
                    <a:pt x="1928622" y="659797"/>
                  </a:lnTo>
                  <a:lnTo>
                    <a:pt x="1927479" y="659606"/>
                  </a:lnTo>
                  <a:lnTo>
                    <a:pt x="1925860" y="660559"/>
                  </a:lnTo>
                  <a:lnTo>
                    <a:pt x="1924431" y="662845"/>
                  </a:lnTo>
                  <a:close/>
                  <a:moveTo>
                    <a:pt x="1935575" y="558737"/>
                  </a:moveTo>
                  <a:lnTo>
                    <a:pt x="1935861" y="557498"/>
                  </a:lnTo>
                  <a:lnTo>
                    <a:pt x="1935671" y="556165"/>
                  </a:lnTo>
                  <a:lnTo>
                    <a:pt x="1934813" y="555212"/>
                  </a:lnTo>
                  <a:lnTo>
                    <a:pt x="1934432" y="555974"/>
                  </a:lnTo>
                  <a:lnTo>
                    <a:pt x="1934432" y="557213"/>
                  </a:lnTo>
                  <a:lnTo>
                    <a:pt x="1934623" y="558451"/>
                  </a:lnTo>
                  <a:lnTo>
                    <a:pt x="1935004" y="559022"/>
                  </a:lnTo>
                  <a:lnTo>
                    <a:pt x="1935575" y="558737"/>
                  </a:lnTo>
                  <a:close/>
                  <a:moveTo>
                    <a:pt x="1948624" y="587883"/>
                  </a:moveTo>
                  <a:lnTo>
                    <a:pt x="1948053" y="588169"/>
                  </a:lnTo>
                  <a:lnTo>
                    <a:pt x="1947577" y="588455"/>
                  </a:lnTo>
                  <a:lnTo>
                    <a:pt x="1946815" y="589502"/>
                  </a:lnTo>
                  <a:lnTo>
                    <a:pt x="1946624" y="591026"/>
                  </a:lnTo>
                  <a:lnTo>
                    <a:pt x="1946910" y="591884"/>
                  </a:lnTo>
                  <a:lnTo>
                    <a:pt x="1947386" y="591788"/>
                  </a:lnTo>
                  <a:lnTo>
                    <a:pt x="1947672" y="591407"/>
                  </a:lnTo>
                  <a:lnTo>
                    <a:pt x="1947958" y="591312"/>
                  </a:lnTo>
                  <a:lnTo>
                    <a:pt x="1948339" y="591312"/>
                  </a:lnTo>
                  <a:lnTo>
                    <a:pt x="1948720" y="591122"/>
                  </a:lnTo>
                  <a:lnTo>
                    <a:pt x="1949577" y="588931"/>
                  </a:lnTo>
                  <a:lnTo>
                    <a:pt x="1949196" y="587978"/>
                  </a:lnTo>
                  <a:lnTo>
                    <a:pt x="1948624" y="587883"/>
                  </a:lnTo>
                  <a:close/>
                  <a:moveTo>
                    <a:pt x="1947577" y="685895"/>
                  </a:moveTo>
                  <a:lnTo>
                    <a:pt x="1946339" y="684847"/>
                  </a:lnTo>
                  <a:lnTo>
                    <a:pt x="1946053" y="684181"/>
                  </a:lnTo>
                  <a:lnTo>
                    <a:pt x="1945862" y="683419"/>
                  </a:lnTo>
                  <a:lnTo>
                    <a:pt x="1945291" y="682657"/>
                  </a:lnTo>
                  <a:lnTo>
                    <a:pt x="1944529" y="682276"/>
                  </a:lnTo>
                  <a:lnTo>
                    <a:pt x="1943576" y="682657"/>
                  </a:lnTo>
                  <a:lnTo>
                    <a:pt x="1942433" y="682466"/>
                  </a:lnTo>
                  <a:lnTo>
                    <a:pt x="1936051" y="682657"/>
                  </a:lnTo>
                  <a:lnTo>
                    <a:pt x="1934718" y="684276"/>
                  </a:lnTo>
                  <a:lnTo>
                    <a:pt x="1935289" y="685229"/>
                  </a:lnTo>
                  <a:lnTo>
                    <a:pt x="1936814" y="685610"/>
                  </a:lnTo>
                  <a:lnTo>
                    <a:pt x="1940528" y="685419"/>
                  </a:lnTo>
                  <a:lnTo>
                    <a:pt x="1942338" y="685514"/>
                  </a:lnTo>
                  <a:lnTo>
                    <a:pt x="1943672" y="686372"/>
                  </a:lnTo>
                  <a:lnTo>
                    <a:pt x="1944243" y="688277"/>
                  </a:lnTo>
                  <a:lnTo>
                    <a:pt x="1944624" y="688658"/>
                  </a:lnTo>
                  <a:lnTo>
                    <a:pt x="1946434" y="689991"/>
                  </a:lnTo>
                  <a:lnTo>
                    <a:pt x="1946910" y="690277"/>
                  </a:lnTo>
                  <a:lnTo>
                    <a:pt x="1947767" y="689801"/>
                  </a:lnTo>
                  <a:lnTo>
                    <a:pt x="1947958" y="688753"/>
                  </a:lnTo>
                  <a:lnTo>
                    <a:pt x="1947767" y="686848"/>
                  </a:lnTo>
                  <a:lnTo>
                    <a:pt x="1947577" y="685895"/>
                  </a:lnTo>
                  <a:close/>
                  <a:moveTo>
                    <a:pt x="1596581" y="402527"/>
                  </a:moveTo>
                  <a:lnTo>
                    <a:pt x="1596104" y="402431"/>
                  </a:lnTo>
                  <a:lnTo>
                    <a:pt x="1594961" y="402812"/>
                  </a:lnTo>
                  <a:lnTo>
                    <a:pt x="1594771" y="402622"/>
                  </a:lnTo>
                  <a:lnTo>
                    <a:pt x="1594961" y="402050"/>
                  </a:lnTo>
                  <a:lnTo>
                    <a:pt x="1595438" y="401479"/>
                  </a:lnTo>
                  <a:lnTo>
                    <a:pt x="1595818" y="401003"/>
                  </a:lnTo>
                  <a:lnTo>
                    <a:pt x="1595723" y="400526"/>
                  </a:lnTo>
                  <a:lnTo>
                    <a:pt x="1594961" y="399955"/>
                  </a:lnTo>
                  <a:lnTo>
                    <a:pt x="1594199" y="399764"/>
                  </a:lnTo>
                  <a:lnTo>
                    <a:pt x="1593437" y="400050"/>
                  </a:lnTo>
                  <a:lnTo>
                    <a:pt x="1592675" y="400717"/>
                  </a:lnTo>
                  <a:lnTo>
                    <a:pt x="1592294" y="401574"/>
                  </a:lnTo>
                  <a:lnTo>
                    <a:pt x="1592104" y="402146"/>
                  </a:lnTo>
                  <a:lnTo>
                    <a:pt x="1592008" y="402622"/>
                  </a:lnTo>
                  <a:lnTo>
                    <a:pt x="1591723" y="403003"/>
                  </a:lnTo>
                  <a:lnTo>
                    <a:pt x="1591056" y="403098"/>
                  </a:lnTo>
                  <a:lnTo>
                    <a:pt x="1590484" y="403003"/>
                  </a:lnTo>
                  <a:lnTo>
                    <a:pt x="1590199" y="402622"/>
                  </a:lnTo>
                  <a:lnTo>
                    <a:pt x="1590484" y="400621"/>
                  </a:lnTo>
                  <a:lnTo>
                    <a:pt x="1590389" y="399479"/>
                  </a:lnTo>
                  <a:lnTo>
                    <a:pt x="1589818" y="398526"/>
                  </a:lnTo>
                  <a:lnTo>
                    <a:pt x="1588008" y="398240"/>
                  </a:lnTo>
                  <a:lnTo>
                    <a:pt x="1587627" y="398050"/>
                  </a:lnTo>
                  <a:lnTo>
                    <a:pt x="1587341" y="397764"/>
                  </a:lnTo>
                  <a:lnTo>
                    <a:pt x="1586960" y="397478"/>
                  </a:lnTo>
                  <a:lnTo>
                    <a:pt x="1586389" y="397383"/>
                  </a:lnTo>
                  <a:lnTo>
                    <a:pt x="1586103" y="397859"/>
                  </a:lnTo>
                  <a:lnTo>
                    <a:pt x="1585436" y="400241"/>
                  </a:lnTo>
                  <a:lnTo>
                    <a:pt x="1585055" y="401003"/>
                  </a:lnTo>
                  <a:lnTo>
                    <a:pt x="1585246" y="401098"/>
                  </a:lnTo>
                  <a:lnTo>
                    <a:pt x="1585722" y="401384"/>
                  </a:lnTo>
                  <a:lnTo>
                    <a:pt x="1584960" y="401669"/>
                  </a:lnTo>
                  <a:lnTo>
                    <a:pt x="1584198" y="401669"/>
                  </a:lnTo>
                  <a:lnTo>
                    <a:pt x="1583436" y="401479"/>
                  </a:lnTo>
                  <a:lnTo>
                    <a:pt x="1582769" y="401003"/>
                  </a:lnTo>
                  <a:lnTo>
                    <a:pt x="1582674" y="401288"/>
                  </a:lnTo>
                  <a:lnTo>
                    <a:pt x="1582483" y="401479"/>
                  </a:lnTo>
                  <a:lnTo>
                    <a:pt x="1582388" y="401764"/>
                  </a:lnTo>
                  <a:lnTo>
                    <a:pt x="1581722" y="401098"/>
                  </a:lnTo>
                  <a:lnTo>
                    <a:pt x="1581055" y="399574"/>
                  </a:lnTo>
                  <a:lnTo>
                    <a:pt x="1580388" y="399288"/>
                  </a:lnTo>
                  <a:lnTo>
                    <a:pt x="1579816" y="399288"/>
                  </a:lnTo>
                  <a:lnTo>
                    <a:pt x="1578388" y="398907"/>
                  </a:lnTo>
                  <a:lnTo>
                    <a:pt x="1578102" y="398717"/>
                  </a:lnTo>
                  <a:lnTo>
                    <a:pt x="1577721" y="398240"/>
                  </a:lnTo>
                  <a:lnTo>
                    <a:pt x="1577435" y="398145"/>
                  </a:lnTo>
                  <a:lnTo>
                    <a:pt x="1577149" y="398240"/>
                  </a:lnTo>
                  <a:lnTo>
                    <a:pt x="1576768" y="398526"/>
                  </a:lnTo>
                  <a:lnTo>
                    <a:pt x="1576483" y="398526"/>
                  </a:lnTo>
                  <a:lnTo>
                    <a:pt x="1572958" y="397955"/>
                  </a:lnTo>
                  <a:lnTo>
                    <a:pt x="1570006" y="396716"/>
                  </a:lnTo>
                  <a:lnTo>
                    <a:pt x="1566958" y="396430"/>
                  </a:lnTo>
                  <a:lnTo>
                    <a:pt x="1566196" y="396145"/>
                  </a:lnTo>
                  <a:lnTo>
                    <a:pt x="1565434" y="395669"/>
                  </a:lnTo>
                  <a:lnTo>
                    <a:pt x="1563243" y="395002"/>
                  </a:lnTo>
                  <a:lnTo>
                    <a:pt x="1560386" y="394621"/>
                  </a:lnTo>
                  <a:lnTo>
                    <a:pt x="1558290" y="394716"/>
                  </a:lnTo>
                  <a:lnTo>
                    <a:pt x="1556385" y="395097"/>
                  </a:lnTo>
                  <a:lnTo>
                    <a:pt x="1554861" y="395859"/>
                  </a:lnTo>
                  <a:lnTo>
                    <a:pt x="1554956" y="394811"/>
                  </a:lnTo>
                  <a:lnTo>
                    <a:pt x="1554766" y="394335"/>
                  </a:lnTo>
                  <a:lnTo>
                    <a:pt x="1554289" y="394335"/>
                  </a:lnTo>
                  <a:lnTo>
                    <a:pt x="1553528" y="395002"/>
                  </a:lnTo>
                  <a:lnTo>
                    <a:pt x="1552765" y="395383"/>
                  </a:lnTo>
                  <a:lnTo>
                    <a:pt x="1550289" y="395859"/>
                  </a:lnTo>
                  <a:lnTo>
                    <a:pt x="1549337" y="395954"/>
                  </a:lnTo>
                  <a:lnTo>
                    <a:pt x="1547241" y="396621"/>
                  </a:lnTo>
                  <a:lnTo>
                    <a:pt x="1546574" y="398526"/>
                  </a:lnTo>
                  <a:lnTo>
                    <a:pt x="1546384" y="400907"/>
                  </a:lnTo>
                  <a:lnTo>
                    <a:pt x="1545526" y="402908"/>
                  </a:lnTo>
                  <a:lnTo>
                    <a:pt x="1544764" y="403860"/>
                  </a:lnTo>
                  <a:lnTo>
                    <a:pt x="1544383" y="404908"/>
                  </a:lnTo>
                  <a:lnTo>
                    <a:pt x="1544288" y="407194"/>
                  </a:lnTo>
                  <a:lnTo>
                    <a:pt x="1544669" y="408051"/>
                  </a:lnTo>
                  <a:lnTo>
                    <a:pt x="1547622" y="412528"/>
                  </a:lnTo>
                  <a:lnTo>
                    <a:pt x="1547908" y="413385"/>
                  </a:lnTo>
                  <a:lnTo>
                    <a:pt x="1548384" y="414052"/>
                  </a:lnTo>
                  <a:lnTo>
                    <a:pt x="1549717" y="414433"/>
                  </a:lnTo>
                  <a:lnTo>
                    <a:pt x="1550861" y="414433"/>
                  </a:lnTo>
                  <a:lnTo>
                    <a:pt x="1554099" y="414052"/>
                  </a:lnTo>
                  <a:lnTo>
                    <a:pt x="1555623" y="414147"/>
                  </a:lnTo>
                  <a:lnTo>
                    <a:pt x="1556195" y="414052"/>
                  </a:lnTo>
                  <a:lnTo>
                    <a:pt x="1556766" y="413861"/>
                  </a:lnTo>
                  <a:lnTo>
                    <a:pt x="1557623" y="413480"/>
                  </a:lnTo>
                  <a:lnTo>
                    <a:pt x="1562386" y="412242"/>
                  </a:lnTo>
                  <a:lnTo>
                    <a:pt x="1564481" y="411289"/>
                  </a:lnTo>
                  <a:lnTo>
                    <a:pt x="1568387" y="409004"/>
                  </a:lnTo>
                  <a:lnTo>
                    <a:pt x="1570577" y="408337"/>
                  </a:lnTo>
                  <a:lnTo>
                    <a:pt x="1571911" y="408432"/>
                  </a:lnTo>
                  <a:lnTo>
                    <a:pt x="1573911" y="409480"/>
                  </a:lnTo>
                  <a:lnTo>
                    <a:pt x="1575149" y="409766"/>
                  </a:lnTo>
                  <a:lnTo>
                    <a:pt x="1576864" y="409575"/>
                  </a:lnTo>
                  <a:lnTo>
                    <a:pt x="1577531" y="409766"/>
                  </a:lnTo>
                  <a:lnTo>
                    <a:pt x="1578959" y="410909"/>
                  </a:lnTo>
                  <a:lnTo>
                    <a:pt x="1580388" y="410909"/>
                  </a:lnTo>
                  <a:lnTo>
                    <a:pt x="1580769" y="410337"/>
                  </a:lnTo>
                  <a:lnTo>
                    <a:pt x="1580864" y="409480"/>
                  </a:lnTo>
                  <a:lnTo>
                    <a:pt x="1581340" y="408527"/>
                  </a:lnTo>
                  <a:lnTo>
                    <a:pt x="1582388" y="407956"/>
                  </a:lnTo>
                  <a:lnTo>
                    <a:pt x="1583436" y="407956"/>
                  </a:lnTo>
                  <a:lnTo>
                    <a:pt x="1584484" y="408242"/>
                  </a:lnTo>
                  <a:lnTo>
                    <a:pt x="1585436" y="408337"/>
                  </a:lnTo>
                  <a:lnTo>
                    <a:pt x="1586008" y="408146"/>
                  </a:lnTo>
                  <a:lnTo>
                    <a:pt x="1586865" y="407384"/>
                  </a:lnTo>
                  <a:lnTo>
                    <a:pt x="1587437" y="407194"/>
                  </a:lnTo>
                  <a:lnTo>
                    <a:pt x="1588008" y="407289"/>
                  </a:lnTo>
                  <a:lnTo>
                    <a:pt x="1589151" y="407575"/>
                  </a:lnTo>
                  <a:lnTo>
                    <a:pt x="1589627" y="407670"/>
                  </a:lnTo>
                  <a:lnTo>
                    <a:pt x="1592961" y="407289"/>
                  </a:lnTo>
                  <a:lnTo>
                    <a:pt x="1594199" y="407289"/>
                  </a:lnTo>
                  <a:lnTo>
                    <a:pt x="1596009" y="407861"/>
                  </a:lnTo>
                  <a:lnTo>
                    <a:pt x="1596485" y="407765"/>
                  </a:lnTo>
                  <a:lnTo>
                    <a:pt x="1596676" y="406813"/>
                  </a:lnTo>
                  <a:lnTo>
                    <a:pt x="1596581" y="403098"/>
                  </a:lnTo>
                  <a:lnTo>
                    <a:pt x="1596581" y="402527"/>
                  </a:lnTo>
                  <a:close/>
                  <a:moveTo>
                    <a:pt x="428149" y="279368"/>
                  </a:moveTo>
                  <a:lnTo>
                    <a:pt x="428149" y="280321"/>
                  </a:lnTo>
                  <a:lnTo>
                    <a:pt x="428434" y="281178"/>
                  </a:lnTo>
                  <a:lnTo>
                    <a:pt x="429101" y="282035"/>
                  </a:lnTo>
                  <a:lnTo>
                    <a:pt x="430054" y="282607"/>
                  </a:lnTo>
                  <a:lnTo>
                    <a:pt x="430721" y="282512"/>
                  </a:lnTo>
                  <a:lnTo>
                    <a:pt x="431387" y="282226"/>
                  </a:lnTo>
                  <a:lnTo>
                    <a:pt x="435864" y="281273"/>
                  </a:lnTo>
                  <a:lnTo>
                    <a:pt x="436626" y="280702"/>
                  </a:lnTo>
                  <a:lnTo>
                    <a:pt x="436816" y="279368"/>
                  </a:lnTo>
                  <a:lnTo>
                    <a:pt x="436721" y="277844"/>
                  </a:lnTo>
                  <a:lnTo>
                    <a:pt x="436531" y="276796"/>
                  </a:lnTo>
                  <a:lnTo>
                    <a:pt x="436055" y="275654"/>
                  </a:lnTo>
                  <a:lnTo>
                    <a:pt x="435388" y="274606"/>
                  </a:lnTo>
                  <a:lnTo>
                    <a:pt x="434721" y="273844"/>
                  </a:lnTo>
                  <a:lnTo>
                    <a:pt x="433959" y="273082"/>
                  </a:lnTo>
                  <a:lnTo>
                    <a:pt x="433102" y="272510"/>
                  </a:lnTo>
                  <a:lnTo>
                    <a:pt x="432149" y="272320"/>
                  </a:lnTo>
                  <a:lnTo>
                    <a:pt x="430435" y="272987"/>
                  </a:lnTo>
                  <a:lnTo>
                    <a:pt x="429387" y="274606"/>
                  </a:lnTo>
                  <a:lnTo>
                    <a:pt x="428149" y="279368"/>
                  </a:lnTo>
                  <a:close/>
                  <a:moveTo>
                    <a:pt x="439769" y="256889"/>
                  </a:moveTo>
                  <a:lnTo>
                    <a:pt x="441007" y="256604"/>
                  </a:lnTo>
                  <a:lnTo>
                    <a:pt x="442436" y="257366"/>
                  </a:lnTo>
                  <a:lnTo>
                    <a:pt x="443293" y="257651"/>
                  </a:lnTo>
                  <a:lnTo>
                    <a:pt x="443960" y="257556"/>
                  </a:lnTo>
                  <a:lnTo>
                    <a:pt x="444246" y="257366"/>
                  </a:lnTo>
                  <a:lnTo>
                    <a:pt x="444341" y="257080"/>
                  </a:lnTo>
                  <a:lnTo>
                    <a:pt x="444341" y="256794"/>
                  </a:lnTo>
                  <a:lnTo>
                    <a:pt x="444246" y="256413"/>
                  </a:lnTo>
                  <a:lnTo>
                    <a:pt x="444151" y="256222"/>
                  </a:lnTo>
                  <a:lnTo>
                    <a:pt x="443770" y="255842"/>
                  </a:lnTo>
                  <a:lnTo>
                    <a:pt x="443674" y="255651"/>
                  </a:lnTo>
                  <a:lnTo>
                    <a:pt x="443674" y="255365"/>
                  </a:lnTo>
                  <a:lnTo>
                    <a:pt x="443674" y="255079"/>
                  </a:lnTo>
                  <a:lnTo>
                    <a:pt x="443674" y="254889"/>
                  </a:lnTo>
                  <a:lnTo>
                    <a:pt x="443484" y="254699"/>
                  </a:lnTo>
                  <a:lnTo>
                    <a:pt x="443198" y="254603"/>
                  </a:lnTo>
                  <a:lnTo>
                    <a:pt x="442531" y="254508"/>
                  </a:lnTo>
                  <a:lnTo>
                    <a:pt x="442246" y="254318"/>
                  </a:lnTo>
                  <a:lnTo>
                    <a:pt x="441960" y="253841"/>
                  </a:lnTo>
                  <a:lnTo>
                    <a:pt x="441674" y="253175"/>
                  </a:lnTo>
                  <a:lnTo>
                    <a:pt x="441388" y="251936"/>
                  </a:lnTo>
                  <a:lnTo>
                    <a:pt x="441484" y="251270"/>
                  </a:lnTo>
                  <a:lnTo>
                    <a:pt x="441674" y="250698"/>
                  </a:lnTo>
                  <a:lnTo>
                    <a:pt x="441579" y="250317"/>
                  </a:lnTo>
                  <a:lnTo>
                    <a:pt x="440912" y="250127"/>
                  </a:lnTo>
                  <a:lnTo>
                    <a:pt x="440341" y="250222"/>
                  </a:lnTo>
                  <a:lnTo>
                    <a:pt x="439388" y="250698"/>
                  </a:lnTo>
                  <a:lnTo>
                    <a:pt x="439103" y="250793"/>
                  </a:lnTo>
                  <a:lnTo>
                    <a:pt x="438626" y="251174"/>
                  </a:lnTo>
                  <a:lnTo>
                    <a:pt x="438055" y="252127"/>
                  </a:lnTo>
                  <a:lnTo>
                    <a:pt x="437674" y="253175"/>
                  </a:lnTo>
                  <a:lnTo>
                    <a:pt x="437674" y="253746"/>
                  </a:lnTo>
                  <a:lnTo>
                    <a:pt x="439007" y="255937"/>
                  </a:lnTo>
                  <a:lnTo>
                    <a:pt x="439769" y="256889"/>
                  </a:lnTo>
                  <a:close/>
                  <a:moveTo>
                    <a:pt x="402336" y="256794"/>
                  </a:moveTo>
                  <a:lnTo>
                    <a:pt x="403574" y="256318"/>
                  </a:lnTo>
                  <a:lnTo>
                    <a:pt x="404717" y="255746"/>
                  </a:lnTo>
                  <a:lnTo>
                    <a:pt x="405765" y="255461"/>
                  </a:lnTo>
                  <a:lnTo>
                    <a:pt x="409004" y="255270"/>
                  </a:lnTo>
                  <a:lnTo>
                    <a:pt x="409861" y="255461"/>
                  </a:lnTo>
                  <a:lnTo>
                    <a:pt x="410432" y="255937"/>
                  </a:lnTo>
                  <a:lnTo>
                    <a:pt x="411004" y="256699"/>
                  </a:lnTo>
                  <a:lnTo>
                    <a:pt x="411671" y="257366"/>
                  </a:lnTo>
                  <a:lnTo>
                    <a:pt x="412623" y="257651"/>
                  </a:lnTo>
                  <a:lnTo>
                    <a:pt x="413480" y="257746"/>
                  </a:lnTo>
                  <a:lnTo>
                    <a:pt x="415290" y="258413"/>
                  </a:lnTo>
                  <a:lnTo>
                    <a:pt x="415957" y="258794"/>
                  </a:lnTo>
                  <a:lnTo>
                    <a:pt x="418338" y="260890"/>
                  </a:lnTo>
                  <a:lnTo>
                    <a:pt x="418338" y="261080"/>
                  </a:lnTo>
                  <a:lnTo>
                    <a:pt x="425482" y="265462"/>
                  </a:lnTo>
                  <a:lnTo>
                    <a:pt x="427672" y="265843"/>
                  </a:lnTo>
                  <a:lnTo>
                    <a:pt x="429768" y="264605"/>
                  </a:lnTo>
                  <a:lnTo>
                    <a:pt x="430149" y="263366"/>
                  </a:lnTo>
                  <a:lnTo>
                    <a:pt x="429578" y="262414"/>
                  </a:lnTo>
                  <a:lnTo>
                    <a:pt x="427672" y="260890"/>
                  </a:lnTo>
                  <a:lnTo>
                    <a:pt x="425101" y="256889"/>
                  </a:lnTo>
                  <a:lnTo>
                    <a:pt x="423005" y="254699"/>
                  </a:lnTo>
                  <a:lnTo>
                    <a:pt x="419290" y="252222"/>
                  </a:lnTo>
                  <a:lnTo>
                    <a:pt x="415004" y="250031"/>
                  </a:lnTo>
                  <a:lnTo>
                    <a:pt x="410528" y="248507"/>
                  </a:lnTo>
                  <a:lnTo>
                    <a:pt x="408051" y="248221"/>
                  </a:lnTo>
                  <a:lnTo>
                    <a:pt x="405955" y="248888"/>
                  </a:lnTo>
                  <a:lnTo>
                    <a:pt x="405193" y="249746"/>
                  </a:lnTo>
                  <a:lnTo>
                    <a:pt x="404336" y="251936"/>
                  </a:lnTo>
                  <a:lnTo>
                    <a:pt x="403574" y="252984"/>
                  </a:lnTo>
                  <a:lnTo>
                    <a:pt x="401860" y="254794"/>
                  </a:lnTo>
                  <a:lnTo>
                    <a:pt x="401193" y="255842"/>
                  </a:lnTo>
                  <a:lnTo>
                    <a:pt x="401288" y="256508"/>
                  </a:lnTo>
                  <a:lnTo>
                    <a:pt x="402336" y="256794"/>
                  </a:lnTo>
                  <a:close/>
                  <a:moveTo>
                    <a:pt x="424815" y="276130"/>
                  </a:moveTo>
                  <a:lnTo>
                    <a:pt x="424434" y="275463"/>
                  </a:lnTo>
                  <a:lnTo>
                    <a:pt x="423863" y="274987"/>
                  </a:lnTo>
                  <a:lnTo>
                    <a:pt x="423196" y="274892"/>
                  </a:lnTo>
                  <a:lnTo>
                    <a:pt x="422815" y="275082"/>
                  </a:lnTo>
                  <a:lnTo>
                    <a:pt x="422815" y="275368"/>
                  </a:lnTo>
                  <a:lnTo>
                    <a:pt x="423005" y="275654"/>
                  </a:lnTo>
                  <a:lnTo>
                    <a:pt x="423100" y="275939"/>
                  </a:lnTo>
                  <a:lnTo>
                    <a:pt x="423196" y="276606"/>
                  </a:lnTo>
                  <a:lnTo>
                    <a:pt x="423863" y="278225"/>
                  </a:lnTo>
                  <a:lnTo>
                    <a:pt x="424243" y="278797"/>
                  </a:lnTo>
                  <a:lnTo>
                    <a:pt x="424624" y="279178"/>
                  </a:lnTo>
                  <a:lnTo>
                    <a:pt x="424910" y="279273"/>
                  </a:lnTo>
                  <a:lnTo>
                    <a:pt x="425101" y="278987"/>
                  </a:lnTo>
                  <a:lnTo>
                    <a:pt x="425291" y="278321"/>
                  </a:lnTo>
                  <a:lnTo>
                    <a:pt x="425291" y="277939"/>
                  </a:lnTo>
                  <a:lnTo>
                    <a:pt x="425196" y="277463"/>
                  </a:lnTo>
                  <a:lnTo>
                    <a:pt x="424910" y="276606"/>
                  </a:lnTo>
                  <a:lnTo>
                    <a:pt x="424815" y="276130"/>
                  </a:lnTo>
                  <a:close/>
                  <a:moveTo>
                    <a:pt x="425767" y="271653"/>
                  </a:moveTo>
                  <a:lnTo>
                    <a:pt x="426434" y="270986"/>
                  </a:lnTo>
                  <a:lnTo>
                    <a:pt x="427006" y="269843"/>
                  </a:lnTo>
                  <a:lnTo>
                    <a:pt x="427291" y="268700"/>
                  </a:lnTo>
                  <a:lnTo>
                    <a:pt x="426911" y="268034"/>
                  </a:lnTo>
                  <a:lnTo>
                    <a:pt x="426625" y="268034"/>
                  </a:lnTo>
                  <a:lnTo>
                    <a:pt x="426339" y="268224"/>
                  </a:lnTo>
                  <a:lnTo>
                    <a:pt x="426053" y="268414"/>
                  </a:lnTo>
                  <a:lnTo>
                    <a:pt x="425577" y="268986"/>
                  </a:lnTo>
                  <a:lnTo>
                    <a:pt x="425387" y="269367"/>
                  </a:lnTo>
                  <a:lnTo>
                    <a:pt x="425196" y="269748"/>
                  </a:lnTo>
                  <a:lnTo>
                    <a:pt x="425101" y="270129"/>
                  </a:lnTo>
                  <a:lnTo>
                    <a:pt x="425196" y="270510"/>
                  </a:lnTo>
                  <a:lnTo>
                    <a:pt x="425387" y="271081"/>
                  </a:lnTo>
                  <a:lnTo>
                    <a:pt x="425672" y="271558"/>
                  </a:lnTo>
                  <a:lnTo>
                    <a:pt x="425767" y="271653"/>
                  </a:lnTo>
                  <a:close/>
                  <a:moveTo>
                    <a:pt x="443103" y="263747"/>
                  </a:moveTo>
                  <a:lnTo>
                    <a:pt x="443389" y="264700"/>
                  </a:lnTo>
                  <a:lnTo>
                    <a:pt x="444151" y="265271"/>
                  </a:lnTo>
                  <a:lnTo>
                    <a:pt x="446056" y="265938"/>
                  </a:lnTo>
                  <a:lnTo>
                    <a:pt x="446818" y="266510"/>
                  </a:lnTo>
                  <a:lnTo>
                    <a:pt x="448532" y="268796"/>
                  </a:lnTo>
                  <a:lnTo>
                    <a:pt x="448532" y="267748"/>
                  </a:lnTo>
                  <a:lnTo>
                    <a:pt x="448437" y="267271"/>
                  </a:lnTo>
                  <a:lnTo>
                    <a:pt x="448151" y="266700"/>
                  </a:lnTo>
                  <a:lnTo>
                    <a:pt x="447865" y="266224"/>
                  </a:lnTo>
                  <a:lnTo>
                    <a:pt x="447484" y="265843"/>
                  </a:lnTo>
                  <a:lnTo>
                    <a:pt x="447008" y="265557"/>
                  </a:lnTo>
                  <a:lnTo>
                    <a:pt x="446532" y="265271"/>
                  </a:lnTo>
                  <a:lnTo>
                    <a:pt x="443484" y="264128"/>
                  </a:lnTo>
                  <a:lnTo>
                    <a:pt x="443103" y="263747"/>
                  </a:lnTo>
                  <a:close/>
                  <a:moveTo>
                    <a:pt x="446722" y="276987"/>
                  </a:moveTo>
                  <a:lnTo>
                    <a:pt x="447199" y="276606"/>
                  </a:lnTo>
                  <a:lnTo>
                    <a:pt x="447675" y="275844"/>
                  </a:lnTo>
                  <a:lnTo>
                    <a:pt x="448342" y="274415"/>
                  </a:lnTo>
                  <a:lnTo>
                    <a:pt x="448532" y="273844"/>
                  </a:lnTo>
                  <a:lnTo>
                    <a:pt x="448532" y="273272"/>
                  </a:lnTo>
                  <a:lnTo>
                    <a:pt x="448342" y="272796"/>
                  </a:lnTo>
                  <a:lnTo>
                    <a:pt x="447770" y="272605"/>
                  </a:lnTo>
                  <a:lnTo>
                    <a:pt x="447389" y="272891"/>
                  </a:lnTo>
                  <a:lnTo>
                    <a:pt x="446627" y="274415"/>
                  </a:lnTo>
                  <a:lnTo>
                    <a:pt x="446246" y="274796"/>
                  </a:lnTo>
                  <a:lnTo>
                    <a:pt x="445961" y="275177"/>
                  </a:lnTo>
                  <a:lnTo>
                    <a:pt x="445675" y="276035"/>
                  </a:lnTo>
                  <a:lnTo>
                    <a:pt x="445865" y="276796"/>
                  </a:lnTo>
                  <a:lnTo>
                    <a:pt x="446722" y="276987"/>
                  </a:lnTo>
                  <a:close/>
                  <a:moveTo>
                    <a:pt x="447770" y="270605"/>
                  </a:moveTo>
                  <a:lnTo>
                    <a:pt x="447580" y="269938"/>
                  </a:lnTo>
                  <a:lnTo>
                    <a:pt x="447294" y="269558"/>
                  </a:lnTo>
                  <a:lnTo>
                    <a:pt x="446627" y="268796"/>
                  </a:lnTo>
                  <a:lnTo>
                    <a:pt x="445675" y="267176"/>
                  </a:lnTo>
                  <a:lnTo>
                    <a:pt x="445103" y="266510"/>
                  </a:lnTo>
                  <a:lnTo>
                    <a:pt x="443389" y="265938"/>
                  </a:lnTo>
                  <a:lnTo>
                    <a:pt x="442817" y="265176"/>
                  </a:lnTo>
                  <a:lnTo>
                    <a:pt x="442436" y="264224"/>
                  </a:lnTo>
                  <a:lnTo>
                    <a:pt x="441960" y="263366"/>
                  </a:lnTo>
                  <a:lnTo>
                    <a:pt x="441198" y="262890"/>
                  </a:lnTo>
                  <a:lnTo>
                    <a:pt x="440341" y="263080"/>
                  </a:lnTo>
                  <a:lnTo>
                    <a:pt x="439674" y="263843"/>
                  </a:lnTo>
                  <a:lnTo>
                    <a:pt x="439293" y="265557"/>
                  </a:lnTo>
                  <a:lnTo>
                    <a:pt x="438817" y="266700"/>
                  </a:lnTo>
                  <a:lnTo>
                    <a:pt x="438721" y="267367"/>
                  </a:lnTo>
                  <a:lnTo>
                    <a:pt x="438817" y="268414"/>
                  </a:lnTo>
                  <a:lnTo>
                    <a:pt x="439103" y="269462"/>
                  </a:lnTo>
                  <a:lnTo>
                    <a:pt x="441103" y="272320"/>
                  </a:lnTo>
                  <a:lnTo>
                    <a:pt x="441579" y="272796"/>
                  </a:lnTo>
                  <a:lnTo>
                    <a:pt x="442055" y="273844"/>
                  </a:lnTo>
                  <a:lnTo>
                    <a:pt x="442722" y="274892"/>
                  </a:lnTo>
                  <a:lnTo>
                    <a:pt x="443674" y="275463"/>
                  </a:lnTo>
                  <a:lnTo>
                    <a:pt x="445008" y="274892"/>
                  </a:lnTo>
                  <a:lnTo>
                    <a:pt x="446151" y="273463"/>
                  </a:lnTo>
                  <a:lnTo>
                    <a:pt x="447770" y="270605"/>
                  </a:lnTo>
                  <a:close/>
                  <a:moveTo>
                    <a:pt x="442531" y="262128"/>
                  </a:moveTo>
                  <a:lnTo>
                    <a:pt x="443103" y="262509"/>
                  </a:lnTo>
                  <a:lnTo>
                    <a:pt x="443484" y="262890"/>
                  </a:lnTo>
                  <a:lnTo>
                    <a:pt x="443770" y="263366"/>
                  </a:lnTo>
                  <a:lnTo>
                    <a:pt x="444341" y="263747"/>
                  </a:lnTo>
                  <a:lnTo>
                    <a:pt x="445103" y="263938"/>
                  </a:lnTo>
                  <a:lnTo>
                    <a:pt x="445675" y="263938"/>
                  </a:lnTo>
                  <a:lnTo>
                    <a:pt x="446246" y="263462"/>
                  </a:lnTo>
                  <a:lnTo>
                    <a:pt x="446246" y="262700"/>
                  </a:lnTo>
                  <a:lnTo>
                    <a:pt x="445865" y="261938"/>
                  </a:lnTo>
                  <a:lnTo>
                    <a:pt x="445294" y="261366"/>
                  </a:lnTo>
                  <a:lnTo>
                    <a:pt x="444817" y="261271"/>
                  </a:lnTo>
                  <a:lnTo>
                    <a:pt x="442341" y="261747"/>
                  </a:lnTo>
                  <a:lnTo>
                    <a:pt x="442531" y="262128"/>
                  </a:lnTo>
                  <a:close/>
                  <a:moveTo>
                    <a:pt x="392906" y="251555"/>
                  </a:moveTo>
                  <a:lnTo>
                    <a:pt x="393001" y="253555"/>
                  </a:lnTo>
                  <a:lnTo>
                    <a:pt x="394716" y="258509"/>
                  </a:lnTo>
                  <a:lnTo>
                    <a:pt x="394621" y="259556"/>
                  </a:lnTo>
                  <a:lnTo>
                    <a:pt x="394049" y="260223"/>
                  </a:lnTo>
                  <a:lnTo>
                    <a:pt x="391668" y="260795"/>
                  </a:lnTo>
                  <a:lnTo>
                    <a:pt x="390620" y="261556"/>
                  </a:lnTo>
                  <a:lnTo>
                    <a:pt x="389858" y="262604"/>
                  </a:lnTo>
                  <a:lnTo>
                    <a:pt x="389668" y="263747"/>
                  </a:lnTo>
                  <a:lnTo>
                    <a:pt x="392335" y="265938"/>
                  </a:lnTo>
                  <a:lnTo>
                    <a:pt x="392811" y="266224"/>
                  </a:lnTo>
                  <a:lnTo>
                    <a:pt x="395383" y="268129"/>
                  </a:lnTo>
                  <a:lnTo>
                    <a:pt x="397573" y="268700"/>
                  </a:lnTo>
                  <a:lnTo>
                    <a:pt x="399669" y="268414"/>
                  </a:lnTo>
                  <a:lnTo>
                    <a:pt x="404050" y="267367"/>
                  </a:lnTo>
                  <a:lnTo>
                    <a:pt x="405098" y="267462"/>
                  </a:lnTo>
                  <a:lnTo>
                    <a:pt x="407384" y="268034"/>
                  </a:lnTo>
                  <a:lnTo>
                    <a:pt x="408527" y="268129"/>
                  </a:lnTo>
                  <a:lnTo>
                    <a:pt x="413004" y="267748"/>
                  </a:lnTo>
                  <a:lnTo>
                    <a:pt x="415290" y="268129"/>
                  </a:lnTo>
                  <a:lnTo>
                    <a:pt x="417100" y="269177"/>
                  </a:lnTo>
                  <a:lnTo>
                    <a:pt x="419862" y="271653"/>
                  </a:lnTo>
                  <a:lnTo>
                    <a:pt x="420814" y="272796"/>
                  </a:lnTo>
                  <a:lnTo>
                    <a:pt x="421005" y="272891"/>
                  </a:lnTo>
                  <a:lnTo>
                    <a:pt x="421196" y="273177"/>
                  </a:lnTo>
                  <a:lnTo>
                    <a:pt x="421672" y="273082"/>
                  </a:lnTo>
                  <a:lnTo>
                    <a:pt x="422243" y="272796"/>
                  </a:lnTo>
                  <a:lnTo>
                    <a:pt x="422529" y="272605"/>
                  </a:lnTo>
                  <a:lnTo>
                    <a:pt x="423100" y="271748"/>
                  </a:lnTo>
                  <a:lnTo>
                    <a:pt x="423386" y="269843"/>
                  </a:lnTo>
                  <a:lnTo>
                    <a:pt x="423863" y="268796"/>
                  </a:lnTo>
                  <a:lnTo>
                    <a:pt x="423672" y="268796"/>
                  </a:lnTo>
                  <a:lnTo>
                    <a:pt x="423481" y="268414"/>
                  </a:lnTo>
                  <a:lnTo>
                    <a:pt x="423291" y="267748"/>
                  </a:lnTo>
                  <a:lnTo>
                    <a:pt x="422815" y="266510"/>
                  </a:lnTo>
                  <a:lnTo>
                    <a:pt x="422624" y="266129"/>
                  </a:lnTo>
                  <a:lnTo>
                    <a:pt x="421862" y="265271"/>
                  </a:lnTo>
                  <a:lnTo>
                    <a:pt x="415957" y="260985"/>
                  </a:lnTo>
                  <a:lnTo>
                    <a:pt x="411956" y="259080"/>
                  </a:lnTo>
                  <a:lnTo>
                    <a:pt x="409289" y="257080"/>
                  </a:lnTo>
                  <a:lnTo>
                    <a:pt x="408337" y="256604"/>
                  </a:lnTo>
                  <a:lnTo>
                    <a:pt x="407289" y="256318"/>
                  </a:lnTo>
                  <a:lnTo>
                    <a:pt x="406051" y="256222"/>
                  </a:lnTo>
                  <a:lnTo>
                    <a:pt x="405384" y="256413"/>
                  </a:lnTo>
                  <a:lnTo>
                    <a:pt x="403955" y="257175"/>
                  </a:lnTo>
                  <a:lnTo>
                    <a:pt x="403193" y="257366"/>
                  </a:lnTo>
                  <a:lnTo>
                    <a:pt x="402241" y="257270"/>
                  </a:lnTo>
                  <a:lnTo>
                    <a:pt x="401003" y="257080"/>
                  </a:lnTo>
                  <a:lnTo>
                    <a:pt x="400145" y="256604"/>
                  </a:lnTo>
                  <a:lnTo>
                    <a:pt x="400336" y="255746"/>
                  </a:lnTo>
                  <a:lnTo>
                    <a:pt x="400812" y="254889"/>
                  </a:lnTo>
                  <a:lnTo>
                    <a:pt x="400717" y="254222"/>
                  </a:lnTo>
                  <a:lnTo>
                    <a:pt x="400336" y="253651"/>
                  </a:lnTo>
                  <a:lnTo>
                    <a:pt x="397669" y="250698"/>
                  </a:lnTo>
                  <a:lnTo>
                    <a:pt x="396145" y="249936"/>
                  </a:lnTo>
                  <a:lnTo>
                    <a:pt x="394145" y="250317"/>
                  </a:lnTo>
                  <a:lnTo>
                    <a:pt x="392906" y="251555"/>
                  </a:lnTo>
                  <a:close/>
                  <a:moveTo>
                    <a:pt x="7620" y="12954"/>
                  </a:moveTo>
                  <a:lnTo>
                    <a:pt x="6953" y="12573"/>
                  </a:lnTo>
                  <a:lnTo>
                    <a:pt x="6667" y="13526"/>
                  </a:lnTo>
                  <a:lnTo>
                    <a:pt x="6382" y="13811"/>
                  </a:lnTo>
                  <a:lnTo>
                    <a:pt x="5715" y="14288"/>
                  </a:lnTo>
                  <a:lnTo>
                    <a:pt x="5239" y="14764"/>
                  </a:lnTo>
                  <a:lnTo>
                    <a:pt x="5334" y="15335"/>
                  </a:lnTo>
                  <a:lnTo>
                    <a:pt x="5905" y="15621"/>
                  </a:lnTo>
                  <a:lnTo>
                    <a:pt x="6477" y="15621"/>
                  </a:lnTo>
                  <a:lnTo>
                    <a:pt x="7048" y="15716"/>
                  </a:lnTo>
                  <a:lnTo>
                    <a:pt x="7620" y="16193"/>
                  </a:lnTo>
                  <a:lnTo>
                    <a:pt x="8001" y="15812"/>
                  </a:lnTo>
                  <a:lnTo>
                    <a:pt x="8382" y="15526"/>
                  </a:lnTo>
                  <a:lnTo>
                    <a:pt x="8858" y="15430"/>
                  </a:lnTo>
                  <a:lnTo>
                    <a:pt x="9430" y="15430"/>
                  </a:lnTo>
                  <a:lnTo>
                    <a:pt x="8668" y="14383"/>
                  </a:lnTo>
                  <a:lnTo>
                    <a:pt x="7620" y="12954"/>
                  </a:lnTo>
                  <a:close/>
                  <a:moveTo>
                    <a:pt x="11621" y="1714"/>
                  </a:moveTo>
                  <a:lnTo>
                    <a:pt x="12763" y="2477"/>
                  </a:lnTo>
                  <a:lnTo>
                    <a:pt x="13145" y="3334"/>
                  </a:lnTo>
                  <a:lnTo>
                    <a:pt x="13430" y="4286"/>
                  </a:lnTo>
                  <a:lnTo>
                    <a:pt x="13811" y="5048"/>
                  </a:lnTo>
                  <a:lnTo>
                    <a:pt x="14573" y="5715"/>
                  </a:lnTo>
                  <a:lnTo>
                    <a:pt x="15430" y="6191"/>
                  </a:lnTo>
                  <a:lnTo>
                    <a:pt x="16383" y="6477"/>
                  </a:lnTo>
                  <a:lnTo>
                    <a:pt x="17336" y="6572"/>
                  </a:lnTo>
                  <a:lnTo>
                    <a:pt x="18002" y="6382"/>
                  </a:lnTo>
                  <a:lnTo>
                    <a:pt x="18288" y="5810"/>
                  </a:lnTo>
                  <a:lnTo>
                    <a:pt x="18288" y="4096"/>
                  </a:lnTo>
                  <a:lnTo>
                    <a:pt x="18955" y="4572"/>
                  </a:lnTo>
                  <a:lnTo>
                    <a:pt x="19145" y="4858"/>
                  </a:lnTo>
                  <a:lnTo>
                    <a:pt x="19336" y="5239"/>
                  </a:lnTo>
                  <a:lnTo>
                    <a:pt x="19717" y="5239"/>
                  </a:lnTo>
                  <a:lnTo>
                    <a:pt x="19717" y="3429"/>
                  </a:lnTo>
                  <a:lnTo>
                    <a:pt x="18097" y="1048"/>
                  </a:lnTo>
                  <a:lnTo>
                    <a:pt x="17621" y="571"/>
                  </a:lnTo>
                  <a:lnTo>
                    <a:pt x="16764" y="476"/>
                  </a:lnTo>
                  <a:lnTo>
                    <a:pt x="16192" y="1048"/>
                  </a:lnTo>
                  <a:lnTo>
                    <a:pt x="15812" y="1810"/>
                  </a:lnTo>
                  <a:lnTo>
                    <a:pt x="15240" y="2572"/>
                  </a:lnTo>
                  <a:lnTo>
                    <a:pt x="14573" y="2667"/>
                  </a:lnTo>
                  <a:lnTo>
                    <a:pt x="14002" y="2000"/>
                  </a:lnTo>
                  <a:lnTo>
                    <a:pt x="13335" y="667"/>
                  </a:lnTo>
                  <a:lnTo>
                    <a:pt x="12763" y="191"/>
                  </a:lnTo>
                  <a:lnTo>
                    <a:pt x="12192" y="0"/>
                  </a:lnTo>
                  <a:lnTo>
                    <a:pt x="11049" y="0"/>
                  </a:lnTo>
                  <a:lnTo>
                    <a:pt x="10954" y="381"/>
                  </a:lnTo>
                  <a:lnTo>
                    <a:pt x="11335" y="1238"/>
                  </a:lnTo>
                  <a:lnTo>
                    <a:pt x="11621" y="1714"/>
                  </a:lnTo>
                  <a:close/>
                  <a:moveTo>
                    <a:pt x="6382" y="11716"/>
                  </a:moveTo>
                  <a:lnTo>
                    <a:pt x="6382" y="11144"/>
                  </a:lnTo>
                  <a:lnTo>
                    <a:pt x="6001" y="10573"/>
                  </a:lnTo>
                  <a:lnTo>
                    <a:pt x="5429" y="10096"/>
                  </a:lnTo>
                  <a:lnTo>
                    <a:pt x="5810" y="10478"/>
                  </a:lnTo>
                  <a:lnTo>
                    <a:pt x="4763" y="9620"/>
                  </a:lnTo>
                  <a:lnTo>
                    <a:pt x="3620" y="8477"/>
                  </a:lnTo>
                  <a:lnTo>
                    <a:pt x="2381" y="7620"/>
                  </a:lnTo>
                  <a:lnTo>
                    <a:pt x="1143" y="7525"/>
                  </a:lnTo>
                  <a:lnTo>
                    <a:pt x="571" y="7811"/>
                  </a:lnTo>
                  <a:lnTo>
                    <a:pt x="95" y="8287"/>
                  </a:lnTo>
                  <a:lnTo>
                    <a:pt x="0" y="8763"/>
                  </a:lnTo>
                  <a:lnTo>
                    <a:pt x="571" y="8954"/>
                  </a:lnTo>
                  <a:lnTo>
                    <a:pt x="1048" y="8858"/>
                  </a:lnTo>
                  <a:lnTo>
                    <a:pt x="1429" y="8763"/>
                  </a:lnTo>
                  <a:lnTo>
                    <a:pt x="1905" y="8763"/>
                  </a:lnTo>
                  <a:lnTo>
                    <a:pt x="2572" y="8954"/>
                  </a:lnTo>
                  <a:lnTo>
                    <a:pt x="2572" y="9335"/>
                  </a:lnTo>
                  <a:lnTo>
                    <a:pt x="1905" y="9620"/>
                  </a:lnTo>
                  <a:lnTo>
                    <a:pt x="2000" y="9906"/>
                  </a:lnTo>
                  <a:lnTo>
                    <a:pt x="2286" y="10192"/>
                  </a:lnTo>
                  <a:lnTo>
                    <a:pt x="2286" y="10573"/>
                  </a:lnTo>
                  <a:lnTo>
                    <a:pt x="1905" y="10954"/>
                  </a:lnTo>
                  <a:lnTo>
                    <a:pt x="1714" y="11239"/>
                  </a:lnTo>
                  <a:lnTo>
                    <a:pt x="1810" y="11430"/>
                  </a:lnTo>
                  <a:lnTo>
                    <a:pt x="2381" y="11525"/>
                  </a:lnTo>
                  <a:lnTo>
                    <a:pt x="2191" y="12002"/>
                  </a:lnTo>
                  <a:lnTo>
                    <a:pt x="2191" y="12287"/>
                  </a:lnTo>
                  <a:lnTo>
                    <a:pt x="2381" y="12954"/>
                  </a:lnTo>
                  <a:lnTo>
                    <a:pt x="4191" y="11525"/>
                  </a:lnTo>
                  <a:lnTo>
                    <a:pt x="5620" y="12287"/>
                  </a:lnTo>
                  <a:lnTo>
                    <a:pt x="6382" y="11716"/>
                  </a:lnTo>
                  <a:close/>
                  <a:moveTo>
                    <a:pt x="77343" y="182975"/>
                  </a:moveTo>
                  <a:lnTo>
                    <a:pt x="76581" y="181737"/>
                  </a:lnTo>
                  <a:lnTo>
                    <a:pt x="75438" y="178975"/>
                  </a:lnTo>
                  <a:lnTo>
                    <a:pt x="74390" y="177927"/>
                  </a:lnTo>
                  <a:lnTo>
                    <a:pt x="74009" y="178118"/>
                  </a:lnTo>
                  <a:lnTo>
                    <a:pt x="73628" y="178022"/>
                  </a:lnTo>
                  <a:lnTo>
                    <a:pt x="72866" y="177165"/>
                  </a:lnTo>
                  <a:lnTo>
                    <a:pt x="72866" y="178784"/>
                  </a:lnTo>
                  <a:lnTo>
                    <a:pt x="72771" y="179642"/>
                  </a:lnTo>
                  <a:lnTo>
                    <a:pt x="72485" y="180022"/>
                  </a:lnTo>
                  <a:lnTo>
                    <a:pt x="71723" y="179832"/>
                  </a:lnTo>
                  <a:lnTo>
                    <a:pt x="71342" y="178975"/>
                  </a:lnTo>
                  <a:lnTo>
                    <a:pt x="71152" y="178022"/>
                  </a:lnTo>
                  <a:lnTo>
                    <a:pt x="70866" y="177355"/>
                  </a:lnTo>
                  <a:lnTo>
                    <a:pt x="69628" y="175736"/>
                  </a:lnTo>
                  <a:lnTo>
                    <a:pt x="68866" y="174974"/>
                  </a:lnTo>
                  <a:lnTo>
                    <a:pt x="68008" y="174688"/>
                  </a:lnTo>
                  <a:lnTo>
                    <a:pt x="67342" y="174498"/>
                  </a:lnTo>
                  <a:lnTo>
                    <a:pt x="65627" y="173641"/>
                  </a:lnTo>
                  <a:lnTo>
                    <a:pt x="64961" y="173260"/>
                  </a:lnTo>
                  <a:lnTo>
                    <a:pt x="60293" y="169069"/>
                  </a:lnTo>
                  <a:lnTo>
                    <a:pt x="59531" y="169164"/>
                  </a:lnTo>
                  <a:lnTo>
                    <a:pt x="59722" y="169545"/>
                  </a:lnTo>
                  <a:lnTo>
                    <a:pt x="60484" y="170021"/>
                  </a:lnTo>
                  <a:lnTo>
                    <a:pt x="60674" y="170402"/>
                  </a:lnTo>
                  <a:lnTo>
                    <a:pt x="60579" y="170783"/>
                  </a:lnTo>
                  <a:lnTo>
                    <a:pt x="60293" y="170783"/>
                  </a:lnTo>
                  <a:lnTo>
                    <a:pt x="59817" y="170497"/>
                  </a:lnTo>
                  <a:lnTo>
                    <a:pt x="59341" y="170307"/>
                  </a:lnTo>
                  <a:lnTo>
                    <a:pt x="58864" y="169926"/>
                  </a:lnTo>
                  <a:lnTo>
                    <a:pt x="58293" y="169831"/>
                  </a:lnTo>
                  <a:lnTo>
                    <a:pt x="57436" y="170402"/>
                  </a:lnTo>
                  <a:lnTo>
                    <a:pt x="57436" y="169354"/>
                  </a:lnTo>
                  <a:lnTo>
                    <a:pt x="58960" y="167259"/>
                  </a:lnTo>
                  <a:lnTo>
                    <a:pt x="58769" y="166306"/>
                  </a:lnTo>
                  <a:lnTo>
                    <a:pt x="57721" y="165449"/>
                  </a:lnTo>
                  <a:lnTo>
                    <a:pt x="56864" y="165068"/>
                  </a:lnTo>
                  <a:lnTo>
                    <a:pt x="53626" y="164497"/>
                  </a:lnTo>
                  <a:lnTo>
                    <a:pt x="52292" y="164021"/>
                  </a:lnTo>
                  <a:lnTo>
                    <a:pt x="51149" y="163354"/>
                  </a:lnTo>
                  <a:lnTo>
                    <a:pt x="50292" y="161354"/>
                  </a:lnTo>
                  <a:lnTo>
                    <a:pt x="48387" y="160496"/>
                  </a:lnTo>
                  <a:lnTo>
                    <a:pt x="47815" y="159639"/>
                  </a:lnTo>
                  <a:lnTo>
                    <a:pt x="46006" y="160401"/>
                  </a:lnTo>
                  <a:lnTo>
                    <a:pt x="46006" y="158401"/>
                  </a:lnTo>
                  <a:lnTo>
                    <a:pt x="46387" y="158115"/>
                  </a:lnTo>
                  <a:lnTo>
                    <a:pt x="47434" y="158877"/>
                  </a:lnTo>
                  <a:lnTo>
                    <a:pt x="47530" y="157163"/>
                  </a:lnTo>
                  <a:lnTo>
                    <a:pt x="46101" y="156496"/>
                  </a:lnTo>
                  <a:lnTo>
                    <a:pt x="42386" y="156305"/>
                  </a:lnTo>
                  <a:lnTo>
                    <a:pt x="42196" y="156210"/>
                  </a:lnTo>
                  <a:lnTo>
                    <a:pt x="41720" y="155638"/>
                  </a:lnTo>
                  <a:lnTo>
                    <a:pt x="41148" y="155353"/>
                  </a:lnTo>
                  <a:lnTo>
                    <a:pt x="40862" y="155829"/>
                  </a:lnTo>
                  <a:lnTo>
                    <a:pt x="40767" y="156210"/>
                  </a:lnTo>
                  <a:lnTo>
                    <a:pt x="40196" y="157258"/>
                  </a:lnTo>
                  <a:lnTo>
                    <a:pt x="40100" y="157734"/>
                  </a:lnTo>
                  <a:lnTo>
                    <a:pt x="39814" y="158687"/>
                  </a:lnTo>
                  <a:lnTo>
                    <a:pt x="39814" y="159258"/>
                  </a:lnTo>
                  <a:lnTo>
                    <a:pt x="40005" y="159353"/>
                  </a:lnTo>
                  <a:lnTo>
                    <a:pt x="40386" y="159544"/>
                  </a:lnTo>
                  <a:lnTo>
                    <a:pt x="40672" y="159829"/>
                  </a:lnTo>
                  <a:lnTo>
                    <a:pt x="40576" y="160306"/>
                  </a:lnTo>
                  <a:lnTo>
                    <a:pt x="40005" y="160592"/>
                  </a:lnTo>
                  <a:lnTo>
                    <a:pt x="37147" y="160592"/>
                  </a:lnTo>
                  <a:lnTo>
                    <a:pt x="36386" y="161068"/>
                  </a:lnTo>
                  <a:lnTo>
                    <a:pt x="36004" y="162020"/>
                  </a:lnTo>
                  <a:lnTo>
                    <a:pt x="36004" y="163068"/>
                  </a:lnTo>
                  <a:lnTo>
                    <a:pt x="36290" y="163735"/>
                  </a:lnTo>
                  <a:lnTo>
                    <a:pt x="36957" y="163830"/>
                  </a:lnTo>
                  <a:lnTo>
                    <a:pt x="37909" y="163735"/>
                  </a:lnTo>
                  <a:lnTo>
                    <a:pt x="38576" y="163830"/>
                  </a:lnTo>
                  <a:lnTo>
                    <a:pt x="38386" y="164402"/>
                  </a:lnTo>
                  <a:lnTo>
                    <a:pt x="38386" y="164878"/>
                  </a:lnTo>
                  <a:lnTo>
                    <a:pt x="39148" y="165259"/>
                  </a:lnTo>
                  <a:lnTo>
                    <a:pt x="39814" y="165735"/>
                  </a:lnTo>
                  <a:lnTo>
                    <a:pt x="39719" y="166592"/>
                  </a:lnTo>
                  <a:lnTo>
                    <a:pt x="41338" y="167640"/>
                  </a:lnTo>
                  <a:lnTo>
                    <a:pt x="41624" y="168021"/>
                  </a:lnTo>
                  <a:lnTo>
                    <a:pt x="41243" y="169164"/>
                  </a:lnTo>
                  <a:lnTo>
                    <a:pt x="41148" y="169831"/>
                  </a:lnTo>
                  <a:lnTo>
                    <a:pt x="41434" y="170117"/>
                  </a:lnTo>
                  <a:lnTo>
                    <a:pt x="45244" y="170117"/>
                  </a:lnTo>
                  <a:lnTo>
                    <a:pt x="45911" y="170593"/>
                  </a:lnTo>
                  <a:lnTo>
                    <a:pt x="46101" y="171069"/>
                  </a:lnTo>
                  <a:lnTo>
                    <a:pt x="46101" y="171545"/>
                  </a:lnTo>
                  <a:lnTo>
                    <a:pt x="46387" y="171926"/>
                  </a:lnTo>
                  <a:lnTo>
                    <a:pt x="46863" y="172212"/>
                  </a:lnTo>
                  <a:lnTo>
                    <a:pt x="47911" y="172498"/>
                  </a:lnTo>
                  <a:lnTo>
                    <a:pt x="48958" y="173260"/>
                  </a:lnTo>
                  <a:lnTo>
                    <a:pt x="49435" y="173260"/>
                  </a:lnTo>
                  <a:lnTo>
                    <a:pt x="49816" y="173069"/>
                  </a:lnTo>
                  <a:lnTo>
                    <a:pt x="50197" y="172974"/>
                  </a:lnTo>
                  <a:lnTo>
                    <a:pt x="50387" y="172879"/>
                  </a:lnTo>
                  <a:lnTo>
                    <a:pt x="50578" y="172593"/>
                  </a:lnTo>
                  <a:lnTo>
                    <a:pt x="50768" y="172212"/>
                  </a:lnTo>
                  <a:lnTo>
                    <a:pt x="51149" y="172307"/>
                  </a:lnTo>
                  <a:lnTo>
                    <a:pt x="51625" y="172784"/>
                  </a:lnTo>
                  <a:lnTo>
                    <a:pt x="51911" y="172974"/>
                  </a:lnTo>
                  <a:lnTo>
                    <a:pt x="53245" y="172974"/>
                  </a:lnTo>
                  <a:lnTo>
                    <a:pt x="53721" y="172974"/>
                  </a:lnTo>
                  <a:lnTo>
                    <a:pt x="54864" y="173355"/>
                  </a:lnTo>
                  <a:lnTo>
                    <a:pt x="56102" y="174022"/>
                  </a:lnTo>
                  <a:lnTo>
                    <a:pt x="65246" y="180880"/>
                  </a:lnTo>
                  <a:lnTo>
                    <a:pt x="67628" y="181546"/>
                  </a:lnTo>
                  <a:lnTo>
                    <a:pt x="68771" y="183166"/>
                  </a:lnTo>
                  <a:lnTo>
                    <a:pt x="69913" y="183737"/>
                  </a:lnTo>
                  <a:lnTo>
                    <a:pt x="69628" y="184023"/>
                  </a:lnTo>
                  <a:lnTo>
                    <a:pt x="69151" y="184595"/>
                  </a:lnTo>
                  <a:lnTo>
                    <a:pt x="68866" y="184880"/>
                  </a:lnTo>
                  <a:lnTo>
                    <a:pt x="69532" y="185452"/>
                  </a:lnTo>
                  <a:lnTo>
                    <a:pt x="70295" y="185833"/>
                  </a:lnTo>
                  <a:lnTo>
                    <a:pt x="71152" y="185833"/>
                  </a:lnTo>
                  <a:lnTo>
                    <a:pt x="72104" y="185166"/>
                  </a:lnTo>
                  <a:lnTo>
                    <a:pt x="74295" y="186404"/>
                  </a:lnTo>
                  <a:lnTo>
                    <a:pt x="74771" y="186404"/>
                  </a:lnTo>
                  <a:lnTo>
                    <a:pt x="75247" y="186119"/>
                  </a:lnTo>
                  <a:lnTo>
                    <a:pt x="77153" y="185547"/>
                  </a:lnTo>
                  <a:lnTo>
                    <a:pt x="76771" y="185547"/>
                  </a:lnTo>
                  <a:lnTo>
                    <a:pt x="78010" y="185356"/>
                  </a:lnTo>
                  <a:lnTo>
                    <a:pt x="78010" y="184595"/>
                  </a:lnTo>
                  <a:lnTo>
                    <a:pt x="77724" y="183642"/>
                  </a:lnTo>
                  <a:lnTo>
                    <a:pt x="77343" y="182975"/>
                  </a:lnTo>
                  <a:close/>
                  <a:moveTo>
                    <a:pt x="1501331" y="845439"/>
                  </a:moveTo>
                  <a:lnTo>
                    <a:pt x="1501235" y="844582"/>
                  </a:lnTo>
                  <a:lnTo>
                    <a:pt x="1499616" y="844105"/>
                  </a:lnTo>
                  <a:lnTo>
                    <a:pt x="1499235" y="843439"/>
                  </a:lnTo>
                  <a:lnTo>
                    <a:pt x="1498759" y="842867"/>
                  </a:lnTo>
                  <a:lnTo>
                    <a:pt x="1497711" y="842963"/>
                  </a:lnTo>
                  <a:lnTo>
                    <a:pt x="1496568" y="843439"/>
                  </a:lnTo>
                  <a:lnTo>
                    <a:pt x="1495901" y="843820"/>
                  </a:lnTo>
                  <a:lnTo>
                    <a:pt x="1495139" y="844772"/>
                  </a:lnTo>
                  <a:lnTo>
                    <a:pt x="1494091" y="846963"/>
                  </a:lnTo>
                  <a:lnTo>
                    <a:pt x="1493330" y="847916"/>
                  </a:lnTo>
                  <a:lnTo>
                    <a:pt x="1492091" y="848963"/>
                  </a:lnTo>
                  <a:lnTo>
                    <a:pt x="1491424" y="849630"/>
                  </a:lnTo>
                  <a:lnTo>
                    <a:pt x="1491139" y="850487"/>
                  </a:lnTo>
                  <a:lnTo>
                    <a:pt x="1491139" y="852011"/>
                  </a:lnTo>
                  <a:lnTo>
                    <a:pt x="1491520" y="853345"/>
                  </a:lnTo>
                  <a:lnTo>
                    <a:pt x="1492377" y="853250"/>
                  </a:lnTo>
                  <a:lnTo>
                    <a:pt x="1493234" y="852488"/>
                  </a:lnTo>
                  <a:lnTo>
                    <a:pt x="1493615" y="851630"/>
                  </a:lnTo>
                  <a:lnTo>
                    <a:pt x="1493901" y="851345"/>
                  </a:lnTo>
                  <a:lnTo>
                    <a:pt x="1494473" y="851821"/>
                  </a:lnTo>
                  <a:lnTo>
                    <a:pt x="1495044" y="852583"/>
                  </a:lnTo>
                  <a:lnTo>
                    <a:pt x="1495139" y="852869"/>
                  </a:lnTo>
                  <a:lnTo>
                    <a:pt x="1495806" y="853059"/>
                  </a:lnTo>
                  <a:lnTo>
                    <a:pt x="1496282" y="852964"/>
                  </a:lnTo>
                  <a:lnTo>
                    <a:pt x="1496473" y="852488"/>
                  </a:lnTo>
                  <a:lnTo>
                    <a:pt x="1496187" y="851726"/>
                  </a:lnTo>
                  <a:lnTo>
                    <a:pt x="1496949" y="851154"/>
                  </a:lnTo>
                  <a:lnTo>
                    <a:pt x="1496663" y="849821"/>
                  </a:lnTo>
                  <a:lnTo>
                    <a:pt x="1495520" y="847439"/>
                  </a:lnTo>
                  <a:lnTo>
                    <a:pt x="1496282" y="847058"/>
                  </a:lnTo>
                  <a:lnTo>
                    <a:pt x="1496854" y="847820"/>
                  </a:lnTo>
                  <a:lnTo>
                    <a:pt x="1497616" y="848201"/>
                  </a:lnTo>
                  <a:lnTo>
                    <a:pt x="1498187" y="848011"/>
                  </a:lnTo>
                  <a:lnTo>
                    <a:pt x="1498473" y="847249"/>
                  </a:lnTo>
                  <a:lnTo>
                    <a:pt x="1498854" y="846772"/>
                  </a:lnTo>
                  <a:lnTo>
                    <a:pt x="1500759" y="845915"/>
                  </a:lnTo>
                  <a:lnTo>
                    <a:pt x="1501331" y="845439"/>
                  </a:lnTo>
                  <a:close/>
                  <a:moveTo>
                    <a:pt x="371284" y="230410"/>
                  </a:moveTo>
                  <a:lnTo>
                    <a:pt x="373285" y="232315"/>
                  </a:lnTo>
                  <a:lnTo>
                    <a:pt x="375380" y="233363"/>
                  </a:lnTo>
                  <a:lnTo>
                    <a:pt x="383286" y="234505"/>
                  </a:lnTo>
                  <a:lnTo>
                    <a:pt x="384334" y="234982"/>
                  </a:lnTo>
                  <a:lnTo>
                    <a:pt x="384810" y="235077"/>
                  </a:lnTo>
                  <a:lnTo>
                    <a:pt x="385667" y="235458"/>
                  </a:lnTo>
                  <a:lnTo>
                    <a:pt x="387858" y="238220"/>
                  </a:lnTo>
                  <a:lnTo>
                    <a:pt x="391192" y="241363"/>
                  </a:lnTo>
                  <a:lnTo>
                    <a:pt x="393478" y="242888"/>
                  </a:lnTo>
                  <a:lnTo>
                    <a:pt x="395097" y="242506"/>
                  </a:lnTo>
                  <a:lnTo>
                    <a:pt x="395192" y="241554"/>
                  </a:lnTo>
                  <a:lnTo>
                    <a:pt x="394335" y="237935"/>
                  </a:lnTo>
                  <a:lnTo>
                    <a:pt x="394335" y="233839"/>
                  </a:lnTo>
                  <a:lnTo>
                    <a:pt x="394049" y="231362"/>
                  </a:lnTo>
                  <a:lnTo>
                    <a:pt x="392621" y="230029"/>
                  </a:lnTo>
                  <a:lnTo>
                    <a:pt x="388239" y="228886"/>
                  </a:lnTo>
                  <a:lnTo>
                    <a:pt x="387667" y="228695"/>
                  </a:lnTo>
                  <a:lnTo>
                    <a:pt x="386620" y="228029"/>
                  </a:lnTo>
                  <a:lnTo>
                    <a:pt x="386048" y="227838"/>
                  </a:lnTo>
                  <a:lnTo>
                    <a:pt x="385572" y="227838"/>
                  </a:lnTo>
                  <a:lnTo>
                    <a:pt x="383953" y="227838"/>
                  </a:lnTo>
                  <a:lnTo>
                    <a:pt x="380809" y="227267"/>
                  </a:lnTo>
                  <a:lnTo>
                    <a:pt x="377476" y="226981"/>
                  </a:lnTo>
                  <a:lnTo>
                    <a:pt x="376238" y="226695"/>
                  </a:lnTo>
                  <a:lnTo>
                    <a:pt x="375380" y="226219"/>
                  </a:lnTo>
                  <a:lnTo>
                    <a:pt x="374523" y="225647"/>
                  </a:lnTo>
                  <a:lnTo>
                    <a:pt x="372046" y="224504"/>
                  </a:lnTo>
                  <a:lnTo>
                    <a:pt x="371094" y="224314"/>
                  </a:lnTo>
                  <a:lnTo>
                    <a:pt x="368713" y="224980"/>
                  </a:lnTo>
                  <a:lnTo>
                    <a:pt x="368522" y="226504"/>
                  </a:lnTo>
                  <a:lnTo>
                    <a:pt x="369665" y="228505"/>
                  </a:lnTo>
                  <a:lnTo>
                    <a:pt x="371284" y="230410"/>
                  </a:lnTo>
                  <a:close/>
                  <a:moveTo>
                    <a:pt x="337756" y="211360"/>
                  </a:moveTo>
                  <a:lnTo>
                    <a:pt x="338138" y="212598"/>
                  </a:lnTo>
                  <a:lnTo>
                    <a:pt x="338709" y="214979"/>
                  </a:lnTo>
                  <a:lnTo>
                    <a:pt x="339757" y="217075"/>
                  </a:lnTo>
                  <a:lnTo>
                    <a:pt x="341376" y="218599"/>
                  </a:lnTo>
                  <a:lnTo>
                    <a:pt x="343471" y="219551"/>
                  </a:lnTo>
                  <a:lnTo>
                    <a:pt x="345948" y="220028"/>
                  </a:lnTo>
                  <a:lnTo>
                    <a:pt x="346996" y="220028"/>
                  </a:lnTo>
                  <a:lnTo>
                    <a:pt x="348424" y="219837"/>
                  </a:lnTo>
                  <a:lnTo>
                    <a:pt x="349663" y="219456"/>
                  </a:lnTo>
                  <a:lnTo>
                    <a:pt x="350234" y="218885"/>
                  </a:lnTo>
                  <a:lnTo>
                    <a:pt x="350615" y="218313"/>
                  </a:lnTo>
                  <a:lnTo>
                    <a:pt x="353187" y="216599"/>
                  </a:lnTo>
                  <a:lnTo>
                    <a:pt x="353949" y="215551"/>
                  </a:lnTo>
                  <a:lnTo>
                    <a:pt x="354139" y="214598"/>
                  </a:lnTo>
                  <a:lnTo>
                    <a:pt x="353949" y="212217"/>
                  </a:lnTo>
                  <a:lnTo>
                    <a:pt x="354330" y="210979"/>
                  </a:lnTo>
                  <a:lnTo>
                    <a:pt x="356045" y="208979"/>
                  </a:lnTo>
                  <a:lnTo>
                    <a:pt x="356425" y="207836"/>
                  </a:lnTo>
                  <a:lnTo>
                    <a:pt x="356140" y="205930"/>
                  </a:lnTo>
                  <a:lnTo>
                    <a:pt x="355473" y="204597"/>
                  </a:lnTo>
                  <a:lnTo>
                    <a:pt x="353568" y="202121"/>
                  </a:lnTo>
                  <a:lnTo>
                    <a:pt x="352806" y="201073"/>
                  </a:lnTo>
                  <a:lnTo>
                    <a:pt x="351472" y="199454"/>
                  </a:lnTo>
                  <a:lnTo>
                    <a:pt x="349758" y="198406"/>
                  </a:lnTo>
                  <a:lnTo>
                    <a:pt x="347948" y="198977"/>
                  </a:lnTo>
                  <a:lnTo>
                    <a:pt x="345376" y="201549"/>
                  </a:lnTo>
                  <a:lnTo>
                    <a:pt x="344519" y="202025"/>
                  </a:lnTo>
                  <a:lnTo>
                    <a:pt x="343471" y="202121"/>
                  </a:lnTo>
                  <a:lnTo>
                    <a:pt x="341566" y="201454"/>
                  </a:lnTo>
                  <a:lnTo>
                    <a:pt x="340614" y="201263"/>
                  </a:lnTo>
                  <a:lnTo>
                    <a:pt x="338614" y="201644"/>
                  </a:lnTo>
                  <a:lnTo>
                    <a:pt x="337375" y="202692"/>
                  </a:lnTo>
                  <a:lnTo>
                    <a:pt x="336709" y="204311"/>
                  </a:lnTo>
                  <a:lnTo>
                    <a:pt x="336042" y="208693"/>
                  </a:lnTo>
                  <a:lnTo>
                    <a:pt x="336232" y="209836"/>
                  </a:lnTo>
                  <a:lnTo>
                    <a:pt x="337756" y="211360"/>
                  </a:lnTo>
                  <a:close/>
                  <a:moveTo>
                    <a:pt x="512540" y="271939"/>
                  </a:moveTo>
                  <a:lnTo>
                    <a:pt x="513016" y="271558"/>
                  </a:lnTo>
                  <a:lnTo>
                    <a:pt x="513302" y="270796"/>
                  </a:lnTo>
                  <a:lnTo>
                    <a:pt x="512636" y="270224"/>
                  </a:lnTo>
                  <a:lnTo>
                    <a:pt x="511778" y="270224"/>
                  </a:lnTo>
                  <a:lnTo>
                    <a:pt x="511588" y="270796"/>
                  </a:lnTo>
                  <a:lnTo>
                    <a:pt x="512159" y="271558"/>
                  </a:lnTo>
                  <a:lnTo>
                    <a:pt x="512540" y="271939"/>
                  </a:lnTo>
                  <a:close/>
                  <a:moveTo>
                    <a:pt x="457581" y="268891"/>
                  </a:moveTo>
                  <a:lnTo>
                    <a:pt x="457867" y="269272"/>
                  </a:lnTo>
                  <a:lnTo>
                    <a:pt x="458533" y="269462"/>
                  </a:lnTo>
                  <a:lnTo>
                    <a:pt x="459105" y="269272"/>
                  </a:lnTo>
                  <a:lnTo>
                    <a:pt x="459200" y="268605"/>
                  </a:lnTo>
                  <a:lnTo>
                    <a:pt x="458724" y="267653"/>
                  </a:lnTo>
                  <a:lnTo>
                    <a:pt x="457867" y="266795"/>
                  </a:lnTo>
                  <a:lnTo>
                    <a:pt x="456057" y="265462"/>
                  </a:lnTo>
                  <a:lnTo>
                    <a:pt x="455962" y="266319"/>
                  </a:lnTo>
                  <a:lnTo>
                    <a:pt x="457105" y="268034"/>
                  </a:lnTo>
                  <a:lnTo>
                    <a:pt x="457581" y="268891"/>
                  </a:lnTo>
                  <a:close/>
                  <a:moveTo>
                    <a:pt x="502253" y="297561"/>
                  </a:moveTo>
                  <a:lnTo>
                    <a:pt x="502063" y="297561"/>
                  </a:lnTo>
                  <a:lnTo>
                    <a:pt x="501872" y="297656"/>
                  </a:lnTo>
                  <a:lnTo>
                    <a:pt x="501682" y="297847"/>
                  </a:lnTo>
                  <a:lnTo>
                    <a:pt x="501587" y="298037"/>
                  </a:lnTo>
                  <a:lnTo>
                    <a:pt x="501587" y="298228"/>
                  </a:lnTo>
                  <a:lnTo>
                    <a:pt x="500539" y="297371"/>
                  </a:lnTo>
                  <a:lnTo>
                    <a:pt x="500063" y="297085"/>
                  </a:lnTo>
                  <a:lnTo>
                    <a:pt x="499396" y="296894"/>
                  </a:lnTo>
                  <a:lnTo>
                    <a:pt x="499586" y="297466"/>
                  </a:lnTo>
                  <a:lnTo>
                    <a:pt x="499872" y="297847"/>
                  </a:lnTo>
                  <a:lnTo>
                    <a:pt x="501301" y="299276"/>
                  </a:lnTo>
                  <a:lnTo>
                    <a:pt x="501396" y="299561"/>
                  </a:lnTo>
                  <a:lnTo>
                    <a:pt x="501491" y="300228"/>
                  </a:lnTo>
                  <a:lnTo>
                    <a:pt x="501682" y="300609"/>
                  </a:lnTo>
                  <a:lnTo>
                    <a:pt x="502063" y="300895"/>
                  </a:lnTo>
                  <a:lnTo>
                    <a:pt x="502348" y="300990"/>
                  </a:lnTo>
                  <a:lnTo>
                    <a:pt x="502730" y="301085"/>
                  </a:lnTo>
                  <a:lnTo>
                    <a:pt x="503111" y="301085"/>
                  </a:lnTo>
                  <a:lnTo>
                    <a:pt x="503206" y="301276"/>
                  </a:lnTo>
                  <a:lnTo>
                    <a:pt x="503301" y="302038"/>
                  </a:lnTo>
                  <a:lnTo>
                    <a:pt x="503396" y="302324"/>
                  </a:lnTo>
                  <a:lnTo>
                    <a:pt x="503968" y="302990"/>
                  </a:lnTo>
                  <a:lnTo>
                    <a:pt x="504825" y="304229"/>
                  </a:lnTo>
                  <a:lnTo>
                    <a:pt x="505396" y="304705"/>
                  </a:lnTo>
                  <a:lnTo>
                    <a:pt x="506158" y="303943"/>
                  </a:lnTo>
                  <a:lnTo>
                    <a:pt x="506539" y="304133"/>
                  </a:lnTo>
                  <a:lnTo>
                    <a:pt x="506921" y="305371"/>
                  </a:lnTo>
                  <a:lnTo>
                    <a:pt x="507301" y="305753"/>
                  </a:lnTo>
                  <a:lnTo>
                    <a:pt x="508445" y="306705"/>
                  </a:lnTo>
                  <a:lnTo>
                    <a:pt x="509683" y="307467"/>
                  </a:lnTo>
                  <a:lnTo>
                    <a:pt x="510635" y="307658"/>
                  </a:lnTo>
                  <a:lnTo>
                    <a:pt x="510921" y="307086"/>
                  </a:lnTo>
                  <a:lnTo>
                    <a:pt x="509873" y="305753"/>
                  </a:lnTo>
                  <a:lnTo>
                    <a:pt x="502444" y="297752"/>
                  </a:lnTo>
                  <a:lnTo>
                    <a:pt x="502253" y="297561"/>
                  </a:lnTo>
                  <a:close/>
                  <a:moveTo>
                    <a:pt x="494729" y="324993"/>
                  </a:moveTo>
                  <a:lnTo>
                    <a:pt x="495014" y="325755"/>
                  </a:lnTo>
                  <a:lnTo>
                    <a:pt x="495586" y="326136"/>
                  </a:lnTo>
                  <a:lnTo>
                    <a:pt x="497014" y="326231"/>
                  </a:lnTo>
                  <a:lnTo>
                    <a:pt x="497586" y="326136"/>
                  </a:lnTo>
                  <a:lnTo>
                    <a:pt x="498253" y="325755"/>
                  </a:lnTo>
                  <a:lnTo>
                    <a:pt x="498729" y="325660"/>
                  </a:lnTo>
                  <a:lnTo>
                    <a:pt x="499110" y="325660"/>
                  </a:lnTo>
                  <a:lnTo>
                    <a:pt x="499396" y="325564"/>
                  </a:lnTo>
                  <a:lnTo>
                    <a:pt x="499681" y="324993"/>
                  </a:lnTo>
                  <a:lnTo>
                    <a:pt x="499681" y="324517"/>
                  </a:lnTo>
                  <a:lnTo>
                    <a:pt x="499491" y="324041"/>
                  </a:lnTo>
                  <a:lnTo>
                    <a:pt x="499205" y="323660"/>
                  </a:lnTo>
                  <a:lnTo>
                    <a:pt x="498824" y="323469"/>
                  </a:lnTo>
                  <a:lnTo>
                    <a:pt x="495681" y="323850"/>
                  </a:lnTo>
                  <a:lnTo>
                    <a:pt x="494824" y="324136"/>
                  </a:lnTo>
                  <a:lnTo>
                    <a:pt x="494729" y="324993"/>
                  </a:lnTo>
                  <a:close/>
                  <a:moveTo>
                    <a:pt x="490061" y="337280"/>
                  </a:moveTo>
                  <a:lnTo>
                    <a:pt x="490823" y="337185"/>
                  </a:lnTo>
                  <a:lnTo>
                    <a:pt x="491299" y="337852"/>
                  </a:lnTo>
                  <a:lnTo>
                    <a:pt x="491871" y="339757"/>
                  </a:lnTo>
                  <a:lnTo>
                    <a:pt x="492442" y="344043"/>
                  </a:lnTo>
                  <a:lnTo>
                    <a:pt x="493490" y="343948"/>
                  </a:lnTo>
                  <a:lnTo>
                    <a:pt x="493871" y="343567"/>
                  </a:lnTo>
                  <a:lnTo>
                    <a:pt x="494443" y="341471"/>
                  </a:lnTo>
                  <a:lnTo>
                    <a:pt x="495871" y="339471"/>
                  </a:lnTo>
                  <a:lnTo>
                    <a:pt x="497300" y="340138"/>
                  </a:lnTo>
                  <a:lnTo>
                    <a:pt x="498824" y="341471"/>
                  </a:lnTo>
                  <a:lnTo>
                    <a:pt x="500634" y="341471"/>
                  </a:lnTo>
                  <a:lnTo>
                    <a:pt x="501205" y="340519"/>
                  </a:lnTo>
                  <a:lnTo>
                    <a:pt x="501491" y="337947"/>
                  </a:lnTo>
                  <a:lnTo>
                    <a:pt x="501872" y="336899"/>
                  </a:lnTo>
                  <a:lnTo>
                    <a:pt x="503872" y="335471"/>
                  </a:lnTo>
                  <a:lnTo>
                    <a:pt x="504825" y="334613"/>
                  </a:lnTo>
                  <a:lnTo>
                    <a:pt x="505206" y="333566"/>
                  </a:lnTo>
                  <a:lnTo>
                    <a:pt x="504825" y="332804"/>
                  </a:lnTo>
                  <a:lnTo>
                    <a:pt x="502444" y="330137"/>
                  </a:lnTo>
                  <a:lnTo>
                    <a:pt x="502063" y="329660"/>
                  </a:lnTo>
                  <a:lnTo>
                    <a:pt x="501491" y="328803"/>
                  </a:lnTo>
                  <a:lnTo>
                    <a:pt x="501205" y="328422"/>
                  </a:lnTo>
                  <a:lnTo>
                    <a:pt x="500824" y="328231"/>
                  </a:lnTo>
                  <a:lnTo>
                    <a:pt x="499681" y="327755"/>
                  </a:lnTo>
                  <a:lnTo>
                    <a:pt x="499300" y="327470"/>
                  </a:lnTo>
                  <a:lnTo>
                    <a:pt x="498253" y="326612"/>
                  </a:lnTo>
                  <a:lnTo>
                    <a:pt x="495395" y="329184"/>
                  </a:lnTo>
                  <a:lnTo>
                    <a:pt x="493681" y="330232"/>
                  </a:lnTo>
                  <a:lnTo>
                    <a:pt x="492442" y="329470"/>
                  </a:lnTo>
                  <a:lnTo>
                    <a:pt x="492062" y="329470"/>
                  </a:lnTo>
                  <a:lnTo>
                    <a:pt x="491776" y="330518"/>
                  </a:lnTo>
                  <a:lnTo>
                    <a:pt x="491680" y="331661"/>
                  </a:lnTo>
                  <a:lnTo>
                    <a:pt x="491299" y="331661"/>
                  </a:lnTo>
                  <a:lnTo>
                    <a:pt x="491109" y="330422"/>
                  </a:lnTo>
                  <a:lnTo>
                    <a:pt x="491680" y="328231"/>
                  </a:lnTo>
                  <a:lnTo>
                    <a:pt x="491395" y="327374"/>
                  </a:lnTo>
                  <a:lnTo>
                    <a:pt x="491014" y="327374"/>
                  </a:lnTo>
                  <a:lnTo>
                    <a:pt x="490633" y="328327"/>
                  </a:lnTo>
                  <a:lnTo>
                    <a:pt x="489966" y="328994"/>
                  </a:lnTo>
                  <a:lnTo>
                    <a:pt x="488537" y="330232"/>
                  </a:lnTo>
                  <a:lnTo>
                    <a:pt x="488156" y="330899"/>
                  </a:lnTo>
                  <a:lnTo>
                    <a:pt x="487394" y="332613"/>
                  </a:lnTo>
                  <a:lnTo>
                    <a:pt x="486918" y="333375"/>
                  </a:lnTo>
                  <a:lnTo>
                    <a:pt x="487013" y="334137"/>
                  </a:lnTo>
                  <a:lnTo>
                    <a:pt x="490061" y="337280"/>
                  </a:lnTo>
                  <a:close/>
                  <a:moveTo>
                    <a:pt x="499205" y="305943"/>
                  </a:moveTo>
                  <a:lnTo>
                    <a:pt x="499777" y="305657"/>
                  </a:lnTo>
                  <a:lnTo>
                    <a:pt x="499396" y="305086"/>
                  </a:lnTo>
                  <a:lnTo>
                    <a:pt x="496729" y="301752"/>
                  </a:lnTo>
                  <a:lnTo>
                    <a:pt x="496157" y="300800"/>
                  </a:lnTo>
                  <a:lnTo>
                    <a:pt x="495776" y="300323"/>
                  </a:lnTo>
                  <a:lnTo>
                    <a:pt x="495395" y="300133"/>
                  </a:lnTo>
                  <a:lnTo>
                    <a:pt x="495109" y="300419"/>
                  </a:lnTo>
                  <a:lnTo>
                    <a:pt x="495014" y="300895"/>
                  </a:lnTo>
                  <a:lnTo>
                    <a:pt x="495109" y="301466"/>
                  </a:lnTo>
                  <a:lnTo>
                    <a:pt x="495871" y="303467"/>
                  </a:lnTo>
                  <a:lnTo>
                    <a:pt x="496157" y="303752"/>
                  </a:lnTo>
                  <a:lnTo>
                    <a:pt x="495490" y="303467"/>
                  </a:lnTo>
                  <a:lnTo>
                    <a:pt x="495300" y="303276"/>
                  </a:lnTo>
                  <a:lnTo>
                    <a:pt x="495109" y="302990"/>
                  </a:lnTo>
                  <a:lnTo>
                    <a:pt x="494824" y="302990"/>
                  </a:lnTo>
                  <a:lnTo>
                    <a:pt x="495300" y="304419"/>
                  </a:lnTo>
                  <a:lnTo>
                    <a:pt x="497776" y="306705"/>
                  </a:lnTo>
                  <a:lnTo>
                    <a:pt x="498729" y="307943"/>
                  </a:lnTo>
                  <a:lnTo>
                    <a:pt x="499110" y="307943"/>
                  </a:lnTo>
                  <a:lnTo>
                    <a:pt x="499110" y="307277"/>
                  </a:lnTo>
                  <a:lnTo>
                    <a:pt x="498920" y="306800"/>
                  </a:lnTo>
                  <a:lnTo>
                    <a:pt x="498348" y="305848"/>
                  </a:lnTo>
                  <a:lnTo>
                    <a:pt x="498824" y="305848"/>
                  </a:lnTo>
                  <a:lnTo>
                    <a:pt x="499205" y="305943"/>
                  </a:lnTo>
                  <a:close/>
                  <a:moveTo>
                    <a:pt x="502825" y="269081"/>
                  </a:moveTo>
                  <a:lnTo>
                    <a:pt x="503777" y="269081"/>
                  </a:lnTo>
                  <a:lnTo>
                    <a:pt x="505396" y="269462"/>
                  </a:lnTo>
                  <a:lnTo>
                    <a:pt x="505968" y="269367"/>
                  </a:lnTo>
                  <a:lnTo>
                    <a:pt x="506349" y="268796"/>
                  </a:lnTo>
                  <a:lnTo>
                    <a:pt x="506444" y="268224"/>
                  </a:lnTo>
                  <a:lnTo>
                    <a:pt x="505587" y="267843"/>
                  </a:lnTo>
                  <a:lnTo>
                    <a:pt x="503396" y="267653"/>
                  </a:lnTo>
                  <a:lnTo>
                    <a:pt x="502253" y="267748"/>
                  </a:lnTo>
                  <a:lnTo>
                    <a:pt x="501301" y="268129"/>
                  </a:lnTo>
                  <a:lnTo>
                    <a:pt x="500729" y="268891"/>
                  </a:lnTo>
                  <a:lnTo>
                    <a:pt x="500729" y="270129"/>
                  </a:lnTo>
                  <a:lnTo>
                    <a:pt x="502348" y="269272"/>
                  </a:lnTo>
                  <a:lnTo>
                    <a:pt x="502825" y="269081"/>
                  </a:lnTo>
                  <a:close/>
                  <a:moveTo>
                    <a:pt x="495014" y="291655"/>
                  </a:moveTo>
                  <a:lnTo>
                    <a:pt x="493490" y="290798"/>
                  </a:lnTo>
                  <a:lnTo>
                    <a:pt x="492538" y="290036"/>
                  </a:lnTo>
                  <a:lnTo>
                    <a:pt x="492157" y="289941"/>
                  </a:lnTo>
                  <a:lnTo>
                    <a:pt x="491966" y="289941"/>
                  </a:lnTo>
                  <a:lnTo>
                    <a:pt x="491585" y="290131"/>
                  </a:lnTo>
                  <a:lnTo>
                    <a:pt x="491490" y="290131"/>
                  </a:lnTo>
                  <a:lnTo>
                    <a:pt x="491871" y="290417"/>
                  </a:lnTo>
                  <a:lnTo>
                    <a:pt x="493300" y="292322"/>
                  </a:lnTo>
                  <a:lnTo>
                    <a:pt x="493681" y="292513"/>
                  </a:lnTo>
                  <a:lnTo>
                    <a:pt x="494062" y="292608"/>
                  </a:lnTo>
                  <a:lnTo>
                    <a:pt x="494347" y="292703"/>
                  </a:lnTo>
                  <a:lnTo>
                    <a:pt x="494538" y="293561"/>
                  </a:lnTo>
                  <a:lnTo>
                    <a:pt x="494729" y="293846"/>
                  </a:lnTo>
                  <a:lnTo>
                    <a:pt x="495014" y="294037"/>
                  </a:lnTo>
                  <a:lnTo>
                    <a:pt x="495300" y="293942"/>
                  </a:lnTo>
                  <a:lnTo>
                    <a:pt x="495776" y="293275"/>
                  </a:lnTo>
                  <a:lnTo>
                    <a:pt x="495871" y="292703"/>
                  </a:lnTo>
                  <a:lnTo>
                    <a:pt x="495586" y="292132"/>
                  </a:lnTo>
                  <a:lnTo>
                    <a:pt x="495014" y="291655"/>
                  </a:lnTo>
                  <a:close/>
                  <a:moveTo>
                    <a:pt x="465487" y="265367"/>
                  </a:moveTo>
                  <a:lnTo>
                    <a:pt x="465772" y="265747"/>
                  </a:lnTo>
                  <a:lnTo>
                    <a:pt x="467678" y="266605"/>
                  </a:lnTo>
                  <a:lnTo>
                    <a:pt x="468058" y="266986"/>
                  </a:lnTo>
                  <a:lnTo>
                    <a:pt x="468916" y="268510"/>
                  </a:lnTo>
                  <a:lnTo>
                    <a:pt x="469487" y="268891"/>
                  </a:lnTo>
                  <a:lnTo>
                    <a:pt x="470059" y="268986"/>
                  </a:lnTo>
                  <a:lnTo>
                    <a:pt x="470535" y="268700"/>
                  </a:lnTo>
                  <a:lnTo>
                    <a:pt x="470535" y="267843"/>
                  </a:lnTo>
                  <a:lnTo>
                    <a:pt x="469582" y="266224"/>
                  </a:lnTo>
                  <a:lnTo>
                    <a:pt x="468249" y="264605"/>
                  </a:lnTo>
                  <a:lnTo>
                    <a:pt x="466439" y="263366"/>
                  </a:lnTo>
                  <a:lnTo>
                    <a:pt x="464058" y="262890"/>
                  </a:lnTo>
                  <a:lnTo>
                    <a:pt x="464058" y="263176"/>
                  </a:lnTo>
                  <a:lnTo>
                    <a:pt x="465296" y="264700"/>
                  </a:lnTo>
                  <a:lnTo>
                    <a:pt x="465487" y="265367"/>
                  </a:lnTo>
                  <a:close/>
                  <a:moveTo>
                    <a:pt x="465487" y="258318"/>
                  </a:moveTo>
                  <a:lnTo>
                    <a:pt x="466058" y="258794"/>
                  </a:lnTo>
                  <a:lnTo>
                    <a:pt x="468916" y="260413"/>
                  </a:lnTo>
                  <a:lnTo>
                    <a:pt x="469487" y="260604"/>
                  </a:lnTo>
                  <a:lnTo>
                    <a:pt x="470059" y="260604"/>
                  </a:lnTo>
                  <a:lnTo>
                    <a:pt x="470725" y="260509"/>
                  </a:lnTo>
                  <a:lnTo>
                    <a:pt x="471392" y="260318"/>
                  </a:lnTo>
                  <a:lnTo>
                    <a:pt x="471773" y="259937"/>
                  </a:lnTo>
                  <a:lnTo>
                    <a:pt x="471773" y="259271"/>
                  </a:lnTo>
                  <a:lnTo>
                    <a:pt x="471488" y="258509"/>
                  </a:lnTo>
                  <a:lnTo>
                    <a:pt x="471011" y="257842"/>
                  </a:lnTo>
                  <a:lnTo>
                    <a:pt x="470535" y="257461"/>
                  </a:lnTo>
                  <a:lnTo>
                    <a:pt x="468821" y="256985"/>
                  </a:lnTo>
                  <a:lnTo>
                    <a:pt x="467963" y="256508"/>
                  </a:lnTo>
                  <a:lnTo>
                    <a:pt x="467296" y="255651"/>
                  </a:lnTo>
                  <a:lnTo>
                    <a:pt x="466915" y="256699"/>
                  </a:lnTo>
                  <a:lnTo>
                    <a:pt x="466915" y="257175"/>
                  </a:lnTo>
                  <a:lnTo>
                    <a:pt x="466058" y="256604"/>
                  </a:lnTo>
                  <a:lnTo>
                    <a:pt x="465391" y="256699"/>
                  </a:lnTo>
                  <a:lnTo>
                    <a:pt x="465106" y="257175"/>
                  </a:lnTo>
                  <a:lnTo>
                    <a:pt x="465106" y="257842"/>
                  </a:lnTo>
                  <a:lnTo>
                    <a:pt x="465487" y="258318"/>
                  </a:lnTo>
                  <a:close/>
                  <a:moveTo>
                    <a:pt x="460248" y="266414"/>
                  </a:moveTo>
                  <a:lnTo>
                    <a:pt x="461200" y="267367"/>
                  </a:lnTo>
                  <a:lnTo>
                    <a:pt x="463201" y="268414"/>
                  </a:lnTo>
                  <a:lnTo>
                    <a:pt x="464248" y="269177"/>
                  </a:lnTo>
                  <a:lnTo>
                    <a:pt x="464534" y="269367"/>
                  </a:lnTo>
                  <a:lnTo>
                    <a:pt x="464820" y="269367"/>
                  </a:lnTo>
                  <a:lnTo>
                    <a:pt x="465106" y="269177"/>
                  </a:lnTo>
                  <a:lnTo>
                    <a:pt x="465201" y="268224"/>
                  </a:lnTo>
                  <a:lnTo>
                    <a:pt x="464725" y="266795"/>
                  </a:lnTo>
                  <a:lnTo>
                    <a:pt x="463963" y="265462"/>
                  </a:lnTo>
                  <a:lnTo>
                    <a:pt x="463201" y="264890"/>
                  </a:lnTo>
                  <a:lnTo>
                    <a:pt x="461963" y="263462"/>
                  </a:lnTo>
                  <a:lnTo>
                    <a:pt x="461486" y="263271"/>
                  </a:lnTo>
                  <a:lnTo>
                    <a:pt x="460534" y="262985"/>
                  </a:lnTo>
                  <a:lnTo>
                    <a:pt x="460153" y="262700"/>
                  </a:lnTo>
                  <a:lnTo>
                    <a:pt x="459296" y="263747"/>
                  </a:lnTo>
                  <a:lnTo>
                    <a:pt x="459486" y="265081"/>
                  </a:lnTo>
                  <a:lnTo>
                    <a:pt x="460248" y="266414"/>
                  </a:lnTo>
                  <a:close/>
                  <a:moveTo>
                    <a:pt x="507968" y="267081"/>
                  </a:moveTo>
                  <a:lnTo>
                    <a:pt x="508254" y="266891"/>
                  </a:lnTo>
                  <a:lnTo>
                    <a:pt x="508540" y="266605"/>
                  </a:lnTo>
                  <a:lnTo>
                    <a:pt x="508635" y="266129"/>
                  </a:lnTo>
                  <a:lnTo>
                    <a:pt x="508635" y="265843"/>
                  </a:lnTo>
                  <a:lnTo>
                    <a:pt x="508445" y="265271"/>
                  </a:lnTo>
                  <a:lnTo>
                    <a:pt x="507873" y="264605"/>
                  </a:lnTo>
                  <a:lnTo>
                    <a:pt x="507397" y="265081"/>
                  </a:lnTo>
                  <a:lnTo>
                    <a:pt x="507206" y="266129"/>
                  </a:lnTo>
                  <a:lnTo>
                    <a:pt x="506921" y="266795"/>
                  </a:lnTo>
                  <a:lnTo>
                    <a:pt x="506635" y="267081"/>
                  </a:lnTo>
                  <a:lnTo>
                    <a:pt x="506921" y="267271"/>
                  </a:lnTo>
                  <a:lnTo>
                    <a:pt x="507587" y="267271"/>
                  </a:lnTo>
                  <a:lnTo>
                    <a:pt x="507968" y="267081"/>
                  </a:lnTo>
                  <a:close/>
                  <a:moveTo>
                    <a:pt x="486346" y="254222"/>
                  </a:moveTo>
                  <a:lnTo>
                    <a:pt x="486251" y="255270"/>
                  </a:lnTo>
                  <a:lnTo>
                    <a:pt x="486442" y="256222"/>
                  </a:lnTo>
                  <a:lnTo>
                    <a:pt x="487775" y="256985"/>
                  </a:lnTo>
                  <a:lnTo>
                    <a:pt x="488347" y="257080"/>
                  </a:lnTo>
                  <a:lnTo>
                    <a:pt x="490156" y="256985"/>
                  </a:lnTo>
                  <a:lnTo>
                    <a:pt x="490728" y="256794"/>
                  </a:lnTo>
                  <a:lnTo>
                    <a:pt x="491395" y="256032"/>
                  </a:lnTo>
                  <a:lnTo>
                    <a:pt x="491871" y="255842"/>
                  </a:lnTo>
                  <a:lnTo>
                    <a:pt x="493014" y="255746"/>
                  </a:lnTo>
                  <a:lnTo>
                    <a:pt x="493776" y="255556"/>
                  </a:lnTo>
                  <a:lnTo>
                    <a:pt x="496062" y="254318"/>
                  </a:lnTo>
                  <a:lnTo>
                    <a:pt x="496538" y="254127"/>
                  </a:lnTo>
                  <a:lnTo>
                    <a:pt x="497300" y="254032"/>
                  </a:lnTo>
                  <a:lnTo>
                    <a:pt x="497586" y="254222"/>
                  </a:lnTo>
                  <a:lnTo>
                    <a:pt x="498157" y="254984"/>
                  </a:lnTo>
                  <a:lnTo>
                    <a:pt x="498443" y="255175"/>
                  </a:lnTo>
                  <a:lnTo>
                    <a:pt x="499110" y="255365"/>
                  </a:lnTo>
                  <a:lnTo>
                    <a:pt x="498824" y="255746"/>
                  </a:lnTo>
                  <a:lnTo>
                    <a:pt x="498253" y="256127"/>
                  </a:lnTo>
                  <a:lnTo>
                    <a:pt x="497967" y="256127"/>
                  </a:lnTo>
                  <a:lnTo>
                    <a:pt x="497681" y="256889"/>
                  </a:lnTo>
                  <a:lnTo>
                    <a:pt x="497681" y="257270"/>
                  </a:lnTo>
                  <a:lnTo>
                    <a:pt x="497967" y="257842"/>
                  </a:lnTo>
                  <a:lnTo>
                    <a:pt x="496157" y="258318"/>
                  </a:lnTo>
                  <a:lnTo>
                    <a:pt x="495776" y="258604"/>
                  </a:lnTo>
                  <a:lnTo>
                    <a:pt x="495776" y="259271"/>
                  </a:lnTo>
                  <a:lnTo>
                    <a:pt x="496157" y="259652"/>
                  </a:lnTo>
                  <a:lnTo>
                    <a:pt x="497205" y="260033"/>
                  </a:lnTo>
                  <a:lnTo>
                    <a:pt x="498538" y="260128"/>
                  </a:lnTo>
                  <a:lnTo>
                    <a:pt x="499110" y="260318"/>
                  </a:lnTo>
                  <a:lnTo>
                    <a:pt x="499300" y="260795"/>
                  </a:lnTo>
                  <a:lnTo>
                    <a:pt x="499015" y="261080"/>
                  </a:lnTo>
                  <a:lnTo>
                    <a:pt x="498443" y="261176"/>
                  </a:lnTo>
                  <a:lnTo>
                    <a:pt x="497205" y="261080"/>
                  </a:lnTo>
                  <a:lnTo>
                    <a:pt x="497205" y="261461"/>
                  </a:lnTo>
                  <a:lnTo>
                    <a:pt x="498253" y="261747"/>
                  </a:lnTo>
                  <a:lnTo>
                    <a:pt x="499015" y="262509"/>
                  </a:lnTo>
                  <a:lnTo>
                    <a:pt x="499300" y="263462"/>
                  </a:lnTo>
                  <a:lnTo>
                    <a:pt x="499015" y="264319"/>
                  </a:lnTo>
                  <a:lnTo>
                    <a:pt x="503396" y="265843"/>
                  </a:lnTo>
                  <a:lnTo>
                    <a:pt x="505111" y="265557"/>
                  </a:lnTo>
                  <a:lnTo>
                    <a:pt x="505778" y="263080"/>
                  </a:lnTo>
                  <a:lnTo>
                    <a:pt x="505778" y="262414"/>
                  </a:lnTo>
                  <a:lnTo>
                    <a:pt x="505968" y="261938"/>
                  </a:lnTo>
                  <a:lnTo>
                    <a:pt x="506349" y="261652"/>
                  </a:lnTo>
                  <a:lnTo>
                    <a:pt x="507016" y="261556"/>
                  </a:lnTo>
                  <a:lnTo>
                    <a:pt x="507682" y="261366"/>
                  </a:lnTo>
                  <a:lnTo>
                    <a:pt x="508159" y="260890"/>
                  </a:lnTo>
                  <a:lnTo>
                    <a:pt x="508349" y="260413"/>
                  </a:lnTo>
                  <a:lnTo>
                    <a:pt x="508159" y="260223"/>
                  </a:lnTo>
                  <a:lnTo>
                    <a:pt x="507968" y="259937"/>
                  </a:lnTo>
                  <a:lnTo>
                    <a:pt x="507968" y="258413"/>
                  </a:lnTo>
                  <a:lnTo>
                    <a:pt x="507587" y="257366"/>
                  </a:lnTo>
                  <a:lnTo>
                    <a:pt x="507778" y="256699"/>
                  </a:lnTo>
                  <a:lnTo>
                    <a:pt x="508635" y="255556"/>
                  </a:lnTo>
                  <a:lnTo>
                    <a:pt x="508063" y="252984"/>
                  </a:lnTo>
                  <a:lnTo>
                    <a:pt x="507968" y="252127"/>
                  </a:lnTo>
                  <a:lnTo>
                    <a:pt x="507587" y="251651"/>
                  </a:lnTo>
                  <a:lnTo>
                    <a:pt x="505111" y="250508"/>
                  </a:lnTo>
                  <a:lnTo>
                    <a:pt x="504539" y="249555"/>
                  </a:lnTo>
                  <a:lnTo>
                    <a:pt x="504444" y="248603"/>
                  </a:lnTo>
                  <a:lnTo>
                    <a:pt x="504730" y="246697"/>
                  </a:lnTo>
                  <a:lnTo>
                    <a:pt x="504444" y="245554"/>
                  </a:lnTo>
                  <a:lnTo>
                    <a:pt x="503872" y="245269"/>
                  </a:lnTo>
                  <a:lnTo>
                    <a:pt x="503491" y="245554"/>
                  </a:lnTo>
                  <a:lnTo>
                    <a:pt x="503682" y="246126"/>
                  </a:lnTo>
                  <a:lnTo>
                    <a:pt x="501872" y="247079"/>
                  </a:lnTo>
                  <a:lnTo>
                    <a:pt x="500253" y="247650"/>
                  </a:lnTo>
                  <a:lnTo>
                    <a:pt x="498538" y="247745"/>
                  </a:lnTo>
                  <a:lnTo>
                    <a:pt x="496443" y="247269"/>
                  </a:lnTo>
                  <a:lnTo>
                    <a:pt x="495205" y="246602"/>
                  </a:lnTo>
                  <a:lnTo>
                    <a:pt x="494538" y="246507"/>
                  </a:lnTo>
                  <a:lnTo>
                    <a:pt x="494252" y="247079"/>
                  </a:lnTo>
                  <a:lnTo>
                    <a:pt x="493966" y="247745"/>
                  </a:lnTo>
                  <a:lnTo>
                    <a:pt x="493395" y="247841"/>
                  </a:lnTo>
                  <a:lnTo>
                    <a:pt x="492252" y="247555"/>
                  </a:lnTo>
                  <a:lnTo>
                    <a:pt x="491490" y="247650"/>
                  </a:lnTo>
                  <a:lnTo>
                    <a:pt x="491299" y="247936"/>
                  </a:lnTo>
                  <a:lnTo>
                    <a:pt x="491299" y="248412"/>
                  </a:lnTo>
                  <a:lnTo>
                    <a:pt x="491109" y="248984"/>
                  </a:lnTo>
                  <a:lnTo>
                    <a:pt x="490538" y="249841"/>
                  </a:lnTo>
                  <a:lnTo>
                    <a:pt x="490252" y="250127"/>
                  </a:lnTo>
                  <a:lnTo>
                    <a:pt x="489680" y="250508"/>
                  </a:lnTo>
                  <a:lnTo>
                    <a:pt x="487108" y="251460"/>
                  </a:lnTo>
                  <a:lnTo>
                    <a:pt x="485870" y="252317"/>
                  </a:lnTo>
                  <a:lnTo>
                    <a:pt x="485870" y="253270"/>
                  </a:lnTo>
                  <a:lnTo>
                    <a:pt x="486346" y="254222"/>
                  </a:lnTo>
                  <a:close/>
                  <a:moveTo>
                    <a:pt x="479584" y="259556"/>
                  </a:moveTo>
                  <a:lnTo>
                    <a:pt x="478917" y="259747"/>
                  </a:lnTo>
                  <a:lnTo>
                    <a:pt x="478631" y="260604"/>
                  </a:lnTo>
                  <a:lnTo>
                    <a:pt x="478917" y="262604"/>
                  </a:lnTo>
                  <a:lnTo>
                    <a:pt x="478536" y="263366"/>
                  </a:lnTo>
                  <a:lnTo>
                    <a:pt x="479298" y="263747"/>
                  </a:lnTo>
                  <a:lnTo>
                    <a:pt x="480727" y="264033"/>
                  </a:lnTo>
                  <a:lnTo>
                    <a:pt x="481393" y="264509"/>
                  </a:lnTo>
                  <a:lnTo>
                    <a:pt x="481870" y="265176"/>
                  </a:lnTo>
                  <a:lnTo>
                    <a:pt x="482155" y="266605"/>
                  </a:lnTo>
                  <a:lnTo>
                    <a:pt x="482537" y="267367"/>
                  </a:lnTo>
                  <a:lnTo>
                    <a:pt x="483013" y="267748"/>
                  </a:lnTo>
                  <a:lnTo>
                    <a:pt x="483584" y="267748"/>
                  </a:lnTo>
                  <a:lnTo>
                    <a:pt x="486346" y="266510"/>
                  </a:lnTo>
                  <a:lnTo>
                    <a:pt x="486918" y="266129"/>
                  </a:lnTo>
                  <a:lnTo>
                    <a:pt x="487299" y="265652"/>
                  </a:lnTo>
                  <a:lnTo>
                    <a:pt x="487775" y="264795"/>
                  </a:lnTo>
                  <a:lnTo>
                    <a:pt x="487299" y="264128"/>
                  </a:lnTo>
                  <a:lnTo>
                    <a:pt x="486442" y="263652"/>
                  </a:lnTo>
                  <a:lnTo>
                    <a:pt x="485680" y="263462"/>
                  </a:lnTo>
                  <a:lnTo>
                    <a:pt x="483489" y="263462"/>
                  </a:lnTo>
                  <a:lnTo>
                    <a:pt x="482822" y="263271"/>
                  </a:lnTo>
                  <a:lnTo>
                    <a:pt x="482537" y="262795"/>
                  </a:lnTo>
                  <a:lnTo>
                    <a:pt x="482346" y="262223"/>
                  </a:lnTo>
                  <a:lnTo>
                    <a:pt x="482060" y="261747"/>
                  </a:lnTo>
                  <a:lnTo>
                    <a:pt x="480536" y="260128"/>
                  </a:lnTo>
                  <a:lnTo>
                    <a:pt x="479584" y="259556"/>
                  </a:lnTo>
                  <a:close/>
                  <a:moveTo>
                    <a:pt x="469297" y="254413"/>
                  </a:moveTo>
                  <a:lnTo>
                    <a:pt x="471011" y="256413"/>
                  </a:lnTo>
                  <a:lnTo>
                    <a:pt x="471297" y="256604"/>
                  </a:lnTo>
                  <a:lnTo>
                    <a:pt x="471868" y="256699"/>
                  </a:lnTo>
                  <a:lnTo>
                    <a:pt x="473012" y="256604"/>
                  </a:lnTo>
                  <a:lnTo>
                    <a:pt x="473392" y="256604"/>
                  </a:lnTo>
                  <a:lnTo>
                    <a:pt x="475297" y="257651"/>
                  </a:lnTo>
                  <a:lnTo>
                    <a:pt x="476250" y="257937"/>
                  </a:lnTo>
                  <a:lnTo>
                    <a:pt x="477488" y="257651"/>
                  </a:lnTo>
                  <a:lnTo>
                    <a:pt x="477774" y="257651"/>
                  </a:lnTo>
                  <a:lnTo>
                    <a:pt x="478346" y="257746"/>
                  </a:lnTo>
                  <a:lnTo>
                    <a:pt x="478536" y="257746"/>
                  </a:lnTo>
                  <a:lnTo>
                    <a:pt x="478536" y="257556"/>
                  </a:lnTo>
                  <a:lnTo>
                    <a:pt x="478441" y="256889"/>
                  </a:lnTo>
                  <a:lnTo>
                    <a:pt x="478441" y="256699"/>
                  </a:lnTo>
                  <a:lnTo>
                    <a:pt x="478726" y="256222"/>
                  </a:lnTo>
                  <a:lnTo>
                    <a:pt x="478917" y="255842"/>
                  </a:lnTo>
                  <a:lnTo>
                    <a:pt x="479107" y="255556"/>
                  </a:lnTo>
                  <a:lnTo>
                    <a:pt x="479584" y="255365"/>
                  </a:lnTo>
                  <a:lnTo>
                    <a:pt x="479298" y="254984"/>
                  </a:lnTo>
                  <a:lnTo>
                    <a:pt x="479203" y="254699"/>
                  </a:lnTo>
                  <a:lnTo>
                    <a:pt x="479203" y="254413"/>
                  </a:lnTo>
                  <a:lnTo>
                    <a:pt x="479298" y="254032"/>
                  </a:lnTo>
                  <a:lnTo>
                    <a:pt x="480250" y="254889"/>
                  </a:lnTo>
                  <a:lnTo>
                    <a:pt x="480631" y="254889"/>
                  </a:lnTo>
                  <a:lnTo>
                    <a:pt x="481679" y="251174"/>
                  </a:lnTo>
                  <a:lnTo>
                    <a:pt x="481679" y="250127"/>
                  </a:lnTo>
                  <a:lnTo>
                    <a:pt x="481393" y="249079"/>
                  </a:lnTo>
                  <a:lnTo>
                    <a:pt x="481203" y="248793"/>
                  </a:lnTo>
                  <a:lnTo>
                    <a:pt x="480917" y="248507"/>
                  </a:lnTo>
                  <a:lnTo>
                    <a:pt x="480346" y="247650"/>
                  </a:lnTo>
                  <a:lnTo>
                    <a:pt x="479679" y="247364"/>
                  </a:lnTo>
                  <a:lnTo>
                    <a:pt x="479012" y="247269"/>
                  </a:lnTo>
                  <a:lnTo>
                    <a:pt x="478346" y="247364"/>
                  </a:lnTo>
                  <a:lnTo>
                    <a:pt x="477679" y="247650"/>
                  </a:lnTo>
                  <a:lnTo>
                    <a:pt x="478060" y="248221"/>
                  </a:lnTo>
                  <a:lnTo>
                    <a:pt x="478346" y="248888"/>
                  </a:lnTo>
                  <a:lnTo>
                    <a:pt x="478346" y="249555"/>
                  </a:lnTo>
                  <a:lnTo>
                    <a:pt x="478060" y="250222"/>
                  </a:lnTo>
                  <a:lnTo>
                    <a:pt x="477298" y="249555"/>
                  </a:lnTo>
                  <a:lnTo>
                    <a:pt x="475774" y="247650"/>
                  </a:lnTo>
                  <a:lnTo>
                    <a:pt x="475202" y="247269"/>
                  </a:lnTo>
                  <a:lnTo>
                    <a:pt x="474631" y="247745"/>
                  </a:lnTo>
                  <a:lnTo>
                    <a:pt x="474250" y="249555"/>
                  </a:lnTo>
                  <a:lnTo>
                    <a:pt x="473488" y="250127"/>
                  </a:lnTo>
                  <a:lnTo>
                    <a:pt x="473012" y="250127"/>
                  </a:lnTo>
                  <a:lnTo>
                    <a:pt x="471964" y="249746"/>
                  </a:lnTo>
                  <a:lnTo>
                    <a:pt x="471392" y="249746"/>
                  </a:lnTo>
                  <a:lnTo>
                    <a:pt x="470821" y="250031"/>
                  </a:lnTo>
                  <a:lnTo>
                    <a:pt x="470725" y="250222"/>
                  </a:lnTo>
                  <a:lnTo>
                    <a:pt x="470916" y="250508"/>
                  </a:lnTo>
                  <a:lnTo>
                    <a:pt x="471202" y="251651"/>
                  </a:lnTo>
                  <a:lnTo>
                    <a:pt x="471392" y="252222"/>
                  </a:lnTo>
                  <a:lnTo>
                    <a:pt x="471392" y="252698"/>
                  </a:lnTo>
                  <a:lnTo>
                    <a:pt x="471011" y="252984"/>
                  </a:lnTo>
                  <a:lnTo>
                    <a:pt x="470440" y="252889"/>
                  </a:lnTo>
                  <a:lnTo>
                    <a:pt x="469678" y="252031"/>
                  </a:lnTo>
                  <a:lnTo>
                    <a:pt x="469201" y="251841"/>
                  </a:lnTo>
                  <a:lnTo>
                    <a:pt x="468630" y="252317"/>
                  </a:lnTo>
                  <a:lnTo>
                    <a:pt x="468821" y="253270"/>
                  </a:lnTo>
                  <a:lnTo>
                    <a:pt x="469297" y="254413"/>
                  </a:lnTo>
                  <a:close/>
                  <a:moveTo>
                    <a:pt x="380619" y="250603"/>
                  </a:moveTo>
                  <a:lnTo>
                    <a:pt x="380524" y="251936"/>
                  </a:lnTo>
                  <a:lnTo>
                    <a:pt x="380905" y="252889"/>
                  </a:lnTo>
                  <a:lnTo>
                    <a:pt x="381571" y="253651"/>
                  </a:lnTo>
                  <a:lnTo>
                    <a:pt x="382429" y="255175"/>
                  </a:lnTo>
                  <a:lnTo>
                    <a:pt x="385953" y="258985"/>
                  </a:lnTo>
                  <a:lnTo>
                    <a:pt x="387858" y="260509"/>
                  </a:lnTo>
                  <a:lnTo>
                    <a:pt x="389477" y="260890"/>
                  </a:lnTo>
                  <a:lnTo>
                    <a:pt x="389858" y="260604"/>
                  </a:lnTo>
                  <a:lnTo>
                    <a:pt x="391478" y="259271"/>
                  </a:lnTo>
                  <a:lnTo>
                    <a:pt x="391954" y="259080"/>
                  </a:lnTo>
                  <a:lnTo>
                    <a:pt x="392430" y="259080"/>
                  </a:lnTo>
                  <a:lnTo>
                    <a:pt x="392811" y="258985"/>
                  </a:lnTo>
                  <a:lnTo>
                    <a:pt x="393001" y="258509"/>
                  </a:lnTo>
                  <a:lnTo>
                    <a:pt x="392811" y="257366"/>
                  </a:lnTo>
                  <a:lnTo>
                    <a:pt x="391858" y="254413"/>
                  </a:lnTo>
                  <a:lnTo>
                    <a:pt x="391763" y="253079"/>
                  </a:lnTo>
                  <a:lnTo>
                    <a:pt x="391858" y="251841"/>
                  </a:lnTo>
                  <a:lnTo>
                    <a:pt x="393382" y="246888"/>
                  </a:lnTo>
                  <a:lnTo>
                    <a:pt x="393573" y="245650"/>
                  </a:lnTo>
                  <a:lnTo>
                    <a:pt x="393287" y="244412"/>
                  </a:lnTo>
                  <a:lnTo>
                    <a:pt x="393001" y="243935"/>
                  </a:lnTo>
                  <a:lnTo>
                    <a:pt x="392144" y="243078"/>
                  </a:lnTo>
                  <a:lnTo>
                    <a:pt x="388144" y="240221"/>
                  </a:lnTo>
                  <a:lnTo>
                    <a:pt x="385286" y="237077"/>
                  </a:lnTo>
                  <a:lnTo>
                    <a:pt x="383667" y="235839"/>
                  </a:lnTo>
                  <a:lnTo>
                    <a:pt x="381667" y="235363"/>
                  </a:lnTo>
                  <a:lnTo>
                    <a:pt x="380524" y="235363"/>
                  </a:lnTo>
                  <a:lnTo>
                    <a:pt x="379762" y="235553"/>
                  </a:lnTo>
                  <a:lnTo>
                    <a:pt x="379381" y="236125"/>
                  </a:lnTo>
                  <a:lnTo>
                    <a:pt x="379286" y="237268"/>
                  </a:lnTo>
                  <a:lnTo>
                    <a:pt x="379571" y="239459"/>
                  </a:lnTo>
                  <a:lnTo>
                    <a:pt x="379476" y="240030"/>
                  </a:lnTo>
                  <a:lnTo>
                    <a:pt x="379000" y="240983"/>
                  </a:lnTo>
                  <a:lnTo>
                    <a:pt x="378905" y="241459"/>
                  </a:lnTo>
                  <a:lnTo>
                    <a:pt x="379095" y="242316"/>
                  </a:lnTo>
                  <a:lnTo>
                    <a:pt x="379571" y="243554"/>
                  </a:lnTo>
                  <a:lnTo>
                    <a:pt x="380143" y="244602"/>
                  </a:lnTo>
                  <a:lnTo>
                    <a:pt x="381095" y="245459"/>
                  </a:lnTo>
                  <a:lnTo>
                    <a:pt x="381286" y="246412"/>
                  </a:lnTo>
                  <a:lnTo>
                    <a:pt x="381190" y="248317"/>
                  </a:lnTo>
                  <a:lnTo>
                    <a:pt x="380619" y="250603"/>
                  </a:lnTo>
                  <a:close/>
                  <a:moveTo>
                    <a:pt x="1032224" y="765905"/>
                  </a:moveTo>
                  <a:lnTo>
                    <a:pt x="1031938" y="765238"/>
                  </a:lnTo>
                  <a:lnTo>
                    <a:pt x="1031462" y="764667"/>
                  </a:lnTo>
                  <a:lnTo>
                    <a:pt x="1028700" y="763619"/>
                  </a:lnTo>
                  <a:lnTo>
                    <a:pt x="1027366" y="762762"/>
                  </a:lnTo>
                  <a:lnTo>
                    <a:pt x="1026700" y="762572"/>
                  </a:lnTo>
                  <a:lnTo>
                    <a:pt x="1025652" y="762572"/>
                  </a:lnTo>
                  <a:lnTo>
                    <a:pt x="1024795" y="762191"/>
                  </a:lnTo>
                  <a:lnTo>
                    <a:pt x="1023938" y="761333"/>
                  </a:lnTo>
                  <a:lnTo>
                    <a:pt x="1023271" y="760286"/>
                  </a:lnTo>
                  <a:lnTo>
                    <a:pt x="1022890" y="759238"/>
                  </a:lnTo>
                  <a:lnTo>
                    <a:pt x="1022985" y="755809"/>
                  </a:lnTo>
                  <a:lnTo>
                    <a:pt x="1022795" y="754094"/>
                  </a:lnTo>
                  <a:lnTo>
                    <a:pt x="1021842" y="753142"/>
                  </a:lnTo>
                  <a:lnTo>
                    <a:pt x="1021842" y="755523"/>
                  </a:lnTo>
                  <a:lnTo>
                    <a:pt x="1021651" y="756856"/>
                  </a:lnTo>
                  <a:lnTo>
                    <a:pt x="1020985" y="757428"/>
                  </a:lnTo>
                  <a:lnTo>
                    <a:pt x="1020318" y="756952"/>
                  </a:lnTo>
                  <a:lnTo>
                    <a:pt x="1020128" y="755809"/>
                  </a:lnTo>
                  <a:lnTo>
                    <a:pt x="1020032" y="753428"/>
                  </a:lnTo>
                  <a:lnTo>
                    <a:pt x="1019461" y="752189"/>
                  </a:lnTo>
                  <a:lnTo>
                    <a:pt x="1019365" y="751618"/>
                  </a:lnTo>
                  <a:lnTo>
                    <a:pt x="1019365" y="751046"/>
                  </a:lnTo>
                  <a:lnTo>
                    <a:pt x="1019651" y="749808"/>
                  </a:lnTo>
                  <a:lnTo>
                    <a:pt x="1019747" y="748284"/>
                  </a:lnTo>
                  <a:lnTo>
                    <a:pt x="1021747" y="737806"/>
                  </a:lnTo>
                  <a:lnTo>
                    <a:pt x="1023938" y="730187"/>
                  </a:lnTo>
                  <a:lnTo>
                    <a:pt x="1023938" y="727710"/>
                  </a:lnTo>
                  <a:lnTo>
                    <a:pt x="1023842" y="727329"/>
                  </a:lnTo>
                  <a:lnTo>
                    <a:pt x="1023652" y="726948"/>
                  </a:lnTo>
                  <a:lnTo>
                    <a:pt x="1023556" y="726472"/>
                  </a:lnTo>
                  <a:lnTo>
                    <a:pt x="1023556" y="725900"/>
                  </a:lnTo>
                  <a:lnTo>
                    <a:pt x="1023747" y="725234"/>
                  </a:lnTo>
                  <a:lnTo>
                    <a:pt x="1024414" y="724281"/>
                  </a:lnTo>
                  <a:lnTo>
                    <a:pt x="1024604" y="723900"/>
                  </a:lnTo>
                  <a:lnTo>
                    <a:pt x="1024985" y="721709"/>
                  </a:lnTo>
                  <a:lnTo>
                    <a:pt x="1024985" y="720566"/>
                  </a:lnTo>
                  <a:lnTo>
                    <a:pt x="1024604" y="719423"/>
                  </a:lnTo>
                  <a:lnTo>
                    <a:pt x="1023842" y="718661"/>
                  </a:lnTo>
                  <a:lnTo>
                    <a:pt x="1021747" y="717518"/>
                  </a:lnTo>
                  <a:lnTo>
                    <a:pt x="1020794" y="716756"/>
                  </a:lnTo>
                  <a:lnTo>
                    <a:pt x="1020413" y="716566"/>
                  </a:lnTo>
                  <a:lnTo>
                    <a:pt x="1019842" y="716471"/>
                  </a:lnTo>
                  <a:lnTo>
                    <a:pt x="1018699" y="716566"/>
                  </a:lnTo>
                  <a:lnTo>
                    <a:pt x="1018032" y="716471"/>
                  </a:lnTo>
                  <a:lnTo>
                    <a:pt x="1017556" y="716280"/>
                  </a:lnTo>
                  <a:lnTo>
                    <a:pt x="1016794" y="715804"/>
                  </a:lnTo>
                  <a:lnTo>
                    <a:pt x="1014889" y="713899"/>
                  </a:lnTo>
                  <a:lnTo>
                    <a:pt x="1014127" y="713613"/>
                  </a:lnTo>
                  <a:lnTo>
                    <a:pt x="1012984" y="713804"/>
                  </a:lnTo>
                  <a:lnTo>
                    <a:pt x="1010793" y="714375"/>
                  </a:lnTo>
                  <a:lnTo>
                    <a:pt x="1009555" y="714375"/>
                  </a:lnTo>
                  <a:lnTo>
                    <a:pt x="1007840" y="713708"/>
                  </a:lnTo>
                  <a:lnTo>
                    <a:pt x="1006602" y="712661"/>
                  </a:lnTo>
                  <a:lnTo>
                    <a:pt x="1004506" y="709994"/>
                  </a:lnTo>
                  <a:lnTo>
                    <a:pt x="1002792" y="709041"/>
                  </a:lnTo>
                  <a:lnTo>
                    <a:pt x="1001268" y="709327"/>
                  </a:lnTo>
                  <a:lnTo>
                    <a:pt x="997553" y="712470"/>
                  </a:lnTo>
                  <a:lnTo>
                    <a:pt x="996791" y="712756"/>
                  </a:lnTo>
                  <a:lnTo>
                    <a:pt x="995648" y="712851"/>
                  </a:lnTo>
                  <a:lnTo>
                    <a:pt x="994410" y="712661"/>
                  </a:lnTo>
                  <a:lnTo>
                    <a:pt x="993553" y="712375"/>
                  </a:lnTo>
                  <a:lnTo>
                    <a:pt x="992791" y="712375"/>
                  </a:lnTo>
                  <a:lnTo>
                    <a:pt x="991838" y="712851"/>
                  </a:lnTo>
                  <a:lnTo>
                    <a:pt x="990790" y="714185"/>
                  </a:lnTo>
                  <a:lnTo>
                    <a:pt x="990124" y="714756"/>
                  </a:lnTo>
                  <a:lnTo>
                    <a:pt x="989171" y="715042"/>
                  </a:lnTo>
                  <a:lnTo>
                    <a:pt x="987933" y="714851"/>
                  </a:lnTo>
                  <a:lnTo>
                    <a:pt x="985838" y="714089"/>
                  </a:lnTo>
                  <a:lnTo>
                    <a:pt x="984599" y="713994"/>
                  </a:lnTo>
                  <a:lnTo>
                    <a:pt x="984123" y="714089"/>
                  </a:lnTo>
                  <a:lnTo>
                    <a:pt x="983075" y="714566"/>
                  </a:lnTo>
                  <a:lnTo>
                    <a:pt x="982408" y="714661"/>
                  </a:lnTo>
                  <a:lnTo>
                    <a:pt x="975550" y="713613"/>
                  </a:lnTo>
                  <a:lnTo>
                    <a:pt x="974312" y="713804"/>
                  </a:lnTo>
                  <a:lnTo>
                    <a:pt x="972598" y="714756"/>
                  </a:lnTo>
                  <a:lnTo>
                    <a:pt x="971740" y="714947"/>
                  </a:lnTo>
                  <a:lnTo>
                    <a:pt x="970597" y="715137"/>
                  </a:lnTo>
                  <a:lnTo>
                    <a:pt x="969455" y="715518"/>
                  </a:lnTo>
                  <a:lnTo>
                    <a:pt x="967549" y="716471"/>
                  </a:lnTo>
                  <a:lnTo>
                    <a:pt x="965740" y="717709"/>
                  </a:lnTo>
                  <a:lnTo>
                    <a:pt x="964692" y="718090"/>
                  </a:lnTo>
                  <a:lnTo>
                    <a:pt x="963454" y="718280"/>
                  </a:lnTo>
                  <a:lnTo>
                    <a:pt x="962692" y="717899"/>
                  </a:lnTo>
                  <a:lnTo>
                    <a:pt x="961454" y="716280"/>
                  </a:lnTo>
                  <a:lnTo>
                    <a:pt x="960406" y="715804"/>
                  </a:lnTo>
                  <a:lnTo>
                    <a:pt x="959834" y="715804"/>
                  </a:lnTo>
                  <a:lnTo>
                    <a:pt x="958691" y="716089"/>
                  </a:lnTo>
                  <a:lnTo>
                    <a:pt x="958215" y="716185"/>
                  </a:lnTo>
                  <a:lnTo>
                    <a:pt x="957548" y="716089"/>
                  </a:lnTo>
                  <a:lnTo>
                    <a:pt x="956405" y="715613"/>
                  </a:lnTo>
                  <a:lnTo>
                    <a:pt x="954691" y="715232"/>
                  </a:lnTo>
                  <a:lnTo>
                    <a:pt x="953548" y="714470"/>
                  </a:lnTo>
                  <a:lnTo>
                    <a:pt x="951643" y="712661"/>
                  </a:lnTo>
                  <a:lnTo>
                    <a:pt x="950595" y="711803"/>
                  </a:lnTo>
                  <a:lnTo>
                    <a:pt x="949642" y="711422"/>
                  </a:lnTo>
                  <a:lnTo>
                    <a:pt x="948499" y="711232"/>
                  </a:lnTo>
                  <a:lnTo>
                    <a:pt x="947166" y="711232"/>
                  </a:lnTo>
                  <a:lnTo>
                    <a:pt x="946213" y="711041"/>
                  </a:lnTo>
                  <a:lnTo>
                    <a:pt x="939546" y="708184"/>
                  </a:lnTo>
                  <a:lnTo>
                    <a:pt x="935164" y="704945"/>
                  </a:lnTo>
                  <a:lnTo>
                    <a:pt x="935164" y="700564"/>
                  </a:lnTo>
                  <a:lnTo>
                    <a:pt x="935641" y="699706"/>
                  </a:lnTo>
                  <a:lnTo>
                    <a:pt x="937641" y="698373"/>
                  </a:lnTo>
                  <a:lnTo>
                    <a:pt x="938117" y="697325"/>
                  </a:lnTo>
                  <a:lnTo>
                    <a:pt x="938117" y="695230"/>
                  </a:lnTo>
                  <a:lnTo>
                    <a:pt x="938213" y="694277"/>
                  </a:lnTo>
                  <a:lnTo>
                    <a:pt x="938689" y="692372"/>
                  </a:lnTo>
                  <a:lnTo>
                    <a:pt x="938689" y="691610"/>
                  </a:lnTo>
                  <a:lnTo>
                    <a:pt x="938498" y="690848"/>
                  </a:lnTo>
                  <a:lnTo>
                    <a:pt x="937736" y="689324"/>
                  </a:lnTo>
                  <a:lnTo>
                    <a:pt x="937165" y="688467"/>
                  </a:lnTo>
                  <a:lnTo>
                    <a:pt x="936498" y="687800"/>
                  </a:lnTo>
                  <a:lnTo>
                    <a:pt x="935641" y="687514"/>
                  </a:lnTo>
                  <a:lnTo>
                    <a:pt x="934403" y="687800"/>
                  </a:lnTo>
                  <a:lnTo>
                    <a:pt x="933545" y="688562"/>
                  </a:lnTo>
                  <a:lnTo>
                    <a:pt x="932879" y="689515"/>
                  </a:lnTo>
                  <a:lnTo>
                    <a:pt x="932021" y="690372"/>
                  </a:lnTo>
                  <a:lnTo>
                    <a:pt x="929068" y="689038"/>
                  </a:lnTo>
                  <a:lnTo>
                    <a:pt x="927735" y="688277"/>
                  </a:lnTo>
                  <a:lnTo>
                    <a:pt x="926878" y="687134"/>
                  </a:lnTo>
                  <a:lnTo>
                    <a:pt x="930021" y="687419"/>
                  </a:lnTo>
                  <a:lnTo>
                    <a:pt x="930783" y="687134"/>
                  </a:lnTo>
                  <a:lnTo>
                    <a:pt x="931069" y="686181"/>
                  </a:lnTo>
                  <a:lnTo>
                    <a:pt x="930592" y="685133"/>
                  </a:lnTo>
                  <a:lnTo>
                    <a:pt x="929735" y="684276"/>
                  </a:lnTo>
                  <a:lnTo>
                    <a:pt x="928878" y="683895"/>
                  </a:lnTo>
                  <a:lnTo>
                    <a:pt x="928402" y="683514"/>
                  </a:lnTo>
                  <a:lnTo>
                    <a:pt x="927830" y="682657"/>
                  </a:lnTo>
                  <a:lnTo>
                    <a:pt x="927354" y="681704"/>
                  </a:lnTo>
                  <a:lnTo>
                    <a:pt x="927163" y="681038"/>
                  </a:lnTo>
                  <a:lnTo>
                    <a:pt x="927545" y="680561"/>
                  </a:lnTo>
                  <a:lnTo>
                    <a:pt x="928402" y="680180"/>
                  </a:lnTo>
                  <a:lnTo>
                    <a:pt x="930116" y="679704"/>
                  </a:lnTo>
                  <a:lnTo>
                    <a:pt x="929640" y="678847"/>
                  </a:lnTo>
                  <a:lnTo>
                    <a:pt x="928878" y="678942"/>
                  </a:lnTo>
                  <a:lnTo>
                    <a:pt x="928116" y="679228"/>
                  </a:lnTo>
                  <a:lnTo>
                    <a:pt x="927545" y="679037"/>
                  </a:lnTo>
                  <a:lnTo>
                    <a:pt x="927068" y="678656"/>
                  </a:lnTo>
                  <a:lnTo>
                    <a:pt x="925925" y="676847"/>
                  </a:lnTo>
                  <a:lnTo>
                    <a:pt x="925735" y="676370"/>
                  </a:lnTo>
                  <a:lnTo>
                    <a:pt x="925925" y="675132"/>
                  </a:lnTo>
                  <a:lnTo>
                    <a:pt x="926782" y="673037"/>
                  </a:lnTo>
                  <a:lnTo>
                    <a:pt x="926878" y="671894"/>
                  </a:lnTo>
                  <a:lnTo>
                    <a:pt x="926782" y="671417"/>
                  </a:lnTo>
                  <a:lnTo>
                    <a:pt x="926497" y="670846"/>
                  </a:lnTo>
                  <a:lnTo>
                    <a:pt x="926116" y="670370"/>
                  </a:lnTo>
                  <a:lnTo>
                    <a:pt x="925735" y="670084"/>
                  </a:lnTo>
                  <a:lnTo>
                    <a:pt x="924973" y="669798"/>
                  </a:lnTo>
                  <a:lnTo>
                    <a:pt x="924687" y="669893"/>
                  </a:lnTo>
                  <a:lnTo>
                    <a:pt x="924687" y="670274"/>
                  </a:lnTo>
                  <a:lnTo>
                    <a:pt x="924687" y="670941"/>
                  </a:lnTo>
                  <a:lnTo>
                    <a:pt x="924401" y="671989"/>
                  </a:lnTo>
                  <a:lnTo>
                    <a:pt x="923639" y="672465"/>
                  </a:lnTo>
                  <a:lnTo>
                    <a:pt x="922591" y="672465"/>
                  </a:lnTo>
                  <a:lnTo>
                    <a:pt x="921448" y="672084"/>
                  </a:lnTo>
                  <a:lnTo>
                    <a:pt x="920687" y="671513"/>
                  </a:lnTo>
                  <a:lnTo>
                    <a:pt x="919924" y="670846"/>
                  </a:lnTo>
                  <a:lnTo>
                    <a:pt x="919067" y="670274"/>
                  </a:lnTo>
                  <a:lnTo>
                    <a:pt x="918020" y="669988"/>
                  </a:lnTo>
                  <a:lnTo>
                    <a:pt x="917734" y="670084"/>
                  </a:lnTo>
                  <a:lnTo>
                    <a:pt x="917353" y="670370"/>
                  </a:lnTo>
                  <a:lnTo>
                    <a:pt x="916972" y="670560"/>
                  </a:lnTo>
                  <a:lnTo>
                    <a:pt x="916210" y="670274"/>
                  </a:lnTo>
                  <a:lnTo>
                    <a:pt x="914305" y="669988"/>
                  </a:lnTo>
                  <a:lnTo>
                    <a:pt x="913066" y="670084"/>
                  </a:lnTo>
                  <a:lnTo>
                    <a:pt x="910876" y="670846"/>
                  </a:lnTo>
                  <a:lnTo>
                    <a:pt x="909828" y="671036"/>
                  </a:lnTo>
                  <a:lnTo>
                    <a:pt x="907637" y="671036"/>
                  </a:lnTo>
                  <a:lnTo>
                    <a:pt x="907066" y="671131"/>
                  </a:lnTo>
                  <a:lnTo>
                    <a:pt x="905256" y="671798"/>
                  </a:lnTo>
                  <a:lnTo>
                    <a:pt x="903065" y="672084"/>
                  </a:lnTo>
                  <a:lnTo>
                    <a:pt x="900779" y="672084"/>
                  </a:lnTo>
                  <a:lnTo>
                    <a:pt x="899541" y="671798"/>
                  </a:lnTo>
                  <a:lnTo>
                    <a:pt x="898684" y="671131"/>
                  </a:lnTo>
                  <a:lnTo>
                    <a:pt x="895636" y="667131"/>
                  </a:lnTo>
                  <a:lnTo>
                    <a:pt x="893826" y="665321"/>
                  </a:lnTo>
                  <a:lnTo>
                    <a:pt x="892873" y="665036"/>
                  </a:lnTo>
                  <a:lnTo>
                    <a:pt x="891730" y="665321"/>
                  </a:lnTo>
                  <a:lnTo>
                    <a:pt x="890016" y="666179"/>
                  </a:lnTo>
                  <a:lnTo>
                    <a:pt x="888873" y="666560"/>
                  </a:lnTo>
                  <a:lnTo>
                    <a:pt x="888016" y="666464"/>
                  </a:lnTo>
                  <a:lnTo>
                    <a:pt x="887158" y="666274"/>
                  </a:lnTo>
                  <a:lnTo>
                    <a:pt x="884968" y="666083"/>
                  </a:lnTo>
                  <a:lnTo>
                    <a:pt x="881443" y="665131"/>
                  </a:lnTo>
                  <a:lnTo>
                    <a:pt x="880205" y="664559"/>
                  </a:lnTo>
                  <a:lnTo>
                    <a:pt x="879062" y="663702"/>
                  </a:lnTo>
                  <a:lnTo>
                    <a:pt x="877919" y="662559"/>
                  </a:lnTo>
                  <a:lnTo>
                    <a:pt x="876967" y="661606"/>
                  </a:lnTo>
                  <a:lnTo>
                    <a:pt x="875252" y="659416"/>
                  </a:lnTo>
                  <a:lnTo>
                    <a:pt x="874681" y="658939"/>
                  </a:lnTo>
                  <a:lnTo>
                    <a:pt x="872966" y="658178"/>
                  </a:lnTo>
                  <a:lnTo>
                    <a:pt x="869918" y="657606"/>
                  </a:lnTo>
                  <a:lnTo>
                    <a:pt x="868489" y="656749"/>
                  </a:lnTo>
                  <a:lnTo>
                    <a:pt x="867632" y="657606"/>
                  </a:lnTo>
                  <a:lnTo>
                    <a:pt x="865822" y="660178"/>
                  </a:lnTo>
                  <a:lnTo>
                    <a:pt x="865061" y="660749"/>
                  </a:lnTo>
                  <a:lnTo>
                    <a:pt x="864013" y="660845"/>
                  </a:lnTo>
                  <a:lnTo>
                    <a:pt x="861822" y="661416"/>
                  </a:lnTo>
                  <a:lnTo>
                    <a:pt x="860584" y="661416"/>
                  </a:lnTo>
                  <a:lnTo>
                    <a:pt x="850773" y="660368"/>
                  </a:lnTo>
                  <a:lnTo>
                    <a:pt x="850392" y="660368"/>
                  </a:lnTo>
                  <a:lnTo>
                    <a:pt x="850106" y="660273"/>
                  </a:lnTo>
                  <a:lnTo>
                    <a:pt x="849725" y="659892"/>
                  </a:lnTo>
                  <a:lnTo>
                    <a:pt x="848773" y="657987"/>
                  </a:lnTo>
                  <a:lnTo>
                    <a:pt x="846868" y="652367"/>
                  </a:lnTo>
                  <a:lnTo>
                    <a:pt x="846011" y="650558"/>
                  </a:lnTo>
                  <a:lnTo>
                    <a:pt x="845725" y="648462"/>
                  </a:lnTo>
                  <a:lnTo>
                    <a:pt x="845344" y="647795"/>
                  </a:lnTo>
                  <a:lnTo>
                    <a:pt x="844772" y="647319"/>
                  </a:lnTo>
                  <a:lnTo>
                    <a:pt x="844105" y="646843"/>
                  </a:lnTo>
                  <a:lnTo>
                    <a:pt x="844010" y="646652"/>
                  </a:lnTo>
                  <a:lnTo>
                    <a:pt x="843629" y="646176"/>
                  </a:lnTo>
                  <a:lnTo>
                    <a:pt x="843153" y="645890"/>
                  </a:lnTo>
                  <a:lnTo>
                    <a:pt x="842963" y="646271"/>
                  </a:lnTo>
                  <a:lnTo>
                    <a:pt x="842772" y="646462"/>
                  </a:lnTo>
                  <a:lnTo>
                    <a:pt x="842200" y="646462"/>
                  </a:lnTo>
                  <a:lnTo>
                    <a:pt x="841153" y="646462"/>
                  </a:lnTo>
                  <a:lnTo>
                    <a:pt x="840581" y="646271"/>
                  </a:lnTo>
                  <a:lnTo>
                    <a:pt x="839153" y="645414"/>
                  </a:lnTo>
                  <a:lnTo>
                    <a:pt x="838676" y="645033"/>
                  </a:lnTo>
                  <a:lnTo>
                    <a:pt x="837533" y="645414"/>
                  </a:lnTo>
                  <a:lnTo>
                    <a:pt x="834295" y="645795"/>
                  </a:lnTo>
                  <a:lnTo>
                    <a:pt x="833818" y="645890"/>
                  </a:lnTo>
                  <a:lnTo>
                    <a:pt x="832961" y="646271"/>
                  </a:lnTo>
                  <a:lnTo>
                    <a:pt x="832485" y="646462"/>
                  </a:lnTo>
                  <a:lnTo>
                    <a:pt x="831056" y="646747"/>
                  </a:lnTo>
                  <a:lnTo>
                    <a:pt x="828389" y="647795"/>
                  </a:lnTo>
                  <a:lnTo>
                    <a:pt x="827722" y="648272"/>
                  </a:lnTo>
                  <a:lnTo>
                    <a:pt x="826865" y="649510"/>
                  </a:lnTo>
                  <a:lnTo>
                    <a:pt x="826294" y="649891"/>
                  </a:lnTo>
                  <a:lnTo>
                    <a:pt x="825246" y="650081"/>
                  </a:lnTo>
                  <a:lnTo>
                    <a:pt x="825817" y="651224"/>
                  </a:lnTo>
                  <a:lnTo>
                    <a:pt x="825627" y="651891"/>
                  </a:lnTo>
                  <a:lnTo>
                    <a:pt x="825151" y="652463"/>
                  </a:lnTo>
                  <a:lnTo>
                    <a:pt x="824865" y="653510"/>
                  </a:lnTo>
                  <a:lnTo>
                    <a:pt x="824770" y="655606"/>
                  </a:lnTo>
                  <a:lnTo>
                    <a:pt x="824484" y="657606"/>
                  </a:lnTo>
                  <a:lnTo>
                    <a:pt x="823817" y="659987"/>
                  </a:lnTo>
                  <a:lnTo>
                    <a:pt x="820007" y="667798"/>
                  </a:lnTo>
                  <a:lnTo>
                    <a:pt x="817626" y="670941"/>
                  </a:lnTo>
                  <a:lnTo>
                    <a:pt x="815435" y="673227"/>
                  </a:lnTo>
                  <a:lnTo>
                    <a:pt x="814673" y="673703"/>
                  </a:lnTo>
                  <a:lnTo>
                    <a:pt x="813816" y="673989"/>
                  </a:lnTo>
                  <a:lnTo>
                    <a:pt x="812673" y="674084"/>
                  </a:lnTo>
                  <a:lnTo>
                    <a:pt x="811625" y="674370"/>
                  </a:lnTo>
                  <a:lnTo>
                    <a:pt x="810768" y="674942"/>
                  </a:lnTo>
                  <a:lnTo>
                    <a:pt x="809815" y="675322"/>
                  </a:lnTo>
                  <a:lnTo>
                    <a:pt x="808482" y="675132"/>
                  </a:lnTo>
                  <a:lnTo>
                    <a:pt x="807339" y="674561"/>
                  </a:lnTo>
                  <a:lnTo>
                    <a:pt x="805148" y="672941"/>
                  </a:lnTo>
                  <a:lnTo>
                    <a:pt x="803338" y="672370"/>
                  </a:lnTo>
                  <a:lnTo>
                    <a:pt x="800862" y="671227"/>
                  </a:lnTo>
                  <a:lnTo>
                    <a:pt x="800100" y="670751"/>
                  </a:lnTo>
                  <a:lnTo>
                    <a:pt x="799814" y="670274"/>
                  </a:lnTo>
                  <a:lnTo>
                    <a:pt x="799719" y="669703"/>
                  </a:lnTo>
                  <a:lnTo>
                    <a:pt x="799529" y="669227"/>
                  </a:lnTo>
                  <a:lnTo>
                    <a:pt x="798957" y="669036"/>
                  </a:lnTo>
                  <a:lnTo>
                    <a:pt x="798576" y="669322"/>
                  </a:lnTo>
                  <a:lnTo>
                    <a:pt x="797719" y="670465"/>
                  </a:lnTo>
                  <a:lnTo>
                    <a:pt x="797528" y="670751"/>
                  </a:lnTo>
                  <a:lnTo>
                    <a:pt x="796957" y="671227"/>
                  </a:lnTo>
                  <a:lnTo>
                    <a:pt x="795623" y="671608"/>
                  </a:lnTo>
                  <a:lnTo>
                    <a:pt x="788765" y="672560"/>
                  </a:lnTo>
                  <a:lnTo>
                    <a:pt x="786479" y="672560"/>
                  </a:lnTo>
                  <a:lnTo>
                    <a:pt x="784098" y="672275"/>
                  </a:lnTo>
                  <a:lnTo>
                    <a:pt x="775145" y="669417"/>
                  </a:lnTo>
                  <a:lnTo>
                    <a:pt x="764953" y="667893"/>
                  </a:lnTo>
                  <a:lnTo>
                    <a:pt x="762857" y="666083"/>
                  </a:lnTo>
                  <a:lnTo>
                    <a:pt x="760000" y="669131"/>
                  </a:lnTo>
                  <a:lnTo>
                    <a:pt x="755428" y="669988"/>
                  </a:lnTo>
                  <a:lnTo>
                    <a:pt x="746188" y="668941"/>
                  </a:lnTo>
                  <a:lnTo>
                    <a:pt x="744760" y="668941"/>
                  </a:lnTo>
                  <a:lnTo>
                    <a:pt x="744379" y="668941"/>
                  </a:lnTo>
                  <a:lnTo>
                    <a:pt x="742950" y="667988"/>
                  </a:lnTo>
                  <a:lnTo>
                    <a:pt x="741712" y="667607"/>
                  </a:lnTo>
                  <a:lnTo>
                    <a:pt x="739712" y="665988"/>
                  </a:lnTo>
                  <a:lnTo>
                    <a:pt x="739045" y="665702"/>
                  </a:lnTo>
                  <a:lnTo>
                    <a:pt x="737997" y="665321"/>
                  </a:lnTo>
                  <a:lnTo>
                    <a:pt x="736949" y="665321"/>
                  </a:lnTo>
                  <a:lnTo>
                    <a:pt x="736473" y="666179"/>
                  </a:lnTo>
                  <a:lnTo>
                    <a:pt x="736378" y="667322"/>
                  </a:lnTo>
                  <a:lnTo>
                    <a:pt x="735997" y="668084"/>
                  </a:lnTo>
                  <a:lnTo>
                    <a:pt x="735235" y="668464"/>
                  </a:lnTo>
                  <a:lnTo>
                    <a:pt x="733997" y="668560"/>
                  </a:lnTo>
                  <a:lnTo>
                    <a:pt x="732854" y="668274"/>
                  </a:lnTo>
                  <a:lnTo>
                    <a:pt x="732282" y="667798"/>
                  </a:lnTo>
                  <a:lnTo>
                    <a:pt x="731806" y="667131"/>
                  </a:lnTo>
                  <a:lnTo>
                    <a:pt x="731330" y="666750"/>
                  </a:lnTo>
                  <a:lnTo>
                    <a:pt x="731044" y="666464"/>
                  </a:lnTo>
                  <a:lnTo>
                    <a:pt x="730377" y="666274"/>
                  </a:lnTo>
                  <a:lnTo>
                    <a:pt x="729424" y="666179"/>
                  </a:lnTo>
                  <a:lnTo>
                    <a:pt x="728663" y="665988"/>
                  </a:lnTo>
                  <a:lnTo>
                    <a:pt x="728186" y="665417"/>
                  </a:lnTo>
                  <a:lnTo>
                    <a:pt x="725900" y="666655"/>
                  </a:lnTo>
                  <a:lnTo>
                    <a:pt x="723614" y="666750"/>
                  </a:lnTo>
                  <a:lnTo>
                    <a:pt x="721328" y="665893"/>
                  </a:lnTo>
                  <a:lnTo>
                    <a:pt x="719138" y="664369"/>
                  </a:lnTo>
                  <a:lnTo>
                    <a:pt x="716089" y="664083"/>
                  </a:lnTo>
                  <a:lnTo>
                    <a:pt x="714470" y="659225"/>
                  </a:lnTo>
                  <a:lnTo>
                    <a:pt x="712661" y="649605"/>
                  </a:lnTo>
                  <a:lnTo>
                    <a:pt x="709898" y="647986"/>
                  </a:lnTo>
                  <a:lnTo>
                    <a:pt x="709231" y="647700"/>
                  </a:lnTo>
                  <a:lnTo>
                    <a:pt x="708184" y="647129"/>
                  </a:lnTo>
                  <a:lnTo>
                    <a:pt x="703802" y="641795"/>
                  </a:lnTo>
                  <a:lnTo>
                    <a:pt x="703421" y="638270"/>
                  </a:lnTo>
                  <a:lnTo>
                    <a:pt x="703231" y="636842"/>
                  </a:lnTo>
                  <a:lnTo>
                    <a:pt x="702088" y="637032"/>
                  </a:lnTo>
                  <a:lnTo>
                    <a:pt x="701707" y="637604"/>
                  </a:lnTo>
                  <a:lnTo>
                    <a:pt x="700564" y="636937"/>
                  </a:lnTo>
                  <a:lnTo>
                    <a:pt x="697325" y="636842"/>
                  </a:lnTo>
                  <a:lnTo>
                    <a:pt x="695611" y="636365"/>
                  </a:lnTo>
                  <a:lnTo>
                    <a:pt x="694658" y="635794"/>
                  </a:lnTo>
                  <a:lnTo>
                    <a:pt x="693991" y="635984"/>
                  </a:lnTo>
                  <a:lnTo>
                    <a:pt x="694658" y="636461"/>
                  </a:lnTo>
                  <a:lnTo>
                    <a:pt x="695039" y="636937"/>
                  </a:lnTo>
                  <a:lnTo>
                    <a:pt x="695134" y="637604"/>
                  </a:lnTo>
                  <a:lnTo>
                    <a:pt x="694944" y="638366"/>
                  </a:lnTo>
                  <a:lnTo>
                    <a:pt x="694658" y="639128"/>
                  </a:lnTo>
                  <a:lnTo>
                    <a:pt x="694277" y="639509"/>
                  </a:lnTo>
                  <a:lnTo>
                    <a:pt x="694087" y="639604"/>
                  </a:lnTo>
                  <a:lnTo>
                    <a:pt x="692753" y="640366"/>
                  </a:lnTo>
                  <a:lnTo>
                    <a:pt x="691896" y="640937"/>
                  </a:lnTo>
                  <a:lnTo>
                    <a:pt x="691229" y="641128"/>
                  </a:lnTo>
                  <a:lnTo>
                    <a:pt x="690372" y="641128"/>
                  </a:lnTo>
                  <a:lnTo>
                    <a:pt x="689324" y="641128"/>
                  </a:lnTo>
                  <a:lnTo>
                    <a:pt x="688276" y="640652"/>
                  </a:lnTo>
                  <a:lnTo>
                    <a:pt x="686943" y="640175"/>
                  </a:lnTo>
                  <a:lnTo>
                    <a:pt x="683800" y="638651"/>
                  </a:lnTo>
                  <a:lnTo>
                    <a:pt x="681514" y="637699"/>
                  </a:lnTo>
                  <a:lnTo>
                    <a:pt x="678751" y="635984"/>
                  </a:lnTo>
                  <a:lnTo>
                    <a:pt x="678751" y="634841"/>
                  </a:lnTo>
                  <a:lnTo>
                    <a:pt x="678180" y="633603"/>
                  </a:lnTo>
                  <a:lnTo>
                    <a:pt x="677799" y="633794"/>
                  </a:lnTo>
                  <a:lnTo>
                    <a:pt x="677037" y="634651"/>
                  </a:lnTo>
                  <a:lnTo>
                    <a:pt x="676275" y="634651"/>
                  </a:lnTo>
                  <a:lnTo>
                    <a:pt x="676180" y="633889"/>
                  </a:lnTo>
                  <a:lnTo>
                    <a:pt x="675037" y="633508"/>
                  </a:lnTo>
                  <a:lnTo>
                    <a:pt x="674275" y="633698"/>
                  </a:lnTo>
                  <a:lnTo>
                    <a:pt x="674370" y="634365"/>
                  </a:lnTo>
                  <a:lnTo>
                    <a:pt x="674180" y="634841"/>
                  </a:lnTo>
                  <a:lnTo>
                    <a:pt x="673798" y="634841"/>
                  </a:lnTo>
                  <a:lnTo>
                    <a:pt x="673322" y="634651"/>
                  </a:lnTo>
                  <a:lnTo>
                    <a:pt x="672751" y="634555"/>
                  </a:lnTo>
                  <a:lnTo>
                    <a:pt x="672274" y="634651"/>
                  </a:lnTo>
                  <a:lnTo>
                    <a:pt x="671989" y="634937"/>
                  </a:lnTo>
                  <a:lnTo>
                    <a:pt x="670750" y="635413"/>
                  </a:lnTo>
                  <a:lnTo>
                    <a:pt x="670084" y="635889"/>
                  </a:lnTo>
                  <a:lnTo>
                    <a:pt x="669226" y="636080"/>
                  </a:lnTo>
                  <a:lnTo>
                    <a:pt x="668369" y="635603"/>
                  </a:lnTo>
                  <a:lnTo>
                    <a:pt x="667226" y="636175"/>
                  </a:lnTo>
                  <a:lnTo>
                    <a:pt x="665988" y="635508"/>
                  </a:lnTo>
                  <a:lnTo>
                    <a:pt x="664178" y="633508"/>
                  </a:lnTo>
                  <a:lnTo>
                    <a:pt x="661130" y="633317"/>
                  </a:lnTo>
                  <a:lnTo>
                    <a:pt x="658368" y="632270"/>
                  </a:lnTo>
                  <a:lnTo>
                    <a:pt x="656272" y="631317"/>
                  </a:lnTo>
                  <a:lnTo>
                    <a:pt x="654939" y="629126"/>
                  </a:lnTo>
                  <a:lnTo>
                    <a:pt x="653224" y="626936"/>
                  </a:lnTo>
                  <a:lnTo>
                    <a:pt x="651415" y="624078"/>
                  </a:lnTo>
                  <a:lnTo>
                    <a:pt x="650081" y="622363"/>
                  </a:lnTo>
                  <a:lnTo>
                    <a:pt x="648272" y="621602"/>
                  </a:lnTo>
                  <a:lnTo>
                    <a:pt x="646176" y="621221"/>
                  </a:lnTo>
                  <a:lnTo>
                    <a:pt x="642175" y="622363"/>
                  </a:lnTo>
                  <a:lnTo>
                    <a:pt x="641223" y="622554"/>
                  </a:lnTo>
                  <a:lnTo>
                    <a:pt x="640271" y="622554"/>
                  </a:lnTo>
                  <a:lnTo>
                    <a:pt x="639223" y="622173"/>
                  </a:lnTo>
                  <a:lnTo>
                    <a:pt x="638461" y="621602"/>
                  </a:lnTo>
                  <a:lnTo>
                    <a:pt x="637889" y="620935"/>
                  </a:lnTo>
                  <a:lnTo>
                    <a:pt x="637318" y="620363"/>
                  </a:lnTo>
                  <a:lnTo>
                    <a:pt x="635508" y="619506"/>
                  </a:lnTo>
                  <a:lnTo>
                    <a:pt x="633603" y="619125"/>
                  </a:lnTo>
                  <a:lnTo>
                    <a:pt x="632365" y="619601"/>
                  </a:lnTo>
                  <a:lnTo>
                    <a:pt x="632555" y="621411"/>
                  </a:lnTo>
                  <a:lnTo>
                    <a:pt x="631412" y="622935"/>
                  </a:lnTo>
                  <a:lnTo>
                    <a:pt x="631126" y="623697"/>
                  </a:lnTo>
                  <a:lnTo>
                    <a:pt x="631412" y="624269"/>
                  </a:lnTo>
                  <a:lnTo>
                    <a:pt x="631888" y="625030"/>
                  </a:lnTo>
                  <a:lnTo>
                    <a:pt x="631793" y="625602"/>
                  </a:lnTo>
                  <a:lnTo>
                    <a:pt x="631507" y="626269"/>
                  </a:lnTo>
                  <a:lnTo>
                    <a:pt x="631317" y="627317"/>
                  </a:lnTo>
                  <a:lnTo>
                    <a:pt x="630746" y="627602"/>
                  </a:lnTo>
                  <a:lnTo>
                    <a:pt x="630460" y="627602"/>
                  </a:lnTo>
                  <a:lnTo>
                    <a:pt x="622554" y="628841"/>
                  </a:lnTo>
                  <a:lnTo>
                    <a:pt x="620173" y="628936"/>
                  </a:lnTo>
                  <a:lnTo>
                    <a:pt x="617982" y="628460"/>
                  </a:lnTo>
                  <a:lnTo>
                    <a:pt x="617220" y="627793"/>
                  </a:lnTo>
                  <a:lnTo>
                    <a:pt x="616934" y="626840"/>
                  </a:lnTo>
                  <a:lnTo>
                    <a:pt x="616839" y="626459"/>
                  </a:lnTo>
                  <a:lnTo>
                    <a:pt x="616744" y="625888"/>
                  </a:lnTo>
                  <a:lnTo>
                    <a:pt x="616363" y="625030"/>
                  </a:lnTo>
                  <a:lnTo>
                    <a:pt x="615601" y="624459"/>
                  </a:lnTo>
                  <a:lnTo>
                    <a:pt x="614553" y="624078"/>
                  </a:lnTo>
                  <a:lnTo>
                    <a:pt x="613410" y="623888"/>
                  </a:lnTo>
                  <a:lnTo>
                    <a:pt x="607409" y="623792"/>
                  </a:lnTo>
                  <a:lnTo>
                    <a:pt x="606266" y="624078"/>
                  </a:lnTo>
                  <a:lnTo>
                    <a:pt x="605409" y="624745"/>
                  </a:lnTo>
                  <a:lnTo>
                    <a:pt x="604552" y="625316"/>
                  </a:lnTo>
                  <a:lnTo>
                    <a:pt x="603218" y="625316"/>
                  </a:lnTo>
                  <a:lnTo>
                    <a:pt x="599980" y="623697"/>
                  </a:lnTo>
                  <a:lnTo>
                    <a:pt x="598646" y="623506"/>
                  </a:lnTo>
                  <a:lnTo>
                    <a:pt x="597408" y="623126"/>
                  </a:lnTo>
                  <a:lnTo>
                    <a:pt x="594170" y="620554"/>
                  </a:lnTo>
                  <a:lnTo>
                    <a:pt x="591979" y="620363"/>
                  </a:lnTo>
                  <a:lnTo>
                    <a:pt x="590645" y="621697"/>
                  </a:lnTo>
                  <a:lnTo>
                    <a:pt x="589502" y="623316"/>
                  </a:lnTo>
                  <a:lnTo>
                    <a:pt x="587692" y="624173"/>
                  </a:lnTo>
                  <a:lnTo>
                    <a:pt x="586835" y="623983"/>
                  </a:lnTo>
                  <a:lnTo>
                    <a:pt x="585216" y="622935"/>
                  </a:lnTo>
                  <a:lnTo>
                    <a:pt x="584645" y="622745"/>
                  </a:lnTo>
                  <a:lnTo>
                    <a:pt x="584263" y="622173"/>
                  </a:lnTo>
                  <a:lnTo>
                    <a:pt x="584073" y="618839"/>
                  </a:lnTo>
                  <a:lnTo>
                    <a:pt x="582930" y="617506"/>
                  </a:lnTo>
                  <a:lnTo>
                    <a:pt x="581215" y="617315"/>
                  </a:lnTo>
                  <a:lnTo>
                    <a:pt x="579501" y="617982"/>
                  </a:lnTo>
                  <a:lnTo>
                    <a:pt x="578263" y="619220"/>
                  </a:lnTo>
                  <a:lnTo>
                    <a:pt x="577215" y="622649"/>
                  </a:lnTo>
                  <a:lnTo>
                    <a:pt x="576643" y="623126"/>
                  </a:lnTo>
                  <a:lnTo>
                    <a:pt x="576167" y="623411"/>
                  </a:lnTo>
                  <a:lnTo>
                    <a:pt x="572548" y="627221"/>
                  </a:lnTo>
                  <a:lnTo>
                    <a:pt x="571500" y="629317"/>
                  </a:lnTo>
                  <a:lnTo>
                    <a:pt x="570071" y="633603"/>
                  </a:lnTo>
                  <a:lnTo>
                    <a:pt x="569690" y="635508"/>
                  </a:lnTo>
                  <a:lnTo>
                    <a:pt x="569119" y="644557"/>
                  </a:lnTo>
                  <a:lnTo>
                    <a:pt x="569309" y="646367"/>
                  </a:lnTo>
                  <a:lnTo>
                    <a:pt x="568452" y="648653"/>
                  </a:lnTo>
                  <a:lnTo>
                    <a:pt x="567023" y="650462"/>
                  </a:lnTo>
                  <a:lnTo>
                    <a:pt x="564737" y="651415"/>
                  </a:lnTo>
                  <a:lnTo>
                    <a:pt x="563308" y="651605"/>
                  </a:lnTo>
                  <a:lnTo>
                    <a:pt x="562642" y="650843"/>
                  </a:lnTo>
                  <a:lnTo>
                    <a:pt x="561784" y="650367"/>
                  </a:lnTo>
                  <a:lnTo>
                    <a:pt x="561594" y="648462"/>
                  </a:lnTo>
                  <a:lnTo>
                    <a:pt x="560451" y="648367"/>
                  </a:lnTo>
                  <a:lnTo>
                    <a:pt x="559784" y="648843"/>
                  </a:lnTo>
                  <a:lnTo>
                    <a:pt x="558451" y="651510"/>
                  </a:lnTo>
                  <a:lnTo>
                    <a:pt x="558927" y="655892"/>
                  </a:lnTo>
                  <a:lnTo>
                    <a:pt x="558641" y="656749"/>
                  </a:lnTo>
                  <a:lnTo>
                    <a:pt x="557879" y="657797"/>
                  </a:lnTo>
                  <a:lnTo>
                    <a:pt x="553688" y="661606"/>
                  </a:lnTo>
                  <a:lnTo>
                    <a:pt x="553117" y="662750"/>
                  </a:lnTo>
                  <a:lnTo>
                    <a:pt x="552355" y="665226"/>
                  </a:lnTo>
                  <a:lnTo>
                    <a:pt x="551688" y="666179"/>
                  </a:lnTo>
                  <a:lnTo>
                    <a:pt x="550736" y="666560"/>
                  </a:lnTo>
                  <a:lnTo>
                    <a:pt x="549783" y="666179"/>
                  </a:lnTo>
                  <a:lnTo>
                    <a:pt x="549116" y="665417"/>
                  </a:lnTo>
                  <a:lnTo>
                    <a:pt x="548830" y="664559"/>
                  </a:lnTo>
                  <a:lnTo>
                    <a:pt x="547592" y="662464"/>
                  </a:lnTo>
                  <a:lnTo>
                    <a:pt x="547497" y="661892"/>
                  </a:lnTo>
                  <a:lnTo>
                    <a:pt x="547497" y="661321"/>
                  </a:lnTo>
                  <a:lnTo>
                    <a:pt x="547402" y="660654"/>
                  </a:lnTo>
                  <a:lnTo>
                    <a:pt x="547021" y="660083"/>
                  </a:lnTo>
                  <a:lnTo>
                    <a:pt x="546449" y="659321"/>
                  </a:lnTo>
                  <a:lnTo>
                    <a:pt x="545687" y="658749"/>
                  </a:lnTo>
                  <a:lnTo>
                    <a:pt x="545021" y="658463"/>
                  </a:lnTo>
                  <a:lnTo>
                    <a:pt x="544068" y="658749"/>
                  </a:lnTo>
                  <a:lnTo>
                    <a:pt x="543497" y="659511"/>
                  </a:lnTo>
                  <a:lnTo>
                    <a:pt x="543115" y="660463"/>
                  </a:lnTo>
                  <a:lnTo>
                    <a:pt x="542639" y="661321"/>
                  </a:lnTo>
                  <a:lnTo>
                    <a:pt x="541211" y="662845"/>
                  </a:lnTo>
                  <a:lnTo>
                    <a:pt x="540353" y="663512"/>
                  </a:lnTo>
                  <a:lnTo>
                    <a:pt x="539591" y="663797"/>
                  </a:lnTo>
                  <a:lnTo>
                    <a:pt x="537781" y="663512"/>
                  </a:lnTo>
                  <a:lnTo>
                    <a:pt x="537400" y="663607"/>
                  </a:lnTo>
                  <a:lnTo>
                    <a:pt x="537210" y="663988"/>
                  </a:lnTo>
                  <a:lnTo>
                    <a:pt x="537496" y="664369"/>
                  </a:lnTo>
                  <a:lnTo>
                    <a:pt x="538258" y="664845"/>
                  </a:lnTo>
                  <a:lnTo>
                    <a:pt x="538829" y="666845"/>
                  </a:lnTo>
                  <a:lnTo>
                    <a:pt x="539305" y="667703"/>
                  </a:lnTo>
                  <a:lnTo>
                    <a:pt x="540258" y="668084"/>
                  </a:lnTo>
                  <a:lnTo>
                    <a:pt x="540734" y="667988"/>
                  </a:lnTo>
                  <a:lnTo>
                    <a:pt x="541115" y="667703"/>
                  </a:lnTo>
                  <a:lnTo>
                    <a:pt x="541401" y="667322"/>
                  </a:lnTo>
                  <a:lnTo>
                    <a:pt x="541687" y="666274"/>
                  </a:lnTo>
                  <a:lnTo>
                    <a:pt x="542163" y="666083"/>
                  </a:lnTo>
                  <a:lnTo>
                    <a:pt x="544544" y="666179"/>
                  </a:lnTo>
                  <a:lnTo>
                    <a:pt x="546735" y="667036"/>
                  </a:lnTo>
                  <a:lnTo>
                    <a:pt x="547021" y="667131"/>
                  </a:lnTo>
                  <a:lnTo>
                    <a:pt x="547306" y="667417"/>
                  </a:lnTo>
                  <a:lnTo>
                    <a:pt x="547592" y="667798"/>
                  </a:lnTo>
                  <a:lnTo>
                    <a:pt x="547688" y="668179"/>
                  </a:lnTo>
                  <a:lnTo>
                    <a:pt x="547973" y="668369"/>
                  </a:lnTo>
                  <a:lnTo>
                    <a:pt x="548449" y="668179"/>
                  </a:lnTo>
                  <a:lnTo>
                    <a:pt x="548926" y="667798"/>
                  </a:lnTo>
                  <a:lnTo>
                    <a:pt x="549116" y="667607"/>
                  </a:lnTo>
                  <a:lnTo>
                    <a:pt x="550069" y="667798"/>
                  </a:lnTo>
                  <a:lnTo>
                    <a:pt x="550640" y="668179"/>
                  </a:lnTo>
                  <a:lnTo>
                    <a:pt x="551402" y="668941"/>
                  </a:lnTo>
                  <a:lnTo>
                    <a:pt x="552069" y="668560"/>
                  </a:lnTo>
                  <a:lnTo>
                    <a:pt x="553974" y="669131"/>
                  </a:lnTo>
                  <a:lnTo>
                    <a:pt x="555022" y="668274"/>
                  </a:lnTo>
                  <a:lnTo>
                    <a:pt x="557213" y="667893"/>
                  </a:lnTo>
                  <a:lnTo>
                    <a:pt x="562832" y="667226"/>
                  </a:lnTo>
                  <a:lnTo>
                    <a:pt x="563880" y="667417"/>
                  </a:lnTo>
                  <a:lnTo>
                    <a:pt x="565595" y="667703"/>
                  </a:lnTo>
                  <a:lnTo>
                    <a:pt x="566642" y="667988"/>
                  </a:lnTo>
                  <a:lnTo>
                    <a:pt x="567595" y="667703"/>
                  </a:lnTo>
                  <a:lnTo>
                    <a:pt x="569214" y="667322"/>
                  </a:lnTo>
                  <a:lnTo>
                    <a:pt x="570833" y="667322"/>
                  </a:lnTo>
                  <a:lnTo>
                    <a:pt x="571881" y="667131"/>
                  </a:lnTo>
                  <a:lnTo>
                    <a:pt x="572453" y="667798"/>
                  </a:lnTo>
                  <a:lnTo>
                    <a:pt x="573214" y="667607"/>
                  </a:lnTo>
                  <a:lnTo>
                    <a:pt x="573405" y="666845"/>
                  </a:lnTo>
                  <a:lnTo>
                    <a:pt x="574357" y="666560"/>
                  </a:lnTo>
                  <a:lnTo>
                    <a:pt x="575405" y="666369"/>
                  </a:lnTo>
                  <a:lnTo>
                    <a:pt x="576453" y="666179"/>
                  </a:lnTo>
                  <a:lnTo>
                    <a:pt x="577501" y="666179"/>
                  </a:lnTo>
                  <a:lnTo>
                    <a:pt x="579025" y="666369"/>
                  </a:lnTo>
                  <a:lnTo>
                    <a:pt x="581406" y="667131"/>
                  </a:lnTo>
                  <a:lnTo>
                    <a:pt x="585216" y="670274"/>
                  </a:lnTo>
                  <a:lnTo>
                    <a:pt x="587502" y="671322"/>
                  </a:lnTo>
                  <a:lnTo>
                    <a:pt x="589216" y="671227"/>
                  </a:lnTo>
                  <a:lnTo>
                    <a:pt x="591122" y="672655"/>
                  </a:lnTo>
                  <a:lnTo>
                    <a:pt x="591503" y="672941"/>
                  </a:lnTo>
                  <a:lnTo>
                    <a:pt x="591788" y="673322"/>
                  </a:lnTo>
                  <a:lnTo>
                    <a:pt x="591788" y="673703"/>
                  </a:lnTo>
                  <a:lnTo>
                    <a:pt x="591979" y="673989"/>
                  </a:lnTo>
                  <a:lnTo>
                    <a:pt x="592741" y="674084"/>
                  </a:lnTo>
                  <a:lnTo>
                    <a:pt x="593026" y="674275"/>
                  </a:lnTo>
                  <a:lnTo>
                    <a:pt x="593598" y="675037"/>
                  </a:lnTo>
                  <a:lnTo>
                    <a:pt x="593884" y="675227"/>
                  </a:lnTo>
                  <a:lnTo>
                    <a:pt x="594646" y="675322"/>
                  </a:lnTo>
                  <a:lnTo>
                    <a:pt x="595122" y="675513"/>
                  </a:lnTo>
                  <a:lnTo>
                    <a:pt x="595598" y="675799"/>
                  </a:lnTo>
                  <a:lnTo>
                    <a:pt x="596265" y="676085"/>
                  </a:lnTo>
                  <a:lnTo>
                    <a:pt x="597408" y="676180"/>
                  </a:lnTo>
                  <a:lnTo>
                    <a:pt x="598646" y="675989"/>
                  </a:lnTo>
                  <a:lnTo>
                    <a:pt x="599884" y="675608"/>
                  </a:lnTo>
                  <a:lnTo>
                    <a:pt x="600075" y="675513"/>
                  </a:lnTo>
                  <a:lnTo>
                    <a:pt x="601123" y="673989"/>
                  </a:lnTo>
                  <a:lnTo>
                    <a:pt x="602551" y="673608"/>
                  </a:lnTo>
                  <a:lnTo>
                    <a:pt x="604075" y="674275"/>
                  </a:lnTo>
                  <a:lnTo>
                    <a:pt x="605599" y="674084"/>
                  </a:lnTo>
                  <a:lnTo>
                    <a:pt x="607028" y="675132"/>
                  </a:lnTo>
                  <a:lnTo>
                    <a:pt x="607314" y="676942"/>
                  </a:lnTo>
                  <a:lnTo>
                    <a:pt x="607219" y="678942"/>
                  </a:lnTo>
                  <a:lnTo>
                    <a:pt x="605790" y="680276"/>
                  </a:lnTo>
                  <a:lnTo>
                    <a:pt x="603695" y="682847"/>
                  </a:lnTo>
                  <a:lnTo>
                    <a:pt x="602742" y="683705"/>
                  </a:lnTo>
                  <a:lnTo>
                    <a:pt x="603599" y="684847"/>
                  </a:lnTo>
                  <a:lnTo>
                    <a:pt x="603313" y="685324"/>
                  </a:lnTo>
                  <a:lnTo>
                    <a:pt x="602361" y="685419"/>
                  </a:lnTo>
                  <a:lnTo>
                    <a:pt x="601408" y="685419"/>
                  </a:lnTo>
                  <a:lnTo>
                    <a:pt x="600456" y="685895"/>
                  </a:lnTo>
                  <a:lnTo>
                    <a:pt x="599599" y="686943"/>
                  </a:lnTo>
                  <a:lnTo>
                    <a:pt x="598932" y="688181"/>
                  </a:lnTo>
                  <a:lnTo>
                    <a:pt x="598646" y="689038"/>
                  </a:lnTo>
                  <a:lnTo>
                    <a:pt x="598741" y="690086"/>
                  </a:lnTo>
                  <a:lnTo>
                    <a:pt x="598361" y="692372"/>
                  </a:lnTo>
                  <a:lnTo>
                    <a:pt x="599599" y="693706"/>
                  </a:lnTo>
                  <a:lnTo>
                    <a:pt x="599599" y="695039"/>
                  </a:lnTo>
                  <a:lnTo>
                    <a:pt x="599504" y="695992"/>
                  </a:lnTo>
                  <a:lnTo>
                    <a:pt x="599980" y="695801"/>
                  </a:lnTo>
                  <a:lnTo>
                    <a:pt x="601408" y="695135"/>
                  </a:lnTo>
                  <a:lnTo>
                    <a:pt x="602742" y="695325"/>
                  </a:lnTo>
                  <a:lnTo>
                    <a:pt x="603885" y="695801"/>
                  </a:lnTo>
                  <a:lnTo>
                    <a:pt x="606076" y="697706"/>
                  </a:lnTo>
                  <a:lnTo>
                    <a:pt x="610553" y="698087"/>
                  </a:lnTo>
                  <a:lnTo>
                    <a:pt x="620173" y="699040"/>
                  </a:lnTo>
                  <a:lnTo>
                    <a:pt x="624459" y="699135"/>
                  </a:lnTo>
                  <a:lnTo>
                    <a:pt x="636841" y="700088"/>
                  </a:lnTo>
                  <a:lnTo>
                    <a:pt x="638842" y="700659"/>
                  </a:lnTo>
                  <a:lnTo>
                    <a:pt x="640651" y="701135"/>
                  </a:lnTo>
                  <a:lnTo>
                    <a:pt x="642366" y="701612"/>
                  </a:lnTo>
                  <a:lnTo>
                    <a:pt x="644176" y="701802"/>
                  </a:lnTo>
                  <a:lnTo>
                    <a:pt x="646843" y="702183"/>
                  </a:lnTo>
                  <a:lnTo>
                    <a:pt x="650176" y="702564"/>
                  </a:lnTo>
                  <a:lnTo>
                    <a:pt x="652843" y="702183"/>
                  </a:lnTo>
                  <a:lnTo>
                    <a:pt x="653320" y="702659"/>
                  </a:lnTo>
                  <a:lnTo>
                    <a:pt x="653605" y="702755"/>
                  </a:lnTo>
                  <a:lnTo>
                    <a:pt x="653891" y="702659"/>
                  </a:lnTo>
                  <a:lnTo>
                    <a:pt x="654939" y="702945"/>
                  </a:lnTo>
                  <a:lnTo>
                    <a:pt x="655891" y="703136"/>
                  </a:lnTo>
                  <a:lnTo>
                    <a:pt x="656463" y="704279"/>
                  </a:lnTo>
                  <a:lnTo>
                    <a:pt x="658939" y="704850"/>
                  </a:lnTo>
                  <a:lnTo>
                    <a:pt x="660368" y="705517"/>
                  </a:lnTo>
                  <a:lnTo>
                    <a:pt x="662273" y="705993"/>
                  </a:lnTo>
                  <a:lnTo>
                    <a:pt x="664083" y="707422"/>
                  </a:lnTo>
                  <a:lnTo>
                    <a:pt x="665988" y="708279"/>
                  </a:lnTo>
                  <a:lnTo>
                    <a:pt x="666845" y="709613"/>
                  </a:lnTo>
                  <a:lnTo>
                    <a:pt x="667322" y="710755"/>
                  </a:lnTo>
                  <a:lnTo>
                    <a:pt x="668750" y="711232"/>
                  </a:lnTo>
                  <a:lnTo>
                    <a:pt x="672179" y="711708"/>
                  </a:lnTo>
                  <a:lnTo>
                    <a:pt x="673703" y="712089"/>
                  </a:lnTo>
                  <a:lnTo>
                    <a:pt x="674846" y="712851"/>
                  </a:lnTo>
                  <a:lnTo>
                    <a:pt x="674941" y="714375"/>
                  </a:lnTo>
                  <a:lnTo>
                    <a:pt x="676751" y="715232"/>
                  </a:lnTo>
                  <a:lnTo>
                    <a:pt x="678942" y="714851"/>
                  </a:lnTo>
                  <a:lnTo>
                    <a:pt x="681514" y="714947"/>
                  </a:lnTo>
                  <a:lnTo>
                    <a:pt x="691229" y="717423"/>
                  </a:lnTo>
                  <a:lnTo>
                    <a:pt x="701135" y="719042"/>
                  </a:lnTo>
                  <a:lnTo>
                    <a:pt x="707803" y="719138"/>
                  </a:lnTo>
                  <a:lnTo>
                    <a:pt x="709993" y="717804"/>
                  </a:lnTo>
                  <a:lnTo>
                    <a:pt x="710470" y="716280"/>
                  </a:lnTo>
                  <a:lnTo>
                    <a:pt x="710660" y="713899"/>
                  </a:lnTo>
                  <a:lnTo>
                    <a:pt x="712280" y="712470"/>
                  </a:lnTo>
                  <a:lnTo>
                    <a:pt x="713327" y="712184"/>
                  </a:lnTo>
                  <a:lnTo>
                    <a:pt x="716851" y="712089"/>
                  </a:lnTo>
                  <a:lnTo>
                    <a:pt x="717518" y="712184"/>
                  </a:lnTo>
                  <a:lnTo>
                    <a:pt x="717899" y="712470"/>
                  </a:lnTo>
                  <a:lnTo>
                    <a:pt x="718185" y="713708"/>
                  </a:lnTo>
                  <a:lnTo>
                    <a:pt x="719328" y="713899"/>
                  </a:lnTo>
                  <a:lnTo>
                    <a:pt x="719614" y="713804"/>
                  </a:lnTo>
                  <a:lnTo>
                    <a:pt x="719709" y="713327"/>
                  </a:lnTo>
                  <a:lnTo>
                    <a:pt x="719328" y="712280"/>
                  </a:lnTo>
                  <a:lnTo>
                    <a:pt x="719804" y="711803"/>
                  </a:lnTo>
                  <a:lnTo>
                    <a:pt x="720280" y="711327"/>
                  </a:lnTo>
                  <a:lnTo>
                    <a:pt x="720947" y="710946"/>
                  </a:lnTo>
                  <a:lnTo>
                    <a:pt x="721519" y="710946"/>
                  </a:lnTo>
                  <a:lnTo>
                    <a:pt x="721900" y="711232"/>
                  </a:lnTo>
                  <a:lnTo>
                    <a:pt x="722281" y="711518"/>
                  </a:lnTo>
                  <a:lnTo>
                    <a:pt x="722662" y="711613"/>
                  </a:lnTo>
                  <a:lnTo>
                    <a:pt x="723995" y="712375"/>
                  </a:lnTo>
                  <a:lnTo>
                    <a:pt x="725424" y="711327"/>
                  </a:lnTo>
                  <a:lnTo>
                    <a:pt x="725996" y="710851"/>
                  </a:lnTo>
                  <a:lnTo>
                    <a:pt x="726376" y="710470"/>
                  </a:lnTo>
                  <a:lnTo>
                    <a:pt x="727138" y="709422"/>
                  </a:lnTo>
                  <a:lnTo>
                    <a:pt x="727520" y="709041"/>
                  </a:lnTo>
                  <a:lnTo>
                    <a:pt x="728853" y="708374"/>
                  </a:lnTo>
                  <a:lnTo>
                    <a:pt x="729234" y="708088"/>
                  </a:lnTo>
                  <a:lnTo>
                    <a:pt x="729996" y="707898"/>
                  </a:lnTo>
                  <a:lnTo>
                    <a:pt x="730472" y="709041"/>
                  </a:lnTo>
                  <a:lnTo>
                    <a:pt x="730853" y="711518"/>
                  </a:lnTo>
                  <a:lnTo>
                    <a:pt x="731520" y="712089"/>
                  </a:lnTo>
                  <a:lnTo>
                    <a:pt x="732377" y="712470"/>
                  </a:lnTo>
                  <a:lnTo>
                    <a:pt x="733425" y="712661"/>
                  </a:lnTo>
                  <a:lnTo>
                    <a:pt x="734663" y="712661"/>
                  </a:lnTo>
                  <a:lnTo>
                    <a:pt x="735330" y="712756"/>
                  </a:lnTo>
                  <a:lnTo>
                    <a:pt x="735901" y="713042"/>
                  </a:lnTo>
                  <a:lnTo>
                    <a:pt x="737521" y="714375"/>
                  </a:lnTo>
                  <a:lnTo>
                    <a:pt x="737902" y="714375"/>
                  </a:lnTo>
                  <a:lnTo>
                    <a:pt x="738473" y="713708"/>
                  </a:lnTo>
                  <a:lnTo>
                    <a:pt x="739235" y="712756"/>
                  </a:lnTo>
                  <a:lnTo>
                    <a:pt x="741997" y="711994"/>
                  </a:lnTo>
                  <a:lnTo>
                    <a:pt x="747236" y="712470"/>
                  </a:lnTo>
                  <a:lnTo>
                    <a:pt x="756285" y="713422"/>
                  </a:lnTo>
                  <a:lnTo>
                    <a:pt x="757809" y="713899"/>
                  </a:lnTo>
                  <a:lnTo>
                    <a:pt x="758095" y="714089"/>
                  </a:lnTo>
                  <a:lnTo>
                    <a:pt x="758190" y="714375"/>
                  </a:lnTo>
                  <a:lnTo>
                    <a:pt x="757809" y="714947"/>
                  </a:lnTo>
                  <a:lnTo>
                    <a:pt x="757809" y="715232"/>
                  </a:lnTo>
                  <a:lnTo>
                    <a:pt x="758095" y="715518"/>
                  </a:lnTo>
                  <a:lnTo>
                    <a:pt x="758476" y="715613"/>
                  </a:lnTo>
                  <a:lnTo>
                    <a:pt x="758762" y="715804"/>
                  </a:lnTo>
                  <a:lnTo>
                    <a:pt x="758857" y="716185"/>
                  </a:lnTo>
                  <a:lnTo>
                    <a:pt x="759333" y="716661"/>
                  </a:lnTo>
                  <a:lnTo>
                    <a:pt x="760381" y="716566"/>
                  </a:lnTo>
                  <a:lnTo>
                    <a:pt x="762476" y="715994"/>
                  </a:lnTo>
                  <a:lnTo>
                    <a:pt x="771430" y="717042"/>
                  </a:lnTo>
                  <a:lnTo>
                    <a:pt x="776478" y="718661"/>
                  </a:lnTo>
                  <a:lnTo>
                    <a:pt x="779621" y="719233"/>
                  </a:lnTo>
                  <a:lnTo>
                    <a:pt x="781526" y="719900"/>
                  </a:lnTo>
                  <a:lnTo>
                    <a:pt x="783431" y="720376"/>
                  </a:lnTo>
                  <a:lnTo>
                    <a:pt x="784670" y="719995"/>
                  </a:lnTo>
                  <a:lnTo>
                    <a:pt x="786003" y="720947"/>
                  </a:lnTo>
                  <a:lnTo>
                    <a:pt x="791432" y="722567"/>
                  </a:lnTo>
                  <a:lnTo>
                    <a:pt x="804767" y="729425"/>
                  </a:lnTo>
                  <a:lnTo>
                    <a:pt x="806482" y="729615"/>
                  </a:lnTo>
                  <a:lnTo>
                    <a:pt x="806958" y="729710"/>
                  </a:lnTo>
                  <a:lnTo>
                    <a:pt x="808006" y="730663"/>
                  </a:lnTo>
                  <a:lnTo>
                    <a:pt x="808291" y="730853"/>
                  </a:lnTo>
                  <a:lnTo>
                    <a:pt x="809530" y="732187"/>
                  </a:lnTo>
                  <a:lnTo>
                    <a:pt x="809720" y="732568"/>
                  </a:lnTo>
                  <a:lnTo>
                    <a:pt x="810197" y="732663"/>
                  </a:lnTo>
                  <a:lnTo>
                    <a:pt x="810768" y="732663"/>
                  </a:lnTo>
                  <a:lnTo>
                    <a:pt x="811339" y="732758"/>
                  </a:lnTo>
                  <a:lnTo>
                    <a:pt x="814768" y="734663"/>
                  </a:lnTo>
                  <a:lnTo>
                    <a:pt x="815816" y="734949"/>
                  </a:lnTo>
                  <a:lnTo>
                    <a:pt x="817150" y="735044"/>
                  </a:lnTo>
                  <a:lnTo>
                    <a:pt x="818579" y="735425"/>
                  </a:lnTo>
                  <a:lnTo>
                    <a:pt x="821436" y="736663"/>
                  </a:lnTo>
                  <a:lnTo>
                    <a:pt x="821436" y="736283"/>
                  </a:lnTo>
                  <a:lnTo>
                    <a:pt x="823341" y="737235"/>
                  </a:lnTo>
                  <a:lnTo>
                    <a:pt x="824484" y="737616"/>
                  </a:lnTo>
                  <a:lnTo>
                    <a:pt x="825627" y="737711"/>
                  </a:lnTo>
                  <a:lnTo>
                    <a:pt x="826103" y="737902"/>
                  </a:lnTo>
                  <a:lnTo>
                    <a:pt x="826865" y="738664"/>
                  </a:lnTo>
                  <a:lnTo>
                    <a:pt x="827341" y="738854"/>
                  </a:lnTo>
                  <a:lnTo>
                    <a:pt x="834295" y="739235"/>
                  </a:lnTo>
                  <a:lnTo>
                    <a:pt x="838676" y="740283"/>
                  </a:lnTo>
                  <a:lnTo>
                    <a:pt x="842200" y="741902"/>
                  </a:lnTo>
                  <a:lnTo>
                    <a:pt x="843248" y="742188"/>
                  </a:lnTo>
                  <a:lnTo>
                    <a:pt x="845439" y="742188"/>
                  </a:lnTo>
                  <a:lnTo>
                    <a:pt x="845915" y="742093"/>
                  </a:lnTo>
                  <a:lnTo>
                    <a:pt x="846201" y="741807"/>
                  </a:lnTo>
                  <a:lnTo>
                    <a:pt x="846677" y="741045"/>
                  </a:lnTo>
                  <a:lnTo>
                    <a:pt x="846963" y="740664"/>
                  </a:lnTo>
                  <a:lnTo>
                    <a:pt x="847154" y="740188"/>
                  </a:lnTo>
                  <a:lnTo>
                    <a:pt x="847439" y="739807"/>
                  </a:lnTo>
                  <a:lnTo>
                    <a:pt x="847820" y="739712"/>
                  </a:lnTo>
                  <a:lnTo>
                    <a:pt x="848201" y="740188"/>
                  </a:lnTo>
                  <a:lnTo>
                    <a:pt x="848297" y="740950"/>
                  </a:lnTo>
                  <a:lnTo>
                    <a:pt x="848487" y="741617"/>
                  </a:lnTo>
                  <a:lnTo>
                    <a:pt x="849154" y="741902"/>
                  </a:lnTo>
                  <a:lnTo>
                    <a:pt x="849725" y="741997"/>
                  </a:lnTo>
                  <a:lnTo>
                    <a:pt x="850201" y="742188"/>
                  </a:lnTo>
                  <a:lnTo>
                    <a:pt x="850582" y="742569"/>
                  </a:lnTo>
                  <a:lnTo>
                    <a:pt x="850678" y="743141"/>
                  </a:lnTo>
                  <a:lnTo>
                    <a:pt x="850868" y="743617"/>
                  </a:lnTo>
                  <a:lnTo>
                    <a:pt x="851345" y="743617"/>
                  </a:lnTo>
                  <a:lnTo>
                    <a:pt x="855631" y="742283"/>
                  </a:lnTo>
                  <a:lnTo>
                    <a:pt x="855821" y="741997"/>
                  </a:lnTo>
                  <a:lnTo>
                    <a:pt x="856297" y="741807"/>
                  </a:lnTo>
                  <a:lnTo>
                    <a:pt x="856869" y="741807"/>
                  </a:lnTo>
                  <a:lnTo>
                    <a:pt x="857250" y="741997"/>
                  </a:lnTo>
                  <a:lnTo>
                    <a:pt x="857822" y="742474"/>
                  </a:lnTo>
                  <a:lnTo>
                    <a:pt x="858107" y="742569"/>
                  </a:lnTo>
                  <a:lnTo>
                    <a:pt x="858679" y="742474"/>
                  </a:lnTo>
                  <a:lnTo>
                    <a:pt x="861441" y="742474"/>
                  </a:lnTo>
                  <a:lnTo>
                    <a:pt x="861917" y="742664"/>
                  </a:lnTo>
                  <a:lnTo>
                    <a:pt x="862489" y="743141"/>
                  </a:lnTo>
                  <a:lnTo>
                    <a:pt x="862870" y="743236"/>
                  </a:lnTo>
                  <a:lnTo>
                    <a:pt x="863346" y="743236"/>
                  </a:lnTo>
                  <a:lnTo>
                    <a:pt x="864298" y="742950"/>
                  </a:lnTo>
                  <a:lnTo>
                    <a:pt x="864680" y="742950"/>
                  </a:lnTo>
                  <a:lnTo>
                    <a:pt x="865537" y="743331"/>
                  </a:lnTo>
                  <a:lnTo>
                    <a:pt x="865632" y="743807"/>
                  </a:lnTo>
                  <a:lnTo>
                    <a:pt x="865537" y="744474"/>
                  </a:lnTo>
                  <a:lnTo>
                    <a:pt x="865918" y="745331"/>
                  </a:lnTo>
                  <a:lnTo>
                    <a:pt x="869537" y="746188"/>
                  </a:lnTo>
                  <a:lnTo>
                    <a:pt x="870299" y="745998"/>
                  </a:lnTo>
                  <a:lnTo>
                    <a:pt x="871061" y="745427"/>
                  </a:lnTo>
                  <a:lnTo>
                    <a:pt x="871823" y="745522"/>
                  </a:lnTo>
                  <a:lnTo>
                    <a:pt x="873633" y="746474"/>
                  </a:lnTo>
                  <a:lnTo>
                    <a:pt x="874490" y="746570"/>
                  </a:lnTo>
                  <a:lnTo>
                    <a:pt x="875062" y="745808"/>
                  </a:lnTo>
                  <a:lnTo>
                    <a:pt x="875443" y="745808"/>
                  </a:lnTo>
                  <a:lnTo>
                    <a:pt x="875919" y="746855"/>
                  </a:lnTo>
                  <a:lnTo>
                    <a:pt x="876681" y="747617"/>
                  </a:lnTo>
                  <a:lnTo>
                    <a:pt x="877729" y="748094"/>
                  </a:lnTo>
                  <a:lnTo>
                    <a:pt x="878872" y="748284"/>
                  </a:lnTo>
                  <a:lnTo>
                    <a:pt x="879538" y="748094"/>
                  </a:lnTo>
                  <a:lnTo>
                    <a:pt x="879729" y="747713"/>
                  </a:lnTo>
                  <a:lnTo>
                    <a:pt x="879634" y="747331"/>
                  </a:lnTo>
                  <a:lnTo>
                    <a:pt x="878872" y="746951"/>
                  </a:lnTo>
                  <a:lnTo>
                    <a:pt x="878967" y="746474"/>
                  </a:lnTo>
                  <a:lnTo>
                    <a:pt x="879253" y="745998"/>
                  </a:lnTo>
                  <a:lnTo>
                    <a:pt x="879443" y="745808"/>
                  </a:lnTo>
                  <a:lnTo>
                    <a:pt x="879729" y="744664"/>
                  </a:lnTo>
                  <a:lnTo>
                    <a:pt x="880015" y="744188"/>
                  </a:lnTo>
                  <a:lnTo>
                    <a:pt x="880491" y="743998"/>
                  </a:lnTo>
                  <a:lnTo>
                    <a:pt x="880967" y="744284"/>
                  </a:lnTo>
                  <a:lnTo>
                    <a:pt x="881348" y="744950"/>
                  </a:lnTo>
                  <a:lnTo>
                    <a:pt x="881634" y="745617"/>
                  </a:lnTo>
                  <a:lnTo>
                    <a:pt x="881824" y="745903"/>
                  </a:lnTo>
                  <a:lnTo>
                    <a:pt x="882872" y="745617"/>
                  </a:lnTo>
                  <a:lnTo>
                    <a:pt x="882967" y="744760"/>
                  </a:lnTo>
                  <a:lnTo>
                    <a:pt x="882872" y="743712"/>
                  </a:lnTo>
                  <a:lnTo>
                    <a:pt x="883444" y="742664"/>
                  </a:lnTo>
                  <a:lnTo>
                    <a:pt x="884015" y="742379"/>
                  </a:lnTo>
                  <a:lnTo>
                    <a:pt x="884491" y="742474"/>
                  </a:lnTo>
                  <a:lnTo>
                    <a:pt x="884968" y="742760"/>
                  </a:lnTo>
                  <a:lnTo>
                    <a:pt x="885539" y="742950"/>
                  </a:lnTo>
                  <a:lnTo>
                    <a:pt x="886111" y="743045"/>
                  </a:lnTo>
                  <a:lnTo>
                    <a:pt x="887444" y="742950"/>
                  </a:lnTo>
                  <a:lnTo>
                    <a:pt x="888206" y="743236"/>
                  </a:lnTo>
                  <a:lnTo>
                    <a:pt x="889445" y="744474"/>
                  </a:lnTo>
                  <a:lnTo>
                    <a:pt x="890492" y="744855"/>
                  </a:lnTo>
                  <a:lnTo>
                    <a:pt x="890968" y="744855"/>
                  </a:lnTo>
                  <a:lnTo>
                    <a:pt x="891159" y="744664"/>
                  </a:lnTo>
                  <a:lnTo>
                    <a:pt x="891445" y="744379"/>
                  </a:lnTo>
                  <a:lnTo>
                    <a:pt x="892778" y="743522"/>
                  </a:lnTo>
                  <a:lnTo>
                    <a:pt x="893255" y="743522"/>
                  </a:lnTo>
                  <a:lnTo>
                    <a:pt x="894969" y="744569"/>
                  </a:lnTo>
                  <a:lnTo>
                    <a:pt x="896112" y="744950"/>
                  </a:lnTo>
                  <a:lnTo>
                    <a:pt x="905828" y="745903"/>
                  </a:lnTo>
                  <a:lnTo>
                    <a:pt x="906780" y="746188"/>
                  </a:lnTo>
                  <a:lnTo>
                    <a:pt x="907066" y="746379"/>
                  </a:lnTo>
                  <a:lnTo>
                    <a:pt x="907351" y="746665"/>
                  </a:lnTo>
                  <a:lnTo>
                    <a:pt x="907732" y="746855"/>
                  </a:lnTo>
                  <a:lnTo>
                    <a:pt x="908495" y="746951"/>
                  </a:lnTo>
                  <a:lnTo>
                    <a:pt x="909923" y="746379"/>
                  </a:lnTo>
                  <a:lnTo>
                    <a:pt x="910495" y="746188"/>
                  </a:lnTo>
                  <a:lnTo>
                    <a:pt x="911542" y="746188"/>
                  </a:lnTo>
                  <a:lnTo>
                    <a:pt x="912876" y="746379"/>
                  </a:lnTo>
                  <a:lnTo>
                    <a:pt x="914209" y="746855"/>
                  </a:lnTo>
                  <a:lnTo>
                    <a:pt x="915162" y="747713"/>
                  </a:lnTo>
                  <a:lnTo>
                    <a:pt x="914972" y="747903"/>
                  </a:lnTo>
                  <a:lnTo>
                    <a:pt x="914686" y="748379"/>
                  </a:lnTo>
                  <a:lnTo>
                    <a:pt x="915829" y="748379"/>
                  </a:lnTo>
                  <a:lnTo>
                    <a:pt x="916591" y="748760"/>
                  </a:lnTo>
                  <a:lnTo>
                    <a:pt x="917257" y="749237"/>
                  </a:lnTo>
                  <a:lnTo>
                    <a:pt x="918115" y="749427"/>
                  </a:lnTo>
                  <a:lnTo>
                    <a:pt x="922211" y="749427"/>
                  </a:lnTo>
                  <a:lnTo>
                    <a:pt x="924973" y="750380"/>
                  </a:lnTo>
                  <a:lnTo>
                    <a:pt x="926973" y="750761"/>
                  </a:lnTo>
                  <a:lnTo>
                    <a:pt x="929259" y="751808"/>
                  </a:lnTo>
                  <a:lnTo>
                    <a:pt x="930116" y="752380"/>
                  </a:lnTo>
                  <a:lnTo>
                    <a:pt x="931069" y="751427"/>
                  </a:lnTo>
                  <a:lnTo>
                    <a:pt x="931640" y="751046"/>
                  </a:lnTo>
                  <a:lnTo>
                    <a:pt x="932402" y="750856"/>
                  </a:lnTo>
                  <a:lnTo>
                    <a:pt x="933259" y="750761"/>
                  </a:lnTo>
                  <a:lnTo>
                    <a:pt x="934022" y="750475"/>
                  </a:lnTo>
                  <a:lnTo>
                    <a:pt x="934403" y="750189"/>
                  </a:lnTo>
                  <a:lnTo>
                    <a:pt x="935164" y="749522"/>
                  </a:lnTo>
                  <a:lnTo>
                    <a:pt x="935926" y="749046"/>
                  </a:lnTo>
                  <a:lnTo>
                    <a:pt x="936212" y="749141"/>
                  </a:lnTo>
                  <a:lnTo>
                    <a:pt x="936688" y="749522"/>
                  </a:lnTo>
                  <a:lnTo>
                    <a:pt x="937165" y="749713"/>
                  </a:lnTo>
                  <a:lnTo>
                    <a:pt x="937736" y="749618"/>
                  </a:lnTo>
                  <a:lnTo>
                    <a:pt x="938213" y="749237"/>
                  </a:lnTo>
                  <a:lnTo>
                    <a:pt x="938403" y="748760"/>
                  </a:lnTo>
                  <a:lnTo>
                    <a:pt x="938593" y="748475"/>
                  </a:lnTo>
                  <a:lnTo>
                    <a:pt x="939832" y="749332"/>
                  </a:lnTo>
                  <a:lnTo>
                    <a:pt x="940498" y="749237"/>
                  </a:lnTo>
                  <a:lnTo>
                    <a:pt x="942213" y="749903"/>
                  </a:lnTo>
                  <a:lnTo>
                    <a:pt x="944023" y="748665"/>
                  </a:lnTo>
                  <a:lnTo>
                    <a:pt x="946690" y="745617"/>
                  </a:lnTo>
                  <a:lnTo>
                    <a:pt x="948785" y="744569"/>
                  </a:lnTo>
                  <a:lnTo>
                    <a:pt x="951071" y="743998"/>
                  </a:lnTo>
                  <a:lnTo>
                    <a:pt x="957834" y="743236"/>
                  </a:lnTo>
                  <a:lnTo>
                    <a:pt x="960120" y="743426"/>
                  </a:lnTo>
                  <a:lnTo>
                    <a:pt x="962311" y="743998"/>
                  </a:lnTo>
                  <a:lnTo>
                    <a:pt x="964501" y="744950"/>
                  </a:lnTo>
                  <a:lnTo>
                    <a:pt x="965740" y="745712"/>
                  </a:lnTo>
                  <a:lnTo>
                    <a:pt x="968312" y="748760"/>
                  </a:lnTo>
                  <a:lnTo>
                    <a:pt x="969264" y="749237"/>
                  </a:lnTo>
                  <a:lnTo>
                    <a:pt x="970121" y="748855"/>
                  </a:lnTo>
                  <a:lnTo>
                    <a:pt x="970979" y="748379"/>
                  </a:lnTo>
                  <a:lnTo>
                    <a:pt x="972026" y="748475"/>
                  </a:lnTo>
                  <a:lnTo>
                    <a:pt x="972312" y="748760"/>
                  </a:lnTo>
                  <a:lnTo>
                    <a:pt x="972693" y="749427"/>
                  </a:lnTo>
                  <a:lnTo>
                    <a:pt x="972979" y="749808"/>
                  </a:lnTo>
                  <a:lnTo>
                    <a:pt x="973360" y="750189"/>
                  </a:lnTo>
                  <a:lnTo>
                    <a:pt x="975265" y="751332"/>
                  </a:lnTo>
                  <a:lnTo>
                    <a:pt x="976027" y="751427"/>
                  </a:lnTo>
                  <a:lnTo>
                    <a:pt x="977741" y="751142"/>
                  </a:lnTo>
                  <a:lnTo>
                    <a:pt x="978027" y="751332"/>
                  </a:lnTo>
                  <a:lnTo>
                    <a:pt x="978598" y="751999"/>
                  </a:lnTo>
                  <a:lnTo>
                    <a:pt x="978980" y="752285"/>
                  </a:lnTo>
                  <a:lnTo>
                    <a:pt x="980599" y="752570"/>
                  </a:lnTo>
                  <a:lnTo>
                    <a:pt x="981265" y="752856"/>
                  </a:lnTo>
                  <a:lnTo>
                    <a:pt x="982218" y="754285"/>
                  </a:lnTo>
                  <a:lnTo>
                    <a:pt x="982980" y="754761"/>
                  </a:lnTo>
                  <a:lnTo>
                    <a:pt x="983837" y="754856"/>
                  </a:lnTo>
                  <a:lnTo>
                    <a:pt x="984313" y="754666"/>
                  </a:lnTo>
                  <a:lnTo>
                    <a:pt x="984790" y="754571"/>
                  </a:lnTo>
                  <a:lnTo>
                    <a:pt x="985456" y="755047"/>
                  </a:lnTo>
                  <a:lnTo>
                    <a:pt x="985552" y="755428"/>
                  </a:lnTo>
                  <a:lnTo>
                    <a:pt x="985456" y="756380"/>
                  </a:lnTo>
                  <a:lnTo>
                    <a:pt x="985647" y="756571"/>
                  </a:lnTo>
                  <a:lnTo>
                    <a:pt x="986599" y="756571"/>
                  </a:lnTo>
                  <a:lnTo>
                    <a:pt x="987076" y="756571"/>
                  </a:lnTo>
                  <a:lnTo>
                    <a:pt x="987266" y="756380"/>
                  </a:lnTo>
                  <a:lnTo>
                    <a:pt x="987552" y="755904"/>
                  </a:lnTo>
                  <a:lnTo>
                    <a:pt x="988314" y="755523"/>
                  </a:lnTo>
                  <a:lnTo>
                    <a:pt x="989171" y="755237"/>
                  </a:lnTo>
                  <a:lnTo>
                    <a:pt x="989933" y="755142"/>
                  </a:lnTo>
                  <a:lnTo>
                    <a:pt x="990314" y="755523"/>
                  </a:lnTo>
                  <a:lnTo>
                    <a:pt x="990600" y="757333"/>
                  </a:lnTo>
                  <a:lnTo>
                    <a:pt x="990886" y="758095"/>
                  </a:lnTo>
                  <a:lnTo>
                    <a:pt x="990981" y="757809"/>
                  </a:lnTo>
                  <a:lnTo>
                    <a:pt x="991076" y="757714"/>
                  </a:lnTo>
                  <a:lnTo>
                    <a:pt x="991267" y="757619"/>
                  </a:lnTo>
                  <a:lnTo>
                    <a:pt x="991553" y="757333"/>
                  </a:lnTo>
                  <a:lnTo>
                    <a:pt x="992410" y="758000"/>
                  </a:lnTo>
                  <a:lnTo>
                    <a:pt x="993743" y="758571"/>
                  </a:lnTo>
                  <a:lnTo>
                    <a:pt x="995077" y="758952"/>
                  </a:lnTo>
                  <a:lnTo>
                    <a:pt x="995934" y="759143"/>
                  </a:lnTo>
                  <a:lnTo>
                    <a:pt x="996505" y="759047"/>
                  </a:lnTo>
                  <a:lnTo>
                    <a:pt x="997553" y="758571"/>
                  </a:lnTo>
                  <a:lnTo>
                    <a:pt x="998125" y="758476"/>
                  </a:lnTo>
                  <a:lnTo>
                    <a:pt x="998601" y="758762"/>
                  </a:lnTo>
                  <a:lnTo>
                    <a:pt x="998601" y="759428"/>
                  </a:lnTo>
                  <a:lnTo>
                    <a:pt x="998411" y="760190"/>
                  </a:lnTo>
                  <a:lnTo>
                    <a:pt x="998315" y="760762"/>
                  </a:lnTo>
                  <a:lnTo>
                    <a:pt x="998982" y="761619"/>
                  </a:lnTo>
                  <a:lnTo>
                    <a:pt x="999744" y="761524"/>
                  </a:lnTo>
                  <a:lnTo>
                    <a:pt x="1000697" y="761047"/>
                  </a:lnTo>
                  <a:lnTo>
                    <a:pt x="1001744" y="760762"/>
                  </a:lnTo>
                  <a:lnTo>
                    <a:pt x="1002221" y="760952"/>
                  </a:lnTo>
                  <a:lnTo>
                    <a:pt x="1002697" y="761905"/>
                  </a:lnTo>
                  <a:lnTo>
                    <a:pt x="1003173" y="762095"/>
                  </a:lnTo>
                  <a:lnTo>
                    <a:pt x="1005078" y="762476"/>
                  </a:lnTo>
                  <a:lnTo>
                    <a:pt x="1005554" y="762476"/>
                  </a:lnTo>
                  <a:lnTo>
                    <a:pt x="1007936" y="761619"/>
                  </a:lnTo>
                  <a:lnTo>
                    <a:pt x="1009364" y="761524"/>
                  </a:lnTo>
                  <a:lnTo>
                    <a:pt x="1010031" y="762286"/>
                  </a:lnTo>
                  <a:lnTo>
                    <a:pt x="1010603" y="762857"/>
                  </a:lnTo>
                  <a:lnTo>
                    <a:pt x="1011841" y="762381"/>
                  </a:lnTo>
                  <a:lnTo>
                    <a:pt x="1014031" y="761047"/>
                  </a:lnTo>
                  <a:lnTo>
                    <a:pt x="1016222" y="761143"/>
                  </a:lnTo>
                  <a:lnTo>
                    <a:pt x="1018699" y="762191"/>
                  </a:lnTo>
                  <a:lnTo>
                    <a:pt x="1020604" y="763905"/>
                  </a:lnTo>
                  <a:lnTo>
                    <a:pt x="1020985" y="765810"/>
                  </a:lnTo>
                  <a:lnTo>
                    <a:pt x="1019842" y="767144"/>
                  </a:lnTo>
                  <a:lnTo>
                    <a:pt x="1019651" y="767905"/>
                  </a:lnTo>
                  <a:lnTo>
                    <a:pt x="1020794" y="768287"/>
                  </a:lnTo>
                  <a:lnTo>
                    <a:pt x="1023747" y="768096"/>
                  </a:lnTo>
                  <a:lnTo>
                    <a:pt x="1024890" y="768287"/>
                  </a:lnTo>
                  <a:lnTo>
                    <a:pt x="1029557" y="769906"/>
                  </a:lnTo>
                  <a:lnTo>
                    <a:pt x="1031748" y="769811"/>
                  </a:lnTo>
                  <a:lnTo>
                    <a:pt x="1033177" y="768001"/>
                  </a:lnTo>
                  <a:lnTo>
                    <a:pt x="1033177" y="766667"/>
                  </a:lnTo>
                  <a:lnTo>
                    <a:pt x="1032605" y="765810"/>
                  </a:lnTo>
                  <a:lnTo>
                    <a:pt x="1032224" y="765905"/>
                  </a:lnTo>
                  <a:close/>
                  <a:moveTo>
                    <a:pt x="1099280" y="686467"/>
                  </a:moveTo>
                  <a:lnTo>
                    <a:pt x="1100233" y="685324"/>
                  </a:lnTo>
                  <a:lnTo>
                    <a:pt x="1100328" y="683228"/>
                  </a:lnTo>
                  <a:lnTo>
                    <a:pt x="1100233" y="682562"/>
                  </a:lnTo>
                  <a:lnTo>
                    <a:pt x="1100042" y="682371"/>
                  </a:lnTo>
                  <a:lnTo>
                    <a:pt x="1099947" y="682752"/>
                  </a:lnTo>
                  <a:lnTo>
                    <a:pt x="1099852" y="683419"/>
                  </a:lnTo>
                  <a:lnTo>
                    <a:pt x="1099852" y="683609"/>
                  </a:lnTo>
                  <a:lnTo>
                    <a:pt x="1099756" y="683324"/>
                  </a:lnTo>
                  <a:lnTo>
                    <a:pt x="1099471" y="683324"/>
                  </a:lnTo>
                  <a:lnTo>
                    <a:pt x="1099090" y="683609"/>
                  </a:lnTo>
                  <a:lnTo>
                    <a:pt x="1098899" y="684086"/>
                  </a:lnTo>
                  <a:lnTo>
                    <a:pt x="1099090" y="684562"/>
                  </a:lnTo>
                  <a:lnTo>
                    <a:pt x="1099375" y="684943"/>
                  </a:lnTo>
                  <a:lnTo>
                    <a:pt x="1099661" y="684943"/>
                  </a:lnTo>
                  <a:lnTo>
                    <a:pt x="1099756" y="684943"/>
                  </a:lnTo>
                  <a:lnTo>
                    <a:pt x="1099566" y="685229"/>
                  </a:lnTo>
                  <a:lnTo>
                    <a:pt x="1098995" y="685324"/>
                  </a:lnTo>
                  <a:lnTo>
                    <a:pt x="1097566" y="685229"/>
                  </a:lnTo>
                  <a:lnTo>
                    <a:pt x="1096518" y="684752"/>
                  </a:lnTo>
                  <a:lnTo>
                    <a:pt x="1095756" y="684752"/>
                  </a:lnTo>
                  <a:lnTo>
                    <a:pt x="1095375" y="684562"/>
                  </a:lnTo>
                  <a:lnTo>
                    <a:pt x="1095089" y="684086"/>
                  </a:lnTo>
                  <a:lnTo>
                    <a:pt x="1094899" y="683419"/>
                  </a:lnTo>
                  <a:lnTo>
                    <a:pt x="1094613" y="682943"/>
                  </a:lnTo>
                  <a:lnTo>
                    <a:pt x="1094232" y="682943"/>
                  </a:lnTo>
                  <a:lnTo>
                    <a:pt x="1093756" y="684371"/>
                  </a:lnTo>
                  <a:lnTo>
                    <a:pt x="1093565" y="684467"/>
                  </a:lnTo>
                  <a:lnTo>
                    <a:pt x="1093375" y="684181"/>
                  </a:lnTo>
                  <a:lnTo>
                    <a:pt x="1092898" y="684276"/>
                  </a:lnTo>
                  <a:lnTo>
                    <a:pt x="1092422" y="684847"/>
                  </a:lnTo>
                  <a:lnTo>
                    <a:pt x="1093184" y="685895"/>
                  </a:lnTo>
                  <a:lnTo>
                    <a:pt x="1095184" y="686943"/>
                  </a:lnTo>
                  <a:lnTo>
                    <a:pt x="1097375" y="687324"/>
                  </a:lnTo>
                  <a:lnTo>
                    <a:pt x="1099280" y="686467"/>
                  </a:lnTo>
                  <a:close/>
                  <a:moveTo>
                    <a:pt x="1087564" y="746284"/>
                  </a:moveTo>
                  <a:lnTo>
                    <a:pt x="1085850" y="744664"/>
                  </a:lnTo>
                  <a:lnTo>
                    <a:pt x="1082992" y="741140"/>
                  </a:lnTo>
                  <a:lnTo>
                    <a:pt x="1081468" y="739712"/>
                  </a:lnTo>
                  <a:lnTo>
                    <a:pt x="1079754" y="738569"/>
                  </a:lnTo>
                  <a:lnTo>
                    <a:pt x="1071086" y="734949"/>
                  </a:lnTo>
                  <a:lnTo>
                    <a:pt x="1067467" y="734187"/>
                  </a:lnTo>
                  <a:lnTo>
                    <a:pt x="1066609" y="733616"/>
                  </a:lnTo>
                  <a:lnTo>
                    <a:pt x="1065752" y="733044"/>
                  </a:lnTo>
                  <a:lnTo>
                    <a:pt x="1064705" y="732568"/>
                  </a:lnTo>
                  <a:lnTo>
                    <a:pt x="1063562" y="732377"/>
                  </a:lnTo>
                  <a:lnTo>
                    <a:pt x="1062514" y="732377"/>
                  </a:lnTo>
                  <a:lnTo>
                    <a:pt x="1060609" y="733330"/>
                  </a:lnTo>
                  <a:lnTo>
                    <a:pt x="1056799" y="737045"/>
                  </a:lnTo>
                  <a:lnTo>
                    <a:pt x="1054703" y="738569"/>
                  </a:lnTo>
                  <a:lnTo>
                    <a:pt x="1052703" y="738950"/>
                  </a:lnTo>
                  <a:lnTo>
                    <a:pt x="1047845" y="738950"/>
                  </a:lnTo>
                  <a:lnTo>
                    <a:pt x="1045940" y="739616"/>
                  </a:lnTo>
                  <a:lnTo>
                    <a:pt x="1037177" y="736568"/>
                  </a:lnTo>
                  <a:lnTo>
                    <a:pt x="1036225" y="736378"/>
                  </a:lnTo>
                  <a:lnTo>
                    <a:pt x="1034129" y="736187"/>
                  </a:lnTo>
                  <a:lnTo>
                    <a:pt x="1032986" y="735902"/>
                  </a:lnTo>
                  <a:lnTo>
                    <a:pt x="1032224" y="735330"/>
                  </a:lnTo>
                  <a:lnTo>
                    <a:pt x="1030796" y="736283"/>
                  </a:lnTo>
                  <a:lnTo>
                    <a:pt x="1029938" y="736473"/>
                  </a:lnTo>
                  <a:lnTo>
                    <a:pt x="1029081" y="736187"/>
                  </a:lnTo>
                  <a:lnTo>
                    <a:pt x="1028414" y="735425"/>
                  </a:lnTo>
                  <a:lnTo>
                    <a:pt x="1027938" y="734663"/>
                  </a:lnTo>
                  <a:lnTo>
                    <a:pt x="1027271" y="734187"/>
                  </a:lnTo>
                  <a:lnTo>
                    <a:pt x="1026033" y="734187"/>
                  </a:lnTo>
                  <a:lnTo>
                    <a:pt x="1024509" y="734473"/>
                  </a:lnTo>
                  <a:lnTo>
                    <a:pt x="1024318" y="735902"/>
                  </a:lnTo>
                  <a:lnTo>
                    <a:pt x="1025366" y="741045"/>
                  </a:lnTo>
                  <a:lnTo>
                    <a:pt x="1029653" y="747141"/>
                  </a:lnTo>
                  <a:lnTo>
                    <a:pt x="1030986" y="748665"/>
                  </a:lnTo>
                  <a:lnTo>
                    <a:pt x="1032605" y="749903"/>
                  </a:lnTo>
                  <a:lnTo>
                    <a:pt x="1034415" y="750570"/>
                  </a:lnTo>
                  <a:lnTo>
                    <a:pt x="1040606" y="750570"/>
                  </a:lnTo>
                  <a:lnTo>
                    <a:pt x="1042702" y="750951"/>
                  </a:lnTo>
                  <a:lnTo>
                    <a:pt x="1049560" y="754189"/>
                  </a:lnTo>
                  <a:lnTo>
                    <a:pt x="1050893" y="755142"/>
                  </a:lnTo>
                  <a:lnTo>
                    <a:pt x="1054513" y="758476"/>
                  </a:lnTo>
                  <a:lnTo>
                    <a:pt x="1056418" y="759619"/>
                  </a:lnTo>
                  <a:lnTo>
                    <a:pt x="1057370" y="760381"/>
                  </a:lnTo>
                  <a:lnTo>
                    <a:pt x="1057751" y="761143"/>
                  </a:lnTo>
                  <a:lnTo>
                    <a:pt x="1058037" y="761905"/>
                  </a:lnTo>
                  <a:lnTo>
                    <a:pt x="1058704" y="762667"/>
                  </a:lnTo>
                  <a:lnTo>
                    <a:pt x="1060228" y="763810"/>
                  </a:lnTo>
                  <a:lnTo>
                    <a:pt x="1060609" y="764000"/>
                  </a:lnTo>
                  <a:lnTo>
                    <a:pt x="1061085" y="764191"/>
                  </a:lnTo>
                  <a:lnTo>
                    <a:pt x="1061466" y="764381"/>
                  </a:lnTo>
                  <a:lnTo>
                    <a:pt x="1062323" y="766191"/>
                  </a:lnTo>
                  <a:lnTo>
                    <a:pt x="1062514" y="766572"/>
                  </a:lnTo>
                  <a:lnTo>
                    <a:pt x="1062990" y="767525"/>
                  </a:lnTo>
                  <a:lnTo>
                    <a:pt x="1062704" y="768763"/>
                  </a:lnTo>
                  <a:lnTo>
                    <a:pt x="1062133" y="770001"/>
                  </a:lnTo>
                  <a:lnTo>
                    <a:pt x="1061561" y="770668"/>
                  </a:lnTo>
                  <a:lnTo>
                    <a:pt x="1059180" y="771811"/>
                  </a:lnTo>
                  <a:lnTo>
                    <a:pt x="1058132" y="772573"/>
                  </a:lnTo>
                  <a:lnTo>
                    <a:pt x="1058132" y="773335"/>
                  </a:lnTo>
                  <a:lnTo>
                    <a:pt x="1059085" y="774002"/>
                  </a:lnTo>
                  <a:lnTo>
                    <a:pt x="1060228" y="774287"/>
                  </a:lnTo>
                  <a:lnTo>
                    <a:pt x="1061466" y="774383"/>
                  </a:lnTo>
                  <a:lnTo>
                    <a:pt x="1062704" y="774287"/>
                  </a:lnTo>
                  <a:lnTo>
                    <a:pt x="1063466" y="774097"/>
                  </a:lnTo>
                  <a:lnTo>
                    <a:pt x="1064419" y="773716"/>
                  </a:lnTo>
                  <a:lnTo>
                    <a:pt x="1065276" y="773239"/>
                  </a:lnTo>
                  <a:lnTo>
                    <a:pt x="1065657" y="772668"/>
                  </a:lnTo>
                  <a:lnTo>
                    <a:pt x="1065752" y="770192"/>
                  </a:lnTo>
                  <a:lnTo>
                    <a:pt x="1065466" y="769239"/>
                  </a:lnTo>
                  <a:lnTo>
                    <a:pt x="1064514" y="769620"/>
                  </a:lnTo>
                  <a:lnTo>
                    <a:pt x="1064990" y="770477"/>
                  </a:lnTo>
                  <a:lnTo>
                    <a:pt x="1065276" y="770668"/>
                  </a:lnTo>
                  <a:lnTo>
                    <a:pt x="1064895" y="771049"/>
                  </a:lnTo>
                  <a:lnTo>
                    <a:pt x="1064133" y="770001"/>
                  </a:lnTo>
                  <a:lnTo>
                    <a:pt x="1064038" y="768763"/>
                  </a:lnTo>
                  <a:lnTo>
                    <a:pt x="1064514" y="767810"/>
                  </a:lnTo>
                  <a:lnTo>
                    <a:pt x="1065562" y="767429"/>
                  </a:lnTo>
                  <a:lnTo>
                    <a:pt x="1066705" y="767048"/>
                  </a:lnTo>
                  <a:lnTo>
                    <a:pt x="1067467" y="766191"/>
                  </a:lnTo>
                  <a:lnTo>
                    <a:pt x="1068610" y="764096"/>
                  </a:lnTo>
                  <a:lnTo>
                    <a:pt x="1070324" y="762286"/>
                  </a:lnTo>
                  <a:lnTo>
                    <a:pt x="1072515" y="760857"/>
                  </a:lnTo>
                  <a:lnTo>
                    <a:pt x="1079659" y="758285"/>
                  </a:lnTo>
                  <a:lnTo>
                    <a:pt x="1080516" y="757523"/>
                  </a:lnTo>
                  <a:lnTo>
                    <a:pt x="1080897" y="756285"/>
                  </a:lnTo>
                  <a:lnTo>
                    <a:pt x="1081468" y="755999"/>
                  </a:lnTo>
                  <a:lnTo>
                    <a:pt x="1085183" y="755713"/>
                  </a:lnTo>
                  <a:lnTo>
                    <a:pt x="1085755" y="755237"/>
                  </a:lnTo>
                  <a:lnTo>
                    <a:pt x="1087088" y="753809"/>
                  </a:lnTo>
                  <a:lnTo>
                    <a:pt x="1088041" y="753237"/>
                  </a:lnTo>
                  <a:lnTo>
                    <a:pt x="1089755" y="751904"/>
                  </a:lnTo>
                  <a:lnTo>
                    <a:pt x="1090327" y="751332"/>
                  </a:lnTo>
                  <a:lnTo>
                    <a:pt x="1090993" y="749046"/>
                  </a:lnTo>
                  <a:lnTo>
                    <a:pt x="1089755" y="747427"/>
                  </a:lnTo>
                  <a:lnTo>
                    <a:pt x="1087564" y="746284"/>
                  </a:lnTo>
                  <a:close/>
                  <a:moveTo>
                    <a:pt x="969169" y="753428"/>
                  </a:moveTo>
                  <a:lnTo>
                    <a:pt x="968597" y="753142"/>
                  </a:lnTo>
                  <a:lnTo>
                    <a:pt x="965645" y="752951"/>
                  </a:lnTo>
                  <a:lnTo>
                    <a:pt x="962978" y="752380"/>
                  </a:lnTo>
                  <a:lnTo>
                    <a:pt x="963073" y="752761"/>
                  </a:lnTo>
                  <a:lnTo>
                    <a:pt x="963263" y="753142"/>
                  </a:lnTo>
                  <a:lnTo>
                    <a:pt x="962501" y="753713"/>
                  </a:lnTo>
                  <a:lnTo>
                    <a:pt x="962311" y="754571"/>
                  </a:lnTo>
                  <a:lnTo>
                    <a:pt x="962501" y="755333"/>
                  </a:lnTo>
                  <a:lnTo>
                    <a:pt x="963073" y="755713"/>
                  </a:lnTo>
                  <a:lnTo>
                    <a:pt x="967264" y="755713"/>
                  </a:lnTo>
                  <a:lnTo>
                    <a:pt x="968597" y="755333"/>
                  </a:lnTo>
                  <a:lnTo>
                    <a:pt x="969264" y="755237"/>
                  </a:lnTo>
                  <a:lnTo>
                    <a:pt x="969455" y="754856"/>
                  </a:lnTo>
                  <a:lnTo>
                    <a:pt x="969455" y="754094"/>
                  </a:lnTo>
                  <a:lnTo>
                    <a:pt x="969169" y="753428"/>
                  </a:lnTo>
                  <a:close/>
                  <a:moveTo>
                    <a:pt x="86773" y="198406"/>
                  </a:moveTo>
                  <a:lnTo>
                    <a:pt x="86011" y="198120"/>
                  </a:lnTo>
                  <a:lnTo>
                    <a:pt x="85154" y="198025"/>
                  </a:lnTo>
                  <a:lnTo>
                    <a:pt x="84677" y="198120"/>
                  </a:lnTo>
                  <a:lnTo>
                    <a:pt x="84391" y="198501"/>
                  </a:lnTo>
                  <a:lnTo>
                    <a:pt x="84201" y="199168"/>
                  </a:lnTo>
                  <a:lnTo>
                    <a:pt x="84201" y="200596"/>
                  </a:lnTo>
                  <a:lnTo>
                    <a:pt x="84868" y="201073"/>
                  </a:lnTo>
                  <a:lnTo>
                    <a:pt x="85915" y="200882"/>
                  </a:lnTo>
                  <a:lnTo>
                    <a:pt x="87058" y="200216"/>
                  </a:lnTo>
                  <a:lnTo>
                    <a:pt x="87439" y="199454"/>
                  </a:lnTo>
                  <a:lnTo>
                    <a:pt x="87249" y="198882"/>
                  </a:lnTo>
                  <a:lnTo>
                    <a:pt x="86773" y="198406"/>
                  </a:lnTo>
                  <a:close/>
                  <a:moveTo>
                    <a:pt x="738283" y="716947"/>
                  </a:moveTo>
                  <a:lnTo>
                    <a:pt x="738092" y="716756"/>
                  </a:lnTo>
                  <a:lnTo>
                    <a:pt x="737616" y="716375"/>
                  </a:lnTo>
                  <a:lnTo>
                    <a:pt x="734854" y="714756"/>
                  </a:lnTo>
                  <a:lnTo>
                    <a:pt x="733139" y="714280"/>
                  </a:lnTo>
                  <a:lnTo>
                    <a:pt x="730472" y="713899"/>
                  </a:lnTo>
                  <a:lnTo>
                    <a:pt x="727710" y="712565"/>
                  </a:lnTo>
                  <a:lnTo>
                    <a:pt x="726948" y="712946"/>
                  </a:lnTo>
                  <a:lnTo>
                    <a:pt x="726472" y="713708"/>
                  </a:lnTo>
                  <a:lnTo>
                    <a:pt x="726281" y="714661"/>
                  </a:lnTo>
                  <a:lnTo>
                    <a:pt x="726567" y="715423"/>
                  </a:lnTo>
                  <a:lnTo>
                    <a:pt x="727329" y="715613"/>
                  </a:lnTo>
                  <a:lnTo>
                    <a:pt x="729520" y="715328"/>
                  </a:lnTo>
                  <a:lnTo>
                    <a:pt x="730282" y="715613"/>
                  </a:lnTo>
                  <a:lnTo>
                    <a:pt x="730948" y="715994"/>
                  </a:lnTo>
                  <a:lnTo>
                    <a:pt x="734092" y="716566"/>
                  </a:lnTo>
                  <a:lnTo>
                    <a:pt x="736949" y="717518"/>
                  </a:lnTo>
                  <a:lnTo>
                    <a:pt x="738378" y="717804"/>
                  </a:lnTo>
                  <a:lnTo>
                    <a:pt x="738854" y="717995"/>
                  </a:lnTo>
                  <a:lnTo>
                    <a:pt x="739235" y="717899"/>
                  </a:lnTo>
                  <a:lnTo>
                    <a:pt x="739426" y="717328"/>
                  </a:lnTo>
                  <a:lnTo>
                    <a:pt x="739235" y="716947"/>
                  </a:lnTo>
                  <a:lnTo>
                    <a:pt x="738283" y="716947"/>
                  </a:lnTo>
                  <a:close/>
                  <a:moveTo>
                    <a:pt x="459581" y="324136"/>
                  </a:moveTo>
                  <a:lnTo>
                    <a:pt x="458438" y="323564"/>
                  </a:lnTo>
                  <a:lnTo>
                    <a:pt x="456247" y="323183"/>
                  </a:lnTo>
                  <a:lnTo>
                    <a:pt x="455105" y="322802"/>
                  </a:lnTo>
                  <a:lnTo>
                    <a:pt x="454628" y="322040"/>
                  </a:lnTo>
                  <a:lnTo>
                    <a:pt x="454057" y="321755"/>
                  </a:lnTo>
                  <a:lnTo>
                    <a:pt x="451199" y="321278"/>
                  </a:lnTo>
                  <a:lnTo>
                    <a:pt x="450342" y="321183"/>
                  </a:lnTo>
                  <a:lnTo>
                    <a:pt x="448437" y="322231"/>
                  </a:lnTo>
                  <a:lnTo>
                    <a:pt x="446437" y="324517"/>
                  </a:lnTo>
                  <a:lnTo>
                    <a:pt x="445103" y="326993"/>
                  </a:lnTo>
                  <a:lnTo>
                    <a:pt x="445198" y="328708"/>
                  </a:lnTo>
                  <a:lnTo>
                    <a:pt x="446722" y="328422"/>
                  </a:lnTo>
                  <a:lnTo>
                    <a:pt x="449675" y="329565"/>
                  </a:lnTo>
                  <a:lnTo>
                    <a:pt x="450818" y="329279"/>
                  </a:lnTo>
                  <a:lnTo>
                    <a:pt x="451485" y="328994"/>
                  </a:lnTo>
                  <a:lnTo>
                    <a:pt x="452152" y="329184"/>
                  </a:lnTo>
                  <a:lnTo>
                    <a:pt x="452723" y="329565"/>
                  </a:lnTo>
                  <a:lnTo>
                    <a:pt x="453199" y="329755"/>
                  </a:lnTo>
                  <a:lnTo>
                    <a:pt x="453962" y="329565"/>
                  </a:lnTo>
                  <a:lnTo>
                    <a:pt x="455200" y="328803"/>
                  </a:lnTo>
                  <a:lnTo>
                    <a:pt x="455581" y="328613"/>
                  </a:lnTo>
                  <a:lnTo>
                    <a:pt x="456247" y="328422"/>
                  </a:lnTo>
                  <a:lnTo>
                    <a:pt x="457676" y="327660"/>
                  </a:lnTo>
                  <a:lnTo>
                    <a:pt x="458438" y="327470"/>
                  </a:lnTo>
                  <a:lnTo>
                    <a:pt x="460343" y="327565"/>
                  </a:lnTo>
                  <a:lnTo>
                    <a:pt x="460724" y="327470"/>
                  </a:lnTo>
                  <a:lnTo>
                    <a:pt x="461296" y="326327"/>
                  </a:lnTo>
                  <a:lnTo>
                    <a:pt x="460724" y="325088"/>
                  </a:lnTo>
                  <a:lnTo>
                    <a:pt x="459581" y="324136"/>
                  </a:lnTo>
                  <a:close/>
                  <a:moveTo>
                    <a:pt x="538924" y="657892"/>
                  </a:moveTo>
                  <a:lnTo>
                    <a:pt x="539782" y="657035"/>
                  </a:lnTo>
                  <a:lnTo>
                    <a:pt x="540163" y="655130"/>
                  </a:lnTo>
                  <a:lnTo>
                    <a:pt x="540258" y="653034"/>
                  </a:lnTo>
                  <a:lnTo>
                    <a:pt x="540163" y="651701"/>
                  </a:lnTo>
                  <a:lnTo>
                    <a:pt x="539591" y="651701"/>
                  </a:lnTo>
                  <a:lnTo>
                    <a:pt x="539020" y="651796"/>
                  </a:lnTo>
                  <a:lnTo>
                    <a:pt x="538543" y="651986"/>
                  </a:lnTo>
                  <a:lnTo>
                    <a:pt x="538353" y="652367"/>
                  </a:lnTo>
                  <a:lnTo>
                    <a:pt x="538163" y="652272"/>
                  </a:lnTo>
                  <a:lnTo>
                    <a:pt x="537591" y="652367"/>
                  </a:lnTo>
                  <a:lnTo>
                    <a:pt x="537020" y="652748"/>
                  </a:lnTo>
                  <a:lnTo>
                    <a:pt x="536543" y="653225"/>
                  </a:lnTo>
                  <a:lnTo>
                    <a:pt x="536162" y="652844"/>
                  </a:lnTo>
                  <a:lnTo>
                    <a:pt x="533495" y="654939"/>
                  </a:lnTo>
                  <a:lnTo>
                    <a:pt x="532447" y="656272"/>
                  </a:lnTo>
                  <a:lnTo>
                    <a:pt x="532543" y="657225"/>
                  </a:lnTo>
                  <a:lnTo>
                    <a:pt x="533209" y="657035"/>
                  </a:lnTo>
                  <a:lnTo>
                    <a:pt x="535496" y="654749"/>
                  </a:lnTo>
                  <a:lnTo>
                    <a:pt x="535876" y="656082"/>
                  </a:lnTo>
                  <a:lnTo>
                    <a:pt x="536257" y="656654"/>
                  </a:lnTo>
                  <a:lnTo>
                    <a:pt x="536924" y="656939"/>
                  </a:lnTo>
                  <a:lnTo>
                    <a:pt x="536448" y="657606"/>
                  </a:lnTo>
                  <a:lnTo>
                    <a:pt x="535972" y="658559"/>
                  </a:lnTo>
                  <a:lnTo>
                    <a:pt x="535876" y="659416"/>
                  </a:lnTo>
                  <a:lnTo>
                    <a:pt x="536353" y="659797"/>
                  </a:lnTo>
                  <a:lnTo>
                    <a:pt x="536924" y="659511"/>
                  </a:lnTo>
                  <a:lnTo>
                    <a:pt x="537877" y="658273"/>
                  </a:lnTo>
                  <a:lnTo>
                    <a:pt x="538924" y="657892"/>
                  </a:lnTo>
                  <a:close/>
                  <a:moveTo>
                    <a:pt x="1145000" y="750189"/>
                  </a:moveTo>
                  <a:lnTo>
                    <a:pt x="1144619" y="748189"/>
                  </a:lnTo>
                  <a:lnTo>
                    <a:pt x="1143095" y="746284"/>
                  </a:lnTo>
                  <a:lnTo>
                    <a:pt x="1141095" y="744760"/>
                  </a:lnTo>
                  <a:lnTo>
                    <a:pt x="1139285" y="743998"/>
                  </a:lnTo>
                  <a:lnTo>
                    <a:pt x="1137095" y="743712"/>
                  </a:lnTo>
                  <a:lnTo>
                    <a:pt x="1136142" y="743426"/>
                  </a:lnTo>
                  <a:lnTo>
                    <a:pt x="1135189" y="742760"/>
                  </a:lnTo>
                  <a:lnTo>
                    <a:pt x="1134332" y="742379"/>
                  </a:lnTo>
                  <a:lnTo>
                    <a:pt x="1132141" y="741997"/>
                  </a:lnTo>
                  <a:lnTo>
                    <a:pt x="1128331" y="740950"/>
                  </a:lnTo>
                  <a:lnTo>
                    <a:pt x="1126712" y="740093"/>
                  </a:lnTo>
                  <a:lnTo>
                    <a:pt x="1125760" y="740093"/>
                  </a:lnTo>
                  <a:lnTo>
                    <a:pt x="1120997" y="741902"/>
                  </a:lnTo>
                  <a:lnTo>
                    <a:pt x="1120140" y="742474"/>
                  </a:lnTo>
                  <a:lnTo>
                    <a:pt x="1115473" y="747236"/>
                  </a:lnTo>
                  <a:lnTo>
                    <a:pt x="1114806" y="747713"/>
                  </a:lnTo>
                  <a:lnTo>
                    <a:pt x="1113282" y="748570"/>
                  </a:lnTo>
                  <a:lnTo>
                    <a:pt x="1112425" y="749141"/>
                  </a:lnTo>
                  <a:lnTo>
                    <a:pt x="1112139" y="749522"/>
                  </a:lnTo>
                  <a:lnTo>
                    <a:pt x="1111758" y="750475"/>
                  </a:lnTo>
                  <a:lnTo>
                    <a:pt x="1111472" y="750761"/>
                  </a:lnTo>
                  <a:lnTo>
                    <a:pt x="1111091" y="750951"/>
                  </a:lnTo>
                  <a:lnTo>
                    <a:pt x="1109567" y="750856"/>
                  </a:lnTo>
                  <a:lnTo>
                    <a:pt x="1108520" y="751332"/>
                  </a:lnTo>
                  <a:lnTo>
                    <a:pt x="1107376" y="752951"/>
                  </a:lnTo>
                  <a:lnTo>
                    <a:pt x="1107948" y="755904"/>
                  </a:lnTo>
                  <a:lnTo>
                    <a:pt x="1109186" y="757047"/>
                  </a:lnTo>
                  <a:lnTo>
                    <a:pt x="1109663" y="760000"/>
                  </a:lnTo>
                  <a:lnTo>
                    <a:pt x="1109567" y="763238"/>
                  </a:lnTo>
                  <a:lnTo>
                    <a:pt x="1109186" y="765048"/>
                  </a:lnTo>
                  <a:lnTo>
                    <a:pt x="1108996" y="767239"/>
                  </a:lnTo>
                  <a:lnTo>
                    <a:pt x="1110615" y="767905"/>
                  </a:lnTo>
                  <a:lnTo>
                    <a:pt x="1110424" y="768477"/>
                  </a:lnTo>
                  <a:lnTo>
                    <a:pt x="1109853" y="768763"/>
                  </a:lnTo>
                  <a:lnTo>
                    <a:pt x="1109281" y="769620"/>
                  </a:lnTo>
                  <a:lnTo>
                    <a:pt x="1108805" y="769049"/>
                  </a:lnTo>
                  <a:lnTo>
                    <a:pt x="1108615" y="768477"/>
                  </a:lnTo>
                  <a:lnTo>
                    <a:pt x="1108520" y="768191"/>
                  </a:lnTo>
                  <a:lnTo>
                    <a:pt x="1108043" y="768191"/>
                  </a:lnTo>
                  <a:lnTo>
                    <a:pt x="1107662" y="768477"/>
                  </a:lnTo>
                  <a:lnTo>
                    <a:pt x="1107376" y="768763"/>
                  </a:lnTo>
                  <a:lnTo>
                    <a:pt x="1107091" y="768953"/>
                  </a:lnTo>
                  <a:lnTo>
                    <a:pt x="1106614" y="768858"/>
                  </a:lnTo>
                  <a:lnTo>
                    <a:pt x="1106043" y="768668"/>
                  </a:lnTo>
                  <a:lnTo>
                    <a:pt x="1105567" y="768668"/>
                  </a:lnTo>
                  <a:lnTo>
                    <a:pt x="1104995" y="768382"/>
                  </a:lnTo>
                  <a:lnTo>
                    <a:pt x="1104233" y="768953"/>
                  </a:lnTo>
                  <a:lnTo>
                    <a:pt x="1103471" y="769334"/>
                  </a:lnTo>
                  <a:lnTo>
                    <a:pt x="1102805" y="769430"/>
                  </a:lnTo>
                  <a:lnTo>
                    <a:pt x="1101566" y="769334"/>
                  </a:lnTo>
                  <a:lnTo>
                    <a:pt x="1100233" y="769430"/>
                  </a:lnTo>
                  <a:lnTo>
                    <a:pt x="1099947" y="768953"/>
                  </a:lnTo>
                  <a:lnTo>
                    <a:pt x="1099756" y="768287"/>
                  </a:lnTo>
                  <a:lnTo>
                    <a:pt x="1099471" y="767905"/>
                  </a:lnTo>
                  <a:lnTo>
                    <a:pt x="1098899" y="768191"/>
                  </a:lnTo>
                  <a:lnTo>
                    <a:pt x="1097851" y="767905"/>
                  </a:lnTo>
                  <a:lnTo>
                    <a:pt x="1097089" y="769144"/>
                  </a:lnTo>
                  <a:lnTo>
                    <a:pt x="1096899" y="770287"/>
                  </a:lnTo>
                  <a:lnTo>
                    <a:pt x="1096804" y="771430"/>
                  </a:lnTo>
                  <a:lnTo>
                    <a:pt x="1097375" y="772763"/>
                  </a:lnTo>
                  <a:lnTo>
                    <a:pt x="1098899" y="772954"/>
                  </a:lnTo>
                  <a:lnTo>
                    <a:pt x="1102138" y="774763"/>
                  </a:lnTo>
                  <a:lnTo>
                    <a:pt x="1102995" y="774954"/>
                  </a:lnTo>
                  <a:lnTo>
                    <a:pt x="1103757" y="774763"/>
                  </a:lnTo>
                  <a:lnTo>
                    <a:pt x="1104043" y="774478"/>
                  </a:lnTo>
                  <a:lnTo>
                    <a:pt x="1104329" y="774478"/>
                  </a:lnTo>
                  <a:lnTo>
                    <a:pt x="1104995" y="774954"/>
                  </a:lnTo>
                  <a:lnTo>
                    <a:pt x="1105376" y="775430"/>
                  </a:lnTo>
                  <a:lnTo>
                    <a:pt x="1105757" y="776669"/>
                  </a:lnTo>
                  <a:lnTo>
                    <a:pt x="1106043" y="777145"/>
                  </a:lnTo>
                  <a:lnTo>
                    <a:pt x="1106424" y="777430"/>
                  </a:lnTo>
                  <a:lnTo>
                    <a:pt x="1106900" y="777621"/>
                  </a:lnTo>
                  <a:lnTo>
                    <a:pt x="1107472" y="777621"/>
                  </a:lnTo>
                  <a:lnTo>
                    <a:pt x="1108043" y="777335"/>
                  </a:lnTo>
                  <a:lnTo>
                    <a:pt x="1107853" y="776288"/>
                  </a:lnTo>
                  <a:lnTo>
                    <a:pt x="1107853" y="775621"/>
                  </a:lnTo>
                  <a:lnTo>
                    <a:pt x="1108043" y="775335"/>
                  </a:lnTo>
                  <a:lnTo>
                    <a:pt x="1108520" y="775240"/>
                  </a:lnTo>
                  <a:lnTo>
                    <a:pt x="1108996" y="775049"/>
                  </a:lnTo>
                  <a:lnTo>
                    <a:pt x="1109472" y="774859"/>
                  </a:lnTo>
                  <a:lnTo>
                    <a:pt x="1109948" y="774954"/>
                  </a:lnTo>
                  <a:lnTo>
                    <a:pt x="1110234" y="775335"/>
                  </a:lnTo>
                  <a:lnTo>
                    <a:pt x="1110139" y="775716"/>
                  </a:lnTo>
                  <a:lnTo>
                    <a:pt x="1109758" y="776097"/>
                  </a:lnTo>
                  <a:lnTo>
                    <a:pt x="1109186" y="776383"/>
                  </a:lnTo>
                  <a:lnTo>
                    <a:pt x="1109853" y="776954"/>
                  </a:lnTo>
                  <a:lnTo>
                    <a:pt x="1110615" y="777050"/>
                  </a:lnTo>
                  <a:lnTo>
                    <a:pt x="1111187" y="776669"/>
                  </a:lnTo>
                  <a:lnTo>
                    <a:pt x="1111377" y="775906"/>
                  </a:lnTo>
                  <a:lnTo>
                    <a:pt x="1113854" y="775906"/>
                  </a:lnTo>
                  <a:lnTo>
                    <a:pt x="1114615" y="776097"/>
                  </a:lnTo>
                  <a:lnTo>
                    <a:pt x="1115187" y="776573"/>
                  </a:lnTo>
                  <a:lnTo>
                    <a:pt x="1116139" y="778002"/>
                  </a:lnTo>
                  <a:lnTo>
                    <a:pt x="1116616" y="778288"/>
                  </a:lnTo>
                  <a:lnTo>
                    <a:pt x="1116997" y="778193"/>
                  </a:lnTo>
                  <a:lnTo>
                    <a:pt x="1117664" y="777716"/>
                  </a:lnTo>
                  <a:lnTo>
                    <a:pt x="1118235" y="777621"/>
                  </a:lnTo>
                  <a:lnTo>
                    <a:pt x="1118616" y="777716"/>
                  </a:lnTo>
                  <a:lnTo>
                    <a:pt x="1118997" y="778193"/>
                  </a:lnTo>
                  <a:lnTo>
                    <a:pt x="1119283" y="778288"/>
                  </a:lnTo>
                  <a:lnTo>
                    <a:pt x="1120140" y="778097"/>
                  </a:lnTo>
                  <a:lnTo>
                    <a:pt x="1122140" y="777335"/>
                  </a:lnTo>
                  <a:lnTo>
                    <a:pt x="1123093" y="777145"/>
                  </a:lnTo>
                  <a:lnTo>
                    <a:pt x="1123569" y="777335"/>
                  </a:lnTo>
                  <a:lnTo>
                    <a:pt x="1123855" y="777812"/>
                  </a:lnTo>
                  <a:lnTo>
                    <a:pt x="1124045" y="778288"/>
                  </a:lnTo>
                  <a:lnTo>
                    <a:pt x="1124236" y="778574"/>
                  </a:lnTo>
                  <a:lnTo>
                    <a:pt x="1124712" y="778478"/>
                  </a:lnTo>
                  <a:lnTo>
                    <a:pt x="1125188" y="777812"/>
                  </a:lnTo>
                  <a:lnTo>
                    <a:pt x="1125664" y="777812"/>
                  </a:lnTo>
                  <a:lnTo>
                    <a:pt x="1126141" y="778383"/>
                  </a:lnTo>
                  <a:lnTo>
                    <a:pt x="1126141" y="779145"/>
                  </a:lnTo>
                  <a:lnTo>
                    <a:pt x="1126236" y="779717"/>
                  </a:lnTo>
                  <a:lnTo>
                    <a:pt x="1126998" y="780002"/>
                  </a:lnTo>
                  <a:lnTo>
                    <a:pt x="1126903" y="778002"/>
                  </a:lnTo>
                  <a:lnTo>
                    <a:pt x="1126712" y="776192"/>
                  </a:lnTo>
                  <a:lnTo>
                    <a:pt x="1126712" y="774763"/>
                  </a:lnTo>
                  <a:lnTo>
                    <a:pt x="1128046" y="773716"/>
                  </a:lnTo>
                  <a:lnTo>
                    <a:pt x="1129760" y="773525"/>
                  </a:lnTo>
                  <a:lnTo>
                    <a:pt x="1130617" y="773811"/>
                  </a:lnTo>
                  <a:lnTo>
                    <a:pt x="1130046" y="775145"/>
                  </a:lnTo>
                  <a:lnTo>
                    <a:pt x="1129665" y="776288"/>
                  </a:lnTo>
                  <a:lnTo>
                    <a:pt x="1128617" y="777526"/>
                  </a:lnTo>
                  <a:lnTo>
                    <a:pt x="1129379" y="778002"/>
                  </a:lnTo>
                  <a:lnTo>
                    <a:pt x="1130903" y="778002"/>
                  </a:lnTo>
                  <a:lnTo>
                    <a:pt x="1132713" y="776764"/>
                  </a:lnTo>
                  <a:lnTo>
                    <a:pt x="1133475" y="777050"/>
                  </a:lnTo>
                  <a:lnTo>
                    <a:pt x="1135666" y="776669"/>
                  </a:lnTo>
                  <a:lnTo>
                    <a:pt x="1136904" y="774954"/>
                  </a:lnTo>
                  <a:lnTo>
                    <a:pt x="1136047" y="774763"/>
                  </a:lnTo>
                  <a:lnTo>
                    <a:pt x="1135380" y="774192"/>
                  </a:lnTo>
                  <a:lnTo>
                    <a:pt x="1134713" y="774002"/>
                  </a:lnTo>
                  <a:lnTo>
                    <a:pt x="1134332" y="773525"/>
                  </a:lnTo>
                  <a:lnTo>
                    <a:pt x="1133761" y="773906"/>
                  </a:lnTo>
                  <a:lnTo>
                    <a:pt x="1133284" y="774763"/>
                  </a:lnTo>
                  <a:lnTo>
                    <a:pt x="1132713" y="774668"/>
                  </a:lnTo>
                  <a:lnTo>
                    <a:pt x="1132523" y="774097"/>
                  </a:lnTo>
                  <a:lnTo>
                    <a:pt x="1132618" y="773335"/>
                  </a:lnTo>
                  <a:lnTo>
                    <a:pt x="1132237" y="771716"/>
                  </a:lnTo>
                  <a:lnTo>
                    <a:pt x="1133189" y="770477"/>
                  </a:lnTo>
                  <a:lnTo>
                    <a:pt x="1135094" y="768668"/>
                  </a:lnTo>
                  <a:lnTo>
                    <a:pt x="1136523" y="766191"/>
                  </a:lnTo>
                  <a:lnTo>
                    <a:pt x="1137475" y="764572"/>
                  </a:lnTo>
                  <a:lnTo>
                    <a:pt x="1138523" y="762857"/>
                  </a:lnTo>
                  <a:lnTo>
                    <a:pt x="1138999" y="761810"/>
                  </a:lnTo>
                  <a:lnTo>
                    <a:pt x="1141190" y="759619"/>
                  </a:lnTo>
                  <a:lnTo>
                    <a:pt x="1141857" y="758666"/>
                  </a:lnTo>
                  <a:lnTo>
                    <a:pt x="1142048" y="754666"/>
                  </a:lnTo>
                  <a:lnTo>
                    <a:pt x="1142429" y="753999"/>
                  </a:lnTo>
                  <a:lnTo>
                    <a:pt x="1143000" y="753428"/>
                  </a:lnTo>
                  <a:lnTo>
                    <a:pt x="1144714" y="750856"/>
                  </a:lnTo>
                  <a:lnTo>
                    <a:pt x="1145000" y="750189"/>
                  </a:lnTo>
                  <a:close/>
                  <a:moveTo>
                    <a:pt x="1466659" y="758666"/>
                  </a:moveTo>
                  <a:lnTo>
                    <a:pt x="1464469" y="755237"/>
                  </a:lnTo>
                  <a:lnTo>
                    <a:pt x="1464278" y="754761"/>
                  </a:lnTo>
                  <a:lnTo>
                    <a:pt x="1464183" y="754380"/>
                  </a:lnTo>
                  <a:lnTo>
                    <a:pt x="1464183" y="753332"/>
                  </a:lnTo>
                  <a:lnTo>
                    <a:pt x="1464373" y="752666"/>
                  </a:lnTo>
                  <a:lnTo>
                    <a:pt x="1464755" y="752189"/>
                  </a:lnTo>
                  <a:lnTo>
                    <a:pt x="1465136" y="752094"/>
                  </a:lnTo>
                  <a:lnTo>
                    <a:pt x="1465326" y="752570"/>
                  </a:lnTo>
                  <a:lnTo>
                    <a:pt x="1465802" y="752951"/>
                  </a:lnTo>
                  <a:lnTo>
                    <a:pt x="1466945" y="753523"/>
                  </a:lnTo>
                  <a:lnTo>
                    <a:pt x="1468279" y="753904"/>
                  </a:lnTo>
                  <a:lnTo>
                    <a:pt x="1469231" y="753809"/>
                  </a:lnTo>
                  <a:lnTo>
                    <a:pt x="1469612" y="753047"/>
                  </a:lnTo>
                  <a:lnTo>
                    <a:pt x="1469612" y="751999"/>
                  </a:lnTo>
                  <a:lnTo>
                    <a:pt x="1469231" y="749999"/>
                  </a:lnTo>
                  <a:lnTo>
                    <a:pt x="1469612" y="748665"/>
                  </a:lnTo>
                  <a:lnTo>
                    <a:pt x="1470470" y="747903"/>
                  </a:lnTo>
                  <a:lnTo>
                    <a:pt x="1471613" y="747617"/>
                  </a:lnTo>
                  <a:lnTo>
                    <a:pt x="1474661" y="747427"/>
                  </a:lnTo>
                  <a:lnTo>
                    <a:pt x="1475613" y="747046"/>
                  </a:lnTo>
                  <a:lnTo>
                    <a:pt x="1475994" y="746284"/>
                  </a:lnTo>
                  <a:lnTo>
                    <a:pt x="1476089" y="745046"/>
                  </a:lnTo>
                  <a:lnTo>
                    <a:pt x="1475994" y="744569"/>
                  </a:lnTo>
                  <a:lnTo>
                    <a:pt x="1475708" y="744093"/>
                  </a:lnTo>
                  <a:lnTo>
                    <a:pt x="1474946" y="743141"/>
                  </a:lnTo>
                  <a:lnTo>
                    <a:pt x="1473422" y="739712"/>
                  </a:lnTo>
                  <a:lnTo>
                    <a:pt x="1473708" y="737806"/>
                  </a:lnTo>
                  <a:lnTo>
                    <a:pt x="1473517" y="737140"/>
                  </a:lnTo>
                  <a:lnTo>
                    <a:pt x="1472756" y="736283"/>
                  </a:lnTo>
                  <a:lnTo>
                    <a:pt x="1471327" y="735235"/>
                  </a:lnTo>
                  <a:lnTo>
                    <a:pt x="1470279" y="734663"/>
                  </a:lnTo>
                  <a:lnTo>
                    <a:pt x="1469422" y="734473"/>
                  </a:lnTo>
                  <a:lnTo>
                    <a:pt x="1469041" y="734378"/>
                  </a:lnTo>
                  <a:lnTo>
                    <a:pt x="1468564" y="733425"/>
                  </a:lnTo>
                  <a:lnTo>
                    <a:pt x="1468088" y="733139"/>
                  </a:lnTo>
                  <a:lnTo>
                    <a:pt x="1467326" y="733139"/>
                  </a:lnTo>
                  <a:lnTo>
                    <a:pt x="1466850" y="733330"/>
                  </a:lnTo>
                  <a:lnTo>
                    <a:pt x="1465898" y="734092"/>
                  </a:lnTo>
                  <a:lnTo>
                    <a:pt x="1463802" y="735139"/>
                  </a:lnTo>
                  <a:lnTo>
                    <a:pt x="1463231" y="735902"/>
                  </a:lnTo>
                  <a:lnTo>
                    <a:pt x="1463040" y="737140"/>
                  </a:lnTo>
                  <a:lnTo>
                    <a:pt x="1462754" y="737902"/>
                  </a:lnTo>
                  <a:lnTo>
                    <a:pt x="1461135" y="740283"/>
                  </a:lnTo>
                  <a:lnTo>
                    <a:pt x="1460849" y="741140"/>
                  </a:lnTo>
                  <a:lnTo>
                    <a:pt x="1460945" y="741521"/>
                  </a:lnTo>
                  <a:lnTo>
                    <a:pt x="1461325" y="741712"/>
                  </a:lnTo>
                  <a:lnTo>
                    <a:pt x="1463231" y="741521"/>
                  </a:lnTo>
                  <a:lnTo>
                    <a:pt x="1463516" y="741617"/>
                  </a:lnTo>
                  <a:lnTo>
                    <a:pt x="1464564" y="740759"/>
                  </a:lnTo>
                  <a:lnTo>
                    <a:pt x="1465707" y="740093"/>
                  </a:lnTo>
                  <a:lnTo>
                    <a:pt x="1466945" y="739521"/>
                  </a:lnTo>
                  <a:lnTo>
                    <a:pt x="1468183" y="739235"/>
                  </a:lnTo>
                  <a:lnTo>
                    <a:pt x="1470374" y="739330"/>
                  </a:lnTo>
                  <a:lnTo>
                    <a:pt x="1471613" y="739616"/>
                  </a:lnTo>
                  <a:lnTo>
                    <a:pt x="1472184" y="740093"/>
                  </a:lnTo>
                  <a:lnTo>
                    <a:pt x="1471803" y="740759"/>
                  </a:lnTo>
                  <a:lnTo>
                    <a:pt x="1468469" y="744474"/>
                  </a:lnTo>
                  <a:lnTo>
                    <a:pt x="1465231" y="745522"/>
                  </a:lnTo>
                  <a:lnTo>
                    <a:pt x="1463802" y="746474"/>
                  </a:lnTo>
                  <a:lnTo>
                    <a:pt x="1462659" y="747998"/>
                  </a:lnTo>
                  <a:lnTo>
                    <a:pt x="1461897" y="748475"/>
                  </a:lnTo>
                  <a:lnTo>
                    <a:pt x="1460659" y="748665"/>
                  </a:lnTo>
                  <a:lnTo>
                    <a:pt x="1459801" y="748951"/>
                  </a:lnTo>
                  <a:lnTo>
                    <a:pt x="1459039" y="749427"/>
                  </a:lnTo>
                  <a:lnTo>
                    <a:pt x="1458182" y="749713"/>
                  </a:lnTo>
                  <a:lnTo>
                    <a:pt x="1457230" y="749332"/>
                  </a:lnTo>
                  <a:lnTo>
                    <a:pt x="1456277" y="749713"/>
                  </a:lnTo>
                  <a:lnTo>
                    <a:pt x="1454277" y="749808"/>
                  </a:lnTo>
                  <a:lnTo>
                    <a:pt x="1453420" y="750284"/>
                  </a:lnTo>
                  <a:lnTo>
                    <a:pt x="1451515" y="752761"/>
                  </a:lnTo>
                  <a:lnTo>
                    <a:pt x="1450753" y="753428"/>
                  </a:lnTo>
                  <a:lnTo>
                    <a:pt x="1447990" y="754571"/>
                  </a:lnTo>
                  <a:lnTo>
                    <a:pt x="1447514" y="755047"/>
                  </a:lnTo>
                  <a:lnTo>
                    <a:pt x="1447419" y="755618"/>
                  </a:lnTo>
                  <a:lnTo>
                    <a:pt x="1447324" y="755904"/>
                  </a:lnTo>
                  <a:lnTo>
                    <a:pt x="1447324" y="756190"/>
                  </a:lnTo>
                  <a:lnTo>
                    <a:pt x="1447514" y="756666"/>
                  </a:lnTo>
                  <a:lnTo>
                    <a:pt x="1447800" y="756856"/>
                  </a:lnTo>
                  <a:lnTo>
                    <a:pt x="1448657" y="757047"/>
                  </a:lnTo>
                  <a:lnTo>
                    <a:pt x="1448943" y="757333"/>
                  </a:lnTo>
                  <a:lnTo>
                    <a:pt x="1449038" y="758666"/>
                  </a:lnTo>
                  <a:lnTo>
                    <a:pt x="1448276" y="759905"/>
                  </a:lnTo>
                  <a:lnTo>
                    <a:pt x="1447038" y="760857"/>
                  </a:lnTo>
                  <a:lnTo>
                    <a:pt x="1445609" y="761333"/>
                  </a:lnTo>
                  <a:lnTo>
                    <a:pt x="1437037" y="762953"/>
                  </a:lnTo>
                  <a:lnTo>
                    <a:pt x="1435417" y="762857"/>
                  </a:lnTo>
                  <a:lnTo>
                    <a:pt x="1433893" y="762095"/>
                  </a:lnTo>
                  <a:lnTo>
                    <a:pt x="1429226" y="758095"/>
                  </a:lnTo>
                  <a:lnTo>
                    <a:pt x="1428369" y="757714"/>
                  </a:lnTo>
                  <a:lnTo>
                    <a:pt x="1427702" y="757619"/>
                  </a:lnTo>
                  <a:lnTo>
                    <a:pt x="1426655" y="756952"/>
                  </a:lnTo>
                  <a:lnTo>
                    <a:pt x="1426083" y="756666"/>
                  </a:lnTo>
                  <a:lnTo>
                    <a:pt x="1425512" y="756666"/>
                  </a:lnTo>
                  <a:lnTo>
                    <a:pt x="1424368" y="756761"/>
                  </a:lnTo>
                  <a:lnTo>
                    <a:pt x="1423892" y="756666"/>
                  </a:lnTo>
                  <a:lnTo>
                    <a:pt x="1423130" y="755904"/>
                  </a:lnTo>
                  <a:lnTo>
                    <a:pt x="1422940" y="754856"/>
                  </a:lnTo>
                  <a:lnTo>
                    <a:pt x="1423130" y="753904"/>
                  </a:lnTo>
                  <a:lnTo>
                    <a:pt x="1423892" y="753237"/>
                  </a:lnTo>
                  <a:lnTo>
                    <a:pt x="1423702" y="752761"/>
                  </a:lnTo>
                  <a:lnTo>
                    <a:pt x="1423225" y="752285"/>
                  </a:lnTo>
                  <a:lnTo>
                    <a:pt x="1422749" y="751999"/>
                  </a:lnTo>
                  <a:lnTo>
                    <a:pt x="1422178" y="752094"/>
                  </a:lnTo>
                  <a:lnTo>
                    <a:pt x="1421797" y="752475"/>
                  </a:lnTo>
                  <a:lnTo>
                    <a:pt x="1421416" y="752856"/>
                  </a:lnTo>
                  <a:lnTo>
                    <a:pt x="1420939" y="753142"/>
                  </a:lnTo>
                  <a:lnTo>
                    <a:pt x="1419034" y="753428"/>
                  </a:lnTo>
                  <a:lnTo>
                    <a:pt x="1418749" y="753618"/>
                  </a:lnTo>
                  <a:lnTo>
                    <a:pt x="1418558" y="754189"/>
                  </a:lnTo>
                  <a:lnTo>
                    <a:pt x="1418177" y="754475"/>
                  </a:lnTo>
                  <a:lnTo>
                    <a:pt x="1416082" y="755428"/>
                  </a:lnTo>
                  <a:lnTo>
                    <a:pt x="1414939" y="755428"/>
                  </a:lnTo>
                  <a:lnTo>
                    <a:pt x="1413891" y="755047"/>
                  </a:lnTo>
                  <a:lnTo>
                    <a:pt x="1413034" y="754475"/>
                  </a:lnTo>
                  <a:lnTo>
                    <a:pt x="1411986" y="755428"/>
                  </a:lnTo>
                  <a:lnTo>
                    <a:pt x="1411605" y="755618"/>
                  </a:lnTo>
                  <a:lnTo>
                    <a:pt x="1411033" y="755618"/>
                  </a:lnTo>
                  <a:lnTo>
                    <a:pt x="1410748" y="755523"/>
                  </a:lnTo>
                  <a:lnTo>
                    <a:pt x="1410462" y="755333"/>
                  </a:lnTo>
                  <a:lnTo>
                    <a:pt x="1409795" y="755237"/>
                  </a:lnTo>
                  <a:lnTo>
                    <a:pt x="1408652" y="755428"/>
                  </a:lnTo>
                  <a:lnTo>
                    <a:pt x="1405795" y="756476"/>
                  </a:lnTo>
                  <a:lnTo>
                    <a:pt x="1404938" y="756476"/>
                  </a:lnTo>
                  <a:lnTo>
                    <a:pt x="1402747" y="754475"/>
                  </a:lnTo>
                  <a:lnTo>
                    <a:pt x="1402080" y="754189"/>
                  </a:lnTo>
                  <a:lnTo>
                    <a:pt x="1401223" y="754666"/>
                  </a:lnTo>
                  <a:lnTo>
                    <a:pt x="1400842" y="755713"/>
                  </a:lnTo>
                  <a:lnTo>
                    <a:pt x="1400842" y="757047"/>
                  </a:lnTo>
                  <a:lnTo>
                    <a:pt x="1401128" y="758190"/>
                  </a:lnTo>
                  <a:lnTo>
                    <a:pt x="1399889" y="757904"/>
                  </a:lnTo>
                  <a:lnTo>
                    <a:pt x="1399413" y="758000"/>
                  </a:lnTo>
                  <a:lnTo>
                    <a:pt x="1399413" y="758476"/>
                  </a:lnTo>
                  <a:lnTo>
                    <a:pt x="1399508" y="759428"/>
                  </a:lnTo>
                  <a:lnTo>
                    <a:pt x="1399032" y="759619"/>
                  </a:lnTo>
                  <a:lnTo>
                    <a:pt x="1397032" y="760762"/>
                  </a:lnTo>
                  <a:lnTo>
                    <a:pt x="1396746" y="761047"/>
                  </a:lnTo>
                  <a:lnTo>
                    <a:pt x="1396079" y="761333"/>
                  </a:lnTo>
                  <a:lnTo>
                    <a:pt x="1395698" y="761333"/>
                  </a:lnTo>
                  <a:lnTo>
                    <a:pt x="1395508" y="760857"/>
                  </a:lnTo>
                  <a:lnTo>
                    <a:pt x="1395413" y="760286"/>
                  </a:lnTo>
                  <a:lnTo>
                    <a:pt x="1395127" y="759905"/>
                  </a:lnTo>
                  <a:lnTo>
                    <a:pt x="1394174" y="759524"/>
                  </a:lnTo>
                  <a:lnTo>
                    <a:pt x="1393126" y="759428"/>
                  </a:lnTo>
                  <a:lnTo>
                    <a:pt x="1392364" y="759714"/>
                  </a:lnTo>
                  <a:lnTo>
                    <a:pt x="1391698" y="760095"/>
                  </a:lnTo>
                  <a:lnTo>
                    <a:pt x="1390840" y="760286"/>
                  </a:lnTo>
                  <a:lnTo>
                    <a:pt x="1389316" y="759714"/>
                  </a:lnTo>
                  <a:lnTo>
                    <a:pt x="1387031" y="757238"/>
                  </a:lnTo>
                  <a:lnTo>
                    <a:pt x="1385983" y="756666"/>
                  </a:lnTo>
                  <a:lnTo>
                    <a:pt x="1384649" y="754666"/>
                  </a:lnTo>
                  <a:lnTo>
                    <a:pt x="1384078" y="754094"/>
                  </a:lnTo>
                  <a:lnTo>
                    <a:pt x="1383601" y="753904"/>
                  </a:lnTo>
                  <a:lnTo>
                    <a:pt x="1382554" y="753713"/>
                  </a:lnTo>
                  <a:lnTo>
                    <a:pt x="1382078" y="753713"/>
                  </a:lnTo>
                  <a:lnTo>
                    <a:pt x="1381506" y="753618"/>
                  </a:lnTo>
                  <a:lnTo>
                    <a:pt x="1381125" y="753332"/>
                  </a:lnTo>
                  <a:lnTo>
                    <a:pt x="1380839" y="752951"/>
                  </a:lnTo>
                  <a:lnTo>
                    <a:pt x="1380458" y="752666"/>
                  </a:lnTo>
                  <a:lnTo>
                    <a:pt x="1379887" y="752666"/>
                  </a:lnTo>
                  <a:lnTo>
                    <a:pt x="1378553" y="752761"/>
                  </a:lnTo>
                  <a:lnTo>
                    <a:pt x="1378077" y="752570"/>
                  </a:lnTo>
                  <a:lnTo>
                    <a:pt x="1377601" y="752189"/>
                  </a:lnTo>
                  <a:lnTo>
                    <a:pt x="1377124" y="751999"/>
                  </a:lnTo>
                  <a:lnTo>
                    <a:pt x="1375981" y="751999"/>
                  </a:lnTo>
                  <a:lnTo>
                    <a:pt x="1375029" y="751904"/>
                  </a:lnTo>
                  <a:lnTo>
                    <a:pt x="1372267" y="750951"/>
                  </a:lnTo>
                  <a:lnTo>
                    <a:pt x="1371124" y="750284"/>
                  </a:lnTo>
                  <a:lnTo>
                    <a:pt x="1370457" y="749522"/>
                  </a:lnTo>
                  <a:lnTo>
                    <a:pt x="1369219" y="747903"/>
                  </a:lnTo>
                  <a:lnTo>
                    <a:pt x="1368266" y="747427"/>
                  </a:lnTo>
                  <a:lnTo>
                    <a:pt x="1367123" y="747427"/>
                  </a:lnTo>
                  <a:lnTo>
                    <a:pt x="1364742" y="747713"/>
                  </a:lnTo>
                  <a:lnTo>
                    <a:pt x="1362742" y="747522"/>
                  </a:lnTo>
                  <a:lnTo>
                    <a:pt x="1361504" y="747236"/>
                  </a:lnTo>
                  <a:lnTo>
                    <a:pt x="1360646" y="746855"/>
                  </a:lnTo>
                  <a:lnTo>
                    <a:pt x="1359694" y="746570"/>
                  </a:lnTo>
                  <a:lnTo>
                    <a:pt x="1356074" y="747046"/>
                  </a:lnTo>
                  <a:lnTo>
                    <a:pt x="1355122" y="746665"/>
                  </a:lnTo>
                  <a:lnTo>
                    <a:pt x="1352359" y="745046"/>
                  </a:lnTo>
                  <a:lnTo>
                    <a:pt x="1351788" y="744284"/>
                  </a:lnTo>
                  <a:lnTo>
                    <a:pt x="1351407" y="743426"/>
                  </a:lnTo>
                  <a:lnTo>
                    <a:pt x="1350455" y="742760"/>
                  </a:lnTo>
                  <a:lnTo>
                    <a:pt x="1348264" y="741902"/>
                  </a:lnTo>
                  <a:lnTo>
                    <a:pt x="1348645" y="743141"/>
                  </a:lnTo>
                  <a:lnTo>
                    <a:pt x="1348645" y="743807"/>
                  </a:lnTo>
                  <a:lnTo>
                    <a:pt x="1348264" y="744474"/>
                  </a:lnTo>
                  <a:lnTo>
                    <a:pt x="1347692" y="744569"/>
                  </a:lnTo>
                  <a:lnTo>
                    <a:pt x="1346835" y="744379"/>
                  </a:lnTo>
                  <a:lnTo>
                    <a:pt x="1346073" y="743998"/>
                  </a:lnTo>
                  <a:lnTo>
                    <a:pt x="1345501" y="743617"/>
                  </a:lnTo>
                  <a:lnTo>
                    <a:pt x="1344358" y="743141"/>
                  </a:lnTo>
                  <a:lnTo>
                    <a:pt x="1342358" y="744379"/>
                  </a:lnTo>
                  <a:lnTo>
                    <a:pt x="1341025" y="744188"/>
                  </a:lnTo>
                  <a:lnTo>
                    <a:pt x="1340644" y="743617"/>
                  </a:lnTo>
                  <a:lnTo>
                    <a:pt x="1340358" y="742760"/>
                  </a:lnTo>
                  <a:lnTo>
                    <a:pt x="1339977" y="741997"/>
                  </a:lnTo>
                  <a:lnTo>
                    <a:pt x="1339215" y="741712"/>
                  </a:lnTo>
                  <a:lnTo>
                    <a:pt x="1338643" y="742188"/>
                  </a:lnTo>
                  <a:lnTo>
                    <a:pt x="1337596" y="743903"/>
                  </a:lnTo>
                  <a:lnTo>
                    <a:pt x="1336834" y="744284"/>
                  </a:lnTo>
                  <a:lnTo>
                    <a:pt x="1331500" y="743998"/>
                  </a:lnTo>
                  <a:lnTo>
                    <a:pt x="1328071" y="745236"/>
                  </a:lnTo>
                  <a:lnTo>
                    <a:pt x="1327595" y="745617"/>
                  </a:lnTo>
                  <a:lnTo>
                    <a:pt x="1327214" y="746474"/>
                  </a:lnTo>
                  <a:lnTo>
                    <a:pt x="1325404" y="748284"/>
                  </a:lnTo>
                  <a:lnTo>
                    <a:pt x="1324737" y="749427"/>
                  </a:lnTo>
                  <a:lnTo>
                    <a:pt x="1324356" y="749427"/>
                  </a:lnTo>
                  <a:lnTo>
                    <a:pt x="1324070" y="749046"/>
                  </a:lnTo>
                  <a:lnTo>
                    <a:pt x="1323499" y="748475"/>
                  </a:lnTo>
                  <a:lnTo>
                    <a:pt x="1323213" y="748284"/>
                  </a:lnTo>
                  <a:lnTo>
                    <a:pt x="1322927" y="749141"/>
                  </a:lnTo>
                  <a:lnTo>
                    <a:pt x="1322832" y="749903"/>
                  </a:lnTo>
                  <a:lnTo>
                    <a:pt x="1322546" y="750475"/>
                  </a:lnTo>
                  <a:lnTo>
                    <a:pt x="1321784" y="750856"/>
                  </a:lnTo>
                  <a:lnTo>
                    <a:pt x="1321498" y="750761"/>
                  </a:lnTo>
                  <a:lnTo>
                    <a:pt x="1321308" y="750189"/>
                  </a:lnTo>
                  <a:lnTo>
                    <a:pt x="1320927" y="750094"/>
                  </a:lnTo>
                  <a:lnTo>
                    <a:pt x="1320546" y="750189"/>
                  </a:lnTo>
                  <a:lnTo>
                    <a:pt x="1320260" y="750284"/>
                  </a:lnTo>
                  <a:lnTo>
                    <a:pt x="1320070" y="750380"/>
                  </a:lnTo>
                  <a:lnTo>
                    <a:pt x="1319879" y="750475"/>
                  </a:lnTo>
                  <a:lnTo>
                    <a:pt x="1319498" y="750380"/>
                  </a:lnTo>
                  <a:lnTo>
                    <a:pt x="1319117" y="750189"/>
                  </a:lnTo>
                  <a:lnTo>
                    <a:pt x="1318641" y="750094"/>
                  </a:lnTo>
                  <a:lnTo>
                    <a:pt x="1318165" y="750189"/>
                  </a:lnTo>
                  <a:lnTo>
                    <a:pt x="1318070" y="750380"/>
                  </a:lnTo>
                  <a:lnTo>
                    <a:pt x="1317879" y="751142"/>
                  </a:lnTo>
                  <a:lnTo>
                    <a:pt x="1317784" y="751332"/>
                  </a:lnTo>
                  <a:lnTo>
                    <a:pt x="1317498" y="752380"/>
                  </a:lnTo>
                  <a:lnTo>
                    <a:pt x="1317117" y="753142"/>
                  </a:lnTo>
                  <a:lnTo>
                    <a:pt x="1316450" y="753618"/>
                  </a:lnTo>
                  <a:lnTo>
                    <a:pt x="1316069" y="753142"/>
                  </a:lnTo>
                  <a:lnTo>
                    <a:pt x="1315688" y="753047"/>
                  </a:lnTo>
                  <a:lnTo>
                    <a:pt x="1315307" y="753142"/>
                  </a:lnTo>
                  <a:lnTo>
                    <a:pt x="1314926" y="753237"/>
                  </a:lnTo>
                  <a:lnTo>
                    <a:pt x="1313402" y="754094"/>
                  </a:lnTo>
                  <a:lnTo>
                    <a:pt x="1313116" y="754189"/>
                  </a:lnTo>
                  <a:lnTo>
                    <a:pt x="1312640" y="754380"/>
                  </a:lnTo>
                  <a:lnTo>
                    <a:pt x="1311497" y="753523"/>
                  </a:lnTo>
                  <a:lnTo>
                    <a:pt x="1309878" y="751808"/>
                  </a:lnTo>
                  <a:lnTo>
                    <a:pt x="1309878" y="753618"/>
                  </a:lnTo>
                  <a:lnTo>
                    <a:pt x="1310164" y="754952"/>
                  </a:lnTo>
                  <a:lnTo>
                    <a:pt x="1310068" y="756095"/>
                  </a:lnTo>
                  <a:lnTo>
                    <a:pt x="1307401" y="758857"/>
                  </a:lnTo>
                  <a:lnTo>
                    <a:pt x="1306735" y="760095"/>
                  </a:lnTo>
                  <a:lnTo>
                    <a:pt x="1306544" y="761524"/>
                  </a:lnTo>
                  <a:lnTo>
                    <a:pt x="1306639" y="769144"/>
                  </a:lnTo>
                  <a:lnTo>
                    <a:pt x="1307021" y="770382"/>
                  </a:lnTo>
                  <a:lnTo>
                    <a:pt x="1307592" y="771335"/>
                  </a:lnTo>
                  <a:lnTo>
                    <a:pt x="1308449" y="772001"/>
                  </a:lnTo>
                  <a:lnTo>
                    <a:pt x="1309592" y="772478"/>
                  </a:lnTo>
                  <a:lnTo>
                    <a:pt x="1310259" y="772573"/>
                  </a:lnTo>
                  <a:lnTo>
                    <a:pt x="1310831" y="772573"/>
                  </a:lnTo>
                  <a:lnTo>
                    <a:pt x="1311307" y="772763"/>
                  </a:lnTo>
                  <a:lnTo>
                    <a:pt x="1311878" y="775621"/>
                  </a:lnTo>
                  <a:lnTo>
                    <a:pt x="1312164" y="776192"/>
                  </a:lnTo>
                  <a:lnTo>
                    <a:pt x="1312831" y="776192"/>
                  </a:lnTo>
                  <a:lnTo>
                    <a:pt x="1313593" y="775811"/>
                  </a:lnTo>
                  <a:lnTo>
                    <a:pt x="1314069" y="775430"/>
                  </a:lnTo>
                  <a:lnTo>
                    <a:pt x="1314164" y="775145"/>
                  </a:lnTo>
                  <a:lnTo>
                    <a:pt x="1313783" y="774573"/>
                  </a:lnTo>
                  <a:lnTo>
                    <a:pt x="1313783" y="774287"/>
                  </a:lnTo>
                  <a:lnTo>
                    <a:pt x="1313974" y="774097"/>
                  </a:lnTo>
                  <a:lnTo>
                    <a:pt x="1314164" y="774097"/>
                  </a:lnTo>
                  <a:lnTo>
                    <a:pt x="1314355" y="774097"/>
                  </a:lnTo>
                  <a:lnTo>
                    <a:pt x="1315879" y="773144"/>
                  </a:lnTo>
                  <a:lnTo>
                    <a:pt x="1320260" y="772382"/>
                  </a:lnTo>
                  <a:lnTo>
                    <a:pt x="1322165" y="771811"/>
                  </a:lnTo>
                  <a:lnTo>
                    <a:pt x="1324070" y="770858"/>
                  </a:lnTo>
                  <a:lnTo>
                    <a:pt x="1324832" y="770763"/>
                  </a:lnTo>
                  <a:lnTo>
                    <a:pt x="1325880" y="770763"/>
                  </a:lnTo>
                  <a:lnTo>
                    <a:pt x="1326832" y="771144"/>
                  </a:lnTo>
                  <a:lnTo>
                    <a:pt x="1329023" y="773049"/>
                  </a:lnTo>
                  <a:lnTo>
                    <a:pt x="1330071" y="773716"/>
                  </a:lnTo>
                  <a:lnTo>
                    <a:pt x="1331881" y="774002"/>
                  </a:lnTo>
                  <a:lnTo>
                    <a:pt x="1334167" y="774097"/>
                  </a:lnTo>
                  <a:lnTo>
                    <a:pt x="1337215" y="772287"/>
                  </a:lnTo>
                  <a:lnTo>
                    <a:pt x="1337881" y="772573"/>
                  </a:lnTo>
                  <a:lnTo>
                    <a:pt x="1338453" y="772573"/>
                  </a:lnTo>
                  <a:lnTo>
                    <a:pt x="1339024" y="772382"/>
                  </a:lnTo>
                  <a:lnTo>
                    <a:pt x="1339596" y="772287"/>
                  </a:lnTo>
                  <a:lnTo>
                    <a:pt x="1340263" y="772287"/>
                  </a:lnTo>
                  <a:lnTo>
                    <a:pt x="1341977" y="772573"/>
                  </a:lnTo>
                  <a:lnTo>
                    <a:pt x="1343120" y="772573"/>
                  </a:lnTo>
                  <a:lnTo>
                    <a:pt x="1345311" y="772097"/>
                  </a:lnTo>
                  <a:lnTo>
                    <a:pt x="1346549" y="772001"/>
                  </a:lnTo>
                  <a:lnTo>
                    <a:pt x="1347692" y="772097"/>
                  </a:lnTo>
                  <a:lnTo>
                    <a:pt x="1348168" y="772192"/>
                  </a:lnTo>
                  <a:lnTo>
                    <a:pt x="1348549" y="772382"/>
                  </a:lnTo>
                  <a:lnTo>
                    <a:pt x="1348931" y="772668"/>
                  </a:lnTo>
                  <a:lnTo>
                    <a:pt x="1349788" y="773811"/>
                  </a:lnTo>
                  <a:lnTo>
                    <a:pt x="1350169" y="774002"/>
                  </a:lnTo>
                  <a:lnTo>
                    <a:pt x="1351121" y="774954"/>
                  </a:lnTo>
                  <a:lnTo>
                    <a:pt x="1351693" y="775049"/>
                  </a:lnTo>
                  <a:lnTo>
                    <a:pt x="1352836" y="774954"/>
                  </a:lnTo>
                  <a:lnTo>
                    <a:pt x="1353407" y="774954"/>
                  </a:lnTo>
                  <a:lnTo>
                    <a:pt x="1354264" y="775335"/>
                  </a:lnTo>
                  <a:lnTo>
                    <a:pt x="1354931" y="775811"/>
                  </a:lnTo>
                  <a:lnTo>
                    <a:pt x="1355693" y="776192"/>
                  </a:lnTo>
                  <a:lnTo>
                    <a:pt x="1356836" y="776383"/>
                  </a:lnTo>
                  <a:lnTo>
                    <a:pt x="1357693" y="776097"/>
                  </a:lnTo>
                  <a:lnTo>
                    <a:pt x="1358170" y="775430"/>
                  </a:lnTo>
                  <a:lnTo>
                    <a:pt x="1358551" y="774573"/>
                  </a:lnTo>
                  <a:lnTo>
                    <a:pt x="1359217" y="773906"/>
                  </a:lnTo>
                  <a:lnTo>
                    <a:pt x="1360265" y="773430"/>
                  </a:lnTo>
                  <a:lnTo>
                    <a:pt x="1361313" y="773525"/>
                  </a:lnTo>
                  <a:lnTo>
                    <a:pt x="1362075" y="774192"/>
                  </a:lnTo>
                  <a:lnTo>
                    <a:pt x="1362361" y="775526"/>
                  </a:lnTo>
                  <a:lnTo>
                    <a:pt x="1362837" y="776288"/>
                  </a:lnTo>
                  <a:lnTo>
                    <a:pt x="1365123" y="778669"/>
                  </a:lnTo>
                  <a:lnTo>
                    <a:pt x="1365980" y="779336"/>
                  </a:lnTo>
                  <a:lnTo>
                    <a:pt x="1366456" y="779336"/>
                  </a:lnTo>
                  <a:lnTo>
                    <a:pt x="1367885" y="779336"/>
                  </a:lnTo>
                  <a:lnTo>
                    <a:pt x="1368171" y="779526"/>
                  </a:lnTo>
                  <a:lnTo>
                    <a:pt x="1369790" y="780097"/>
                  </a:lnTo>
                  <a:lnTo>
                    <a:pt x="1372553" y="780288"/>
                  </a:lnTo>
                  <a:lnTo>
                    <a:pt x="1373505" y="780097"/>
                  </a:lnTo>
                  <a:lnTo>
                    <a:pt x="1376743" y="778383"/>
                  </a:lnTo>
                  <a:lnTo>
                    <a:pt x="1378648" y="777621"/>
                  </a:lnTo>
                  <a:lnTo>
                    <a:pt x="1381030" y="777430"/>
                  </a:lnTo>
                  <a:lnTo>
                    <a:pt x="1385602" y="778859"/>
                  </a:lnTo>
                  <a:lnTo>
                    <a:pt x="1387792" y="778859"/>
                  </a:lnTo>
                  <a:lnTo>
                    <a:pt x="1389602" y="777050"/>
                  </a:lnTo>
                  <a:lnTo>
                    <a:pt x="1389698" y="776002"/>
                  </a:lnTo>
                  <a:lnTo>
                    <a:pt x="1389412" y="774859"/>
                  </a:lnTo>
                  <a:lnTo>
                    <a:pt x="1389221" y="773621"/>
                  </a:lnTo>
                  <a:lnTo>
                    <a:pt x="1389793" y="772478"/>
                  </a:lnTo>
                  <a:lnTo>
                    <a:pt x="1390745" y="772192"/>
                  </a:lnTo>
                  <a:lnTo>
                    <a:pt x="1391983" y="772382"/>
                  </a:lnTo>
                  <a:lnTo>
                    <a:pt x="1393889" y="773049"/>
                  </a:lnTo>
                  <a:lnTo>
                    <a:pt x="1396174" y="773430"/>
                  </a:lnTo>
                  <a:lnTo>
                    <a:pt x="1398365" y="773335"/>
                  </a:lnTo>
                  <a:lnTo>
                    <a:pt x="1400461" y="773525"/>
                  </a:lnTo>
                  <a:lnTo>
                    <a:pt x="1402556" y="774573"/>
                  </a:lnTo>
                  <a:lnTo>
                    <a:pt x="1403032" y="775430"/>
                  </a:lnTo>
                  <a:lnTo>
                    <a:pt x="1403509" y="777812"/>
                  </a:lnTo>
                  <a:lnTo>
                    <a:pt x="1403795" y="778288"/>
                  </a:lnTo>
                  <a:lnTo>
                    <a:pt x="1404461" y="777907"/>
                  </a:lnTo>
                  <a:lnTo>
                    <a:pt x="1405223" y="776002"/>
                  </a:lnTo>
                  <a:lnTo>
                    <a:pt x="1406081" y="775335"/>
                  </a:lnTo>
                  <a:lnTo>
                    <a:pt x="1406557" y="775811"/>
                  </a:lnTo>
                  <a:lnTo>
                    <a:pt x="1407414" y="776383"/>
                  </a:lnTo>
                  <a:lnTo>
                    <a:pt x="1408366" y="776859"/>
                  </a:lnTo>
                  <a:lnTo>
                    <a:pt x="1409129" y="777050"/>
                  </a:lnTo>
                  <a:lnTo>
                    <a:pt x="1409700" y="777145"/>
                  </a:lnTo>
                  <a:lnTo>
                    <a:pt x="1410176" y="777240"/>
                  </a:lnTo>
                  <a:lnTo>
                    <a:pt x="1410748" y="777240"/>
                  </a:lnTo>
                  <a:lnTo>
                    <a:pt x="1411414" y="777050"/>
                  </a:lnTo>
                  <a:lnTo>
                    <a:pt x="1413605" y="775716"/>
                  </a:lnTo>
                  <a:lnTo>
                    <a:pt x="1415796" y="774668"/>
                  </a:lnTo>
                  <a:lnTo>
                    <a:pt x="1422559" y="772763"/>
                  </a:lnTo>
                  <a:lnTo>
                    <a:pt x="1424559" y="771620"/>
                  </a:lnTo>
                  <a:lnTo>
                    <a:pt x="1426369" y="770192"/>
                  </a:lnTo>
                  <a:lnTo>
                    <a:pt x="1428274" y="769049"/>
                  </a:lnTo>
                  <a:lnTo>
                    <a:pt x="1430846" y="768763"/>
                  </a:lnTo>
                  <a:lnTo>
                    <a:pt x="1434274" y="769334"/>
                  </a:lnTo>
                  <a:lnTo>
                    <a:pt x="1435608" y="770001"/>
                  </a:lnTo>
                  <a:lnTo>
                    <a:pt x="1436275" y="769906"/>
                  </a:lnTo>
                  <a:lnTo>
                    <a:pt x="1437418" y="769525"/>
                  </a:lnTo>
                  <a:lnTo>
                    <a:pt x="1438275" y="769430"/>
                  </a:lnTo>
                  <a:lnTo>
                    <a:pt x="1443799" y="769525"/>
                  </a:lnTo>
                  <a:lnTo>
                    <a:pt x="1445990" y="769144"/>
                  </a:lnTo>
                  <a:lnTo>
                    <a:pt x="1449419" y="768001"/>
                  </a:lnTo>
                  <a:lnTo>
                    <a:pt x="1449991" y="767715"/>
                  </a:lnTo>
                  <a:lnTo>
                    <a:pt x="1451515" y="766096"/>
                  </a:lnTo>
                  <a:lnTo>
                    <a:pt x="1452086" y="765715"/>
                  </a:lnTo>
                  <a:lnTo>
                    <a:pt x="1455896" y="764858"/>
                  </a:lnTo>
                  <a:lnTo>
                    <a:pt x="1456468" y="764858"/>
                  </a:lnTo>
                  <a:lnTo>
                    <a:pt x="1456849" y="764477"/>
                  </a:lnTo>
                  <a:lnTo>
                    <a:pt x="1458087" y="763810"/>
                  </a:lnTo>
                  <a:lnTo>
                    <a:pt x="1458563" y="763714"/>
                  </a:lnTo>
                  <a:lnTo>
                    <a:pt x="1460373" y="764000"/>
                  </a:lnTo>
                  <a:lnTo>
                    <a:pt x="1460754" y="763905"/>
                  </a:lnTo>
                  <a:lnTo>
                    <a:pt x="1461421" y="763334"/>
                  </a:lnTo>
                  <a:lnTo>
                    <a:pt x="1461802" y="763143"/>
                  </a:lnTo>
                  <a:lnTo>
                    <a:pt x="1464469" y="762762"/>
                  </a:lnTo>
                  <a:lnTo>
                    <a:pt x="1465040" y="762667"/>
                  </a:lnTo>
                  <a:lnTo>
                    <a:pt x="1467231" y="761238"/>
                  </a:lnTo>
                  <a:lnTo>
                    <a:pt x="1466659" y="758666"/>
                  </a:lnTo>
                  <a:close/>
                  <a:moveTo>
                    <a:pt x="1495139" y="866966"/>
                  </a:moveTo>
                  <a:lnTo>
                    <a:pt x="1494568" y="866870"/>
                  </a:lnTo>
                  <a:lnTo>
                    <a:pt x="1493996" y="866966"/>
                  </a:lnTo>
                  <a:lnTo>
                    <a:pt x="1493520" y="866870"/>
                  </a:lnTo>
                  <a:lnTo>
                    <a:pt x="1493330" y="866394"/>
                  </a:lnTo>
                  <a:lnTo>
                    <a:pt x="1493615" y="866394"/>
                  </a:lnTo>
                  <a:lnTo>
                    <a:pt x="1494187" y="865918"/>
                  </a:lnTo>
                  <a:lnTo>
                    <a:pt x="1494568" y="865346"/>
                  </a:lnTo>
                  <a:lnTo>
                    <a:pt x="1494282" y="865061"/>
                  </a:lnTo>
                  <a:lnTo>
                    <a:pt x="1494377" y="864584"/>
                  </a:lnTo>
                  <a:lnTo>
                    <a:pt x="1495044" y="863537"/>
                  </a:lnTo>
                  <a:lnTo>
                    <a:pt x="1495330" y="862489"/>
                  </a:lnTo>
                  <a:lnTo>
                    <a:pt x="1494377" y="861822"/>
                  </a:lnTo>
                  <a:lnTo>
                    <a:pt x="1495234" y="860774"/>
                  </a:lnTo>
                  <a:lnTo>
                    <a:pt x="1495520" y="860108"/>
                  </a:lnTo>
                  <a:lnTo>
                    <a:pt x="1495520" y="859250"/>
                  </a:lnTo>
                  <a:lnTo>
                    <a:pt x="1495044" y="858488"/>
                  </a:lnTo>
                  <a:lnTo>
                    <a:pt x="1494377" y="859060"/>
                  </a:lnTo>
                  <a:lnTo>
                    <a:pt x="1493234" y="860870"/>
                  </a:lnTo>
                  <a:lnTo>
                    <a:pt x="1492377" y="861536"/>
                  </a:lnTo>
                  <a:lnTo>
                    <a:pt x="1489520" y="862489"/>
                  </a:lnTo>
                  <a:lnTo>
                    <a:pt x="1487519" y="863537"/>
                  </a:lnTo>
                  <a:lnTo>
                    <a:pt x="1486662" y="864299"/>
                  </a:lnTo>
                  <a:lnTo>
                    <a:pt x="1486281" y="865156"/>
                  </a:lnTo>
                  <a:lnTo>
                    <a:pt x="1486186" y="865918"/>
                  </a:lnTo>
                  <a:lnTo>
                    <a:pt x="1485805" y="866013"/>
                  </a:lnTo>
                  <a:lnTo>
                    <a:pt x="1485329" y="865918"/>
                  </a:lnTo>
                  <a:lnTo>
                    <a:pt x="1484852" y="866108"/>
                  </a:lnTo>
                  <a:lnTo>
                    <a:pt x="1484471" y="866680"/>
                  </a:lnTo>
                  <a:lnTo>
                    <a:pt x="1484281" y="867728"/>
                  </a:lnTo>
                  <a:lnTo>
                    <a:pt x="1484090" y="868204"/>
                  </a:lnTo>
                  <a:lnTo>
                    <a:pt x="1483233" y="868966"/>
                  </a:lnTo>
                  <a:lnTo>
                    <a:pt x="1481042" y="869918"/>
                  </a:lnTo>
                  <a:lnTo>
                    <a:pt x="1479899" y="870585"/>
                  </a:lnTo>
                  <a:lnTo>
                    <a:pt x="1477328" y="873157"/>
                  </a:lnTo>
                  <a:lnTo>
                    <a:pt x="1476089" y="873728"/>
                  </a:lnTo>
                  <a:lnTo>
                    <a:pt x="1475518" y="873824"/>
                  </a:lnTo>
                  <a:lnTo>
                    <a:pt x="1474946" y="873824"/>
                  </a:lnTo>
                  <a:lnTo>
                    <a:pt x="1474375" y="873919"/>
                  </a:lnTo>
                  <a:lnTo>
                    <a:pt x="1473708" y="874300"/>
                  </a:lnTo>
                  <a:lnTo>
                    <a:pt x="1473327" y="874490"/>
                  </a:lnTo>
                  <a:lnTo>
                    <a:pt x="1472756" y="874490"/>
                  </a:lnTo>
                  <a:lnTo>
                    <a:pt x="1471613" y="874395"/>
                  </a:lnTo>
                  <a:lnTo>
                    <a:pt x="1470374" y="874490"/>
                  </a:lnTo>
                  <a:lnTo>
                    <a:pt x="1467040" y="875443"/>
                  </a:lnTo>
                  <a:lnTo>
                    <a:pt x="1465898" y="876395"/>
                  </a:lnTo>
                  <a:lnTo>
                    <a:pt x="1464755" y="876681"/>
                  </a:lnTo>
                  <a:lnTo>
                    <a:pt x="1464659" y="877062"/>
                  </a:lnTo>
                  <a:lnTo>
                    <a:pt x="1464945" y="878110"/>
                  </a:lnTo>
                  <a:lnTo>
                    <a:pt x="1465231" y="882872"/>
                  </a:lnTo>
                  <a:lnTo>
                    <a:pt x="1466374" y="884396"/>
                  </a:lnTo>
                  <a:lnTo>
                    <a:pt x="1468374" y="884492"/>
                  </a:lnTo>
                  <a:lnTo>
                    <a:pt x="1473232" y="883634"/>
                  </a:lnTo>
                  <a:lnTo>
                    <a:pt x="1473232" y="883253"/>
                  </a:lnTo>
                  <a:lnTo>
                    <a:pt x="1472470" y="882682"/>
                  </a:lnTo>
                  <a:lnTo>
                    <a:pt x="1472946" y="882015"/>
                  </a:lnTo>
                  <a:lnTo>
                    <a:pt x="1473994" y="881444"/>
                  </a:lnTo>
                  <a:lnTo>
                    <a:pt x="1481995" y="879158"/>
                  </a:lnTo>
                  <a:lnTo>
                    <a:pt x="1483995" y="879062"/>
                  </a:lnTo>
                  <a:lnTo>
                    <a:pt x="1485709" y="878681"/>
                  </a:lnTo>
                  <a:lnTo>
                    <a:pt x="1486948" y="877443"/>
                  </a:lnTo>
                  <a:lnTo>
                    <a:pt x="1487138" y="876872"/>
                  </a:lnTo>
                  <a:lnTo>
                    <a:pt x="1487233" y="876300"/>
                  </a:lnTo>
                  <a:lnTo>
                    <a:pt x="1487329" y="875062"/>
                  </a:lnTo>
                  <a:lnTo>
                    <a:pt x="1487614" y="874681"/>
                  </a:lnTo>
                  <a:lnTo>
                    <a:pt x="1488186" y="874395"/>
                  </a:lnTo>
                  <a:lnTo>
                    <a:pt x="1488853" y="874205"/>
                  </a:lnTo>
                  <a:lnTo>
                    <a:pt x="1489329" y="874014"/>
                  </a:lnTo>
                  <a:lnTo>
                    <a:pt x="1492187" y="871728"/>
                  </a:lnTo>
                  <a:lnTo>
                    <a:pt x="1493044" y="871252"/>
                  </a:lnTo>
                  <a:lnTo>
                    <a:pt x="1493996" y="871347"/>
                  </a:lnTo>
                  <a:lnTo>
                    <a:pt x="1495234" y="871633"/>
                  </a:lnTo>
                  <a:lnTo>
                    <a:pt x="1496282" y="871633"/>
                  </a:lnTo>
                  <a:lnTo>
                    <a:pt x="1496663" y="870776"/>
                  </a:lnTo>
                  <a:lnTo>
                    <a:pt x="1496854" y="868394"/>
                  </a:lnTo>
                  <a:lnTo>
                    <a:pt x="1496473" y="867632"/>
                  </a:lnTo>
                  <a:lnTo>
                    <a:pt x="1495139" y="866966"/>
                  </a:lnTo>
                  <a:close/>
                  <a:moveTo>
                    <a:pt x="1420844" y="858774"/>
                  </a:moveTo>
                  <a:lnTo>
                    <a:pt x="1419797" y="858869"/>
                  </a:lnTo>
                  <a:lnTo>
                    <a:pt x="1418749" y="858298"/>
                  </a:lnTo>
                  <a:lnTo>
                    <a:pt x="1417891" y="857822"/>
                  </a:lnTo>
                  <a:lnTo>
                    <a:pt x="1416748" y="857822"/>
                  </a:lnTo>
                  <a:lnTo>
                    <a:pt x="1415606" y="858203"/>
                  </a:lnTo>
                  <a:lnTo>
                    <a:pt x="1414653" y="858869"/>
                  </a:lnTo>
                  <a:lnTo>
                    <a:pt x="1412843" y="861727"/>
                  </a:lnTo>
                  <a:lnTo>
                    <a:pt x="1406557" y="864870"/>
                  </a:lnTo>
                  <a:lnTo>
                    <a:pt x="1405699" y="865537"/>
                  </a:lnTo>
                  <a:lnTo>
                    <a:pt x="1405890" y="865918"/>
                  </a:lnTo>
                  <a:lnTo>
                    <a:pt x="1406176" y="866204"/>
                  </a:lnTo>
                  <a:lnTo>
                    <a:pt x="1406747" y="866680"/>
                  </a:lnTo>
                  <a:lnTo>
                    <a:pt x="1407890" y="867347"/>
                  </a:lnTo>
                  <a:lnTo>
                    <a:pt x="1409033" y="867537"/>
                  </a:lnTo>
                  <a:lnTo>
                    <a:pt x="1411319" y="867347"/>
                  </a:lnTo>
                  <a:lnTo>
                    <a:pt x="1414653" y="867632"/>
                  </a:lnTo>
                  <a:lnTo>
                    <a:pt x="1415796" y="867347"/>
                  </a:lnTo>
                  <a:lnTo>
                    <a:pt x="1415891" y="867156"/>
                  </a:lnTo>
                  <a:lnTo>
                    <a:pt x="1416082" y="866775"/>
                  </a:lnTo>
                  <a:lnTo>
                    <a:pt x="1416272" y="866394"/>
                  </a:lnTo>
                  <a:lnTo>
                    <a:pt x="1416653" y="866204"/>
                  </a:lnTo>
                  <a:lnTo>
                    <a:pt x="1417225" y="866204"/>
                  </a:lnTo>
                  <a:lnTo>
                    <a:pt x="1417511" y="866204"/>
                  </a:lnTo>
                  <a:lnTo>
                    <a:pt x="1417796" y="866013"/>
                  </a:lnTo>
                  <a:lnTo>
                    <a:pt x="1418368" y="865632"/>
                  </a:lnTo>
                  <a:lnTo>
                    <a:pt x="1419606" y="864965"/>
                  </a:lnTo>
                  <a:lnTo>
                    <a:pt x="1421606" y="863251"/>
                  </a:lnTo>
                  <a:lnTo>
                    <a:pt x="1421987" y="862584"/>
                  </a:lnTo>
                  <a:lnTo>
                    <a:pt x="1422368" y="860393"/>
                  </a:lnTo>
                  <a:lnTo>
                    <a:pt x="1421892" y="858964"/>
                  </a:lnTo>
                  <a:lnTo>
                    <a:pt x="1420844" y="858774"/>
                  </a:lnTo>
                  <a:close/>
                  <a:moveTo>
                    <a:pt x="1401604" y="867537"/>
                  </a:moveTo>
                  <a:lnTo>
                    <a:pt x="1400747" y="867442"/>
                  </a:lnTo>
                  <a:lnTo>
                    <a:pt x="1399032" y="867537"/>
                  </a:lnTo>
                  <a:lnTo>
                    <a:pt x="1397794" y="868109"/>
                  </a:lnTo>
                  <a:lnTo>
                    <a:pt x="1397032" y="868871"/>
                  </a:lnTo>
                  <a:lnTo>
                    <a:pt x="1397222" y="869347"/>
                  </a:lnTo>
                  <a:lnTo>
                    <a:pt x="1398365" y="869442"/>
                  </a:lnTo>
                  <a:lnTo>
                    <a:pt x="1399508" y="869442"/>
                  </a:lnTo>
                  <a:lnTo>
                    <a:pt x="1400556" y="869156"/>
                  </a:lnTo>
                  <a:lnTo>
                    <a:pt x="1401604" y="868680"/>
                  </a:lnTo>
                  <a:lnTo>
                    <a:pt x="1402461" y="868109"/>
                  </a:lnTo>
                  <a:lnTo>
                    <a:pt x="1402556" y="867537"/>
                  </a:lnTo>
                  <a:lnTo>
                    <a:pt x="1401889" y="867347"/>
                  </a:lnTo>
                  <a:lnTo>
                    <a:pt x="1401604" y="867537"/>
                  </a:lnTo>
                  <a:close/>
                  <a:moveTo>
                    <a:pt x="1261205" y="773621"/>
                  </a:moveTo>
                  <a:lnTo>
                    <a:pt x="1261110" y="773144"/>
                  </a:lnTo>
                  <a:lnTo>
                    <a:pt x="1260634" y="772478"/>
                  </a:lnTo>
                  <a:lnTo>
                    <a:pt x="1260539" y="772192"/>
                  </a:lnTo>
                  <a:lnTo>
                    <a:pt x="1260062" y="771716"/>
                  </a:lnTo>
                  <a:lnTo>
                    <a:pt x="1259014" y="771335"/>
                  </a:lnTo>
                  <a:lnTo>
                    <a:pt x="1254728" y="770668"/>
                  </a:lnTo>
                  <a:lnTo>
                    <a:pt x="1250537" y="770668"/>
                  </a:lnTo>
                  <a:lnTo>
                    <a:pt x="1249966" y="770572"/>
                  </a:lnTo>
                  <a:lnTo>
                    <a:pt x="1249489" y="770287"/>
                  </a:lnTo>
                  <a:lnTo>
                    <a:pt x="1248728" y="769525"/>
                  </a:lnTo>
                  <a:lnTo>
                    <a:pt x="1248156" y="769144"/>
                  </a:lnTo>
                  <a:lnTo>
                    <a:pt x="1249489" y="768382"/>
                  </a:lnTo>
                  <a:lnTo>
                    <a:pt x="1250442" y="767620"/>
                  </a:lnTo>
                  <a:lnTo>
                    <a:pt x="1251395" y="767239"/>
                  </a:lnTo>
                  <a:lnTo>
                    <a:pt x="1252823" y="767810"/>
                  </a:lnTo>
                  <a:lnTo>
                    <a:pt x="1253966" y="767239"/>
                  </a:lnTo>
                  <a:lnTo>
                    <a:pt x="1256252" y="767810"/>
                  </a:lnTo>
                  <a:lnTo>
                    <a:pt x="1257490" y="767429"/>
                  </a:lnTo>
                  <a:lnTo>
                    <a:pt x="1257872" y="766858"/>
                  </a:lnTo>
                  <a:lnTo>
                    <a:pt x="1258062" y="766381"/>
                  </a:lnTo>
                  <a:lnTo>
                    <a:pt x="1258443" y="766096"/>
                  </a:lnTo>
                  <a:lnTo>
                    <a:pt x="1259300" y="766286"/>
                  </a:lnTo>
                  <a:lnTo>
                    <a:pt x="1259776" y="766667"/>
                  </a:lnTo>
                  <a:lnTo>
                    <a:pt x="1260920" y="768382"/>
                  </a:lnTo>
                  <a:lnTo>
                    <a:pt x="1262253" y="769430"/>
                  </a:lnTo>
                  <a:lnTo>
                    <a:pt x="1263301" y="769620"/>
                  </a:lnTo>
                  <a:lnTo>
                    <a:pt x="1266539" y="769144"/>
                  </a:lnTo>
                  <a:lnTo>
                    <a:pt x="1267206" y="768953"/>
                  </a:lnTo>
                  <a:lnTo>
                    <a:pt x="1267873" y="768858"/>
                  </a:lnTo>
                  <a:lnTo>
                    <a:pt x="1268444" y="769144"/>
                  </a:lnTo>
                  <a:lnTo>
                    <a:pt x="1269016" y="769525"/>
                  </a:lnTo>
                  <a:lnTo>
                    <a:pt x="1269492" y="769620"/>
                  </a:lnTo>
                  <a:lnTo>
                    <a:pt x="1269873" y="769334"/>
                  </a:lnTo>
                  <a:lnTo>
                    <a:pt x="1270064" y="768668"/>
                  </a:lnTo>
                  <a:lnTo>
                    <a:pt x="1271016" y="769239"/>
                  </a:lnTo>
                  <a:lnTo>
                    <a:pt x="1271683" y="769049"/>
                  </a:lnTo>
                  <a:lnTo>
                    <a:pt x="1272349" y="768477"/>
                  </a:lnTo>
                  <a:lnTo>
                    <a:pt x="1273302" y="767905"/>
                  </a:lnTo>
                  <a:lnTo>
                    <a:pt x="1273112" y="767429"/>
                  </a:lnTo>
                  <a:lnTo>
                    <a:pt x="1273112" y="767144"/>
                  </a:lnTo>
                  <a:lnTo>
                    <a:pt x="1273302" y="766953"/>
                  </a:lnTo>
                  <a:lnTo>
                    <a:pt x="1273778" y="766763"/>
                  </a:lnTo>
                  <a:lnTo>
                    <a:pt x="1273397" y="766096"/>
                  </a:lnTo>
                  <a:lnTo>
                    <a:pt x="1273112" y="765334"/>
                  </a:lnTo>
                  <a:lnTo>
                    <a:pt x="1272921" y="764572"/>
                  </a:lnTo>
                  <a:lnTo>
                    <a:pt x="1272921" y="763810"/>
                  </a:lnTo>
                  <a:lnTo>
                    <a:pt x="1273207" y="763334"/>
                  </a:lnTo>
                  <a:lnTo>
                    <a:pt x="1273683" y="763048"/>
                  </a:lnTo>
                  <a:lnTo>
                    <a:pt x="1273969" y="762762"/>
                  </a:lnTo>
                  <a:lnTo>
                    <a:pt x="1273683" y="762286"/>
                  </a:lnTo>
                  <a:lnTo>
                    <a:pt x="1273873" y="762191"/>
                  </a:lnTo>
                  <a:lnTo>
                    <a:pt x="1274159" y="762000"/>
                  </a:lnTo>
                  <a:lnTo>
                    <a:pt x="1274350" y="761905"/>
                  </a:lnTo>
                  <a:lnTo>
                    <a:pt x="1273873" y="761047"/>
                  </a:lnTo>
                  <a:lnTo>
                    <a:pt x="1273112" y="759905"/>
                  </a:lnTo>
                  <a:lnTo>
                    <a:pt x="1272349" y="759238"/>
                  </a:lnTo>
                  <a:lnTo>
                    <a:pt x="1272064" y="759524"/>
                  </a:lnTo>
                  <a:lnTo>
                    <a:pt x="1272064" y="760190"/>
                  </a:lnTo>
                  <a:lnTo>
                    <a:pt x="1271968" y="760667"/>
                  </a:lnTo>
                  <a:lnTo>
                    <a:pt x="1271683" y="761047"/>
                  </a:lnTo>
                  <a:lnTo>
                    <a:pt x="1270635" y="761333"/>
                  </a:lnTo>
                  <a:lnTo>
                    <a:pt x="1270730" y="761714"/>
                  </a:lnTo>
                  <a:lnTo>
                    <a:pt x="1271016" y="762191"/>
                  </a:lnTo>
                  <a:lnTo>
                    <a:pt x="1271016" y="762667"/>
                  </a:lnTo>
                  <a:lnTo>
                    <a:pt x="1270445" y="763143"/>
                  </a:lnTo>
                  <a:lnTo>
                    <a:pt x="1269397" y="763619"/>
                  </a:lnTo>
                  <a:lnTo>
                    <a:pt x="1268349" y="764000"/>
                  </a:lnTo>
                  <a:lnTo>
                    <a:pt x="1267587" y="764191"/>
                  </a:lnTo>
                  <a:lnTo>
                    <a:pt x="1266349" y="763810"/>
                  </a:lnTo>
                  <a:lnTo>
                    <a:pt x="1265777" y="762953"/>
                  </a:lnTo>
                  <a:lnTo>
                    <a:pt x="1265587" y="761810"/>
                  </a:lnTo>
                  <a:lnTo>
                    <a:pt x="1265587" y="760476"/>
                  </a:lnTo>
                  <a:lnTo>
                    <a:pt x="1265206" y="758571"/>
                  </a:lnTo>
                  <a:lnTo>
                    <a:pt x="1265968" y="756476"/>
                  </a:lnTo>
                  <a:lnTo>
                    <a:pt x="1266254" y="754475"/>
                  </a:lnTo>
                  <a:lnTo>
                    <a:pt x="1264730" y="751808"/>
                  </a:lnTo>
                  <a:lnTo>
                    <a:pt x="1263967" y="749332"/>
                  </a:lnTo>
                  <a:lnTo>
                    <a:pt x="1263777" y="747808"/>
                  </a:lnTo>
                  <a:lnTo>
                    <a:pt x="1263491" y="746665"/>
                  </a:lnTo>
                  <a:lnTo>
                    <a:pt x="1262920" y="745998"/>
                  </a:lnTo>
                  <a:lnTo>
                    <a:pt x="1262063" y="745617"/>
                  </a:lnTo>
                  <a:lnTo>
                    <a:pt x="1260824" y="745236"/>
                  </a:lnTo>
                  <a:lnTo>
                    <a:pt x="1258633" y="744855"/>
                  </a:lnTo>
                  <a:lnTo>
                    <a:pt x="1256062" y="744855"/>
                  </a:lnTo>
                  <a:lnTo>
                    <a:pt x="1253585" y="745236"/>
                  </a:lnTo>
                  <a:lnTo>
                    <a:pt x="1251775" y="745998"/>
                  </a:lnTo>
                  <a:lnTo>
                    <a:pt x="1250537" y="746951"/>
                  </a:lnTo>
                  <a:lnTo>
                    <a:pt x="1249299" y="748189"/>
                  </a:lnTo>
                  <a:lnTo>
                    <a:pt x="1248537" y="749808"/>
                  </a:lnTo>
                  <a:lnTo>
                    <a:pt x="1248537" y="751904"/>
                  </a:lnTo>
                  <a:lnTo>
                    <a:pt x="1248823" y="752570"/>
                  </a:lnTo>
                  <a:lnTo>
                    <a:pt x="1249108" y="753142"/>
                  </a:lnTo>
                  <a:lnTo>
                    <a:pt x="1249204" y="753618"/>
                  </a:lnTo>
                  <a:lnTo>
                    <a:pt x="1248537" y="754666"/>
                  </a:lnTo>
                  <a:lnTo>
                    <a:pt x="1247965" y="755999"/>
                  </a:lnTo>
                  <a:lnTo>
                    <a:pt x="1247870" y="756380"/>
                  </a:lnTo>
                  <a:lnTo>
                    <a:pt x="1247584" y="756952"/>
                  </a:lnTo>
                  <a:lnTo>
                    <a:pt x="1246918" y="757904"/>
                  </a:lnTo>
                  <a:lnTo>
                    <a:pt x="1246061" y="758666"/>
                  </a:lnTo>
                  <a:lnTo>
                    <a:pt x="1245394" y="758380"/>
                  </a:lnTo>
                  <a:lnTo>
                    <a:pt x="1245489" y="757523"/>
                  </a:lnTo>
                  <a:lnTo>
                    <a:pt x="1246823" y="753809"/>
                  </a:lnTo>
                  <a:lnTo>
                    <a:pt x="1247013" y="751427"/>
                  </a:lnTo>
                  <a:lnTo>
                    <a:pt x="1247204" y="750094"/>
                  </a:lnTo>
                  <a:lnTo>
                    <a:pt x="1247584" y="749237"/>
                  </a:lnTo>
                  <a:lnTo>
                    <a:pt x="1245870" y="745808"/>
                  </a:lnTo>
                  <a:lnTo>
                    <a:pt x="1245013" y="744950"/>
                  </a:lnTo>
                  <a:lnTo>
                    <a:pt x="1244632" y="744855"/>
                  </a:lnTo>
                  <a:lnTo>
                    <a:pt x="1242917" y="744664"/>
                  </a:lnTo>
                  <a:lnTo>
                    <a:pt x="1242631" y="744474"/>
                  </a:lnTo>
                  <a:lnTo>
                    <a:pt x="1242346" y="744284"/>
                  </a:lnTo>
                  <a:lnTo>
                    <a:pt x="1241965" y="744093"/>
                  </a:lnTo>
                  <a:lnTo>
                    <a:pt x="1241584" y="743998"/>
                  </a:lnTo>
                  <a:lnTo>
                    <a:pt x="1239393" y="743998"/>
                  </a:lnTo>
                  <a:lnTo>
                    <a:pt x="1238822" y="743903"/>
                  </a:lnTo>
                  <a:lnTo>
                    <a:pt x="1237964" y="743236"/>
                  </a:lnTo>
                  <a:lnTo>
                    <a:pt x="1237488" y="742950"/>
                  </a:lnTo>
                  <a:lnTo>
                    <a:pt x="1236536" y="742855"/>
                  </a:lnTo>
                  <a:lnTo>
                    <a:pt x="1235297" y="743045"/>
                  </a:lnTo>
                  <a:lnTo>
                    <a:pt x="1234249" y="743522"/>
                  </a:lnTo>
                  <a:lnTo>
                    <a:pt x="1233488" y="744855"/>
                  </a:lnTo>
                  <a:lnTo>
                    <a:pt x="1232916" y="745236"/>
                  </a:lnTo>
                  <a:lnTo>
                    <a:pt x="1232249" y="745522"/>
                  </a:lnTo>
                  <a:lnTo>
                    <a:pt x="1231964" y="745712"/>
                  </a:lnTo>
                  <a:lnTo>
                    <a:pt x="1231773" y="746188"/>
                  </a:lnTo>
                  <a:lnTo>
                    <a:pt x="1231392" y="746665"/>
                  </a:lnTo>
                  <a:lnTo>
                    <a:pt x="1229963" y="748094"/>
                  </a:lnTo>
                  <a:lnTo>
                    <a:pt x="1229011" y="748760"/>
                  </a:lnTo>
                  <a:lnTo>
                    <a:pt x="1227963" y="749332"/>
                  </a:lnTo>
                  <a:lnTo>
                    <a:pt x="1227106" y="749522"/>
                  </a:lnTo>
                  <a:lnTo>
                    <a:pt x="1226630" y="749332"/>
                  </a:lnTo>
                  <a:lnTo>
                    <a:pt x="1224915" y="747713"/>
                  </a:lnTo>
                  <a:lnTo>
                    <a:pt x="1224820" y="747713"/>
                  </a:lnTo>
                  <a:lnTo>
                    <a:pt x="1224629" y="747903"/>
                  </a:lnTo>
                  <a:lnTo>
                    <a:pt x="1224343" y="747998"/>
                  </a:lnTo>
                  <a:lnTo>
                    <a:pt x="1224058" y="747903"/>
                  </a:lnTo>
                  <a:lnTo>
                    <a:pt x="1223581" y="747331"/>
                  </a:lnTo>
                  <a:lnTo>
                    <a:pt x="1222439" y="745236"/>
                  </a:lnTo>
                  <a:lnTo>
                    <a:pt x="1220629" y="743141"/>
                  </a:lnTo>
                  <a:lnTo>
                    <a:pt x="1220438" y="742760"/>
                  </a:lnTo>
                  <a:lnTo>
                    <a:pt x="1220057" y="742379"/>
                  </a:lnTo>
                  <a:lnTo>
                    <a:pt x="1219867" y="741331"/>
                  </a:lnTo>
                  <a:lnTo>
                    <a:pt x="1219581" y="739140"/>
                  </a:lnTo>
                  <a:lnTo>
                    <a:pt x="1218629" y="737140"/>
                  </a:lnTo>
                  <a:lnTo>
                    <a:pt x="1216819" y="736092"/>
                  </a:lnTo>
                  <a:lnTo>
                    <a:pt x="1214533" y="735616"/>
                  </a:lnTo>
                  <a:lnTo>
                    <a:pt x="1212056" y="735521"/>
                  </a:lnTo>
                  <a:lnTo>
                    <a:pt x="1211008" y="735330"/>
                  </a:lnTo>
                  <a:lnTo>
                    <a:pt x="1210532" y="735330"/>
                  </a:lnTo>
                  <a:lnTo>
                    <a:pt x="1210056" y="735711"/>
                  </a:lnTo>
                  <a:lnTo>
                    <a:pt x="1209580" y="735806"/>
                  </a:lnTo>
                  <a:lnTo>
                    <a:pt x="1209199" y="735330"/>
                  </a:lnTo>
                  <a:lnTo>
                    <a:pt x="1208913" y="734759"/>
                  </a:lnTo>
                  <a:lnTo>
                    <a:pt x="1208532" y="734473"/>
                  </a:lnTo>
                  <a:lnTo>
                    <a:pt x="1206341" y="734568"/>
                  </a:lnTo>
                  <a:lnTo>
                    <a:pt x="1205103" y="734759"/>
                  </a:lnTo>
                  <a:lnTo>
                    <a:pt x="1200722" y="736473"/>
                  </a:lnTo>
                  <a:lnTo>
                    <a:pt x="1199769" y="736663"/>
                  </a:lnTo>
                  <a:lnTo>
                    <a:pt x="1199483" y="736759"/>
                  </a:lnTo>
                  <a:lnTo>
                    <a:pt x="1198055" y="737711"/>
                  </a:lnTo>
                  <a:lnTo>
                    <a:pt x="1197673" y="737711"/>
                  </a:lnTo>
                  <a:lnTo>
                    <a:pt x="1197292" y="737711"/>
                  </a:lnTo>
                  <a:lnTo>
                    <a:pt x="1196816" y="737902"/>
                  </a:lnTo>
                  <a:lnTo>
                    <a:pt x="1196245" y="738473"/>
                  </a:lnTo>
                  <a:lnTo>
                    <a:pt x="1195768" y="739426"/>
                  </a:lnTo>
                  <a:lnTo>
                    <a:pt x="1195292" y="740855"/>
                  </a:lnTo>
                  <a:lnTo>
                    <a:pt x="1195006" y="742188"/>
                  </a:lnTo>
                  <a:lnTo>
                    <a:pt x="1195292" y="742760"/>
                  </a:lnTo>
                  <a:lnTo>
                    <a:pt x="1195864" y="742950"/>
                  </a:lnTo>
                  <a:lnTo>
                    <a:pt x="1196340" y="743331"/>
                  </a:lnTo>
                  <a:lnTo>
                    <a:pt x="1197007" y="744188"/>
                  </a:lnTo>
                  <a:lnTo>
                    <a:pt x="1198436" y="745236"/>
                  </a:lnTo>
                  <a:lnTo>
                    <a:pt x="1199198" y="746093"/>
                  </a:lnTo>
                  <a:lnTo>
                    <a:pt x="1200436" y="747903"/>
                  </a:lnTo>
                  <a:lnTo>
                    <a:pt x="1201103" y="748665"/>
                  </a:lnTo>
                  <a:lnTo>
                    <a:pt x="1204246" y="751046"/>
                  </a:lnTo>
                  <a:lnTo>
                    <a:pt x="1207294" y="752856"/>
                  </a:lnTo>
                  <a:lnTo>
                    <a:pt x="1208056" y="753809"/>
                  </a:lnTo>
                  <a:lnTo>
                    <a:pt x="1208818" y="754380"/>
                  </a:lnTo>
                  <a:lnTo>
                    <a:pt x="1209770" y="754856"/>
                  </a:lnTo>
                  <a:lnTo>
                    <a:pt x="1210532" y="755047"/>
                  </a:lnTo>
                  <a:lnTo>
                    <a:pt x="1212247" y="754189"/>
                  </a:lnTo>
                  <a:lnTo>
                    <a:pt x="1213390" y="753809"/>
                  </a:lnTo>
                  <a:lnTo>
                    <a:pt x="1214342" y="754189"/>
                  </a:lnTo>
                  <a:lnTo>
                    <a:pt x="1215771" y="755809"/>
                  </a:lnTo>
                  <a:lnTo>
                    <a:pt x="1216533" y="756190"/>
                  </a:lnTo>
                  <a:lnTo>
                    <a:pt x="1217009" y="755713"/>
                  </a:lnTo>
                  <a:lnTo>
                    <a:pt x="1217390" y="755713"/>
                  </a:lnTo>
                  <a:lnTo>
                    <a:pt x="1218248" y="757047"/>
                  </a:lnTo>
                  <a:lnTo>
                    <a:pt x="1220533" y="759047"/>
                  </a:lnTo>
                  <a:lnTo>
                    <a:pt x="1221391" y="760476"/>
                  </a:lnTo>
                  <a:lnTo>
                    <a:pt x="1222057" y="759809"/>
                  </a:lnTo>
                  <a:lnTo>
                    <a:pt x="1222343" y="759428"/>
                  </a:lnTo>
                  <a:lnTo>
                    <a:pt x="1222439" y="759143"/>
                  </a:lnTo>
                  <a:lnTo>
                    <a:pt x="1222629" y="758952"/>
                  </a:lnTo>
                  <a:lnTo>
                    <a:pt x="1223105" y="759333"/>
                  </a:lnTo>
                  <a:lnTo>
                    <a:pt x="1223581" y="759809"/>
                  </a:lnTo>
                  <a:lnTo>
                    <a:pt x="1223772" y="760095"/>
                  </a:lnTo>
                  <a:lnTo>
                    <a:pt x="1224629" y="760381"/>
                  </a:lnTo>
                  <a:lnTo>
                    <a:pt x="1225296" y="761143"/>
                  </a:lnTo>
                  <a:lnTo>
                    <a:pt x="1225677" y="762095"/>
                  </a:lnTo>
                  <a:lnTo>
                    <a:pt x="1225677" y="763048"/>
                  </a:lnTo>
                  <a:lnTo>
                    <a:pt x="1225201" y="763905"/>
                  </a:lnTo>
                  <a:lnTo>
                    <a:pt x="1224343" y="764477"/>
                  </a:lnTo>
                  <a:lnTo>
                    <a:pt x="1223296" y="764762"/>
                  </a:lnTo>
                  <a:lnTo>
                    <a:pt x="1220438" y="764858"/>
                  </a:lnTo>
                  <a:lnTo>
                    <a:pt x="1220057" y="764762"/>
                  </a:lnTo>
                  <a:lnTo>
                    <a:pt x="1219105" y="764286"/>
                  </a:lnTo>
                  <a:lnTo>
                    <a:pt x="1218724" y="764191"/>
                  </a:lnTo>
                  <a:lnTo>
                    <a:pt x="1216914" y="764191"/>
                  </a:lnTo>
                  <a:lnTo>
                    <a:pt x="1214818" y="764572"/>
                  </a:lnTo>
                  <a:lnTo>
                    <a:pt x="1214342" y="764572"/>
                  </a:lnTo>
                  <a:lnTo>
                    <a:pt x="1213961" y="764667"/>
                  </a:lnTo>
                  <a:lnTo>
                    <a:pt x="1213771" y="765048"/>
                  </a:lnTo>
                  <a:lnTo>
                    <a:pt x="1213580" y="765143"/>
                  </a:lnTo>
                  <a:lnTo>
                    <a:pt x="1213199" y="765429"/>
                  </a:lnTo>
                  <a:lnTo>
                    <a:pt x="1212914" y="765810"/>
                  </a:lnTo>
                  <a:lnTo>
                    <a:pt x="1212914" y="766001"/>
                  </a:lnTo>
                  <a:lnTo>
                    <a:pt x="1211961" y="766477"/>
                  </a:lnTo>
                  <a:lnTo>
                    <a:pt x="1209770" y="768858"/>
                  </a:lnTo>
                  <a:lnTo>
                    <a:pt x="1208723" y="769715"/>
                  </a:lnTo>
                  <a:lnTo>
                    <a:pt x="1207865" y="769049"/>
                  </a:lnTo>
                  <a:lnTo>
                    <a:pt x="1206913" y="768763"/>
                  </a:lnTo>
                  <a:lnTo>
                    <a:pt x="1205960" y="768668"/>
                  </a:lnTo>
                  <a:lnTo>
                    <a:pt x="1205293" y="768668"/>
                  </a:lnTo>
                  <a:lnTo>
                    <a:pt x="1205198" y="768477"/>
                  </a:lnTo>
                  <a:lnTo>
                    <a:pt x="1205198" y="768096"/>
                  </a:lnTo>
                  <a:lnTo>
                    <a:pt x="1205103" y="767620"/>
                  </a:lnTo>
                  <a:lnTo>
                    <a:pt x="1204817" y="767239"/>
                  </a:lnTo>
                  <a:lnTo>
                    <a:pt x="1204436" y="767239"/>
                  </a:lnTo>
                  <a:lnTo>
                    <a:pt x="1201103" y="768287"/>
                  </a:lnTo>
                  <a:lnTo>
                    <a:pt x="1200150" y="768287"/>
                  </a:lnTo>
                  <a:lnTo>
                    <a:pt x="1199198" y="767810"/>
                  </a:lnTo>
                  <a:lnTo>
                    <a:pt x="1198721" y="767048"/>
                  </a:lnTo>
                  <a:lnTo>
                    <a:pt x="1198055" y="765143"/>
                  </a:lnTo>
                  <a:lnTo>
                    <a:pt x="1197673" y="764381"/>
                  </a:lnTo>
                  <a:lnTo>
                    <a:pt x="1198055" y="764191"/>
                  </a:lnTo>
                  <a:lnTo>
                    <a:pt x="1198436" y="764096"/>
                  </a:lnTo>
                  <a:lnTo>
                    <a:pt x="1198912" y="764000"/>
                  </a:lnTo>
                  <a:lnTo>
                    <a:pt x="1199483" y="764000"/>
                  </a:lnTo>
                  <a:lnTo>
                    <a:pt x="1199293" y="763714"/>
                  </a:lnTo>
                  <a:lnTo>
                    <a:pt x="1199198" y="763524"/>
                  </a:lnTo>
                  <a:lnTo>
                    <a:pt x="1199007" y="763429"/>
                  </a:lnTo>
                  <a:lnTo>
                    <a:pt x="1198626" y="763429"/>
                  </a:lnTo>
                  <a:lnTo>
                    <a:pt x="1198150" y="763238"/>
                  </a:lnTo>
                  <a:lnTo>
                    <a:pt x="1198150" y="762857"/>
                  </a:lnTo>
                  <a:lnTo>
                    <a:pt x="1198340" y="762476"/>
                  </a:lnTo>
                  <a:lnTo>
                    <a:pt x="1198531" y="762286"/>
                  </a:lnTo>
                  <a:lnTo>
                    <a:pt x="1198150" y="761810"/>
                  </a:lnTo>
                  <a:lnTo>
                    <a:pt x="1197769" y="761524"/>
                  </a:lnTo>
                  <a:lnTo>
                    <a:pt x="1197292" y="761333"/>
                  </a:lnTo>
                  <a:lnTo>
                    <a:pt x="1196721" y="761143"/>
                  </a:lnTo>
                  <a:lnTo>
                    <a:pt x="1196912" y="760762"/>
                  </a:lnTo>
                  <a:lnTo>
                    <a:pt x="1197102" y="760381"/>
                  </a:lnTo>
                  <a:lnTo>
                    <a:pt x="1196435" y="760190"/>
                  </a:lnTo>
                  <a:lnTo>
                    <a:pt x="1195959" y="760381"/>
                  </a:lnTo>
                  <a:lnTo>
                    <a:pt x="1195483" y="760667"/>
                  </a:lnTo>
                  <a:lnTo>
                    <a:pt x="1194816" y="760857"/>
                  </a:lnTo>
                  <a:lnTo>
                    <a:pt x="1192244" y="759524"/>
                  </a:lnTo>
                  <a:lnTo>
                    <a:pt x="1191768" y="758952"/>
                  </a:lnTo>
                  <a:lnTo>
                    <a:pt x="1191578" y="758095"/>
                  </a:lnTo>
                  <a:lnTo>
                    <a:pt x="1191197" y="754475"/>
                  </a:lnTo>
                  <a:lnTo>
                    <a:pt x="1190911" y="753428"/>
                  </a:lnTo>
                  <a:lnTo>
                    <a:pt x="1190339" y="753142"/>
                  </a:lnTo>
                  <a:lnTo>
                    <a:pt x="1189673" y="753809"/>
                  </a:lnTo>
                  <a:lnTo>
                    <a:pt x="1189577" y="756380"/>
                  </a:lnTo>
                  <a:lnTo>
                    <a:pt x="1189291" y="757523"/>
                  </a:lnTo>
                  <a:lnTo>
                    <a:pt x="1188434" y="756095"/>
                  </a:lnTo>
                  <a:lnTo>
                    <a:pt x="1187958" y="752666"/>
                  </a:lnTo>
                  <a:lnTo>
                    <a:pt x="1187482" y="751808"/>
                  </a:lnTo>
                  <a:lnTo>
                    <a:pt x="1186720" y="752285"/>
                  </a:lnTo>
                  <a:lnTo>
                    <a:pt x="1185481" y="752570"/>
                  </a:lnTo>
                  <a:lnTo>
                    <a:pt x="1182814" y="752570"/>
                  </a:lnTo>
                  <a:lnTo>
                    <a:pt x="1182148" y="752285"/>
                  </a:lnTo>
                  <a:lnTo>
                    <a:pt x="1181672" y="751999"/>
                  </a:lnTo>
                  <a:lnTo>
                    <a:pt x="1181386" y="752094"/>
                  </a:lnTo>
                  <a:lnTo>
                    <a:pt x="1181290" y="753047"/>
                  </a:lnTo>
                  <a:lnTo>
                    <a:pt x="1181100" y="753713"/>
                  </a:lnTo>
                  <a:lnTo>
                    <a:pt x="1180719" y="754285"/>
                  </a:lnTo>
                  <a:lnTo>
                    <a:pt x="1180529" y="754952"/>
                  </a:lnTo>
                  <a:lnTo>
                    <a:pt x="1180814" y="755809"/>
                  </a:lnTo>
                  <a:lnTo>
                    <a:pt x="1176528" y="753999"/>
                  </a:lnTo>
                  <a:lnTo>
                    <a:pt x="1174623" y="752570"/>
                  </a:lnTo>
                  <a:lnTo>
                    <a:pt x="1173099" y="751808"/>
                  </a:lnTo>
                  <a:lnTo>
                    <a:pt x="1172337" y="751332"/>
                  </a:lnTo>
                  <a:lnTo>
                    <a:pt x="1171670" y="751046"/>
                  </a:lnTo>
                  <a:lnTo>
                    <a:pt x="1169956" y="750951"/>
                  </a:lnTo>
                  <a:lnTo>
                    <a:pt x="1169289" y="750761"/>
                  </a:lnTo>
                  <a:lnTo>
                    <a:pt x="1168241" y="749332"/>
                  </a:lnTo>
                  <a:lnTo>
                    <a:pt x="1167098" y="749713"/>
                  </a:lnTo>
                  <a:lnTo>
                    <a:pt x="1165384" y="750094"/>
                  </a:lnTo>
                  <a:lnTo>
                    <a:pt x="1164146" y="750665"/>
                  </a:lnTo>
                  <a:lnTo>
                    <a:pt x="1164622" y="751808"/>
                  </a:lnTo>
                  <a:lnTo>
                    <a:pt x="1162717" y="752856"/>
                  </a:lnTo>
                  <a:lnTo>
                    <a:pt x="1159669" y="755142"/>
                  </a:lnTo>
                  <a:lnTo>
                    <a:pt x="1157192" y="756571"/>
                  </a:lnTo>
                  <a:lnTo>
                    <a:pt x="1152239" y="758190"/>
                  </a:lnTo>
                  <a:lnTo>
                    <a:pt x="1151668" y="758285"/>
                  </a:lnTo>
                  <a:lnTo>
                    <a:pt x="1150906" y="758285"/>
                  </a:lnTo>
                  <a:lnTo>
                    <a:pt x="1150430" y="758095"/>
                  </a:lnTo>
                  <a:lnTo>
                    <a:pt x="1149382" y="757238"/>
                  </a:lnTo>
                  <a:lnTo>
                    <a:pt x="1149477" y="759714"/>
                  </a:lnTo>
                  <a:lnTo>
                    <a:pt x="1149096" y="760762"/>
                  </a:lnTo>
                  <a:lnTo>
                    <a:pt x="1146905" y="761238"/>
                  </a:lnTo>
                  <a:lnTo>
                    <a:pt x="1144714" y="765620"/>
                  </a:lnTo>
                  <a:lnTo>
                    <a:pt x="1145953" y="766381"/>
                  </a:lnTo>
                  <a:lnTo>
                    <a:pt x="1145953" y="767715"/>
                  </a:lnTo>
                  <a:lnTo>
                    <a:pt x="1145476" y="769430"/>
                  </a:lnTo>
                  <a:lnTo>
                    <a:pt x="1145857" y="769906"/>
                  </a:lnTo>
                  <a:lnTo>
                    <a:pt x="1146905" y="769811"/>
                  </a:lnTo>
                  <a:lnTo>
                    <a:pt x="1147286" y="770287"/>
                  </a:lnTo>
                  <a:lnTo>
                    <a:pt x="1147572" y="770858"/>
                  </a:lnTo>
                  <a:lnTo>
                    <a:pt x="1147667" y="771239"/>
                  </a:lnTo>
                  <a:lnTo>
                    <a:pt x="1147858" y="771430"/>
                  </a:lnTo>
                  <a:lnTo>
                    <a:pt x="1148239" y="771716"/>
                  </a:lnTo>
                  <a:lnTo>
                    <a:pt x="1148620" y="772097"/>
                  </a:lnTo>
                  <a:lnTo>
                    <a:pt x="1148810" y="772763"/>
                  </a:lnTo>
                  <a:lnTo>
                    <a:pt x="1148429" y="773811"/>
                  </a:lnTo>
                  <a:lnTo>
                    <a:pt x="1146334" y="774287"/>
                  </a:lnTo>
                  <a:lnTo>
                    <a:pt x="1145381" y="775526"/>
                  </a:lnTo>
                  <a:lnTo>
                    <a:pt x="1144143" y="776764"/>
                  </a:lnTo>
                  <a:lnTo>
                    <a:pt x="1144238" y="777240"/>
                  </a:lnTo>
                  <a:lnTo>
                    <a:pt x="1144429" y="778383"/>
                  </a:lnTo>
                  <a:lnTo>
                    <a:pt x="1144810" y="779336"/>
                  </a:lnTo>
                  <a:lnTo>
                    <a:pt x="1143953" y="780574"/>
                  </a:lnTo>
                  <a:lnTo>
                    <a:pt x="1143762" y="781431"/>
                  </a:lnTo>
                  <a:lnTo>
                    <a:pt x="1144619" y="782479"/>
                  </a:lnTo>
                  <a:lnTo>
                    <a:pt x="1145286" y="783622"/>
                  </a:lnTo>
                  <a:lnTo>
                    <a:pt x="1145476" y="784193"/>
                  </a:lnTo>
                  <a:lnTo>
                    <a:pt x="1146048" y="784098"/>
                  </a:lnTo>
                  <a:lnTo>
                    <a:pt x="1147763" y="785336"/>
                  </a:lnTo>
                  <a:lnTo>
                    <a:pt x="1148906" y="785717"/>
                  </a:lnTo>
                  <a:lnTo>
                    <a:pt x="1150048" y="785813"/>
                  </a:lnTo>
                  <a:lnTo>
                    <a:pt x="1153001" y="786765"/>
                  </a:lnTo>
                  <a:lnTo>
                    <a:pt x="1154144" y="786765"/>
                  </a:lnTo>
                  <a:lnTo>
                    <a:pt x="1155287" y="786575"/>
                  </a:lnTo>
                  <a:lnTo>
                    <a:pt x="1156430" y="787146"/>
                  </a:lnTo>
                  <a:lnTo>
                    <a:pt x="1157573" y="787908"/>
                  </a:lnTo>
                  <a:lnTo>
                    <a:pt x="1158526" y="789051"/>
                  </a:lnTo>
                  <a:lnTo>
                    <a:pt x="1161764" y="788765"/>
                  </a:lnTo>
                  <a:lnTo>
                    <a:pt x="1164717" y="788194"/>
                  </a:lnTo>
                  <a:lnTo>
                    <a:pt x="1165479" y="787432"/>
                  </a:lnTo>
                  <a:lnTo>
                    <a:pt x="1166146" y="786670"/>
                  </a:lnTo>
                  <a:lnTo>
                    <a:pt x="1167098" y="785146"/>
                  </a:lnTo>
                  <a:lnTo>
                    <a:pt x="1168241" y="784670"/>
                  </a:lnTo>
                  <a:lnTo>
                    <a:pt x="1170051" y="784670"/>
                  </a:lnTo>
                  <a:lnTo>
                    <a:pt x="1172528" y="785527"/>
                  </a:lnTo>
                  <a:lnTo>
                    <a:pt x="1173956" y="785908"/>
                  </a:lnTo>
                  <a:lnTo>
                    <a:pt x="1175766" y="786575"/>
                  </a:lnTo>
                  <a:lnTo>
                    <a:pt x="1178623" y="786289"/>
                  </a:lnTo>
                  <a:lnTo>
                    <a:pt x="1183100" y="785051"/>
                  </a:lnTo>
                  <a:lnTo>
                    <a:pt x="1185481" y="784384"/>
                  </a:lnTo>
                  <a:lnTo>
                    <a:pt x="1187577" y="783527"/>
                  </a:lnTo>
                  <a:lnTo>
                    <a:pt x="1193387" y="780097"/>
                  </a:lnTo>
                  <a:lnTo>
                    <a:pt x="1195578" y="779240"/>
                  </a:lnTo>
                  <a:lnTo>
                    <a:pt x="1195768" y="779145"/>
                  </a:lnTo>
                  <a:lnTo>
                    <a:pt x="1196435" y="778859"/>
                  </a:lnTo>
                  <a:lnTo>
                    <a:pt x="1197102" y="778764"/>
                  </a:lnTo>
                  <a:lnTo>
                    <a:pt x="1197673" y="779336"/>
                  </a:lnTo>
                  <a:lnTo>
                    <a:pt x="1198150" y="779621"/>
                  </a:lnTo>
                  <a:lnTo>
                    <a:pt x="1198721" y="779907"/>
                  </a:lnTo>
                  <a:lnTo>
                    <a:pt x="1199102" y="780002"/>
                  </a:lnTo>
                  <a:lnTo>
                    <a:pt x="1199769" y="780002"/>
                  </a:lnTo>
                  <a:lnTo>
                    <a:pt x="1200150" y="779907"/>
                  </a:lnTo>
                  <a:lnTo>
                    <a:pt x="1200626" y="779621"/>
                  </a:lnTo>
                  <a:lnTo>
                    <a:pt x="1201007" y="779240"/>
                  </a:lnTo>
                  <a:lnTo>
                    <a:pt x="1201293" y="778859"/>
                  </a:lnTo>
                  <a:lnTo>
                    <a:pt x="1201674" y="778574"/>
                  </a:lnTo>
                  <a:lnTo>
                    <a:pt x="1202436" y="778574"/>
                  </a:lnTo>
                  <a:lnTo>
                    <a:pt x="1202722" y="778859"/>
                  </a:lnTo>
                  <a:lnTo>
                    <a:pt x="1203103" y="779812"/>
                  </a:lnTo>
                  <a:lnTo>
                    <a:pt x="1203293" y="780002"/>
                  </a:lnTo>
                  <a:lnTo>
                    <a:pt x="1203770" y="779907"/>
                  </a:lnTo>
                  <a:lnTo>
                    <a:pt x="1204150" y="779717"/>
                  </a:lnTo>
                  <a:lnTo>
                    <a:pt x="1204531" y="779717"/>
                  </a:lnTo>
                  <a:lnTo>
                    <a:pt x="1205103" y="780193"/>
                  </a:lnTo>
                  <a:lnTo>
                    <a:pt x="1210818" y="777240"/>
                  </a:lnTo>
                  <a:lnTo>
                    <a:pt x="1211389" y="776573"/>
                  </a:lnTo>
                  <a:lnTo>
                    <a:pt x="1211866" y="776288"/>
                  </a:lnTo>
                  <a:lnTo>
                    <a:pt x="1212247" y="775621"/>
                  </a:lnTo>
                  <a:lnTo>
                    <a:pt x="1212532" y="775621"/>
                  </a:lnTo>
                  <a:lnTo>
                    <a:pt x="1212818" y="775716"/>
                  </a:lnTo>
                  <a:lnTo>
                    <a:pt x="1213009" y="775906"/>
                  </a:lnTo>
                  <a:lnTo>
                    <a:pt x="1212914" y="776002"/>
                  </a:lnTo>
                  <a:lnTo>
                    <a:pt x="1214628" y="775335"/>
                  </a:lnTo>
                  <a:lnTo>
                    <a:pt x="1215104" y="775240"/>
                  </a:lnTo>
                  <a:lnTo>
                    <a:pt x="1216152" y="775526"/>
                  </a:lnTo>
                  <a:lnTo>
                    <a:pt x="1217295" y="776192"/>
                  </a:lnTo>
                  <a:lnTo>
                    <a:pt x="1218438" y="776669"/>
                  </a:lnTo>
                  <a:lnTo>
                    <a:pt x="1219390" y="776478"/>
                  </a:lnTo>
                  <a:lnTo>
                    <a:pt x="1225582" y="771430"/>
                  </a:lnTo>
                  <a:lnTo>
                    <a:pt x="1226153" y="771335"/>
                  </a:lnTo>
                  <a:lnTo>
                    <a:pt x="1226630" y="771049"/>
                  </a:lnTo>
                  <a:lnTo>
                    <a:pt x="1226820" y="770668"/>
                  </a:lnTo>
                  <a:lnTo>
                    <a:pt x="1227487" y="769049"/>
                  </a:lnTo>
                  <a:lnTo>
                    <a:pt x="1228915" y="767239"/>
                  </a:lnTo>
                  <a:lnTo>
                    <a:pt x="1229773" y="766858"/>
                  </a:lnTo>
                  <a:lnTo>
                    <a:pt x="1230821" y="766667"/>
                  </a:lnTo>
                  <a:lnTo>
                    <a:pt x="1231773" y="766381"/>
                  </a:lnTo>
                  <a:lnTo>
                    <a:pt x="1232154" y="765715"/>
                  </a:lnTo>
                  <a:lnTo>
                    <a:pt x="1231964" y="763334"/>
                  </a:lnTo>
                  <a:lnTo>
                    <a:pt x="1232154" y="762191"/>
                  </a:lnTo>
                  <a:lnTo>
                    <a:pt x="1232916" y="761524"/>
                  </a:lnTo>
                  <a:lnTo>
                    <a:pt x="1232916" y="762476"/>
                  </a:lnTo>
                  <a:lnTo>
                    <a:pt x="1233202" y="763238"/>
                  </a:lnTo>
                  <a:lnTo>
                    <a:pt x="1233583" y="764000"/>
                  </a:lnTo>
                  <a:lnTo>
                    <a:pt x="1233964" y="764762"/>
                  </a:lnTo>
                  <a:lnTo>
                    <a:pt x="1234154" y="765524"/>
                  </a:lnTo>
                  <a:lnTo>
                    <a:pt x="1234249" y="766286"/>
                  </a:lnTo>
                  <a:lnTo>
                    <a:pt x="1234154" y="767048"/>
                  </a:lnTo>
                  <a:lnTo>
                    <a:pt x="1233964" y="767905"/>
                  </a:lnTo>
                  <a:lnTo>
                    <a:pt x="1233297" y="769239"/>
                  </a:lnTo>
                  <a:lnTo>
                    <a:pt x="1232440" y="770287"/>
                  </a:lnTo>
                  <a:lnTo>
                    <a:pt x="1231678" y="771335"/>
                  </a:lnTo>
                  <a:lnTo>
                    <a:pt x="1231487" y="772668"/>
                  </a:lnTo>
                  <a:lnTo>
                    <a:pt x="1232916" y="775716"/>
                  </a:lnTo>
                  <a:lnTo>
                    <a:pt x="1235583" y="776288"/>
                  </a:lnTo>
                  <a:lnTo>
                    <a:pt x="1246346" y="773239"/>
                  </a:lnTo>
                  <a:lnTo>
                    <a:pt x="1248728" y="772859"/>
                  </a:lnTo>
                  <a:lnTo>
                    <a:pt x="1251014" y="772954"/>
                  </a:lnTo>
                  <a:lnTo>
                    <a:pt x="1252061" y="773430"/>
                  </a:lnTo>
                  <a:lnTo>
                    <a:pt x="1254157" y="775145"/>
                  </a:lnTo>
                  <a:lnTo>
                    <a:pt x="1254728" y="775526"/>
                  </a:lnTo>
                  <a:lnTo>
                    <a:pt x="1255109" y="775430"/>
                  </a:lnTo>
                  <a:lnTo>
                    <a:pt x="1255490" y="775240"/>
                  </a:lnTo>
                  <a:lnTo>
                    <a:pt x="1255681" y="774954"/>
                  </a:lnTo>
                  <a:lnTo>
                    <a:pt x="1255681" y="774859"/>
                  </a:lnTo>
                  <a:lnTo>
                    <a:pt x="1255966" y="774954"/>
                  </a:lnTo>
                  <a:lnTo>
                    <a:pt x="1256729" y="775240"/>
                  </a:lnTo>
                  <a:lnTo>
                    <a:pt x="1257205" y="775335"/>
                  </a:lnTo>
                  <a:lnTo>
                    <a:pt x="1258253" y="775526"/>
                  </a:lnTo>
                  <a:lnTo>
                    <a:pt x="1258824" y="775526"/>
                  </a:lnTo>
                  <a:lnTo>
                    <a:pt x="1260062" y="775335"/>
                  </a:lnTo>
                  <a:lnTo>
                    <a:pt x="1260729" y="775049"/>
                  </a:lnTo>
                  <a:lnTo>
                    <a:pt x="1261205" y="773621"/>
                  </a:lnTo>
                  <a:close/>
                  <a:moveTo>
                    <a:pt x="414814" y="292894"/>
                  </a:moveTo>
                  <a:lnTo>
                    <a:pt x="413195" y="293561"/>
                  </a:lnTo>
                  <a:lnTo>
                    <a:pt x="412432" y="294227"/>
                  </a:lnTo>
                  <a:lnTo>
                    <a:pt x="412813" y="294894"/>
                  </a:lnTo>
                  <a:lnTo>
                    <a:pt x="414338" y="294608"/>
                  </a:lnTo>
                  <a:lnTo>
                    <a:pt x="416052" y="293846"/>
                  </a:lnTo>
                  <a:lnTo>
                    <a:pt x="417100" y="293180"/>
                  </a:lnTo>
                  <a:lnTo>
                    <a:pt x="416433" y="292703"/>
                  </a:lnTo>
                  <a:lnTo>
                    <a:pt x="414814" y="292894"/>
                  </a:lnTo>
                  <a:close/>
                  <a:moveTo>
                    <a:pt x="1359408" y="834580"/>
                  </a:moveTo>
                  <a:lnTo>
                    <a:pt x="1358360" y="833342"/>
                  </a:lnTo>
                  <a:lnTo>
                    <a:pt x="1356836" y="832199"/>
                  </a:lnTo>
                  <a:lnTo>
                    <a:pt x="1353312" y="830389"/>
                  </a:lnTo>
                  <a:lnTo>
                    <a:pt x="1351883" y="829342"/>
                  </a:lnTo>
                  <a:lnTo>
                    <a:pt x="1350645" y="827627"/>
                  </a:lnTo>
                  <a:lnTo>
                    <a:pt x="1348549" y="823246"/>
                  </a:lnTo>
                  <a:lnTo>
                    <a:pt x="1347121" y="821436"/>
                  </a:lnTo>
                  <a:lnTo>
                    <a:pt x="1343311" y="819436"/>
                  </a:lnTo>
                  <a:lnTo>
                    <a:pt x="1342739" y="818674"/>
                  </a:lnTo>
                  <a:lnTo>
                    <a:pt x="1342454" y="817340"/>
                  </a:lnTo>
                  <a:lnTo>
                    <a:pt x="1341691" y="816483"/>
                  </a:lnTo>
                  <a:lnTo>
                    <a:pt x="1340644" y="816007"/>
                  </a:lnTo>
                  <a:lnTo>
                    <a:pt x="1339501" y="815912"/>
                  </a:lnTo>
                  <a:lnTo>
                    <a:pt x="1337024" y="816293"/>
                  </a:lnTo>
                  <a:lnTo>
                    <a:pt x="1335691" y="816674"/>
                  </a:lnTo>
                  <a:lnTo>
                    <a:pt x="1335119" y="817245"/>
                  </a:lnTo>
                  <a:lnTo>
                    <a:pt x="1334738" y="818007"/>
                  </a:lnTo>
                  <a:lnTo>
                    <a:pt x="1333881" y="817912"/>
                  </a:lnTo>
                  <a:lnTo>
                    <a:pt x="1330738" y="816483"/>
                  </a:lnTo>
                  <a:lnTo>
                    <a:pt x="1330071" y="815816"/>
                  </a:lnTo>
                  <a:lnTo>
                    <a:pt x="1329785" y="814959"/>
                  </a:lnTo>
                  <a:lnTo>
                    <a:pt x="1329690" y="812959"/>
                  </a:lnTo>
                  <a:lnTo>
                    <a:pt x="1329309" y="811625"/>
                  </a:lnTo>
                  <a:lnTo>
                    <a:pt x="1329309" y="809435"/>
                  </a:lnTo>
                  <a:lnTo>
                    <a:pt x="1328547" y="808577"/>
                  </a:lnTo>
                  <a:lnTo>
                    <a:pt x="1327404" y="807720"/>
                  </a:lnTo>
                  <a:lnTo>
                    <a:pt x="1326166" y="807244"/>
                  </a:lnTo>
                  <a:lnTo>
                    <a:pt x="1325213" y="807434"/>
                  </a:lnTo>
                  <a:lnTo>
                    <a:pt x="1324356" y="807911"/>
                  </a:lnTo>
                  <a:lnTo>
                    <a:pt x="1323404" y="807815"/>
                  </a:lnTo>
                  <a:lnTo>
                    <a:pt x="1322451" y="807434"/>
                  </a:lnTo>
                  <a:lnTo>
                    <a:pt x="1321594" y="806958"/>
                  </a:lnTo>
                  <a:lnTo>
                    <a:pt x="1320356" y="805910"/>
                  </a:lnTo>
                  <a:lnTo>
                    <a:pt x="1317212" y="801529"/>
                  </a:lnTo>
                  <a:lnTo>
                    <a:pt x="1315022" y="799719"/>
                  </a:lnTo>
                  <a:lnTo>
                    <a:pt x="1314640" y="799243"/>
                  </a:lnTo>
                  <a:lnTo>
                    <a:pt x="1314355" y="798005"/>
                  </a:lnTo>
                  <a:lnTo>
                    <a:pt x="1313688" y="797909"/>
                  </a:lnTo>
                  <a:lnTo>
                    <a:pt x="1307116" y="802672"/>
                  </a:lnTo>
                  <a:lnTo>
                    <a:pt x="1305973" y="802958"/>
                  </a:lnTo>
                  <a:lnTo>
                    <a:pt x="1299686" y="802291"/>
                  </a:lnTo>
                  <a:lnTo>
                    <a:pt x="1299020" y="801814"/>
                  </a:lnTo>
                  <a:lnTo>
                    <a:pt x="1298734" y="801148"/>
                  </a:lnTo>
                  <a:lnTo>
                    <a:pt x="1297972" y="800862"/>
                  </a:lnTo>
                  <a:lnTo>
                    <a:pt x="1297019" y="800862"/>
                  </a:lnTo>
                  <a:lnTo>
                    <a:pt x="1293971" y="801529"/>
                  </a:lnTo>
                  <a:lnTo>
                    <a:pt x="1292733" y="802005"/>
                  </a:lnTo>
                  <a:lnTo>
                    <a:pt x="1291685" y="802672"/>
                  </a:lnTo>
                  <a:lnTo>
                    <a:pt x="1291114" y="802672"/>
                  </a:lnTo>
                  <a:lnTo>
                    <a:pt x="1288923" y="801910"/>
                  </a:lnTo>
                  <a:lnTo>
                    <a:pt x="1287875" y="801719"/>
                  </a:lnTo>
                  <a:lnTo>
                    <a:pt x="1285304" y="802196"/>
                  </a:lnTo>
                  <a:lnTo>
                    <a:pt x="1284637" y="802672"/>
                  </a:lnTo>
                  <a:lnTo>
                    <a:pt x="1284161" y="802767"/>
                  </a:lnTo>
                  <a:lnTo>
                    <a:pt x="1279970" y="802005"/>
                  </a:lnTo>
                  <a:lnTo>
                    <a:pt x="1277969" y="802005"/>
                  </a:lnTo>
                  <a:lnTo>
                    <a:pt x="1277588" y="802100"/>
                  </a:lnTo>
                  <a:lnTo>
                    <a:pt x="1276922" y="802577"/>
                  </a:lnTo>
                  <a:lnTo>
                    <a:pt x="1276636" y="802672"/>
                  </a:lnTo>
                  <a:lnTo>
                    <a:pt x="1274921" y="802672"/>
                  </a:lnTo>
                  <a:lnTo>
                    <a:pt x="1272921" y="803053"/>
                  </a:lnTo>
                  <a:lnTo>
                    <a:pt x="1272159" y="803434"/>
                  </a:lnTo>
                  <a:lnTo>
                    <a:pt x="1270540" y="804291"/>
                  </a:lnTo>
                  <a:lnTo>
                    <a:pt x="1269873" y="804481"/>
                  </a:lnTo>
                  <a:lnTo>
                    <a:pt x="1268254" y="804672"/>
                  </a:lnTo>
                  <a:lnTo>
                    <a:pt x="1266730" y="805148"/>
                  </a:lnTo>
                  <a:lnTo>
                    <a:pt x="1265396" y="805910"/>
                  </a:lnTo>
                  <a:lnTo>
                    <a:pt x="1263015" y="807911"/>
                  </a:lnTo>
                  <a:lnTo>
                    <a:pt x="1261872" y="809149"/>
                  </a:lnTo>
                  <a:lnTo>
                    <a:pt x="1261015" y="810482"/>
                  </a:lnTo>
                  <a:lnTo>
                    <a:pt x="1260634" y="812006"/>
                  </a:lnTo>
                  <a:lnTo>
                    <a:pt x="1261015" y="812863"/>
                  </a:lnTo>
                  <a:lnTo>
                    <a:pt x="1261777" y="813626"/>
                  </a:lnTo>
                  <a:lnTo>
                    <a:pt x="1263301" y="814673"/>
                  </a:lnTo>
                  <a:lnTo>
                    <a:pt x="1264063" y="815340"/>
                  </a:lnTo>
                  <a:lnTo>
                    <a:pt x="1264539" y="815912"/>
                  </a:lnTo>
                  <a:lnTo>
                    <a:pt x="1265491" y="817531"/>
                  </a:lnTo>
                  <a:lnTo>
                    <a:pt x="1266158" y="818388"/>
                  </a:lnTo>
                  <a:lnTo>
                    <a:pt x="1268539" y="820198"/>
                  </a:lnTo>
                  <a:lnTo>
                    <a:pt x="1269301" y="820579"/>
                  </a:lnTo>
                  <a:lnTo>
                    <a:pt x="1271397" y="820960"/>
                  </a:lnTo>
                  <a:lnTo>
                    <a:pt x="1273492" y="821912"/>
                  </a:lnTo>
                  <a:lnTo>
                    <a:pt x="1275779" y="822198"/>
                  </a:lnTo>
                  <a:lnTo>
                    <a:pt x="1277969" y="822198"/>
                  </a:lnTo>
                  <a:lnTo>
                    <a:pt x="1279207" y="821912"/>
                  </a:lnTo>
                  <a:lnTo>
                    <a:pt x="1280541" y="822770"/>
                  </a:lnTo>
                  <a:lnTo>
                    <a:pt x="1281017" y="822960"/>
                  </a:lnTo>
                  <a:lnTo>
                    <a:pt x="1281493" y="822960"/>
                  </a:lnTo>
                  <a:lnTo>
                    <a:pt x="1282065" y="822579"/>
                  </a:lnTo>
                  <a:lnTo>
                    <a:pt x="1282541" y="822579"/>
                  </a:lnTo>
                  <a:lnTo>
                    <a:pt x="1284541" y="824008"/>
                  </a:lnTo>
                  <a:lnTo>
                    <a:pt x="1285589" y="824389"/>
                  </a:lnTo>
                  <a:lnTo>
                    <a:pt x="1286065" y="823436"/>
                  </a:lnTo>
                  <a:lnTo>
                    <a:pt x="1286447" y="822865"/>
                  </a:lnTo>
                  <a:lnTo>
                    <a:pt x="1287304" y="822484"/>
                  </a:lnTo>
                  <a:lnTo>
                    <a:pt x="1288351" y="822198"/>
                  </a:lnTo>
                  <a:lnTo>
                    <a:pt x="1289209" y="822103"/>
                  </a:lnTo>
                  <a:lnTo>
                    <a:pt x="1290352" y="822293"/>
                  </a:lnTo>
                  <a:lnTo>
                    <a:pt x="1292542" y="823055"/>
                  </a:lnTo>
                  <a:lnTo>
                    <a:pt x="1295114" y="823246"/>
                  </a:lnTo>
                  <a:lnTo>
                    <a:pt x="1296353" y="823531"/>
                  </a:lnTo>
                  <a:lnTo>
                    <a:pt x="1296543" y="823436"/>
                  </a:lnTo>
                  <a:lnTo>
                    <a:pt x="1296829" y="823246"/>
                  </a:lnTo>
                  <a:lnTo>
                    <a:pt x="1297114" y="823151"/>
                  </a:lnTo>
                  <a:lnTo>
                    <a:pt x="1297496" y="823151"/>
                  </a:lnTo>
                  <a:lnTo>
                    <a:pt x="1297496" y="823341"/>
                  </a:lnTo>
                  <a:lnTo>
                    <a:pt x="1297400" y="824103"/>
                  </a:lnTo>
                  <a:lnTo>
                    <a:pt x="1297400" y="824294"/>
                  </a:lnTo>
                  <a:lnTo>
                    <a:pt x="1299496" y="824865"/>
                  </a:lnTo>
                  <a:lnTo>
                    <a:pt x="1300067" y="825532"/>
                  </a:lnTo>
                  <a:lnTo>
                    <a:pt x="1300258" y="827056"/>
                  </a:lnTo>
                  <a:lnTo>
                    <a:pt x="1300639" y="827627"/>
                  </a:lnTo>
                  <a:lnTo>
                    <a:pt x="1303877" y="829342"/>
                  </a:lnTo>
                  <a:lnTo>
                    <a:pt x="1305782" y="830675"/>
                  </a:lnTo>
                  <a:lnTo>
                    <a:pt x="1306735" y="831056"/>
                  </a:lnTo>
                  <a:lnTo>
                    <a:pt x="1308830" y="831247"/>
                  </a:lnTo>
                  <a:lnTo>
                    <a:pt x="1309306" y="831342"/>
                  </a:lnTo>
                  <a:lnTo>
                    <a:pt x="1310354" y="831913"/>
                  </a:lnTo>
                  <a:lnTo>
                    <a:pt x="1310640" y="832295"/>
                  </a:lnTo>
                  <a:lnTo>
                    <a:pt x="1310831" y="832771"/>
                  </a:lnTo>
                  <a:lnTo>
                    <a:pt x="1311116" y="832961"/>
                  </a:lnTo>
                  <a:lnTo>
                    <a:pt x="1311783" y="832485"/>
                  </a:lnTo>
                  <a:lnTo>
                    <a:pt x="1312069" y="833247"/>
                  </a:lnTo>
                  <a:lnTo>
                    <a:pt x="1312450" y="833723"/>
                  </a:lnTo>
                  <a:lnTo>
                    <a:pt x="1313021" y="833914"/>
                  </a:lnTo>
                  <a:lnTo>
                    <a:pt x="1313783" y="834009"/>
                  </a:lnTo>
                  <a:lnTo>
                    <a:pt x="1314355" y="834104"/>
                  </a:lnTo>
                  <a:lnTo>
                    <a:pt x="1314926" y="834485"/>
                  </a:lnTo>
                  <a:lnTo>
                    <a:pt x="1315403" y="834962"/>
                  </a:lnTo>
                  <a:lnTo>
                    <a:pt x="1317403" y="837629"/>
                  </a:lnTo>
                  <a:lnTo>
                    <a:pt x="1318070" y="838962"/>
                  </a:lnTo>
                  <a:lnTo>
                    <a:pt x="1318450" y="841343"/>
                  </a:lnTo>
                  <a:lnTo>
                    <a:pt x="1318736" y="841438"/>
                  </a:lnTo>
                  <a:lnTo>
                    <a:pt x="1319213" y="841343"/>
                  </a:lnTo>
                  <a:lnTo>
                    <a:pt x="1319784" y="841629"/>
                  </a:lnTo>
                  <a:lnTo>
                    <a:pt x="1321213" y="844010"/>
                  </a:lnTo>
                  <a:lnTo>
                    <a:pt x="1321498" y="844296"/>
                  </a:lnTo>
                  <a:lnTo>
                    <a:pt x="1323689" y="845249"/>
                  </a:lnTo>
                  <a:lnTo>
                    <a:pt x="1323975" y="845630"/>
                  </a:lnTo>
                  <a:lnTo>
                    <a:pt x="1324547" y="846677"/>
                  </a:lnTo>
                  <a:lnTo>
                    <a:pt x="1324832" y="847058"/>
                  </a:lnTo>
                  <a:lnTo>
                    <a:pt x="1328261" y="848011"/>
                  </a:lnTo>
                  <a:lnTo>
                    <a:pt x="1328738" y="848297"/>
                  </a:lnTo>
                  <a:lnTo>
                    <a:pt x="1329309" y="848106"/>
                  </a:lnTo>
                  <a:lnTo>
                    <a:pt x="1337215" y="849249"/>
                  </a:lnTo>
                  <a:lnTo>
                    <a:pt x="1338167" y="849630"/>
                  </a:lnTo>
                  <a:lnTo>
                    <a:pt x="1339406" y="851249"/>
                  </a:lnTo>
                  <a:lnTo>
                    <a:pt x="1340358" y="851821"/>
                  </a:lnTo>
                  <a:lnTo>
                    <a:pt x="1341406" y="851821"/>
                  </a:lnTo>
                  <a:lnTo>
                    <a:pt x="1342073" y="851345"/>
                  </a:lnTo>
                  <a:lnTo>
                    <a:pt x="1342454" y="850487"/>
                  </a:lnTo>
                  <a:lnTo>
                    <a:pt x="1342549" y="849439"/>
                  </a:lnTo>
                  <a:lnTo>
                    <a:pt x="1343025" y="848963"/>
                  </a:lnTo>
                  <a:lnTo>
                    <a:pt x="1345501" y="847725"/>
                  </a:lnTo>
                  <a:lnTo>
                    <a:pt x="1346454" y="847439"/>
                  </a:lnTo>
                  <a:lnTo>
                    <a:pt x="1349883" y="847916"/>
                  </a:lnTo>
                  <a:lnTo>
                    <a:pt x="1350455" y="847630"/>
                  </a:lnTo>
                  <a:lnTo>
                    <a:pt x="1350931" y="847249"/>
                  </a:lnTo>
                  <a:lnTo>
                    <a:pt x="1354169" y="846392"/>
                  </a:lnTo>
                  <a:lnTo>
                    <a:pt x="1354836" y="845820"/>
                  </a:lnTo>
                  <a:lnTo>
                    <a:pt x="1355693" y="844487"/>
                  </a:lnTo>
                  <a:lnTo>
                    <a:pt x="1357979" y="842010"/>
                  </a:lnTo>
                  <a:lnTo>
                    <a:pt x="1359694" y="840772"/>
                  </a:lnTo>
                  <a:lnTo>
                    <a:pt x="1360170" y="840200"/>
                  </a:lnTo>
                  <a:lnTo>
                    <a:pt x="1360837" y="838105"/>
                  </a:lnTo>
                  <a:lnTo>
                    <a:pt x="1360361" y="836105"/>
                  </a:lnTo>
                  <a:lnTo>
                    <a:pt x="1359408" y="834580"/>
                  </a:lnTo>
                  <a:close/>
                  <a:moveTo>
                    <a:pt x="1084612" y="767525"/>
                  </a:moveTo>
                  <a:lnTo>
                    <a:pt x="1084136" y="766286"/>
                  </a:lnTo>
                  <a:lnTo>
                    <a:pt x="1083278" y="765048"/>
                  </a:lnTo>
                  <a:lnTo>
                    <a:pt x="1082040" y="764762"/>
                  </a:lnTo>
                  <a:lnTo>
                    <a:pt x="1081278" y="765143"/>
                  </a:lnTo>
                  <a:lnTo>
                    <a:pt x="1080325" y="764953"/>
                  </a:lnTo>
                  <a:lnTo>
                    <a:pt x="1079754" y="765429"/>
                  </a:lnTo>
                  <a:lnTo>
                    <a:pt x="1077849" y="767810"/>
                  </a:lnTo>
                  <a:lnTo>
                    <a:pt x="1077658" y="768191"/>
                  </a:lnTo>
                  <a:lnTo>
                    <a:pt x="1078039" y="768477"/>
                  </a:lnTo>
                  <a:lnTo>
                    <a:pt x="1078801" y="768668"/>
                  </a:lnTo>
                  <a:lnTo>
                    <a:pt x="1079659" y="769715"/>
                  </a:lnTo>
                  <a:lnTo>
                    <a:pt x="1082612" y="771716"/>
                  </a:lnTo>
                  <a:lnTo>
                    <a:pt x="1084136" y="772192"/>
                  </a:lnTo>
                  <a:lnTo>
                    <a:pt x="1085088" y="771049"/>
                  </a:lnTo>
                  <a:lnTo>
                    <a:pt x="1086040" y="770096"/>
                  </a:lnTo>
                  <a:lnTo>
                    <a:pt x="1085564" y="768572"/>
                  </a:lnTo>
                  <a:lnTo>
                    <a:pt x="1084612" y="767525"/>
                  </a:lnTo>
                  <a:close/>
                  <a:moveTo>
                    <a:pt x="183737" y="319850"/>
                  </a:moveTo>
                  <a:lnTo>
                    <a:pt x="182785" y="317659"/>
                  </a:lnTo>
                  <a:lnTo>
                    <a:pt x="182213" y="314992"/>
                  </a:lnTo>
                  <a:lnTo>
                    <a:pt x="180784" y="312134"/>
                  </a:lnTo>
                  <a:lnTo>
                    <a:pt x="178784" y="309753"/>
                  </a:lnTo>
                  <a:lnTo>
                    <a:pt x="176593" y="308801"/>
                  </a:lnTo>
                  <a:lnTo>
                    <a:pt x="174498" y="309181"/>
                  </a:lnTo>
                  <a:lnTo>
                    <a:pt x="173450" y="309467"/>
                  </a:lnTo>
                  <a:lnTo>
                    <a:pt x="172974" y="309753"/>
                  </a:lnTo>
                  <a:lnTo>
                    <a:pt x="173260" y="310325"/>
                  </a:lnTo>
                  <a:lnTo>
                    <a:pt x="174022" y="310801"/>
                  </a:lnTo>
                  <a:lnTo>
                    <a:pt x="174879" y="311277"/>
                  </a:lnTo>
                  <a:lnTo>
                    <a:pt x="175450" y="311658"/>
                  </a:lnTo>
                  <a:lnTo>
                    <a:pt x="176498" y="313182"/>
                  </a:lnTo>
                  <a:lnTo>
                    <a:pt x="177927" y="316611"/>
                  </a:lnTo>
                  <a:lnTo>
                    <a:pt x="178784" y="318040"/>
                  </a:lnTo>
                  <a:lnTo>
                    <a:pt x="184404" y="325946"/>
                  </a:lnTo>
                  <a:lnTo>
                    <a:pt x="185928" y="329184"/>
                  </a:lnTo>
                  <a:lnTo>
                    <a:pt x="186309" y="329184"/>
                  </a:lnTo>
                  <a:lnTo>
                    <a:pt x="186214" y="328517"/>
                  </a:lnTo>
                  <a:lnTo>
                    <a:pt x="185928" y="327755"/>
                  </a:lnTo>
                  <a:lnTo>
                    <a:pt x="185833" y="327184"/>
                  </a:lnTo>
                  <a:lnTo>
                    <a:pt x="185928" y="326708"/>
                  </a:lnTo>
                  <a:lnTo>
                    <a:pt x="186404" y="326041"/>
                  </a:lnTo>
                  <a:lnTo>
                    <a:pt x="186595" y="325564"/>
                  </a:lnTo>
                  <a:lnTo>
                    <a:pt x="186595" y="325946"/>
                  </a:lnTo>
                  <a:lnTo>
                    <a:pt x="186880" y="323850"/>
                  </a:lnTo>
                  <a:lnTo>
                    <a:pt x="185452" y="321850"/>
                  </a:lnTo>
                  <a:lnTo>
                    <a:pt x="183737" y="319850"/>
                  </a:lnTo>
                  <a:close/>
                  <a:moveTo>
                    <a:pt x="181261" y="223266"/>
                  </a:moveTo>
                  <a:lnTo>
                    <a:pt x="181928" y="223361"/>
                  </a:lnTo>
                  <a:lnTo>
                    <a:pt x="183642" y="224219"/>
                  </a:lnTo>
                  <a:lnTo>
                    <a:pt x="185261" y="224409"/>
                  </a:lnTo>
                  <a:lnTo>
                    <a:pt x="186880" y="224409"/>
                  </a:lnTo>
                  <a:lnTo>
                    <a:pt x="188023" y="224219"/>
                  </a:lnTo>
                  <a:lnTo>
                    <a:pt x="188976" y="223933"/>
                  </a:lnTo>
                  <a:lnTo>
                    <a:pt x="188500" y="222885"/>
                  </a:lnTo>
                  <a:lnTo>
                    <a:pt x="187452" y="221742"/>
                  </a:lnTo>
                  <a:lnTo>
                    <a:pt x="186595" y="221266"/>
                  </a:lnTo>
                  <a:lnTo>
                    <a:pt x="185833" y="221742"/>
                  </a:lnTo>
                  <a:lnTo>
                    <a:pt x="185356" y="222409"/>
                  </a:lnTo>
                  <a:lnTo>
                    <a:pt x="184785" y="222695"/>
                  </a:lnTo>
                  <a:lnTo>
                    <a:pt x="183928" y="222218"/>
                  </a:lnTo>
                  <a:lnTo>
                    <a:pt x="183071" y="220885"/>
                  </a:lnTo>
                  <a:lnTo>
                    <a:pt x="182499" y="220218"/>
                  </a:lnTo>
                  <a:lnTo>
                    <a:pt x="181737" y="219932"/>
                  </a:lnTo>
                  <a:lnTo>
                    <a:pt x="180880" y="220218"/>
                  </a:lnTo>
                  <a:lnTo>
                    <a:pt x="180308" y="220885"/>
                  </a:lnTo>
                  <a:lnTo>
                    <a:pt x="180022" y="221647"/>
                  </a:lnTo>
                  <a:lnTo>
                    <a:pt x="180118" y="222409"/>
                  </a:lnTo>
                  <a:lnTo>
                    <a:pt x="180594" y="222980"/>
                  </a:lnTo>
                  <a:lnTo>
                    <a:pt x="181261" y="223266"/>
                  </a:lnTo>
                  <a:close/>
                  <a:moveTo>
                    <a:pt x="183832" y="329755"/>
                  </a:moveTo>
                  <a:lnTo>
                    <a:pt x="184213" y="328613"/>
                  </a:lnTo>
                  <a:lnTo>
                    <a:pt x="183451" y="326708"/>
                  </a:lnTo>
                  <a:lnTo>
                    <a:pt x="181261" y="322993"/>
                  </a:lnTo>
                  <a:lnTo>
                    <a:pt x="180689" y="322326"/>
                  </a:lnTo>
                  <a:lnTo>
                    <a:pt x="180118" y="322231"/>
                  </a:lnTo>
                  <a:lnTo>
                    <a:pt x="179546" y="322993"/>
                  </a:lnTo>
                  <a:lnTo>
                    <a:pt x="179927" y="324612"/>
                  </a:lnTo>
                  <a:lnTo>
                    <a:pt x="179927" y="325184"/>
                  </a:lnTo>
                  <a:lnTo>
                    <a:pt x="179641" y="325469"/>
                  </a:lnTo>
                  <a:lnTo>
                    <a:pt x="179261" y="325660"/>
                  </a:lnTo>
                  <a:lnTo>
                    <a:pt x="178879" y="325755"/>
                  </a:lnTo>
                  <a:lnTo>
                    <a:pt x="178498" y="325946"/>
                  </a:lnTo>
                  <a:lnTo>
                    <a:pt x="178022" y="326422"/>
                  </a:lnTo>
                  <a:lnTo>
                    <a:pt x="176974" y="327946"/>
                  </a:lnTo>
                  <a:lnTo>
                    <a:pt x="176689" y="328517"/>
                  </a:lnTo>
                  <a:lnTo>
                    <a:pt x="176593" y="329565"/>
                  </a:lnTo>
                  <a:lnTo>
                    <a:pt x="176784" y="331756"/>
                  </a:lnTo>
                  <a:lnTo>
                    <a:pt x="176689" y="332804"/>
                  </a:lnTo>
                  <a:lnTo>
                    <a:pt x="175546" y="336137"/>
                  </a:lnTo>
                  <a:lnTo>
                    <a:pt x="175260" y="336709"/>
                  </a:lnTo>
                  <a:lnTo>
                    <a:pt x="174879" y="336804"/>
                  </a:lnTo>
                  <a:lnTo>
                    <a:pt x="173926" y="336423"/>
                  </a:lnTo>
                  <a:lnTo>
                    <a:pt x="173450" y="336328"/>
                  </a:lnTo>
                  <a:lnTo>
                    <a:pt x="173069" y="336423"/>
                  </a:lnTo>
                  <a:lnTo>
                    <a:pt x="172498" y="336899"/>
                  </a:lnTo>
                  <a:lnTo>
                    <a:pt x="172021" y="337090"/>
                  </a:lnTo>
                  <a:lnTo>
                    <a:pt x="174212" y="337566"/>
                  </a:lnTo>
                  <a:lnTo>
                    <a:pt x="178117" y="339757"/>
                  </a:lnTo>
                  <a:lnTo>
                    <a:pt x="179832" y="340233"/>
                  </a:lnTo>
                  <a:lnTo>
                    <a:pt x="179737" y="339852"/>
                  </a:lnTo>
                  <a:lnTo>
                    <a:pt x="179832" y="338995"/>
                  </a:lnTo>
                  <a:lnTo>
                    <a:pt x="180022" y="338042"/>
                  </a:lnTo>
                  <a:lnTo>
                    <a:pt x="180308" y="337471"/>
                  </a:lnTo>
                  <a:lnTo>
                    <a:pt x="181165" y="337185"/>
                  </a:lnTo>
                  <a:lnTo>
                    <a:pt x="181928" y="337376"/>
                  </a:lnTo>
                  <a:lnTo>
                    <a:pt x="182213" y="337852"/>
                  </a:lnTo>
                  <a:lnTo>
                    <a:pt x="181737" y="338519"/>
                  </a:lnTo>
                  <a:lnTo>
                    <a:pt x="182213" y="338709"/>
                  </a:lnTo>
                  <a:lnTo>
                    <a:pt x="182499" y="338709"/>
                  </a:lnTo>
                  <a:lnTo>
                    <a:pt x="182785" y="338519"/>
                  </a:lnTo>
                  <a:lnTo>
                    <a:pt x="183166" y="338138"/>
                  </a:lnTo>
                  <a:lnTo>
                    <a:pt x="183261" y="338423"/>
                  </a:lnTo>
                  <a:lnTo>
                    <a:pt x="183356" y="338614"/>
                  </a:lnTo>
                  <a:lnTo>
                    <a:pt x="183451" y="338804"/>
                  </a:lnTo>
                  <a:lnTo>
                    <a:pt x="183451" y="339185"/>
                  </a:lnTo>
                  <a:lnTo>
                    <a:pt x="183832" y="339185"/>
                  </a:lnTo>
                  <a:lnTo>
                    <a:pt x="184023" y="338423"/>
                  </a:lnTo>
                  <a:lnTo>
                    <a:pt x="183928" y="337566"/>
                  </a:lnTo>
                  <a:lnTo>
                    <a:pt x="183642" y="336804"/>
                  </a:lnTo>
                  <a:lnTo>
                    <a:pt x="183166" y="336328"/>
                  </a:lnTo>
                  <a:lnTo>
                    <a:pt x="183642" y="335661"/>
                  </a:lnTo>
                  <a:lnTo>
                    <a:pt x="184023" y="334994"/>
                  </a:lnTo>
                  <a:lnTo>
                    <a:pt x="184213" y="334328"/>
                  </a:lnTo>
                  <a:lnTo>
                    <a:pt x="184118" y="333661"/>
                  </a:lnTo>
                  <a:lnTo>
                    <a:pt x="184499" y="332708"/>
                  </a:lnTo>
                  <a:lnTo>
                    <a:pt x="184690" y="331661"/>
                  </a:lnTo>
                  <a:lnTo>
                    <a:pt x="184595" y="330613"/>
                  </a:lnTo>
                  <a:lnTo>
                    <a:pt x="183832" y="329755"/>
                  </a:lnTo>
                  <a:close/>
                  <a:moveTo>
                    <a:pt x="191738" y="305276"/>
                  </a:moveTo>
                  <a:lnTo>
                    <a:pt x="193834" y="305753"/>
                  </a:lnTo>
                  <a:lnTo>
                    <a:pt x="195834" y="305562"/>
                  </a:lnTo>
                  <a:lnTo>
                    <a:pt x="197834" y="304895"/>
                  </a:lnTo>
                  <a:lnTo>
                    <a:pt x="199930" y="304895"/>
                  </a:lnTo>
                  <a:lnTo>
                    <a:pt x="202121" y="304991"/>
                  </a:lnTo>
                  <a:lnTo>
                    <a:pt x="202501" y="303657"/>
                  </a:lnTo>
                  <a:lnTo>
                    <a:pt x="201644" y="302038"/>
                  </a:lnTo>
                  <a:lnTo>
                    <a:pt x="200025" y="300990"/>
                  </a:lnTo>
                  <a:lnTo>
                    <a:pt x="198025" y="300704"/>
                  </a:lnTo>
                  <a:lnTo>
                    <a:pt x="196787" y="300704"/>
                  </a:lnTo>
                  <a:lnTo>
                    <a:pt x="195358" y="300228"/>
                  </a:lnTo>
                  <a:lnTo>
                    <a:pt x="193072" y="300514"/>
                  </a:lnTo>
                  <a:lnTo>
                    <a:pt x="190595" y="300228"/>
                  </a:lnTo>
                  <a:lnTo>
                    <a:pt x="188690" y="300419"/>
                  </a:lnTo>
                  <a:lnTo>
                    <a:pt x="186499" y="301085"/>
                  </a:lnTo>
                  <a:lnTo>
                    <a:pt x="185261" y="301847"/>
                  </a:lnTo>
                  <a:lnTo>
                    <a:pt x="185452" y="303562"/>
                  </a:lnTo>
                  <a:lnTo>
                    <a:pt x="186023" y="304705"/>
                  </a:lnTo>
                  <a:lnTo>
                    <a:pt x="188023" y="304895"/>
                  </a:lnTo>
                  <a:lnTo>
                    <a:pt x="190309" y="304895"/>
                  </a:lnTo>
                  <a:lnTo>
                    <a:pt x="191738" y="305276"/>
                  </a:lnTo>
                  <a:close/>
                  <a:moveTo>
                    <a:pt x="109728" y="199263"/>
                  </a:moveTo>
                  <a:lnTo>
                    <a:pt x="109442" y="199739"/>
                  </a:lnTo>
                  <a:lnTo>
                    <a:pt x="108775" y="200311"/>
                  </a:lnTo>
                  <a:lnTo>
                    <a:pt x="108395" y="200216"/>
                  </a:lnTo>
                  <a:lnTo>
                    <a:pt x="110109" y="203930"/>
                  </a:lnTo>
                  <a:lnTo>
                    <a:pt x="110776" y="204026"/>
                  </a:lnTo>
                  <a:lnTo>
                    <a:pt x="111252" y="203645"/>
                  </a:lnTo>
                  <a:lnTo>
                    <a:pt x="111062" y="202978"/>
                  </a:lnTo>
                  <a:lnTo>
                    <a:pt x="111252" y="202787"/>
                  </a:lnTo>
                  <a:lnTo>
                    <a:pt x="112395" y="202121"/>
                  </a:lnTo>
                  <a:lnTo>
                    <a:pt x="112776" y="201835"/>
                  </a:lnTo>
                  <a:lnTo>
                    <a:pt x="112681" y="200978"/>
                  </a:lnTo>
                  <a:lnTo>
                    <a:pt x="112395" y="200025"/>
                  </a:lnTo>
                  <a:lnTo>
                    <a:pt x="111919" y="199263"/>
                  </a:lnTo>
                  <a:lnTo>
                    <a:pt x="111157" y="198977"/>
                  </a:lnTo>
                  <a:lnTo>
                    <a:pt x="110109" y="199072"/>
                  </a:lnTo>
                  <a:lnTo>
                    <a:pt x="109728" y="199263"/>
                  </a:lnTo>
                  <a:close/>
                  <a:moveTo>
                    <a:pt x="533209" y="612838"/>
                  </a:moveTo>
                  <a:lnTo>
                    <a:pt x="534924" y="612743"/>
                  </a:lnTo>
                  <a:lnTo>
                    <a:pt x="535972" y="612553"/>
                  </a:lnTo>
                  <a:lnTo>
                    <a:pt x="536924" y="612077"/>
                  </a:lnTo>
                  <a:lnTo>
                    <a:pt x="537591" y="611314"/>
                  </a:lnTo>
                  <a:lnTo>
                    <a:pt x="536924" y="611029"/>
                  </a:lnTo>
                  <a:lnTo>
                    <a:pt x="535686" y="610838"/>
                  </a:lnTo>
                  <a:lnTo>
                    <a:pt x="534638" y="610457"/>
                  </a:lnTo>
                  <a:lnTo>
                    <a:pt x="534448" y="609600"/>
                  </a:lnTo>
                  <a:lnTo>
                    <a:pt x="535496" y="609029"/>
                  </a:lnTo>
                  <a:lnTo>
                    <a:pt x="536924" y="608552"/>
                  </a:lnTo>
                  <a:lnTo>
                    <a:pt x="537686" y="608076"/>
                  </a:lnTo>
                  <a:lnTo>
                    <a:pt x="537591" y="607790"/>
                  </a:lnTo>
                  <a:lnTo>
                    <a:pt x="537210" y="607505"/>
                  </a:lnTo>
                  <a:lnTo>
                    <a:pt x="536829" y="607124"/>
                  </a:lnTo>
                  <a:lnTo>
                    <a:pt x="536638" y="606552"/>
                  </a:lnTo>
                  <a:lnTo>
                    <a:pt x="536638" y="605123"/>
                  </a:lnTo>
                  <a:lnTo>
                    <a:pt x="536353" y="603885"/>
                  </a:lnTo>
                  <a:lnTo>
                    <a:pt x="535876" y="602837"/>
                  </a:lnTo>
                  <a:lnTo>
                    <a:pt x="535876" y="601980"/>
                  </a:lnTo>
                  <a:lnTo>
                    <a:pt x="537020" y="601409"/>
                  </a:lnTo>
                  <a:lnTo>
                    <a:pt x="537877" y="601694"/>
                  </a:lnTo>
                  <a:lnTo>
                    <a:pt x="538543" y="601789"/>
                  </a:lnTo>
                  <a:lnTo>
                    <a:pt x="538829" y="601599"/>
                  </a:lnTo>
                  <a:lnTo>
                    <a:pt x="538924" y="601409"/>
                  </a:lnTo>
                  <a:lnTo>
                    <a:pt x="539401" y="599980"/>
                  </a:lnTo>
                  <a:lnTo>
                    <a:pt x="539401" y="599789"/>
                  </a:lnTo>
                  <a:lnTo>
                    <a:pt x="539877" y="598742"/>
                  </a:lnTo>
                  <a:lnTo>
                    <a:pt x="539305" y="596741"/>
                  </a:lnTo>
                  <a:lnTo>
                    <a:pt x="539496" y="595694"/>
                  </a:lnTo>
                  <a:lnTo>
                    <a:pt x="541020" y="594931"/>
                  </a:lnTo>
                  <a:lnTo>
                    <a:pt x="542639" y="596075"/>
                  </a:lnTo>
                  <a:lnTo>
                    <a:pt x="546068" y="600932"/>
                  </a:lnTo>
                  <a:lnTo>
                    <a:pt x="547211" y="602171"/>
                  </a:lnTo>
                  <a:lnTo>
                    <a:pt x="549878" y="604361"/>
                  </a:lnTo>
                  <a:lnTo>
                    <a:pt x="551688" y="606266"/>
                  </a:lnTo>
                  <a:lnTo>
                    <a:pt x="552259" y="606552"/>
                  </a:lnTo>
                  <a:lnTo>
                    <a:pt x="552640" y="606647"/>
                  </a:lnTo>
                  <a:lnTo>
                    <a:pt x="553022" y="606933"/>
                  </a:lnTo>
                  <a:lnTo>
                    <a:pt x="553403" y="607219"/>
                  </a:lnTo>
                  <a:lnTo>
                    <a:pt x="553974" y="607219"/>
                  </a:lnTo>
                  <a:lnTo>
                    <a:pt x="554260" y="607028"/>
                  </a:lnTo>
                  <a:lnTo>
                    <a:pt x="554736" y="606362"/>
                  </a:lnTo>
                  <a:lnTo>
                    <a:pt x="555022" y="606076"/>
                  </a:lnTo>
                  <a:lnTo>
                    <a:pt x="556260" y="607314"/>
                  </a:lnTo>
                  <a:lnTo>
                    <a:pt x="556927" y="609029"/>
                  </a:lnTo>
                  <a:lnTo>
                    <a:pt x="557213" y="613124"/>
                  </a:lnTo>
                  <a:lnTo>
                    <a:pt x="558070" y="614172"/>
                  </a:lnTo>
                  <a:lnTo>
                    <a:pt x="562261" y="614648"/>
                  </a:lnTo>
                  <a:lnTo>
                    <a:pt x="563975" y="615315"/>
                  </a:lnTo>
                  <a:lnTo>
                    <a:pt x="564356" y="616172"/>
                  </a:lnTo>
                  <a:lnTo>
                    <a:pt x="564356" y="618172"/>
                  </a:lnTo>
                  <a:lnTo>
                    <a:pt x="564832" y="618649"/>
                  </a:lnTo>
                  <a:lnTo>
                    <a:pt x="565023" y="618268"/>
                  </a:lnTo>
                  <a:lnTo>
                    <a:pt x="566642" y="616458"/>
                  </a:lnTo>
                  <a:lnTo>
                    <a:pt x="567595" y="615029"/>
                  </a:lnTo>
                  <a:lnTo>
                    <a:pt x="568166" y="613315"/>
                  </a:lnTo>
                  <a:lnTo>
                    <a:pt x="568833" y="609219"/>
                  </a:lnTo>
                  <a:lnTo>
                    <a:pt x="569119" y="608076"/>
                  </a:lnTo>
                  <a:lnTo>
                    <a:pt x="570071" y="605885"/>
                  </a:lnTo>
                  <a:lnTo>
                    <a:pt x="570262" y="604742"/>
                  </a:lnTo>
                  <a:lnTo>
                    <a:pt x="570262" y="602552"/>
                  </a:lnTo>
                  <a:lnTo>
                    <a:pt x="569786" y="599313"/>
                  </a:lnTo>
                  <a:lnTo>
                    <a:pt x="570452" y="597313"/>
                  </a:lnTo>
                  <a:lnTo>
                    <a:pt x="570643" y="596075"/>
                  </a:lnTo>
                  <a:lnTo>
                    <a:pt x="570262" y="591598"/>
                  </a:lnTo>
                  <a:lnTo>
                    <a:pt x="570547" y="589217"/>
                  </a:lnTo>
                  <a:lnTo>
                    <a:pt x="571881" y="584930"/>
                  </a:lnTo>
                  <a:lnTo>
                    <a:pt x="572072" y="582644"/>
                  </a:lnTo>
                  <a:lnTo>
                    <a:pt x="571786" y="578168"/>
                  </a:lnTo>
                  <a:lnTo>
                    <a:pt x="572072" y="573691"/>
                  </a:lnTo>
                  <a:lnTo>
                    <a:pt x="572738" y="571881"/>
                  </a:lnTo>
                  <a:lnTo>
                    <a:pt x="573691" y="570167"/>
                  </a:lnTo>
                  <a:lnTo>
                    <a:pt x="574357" y="568452"/>
                  </a:lnTo>
                  <a:lnTo>
                    <a:pt x="574262" y="566738"/>
                  </a:lnTo>
                  <a:lnTo>
                    <a:pt x="572357" y="563499"/>
                  </a:lnTo>
                  <a:lnTo>
                    <a:pt x="572072" y="562261"/>
                  </a:lnTo>
                  <a:lnTo>
                    <a:pt x="572167" y="559975"/>
                  </a:lnTo>
                  <a:lnTo>
                    <a:pt x="572833" y="555498"/>
                  </a:lnTo>
                  <a:lnTo>
                    <a:pt x="573310" y="554546"/>
                  </a:lnTo>
                  <a:lnTo>
                    <a:pt x="574072" y="554164"/>
                  </a:lnTo>
                  <a:lnTo>
                    <a:pt x="573310" y="551497"/>
                  </a:lnTo>
                  <a:lnTo>
                    <a:pt x="573214" y="550545"/>
                  </a:lnTo>
                  <a:lnTo>
                    <a:pt x="573500" y="549688"/>
                  </a:lnTo>
                  <a:lnTo>
                    <a:pt x="573976" y="548640"/>
                  </a:lnTo>
                  <a:lnTo>
                    <a:pt x="574357" y="547688"/>
                  </a:lnTo>
                  <a:lnTo>
                    <a:pt x="573786" y="545878"/>
                  </a:lnTo>
                  <a:lnTo>
                    <a:pt x="574167" y="543592"/>
                  </a:lnTo>
                  <a:lnTo>
                    <a:pt x="573881" y="542639"/>
                  </a:lnTo>
                  <a:lnTo>
                    <a:pt x="573691" y="542830"/>
                  </a:lnTo>
                  <a:lnTo>
                    <a:pt x="573691" y="542830"/>
                  </a:lnTo>
                  <a:lnTo>
                    <a:pt x="573596" y="543020"/>
                  </a:lnTo>
                  <a:lnTo>
                    <a:pt x="572738" y="541211"/>
                  </a:lnTo>
                  <a:lnTo>
                    <a:pt x="572167" y="540544"/>
                  </a:lnTo>
                  <a:lnTo>
                    <a:pt x="571405" y="540163"/>
                  </a:lnTo>
                  <a:lnTo>
                    <a:pt x="571595" y="538925"/>
                  </a:lnTo>
                  <a:lnTo>
                    <a:pt x="571024" y="537496"/>
                  </a:lnTo>
                  <a:lnTo>
                    <a:pt x="570166" y="535972"/>
                  </a:lnTo>
                  <a:lnTo>
                    <a:pt x="569595" y="534734"/>
                  </a:lnTo>
                  <a:lnTo>
                    <a:pt x="569309" y="533305"/>
                  </a:lnTo>
                  <a:lnTo>
                    <a:pt x="569214" y="531495"/>
                  </a:lnTo>
                  <a:lnTo>
                    <a:pt x="569976" y="527209"/>
                  </a:lnTo>
                  <a:lnTo>
                    <a:pt x="570166" y="526256"/>
                  </a:lnTo>
                  <a:lnTo>
                    <a:pt x="571405" y="522637"/>
                  </a:lnTo>
                  <a:lnTo>
                    <a:pt x="571690" y="520827"/>
                  </a:lnTo>
                  <a:lnTo>
                    <a:pt x="572167" y="519113"/>
                  </a:lnTo>
                  <a:lnTo>
                    <a:pt x="575596" y="514160"/>
                  </a:lnTo>
                  <a:lnTo>
                    <a:pt x="576453" y="512064"/>
                  </a:lnTo>
                  <a:lnTo>
                    <a:pt x="576453" y="510254"/>
                  </a:lnTo>
                  <a:lnTo>
                    <a:pt x="575405" y="508635"/>
                  </a:lnTo>
                  <a:lnTo>
                    <a:pt x="571024" y="505492"/>
                  </a:lnTo>
                  <a:lnTo>
                    <a:pt x="569690" y="503872"/>
                  </a:lnTo>
                  <a:lnTo>
                    <a:pt x="569405" y="501872"/>
                  </a:lnTo>
                  <a:lnTo>
                    <a:pt x="572643" y="490252"/>
                  </a:lnTo>
                  <a:lnTo>
                    <a:pt x="573691" y="487966"/>
                  </a:lnTo>
                  <a:lnTo>
                    <a:pt x="575215" y="485775"/>
                  </a:lnTo>
                  <a:lnTo>
                    <a:pt x="577024" y="483870"/>
                  </a:lnTo>
                  <a:lnTo>
                    <a:pt x="578834" y="482346"/>
                  </a:lnTo>
                  <a:lnTo>
                    <a:pt x="582263" y="480631"/>
                  </a:lnTo>
                  <a:lnTo>
                    <a:pt x="582739" y="480060"/>
                  </a:lnTo>
                  <a:lnTo>
                    <a:pt x="582835" y="479488"/>
                  </a:lnTo>
                  <a:lnTo>
                    <a:pt x="583121" y="478346"/>
                  </a:lnTo>
                  <a:lnTo>
                    <a:pt x="583121" y="477679"/>
                  </a:lnTo>
                  <a:lnTo>
                    <a:pt x="582930" y="477107"/>
                  </a:lnTo>
                  <a:lnTo>
                    <a:pt x="582263" y="475964"/>
                  </a:lnTo>
                  <a:lnTo>
                    <a:pt x="582073" y="475488"/>
                  </a:lnTo>
                  <a:lnTo>
                    <a:pt x="581787" y="473297"/>
                  </a:lnTo>
                  <a:lnTo>
                    <a:pt x="581787" y="469011"/>
                  </a:lnTo>
                  <a:lnTo>
                    <a:pt x="581311" y="467201"/>
                  </a:lnTo>
                  <a:lnTo>
                    <a:pt x="580454" y="465677"/>
                  </a:lnTo>
                  <a:lnTo>
                    <a:pt x="579787" y="465011"/>
                  </a:lnTo>
                  <a:lnTo>
                    <a:pt x="579025" y="464725"/>
                  </a:lnTo>
                  <a:lnTo>
                    <a:pt x="578548" y="464630"/>
                  </a:lnTo>
                  <a:lnTo>
                    <a:pt x="577691" y="464153"/>
                  </a:lnTo>
                  <a:lnTo>
                    <a:pt x="577024" y="464058"/>
                  </a:lnTo>
                  <a:lnTo>
                    <a:pt x="576453" y="464058"/>
                  </a:lnTo>
                  <a:lnTo>
                    <a:pt x="575500" y="464344"/>
                  </a:lnTo>
                  <a:lnTo>
                    <a:pt x="574929" y="464439"/>
                  </a:lnTo>
                  <a:lnTo>
                    <a:pt x="572643" y="464058"/>
                  </a:lnTo>
                  <a:lnTo>
                    <a:pt x="570547" y="462915"/>
                  </a:lnTo>
                  <a:lnTo>
                    <a:pt x="568928" y="461296"/>
                  </a:lnTo>
                  <a:lnTo>
                    <a:pt x="567976" y="459391"/>
                  </a:lnTo>
                  <a:lnTo>
                    <a:pt x="568166" y="452152"/>
                  </a:lnTo>
                  <a:lnTo>
                    <a:pt x="567309" y="450342"/>
                  </a:lnTo>
                  <a:lnTo>
                    <a:pt x="566833" y="450056"/>
                  </a:lnTo>
                  <a:lnTo>
                    <a:pt x="566261" y="449961"/>
                  </a:lnTo>
                  <a:lnTo>
                    <a:pt x="565023" y="449961"/>
                  </a:lnTo>
                  <a:lnTo>
                    <a:pt x="564451" y="449866"/>
                  </a:lnTo>
                  <a:lnTo>
                    <a:pt x="563404" y="449389"/>
                  </a:lnTo>
                  <a:lnTo>
                    <a:pt x="561880" y="448913"/>
                  </a:lnTo>
                  <a:lnTo>
                    <a:pt x="560927" y="448151"/>
                  </a:lnTo>
                  <a:lnTo>
                    <a:pt x="560070" y="447199"/>
                  </a:lnTo>
                  <a:lnTo>
                    <a:pt x="559498" y="446342"/>
                  </a:lnTo>
                  <a:lnTo>
                    <a:pt x="559022" y="445294"/>
                  </a:lnTo>
                  <a:lnTo>
                    <a:pt x="558641" y="444246"/>
                  </a:lnTo>
                  <a:lnTo>
                    <a:pt x="558451" y="443103"/>
                  </a:lnTo>
                  <a:lnTo>
                    <a:pt x="558451" y="441865"/>
                  </a:lnTo>
                  <a:lnTo>
                    <a:pt x="558641" y="440627"/>
                  </a:lnTo>
                  <a:lnTo>
                    <a:pt x="559594" y="438436"/>
                  </a:lnTo>
                  <a:lnTo>
                    <a:pt x="559880" y="437293"/>
                  </a:lnTo>
                  <a:lnTo>
                    <a:pt x="559784" y="435864"/>
                  </a:lnTo>
                  <a:lnTo>
                    <a:pt x="559308" y="435102"/>
                  </a:lnTo>
                  <a:lnTo>
                    <a:pt x="558546" y="434816"/>
                  </a:lnTo>
                  <a:lnTo>
                    <a:pt x="557593" y="434816"/>
                  </a:lnTo>
                  <a:lnTo>
                    <a:pt x="557022" y="435197"/>
                  </a:lnTo>
                  <a:lnTo>
                    <a:pt x="556260" y="435864"/>
                  </a:lnTo>
                  <a:lnTo>
                    <a:pt x="555498" y="436150"/>
                  </a:lnTo>
                  <a:lnTo>
                    <a:pt x="554926" y="435483"/>
                  </a:lnTo>
                  <a:lnTo>
                    <a:pt x="555117" y="435483"/>
                  </a:lnTo>
                  <a:lnTo>
                    <a:pt x="555498" y="435483"/>
                  </a:lnTo>
                  <a:lnTo>
                    <a:pt x="555688" y="435483"/>
                  </a:lnTo>
                  <a:lnTo>
                    <a:pt x="555688" y="435102"/>
                  </a:lnTo>
                  <a:lnTo>
                    <a:pt x="554831" y="434721"/>
                  </a:lnTo>
                  <a:lnTo>
                    <a:pt x="553593" y="434530"/>
                  </a:lnTo>
                  <a:lnTo>
                    <a:pt x="551212" y="434435"/>
                  </a:lnTo>
                  <a:lnTo>
                    <a:pt x="546640" y="433673"/>
                  </a:lnTo>
                  <a:lnTo>
                    <a:pt x="544068" y="433578"/>
                  </a:lnTo>
                  <a:lnTo>
                    <a:pt x="542830" y="433388"/>
                  </a:lnTo>
                  <a:lnTo>
                    <a:pt x="540830" y="432245"/>
                  </a:lnTo>
                  <a:lnTo>
                    <a:pt x="539687" y="431959"/>
                  </a:lnTo>
                  <a:lnTo>
                    <a:pt x="538448" y="431959"/>
                  </a:lnTo>
                  <a:lnTo>
                    <a:pt x="537305" y="432149"/>
                  </a:lnTo>
                  <a:lnTo>
                    <a:pt x="533972" y="433673"/>
                  </a:lnTo>
                  <a:lnTo>
                    <a:pt x="532829" y="433864"/>
                  </a:lnTo>
                  <a:lnTo>
                    <a:pt x="532543" y="433769"/>
                  </a:lnTo>
                  <a:lnTo>
                    <a:pt x="531781" y="433102"/>
                  </a:lnTo>
                  <a:lnTo>
                    <a:pt x="531209" y="432911"/>
                  </a:lnTo>
                  <a:lnTo>
                    <a:pt x="530638" y="432911"/>
                  </a:lnTo>
                  <a:lnTo>
                    <a:pt x="529495" y="433197"/>
                  </a:lnTo>
                  <a:lnTo>
                    <a:pt x="529018" y="433197"/>
                  </a:lnTo>
                  <a:lnTo>
                    <a:pt x="528161" y="432721"/>
                  </a:lnTo>
                  <a:lnTo>
                    <a:pt x="527495" y="431959"/>
                  </a:lnTo>
                  <a:lnTo>
                    <a:pt x="526732" y="431292"/>
                  </a:lnTo>
                  <a:lnTo>
                    <a:pt x="525589" y="431006"/>
                  </a:lnTo>
                  <a:lnTo>
                    <a:pt x="524447" y="431102"/>
                  </a:lnTo>
                  <a:lnTo>
                    <a:pt x="523589" y="431483"/>
                  </a:lnTo>
                  <a:lnTo>
                    <a:pt x="523018" y="432245"/>
                  </a:lnTo>
                  <a:lnTo>
                    <a:pt x="522922" y="433483"/>
                  </a:lnTo>
                  <a:lnTo>
                    <a:pt x="521970" y="432721"/>
                  </a:lnTo>
                  <a:lnTo>
                    <a:pt x="521780" y="431483"/>
                  </a:lnTo>
                  <a:lnTo>
                    <a:pt x="521780" y="430149"/>
                  </a:lnTo>
                  <a:lnTo>
                    <a:pt x="521398" y="429101"/>
                  </a:lnTo>
                  <a:lnTo>
                    <a:pt x="520446" y="428720"/>
                  </a:lnTo>
                  <a:lnTo>
                    <a:pt x="519398" y="428911"/>
                  </a:lnTo>
                  <a:lnTo>
                    <a:pt x="518541" y="429578"/>
                  </a:lnTo>
                  <a:lnTo>
                    <a:pt x="517779" y="431863"/>
                  </a:lnTo>
                  <a:lnTo>
                    <a:pt x="516922" y="432911"/>
                  </a:lnTo>
                  <a:lnTo>
                    <a:pt x="515207" y="434530"/>
                  </a:lnTo>
                  <a:lnTo>
                    <a:pt x="514540" y="435483"/>
                  </a:lnTo>
                  <a:lnTo>
                    <a:pt x="514350" y="436340"/>
                  </a:lnTo>
                  <a:lnTo>
                    <a:pt x="514445" y="438626"/>
                  </a:lnTo>
                  <a:lnTo>
                    <a:pt x="514350" y="439769"/>
                  </a:lnTo>
                  <a:lnTo>
                    <a:pt x="513397" y="443198"/>
                  </a:lnTo>
                  <a:lnTo>
                    <a:pt x="512445" y="444818"/>
                  </a:lnTo>
                  <a:lnTo>
                    <a:pt x="510921" y="445770"/>
                  </a:lnTo>
                  <a:lnTo>
                    <a:pt x="507301" y="447485"/>
                  </a:lnTo>
                  <a:lnTo>
                    <a:pt x="505492" y="448628"/>
                  </a:lnTo>
                  <a:lnTo>
                    <a:pt x="504730" y="449389"/>
                  </a:lnTo>
                  <a:lnTo>
                    <a:pt x="504444" y="450247"/>
                  </a:lnTo>
                  <a:lnTo>
                    <a:pt x="504254" y="451390"/>
                  </a:lnTo>
                  <a:lnTo>
                    <a:pt x="503682" y="452628"/>
                  </a:lnTo>
                  <a:lnTo>
                    <a:pt x="502825" y="453771"/>
                  </a:lnTo>
                  <a:lnTo>
                    <a:pt x="501967" y="454438"/>
                  </a:lnTo>
                  <a:lnTo>
                    <a:pt x="502063" y="453866"/>
                  </a:lnTo>
                  <a:lnTo>
                    <a:pt x="502158" y="453580"/>
                  </a:lnTo>
                  <a:lnTo>
                    <a:pt x="502253" y="453676"/>
                  </a:lnTo>
                  <a:lnTo>
                    <a:pt x="502158" y="451580"/>
                  </a:lnTo>
                  <a:lnTo>
                    <a:pt x="502825" y="449771"/>
                  </a:lnTo>
                  <a:lnTo>
                    <a:pt x="503968" y="448246"/>
                  </a:lnTo>
                  <a:lnTo>
                    <a:pt x="505682" y="446722"/>
                  </a:lnTo>
                  <a:lnTo>
                    <a:pt x="507301" y="445580"/>
                  </a:lnTo>
                  <a:lnTo>
                    <a:pt x="507873" y="445389"/>
                  </a:lnTo>
                  <a:lnTo>
                    <a:pt x="508730" y="445199"/>
                  </a:lnTo>
                  <a:lnTo>
                    <a:pt x="509778" y="444818"/>
                  </a:lnTo>
                  <a:lnTo>
                    <a:pt x="510730" y="444341"/>
                  </a:lnTo>
                  <a:lnTo>
                    <a:pt x="511302" y="443960"/>
                  </a:lnTo>
                  <a:lnTo>
                    <a:pt x="511492" y="443103"/>
                  </a:lnTo>
                  <a:lnTo>
                    <a:pt x="511492" y="440722"/>
                  </a:lnTo>
                  <a:lnTo>
                    <a:pt x="512255" y="439007"/>
                  </a:lnTo>
                  <a:lnTo>
                    <a:pt x="512445" y="437674"/>
                  </a:lnTo>
                  <a:lnTo>
                    <a:pt x="512350" y="435388"/>
                  </a:lnTo>
                  <a:lnTo>
                    <a:pt x="511302" y="433388"/>
                  </a:lnTo>
                  <a:lnTo>
                    <a:pt x="509492" y="433388"/>
                  </a:lnTo>
                  <a:lnTo>
                    <a:pt x="505778" y="435007"/>
                  </a:lnTo>
                  <a:lnTo>
                    <a:pt x="506635" y="434245"/>
                  </a:lnTo>
                  <a:lnTo>
                    <a:pt x="508445" y="433006"/>
                  </a:lnTo>
                  <a:lnTo>
                    <a:pt x="509206" y="432340"/>
                  </a:lnTo>
                  <a:lnTo>
                    <a:pt x="509873" y="432054"/>
                  </a:lnTo>
                  <a:lnTo>
                    <a:pt x="512064" y="431959"/>
                  </a:lnTo>
                  <a:lnTo>
                    <a:pt x="512921" y="431768"/>
                  </a:lnTo>
                  <a:lnTo>
                    <a:pt x="513683" y="431197"/>
                  </a:lnTo>
                  <a:lnTo>
                    <a:pt x="517398" y="426815"/>
                  </a:lnTo>
                  <a:lnTo>
                    <a:pt x="519017" y="424339"/>
                  </a:lnTo>
                  <a:lnTo>
                    <a:pt x="519874" y="422529"/>
                  </a:lnTo>
                  <a:lnTo>
                    <a:pt x="520255" y="420529"/>
                  </a:lnTo>
                  <a:lnTo>
                    <a:pt x="519779" y="418147"/>
                  </a:lnTo>
                  <a:lnTo>
                    <a:pt x="518541" y="415957"/>
                  </a:lnTo>
                  <a:lnTo>
                    <a:pt x="516636" y="414433"/>
                  </a:lnTo>
                  <a:lnTo>
                    <a:pt x="514445" y="413861"/>
                  </a:lnTo>
                  <a:lnTo>
                    <a:pt x="512159" y="414623"/>
                  </a:lnTo>
                  <a:lnTo>
                    <a:pt x="511207" y="415576"/>
                  </a:lnTo>
                  <a:lnTo>
                    <a:pt x="510921" y="415766"/>
                  </a:lnTo>
                  <a:lnTo>
                    <a:pt x="510635" y="415862"/>
                  </a:lnTo>
                  <a:lnTo>
                    <a:pt x="510445" y="416147"/>
                  </a:lnTo>
                  <a:lnTo>
                    <a:pt x="510349" y="416433"/>
                  </a:lnTo>
                  <a:lnTo>
                    <a:pt x="510159" y="416528"/>
                  </a:lnTo>
                  <a:lnTo>
                    <a:pt x="509873" y="416433"/>
                  </a:lnTo>
                  <a:lnTo>
                    <a:pt x="509683" y="416338"/>
                  </a:lnTo>
                  <a:lnTo>
                    <a:pt x="509588" y="416243"/>
                  </a:lnTo>
                  <a:lnTo>
                    <a:pt x="509397" y="416147"/>
                  </a:lnTo>
                  <a:lnTo>
                    <a:pt x="508635" y="415766"/>
                  </a:lnTo>
                  <a:lnTo>
                    <a:pt x="508445" y="414814"/>
                  </a:lnTo>
                  <a:lnTo>
                    <a:pt x="508445" y="413671"/>
                  </a:lnTo>
                  <a:lnTo>
                    <a:pt x="508159" y="412623"/>
                  </a:lnTo>
                  <a:lnTo>
                    <a:pt x="507492" y="413195"/>
                  </a:lnTo>
                  <a:lnTo>
                    <a:pt x="506349" y="414719"/>
                  </a:lnTo>
                  <a:lnTo>
                    <a:pt x="505587" y="415100"/>
                  </a:lnTo>
                  <a:lnTo>
                    <a:pt x="504634" y="415195"/>
                  </a:lnTo>
                  <a:lnTo>
                    <a:pt x="504539" y="414814"/>
                  </a:lnTo>
                  <a:lnTo>
                    <a:pt x="504920" y="414338"/>
                  </a:lnTo>
                  <a:lnTo>
                    <a:pt x="505301" y="413861"/>
                  </a:lnTo>
                  <a:lnTo>
                    <a:pt x="505873" y="413004"/>
                  </a:lnTo>
                  <a:lnTo>
                    <a:pt x="506730" y="411480"/>
                  </a:lnTo>
                  <a:lnTo>
                    <a:pt x="507111" y="410051"/>
                  </a:lnTo>
                  <a:lnTo>
                    <a:pt x="506444" y="409385"/>
                  </a:lnTo>
                  <a:lnTo>
                    <a:pt x="505492" y="408813"/>
                  </a:lnTo>
                  <a:lnTo>
                    <a:pt x="504444" y="407670"/>
                  </a:lnTo>
                  <a:lnTo>
                    <a:pt x="503301" y="406622"/>
                  </a:lnTo>
                  <a:lnTo>
                    <a:pt x="501872" y="406432"/>
                  </a:lnTo>
                  <a:lnTo>
                    <a:pt x="501301" y="407099"/>
                  </a:lnTo>
                  <a:lnTo>
                    <a:pt x="500539" y="409766"/>
                  </a:lnTo>
                  <a:lnTo>
                    <a:pt x="499681" y="410718"/>
                  </a:lnTo>
                  <a:lnTo>
                    <a:pt x="499110" y="409385"/>
                  </a:lnTo>
                  <a:lnTo>
                    <a:pt x="498920" y="408718"/>
                  </a:lnTo>
                  <a:lnTo>
                    <a:pt x="498920" y="407861"/>
                  </a:lnTo>
                  <a:lnTo>
                    <a:pt x="499205" y="406718"/>
                  </a:lnTo>
                  <a:lnTo>
                    <a:pt x="500443" y="404717"/>
                  </a:lnTo>
                  <a:lnTo>
                    <a:pt x="500729" y="404051"/>
                  </a:lnTo>
                  <a:lnTo>
                    <a:pt x="501587" y="402717"/>
                  </a:lnTo>
                  <a:lnTo>
                    <a:pt x="501777" y="402146"/>
                  </a:lnTo>
                  <a:lnTo>
                    <a:pt x="501777" y="401574"/>
                  </a:lnTo>
                  <a:lnTo>
                    <a:pt x="501587" y="400526"/>
                  </a:lnTo>
                  <a:lnTo>
                    <a:pt x="501491" y="400145"/>
                  </a:lnTo>
                  <a:lnTo>
                    <a:pt x="500729" y="397764"/>
                  </a:lnTo>
                  <a:lnTo>
                    <a:pt x="498729" y="393954"/>
                  </a:lnTo>
                  <a:lnTo>
                    <a:pt x="497872" y="391763"/>
                  </a:lnTo>
                  <a:lnTo>
                    <a:pt x="497396" y="389572"/>
                  </a:lnTo>
                  <a:lnTo>
                    <a:pt x="497491" y="381667"/>
                  </a:lnTo>
                  <a:lnTo>
                    <a:pt x="497110" y="378333"/>
                  </a:lnTo>
                  <a:lnTo>
                    <a:pt x="496919" y="377762"/>
                  </a:lnTo>
                  <a:lnTo>
                    <a:pt x="495300" y="376047"/>
                  </a:lnTo>
                  <a:lnTo>
                    <a:pt x="495109" y="375571"/>
                  </a:lnTo>
                  <a:lnTo>
                    <a:pt x="494633" y="373952"/>
                  </a:lnTo>
                  <a:lnTo>
                    <a:pt x="494443" y="371856"/>
                  </a:lnTo>
                  <a:lnTo>
                    <a:pt x="495109" y="368522"/>
                  </a:lnTo>
                  <a:lnTo>
                    <a:pt x="493586" y="363950"/>
                  </a:lnTo>
                  <a:lnTo>
                    <a:pt x="493300" y="363474"/>
                  </a:lnTo>
                  <a:lnTo>
                    <a:pt x="490252" y="363569"/>
                  </a:lnTo>
                  <a:lnTo>
                    <a:pt x="487299" y="364427"/>
                  </a:lnTo>
                  <a:lnTo>
                    <a:pt x="486823" y="364712"/>
                  </a:lnTo>
                  <a:lnTo>
                    <a:pt x="484632" y="365665"/>
                  </a:lnTo>
                  <a:lnTo>
                    <a:pt x="483394" y="365379"/>
                  </a:lnTo>
                  <a:lnTo>
                    <a:pt x="480060" y="363474"/>
                  </a:lnTo>
                  <a:lnTo>
                    <a:pt x="479012" y="363379"/>
                  </a:lnTo>
                  <a:lnTo>
                    <a:pt x="476345" y="363284"/>
                  </a:lnTo>
                  <a:lnTo>
                    <a:pt x="475488" y="362998"/>
                  </a:lnTo>
                  <a:lnTo>
                    <a:pt x="474536" y="362331"/>
                  </a:lnTo>
                  <a:lnTo>
                    <a:pt x="471011" y="360712"/>
                  </a:lnTo>
                  <a:lnTo>
                    <a:pt x="470345" y="360997"/>
                  </a:lnTo>
                  <a:lnTo>
                    <a:pt x="468154" y="361474"/>
                  </a:lnTo>
                  <a:lnTo>
                    <a:pt x="467011" y="361950"/>
                  </a:lnTo>
                  <a:lnTo>
                    <a:pt x="465868" y="362712"/>
                  </a:lnTo>
                  <a:lnTo>
                    <a:pt x="465011" y="363664"/>
                  </a:lnTo>
                  <a:lnTo>
                    <a:pt x="464439" y="365760"/>
                  </a:lnTo>
                  <a:lnTo>
                    <a:pt x="464058" y="365188"/>
                  </a:lnTo>
                  <a:lnTo>
                    <a:pt x="463201" y="363188"/>
                  </a:lnTo>
                  <a:lnTo>
                    <a:pt x="462629" y="362426"/>
                  </a:lnTo>
                  <a:lnTo>
                    <a:pt x="461867" y="361855"/>
                  </a:lnTo>
                  <a:lnTo>
                    <a:pt x="460915" y="361569"/>
                  </a:lnTo>
                  <a:lnTo>
                    <a:pt x="459772" y="361474"/>
                  </a:lnTo>
                  <a:lnTo>
                    <a:pt x="459010" y="361188"/>
                  </a:lnTo>
                  <a:lnTo>
                    <a:pt x="457867" y="359855"/>
                  </a:lnTo>
                  <a:lnTo>
                    <a:pt x="457105" y="359283"/>
                  </a:lnTo>
                  <a:lnTo>
                    <a:pt x="455105" y="358997"/>
                  </a:lnTo>
                  <a:lnTo>
                    <a:pt x="454819" y="358807"/>
                  </a:lnTo>
                  <a:lnTo>
                    <a:pt x="454628" y="358330"/>
                  </a:lnTo>
                  <a:lnTo>
                    <a:pt x="454342" y="357854"/>
                  </a:lnTo>
                  <a:lnTo>
                    <a:pt x="453199" y="357473"/>
                  </a:lnTo>
                  <a:lnTo>
                    <a:pt x="452818" y="357092"/>
                  </a:lnTo>
                  <a:lnTo>
                    <a:pt x="452438" y="356616"/>
                  </a:lnTo>
                  <a:lnTo>
                    <a:pt x="452152" y="356235"/>
                  </a:lnTo>
                  <a:lnTo>
                    <a:pt x="452056" y="356140"/>
                  </a:lnTo>
                  <a:lnTo>
                    <a:pt x="451866" y="355759"/>
                  </a:lnTo>
                  <a:lnTo>
                    <a:pt x="451771" y="355663"/>
                  </a:lnTo>
                  <a:lnTo>
                    <a:pt x="451485" y="355663"/>
                  </a:lnTo>
                  <a:lnTo>
                    <a:pt x="450818" y="355759"/>
                  </a:lnTo>
                  <a:lnTo>
                    <a:pt x="450628" y="355663"/>
                  </a:lnTo>
                  <a:lnTo>
                    <a:pt x="449961" y="354997"/>
                  </a:lnTo>
                  <a:lnTo>
                    <a:pt x="449199" y="353378"/>
                  </a:lnTo>
                  <a:lnTo>
                    <a:pt x="448628" y="352616"/>
                  </a:lnTo>
                  <a:lnTo>
                    <a:pt x="447580" y="352044"/>
                  </a:lnTo>
                  <a:lnTo>
                    <a:pt x="446437" y="352044"/>
                  </a:lnTo>
                  <a:lnTo>
                    <a:pt x="444151" y="352425"/>
                  </a:lnTo>
                  <a:lnTo>
                    <a:pt x="444532" y="351758"/>
                  </a:lnTo>
                  <a:lnTo>
                    <a:pt x="445484" y="350901"/>
                  </a:lnTo>
                  <a:lnTo>
                    <a:pt x="445675" y="350139"/>
                  </a:lnTo>
                  <a:lnTo>
                    <a:pt x="445389" y="349663"/>
                  </a:lnTo>
                  <a:lnTo>
                    <a:pt x="444722" y="349282"/>
                  </a:lnTo>
                  <a:lnTo>
                    <a:pt x="444055" y="349091"/>
                  </a:lnTo>
                  <a:lnTo>
                    <a:pt x="443960" y="349091"/>
                  </a:lnTo>
                  <a:lnTo>
                    <a:pt x="442055" y="348710"/>
                  </a:lnTo>
                  <a:lnTo>
                    <a:pt x="440817" y="348044"/>
                  </a:lnTo>
                  <a:lnTo>
                    <a:pt x="439769" y="347281"/>
                  </a:lnTo>
                  <a:lnTo>
                    <a:pt x="439198" y="346520"/>
                  </a:lnTo>
                  <a:lnTo>
                    <a:pt x="440436" y="346424"/>
                  </a:lnTo>
                  <a:lnTo>
                    <a:pt x="441293" y="345758"/>
                  </a:lnTo>
                  <a:lnTo>
                    <a:pt x="441484" y="344996"/>
                  </a:lnTo>
                  <a:lnTo>
                    <a:pt x="440626" y="344424"/>
                  </a:lnTo>
                  <a:lnTo>
                    <a:pt x="440626" y="344043"/>
                  </a:lnTo>
                  <a:lnTo>
                    <a:pt x="441674" y="343186"/>
                  </a:lnTo>
                  <a:lnTo>
                    <a:pt x="442436" y="341757"/>
                  </a:lnTo>
                  <a:lnTo>
                    <a:pt x="442817" y="340233"/>
                  </a:lnTo>
                  <a:lnTo>
                    <a:pt x="442722" y="338995"/>
                  </a:lnTo>
                  <a:lnTo>
                    <a:pt x="442341" y="338423"/>
                  </a:lnTo>
                  <a:lnTo>
                    <a:pt x="441198" y="337471"/>
                  </a:lnTo>
                  <a:lnTo>
                    <a:pt x="441007" y="336995"/>
                  </a:lnTo>
                  <a:lnTo>
                    <a:pt x="440626" y="333566"/>
                  </a:lnTo>
                  <a:lnTo>
                    <a:pt x="441579" y="335756"/>
                  </a:lnTo>
                  <a:lnTo>
                    <a:pt x="442150" y="336709"/>
                  </a:lnTo>
                  <a:lnTo>
                    <a:pt x="443008" y="337090"/>
                  </a:lnTo>
                  <a:lnTo>
                    <a:pt x="448151" y="336137"/>
                  </a:lnTo>
                  <a:lnTo>
                    <a:pt x="449771" y="335661"/>
                  </a:lnTo>
                  <a:lnTo>
                    <a:pt x="451104" y="334899"/>
                  </a:lnTo>
                  <a:lnTo>
                    <a:pt x="452056" y="333946"/>
                  </a:lnTo>
                  <a:lnTo>
                    <a:pt x="452438" y="332899"/>
                  </a:lnTo>
                  <a:lnTo>
                    <a:pt x="452056" y="332232"/>
                  </a:lnTo>
                  <a:lnTo>
                    <a:pt x="450056" y="330994"/>
                  </a:lnTo>
                  <a:lnTo>
                    <a:pt x="448913" y="330803"/>
                  </a:lnTo>
                  <a:lnTo>
                    <a:pt x="448342" y="330518"/>
                  </a:lnTo>
                  <a:lnTo>
                    <a:pt x="447865" y="330137"/>
                  </a:lnTo>
                  <a:lnTo>
                    <a:pt x="447389" y="329851"/>
                  </a:lnTo>
                  <a:lnTo>
                    <a:pt x="446913" y="329660"/>
                  </a:lnTo>
                  <a:lnTo>
                    <a:pt x="446341" y="329565"/>
                  </a:lnTo>
                  <a:lnTo>
                    <a:pt x="443579" y="329660"/>
                  </a:lnTo>
                  <a:lnTo>
                    <a:pt x="443008" y="329755"/>
                  </a:lnTo>
                  <a:lnTo>
                    <a:pt x="442055" y="330137"/>
                  </a:lnTo>
                  <a:lnTo>
                    <a:pt x="440912" y="329946"/>
                  </a:lnTo>
                  <a:lnTo>
                    <a:pt x="439103" y="329279"/>
                  </a:lnTo>
                  <a:lnTo>
                    <a:pt x="439103" y="328898"/>
                  </a:lnTo>
                  <a:lnTo>
                    <a:pt x="442436" y="328327"/>
                  </a:lnTo>
                  <a:lnTo>
                    <a:pt x="443865" y="327755"/>
                  </a:lnTo>
                  <a:lnTo>
                    <a:pt x="444437" y="326612"/>
                  </a:lnTo>
                  <a:lnTo>
                    <a:pt x="444913" y="325184"/>
                  </a:lnTo>
                  <a:lnTo>
                    <a:pt x="446913" y="323374"/>
                  </a:lnTo>
                  <a:lnTo>
                    <a:pt x="447294" y="322136"/>
                  </a:lnTo>
                  <a:lnTo>
                    <a:pt x="446627" y="321183"/>
                  </a:lnTo>
                  <a:lnTo>
                    <a:pt x="445008" y="321564"/>
                  </a:lnTo>
                  <a:lnTo>
                    <a:pt x="443198" y="322421"/>
                  </a:lnTo>
                  <a:lnTo>
                    <a:pt x="441770" y="322897"/>
                  </a:lnTo>
                  <a:lnTo>
                    <a:pt x="440912" y="323088"/>
                  </a:lnTo>
                  <a:lnTo>
                    <a:pt x="439293" y="323755"/>
                  </a:lnTo>
                  <a:lnTo>
                    <a:pt x="438340" y="323945"/>
                  </a:lnTo>
                  <a:lnTo>
                    <a:pt x="437483" y="323850"/>
                  </a:lnTo>
                  <a:lnTo>
                    <a:pt x="435959" y="323564"/>
                  </a:lnTo>
                  <a:lnTo>
                    <a:pt x="435102" y="323564"/>
                  </a:lnTo>
                  <a:lnTo>
                    <a:pt x="436721" y="322517"/>
                  </a:lnTo>
                  <a:lnTo>
                    <a:pt x="442722" y="321469"/>
                  </a:lnTo>
                  <a:lnTo>
                    <a:pt x="444246" y="320707"/>
                  </a:lnTo>
                  <a:lnTo>
                    <a:pt x="445484" y="319754"/>
                  </a:lnTo>
                  <a:lnTo>
                    <a:pt x="446341" y="318516"/>
                  </a:lnTo>
                  <a:lnTo>
                    <a:pt x="446627" y="316992"/>
                  </a:lnTo>
                  <a:lnTo>
                    <a:pt x="446913" y="316325"/>
                  </a:lnTo>
                  <a:lnTo>
                    <a:pt x="447675" y="316135"/>
                  </a:lnTo>
                  <a:lnTo>
                    <a:pt x="449580" y="316135"/>
                  </a:lnTo>
                  <a:lnTo>
                    <a:pt x="450342" y="315944"/>
                  </a:lnTo>
                  <a:lnTo>
                    <a:pt x="451295" y="315563"/>
                  </a:lnTo>
                  <a:lnTo>
                    <a:pt x="451866" y="315087"/>
                  </a:lnTo>
                  <a:lnTo>
                    <a:pt x="451390" y="313944"/>
                  </a:lnTo>
                  <a:lnTo>
                    <a:pt x="451485" y="313372"/>
                  </a:lnTo>
                  <a:lnTo>
                    <a:pt x="451675" y="312801"/>
                  </a:lnTo>
                  <a:lnTo>
                    <a:pt x="451771" y="312325"/>
                  </a:lnTo>
                  <a:lnTo>
                    <a:pt x="451485" y="311944"/>
                  </a:lnTo>
                  <a:lnTo>
                    <a:pt x="451104" y="311944"/>
                  </a:lnTo>
                  <a:lnTo>
                    <a:pt x="450723" y="311849"/>
                  </a:lnTo>
                  <a:lnTo>
                    <a:pt x="450628" y="311277"/>
                  </a:lnTo>
                  <a:lnTo>
                    <a:pt x="450818" y="310991"/>
                  </a:lnTo>
                  <a:lnTo>
                    <a:pt x="451295" y="310705"/>
                  </a:lnTo>
                  <a:lnTo>
                    <a:pt x="451771" y="310515"/>
                  </a:lnTo>
                  <a:lnTo>
                    <a:pt x="452056" y="310515"/>
                  </a:lnTo>
                  <a:lnTo>
                    <a:pt x="452533" y="310801"/>
                  </a:lnTo>
                  <a:lnTo>
                    <a:pt x="453104" y="311849"/>
                  </a:lnTo>
                  <a:lnTo>
                    <a:pt x="453485" y="312230"/>
                  </a:lnTo>
                  <a:lnTo>
                    <a:pt x="453962" y="312420"/>
                  </a:lnTo>
                  <a:lnTo>
                    <a:pt x="454342" y="312420"/>
                  </a:lnTo>
                  <a:lnTo>
                    <a:pt x="454819" y="312325"/>
                  </a:lnTo>
                  <a:lnTo>
                    <a:pt x="455486" y="312230"/>
                  </a:lnTo>
                  <a:lnTo>
                    <a:pt x="455866" y="312039"/>
                  </a:lnTo>
                  <a:lnTo>
                    <a:pt x="455866" y="311087"/>
                  </a:lnTo>
                  <a:lnTo>
                    <a:pt x="456247" y="310896"/>
                  </a:lnTo>
                  <a:lnTo>
                    <a:pt x="460724" y="310515"/>
                  </a:lnTo>
                  <a:lnTo>
                    <a:pt x="461867" y="310610"/>
                  </a:lnTo>
                  <a:lnTo>
                    <a:pt x="462534" y="310610"/>
                  </a:lnTo>
                  <a:lnTo>
                    <a:pt x="463105" y="310325"/>
                  </a:lnTo>
                  <a:lnTo>
                    <a:pt x="463582" y="309467"/>
                  </a:lnTo>
                  <a:lnTo>
                    <a:pt x="463677" y="308896"/>
                  </a:lnTo>
                  <a:lnTo>
                    <a:pt x="463391" y="308610"/>
                  </a:lnTo>
                  <a:lnTo>
                    <a:pt x="463010" y="308038"/>
                  </a:lnTo>
                  <a:lnTo>
                    <a:pt x="460915" y="297275"/>
                  </a:lnTo>
                  <a:lnTo>
                    <a:pt x="460057" y="295275"/>
                  </a:lnTo>
                  <a:lnTo>
                    <a:pt x="459391" y="294418"/>
                  </a:lnTo>
                  <a:lnTo>
                    <a:pt x="458343" y="293465"/>
                  </a:lnTo>
                  <a:lnTo>
                    <a:pt x="457200" y="292703"/>
                  </a:lnTo>
                  <a:lnTo>
                    <a:pt x="455866" y="292227"/>
                  </a:lnTo>
                  <a:lnTo>
                    <a:pt x="455390" y="291941"/>
                  </a:lnTo>
                  <a:lnTo>
                    <a:pt x="454819" y="291655"/>
                  </a:lnTo>
                  <a:lnTo>
                    <a:pt x="454247" y="291655"/>
                  </a:lnTo>
                  <a:lnTo>
                    <a:pt x="453771" y="291941"/>
                  </a:lnTo>
                  <a:lnTo>
                    <a:pt x="453390" y="292418"/>
                  </a:lnTo>
                  <a:lnTo>
                    <a:pt x="452818" y="293465"/>
                  </a:lnTo>
                  <a:lnTo>
                    <a:pt x="451866" y="290036"/>
                  </a:lnTo>
                  <a:lnTo>
                    <a:pt x="449389" y="286988"/>
                  </a:lnTo>
                  <a:lnTo>
                    <a:pt x="446246" y="284512"/>
                  </a:lnTo>
                  <a:lnTo>
                    <a:pt x="443103" y="282702"/>
                  </a:lnTo>
                  <a:lnTo>
                    <a:pt x="441484" y="281940"/>
                  </a:lnTo>
                  <a:lnTo>
                    <a:pt x="440055" y="281559"/>
                  </a:lnTo>
                  <a:lnTo>
                    <a:pt x="438626" y="281845"/>
                  </a:lnTo>
                  <a:lnTo>
                    <a:pt x="437197" y="282797"/>
                  </a:lnTo>
                  <a:lnTo>
                    <a:pt x="435769" y="283559"/>
                  </a:lnTo>
                  <a:lnTo>
                    <a:pt x="432721" y="283845"/>
                  </a:lnTo>
                  <a:lnTo>
                    <a:pt x="431578" y="284893"/>
                  </a:lnTo>
                  <a:lnTo>
                    <a:pt x="430530" y="287084"/>
                  </a:lnTo>
                  <a:lnTo>
                    <a:pt x="429768" y="288036"/>
                  </a:lnTo>
                  <a:lnTo>
                    <a:pt x="428530" y="288417"/>
                  </a:lnTo>
                  <a:lnTo>
                    <a:pt x="427387" y="288512"/>
                  </a:lnTo>
                  <a:lnTo>
                    <a:pt x="426148" y="288798"/>
                  </a:lnTo>
                  <a:lnTo>
                    <a:pt x="424910" y="289274"/>
                  </a:lnTo>
                  <a:lnTo>
                    <a:pt x="423958" y="289751"/>
                  </a:lnTo>
                  <a:lnTo>
                    <a:pt x="421291" y="292322"/>
                  </a:lnTo>
                  <a:lnTo>
                    <a:pt x="420529" y="292703"/>
                  </a:lnTo>
                  <a:lnTo>
                    <a:pt x="419481" y="292989"/>
                  </a:lnTo>
                  <a:lnTo>
                    <a:pt x="415766" y="295370"/>
                  </a:lnTo>
                  <a:lnTo>
                    <a:pt x="414909" y="295751"/>
                  </a:lnTo>
                  <a:lnTo>
                    <a:pt x="411385" y="296132"/>
                  </a:lnTo>
                  <a:lnTo>
                    <a:pt x="408527" y="297466"/>
                  </a:lnTo>
                  <a:lnTo>
                    <a:pt x="407384" y="297561"/>
                  </a:lnTo>
                  <a:lnTo>
                    <a:pt x="405003" y="297275"/>
                  </a:lnTo>
                  <a:lnTo>
                    <a:pt x="404050" y="297656"/>
                  </a:lnTo>
                  <a:lnTo>
                    <a:pt x="403479" y="298037"/>
                  </a:lnTo>
                  <a:lnTo>
                    <a:pt x="402241" y="298513"/>
                  </a:lnTo>
                  <a:lnTo>
                    <a:pt x="401669" y="298895"/>
                  </a:lnTo>
                  <a:lnTo>
                    <a:pt x="401383" y="299180"/>
                  </a:lnTo>
                  <a:lnTo>
                    <a:pt x="400907" y="299942"/>
                  </a:lnTo>
                  <a:lnTo>
                    <a:pt x="400526" y="300323"/>
                  </a:lnTo>
                  <a:lnTo>
                    <a:pt x="398716" y="301085"/>
                  </a:lnTo>
                  <a:lnTo>
                    <a:pt x="397002" y="300514"/>
                  </a:lnTo>
                  <a:lnTo>
                    <a:pt x="395573" y="299276"/>
                  </a:lnTo>
                  <a:lnTo>
                    <a:pt x="394430" y="298037"/>
                  </a:lnTo>
                  <a:lnTo>
                    <a:pt x="393954" y="297371"/>
                  </a:lnTo>
                  <a:lnTo>
                    <a:pt x="393668" y="297085"/>
                  </a:lnTo>
                  <a:lnTo>
                    <a:pt x="393192" y="296989"/>
                  </a:lnTo>
                  <a:lnTo>
                    <a:pt x="391954" y="296989"/>
                  </a:lnTo>
                  <a:lnTo>
                    <a:pt x="391478" y="296799"/>
                  </a:lnTo>
                  <a:lnTo>
                    <a:pt x="391001" y="296418"/>
                  </a:lnTo>
                  <a:lnTo>
                    <a:pt x="391382" y="296228"/>
                  </a:lnTo>
                  <a:lnTo>
                    <a:pt x="392621" y="296323"/>
                  </a:lnTo>
                  <a:lnTo>
                    <a:pt x="393954" y="296609"/>
                  </a:lnTo>
                  <a:lnTo>
                    <a:pt x="394811" y="296989"/>
                  </a:lnTo>
                  <a:lnTo>
                    <a:pt x="396621" y="298895"/>
                  </a:lnTo>
                  <a:lnTo>
                    <a:pt x="397573" y="299561"/>
                  </a:lnTo>
                  <a:lnTo>
                    <a:pt x="399002" y="299847"/>
                  </a:lnTo>
                  <a:lnTo>
                    <a:pt x="399479" y="299561"/>
                  </a:lnTo>
                  <a:lnTo>
                    <a:pt x="400526" y="297656"/>
                  </a:lnTo>
                  <a:lnTo>
                    <a:pt x="400907" y="297275"/>
                  </a:lnTo>
                  <a:lnTo>
                    <a:pt x="401288" y="296989"/>
                  </a:lnTo>
                  <a:lnTo>
                    <a:pt x="402241" y="296513"/>
                  </a:lnTo>
                  <a:lnTo>
                    <a:pt x="405955" y="295751"/>
                  </a:lnTo>
                  <a:lnTo>
                    <a:pt x="406813" y="295275"/>
                  </a:lnTo>
                  <a:lnTo>
                    <a:pt x="407575" y="294704"/>
                  </a:lnTo>
                  <a:lnTo>
                    <a:pt x="413671" y="291655"/>
                  </a:lnTo>
                  <a:lnTo>
                    <a:pt x="415671" y="291179"/>
                  </a:lnTo>
                  <a:lnTo>
                    <a:pt x="416814" y="290513"/>
                  </a:lnTo>
                  <a:lnTo>
                    <a:pt x="418909" y="288988"/>
                  </a:lnTo>
                  <a:lnTo>
                    <a:pt x="422910" y="287274"/>
                  </a:lnTo>
                  <a:lnTo>
                    <a:pt x="424910" y="286131"/>
                  </a:lnTo>
                  <a:lnTo>
                    <a:pt x="425863" y="284702"/>
                  </a:lnTo>
                  <a:lnTo>
                    <a:pt x="425387" y="282321"/>
                  </a:lnTo>
                  <a:lnTo>
                    <a:pt x="423958" y="280035"/>
                  </a:lnTo>
                  <a:lnTo>
                    <a:pt x="418529" y="273844"/>
                  </a:lnTo>
                  <a:lnTo>
                    <a:pt x="416623" y="272225"/>
                  </a:lnTo>
                  <a:lnTo>
                    <a:pt x="414433" y="271272"/>
                  </a:lnTo>
                  <a:lnTo>
                    <a:pt x="409384" y="270986"/>
                  </a:lnTo>
                  <a:lnTo>
                    <a:pt x="403384" y="269938"/>
                  </a:lnTo>
                  <a:lnTo>
                    <a:pt x="402336" y="270034"/>
                  </a:lnTo>
                  <a:lnTo>
                    <a:pt x="400717" y="270510"/>
                  </a:lnTo>
                  <a:lnTo>
                    <a:pt x="399574" y="270605"/>
                  </a:lnTo>
                  <a:lnTo>
                    <a:pt x="397288" y="270510"/>
                  </a:lnTo>
                  <a:lnTo>
                    <a:pt x="396240" y="270320"/>
                  </a:lnTo>
                  <a:lnTo>
                    <a:pt x="395002" y="269938"/>
                  </a:lnTo>
                  <a:lnTo>
                    <a:pt x="392621" y="268700"/>
                  </a:lnTo>
                  <a:lnTo>
                    <a:pt x="390620" y="267081"/>
                  </a:lnTo>
                  <a:lnTo>
                    <a:pt x="385096" y="261176"/>
                  </a:lnTo>
                  <a:lnTo>
                    <a:pt x="380809" y="257746"/>
                  </a:lnTo>
                  <a:lnTo>
                    <a:pt x="379190" y="255556"/>
                  </a:lnTo>
                  <a:lnTo>
                    <a:pt x="378428" y="253365"/>
                  </a:lnTo>
                  <a:lnTo>
                    <a:pt x="378333" y="251365"/>
                  </a:lnTo>
                  <a:lnTo>
                    <a:pt x="378714" y="247269"/>
                  </a:lnTo>
                  <a:lnTo>
                    <a:pt x="378523" y="246317"/>
                  </a:lnTo>
                  <a:lnTo>
                    <a:pt x="377952" y="245364"/>
                  </a:lnTo>
                  <a:lnTo>
                    <a:pt x="377190" y="244697"/>
                  </a:lnTo>
                  <a:lnTo>
                    <a:pt x="376333" y="244412"/>
                  </a:lnTo>
                  <a:lnTo>
                    <a:pt x="375856" y="243840"/>
                  </a:lnTo>
                  <a:lnTo>
                    <a:pt x="375856" y="242506"/>
                  </a:lnTo>
                  <a:lnTo>
                    <a:pt x="376238" y="240506"/>
                  </a:lnTo>
                  <a:lnTo>
                    <a:pt x="375666" y="238125"/>
                  </a:lnTo>
                  <a:lnTo>
                    <a:pt x="374332" y="236601"/>
                  </a:lnTo>
                  <a:lnTo>
                    <a:pt x="369189" y="233934"/>
                  </a:lnTo>
                  <a:lnTo>
                    <a:pt x="356425" y="223171"/>
                  </a:lnTo>
                  <a:lnTo>
                    <a:pt x="354901" y="222313"/>
                  </a:lnTo>
                  <a:lnTo>
                    <a:pt x="352901" y="221837"/>
                  </a:lnTo>
                  <a:lnTo>
                    <a:pt x="350901" y="221933"/>
                  </a:lnTo>
                  <a:lnTo>
                    <a:pt x="346615" y="222695"/>
                  </a:lnTo>
                  <a:lnTo>
                    <a:pt x="345376" y="222599"/>
                  </a:lnTo>
                  <a:lnTo>
                    <a:pt x="343376" y="221837"/>
                  </a:lnTo>
                  <a:lnTo>
                    <a:pt x="341566" y="221456"/>
                  </a:lnTo>
                  <a:lnTo>
                    <a:pt x="338042" y="219837"/>
                  </a:lnTo>
                  <a:lnTo>
                    <a:pt x="336423" y="218408"/>
                  </a:lnTo>
                  <a:lnTo>
                    <a:pt x="335375" y="216503"/>
                  </a:lnTo>
                  <a:lnTo>
                    <a:pt x="333946" y="211931"/>
                  </a:lnTo>
                  <a:lnTo>
                    <a:pt x="332613" y="208979"/>
                  </a:lnTo>
                  <a:lnTo>
                    <a:pt x="332422" y="207836"/>
                  </a:lnTo>
                  <a:lnTo>
                    <a:pt x="332613" y="205645"/>
                  </a:lnTo>
                  <a:lnTo>
                    <a:pt x="332518" y="204597"/>
                  </a:lnTo>
                  <a:lnTo>
                    <a:pt x="332041" y="203454"/>
                  </a:lnTo>
                  <a:lnTo>
                    <a:pt x="331089" y="202311"/>
                  </a:lnTo>
                  <a:lnTo>
                    <a:pt x="324898" y="197168"/>
                  </a:lnTo>
                  <a:lnTo>
                    <a:pt x="318897" y="193262"/>
                  </a:lnTo>
                  <a:lnTo>
                    <a:pt x="318325" y="192119"/>
                  </a:lnTo>
                  <a:lnTo>
                    <a:pt x="318421" y="190024"/>
                  </a:lnTo>
                  <a:lnTo>
                    <a:pt x="317945" y="189452"/>
                  </a:lnTo>
                  <a:lnTo>
                    <a:pt x="310420" y="189071"/>
                  </a:lnTo>
                  <a:lnTo>
                    <a:pt x="309277" y="189167"/>
                  </a:lnTo>
                  <a:lnTo>
                    <a:pt x="306896" y="190119"/>
                  </a:lnTo>
                  <a:lnTo>
                    <a:pt x="305371" y="191738"/>
                  </a:lnTo>
                  <a:lnTo>
                    <a:pt x="304705" y="193929"/>
                  </a:lnTo>
                  <a:lnTo>
                    <a:pt x="304895" y="196405"/>
                  </a:lnTo>
                  <a:lnTo>
                    <a:pt x="305943" y="198787"/>
                  </a:lnTo>
                  <a:lnTo>
                    <a:pt x="309181" y="202978"/>
                  </a:lnTo>
                  <a:lnTo>
                    <a:pt x="310229" y="205359"/>
                  </a:lnTo>
                  <a:lnTo>
                    <a:pt x="310801" y="207740"/>
                  </a:lnTo>
                  <a:lnTo>
                    <a:pt x="311277" y="208883"/>
                  </a:lnTo>
                  <a:lnTo>
                    <a:pt x="311944" y="209836"/>
                  </a:lnTo>
                  <a:lnTo>
                    <a:pt x="312515" y="210979"/>
                  </a:lnTo>
                  <a:lnTo>
                    <a:pt x="312420" y="212122"/>
                  </a:lnTo>
                  <a:lnTo>
                    <a:pt x="312230" y="213170"/>
                  </a:lnTo>
                  <a:lnTo>
                    <a:pt x="312515" y="214027"/>
                  </a:lnTo>
                  <a:lnTo>
                    <a:pt x="311277" y="213551"/>
                  </a:lnTo>
                  <a:lnTo>
                    <a:pt x="310324" y="212408"/>
                  </a:lnTo>
                  <a:lnTo>
                    <a:pt x="309753" y="210884"/>
                  </a:lnTo>
                  <a:lnTo>
                    <a:pt x="309563" y="209169"/>
                  </a:lnTo>
                  <a:lnTo>
                    <a:pt x="309277" y="207931"/>
                  </a:lnTo>
                  <a:lnTo>
                    <a:pt x="308515" y="206312"/>
                  </a:lnTo>
                  <a:lnTo>
                    <a:pt x="307657" y="204883"/>
                  </a:lnTo>
                  <a:lnTo>
                    <a:pt x="306896" y="204311"/>
                  </a:lnTo>
                  <a:lnTo>
                    <a:pt x="306419" y="204026"/>
                  </a:lnTo>
                  <a:lnTo>
                    <a:pt x="305371" y="202787"/>
                  </a:lnTo>
                  <a:lnTo>
                    <a:pt x="304133" y="202311"/>
                  </a:lnTo>
                  <a:lnTo>
                    <a:pt x="297656" y="197834"/>
                  </a:lnTo>
                  <a:lnTo>
                    <a:pt x="295084" y="198120"/>
                  </a:lnTo>
                  <a:lnTo>
                    <a:pt x="292132" y="196691"/>
                  </a:lnTo>
                  <a:lnTo>
                    <a:pt x="289274" y="194501"/>
                  </a:lnTo>
                  <a:lnTo>
                    <a:pt x="285464" y="190595"/>
                  </a:lnTo>
                  <a:lnTo>
                    <a:pt x="283940" y="188500"/>
                  </a:lnTo>
                  <a:lnTo>
                    <a:pt x="282702" y="186309"/>
                  </a:lnTo>
                  <a:lnTo>
                    <a:pt x="279082" y="175831"/>
                  </a:lnTo>
                  <a:lnTo>
                    <a:pt x="279082" y="175831"/>
                  </a:lnTo>
                  <a:lnTo>
                    <a:pt x="278987" y="175355"/>
                  </a:lnTo>
                  <a:lnTo>
                    <a:pt x="278797" y="174974"/>
                  </a:lnTo>
                  <a:lnTo>
                    <a:pt x="278321" y="174879"/>
                  </a:lnTo>
                  <a:lnTo>
                    <a:pt x="276987" y="173927"/>
                  </a:lnTo>
                  <a:lnTo>
                    <a:pt x="276701" y="173546"/>
                  </a:lnTo>
                  <a:lnTo>
                    <a:pt x="276606" y="173260"/>
                  </a:lnTo>
                  <a:lnTo>
                    <a:pt x="276130" y="172403"/>
                  </a:lnTo>
                  <a:lnTo>
                    <a:pt x="275939" y="172021"/>
                  </a:lnTo>
                  <a:lnTo>
                    <a:pt x="275749" y="170593"/>
                  </a:lnTo>
                  <a:lnTo>
                    <a:pt x="275558" y="170212"/>
                  </a:lnTo>
                  <a:lnTo>
                    <a:pt x="275272" y="170021"/>
                  </a:lnTo>
                  <a:lnTo>
                    <a:pt x="274320" y="169640"/>
                  </a:lnTo>
                  <a:lnTo>
                    <a:pt x="273939" y="169354"/>
                  </a:lnTo>
                  <a:lnTo>
                    <a:pt x="273748" y="168878"/>
                  </a:lnTo>
                  <a:lnTo>
                    <a:pt x="273748" y="168307"/>
                  </a:lnTo>
                  <a:lnTo>
                    <a:pt x="273653" y="167830"/>
                  </a:lnTo>
                  <a:lnTo>
                    <a:pt x="273272" y="167640"/>
                  </a:lnTo>
                  <a:lnTo>
                    <a:pt x="272034" y="167735"/>
                  </a:lnTo>
                  <a:lnTo>
                    <a:pt x="270986" y="168021"/>
                  </a:lnTo>
                  <a:lnTo>
                    <a:pt x="270129" y="168497"/>
                  </a:lnTo>
                  <a:lnTo>
                    <a:pt x="269462" y="169164"/>
                  </a:lnTo>
                  <a:lnTo>
                    <a:pt x="268891" y="170117"/>
                  </a:lnTo>
                  <a:lnTo>
                    <a:pt x="268700" y="171069"/>
                  </a:lnTo>
                  <a:lnTo>
                    <a:pt x="268700" y="173260"/>
                  </a:lnTo>
                  <a:lnTo>
                    <a:pt x="268891" y="174022"/>
                  </a:lnTo>
                  <a:lnTo>
                    <a:pt x="269748" y="175927"/>
                  </a:lnTo>
                  <a:lnTo>
                    <a:pt x="269843" y="176689"/>
                  </a:lnTo>
                  <a:lnTo>
                    <a:pt x="269176" y="177070"/>
                  </a:lnTo>
                  <a:lnTo>
                    <a:pt x="268319" y="176308"/>
                  </a:lnTo>
                  <a:lnTo>
                    <a:pt x="267557" y="174974"/>
                  </a:lnTo>
                  <a:lnTo>
                    <a:pt x="267271" y="173927"/>
                  </a:lnTo>
                  <a:lnTo>
                    <a:pt x="267176" y="173355"/>
                  </a:lnTo>
                  <a:lnTo>
                    <a:pt x="266605" y="171641"/>
                  </a:lnTo>
                  <a:lnTo>
                    <a:pt x="266605" y="170974"/>
                  </a:lnTo>
                  <a:lnTo>
                    <a:pt x="266700" y="169545"/>
                  </a:lnTo>
                  <a:lnTo>
                    <a:pt x="266700" y="168878"/>
                  </a:lnTo>
                  <a:lnTo>
                    <a:pt x="265557" y="166878"/>
                  </a:lnTo>
                  <a:lnTo>
                    <a:pt x="263652" y="166688"/>
                  </a:lnTo>
                  <a:lnTo>
                    <a:pt x="261938" y="167354"/>
                  </a:lnTo>
                  <a:lnTo>
                    <a:pt x="261366" y="168116"/>
                  </a:lnTo>
                  <a:lnTo>
                    <a:pt x="261652" y="168402"/>
                  </a:lnTo>
                  <a:lnTo>
                    <a:pt x="263366" y="169354"/>
                  </a:lnTo>
                  <a:lnTo>
                    <a:pt x="263462" y="169736"/>
                  </a:lnTo>
                  <a:lnTo>
                    <a:pt x="263557" y="171450"/>
                  </a:lnTo>
                  <a:lnTo>
                    <a:pt x="263747" y="171831"/>
                  </a:lnTo>
                  <a:lnTo>
                    <a:pt x="264128" y="172117"/>
                  </a:lnTo>
                  <a:lnTo>
                    <a:pt x="264319" y="172498"/>
                  </a:lnTo>
                  <a:lnTo>
                    <a:pt x="264033" y="173069"/>
                  </a:lnTo>
                  <a:lnTo>
                    <a:pt x="263557" y="173355"/>
                  </a:lnTo>
                  <a:lnTo>
                    <a:pt x="263271" y="173355"/>
                  </a:lnTo>
                  <a:lnTo>
                    <a:pt x="263176" y="172974"/>
                  </a:lnTo>
                  <a:lnTo>
                    <a:pt x="263366" y="172403"/>
                  </a:lnTo>
                  <a:lnTo>
                    <a:pt x="262223" y="170593"/>
                  </a:lnTo>
                  <a:lnTo>
                    <a:pt x="262223" y="170307"/>
                  </a:lnTo>
                  <a:lnTo>
                    <a:pt x="262414" y="170117"/>
                  </a:lnTo>
                  <a:lnTo>
                    <a:pt x="262509" y="169831"/>
                  </a:lnTo>
                  <a:lnTo>
                    <a:pt x="262033" y="169354"/>
                  </a:lnTo>
                  <a:lnTo>
                    <a:pt x="261652" y="169164"/>
                  </a:lnTo>
                  <a:lnTo>
                    <a:pt x="261175" y="169069"/>
                  </a:lnTo>
                  <a:lnTo>
                    <a:pt x="260699" y="168878"/>
                  </a:lnTo>
                  <a:lnTo>
                    <a:pt x="260413" y="168402"/>
                  </a:lnTo>
                  <a:lnTo>
                    <a:pt x="260413" y="168021"/>
                  </a:lnTo>
                  <a:lnTo>
                    <a:pt x="260985" y="167164"/>
                  </a:lnTo>
                  <a:lnTo>
                    <a:pt x="261080" y="166783"/>
                  </a:lnTo>
                  <a:lnTo>
                    <a:pt x="261271" y="165830"/>
                  </a:lnTo>
                  <a:lnTo>
                    <a:pt x="261747" y="165068"/>
                  </a:lnTo>
                  <a:lnTo>
                    <a:pt x="262223" y="164402"/>
                  </a:lnTo>
                  <a:lnTo>
                    <a:pt x="262604" y="163639"/>
                  </a:lnTo>
                  <a:lnTo>
                    <a:pt x="262699" y="162973"/>
                  </a:lnTo>
                  <a:lnTo>
                    <a:pt x="262318" y="156972"/>
                  </a:lnTo>
                  <a:lnTo>
                    <a:pt x="261747" y="155162"/>
                  </a:lnTo>
                  <a:lnTo>
                    <a:pt x="260604" y="154400"/>
                  </a:lnTo>
                  <a:lnTo>
                    <a:pt x="259175" y="153734"/>
                  </a:lnTo>
                  <a:lnTo>
                    <a:pt x="258128" y="152400"/>
                  </a:lnTo>
                  <a:lnTo>
                    <a:pt x="256984" y="151447"/>
                  </a:lnTo>
                  <a:lnTo>
                    <a:pt x="255270" y="151829"/>
                  </a:lnTo>
                  <a:lnTo>
                    <a:pt x="254984" y="149924"/>
                  </a:lnTo>
                  <a:lnTo>
                    <a:pt x="254032" y="148590"/>
                  </a:lnTo>
                  <a:lnTo>
                    <a:pt x="251270" y="146018"/>
                  </a:lnTo>
                  <a:lnTo>
                    <a:pt x="249650" y="142875"/>
                  </a:lnTo>
                  <a:lnTo>
                    <a:pt x="248983" y="142399"/>
                  </a:lnTo>
                  <a:lnTo>
                    <a:pt x="248031" y="142304"/>
                  </a:lnTo>
                  <a:lnTo>
                    <a:pt x="246221" y="141637"/>
                  </a:lnTo>
                  <a:lnTo>
                    <a:pt x="241173" y="140399"/>
                  </a:lnTo>
                  <a:lnTo>
                    <a:pt x="239554" y="139541"/>
                  </a:lnTo>
                  <a:lnTo>
                    <a:pt x="237934" y="138113"/>
                  </a:lnTo>
                  <a:lnTo>
                    <a:pt x="236791" y="136874"/>
                  </a:lnTo>
                  <a:lnTo>
                    <a:pt x="236315" y="136112"/>
                  </a:lnTo>
                  <a:lnTo>
                    <a:pt x="235934" y="134684"/>
                  </a:lnTo>
                  <a:lnTo>
                    <a:pt x="235363" y="134207"/>
                  </a:lnTo>
                  <a:lnTo>
                    <a:pt x="234029" y="133445"/>
                  </a:lnTo>
                  <a:lnTo>
                    <a:pt x="232981" y="132302"/>
                  </a:lnTo>
                  <a:lnTo>
                    <a:pt x="232315" y="131826"/>
                  </a:lnTo>
                  <a:lnTo>
                    <a:pt x="230410" y="131445"/>
                  </a:lnTo>
                  <a:lnTo>
                    <a:pt x="229553" y="130969"/>
                  </a:lnTo>
                  <a:lnTo>
                    <a:pt x="224409" y="126968"/>
                  </a:lnTo>
                  <a:lnTo>
                    <a:pt x="219646" y="123730"/>
                  </a:lnTo>
                  <a:lnTo>
                    <a:pt x="215551" y="121825"/>
                  </a:lnTo>
                  <a:lnTo>
                    <a:pt x="214122" y="120396"/>
                  </a:lnTo>
                  <a:lnTo>
                    <a:pt x="212979" y="119729"/>
                  </a:lnTo>
                  <a:lnTo>
                    <a:pt x="211646" y="119348"/>
                  </a:lnTo>
                  <a:lnTo>
                    <a:pt x="210693" y="119063"/>
                  </a:lnTo>
                  <a:lnTo>
                    <a:pt x="209074" y="117920"/>
                  </a:lnTo>
                  <a:lnTo>
                    <a:pt x="208026" y="117253"/>
                  </a:lnTo>
                  <a:lnTo>
                    <a:pt x="204788" y="116681"/>
                  </a:lnTo>
                  <a:lnTo>
                    <a:pt x="199549" y="114395"/>
                  </a:lnTo>
                  <a:lnTo>
                    <a:pt x="194977" y="110300"/>
                  </a:lnTo>
                  <a:lnTo>
                    <a:pt x="194405" y="108680"/>
                  </a:lnTo>
                  <a:lnTo>
                    <a:pt x="194405" y="106489"/>
                  </a:lnTo>
                  <a:lnTo>
                    <a:pt x="193167" y="104394"/>
                  </a:lnTo>
                  <a:lnTo>
                    <a:pt x="189643" y="103251"/>
                  </a:lnTo>
                  <a:lnTo>
                    <a:pt x="188881" y="102870"/>
                  </a:lnTo>
                  <a:lnTo>
                    <a:pt x="188119" y="102299"/>
                  </a:lnTo>
                  <a:lnTo>
                    <a:pt x="187547" y="101632"/>
                  </a:lnTo>
                  <a:lnTo>
                    <a:pt x="186976" y="99822"/>
                  </a:lnTo>
                  <a:lnTo>
                    <a:pt x="186309" y="99631"/>
                  </a:lnTo>
                  <a:lnTo>
                    <a:pt x="185356" y="99727"/>
                  </a:lnTo>
                  <a:lnTo>
                    <a:pt x="184404" y="99631"/>
                  </a:lnTo>
                  <a:lnTo>
                    <a:pt x="183832" y="99060"/>
                  </a:lnTo>
                  <a:lnTo>
                    <a:pt x="182785" y="97441"/>
                  </a:lnTo>
                  <a:lnTo>
                    <a:pt x="182023" y="97060"/>
                  </a:lnTo>
                  <a:lnTo>
                    <a:pt x="180880" y="96869"/>
                  </a:lnTo>
                  <a:lnTo>
                    <a:pt x="178975" y="95726"/>
                  </a:lnTo>
                  <a:lnTo>
                    <a:pt x="177832" y="95345"/>
                  </a:lnTo>
                  <a:lnTo>
                    <a:pt x="176689" y="95250"/>
                  </a:lnTo>
                  <a:lnTo>
                    <a:pt x="173641" y="95631"/>
                  </a:lnTo>
                  <a:lnTo>
                    <a:pt x="173260" y="95155"/>
                  </a:lnTo>
                  <a:lnTo>
                    <a:pt x="171355" y="90488"/>
                  </a:lnTo>
                  <a:lnTo>
                    <a:pt x="171259" y="90678"/>
                  </a:lnTo>
                  <a:lnTo>
                    <a:pt x="171069" y="90773"/>
                  </a:lnTo>
                  <a:lnTo>
                    <a:pt x="170116" y="91726"/>
                  </a:lnTo>
                  <a:lnTo>
                    <a:pt x="170021" y="91916"/>
                  </a:lnTo>
                  <a:lnTo>
                    <a:pt x="168973" y="92202"/>
                  </a:lnTo>
                  <a:lnTo>
                    <a:pt x="168212" y="92869"/>
                  </a:lnTo>
                  <a:lnTo>
                    <a:pt x="166973" y="94107"/>
                  </a:lnTo>
                  <a:lnTo>
                    <a:pt x="166973" y="92297"/>
                  </a:lnTo>
                  <a:lnTo>
                    <a:pt x="167068" y="91440"/>
                  </a:lnTo>
                  <a:lnTo>
                    <a:pt x="167354" y="90869"/>
                  </a:lnTo>
                  <a:lnTo>
                    <a:pt x="167926" y="90583"/>
                  </a:lnTo>
                  <a:lnTo>
                    <a:pt x="170307" y="89821"/>
                  </a:lnTo>
                  <a:lnTo>
                    <a:pt x="171545" y="89154"/>
                  </a:lnTo>
                  <a:lnTo>
                    <a:pt x="171736" y="88678"/>
                  </a:lnTo>
                  <a:lnTo>
                    <a:pt x="171831" y="84677"/>
                  </a:lnTo>
                  <a:lnTo>
                    <a:pt x="171831" y="84392"/>
                  </a:lnTo>
                  <a:lnTo>
                    <a:pt x="172593" y="80581"/>
                  </a:lnTo>
                  <a:lnTo>
                    <a:pt x="172403" y="77914"/>
                  </a:lnTo>
                  <a:lnTo>
                    <a:pt x="172212" y="77438"/>
                  </a:lnTo>
                  <a:lnTo>
                    <a:pt x="171831" y="77057"/>
                  </a:lnTo>
                  <a:lnTo>
                    <a:pt x="171069" y="76486"/>
                  </a:lnTo>
                  <a:lnTo>
                    <a:pt x="170307" y="75819"/>
                  </a:lnTo>
                  <a:lnTo>
                    <a:pt x="169164" y="74390"/>
                  </a:lnTo>
                  <a:lnTo>
                    <a:pt x="168497" y="73724"/>
                  </a:lnTo>
                  <a:lnTo>
                    <a:pt x="168307" y="73914"/>
                  </a:lnTo>
                  <a:lnTo>
                    <a:pt x="167926" y="74200"/>
                  </a:lnTo>
                  <a:lnTo>
                    <a:pt x="167735" y="74486"/>
                  </a:lnTo>
                  <a:lnTo>
                    <a:pt x="167354" y="74486"/>
                  </a:lnTo>
                  <a:lnTo>
                    <a:pt x="166878" y="73438"/>
                  </a:lnTo>
                  <a:lnTo>
                    <a:pt x="166021" y="72485"/>
                  </a:lnTo>
                  <a:lnTo>
                    <a:pt x="164878" y="71819"/>
                  </a:lnTo>
                  <a:lnTo>
                    <a:pt x="163544" y="71533"/>
                  </a:lnTo>
                  <a:lnTo>
                    <a:pt x="163163" y="71628"/>
                  </a:lnTo>
                  <a:lnTo>
                    <a:pt x="162592" y="71914"/>
                  </a:lnTo>
                  <a:lnTo>
                    <a:pt x="162401" y="71914"/>
                  </a:lnTo>
                  <a:lnTo>
                    <a:pt x="162020" y="71723"/>
                  </a:lnTo>
                  <a:lnTo>
                    <a:pt x="161830" y="71533"/>
                  </a:lnTo>
                  <a:lnTo>
                    <a:pt x="161639" y="71247"/>
                  </a:lnTo>
                  <a:lnTo>
                    <a:pt x="160877" y="70771"/>
                  </a:lnTo>
                  <a:lnTo>
                    <a:pt x="160496" y="70866"/>
                  </a:lnTo>
                  <a:lnTo>
                    <a:pt x="160211" y="71628"/>
                  </a:lnTo>
                  <a:lnTo>
                    <a:pt x="159734" y="70961"/>
                  </a:lnTo>
                  <a:lnTo>
                    <a:pt x="159067" y="70866"/>
                  </a:lnTo>
                  <a:lnTo>
                    <a:pt x="157543" y="71247"/>
                  </a:lnTo>
                  <a:lnTo>
                    <a:pt x="157353" y="70866"/>
                  </a:lnTo>
                  <a:lnTo>
                    <a:pt x="157543" y="70009"/>
                  </a:lnTo>
                  <a:lnTo>
                    <a:pt x="158115" y="68580"/>
                  </a:lnTo>
                  <a:lnTo>
                    <a:pt x="158210" y="67246"/>
                  </a:lnTo>
                  <a:lnTo>
                    <a:pt x="158115" y="66675"/>
                  </a:lnTo>
                  <a:lnTo>
                    <a:pt x="156877" y="64294"/>
                  </a:lnTo>
                  <a:lnTo>
                    <a:pt x="156400" y="62865"/>
                  </a:lnTo>
                  <a:lnTo>
                    <a:pt x="155734" y="58484"/>
                  </a:lnTo>
                  <a:lnTo>
                    <a:pt x="155353" y="57531"/>
                  </a:lnTo>
                  <a:lnTo>
                    <a:pt x="152876" y="53245"/>
                  </a:lnTo>
                  <a:lnTo>
                    <a:pt x="152114" y="52388"/>
                  </a:lnTo>
                  <a:lnTo>
                    <a:pt x="151066" y="51721"/>
                  </a:lnTo>
                  <a:lnTo>
                    <a:pt x="148780" y="50673"/>
                  </a:lnTo>
                  <a:lnTo>
                    <a:pt x="140017" y="43625"/>
                  </a:lnTo>
                  <a:lnTo>
                    <a:pt x="132779" y="34766"/>
                  </a:lnTo>
                  <a:lnTo>
                    <a:pt x="131254" y="34290"/>
                  </a:lnTo>
                  <a:lnTo>
                    <a:pt x="119253" y="39338"/>
                  </a:lnTo>
                  <a:lnTo>
                    <a:pt x="117062" y="39814"/>
                  </a:lnTo>
                  <a:lnTo>
                    <a:pt x="115443" y="39243"/>
                  </a:lnTo>
                  <a:lnTo>
                    <a:pt x="114395" y="38957"/>
                  </a:lnTo>
                  <a:lnTo>
                    <a:pt x="113919" y="38291"/>
                  </a:lnTo>
                  <a:lnTo>
                    <a:pt x="113062" y="36957"/>
                  </a:lnTo>
                  <a:lnTo>
                    <a:pt x="110966" y="36195"/>
                  </a:lnTo>
                  <a:lnTo>
                    <a:pt x="109061" y="34957"/>
                  </a:lnTo>
                  <a:lnTo>
                    <a:pt x="106775" y="34290"/>
                  </a:lnTo>
                  <a:lnTo>
                    <a:pt x="103822" y="33147"/>
                  </a:lnTo>
                  <a:lnTo>
                    <a:pt x="101155" y="33338"/>
                  </a:lnTo>
                  <a:lnTo>
                    <a:pt x="100298" y="33719"/>
                  </a:lnTo>
                  <a:lnTo>
                    <a:pt x="99631" y="33719"/>
                  </a:lnTo>
                  <a:lnTo>
                    <a:pt x="97250" y="32956"/>
                  </a:lnTo>
                  <a:lnTo>
                    <a:pt x="96203" y="32766"/>
                  </a:lnTo>
                  <a:lnTo>
                    <a:pt x="93916" y="33814"/>
                  </a:lnTo>
                  <a:lnTo>
                    <a:pt x="88678" y="35624"/>
                  </a:lnTo>
                  <a:lnTo>
                    <a:pt x="86868" y="36100"/>
                  </a:lnTo>
                  <a:lnTo>
                    <a:pt x="82487" y="36481"/>
                  </a:lnTo>
                  <a:lnTo>
                    <a:pt x="80391" y="36386"/>
                  </a:lnTo>
                  <a:lnTo>
                    <a:pt x="79343" y="36004"/>
                  </a:lnTo>
                  <a:lnTo>
                    <a:pt x="78296" y="35433"/>
                  </a:lnTo>
                  <a:lnTo>
                    <a:pt x="77248" y="35147"/>
                  </a:lnTo>
                  <a:lnTo>
                    <a:pt x="76295" y="35528"/>
                  </a:lnTo>
                  <a:lnTo>
                    <a:pt x="75343" y="36100"/>
                  </a:lnTo>
                  <a:lnTo>
                    <a:pt x="74104" y="36195"/>
                  </a:lnTo>
                  <a:lnTo>
                    <a:pt x="71723" y="35719"/>
                  </a:lnTo>
                  <a:lnTo>
                    <a:pt x="70771" y="35338"/>
                  </a:lnTo>
                  <a:lnTo>
                    <a:pt x="68675" y="34195"/>
                  </a:lnTo>
                  <a:lnTo>
                    <a:pt x="68008" y="33909"/>
                  </a:lnTo>
                  <a:lnTo>
                    <a:pt x="59341" y="32671"/>
                  </a:lnTo>
                  <a:lnTo>
                    <a:pt x="57340" y="31909"/>
                  </a:lnTo>
                  <a:lnTo>
                    <a:pt x="55626" y="30956"/>
                  </a:lnTo>
                  <a:lnTo>
                    <a:pt x="49054" y="25622"/>
                  </a:lnTo>
                  <a:lnTo>
                    <a:pt x="47625" y="23717"/>
                  </a:lnTo>
                  <a:lnTo>
                    <a:pt x="47149" y="21431"/>
                  </a:lnTo>
                  <a:lnTo>
                    <a:pt x="46768" y="20479"/>
                  </a:lnTo>
                  <a:lnTo>
                    <a:pt x="46006" y="20098"/>
                  </a:lnTo>
                  <a:lnTo>
                    <a:pt x="45148" y="20003"/>
                  </a:lnTo>
                  <a:lnTo>
                    <a:pt x="44291" y="19621"/>
                  </a:lnTo>
                  <a:lnTo>
                    <a:pt x="40196" y="17050"/>
                  </a:lnTo>
                  <a:lnTo>
                    <a:pt x="32290" y="14478"/>
                  </a:lnTo>
                  <a:lnTo>
                    <a:pt x="30385" y="14192"/>
                  </a:lnTo>
                  <a:lnTo>
                    <a:pt x="28099" y="14669"/>
                  </a:lnTo>
                  <a:lnTo>
                    <a:pt x="27432" y="15335"/>
                  </a:lnTo>
                  <a:lnTo>
                    <a:pt x="26956" y="15621"/>
                  </a:lnTo>
                  <a:lnTo>
                    <a:pt x="26479" y="15526"/>
                  </a:lnTo>
                  <a:lnTo>
                    <a:pt x="26003" y="15145"/>
                  </a:lnTo>
                  <a:lnTo>
                    <a:pt x="25051" y="14573"/>
                  </a:lnTo>
                  <a:lnTo>
                    <a:pt x="23146" y="13335"/>
                  </a:lnTo>
                  <a:lnTo>
                    <a:pt x="22193" y="13049"/>
                  </a:lnTo>
                  <a:lnTo>
                    <a:pt x="21146" y="13335"/>
                  </a:lnTo>
                  <a:lnTo>
                    <a:pt x="18859" y="14859"/>
                  </a:lnTo>
                  <a:lnTo>
                    <a:pt x="18288" y="15050"/>
                  </a:lnTo>
                  <a:lnTo>
                    <a:pt x="17526" y="15145"/>
                  </a:lnTo>
                  <a:lnTo>
                    <a:pt x="16954" y="15335"/>
                  </a:lnTo>
                  <a:lnTo>
                    <a:pt x="15907" y="16097"/>
                  </a:lnTo>
                  <a:lnTo>
                    <a:pt x="15335" y="16383"/>
                  </a:lnTo>
                  <a:lnTo>
                    <a:pt x="14478" y="17050"/>
                  </a:lnTo>
                  <a:lnTo>
                    <a:pt x="14002" y="17240"/>
                  </a:lnTo>
                  <a:lnTo>
                    <a:pt x="13621" y="17240"/>
                  </a:lnTo>
                  <a:lnTo>
                    <a:pt x="13145" y="17050"/>
                  </a:lnTo>
                  <a:lnTo>
                    <a:pt x="12668" y="16954"/>
                  </a:lnTo>
                  <a:lnTo>
                    <a:pt x="12097" y="17240"/>
                  </a:lnTo>
                  <a:lnTo>
                    <a:pt x="11335" y="16954"/>
                  </a:lnTo>
                  <a:lnTo>
                    <a:pt x="10763" y="17336"/>
                  </a:lnTo>
                  <a:lnTo>
                    <a:pt x="9906" y="18764"/>
                  </a:lnTo>
                  <a:lnTo>
                    <a:pt x="10287" y="19431"/>
                  </a:lnTo>
                  <a:lnTo>
                    <a:pt x="11430" y="20955"/>
                  </a:lnTo>
                  <a:lnTo>
                    <a:pt x="11335" y="21812"/>
                  </a:lnTo>
                  <a:lnTo>
                    <a:pt x="12001" y="22574"/>
                  </a:lnTo>
                  <a:lnTo>
                    <a:pt x="12478" y="23336"/>
                  </a:lnTo>
                  <a:lnTo>
                    <a:pt x="11811" y="23813"/>
                  </a:lnTo>
                  <a:lnTo>
                    <a:pt x="12763" y="25146"/>
                  </a:lnTo>
                  <a:lnTo>
                    <a:pt x="12954" y="25813"/>
                  </a:lnTo>
                  <a:lnTo>
                    <a:pt x="12859" y="26670"/>
                  </a:lnTo>
                  <a:lnTo>
                    <a:pt x="12478" y="27527"/>
                  </a:lnTo>
                  <a:lnTo>
                    <a:pt x="11906" y="28575"/>
                  </a:lnTo>
                  <a:lnTo>
                    <a:pt x="11811" y="29337"/>
                  </a:lnTo>
                  <a:lnTo>
                    <a:pt x="11335" y="30289"/>
                  </a:lnTo>
                  <a:lnTo>
                    <a:pt x="10478" y="31242"/>
                  </a:lnTo>
                  <a:lnTo>
                    <a:pt x="10096" y="32004"/>
                  </a:lnTo>
                  <a:lnTo>
                    <a:pt x="11239" y="32290"/>
                  </a:lnTo>
                  <a:lnTo>
                    <a:pt x="11811" y="32576"/>
                  </a:lnTo>
                  <a:lnTo>
                    <a:pt x="12192" y="33147"/>
                  </a:lnTo>
                  <a:lnTo>
                    <a:pt x="12382" y="33909"/>
                  </a:lnTo>
                  <a:lnTo>
                    <a:pt x="12478" y="34671"/>
                  </a:lnTo>
                  <a:lnTo>
                    <a:pt x="12668" y="35243"/>
                  </a:lnTo>
                  <a:lnTo>
                    <a:pt x="13049" y="35624"/>
                  </a:lnTo>
                  <a:lnTo>
                    <a:pt x="13906" y="36290"/>
                  </a:lnTo>
                  <a:lnTo>
                    <a:pt x="14859" y="37338"/>
                  </a:lnTo>
                  <a:lnTo>
                    <a:pt x="15430" y="38386"/>
                  </a:lnTo>
                  <a:lnTo>
                    <a:pt x="15335" y="39529"/>
                  </a:lnTo>
                  <a:lnTo>
                    <a:pt x="14288" y="40958"/>
                  </a:lnTo>
                  <a:lnTo>
                    <a:pt x="15145" y="41243"/>
                  </a:lnTo>
                  <a:lnTo>
                    <a:pt x="15621" y="41910"/>
                  </a:lnTo>
                  <a:lnTo>
                    <a:pt x="16002" y="42767"/>
                  </a:lnTo>
                  <a:lnTo>
                    <a:pt x="16573" y="43625"/>
                  </a:lnTo>
                  <a:lnTo>
                    <a:pt x="17336" y="44482"/>
                  </a:lnTo>
                  <a:lnTo>
                    <a:pt x="17907" y="45339"/>
                  </a:lnTo>
                  <a:lnTo>
                    <a:pt x="19526" y="49339"/>
                  </a:lnTo>
                  <a:lnTo>
                    <a:pt x="19812" y="50673"/>
                  </a:lnTo>
                  <a:lnTo>
                    <a:pt x="20574" y="52006"/>
                  </a:lnTo>
                  <a:lnTo>
                    <a:pt x="20860" y="53245"/>
                  </a:lnTo>
                  <a:lnTo>
                    <a:pt x="21526" y="54578"/>
                  </a:lnTo>
                  <a:lnTo>
                    <a:pt x="21812" y="55340"/>
                  </a:lnTo>
                  <a:lnTo>
                    <a:pt x="21907" y="55912"/>
                  </a:lnTo>
                  <a:lnTo>
                    <a:pt x="21907" y="56197"/>
                  </a:lnTo>
                  <a:lnTo>
                    <a:pt x="22003" y="56483"/>
                  </a:lnTo>
                  <a:lnTo>
                    <a:pt x="22384" y="57055"/>
                  </a:lnTo>
                  <a:lnTo>
                    <a:pt x="22765" y="57436"/>
                  </a:lnTo>
                  <a:lnTo>
                    <a:pt x="23717" y="58103"/>
                  </a:lnTo>
                  <a:lnTo>
                    <a:pt x="24193" y="58484"/>
                  </a:lnTo>
                  <a:lnTo>
                    <a:pt x="25241" y="59912"/>
                  </a:lnTo>
                  <a:lnTo>
                    <a:pt x="26575" y="62484"/>
                  </a:lnTo>
                  <a:lnTo>
                    <a:pt x="27146" y="63341"/>
                  </a:lnTo>
                  <a:lnTo>
                    <a:pt x="28575" y="64484"/>
                  </a:lnTo>
                  <a:lnTo>
                    <a:pt x="28861" y="64579"/>
                  </a:lnTo>
                  <a:lnTo>
                    <a:pt x="29242" y="64579"/>
                  </a:lnTo>
                  <a:lnTo>
                    <a:pt x="29528" y="64675"/>
                  </a:lnTo>
                  <a:lnTo>
                    <a:pt x="29623" y="65056"/>
                  </a:lnTo>
                  <a:lnTo>
                    <a:pt x="29528" y="65342"/>
                  </a:lnTo>
                  <a:lnTo>
                    <a:pt x="29051" y="65818"/>
                  </a:lnTo>
                  <a:lnTo>
                    <a:pt x="28956" y="66104"/>
                  </a:lnTo>
                  <a:lnTo>
                    <a:pt x="29242" y="66485"/>
                  </a:lnTo>
                  <a:lnTo>
                    <a:pt x="29813" y="66675"/>
                  </a:lnTo>
                  <a:lnTo>
                    <a:pt x="31051" y="66675"/>
                  </a:lnTo>
                  <a:lnTo>
                    <a:pt x="32004" y="67056"/>
                  </a:lnTo>
                  <a:lnTo>
                    <a:pt x="34099" y="69628"/>
                  </a:lnTo>
                  <a:lnTo>
                    <a:pt x="37719" y="72200"/>
                  </a:lnTo>
                  <a:lnTo>
                    <a:pt x="39433" y="74676"/>
                  </a:lnTo>
                  <a:lnTo>
                    <a:pt x="42005" y="76676"/>
                  </a:lnTo>
                  <a:lnTo>
                    <a:pt x="42386" y="77343"/>
                  </a:lnTo>
                  <a:lnTo>
                    <a:pt x="47149" y="82010"/>
                  </a:lnTo>
                  <a:lnTo>
                    <a:pt x="52768" y="88297"/>
                  </a:lnTo>
                  <a:lnTo>
                    <a:pt x="53816" y="88678"/>
                  </a:lnTo>
                  <a:lnTo>
                    <a:pt x="54769" y="88868"/>
                  </a:lnTo>
                  <a:lnTo>
                    <a:pt x="55626" y="89345"/>
                  </a:lnTo>
                  <a:lnTo>
                    <a:pt x="58198" y="92393"/>
                  </a:lnTo>
                  <a:lnTo>
                    <a:pt x="58769" y="92964"/>
                  </a:lnTo>
                  <a:lnTo>
                    <a:pt x="59055" y="92869"/>
                  </a:lnTo>
                  <a:lnTo>
                    <a:pt x="59341" y="92678"/>
                  </a:lnTo>
                  <a:lnTo>
                    <a:pt x="60007" y="92678"/>
                  </a:lnTo>
                  <a:lnTo>
                    <a:pt x="60674" y="92774"/>
                  </a:lnTo>
                  <a:lnTo>
                    <a:pt x="61055" y="92964"/>
                  </a:lnTo>
                  <a:lnTo>
                    <a:pt x="61436" y="93250"/>
                  </a:lnTo>
                  <a:lnTo>
                    <a:pt x="62293" y="93631"/>
                  </a:lnTo>
                  <a:lnTo>
                    <a:pt x="62674" y="93917"/>
                  </a:lnTo>
                  <a:lnTo>
                    <a:pt x="62865" y="94202"/>
                  </a:lnTo>
                  <a:lnTo>
                    <a:pt x="63151" y="94964"/>
                  </a:lnTo>
                  <a:lnTo>
                    <a:pt x="63341" y="95345"/>
                  </a:lnTo>
                  <a:lnTo>
                    <a:pt x="66961" y="98965"/>
                  </a:lnTo>
                  <a:lnTo>
                    <a:pt x="74962" y="109442"/>
                  </a:lnTo>
                  <a:lnTo>
                    <a:pt x="77533" y="111919"/>
                  </a:lnTo>
                  <a:lnTo>
                    <a:pt x="79629" y="113157"/>
                  </a:lnTo>
                  <a:lnTo>
                    <a:pt x="81724" y="113633"/>
                  </a:lnTo>
                  <a:lnTo>
                    <a:pt x="92297" y="113538"/>
                  </a:lnTo>
                  <a:lnTo>
                    <a:pt x="93250" y="113824"/>
                  </a:lnTo>
                  <a:lnTo>
                    <a:pt x="94869" y="114776"/>
                  </a:lnTo>
                  <a:lnTo>
                    <a:pt x="95345" y="114967"/>
                  </a:lnTo>
                  <a:lnTo>
                    <a:pt x="95917" y="115157"/>
                  </a:lnTo>
                  <a:lnTo>
                    <a:pt x="96393" y="115348"/>
                  </a:lnTo>
                  <a:lnTo>
                    <a:pt x="96583" y="115634"/>
                  </a:lnTo>
                  <a:lnTo>
                    <a:pt x="97822" y="116396"/>
                  </a:lnTo>
                  <a:lnTo>
                    <a:pt x="98203" y="116586"/>
                  </a:lnTo>
                  <a:lnTo>
                    <a:pt x="98774" y="116967"/>
                  </a:lnTo>
                  <a:lnTo>
                    <a:pt x="99250" y="117824"/>
                  </a:lnTo>
                  <a:lnTo>
                    <a:pt x="99822" y="119539"/>
                  </a:lnTo>
                  <a:lnTo>
                    <a:pt x="100774" y="121063"/>
                  </a:lnTo>
                  <a:lnTo>
                    <a:pt x="104870" y="124206"/>
                  </a:lnTo>
                  <a:lnTo>
                    <a:pt x="105823" y="125444"/>
                  </a:lnTo>
                  <a:lnTo>
                    <a:pt x="113633" y="138779"/>
                  </a:lnTo>
                  <a:lnTo>
                    <a:pt x="113919" y="139446"/>
                  </a:lnTo>
                  <a:lnTo>
                    <a:pt x="114490" y="139922"/>
                  </a:lnTo>
                  <a:lnTo>
                    <a:pt x="115729" y="140208"/>
                  </a:lnTo>
                  <a:lnTo>
                    <a:pt x="117538" y="140303"/>
                  </a:lnTo>
                  <a:lnTo>
                    <a:pt x="119158" y="141542"/>
                  </a:lnTo>
                  <a:lnTo>
                    <a:pt x="119920" y="143446"/>
                  </a:lnTo>
                  <a:lnTo>
                    <a:pt x="120777" y="147923"/>
                  </a:lnTo>
                  <a:lnTo>
                    <a:pt x="121444" y="149543"/>
                  </a:lnTo>
                  <a:lnTo>
                    <a:pt x="122396" y="151162"/>
                  </a:lnTo>
                  <a:lnTo>
                    <a:pt x="126206" y="155829"/>
                  </a:lnTo>
                  <a:lnTo>
                    <a:pt x="127063" y="156591"/>
                  </a:lnTo>
                  <a:lnTo>
                    <a:pt x="128111" y="156877"/>
                  </a:lnTo>
                  <a:lnTo>
                    <a:pt x="129254" y="156972"/>
                  </a:lnTo>
                  <a:lnTo>
                    <a:pt x="130302" y="157353"/>
                  </a:lnTo>
                  <a:lnTo>
                    <a:pt x="132969" y="158687"/>
                  </a:lnTo>
                  <a:lnTo>
                    <a:pt x="135160" y="159353"/>
                  </a:lnTo>
                  <a:lnTo>
                    <a:pt x="136017" y="159449"/>
                  </a:lnTo>
                  <a:lnTo>
                    <a:pt x="136493" y="159829"/>
                  </a:lnTo>
                  <a:lnTo>
                    <a:pt x="136779" y="160782"/>
                  </a:lnTo>
                  <a:lnTo>
                    <a:pt x="138589" y="170212"/>
                  </a:lnTo>
                  <a:lnTo>
                    <a:pt x="139446" y="177641"/>
                  </a:lnTo>
                  <a:lnTo>
                    <a:pt x="139255" y="183737"/>
                  </a:lnTo>
                  <a:lnTo>
                    <a:pt x="139541" y="184785"/>
                  </a:lnTo>
                  <a:lnTo>
                    <a:pt x="140208" y="185642"/>
                  </a:lnTo>
                  <a:lnTo>
                    <a:pt x="141732" y="187166"/>
                  </a:lnTo>
                  <a:lnTo>
                    <a:pt x="143732" y="190595"/>
                  </a:lnTo>
                  <a:lnTo>
                    <a:pt x="144399" y="191071"/>
                  </a:lnTo>
                  <a:lnTo>
                    <a:pt x="144971" y="190976"/>
                  </a:lnTo>
                  <a:lnTo>
                    <a:pt x="145923" y="190691"/>
                  </a:lnTo>
                  <a:lnTo>
                    <a:pt x="146399" y="190691"/>
                  </a:lnTo>
                  <a:lnTo>
                    <a:pt x="146875" y="190976"/>
                  </a:lnTo>
                  <a:lnTo>
                    <a:pt x="147256" y="191453"/>
                  </a:lnTo>
                  <a:lnTo>
                    <a:pt x="147638" y="191738"/>
                  </a:lnTo>
                  <a:lnTo>
                    <a:pt x="148209" y="191453"/>
                  </a:lnTo>
                  <a:lnTo>
                    <a:pt x="149352" y="192119"/>
                  </a:lnTo>
                  <a:lnTo>
                    <a:pt x="150209" y="192310"/>
                  </a:lnTo>
                  <a:lnTo>
                    <a:pt x="150971" y="192119"/>
                  </a:lnTo>
                  <a:lnTo>
                    <a:pt x="153733" y="191071"/>
                  </a:lnTo>
                  <a:lnTo>
                    <a:pt x="154876" y="190976"/>
                  </a:lnTo>
                  <a:lnTo>
                    <a:pt x="156305" y="192405"/>
                  </a:lnTo>
                  <a:lnTo>
                    <a:pt x="161925" y="194977"/>
                  </a:lnTo>
                  <a:lnTo>
                    <a:pt x="165259" y="196977"/>
                  </a:lnTo>
                  <a:lnTo>
                    <a:pt x="168307" y="199454"/>
                  </a:lnTo>
                  <a:lnTo>
                    <a:pt x="170116" y="200596"/>
                  </a:lnTo>
                  <a:lnTo>
                    <a:pt x="170783" y="201359"/>
                  </a:lnTo>
                  <a:lnTo>
                    <a:pt x="171069" y="202692"/>
                  </a:lnTo>
                  <a:lnTo>
                    <a:pt x="171545" y="203263"/>
                  </a:lnTo>
                  <a:lnTo>
                    <a:pt x="172593" y="203263"/>
                  </a:lnTo>
                  <a:lnTo>
                    <a:pt x="173831" y="203168"/>
                  </a:lnTo>
                  <a:lnTo>
                    <a:pt x="174784" y="203263"/>
                  </a:lnTo>
                  <a:lnTo>
                    <a:pt x="175355" y="203549"/>
                  </a:lnTo>
                  <a:lnTo>
                    <a:pt x="175641" y="203740"/>
                  </a:lnTo>
                  <a:lnTo>
                    <a:pt x="175736" y="204121"/>
                  </a:lnTo>
                  <a:lnTo>
                    <a:pt x="175736" y="204883"/>
                  </a:lnTo>
                  <a:lnTo>
                    <a:pt x="176022" y="205073"/>
                  </a:lnTo>
                  <a:lnTo>
                    <a:pt x="176593" y="205073"/>
                  </a:lnTo>
                  <a:lnTo>
                    <a:pt x="177737" y="205073"/>
                  </a:lnTo>
                  <a:lnTo>
                    <a:pt x="178784" y="205169"/>
                  </a:lnTo>
                  <a:lnTo>
                    <a:pt x="179832" y="205359"/>
                  </a:lnTo>
                  <a:lnTo>
                    <a:pt x="180784" y="205740"/>
                  </a:lnTo>
                  <a:lnTo>
                    <a:pt x="185547" y="208597"/>
                  </a:lnTo>
                  <a:lnTo>
                    <a:pt x="187738" y="211169"/>
                  </a:lnTo>
                  <a:lnTo>
                    <a:pt x="192024" y="217646"/>
                  </a:lnTo>
                  <a:lnTo>
                    <a:pt x="193738" y="219075"/>
                  </a:lnTo>
                  <a:lnTo>
                    <a:pt x="194786" y="219646"/>
                  </a:lnTo>
                  <a:lnTo>
                    <a:pt x="195263" y="219266"/>
                  </a:lnTo>
                  <a:lnTo>
                    <a:pt x="195358" y="218980"/>
                  </a:lnTo>
                  <a:lnTo>
                    <a:pt x="195643" y="218408"/>
                  </a:lnTo>
                  <a:lnTo>
                    <a:pt x="195643" y="218027"/>
                  </a:lnTo>
                  <a:lnTo>
                    <a:pt x="195548" y="218027"/>
                  </a:lnTo>
                  <a:lnTo>
                    <a:pt x="195072" y="217646"/>
                  </a:lnTo>
                  <a:lnTo>
                    <a:pt x="194977" y="217646"/>
                  </a:lnTo>
                  <a:lnTo>
                    <a:pt x="194881" y="216884"/>
                  </a:lnTo>
                  <a:lnTo>
                    <a:pt x="195072" y="216599"/>
                  </a:lnTo>
                  <a:lnTo>
                    <a:pt x="195739" y="216218"/>
                  </a:lnTo>
                  <a:lnTo>
                    <a:pt x="197453" y="217646"/>
                  </a:lnTo>
                  <a:lnTo>
                    <a:pt x="198215" y="218504"/>
                  </a:lnTo>
                  <a:lnTo>
                    <a:pt x="198691" y="219456"/>
                  </a:lnTo>
                  <a:lnTo>
                    <a:pt x="198787" y="220409"/>
                  </a:lnTo>
                  <a:lnTo>
                    <a:pt x="198787" y="221075"/>
                  </a:lnTo>
                  <a:lnTo>
                    <a:pt x="198977" y="221456"/>
                  </a:lnTo>
                  <a:lnTo>
                    <a:pt x="199930" y="221552"/>
                  </a:lnTo>
                  <a:lnTo>
                    <a:pt x="200596" y="221933"/>
                  </a:lnTo>
                  <a:lnTo>
                    <a:pt x="200787" y="222790"/>
                  </a:lnTo>
                  <a:lnTo>
                    <a:pt x="200692" y="224695"/>
                  </a:lnTo>
                  <a:lnTo>
                    <a:pt x="200501" y="225266"/>
                  </a:lnTo>
                  <a:lnTo>
                    <a:pt x="199454" y="226314"/>
                  </a:lnTo>
                  <a:lnTo>
                    <a:pt x="198977" y="226981"/>
                  </a:lnTo>
                  <a:lnTo>
                    <a:pt x="197834" y="228981"/>
                  </a:lnTo>
                  <a:lnTo>
                    <a:pt x="197167" y="229648"/>
                  </a:lnTo>
                  <a:lnTo>
                    <a:pt x="196882" y="228981"/>
                  </a:lnTo>
                  <a:lnTo>
                    <a:pt x="196787" y="228600"/>
                  </a:lnTo>
                  <a:lnTo>
                    <a:pt x="196501" y="228219"/>
                  </a:lnTo>
                  <a:lnTo>
                    <a:pt x="196120" y="227933"/>
                  </a:lnTo>
                  <a:lnTo>
                    <a:pt x="195739" y="227838"/>
                  </a:lnTo>
                  <a:lnTo>
                    <a:pt x="194881" y="227933"/>
                  </a:lnTo>
                  <a:lnTo>
                    <a:pt x="194786" y="228219"/>
                  </a:lnTo>
                  <a:lnTo>
                    <a:pt x="195358" y="229171"/>
                  </a:lnTo>
                  <a:lnTo>
                    <a:pt x="195643" y="230314"/>
                  </a:lnTo>
                  <a:lnTo>
                    <a:pt x="195834" y="230791"/>
                  </a:lnTo>
                  <a:lnTo>
                    <a:pt x="196215" y="230981"/>
                  </a:lnTo>
                  <a:lnTo>
                    <a:pt x="196691" y="231077"/>
                  </a:lnTo>
                  <a:lnTo>
                    <a:pt x="197263" y="231267"/>
                  </a:lnTo>
                  <a:lnTo>
                    <a:pt x="197644" y="231553"/>
                  </a:lnTo>
                  <a:lnTo>
                    <a:pt x="197834" y="231838"/>
                  </a:lnTo>
                  <a:lnTo>
                    <a:pt x="197929" y="232791"/>
                  </a:lnTo>
                  <a:lnTo>
                    <a:pt x="198215" y="234029"/>
                  </a:lnTo>
                  <a:lnTo>
                    <a:pt x="198882" y="236029"/>
                  </a:lnTo>
                  <a:lnTo>
                    <a:pt x="199454" y="236792"/>
                  </a:lnTo>
                  <a:lnTo>
                    <a:pt x="201644" y="238982"/>
                  </a:lnTo>
                  <a:lnTo>
                    <a:pt x="201930" y="239554"/>
                  </a:lnTo>
                  <a:lnTo>
                    <a:pt x="201835" y="240221"/>
                  </a:lnTo>
                  <a:lnTo>
                    <a:pt x="201644" y="240887"/>
                  </a:lnTo>
                  <a:lnTo>
                    <a:pt x="201549" y="241363"/>
                  </a:lnTo>
                  <a:lnTo>
                    <a:pt x="201644" y="241935"/>
                  </a:lnTo>
                  <a:lnTo>
                    <a:pt x="202216" y="243173"/>
                  </a:lnTo>
                  <a:lnTo>
                    <a:pt x="205740" y="251555"/>
                  </a:lnTo>
                  <a:lnTo>
                    <a:pt x="208788" y="261842"/>
                  </a:lnTo>
                  <a:lnTo>
                    <a:pt x="209074" y="263652"/>
                  </a:lnTo>
                  <a:lnTo>
                    <a:pt x="208883" y="265652"/>
                  </a:lnTo>
                  <a:lnTo>
                    <a:pt x="209169" y="266510"/>
                  </a:lnTo>
                  <a:lnTo>
                    <a:pt x="210026" y="266795"/>
                  </a:lnTo>
                  <a:lnTo>
                    <a:pt x="210503" y="267176"/>
                  </a:lnTo>
                  <a:lnTo>
                    <a:pt x="212407" y="269367"/>
                  </a:lnTo>
                  <a:lnTo>
                    <a:pt x="212693" y="271367"/>
                  </a:lnTo>
                  <a:lnTo>
                    <a:pt x="212312" y="276035"/>
                  </a:lnTo>
                  <a:lnTo>
                    <a:pt x="212788" y="277654"/>
                  </a:lnTo>
                  <a:lnTo>
                    <a:pt x="214027" y="277082"/>
                  </a:lnTo>
                  <a:lnTo>
                    <a:pt x="214884" y="277559"/>
                  </a:lnTo>
                  <a:lnTo>
                    <a:pt x="215455" y="278606"/>
                  </a:lnTo>
                  <a:lnTo>
                    <a:pt x="215646" y="279845"/>
                  </a:lnTo>
                  <a:lnTo>
                    <a:pt x="215265" y="282321"/>
                  </a:lnTo>
                  <a:lnTo>
                    <a:pt x="215360" y="283178"/>
                  </a:lnTo>
                  <a:lnTo>
                    <a:pt x="216027" y="282702"/>
                  </a:lnTo>
                  <a:lnTo>
                    <a:pt x="216694" y="283464"/>
                  </a:lnTo>
                  <a:lnTo>
                    <a:pt x="216979" y="284702"/>
                  </a:lnTo>
                  <a:lnTo>
                    <a:pt x="217265" y="288512"/>
                  </a:lnTo>
                  <a:lnTo>
                    <a:pt x="217075" y="289560"/>
                  </a:lnTo>
                  <a:lnTo>
                    <a:pt x="216122" y="291941"/>
                  </a:lnTo>
                  <a:lnTo>
                    <a:pt x="217265" y="292227"/>
                  </a:lnTo>
                  <a:lnTo>
                    <a:pt x="218122" y="292608"/>
                  </a:lnTo>
                  <a:lnTo>
                    <a:pt x="218694" y="293275"/>
                  </a:lnTo>
                  <a:lnTo>
                    <a:pt x="218694" y="294418"/>
                  </a:lnTo>
                  <a:lnTo>
                    <a:pt x="218408" y="294989"/>
                  </a:lnTo>
                  <a:lnTo>
                    <a:pt x="217646" y="295656"/>
                  </a:lnTo>
                  <a:lnTo>
                    <a:pt x="217551" y="296228"/>
                  </a:lnTo>
                  <a:lnTo>
                    <a:pt x="217741" y="296513"/>
                  </a:lnTo>
                  <a:lnTo>
                    <a:pt x="218789" y="297180"/>
                  </a:lnTo>
                  <a:lnTo>
                    <a:pt x="219170" y="297275"/>
                  </a:lnTo>
                  <a:lnTo>
                    <a:pt x="219932" y="297180"/>
                  </a:lnTo>
                  <a:lnTo>
                    <a:pt x="220313" y="297085"/>
                  </a:lnTo>
                  <a:lnTo>
                    <a:pt x="220599" y="297180"/>
                  </a:lnTo>
                  <a:lnTo>
                    <a:pt x="221075" y="297752"/>
                  </a:lnTo>
                  <a:lnTo>
                    <a:pt x="221456" y="298133"/>
                  </a:lnTo>
                  <a:lnTo>
                    <a:pt x="222028" y="298418"/>
                  </a:lnTo>
                  <a:lnTo>
                    <a:pt x="222599" y="298609"/>
                  </a:lnTo>
                  <a:lnTo>
                    <a:pt x="223171" y="298704"/>
                  </a:lnTo>
                  <a:lnTo>
                    <a:pt x="224028" y="298513"/>
                  </a:lnTo>
                  <a:lnTo>
                    <a:pt x="225933" y="297561"/>
                  </a:lnTo>
                  <a:lnTo>
                    <a:pt x="226981" y="297275"/>
                  </a:lnTo>
                  <a:lnTo>
                    <a:pt x="228314" y="297466"/>
                  </a:lnTo>
                  <a:lnTo>
                    <a:pt x="229171" y="298133"/>
                  </a:lnTo>
                  <a:lnTo>
                    <a:pt x="230314" y="300133"/>
                  </a:lnTo>
                  <a:lnTo>
                    <a:pt x="231076" y="300990"/>
                  </a:lnTo>
                  <a:lnTo>
                    <a:pt x="231934" y="301371"/>
                  </a:lnTo>
                  <a:lnTo>
                    <a:pt x="232886" y="301466"/>
                  </a:lnTo>
                  <a:lnTo>
                    <a:pt x="234124" y="301466"/>
                  </a:lnTo>
                  <a:lnTo>
                    <a:pt x="236220" y="301752"/>
                  </a:lnTo>
                  <a:lnTo>
                    <a:pt x="238506" y="302514"/>
                  </a:lnTo>
                  <a:lnTo>
                    <a:pt x="242506" y="304705"/>
                  </a:lnTo>
                  <a:lnTo>
                    <a:pt x="243649" y="305657"/>
                  </a:lnTo>
                  <a:lnTo>
                    <a:pt x="246602" y="308801"/>
                  </a:lnTo>
                  <a:lnTo>
                    <a:pt x="249650" y="311372"/>
                  </a:lnTo>
                  <a:lnTo>
                    <a:pt x="250412" y="312515"/>
                  </a:lnTo>
                  <a:lnTo>
                    <a:pt x="250698" y="313754"/>
                  </a:lnTo>
                  <a:lnTo>
                    <a:pt x="250507" y="314801"/>
                  </a:lnTo>
                  <a:lnTo>
                    <a:pt x="250222" y="315849"/>
                  </a:lnTo>
                  <a:lnTo>
                    <a:pt x="250031" y="316992"/>
                  </a:lnTo>
                  <a:lnTo>
                    <a:pt x="250126" y="317945"/>
                  </a:lnTo>
                  <a:lnTo>
                    <a:pt x="250317" y="318706"/>
                  </a:lnTo>
                  <a:lnTo>
                    <a:pt x="250698" y="319373"/>
                  </a:lnTo>
                  <a:lnTo>
                    <a:pt x="251174" y="320135"/>
                  </a:lnTo>
                  <a:lnTo>
                    <a:pt x="251746" y="320707"/>
                  </a:lnTo>
                  <a:lnTo>
                    <a:pt x="252317" y="321183"/>
                  </a:lnTo>
                  <a:lnTo>
                    <a:pt x="252793" y="321850"/>
                  </a:lnTo>
                  <a:lnTo>
                    <a:pt x="252984" y="322897"/>
                  </a:lnTo>
                  <a:lnTo>
                    <a:pt x="252984" y="324231"/>
                  </a:lnTo>
                  <a:lnTo>
                    <a:pt x="253174" y="325374"/>
                  </a:lnTo>
                  <a:lnTo>
                    <a:pt x="253746" y="326327"/>
                  </a:lnTo>
                  <a:lnTo>
                    <a:pt x="254794" y="327279"/>
                  </a:lnTo>
                  <a:lnTo>
                    <a:pt x="257175" y="328613"/>
                  </a:lnTo>
                  <a:lnTo>
                    <a:pt x="258318" y="329565"/>
                  </a:lnTo>
                  <a:lnTo>
                    <a:pt x="258794" y="330803"/>
                  </a:lnTo>
                  <a:lnTo>
                    <a:pt x="259366" y="331375"/>
                  </a:lnTo>
                  <a:lnTo>
                    <a:pt x="263080" y="333851"/>
                  </a:lnTo>
                  <a:lnTo>
                    <a:pt x="264890" y="335471"/>
                  </a:lnTo>
                  <a:lnTo>
                    <a:pt x="267843" y="339090"/>
                  </a:lnTo>
                  <a:lnTo>
                    <a:pt x="270129" y="343091"/>
                  </a:lnTo>
                  <a:lnTo>
                    <a:pt x="271463" y="344805"/>
                  </a:lnTo>
                  <a:lnTo>
                    <a:pt x="278892" y="352616"/>
                  </a:lnTo>
                  <a:lnTo>
                    <a:pt x="280321" y="354806"/>
                  </a:lnTo>
                  <a:lnTo>
                    <a:pt x="281178" y="357473"/>
                  </a:lnTo>
                  <a:lnTo>
                    <a:pt x="281654" y="361093"/>
                  </a:lnTo>
                  <a:lnTo>
                    <a:pt x="283083" y="363855"/>
                  </a:lnTo>
                  <a:lnTo>
                    <a:pt x="283655" y="364427"/>
                  </a:lnTo>
                  <a:lnTo>
                    <a:pt x="284797" y="364331"/>
                  </a:lnTo>
                  <a:lnTo>
                    <a:pt x="284988" y="364808"/>
                  </a:lnTo>
                  <a:lnTo>
                    <a:pt x="285083" y="365284"/>
                  </a:lnTo>
                  <a:lnTo>
                    <a:pt x="284988" y="365760"/>
                  </a:lnTo>
                  <a:lnTo>
                    <a:pt x="284797" y="366236"/>
                  </a:lnTo>
                  <a:lnTo>
                    <a:pt x="284321" y="365951"/>
                  </a:lnTo>
                  <a:lnTo>
                    <a:pt x="283750" y="365855"/>
                  </a:lnTo>
                  <a:lnTo>
                    <a:pt x="283178" y="365951"/>
                  </a:lnTo>
                  <a:lnTo>
                    <a:pt x="282702" y="366236"/>
                  </a:lnTo>
                  <a:lnTo>
                    <a:pt x="283369" y="367475"/>
                  </a:lnTo>
                  <a:lnTo>
                    <a:pt x="283464" y="367855"/>
                  </a:lnTo>
                  <a:lnTo>
                    <a:pt x="283369" y="368237"/>
                  </a:lnTo>
                  <a:lnTo>
                    <a:pt x="283178" y="368427"/>
                  </a:lnTo>
                  <a:lnTo>
                    <a:pt x="282988" y="368522"/>
                  </a:lnTo>
                  <a:lnTo>
                    <a:pt x="282797" y="368713"/>
                  </a:lnTo>
                  <a:lnTo>
                    <a:pt x="282607" y="369380"/>
                  </a:lnTo>
                  <a:lnTo>
                    <a:pt x="282512" y="370237"/>
                  </a:lnTo>
                  <a:lnTo>
                    <a:pt x="282702" y="370808"/>
                  </a:lnTo>
                  <a:lnTo>
                    <a:pt x="283464" y="370522"/>
                  </a:lnTo>
                  <a:lnTo>
                    <a:pt x="285750" y="372523"/>
                  </a:lnTo>
                  <a:lnTo>
                    <a:pt x="286036" y="373285"/>
                  </a:lnTo>
                  <a:lnTo>
                    <a:pt x="286036" y="374428"/>
                  </a:lnTo>
                  <a:lnTo>
                    <a:pt x="285940" y="374713"/>
                  </a:lnTo>
                  <a:lnTo>
                    <a:pt x="285655" y="375190"/>
                  </a:lnTo>
                  <a:lnTo>
                    <a:pt x="284797" y="375952"/>
                  </a:lnTo>
                  <a:lnTo>
                    <a:pt x="284607" y="376238"/>
                  </a:lnTo>
                  <a:lnTo>
                    <a:pt x="285083" y="376809"/>
                  </a:lnTo>
                  <a:lnTo>
                    <a:pt x="285655" y="376904"/>
                  </a:lnTo>
                  <a:lnTo>
                    <a:pt x="286988" y="376714"/>
                  </a:lnTo>
                  <a:lnTo>
                    <a:pt x="287179" y="376619"/>
                  </a:lnTo>
                  <a:lnTo>
                    <a:pt x="287274" y="376428"/>
                  </a:lnTo>
                  <a:lnTo>
                    <a:pt x="287369" y="376333"/>
                  </a:lnTo>
                  <a:lnTo>
                    <a:pt x="287655" y="376523"/>
                  </a:lnTo>
                  <a:lnTo>
                    <a:pt x="288131" y="377095"/>
                  </a:lnTo>
                  <a:lnTo>
                    <a:pt x="288417" y="377285"/>
                  </a:lnTo>
                  <a:lnTo>
                    <a:pt x="289465" y="377666"/>
                  </a:lnTo>
                  <a:lnTo>
                    <a:pt x="291655" y="378905"/>
                  </a:lnTo>
                  <a:lnTo>
                    <a:pt x="292703" y="379190"/>
                  </a:lnTo>
                  <a:lnTo>
                    <a:pt x="293180" y="379762"/>
                  </a:lnTo>
                  <a:lnTo>
                    <a:pt x="293561" y="381095"/>
                  </a:lnTo>
                  <a:lnTo>
                    <a:pt x="293941" y="383096"/>
                  </a:lnTo>
                  <a:lnTo>
                    <a:pt x="293846" y="383000"/>
                  </a:lnTo>
                  <a:lnTo>
                    <a:pt x="293656" y="383191"/>
                  </a:lnTo>
                  <a:lnTo>
                    <a:pt x="293370" y="383572"/>
                  </a:lnTo>
                  <a:lnTo>
                    <a:pt x="293275" y="383762"/>
                  </a:lnTo>
                  <a:lnTo>
                    <a:pt x="293370" y="383762"/>
                  </a:lnTo>
                  <a:lnTo>
                    <a:pt x="293846" y="384238"/>
                  </a:lnTo>
                  <a:lnTo>
                    <a:pt x="293941" y="384238"/>
                  </a:lnTo>
                  <a:lnTo>
                    <a:pt x="293751" y="385096"/>
                  </a:lnTo>
                  <a:lnTo>
                    <a:pt x="293561" y="385381"/>
                  </a:lnTo>
                  <a:lnTo>
                    <a:pt x="293275" y="385667"/>
                  </a:lnTo>
                  <a:lnTo>
                    <a:pt x="294037" y="386620"/>
                  </a:lnTo>
                  <a:lnTo>
                    <a:pt x="296132" y="388525"/>
                  </a:lnTo>
                  <a:lnTo>
                    <a:pt x="296513" y="389096"/>
                  </a:lnTo>
                  <a:lnTo>
                    <a:pt x="296704" y="391382"/>
                  </a:lnTo>
                  <a:lnTo>
                    <a:pt x="297180" y="393573"/>
                  </a:lnTo>
                  <a:lnTo>
                    <a:pt x="297656" y="394811"/>
                  </a:lnTo>
                  <a:lnTo>
                    <a:pt x="298418" y="395954"/>
                  </a:lnTo>
                  <a:lnTo>
                    <a:pt x="301085" y="399002"/>
                  </a:lnTo>
                  <a:lnTo>
                    <a:pt x="303562" y="402908"/>
                  </a:lnTo>
                  <a:lnTo>
                    <a:pt x="303943" y="404146"/>
                  </a:lnTo>
                  <a:lnTo>
                    <a:pt x="304229" y="404717"/>
                  </a:lnTo>
                  <a:lnTo>
                    <a:pt x="304609" y="405194"/>
                  </a:lnTo>
                  <a:lnTo>
                    <a:pt x="307657" y="408051"/>
                  </a:lnTo>
                  <a:lnTo>
                    <a:pt x="308515" y="409194"/>
                  </a:lnTo>
                  <a:lnTo>
                    <a:pt x="308896" y="410242"/>
                  </a:lnTo>
                  <a:lnTo>
                    <a:pt x="309181" y="412337"/>
                  </a:lnTo>
                  <a:lnTo>
                    <a:pt x="309753" y="414528"/>
                  </a:lnTo>
                  <a:lnTo>
                    <a:pt x="310039" y="416719"/>
                  </a:lnTo>
                  <a:lnTo>
                    <a:pt x="309563" y="419005"/>
                  </a:lnTo>
                  <a:lnTo>
                    <a:pt x="307848" y="421100"/>
                  </a:lnTo>
                  <a:lnTo>
                    <a:pt x="307086" y="422243"/>
                  </a:lnTo>
                  <a:lnTo>
                    <a:pt x="307181" y="423196"/>
                  </a:lnTo>
                  <a:lnTo>
                    <a:pt x="307467" y="423577"/>
                  </a:lnTo>
                  <a:lnTo>
                    <a:pt x="311848" y="432245"/>
                  </a:lnTo>
                  <a:lnTo>
                    <a:pt x="316801" y="439293"/>
                  </a:lnTo>
                  <a:lnTo>
                    <a:pt x="321373" y="445580"/>
                  </a:lnTo>
                  <a:lnTo>
                    <a:pt x="323183" y="447104"/>
                  </a:lnTo>
                  <a:lnTo>
                    <a:pt x="325183" y="448342"/>
                  </a:lnTo>
                  <a:lnTo>
                    <a:pt x="329565" y="450533"/>
                  </a:lnTo>
                  <a:lnTo>
                    <a:pt x="331470" y="451771"/>
                  </a:lnTo>
                  <a:lnTo>
                    <a:pt x="332899" y="453390"/>
                  </a:lnTo>
                  <a:lnTo>
                    <a:pt x="337185" y="461105"/>
                  </a:lnTo>
                  <a:lnTo>
                    <a:pt x="337756" y="463296"/>
                  </a:lnTo>
                  <a:lnTo>
                    <a:pt x="345472" y="475583"/>
                  </a:lnTo>
                  <a:lnTo>
                    <a:pt x="346520" y="476345"/>
                  </a:lnTo>
                  <a:lnTo>
                    <a:pt x="347948" y="478822"/>
                  </a:lnTo>
                  <a:lnTo>
                    <a:pt x="349282" y="480155"/>
                  </a:lnTo>
                  <a:lnTo>
                    <a:pt x="361855" y="489109"/>
                  </a:lnTo>
                  <a:lnTo>
                    <a:pt x="371761" y="495871"/>
                  </a:lnTo>
                  <a:lnTo>
                    <a:pt x="380047" y="500729"/>
                  </a:lnTo>
                  <a:lnTo>
                    <a:pt x="380714" y="501587"/>
                  </a:lnTo>
                  <a:lnTo>
                    <a:pt x="381000" y="502539"/>
                  </a:lnTo>
                  <a:lnTo>
                    <a:pt x="381095" y="504444"/>
                  </a:lnTo>
                  <a:lnTo>
                    <a:pt x="381190" y="505111"/>
                  </a:lnTo>
                  <a:lnTo>
                    <a:pt x="381476" y="505587"/>
                  </a:lnTo>
                  <a:lnTo>
                    <a:pt x="381857" y="506063"/>
                  </a:lnTo>
                  <a:lnTo>
                    <a:pt x="382143" y="506635"/>
                  </a:lnTo>
                  <a:lnTo>
                    <a:pt x="382143" y="507016"/>
                  </a:lnTo>
                  <a:lnTo>
                    <a:pt x="382048" y="507397"/>
                  </a:lnTo>
                  <a:lnTo>
                    <a:pt x="382048" y="507873"/>
                  </a:lnTo>
                  <a:lnTo>
                    <a:pt x="382143" y="508445"/>
                  </a:lnTo>
                  <a:lnTo>
                    <a:pt x="382714" y="509397"/>
                  </a:lnTo>
                  <a:lnTo>
                    <a:pt x="384334" y="511207"/>
                  </a:lnTo>
                  <a:lnTo>
                    <a:pt x="384715" y="512255"/>
                  </a:lnTo>
                  <a:lnTo>
                    <a:pt x="384524" y="513302"/>
                  </a:lnTo>
                  <a:lnTo>
                    <a:pt x="383572" y="514921"/>
                  </a:lnTo>
                  <a:lnTo>
                    <a:pt x="383191" y="515303"/>
                  </a:lnTo>
                  <a:lnTo>
                    <a:pt x="383667" y="517112"/>
                  </a:lnTo>
                  <a:lnTo>
                    <a:pt x="384715" y="518446"/>
                  </a:lnTo>
                  <a:lnTo>
                    <a:pt x="386143" y="519494"/>
                  </a:lnTo>
                  <a:lnTo>
                    <a:pt x="387572" y="520255"/>
                  </a:lnTo>
                  <a:lnTo>
                    <a:pt x="396049" y="526828"/>
                  </a:lnTo>
                  <a:lnTo>
                    <a:pt x="405193" y="533114"/>
                  </a:lnTo>
                  <a:lnTo>
                    <a:pt x="414433" y="541020"/>
                  </a:lnTo>
                  <a:lnTo>
                    <a:pt x="415195" y="542068"/>
                  </a:lnTo>
                  <a:lnTo>
                    <a:pt x="415957" y="544068"/>
                  </a:lnTo>
                  <a:lnTo>
                    <a:pt x="416814" y="544830"/>
                  </a:lnTo>
                  <a:lnTo>
                    <a:pt x="423672" y="547497"/>
                  </a:lnTo>
                  <a:lnTo>
                    <a:pt x="430149" y="551402"/>
                  </a:lnTo>
                  <a:lnTo>
                    <a:pt x="436055" y="556546"/>
                  </a:lnTo>
                  <a:lnTo>
                    <a:pt x="437007" y="557594"/>
                  </a:lnTo>
                  <a:lnTo>
                    <a:pt x="437674" y="559784"/>
                  </a:lnTo>
                  <a:lnTo>
                    <a:pt x="438340" y="560737"/>
                  </a:lnTo>
                  <a:lnTo>
                    <a:pt x="439198" y="561022"/>
                  </a:lnTo>
                  <a:lnTo>
                    <a:pt x="439960" y="560356"/>
                  </a:lnTo>
                  <a:lnTo>
                    <a:pt x="440912" y="560927"/>
                  </a:lnTo>
                  <a:lnTo>
                    <a:pt x="441293" y="561213"/>
                  </a:lnTo>
                  <a:lnTo>
                    <a:pt x="441674" y="561689"/>
                  </a:lnTo>
                  <a:lnTo>
                    <a:pt x="442531" y="564071"/>
                  </a:lnTo>
                  <a:lnTo>
                    <a:pt x="442817" y="564547"/>
                  </a:lnTo>
                  <a:lnTo>
                    <a:pt x="443389" y="564642"/>
                  </a:lnTo>
                  <a:lnTo>
                    <a:pt x="444055" y="564356"/>
                  </a:lnTo>
                  <a:lnTo>
                    <a:pt x="444722" y="563975"/>
                  </a:lnTo>
                  <a:lnTo>
                    <a:pt x="445389" y="563785"/>
                  </a:lnTo>
                  <a:lnTo>
                    <a:pt x="446056" y="563785"/>
                  </a:lnTo>
                  <a:lnTo>
                    <a:pt x="446722" y="563975"/>
                  </a:lnTo>
                  <a:lnTo>
                    <a:pt x="447389" y="564261"/>
                  </a:lnTo>
                  <a:lnTo>
                    <a:pt x="447961" y="564547"/>
                  </a:lnTo>
                  <a:lnTo>
                    <a:pt x="448437" y="564928"/>
                  </a:lnTo>
                  <a:lnTo>
                    <a:pt x="449199" y="565690"/>
                  </a:lnTo>
                  <a:lnTo>
                    <a:pt x="449771" y="566071"/>
                  </a:lnTo>
                  <a:lnTo>
                    <a:pt x="449961" y="566261"/>
                  </a:lnTo>
                  <a:lnTo>
                    <a:pt x="450056" y="566452"/>
                  </a:lnTo>
                  <a:lnTo>
                    <a:pt x="450247" y="566642"/>
                  </a:lnTo>
                  <a:lnTo>
                    <a:pt x="450628" y="566738"/>
                  </a:lnTo>
                  <a:lnTo>
                    <a:pt x="451866" y="566738"/>
                  </a:lnTo>
                  <a:lnTo>
                    <a:pt x="452247" y="566738"/>
                  </a:lnTo>
                  <a:lnTo>
                    <a:pt x="453580" y="567214"/>
                  </a:lnTo>
                  <a:lnTo>
                    <a:pt x="454342" y="567976"/>
                  </a:lnTo>
                  <a:lnTo>
                    <a:pt x="455581" y="570262"/>
                  </a:lnTo>
                  <a:lnTo>
                    <a:pt x="456533" y="569309"/>
                  </a:lnTo>
                  <a:lnTo>
                    <a:pt x="457009" y="568928"/>
                  </a:lnTo>
                  <a:lnTo>
                    <a:pt x="457581" y="568833"/>
                  </a:lnTo>
                  <a:lnTo>
                    <a:pt x="458248" y="569024"/>
                  </a:lnTo>
                  <a:lnTo>
                    <a:pt x="458914" y="569405"/>
                  </a:lnTo>
                  <a:lnTo>
                    <a:pt x="459391" y="569786"/>
                  </a:lnTo>
                  <a:lnTo>
                    <a:pt x="459676" y="569976"/>
                  </a:lnTo>
                  <a:lnTo>
                    <a:pt x="459772" y="570262"/>
                  </a:lnTo>
                  <a:lnTo>
                    <a:pt x="459296" y="571786"/>
                  </a:lnTo>
                  <a:lnTo>
                    <a:pt x="459296" y="572262"/>
                  </a:lnTo>
                  <a:lnTo>
                    <a:pt x="459867" y="572643"/>
                  </a:lnTo>
                  <a:lnTo>
                    <a:pt x="460438" y="572834"/>
                  </a:lnTo>
                  <a:lnTo>
                    <a:pt x="461772" y="572834"/>
                  </a:lnTo>
                  <a:lnTo>
                    <a:pt x="462724" y="573024"/>
                  </a:lnTo>
                  <a:lnTo>
                    <a:pt x="463582" y="573596"/>
                  </a:lnTo>
                  <a:lnTo>
                    <a:pt x="464915" y="574929"/>
                  </a:lnTo>
                  <a:lnTo>
                    <a:pt x="468058" y="576834"/>
                  </a:lnTo>
                  <a:lnTo>
                    <a:pt x="469011" y="577787"/>
                  </a:lnTo>
                  <a:lnTo>
                    <a:pt x="469201" y="578168"/>
                  </a:lnTo>
                  <a:lnTo>
                    <a:pt x="469297" y="578644"/>
                  </a:lnTo>
                  <a:lnTo>
                    <a:pt x="469297" y="579692"/>
                  </a:lnTo>
                  <a:lnTo>
                    <a:pt x="469106" y="580358"/>
                  </a:lnTo>
                  <a:lnTo>
                    <a:pt x="468344" y="581406"/>
                  </a:lnTo>
                  <a:lnTo>
                    <a:pt x="468154" y="581882"/>
                  </a:lnTo>
                  <a:lnTo>
                    <a:pt x="468535" y="582739"/>
                  </a:lnTo>
                  <a:lnTo>
                    <a:pt x="469487" y="582930"/>
                  </a:lnTo>
                  <a:lnTo>
                    <a:pt x="470630" y="582930"/>
                  </a:lnTo>
                  <a:lnTo>
                    <a:pt x="471773" y="583025"/>
                  </a:lnTo>
                  <a:lnTo>
                    <a:pt x="472440" y="583406"/>
                  </a:lnTo>
                  <a:lnTo>
                    <a:pt x="473297" y="584168"/>
                  </a:lnTo>
                  <a:lnTo>
                    <a:pt x="473869" y="585026"/>
                  </a:lnTo>
                  <a:lnTo>
                    <a:pt x="473773" y="585788"/>
                  </a:lnTo>
                  <a:lnTo>
                    <a:pt x="473202" y="586835"/>
                  </a:lnTo>
                  <a:lnTo>
                    <a:pt x="473488" y="587693"/>
                  </a:lnTo>
                  <a:lnTo>
                    <a:pt x="475869" y="589979"/>
                  </a:lnTo>
                  <a:lnTo>
                    <a:pt x="479679" y="594646"/>
                  </a:lnTo>
                  <a:lnTo>
                    <a:pt x="480536" y="595503"/>
                  </a:lnTo>
                  <a:lnTo>
                    <a:pt x="481489" y="596170"/>
                  </a:lnTo>
                  <a:lnTo>
                    <a:pt x="483203" y="596646"/>
                  </a:lnTo>
                  <a:lnTo>
                    <a:pt x="483584" y="597218"/>
                  </a:lnTo>
                  <a:lnTo>
                    <a:pt x="483870" y="597789"/>
                  </a:lnTo>
                  <a:lnTo>
                    <a:pt x="484156" y="598265"/>
                  </a:lnTo>
                  <a:lnTo>
                    <a:pt x="484727" y="598646"/>
                  </a:lnTo>
                  <a:lnTo>
                    <a:pt x="485204" y="598742"/>
                  </a:lnTo>
                  <a:lnTo>
                    <a:pt x="485680" y="598837"/>
                  </a:lnTo>
                  <a:lnTo>
                    <a:pt x="486251" y="599027"/>
                  </a:lnTo>
                  <a:lnTo>
                    <a:pt x="487394" y="599694"/>
                  </a:lnTo>
                  <a:lnTo>
                    <a:pt x="489680" y="602075"/>
                  </a:lnTo>
                  <a:lnTo>
                    <a:pt x="490347" y="603123"/>
                  </a:lnTo>
                  <a:lnTo>
                    <a:pt x="489109" y="604171"/>
                  </a:lnTo>
                  <a:lnTo>
                    <a:pt x="489490" y="605123"/>
                  </a:lnTo>
                  <a:lnTo>
                    <a:pt x="493205" y="607314"/>
                  </a:lnTo>
                  <a:lnTo>
                    <a:pt x="494062" y="607695"/>
                  </a:lnTo>
                  <a:lnTo>
                    <a:pt x="497491" y="610838"/>
                  </a:lnTo>
                  <a:lnTo>
                    <a:pt x="497872" y="611886"/>
                  </a:lnTo>
                  <a:lnTo>
                    <a:pt x="498253" y="612458"/>
                  </a:lnTo>
                  <a:lnTo>
                    <a:pt x="499110" y="612838"/>
                  </a:lnTo>
                  <a:lnTo>
                    <a:pt x="499681" y="613220"/>
                  </a:lnTo>
                  <a:lnTo>
                    <a:pt x="502444" y="615601"/>
                  </a:lnTo>
                  <a:lnTo>
                    <a:pt x="503111" y="616553"/>
                  </a:lnTo>
                  <a:lnTo>
                    <a:pt x="503396" y="617792"/>
                  </a:lnTo>
                  <a:lnTo>
                    <a:pt x="503111" y="619697"/>
                  </a:lnTo>
                  <a:lnTo>
                    <a:pt x="503491" y="620173"/>
                  </a:lnTo>
                  <a:lnTo>
                    <a:pt x="510730" y="620268"/>
                  </a:lnTo>
                  <a:lnTo>
                    <a:pt x="511397" y="620173"/>
                  </a:lnTo>
                  <a:lnTo>
                    <a:pt x="511683" y="619792"/>
                  </a:lnTo>
                  <a:lnTo>
                    <a:pt x="511588" y="619220"/>
                  </a:lnTo>
                  <a:lnTo>
                    <a:pt x="511016" y="617982"/>
                  </a:lnTo>
                  <a:lnTo>
                    <a:pt x="510730" y="615791"/>
                  </a:lnTo>
                  <a:lnTo>
                    <a:pt x="510254" y="613791"/>
                  </a:lnTo>
                  <a:lnTo>
                    <a:pt x="502063" y="600742"/>
                  </a:lnTo>
                  <a:lnTo>
                    <a:pt x="501777" y="599694"/>
                  </a:lnTo>
                  <a:lnTo>
                    <a:pt x="502063" y="598837"/>
                  </a:lnTo>
                  <a:lnTo>
                    <a:pt x="503015" y="598075"/>
                  </a:lnTo>
                  <a:lnTo>
                    <a:pt x="503872" y="597694"/>
                  </a:lnTo>
                  <a:lnTo>
                    <a:pt x="504920" y="597599"/>
                  </a:lnTo>
                  <a:lnTo>
                    <a:pt x="506254" y="597599"/>
                  </a:lnTo>
                  <a:lnTo>
                    <a:pt x="505968" y="596741"/>
                  </a:lnTo>
                  <a:lnTo>
                    <a:pt x="505873" y="596551"/>
                  </a:lnTo>
                  <a:lnTo>
                    <a:pt x="506254" y="596551"/>
                  </a:lnTo>
                  <a:lnTo>
                    <a:pt x="506730" y="597218"/>
                  </a:lnTo>
                  <a:lnTo>
                    <a:pt x="507778" y="597599"/>
                  </a:lnTo>
                  <a:lnTo>
                    <a:pt x="509873" y="598075"/>
                  </a:lnTo>
                  <a:lnTo>
                    <a:pt x="510730" y="598551"/>
                  </a:lnTo>
                  <a:lnTo>
                    <a:pt x="511302" y="599122"/>
                  </a:lnTo>
                  <a:lnTo>
                    <a:pt x="514445" y="602647"/>
                  </a:lnTo>
                  <a:lnTo>
                    <a:pt x="515588" y="603599"/>
                  </a:lnTo>
                  <a:lnTo>
                    <a:pt x="518065" y="604361"/>
                  </a:lnTo>
                  <a:lnTo>
                    <a:pt x="521398" y="606838"/>
                  </a:lnTo>
                  <a:lnTo>
                    <a:pt x="530447" y="610743"/>
                  </a:lnTo>
                  <a:lnTo>
                    <a:pt x="532829" y="612648"/>
                  </a:lnTo>
                  <a:lnTo>
                    <a:pt x="533209" y="612838"/>
                  </a:lnTo>
                  <a:close/>
                  <a:moveTo>
                    <a:pt x="119634" y="192786"/>
                  </a:moveTo>
                  <a:lnTo>
                    <a:pt x="118777" y="192596"/>
                  </a:lnTo>
                  <a:lnTo>
                    <a:pt x="117824" y="192691"/>
                  </a:lnTo>
                  <a:lnTo>
                    <a:pt x="117062" y="193072"/>
                  </a:lnTo>
                  <a:lnTo>
                    <a:pt x="116396" y="193548"/>
                  </a:lnTo>
                  <a:lnTo>
                    <a:pt x="115729" y="193929"/>
                  </a:lnTo>
                  <a:lnTo>
                    <a:pt x="114871" y="193834"/>
                  </a:lnTo>
                  <a:lnTo>
                    <a:pt x="114395" y="192977"/>
                  </a:lnTo>
                  <a:lnTo>
                    <a:pt x="114205" y="192691"/>
                  </a:lnTo>
                  <a:lnTo>
                    <a:pt x="113824" y="192596"/>
                  </a:lnTo>
                  <a:lnTo>
                    <a:pt x="113538" y="192596"/>
                  </a:lnTo>
                  <a:lnTo>
                    <a:pt x="111347" y="192977"/>
                  </a:lnTo>
                  <a:lnTo>
                    <a:pt x="110490" y="193262"/>
                  </a:lnTo>
                  <a:lnTo>
                    <a:pt x="110109" y="193643"/>
                  </a:lnTo>
                  <a:lnTo>
                    <a:pt x="115633" y="195548"/>
                  </a:lnTo>
                  <a:lnTo>
                    <a:pt x="116681" y="196501"/>
                  </a:lnTo>
                  <a:lnTo>
                    <a:pt x="117062" y="197072"/>
                  </a:lnTo>
                  <a:lnTo>
                    <a:pt x="119348" y="199358"/>
                  </a:lnTo>
                  <a:lnTo>
                    <a:pt x="119824" y="200120"/>
                  </a:lnTo>
                  <a:lnTo>
                    <a:pt x="120301" y="201073"/>
                  </a:lnTo>
                  <a:lnTo>
                    <a:pt x="120777" y="201739"/>
                  </a:lnTo>
                  <a:lnTo>
                    <a:pt x="121634" y="201739"/>
                  </a:lnTo>
                  <a:lnTo>
                    <a:pt x="121539" y="202121"/>
                  </a:lnTo>
                  <a:lnTo>
                    <a:pt x="121634" y="203073"/>
                  </a:lnTo>
                  <a:lnTo>
                    <a:pt x="122015" y="202787"/>
                  </a:lnTo>
                  <a:lnTo>
                    <a:pt x="122301" y="202502"/>
                  </a:lnTo>
                  <a:lnTo>
                    <a:pt x="122491" y="202121"/>
                  </a:lnTo>
                  <a:lnTo>
                    <a:pt x="122682" y="201644"/>
                  </a:lnTo>
                  <a:lnTo>
                    <a:pt x="122682" y="200311"/>
                  </a:lnTo>
                  <a:lnTo>
                    <a:pt x="122587" y="199168"/>
                  </a:lnTo>
                  <a:lnTo>
                    <a:pt x="122301" y="198025"/>
                  </a:lnTo>
                  <a:lnTo>
                    <a:pt x="121920" y="196882"/>
                  </a:lnTo>
                  <a:lnTo>
                    <a:pt x="121634" y="195739"/>
                  </a:lnTo>
                  <a:lnTo>
                    <a:pt x="121444" y="195263"/>
                  </a:lnTo>
                  <a:lnTo>
                    <a:pt x="120682" y="194881"/>
                  </a:lnTo>
                  <a:lnTo>
                    <a:pt x="119443" y="193643"/>
                  </a:lnTo>
                  <a:lnTo>
                    <a:pt x="119824" y="192977"/>
                  </a:lnTo>
                  <a:lnTo>
                    <a:pt x="119634" y="192786"/>
                  </a:lnTo>
                  <a:close/>
                  <a:moveTo>
                    <a:pt x="153448" y="256889"/>
                  </a:moveTo>
                  <a:lnTo>
                    <a:pt x="152495" y="254794"/>
                  </a:lnTo>
                  <a:lnTo>
                    <a:pt x="151733" y="254032"/>
                  </a:lnTo>
                  <a:lnTo>
                    <a:pt x="150781" y="253841"/>
                  </a:lnTo>
                  <a:lnTo>
                    <a:pt x="149733" y="253746"/>
                  </a:lnTo>
                  <a:lnTo>
                    <a:pt x="148876" y="253460"/>
                  </a:lnTo>
                  <a:lnTo>
                    <a:pt x="148495" y="252794"/>
                  </a:lnTo>
                  <a:lnTo>
                    <a:pt x="148304" y="252031"/>
                  </a:lnTo>
                  <a:lnTo>
                    <a:pt x="147923" y="251365"/>
                  </a:lnTo>
                  <a:lnTo>
                    <a:pt x="147066" y="250127"/>
                  </a:lnTo>
                  <a:lnTo>
                    <a:pt x="146495" y="249555"/>
                  </a:lnTo>
                  <a:lnTo>
                    <a:pt x="145637" y="248984"/>
                  </a:lnTo>
                  <a:lnTo>
                    <a:pt x="144589" y="248507"/>
                  </a:lnTo>
                  <a:lnTo>
                    <a:pt x="142208" y="248031"/>
                  </a:lnTo>
                  <a:lnTo>
                    <a:pt x="141161" y="247364"/>
                  </a:lnTo>
                  <a:lnTo>
                    <a:pt x="137065" y="242411"/>
                  </a:lnTo>
                  <a:lnTo>
                    <a:pt x="136398" y="240221"/>
                  </a:lnTo>
                  <a:lnTo>
                    <a:pt x="135731" y="239268"/>
                  </a:lnTo>
                  <a:lnTo>
                    <a:pt x="132969" y="236601"/>
                  </a:lnTo>
                  <a:lnTo>
                    <a:pt x="132588" y="236125"/>
                  </a:lnTo>
                  <a:lnTo>
                    <a:pt x="132302" y="234887"/>
                  </a:lnTo>
                  <a:lnTo>
                    <a:pt x="132112" y="234601"/>
                  </a:lnTo>
                  <a:lnTo>
                    <a:pt x="131731" y="234410"/>
                  </a:lnTo>
                  <a:lnTo>
                    <a:pt x="130492" y="233172"/>
                  </a:lnTo>
                  <a:lnTo>
                    <a:pt x="130397" y="232981"/>
                  </a:lnTo>
                  <a:lnTo>
                    <a:pt x="130207" y="232315"/>
                  </a:lnTo>
                  <a:lnTo>
                    <a:pt x="130112" y="232124"/>
                  </a:lnTo>
                  <a:lnTo>
                    <a:pt x="129826" y="232124"/>
                  </a:lnTo>
                  <a:lnTo>
                    <a:pt x="129254" y="232220"/>
                  </a:lnTo>
                  <a:lnTo>
                    <a:pt x="128683" y="232124"/>
                  </a:lnTo>
                  <a:lnTo>
                    <a:pt x="128016" y="232220"/>
                  </a:lnTo>
                  <a:lnTo>
                    <a:pt x="127730" y="232029"/>
                  </a:lnTo>
                  <a:lnTo>
                    <a:pt x="127635" y="231743"/>
                  </a:lnTo>
                  <a:lnTo>
                    <a:pt x="127540" y="231172"/>
                  </a:lnTo>
                  <a:lnTo>
                    <a:pt x="126778" y="230124"/>
                  </a:lnTo>
                  <a:lnTo>
                    <a:pt x="126397" y="229934"/>
                  </a:lnTo>
                  <a:lnTo>
                    <a:pt x="125921" y="230219"/>
                  </a:lnTo>
                  <a:lnTo>
                    <a:pt x="125063" y="230505"/>
                  </a:lnTo>
                  <a:lnTo>
                    <a:pt x="124206" y="230029"/>
                  </a:lnTo>
                  <a:lnTo>
                    <a:pt x="122872" y="228600"/>
                  </a:lnTo>
                  <a:lnTo>
                    <a:pt x="122111" y="228981"/>
                  </a:lnTo>
                  <a:lnTo>
                    <a:pt x="121920" y="229457"/>
                  </a:lnTo>
                  <a:lnTo>
                    <a:pt x="122111" y="230886"/>
                  </a:lnTo>
                  <a:lnTo>
                    <a:pt x="121920" y="231648"/>
                  </a:lnTo>
                  <a:lnTo>
                    <a:pt x="121444" y="232315"/>
                  </a:lnTo>
                  <a:lnTo>
                    <a:pt x="119158" y="234315"/>
                  </a:lnTo>
                  <a:lnTo>
                    <a:pt x="118110" y="234982"/>
                  </a:lnTo>
                  <a:lnTo>
                    <a:pt x="116967" y="235363"/>
                  </a:lnTo>
                  <a:lnTo>
                    <a:pt x="115348" y="235553"/>
                  </a:lnTo>
                  <a:lnTo>
                    <a:pt x="114109" y="235458"/>
                  </a:lnTo>
                  <a:lnTo>
                    <a:pt x="113443" y="235458"/>
                  </a:lnTo>
                  <a:lnTo>
                    <a:pt x="113157" y="235744"/>
                  </a:lnTo>
                  <a:lnTo>
                    <a:pt x="112966" y="235363"/>
                  </a:lnTo>
                  <a:lnTo>
                    <a:pt x="112490" y="234982"/>
                  </a:lnTo>
                  <a:lnTo>
                    <a:pt x="111919" y="234696"/>
                  </a:lnTo>
                  <a:lnTo>
                    <a:pt x="111442" y="234505"/>
                  </a:lnTo>
                  <a:lnTo>
                    <a:pt x="110204" y="234505"/>
                  </a:lnTo>
                  <a:lnTo>
                    <a:pt x="108775" y="234887"/>
                  </a:lnTo>
                  <a:lnTo>
                    <a:pt x="107918" y="235649"/>
                  </a:lnTo>
                  <a:lnTo>
                    <a:pt x="108204" y="236696"/>
                  </a:lnTo>
                  <a:lnTo>
                    <a:pt x="108966" y="236125"/>
                  </a:lnTo>
                  <a:lnTo>
                    <a:pt x="108966" y="236029"/>
                  </a:lnTo>
                  <a:lnTo>
                    <a:pt x="110299" y="236506"/>
                  </a:lnTo>
                  <a:lnTo>
                    <a:pt x="111442" y="237268"/>
                  </a:lnTo>
                  <a:lnTo>
                    <a:pt x="113538" y="239363"/>
                  </a:lnTo>
                  <a:lnTo>
                    <a:pt x="113919" y="239935"/>
                  </a:lnTo>
                  <a:lnTo>
                    <a:pt x="114395" y="241173"/>
                  </a:lnTo>
                  <a:lnTo>
                    <a:pt x="114681" y="241745"/>
                  </a:lnTo>
                  <a:lnTo>
                    <a:pt x="115253" y="242221"/>
                  </a:lnTo>
                  <a:lnTo>
                    <a:pt x="115824" y="242411"/>
                  </a:lnTo>
                  <a:lnTo>
                    <a:pt x="116396" y="242506"/>
                  </a:lnTo>
                  <a:lnTo>
                    <a:pt x="116967" y="242792"/>
                  </a:lnTo>
                  <a:lnTo>
                    <a:pt x="117348" y="243078"/>
                  </a:lnTo>
                  <a:lnTo>
                    <a:pt x="117729" y="243364"/>
                  </a:lnTo>
                  <a:lnTo>
                    <a:pt x="117920" y="243745"/>
                  </a:lnTo>
                  <a:lnTo>
                    <a:pt x="118015" y="244412"/>
                  </a:lnTo>
                  <a:lnTo>
                    <a:pt x="118205" y="245078"/>
                  </a:lnTo>
                  <a:lnTo>
                    <a:pt x="118967" y="245745"/>
                  </a:lnTo>
                  <a:lnTo>
                    <a:pt x="119348" y="246888"/>
                  </a:lnTo>
                  <a:lnTo>
                    <a:pt x="119824" y="247364"/>
                  </a:lnTo>
                  <a:lnTo>
                    <a:pt x="120396" y="247745"/>
                  </a:lnTo>
                  <a:lnTo>
                    <a:pt x="120872" y="248221"/>
                  </a:lnTo>
                  <a:lnTo>
                    <a:pt x="121063" y="248603"/>
                  </a:lnTo>
                  <a:lnTo>
                    <a:pt x="121539" y="249936"/>
                  </a:lnTo>
                  <a:lnTo>
                    <a:pt x="124206" y="254222"/>
                  </a:lnTo>
                  <a:lnTo>
                    <a:pt x="125063" y="256318"/>
                  </a:lnTo>
                  <a:lnTo>
                    <a:pt x="125158" y="258509"/>
                  </a:lnTo>
                  <a:lnTo>
                    <a:pt x="125063" y="259747"/>
                  </a:lnTo>
                  <a:lnTo>
                    <a:pt x="125444" y="260128"/>
                  </a:lnTo>
                  <a:lnTo>
                    <a:pt x="127540" y="259937"/>
                  </a:lnTo>
                  <a:lnTo>
                    <a:pt x="128683" y="260033"/>
                  </a:lnTo>
                  <a:lnTo>
                    <a:pt x="129826" y="260223"/>
                  </a:lnTo>
                  <a:lnTo>
                    <a:pt x="130492" y="260795"/>
                  </a:lnTo>
                  <a:lnTo>
                    <a:pt x="130207" y="261747"/>
                  </a:lnTo>
                  <a:lnTo>
                    <a:pt x="134874" y="264509"/>
                  </a:lnTo>
                  <a:lnTo>
                    <a:pt x="136970" y="266510"/>
                  </a:lnTo>
                  <a:lnTo>
                    <a:pt x="137827" y="268796"/>
                  </a:lnTo>
                  <a:lnTo>
                    <a:pt x="137922" y="269367"/>
                  </a:lnTo>
                  <a:lnTo>
                    <a:pt x="138684" y="271081"/>
                  </a:lnTo>
                  <a:lnTo>
                    <a:pt x="139065" y="271653"/>
                  </a:lnTo>
                  <a:lnTo>
                    <a:pt x="139351" y="272225"/>
                  </a:lnTo>
                  <a:lnTo>
                    <a:pt x="139255" y="273749"/>
                  </a:lnTo>
                  <a:lnTo>
                    <a:pt x="139255" y="274415"/>
                  </a:lnTo>
                  <a:lnTo>
                    <a:pt x="139827" y="275272"/>
                  </a:lnTo>
                  <a:lnTo>
                    <a:pt x="140589" y="276130"/>
                  </a:lnTo>
                  <a:lnTo>
                    <a:pt x="140970" y="277082"/>
                  </a:lnTo>
                  <a:lnTo>
                    <a:pt x="140303" y="278416"/>
                  </a:lnTo>
                  <a:lnTo>
                    <a:pt x="140589" y="278606"/>
                  </a:lnTo>
                  <a:lnTo>
                    <a:pt x="140970" y="278797"/>
                  </a:lnTo>
                  <a:lnTo>
                    <a:pt x="141256" y="279083"/>
                  </a:lnTo>
                  <a:lnTo>
                    <a:pt x="141637" y="279845"/>
                  </a:lnTo>
                  <a:lnTo>
                    <a:pt x="142208" y="279749"/>
                  </a:lnTo>
                  <a:lnTo>
                    <a:pt x="142684" y="279463"/>
                  </a:lnTo>
                  <a:lnTo>
                    <a:pt x="142780" y="279273"/>
                  </a:lnTo>
                  <a:lnTo>
                    <a:pt x="144113" y="280130"/>
                  </a:lnTo>
                  <a:lnTo>
                    <a:pt x="144780" y="280130"/>
                  </a:lnTo>
                  <a:lnTo>
                    <a:pt x="145351" y="279178"/>
                  </a:lnTo>
                  <a:lnTo>
                    <a:pt x="146685" y="280226"/>
                  </a:lnTo>
                  <a:lnTo>
                    <a:pt x="147161" y="280511"/>
                  </a:lnTo>
                  <a:lnTo>
                    <a:pt x="147733" y="280606"/>
                  </a:lnTo>
                  <a:lnTo>
                    <a:pt x="148114" y="280416"/>
                  </a:lnTo>
                  <a:lnTo>
                    <a:pt x="150590" y="277273"/>
                  </a:lnTo>
                  <a:lnTo>
                    <a:pt x="151066" y="276130"/>
                  </a:lnTo>
                  <a:lnTo>
                    <a:pt x="151162" y="272225"/>
                  </a:lnTo>
                  <a:lnTo>
                    <a:pt x="151543" y="269177"/>
                  </a:lnTo>
                  <a:lnTo>
                    <a:pt x="152019" y="267938"/>
                  </a:lnTo>
                  <a:lnTo>
                    <a:pt x="152114" y="267176"/>
                  </a:lnTo>
                  <a:lnTo>
                    <a:pt x="151829" y="264033"/>
                  </a:lnTo>
                  <a:lnTo>
                    <a:pt x="152019" y="262414"/>
                  </a:lnTo>
                  <a:lnTo>
                    <a:pt x="152876" y="260890"/>
                  </a:lnTo>
                  <a:lnTo>
                    <a:pt x="152876" y="261271"/>
                  </a:lnTo>
                  <a:lnTo>
                    <a:pt x="153733" y="259366"/>
                  </a:lnTo>
                  <a:lnTo>
                    <a:pt x="154019" y="258223"/>
                  </a:lnTo>
                  <a:lnTo>
                    <a:pt x="153448" y="257746"/>
                  </a:lnTo>
                  <a:lnTo>
                    <a:pt x="153448" y="256889"/>
                  </a:lnTo>
                  <a:close/>
                  <a:moveTo>
                    <a:pt x="289655" y="473869"/>
                  </a:moveTo>
                  <a:lnTo>
                    <a:pt x="289655" y="472916"/>
                  </a:lnTo>
                  <a:lnTo>
                    <a:pt x="288798" y="473774"/>
                  </a:lnTo>
                  <a:lnTo>
                    <a:pt x="288798" y="474917"/>
                  </a:lnTo>
                  <a:lnTo>
                    <a:pt x="289465" y="475869"/>
                  </a:lnTo>
                  <a:lnTo>
                    <a:pt x="290608" y="476155"/>
                  </a:lnTo>
                  <a:lnTo>
                    <a:pt x="290989" y="475774"/>
                  </a:lnTo>
                  <a:lnTo>
                    <a:pt x="289846" y="474536"/>
                  </a:lnTo>
                  <a:lnTo>
                    <a:pt x="289655" y="473869"/>
                  </a:lnTo>
                  <a:close/>
                  <a:moveTo>
                    <a:pt x="387477" y="590455"/>
                  </a:moveTo>
                  <a:lnTo>
                    <a:pt x="384238" y="589502"/>
                  </a:lnTo>
                  <a:lnTo>
                    <a:pt x="383286" y="588455"/>
                  </a:lnTo>
                  <a:lnTo>
                    <a:pt x="382619" y="587883"/>
                  </a:lnTo>
                  <a:lnTo>
                    <a:pt x="381857" y="587597"/>
                  </a:lnTo>
                  <a:lnTo>
                    <a:pt x="380905" y="587502"/>
                  </a:lnTo>
                  <a:lnTo>
                    <a:pt x="380238" y="587312"/>
                  </a:lnTo>
                  <a:lnTo>
                    <a:pt x="378809" y="586550"/>
                  </a:lnTo>
                  <a:lnTo>
                    <a:pt x="377285" y="586169"/>
                  </a:lnTo>
                  <a:lnTo>
                    <a:pt x="375952" y="586645"/>
                  </a:lnTo>
                  <a:lnTo>
                    <a:pt x="373380" y="589026"/>
                  </a:lnTo>
                  <a:lnTo>
                    <a:pt x="374904" y="589788"/>
                  </a:lnTo>
                  <a:lnTo>
                    <a:pt x="381190" y="594646"/>
                  </a:lnTo>
                  <a:lnTo>
                    <a:pt x="381762" y="595503"/>
                  </a:lnTo>
                  <a:lnTo>
                    <a:pt x="382429" y="597122"/>
                  </a:lnTo>
                  <a:lnTo>
                    <a:pt x="383096" y="597694"/>
                  </a:lnTo>
                  <a:lnTo>
                    <a:pt x="383667" y="596551"/>
                  </a:lnTo>
                  <a:lnTo>
                    <a:pt x="383857" y="596265"/>
                  </a:lnTo>
                  <a:lnTo>
                    <a:pt x="384238" y="596265"/>
                  </a:lnTo>
                  <a:lnTo>
                    <a:pt x="384715" y="596360"/>
                  </a:lnTo>
                  <a:lnTo>
                    <a:pt x="385096" y="596360"/>
                  </a:lnTo>
                  <a:lnTo>
                    <a:pt x="385286" y="596170"/>
                  </a:lnTo>
                  <a:lnTo>
                    <a:pt x="385667" y="596360"/>
                  </a:lnTo>
                  <a:lnTo>
                    <a:pt x="388144" y="596932"/>
                  </a:lnTo>
                  <a:lnTo>
                    <a:pt x="388715" y="596646"/>
                  </a:lnTo>
                  <a:lnTo>
                    <a:pt x="388334" y="596075"/>
                  </a:lnTo>
                  <a:lnTo>
                    <a:pt x="387667" y="595408"/>
                  </a:lnTo>
                  <a:lnTo>
                    <a:pt x="387477" y="594836"/>
                  </a:lnTo>
                  <a:lnTo>
                    <a:pt x="388525" y="594265"/>
                  </a:lnTo>
                  <a:lnTo>
                    <a:pt x="389287" y="593598"/>
                  </a:lnTo>
                  <a:lnTo>
                    <a:pt x="389668" y="592836"/>
                  </a:lnTo>
                  <a:lnTo>
                    <a:pt x="389001" y="591407"/>
                  </a:lnTo>
                  <a:lnTo>
                    <a:pt x="387477" y="590455"/>
                  </a:lnTo>
                  <a:close/>
                  <a:moveTo>
                    <a:pt x="517493" y="611410"/>
                  </a:moveTo>
                  <a:lnTo>
                    <a:pt x="517207" y="611314"/>
                  </a:lnTo>
                  <a:lnTo>
                    <a:pt x="516160" y="611124"/>
                  </a:lnTo>
                  <a:lnTo>
                    <a:pt x="515017" y="610457"/>
                  </a:lnTo>
                  <a:lnTo>
                    <a:pt x="514445" y="610457"/>
                  </a:lnTo>
                  <a:lnTo>
                    <a:pt x="514064" y="611029"/>
                  </a:lnTo>
                  <a:lnTo>
                    <a:pt x="514159" y="611505"/>
                  </a:lnTo>
                  <a:lnTo>
                    <a:pt x="514445" y="611981"/>
                  </a:lnTo>
                  <a:lnTo>
                    <a:pt x="515112" y="612838"/>
                  </a:lnTo>
                  <a:lnTo>
                    <a:pt x="516731" y="614172"/>
                  </a:lnTo>
                  <a:lnTo>
                    <a:pt x="517684" y="614553"/>
                  </a:lnTo>
                  <a:lnTo>
                    <a:pt x="518065" y="614077"/>
                  </a:lnTo>
                  <a:lnTo>
                    <a:pt x="518255" y="612648"/>
                  </a:lnTo>
                  <a:lnTo>
                    <a:pt x="518065" y="612077"/>
                  </a:lnTo>
                  <a:lnTo>
                    <a:pt x="517493" y="611410"/>
                  </a:lnTo>
                  <a:close/>
                  <a:moveTo>
                    <a:pt x="285369" y="479012"/>
                  </a:moveTo>
                  <a:lnTo>
                    <a:pt x="284607" y="477679"/>
                  </a:lnTo>
                  <a:lnTo>
                    <a:pt x="283940" y="476155"/>
                  </a:lnTo>
                  <a:lnTo>
                    <a:pt x="283940" y="475679"/>
                  </a:lnTo>
                  <a:lnTo>
                    <a:pt x="284131" y="475202"/>
                  </a:lnTo>
                  <a:lnTo>
                    <a:pt x="284036" y="474821"/>
                  </a:lnTo>
                  <a:lnTo>
                    <a:pt x="283369" y="474726"/>
                  </a:lnTo>
                  <a:lnTo>
                    <a:pt x="282988" y="474536"/>
                  </a:lnTo>
                  <a:lnTo>
                    <a:pt x="283273" y="474059"/>
                  </a:lnTo>
                  <a:lnTo>
                    <a:pt x="284321" y="473297"/>
                  </a:lnTo>
                  <a:lnTo>
                    <a:pt x="284797" y="473583"/>
                  </a:lnTo>
                  <a:lnTo>
                    <a:pt x="285369" y="473678"/>
                  </a:lnTo>
                  <a:lnTo>
                    <a:pt x="285940" y="473583"/>
                  </a:lnTo>
                  <a:lnTo>
                    <a:pt x="286417" y="473297"/>
                  </a:lnTo>
                  <a:lnTo>
                    <a:pt x="287369" y="473488"/>
                  </a:lnTo>
                  <a:lnTo>
                    <a:pt x="287846" y="472535"/>
                  </a:lnTo>
                  <a:lnTo>
                    <a:pt x="287846" y="471106"/>
                  </a:lnTo>
                  <a:lnTo>
                    <a:pt x="287560" y="470059"/>
                  </a:lnTo>
                  <a:lnTo>
                    <a:pt x="287846" y="469297"/>
                  </a:lnTo>
                  <a:lnTo>
                    <a:pt x="287846" y="468535"/>
                  </a:lnTo>
                  <a:lnTo>
                    <a:pt x="287655" y="467392"/>
                  </a:lnTo>
                  <a:lnTo>
                    <a:pt x="284893" y="464820"/>
                  </a:lnTo>
                  <a:lnTo>
                    <a:pt x="283273" y="462153"/>
                  </a:lnTo>
                  <a:lnTo>
                    <a:pt x="281654" y="461105"/>
                  </a:lnTo>
                  <a:lnTo>
                    <a:pt x="278606" y="457962"/>
                  </a:lnTo>
                  <a:lnTo>
                    <a:pt x="278321" y="457771"/>
                  </a:lnTo>
                  <a:lnTo>
                    <a:pt x="278035" y="457676"/>
                  </a:lnTo>
                  <a:lnTo>
                    <a:pt x="277749" y="457581"/>
                  </a:lnTo>
                  <a:lnTo>
                    <a:pt x="277368" y="457295"/>
                  </a:lnTo>
                  <a:lnTo>
                    <a:pt x="276320" y="455771"/>
                  </a:lnTo>
                  <a:lnTo>
                    <a:pt x="275939" y="455390"/>
                  </a:lnTo>
                  <a:lnTo>
                    <a:pt x="275463" y="455105"/>
                  </a:lnTo>
                  <a:lnTo>
                    <a:pt x="274796" y="454819"/>
                  </a:lnTo>
                  <a:lnTo>
                    <a:pt x="272796" y="455771"/>
                  </a:lnTo>
                  <a:lnTo>
                    <a:pt x="272224" y="456343"/>
                  </a:lnTo>
                  <a:lnTo>
                    <a:pt x="272224" y="457581"/>
                  </a:lnTo>
                  <a:lnTo>
                    <a:pt x="273177" y="461201"/>
                  </a:lnTo>
                  <a:lnTo>
                    <a:pt x="273272" y="462439"/>
                  </a:lnTo>
                  <a:lnTo>
                    <a:pt x="273177" y="462915"/>
                  </a:lnTo>
                  <a:lnTo>
                    <a:pt x="272701" y="463582"/>
                  </a:lnTo>
                  <a:lnTo>
                    <a:pt x="272605" y="464249"/>
                  </a:lnTo>
                  <a:lnTo>
                    <a:pt x="272796" y="464915"/>
                  </a:lnTo>
                  <a:lnTo>
                    <a:pt x="273558" y="465772"/>
                  </a:lnTo>
                  <a:lnTo>
                    <a:pt x="273748" y="466344"/>
                  </a:lnTo>
                  <a:lnTo>
                    <a:pt x="274130" y="467011"/>
                  </a:lnTo>
                  <a:lnTo>
                    <a:pt x="275749" y="468916"/>
                  </a:lnTo>
                  <a:lnTo>
                    <a:pt x="276320" y="469392"/>
                  </a:lnTo>
                  <a:lnTo>
                    <a:pt x="275939" y="470249"/>
                  </a:lnTo>
                  <a:lnTo>
                    <a:pt x="276511" y="470440"/>
                  </a:lnTo>
                  <a:lnTo>
                    <a:pt x="277463" y="470440"/>
                  </a:lnTo>
                  <a:lnTo>
                    <a:pt x="278225" y="470630"/>
                  </a:lnTo>
                  <a:lnTo>
                    <a:pt x="280988" y="473202"/>
                  </a:lnTo>
                  <a:lnTo>
                    <a:pt x="280892" y="473678"/>
                  </a:lnTo>
                  <a:lnTo>
                    <a:pt x="280511" y="474536"/>
                  </a:lnTo>
                  <a:lnTo>
                    <a:pt x="280511" y="475012"/>
                  </a:lnTo>
                  <a:lnTo>
                    <a:pt x="280892" y="476155"/>
                  </a:lnTo>
                  <a:lnTo>
                    <a:pt x="281464" y="476917"/>
                  </a:lnTo>
                  <a:lnTo>
                    <a:pt x="281654" y="477393"/>
                  </a:lnTo>
                  <a:lnTo>
                    <a:pt x="281368" y="477584"/>
                  </a:lnTo>
                  <a:lnTo>
                    <a:pt x="280988" y="477584"/>
                  </a:lnTo>
                  <a:lnTo>
                    <a:pt x="280702" y="477393"/>
                  </a:lnTo>
                  <a:lnTo>
                    <a:pt x="280511" y="477203"/>
                  </a:lnTo>
                  <a:lnTo>
                    <a:pt x="280416" y="476917"/>
                  </a:lnTo>
                  <a:lnTo>
                    <a:pt x="280035" y="476917"/>
                  </a:lnTo>
                  <a:lnTo>
                    <a:pt x="280035" y="477774"/>
                  </a:lnTo>
                  <a:lnTo>
                    <a:pt x="280416" y="478250"/>
                  </a:lnTo>
                  <a:lnTo>
                    <a:pt x="281559" y="479108"/>
                  </a:lnTo>
                  <a:lnTo>
                    <a:pt x="281845" y="479203"/>
                  </a:lnTo>
                  <a:lnTo>
                    <a:pt x="282226" y="479203"/>
                  </a:lnTo>
                  <a:lnTo>
                    <a:pt x="282512" y="479298"/>
                  </a:lnTo>
                  <a:lnTo>
                    <a:pt x="282607" y="479679"/>
                  </a:lnTo>
                  <a:lnTo>
                    <a:pt x="282512" y="480727"/>
                  </a:lnTo>
                  <a:lnTo>
                    <a:pt x="282607" y="480917"/>
                  </a:lnTo>
                  <a:lnTo>
                    <a:pt x="282988" y="481203"/>
                  </a:lnTo>
                  <a:lnTo>
                    <a:pt x="284131" y="481679"/>
                  </a:lnTo>
                  <a:lnTo>
                    <a:pt x="284702" y="482060"/>
                  </a:lnTo>
                  <a:lnTo>
                    <a:pt x="285274" y="482537"/>
                  </a:lnTo>
                  <a:lnTo>
                    <a:pt x="286226" y="483680"/>
                  </a:lnTo>
                  <a:lnTo>
                    <a:pt x="286893" y="484156"/>
                  </a:lnTo>
                  <a:lnTo>
                    <a:pt x="287846" y="483108"/>
                  </a:lnTo>
                  <a:lnTo>
                    <a:pt x="287274" y="481679"/>
                  </a:lnTo>
                  <a:lnTo>
                    <a:pt x="285369" y="479012"/>
                  </a:lnTo>
                  <a:close/>
                  <a:moveTo>
                    <a:pt x="253555" y="429482"/>
                  </a:moveTo>
                  <a:lnTo>
                    <a:pt x="253079" y="429006"/>
                  </a:lnTo>
                  <a:lnTo>
                    <a:pt x="251555" y="427863"/>
                  </a:lnTo>
                  <a:lnTo>
                    <a:pt x="251174" y="427768"/>
                  </a:lnTo>
                  <a:lnTo>
                    <a:pt x="250984" y="427577"/>
                  </a:lnTo>
                  <a:lnTo>
                    <a:pt x="250888" y="427387"/>
                  </a:lnTo>
                  <a:lnTo>
                    <a:pt x="250984" y="426720"/>
                  </a:lnTo>
                  <a:lnTo>
                    <a:pt x="250984" y="426434"/>
                  </a:lnTo>
                  <a:lnTo>
                    <a:pt x="248126" y="422338"/>
                  </a:lnTo>
                  <a:lnTo>
                    <a:pt x="247364" y="420719"/>
                  </a:lnTo>
                  <a:lnTo>
                    <a:pt x="246983" y="418624"/>
                  </a:lnTo>
                  <a:lnTo>
                    <a:pt x="246697" y="417576"/>
                  </a:lnTo>
                  <a:lnTo>
                    <a:pt x="246126" y="417100"/>
                  </a:lnTo>
                  <a:lnTo>
                    <a:pt x="245078" y="416814"/>
                  </a:lnTo>
                  <a:lnTo>
                    <a:pt x="244507" y="416147"/>
                  </a:lnTo>
                  <a:lnTo>
                    <a:pt x="244030" y="415385"/>
                  </a:lnTo>
                  <a:lnTo>
                    <a:pt x="243364" y="414909"/>
                  </a:lnTo>
                  <a:lnTo>
                    <a:pt x="241363" y="414719"/>
                  </a:lnTo>
                  <a:lnTo>
                    <a:pt x="239839" y="415576"/>
                  </a:lnTo>
                  <a:lnTo>
                    <a:pt x="238982" y="417195"/>
                  </a:lnTo>
                  <a:lnTo>
                    <a:pt x="238982" y="419291"/>
                  </a:lnTo>
                  <a:lnTo>
                    <a:pt x="239649" y="420338"/>
                  </a:lnTo>
                  <a:lnTo>
                    <a:pt x="239744" y="420814"/>
                  </a:lnTo>
                  <a:lnTo>
                    <a:pt x="239078" y="421005"/>
                  </a:lnTo>
                  <a:lnTo>
                    <a:pt x="238315" y="420814"/>
                  </a:lnTo>
                  <a:lnTo>
                    <a:pt x="237934" y="420910"/>
                  </a:lnTo>
                  <a:lnTo>
                    <a:pt x="237744" y="421481"/>
                  </a:lnTo>
                  <a:lnTo>
                    <a:pt x="237934" y="422053"/>
                  </a:lnTo>
                  <a:lnTo>
                    <a:pt x="239268" y="423481"/>
                  </a:lnTo>
                  <a:lnTo>
                    <a:pt x="239935" y="425196"/>
                  </a:lnTo>
                  <a:lnTo>
                    <a:pt x="240411" y="425672"/>
                  </a:lnTo>
                  <a:lnTo>
                    <a:pt x="240792" y="425005"/>
                  </a:lnTo>
                  <a:lnTo>
                    <a:pt x="241173" y="425005"/>
                  </a:lnTo>
                  <a:lnTo>
                    <a:pt x="241268" y="425577"/>
                  </a:lnTo>
                  <a:lnTo>
                    <a:pt x="241363" y="425958"/>
                  </a:lnTo>
                  <a:lnTo>
                    <a:pt x="241554" y="426053"/>
                  </a:lnTo>
                  <a:lnTo>
                    <a:pt x="241840" y="425768"/>
                  </a:lnTo>
                  <a:lnTo>
                    <a:pt x="242506" y="426244"/>
                  </a:lnTo>
                  <a:lnTo>
                    <a:pt x="242221" y="426720"/>
                  </a:lnTo>
                  <a:lnTo>
                    <a:pt x="241745" y="427292"/>
                  </a:lnTo>
                  <a:lnTo>
                    <a:pt x="241840" y="427958"/>
                  </a:lnTo>
                  <a:lnTo>
                    <a:pt x="242221" y="428054"/>
                  </a:lnTo>
                  <a:lnTo>
                    <a:pt x="244221" y="427958"/>
                  </a:lnTo>
                  <a:lnTo>
                    <a:pt x="245459" y="428244"/>
                  </a:lnTo>
                  <a:lnTo>
                    <a:pt x="246221" y="429006"/>
                  </a:lnTo>
                  <a:lnTo>
                    <a:pt x="246888" y="429863"/>
                  </a:lnTo>
                  <a:lnTo>
                    <a:pt x="247650" y="430530"/>
                  </a:lnTo>
                  <a:lnTo>
                    <a:pt x="248221" y="430721"/>
                  </a:lnTo>
                  <a:lnTo>
                    <a:pt x="249555" y="430816"/>
                  </a:lnTo>
                  <a:lnTo>
                    <a:pt x="250222" y="431006"/>
                  </a:lnTo>
                  <a:lnTo>
                    <a:pt x="250793" y="431387"/>
                  </a:lnTo>
                  <a:lnTo>
                    <a:pt x="251174" y="431863"/>
                  </a:lnTo>
                  <a:lnTo>
                    <a:pt x="251555" y="432245"/>
                  </a:lnTo>
                  <a:lnTo>
                    <a:pt x="252127" y="432435"/>
                  </a:lnTo>
                  <a:lnTo>
                    <a:pt x="253460" y="432435"/>
                  </a:lnTo>
                  <a:lnTo>
                    <a:pt x="253937" y="432721"/>
                  </a:lnTo>
                  <a:lnTo>
                    <a:pt x="254317" y="433959"/>
                  </a:lnTo>
                  <a:lnTo>
                    <a:pt x="254698" y="434245"/>
                  </a:lnTo>
                  <a:lnTo>
                    <a:pt x="255079" y="434150"/>
                  </a:lnTo>
                  <a:lnTo>
                    <a:pt x="255270" y="433578"/>
                  </a:lnTo>
                  <a:lnTo>
                    <a:pt x="255270" y="433959"/>
                  </a:lnTo>
                  <a:lnTo>
                    <a:pt x="255270" y="433006"/>
                  </a:lnTo>
                  <a:lnTo>
                    <a:pt x="254794" y="431768"/>
                  </a:lnTo>
                  <a:lnTo>
                    <a:pt x="253555" y="429482"/>
                  </a:lnTo>
                  <a:close/>
                  <a:moveTo>
                    <a:pt x="224599" y="395002"/>
                  </a:moveTo>
                  <a:lnTo>
                    <a:pt x="224790" y="394240"/>
                  </a:lnTo>
                  <a:lnTo>
                    <a:pt x="224504" y="393287"/>
                  </a:lnTo>
                  <a:lnTo>
                    <a:pt x="223933" y="392525"/>
                  </a:lnTo>
                  <a:lnTo>
                    <a:pt x="223361" y="392239"/>
                  </a:lnTo>
                  <a:lnTo>
                    <a:pt x="222409" y="392239"/>
                  </a:lnTo>
                  <a:lnTo>
                    <a:pt x="221647" y="392239"/>
                  </a:lnTo>
                  <a:lnTo>
                    <a:pt x="221171" y="391859"/>
                  </a:lnTo>
                  <a:lnTo>
                    <a:pt x="220980" y="391001"/>
                  </a:lnTo>
                  <a:lnTo>
                    <a:pt x="220980" y="389572"/>
                  </a:lnTo>
                  <a:lnTo>
                    <a:pt x="220885" y="389001"/>
                  </a:lnTo>
                  <a:lnTo>
                    <a:pt x="220504" y="388811"/>
                  </a:lnTo>
                  <a:lnTo>
                    <a:pt x="220028" y="388715"/>
                  </a:lnTo>
                  <a:lnTo>
                    <a:pt x="219551" y="388430"/>
                  </a:lnTo>
                  <a:lnTo>
                    <a:pt x="217837" y="386620"/>
                  </a:lnTo>
                  <a:lnTo>
                    <a:pt x="217075" y="385477"/>
                  </a:lnTo>
                  <a:lnTo>
                    <a:pt x="216694" y="384429"/>
                  </a:lnTo>
                  <a:lnTo>
                    <a:pt x="217075" y="384429"/>
                  </a:lnTo>
                  <a:lnTo>
                    <a:pt x="218408" y="385572"/>
                  </a:lnTo>
                  <a:lnTo>
                    <a:pt x="218884" y="385858"/>
                  </a:lnTo>
                  <a:lnTo>
                    <a:pt x="218884" y="383667"/>
                  </a:lnTo>
                  <a:lnTo>
                    <a:pt x="217837" y="382334"/>
                  </a:lnTo>
                  <a:lnTo>
                    <a:pt x="216408" y="381191"/>
                  </a:lnTo>
                  <a:lnTo>
                    <a:pt x="215360" y="379381"/>
                  </a:lnTo>
                  <a:lnTo>
                    <a:pt x="214884" y="377476"/>
                  </a:lnTo>
                  <a:lnTo>
                    <a:pt x="214408" y="376809"/>
                  </a:lnTo>
                  <a:lnTo>
                    <a:pt x="213455" y="376523"/>
                  </a:lnTo>
                  <a:lnTo>
                    <a:pt x="213170" y="376238"/>
                  </a:lnTo>
                  <a:lnTo>
                    <a:pt x="213360" y="375666"/>
                  </a:lnTo>
                  <a:lnTo>
                    <a:pt x="213741" y="375190"/>
                  </a:lnTo>
                  <a:lnTo>
                    <a:pt x="213931" y="375190"/>
                  </a:lnTo>
                  <a:lnTo>
                    <a:pt x="213836" y="374618"/>
                  </a:lnTo>
                  <a:lnTo>
                    <a:pt x="213646" y="374237"/>
                  </a:lnTo>
                  <a:lnTo>
                    <a:pt x="212788" y="373189"/>
                  </a:lnTo>
                  <a:lnTo>
                    <a:pt x="212407" y="372999"/>
                  </a:lnTo>
                  <a:lnTo>
                    <a:pt x="212217" y="372713"/>
                  </a:lnTo>
                  <a:lnTo>
                    <a:pt x="212122" y="372046"/>
                  </a:lnTo>
                  <a:lnTo>
                    <a:pt x="212026" y="371475"/>
                  </a:lnTo>
                  <a:lnTo>
                    <a:pt x="211741" y="370999"/>
                  </a:lnTo>
                  <a:lnTo>
                    <a:pt x="210883" y="370237"/>
                  </a:lnTo>
                  <a:lnTo>
                    <a:pt x="210407" y="369475"/>
                  </a:lnTo>
                  <a:lnTo>
                    <a:pt x="209740" y="367760"/>
                  </a:lnTo>
                  <a:lnTo>
                    <a:pt x="209264" y="366808"/>
                  </a:lnTo>
                  <a:lnTo>
                    <a:pt x="208597" y="366331"/>
                  </a:lnTo>
                  <a:lnTo>
                    <a:pt x="207740" y="365855"/>
                  </a:lnTo>
                  <a:lnTo>
                    <a:pt x="206978" y="365284"/>
                  </a:lnTo>
                  <a:lnTo>
                    <a:pt x="206692" y="364427"/>
                  </a:lnTo>
                  <a:lnTo>
                    <a:pt x="206502" y="363379"/>
                  </a:lnTo>
                  <a:lnTo>
                    <a:pt x="206121" y="362712"/>
                  </a:lnTo>
                  <a:lnTo>
                    <a:pt x="205645" y="362141"/>
                  </a:lnTo>
                  <a:lnTo>
                    <a:pt x="205264" y="361379"/>
                  </a:lnTo>
                  <a:lnTo>
                    <a:pt x="205835" y="361379"/>
                  </a:lnTo>
                  <a:lnTo>
                    <a:pt x="206312" y="361474"/>
                  </a:lnTo>
                  <a:lnTo>
                    <a:pt x="206692" y="361664"/>
                  </a:lnTo>
                  <a:lnTo>
                    <a:pt x="207073" y="362045"/>
                  </a:lnTo>
                  <a:lnTo>
                    <a:pt x="207454" y="360997"/>
                  </a:lnTo>
                  <a:lnTo>
                    <a:pt x="206978" y="359759"/>
                  </a:lnTo>
                  <a:lnTo>
                    <a:pt x="205930" y="358712"/>
                  </a:lnTo>
                  <a:lnTo>
                    <a:pt x="204502" y="358426"/>
                  </a:lnTo>
                  <a:lnTo>
                    <a:pt x="204883" y="357378"/>
                  </a:lnTo>
                  <a:lnTo>
                    <a:pt x="204025" y="357283"/>
                  </a:lnTo>
                  <a:lnTo>
                    <a:pt x="201739" y="357759"/>
                  </a:lnTo>
                  <a:lnTo>
                    <a:pt x="201073" y="358045"/>
                  </a:lnTo>
                  <a:lnTo>
                    <a:pt x="199834" y="359188"/>
                  </a:lnTo>
                  <a:lnTo>
                    <a:pt x="199072" y="359569"/>
                  </a:lnTo>
                  <a:lnTo>
                    <a:pt x="198025" y="359569"/>
                  </a:lnTo>
                  <a:lnTo>
                    <a:pt x="196405" y="358997"/>
                  </a:lnTo>
                  <a:lnTo>
                    <a:pt x="195643" y="358807"/>
                  </a:lnTo>
                  <a:lnTo>
                    <a:pt x="194596" y="358902"/>
                  </a:lnTo>
                  <a:lnTo>
                    <a:pt x="193548" y="359093"/>
                  </a:lnTo>
                  <a:lnTo>
                    <a:pt x="192691" y="359474"/>
                  </a:lnTo>
                  <a:lnTo>
                    <a:pt x="192119" y="359950"/>
                  </a:lnTo>
                  <a:lnTo>
                    <a:pt x="191738" y="360902"/>
                  </a:lnTo>
                  <a:lnTo>
                    <a:pt x="191643" y="362045"/>
                  </a:lnTo>
                  <a:lnTo>
                    <a:pt x="191738" y="364427"/>
                  </a:lnTo>
                  <a:lnTo>
                    <a:pt x="191643" y="365665"/>
                  </a:lnTo>
                  <a:lnTo>
                    <a:pt x="191357" y="366808"/>
                  </a:lnTo>
                  <a:lnTo>
                    <a:pt x="190405" y="368903"/>
                  </a:lnTo>
                  <a:lnTo>
                    <a:pt x="189071" y="371094"/>
                  </a:lnTo>
                  <a:lnTo>
                    <a:pt x="188881" y="372237"/>
                  </a:lnTo>
                  <a:lnTo>
                    <a:pt x="189547" y="373380"/>
                  </a:lnTo>
                  <a:lnTo>
                    <a:pt x="189929" y="373856"/>
                  </a:lnTo>
                  <a:lnTo>
                    <a:pt x="190786" y="375666"/>
                  </a:lnTo>
                  <a:lnTo>
                    <a:pt x="190786" y="375952"/>
                  </a:lnTo>
                  <a:lnTo>
                    <a:pt x="190690" y="376523"/>
                  </a:lnTo>
                  <a:lnTo>
                    <a:pt x="190690" y="376809"/>
                  </a:lnTo>
                  <a:lnTo>
                    <a:pt x="190976" y="377095"/>
                  </a:lnTo>
                  <a:lnTo>
                    <a:pt x="191833" y="377571"/>
                  </a:lnTo>
                  <a:lnTo>
                    <a:pt x="200311" y="389668"/>
                  </a:lnTo>
                  <a:lnTo>
                    <a:pt x="201263" y="391859"/>
                  </a:lnTo>
                  <a:lnTo>
                    <a:pt x="200882" y="393859"/>
                  </a:lnTo>
                  <a:lnTo>
                    <a:pt x="201073" y="394145"/>
                  </a:lnTo>
                  <a:lnTo>
                    <a:pt x="201644" y="394430"/>
                  </a:lnTo>
                  <a:lnTo>
                    <a:pt x="201930" y="394621"/>
                  </a:lnTo>
                  <a:lnTo>
                    <a:pt x="204121" y="397669"/>
                  </a:lnTo>
                  <a:lnTo>
                    <a:pt x="204883" y="398145"/>
                  </a:lnTo>
                  <a:lnTo>
                    <a:pt x="208121" y="399479"/>
                  </a:lnTo>
                  <a:lnTo>
                    <a:pt x="209455" y="400907"/>
                  </a:lnTo>
                  <a:lnTo>
                    <a:pt x="215551" y="404051"/>
                  </a:lnTo>
                  <a:lnTo>
                    <a:pt x="216503" y="404241"/>
                  </a:lnTo>
                  <a:lnTo>
                    <a:pt x="217361" y="403955"/>
                  </a:lnTo>
                  <a:lnTo>
                    <a:pt x="218122" y="403384"/>
                  </a:lnTo>
                  <a:lnTo>
                    <a:pt x="218980" y="403003"/>
                  </a:lnTo>
                  <a:lnTo>
                    <a:pt x="219932" y="402717"/>
                  </a:lnTo>
                  <a:lnTo>
                    <a:pt x="221266" y="402527"/>
                  </a:lnTo>
                  <a:lnTo>
                    <a:pt x="222504" y="402908"/>
                  </a:lnTo>
                  <a:lnTo>
                    <a:pt x="223171" y="403003"/>
                  </a:lnTo>
                  <a:lnTo>
                    <a:pt x="223742" y="402622"/>
                  </a:lnTo>
                  <a:lnTo>
                    <a:pt x="223742" y="401764"/>
                  </a:lnTo>
                  <a:lnTo>
                    <a:pt x="223266" y="399669"/>
                  </a:lnTo>
                  <a:lnTo>
                    <a:pt x="221456" y="395669"/>
                  </a:lnTo>
                  <a:lnTo>
                    <a:pt x="220885" y="395097"/>
                  </a:lnTo>
                  <a:lnTo>
                    <a:pt x="221361" y="395002"/>
                  </a:lnTo>
                  <a:lnTo>
                    <a:pt x="221647" y="394906"/>
                  </a:lnTo>
                  <a:lnTo>
                    <a:pt x="222313" y="394430"/>
                  </a:lnTo>
                  <a:lnTo>
                    <a:pt x="223742" y="396526"/>
                  </a:lnTo>
                  <a:lnTo>
                    <a:pt x="224123" y="397288"/>
                  </a:lnTo>
                  <a:lnTo>
                    <a:pt x="224790" y="400907"/>
                  </a:lnTo>
                  <a:lnTo>
                    <a:pt x="225742" y="399955"/>
                  </a:lnTo>
                  <a:lnTo>
                    <a:pt x="225838" y="398240"/>
                  </a:lnTo>
                  <a:lnTo>
                    <a:pt x="225457" y="396526"/>
                  </a:lnTo>
                  <a:lnTo>
                    <a:pt x="224599" y="395002"/>
                  </a:lnTo>
                  <a:close/>
                  <a:moveTo>
                    <a:pt x="274225" y="453580"/>
                  </a:moveTo>
                  <a:lnTo>
                    <a:pt x="274415" y="452914"/>
                  </a:lnTo>
                  <a:lnTo>
                    <a:pt x="274225" y="452056"/>
                  </a:lnTo>
                  <a:lnTo>
                    <a:pt x="273939" y="451199"/>
                  </a:lnTo>
                  <a:lnTo>
                    <a:pt x="273748" y="450437"/>
                  </a:lnTo>
                  <a:lnTo>
                    <a:pt x="273463" y="449675"/>
                  </a:lnTo>
                  <a:lnTo>
                    <a:pt x="272224" y="448532"/>
                  </a:lnTo>
                  <a:lnTo>
                    <a:pt x="271939" y="447961"/>
                  </a:lnTo>
                  <a:lnTo>
                    <a:pt x="271653" y="447008"/>
                  </a:lnTo>
                  <a:lnTo>
                    <a:pt x="270891" y="446532"/>
                  </a:lnTo>
                  <a:lnTo>
                    <a:pt x="269081" y="445961"/>
                  </a:lnTo>
                  <a:lnTo>
                    <a:pt x="268605" y="445580"/>
                  </a:lnTo>
                  <a:lnTo>
                    <a:pt x="267557" y="444341"/>
                  </a:lnTo>
                  <a:lnTo>
                    <a:pt x="264700" y="441674"/>
                  </a:lnTo>
                  <a:lnTo>
                    <a:pt x="264128" y="441388"/>
                  </a:lnTo>
                  <a:lnTo>
                    <a:pt x="263747" y="440627"/>
                  </a:lnTo>
                  <a:lnTo>
                    <a:pt x="263176" y="439864"/>
                  </a:lnTo>
                  <a:lnTo>
                    <a:pt x="262223" y="439579"/>
                  </a:lnTo>
                  <a:lnTo>
                    <a:pt x="261747" y="440055"/>
                  </a:lnTo>
                  <a:lnTo>
                    <a:pt x="261366" y="441198"/>
                  </a:lnTo>
                  <a:lnTo>
                    <a:pt x="260985" y="443198"/>
                  </a:lnTo>
                  <a:lnTo>
                    <a:pt x="260985" y="443484"/>
                  </a:lnTo>
                  <a:lnTo>
                    <a:pt x="261271" y="444627"/>
                  </a:lnTo>
                  <a:lnTo>
                    <a:pt x="261747" y="445389"/>
                  </a:lnTo>
                  <a:lnTo>
                    <a:pt x="261747" y="445865"/>
                  </a:lnTo>
                  <a:lnTo>
                    <a:pt x="261271" y="446437"/>
                  </a:lnTo>
                  <a:lnTo>
                    <a:pt x="262223" y="446913"/>
                  </a:lnTo>
                  <a:lnTo>
                    <a:pt x="262795" y="447675"/>
                  </a:lnTo>
                  <a:lnTo>
                    <a:pt x="262985" y="448723"/>
                  </a:lnTo>
                  <a:lnTo>
                    <a:pt x="262985" y="450152"/>
                  </a:lnTo>
                  <a:lnTo>
                    <a:pt x="262318" y="453200"/>
                  </a:lnTo>
                  <a:lnTo>
                    <a:pt x="262223" y="454343"/>
                  </a:lnTo>
                  <a:lnTo>
                    <a:pt x="262985" y="454247"/>
                  </a:lnTo>
                  <a:lnTo>
                    <a:pt x="263271" y="455105"/>
                  </a:lnTo>
                  <a:lnTo>
                    <a:pt x="263271" y="457105"/>
                  </a:lnTo>
                  <a:lnTo>
                    <a:pt x="263652" y="457867"/>
                  </a:lnTo>
                  <a:lnTo>
                    <a:pt x="264414" y="458153"/>
                  </a:lnTo>
                  <a:lnTo>
                    <a:pt x="264890" y="457771"/>
                  </a:lnTo>
                  <a:lnTo>
                    <a:pt x="265271" y="457105"/>
                  </a:lnTo>
                  <a:lnTo>
                    <a:pt x="265557" y="456343"/>
                  </a:lnTo>
                  <a:lnTo>
                    <a:pt x="266414" y="456819"/>
                  </a:lnTo>
                  <a:lnTo>
                    <a:pt x="267653" y="457295"/>
                  </a:lnTo>
                  <a:lnTo>
                    <a:pt x="268986" y="457486"/>
                  </a:lnTo>
                  <a:lnTo>
                    <a:pt x="270224" y="457105"/>
                  </a:lnTo>
                  <a:lnTo>
                    <a:pt x="270605" y="456629"/>
                  </a:lnTo>
                  <a:lnTo>
                    <a:pt x="270891" y="455295"/>
                  </a:lnTo>
                  <a:lnTo>
                    <a:pt x="271272" y="454628"/>
                  </a:lnTo>
                  <a:lnTo>
                    <a:pt x="271939" y="454247"/>
                  </a:lnTo>
                  <a:lnTo>
                    <a:pt x="273653" y="453962"/>
                  </a:lnTo>
                  <a:lnTo>
                    <a:pt x="274225" y="45358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5" name="Freeform: Shape 27">
              <a:extLst>
                <a:ext uri="{FF2B5EF4-FFF2-40B4-BE49-F238E27FC236}">
                  <a16:creationId xmlns:a16="http://schemas.microsoft.com/office/drawing/2014/main" id="{A3058141-15FD-A566-0A17-6407421ABF46}"/>
                </a:ext>
              </a:extLst>
            </p:cNvPr>
            <p:cNvSpPr/>
            <p:nvPr/>
          </p:nvSpPr>
          <p:spPr>
            <a:xfrm>
              <a:off x="4405217" y="2893313"/>
              <a:ext cx="1533525" cy="1647825"/>
            </a:xfrm>
            <a:custGeom>
              <a:avLst/>
              <a:gdLst>
                <a:gd name="connsiteX0" fmla="*/ 1270635 w 1533525"/>
                <a:gd name="connsiteY0" fmla="*/ 1390745 h 1647825"/>
                <a:gd name="connsiteX1" fmla="*/ 1269968 w 1533525"/>
                <a:gd name="connsiteY1" fmla="*/ 1390555 h 1647825"/>
                <a:gd name="connsiteX2" fmla="*/ 1268540 w 1533525"/>
                <a:gd name="connsiteY2" fmla="*/ 1390364 h 1647825"/>
                <a:gd name="connsiteX3" fmla="*/ 1267968 w 1533525"/>
                <a:gd name="connsiteY3" fmla="*/ 1390364 h 1647825"/>
                <a:gd name="connsiteX4" fmla="*/ 1267968 w 1533525"/>
                <a:gd name="connsiteY4" fmla="*/ 1390745 h 1647825"/>
                <a:gd name="connsiteX5" fmla="*/ 1268635 w 1533525"/>
                <a:gd name="connsiteY5" fmla="*/ 1391507 h 1647825"/>
                <a:gd name="connsiteX6" fmla="*/ 1268825 w 1533525"/>
                <a:gd name="connsiteY6" fmla="*/ 1393508 h 1647825"/>
                <a:gd name="connsiteX7" fmla="*/ 1269778 w 1533525"/>
                <a:gd name="connsiteY7" fmla="*/ 1394079 h 1647825"/>
                <a:gd name="connsiteX8" fmla="*/ 1270921 w 1533525"/>
                <a:gd name="connsiteY8" fmla="*/ 1393984 h 1647825"/>
                <a:gd name="connsiteX9" fmla="*/ 1271588 w 1533525"/>
                <a:gd name="connsiteY9" fmla="*/ 1393317 h 1647825"/>
                <a:gd name="connsiteX10" fmla="*/ 1271683 w 1533525"/>
                <a:gd name="connsiteY10" fmla="*/ 1392269 h 1647825"/>
                <a:gd name="connsiteX11" fmla="*/ 1271207 w 1533525"/>
                <a:gd name="connsiteY11" fmla="*/ 1391126 h 1647825"/>
                <a:gd name="connsiteX12" fmla="*/ 1270635 w 1533525"/>
                <a:gd name="connsiteY12" fmla="*/ 1390745 h 1647825"/>
                <a:gd name="connsiteX13" fmla="*/ 259937 w 1533525"/>
                <a:gd name="connsiteY13" fmla="*/ 1564767 h 1647825"/>
                <a:gd name="connsiteX14" fmla="*/ 259937 w 1533525"/>
                <a:gd name="connsiteY14" fmla="*/ 1564767 h 1647825"/>
                <a:gd name="connsiteX15" fmla="*/ 259652 w 1533525"/>
                <a:gd name="connsiteY15" fmla="*/ 1564767 h 1647825"/>
                <a:gd name="connsiteX16" fmla="*/ 259461 w 1533525"/>
                <a:gd name="connsiteY16" fmla="*/ 1565815 h 1647825"/>
                <a:gd name="connsiteX17" fmla="*/ 258985 w 1533525"/>
                <a:gd name="connsiteY17" fmla="*/ 1566672 h 1647825"/>
                <a:gd name="connsiteX18" fmla="*/ 258223 w 1533525"/>
                <a:gd name="connsiteY18" fmla="*/ 1567339 h 1647825"/>
                <a:gd name="connsiteX19" fmla="*/ 257270 w 1533525"/>
                <a:gd name="connsiteY19" fmla="*/ 1567720 h 1647825"/>
                <a:gd name="connsiteX20" fmla="*/ 257270 w 1533525"/>
                <a:gd name="connsiteY20" fmla="*/ 1567529 h 1647825"/>
                <a:gd name="connsiteX21" fmla="*/ 257270 w 1533525"/>
                <a:gd name="connsiteY21" fmla="*/ 1566958 h 1647825"/>
                <a:gd name="connsiteX22" fmla="*/ 257270 w 1533525"/>
                <a:gd name="connsiteY22" fmla="*/ 1566958 h 1647825"/>
                <a:gd name="connsiteX23" fmla="*/ 256889 w 1533525"/>
                <a:gd name="connsiteY23" fmla="*/ 1566958 h 1647825"/>
                <a:gd name="connsiteX24" fmla="*/ 256985 w 1533525"/>
                <a:gd name="connsiteY24" fmla="*/ 1568006 h 1647825"/>
                <a:gd name="connsiteX25" fmla="*/ 257461 w 1533525"/>
                <a:gd name="connsiteY25" fmla="*/ 1568291 h 1647825"/>
                <a:gd name="connsiteX26" fmla="*/ 258127 w 1533525"/>
                <a:gd name="connsiteY26" fmla="*/ 1568101 h 1647825"/>
                <a:gd name="connsiteX27" fmla="*/ 258794 w 1533525"/>
                <a:gd name="connsiteY27" fmla="*/ 1567720 h 1647825"/>
                <a:gd name="connsiteX28" fmla="*/ 259271 w 1533525"/>
                <a:gd name="connsiteY28" fmla="*/ 1567148 h 1647825"/>
                <a:gd name="connsiteX29" fmla="*/ 260223 w 1533525"/>
                <a:gd name="connsiteY29" fmla="*/ 1565148 h 1647825"/>
                <a:gd name="connsiteX30" fmla="*/ 260128 w 1533525"/>
                <a:gd name="connsiteY30" fmla="*/ 1564958 h 1647825"/>
                <a:gd name="connsiteX31" fmla="*/ 260128 w 1533525"/>
                <a:gd name="connsiteY31" fmla="*/ 1564767 h 1647825"/>
                <a:gd name="connsiteX32" fmla="*/ 290227 w 1533525"/>
                <a:gd name="connsiteY32" fmla="*/ 1467707 h 1647825"/>
                <a:gd name="connsiteX33" fmla="*/ 290132 w 1533525"/>
                <a:gd name="connsiteY33" fmla="*/ 1467707 h 1647825"/>
                <a:gd name="connsiteX34" fmla="*/ 290036 w 1533525"/>
                <a:gd name="connsiteY34" fmla="*/ 1467898 h 1647825"/>
                <a:gd name="connsiteX35" fmla="*/ 290227 w 1533525"/>
                <a:gd name="connsiteY35" fmla="*/ 1467993 h 1647825"/>
                <a:gd name="connsiteX36" fmla="*/ 290322 w 1533525"/>
                <a:gd name="connsiteY36" fmla="*/ 1467993 h 1647825"/>
                <a:gd name="connsiteX37" fmla="*/ 290417 w 1533525"/>
                <a:gd name="connsiteY37" fmla="*/ 1467898 h 1647825"/>
                <a:gd name="connsiteX38" fmla="*/ 290513 w 1533525"/>
                <a:gd name="connsiteY38" fmla="*/ 1467802 h 1647825"/>
                <a:gd name="connsiteX39" fmla="*/ 290513 w 1533525"/>
                <a:gd name="connsiteY39" fmla="*/ 1467802 h 1647825"/>
                <a:gd name="connsiteX40" fmla="*/ 290417 w 1533525"/>
                <a:gd name="connsiteY40" fmla="*/ 1467802 h 1647825"/>
                <a:gd name="connsiteX41" fmla="*/ 290227 w 1533525"/>
                <a:gd name="connsiteY41" fmla="*/ 1467707 h 1647825"/>
                <a:gd name="connsiteX42" fmla="*/ 289560 w 1533525"/>
                <a:gd name="connsiteY42" fmla="*/ 1470374 h 1647825"/>
                <a:gd name="connsiteX43" fmla="*/ 289560 w 1533525"/>
                <a:gd name="connsiteY43" fmla="*/ 1470374 h 1647825"/>
                <a:gd name="connsiteX44" fmla="*/ 289179 w 1533525"/>
                <a:gd name="connsiteY44" fmla="*/ 1470755 h 1647825"/>
                <a:gd name="connsiteX45" fmla="*/ 288989 w 1533525"/>
                <a:gd name="connsiteY45" fmla="*/ 1471232 h 1647825"/>
                <a:gd name="connsiteX46" fmla="*/ 288893 w 1533525"/>
                <a:gd name="connsiteY46" fmla="*/ 1471803 h 1647825"/>
                <a:gd name="connsiteX47" fmla="*/ 288893 w 1533525"/>
                <a:gd name="connsiteY47" fmla="*/ 1471803 h 1647825"/>
                <a:gd name="connsiteX48" fmla="*/ 288893 w 1533525"/>
                <a:gd name="connsiteY48" fmla="*/ 1472375 h 1647825"/>
                <a:gd name="connsiteX49" fmla="*/ 289084 w 1533525"/>
                <a:gd name="connsiteY49" fmla="*/ 1472089 h 1647825"/>
                <a:gd name="connsiteX50" fmla="*/ 289274 w 1533525"/>
                <a:gd name="connsiteY50" fmla="*/ 1471708 h 1647825"/>
                <a:gd name="connsiteX51" fmla="*/ 289465 w 1533525"/>
                <a:gd name="connsiteY51" fmla="*/ 1471327 h 1647825"/>
                <a:gd name="connsiteX52" fmla="*/ 289560 w 1533525"/>
                <a:gd name="connsiteY52" fmla="*/ 1470946 h 1647825"/>
                <a:gd name="connsiteX53" fmla="*/ 289465 w 1533525"/>
                <a:gd name="connsiteY53" fmla="*/ 1470565 h 1647825"/>
                <a:gd name="connsiteX54" fmla="*/ 289560 w 1533525"/>
                <a:gd name="connsiteY54" fmla="*/ 1470374 h 1647825"/>
                <a:gd name="connsiteX55" fmla="*/ 675418 w 1533525"/>
                <a:gd name="connsiteY55" fmla="*/ 1164050 h 1647825"/>
                <a:gd name="connsiteX56" fmla="*/ 673799 w 1533525"/>
                <a:gd name="connsiteY56" fmla="*/ 1162812 h 1647825"/>
                <a:gd name="connsiteX57" fmla="*/ 671227 w 1533525"/>
                <a:gd name="connsiteY57" fmla="*/ 1161288 h 1647825"/>
                <a:gd name="connsiteX58" fmla="*/ 670751 w 1533525"/>
                <a:gd name="connsiteY58" fmla="*/ 1161669 h 1647825"/>
                <a:gd name="connsiteX59" fmla="*/ 670179 w 1533525"/>
                <a:gd name="connsiteY59" fmla="*/ 1163193 h 1647825"/>
                <a:gd name="connsiteX60" fmla="*/ 672751 w 1533525"/>
                <a:gd name="connsiteY60" fmla="*/ 1166336 h 1647825"/>
                <a:gd name="connsiteX61" fmla="*/ 674084 w 1533525"/>
                <a:gd name="connsiteY61" fmla="*/ 1167098 h 1647825"/>
                <a:gd name="connsiteX62" fmla="*/ 674084 w 1533525"/>
                <a:gd name="connsiteY62" fmla="*/ 1167098 h 1647825"/>
                <a:gd name="connsiteX63" fmla="*/ 675608 w 1533525"/>
                <a:gd name="connsiteY63" fmla="*/ 1166622 h 1647825"/>
                <a:gd name="connsiteX64" fmla="*/ 676275 w 1533525"/>
                <a:gd name="connsiteY64" fmla="*/ 1166051 h 1647825"/>
                <a:gd name="connsiteX65" fmla="*/ 676465 w 1533525"/>
                <a:gd name="connsiteY65" fmla="*/ 1165574 h 1647825"/>
                <a:gd name="connsiteX66" fmla="*/ 676180 w 1533525"/>
                <a:gd name="connsiteY66" fmla="*/ 1165003 h 1647825"/>
                <a:gd name="connsiteX67" fmla="*/ 675418 w 1533525"/>
                <a:gd name="connsiteY67" fmla="*/ 1164050 h 1647825"/>
                <a:gd name="connsiteX68" fmla="*/ 1052132 w 1533525"/>
                <a:gd name="connsiteY68" fmla="*/ 828294 h 1647825"/>
                <a:gd name="connsiteX69" fmla="*/ 1050608 w 1533525"/>
                <a:gd name="connsiteY69" fmla="*/ 831152 h 1647825"/>
                <a:gd name="connsiteX70" fmla="*/ 1048512 w 1533525"/>
                <a:gd name="connsiteY70" fmla="*/ 836962 h 1647825"/>
                <a:gd name="connsiteX71" fmla="*/ 1048131 w 1533525"/>
                <a:gd name="connsiteY71" fmla="*/ 838391 h 1647825"/>
                <a:gd name="connsiteX72" fmla="*/ 1048036 w 1533525"/>
                <a:gd name="connsiteY72" fmla="*/ 839153 h 1647825"/>
                <a:gd name="connsiteX73" fmla="*/ 1048036 w 1533525"/>
                <a:gd name="connsiteY73" fmla="*/ 839724 h 1647825"/>
                <a:gd name="connsiteX74" fmla="*/ 1048512 w 1533525"/>
                <a:gd name="connsiteY74" fmla="*/ 840677 h 1647825"/>
                <a:gd name="connsiteX75" fmla="*/ 1049179 w 1533525"/>
                <a:gd name="connsiteY75" fmla="*/ 840962 h 1647825"/>
                <a:gd name="connsiteX76" fmla="*/ 1050703 w 1533525"/>
                <a:gd name="connsiteY76" fmla="*/ 840962 h 1647825"/>
                <a:gd name="connsiteX77" fmla="*/ 1052132 w 1533525"/>
                <a:gd name="connsiteY77" fmla="*/ 841439 h 1647825"/>
                <a:gd name="connsiteX78" fmla="*/ 1052703 w 1533525"/>
                <a:gd name="connsiteY78" fmla="*/ 841534 h 1647825"/>
                <a:gd name="connsiteX79" fmla="*/ 1053179 w 1533525"/>
                <a:gd name="connsiteY79" fmla="*/ 841248 h 1647825"/>
                <a:gd name="connsiteX80" fmla="*/ 1053560 w 1533525"/>
                <a:gd name="connsiteY80" fmla="*/ 840486 h 1647825"/>
                <a:gd name="connsiteX81" fmla="*/ 1053465 w 1533525"/>
                <a:gd name="connsiteY81" fmla="*/ 839724 h 1647825"/>
                <a:gd name="connsiteX82" fmla="*/ 1052798 w 1533525"/>
                <a:gd name="connsiteY82" fmla="*/ 838200 h 1647825"/>
                <a:gd name="connsiteX83" fmla="*/ 1054418 w 1533525"/>
                <a:gd name="connsiteY83" fmla="*/ 837057 h 1647825"/>
                <a:gd name="connsiteX84" fmla="*/ 1054608 w 1533525"/>
                <a:gd name="connsiteY84" fmla="*/ 833723 h 1647825"/>
                <a:gd name="connsiteX85" fmla="*/ 1053560 w 1533525"/>
                <a:gd name="connsiteY85" fmla="*/ 827818 h 1647825"/>
                <a:gd name="connsiteX86" fmla="*/ 1052132 w 1533525"/>
                <a:gd name="connsiteY86" fmla="*/ 828294 h 1647825"/>
                <a:gd name="connsiteX87" fmla="*/ 1093375 w 1533525"/>
                <a:gd name="connsiteY87" fmla="*/ 844010 h 1647825"/>
                <a:gd name="connsiteX88" fmla="*/ 1092708 w 1533525"/>
                <a:gd name="connsiteY88" fmla="*/ 843534 h 1647825"/>
                <a:gd name="connsiteX89" fmla="*/ 1091851 w 1533525"/>
                <a:gd name="connsiteY89" fmla="*/ 843153 h 1647825"/>
                <a:gd name="connsiteX90" fmla="*/ 1090232 w 1533525"/>
                <a:gd name="connsiteY90" fmla="*/ 842105 h 1647825"/>
                <a:gd name="connsiteX91" fmla="*/ 1089660 w 1533525"/>
                <a:gd name="connsiteY91" fmla="*/ 844201 h 1647825"/>
                <a:gd name="connsiteX92" fmla="*/ 1090041 w 1533525"/>
                <a:gd name="connsiteY92" fmla="*/ 846773 h 1647825"/>
                <a:gd name="connsiteX93" fmla="*/ 1091279 w 1533525"/>
                <a:gd name="connsiteY93" fmla="*/ 847249 h 1647825"/>
                <a:gd name="connsiteX94" fmla="*/ 1092232 w 1533525"/>
                <a:gd name="connsiteY94" fmla="*/ 846868 h 1647825"/>
                <a:gd name="connsiteX95" fmla="*/ 1093089 w 1533525"/>
                <a:gd name="connsiteY95" fmla="*/ 846963 h 1647825"/>
                <a:gd name="connsiteX96" fmla="*/ 1093756 w 1533525"/>
                <a:gd name="connsiteY96" fmla="*/ 846868 h 1647825"/>
                <a:gd name="connsiteX97" fmla="*/ 1094042 w 1533525"/>
                <a:gd name="connsiteY97" fmla="*/ 845915 h 1647825"/>
                <a:gd name="connsiteX98" fmla="*/ 1093946 w 1533525"/>
                <a:gd name="connsiteY98" fmla="*/ 844868 h 1647825"/>
                <a:gd name="connsiteX99" fmla="*/ 1093375 w 1533525"/>
                <a:gd name="connsiteY99" fmla="*/ 844010 h 1647825"/>
                <a:gd name="connsiteX100" fmla="*/ 1080135 w 1533525"/>
                <a:gd name="connsiteY100" fmla="*/ 824484 h 1647825"/>
                <a:gd name="connsiteX101" fmla="*/ 1079373 w 1533525"/>
                <a:gd name="connsiteY101" fmla="*/ 824865 h 1647825"/>
                <a:gd name="connsiteX102" fmla="*/ 1078325 w 1533525"/>
                <a:gd name="connsiteY102" fmla="*/ 826199 h 1647825"/>
                <a:gd name="connsiteX103" fmla="*/ 1077373 w 1533525"/>
                <a:gd name="connsiteY103" fmla="*/ 827818 h 1647825"/>
                <a:gd name="connsiteX104" fmla="*/ 1076706 w 1533525"/>
                <a:gd name="connsiteY104" fmla="*/ 829342 h 1647825"/>
                <a:gd name="connsiteX105" fmla="*/ 1076611 w 1533525"/>
                <a:gd name="connsiteY105" fmla="*/ 829723 h 1647825"/>
                <a:gd name="connsiteX106" fmla="*/ 1076611 w 1533525"/>
                <a:gd name="connsiteY106" fmla="*/ 830199 h 1647825"/>
                <a:gd name="connsiteX107" fmla="*/ 1076897 w 1533525"/>
                <a:gd name="connsiteY107" fmla="*/ 830961 h 1647825"/>
                <a:gd name="connsiteX108" fmla="*/ 1076992 w 1533525"/>
                <a:gd name="connsiteY108" fmla="*/ 831437 h 1647825"/>
                <a:gd name="connsiteX109" fmla="*/ 1077373 w 1533525"/>
                <a:gd name="connsiteY109" fmla="*/ 831437 h 1647825"/>
                <a:gd name="connsiteX110" fmla="*/ 1079278 w 1533525"/>
                <a:gd name="connsiteY110" fmla="*/ 832104 h 1647825"/>
                <a:gd name="connsiteX111" fmla="*/ 1079849 w 1533525"/>
                <a:gd name="connsiteY111" fmla="*/ 832390 h 1647825"/>
                <a:gd name="connsiteX112" fmla="*/ 1080040 w 1533525"/>
                <a:gd name="connsiteY112" fmla="*/ 829342 h 1647825"/>
                <a:gd name="connsiteX113" fmla="*/ 1080326 w 1533525"/>
                <a:gd name="connsiteY113" fmla="*/ 828008 h 1647825"/>
                <a:gd name="connsiteX114" fmla="*/ 1080897 w 1533525"/>
                <a:gd name="connsiteY114" fmla="*/ 826675 h 1647825"/>
                <a:gd name="connsiteX115" fmla="*/ 1081088 w 1533525"/>
                <a:gd name="connsiteY115" fmla="*/ 825722 h 1647825"/>
                <a:gd name="connsiteX116" fmla="*/ 1080707 w 1533525"/>
                <a:gd name="connsiteY116" fmla="*/ 824960 h 1647825"/>
                <a:gd name="connsiteX117" fmla="*/ 1080135 w 1533525"/>
                <a:gd name="connsiteY117" fmla="*/ 824484 h 1647825"/>
                <a:gd name="connsiteX118" fmla="*/ 1051370 w 1533525"/>
                <a:gd name="connsiteY118" fmla="*/ 828199 h 1647825"/>
                <a:gd name="connsiteX119" fmla="*/ 1052417 w 1533525"/>
                <a:gd name="connsiteY119" fmla="*/ 826675 h 1647825"/>
                <a:gd name="connsiteX120" fmla="*/ 1052798 w 1533525"/>
                <a:gd name="connsiteY120" fmla="*/ 824865 h 1647825"/>
                <a:gd name="connsiteX121" fmla="*/ 1052036 w 1533525"/>
                <a:gd name="connsiteY121" fmla="*/ 823436 h 1647825"/>
                <a:gd name="connsiteX122" fmla="*/ 1051370 w 1533525"/>
                <a:gd name="connsiteY122" fmla="*/ 823341 h 1647825"/>
                <a:gd name="connsiteX123" fmla="*/ 1050798 w 1533525"/>
                <a:gd name="connsiteY123" fmla="*/ 823913 h 1647825"/>
                <a:gd name="connsiteX124" fmla="*/ 1050322 w 1533525"/>
                <a:gd name="connsiteY124" fmla="*/ 824865 h 1647825"/>
                <a:gd name="connsiteX125" fmla="*/ 1049941 w 1533525"/>
                <a:gd name="connsiteY125" fmla="*/ 825818 h 1647825"/>
                <a:gd name="connsiteX126" fmla="*/ 1049750 w 1533525"/>
                <a:gd name="connsiteY126" fmla="*/ 826484 h 1647825"/>
                <a:gd name="connsiteX127" fmla="*/ 1049560 w 1533525"/>
                <a:gd name="connsiteY127" fmla="*/ 827532 h 1647825"/>
                <a:gd name="connsiteX128" fmla="*/ 1049655 w 1533525"/>
                <a:gd name="connsiteY128" fmla="*/ 828485 h 1647825"/>
                <a:gd name="connsiteX129" fmla="*/ 1050131 w 1533525"/>
                <a:gd name="connsiteY129" fmla="*/ 828866 h 1647825"/>
                <a:gd name="connsiteX130" fmla="*/ 1051370 w 1533525"/>
                <a:gd name="connsiteY130" fmla="*/ 828199 h 1647825"/>
                <a:gd name="connsiteX131" fmla="*/ 290989 w 1533525"/>
                <a:gd name="connsiteY131" fmla="*/ 1431227 h 1647825"/>
                <a:gd name="connsiteX132" fmla="*/ 290989 w 1533525"/>
                <a:gd name="connsiteY132" fmla="*/ 1431227 h 1647825"/>
                <a:gd name="connsiteX133" fmla="*/ 290989 w 1533525"/>
                <a:gd name="connsiteY133" fmla="*/ 1431417 h 1647825"/>
                <a:gd name="connsiteX134" fmla="*/ 291084 w 1533525"/>
                <a:gd name="connsiteY134" fmla="*/ 1431512 h 1647825"/>
                <a:gd name="connsiteX135" fmla="*/ 291275 w 1533525"/>
                <a:gd name="connsiteY135" fmla="*/ 1431512 h 1647825"/>
                <a:gd name="connsiteX136" fmla="*/ 291751 w 1533525"/>
                <a:gd name="connsiteY136" fmla="*/ 1431322 h 1647825"/>
                <a:gd name="connsiteX137" fmla="*/ 291560 w 1533525"/>
                <a:gd name="connsiteY137" fmla="*/ 1431322 h 1647825"/>
                <a:gd name="connsiteX138" fmla="*/ 290989 w 1533525"/>
                <a:gd name="connsiteY138" fmla="*/ 1431227 h 1647825"/>
                <a:gd name="connsiteX139" fmla="*/ 231457 w 1533525"/>
                <a:gd name="connsiteY139" fmla="*/ 1433989 h 1647825"/>
                <a:gd name="connsiteX140" fmla="*/ 231457 w 1533525"/>
                <a:gd name="connsiteY140" fmla="*/ 1433989 h 1647825"/>
                <a:gd name="connsiteX141" fmla="*/ 231362 w 1533525"/>
                <a:gd name="connsiteY141" fmla="*/ 1434275 h 1647825"/>
                <a:gd name="connsiteX142" fmla="*/ 231743 w 1533525"/>
                <a:gd name="connsiteY142" fmla="*/ 1433893 h 1647825"/>
                <a:gd name="connsiteX143" fmla="*/ 231553 w 1533525"/>
                <a:gd name="connsiteY143" fmla="*/ 1433989 h 1647825"/>
                <a:gd name="connsiteX144" fmla="*/ 231457 w 1533525"/>
                <a:gd name="connsiteY144" fmla="*/ 1433989 h 1647825"/>
                <a:gd name="connsiteX145" fmla="*/ 255842 w 1533525"/>
                <a:gd name="connsiteY145" fmla="*/ 1395698 h 1647825"/>
                <a:gd name="connsiteX146" fmla="*/ 255842 w 1533525"/>
                <a:gd name="connsiteY146" fmla="*/ 1396079 h 1647825"/>
                <a:gd name="connsiteX147" fmla="*/ 255937 w 1533525"/>
                <a:gd name="connsiteY147" fmla="*/ 1396556 h 1647825"/>
                <a:gd name="connsiteX148" fmla="*/ 256127 w 1533525"/>
                <a:gd name="connsiteY148" fmla="*/ 1396270 h 1647825"/>
                <a:gd name="connsiteX149" fmla="*/ 256223 w 1533525"/>
                <a:gd name="connsiteY149" fmla="*/ 1395984 h 1647825"/>
                <a:gd name="connsiteX150" fmla="*/ 256318 w 1533525"/>
                <a:gd name="connsiteY150" fmla="*/ 1395317 h 1647825"/>
                <a:gd name="connsiteX151" fmla="*/ 256032 w 1533525"/>
                <a:gd name="connsiteY151" fmla="*/ 1395317 h 1647825"/>
                <a:gd name="connsiteX152" fmla="*/ 255842 w 1533525"/>
                <a:gd name="connsiteY152" fmla="*/ 1395698 h 1647825"/>
                <a:gd name="connsiteX153" fmla="*/ 212884 w 1533525"/>
                <a:gd name="connsiteY153" fmla="*/ 1429417 h 1647825"/>
                <a:gd name="connsiteX154" fmla="*/ 212693 w 1533525"/>
                <a:gd name="connsiteY154" fmla="*/ 1429798 h 1647825"/>
                <a:gd name="connsiteX155" fmla="*/ 212407 w 1533525"/>
                <a:gd name="connsiteY155" fmla="*/ 1430274 h 1647825"/>
                <a:gd name="connsiteX156" fmla="*/ 212027 w 1533525"/>
                <a:gd name="connsiteY156" fmla="*/ 1431227 h 1647825"/>
                <a:gd name="connsiteX157" fmla="*/ 212027 w 1533525"/>
                <a:gd name="connsiteY157" fmla="*/ 1432370 h 1647825"/>
                <a:gd name="connsiteX158" fmla="*/ 212884 w 1533525"/>
                <a:gd name="connsiteY158" fmla="*/ 1430941 h 1647825"/>
                <a:gd name="connsiteX159" fmla="*/ 213551 w 1533525"/>
                <a:gd name="connsiteY159" fmla="*/ 1429417 h 1647825"/>
                <a:gd name="connsiteX160" fmla="*/ 213551 w 1533525"/>
                <a:gd name="connsiteY160" fmla="*/ 1428655 h 1647825"/>
                <a:gd name="connsiteX161" fmla="*/ 213360 w 1533525"/>
                <a:gd name="connsiteY161" fmla="*/ 1428941 h 1647825"/>
                <a:gd name="connsiteX162" fmla="*/ 212884 w 1533525"/>
                <a:gd name="connsiteY162" fmla="*/ 1429417 h 1647825"/>
                <a:gd name="connsiteX163" fmla="*/ 237077 w 1533525"/>
                <a:gd name="connsiteY163" fmla="*/ 1444847 h 1647825"/>
                <a:gd name="connsiteX164" fmla="*/ 236220 w 1533525"/>
                <a:gd name="connsiteY164" fmla="*/ 1445609 h 1647825"/>
                <a:gd name="connsiteX165" fmla="*/ 235934 w 1533525"/>
                <a:gd name="connsiteY165" fmla="*/ 1445895 h 1647825"/>
                <a:gd name="connsiteX166" fmla="*/ 235934 w 1533525"/>
                <a:gd name="connsiteY166" fmla="*/ 1445895 h 1647825"/>
                <a:gd name="connsiteX167" fmla="*/ 236220 w 1533525"/>
                <a:gd name="connsiteY167" fmla="*/ 1445800 h 1647825"/>
                <a:gd name="connsiteX168" fmla="*/ 236506 w 1533525"/>
                <a:gd name="connsiteY168" fmla="*/ 1445609 h 1647825"/>
                <a:gd name="connsiteX169" fmla="*/ 237077 w 1533525"/>
                <a:gd name="connsiteY169" fmla="*/ 1445228 h 1647825"/>
                <a:gd name="connsiteX170" fmla="*/ 237077 w 1533525"/>
                <a:gd name="connsiteY170" fmla="*/ 1445133 h 1647825"/>
                <a:gd name="connsiteX171" fmla="*/ 237077 w 1533525"/>
                <a:gd name="connsiteY171" fmla="*/ 1445038 h 1647825"/>
                <a:gd name="connsiteX172" fmla="*/ 237077 w 1533525"/>
                <a:gd name="connsiteY172" fmla="*/ 1444943 h 1647825"/>
                <a:gd name="connsiteX173" fmla="*/ 237077 w 1533525"/>
                <a:gd name="connsiteY173" fmla="*/ 1444847 h 1647825"/>
                <a:gd name="connsiteX174" fmla="*/ 237077 w 1533525"/>
                <a:gd name="connsiteY174" fmla="*/ 1444847 h 1647825"/>
                <a:gd name="connsiteX175" fmla="*/ 243650 w 1533525"/>
                <a:gd name="connsiteY175" fmla="*/ 1410272 h 1647825"/>
                <a:gd name="connsiteX176" fmla="*/ 243459 w 1533525"/>
                <a:gd name="connsiteY176" fmla="*/ 1411319 h 1647825"/>
                <a:gd name="connsiteX177" fmla="*/ 243459 w 1533525"/>
                <a:gd name="connsiteY177" fmla="*/ 1411415 h 1647825"/>
                <a:gd name="connsiteX178" fmla="*/ 243650 w 1533525"/>
                <a:gd name="connsiteY178" fmla="*/ 1412177 h 1647825"/>
                <a:gd name="connsiteX179" fmla="*/ 243650 w 1533525"/>
                <a:gd name="connsiteY179" fmla="*/ 1412177 h 1647825"/>
                <a:gd name="connsiteX180" fmla="*/ 244126 w 1533525"/>
                <a:gd name="connsiteY180" fmla="*/ 1410557 h 1647825"/>
                <a:gd name="connsiteX181" fmla="*/ 244316 w 1533525"/>
                <a:gd name="connsiteY181" fmla="*/ 1409700 h 1647825"/>
                <a:gd name="connsiteX182" fmla="*/ 244411 w 1533525"/>
                <a:gd name="connsiteY182" fmla="*/ 1408843 h 1647825"/>
                <a:gd name="connsiteX183" fmla="*/ 244507 w 1533525"/>
                <a:gd name="connsiteY183" fmla="*/ 1408652 h 1647825"/>
                <a:gd name="connsiteX184" fmla="*/ 244602 w 1533525"/>
                <a:gd name="connsiteY184" fmla="*/ 1408557 h 1647825"/>
                <a:gd name="connsiteX185" fmla="*/ 244697 w 1533525"/>
                <a:gd name="connsiteY185" fmla="*/ 1408367 h 1647825"/>
                <a:gd name="connsiteX186" fmla="*/ 244697 w 1533525"/>
                <a:gd name="connsiteY186" fmla="*/ 1408176 h 1647825"/>
                <a:gd name="connsiteX187" fmla="*/ 244316 w 1533525"/>
                <a:gd name="connsiteY187" fmla="*/ 1408176 h 1647825"/>
                <a:gd name="connsiteX188" fmla="*/ 243650 w 1533525"/>
                <a:gd name="connsiteY188" fmla="*/ 1410272 h 1647825"/>
                <a:gd name="connsiteX189" fmla="*/ 240030 w 1533525"/>
                <a:gd name="connsiteY189" fmla="*/ 1385221 h 1647825"/>
                <a:gd name="connsiteX190" fmla="*/ 239840 w 1533525"/>
                <a:gd name="connsiteY190" fmla="*/ 1385507 h 1647825"/>
                <a:gd name="connsiteX191" fmla="*/ 239840 w 1533525"/>
                <a:gd name="connsiteY191" fmla="*/ 1385507 h 1647825"/>
                <a:gd name="connsiteX192" fmla="*/ 240030 w 1533525"/>
                <a:gd name="connsiteY192" fmla="*/ 1385507 h 1647825"/>
                <a:gd name="connsiteX193" fmla="*/ 240221 w 1533525"/>
                <a:gd name="connsiteY193" fmla="*/ 1385411 h 1647825"/>
                <a:gd name="connsiteX194" fmla="*/ 240602 w 1533525"/>
                <a:gd name="connsiteY194" fmla="*/ 1385126 h 1647825"/>
                <a:gd name="connsiteX195" fmla="*/ 240602 w 1533525"/>
                <a:gd name="connsiteY195" fmla="*/ 1385126 h 1647825"/>
                <a:gd name="connsiteX196" fmla="*/ 240221 w 1533525"/>
                <a:gd name="connsiteY196" fmla="*/ 1385126 h 1647825"/>
                <a:gd name="connsiteX197" fmla="*/ 240030 w 1533525"/>
                <a:gd name="connsiteY197" fmla="*/ 1385221 h 1647825"/>
                <a:gd name="connsiteX198" fmla="*/ 242030 w 1533525"/>
                <a:gd name="connsiteY198" fmla="*/ 1415987 h 1647825"/>
                <a:gd name="connsiteX199" fmla="*/ 241935 w 1533525"/>
                <a:gd name="connsiteY199" fmla="*/ 1416082 h 1647825"/>
                <a:gd name="connsiteX200" fmla="*/ 241935 w 1533525"/>
                <a:gd name="connsiteY200" fmla="*/ 1416368 h 1647825"/>
                <a:gd name="connsiteX201" fmla="*/ 242221 w 1533525"/>
                <a:gd name="connsiteY201" fmla="*/ 1416368 h 1647825"/>
                <a:gd name="connsiteX202" fmla="*/ 242316 w 1533525"/>
                <a:gd name="connsiteY202" fmla="*/ 1416272 h 1647825"/>
                <a:gd name="connsiteX203" fmla="*/ 242316 w 1533525"/>
                <a:gd name="connsiteY203" fmla="*/ 1416082 h 1647825"/>
                <a:gd name="connsiteX204" fmla="*/ 242411 w 1533525"/>
                <a:gd name="connsiteY204" fmla="*/ 1415891 h 1647825"/>
                <a:gd name="connsiteX205" fmla="*/ 242221 w 1533525"/>
                <a:gd name="connsiteY205" fmla="*/ 1415987 h 1647825"/>
                <a:gd name="connsiteX206" fmla="*/ 242030 w 1533525"/>
                <a:gd name="connsiteY206" fmla="*/ 1415987 h 1647825"/>
                <a:gd name="connsiteX207" fmla="*/ 1354646 w 1533525"/>
                <a:gd name="connsiteY207" fmla="*/ 1353693 h 1647825"/>
                <a:gd name="connsiteX208" fmla="*/ 1354169 w 1533525"/>
                <a:gd name="connsiteY208" fmla="*/ 1354169 h 1647825"/>
                <a:gd name="connsiteX209" fmla="*/ 1354265 w 1533525"/>
                <a:gd name="connsiteY209" fmla="*/ 1354741 h 1647825"/>
                <a:gd name="connsiteX210" fmla="*/ 1355312 w 1533525"/>
                <a:gd name="connsiteY210" fmla="*/ 1354265 h 1647825"/>
                <a:gd name="connsiteX211" fmla="*/ 1354646 w 1533525"/>
                <a:gd name="connsiteY211" fmla="*/ 1353693 h 1647825"/>
                <a:gd name="connsiteX212" fmla="*/ 1339120 w 1533525"/>
                <a:gd name="connsiteY212" fmla="*/ 1581436 h 1647825"/>
                <a:gd name="connsiteX213" fmla="*/ 1338739 w 1533525"/>
                <a:gd name="connsiteY213" fmla="*/ 1580674 h 1647825"/>
                <a:gd name="connsiteX214" fmla="*/ 1338167 w 1533525"/>
                <a:gd name="connsiteY214" fmla="*/ 1580293 h 1647825"/>
                <a:gd name="connsiteX215" fmla="*/ 1337786 w 1533525"/>
                <a:gd name="connsiteY215" fmla="*/ 1580483 h 1647825"/>
                <a:gd name="connsiteX216" fmla="*/ 1337691 w 1533525"/>
                <a:gd name="connsiteY216" fmla="*/ 1581341 h 1647825"/>
                <a:gd name="connsiteX217" fmla="*/ 1336738 w 1533525"/>
                <a:gd name="connsiteY217" fmla="*/ 1581055 h 1647825"/>
                <a:gd name="connsiteX218" fmla="*/ 1336262 w 1533525"/>
                <a:gd name="connsiteY218" fmla="*/ 1581531 h 1647825"/>
                <a:gd name="connsiteX219" fmla="*/ 1336262 w 1533525"/>
                <a:gd name="connsiteY219" fmla="*/ 1582293 h 1647825"/>
                <a:gd name="connsiteX220" fmla="*/ 1336643 w 1533525"/>
                <a:gd name="connsiteY220" fmla="*/ 1583055 h 1647825"/>
                <a:gd name="connsiteX221" fmla="*/ 1339596 w 1533525"/>
                <a:gd name="connsiteY221" fmla="*/ 1585246 h 1647825"/>
                <a:gd name="connsiteX222" fmla="*/ 1339596 w 1533525"/>
                <a:gd name="connsiteY222" fmla="*/ 1582960 h 1647825"/>
                <a:gd name="connsiteX223" fmla="*/ 1339405 w 1533525"/>
                <a:gd name="connsiteY223" fmla="*/ 1581912 h 1647825"/>
                <a:gd name="connsiteX224" fmla="*/ 1339120 w 1533525"/>
                <a:gd name="connsiteY224" fmla="*/ 1581436 h 1647825"/>
                <a:gd name="connsiteX225" fmla="*/ 1332071 w 1533525"/>
                <a:gd name="connsiteY225" fmla="*/ 1583817 h 1647825"/>
                <a:gd name="connsiteX226" fmla="*/ 1331881 w 1533525"/>
                <a:gd name="connsiteY226" fmla="*/ 1583817 h 1647825"/>
                <a:gd name="connsiteX227" fmla="*/ 1331595 w 1533525"/>
                <a:gd name="connsiteY227" fmla="*/ 1583531 h 1647825"/>
                <a:gd name="connsiteX228" fmla="*/ 1330357 w 1533525"/>
                <a:gd name="connsiteY228" fmla="*/ 1583150 h 1647825"/>
                <a:gd name="connsiteX229" fmla="*/ 1330071 w 1533525"/>
                <a:gd name="connsiteY229" fmla="*/ 1582674 h 1647825"/>
                <a:gd name="connsiteX230" fmla="*/ 1330071 w 1533525"/>
                <a:gd name="connsiteY230" fmla="*/ 1581531 h 1647825"/>
                <a:gd name="connsiteX231" fmla="*/ 1329976 w 1533525"/>
                <a:gd name="connsiteY231" fmla="*/ 1581055 h 1647825"/>
                <a:gd name="connsiteX232" fmla="*/ 1329785 w 1533525"/>
                <a:gd name="connsiteY232" fmla="*/ 1580579 h 1647825"/>
                <a:gd name="connsiteX233" fmla="*/ 1328642 w 1533525"/>
                <a:gd name="connsiteY233" fmla="*/ 1580483 h 1647825"/>
                <a:gd name="connsiteX234" fmla="*/ 1327309 w 1533525"/>
                <a:gd name="connsiteY234" fmla="*/ 1580769 h 1647825"/>
                <a:gd name="connsiteX235" fmla="*/ 1326166 w 1533525"/>
                <a:gd name="connsiteY235" fmla="*/ 1581341 h 1647825"/>
                <a:gd name="connsiteX236" fmla="*/ 1325690 w 1533525"/>
                <a:gd name="connsiteY236" fmla="*/ 1582007 h 1647825"/>
                <a:gd name="connsiteX237" fmla="*/ 1325213 w 1533525"/>
                <a:gd name="connsiteY237" fmla="*/ 1584103 h 1647825"/>
                <a:gd name="connsiteX238" fmla="*/ 1325309 w 1533525"/>
                <a:gd name="connsiteY238" fmla="*/ 1584674 h 1647825"/>
                <a:gd name="connsiteX239" fmla="*/ 1325690 w 1533525"/>
                <a:gd name="connsiteY239" fmla="*/ 1585151 h 1647825"/>
                <a:gd name="connsiteX240" fmla="*/ 1326166 w 1533525"/>
                <a:gd name="connsiteY240" fmla="*/ 1585436 h 1647825"/>
                <a:gd name="connsiteX241" fmla="*/ 1326642 w 1533525"/>
                <a:gd name="connsiteY241" fmla="*/ 1585436 h 1647825"/>
                <a:gd name="connsiteX242" fmla="*/ 1327023 w 1533525"/>
                <a:gd name="connsiteY242" fmla="*/ 1585055 h 1647825"/>
                <a:gd name="connsiteX243" fmla="*/ 1327404 w 1533525"/>
                <a:gd name="connsiteY243" fmla="*/ 1585436 h 1647825"/>
                <a:gd name="connsiteX244" fmla="*/ 1327023 w 1533525"/>
                <a:gd name="connsiteY244" fmla="*/ 1586103 h 1647825"/>
                <a:gd name="connsiteX245" fmla="*/ 1327023 w 1533525"/>
                <a:gd name="connsiteY245" fmla="*/ 1586675 h 1647825"/>
                <a:gd name="connsiteX246" fmla="*/ 1327309 w 1533525"/>
                <a:gd name="connsiteY246" fmla="*/ 1587151 h 1647825"/>
                <a:gd name="connsiteX247" fmla="*/ 1327785 w 1533525"/>
                <a:gd name="connsiteY247" fmla="*/ 1587532 h 1647825"/>
                <a:gd name="connsiteX248" fmla="*/ 1328547 w 1533525"/>
                <a:gd name="connsiteY248" fmla="*/ 1587818 h 1647825"/>
                <a:gd name="connsiteX249" fmla="*/ 1329119 w 1533525"/>
                <a:gd name="connsiteY249" fmla="*/ 1587722 h 1647825"/>
                <a:gd name="connsiteX250" fmla="*/ 1329690 w 1533525"/>
                <a:gd name="connsiteY250" fmla="*/ 1587437 h 1647825"/>
                <a:gd name="connsiteX251" fmla="*/ 1330357 w 1533525"/>
                <a:gd name="connsiteY251" fmla="*/ 1587246 h 1647825"/>
                <a:gd name="connsiteX252" fmla="*/ 1331024 w 1533525"/>
                <a:gd name="connsiteY252" fmla="*/ 1587151 h 1647825"/>
                <a:gd name="connsiteX253" fmla="*/ 1331309 w 1533525"/>
                <a:gd name="connsiteY253" fmla="*/ 1587151 h 1647825"/>
                <a:gd name="connsiteX254" fmla="*/ 1332167 w 1533525"/>
                <a:gd name="connsiteY254" fmla="*/ 1587627 h 1647825"/>
                <a:gd name="connsiteX255" fmla="*/ 1332738 w 1533525"/>
                <a:gd name="connsiteY255" fmla="*/ 1588294 h 1647825"/>
                <a:gd name="connsiteX256" fmla="*/ 1333119 w 1533525"/>
                <a:gd name="connsiteY256" fmla="*/ 1588389 h 1647825"/>
                <a:gd name="connsiteX257" fmla="*/ 1333310 w 1533525"/>
                <a:gd name="connsiteY257" fmla="*/ 1587818 h 1647825"/>
                <a:gd name="connsiteX258" fmla="*/ 1333500 w 1533525"/>
                <a:gd name="connsiteY258" fmla="*/ 1586770 h 1647825"/>
                <a:gd name="connsiteX259" fmla="*/ 1333500 w 1533525"/>
                <a:gd name="connsiteY259" fmla="*/ 1586198 h 1647825"/>
                <a:gd name="connsiteX260" fmla="*/ 1332071 w 1533525"/>
                <a:gd name="connsiteY260" fmla="*/ 1583817 h 1647825"/>
                <a:gd name="connsiteX261" fmla="*/ 1340644 w 1533525"/>
                <a:gd name="connsiteY261" fmla="*/ 1551908 h 1647825"/>
                <a:gd name="connsiteX262" fmla="*/ 1340644 w 1533525"/>
                <a:gd name="connsiteY262" fmla="*/ 1552766 h 1647825"/>
                <a:gd name="connsiteX263" fmla="*/ 1341311 w 1533525"/>
                <a:gd name="connsiteY263" fmla="*/ 1554575 h 1647825"/>
                <a:gd name="connsiteX264" fmla="*/ 1341311 w 1533525"/>
                <a:gd name="connsiteY264" fmla="*/ 1555433 h 1647825"/>
                <a:gd name="connsiteX265" fmla="*/ 1340929 w 1533525"/>
                <a:gd name="connsiteY265" fmla="*/ 1557528 h 1647825"/>
                <a:gd name="connsiteX266" fmla="*/ 1341025 w 1533525"/>
                <a:gd name="connsiteY266" fmla="*/ 1558195 h 1647825"/>
                <a:gd name="connsiteX267" fmla="*/ 1341501 w 1533525"/>
                <a:gd name="connsiteY267" fmla="*/ 1558195 h 1647825"/>
                <a:gd name="connsiteX268" fmla="*/ 1341977 w 1533525"/>
                <a:gd name="connsiteY268" fmla="*/ 1557338 h 1647825"/>
                <a:gd name="connsiteX269" fmla="*/ 1342358 w 1533525"/>
                <a:gd name="connsiteY269" fmla="*/ 1556290 h 1647825"/>
                <a:gd name="connsiteX270" fmla="*/ 1342549 w 1533525"/>
                <a:gd name="connsiteY270" fmla="*/ 1555623 h 1647825"/>
                <a:gd name="connsiteX271" fmla="*/ 1342454 w 1533525"/>
                <a:gd name="connsiteY271" fmla="*/ 1554575 h 1647825"/>
                <a:gd name="connsiteX272" fmla="*/ 1342168 w 1533525"/>
                <a:gd name="connsiteY272" fmla="*/ 1553814 h 1647825"/>
                <a:gd name="connsiteX273" fmla="*/ 1341406 w 1533525"/>
                <a:gd name="connsiteY273" fmla="*/ 1552289 h 1647825"/>
                <a:gd name="connsiteX274" fmla="*/ 1341406 w 1533525"/>
                <a:gd name="connsiteY274" fmla="*/ 1551146 h 1647825"/>
                <a:gd name="connsiteX275" fmla="*/ 1340644 w 1533525"/>
                <a:gd name="connsiteY275" fmla="*/ 1551908 h 1647825"/>
                <a:gd name="connsiteX276" fmla="*/ 1336453 w 1533525"/>
                <a:gd name="connsiteY276" fmla="*/ 1579912 h 1647825"/>
                <a:gd name="connsiteX277" fmla="*/ 1337120 w 1533525"/>
                <a:gd name="connsiteY277" fmla="*/ 1579626 h 1647825"/>
                <a:gd name="connsiteX278" fmla="*/ 1337310 w 1533525"/>
                <a:gd name="connsiteY278" fmla="*/ 1579531 h 1647825"/>
                <a:gd name="connsiteX279" fmla="*/ 1337596 w 1533525"/>
                <a:gd name="connsiteY279" fmla="*/ 1578864 h 1647825"/>
                <a:gd name="connsiteX280" fmla="*/ 1337596 w 1533525"/>
                <a:gd name="connsiteY280" fmla="*/ 1578388 h 1647825"/>
                <a:gd name="connsiteX281" fmla="*/ 1336929 w 1533525"/>
                <a:gd name="connsiteY281" fmla="*/ 1576388 h 1647825"/>
                <a:gd name="connsiteX282" fmla="*/ 1336072 w 1533525"/>
                <a:gd name="connsiteY282" fmla="*/ 1574578 h 1647825"/>
                <a:gd name="connsiteX283" fmla="*/ 1335881 w 1533525"/>
                <a:gd name="connsiteY283" fmla="*/ 1573625 h 1647825"/>
                <a:gd name="connsiteX284" fmla="*/ 1336167 w 1533525"/>
                <a:gd name="connsiteY284" fmla="*/ 1572577 h 1647825"/>
                <a:gd name="connsiteX285" fmla="*/ 1336738 w 1533525"/>
                <a:gd name="connsiteY285" fmla="*/ 1571911 h 1647825"/>
                <a:gd name="connsiteX286" fmla="*/ 1337215 w 1533525"/>
                <a:gd name="connsiteY286" fmla="*/ 1571149 h 1647825"/>
                <a:gd name="connsiteX287" fmla="*/ 1337215 w 1533525"/>
                <a:gd name="connsiteY287" fmla="*/ 1570101 h 1647825"/>
                <a:gd name="connsiteX288" fmla="*/ 1336738 w 1533525"/>
                <a:gd name="connsiteY288" fmla="*/ 1569434 h 1647825"/>
                <a:gd name="connsiteX289" fmla="*/ 1335786 w 1533525"/>
                <a:gd name="connsiteY289" fmla="*/ 1569339 h 1647825"/>
                <a:gd name="connsiteX290" fmla="*/ 1334834 w 1533525"/>
                <a:gd name="connsiteY290" fmla="*/ 1569720 h 1647825"/>
                <a:gd name="connsiteX291" fmla="*/ 1334357 w 1533525"/>
                <a:gd name="connsiteY291" fmla="*/ 1570292 h 1647825"/>
                <a:gd name="connsiteX292" fmla="*/ 1334167 w 1533525"/>
                <a:gd name="connsiteY292" fmla="*/ 1570863 h 1647825"/>
                <a:gd name="connsiteX293" fmla="*/ 1333691 w 1533525"/>
                <a:gd name="connsiteY293" fmla="*/ 1571625 h 1647825"/>
                <a:gd name="connsiteX294" fmla="*/ 1333119 w 1533525"/>
                <a:gd name="connsiteY294" fmla="*/ 1572292 h 1647825"/>
                <a:gd name="connsiteX295" fmla="*/ 1332643 w 1533525"/>
                <a:gd name="connsiteY295" fmla="*/ 1572577 h 1647825"/>
                <a:gd name="connsiteX296" fmla="*/ 1332643 w 1533525"/>
                <a:gd name="connsiteY296" fmla="*/ 1573149 h 1647825"/>
                <a:gd name="connsiteX297" fmla="*/ 1333214 w 1533525"/>
                <a:gd name="connsiteY297" fmla="*/ 1576578 h 1647825"/>
                <a:gd name="connsiteX298" fmla="*/ 1333691 w 1533525"/>
                <a:gd name="connsiteY298" fmla="*/ 1577435 h 1647825"/>
                <a:gd name="connsiteX299" fmla="*/ 1334357 w 1533525"/>
                <a:gd name="connsiteY299" fmla="*/ 1578007 h 1647825"/>
                <a:gd name="connsiteX300" fmla="*/ 1335024 w 1533525"/>
                <a:gd name="connsiteY300" fmla="*/ 1578007 h 1647825"/>
                <a:gd name="connsiteX301" fmla="*/ 1335310 w 1533525"/>
                <a:gd name="connsiteY301" fmla="*/ 1577054 h 1647825"/>
                <a:gd name="connsiteX302" fmla="*/ 1336072 w 1533525"/>
                <a:gd name="connsiteY302" fmla="*/ 1577435 h 1647825"/>
                <a:gd name="connsiteX303" fmla="*/ 1336358 w 1533525"/>
                <a:gd name="connsiteY303" fmla="*/ 1578007 h 1647825"/>
                <a:gd name="connsiteX304" fmla="*/ 1336262 w 1533525"/>
                <a:gd name="connsiteY304" fmla="*/ 1578388 h 1647825"/>
                <a:gd name="connsiteX305" fmla="*/ 1335786 w 1533525"/>
                <a:gd name="connsiteY305" fmla="*/ 1578102 h 1647825"/>
                <a:gd name="connsiteX306" fmla="*/ 1335405 w 1533525"/>
                <a:gd name="connsiteY306" fmla="*/ 1578102 h 1647825"/>
                <a:gd name="connsiteX307" fmla="*/ 1335310 w 1533525"/>
                <a:gd name="connsiteY307" fmla="*/ 1578769 h 1647825"/>
                <a:gd name="connsiteX308" fmla="*/ 1334929 w 1533525"/>
                <a:gd name="connsiteY308" fmla="*/ 1579055 h 1647825"/>
                <a:gd name="connsiteX309" fmla="*/ 1334548 w 1533525"/>
                <a:gd name="connsiteY309" fmla="*/ 1579245 h 1647825"/>
                <a:gd name="connsiteX310" fmla="*/ 1334357 w 1533525"/>
                <a:gd name="connsiteY310" fmla="*/ 1579721 h 1647825"/>
                <a:gd name="connsiteX311" fmla="*/ 1334453 w 1533525"/>
                <a:gd name="connsiteY311" fmla="*/ 1581245 h 1647825"/>
                <a:gd name="connsiteX312" fmla="*/ 1334738 w 1533525"/>
                <a:gd name="connsiteY312" fmla="*/ 1581817 h 1647825"/>
                <a:gd name="connsiteX313" fmla="*/ 1335310 w 1533525"/>
                <a:gd name="connsiteY313" fmla="*/ 1581626 h 1647825"/>
                <a:gd name="connsiteX314" fmla="*/ 1336072 w 1533525"/>
                <a:gd name="connsiteY314" fmla="*/ 1580483 h 1647825"/>
                <a:gd name="connsiteX315" fmla="*/ 1336167 w 1533525"/>
                <a:gd name="connsiteY315" fmla="*/ 1580198 h 1647825"/>
                <a:gd name="connsiteX316" fmla="*/ 1336453 w 1533525"/>
                <a:gd name="connsiteY316" fmla="*/ 1579912 h 1647825"/>
                <a:gd name="connsiteX317" fmla="*/ 1345978 w 1533525"/>
                <a:gd name="connsiteY317" fmla="*/ 1617631 h 1647825"/>
                <a:gd name="connsiteX318" fmla="*/ 1346930 w 1533525"/>
                <a:gd name="connsiteY318" fmla="*/ 1617059 h 1647825"/>
                <a:gd name="connsiteX319" fmla="*/ 1347597 w 1533525"/>
                <a:gd name="connsiteY319" fmla="*/ 1616488 h 1647825"/>
                <a:gd name="connsiteX320" fmla="*/ 1347883 w 1533525"/>
                <a:gd name="connsiteY320" fmla="*/ 1615726 h 1647825"/>
                <a:gd name="connsiteX321" fmla="*/ 1347692 w 1533525"/>
                <a:gd name="connsiteY321" fmla="*/ 1614773 h 1647825"/>
                <a:gd name="connsiteX322" fmla="*/ 1347216 w 1533525"/>
                <a:gd name="connsiteY322" fmla="*/ 1614107 h 1647825"/>
                <a:gd name="connsiteX323" fmla="*/ 1346549 w 1533525"/>
                <a:gd name="connsiteY323" fmla="*/ 1613726 h 1647825"/>
                <a:gd name="connsiteX324" fmla="*/ 1345978 w 1533525"/>
                <a:gd name="connsiteY324" fmla="*/ 1613249 h 1647825"/>
                <a:gd name="connsiteX325" fmla="*/ 1345883 w 1533525"/>
                <a:gd name="connsiteY325" fmla="*/ 1612202 h 1647825"/>
                <a:gd name="connsiteX326" fmla="*/ 1345883 w 1533525"/>
                <a:gd name="connsiteY326" fmla="*/ 1610773 h 1647825"/>
                <a:gd name="connsiteX327" fmla="*/ 1345216 w 1533525"/>
                <a:gd name="connsiteY327" fmla="*/ 1612011 h 1647825"/>
                <a:gd name="connsiteX328" fmla="*/ 1344930 w 1533525"/>
                <a:gd name="connsiteY328" fmla="*/ 1613154 h 1647825"/>
                <a:gd name="connsiteX329" fmla="*/ 1344359 w 1533525"/>
                <a:gd name="connsiteY329" fmla="*/ 1614011 h 1647825"/>
                <a:gd name="connsiteX330" fmla="*/ 1342835 w 1533525"/>
                <a:gd name="connsiteY330" fmla="*/ 1614392 h 1647825"/>
                <a:gd name="connsiteX331" fmla="*/ 1341692 w 1533525"/>
                <a:gd name="connsiteY331" fmla="*/ 1614868 h 1647825"/>
                <a:gd name="connsiteX332" fmla="*/ 1341311 w 1533525"/>
                <a:gd name="connsiteY332" fmla="*/ 1615916 h 1647825"/>
                <a:gd name="connsiteX333" fmla="*/ 1341120 w 1533525"/>
                <a:gd name="connsiteY333" fmla="*/ 1617059 h 1647825"/>
                <a:gd name="connsiteX334" fmla="*/ 1340453 w 1533525"/>
                <a:gd name="connsiteY334" fmla="*/ 1617631 h 1647825"/>
                <a:gd name="connsiteX335" fmla="*/ 1341311 w 1533525"/>
                <a:gd name="connsiteY335" fmla="*/ 1618679 h 1647825"/>
                <a:gd name="connsiteX336" fmla="*/ 1341501 w 1533525"/>
                <a:gd name="connsiteY336" fmla="*/ 1619060 h 1647825"/>
                <a:gd name="connsiteX337" fmla="*/ 1341596 w 1533525"/>
                <a:gd name="connsiteY337" fmla="*/ 1619631 h 1647825"/>
                <a:gd name="connsiteX338" fmla="*/ 1341501 w 1533525"/>
                <a:gd name="connsiteY338" fmla="*/ 1620107 h 1647825"/>
                <a:gd name="connsiteX339" fmla="*/ 1341596 w 1533525"/>
                <a:gd name="connsiteY339" fmla="*/ 1620489 h 1647825"/>
                <a:gd name="connsiteX340" fmla="*/ 1342168 w 1533525"/>
                <a:gd name="connsiteY340" fmla="*/ 1620869 h 1647825"/>
                <a:gd name="connsiteX341" fmla="*/ 1343025 w 1533525"/>
                <a:gd name="connsiteY341" fmla="*/ 1620679 h 1647825"/>
                <a:gd name="connsiteX342" fmla="*/ 1344835 w 1533525"/>
                <a:gd name="connsiteY342" fmla="*/ 1618488 h 1647825"/>
                <a:gd name="connsiteX343" fmla="*/ 1345978 w 1533525"/>
                <a:gd name="connsiteY343" fmla="*/ 1617631 h 1647825"/>
                <a:gd name="connsiteX344" fmla="*/ 1538764 w 1533525"/>
                <a:gd name="connsiteY344" fmla="*/ 471869 h 1647825"/>
                <a:gd name="connsiteX345" fmla="*/ 1536192 w 1533525"/>
                <a:gd name="connsiteY345" fmla="*/ 469106 h 1647825"/>
                <a:gd name="connsiteX346" fmla="*/ 1535430 w 1533525"/>
                <a:gd name="connsiteY346" fmla="*/ 467582 h 1647825"/>
                <a:gd name="connsiteX347" fmla="*/ 1535716 w 1533525"/>
                <a:gd name="connsiteY347" fmla="*/ 465582 h 1647825"/>
                <a:gd name="connsiteX348" fmla="*/ 1537335 w 1533525"/>
                <a:gd name="connsiteY348" fmla="*/ 461963 h 1647825"/>
                <a:gd name="connsiteX349" fmla="*/ 1537049 w 1533525"/>
                <a:gd name="connsiteY349" fmla="*/ 460343 h 1647825"/>
                <a:gd name="connsiteX350" fmla="*/ 1535049 w 1533525"/>
                <a:gd name="connsiteY350" fmla="*/ 459296 h 1647825"/>
                <a:gd name="connsiteX351" fmla="*/ 1532096 w 1533525"/>
                <a:gd name="connsiteY351" fmla="*/ 457010 h 1647825"/>
                <a:gd name="connsiteX352" fmla="*/ 1531620 w 1533525"/>
                <a:gd name="connsiteY352" fmla="*/ 456533 h 1647825"/>
                <a:gd name="connsiteX353" fmla="*/ 1531049 w 1533525"/>
                <a:gd name="connsiteY353" fmla="*/ 455105 h 1647825"/>
                <a:gd name="connsiteX354" fmla="*/ 1530763 w 1533525"/>
                <a:gd name="connsiteY354" fmla="*/ 454724 h 1647825"/>
                <a:gd name="connsiteX355" fmla="*/ 1530287 w 1533525"/>
                <a:gd name="connsiteY355" fmla="*/ 454724 h 1647825"/>
                <a:gd name="connsiteX356" fmla="*/ 1529715 w 1533525"/>
                <a:gd name="connsiteY356" fmla="*/ 454533 h 1647825"/>
                <a:gd name="connsiteX357" fmla="*/ 1526191 w 1533525"/>
                <a:gd name="connsiteY357" fmla="*/ 451485 h 1647825"/>
                <a:gd name="connsiteX358" fmla="*/ 1524191 w 1533525"/>
                <a:gd name="connsiteY358" fmla="*/ 451009 h 1647825"/>
                <a:gd name="connsiteX359" fmla="*/ 1521809 w 1533525"/>
                <a:gd name="connsiteY359" fmla="*/ 452057 h 1647825"/>
                <a:gd name="connsiteX360" fmla="*/ 1519904 w 1533525"/>
                <a:gd name="connsiteY360" fmla="*/ 453295 h 1647825"/>
                <a:gd name="connsiteX361" fmla="*/ 1518190 w 1533525"/>
                <a:gd name="connsiteY361" fmla="*/ 453676 h 1647825"/>
                <a:gd name="connsiteX362" fmla="*/ 1516475 w 1533525"/>
                <a:gd name="connsiteY362" fmla="*/ 453295 h 1647825"/>
                <a:gd name="connsiteX363" fmla="*/ 1514570 w 1533525"/>
                <a:gd name="connsiteY363" fmla="*/ 452247 h 1647825"/>
                <a:gd name="connsiteX364" fmla="*/ 1513904 w 1533525"/>
                <a:gd name="connsiteY364" fmla="*/ 447866 h 1647825"/>
                <a:gd name="connsiteX365" fmla="*/ 1511522 w 1533525"/>
                <a:gd name="connsiteY365" fmla="*/ 444818 h 1647825"/>
                <a:gd name="connsiteX366" fmla="*/ 1507808 w 1533525"/>
                <a:gd name="connsiteY366" fmla="*/ 442436 h 1647825"/>
                <a:gd name="connsiteX367" fmla="*/ 1504093 w 1533525"/>
                <a:gd name="connsiteY367" fmla="*/ 438245 h 1647825"/>
                <a:gd name="connsiteX368" fmla="*/ 1499616 w 1533525"/>
                <a:gd name="connsiteY368" fmla="*/ 437007 h 1647825"/>
                <a:gd name="connsiteX369" fmla="*/ 1496663 w 1533525"/>
                <a:gd name="connsiteY369" fmla="*/ 438531 h 1647825"/>
                <a:gd name="connsiteX370" fmla="*/ 1495044 w 1533525"/>
                <a:gd name="connsiteY370" fmla="*/ 441579 h 1647825"/>
                <a:gd name="connsiteX371" fmla="*/ 1494473 w 1533525"/>
                <a:gd name="connsiteY371" fmla="*/ 444246 h 1647825"/>
                <a:gd name="connsiteX372" fmla="*/ 1494187 w 1533525"/>
                <a:gd name="connsiteY372" fmla="*/ 447770 h 1647825"/>
                <a:gd name="connsiteX373" fmla="*/ 1493329 w 1533525"/>
                <a:gd name="connsiteY373" fmla="*/ 448247 h 1647825"/>
                <a:gd name="connsiteX374" fmla="*/ 1491615 w 1533525"/>
                <a:gd name="connsiteY374" fmla="*/ 444246 h 1647825"/>
                <a:gd name="connsiteX375" fmla="*/ 1489805 w 1533525"/>
                <a:gd name="connsiteY375" fmla="*/ 442436 h 1647825"/>
                <a:gd name="connsiteX376" fmla="*/ 1491901 w 1533525"/>
                <a:gd name="connsiteY376" fmla="*/ 439769 h 1647825"/>
                <a:gd name="connsiteX377" fmla="*/ 1490186 w 1533525"/>
                <a:gd name="connsiteY377" fmla="*/ 436912 h 1647825"/>
                <a:gd name="connsiteX378" fmla="*/ 1493711 w 1533525"/>
                <a:gd name="connsiteY378" fmla="*/ 434912 h 1647825"/>
                <a:gd name="connsiteX379" fmla="*/ 1498759 w 1533525"/>
                <a:gd name="connsiteY379" fmla="*/ 431006 h 1647825"/>
                <a:gd name="connsiteX380" fmla="*/ 1498473 w 1533525"/>
                <a:gd name="connsiteY380" fmla="*/ 428149 h 1647825"/>
                <a:gd name="connsiteX381" fmla="*/ 1497616 w 1533525"/>
                <a:gd name="connsiteY381" fmla="*/ 425101 h 1647825"/>
                <a:gd name="connsiteX382" fmla="*/ 1494854 w 1533525"/>
                <a:gd name="connsiteY382" fmla="*/ 421767 h 1647825"/>
                <a:gd name="connsiteX383" fmla="*/ 1494187 w 1533525"/>
                <a:gd name="connsiteY383" fmla="*/ 420529 h 1647825"/>
                <a:gd name="connsiteX384" fmla="*/ 1493615 w 1533525"/>
                <a:gd name="connsiteY384" fmla="*/ 417957 h 1647825"/>
                <a:gd name="connsiteX385" fmla="*/ 1493139 w 1533525"/>
                <a:gd name="connsiteY385" fmla="*/ 416814 h 1647825"/>
                <a:gd name="connsiteX386" fmla="*/ 1492187 w 1533525"/>
                <a:gd name="connsiteY386" fmla="*/ 415957 h 1647825"/>
                <a:gd name="connsiteX387" fmla="*/ 1491425 w 1533525"/>
                <a:gd name="connsiteY387" fmla="*/ 415862 h 1647825"/>
                <a:gd name="connsiteX388" fmla="*/ 1491044 w 1533525"/>
                <a:gd name="connsiteY388" fmla="*/ 415481 h 1647825"/>
                <a:gd name="connsiteX389" fmla="*/ 1491044 w 1533525"/>
                <a:gd name="connsiteY389" fmla="*/ 414814 h 1647825"/>
                <a:gd name="connsiteX390" fmla="*/ 1491425 w 1533525"/>
                <a:gd name="connsiteY390" fmla="*/ 414052 h 1647825"/>
                <a:gd name="connsiteX391" fmla="*/ 1486662 w 1533525"/>
                <a:gd name="connsiteY391" fmla="*/ 411575 h 1647825"/>
                <a:gd name="connsiteX392" fmla="*/ 1485900 w 1533525"/>
                <a:gd name="connsiteY392" fmla="*/ 407956 h 1647825"/>
                <a:gd name="connsiteX393" fmla="*/ 1482185 w 1533525"/>
                <a:gd name="connsiteY393" fmla="*/ 409194 h 1647825"/>
                <a:gd name="connsiteX394" fmla="*/ 1477709 w 1533525"/>
                <a:gd name="connsiteY394" fmla="*/ 412242 h 1647825"/>
                <a:gd name="connsiteX395" fmla="*/ 1476566 w 1533525"/>
                <a:gd name="connsiteY395" fmla="*/ 407289 h 1647825"/>
                <a:gd name="connsiteX396" fmla="*/ 1477042 w 1533525"/>
                <a:gd name="connsiteY396" fmla="*/ 406432 h 1647825"/>
                <a:gd name="connsiteX397" fmla="*/ 1477613 w 1533525"/>
                <a:gd name="connsiteY397" fmla="*/ 405670 h 1647825"/>
                <a:gd name="connsiteX398" fmla="*/ 1478471 w 1533525"/>
                <a:gd name="connsiteY398" fmla="*/ 405098 h 1647825"/>
                <a:gd name="connsiteX399" fmla="*/ 1484090 w 1533525"/>
                <a:gd name="connsiteY399" fmla="*/ 403574 h 1647825"/>
                <a:gd name="connsiteX400" fmla="*/ 1484662 w 1533525"/>
                <a:gd name="connsiteY400" fmla="*/ 403098 h 1647825"/>
                <a:gd name="connsiteX401" fmla="*/ 1485424 w 1533525"/>
                <a:gd name="connsiteY401" fmla="*/ 401288 h 1647825"/>
                <a:gd name="connsiteX402" fmla="*/ 1486757 w 1533525"/>
                <a:gd name="connsiteY402" fmla="*/ 399288 h 1647825"/>
                <a:gd name="connsiteX403" fmla="*/ 1486757 w 1533525"/>
                <a:gd name="connsiteY403" fmla="*/ 398526 h 1647825"/>
                <a:gd name="connsiteX404" fmla="*/ 1485900 w 1533525"/>
                <a:gd name="connsiteY404" fmla="*/ 397478 h 1647825"/>
                <a:gd name="connsiteX405" fmla="*/ 1485233 w 1533525"/>
                <a:gd name="connsiteY405" fmla="*/ 397193 h 1647825"/>
                <a:gd name="connsiteX406" fmla="*/ 1484471 w 1533525"/>
                <a:gd name="connsiteY406" fmla="*/ 397478 h 1647825"/>
                <a:gd name="connsiteX407" fmla="*/ 1483424 w 1533525"/>
                <a:gd name="connsiteY407" fmla="*/ 398336 h 1647825"/>
                <a:gd name="connsiteX408" fmla="*/ 1481519 w 1533525"/>
                <a:gd name="connsiteY408" fmla="*/ 399479 h 1647825"/>
                <a:gd name="connsiteX409" fmla="*/ 1479804 w 1533525"/>
                <a:gd name="connsiteY409" fmla="*/ 399479 h 1647825"/>
                <a:gd name="connsiteX410" fmla="*/ 1478280 w 1533525"/>
                <a:gd name="connsiteY410" fmla="*/ 398526 h 1647825"/>
                <a:gd name="connsiteX411" fmla="*/ 1476756 w 1533525"/>
                <a:gd name="connsiteY411" fmla="*/ 396716 h 1647825"/>
                <a:gd name="connsiteX412" fmla="*/ 1476185 w 1533525"/>
                <a:gd name="connsiteY412" fmla="*/ 395669 h 1647825"/>
                <a:gd name="connsiteX413" fmla="*/ 1475423 w 1533525"/>
                <a:gd name="connsiteY413" fmla="*/ 392621 h 1647825"/>
                <a:gd name="connsiteX414" fmla="*/ 1474946 w 1533525"/>
                <a:gd name="connsiteY414" fmla="*/ 391763 h 1647825"/>
                <a:gd name="connsiteX415" fmla="*/ 1471422 w 1533525"/>
                <a:gd name="connsiteY415" fmla="*/ 391668 h 1647825"/>
                <a:gd name="connsiteX416" fmla="*/ 1465040 w 1533525"/>
                <a:gd name="connsiteY416" fmla="*/ 392240 h 1647825"/>
                <a:gd name="connsiteX417" fmla="*/ 1460278 w 1533525"/>
                <a:gd name="connsiteY417" fmla="*/ 394335 h 1647825"/>
                <a:gd name="connsiteX418" fmla="*/ 1456754 w 1533525"/>
                <a:gd name="connsiteY418" fmla="*/ 392621 h 1647825"/>
                <a:gd name="connsiteX419" fmla="*/ 1455706 w 1533525"/>
                <a:gd name="connsiteY419" fmla="*/ 393097 h 1647825"/>
                <a:gd name="connsiteX420" fmla="*/ 1454087 w 1533525"/>
                <a:gd name="connsiteY420" fmla="*/ 393383 h 1647825"/>
                <a:gd name="connsiteX421" fmla="*/ 1454182 w 1533525"/>
                <a:gd name="connsiteY421" fmla="*/ 397383 h 1647825"/>
                <a:gd name="connsiteX422" fmla="*/ 1452562 w 1533525"/>
                <a:gd name="connsiteY422" fmla="*/ 400717 h 1647825"/>
                <a:gd name="connsiteX423" fmla="*/ 1448848 w 1533525"/>
                <a:gd name="connsiteY423" fmla="*/ 400145 h 1647825"/>
                <a:gd name="connsiteX424" fmla="*/ 1445990 w 1533525"/>
                <a:gd name="connsiteY424" fmla="*/ 398907 h 1647825"/>
                <a:gd name="connsiteX425" fmla="*/ 1445419 w 1533525"/>
                <a:gd name="connsiteY425" fmla="*/ 399002 h 1647825"/>
                <a:gd name="connsiteX426" fmla="*/ 1444943 w 1533525"/>
                <a:gd name="connsiteY426" fmla="*/ 399002 h 1647825"/>
                <a:gd name="connsiteX427" fmla="*/ 1444466 w 1533525"/>
                <a:gd name="connsiteY427" fmla="*/ 399098 h 1647825"/>
                <a:gd name="connsiteX428" fmla="*/ 1443895 w 1533525"/>
                <a:gd name="connsiteY428" fmla="*/ 399479 h 1647825"/>
                <a:gd name="connsiteX429" fmla="*/ 1443704 w 1533525"/>
                <a:gd name="connsiteY429" fmla="*/ 400050 h 1647825"/>
                <a:gd name="connsiteX430" fmla="*/ 1443800 w 1533525"/>
                <a:gd name="connsiteY430" fmla="*/ 400622 h 1647825"/>
                <a:gd name="connsiteX431" fmla="*/ 1443704 w 1533525"/>
                <a:gd name="connsiteY431" fmla="*/ 401098 h 1647825"/>
                <a:gd name="connsiteX432" fmla="*/ 1441895 w 1533525"/>
                <a:gd name="connsiteY432" fmla="*/ 401288 h 1647825"/>
                <a:gd name="connsiteX433" fmla="*/ 1441704 w 1533525"/>
                <a:gd name="connsiteY433" fmla="*/ 401955 h 1647825"/>
                <a:gd name="connsiteX434" fmla="*/ 1442276 w 1533525"/>
                <a:gd name="connsiteY434" fmla="*/ 404146 h 1647825"/>
                <a:gd name="connsiteX435" fmla="*/ 1442180 w 1533525"/>
                <a:gd name="connsiteY435" fmla="*/ 405575 h 1647825"/>
                <a:gd name="connsiteX436" fmla="*/ 1441609 w 1533525"/>
                <a:gd name="connsiteY436" fmla="*/ 405956 h 1647825"/>
                <a:gd name="connsiteX437" fmla="*/ 1439704 w 1533525"/>
                <a:gd name="connsiteY437" fmla="*/ 405670 h 1647825"/>
                <a:gd name="connsiteX438" fmla="*/ 1439228 w 1533525"/>
                <a:gd name="connsiteY438" fmla="*/ 406527 h 1647825"/>
                <a:gd name="connsiteX439" fmla="*/ 1438275 w 1533525"/>
                <a:gd name="connsiteY439" fmla="*/ 405003 h 1647825"/>
                <a:gd name="connsiteX440" fmla="*/ 1438085 w 1533525"/>
                <a:gd name="connsiteY440" fmla="*/ 402717 h 1647825"/>
                <a:gd name="connsiteX441" fmla="*/ 1437037 w 1533525"/>
                <a:gd name="connsiteY441" fmla="*/ 403289 h 1647825"/>
                <a:gd name="connsiteX442" fmla="*/ 1436275 w 1533525"/>
                <a:gd name="connsiteY442" fmla="*/ 406146 h 1647825"/>
                <a:gd name="connsiteX443" fmla="*/ 1434275 w 1533525"/>
                <a:gd name="connsiteY443" fmla="*/ 405575 h 1647825"/>
                <a:gd name="connsiteX444" fmla="*/ 1430846 w 1533525"/>
                <a:gd name="connsiteY444" fmla="*/ 405765 h 1647825"/>
                <a:gd name="connsiteX445" fmla="*/ 1429131 w 1533525"/>
                <a:gd name="connsiteY445" fmla="*/ 407194 h 1647825"/>
                <a:gd name="connsiteX446" fmla="*/ 1429512 w 1533525"/>
                <a:gd name="connsiteY446" fmla="*/ 410813 h 1647825"/>
                <a:gd name="connsiteX447" fmla="*/ 1426559 w 1533525"/>
                <a:gd name="connsiteY447" fmla="*/ 410432 h 1647825"/>
                <a:gd name="connsiteX448" fmla="*/ 1426083 w 1533525"/>
                <a:gd name="connsiteY448" fmla="*/ 410051 h 1647825"/>
                <a:gd name="connsiteX449" fmla="*/ 1425988 w 1533525"/>
                <a:gd name="connsiteY449" fmla="*/ 409575 h 1647825"/>
                <a:gd name="connsiteX450" fmla="*/ 1425893 w 1533525"/>
                <a:gd name="connsiteY450" fmla="*/ 409004 h 1647825"/>
                <a:gd name="connsiteX451" fmla="*/ 1425607 w 1533525"/>
                <a:gd name="connsiteY451" fmla="*/ 408527 h 1647825"/>
                <a:gd name="connsiteX452" fmla="*/ 1425226 w 1533525"/>
                <a:gd name="connsiteY452" fmla="*/ 408242 h 1647825"/>
                <a:gd name="connsiteX453" fmla="*/ 1424845 w 1533525"/>
                <a:gd name="connsiteY453" fmla="*/ 408051 h 1647825"/>
                <a:gd name="connsiteX454" fmla="*/ 1420940 w 1533525"/>
                <a:gd name="connsiteY454" fmla="*/ 407384 h 1647825"/>
                <a:gd name="connsiteX455" fmla="*/ 1419987 w 1533525"/>
                <a:gd name="connsiteY455" fmla="*/ 407003 h 1647825"/>
                <a:gd name="connsiteX456" fmla="*/ 1417320 w 1533525"/>
                <a:gd name="connsiteY456" fmla="*/ 405384 h 1647825"/>
                <a:gd name="connsiteX457" fmla="*/ 1414272 w 1533525"/>
                <a:gd name="connsiteY457" fmla="*/ 404622 h 1647825"/>
                <a:gd name="connsiteX458" fmla="*/ 1413415 w 1533525"/>
                <a:gd name="connsiteY458" fmla="*/ 404241 h 1647825"/>
                <a:gd name="connsiteX459" fmla="*/ 1412462 w 1533525"/>
                <a:gd name="connsiteY459" fmla="*/ 403670 h 1647825"/>
                <a:gd name="connsiteX460" fmla="*/ 1413034 w 1533525"/>
                <a:gd name="connsiteY460" fmla="*/ 404813 h 1647825"/>
                <a:gd name="connsiteX461" fmla="*/ 1413891 w 1533525"/>
                <a:gd name="connsiteY461" fmla="*/ 405860 h 1647825"/>
                <a:gd name="connsiteX462" fmla="*/ 1414272 w 1533525"/>
                <a:gd name="connsiteY462" fmla="*/ 406432 h 1647825"/>
                <a:gd name="connsiteX463" fmla="*/ 1413129 w 1533525"/>
                <a:gd name="connsiteY463" fmla="*/ 406051 h 1647825"/>
                <a:gd name="connsiteX464" fmla="*/ 1409224 w 1533525"/>
                <a:gd name="connsiteY464" fmla="*/ 404241 h 1647825"/>
                <a:gd name="connsiteX465" fmla="*/ 1407224 w 1533525"/>
                <a:gd name="connsiteY465" fmla="*/ 403670 h 1647825"/>
                <a:gd name="connsiteX466" fmla="*/ 1405223 w 1533525"/>
                <a:gd name="connsiteY466" fmla="*/ 403765 h 1647825"/>
                <a:gd name="connsiteX467" fmla="*/ 1404366 w 1533525"/>
                <a:gd name="connsiteY467" fmla="*/ 403955 h 1647825"/>
                <a:gd name="connsiteX468" fmla="*/ 1403223 w 1533525"/>
                <a:gd name="connsiteY468" fmla="*/ 403955 h 1647825"/>
                <a:gd name="connsiteX469" fmla="*/ 1402461 w 1533525"/>
                <a:gd name="connsiteY469" fmla="*/ 403479 h 1647825"/>
                <a:gd name="connsiteX470" fmla="*/ 1402747 w 1533525"/>
                <a:gd name="connsiteY470" fmla="*/ 401098 h 1647825"/>
                <a:gd name="connsiteX471" fmla="*/ 1402175 w 1533525"/>
                <a:gd name="connsiteY471" fmla="*/ 400050 h 1647825"/>
                <a:gd name="connsiteX472" fmla="*/ 1399413 w 1533525"/>
                <a:gd name="connsiteY472" fmla="*/ 396812 h 1647825"/>
                <a:gd name="connsiteX473" fmla="*/ 1397508 w 1533525"/>
                <a:gd name="connsiteY473" fmla="*/ 395478 h 1647825"/>
                <a:gd name="connsiteX474" fmla="*/ 1395508 w 1533525"/>
                <a:gd name="connsiteY474" fmla="*/ 394716 h 1647825"/>
                <a:gd name="connsiteX475" fmla="*/ 1393888 w 1533525"/>
                <a:gd name="connsiteY475" fmla="*/ 394907 h 1647825"/>
                <a:gd name="connsiteX476" fmla="*/ 1392936 w 1533525"/>
                <a:gd name="connsiteY476" fmla="*/ 395764 h 1647825"/>
                <a:gd name="connsiteX477" fmla="*/ 1390079 w 1533525"/>
                <a:gd name="connsiteY477" fmla="*/ 400050 h 1647825"/>
                <a:gd name="connsiteX478" fmla="*/ 1389317 w 1533525"/>
                <a:gd name="connsiteY478" fmla="*/ 400622 h 1647825"/>
                <a:gd name="connsiteX479" fmla="*/ 1388459 w 1533525"/>
                <a:gd name="connsiteY479" fmla="*/ 401003 h 1647825"/>
                <a:gd name="connsiteX480" fmla="*/ 1387221 w 1533525"/>
                <a:gd name="connsiteY480" fmla="*/ 401288 h 1647825"/>
                <a:gd name="connsiteX481" fmla="*/ 1384459 w 1533525"/>
                <a:gd name="connsiteY481" fmla="*/ 401288 h 1647825"/>
                <a:gd name="connsiteX482" fmla="*/ 1383125 w 1533525"/>
                <a:gd name="connsiteY482" fmla="*/ 401479 h 1647825"/>
                <a:gd name="connsiteX483" fmla="*/ 1381887 w 1533525"/>
                <a:gd name="connsiteY483" fmla="*/ 402146 h 1647825"/>
                <a:gd name="connsiteX484" fmla="*/ 1381316 w 1533525"/>
                <a:gd name="connsiteY484" fmla="*/ 402812 h 1647825"/>
                <a:gd name="connsiteX485" fmla="*/ 1380458 w 1533525"/>
                <a:gd name="connsiteY485" fmla="*/ 404432 h 1647825"/>
                <a:gd name="connsiteX486" fmla="*/ 1379887 w 1533525"/>
                <a:gd name="connsiteY486" fmla="*/ 405003 h 1647825"/>
                <a:gd name="connsiteX487" fmla="*/ 1379220 w 1533525"/>
                <a:gd name="connsiteY487" fmla="*/ 405194 h 1647825"/>
                <a:gd name="connsiteX488" fmla="*/ 1377315 w 1533525"/>
                <a:gd name="connsiteY488" fmla="*/ 405098 h 1647825"/>
                <a:gd name="connsiteX489" fmla="*/ 1376458 w 1533525"/>
                <a:gd name="connsiteY489" fmla="*/ 408146 h 1647825"/>
                <a:gd name="connsiteX490" fmla="*/ 1378458 w 1533525"/>
                <a:gd name="connsiteY490" fmla="*/ 410432 h 1647825"/>
                <a:gd name="connsiteX491" fmla="*/ 1380458 w 1533525"/>
                <a:gd name="connsiteY491" fmla="*/ 412528 h 1647825"/>
                <a:gd name="connsiteX492" fmla="*/ 1377505 w 1533525"/>
                <a:gd name="connsiteY492" fmla="*/ 415385 h 1647825"/>
                <a:gd name="connsiteX493" fmla="*/ 1375315 w 1533525"/>
                <a:gd name="connsiteY493" fmla="*/ 418052 h 1647825"/>
                <a:gd name="connsiteX494" fmla="*/ 1371314 w 1533525"/>
                <a:gd name="connsiteY494" fmla="*/ 418243 h 1647825"/>
                <a:gd name="connsiteX495" fmla="*/ 1369314 w 1533525"/>
                <a:gd name="connsiteY495" fmla="*/ 420148 h 1647825"/>
                <a:gd name="connsiteX496" fmla="*/ 1366361 w 1533525"/>
                <a:gd name="connsiteY496" fmla="*/ 421005 h 1647825"/>
                <a:gd name="connsiteX497" fmla="*/ 1363599 w 1533525"/>
                <a:gd name="connsiteY497" fmla="*/ 422148 h 1647825"/>
                <a:gd name="connsiteX498" fmla="*/ 1362837 w 1533525"/>
                <a:gd name="connsiteY498" fmla="*/ 422815 h 1647825"/>
                <a:gd name="connsiteX499" fmla="*/ 1361789 w 1533525"/>
                <a:gd name="connsiteY499" fmla="*/ 423291 h 1647825"/>
                <a:gd name="connsiteX500" fmla="*/ 1360932 w 1533525"/>
                <a:gd name="connsiteY500" fmla="*/ 423863 h 1647825"/>
                <a:gd name="connsiteX501" fmla="*/ 1360170 w 1533525"/>
                <a:gd name="connsiteY501" fmla="*/ 423767 h 1647825"/>
                <a:gd name="connsiteX502" fmla="*/ 1359027 w 1533525"/>
                <a:gd name="connsiteY502" fmla="*/ 423767 h 1647825"/>
                <a:gd name="connsiteX503" fmla="*/ 1357979 w 1533525"/>
                <a:gd name="connsiteY503" fmla="*/ 423958 h 1647825"/>
                <a:gd name="connsiteX504" fmla="*/ 1357408 w 1533525"/>
                <a:gd name="connsiteY504" fmla="*/ 424434 h 1647825"/>
                <a:gd name="connsiteX505" fmla="*/ 1357408 w 1533525"/>
                <a:gd name="connsiteY505" fmla="*/ 424910 h 1647825"/>
                <a:gd name="connsiteX506" fmla="*/ 1357598 w 1533525"/>
                <a:gd name="connsiteY506" fmla="*/ 425291 h 1647825"/>
                <a:gd name="connsiteX507" fmla="*/ 1357694 w 1533525"/>
                <a:gd name="connsiteY507" fmla="*/ 425672 h 1647825"/>
                <a:gd name="connsiteX508" fmla="*/ 1357503 w 1533525"/>
                <a:gd name="connsiteY508" fmla="*/ 426149 h 1647825"/>
                <a:gd name="connsiteX509" fmla="*/ 1357027 w 1533525"/>
                <a:gd name="connsiteY509" fmla="*/ 426339 h 1647825"/>
                <a:gd name="connsiteX510" fmla="*/ 1356360 w 1533525"/>
                <a:gd name="connsiteY510" fmla="*/ 426339 h 1647825"/>
                <a:gd name="connsiteX511" fmla="*/ 1355788 w 1533525"/>
                <a:gd name="connsiteY511" fmla="*/ 426530 h 1647825"/>
                <a:gd name="connsiteX512" fmla="*/ 1355598 w 1533525"/>
                <a:gd name="connsiteY512" fmla="*/ 427196 h 1647825"/>
                <a:gd name="connsiteX513" fmla="*/ 1355217 w 1533525"/>
                <a:gd name="connsiteY513" fmla="*/ 427577 h 1647825"/>
                <a:gd name="connsiteX514" fmla="*/ 1352169 w 1533525"/>
                <a:gd name="connsiteY514" fmla="*/ 428530 h 1647825"/>
                <a:gd name="connsiteX515" fmla="*/ 1351312 w 1533525"/>
                <a:gd name="connsiteY515" fmla="*/ 429006 h 1647825"/>
                <a:gd name="connsiteX516" fmla="*/ 1347692 w 1533525"/>
                <a:gd name="connsiteY516" fmla="*/ 432245 h 1647825"/>
                <a:gd name="connsiteX517" fmla="*/ 1346835 w 1533525"/>
                <a:gd name="connsiteY517" fmla="*/ 432530 h 1647825"/>
                <a:gd name="connsiteX518" fmla="*/ 1345978 w 1533525"/>
                <a:gd name="connsiteY518" fmla="*/ 432054 h 1647825"/>
                <a:gd name="connsiteX519" fmla="*/ 1345216 w 1533525"/>
                <a:gd name="connsiteY519" fmla="*/ 431864 h 1647825"/>
                <a:gd name="connsiteX520" fmla="*/ 1344454 w 1533525"/>
                <a:gd name="connsiteY520" fmla="*/ 432435 h 1647825"/>
                <a:gd name="connsiteX521" fmla="*/ 1343596 w 1533525"/>
                <a:gd name="connsiteY521" fmla="*/ 433197 h 1647825"/>
                <a:gd name="connsiteX522" fmla="*/ 1342644 w 1533525"/>
                <a:gd name="connsiteY522" fmla="*/ 433673 h 1647825"/>
                <a:gd name="connsiteX523" fmla="*/ 1341692 w 1533525"/>
                <a:gd name="connsiteY523" fmla="*/ 433673 h 1647825"/>
                <a:gd name="connsiteX524" fmla="*/ 1338739 w 1533525"/>
                <a:gd name="connsiteY524" fmla="*/ 433292 h 1647825"/>
                <a:gd name="connsiteX525" fmla="*/ 1333214 w 1533525"/>
                <a:gd name="connsiteY525" fmla="*/ 433673 h 1647825"/>
                <a:gd name="connsiteX526" fmla="*/ 1328452 w 1533525"/>
                <a:gd name="connsiteY526" fmla="*/ 436531 h 1647825"/>
                <a:gd name="connsiteX527" fmla="*/ 1326452 w 1533525"/>
                <a:gd name="connsiteY527" fmla="*/ 437769 h 1647825"/>
                <a:gd name="connsiteX528" fmla="*/ 1323689 w 1533525"/>
                <a:gd name="connsiteY528" fmla="*/ 440246 h 1647825"/>
                <a:gd name="connsiteX529" fmla="*/ 1321403 w 1533525"/>
                <a:gd name="connsiteY529" fmla="*/ 441484 h 1647825"/>
                <a:gd name="connsiteX530" fmla="*/ 1319689 w 1533525"/>
                <a:gd name="connsiteY530" fmla="*/ 442913 h 1647825"/>
                <a:gd name="connsiteX531" fmla="*/ 1317974 w 1533525"/>
                <a:gd name="connsiteY531" fmla="*/ 444341 h 1647825"/>
                <a:gd name="connsiteX532" fmla="*/ 1317688 w 1533525"/>
                <a:gd name="connsiteY532" fmla="*/ 446342 h 1647825"/>
                <a:gd name="connsiteX533" fmla="*/ 1317022 w 1533525"/>
                <a:gd name="connsiteY533" fmla="*/ 448532 h 1647825"/>
                <a:gd name="connsiteX534" fmla="*/ 1315974 w 1533525"/>
                <a:gd name="connsiteY534" fmla="*/ 450533 h 1647825"/>
                <a:gd name="connsiteX535" fmla="*/ 1314736 w 1533525"/>
                <a:gd name="connsiteY535" fmla="*/ 451961 h 1647825"/>
                <a:gd name="connsiteX536" fmla="*/ 1309878 w 1533525"/>
                <a:gd name="connsiteY536" fmla="*/ 455390 h 1647825"/>
                <a:gd name="connsiteX537" fmla="*/ 1308545 w 1533525"/>
                <a:gd name="connsiteY537" fmla="*/ 456914 h 1647825"/>
                <a:gd name="connsiteX538" fmla="*/ 1307783 w 1533525"/>
                <a:gd name="connsiteY538" fmla="*/ 457676 h 1647825"/>
                <a:gd name="connsiteX539" fmla="*/ 1305782 w 1533525"/>
                <a:gd name="connsiteY539" fmla="*/ 458343 h 1647825"/>
                <a:gd name="connsiteX540" fmla="*/ 1304830 w 1533525"/>
                <a:gd name="connsiteY540" fmla="*/ 458915 h 1647825"/>
                <a:gd name="connsiteX541" fmla="*/ 1304068 w 1533525"/>
                <a:gd name="connsiteY541" fmla="*/ 459772 h 1647825"/>
                <a:gd name="connsiteX542" fmla="*/ 1302829 w 1533525"/>
                <a:gd name="connsiteY542" fmla="*/ 461582 h 1647825"/>
                <a:gd name="connsiteX543" fmla="*/ 1302068 w 1533525"/>
                <a:gd name="connsiteY543" fmla="*/ 462344 h 1647825"/>
                <a:gd name="connsiteX544" fmla="*/ 1301210 w 1533525"/>
                <a:gd name="connsiteY544" fmla="*/ 462820 h 1647825"/>
                <a:gd name="connsiteX545" fmla="*/ 1300448 w 1533525"/>
                <a:gd name="connsiteY545" fmla="*/ 463106 h 1647825"/>
                <a:gd name="connsiteX546" fmla="*/ 1299686 w 1533525"/>
                <a:gd name="connsiteY546" fmla="*/ 463201 h 1647825"/>
                <a:gd name="connsiteX547" fmla="*/ 1298924 w 1533525"/>
                <a:gd name="connsiteY547" fmla="*/ 463106 h 1647825"/>
                <a:gd name="connsiteX548" fmla="*/ 1298638 w 1533525"/>
                <a:gd name="connsiteY548" fmla="*/ 462820 h 1647825"/>
                <a:gd name="connsiteX549" fmla="*/ 1298543 w 1533525"/>
                <a:gd name="connsiteY549" fmla="*/ 462344 h 1647825"/>
                <a:gd name="connsiteX550" fmla="*/ 1298353 w 1533525"/>
                <a:gd name="connsiteY550" fmla="*/ 462058 h 1647825"/>
                <a:gd name="connsiteX551" fmla="*/ 1297877 w 1533525"/>
                <a:gd name="connsiteY551" fmla="*/ 462248 h 1647825"/>
                <a:gd name="connsiteX552" fmla="*/ 1294638 w 1533525"/>
                <a:gd name="connsiteY552" fmla="*/ 464439 h 1647825"/>
                <a:gd name="connsiteX553" fmla="*/ 1293114 w 1533525"/>
                <a:gd name="connsiteY553" fmla="*/ 465773 h 1647825"/>
                <a:gd name="connsiteX554" fmla="*/ 1291876 w 1533525"/>
                <a:gd name="connsiteY554" fmla="*/ 467392 h 1647825"/>
                <a:gd name="connsiteX555" fmla="*/ 1290923 w 1533525"/>
                <a:gd name="connsiteY555" fmla="*/ 469392 h 1647825"/>
                <a:gd name="connsiteX556" fmla="*/ 1291019 w 1533525"/>
                <a:gd name="connsiteY556" fmla="*/ 470249 h 1647825"/>
                <a:gd name="connsiteX557" fmla="*/ 1291781 w 1533525"/>
                <a:gd name="connsiteY557" fmla="*/ 470535 h 1647825"/>
                <a:gd name="connsiteX558" fmla="*/ 1293590 w 1533525"/>
                <a:gd name="connsiteY558" fmla="*/ 470725 h 1647825"/>
                <a:gd name="connsiteX559" fmla="*/ 1294257 w 1533525"/>
                <a:gd name="connsiteY559" fmla="*/ 471392 h 1647825"/>
                <a:gd name="connsiteX560" fmla="*/ 1294257 w 1533525"/>
                <a:gd name="connsiteY560" fmla="*/ 472154 h 1647825"/>
                <a:gd name="connsiteX561" fmla="*/ 1293686 w 1533525"/>
                <a:gd name="connsiteY561" fmla="*/ 473964 h 1647825"/>
                <a:gd name="connsiteX562" fmla="*/ 1293686 w 1533525"/>
                <a:gd name="connsiteY562" fmla="*/ 473964 h 1647825"/>
                <a:gd name="connsiteX563" fmla="*/ 1293686 w 1533525"/>
                <a:gd name="connsiteY563" fmla="*/ 473964 h 1647825"/>
                <a:gd name="connsiteX564" fmla="*/ 1293495 w 1533525"/>
                <a:gd name="connsiteY564" fmla="*/ 475583 h 1647825"/>
                <a:gd name="connsiteX565" fmla="*/ 1292162 w 1533525"/>
                <a:gd name="connsiteY565" fmla="*/ 477298 h 1647825"/>
                <a:gd name="connsiteX566" fmla="*/ 1290352 w 1533525"/>
                <a:gd name="connsiteY566" fmla="*/ 478727 h 1647825"/>
                <a:gd name="connsiteX567" fmla="*/ 1288923 w 1533525"/>
                <a:gd name="connsiteY567" fmla="*/ 479393 h 1647825"/>
                <a:gd name="connsiteX568" fmla="*/ 1287685 w 1533525"/>
                <a:gd name="connsiteY568" fmla="*/ 479584 h 1647825"/>
                <a:gd name="connsiteX569" fmla="*/ 1287018 w 1533525"/>
                <a:gd name="connsiteY569" fmla="*/ 479965 h 1647825"/>
                <a:gd name="connsiteX570" fmla="*/ 1285589 w 1533525"/>
                <a:gd name="connsiteY570" fmla="*/ 481489 h 1647825"/>
                <a:gd name="connsiteX571" fmla="*/ 1284827 w 1533525"/>
                <a:gd name="connsiteY571" fmla="*/ 482060 h 1647825"/>
                <a:gd name="connsiteX572" fmla="*/ 1282256 w 1533525"/>
                <a:gd name="connsiteY572" fmla="*/ 482822 h 1647825"/>
                <a:gd name="connsiteX573" fmla="*/ 1280351 w 1533525"/>
                <a:gd name="connsiteY573" fmla="*/ 484156 h 1647825"/>
                <a:gd name="connsiteX574" fmla="*/ 1279779 w 1533525"/>
                <a:gd name="connsiteY574" fmla="*/ 484251 h 1647825"/>
                <a:gd name="connsiteX575" fmla="*/ 1279208 w 1533525"/>
                <a:gd name="connsiteY575" fmla="*/ 483775 h 1647825"/>
                <a:gd name="connsiteX576" fmla="*/ 1278541 w 1533525"/>
                <a:gd name="connsiteY576" fmla="*/ 482346 h 1647825"/>
                <a:gd name="connsiteX577" fmla="*/ 1277969 w 1533525"/>
                <a:gd name="connsiteY577" fmla="*/ 482251 h 1647825"/>
                <a:gd name="connsiteX578" fmla="*/ 1277398 w 1533525"/>
                <a:gd name="connsiteY578" fmla="*/ 483013 h 1647825"/>
                <a:gd name="connsiteX579" fmla="*/ 1277112 w 1533525"/>
                <a:gd name="connsiteY579" fmla="*/ 484251 h 1647825"/>
                <a:gd name="connsiteX580" fmla="*/ 1276731 w 1533525"/>
                <a:gd name="connsiteY580" fmla="*/ 485299 h 1647825"/>
                <a:gd name="connsiteX581" fmla="*/ 1275779 w 1533525"/>
                <a:gd name="connsiteY581" fmla="*/ 485394 h 1647825"/>
                <a:gd name="connsiteX582" fmla="*/ 1275207 w 1533525"/>
                <a:gd name="connsiteY582" fmla="*/ 484632 h 1647825"/>
                <a:gd name="connsiteX583" fmla="*/ 1274921 w 1533525"/>
                <a:gd name="connsiteY583" fmla="*/ 483680 h 1647825"/>
                <a:gd name="connsiteX584" fmla="*/ 1274636 w 1533525"/>
                <a:gd name="connsiteY584" fmla="*/ 483584 h 1647825"/>
                <a:gd name="connsiteX585" fmla="*/ 1273969 w 1533525"/>
                <a:gd name="connsiteY585" fmla="*/ 485299 h 1647825"/>
                <a:gd name="connsiteX586" fmla="*/ 1273302 w 1533525"/>
                <a:gd name="connsiteY586" fmla="*/ 486347 h 1647825"/>
                <a:gd name="connsiteX587" fmla="*/ 1272540 w 1533525"/>
                <a:gd name="connsiteY587" fmla="*/ 485966 h 1647825"/>
                <a:gd name="connsiteX588" fmla="*/ 1271873 w 1533525"/>
                <a:gd name="connsiteY588" fmla="*/ 484823 h 1647825"/>
                <a:gd name="connsiteX589" fmla="*/ 1271016 w 1533525"/>
                <a:gd name="connsiteY589" fmla="*/ 482632 h 1647825"/>
                <a:gd name="connsiteX590" fmla="*/ 1270540 w 1533525"/>
                <a:gd name="connsiteY590" fmla="*/ 481775 h 1647825"/>
                <a:gd name="connsiteX591" fmla="*/ 1270064 w 1533525"/>
                <a:gd name="connsiteY591" fmla="*/ 481584 h 1647825"/>
                <a:gd name="connsiteX592" fmla="*/ 1269492 w 1533525"/>
                <a:gd name="connsiteY592" fmla="*/ 482537 h 1647825"/>
                <a:gd name="connsiteX593" fmla="*/ 1269492 w 1533525"/>
                <a:gd name="connsiteY593" fmla="*/ 483108 h 1647825"/>
                <a:gd name="connsiteX594" fmla="*/ 1269683 w 1533525"/>
                <a:gd name="connsiteY594" fmla="*/ 483680 h 1647825"/>
                <a:gd name="connsiteX595" fmla="*/ 1269778 w 1533525"/>
                <a:gd name="connsiteY595" fmla="*/ 484251 h 1647825"/>
                <a:gd name="connsiteX596" fmla="*/ 1269492 w 1533525"/>
                <a:gd name="connsiteY596" fmla="*/ 484918 h 1647825"/>
                <a:gd name="connsiteX597" fmla="*/ 1269111 w 1533525"/>
                <a:gd name="connsiteY597" fmla="*/ 485108 h 1647825"/>
                <a:gd name="connsiteX598" fmla="*/ 1268540 w 1533525"/>
                <a:gd name="connsiteY598" fmla="*/ 485204 h 1647825"/>
                <a:gd name="connsiteX599" fmla="*/ 1264158 w 1533525"/>
                <a:gd name="connsiteY599" fmla="*/ 484823 h 1647825"/>
                <a:gd name="connsiteX600" fmla="*/ 1263110 w 1533525"/>
                <a:gd name="connsiteY600" fmla="*/ 484918 h 1647825"/>
                <a:gd name="connsiteX601" fmla="*/ 1261205 w 1533525"/>
                <a:gd name="connsiteY601" fmla="*/ 485870 h 1647825"/>
                <a:gd name="connsiteX602" fmla="*/ 1258157 w 1533525"/>
                <a:gd name="connsiteY602" fmla="*/ 489014 h 1647825"/>
                <a:gd name="connsiteX603" fmla="*/ 1256157 w 1533525"/>
                <a:gd name="connsiteY603" fmla="*/ 489871 h 1647825"/>
                <a:gd name="connsiteX604" fmla="*/ 1254919 w 1533525"/>
                <a:gd name="connsiteY604" fmla="*/ 489966 h 1647825"/>
                <a:gd name="connsiteX605" fmla="*/ 1252633 w 1533525"/>
                <a:gd name="connsiteY605" fmla="*/ 489585 h 1647825"/>
                <a:gd name="connsiteX606" fmla="*/ 1250347 w 1533525"/>
                <a:gd name="connsiteY606" fmla="*/ 489680 h 1647825"/>
                <a:gd name="connsiteX607" fmla="*/ 1249490 w 1533525"/>
                <a:gd name="connsiteY607" fmla="*/ 489395 h 1647825"/>
                <a:gd name="connsiteX608" fmla="*/ 1247680 w 1533525"/>
                <a:gd name="connsiteY608" fmla="*/ 488252 h 1647825"/>
                <a:gd name="connsiteX609" fmla="*/ 1245489 w 1533525"/>
                <a:gd name="connsiteY609" fmla="*/ 487680 h 1647825"/>
                <a:gd name="connsiteX610" fmla="*/ 1238060 w 1533525"/>
                <a:gd name="connsiteY610" fmla="*/ 487966 h 1647825"/>
                <a:gd name="connsiteX611" fmla="*/ 1237774 w 1533525"/>
                <a:gd name="connsiteY611" fmla="*/ 490538 h 1647825"/>
                <a:gd name="connsiteX612" fmla="*/ 1235297 w 1533525"/>
                <a:gd name="connsiteY612" fmla="*/ 493967 h 1647825"/>
                <a:gd name="connsiteX613" fmla="*/ 1234916 w 1533525"/>
                <a:gd name="connsiteY613" fmla="*/ 496253 h 1647825"/>
                <a:gd name="connsiteX614" fmla="*/ 1236059 w 1533525"/>
                <a:gd name="connsiteY614" fmla="*/ 500634 h 1647825"/>
                <a:gd name="connsiteX615" fmla="*/ 1236536 w 1533525"/>
                <a:gd name="connsiteY615" fmla="*/ 501491 h 1647825"/>
                <a:gd name="connsiteX616" fmla="*/ 1238060 w 1533525"/>
                <a:gd name="connsiteY616" fmla="*/ 502730 h 1647825"/>
                <a:gd name="connsiteX617" fmla="*/ 1238536 w 1533525"/>
                <a:gd name="connsiteY617" fmla="*/ 503682 h 1647825"/>
                <a:gd name="connsiteX618" fmla="*/ 1239393 w 1533525"/>
                <a:gd name="connsiteY618" fmla="*/ 504635 h 1647825"/>
                <a:gd name="connsiteX619" fmla="*/ 1240631 w 1533525"/>
                <a:gd name="connsiteY619" fmla="*/ 505016 h 1647825"/>
                <a:gd name="connsiteX620" fmla="*/ 1241965 w 1533525"/>
                <a:gd name="connsiteY620" fmla="*/ 505206 h 1647825"/>
                <a:gd name="connsiteX621" fmla="*/ 1243108 w 1533525"/>
                <a:gd name="connsiteY621" fmla="*/ 505682 h 1647825"/>
                <a:gd name="connsiteX622" fmla="*/ 1243108 w 1533525"/>
                <a:gd name="connsiteY622" fmla="*/ 505682 h 1647825"/>
                <a:gd name="connsiteX623" fmla="*/ 1243965 w 1533525"/>
                <a:gd name="connsiteY623" fmla="*/ 506921 h 1647825"/>
                <a:gd name="connsiteX624" fmla="*/ 1244060 w 1533525"/>
                <a:gd name="connsiteY624" fmla="*/ 507778 h 1647825"/>
                <a:gd name="connsiteX625" fmla="*/ 1244346 w 1533525"/>
                <a:gd name="connsiteY625" fmla="*/ 508254 h 1647825"/>
                <a:gd name="connsiteX626" fmla="*/ 1245870 w 1533525"/>
                <a:gd name="connsiteY626" fmla="*/ 508064 h 1647825"/>
                <a:gd name="connsiteX627" fmla="*/ 1249966 w 1533525"/>
                <a:gd name="connsiteY627" fmla="*/ 506635 h 1647825"/>
                <a:gd name="connsiteX628" fmla="*/ 1251395 w 1533525"/>
                <a:gd name="connsiteY628" fmla="*/ 506349 h 1647825"/>
                <a:gd name="connsiteX629" fmla="*/ 1253300 w 1533525"/>
                <a:gd name="connsiteY629" fmla="*/ 506444 h 1647825"/>
                <a:gd name="connsiteX630" fmla="*/ 1253966 w 1533525"/>
                <a:gd name="connsiteY630" fmla="*/ 506254 h 1647825"/>
                <a:gd name="connsiteX631" fmla="*/ 1255490 w 1533525"/>
                <a:gd name="connsiteY631" fmla="*/ 505111 h 1647825"/>
                <a:gd name="connsiteX632" fmla="*/ 1256157 w 1533525"/>
                <a:gd name="connsiteY632" fmla="*/ 504920 h 1647825"/>
                <a:gd name="connsiteX633" fmla="*/ 1257300 w 1533525"/>
                <a:gd name="connsiteY633" fmla="*/ 506349 h 1647825"/>
                <a:gd name="connsiteX634" fmla="*/ 1261872 w 1533525"/>
                <a:gd name="connsiteY634" fmla="*/ 514922 h 1647825"/>
                <a:gd name="connsiteX635" fmla="*/ 1262063 w 1533525"/>
                <a:gd name="connsiteY635" fmla="*/ 515588 h 1647825"/>
                <a:gd name="connsiteX636" fmla="*/ 1261682 w 1533525"/>
                <a:gd name="connsiteY636" fmla="*/ 516636 h 1647825"/>
                <a:gd name="connsiteX637" fmla="*/ 1260062 w 1533525"/>
                <a:gd name="connsiteY637" fmla="*/ 518065 h 1647825"/>
                <a:gd name="connsiteX638" fmla="*/ 1259300 w 1533525"/>
                <a:gd name="connsiteY638" fmla="*/ 518922 h 1647825"/>
                <a:gd name="connsiteX639" fmla="*/ 1259110 w 1533525"/>
                <a:gd name="connsiteY639" fmla="*/ 519494 h 1647825"/>
                <a:gd name="connsiteX640" fmla="*/ 1258919 w 1533525"/>
                <a:gd name="connsiteY640" fmla="*/ 520637 h 1647825"/>
                <a:gd name="connsiteX641" fmla="*/ 1258729 w 1533525"/>
                <a:gd name="connsiteY641" fmla="*/ 521113 h 1647825"/>
                <a:gd name="connsiteX642" fmla="*/ 1258443 w 1533525"/>
                <a:gd name="connsiteY642" fmla="*/ 521589 h 1647825"/>
                <a:gd name="connsiteX643" fmla="*/ 1257776 w 1533525"/>
                <a:gd name="connsiteY643" fmla="*/ 522351 h 1647825"/>
                <a:gd name="connsiteX644" fmla="*/ 1257681 w 1533525"/>
                <a:gd name="connsiteY644" fmla="*/ 522542 h 1647825"/>
                <a:gd name="connsiteX645" fmla="*/ 1257491 w 1533525"/>
                <a:gd name="connsiteY645" fmla="*/ 522732 h 1647825"/>
                <a:gd name="connsiteX646" fmla="*/ 1257110 w 1533525"/>
                <a:gd name="connsiteY646" fmla="*/ 523589 h 1647825"/>
                <a:gd name="connsiteX647" fmla="*/ 1256824 w 1533525"/>
                <a:gd name="connsiteY647" fmla="*/ 524637 h 1647825"/>
                <a:gd name="connsiteX648" fmla="*/ 1256633 w 1533525"/>
                <a:gd name="connsiteY648" fmla="*/ 525685 h 1647825"/>
                <a:gd name="connsiteX649" fmla="*/ 1256633 w 1533525"/>
                <a:gd name="connsiteY649" fmla="*/ 526733 h 1647825"/>
                <a:gd name="connsiteX650" fmla="*/ 1257300 w 1533525"/>
                <a:gd name="connsiteY650" fmla="*/ 528638 h 1647825"/>
                <a:gd name="connsiteX651" fmla="*/ 1259967 w 1533525"/>
                <a:gd name="connsiteY651" fmla="*/ 531305 h 1647825"/>
                <a:gd name="connsiteX652" fmla="*/ 1260920 w 1533525"/>
                <a:gd name="connsiteY652" fmla="*/ 533210 h 1647825"/>
                <a:gd name="connsiteX653" fmla="*/ 1261777 w 1533525"/>
                <a:gd name="connsiteY653" fmla="*/ 536639 h 1647825"/>
                <a:gd name="connsiteX654" fmla="*/ 1261586 w 1533525"/>
                <a:gd name="connsiteY654" fmla="*/ 537591 h 1647825"/>
                <a:gd name="connsiteX655" fmla="*/ 1261205 w 1533525"/>
                <a:gd name="connsiteY655" fmla="*/ 539591 h 1647825"/>
                <a:gd name="connsiteX656" fmla="*/ 1259300 w 1533525"/>
                <a:gd name="connsiteY656" fmla="*/ 541496 h 1647825"/>
                <a:gd name="connsiteX657" fmla="*/ 1256062 w 1533525"/>
                <a:gd name="connsiteY657" fmla="*/ 541973 h 1647825"/>
                <a:gd name="connsiteX658" fmla="*/ 1255109 w 1533525"/>
                <a:gd name="connsiteY658" fmla="*/ 541496 h 1647825"/>
                <a:gd name="connsiteX659" fmla="*/ 1253395 w 1533525"/>
                <a:gd name="connsiteY659" fmla="*/ 540068 h 1647825"/>
                <a:gd name="connsiteX660" fmla="*/ 1252442 w 1533525"/>
                <a:gd name="connsiteY660" fmla="*/ 539687 h 1647825"/>
                <a:gd name="connsiteX661" fmla="*/ 1251680 w 1533525"/>
                <a:gd name="connsiteY661" fmla="*/ 539877 h 1647825"/>
                <a:gd name="connsiteX662" fmla="*/ 1251776 w 1533525"/>
                <a:gd name="connsiteY662" fmla="*/ 540639 h 1647825"/>
                <a:gd name="connsiteX663" fmla="*/ 1251776 w 1533525"/>
                <a:gd name="connsiteY663" fmla="*/ 541496 h 1647825"/>
                <a:gd name="connsiteX664" fmla="*/ 1250633 w 1533525"/>
                <a:gd name="connsiteY664" fmla="*/ 542068 h 1647825"/>
                <a:gd name="connsiteX665" fmla="*/ 1251299 w 1533525"/>
                <a:gd name="connsiteY665" fmla="*/ 542830 h 1647825"/>
                <a:gd name="connsiteX666" fmla="*/ 1251395 w 1533525"/>
                <a:gd name="connsiteY666" fmla="*/ 543782 h 1647825"/>
                <a:gd name="connsiteX667" fmla="*/ 1250918 w 1533525"/>
                <a:gd name="connsiteY667" fmla="*/ 544449 h 1647825"/>
                <a:gd name="connsiteX668" fmla="*/ 1250061 w 1533525"/>
                <a:gd name="connsiteY668" fmla="*/ 544354 h 1647825"/>
                <a:gd name="connsiteX669" fmla="*/ 1249490 w 1533525"/>
                <a:gd name="connsiteY669" fmla="*/ 543497 h 1647825"/>
                <a:gd name="connsiteX670" fmla="*/ 1249299 w 1533525"/>
                <a:gd name="connsiteY670" fmla="*/ 542544 h 1647825"/>
                <a:gd name="connsiteX671" fmla="*/ 1249013 w 1533525"/>
                <a:gd name="connsiteY671" fmla="*/ 541687 h 1647825"/>
                <a:gd name="connsiteX672" fmla="*/ 1248061 w 1533525"/>
                <a:gd name="connsiteY672" fmla="*/ 541115 h 1647825"/>
                <a:gd name="connsiteX673" fmla="*/ 1246442 w 1533525"/>
                <a:gd name="connsiteY673" fmla="*/ 541401 h 1647825"/>
                <a:gd name="connsiteX674" fmla="*/ 1243108 w 1533525"/>
                <a:gd name="connsiteY674" fmla="*/ 543592 h 1647825"/>
                <a:gd name="connsiteX675" fmla="*/ 1241584 w 1533525"/>
                <a:gd name="connsiteY675" fmla="*/ 544354 h 1647825"/>
                <a:gd name="connsiteX676" fmla="*/ 1238345 w 1533525"/>
                <a:gd name="connsiteY676" fmla="*/ 544259 h 1647825"/>
                <a:gd name="connsiteX677" fmla="*/ 1237488 w 1533525"/>
                <a:gd name="connsiteY677" fmla="*/ 544163 h 1647825"/>
                <a:gd name="connsiteX678" fmla="*/ 1235202 w 1533525"/>
                <a:gd name="connsiteY678" fmla="*/ 543497 h 1647825"/>
                <a:gd name="connsiteX679" fmla="*/ 1234250 w 1533525"/>
                <a:gd name="connsiteY679" fmla="*/ 543497 h 1647825"/>
                <a:gd name="connsiteX680" fmla="*/ 1232345 w 1533525"/>
                <a:gd name="connsiteY680" fmla="*/ 544163 h 1647825"/>
                <a:gd name="connsiteX681" fmla="*/ 1231392 w 1533525"/>
                <a:gd name="connsiteY681" fmla="*/ 544259 h 1647825"/>
                <a:gd name="connsiteX682" fmla="*/ 1230725 w 1533525"/>
                <a:gd name="connsiteY682" fmla="*/ 543687 h 1647825"/>
                <a:gd name="connsiteX683" fmla="*/ 1229487 w 1533525"/>
                <a:gd name="connsiteY683" fmla="*/ 541020 h 1647825"/>
                <a:gd name="connsiteX684" fmla="*/ 1229011 w 1533525"/>
                <a:gd name="connsiteY684" fmla="*/ 540258 h 1647825"/>
                <a:gd name="connsiteX685" fmla="*/ 1228249 w 1533525"/>
                <a:gd name="connsiteY685" fmla="*/ 540068 h 1647825"/>
                <a:gd name="connsiteX686" fmla="*/ 1226153 w 1533525"/>
                <a:gd name="connsiteY686" fmla="*/ 539972 h 1647825"/>
                <a:gd name="connsiteX687" fmla="*/ 1225391 w 1533525"/>
                <a:gd name="connsiteY687" fmla="*/ 540068 h 1647825"/>
                <a:gd name="connsiteX688" fmla="*/ 1224439 w 1533525"/>
                <a:gd name="connsiteY688" fmla="*/ 540734 h 1647825"/>
                <a:gd name="connsiteX689" fmla="*/ 1223867 w 1533525"/>
                <a:gd name="connsiteY689" fmla="*/ 541687 h 1647825"/>
                <a:gd name="connsiteX690" fmla="*/ 1223486 w 1533525"/>
                <a:gd name="connsiteY690" fmla="*/ 542735 h 1647825"/>
                <a:gd name="connsiteX691" fmla="*/ 1222915 w 1533525"/>
                <a:gd name="connsiteY691" fmla="*/ 543782 h 1647825"/>
                <a:gd name="connsiteX692" fmla="*/ 1222248 w 1533525"/>
                <a:gd name="connsiteY692" fmla="*/ 544449 h 1647825"/>
                <a:gd name="connsiteX693" fmla="*/ 1221391 w 1533525"/>
                <a:gd name="connsiteY693" fmla="*/ 545021 h 1647825"/>
                <a:gd name="connsiteX694" fmla="*/ 1220534 w 1533525"/>
                <a:gd name="connsiteY694" fmla="*/ 545402 h 1647825"/>
                <a:gd name="connsiteX695" fmla="*/ 1219676 w 1533525"/>
                <a:gd name="connsiteY695" fmla="*/ 545687 h 1647825"/>
                <a:gd name="connsiteX696" fmla="*/ 1218629 w 1533525"/>
                <a:gd name="connsiteY696" fmla="*/ 545687 h 1647825"/>
                <a:gd name="connsiteX697" fmla="*/ 1217867 w 1533525"/>
                <a:gd name="connsiteY697" fmla="*/ 545402 h 1647825"/>
                <a:gd name="connsiteX698" fmla="*/ 1216343 w 1533525"/>
                <a:gd name="connsiteY698" fmla="*/ 544449 h 1647825"/>
                <a:gd name="connsiteX699" fmla="*/ 1214533 w 1533525"/>
                <a:gd name="connsiteY699" fmla="*/ 544068 h 1647825"/>
                <a:gd name="connsiteX700" fmla="*/ 1210818 w 1533525"/>
                <a:gd name="connsiteY700" fmla="*/ 544163 h 1647825"/>
                <a:gd name="connsiteX701" fmla="*/ 1209008 w 1533525"/>
                <a:gd name="connsiteY701" fmla="*/ 543973 h 1647825"/>
                <a:gd name="connsiteX702" fmla="*/ 1207389 w 1533525"/>
                <a:gd name="connsiteY702" fmla="*/ 543973 h 1647825"/>
                <a:gd name="connsiteX703" fmla="*/ 1204817 w 1533525"/>
                <a:gd name="connsiteY703" fmla="*/ 545211 h 1647825"/>
                <a:gd name="connsiteX704" fmla="*/ 1204532 w 1533525"/>
                <a:gd name="connsiteY704" fmla="*/ 545306 h 1647825"/>
                <a:gd name="connsiteX705" fmla="*/ 1201198 w 1533525"/>
                <a:gd name="connsiteY705" fmla="*/ 545497 h 1647825"/>
                <a:gd name="connsiteX706" fmla="*/ 1189196 w 1533525"/>
                <a:gd name="connsiteY706" fmla="*/ 546164 h 1647825"/>
                <a:gd name="connsiteX707" fmla="*/ 1182338 w 1533525"/>
                <a:gd name="connsiteY707" fmla="*/ 545402 h 1647825"/>
                <a:gd name="connsiteX708" fmla="*/ 1176433 w 1533525"/>
                <a:gd name="connsiteY708" fmla="*/ 542354 h 1647825"/>
                <a:gd name="connsiteX709" fmla="*/ 1171575 w 1533525"/>
                <a:gd name="connsiteY709" fmla="*/ 538829 h 1647825"/>
                <a:gd name="connsiteX710" fmla="*/ 1169765 w 1533525"/>
                <a:gd name="connsiteY710" fmla="*/ 538544 h 1647825"/>
                <a:gd name="connsiteX711" fmla="*/ 1168718 w 1533525"/>
                <a:gd name="connsiteY711" fmla="*/ 538925 h 1647825"/>
                <a:gd name="connsiteX712" fmla="*/ 1167956 w 1533525"/>
                <a:gd name="connsiteY712" fmla="*/ 539496 h 1647825"/>
                <a:gd name="connsiteX713" fmla="*/ 1167289 w 1533525"/>
                <a:gd name="connsiteY713" fmla="*/ 540163 h 1647825"/>
                <a:gd name="connsiteX714" fmla="*/ 1166432 w 1533525"/>
                <a:gd name="connsiteY714" fmla="*/ 540830 h 1647825"/>
                <a:gd name="connsiteX715" fmla="*/ 1165479 w 1533525"/>
                <a:gd name="connsiteY715" fmla="*/ 541115 h 1647825"/>
                <a:gd name="connsiteX716" fmla="*/ 1163574 w 1533525"/>
                <a:gd name="connsiteY716" fmla="*/ 541020 h 1647825"/>
                <a:gd name="connsiteX717" fmla="*/ 1162622 w 1533525"/>
                <a:gd name="connsiteY717" fmla="*/ 541115 h 1647825"/>
                <a:gd name="connsiteX718" fmla="*/ 1160812 w 1533525"/>
                <a:gd name="connsiteY718" fmla="*/ 542258 h 1647825"/>
                <a:gd name="connsiteX719" fmla="*/ 1159478 w 1533525"/>
                <a:gd name="connsiteY719" fmla="*/ 545783 h 1647825"/>
                <a:gd name="connsiteX720" fmla="*/ 1158145 w 1533525"/>
                <a:gd name="connsiteY720" fmla="*/ 547021 h 1647825"/>
                <a:gd name="connsiteX721" fmla="*/ 1156145 w 1533525"/>
                <a:gd name="connsiteY721" fmla="*/ 547592 h 1647825"/>
                <a:gd name="connsiteX722" fmla="*/ 1150144 w 1533525"/>
                <a:gd name="connsiteY722" fmla="*/ 548164 h 1647825"/>
                <a:gd name="connsiteX723" fmla="*/ 1146810 w 1533525"/>
                <a:gd name="connsiteY723" fmla="*/ 549021 h 1647825"/>
                <a:gd name="connsiteX724" fmla="*/ 1145667 w 1533525"/>
                <a:gd name="connsiteY724" fmla="*/ 549116 h 1647825"/>
                <a:gd name="connsiteX725" fmla="*/ 1145096 w 1533525"/>
                <a:gd name="connsiteY725" fmla="*/ 549021 h 1647825"/>
                <a:gd name="connsiteX726" fmla="*/ 1144048 w 1533525"/>
                <a:gd name="connsiteY726" fmla="*/ 548640 h 1647825"/>
                <a:gd name="connsiteX727" fmla="*/ 1143953 w 1533525"/>
                <a:gd name="connsiteY727" fmla="*/ 548640 h 1647825"/>
                <a:gd name="connsiteX728" fmla="*/ 1143572 w 1533525"/>
                <a:gd name="connsiteY728" fmla="*/ 548545 h 1647825"/>
                <a:gd name="connsiteX729" fmla="*/ 1143381 w 1533525"/>
                <a:gd name="connsiteY729" fmla="*/ 548450 h 1647825"/>
                <a:gd name="connsiteX730" fmla="*/ 1143000 w 1533525"/>
                <a:gd name="connsiteY730" fmla="*/ 548069 h 1647825"/>
                <a:gd name="connsiteX731" fmla="*/ 1142810 w 1533525"/>
                <a:gd name="connsiteY731" fmla="*/ 548069 h 1647825"/>
                <a:gd name="connsiteX732" fmla="*/ 1142524 w 1533525"/>
                <a:gd name="connsiteY732" fmla="*/ 548259 h 1647825"/>
                <a:gd name="connsiteX733" fmla="*/ 1142429 w 1533525"/>
                <a:gd name="connsiteY733" fmla="*/ 548545 h 1647825"/>
                <a:gd name="connsiteX734" fmla="*/ 1142429 w 1533525"/>
                <a:gd name="connsiteY734" fmla="*/ 548831 h 1647825"/>
                <a:gd name="connsiteX735" fmla="*/ 1142429 w 1533525"/>
                <a:gd name="connsiteY735" fmla="*/ 548926 h 1647825"/>
                <a:gd name="connsiteX736" fmla="*/ 1142429 w 1533525"/>
                <a:gd name="connsiteY736" fmla="*/ 549021 h 1647825"/>
                <a:gd name="connsiteX737" fmla="*/ 1142333 w 1533525"/>
                <a:gd name="connsiteY737" fmla="*/ 549402 h 1647825"/>
                <a:gd name="connsiteX738" fmla="*/ 1142143 w 1533525"/>
                <a:gd name="connsiteY738" fmla="*/ 549783 h 1647825"/>
                <a:gd name="connsiteX739" fmla="*/ 1141857 w 1533525"/>
                <a:gd name="connsiteY739" fmla="*/ 550069 h 1647825"/>
                <a:gd name="connsiteX740" fmla="*/ 1141667 w 1533525"/>
                <a:gd name="connsiteY740" fmla="*/ 550069 h 1647825"/>
                <a:gd name="connsiteX741" fmla="*/ 1141190 w 1533525"/>
                <a:gd name="connsiteY741" fmla="*/ 549878 h 1647825"/>
                <a:gd name="connsiteX742" fmla="*/ 1141000 w 1533525"/>
                <a:gd name="connsiteY742" fmla="*/ 549878 h 1647825"/>
                <a:gd name="connsiteX743" fmla="*/ 1138904 w 1533525"/>
                <a:gd name="connsiteY743" fmla="*/ 549878 h 1647825"/>
                <a:gd name="connsiteX744" fmla="*/ 1138619 w 1533525"/>
                <a:gd name="connsiteY744" fmla="*/ 549878 h 1647825"/>
                <a:gd name="connsiteX745" fmla="*/ 1137761 w 1533525"/>
                <a:gd name="connsiteY745" fmla="*/ 549783 h 1647825"/>
                <a:gd name="connsiteX746" fmla="*/ 1134904 w 1533525"/>
                <a:gd name="connsiteY746" fmla="*/ 548545 h 1647825"/>
                <a:gd name="connsiteX747" fmla="*/ 1133761 w 1533525"/>
                <a:gd name="connsiteY747" fmla="*/ 548450 h 1647825"/>
                <a:gd name="connsiteX748" fmla="*/ 1131951 w 1533525"/>
                <a:gd name="connsiteY748" fmla="*/ 549212 h 1647825"/>
                <a:gd name="connsiteX749" fmla="*/ 1130999 w 1533525"/>
                <a:gd name="connsiteY749" fmla="*/ 549212 h 1647825"/>
                <a:gd name="connsiteX750" fmla="*/ 1130332 w 1533525"/>
                <a:gd name="connsiteY750" fmla="*/ 548735 h 1647825"/>
                <a:gd name="connsiteX751" fmla="*/ 1131189 w 1533525"/>
                <a:gd name="connsiteY751" fmla="*/ 547116 h 1647825"/>
                <a:gd name="connsiteX752" fmla="*/ 1131094 w 1533525"/>
                <a:gd name="connsiteY752" fmla="*/ 546068 h 1647825"/>
                <a:gd name="connsiteX753" fmla="*/ 1129760 w 1533525"/>
                <a:gd name="connsiteY753" fmla="*/ 545021 h 1647825"/>
                <a:gd name="connsiteX754" fmla="*/ 1127665 w 1533525"/>
                <a:gd name="connsiteY754" fmla="*/ 544259 h 1647825"/>
                <a:gd name="connsiteX755" fmla="*/ 1125474 w 1533525"/>
                <a:gd name="connsiteY755" fmla="*/ 543878 h 1647825"/>
                <a:gd name="connsiteX756" fmla="*/ 1122140 w 1533525"/>
                <a:gd name="connsiteY756" fmla="*/ 544259 h 1647825"/>
                <a:gd name="connsiteX757" fmla="*/ 1120235 w 1533525"/>
                <a:gd name="connsiteY757" fmla="*/ 543306 h 1647825"/>
                <a:gd name="connsiteX758" fmla="*/ 1118235 w 1533525"/>
                <a:gd name="connsiteY758" fmla="*/ 541877 h 1647825"/>
                <a:gd name="connsiteX759" fmla="*/ 1116806 w 1533525"/>
                <a:gd name="connsiteY759" fmla="*/ 540925 h 1647825"/>
                <a:gd name="connsiteX760" fmla="*/ 1114616 w 1533525"/>
                <a:gd name="connsiteY760" fmla="*/ 541496 h 1647825"/>
                <a:gd name="connsiteX761" fmla="*/ 1113854 w 1533525"/>
                <a:gd name="connsiteY761" fmla="*/ 541496 h 1647825"/>
                <a:gd name="connsiteX762" fmla="*/ 1113187 w 1533525"/>
                <a:gd name="connsiteY762" fmla="*/ 541592 h 1647825"/>
                <a:gd name="connsiteX763" fmla="*/ 1112615 w 1533525"/>
                <a:gd name="connsiteY763" fmla="*/ 542068 h 1647825"/>
                <a:gd name="connsiteX764" fmla="*/ 1112044 w 1533525"/>
                <a:gd name="connsiteY764" fmla="*/ 542639 h 1647825"/>
                <a:gd name="connsiteX765" fmla="*/ 1111377 w 1533525"/>
                <a:gd name="connsiteY765" fmla="*/ 543020 h 1647825"/>
                <a:gd name="connsiteX766" fmla="*/ 1109948 w 1533525"/>
                <a:gd name="connsiteY766" fmla="*/ 543401 h 1647825"/>
                <a:gd name="connsiteX767" fmla="*/ 1108424 w 1533525"/>
                <a:gd name="connsiteY767" fmla="*/ 543592 h 1647825"/>
                <a:gd name="connsiteX768" fmla="*/ 1105472 w 1533525"/>
                <a:gd name="connsiteY768" fmla="*/ 543401 h 1647825"/>
                <a:gd name="connsiteX769" fmla="*/ 1103852 w 1533525"/>
                <a:gd name="connsiteY769" fmla="*/ 542925 h 1647825"/>
                <a:gd name="connsiteX770" fmla="*/ 1103090 w 1533525"/>
                <a:gd name="connsiteY770" fmla="*/ 542068 h 1647825"/>
                <a:gd name="connsiteX771" fmla="*/ 1102709 w 1533525"/>
                <a:gd name="connsiteY771" fmla="*/ 540830 h 1647825"/>
                <a:gd name="connsiteX772" fmla="*/ 1101947 w 1533525"/>
                <a:gd name="connsiteY772" fmla="*/ 539401 h 1647825"/>
                <a:gd name="connsiteX773" fmla="*/ 1101090 w 1533525"/>
                <a:gd name="connsiteY773" fmla="*/ 538448 h 1647825"/>
                <a:gd name="connsiteX774" fmla="*/ 1099852 w 1533525"/>
                <a:gd name="connsiteY774" fmla="*/ 537496 h 1647825"/>
                <a:gd name="connsiteX775" fmla="*/ 1098518 w 1533525"/>
                <a:gd name="connsiteY775" fmla="*/ 536924 h 1647825"/>
                <a:gd name="connsiteX776" fmla="*/ 1097375 w 1533525"/>
                <a:gd name="connsiteY776" fmla="*/ 537020 h 1647825"/>
                <a:gd name="connsiteX777" fmla="*/ 1096899 w 1533525"/>
                <a:gd name="connsiteY777" fmla="*/ 537401 h 1647825"/>
                <a:gd name="connsiteX778" fmla="*/ 1096328 w 1533525"/>
                <a:gd name="connsiteY778" fmla="*/ 537591 h 1647825"/>
                <a:gd name="connsiteX779" fmla="*/ 1095661 w 1533525"/>
                <a:gd name="connsiteY779" fmla="*/ 537496 h 1647825"/>
                <a:gd name="connsiteX780" fmla="*/ 1095089 w 1533525"/>
                <a:gd name="connsiteY780" fmla="*/ 537210 h 1647825"/>
                <a:gd name="connsiteX781" fmla="*/ 1094708 w 1533525"/>
                <a:gd name="connsiteY781" fmla="*/ 536639 h 1647825"/>
                <a:gd name="connsiteX782" fmla="*/ 1094708 w 1533525"/>
                <a:gd name="connsiteY782" fmla="*/ 536067 h 1647825"/>
                <a:gd name="connsiteX783" fmla="*/ 1094804 w 1533525"/>
                <a:gd name="connsiteY783" fmla="*/ 535496 h 1647825"/>
                <a:gd name="connsiteX784" fmla="*/ 1094708 w 1533525"/>
                <a:gd name="connsiteY784" fmla="*/ 534734 h 1647825"/>
                <a:gd name="connsiteX785" fmla="*/ 1093756 w 1533525"/>
                <a:gd name="connsiteY785" fmla="*/ 533591 h 1647825"/>
                <a:gd name="connsiteX786" fmla="*/ 1092708 w 1533525"/>
                <a:gd name="connsiteY786" fmla="*/ 533686 h 1647825"/>
                <a:gd name="connsiteX787" fmla="*/ 1091660 w 1533525"/>
                <a:gd name="connsiteY787" fmla="*/ 534543 h 1647825"/>
                <a:gd name="connsiteX788" fmla="*/ 1090803 w 1533525"/>
                <a:gd name="connsiteY788" fmla="*/ 535686 h 1647825"/>
                <a:gd name="connsiteX789" fmla="*/ 1090517 w 1533525"/>
                <a:gd name="connsiteY789" fmla="*/ 532733 h 1647825"/>
                <a:gd name="connsiteX790" fmla="*/ 1090517 w 1533525"/>
                <a:gd name="connsiteY790" fmla="*/ 529495 h 1647825"/>
                <a:gd name="connsiteX791" fmla="*/ 1090232 w 1533525"/>
                <a:gd name="connsiteY791" fmla="*/ 527971 h 1647825"/>
                <a:gd name="connsiteX792" fmla="*/ 1089565 w 1533525"/>
                <a:gd name="connsiteY792" fmla="*/ 526637 h 1647825"/>
                <a:gd name="connsiteX793" fmla="*/ 1088422 w 1533525"/>
                <a:gd name="connsiteY793" fmla="*/ 525780 h 1647825"/>
                <a:gd name="connsiteX794" fmla="*/ 1085088 w 1533525"/>
                <a:gd name="connsiteY794" fmla="*/ 524066 h 1647825"/>
                <a:gd name="connsiteX795" fmla="*/ 1084612 w 1533525"/>
                <a:gd name="connsiteY795" fmla="*/ 523685 h 1647825"/>
                <a:gd name="connsiteX796" fmla="*/ 1084421 w 1533525"/>
                <a:gd name="connsiteY796" fmla="*/ 523589 h 1647825"/>
                <a:gd name="connsiteX797" fmla="*/ 1084898 w 1533525"/>
                <a:gd name="connsiteY797" fmla="*/ 521875 h 1647825"/>
                <a:gd name="connsiteX798" fmla="*/ 1085755 w 1533525"/>
                <a:gd name="connsiteY798" fmla="*/ 519970 h 1647825"/>
                <a:gd name="connsiteX799" fmla="*/ 1086898 w 1533525"/>
                <a:gd name="connsiteY799" fmla="*/ 518350 h 1647825"/>
                <a:gd name="connsiteX800" fmla="*/ 1088231 w 1533525"/>
                <a:gd name="connsiteY800" fmla="*/ 517398 h 1647825"/>
                <a:gd name="connsiteX801" fmla="*/ 1091375 w 1533525"/>
                <a:gd name="connsiteY801" fmla="*/ 516541 h 1647825"/>
                <a:gd name="connsiteX802" fmla="*/ 1092137 w 1533525"/>
                <a:gd name="connsiteY802" fmla="*/ 515969 h 1647825"/>
                <a:gd name="connsiteX803" fmla="*/ 1092613 w 1533525"/>
                <a:gd name="connsiteY803" fmla="*/ 515588 h 1647825"/>
                <a:gd name="connsiteX804" fmla="*/ 1092994 w 1533525"/>
                <a:gd name="connsiteY804" fmla="*/ 513874 h 1647825"/>
                <a:gd name="connsiteX805" fmla="*/ 1091565 w 1533525"/>
                <a:gd name="connsiteY805" fmla="*/ 512921 h 1647825"/>
                <a:gd name="connsiteX806" fmla="*/ 1090898 w 1533525"/>
                <a:gd name="connsiteY806" fmla="*/ 512350 h 1647825"/>
                <a:gd name="connsiteX807" fmla="*/ 1089755 w 1533525"/>
                <a:gd name="connsiteY807" fmla="*/ 510826 h 1647825"/>
                <a:gd name="connsiteX808" fmla="*/ 1089184 w 1533525"/>
                <a:gd name="connsiteY808" fmla="*/ 510445 h 1647825"/>
                <a:gd name="connsiteX809" fmla="*/ 1088612 w 1533525"/>
                <a:gd name="connsiteY809" fmla="*/ 510159 h 1647825"/>
                <a:gd name="connsiteX810" fmla="*/ 1087946 w 1533525"/>
                <a:gd name="connsiteY810" fmla="*/ 509683 h 1647825"/>
                <a:gd name="connsiteX811" fmla="*/ 1086803 w 1533525"/>
                <a:gd name="connsiteY811" fmla="*/ 508349 h 1647825"/>
                <a:gd name="connsiteX812" fmla="*/ 1086041 w 1533525"/>
                <a:gd name="connsiteY812" fmla="*/ 506825 h 1647825"/>
                <a:gd name="connsiteX813" fmla="*/ 1085755 w 1533525"/>
                <a:gd name="connsiteY813" fmla="*/ 505111 h 1647825"/>
                <a:gd name="connsiteX814" fmla="*/ 1085945 w 1533525"/>
                <a:gd name="connsiteY814" fmla="*/ 503301 h 1647825"/>
                <a:gd name="connsiteX815" fmla="*/ 1085945 w 1533525"/>
                <a:gd name="connsiteY815" fmla="*/ 502349 h 1647825"/>
                <a:gd name="connsiteX816" fmla="*/ 1085088 w 1533525"/>
                <a:gd name="connsiteY816" fmla="*/ 501110 h 1647825"/>
                <a:gd name="connsiteX817" fmla="*/ 1085088 w 1533525"/>
                <a:gd name="connsiteY817" fmla="*/ 500253 h 1647825"/>
                <a:gd name="connsiteX818" fmla="*/ 1085469 w 1533525"/>
                <a:gd name="connsiteY818" fmla="*/ 499396 h 1647825"/>
                <a:gd name="connsiteX819" fmla="*/ 1086517 w 1533525"/>
                <a:gd name="connsiteY819" fmla="*/ 497872 h 1647825"/>
                <a:gd name="connsiteX820" fmla="*/ 1087374 w 1533525"/>
                <a:gd name="connsiteY820" fmla="*/ 495776 h 1647825"/>
                <a:gd name="connsiteX821" fmla="*/ 1088517 w 1533525"/>
                <a:gd name="connsiteY821" fmla="*/ 493776 h 1647825"/>
                <a:gd name="connsiteX822" fmla="*/ 1091089 w 1533525"/>
                <a:gd name="connsiteY822" fmla="*/ 482632 h 1647825"/>
                <a:gd name="connsiteX823" fmla="*/ 1091184 w 1533525"/>
                <a:gd name="connsiteY823" fmla="*/ 481679 h 1647825"/>
                <a:gd name="connsiteX824" fmla="*/ 1090994 w 1533525"/>
                <a:gd name="connsiteY824" fmla="*/ 480632 h 1647825"/>
                <a:gd name="connsiteX825" fmla="*/ 1090517 w 1533525"/>
                <a:gd name="connsiteY825" fmla="*/ 479774 h 1647825"/>
                <a:gd name="connsiteX826" fmla="*/ 1089279 w 1533525"/>
                <a:gd name="connsiteY826" fmla="*/ 478441 h 1647825"/>
                <a:gd name="connsiteX827" fmla="*/ 1088803 w 1533525"/>
                <a:gd name="connsiteY827" fmla="*/ 477679 h 1647825"/>
                <a:gd name="connsiteX828" fmla="*/ 1088803 w 1533525"/>
                <a:gd name="connsiteY828" fmla="*/ 476726 h 1647825"/>
                <a:gd name="connsiteX829" fmla="*/ 1089279 w 1533525"/>
                <a:gd name="connsiteY829" fmla="*/ 474821 h 1647825"/>
                <a:gd name="connsiteX830" fmla="*/ 1089184 w 1533525"/>
                <a:gd name="connsiteY830" fmla="*/ 473774 h 1647825"/>
                <a:gd name="connsiteX831" fmla="*/ 1089184 w 1533525"/>
                <a:gd name="connsiteY831" fmla="*/ 473774 h 1647825"/>
                <a:gd name="connsiteX832" fmla="*/ 1089184 w 1533525"/>
                <a:gd name="connsiteY832" fmla="*/ 473774 h 1647825"/>
                <a:gd name="connsiteX833" fmla="*/ 1088422 w 1533525"/>
                <a:gd name="connsiteY833" fmla="*/ 472821 h 1647825"/>
                <a:gd name="connsiteX834" fmla="*/ 1087184 w 1533525"/>
                <a:gd name="connsiteY834" fmla="*/ 471773 h 1647825"/>
                <a:gd name="connsiteX835" fmla="*/ 1084802 w 1533525"/>
                <a:gd name="connsiteY835" fmla="*/ 470154 h 1647825"/>
                <a:gd name="connsiteX836" fmla="*/ 1083469 w 1533525"/>
                <a:gd name="connsiteY836" fmla="*/ 469773 h 1647825"/>
                <a:gd name="connsiteX837" fmla="*/ 1080421 w 1533525"/>
                <a:gd name="connsiteY837" fmla="*/ 469297 h 1647825"/>
                <a:gd name="connsiteX838" fmla="*/ 1079373 w 1533525"/>
                <a:gd name="connsiteY838" fmla="*/ 468440 h 1647825"/>
                <a:gd name="connsiteX839" fmla="*/ 1078230 w 1533525"/>
                <a:gd name="connsiteY839" fmla="*/ 467106 h 1647825"/>
                <a:gd name="connsiteX840" fmla="*/ 1077373 w 1533525"/>
                <a:gd name="connsiteY840" fmla="*/ 467106 h 1647825"/>
                <a:gd name="connsiteX841" fmla="*/ 1075182 w 1533525"/>
                <a:gd name="connsiteY841" fmla="*/ 468821 h 1647825"/>
                <a:gd name="connsiteX842" fmla="*/ 1074039 w 1533525"/>
                <a:gd name="connsiteY842" fmla="*/ 469964 h 1647825"/>
                <a:gd name="connsiteX843" fmla="*/ 1073277 w 1533525"/>
                <a:gd name="connsiteY843" fmla="*/ 471107 h 1647825"/>
                <a:gd name="connsiteX844" fmla="*/ 1072515 w 1533525"/>
                <a:gd name="connsiteY844" fmla="*/ 471773 h 1647825"/>
                <a:gd name="connsiteX845" fmla="*/ 1071086 w 1533525"/>
                <a:gd name="connsiteY845" fmla="*/ 471297 h 1647825"/>
                <a:gd name="connsiteX846" fmla="*/ 1070039 w 1533525"/>
                <a:gd name="connsiteY846" fmla="*/ 471583 h 1647825"/>
                <a:gd name="connsiteX847" fmla="*/ 1067086 w 1533525"/>
                <a:gd name="connsiteY847" fmla="*/ 473774 h 1647825"/>
                <a:gd name="connsiteX848" fmla="*/ 1067086 w 1533525"/>
                <a:gd name="connsiteY848" fmla="*/ 473774 h 1647825"/>
                <a:gd name="connsiteX849" fmla="*/ 1067086 w 1533525"/>
                <a:gd name="connsiteY849" fmla="*/ 473774 h 1647825"/>
                <a:gd name="connsiteX850" fmla="*/ 1065943 w 1533525"/>
                <a:gd name="connsiteY850" fmla="*/ 474536 h 1647825"/>
                <a:gd name="connsiteX851" fmla="*/ 1056418 w 1533525"/>
                <a:gd name="connsiteY851" fmla="*/ 475964 h 1647825"/>
                <a:gd name="connsiteX852" fmla="*/ 1055180 w 1533525"/>
                <a:gd name="connsiteY852" fmla="*/ 476441 h 1647825"/>
                <a:gd name="connsiteX853" fmla="*/ 1054513 w 1533525"/>
                <a:gd name="connsiteY853" fmla="*/ 476631 h 1647825"/>
                <a:gd name="connsiteX854" fmla="*/ 1053846 w 1533525"/>
                <a:gd name="connsiteY854" fmla="*/ 476631 h 1647825"/>
                <a:gd name="connsiteX855" fmla="*/ 1052513 w 1533525"/>
                <a:gd name="connsiteY855" fmla="*/ 476441 h 1647825"/>
                <a:gd name="connsiteX856" fmla="*/ 1051941 w 1533525"/>
                <a:gd name="connsiteY856" fmla="*/ 476631 h 1647825"/>
                <a:gd name="connsiteX857" fmla="*/ 1051084 w 1533525"/>
                <a:gd name="connsiteY857" fmla="*/ 477774 h 1647825"/>
                <a:gd name="connsiteX858" fmla="*/ 1050989 w 1533525"/>
                <a:gd name="connsiteY858" fmla="*/ 479203 h 1647825"/>
                <a:gd name="connsiteX859" fmla="*/ 1051370 w 1533525"/>
                <a:gd name="connsiteY859" fmla="*/ 480632 h 1647825"/>
                <a:gd name="connsiteX860" fmla="*/ 1052036 w 1533525"/>
                <a:gd name="connsiteY860" fmla="*/ 481775 h 1647825"/>
                <a:gd name="connsiteX861" fmla="*/ 1053370 w 1533525"/>
                <a:gd name="connsiteY861" fmla="*/ 482060 h 1647825"/>
                <a:gd name="connsiteX862" fmla="*/ 1054037 w 1533525"/>
                <a:gd name="connsiteY862" fmla="*/ 482346 h 1647825"/>
                <a:gd name="connsiteX863" fmla="*/ 1054513 w 1533525"/>
                <a:gd name="connsiteY863" fmla="*/ 482727 h 1647825"/>
                <a:gd name="connsiteX864" fmla="*/ 1054608 w 1533525"/>
                <a:gd name="connsiteY864" fmla="*/ 483394 h 1647825"/>
                <a:gd name="connsiteX865" fmla="*/ 1053941 w 1533525"/>
                <a:gd name="connsiteY865" fmla="*/ 484442 h 1647825"/>
                <a:gd name="connsiteX866" fmla="*/ 1054227 w 1533525"/>
                <a:gd name="connsiteY866" fmla="*/ 486823 h 1647825"/>
                <a:gd name="connsiteX867" fmla="*/ 1053656 w 1533525"/>
                <a:gd name="connsiteY867" fmla="*/ 488347 h 1647825"/>
                <a:gd name="connsiteX868" fmla="*/ 1052894 w 1533525"/>
                <a:gd name="connsiteY868" fmla="*/ 489871 h 1647825"/>
                <a:gd name="connsiteX869" fmla="*/ 1051655 w 1533525"/>
                <a:gd name="connsiteY869" fmla="*/ 494824 h 1647825"/>
                <a:gd name="connsiteX870" fmla="*/ 1048417 w 1533525"/>
                <a:gd name="connsiteY870" fmla="*/ 500348 h 1647825"/>
                <a:gd name="connsiteX871" fmla="*/ 1047083 w 1533525"/>
                <a:gd name="connsiteY871" fmla="*/ 503301 h 1647825"/>
                <a:gd name="connsiteX872" fmla="*/ 1046988 w 1533525"/>
                <a:gd name="connsiteY872" fmla="*/ 503968 h 1647825"/>
                <a:gd name="connsiteX873" fmla="*/ 1047083 w 1533525"/>
                <a:gd name="connsiteY873" fmla="*/ 504539 h 1647825"/>
                <a:gd name="connsiteX874" fmla="*/ 1047369 w 1533525"/>
                <a:gd name="connsiteY874" fmla="*/ 505682 h 1647825"/>
                <a:gd name="connsiteX875" fmla="*/ 1047560 w 1533525"/>
                <a:gd name="connsiteY875" fmla="*/ 505968 h 1647825"/>
                <a:gd name="connsiteX876" fmla="*/ 1048036 w 1533525"/>
                <a:gd name="connsiteY876" fmla="*/ 506444 h 1647825"/>
                <a:gd name="connsiteX877" fmla="*/ 1048131 w 1533525"/>
                <a:gd name="connsiteY877" fmla="*/ 506730 h 1647825"/>
                <a:gd name="connsiteX878" fmla="*/ 1048036 w 1533525"/>
                <a:gd name="connsiteY878" fmla="*/ 507206 h 1647825"/>
                <a:gd name="connsiteX879" fmla="*/ 1047750 w 1533525"/>
                <a:gd name="connsiteY879" fmla="*/ 507587 h 1647825"/>
                <a:gd name="connsiteX880" fmla="*/ 1047464 w 1533525"/>
                <a:gd name="connsiteY880" fmla="*/ 507873 h 1647825"/>
                <a:gd name="connsiteX881" fmla="*/ 1047274 w 1533525"/>
                <a:gd name="connsiteY881" fmla="*/ 508254 h 1647825"/>
                <a:gd name="connsiteX882" fmla="*/ 1046798 w 1533525"/>
                <a:gd name="connsiteY882" fmla="*/ 509588 h 1647825"/>
                <a:gd name="connsiteX883" fmla="*/ 1046702 w 1533525"/>
                <a:gd name="connsiteY883" fmla="*/ 510254 h 1647825"/>
                <a:gd name="connsiteX884" fmla="*/ 1046798 w 1533525"/>
                <a:gd name="connsiteY884" fmla="*/ 511112 h 1647825"/>
                <a:gd name="connsiteX885" fmla="*/ 1046988 w 1533525"/>
                <a:gd name="connsiteY885" fmla="*/ 511778 h 1647825"/>
                <a:gd name="connsiteX886" fmla="*/ 1047655 w 1533525"/>
                <a:gd name="connsiteY886" fmla="*/ 512921 h 1647825"/>
                <a:gd name="connsiteX887" fmla="*/ 1047750 w 1533525"/>
                <a:gd name="connsiteY887" fmla="*/ 513588 h 1647825"/>
                <a:gd name="connsiteX888" fmla="*/ 1047464 w 1533525"/>
                <a:gd name="connsiteY888" fmla="*/ 515017 h 1647825"/>
                <a:gd name="connsiteX889" fmla="*/ 1046226 w 1533525"/>
                <a:gd name="connsiteY889" fmla="*/ 517874 h 1647825"/>
                <a:gd name="connsiteX890" fmla="*/ 1045369 w 1533525"/>
                <a:gd name="connsiteY890" fmla="*/ 519684 h 1647825"/>
                <a:gd name="connsiteX891" fmla="*/ 1045178 w 1533525"/>
                <a:gd name="connsiteY891" fmla="*/ 523780 h 1647825"/>
                <a:gd name="connsiteX892" fmla="*/ 1044416 w 1533525"/>
                <a:gd name="connsiteY892" fmla="*/ 525494 h 1647825"/>
                <a:gd name="connsiteX893" fmla="*/ 1044321 w 1533525"/>
                <a:gd name="connsiteY893" fmla="*/ 525971 h 1647825"/>
                <a:gd name="connsiteX894" fmla="*/ 1044416 w 1533525"/>
                <a:gd name="connsiteY894" fmla="*/ 526447 h 1647825"/>
                <a:gd name="connsiteX895" fmla="*/ 1044702 w 1533525"/>
                <a:gd name="connsiteY895" fmla="*/ 526923 h 1647825"/>
                <a:gd name="connsiteX896" fmla="*/ 1045559 w 1533525"/>
                <a:gd name="connsiteY896" fmla="*/ 527685 h 1647825"/>
                <a:gd name="connsiteX897" fmla="*/ 1046512 w 1533525"/>
                <a:gd name="connsiteY897" fmla="*/ 529781 h 1647825"/>
                <a:gd name="connsiteX898" fmla="*/ 1047464 w 1533525"/>
                <a:gd name="connsiteY898" fmla="*/ 530352 h 1647825"/>
                <a:gd name="connsiteX899" fmla="*/ 1048322 w 1533525"/>
                <a:gd name="connsiteY899" fmla="*/ 530733 h 1647825"/>
                <a:gd name="connsiteX900" fmla="*/ 1048988 w 1533525"/>
                <a:gd name="connsiteY900" fmla="*/ 531400 h 1647825"/>
                <a:gd name="connsiteX901" fmla="*/ 1050131 w 1533525"/>
                <a:gd name="connsiteY901" fmla="*/ 532924 h 1647825"/>
                <a:gd name="connsiteX902" fmla="*/ 1051179 w 1533525"/>
                <a:gd name="connsiteY902" fmla="*/ 534829 h 1647825"/>
                <a:gd name="connsiteX903" fmla="*/ 1051941 w 1533525"/>
                <a:gd name="connsiteY903" fmla="*/ 536924 h 1647825"/>
                <a:gd name="connsiteX904" fmla="*/ 1052417 w 1533525"/>
                <a:gd name="connsiteY904" fmla="*/ 537877 h 1647825"/>
                <a:gd name="connsiteX905" fmla="*/ 1053560 w 1533525"/>
                <a:gd name="connsiteY905" fmla="*/ 539687 h 1647825"/>
                <a:gd name="connsiteX906" fmla="*/ 1054037 w 1533525"/>
                <a:gd name="connsiteY906" fmla="*/ 540639 h 1647825"/>
                <a:gd name="connsiteX907" fmla="*/ 1054227 w 1533525"/>
                <a:gd name="connsiteY907" fmla="*/ 541687 h 1647825"/>
                <a:gd name="connsiteX908" fmla="*/ 1054418 w 1533525"/>
                <a:gd name="connsiteY908" fmla="*/ 544259 h 1647825"/>
                <a:gd name="connsiteX909" fmla="*/ 1054894 w 1533525"/>
                <a:gd name="connsiteY909" fmla="*/ 546545 h 1647825"/>
                <a:gd name="connsiteX910" fmla="*/ 1054989 w 1533525"/>
                <a:gd name="connsiteY910" fmla="*/ 547688 h 1647825"/>
                <a:gd name="connsiteX911" fmla="*/ 1054894 w 1533525"/>
                <a:gd name="connsiteY911" fmla="*/ 548831 h 1647825"/>
                <a:gd name="connsiteX912" fmla="*/ 1054703 w 1533525"/>
                <a:gd name="connsiteY912" fmla="*/ 549974 h 1647825"/>
                <a:gd name="connsiteX913" fmla="*/ 1053846 w 1533525"/>
                <a:gd name="connsiteY913" fmla="*/ 552545 h 1647825"/>
                <a:gd name="connsiteX914" fmla="*/ 1051465 w 1533525"/>
                <a:gd name="connsiteY914" fmla="*/ 557213 h 1647825"/>
                <a:gd name="connsiteX915" fmla="*/ 1050703 w 1533525"/>
                <a:gd name="connsiteY915" fmla="*/ 559689 h 1647825"/>
                <a:gd name="connsiteX916" fmla="*/ 1050322 w 1533525"/>
                <a:gd name="connsiteY916" fmla="*/ 560927 h 1647825"/>
                <a:gd name="connsiteX917" fmla="*/ 1050322 w 1533525"/>
                <a:gd name="connsiteY917" fmla="*/ 561499 h 1647825"/>
                <a:gd name="connsiteX918" fmla="*/ 1050512 w 1533525"/>
                <a:gd name="connsiteY918" fmla="*/ 562261 h 1647825"/>
                <a:gd name="connsiteX919" fmla="*/ 1050131 w 1533525"/>
                <a:gd name="connsiteY919" fmla="*/ 564642 h 1647825"/>
                <a:gd name="connsiteX920" fmla="*/ 1048607 w 1533525"/>
                <a:gd name="connsiteY920" fmla="*/ 567500 h 1647825"/>
                <a:gd name="connsiteX921" fmla="*/ 1046607 w 1533525"/>
                <a:gd name="connsiteY921" fmla="*/ 569595 h 1647825"/>
                <a:gd name="connsiteX922" fmla="*/ 1044988 w 1533525"/>
                <a:gd name="connsiteY922" fmla="*/ 569786 h 1647825"/>
                <a:gd name="connsiteX923" fmla="*/ 1044226 w 1533525"/>
                <a:gd name="connsiteY923" fmla="*/ 569024 h 1647825"/>
                <a:gd name="connsiteX924" fmla="*/ 1042511 w 1533525"/>
                <a:gd name="connsiteY924" fmla="*/ 567976 h 1647825"/>
                <a:gd name="connsiteX925" fmla="*/ 1041749 w 1533525"/>
                <a:gd name="connsiteY925" fmla="*/ 567309 h 1647825"/>
                <a:gd name="connsiteX926" fmla="*/ 1041464 w 1533525"/>
                <a:gd name="connsiteY926" fmla="*/ 566738 h 1647825"/>
                <a:gd name="connsiteX927" fmla="*/ 1041082 w 1533525"/>
                <a:gd name="connsiteY927" fmla="*/ 565690 h 1647825"/>
                <a:gd name="connsiteX928" fmla="*/ 1040797 w 1533525"/>
                <a:gd name="connsiteY928" fmla="*/ 565214 h 1647825"/>
                <a:gd name="connsiteX929" fmla="*/ 1040702 w 1533525"/>
                <a:gd name="connsiteY929" fmla="*/ 565214 h 1647825"/>
                <a:gd name="connsiteX930" fmla="*/ 1039463 w 1533525"/>
                <a:gd name="connsiteY930" fmla="*/ 564166 h 1647825"/>
                <a:gd name="connsiteX931" fmla="*/ 1039463 w 1533525"/>
                <a:gd name="connsiteY931" fmla="*/ 563975 h 1647825"/>
                <a:gd name="connsiteX932" fmla="*/ 1038511 w 1533525"/>
                <a:gd name="connsiteY932" fmla="*/ 564166 h 1647825"/>
                <a:gd name="connsiteX933" fmla="*/ 1036892 w 1533525"/>
                <a:gd name="connsiteY933" fmla="*/ 565499 h 1647825"/>
                <a:gd name="connsiteX934" fmla="*/ 1036034 w 1533525"/>
                <a:gd name="connsiteY934" fmla="*/ 565499 h 1647825"/>
                <a:gd name="connsiteX935" fmla="*/ 1035082 w 1533525"/>
                <a:gd name="connsiteY935" fmla="*/ 565023 h 1647825"/>
                <a:gd name="connsiteX936" fmla="*/ 1034225 w 1533525"/>
                <a:gd name="connsiteY936" fmla="*/ 564737 h 1647825"/>
                <a:gd name="connsiteX937" fmla="*/ 1033558 w 1533525"/>
                <a:gd name="connsiteY937" fmla="*/ 565023 h 1647825"/>
                <a:gd name="connsiteX938" fmla="*/ 1033177 w 1533525"/>
                <a:gd name="connsiteY938" fmla="*/ 566261 h 1647825"/>
                <a:gd name="connsiteX939" fmla="*/ 1032796 w 1533525"/>
                <a:gd name="connsiteY939" fmla="*/ 567119 h 1647825"/>
                <a:gd name="connsiteX940" fmla="*/ 1032034 w 1533525"/>
                <a:gd name="connsiteY940" fmla="*/ 567500 h 1647825"/>
                <a:gd name="connsiteX941" fmla="*/ 1031177 w 1533525"/>
                <a:gd name="connsiteY941" fmla="*/ 567404 h 1647825"/>
                <a:gd name="connsiteX942" fmla="*/ 1030510 w 1533525"/>
                <a:gd name="connsiteY942" fmla="*/ 566738 h 1647825"/>
                <a:gd name="connsiteX943" fmla="*/ 1029653 w 1533525"/>
                <a:gd name="connsiteY943" fmla="*/ 566261 h 1647825"/>
                <a:gd name="connsiteX944" fmla="*/ 1028510 w 1533525"/>
                <a:gd name="connsiteY944" fmla="*/ 566642 h 1647825"/>
                <a:gd name="connsiteX945" fmla="*/ 1027938 w 1533525"/>
                <a:gd name="connsiteY945" fmla="*/ 567119 h 1647825"/>
                <a:gd name="connsiteX946" fmla="*/ 1026605 w 1533525"/>
                <a:gd name="connsiteY946" fmla="*/ 568071 h 1647825"/>
                <a:gd name="connsiteX947" fmla="*/ 1024604 w 1533525"/>
                <a:gd name="connsiteY947" fmla="*/ 568928 h 1647825"/>
                <a:gd name="connsiteX948" fmla="*/ 1022795 w 1533525"/>
                <a:gd name="connsiteY948" fmla="*/ 568452 h 1647825"/>
                <a:gd name="connsiteX949" fmla="*/ 1018985 w 1533525"/>
                <a:gd name="connsiteY949" fmla="*/ 566261 h 1647825"/>
                <a:gd name="connsiteX950" fmla="*/ 1017365 w 1533525"/>
                <a:gd name="connsiteY950" fmla="*/ 565976 h 1647825"/>
                <a:gd name="connsiteX951" fmla="*/ 1015651 w 1533525"/>
                <a:gd name="connsiteY951" fmla="*/ 566071 h 1647825"/>
                <a:gd name="connsiteX952" fmla="*/ 1013936 w 1533525"/>
                <a:gd name="connsiteY952" fmla="*/ 566547 h 1647825"/>
                <a:gd name="connsiteX953" fmla="*/ 1012507 w 1533525"/>
                <a:gd name="connsiteY953" fmla="*/ 567404 h 1647825"/>
                <a:gd name="connsiteX954" fmla="*/ 1011936 w 1533525"/>
                <a:gd name="connsiteY954" fmla="*/ 568262 h 1647825"/>
                <a:gd name="connsiteX955" fmla="*/ 1010984 w 1533525"/>
                <a:gd name="connsiteY955" fmla="*/ 570357 h 1647825"/>
                <a:gd name="connsiteX956" fmla="*/ 1010317 w 1533525"/>
                <a:gd name="connsiteY956" fmla="*/ 570929 h 1647825"/>
                <a:gd name="connsiteX957" fmla="*/ 1009650 w 1533525"/>
                <a:gd name="connsiteY957" fmla="*/ 570833 h 1647825"/>
                <a:gd name="connsiteX958" fmla="*/ 1007459 w 1533525"/>
                <a:gd name="connsiteY958" fmla="*/ 569881 h 1647825"/>
                <a:gd name="connsiteX959" fmla="*/ 1006793 w 1533525"/>
                <a:gd name="connsiteY959" fmla="*/ 569500 h 1647825"/>
                <a:gd name="connsiteX960" fmla="*/ 1006316 w 1533525"/>
                <a:gd name="connsiteY960" fmla="*/ 568738 h 1647825"/>
                <a:gd name="connsiteX961" fmla="*/ 1005935 w 1533525"/>
                <a:gd name="connsiteY961" fmla="*/ 567881 h 1647825"/>
                <a:gd name="connsiteX962" fmla="*/ 1005364 w 1533525"/>
                <a:gd name="connsiteY962" fmla="*/ 567309 h 1647825"/>
                <a:gd name="connsiteX963" fmla="*/ 1003745 w 1533525"/>
                <a:gd name="connsiteY963" fmla="*/ 567785 h 1647825"/>
                <a:gd name="connsiteX964" fmla="*/ 1000887 w 1533525"/>
                <a:gd name="connsiteY964" fmla="*/ 568071 h 1647825"/>
                <a:gd name="connsiteX965" fmla="*/ 999363 w 1533525"/>
                <a:gd name="connsiteY965" fmla="*/ 567500 h 1647825"/>
                <a:gd name="connsiteX966" fmla="*/ 998125 w 1533525"/>
                <a:gd name="connsiteY966" fmla="*/ 565880 h 1647825"/>
                <a:gd name="connsiteX967" fmla="*/ 997268 w 1533525"/>
                <a:gd name="connsiteY967" fmla="*/ 563880 h 1647825"/>
                <a:gd name="connsiteX968" fmla="*/ 996696 w 1533525"/>
                <a:gd name="connsiteY968" fmla="*/ 562166 h 1647825"/>
                <a:gd name="connsiteX969" fmla="*/ 996696 w 1533525"/>
                <a:gd name="connsiteY969" fmla="*/ 562166 h 1647825"/>
                <a:gd name="connsiteX970" fmla="*/ 996125 w 1533525"/>
                <a:gd name="connsiteY970" fmla="*/ 559308 h 1647825"/>
                <a:gd name="connsiteX971" fmla="*/ 996125 w 1533525"/>
                <a:gd name="connsiteY971" fmla="*/ 558356 h 1647825"/>
                <a:gd name="connsiteX972" fmla="*/ 995934 w 1533525"/>
                <a:gd name="connsiteY972" fmla="*/ 557213 h 1647825"/>
                <a:gd name="connsiteX973" fmla="*/ 995363 w 1533525"/>
                <a:gd name="connsiteY973" fmla="*/ 557213 h 1647825"/>
                <a:gd name="connsiteX974" fmla="*/ 994601 w 1533525"/>
                <a:gd name="connsiteY974" fmla="*/ 557879 h 1647825"/>
                <a:gd name="connsiteX975" fmla="*/ 992981 w 1533525"/>
                <a:gd name="connsiteY975" fmla="*/ 559499 h 1647825"/>
                <a:gd name="connsiteX976" fmla="*/ 992315 w 1533525"/>
                <a:gd name="connsiteY976" fmla="*/ 559975 h 1647825"/>
                <a:gd name="connsiteX977" fmla="*/ 990314 w 1533525"/>
                <a:gd name="connsiteY977" fmla="*/ 560642 h 1647825"/>
                <a:gd name="connsiteX978" fmla="*/ 988790 w 1533525"/>
                <a:gd name="connsiteY978" fmla="*/ 561118 h 1647825"/>
                <a:gd name="connsiteX979" fmla="*/ 987171 w 1533525"/>
                <a:gd name="connsiteY979" fmla="*/ 562070 h 1647825"/>
                <a:gd name="connsiteX980" fmla="*/ 986600 w 1533525"/>
                <a:gd name="connsiteY980" fmla="*/ 563404 h 1647825"/>
                <a:gd name="connsiteX981" fmla="*/ 985552 w 1533525"/>
                <a:gd name="connsiteY981" fmla="*/ 564547 h 1647825"/>
                <a:gd name="connsiteX982" fmla="*/ 984218 w 1533525"/>
                <a:gd name="connsiteY982" fmla="*/ 565404 h 1647825"/>
                <a:gd name="connsiteX983" fmla="*/ 982885 w 1533525"/>
                <a:gd name="connsiteY983" fmla="*/ 565785 h 1647825"/>
                <a:gd name="connsiteX984" fmla="*/ 982409 w 1533525"/>
                <a:gd name="connsiteY984" fmla="*/ 565690 h 1647825"/>
                <a:gd name="connsiteX985" fmla="*/ 980503 w 1533525"/>
                <a:gd name="connsiteY985" fmla="*/ 564928 h 1647825"/>
                <a:gd name="connsiteX986" fmla="*/ 979742 w 1533525"/>
                <a:gd name="connsiteY986" fmla="*/ 565023 h 1647825"/>
                <a:gd name="connsiteX987" fmla="*/ 979361 w 1533525"/>
                <a:gd name="connsiteY987" fmla="*/ 565595 h 1647825"/>
                <a:gd name="connsiteX988" fmla="*/ 978980 w 1533525"/>
                <a:gd name="connsiteY988" fmla="*/ 566261 h 1647825"/>
                <a:gd name="connsiteX989" fmla="*/ 978408 w 1533525"/>
                <a:gd name="connsiteY989" fmla="*/ 566738 h 1647825"/>
                <a:gd name="connsiteX990" fmla="*/ 977456 w 1533525"/>
                <a:gd name="connsiteY990" fmla="*/ 566547 h 1647825"/>
                <a:gd name="connsiteX991" fmla="*/ 973741 w 1533525"/>
                <a:gd name="connsiteY991" fmla="*/ 564356 h 1647825"/>
                <a:gd name="connsiteX992" fmla="*/ 970217 w 1533525"/>
                <a:gd name="connsiteY992" fmla="*/ 562737 h 1647825"/>
                <a:gd name="connsiteX993" fmla="*/ 969169 w 1533525"/>
                <a:gd name="connsiteY993" fmla="*/ 562070 h 1647825"/>
                <a:gd name="connsiteX994" fmla="*/ 969169 w 1533525"/>
                <a:gd name="connsiteY994" fmla="*/ 562070 h 1647825"/>
                <a:gd name="connsiteX995" fmla="*/ 968502 w 1533525"/>
                <a:gd name="connsiteY995" fmla="*/ 561213 h 1647825"/>
                <a:gd name="connsiteX996" fmla="*/ 967740 w 1533525"/>
                <a:gd name="connsiteY996" fmla="*/ 560546 h 1647825"/>
                <a:gd name="connsiteX997" fmla="*/ 966883 w 1533525"/>
                <a:gd name="connsiteY997" fmla="*/ 560070 h 1647825"/>
                <a:gd name="connsiteX998" fmla="*/ 965835 w 1533525"/>
                <a:gd name="connsiteY998" fmla="*/ 559784 h 1647825"/>
                <a:gd name="connsiteX999" fmla="*/ 964216 w 1533525"/>
                <a:gd name="connsiteY999" fmla="*/ 559118 h 1647825"/>
                <a:gd name="connsiteX1000" fmla="*/ 960977 w 1533525"/>
                <a:gd name="connsiteY1000" fmla="*/ 557403 h 1647825"/>
                <a:gd name="connsiteX1001" fmla="*/ 959358 w 1533525"/>
                <a:gd name="connsiteY1001" fmla="*/ 556832 h 1647825"/>
                <a:gd name="connsiteX1002" fmla="*/ 958882 w 1533525"/>
                <a:gd name="connsiteY1002" fmla="*/ 556832 h 1647825"/>
                <a:gd name="connsiteX1003" fmla="*/ 957739 w 1533525"/>
                <a:gd name="connsiteY1003" fmla="*/ 557022 h 1647825"/>
                <a:gd name="connsiteX1004" fmla="*/ 957358 w 1533525"/>
                <a:gd name="connsiteY1004" fmla="*/ 556927 h 1647825"/>
                <a:gd name="connsiteX1005" fmla="*/ 956977 w 1533525"/>
                <a:gd name="connsiteY1005" fmla="*/ 556546 h 1647825"/>
                <a:gd name="connsiteX1006" fmla="*/ 956977 w 1533525"/>
                <a:gd name="connsiteY1006" fmla="*/ 555689 h 1647825"/>
                <a:gd name="connsiteX1007" fmla="*/ 956596 w 1533525"/>
                <a:gd name="connsiteY1007" fmla="*/ 555308 h 1647825"/>
                <a:gd name="connsiteX1008" fmla="*/ 955739 w 1533525"/>
                <a:gd name="connsiteY1008" fmla="*/ 555117 h 1647825"/>
                <a:gd name="connsiteX1009" fmla="*/ 954596 w 1533525"/>
                <a:gd name="connsiteY1009" fmla="*/ 555308 h 1647825"/>
                <a:gd name="connsiteX1010" fmla="*/ 952595 w 1533525"/>
                <a:gd name="connsiteY1010" fmla="*/ 555974 h 1647825"/>
                <a:gd name="connsiteX1011" fmla="*/ 951452 w 1533525"/>
                <a:gd name="connsiteY1011" fmla="*/ 556736 h 1647825"/>
                <a:gd name="connsiteX1012" fmla="*/ 951071 w 1533525"/>
                <a:gd name="connsiteY1012" fmla="*/ 556832 h 1647825"/>
                <a:gd name="connsiteX1013" fmla="*/ 950500 w 1533525"/>
                <a:gd name="connsiteY1013" fmla="*/ 556736 h 1647825"/>
                <a:gd name="connsiteX1014" fmla="*/ 950214 w 1533525"/>
                <a:gd name="connsiteY1014" fmla="*/ 556451 h 1647825"/>
                <a:gd name="connsiteX1015" fmla="*/ 949928 w 1533525"/>
                <a:gd name="connsiteY1015" fmla="*/ 556165 h 1647825"/>
                <a:gd name="connsiteX1016" fmla="*/ 949547 w 1533525"/>
                <a:gd name="connsiteY1016" fmla="*/ 555974 h 1647825"/>
                <a:gd name="connsiteX1017" fmla="*/ 948785 w 1533525"/>
                <a:gd name="connsiteY1017" fmla="*/ 555689 h 1647825"/>
                <a:gd name="connsiteX1018" fmla="*/ 948500 w 1533525"/>
                <a:gd name="connsiteY1018" fmla="*/ 555689 h 1647825"/>
                <a:gd name="connsiteX1019" fmla="*/ 948404 w 1533525"/>
                <a:gd name="connsiteY1019" fmla="*/ 555689 h 1647825"/>
                <a:gd name="connsiteX1020" fmla="*/ 947166 w 1533525"/>
                <a:gd name="connsiteY1020" fmla="*/ 555784 h 1647825"/>
                <a:gd name="connsiteX1021" fmla="*/ 946880 w 1533525"/>
                <a:gd name="connsiteY1021" fmla="*/ 555689 h 1647825"/>
                <a:gd name="connsiteX1022" fmla="*/ 946595 w 1533525"/>
                <a:gd name="connsiteY1022" fmla="*/ 555403 h 1647825"/>
                <a:gd name="connsiteX1023" fmla="*/ 942975 w 1533525"/>
                <a:gd name="connsiteY1023" fmla="*/ 553117 h 1647825"/>
                <a:gd name="connsiteX1024" fmla="*/ 941356 w 1533525"/>
                <a:gd name="connsiteY1024" fmla="*/ 552545 h 1647825"/>
                <a:gd name="connsiteX1025" fmla="*/ 939451 w 1533525"/>
                <a:gd name="connsiteY1025" fmla="*/ 553117 h 1647825"/>
                <a:gd name="connsiteX1026" fmla="*/ 938213 w 1533525"/>
                <a:gd name="connsiteY1026" fmla="*/ 553212 h 1647825"/>
                <a:gd name="connsiteX1027" fmla="*/ 937260 w 1533525"/>
                <a:gd name="connsiteY1027" fmla="*/ 553784 h 1647825"/>
                <a:gd name="connsiteX1028" fmla="*/ 933640 w 1533525"/>
                <a:gd name="connsiteY1028" fmla="*/ 556927 h 1647825"/>
                <a:gd name="connsiteX1029" fmla="*/ 932498 w 1533525"/>
                <a:gd name="connsiteY1029" fmla="*/ 557594 h 1647825"/>
                <a:gd name="connsiteX1030" fmla="*/ 931640 w 1533525"/>
                <a:gd name="connsiteY1030" fmla="*/ 557689 h 1647825"/>
                <a:gd name="connsiteX1031" fmla="*/ 931259 w 1533525"/>
                <a:gd name="connsiteY1031" fmla="*/ 557403 h 1647825"/>
                <a:gd name="connsiteX1032" fmla="*/ 931164 w 1533525"/>
                <a:gd name="connsiteY1032" fmla="*/ 556927 h 1647825"/>
                <a:gd name="connsiteX1033" fmla="*/ 931164 w 1533525"/>
                <a:gd name="connsiteY1033" fmla="*/ 556451 h 1647825"/>
                <a:gd name="connsiteX1034" fmla="*/ 931069 w 1533525"/>
                <a:gd name="connsiteY1034" fmla="*/ 555974 h 1647825"/>
                <a:gd name="connsiteX1035" fmla="*/ 930688 w 1533525"/>
                <a:gd name="connsiteY1035" fmla="*/ 555593 h 1647825"/>
                <a:gd name="connsiteX1036" fmla="*/ 930211 w 1533525"/>
                <a:gd name="connsiteY1036" fmla="*/ 555689 h 1647825"/>
                <a:gd name="connsiteX1037" fmla="*/ 929640 w 1533525"/>
                <a:gd name="connsiteY1037" fmla="*/ 555879 h 1647825"/>
                <a:gd name="connsiteX1038" fmla="*/ 929164 w 1533525"/>
                <a:gd name="connsiteY1038" fmla="*/ 555784 h 1647825"/>
                <a:gd name="connsiteX1039" fmla="*/ 926306 w 1533525"/>
                <a:gd name="connsiteY1039" fmla="*/ 553498 h 1647825"/>
                <a:gd name="connsiteX1040" fmla="*/ 925544 w 1533525"/>
                <a:gd name="connsiteY1040" fmla="*/ 552545 h 1647825"/>
                <a:gd name="connsiteX1041" fmla="*/ 924973 w 1533525"/>
                <a:gd name="connsiteY1041" fmla="*/ 550450 h 1647825"/>
                <a:gd name="connsiteX1042" fmla="*/ 925354 w 1533525"/>
                <a:gd name="connsiteY1042" fmla="*/ 546068 h 1647825"/>
                <a:gd name="connsiteX1043" fmla="*/ 924973 w 1533525"/>
                <a:gd name="connsiteY1043" fmla="*/ 544068 h 1647825"/>
                <a:gd name="connsiteX1044" fmla="*/ 924211 w 1533525"/>
                <a:gd name="connsiteY1044" fmla="*/ 543211 h 1647825"/>
                <a:gd name="connsiteX1045" fmla="*/ 920115 w 1533525"/>
                <a:gd name="connsiteY1045" fmla="*/ 540925 h 1647825"/>
                <a:gd name="connsiteX1046" fmla="*/ 919544 w 1533525"/>
                <a:gd name="connsiteY1046" fmla="*/ 540734 h 1647825"/>
                <a:gd name="connsiteX1047" fmla="*/ 915353 w 1533525"/>
                <a:gd name="connsiteY1047" fmla="*/ 542354 h 1647825"/>
                <a:gd name="connsiteX1048" fmla="*/ 913067 w 1533525"/>
                <a:gd name="connsiteY1048" fmla="*/ 543592 h 1647825"/>
                <a:gd name="connsiteX1049" fmla="*/ 911161 w 1533525"/>
                <a:gd name="connsiteY1049" fmla="*/ 544640 h 1647825"/>
                <a:gd name="connsiteX1050" fmla="*/ 910209 w 1533525"/>
                <a:gd name="connsiteY1050" fmla="*/ 544925 h 1647825"/>
                <a:gd name="connsiteX1051" fmla="*/ 909257 w 1533525"/>
                <a:gd name="connsiteY1051" fmla="*/ 544640 h 1647825"/>
                <a:gd name="connsiteX1052" fmla="*/ 908304 w 1533525"/>
                <a:gd name="connsiteY1052" fmla="*/ 544640 h 1647825"/>
                <a:gd name="connsiteX1053" fmla="*/ 907447 w 1533525"/>
                <a:gd name="connsiteY1053" fmla="*/ 545402 h 1647825"/>
                <a:gd name="connsiteX1054" fmla="*/ 906685 w 1533525"/>
                <a:gd name="connsiteY1054" fmla="*/ 546259 h 1647825"/>
                <a:gd name="connsiteX1055" fmla="*/ 906590 w 1533525"/>
                <a:gd name="connsiteY1055" fmla="*/ 546354 h 1647825"/>
                <a:gd name="connsiteX1056" fmla="*/ 905732 w 1533525"/>
                <a:gd name="connsiteY1056" fmla="*/ 547021 h 1647825"/>
                <a:gd name="connsiteX1057" fmla="*/ 903923 w 1533525"/>
                <a:gd name="connsiteY1057" fmla="*/ 547592 h 1647825"/>
                <a:gd name="connsiteX1058" fmla="*/ 903161 w 1533525"/>
                <a:gd name="connsiteY1058" fmla="*/ 547592 h 1647825"/>
                <a:gd name="connsiteX1059" fmla="*/ 898303 w 1533525"/>
                <a:gd name="connsiteY1059" fmla="*/ 546354 h 1647825"/>
                <a:gd name="connsiteX1060" fmla="*/ 896779 w 1533525"/>
                <a:gd name="connsiteY1060" fmla="*/ 544735 h 1647825"/>
                <a:gd name="connsiteX1061" fmla="*/ 896779 w 1533525"/>
                <a:gd name="connsiteY1061" fmla="*/ 542735 h 1647825"/>
                <a:gd name="connsiteX1062" fmla="*/ 896588 w 1533525"/>
                <a:gd name="connsiteY1062" fmla="*/ 540925 h 1647825"/>
                <a:gd name="connsiteX1063" fmla="*/ 894493 w 1533525"/>
                <a:gd name="connsiteY1063" fmla="*/ 540068 h 1647825"/>
                <a:gd name="connsiteX1064" fmla="*/ 893255 w 1533525"/>
                <a:gd name="connsiteY1064" fmla="*/ 540163 h 1647825"/>
                <a:gd name="connsiteX1065" fmla="*/ 890302 w 1533525"/>
                <a:gd name="connsiteY1065" fmla="*/ 541306 h 1647825"/>
                <a:gd name="connsiteX1066" fmla="*/ 888968 w 1533525"/>
                <a:gd name="connsiteY1066" fmla="*/ 541211 h 1647825"/>
                <a:gd name="connsiteX1067" fmla="*/ 888873 w 1533525"/>
                <a:gd name="connsiteY1067" fmla="*/ 540449 h 1647825"/>
                <a:gd name="connsiteX1068" fmla="*/ 888968 w 1533525"/>
                <a:gd name="connsiteY1068" fmla="*/ 539591 h 1647825"/>
                <a:gd name="connsiteX1069" fmla="*/ 888111 w 1533525"/>
                <a:gd name="connsiteY1069" fmla="*/ 539115 h 1647825"/>
                <a:gd name="connsiteX1070" fmla="*/ 887444 w 1533525"/>
                <a:gd name="connsiteY1070" fmla="*/ 539020 h 1647825"/>
                <a:gd name="connsiteX1071" fmla="*/ 886778 w 1533525"/>
                <a:gd name="connsiteY1071" fmla="*/ 538829 h 1647825"/>
                <a:gd name="connsiteX1072" fmla="*/ 885539 w 1533525"/>
                <a:gd name="connsiteY1072" fmla="*/ 538163 h 1647825"/>
                <a:gd name="connsiteX1073" fmla="*/ 885063 w 1533525"/>
                <a:gd name="connsiteY1073" fmla="*/ 537115 h 1647825"/>
                <a:gd name="connsiteX1074" fmla="*/ 884777 w 1533525"/>
                <a:gd name="connsiteY1074" fmla="*/ 535877 h 1647825"/>
                <a:gd name="connsiteX1075" fmla="*/ 884015 w 1533525"/>
                <a:gd name="connsiteY1075" fmla="*/ 534734 h 1647825"/>
                <a:gd name="connsiteX1076" fmla="*/ 882872 w 1533525"/>
                <a:gd name="connsiteY1076" fmla="*/ 534067 h 1647825"/>
                <a:gd name="connsiteX1077" fmla="*/ 880205 w 1533525"/>
                <a:gd name="connsiteY1077" fmla="*/ 533210 h 1647825"/>
                <a:gd name="connsiteX1078" fmla="*/ 878967 w 1533525"/>
                <a:gd name="connsiteY1078" fmla="*/ 532448 h 1647825"/>
                <a:gd name="connsiteX1079" fmla="*/ 878967 w 1533525"/>
                <a:gd name="connsiteY1079" fmla="*/ 532448 h 1647825"/>
                <a:gd name="connsiteX1080" fmla="*/ 878396 w 1533525"/>
                <a:gd name="connsiteY1080" fmla="*/ 531495 h 1647825"/>
                <a:gd name="connsiteX1081" fmla="*/ 877538 w 1533525"/>
                <a:gd name="connsiteY1081" fmla="*/ 531305 h 1647825"/>
                <a:gd name="connsiteX1082" fmla="*/ 876681 w 1533525"/>
                <a:gd name="connsiteY1082" fmla="*/ 531590 h 1647825"/>
                <a:gd name="connsiteX1083" fmla="*/ 876014 w 1533525"/>
                <a:gd name="connsiteY1083" fmla="*/ 532162 h 1647825"/>
                <a:gd name="connsiteX1084" fmla="*/ 875443 w 1533525"/>
                <a:gd name="connsiteY1084" fmla="*/ 532162 h 1647825"/>
                <a:gd name="connsiteX1085" fmla="*/ 869061 w 1533525"/>
                <a:gd name="connsiteY1085" fmla="*/ 530447 h 1647825"/>
                <a:gd name="connsiteX1086" fmla="*/ 868394 w 1533525"/>
                <a:gd name="connsiteY1086" fmla="*/ 529971 h 1647825"/>
                <a:gd name="connsiteX1087" fmla="*/ 868109 w 1533525"/>
                <a:gd name="connsiteY1087" fmla="*/ 528733 h 1647825"/>
                <a:gd name="connsiteX1088" fmla="*/ 868585 w 1533525"/>
                <a:gd name="connsiteY1088" fmla="*/ 527399 h 1647825"/>
                <a:gd name="connsiteX1089" fmla="*/ 869347 w 1533525"/>
                <a:gd name="connsiteY1089" fmla="*/ 526066 h 1647825"/>
                <a:gd name="connsiteX1090" fmla="*/ 869823 w 1533525"/>
                <a:gd name="connsiteY1090" fmla="*/ 524828 h 1647825"/>
                <a:gd name="connsiteX1091" fmla="*/ 870109 w 1533525"/>
                <a:gd name="connsiteY1091" fmla="*/ 522446 h 1647825"/>
                <a:gd name="connsiteX1092" fmla="*/ 870014 w 1533525"/>
                <a:gd name="connsiteY1092" fmla="*/ 520160 h 1647825"/>
                <a:gd name="connsiteX1093" fmla="*/ 869537 w 1533525"/>
                <a:gd name="connsiteY1093" fmla="*/ 517970 h 1647825"/>
                <a:gd name="connsiteX1094" fmla="*/ 868680 w 1533525"/>
                <a:gd name="connsiteY1094" fmla="*/ 515874 h 1647825"/>
                <a:gd name="connsiteX1095" fmla="*/ 867347 w 1533525"/>
                <a:gd name="connsiteY1095" fmla="*/ 513874 h 1647825"/>
                <a:gd name="connsiteX1096" fmla="*/ 865823 w 1533525"/>
                <a:gd name="connsiteY1096" fmla="*/ 512731 h 1647825"/>
                <a:gd name="connsiteX1097" fmla="*/ 850678 w 1533525"/>
                <a:gd name="connsiteY1097" fmla="*/ 509969 h 1647825"/>
                <a:gd name="connsiteX1098" fmla="*/ 849535 w 1533525"/>
                <a:gd name="connsiteY1098" fmla="*/ 509207 h 1647825"/>
                <a:gd name="connsiteX1099" fmla="*/ 848582 w 1533525"/>
                <a:gd name="connsiteY1099" fmla="*/ 507778 h 1647825"/>
                <a:gd name="connsiteX1100" fmla="*/ 848106 w 1533525"/>
                <a:gd name="connsiteY1100" fmla="*/ 506635 h 1647825"/>
                <a:gd name="connsiteX1101" fmla="*/ 847439 w 1533525"/>
                <a:gd name="connsiteY1101" fmla="*/ 506063 h 1647825"/>
                <a:gd name="connsiteX1102" fmla="*/ 845820 w 1533525"/>
                <a:gd name="connsiteY1102" fmla="*/ 506349 h 1647825"/>
                <a:gd name="connsiteX1103" fmla="*/ 845344 w 1533525"/>
                <a:gd name="connsiteY1103" fmla="*/ 506159 h 1647825"/>
                <a:gd name="connsiteX1104" fmla="*/ 844772 w 1533525"/>
                <a:gd name="connsiteY1104" fmla="*/ 504730 h 1647825"/>
                <a:gd name="connsiteX1105" fmla="*/ 844296 w 1533525"/>
                <a:gd name="connsiteY1105" fmla="*/ 504158 h 1647825"/>
                <a:gd name="connsiteX1106" fmla="*/ 843058 w 1533525"/>
                <a:gd name="connsiteY1106" fmla="*/ 503682 h 1647825"/>
                <a:gd name="connsiteX1107" fmla="*/ 842486 w 1533525"/>
                <a:gd name="connsiteY1107" fmla="*/ 503301 h 1647825"/>
                <a:gd name="connsiteX1108" fmla="*/ 842010 w 1533525"/>
                <a:gd name="connsiteY1108" fmla="*/ 502825 h 1647825"/>
                <a:gd name="connsiteX1109" fmla="*/ 841820 w 1533525"/>
                <a:gd name="connsiteY1109" fmla="*/ 501777 h 1647825"/>
                <a:gd name="connsiteX1110" fmla="*/ 840867 w 1533525"/>
                <a:gd name="connsiteY1110" fmla="*/ 501587 h 1647825"/>
                <a:gd name="connsiteX1111" fmla="*/ 839819 w 1533525"/>
                <a:gd name="connsiteY1111" fmla="*/ 501968 h 1647825"/>
                <a:gd name="connsiteX1112" fmla="*/ 837152 w 1533525"/>
                <a:gd name="connsiteY1112" fmla="*/ 505301 h 1647825"/>
                <a:gd name="connsiteX1113" fmla="*/ 836009 w 1533525"/>
                <a:gd name="connsiteY1113" fmla="*/ 506063 h 1647825"/>
                <a:gd name="connsiteX1114" fmla="*/ 834295 w 1533525"/>
                <a:gd name="connsiteY1114" fmla="*/ 506159 h 1647825"/>
                <a:gd name="connsiteX1115" fmla="*/ 832199 w 1533525"/>
                <a:gd name="connsiteY1115" fmla="*/ 505778 h 1647825"/>
                <a:gd name="connsiteX1116" fmla="*/ 831532 w 1533525"/>
                <a:gd name="connsiteY1116" fmla="*/ 505587 h 1647825"/>
                <a:gd name="connsiteX1117" fmla="*/ 831437 w 1533525"/>
                <a:gd name="connsiteY1117" fmla="*/ 505587 h 1647825"/>
                <a:gd name="connsiteX1118" fmla="*/ 830294 w 1533525"/>
                <a:gd name="connsiteY1118" fmla="*/ 505968 h 1647825"/>
                <a:gd name="connsiteX1119" fmla="*/ 827818 w 1533525"/>
                <a:gd name="connsiteY1119" fmla="*/ 506159 h 1647825"/>
                <a:gd name="connsiteX1120" fmla="*/ 826770 w 1533525"/>
                <a:gd name="connsiteY1120" fmla="*/ 506540 h 1647825"/>
                <a:gd name="connsiteX1121" fmla="*/ 827246 w 1533525"/>
                <a:gd name="connsiteY1121" fmla="*/ 507492 h 1647825"/>
                <a:gd name="connsiteX1122" fmla="*/ 828770 w 1533525"/>
                <a:gd name="connsiteY1122" fmla="*/ 509207 h 1647825"/>
                <a:gd name="connsiteX1123" fmla="*/ 828865 w 1533525"/>
                <a:gd name="connsiteY1123" fmla="*/ 509778 h 1647825"/>
                <a:gd name="connsiteX1124" fmla="*/ 829056 w 1533525"/>
                <a:gd name="connsiteY1124" fmla="*/ 510350 h 1647825"/>
                <a:gd name="connsiteX1125" fmla="*/ 829056 w 1533525"/>
                <a:gd name="connsiteY1125" fmla="*/ 510826 h 1647825"/>
                <a:gd name="connsiteX1126" fmla="*/ 828580 w 1533525"/>
                <a:gd name="connsiteY1126" fmla="*/ 511016 h 1647825"/>
                <a:gd name="connsiteX1127" fmla="*/ 828294 w 1533525"/>
                <a:gd name="connsiteY1127" fmla="*/ 511207 h 1647825"/>
                <a:gd name="connsiteX1128" fmla="*/ 827913 w 1533525"/>
                <a:gd name="connsiteY1128" fmla="*/ 511778 h 1647825"/>
                <a:gd name="connsiteX1129" fmla="*/ 827818 w 1533525"/>
                <a:gd name="connsiteY1129" fmla="*/ 511683 h 1647825"/>
                <a:gd name="connsiteX1130" fmla="*/ 827532 w 1533525"/>
                <a:gd name="connsiteY1130" fmla="*/ 511397 h 1647825"/>
                <a:gd name="connsiteX1131" fmla="*/ 825151 w 1533525"/>
                <a:gd name="connsiteY1131" fmla="*/ 510540 h 1647825"/>
                <a:gd name="connsiteX1132" fmla="*/ 817817 w 1533525"/>
                <a:gd name="connsiteY1132" fmla="*/ 506635 h 1647825"/>
                <a:gd name="connsiteX1133" fmla="*/ 814007 w 1533525"/>
                <a:gd name="connsiteY1133" fmla="*/ 505206 h 1647825"/>
                <a:gd name="connsiteX1134" fmla="*/ 808196 w 1533525"/>
                <a:gd name="connsiteY1134" fmla="*/ 504444 h 1647825"/>
                <a:gd name="connsiteX1135" fmla="*/ 803243 w 1533525"/>
                <a:gd name="connsiteY1135" fmla="*/ 504444 h 1647825"/>
                <a:gd name="connsiteX1136" fmla="*/ 801910 w 1533525"/>
                <a:gd name="connsiteY1136" fmla="*/ 504920 h 1647825"/>
                <a:gd name="connsiteX1137" fmla="*/ 801624 w 1533525"/>
                <a:gd name="connsiteY1137" fmla="*/ 505492 h 1647825"/>
                <a:gd name="connsiteX1138" fmla="*/ 801529 w 1533525"/>
                <a:gd name="connsiteY1138" fmla="*/ 506254 h 1647825"/>
                <a:gd name="connsiteX1139" fmla="*/ 801624 w 1533525"/>
                <a:gd name="connsiteY1139" fmla="*/ 506921 h 1647825"/>
                <a:gd name="connsiteX1140" fmla="*/ 802386 w 1533525"/>
                <a:gd name="connsiteY1140" fmla="*/ 507968 h 1647825"/>
                <a:gd name="connsiteX1141" fmla="*/ 802291 w 1533525"/>
                <a:gd name="connsiteY1141" fmla="*/ 508730 h 1647825"/>
                <a:gd name="connsiteX1142" fmla="*/ 801910 w 1533525"/>
                <a:gd name="connsiteY1142" fmla="*/ 509492 h 1647825"/>
                <a:gd name="connsiteX1143" fmla="*/ 800767 w 1533525"/>
                <a:gd name="connsiteY1143" fmla="*/ 511207 h 1647825"/>
                <a:gd name="connsiteX1144" fmla="*/ 799910 w 1533525"/>
                <a:gd name="connsiteY1144" fmla="*/ 512064 h 1647825"/>
                <a:gd name="connsiteX1145" fmla="*/ 798862 w 1533525"/>
                <a:gd name="connsiteY1145" fmla="*/ 512636 h 1647825"/>
                <a:gd name="connsiteX1146" fmla="*/ 797719 w 1533525"/>
                <a:gd name="connsiteY1146" fmla="*/ 512731 h 1647825"/>
                <a:gd name="connsiteX1147" fmla="*/ 796481 w 1533525"/>
                <a:gd name="connsiteY1147" fmla="*/ 512350 h 1647825"/>
                <a:gd name="connsiteX1148" fmla="*/ 795909 w 1533525"/>
                <a:gd name="connsiteY1148" fmla="*/ 511778 h 1647825"/>
                <a:gd name="connsiteX1149" fmla="*/ 795623 w 1533525"/>
                <a:gd name="connsiteY1149" fmla="*/ 510921 h 1647825"/>
                <a:gd name="connsiteX1150" fmla="*/ 795052 w 1533525"/>
                <a:gd name="connsiteY1150" fmla="*/ 509778 h 1647825"/>
                <a:gd name="connsiteX1151" fmla="*/ 794385 w 1533525"/>
                <a:gd name="connsiteY1151" fmla="*/ 509016 h 1647825"/>
                <a:gd name="connsiteX1152" fmla="*/ 791813 w 1533525"/>
                <a:gd name="connsiteY1152" fmla="*/ 506825 h 1647825"/>
                <a:gd name="connsiteX1153" fmla="*/ 789908 w 1533525"/>
                <a:gd name="connsiteY1153" fmla="*/ 506063 h 1647825"/>
                <a:gd name="connsiteX1154" fmla="*/ 783431 w 1533525"/>
                <a:gd name="connsiteY1154" fmla="*/ 506159 h 1647825"/>
                <a:gd name="connsiteX1155" fmla="*/ 780098 w 1533525"/>
                <a:gd name="connsiteY1155" fmla="*/ 505301 h 1647825"/>
                <a:gd name="connsiteX1156" fmla="*/ 777716 w 1533525"/>
                <a:gd name="connsiteY1156" fmla="*/ 503968 h 1647825"/>
                <a:gd name="connsiteX1157" fmla="*/ 776383 w 1533525"/>
                <a:gd name="connsiteY1157" fmla="*/ 503587 h 1647825"/>
                <a:gd name="connsiteX1158" fmla="*/ 769811 w 1533525"/>
                <a:gd name="connsiteY1158" fmla="*/ 503111 h 1647825"/>
                <a:gd name="connsiteX1159" fmla="*/ 768668 w 1533525"/>
                <a:gd name="connsiteY1159" fmla="*/ 501777 h 1647825"/>
                <a:gd name="connsiteX1160" fmla="*/ 768096 w 1533525"/>
                <a:gd name="connsiteY1160" fmla="*/ 499491 h 1647825"/>
                <a:gd name="connsiteX1161" fmla="*/ 767620 w 1533525"/>
                <a:gd name="connsiteY1161" fmla="*/ 495110 h 1647825"/>
                <a:gd name="connsiteX1162" fmla="*/ 766953 w 1533525"/>
                <a:gd name="connsiteY1162" fmla="*/ 492824 h 1647825"/>
                <a:gd name="connsiteX1163" fmla="*/ 766001 w 1533525"/>
                <a:gd name="connsiteY1163" fmla="*/ 491300 h 1647825"/>
                <a:gd name="connsiteX1164" fmla="*/ 765715 w 1533525"/>
                <a:gd name="connsiteY1164" fmla="*/ 491204 h 1647825"/>
                <a:gd name="connsiteX1165" fmla="*/ 764572 w 1533525"/>
                <a:gd name="connsiteY1165" fmla="*/ 490728 h 1647825"/>
                <a:gd name="connsiteX1166" fmla="*/ 757904 w 1533525"/>
                <a:gd name="connsiteY1166" fmla="*/ 492443 h 1647825"/>
                <a:gd name="connsiteX1167" fmla="*/ 753428 w 1533525"/>
                <a:gd name="connsiteY1167" fmla="*/ 492919 h 1647825"/>
                <a:gd name="connsiteX1168" fmla="*/ 751427 w 1533525"/>
                <a:gd name="connsiteY1168" fmla="*/ 492252 h 1647825"/>
                <a:gd name="connsiteX1169" fmla="*/ 748570 w 1533525"/>
                <a:gd name="connsiteY1169" fmla="*/ 489395 h 1647825"/>
                <a:gd name="connsiteX1170" fmla="*/ 744474 w 1533525"/>
                <a:gd name="connsiteY1170" fmla="*/ 487394 h 1647825"/>
                <a:gd name="connsiteX1171" fmla="*/ 738188 w 1533525"/>
                <a:gd name="connsiteY1171" fmla="*/ 482156 h 1647825"/>
                <a:gd name="connsiteX1172" fmla="*/ 735902 w 1533525"/>
                <a:gd name="connsiteY1172" fmla="*/ 481203 h 1647825"/>
                <a:gd name="connsiteX1173" fmla="*/ 735044 w 1533525"/>
                <a:gd name="connsiteY1173" fmla="*/ 480727 h 1647825"/>
                <a:gd name="connsiteX1174" fmla="*/ 734092 w 1533525"/>
                <a:gd name="connsiteY1174" fmla="*/ 479679 h 1647825"/>
                <a:gd name="connsiteX1175" fmla="*/ 733044 w 1533525"/>
                <a:gd name="connsiteY1175" fmla="*/ 478822 h 1647825"/>
                <a:gd name="connsiteX1176" fmla="*/ 731806 w 1533525"/>
                <a:gd name="connsiteY1176" fmla="*/ 478346 h 1647825"/>
                <a:gd name="connsiteX1177" fmla="*/ 729139 w 1533525"/>
                <a:gd name="connsiteY1177" fmla="*/ 478060 h 1647825"/>
                <a:gd name="connsiteX1178" fmla="*/ 727615 w 1533525"/>
                <a:gd name="connsiteY1178" fmla="*/ 478727 h 1647825"/>
                <a:gd name="connsiteX1179" fmla="*/ 725519 w 1533525"/>
                <a:gd name="connsiteY1179" fmla="*/ 481203 h 1647825"/>
                <a:gd name="connsiteX1180" fmla="*/ 724281 w 1533525"/>
                <a:gd name="connsiteY1180" fmla="*/ 482060 h 1647825"/>
                <a:gd name="connsiteX1181" fmla="*/ 722852 w 1533525"/>
                <a:gd name="connsiteY1181" fmla="*/ 481965 h 1647825"/>
                <a:gd name="connsiteX1182" fmla="*/ 721424 w 1533525"/>
                <a:gd name="connsiteY1182" fmla="*/ 481108 h 1647825"/>
                <a:gd name="connsiteX1183" fmla="*/ 719995 w 1533525"/>
                <a:gd name="connsiteY1183" fmla="*/ 480060 h 1647825"/>
                <a:gd name="connsiteX1184" fmla="*/ 717328 w 1533525"/>
                <a:gd name="connsiteY1184" fmla="*/ 478536 h 1647825"/>
                <a:gd name="connsiteX1185" fmla="*/ 715232 w 1533525"/>
                <a:gd name="connsiteY1185" fmla="*/ 476250 h 1647825"/>
                <a:gd name="connsiteX1186" fmla="*/ 714089 w 1533525"/>
                <a:gd name="connsiteY1186" fmla="*/ 475298 h 1647825"/>
                <a:gd name="connsiteX1187" fmla="*/ 712851 w 1533525"/>
                <a:gd name="connsiteY1187" fmla="*/ 474821 h 1647825"/>
                <a:gd name="connsiteX1188" fmla="*/ 710184 w 1533525"/>
                <a:gd name="connsiteY1188" fmla="*/ 474155 h 1647825"/>
                <a:gd name="connsiteX1189" fmla="*/ 709136 w 1533525"/>
                <a:gd name="connsiteY1189" fmla="*/ 473393 h 1647825"/>
                <a:gd name="connsiteX1190" fmla="*/ 709136 w 1533525"/>
                <a:gd name="connsiteY1190" fmla="*/ 473393 h 1647825"/>
                <a:gd name="connsiteX1191" fmla="*/ 709136 w 1533525"/>
                <a:gd name="connsiteY1191" fmla="*/ 473393 h 1647825"/>
                <a:gd name="connsiteX1192" fmla="*/ 708470 w 1533525"/>
                <a:gd name="connsiteY1192" fmla="*/ 472345 h 1647825"/>
                <a:gd name="connsiteX1193" fmla="*/ 707422 w 1533525"/>
                <a:gd name="connsiteY1193" fmla="*/ 471583 h 1647825"/>
                <a:gd name="connsiteX1194" fmla="*/ 702755 w 1533525"/>
                <a:gd name="connsiteY1194" fmla="*/ 469202 h 1647825"/>
                <a:gd name="connsiteX1195" fmla="*/ 701993 w 1533525"/>
                <a:gd name="connsiteY1195" fmla="*/ 468535 h 1647825"/>
                <a:gd name="connsiteX1196" fmla="*/ 701802 w 1533525"/>
                <a:gd name="connsiteY1196" fmla="*/ 467963 h 1647825"/>
                <a:gd name="connsiteX1197" fmla="*/ 701707 w 1533525"/>
                <a:gd name="connsiteY1197" fmla="*/ 467297 h 1647825"/>
                <a:gd name="connsiteX1198" fmla="*/ 701421 w 1533525"/>
                <a:gd name="connsiteY1198" fmla="*/ 466439 h 1647825"/>
                <a:gd name="connsiteX1199" fmla="*/ 700754 w 1533525"/>
                <a:gd name="connsiteY1199" fmla="*/ 465392 h 1647825"/>
                <a:gd name="connsiteX1200" fmla="*/ 699802 w 1533525"/>
                <a:gd name="connsiteY1200" fmla="*/ 464344 h 1647825"/>
                <a:gd name="connsiteX1201" fmla="*/ 698659 w 1533525"/>
                <a:gd name="connsiteY1201" fmla="*/ 463582 h 1647825"/>
                <a:gd name="connsiteX1202" fmla="*/ 697421 w 1533525"/>
                <a:gd name="connsiteY1202" fmla="*/ 463201 h 1647825"/>
                <a:gd name="connsiteX1203" fmla="*/ 696659 w 1533525"/>
                <a:gd name="connsiteY1203" fmla="*/ 463296 h 1647825"/>
                <a:gd name="connsiteX1204" fmla="*/ 696278 w 1533525"/>
                <a:gd name="connsiteY1204" fmla="*/ 463868 h 1647825"/>
                <a:gd name="connsiteX1205" fmla="*/ 696087 w 1533525"/>
                <a:gd name="connsiteY1205" fmla="*/ 464630 h 1647825"/>
                <a:gd name="connsiteX1206" fmla="*/ 695611 w 1533525"/>
                <a:gd name="connsiteY1206" fmla="*/ 465296 h 1647825"/>
                <a:gd name="connsiteX1207" fmla="*/ 694849 w 1533525"/>
                <a:gd name="connsiteY1207" fmla="*/ 465677 h 1647825"/>
                <a:gd name="connsiteX1208" fmla="*/ 693992 w 1533525"/>
                <a:gd name="connsiteY1208" fmla="*/ 465773 h 1647825"/>
                <a:gd name="connsiteX1209" fmla="*/ 693420 w 1533525"/>
                <a:gd name="connsiteY1209" fmla="*/ 465487 h 1647825"/>
                <a:gd name="connsiteX1210" fmla="*/ 693611 w 1533525"/>
                <a:gd name="connsiteY1210" fmla="*/ 464630 h 1647825"/>
                <a:gd name="connsiteX1211" fmla="*/ 692753 w 1533525"/>
                <a:gd name="connsiteY1211" fmla="*/ 464439 h 1647825"/>
                <a:gd name="connsiteX1212" fmla="*/ 692372 w 1533525"/>
                <a:gd name="connsiteY1212" fmla="*/ 463963 h 1647825"/>
                <a:gd name="connsiteX1213" fmla="*/ 692563 w 1533525"/>
                <a:gd name="connsiteY1213" fmla="*/ 463487 h 1647825"/>
                <a:gd name="connsiteX1214" fmla="*/ 693325 w 1533525"/>
                <a:gd name="connsiteY1214" fmla="*/ 463201 h 1647825"/>
                <a:gd name="connsiteX1215" fmla="*/ 692563 w 1533525"/>
                <a:gd name="connsiteY1215" fmla="*/ 461772 h 1647825"/>
                <a:gd name="connsiteX1216" fmla="*/ 689515 w 1533525"/>
                <a:gd name="connsiteY1216" fmla="*/ 458248 h 1647825"/>
                <a:gd name="connsiteX1217" fmla="*/ 688753 w 1533525"/>
                <a:gd name="connsiteY1217" fmla="*/ 456629 h 1647825"/>
                <a:gd name="connsiteX1218" fmla="*/ 687705 w 1533525"/>
                <a:gd name="connsiteY1218" fmla="*/ 453104 h 1647825"/>
                <a:gd name="connsiteX1219" fmla="*/ 686657 w 1533525"/>
                <a:gd name="connsiteY1219" fmla="*/ 451675 h 1647825"/>
                <a:gd name="connsiteX1220" fmla="*/ 685419 w 1533525"/>
                <a:gd name="connsiteY1220" fmla="*/ 451009 h 1647825"/>
                <a:gd name="connsiteX1221" fmla="*/ 680180 w 1533525"/>
                <a:gd name="connsiteY1221" fmla="*/ 450056 h 1647825"/>
                <a:gd name="connsiteX1222" fmla="*/ 677704 w 1533525"/>
                <a:gd name="connsiteY1222" fmla="*/ 449580 h 1647825"/>
                <a:gd name="connsiteX1223" fmla="*/ 677323 w 1533525"/>
                <a:gd name="connsiteY1223" fmla="*/ 448913 h 1647825"/>
                <a:gd name="connsiteX1224" fmla="*/ 677228 w 1533525"/>
                <a:gd name="connsiteY1224" fmla="*/ 448151 h 1647825"/>
                <a:gd name="connsiteX1225" fmla="*/ 677037 w 1533525"/>
                <a:gd name="connsiteY1225" fmla="*/ 447485 h 1647825"/>
                <a:gd name="connsiteX1226" fmla="*/ 676370 w 1533525"/>
                <a:gd name="connsiteY1226" fmla="*/ 447104 h 1647825"/>
                <a:gd name="connsiteX1227" fmla="*/ 675513 w 1533525"/>
                <a:gd name="connsiteY1227" fmla="*/ 447389 h 1647825"/>
                <a:gd name="connsiteX1228" fmla="*/ 674465 w 1533525"/>
                <a:gd name="connsiteY1228" fmla="*/ 447389 h 1647825"/>
                <a:gd name="connsiteX1229" fmla="*/ 673418 w 1533525"/>
                <a:gd name="connsiteY1229" fmla="*/ 447199 h 1647825"/>
                <a:gd name="connsiteX1230" fmla="*/ 672560 w 1533525"/>
                <a:gd name="connsiteY1230" fmla="*/ 446913 h 1647825"/>
                <a:gd name="connsiteX1231" fmla="*/ 671608 w 1533525"/>
                <a:gd name="connsiteY1231" fmla="*/ 446246 h 1647825"/>
                <a:gd name="connsiteX1232" fmla="*/ 671322 w 1533525"/>
                <a:gd name="connsiteY1232" fmla="*/ 445389 h 1647825"/>
                <a:gd name="connsiteX1233" fmla="*/ 671227 w 1533525"/>
                <a:gd name="connsiteY1233" fmla="*/ 444532 h 1647825"/>
                <a:gd name="connsiteX1234" fmla="*/ 670846 w 1533525"/>
                <a:gd name="connsiteY1234" fmla="*/ 443675 h 1647825"/>
                <a:gd name="connsiteX1235" fmla="*/ 670084 w 1533525"/>
                <a:gd name="connsiteY1235" fmla="*/ 443389 h 1647825"/>
                <a:gd name="connsiteX1236" fmla="*/ 667893 w 1533525"/>
                <a:gd name="connsiteY1236" fmla="*/ 443389 h 1647825"/>
                <a:gd name="connsiteX1237" fmla="*/ 666940 w 1533525"/>
                <a:gd name="connsiteY1237" fmla="*/ 443198 h 1647825"/>
                <a:gd name="connsiteX1238" fmla="*/ 666083 w 1533525"/>
                <a:gd name="connsiteY1238" fmla="*/ 442627 h 1647825"/>
                <a:gd name="connsiteX1239" fmla="*/ 664083 w 1533525"/>
                <a:gd name="connsiteY1239" fmla="*/ 440531 h 1647825"/>
                <a:gd name="connsiteX1240" fmla="*/ 663226 w 1533525"/>
                <a:gd name="connsiteY1240" fmla="*/ 439960 h 1647825"/>
                <a:gd name="connsiteX1241" fmla="*/ 661607 w 1533525"/>
                <a:gd name="connsiteY1241" fmla="*/ 439484 h 1647825"/>
                <a:gd name="connsiteX1242" fmla="*/ 660654 w 1533525"/>
                <a:gd name="connsiteY1242" fmla="*/ 439103 h 1647825"/>
                <a:gd name="connsiteX1243" fmla="*/ 660082 w 1533525"/>
                <a:gd name="connsiteY1243" fmla="*/ 438436 h 1647825"/>
                <a:gd name="connsiteX1244" fmla="*/ 659035 w 1533525"/>
                <a:gd name="connsiteY1244" fmla="*/ 436436 h 1647825"/>
                <a:gd name="connsiteX1245" fmla="*/ 658368 w 1533525"/>
                <a:gd name="connsiteY1245" fmla="*/ 435959 h 1647825"/>
                <a:gd name="connsiteX1246" fmla="*/ 656368 w 1533525"/>
                <a:gd name="connsiteY1246" fmla="*/ 435578 h 1647825"/>
                <a:gd name="connsiteX1247" fmla="*/ 655511 w 1533525"/>
                <a:gd name="connsiteY1247" fmla="*/ 435293 h 1647825"/>
                <a:gd name="connsiteX1248" fmla="*/ 654558 w 1533525"/>
                <a:gd name="connsiteY1248" fmla="*/ 434816 h 1647825"/>
                <a:gd name="connsiteX1249" fmla="*/ 654177 w 1533525"/>
                <a:gd name="connsiteY1249" fmla="*/ 434340 h 1647825"/>
                <a:gd name="connsiteX1250" fmla="*/ 654177 w 1533525"/>
                <a:gd name="connsiteY1250" fmla="*/ 433769 h 1647825"/>
                <a:gd name="connsiteX1251" fmla="*/ 654272 w 1533525"/>
                <a:gd name="connsiteY1251" fmla="*/ 433292 h 1647825"/>
                <a:gd name="connsiteX1252" fmla="*/ 654082 w 1533525"/>
                <a:gd name="connsiteY1252" fmla="*/ 432911 h 1647825"/>
                <a:gd name="connsiteX1253" fmla="*/ 652939 w 1533525"/>
                <a:gd name="connsiteY1253" fmla="*/ 432911 h 1647825"/>
                <a:gd name="connsiteX1254" fmla="*/ 652082 w 1533525"/>
                <a:gd name="connsiteY1254" fmla="*/ 432911 h 1647825"/>
                <a:gd name="connsiteX1255" fmla="*/ 651034 w 1533525"/>
                <a:gd name="connsiteY1255" fmla="*/ 433483 h 1647825"/>
                <a:gd name="connsiteX1256" fmla="*/ 650557 w 1533525"/>
                <a:gd name="connsiteY1256" fmla="*/ 434340 h 1647825"/>
                <a:gd name="connsiteX1257" fmla="*/ 650367 w 1533525"/>
                <a:gd name="connsiteY1257" fmla="*/ 435388 h 1647825"/>
                <a:gd name="connsiteX1258" fmla="*/ 650843 w 1533525"/>
                <a:gd name="connsiteY1258" fmla="*/ 439198 h 1647825"/>
                <a:gd name="connsiteX1259" fmla="*/ 650557 w 1533525"/>
                <a:gd name="connsiteY1259" fmla="*/ 439960 h 1647825"/>
                <a:gd name="connsiteX1260" fmla="*/ 649510 w 1533525"/>
                <a:gd name="connsiteY1260" fmla="*/ 439388 h 1647825"/>
                <a:gd name="connsiteX1261" fmla="*/ 647319 w 1533525"/>
                <a:gd name="connsiteY1261" fmla="*/ 436721 h 1647825"/>
                <a:gd name="connsiteX1262" fmla="*/ 646367 w 1533525"/>
                <a:gd name="connsiteY1262" fmla="*/ 436150 h 1647825"/>
                <a:gd name="connsiteX1263" fmla="*/ 645319 w 1533525"/>
                <a:gd name="connsiteY1263" fmla="*/ 436055 h 1647825"/>
                <a:gd name="connsiteX1264" fmla="*/ 644271 w 1533525"/>
                <a:gd name="connsiteY1264" fmla="*/ 436340 h 1647825"/>
                <a:gd name="connsiteX1265" fmla="*/ 643223 w 1533525"/>
                <a:gd name="connsiteY1265" fmla="*/ 436531 h 1647825"/>
                <a:gd name="connsiteX1266" fmla="*/ 642176 w 1533525"/>
                <a:gd name="connsiteY1266" fmla="*/ 436055 h 1647825"/>
                <a:gd name="connsiteX1267" fmla="*/ 641604 w 1533525"/>
                <a:gd name="connsiteY1267" fmla="*/ 435293 h 1647825"/>
                <a:gd name="connsiteX1268" fmla="*/ 640175 w 1533525"/>
                <a:gd name="connsiteY1268" fmla="*/ 432340 h 1647825"/>
                <a:gd name="connsiteX1269" fmla="*/ 639794 w 1533525"/>
                <a:gd name="connsiteY1269" fmla="*/ 431959 h 1647825"/>
                <a:gd name="connsiteX1270" fmla="*/ 638842 w 1533525"/>
                <a:gd name="connsiteY1270" fmla="*/ 431768 h 1647825"/>
                <a:gd name="connsiteX1271" fmla="*/ 638461 w 1533525"/>
                <a:gd name="connsiteY1271" fmla="*/ 431578 h 1647825"/>
                <a:gd name="connsiteX1272" fmla="*/ 638080 w 1533525"/>
                <a:gd name="connsiteY1272" fmla="*/ 431102 h 1647825"/>
                <a:gd name="connsiteX1273" fmla="*/ 637508 w 1533525"/>
                <a:gd name="connsiteY1273" fmla="*/ 430149 h 1647825"/>
                <a:gd name="connsiteX1274" fmla="*/ 637223 w 1533525"/>
                <a:gd name="connsiteY1274" fmla="*/ 429768 h 1647825"/>
                <a:gd name="connsiteX1275" fmla="*/ 636365 w 1533525"/>
                <a:gd name="connsiteY1275" fmla="*/ 429197 h 1647825"/>
                <a:gd name="connsiteX1276" fmla="*/ 634460 w 1533525"/>
                <a:gd name="connsiteY1276" fmla="*/ 428911 h 1647825"/>
                <a:gd name="connsiteX1277" fmla="*/ 633413 w 1533525"/>
                <a:gd name="connsiteY1277" fmla="*/ 428530 h 1647825"/>
                <a:gd name="connsiteX1278" fmla="*/ 632651 w 1533525"/>
                <a:gd name="connsiteY1278" fmla="*/ 427958 h 1647825"/>
                <a:gd name="connsiteX1279" fmla="*/ 630936 w 1533525"/>
                <a:gd name="connsiteY1279" fmla="*/ 425577 h 1647825"/>
                <a:gd name="connsiteX1280" fmla="*/ 629222 w 1533525"/>
                <a:gd name="connsiteY1280" fmla="*/ 424625 h 1647825"/>
                <a:gd name="connsiteX1281" fmla="*/ 628745 w 1533525"/>
                <a:gd name="connsiteY1281" fmla="*/ 424529 h 1647825"/>
                <a:gd name="connsiteX1282" fmla="*/ 627793 w 1533525"/>
                <a:gd name="connsiteY1282" fmla="*/ 424339 h 1647825"/>
                <a:gd name="connsiteX1283" fmla="*/ 626840 w 1533525"/>
                <a:gd name="connsiteY1283" fmla="*/ 423577 h 1647825"/>
                <a:gd name="connsiteX1284" fmla="*/ 626555 w 1533525"/>
                <a:gd name="connsiteY1284" fmla="*/ 421100 h 1647825"/>
                <a:gd name="connsiteX1285" fmla="*/ 626555 w 1533525"/>
                <a:gd name="connsiteY1285" fmla="*/ 419862 h 1647825"/>
                <a:gd name="connsiteX1286" fmla="*/ 626745 w 1533525"/>
                <a:gd name="connsiteY1286" fmla="*/ 418814 h 1647825"/>
                <a:gd name="connsiteX1287" fmla="*/ 627126 w 1533525"/>
                <a:gd name="connsiteY1287" fmla="*/ 417767 h 1647825"/>
                <a:gd name="connsiteX1288" fmla="*/ 627793 w 1533525"/>
                <a:gd name="connsiteY1288" fmla="*/ 416814 h 1647825"/>
                <a:gd name="connsiteX1289" fmla="*/ 628650 w 1533525"/>
                <a:gd name="connsiteY1289" fmla="*/ 416147 h 1647825"/>
                <a:gd name="connsiteX1290" fmla="*/ 629507 w 1533525"/>
                <a:gd name="connsiteY1290" fmla="*/ 415671 h 1647825"/>
                <a:gd name="connsiteX1291" fmla="*/ 630269 w 1533525"/>
                <a:gd name="connsiteY1291" fmla="*/ 415100 h 1647825"/>
                <a:gd name="connsiteX1292" fmla="*/ 630746 w 1533525"/>
                <a:gd name="connsiteY1292" fmla="*/ 414052 h 1647825"/>
                <a:gd name="connsiteX1293" fmla="*/ 630746 w 1533525"/>
                <a:gd name="connsiteY1293" fmla="*/ 414052 h 1647825"/>
                <a:gd name="connsiteX1294" fmla="*/ 630555 w 1533525"/>
                <a:gd name="connsiteY1294" fmla="*/ 412052 h 1647825"/>
                <a:gd name="connsiteX1295" fmla="*/ 631031 w 1533525"/>
                <a:gd name="connsiteY1295" fmla="*/ 409385 h 1647825"/>
                <a:gd name="connsiteX1296" fmla="*/ 632079 w 1533525"/>
                <a:gd name="connsiteY1296" fmla="*/ 407099 h 1647825"/>
                <a:gd name="connsiteX1297" fmla="*/ 633698 w 1533525"/>
                <a:gd name="connsiteY1297" fmla="*/ 406337 h 1647825"/>
                <a:gd name="connsiteX1298" fmla="*/ 634556 w 1533525"/>
                <a:gd name="connsiteY1298" fmla="*/ 406432 h 1647825"/>
                <a:gd name="connsiteX1299" fmla="*/ 635699 w 1533525"/>
                <a:gd name="connsiteY1299" fmla="*/ 406432 h 1647825"/>
                <a:gd name="connsiteX1300" fmla="*/ 636746 w 1533525"/>
                <a:gd name="connsiteY1300" fmla="*/ 406146 h 1647825"/>
                <a:gd name="connsiteX1301" fmla="*/ 637413 w 1533525"/>
                <a:gd name="connsiteY1301" fmla="*/ 405384 h 1647825"/>
                <a:gd name="connsiteX1302" fmla="*/ 637318 w 1533525"/>
                <a:gd name="connsiteY1302" fmla="*/ 404432 h 1647825"/>
                <a:gd name="connsiteX1303" fmla="*/ 636461 w 1533525"/>
                <a:gd name="connsiteY1303" fmla="*/ 401955 h 1647825"/>
                <a:gd name="connsiteX1304" fmla="*/ 636746 w 1533525"/>
                <a:gd name="connsiteY1304" fmla="*/ 401098 h 1647825"/>
                <a:gd name="connsiteX1305" fmla="*/ 637699 w 1533525"/>
                <a:gd name="connsiteY1305" fmla="*/ 401003 h 1647825"/>
                <a:gd name="connsiteX1306" fmla="*/ 638365 w 1533525"/>
                <a:gd name="connsiteY1306" fmla="*/ 401479 h 1647825"/>
                <a:gd name="connsiteX1307" fmla="*/ 638842 w 1533525"/>
                <a:gd name="connsiteY1307" fmla="*/ 401574 h 1647825"/>
                <a:gd name="connsiteX1308" fmla="*/ 639890 w 1533525"/>
                <a:gd name="connsiteY1308" fmla="*/ 397669 h 1647825"/>
                <a:gd name="connsiteX1309" fmla="*/ 640080 w 1533525"/>
                <a:gd name="connsiteY1309" fmla="*/ 396240 h 1647825"/>
                <a:gd name="connsiteX1310" fmla="*/ 639985 w 1533525"/>
                <a:gd name="connsiteY1310" fmla="*/ 395097 h 1647825"/>
                <a:gd name="connsiteX1311" fmla="*/ 639604 w 1533525"/>
                <a:gd name="connsiteY1311" fmla="*/ 394716 h 1647825"/>
                <a:gd name="connsiteX1312" fmla="*/ 639128 w 1533525"/>
                <a:gd name="connsiteY1312" fmla="*/ 394716 h 1647825"/>
                <a:gd name="connsiteX1313" fmla="*/ 638651 w 1533525"/>
                <a:gd name="connsiteY1313" fmla="*/ 394621 h 1647825"/>
                <a:gd name="connsiteX1314" fmla="*/ 638365 w 1533525"/>
                <a:gd name="connsiteY1314" fmla="*/ 393954 h 1647825"/>
                <a:gd name="connsiteX1315" fmla="*/ 637985 w 1533525"/>
                <a:gd name="connsiteY1315" fmla="*/ 391478 h 1647825"/>
                <a:gd name="connsiteX1316" fmla="*/ 636842 w 1533525"/>
                <a:gd name="connsiteY1316" fmla="*/ 389477 h 1647825"/>
                <a:gd name="connsiteX1317" fmla="*/ 636461 w 1533525"/>
                <a:gd name="connsiteY1317" fmla="*/ 388430 h 1647825"/>
                <a:gd name="connsiteX1318" fmla="*/ 636651 w 1533525"/>
                <a:gd name="connsiteY1318" fmla="*/ 387382 h 1647825"/>
                <a:gd name="connsiteX1319" fmla="*/ 637223 w 1533525"/>
                <a:gd name="connsiteY1319" fmla="*/ 387001 h 1647825"/>
                <a:gd name="connsiteX1320" fmla="*/ 638747 w 1533525"/>
                <a:gd name="connsiteY1320" fmla="*/ 386525 h 1647825"/>
                <a:gd name="connsiteX1321" fmla="*/ 639032 w 1533525"/>
                <a:gd name="connsiteY1321" fmla="*/ 385953 h 1647825"/>
                <a:gd name="connsiteX1322" fmla="*/ 639223 w 1533525"/>
                <a:gd name="connsiteY1322" fmla="*/ 385191 h 1647825"/>
                <a:gd name="connsiteX1323" fmla="*/ 639604 w 1533525"/>
                <a:gd name="connsiteY1323" fmla="*/ 384810 h 1647825"/>
                <a:gd name="connsiteX1324" fmla="*/ 640080 w 1533525"/>
                <a:gd name="connsiteY1324" fmla="*/ 384429 h 1647825"/>
                <a:gd name="connsiteX1325" fmla="*/ 640556 w 1533525"/>
                <a:gd name="connsiteY1325" fmla="*/ 383762 h 1647825"/>
                <a:gd name="connsiteX1326" fmla="*/ 640556 w 1533525"/>
                <a:gd name="connsiteY1326" fmla="*/ 383762 h 1647825"/>
                <a:gd name="connsiteX1327" fmla="*/ 641604 w 1533525"/>
                <a:gd name="connsiteY1327" fmla="*/ 383000 h 1647825"/>
                <a:gd name="connsiteX1328" fmla="*/ 642080 w 1533525"/>
                <a:gd name="connsiteY1328" fmla="*/ 382524 h 1647825"/>
                <a:gd name="connsiteX1329" fmla="*/ 642461 w 1533525"/>
                <a:gd name="connsiteY1329" fmla="*/ 381953 h 1647825"/>
                <a:gd name="connsiteX1330" fmla="*/ 642461 w 1533525"/>
                <a:gd name="connsiteY1330" fmla="*/ 381667 h 1647825"/>
                <a:gd name="connsiteX1331" fmla="*/ 642366 w 1533525"/>
                <a:gd name="connsiteY1331" fmla="*/ 381286 h 1647825"/>
                <a:gd name="connsiteX1332" fmla="*/ 642271 w 1533525"/>
                <a:gd name="connsiteY1332" fmla="*/ 380905 h 1647825"/>
                <a:gd name="connsiteX1333" fmla="*/ 642461 w 1533525"/>
                <a:gd name="connsiteY1333" fmla="*/ 380524 h 1647825"/>
                <a:gd name="connsiteX1334" fmla="*/ 642747 w 1533525"/>
                <a:gd name="connsiteY1334" fmla="*/ 380333 h 1647825"/>
                <a:gd name="connsiteX1335" fmla="*/ 643414 w 1533525"/>
                <a:gd name="connsiteY1335" fmla="*/ 379952 h 1647825"/>
                <a:gd name="connsiteX1336" fmla="*/ 643700 w 1533525"/>
                <a:gd name="connsiteY1336" fmla="*/ 379762 h 1647825"/>
                <a:gd name="connsiteX1337" fmla="*/ 644843 w 1533525"/>
                <a:gd name="connsiteY1337" fmla="*/ 378428 h 1647825"/>
                <a:gd name="connsiteX1338" fmla="*/ 645509 w 1533525"/>
                <a:gd name="connsiteY1338" fmla="*/ 377190 h 1647825"/>
                <a:gd name="connsiteX1339" fmla="*/ 645605 w 1533525"/>
                <a:gd name="connsiteY1339" fmla="*/ 375857 h 1647825"/>
                <a:gd name="connsiteX1340" fmla="*/ 645128 w 1533525"/>
                <a:gd name="connsiteY1340" fmla="*/ 374237 h 1647825"/>
                <a:gd name="connsiteX1341" fmla="*/ 644366 w 1533525"/>
                <a:gd name="connsiteY1341" fmla="*/ 372618 h 1647825"/>
                <a:gd name="connsiteX1342" fmla="*/ 643890 w 1533525"/>
                <a:gd name="connsiteY1342" fmla="*/ 371094 h 1647825"/>
                <a:gd name="connsiteX1343" fmla="*/ 643890 w 1533525"/>
                <a:gd name="connsiteY1343" fmla="*/ 369570 h 1647825"/>
                <a:gd name="connsiteX1344" fmla="*/ 644652 w 1533525"/>
                <a:gd name="connsiteY1344" fmla="*/ 367856 h 1647825"/>
                <a:gd name="connsiteX1345" fmla="*/ 645986 w 1533525"/>
                <a:gd name="connsiteY1345" fmla="*/ 366713 h 1647825"/>
                <a:gd name="connsiteX1346" fmla="*/ 649129 w 1533525"/>
                <a:gd name="connsiteY1346" fmla="*/ 365855 h 1647825"/>
                <a:gd name="connsiteX1347" fmla="*/ 650272 w 1533525"/>
                <a:gd name="connsiteY1347" fmla="*/ 364903 h 1647825"/>
                <a:gd name="connsiteX1348" fmla="*/ 652939 w 1533525"/>
                <a:gd name="connsiteY1348" fmla="*/ 361474 h 1647825"/>
                <a:gd name="connsiteX1349" fmla="*/ 654082 w 1533525"/>
                <a:gd name="connsiteY1349" fmla="*/ 359569 h 1647825"/>
                <a:gd name="connsiteX1350" fmla="*/ 654749 w 1533525"/>
                <a:gd name="connsiteY1350" fmla="*/ 357378 h 1647825"/>
                <a:gd name="connsiteX1351" fmla="*/ 655225 w 1533525"/>
                <a:gd name="connsiteY1351" fmla="*/ 356330 h 1647825"/>
                <a:gd name="connsiteX1352" fmla="*/ 655987 w 1533525"/>
                <a:gd name="connsiteY1352" fmla="*/ 355854 h 1647825"/>
                <a:gd name="connsiteX1353" fmla="*/ 657892 w 1533525"/>
                <a:gd name="connsiteY1353" fmla="*/ 355568 h 1647825"/>
                <a:gd name="connsiteX1354" fmla="*/ 658940 w 1533525"/>
                <a:gd name="connsiteY1354" fmla="*/ 355283 h 1647825"/>
                <a:gd name="connsiteX1355" fmla="*/ 659606 w 1533525"/>
                <a:gd name="connsiteY1355" fmla="*/ 354806 h 1647825"/>
                <a:gd name="connsiteX1356" fmla="*/ 660940 w 1533525"/>
                <a:gd name="connsiteY1356" fmla="*/ 353473 h 1647825"/>
                <a:gd name="connsiteX1357" fmla="*/ 662845 w 1533525"/>
                <a:gd name="connsiteY1357" fmla="*/ 352139 h 1647825"/>
                <a:gd name="connsiteX1358" fmla="*/ 663321 w 1533525"/>
                <a:gd name="connsiteY1358" fmla="*/ 351568 h 1647825"/>
                <a:gd name="connsiteX1359" fmla="*/ 664940 w 1533525"/>
                <a:gd name="connsiteY1359" fmla="*/ 348996 h 1647825"/>
                <a:gd name="connsiteX1360" fmla="*/ 665702 w 1533525"/>
                <a:gd name="connsiteY1360" fmla="*/ 348234 h 1647825"/>
                <a:gd name="connsiteX1361" fmla="*/ 668846 w 1533525"/>
                <a:gd name="connsiteY1361" fmla="*/ 345853 h 1647825"/>
                <a:gd name="connsiteX1362" fmla="*/ 669893 w 1533525"/>
                <a:gd name="connsiteY1362" fmla="*/ 344234 h 1647825"/>
                <a:gd name="connsiteX1363" fmla="*/ 669227 w 1533525"/>
                <a:gd name="connsiteY1363" fmla="*/ 342614 h 1647825"/>
                <a:gd name="connsiteX1364" fmla="*/ 669989 w 1533525"/>
                <a:gd name="connsiteY1364" fmla="*/ 341852 h 1647825"/>
                <a:gd name="connsiteX1365" fmla="*/ 670941 w 1533525"/>
                <a:gd name="connsiteY1365" fmla="*/ 340709 h 1647825"/>
                <a:gd name="connsiteX1366" fmla="*/ 671798 w 1533525"/>
                <a:gd name="connsiteY1366" fmla="*/ 340043 h 1647825"/>
                <a:gd name="connsiteX1367" fmla="*/ 672275 w 1533525"/>
                <a:gd name="connsiteY1367" fmla="*/ 340805 h 1647825"/>
                <a:gd name="connsiteX1368" fmla="*/ 672751 w 1533525"/>
                <a:gd name="connsiteY1368" fmla="*/ 341852 h 1647825"/>
                <a:gd name="connsiteX1369" fmla="*/ 673703 w 1533525"/>
                <a:gd name="connsiteY1369" fmla="*/ 342043 h 1647825"/>
                <a:gd name="connsiteX1370" fmla="*/ 677228 w 1533525"/>
                <a:gd name="connsiteY1370" fmla="*/ 340805 h 1647825"/>
                <a:gd name="connsiteX1371" fmla="*/ 677609 w 1533525"/>
                <a:gd name="connsiteY1371" fmla="*/ 340805 h 1647825"/>
                <a:gd name="connsiteX1372" fmla="*/ 677990 w 1533525"/>
                <a:gd name="connsiteY1372" fmla="*/ 339852 h 1647825"/>
                <a:gd name="connsiteX1373" fmla="*/ 677609 w 1533525"/>
                <a:gd name="connsiteY1373" fmla="*/ 338995 h 1647825"/>
                <a:gd name="connsiteX1374" fmla="*/ 676561 w 1533525"/>
                <a:gd name="connsiteY1374" fmla="*/ 337280 h 1647825"/>
                <a:gd name="connsiteX1375" fmla="*/ 674846 w 1533525"/>
                <a:gd name="connsiteY1375" fmla="*/ 336328 h 1647825"/>
                <a:gd name="connsiteX1376" fmla="*/ 670846 w 1533525"/>
                <a:gd name="connsiteY1376" fmla="*/ 335185 h 1647825"/>
                <a:gd name="connsiteX1377" fmla="*/ 666369 w 1533525"/>
                <a:gd name="connsiteY1377" fmla="*/ 333185 h 1647825"/>
                <a:gd name="connsiteX1378" fmla="*/ 665607 w 1533525"/>
                <a:gd name="connsiteY1378" fmla="*/ 332518 h 1647825"/>
                <a:gd name="connsiteX1379" fmla="*/ 664940 w 1533525"/>
                <a:gd name="connsiteY1379" fmla="*/ 331661 h 1647825"/>
                <a:gd name="connsiteX1380" fmla="*/ 663893 w 1533525"/>
                <a:gd name="connsiteY1380" fmla="*/ 329660 h 1647825"/>
                <a:gd name="connsiteX1381" fmla="*/ 663226 w 1533525"/>
                <a:gd name="connsiteY1381" fmla="*/ 328803 h 1647825"/>
                <a:gd name="connsiteX1382" fmla="*/ 661702 w 1533525"/>
                <a:gd name="connsiteY1382" fmla="*/ 327565 h 1647825"/>
                <a:gd name="connsiteX1383" fmla="*/ 656558 w 1533525"/>
                <a:gd name="connsiteY1383" fmla="*/ 324612 h 1647825"/>
                <a:gd name="connsiteX1384" fmla="*/ 655415 w 1533525"/>
                <a:gd name="connsiteY1384" fmla="*/ 324231 h 1647825"/>
                <a:gd name="connsiteX1385" fmla="*/ 654653 w 1533525"/>
                <a:gd name="connsiteY1385" fmla="*/ 324326 h 1647825"/>
                <a:gd name="connsiteX1386" fmla="*/ 653891 w 1533525"/>
                <a:gd name="connsiteY1386" fmla="*/ 324612 h 1647825"/>
                <a:gd name="connsiteX1387" fmla="*/ 652844 w 1533525"/>
                <a:gd name="connsiteY1387" fmla="*/ 324803 h 1647825"/>
                <a:gd name="connsiteX1388" fmla="*/ 651986 w 1533525"/>
                <a:gd name="connsiteY1388" fmla="*/ 324612 h 1647825"/>
                <a:gd name="connsiteX1389" fmla="*/ 650272 w 1533525"/>
                <a:gd name="connsiteY1389" fmla="*/ 323469 h 1647825"/>
                <a:gd name="connsiteX1390" fmla="*/ 647605 w 1533525"/>
                <a:gd name="connsiteY1390" fmla="*/ 322421 h 1647825"/>
                <a:gd name="connsiteX1391" fmla="*/ 642366 w 1533525"/>
                <a:gd name="connsiteY1391" fmla="*/ 319469 h 1647825"/>
                <a:gd name="connsiteX1392" fmla="*/ 638556 w 1533525"/>
                <a:gd name="connsiteY1392" fmla="*/ 318325 h 1647825"/>
                <a:gd name="connsiteX1393" fmla="*/ 636651 w 1533525"/>
                <a:gd name="connsiteY1393" fmla="*/ 318230 h 1647825"/>
                <a:gd name="connsiteX1394" fmla="*/ 634746 w 1533525"/>
                <a:gd name="connsiteY1394" fmla="*/ 318707 h 1647825"/>
                <a:gd name="connsiteX1395" fmla="*/ 635222 w 1533525"/>
                <a:gd name="connsiteY1395" fmla="*/ 317659 h 1647825"/>
                <a:gd name="connsiteX1396" fmla="*/ 635699 w 1533525"/>
                <a:gd name="connsiteY1396" fmla="*/ 316802 h 1647825"/>
                <a:gd name="connsiteX1397" fmla="*/ 635984 w 1533525"/>
                <a:gd name="connsiteY1397" fmla="*/ 315849 h 1647825"/>
                <a:gd name="connsiteX1398" fmla="*/ 635794 w 1533525"/>
                <a:gd name="connsiteY1398" fmla="*/ 314706 h 1647825"/>
                <a:gd name="connsiteX1399" fmla="*/ 635318 w 1533525"/>
                <a:gd name="connsiteY1399" fmla="*/ 313944 h 1647825"/>
                <a:gd name="connsiteX1400" fmla="*/ 634651 w 1533525"/>
                <a:gd name="connsiteY1400" fmla="*/ 313182 h 1647825"/>
                <a:gd name="connsiteX1401" fmla="*/ 634079 w 1533525"/>
                <a:gd name="connsiteY1401" fmla="*/ 312420 h 1647825"/>
                <a:gd name="connsiteX1402" fmla="*/ 634079 w 1533525"/>
                <a:gd name="connsiteY1402" fmla="*/ 311658 h 1647825"/>
                <a:gd name="connsiteX1403" fmla="*/ 634365 w 1533525"/>
                <a:gd name="connsiteY1403" fmla="*/ 311372 h 1647825"/>
                <a:gd name="connsiteX1404" fmla="*/ 634841 w 1533525"/>
                <a:gd name="connsiteY1404" fmla="*/ 311277 h 1647825"/>
                <a:gd name="connsiteX1405" fmla="*/ 635318 w 1533525"/>
                <a:gd name="connsiteY1405" fmla="*/ 311277 h 1647825"/>
                <a:gd name="connsiteX1406" fmla="*/ 635699 w 1533525"/>
                <a:gd name="connsiteY1406" fmla="*/ 311182 h 1647825"/>
                <a:gd name="connsiteX1407" fmla="*/ 636080 w 1533525"/>
                <a:gd name="connsiteY1407" fmla="*/ 310896 h 1647825"/>
                <a:gd name="connsiteX1408" fmla="*/ 637318 w 1533525"/>
                <a:gd name="connsiteY1408" fmla="*/ 308515 h 1647825"/>
                <a:gd name="connsiteX1409" fmla="*/ 636937 w 1533525"/>
                <a:gd name="connsiteY1409" fmla="*/ 307943 h 1647825"/>
                <a:gd name="connsiteX1410" fmla="*/ 635413 w 1533525"/>
                <a:gd name="connsiteY1410" fmla="*/ 307086 h 1647825"/>
                <a:gd name="connsiteX1411" fmla="*/ 633984 w 1533525"/>
                <a:gd name="connsiteY1411" fmla="*/ 304800 h 1647825"/>
                <a:gd name="connsiteX1412" fmla="*/ 633317 w 1533525"/>
                <a:gd name="connsiteY1412" fmla="*/ 304324 h 1647825"/>
                <a:gd name="connsiteX1413" fmla="*/ 632460 w 1533525"/>
                <a:gd name="connsiteY1413" fmla="*/ 304324 h 1647825"/>
                <a:gd name="connsiteX1414" fmla="*/ 630841 w 1533525"/>
                <a:gd name="connsiteY1414" fmla="*/ 305276 h 1647825"/>
                <a:gd name="connsiteX1415" fmla="*/ 629984 w 1533525"/>
                <a:gd name="connsiteY1415" fmla="*/ 305467 h 1647825"/>
                <a:gd name="connsiteX1416" fmla="*/ 628460 w 1533525"/>
                <a:gd name="connsiteY1416" fmla="*/ 304800 h 1647825"/>
                <a:gd name="connsiteX1417" fmla="*/ 627507 w 1533525"/>
                <a:gd name="connsiteY1417" fmla="*/ 303467 h 1647825"/>
                <a:gd name="connsiteX1418" fmla="*/ 626650 w 1533525"/>
                <a:gd name="connsiteY1418" fmla="*/ 302038 h 1647825"/>
                <a:gd name="connsiteX1419" fmla="*/ 625411 w 1533525"/>
                <a:gd name="connsiteY1419" fmla="*/ 300990 h 1647825"/>
                <a:gd name="connsiteX1420" fmla="*/ 621697 w 1533525"/>
                <a:gd name="connsiteY1420" fmla="*/ 299466 h 1647825"/>
                <a:gd name="connsiteX1421" fmla="*/ 620840 w 1533525"/>
                <a:gd name="connsiteY1421" fmla="*/ 298895 h 1647825"/>
                <a:gd name="connsiteX1422" fmla="*/ 620554 w 1533525"/>
                <a:gd name="connsiteY1422" fmla="*/ 298704 h 1647825"/>
                <a:gd name="connsiteX1423" fmla="*/ 619982 w 1533525"/>
                <a:gd name="connsiteY1423" fmla="*/ 298323 h 1647825"/>
                <a:gd name="connsiteX1424" fmla="*/ 618744 w 1533525"/>
                <a:gd name="connsiteY1424" fmla="*/ 296894 h 1647825"/>
                <a:gd name="connsiteX1425" fmla="*/ 617792 w 1533525"/>
                <a:gd name="connsiteY1425" fmla="*/ 295180 h 1647825"/>
                <a:gd name="connsiteX1426" fmla="*/ 617125 w 1533525"/>
                <a:gd name="connsiteY1426" fmla="*/ 294418 h 1647825"/>
                <a:gd name="connsiteX1427" fmla="*/ 616268 w 1533525"/>
                <a:gd name="connsiteY1427" fmla="*/ 293942 h 1647825"/>
                <a:gd name="connsiteX1428" fmla="*/ 612457 w 1533525"/>
                <a:gd name="connsiteY1428" fmla="*/ 292989 h 1647825"/>
                <a:gd name="connsiteX1429" fmla="*/ 611315 w 1533525"/>
                <a:gd name="connsiteY1429" fmla="*/ 292894 h 1647825"/>
                <a:gd name="connsiteX1430" fmla="*/ 608648 w 1533525"/>
                <a:gd name="connsiteY1430" fmla="*/ 293656 h 1647825"/>
                <a:gd name="connsiteX1431" fmla="*/ 606552 w 1533525"/>
                <a:gd name="connsiteY1431" fmla="*/ 293751 h 1647825"/>
                <a:gd name="connsiteX1432" fmla="*/ 605600 w 1533525"/>
                <a:gd name="connsiteY1432" fmla="*/ 293942 h 1647825"/>
                <a:gd name="connsiteX1433" fmla="*/ 603409 w 1533525"/>
                <a:gd name="connsiteY1433" fmla="*/ 295275 h 1647825"/>
                <a:gd name="connsiteX1434" fmla="*/ 602837 w 1533525"/>
                <a:gd name="connsiteY1434" fmla="*/ 295370 h 1647825"/>
                <a:gd name="connsiteX1435" fmla="*/ 602171 w 1533525"/>
                <a:gd name="connsiteY1435" fmla="*/ 295085 h 1647825"/>
                <a:gd name="connsiteX1436" fmla="*/ 601028 w 1533525"/>
                <a:gd name="connsiteY1436" fmla="*/ 294799 h 1647825"/>
                <a:gd name="connsiteX1437" fmla="*/ 600265 w 1533525"/>
                <a:gd name="connsiteY1437" fmla="*/ 294418 h 1647825"/>
                <a:gd name="connsiteX1438" fmla="*/ 599408 w 1533525"/>
                <a:gd name="connsiteY1438" fmla="*/ 293656 h 1647825"/>
                <a:gd name="connsiteX1439" fmla="*/ 598646 w 1533525"/>
                <a:gd name="connsiteY1439" fmla="*/ 292703 h 1647825"/>
                <a:gd name="connsiteX1440" fmla="*/ 598170 w 1533525"/>
                <a:gd name="connsiteY1440" fmla="*/ 291846 h 1647825"/>
                <a:gd name="connsiteX1441" fmla="*/ 598075 w 1533525"/>
                <a:gd name="connsiteY1441" fmla="*/ 291465 h 1647825"/>
                <a:gd name="connsiteX1442" fmla="*/ 597980 w 1533525"/>
                <a:gd name="connsiteY1442" fmla="*/ 291179 h 1647825"/>
                <a:gd name="connsiteX1443" fmla="*/ 597789 w 1533525"/>
                <a:gd name="connsiteY1443" fmla="*/ 290894 h 1647825"/>
                <a:gd name="connsiteX1444" fmla="*/ 597599 w 1533525"/>
                <a:gd name="connsiteY1444" fmla="*/ 290608 h 1647825"/>
                <a:gd name="connsiteX1445" fmla="*/ 596836 w 1533525"/>
                <a:gd name="connsiteY1445" fmla="*/ 290132 h 1647825"/>
                <a:gd name="connsiteX1446" fmla="*/ 596075 w 1533525"/>
                <a:gd name="connsiteY1446" fmla="*/ 289941 h 1647825"/>
                <a:gd name="connsiteX1447" fmla="*/ 595217 w 1533525"/>
                <a:gd name="connsiteY1447" fmla="*/ 289941 h 1647825"/>
                <a:gd name="connsiteX1448" fmla="*/ 594360 w 1533525"/>
                <a:gd name="connsiteY1448" fmla="*/ 290132 h 1647825"/>
                <a:gd name="connsiteX1449" fmla="*/ 593693 w 1533525"/>
                <a:gd name="connsiteY1449" fmla="*/ 289941 h 1647825"/>
                <a:gd name="connsiteX1450" fmla="*/ 593312 w 1533525"/>
                <a:gd name="connsiteY1450" fmla="*/ 289179 h 1647825"/>
                <a:gd name="connsiteX1451" fmla="*/ 592931 w 1533525"/>
                <a:gd name="connsiteY1451" fmla="*/ 287179 h 1647825"/>
                <a:gd name="connsiteX1452" fmla="*/ 592646 w 1533525"/>
                <a:gd name="connsiteY1452" fmla="*/ 286607 h 1647825"/>
                <a:gd name="connsiteX1453" fmla="*/ 592074 w 1533525"/>
                <a:gd name="connsiteY1453" fmla="*/ 285655 h 1647825"/>
                <a:gd name="connsiteX1454" fmla="*/ 590836 w 1533525"/>
                <a:gd name="connsiteY1454" fmla="*/ 284988 h 1647825"/>
                <a:gd name="connsiteX1455" fmla="*/ 589407 w 1533525"/>
                <a:gd name="connsiteY1455" fmla="*/ 284607 h 1647825"/>
                <a:gd name="connsiteX1456" fmla="*/ 588074 w 1533525"/>
                <a:gd name="connsiteY1456" fmla="*/ 283845 h 1647825"/>
                <a:gd name="connsiteX1457" fmla="*/ 587407 w 1533525"/>
                <a:gd name="connsiteY1457" fmla="*/ 282988 h 1647825"/>
                <a:gd name="connsiteX1458" fmla="*/ 587026 w 1533525"/>
                <a:gd name="connsiteY1458" fmla="*/ 282035 h 1647825"/>
                <a:gd name="connsiteX1459" fmla="*/ 586835 w 1533525"/>
                <a:gd name="connsiteY1459" fmla="*/ 280988 h 1647825"/>
                <a:gd name="connsiteX1460" fmla="*/ 586835 w 1533525"/>
                <a:gd name="connsiteY1460" fmla="*/ 279845 h 1647825"/>
                <a:gd name="connsiteX1461" fmla="*/ 586550 w 1533525"/>
                <a:gd name="connsiteY1461" fmla="*/ 278511 h 1647825"/>
                <a:gd name="connsiteX1462" fmla="*/ 585788 w 1533525"/>
                <a:gd name="connsiteY1462" fmla="*/ 278035 h 1647825"/>
                <a:gd name="connsiteX1463" fmla="*/ 584930 w 1533525"/>
                <a:gd name="connsiteY1463" fmla="*/ 277844 h 1647825"/>
                <a:gd name="connsiteX1464" fmla="*/ 584168 w 1533525"/>
                <a:gd name="connsiteY1464" fmla="*/ 277178 h 1647825"/>
                <a:gd name="connsiteX1465" fmla="*/ 583978 w 1533525"/>
                <a:gd name="connsiteY1465" fmla="*/ 276606 h 1647825"/>
                <a:gd name="connsiteX1466" fmla="*/ 584073 w 1533525"/>
                <a:gd name="connsiteY1466" fmla="*/ 276035 h 1647825"/>
                <a:gd name="connsiteX1467" fmla="*/ 584168 w 1533525"/>
                <a:gd name="connsiteY1467" fmla="*/ 275558 h 1647825"/>
                <a:gd name="connsiteX1468" fmla="*/ 584168 w 1533525"/>
                <a:gd name="connsiteY1468" fmla="*/ 274987 h 1647825"/>
                <a:gd name="connsiteX1469" fmla="*/ 583882 w 1533525"/>
                <a:gd name="connsiteY1469" fmla="*/ 274511 h 1647825"/>
                <a:gd name="connsiteX1470" fmla="*/ 583025 w 1533525"/>
                <a:gd name="connsiteY1470" fmla="*/ 273844 h 1647825"/>
                <a:gd name="connsiteX1471" fmla="*/ 582835 w 1533525"/>
                <a:gd name="connsiteY1471" fmla="*/ 273368 h 1647825"/>
                <a:gd name="connsiteX1472" fmla="*/ 582835 w 1533525"/>
                <a:gd name="connsiteY1472" fmla="*/ 272701 h 1647825"/>
                <a:gd name="connsiteX1473" fmla="*/ 583025 w 1533525"/>
                <a:gd name="connsiteY1473" fmla="*/ 272129 h 1647825"/>
                <a:gd name="connsiteX1474" fmla="*/ 583025 w 1533525"/>
                <a:gd name="connsiteY1474" fmla="*/ 271558 h 1647825"/>
                <a:gd name="connsiteX1475" fmla="*/ 582740 w 1533525"/>
                <a:gd name="connsiteY1475" fmla="*/ 270891 h 1647825"/>
                <a:gd name="connsiteX1476" fmla="*/ 582359 w 1533525"/>
                <a:gd name="connsiteY1476" fmla="*/ 270605 h 1647825"/>
                <a:gd name="connsiteX1477" fmla="*/ 581406 w 1533525"/>
                <a:gd name="connsiteY1477" fmla="*/ 270510 h 1647825"/>
                <a:gd name="connsiteX1478" fmla="*/ 581025 w 1533525"/>
                <a:gd name="connsiteY1478" fmla="*/ 270320 h 1647825"/>
                <a:gd name="connsiteX1479" fmla="*/ 580453 w 1533525"/>
                <a:gd name="connsiteY1479" fmla="*/ 269367 h 1647825"/>
                <a:gd name="connsiteX1480" fmla="*/ 580263 w 1533525"/>
                <a:gd name="connsiteY1480" fmla="*/ 268415 h 1647825"/>
                <a:gd name="connsiteX1481" fmla="*/ 579977 w 1533525"/>
                <a:gd name="connsiteY1481" fmla="*/ 267557 h 1647825"/>
                <a:gd name="connsiteX1482" fmla="*/ 578168 w 1533525"/>
                <a:gd name="connsiteY1482" fmla="*/ 266510 h 1647825"/>
                <a:gd name="connsiteX1483" fmla="*/ 576739 w 1533525"/>
                <a:gd name="connsiteY1483" fmla="*/ 265176 h 1647825"/>
                <a:gd name="connsiteX1484" fmla="*/ 575977 w 1533525"/>
                <a:gd name="connsiteY1484" fmla="*/ 264795 h 1647825"/>
                <a:gd name="connsiteX1485" fmla="*/ 573405 w 1533525"/>
                <a:gd name="connsiteY1485" fmla="*/ 265271 h 1647825"/>
                <a:gd name="connsiteX1486" fmla="*/ 572357 w 1533525"/>
                <a:gd name="connsiteY1486" fmla="*/ 267653 h 1647825"/>
                <a:gd name="connsiteX1487" fmla="*/ 571976 w 1533525"/>
                <a:gd name="connsiteY1487" fmla="*/ 270320 h 1647825"/>
                <a:gd name="connsiteX1488" fmla="*/ 571310 w 1533525"/>
                <a:gd name="connsiteY1488" fmla="*/ 271748 h 1647825"/>
                <a:gd name="connsiteX1489" fmla="*/ 570452 w 1533525"/>
                <a:gd name="connsiteY1489" fmla="*/ 271463 h 1647825"/>
                <a:gd name="connsiteX1490" fmla="*/ 569119 w 1533525"/>
                <a:gd name="connsiteY1490" fmla="*/ 270129 h 1647825"/>
                <a:gd name="connsiteX1491" fmla="*/ 568261 w 1533525"/>
                <a:gd name="connsiteY1491" fmla="*/ 269653 h 1647825"/>
                <a:gd name="connsiteX1492" fmla="*/ 567404 w 1533525"/>
                <a:gd name="connsiteY1492" fmla="*/ 271558 h 1647825"/>
                <a:gd name="connsiteX1493" fmla="*/ 566833 w 1533525"/>
                <a:gd name="connsiteY1493" fmla="*/ 272415 h 1647825"/>
                <a:gd name="connsiteX1494" fmla="*/ 566261 w 1533525"/>
                <a:gd name="connsiteY1494" fmla="*/ 272987 h 1647825"/>
                <a:gd name="connsiteX1495" fmla="*/ 566166 w 1533525"/>
                <a:gd name="connsiteY1495" fmla="*/ 273082 h 1647825"/>
                <a:gd name="connsiteX1496" fmla="*/ 565309 w 1533525"/>
                <a:gd name="connsiteY1496" fmla="*/ 273463 h 1647825"/>
                <a:gd name="connsiteX1497" fmla="*/ 564642 w 1533525"/>
                <a:gd name="connsiteY1497" fmla="*/ 273463 h 1647825"/>
                <a:gd name="connsiteX1498" fmla="*/ 563213 w 1533525"/>
                <a:gd name="connsiteY1498" fmla="*/ 273272 h 1647825"/>
                <a:gd name="connsiteX1499" fmla="*/ 561880 w 1533525"/>
                <a:gd name="connsiteY1499" fmla="*/ 273653 h 1647825"/>
                <a:gd name="connsiteX1500" fmla="*/ 561308 w 1533525"/>
                <a:gd name="connsiteY1500" fmla="*/ 273653 h 1647825"/>
                <a:gd name="connsiteX1501" fmla="*/ 559689 w 1533525"/>
                <a:gd name="connsiteY1501" fmla="*/ 272796 h 1647825"/>
                <a:gd name="connsiteX1502" fmla="*/ 559308 w 1533525"/>
                <a:gd name="connsiteY1502" fmla="*/ 272415 h 1647825"/>
                <a:gd name="connsiteX1503" fmla="*/ 559118 w 1533525"/>
                <a:gd name="connsiteY1503" fmla="*/ 271844 h 1647825"/>
                <a:gd name="connsiteX1504" fmla="*/ 559022 w 1533525"/>
                <a:gd name="connsiteY1504" fmla="*/ 270796 h 1647825"/>
                <a:gd name="connsiteX1505" fmla="*/ 559403 w 1533525"/>
                <a:gd name="connsiteY1505" fmla="*/ 268415 h 1647825"/>
                <a:gd name="connsiteX1506" fmla="*/ 560165 w 1533525"/>
                <a:gd name="connsiteY1506" fmla="*/ 266033 h 1647825"/>
                <a:gd name="connsiteX1507" fmla="*/ 560261 w 1533525"/>
                <a:gd name="connsiteY1507" fmla="*/ 264033 h 1647825"/>
                <a:gd name="connsiteX1508" fmla="*/ 558736 w 1533525"/>
                <a:gd name="connsiteY1508" fmla="*/ 262604 h 1647825"/>
                <a:gd name="connsiteX1509" fmla="*/ 556736 w 1533525"/>
                <a:gd name="connsiteY1509" fmla="*/ 261366 h 1647825"/>
                <a:gd name="connsiteX1510" fmla="*/ 556927 w 1533525"/>
                <a:gd name="connsiteY1510" fmla="*/ 260033 h 1647825"/>
                <a:gd name="connsiteX1511" fmla="*/ 562070 w 1533525"/>
                <a:gd name="connsiteY1511" fmla="*/ 255842 h 1647825"/>
                <a:gd name="connsiteX1512" fmla="*/ 562928 w 1533525"/>
                <a:gd name="connsiteY1512" fmla="*/ 254889 h 1647825"/>
                <a:gd name="connsiteX1513" fmla="*/ 563213 w 1533525"/>
                <a:gd name="connsiteY1513" fmla="*/ 254127 h 1647825"/>
                <a:gd name="connsiteX1514" fmla="*/ 561975 w 1533525"/>
                <a:gd name="connsiteY1514" fmla="*/ 252508 h 1647825"/>
                <a:gd name="connsiteX1515" fmla="*/ 559975 w 1533525"/>
                <a:gd name="connsiteY1515" fmla="*/ 250508 h 1647825"/>
                <a:gd name="connsiteX1516" fmla="*/ 559022 w 1533525"/>
                <a:gd name="connsiteY1516" fmla="*/ 250508 h 1647825"/>
                <a:gd name="connsiteX1517" fmla="*/ 558546 w 1533525"/>
                <a:gd name="connsiteY1517" fmla="*/ 250412 h 1647825"/>
                <a:gd name="connsiteX1518" fmla="*/ 558165 w 1533525"/>
                <a:gd name="connsiteY1518" fmla="*/ 250127 h 1647825"/>
                <a:gd name="connsiteX1519" fmla="*/ 557879 w 1533525"/>
                <a:gd name="connsiteY1519" fmla="*/ 249650 h 1647825"/>
                <a:gd name="connsiteX1520" fmla="*/ 557498 w 1533525"/>
                <a:gd name="connsiteY1520" fmla="*/ 248603 h 1647825"/>
                <a:gd name="connsiteX1521" fmla="*/ 556832 w 1533525"/>
                <a:gd name="connsiteY1521" fmla="*/ 247841 h 1647825"/>
                <a:gd name="connsiteX1522" fmla="*/ 556546 w 1533525"/>
                <a:gd name="connsiteY1522" fmla="*/ 247364 h 1647825"/>
                <a:gd name="connsiteX1523" fmla="*/ 556546 w 1533525"/>
                <a:gd name="connsiteY1523" fmla="*/ 246793 h 1647825"/>
                <a:gd name="connsiteX1524" fmla="*/ 556641 w 1533525"/>
                <a:gd name="connsiteY1524" fmla="*/ 246221 h 1647825"/>
                <a:gd name="connsiteX1525" fmla="*/ 556641 w 1533525"/>
                <a:gd name="connsiteY1525" fmla="*/ 245650 h 1647825"/>
                <a:gd name="connsiteX1526" fmla="*/ 555307 w 1533525"/>
                <a:gd name="connsiteY1526" fmla="*/ 244221 h 1647825"/>
                <a:gd name="connsiteX1527" fmla="*/ 555498 w 1533525"/>
                <a:gd name="connsiteY1527" fmla="*/ 243173 h 1647825"/>
                <a:gd name="connsiteX1528" fmla="*/ 556832 w 1533525"/>
                <a:gd name="connsiteY1528" fmla="*/ 240983 h 1647825"/>
                <a:gd name="connsiteX1529" fmla="*/ 557213 w 1533525"/>
                <a:gd name="connsiteY1529" fmla="*/ 239840 h 1647825"/>
                <a:gd name="connsiteX1530" fmla="*/ 557594 w 1533525"/>
                <a:gd name="connsiteY1530" fmla="*/ 237268 h 1647825"/>
                <a:gd name="connsiteX1531" fmla="*/ 557879 w 1533525"/>
                <a:gd name="connsiteY1531" fmla="*/ 236029 h 1647825"/>
                <a:gd name="connsiteX1532" fmla="*/ 559022 w 1533525"/>
                <a:gd name="connsiteY1532" fmla="*/ 233363 h 1647825"/>
                <a:gd name="connsiteX1533" fmla="*/ 559118 w 1533525"/>
                <a:gd name="connsiteY1533" fmla="*/ 232220 h 1647825"/>
                <a:gd name="connsiteX1534" fmla="*/ 558546 w 1533525"/>
                <a:gd name="connsiteY1534" fmla="*/ 230981 h 1647825"/>
                <a:gd name="connsiteX1535" fmla="*/ 557975 w 1533525"/>
                <a:gd name="connsiteY1535" fmla="*/ 230410 h 1647825"/>
                <a:gd name="connsiteX1536" fmla="*/ 555689 w 1533525"/>
                <a:gd name="connsiteY1536" fmla="*/ 229076 h 1647825"/>
                <a:gd name="connsiteX1537" fmla="*/ 554165 w 1533525"/>
                <a:gd name="connsiteY1537" fmla="*/ 227838 h 1647825"/>
                <a:gd name="connsiteX1538" fmla="*/ 549021 w 1533525"/>
                <a:gd name="connsiteY1538" fmla="*/ 220790 h 1647825"/>
                <a:gd name="connsiteX1539" fmla="*/ 548164 w 1533525"/>
                <a:gd name="connsiteY1539" fmla="*/ 218885 h 1647825"/>
                <a:gd name="connsiteX1540" fmla="*/ 547021 w 1533525"/>
                <a:gd name="connsiteY1540" fmla="*/ 217265 h 1647825"/>
                <a:gd name="connsiteX1541" fmla="*/ 545116 w 1533525"/>
                <a:gd name="connsiteY1541" fmla="*/ 216218 h 1647825"/>
                <a:gd name="connsiteX1542" fmla="*/ 544735 w 1533525"/>
                <a:gd name="connsiteY1542" fmla="*/ 216122 h 1647825"/>
                <a:gd name="connsiteX1543" fmla="*/ 544163 w 1533525"/>
                <a:gd name="connsiteY1543" fmla="*/ 215932 h 1647825"/>
                <a:gd name="connsiteX1544" fmla="*/ 544068 w 1533525"/>
                <a:gd name="connsiteY1544" fmla="*/ 215170 h 1647825"/>
                <a:gd name="connsiteX1545" fmla="*/ 544354 w 1533525"/>
                <a:gd name="connsiteY1545" fmla="*/ 214027 h 1647825"/>
                <a:gd name="connsiteX1546" fmla="*/ 544449 w 1533525"/>
                <a:gd name="connsiteY1546" fmla="*/ 212693 h 1647825"/>
                <a:gd name="connsiteX1547" fmla="*/ 543211 w 1533525"/>
                <a:gd name="connsiteY1547" fmla="*/ 206978 h 1647825"/>
                <a:gd name="connsiteX1548" fmla="*/ 543020 w 1533525"/>
                <a:gd name="connsiteY1548" fmla="*/ 206693 h 1647825"/>
                <a:gd name="connsiteX1549" fmla="*/ 542925 w 1533525"/>
                <a:gd name="connsiteY1549" fmla="*/ 206312 h 1647825"/>
                <a:gd name="connsiteX1550" fmla="*/ 543020 w 1533525"/>
                <a:gd name="connsiteY1550" fmla="*/ 205550 h 1647825"/>
                <a:gd name="connsiteX1551" fmla="*/ 543306 w 1533525"/>
                <a:gd name="connsiteY1551" fmla="*/ 204978 h 1647825"/>
                <a:gd name="connsiteX1552" fmla="*/ 543687 w 1533525"/>
                <a:gd name="connsiteY1552" fmla="*/ 204597 h 1647825"/>
                <a:gd name="connsiteX1553" fmla="*/ 543878 w 1533525"/>
                <a:gd name="connsiteY1553" fmla="*/ 204216 h 1647825"/>
                <a:gd name="connsiteX1554" fmla="*/ 543687 w 1533525"/>
                <a:gd name="connsiteY1554" fmla="*/ 203549 h 1647825"/>
                <a:gd name="connsiteX1555" fmla="*/ 541592 w 1533525"/>
                <a:gd name="connsiteY1555" fmla="*/ 200406 h 1647825"/>
                <a:gd name="connsiteX1556" fmla="*/ 540068 w 1533525"/>
                <a:gd name="connsiteY1556" fmla="*/ 197168 h 1647825"/>
                <a:gd name="connsiteX1557" fmla="*/ 540258 w 1533525"/>
                <a:gd name="connsiteY1557" fmla="*/ 195929 h 1647825"/>
                <a:gd name="connsiteX1558" fmla="*/ 541496 w 1533525"/>
                <a:gd name="connsiteY1558" fmla="*/ 195263 h 1647825"/>
                <a:gd name="connsiteX1559" fmla="*/ 543592 w 1533525"/>
                <a:gd name="connsiteY1559" fmla="*/ 194786 h 1647825"/>
                <a:gd name="connsiteX1560" fmla="*/ 551117 w 1533525"/>
                <a:gd name="connsiteY1560" fmla="*/ 194596 h 1647825"/>
                <a:gd name="connsiteX1561" fmla="*/ 553212 w 1533525"/>
                <a:gd name="connsiteY1561" fmla="*/ 194120 h 1647825"/>
                <a:gd name="connsiteX1562" fmla="*/ 554165 w 1533525"/>
                <a:gd name="connsiteY1562" fmla="*/ 193643 h 1647825"/>
                <a:gd name="connsiteX1563" fmla="*/ 555117 w 1533525"/>
                <a:gd name="connsiteY1563" fmla="*/ 192786 h 1647825"/>
                <a:gd name="connsiteX1564" fmla="*/ 556641 w 1533525"/>
                <a:gd name="connsiteY1564" fmla="*/ 190881 h 1647825"/>
                <a:gd name="connsiteX1565" fmla="*/ 557594 w 1533525"/>
                <a:gd name="connsiteY1565" fmla="*/ 190405 h 1647825"/>
                <a:gd name="connsiteX1566" fmla="*/ 558832 w 1533525"/>
                <a:gd name="connsiteY1566" fmla="*/ 190881 h 1647825"/>
                <a:gd name="connsiteX1567" fmla="*/ 559594 w 1533525"/>
                <a:gd name="connsiteY1567" fmla="*/ 191929 h 1647825"/>
                <a:gd name="connsiteX1568" fmla="*/ 559499 w 1533525"/>
                <a:gd name="connsiteY1568" fmla="*/ 192977 h 1647825"/>
                <a:gd name="connsiteX1569" fmla="*/ 559022 w 1533525"/>
                <a:gd name="connsiteY1569" fmla="*/ 194024 h 1647825"/>
                <a:gd name="connsiteX1570" fmla="*/ 558736 w 1533525"/>
                <a:gd name="connsiteY1570" fmla="*/ 195167 h 1647825"/>
                <a:gd name="connsiteX1571" fmla="*/ 558832 w 1533525"/>
                <a:gd name="connsiteY1571" fmla="*/ 196120 h 1647825"/>
                <a:gd name="connsiteX1572" fmla="*/ 559784 w 1533525"/>
                <a:gd name="connsiteY1572" fmla="*/ 199358 h 1647825"/>
                <a:gd name="connsiteX1573" fmla="*/ 560642 w 1533525"/>
                <a:gd name="connsiteY1573" fmla="*/ 201359 h 1647825"/>
                <a:gd name="connsiteX1574" fmla="*/ 565118 w 1533525"/>
                <a:gd name="connsiteY1574" fmla="*/ 205169 h 1647825"/>
                <a:gd name="connsiteX1575" fmla="*/ 566452 w 1533525"/>
                <a:gd name="connsiteY1575" fmla="*/ 206693 h 1647825"/>
                <a:gd name="connsiteX1576" fmla="*/ 567976 w 1533525"/>
                <a:gd name="connsiteY1576" fmla="*/ 208026 h 1647825"/>
                <a:gd name="connsiteX1577" fmla="*/ 569690 w 1533525"/>
                <a:gd name="connsiteY1577" fmla="*/ 208502 h 1647825"/>
                <a:gd name="connsiteX1578" fmla="*/ 571405 w 1533525"/>
                <a:gd name="connsiteY1578" fmla="*/ 207550 h 1647825"/>
                <a:gd name="connsiteX1579" fmla="*/ 572167 w 1533525"/>
                <a:gd name="connsiteY1579" fmla="*/ 207359 h 1647825"/>
                <a:gd name="connsiteX1580" fmla="*/ 573500 w 1533525"/>
                <a:gd name="connsiteY1580" fmla="*/ 206788 h 1647825"/>
                <a:gd name="connsiteX1581" fmla="*/ 574167 w 1533525"/>
                <a:gd name="connsiteY1581" fmla="*/ 206597 h 1647825"/>
                <a:gd name="connsiteX1582" fmla="*/ 574739 w 1533525"/>
                <a:gd name="connsiteY1582" fmla="*/ 206693 h 1647825"/>
                <a:gd name="connsiteX1583" fmla="*/ 576167 w 1533525"/>
                <a:gd name="connsiteY1583" fmla="*/ 207074 h 1647825"/>
                <a:gd name="connsiteX1584" fmla="*/ 576644 w 1533525"/>
                <a:gd name="connsiteY1584" fmla="*/ 207074 h 1647825"/>
                <a:gd name="connsiteX1585" fmla="*/ 577501 w 1533525"/>
                <a:gd name="connsiteY1585" fmla="*/ 205835 h 1647825"/>
                <a:gd name="connsiteX1586" fmla="*/ 578072 w 1533525"/>
                <a:gd name="connsiteY1586" fmla="*/ 202121 h 1647825"/>
                <a:gd name="connsiteX1587" fmla="*/ 578644 w 1533525"/>
                <a:gd name="connsiteY1587" fmla="*/ 200692 h 1647825"/>
                <a:gd name="connsiteX1588" fmla="*/ 579692 w 1533525"/>
                <a:gd name="connsiteY1588" fmla="*/ 199835 h 1647825"/>
                <a:gd name="connsiteX1589" fmla="*/ 581215 w 1533525"/>
                <a:gd name="connsiteY1589" fmla="*/ 199168 h 1647825"/>
                <a:gd name="connsiteX1590" fmla="*/ 582740 w 1533525"/>
                <a:gd name="connsiteY1590" fmla="*/ 198692 h 1647825"/>
                <a:gd name="connsiteX1591" fmla="*/ 583978 w 1533525"/>
                <a:gd name="connsiteY1591" fmla="*/ 198501 h 1647825"/>
                <a:gd name="connsiteX1592" fmla="*/ 585026 w 1533525"/>
                <a:gd name="connsiteY1592" fmla="*/ 198692 h 1647825"/>
                <a:gd name="connsiteX1593" fmla="*/ 586073 w 1533525"/>
                <a:gd name="connsiteY1593" fmla="*/ 199263 h 1647825"/>
                <a:gd name="connsiteX1594" fmla="*/ 587121 w 1533525"/>
                <a:gd name="connsiteY1594" fmla="*/ 199644 h 1647825"/>
                <a:gd name="connsiteX1595" fmla="*/ 588074 w 1533525"/>
                <a:gd name="connsiteY1595" fmla="*/ 199358 h 1647825"/>
                <a:gd name="connsiteX1596" fmla="*/ 590264 w 1533525"/>
                <a:gd name="connsiteY1596" fmla="*/ 196787 h 1647825"/>
                <a:gd name="connsiteX1597" fmla="*/ 595408 w 1533525"/>
                <a:gd name="connsiteY1597" fmla="*/ 192596 h 1647825"/>
                <a:gd name="connsiteX1598" fmla="*/ 597599 w 1533525"/>
                <a:gd name="connsiteY1598" fmla="*/ 189929 h 1647825"/>
                <a:gd name="connsiteX1599" fmla="*/ 598646 w 1533525"/>
                <a:gd name="connsiteY1599" fmla="*/ 187928 h 1647825"/>
                <a:gd name="connsiteX1600" fmla="*/ 599123 w 1533525"/>
                <a:gd name="connsiteY1600" fmla="*/ 185738 h 1647825"/>
                <a:gd name="connsiteX1601" fmla="*/ 598837 w 1533525"/>
                <a:gd name="connsiteY1601" fmla="*/ 183737 h 1647825"/>
                <a:gd name="connsiteX1602" fmla="*/ 597599 w 1533525"/>
                <a:gd name="connsiteY1602" fmla="*/ 182309 h 1647825"/>
                <a:gd name="connsiteX1603" fmla="*/ 596170 w 1533525"/>
                <a:gd name="connsiteY1603" fmla="*/ 180689 h 1647825"/>
                <a:gd name="connsiteX1604" fmla="*/ 595598 w 1533525"/>
                <a:gd name="connsiteY1604" fmla="*/ 178879 h 1647825"/>
                <a:gd name="connsiteX1605" fmla="*/ 595217 w 1533525"/>
                <a:gd name="connsiteY1605" fmla="*/ 176975 h 1647825"/>
                <a:gd name="connsiteX1606" fmla="*/ 594170 w 1533525"/>
                <a:gd name="connsiteY1606" fmla="*/ 175070 h 1647825"/>
                <a:gd name="connsiteX1607" fmla="*/ 591122 w 1533525"/>
                <a:gd name="connsiteY1607" fmla="*/ 172307 h 1647825"/>
                <a:gd name="connsiteX1608" fmla="*/ 590074 w 1533525"/>
                <a:gd name="connsiteY1608" fmla="*/ 170688 h 1647825"/>
                <a:gd name="connsiteX1609" fmla="*/ 590074 w 1533525"/>
                <a:gd name="connsiteY1609" fmla="*/ 168307 h 1647825"/>
                <a:gd name="connsiteX1610" fmla="*/ 590360 w 1533525"/>
                <a:gd name="connsiteY1610" fmla="*/ 167164 h 1647825"/>
                <a:gd name="connsiteX1611" fmla="*/ 590550 w 1533525"/>
                <a:gd name="connsiteY1611" fmla="*/ 163830 h 1647825"/>
                <a:gd name="connsiteX1612" fmla="*/ 590931 w 1533525"/>
                <a:gd name="connsiteY1612" fmla="*/ 162687 h 1647825"/>
                <a:gd name="connsiteX1613" fmla="*/ 592074 w 1533525"/>
                <a:gd name="connsiteY1613" fmla="*/ 160973 h 1647825"/>
                <a:gd name="connsiteX1614" fmla="*/ 592550 w 1533525"/>
                <a:gd name="connsiteY1614" fmla="*/ 160020 h 1647825"/>
                <a:gd name="connsiteX1615" fmla="*/ 592360 w 1533525"/>
                <a:gd name="connsiteY1615" fmla="*/ 157734 h 1647825"/>
                <a:gd name="connsiteX1616" fmla="*/ 590550 w 1533525"/>
                <a:gd name="connsiteY1616" fmla="*/ 156782 h 1647825"/>
                <a:gd name="connsiteX1617" fmla="*/ 586359 w 1533525"/>
                <a:gd name="connsiteY1617" fmla="*/ 156591 h 1647825"/>
                <a:gd name="connsiteX1618" fmla="*/ 584549 w 1533525"/>
                <a:gd name="connsiteY1618" fmla="*/ 155924 h 1647825"/>
                <a:gd name="connsiteX1619" fmla="*/ 580549 w 1533525"/>
                <a:gd name="connsiteY1619" fmla="*/ 153734 h 1647825"/>
                <a:gd name="connsiteX1620" fmla="*/ 578930 w 1533525"/>
                <a:gd name="connsiteY1620" fmla="*/ 153638 h 1647825"/>
                <a:gd name="connsiteX1621" fmla="*/ 577120 w 1533525"/>
                <a:gd name="connsiteY1621" fmla="*/ 154496 h 1647825"/>
                <a:gd name="connsiteX1622" fmla="*/ 576644 w 1533525"/>
                <a:gd name="connsiteY1622" fmla="*/ 154115 h 1647825"/>
                <a:gd name="connsiteX1623" fmla="*/ 576548 w 1533525"/>
                <a:gd name="connsiteY1623" fmla="*/ 152686 h 1647825"/>
                <a:gd name="connsiteX1624" fmla="*/ 576358 w 1533525"/>
                <a:gd name="connsiteY1624" fmla="*/ 151543 h 1647825"/>
                <a:gd name="connsiteX1625" fmla="*/ 575691 w 1533525"/>
                <a:gd name="connsiteY1625" fmla="*/ 150686 h 1647825"/>
                <a:gd name="connsiteX1626" fmla="*/ 574834 w 1533525"/>
                <a:gd name="connsiteY1626" fmla="*/ 150114 h 1647825"/>
                <a:gd name="connsiteX1627" fmla="*/ 573881 w 1533525"/>
                <a:gd name="connsiteY1627" fmla="*/ 149733 h 1647825"/>
                <a:gd name="connsiteX1628" fmla="*/ 571976 w 1533525"/>
                <a:gd name="connsiteY1628" fmla="*/ 149162 h 1647825"/>
                <a:gd name="connsiteX1629" fmla="*/ 571119 w 1533525"/>
                <a:gd name="connsiteY1629" fmla="*/ 148685 h 1647825"/>
                <a:gd name="connsiteX1630" fmla="*/ 568166 w 1533525"/>
                <a:gd name="connsiteY1630" fmla="*/ 143828 h 1647825"/>
                <a:gd name="connsiteX1631" fmla="*/ 568071 w 1533525"/>
                <a:gd name="connsiteY1631" fmla="*/ 143732 h 1647825"/>
                <a:gd name="connsiteX1632" fmla="*/ 563213 w 1533525"/>
                <a:gd name="connsiteY1632" fmla="*/ 139160 h 1647825"/>
                <a:gd name="connsiteX1633" fmla="*/ 561975 w 1533525"/>
                <a:gd name="connsiteY1633" fmla="*/ 137065 h 1647825"/>
                <a:gd name="connsiteX1634" fmla="*/ 560927 w 1533525"/>
                <a:gd name="connsiteY1634" fmla="*/ 133350 h 1647825"/>
                <a:gd name="connsiteX1635" fmla="*/ 561594 w 1533525"/>
                <a:gd name="connsiteY1635" fmla="*/ 121349 h 1647825"/>
                <a:gd name="connsiteX1636" fmla="*/ 561213 w 1533525"/>
                <a:gd name="connsiteY1636" fmla="*/ 117253 h 1647825"/>
                <a:gd name="connsiteX1637" fmla="*/ 560356 w 1533525"/>
                <a:gd name="connsiteY1637" fmla="*/ 113252 h 1647825"/>
                <a:gd name="connsiteX1638" fmla="*/ 557784 w 1533525"/>
                <a:gd name="connsiteY1638" fmla="*/ 105537 h 1647825"/>
                <a:gd name="connsiteX1639" fmla="*/ 558260 w 1533525"/>
                <a:gd name="connsiteY1639" fmla="*/ 100203 h 1647825"/>
                <a:gd name="connsiteX1640" fmla="*/ 562261 w 1533525"/>
                <a:gd name="connsiteY1640" fmla="*/ 97441 h 1647825"/>
                <a:gd name="connsiteX1641" fmla="*/ 567404 w 1533525"/>
                <a:gd name="connsiteY1641" fmla="*/ 95250 h 1647825"/>
                <a:gd name="connsiteX1642" fmla="*/ 571214 w 1533525"/>
                <a:gd name="connsiteY1642" fmla="*/ 91535 h 1647825"/>
                <a:gd name="connsiteX1643" fmla="*/ 571690 w 1533525"/>
                <a:gd name="connsiteY1643" fmla="*/ 90107 h 1647825"/>
                <a:gd name="connsiteX1644" fmla="*/ 571881 w 1533525"/>
                <a:gd name="connsiteY1644" fmla="*/ 88678 h 1647825"/>
                <a:gd name="connsiteX1645" fmla="*/ 571690 w 1533525"/>
                <a:gd name="connsiteY1645" fmla="*/ 87249 h 1647825"/>
                <a:gd name="connsiteX1646" fmla="*/ 571214 w 1533525"/>
                <a:gd name="connsiteY1646" fmla="*/ 85820 h 1647825"/>
                <a:gd name="connsiteX1647" fmla="*/ 570167 w 1533525"/>
                <a:gd name="connsiteY1647" fmla="*/ 83820 h 1647825"/>
                <a:gd name="connsiteX1648" fmla="*/ 569881 w 1533525"/>
                <a:gd name="connsiteY1648" fmla="*/ 83249 h 1647825"/>
                <a:gd name="connsiteX1649" fmla="*/ 568357 w 1533525"/>
                <a:gd name="connsiteY1649" fmla="*/ 81820 h 1647825"/>
                <a:gd name="connsiteX1650" fmla="*/ 566452 w 1533525"/>
                <a:gd name="connsiteY1650" fmla="*/ 80963 h 1647825"/>
                <a:gd name="connsiteX1651" fmla="*/ 563975 w 1533525"/>
                <a:gd name="connsiteY1651" fmla="*/ 80296 h 1647825"/>
                <a:gd name="connsiteX1652" fmla="*/ 561975 w 1533525"/>
                <a:gd name="connsiteY1652" fmla="*/ 79153 h 1647825"/>
                <a:gd name="connsiteX1653" fmla="*/ 559308 w 1533525"/>
                <a:gd name="connsiteY1653" fmla="*/ 75533 h 1647825"/>
                <a:gd name="connsiteX1654" fmla="*/ 554736 w 1533525"/>
                <a:gd name="connsiteY1654" fmla="*/ 72009 h 1647825"/>
                <a:gd name="connsiteX1655" fmla="*/ 551688 w 1533525"/>
                <a:gd name="connsiteY1655" fmla="*/ 70771 h 1647825"/>
                <a:gd name="connsiteX1656" fmla="*/ 539686 w 1533525"/>
                <a:gd name="connsiteY1656" fmla="*/ 68675 h 1647825"/>
                <a:gd name="connsiteX1657" fmla="*/ 537401 w 1533525"/>
                <a:gd name="connsiteY1657" fmla="*/ 67628 h 1647825"/>
                <a:gd name="connsiteX1658" fmla="*/ 535305 w 1533525"/>
                <a:gd name="connsiteY1658" fmla="*/ 65723 h 1647825"/>
                <a:gd name="connsiteX1659" fmla="*/ 534067 w 1533525"/>
                <a:gd name="connsiteY1659" fmla="*/ 63532 h 1647825"/>
                <a:gd name="connsiteX1660" fmla="*/ 530828 w 1533525"/>
                <a:gd name="connsiteY1660" fmla="*/ 51435 h 1647825"/>
                <a:gd name="connsiteX1661" fmla="*/ 530352 w 1533525"/>
                <a:gd name="connsiteY1661" fmla="*/ 50292 h 1647825"/>
                <a:gd name="connsiteX1662" fmla="*/ 528257 w 1533525"/>
                <a:gd name="connsiteY1662" fmla="*/ 47530 h 1647825"/>
                <a:gd name="connsiteX1663" fmla="*/ 527495 w 1533525"/>
                <a:gd name="connsiteY1663" fmla="*/ 45339 h 1647825"/>
                <a:gd name="connsiteX1664" fmla="*/ 527018 w 1533525"/>
                <a:gd name="connsiteY1664" fmla="*/ 40481 h 1647825"/>
                <a:gd name="connsiteX1665" fmla="*/ 526542 w 1533525"/>
                <a:gd name="connsiteY1665" fmla="*/ 38100 h 1647825"/>
                <a:gd name="connsiteX1666" fmla="*/ 521589 w 1533525"/>
                <a:gd name="connsiteY1666" fmla="*/ 29242 h 1647825"/>
                <a:gd name="connsiteX1667" fmla="*/ 519779 w 1533525"/>
                <a:gd name="connsiteY1667" fmla="*/ 24479 h 1647825"/>
                <a:gd name="connsiteX1668" fmla="*/ 520256 w 1533525"/>
                <a:gd name="connsiteY1668" fmla="*/ 19431 h 1647825"/>
                <a:gd name="connsiteX1669" fmla="*/ 521780 w 1533525"/>
                <a:gd name="connsiteY1669" fmla="*/ 16193 h 1647825"/>
                <a:gd name="connsiteX1670" fmla="*/ 522732 w 1533525"/>
                <a:gd name="connsiteY1670" fmla="*/ 12668 h 1647825"/>
                <a:gd name="connsiteX1671" fmla="*/ 522161 w 1533525"/>
                <a:gd name="connsiteY1671" fmla="*/ 10192 h 1647825"/>
                <a:gd name="connsiteX1672" fmla="*/ 519113 w 1533525"/>
                <a:gd name="connsiteY1672" fmla="*/ 10001 h 1647825"/>
                <a:gd name="connsiteX1673" fmla="*/ 517589 w 1533525"/>
                <a:gd name="connsiteY1673" fmla="*/ 10763 h 1647825"/>
                <a:gd name="connsiteX1674" fmla="*/ 515207 w 1533525"/>
                <a:gd name="connsiteY1674" fmla="*/ 13430 h 1647825"/>
                <a:gd name="connsiteX1675" fmla="*/ 513683 w 1533525"/>
                <a:gd name="connsiteY1675" fmla="*/ 14097 h 1647825"/>
                <a:gd name="connsiteX1676" fmla="*/ 512350 w 1533525"/>
                <a:gd name="connsiteY1676" fmla="*/ 13716 h 1647825"/>
                <a:gd name="connsiteX1677" fmla="*/ 511111 w 1533525"/>
                <a:gd name="connsiteY1677" fmla="*/ 12668 h 1647825"/>
                <a:gd name="connsiteX1678" fmla="*/ 510159 w 1533525"/>
                <a:gd name="connsiteY1678" fmla="*/ 11335 h 1647825"/>
                <a:gd name="connsiteX1679" fmla="*/ 509397 w 1533525"/>
                <a:gd name="connsiteY1679" fmla="*/ 9906 h 1647825"/>
                <a:gd name="connsiteX1680" fmla="*/ 507968 w 1533525"/>
                <a:gd name="connsiteY1680" fmla="*/ 9716 h 1647825"/>
                <a:gd name="connsiteX1681" fmla="*/ 507302 w 1533525"/>
                <a:gd name="connsiteY1681" fmla="*/ 9811 h 1647825"/>
                <a:gd name="connsiteX1682" fmla="*/ 506635 w 1533525"/>
                <a:gd name="connsiteY1682" fmla="*/ 10097 h 1647825"/>
                <a:gd name="connsiteX1683" fmla="*/ 505015 w 1533525"/>
                <a:gd name="connsiteY1683" fmla="*/ 11335 h 1647825"/>
                <a:gd name="connsiteX1684" fmla="*/ 503587 w 1533525"/>
                <a:gd name="connsiteY1684" fmla="*/ 12192 h 1647825"/>
                <a:gd name="connsiteX1685" fmla="*/ 502063 w 1533525"/>
                <a:gd name="connsiteY1685" fmla="*/ 12478 h 1647825"/>
                <a:gd name="connsiteX1686" fmla="*/ 494633 w 1533525"/>
                <a:gd name="connsiteY1686" fmla="*/ 11240 h 1647825"/>
                <a:gd name="connsiteX1687" fmla="*/ 494252 w 1533525"/>
                <a:gd name="connsiteY1687" fmla="*/ 11144 h 1647825"/>
                <a:gd name="connsiteX1688" fmla="*/ 492347 w 1533525"/>
                <a:gd name="connsiteY1688" fmla="*/ 11240 h 1647825"/>
                <a:gd name="connsiteX1689" fmla="*/ 489014 w 1533525"/>
                <a:gd name="connsiteY1689" fmla="*/ 11716 h 1647825"/>
                <a:gd name="connsiteX1690" fmla="*/ 487490 w 1533525"/>
                <a:gd name="connsiteY1690" fmla="*/ 11525 h 1647825"/>
                <a:gd name="connsiteX1691" fmla="*/ 485775 w 1533525"/>
                <a:gd name="connsiteY1691" fmla="*/ 10573 h 1647825"/>
                <a:gd name="connsiteX1692" fmla="*/ 483298 w 1533525"/>
                <a:gd name="connsiteY1692" fmla="*/ 8573 h 1647825"/>
                <a:gd name="connsiteX1693" fmla="*/ 482060 w 1533525"/>
                <a:gd name="connsiteY1693" fmla="*/ 7906 h 1647825"/>
                <a:gd name="connsiteX1694" fmla="*/ 480441 w 1533525"/>
                <a:gd name="connsiteY1694" fmla="*/ 7715 h 1647825"/>
                <a:gd name="connsiteX1695" fmla="*/ 476536 w 1533525"/>
                <a:gd name="connsiteY1695" fmla="*/ 8192 h 1647825"/>
                <a:gd name="connsiteX1696" fmla="*/ 474631 w 1533525"/>
                <a:gd name="connsiteY1696" fmla="*/ 8001 h 1647825"/>
                <a:gd name="connsiteX1697" fmla="*/ 472726 w 1533525"/>
                <a:gd name="connsiteY1697" fmla="*/ 7144 h 1647825"/>
                <a:gd name="connsiteX1698" fmla="*/ 472059 w 1533525"/>
                <a:gd name="connsiteY1698" fmla="*/ 6477 h 1647825"/>
                <a:gd name="connsiteX1699" fmla="*/ 470916 w 1533525"/>
                <a:gd name="connsiteY1699" fmla="*/ 4953 h 1647825"/>
                <a:gd name="connsiteX1700" fmla="*/ 470249 w 1533525"/>
                <a:gd name="connsiteY1700" fmla="*/ 4382 h 1647825"/>
                <a:gd name="connsiteX1701" fmla="*/ 469202 w 1533525"/>
                <a:gd name="connsiteY1701" fmla="*/ 4096 h 1647825"/>
                <a:gd name="connsiteX1702" fmla="*/ 468059 w 1533525"/>
                <a:gd name="connsiteY1702" fmla="*/ 4096 h 1647825"/>
                <a:gd name="connsiteX1703" fmla="*/ 465868 w 1533525"/>
                <a:gd name="connsiteY1703" fmla="*/ 4477 h 1647825"/>
                <a:gd name="connsiteX1704" fmla="*/ 463772 w 1533525"/>
                <a:gd name="connsiteY1704" fmla="*/ 4382 h 1647825"/>
                <a:gd name="connsiteX1705" fmla="*/ 462725 w 1533525"/>
                <a:gd name="connsiteY1705" fmla="*/ 4191 h 1647825"/>
                <a:gd name="connsiteX1706" fmla="*/ 461772 w 1533525"/>
                <a:gd name="connsiteY1706" fmla="*/ 3810 h 1647825"/>
                <a:gd name="connsiteX1707" fmla="*/ 460915 w 1533525"/>
                <a:gd name="connsiteY1707" fmla="*/ 3048 h 1647825"/>
                <a:gd name="connsiteX1708" fmla="*/ 459677 w 1533525"/>
                <a:gd name="connsiteY1708" fmla="*/ 1238 h 1647825"/>
                <a:gd name="connsiteX1709" fmla="*/ 458915 w 1533525"/>
                <a:gd name="connsiteY1709" fmla="*/ 381 h 1647825"/>
                <a:gd name="connsiteX1710" fmla="*/ 457962 w 1533525"/>
                <a:gd name="connsiteY1710" fmla="*/ 0 h 1647825"/>
                <a:gd name="connsiteX1711" fmla="*/ 455771 w 1533525"/>
                <a:gd name="connsiteY1711" fmla="*/ 95 h 1647825"/>
                <a:gd name="connsiteX1712" fmla="*/ 455486 w 1533525"/>
                <a:gd name="connsiteY1712" fmla="*/ 95 h 1647825"/>
                <a:gd name="connsiteX1713" fmla="*/ 462629 w 1533525"/>
                <a:gd name="connsiteY1713" fmla="*/ 17336 h 1647825"/>
                <a:gd name="connsiteX1714" fmla="*/ 469773 w 1533525"/>
                <a:gd name="connsiteY1714" fmla="*/ 34576 h 1647825"/>
                <a:gd name="connsiteX1715" fmla="*/ 469392 w 1533525"/>
                <a:gd name="connsiteY1715" fmla="*/ 34766 h 1647825"/>
                <a:gd name="connsiteX1716" fmla="*/ 468344 w 1533525"/>
                <a:gd name="connsiteY1716" fmla="*/ 36100 h 1647825"/>
                <a:gd name="connsiteX1717" fmla="*/ 468535 w 1533525"/>
                <a:gd name="connsiteY1717" fmla="*/ 37624 h 1647825"/>
                <a:gd name="connsiteX1718" fmla="*/ 469011 w 1533525"/>
                <a:gd name="connsiteY1718" fmla="*/ 39433 h 1647825"/>
                <a:gd name="connsiteX1719" fmla="*/ 468630 w 1533525"/>
                <a:gd name="connsiteY1719" fmla="*/ 41434 h 1647825"/>
                <a:gd name="connsiteX1720" fmla="*/ 467773 w 1533525"/>
                <a:gd name="connsiteY1720" fmla="*/ 42482 h 1647825"/>
                <a:gd name="connsiteX1721" fmla="*/ 464630 w 1533525"/>
                <a:gd name="connsiteY1721" fmla="*/ 45053 h 1647825"/>
                <a:gd name="connsiteX1722" fmla="*/ 463582 w 1533525"/>
                <a:gd name="connsiteY1722" fmla="*/ 46196 h 1647825"/>
                <a:gd name="connsiteX1723" fmla="*/ 462915 w 1533525"/>
                <a:gd name="connsiteY1723" fmla="*/ 46768 h 1647825"/>
                <a:gd name="connsiteX1724" fmla="*/ 462153 w 1533525"/>
                <a:gd name="connsiteY1724" fmla="*/ 46577 h 1647825"/>
                <a:gd name="connsiteX1725" fmla="*/ 460724 w 1533525"/>
                <a:gd name="connsiteY1725" fmla="*/ 45720 h 1647825"/>
                <a:gd name="connsiteX1726" fmla="*/ 459296 w 1533525"/>
                <a:gd name="connsiteY1726" fmla="*/ 45339 h 1647825"/>
                <a:gd name="connsiteX1727" fmla="*/ 457390 w 1533525"/>
                <a:gd name="connsiteY1727" fmla="*/ 45529 h 1647825"/>
                <a:gd name="connsiteX1728" fmla="*/ 455581 w 1533525"/>
                <a:gd name="connsiteY1728" fmla="*/ 46196 h 1647825"/>
                <a:gd name="connsiteX1729" fmla="*/ 454343 w 1533525"/>
                <a:gd name="connsiteY1729" fmla="*/ 47244 h 1647825"/>
                <a:gd name="connsiteX1730" fmla="*/ 453961 w 1533525"/>
                <a:gd name="connsiteY1730" fmla="*/ 48673 h 1647825"/>
                <a:gd name="connsiteX1731" fmla="*/ 454152 w 1533525"/>
                <a:gd name="connsiteY1731" fmla="*/ 52102 h 1647825"/>
                <a:gd name="connsiteX1732" fmla="*/ 453676 w 1533525"/>
                <a:gd name="connsiteY1732" fmla="*/ 53340 h 1647825"/>
                <a:gd name="connsiteX1733" fmla="*/ 448913 w 1533525"/>
                <a:gd name="connsiteY1733" fmla="*/ 57912 h 1647825"/>
                <a:gd name="connsiteX1734" fmla="*/ 448247 w 1533525"/>
                <a:gd name="connsiteY1734" fmla="*/ 58293 h 1647825"/>
                <a:gd name="connsiteX1735" fmla="*/ 443675 w 1533525"/>
                <a:gd name="connsiteY1735" fmla="*/ 59246 h 1647825"/>
                <a:gd name="connsiteX1736" fmla="*/ 442722 w 1533525"/>
                <a:gd name="connsiteY1736" fmla="*/ 59246 h 1647825"/>
                <a:gd name="connsiteX1737" fmla="*/ 441865 w 1533525"/>
                <a:gd name="connsiteY1737" fmla="*/ 58960 h 1647825"/>
                <a:gd name="connsiteX1738" fmla="*/ 439579 w 1533525"/>
                <a:gd name="connsiteY1738" fmla="*/ 57245 h 1647825"/>
                <a:gd name="connsiteX1739" fmla="*/ 437578 w 1533525"/>
                <a:gd name="connsiteY1739" fmla="*/ 56960 h 1647825"/>
                <a:gd name="connsiteX1740" fmla="*/ 435578 w 1533525"/>
                <a:gd name="connsiteY1740" fmla="*/ 57722 h 1647825"/>
                <a:gd name="connsiteX1741" fmla="*/ 428339 w 1533525"/>
                <a:gd name="connsiteY1741" fmla="*/ 61913 h 1647825"/>
                <a:gd name="connsiteX1742" fmla="*/ 422719 w 1533525"/>
                <a:gd name="connsiteY1742" fmla="*/ 63341 h 1647825"/>
                <a:gd name="connsiteX1743" fmla="*/ 421005 w 1533525"/>
                <a:gd name="connsiteY1743" fmla="*/ 63437 h 1647825"/>
                <a:gd name="connsiteX1744" fmla="*/ 417671 w 1533525"/>
                <a:gd name="connsiteY1744" fmla="*/ 62008 h 1647825"/>
                <a:gd name="connsiteX1745" fmla="*/ 415861 w 1533525"/>
                <a:gd name="connsiteY1745" fmla="*/ 62389 h 1647825"/>
                <a:gd name="connsiteX1746" fmla="*/ 415004 w 1533525"/>
                <a:gd name="connsiteY1746" fmla="*/ 63151 h 1647825"/>
                <a:gd name="connsiteX1747" fmla="*/ 413957 w 1533525"/>
                <a:gd name="connsiteY1747" fmla="*/ 64961 h 1647825"/>
                <a:gd name="connsiteX1748" fmla="*/ 413290 w 1533525"/>
                <a:gd name="connsiteY1748" fmla="*/ 65818 h 1647825"/>
                <a:gd name="connsiteX1749" fmla="*/ 412909 w 1533525"/>
                <a:gd name="connsiteY1749" fmla="*/ 66008 h 1647825"/>
                <a:gd name="connsiteX1750" fmla="*/ 411480 w 1533525"/>
                <a:gd name="connsiteY1750" fmla="*/ 66485 h 1647825"/>
                <a:gd name="connsiteX1751" fmla="*/ 408051 w 1533525"/>
                <a:gd name="connsiteY1751" fmla="*/ 69056 h 1647825"/>
                <a:gd name="connsiteX1752" fmla="*/ 405003 w 1533525"/>
                <a:gd name="connsiteY1752" fmla="*/ 72200 h 1647825"/>
                <a:gd name="connsiteX1753" fmla="*/ 403955 w 1533525"/>
                <a:gd name="connsiteY1753" fmla="*/ 73057 h 1647825"/>
                <a:gd name="connsiteX1754" fmla="*/ 403003 w 1533525"/>
                <a:gd name="connsiteY1754" fmla="*/ 73343 h 1647825"/>
                <a:gd name="connsiteX1755" fmla="*/ 400812 w 1533525"/>
                <a:gd name="connsiteY1755" fmla="*/ 73057 h 1647825"/>
                <a:gd name="connsiteX1756" fmla="*/ 399669 w 1533525"/>
                <a:gd name="connsiteY1756" fmla="*/ 73057 h 1647825"/>
                <a:gd name="connsiteX1757" fmla="*/ 396621 w 1533525"/>
                <a:gd name="connsiteY1757" fmla="*/ 73819 h 1647825"/>
                <a:gd name="connsiteX1758" fmla="*/ 394335 w 1533525"/>
                <a:gd name="connsiteY1758" fmla="*/ 73724 h 1647825"/>
                <a:gd name="connsiteX1759" fmla="*/ 380428 w 1533525"/>
                <a:gd name="connsiteY1759" fmla="*/ 70009 h 1647825"/>
                <a:gd name="connsiteX1760" fmla="*/ 378238 w 1533525"/>
                <a:gd name="connsiteY1760" fmla="*/ 68961 h 1647825"/>
                <a:gd name="connsiteX1761" fmla="*/ 376142 w 1533525"/>
                <a:gd name="connsiteY1761" fmla="*/ 67437 h 1647825"/>
                <a:gd name="connsiteX1762" fmla="*/ 375285 w 1533525"/>
                <a:gd name="connsiteY1762" fmla="*/ 66485 h 1647825"/>
                <a:gd name="connsiteX1763" fmla="*/ 374523 w 1533525"/>
                <a:gd name="connsiteY1763" fmla="*/ 65246 h 1647825"/>
                <a:gd name="connsiteX1764" fmla="*/ 373856 w 1533525"/>
                <a:gd name="connsiteY1764" fmla="*/ 64865 h 1647825"/>
                <a:gd name="connsiteX1765" fmla="*/ 373856 w 1533525"/>
                <a:gd name="connsiteY1765" fmla="*/ 64865 h 1647825"/>
                <a:gd name="connsiteX1766" fmla="*/ 373285 w 1533525"/>
                <a:gd name="connsiteY1766" fmla="*/ 64484 h 1647825"/>
                <a:gd name="connsiteX1767" fmla="*/ 371380 w 1533525"/>
                <a:gd name="connsiteY1767" fmla="*/ 64484 h 1647825"/>
                <a:gd name="connsiteX1768" fmla="*/ 367951 w 1533525"/>
                <a:gd name="connsiteY1768" fmla="*/ 65246 h 1647825"/>
                <a:gd name="connsiteX1769" fmla="*/ 362998 w 1533525"/>
                <a:gd name="connsiteY1769" fmla="*/ 65532 h 1647825"/>
                <a:gd name="connsiteX1770" fmla="*/ 344424 w 1533525"/>
                <a:gd name="connsiteY1770" fmla="*/ 61817 h 1647825"/>
                <a:gd name="connsiteX1771" fmla="*/ 331089 w 1533525"/>
                <a:gd name="connsiteY1771" fmla="*/ 56960 h 1647825"/>
                <a:gd name="connsiteX1772" fmla="*/ 327755 w 1533525"/>
                <a:gd name="connsiteY1772" fmla="*/ 56388 h 1647825"/>
                <a:gd name="connsiteX1773" fmla="*/ 324422 w 1533525"/>
                <a:gd name="connsiteY1773" fmla="*/ 56674 h 1647825"/>
                <a:gd name="connsiteX1774" fmla="*/ 321088 w 1533525"/>
                <a:gd name="connsiteY1774" fmla="*/ 58007 h 1647825"/>
                <a:gd name="connsiteX1775" fmla="*/ 317182 w 1533525"/>
                <a:gd name="connsiteY1775" fmla="*/ 60960 h 1647825"/>
                <a:gd name="connsiteX1776" fmla="*/ 315849 w 1533525"/>
                <a:gd name="connsiteY1776" fmla="*/ 61627 h 1647825"/>
                <a:gd name="connsiteX1777" fmla="*/ 307467 w 1533525"/>
                <a:gd name="connsiteY1777" fmla="*/ 63056 h 1647825"/>
                <a:gd name="connsiteX1778" fmla="*/ 306705 w 1533525"/>
                <a:gd name="connsiteY1778" fmla="*/ 63437 h 1647825"/>
                <a:gd name="connsiteX1779" fmla="*/ 305181 w 1533525"/>
                <a:gd name="connsiteY1779" fmla="*/ 64770 h 1647825"/>
                <a:gd name="connsiteX1780" fmla="*/ 305086 w 1533525"/>
                <a:gd name="connsiteY1780" fmla="*/ 66294 h 1647825"/>
                <a:gd name="connsiteX1781" fmla="*/ 305467 w 1533525"/>
                <a:gd name="connsiteY1781" fmla="*/ 67913 h 1647825"/>
                <a:gd name="connsiteX1782" fmla="*/ 305467 w 1533525"/>
                <a:gd name="connsiteY1782" fmla="*/ 69723 h 1647825"/>
                <a:gd name="connsiteX1783" fmla="*/ 304705 w 1533525"/>
                <a:gd name="connsiteY1783" fmla="*/ 70961 h 1647825"/>
                <a:gd name="connsiteX1784" fmla="*/ 302228 w 1533525"/>
                <a:gd name="connsiteY1784" fmla="*/ 72771 h 1647825"/>
                <a:gd name="connsiteX1785" fmla="*/ 301371 w 1533525"/>
                <a:gd name="connsiteY1785" fmla="*/ 74200 h 1647825"/>
                <a:gd name="connsiteX1786" fmla="*/ 301371 w 1533525"/>
                <a:gd name="connsiteY1786" fmla="*/ 74200 h 1647825"/>
                <a:gd name="connsiteX1787" fmla="*/ 301276 w 1533525"/>
                <a:gd name="connsiteY1787" fmla="*/ 76581 h 1647825"/>
                <a:gd name="connsiteX1788" fmla="*/ 300990 w 1533525"/>
                <a:gd name="connsiteY1788" fmla="*/ 77343 h 1647825"/>
                <a:gd name="connsiteX1789" fmla="*/ 300514 w 1533525"/>
                <a:gd name="connsiteY1789" fmla="*/ 77819 h 1647825"/>
                <a:gd name="connsiteX1790" fmla="*/ 299180 w 1533525"/>
                <a:gd name="connsiteY1790" fmla="*/ 78486 h 1647825"/>
                <a:gd name="connsiteX1791" fmla="*/ 298609 w 1533525"/>
                <a:gd name="connsiteY1791" fmla="*/ 78867 h 1647825"/>
                <a:gd name="connsiteX1792" fmla="*/ 297752 w 1533525"/>
                <a:gd name="connsiteY1792" fmla="*/ 80296 h 1647825"/>
                <a:gd name="connsiteX1793" fmla="*/ 297466 w 1533525"/>
                <a:gd name="connsiteY1793" fmla="*/ 81915 h 1647825"/>
                <a:gd name="connsiteX1794" fmla="*/ 297847 w 1533525"/>
                <a:gd name="connsiteY1794" fmla="*/ 83439 h 1647825"/>
                <a:gd name="connsiteX1795" fmla="*/ 298990 w 1533525"/>
                <a:gd name="connsiteY1795" fmla="*/ 84677 h 1647825"/>
                <a:gd name="connsiteX1796" fmla="*/ 300323 w 1533525"/>
                <a:gd name="connsiteY1796" fmla="*/ 85439 h 1647825"/>
                <a:gd name="connsiteX1797" fmla="*/ 301561 w 1533525"/>
                <a:gd name="connsiteY1797" fmla="*/ 85916 h 1647825"/>
                <a:gd name="connsiteX1798" fmla="*/ 302895 w 1533525"/>
                <a:gd name="connsiteY1798" fmla="*/ 86106 h 1647825"/>
                <a:gd name="connsiteX1799" fmla="*/ 304419 w 1533525"/>
                <a:gd name="connsiteY1799" fmla="*/ 85916 h 1647825"/>
                <a:gd name="connsiteX1800" fmla="*/ 306038 w 1533525"/>
                <a:gd name="connsiteY1800" fmla="*/ 86106 h 1647825"/>
                <a:gd name="connsiteX1801" fmla="*/ 306896 w 1533525"/>
                <a:gd name="connsiteY1801" fmla="*/ 87154 h 1647825"/>
                <a:gd name="connsiteX1802" fmla="*/ 308039 w 1533525"/>
                <a:gd name="connsiteY1802" fmla="*/ 90297 h 1647825"/>
                <a:gd name="connsiteX1803" fmla="*/ 308801 w 1533525"/>
                <a:gd name="connsiteY1803" fmla="*/ 91535 h 1647825"/>
                <a:gd name="connsiteX1804" fmla="*/ 309182 w 1533525"/>
                <a:gd name="connsiteY1804" fmla="*/ 92869 h 1647825"/>
                <a:gd name="connsiteX1805" fmla="*/ 308991 w 1533525"/>
                <a:gd name="connsiteY1805" fmla="*/ 94202 h 1647825"/>
                <a:gd name="connsiteX1806" fmla="*/ 308039 w 1533525"/>
                <a:gd name="connsiteY1806" fmla="*/ 95155 h 1647825"/>
                <a:gd name="connsiteX1807" fmla="*/ 304895 w 1533525"/>
                <a:gd name="connsiteY1807" fmla="*/ 96869 h 1647825"/>
                <a:gd name="connsiteX1808" fmla="*/ 303657 w 1533525"/>
                <a:gd name="connsiteY1808" fmla="*/ 98203 h 1647825"/>
                <a:gd name="connsiteX1809" fmla="*/ 303181 w 1533525"/>
                <a:gd name="connsiteY1809" fmla="*/ 100108 h 1647825"/>
                <a:gd name="connsiteX1810" fmla="*/ 303657 w 1533525"/>
                <a:gd name="connsiteY1810" fmla="*/ 102013 h 1647825"/>
                <a:gd name="connsiteX1811" fmla="*/ 304800 w 1533525"/>
                <a:gd name="connsiteY1811" fmla="*/ 103727 h 1647825"/>
                <a:gd name="connsiteX1812" fmla="*/ 306324 w 1533525"/>
                <a:gd name="connsiteY1812" fmla="*/ 104870 h 1647825"/>
                <a:gd name="connsiteX1813" fmla="*/ 307943 w 1533525"/>
                <a:gd name="connsiteY1813" fmla="*/ 105156 h 1647825"/>
                <a:gd name="connsiteX1814" fmla="*/ 311563 w 1533525"/>
                <a:gd name="connsiteY1814" fmla="*/ 104204 h 1647825"/>
                <a:gd name="connsiteX1815" fmla="*/ 312611 w 1533525"/>
                <a:gd name="connsiteY1815" fmla="*/ 104299 h 1647825"/>
                <a:gd name="connsiteX1816" fmla="*/ 315373 w 1533525"/>
                <a:gd name="connsiteY1816" fmla="*/ 105347 h 1647825"/>
                <a:gd name="connsiteX1817" fmla="*/ 317278 w 1533525"/>
                <a:gd name="connsiteY1817" fmla="*/ 105251 h 1647825"/>
                <a:gd name="connsiteX1818" fmla="*/ 319278 w 1533525"/>
                <a:gd name="connsiteY1818" fmla="*/ 104775 h 1647825"/>
                <a:gd name="connsiteX1819" fmla="*/ 321183 w 1533525"/>
                <a:gd name="connsiteY1819" fmla="*/ 104680 h 1647825"/>
                <a:gd name="connsiteX1820" fmla="*/ 322802 w 1533525"/>
                <a:gd name="connsiteY1820" fmla="*/ 105823 h 1647825"/>
                <a:gd name="connsiteX1821" fmla="*/ 323469 w 1533525"/>
                <a:gd name="connsiteY1821" fmla="*/ 107823 h 1647825"/>
                <a:gd name="connsiteX1822" fmla="*/ 322993 w 1533525"/>
                <a:gd name="connsiteY1822" fmla="*/ 109823 h 1647825"/>
                <a:gd name="connsiteX1823" fmla="*/ 321755 w 1533525"/>
                <a:gd name="connsiteY1823" fmla="*/ 111633 h 1647825"/>
                <a:gd name="connsiteX1824" fmla="*/ 320326 w 1533525"/>
                <a:gd name="connsiteY1824" fmla="*/ 113062 h 1647825"/>
                <a:gd name="connsiteX1825" fmla="*/ 318516 w 1533525"/>
                <a:gd name="connsiteY1825" fmla="*/ 114395 h 1647825"/>
                <a:gd name="connsiteX1826" fmla="*/ 316611 w 1533525"/>
                <a:gd name="connsiteY1826" fmla="*/ 115253 h 1647825"/>
                <a:gd name="connsiteX1827" fmla="*/ 310896 w 1533525"/>
                <a:gd name="connsiteY1827" fmla="*/ 116205 h 1647825"/>
                <a:gd name="connsiteX1828" fmla="*/ 309658 w 1533525"/>
                <a:gd name="connsiteY1828" fmla="*/ 117348 h 1647825"/>
                <a:gd name="connsiteX1829" fmla="*/ 307848 w 1533525"/>
                <a:gd name="connsiteY1829" fmla="*/ 120587 h 1647825"/>
                <a:gd name="connsiteX1830" fmla="*/ 307562 w 1533525"/>
                <a:gd name="connsiteY1830" fmla="*/ 121349 h 1647825"/>
                <a:gd name="connsiteX1831" fmla="*/ 307277 w 1533525"/>
                <a:gd name="connsiteY1831" fmla="*/ 122111 h 1647825"/>
                <a:gd name="connsiteX1832" fmla="*/ 307086 w 1533525"/>
                <a:gd name="connsiteY1832" fmla="*/ 122968 h 1647825"/>
                <a:gd name="connsiteX1833" fmla="*/ 306991 w 1533525"/>
                <a:gd name="connsiteY1833" fmla="*/ 124778 h 1647825"/>
                <a:gd name="connsiteX1834" fmla="*/ 307086 w 1533525"/>
                <a:gd name="connsiteY1834" fmla="*/ 125730 h 1647825"/>
                <a:gd name="connsiteX1835" fmla="*/ 307372 w 1533525"/>
                <a:gd name="connsiteY1835" fmla="*/ 126683 h 1647825"/>
                <a:gd name="connsiteX1836" fmla="*/ 307848 w 1533525"/>
                <a:gd name="connsiteY1836" fmla="*/ 127540 h 1647825"/>
                <a:gd name="connsiteX1837" fmla="*/ 310325 w 1533525"/>
                <a:gd name="connsiteY1837" fmla="*/ 129731 h 1647825"/>
                <a:gd name="connsiteX1838" fmla="*/ 313658 w 1533525"/>
                <a:gd name="connsiteY1838" fmla="*/ 131540 h 1647825"/>
                <a:gd name="connsiteX1839" fmla="*/ 316516 w 1533525"/>
                <a:gd name="connsiteY1839" fmla="*/ 133826 h 1647825"/>
                <a:gd name="connsiteX1840" fmla="*/ 317373 w 1533525"/>
                <a:gd name="connsiteY1840" fmla="*/ 137255 h 1647825"/>
                <a:gd name="connsiteX1841" fmla="*/ 316230 w 1533525"/>
                <a:gd name="connsiteY1841" fmla="*/ 142018 h 1647825"/>
                <a:gd name="connsiteX1842" fmla="*/ 314611 w 1533525"/>
                <a:gd name="connsiteY1842" fmla="*/ 146590 h 1647825"/>
                <a:gd name="connsiteX1843" fmla="*/ 314135 w 1533525"/>
                <a:gd name="connsiteY1843" fmla="*/ 147638 h 1647825"/>
                <a:gd name="connsiteX1844" fmla="*/ 313563 w 1533525"/>
                <a:gd name="connsiteY1844" fmla="*/ 148495 h 1647825"/>
                <a:gd name="connsiteX1845" fmla="*/ 312896 w 1533525"/>
                <a:gd name="connsiteY1845" fmla="*/ 149257 h 1647825"/>
                <a:gd name="connsiteX1846" fmla="*/ 312039 w 1533525"/>
                <a:gd name="connsiteY1846" fmla="*/ 149924 h 1647825"/>
                <a:gd name="connsiteX1847" fmla="*/ 310039 w 1533525"/>
                <a:gd name="connsiteY1847" fmla="*/ 150686 h 1647825"/>
                <a:gd name="connsiteX1848" fmla="*/ 309182 w 1533525"/>
                <a:gd name="connsiteY1848" fmla="*/ 151257 h 1647825"/>
                <a:gd name="connsiteX1849" fmla="*/ 308705 w 1533525"/>
                <a:gd name="connsiteY1849" fmla="*/ 152400 h 1647825"/>
                <a:gd name="connsiteX1850" fmla="*/ 308515 w 1533525"/>
                <a:gd name="connsiteY1850" fmla="*/ 155162 h 1647825"/>
                <a:gd name="connsiteX1851" fmla="*/ 309277 w 1533525"/>
                <a:gd name="connsiteY1851" fmla="*/ 157067 h 1647825"/>
                <a:gd name="connsiteX1852" fmla="*/ 310706 w 1533525"/>
                <a:gd name="connsiteY1852" fmla="*/ 158496 h 1647825"/>
                <a:gd name="connsiteX1853" fmla="*/ 312611 w 1533525"/>
                <a:gd name="connsiteY1853" fmla="*/ 159829 h 1647825"/>
                <a:gd name="connsiteX1854" fmla="*/ 314325 w 1533525"/>
                <a:gd name="connsiteY1854" fmla="*/ 161544 h 1647825"/>
                <a:gd name="connsiteX1855" fmla="*/ 317278 w 1533525"/>
                <a:gd name="connsiteY1855" fmla="*/ 165545 h 1647825"/>
                <a:gd name="connsiteX1856" fmla="*/ 319278 w 1533525"/>
                <a:gd name="connsiteY1856" fmla="*/ 166688 h 1647825"/>
                <a:gd name="connsiteX1857" fmla="*/ 324136 w 1533525"/>
                <a:gd name="connsiteY1857" fmla="*/ 167545 h 1647825"/>
                <a:gd name="connsiteX1858" fmla="*/ 325565 w 1533525"/>
                <a:gd name="connsiteY1858" fmla="*/ 168497 h 1647825"/>
                <a:gd name="connsiteX1859" fmla="*/ 326136 w 1533525"/>
                <a:gd name="connsiteY1859" fmla="*/ 169926 h 1647825"/>
                <a:gd name="connsiteX1860" fmla="*/ 326231 w 1533525"/>
                <a:gd name="connsiteY1860" fmla="*/ 173069 h 1647825"/>
                <a:gd name="connsiteX1861" fmla="*/ 326898 w 1533525"/>
                <a:gd name="connsiteY1861" fmla="*/ 176308 h 1647825"/>
                <a:gd name="connsiteX1862" fmla="*/ 326707 w 1533525"/>
                <a:gd name="connsiteY1862" fmla="*/ 177641 h 1647825"/>
                <a:gd name="connsiteX1863" fmla="*/ 326136 w 1533525"/>
                <a:gd name="connsiteY1863" fmla="*/ 178784 h 1647825"/>
                <a:gd name="connsiteX1864" fmla="*/ 325850 w 1533525"/>
                <a:gd name="connsiteY1864" fmla="*/ 179261 h 1647825"/>
                <a:gd name="connsiteX1865" fmla="*/ 325755 w 1533525"/>
                <a:gd name="connsiteY1865" fmla="*/ 179356 h 1647825"/>
                <a:gd name="connsiteX1866" fmla="*/ 325279 w 1533525"/>
                <a:gd name="connsiteY1866" fmla="*/ 180118 h 1647825"/>
                <a:gd name="connsiteX1867" fmla="*/ 325755 w 1533525"/>
                <a:gd name="connsiteY1867" fmla="*/ 181261 h 1647825"/>
                <a:gd name="connsiteX1868" fmla="*/ 326422 w 1533525"/>
                <a:gd name="connsiteY1868" fmla="*/ 182213 h 1647825"/>
                <a:gd name="connsiteX1869" fmla="*/ 327279 w 1533525"/>
                <a:gd name="connsiteY1869" fmla="*/ 182785 h 1647825"/>
                <a:gd name="connsiteX1870" fmla="*/ 328422 w 1533525"/>
                <a:gd name="connsiteY1870" fmla="*/ 182975 h 1647825"/>
                <a:gd name="connsiteX1871" fmla="*/ 329375 w 1533525"/>
                <a:gd name="connsiteY1871" fmla="*/ 182690 h 1647825"/>
                <a:gd name="connsiteX1872" fmla="*/ 331089 w 1533525"/>
                <a:gd name="connsiteY1872" fmla="*/ 181642 h 1647825"/>
                <a:gd name="connsiteX1873" fmla="*/ 332137 w 1533525"/>
                <a:gd name="connsiteY1873" fmla="*/ 181547 h 1647825"/>
                <a:gd name="connsiteX1874" fmla="*/ 332994 w 1533525"/>
                <a:gd name="connsiteY1874" fmla="*/ 182023 h 1647825"/>
                <a:gd name="connsiteX1875" fmla="*/ 334518 w 1533525"/>
                <a:gd name="connsiteY1875" fmla="*/ 183547 h 1647825"/>
                <a:gd name="connsiteX1876" fmla="*/ 335375 w 1533525"/>
                <a:gd name="connsiteY1876" fmla="*/ 184023 h 1647825"/>
                <a:gd name="connsiteX1877" fmla="*/ 336423 w 1533525"/>
                <a:gd name="connsiteY1877" fmla="*/ 184023 h 1647825"/>
                <a:gd name="connsiteX1878" fmla="*/ 339185 w 1533525"/>
                <a:gd name="connsiteY1878" fmla="*/ 183547 h 1647825"/>
                <a:gd name="connsiteX1879" fmla="*/ 340233 w 1533525"/>
                <a:gd name="connsiteY1879" fmla="*/ 183261 h 1647825"/>
                <a:gd name="connsiteX1880" fmla="*/ 341281 w 1533525"/>
                <a:gd name="connsiteY1880" fmla="*/ 182499 h 1647825"/>
                <a:gd name="connsiteX1881" fmla="*/ 341662 w 1533525"/>
                <a:gd name="connsiteY1881" fmla="*/ 181547 h 1647825"/>
                <a:gd name="connsiteX1882" fmla="*/ 341852 w 1533525"/>
                <a:gd name="connsiteY1882" fmla="*/ 180499 h 1647825"/>
                <a:gd name="connsiteX1883" fmla="*/ 342328 w 1533525"/>
                <a:gd name="connsiteY1883" fmla="*/ 179261 h 1647825"/>
                <a:gd name="connsiteX1884" fmla="*/ 343281 w 1533525"/>
                <a:gd name="connsiteY1884" fmla="*/ 178308 h 1647825"/>
                <a:gd name="connsiteX1885" fmla="*/ 344234 w 1533525"/>
                <a:gd name="connsiteY1885" fmla="*/ 178118 h 1647825"/>
                <a:gd name="connsiteX1886" fmla="*/ 344996 w 1533525"/>
                <a:gd name="connsiteY1886" fmla="*/ 178689 h 1647825"/>
                <a:gd name="connsiteX1887" fmla="*/ 345186 w 1533525"/>
                <a:gd name="connsiteY1887" fmla="*/ 180118 h 1647825"/>
                <a:gd name="connsiteX1888" fmla="*/ 344805 w 1533525"/>
                <a:gd name="connsiteY1888" fmla="*/ 181451 h 1647825"/>
                <a:gd name="connsiteX1889" fmla="*/ 343472 w 1533525"/>
                <a:gd name="connsiteY1889" fmla="*/ 184023 h 1647825"/>
                <a:gd name="connsiteX1890" fmla="*/ 343090 w 1533525"/>
                <a:gd name="connsiteY1890" fmla="*/ 185452 h 1647825"/>
                <a:gd name="connsiteX1891" fmla="*/ 343090 w 1533525"/>
                <a:gd name="connsiteY1891" fmla="*/ 186785 h 1647825"/>
                <a:gd name="connsiteX1892" fmla="*/ 343472 w 1533525"/>
                <a:gd name="connsiteY1892" fmla="*/ 189357 h 1647825"/>
                <a:gd name="connsiteX1893" fmla="*/ 343376 w 1533525"/>
                <a:gd name="connsiteY1893" fmla="*/ 190595 h 1647825"/>
                <a:gd name="connsiteX1894" fmla="*/ 342995 w 1533525"/>
                <a:gd name="connsiteY1894" fmla="*/ 191643 h 1647825"/>
                <a:gd name="connsiteX1895" fmla="*/ 342424 w 1533525"/>
                <a:gd name="connsiteY1895" fmla="*/ 192691 h 1647825"/>
                <a:gd name="connsiteX1896" fmla="*/ 342043 w 1533525"/>
                <a:gd name="connsiteY1896" fmla="*/ 193834 h 1647825"/>
                <a:gd name="connsiteX1897" fmla="*/ 342233 w 1533525"/>
                <a:gd name="connsiteY1897" fmla="*/ 195072 h 1647825"/>
                <a:gd name="connsiteX1898" fmla="*/ 343853 w 1533525"/>
                <a:gd name="connsiteY1898" fmla="*/ 199454 h 1647825"/>
                <a:gd name="connsiteX1899" fmla="*/ 345281 w 1533525"/>
                <a:gd name="connsiteY1899" fmla="*/ 201168 h 1647825"/>
                <a:gd name="connsiteX1900" fmla="*/ 347186 w 1533525"/>
                <a:gd name="connsiteY1900" fmla="*/ 201835 h 1647825"/>
                <a:gd name="connsiteX1901" fmla="*/ 349186 w 1533525"/>
                <a:gd name="connsiteY1901" fmla="*/ 201740 h 1647825"/>
                <a:gd name="connsiteX1902" fmla="*/ 351092 w 1533525"/>
                <a:gd name="connsiteY1902" fmla="*/ 201073 h 1647825"/>
                <a:gd name="connsiteX1903" fmla="*/ 353092 w 1533525"/>
                <a:gd name="connsiteY1903" fmla="*/ 200978 h 1647825"/>
                <a:gd name="connsiteX1904" fmla="*/ 356711 w 1533525"/>
                <a:gd name="connsiteY1904" fmla="*/ 202787 h 1647825"/>
                <a:gd name="connsiteX1905" fmla="*/ 358902 w 1533525"/>
                <a:gd name="connsiteY1905" fmla="*/ 202597 h 1647825"/>
                <a:gd name="connsiteX1906" fmla="*/ 361093 w 1533525"/>
                <a:gd name="connsiteY1906" fmla="*/ 201644 h 1647825"/>
                <a:gd name="connsiteX1907" fmla="*/ 362807 w 1533525"/>
                <a:gd name="connsiteY1907" fmla="*/ 201454 h 1647825"/>
                <a:gd name="connsiteX1908" fmla="*/ 364427 w 1533525"/>
                <a:gd name="connsiteY1908" fmla="*/ 202121 h 1647825"/>
                <a:gd name="connsiteX1909" fmla="*/ 366427 w 1533525"/>
                <a:gd name="connsiteY1909" fmla="*/ 203740 h 1647825"/>
                <a:gd name="connsiteX1910" fmla="*/ 368236 w 1533525"/>
                <a:gd name="connsiteY1910" fmla="*/ 204788 h 1647825"/>
                <a:gd name="connsiteX1911" fmla="*/ 371951 w 1533525"/>
                <a:gd name="connsiteY1911" fmla="*/ 205645 h 1647825"/>
                <a:gd name="connsiteX1912" fmla="*/ 373761 w 1533525"/>
                <a:gd name="connsiteY1912" fmla="*/ 206693 h 1647825"/>
                <a:gd name="connsiteX1913" fmla="*/ 377381 w 1533525"/>
                <a:gd name="connsiteY1913" fmla="*/ 209645 h 1647825"/>
                <a:gd name="connsiteX1914" fmla="*/ 378905 w 1533525"/>
                <a:gd name="connsiteY1914" fmla="*/ 210884 h 1647825"/>
                <a:gd name="connsiteX1915" fmla="*/ 380238 w 1533525"/>
                <a:gd name="connsiteY1915" fmla="*/ 212598 h 1647825"/>
                <a:gd name="connsiteX1916" fmla="*/ 380524 w 1533525"/>
                <a:gd name="connsiteY1916" fmla="*/ 214027 h 1647825"/>
                <a:gd name="connsiteX1917" fmla="*/ 379952 w 1533525"/>
                <a:gd name="connsiteY1917" fmla="*/ 215265 h 1647825"/>
                <a:gd name="connsiteX1918" fmla="*/ 378238 w 1533525"/>
                <a:gd name="connsiteY1918" fmla="*/ 217170 h 1647825"/>
                <a:gd name="connsiteX1919" fmla="*/ 377761 w 1533525"/>
                <a:gd name="connsiteY1919" fmla="*/ 218218 h 1647825"/>
                <a:gd name="connsiteX1920" fmla="*/ 377190 w 1533525"/>
                <a:gd name="connsiteY1920" fmla="*/ 220313 h 1647825"/>
                <a:gd name="connsiteX1921" fmla="*/ 377000 w 1533525"/>
                <a:gd name="connsiteY1921" fmla="*/ 220980 h 1647825"/>
                <a:gd name="connsiteX1922" fmla="*/ 375380 w 1533525"/>
                <a:gd name="connsiteY1922" fmla="*/ 220885 h 1647825"/>
                <a:gd name="connsiteX1923" fmla="*/ 374714 w 1533525"/>
                <a:gd name="connsiteY1923" fmla="*/ 220980 h 1647825"/>
                <a:gd name="connsiteX1924" fmla="*/ 373475 w 1533525"/>
                <a:gd name="connsiteY1924" fmla="*/ 221361 h 1647825"/>
                <a:gd name="connsiteX1925" fmla="*/ 371856 w 1533525"/>
                <a:gd name="connsiteY1925" fmla="*/ 222218 h 1647825"/>
                <a:gd name="connsiteX1926" fmla="*/ 370618 w 1533525"/>
                <a:gd name="connsiteY1926" fmla="*/ 223361 h 1647825"/>
                <a:gd name="connsiteX1927" fmla="*/ 370713 w 1533525"/>
                <a:gd name="connsiteY1927" fmla="*/ 224790 h 1647825"/>
                <a:gd name="connsiteX1928" fmla="*/ 370046 w 1533525"/>
                <a:gd name="connsiteY1928" fmla="*/ 224695 h 1647825"/>
                <a:gd name="connsiteX1929" fmla="*/ 368808 w 1533525"/>
                <a:gd name="connsiteY1929" fmla="*/ 224314 h 1647825"/>
                <a:gd name="connsiteX1930" fmla="*/ 368332 w 1533525"/>
                <a:gd name="connsiteY1930" fmla="*/ 224504 h 1647825"/>
                <a:gd name="connsiteX1931" fmla="*/ 367760 w 1533525"/>
                <a:gd name="connsiteY1931" fmla="*/ 225076 h 1647825"/>
                <a:gd name="connsiteX1932" fmla="*/ 367284 w 1533525"/>
                <a:gd name="connsiteY1932" fmla="*/ 225266 h 1647825"/>
                <a:gd name="connsiteX1933" fmla="*/ 366808 w 1533525"/>
                <a:gd name="connsiteY1933" fmla="*/ 225266 h 1647825"/>
                <a:gd name="connsiteX1934" fmla="*/ 363569 w 1533525"/>
                <a:gd name="connsiteY1934" fmla="*/ 224028 h 1647825"/>
                <a:gd name="connsiteX1935" fmla="*/ 362617 w 1533525"/>
                <a:gd name="connsiteY1935" fmla="*/ 224219 h 1647825"/>
                <a:gd name="connsiteX1936" fmla="*/ 362998 w 1533525"/>
                <a:gd name="connsiteY1936" fmla="*/ 225933 h 1647825"/>
                <a:gd name="connsiteX1937" fmla="*/ 362426 w 1533525"/>
                <a:gd name="connsiteY1937" fmla="*/ 225933 h 1647825"/>
                <a:gd name="connsiteX1938" fmla="*/ 361093 w 1533525"/>
                <a:gd name="connsiteY1938" fmla="*/ 225838 h 1647825"/>
                <a:gd name="connsiteX1939" fmla="*/ 360617 w 1533525"/>
                <a:gd name="connsiteY1939" fmla="*/ 226124 h 1647825"/>
                <a:gd name="connsiteX1940" fmla="*/ 360236 w 1533525"/>
                <a:gd name="connsiteY1940" fmla="*/ 226695 h 1647825"/>
                <a:gd name="connsiteX1941" fmla="*/ 360045 w 1533525"/>
                <a:gd name="connsiteY1941" fmla="*/ 227171 h 1647825"/>
                <a:gd name="connsiteX1942" fmla="*/ 359759 w 1533525"/>
                <a:gd name="connsiteY1942" fmla="*/ 227648 h 1647825"/>
                <a:gd name="connsiteX1943" fmla="*/ 359093 w 1533525"/>
                <a:gd name="connsiteY1943" fmla="*/ 228029 h 1647825"/>
                <a:gd name="connsiteX1944" fmla="*/ 357854 w 1533525"/>
                <a:gd name="connsiteY1944" fmla="*/ 228219 h 1647825"/>
                <a:gd name="connsiteX1945" fmla="*/ 356711 w 1533525"/>
                <a:gd name="connsiteY1945" fmla="*/ 228124 h 1647825"/>
                <a:gd name="connsiteX1946" fmla="*/ 355664 w 1533525"/>
                <a:gd name="connsiteY1946" fmla="*/ 228314 h 1647825"/>
                <a:gd name="connsiteX1947" fmla="*/ 354806 w 1533525"/>
                <a:gd name="connsiteY1947" fmla="*/ 229362 h 1647825"/>
                <a:gd name="connsiteX1948" fmla="*/ 352425 w 1533525"/>
                <a:gd name="connsiteY1948" fmla="*/ 228505 h 1647825"/>
                <a:gd name="connsiteX1949" fmla="*/ 351473 w 1533525"/>
                <a:gd name="connsiteY1949" fmla="*/ 229838 h 1647825"/>
                <a:gd name="connsiteX1950" fmla="*/ 350996 w 1533525"/>
                <a:gd name="connsiteY1950" fmla="*/ 232029 h 1647825"/>
                <a:gd name="connsiteX1951" fmla="*/ 350044 w 1533525"/>
                <a:gd name="connsiteY1951" fmla="*/ 233648 h 1647825"/>
                <a:gd name="connsiteX1952" fmla="*/ 348996 w 1533525"/>
                <a:gd name="connsiteY1952" fmla="*/ 233839 h 1647825"/>
                <a:gd name="connsiteX1953" fmla="*/ 345567 w 1533525"/>
                <a:gd name="connsiteY1953" fmla="*/ 233172 h 1647825"/>
                <a:gd name="connsiteX1954" fmla="*/ 344043 w 1533525"/>
                <a:gd name="connsiteY1954" fmla="*/ 236029 h 1647825"/>
                <a:gd name="connsiteX1955" fmla="*/ 343376 w 1533525"/>
                <a:gd name="connsiteY1955" fmla="*/ 236601 h 1647825"/>
                <a:gd name="connsiteX1956" fmla="*/ 342519 w 1533525"/>
                <a:gd name="connsiteY1956" fmla="*/ 236887 h 1647825"/>
                <a:gd name="connsiteX1957" fmla="*/ 338519 w 1533525"/>
                <a:gd name="connsiteY1957" fmla="*/ 239935 h 1647825"/>
                <a:gd name="connsiteX1958" fmla="*/ 337757 w 1533525"/>
                <a:gd name="connsiteY1958" fmla="*/ 240792 h 1647825"/>
                <a:gd name="connsiteX1959" fmla="*/ 337280 w 1533525"/>
                <a:gd name="connsiteY1959" fmla="*/ 241745 h 1647825"/>
                <a:gd name="connsiteX1960" fmla="*/ 337090 w 1533525"/>
                <a:gd name="connsiteY1960" fmla="*/ 243078 h 1647825"/>
                <a:gd name="connsiteX1961" fmla="*/ 337090 w 1533525"/>
                <a:gd name="connsiteY1961" fmla="*/ 243935 h 1647825"/>
                <a:gd name="connsiteX1962" fmla="*/ 336994 w 1533525"/>
                <a:gd name="connsiteY1962" fmla="*/ 244221 h 1647825"/>
                <a:gd name="connsiteX1963" fmla="*/ 336804 w 1533525"/>
                <a:gd name="connsiteY1963" fmla="*/ 244412 h 1647825"/>
                <a:gd name="connsiteX1964" fmla="*/ 336423 w 1533525"/>
                <a:gd name="connsiteY1964" fmla="*/ 244983 h 1647825"/>
                <a:gd name="connsiteX1965" fmla="*/ 336328 w 1533525"/>
                <a:gd name="connsiteY1965" fmla="*/ 245269 h 1647825"/>
                <a:gd name="connsiteX1966" fmla="*/ 336137 w 1533525"/>
                <a:gd name="connsiteY1966" fmla="*/ 246031 h 1647825"/>
                <a:gd name="connsiteX1967" fmla="*/ 336042 w 1533525"/>
                <a:gd name="connsiteY1967" fmla="*/ 246317 h 1647825"/>
                <a:gd name="connsiteX1968" fmla="*/ 335852 w 1533525"/>
                <a:gd name="connsiteY1968" fmla="*/ 246412 h 1647825"/>
                <a:gd name="connsiteX1969" fmla="*/ 335471 w 1533525"/>
                <a:gd name="connsiteY1969" fmla="*/ 246602 h 1647825"/>
                <a:gd name="connsiteX1970" fmla="*/ 335375 w 1533525"/>
                <a:gd name="connsiteY1970" fmla="*/ 246698 h 1647825"/>
                <a:gd name="connsiteX1971" fmla="*/ 334804 w 1533525"/>
                <a:gd name="connsiteY1971" fmla="*/ 247650 h 1647825"/>
                <a:gd name="connsiteX1972" fmla="*/ 334613 w 1533525"/>
                <a:gd name="connsiteY1972" fmla="*/ 247841 h 1647825"/>
                <a:gd name="connsiteX1973" fmla="*/ 335185 w 1533525"/>
                <a:gd name="connsiteY1973" fmla="*/ 248507 h 1647825"/>
                <a:gd name="connsiteX1974" fmla="*/ 338138 w 1533525"/>
                <a:gd name="connsiteY1974" fmla="*/ 253937 h 1647825"/>
                <a:gd name="connsiteX1975" fmla="*/ 339661 w 1533525"/>
                <a:gd name="connsiteY1975" fmla="*/ 259747 h 1647825"/>
                <a:gd name="connsiteX1976" fmla="*/ 341281 w 1533525"/>
                <a:gd name="connsiteY1976" fmla="*/ 262223 h 1647825"/>
                <a:gd name="connsiteX1977" fmla="*/ 341376 w 1533525"/>
                <a:gd name="connsiteY1977" fmla="*/ 263366 h 1647825"/>
                <a:gd name="connsiteX1978" fmla="*/ 341090 w 1533525"/>
                <a:gd name="connsiteY1978" fmla="*/ 264509 h 1647825"/>
                <a:gd name="connsiteX1979" fmla="*/ 340423 w 1533525"/>
                <a:gd name="connsiteY1979" fmla="*/ 265462 h 1647825"/>
                <a:gd name="connsiteX1980" fmla="*/ 339566 w 1533525"/>
                <a:gd name="connsiteY1980" fmla="*/ 266510 h 1647825"/>
                <a:gd name="connsiteX1981" fmla="*/ 338900 w 1533525"/>
                <a:gd name="connsiteY1981" fmla="*/ 267557 h 1647825"/>
                <a:gd name="connsiteX1982" fmla="*/ 336804 w 1533525"/>
                <a:gd name="connsiteY1982" fmla="*/ 272796 h 1647825"/>
                <a:gd name="connsiteX1983" fmla="*/ 336423 w 1533525"/>
                <a:gd name="connsiteY1983" fmla="*/ 274225 h 1647825"/>
                <a:gd name="connsiteX1984" fmla="*/ 336423 w 1533525"/>
                <a:gd name="connsiteY1984" fmla="*/ 276987 h 1647825"/>
                <a:gd name="connsiteX1985" fmla="*/ 335566 w 1533525"/>
                <a:gd name="connsiteY1985" fmla="*/ 279464 h 1647825"/>
                <a:gd name="connsiteX1986" fmla="*/ 335375 w 1533525"/>
                <a:gd name="connsiteY1986" fmla="*/ 280702 h 1647825"/>
                <a:gd name="connsiteX1987" fmla="*/ 335566 w 1533525"/>
                <a:gd name="connsiteY1987" fmla="*/ 281845 h 1647825"/>
                <a:gd name="connsiteX1988" fmla="*/ 335852 w 1533525"/>
                <a:gd name="connsiteY1988" fmla="*/ 282702 h 1647825"/>
                <a:gd name="connsiteX1989" fmla="*/ 336328 w 1533525"/>
                <a:gd name="connsiteY1989" fmla="*/ 283464 h 1647825"/>
                <a:gd name="connsiteX1990" fmla="*/ 336994 w 1533525"/>
                <a:gd name="connsiteY1990" fmla="*/ 284321 h 1647825"/>
                <a:gd name="connsiteX1991" fmla="*/ 337852 w 1533525"/>
                <a:gd name="connsiteY1991" fmla="*/ 284702 h 1647825"/>
                <a:gd name="connsiteX1992" fmla="*/ 340138 w 1533525"/>
                <a:gd name="connsiteY1992" fmla="*/ 284321 h 1647825"/>
                <a:gd name="connsiteX1993" fmla="*/ 341186 w 1533525"/>
                <a:gd name="connsiteY1993" fmla="*/ 284321 h 1647825"/>
                <a:gd name="connsiteX1994" fmla="*/ 341948 w 1533525"/>
                <a:gd name="connsiteY1994" fmla="*/ 284798 h 1647825"/>
                <a:gd name="connsiteX1995" fmla="*/ 342900 w 1533525"/>
                <a:gd name="connsiteY1995" fmla="*/ 285655 h 1647825"/>
                <a:gd name="connsiteX1996" fmla="*/ 343376 w 1533525"/>
                <a:gd name="connsiteY1996" fmla="*/ 286226 h 1647825"/>
                <a:gd name="connsiteX1997" fmla="*/ 340328 w 1533525"/>
                <a:gd name="connsiteY1997" fmla="*/ 287846 h 1647825"/>
                <a:gd name="connsiteX1998" fmla="*/ 339185 w 1533525"/>
                <a:gd name="connsiteY1998" fmla="*/ 288703 h 1647825"/>
                <a:gd name="connsiteX1999" fmla="*/ 338423 w 1533525"/>
                <a:gd name="connsiteY1999" fmla="*/ 289750 h 1647825"/>
                <a:gd name="connsiteX2000" fmla="*/ 338423 w 1533525"/>
                <a:gd name="connsiteY2000" fmla="*/ 290989 h 1647825"/>
                <a:gd name="connsiteX2001" fmla="*/ 337661 w 1533525"/>
                <a:gd name="connsiteY2001" fmla="*/ 291751 h 1647825"/>
                <a:gd name="connsiteX2002" fmla="*/ 336899 w 1533525"/>
                <a:gd name="connsiteY2002" fmla="*/ 292703 h 1647825"/>
                <a:gd name="connsiteX2003" fmla="*/ 336042 w 1533525"/>
                <a:gd name="connsiteY2003" fmla="*/ 293561 h 1647825"/>
                <a:gd name="connsiteX2004" fmla="*/ 334994 w 1533525"/>
                <a:gd name="connsiteY2004" fmla="*/ 293942 h 1647825"/>
                <a:gd name="connsiteX2005" fmla="*/ 333851 w 1533525"/>
                <a:gd name="connsiteY2005" fmla="*/ 293942 h 1647825"/>
                <a:gd name="connsiteX2006" fmla="*/ 332899 w 1533525"/>
                <a:gd name="connsiteY2006" fmla="*/ 294132 h 1647825"/>
                <a:gd name="connsiteX2007" fmla="*/ 332042 w 1533525"/>
                <a:gd name="connsiteY2007" fmla="*/ 294608 h 1647825"/>
                <a:gd name="connsiteX2008" fmla="*/ 331089 w 1533525"/>
                <a:gd name="connsiteY2008" fmla="*/ 295466 h 1647825"/>
                <a:gd name="connsiteX2009" fmla="*/ 330518 w 1533525"/>
                <a:gd name="connsiteY2009" fmla="*/ 296513 h 1647825"/>
                <a:gd name="connsiteX2010" fmla="*/ 330327 w 1533525"/>
                <a:gd name="connsiteY2010" fmla="*/ 297371 h 1647825"/>
                <a:gd name="connsiteX2011" fmla="*/ 329946 w 1533525"/>
                <a:gd name="connsiteY2011" fmla="*/ 297847 h 1647825"/>
                <a:gd name="connsiteX2012" fmla="*/ 328803 w 1533525"/>
                <a:gd name="connsiteY2012" fmla="*/ 297752 h 1647825"/>
                <a:gd name="connsiteX2013" fmla="*/ 327469 w 1533525"/>
                <a:gd name="connsiteY2013" fmla="*/ 297371 h 1647825"/>
                <a:gd name="connsiteX2014" fmla="*/ 326898 w 1533525"/>
                <a:gd name="connsiteY2014" fmla="*/ 297275 h 1647825"/>
                <a:gd name="connsiteX2015" fmla="*/ 326231 w 1533525"/>
                <a:gd name="connsiteY2015" fmla="*/ 297466 h 1647825"/>
                <a:gd name="connsiteX2016" fmla="*/ 325660 w 1533525"/>
                <a:gd name="connsiteY2016" fmla="*/ 297847 h 1647825"/>
                <a:gd name="connsiteX2017" fmla="*/ 325184 w 1533525"/>
                <a:gd name="connsiteY2017" fmla="*/ 298418 h 1647825"/>
                <a:gd name="connsiteX2018" fmla="*/ 324803 w 1533525"/>
                <a:gd name="connsiteY2018" fmla="*/ 299085 h 1647825"/>
                <a:gd name="connsiteX2019" fmla="*/ 325184 w 1533525"/>
                <a:gd name="connsiteY2019" fmla="*/ 300228 h 1647825"/>
                <a:gd name="connsiteX2020" fmla="*/ 324612 w 1533525"/>
                <a:gd name="connsiteY2020" fmla="*/ 301276 h 1647825"/>
                <a:gd name="connsiteX2021" fmla="*/ 323564 w 1533525"/>
                <a:gd name="connsiteY2021" fmla="*/ 302133 h 1647825"/>
                <a:gd name="connsiteX2022" fmla="*/ 322517 w 1533525"/>
                <a:gd name="connsiteY2022" fmla="*/ 302419 h 1647825"/>
                <a:gd name="connsiteX2023" fmla="*/ 322326 w 1533525"/>
                <a:gd name="connsiteY2023" fmla="*/ 302705 h 1647825"/>
                <a:gd name="connsiteX2024" fmla="*/ 322802 w 1533525"/>
                <a:gd name="connsiteY2024" fmla="*/ 303943 h 1647825"/>
                <a:gd name="connsiteX2025" fmla="*/ 322898 w 1533525"/>
                <a:gd name="connsiteY2025" fmla="*/ 304324 h 1647825"/>
                <a:gd name="connsiteX2026" fmla="*/ 322517 w 1533525"/>
                <a:gd name="connsiteY2026" fmla="*/ 304800 h 1647825"/>
                <a:gd name="connsiteX2027" fmla="*/ 321755 w 1533525"/>
                <a:gd name="connsiteY2027" fmla="*/ 305372 h 1647825"/>
                <a:gd name="connsiteX2028" fmla="*/ 321278 w 1533525"/>
                <a:gd name="connsiteY2028" fmla="*/ 305848 h 1647825"/>
                <a:gd name="connsiteX2029" fmla="*/ 320231 w 1533525"/>
                <a:gd name="connsiteY2029" fmla="*/ 307467 h 1647825"/>
                <a:gd name="connsiteX2030" fmla="*/ 319373 w 1533525"/>
                <a:gd name="connsiteY2030" fmla="*/ 308229 h 1647825"/>
                <a:gd name="connsiteX2031" fmla="*/ 318992 w 1533525"/>
                <a:gd name="connsiteY2031" fmla="*/ 308705 h 1647825"/>
                <a:gd name="connsiteX2032" fmla="*/ 318611 w 1533525"/>
                <a:gd name="connsiteY2032" fmla="*/ 309944 h 1647825"/>
                <a:gd name="connsiteX2033" fmla="*/ 317849 w 1533525"/>
                <a:gd name="connsiteY2033" fmla="*/ 310515 h 1647825"/>
                <a:gd name="connsiteX2034" fmla="*/ 317659 w 1533525"/>
                <a:gd name="connsiteY2034" fmla="*/ 310991 h 1647825"/>
                <a:gd name="connsiteX2035" fmla="*/ 317468 w 1533525"/>
                <a:gd name="connsiteY2035" fmla="*/ 311849 h 1647825"/>
                <a:gd name="connsiteX2036" fmla="*/ 317087 w 1533525"/>
                <a:gd name="connsiteY2036" fmla="*/ 312134 h 1647825"/>
                <a:gd name="connsiteX2037" fmla="*/ 315849 w 1533525"/>
                <a:gd name="connsiteY2037" fmla="*/ 312420 h 1647825"/>
                <a:gd name="connsiteX2038" fmla="*/ 314706 w 1533525"/>
                <a:gd name="connsiteY2038" fmla="*/ 312992 h 1647825"/>
                <a:gd name="connsiteX2039" fmla="*/ 313849 w 1533525"/>
                <a:gd name="connsiteY2039" fmla="*/ 313563 h 1647825"/>
                <a:gd name="connsiteX2040" fmla="*/ 313087 w 1533525"/>
                <a:gd name="connsiteY2040" fmla="*/ 314230 h 1647825"/>
                <a:gd name="connsiteX2041" fmla="*/ 312325 w 1533525"/>
                <a:gd name="connsiteY2041" fmla="*/ 315182 h 1647825"/>
                <a:gd name="connsiteX2042" fmla="*/ 311753 w 1533525"/>
                <a:gd name="connsiteY2042" fmla="*/ 316325 h 1647825"/>
                <a:gd name="connsiteX2043" fmla="*/ 311848 w 1533525"/>
                <a:gd name="connsiteY2043" fmla="*/ 317373 h 1647825"/>
                <a:gd name="connsiteX2044" fmla="*/ 312039 w 1533525"/>
                <a:gd name="connsiteY2044" fmla="*/ 318516 h 1647825"/>
                <a:gd name="connsiteX2045" fmla="*/ 311848 w 1533525"/>
                <a:gd name="connsiteY2045" fmla="*/ 319945 h 1647825"/>
                <a:gd name="connsiteX2046" fmla="*/ 311182 w 1533525"/>
                <a:gd name="connsiteY2046" fmla="*/ 320707 h 1647825"/>
                <a:gd name="connsiteX2047" fmla="*/ 309086 w 1533525"/>
                <a:gd name="connsiteY2047" fmla="*/ 321278 h 1647825"/>
                <a:gd name="connsiteX2048" fmla="*/ 308610 w 1533525"/>
                <a:gd name="connsiteY2048" fmla="*/ 321755 h 1647825"/>
                <a:gd name="connsiteX2049" fmla="*/ 308324 w 1533525"/>
                <a:gd name="connsiteY2049" fmla="*/ 322517 h 1647825"/>
                <a:gd name="connsiteX2050" fmla="*/ 305657 w 1533525"/>
                <a:gd name="connsiteY2050" fmla="*/ 326231 h 1647825"/>
                <a:gd name="connsiteX2051" fmla="*/ 305181 w 1533525"/>
                <a:gd name="connsiteY2051" fmla="*/ 326612 h 1647825"/>
                <a:gd name="connsiteX2052" fmla="*/ 304514 w 1533525"/>
                <a:gd name="connsiteY2052" fmla="*/ 326708 h 1647825"/>
                <a:gd name="connsiteX2053" fmla="*/ 303657 w 1533525"/>
                <a:gd name="connsiteY2053" fmla="*/ 326422 h 1647825"/>
                <a:gd name="connsiteX2054" fmla="*/ 303752 w 1533525"/>
                <a:gd name="connsiteY2054" fmla="*/ 326803 h 1647825"/>
                <a:gd name="connsiteX2055" fmla="*/ 303848 w 1533525"/>
                <a:gd name="connsiteY2055" fmla="*/ 327660 h 1647825"/>
                <a:gd name="connsiteX2056" fmla="*/ 303943 w 1533525"/>
                <a:gd name="connsiteY2056" fmla="*/ 328041 h 1647825"/>
                <a:gd name="connsiteX2057" fmla="*/ 302990 w 1533525"/>
                <a:gd name="connsiteY2057" fmla="*/ 327946 h 1647825"/>
                <a:gd name="connsiteX2058" fmla="*/ 301943 w 1533525"/>
                <a:gd name="connsiteY2058" fmla="*/ 328517 h 1647825"/>
                <a:gd name="connsiteX2059" fmla="*/ 301085 w 1533525"/>
                <a:gd name="connsiteY2059" fmla="*/ 329375 h 1647825"/>
                <a:gd name="connsiteX2060" fmla="*/ 300704 w 1533525"/>
                <a:gd name="connsiteY2060" fmla="*/ 330327 h 1647825"/>
                <a:gd name="connsiteX2061" fmla="*/ 300514 w 1533525"/>
                <a:gd name="connsiteY2061" fmla="*/ 330613 h 1647825"/>
                <a:gd name="connsiteX2062" fmla="*/ 303086 w 1533525"/>
                <a:gd name="connsiteY2062" fmla="*/ 332042 h 1647825"/>
                <a:gd name="connsiteX2063" fmla="*/ 304133 w 1533525"/>
                <a:gd name="connsiteY2063" fmla="*/ 333661 h 1647825"/>
                <a:gd name="connsiteX2064" fmla="*/ 305372 w 1533525"/>
                <a:gd name="connsiteY2064" fmla="*/ 336233 h 1647825"/>
                <a:gd name="connsiteX2065" fmla="*/ 306134 w 1533525"/>
                <a:gd name="connsiteY2065" fmla="*/ 338900 h 1647825"/>
                <a:gd name="connsiteX2066" fmla="*/ 306038 w 1533525"/>
                <a:gd name="connsiteY2066" fmla="*/ 339662 h 1647825"/>
                <a:gd name="connsiteX2067" fmla="*/ 305943 w 1533525"/>
                <a:gd name="connsiteY2067" fmla="*/ 340614 h 1647825"/>
                <a:gd name="connsiteX2068" fmla="*/ 297180 w 1533525"/>
                <a:gd name="connsiteY2068" fmla="*/ 347948 h 1647825"/>
                <a:gd name="connsiteX2069" fmla="*/ 295180 w 1533525"/>
                <a:gd name="connsiteY2069" fmla="*/ 349091 h 1647825"/>
                <a:gd name="connsiteX2070" fmla="*/ 285560 w 1533525"/>
                <a:gd name="connsiteY2070" fmla="*/ 351282 h 1647825"/>
                <a:gd name="connsiteX2071" fmla="*/ 276511 w 1533525"/>
                <a:gd name="connsiteY2071" fmla="*/ 355568 h 1647825"/>
                <a:gd name="connsiteX2072" fmla="*/ 275749 w 1533525"/>
                <a:gd name="connsiteY2072" fmla="*/ 356521 h 1647825"/>
                <a:gd name="connsiteX2073" fmla="*/ 273463 w 1533525"/>
                <a:gd name="connsiteY2073" fmla="*/ 363855 h 1647825"/>
                <a:gd name="connsiteX2074" fmla="*/ 271177 w 1533525"/>
                <a:gd name="connsiteY2074" fmla="*/ 371189 h 1647825"/>
                <a:gd name="connsiteX2075" fmla="*/ 268415 w 1533525"/>
                <a:gd name="connsiteY2075" fmla="*/ 380048 h 1647825"/>
                <a:gd name="connsiteX2076" fmla="*/ 265557 w 1533525"/>
                <a:gd name="connsiteY2076" fmla="*/ 385667 h 1647825"/>
                <a:gd name="connsiteX2077" fmla="*/ 262985 w 1533525"/>
                <a:gd name="connsiteY2077" fmla="*/ 390620 h 1647825"/>
                <a:gd name="connsiteX2078" fmla="*/ 258890 w 1533525"/>
                <a:gd name="connsiteY2078" fmla="*/ 398526 h 1647825"/>
                <a:gd name="connsiteX2079" fmla="*/ 255651 w 1533525"/>
                <a:gd name="connsiteY2079" fmla="*/ 402908 h 1647825"/>
                <a:gd name="connsiteX2080" fmla="*/ 254318 w 1533525"/>
                <a:gd name="connsiteY2080" fmla="*/ 405194 h 1647825"/>
                <a:gd name="connsiteX2081" fmla="*/ 252603 w 1533525"/>
                <a:gd name="connsiteY2081" fmla="*/ 409385 h 1647825"/>
                <a:gd name="connsiteX2082" fmla="*/ 251936 w 1533525"/>
                <a:gd name="connsiteY2082" fmla="*/ 410242 h 1647825"/>
                <a:gd name="connsiteX2083" fmla="*/ 251079 w 1533525"/>
                <a:gd name="connsiteY2083" fmla="*/ 410813 h 1647825"/>
                <a:gd name="connsiteX2084" fmla="*/ 244316 w 1533525"/>
                <a:gd name="connsiteY2084" fmla="*/ 414338 h 1647825"/>
                <a:gd name="connsiteX2085" fmla="*/ 238315 w 1533525"/>
                <a:gd name="connsiteY2085" fmla="*/ 417481 h 1647825"/>
                <a:gd name="connsiteX2086" fmla="*/ 231362 w 1533525"/>
                <a:gd name="connsiteY2086" fmla="*/ 421100 h 1647825"/>
                <a:gd name="connsiteX2087" fmla="*/ 223838 w 1533525"/>
                <a:gd name="connsiteY2087" fmla="*/ 425006 h 1647825"/>
                <a:gd name="connsiteX2088" fmla="*/ 222409 w 1533525"/>
                <a:gd name="connsiteY2088" fmla="*/ 426053 h 1647825"/>
                <a:gd name="connsiteX2089" fmla="*/ 218503 w 1533525"/>
                <a:gd name="connsiteY2089" fmla="*/ 430816 h 1647825"/>
                <a:gd name="connsiteX2090" fmla="*/ 217265 w 1533525"/>
                <a:gd name="connsiteY2090" fmla="*/ 433292 h 1647825"/>
                <a:gd name="connsiteX2091" fmla="*/ 214217 w 1533525"/>
                <a:gd name="connsiteY2091" fmla="*/ 445294 h 1647825"/>
                <a:gd name="connsiteX2092" fmla="*/ 213169 w 1533525"/>
                <a:gd name="connsiteY2092" fmla="*/ 448151 h 1647825"/>
                <a:gd name="connsiteX2093" fmla="*/ 211741 w 1533525"/>
                <a:gd name="connsiteY2093" fmla="*/ 450723 h 1647825"/>
                <a:gd name="connsiteX2094" fmla="*/ 209645 w 1533525"/>
                <a:gd name="connsiteY2094" fmla="*/ 452914 h 1647825"/>
                <a:gd name="connsiteX2095" fmla="*/ 203168 w 1533525"/>
                <a:gd name="connsiteY2095" fmla="*/ 458248 h 1647825"/>
                <a:gd name="connsiteX2096" fmla="*/ 198977 w 1533525"/>
                <a:gd name="connsiteY2096" fmla="*/ 463772 h 1647825"/>
                <a:gd name="connsiteX2097" fmla="*/ 198406 w 1533525"/>
                <a:gd name="connsiteY2097" fmla="*/ 465011 h 1647825"/>
                <a:gd name="connsiteX2098" fmla="*/ 198120 w 1533525"/>
                <a:gd name="connsiteY2098" fmla="*/ 466154 h 1647825"/>
                <a:gd name="connsiteX2099" fmla="*/ 197548 w 1533525"/>
                <a:gd name="connsiteY2099" fmla="*/ 473393 h 1647825"/>
                <a:gd name="connsiteX2100" fmla="*/ 197263 w 1533525"/>
                <a:gd name="connsiteY2100" fmla="*/ 474250 h 1647825"/>
                <a:gd name="connsiteX2101" fmla="*/ 196501 w 1533525"/>
                <a:gd name="connsiteY2101" fmla="*/ 474821 h 1647825"/>
                <a:gd name="connsiteX2102" fmla="*/ 188119 w 1533525"/>
                <a:gd name="connsiteY2102" fmla="*/ 477393 h 1647825"/>
                <a:gd name="connsiteX2103" fmla="*/ 180689 w 1533525"/>
                <a:gd name="connsiteY2103" fmla="*/ 479679 h 1647825"/>
                <a:gd name="connsiteX2104" fmla="*/ 176308 w 1533525"/>
                <a:gd name="connsiteY2104" fmla="*/ 480060 h 1647825"/>
                <a:gd name="connsiteX2105" fmla="*/ 172117 w 1533525"/>
                <a:gd name="connsiteY2105" fmla="*/ 479679 h 1647825"/>
                <a:gd name="connsiteX2106" fmla="*/ 167545 w 1533525"/>
                <a:gd name="connsiteY2106" fmla="*/ 480060 h 1647825"/>
                <a:gd name="connsiteX2107" fmla="*/ 163068 w 1533525"/>
                <a:gd name="connsiteY2107" fmla="*/ 481013 h 1647825"/>
                <a:gd name="connsiteX2108" fmla="*/ 159068 w 1533525"/>
                <a:gd name="connsiteY2108" fmla="*/ 482346 h 1647825"/>
                <a:gd name="connsiteX2109" fmla="*/ 152590 w 1533525"/>
                <a:gd name="connsiteY2109" fmla="*/ 485585 h 1647825"/>
                <a:gd name="connsiteX2110" fmla="*/ 146590 w 1533525"/>
                <a:gd name="connsiteY2110" fmla="*/ 488537 h 1647825"/>
                <a:gd name="connsiteX2111" fmla="*/ 142303 w 1533525"/>
                <a:gd name="connsiteY2111" fmla="*/ 489490 h 1647825"/>
                <a:gd name="connsiteX2112" fmla="*/ 138589 w 1533525"/>
                <a:gd name="connsiteY2112" fmla="*/ 489014 h 1647825"/>
                <a:gd name="connsiteX2113" fmla="*/ 135922 w 1533525"/>
                <a:gd name="connsiteY2113" fmla="*/ 487204 h 1647825"/>
                <a:gd name="connsiteX2114" fmla="*/ 133922 w 1533525"/>
                <a:gd name="connsiteY2114" fmla="*/ 484251 h 1647825"/>
                <a:gd name="connsiteX2115" fmla="*/ 132302 w 1533525"/>
                <a:gd name="connsiteY2115" fmla="*/ 480441 h 1647825"/>
                <a:gd name="connsiteX2116" fmla="*/ 132112 w 1533525"/>
                <a:gd name="connsiteY2116" fmla="*/ 479298 h 1647825"/>
                <a:gd name="connsiteX2117" fmla="*/ 132302 w 1533525"/>
                <a:gd name="connsiteY2117" fmla="*/ 477107 h 1647825"/>
                <a:gd name="connsiteX2118" fmla="*/ 131826 w 1533525"/>
                <a:gd name="connsiteY2118" fmla="*/ 475869 h 1647825"/>
                <a:gd name="connsiteX2119" fmla="*/ 131159 w 1533525"/>
                <a:gd name="connsiteY2119" fmla="*/ 475107 h 1647825"/>
                <a:gd name="connsiteX2120" fmla="*/ 129635 w 1533525"/>
                <a:gd name="connsiteY2120" fmla="*/ 473869 h 1647825"/>
                <a:gd name="connsiteX2121" fmla="*/ 127921 w 1533525"/>
                <a:gd name="connsiteY2121" fmla="*/ 471869 h 1647825"/>
                <a:gd name="connsiteX2122" fmla="*/ 126587 w 1533525"/>
                <a:gd name="connsiteY2122" fmla="*/ 470821 h 1647825"/>
                <a:gd name="connsiteX2123" fmla="*/ 125063 w 1533525"/>
                <a:gd name="connsiteY2123" fmla="*/ 470059 h 1647825"/>
                <a:gd name="connsiteX2124" fmla="*/ 123539 w 1533525"/>
                <a:gd name="connsiteY2124" fmla="*/ 469583 h 1647825"/>
                <a:gd name="connsiteX2125" fmla="*/ 122396 w 1533525"/>
                <a:gd name="connsiteY2125" fmla="*/ 469392 h 1647825"/>
                <a:gd name="connsiteX2126" fmla="*/ 121348 w 1533525"/>
                <a:gd name="connsiteY2126" fmla="*/ 469678 h 1647825"/>
                <a:gd name="connsiteX2127" fmla="*/ 119348 w 1533525"/>
                <a:gd name="connsiteY2127" fmla="*/ 470535 h 1647825"/>
                <a:gd name="connsiteX2128" fmla="*/ 117348 w 1533525"/>
                <a:gd name="connsiteY2128" fmla="*/ 470821 h 1647825"/>
                <a:gd name="connsiteX2129" fmla="*/ 116396 w 1533525"/>
                <a:gd name="connsiteY2129" fmla="*/ 471107 h 1647825"/>
                <a:gd name="connsiteX2130" fmla="*/ 115443 w 1533525"/>
                <a:gd name="connsiteY2130" fmla="*/ 471773 h 1647825"/>
                <a:gd name="connsiteX2131" fmla="*/ 112490 w 1533525"/>
                <a:gd name="connsiteY2131" fmla="*/ 475012 h 1647825"/>
                <a:gd name="connsiteX2132" fmla="*/ 108871 w 1533525"/>
                <a:gd name="connsiteY2132" fmla="*/ 477679 h 1647825"/>
                <a:gd name="connsiteX2133" fmla="*/ 108299 w 1533525"/>
                <a:gd name="connsiteY2133" fmla="*/ 478250 h 1647825"/>
                <a:gd name="connsiteX2134" fmla="*/ 103727 w 1533525"/>
                <a:gd name="connsiteY2134" fmla="*/ 483013 h 1647825"/>
                <a:gd name="connsiteX2135" fmla="*/ 103156 w 1533525"/>
                <a:gd name="connsiteY2135" fmla="*/ 484061 h 1647825"/>
                <a:gd name="connsiteX2136" fmla="*/ 99251 w 1533525"/>
                <a:gd name="connsiteY2136" fmla="*/ 495491 h 1647825"/>
                <a:gd name="connsiteX2137" fmla="*/ 98012 w 1533525"/>
                <a:gd name="connsiteY2137" fmla="*/ 497205 h 1647825"/>
                <a:gd name="connsiteX2138" fmla="*/ 93536 w 1533525"/>
                <a:gd name="connsiteY2138" fmla="*/ 501587 h 1647825"/>
                <a:gd name="connsiteX2139" fmla="*/ 90392 w 1533525"/>
                <a:gd name="connsiteY2139" fmla="*/ 506730 h 1647825"/>
                <a:gd name="connsiteX2140" fmla="*/ 84201 w 1533525"/>
                <a:gd name="connsiteY2140" fmla="*/ 512636 h 1647825"/>
                <a:gd name="connsiteX2141" fmla="*/ 80772 w 1533525"/>
                <a:gd name="connsiteY2141" fmla="*/ 515017 h 1647825"/>
                <a:gd name="connsiteX2142" fmla="*/ 76010 w 1533525"/>
                <a:gd name="connsiteY2142" fmla="*/ 519779 h 1647825"/>
                <a:gd name="connsiteX2143" fmla="*/ 73819 w 1533525"/>
                <a:gd name="connsiteY2143" fmla="*/ 523494 h 1647825"/>
                <a:gd name="connsiteX2144" fmla="*/ 72390 w 1533525"/>
                <a:gd name="connsiteY2144" fmla="*/ 527971 h 1647825"/>
                <a:gd name="connsiteX2145" fmla="*/ 71247 w 1533525"/>
                <a:gd name="connsiteY2145" fmla="*/ 535210 h 1647825"/>
                <a:gd name="connsiteX2146" fmla="*/ 70104 w 1533525"/>
                <a:gd name="connsiteY2146" fmla="*/ 542163 h 1647825"/>
                <a:gd name="connsiteX2147" fmla="*/ 70485 w 1533525"/>
                <a:gd name="connsiteY2147" fmla="*/ 544544 h 1647825"/>
                <a:gd name="connsiteX2148" fmla="*/ 72104 w 1533525"/>
                <a:gd name="connsiteY2148" fmla="*/ 546354 h 1647825"/>
                <a:gd name="connsiteX2149" fmla="*/ 80296 w 1533525"/>
                <a:gd name="connsiteY2149" fmla="*/ 549688 h 1647825"/>
                <a:gd name="connsiteX2150" fmla="*/ 82486 w 1533525"/>
                <a:gd name="connsiteY2150" fmla="*/ 551117 h 1647825"/>
                <a:gd name="connsiteX2151" fmla="*/ 86297 w 1533525"/>
                <a:gd name="connsiteY2151" fmla="*/ 554546 h 1647825"/>
                <a:gd name="connsiteX2152" fmla="*/ 88582 w 1533525"/>
                <a:gd name="connsiteY2152" fmla="*/ 555403 h 1647825"/>
                <a:gd name="connsiteX2153" fmla="*/ 101251 w 1533525"/>
                <a:gd name="connsiteY2153" fmla="*/ 554927 h 1647825"/>
                <a:gd name="connsiteX2154" fmla="*/ 103251 w 1533525"/>
                <a:gd name="connsiteY2154" fmla="*/ 555403 h 1647825"/>
                <a:gd name="connsiteX2155" fmla="*/ 105156 w 1533525"/>
                <a:gd name="connsiteY2155" fmla="*/ 556451 h 1647825"/>
                <a:gd name="connsiteX2156" fmla="*/ 106680 w 1533525"/>
                <a:gd name="connsiteY2156" fmla="*/ 558356 h 1647825"/>
                <a:gd name="connsiteX2157" fmla="*/ 106966 w 1533525"/>
                <a:gd name="connsiteY2157" fmla="*/ 560546 h 1647825"/>
                <a:gd name="connsiteX2158" fmla="*/ 106680 w 1533525"/>
                <a:gd name="connsiteY2158" fmla="*/ 565404 h 1647825"/>
                <a:gd name="connsiteX2159" fmla="*/ 106871 w 1533525"/>
                <a:gd name="connsiteY2159" fmla="*/ 567690 h 1647825"/>
                <a:gd name="connsiteX2160" fmla="*/ 106680 w 1533525"/>
                <a:gd name="connsiteY2160" fmla="*/ 568738 h 1647825"/>
                <a:gd name="connsiteX2161" fmla="*/ 106204 w 1533525"/>
                <a:gd name="connsiteY2161" fmla="*/ 569976 h 1647825"/>
                <a:gd name="connsiteX2162" fmla="*/ 105918 w 1533525"/>
                <a:gd name="connsiteY2162" fmla="*/ 571119 h 1647825"/>
                <a:gd name="connsiteX2163" fmla="*/ 106013 w 1533525"/>
                <a:gd name="connsiteY2163" fmla="*/ 572262 h 1647825"/>
                <a:gd name="connsiteX2164" fmla="*/ 106394 w 1533525"/>
                <a:gd name="connsiteY2164" fmla="*/ 574643 h 1647825"/>
                <a:gd name="connsiteX2165" fmla="*/ 106109 w 1533525"/>
                <a:gd name="connsiteY2165" fmla="*/ 576739 h 1647825"/>
                <a:gd name="connsiteX2166" fmla="*/ 105347 w 1533525"/>
                <a:gd name="connsiteY2166" fmla="*/ 578930 h 1647825"/>
                <a:gd name="connsiteX2167" fmla="*/ 102489 w 1533525"/>
                <a:gd name="connsiteY2167" fmla="*/ 583692 h 1647825"/>
                <a:gd name="connsiteX2168" fmla="*/ 102298 w 1533525"/>
                <a:gd name="connsiteY2168" fmla="*/ 584645 h 1647825"/>
                <a:gd name="connsiteX2169" fmla="*/ 102298 w 1533525"/>
                <a:gd name="connsiteY2169" fmla="*/ 586740 h 1647825"/>
                <a:gd name="connsiteX2170" fmla="*/ 101822 w 1533525"/>
                <a:gd name="connsiteY2170" fmla="*/ 589788 h 1647825"/>
                <a:gd name="connsiteX2171" fmla="*/ 101822 w 1533525"/>
                <a:gd name="connsiteY2171" fmla="*/ 590645 h 1647825"/>
                <a:gd name="connsiteX2172" fmla="*/ 102775 w 1533525"/>
                <a:gd name="connsiteY2172" fmla="*/ 593598 h 1647825"/>
                <a:gd name="connsiteX2173" fmla="*/ 104489 w 1533525"/>
                <a:gd name="connsiteY2173" fmla="*/ 596360 h 1647825"/>
                <a:gd name="connsiteX2174" fmla="*/ 106585 w 1533525"/>
                <a:gd name="connsiteY2174" fmla="*/ 598837 h 1647825"/>
                <a:gd name="connsiteX2175" fmla="*/ 108776 w 1533525"/>
                <a:gd name="connsiteY2175" fmla="*/ 600742 h 1647825"/>
                <a:gd name="connsiteX2176" fmla="*/ 109728 w 1533525"/>
                <a:gd name="connsiteY2176" fmla="*/ 601980 h 1647825"/>
                <a:gd name="connsiteX2177" fmla="*/ 110776 w 1533525"/>
                <a:gd name="connsiteY2177" fmla="*/ 605219 h 1647825"/>
                <a:gd name="connsiteX2178" fmla="*/ 111538 w 1533525"/>
                <a:gd name="connsiteY2178" fmla="*/ 606552 h 1647825"/>
                <a:gd name="connsiteX2179" fmla="*/ 112300 w 1533525"/>
                <a:gd name="connsiteY2179" fmla="*/ 607124 h 1647825"/>
                <a:gd name="connsiteX2180" fmla="*/ 114395 w 1533525"/>
                <a:gd name="connsiteY2180" fmla="*/ 607886 h 1647825"/>
                <a:gd name="connsiteX2181" fmla="*/ 117348 w 1533525"/>
                <a:gd name="connsiteY2181" fmla="*/ 608552 h 1647825"/>
                <a:gd name="connsiteX2182" fmla="*/ 123539 w 1533525"/>
                <a:gd name="connsiteY2182" fmla="*/ 608362 h 1647825"/>
                <a:gd name="connsiteX2183" fmla="*/ 125635 w 1533525"/>
                <a:gd name="connsiteY2183" fmla="*/ 607886 h 1647825"/>
                <a:gd name="connsiteX2184" fmla="*/ 127635 w 1533525"/>
                <a:gd name="connsiteY2184" fmla="*/ 607028 h 1647825"/>
                <a:gd name="connsiteX2185" fmla="*/ 129635 w 1533525"/>
                <a:gd name="connsiteY2185" fmla="*/ 606457 h 1647825"/>
                <a:gd name="connsiteX2186" fmla="*/ 131731 w 1533525"/>
                <a:gd name="connsiteY2186" fmla="*/ 606838 h 1647825"/>
                <a:gd name="connsiteX2187" fmla="*/ 132874 w 1533525"/>
                <a:gd name="connsiteY2187" fmla="*/ 608362 h 1647825"/>
                <a:gd name="connsiteX2188" fmla="*/ 133064 w 1533525"/>
                <a:gd name="connsiteY2188" fmla="*/ 610743 h 1647825"/>
                <a:gd name="connsiteX2189" fmla="*/ 132778 w 1533525"/>
                <a:gd name="connsiteY2189" fmla="*/ 615887 h 1647825"/>
                <a:gd name="connsiteX2190" fmla="*/ 132493 w 1533525"/>
                <a:gd name="connsiteY2190" fmla="*/ 622554 h 1647825"/>
                <a:gd name="connsiteX2191" fmla="*/ 132874 w 1533525"/>
                <a:gd name="connsiteY2191" fmla="*/ 624554 h 1647825"/>
                <a:gd name="connsiteX2192" fmla="*/ 133731 w 1533525"/>
                <a:gd name="connsiteY2192" fmla="*/ 625793 h 1647825"/>
                <a:gd name="connsiteX2193" fmla="*/ 135827 w 1533525"/>
                <a:gd name="connsiteY2193" fmla="*/ 628079 h 1647825"/>
                <a:gd name="connsiteX2194" fmla="*/ 136207 w 1533525"/>
                <a:gd name="connsiteY2194" fmla="*/ 629507 h 1647825"/>
                <a:gd name="connsiteX2195" fmla="*/ 136493 w 1533525"/>
                <a:gd name="connsiteY2195" fmla="*/ 630841 h 1647825"/>
                <a:gd name="connsiteX2196" fmla="*/ 137065 w 1533525"/>
                <a:gd name="connsiteY2196" fmla="*/ 631984 h 1647825"/>
                <a:gd name="connsiteX2197" fmla="*/ 138875 w 1533525"/>
                <a:gd name="connsiteY2197" fmla="*/ 633984 h 1647825"/>
                <a:gd name="connsiteX2198" fmla="*/ 142208 w 1533525"/>
                <a:gd name="connsiteY2198" fmla="*/ 636842 h 1647825"/>
                <a:gd name="connsiteX2199" fmla="*/ 143065 w 1533525"/>
                <a:gd name="connsiteY2199" fmla="*/ 637985 h 1647825"/>
                <a:gd name="connsiteX2200" fmla="*/ 143637 w 1533525"/>
                <a:gd name="connsiteY2200" fmla="*/ 639413 h 1647825"/>
                <a:gd name="connsiteX2201" fmla="*/ 145447 w 1533525"/>
                <a:gd name="connsiteY2201" fmla="*/ 647319 h 1647825"/>
                <a:gd name="connsiteX2202" fmla="*/ 146590 w 1533525"/>
                <a:gd name="connsiteY2202" fmla="*/ 650558 h 1647825"/>
                <a:gd name="connsiteX2203" fmla="*/ 148019 w 1533525"/>
                <a:gd name="connsiteY2203" fmla="*/ 653606 h 1647825"/>
                <a:gd name="connsiteX2204" fmla="*/ 151162 w 1533525"/>
                <a:gd name="connsiteY2204" fmla="*/ 658559 h 1647825"/>
                <a:gd name="connsiteX2205" fmla="*/ 152972 w 1533525"/>
                <a:gd name="connsiteY2205" fmla="*/ 663607 h 1647825"/>
                <a:gd name="connsiteX2206" fmla="*/ 154019 w 1533525"/>
                <a:gd name="connsiteY2206" fmla="*/ 665226 h 1647825"/>
                <a:gd name="connsiteX2207" fmla="*/ 154400 w 1533525"/>
                <a:gd name="connsiteY2207" fmla="*/ 665798 h 1647825"/>
                <a:gd name="connsiteX2208" fmla="*/ 152495 w 1533525"/>
                <a:gd name="connsiteY2208" fmla="*/ 668084 h 1647825"/>
                <a:gd name="connsiteX2209" fmla="*/ 148971 w 1533525"/>
                <a:gd name="connsiteY2209" fmla="*/ 669798 h 1647825"/>
                <a:gd name="connsiteX2210" fmla="*/ 148209 w 1533525"/>
                <a:gd name="connsiteY2210" fmla="*/ 671132 h 1647825"/>
                <a:gd name="connsiteX2211" fmla="*/ 147828 w 1533525"/>
                <a:gd name="connsiteY2211" fmla="*/ 672941 h 1647825"/>
                <a:gd name="connsiteX2212" fmla="*/ 148019 w 1533525"/>
                <a:gd name="connsiteY2212" fmla="*/ 674561 h 1647825"/>
                <a:gd name="connsiteX2213" fmla="*/ 149066 w 1533525"/>
                <a:gd name="connsiteY2213" fmla="*/ 675418 h 1647825"/>
                <a:gd name="connsiteX2214" fmla="*/ 149257 w 1533525"/>
                <a:gd name="connsiteY2214" fmla="*/ 675704 h 1647825"/>
                <a:gd name="connsiteX2215" fmla="*/ 149352 w 1533525"/>
                <a:gd name="connsiteY2215" fmla="*/ 676085 h 1647825"/>
                <a:gd name="connsiteX2216" fmla="*/ 149257 w 1533525"/>
                <a:gd name="connsiteY2216" fmla="*/ 676466 h 1647825"/>
                <a:gd name="connsiteX2217" fmla="*/ 149066 w 1533525"/>
                <a:gd name="connsiteY2217" fmla="*/ 676847 h 1647825"/>
                <a:gd name="connsiteX2218" fmla="*/ 148971 w 1533525"/>
                <a:gd name="connsiteY2218" fmla="*/ 677990 h 1647825"/>
                <a:gd name="connsiteX2219" fmla="*/ 148876 w 1533525"/>
                <a:gd name="connsiteY2219" fmla="*/ 678466 h 1647825"/>
                <a:gd name="connsiteX2220" fmla="*/ 148876 w 1533525"/>
                <a:gd name="connsiteY2220" fmla="*/ 678942 h 1647825"/>
                <a:gd name="connsiteX2221" fmla="*/ 148971 w 1533525"/>
                <a:gd name="connsiteY2221" fmla="*/ 679323 h 1647825"/>
                <a:gd name="connsiteX2222" fmla="*/ 149161 w 1533525"/>
                <a:gd name="connsiteY2222" fmla="*/ 679704 h 1647825"/>
                <a:gd name="connsiteX2223" fmla="*/ 150400 w 1533525"/>
                <a:gd name="connsiteY2223" fmla="*/ 680371 h 1647825"/>
                <a:gd name="connsiteX2224" fmla="*/ 152495 w 1533525"/>
                <a:gd name="connsiteY2224" fmla="*/ 680752 h 1647825"/>
                <a:gd name="connsiteX2225" fmla="*/ 154305 w 1533525"/>
                <a:gd name="connsiteY2225" fmla="*/ 681323 h 1647825"/>
                <a:gd name="connsiteX2226" fmla="*/ 154686 w 1533525"/>
                <a:gd name="connsiteY2226" fmla="*/ 682752 h 1647825"/>
                <a:gd name="connsiteX2227" fmla="*/ 154210 w 1533525"/>
                <a:gd name="connsiteY2227" fmla="*/ 683324 h 1647825"/>
                <a:gd name="connsiteX2228" fmla="*/ 151638 w 1533525"/>
                <a:gd name="connsiteY2228" fmla="*/ 684276 h 1647825"/>
                <a:gd name="connsiteX2229" fmla="*/ 151067 w 1533525"/>
                <a:gd name="connsiteY2229" fmla="*/ 684943 h 1647825"/>
                <a:gd name="connsiteX2230" fmla="*/ 150686 w 1533525"/>
                <a:gd name="connsiteY2230" fmla="*/ 685610 h 1647825"/>
                <a:gd name="connsiteX2231" fmla="*/ 150114 w 1533525"/>
                <a:gd name="connsiteY2231" fmla="*/ 685991 h 1647825"/>
                <a:gd name="connsiteX2232" fmla="*/ 149066 w 1533525"/>
                <a:gd name="connsiteY2232" fmla="*/ 685991 h 1647825"/>
                <a:gd name="connsiteX2233" fmla="*/ 147923 w 1533525"/>
                <a:gd name="connsiteY2233" fmla="*/ 685514 h 1647825"/>
                <a:gd name="connsiteX2234" fmla="*/ 146876 w 1533525"/>
                <a:gd name="connsiteY2234" fmla="*/ 685419 h 1647825"/>
                <a:gd name="connsiteX2235" fmla="*/ 145923 w 1533525"/>
                <a:gd name="connsiteY2235" fmla="*/ 685705 h 1647825"/>
                <a:gd name="connsiteX2236" fmla="*/ 142685 w 1533525"/>
                <a:gd name="connsiteY2236" fmla="*/ 687896 h 1647825"/>
                <a:gd name="connsiteX2237" fmla="*/ 141827 w 1533525"/>
                <a:gd name="connsiteY2237" fmla="*/ 688943 h 1647825"/>
                <a:gd name="connsiteX2238" fmla="*/ 142018 w 1533525"/>
                <a:gd name="connsiteY2238" fmla="*/ 689991 h 1647825"/>
                <a:gd name="connsiteX2239" fmla="*/ 142685 w 1533525"/>
                <a:gd name="connsiteY2239" fmla="*/ 690944 h 1647825"/>
                <a:gd name="connsiteX2240" fmla="*/ 142399 w 1533525"/>
                <a:gd name="connsiteY2240" fmla="*/ 691325 h 1647825"/>
                <a:gd name="connsiteX2241" fmla="*/ 141446 w 1533525"/>
                <a:gd name="connsiteY2241" fmla="*/ 691515 h 1647825"/>
                <a:gd name="connsiteX2242" fmla="*/ 140398 w 1533525"/>
                <a:gd name="connsiteY2242" fmla="*/ 691896 h 1647825"/>
                <a:gd name="connsiteX2243" fmla="*/ 138398 w 1533525"/>
                <a:gd name="connsiteY2243" fmla="*/ 692944 h 1647825"/>
                <a:gd name="connsiteX2244" fmla="*/ 137351 w 1533525"/>
                <a:gd name="connsiteY2244" fmla="*/ 693230 h 1647825"/>
                <a:gd name="connsiteX2245" fmla="*/ 130302 w 1533525"/>
                <a:gd name="connsiteY2245" fmla="*/ 692658 h 1647825"/>
                <a:gd name="connsiteX2246" fmla="*/ 128397 w 1533525"/>
                <a:gd name="connsiteY2246" fmla="*/ 691706 h 1647825"/>
                <a:gd name="connsiteX2247" fmla="*/ 127540 w 1533525"/>
                <a:gd name="connsiteY2247" fmla="*/ 690848 h 1647825"/>
                <a:gd name="connsiteX2248" fmla="*/ 127159 w 1533525"/>
                <a:gd name="connsiteY2248" fmla="*/ 689991 h 1647825"/>
                <a:gd name="connsiteX2249" fmla="*/ 126873 w 1533525"/>
                <a:gd name="connsiteY2249" fmla="*/ 687705 h 1647825"/>
                <a:gd name="connsiteX2250" fmla="*/ 126397 w 1533525"/>
                <a:gd name="connsiteY2250" fmla="*/ 685705 h 1647825"/>
                <a:gd name="connsiteX2251" fmla="*/ 126397 w 1533525"/>
                <a:gd name="connsiteY2251" fmla="*/ 685038 h 1647825"/>
                <a:gd name="connsiteX2252" fmla="*/ 126682 w 1533525"/>
                <a:gd name="connsiteY2252" fmla="*/ 684657 h 1647825"/>
                <a:gd name="connsiteX2253" fmla="*/ 127635 w 1533525"/>
                <a:gd name="connsiteY2253" fmla="*/ 684086 h 1647825"/>
                <a:gd name="connsiteX2254" fmla="*/ 127921 w 1533525"/>
                <a:gd name="connsiteY2254" fmla="*/ 683514 h 1647825"/>
                <a:gd name="connsiteX2255" fmla="*/ 127254 w 1533525"/>
                <a:gd name="connsiteY2255" fmla="*/ 682085 h 1647825"/>
                <a:gd name="connsiteX2256" fmla="*/ 125063 w 1533525"/>
                <a:gd name="connsiteY2256" fmla="*/ 682085 h 1647825"/>
                <a:gd name="connsiteX2257" fmla="*/ 119539 w 1533525"/>
                <a:gd name="connsiteY2257" fmla="*/ 683419 h 1647825"/>
                <a:gd name="connsiteX2258" fmla="*/ 117157 w 1533525"/>
                <a:gd name="connsiteY2258" fmla="*/ 685133 h 1647825"/>
                <a:gd name="connsiteX2259" fmla="*/ 116205 w 1533525"/>
                <a:gd name="connsiteY2259" fmla="*/ 685514 h 1647825"/>
                <a:gd name="connsiteX2260" fmla="*/ 113348 w 1533525"/>
                <a:gd name="connsiteY2260" fmla="*/ 685705 h 1647825"/>
                <a:gd name="connsiteX2261" fmla="*/ 112300 w 1533525"/>
                <a:gd name="connsiteY2261" fmla="*/ 686181 h 1647825"/>
                <a:gd name="connsiteX2262" fmla="*/ 110395 w 1533525"/>
                <a:gd name="connsiteY2262" fmla="*/ 687610 h 1647825"/>
                <a:gd name="connsiteX2263" fmla="*/ 109347 w 1533525"/>
                <a:gd name="connsiteY2263" fmla="*/ 687800 h 1647825"/>
                <a:gd name="connsiteX2264" fmla="*/ 108299 w 1533525"/>
                <a:gd name="connsiteY2264" fmla="*/ 687896 h 1647825"/>
                <a:gd name="connsiteX2265" fmla="*/ 105251 w 1533525"/>
                <a:gd name="connsiteY2265" fmla="*/ 688943 h 1647825"/>
                <a:gd name="connsiteX2266" fmla="*/ 103442 w 1533525"/>
                <a:gd name="connsiteY2266" fmla="*/ 689134 h 1647825"/>
                <a:gd name="connsiteX2267" fmla="*/ 102775 w 1533525"/>
                <a:gd name="connsiteY2267" fmla="*/ 689515 h 1647825"/>
                <a:gd name="connsiteX2268" fmla="*/ 102203 w 1533525"/>
                <a:gd name="connsiteY2268" fmla="*/ 690467 h 1647825"/>
                <a:gd name="connsiteX2269" fmla="*/ 100965 w 1533525"/>
                <a:gd name="connsiteY2269" fmla="*/ 694087 h 1647825"/>
                <a:gd name="connsiteX2270" fmla="*/ 100394 w 1533525"/>
                <a:gd name="connsiteY2270" fmla="*/ 695135 h 1647825"/>
                <a:gd name="connsiteX2271" fmla="*/ 98489 w 1533525"/>
                <a:gd name="connsiteY2271" fmla="*/ 696754 h 1647825"/>
                <a:gd name="connsiteX2272" fmla="*/ 96202 w 1533525"/>
                <a:gd name="connsiteY2272" fmla="*/ 697230 h 1647825"/>
                <a:gd name="connsiteX2273" fmla="*/ 85535 w 1533525"/>
                <a:gd name="connsiteY2273" fmla="*/ 697421 h 1647825"/>
                <a:gd name="connsiteX2274" fmla="*/ 82677 w 1533525"/>
                <a:gd name="connsiteY2274" fmla="*/ 697040 h 1647825"/>
                <a:gd name="connsiteX2275" fmla="*/ 80391 w 1533525"/>
                <a:gd name="connsiteY2275" fmla="*/ 695897 h 1647825"/>
                <a:gd name="connsiteX2276" fmla="*/ 76295 w 1533525"/>
                <a:gd name="connsiteY2276" fmla="*/ 691515 h 1647825"/>
                <a:gd name="connsiteX2277" fmla="*/ 74771 w 1533525"/>
                <a:gd name="connsiteY2277" fmla="*/ 690848 h 1647825"/>
                <a:gd name="connsiteX2278" fmla="*/ 59912 w 1533525"/>
                <a:gd name="connsiteY2278" fmla="*/ 690467 h 1647825"/>
                <a:gd name="connsiteX2279" fmla="*/ 56007 w 1533525"/>
                <a:gd name="connsiteY2279" fmla="*/ 691896 h 1647825"/>
                <a:gd name="connsiteX2280" fmla="*/ 53912 w 1533525"/>
                <a:gd name="connsiteY2280" fmla="*/ 692182 h 1647825"/>
                <a:gd name="connsiteX2281" fmla="*/ 52959 w 1533525"/>
                <a:gd name="connsiteY2281" fmla="*/ 691991 h 1647825"/>
                <a:gd name="connsiteX2282" fmla="*/ 50006 w 1533525"/>
                <a:gd name="connsiteY2282" fmla="*/ 690563 h 1647825"/>
                <a:gd name="connsiteX2283" fmla="*/ 48768 w 1533525"/>
                <a:gd name="connsiteY2283" fmla="*/ 690182 h 1647825"/>
                <a:gd name="connsiteX2284" fmla="*/ 47720 w 1533525"/>
                <a:gd name="connsiteY2284" fmla="*/ 690372 h 1647825"/>
                <a:gd name="connsiteX2285" fmla="*/ 45529 w 1533525"/>
                <a:gd name="connsiteY2285" fmla="*/ 691610 h 1647825"/>
                <a:gd name="connsiteX2286" fmla="*/ 44101 w 1533525"/>
                <a:gd name="connsiteY2286" fmla="*/ 692182 h 1647825"/>
                <a:gd name="connsiteX2287" fmla="*/ 43148 w 1533525"/>
                <a:gd name="connsiteY2287" fmla="*/ 692087 h 1647825"/>
                <a:gd name="connsiteX2288" fmla="*/ 42386 w 1533525"/>
                <a:gd name="connsiteY2288" fmla="*/ 691325 h 1647825"/>
                <a:gd name="connsiteX2289" fmla="*/ 41339 w 1533525"/>
                <a:gd name="connsiteY2289" fmla="*/ 689515 h 1647825"/>
                <a:gd name="connsiteX2290" fmla="*/ 40958 w 1533525"/>
                <a:gd name="connsiteY2290" fmla="*/ 689039 h 1647825"/>
                <a:gd name="connsiteX2291" fmla="*/ 40481 w 1533525"/>
                <a:gd name="connsiteY2291" fmla="*/ 688658 h 1647825"/>
                <a:gd name="connsiteX2292" fmla="*/ 40005 w 1533525"/>
                <a:gd name="connsiteY2292" fmla="*/ 688467 h 1647825"/>
                <a:gd name="connsiteX2293" fmla="*/ 39243 w 1533525"/>
                <a:gd name="connsiteY2293" fmla="*/ 688562 h 1647825"/>
                <a:gd name="connsiteX2294" fmla="*/ 38957 w 1533525"/>
                <a:gd name="connsiteY2294" fmla="*/ 688943 h 1647825"/>
                <a:gd name="connsiteX2295" fmla="*/ 38862 w 1533525"/>
                <a:gd name="connsiteY2295" fmla="*/ 689420 h 1647825"/>
                <a:gd name="connsiteX2296" fmla="*/ 38672 w 1533525"/>
                <a:gd name="connsiteY2296" fmla="*/ 689896 h 1647825"/>
                <a:gd name="connsiteX2297" fmla="*/ 37052 w 1533525"/>
                <a:gd name="connsiteY2297" fmla="*/ 692944 h 1647825"/>
                <a:gd name="connsiteX2298" fmla="*/ 36481 w 1533525"/>
                <a:gd name="connsiteY2298" fmla="*/ 693420 h 1647825"/>
                <a:gd name="connsiteX2299" fmla="*/ 35433 w 1533525"/>
                <a:gd name="connsiteY2299" fmla="*/ 692658 h 1647825"/>
                <a:gd name="connsiteX2300" fmla="*/ 35147 w 1533525"/>
                <a:gd name="connsiteY2300" fmla="*/ 689324 h 1647825"/>
                <a:gd name="connsiteX2301" fmla="*/ 34385 w 1533525"/>
                <a:gd name="connsiteY2301" fmla="*/ 688181 h 1647825"/>
                <a:gd name="connsiteX2302" fmla="*/ 31623 w 1533525"/>
                <a:gd name="connsiteY2302" fmla="*/ 688086 h 1647825"/>
                <a:gd name="connsiteX2303" fmla="*/ 30480 w 1533525"/>
                <a:gd name="connsiteY2303" fmla="*/ 690467 h 1647825"/>
                <a:gd name="connsiteX2304" fmla="*/ 30480 w 1533525"/>
                <a:gd name="connsiteY2304" fmla="*/ 695039 h 1647825"/>
                <a:gd name="connsiteX2305" fmla="*/ 30480 w 1533525"/>
                <a:gd name="connsiteY2305" fmla="*/ 701040 h 1647825"/>
                <a:gd name="connsiteX2306" fmla="*/ 30480 w 1533525"/>
                <a:gd name="connsiteY2306" fmla="*/ 709041 h 1647825"/>
                <a:gd name="connsiteX2307" fmla="*/ 26384 w 1533525"/>
                <a:gd name="connsiteY2307" fmla="*/ 709041 h 1647825"/>
                <a:gd name="connsiteX2308" fmla="*/ 21146 w 1533525"/>
                <a:gd name="connsiteY2308" fmla="*/ 709041 h 1647825"/>
                <a:gd name="connsiteX2309" fmla="*/ 15050 w 1533525"/>
                <a:gd name="connsiteY2309" fmla="*/ 709041 h 1647825"/>
                <a:gd name="connsiteX2310" fmla="*/ 12668 w 1533525"/>
                <a:gd name="connsiteY2310" fmla="*/ 709422 h 1647825"/>
                <a:gd name="connsiteX2311" fmla="*/ 10954 w 1533525"/>
                <a:gd name="connsiteY2311" fmla="*/ 710660 h 1647825"/>
                <a:gd name="connsiteX2312" fmla="*/ 10954 w 1533525"/>
                <a:gd name="connsiteY2312" fmla="*/ 710184 h 1647825"/>
                <a:gd name="connsiteX2313" fmla="*/ 10858 w 1533525"/>
                <a:gd name="connsiteY2313" fmla="*/ 709613 h 1647825"/>
                <a:gd name="connsiteX2314" fmla="*/ 10668 w 1533525"/>
                <a:gd name="connsiteY2314" fmla="*/ 709136 h 1647825"/>
                <a:gd name="connsiteX2315" fmla="*/ 10382 w 1533525"/>
                <a:gd name="connsiteY2315" fmla="*/ 708946 h 1647825"/>
                <a:gd name="connsiteX2316" fmla="*/ 9716 w 1533525"/>
                <a:gd name="connsiteY2316" fmla="*/ 709041 h 1647825"/>
                <a:gd name="connsiteX2317" fmla="*/ 9716 w 1533525"/>
                <a:gd name="connsiteY2317" fmla="*/ 709517 h 1647825"/>
                <a:gd name="connsiteX2318" fmla="*/ 9906 w 1533525"/>
                <a:gd name="connsiteY2318" fmla="*/ 710089 h 1647825"/>
                <a:gd name="connsiteX2319" fmla="*/ 10001 w 1533525"/>
                <a:gd name="connsiteY2319" fmla="*/ 710470 h 1647825"/>
                <a:gd name="connsiteX2320" fmla="*/ 9525 w 1533525"/>
                <a:gd name="connsiteY2320" fmla="*/ 711232 h 1647825"/>
                <a:gd name="connsiteX2321" fmla="*/ 8858 w 1533525"/>
                <a:gd name="connsiteY2321" fmla="*/ 711899 h 1647825"/>
                <a:gd name="connsiteX2322" fmla="*/ 8096 w 1533525"/>
                <a:gd name="connsiteY2322" fmla="*/ 712184 h 1647825"/>
                <a:gd name="connsiteX2323" fmla="*/ 7334 w 1533525"/>
                <a:gd name="connsiteY2323" fmla="*/ 711803 h 1647825"/>
                <a:gd name="connsiteX2324" fmla="*/ 7049 w 1533525"/>
                <a:gd name="connsiteY2324" fmla="*/ 711232 h 1647825"/>
                <a:gd name="connsiteX2325" fmla="*/ 6953 w 1533525"/>
                <a:gd name="connsiteY2325" fmla="*/ 710756 h 1647825"/>
                <a:gd name="connsiteX2326" fmla="*/ 6763 w 1533525"/>
                <a:gd name="connsiteY2326" fmla="*/ 710470 h 1647825"/>
                <a:gd name="connsiteX2327" fmla="*/ 6191 w 1533525"/>
                <a:gd name="connsiteY2327" fmla="*/ 710565 h 1647825"/>
                <a:gd name="connsiteX2328" fmla="*/ 5715 w 1533525"/>
                <a:gd name="connsiteY2328" fmla="*/ 710946 h 1647825"/>
                <a:gd name="connsiteX2329" fmla="*/ 5620 w 1533525"/>
                <a:gd name="connsiteY2329" fmla="*/ 711422 h 1647825"/>
                <a:gd name="connsiteX2330" fmla="*/ 5620 w 1533525"/>
                <a:gd name="connsiteY2330" fmla="*/ 711899 h 1647825"/>
                <a:gd name="connsiteX2331" fmla="*/ 5525 w 1533525"/>
                <a:gd name="connsiteY2331" fmla="*/ 712280 h 1647825"/>
                <a:gd name="connsiteX2332" fmla="*/ 5620 w 1533525"/>
                <a:gd name="connsiteY2332" fmla="*/ 712375 h 1647825"/>
                <a:gd name="connsiteX2333" fmla="*/ 5810 w 1533525"/>
                <a:gd name="connsiteY2333" fmla="*/ 712565 h 1647825"/>
                <a:gd name="connsiteX2334" fmla="*/ 5906 w 1533525"/>
                <a:gd name="connsiteY2334" fmla="*/ 712756 h 1647825"/>
                <a:gd name="connsiteX2335" fmla="*/ 5715 w 1533525"/>
                <a:gd name="connsiteY2335" fmla="*/ 712946 h 1647825"/>
                <a:gd name="connsiteX2336" fmla="*/ 5525 w 1533525"/>
                <a:gd name="connsiteY2336" fmla="*/ 712946 h 1647825"/>
                <a:gd name="connsiteX2337" fmla="*/ 5048 w 1533525"/>
                <a:gd name="connsiteY2337" fmla="*/ 712851 h 1647825"/>
                <a:gd name="connsiteX2338" fmla="*/ 4858 w 1533525"/>
                <a:gd name="connsiteY2338" fmla="*/ 712851 h 1647825"/>
                <a:gd name="connsiteX2339" fmla="*/ 4477 w 1533525"/>
                <a:gd name="connsiteY2339" fmla="*/ 713042 h 1647825"/>
                <a:gd name="connsiteX2340" fmla="*/ 3524 w 1533525"/>
                <a:gd name="connsiteY2340" fmla="*/ 713423 h 1647825"/>
                <a:gd name="connsiteX2341" fmla="*/ 3143 w 1533525"/>
                <a:gd name="connsiteY2341" fmla="*/ 713708 h 1647825"/>
                <a:gd name="connsiteX2342" fmla="*/ 1905 w 1533525"/>
                <a:gd name="connsiteY2342" fmla="*/ 715613 h 1647825"/>
                <a:gd name="connsiteX2343" fmla="*/ 1905 w 1533525"/>
                <a:gd name="connsiteY2343" fmla="*/ 715709 h 1647825"/>
                <a:gd name="connsiteX2344" fmla="*/ 1905 w 1533525"/>
                <a:gd name="connsiteY2344" fmla="*/ 716090 h 1647825"/>
                <a:gd name="connsiteX2345" fmla="*/ 1715 w 1533525"/>
                <a:gd name="connsiteY2345" fmla="*/ 716566 h 1647825"/>
                <a:gd name="connsiteX2346" fmla="*/ 1524 w 1533525"/>
                <a:gd name="connsiteY2346" fmla="*/ 718280 h 1647825"/>
                <a:gd name="connsiteX2347" fmla="*/ 1048 w 1533525"/>
                <a:gd name="connsiteY2347" fmla="*/ 719709 h 1647825"/>
                <a:gd name="connsiteX2348" fmla="*/ 952 w 1533525"/>
                <a:gd name="connsiteY2348" fmla="*/ 720566 h 1647825"/>
                <a:gd name="connsiteX2349" fmla="*/ 1143 w 1533525"/>
                <a:gd name="connsiteY2349" fmla="*/ 721138 h 1647825"/>
                <a:gd name="connsiteX2350" fmla="*/ 1715 w 1533525"/>
                <a:gd name="connsiteY2350" fmla="*/ 720757 h 1647825"/>
                <a:gd name="connsiteX2351" fmla="*/ 2762 w 1533525"/>
                <a:gd name="connsiteY2351" fmla="*/ 719614 h 1647825"/>
                <a:gd name="connsiteX2352" fmla="*/ 2762 w 1533525"/>
                <a:gd name="connsiteY2352" fmla="*/ 720852 h 1647825"/>
                <a:gd name="connsiteX2353" fmla="*/ 2667 w 1533525"/>
                <a:gd name="connsiteY2353" fmla="*/ 721995 h 1647825"/>
                <a:gd name="connsiteX2354" fmla="*/ 2762 w 1533525"/>
                <a:gd name="connsiteY2354" fmla="*/ 723043 h 1647825"/>
                <a:gd name="connsiteX2355" fmla="*/ 3334 w 1533525"/>
                <a:gd name="connsiteY2355" fmla="*/ 724091 h 1647825"/>
                <a:gd name="connsiteX2356" fmla="*/ 4191 w 1533525"/>
                <a:gd name="connsiteY2356" fmla="*/ 724948 h 1647825"/>
                <a:gd name="connsiteX2357" fmla="*/ 5048 w 1533525"/>
                <a:gd name="connsiteY2357" fmla="*/ 725424 h 1647825"/>
                <a:gd name="connsiteX2358" fmla="*/ 6001 w 1533525"/>
                <a:gd name="connsiteY2358" fmla="*/ 725424 h 1647825"/>
                <a:gd name="connsiteX2359" fmla="*/ 7144 w 1533525"/>
                <a:gd name="connsiteY2359" fmla="*/ 724757 h 1647825"/>
                <a:gd name="connsiteX2360" fmla="*/ 6953 w 1533525"/>
                <a:gd name="connsiteY2360" fmla="*/ 725900 h 1647825"/>
                <a:gd name="connsiteX2361" fmla="*/ 6191 w 1533525"/>
                <a:gd name="connsiteY2361" fmla="*/ 726186 h 1647825"/>
                <a:gd name="connsiteX2362" fmla="*/ 5334 w 1533525"/>
                <a:gd name="connsiteY2362" fmla="*/ 726281 h 1647825"/>
                <a:gd name="connsiteX2363" fmla="*/ 4667 w 1533525"/>
                <a:gd name="connsiteY2363" fmla="*/ 727043 h 1647825"/>
                <a:gd name="connsiteX2364" fmla="*/ 4001 w 1533525"/>
                <a:gd name="connsiteY2364" fmla="*/ 726186 h 1647825"/>
                <a:gd name="connsiteX2365" fmla="*/ 3429 w 1533525"/>
                <a:gd name="connsiteY2365" fmla="*/ 725996 h 1647825"/>
                <a:gd name="connsiteX2366" fmla="*/ 2858 w 1533525"/>
                <a:gd name="connsiteY2366" fmla="*/ 726186 h 1647825"/>
                <a:gd name="connsiteX2367" fmla="*/ 2096 w 1533525"/>
                <a:gd name="connsiteY2367" fmla="*/ 726567 h 1647825"/>
                <a:gd name="connsiteX2368" fmla="*/ 2000 w 1533525"/>
                <a:gd name="connsiteY2368" fmla="*/ 726758 h 1647825"/>
                <a:gd name="connsiteX2369" fmla="*/ 1810 w 1533525"/>
                <a:gd name="connsiteY2369" fmla="*/ 727520 h 1647825"/>
                <a:gd name="connsiteX2370" fmla="*/ 1619 w 1533525"/>
                <a:gd name="connsiteY2370" fmla="*/ 727710 h 1647825"/>
                <a:gd name="connsiteX2371" fmla="*/ 572 w 1533525"/>
                <a:gd name="connsiteY2371" fmla="*/ 727710 h 1647825"/>
                <a:gd name="connsiteX2372" fmla="*/ 381 w 1533525"/>
                <a:gd name="connsiteY2372" fmla="*/ 727710 h 1647825"/>
                <a:gd name="connsiteX2373" fmla="*/ 0 w 1533525"/>
                <a:gd name="connsiteY2373" fmla="*/ 728758 h 1647825"/>
                <a:gd name="connsiteX2374" fmla="*/ 762 w 1533525"/>
                <a:gd name="connsiteY2374" fmla="*/ 729425 h 1647825"/>
                <a:gd name="connsiteX2375" fmla="*/ 2000 w 1533525"/>
                <a:gd name="connsiteY2375" fmla="*/ 729806 h 1647825"/>
                <a:gd name="connsiteX2376" fmla="*/ 4572 w 1533525"/>
                <a:gd name="connsiteY2376" fmla="*/ 730187 h 1647825"/>
                <a:gd name="connsiteX2377" fmla="*/ 7906 w 1533525"/>
                <a:gd name="connsiteY2377" fmla="*/ 730091 h 1647825"/>
                <a:gd name="connsiteX2378" fmla="*/ 8668 w 1533525"/>
                <a:gd name="connsiteY2378" fmla="*/ 730187 h 1647825"/>
                <a:gd name="connsiteX2379" fmla="*/ 9144 w 1533525"/>
                <a:gd name="connsiteY2379" fmla="*/ 730377 h 1647825"/>
                <a:gd name="connsiteX2380" fmla="*/ 9620 w 1533525"/>
                <a:gd name="connsiteY2380" fmla="*/ 730377 h 1647825"/>
                <a:gd name="connsiteX2381" fmla="*/ 10382 w 1533525"/>
                <a:gd name="connsiteY2381" fmla="*/ 729806 h 1647825"/>
                <a:gd name="connsiteX2382" fmla="*/ 10763 w 1533525"/>
                <a:gd name="connsiteY2382" fmla="*/ 729425 h 1647825"/>
                <a:gd name="connsiteX2383" fmla="*/ 10954 w 1533525"/>
                <a:gd name="connsiteY2383" fmla="*/ 729044 h 1647825"/>
                <a:gd name="connsiteX2384" fmla="*/ 10858 w 1533525"/>
                <a:gd name="connsiteY2384" fmla="*/ 728663 h 1647825"/>
                <a:gd name="connsiteX2385" fmla="*/ 10382 w 1533525"/>
                <a:gd name="connsiteY2385" fmla="*/ 728282 h 1647825"/>
                <a:gd name="connsiteX2386" fmla="*/ 14002 w 1533525"/>
                <a:gd name="connsiteY2386" fmla="*/ 723900 h 1647825"/>
                <a:gd name="connsiteX2387" fmla="*/ 14859 w 1533525"/>
                <a:gd name="connsiteY2387" fmla="*/ 723138 h 1647825"/>
                <a:gd name="connsiteX2388" fmla="*/ 16002 w 1533525"/>
                <a:gd name="connsiteY2388" fmla="*/ 722662 h 1647825"/>
                <a:gd name="connsiteX2389" fmla="*/ 17240 w 1533525"/>
                <a:gd name="connsiteY2389" fmla="*/ 721900 h 1647825"/>
                <a:gd name="connsiteX2390" fmla="*/ 19241 w 1533525"/>
                <a:gd name="connsiteY2390" fmla="*/ 721519 h 1647825"/>
                <a:gd name="connsiteX2391" fmla="*/ 20002 w 1533525"/>
                <a:gd name="connsiteY2391" fmla="*/ 721043 h 1647825"/>
                <a:gd name="connsiteX2392" fmla="*/ 20765 w 1533525"/>
                <a:gd name="connsiteY2392" fmla="*/ 720471 h 1647825"/>
                <a:gd name="connsiteX2393" fmla="*/ 21622 w 1533525"/>
                <a:gd name="connsiteY2393" fmla="*/ 720090 h 1647825"/>
                <a:gd name="connsiteX2394" fmla="*/ 23336 w 1533525"/>
                <a:gd name="connsiteY2394" fmla="*/ 719709 h 1647825"/>
                <a:gd name="connsiteX2395" fmla="*/ 23908 w 1533525"/>
                <a:gd name="connsiteY2395" fmla="*/ 719328 h 1647825"/>
                <a:gd name="connsiteX2396" fmla="*/ 24479 w 1533525"/>
                <a:gd name="connsiteY2396" fmla="*/ 718566 h 1647825"/>
                <a:gd name="connsiteX2397" fmla="*/ 25241 w 1533525"/>
                <a:gd name="connsiteY2397" fmla="*/ 716852 h 1647825"/>
                <a:gd name="connsiteX2398" fmla="*/ 25813 w 1533525"/>
                <a:gd name="connsiteY2398" fmla="*/ 716375 h 1647825"/>
                <a:gd name="connsiteX2399" fmla="*/ 26860 w 1533525"/>
                <a:gd name="connsiteY2399" fmla="*/ 716185 h 1647825"/>
                <a:gd name="connsiteX2400" fmla="*/ 28861 w 1533525"/>
                <a:gd name="connsiteY2400" fmla="*/ 716185 h 1647825"/>
                <a:gd name="connsiteX2401" fmla="*/ 30194 w 1533525"/>
                <a:gd name="connsiteY2401" fmla="*/ 715899 h 1647825"/>
                <a:gd name="connsiteX2402" fmla="*/ 31337 w 1533525"/>
                <a:gd name="connsiteY2402" fmla="*/ 715137 h 1647825"/>
                <a:gd name="connsiteX2403" fmla="*/ 32766 w 1533525"/>
                <a:gd name="connsiteY2403" fmla="*/ 713708 h 1647825"/>
                <a:gd name="connsiteX2404" fmla="*/ 33433 w 1533525"/>
                <a:gd name="connsiteY2404" fmla="*/ 713994 h 1647825"/>
                <a:gd name="connsiteX2405" fmla="*/ 34766 w 1533525"/>
                <a:gd name="connsiteY2405" fmla="*/ 713423 h 1647825"/>
                <a:gd name="connsiteX2406" fmla="*/ 35624 w 1533525"/>
                <a:gd name="connsiteY2406" fmla="*/ 713804 h 1647825"/>
                <a:gd name="connsiteX2407" fmla="*/ 32861 w 1533525"/>
                <a:gd name="connsiteY2407" fmla="*/ 715899 h 1647825"/>
                <a:gd name="connsiteX2408" fmla="*/ 32195 w 1533525"/>
                <a:gd name="connsiteY2408" fmla="*/ 716185 h 1647825"/>
                <a:gd name="connsiteX2409" fmla="*/ 31623 w 1533525"/>
                <a:gd name="connsiteY2409" fmla="*/ 716375 h 1647825"/>
                <a:gd name="connsiteX2410" fmla="*/ 30575 w 1533525"/>
                <a:gd name="connsiteY2410" fmla="*/ 717233 h 1647825"/>
                <a:gd name="connsiteX2411" fmla="*/ 30004 w 1533525"/>
                <a:gd name="connsiteY2411" fmla="*/ 717423 h 1647825"/>
                <a:gd name="connsiteX2412" fmla="*/ 28099 w 1533525"/>
                <a:gd name="connsiteY2412" fmla="*/ 717328 h 1647825"/>
                <a:gd name="connsiteX2413" fmla="*/ 27623 w 1533525"/>
                <a:gd name="connsiteY2413" fmla="*/ 717423 h 1647825"/>
                <a:gd name="connsiteX2414" fmla="*/ 26765 w 1533525"/>
                <a:gd name="connsiteY2414" fmla="*/ 718376 h 1647825"/>
                <a:gd name="connsiteX2415" fmla="*/ 25908 w 1533525"/>
                <a:gd name="connsiteY2415" fmla="*/ 720566 h 1647825"/>
                <a:gd name="connsiteX2416" fmla="*/ 24003 w 1533525"/>
                <a:gd name="connsiteY2416" fmla="*/ 721328 h 1647825"/>
                <a:gd name="connsiteX2417" fmla="*/ 23051 w 1533525"/>
                <a:gd name="connsiteY2417" fmla="*/ 722090 h 1647825"/>
                <a:gd name="connsiteX2418" fmla="*/ 21527 w 1533525"/>
                <a:gd name="connsiteY2418" fmla="*/ 723710 h 1647825"/>
                <a:gd name="connsiteX2419" fmla="*/ 20669 w 1533525"/>
                <a:gd name="connsiteY2419" fmla="*/ 724948 h 1647825"/>
                <a:gd name="connsiteX2420" fmla="*/ 20383 w 1533525"/>
                <a:gd name="connsiteY2420" fmla="*/ 725234 h 1647825"/>
                <a:gd name="connsiteX2421" fmla="*/ 19907 w 1533525"/>
                <a:gd name="connsiteY2421" fmla="*/ 725424 h 1647825"/>
                <a:gd name="connsiteX2422" fmla="*/ 18860 w 1533525"/>
                <a:gd name="connsiteY2422" fmla="*/ 725519 h 1647825"/>
                <a:gd name="connsiteX2423" fmla="*/ 18002 w 1533525"/>
                <a:gd name="connsiteY2423" fmla="*/ 726091 h 1647825"/>
                <a:gd name="connsiteX2424" fmla="*/ 16954 w 1533525"/>
                <a:gd name="connsiteY2424" fmla="*/ 726377 h 1647825"/>
                <a:gd name="connsiteX2425" fmla="*/ 16764 w 1533525"/>
                <a:gd name="connsiteY2425" fmla="*/ 726567 h 1647825"/>
                <a:gd name="connsiteX2426" fmla="*/ 16954 w 1533525"/>
                <a:gd name="connsiteY2426" fmla="*/ 727424 h 1647825"/>
                <a:gd name="connsiteX2427" fmla="*/ 17335 w 1533525"/>
                <a:gd name="connsiteY2427" fmla="*/ 727520 h 1647825"/>
                <a:gd name="connsiteX2428" fmla="*/ 17812 w 1533525"/>
                <a:gd name="connsiteY2428" fmla="*/ 727424 h 1647825"/>
                <a:gd name="connsiteX2429" fmla="*/ 18193 w 1533525"/>
                <a:gd name="connsiteY2429" fmla="*/ 727615 h 1647825"/>
                <a:gd name="connsiteX2430" fmla="*/ 18098 w 1533525"/>
                <a:gd name="connsiteY2430" fmla="*/ 728663 h 1647825"/>
                <a:gd name="connsiteX2431" fmla="*/ 17050 w 1533525"/>
                <a:gd name="connsiteY2431" fmla="*/ 728663 h 1647825"/>
                <a:gd name="connsiteX2432" fmla="*/ 14764 w 1533525"/>
                <a:gd name="connsiteY2432" fmla="*/ 727901 h 1647825"/>
                <a:gd name="connsiteX2433" fmla="*/ 13811 w 1533525"/>
                <a:gd name="connsiteY2433" fmla="*/ 728472 h 1647825"/>
                <a:gd name="connsiteX2434" fmla="*/ 13621 w 1533525"/>
                <a:gd name="connsiteY2434" fmla="*/ 729806 h 1647825"/>
                <a:gd name="connsiteX2435" fmla="*/ 13906 w 1533525"/>
                <a:gd name="connsiteY2435" fmla="*/ 732568 h 1647825"/>
                <a:gd name="connsiteX2436" fmla="*/ 13621 w 1533525"/>
                <a:gd name="connsiteY2436" fmla="*/ 734854 h 1647825"/>
                <a:gd name="connsiteX2437" fmla="*/ 13906 w 1533525"/>
                <a:gd name="connsiteY2437" fmla="*/ 735616 h 1647825"/>
                <a:gd name="connsiteX2438" fmla="*/ 14954 w 1533525"/>
                <a:gd name="connsiteY2438" fmla="*/ 735711 h 1647825"/>
                <a:gd name="connsiteX2439" fmla="*/ 15812 w 1533525"/>
                <a:gd name="connsiteY2439" fmla="*/ 735140 h 1647825"/>
                <a:gd name="connsiteX2440" fmla="*/ 15812 w 1533525"/>
                <a:gd name="connsiteY2440" fmla="*/ 734378 h 1647825"/>
                <a:gd name="connsiteX2441" fmla="*/ 15526 w 1533525"/>
                <a:gd name="connsiteY2441" fmla="*/ 733520 h 1647825"/>
                <a:gd name="connsiteX2442" fmla="*/ 15335 w 1533525"/>
                <a:gd name="connsiteY2442" fmla="*/ 732568 h 1647825"/>
                <a:gd name="connsiteX2443" fmla="*/ 15716 w 1533525"/>
                <a:gd name="connsiteY2443" fmla="*/ 733044 h 1647825"/>
                <a:gd name="connsiteX2444" fmla="*/ 16288 w 1533525"/>
                <a:gd name="connsiteY2444" fmla="*/ 733901 h 1647825"/>
                <a:gd name="connsiteX2445" fmla="*/ 16478 w 1533525"/>
                <a:gd name="connsiteY2445" fmla="*/ 734187 h 1647825"/>
                <a:gd name="connsiteX2446" fmla="*/ 16954 w 1533525"/>
                <a:gd name="connsiteY2446" fmla="*/ 734282 h 1647825"/>
                <a:gd name="connsiteX2447" fmla="*/ 17335 w 1533525"/>
                <a:gd name="connsiteY2447" fmla="*/ 733997 h 1647825"/>
                <a:gd name="connsiteX2448" fmla="*/ 17621 w 1533525"/>
                <a:gd name="connsiteY2448" fmla="*/ 733901 h 1647825"/>
                <a:gd name="connsiteX2449" fmla="*/ 17812 w 1533525"/>
                <a:gd name="connsiteY2449" fmla="*/ 734568 h 1647825"/>
                <a:gd name="connsiteX2450" fmla="*/ 16764 w 1533525"/>
                <a:gd name="connsiteY2450" fmla="*/ 735044 h 1647825"/>
                <a:gd name="connsiteX2451" fmla="*/ 15812 w 1533525"/>
                <a:gd name="connsiteY2451" fmla="*/ 736092 h 1647825"/>
                <a:gd name="connsiteX2452" fmla="*/ 15050 w 1533525"/>
                <a:gd name="connsiteY2452" fmla="*/ 737330 h 1647825"/>
                <a:gd name="connsiteX2453" fmla="*/ 14573 w 1533525"/>
                <a:gd name="connsiteY2453" fmla="*/ 738473 h 1647825"/>
                <a:gd name="connsiteX2454" fmla="*/ 14954 w 1533525"/>
                <a:gd name="connsiteY2454" fmla="*/ 738950 h 1647825"/>
                <a:gd name="connsiteX2455" fmla="*/ 15431 w 1533525"/>
                <a:gd name="connsiteY2455" fmla="*/ 739045 h 1647825"/>
                <a:gd name="connsiteX2456" fmla="*/ 16002 w 1533525"/>
                <a:gd name="connsiteY2456" fmla="*/ 738854 h 1647825"/>
                <a:gd name="connsiteX2457" fmla="*/ 16764 w 1533525"/>
                <a:gd name="connsiteY2457" fmla="*/ 738378 h 1647825"/>
                <a:gd name="connsiteX2458" fmla="*/ 16574 w 1533525"/>
                <a:gd name="connsiteY2458" fmla="*/ 739140 h 1647825"/>
                <a:gd name="connsiteX2459" fmla="*/ 16478 w 1533525"/>
                <a:gd name="connsiteY2459" fmla="*/ 739902 h 1647825"/>
                <a:gd name="connsiteX2460" fmla="*/ 16669 w 1533525"/>
                <a:gd name="connsiteY2460" fmla="*/ 740474 h 1647825"/>
                <a:gd name="connsiteX2461" fmla="*/ 17335 w 1533525"/>
                <a:gd name="connsiteY2461" fmla="*/ 740759 h 1647825"/>
                <a:gd name="connsiteX2462" fmla="*/ 18098 w 1533525"/>
                <a:gd name="connsiteY2462" fmla="*/ 740474 h 1647825"/>
                <a:gd name="connsiteX2463" fmla="*/ 18383 w 1533525"/>
                <a:gd name="connsiteY2463" fmla="*/ 739997 h 1647825"/>
                <a:gd name="connsiteX2464" fmla="*/ 18669 w 1533525"/>
                <a:gd name="connsiteY2464" fmla="*/ 739712 h 1647825"/>
                <a:gd name="connsiteX2465" fmla="*/ 19241 w 1533525"/>
                <a:gd name="connsiteY2465" fmla="*/ 739997 h 1647825"/>
                <a:gd name="connsiteX2466" fmla="*/ 19717 w 1533525"/>
                <a:gd name="connsiteY2466" fmla="*/ 739616 h 1647825"/>
                <a:gd name="connsiteX2467" fmla="*/ 20098 w 1533525"/>
                <a:gd name="connsiteY2467" fmla="*/ 739521 h 1647825"/>
                <a:gd name="connsiteX2468" fmla="*/ 20383 w 1533525"/>
                <a:gd name="connsiteY2468" fmla="*/ 739807 h 1647825"/>
                <a:gd name="connsiteX2469" fmla="*/ 20669 w 1533525"/>
                <a:gd name="connsiteY2469" fmla="*/ 740378 h 1647825"/>
                <a:gd name="connsiteX2470" fmla="*/ 20098 w 1533525"/>
                <a:gd name="connsiteY2470" fmla="*/ 740378 h 1647825"/>
                <a:gd name="connsiteX2471" fmla="*/ 19622 w 1533525"/>
                <a:gd name="connsiteY2471" fmla="*/ 740664 h 1647825"/>
                <a:gd name="connsiteX2472" fmla="*/ 19336 w 1533525"/>
                <a:gd name="connsiteY2472" fmla="*/ 741140 h 1647825"/>
                <a:gd name="connsiteX2473" fmla="*/ 19241 w 1533525"/>
                <a:gd name="connsiteY2473" fmla="*/ 741807 h 1647825"/>
                <a:gd name="connsiteX2474" fmla="*/ 19336 w 1533525"/>
                <a:gd name="connsiteY2474" fmla="*/ 742474 h 1647825"/>
                <a:gd name="connsiteX2475" fmla="*/ 19622 w 1533525"/>
                <a:gd name="connsiteY2475" fmla="*/ 742950 h 1647825"/>
                <a:gd name="connsiteX2476" fmla="*/ 20098 w 1533525"/>
                <a:gd name="connsiteY2476" fmla="*/ 743331 h 1647825"/>
                <a:gd name="connsiteX2477" fmla="*/ 20669 w 1533525"/>
                <a:gd name="connsiteY2477" fmla="*/ 743712 h 1647825"/>
                <a:gd name="connsiteX2478" fmla="*/ 20765 w 1533525"/>
                <a:gd name="connsiteY2478" fmla="*/ 743617 h 1647825"/>
                <a:gd name="connsiteX2479" fmla="*/ 21050 w 1533525"/>
                <a:gd name="connsiteY2479" fmla="*/ 743426 h 1647825"/>
                <a:gd name="connsiteX2480" fmla="*/ 21431 w 1533525"/>
                <a:gd name="connsiteY2480" fmla="*/ 743331 h 1647825"/>
                <a:gd name="connsiteX2481" fmla="*/ 21717 w 1533525"/>
                <a:gd name="connsiteY2481" fmla="*/ 743331 h 1647825"/>
                <a:gd name="connsiteX2482" fmla="*/ 21812 w 1533525"/>
                <a:gd name="connsiteY2482" fmla="*/ 743522 h 1647825"/>
                <a:gd name="connsiteX2483" fmla="*/ 22003 w 1533525"/>
                <a:gd name="connsiteY2483" fmla="*/ 743903 h 1647825"/>
                <a:gd name="connsiteX2484" fmla="*/ 22193 w 1533525"/>
                <a:gd name="connsiteY2484" fmla="*/ 744284 h 1647825"/>
                <a:gd name="connsiteX2485" fmla="*/ 22574 w 1533525"/>
                <a:gd name="connsiteY2485" fmla="*/ 744474 h 1647825"/>
                <a:gd name="connsiteX2486" fmla="*/ 23336 w 1533525"/>
                <a:gd name="connsiteY2486" fmla="*/ 744665 h 1647825"/>
                <a:gd name="connsiteX2487" fmla="*/ 23908 w 1533525"/>
                <a:gd name="connsiteY2487" fmla="*/ 745046 h 1647825"/>
                <a:gd name="connsiteX2488" fmla="*/ 24098 w 1533525"/>
                <a:gd name="connsiteY2488" fmla="*/ 745427 h 1647825"/>
                <a:gd name="connsiteX2489" fmla="*/ 23717 w 1533525"/>
                <a:gd name="connsiteY2489" fmla="*/ 745617 h 1647825"/>
                <a:gd name="connsiteX2490" fmla="*/ 22098 w 1533525"/>
                <a:gd name="connsiteY2490" fmla="*/ 745808 h 1647825"/>
                <a:gd name="connsiteX2491" fmla="*/ 21717 w 1533525"/>
                <a:gd name="connsiteY2491" fmla="*/ 745903 h 1647825"/>
                <a:gd name="connsiteX2492" fmla="*/ 20669 w 1533525"/>
                <a:gd name="connsiteY2492" fmla="*/ 748094 h 1647825"/>
                <a:gd name="connsiteX2493" fmla="*/ 21241 w 1533525"/>
                <a:gd name="connsiteY2493" fmla="*/ 749141 h 1647825"/>
                <a:gd name="connsiteX2494" fmla="*/ 22574 w 1533525"/>
                <a:gd name="connsiteY2494" fmla="*/ 749427 h 1647825"/>
                <a:gd name="connsiteX2495" fmla="*/ 24003 w 1533525"/>
                <a:gd name="connsiteY2495" fmla="*/ 749141 h 1647825"/>
                <a:gd name="connsiteX2496" fmla="*/ 24956 w 1533525"/>
                <a:gd name="connsiteY2496" fmla="*/ 748665 h 1647825"/>
                <a:gd name="connsiteX2497" fmla="*/ 24956 w 1533525"/>
                <a:gd name="connsiteY2497" fmla="*/ 749332 h 1647825"/>
                <a:gd name="connsiteX2498" fmla="*/ 24765 w 1533525"/>
                <a:gd name="connsiteY2498" fmla="*/ 749903 h 1647825"/>
                <a:gd name="connsiteX2499" fmla="*/ 24194 w 1533525"/>
                <a:gd name="connsiteY2499" fmla="*/ 750951 h 1647825"/>
                <a:gd name="connsiteX2500" fmla="*/ 23622 w 1533525"/>
                <a:gd name="connsiteY2500" fmla="*/ 750380 h 1647825"/>
                <a:gd name="connsiteX2501" fmla="*/ 23527 w 1533525"/>
                <a:gd name="connsiteY2501" fmla="*/ 750189 h 1647825"/>
                <a:gd name="connsiteX2502" fmla="*/ 23717 w 1533525"/>
                <a:gd name="connsiteY2502" fmla="*/ 751046 h 1647825"/>
                <a:gd name="connsiteX2503" fmla="*/ 24194 w 1533525"/>
                <a:gd name="connsiteY2503" fmla="*/ 752094 h 1647825"/>
                <a:gd name="connsiteX2504" fmla="*/ 24860 w 1533525"/>
                <a:gd name="connsiteY2504" fmla="*/ 752951 h 1647825"/>
                <a:gd name="connsiteX2505" fmla="*/ 26289 w 1533525"/>
                <a:gd name="connsiteY2505" fmla="*/ 753523 h 1647825"/>
                <a:gd name="connsiteX2506" fmla="*/ 26384 w 1533525"/>
                <a:gd name="connsiteY2506" fmla="*/ 754094 h 1647825"/>
                <a:gd name="connsiteX2507" fmla="*/ 26384 w 1533525"/>
                <a:gd name="connsiteY2507" fmla="*/ 754666 h 1647825"/>
                <a:gd name="connsiteX2508" fmla="*/ 26575 w 1533525"/>
                <a:gd name="connsiteY2508" fmla="*/ 754952 h 1647825"/>
                <a:gd name="connsiteX2509" fmla="*/ 26956 w 1533525"/>
                <a:gd name="connsiteY2509" fmla="*/ 755142 h 1647825"/>
                <a:gd name="connsiteX2510" fmla="*/ 28575 w 1533525"/>
                <a:gd name="connsiteY2510" fmla="*/ 756476 h 1647825"/>
                <a:gd name="connsiteX2511" fmla="*/ 37814 w 1533525"/>
                <a:gd name="connsiteY2511" fmla="*/ 762762 h 1647825"/>
                <a:gd name="connsiteX2512" fmla="*/ 46958 w 1533525"/>
                <a:gd name="connsiteY2512" fmla="*/ 766667 h 1647825"/>
                <a:gd name="connsiteX2513" fmla="*/ 52006 w 1533525"/>
                <a:gd name="connsiteY2513" fmla="*/ 770192 h 1647825"/>
                <a:gd name="connsiteX2514" fmla="*/ 55531 w 1533525"/>
                <a:gd name="connsiteY2514" fmla="*/ 772287 h 1647825"/>
                <a:gd name="connsiteX2515" fmla="*/ 57436 w 1533525"/>
                <a:gd name="connsiteY2515" fmla="*/ 772859 h 1647825"/>
                <a:gd name="connsiteX2516" fmla="*/ 62675 w 1533525"/>
                <a:gd name="connsiteY2516" fmla="*/ 773335 h 1647825"/>
                <a:gd name="connsiteX2517" fmla="*/ 64484 w 1533525"/>
                <a:gd name="connsiteY2517" fmla="*/ 774097 h 1647825"/>
                <a:gd name="connsiteX2518" fmla="*/ 66199 w 1533525"/>
                <a:gd name="connsiteY2518" fmla="*/ 774383 h 1647825"/>
                <a:gd name="connsiteX2519" fmla="*/ 67151 w 1533525"/>
                <a:gd name="connsiteY2519" fmla="*/ 774954 h 1647825"/>
                <a:gd name="connsiteX2520" fmla="*/ 69628 w 1533525"/>
                <a:gd name="connsiteY2520" fmla="*/ 775526 h 1647825"/>
                <a:gd name="connsiteX2521" fmla="*/ 69914 w 1533525"/>
                <a:gd name="connsiteY2521" fmla="*/ 775716 h 1647825"/>
                <a:gd name="connsiteX2522" fmla="*/ 70199 w 1533525"/>
                <a:gd name="connsiteY2522" fmla="*/ 775907 h 1647825"/>
                <a:gd name="connsiteX2523" fmla="*/ 70580 w 1533525"/>
                <a:gd name="connsiteY2523" fmla="*/ 776097 h 1647825"/>
                <a:gd name="connsiteX2524" fmla="*/ 71152 w 1533525"/>
                <a:gd name="connsiteY2524" fmla="*/ 776288 h 1647825"/>
                <a:gd name="connsiteX2525" fmla="*/ 71723 w 1533525"/>
                <a:gd name="connsiteY2525" fmla="*/ 776383 h 1647825"/>
                <a:gd name="connsiteX2526" fmla="*/ 73533 w 1533525"/>
                <a:gd name="connsiteY2526" fmla="*/ 776288 h 1647825"/>
                <a:gd name="connsiteX2527" fmla="*/ 74200 w 1533525"/>
                <a:gd name="connsiteY2527" fmla="*/ 776478 h 1647825"/>
                <a:gd name="connsiteX2528" fmla="*/ 75152 w 1533525"/>
                <a:gd name="connsiteY2528" fmla="*/ 777240 h 1647825"/>
                <a:gd name="connsiteX2529" fmla="*/ 75724 w 1533525"/>
                <a:gd name="connsiteY2529" fmla="*/ 777431 h 1647825"/>
                <a:gd name="connsiteX2530" fmla="*/ 79343 w 1533525"/>
                <a:gd name="connsiteY2530" fmla="*/ 777431 h 1647825"/>
                <a:gd name="connsiteX2531" fmla="*/ 81439 w 1533525"/>
                <a:gd name="connsiteY2531" fmla="*/ 778002 h 1647825"/>
                <a:gd name="connsiteX2532" fmla="*/ 82582 w 1533525"/>
                <a:gd name="connsiteY2532" fmla="*/ 778193 h 1647825"/>
                <a:gd name="connsiteX2533" fmla="*/ 83248 w 1533525"/>
                <a:gd name="connsiteY2533" fmla="*/ 777716 h 1647825"/>
                <a:gd name="connsiteX2534" fmla="*/ 84868 w 1533525"/>
                <a:gd name="connsiteY2534" fmla="*/ 774668 h 1647825"/>
                <a:gd name="connsiteX2535" fmla="*/ 85915 w 1533525"/>
                <a:gd name="connsiteY2535" fmla="*/ 773621 h 1647825"/>
                <a:gd name="connsiteX2536" fmla="*/ 87344 w 1533525"/>
                <a:gd name="connsiteY2536" fmla="*/ 772573 h 1647825"/>
                <a:gd name="connsiteX2537" fmla="*/ 88773 w 1533525"/>
                <a:gd name="connsiteY2537" fmla="*/ 771811 h 1647825"/>
                <a:gd name="connsiteX2538" fmla="*/ 89821 w 1533525"/>
                <a:gd name="connsiteY2538" fmla="*/ 771525 h 1647825"/>
                <a:gd name="connsiteX2539" fmla="*/ 91440 w 1533525"/>
                <a:gd name="connsiteY2539" fmla="*/ 771239 h 1647825"/>
                <a:gd name="connsiteX2540" fmla="*/ 94393 w 1533525"/>
                <a:gd name="connsiteY2540" fmla="*/ 770192 h 1647825"/>
                <a:gd name="connsiteX2541" fmla="*/ 97346 w 1533525"/>
                <a:gd name="connsiteY2541" fmla="*/ 769715 h 1647825"/>
                <a:gd name="connsiteX2542" fmla="*/ 100775 w 1533525"/>
                <a:gd name="connsiteY2542" fmla="*/ 768287 h 1647825"/>
                <a:gd name="connsiteX2543" fmla="*/ 103823 w 1533525"/>
                <a:gd name="connsiteY2543" fmla="*/ 767906 h 1647825"/>
                <a:gd name="connsiteX2544" fmla="*/ 104680 w 1533525"/>
                <a:gd name="connsiteY2544" fmla="*/ 767620 h 1647825"/>
                <a:gd name="connsiteX2545" fmla="*/ 104489 w 1533525"/>
                <a:gd name="connsiteY2545" fmla="*/ 766953 h 1647825"/>
                <a:gd name="connsiteX2546" fmla="*/ 103823 w 1533525"/>
                <a:gd name="connsiteY2546" fmla="*/ 766286 h 1647825"/>
                <a:gd name="connsiteX2547" fmla="*/ 103251 w 1533525"/>
                <a:gd name="connsiteY2547" fmla="*/ 765905 h 1647825"/>
                <a:gd name="connsiteX2548" fmla="*/ 104394 w 1533525"/>
                <a:gd name="connsiteY2548" fmla="*/ 763905 h 1647825"/>
                <a:gd name="connsiteX2549" fmla="*/ 104203 w 1533525"/>
                <a:gd name="connsiteY2549" fmla="*/ 764381 h 1647825"/>
                <a:gd name="connsiteX2550" fmla="*/ 104108 w 1533525"/>
                <a:gd name="connsiteY2550" fmla="*/ 764858 h 1647825"/>
                <a:gd name="connsiteX2551" fmla="*/ 104299 w 1533525"/>
                <a:gd name="connsiteY2551" fmla="*/ 765239 h 1647825"/>
                <a:gd name="connsiteX2552" fmla="*/ 104870 w 1533525"/>
                <a:gd name="connsiteY2552" fmla="*/ 765429 h 1647825"/>
                <a:gd name="connsiteX2553" fmla="*/ 105251 w 1533525"/>
                <a:gd name="connsiteY2553" fmla="*/ 765429 h 1647825"/>
                <a:gd name="connsiteX2554" fmla="*/ 105347 w 1533525"/>
                <a:gd name="connsiteY2554" fmla="*/ 765524 h 1647825"/>
                <a:gd name="connsiteX2555" fmla="*/ 105442 w 1533525"/>
                <a:gd name="connsiteY2555" fmla="*/ 765715 h 1647825"/>
                <a:gd name="connsiteX2556" fmla="*/ 105632 w 1533525"/>
                <a:gd name="connsiteY2556" fmla="*/ 766001 h 1647825"/>
                <a:gd name="connsiteX2557" fmla="*/ 106109 w 1533525"/>
                <a:gd name="connsiteY2557" fmla="*/ 766382 h 1647825"/>
                <a:gd name="connsiteX2558" fmla="*/ 106394 w 1533525"/>
                <a:gd name="connsiteY2558" fmla="*/ 766382 h 1647825"/>
                <a:gd name="connsiteX2559" fmla="*/ 106585 w 1533525"/>
                <a:gd name="connsiteY2559" fmla="*/ 766191 h 1647825"/>
                <a:gd name="connsiteX2560" fmla="*/ 106966 w 1533525"/>
                <a:gd name="connsiteY2560" fmla="*/ 766096 h 1647825"/>
                <a:gd name="connsiteX2561" fmla="*/ 108299 w 1533525"/>
                <a:gd name="connsiteY2561" fmla="*/ 766096 h 1647825"/>
                <a:gd name="connsiteX2562" fmla="*/ 109252 w 1533525"/>
                <a:gd name="connsiteY2562" fmla="*/ 765715 h 1647825"/>
                <a:gd name="connsiteX2563" fmla="*/ 109728 w 1533525"/>
                <a:gd name="connsiteY2563" fmla="*/ 764858 h 1647825"/>
                <a:gd name="connsiteX2564" fmla="*/ 109823 w 1533525"/>
                <a:gd name="connsiteY2564" fmla="*/ 763429 h 1647825"/>
                <a:gd name="connsiteX2565" fmla="*/ 110681 w 1533525"/>
                <a:gd name="connsiteY2565" fmla="*/ 764191 h 1647825"/>
                <a:gd name="connsiteX2566" fmla="*/ 111157 w 1533525"/>
                <a:gd name="connsiteY2566" fmla="*/ 765048 h 1647825"/>
                <a:gd name="connsiteX2567" fmla="*/ 111728 w 1533525"/>
                <a:gd name="connsiteY2567" fmla="*/ 765810 h 1647825"/>
                <a:gd name="connsiteX2568" fmla="*/ 112871 w 1533525"/>
                <a:gd name="connsiteY2568" fmla="*/ 766096 h 1647825"/>
                <a:gd name="connsiteX2569" fmla="*/ 112967 w 1533525"/>
                <a:gd name="connsiteY2569" fmla="*/ 766191 h 1647825"/>
                <a:gd name="connsiteX2570" fmla="*/ 113348 w 1533525"/>
                <a:gd name="connsiteY2570" fmla="*/ 766572 h 1647825"/>
                <a:gd name="connsiteX2571" fmla="*/ 113538 w 1533525"/>
                <a:gd name="connsiteY2571" fmla="*/ 766953 h 1647825"/>
                <a:gd name="connsiteX2572" fmla="*/ 113824 w 1533525"/>
                <a:gd name="connsiteY2572" fmla="*/ 766858 h 1647825"/>
                <a:gd name="connsiteX2573" fmla="*/ 114110 w 1533525"/>
                <a:gd name="connsiteY2573" fmla="*/ 766667 h 1647825"/>
                <a:gd name="connsiteX2574" fmla="*/ 114300 w 1533525"/>
                <a:gd name="connsiteY2574" fmla="*/ 766572 h 1647825"/>
                <a:gd name="connsiteX2575" fmla="*/ 114681 w 1533525"/>
                <a:gd name="connsiteY2575" fmla="*/ 766572 h 1647825"/>
                <a:gd name="connsiteX2576" fmla="*/ 114967 w 1533525"/>
                <a:gd name="connsiteY2576" fmla="*/ 766667 h 1647825"/>
                <a:gd name="connsiteX2577" fmla="*/ 115157 w 1533525"/>
                <a:gd name="connsiteY2577" fmla="*/ 766858 h 1647825"/>
                <a:gd name="connsiteX2578" fmla="*/ 115443 w 1533525"/>
                <a:gd name="connsiteY2578" fmla="*/ 767144 h 1647825"/>
                <a:gd name="connsiteX2579" fmla="*/ 115824 w 1533525"/>
                <a:gd name="connsiteY2579" fmla="*/ 767334 h 1647825"/>
                <a:gd name="connsiteX2580" fmla="*/ 116110 w 1533525"/>
                <a:gd name="connsiteY2580" fmla="*/ 767239 h 1647825"/>
                <a:gd name="connsiteX2581" fmla="*/ 116396 w 1533525"/>
                <a:gd name="connsiteY2581" fmla="*/ 767048 h 1647825"/>
                <a:gd name="connsiteX2582" fmla="*/ 116681 w 1533525"/>
                <a:gd name="connsiteY2582" fmla="*/ 766953 h 1647825"/>
                <a:gd name="connsiteX2583" fmla="*/ 117824 w 1533525"/>
                <a:gd name="connsiteY2583" fmla="*/ 766953 h 1647825"/>
                <a:gd name="connsiteX2584" fmla="*/ 118205 w 1533525"/>
                <a:gd name="connsiteY2584" fmla="*/ 766858 h 1647825"/>
                <a:gd name="connsiteX2585" fmla="*/ 118586 w 1533525"/>
                <a:gd name="connsiteY2585" fmla="*/ 766572 h 1647825"/>
                <a:gd name="connsiteX2586" fmla="*/ 118777 w 1533525"/>
                <a:gd name="connsiteY2586" fmla="*/ 766096 h 1647825"/>
                <a:gd name="connsiteX2587" fmla="*/ 118872 w 1533525"/>
                <a:gd name="connsiteY2587" fmla="*/ 765334 h 1647825"/>
                <a:gd name="connsiteX2588" fmla="*/ 118872 w 1533525"/>
                <a:gd name="connsiteY2588" fmla="*/ 764572 h 1647825"/>
                <a:gd name="connsiteX2589" fmla="*/ 118777 w 1533525"/>
                <a:gd name="connsiteY2589" fmla="*/ 764096 h 1647825"/>
                <a:gd name="connsiteX2590" fmla="*/ 118777 w 1533525"/>
                <a:gd name="connsiteY2590" fmla="*/ 763619 h 1647825"/>
                <a:gd name="connsiteX2591" fmla="*/ 119253 w 1533525"/>
                <a:gd name="connsiteY2591" fmla="*/ 762286 h 1647825"/>
                <a:gd name="connsiteX2592" fmla="*/ 118872 w 1533525"/>
                <a:gd name="connsiteY2592" fmla="*/ 761714 h 1647825"/>
                <a:gd name="connsiteX2593" fmla="*/ 118681 w 1533525"/>
                <a:gd name="connsiteY2593" fmla="*/ 761048 h 1647825"/>
                <a:gd name="connsiteX2594" fmla="*/ 118586 w 1533525"/>
                <a:gd name="connsiteY2594" fmla="*/ 760286 h 1647825"/>
                <a:gd name="connsiteX2595" fmla="*/ 118586 w 1533525"/>
                <a:gd name="connsiteY2595" fmla="*/ 759714 h 1647825"/>
                <a:gd name="connsiteX2596" fmla="*/ 119253 w 1533525"/>
                <a:gd name="connsiteY2596" fmla="*/ 758762 h 1647825"/>
                <a:gd name="connsiteX2597" fmla="*/ 121348 w 1533525"/>
                <a:gd name="connsiteY2597" fmla="*/ 757619 h 1647825"/>
                <a:gd name="connsiteX2598" fmla="*/ 121825 w 1533525"/>
                <a:gd name="connsiteY2598" fmla="*/ 757142 h 1647825"/>
                <a:gd name="connsiteX2599" fmla="*/ 122206 w 1533525"/>
                <a:gd name="connsiteY2599" fmla="*/ 756285 h 1647825"/>
                <a:gd name="connsiteX2600" fmla="*/ 123063 w 1533525"/>
                <a:gd name="connsiteY2600" fmla="*/ 756666 h 1647825"/>
                <a:gd name="connsiteX2601" fmla="*/ 124015 w 1533525"/>
                <a:gd name="connsiteY2601" fmla="*/ 757714 h 1647825"/>
                <a:gd name="connsiteX2602" fmla="*/ 124682 w 1533525"/>
                <a:gd name="connsiteY2602" fmla="*/ 758571 h 1647825"/>
                <a:gd name="connsiteX2603" fmla="*/ 125159 w 1533525"/>
                <a:gd name="connsiteY2603" fmla="*/ 759619 h 1647825"/>
                <a:gd name="connsiteX2604" fmla="*/ 125444 w 1533525"/>
                <a:gd name="connsiteY2604" fmla="*/ 760952 h 1647825"/>
                <a:gd name="connsiteX2605" fmla="*/ 125349 w 1533525"/>
                <a:gd name="connsiteY2605" fmla="*/ 762286 h 1647825"/>
                <a:gd name="connsiteX2606" fmla="*/ 124873 w 1533525"/>
                <a:gd name="connsiteY2606" fmla="*/ 763429 h 1647825"/>
                <a:gd name="connsiteX2607" fmla="*/ 124587 w 1533525"/>
                <a:gd name="connsiteY2607" fmla="*/ 763905 h 1647825"/>
                <a:gd name="connsiteX2608" fmla="*/ 124206 w 1533525"/>
                <a:gd name="connsiteY2608" fmla="*/ 764762 h 1647825"/>
                <a:gd name="connsiteX2609" fmla="*/ 123825 w 1533525"/>
                <a:gd name="connsiteY2609" fmla="*/ 765334 h 1647825"/>
                <a:gd name="connsiteX2610" fmla="*/ 123253 w 1533525"/>
                <a:gd name="connsiteY2610" fmla="*/ 765715 h 1647825"/>
                <a:gd name="connsiteX2611" fmla="*/ 122587 w 1533525"/>
                <a:gd name="connsiteY2611" fmla="*/ 765715 h 1647825"/>
                <a:gd name="connsiteX2612" fmla="*/ 122015 w 1533525"/>
                <a:gd name="connsiteY2612" fmla="*/ 765524 h 1647825"/>
                <a:gd name="connsiteX2613" fmla="*/ 121539 w 1533525"/>
                <a:gd name="connsiteY2613" fmla="*/ 765524 h 1647825"/>
                <a:gd name="connsiteX2614" fmla="*/ 120682 w 1533525"/>
                <a:gd name="connsiteY2614" fmla="*/ 766191 h 1647825"/>
                <a:gd name="connsiteX2615" fmla="*/ 118967 w 1533525"/>
                <a:gd name="connsiteY2615" fmla="*/ 768191 h 1647825"/>
                <a:gd name="connsiteX2616" fmla="*/ 118110 w 1533525"/>
                <a:gd name="connsiteY2616" fmla="*/ 768572 h 1647825"/>
                <a:gd name="connsiteX2617" fmla="*/ 117443 w 1533525"/>
                <a:gd name="connsiteY2617" fmla="*/ 769144 h 1647825"/>
                <a:gd name="connsiteX2618" fmla="*/ 115729 w 1533525"/>
                <a:gd name="connsiteY2618" fmla="*/ 772573 h 1647825"/>
                <a:gd name="connsiteX2619" fmla="*/ 114776 w 1533525"/>
                <a:gd name="connsiteY2619" fmla="*/ 773525 h 1647825"/>
                <a:gd name="connsiteX2620" fmla="*/ 114586 w 1533525"/>
                <a:gd name="connsiteY2620" fmla="*/ 773716 h 1647825"/>
                <a:gd name="connsiteX2621" fmla="*/ 114490 w 1533525"/>
                <a:gd name="connsiteY2621" fmla="*/ 774383 h 1647825"/>
                <a:gd name="connsiteX2622" fmla="*/ 114586 w 1533525"/>
                <a:gd name="connsiteY2622" fmla="*/ 775716 h 1647825"/>
                <a:gd name="connsiteX2623" fmla="*/ 114395 w 1533525"/>
                <a:gd name="connsiteY2623" fmla="*/ 776288 h 1647825"/>
                <a:gd name="connsiteX2624" fmla="*/ 111633 w 1533525"/>
                <a:gd name="connsiteY2624" fmla="*/ 780383 h 1647825"/>
                <a:gd name="connsiteX2625" fmla="*/ 109919 w 1533525"/>
                <a:gd name="connsiteY2625" fmla="*/ 783622 h 1647825"/>
                <a:gd name="connsiteX2626" fmla="*/ 108490 w 1533525"/>
                <a:gd name="connsiteY2626" fmla="*/ 785527 h 1647825"/>
                <a:gd name="connsiteX2627" fmla="*/ 107537 w 1533525"/>
                <a:gd name="connsiteY2627" fmla="*/ 787622 h 1647825"/>
                <a:gd name="connsiteX2628" fmla="*/ 106966 w 1533525"/>
                <a:gd name="connsiteY2628" fmla="*/ 788480 h 1647825"/>
                <a:gd name="connsiteX2629" fmla="*/ 105156 w 1533525"/>
                <a:gd name="connsiteY2629" fmla="*/ 789337 h 1647825"/>
                <a:gd name="connsiteX2630" fmla="*/ 100679 w 1533525"/>
                <a:gd name="connsiteY2630" fmla="*/ 788765 h 1647825"/>
                <a:gd name="connsiteX2631" fmla="*/ 98679 w 1533525"/>
                <a:gd name="connsiteY2631" fmla="*/ 788956 h 1647825"/>
                <a:gd name="connsiteX2632" fmla="*/ 97727 w 1533525"/>
                <a:gd name="connsiteY2632" fmla="*/ 789623 h 1647825"/>
                <a:gd name="connsiteX2633" fmla="*/ 97346 w 1533525"/>
                <a:gd name="connsiteY2633" fmla="*/ 789718 h 1647825"/>
                <a:gd name="connsiteX2634" fmla="*/ 96202 w 1533525"/>
                <a:gd name="connsiteY2634" fmla="*/ 789813 h 1647825"/>
                <a:gd name="connsiteX2635" fmla="*/ 96107 w 1533525"/>
                <a:gd name="connsiteY2635" fmla="*/ 789718 h 1647825"/>
                <a:gd name="connsiteX2636" fmla="*/ 95536 w 1533525"/>
                <a:gd name="connsiteY2636" fmla="*/ 790099 h 1647825"/>
                <a:gd name="connsiteX2637" fmla="*/ 92583 w 1533525"/>
                <a:gd name="connsiteY2637" fmla="*/ 792861 h 1647825"/>
                <a:gd name="connsiteX2638" fmla="*/ 91535 w 1533525"/>
                <a:gd name="connsiteY2638" fmla="*/ 793623 h 1647825"/>
                <a:gd name="connsiteX2639" fmla="*/ 90392 w 1533525"/>
                <a:gd name="connsiteY2639" fmla="*/ 794099 h 1647825"/>
                <a:gd name="connsiteX2640" fmla="*/ 89726 w 1533525"/>
                <a:gd name="connsiteY2640" fmla="*/ 794099 h 1647825"/>
                <a:gd name="connsiteX2641" fmla="*/ 89249 w 1533525"/>
                <a:gd name="connsiteY2641" fmla="*/ 794004 h 1647825"/>
                <a:gd name="connsiteX2642" fmla="*/ 88773 w 1533525"/>
                <a:gd name="connsiteY2642" fmla="*/ 794195 h 1647825"/>
                <a:gd name="connsiteX2643" fmla="*/ 88202 w 1533525"/>
                <a:gd name="connsiteY2643" fmla="*/ 794861 h 1647825"/>
                <a:gd name="connsiteX2644" fmla="*/ 87916 w 1533525"/>
                <a:gd name="connsiteY2644" fmla="*/ 795528 h 1647825"/>
                <a:gd name="connsiteX2645" fmla="*/ 87725 w 1533525"/>
                <a:gd name="connsiteY2645" fmla="*/ 796195 h 1647825"/>
                <a:gd name="connsiteX2646" fmla="*/ 87440 w 1533525"/>
                <a:gd name="connsiteY2646" fmla="*/ 796671 h 1647825"/>
                <a:gd name="connsiteX2647" fmla="*/ 86773 w 1533525"/>
                <a:gd name="connsiteY2647" fmla="*/ 796766 h 1647825"/>
                <a:gd name="connsiteX2648" fmla="*/ 86487 w 1533525"/>
                <a:gd name="connsiteY2648" fmla="*/ 796481 h 1647825"/>
                <a:gd name="connsiteX2649" fmla="*/ 84011 w 1533525"/>
                <a:gd name="connsiteY2649" fmla="*/ 793623 h 1647825"/>
                <a:gd name="connsiteX2650" fmla="*/ 83534 w 1533525"/>
                <a:gd name="connsiteY2650" fmla="*/ 793242 h 1647825"/>
                <a:gd name="connsiteX2651" fmla="*/ 83153 w 1533525"/>
                <a:gd name="connsiteY2651" fmla="*/ 794099 h 1647825"/>
                <a:gd name="connsiteX2652" fmla="*/ 82296 w 1533525"/>
                <a:gd name="connsiteY2652" fmla="*/ 796671 h 1647825"/>
                <a:gd name="connsiteX2653" fmla="*/ 81820 w 1533525"/>
                <a:gd name="connsiteY2653" fmla="*/ 797528 h 1647825"/>
                <a:gd name="connsiteX2654" fmla="*/ 81534 w 1533525"/>
                <a:gd name="connsiteY2654" fmla="*/ 797528 h 1647825"/>
                <a:gd name="connsiteX2655" fmla="*/ 80772 w 1533525"/>
                <a:gd name="connsiteY2655" fmla="*/ 797243 h 1647825"/>
                <a:gd name="connsiteX2656" fmla="*/ 80486 w 1533525"/>
                <a:gd name="connsiteY2656" fmla="*/ 797147 h 1647825"/>
                <a:gd name="connsiteX2657" fmla="*/ 80201 w 1533525"/>
                <a:gd name="connsiteY2657" fmla="*/ 797243 h 1647825"/>
                <a:gd name="connsiteX2658" fmla="*/ 80010 w 1533525"/>
                <a:gd name="connsiteY2658" fmla="*/ 797528 h 1647825"/>
                <a:gd name="connsiteX2659" fmla="*/ 79819 w 1533525"/>
                <a:gd name="connsiteY2659" fmla="*/ 797814 h 1647825"/>
                <a:gd name="connsiteX2660" fmla="*/ 79629 w 1533525"/>
                <a:gd name="connsiteY2660" fmla="*/ 798005 h 1647825"/>
                <a:gd name="connsiteX2661" fmla="*/ 79343 w 1533525"/>
                <a:gd name="connsiteY2661" fmla="*/ 798386 h 1647825"/>
                <a:gd name="connsiteX2662" fmla="*/ 79057 w 1533525"/>
                <a:gd name="connsiteY2662" fmla="*/ 798957 h 1647825"/>
                <a:gd name="connsiteX2663" fmla="*/ 78677 w 1533525"/>
                <a:gd name="connsiteY2663" fmla="*/ 799243 h 1647825"/>
                <a:gd name="connsiteX2664" fmla="*/ 78105 w 1533525"/>
                <a:gd name="connsiteY2664" fmla="*/ 798767 h 1647825"/>
                <a:gd name="connsiteX2665" fmla="*/ 77629 w 1533525"/>
                <a:gd name="connsiteY2665" fmla="*/ 799529 h 1647825"/>
                <a:gd name="connsiteX2666" fmla="*/ 77534 w 1533525"/>
                <a:gd name="connsiteY2666" fmla="*/ 799910 h 1647825"/>
                <a:gd name="connsiteX2667" fmla="*/ 77438 w 1533525"/>
                <a:gd name="connsiteY2667" fmla="*/ 800386 h 1647825"/>
                <a:gd name="connsiteX2668" fmla="*/ 76676 w 1533525"/>
                <a:gd name="connsiteY2668" fmla="*/ 799910 h 1647825"/>
                <a:gd name="connsiteX2669" fmla="*/ 74962 w 1533525"/>
                <a:gd name="connsiteY2669" fmla="*/ 799529 h 1647825"/>
                <a:gd name="connsiteX2670" fmla="*/ 74200 w 1533525"/>
                <a:gd name="connsiteY2670" fmla="*/ 799148 h 1647825"/>
                <a:gd name="connsiteX2671" fmla="*/ 74581 w 1533525"/>
                <a:gd name="connsiteY2671" fmla="*/ 798386 h 1647825"/>
                <a:gd name="connsiteX2672" fmla="*/ 74486 w 1533525"/>
                <a:gd name="connsiteY2672" fmla="*/ 797243 h 1647825"/>
                <a:gd name="connsiteX2673" fmla="*/ 73819 w 1533525"/>
                <a:gd name="connsiteY2673" fmla="*/ 794957 h 1647825"/>
                <a:gd name="connsiteX2674" fmla="*/ 73438 w 1533525"/>
                <a:gd name="connsiteY2674" fmla="*/ 794957 h 1647825"/>
                <a:gd name="connsiteX2675" fmla="*/ 72866 w 1533525"/>
                <a:gd name="connsiteY2675" fmla="*/ 795338 h 1647825"/>
                <a:gd name="connsiteX2676" fmla="*/ 72390 w 1533525"/>
                <a:gd name="connsiteY2676" fmla="*/ 795147 h 1647825"/>
                <a:gd name="connsiteX2677" fmla="*/ 72104 w 1533525"/>
                <a:gd name="connsiteY2677" fmla="*/ 795147 h 1647825"/>
                <a:gd name="connsiteX2678" fmla="*/ 72009 w 1533525"/>
                <a:gd name="connsiteY2678" fmla="*/ 796100 h 1647825"/>
                <a:gd name="connsiteX2679" fmla="*/ 72200 w 1533525"/>
                <a:gd name="connsiteY2679" fmla="*/ 796957 h 1647825"/>
                <a:gd name="connsiteX2680" fmla="*/ 72485 w 1533525"/>
                <a:gd name="connsiteY2680" fmla="*/ 797624 h 1647825"/>
                <a:gd name="connsiteX2681" fmla="*/ 72676 w 1533525"/>
                <a:gd name="connsiteY2681" fmla="*/ 798290 h 1647825"/>
                <a:gd name="connsiteX2682" fmla="*/ 72390 w 1533525"/>
                <a:gd name="connsiteY2682" fmla="*/ 799148 h 1647825"/>
                <a:gd name="connsiteX2683" fmla="*/ 72104 w 1533525"/>
                <a:gd name="connsiteY2683" fmla="*/ 799243 h 1647825"/>
                <a:gd name="connsiteX2684" fmla="*/ 71723 w 1533525"/>
                <a:gd name="connsiteY2684" fmla="*/ 799243 h 1647825"/>
                <a:gd name="connsiteX2685" fmla="*/ 71438 w 1533525"/>
                <a:gd name="connsiteY2685" fmla="*/ 799338 h 1647825"/>
                <a:gd name="connsiteX2686" fmla="*/ 71342 w 1533525"/>
                <a:gd name="connsiteY2686" fmla="*/ 799624 h 1647825"/>
                <a:gd name="connsiteX2687" fmla="*/ 70580 w 1533525"/>
                <a:gd name="connsiteY2687" fmla="*/ 800672 h 1647825"/>
                <a:gd name="connsiteX2688" fmla="*/ 70295 w 1533525"/>
                <a:gd name="connsiteY2688" fmla="*/ 800957 h 1647825"/>
                <a:gd name="connsiteX2689" fmla="*/ 69723 w 1533525"/>
                <a:gd name="connsiteY2689" fmla="*/ 801243 h 1647825"/>
                <a:gd name="connsiteX2690" fmla="*/ 67913 w 1533525"/>
                <a:gd name="connsiteY2690" fmla="*/ 801624 h 1647825"/>
                <a:gd name="connsiteX2691" fmla="*/ 63913 w 1533525"/>
                <a:gd name="connsiteY2691" fmla="*/ 801719 h 1647825"/>
                <a:gd name="connsiteX2692" fmla="*/ 63246 w 1533525"/>
                <a:gd name="connsiteY2692" fmla="*/ 802005 h 1647825"/>
                <a:gd name="connsiteX2693" fmla="*/ 62675 w 1533525"/>
                <a:gd name="connsiteY2693" fmla="*/ 803053 h 1647825"/>
                <a:gd name="connsiteX2694" fmla="*/ 60103 w 1533525"/>
                <a:gd name="connsiteY2694" fmla="*/ 804291 h 1647825"/>
                <a:gd name="connsiteX2695" fmla="*/ 56198 w 1533525"/>
                <a:gd name="connsiteY2695" fmla="*/ 804863 h 1647825"/>
                <a:gd name="connsiteX2696" fmla="*/ 56198 w 1533525"/>
                <a:gd name="connsiteY2696" fmla="*/ 804482 h 1647825"/>
                <a:gd name="connsiteX2697" fmla="*/ 55054 w 1533525"/>
                <a:gd name="connsiteY2697" fmla="*/ 803815 h 1647825"/>
                <a:gd name="connsiteX2698" fmla="*/ 54197 w 1533525"/>
                <a:gd name="connsiteY2698" fmla="*/ 802958 h 1647825"/>
                <a:gd name="connsiteX2699" fmla="*/ 54007 w 1533525"/>
                <a:gd name="connsiteY2699" fmla="*/ 801815 h 1647825"/>
                <a:gd name="connsiteX2700" fmla="*/ 54864 w 1533525"/>
                <a:gd name="connsiteY2700" fmla="*/ 800576 h 1647825"/>
                <a:gd name="connsiteX2701" fmla="*/ 54674 w 1533525"/>
                <a:gd name="connsiteY2701" fmla="*/ 799624 h 1647825"/>
                <a:gd name="connsiteX2702" fmla="*/ 55912 w 1533525"/>
                <a:gd name="connsiteY2702" fmla="*/ 797814 h 1647825"/>
                <a:gd name="connsiteX2703" fmla="*/ 55721 w 1533525"/>
                <a:gd name="connsiteY2703" fmla="*/ 796862 h 1647825"/>
                <a:gd name="connsiteX2704" fmla="*/ 54959 w 1533525"/>
                <a:gd name="connsiteY2704" fmla="*/ 796195 h 1647825"/>
                <a:gd name="connsiteX2705" fmla="*/ 54483 w 1533525"/>
                <a:gd name="connsiteY2705" fmla="*/ 796100 h 1647825"/>
                <a:gd name="connsiteX2706" fmla="*/ 54007 w 1533525"/>
                <a:gd name="connsiteY2706" fmla="*/ 796481 h 1647825"/>
                <a:gd name="connsiteX2707" fmla="*/ 53245 w 1533525"/>
                <a:gd name="connsiteY2707" fmla="*/ 797243 h 1647825"/>
                <a:gd name="connsiteX2708" fmla="*/ 52864 w 1533525"/>
                <a:gd name="connsiteY2708" fmla="*/ 797433 h 1647825"/>
                <a:gd name="connsiteX2709" fmla="*/ 52483 w 1533525"/>
                <a:gd name="connsiteY2709" fmla="*/ 797338 h 1647825"/>
                <a:gd name="connsiteX2710" fmla="*/ 52102 w 1533525"/>
                <a:gd name="connsiteY2710" fmla="*/ 797147 h 1647825"/>
                <a:gd name="connsiteX2711" fmla="*/ 51626 w 1533525"/>
                <a:gd name="connsiteY2711" fmla="*/ 797147 h 1647825"/>
                <a:gd name="connsiteX2712" fmla="*/ 51149 w 1533525"/>
                <a:gd name="connsiteY2712" fmla="*/ 797338 h 1647825"/>
                <a:gd name="connsiteX2713" fmla="*/ 50292 w 1533525"/>
                <a:gd name="connsiteY2713" fmla="*/ 797814 h 1647825"/>
                <a:gd name="connsiteX2714" fmla="*/ 49816 w 1533525"/>
                <a:gd name="connsiteY2714" fmla="*/ 797909 h 1647825"/>
                <a:gd name="connsiteX2715" fmla="*/ 48958 w 1533525"/>
                <a:gd name="connsiteY2715" fmla="*/ 797814 h 1647825"/>
                <a:gd name="connsiteX2716" fmla="*/ 48482 w 1533525"/>
                <a:gd name="connsiteY2716" fmla="*/ 797338 h 1647825"/>
                <a:gd name="connsiteX2717" fmla="*/ 47720 w 1533525"/>
                <a:gd name="connsiteY2717" fmla="*/ 796004 h 1647825"/>
                <a:gd name="connsiteX2718" fmla="*/ 48101 w 1533525"/>
                <a:gd name="connsiteY2718" fmla="*/ 795433 h 1647825"/>
                <a:gd name="connsiteX2719" fmla="*/ 49054 w 1533525"/>
                <a:gd name="connsiteY2719" fmla="*/ 794957 h 1647825"/>
                <a:gd name="connsiteX2720" fmla="*/ 49435 w 1533525"/>
                <a:gd name="connsiteY2720" fmla="*/ 794385 h 1647825"/>
                <a:gd name="connsiteX2721" fmla="*/ 49625 w 1533525"/>
                <a:gd name="connsiteY2721" fmla="*/ 793623 h 1647825"/>
                <a:gd name="connsiteX2722" fmla="*/ 49435 w 1533525"/>
                <a:gd name="connsiteY2722" fmla="*/ 793242 h 1647825"/>
                <a:gd name="connsiteX2723" fmla="*/ 49054 w 1533525"/>
                <a:gd name="connsiteY2723" fmla="*/ 793147 h 1647825"/>
                <a:gd name="connsiteX2724" fmla="*/ 47720 w 1533525"/>
                <a:gd name="connsiteY2724" fmla="*/ 794195 h 1647825"/>
                <a:gd name="connsiteX2725" fmla="*/ 45625 w 1533525"/>
                <a:gd name="connsiteY2725" fmla="*/ 795338 h 1647825"/>
                <a:gd name="connsiteX2726" fmla="*/ 44863 w 1533525"/>
                <a:gd name="connsiteY2726" fmla="*/ 796004 h 1647825"/>
                <a:gd name="connsiteX2727" fmla="*/ 44387 w 1533525"/>
                <a:gd name="connsiteY2727" fmla="*/ 796671 h 1647825"/>
                <a:gd name="connsiteX2728" fmla="*/ 43910 w 1533525"/>
                <a:gd name="connsiteY2728" fmla="*/ 797528 h 1647825"/>
                <a:gd name="connsiteX2729" fmla="*/ 43529 w 1533525"/>
                <a:gd name="connsiteY2729" fmla="*/ 798481 h 1647825"/>
                <a:gd name="connsiteX2730" fmla="*/ 43434 w 1533525"/>
                <a:gd name="connsiteY2730" fmla="*/ 799624 h 1647825"/>
                <a:gd name="connsiteX2731" fmla="*/ 43244 w 1533525"/>
                <a:gd name="connsiteY2731" fmla="*/ 800576 h 1647825"/>
                <a:gd name="connsiteX2732" fmla="*/ 42767 w 1533525"/>
                <a:gd name="connsiteY2732" fmla="*/ 801434 h 1647825"/>
                <a:gd name="connsiteX2733" fmla="*/ 42386 w 1533525"/>
                <a:gd name="connsiteY2733" fmla="*/ 802386 h 1647825"/>
                <a:gd name="connsiteX2734" fmla="*/ 42386 w 1533525"/>
                <a:gd name="connsiteY2734" fmla="*/ 803720 h 1647825"/>
                <a:gd name="connsiteX2735" fmla="*/ 42863 w 1533525"/>
                <a:gd name="connsiteY2735" fmla="*/ 804767 h 1647825"/>
                <a:gd name="connsiteX2736" fmla="*/ 44291 w 1533525"/>
                <a:gd name="connsiteY2736" fmla="*/ 807053 h 1647825"/>
                <a:gd name="connsiteX2737" fmla="*/ 45053 w 1533525"/>
                <a:gd name="connsiteY2737" fmla="*/ 808863 h 1647825"/>
                <a:gd name="connsiteX2738" fmla="*/ 46006 w 1533525"/>
                <a:gd name="connsiteY2738" fmla="*/ 809911 h 1647825"/>
                <a:gd name="connsiteX2739" fmla="*/ 47911 w 1533525"/>
                <a:gd name="connsiteY2739" fmla="*/ 811530 h 1647825"/>
                <a:gd name="connsiteX2740" fmla="*/ 50197 w 1533525"/>
                <a:gd name="connsiteY2740" fmla="*/ 814864 h 1647825"/>
                <a:gd name="connsiteX2741" fmla="*/ 50768 w 1533525"/>
                <a:gd name="connsiteY2741" fmla="*/ 816197 h 1647825"/>
                <a:gd name="connsiteX2742" fmla="*/ 51626 w 1533525"/>
                <a:gd name="connsiteY2742" fmla="*/ 816959 h 1647825"/>
                <a:gd name="connsiteX2743" fmla="*/ 53245 w 1533525"/>
                <a:gd name="connsiteY2743" fmla="*/ 818102 h 1647825"/>
                <a:gd name="connsiteX2744" fmla="*/ 55721 w 1533525"/>
                <a:gd name="connsiteY2744" fmla="*/ 821627 h 1647825"/>
                <a:gd name="connsiteX2745" fmla="*/ 56483 w 1533525"/>
                <a:gd name="connsiteY2745" fmla="*/ 822293 h 1647825"/>
                <a:gd name="connsiteX2746" fmla="*/ 58102 w 1533525"/>
                <a:gd name="connsiteY2746" fmla="*/ 823532 h 1647825"/>
                <a:gd name="connsiteX2747" fmla="*/ 62960 w 1533525"/>
                <a:gd name="connsiteY2747" fmla="*/ 828199 h 1647825"/>
                <a:gd name="connsiteX2748" fmla="*/ 64008 w 1533525"/>
                <a:gd name="connsiteY2748" fmla="*/ 828770 h 1647825"/>
                <a:gd name="connsiteX2749" fmla="*/ 64675 w 1533525"/>
                <a:gd name="connsiteY2749" fmla="*/ 828580 h 1647825"/>
                <a:gd name="connsiteX2750" fmla="*/ 65913 w 1533525"/>
                <a:gd name="connsiteY2750" fmla="*/ 827437 h 1647825"/>
                <a:gd name="connsiteX2751" fmla="*/ 66104 w 1533525"/>
                <a:gd name="connsiteY2751" fmla="*/ 828294 h 1647825"/>
                <a:gd name="connsiteX2752" fmla="*/ 65913 w 1533525"/>
                <a:gd name="connsiteY2752" fmla="*/ 829913 h 1647825"/>
                <a:gd name="connsiteX2753" fmla="*/ 66199 w 1533525"/>
                <a:gd name="connsiteY2753" fmla="*/ 830866 h 1647825"/>
                <a:gd name="connsiteX2754" fmla="*/ 67723 w 1533525"/>
                <a:gd name="connsiteY2754" fmla="*/ 832771 h 1647825"/>
                <a:gd name="connsiteX2755" fmla="*/ 68675 w 1533525"/>
                <a:gd name="connsiteY2755" fmla="*/ 833628 h 1647825"/>
                <a:gd name="connsiteX2756" fmla="*/ 70390 w 1533525"/>
                <a:gd name="connsiteY2756" fmla="*/ 834390 h 1647825"/>
                <a:gd name="connsiteX2757" fmla="*/ 71533 w 1533525"/>
                <a:gd name="connsiteY2757" fmla="*/ 836200 h 1647825"/>
                <a:gd name="connsiteX2758" fmla="*/ 72581 w 1533525"/>
                <a:gd name="connsiteY2758" fmla="*/ 837057 h 1647825"/>
                <a:gd name="connsiteX2759" fmla="*/ 74295 w 1533525"/>
                <a:gd name="connsiteY2759" fmla="*/ 839248 h 1647825"/>
                <a:gd name="connsiteX2760" fmla="*/ 75152 w 1533525"/>
                <a:gd name="connsiteY2760" fmla="*/ 840105 h 1647825"/>
                <a:gd name="connsiteX2761" fmla="*/ 78391 w 1533525"/>
                <a:gd name="connsiteY2761" fmla="*/ 842010 h 1647825"/>
                <a:gd name="connsiteX2762" fmla="*/ 85058 w 1533525"/>
                <a:gd name="connsiteY2762" fmla="*/ 849059 h 1647825"/>
                <a:gd name="connsiteX2763" fmla="*/ 85820 w 1533525"/>
                <a:gd name="connsiteY2763" fmla="*/ 849725 h 1647825"/>
                <a:gd name="connsiteX2764" fmla="*/ 86773 w 1533525"/>
                <a:gd name="connsiteY2764" fmla="*/ 850202 h 1647825"/>
                <a:gd name="connsiteX2765" fmla="*/ 87821 w 1533525"/>
                <a:gd name="connsiteY2765" fmla="*/ 850392 h 1647825"/>
                <a:gd name="connsiteX2766" fmla="*/ 88106 w 1533525"/>
                <a:gd name="connsiteY2766" fmla="*/ 852202 h 1647825"/>
                <a:gd name="connsiteX2767" fmla="*/ 89726 w 1533525"/>
                <a:gd name="connsiteY2767" fmla="*/ 854678 h 1647825"/>
                <a:gd name="connsiteX2768" fmla="*/ 93250 w 1533525"/>
                <a:gd name="connsiteY2768" fmla="*/ 858869 h 1647825"/>
                <a:gd name="connsiteX2769" fmla="*/ 95726 w 1533525"/>
                <a:gd name="connsiteY2769" fmla="*/ 861251 h 1647825"/>
                <a:gd name="connsiteX2770" fmla="*/ 96107 w 1533525"/>
                <a:gd name="connsiteY2770" fmla="*/ 861822 h 1647825"/>
                <a:gd name="connsiteX2771" fmla="*/ 96393 w 1533525"/>
                <a:gd name="connsiteY2771" fmla="*/ 862298 h 1647825"/>
                <a:gd name="connsiteX2772" fmla="*/ 100965 w 1533525"/>
                <a:gd name="connsiteY2772" fmla="*/ 868204 h 1647825"/>
                <a:gd name="connsiteX2773" fmla="*/ 105918 w 1533525"/>
                <a:gd name="connsiteY2773" fmla="*/ 872204 h 1647825"/>
                <a:gd name="connsiteX2774" fmla="*/ 111823 w 1533525"/>
                <a:gd name="connsiteY2774" fmla="*/ 877729 h 1647825"/>
                <a:gd name="connsiteX2775" fmla="*/ 113728 w 1533525"/>
                <a:gd name="connsiteY2775" fmla="*/ 878967 h 1647825"/>
                <a:gd name="connsiteX2776" fmla="*/ 115634 w 1533525"/>
                <a:gd name="connsiteY2776" fmla="*/ 880777 h 1647825"/>
                <a:gd name="connsiteX2777" fmla="*/ 118872 w 1533525"/>
                <a:gd name="connsiteY2777" fmla="*/ 882110 h 1647825"/>
                <a:gd name="connsiteX2778" fmla="*/ 119825 w 1533525"/>
                <a:gd name="connsiteY2778" fmla="*/ 882872 h 1647825"/>
                <a:gd name="connsiteX2779" fmla="*/ 121634 w 1533525"/>
                <a:gd name="connsiteY2779" fmla="*/ 884777 h 1647825"/>
                <a:gd name="connsiteX2780" fmla="*/ 122206 w 1533525"/>
                <a:gd name="connsiteY2780" fmla="*/ 885158 h 1647825"/>
                <a:gd name="connsiteX2781" fmla="*/ 123349 w 1533525"/>
                <a:gd name="connsiteY2781" fmla="*/ 885444 h 1647825"/>
                <a:gd name="connsiteX2782" fmla="*/ 126397 w 1533525"/>
                <a:gd name="connsiteY2782" fmla="*/ 887444 h 1647825"/>
                <a:gd name="connsiteX2783" fmla="*/ 134684 w 1533525"/>
                <a:gd name="connsiteY2783" fmla="*/ 890873 h 1647825"/>
                <a:gd name="connsiteX2784" fmla="*/ 136398 w 1533525"/>
                <a:gd name="connsiteY2784" fmla="*/ 892207 h 1647825"/>
                <a:gd name="connsiteX2785" fmla="*/ 136874 w 1533525"/>
                <a:gd name="connsiteY2785" fmla="*/ 892493 h 1647825"/>
                <a:gd name="connsiteX2786" fmla="*/ 137446 w 1533525"/>
                <a:gd name="connsiteY2786" fmla="*/ 892397 h 1647825"/>
                <a:gd name="connsiteX2787" fmla="*/ 138017 w 1533525"/>
                <a:gd name="connsiteY2787" fmla="*/ 892112 h 1647825"/>
                <a:gd name="connsiteX2788" fmla="*/ 138589 w 1533525"/>
                <a:gd name="connsiteY2788" fmla="*/ 891921 h 1647825"/>
                <a:gd name="connsiteX2789" fmla="*/ 139160 w 1533525"/>
                <a:gd name="connsiteY2789" fmla="*/ 892207 h 1647825"/>
                <a:gd name="connsiteX2790" fmla="*/ 140018 w 1533525"/>
                <a:gd name="connsiteY2790" fmla="*/ 892969 h 1647825"/>
                <a:gd name="connsiteX2791" fmla="*/ 140970 w 1533525"/>
                <a:gd name="connsiteY2791" fmla="*/ 893350 h 1647825"/>
                <a:gd name="connsiteX2792" fmla="*/ 142018 w 1533525"/>
                <a:gd name="connsiteY2792" fmla="*/ 893445 h 1647825"/>
                <a:gd name="connsiteX2793" fmla="*/ 148971 w 1533525"/>
                <a:gd name="connsiteY2793" fmla="*/ 893064 h 1647825"/>
                <a:gd name="connsiteX2794" fmla="*/ 149447 w 1533525"/>
                <a:gd name="connsiteY2794" fmla="*/ 893064 h 1647825"/>
                <a:gd name="connsiteX2795" fmla="*/ 150400 w 1533525"/>
                <a:gd name="connsiteY2795" fmla="*/ 892397 h 1647825"/>
                <a:gd name="connsiteX2796" fmla="*/ 150686 w 1533525"/>
                <a:gd name="connsiteY2796" fmla="*/ 891540 h 1647825"/>
                <a:gd name="connsiteX2797" fmla="*/ 150781 w 1533525"/>
                <a:gd name="connsiteY2797" fmla="*/ 891254 h 1647825"/>
                <a:gd name="connsiteX2798" fmla="*/ 151638 w 1533525"/>
                <a:gd name="connsiteY2798" fmla="*/ 891064 h 1647825"/>
                <a:gd name="connsiteX2799" fmla="*/ 152686 w 1533525"/>
                <a:gd name="connsiteY2799" fmla="*/ 891254 h 1647825"/>
                <a:gd name="connsiteX2800" fmla="*/ 153638 w 1533525"/>
                <a:gd name="connsiteY2800" fmla="*/ 891350 h 1647825"/>
                <a:gd name="connsiteX2801" fmla="*/ 154210 w 1533525"/>
                <a:gd name="connsiteY2801" fmla="*/ 890969 h 1647825"/>
                <a:gd name="connsiteX2802" fmla="*/ 154781 w 1533525"/>
                <a:gd name="connsiteY2802" fmla="*/ 890397 h 1647825"/>
                <a:gd name="connsiteX2803" fmla="*/ 155448 w 1533525"/>
                <a:gd name="connsiteY2803" fmla="*/ 890016 h 1647825"/>
                <a:gd name="connsiteX2804" fmla="*/ 156210 w 1533525"/>
                <a:gd name="connsiteY2804" fmla="*/ 890207 h 1647825"/>
                <a:gd name="connsiteX2805" fmla="*/ 156591 w 1533525"/>
                <a:gd name="connsiteY2805" fmla="*/ 889826 h 1647825"/>
                <a:gd name="connsiteX2806" fmla="*/ 157829 w 1533525"/>
                <a:gd name="connsiteY2806" fmla="*/ 889921 h 1647825"/>
                <a:gd name="connsiteX2807" fmla="*/ 167164 w 1533525"/>
                <a:gd name="connsiteY2807" fmla="*/ 885254 h 1647825"/>
                <a:gd name="connsiteX2808" fmla="*/ 170307 w 1533525"/>
                <a:gd name="connsiteY2808" fmla="*/ 884682 h 1647825"/>
                <a:gd name="connsiteX2809" fmla="*/ 174784 w 1533525"/>
                <a:gd name="connsiteY2809" fmla="*/ 883253 h 1647825"/>
                <a:gd name="connsiteX2810" fmla="*/ 175736 w 1533525"/>
                <a:gd name="connsiteY2810" fmla="*/ 882396 h 1647825"/>
                <a:gd name="connsiteX2811" fmla="*/ 175927 w 1533525"/>
                <a:gd name="connsiteY2811" fmla="*/ 881444 h 1647825"/>
                <a:gd name="connsiteX2812" fmla="*/ 176403 w 1533525"/>
                <a:gd name="connsiteY2812" fmla="*/ 880777 h 1647825"/>
                <a:gd name="connsiteX2813" fmla="*/ 178689 w 1533525"/>
                <a:gd name="connsiteY2813" fmla="*/ 878777 h 1647825"/>
                <a:gd name="connsiteX2814" fmla="*/ 179451 w 1533525"/>
                <a:gd name="connsiteY2814" fmla="*/ 878300 h 1647825"/>
                <a:gd name="connsiteX2815" fmla="*/ 180403 w 1533525"/>
                <a:gd name="connsiteY2815" fmla="*/ 878015 h 1647825"/>
                <a:gd name="connsiteX2816" fmla="*/ 180023 w 1533525"/>
                <a:gd name="connsiteY2816" fmla="*/ 878396 h 1647825"/>
                <a:gd name="connsiteX2817" fmla="*/ 179737 w 1533525"/>
                <a:gd name="connsiteY2817" fmla="*/ 878777 h 1647825"/>
                <a:gd name="connsiteX2818" fmla="*/ 179356 w 1533525"/>
                <a:gd name="connsiteY2818" fmla="*/ 879634 h 1647825"/>
                <a:gd name="connsiteX2819" fmla="*/ 181165 w 1533525"/>
                <a:gd name="connsiteY2819" fmla="*/ 879253 h 1647825"/>
                <a:gd name="connsiteX2820" fmla="*/ 184118 w 1533525"/>
                <a:gd name="connsiteY2820" fmla="*/ 877062 h 1647825"/>
                <a:gd name="connsiteX2821" fmla="*/ 186404 w 1533525"/>
                <a:gd name="connsiteY2821" fmla="*/ 876205 h 1647825"/>
                <a:gd name="connsiteX2822" fmla="*/ 188214 w 1533525"/>
                <a:gd name="connsiteY2822" fmla="*/ 875062 h 1647825"/>
                <a:gd name="connsiteX2823" fmla="*/ 188881 w 1533525"/>
                <a:gd name="connsiteY2823" fmla="*/ 875157 h 1647825"/>
                <a:gd name="connsiteX2824" fmla="*/ 189548 w 1533525"/>
                <a:gd name="connsiteY2824" fmla="*/ 875348 h 1647825"/>
                <a:gd name="connsiteX2825" fmla="*/ 190595 w 1533525"/>
                <a:gd name="connsiteY2825" fmla="*/ 875062 h 1647825"/>
                <a:gd name="connsiteX2826" fmla="*/ 191929 w 1533525"/>
                <a:gd name="connsiteY2826" fmla="*/ 874205 h 1647825"/>
                <a:gd name="connsiteX2827" fmla="*/ 192881 w 1533525"/>
                <a:gd name="connsiteY2827" fmla="*/ 873347 h 1647825"/>
                <a:gd name="connsiteX2828" fmla="*/ 199168 w 1533525"/>
                <a:gd name="connsiteY2828" fmla="*/ 869537 h 1647825"/>
                <a:gd name="connsiteX2829" fmla="*/ 201644 w 1533525"/>
                <a:gd name="connsiteY2829" fmla="*/ 869442 h 1647825"/>
                <a:gd name="connsiteX2830" fmla="*/ 202597 w 1533525"/>
                <a:gd name="connsiteY2830" fmla="*/ 869252 h 1647825"/>
                <a:gd name="connsiteX2831" fmla="*/ 206026 w 1533525"/>
                <a:gd name="connsiteY2831" fmla="*/ 867442 h 1647825"/>
                <a:gd name="connsiteX2832" fmla="*/ 206407 w 1533525"/>
                <a:gd name="connsiteY2832" fmla="*/ 867061 h 1647825"/>
                <a:gd name="connsiteX2833" fmla="*/ 206597 w 1533525"/>
                <a:gd name="connsiteY2833" fmla="*/ 866680 h 1647825"/>
                <a:gd name="connsiteX2834" fmla="*/ 207073 w 1533525"/>
                <a:gd name="connsiteY2834" fmla="*/ 866394 h 1647825"/>
                <a:gd name="connsiteX2835" fmla="*/ 207550 w 1533525"/>
                <a:gd name="connsiteY2835" fmla="*/ 866204 h 1647825"/>
                <a:gd name="connsiteX2836" fmla="*/ 207836 w 1533525"/>
                <a:gd name="connsiteY2836" fmla="*/ 866013 h 1647825"/>
                <a:gd name="connsiteX2837" fmla="*/ 208598 w 1533525"/>
                <a:gd name="connsiteY2837" fmla="*/ 865251 h 1647825"/>
                <a:gd name="connsiteX2838" fmla="*/ 208598 w 1533525"/>
                <a:gd name="connsiteY2838" fmla="*/ 864299 h 1647825"/>
                <a:gd name="connsiteX2839" fmla="*/ 208026 w 1533525"/>
                <a:gd name="connsiteY2839" fmla="*/ 863060 h 1647825"/>
                <a:gd name="connsiteX2840" fmla="*/ 207836 w 1533525"/>
                <a:gd name="connsiteY2840" fmla="*/ 862489 h 1647825"/>
                <a:gd name="connsiteX2841" fmla="*/ 208026 w 1533525"/>
                <a:gd name="connsiteY2841" fmla="*/ 862203 h 1647825"/>
                <a:gd name="connsiteX2842" fmla="*/ 208312 w 1533525"/>
                <a:gd name="connsiteY2842" fmla="*/ 861822 h 1647825"/>
                <a:gd name="connsiteX2843" fmla="*/ 208502 w 1533525"/>
                <a:gd name="connsiteY2843" fmla="*/ 861251 h 1647825"/>
                <a:gd name="connsiteX2844" fmla="*/ 208217 w 1533525"/>
                <a:gd name="connsiteY2844" fmla="*/ 860489 h 1647825"/>
                <a:gd name="connsiteX2845" fmla="*/ 208788 w 1533525"/>
                <a:gd name="connsiteY2845" fmla="*/ 860393 h 1647825"/>
                <a:gd name="connsiteX2846" fmla="*/ 208978 w 1533525"/>
                <a:gd name="connsiteY2846" fmla="*/ 860012 h 1647825"/>
                <a:gd name="connsiteX2847" fmla="*/ 208883 w 1533525"/>
                <a:gd name="connsiteY2847" fmla="*/ 859536 h 1647825"/>
                <a:gd name="connsiteX2848" fmla="*/ 208598 w 1533525"/>
                <a:gd name="connsiteY2848" fmla="*/ 858965 h 1647825"/>
                <a:gd name="connsiteX2849" fmla="*/ 209169 w 1533525"/>
                <a:gd name="connsiteY2849" fmla="*/ 858488 h 1647825"/>
                <a:gd name="connsiteX2850" fmla="*/ 211074 w 1533525"/>
                <a:gd name="connsiteY2850" fmla="*/ 856393 h 1647825"/>
                <a:gd name="connsiteX2851" fmla="*/ 211455 w 1533525"/>
                <a:gd name="connsiteY2851" fmla="*/ 855631 h 1647825"/>
                <a:gd name="connsiteX2852" fmla="*/ 211836 w 1533525"/>
                <a:gd name="connsiteY2852" fmla="*/ 854583 h 1647825"/>
                <a:gd name="connsiteX2853" fmla="*/ 214598 w 1533525"/>
                <a:gd name="connsiteY2853" fmla="*/ 851630 h 1647825"/>
                <a:gd name="connsiteX2854" fmla="*/ 215741 w 1533525"/>
                <a:gd name="connsiteY2854" fmla="*/ 849630 h 1647825"/>
                <a:gd name="connsiteX2855" fmla="*/ 217456 w 1533525"/>
                <a:gd name="connsiteY2855" fmla="*/ 843153 h 1647825"/>
                <a:gd name="connsiteX2856" fmla="*/ 217646 w 1533525"/>
                <a:gd name="connsiteY2856" fmla="*/ 842867 h 1647825"/>
                <a:gd name="connsiteX2857" fmla="*/ 218313 w 1533525"/>
                <a:gd name="connsiteY2857" fmla="*/ 842201 h 1647825"/>
                <a:gd name="connsiteX2858" fmla="*/ 218503 w 1533525"/>
                <a:gd name="connsiteY2858" fmla="*/ 841915 h 1647825"/>
                <a:gd name="connsiteX2859" fmla="*/ 218694 w 1533525"/>
                <a:gd name="connsiteY2859" fmla="*/ 841343 h 1647825"/>
                <a:gd name="connsiteX2860" fmla="*/ 218694 w 1533525"/>
                <a:gd name="connsiteY2860" fmla="*/ 840962 h 1647825"/>
                <a:gd name="connsiteX2861" fmla="*/ 218599 w 1533525"/>
                <a:gd name="connsiteY2861" fmla="*/ 840486 h 1647825"/>
                <a:gd name="connsiteX2862" fmla="*/ 218503 w 1533525"/>
                <a:gd name="connsiteY2862" fmla="*/ 839819 h 1647825"/>
                <a:gd name="connsiteX2863" fmla="*/ 218313 w 1533525"/>
                <a:gd name="connsiteY2863" fmla="*/ 839534 h 1647825"/>
                <a:gd name="connsiteX2864" fmla="*/ 217932 w 1533525"/>
                <a:gd name="connsiteY2864" fmla="*/ 839248 h 1647825"/>
                <a:gd name="connsiteX2865" fmla="*/ 217551 w 1533525"/>
                <a:gd name="connsiteY2865" fmla="*/ 838867 h 1647825"/>
                <a:gd name="connsiteX2866" fmla="*/ 217170 w 1533525"/>
                <a:gd name="connsiteY2866" fmla="*/ 837819 h 1647825"/>
                <a:gd name="connsiteX2867" fmla="*/ 216694 w 1533525"/>
                <a:gd name="connsiteY2867" fmla="*/ 837724 h 1647825"/>
                <a:gd name="connsiteX2868" fmla="*/ 216122 w 1533525"/>
                <a:gd name="connsiteY2868" fmla="*/ 837819 h 1647825"/>
                <a:gd name="connsiteX2869" fmla="*/ 215551 w 1533525"/>
                <a:gd name="connsiteY2869" fmla="*/ 837819 h 1647825"/>
                <a:gd name="connsiteX2870" fmla="*/ 214979 w 1533525"/>
                <a:gd name="connsiteY2870" fmla="*/ 837533 h 1647825"/>
                <a:gd name="connsiteX2871" fmla="*/ 214598 w 1533525"/>
                <a:gd name="connsiteY2871" fmla="*/ 837248 h 1647825"/>
                <a:gd name="connsiteX2872" fmla="*/ 214313 w 1533525"/>
                <a:gd name="connsiteY2872" fmla="*/ 836962 h 1647825"/>
                <a:gd name="connsiteX2873" fmla="*/ 214027 w 1533525"/>
                <a:gd name="connsiteY2873" fmla="*/ 836581 h 1647825"/>
                <a:gd name="connsiteX2874" fmla="*/ 213360 w 1533525"/>
                <a:gd name="connsiteY2874" fmla="*/ 834581 h 1647825"/>
                <a:gd name="connsiteX2875" fmla="*/ 213265 w 1533525"/>
                <a:gd name="connsiteY2875" fmla="*/ 834485 h 1647825"/>
                <a:gd name="connsiteX2876" fmla="*/ 213074 w 1533525"/>
                <a:gd name="connsiteY2876" fmla="*/ 834009 h 1647825"/>
                <a:gd name="connsiteX2877" fmla="*/ 212122 w 1533525"/>
                <a:gd name="connsiteY2877" fmla="*/ 833533 h 1647825"/>
                <a:gd name="connsiteX2878" fmla="*/ 211931 w 1533525"/>
                <a:gd name="connsiteY2878" fmla="*/ 832866 h 1647825"/>
                <a:gd name="connsiteX2879" fmla="*/ 211836 w 1533525"/>
                <a:gd name="connsiteY2879" fmla="*/ 832104 h 1647825"/>
                <a:gd name="connsiteX2880" fmla="*/ 211550 w 1533525"/>
                <a:gd name="connsiteY2880" fmla="*/ 831914 h 1647825"/>
                <a:gd name="connsiteX2881" fmla="*/ 208978 w 1533525"/>
                <a:gd name="connsiteY2881" fmla="*/ 832866 h 1647825"/>
                <a:gd name="connsiteX2882" fmla="*/ 208217 w 1533525"/>
                <a:gd name="connsiteY2882" fmla="*/ 832961 h 1647825"/>
                <a:gd name="connsiteX2883" fmla="*/ 207359 w 1533525"/>
                <a:gd name="connsiteY2883" fmla="*/ 832390 h 1647825"/>
                <a:gd name="connsiteX2884" fmla="*/ 206693 w 1533525"/>
                <a:gd name="connsiteY2884" fmla="*/ 832199 h 1647825"/>
                <a:gd name="connsiteX2885" fmla="*/ 205740 w 1533525"/>
                <a:gd name="connsiteY2885" fmla="*/ 832390 h 1647825"/>
                <a:gd name="connsiteX2886" fmla="*/ 204026 w 1533525"/>
                <a:gd name="connsiteY2886" fmla="*/ 833057 h 1647825"/>
                <a:gd name="connsiteX2887" fmla="*/ 204026 w 1533525"/>
                <a:gd name="connsiteY2887" fmla="*/ 832676 h 1647825"/>
                <a:gd name="connsiteX2888" fmla="*/ 204026 w 1533525"/>
                <a:gd name="connsiteY2888" fmla="*/ 831914 h 1647825"/>
                <a:gd name="connsiteX2889" fmla="*/ 204026 w 1533525"/>
                <a:gd name="connsiteY2889" fmla="*/ 831533 h 1647825"/>
                <a:gd name="connsiteX2890" fmla="*/ 203359 w 1533525"/>
                <a:gd name="connsiteY2890" fmla="*/ 831818 h 1647825"/>
                <a:gd name="connsiteX2891" fmla="*/ 203168 w 1533525"/>
                <a:gd name="connsiteY2891" fmla="*/ 832009 h 1647825"/>
                <a:gd name="connsiteX2892" fmla="*/ 202978 w 1533525"/>
                <a:gd name="connsiteY2892" fmla="*/ 832295 h 1647825"/>
                <a:gd name="connsiteX2893" fmla="*/ 202692 w 1533525"/>
                <a:gd name="connsiteY2893" fmla="*/ 831628 h 1647825"/>
                <a:gd name="connsiteX2894" fmla="*/ 202597 w 1533525"/>
                <a:gd name="connsiteY2894" fmla="*/ 830866 h 1647825"/>
                <a:gd name="connsiteX2895" fmla="*/ 202597 w 1533525"/>
                <a:gd name="connsiteY2895" fmla="*/ 829342 h 1647825"/>
                <a:gd name="connsiteX2896" fmla="*/ 202692 w 1533525"/>
                <a:gd name="connsiteY2896" fmla="*/ 828485 h 1647825"/>
                <a:gd name="connsiteX2897" fmla="*/ 203073 w 1533525"/>
                <a:gd name="connsiteY2897" fmla="*/ 828294 h 1647825"/>
                <a:gd name="connsiteX2898" fmla="*/ 206121 w 1533525"/>
                <a:gd name="connsiteY2898" fmla="*/ 829628 h 1647825"/>
                <a:gd name="connsiteX2899" fmla="*/ 207359 w 1533525"/>
                <a:gd name="connsiteY2899" fmla="*/ 829818 h 1647825"/>
                <a:gd name="connsiteX2900" fmla="*/ 208312 w 1533525"/>
                <a:gd name="connsiteY2900" fmla="*/ 829532 h 1647825"/>
                <a:gd name="connsiteX2901" fmla="*/ 207359 w 1533525"/>
                <a:gd name="connsiteY2901" fmla="*/ 827818 h 1647825"/>
                <a:gd name="connsiteX2902" fmla="*/ 207073 w 1533525"/>
                <a:gd name="connsiteY2902" fmla="*/ 827532 h 1647825"/>
                <a:gd name="connsiteX2903" fmla="*/ 206597 w 1533525"/>
                <a:gd name="connsiteY2903" fmla="*/ 827532 h 1647825"/>
                <a:gd name="connsiteX2904" fmla="*/ 206026 w 1533525"/>
                <a:gd name="connsiteY2904" fmla="*/ 827437 h 1647825"/>
                <a:gd name="connsiteX2905" fmla="*/ 205550 w 1533525"/>
                <a:gd name="connsiteY2905" fmla="*/ 827246 h 1647825"/>
                <a:gd name="connsiteX2906" fmla="*/ 205359 w 1533525"/>
                <a:gd name="connsiteY2906" fmla="*/ 827056 h 1647825"/>
                <a:gd name="connsiteX2907" fmla="*/ 205835 w 1533525"/>
                <a:gd name="connsiteY2907" fmla="*/ 826008 h 1647825"/>
                <a:gd name="connsiteX2908" fmla="*/ 206883 w 1533525"/>
                <a:gd name="connsiteY2908" fmla="*/ 826294 h 1647825"/>
                <a:gd name="connsiteX2909" fmla="*/ 208026 w 1533525"/>
                <a:gd name="connsiteY2909" fmla="*/ 827056 h 1647825"/>
                <a:gd name="connsiteX2910" fmla="*/ 208693 w 1533525"/>
                <a:gd name="connsiteY2910" fmla="*/ 827627 h 1647825"/>
                <a:gd name="connsiteX2911" fmla="*/ 209360 w 1533525"/>
                <a:gd name="connsiteY2911" fmla="*/ 828580 h 1647825"/>
                <a:gd name="connsiteX2912" fmla="*/ 209740 w 1533525"/>
                <a:gd name="connsiteY2912" fmla="*/ 828961 h 1647825"/>
                <a:gd name="connsiteX2913" fmla="*/ 211360 w 1533525"/>
                <a:gd name="connsiteY2913" fmla="*/ 829342 h 1647825"/>
                <a:gd name="connsiteX2914" fmla="*/ 211741 w 1533525"/>
                <a:gd name="connsiteY2914" fmla="*/ 829247 h 1647825"/>
                <a:gd name="connsiteX2915" fmla="*/ 211360 w 1533525"/>
                <a:gd name="connsiteY2915" fmla="*/ 828580 h 1647825"/>
                <a:gd name="connsiteX2916" fmla="*/ 211265 w 1533525"/>
                <a:gd name="connsiteY2916" fmla="*/ 827818 h 1647825"/>
                <a:gd name="connsiteX2917" fmla="*/ 211646 w 1533525"/>
                <a:gd name="connsiteY2917" fmla="*/ 827056 h 1647825"/>
                <a:gd name="connsiteX2918" fmla="*/ 211741 w 1533525"/>
                <a:gd name="connsiteY2918" fmla="*/ 826389 h 1647825"/>
                <a:gd name="connsiteX2919" fmla="*/ 210788 w 1533525"/>
                <a:gd name="connsiteY2919" fmla="*/ 826008 h 1647825"/>
                <a:gd name="connsiteX2920" fmla="*/ 211169 w 1533525"/>
                <a:gd name="connsiteY2920" fmla="*/ 825627 h 1647825"/>
                <a:gd name="connsiteX2921" fmla="*/ 210407 w 1533525"/>
                <a:gd name="connsiteY2921" fmla="*/ 825246 h 1647825"/>
                <a:gd name="connsiteX2922" fmla="*/ 210407 w 1533525"/>
                <a:gd name="connsiteY2922" fmla="*/ 824865 h 1647825"/>
                <a:gd name="connsiteX2923" fmla="*/ 210979 w 1533525"/>
                <a:gd name="connsiteY2923" fmla="*/ 824389 h 1647825"/>
                <a:gd name="connsiteX2924" fmla="*/ 210217 w 1533525"/>
                <a:gd name="connsiteY2924" fmla="*/ 824389 h 1647825"/>
                <a:gd name="connsiteX2925" fmla="*/ 208217 w 1533525"/>
                <a:gd name="connsiteY2925" fmla="*/ 824770 h 1647825"/>
                <a:gd name="connsiteX2926" fmla="*/ 207359 w 1533525"/>
                <a:gd name="connsiteY2926" fmla="*/ 824675 h 1647825"/>
                <a:gd name="connsiteX2927" fmla="*/ 204216 w 1533525"/>
                <a:gd name="connsiteY2927" fmla="*/ 823627 h 1647825"/>
                <a:gd name="connsiteX2928" fmla="*/ 204692 w 1533525"/>
                <a:gd name="connsiteY2928" fmla="*/ 823151 h 1647825"/>
                <a:gd name="connsiteX2929" fmla="*/ 205550 w 1533525"/>
                <a:gd name="connsiteY2929" fmla="*/ 822770 h 1647825"/>
                <a:gd name="connsiteX2930" fmla="*/ 206502 w 1533525"/>
                <a:gd name="connsiteY2930" fmla="*/ 822674 h 1647825"/>
                <a:gd name="connsiteX2931" fmla="*/ 207264 w 1533525"/>
                <a:gd name="connsiteY2931" fmla="*/ 823055 h 1647825"/>
                <a:gd name="connsiteX2932" fmla="*/ 207740 w 1533525"/>
                <a:gd name="connsiteY2932" fmla="*/ 823341 h 1647825"/>
                <a:gd name="connsiteX2933" fmla="*/ 208026 w 1533525"/>
                <a:gd name="connsiteY2933" fmla="*/ 823246 h 1647825"/>
                <a:gd name="connsiteX2934" fmla="*/ 208217 w 1533525"/>
                <a:gd name="connsiteY2934" fmla="*/ 822865 h 1647825"/>
                <a:gd name="connsiteX2935" fmla="*/ 208217 w 1533525"/>
                <a:gd name="connsiteY2935" fmla="*/ 822389 h 1647825"/>
                <a:gd name="connsiteX2936" fmla="*/ 207073 w 1533525"/>
                <a:gd name="connsiteY2936" fmla="*/ 821627 h 1647825"/>
                <a:gd name="connsiteX2937" fmla="*/ 206788 w 1533525"/>
                <a:gd name="connsiteY2937" fmla="*/ 821246 h 1647825"/>
                <a:gd name="connsiteX2938" fmla="*/ 208788 w 1533525"/>
                <a:gd name="connsiteY2938" fmla="*/ 821817 h 1647825"/>
                <a:gd name="connsiteX2939" fmla="*/ 209360 w 1533525"/>
                <a:gd name="connsiteY2939" fmla="*/ 821627 h 1647825"/>
                <a:gd name="connsiteX2940" fmla="*/ 209550 w 1533525"/>
                <a:gd name="connsiteY2940" fmla="*/ 820960 h 1647825"/>
                <a:gd name="connsiteX2941" fmla="*/ 209074 w 1533525"/>
                <a:gd name="connsiteY2941" fmla="*/ 820388 h 1647825"/>
                <a:gd name="connsiteX2942" fmla="*/ 207931 w 1533525"/>
                <a:gd name="connsiteY2942" fmla="*/ 819626 h 1647825"/>
                <a:gd name="connsiteX2943" fmla="*/ 208788 w 1533525"/>
                <a:gd name="connsiteY2943" fmla="*/ 819436 h 1647825"/>
                <a:gd name="connsiteX2944" fmla="*/ 209836 w 1533525"/>
                <a:gd name="connsiteY2944" fmla="*/ 819817 h 1647825"/>
                <a:gd name="connsiteX2945" fmla="*/ 210788 w 1533525"/>
                <a:gd name="connsiteY2945" fmla="*/ 820388 h 1647825"/>
                <a:gd name="connsiteX2946" fmla="*/ 211169 w 1533525"/>
                <a:gd name="connsiteY2946" fmla="*/ 820960 h 1647825"/>
                <a:gd name="connsiteX2947" fmla="*/ 211360 w 1533525"/>
                <a:gd name="connsiteY2947" fmla="*/ 821531 h 1647825"/>
                <a:gd name="connsiteX2948" fmla="*/ 211836 w 1533525"/>
                <a:gd name="connsiteY2948" fmla="*/ 821436 h 1647825"/>
                <a:gd name="connsiteX2949" fmla="*/ 212312 w 1533525"/>
                <a:gd name="connsiteY2949" fmla="*/ 821055 h 1647825"/>
                <a:gd name="connsiteX2950" fmla="*/ 212503 w 1533525"/>
                <a:gd name="connsiteY2950" fmla="*/ 820865 h 1647825"/>
                <a:gd name="connsiteX2951" fmla="*/ 212789 w 1533525"/>
                <a:gd name="connsiteY2951" fmla="*/ 820484 h 1647825"/>
                <a:gd name="connsiteX2952" fmla="*/ 212979 w 1533525"/>
                <a:gd name="connsiteY2952" fmla="*/ 819912 h 1647825"/>
                <a:gd name="connsiteX2953" fmla="*/ 213265 w 1533525"/>
                <a:gd name="connsiteY2953" fmla="*/ 819722 h 1647825"/>
                <a:gd name="connsiteX2954" fmla="*/ 213646 w 1533525"/>
                <a:gd name="connsiteY2954" fmla="*/ 820484 h 1647825"/>
                <a:gd name="connsiteX2955" fmla="*/ 214027 w 1533525"/>
                <a:gd name="connsiteY2955" fmla="*/ 820484 h 1647825"/>
                <a:gd name="connsiteX2956" fmla="*/ 214122 w 1533525"/>
                <a:gd name="connsiteY2956" fmla="*/ 819722 h 1647825"/>
                <a:gd name="connsiteX2957" fmla="*/ 214313 w 1533525"/>
                <a:gd name="connsiteY2957" fmla="*/ 819531 h 1647825"/>
                <a:gd name="connsiteX2958" fmla="*/ 215170 w 1533525"/>
                <a:gd name="connsiteY2958" fmla="*/ 819722 h 1647825"/>
                <a:gd name="connsiteX2959" fmla="*/ 215836 w 1533525"/>
                <a:gd name="connsiteY2959" fmla="*/ 819626 h 1647825"/>
                <a:gd name="connsiteX2960" fmla="*/ 216313 w 1533525"/>
                <a:gd name="connsiteY2960" fmla="*/ 819436 h 1647825"/>
                <a:gd name="connsiteX2961" fmla="*/ 217265 w 1533525"/>
                <a:gd name="connsiteY2961" fmla="*/ 818579 h 1647825"/>
                <a:gd name="connsiteX2962" fmla="*/ 217361 w 1533525"/>
                <a:gd name="connsiteY2962" fmla="*/ 818388 h 1647825"/>
                <a:gd name="connsiteX2963" fmla="*/ 217742 w 1533525"/>
                <a:gd name="connsiteY2963" fmla="*/ 817721 h 1647825"/>
                <a:gd name="connsiteX2964" fmla="*/ 218218 w 1533525"/>
                <a:gd name="connsiteY2964" fmla="*/ 817150 h 1647825"/>
                <a:gd name="connsiteX2965" fmla="*/ 218408 w 1533525"/>
                <a:gd name="connsiteY2965" fmla="*/ 817245 h 1647825"/>
                <a:gd name="connsiteX2966" fmla="*/ 218503 w 1533525"/>
                <a:gd name="connsiteY2966" fmla="*/ 816674 h 1647825"/>
                <a:gd name="connsiteX2967" fmla="*/ 218980 w 1533525"/>
                <a:gd name="connsiteY2967" fmla="*/ 815721 h 1647825"/>
                <a:gd name="connsiteX2968" fmla="*/ 219456 w 1533525"/>
                <a:gd name="connsiteY2968" fmla="*/ 809720 h 1647825"/>
                <a:gd name="connsiteX2969" fmla="*/ 218885 w 1533525"/>
                <a:gd name="connsiteY2969" fmla="*/ 807149 h 1647825"/>
                <a:gd name="connsiteX2970" fmla="*/ 216884 w 1533525"/>
                <a:gd name="connsiteY2970" fmla="*/ 807339 h 1647825"/>
                <a:gd name="connsiteX2971" fmla="*/ 215360 w 1533525"/>
                <a:gd name="connsiteY2971" fmla="*/ 806672 h 1647825"/>
                <a:gd name="connsiteX2972" fmla="*/ 215075 w 1533525"/>
                <a:gd name="connsiteY2972" fmla="*/ 806387 h 1647825"/>
                <a:gd name="connsiteX2973" fmla="*/ 215265 w 1533525"/>
                <a:gd name="connsiteY2973" fmla="*/ 805625 h 1647825"/>
                <a:gd name="connsiteX2974" fmla="*/ 215551 w 1533525"/>
                <a:gd name="connsiteY2974" fmla="*/ 805053 h 1647825"/>
                <a:gd name="connsiteX2975" fmla="*/ 215741 w 1533525"/>
                <a:gd name="connsiteY2975" fmla="*/ 804482 h 1647825"/>
                <a:gd name="connsiteX2976" fmla="*/ 215456 w 1533525"/>
                <a:gd name="connsiteY2976" fmla="*/ 803720 h 1647825"/>
                <a:gd name="connsiteX2977" fmla="*/ 213836 w 1533525"/>
                <a:gd name="connsiteY2977" fmla="*/ 805339 h 1647825"/>
                <a:gd name="connsiteX2978" fmla="*/ 212884 w 1533525"/>
                <a:gd name="connsiteY2978" fmla="*/ 805815 h 1647825"/>
                <a:gd name="connsiteX2979" fmla="*/ 211550 w 1533525"/>
                <a:gd name="connsiteY2979" fmla="*/ 805339 h 1647825"/>
                <a:gd name="connsiteX2980" fmla="*/ 210598 w 1533525"/>
                <a:gd name="connsiteY2980" fmla="*/ 804386 h 1647825"/>
                <a:gd name="connsiteX2981" fmla="*/ 211265 w 1533525"/>
                <a:gd name="connsiteY2981" fmla="*/ 804196 h 1647825"/>
                <a:gd name="connsiteX2982" fmla="*/ 213646 w 1533525"/>
                <a:gd name="connsiteY2982" fmla="*/ 804577 h 1647825"/>
                <a:gd name="connsiteX2983" fmla="*/ 213360 w 1533525"/>
                <a:gd name="connsiteY2983" fmla="*/ 803624 h 1647825"/>
                <a:gd name="connsiteX2984" fmla="*/ 213741 w 1533525"/>
                <a:gd name="connsiteY2984" fmla="*/ 803148 h 1647825"/>
                <a:gd name="connsiteX2985" fmla="*/ 214503 w 1533525"/>
                <a:gd name="connsiteY2985" fmla="*/ 802958 h 1647825"/>
                <a:gd name="connsiteX2986" fmla="*/ 215360 w 1533525"/>
                <a:gd name="connsiteY2986" fmla="*/ 803053 h 1647825"/>
                <a:gd name="connsiteX2987" fmla="*/ 216598 w 1533525"/>
                <a:gd name="connsiteY2987" fmla="*/ 803434 h 1647825"/>
                <a:gd name="connsiteX2988" fmla="*/ 216694 w 1533525"/>
                <a:gd name="connsiteY2988" fmla="*/ 803910 h 1647825"/>
                <a:gd name="connsiteX2989" fmla="*/ 216503 w 1533525"/>
                <a:gd name="connsiteY2989" fmla="*/ 804577 h 1647825"/>
                <a:gd name="connsiteX2990" fmla="*/ 217170 w 1533525"/>
                <a:gd name="connsiteY2990" fmla="*/ 805529 h 1647825"/>
                <a:gd name="connsiteX2991" fmla="*/ 217837 w 1533525"/>
                <a:gd name="connsiteY2991" fmla="*/ 805434 h 1647825"/>
                <a:gd name="connsiteX2992" fmla="*/ 218885 w 1533525"/>
                <a:gd name="connsiteY2992" fmla="*/ 805625 h 1647825"/>
                <a:gd name="connsiteX2993" fmla="*/ 219932 w 1533525"/>
                <a:gd name="connsiteY2993" fmla="*/ 805434 h 1647825"/>
                <a:gd name="connsiteX2994" fmla="*/ 220409 w 1533525"/>
                <a:gd name="connsiteY2994" fmla="*/ 804101 h 1647825"/>
                <a:gd name="connsiteX2995" fmla="*/ 220599 w 1533525"/>
                <a:gd name="connsiteY2995" fmla="*/ 803053 h 1647825"/>
                <a:gd name="connsiteX2996" fmla="*/ 221075 w 1533525"/>
                <a:gd name="connsiteY2996" fmla="*/ 801815 h 1647825"/>
                <a:gd name="connsiteX2997" fmla="*/ 221647 w 1533525"/>
                <a:gd name="connsiteY2997" fmla="*/ 800767 h 1647825"/>
                <a:gd name="connsiteX2998" fmla="*/ 222218 w 1533525"/>
                <a:gd name="connsiteY2998" fmla="*/ 800100 h 1647825"/>
                <a:gd name="connsiteX2999" fmla="*/ 223552 w 1533525"/>
                <a:gd name="connsiteY2999" fmla="*/ 799529 h 1647825"/>
                <a:gd name="connsiteX3000" fmla="*/ 224123 w 1533525"/>
                <a:gd name="connsiteY3000" fmla="*/ 800291 h 1647825"/>
                <a:gd name="connsiteX3001" fmla="*/ 223933 w 1533525"/>
                <a:gd name="connsiteY3001" fmla="*/ 801434 h 1647825"/>
                <a:gd name="connsiteX3002" fmla="*/ 223076 w 1533525"/>
                <a:gd name="connsiteY3002" fmla="*/ 802005 h 1647825"/>
                <a:gd name="connsiteX3003" fmla="*/ 222694 w 1533525"/>
                <a:gd name="connsiteY3003" fmla="*/ 802577 h 1647825"/>
                <a:gd name="connsiteX3004" fmla="*/ 222694 w 1533525"/>
                <a:gd name="connsiteY3004" fmla="*/ 803815 h 1647825"/>
                <a:gd name="connsiteX3005" fmla="*/ 222980 w 1533525"/>
                <a:gd name="connsiteY3005" fmla="*/ 805148 h 1647825"/>
                <a:gd name="connsiteX3006" fmla="*/ 223266 w 1533525"/>
                <a:gd name="connsiteY3006" fmla="*/ 805910 h 1647825"/>
                <a:gd name="connsiteX3007" fmla="*/ 224409 w 1533525"/>
                <a:gd name="connsiteY3007" fmla="*/ 806291 h 1647825"/>
                <a:gd name="connsiteX3008" fmla="*/ 225361 w 1533525"/>
                <a:gd name="connsiteY3008" fmla="*/ 805720 h 1647825"/>
                <a:gd name="connsiteX3009" fmla="*/ 226219 w 1533525"/>
                <a:gd name="connsiteY3009" fmla="*/ 805053 h 1647825"/>
                <a:gd name="connsiteX3010" fmla="*/ 226981 w 1533525"/>
                <a:gd name="connsiteY3010" fmla="*/ 805244 h 1647825"/>
                <a:gd name="connsiteX3011" fmla="*/ 227171 w 1533525"/>
                <a:gd name="connsiteY3011" fmla="*/ 805720 h 1647825"/>
                <a:gd name="connsiteX3012" fmla="*/ 226505 w 1533525"/>
                <a:gd name="connsiteY3012" fmla="*/ 806291 h 1647825"/>
                <a:gd name="connsiteX3013" fmla="*/ 226600 w 1533525"/>
                <a:gd name="connsiteY3013" fmla="*/ 806768 h 1647825"/>
                <a:gd name="connsiteX3014" fmla="*/ 227076 w 1533525"/>
                <a:gd name="connsiteY3014" fmla="*/ 807053 h 1647825"/>
                <a:gd name="connsiteX3015" fmla="*/ 227743 w 1533525"/>
                <a:gd name="connsiteY3015" fmla="*/ 807053 h 1647825"/>
                <a:gd name="connsiteX3016" fmla="*/ 228981 w 1533525"/>
                <a:gd name="connsiteY3016" fmla="*/ 806672 h 1647825"/>
                <a:gd name="connsiteX3017" fmla="*/ 230029 w 1533525"/>
                <a:gd name="connsiteY3017" fmla="*/ 805910 h 1647825"/>
                <a:gd name="connsiteX3018" fmla="*/ 231743 w 1533525"/>
                <a:gd name="connsiteY3018" fmla="*/ 804291 h 1647825"/>
                <a:gd name="connsiteX3019" fmla="*/ 232791 w 1533525"/>
                <a:gd name="connsiteY3019" fmla="*/ 804005 h 1647825"/>
                <a:gd name="connsiteX3020" fmla="*/ 234029 w 1533525"/>
                <a:gd name="connsiteY3020" fmla="*/ 804101 h 1647825"/>
                <a:gd name="connsiteX3021" fmla="*/ 234601 w 1533525"/>
                <a:gd name="connsiteY3021" fmla="*/ 804291 h 1647825"/>
                <a:gd name="connsiteX3022" fmla="*/ 235553 w 1533525"/>
                <a:gd name="connsiteY3022" fmla="*/ 804958 h 1647825"/>
                <a:gd name="connsiteX3023" fmla="*/ 236125 w 1533525"/>
                <a:gd name="connsiteY3023" fmla="*/ 804958 h 1647825"/>
                <a:gd name="connsiteX3024" fmla="*/ 236696 w 1533525"/>
                <a:gd name="connsiteY3024" fmla="*/ 804863 h 1647825"/>
                <a:gd name="connsiteX3025" fmla="*/ 237363 w 1533525"/>
                <a:gd name="connsiteY3025" fmla="*/ 804863 h 1647825"/>
                <a:gd name="connsiteX3026" fmla="*/ 240887 w 1533525"/>
                <a:gd name="connsiteY3026" fmla="*/ 806291 h 1647825"/>
                <a:gd name="connsiteX3027" fmla="*/ 242506 w 1533525"/>
                <a:gd name="connsiteY3027" fmla="*/ 806577 h 1647825"/>
                <a:gd name="connsiteX3028" fmla="*/ 244031 w 1533525"/>
                <a:gd name="connsiteY3028" fmla="*/ 805815 h 1647825"/>
                <a:gd name="connsiteX3029" fmla="*/ 244697 w 1533525"/>
                <a:gd name="connsiteY3029" fmla="*/ 805339 h 1647825"/>
                <a:gd name="connsiteX3030" fmla="*/ 245745 w 1533525"/>
                <a:gd name="connsiteY3030" fmla="*/ 804863 h 1647825"/>
                <a:gd name="connsiteX3031" fmla="*/ 246793 w 1533525"/>
                <a:gd name="connsiteY3031" fmla="*/ 804672 h 1647825"/>
                <a:gd name="connsiteX3032" fmla="*/ 247650 w 1533525"/>
                <a:gd name="connsiteY3032" fmla="*/ 804958 h 1647825"/>
                <a:gd name="connsiteX3033" fmla="*/ 248412 w 1533525"/>
                <a:gd name="connsiteY3033" fmla="*/ 805434 h 1647825"/>
                <a:gd name="connsiteX3034" fmla="*/ 249269 w 1533525"/>
                <a:gd name="connsiteY3034" fmla="*/ 805434 h 1647825"/>
                <a:gd name="connsiteX3035" fmla="*/ 250031 w 1533525"/>
                <a:gd name="connsiteY3035" fmla="*/ 805053 h 1647825"/>
                <a:gd name="connsiteX3036" fmla="*/ 250317 w 1533525"/>
                <a:gd name="connsiteY3036" fmla="*/ 804386 h 1647825"/>
                <a:gd name="connsiteX3037" fmla="*/ 250889 w 1533525"/>
                <a:gd name="connsiteY3037" fmla="*/ 804958 h 1647825"/>
                <a:gd name="connsiteX3038" fmla="*/ 251174 w 1533525"/>
                <a:gd name="connsiteY3038" fmla="*/ 805910 h 1647825"/>
                <a:gd name="connsiteX3039" fmla="*/ 251174 w 1533525"/>
                <a:gd name="connsiteY3039" fmla="*/ 806958 h 1647825"/>
                <a:gd name="connsiteX3040" fmla="*/ 250889 w 1533525"/>
                <a:gd name="connsiteY3040" fmla="*/ 807720 h 1647825"/>
                <a:gd name="connsiteX3041" fmla="*/ 249936 w 1533525"/>
                <a:gd name="connsiteY3041" fmla="*/ 808292 h 1647825"/>
                <a:gd name="connsiteX3042" fmla="*/ 249079 w 1533525"/>
                <a:gd name="connsiteY3042" fmla="*/ 807911 h 1647825"/>
                <a:gd name="connsiteX3043" fmla="*/ 248222 w 1533525"/>
                <a:gd name="connsiteY3043" fmla="*/ 807149 h 1647825"/>
                <a:gd name="connsiteX3044" fmla="*/ 247269 w 1533525"/>
                <a:gd name="connsiteY3044" fmla="*/ 806768 h 1647825"/>
                <a:gd name="connsiteX3045" fmla="*/ 245459 w 1533525"/>
                <a:gd name="connsiteY3045" fmla="*/ 807149 h 1647825"/>
                <a:gd name="connsiteX3046" fmla="*/ 244316 w 1533525"/>
                <a:gd name="connsiteY3046" fmla="*/ 808101 h 1647825"/>
                <a:gd name="connsiteX3047" fmla="*/ 242126 w 1533525"/>
                <a:gd name="connsiteY3047" fmla="*/ 811149 h 1647825"/>
                <a:gd name="connsiteX3048" fmla="*/ 241173 w 1533525"/>
                <a:gd name="connsiteY3048" fmla="*/ 810387 h 1647825"/>
                <a:gd name="connsiteX3049" fmla="*/ 240697 w 1533525"/>
                <a:gd name="connsiteY3049" fmla="*/ 810101 h 1647825"/>
                <a:gd name="connsiteX3050" fmla="*/ 240125 w 1533525"/>
                <a:gd name="connsiteY3050" fmla="*/ 809911 h 1647825"/>
                <a:gd name="connsiteX3051" fmla="*/ 239744 w 1533525"/>
                <a:gd name="connsiteY3051" fmla="*/ 809911 h 1647825"/>
                <a:gd name="connsiteX3052" fmla="*/ 239363 w 1533525"/>
                <a:gd name="connsiteY3052" fmla="*/ 810101 h 1647825"/>
                <a:gd name="connsiteX3053" fmla="*/ 238887 w 1533525"/>
                <a:gd name="connsiteY3053" fmla="*/ 810101 h 1647825"/>
                <a:gd name="connsiteX3054" fmla="*/ 238220 w 1533525"/>
                <a:gd name="connsiteY3054" fmla="*/ 809720 h 1647825"/>
                <a:gd name="connsiteX3055" fmla="*/ 237268 w 1533525"/>
                <a:gd name="connsiteY3055" fmla="*/ 808958 h 1647825"/>
                <a:gd name="connsiteX3056" fmla="*/ 236315 w 1533525"/>
                <a:gd name="connsiteY3056" fmla="*/ 808482 h 1647825"/>
                <a:gd name="connsiteX3057" fmla="*/ 235268 w 1533525"/>
                <a:gd name="connsiteY3057" fmla="*/ 808387 h 1647825"/>
                <a:gd name="connsiteX3058" fmla="*/ 234029 w 1533525"/>
                <a:gd name="connsiteY3058" fmla="*/ 808768 h 1647825"/>
                <a:gd name="connsiteX3059" fmla="*/ 233267 w 1533525"/>
                <a:gd name="connsiteY3059" fmla="*/ 809339 h 1647825"/>
                <a:gd name="connsiteX3060" fmla="*/ 232315 w 1533525"/>
                <a:gd name="connsiteY3060" fmla="*/ 810387 h 1647825"/>
                <a:gd name="connsiteX3061" fmla="*/ 231553 w 1533525"/>
                <a:gd name="connsiteY3061" fmla="*/ 811530 h 1647825"/>
                <a:gd name="connsiteX3062" fmla="*/ 231267 w 1533525"/>
                <a:gd name="connsiteY3062" fmla="*/ 812483 h 1647825"/>
                <a:gd name="connsiteX3063" fmla="*/ 231172 w 1533525"/>
                <a:gd name="connsiteY3063" fmla="*/ 813721 h 1647825"/>
                <a:gd name="connsiteX3064" fmla="*/ 230981 w 1533525"/>
                <a:gd name="connsiteY3064" fmla="*/ 814388 h 1647825"/>
                <a:gd name="connsiteX3065" fmla="*/ 230410 w 1533525"/>
                <a:gd name="connsiteY3065" fmla="*/ 815435 h 1647825"/>
                <a:gd name="connsiteX3066" fmla="*/ 230410 w 1533525"/>
                <a:gd name="connsiteY3066" fmla="*/ 816007 h 1647825"/>
                <a:gd name="connsiteX3067" fmla="*/ 230505 w 1533525"/>
                <a:gd name="connsiteY3067" fmla="*/ 816674 h 1647825"/>
                <a:gd name="connsiteX3068" fmla="*/ 230505 w 1533525"/>
                <a:gd name="connsiteY3068" fmla="*/ 817340 h 1647825"/>
                <a:gd name="connsiteX3069" fmla="*/ 230315 w 1533525"/>
                <a:gd name="connsiteY3069" fmla="*/ 818579 h 1647825"/>
                <a:gd name="connsiteX3070" fmla="*/ 229648 w 1533525"/>
                <a:gd name="connsiteY3070" fmla="*/ 820769 h 1647825"/>
                <a:gd name="connsiteX3071" fmla="*/ 229457 w 1533525"/>
                <a:gd name="connsiteY3071" fmla="*/ 821817 h 1647825"/>
                <a:gd name="connsiteX3072" fmla="*/ 229743 w 1533525"/>
                <a:gd name="connsiteY3072" fmla="*/ 822579 h 1647825"/>
                <a:gd name="connsiteX3073" fmla="*/ 231172 w 1533525"/>
                <a:gd name="connsiteY3073" fmla="*/ 824960 h 1647825"/>
                <a:gd name="connsiteX3074" fmla="*/ 231648 w 1533525"/>
                <a:gd name="connsiteY3074" fmla="*/ 825532 h 1647825"/>
                <a:gd name="connsiteX3075" fmla="*/ 232505 w 1533525"/>
                <a:gd name="connsiteY3075" fmla="*/ 825246 h 1647825"/>
                <a:gd name="connsiteX3076" fmla="*/ 233744 w 1533525"/>
                <a:gd name="connsiteY3076" fmla="*/ 824484 h 1647825"/>
                <a:gd name="connsiteX3077" fmla="*/ 234886 w 1533525"/>
                <a:gd name="connsiteY3077" fmla="*/ 823627 h 1647825"/>
                <a:gd name="connsiteX3078" fmla="*/ 235363 w 1533525"/>
                <a:gd name="connsiteY3078" fmla="*/ 822960 h 1647825"/>
                <a:gd name="connsiteX3079" fmla="*/ 235934 w 1533525"/>
                <a:gd name="connsiteY3079" fmla="*/ 822293 h 1647825"/>
                <a:gd name="connsiteX3080" fmla="*/ 239649 w 1533525"/>
                <a:gd name="connsiteY3080" fmla="*/ 822008 h 1647825"/>
                <a:gd name="connsiteX3081" fmla="*/ 239744 w 1533525"/>
                <a:gd name="connsiteY3081" fmla="*/ 821817 h 1647825"/>
                <a:gd name="connsiteX3082" fmla="*/ 239840 w 1533525"/>
                <a:gd name="connsiteY3082" fmla="*/ 821436 h 1647825"/>
                <a:gd name="connsiteX3083" fmla="*/ 240030 w 1533525"/>
                <a:gd name="connsiteY3083" fmla="*/ 821055 h 1647825"/>
                <a:gd name="connsiteX3084" fmla="*/ 240411 w 1533525"/>
                <a:gd name="connsiteY3084" fmla="*/ 820769 h 1647825"/>
                <a:gd name="connsiteX3085" fmla="*/ 240697 w 1533525"/>
                <a:gd name="connsiteY3085" fmla="*/ 820674 h 1647825"/>
                <a:gd name="connsiteX3086" fmla="*/ 240982 w 1533525"/>
                <a:gd name="connsiteY3086" fmla="*/ 820674 h 1647825"/>
                <a:gd name="connsiteX3087" fmla="*/ 241364 w 1533525"/>
                <a:gd name="connsiteY3087" fmla="*/ 820674 h 1647825"/>
                <a:gd name="connsiteX3088" fmla="*/ 241744 w 1533525"/>
                <a:gd name="connsiteY3088" fmla="*/ 820769 h 1647825"/>
                <a:gd name="connsiteX3089" fmla="*/ 241744 w 1533525"/>
                <a:gd name="connsiteY3089" fmla="*/ 821150 h 1647825"/>
                <a:gd name="connsiteX3090" fmla="*/ 240697 w 1533525"/>
                <a:gd name="connsiteY3090" fmla="*/ 821341 h 1647825"/>
                <a:gd name="connsiteX3091" fmla="*/ 240316 w 1533525"/>
                <a:gd name="connsiteY3091" fmla="*/ 822293 h 1647825"/>
                <a:gd name="connsiteX3092" fmla="*/ 240125 w 1533525"/>
                <a:gd name="connsiteY3092" fmla="*/ 823341 h 1647825"/>
                <a:gd name="connsiteX3093" fmla="*/ 239459 w 1533525"/>
                <a:gd name="connsiteY3093" fmla="*/ 823817 h 1647825"/>
                <a:gd name="connsiteX3094" fmla="*/ 237458 w 1533525"/>
                <a:gd name="connsiteY3094" fmla="*/ 823722 h 1647825"/>
                <a:gd name="connsiteX3095" fmla="*/ 236506 w 1533525"/>
                <a:gd name="connsiteY3095" fmla="*/ 823913 h 1647825"/>
                <a:gd name="connsiteX3096" fmla="*/ 235648 w 1533525"/>
                <a:gd name="connsiteY3096" fmla="*/ 824579 h 1647825"/>
                <a:gd name="connsiteX3097" fmla="*/ 234601 w 1533525"/>
                <a:gd name="connsiteY3097" fmla="*/ 827056 h 1647825"/>
                <a:gd name="connsiteX3098" fmla="*/ 233934 w 1533525"/>
                <a:gd name="connsiteY3098" fmla="*/ 828294 h 1647825"/>
                <a:gd name="connsiteX3099" fmla="*/ 232981 w 1533525"/>
                <a:gd name="connsiteY3099" fmla="*/ 828866 h 1647825"/>
                <a:gd name="connsiteX3100" fmla="*/ 232791 w 1533525"/>
                <a:gd name="connsiteY3100" fmla="*/ 829437 h 1647825"/>
                <a:gd name="connsiteX3101" fmla="*/ 232410 w 1533525"/>
                <a:gd name="connsiteY3101" fmla="*/ 833152 h 1647825"/>
                <a:gd name="connsiteX3102" fmla="*/ 232124 w 1533525"/>
                <a:gd name="connsiteY3102" fmla="*/ 834390 h 1647825"/>
                <a:gd name="connsiteX3103" fmla="*/ 231172 w 1533525"/>
                <a:gd name="connsiteY3103" fmla="*/ 836581 h 1647825"/>
                <a:gd name="connsiteX3104" fmla="*/ 230981 w 1533525"/>
                <a:gd name="connsiteY3104" fmla="*/ 837629 h 1647825"/>
                <a:gd name="connsiteX3105" fmla="*/ 231267 w 1533525"/>
                <a:gd name="connsiteY3105" fmla="*/ 838867 h 1647825"/>
                <a:gd name="connsiteX3106" fmla="*/ 232124 w 1533525"/>
                <a:gd name="connsiteY3106" fmla="*/ 839248 h 1647825"/>
                <a:gd name="connsiteX3107" fmla="*/ 233172 w 1533525"/>
                <a:gd name="connsiteY3107" fmla="*/ 839057 h 1647825"/>
                <a:gd name="connsiteX3108" fmla="*/ 235553 w 1533525"/>
                <a:gd name="connsiteY3108" fmla="*/ 838200 h 1647825"/>
                <a:gd name="connsiteX3109" fmla="*/ 236506 w 1533525"/>
                <a:gd name="connsiteY3109" fmla="*/ 838200 h 1647825"/>
                <a:gd name="connsiteX3110" fmla="*/ 237458 w 1533525"/>
                <a:gd name="connsiteY3110" fmla="*/ 838391 h 1647825"/>
                <a:gd name="connsiteX3111" fmla="*/ 238697 w 1533525"/>
                <a:gd name="connsiteY3111" fmla="*/ 838486 h 1647825"/>
                <a:gd name="connsiteX3112" fmla="*/ 241649 w 1533525"/>
                <a:gd name="connsiteY3112" fmla="*/ 837914 h 1647825"/>
                <a:gd name="connsiteX3113" fmla="*/ 242792 w 1533525"/>
                <a:gd name="connsiteY3113" fmla="*/ 838105 h 1647825"/>
                <a:gd name="connsiteX3114" fmla="*/ 244983 w 1533525"/>
                <a:gd name="connsiteY3114" fmla="*/ 838772 h 1647825"/>
                <a:gd name="connsiteX3115" fmla="*/ 246126 w 1533525"/>
                <a:gd name="connsiteY3115" fmla="*/ 838676 h 1647825"/>
                <a:gd name="connsiteX3116" fmla="*/ 247269 w 1533525"/>
                <a:gd name="connsiteY3116" fmla="*/ 837914 h 1647825"/>
                <a:gd name="connsiteX3117" fmla="*/ 248222 w 1533525"/>
                <a:gd name="connsiteY3117" fmla="*/ 837533 h 1647825"/>
                <a:gd name="connsiteX3118" fmla="*/ 249555 w 1533525"/>
                <a:gd name="connsiteY3118" fmla="*/ 837629 h 1647825"/>
                <a:gd name="connsiteX3119" fmla="*/ 251841 w 1533525"/>
                <a:gd name="connsiteY3119" fmla="*/ 838105 h 1647825"/>
                <a:gd name="connsiteX3120" fmla="*/ 253079 w 1533525"/>
                <a:gd name="connsiteY3120" fmla="*/ 837819 h 1647825"/>
                <a:gd name="connsiteX3121" fmla="*/ 255270 w 1533525"/>
                <a:gd name="connsiteY3121" fmla="*/ 836771 h 1647825"/>
                <a:gd name="connsiteX3122" fmla="*/ 256413 w 1533525"/>
                <a:gd name="connsiteY3122" fmla="*/ 836486 h 1647825"/>
                <a:gd name="connsiteX3123" fmla="*/ 256985 w 1533525"/>
                <a:gd name="connsiteY3123" fmla="*/ 836295 h 1647825"/>
                <a:gd name="connsiteX3124" fmla="*/ 257937 w 1533525"/>
                <a:gd name="connsiteY3124" fmla="*/ 835533 h 1647825"/>
                <a:gd name="connsiteX3125" fmla="*/ 258223 w 1533525"/>
                <a:gd name="connsiteY3125" fmla="*/ 835343 h 1647825"/>
                <a:gd name="connsiteX3126" fmla="*/ 260223 w 1533525"/>
                <a:gd name="connsiteY3126" fmla="*/ 834581 h 1647825"/>
                <a:gd name="connsiteX3127" fmla="*/ 262033 w 1533525"/>
                <a:gd name="connsiteY3127" fmla="*/ 833533 h 1647825"/>
                <a:gd name="connsiteX3128" fmla="*/ 262414 w 1533525"/>
                <a:gd name="connsiteY3128" fmla="*/ 833438 h 1647825"/>
                <a:gd name="connsiteX3129" fmla="*/ 262700 w 1533525"/>
                <a:gd name="connsiteY3129" fmla="*/ 833914 h 1647825"/>
                <a:gd name="connsiteX3130" fmla="*/ 262414 w 1533525"/>
                <a:gd name="connsiteY3130" fmla="*/ 834581 h 1647825"/>
                <a:gd name="connsiteX3131" fmla="*/ 261842 w 1533525"/>
                <a:gd name="connsiteY3131" fmla="*/ 835152 h 1647825"/>
                <a:gd name="connsiteX3132" fmla="*/ 261366 w 1533525"/>
                <a:gd name="connsiteY3132" fmla="*/ 835343 h 1647825"/>
                <a:gd name="connsiteX3133" fmla="*/ 260128 w 1533525"/>
                <a:gd name="connsiteY3133" fmla="*/ 835533 h 1647825"/>
                <a:gd name="connsiteX3134" fmla="*/ 256794 w 1533525"/>
                <a:gd name="connsiteY3134" fmla="*/ 837248 h 1647825"/>
                <a:gd name="connsiteX3135" fmla="*/ 253746 w 1533525"/>
                <a:gd name="connsiteY3135" fmla="*/ 838391 h 1647825"/>
                <a:gd name="connsiteX3136" fmla="*/ 252222 w 1533525"/>
                <a:gd name="connsiteY3136" fmla="*/ 839534 h 1647825"/>
                <a:gd name="connsiteX3137" fmla="*/ 249841 w 1533525"/>
                <a:gd name="connsiteY3137" fmla="*/ 840581 h 1647825"/>
                <a:gd name="connsiteX3138" fmla="*/ 248888 w 1533525"/>
                <a:gd name="connsiteY3138" fmla="*/ 840772 h 1647825"/>
                <a:gd name="connsiteX3139" fmla="*/ 248222 w 1533525"/>
                <a:gd name="connsiteY3139" fmla="*/ 840677 h 1647825"/>
                <a:gd name="connsiteX3140" fmla="*/ 246888 w 1533525"/>
                <a:gd name="connsiteY3140" fmla="*/ 840296 h 1647825"/>
                <a:gd name="connsiteX3141" fmla="*/ 246317 w 1533525"/>
                <a:gd name="connsiteY3141" fmla="*/ 840296 h 1647825"/>
                <a:gd name="connsiteX3142" fmla="*/ 245650 w 1533525"/>
                <a:gd name="connsiteY3142" fmla="*/ 840772 h 1647825"/>
                <a:gd name="connsiteX3143" fmla="*/ 244507 w 1533525"/>
                <a:gd name="connsiteY3143" fmla="*/ 842963 h 1647825"/>
                <a:gd name="connsiteX3144" fmla="*/ 243650 w 1533525"/>
                <a:gd name="connsiteY3144" fmla="*/ 843820 h 1647825"/>
                <a:gd name="connsiteX3145" fmla="*/ 242506 w 1533525"/>
                <a:gd name="connsiteY3145" fmla="*/ 844677 h 1647825"/>
                <a:gd name="connsiteX3146" fmla="*/ 241268 w 1533525"/>
                <a:gd name="connsiteY3146" fmla="*/ 845344 h 1647825"/>
                <a:gd name="connsiteX3147" fmla="*/ 240030 w 1533525"/>
                <a:gd name="connsiteY3147" fmla="*/ 845630 h 1647825"/>
                <a:gd name="connsiteX3148" fmla="*/ 239268 w 1533525"/>
                <a:gd name="connsiteY3148" fmla="*/ 846106 h 1647825"/>
                <a:gd name="connsiteX3149" fmla="*/ 237173 w 1533525"/>
                <a:gd name="connsiteY3149" fmla="*/ 848011 h 1647825"/>
                <a:gd name="connsiteX3150" fmla="*/ 236315 w 1533525"/>
                <a:gd name="connsiteY3150" fmla="*/ 848487 h 1647825"/>
                <a:gd name="connsiteX3151" fmla="*/ 235458 w 1533525"/>
                <a:gd name="connsiteY3151" fmla="*/ 849154 h 1647825"/>
                <a:gd name="connsiteX3152" fmla="*/ 233839 w 1533525"/>
                <a:gd name="connsiteY3152" fmla="*/ 852202 h 1647825"/>
                <a:gd name="connsiteX3153" fmla="*/ 233553 w 1533525"/>
                <a:gd name="connsiteY3153" fmla="*/ 853059 h 1647825"/>
                <a:gd name="connsiteX3154" fmla="*/ 235077 w 1533525"/>
                <a:gd name="connsiteY3154" fmla="*/ 852773 h 1647825"/>
                <a:gd name="connsiteX3155" fmla="*/ 237839 w 1533525"/>
                <a:gd name="connsiteY3155" fmla="*/ 850773 h 1647825"/>
                <a:gd name="connsiteX3156" fmla="*/ 238792 w 1533525"/>
                <a:gd name="connsiteY3156" fmla="*/ 850297 h 1647825"/>
                <a:gd name="connsiteX3157" fmla="*/ 241649 w 1533525"/>
                <a:gd name="connsiteY3157" fmla="*/ 849344 h 1647825"/>
                <a:gd name="connsiteX3158" fmla="*/ 242221 w 1533525"/>
                <a:gd name="connsiteY3158" fmla="*/ 849535 h 1647825"/>
                <a:gd name="connsiteX3159" fmla="*/ 242411 w 1533525"/>
                <a:gd name="connsiteY3159" fmla="*/ 850392 h 1647825"/>
                <a:gd name="connsiteX3160" fmla="*/ 242126 w 1533525"/>
                <a:gd name="connsiteY3160" fmla="*/ 850964 h 1647825"/>
                <a:gd name="connsiteX3161" fmla="*/ 241173 w 1533525"/>
                <a:gd name="connsiteY3161" fmla="*/ 850202 h 1647825"/>
                <a:gd name="connsiteX3162" fmla="*/ 238411 w 1533525"/>
                <a:gd name="connsiteY3162" fmla="*/ 852107 h 1647825"/>
                <a:gd name="connsiteX3163" fmla="*/ 238220 w 1533525"/>
                <a:gd name="connsiteY3163" fmla="*/ 852297 h 1647825"/>
                <a:gd name="connsiteX3164" fmla="*/ 236220 w 1533525"/>
                <a:gd name="connsiteY3164" fmla="*/ 853440 h 1647825"/>
                <a:gd name="connsiteX3165" fmla="*/ 232981 w 1533525"/>
                <a:gd name="connsiteY3165" fmla="*/ 854393 h 1647825"/>
                <a:gd name="connsiteX3166" fmla="*/ 232505 w 1533525"/>
                <a:gd name="connsiteY3166" fmla="*/ 854678 h 1647825"/>
                <a:gd name="connsiteX3167" fmla="*/ 232696 w 1533525"/>
                <a:gd name="connsiteY3167" fmla="*/ 855250 h 1647825"/>
                <a:gd name="connsiteX3168" fmla="*/ 233267 w 1533525"/>
                <a:gd name="connsiteY3168" fmla="*/ 855726 h 1647825"/>
                <a:gd name="connsiteX3169" fmla="*/ 234029 w 1533525"/>
                <a:gd name="connsiteY3169" fmla="*/ 856012 h 1647825"/>
                <a:gd name="connsiteX3170" fmla="*/ 235553 w 1533525"/>
                <a:gd name="connsiteY3170" fmla="*/ 855631 h 1647825"/>
                <a:gd name="connsiteX3171" fmla="*/ 236411 w 1533525"/>
                <a:gd name="connsiteY3171" fmla="*/ 855536 h 1647825"/>
                <a:gd name="connsiteX3172" fmla="*/ 236792 w 1533525"/>
                <a:gd name="connsiteY3172" fmla="*/ 856012 h 1647825"/>
                <a:gd name="connsiteX3173" fmla="*/ 236411 w 1533525"/>
                <a:gd name="connsiteY3173" fmla="*/ 856298 h 1647825"/>
                <a:gd name="connsiteX3174" fmla="*/ 234506 w 1533525"/>
                <a:gd name="connsiteY3174" fmla="*/ 856583 h 1647825"/>
                <a:gd name="connsiteX3175" fmla="*/ 233839 w 1533525"/>
                <a:gd name="connsiteY3175" fmla="*/ 856774 h 1647825"/>
                <a:gd name="connsiteX3176" fmla="*/ 233648 w 1533525"/>
                <a:gd name="connsiteY3176" fmla="*/ 857155 h 1647825"/>
                <a:gd name="connsiteX3177" fmla="*/ 233744 w 1533525"/>
                <a:gd name="connsiteY3177" fmla="*/ 857631 h 1647825"/>
                <a:gd name="connsiteX3178" fmla="*/ 234220 w 1533525"/>
                <a:gd name="connsiteY3178" fmla="*/ 858965 h 1647825"/>
                <a:gd name="connsiteX3179" fmla="*/ 234410 w 1533525"/>
                <a:gd name="connsiteY3179" fmla="*/ 860679 h 1647825"/>
                <a:gd name="connsiteX3180" fmla="*/ 234601 w 1533525"/>
                <a:gd name="connsiteY3180" fmla="*/ 861251 h 1647825"/>
                <a:gd name="connsiteX3181" fmla="*/ 235268 w 1533525"/>
                <a:gd name="connsiteY3181" fmla="*/ 862013 h 1647825"/>
                <a:gd name="connsiteX3182" fmla="*/ 235648 w 1533525"/>
                <a:gd name="connsiteY3182" fmla="*/ 861632 h 1647825"/>
                <a:gd name="connsiteX3183" fmla="*/ 236696 w 1533525"/>
                <a:gd name="connsiteY3183" fmla="*/ 860870 h 1647825"/>
                <a:gd name="connsiteX3184" fmla="*/ 236792 w 1533525"/>
                <a:gd name="connsiteY3184" fmla="*/ 862013 h 1647825"/>
                <a:gd name="connsiteX3185" fmla="*/ 237458 w 1533525"/>
                <a:gd name="connsiteY3185" fmla="*/ 862489 h 1647825"/>
                <a:gd name="connsiteX3186" fmla="*/ 238220 w 1533525"/>
                <a:gd name="connsiteY3186" fmla="*/ 862775 h 1647825"/>
                <a:gd name="connsiteX3187" fmla="*/ 238601 w 1533525"/>
                <a:gd name="connsiteY3187" fmla="*/ 863346 h 1647825"/>
                <a:gd name="connsiteX3188" fmla="*/ 238982 w 1533525"/>
                <a:gd name="connsiteY3188" fmla="*/ 863822 h 1647825"/>
                <a:gd name="connsiteX3189" fmla="*/ 240887 w 1533525"/>
                <a:gd name="connsiteY3189" fmla="*/ 864489 h 1647825"/>
                <a:gd name="connsiteX3190" fmla="*/ 241459 w 1533525"/>
                <a:gd name="connsiteY3190" fmla="*/ 865061 h 1647825"/>
                <a:gd name="connsiteX3191" fmla="*/ 240792 w 1533525"/>
                <a:gd name="connsiteY3191" fmla="*/ 865061 h 1647825"/>
                <a:gd name="connsiteX3192" fmla="*/ 240316 w 1533525"/>
                <a:gd name="connsiteY3192" fmla="*/ 865346 h 1647825"/>
                <a:gd name="connsiteX3193" fmla="*/ 239363 w 1533525"/>
                <a:gd name="connsiteY3193" fmla="*/ 866204 h 1647825"/>
                <a:gd name="connsiteX3194" fmla="*/ 236030 w 1533525"/>
                <a:gd name="connsiteY3194" fmla="*/ 868585 h 1647825"/>
                <a:gd name="connsiteX3195" fmla="*/ 235268 w 1533525"/>
                <a:gd name="connsiteY3195" fmla="*/ 869537 h 1647825"/>
                <a:gd name="connsiteX3196" fmla="*/ 235268 w 1533525"/>
                <a:gd name="connsiteY3196" fmla="*/ 870299 h 1647825"/>
                <a:gd name="connsiteX3197" fmla="*/ 236030 w 1533525"/>
                <a:gd name="connsiteY3197" fmla="*/ 871347 h 1647825"/>
                <a:gd name="connsiteX3198" fmla="*/ 236506 w 1533525"/>
                <a:gd name="connsiteY3198" fmla="*/ 871538 h 1647825"/>
                <a:gd name="connsiteX3199" fmla="*/ 237649 w 1533525"/>
                <a:gd name="connsiteY3199" fmla="*/ 870871 h 1647825"/>
                <a:gd name="connsiteX3200" fmla="*/ 238030 w 1533525"/>
                <a:gd name="connsiteY3200" fmla="*/ 870871 h 1647825"/>
                <a:gd name="connsiteX3201" fmla="*/ 238315 w 1533525"/>
                <a:gd name="connsiteY3201" fmla="*/ 870776 h 1647825"/>
                <a:gd name="connsiteX3202" fmla="*/ 238411 w 1533525"/>
                <a:gd name="connsiteY3202" fmla="*/ 870014 h 1647825"/>
                <a:gd name="connsiteX3203" fmla="*/ 238315 w 1533525"/>
                <a:gd name="connsiteY3203" fmla="*/ 868775 h 1647825"/>
                <a:gd name="connsiteX3204" fmla="*/ 238315 w 1533525"/>
                <a:gd name="connsiteY3204" fmla="*/ 868109 h 1647825"/>
                <a:gd name="connsiteX3205" fmla="*/ 238506 w 1533525"/>
                <a:gd name="connsiteY3205" fmla="*/ 867632 h 1647825"/>
                <a:gd name="connsiteX3206" fmla="*/ 239077 w 1533525"/>
                <a:gd name="connsiteY3206" fmla="*/ 867347 h 1647825"/>
                <a:gd name="connsiteX3207" fmla="*/ 240125 w 1533525"/>
                <a:gd name="connsiteY3207" fmla="*/ 867347 h 1647825"/>
                <a:gd name="connsiteX3208" fmla="*/ 240506 w 1533525"/>
                <a:gd name="connsiteY3208" fmla="*/ 866966 h 1647825"/>
                <a:gd name="connsiteX3209" fmla="*/ 241268 w 1533525"/>
                <a:gd name="connsiteY3209" fmla="*/ 867823 h 1647825"/>
                <a:gd name="connsiteX3210" fmla="*/ 240792 w 1533525"/>
                <a:gd name="connsiteY3210" fmla="*/ 868871 h 1647825"/>
                <a:gd name="connsiteX3211" fmla="*/ 240030 w 1533525"/>
                <a:gd name="connsiteY3211" fmla="*/ 870204 h 1647825"/>
                <a:gd name="connsiteX3212" fmla="*/ 239744 w 1533525"/>
                <a:gd name="connsiteY3212" fmla="*/ 872014 h 1647825"/>
                <a:gd name="connsiteX3213" fmla="*/ 241364 w 1533525"/>
                <a:gd name="connsiteY3213" fmla="*/ 871252 h 1647825"/>
                <a:gd name="connsiteX3214" fmla="*/ 241554 w 1533525"/>
                <a:gd name="connsiteY3214" fmla="*/ 870966 h 1647825"/>
                <a:gd name="connsiteX3215" fmla="*/ 241649 w 1533525"/>
                <a:gd name="connsiteY3215" fmla="*/ 869918 h 1647825"/>
                <a:gd name="connsiteX3216" fmla="*/ 241744 w 1533525"/>
                <a:gd name="connsiteY3216" fmla="*/ 869537 h 1647825"/>
                <a:gd name="connsiteX3217" fmla="*/ 241935 w 1533525"/>
                <a:gd name="connsiteY3217" fmla="*/ 869156 h 1647825"/>
                <a:gd name="connsiteX3218" fmla="*/ 242126 w 1533525"/>
                <a:gd name="connsiteY3218" fmla="*/ 869442 h 1647825"/>
                <a:gd name="connsiteX3219" fmla="*/ 242506 w 1533525"/>
                <a:gd name="connsiteY3219" fmla="*/ 869728 h 1647825"/>
                <a:gd name="connsiteX3220" fmla="*/ 242697 w 1533525"/>
                <a:gd name="connsiteY3220" fmla="*/ 869918 h 1647825"/>
                <a:gd name="connsiteX3221" fmla="*/ 244983 w 1533525"/>
                <a:gd name="connsiteY3221" fmla="*/ 868871 h 1647825"/>
                <a:gd name="connsiteX3222" fmla="*/ 245555 w 1533525"/>
                <a:gd name="connsiteY3222" fmla="*/ 868775 h 1647825"/>
                <a:gd name="connsiteX3223" fmla="*/ 245840 w 1533525"/>
                <a:gd name="connsiteY3223" fmla="*/ 869252 h 1647825"/>
                <a:gd name="connsiteX3224" fmla="*/ 247650 w 1533525"/>
                <a:gd name="connsiteY3224" fmla="*/ 873347 h 1647825"/>
                <a:gd name="connsiteX3225" fmla="*/ 247364 w 1533525"/>
                <a:gd name="connsiteY3225" fmla="*/ 873919 h 1647825"/>
                <a:gd name="connsiteX3226" fmla="*/ 246221 w 1533525"/>
                <a:gd name="connsiteY3226" fmla="*/ 874205 h 1647825"/>
                <a:gd name="connsiteX3227" fmla="*/ 244126 w 1533525"/>
                <a:gd name="connsiteY3227" fmla="*/ 873824 h 1647825"/>
                <a:gd name="connsiteX3228" fmla="*/ 243269 w 1533525"/>
                <a:gd name="connsiteY3228" fmla="*/ 873919 h 1647825"/>
                <a:gd name="connsiteX3229" fmla="*/ 243554 w 1533525"/>
                <a:gd name="connsiteY3229" fmla="*/ 874776 h 1647825"/>
                <a:gd name="connsiteX3230" fmla="*/ 244126 w 1533525"/>
                <a:gd name="connsiteY3230" fmla="*/ 875538 h 1647825"/>
                <a:gd name="connsiteX3231" fmla="*/ 244411 w 1533525"/>
                <a:gd name="connsiteY3231" fmla="*/ 875729 h 1647825"/>
                <a:gd name="connsiteX3232" fmla="*/ 244983 w 1533525"/>
                <a:gd name="connsiteY3232" fmla="*/ 875824 h 1647825"/>
                <a:gd name="connsiteX3233" fmla="*/ 245459 w 1533525"/>
                <a:gd name="connsiteY3233" fmla="*/ 875919 h 1647825"/>
                <a:gd name="connsiteX3234" fmla="*/ 245840 w 1533525"/>
                <a:gd name="connsiteY3234" fmla="*/ 876205 h 1647825"/>
                <a:gd name="connsiteX3235" fmla="*/ 246126 w 1533525"/>
                <a:gd name="connsiteY3235" fmla="*/ 876586 h 1647825"/>
                <a:gd name="connsiteX3236" fmla="*/ 246221 w 1533525"/>
                <a:gd name="connsiteY3236" fmla="*/ 877062 h 1647825"/>
                <a:gd name="connsiteX3237" fmla="*/ 246698 w 1533525"/>
                <a:gd name="connsiteY3237" fmla="*/ 877634 h 1647825"/>
                <a:gd name="connsiteX3238" fmla="*/ 247840 w 1533525"/>
                <a:gd name="connsiteY3238" fmla="*/ 877538 h 1647825"/>
                <a:gd name="connsiteX3239" fmla="*/ 248984 w 1533525"/>
                <a:gd name="connsiteY3239" fmla="*/ 877157 h 1647825"/>
                <a:gd name="connsiteX3240" fmla="*/ 249650 w 1533525"/>
                <a:gd name="connsiteY3240" fmla="*/ 877062 h 1647825"/>
                <a:gd name="connsiteX3241" fmla="*/ 249555 w 1533525"/>
                <a:gd name="connsiteY3241" fmla="*/ 878205 h 1647825"/>
                <a:gd name="connsiteX3242" fmla="*/ 247936 w 1533525"/>
                <a:gd name="connsiteY3242" fmla="*/ 878967 h 1647825"/>
                <a:gd name="connsiteX3243" fmla="*/ 246888 w 1533525"/>
                <a:gd name="connsiteY3243" fmla="*/ 880015 h 1647825"/>
                <a:gd name="connsiteX3244" fmla="*/ 248412 w 1533525"/>
                <a:gd name="connsiteY3244" fmla="*/ 881825 h 1647825"/>
                <a:gd name="connsiteX3245" fmla="*/ 247840 w 1533525"/>
                <a:gd name="connsiteY3245" fmla="*/ 882396 h 1647825"/>
                <a:gd name="connsiteX3246" fmla="*/ 247364 w 1533525"/>
                <a:gd name="connsiteY3246" fmla="*/ 884396 h 1647825"/>
                <a:gd name="connsiteX3247" fmla="*/ 246888 w 1533525"/>
                <a:gd name="connsiteY3247" fmla="*/ 885254 h 1647825"/>
                <a:gd name="connsiteX3248" fmla="*/ 248888 w 1533525"/>
                <a:gd name="connsiteY3248" fmla="*/ 883730 h 1647825"/>
                <a:gd name="connsiteX3249" fmla="*/ 249174 w 1533525"/>
                <a:gd name="connsiteY3249" fmla="*/ 883539 h 1647825"/>
                <a:gd name="connsiteX3250" fmla="*/ 249841 w 1533525"/>
                <a:gd name="connsiteY3250" fmla="*/ 883253 h 1647825"/>
                <a:gd name="connsiteX3251" fmla="*/ 250222 w 1533525"/>
                <a:gd name="connsiteY3251" fmla="*/ 883349 h 1647825"/>
                <a:gd name="connsiteX3252" fmla="*/ 249555 w 1533525"/>
                <a:gd name="connsiteY3252" fmla="*/ 884206 h 1647825"/>
                <a:gd name="connsiteX3253" fmla="*/ 249079 w 1533525"/>
                <a:gd name="connsiteY3253" fmla="*/ 885444 h 1647825"/>
                <a:gd name="connsiteX3254" fmla="*/ 249365 w 1533525"/>
                <a:gd name="connsiteY3254" fmla="*/ 886682 h 1647825"/>
                <a:gd name="connsiteX3255" fmla="*/ 250127 w 1533525"/>
                <a:gd name="connsiteY3255" fmla="*/ 887159 h 1647825"/>
                <a:gd name="connsiteX3256" fmla="*/ 251174 w 1533525"/>
                <a:gd name="connsiteY3256" fmla="*/ 885920 h 1647825"/>
                <a:gd name="connsiteX3257" fmla="*/ 251460 w 1533525"/>
                <a:gd name="connsiteY3257" fmla="*/ 886492 h 1647825"/>
                <a:gd name="connsiteX3258" fmla="*/ 251365 w 1533525"/>
                <a:gd name="connsiteY3258" fmla="*/ 886968 h 1647825"/>
                <a:gd name="connsiteX3259" fmla="*/ 251174 w 1533525"/>
                <a:gd name="connsiteY3259" fmla="*/ 887349 h 1647825"/>
                <a:gd name="connsiteX3260" fmla="*/ 251174 w 1533525"/>
                <a:gd name="connsiteY3260" fmla="*/ 887825 h 1647825"/>
                <a:gd name="connsiteX3261" fmla="*/ 251555 w 1533525"/>
                <a:gd name="connsiteY3261" fmla="*/ 888206 h 1647825"/>
                <a:gd name="connsiteX3262" fmla="*/ 252127 w 1533525"/>
                <a:gd name="connsiteY3262" fmla="*/ 888492 h 1647825"/>
                <a:gd name="connsiteX3263" fmla="*/ 252603 w 1533525"/>
                <a:gd name="connsiteY3263" fmla="*/ 888873 h 1647825"/>
                <a:gd name="connsiteX3264" fmla="*/ 252698 w 1533525"/>
                <a:gd name="connsiteY3264" fmla="*/ 889445 h 1647825"/>
                <a:gd name="connsiteX3265" fmla="*/ 252317 w 1533525"/>
                <a:gd name="connsiteY3265" fmla="*/ 889445 h 1647825"/>
                <a:gd name="connsiteX3266" fmla="*/ 250127 w 1533525"/>
                <a:gd name="connsiteY3266" fmla="*/ 890969 h 1647825"/>
                <a:gd name="connsiteX3267" fmla="*/ 250603 w 1533525"/>
                <a:gd name="connsiteY3267" fmla="*/ 891731 h 1647825"/>
                <a:gd name="connsiteX3268" fmla="*/ 250698 w 1533525"/>
                <a:gd name="connsiteY3268" fmla="*/ 892874 h 1647825"/>
                <a:gd name="connsiteX3269" fmla="*/ 250507 w 1533525"/>
                <a:gd name="connsiteY3269" fmla="*/ 895445 h 1647825"/>
                <a:gd name="connsiteX3270" fmla="*/ 250317 w 1533525"/>
                <a:gd name="connsiteY3270" fmla="*/ 896112 h 1647825"/>
                <a:gd name="connsiteX3271" fmla="*/ 249555 w 1533525"/>
                <a:gd name="connsiteY3271" fmla="*/ 896874 h 1647825"/>
                <a:gd name="connsiteX3272" fmla="*/ 249365 w 1533525"/>
                <a:gd name="connsiteY3272" fmla="*/ 897350 h 1647825"/>
                <a:gd name="connsiteX3273" fmla="*/ 249460 w 1533525"/>
                <a:gd name="connsiteY3273" fmla="*/ 897922 h 1647825"/>
                <a:gd name="connsiteX3274" fmla="*/ 249650 w 1533525"/>
                <a:gd name="connsiteY3274" fmla="*/ 899160 h 1647825"/>
                <a:gd name="connsiteX3275" fmla="*/ 249650 w 1533525"/>
                <a:gd name="connsiteY3275" fmla="*/ 899827 h 1647825"/>
                <a:gd name="connsiteX3276" fmla="*/ 249555 w 1533525"/>
                <a:gd name="connsiteY3276" fmla="*/ 901065 h 1647825"/>
                <a:gd name="connsiteX3277" fmla="*/ 249365 w 1533525"/>
                <a:gd name="connsiteY3277" fmla="*/ 902208 h 1647825"/>
                <a:gd name="connsiteX3278" fmla="*/ 248984 w 1533525"/>
                <a:gd name="connsiteY3278" fmla="*/ 903256 h 1647825"/>
                <a:gd name="connsiteX3279" fmla="*/ 246888 w 1533525"/>
                <a:gd name="connsiteY3279" fmla="*/ 906304 h 1647825"/>
                <a:gd name="connsiteX3280" fmla="*/ 246317 w 1533525"/>
                <a:gd name="connsiteY3280" fmla="*/ 907447 h 1647825"/>
                <a:gd name="connsiteX3281" fmla="*/ 246031 w 1533525"/>
                <a:gd name="connsiteY3281" fmla="*/ 908590 h 1647825"/>
                <a:gd name="connsiteX3282" fmla="*/ 245936 w 1533525"/>
                <a:gd name="connsiteY3282" fmla="*/ 910304 h 1647825"/>
                <a:gd name="connsiteX3283" fmla="*/ 245745 w 1533525"/>
                <a:gd name="connsiteY3283" fmla="*/ 910876 h 1647825"/>
                <a:gd name="connsiteX3284" fmla="*/ 245364 w 1533525"/>
                <a:gd name="connsiteY3284" fmla="*/ 911257 h 1647825"/>
                <a:gd name="connsiteX3285" fmla="*/ 244697 w 1533525"/>
                <a:gd name="connsiteY3285" fmla="*/ 911828 h 1647825"/>
                <a:gd name="connsiteX3286" fmla="*/ 244126 w 1533525"/>
                <a:gd name="connsiteY3286" fmla="*/ 912209 h 1647825"/>
                <a:gd name="connsiteX3287" fmla="*/ 243840 w 1533525"/>
                <a:gd name="connsiteY3287" fmla="*/ 912209 h 1647825"/>
                <a:gd name="connsiteX3288" fmla="*/ 243650 w 1533525"/>
                <a:gd name="connsiteY3288" fmla="*/ 913448 h 1647825"/>
                <a:gd name="connsiteX3289" fmla="*/ 243173 w 1533525"/>
                <a:gd name="connsiteY3289" fmla="*/ 914495 h 1647825"/>
                <a:gd name="connsiteX3290" fmla="*/ 242602 w 1533525"/>
                <a:gd name="connsiteY3290" fmla="*/ 915353 h 1647825"/>
                <a:gd name="connsiteX3291" fmla="*/ 242126 w 1533525"/>
                <a:gd name="connsiteY3291" fmla="*/ 916210 h 1647825"/>
                <a:gd name="connsiteX3292" fmla="*/ 241840 w 1533525"/>
                <a:gd name="connsiteY3292" fmla="*/ 918020 h 1647825"/>
                <a:gd name="connsiteX3293" fmla="*/ 241744 w 1533525"/>
                <a:gd name="connsiteY3293" fmla="*/ 918115 h 1647825"/>
                <a:gd name="connsiteX3294" fmla="*/ 241744 w 1533525"/>
                <a:gd name="connsiteY3294" fmla="*/ 919258 h 1647825"/>
                <a:gd name="connsiteX3295" fmla="*/ 241840 w 1533525"/>
                <a:gd name="connsiteY3295" fmla="*/ 919544 h 1647825"/>
                <a:gd name="connsiteX3296" fmla="*/ 242126 w 1533525"/>
                <a:gd name="connsiteY3296" fmla="*/ 919639 h 1647825"/>
                <a:gd name="connsiteX3297" fmla="*/ 242316 w 1533525"/>
                <a:gd name="connsiteY3297" fmla="*/ 919639 h 1647825"/>
                <a:gd name="connsiteX3298" fmla="*/ 242411 w 1533525"/>
                <a:gd name="connsiteY3298" fmla="*/ 919829 h 1647825"/>
                <a:gd name="connsiteX3299" fmla="*/ 242221 w 1533525"/>
                <a:gd name="connsiteY3299" fmla="*/ 920496 h 1647825"/>
                <a:gd name="connsiteX3300" fmla="*/ 241459 w 1533525"/>
                <a:gd name="connsiteY3300" fmla="*/ 921544 h 1647825"/>
                <a:gd name="connsiteX3301" fmla="*/ 241268 w 1533525"/>
                <a:gd name="connsiteY3301" fmla="*/ 922115 h 1647825"/>
                <a:gd name="connsiteX3302" fmla="*/ 240982 w 1533525"/>
                <a:gd name="connsiteY3302" fmla="*/ 924592 h 1647825"/>
                <a:gd name="connsiteX3303" fmla="*/ 240030 w 1533525"/>
                <a:gd name="connsiteY3303" fmla="*/ 927164 h 1647825"/>
                <a:gd name="connsiteX3304" fmla="*/ 239935 w 1533525"/>
                <a:gd name="connsiteY3304" fmla="*/ 927830 h 1647825"/>
                <a:gd name="connsiteX3305" fmla="*/ 239935 w 1533525"/>
                <a:gd name="connsiteY3305" fmla="*/ 931069 h 1647825"/>
                <a:gd name="connsiteX3306" fmla="*/ 239744 w 1533525"/>
                <a:gd name="connsiteY3306" fmla="*/ 931926 h 1647825"/>
                <a:gd name="connsiteX3307" fmla="*/ 239268 w 1533525"/>
                <a:gd name="connsiteY3307" fmla="*/ 932974 h 1647825"/>
                <a:gd name="connsiteX3308" fmla="*/ 238697 w 1533525"/>
                <a:gd name="connsiteY3308" fmla="*/ 933831 h 1647825"/>
                <a:gd name="connsiteX3309" fmla="*/ 238315 w 1533525"/>
                <a:gd name="connsiteY3309" fmla="*/ 934212 h 1647825"/>
                <a:gd name="connsiteX3310" fmla="*/ 237744 w 1533525"/>
                <a:gd name="connsiteY3310" fmla="*/ 934498 h 1647825"/>
                <a:gd name="connsiteX3311" fmla="*/ 237649 w 1533525"/>
                <a:gd name="connsiteY3311" fmla="*/ 935165 h 1647825"/>
                <a:gd name="connsiteX3312" fmla="*/ 237839 w 1533525"/>
                <a:gd name="connsiteY3312" fmla="*/ 936593 h 1647825"/>
                <a:gd name="connsiteX3313" fmla="*/ 237744 w 1533525"/>
                <a:gd name="connsiteY3313" fmla="*/ 938593 h 1647825"/>
                <a:gd name="connsiteX3314" fmla="*/ 237458 w 1533525"/>
                <a:gd name="connsiteY3314" fmla="*/ 939451 h 1647825"/>
                <a:gd name="connsiteX3315" fmla="*/ 236887 w 1533525"/>
                <a:gd name="connsiteY3315" fmla="*/ 940213 h 1647825"/>
                <a:gd name="connsiteX3316" fmla="*/ 236887 w 1533525"/>
                <a:gd name="connsiteY3316" fmla="*/ 940784 h 1647825"/>
                <a:gd name="connsiteX3317" fmla="*/ 238125 w 1533525"/>
                <a:gd name="connsiteY3317" fmla="*/ 942404 h 1647825"/>
                <a:gd name="connsiteX3318" fmla="*/ 238506 w 1533525"/>
                <a:gd name="connsiteY3318" fmla="*/ 943070 h 1647825"/>
                <a:gd name="connsiteX3319" fmla="*/ 238315 w 1533525"/>
                <a:gd name="connsiteY3319" fmla="*/ 945071 h 1647825"/>
                <a:gd name="connsiteX3320" fmla="*/ 238411 w 1533525"/>
                <a:gd name="connsiteY3320" fmla="*/ 946023 h 1647825"/>
                <a:gd name="connsiteX3321" fmla="*/ 239077 w 1533525"/>
                <a:gd name="connsiteY3321" fmla="*/ 945928 h 1647825"/>
                <a:gd name="connsiteX3322" fmla="*/ 241078 w 1533525"/>
                <a:gd name="connsiteY3322" fmla="*/ 943451 h 1647825"/>
                <a:gd name="connsiteX3323" fmla="*/ 241268 w 1533525"/>
                <a:gd name="connsiteY3323" fmla="*/ 944213 h 1647825"/>
                <a:gd name="connsiteX3324" fmla="*/ 241364 w 1533525"/>
                <a:gd name="connsiteY3324" fmla="*/ 944690 h 1647825"/>
                <a:gd name="connsiteX3325" fmla="*/ 241364 w 1533525"/>
                <a:gd name="connsiteY3325" fmla="*/ 945166 h 1647825"/>
                <a:gd name="connsiteX3326" fmla="*/ 241173 w 1533525"/>
                <a:gd name="connsiteY3326" fmla="*/ 945642 h 1647825"/>
                <a:gd name="connsiteX3327" fmla="*/ 240792 w 1533525"/>
                <a:gd name="connsiteY3327" fmla="*/ 945737 h 1647825"/>
                <a:gd name="connsiteX3328" fmla="*/ 240411 w 1533525"/>
                <a:gd name="connsiteY3328" fmla="*/ 945833 h 1647825"/>
                <a:gd name="connsiteX3329" fmla="*/ 240221 w 1533525"/>
                <a:gd name="connsiteY3329" fmla="*/ 946118 h 1647825"/>
                <a:gd name="connsiteX3330" fmla="*/ 240506 w 1533525"/>
                <a:gd name="connsiteY3330" fmla="*/ 947071 h 1647825"/>
                <a:gd name="connsiteX3331" fmla="*/ 240887 w 1533525"/>
                <a:gd name="connsiteY3331" fmla="*/ 947738 h 1647825"/>
                <a:gd name="connsiteX3332" fmla="*/ 240887 w 1533525"/>
                <a:gd name="connsiteY3332" fmla="*/ 948214 h 1647825"/>
                <a:gd name="connsiteX3333" fmla="*/ 239935 w 1533525"/>
                <a:gd name="connsiteY3333" fmla="*/ 948690 h 1647825"/>
                <a:gd name="connsiteX3334" fmla="*/ 239744 w 1533525"/>
                <a:gd name="connsiteY3334" fmla="*/ 948214 h 1647825"/>
                <a:gd name="connsiteX3335" fmla="*/ 239459 w 1533525"/>
                <a:gd name="connsiteY3335" fmla="*/ 947833 h 1647825"/>
                <a:gd name="connsiteX3336" fmla="*/ 239173 w 1533525"/>
                <a:gd name="connsiteY3336" fmla="*/ 947452 h 1647825"/>
                <a:gd name="connsiteX3337" fmla="*/ 238792 w 1533525"/>
                <a:gd name="connsiteY3337" fmla="*/ 947166 h 1647825"/>
                <a:gd name="connsiteX3338" fmla="*/ 240030 w 1533525"/>
                <a:gd name="connsiteY3338" fmla="*/ 951357 h 1647825"/>
                <a:gd name="connsiteX3339" fmla="*/ 240506 w 1533525"/>
                <a:gd name="connsiteY3339" fmla="*/ 953738 h 1647825"/>
                <a:gd name="connsiteX3340" fmla="*/ 240125 w 1533525"/>
                <a:gd name="connsiteY3340" fmla="*/ 954786 h 1647825"/>
                <a:gd name="connsiteX3341" fmla="*/ 240792 w 1533525"/>
                <a:gd name="connsiteY3341" fmla="*/ 957643 h 1647825"/>
                <a:gd name="connsiteX3342" fmla="*/ 241840 w 1533525"/>
                <a:gd name="connsiteY3342" fmla="*/ 958787 h 1647825"/>
                <a:gd name="connsiteX3343" fmla="*/ 242221 w 1533525"/>
                <a:gd name="connsiteY3343" fmla="*/ 958977 h 1647825"/>
                <a:gd name="connsiteX3344" fmla="*/ 242602 w 1533525"/>
                <a:gd name="connsiteY3344" fmla="*/ 958596 h 1647825"/>
                <a:gd name="connsiteX3345" fmla="*/ 242602 w 1533525"/>
                <a:gd name="connsiteY3345" fmla="*/ 958215 h 1647825"/>
                <a:gd name="connsiteX3346" fmla="*/ 242316 w 1533525"/>
                <a:gd name="connsiteY3346" fmla="*/ 957834 h 1647825"/>
                <a:gd name="connsiteX3347" fmla="*/ 241554 w 1533525"/>
                <a:gd name="connsiteY3347" fmla="*/ 957167 h 1647825"/>
                <a:gd name="connsiteX3348" fmla="*/ 241840 w 1533525"/>
                <a:gd name="connsiteY3348" fmla="*/ 956786 h 1647825"/>
                <a:gd name="connsiteX3349" fmla="*/ 241935 w 1533525"/>
                <a:gd name="connsiteY3349" fmla="*/ 956310 h 1647825"/>
                <a:gd name="connsiteX3350" fmla="*/ 241840 w 1533525"/>
                <a:gd name="connsiteY3350" fmla="*/ 955739 h 1647825"/>
                <a:gd name="connsiteX3351" fmla="*/ 241649 w 1533525"/>
                <a:gd name="connsiteY3351" fmla="*/ 955167 h 1647825"/>
                <a:gd name="connsiteX3352" fmla="*/ 242030 w 1533525"/>
                <a:gd name="connsiteY3352" fmla="*/ 955167 h 1647825"/>
                <a:gd name="connsiteX3353" fmla="*/ 242983 w 1533525"/>
                <a:gd name="connsiteY3353" fmla="*/ 955548 h 1647825"/>
                <a:gd name="connsiteX3354" fmla="*/ 243554 w 1533525"/>
                <a:gd name="connsiteY3354" fmla="*/ 955929 h 1647825"/>
                <a:gd name="connsiteX3355" fmla="*/ 243840 w 1533525"/>
                <a:gd name="connsiteY3355" fmla="*/ 956405 h 1647825"/>
                <a:gd name="connsiteX3356" fmla="*/ 243935 w 1533525"/>
                <a:gd name="connsiteY3356" fmla="*/ 957072 h 1647825"/>
                <a:gd name="connsiteX3357" fmla="*/ 244126 w 1533525"/>
                <a:gd name="connsiteY3357" fmla="*/ 957548 h 1647825"/>
                <a:gd name="connsiteX3358" fmla="*/ 244507 w 1533525"/>
                <a:gd name="connsiteY3358" fmla="*/ 957929 h 1647825"/>
                <a:gd name="connsiteX3359" fmla="*/ 244888 w 1533525"/>
                <a:gd name="connsiteY3359" fmla="*/ 958120 h 1647825"/>
                <a:gd name="connsiteX3360" fmla="*/ 245936 w 1533525"/>
                <a:gd name="connsiteY3360" fmla="*/ 958025 h 1647825"/>
                <a:gd name="connsiteX3361" fmla="*/ 246983 w 1533525"/>
                <a:gd name="connsiteY3361" fmla="*/ 957548 h 1647825"/>
                <a:gd name="connsiteX3362" fmla="*/ 248031 w 1533525"/>
                <a:gd name="connsiteY3362" fmla="*/ 957263 h 1647825"/>
                <a:gd name="connsiteX3363" fmla="*/ 249174 w 1533525"/>
                <a:gd name="connsiteY3363" fmla="*/ 957739 h 1647825"/>
                <a:gd name="connsiteX3364" fmla="*/ 243364 w 1533525"/>
                <a:gd name="connsiteY3364" fmla="*/ 960025 h 1647825"/>
                <a:gd name="connsiteX3365" fmla="*/ 242602 w 1533525"/>
                <a:gd name="connsiteY3365" fmla="*/ 960501 h 1647825"/>
                <a:gd name="connsiteX3366" fmla="*/ 242221 w 1533525"/>
                <a:gd name="connsiteY3366" fmla="*/ 961263 h 1647825"/>
                <a:gd name="connsiteX3367" fmla="*/ 242316 w 1533525"/>
                <a:gd name="connsiteY3367" fmla="*/ 962597 h 1647825"/>
                <a:gd name="connsiteX3368" fmla="*/ 242888 w 1533525"/>
                <a:gd name="connsiteY3368" fmla="*/ 965645 h 1647825"/>
                <a:gd name="connsiteX3369" fmla="*/ 243078 w 1533525"/>
                <a:gd name="connsiteY3369" fmla="*/ 966121 h 1647825"/>
                <a:gd name="connsiteX3370" fmla="*/ 244316 w 1533525"/>
                <a:gd name="connsiteY3370" fmla="*/ 968026 h 1647825"/>
                <a:gd name="connsiteX3371" fmla="*/ 245078 w 1533525"/>
                <a:gd name="connsiteY3371" fmla="*/ 968788 h 1647825"/>
                <a:gd name="connsiteX3372" fmla="*/ 245936 w 1533525"/>
                <a:gd name="connsiteY3372" fmla="*/ 968883 h 1647825"/>
                <a:gd name="connsiteX3373" fmla="*/ 246888 w 1533525"/>
                <a:gd name="connsiteY3373" fmla="*/ 967931 h 1647825"/>
                <a:gd name="connsiteX3374" fmla="*/ 247840 w 1533525"/>
                <a:gd name="connsiteY3374" fmla="*/ 968407 h 1647825"/>
                <a:gd name="connsiteX3375" fmla="*/ 249365 w 1533525"/>
                <a:gd name="connsiteY3375" fmla="*/ 969645 h 1647825"/>
                <a:gd name="connsiteX3376" fmla="*/ 250222 w 1533525"/>
                <a:gd name="connsiteY3376" fmla="*/ 970121 h 1647825"/>
                <a:gd name="connsiteX3377" fmla="*/ 251174 w 1533525"/>
                <a:gd name="connsiteY3377" fmla="*/ 970312 h 1647825"/>
                <a:gd name="connsiteX3378" fmla="*/ 254032 w 1533525"/>
                <a:gd name="connsiteY3378" fmla="*/ 970121 h 1647825"/>
                <a:gd name="connsiteX3379" fmla="*/ 254889 w 1533525"/>
                <a:gd name="connsiteY3379" fmla="*/ 970502 h 1647825"/>
                <a:gd name="connsiteX3380" fmla="*/ 255651 w 1533525"/>
                <a:gd name="connsiteY3380" fmla="*/ 971264 h 1647825"/>
                <a:gd name="connsiteX3381" fmla="*/ 256223 w 1533525"/>
                <a:gd name="connsiteY3381" fmla="*/ 972026 h 1647825"/>
                <a:gd name="connsiteX3382" fmla="*/ 256603 w 1533525"/>
                <a:gd name="connsiteY3382" fmla="*/ 972407 h 1647825"/>
                <a:gd name="connsiteX3383" fmla="*/ 257080 w 1533525"/>
                <a:gd name="connsiteY3383" fmla="*/ 972788 h 1647825"/>
                <a:gd name="connsiteX3384" fmla="*/ 256985 w 1533525"/>
                <a:gd name="connsiteY3384" fmla="*/ 973646 h 1647825"/>
                <a:gd name="connsiteX3385" fmla="*/ 257080 w 1533525"/>
                <a:gd name="connsiteY3385" fmla="*/ 974503 h 1647825"/>
                <a:gd name="connsiteX3386" fmla="*/ 258127 w 1533525"/>
                <a:gd name="connsiteY3386" fmla="*/ 975074 h 1647825"/>
                <a:gd name="connsiteX3387" fmla="*/ 256889 w 1533525"/>
                <a:gd name="connsiteY3387" fmla="*/ 975741 h 1647825"/>
                <a:gd name="connsiteX3388" fmla="*/ 256032 w 1533525"/>
                <a:gd name="connsiteY3388" fmla="*/ 974693 h 1647825"/>
                <a:gd name="connsiteX3389" fmla="*/ 254889 w 1533525"/>
                <a:gd name="connsiteY3389" fmla="*/ 971645 h 1647825"/>
                <a:gd name="connsiteX3390" fmla="*/ 254032 w 1533525"/>
                <a:gd name="connsiteY3390" fmla="*/ 970883 h 1647825"/>
                <a:gd name="connsiteX3391" fmla="*/ 253365 w 1533525"/>
                <a:gd name="connsiteY3391" fmla="*/ 970788 h 1647825"/>
                <a:gd name="connsiteX3392" fmla="*/ 252698 w 1533525"/>
                <a:gd name="connsiteY3392" fmla="*/ 971074 h 1647825"/>
                <a:gd name="connsiteX3393" fmla="*/ 251841 w 1533525"/>
                <a:gd name="connsiteY3393" fmla="*/ 971264 h 1647825"/>
                <a:gd name="connsiteX3394" fmla="*/ 250317 w 1533525"/>
                <a:gd name="connsiteY3394" fmla="*/ 971074 h 1647825"/>
                <a:gd name="connsiteX3395" fmla="*/ 249555 w 1533525"/>
                <a:gd name="connsiteY3395" fmla="*/ 970788 h 1647825"/>
                <a:gd name="connsiteX3396" fmla="*/ 248602 w 1533525"/>
                <a:gd name="connsiteY3396" fmla="*/ 969645 h 1647825"/>
                <a:gd name="connsiteX3397" fmla="*/ 247174 w 1533525"/>
                <a:gd name="connsiteY3397" fmla="*/ 969550 h 1647825"/>
                <a:gd name="connsiteX3398" fmla="*/ 244316 w 1533525"/>
                <a:gd name="connsiteY3398" fmla="*/ 969835 h 1647825"/>
                <a:gd name="connsiteX3399" fmla="*/ 243840 w 1533525"/>
                <a:gd name="connsiteY3399" fmla="*/ 970693 h 1647825"/>
                <a:gd name="connsiteX3400" fmla="*/ 243650 w 1533525"/>
                <a:gd name="connsiteY3400" fmla="*/ 972598 h 1647825"/>
                <a:gd name="connsiteX3401" fmla="*/ 243840 w 1533525"/>
                <a:gd name="connsiteY3401" fmla="*/ 975932 h 1647825"/>
                <a:gd name="connsiteX3402" fmla="*/ 244602 w 1533525"/>
                <a:gd name="connsiteY3402" fmla="*/ 975265 h 1647825"/>
                <a:gd name="connsiteX3403" fmla="*/ 245269 w 1533525"/>
                <a:gd name="connsiteY3403" fmla="*/ 974122 h 1647825"/>
                <a:gd name="connsiteX3404" fmla="*/ 245936 w 1533525"/>
                <a:gd name="connsiteY3404" fmla="*/ 973265 h 1647825"/>
                <a:gd name="connsiteX3405" fmla="*/ 246698 w 1533525"/>
                <a:gd name="connsiteY3405" fmla="*/ 973360 h 1647825"/>
                <a:gd name="connsiteX3406" fmla="*/ 246126 w 1533525"/>
                <a:gd name="connsiteY3406" fmla="*/ 974026 h 1647825"/>
                <a:gd name="connsiteX3407" fmla="*/ 245173 w 1533525"/>
                <a:gd name="connsiteY3407" fmla="*/ 975646 h 1647825"/>
                <a:gd name="connsiteX3408" fmla="*/ 244126 w 1533525"/>
                <a:gd name="connsiteY3408" fmla="*/ 978027 h 1647825"/>
                <a:gd name="connsiteX3409" fmla="*/ 244031 w 1533525"/>
                <a:gd name="connsiteY3409" fmla="*/ 978503 h 1647825"/>
                <a:gd name="connsiteX3410" fmla="*/ 244221 w 1533525"/>
                <a:gd name="connsiteY3410" fmla="*/ 978980 h 1647825"/>
                <a:gd name="connsiteX3411" fmla="*/ 244602 w 1533525"/>
                <a:gd name="connsiteY3411" fmla="*/ 978980 h 1647825"/>
                <a:gd name="connsiteX3412" fmla="*/ 244983 w 1533525"/>
                <a:gd name="connsiteY3412" fmla="*/ 978599 h 1647825"/>
                <a:gd name="connsiteX3413" fmla="*/ 245269 w 1533525"/>
                <a:gd name="connsiteY3413" fmla="*/ 977741 h 1647825"/>
                <a:gd name="connsiteX3414" fmla="*/ 245555 w 1533525"/>
                <a:gd name="connsiteY3414" fmla="*/ 977551 h 1647825"/>
                <a:gd name="connsiteX3415" fmla="*/ 245936 w 1533525"/>
                <a:gd name="connsiteY3415" fmla="*/ 977551 h 1647825"/>
                <a:gd name="connsiteX3416" fmla="*/ 246221 w 1533525"/>
                <a:gd name="connsiteY3416" fmla="*/ 977932 h 1647825"/>
                <a:gd name="connsiteX3417" fmla="*/ 246221 w 1533525"/>
                <a:gd name="connsiteY3417" fmla="*/ 978218 h 1647825"/>
                <a:gd name="connsiteX3418" fmla="*/ 245650 w 1533525"/>
                <a:gd name="connsiteY3418" fmla="*/ 978789 h 1647825"/>
                <a:gd name="connsiteX3419" fmla="*/ 245555 w 1533525"/>
                <a:gd name="connsiteY3419" fmla="*/ 979170 h 1647825"/>
                <a:gd name="connsiteX3420" fmla="*/ 245650 w 1533525"/>
                <a:gd name="connsiteY3420" fmla="*/ 979646 h 1647825"/>
                <a:gd name="connsiteX3421" fmla="*/ 246126 w 1533525"/>
                <a:gd name="connsiteY3421" fmla="*/ 980694 h 1647825"/>
                <a:gd name="connsiteX3422" fmla="*/ 246221 w 1533525"/>
                <a:gd name="connsiteY3422" fmla="*/ 981266 h 1647825"/>
                <a:gd name="connsiteX3423" fmla="*/ 246126 w 1533525"/>
                <a:gd name="connsiteY3423" fmla="*/ 981932 h 1647825"/>
                <a:gd name="connsiteX3424" fmla="*/ 245459 w 1533525"/>
                <a:gd name="connsiteY3424" fmla="*/ 983647 h 1647825"/>
                <a:gd name="connsiteX3425" fmla="*/ 246031 w 1533525"/>
                <a:gd name="connsiteY3425" fmla="*/ 983837 h 1647825"/>
                <a:gd name="connsiteX3426" fmla="*/ 246221 w 1533525"/>
                <a:gd name="connsiteY3426" fmla="*/ 984409 h 1647825"/>
                <a:gd name="connsiteX3427" fmla="*/ 246126 w 1533525"/>
                <a:gd name="connsiteY3427" fmla="*/ 985076 h 1647825"/>
                <a:gd name="connsiteX3428" fmla="*/ 245840 w 1533525"/>
                <a:gd name="connsiteY3428" fmla="*/ 985552 h 1647825"/>
                <a:gd name="connsiteX3429" fmla="*/ 245650 w 1533525"/>
                <a:gd name="connsiteY3429" fmla="*/ 985361 h 1647825"/>
                <a:gd name="connsiteX3430" fmla="*/ 245078 w 1533525"/>
                <a:gd name="connsiteY3430" fmla="*/ 985076 h 1647825"/>
                <a:gd name="connsiteX3431" fmla="*/ 245173 w 1533525"/>
                <a:gd name="connsiteY3431" fmla="*/ 986695 h 1647825"/>
                <a:gd name="connsiteX3432" fmla="*/ 245078 w 1533525"/>
                <a:gd name="connsiteY3432" fmla="*/ 987362 h 1647825"/>
                <a:gd name="connsiteX3433" fmla="*/ 244697 w 1533525"/>
                <a:gd name="connsiteY3433" fmla="*/ 988219 h 1647825"/>
                <a:gd name="connsiteX3434" fmla="*/ 243650 w 1533525"/>
                <a:gd name="connsiteY3434" fmla="*/ 989648 h 1647825"/>
                <a:gd name="connsiteX3435" fmla="*/ 243364 w 1533525"/>
                <a:gd name="connsiteY3435" fmla="*/ 990314 h 1647825"/>
                <a:gd name="connsiteX3436" fmla="*/ 243650 w 1533525"/>
                <a:gd name="connsiteY3436" fmla="*/ 990981 h 1647825"/>
                <a:gd name="connsiteX3437" fmla="*/ 244316 w 1533525"/>
                <a:gd name="connsiteY3437" fmla="*/ 990409 h 1647825"/>
                <a:gd name="connsiteX3438" fmla="*/ 244507 w 1533525"/>
                <a:gd name="connsiteY3438" fmla="*/ 990124 h 1647825"/>
                <a:gd name="connsiteX3439" fmla="*/ 244697 w 1533525"/>
                <a:gd name="connsiteY3439" fmla="*/ 989743 h 1647825"/>
                <a:gd name="connsiteX3440" fmla="*/ 245078 w 1533525"/>
                <a:gd name="connsiteY3440" fmla="*/ 989743 h 1647825"/>
                <a:gd name="connsiteX3441" fmla="*/ 245364 w 1533525"/>
                <a:gd name="connsiteY3441" fmla="*/ 990600 h 1647825"/>
                <a:gd name="connsiteX3442" fmla="*/ 245269 w 1533525"/>
                <a:gd name="connsiteY3442" fmla="*/ 991267 h 1647825"/>
                <a:gd name="connsiteX3443" fmla="*/ 245078 w 1533525"/>
                <a:gd name="connsiteY3443" fmla="*/ 991838 h 1647825"/>
                <a:gd name="connsiteX3444" fmla="*/ 245078 w 1533525"/>
                <a:gd name="connsiteY3444" fmla="*/ 992410 h 1647825"/>
                <a:gd name="connsiteX3445" fmla="*/ 245555 w 1533525"/>
                <a:gd name="connsiteY3445" fmla="*/ 993076 h 1647825"/>
                <a:gd name="connsiteX3446" fmla="*/ 246031 w 1533525"/>
                <a:gd name="connsiteY3446" fmla="*/ 992791 h 1647825"/>
                <a:gd name="connsiteX3447" fmla="*/ 246412 w 1533525"/>
                <a:gd name="connsiteY3447" fmla="*/ 991934 h 1647825"/>
                <a:gd name="connsiteX3448" fmla="*/ 246888 w 1533525"/>
                <a:gd name="connsiteY3448" fmla="*/ 989648 h 1647825"/>
                <a:gd name="connsiteX3449" fmla="*/ 247650 w 1533525"/>
                <a:gd name="connsiteY3449" fmla="*/ 988124 h 1647825"/>
                <a:gd name="connsiteX3450" fmla="*/ 248602 w 1533525"/>
                <a:gd name="connsiteY3450" fmla="*/ 986790 h 1647825"/>
                <a:gd name="connsiteX3451" fmla="*/ 249460 w 1533525"/>
                <a:gd name="connsiteY3451" fmla="*/ 986028 h 1647825"/>
                <a:gd name="connsiteX3452" fmla="*/ 249746 w 1533525"/>
                <a:gd name="connsiteY3452" fmla="*/ 987362 h 1647825"/>
                <a:gd name="connsiteX3453" fmla="*/ 249746 w 1533525"/>
                <a:gd name="connsiteY3453" fmla="*/ 987933 h 1647825"/>
                <a:gd name="connsiteX3454" fmla="*/ 252031 w 1533525"/>
                <a:gd name="connsiteY3454" fmla="*/ 985552 h 1647825"/>
                <a:gd name="connsiteX3455" fmla="*/ 252508 w 1533525"/>
                <a:gd name="connsiteY3455" fmla="*/ 984409 h 1647825"/>
                <a:gd name="connsiteX3456" fmla="*/ 251651 w 1533525"/>
                <a:gd name="connsiteY3456" fmla="*/ 983742 h 1647825"/>
                <a:gd name="connsiteX3457" fmla="*/ 252031 w 1533525"/>
                <a:gd name="connsiteY3457" fmla="*/ 982980 h 1647825"/>
                <a:gd name="connsiteX3458" fmla="*/ 252127 w 1533525"/>
                <a:gd name="connsiteY3458" fmla="*/ 981075 h 1647825"/>
                <a:gd name="connsiteX3459" fmla="*/ 252889 w 1533525"/>
                <a:gd name="connsiteY3459" fmla="*/ 980313 h 1647825"/>
                <a:gd name="connsiteX3460" fmla="*/ 253841 w 1533525"/>
                <a:gd name="connsiteY3460" fmla="*/ 978408 h 1647825"/>
                <a:gd name="connsiteX3461" fmla="*/ 254222 w 1533525"/>
                <a:gd name="connsiteY3461" fmla="*/ 978408 h 1647825"/>
                <a:gd name="connsiteX3462" fmla="*/ 253841 w 1533525"/>
                <a:gd name="connsiteY3462" fmla="*/ 982409 h 1647825"/>
                <a:gd name="connsiteX3463" fmla="*/ 254222 w 1533525"/>
                <a:gd name="connsiteY3463" fmla="*/ 983075 h 1647825"/>
                <a:gd name="connsiteX3464" fmla="*/ 254889 w 1533525"/>
                <a:gd name="connsiteY3464" fmla="*/ 983361 h 1647825"/>
                <a:gd name="connsiteX3465" fmla="*/ 255175 w 1533525"/>
                <a:gd name="connsiteY3465" fmla="*/ 983742 h 1647825"/>
                <a:gd name="connsiteX3466" fmla="*/ 254603 w 1533525"/>
                <a:gd name="connsiteY3466" fmla="*/ 984885 h 1647825"/>
                <a:gd name="connsiteX3467" fmla="*/ 254984 w 1533525"/>
                <a:gd name="connsiteY3467" fmla="*/ 985361 h 1647825"/>
                <a:gd name="connsiteX3468" fmla="*/ 254794 w 1533525"/>
                <a:gd name="connsiteY3468" fmla="*/ 986790 h 1647825"/>
                <a:gd name="connsiteX3469" fmla="*/ 255080 w 1533525"/>
                <a:gd name="connsiteY3469" fmla="*/ 987457 h 1647825"/>
                <a:gd name="connsiteX3470" fmla="*/ 256318 w 1533525"/>
                <a:gd name="connsiteY3470" fmla="*/ 986885 h 1647825"/>
                <a:gd name="connsiteX3471" fmla="*/ 257747 w 1533525"/>
                <a:gd name="connsiteY3471" fmla="*/ 986409 h 1647825"/>
                <a:gd name="connsiteX3472" fmla="*/ 258604 w 1533525"/>
                <a:gd name="connsiteY3472" fmla="*/ 986504 h 1647825"/>
                <a:gd name="connsiteX3473" fmla="*/ 258032 w 1533525"/>
                <a:gd name="connsiteY3473" fmla="*/ 987647 h 1647825"/>
                <a:gd name="connsiteX3474" fmla="*/ 257842 w 1533525"/>
                <a:gd name="connsiteY3474" fmla="*/ 987647 h 1647825"/>
                <a:gd name="connsiteX3475" fmla="*/ 255175 w 1533525"/>
                <a:gd name="connsiteY3475" fmla="*/ 988409 h 1647825"/>
                <a:gd name="connsiteX3476" fmla="*/ 253936 w 1533525"/>
                <a:gd name="connsiteY3476" fmla="*/ 988981 h 1647825"/>
                <a:gd name="connsiteX3477" fmla="*/ 253175 w 1533525"/>
                <a:gd name="connsiteY3477" fmla="*/ 989076 h 1647825"/>
                <a:gd name="connsiteX3478" fmla="*/ 253175 w 1533525"/>
                <a:gd name="connsiteY3478" fmla="*/ 989457 h 1647825"/>
                <a:gd name="connsiteX3479" fmla="*/ 254984 w 1533525"/>
                <a:gd name="connsiteY3479" fmla="*/ 989457 h 1647825"/>
                <a:gd name="connsiteX3480" fmla="*/ 254413 w 1533525"/>
                <a:gd name="connsiteY3480" fmla="*/ 990314 h 1647825"/>
                <a:gd name="connsiteX3481" fmla="*/ 253651 w 1533525"/>
                <a:gd name="connsiteY3481" fmla="*/ 990314 h 1647825"/>
                <a:gd name="connsiteX3482" fmla="*/ 252889 w 1533525"/>
                <a:gd name="connsiteY3482" fmla="*/ 990124 h 1647825"/>
                <a:gd name="connsiteX3483" fmla="*/ 252222 w 1533525"/>
                <a:gd name="connsiteY3483" fmla="*/ 990314 h 1647825"/>
                <a:gd name="connsiteX3484" fmla="*/ 252127 w 1533525"/>
                <a:gd name="connsiteY3484" fmla="*/ 991838 h 1647825"/>
                <a:gd name="connsiteX3485" fmla="*/ 251746 w 1533525"/>
                <a:gd name="connsiteY3485" fmla="*/ 992315 h 1647825"/>
                <a:gd name="connsiteX3486" fmla="*/ 250889 w 1533525"/>
                <a:gd name="connsiteY3486" fmla="*/ 991648 h 1647825"/>
                <a:gd name="connsiteX3487" fmla="*/ 250031 w 1533525"/>
                <a:gd name="connsiteY3487" fmla="*/ 993267 h 1647825"/>
                <a:gd name="connsiteX3488" fmla="*/ 251079 w 1533525"/>
                <a:gd name="connsiteY3488" fmla="*/ 994601 h 1647825"/>
                <a:gd name="connsiteX3489" fmla="*/ 252603 w 1533525"/>
                <a:gd name="connsiteY3489" fmla="*/ 995267 h 1647825"/>
                <a:gd name="connsiteX3490" fmla="*/ 253460 w 1533525"/>
                <a:gd name="connsiteY3490" fmla="*/ 994886 h 1647825"/>
                <a:gd name="connsiteX3491" fmla="*/ 253556 w 1533525"/>
                <a:gd name="connsiteY3491" fmla="*/ 994696 h 1647825"/>
                <a:gd name="connsiteX3492" fmla="*/ 253746 w 1533525"/>
                <a:gd name="connsiteY3492" fmla="*/ 994505 h 1647825"/>
                <a:gd name="connsiteX3493" fmla="*/ 254032 w 1533525"/>
                <a:gd name="connsiteY3493" fmla="*/ 994410 h 1647825"/>
                <a:gd name="connsiteX3494" fmla="*/ 254318 w 1533525"/>
                <a:gd name="connsiteY3494" fmla="*/ 994410 h 1647825"/>
                <a:gd name="connsiteX3495" fmla="*/ 254508 w 1533525"/>
                <a:gd name="connsiteY3495" fmla="*/ 994601 h 1647825"/>
                <a:gd name="connsiteX3496" fmla="*/ 254413 w 1533525"/>
                <a:gd name="connsiteY3496" fmla="*/ 995077 h 1647825"/>
                <a:gd name="connsiteX3497" fmla="*/ 254222 w 1533525"/>
                <a:gd name="connsiteY3497" fmla="*/ 995553 h 1647825"/>
                <a:gd name="connsiteX3498" fmla="*/ 254127 w 1533525"/>
                <a:gd name="connsiteY3498" fmla="*/ 995934 h 1647825"/>
                <a:gd name="connsiteX3499" fmla="*/ 254508 w 1533525"/>
                <a:gd name="connsiteY3499" fmla="*/ 996791 h 1647825"/>
                <a:gd name="connsiteX3500" fmla="*/ 254889 w 1533525"/>
                <a:gd name="connsiteY3500" fmla="*/ 997172 h 1647825"/>
                <a:gd name="connsiteX3501" fmla="*/ 256413 w 1533525"/>
                <a:gd name="connsiteY3501" fmla="*/ 997839 h 1647825"/>
                <a:gd name="connsiteX3502" fmla="*/ 255651 w 1533525"/>
                <a:gd name="connsiteY3502" fmla="*/ 998506 h 1647825"/>
                <a:gd name="connsiteX3503" fmla="*/ 255080 w 1533525"/>
                <a:gd name="connsiteY3503" fmla="*/ 999744 h 1647825"/>
                <a:gd name="connsiteX3504" fmla="*/ 254889 w 1533525"/>
                <a:gd name="connsiteY3504" fmla="*/ 1001173 h 1647825"/>
                <a:gd name="connsiteX3505" fmla="*/ 255270 w 1533525"/>
                <a:gd name="connsiteY3505" fmla="*/ 1002411 h 1647825"/>
                <a:gd name="connsiteX3506" fmla="*/ 254508 w 1533525"/>
                <a:gd name="connsiteY3506" fmla="*/ 1002125 h 1647825"/>
                <a:gd name="connsiteX3507" fmla="*/ 253936 w 1533525"/>
                <a:gd name="connsiteY3507" fmla="*/ 1001554 h 1647825"/>
                <a:gd name="connsiteX3508" fmla="*/ 253746 w 1533525"/>
                <a:gd name="connsiteY3508" fmla="*/ 1000792 h 1647825"/>
                <a:gd name="connsiteX3509" fmla="*/ 254222 w 1533525"/>
                <a:gd name="connsiteY3509" fmla="*/ 999744 h 1647825"/>
                <a:gd name="connsiteX3510" fmla="*/ 252317 w 1533525"/>
                <a:gd name="connsiteY3510" fmla="*/ 997649 h 1647825"/>
                <a:gd name="connsiteX3511" fmla="*/ 251651 w 1533525"/>
                <a:gd name="connsiteY3511" fmla="*/ 997077 h 1647825"/>
                <a:gd name="connsiteX3512" fmla="*/ 250889 w 1533525"/>
                <a:gd name="connsiteY3512" fmla="*/ 998506 h 1647825"/>
                <a:gd name="connsiteX3513" fmla="*/ 250317 w 1533525"/>
                <a:gd name="connsiteY3513" fmla="*/ 998506 h 1647825"/>
                <a:gd name="connsiteX3514" fmla="*/ 249555 w 1533525"/>
                <a:gd name="connsiteY3514" fmla="*/ 998125 h 1647825"/>
                <a:gd name="connsiteX3515" fmla="*/ 249174 w 1533525"/>
                <a:gd name="connsiteY3515" fmla="*/ 998125 h 1647825"/>
                <a:gd name="connsiteX3516" fmla="*/ 248412 w 1533525"/>
                <a:gd name="connsiteY3516" fmla="*/ 998601 h 1647825"/>
                <a:gd name="connsiteX3517" fmla="*/ 247936 w 1533525"/>
                <a:gd name="connsiteY3517" fmla="*/ 999363 h 1647825"/>
                <a:gd name="connsiteX3518" fmla="*/ 247745 w 1533525"/>
                <a:gd name="connsiteY3518" fmla="*/ 1000220 h 1647825"/>
                <a:gd name="connsiteX3519" fmla="*/ 247745 w 1533525"/>
                <a:gd name="connsiteY3519" fmla="*/ 1002983 h 1647825"/>
                <a:gd name="connsiteX3520" fmla="*/ 247936 w 1533525"/>
                <a:gd name="connsiteY3520" fmla="*/ 1005078 h 1647825"/>
                <a:gd name="connsiteX3521" fmla="*/ 248412 w 1533525"/>
                <a:gd name="connsiteY3521" fmla="*/ 1006888 h 1647825"/>
                <a:gd name="connsiteX3522" fmla="*/ 249365 w 1533525"/>
                <a:gd name="connsiteY3522" fmla="*/ 1007650 h 1647825"/>
                <a:gd name="connsiteX3523" fmla="*/ 250603 w 1533525"/>
                <a:gd name="connsiteY3523" fmla="*/ 1010888 h 1647825"/>
                <a:gd name="connsiteX3524" fmla="*/ 250793 w 1533525"/>
                <a:gd name="connsiteY3524" fmla="*/ 1011936 h 1647825"/>
                <a:gd name="connsiteX3525" fmla="*/ 251365 w 1533525"/>
                <a:gd name="connsiteY3525" fmla="*/ 1012126 h 1647825"/>
                <a:gd name="connsiteX3526" fmla="*/ 252889 w 1533525"/>
                <a:gd name="connsiteY3526" fmla="*/ 1011841 h 1647825"/>
                <a:gd name="connsiteX3527" fmla="*/ 253460 w 1533525"/>
                <a:gd name="connsiteY3527" fmla="*/ 1012126 h 1647825"/>
                <a:gd name="connsiteX3528" fmla="*/ 254032 w 1533525"/>
                <a:gd name="connsiteY3528" fmla="*/ 1012889 h 1647825"/>
                <a:gd name="connsiteX3529" fmla="*/ 254413 w 1533525"/>
                <a:gd name="connsiteY3529" fmla="*/ 1013841 h 1647825"/>
                <a:gd name="connsiteX3530" fmla="*/ 254603 w 1533525"/>
                <a:gd name="connsiteY3530" fmla="*/ 1014698 h 1647825"/>
                <a:gd name="connsiteX3531" fmla="*/ 254984 w 1533525"/>
                <a:gd name="connsiteY3531" fmla="*/ 1015746 h 1647825"/>
                <a:gd name="connsiteX3532" fmla="*/ 255842 w 1533525"/>
                <a:gd name="connsiteY3532" fmla="*/ 1016318 h 1647825"/>
                <a:gd name="connsiteX3533" fmla="*/ 256413 w 1533525"/>
                <a:gd name="connsiteY3533" fmla="*/ 1016889 h 1647825"/>
                <a:gd name="connsiteX3534" fmla="*/ 256127 w 1533525"/>
                <a:gd name="connsiteY3534" fmla="*/ 1017937 h 1647825"/>
                <a:gd name="connsiteX3535" fmla="*/ 255175 w 1533525"/>
                <a:gd name="connsiteY3535" fmla="*/ 1016889 h 1647825"/>
                <a:gd name="connsiteX3536" fmla="*/ 253651 w 1533525"/>
                <a:gd name="connsiteY3536" fmla="*/ 1014222 h 1647825"/>
                <a:gd name="connsiteX3537" fmla="*/ 252889 w 1533525"/>
                <a:gd name="connsiteY3537" fmla="*/ 1013460 h 1647825"/>
                <a:gd name="connsiteX3538" fmla="*/ 251746 w 1533525"/>
                <a:gd name="connsiteY3538" fmla="*/ 1013270 h 1647825"/>
                <a:gd name="connsiteX3539" fmla="*/ 250793 w 1533525"/>
                <a:gd name="connsiteY3539" fmla="*/ 1013936 h 1647825"/>
                <a:gd name="connsiteX3540" fmla="*/ 250222 w 1533525"/>
                <a:gd name="connsiteY3540" fmla="*/ 1015079 h 1647825"/>
                <a:gd name="connsiteX3541" fmla="*/ 250031 w 1533525"/>
                <a:gd name="connsiteY3541" fmla="*/ 1016318 h 1647825"/>
                <a:gd name="connsiteX3542" fmla="*/ 249936 w 1533525"/>
                <a:gd name="connsiteY3542" fmla="*/ 1018508 h 1647825"/>
                <a:gd name="connsiteX3543" fmla="*/ 250031 w 1533525"/>
                <a:gd name="connsiteY3543" fmla="*/ 1019175 h 1647825"/>
                <a:gd name="connsiteX3544" fmla="*/ 250317 w 1533525"/>
                <a:gd name="connsiteY3544" fmla="*/ 1019842 h 1647825"/>
                <a:gd name="connsiteX3545" fmla="*/ 250698 w 1533525"/>
                <a:gd name="connsiteY3545" fmla="*/ 1020318 h 1647825"/>
                <a:gd name="connsiteX3546" fmla="*/ 250984 w 1533525"/>
                <a:gd name="connsiteY3546" fmla="*/ 1020794 h 1647825"/>
                <a:gd name="connsiteX3547" fmla="*/ 251079 w 1533525"/>
                <a:gd name="connsiteY3547" fmla="*/ 1021556 h 1647825"/>
                <a:gd name="connsiteX3548" fmla="*/ 250984 w 1533525"/>
                <a:gd name="connsiteY3548" fmla="*/ 1022033 h 1647825"/>
                <a:gd name="connsiteX3549" fmla="*/ 250889 w 1533525"/>
                <a:gd name="connsiteY3549" fmla="*/ 1022318 h 1647825"/>
                <a:gd name="connsiteX3550" fmla="*/ 250889 w 1533525"/>
                <a:gd name="connsiteY3550" fmla="*/ 1022604 h 1647825"/>
                <a:gd name="connsiteX3551" fmla="*/ 251079 w 1533525"/>
                <a:gd name="connsiteY3551" fmla="*/ 1022985 h 1647825"/>
                <a:gd name="connsiteX3552" fmla="*/ 251365 w 1533525"/>
                <a:gd name="connsiteY3552" fmla="*/ 1023271 h 1647825"/>
                <a:gd name="connsiteX3553" fmla="*/ 251651 w 1533525"/>
                <a:gd name="connsiteY3553" fmla="*/ 1023271 h 1647825"/>
                <a:gd name="connsiteX3554" fmla="*/ 251936 w 1533525"/>
                <a:gd name="connsiteY3554" fmla="*/ 1023176 h 1647825"/>
                <a:gd name="connsiteX3555" fmla="*/ 252222 w 1533525"/>
                <a:gd name="connsiteY3555" fmla="*/ 1023366 h 1647825"/>
                <a:gd name="connsiteX3556" fmla="*/ 253175 w 1533525"/>
                <a:gd name="connsiteY3556" fmla="*/ 1024604 h 1647825"/>
                <a:gd name="connsiteX3557" fmla="*/ 253556 w 1533525"/>
                <a:gd name="connsiteY3557" fmla="*/ 1024890 h 1647825"/>
                <a:gd name="connsiteX3558" fmla="*/ 254413 w 1533525"/>
                <a:gd name="connsiteY3558" fmla="*/ 1024890 h 1647825"/>
                <a:gd name="connsiteX3559" fmla="*/ 254032 w 1533525"/>
                <a:gd name="connsiteY3559" fmla="*/ 1025843 h 1647825"/>
                <a:gd name="connsiteX3560" fmla="*/ 254508 w 1533525"/>
                <a:gd name="connsiteY3560" fmla="*/ 1026700 h 1647825"/>
                <a:gd name="connsiteX3561" fmla="*/ 255461 w 1533525"/>
                <a:gd name="connsiteY3561" fmla="*/ 1027367 h 1647825"/>
                <a:gd name="connsiteX3562" fmla="*/ 256413 w 1533525"/>
                <a:gd name="connsiteY3562" fmla="*/ 1027652 h 1647825"/>
                <a:gd name="connsiteX3563" fmla="*/ 258032 w 1533525"/>
                <a:gd name="connsiteY3563" fmla="*/ 1027462 h 1647825"/>
                <a:gd name="connsiteX3564" fmla="*/ 258794 w 1533525"/>
                <a:gd name="connsiteY3564" fmla="*/ 1027557 h 1647825"/>
                <a:gd name="connsiteX3565" fmla="*/ 259556 w 1533525"/>
                <a:gd name="connsiteY3565" fmla="*/ 1028033 h 1647825"/>
                <a:gd name="connsiteX3566" fmla="*/ 259271 w 1533525"/>
                <a:gd name="connsiteY3566" fmla="*/ 1028891 h 1647825"/>
                <a:gd name="connsiteX3567" fmla="*/ 259747 w 1533525"/>
                <a:gd name="connsiteY3567" fmla="*/ 1030700 h 1647825"/>
                <a:gd name="connsiteX3568" fmla="*/ 259652 w 1533525"/>
                <a:gd name="connsiteY3568" fmla="*/ 1031843 h 1647825"/>
                <a:gd name="connsiteX3569" fmla="*/ 258890 w 1533525"/>
                <a:gd name="connsiteY3569" fmla="*/ 1032891 h 1647825"/>
                <a:gd name="connsiteX3570" fmla="*/ 258413 w 1533525"/>
                <a:gd name="connsiteY3570" fmla="*/ 1032701 h 1647825"/>
                <a:gd name="connsiteX3571" fmla="*/ 258413 w 1533525"/>
                <a:gd name="connsiteY3571" fmla="*/ 1032034 h 1647825"/>
                <a:gd name="connsiteX3572" fmla="*/ 259271 w 1533525"/>
                <a:gd name="connsiteY3572" fmla="*/ 1031558 h 1647825"/>
                <a:gd name="connsiteX3573" fmla="*/ 258604 w 1533525"/>
                <a:gd name="connsiteY3573" fmla="*/ 1030605 h 1647825"/>
                <a:gd name="connsiteX3574" fmla="*/ 257651 w 1533525"/>
                <a:gd name="connsiteY3574" fmla="*/ 1030034 h 1647825"/>
                <a:gd name="connsiteX3575" fmla="*/ 256603 w 1533525"/>
                <a:gd name="connsiteY3575" fmla="*/ 1029748 h 1647825"/>
                <a:gd name="connsiteX3576" fmla="*/ 255651 w 1533525"/>
                <a:gd name="connsiteY3576" fmla="*/ 1029652 h 1647825"/>
                <a:gd name="connsiteX3577" fmla="*/ 254984 w 1533525"/>
                <a:gd name="connsiteY3577" fmla="*/ 1029652 h 1647825"/>
                <a:gd name="connsiteX3578" fmla="*/ 254698 w 1533525"/>
                <a:gd name="connsiteY3578" fmla="*/ 1029748 h 1647825"/>
                <a:gd name="connsiteX3579" fmla="*/ 254508 w 1533525"/>
                <a:gd name="connsiteY3579" fmla="*/ 1029652 h 1647825"/>
                <a:gd name="connsiteX3580" fmla="*/ 254127 w 1533525"/>
                <a:gd name="connsiteY3580" fmla="*/ 1029081 h 1647825"/>
                <a:gd name="connsiteX3581" fmla="*/ 253841 w 1533525"/>
                <a:gd name="connsiteY3581" fmla="*/ 1028509 h 1647825"/>
                <a:gd name="connsiteX3582" fmla="*/ 253746 w 1533525"/>
                <a:gd name="connsiteY3582" fmla="*/ 1028033 h 1647825"/>
                <a:gd name="connsiteX3583" fmla="*/ 253556 w 1533525"/>
                <a:gd name="connsiteY3583" fmla="*/ 1027652 h 1647825"/>
                <a:gd name="connsiteX3584" fmla="*/ 252889 w 1533525"/>
                <a:gd name="connsiteY3584" fmla="*/ 1027367 h 1647825"/>
                <a:gd name="connsiteX3585" fmla="*/ 252603 w 1533525"/>
                <a:gd name="connsiteY3585" fmla="*/ 1027938 h 1647825"/>
                <a:gd name="connsiteX3586" fmla="*/ 252508 w 1533525"/>
                <a:gd name="connsiteY3586" fmla="*/ 1028509 h 1647825"/>
                <a:gd name="connsiteX3587" fmla="*/ 252603 w 1533525"/>
                <a:gd name="connsiteY3587" fmla="*/ 1028986 h 1647825"/>
                <a:gd name="connsiteX3588" fmla="*/ 252889 w 1533525"/>
                <a:gd name="connsiteY3588" fmla="*/ 1029367 h 1647825"/>
                <a:gd name="connsiteX3589" fmla="*/ 252603 w 1533525"/>
                <a:gd name="connsiteY3589" fmla="*/ 1029748 h 1647825"/>
                <a:gd name="connsiteX3590" fmla="*/ 252127 w 1533525"/>
                <a:gd name="connsiteY3590" fmla="*/ 1030891 h 1647825"/>
                <a:gd name="connsiteX3591" fmla="*/ 253556 w 1533525"/>
                <a:gd name="connsiteY3591" fmla="*/ 1031272 h 1647825"/>
                <a:gd name="connsiteX3592" fmla="*/ 254222 w 1533525"/>
                <a:gd name="connsiteY3592" fmla="*/ 1032415 h 1647825"/>
                <a:gd name="connsiteX3593" fmla="*/ 254698 w 1533525"/>
                <a:gd name="connsiteY3593" fmla="*/ 1036701 h 1647825"/>
                <a:gd name="connsiteX3594" fmla="*/ 254794 w 1533525"/>
                <a:gd name="connsiteY3594" fmla="*/ 1037082 h 1647825"/>
                <a:gd name="connsiteX3595" fmla="*/ 255080 w 1533525"/>
                <a:gd name="connsiteY3595" fmla="*/ 1037463 h 1647825"/>
                <a:gd name="connsiteX3596" fmla="*/ 255270 w 1533525"/>
                <a:gd name="connsiteY3596" fmla="*/ 1037939 h 1647825"/>
                <a:gd name="connsiteX3597" fmla="*/ 255175 w 1533525"/>
                <a:gd name="connsiteY3597" fmla="*/ 1038416 h 1647825"/>
                <a:gd name="connsiteX3598" fmla="*/ 254984 w 1533525"/>
                <a:gd name="connsiteY3598" fmla="*/ 1038701 h 1647825"/>
                <a:gd name="connsiteX3599" fmla="*/ 254889 w 1533525"/>
                <a:gd name="connsiteY3599" fmla="*/ 1038797 h 1647825"/>
                <a:gd name="connsiteX3600" fmla="*/ 255270 w 1533525"/>
                <a:gd name="connsiteY3600" fmla="*/ 1039559 h 1647825"/>
                <a:gd name="connsiteX3601" fmla="*/ 256032 w 1533525"/>
                <a:gd name="connsiteY3601" fmla="*/ 1040321 h 1647825"/>
                <a:gd name="connsiteX3602" fmla="*/ 256413 w 1533525"/>
                <a:gd name="connsiteY3602" fmla="*/ 1041083 h 1647825"/>
                <a:gd name="connsiteX3603" fmla="*/ 256794 w 1533525"/>
                <a:gd name="connsiteY3603" fmla="*/ 1040511 h 1647825"/>
                <a:gd name="connsiteX3604" fmla="*/ 257175 w 1533525"/>
                <a:gd name="connsiteY3604" fmla="*/ 1040035 h 1647825"/>
                <a:gd name="connsiteX3605" fmla="*/ 257651 w 1533525"/>
                <a:gd name="connsiteY3605" fmla="*/ 1039654 h 1647825"/>
                <a:gd name="connsiteX3606" fmla="*/ 258223 w 1533525"/>
                <a:gd name="connsiteY3606" fmla="*/ 1039463 h 1647825"/>
                <a:gd name="connsiteX3607" fmla="*/ 258127 w 1533525"/>
                <a:gd name="connsiteY3607" fmla="*/ 1040416 h 1647825"/>
                <a:gd name="connsiteX3608" fmla="*/ 257651 w 1533525"/>
                <a:gd name="connsiteY3608" fmla="*/ 1040892 h 1647825"/>
                <a:gd name="connsiteX3609" fmla="*/ 256985 w 1533525"/>
                <a:gd name="connsiteY3609" fmla="*/ 1041178 h 1647825"/>
                <a:gd name="connsiteX3610" fmla="*/ 256413 w 1533525"/>
                <a:gd name="connsiteY3610" fmla="*/ 1041749 h 1647825"/>
                <a:gd name="connsiteX3611" fmla="*/ 256223 w 1533525"/>
                <a:gd name="connsiteY3611" fmla="*/ 1042511 h 1647825"/>
                <a:gd name="connsiteX3612" fmla="*/ 256413 w 1533525"/>
                <a:gd name="connsiteY3612" fmla="*/ 1043178 h 1647825"/>
                <a:gd name="connsiteX3613" fmla="*/ 256985 w 1533525"/>
                <a:gd name="connsiteY3613" fmla="*/ 1043559 h 1647825"/>
                <a:gd name="connsiteX3614" fmla="*/ 257842 w 1533525"/>
                <a:gd name="connsiteY3614" fmla="*/ 1043559 h 1647825"/>
                <a:gd name="connsiteX3615" fmla="*/ 256889 w 1533525"/>
                <a:gd name="connsiteY3615" fmla="*/ 1044607 h 1647825"/>
                <a:gd name="connsiteX3616" fmla="*/ 256985 w 1533525"/>
                <a:gd name="connsiteY3616" fmla="*/ 1045750 h 1647825"/>
                <a:gd name="connsiteX3617" fmla="*/ 259461 w 1533525"/>
                <a:gd name="connsiteY3617" fmla="*/ 1049750 h 1647825"/>
                <a:gd name="connsiteX3618" fmla="*/ 259937 w 1533525"/>
                <a:gd name="connsiteY3618" fmla="*/ 1050893 h 1647825"/>
                <a:gd name="connsiteX3619" fmla="*/ 260223 w 1533525"/>
                <a:gd name="connsiteY3619" fmla="*/ 1052703 h 1647825"/>
                <a:gd name="connsiteX3620" fmla="*/ 260509 w 1533525"/>
                <a:gd name="connsiteY3620" fmla="*/ 1053275 h 1647825"/>
                <a:gd name="connsiteX3621" fmla="*/ 261366 w 1533525"/>
                <a:gd name="connsiteY3621" fmla="*/ 1054227 h 1647825"/>
                <a:gd name="connsiteX3622" fmla="*/ 261652 w 1533525"/>
                <a:gd name="connsiteY3622" fmla="*/ 1054799 h 1647825"/>
                <a:gd name="connsiteX3623" fmla="*/ 261842 w 1533525"/>
                <a:gd name="connsiteY3623" fmla="*/ 1056323 h 1647825"/>
                <a:gd name="connsiteX3624" fmla="*/ 262128 w 1533525"/>
                <a:gd name="connsiteY3624" fmla="*/ 1056894 h 1647825"/>
                <a:gd name="connsiteX3625" fmla="*/ 262604 w 1533525"/>
                <a:gd name="connsiteY3625" fmla="*/ 1057561 h 1647825"/>
                <a:gd name="connsiteX3626" fmla="*/ 262604 w 1533525"/>
                <a:gd name="connsiteY3626" fmla="*/ 1058227 h 1647825"/>
                <a:gd name="connsiteX3627" fmla="*/ 262319 w 1533525"/>
                <a:gd name="connsiteY3627" fmla="*/ 1058894 h 1647825"/>
                <a:gd name="connsiteX3628" fmla="*/ 261842 w 1533525"/>
                <a:gd name="connsiteY3628" fmla="*/ 1059561 h 1647825"/>
                <a:gd name="connsiteX3629" fmla="*/ 261747 w 1533525"/>
                <a:gd name="connsiteY3629" fmla="*/ 1060133 h 1647825"/>
                <a:gd name="connsiteX3630" fmla="*/ 262033 w 1533525"/>
                <a:gd name="connsiteY3630" fmla="*/ 1060895 h 1647825"/>
                <a:gd name="connsiteX3631" fmla="*/ 262509 w 1533525"/>
                <a:gd name="connsiteY3631" fmla="*/ 1061561 h 1647825"/>
                <a:gd name="connsiteX3632" fmla="*/ 262890 w 1533525"/>
                <a:gd name="connsiteY3632" fmla="*/ 1062038 h 1647825"/>
                <a:gd name="connsiteX3633" fmla="*/ 262604 w 1533525"/>
                <a:gd name="connsiteY3633" fmla="*/ 1062800 h 1647825"/>
                <a:gd name="connsiteX3634" fmla="*/ 262700 w 1533525"/>
                <a:gd name="connsiteY3634" fmla="*/ 1063657 h 1647825"/>
                <a:gd name="connsiteX3635" fmla="*/ 263081 w 1533525"/>
                <a:gd name="connsiteY3635" fmla="*/ 1064514 h 1647825"/>
                <a:gd name="connsiteX3636" fmla="*/ 263652 w 1533525"/>
                <a:gd name="connsiteY3636" fmla="*/ 1065085 h 1647825"/>
                <a:gd name="connsiteX3637" fmla="*/ 264414 w 1533525"/>
                <a:gd name="connsiteY3637" fmla="*/ 1065371 h 1647825"/>
                <a:gd name="connsiteX3638" fmla="*/ 266128 w 1533525"/>
                <a:gd name="connsiteY3638" fmla="*/ 1065562 h 1647825"/>
                <a:gd name="connsiteX3639" fmla="*/ 266890 w 1533525"/>
                <a:gd name="connsiteY3639" fmla="*/ 1065943 h 1647825"/>
                <a:gd name="connsiteX3640" fmla="*/ 264890 w 1533525"/>
                <a:gd name="connsiteY3640" fmla="*/ 1066895 h 1647825"/>
                <a:gd name="connsiteX3641" fmla="*/ 264128 w 1533525"/>
                <a:gd name="connsiteY3641" fmla="*/ 1066991 h 1647825"/>
                <a:gd name="connsiteX3642" fmla="*/ 263461 w 1533525"/>
                <a:gd name="connsiteY3642" fmla="*/ 1066991 h 1647825"/>
                <a:gd name="connsiteX3643" fmla="*/ 262985 w 1533525"/>
                <a:gd name="connsiteY3643" fmla="*/ 1067086 h 1647825"/>
                <a:gd name="connsiteX3644" fmla="*/ 262890 w 1533525"/>
                <a:gd name="connsiteY3644" fmla="*/ 1067562 h 1647825"/>
                <a:gd name="connsiteX3645" fmla="*/ 263176 w 1533525"/>
                <a:gd name="connsiteY3645" fmla="*/ 1068515 h 1647825"/>
                <a:gd name="connsiteX3646" fmla="*/ 264986 w 1533525"/>
                <a:gd name="connsiteY3646" fmla="*/ 1070515 h 1647825"/>
                <a:gd name="connsiteX3647" fmla="*/ 265748 w 1533525"/>
                <a:gd name="connsiteY3647" fmla="*/ 1071943 h 1647825"/>
                <a:gd name="connsiteX3648" fmla="*/ 265367 w 1533525"/>
                <a:gd name="connsiteY3648" fmla="*/ 1073087 h 1647825"/>
                <a:gd name="connsiteX3649" fmla="*/ 266033 w 1533525"/>
                <a:gd name="connsiteY3649" fmla="*/ 1073944 h 1647825"/>
                <a:gd name="connsiteX3650" fmla="*/ 265557 w 1533525"/>
                <a:gd name="connsiteY3650" fmla="*/ 1074801 h 1647825"/>
                <a:gd name="connsiteX3651" fmla="*/ 264890 w 1533525"/>
                <a:gd name="connsiteY3651" fmla="*/ 1075563 h 1647825"/>
                <a:gd name="connsiteX3652" fmla="*/ 264986 w 1533525"/>
                <a:gd name="connsiteY3652" fmla="*/ 1076135 h 1647825"/>
                <a:gd name="connsiteX3653" fmla="*/ 265176 w 1533525"/>
                <a:gd name="connsiteY3653" fmla="*/ 1076801 h 1647825"/>
                <a:gd name="connsiteX3654" fmla="*/ 266510 w 1533525"/>
                <a:gd name="connsiteY3654" fmla="*/ 1077944 h 1647825"/>
                <a:gd name="connsiteX3655" fmla="*/ 267081 w 1533525"/>
                <a:gd name="connsiteY3655" fmla="*/ 1078802 h 1647825"/>
                <a:gd name="connsiteX3656" fmla="*/ 268510 w 1533525"/>
                <a:gd name="connsiteY3656" fmla="*/ 1081659 h 1647825"/>
                <a:gd name="connsiteX3657" fmla="*/ 269272 w 1533525"/>
                <a:gd name="connsiteY3657" fmla="*/ 1082612 h 1647825"/>
                <a:gd name="connsiteX3658" fmla="*/ 268319 w 1533525"/>
                <a:gd name="connsiteY3658" fmla="*/ 1082897 h 1647825"/>
                <a:gd name="connsiteX3659" fmla="*/ 267557 w 1533525"/>
                <a:gd name="connsiteY3659" fmla="*/ 1082516 h 1647825"/>
                <a:gd name="connsiteX3660" fmla="*/ 266795 w 1533525"/>
                <a:gd name="connsiteY3660" fmla="*/ 1081850 h 1647825"/>
                <a:gd name="connsiteX3661" fmla="*/ 265938 w 1533525"/>
                <a:gd name="connsiteY3661" fmla="*/ 1081468 h 1647825"/>
                <a:gd name="connsiteX3662" fmla="*/ 266224 w 1533525"/>
                <a:gd name="connsiteY3662" fmla="*/ 1082135 h 1647825"/>
                <a:gd name="connsiteX3663" fmla="*/ 267176 w 1533525"/>
                <a:gd name="connsiteY3663" fmla="*/ 1083183 h 1647825"/>
                <a:gd name="connsiteX3664" fmla="*/ 267367 w 1533525"/>
                <a:gd name="connsiteY3664" fmla="*/ 1083564 h 1647825"/>
                <a:gd name="connsiteX3665" fmla="*/ 267557 w 1533525"/>
                <a:gd name="connsiteY3665" fmla="*/ 1084421 h 1647825"/>
                <a:gd name="connsiteX3666" fmla="*/ 268510 w 1533525"/>
                <a:gd name="connsiteY3666" fmla="*/ 1086231 h 1647825"/>
                <a:gd name="connsiteX3667" fmla="*/ 268510 w 1533525"/>
                <a:gd name="connsiteY3667" fmla="*/ 1087374 h 1647825"/>
                <a:gd name="connsiteX3668" fmla="*/ 269462 w 1533525"/>
                <a:gd name="connsiteY3668" fmla="*/ 1089279 h 1647825"/>
                <a:gd name="connsiteX3669" fmla="*/ 269748 w 1533525"/>
                <a:gd name="connsiteY3669" fmla="*/ 1090041 h 1647825"/>
                <a:gd name="connsiteX3670" fmla="*/ 269843 w 1533525"/>
                <a:gd name="connsiteY3670" fmla="*/ 1090898 h 1647825"/>
                <a:gd name="connsiteX3671" fmla="*/ 269462 w 1533525"/>
                <a:gd name="connsiteY3671" fmla="*/ 1091660 h 1647825"/>
                <a:gd name="connsiteX3672" fmla="*/ 270129 w 1533525"/>
                <a:gd name="connsiteY3672" fmla="*/ 1092708 h 1647825"/>
                <a:gd name="connsiteX3673" fmla="*/ 270605 w 1533525"/>
                <a:gd name="connsiteY3673" fmla="*/ 1093946 h 1647825"/>
                <a:gd name="connsiteX3674" fmla="*/ 270701 w 1533525"/>
                <a:gd name="connsiteY3674" fmla="*/ 1095280 h 1647825"/>
                <a:gd name="connsiteX3675" fmla="*/ 270319 w 1533525"/>
                <a:gd name="connsiteY3675" fmla="*/ 1096518 h 1647825"/>
                <a:gd name="connsiteX3676" fmla="*/ 269748 w 1533525"/>
                <a:gd name="connsiteY3676" fmla="*/ 1095851 h 1647825"/>
                <a:gd name="connsiteX3677" fmla="*/ 269367 w 1533525"/>
                <a:gd name="connsiteY3677" fmla="*/ 1095947 h 1647825"/>
                <a:gd name="connsiteX3678" fmla="*/ 269367 w 1533525"/>
                <a:gd name="connsiteY3678" fmla="*/ 1096518 h 1647825"/>
                <a:gd name="connsiteX3679" fmla="*/ 269939 w 1533525"/>
                <a:gd name="connsiteY3679" fmla="*/ 1097280 h 1647825"/>
                <a:gd name="connsiteX3680" fmla="*/ 269557 w 1533525"/>
                <a:gd name="connsiteY3680" fmla="*/ 1097947 h 1647825"/>
                <a:gd name="connsiteX3681" fmla="*/ 269939 w 1533525"/>
                <a:gd name="connsiteY3681" fmla="*/ 1098518 h 1647825"/>
                <a:gd name="connsiteX3682" fmla="*/ 271367 w 1533525"/>
                <a:gd name="connsiteY3682" fmla="*/ 1099280 h 1647825"/>
                <a:gd name="connsiteX3683" fmla="*/ 270605 w 1533525"/>
                <a:gd name="connsiteY3683" fmla="*/ 1100614 h 1647825"/>
                <a:gd name="connsiteX3684" fmla="*/ 270415 w 1533525"/>
                <a:gd name="connsiteY3684" fmla="*/ 1101376 h 1647825"/>
                <a:gd name="connsiteX3685" fmla="*/ 270319 w 1533525"/>
                <a:gd name="connsiteY3685" fmla="*/ 1102233 h 1647825"/>
                <a:gd name="connsiteX3686" fmla="*/ 270796 w 1533525"/>
                <a:gd name="connsiteY3686" fmla="*/ 1104233 h 1647825"/>
                <a:gd name="connsiteX3687" fmla="*/ 270796 w 1533525"/>
                <a:gd name="connsiteY3687" fmla="*/ 1104424 h 1647825"/>
                <a:gd name="connsiteX3688" fmla="*/ 270224 w 1533525"/>
                <a:gd name="connsiteY3688" fmla="*/ 1105091 h 1647825"/>
                <a:gd name="connsiteX3689" fmla="*/ 270510 w 1533525"/>
                <a:gd name="connsiteY3689" fmla="*/ 1106519 h 1647825"/>
                <a:gd name="connsiteX3690" fmla="*/ 271177 w 1533525"/>
                <a:gd name="connsiteY3690" fmla="*/ 1108043 h 1647825"/>
                <a:gd name="connsiteX3691" fmla="*/ 271748 w 1533525"/>
                <a:gd name="connsiteY3691" fmla="*/ 1108901 h 1647825"/>
                <a:gd name="connsiteX3692" fmla="*/ 272129 w 1533525"/>
                <a:gd name="connsiteY3692" fmla="*/ 1108520 h 1647825"/>
                <a:gd name="connsiteX3693" fmla="*/ 272129 w 1533525"/>
                <a:gd name="connsiteY3693" fmla="*/ 1109567 h 1647825"/>
                <a:gd name="connsiteX3694" fmla="*/ 271653 w 1533525"/>
                <a:gd name="connsiteY3694" fmla="*/ 1110996 h 1647825"/>
                <a:gd name="connsiteX3695" fmla="*/ 271367 w 1533525"/>
                <a:gd name="connsiteY3695" fmla="*/ 1112520 h 1647825"/>
                <a:gd name="connsiteX3696" fmla="*/ 271939 w 1533525"/>
                <a:gd name="connsiteY3696" fmla="*/ 1114044 h 1647825"/>
                <a:gd name="connsiteX3697" fmla="*/ 272796 w 1533525"/>
                <a:gd name="connsiteY3697" fmla="*/ 1114806 h 1647825"/>
                <a:gd name="connsiteX3698" fmla="*/ 273082 w 1533525"/>
                <a:gd name="connsiteY3698" fmla="*/ 1115187 h 1647825"/>
                <a:gd name="connsiteX3699" fmla="*/ 273177 w 1533525"/>
                <a:gd name="connsiteY3699" fmla="*/ 1115949 h 1647825"/>
                <a:gd name="connsiteX3700" fmla="*/ 273082 w 1533525"/>
                <a:gd name="connsiteY3700" fmla="*/ 1116425 h 1647825"/>
                <a:gd name="connsiteX3701" fmla="*/ 272606 w 1533525"/>
                <a:gd name="connsiteY3701" fmla="*/ 1117092 h 1647825"/>
                <a:gd name="connsiteX3702" fmla="*/ 272510 w 1533525"/>
                <a:gd name="connsiteY3702" fmla="*/ 1117473 h 1647825"/>
                <a:gd name="connsiteX3703" fmla="*/ 272606 w 1533525"/>
                <a:gd name="connsiteY3703" fmla="*/ 1117854 h 1647825"/>
                <a:gd name="connsiteX3704" fmla="*/ 273177 w 1533525"/>
                <a:gd name="connsiteY3704" fmla="*/ 1119188 h 1647825"/>
                <a:gd name="connsiteX3705" fmla="*/ 274034 w 1533525"/>
                <a:gd name="connsiteY3705" fmla="*/ 1118616 h 1647825"/>
                <a:gd name="connsiteX3706" fmla="*/ 274892 w 1533525"/>
                <a:gd name="connsiteY3706" fmla="*/ 1118426 h 1647825"/>
                <a:gd name="connsiteX3707" fmla="*/ 275558 w 1533525"/>
                <a:gd name="connsiteY3707" fmla="*/ 1118807 h 1647825"/>
                <a:gd name="connsiteX3708" fmla="*/ 275844 w 1533525"/>
                <a:gd name="connsiteY3708" fmla="*/ 1119759 h 1647825"/>
                <a:gd name="connsiteX3709" fmla="*/ 275749 w 1533525"/>
                <a:gd name="connsiteY3709" fmla="*/ 1120331 h 1647825"/>
                <a:gd name="connsiteX3710" fmla="*/ 275463 w 1533525"/>
                <a:gd name="connsiteY3710" fmla="*/ 1120426 h 1647825"/>
                <a:gd name="connsiteX3711" fmla="*/ 275177 w 1533525"/>
                <a:gd name="connsiteY3711" fmla="*/ 1120045 h 1647825"/>
                <a:gd name="connsiteX3712" fmla="*/ 275177 w 1533525"/>
                <a:gd name="connsiteY3712" fmla="*/ 1119092 h 1647825"/>
                <a:gd name="connsiteX3713" fmla="*/ 273558 w 1533525"/>
                <a:gd name="connsiteY3713" fmla="*/ 1119854 h 1647825"/>
                <a:gd name="connsiteX3714" fmla="*/ 273368 w 1533525"/>
                <a:gd name="connsiteY3714" fmla="*/ 1119854 h 1647825"/>
                <a:gd name="connsiteX3715" fmla="*/ 272986 w 1533525"/>
                <a:gd name="connsiteY3715" fmla="*/ 1120235 h 1647825"/>
                <a:gd name="connsiteX3716" fmla="*/ 272891 w 1533525"/>
                <a:gd name="connsiteY3716" fmla="*/ 1120235 h 1647825"/>
                <a:gd name="connsiteX3717" fmla="*/ 272986 w 1533525"/>
                <a:gd name="connsiteY3717" fmla="*/ 1120331 h 1647825"/>
                <a:gd name="connsiteX3718" fmla="*/ 273082 w 1533525"/>
                <a:gd name="connsiteY3718" fmla="*/ 1120807 h 1647825"/>
                <a:gd name="connsiteX3719" fmla="*/ 273368 w 1533525"/>
                <a:gd name="connsiteY3719" fmla="*/ 1121569 h 1647825"/>
                <a:gd name="connsiteX3720" fmla="*/ 274130 w 1533525"/>
                <a:gd name="connsiteY3720" fmla="*/ 1122140 h 1647825"/>
                <a:gd name="connsiteX3721" fmla="*/ 275082 w 1533525"/>
                <a:gd name="connsiteY3721" fmla="*/ 1122426 h 1647825"/>
                <a:gd name="connsiteX3722" fmla="*/ 276035 w 1533525"/>
                <a:gd name="connsiteY3722" fmla="*/ 1122426 h 1647825"/>
                <a:gd name="connsiteX3723" fmla="*/ 275749 w 1533525"/>
                <a:gd name="connsiteY3723" fmla="*/ 1122712 h 1647825"/>
                <a:gd name="connsiteX3724" fmla="*/ 275177 w 1533525"/>
                <a:gd name="connsiteY3724" fmla="*/ 1123283 h 1647825"/>
                <a:gd name="connsiteX3725" fmla="*/ 274987 w 1533525"/>
                <a:gd name="connsiteY3725" fmla="*/ 1123569 h 1647825"/>
                <a:gd name="connsiteX3726" fmla="*/ 275273 w 1533525"/>
                <a:gd name="connsiteY3726" fmla="*/ 1123950 h 1647825"/>
                <a:gd name="connsiteX3727" fmla="*/ 275558 w 1533525"/>
                <a:gd name="connsiteY3727" fmla="*/ 1124236 h 1647825"/>
                <a:gd name="connsiteX3728" fmla="*/ 275939 w 1533525"/>
                <a:gd name="connsiteY3728" fmla="*/ 1124426 h 1647825"/>
                <a:gd name="connsiteX3729" fmla="*/ 276415 w 1533525"/>
                <a:gd name="connsiteY3729" fmla="*/ 1124617 h 1647825"/>
                <a:gd name="connsiteX3730" fmla="*/ 275177 w 1533525"/>
                <a:gd name="connsiteY3730" fmla="*/ 1124522 h 1647825"/>
                <a:gd name="connsiteX3731" fmla="*/ 274606 w 1533525"/>
                <a:gd name="connsiteY3731" fmla="*/ 1124331 h 1647825"/>
                <a:gd name="connsiteX3732" fmla="*/ 273558 w 1533525"/>
                <a:gd name="connsiteY3732" fmla="*/ 1123188 h 1647825"/>
                <a:gd name="connsiteX3733" fmla="*/ 273463 w 1533525"/>
                <a:gd name="connsiteY3733" fmla="*/ 1122998 h 1647825"/>
                <a:gd name="connsiteX3734" fmla="*/ 273082 w 1533525"/>
                <a:gd name="connsiteY3734" fmla="*/ 1122521 h 1647825"/>
                <a:gd name="connsiteX3735" fmla="*/ 272701 w 1533525"/>
                <a:gd name="connsiteY3735" fmla="*/ 1122235 h 1647825"/>
                <a:gd name="connsiteX3736" fmla="*/ 272510 w 1533525"/>
                <a:gd name="connsiteY3736" fmla="*/ 1122617 h 1647825"/>
                <a:gd name="connsiteX3737" fmla="*/ 272510 w 1533525"/>
                <a:gd name="connsiteY3737" fmla="*/ 1123855 h 1647825"/>
                <a:gd name="connsiteX3738" fmla="*/ 272701 w 1533525"/>
                <a:gd name="connsiteY3738" fmla="*/ 1124426 h 1647825"/>
                <a:gd name="connsiteX3739" fmla="*/ 273082 w 1533525"/>
                <a:gd name="connsiteY3739" fmla="*/ 1124712 h 1647825"/>
                <a:gd name="connsiteX3740" fmla="*/ 273368 w 1533525"/>
                <a:gd name="connsiteY3740" fmla="*/ 1125189 h 1647825"/>
                <a:gd name="connsiteX3741" fmla="*/ 274130 w 1533525"/>
                <a:gd name="connsiteY3741" fmla="*/ 1127474 h 1647825"/>
                <a:gd name="connsiteX3742" fmla="*/ 274511 w 1533525"/>
                <a:gd name="connsiteY3742" fmla="*/ 1129475 h 1647825"/>
                <a:gd name="connsiteX3743" fmla="*/ 275082 w 1533525"/>
                <a:gd name="connsiteY3743" fmla="*/ 1130237 h 1647825"/>
                <a:gd name="connsiteX3744" fmla="*/ 275939 w 1533525"/>
                <a:gd name="connsiteY3744" fmla="*/ 1130713 h 1647825"/>
                <a:gd name="connsiteX3745" fmla="*/ 276892 w 1533525"/>
                <a:gd name="connsiteY3745" fmla="*/ 1131094 h 1647825"/>
                <a:gd name="connsiteX3746" fmla="*/ 276225 w 1533525"/>
                <a:gd name="connsiteY3746" fmla="*/ 1131380 h 1647825"/>
                <a:gd name="connsiteX3747" fmla="*/ 275749 w 1533525"/>
                <a:gd name="connsiteY3747" fmla="*/ 1131760 h 1647825"/>
                <a:gd name="connsiteX3748" fmla="*/ 275463 w 1533525"/>
                <a:gd name="connsiteY3748" fmla="*/ 1132237 h 1647825"/>
                <a:gd name="connsiteX3749" fmla="*/ 275368 w 1533525"/>
                <a:gd name="connsiteY3749" fmla="*/ 1132999 h 1647825"/>
                <a:gd name="connsiteX3750" fmla="*/ 276320 w 1533525"/>
                <a:gd name="connsiteY3750" fmla="*/ 1133380 h 1647825"/>
                <a:gd name="connsiteX3751" fmla="*/ 276511 w 1533525"/>
                <a:gd name="connsiteY3751" fmla="*/ 1133570 h 1647825"/>
                <a:gd name="connsiteX3752" fmla="*/ 276511 w 1533525"/>
                <a:gd name="connsiteY3752" fmla="*/ 1134618 h 1647825"/>
                <a:gd name="connsiteX3753" fmla="*/ 276511 w 1533525"/>
                <a:gd name="connsiteY3753" fmla="*/ 1134904 h 1647825"/>
                <a:gd name="connsiteX3754" fmla="*/ 277940 w 1533525"/>
                <a:gd name="connsiteY3754" fmla="*/ 1139381 h 1647825"/>
                <a:gd name="connsiteX3755" fmla="*/ 278130 w 1533525"/>
                <a:gd name="connsiteY3755" fmla="*/ 1140524 h 1647825"/>
                <a:gd name="connsiteX3756" fmla="*/ 278321 w 1533525"/>
                <a:gd name="connsiteY3756" fmla="*/ 1140905 h 1647825"/>
                <a:gd name="connsiteX3757" fmla="*/ 278606 w 1533525"/>
                <a:gd name="connsiteY3757" fmla="*/ 1141285 h 1647825"/>
                <a:gd name="connsiteX3758" fmla="*/ 278892 w 1533525"/>
                <a:gd name="connsiteY3758" fmla="*/ 1141381 h 1647825"/>
                <a:gd name="connsiteX3759" fmla="*/ 279178 w 1533525"/>
                <a:gd name="connsiteY3759" fmla="*/ 1141190 h 1647825"/>
                <a:gd name="connsiteX3760" fmla="*/ 279368 w 1533525"/>
                <a:gd name="connsiteY3760" fmla="*/ 1141190 h 1647825"/>
                <a:gd name="connsiteX3761" fmla="*/ 279654 w 1533525"/>
                <a:gd name="connsiteY3761" fmla="*/ 1142048 h 1647825"/>
                <a:gd name="connsiteX3762" fmla="*/ 279654 w 1533525"/>
                <a:gd name="connsiteY3762" fmla="*/ 1144239 h 1647825"/>
                <a:gd name="connsiteX3763" fmla="*/ 280035 w 1533525"/>
                <a:gd name="connsiteY3763" fmla="*/ 1146905 h 1647825"/>
                <a:gd name="connsiteX3764" fmla="*/ 280130 w 1533525"/>
                <a:gd name="connsiteY3764" fmla="*/ 1145286 h 1647825"/>
                <a:gd name="connsiteX3765" fmla="*/ 280416 w 1533525"/>
                <a:gd name="connsiteY3765" fmla="*/ 1144048 h 1647825"/>
                <a:gd name="connsiteX3766" fmla="*/ 281083 w 1533525"/>
                <a:gd name="connsiteY3766" fmla="*/ 1143191 h 1647825"/>
                <a:gd name="connsiteX3767" fmla="*/ 282321 w 1533525"/>
                <a:gd name="connsiteY3767" fmla="*/ 1142810 h 1647825"/>
                <a:gd name="connsiteX3768" fmla="*/ 281845 w 1533525"/>
                <a:gd name="connsiteY3768" fmla="*/ 1143476 h 1647825"/>
                <a:gd name="connsiteX3769" fmla="*/ 281369 w 1533525"/>
                <a:gd name="connsiteY3769" fmla="*/ 1143952 h 1647825"/>
                <a:gd name="connsiteX3770" fmla="*/ 280988 w 1533525"/>
                <a:gd name="connsiteY3770" fmla="*/ 1144429 h 1647825"/>
                <a:gd name="connsiteX3771" fmla="*/ 280797 w 1533525"/>
                <a:gd name="connsiteY3771" fmla="*/ 1145191 h 1647825"/>
                <a:gd name="connsiteX3772" fmla="*/ 280797 w 1533525"/>
                <a:gd name="connsiteY3772" fmla="*/ 1148334 h 1647825"/>
                <a:gd name="connsiteX3773" fmla="*/ 280607 w 1533525"/>
                <a:gd name="connsiteY3773" fmla="*/ 1148715 h 1647825"/>
                <a:gd name="connsiteX3774" fmla="*/ 280321 w 1533525"/>
                <a:gd name="connsiteY3774" fmla="*/ 1149001 h 1647825"/>
                <a:gd name="connsiteX3775" fmla="*/ 280035 w 1533525"/>
                <a:gd name="connsiteY3775" fmla="*/ 1149287 h 1647825"/>
                <a:gd name="connsiteX3776" fmla="*/ 280226 w 1533525"/>
                <a:gd name="connsiteY3776" fmla="*/ 1149858 h 1647825"/>
                <a:gd name="connsiteX3777" fmla="*/ 280607 w 1533525"/>
                <a:gd name="connsiteY3777" fmla="*/ 1150144 h 1647825"/>
                <a:gd name="connsiteX3778" fmla="*/ 280988 w 1533525"/>
                <a:gd name="connsiteY3778" fmla="*/ 1150239 h 1647825"/>
                <a:gd name="connsiteX3779" fmla="*/ 281178 w 1533525"/>
                <a:gd name="connsiteY3779" fmla="*/ 1150430 h 1647825"/>
                <a:gd name="connsiteX3780" fmla="*/ 281369 w 1533525"/>
                <a:gd name="connsiteY3780" fmla="*/ 1151096 h 1647825"/>
                <a:gd name="connsiteX3781" fmla="*/ 281940 w 1533525"/>
                <a:gd name="connsiteY3781" fmla="*/ 1151573 h 1647825"/>
                <a:gd name="connsiteX3782" fmla="*/ 282797 w 1533525"/>
                <a:gd name="connsiteY3782" fmla="*/ 1151763 h 1647825"/>
                <a:gd name="connsiteX3783" fmla="*/ 283655 w 1533525"/>
                <a:gd name="connsiteY3783" fmla="*/ 1151763 h 1647825"/>
                <a:gd name="connsiteX3784" fmla="*/ 283655 w 1533525"/>
                <a:gd name="connsiteY3784" fmla="*/ 1152144 h 1647825"/>
                <a:gd name="connsiteX3785" fmla="*/ 282131 w 1533525"/>
                <a:gd name="connsiteY3785" fmla="*/ 1152335 h 1647825"/>
                <a:gd name="connsiteX3786" fmla="*/ 282321 w 1533525"/>
                <a:gd name="connsiteY3786" fmla="*/ 1153477 h 1647825"/>
                <a:gd name="connsiteX3787" fmla="*/ 283369 w 1533525"/>
                <a:gd name="connsiteY3787" fmla="*/ 1154906 h 1647825"/>
                <a:gd name="connsiteX3788" fmla="*/ 284321 w 1533525"/>
                <a:gd name="connsiteY3788" fmla="*/ 1155859 h 1647825"/>
                <a:gd name="connsiteX3789" fmla="*/ 287369 w 1533525"/>
                <a:gd name="connsiteY3789" fmla="*/ 1158335 h 1647825"/>
                <a:gd name="connsiteX3790" fmla="*/ 288227 w 1533525"/>
                <a:gd name="connsiteY3790" fmla="*/ 1159574 h 1647825"/>
                <a:gd name="connsiteX3791" fmla="*/ 290036 w 1533525"/>
                <a:gd name="connsiteY3791" fmla="*/ 1163002 h 1647825"/>
                <a:gd name="connsiteX3792" fmla="*/ 290417 w 1533525"/>
                <a:gd name="connsiteY3792" fmla="*/ 1164336 h 1647825"/>
                <a:gd name="connsiteX3793" fmla="*/ 290322 w 1533525"/>
                <a:gd name="connsiteY3793" fmla="*/ 1166717 h 1647825"/>
                <a:gd name="connsiteX3794" fmla="*/ 290417 w 1533525"/>
                <a:gd name="connsiteY3794" fmla="*/ 1167384 h 1647825"/>
                <a:gd name="connsiteX3795" fmla="*/ 290894 w 1533525"/>
                <a:gd name="connsiteY3795" fmla="*/ 1167765 h 1647825"/>
                <a:gd name="connsiteX3796" fmla="*/ 291751 w 1533525"/>
                <a:gd name="connsiteY3796" fmla="*/ 1167956 h 1647825"/>
                <a:gd name="connsiteX3797" fmla="*/ 292703 w 1533525"/>
                <a:gd name="connsiteY3797" fmla="*/ 1168051 h 1647825"/>
                <a:gd name="connsiteX3798" fmla="*/ 293275 w 1533525"/>
                <a:gd name="connsiteY3798" fmla="*/ 1168146 h 1647825"/>
                <a:gd name="connsiteX3799" fmla="*/ 292513 w 1533525"/>
                <a:gd name="connsiteY3799" fmla="*/ 1168718 h 1647825"/>
                <a:gd name="connsiteX3800" fmla="*/ 292513 w 1533525"/>
                <a:gd name="connsiteY3800" fmla="*/ 1169194 h 1647825"/>
                <a:gd name="connsiteX3801" fmla="*/ 292798 w 1533525"/>
                <a:gd name="connsiteY3801" fmla="*/ 1169765 h 1647825"/>
                <a:gd name="connsiteX3802" fmla="*/ 293180 w 1533525"/>
                <a:gd name="connsiteY3802" fmla="*/ 1171480 h 1647825"/>
                <a:gd name="connsiteX3803" fmla="*/ 293656 w 1533525"/>
                <a:gd name="connsiteY3803" fmla="*/ 1172527 h 1647825"/>
                <a:gd name="connsiteX3804" fmla="*/ 294227 w 1533525"/>
                <a:gd name="connsiteY3804" fmla="*/ 1173385 h 1647825"/>
                <a:gd name="connsiteX3805" fmla="*/ 294799 w 1533525"/>
                <a:gd name="connsiteY3805" fmla="*/ 1173766 h 1647825"/>
                <a:gd name="connsiteX3806" fmla="*/ 295085 w 1533525"/>
                <a:gd name="connsiteY3806" fmla="*/ 1173480 h 1647825"/>
                <a:gd name="connsiteX3807" fmla="*/ 296894 w 1533525"/>
                <a:gd name="connsiteY3807" fmla="*/ 1172337 h 1647825"/>
                <a:gd name="connsiteX3808" fmla="*/ 297371 w 1533525"/>
                <a:gd name="connsiteY3808" fmla="*/ 1172147 h 1647825"/>
                <a:gd name="connsiteX3809" fmla="*/ 297752 w 1533525"/>
                <a:gd name="connsiteY3809" fmla="*/ 1171670 h 1647825"/>
                <a:gd name="connsiteX3810" fmla="*/ 298704 w 1533525"/>
                <a:gd name="connsiteY3810" fmla="*/ 1171480 h 1647825"/>
                <a:gd name="connsiteX3811" fmla="*/ 300704 w 1533525"/>
                <a:gd name="connsiteY3811" fmla="*/ 1171480 h 1647825"/>
                <a:gd name="connsiteX3812" fmla="*/ 300704 w 1533525"/>
                <a:gd name="connsiteY3812" fmla="*/ 1171861 h 1647825"/>
                <a:gd name="connsiteX3813" fmla="*/ 298037 w 1533525"/>
                <a:gd name="connsiteY3813" fmla="*/ 1172527 h 1647825"/>
                <a:gd name="connsiteX3814" fmla="*/ 296609 w 1533525"/>
                <a:gd name="connsiteY3814" fmla="*/ 1173099 h 1647825"/>
                <a:gd name="connsiteX3815" fmla="*/ 296037 w 1533525"/>
                <a:gd name="connsiteY3815" fmla="*/ 1173956 h 1647825"/>
                <a:gd name="connsiteX3816" fmla="*/ 295942 w 1533525"/>
                <a:gd name="connsiteY3816" fmla="*/ 1174433 h 1647825"/>
                <a:gd name="connsiteX3817" fmla="*/ 295656 w 1533525"/>
                <a:gd name="connsiteY3817" fmla="*/ 1174623 h 1647825"/>
                <a:gd name="connsiteX3818" fmla="*/ 295370 w 1533525"/>
                <a:gd name="connsiteY3818" fmla="*/ 1174909 h 1647825"/>
                <a:gd name="connsiteX3819" fmla="*/ 295275 w 1533525"/>
                <a:gd name="connsiteY3819" fmla="*/ 1175576 h 1647825"/>
                <a:gd name="connsiteX3820" fmla="*/ 295370 w 1533525"/>
                <a:gd name="connsiteY3820" fmla="*/ 1176338 h 1647825"/>
                <a:gd name="connsiteX3821" fmla="*/ 295561 w 1533525"/>
                <a:gd name="connsiteY3821" fmla="*/ 1177004 h 1647825"/>
                <a:gd name="connsiteX3822" fmla="*/ 296323 w 1533525"/>
                <a:gd name="connsiteY3822" fmla="*/ 1178243 h 1647825"/>
                <a:gd name="connsiteX3823" fmla="*/ 296037 w 1533525"/>
                <a:gd name="connsiteY3823" fmla="*/ 1179576 h 1647825"/>
                <a:gd name="connsiteX3824" fmla="*/ 296799 w 1533525"/>
                <a:gd name="connsiteY3824" fmla="*/ 1180433 h 1647825"/>
                <a:gd name="connsiteX3825" fmla="*/ 297847 w 1533525"/>
                <a:gd name="connsiteY3825" fmla="*/ 1180719 h 1647825"/>
                <a:gd name="connsiteX3826" fmla="*/ 298418 w 1533525"/>
                <a:gd name="connsiteY3826" fmla="*/ 1180243 h 1647825"/>
                <a:gd name="connsiteX3827" fmla="*/ 302038 w 1533525"/>
                <a:gd name="connsiteY3827" fmla="*/ 1178243 h 1647825"/>
                <a:gd name="connsiteX3828" fmla="*/ 302038 w 1533525"/>
                <a:gd name="connsiteY3828" fmla="*/ 1178624 h 1647825"/>
                <a:gd name="connsiteX3829" fmla="*/ 301752 w 1533525"/>
                <a:gd name="connsiteY3829" fmla="*/ 1178909 h 1647825"/>
                <a:gd name="connsiteX3830" fmla="*/ 301657 w 1533525"/>
                <a:gd name="connsiteY3830" fmla="*/ 1179195 h 1647825"/>
                <a:gd name="connsiteX3831" fmla="*/ 301847 w 1533525"/>
                <a:gd name="connsiteY3831" fmla="*/ 1179481 h 1647825"/>
                <a:gd name="connsiteX3832" fmla="*/ 302323 w 1533525"/>
                <a:gd name="connsiteY3832" fmla="*/ 1179767 h 1647825"/>
                <a:gd name="connsiteX3833" fmla="*/ 300038 w 1533525"/>
                <a:gd name="connsiteY3833" fmla="*/ 1180243 h 1647825"/>
                <a:gd name="connsiteX3834" fmla="*/ 299466 w 1533525"/>
                <a:gd name="connsiteY3834" fmla="*/ 1180529 h 1647825"/>
                <a:gd name="connsiteX3835" fmla="*/ 298990 w 1533525"/>
                <a:gd name="connsiteY3835" fmla="*/ 1181005 h 1647825"/>
                <a:gd name="connsiteX3836" fmla="*/ 298514 w 1533525"/>
                <a:gd name="connsiteY3836" fmla="*/ 1181672 h 1647825"/>
                <a:gd name="connsiteX3837" fmla="*/ 298228 w 1533525"/>
                <a:gd name="connsiteY3837" fmla="*/ 1182434 h 1647825"/>
                <a:gd name="connsiteX3838" fmla="*/ 298323 w 1533525"/>
                <a:gd name="connsiteY3838" fmla="*/ 1183100 h 1647825"/>
                <a:gd name="connsiteX3839" fmla="*/ 298799 w 1533525"/>
                <a:gd name="connsiteY3839" fmla="*/ 1182910 h 1647825"/>
                <a:gd name="connsiteX3840" fmla="*/ 300704 w 1533525"/>
                <a:gd name="connsiteY3840" fmla="*/ 1183100 h 1647825"/>
                <a:gd name="connsiteX3841" fmla="*/ 300990 w 1533525"/>
                <a:gd name="connsiteY3841" fmla="*/ 1183196 h 1647825"/>
                <a:gd name="connsiteX3842" fmla="*/ 301371 w 1533525"/>
                <a:gd name="connsiteY3842" fmla="*/ 1183672 h 1647825"/>
                <a:gd name="connsiteX3843" fmla="*/ 301561 w 1533525"/>
                <a:gd name="connsiteY3843" fmla="*/ 1183862 h 1647825"/>
                <a:gd name="connsiteX3844" fmla="*/ 301943 w 1533525"/>
                <a:gd name="connsiteY3844" fmla="*/ 1183958 h 1647825"/>
                <a:gd name="connsiteX3845" fmla="*/ 302705 w 1533525"/>
                <a:gd name="connsiteY3845" fmla="*/ 1183862 h 1647825"/>
                <a:gd name="connsiteX3846" fmla="*/ 303086 w 1533525"/>
                <a:gd name="connsiteY3846" fmla="*/ 1183862 h 1647825"/>
                <a:gd name="connsiteX3847" fmla="*/ 305276 w 1533525"/>
                <a:gd name="connsiteY3847" fmla="*/ 1184815 h 1647825"/>
                <a:gd name="connsiteX3848" fmla="*/ 305753 w 1533525"/>
                <a:gd name="connsiteY3848" fmla="*/ 1185101 h 1647825"/>
                <a:gd name="connsiteX3849" fmla="*/ 306991 w 1533525"/>
                <a:gd name="connsiteY3849" fmla="*/ 1186720 h 1647825"/>
                <a:gd name="connsiteX3850" fmla="*/ 307372 w 1533525"/>
                <a:gd name="connsiteY3850" fmla="*/ 1187101 h 1647825"/>
                <a:gd name="connsiteX3851" fmla="*/ 307181 w 1533525"/>
                <a:gd name="connsiteY3851" fmla="*/ 1187291 h 1647825"/>
                <a:gd name="connsiteX3852" fmla="*/ 307086 w 1533525"/>
                <a:gd name="connsiteY3852" fmla="*/ 1187387 h 1647825"/>
                <a:gd name="connsiteX3853" fmla="*/ 306896 w 1533525"/>
                <a:gd name="connsiteY3853" fmla="*/ 1187482 h 1647825"/>
                <a:gd name="connsiteX3854" fmla="*/ 306705 w 1533525"/>
                <a:gd name="connsiteY3854" fmla="*/ 1187482 h 1647825"/>
                <a:gd name="connsiteX3855" fmla="*/ 306229 w 1533525"/>
                <a:gd name="connsiteY3855" fmla="*/ 1186434 h 1647825"/>
                <a:gd name="connsiteX3856" fmla="*/ 305562 w 1533525"/>
                <a:gd name="connsiteY3856" fmla="*/ 1185863 h 1647825"/>
                <a:gd name="connsiteX3857" fmla="*/ 303752 w 1533525"/>
                <a:gd name="connsiteY3857" fmla="*/ 1185196 h 1647825"/>
                <a:gd name="connsiteX3858" fmla="*/ 302990 w 1533525"/>
                <a:gd name="connsiteY3858" fmla="*/ 1185767 h 1647825"/>
                <a:gd name="connsiteX3859" fmla="*/ 302323 w 1533525"/>
                <a:gd name="connsiteY3859" fmla="*/ 1185577 h 1647825"/>
                <a:gd name="connsiteX3860" fmla="*/ 301657 w 1533525"/>
                <a:gd name="connsiteY3860" fmla="*/ 1185291 h 1647825"/>
                <a:gd name="connsiteX3861" fmla="*/ 301085 w 1533525"/>
                <a:gd name="connsiteY3861" fmla="*/ 1185482 h 1647825"/>
                <a:gd name="connsiteX3862" fmla="*/ 300609 w 1533525"/>
                <a:gd name="connsiteY3862" fmla="*/ 1185482 h 1647825"/>
                <a:gd name="connsiteX3863" fmla="*/ 297656 w 1533525"/>
                <a:gd name="connsiteY3863" fmla="*/ 1185291 h 1647825"/>
                <a:gd name="connsiteX3864" fmla="*/ 299085 w 1533525"/>
                <a:gd name="connsiteY3864" fmla="*/ 1186910 h 1647825"/>
                <a:gd name="connsiteX3865" fmla="*/ 299942 w 1533525"/>
                <a:gd name="connsiteY3865" fmla="*/ 1187577 h 1647825"/>
                <a:gd name="connsiteX3866" fmla="*/ 301085 w 1533525"/>
                <a:gd name="connsiteY3866" fmla="*/ 1187863 h 1647825"/>
                <a:gd name="connsiteX3867" fmla="*/ 302228 w 1533525"/>
                <a:gd name="connsiteY3867" fmla="*/ 1187863 h 1647825"/>
                <a:gd name="connsiteX3868" fmla="*/ 302895 w 1533525"/>
                <a:gd name="connsiteY3868" fmla="*/ 1188053 h 1647825"/>
                <a:gd name="connsiteX3869" fmla="*/ 303371 w 1533525"/>
                <a:gd name="connsiteY3869" fmla="*/ 1188720 h 1647825"/>
                <a:gd name="connsiteX3870" fmla="*/ 306324 w 1533525"/>
                <a:gd name="connsiteY3870" fmla="*/ 1198626 h 1647825"/>
                <a:gd name="connsiteX3871" fmla="*/ 306705 w 1533525"/>
                <a:gd name="connsiteY3871" fmla="*/ 1198245 h 1647825"/>
                <a:gd name="connsiteX3872" fmla="*/ 307086 w 1533525"/>
                <a:gd name="connsiteY3872" fmla="*/ 1199102 h 1647825"/>
                <a:gd name="connsiteX3873" fmla="*/ 306896 w 1533525"/>
                <a:gd name="connsiteY3873" fmla="*/ 1199579 h 1647825"/>
                <a:gd name="connsiteX3874" fmla="*/ 305753 w 1533525"/>
                <a:gd name="connsiteY3874" fmla="*/ 1200245 h 1647825"/>
                <a:gd name="connsiteX3875" fmla="*/ 305372 w 1533525"/>
                <a:gd name="connsiteY3875" fmla="*/ 1200817 h 1647825"/>
                <a:gd name="connsiteX3876" fmla="*/ 304990 w 1533525"/>
                <a:gd name="connsiteY3876" fmla="*/ 1201484 h 1647825"/>
                <a:gd name="connsiteX3877" fmla="*/ 304514 w 1533525"/>
                <a:gd name="connsiteY3877" fmla="*/ 1203103 h 1647825"/>
                <a:gd name="connsiteX3878" fmla="*/ 307181 w 1533525"/>
                <a:gd name="connsiteY3878" fmla="*/ 1203865 h 1647825"/>
                <a:gd name="connsiteX3879" fmla="*/ 307657 w 1533525"/>
                <a:gd name="connsiteY3879" fmla="*/ 1204246 h 1647825"/>
                <a:gd name="connsiteX3880" fmla="*/ 308896 w 1533525"/>
                <a:gd name="connsiteY3880" fmla="*/ 1206722 h 1647825"/>
                <a:gd name="connsiteX3881" fmla="*/ 309467 w 1533525"/>
                <a:gd name="connsiteY3881" fmla="*/ 1207008 h 1647825"/>
                <a:gd name="connsiteX3882" fmla="*/ 310134 w 1533525"/>
                <a:gd name="connsiteY3882" fmla="*/ 1207199 h 1647825"/>
                <a:gd name="connsiteX3883" fmla="*/ 310706 w 1533525"/>
                <a:gd name="connsiteY3883" fmla="*/ 1207580 h 1647825"/>
                <a:gd name="connsiteX3884" fmla="*/ 310991 w 1533525"/>
                <a:gd name="connsiteY3884" fmla="*/ 1208437 h 1647825"/>
                <a:gd name="connsiteX3885" fmla="*/ 310706 w 1533525"/>
                <a:gd name="connsiteY3885" fmla="*/ 1210056 h 1647825"/>
                <a:gd name="connsiteX3886" fmla="*/ 310706 w 1533525"/>
                <a:gd name="connsiteY3886" fmla="*/ 1210818 h 1647825"/>
                <a:gd name="connsiteX3887" fmla="*/ 310991 w 1533525"/>
                <a:gd name="connsiteY3887" fmla="*/ 1211580 h 1647825"/>
                <a:gd name="connsiteX3888" fmla="*/ 313182 w 1533525"/>
                <a:gd name="connsiteY3888" fmla="*/ 1212818 h 1647825"/>
                <a:gd name="connsiteX3889" fmla="*/ 313373 w 1533525"/>
                <a:gd name="connsiteY3889" fmla="*/ 1213104 h 1647825"/>
                <a:gd name="connsiteX3890" fmla="*/ 313944 w 1533525"/>
                <a:gd name="connsiteY3890" fmla="*/ 1213485 h 1647825"/>
                <a:gd name="connsiteX3891" fmla="*/ 314611 w 1533525"/>
                <a:gd name="connsiteY3891" fmla="*/ 1215104 h 1647825"/>
                <a:gd name="connsiteX3892" fmla="*/ 315087 w 1533525"/>
                <a:gd name="connsiteY3892" fmla="*/ 1215676 h 1647825"/>
                <a:gd name="connsiteX3893" fmla="*/ 315754 w 1533525"/>
                <a:gd name="connsiteY3893" fmla="*/ 1215676 h 1647825"/>
                <a:gd name="connsiteX3894" fmla="*/ 316611 w 1533525"/>
                <a:gd name="connsiteY3894" fmla="*/ 1215295 h 1647825"/>
                <a:gd name="connsiteX3895" fmla="*/ 317278 w 1533525"/>
                <a:gd name="connsiteY3895" fmla="*/ 1214818 h 1647825"/>
                <a:gd name="connsiteX3896" fmla="*/ 317564 w 1533525"/>
                <a:gd name="connsiteY3896" fmla="*/ 1214438 h 1647825"/>
                <a:gd name="connsiteX3897" fmla="*/ 317944 w 1533525"/>
                <a:gd name="connsiteY3897" fmla="*/ 1214057 h 1647825"/>
                <a:gd name="connsiteX3898" fmla="*/ 319564 w 1533525"/>
                <a:gd name="connsiteY3898" fmla="*/ 1213295 h 1647825"/>
                <a:gd name="connsiteX3899" fmla="*/ 320135 w 1533525"/>
                <a:gd name="connsiteY3899" fmla="*/ 1212723 h 1647825"/>
                <a:gd name="connsiteX3900" fmla="*/ 320326 w 1533525"/>
                <a:gd name="connsiteY3900" fmla="*/ 1213485 h 1647825"/>
                <a:gd name="connsiteX3901" fmla="*/ 320802 w 1533525"/>
                <a:gd name="connsiteY3901" fmla="*/ 1213771 h 1647825"/>
                <a:gd name="connsiteX3902" fmla="*/ 321278 w 1533525"/>
                <a:gd name="connsiteY3902" fmla="*/ 1213866 h 1647825"/>
                <a:gd name="connsiteX3903" fmla="*/ 321469 w 1533525"/>
                <a:gd name="connsiteY3903" fmla="*/ 1214057 h 1647825"/>
                <a:gd name="connsiteX3904" fmla="*/ 321373 w 1533525"/>
                <a:gd name="connsiteY3904" fmla="*/ 1214723 h 1647825"/>
                <a:gd name="connsiteX3905" fmla="*/ 321088 w 1533525"/>
                <a:gd name="connsiteY3905" fmla="*/ 1214818 h 1647825"/>
                <a:gd name="connsiteX3906" fmla="*/ 320611 w 1533525"/>
                <a:gd name="connsiteY3906" fmla="*/ 1214628 h 1647825"/>
                <a:gd name="connsiteX3907" fmla="*/ 320040 w 1533525"/>
                <a:gd name="connsiteY3907" fmla="*/ 1214533 h 1647825"/>
                <a:gd name="connsiteX3908" fmla="*/ 319088 w 1533525"/>
                <a:gd name="connsiteY3908" fmla="*/ 1214723 h 1647825"/>
                <a:gd name="connsiteX3909" fmla="*/ 318421 w 1533525"/>
                <a:gd name="connsiteY3909" fmla="*/ 1215104 h 1647825"/>
                <a:gd name="connsiteX3910" fmla="*/ 317944 w 1533525"/>
                <a:gd name="connsiteY3910" fmla="*/ 1215771 h 1647825"/>
                <a:gd name="connsiteX3911" fmla="*/ 317373 w 1533525"/>
                <a:gd name="connsiteY3911" fmla="*/ 1216819 h 1647825"/>
                <a:gd name="connsiteX3912" fmla="*/ 316992 w 1533525"/>
                <a:gd name="connsiteY3912" fmla="*/ 1216343 h 1647825"/>
                <a:gd name="connsiteX3913" fmla="*/ 316421 w 1533525"/>
                <a:gd name="connsiteY3913" fmla="*/ 1216152 h 1647825"/>
                <a:gd name="connsiteX3914" fmla="*/ 315849 w 1533525"/>
                <a:gd name="connsiteY3914" fmla="*/ 1216247 h 1647825"/>
                <a:gd name="connsiteX3915" fmla="*/ 315278 w 1533525"/>
                <a:gd name="connsiteY3915" fmla="*/ 1216533 h 1647825"/>
                <a:gd name="connsiteX3916" fmla="*/ 315087 w 1533525"/>
                <a:gd name="connsiteY3916" fmla="*/ 1217105 h 1647825"/>
                <a:gd name="connsiteX3917" fmla="*/ 315087 w 1533525"/>
                <a:gd name="connsiteY3917" fmla="*/ 1217771 h 1647825"/>
                <a:gd name="connsiteX3918" fmla="*/ 314801 w 1533525"/>
                <a:gd name="connsiteY3918" fmla="*/ 1218057 h 1647825"/>
                <a:gd name="connsiteX3919" fmla="*/ 313849 w 1533525"/>
                <a:gd name="connsiteY3919" fmla="*/ 1217581 h 1647825"/>
                <a:gd name="connsiteX3920" fmla="*/ 314135 w 1533525"/>
                <a:gd name="connsiteY3920" fmla="*/ 1218533 h 1647825"/>
                <a:gd name="connsiteX3921" fmla="*/ 314897 w 1533525"/>
                <a:gd name="connsiteY3921" fmla="*/ 1219200 h 1647825"/>
                <a:gd name="connsiteX3922" fmla="*/ 316706 w 1533525"/>
                <a:gd name="connsiteY3922" fmla="*/ 1220152 h 1647825"/>
                <a:gd name="connsiteX3923" fmla="*/ 316706 w 1533525"/>
                <a:gd name="connsiteY3923" fmla="*/ 1220248 h 1647825"/>
                <a:gd name="connsiteX3924" fmla="*/ 317087 w 1533525"/>
                <a:gd name="connsiteY3924" fmla="*/ 1220915 h 1647825"/>
                <a:gd name="connsiteX3925" fmla="*/ 317278 w 1533525"/>
                <a:gd name="connsiteY3925" fmla="*/ 1221010 h 1647825"/>
                <a:gd name="connsiteX3926" fmla="*/ 317849 w 1533525"/>
                <a:gd name="connsiteY3926" fmla="*/ 1220915 h 1647825"/>
                <a:gd name="connsiteX3927" fmla="*/ 318040 w 1533525"/>
                <a:gd name="connsiteY3927" fmla="*/ 1220915 h 1647825"/>
                <a:gd name="connsiteX3928" fmla="*/ 318421 w 1533525"/>
                <a:gd name="connsiteY3928" fmla="*/ 1221296 h 1647825"/>
                <a:gd name="connsiteX3929" fmla="*/ 319183 w 1533525"/>
                <a:gd name="connsiteY3929" fmla="*/ 1222724 h 1647825"/>
                <a:gd name="connsiteX3930" fmla="*/ 319945 w 1533525"/>
                <a:gd name="connsiteY3930" fmla="*/ 1221867 h 1647825"/>
                <a:gd name="connsiteX3931" fmla="*/ 320516 w 1533525"/>
                <a:gd name="connsiteY3931" fmla="*/ 1221486 h 1647825"/>
                <a:gd name="connsiteX3932" fmla="*/ 321278 w 1533525"/>
                <a:gd name="connsiteY3932" fmla="*/ 1221677 h 1647825"/>
                <a:gd name="connsiteX3933" fmla="*/ 322231 w 1533525"/>
                <a:gd name="connsiteY3933" fmla="*/ 1222534 h 1647825"/>
                <a:gd name="connsiteX3934" fmla="*/ 322802 w 1533525"/>
                <a:gd name="connsiteY3934" fmla="*/ 1223486 h 1647825"/>
                <a:gd name="connsiteX3935" fmla="*/ 323088 w 1533525"/>
                <a:gd name="connsiteY3935" fmla="*/ 1225772 h 1647825"/>
                <a:gd name="connsiteX3936" fmla="*/ 323469 w 1533525"/>
                <a:gd name="connsiteY3936" fmla="*/ 1226820 h 1647825"/>
                <a:gd name="connsiteX3937" fmla="*/ 322993 w 1533525"/>
                <a:gd name="connsiteY3937" fmla="*/ 1227296 h 1647825"/>
                <a:gd name="connsiteX3938" fmla="*/ 323088 w 1533525"/>
                <a:gd name="connsiteY3938" fmla="*/ 1227868 h 1647825"/>
                <a:gd name="connsiteX3939" fmla="*/ 323469 w 1533525"/>
                <a:gd name="connsiteY3939" fmla="*/ 1228439 h 1647825"/>
                <a:gd name="connsiteX3940" fmla="*/ 324040 w 1533525"/>
                <a:gd name="connsiteY3940" fmla="*/ 1228630 h 1647825"/>
                <a:gd name="connsiteX3941" fmla="*/ 324803 w 1533525"/>
                <a:gd name="connsiteY3941" fmla="*/ 1228439 h 1647825"/>
                <a:gd name="connsiteX3942" fmla="*/ 325374 w 1533525"/>
                <a:gd name="connsiteY3942" fmla="*/ 1228058 h 1647825"/>
                <a:gd name="connsiteX3943" fmla="*/ 325946 w 1533525"/>
                <a:gd name="connsiteY3943" fmla="*/ 1227868 h 1647825"/>
                <a:gd name="connsiteX3944" fmla="*/ 326707 w 1533525"/>
                <a:gd name="connsiteY3944" fmla="*/ 1228154 h 1647825"/>
                <a:gd name="connsiteX3945" fmla="*/ 326707 w 1533525"/>
                <a:gd name="connsiteY3945" fmla="*/ 1228535 h 1647825"/>
                <a:gd name="connsiteX3946" fmla="*/ 325088 w 1533525"/>
                <a:gd name="connsiteY3946" fmla="*/ 1228725 h 1647825"/>
                <a:gd name="connsiteX3947" fmla="*/ 324422 w 1533525"/>
                <a:gd name="connsiteY3947" fmla="*/ 1229487 h 1647825"/>
                <a:gd name="connsiteX3948" fmla="*/ 324422 w 1533525"/>
                <a:gd name="connsiteY3948" fmla="*/ 1230725 h 1647825"/>
                <a:gd name="connsiteX3949" fmla="*/ 324803 w 1533525"/>
                <a:gd name="connsiteY3949" fmla="*/ 1232249 h 1647825"/>
                <a:gd name="connsiteX3950" fmla="*/ 324612 w 1533525"/>
                <a:gd name="connsiteY3950" fmla="*/ 1232821 h 1647825"/>
                <a:gd name="connsiteX3951" fmla="*/ 325088 w 1533525"/>
                <a:gd name="connsiteY3951" fmla="*/ 1233202 h 1647825"/>
                <a:gd name="connsiteX3952" fmla="*/ 325850 w 1533525"/>
                <a:gd name="connsiteY3952" fmla="*/ 1233297 h 1647825"/>
                <a:gd name="connsiteX3953" fmla="*/ 326612 w 1533525"/>
                <a:gd name="connsiteY3953" fmla="*/ 1232916 h 1647825"/>
                <a:gd name="connsiteX3954" fmla="*/ 326803 w 1533525"/>
                <a:gd name="connsiteY3954" fmla="*/ 1232249 h 1647825"/>
                <a:gd name="connsiteX3955" fmla="*/ 326707 w 1533525"/>
                <a:gd name="connsiteY3955" fmla="*/ 1231487 h 1647825"/>
                <a:gd name="connsiteX3956" fmla="*/ 326803 w 1533525"/>
                <a:gd name="connsiteY3956" fmla="*/ 1230821 h 1647825"/>
                <a:gd name="connsiteX3957" fmla="*/ 327660 w 1533525"/>
                <a:gd name="connsiteY3957" fmla="*/ 1230440 h 1647825"/>
                <a:gd name="connsiteX3958" fmla="*/ 327469 w 1533525"/>
                <a:gd name="connsiteY3958" fmla="*/ 1230916 h 1647825"/>
                <a:gd name="connsiteX3959" fmla="*/ 327469 w 1533525"/>
                <a:gd name="connsiteY3959" fmla="*/ 1231202 h 1647825"/>
                <a:gd name="connsiteX3960" fmla="*/ 327660 w 1533525"/>
                <a:gd name="connsiteY3960" fmla="*/ 1231868 h 1647825"/>
                <a:gd name="connsiteX3961" fmla="*/ 327946 w 1533525"/>
                <a:gd name="connsiteY3961" fmla="*/ 1231583 h 1647825"/>
                <a:gd name="connsiteX3962" fmla="*/ 328136 w 1533525"/>
                <a:gd name="connsiteY3962" fmla="*/ 1231583 h 1647825"/>
                <a:gd name="connsiteX3963" fmla="*/ 328708 w 1533525"/>
                <a:gd name="connsiteY3963" fmla="*/ 1231868 h 1647825"/>
                <a:gd name="connsiteX3964" fmla="*/ 328613 w 1533525"/>
                <a:gd name="connsiteY3964" fmla="*/ 1232059 h 1647825"/>
                <a:gd name="connsiteX3965" fmla="*/ 328517 w 1533525"/>
                <a:gd name="connsiteY3965" fmla="*/ 1232440 h 1647825"/>
                <a:gd name="connsiteX3966" fmla="*/ 328422 w 1533525"/>
                <a:gd name="connsiteY3966" fmla="*/ 1232630 h 1647825"/>
                <a:gd name="connsiteX3967" fmla="*/ 329089 w 1533525"/>
                <a:gd name="connsiteY3967" fmla="*/ 1232916 h 1647825"/>
                <a:gd name="connsiteX3968" fmla="*/ 331280 w 1533525"/>
                <a:gd name="connsiteY3968" fmla="*/ 1235488 h 1647825"/>
                <a:gd name="connsiteX3969" fmla="*/ 329851 w 1533525"/>
                <a:gd name="connsiteY3969" fmla="*/ 1235297 h 1647825"/>
                <a:gd name="connsiteX3970" fmla="*/ 329660 w 1533525"/>
                <a:gd name="connsiteY3970" fmla="*/ 1235488 h 1647825"/>
                <a:gd name="connsiteX3971" fmla="*/ 330136 w 1533525"/>
                <a:gd name="connsiteY3971" fmla="*/ 1236250 h 1647825"/>
                <a:gd name="connsiteX3972" fmla="*/ 329184 w 1533525"/>
                <a:gd name="connsiteY3972" fmla="*/ 1236250 h 1647825"/>
                <a:gd name="connsiteX3973" fmla="*/ 328613 w 1533525"/>
                <a:gd name="connsiteY3973" fmla="*/ 1235107 h 1647825"/>
                <a:gd name="connsiteX3974" fmla="*/ 328041 w 1533525"/>
                <a:gd name="connsiteY3974" fmla="*/ 1233583 h 1647825"/>
                <a:gd name="connsiteX3975" fmla="*/ 327279 w 1533525"/>
                <a:gd name="connsiteY3975" fmla="*/ 1232630 h 1647825"/>
                <a:gd name="connsiteX3976" fmla="*/ 327374 w 1533525"/>
                <a:gd name="connsiteY3976" fmla="*/ 1233964 h 1647825"/>
                <a:gd name="connsiteX3977" fmla="*/ 328422 w 1533525"/>
                <a:gd name="connsiteY3977" fmla="*/ 1235964 h 1647825"/>
                <a:gd name="connsiteX3978" fmla="*/ 328803 w 1533525"/>
                <a:gd name="connsiteY3978" fmla="*/ 1237869 h 1647825"/>
                <a:gd name="connsiteX3979" fmla="*/ 329089 w 1533525"/>
                <a:gd name="connsiteY3979" fmla="*/ 1238250 h 1647825"/>
                <a:gd name="connsiteX3980" fmla="*/ 329375 w 1533525"/>
                <a:gd name="connsiteY3980" fmla="*/ 1238536 h 1647825"/>
                <a:gd name="connsiteX3981" fmla="*/ 329470 w 1533525"/>
                <a:gd name="connsiteY3981" fmla="*/ 1239012 h 1647825"/>
                <a:gd name="connsiteX3982" fmla="*/ 329470 w 1533525"/>
                <a:gd name="connsiteY3982" fmla="*/ 1240441 h 1647825"/>
                <a:gd name="connsiteX3983" fmla="*/ 329565 w 1533525"/>
                <a:gd name="connsiteY3983" fmla="*/ 1241108 h 1647825"/>
                <a:gd name="connsiteX3984" fmla="*/ 329946 w 1533525"/>
                <a:gd name="connsiteY3984" fmla="*/ 1241679 h 1647825"/>
                <a:gd name="connsiteX3985" fmla="*/ 330422 w 1533525"/>
                <a:gd name="connsiteY3985" fmla="*/ 1242632 h 1647825"/>
                <a:gd name="connsiteX3986" fmla="*/ 330613 w 1533525"/>
                <a:gd name="connsiteY3986" fmla="*/ 1245013 h 1647825"/>
                <a:gd name="connsiteX3987" fmla="*/ 331280 w 1533525"/>
                <a:gd name="connsiteY3987" fmla="*/ 1245965 h 1647825"/>
                <a:gd name="connsiteX3988" fmla="*/ 331756 w 1533525"/>
                <a:gd name="connsiteY3988" fmla="*/ 1246156 h 1647825"/>
                <a:gd name="connsiteX3989" fmla="*/ 335090 w 1533525"/>
                <a:gd name="connsiteY3989" fmla="*/ 1247299 h 1647825"/>
                <a:gd name="connsiteX3990" fmla="*/ 335566 w 1533525"/>
                <a:gd name="connsiteY3990" fmla="*/ 1247680 h 1647825"/>
                <a:gd name="connsiteX3991" fmla="*/ 334804 w 1533525"/>
                <a:gd name="connsiteY3991" fmla="*/ 1247870 h 1647825"/>
                <a:gd name="connsiteX3992" fmla="*/ 333565 w 1533525"/>
                <a:gd name="connsiteY3992" fmla="*/ 1247775 h 1647825"/>
                <a:gd name="connsiteX3993" fmla="*/ 332327 w 1533525"/>
                <a:gd name="connsiteY3993" fmla="*/ 1247489 h 1647825"/>
                <a:gd name="connsiteX3994" fmla="*/ 331565 w 1533525"/>
                <a:gd name="connsiteY3994" fmla="*/ 1247013 h 1647825"/>
                <a:gd name="connsiteX3995" fmla="*/ 331375 w 1533525"/>
                <a:gd name="connsiteY3995" fmla="*/ 1248251 h 1647825"/>
                <a:gd name="connsiteX3996" fmla="*/ 331851 w 1533525"/>
                <a:gd name="connsiteY3996" fmla="*/ 1249299 h 1647825"/>
                <a:gd name="connsiteX3997" fmla="*/ 333375 w 1533525"/>
                <a:gd name="connsiteY3997" fmla="*/ 1251395 h 1647825"/>
                <a:gd name="connsiteX3998" fmla="*/ 333661 w 1533525"/>
                <a:gd name="connsiteY3998" fmla="*/ 1252442 h 1647825"/>
                <a:gd name="connsiteX3999" fmla="*/ 333756 w 1533525"/>
                <a:gd name="connsiteY3999" fmla="*/ 1255490 h 1647825"/>
                <a:gd name="connsiteX4000" fmla="*/ 333947 w 1533525"/>
                <a:gd name="connsiteY4000" fmla="*/ 1256062 h 1647825"/>
                <a:gd name="connsiteX4001" fmla="*/ 334613 w 1533525"/>
                <a:gd name="connsiteY4001" fmla="*/ 1256824 h 1647825"/>
                <a:gd name="connsiteX4002" fmla="*/ 334804 w 1533525"/>
                <a:gd name="connsiteY4002" fmla="*/ 1257300 h 1647825"/>
                <a:gd name="connsiteX4003" fmla="*/ 334804 w 1533525"/>
                <a:gd name="connsiteY4003" fmla="*/ 1257872 h 1647825"/>
                <a:gd name="connsiteX4004" fmla="*/ 334709 w 1533525"/>
                <a:gd name="connsiteY4004" fmla="*/ 1259015 h 1647825"/>
                <a:gd name="connsiteX4005" fmla="*/ 334709 w 1533525"/>
                <a:gd name="connsiteY4005" fmla="*/ 1259586 h 1647825"/>
                <a:gd name="connsiteX4006" fmla="*/ 335185 w 1533525"/>
                <a:gd name="connsiteY4006" fmla="*/ 1260729 h 1647825"/>
                <a:gd name="connsiteX4007" fmla="*/ 336899 w 1533525"/>
                <a:gd name="connsiteY4007" fmla="*/ 1262920 h 1647825"/>
                <a:gd name="connsiteX4008" fmla="*/ 337661 w 1533525"/>
                <a:gd name="connsiteY4008" fmla="*/ 1264253 h 1647825"/>
                <a:gd name="connsiteX4009" fmla="*/ 339376 w 1533525"/>
                <a:gd name="connsiteY4009" fmla="*/ 1266539 h 1647825"/>
                <a:gd name="connsiteX4010" fmla="*/ 340043 w 1533525"/>
                <a:gd name="connsiteY4010" fmla="*/ 1268254 h 1647825"/>
                <a:gd name="connsiteX4011" fmla="*/ 340995 w 1533525"/>
                <a:gd name="connsiteY4011" fmla="*/ 1270159 h 1647825"/>
                <a:gd name="connsiteX4012" fmla="*/ 341471 w 1533525"/>
                <a:gd name="connsiteY4012" fmla="*/ 1273493 h 1647825"/>
                <a:gd name="connsiteX4013" fmla="*/ 342710 w 1533525"/>
                <a:gd name="connsiteY4013" fmla="*/ 1277874 h 1647825"/>
                <a:gd name="connsiteX4014" fmla="*/ 343376 w 1533525"/>
                <a:gd name="connsiteY4014" fmla="*/ 1279589 h 1647825"/>
                <a:gd name="connsiteX4015" fmla="*/ 344234 w 1533525"/>
                <a:gd name="connsiteY4015" fmla="*/ 1277398 h 1647825"/>
                <a:gd name="connsiteX4016" fmla="*/ 344805 w 1533525"/>
                <a:gd name="connsiteY4016" fmla="*/ 1276826 h 1647825"/>
                <a:gd name="connsiteX4017" fmla="*/ 345567 w 1533525"/>
                <a:gd name="connsiteY4017" fmla="*/ 1277779 h 1647825"/>
                <a:gd name="connsiteX4018" fmla="*/ 344900 w 1533525"/>
                <a:gd name="connsiteY4018" fmla="*/ 1277969 h 1647825"/>
                <a:gd name="connsiteX4019" fmla="*/ 344900 w 1533525"/>
                <a:gd name="connsiteY4019" fmla="*/ 1278255 h 1647825"/>
                <a:gd name="connsiteX4020" fmla="*/ 345567 w 1533525"/>
                <a:gd name="connsiteY4020" fmla="*/ 1278922 h 1647825"/>
                <a:gd name="connsiteX4021" fmla="*/ 346139 w 1533525"/>
                <a:gd name="connsiteY4021" fmla="*/ 1279874 h 1647825"/>
                <a:gd name="connsiteX4022" fmla="*/ 346519 w 1533525"/>
                <a:gd name="connsiteY4022" fmla="*/ 1280065 h 1647825"/>
                <a:gd name="connsiteX4023" fmla="*/ 347282 w 1533525"/>
                <a:gd name="connsiteY4023" fmla="*/ 1279970 h 1647825"/>
                <a:gd name="connsiteX4024" fmla="*/ 346710 w 1533525"/>
                <a:gd name="connsiteY4024" fmla="*/ 1280446 h 1647825"/>
                <a:gd name="connsiteX4025" fmla="*/ 345948 w 1533525"/>
                <a:gd name="connsiteY4025" fmla="*/ 1280732 h 1647825"/>
                <a:gd name="connsiteX4026" fmla="*/ 345281 w 1533525"/>
                <a:gd name="connsiteY4026" fmla="*/ 1280732 h 1647825"/>
                <a:gd name="connsiteX4027" fmla="*/ 344805 w 1533525"/>
                <a:gd name="connsiteY4027" fmla="*/ 1280351 h 1647825"/>
                <a:gd name="connsiteX4028" fmla="*/ 344519 w 1533525"/>
                <a:gd name="connsiteY4028" fmla="*/ 1280351 h 1647825"/>
                <a:gd name="connsiteX4029" fmla="*/ 344424 w 1533525"/>
                <a:gd name="connsiteY4029" fmla="*/ 1280922 h 1647825"/>
                <a:gd name="connsiteX4030" fmla="*/ 344329 w 1533525"/>
                <a:gd name="connsiteY4030" fmla="*/ 1281208 h 1647825"/>
                <a:gd name="connsiteX4031" fmla="*/ 344138 w 1533525"/>
                <a:gd name="connsiteY4031" fmla="*/ 1281303 h 1647825"/>
                <a:gd name="connsiteX4032" fmla="*/ 343853 w 1533525"/>
                <a:gd name="connsiteY4032" fmla="*/ 1281113 h 1647825"/>
                <a:gd name="connsiteX4033" fmla="*/ 343853 w 1533525"/>
                <a:gd name="connsiteY4033" fmla="*/ 1281303 h 1647825"/>
                <a:gd name="connsiteX4034" fmla="*/ 343853 w 1533525"/>
                <a:gd name="connsiteY4034" fmla="*/ 1281493 h 1647825"/>
                <a:gd name="connsiteX4035" fmla="*/ 343948 w 1533525"/>
                <a:gd name="connsiteY4035" fmla="*/ 1281684 h 1647825"/>
                <a:gd name="connsiteX4036" fmla="*/ 344138 w 1533525"/>
                <a:gd name="connsiteY4036" fmla="*/ 1281875 h 1647825"/>
                <a:gd name="connsiteX4037" fmla="*/ 344043 w 1533525"/>
                <a:gd name="connsiteY4037" fmla="*/ 1282637 h 1647825"/>
                <a:gd name="connsiteX4038" fmla="*/ 344424 w 1533525"/>
                <a:gd name="connsiteY4038" fmla="*/ 1285589 h 1647825"/>
                <a:gd name="connsiteX4039" fmla="*/ 344424 w 1533525"/>
                <a:gd name="connsiteY4039" fmla="*/ 1286827 h 1647825"/>
                <a:gd name="connsiteX4040" fmla="*/ 345662 w 1533525"/>
                <a:gd name="connsiteY4040" fmla="*/ 1290352 h 1647825"/>
                <a:gd name="connsiteX4041" fmla="*/ 345757 w 1533525"/>
                <a:gd name="connsiteY4041" fmla="*/ 1291400 h 1647825"/>
                <a:gd name="connsiteX4042" fmla="*/ 345757 w 1533525"/>
                <a:gd name="connsiteY4042" fmla="*/ 1292638 h 1647825"/>
                <a:gd name="connsiteX4043" fmla="*/ 346139 w 1533525"/>
                <a:gd name="connsiteY4043" fmla="*/ 1293019 h 1647825"/>
                <a:gd name="connsiteX4044" fmla="*/ 345377 w 1533525"/>
                <a:gd name="connsiteY4044" fmla="*/ 1292924 h 1647825"/>
                <a:gd name="connsiteX4045" fmla="*/ 345186 w 1533525"/>
                <a:gd name="connsiteY4045" fmla="*/ 1291685 h 1647825"/>
                <a:gd name="connsiteX4046" fmla="*/ 344710 w 1533525"/>
                <a:gd name="connsiteY4046" fmla="*/ 1290161 h 1647825"/>
                <a:gd name="connsiteX4047" fmla="*/ 344805 w 1533525"/>
                <a:gd name="connsiteY4047" fmla="*/ 1291495 h 1647825"/>
                <a:gd name="connsiteX4048" fmla="*/ 344996 w 1533525"/>
                <a:gd name="connsiteY4048" fmla="*/ 1293209 h 1647825"/>
                <a:gd name="connsiteX4049" fmla="*/ 345377 w 1533525"/>
                <a:gd name="connsiteY4049" fmla="*/ 1294162 h 1647825"/>
                <a:gd name="connsiteX4050" fmla="*/ 345091 w 1533525"/>
                <a:gd name="connsiteY4050" fmla="*/ 1294829 h 1647825"/>
                <a:gd name="connsiteX4051" fmla="*/ 345472 w 1533525"/>
                <a:gd name="connsiteY4051" fmla="*/ 1295686 h 1647825"/>
                <a:gd name="connsiteX4052" fmla="*/ 346043 w 1533525"/>
                <a:gd name="connsiteY4052" fmla="*/ 1296639 h 1647825"/>
                <a:gd name="connsiteX4053" fmla="*/ 346424 w 1533525"/>
                <a:gd name="connsiteY4053" fmla="*/ 1297591 h 1647825"/>
                <a:gd name="connsiteX4054" fmla="*/ 347377 w 1533525"/>
                <a:gd name="connsiteY4054" fmla="*/ 1301210 h 1647825"/>
                <a:gd name="connsiteX4055" fmla="*/ 347567 w 1533525"/>
                <a:gd name="connsiteY4055" fmla="*/ 1303401 h 1647825"/>
                <a:gd name="connsiteX4056" fmla="*/ 348139 w 1533525"/>
                <a:gd name="connsiteY4056" fmla="*/ 1306164 h 1647825"/>
                <a:gd name="connsiteX4057" fmla="*/ 348329 w 1533525"/>
                <a:gd name="connsiteY4057" fmla="*/ 1306735 h 1647825"/>
                <a:gd name="connsiteX4058" fmla="*/ 348710 w 1533525"/>
                <a:gd name="connsiteY4058" fmla="*/ 1307021 h 1647825"/>
                <a:gd name="connsiteX4059" fmla="*/ 348806 w 1533525"/>
                <a:gd name="connsiteY4059" fmla="*/ 1307687 h 1647825"/>
                <a:gd name="connsiteX4060" fmla="*/ 348901 w 1533525"/>
                <a:gd name="connsiteY4060" fmla="*/ 1309021 h 1647825"/>
                <a:gd name="connsiteX4061" fmla="*/ 349186 w 1533525"/>
                <a:gd name="connsiteY4061" fmla="*/ 1310068 h 1647825"/>
                <a:gd name="connsiteX4062" fmla="*/ 349472 w 1533525"/>
                <a:gd name="connsiteY4062" fmla="*/ 1310354 h 1647825"/>
                <a:gd name="connsiteX4063" fmla="*/ 349948 w 1533525"/>
                <a:gd name="connsiteY4063" fmla="*/ 1310831 h 1647825"/>
                <a:gd name="connsiteX4064" fmla="*/ 349282 w 1533525"/>
                <a:gd name="connsiteY4064" fmla="*/ 1312545 h 1647825"/>
                <a:gd name="connsiteX4065" fmla="*/ 351758 w 1533525"/>
                <a:gd name="connsiteY4065" fmla="*/ 1322832 h 1647825"/>
                <a:gd name="connsiteX4066" fmla="*/ 353473 w 1533525"/>
                <a:gd name="connsiteY4066" fmla="*/ 1323118 h 1647825"/>
                <a:gd name="connsiteX4067" fmla="*/ 355759 w 1533525"/>
                <a:gd name="connsiteY4067" fmla="*/ 1322356 h 1647825"/>
                <a:gd name="connsiteX4068" fmla="*/ 358140 w 1533525"/>
                <a:gd name="connsiteY4068" fmla="*/ 1321975 h 1647825"/>
                <a:gd name="connsiteX4069" fmla="*/ 357759 w 1533525"/>
                <a:gd name="connsiteY4069" fmla="*/ 1322642 h 1647825"/>
                <a:gd name="connsiteX4070" fmla="*/ 356902 w 1533525"/>
                <a:gd name="connsiteY4070" fmla="*/ 1323118 h 1647825"/>
                <a:gd name="connsiteX4071" fmla="*/ 356044 w 1533525"/>
                <a:gd name="connsiteY4071" fmla="*/ 1323404 h 1647825"/>
                <a:gd name="connsiteX4072" fmla="*/ 355473 w 1533525"/>
                <a:gd name="connsiteY4072" fmla="*/ 1323499 h 1647825"/>
                <a:gd name="connsiteX4073" fmla="*/ 354997 w 1533525"/>
                <a:gd name="connsiteY4073" fmla="*/ 1323689 h 1647825"/>
                <a:gd name="connsiteX4074" fmla="*/ 354235 w 1533525"/>
                <a:gd name="connsiteY4074" fmla="*/ 1324642 h 1647825"/>
                <a:gd name="connsiteX4075" fmla="*/ 353854 w 1533525"/>
                <a:gd name="connsiteY4075" fmla="*/ 1324927 h 1647825"/>
                <a:gd name="connsiteX4076" fmla="*/ 353473 w 1533525"/>
                <a:gd name="connsiteY4076" fmla="*/ 1324927 h 1647825"/>
                <a:gd name="connsiteX4077" fmla="*/ 352044 w 1533525"/>
                <a:gd name="connsiteY4077" fmla="*/ 1324261 h 1647825"/>
                <a:gd name="connsiteX4078" fmla="*/ 352139 w 1533525"/>
                <a:gd name="connsiteY4078" fmla="*/ 1325023 h 1647825"/>
                <a:gd name="connsiteX4079" fmla="*/ 352520 w 1533525"/>
                <a:gd name="connsiteY4079" fmla="*/ 1325499 h 1647825"/>
                <a:gd name="connsiteX4080" fmla="*/ 352997 w 1533525"/>
                <a:gd name="connsiteY4080" fmla="*/ 1325880 h 1647825"/>
                <a:gd name="connsiteX4081" fmla="*/ 353473 w 1533525"/>
                <a:gd name="connsiteY4081" fmla="*/ 1326452 h 1647825"/>
                <a:gd name="connsiteX4082" fmla="*/ 353568 w 1533525"/>
                <a:gd name="connsiteY4082" fmla="*/ 1327023 h 1647825"/>
                <a:gd name="connsiteX4083" fmla="*/ 353568 w 1533525"/>
                <a:gd name="connsiteY4083" fmla="*/ 1328166 h 1647825"/>
                <a:gd name="connsiteX4084" fmla="*/ 353663 w 1533525"/>
                <a:gd name="connsiteY4084" fmla="*/ 1328452 h 1647825"/>
                <a:gd name="connsiteX4085" fmla="*/ 354425 w 1533525"/>
                <a:gd name="connsiteY4085" fmla="*/ 1329309 h 1647825"/>
                <a:gd name="connsiteX4086" fmla="*/ 354902 w 1533525"/>
                <a:gd name="connsiteY4086" fmla="*/ 1330262 h 1647825"/>
                <a:gd name="connsiteX4087" fmla="*/ 358902 w 1533525"/>
                <a:gd name="connsiteY4087" fmla="*/ 1340358 h 1647825"/>
                <a:gd name="connsiteX4088" fmla="*/ 360045 w 1533525"/>
                <a:gd name="connsiteY4088" fmla="*/ 1341977 h 1647825"/>
                <a:gd name="connsiteX4089" fmla="*/ 360521 w 1533525"/>
                <a:gd name="connsiteY4089" fmla="*/ 1342835 h 1647825"/>
                <a:gd name="connsiteX4090" fmla="*/ 360712 w 1533525"/>
                <a:gd name="connsiteY4090" fmla="*/ 1343882 h 1647825"/>
                <a:gd name="connsiteX4091" fmla="*/ 360902 w 1533525"/>
                <a:gd name="connsiteY4091" fmla="*/ 1344359 h 1647825"/>
                <a:gd name="connsiteX4092" fmla="*/ 361283 w 1533525"/>
                <a:gd name="connsiteY4092" fmla="*/ 1344740 h 1647825"/>
                <a:gd name="connsiteX4093" fmla="*/ 361664 w 1533525"/>
                <a:gd name="connsiteY4093" fmla="*/ 1345025 h 1647825"/>
                <a:gd name="connsiteX4094" fmla="*/ 361855 w 1533525"/>
                <a:gd name="connsiteY4094" fmla="*/ 1345311 h 1647825"/>
                <a:gd name="connsiteX4095" fmla="*/ 361950 w 1533525"/>
                <a:gd name="connsiteY4095" fmla="*/ 1345692 h 1647825"/>
                <a:gd name="connsiteX4096" fmla="*/ 362331 w 1533525"/>
                <a:gd name="connsiteY4096" fmla="*/ 1346835 h 1647825"/>
                <a:gd name="connsiteX4097" fmla="*/ 365760 w 1533525"/>
                <a:gd name="connsiteY4097" fmla="*/ 1352645 h 1647825"/>
                <a:gd name="connsiteX4098" fmla="*/ 366617 w 1533525"/>
                <a:gd name="connsiteY4098" fmla="*/ 1354646 h 1647825"/>
                <a:gd name="connsiteX4099" fmla="*/ 366903 w 1533525"/>
                <a:gd name="connsiteY4099" fmla="*/ 1355884 h 1647825"/>
                <a:gd name="connsiteX4100" fmla="*/ 366998 w 1533525"/>
                <a:gd name="connsiteY4100" fmla="*/ 1356551 h 1647825"/>
                <a:gd name="connsiteX4101" fmla="*/ 366998 w 1533525"/>
                <a:gd name="connsiteY4101" fmla="*/ 1357217 h 1647825"/>
                <a:gd name="connsiteX4102" fmla="*/ 367475 w 1533525"/>
                <a:gd name="connsiteY4102" fmla="*/ 1356741 h 1647825"/>
                <a:gd name="connsiteX4103" fmla="*/ 367760 w 1533525"/>
                <a:gd name="connsiteY4103" fmla="*/ 1356265 h 1647825"/>
                <a:gd name="connsiteX4104" fmla="*/ 368141 w 1533525"/>
                <a:gd name="connsiteY4104" fmla="*/ 1355884 h 1647825"/>
                <a:gd name="connsiteX4105" fmla="*/ 368808 w 1533525"/>
                <a:gd name="connsiteY4105" fmla="*/ 1355693 h 1647825"/>
                <a:gd name="connsiteX4106" fmla="*/ 368808 w 1533525"/>
                <a:gd name="connsiteY4106" fmla="*/ 1356074 h 1647825"/>
                <a:gd name="connsiteX4107" fmla="*/ 368332 w 1533525"/>
                <a:gd name="connsiteY4107" fmla="*/ 1357884 h 1647825"/>
                <a:gd name="connsiteX4108" fmla="*/ 368998 w 1533525"/>
                <a:gd name="connsiteY4108" fmla="*/ 1360360 h 1647825"/>
                <a:gd name="connsiteX4109" fmla="*/ 370903 w 1533525"/>
                <a:gd name="connsiteY4109" fmla="*/ 1364837 h 1647825"/>
                <a:gd name="connsiteX4110" fmla="*/ 371189 w 1533525"/>
                <a:gd name="connsiteY4110" fmla="*/ 1366742 h 1647825"/>
                <a:gd name="connsiteX4111" fmla="*/ 371570 w 1533525"/>
                <a:gd name="connsiteY4111" fmla="*/ 1367790 h 1647825"/>
                <a:gd name="connsiteX4112" fmla="*/ 372332 w 1533525"/>
                <a:gd name="connsiteY4112" fmla="*/ 1368552 h 1647825"/>
                <a:gd name="connsiteX4113" fmla="*/ 372237 w 1533525"/>
                <a:gd name="connsiteY4113" fmla="*/ 1368362 h 1647825"/>
                <a:gd name="connsiteX4114" fmla="*/ 372428 w 1533525"/>
                <a:gd name="connsiteY4114" fmla="*/ 1368076 h 1647825"/>
                <a:gd name="connsiteX4115" fmla="*/ 372713 w 1533525"/>
                <a:gd name="connsiteY4115" fmla="*/ 1367885 h 1647825"/>
                <a:gd name="connsiteX4116" fmla="*/ 372999 w 1533525"/>
                <a:gd name="connsiteY4116" fmla="*/ 1367885 h 1647825"/>
                <a:gd name="connsiteX4117" fmla="*/ 373094 w 1533525"/>
                <a:gd name="connsiteY4117" fmla="*/ 1367981 h 1647825"/>
                <a:gd name="connsiteX4118" fmla="*/ 373285 w 1533525"/>
                <a:gd name="connsiteY4118" fmla="*/ 1368171 h 1647825"/>
                <a:gd name="connsiteX4119" fmla="*/ 373571 w 1533525"/>
                <a:gd name="connsiteY4119" fmla="*/ 1368457 h 1647825"/>
                <a:gd name="connsiteX4120" fmla="*/ 373856 w 1533525"/>
                <a:gd name="connsiteY4120" fmla="*/ 1368552 h 1647825"/>
                <a:gd name="connsiteX4121" fmla="*/ 374237 w 1533525"/>
                <a:gd name="connsiteY4121" fmla="*/ 1368838 h 1647825"/>
                <a:gd name="connsiteX4122" fmla="*/ 375857 w 1533525"/>
                <a:gd name="connsiteY4122" fmla="*/ 1370743 h 1647825"/>
                <a:gd name="connsiteX4123" fmla="*/ 374999 w 1533525"/>
                <a:gd name="connsiteY4123" fmla="*/ 1369124 h 1647825"/>
                <a:gd name="connsiteX4124" fmla="*/ 375190 w 1533525"/>
                <a:gd name="connsiteY4124" fmla="*/ 1368266 h 1647825"/>
                <a:gd name="connsiteX4125" fmla="*/ 377285 w 1533525"/>
                <a:gd name="connsiteY4125" fmla="*/ 1366647 h 1647825"/>
                <a:gd name="connsiteX4126" fmla="*/ 377381 w 1533525"/>
                <a:gd name="connsiteY4126" fmla="*/ 1366742 h 1647825"/>
                <a:gd name="connsiteX4127" fmla="*/ 378428 w 1533525"/>
                <a:gd name="connsiteY4127" fmla="*/ 1367790 h 1647825"/>
                <a:gd name="connsiteX4128" fmla="*/ 378714 w 1533525"/>
                <a:gd name="connsiteY4128" fmla="*/ 1368362 h 1647825"/>
                <a:gd name="connsiteX4129" fmla="*/ 377952 w 1533525"/>
                <a:gd name="connsiteY4129" fmla="*/ 1368552 h 1647825"/>
                <a:gd name="connsiteX4130" fmla="*/ 376142 w 1533525"/>
                <a:gd name="connsiteY4130" fmla="*/ 1368457 h 1647825"/>
                <a:gd name="connsiteX4131" fmla="*/ 376047 w 1533525"/>
                <a:gd name="connsiteY4131" fmla="*/ 1368838 h 1647825"/>
                <a:gd name="connsiteX4132" fmla="*/ 376619 w 1533525"/>
                <a:gd name="connsiteY4132" fmla="*/ 1369981 h 1647825"/>
                <a:gd name="connsiteX4133" fmla="*/ 377285 w 1533525"/>
                <a:gd name="connsiteY4133" fmla="*/ 1370838 h 1647825"/>
                <a:gd name="connsiteX4134" fmla="*/ 378047 w 1533525"/>
                <a:gd name="connsiteY4134" fmla="*/ 1371410 h 1647825"/>
                <a:gd name="connsiteX4135" fmla="*/ 378905 w 1533525"/>
                <a:gd name="connsiteY4135" fmla="*/ 1371695 h 1647825"/>
                <a:gd name="connsiteX4136" fmla="*/ 379857 w 1533525"/>
                <a:gd name="connsiteY4136" fmla="*/ 1371791 h 1647825"/>
                <a:gd name="connsiteX4137" fmla="*/ 380524 w 1533525"/>
                <a:gd name="connsiteY4137" fmla="*/ 1371600 h 1647825"/>
                <a:gd name="connsiteX4138" fmla="*/ 381476 w 1533525"/>
                <a:gd name="connsiteY4138" fmla="*/ 1370648 h 1647825"/>
                <a:gd name="connsiteX4139" fmla="*/ 382143 w 1533525"/>
                <a:gd name="connsiteY4139" fmla="*/ 1370267 h 1647825"/>
                <a:gd name="connsiteX4140" fmla="*/ 381762 w 1533525"/>
                <a:gd name="connsiteY4140" fmla="*/ 1371124 h 1647825"/>
                <a:gd name="connsiteX4141" fmla="*/ 381572 w 1533525"/>
                <a:gd name="connsiteY4141" fmla="*/ 1371791 h 1647825"/>
                <a:gd name="connsiteX4142" fmla="*/ 381762 w 1533525"/>
                <a:gd name="connsiteY4142" fmla="*/ 1372362 h 1647825"/>
                <a:gd name="connsiteX4143" fmla="*/ 382524 w 1533525"/>
                <a:gd name="connsiteY4143" fmla="*/ 1372839 h 1647825"/>
                <a:gd name="connsiteX4144" fmla="*/ 382524 w 1533525"/>
                <a:gd name="connsiteY4144" fmla="*/ 1373124 h 1647825"/>
                <a:gd name="connsiteX4145" fmla="*/ 378619 w 1533525"/>
                <a:gd name="connsiteY4145" fmla="*/ 1372267 h 1647825"/>
                <a:gd name="connsiteX4146" fmla="*/ 377666 w 1533525"/>
                <a:gd name="connsiteY4146" fmla="*/ 1372457 h 1647825"/>
                <a:gd name="connsiteX4147" fmla="*/ 378523 w 1533525"/>
                <a:gd name="connsiteY4147" fmla="*/ 1374267 h 1647825"/>
                <a:gd name="connsiteX4148" fmla="*/ 379857 w 1533525"/>
                <a:gd name="connsiteY4148" fmla="*/ 1375696 h 1647825"/>
                <a:gd name="connsiteX4149" fmla="*/ 380048 w 1533525"/>
                <a:gd name="connsiteY4149" fmla="*/ 1376267 h 1647825"/>
                <a:gd name="connsiteX4150" fmla="*/ 380238 w 1533525"/>
                <a:gd name="connsiteY4150" fmla="*/ 1376458 h 1647825"/>
                <a:gd name="connsiteX4151" fmla="*/ 381095 w 1533525"/>
                <a:gd name="connsiteY4151" fmla="*/ 1376077 h 1647825"/>
                <a:gd name="connsiteX4152" fmla="*/ 381476 w 1533525"/>
                <a:gd name="connsiteY4152" fmla="*/ 1376077 h 1647825"/>
                <a:gd name="connsiteX4153" fmla="*/ 388144 w 1533525"/>
                <a:gd name="connsiteY4153" fmla="*/ 1383411 h 1647825"/>
                <a:gd name="connsiteX4154" fmla="*/ 389477 w 1533525"/>
                <a:gd name="connsiteY4154" fmla="*/ 1385221 h 1647825"/>
                <a:gd name="connsiteX4155" fmla="*/ 392335 w 1533525"/>
                <a:gd name="connsiteY4155" fmla="*/ 1392174 h 1647825"/>
                <a:gd name="connsiteX4156" fmla="*/ 392144 w 1533525"/>
                <a:gd name="connsiteY4156" fmla="*/ 1392936 h 1647825"/>
                <a:gd name="connsiteX4157" fmla="*/ 393097 w 1533525"/>
                <a:gd name="connsiteY4157" fmla="*/ 1394365 h 1647825"/>
                <a:gd name="connsiteX4158" fmla="*/ 393382 w 1533525"/>
                <a:gd name="connsiteY4158" fmla="*/ 1395317 h 1647825"/>
                <a:gd name="connsiteX4159" fmla="*/ 393478 w 1533525"/>
                <a:gd name="connsiteY4159" fmla="*/ 1396365 h 1647825"/>
                <a:gd name="connsiteX4160" fmla="*/ 393859 w 1533525"/>
                <a:gd name="connsiteY4160" fmla="*/ 1396937 h 1647825"/>
                <a:gd name="connsiteX4161" fmla="*/ 394621 w 1533525"/>
                <a:gd name="connsiteY4161" fmla="*/ 1397222 h 1647825"/>
                <a:gd name="connsiteX4162" fmla="*/ 395669 w 1533525"/>
                <a:gd name="connsiteY4162" fmla="*/ 1397318 h 1647825"/>
                <a:gd name="connsiteX4163" fmla="*/ 396431 w 1533525"/>
                <a:gd name="connsiteY4163" fmla="*/ 1397603 h 1647825"/>
                <a:gd name="connsiteX4164" fmla="*/ 397097 w 1533525"/>
                <a:gd name="connsiteY4164" fmla="*/ 1398270 h 1647825"/>
                <a:gd name="connsiteX4165" fmla="*/ 398050 w 1533525"/>
                <a:gd name="connsiteY4165" fmla="*/ 1399889 h 1647825"/>
                <a:gd name="connsiteX4166" fmla="*/ 398907 w 1533525"/>
                <a:gd name="connsiteY4166" fmla="*/ 1401890 h 1647825"/>
                <a:gd name="connsiteX4167" fmla="*/ 399478 w 1533525"/>
                <a:gd name="connsiteY4167" fmla="*/ 1402652 h 1647825"/>
                <a:gd name="connsiteX4168" fmla="*/ 400145 w 1533525"/>
                <a:gd name="connsiteY4168" fmla="*/ 1402461 h 1647825"/>
                <a:gd name="connsiteX4169" fmla="*/ 400526 w 1533525"/>
                <a:gd name="connsiteY4169" fmla="*/ 1403128 h 1647825"/>
                <a:gd name="connsiteX4170" fmla="*/ 400336 w 1533525"/>
                <a:gd name="connsiteY4170" fmla="*/ 1403509 h 1647825"/>
                <a:gd name="connsiteX4171" fmla="*/ 399764 w 1533525"/>
                <a:gd name="connsiteY4171" fmla="*/ 1403890 h 1647825"/>
                <a:gd name="connsiteX4172" fmla="*/ 399860 w 1533525"/>
                <a:gd name="connsiteY4172" fmla="*/ 1404557 h 1647825"/>
                <a:gd name="connsiteX4173" fmla="*/ 400050 w 1533525"/>
                <a:gd name="connsiteY4173" fmla="*/ 1404938 h 1647825"/>
                <a:gd name="connsiteX4174" fmla="*/ 400240 w 1533525"/>
                <a:gd name="connsiteY4174" fmla="*/ 1405223 h 1647825"/>
                <a:gd name="connsiteX4175" fmla="*/ 400526 w 1533525"/>
                <a:gd name="connsiteY4175" fmla="*/ 1405700 h 1647825"/>
                <a:gd name="connsiteX4176" fmla="*/ 405289 w 1533525"/>
                <a:gd name="connsiteY4176" fmla="*/ 1417034 h 1647825"/>
                <a:gd name="connsiteX4177" fmla="*/ 407765 w 1533525"/>
                <a:gd name="connsiteY4177" fmla="*/ 1425797 h 1647825"/>
                <a:gd name="connsiteX4178" fmla="*/ 408527 w 1533525"/>
                <a:gd name="connsiteY4178" fmla="*/ 1430179 h 1647825"/>
                <a:gd name="connsiteX4179" fmla="*/ 409385 w 1533525"/>
                <a:gd name="connsiteY4179" fmla="*/ 1432370 h 1647825"/>
                <a:gd name="connsiteX4180" fmla="*/ 411004 w 1533525"/>
                <a:gd name="connsiteY4180" fmla="*/ 1433036 h 1647825"/>
                <a:gd name="connsiteX4181" fmla="*/ 410718 w 1533525"/>
                <a:gd name="connsiteY4181" fmla="*/ 1433322 h 1647825"/>
                <a:gd name="connsiteX4182" fmla="*/ 409670 w 1533525"/>
                <a:gd name="connsiteY4182" fmla="*/ 1433893 h 1647825"/>
                <a:gd name="connsiteX4183" fmla="*/ 409480 w 1533525"/>
                <a:gd name="connsiteY4183" fmla="*/ 1434179 h 1647825"/>
                <a:gd name="connsiteX4184" fmla="*/ 409480 w 1533525"/>
                <a:gd name="connsiteY4184" fmla="*/ 1434751 h 1647825"/>
                <a:gd name="connsiteX4185" fmla="*/ 409765 w 1533525"/>
                <a:gd name="connsiteY4185" fmla="*/ 1435132 h 1647825"/>
                <a:gd name="connsiteX4186" fmla="*/ 410051 w 1533525"/>
                <a:gd name="connsiteY4186" fmla="*/ 1435513 h 1647825"/>
                <a:gd name="connsiteX4187" fmla="*/ 410147 w 1533525"/>
                <a:gd name="connsiteY4187" fmla="*/ 1435894 h 1647825"/>
                <a:gd name="connsiteX4188" fmla="*/ 410337 w 1533525"/>
                <a:gd name="connsiteY4188" fmla="*/ 1436846 h 1647825"/>
                <a:gd name="connsiteX4189" fmla="*/ 413480 w 1533525"/>
                <a:gd name="connsiteY4189" fmla="*/ 1443228 h 1647825"/>
                <a:gd name="connsiteX4190" fmla="*/ 413957 w 1533525"/>
                <a:gd name="connsiteY4190" fmla="*/ 1445324 h 1647825"/>
                <a:gd name="connsiteX4191" fmla="*/ 414528 w 1533525"/>
                <a:gd name="connsiteY4191" fmla="*/ 1446085 h 1647825"/>
                <a:gd name="connsiteX4192" fmla="*/ 415861 w 1533525"/>
                <a:gd name="connsiteY4192" fmla="*/ 1447324 h 1647825"/>
                <a:gd name="connsiteX4193" fmla="*/ 416243 w 1533525"/>
                <a:gd name="connsiteY4193" fmla="*/ 1448181 h 1647825"/>
                <a:gd name="connsiteX4194" fmla="*/ 416814 w 1533525"/>
                <a:gd name="connsiteY4194" fmla="*/ 1450562 h 1647825"/>
                <a:gd name="connsiteX4195" fmla="*/ 416909 w 1533525"/>
                <a:gd name="connsiteY4195" fmla="*/ 1451610 h 1647825"/>
                <a:gd name="connsiteX4196" fmla="*/ 417195 w 1533525"/>
                <a:gd name="connsiteY4196" fmla="*/ 1452563 h 1647825"/>
                <a:gd name="connsiteX4197" fmla="*/ 419100 w 1533525"/>
                <a:gd name="connsiteY4197" fmla="*/ 1455134 h 1647825"/>
                <a:gd name="connsiteX4198" fmla="*/ 419862 w 1533525"/>
                <a:gd name="connsiteY4198" fmla="*/ 1457325 h 1647825"/>
                <a:gd name="connsiteX4199" fmla="*/ 420815 w 1533525"/>
                <a:gd name="connsiteY4199" fmla="*/ 1461707 h 1647825"/>
                <a:gd name="connsiteX4200" fmla="*/ 421577 w 1533525"/>
                <a:gd name="connsiteY4200" fmla="*/ 1463897 h 1647825"/>
                <a:gd name="connsiteX4201" fmla="*/ 421957 w 1533525"/>
                <a:gd name="connsiteY4201" fmla="*/ 1464659 h 1647825"/>
                <a:gd name="connsiteX4202" fmla="*/ 422529 w 1533525"/>
                <a:gd name="connsiteY4202" fmla="*/ 1465326 h 1647825"/>
                <a:gd name="connsiteX4203" fmla="*/ 423196 w 1533525"/>
                <a:gd name="connsiteY4203" fmla="*/ 1465517 h 1647825"/>
                <a:gd name="connsiteX4204" fmla="*/ 424148 w 1533525"/>
                <a:gd name="connsiteY4204" fmla="*/ 1464945 h 1647825"/>
                <a:gd name="connsiteX4205" fmla="*/ 424529 w 1533525"/>
                <a:gd name="connsiteY4205" fmla="*/ 1464088 h 1647825"/>
                <a:gd name="connsiteX4206" fmla="*/ 424434 w 1533525"/>
                <a:gd name="connsiteY4206" fmla="*/ 1463135 h 1647825"/>
                <a:gd name="connsiteX4207" fmla="*/ 423767 w 1533525"/>
                <a:gd name="connsiteY4207" fmla="*/ 1461326 h 1647825"/>
                <a:gd name="connsiteX4208" fmla="*/ 424339 w 1533525"/>
                <a:gd name="connsiteY4208" fmla="*/ 1461611 h 1647825"/>
                <a:gd name="connsiteX4209" fmla="*/ 424720 w 1533525"/>
                <a:gd name="connsiteY4209" fmla="*/ 1462088 h 1647825"/>
                <a:gd name="connsiteX4210" fmla="*/ 425196 w 1533525"/>
                <a:gd name="connsiteY4210" fmla="*/ 1463135 h 1647825"/>
                <a:gd name="connsiteX4211" fmla="*/ 425482 w 1533525"/>
                <a:gd name="connsiteY4211" fmla="*/ 1463135 h 1647825"/>
                <a:gd name="connsiteX4212" fmla="*/ 425863 w 1533525"/>
                <a:gd name="connsiteY4212" fmla="*/ 1462945 h 1647825"/>
                <a:gd name="connsiteX4213" fmla="*/ 426148 w 1533525"/>
                <a:gd name="connsiteY4213" fmla="*/ 1462850 h 1647825"/>
                <a:gd name="connsiteX4214" fmla="*/ 426244 w 1533525"/>
                <a:gd name="connsiteY4214" fmla="*/ 1463231 h 1647825"/>
                <a:gd name="connsiteX4215" fmla="*/ 426148 w 1533525"/>
                <a:gd name="connsiteY4215" fmla="*/ 1463612 h 1647825"/>
                <a:gd name="connsiteX4216" fmla="*/ 425958 w 1533525"/>
                <a:gd name="connsiteY4216" fmla="*/ 1463993 h 1647825"/>
                <a:gd name="connsiteX4217" fmla="*/ 425863 w 1533525"/>
                <a:gd name="connsiteY4217" fmla="*/ 1464374 h 1647825"/>
                <a:gd name="connsiteX4218" fmla="*/ 425196 w 1533525"/>
                <a:gd name="connsiteY4218" fmla="*/ 1465040 h 1647825"/>
                <a:gd name="connsiteX4219" fmla="*/ 422719 w 1533525"/>
                <a:gd name="connsiteY4219" fmla="*/ 1466469 h 1647825"/>
                <a:gd name="connsiteX4220" fmla="*/ 422719 w 1533525"/>
                <a:gd name="connsiteY4220" fmla="*/ 1467231 h 1647825"/>
                <a:gd name="connsiteX4221" fmla="*/ 423101 w 1533525"/>
                <a:gd name="connsiteY4221" fmla="*/ 1467802 h 1647825"/>
                <a:gd name="connsiteX4222" fmla="*/ 423101 w 1533525"/>
                <a:gd name="connsiteY4222" fmla="*/ 1468279 h 1647825"/>
                <a:gd name="connsiteX4223" fmla="*/ 422910 w 1533525"/>
                <a:gd name="connsiteY4223" fmla="*/ 1469041 h 1647825"/>
                <a:gd name="connsiteX4224" fmla="*/ 423005 w 1533525"/>
                <a:gd name="connsiteY4224" fmla="*/ 1469898 h 1647825"/>
                <a:gd name="connsiteX4225" fmla="*/ 424720 w 1533525"/>
                <a:gd name="connsiteY4225" fmla="*/ 1474184 h 1647825"/>
                <a:gd name="connsiteX4226" fmla="*/ 425482 w 1533525"/>
                <a:gd name="connsiteY4226" fmla="*/ 1475518 h 1647825"/>
                <a:gd name="connsiteX4227" fmla="*/ 426244 w 1533525"/>
                <a:gd name="connsiteY4227" fmla="*/ 1476185 h 1647825"/>
                <a:gd name="connsiteX4228" fmla="*/ 425863 w 1533525"/>
                <a:gd name="connsiteY4228" fmla="*/ 1475232 h 1647825"/>
                <a:gd name="connsiteX4229" fmla="*/ 425672 w 1533525"/>
                <a:gd name="connsiteY4229" fmla="*/ 1474089 h 1647825"/>
                <a:gd name="connsiteX4230" fmla="*/ 425577 w 1533525"/>
                <a:gd name="connsiteY4230" fmla="*/ 1471993 h 1647825"/>
                <a:gd name="connsiteX4231" fmla="*/ 425291 w 1533525"/>
                <a:gd name="connsiteY4231" fmla="*/ 1471136 h 1647825"/>
                <a:gd name="connsiteX4232" fmla="*/ 424815 w 1533525"/>
                <a:gd name="connsiteY4232" fmla="*/ 1470279 h 1647825"/>
                <a:gd name="connsiteX4233" fmla="*/ 424529 w 1533525"/>
                <a:gd name="connsiteY4233" fmla="*/ 1469327 h 1647825"/>
                <a:gd name="connsiteX4234" fmla="*/ 424910 w 1533525"/>
                <a:gd name="connsiteY4234" fmla="*/ 1468184 h 1647825"/>
                <a:gd name="connsiteX4235" fmla="*/ 425291 w 1533525"/>
                <a:gd name="connsiteY4235" fmla="*/ 1469327 h 1647825"/>
                <a:gd name="connsiteX4236" fmla="*/ 425577 w 1533525"/>
                <a:gd name="connsiteY4236" fmla="*/ 1469708 h 1647825"/>
                <a:gd name="connsiteX4237" fmla="*/ 426053 w 1533525"/>
                <a:gd name="connsiteY4237" fmla="*/ 1469993 h 1647825"/>
                <a:gd name="connsiteX4238" fmla="*/ 426530 w 1533525"/>
                <a:gd name="connsiteY4238" fmla="*/ 1470089 h 1647825"/>
                <a:gd name="connsiteX4239" fmla="*/ 427101 w 1533525"/>
                <a:gd name="connsiteY4239" fmla="*/ 1472946 h 1647825"/>
                <a:gd name="connsiteX4240" fmla="*/ 428053 w 1533525"/>
                <a:gd name="connsiteY4240" fmla="*/ 1473613 h 1647825"/>
                <a:gd name="connsiteX4241" fmla="*/ 427768 w 1533525"/>
                <a:gd name="connsiteY4241" fmla="*/ 1474660 h 1647825"/>
                <a:gd name="connsiteX4242" fmla="*/ 428244 w 1533525"/>
                <a:gd name="connsiteY4242" fmla="*/ 1476661 h 1647825"/>
                <a:gd name="connsiteX4243" fmla="*/ 429101 w 1533525"/>
                <a:gd name="connsiteY4243" fmla="*/ 1478090 h 1647825"/>
                <a:gd name="connsiteX4244" fmla="*/ 430054 w 1533525"/>
                <a:gd name="connsiteY4244" fmla="*/ 1477232 h 1647825"/>
                <a:gd name="connsiteX4245" fmla="*/ 430530 w 1533525"/>
                <a:gd name="connsiteY4245" fmla="*/ 1477994 h 1647825"/>
                <a:gd name="connsiteX4246" fmla="*/ 432530 w 1533525"/>
                <a:gd name="connsiteY4246" fmla="*/ 1479995 h 1647825"/>
                <a:gd name="connsiteX4247" fmla="*/ 432816 w 1533525"/>
                <a:gd name="connsiteY4247" fmla="*/ 1480852 h 1647825"/>
                <a:gd name="connsiteX4248" fmla="*/ 433959 w 1533525"/>
                <a:gd name="connsiteY4248" fmla="*/ 1482852 h 1647825"/>
                <a:gd name="connsiteX4249" fmla="*/ 434435 w 1533525"/>
                <a:gd name="connsiteY4249" fmla="*/ 1483805 h 1647825"/>
                <a:gd name="connsiteX4250" fmla="*/ 434531 w 1533525"/>
                <a:gd name="connsiteY4250" fmla="*/ 1484852 h 1647825"/>
                <a:gd name="connsiteX4251" fmla="*/ 434245 w 1533525"/>
                <a:gd name="connsiteY4251" fmla="*/ 1485424 h 1647825"/>
                <a:gd name="connsiteX4252" fmla="*/ 433864 w 1533525"/>
                <a:gd name="connsiteY4252" fmla="*/ 1485900 h 1647825"/>
                <a:gd name="connsiteX4253" fmla="*/ 433673 w 1533525"/>
                <a:gd name="connsiteY4253" fmla="*/ 1486852 h 1647825"/>
                <a:gd name="connsiteX4254" fmla="*/ 433769 w 1533525"/>
                <a:gd name="connsiteY4254" fmla="*/ 1487424 h 1647825"/>
                <a:gd name="connsiteX4255" fmla="*/ 434245 w 1533525"/>
                <a:gd name="connsiteY4255" fmla="*/ 1488377 h 1647825"/>
                <a:gd name="connsiteX4256" fmla="*/ 434435 w 1533525"/>
                <a:gd name="connsiteY4256" fmla="*/ 1488853 h 1647825"/>
                <a:gd name="connsiteX4257" fmla="*/ 434435 w 1533525"/>
                <a:gd name="connsiteY4257" fmla="*/ 1489520 h 1647825"/>
                <a:gd name="connsiteX4258" fmla="*/ 434245 w 1533525"/>
                <a:gd name="connsiteY4258" fmla="*/ 1490472 h 1647825"/>
                <a:gd name="connsiteX4259" fmla="*/ 434340 w 1533525"/>
                <a:gd name="connsiteY4259" fmla="*/ 1491043 h 1647825"/>
                <a:gd name="connsiteX4260" fmla="*/ 434816 w 1533525"/>
                <a:gd name="connsiteY4260" fmla="*/ 1490853 h 1647825"/>
                <a:gd name="connsiteX4261" fmla="*/ 435197 w 1533525"/>
                <a:gd name="connsiteY4261" fmla="*/ 1491425 h 1647825"/>
                <a:gd name="connsiteX4262" fmla="*/ 435483 w 1533525"/>
                <a:gd name="connsiteY4262" fmla="*/ 1492377 h 1647825"/>
                <a:gd name="connsiteX4263" fmla="*/ 435483 w 1533525"/>
                <a:gd name="connsiteY4263" fmla="*/ 1494854 h 1647825"/>
                <a:gd name="connsiteX4264" fmla="*/ 435769 w 1533525"/>
                <a:gd name="connsiteY4264" fmla="*/ 1495997 h 1647825"/>
                <a:gd name="connsiteX4265" fmla="*/ 435769 w 1533525"/>
                <a:gd name="connsiteY4265" fmla="*/ 1497044 h 1647825"/>
                <a:gd name="connsiteX4266" fmla="*/ 435102 w 1533525"/>
                <a:gd name="connsiteY4266" fmla="*/ 1498378 h 1647825"/>
                <a:gd name="connsiteX4267" fmla="*/ 435673 w 1533525"/>
                <a:gd name="connsiteY4267" fmla="*/ 1498759 h 1647825"/>
                <a:gd name="connsiteX4268" fmla="*/ 436245 w 1533525"/>
                <a:gd name="connsiteY4268" fmla="*/ 1499045 h 1647825"/>
                <a:gd name="connsiteX4269" fmla="*/ 437293 w 1533525"/>
                <a:gd name="connsiteY4269" fmla="*/ 1498664 h 1647825"/>
                <a:gd name="connsiteX4270" fmla="*/ 438245 w 1533525"/>
                <a:gd name="connsiteY4270" fmla="*/ 1499045 h 1647825"/>
                <a:gd name="connsiteX4271" fmla="*/ 439198 w 1533525"/>
                <a:gd name="connsiteY4271" fmla="*/ 1499711 h 1647825"/>
                <a:gd name="connsiteX4272" fmla="*/ 440150 w 1533525"/>
                <a:gd name="connsiteY4272" fmla="*/ 1500188 h 1647825"/>
                <a:gd name="connsiteX4273" fmla="*/ 438817 w 1533525"/>
                <a:gd name="connsiteY4273" fmla="*/ 1501807 h 1647825"/>
                <a:gd name="connsiteX4274" fmla="*/ 437864 w 1533525"/>
                <a:gd name="connsiteY4274" fmla="*/ 1502188 h 1647825"/>
                <a:gd name="connsiteX4275" fmla="*/ 436626 w 1533525"/>
                <a:gd name="connsiteY4275" fmla="*/ 1501616 h 1647825"/>
                <a:gd name="connsiteX4276" fmla="*/ 436150 w 1533525"/>
                <a:gd name="connsiteY4276" fmla="*/ 1501712 h 1647825"/>
                <a:gd name="connsiteX4277" fmla="*/ 433578 w 1533525"/>
                <a:gd name="connsiteY4277" fmla="*/ 1501235 h 1647825"/>
                <a:gd name="connsiteX4278" fmla="*/ 432530 w 1533525"/>
                <a:gd name="connsiteY4278" fmla="*/ 1500950 h 1647825"/>
                <a:gd name="connsiteX4279" fmla="*/ 432340 w 1533525"/>
                <a:gd name="connsiteY4279" fmla="*/ 1500188 h 1647825"/>
                <a:gd name="connsiteX4280" fmla="*/ 433388 w 1533525"/>
                <a:gd name="connsiteY4280" fmla="*/ 1495425 h 1647825"/>
                <a:gd name="connsiteX4281" fmla="*/ 433673 w 1533525"/>
                <a:gd name="connsiteY4281" fmla="*/ 1494758 h 1647825"/>
                <a:gd name="connsiteX4282" fmla="*/ 434054 w 1533525"/>
                <a:gd name="connsiteY4282" fmla="*/ 1494092 h 1647825"/>
                <a:gd name="connsiteX4283" fmla="*/ 434340 w 1533525"/>
                <a:gd name="connsiteY4283" fmla="*/ 1493425 h 1647825"/>
                <a:gd name="connsiteX4284" fmla="*/ 434435 w 1533525"/>
                <a:gd name="connsiteY4284" fmla="*/ 1492568 h 1647825"/>
                <a:gd name="connsiteX4285" fmla="*/ 433578 w 1533525"/>
                <a:gd name="connsiteY4285" fmla="*/ 1491710 h 1647825"/>
                <a:gd name="connsiteX4286" fmla="*/ 433102 w 1533525"/>
                <a:gd name="connsiteY4286" fmla="*/ 1490663 h 1647825"/>
                <a:gd name="connsiteX4287" fmla="*/ 432626 w 1533525"/>
                <a:gd name="connsiteY4287" fmla="*/ 1487900 h 1647825"/>
                <a:gd name="connsiteX4288" fmla="*/ 432626 w 1533525"/>
                <a:gd name="connsiteY4288" fmla="*/ 1487139 h 1647825"/>
                <a:gd name="connsiteX4289" fmla="*/ 432721 w 1533525"/>
                <a:gd name="connsiteY4289" fmla="*/ 1485995 h 1647825"/>
                <a:gd name="connsiteX4290" fmla="*/ 432626 w 1533525"/>
                <a:gd name="connsiteY4290" fmla="*/ 1485329 h 1647825"/>
                <a:gd name="connsiteX4291" fmla="*/ 432340 w 1533525"/>
                <a:gd name="connsiteY4291" fmla="*/ 1484567 h 1647825"/>
                <a:gd name="connsiteX4292" fmla="*/ 431482 w 1533525"/>
                <a:gd name="connsiteY4292" fmla="*/ 1483138 h 1647825"/>
                <a:gd name="connsiteX4293" fmla="*/ 431197 w 1533525"/>
                <a:gd name="connsiteY4293" fmla="*/ 1482376 h 1647825"/>
                <a:gd name="connsiteX4294" fmla="*/ 430530 w 1533525"/>
                <a:gd name="connsiteY4294" fmla="*/ 1482852 h 1647825"/>
                <a:gd name="connsiteX4295" fmla="*/ 430721 w 1533525"/>
                <a:gd name="connsiteY4295" fmla="*/ 1483709 h 1647825"/>
                <a:gd name="connsiteX4296" fmla="*/ 431864 w 1533525"/>
                <a:gd name="connsiteY4296" fmla="*/ 1485329 h 1647825"/>
                <a:gd name="connsiteX4297" fmla="*/ 431387 w 1533525"/>
                <a:gd name="connsiteY4297" fmla="*/ 1486757 h 1647825"/>
                <a:gd name="connsiteX4298" fmla="*/ 431864 w 1533525"/>
                <a:gd name="connsiteY4298" fmla="*/ 1490091 h 1647825"/>
                <a:gd name="connsiteX4299" fmla="*/ 431768 w 1533525"/>
                <a:gd name="connsiteY4299" fmla="*/ 1491520 h 1647825"/>
                <a:gd name="connsiteX4300" fmla="*/ 431387 w 1533525"/>
                <a:gd name="connsiteY4300" fmla="*/ 1491520 h 1647825"/>
                <a:gd name="connsiteX4301" fmla="*/ 430054 w 1533525"/>
                <a:gd name="connsiteY4301" fmla="*/ 1482947 h 1647825"/>
                <a:gd name="connsiteX4302" fmla="*/ 429768 w 1533525"/>
                <a:gd name="connsiteY4302" fmla="*/ 1481995 h 1647825"/>
                <a:gd name="connsiteX4303" fmla="*/ 429197 w 1533525"/>
                <a:gd name="connsiteY4303" fmla="*/ 1482471 h 1647825"/>
                <a:gd name="connsiteX4304" fmla="*/ 429578 w 1533525"/>
                <a:gd name="connsiteY4304" fmla="*/ 1483233 h 1647825"/>
                <a:gd name="connsiteX4305" fmla="*/ 429292 w 1533525"/>
                <a:gd name="connsiteY4305" fmla="*/ 1483709 h 1647825"/>
                <a:gd name="connsiteX4306" fmla="*/ 428720 w 1533525"/>
                <a:gd name="connsiteY4306" fmla="*/ 1483900 h 1647825"/>
                <a:gd name="connsiteX4307" fmla="*/ 428244 w 1533525"/>
                <a:gd name="connsiteY4307" fmla="*/ 1483995 h 1647825"/>
                <a:gd name="connsiteX4308" fmla="*/ 428435 w 1533525"/>
                <a:gd name="connsiteY4308" fmla="*/ 1483709 h 1647825"/>
                <a:gd name="connsiteX4309" fmla="*/ 428625 w 1533525"/>
                <a:gd name="connsiteY4309" fmla="*/ 1483043 h 1647825"/>
                <a:gd name="connsiteX4310" fmla="*/ 428625 w 1533525"/>
                <a:gd name="connsiteY4310" fmla="*/ 1482185 h 1647825"/>
                <a:gd name="connsiteX4311" fmla="*/ 428339 w 1533525"/>
                <a:gd name="connsiteY4311" fmla="*/ 1481423 h 1647825"/>
                <a:gd name="connsiteX4312" fmla="*/ 428053 w 1533525"/>
                <a:gd name="connsiteY4312" fmla="*/ 1482185 h 1647825"/>
                <a:gd name="connsiteX4313" fmla="*/ 427958 w 1533525"/>
                <a:gd name="connsiteY4313" fmla="*/ 1482471 h 1647825"/>
                <a:gd name="connsiteX4314" fmla="*/ 427387 w 1533525"/>
                <a:gd name="connsiteY4314" fmla="*/ 1482185 h 1647825"/>
                <a:gd name="connsiteX4315" fmla="*/ 427101 w 1533525"/>
                <a:gd name="connsiteY4315" fmla="*/ 1481709 h 1647825"/>
                <a:gd name="connsiteX4316" fmla="*/ 426911 w 1533525"/>
                <a:gd name="connsiteY4316" fmla="*/ 1481138 h 1647825"/>
                <a:gd name="connsiteX4317" fmla="*/ 426911 w 1533525"/>
                <a:gd name="connsiteY4317" fmla="*/ 1480471 h 1647825"/>
                <a:gd name="connsiteX4318" fmla="*/ 427196 w 1533525"/>
                <a:gd name="connsiteY4318" fmla="*/ 1480280 h 1647825"/>
                <a:gd name="connsiteX4319" fmla="*/ 428435 w 1533525"/>
                <a:gd name="connsiteY4319" fmla="*/ 1480661 h 1647825"/>
                <a:gd name="connsiteX4320" fmla="*/ 428720 w 1533525"/>
                <a:gd name="connsiteY4320" fmla="*/ 1480471 h 1647825"/>
                <a:gd name="connsiteX4321" fmla="*/ 428339 w 1533525"/>
                <a:gd name="connsiteY4321" fmla="*/ 1479423 h 1647825"/>
                <a:gd name="connsiteX4322" fmla="*/ 427577 w 1533525"/>
                <a:gd name="connsiteY4322" fmla="*/ 1478185 h 1647825"/>
                <a:gd name="connsiteX4323" fmla="*/ 426625 w 1533525"/>
                <a:gd name="connsiteY4323" fmla="*/ 1477518 h 1647825"/>
                <a:gd name="connsiteX4324" fmla="*/ 425863 w 1533525"/>
                <a:gd name="connsiteY4324" fmla="*/ 1478090 h 1647825"/>
                <a:gd name="connsiteX4325" fmla="*/ 426053 w 1533525"/>
                <a:gd name="connsiteY4325" fmla="*/ 1478756 h 1647825"/>
                <a:gd name="connsiteX4326" fmla="*/ 426434 w 1533525"/>
                <a:gd name="connsiteY4326" fmla="*/ 1481138 h 1647825"/>
                <a:gd name="connsiteX4327" fmla="*/ 426815 w 1533525"/>
                <a:gd name="connsiteY4327" fmla="*/ 1481709 h 1647825"/>
                <a:gd name="connsiteX4328" fmla="*/ 428053 w 1533525"/>
                <a:gd name="connsiteY4328" fmla="*/ 1485614 h 1647825"/>
                <a:gd name="connsiteX4329" fmla="*/ 429101 w 1533525"/>
                <a:gd name="connsiteY4329" fmla="*/ 1493615 h 1647825"/>
                <a:gd name="connsiteX4330" fmla="*/ 428815 w 1533525"/>
                <a:gd name="connsiteY4330" fmla="*/ 1494949 h 1647825"/>
                <a:gd name="connsiteX4331" fmla="*/ 429863 w 1533525"/>
                <a:gd name="connsiteY4331" fmla="*/ 1502378 h 1647825"/>
                <a:gd name="connsiteX4332" fmla="*/ 432530 w 1533525"/>
                <a:gd name="connsiteY4332" fmla="*/ 1511237 h 1647825"/>
                <a:gd name="connsiteX4333" fmla="*/ 436721 w 1533525"/>
                <a:gd name="connsiteY4333" fmla="*/ 1520762 h 1647825"/>
                <a:gd name="connsiteX4334" fmla="*/ 437007 w 1533525"/>
                <a:gd name="connsiteY4334" fmla="*/ 1520762 h 1647825"/>
                <a:gd name="connsiteX4335" fmla="*/ 436912 w 1533525"/>
                <a:gd name="connsiteY4335" fmla="*/ 1520000 h 1647825"/>
                <a:gd name="connsiteX4336" fmla="*/ 435293 w 1533525"/>
                <a:gd name="connsiteY4336" fmla="*/ 1515904 h 1647825"/>
                <a:gd name="connsiteX4337" fmla="*/ 435197 w 1533525"/>
                <a:gd name="connsiteY4337" fmla="*/ 1515332 h 1647825"/>
                <a:gd name="connsiteX4338" fmla="*/ 435959 w 1533525"/>
                <a:gd name="connsiteY4338" fmla="*/ 1515427 h 1647825"/>
                <a:gd name="connsiteX4339" fmla="*/ 436721 w 1533525"/>
                <a:gd name="connsiteY4339" fmla="*/ 1517142 h 1647825"/>
                <a:gd name="connsiteX4340" fmla="*/ 437769 w 1533525"/>
                <a:gd name="connsiteY4340" fmla="*/ 1520381 h 1647825"/>
                <a:gd name="connsiteX4341" fmla="*/ 438150 w 1533525"/>
                <a:gd name="connsiteY4341" fmla="*/ 1520381 h 1647825"/>
                <a:gd name="connsiteX4342" fmla="*/ 438245 w 1533525"/>
                <a:gd name="connsiteY4342" fmla="*/ 1519904 h 1647825"/>
                <a:gd name="connsiteX4343" fmla="*/ 438340 w 1533525"/>
                <a:gd name="connsiteY4343" fmla="*/ 1519714 h 1647825"/>
                <a:gd name="connsiteX4344" fmla="*/ 438817 w 1533525"/>
                <a:gd name="connsiteY4344" fmla="*/ 1519333 h 1647825"/>
                <a:gd name="connsiteX4345" fmla="*/ 438436 w 1533525"/>
                <a:gd name="connsiteY4345" fmla="*/ 1521524 h 1647825"/>
                <a:gd name="connsiteX4346" fmla="*/ 438436 w 1533525"/>
                <a:gd name="connsiteY4346" fmla="*/ 1522285 h 1647825"/>
                <a:gd name="connsiteX4347" fmla="*/ 438055 w 1533525"/>
                <a:gd name="connsiteY4347" fmla="*/ 1522285 h 1647825"/>
                <a:gd name="connsiteX4348" fmla="*/ 438055 w 1533525"/>
                <a:gd name="connsiteY4348" fmla="*/ 1521905 h 1647825"/>
                <a:gd name="connsiteX4349" fmla="*/ 437960 w 1533525"/>
                <a:gd name="connsiteY4349" fmla="*/ 1521714 h 1647825"/>
                <a:gd name="connsiteX4350" fmla="*/ 437864 w 1533525"/>
                <a:gd name="connsiteY4350" fmla="*/ 1521524 h 1647825"/>
                <a:gd name="connsiteX4351" fmla="*/ 437769 w 1533525"/>
                <a:gd name="connsiteY4351" fmla="*/ 1521238 h 1647825"/>
                <a:gd name="connsiteX4352" fmla="*/ 437674 w 1533525"/>
                <a:gd name="connsiteY4352" fmla="*/ 1522476 h 1647825"/>
                <a:gd name="connsiteX4353" fmla="*/ 439198 w 1533525"/>
                <a:gd name="connsiteY4353" fmla="*/ 1525619 h 1647825"/>
                <a:gd name="connsiteX4354" fmla="*/ 439769 w 1533525"/>
                <a:gd name="connsiteY4354" fmla="*/ 1527334 h 1647825"/>
                <a:gd name="connsiteX4355" fmla="*/ 440531 w 1533525"/>
                <a:gd name="connsiteY4355" fmla="*/ 1528382 h 1647825"/>
                <a:gd name="connsiteX4356" fmla="*/ 440722 w 1533525"/>
                <a:gd name="connsiteY4356" fmla="*/ 1528953 h 1647825"/>
                <a:gd name="connsiteX4357" fmla="*/ 440817 w 1533525"/>
                <a:gd name="connsiteY4357" fmla="*/ 1529620 h 1647825"/>
                <a:gd name="connsiteX4358" fmla="*/ 441007 w 1533525"/>
                <a:gd name="connsiteY4358" fmla="*/ 1530477 h 1647825"/>
                <a:gd name="connsiteX4359" fmla="*/ 441389 w 1533525"/>
                <a:gd name="connsiteY4359" fmla="*/ 1531239 h 1647825"/>
                <a:gd name="connsiteX4360" fmla="*/ 441960 w 1533525"/>
                <a:gd name="connsiteY4360" fmla="*/ 1531620 h 1647825"/>
                <a:gd name="connsiteX4361" fmla="*/ 441769 w 1533525"/>
                <a:gd name="connsiteY4361" fmla="*/ 1530668 h 1647825"/>
                <a:gd name="connsiteX4362" fmla="*/ 441960 w 1533525"/>
                <a:gd name="connsiteY4362" fmla="*/ 1529906 h 1647825"/>
                <a:gd name="connsiteX4363" fmla="*/ 442532 w 1533525"/>
                <a:gd name="connsiteY4363" fmla="*/ 1529239 h 1647825"/>
                <a:gd name="connsiteX4364" fmla="*/ 443389 w 1533525"/>
                <a:gd name="connsiteY4364" fmla="*/ 1528763 h 1647825"/>
                <a:gd name="connsiteX4365" fmla="*/ 443198 w 1533525"/>
                <a:gd name="connsiteY4365" fmla="*/ 1529525 h 1647825"/>
                <a:gd name="connsiteX4366" fmla="*/ 443008 w 1533525"/>
                <a:gd name="connsiteY4366" fmla="*/ 1529810 h 1647825"/>
                <a:gd name="connsiteX4367" fmla="*/ 442627 w 1533525"/>
                <a:gd name="connsiteY4367" fmla="*/ 1530191 h 1647825"/>
                <a:gd name="connsiteX4368" fmla="*/ 443008 w 1533525"/>
                <a:gd name="connsiteY4368" fmla="*/ 1530953 h 1647825"/>
                <a:gd name="connsiteX4369" fmla="*/ 443389 w 1533525"/>
                <a:gd name="connsiteY4369" fmla="*/ 1530382 h 1647825"/>
                <a:gd name="connsiteX4370" fmla="*/ 443960 w 1533525"/>
                <a:gd name="connsiteY4370" fmla="*/ 1528763 h 1647825"/>
                <a:gd name="connsiteX4371" fmla="*/ 444246 w 1533525"/>
                <a:gd name="connsiteY4371" fmla="*/ 1528382 h 1647825"/>
                <a:gd name="connsiteX4372" fmla="*/ 445484 w 1533525"/>
                <a:gd name="connsiteY4372" fmla="*/ 1528953 h 1647825"/>
                <a:gd name="connsiteX4373" fmla="*/ 446246 w 1533525"/>
                <a:gd name="connsiteY4373" fmla="*/ 1529048 h 1647825"/>
                <a:gd name="connsiteX4374" fmla="*/ 446532 w 1533525"/>
                <a:gd name="connsiteY4374" fmla="*/ 1528477 h 1647825"/>
                <a:gd name="connsiteX4375" fmla="*/ 446818 w 1533525"/>
                <a:gd name="connsiteY4375" fmla="*/ 1528191 h 1647825"/>
                <a:gd name="connsiteX4376" fmla="*/ 447485 w 1533525"/>
                <a:gd name="connsiteY4376" fmla="*/ 1527905 h 1647825"/>
                <a:gd name="connsiteX4377" fmla="*/ 448247 w 1533525"/>
                <a:gd name="connsiteY4377" fmla="*/ 1527715 h 1647825"/>
                <a:gd name="connsiteX4378" fmla="*/ 448818 w 1533525"/>
                <a:gd name="connsiteY4378" fmla="*/ 1527905 h 1647825"/>
                <a:gd name="connsiteX4379" fmla="*/ 448818 w 1533525"/>
                <a:gd name="connsiteY4379" fmla="*/ 1528286 h 1647825"/>
                <a:gd name="connsiteX4380" fmla="*/ 448151 w 1533525"/>
                <a:gd name="connsiteY4380" fmla="*/ 1528572 h 1647825"/>
                <a:gd name="connsiteX4381" fmla="*/ 447389 w 1533525"/>
                <a:gd name="connsiteY4381" fmla="*/ 1528763 h 1647825"/>
                <a:gd name="connsiteX4382" fmla="*/ 447008 w 1533525"/>
                <a:gd name="connsiteY4382" fmla="*/ 1528953 h 1647825"/>
                <a:gd name="connsiteX4383" fmla="*/ 447294 w 1533525"/>
                <a:gd name="connsiteY4383" fmla="*/ 1529048 h 1647825"/>
                <a:gd name="connsiteX4384" fmla="*/ 447865 w 1533525"/>
                <a:gd name="connsiteY4384" fmla="*/ 1529429 h 1647825"/>
                <a:gd name="connsiteX4385" fmla="*/ 448342 w 1533525"/>
                <a:gd name="connsiteY4385" fmla="*/ 1529810 h 1647825"/>
                <a:gd name="connsiteX4386" fmla="*/ 448151 w 1533525"/>
                <a:gd name="connsiteY4386" fmla="*/ 1530001 h 1647825"/>
                <a:gd name="connsiteX4387" fmla="*/ 445294 w 1533525"/>
                <a:gd name="connsiteY4387" fmla="*/ 1529620 h 1647825"/>
                <a:gd name="connsiteX4388" fmla="*/ 444722 w 1533525"/>
                <a:gd name="connsiteY4388" fmla="*/ 1529906 h 1647825"/>
                <a:gd name="connsiteX4389" fmla="*/ 444151 w 1533525"/>
                <a:gd name="connsiteY4389" fmla="*/ 1530572 h 1647825"/>
                <a:gd name="connsiteX4390" fmla="*/ 443675 w 1533525"/>
                <a:gd name="connsiteY4390" fmla="*/ 1531334 h 1647825"/>
                <a:gd name="connsiteX4391" fmla="*/ 443579 w 1533525"/>
                <a:gd name="connsiteY4391" fmla="*/ 1531906 h 1647825"/>
                <a:gd name="connsiteX4392" fmla="*/ 444056 w 1533525"/>
                <a:gd name="connsiteY4392" fmla="*/ 1532573 h 1647825"/>
                <a:gd name="connsiteX4393" fmla="*/ 444722 w 1533525"/>
                <a:gd name="connsiteY4393" fmla="*/ 1532477 h 1647825"/>
                <a:gd name="connsiteX4394" fmla="*/ 445389 w 1533525"/>
                <a:gd name="connsiteY4394" fmla="*/ 1532192 h 1647825"/>
                <a:gd name="connsiteX4395" fmla="*/ 446056 w 1533525"/>
                <a:gd name="connsiteY4395" fmla="*/ 1532192 h 1647825"/>
                <a:gd name="connsiteX4396" fmla="*/ 445484 w 1533525"/>
                <a:gd name="connsiteY4396" fmla="*/ 1532573 h 1647825"/>
                <a:gd name="connsiteX4397" fmla="*/ 444532 w 1533525"/>
                <a:gd name="connsiteY4397" fmla="*/ 1533049 h 1647825"/>
                <a:gd name="connsiteX4398" fmla="*/ 443579 w 1533525"/>
                <a:gd name="connsiteY4398" fmla="*/ 1533239 h 1647825"/>
                <a:gd name="connsiteX4399" fmla="*/ 442817 w 1533525"/>
                <a:gd name="connsiteY4399" fmla="*/ 1532096 h 1647825"/>
                <a:gd name="connsiteX4400" fmla="*/ 442246 w 1533525"/>
                <a:gd name="connsiteY4400" fmla="*/ 1532192 h 1647825"/>
                <a:gd name="connsiteX4401" fmla="*/ 442055 w 1533525"/>
                <a:gd name="connsiteY4401" fmla="*/ 1532858 h 1647825"/>
                <a:gd name="connsiteX4402" fmla="*/ 442817 w 1533525"/>
                <a:gd name="connsiteY4402" fmla="*/ 1534001 h 1647825"/>
                <a:gd name="connsiteX4403" fmla="*/ 447389 w 1533525"/>
                <a:gd name="connsiteY4403" fmla="*/ 1537811 h 1647825"/>
                <a:gd name="connsiteX4404" fmla="*/ 448247 w 1533525"/>
                <a:gd name="connsiteY4404" fmla="*/ 1538859 h 1647825"/>
                <a:gd name="connsiteX4405" fmla="*/ 450152 w 1533525"/>
                <a:gd name="connsiteY4405" fmla="*/ 1542002 h 1647825"/>
                <a:gd name="connsiteX4406" fmla="*/ 452057 w 1533525"/>
                <a:gd name="connsiteY4406" fmla="*/ 1543717 h 1647825"/>
                <a:gd name="connsiteX4407" fmla="*/ 452628 w 1533525"/>
                <a:gd name="connsiteY4407" fmla="*/ 1544955 h 1647825"/>
                <a:gd name="connsiteX4408" fmla="*/ 456438 w 1533525"/>
                <a:gd name="connsiteY4408" fmla="*/ 1549337 h 1647825"/>
                <a:gd name="connsiteX4409" fmla="*/ 457105 w 1533525"/>
                <a:gd name="connsiteY4409" fmla="*/ 1550956 h 1647825"/>
                <a:gd name="connsiteX4410" fmla="*/ 459962 w 1533525"/>
                <a:gd name="connsiteY4410" fmla="*/ 1553527 h 1647825"/>
                <a:gd name="connsiteX4411" fmla="*/ 464344 w 1533525"/>
                <a:gd name="connsiteY4411" fmla="*/ 1559624 h 1647825"/>
                <a:gd name="connsiteX4412" fmla="*/ 466058 w 1533525"/>
                <a:gd name="connsiteY4412" fmla="*/ 1561529 h 1647825"/>
                <a:gd name="connsiteX4413" fmla="*/ 472059 w 1533525"/>
                <a:gd name="connsiteY4413" fmla="*/ 1565910 h 1647825"/>
                <a:gd name="connsiteX4414" fmla="*/ 473011 w 1533525"/>
                <a:gd name="connsiteY4414" fmla="*/ 1566577 h 1647825"/>
                <a:gd name="connsiteX4415" fmla="*/ 478060 w 1533525"/>
                <a:gd name="connsiteY4415" fmla="*/ 1571244 h 1647825"/>
                <a:gd name="connsiteX4416" fmla="*/ 478822 w 1533525"/>
                <a:gd name="connsiteY4416" fmla="*/ 1571720 h 1647825"/>
                <a:gd name="connsiteX4417" fmla="*/ 480060 w 1533525"/>
                <a:gd name="connsiteY4417" fmla="*/ 1572101 h 1647825"/>
                <a:gd name="connsiteX4418" fmla="*/ 481298 w 1533525"/>
                <a:gd name="connsiteY4418" fmla="*/ 1572864 h 1647825"/>
                <a:gd name="connsiteX4419" fmla="*/ 481679 w 1533525"/>
                <a:gd name="connsiteY4419" fmla="*/ 1573244 h 1647825"/>
                <a:gd name="connsiteX4420" fmla="*/ 482441 w 1533525"/>
                <a:gd name="connsiteY4420" fmla="*/ 1574102 h 1647825"/>
                <a:gd name="connsiteX4421" fmla="*/ 482822 w 1533525"/>
                <a:gd name="connsiteY4421" fmla="*/ 1574292 h 1647825"/>
                <a:gd name="connsiteX4422" fmla="*/ 489871 w 1533525"/>
                <a:gd name="connsiteY4422" fmla="*/ 1576388 h 1647825"/>
                <a:gd name="connsiteX4423" fmla="*/ 493109 w 1533525"/>
                <a:gd name="connsiteY4423" fmla="*/ 1576959 h 1647825"/>
                <a:gd name="connsiteX4424" fmla="*/ 495967 w 1533525"/>
                <a:gd name="connsiteY4424" fmla="*/ 1576578 h 1647825"/>
                <a:gd name="connsiteX4425" fmla="*/ 495776 w 1533525"/>
                <a:gd name="connsiteY4425" fmla="*/ 1574864 h 1647825"/>
                <a:gd name="connsiteX4426" fmla="*/ 497586 w 1533525"/>
                <a:gd name="connsiteY4426" fmla="*/ 1573530 h 1647825"/>
                <a:gd name="connsiteX4427" fmla="*/ 500158 w 1533525"/>
                <a:gd name="connsiteY4427" fmla="*/ 1572673 h 1647825"/>
                <a:gd name="connsiteX4428" fmla="*/ 505873 w 1533525"/>
                <a:gd name="connsiteY4428" fmla="*/ 1571720 h 1647825"/>
                <a:gd name="connsiteX4429" fmla="*/ 506730 w 1533525"/>
                <a:gd name="connsiteY4429" fmla="*/ 1571339 h 1647825"/>
                <a:gd name="connsiteX4430" fmla="*/ 508064 w 1533525"/>
                <a:gd name="connsiteY4430" fmla="*/ 1569530 h 1647825"/>
                <a:gd name="connsiteX4431" fmla="*/ 508730 w 1533525"/>
                <a:gd name="connsiteY4431" fmla="*/ 1568863 h 1647825"/>
                <a:gd name="connsiteX4432" fmla="*/ 518922 w 1533525"/>
                <a:gd name="connsiteY4432" fmla="*/ 1562672 h 1647825"/>
                <a:gd name="connsiteX4433" fmla="*/ 521018 w 1533525"/>
                <a:gd name="connsiteY4433" fmla="*/ 1561814 h 1647825"/>
                <a:gd name="connsiteX4434" fmla="*/ 521875 w 1533525"/>
                <a:gd name="connsiteY4434" fmla="*/ 1561624 h 1647825"/>
                <a:gd name="connsiteX4435" fmla="*/ 522256 w 1533525"/>
                <a:gd name="connsiteY4435" fmla="*/ 1561148 h 1647825"/>
                <a:gd name="connsiteX4436" fmla="*/ 523113 w 1533525"/>
                <a:gd name="connsiteY4436" fmla="*/ 1558004 h 1647825"/>
                <a:gd name="connsiteX4437" fmla="*/ 523494 w 1533525"/>
                <a:gd name="connsiteY4437" fmla="*/ 1557528 h 1647825"/>
                <a:gd name="connsiteX4438" fmla="*/ 524923 w 1533525"/>
                <a:gd name="connsiteY4438" fmla="*/ 1556195 h 1647825"/>
                <a:gd name="connsiteX4439" fmla="*/ 525399 w 1533525"/>
                <a:gd name="connsiteY4439" fmla="*/ 1555623 h 1647825"/>
                <a:gd name="connsiteX4440" fmla="*/ 525685 w 1533525"/>
                <a:gd name="connsiteY4440" fmla="*/ 1555052 h 1647825"/>
                <a:gd name="connsiteX4441" fmla="*/ 526447 w 1533525"/>
                <a:gd name="connsiteY4441" fmla="*/ 1549527 h 1647825"/>
                <a:gd name="connsiteX4442" fmla="*/ 526066 w 1533525"/>
                <a:gd name="connsiteY4442" fmla="*/ 1547813 h 1647825"/>
                <a:gd name="connsiteX4443" fmla="*/ 524923 w 1533525"/>
                <a:gd name="connsiteY4443" fmla="*/ 1546098 h 1647825"/>
                <a:gd name="connsiteX4444" fmla="*/ 526352 w 1533525"/>
                <a:gd name="connsiteY4444" fmla="*/ 1546098 h 1647825"/>
                <a:gd name="connsiteX4445" fmla="*/ 526066 w 1533525"/>
                <a:gd name="connsiteY4445" fmla="*/ 1545431 h 1647825"/>
                <a:gd name="connsiteX4446" fmla="*/ 526256 w 1533525"/>
                <a:gd name="connsiteY4446" fmla="*/ 1544860 h 1647825"/>
                <a:gd name="connsiteX4447" fmla="*/ 527018 w 1533525"/>
                <a:gd name="connsiteY4447" fmla="*/ 1543907 h 1647825"/>
                <a:gd name="connsiteX4448" fmla="*/ 527495 w 1533525"/>
                <a:gd name="connsiteY4448" fmla="*/ 1542479 h 1647825"/>
                <a:gd name="connsiteX4449" fmla="*/ 527685 w 1533525"/>
                <a:gd name="connsiteY4449" fmla="*/ 1542098 h 1647825"/>
                <a:gd name="connsiteX4450" fmla="*/ 528638 w 1533525"/>
                <a:gd name="connsiteY4450" fmla="*/ 1541526 h 1647825"/>
                <a:gd name="connsiteX4451" fmla="*/ 529590 w 1533525"/>
                <a:gd name="connsiteY4451" fmla="*/ 1541050 h 1647825"/>
                <a:gd name="connsiteX4452" fmla="*/ 530161 w 1533525"/>
                <a:gd name="connsiteY4452" fmla="*/ 1540383 h 1647825"/>
                <a:gd name="connsiteX4453" fmla="*/ 529876 w 1533525"/>
                <a:gd name="connsiteY4453" fmla="*/ 1539145 h 1647825"/>
                <a:gd name="connsiteX4454" fmla="*/ 529400 w 1533525"/>
                <a:gd name="connsiteY4454" fmla="*/ 1540097 h 1647825"/>
                <a:gd name="connsiteX4455" fmla="*/ 528828 w 1533525"/>
                <a:gd name="connsiteY4455" fmla="*/ 1540288 h 1647825"/>
                <a:gd name="connsiteX4456" fmla="*/ 528161 w 1533525"/>
                <a:gd name="connsiteY4456" fmla="*/ 1540383 h 1647825"/>
                <a:gd name="connsiteX4457" fmla="*/ 527495 w 1533525"/>
                <a:gd name="connsiteY4457" fmla="*/ 1540955 h 1647825"/>
                <a:gd name="connsiteX4458" fmla="*/ 527876 w 1533525"/>
                <a:gd name="connsiteY4458" fmla="*/ 1540002 h 1647825"/>
                <a:gd name="connsiteX4459" fmla="*/ 528066 w 1533525"/>
                <a:gd name="connsiteY4459" fmla="*/ 1538764 h 1647825"/>
                <a:gd name="connsiteX4460" fmla="*/ 528257 w 1533525"/>
                <a:gd name="connsiteY4460" fmla="*/ 1535240 h 1647825"/>
                <a:gd name="connsiteX4461" fmla="*/ 528542 w 1533525"/>
                <a:gd name="connsiteY4461" fmla="*/ 1534382 h 1647825"/>
                <a:gd name="connsiteX4462" fmla="*/ 530352 w 1533525"/>
                <a:gd name="connsiteY4462" fmla="*/ 1531144 h 1647825"/>
                <a:gd name="connsiteX4463" fmla="*/ 531495 w 1533525"/>
                <a:gd name="connsiteY4463" fmla="*/ 1529715 h 1647825"/>
                <a:gd name="connsiteX4464" fmla="*/ 538734 w 1533525"/>
                <a:gd name="connsiteY4464" fmla="*/ 1523810 h 1647825"/>
                <a:gd name="connsiteX4465" fmla="*/ 540544 w 1533525"/>
                <a:gd name="connsiteY4465" fmla="*/ 1522571 h 1647825"/>
                <a:gd name="connsiteX4466" fmla="*/ 542544 w 1533525"/>
                <a:gd name="connsiteY4466" fmla="*/ 1521714 h 1647825"/>
                <a:gd name="connsiteX4467" fmla="*/ 544449 w 1533525"/>
                <a:gd name="connsiteY4467" fmla="*/ 1521238 h 1647825"/>
                <a:gd name="connsiteX4468" fmla="*/ 551498 w 1533525"/>
                <a:gd name="connsiteY4468" fmla="*/ 1520381 h 1647825"/>
                <a:gd name="connsiteX4469" fmla="*/ 552355 w 1533525"/>
                <a:gd name="connsiteY4469" fmla="*/ 1520190 h 1647825"/>
                <a:gd name="connsiteX4470" fmla="*/ 553117 w 1533525"/>
                <a:gd name="connsiteY4470" fmla="*/ 1519809 h 1647825"/>
                <a:gd name="connsiteX4471" fmla="*/ 553403 w 1533525"/>
                <a:gd name="connsiteY4471" fmla="*/ 1519238 h 1647825"/>
                <a:gd name="connsiteX4472" fmla="*/ 553688 w 1533525"/>
                <a:gd name="connsiteY4472" fmla="*/ 1518380 h 1647825"/>
                <a:gd name="connsiteX4473" fmla="*/ 554450 w 1533525"/>
                <a:gd name="connsiteY4473" fmla="*/ 1517999 h 1647825"/>
                <a:gd name="connsiteX4474" fmla="*/ 557117 w 1533525"/>
                <a:gd name="connsiteY4474" fmla="*/ 1517809 h 1647825"/>
                <a:gd name="connsiteX4475" fmla="*/ 557784 w 1533525"/>
                <a:gd name="connsiteY4475" fmla="*/ 1517523 h 1647825"/>
                <a:gd name="connsiteX4476" fmla="*/ 558356 w 1533525"/>
                <a:gd name="connsiteY4476" fmla="*/ 1517142 h 1647825"/>
                <a:gd name="connsiteX4477" fmla="*/ 558832 w 1533525"/>
                <a:gd name="connsiteY4477" fmla="*/ 1516666 h 1647825"/>
                <a:gd name="connsiteX4478" fmla="*/ 559689 w 1533525"/>
                <a:gd name="connsiteY4478" fmla="*/ 1516190 h 1647825"/>
                <a:gd name="connsiteX4479" fmla="*/ 561689 w 1533525"/>
                <a:gd name="connsiteY4479" fmla="*/ 1515714 h 1647825"/>
                <a:gd name="connsiteX4480" fmla="*/ 563213 w 1533525"/>
                <a:gd name="connsiteY4480" fmla="*/ 1514856 h 1647825"/>
                <a:gd name="connsiteX4481" fmla="*/ 564166 w 1533525"/>
                <a:gd name="connsiteY4481" fmla="*/ 1514570 h 1647825"/>
                <a:gd name="connsiteX4482" fmla="*/ 565976 w 1533525"/>
                <a:gd name="connsiteY4482" fmla="*/ 1514285 h 1647825"/>
                <a:gd name="connsiteX4483" fmla="*/ 566452 w 1533525"/>
                <a:gd name="connsiteY4483" fmla="*/ 1514285 h 1647825"/>
                <a:gd name="connsiteX4484" fmla="*/ 566833 w 1533525"/>
                <a:gd name="connsiteY4484" fmla="*/ 1514380 h 1647825"/>
                <a:gd name="connsiteX4485" fmla="*/ 567214 w 1533525"/>
                <a:gd name="connsiteY4485" fmla="*/ 1514380 h 1647825"/>
                <a:gd name="connsiteX4486" fmla="*/ 567785 w 1533525"/>
                <a:gd name="connsiteY4486" fmla="*/ 1514285 h 1647825"/>
                <a:gd name="connsiteX4487" fmla="*/ 568833 w 1533525"/>
                <a:gd name="connsiteY4487" fmla="*/ 1513427 h 1647825"/>
                <a:gd name="connsiteX4488" fmla="*/ 569214 w 1533525"/>
                <a:gd name="connsiteY4488" fmla="*/ 1513237 h 1647825"/>
                <a:gd name="connsiteX4489" fmla="*/ 570928 w 1533525"/>
                <a:gd name="connsiteY4489" fmla="*/ 1513046 h 1647825"/>
                <a:gd name="connsiteX4490" fmla="*/ 572834 w 1533525"/>
                <a:gd name="connsiteY4490" fmla="*/ 1513332 h 1647825"/>
                <a:gd name="connsiteX4491" fmla="*/ 574643 w 1533525"/>
                <a:gd name="connsiteY4491" fmla="*/ 1513808 h 1647825"/>
                <a:gd name="connsiteX4492" fmla="*/ 576072 w 1533525"/>
                <a:gd name="connsiteY4492" fmla="*/ 1514380 h 1647825"/>
                <a:gd name="connsiteX4493" fmla="*/ 576644 w 1533525"/>
                <a:gd name="connsiteY4493" fmla="*/ 1514189 h 1647825"/>
                <a:gd name="connsiteX4494" fmla="*/ 578263 w 1533525"/>
                <a:gd name="connsiteY4494" fmla="*/ 1514189 h 1647825"/>
                <a:gd name="connsiteX4495" fmla="*/ 580168 w 1533525"/>
                <a:gd name="connsiteY4495" fmla="*/ 1513237 h 1647825"/>
                <a:gd name="connsiteX4496" fmla="*/ 581120 w 1533525"/>
                <a:gd name="connsiteY4496" fmla="*/ 1513332 h 1647825"/>
                <a:gd name="connsiteX4497" fmla="*/ 581978 w 1533525"/>
                <a:gd name="connsiteY4497" fmla="*/ 1513618 h 1647825"/>
                <a:gd name="connsiteX4498" fmla="*/ 582835 w 1533525"/>
                <a:gd name="connsiteY4498" fmla="*/ 1513618 h 1647825"/>
                <a:gd name="connsiteX4499" fmla="*/ 583692 w 1533525"/>
                <a:gd name="connsiteY4499" fmla="*/ 1514094 h 1647825"/>
                <a:gd name="connsiteX4500" fmla="*/ 586835 w 1533525"/>
                <a:gd name="connsiteY4500" fmla="*/ 1514475 h 1647825"/>
                <a:gd name="connsiteX4501" fmla="*/ 590455 w 1533525"/>
                <a:gd name="connsiteY4501" fmla="*/ 1516475 h 1647825"/>
                <a:gd name="connsiteX4502" fmla="*/ 593789 w 1533525"/>
                <a:gd name="connsiteY4502" fmla="*/ 1519333 h 1647825"/>
                <a:gd name="connsiteX4503" fmla="*/ 594646 w 1533525"/>
                <a:gd name="connsiteY4503" fmla="*/ 1519714 h 1647825"/>
                <a:gd name="connsiteX4504" fmla="*/ 595313 w 1533525"/>
                <a:gd name="connsiteY4504" fmla="*/ 1519333 h 1647825"/>
                <a:gd name="connsiteX4505" fmla="*/ 594551 w 1533525"/>
                <a:gd name="connsiteY4505" fmla="*/ 1518380 h 1647825"/>
                <a:gd name="connsiteX4506" fmla="*/ 590836 w 1533525"/>
                <a:gd name="connsiteY4506" fmla="*/ 1515618 h 1647825"/>
                <a:gd name="connsiteX4507" fmla="*/ 590074 w 1533525"/>
                <a:gd name="connsiteY4507" fmla="*/ 1514951 h 1647825"/>
                <a:gd name="connsiteX4508" fmla="*/ 589788 w 1533525"/>
                <a:gd name="connsiteY4508" fmla="*/ 1514475 h 1647825"/>
                <a:gd name="connsiteX4509" fmla="*/ 589693 w 1533525"/>
                <a:gd name="connsiteY4509" fmla="*/ 1514189 h 1647825"/>
                <a:gd name="connsiteX4510" fmla="*/ 589407 w 1533525"/>
                <a:gd name="connsiteY4510" fmla="*/ 1513904 h 1647825"/>
                <a:gd name="connsiteX4511" fmla="*/ 589121 w 1533525"/>
                <a:gd name="connsiteY4511" fmla="*/ 1513523 h 1647825"/>
                <a:gd name="connsiteX4512" fmla="*/ 589026 w 1533525"/>
                <a:gd name="connsiteY4512" fmla="*/ 1512951 h 1647825"/>
                <a:gd name="connsiteX4513" fmla="*/ 589217 w 1533525"/>
                <a:gd name="connsiteY4513" fmla="*/ 1512284 h 1647825"/>
                <a:gd name="connsiteX4514" fmla="*/ 589502 w 1533525"/>
                <a:gd name="connsiteY4514" fmla="*/ 1511808 h 1647825"/>
                <a:gd name="connsiteX4515" fmla="*/ 589693 w 1533525"/>
                <a:gd name="connsiteY4515" fmla="*/ 1511427 h 1647825"/>
                <a:gd name="connsiteX4516" fmla="*/ 589407 w 1533525"/>
                <a:gd name="connsiteY4516" fmla="*/ 1510951 h 1647825"/>
                <a:gd name="connsiteX4517" fmla="*/ 588264 w 1533525"/>
                <a:gd name="connsiteY4517" fmla="*/ 1510570 h 1647825"/>
                <a:gd name="connsiteX4518" fmla="*/ 587026 w 1533525"/>
                <a:gd name="connsiteY4518" fmla="*/ 1511141 h 1647825"/>
                <a:gd name="connsiteX4519" fmla="*/ 585788 w 1533525"/>
                <a:gd name="connsiteY4519" fmla="*/ 1511999 h 1647825"/>
                <a:gd name="connsiteX4520" fmla="*/ 584645 w 1533525"/>
                <a:gd name="connsiteY4520" fmla="*/ 1512475 h 1647825"/>
                <a:gd name="connsiteX4521" fmla="*/ 577501 w 1533525"/>
                <a:gd name="connsiteY4521" fmla="*/ 1512284 h 1647825"/>
                <a:gd name="connsiteX4522" fmla="*/ 575310 w 1533525"/>
                <a:gd name="connsiteY4522" fmla="*/ 1511808 h 1647825"/>
                <a:gd name="connsiteX4523" fmla="*/ 573500 w 1533525"/>
                <a:gd name="connsiteY4523" fmla="*/ 1511046 h 1647825"/>
                <a:gd name="connsiteX4524" fmla="*/ 569309 w 1533525"/>
                <a:gd name="connsiteY4524" fmla="*/ 1507331 h 1647825"/>
                <a:gd name="connsiteX4525" fmla="*/ 567976 w 1533525"/>
                <a:gd name="connsiteY4525" fmla="*/ 1505617 h 1647825"/>
                <a:gd name="connsiteX4526" fmla="*/ 567023 w 1533525"/>
                <a:gd name="connsiteY4526" fmla="*/ 1503712 h 1647825"/>
                <a:gd name="connsiteX4527" fmla="*/ 566928 w 1533525"/>
                <a:gd name="connsiteY4527" fmla="*/ 1502569 h 1647825"/>
                <a:gd name="connsiteX4528" fmla="*/ 567595 w 1533525"/>
                <a:gd name="connsiteY4528" fmla="*/ 1500473 h 1647825"/>
                <a:gd name="connsiteX4529" fmla="*/ 567881 w 1533525"/>
                <a:gd name="connsiteY4529" fmla="*/ 1497902 h 1647825"/>
                <a:gd name="connsiteX4530" fmla="*/ 568261 w 1533525"/>
                <a:gd name="connsiteY4530" fmla="*/ 1496759 h 1647825"/>
                <a:gd name="connsiteX4531" fmla="*/ 568738 w 1533525"/>
                <a:gd name="connsiteY4531" fmla="*/ 1495711 h 1647825"/>
                <a:gd name="connsiteX4532" fmla="*/ 569214 w 1533525"/>
                <a:gd name="connsiteY4532" fmla="*/ 1494949 h 1647825"/>
                <a:gd name="connsiteX4533" fmla="*/ 569500 w 1533525"/>
                <a:gd name="connsiteY4533" fmla="*/ 1494663 h 1647825"/>
                <a:gd name="connsiteX4534" fmla="*/ 570071 w 1533525"/>
                <a:gd name="connsiteY4534" fmla="*/ 1494187 h 1647825"/>
                <a:gd name="connsiteX4535" fmla="*/ 570262 w 1533525"/>
                <a:gd name="connsiteY4535" fmla="*/ 1493806 h 1647825"/>
                <a:gd name="connsiteX4536" fmla="*/ 570452 w 1533525"/>
                <a:gd name="connsiteY4536" fmla="*/ 1493234 h 1647825"/>
                <a:gd name="connsiteX4537" fmla="*/ 570452 w 1533525"/>
                <a:gd name="connsiteY4537" fmla="*/ 1492758 h 1647825"/>
                <a:gd name="connsiteX4538" fmla="*/ 570548 w 1533525"/>
                <a:gd name="connsiteY4538" fmla="*/ 1492282 h 1647825"/>
                <a:gd name="connsiteX4539" fmla="*/ 573596 w 1533525"/>
                <a:gd name="connsiteY4539" fmla="*/ 1487996 h 1647825"/>
                <a:gd name="connsiteX4540" fmla="*/ 575691 w 1533525"/>
                <a:gd name="connsiteY4540" fmla="*/ 1486091 h 1647825"/>
                <a:gd name="connsiteX4541" fmla="*/ 576548 w 1533525"/>
                <a:gd name="connsiteY4541" fmla="*/ 1485043 h 1647825"/>
                <a:gd name="connsiteX4542" fmla="*/ 576929 w 1533525"/>
                <a:gd name="connsiteY4542" fmla="*/ 1483805 h 1647825"/>
                <a:gd name="connsiteX4543" fmla="*/ 577025 w 1533525"/>
                <a:gd name="connsiteY4543" fmla="*/ 1483614 h 1647825"/>
                <a:gd name="connsiteX4544" fmla="*/ 577977 w 1533525"/>
                <a:gd name="connsiteY4544" fmla="*/ 1482566 h 1647825"/>
                <a:gd name="connsiteX4545" fmla="*/ 579025 w 1533525"/>
                <a:gd name="connsiteY4545" fmla="*/ 1480376 h 1647825"/>
                <a:gd name="connsiteX4546" fmla="*/ 582073 w 1533525"/>
                <a:gd name="connsiteY4546" fmla="*/ 1476185 h 1647825"/>
                <a:gd name="connsiteX4547" fmla="*/ 584168 w 1533525"/>
                <a:gd name="connsiteY4547" fmla="*/ 1473994 h 1647825"/>
                <a:gd name="connsiteX4548" fmla="*/ 586169 w 1533525"/>
                <a:gd name="connsiteY4548" fmla="*/ 1472660 h 1647825"/>
                <a:gd name="connsiteX4549" fmla="*/ 584835 w 1533525"/>
                <a:gd name="connsiteY4549" fmla="*/ 1471708 h 1647825"/>
                <a:gd name="connsiteX4550" fmla="*/ 584359 w 1533525"/>
                <a:gd name="connsiteY4550" fmla="*/ 1470089 h 1647825"/>
                <a:gd name="connsiteX4551" fmla="*/ 583978 w 1533525"/>
                <a:gd name="connsiteY4551" fmla="*/ 1466564 h 1647825"/>
                <a:gd name="connsiteX4552" fmla="*/ 583882 w 1533525"/>
                <a:gd name="connsiteY4552" fmla="*/ 1465802 h 1647825"/>
                <a:gd name="connsiteX4553" fmla="*/ 584073 w 1533525"/>
                <a:gd name="connsiteY4553" fmla="*/ 1465135 h 1647825"/>
                <a:gd name="connsiteX4554" fmla="*/ 584549 w 1533525"/>
                <a:gd name="connsiteY4554" fmla="*/ 1464659 h 1647825"/>
                <a:gd name="connsiteX4555" fmla="*/ 585311 w 1533525"/>
                <a:gd name="connsiteY4555" fmla="*/ 1464469 h 1647825"/>
                <a:gd name="connsiteX4556" fmla="*/ 585692 w 1533525"/>
                <a:gd name="connsiteY4556" fmla="*/ 1464183 h 1647825"/>
                <a:gd name="connsiteX4557" fmla="*/ 585788 w 1533525"/>
                <a:gd name="connsiteY4557" fmla="*/ 1463516 h 1647825"/>
                <a:gd name="connsiteX4558" fmla="*/ 585788 w 1533525"/>
                <a:gd name="connsiteY4558" fmla="*/ 1462754 h 1647825"/>
                <a:gd name="connsiteX4559" fmla="*/ 585883 w 1533525"/>
                <a:gd name="connsiteY4559" fmla="*/ 1462183 h 1647825"/>
                <a:gd name="connsiteX4560" fmla="*/ 586645 w 1533525"/>
                <a:gd name="connsiteY4560" fmla="*/ 1461230 h 1647825"/>
                <a:gd name="connsiteX4561" fmla="*/ 587597 w 1533525"/>
                <a:gd name="connsiteY4561" fmla="*/ 1460373 h 1647825"/>
                <a:gd name="connsiteX4562" fmla="*/ 590740 w 1533525"/>
                <a:gd name="connsiteY4562" fmla="*/ 1458564 h 1647825"/>
                <a:gd name="connsiteX4563" fmla="*/ 591884 w 1533525"/>
                <a:gd name="connsiteY4563" fmla="*/ 1457611 h 1647825"/>
                <a:gd name="connsiteX4564" fmla="*/ 592550 w 1533525"/>
                <a:gd name="connsiteY4564" fmla="*/ 1457325 h 1647825"/>
                <a:gd name="connsiteX4565" fmla="*/ 593312 w 1533525"/>
                <a:gd name="connsiteY4565" fmla="*/ 1457516 h 1647825"/>
                <a:gd name="connsiteX4566" fmla="*/ 594646 w 1533525"/>
                <a:gd name="connsiteY4566" fmla="*/ 1458087 h 1647825"/>
                <a:gd name="connsiteX4567" fmla="*/ 595789 w 1533525"/>
                <a:gd name="connsiteY4567" fmla="*/ 1458182 h 1647825"/>
                <a:gd name="connsiteX4568" fmla="*/ 598551 w 1533525"/>
                <a:gd name="connsiteY4568" fmla="*/ 1457706 h 1647825"/>
                <a:gd name="connsiteX4569" fmla="*/ 599599 w 1533525"/>
                <a:gd name="connsiteY4569" fmla="*/ 1457325 h 1647825"/>
                <a:gd name="connsiteX4570" fmla="*/ 599599 w 1533525"/>
                <a:gd name="connsiteY4570" fmla="*/ 1456944 h 1647825"/>
                <a:gd name="connsiteX4571" fmla="*/ 599408 w 1533525"/>
                <a:gd name="connsiteY4571" fmla="*/ 1456468 h 1647825"/>
                <a:gd name="connsiteX4572" fmla="*/ 601504 w 1533525"/>
                <a:gd name="connsiteY4572" fmla="*/ 1456563 h 1647825"/>
                <a:gd name="connsiteX4573" fmla="*/ 602552 w 1533525"/>
                <a:gd name="connsiteY4573" fmla="*/ 1456182 h 1647825"/>
                <a:gd name="connsiteX4574" fmla="*/ 603599 w 1533525"/>
                <a:gd name="connsiteY4574" fmla="*/ 1456563 h 1647825"/>
                <a:gd name="connsiteX4575" fmla="*/ 603409 w 1533525"/>
                <a:gd name="connsiteY4575" fmla="*/ 1456944 h 1647825"/>
                <a:gd name="connsiteX4576" fmla="*/ 601790 w 1533525"/>
                <a:gd name="connsiteY4576" fmla="*/ 1457611 h 1647825"/>
                <a:gd name="connsiteX4577" fmla="*/ 601313 w 1533525"/>
                <a:gd name="connsiteY4577" fmla="*/ 1457706 h 1647825"/>
                <a:gd name="connsiteX4578" fmla="*/ 600837 w 1533525"/>
                <a:gd name="connsiteY4578" fmla="*/ 1457706 h 1647825"/>
                <a:gd name="connsiteX4579" fmla="*/ 600551 w 1533525"/>
                <a:gd name="connsiteY4579" fmla="*/ 1457897 h 1647825"/>
                <a:gd name="connsiteX4580" fmla="*/ 600647 w 1533525"/>
                <a:gd name="connsiteY4580" fmla="*/ 1458468 h 1647825"/>
                <a:gd name="connsiteX4581" fmla="*/ 600837 w 1533525"/>
                <a:gd name="connsiteY4581" fmla="*/ 1458659 h 1647825"/>
                <a:gd name="connsiteX4582" fmla="*/ 601218 w 1533525"/>
                <a:gd name="connsiteY4582" fmla="*/ 1458754 h 1647825"/>
                <a:gd name="connsiteX4583" fmla="*/ 602075 w 1533525"/>
                <a:gd name="connsiteY4583" fmla="*/ 1458849 h 1647825"/>
                <a:gd name="connsiteX4584" fmla="*/ 611505 w 1533525"/>
                <a:gd name="connsiteY4584" fmla="*/ 1460849 h 1647825"/>
                <a:gd name="connsiteX4585" fmla="*/ 612172 w 1533525"/>
                <a:gd name="connsiteY4585" fmla="*/ 1460659 h 1647825"/>
                <a:gd name="connsiteX4586" fmla="*/ 612267 w 1533525"/>
                <a:gd name="connsiteY4586" fmla="*/ 1459992 h 1647825"/>
                <a:gd name="connsiteX4587" fmla="*/ 611505 w 1533525"/>
                <a:gd name="connsiteY4587" fmla="*/ 1459516 h 1647825"/>
                <a:gd name="connsiteX4588" fmla="*/ 609981 w 1533525"/>
                <a:gd name="connsiteY4588" fmla="*/ 1459135 h 1647825"/>
                <a:gd name="connsiteX4589" fmla="*/ 608552 w 1533525"/>
                <a:gd name="connsiteY4589" fmla="*/ 1459135 h 1647825"/>
                <a:gd name="connsiteX4590" fmla="*/ 608076 w 1533525"/>
                <a:gd name="connsiteY4590" fmla="*/ 1459040 h 1647825"/>
                <a:gd name="connsiteX4591" fmla="*/ 607505 w 1533525"/>
                <a:gd name="connsiteY4591" fmla="*/ 1458659 h 1647825"/>
                <a:gd name="connsiteX4592" fmla="*/ 607028 w 1533525"/>
                <a:gd name="connsiteY4592" fmla="*/ 1458468 h 1647825"/>
                <a:gd name="connsiteX4593" fmla="*/ 606266 w 1533525"/>
                <a:gd name="connsiteY4593" fmla="*/ 1458277 h 1647825"/>
                <a:gd name="connsiteX4594" fmla="*/ 605504 w 1533525"/>
                <a:gd name="connsiteY4594" fmla="*/ 1458182 h 1647825"/>
                <a:gd name="connsiteX4595" fmla="*/ 604647 w 1533525"/>
                <a:gd name="connsiteY4595" fmla="*/ 1458182 h 1647825"/>
                <a:gd name="connsiteX4596" fmla="*/ 603790 w 1533525"/>
                <a:gd name="connsiteY4596" fmla="*/ 1458182 h 1647825"/>
                <a:gd name="connsiteX4597" fmla="*/ 604171 w 1533525"/>
                <a:gd name="connsiteY4597" fmla="*/ 1457420 h 1647825"/>
                <a:gd name="connsiteX4598" fmla="*/ 604838 w 1533525"/>
                <a:gd name="connsiteY4598" fmla="*/ 1457135 h 1647825"/>
                <a:gd name="connsiteX4599" fmla="*/ 611410 w 1533525"/>
                <a:gd name="connsiteY4599" fmla="*/ 1458182 h 1647825"/>
                <a:gd name="connsiteX4600" fmla="*/ 612648 w 1533525"/>
                <a:gd name="connsiteY4600" fmla="*/ 1458849 h 1647825"/>
                <a:gd name="connsiteX4601" fmla="*/ 612553 w 1533525"/>
                <a:gd name="connsiteY4601" fmla="*/ 1459992 h 1647825"/>
                <a:gd name="connsiteX4602" fmla="*/ 613410 w 1533525"/>
                <a:gd name="connsiteY4602" fmla="*/ 1460278 h 1647825"/>
                <a:gd name="connsiteX4603" fmla="*/ 614458 w 1533525"/>
                <a:gd name="connsiteY4603" fmla="*/ 1460087 h 1647825"/>
                <a:gd name="connsiteX4604" fmla="*/ 615506 w 1533525"/>
                <a:gd name="connsiteY4604" fmla="*/ 1459706 h 1647825"/>
                <a:gd name="connsiteX4605" fmla="*/ 616363 w 1533525"/>
                <a:gd name="connsiteY4605" fmla="*/ 1459516 h 1647825"/>
                <a:gd name="connsiteX4606" fmla="*/ 616649 w 1533525"/>
                <a:gd name="connsiteY4606" fmla="*/ 1458944 h 1647825"/>
                <a:gd name="connsiteX4607" fmla="*/ 617030 w 1533525"/>
                <a:gd name="connsiteY4607" fmla="*/ 1454372 h 1647825"/>
                <a:gd name="connsiteX4608" fmla="*/ 616839 w 1533525"/>
                <a:gd name="connsiteY4608" fmla="*/ 1445133 h 1647825"/>
                <a:gd name="connsiteX4609" fmla="*/ 616363 w 1533525"/>
                <a:gd name="connsiteY4609" fmla="*/ 1442942 h 1647825"/>
                <a:gd name="connsiteX4610" fmla="*/ 616363 w 1533525"/>
                <a:gd name="connsiteY4610" fmla="*/ 1434275 h 1647825"/>
                <a:gd name="connsiteX4611" fmla="*/ 616268 w 1533525"/>
                <a:gd name="connsiteY4611" fmla="*/ 1431417 h 1647825"/>
                <a:gd name="connsiteX4612" fmla="*/ 615886 w 1533525"/>
                <a:gd name="connsiteY4612" fmla="*/ 1423892 h 1647825"/>
                <a:gd name="connsiteX4613" fmla="*/ 616172 w 1533525"/>
                <a:gd name="connsiteY4613" fmla="*/ 1422273 h 1647825"/>
                <a:gd name="connsiteX4614" fmla="*/ 616458 w 1533525"/>
                <a:gd name="connsiteY4614" fmla="*/ 1420844 h 1647825"/>
                <a:gd name="connsiteX4615" fmla="*/ 616649 w 1533525"/>
                <a:gd name="connsiteY4615" fmla="*/ 1412653 h 1647825"/>
                <a:gd name="connsiteX4616" fmla="*/ 615601 w 1533525"/>
                <a:gd name="connsiteY4616" fmla="*/ 1407128 h 1647825"/>
                <a:gd name="connsiteX4617" fmla="*/ 615506 w 1533525"/>
                <a:gd name="connsiteY4617" fmla="*/ 1402937 h 1647825"/>
                <a:gd name="connsiteX4618" fmla="*/ 615315 w 1533525"/>
                <a:gd name="connsiteY4618" fmla="*/ 1402747 h 1647825"/>
                <a:gd name="connsiteX4619" fmla="*/ 615029 w 1533525"/>
                <a:gd name="connsiteY4619" fmla="*/ 1402747 h 1647825"/>
                <a:gd name="connsiteX4620" fmla="*/ 613601 w 1533525"/>
                <a:gd name="connsiteY4620" fmla="*/ 1402080 h 1647825"/>
                <a:gd name="connsiteX4621" fmla="*/ 612553 w 1533525"/>
                <a:gd name="connsiteY4621" fmla="*/ 1401890 h 1647825"/>
                <a:gd name="connsiteX4622" fmla="*/ 611696 w 1533525"/>
                <a:gd name="connsiteY4622" fmla="*/ 1402175 h 1647825"/>
                <a:gd name="connsiteX4623" fmla="*/ 611315 w 1533525"/>
                <a:gd name="connsiteY4623" fmla="*/ 1403128 h 1647825"/>
                <a:gd name="connsiteX4624" fmla="*/ 610838 w 1533525"/>
                <a:gd name="connsiteY4624" fmla="*/ 1403414 h 1647825"/>
                <a:gd name="connsiteX4625" fmla="*/ 608457 w 1533525"/>
                <a:gd name="connsiteY4625" fmla="*/ 1405128 h 1647825"/>
                <a:gd name="connsiteX4626" fmla="*/ 607790 w 1533525"/>
                <a:gd name="connsiteY4626" fmla="*/ 1405509 h 1647825"/>
                <a:gd name="connsiteX4627" fmla="*/ 607409 w 1533525"/>
                <a:gd name="connsiteY4627" fmla="*/ 1405509 h 1647825"/>
                <a:gd name="connsiteX4628" fmla="*/ 607790 w 1533525"/>
                <a:gd name="connsiteY4628" fmla="*/ 1404652 h 1647825"/>
                <a:gd name="connsiteX4629" fmla="*/ 610743 w 1533525"/>
                <a:gd name="connsiteY4629" fmla="*/ 1401794 h 1647825"/>
                <a:gd name="connsiteX4630" fmla="*/ 611219 w 1533525"/>
                <a:gd name="connsiteY4630" fmla="*/ 1401414 h 1647825"/>
                <a:gd name="connsiteX4631" fmla="*/ 611696 w 1533525"/>
                <a:gd name="connsiteY4631" fmla="*/ 1401127 h 1647825"/>
                <a:gd name="connsiteX4632" fmla="*/ 612267 w 1533525"/>
                <a:gd name="connsiteY4632" fmla="*/ 1401032 h 1647825"/>
                <a:gd name="connsiteX4633" fmla="*/ 612648 w 1533525"/>
                <a:gd name="connsiteY4633" fmla="*/ 1401032 h 1647825"/>
                <a:gd name="connsiteX4634" fmla="*/ 613029 w 1533525"/>
                <a:gd name="connsiteY4634" fmla="*/ 1401127 h 1647825"/>
                <a:gd name="connsiteX4635" fmla="*/ 614458 w 1533525"/>
                <a:gd name="connsiteY4635" fmla="*/ 1401127 h 1647825"/>
                <a:gd name="connsiteX4636" fmla="*/ 614934 w 1533525"/>
                <a:gd name="connsiteY4636" fmla="*/ 1401032 h 1647825"/>
                <a:gd name="connsiteX4637" fmla="*/ 615029 w 1533525"/>
                <a:gd name="connsiteY4637" fmla="*/ 1400556 h 1647825"/>
                <a:gd name="connsiteX4638" fmla="*/ 614744 w 1533525"/>
                <a:gd name="connsiteY4638" fmla="*/ 1397794 h 1647825"/>
                <a:gd name="connsiteX4639" fmla="*/ 614363 w 1533525"/>
                <a:gd name="connsiteY4639" fmla="*/ 1397318 h 1647825"/>
                <a:gd name="connsiteX4640" fmla="*/ 613505 w 1533525"/>
                <a:gd name="connsiteY4640" fmla="*/ 1397222 h 1647825"/>
                <a:gd name="connsiteX4641" fmla="*/ 613791 w 1533525"/>
                <a:gd name="connsiteY4641" fmla="*/ 1397508 h 1647825"/>
                <a:gd name="connsiteX4642" fmla="*/ 613886 w 1533525"/>
                <a:gd name="connsiteY4642" fmla="*/ 1397794 h 1647825"/>
                <a:gd name="connsiteX4643" fmla="*/ 613791 w 1533525"/>
                <a:gd name="connsiteY4643" fmla="*/ 1398175 h 1647825"/>
                <a:gd name="connsiteX4644" fmla="*/ 613601 w 1533525"/>
                <a:gd name="connsiteY4644" fmla="*/ 1398651 h 1647825"/>
                <a:gd name="connsiteX4645" fmla="*/ 613220 w 1533525"/>
                <a:gd name="connsiteY4645" fmla="*/ 1398651 h 1647825"/>
                <a:gd name="connsiteX4646" fmla="*/ 612934 w 1533525"/>
                <a:gd name="connsiteY4646" fmla="*/ 1396556 h 1647825"/>
                <a:gd name="connsiteX4647" fmla="*/ 611696 w 1533525"/>
                <a:gd name="connsiteY4647" fmla="*/ 1392746 h 1647825"/>
                <a:gd name="connsiteX4648" fmla="*/ 611410 w 1533525"/>
                <a:gd name="connsiteY4648" fmla="*/ 1390555 h 1647825"/>
                <a:gd name="connsiteX4649" fmla="*/ 611505 w 1533525"/>
                <a:gd name="connsiteY4649" fmla="*/ 1389507 h 1647825"/>
                <a:gd name="connsiteX4650" fmla="*/ 611981 w 1533525"/>
                <a:gd name="connsiteY4650" fmla="*/ 1387507 h 1647825"/>
                <a:gd name="connsiteX4651" fmla="*/ 612172 w 1533525"/>
                <a:gd name="connsiteY4651" fmla="*/ 1385411 h 1647825"/>
                <a:gd name="connsiteX4652" fmla="*/ 613124 w 1533525"/>
                <a:gd name="connsiteY4652" fmla="*/ 1380268 h 1647825"/>
                <a:gd name="connsiteX4653" fmla="*/ 613505 w 1533525"/>
                <a:gd name="connsiteY4653" fmla="*/ 1379220 h 1647825"/>
                <a:gd name="connsiteX4654" fmla="*/ 614077 w 1533525"/>
                <a:gd name="connsiteY4654" fmla="*/ 1378839 h 1647825"/>
                <a:gd name="connsiteX4655" fmla="*/ 614934 w 1533525"/>
                <a:gd name="connsiteY4655" fmla="*/ 1374458 h 1647825"/>
                <a:gd name="connsiteX4656" fmla="*/ 616268 w 1533525"/>
                <a:gd name="connsiteY4656" fmla="*/ 1371505 h 1647825"/>
                <a:gd name="connsiteX4657" fmla="*/ 616458 w 1533525"/>
                <a:gd name="connsiteY4657" fmla="*/ 1370362 h 1647825"/>
                <a:gd name="connsiteX4658" fmla="*/ 616458 w 1533525"/>
                <a:gd name="connsiteY4658" fmla="*/ 1370171 h 1647825"/>
                <a:gd name="connsiteX4659" fmla="*/ 616934 w 1533525"/>
                <a:gd name="connsiteY4659" fmla="*/ 1369409 h 1647825"/>
                <a:gd name="connsiteX4660" fmla="*/ 617030 w 1533525"/>
                <a:gd name="connsiteY4660" fmla="*/ 1369124 h 1647825"/>
                <a:gd name="connsiteX4661" fmla="*/ 616934 w 1533525"/>
                <a:gd name="connsiteY4661" fmla="*/ 1367314 h 1647825"/>
                <a:gd name="connsiteX4662" fmla="*/ 617030 w 1533525"/>
                <a:gd name="connsiteY4662" fmla="*/ 1366742 h 1647825"/>
                <a:gd name="connsiteX4663" fmla="*/ 617506 w 1533525"/>
                <a:gd name="connsiteY4663" fmla="*/ 1365885 h 1647825"/>
                <a:gd name="connsiteX4664" fmla="*/ 618935 w 1533525"/>
                <a:gd name="connsiteY4664" fmla="*/ 1364171 h 1647825"/>
                <a:gd name="connsiteX4665" fmla="*/ 620554 w 1533525"/>
                <a:gd name="connsiteY4665" fmla="*/ 1360932 h 1647825"/>
                <a:gd name="connsiteX4666" fmla="*/ 620840 w 1533525"/>
                <a:gd name="connsiteY4666" fmla="*/ 1360456 h 1647825"/>
                <a:gd name="connsiteX4667" fmla="*/ 621602 w 1533525"/>
                <a:gd name="connsiteY4667" fmla="*/ 1359694 h 1647825"/>
                <a:gd name="connsiteX4668" fmla="*/ 624650 w 1533525"/>
                <a:gd name="connsiteY4668" fmla="*/ 1354931 h 1647825"/>
                <a:gd name="connsiteX4669" fmla="*/ 623030 w 1533525"/>
                <a:gd name="connsiteY4669" fmla="*/ 1355979 h 1647825"/>
                <a:gd name="connsiteX4670" fmla="*/ 621982 w 1533525"/>
                <a:gd name="connsiteY4670" fmla="*/ 1356455 h 1647825"/>
                <a:gd name="connsiteX4671" fmla="*/ 621506 w 1533525"/>
                <a:gd name="connsiteY4671" fmla="*/ 1356265 h 1647825"/>
                <a:gd name="connsiteX4672" fmla="*/ 621982 w 1533525"/>
                <a:gd name="connsiteY4672" fmla="*/ 1355598 h 1647825"/>
                <a:gd name="connsiteX4673" fmla="*/ 624745 w 1533525"/>
                <a:gd name="connsiteY4673" fmla="*/ 1354169 h 1647825"/>
                <a:gd name="connsiteX4674" fmla="*/ 625793 w 1533525"/>
                <a:gd name="connsiteY4674" fmla="*/ 1353026 h 1647825"/>
                <a:gd name="connsiteX4675" fmla="*/ 627507 w 1533525"/>
                <a:gd name="connsiteY4675" fmla="*/ 1350074 h 1647825"/>
                <a:gd name="connsiteX4676" fmla="*/ 627602 w 1533525"/>
                <a:gd name="connsiteY4676" fmla="*/ 1349883 h 1647825"/>
                <a:gd name="connsiteX4677" fmla="*/ 627793 w 1533525"/>
                <a:gd name="connsiteY4677" fmla="*/ 1349693 h 1647825"/>
                <a:gd name="connsiteX4678" fmla="*/ 629031 w 1533525"/>
                <a:gd name="connsiteY4678" fmla="*/ 1348931 h 1647825"/>
                <a:gd name="connsiteX4679" fmla="*/ 629507 w 1533525"/>
                <a:gd name="connsiteY4679" fmla="*/ 1348359 h 1647825"/>
                <a:gd name="connsiteX4680" fmla="*/ 630650 w 1533525"/>
                <a:gd name="connsiteY4680" fmla="*/ 1346264 h 1647825"/>
                <a:gd name="connsiteX4681" fmla="*/ 630841 w 1533525"/>
                <a:gd name="connsiteY4681" fmla="*/ 1345406 h 1647825"/>
                <a:gd name="connsiteX4682" fmla="*/ 632651 w 1533525"/>
                <a:gd name="connsiteY4682" fmla="*/ 1342263 h 1647825"/>
                <a:gd name="connsiteX4683" fmla="*/ 633889 w 1533525"/>
                <a:gd name="connsiteY4683" fmla="*/ 1339120 h 1647825"/>
                <a:gd name="connsiteX4684" fmla="*/ 634079 w 1533525"/>
                <a:gd name="connsiteY4684" fmla="*/ 1338358 h 1647825"/>
                <a:gd name="connsiteX4685" fmla="*/ 634175 w 1533525"/>
                <a:gd name="connsiteY4685" fmla="*/ 1337310 h 1647825"/>
                <a:gd name="connsiteX4686" fmla="*/ 634746 w 1533525"/>
                <a:gd name="connsiteY4686" fmla="*/ 1334834 h 1647825"/>
                <a:gd name="connsiteX4687" fmla="*/ 635127 w 1533525"/>
                <a:gd name="connsiteY4687" fmla="*/ 1333881 h 1647825"/>
                <a:gd name="connsiteX4688" fmla="*/ 636080 w 1533525"/>
                <a:gd name="connsiteY4688" fmla="*/ 1332357 h 1647825"/>
                <a:gd name="connsiteX4689" fmla="*/ 636461 w 1533525"/>
                <a:gd name="connsiteY4689" fmla="*/ 1331595 h 1647825"/>
                <a:gd name="connsiteX4690" fmla="*/ 636746 w 1533525"/>
                <a:gd name="connsiteY4690" fmla="*/ 1329690 h 1647825"/>
                <a:gd name="connsiteX4691" fmla="*/ 637699 w 1533525"/>
                <a:gd name="connsiteY4691" fmla="*/ 1326928 h 1647825"/>
                <a:gd name="connsiteX4692" fmla="*/ 638270 w 1533525"/>
                <a:gd name="connsiteY4692" fmla="*/ 1323023 h 1647825"/>
                <a:gd name="connsiteX4693" fmla="*/ 638556 w 1533525"/>
                <a:gd name="connsiteY4693" fmla="*/ 1316450 h 1647825"/>
                <a:gd name="connsiteX4694" fmla="*/ 639318 w 1533525"/>
                <a:gd name="connsiteY4694" fmla="*/ 1312545 h 1647825"/>
                <a:gd name="connsiteX4695" fmla="*/ 639509 w 1533525"/>
                <a:gd name="connsiteY4695" fmla="*/ 1310545 h 1647825"/>
                <a:gd name="connsiteX4696" fmla="*/ 639699 w 1533525"/>
                <a:gd name="connsiteY4696" fmla="*/ 1310068 h 1647825"/>
                <a:gd name="connsiteX4697" fmla="*/ 640652 w 1533525"/>
                <a:gd name="connsiteY4697" fmla="*/ 1309021 h 1647825"/>
                <a:gd name="connsiteX4698" fmla="*/ 640937 w 1533525"/>
                <a:gd name="connsiteY4698" fmla="*/ 1308545 h 1647825"/>
                <a:gd name="connsiteX4699" fmla="*/ 640556 w 1533525"/>
                <a:gd name="connsiteY4699" fmla="*/ 1306925 h 1647825"/>
                <a:gd name="connsiteX4700" fmla="*/ 640556 w 1533525"/>
                <a:gd name="connsiteY4700" fmla="*/ 1306354 h 1647825"/>
                <a:gd name="connsiteX4701" fmla="*/ 640937 w 1533525"/>
                <a:gd name="connsiteY4701" fmla="*/ 1305401 h 1647825"/>
                <a:gd name="connsiteX4702" fmla="*/ 641509 w 1533525"/>
                <a:gd name="connsiteY4702" fmla="*/ 1304544 h 1647825"/>
                <a:gd name="connsiteX4703" fmla="*/ 641985 w 1533525"/>
                <a:gd name="connsiteY4703" fmla="*/ 1303592 h 1647825"/>
                <a:gd name="connsiteX4704" fmla="*/ 642080 w 1533525"/>
                <a:gd name="connsiteY4704" fmla="*/ 1302353 h 1647825"/>
                <a:gd name="connsiteX4705" fmla="*/ 641223 w 1533525"/>
                <a:gd name="connsiteY4705" fmla="*/ 1302544 h 1647825"/>
                <a:gd name="connsiteX4706" fmla="*/ 641032 w 1533525"/>
                <a:gd name="connsiteY4706" fmla="*/ 1302639 h 1647825"/>
                <a:gd name="connsiteX4707" fmla="*/ 641223 w 1533525"/>
                <a:gd name="connsiteY4707" fmla="*/ 1301782 h 1647825"/>
                <a:gd name="connsiteX4708" fmla="*/ 641318 w 1533525"/>
                <a:gd name="connsiteY4708" fmla="*/ 1300829 h 1647825"/>
                <a:gd name="connsiteX4709" fmla="*/ 641509 w 1533525"/>
                <a:gd name="connsiteY4709" fmla="*/ 1300925 h 1647825"/>
                <a:gd name="connsiteX4710" fmla="*/ 642080 w 1533525"/>
                <a:gd name="connsiteY4710" fmla="*/ 1301115 h 1647825"/>
                <a:gd name="connsiteX4711" fmla="*/ 642176 w 1533525"/>
                <a:gd name="connsiteY4711" fmla="*/ 1299591 h 1647825"/>
                <a:gd name="connsiteX4712" fmla="*/ 642652 w 1533525"/>
                <a:gd name="connsiteY4712" fmla="*/ 1296924 h 1647825"/>
                <a:gd name="connsiteX4713" fmla="*/ 642747 w 1533525"/>
                <a:gd name="connsiteY4713" fmla="*/ 1295400 h 1647825"/>
                <a:gd name="connsiteX4714" fmla="*/ 642557 w 1533525"/>
                <a:gd name="connsiteY4714" fmla="*/ 1293971 h 1647825"/>
                <a:gd name="connsiteX4715" fmla="*/ 641985 w 1533525"/>
                <a:gd name="connsiteY4715" fmla="*/ 1291971 h 1647825"/>
                <a:gd name="connsiteX4716" fmla="*/ 641604 w 1533525"/>
                <a:gd name="connsiteY4716" fmla="*/ 1291018 h 1647825"/>
                <a:gd name="connsiteX4717" fmla="*/ 640937 w 1533525"/>
                <a:gd name="connsiteY4717" fmla="*/ 1291209 h 1647825"/>
                <a:gd name="connsiteX4718" fmla="*/ 640842 w 1533525"/>
                <a:gd name="connsiteY4718" fmla="*/ 1291400 h 1647825"/>
                <a:gd name="connsiteX4719" fmla="*/ 640556 w 1533525"/>
                <a:gd name="connsiteY4719" fmla="*/ 1291971 h 1647825"/>
                <a:gd name="connsiteX4720" fmla="*/ 639794 w 1533525"/>
                <a:gd name="connsiteY4720" fmla="*/ 1291114 h 1647825"/>
                <a:gd name="connsiteX4721" fmla="*/ 638842 w 1533525"/>
                <a:gd name="connsiteY4721" fmla="*/ 1290542 h 1647825"/>
                <a:gd name="connsiteX4722" fmla="*/ 638175 w 1533525"/>
                <a:gd name="connsiteY4722" fmla="*/ 1289971 h 1647825"/>
                <a:gd name="connsiteX4723" fmla="*/ 638365 w 1533525"/>
                <a:gd name="connsiteY4723" fmla="*/ 1289018 h 1647825"/>
                <a:gd name="connsiteX4724" fmla="*/ 638080 w 1533525"/>
                <a:gd name="connsiteY4724" fmla="*/ 1289018 h 1647825"/>
                <a:gd name="connsiteX4725" fmla="*/ 637699 w 1533525"/>
                <a:gd name="connsiteY4725" fmla="*/ 1289018 h 1647825"/>
                <a:gd name="connsiteX4726" fmla="*/ 637127 w 1533525"/>
                <a:gd name="connsiteY4726" fmla="*/ 1288828 h 1647825"/>
                <a:gd name="connsiteX4727" fmla="*/ 636651 w 1533525"/>
                <a:gd name="connsiteY4727" fmla="*/ 1288542 h 1647825"/>
                <a:gd name="connsiteX4728" fmla="*/ 636270 w 1533525"/>
                <a:gd name="connsiteY4728" fmla="*/ 1288161 h 1647825"/>
                <a:gd name="connsiteX4729" fmla="*/ 635889 w 1533525"/>
                <a:gd name="connsiteY4729" fmla="*/ 1288066 h 1647825"/>
                <a:gd name="connsiteX4730" fmla="*/ 633603 w 1533525"/>
                <a:gd name="connsiteY4730" fmla="*/ 1287971 h 1647825"/>
                <a:gd name="connsiteX4731" fmla="*/ 632365 w 1533525"/>
                <a:gd name="connsiteY4731" fmla="*/ 1287685 h 1647825"/>
                <a:gd name="connsiteX4732" fmla="*/ 631222 w 1533525"/>
                <a:gd name="connsiteY4732" fmla="*/ 1287590 h 1647825"/>
                <a:gd name="connsiteX4733" fmla="*/ 630555 w 1533525"/>
                <a:gd name="connsiteY4733" fmla="*/ 1287304 h 1647825"/>
                <a:gd name="connsiteX4734" fmla="*/ 630174 w 1533525"/>
                <a:gd name="connsiteY4734" fmla="*/ 1286732 h 1647825"/>
                <a:gd name="connsiteX4735" fmla="*/ 629603 w 1533525"/>
                <a:gd name="connsiteY4735" fmla="*/ 1285399 h 1647825"/>
                <a:gd name="connsiteX4736" fmla="*/ 627888 w 1533525"/>
                <a:gd name="connsiteY4736" fmla="*/ 1283399 h 1647825"/>
                <a:gd name="connsiteX4737" fmla="*/ 627221 w 1533525"/>
                <a:gd name="connsiteY4737" fmla="*/ 1282256 h 1647825"/>
                <a:gd name="connsiteX4738" fmla="*/ 627031 w 1533525"/>
                <a:gd name="connsiteY4738" fmla="*/ 1281017 h 1647825"/>
                <a:gd name="connsiteX4739" fmla="*/ 628174 w 1533525"/>
                <a:gd name="connsiteY4739" fmla="*/ 1279398 h 1647825"/>
                <a:gd name="connsiteX4740" fmla="*/ 629031 w 1533525"/>
                <a:gd name="connsiteY4740" fmla="*/ 1278827 h 1647825"/>
                <a:gd name="connsiteX4741" fmla="*/ 629126 w 1533525"/>
                <a:gd name="connsiteY4741" fmla="*/ 1278160 h 1647825"/>
                <a:gd name="connsiteX4742" fmla="*/ 629126 w 1533525"/>
                <a:gd name="connsiteY4742" fmla="*/ 1276922 h 1647825"/>
                <a:gd name="connsiteX4743" fmla="*/ 629507 w 1533525"/>
                <a:gd name="connsiteY4743" fmla="*/ 1277398 h 1647825"/>
                <a:gd name="connsiteX4744" fmla="*/ 629984 w 1533525"/>
                <a:gd name="connsiteY4744" fmla="*/ 1277684 h 1647825"/>
                <a:gd name="connsiteX4745" fmla="*/ 630365 w 1533525"/>
                <a:gd name="connsiteY4745" fmla="*/ 1278065 h 1647825"/>
                <a:gd name="connsiteX4746" fmla="*/ 630555 w 1533525"/>
                <a:gd name="connsiteY4746" fmla="*/ 1278636 h 1647825"/>
                <a:gd name="connsiteX4747" fmla="*/ 630365 w 1533525"/>
                <a:gd name="connsiteY4747" fmla="*/ 1279970 h 1647825"/>
                <a:gd name="connsiteX4748" fmla="*/ 630555 w 1533525"/>
                <a:gd name="connsiteY4748" fmla="*/ 1280636 h 1647825"/>
                <a:gd name="connsiteX4749" fmla="*/ 631317 w 1533525"/>
                <a:gd name="connsiteY4749" fmla="*/ 1281113 h 1647825"/>
                <a:gd name="connsiteX4750" fmla="*/ 631603 w 1533525"/>
                <a:gd name="connsiteY4750" fmla="*/ 1279493 h 1647825"/>
                <a:gd name="connsiteX4751" fmla="*/ 631603 w 1533525"/>
                <a:gd name="connsiteY4751" fmla="*/ 1275207 h 1647825"/>
                <a:gd name="connsiteX4752" fmla="*/ 632174 w 1533525"/>
                <a:gd name="connsiteY4752" fmla="*/ 1275779 h 1647825"/>
                <a:gd name="connsiteX4753" fmla="*/ 633794 w 1533525"/>
                <a:gd name="connsiteY4753" fmla="*/ 1277969 h 1647825"/>
                <a:gd name="connsiteX4754" fmla="*/ 634556 w 1533525"/>
                <a:gd name="connsiteY4754" fmla="*/ 1279874 h 1647825"/>
                <a:gd name="connsiteX4755" fmla="*/ 637127 w 1533525"/>
                <a:gd name="connsiteY4755" fmla="*/ 1282637 h 1647825"/>
                <a:gd name="connsiteX4756" fmla="*/ 638842 w 1533525"/>
                <a:gd name="connsiteY4756" fmla="*/ 1286923 h 1647825"/>
                <a:gd name="connsiteX4757" fmla="*/ 640366 w 1533525"/>
                <a:gd name="connsiteY4757" fmla="*/ 1290733 h 1647825"/>
                <a:gd name="connsiteX4758" fmla="*/ 640747 w 1533525"/>
                <a:gd name="connsiteY4758" fmla="*/ 1290733 h 1647825"/>
                <a:gd name="connsiteX4759" fmla="*/ 640556 w 1533525"/>
                <a:gd name="connsiteY4759" fmla="*/ 1288637 h 1647825"/>
                <a:gd name="connsiteX4760" fmla="*/ 639413 w 1533525"/>
                <a:gd name="connsiteY4760" fmla="*/ 1286066 h 1647825"/>
                <a:gd name="connsiteX4761" fmla="*/ 637889 w 1533525"/>
                <a:gd name="connsiteY4761" fmla="*/ 1282541 h 1647825"/>
                <a:gd name="connsiteX4762" fmla="*/ 636746 w 1533525"/>
                <a:gd name="connsiteY4762" fmla="*/ 1278827 h 1647825"/>
                <a:gd name="connsiteX4763" fmla="*/ 636175 w 1533525"/>
                <a:gd name="connsiteY4763" fmla="*/ 1277969 h 1647825"/>
                <a:gd name="connsiteX4764" fmla="*/ 635794 w 1533525"/>
                <a:gd name="connsiteY4764" fmla="*/ 1276922 h 1647825"/>
                <a:gd name="connsiteX4765" fmla="*/ 636175 w 1533525"/>
                <a:gd name="connsiteY4765" fmla="*/ 1275683 h 1647825"/>
                <a:gd name="connsiteX4766" fmla="*/ 637127 w 1533525"/>
                <a:gd name="connsiteY4766" fmla="*/ 1273778 h 1647825"/>
                <a:gd name="connsiteX4767" fmla="*/ 637318 w 1533525"/>
                <a:gd name="connsiteY4767" fmla="*/ 1271397 h 1647825"/>
                <a:gd name="connsiteX4768" fmla="*/ 636651 w 1533525"/>
                <a:gd name="connsiteY4768" fmla="*/ 1269302 h 1647825"/>
                <a:gd name="connsiteX4769" fmla="*/ 632841 w 1533525"/>
                <a:gd name="connsiteY4769" fmla="*/ 1261301 h 1647825"/>
                <a:gd name="connsiteX4770" fmla="*/ 632079 w 1533525"/>
                <a:gd name="connsiteY4770" fmla="*/ 1259110 h 1647825"/>
                <a:gd name="connsiteX4771" fmla="*/ 630841 w 1533525"/>
                <a:gd name="connsiteY4771" fmla="*/ 1252633 h 1647825"/>
                <a:gd name="connsiteX4772" fmla="*/ 630746 w 1533525"/>
                <a:gd name="connsiteY4772" fmla="*/ 1250252 h 1647825"/>
                <a:gd name="connsiteX4773" fmla="*/ 631412 w 1533525"/>
                <a:gd name="connsiteY4773" fmla="*/ 1248347 h 1647825"/>
                <a:gd name="connsiteX4774" fmla="*/ 630650 w 1533525"/>
                <a:gd name="connsiteY4774" fmla="*/ 1247680 h 1647825"/>
                <a:gd name="connsiteX4775" fmla="*/ 629888 w 1533525"/>
                <a:gd name="connsiteY4775" fmla="*/ 1248156 h 1647825"/>
                <a:gd name="connsiteX4776" fmla="*/ 629031 w 1533525"/>
                <a:gd name="connsiteY4776" fmla="*/ 1249109 h 1647825"/>
                <a:gd name="connsiteX4777" fmla="*/ 628078 w 1533525"/>
                <a:gd name="connsiteY4777" fmla="*/ 1249871 h 1647825"/>
                <a:gd name="connsiteX4778" fmla="*/ 626840 w 1533525"/>
                <a:gd name="connsiteY4778" fmla="*/ 1250156 h 1647825"/>
                <a:gd name="connsiteX4779" fmla="*/ 626650 w 1533525"/>
                <a:gd name="connsiteY4779" fmla="*/ 1249585 h 1647825"/>
                <a:gd name="connsiteX4780" fmla="*/ 627126 w 1533525"/>
                <a:gd name="connsiteY4780" fmla="*/ 1248727 h 1647825"/>
                <a:gd name="connsiteX4781" fmla="*/ 627888 w 1533525"/>
                <a:gd name="connsiteY4781" fmla="*/ 1248347 h 1647825"/>
                <a:gd name="connsiteX4782" fmla="*/ 627983 w 1533525"/>
                <a:gd name="connsiteY4782" fmla="*/ 1248156 h 1647825"/>
                <a:gd name="connsiteX4783" fmla="*/ 628745 w 1533525"/>
                <a:gd name="connsiteY4783" fmla="*/ 1247204 h 1647825"/>
                <a:gd name="connsiteX4784" fmla="*/ 629317 w 1533525"/>
                <a:gd name="connsiteY4784" fmla="*/ 1247013 h 1647825"/>
                <a:gd name="connsiteX4785" fmla="*/ 630936 w 1533525"/>
                <a:gd name="connsiteY4785" fmla="*/ 1246918 h 1647825"/>
                <a:gd name="connsiteX4786" fmla="*/ 631412 w 1533525"/>
                <a:gd name="connsiteY4786" fmla="*/ 1246156 h 1647825"/>
                <a:gd name="connsiteX4787" fmla="*/ 632555 w 1533525"/>
                <a:gd name="connsiteY4787" fmla="*/ 1243203 h 1647825"/>
                <a:gd name="connsiteX4788" fmla="*/ 633413 w 1533525"/>
                <a:gd name="connsiteY4788" fmla="*/ 1242155 h 1647825"/>
                <a:gd name="connsiteX4789" fmla="*/ 633603 w 1533525"/>
                <a:gd name="connsiteY4789" fmla="*/ 1239774 h 1647825"/>
                <a:gd name="connsiteX4790" fmla="*/ 633413 w 1533525"/>
                <a:gd name="connsiteY4790" fmla="*/ 1235488 h 1647825"/>
                <a:gd name="connsiteX4791" fmla="*/ 634079 w 1533525"/>
                <a:gd name="connsiteY4791" fmla="*/ 1232440 h 1647825"/>
                <a:gd name="connsiteX4792" fmla="*/ 634175 w 1533525"/>
                <a:gd name="connsiteY4792" fmla="*/ 1231297 h 1647825"/>
                <a:gd name="connsiteX4793" fmla="*/ 634270 w 1533525"/>
                <a:gd name="connsiteY4793" fmla="*/ 1231011 h 1647825"/>
                <a:gd name="connsiteX4794" fmla="*/ 634460 w 1533525"/>
                <a:gd name="connsiteY4794" fmla="*/ 1230725 h 1647825"/>
                <a:gd name="connsiteX4795" fmla="*/ 634460 w 1533525"/>
                <a:gd name="connsiteY4795" fmla="*/ 1230440 h 1647825"/>
                <a:gd name="connsiteX4796" fmla="*/ 634079 w 1533525"/>
                <a:gd name="connsiteY4796" fmla="*/ 1230059 h 1647825"/>
                <a:gd name="connsiteX4797" fmla="*/ 633698 w 1533525"/>
                <a:gd name="connsiteY4797" fmla="*/ 1230059 h 1647825"/>
                <a:gd name="connsiteX4798" fmla="*/ 632460 w 1533525"/>
                <a:gd name="connsiteY4798" fmla="*/ 1230344 h 1647825"/>
                <a:gd name="connsiteX4799" fmla="*/ 631889 w 1533525"/>
                <a:gd name="connsiteY4799" fmla="*/ 1230344 h 1647825"/>
                <a:gd name="connsiteX4800" fmla="*/ 631507 w 1533525"/>
                <a:gd name="connsiteY4800" fmla="*/ 1229964 h 1647825"/>
                <a:gd name="connsiteX4801" fmla="*/ 632460 w 1533525"/>
                <a:gd name="connsiteY4801" fmla="*/ 1229487 h 1647825"/>
                <a:gd name="connsiteX4802" fmla="*/ 632936 w 1533525"/>
                <a:gd name="connsiteY4802" fmla="*/ 1229201 h 1647825"/>
                <a:gd name="connsiteX4803" fmla="*/ 633222 w 1533525"/>
                <a:gd name="connsiteY4803" fmla="*/ 1228820 h 1647825"/>
                <a:gd name="connsiteX4804" fmla="*/ 633317 w 1533525"/>
                <a:gd name="connsiteY4804" fmla="*/ 1228154 h 1647825"/>
                <a:gd name="connsiteX4805" fmla="*/ 633032 w 1533525"/>
                <a:gd name="connsiteY4805" fmla="*/ 1227582 h 1647825"/>
                <a:gd name="connsiteX4806" fmla="*/ 632651 w 1533525"/>
                <a:gd name="connsiteY4806" fmla="*/ 1226915 h 1647825"/>
                <a:gd name="connsiteX4807" fmla="*/ 632270 w 1533525"/>
                <a:gd name="connsiteY4807" fmla="*/ 1225010 h 1647825"/>
                <a:gd name="connsiteX4808" fmla="*/ 631889 w 1533525"/>
                <a:gd name="connsiteY4808" fmla="*/ 1224439 h 1647825"/>
                <a:gd name="connsiteX4809" fmla="*/ 630650 w 1533525"/>
                <a:gd name="connsiteY4809" fmla="*/ 1223582 h 1647825"/>
                <a:gd name="connsiteX4810" fmla="*/ 630079 w 1533525"/>
                <a:gd name="connsiteY4810" fmla="*/ 1223105 h 1647825"/>
                <a:gd name="connsiteX4811" fmla="*/ 629793 w 1533525"/>
                <a:gd name="connsiteY4811" fmla="*/ 1222724 h 1647825"/>
                <a:gd name="connsiteX4812" fmla="*/ 629698 w 1533525"/>
                <a:gd name="connsiteY4812" fmla="*/ 1222248 h 1647825"/>
                <a:gd name="connsiteX4813" fmla="*/ 629507 w 1533525"/>
                <a:gd name="connsiteY4813" fmla="*/ 1219581 h 1647825"/>
                <a:gd name="connsiteX4814" fmla="*/ 627793 w 1533525"/>
                <a:gd name="connsiteY4814" fmla="*/ 1211104 h 1647825"/>
                <a:gd name="connsiteX4815" fmla="*/ 627793 w 1533525"/>
                <a:gd name="connsiteY4815" fmla="*/ 1209961 h 1647825"/>
                <a:gd name="connsiteX4816" fmla="*/ 627126 w 1533525"/>
                <a:gd name="connsiteY4816" fmla="*/ 1208151 h 1647825"/>
                <a:gd name="connsiteX4817" fmla="*/ 626745 w 1533525"/>
                <a:gd name="connsiteY4817" fmla="*/ 1206056 h 1647825"/>
                <a:gd name="connsiteX4818" fmla="*/ 626650 w 1533525"/>
                <a:gd name="connsiteY4818" fmla="*/ 1201769 h 1647825"/>
                <a:gd name="connsiteX4819" fmla="*/ 628174 w 1533525"/>
                <a:gd name="connsiteY4819" fmla="*/ 1195768 h 1647825"/>
                <a:gd name="connsiteX4820" fmla="*/ 628745 w 1533525"/>
                <a:gd name="connsiteY4820" fmla="*/ 1190720 h 1647825"/>
                <a:gd name="connsiteX4821" fmla="*/ 628650 w 1533525"/>
                <a:gd name="connsiteY4821" fmla="*/ 1190244 h 1647825"/>
                <a:gd name="connsiteX4822" fmla="*/ 630269 w 1533525"/>
                <a:gd name="connsiteY4822" fmla="*/ 1186720 h 1647825"/>
                <a:gd name="connsiteX4823" fmla="*/ 630555 w 1533525"/>
                <a:gd name="connsiteY4823" fmla="*/ 1185767 h 1647825"/>
                <a:gd name="connsiteX4824" fmla="*/ 631222 w 1533525"/>
                <a:gd name="connsiteY4824" fmla="*/ 1184815 h 1647825"/>
                <a:gd name="connsiteX4825" fmla="*/ 632936 w 1533525"/>
                <a:gd name="connsiteY4825" fmla="*/ 1183100 h 1647825"/>
                <a:gd name="connsiteX4826" fmla="*/ 633508 w 1533525"/>
                <a:gd name="connsiteY4826" fmla="*/ 1182339 h 1647825"/>
                <a:gd name="connsiteX4827" fmla="*/ 634365 w 1533525"/>
                <a:gd name="connsiteY4827" fmla="*/ 1180719 h 1647825"/>
                <a:gd name="connsiteX4828" fmla="*/ 634936 w 1533525"/>
                <a:gd name="connsiteY4828" fmla="*/ 1179957 h 1647825"/>
                <a:gd name="connsiteX4829" fmla="*/ 634175 w 1533525"/>
                <a:gd name="connsiteY4829" fmla="*/ 1179576 h 1647825"/>
                <a:gd name="connsiteX4830" fmla="*/ 634365 w 1533525"/>
                <a:gd name="connsiteY4830" fmla="*/ 1178719 h 1647825"/>
                <a:gd name="connsiteX4831" fmla="*/ 635222 w 1533525"/>
                <a:gd name="connsiteY4831" fmla="*/ 1177100 h 1647825"/>
                <a:gd name="connsiteX4832" fmla="*/ 635318 w 1533525"/>
                <a:gd name="connsiteY4832" fmla="*/ 1176052 h 1647825"/>
                <a:gd name="connsiteX4833" fmla="*/ 637603 w 1533525"/>
                <a:gd name="connsiteY4833" fmla="*/ 1170242 h 1647825"/>
                <a:gd name="connsiteX4834" fmla="*/ 638461 w 1533525"/>
                <a:gd name="connsiteY4834" fmla="*/ 1168813 h 1647825"/>
                <a:gd name="connsiteX4835" fmla="*/ 642652 w 1533525"/>
                <a:gd name="connsiteY4835" fmla="*/ 1164717 h 1647825"/>
                <a:gd name="connsiteX4836" fmla="*/ 644461 w 1533525"/>
                <a:gd name="connsiteY4836" fmla="*/ 1163574 h 1647825"/>
                <a:gd name="connsiteX4837" fmla="*/ 646748 w 1533525"/>
                <a:gd name="connsiteY4837" fmla="*/ 1163002 h 1647825"/>
                <a:gd name="connsiteX4838" fmla="*/ 647224 w 1533525"/>
                <a:gd name="connsiteY4838" fmla="*/ 1162622 h 1647825"/>
                <a:gd name="connsiteX4839" fmla="*/ 648081 w 1533525"/>
                <a:gd name="connsiteY4839" fmla="*/ 1161764 h 1647825"/>
                <a:gd name="connsiteX4840" fmla="*/ 648462 w 1533525"/>
                <a:gd name="connsiteY4840" fmla="*/ 1161479 h 1647825"/>
                <a:gd name="connsiteX4841" fmla="*/ 648843 w 1533525"/>
                <a:gd name="connsiteY4841" fmla="*/ 1161383 h 1647825"/>
                <a:gd name="connsiteX4842" fmla="*/ 649224 w 1533525"/>
                <a:gd name="connsiteY4842" fmla="*/ 1161383 h 1647825"/>
                <a:gd name="connsiteX4843" fmla="*/ 649700 w 1533525"/>
                <a:gd name="connsiteY4843" fmla="*/ 1161193 h 1647825"/>
                <a:gd name="connsiteX4844" fmla="*/ 651510 w 1533525"/>
                <a:gd name="connsiteY4844" fmla="*/ 1160240 h 1647825"/>
                <a:gd name="connsiteX4845" fmla="*/ 652367 w 1533525"/>
                <a:gd name="connsiteY4845" fmla="*/ 1159669 h 1647825"/>
                <a:gd name="connsiteX4846" fmla="*/ 653034 w 1533525"/>
                <a:gd name="connsiteY4846" fmla="*/ 1159002 h 1647825"/>
                <a:gd name="connsiteX4847" fmla="*/ 653415 w 1533525"/>
                <a:gd name="connsiteY4847" fmla="*/ 1159002 h 1647825"/>
                <a:gd name="connsiteX4848" fmla="*/ 653986 w 1533525"/>
                <a:gd name="connsiteY4848" fmla="*/ 1159669 h 1647825"/>
                <a:gd name="connsiteX4849" fmla="*/ 654653 w 1533525"/>
                <a:gd name="connsiteY4849" fmla="*/ 1159478 h 1647825"/>
                <a:gd name="connsiteX4850" fmla="*/ 655511 w 1533525"/>
                <a:gd name="connsiteY4850" fmla="*/ 1158907 h 1647825"/>
                <a:gd name="connsiteX4851" fmla="*/ 656463 w 1533525"/>
                <a:gd name="connsiteY4851" fmla="*/ 1158621 h 1647825"/>
                <a:gd name="connsiteX4852" fmla="*/ 658844 w 1533525"/>
                <a:gd name="connsiteY4852" fmla="*/ 1158526 h 1647825"/>
                <a:gd name="connsiteX4853" fmla="*/ 658749 w 1533525"/>
                <a:gd name="connsiteY4853" fmla="*/ 1158240 h 1647825"/>
                <a:gd name="connsiteX4854" fmla="*/ 658844 w 1533525"/>
                <a:gd name="connsiteY4854" fmla="*/ 1157859 h 1647825"/>
                <a:gd name="connsiteX4855" fmla="*/ 659225 w 1533525"/>
                <a:gd name="connsiteY4855" fmla="*/ 1157478 h 1647825"/>
                <a:gd name="connsiteX4856" fmla="*/ 659511 w 1533525"/>
                <a:gd name="connsiteY4856" fmla="*/ 1157478 h 1647825"/>
                <a:gd name="connsiteX4857" fmla="*/ 659797 w 1533525"/>
                <a:gd name="connsiteY4857" fmla="*/ 1157668 h 1647825"/>
                <a:gd name="connsiteX4858" fmla="*/ 660178 w 1533525"/>
                <a:gd name="connsiteY4858" fmla="*/ 1157764 h 1647825"/>
                <a:gd name="connsiteX4859" fmla="*/ 662559 w 1533525"/>
                <a:gd name="connsiteY4859" fmla="*/ 1157954 h 1647825"/>
                <a:gd name="connsiteX4860" fmla="*/ 663797 w 1533525"/>
                <a:gd name="connsiteY4860" fmla="*/ 1158240 h 1647825"/>
                <a:gd name="connsiteX4861" fmla="*/ 664655 w 1533525"/>
                <a:gd name="connsiteY4861" fmla="*/ 1158716 h 1647825"/>
                <a:gd name="connsiteX4862" fmla="*/ 666083 w 1533525"/>
                <a:gd name="connsiteY4862" fmla="*/ 1161002 h 1647825"/>
                <a:gd name="connsiteX4863" fmla="*/ 666369 w 1533525"/>
                <a:gd name="connsiteY4863" fmla="*/ 1163098 h 1647825"/>
                <a:gd name="connsiteX4864" fmla="*/ 666274 w 1533525"/>
                <a:gd name="connsiteY4864" fmla="*/ 1167860 h 1647825"/>
                <a:gd name="connsiteX4865" fmla="*/ 666940 w 1533525"/>
                <a:gd name="connsiteY4865" fmla="*/ 1167289 h 1647825"/>
                <a:gd name="connsiteX4866" fmla="*/ 667512 w 1533525"/>
                <a:gd name="connsiteY4866" fmla="*/ 1166146 h 1647825"/>
                <a:gd name="connsiteX4867" fmla="*/ 668846 w 1533525"/>
                <a:gd name="connsiteY4867" fmla="*/ 1162050 h 1647825"/>
                <a:gd name="connsiteX4868" fmla="*/ 670655 w 1533525"/>
                <a:gd name="connsiteY4868" fmla="*/ 1158050 h 1647825"/>
                <a:gd name="connsiteX4869" fmla="*/ 670941 w 1533525"/>
                <a:gd name="connsiteY4869" fmla="*/ 1155859 h 1647825"/>
                <a:gd name="connsiteX4870" fmla="*/ 670751 w 1533525"/>
                <a:gd name="connsiteY4870" fmla="*/ 1153573 h 1647825"/>
                <a:gd name="connsiteX4871" fmla="*/ 669893 w 1533525"/>
                <a:gd name="connsiteY4871" fmla="*/ 1151477 h 1647825"/>
                <a:gd name="connsiteX4872" fmla="*/ 670274 w 1533525"/>
                <a:gd name="connsiteY4872" fmla="*/ 1151763 h 1647825"/>
                <a:gd name="connsiteX4873" fmla="*/ 670465 w 1533525"/>
                <a:gd name="connsiteY4873" fmla="*/ 1151954 h 1647825"/>
                <a:gd name="connsiteX4874" fmla="*/ 670655 w 1533525"/>
                <a:gd name="connsiteY4874" fmla="*/ 1152239 h 1647825"/>
                <a:gd name="connsiteX4875" fmla="*/ 671036 w 1533525"/>
                <a:gd name="connsiteY4875" fmla="*/ 1151858 h 1647825"/>
                <a:gd name="connsiteX4876" fmla="*/ 670846 w 1533525"/>
                <a:gd name="connsiteY4876" fmla="*/ 1151287 h 1647825"/>
                <a:gd name="connsiteX4877" fmla="*/ 671036 w 1533525"/>
                <a:gd name="connsiteY4877" fmla="*/ 1150715 h 1647825"/>
                <a:gd name="connsiteX4878" fmla="*/ 671513 w 1533525"/>
                <a:gd name="connsiteY4878" fmla="*/ 1152430 h 1647825"/>
                <a:gd name="connsiteX4879" fmla="*/ 671703 w 1533525"/>
                <a:gd name="connsiteY4879" fmla="*/ 1153287 h 1647825"/>
                <a:gd name="connsiteX4880" fmla="*/ 671798 w 1533525"/>
                <a:gd name="connsiteY4880" fmla="*/ 1154240 h 1647825"/>
                <a:gd name="connsiteX4881" fmla="*/ 671417 w 1533525"/>
                <a:gd name="connsiteY4881" fmla="*/ 1158335 h 1647825"/>
                <a:gd name="connsiteX4882" fmla="*/ 671513 w 1533525"/>
                <a:gd name="connsiteY4882" fmla="*/ 1159383 h 1647825"/>
                <a:gd name="connsiteX4883" fmla="*/ 671798 w 1533525"/>
                <a:gd name="connsiteY4883" fmla="*/ 1160431 h 1647825"/>
                <a:gd name="connsiteX4884" fmla="*/ 672370 w 1533525"/>
                <a:gd name="connsiteY4884" fmla="*/ 1161193 h 1647825"/>
                <a:gd name="connsiteX4885" fmla="*/ 673418 w 1533525"/>
                <a:gd name="connsiteY4885" fmla="*/ 1161479 h 1647825"/>
                <a:gd name="connsiteX4886" fmla="*/ 673894 w 1533525"/>
                <a:gd name="connsiteY4886" fmla="*/ 1161764 h 1647825"/>
                <a:gd name="connsiteX4887" fmla="*/ 675418 w 1533525"/>
                <a:gd name="connsiteY4887" fmla="*/ 1163098 h 1647825"/>
                <a:gd name="connsiteX4888" fmla="*/ 675894 w 1533525"/>
                <a:gd name="connsiteY4888" fmla="*/ 1163765 h 1647825"/>
                <a:gd name="connsiteX4889" fmla="*/ 676275 w 1533525"/>
                <a:gd name="connsiteY4889" fmla="*/ 1164146 h 1647825"/>
                <a:gd name="connsiteX4890" fmla="*/ 676751 w 1533525"/>
                <a:gd name="connsiteY4890" fmla="*/ 1164431 h 1647825"/>
                <a:gd name="connsiteX4891" fmla="*/ 677132 w 1533525"/>
                <a:gd name="connsiteY4891" fmla="*/ 1164431 h 1647825"/>
                <a:gd name="connsiteX4892" fmla="*/ 677513 w 1533525"/>
                <a:gd name="connsiteY4892" fmla="*/ 1164050 h 1647825"/>
                <a:gd name="connsiteX4893" fmla="*/ 677513 w 1533525"/>
                <a:gd name="connsiteY4893" fmla="*/ 1163574 h 1647825"/>
                <a:gd name="connsiteX4894" fmla="*/ 677132 w 1533525"/>
                <a:gd name="connsiteY4894" fmla="*/ 1162526 h 1647825"/>
                <a:gd name="connsiteX4895" fmla="*/ 676942 w 1533525"/>
                <a:gd name="connsiteY4895" fmla="*/ 1162241 h 1647825"/>
                <a:gd name="connsiteX4896" fmla="*/ 676656 w 1533525"/>
                <a:gd name="connsiteY4896" fmla="*/ 1161860 h 1647825"/>
                <a:gd name="connsiteX4897" fmla="*/ 676465 w 1533525"/>
                <a:gd name="connsiteY4897" fmla="*/ 1161383 h 1647825"/>
                <a:gd name="connsiteX4898" fmla="*/ 676465 w 1533525"/>
                <a:gd name="connsiteY4898" fmla="*/ 1160717 h 1647825"/>
                <a:gd name="connsiteX4899" fmla="*/ 677894 w 1533525"/>
                <a:gd name="connsiteY4899" fmla="*/ 1158812 h 1647825"/>
                <a:gd name="connsiteX4900" fmla="*/ 678752 w 1533525"/>
                <a:gd name="connsiteY4900" fmla="*/ 1158050 h 1647825"/>
                <a:gd name="connsiteX4901" fmla="*/ 681133 w 1533525"/>
                <a:gd name="connsiteY4901" fmla="*/ 1156526 h 1647825"/>
                <a:gd name="connsiteX4902" fmla="*/ 683609 w 1533525"/>
                <a:gd name="connsiteY4902" fmla="*/ 1154049 h 1647825"/>
                <a:gd name="connsiteX4903" fmla="*/ 684371 w 1533525"/>
                <a:gd name="connsiteY4903" fmla="*/ 1153859 h 1647825"/>
                <a:gd name="connsiteX4904" fmla="*/ 684657 w 1533525"/>
                <a:gd name="connsiteY4904" fmla="*/ 1153001 h 1647825"/>
                <a:gd name="connsiteX4905" fmla="*/ 684657 w 1533525"/>
                <a:gd name="connsiteY4905" fmla="*/ 1150144 h 1647825"/>
                <a:gd name="connsiteX4906" fmla="*/ 684943 w 1533525"/>
                <a:gd name="connsiteY4906" fmla="*/ 1149096 h 1647825"/>
                <a:gd name="connsiteX4907" fmla="*/ 685895 w 1533525"/>
                <a:gd name="connsiteY4907" fmla="*/ 1147477 h 1647825"/>
                <a:gd name="connsiteX4908" fmla="*/ 686467 w 1533525"/>
                <a:gd name="connsiteY4908" fmla="*/ 1144619 h 1647825"/>
                <a:gd name="connsiteX4909" fmla="*/ 687991 w 1533525"/>
                <a:gd name="connsiteY4909" fmla="*/ 1141285 h 1647825"/>
                <a:gd name="connsiteX4910" fmla="*/ 688657 w 1533525"/>
                <a:gd name="connsiteY4910" fmla="*/ 1138904 h 1647825"/>
                <a:gd name="connsiteX4911" fmla="*/ 689896 w 1533525"/>
                <a:gd name="connsiteY4911" fmla="*/ 1137380 h 1647825"/>
                <a:gd name="connsiteX4912" fmla="*/ 690182 w 1533525"/>
                <a:gd name="connsiteY4912" fmla="*/ 1136428 h 1647825"/>
                <a:gd name="connsiteX4913" fmla="*/ 689991 w 1533525"/>
                <a:gd name="connsiteY4913" fmla="*/ 1135666 h 1647825"/>
                <a:gd name="connsiteX4914" fmla="*/ 689705 w 1533525"/>
                <a:gd name="connsiteY4914" fmla="*/ 1135190 h 1647825"/>
                <a:gd name="connsiteX4915" fmla="*/ 689610 w 1533525"/>
                <a:gd name="connsiteY4915" fmla="*/ 1134714 h 1647825"/>
                <a:gd name="connsiteX4916" fmla="*/ 690182 w 1533525"/>
                <a:gd name="connsiteY4916" fmla="*/ 1134047 h 1647825"/>
                <a:gd name="connsiteX4917" fmla="*/ 693230 w 1533525"/>
                <a:gd name="connsiteY4917" fmla="*/ 1132142 h 1647825"/>
                <a:gd name="connsiteX4918" fmla="*/ 693992 w 1533525"/>
                <a:gd name="connsiteY4918" fmla="*/ 1132046 h 1647825"/>
                <a:gd name="connsiteX4919" fmla="*/ 694753 w 1533525"/>
                <a:gd name="connsiteY4919" fmla="*/ 1131856 h 1647825"/>
                <a:gd name="connsiteX4920" fmla="*/ 695515 w 1533525"/>
                <a:gd name="connsiteY4920" fmla="*/ 1131856 h 1647825"/>
                <a:gd name="connsiteX4921" fmla="*/ 696373 w 1533525"/>
                <a:gd name="connsiteY4921" fmla="*/ 1132237 h 1647825"/>
                <a:gd name="connsiteX4922" fmla="*/ 696944 w 1533525"/>
                <a:gd name="connsiteY4922" fmla="*/ 1131760 h 1647825"/>
                <a:gd name="connsiteX4923" fmla="*/ 697611 w 1533525"/>
                <a:gd name="connsiteY4923" fmla="*/ 1131475 h 1647825"/>
                <a:gd name="connsiteX4924" fmla="*/ 698278 w 1533525"/>
                <a:gd name="connsiteY4924" fmla="*/ 1131475 h 1647825"/>
                <a:gd name="connsiteX4925" fmla="*/ 698945 w 1533525"/>
                <a:gd name="connsiteY4925" fmla="*/ 1131951 h 1647825"/>
                <a:gd name="connsiteX4926" fmla="*/ 699135 w 1533525"/>
                <a:gd name="connsiteY4926" fmla="*/ 1132427 h 1647825"/>
                <a:gd name="connsiteX4927" fmla="*/ 699040 w 1533525"/>
                <a:gd name="connsiteY4927" fmla="*/ 1132808 h 1647825"/>
                <a:gd name="connsiteX4928" fmla="*/ 698754 w 1533525"/>
                <a:gd name="connsiteY4928" fmla="*/ 1133189 h 1647825"/>
                <a:gd name="connsiteX4929" fmla="*/ 698564 w 1533525"/>
                <a:gd name="connsiteY4929" fmla="*/ 1133761 h 1647825"/>
                <a:gd name="connsiteX4930" fmla="*/ 701611 w 1533525"/>
                <a:gd name="connsiteY4930" fmla="*/ 1132713 h 1647825"/>
                <a:gd name="connsiteX4931" fmla="*/ 702659 w 1533525"/>
                <a:gd name="connsiteY4931" fmla="*/ 1132618 h 1647825"/>
                <a:gd name="connsiteX4932" fmla="*/ 704755 w 1533525"/>
                <a:gd name="connsiteY4932" fmla="*/ 1133189 h 1647825"/>
                <a:gd name="connsiteX4933" fmla="*/ 705422 w 1533525"/>
                <a:gd name="connsiteY4933" fmla="*/ 1133094 h 1647825"/>
                <a:gd name="connsiteX4934" fmla="*/ 704945 w 1533525"/>
                <a:gd name="connsiteY4934" fmla="*/ 1131951 h 1647825"/>
                <a:gd name="connsiteX4935" fmla="*/ 705803 w 1533525"/>
                <a:gd name="connsiteY4935" fmla="*/ 1131951 h 1647825"/>
                <a:gd name="connsiteX4936" fmla="*/ 706469 w 1533525"/>
                <a:gd name="connsiteY4936" fmla="*/ 1132237 h 1647825"/>
                <a:gd name="connsiteX4937" fmla="*/ 706755 w 1533525"/>
                <a:gd name="connsiteY4937" fmla="*/ 1132713 h 1647825"/>
                <a:gd name="connsiteX4938" fmla="*/ 706469 w 1533525"/>
                <a:gd name="connsiteY4938" fmla="*/ 1133380 h 1647825"/>
                <a:gd name="connsiteX4939" fmla="*/ 707327 w 1533525"/>
                <a:gd name="connsiteY4939" fmla="*/ 1133570 h 1647825"/>
                <a:gd name="connsiteX4940" fmla="*/ 709232 w 1533525"/>
                <a:gd name="connsiteY4940" fmla="*/ 1133666 h 1647825"/>
                <a:gd name="connsiteX4941" fmla="*/ 710089 w 1533525"/>
                <a:gd name="connsiteY4941" fmla="*/ 1134047 h 1647825"/>
                <a:gd name="connsiteX4942" fmla="*/ 711136 w 1533525"/>
                <a:gd name="connsiteY4942" fmla="*/ 1133761 h 1647825"/>
                <a:gd name="connsiteX4943" fmla="*/ 712184 w 1533525"/>
                <a:gd name="connsiteY4943" fmla="*/ 1134332 h 1647825"/>
                <a:gd name="connsiteX4944" fmla="*/ 713232 w 1533525"/>
                <a:gd name="connsiteY4944" fmla="*/ 1134999 h 1647825"/>
                <a:gd name="connsiteX4945" fmla="*/ 714089 w 1533525"/>
                <a:gd name="connsiteY4945" fmla="*/ 1135190 h 1647825"/>
                <a:gd name="connsiteX4946" fmla="*/ 714375 w 1533525"/>
                <a:gd name="connsiteY4946" fmla="*/ 1135190 h 1647825"/>
                <a:gd name="connsiteX4947" fmla="*/ 716756 w 1533525"/>
                <a:gd name="connsiteY4947" fmla="*/ 1134618 h 1647825"/>
                <a:gd name="connsiteX4948" fmla="*/ 717804 w 1533525"/>
                <a:gd name="connsiteY4948" fmla="*/ 1133761 h 1647825"/>
                <a:gd name="connsiteX4949" fmla="*/ 721900 w 1533525"/>
                <a:gd name="connsiteY4949" fmla="*/ 1131760 h 1647825"/>
                <a:gd name="connsiteX4950" fmla="*/ 722852 w 1533525"/>
                <a:gd name="connsiteY4950" fmla="*/ 1131380 h 1647825"/>
                <a:gd name="connsiteX4951" fmla="*/ 723900 w 1533525"/>
                <a:gd name="connsiteY4951" fmla="*/ 1131189 h 1647825"/>
                <a:gd name="connsiteX4952" fmla="*/ 726091 w 1533525"/>
                <a:gd name="connsiteY4952" fmla="*/ 1131094 h 1647825"/>
                <a:gd name="connsiteX4953" fmla="*/ 726472 w 1533525"/>
                <a:gd name="connsiteY4953" fmla="*/ 1130903 h 1647825"/>
                <a:gd name="connsiteX4954" fmla="*/ 726853 w 1533525"/>
                <a:gd name="connsiteY4954" fmla="*/ 1130046 h 1647825"/>
                <a:gd name="connsiteX4955" fmla="*/ 727424 w 1533525"/>
                <a:gd name="connsiteY4955" fmla="*/ 1129951 h 1647825"/>
                <a:gd name="connsiteX4956" fmla="*/ 728186 w 1533525"/>
                <a:gd name="connsiteY4956" fmla="*/ 1130046 h 1647825"/>
                <a:gd name="connsiteX4957" fmla="*/ 728758 w 1533525"/>
                <a:gd name="connsiteY4957" fmla="*/ 1130046 h 1647825"/>
                <a:gd name="connsiteX4958" fmla="*/ 729520 w 1533525"/>
                <a:gd name="connsiteY4958" fmla="*/ 1129475 h 1647825"/>
                <a:gd name="connsiteX4959" fmla="*/ 730282 w 1533525"/>
                <a:gd name="connsiteY4959" fmla="*/ 1128617 h 1647825"/>
                <a:gd name="connsiteX4960" fmla="*/ 731044 w 1533525"/>
                <a:gd name="connsiteY4960" fmla="*/ 1127951 h 1647825"/>
                <a:gd name="connsiteX4961" fmla="*/ 732663 w 1533525"/>
                <a:gd name="connsiteY4961" fmla="*/ 1128141 h 1647825"/>
                <a:gd name="connsiteX4962" fmla="*/ 733806 w 1533525"/>
                <a:gd name="connsiteY4962" fmla="*/ 1127570 h 1647825"/>
                <a:gd name="connsiteX4963" fmla="*/ 735521 w 1533525"/>
                <a:gd name="connsiteY4963" fmla="*/ 1126331 h 1647825"/>
                <a:gd name="connsiteX4964" fmla="*/ 738188 w 1533525"/>
                <a:gd name="connsiteY4964" fmla="*/ 1125093 h 1647825"/>
                <a:gd name="connsiteX4965" fmla="*/ 738950 w 1533525"/>
                <a:gd name="connsiteY4965" fmla="*/ 1124902 h 1647825"/>
                <a:gd name="connsiteX4966" fmla="*/ 739711 w 1533525"/>
                <a:gd name="connsiteY4966" fmla="*/ 1124426 h 1647825"/>
                <a:gd name="connsiteX4967" fmla="*/ 742664 w 1533525"/>
                <a:gd name="connsiteY4967" fmla="*/ 1121569 h 1647825"/>
                <a:gd name="connsiteX4968" fmla="*/ 745236 w 1533525"/>
                <a:gd name="connsiteY4968" fmla="*/ 1120807 h 1647825"/>
                <a:gd name="connsiteX4969" fmla="*/ 744665 w 1533525"/>
                <a:gd name="connsiteY4969" fmla="*/ 1120235 h 1647825"/>
                <a:gd name="connsiteX4970" fmla="*/ 744093 w 1533525"/>
                <a:gd name="connsiteY4970" fmla="*/ 1119378 h 1647825"/>
                <a:gd name="connsiteX4971" fmla="*/ 743807 w 1533525"/>
                <a:gd name="connsiteY4971" fmla="*/ 1118616 h 1647825"/>
                <a:gd name="connsiteX4972" fmla="*/ 744093 w 1533525"/>
                <a:gd name="connsiteY4972" fmla="*/ 1118235 h 1647825"/>
                <a:gd name="connsiteX4973" fmla="*/ 744474 w 1533525"/>
                <a:gd name="connsiteY4973" fmla="*/ 1118330 h 1647825"/>
                <a:gd name="connsiteX4974" fmla="*/ 744760 w 1533525"/>
                <a:gd name="connsiteY4974" fmla="*/ 1119188 h 1647825"/>
                <a:gd name="connsiteX4975" fmla="*/ 745046 w 1533525"/>
                <a:gd name="connsiteY4975" fmla="*/ 1119378 h 1647825"/>
                <a:gd name="connsiteX4976" fmla="*/ 745522 w 1533525"/>
                <a:gd name="connsiteY4976" fmla="*/ 1119283 h 1647825"/>
                <a:gd name="connsiteX4977" fmla="*/ 745617 w 1533525"/>
                <a:gd name="connsiteY4977" fmla="*/ 1118997 h 1647825"/>
                <a:gd name="connsiteX4978" fmla="*/ 745522 w 1533525"/>
                <a:gd name="connsiteY4978" fmla="*/ 1118616 h 1647825"/>
                <a:gd name="connsiteX4979" fmla="*/ 745617 w 1533525"/>
                <a:gd name="connsiteY4979" fmla="*/ 1118140 h 1647825"/>
                <a:gd name="connsiteX4980" fmla="*/ 746855 w 1533525"/>
                <a:gd name="connsiteY4980" fmla="*/ 1115377 h 1647825"/>
                <a:gd name="connsiteX4981" fmla="*/ 747236 w 1533525"/>
                <a:gd name="connsiteY4981" fmla="*/ 1113854 h 1647825"/>
                <a:gd name="connsiteX4982" fmla="*/ 747522 w 1533525"/>
                <a:gd name="connsiteY4982" fmla="*/ 1110806 h 1647825"/>
                <a:gd name="connsiteX4983" fmla="*/ 748189 w 1533525"/>
                <a:gd name="connsiteY4983" fmla="*/ 1108043 h 1647825"/>
                <a:gd name="connsiteX4984" fmla="*/ 748284 w 1533525"/>
                <a:gd name="connsiteY4984" fmla="*/ 1105376 h 1647825"/>
                <a:gd name="connsiteX4985" fmla="*/ 748284 w 1533525"/>
                <a:gd name="connsiteY4985" fmla="*/ 1102709 h 1647825"/>
                <a:gd name="connsiteX4986" fmla="*/ 747998 w 1533525"/>
                <a:gd name="connsiteY4986" fmla="*/ 1101185 h 1647825"/>
                <a:gd name="connsiteX4987" fmla="*/ 747332 w 1533525"/>
                <a:gd name="connsiteY4987" fmla="*/ 1100042 h 1647825"/>
                <a:gd name="connsiteX4988" fmla="*/ 747808 w 1533525"/>
                <a:gd name="connsiteY4988" fmla="*/ 1101757 h 1647825"/>
                <a:gd name="connsiteX4989" fmla="*/ 747998 w 1533525"/>
                <a:gd name="connsiteY4989" fmla="*/ 1103567 h 1647825"/>
                <a:gd name="connsiteX4990" fmla="*/ 748094 w 1533525"/>
                <a:gd name="connsiteY4990" fmla="*/ 1105376 h 1647825"/>
                <a:gd name="connsiteX4991" fmla="*/ 747522 w 1533525"/>
                <a:gd name="connsiteY4991" fmla="*/ 1106139 h 1647825"/>
                <a:gd name="connsiteX4992" fmla="*/ 746570 w 1533525"/>
                <a:gd name="connsiteY4992" fmla="*/ 1105662 h 1647825"/>
                <a:gd name="connsiteX4993" fmla="*/ 746474 w 1533525"/>
                <a:gd name="connsiteY4993" fmla="*/ 1105757 h 1647825"/>
                <a:gd name="connsiteX4994" fmla="*/ 746189 w 1533525"/>
                <a:gd name="connsiteY4994" fmla="*/ 1105948 h 1647825"/>
                <a:gd name="connsiteX4995" fmla="*/ 745807 w 1533525"/>
                <a:gd name="connsiteY4995" fmla="*/ 1106043 h 1647825"/>
                <a:gd name="connsiteX4996" fmla="*/ 745522 w 1533525"/>
                <a:gd name="connsiteY4996" fmla="*/ 1106043 h 1647825"/>
                <a:gd name="connsiteX4997" fmla="*/ 745236 w 1533525"/>
                <a:gd name="connsiteY4997" fmla="*/ 1105852 h 1647825"/>
                <a:gd name="connsiteX4998" fmla="*/ 745046 w 1533525"/>
                <a:gd name="connsiteY4998" fmla="*/ 1105567 h 1647825"/>
                <a:gd name="connsiteX4999" fmla="*/ 744760 w 1533525"/>
                <a:gd name="connsiteY4999" fmla="*/ 1105376 h 1647825"/>
                <a:gd name="connsiteX5000" fmla="*/ 743140 w 1533525"/>
                <a:gd name="connsiteY5000" fmla="*/ 1104900 h 1647825"/>
                <a:gd name="connsiteX5001" fmla="*/ 742474 w 1533525"/>
                <a:gd name="connsiteY5001" fmla="*/ 1103948 h 1647825"/>
                <a:gd name="connsiteX5002" fmla="*/ 742283 w 1533525"/>
                <a:gd name="connsiteY5002" fmla="*/ 1102709 h 1647825"/>
                <a:gd name="connsiteX5003" fmla="*/ 742378 w 1533525"/>
                <a:gd name="connsiteY5003" fmla="*/ 1101566 h 1647825"/>
                <a:gd name="connsiteX5004" fmla="*/ 744474 w 1533525"/>
                <a:gd name="connsiteY5004" fmla="*/ 1097756 h 1647825"/>
                <a:gd name="connsiteX5005" fmla="*/ 744855 w 1533525"/>
                <a:gd name="connsiteY5005" fmla="*/ 1096042 h 1647825"/>
                <a:gd name="connsiteX5006" fmla="*/ 745522 w 1533525"/>
                <a:gd name="connsiteY5006" fmla="*/ 1095185 h 1647825"/>
                <a:gd name="connsiteX5007" fmla="*/ 747141 w 1533525"/>
                <a:gd name="connsiteY5007" fmla="*/ 1093756 h 1647825"/>
                <a:gd name="connsiteX5008" fmla="*/ 748665 w 1533525"/>
                <a:gd name="connsiteY5008" fmla="*/ 1091756 h 1647825"/>
                <a:gd name="connsiteX5009" fmla="*/ 749618 w 1533525"/>
                <a:gd name="connsiteY5009" fmla="*/ 1090803 h 1647825"/>
                <a:gd name="connsiteX5010" fmla="*/ 751427 w 1533525"/>
                <a:gd name="connsiteY5010" fmla="*/ 1090136 h 1647825"/>
                <a:gd name="connsiteX5011" fmla="*/ 752094 w 1533525"/>
                <a:gd name="connsiteY5011" fmla="*/ 1089374 h 1647825"/>
                <a:gd name="connsiteX5012" fmla="*/ 752951 w 1533525"/>
                <a:gd name="connsiteY5012" fmla="*/ 1087755 h 1647825"/>
                <a:gd name="connsiteX5013" fmla="*/ 754190 w 1533525"/>
                <a:gd name="connsiteY5013" fmla="*/ 1086517 h 1647825"/>
                <a:gd name="connsiteX5014" fmla="*/ 767048 w 1533525"/>
                <a:gd name="connsiteY5014" fmla="*/ 1078706 h 1647825"/>
                <a:gd name="connsiteX5015" fmla="*/ 769144 w 1533525"/>
                <a:gd name="connsiteY5015" fmla="*/ 1078135 h 1647825"/>
                <a:gd name="connsiteX5016" fmla="*/ 771144 w 1533525"/>
                <a:gd name="connsiteY5016" fmla="*/ 1076801 h 1647825"/>
                <a:gd name="connsiteX5017" fmla="*/ 773335 w 1533525"/>
                <a:gd name="connsiteY5017" fmla="*/ 1076230 h 1647825"/>
                <a:gd name="connsiteX5018" fmla="*/ 774192 w 1533525"/>
                <a:gd name="connsiteY5018" fmla="*/ 1075658 h 1647825"/>
                <a:gd name="connsiteX5019" fmla="*/ 774954 w 1533525"/>
                <a:gd name="connsiteY5019" fmla="*/ 1075087 h 1647825"/>
                <a:gd name="connsiteX5020" fmla="*/ 775716 w 1533525"/>
                <a:gd name="connsiteY5020" fmla="*/ 1074610 h 1647825"/>
                <a:gd name="connsiteX5021" fmla="*/ 776002 w 1533525"/>
                <a:gd name="connsiteY5021" fmla="*/ 1075277 h 1647825"/>
                <a:gd name="connsiteX5022" fmla="*/ 776383 w 1533525"/>
                <a:gd name="connsiteY5022" fmla="*/ 1075277 h 1647825"/>
                <a:gd name="connsiteX5023" fmla="*/ 778955 w 1533525"/>
                <a:gd name="connsiteY5023" fmla="*/ 1073372 h 1647825"/>
                <a:gd name="connsiteX5024" fmla="*/ 779336 w 1533525"/>
                <a:gd name="connsiteY5024" fmla="*/ 1073182 h 1647825"/>
                <a:gd name="connsiteX5025" fmla="*/ 780193 w 1533525"/>
                <a:gd name="connsiteY5025" fmla="*/ 1072991 h 1647825"/>
                <a:gd name="connsiteX5026" fmla="*/ 780478 w 1533525"/>
                <a:gd name="connsiteY5026" fmla="*/ 1072801 h 1647825"/>
                <a:gd name="connsiteX5027" fmla="*/ 781526 w 1533525"/>
                <a:gd name="connsiteY5027" fmla="*/ 1071753 h 1647825"/>
                <a:gd name="connsiteX5028" fmla="*/ 782765 w 1533525"/>
                <a:gd name="connsiteY5028" fmla="*/ 1070801 h 1647825"/>
                <a:gd name="connsiteX5029" fmla="*/ 784479 w 1533525"/>
                <a:gd name="connsiteY5029" fmla="*/ 1069943 h 1647825"/>
                <a:gd name="connsiteX5030" fmla="*/ 786289 w 1533525"/>
                <a:gd name="connsiteY5030" fmla="*/ 1068610 h 1647825"/>
                <a:gd name="connsiteX5031" fmla="*/ 790670 w 1533525"/>
                <a:gd name="connsiteY5031" fmla="*/ 1066991 h 1647825"/>
                <a:gd name="connsiteX5032" fmla="*/ 792004 w 1533525"/>
                <a:gd name="connsiteY5032" fmla="*/ 1066038 h 1647825"/>
                <a:gd name="connsiteX5033" fmla="*/ 792671 w 1533525"/>
                <a:gd name="connsiteY5033" fmla="*/ 1065657 h 1647825"/>
                <a:gd name="connsiteX5034" fmla="*/ 793432 w 1533525"/>
                <a:gd name="connsiteY5034" fmla="*/ 1065467 h 1647825"/>
                <a:gd name="connsiteX5035" fmla="*/ 794290 w 1533525"/>
                <a:gd name="connsiteY5035" fmla="*/ 1065085 h 1647825"/>
                <a:gd name="connsiteX5036" fmla="*/ 794004 w 1533525"/>
                <a:gd name="connsiteY5036" fmla="*/ 1064228 h 1647825"/>
                <a:gd name="connsiteX5037" fmla="*/ 792861 w 1533525"/>
                <a:gd name="connsiteY5037" fmla="*/ 1062704 h 1647825"/>
                <a:gd name="connsiteX5038" fmla="*/ 794671 w 1533525"/>
                <a:gd name="connsiteY5038" fmla="*/ 1062704 h 1647825"/>
                <a:gd name="connsiteX5039" fmla="*/ 795147 w 1533525"/>
                <a:gd name="connsiteY5039" fmla="*/ 1062514 h 1647825"/>
                <a:gd name="connsiteX5040" fmla="*/ 795814 w 1533525"/>
                <a:gd name="connsiteY5040" fmla="*/ 1061942 h 1647825"/>
                <a:gd name="connsiteX5041" fmla="*/ 796957 w 1533525"/>
                <a:gd name="connsiteY5041" fmla="*/ 1061466 h 1647825"/>
                <a:gd name="connsiteX5042" fmla="*/ 797433 w 1533525"/>
                <a:gd name="connsiteY5042" fmla="*/ 1061085 h 1647825"/>
                <a:gd name="connsiteX5043" fmla="*/ 797433 w 1533525"/>
                <a:gd name="connsiteY5043" fmla="*/ 1060609 h 1647825"/>
                <a:gd name="connsiteX5044" fmla="*/ 797147 w 1533525"/>
                <a:gd name="connsiteY5044" fmla="*/ 1060323 h 1647825"/>
                <a:gd name="connsiteX5045" fmla="*/ 796100 w 1533525"/>
                <a:gd name="connsiteY5045" fmla="*/ 1059752 h 1647825"/>
                <a:gd name="connsiteX5046" fmla="*/ 794861 w 1533525"/>
                <a:gd name="connsiteY5046" fmla="*/ 1059371 h 1647825"/>
                <a:gd name="connsiteX5047" fmla="*/ 794480 w 1533525"/>
                <a:gd name="connsiteY5047" fmla="*/ 1058799 h 1647825"/>
                <a:gd name="connsiteX5048" fmla="*/ 794766 w 1533525"/>
                <a:gd name="connsiteY5048" fmla="*/ 1058227 h 1647825"/>
                <a:gd name="connsiteX5049" fmla="*/ 795909 w 1533525"/>
                <a:gd name="connsiteY5049" fmla="*/ 1058132 h 1647825"/>
                <a:gd name="connsiteX5050" fmla="*/ 796385 w 1533525"/>
                <a:gd name="connsiteY5050" fmla="*/ 1058418 h 1647825"/>
                <a:gd name="connsiteX5051" fmla="*/ 796576 w 1533525"/>
                <a:gd name="connsiteY5051" fmla="*/ 1058799 h 1647825"/>
                <a:gd name="connsiteX5052" fmla="*/ 796671 w 1533525"/>
                <a:gd name="connsiteY5052" fmla="*/ 1059180 h 1647825"/>
                <a:gd name="connsiteX5053" fmla="*/ 796766 w 1533525"/>
                <a:gd name="connsiteY5053" fmla="*/ 1059371 h 1647825"/>
                <a:gd name="connsiteX5054" fmla="*/ 796957 w 1533525"/>
                <a:gd name="connsiteY5054" fmla="*/ 1059466 h 1647825"/>
                <a:gd name="connsiteX5055" fmla="*/ 797052 w 1533525"/>
                <a:gd name="connsiteY5055" fmla="*/ 1059561 h 1647825"/>
                <a:gd name="connsiteX5056" fmla="*/ 797243 w 1533525"/>
                <a:gd name="connsiteY5056" fmla="*/ 1059656 h 1647825"/>
                <a:gd name="connsiteX5057" fmla="*/ 797528 w 1533525"/>
                <a:gd name="connsiteY5057" fmla="*/ 1059752 h 1647825"/>
                <a:gd name="connsiteX5058" fmla="*/ 797814 w 1533525"/>
                <a:gd name="connsiteY5058" fmla="*/ 1059656 h 1647825"/>
                <a:gd name="connsiteX5059" fmla="*/ 798290 w 1533525"/>
                <a:gd name="connsiteY5059" fmla="*/ 1059180 h 1647825"/>
                <a:gd name="connsiteX5060" fmla="*/ 798576 w 1533525"/>
                <a:gd name="connsiteY5060" fmla="*/ 1059085 h 1647825"/>
                <a:gd name="connsiteX5061" fmla="*/ 799719 w 1533525"/>
                <a:gd name="connsiteY5061" fmla="*/ 1058323 h 1647825"/>
                <a:gd name="connsiteX5062" fmla="*/ 802957 w 1533525"/>
                <a:gd name="connsiteY5062" fmla="*/ 1054608 h 1647825"/>
                <a:gd name="connsiteX5063" fmla="*/ 803815 w 1533525"/>
                <a:gd name="connsiteY5063" fmla="*/ 1053370 h 1647825"/>
                <a:gd name="connsiteX5064" fmla="*/ 804196 w 1533525"/>
                <a:gd name="connsiteY5064" fmla="*/ 1051560 h 1647825"/>
                <a:gd name="connsiteX5065" fmla="*/ 804482 w 1533525"/>
                <a:gd name="connsiteY5065" fmla="*/ 1050703 h 1647825"/>
                <a:gd name="connsiteX5066" fmla="*/ 805625 w 1533525"/>
                <a:gd name="connsiteY5066" fmla="*/ 1049941 h 1647825"/>
                <a:gd name="connsiteX5067" fmla="*/ 805625 w 1533525"/>
                <a:gd name="connsiteY5067" fmla="*/ 1048989 h 1647825"/>
                <a:gd name="connsiteX5068" fmla="*/ 805434 w 1533525"/>
                <a:gd name="connsiteY5068" fmla="*/ 1047845 h 1647825"/>
                <a:gd name="connsiteX5069" fmla="*/ 805625 w 1533525"/>
                <a:gd name="connsiteY5069" fmla="*/ 1046988 h 1647825"/>
                <a:gd name="connsiteX5070" fmla="*/ 806196 w 1533525"/>
                <a:gd name="connsiteY5070" fmla="*/ 1047750 h 1647825"/>
                <a:gd name="connsiteX5071" fmla="*/ 806291 w 1533525"/>
                <a:gd name="connsiteY5071" fmla="*/ 1048131 h 1647825"/>
                <a:gd name="connsiteX5072" fmla="*/ 806672 w 1533525"/>
                <a:gd name="connsiteY5072" fmla="*/ 1048131 h 1647825"/>
                <a:gd name="connsiteX5073" fmla="*/ 807434 w 1533525"/>
                <a:gd name="connsiteY5073" fmla="*/ 1047369 h 1647825"/>
                <a:gd name="connsiteX5074" fmla="*/ 809530 w 1533525"/>
                <a:gd name="connsiteY5074" fmla="*/ 1045940 h 1647825"/>
                <a:gd name="connsiteX5075" fmla="*/ 810006 w 1533525"/>
                <a:gd name="connsiteY5075" fmla="*/ 1045369 h 1647825"/>
                <a:gd name="connsiteX5076" fmla="*/ 810197 w 1533525"/>
                <a:gd name="connsiteY5076" fmla="*/ 1045178 h 1647825"/>
                <a:gd name="connsiteX5077" fmla="*/ 811149 w 1533525"/>
                <a:gd name="connsiteY5077" fmla="*/ 1044226 h 1647825"/>
                <a:gd name="connsiteX5078" fmla="*/ 811244 w 1533525"/>
                <a:gd name="connsiteY5078" fmla="*/ 1044035 h 1647825"/>
                <a:gd name="connsiteX5079" fmla="*/ 811435 w 1533525"/>
                <a:gd name="connsiteY5079" fmla="*/ 1043750 h 1647825"/>
                <a:gd name="connsiteX5080" fmla="*/ 812102 w 1533525"/>
                <a:gd name="connsiteY5080" fmla="*/ 1042321 h 1647825"/>
                <a:gd name="connsiteX5081" fmla="*/ 812387 w 1533525"/>
                <a:gd name="connsiteY5081" fmla="*/ 1041845 h 1647825"/>
                <a:gd name="connsiteX5082" fmla="*/ 814102 w 1533525"/>
                <a:gd name="connsiteY5082" fmla="*/ 1040416 h 1647825"/>
                <a:gd name="connsiteX5083" fmla="*/ 822579 w 1533525"/>
                <a:gd name="connsiteY5083" fmla="*/ 1035177 h 1647825"/>
                <a:gd name="connsiteX5084" fmla="*/ 838486 w 1533525"/>
                <a:gd name="connsiteY5084" fmla="*/ 1027938 h 1647825"/>
                <a:gd name="connsiteX5085" fmla="*/ 840391 w 1533525"/>
                <a:gd name="connsiteY5085" fmla="*/ 1026509 h 1647825"/>
                <a:gd name="connsiteX5086" fmla="*/ 840962 w 1533525"/>
                <a:gd name="connsiteY5086" fmla="*/ 1024509 h 1647825"/>
                <a:gd name="connsiteX5087" fmla="*/ 841439 w 1533525"/>
                <a:gd name="connsiteY5087" fmla="*/ 1023938 h 1647825"/>
                <a:gd name="connsiteX5088" fmla="*/ 841629 w 1533525"/>
                <a:gd name="connsiteY5088" fmla="*/ 1023366 h 1647825"/>
                <a:gd name="connsiteX5089" fmla="*/ 841724 w 1533525"/>
                <a:gd name="connsiteY5089" fmla="*/ 1022795 h 1647825"/>
                <a:gd name="connsiteX5090" fmla="*/ 842010 w 1533525"/>
                <a:gd name="connsiteY5090" fmla="*/ 1022223 h 1647825"/>
                <a:gd name="connsiteX5091" fmla="*/ 842486 w 1533525"/>
                <a:gd name="connsiteY5091" fmla="*/ 1021747 h 1647825"/>
                <a:gd name="connsiteX5092" fmla="*/ 843629 w 1533525"/>
                <a:gd name="connsiteY5092" fmla="*/ 1020890 h 1647825"/>
                <a:gd name="connsiteX5093" fmla="*/ 844391 w 1533525"/>
                <a:gd name="connsiteY5093" fmla="*/ 1019842 h 1647825"/>
                <a:gd name="connsiteX5094" fmla="*/ 846582 w 1533525"/>
                <a:gd name="connsiteY5094" fmla="*/ 1018318 h 1647825"/>
                <a:gd name="connsiteX5095" fmla="*/ 847058 w 1533525"/>
                <a:gd name="connsiteY5095" fmla="*/ 1017556 h 1647825"/>
                <a:gd name="connsiteX5096" fmla="*/ 849535 w 1533525"/>
                <a:gd name="connsiteY5096" fmla="*/ 1015079 h 1647825"/>
                <a:gd name="connsiteX5097" fmla="*/ 851821 w 1533525"/>
                <a:gd name="connsiteY5097" fmla="*/ 1013270 h 1647825"/>
                <a:gd name="connsiteX5098" fmla="*/ 852773 w 1533525"/>
                <a:gd name="connsiteY5098" fmla="*/ 1012508 h 1647825"/>
                <a:gd name="connsiteX5099" fmla="*/ 851535 w 1533525"/>
                <a:gd name="connsiteY5099" fmla="*/ 1013365 h 1647825"/>
                <a:gd name="connsiteX5100" fmla="*/ 850011 w 1533525"/>
                <a:gd name="connsiteY5100" fmla="*/ 1014508 h 1647825"/>
                <a:gd name="connsiteX5101" fmla="*/ 848582 w 1533525"/>
                <a:gd name="connsiteY5101" fmla="*/ 1015365 h 1647825"/>
                <a:gd name="connsiteX5102" fmla="*/ 847439 w 1533525"/>
                <a:gd name="connsiteY5102" fmla="*/ 1015270 h 1647825"/>
                <a:gd name="connsiteX5103" fmla="*/ 846773 w 1533525"/>
                <a:gd name="connsiteY5103" fmla="*/ 1014793 h 1647825"/>
                <a:gd name="connsiteX5104" fmla="*/ 847249 w 1533525"/>
                <a:gd name="connsiteY5104" fmla="*/ 1014032 h 1647825"/>
                <a:gd name="connsiteX5105" fmla="*/ 847439 w 1533525"/>
                <a:gd name="connsiteY5105" fmla="*/ 1014127 h 1647825"/>
                <a:gd name="connsiteX5106" fmla="*/ 848678 w 1533525"/>
                <a:gd name="connsiteY5106" fmla="*/ 1014127 h 1647825"/>
                <a:gd name="connsiteX5107" fmla="*/ 849154 w 1533525"/>
                <a:gd name="connsiteY5107" fmla="*/ 1014032 h 1647825"/>
                <a:gd name="connsiteX5108" fmla="*/ 849535 w 1533525"/>
                <a:gd name="connsiteY5108" fmla="*/ 1013841 h 1647825"/>
                <a:gd name="connsiteX5109" fmla="*/ 850487 w 1533525"/>
                <a:gd name="connsiteY5109" fmla="*/ 1013079 h 1647825"/>
                <a:gd name="connsiteX5110" fmla="*/ 850773 w 1533525"/>
                <a:gd name="connsiteY5110" fmla="*/ 1012889 h 1647825"/>
                <a:gd name="connsiteX5111" fmla="*/ 851821 w 1533525"/>
                <a:gd name="connsiteY5111" fmla="*/ 1012508 h 1647825"/>
                <a:gd name="connsiteX5112" fmla="*/ 852678 w 1533525"/>
                <a:gd name="connsiteY5112" fmla="*/ 1011650 h 1647825"/>
                <a:gd name="connsiteX5113" fmla="*/ 853821 w 1533525"/>
                <a:gd name="connsiteY5113" fmla="*/ 1009936 h 1647825"/>
                <a:gd name="connsiteX5114" fmla="*/ 856583 w 1533525"/>
                <a:gd name="connsiteY5114" fmla="*/ 1008031 h 1647825"/>
                <a:gd name="connsiteX5115" fmla="*/ 857060 w 1533525"/>
                <a:gd name="connsiteY5115" fmla="*/ 1007555 h 1647825"/>
                <a:gd name="connsiteX5116" fmla="*/ 857250 w 1533525"/>
                <a:gd name="connsiteY5116" fmla="*/ 1006602 h 1647825"/>
                <a:gd name="connsiteX5117" fmla="*/ 857822 w 1533525"/>
                <a:gd name="connsiteY5117" fmla="*/ 1005650 h 1647825"/>
                <a:gd name="connsiteX5118" fmla="*/ 862775 w 1533525"/>
                <a:gd name="connsiteY5118" fmla="*/ 1000411 h 1647825"/>
                <a:gd name="connsiteX5119" fmla="*/ 863060 w 1533525"/>
                <a:gd name="connsiteY5119" fmla="*/ 999268 h 1647825"/>
                <a:gd name="connsiteX5120" fmla="*/ 867442 w 1533525"/>
                <a:gd name="connsiteY5120" fmla="*/ 992600 h 1647825"/>
                <a:gd name="connsiteX5121" fmla="*/ 869252 w 1533525"/>
                <a:gd name="connsiteY5121" fmla="*/ 991838 h 1647825"/>
                <a:gd name="connsiteX5122" fmla="*/ 870014 w 1533525"/>
                <a:gd name="connsiteY5122" fmla="*/ 990981 h 1647825"/>
                <a:gd name="connsiteX5123" fmla="*/ 871061 w 1533525"/>
                <a:gd name="connsiteY5123" fmla="*/ 989267 h 1647825"/>
                <a:gd name="connsiteX5124" fmla="*/ 873252 w 1533525"/>
                <a:gd name="connsiteY5124" fmla="*/ 986504 h 1647825"/>
                <a:gd name="connsiteX5125" fmla="*/ 873824 w 1533525"/>
                <a:gd name="connsiteY5125" fmla="*/ 985076 h 1647825"/>
                <a:gd name="connsiteX5126" fmla="*/ 875252 w 1533525"/>
                <a:gd name="connsiteY5126" fmla="*/ 982980 h 1647825"/>
                <a:gd name="connsiteX5127" fmla="*/ 875348 w 1533525"/>
                <a:gd name="connsiteY5127" fmla="*/ 982599 h 1647825"/>
                <a:gd name="connsiteX5128" fmla="*/ 875062 w 1533525"/>
                <a:gd name="connsiteY5128" fmla="*/ 982409 h 1647825"/>
                <a:gd name="connsiteX5129" fmla="*/ 874681 w 1533525"/>
                <a:gd name="connsiteY5129" fmla="*/ 982313 h 1647825"/>
                <a:gd name="connsiteX5130" fmla="*/ 874300 w 1533525"/>
                <a:gd name="connsiteY5130" fmla="*/ 982313 h 1647825"/>
                <a:gd name="connsiteX5131" fmla="*/ 874109 w 1533525"/>
                <a:gd name="connsiteY5131" fmla="*/ 982504 h 1647825"/>
                <a:gd name="connsiteX5132" fmla="*/ 873252 w 1533525"/>
                <a:gd name="connsiteY5132" fmla="*/ 983837 h 1647825"/>
                <a:gd name="connsiteX5133" fmla="*/ 872966 w 1533525"/>
                <a:gd name="connsiteY5133" fmla="*/ 983266 h 1647825"/>
                <a:gd name="connsiteX5134" fmla="*/ 872300 w 1533525"/>
                <a:gd name="connsiteY5134" fmla="*/ 982504 h 1647825"/>
                <a:gd name="connsiteX5135" fmla="*/ 872109 w 1533525"/>
                <a:gd name="connsiteY5135" fmla="*/ 982218 h 1647825"/>
                <a:gd name="connsiteX5136" fmla="*/ 872204 w 1533525"/>
                <a:gd name="connsiteY5136" fmla="*/ 981551 h 1647825"/>
                <a:gd name="connsiteX5137" fmla="*/ 872776 w 1533525"/>
                <a:gd name="connsiteY5137" fmla="*/ 980789 h 1647825"/>
                <a:gd name="connsiteX5138" fmla="*/ 872871 w 1533525"/>
                <a:gd name="connsiteY5138" fmla="*/ 980218 h 1647825"/>
                <a:gd name="connsiteX5139" fmla="*/ 873157 w 1533525"/>
                <a:gd name="connsiteY5139" fmla="*/ 979742 h 1647825"/>
                <a:gd name="connsiteX5140" fmla="*/ 873824 w 1533525"/>
                <a:gd name="connsiteY5140" fmla="*/ 980218 h 1647825"/>
                <a:gd name="connsiteX5141" fmla="*/ 874586 w 1533525"/>
                <a:gd name="connsiteY5141" fmla="*/ 981075 h 1647825"/>
                <a:gd name="connsiteX5142" fmla="*/ 875157 w 1533525"/>
                <a:gd name="connsiteY5142" fmla="*/ 981551 h 1647825"/>
                <a:gd name="connsiteX5143" fmla="*/ 875252 w 1533525"/>
                <a:gd name="connsiteY5143" fmla="*/ 981551 h 1647825"/>
                <a:gd name="connsiteX5144" fmla="*/ 875919 w 1533525"/>
                <a:gd name="connsiteY5144" fmla="*/ 981266 h 1647825"/>
                <a:gd name="connsiteX5145" fmla="*/ 880205 w 1533525"/>
                <a:gd name="connsiteY5145" fmla="*/ 975741 h 1647825"/>
                <a:gd name="connsiteX5146" fmla="*/ 886682 w 1533525"/>
                <a:gd name="connsiteY5146" fmla="*/ 970026 h 1647825"/>
                <a:gd name="connsiteX5147" fmla="*/ 890588 w 1533525"/>
                <a:gd name="connsiteY5147" fmla="*/ 967359 h 1647825"/>
                <a:gd name="connsiteX5148" fmla="*/ 896398 w 1533525"/>
                <a:gd name="connsiteY5148" fmla="*/ 961644 h 1647825"/>
                <a:gd name="connsiteX5149" fmla="*/ 899541 w 1533525"/>
                <a:gd name="connsiteY5149" fmla="*/ 959263 h 1647825"/>
                <a:gd name="connsiteX5150" fmla="*/ 901922 w 1533525"/>
                <a:gd name="connsiteY5150" fmla="*/ 958215 h 1647825"/>
                <a:gd name="connsiteX5151" fmla="*/ 904589 w 1533525"/>
                <a:gd name="connsiteY5151" fmla="*/ 956024 h 1647825"/>
                <a:gd name="connsiteX5152" fmla="*/ 906875 w 1533525"/>
                <a:gd name="connsiteY5152" fmla="*/ 954976 h 1647825"/>
                <a:gd name="connsiteX5153" fmla="*/ 911257 w 1533525"/>
                <a:gd name="connsiteY5153" fmla="*/ 952881 h 1647825"/>
                <a:gd name="connsiteX5154" fmla="*/ 915353 w 1533525"/>
                <a:gd name="connsiteY5154" fmla="*/ 950785 h 1647825"/>
                <a:gd name="connsiteX5155" fmla="*/ 917257 w 1533525"/>
                <a:gd name="connsiteY5155" fmla="*/ 949643 h 1647825"/>
                <a:gd name="connsiteX5156" fmla="*/ 904303 w 1533525"/>
                <a:gd name="connsiteY5156" fmla="*/ 956024 h 1647825"/>
                <a:gd name="connsiteX5157" fmla="*/ 902875 w 1533525"/>
                <a:gd name="connsiteY5157" fmla="*/ 956120 h 1647825"/>
                <a:gd name="connsiteX5158" fmla="*/ 903065 w 1533525"/>
                <a:gd name="connsiteY5158" fmla="*/ 955739 h 1647825"/>
                <a:gd name="connsiteX5159" fmla="*/ 902875 w 1533525"/>
                <a:gd name="connsiteY5159" fmla="*/ 955358 h 1647825"/>
                <a:gd name="connsiteX5160" fmla="*/ 902113 w 1533525"/>
                <a:gd name="connsiteY5160" fmla="*/ 954500 h 1647825"/>
                <a:gd name="connsiteX5161" fmla="*/ 902399 w 1533525"/>
                <a:gd name="connsiteY5161" fmla="*/ 954596 h 1647825"/>
                <a:gd name="connsiteX5162" fmla="*/ 902875 w 1533525"/>
                <a:gd name="connsiteY5162" fmla="*/ 954691 h 1647825"/>
                <a:gd name="connsiteX5163" fmla="*/ 903161 w 1533525"/>
                <a:gd name="connsiteY5163" fmla="*/ 954786 h 1647825"/>
                <a:gd name="connsiteX5164" fmla="*/ 903256 w 1533525"/>
                <a:gd name="connsiteY5164" fmla="*/ 953929 h 1647825"/>
                <a:gd name="connsiteX5165" fmla="*/ 903637 w 1533525"/>
                <a:gd name="connsiteY5165" fmla="*/ 953452 h 1647825"/>
                <a:gd name="connsiteX5166" fmla="*/ 904018 w 1533525"/>
                <a:gd name="connsiteY5166" fmla="*/ 953452 h 1647825"/>
                <a:gd name="connsiteX5167" fmla="*/ 904208 w 1533525"/>
                <a:gd name="connsiteY5167" fmla="*/ 954215 h 1647825"/>
                <a:gd name="connsiteX5168" fmla="*/ 904589 w 1533525"/>
                <a:gd name="connsiteY5168" fmla="*/ 954691 h 1647825"/>
                <a:gd name="connsiteX5169" fmla="*/ 905447 w 1533525"/>
                <a:gd name="connsiteY5169" fmla="*/ 954500 h 1647825"/>
                <a:gd name="connsiteX5170" fmla="*/ 906304 w 1533525"/>
                <a:gd name="connsiteY5170" fmla="*/ 954024 h 1647825"/>
                <a:gd name="connsiteX5171" fmla="*/ 906780 w 1533525"/>
                <a:gd name="connsiteY5171" fmla="*/ 953643 h 1647825"/>
                <a:gd name="connsiteX5172" fmla="*/ 906875 w 1533525"/>
                <a:gd name="connsiteY5172" fmla="*/ 953357 h 1647825"/>
                <a:gd name="connsiteX5173" fmla="*/ 906971 w 1533525"/>
                <a:gd name="connsiteY5173" fmla="*/ 952691 h 1647825"/>
                <a:gd name="connsiteX5174" fmla="*/ 907066 w 1533525"/>
                <a:gd name="connsiteY5174" fmla="*/ 952405 h 1647825"/>
                <a:gd name="connsiteX5175" fmla="*/ 907256 w 1533525"/>
                <a:gd name="connsiteY5175" fmla="*/ 952309 h 1647825"/>
                <a:gd name="connsiteX5176" fmla="*/ 907923 w 1533525"/>
                <a:gd name="connsiteY5176" fmla="*/ 952024 h 1647825"/>
                <a:gd name="connsiteX5177" fmla="*/ 908114 w 1533525"/>
                <a:gd name="connsiteY5177" fmla="*/ 951929 h 1647825"/>
                <a:gd name="connsiteX5178" fmla="*/ 908114 w 1533525"/>
                <a:gd name="connsiteY5178" fmla="*/ 951071 h 1647825"/>
                <a:gd name="connsiteX5179" fmla="*/ 908018 w 1533525"/>
                <a:gd name="connsiteY5179" fmla="*/ 950595 h 1647825"/>
                <a:gd name="connsiteX5180" fmla="*/ 907828 w 1533525"/>
                <a:gd name="connsiteY5180" fmla="*/ 950119 h 1647825"/>
                <a:gd name="connsiteX5181" fmla="*/ 907447 w 1533525"/>
                <a:gd name="connsiteY5181" fmla="*/ 949452 h 1647825"/>
                <a:gd name="connsiteX5182" fmla="*/ 906971 w 1533525"/>
                <a:gd name="connsiteY5182" fmla="*/ 950214 h 1647825"/>
                <a:gd name="connsiteX5183" fmla="*/ 906494 w 1533525"/>
                <a:gd name="connsiteY5183" fmla="*/ 950309 h 1647825"/>
                <a:gd name="connsiteX5184" fmla="*/ 905923 w 1533525"/>
                <a:gd name="connsiteY5184" fmla="*/ 950119 h 1647825"/>
                <a:gd name="connsiteX5185" fmla="*/ 905256 w 1533525"/>
                <a:gd name="connsiteY5185" fmla="*/ 950119 h 1647825"/>
                <a:gd name="connsiteX5186" fmla="*/ 903065 w 1533525"/>
                <a:gd name="connsiteY5186" fmla="*/ 952119 h 1647825"/>
                <a:gd name="connsiteX5187" fmla="*/ 900494 w 1533525"/>
                <a:gd name="connsiteY5187" fmla="*/ 951357 h 1647825"/>
                <a:gd name="connsiteX5188" fmla="*/ 899827 w 1533525"/>
                <a:gd name="connsiteY5188" fmla="*/ 951357 h 1647825"/>
                <a:gd name="connsiteX5189" fmla="*/ 899827 w 1533525"/>
                <a:gd name="connsiteY5189" fmla="*/ 951548 h 1647825"/>
                <a:gd name="connsiteX5190" fmla="*/ 899255 w 1533525"/>
                <a:gd name="connsiteY5190" fmla="*/ 952500 h 1647825"/>
                <a:gd name="connsiteX5191" fmla="*/ 899065 w 1533525"/>
                <a:gd name="connsiteY5191" fmla="*/ 952691 h 1647825"/>
                <a:gd name="connsiteX5192" fmla="*/ 899160 w 1533525"/>
                <a:gd name="connsiteY5192" fmla="*/ 953072 h 1647825"/>
                <a:gd name="connsiteX5193" fmla="*/ 899351 w 1533525"/>
                <a:gd name="connsiteY5193" fmla="*/ 953357 h 1647825"/>
                <a:gd name="connsiteX5194" fmla="*/ 899636 w 1533525"/>
                <a:gd name="connsiteY5194" fmla="*/ 953548 h 1647825"/>
                <a:gd name="connsiteX5195" fmla="*/ 899922 w 1533525"/>
                <a:gd name="connsiteY5195" fmla="*/ 953643 h 1647825"/>
                <a:gd name="connsiteX5196" fmla="*/ 899922 w 1533525"/>
                <a:gd name="connsiteY5196" fmla="*/ 954024 h 1647825"/>
                <a:gd name="connsiteX5197" fmla="*/ 899160 w 1533525"/>
                <a:gd name="connsiteY5197" fmla="*/ 954405 h 1647825"/>
                <a:gd name="connsiteX5198" fmla="*/ 898684 w 1533525"/>
                <a:gd name="connsiteY5198" fmla="*/ 955072 h 1647825"/>
                <a:gd name="connsiteX5199" fmla="*/ 898112 w 1533525"/>
                <a:gd name="connsiteY5199" fmla="*/ 955548 h 1647825"/>
                <a:gd name="connsiteX5200" fmla="*/ 897065 w 1533525"/>
                <a:gd name="connsiteY5200" fmla="*/ 955548 h 1647825"/>
                <a:gd name="connsiteX5201" fmla="*/ 897065 w 1533525"/>
                <a:gd name="connsiteY5201" fmla="*/ 955929 h 1647825"/>
                <a:gd name="connsiteX5202" fmla="*/ 897636 w 1533525"/>
                <a:gd name="connsiteY5202" fmla="*/ 956120 h 1647825"/>
                <a:gd name="connsiteX5203" fmla="*/ 899160 w 1533525"/>
                <a:gd name="connsiteY5203" fmla="*/ 957072 h 1647825"/>
                <a:gd name="connsiteX5204" fmla="*/ 898684 w 1533525"/>
                <a:gd name="connsiteY5204" fmla="*/ 957263 h 1647825"/>
                <a:gd name="connsiteX5205" fmla="*/ 898207 w 1533525"/>
                <a:gd name="connsiteY5205" fmla="*/ 957453 h 1647825"/>
                <a:gd name="connsiteX5206" fmla="*/ 897731 w 1533525"/>
                <a:gd name="connsiteY5206" fmla="*/ 957453 h 1647825"/>
                <a:gd name="connsiteX5207" fmla="*/ 897350 w 1533525"/>
                <a:gd name="connsiteY5207" fmla="*/ 957072 h 1647825"/>
                <a:gd name="connsiteX5208" fmla="*/ 897160 w 1533525"/>
                <a:gd name="connsiteY5208" fmla="*/ 957929 h 1647825"/>
                <a:gd name="connsiteX5209" fmla="*/ 897446 w 1533525"/>
                <a:gd name="connsiteY5209" fmla="*/ 958596 h 1647825"/>
                <a:gd name="connsiteX5210" fmla="*/ 897541 w 1533525"/>
                <a:gd name="connsiteY5210" fmla="*/ 959168 h 1647825"/>
                <a:gd name="connsiteX5211" fmla="*/ 896588 w 1533525"/>
                <a:gd name="connsiteY5211" fmla="*/ 959834 h 1647825"/>
                <a:gd name="connsiteX5212" fmla="*/ 896207 w 1533525"/>
                <a:gd name="connsiteY5212" fmla="*/ 959930 h 1647825"/>
                <a:gd name="connsiteX5213" fmla="*/ 895826 w 1533525"/>
                <a:gd name="connsiteY5213" fmla="*/ 959930 h 1647825"/>
                <a:gd name="connsiteX5214" fmla="*/ 895350 w 1533525"/>
                <a:gd name="connsiteY5214" fmla="*/ 960025 h 1647825"/>
                <a:gd name="connsiteX5215" fmla="*/ 894778 w 1533525"/>
                <a:gd name="connsiteY5215" fmla="*/ 960310 h 1647825"/>
                <a:gd name="connsiteX5216" fmla="*/ 894493 w 1533525"/>
                <a:gd name="connsiteY5216" fmla="*/ 960596 h 1647825"/>
                <a:gd name="connsiteX5217" fmla="*/ 894302 w 1533525"/>
                <a:gd name="connsiteY5217" fmla="*/ 960977 h 1647825"/>
                <a:gd name="connsiteX5218" fmla="*/ 894017 w 1533525"/>
                <a:gd name="connsiteY5218" fmla="*/ 961263 h 1647825"/>
                <a:gd name="connsiteX5219" fmla="*/ 893445 w 1533525"/>
                <a:gd name="connsiteY5219" fmla="*/ 961454 h 1647825"/>
                <a:gd name="connsiteX5220" fmla="*/ 893731 w 1533525"/>
                <a:gd name="connsiteY5220" fmla="*/ 960882 h 1647825"/>
                <a:gd name="connsiteX5221" fmla="*/ 893826 w 1533525"/>
                <a:gd name="connsiteY5221" fmla="*/ 960310 h 1647825"/>
                <a:gd name="connsiteX5222" fmla="*/ 893731 w 1533525"/>
                <a:gd name="connsiteY5222" fmla="*/ 959739 h 1647825"/>
                <a:gd name="connsiteX5223" fmla="*/ 893445 w 1533525"/>
                <a:gd name="connsiteY5223" fmla="*/ 959168 h 1647825"/>
                <a:gd name="connsiteX5224" fmla="*/ 892969 w 1533525"/>
                <a:gd name="connsiteY5224" fmla="*/ 959834 h 1647825"/>
                <a:gd name="connsiteX5225" fmla="*/ 892588 w 1533525"/>
                <a:gd name="connsiteY5225" fmla="*/ 959834 h 1647825"/>
                <a:gd name="connsiteX5226" fmla="*/ 892397 w 1533525"/>
                <a:gd name="connsiteY5226" fmla="*/ 959358 h 1647825"/>
                <a:gd name="connsiteX5227" fmla="*/ 892302 w 1533525"/>
                <a:gd name="connsiteY5227" fmla="*/ 958501 h 1647825"/>
                <a:gd name="connsiteX5228" fmla="*/ 892588 w 1533525"/>
                <a:gd name="connsiteY5228" fmla="*/ 958025 h 1647825"/>
                <a:gd name="connsiteX5229" fmla="*/ 893350 w 1533525"/>
                <a:gd name="connsiteY5229" fmla="*/ 957453 h 1647825"/>
                <a:gd name="connsiteX5230" fmla="*/ 894207 w 1533525"/>
                <a:gd name="connsiteY5230" fmla="*/ 956977 h 1647825"/>
                <a:gd name="connsiteX5231" fmla="*/ 894874 w 1533525"/>
                <a:gd name="connsiteY5231" fmla="*/ 956786 h 1647825"/>
                <a:gd name="connsiteX5232" fmla="*/ 894874 w 1533525"/>
                <a:gd name="connsiteY5232" fmla="*/ 956405 h 1647825"/>
                <a:gd name="connsiteX5233" fmla="*/ 894207 w 1533525"/>
                <a:gd name="connsiteY5233" fmla="*/ 955739 h 1647825"/>
                <a:gd name="connsiteX5234" fmla="*/ 894207 w 1533525"/>
                <a:gd name="connsiteY5234" fmla="*/ 954786 h 1647825"/>
                <a:gd name="connsiteX5235" fmla="*/ 894778 w 1533525"/>
                <a:gd name="connsiteY5235" fmla="*/ 953834 h 1647825"/>
                <a:gd name="connsiteX5236" fmla="*/ 895540 w 1533525"/>
                <a:gd name="connsiteY5236" fmla="*/ 953167 h 1647825"/>
                <a:gd name="connsiteX5237" fmla="*/ 896017 w 1533525"/>
                <a:gd name="connsiteY5237" fmla="*/ 952500 h 1647825"/>
                <a:gd name="connsiteX5238" fmla="*/ 896779 w 1533525"/>
                <a:gd name="connsiteY5238" fmla="*/ 950595 h 1647825"/>
                <a:gd name="connsiteX5239" fmla="*/ 897636 w 1533525"/>
                <a:gd name="connsiteY5239" fmla="*/ 949833 h 1647825"/>
                <a:gd name="connsiteX5240" fmla="*/ 897446 w 1533525"/>
                <a:gd name="connsiteY5240" fmla="*/ 948500 h 1647825"/>
                <a:gd name="connsiteX5241" fmla="*/ 898398 w 1533525"/>
                <a:gd name="connsiteY5241" fmla="*/ 946880 h 1647825"/>
                <a:gd name="connsiteX5242" fmla="*/ 899732 w 1533525"/>
                <a:gd name="connsiteY5242" fmla="*/ 945356 h 1647825"/>
                <a:gd name="connsiteX5243" fmla="*/ 900875 w 1533525"/>
                <a:gd name="connsiteY5243" fmla="*/ 944404 h 1647825"/>
                <a:gd name="connsiteX5244" fmla="*/ 901446 w 1533525"/>
                <a:gd name="connsiteY5244" fmla="*/ 944118 h 1647825"/>
                <a:gd name="connsiteX5245" fmla="*/ 902113 w 1533525"/>
                <a:gd name="connsiteY5245" fmla="*/ 943832 h 1647825"/>
                <a:gd name="connsiteX5246" fmla="*/ 902875 w 1533525"/>
                <a:gd name="connsiteY5246" fmla="*/ 943642 h 1647825"/>
                <a:gd name="connsiteX5247" fmla="*/ 903637 w 1533525"/>
                <a:gd name="connsiteY5247" fmla="*/ 943547 h 1647825"/>
                <a:gd name="connsiteX5248" fmla="*/ 906494 w 1533525"/>
                <a:gd name="connsiteY5248" fmla="*/ 941070 h 1647825"/>
                <a:gd name="connsiteX5249" fmla="*/ 908685 w 1533525"/>
                <a:gd name="connsiteY5249" fmla="*/ 938689 h 1647825"/>
                <a:gd name="connsiteX5250" fmla="*/ 909923 w 1533525"/>
                <a:gd name="connsiteY5250" fmla="*/ 937736 h 1647825"/>
                <a:gd name="connsiteX5251" fmla="*/ 911161 w 1533525"/>
                <a:gd name="connsiteY5251" fmla="*/ 937355 h 1647825"/>
                <a:gd name="connsiteX5252" fmla="*/ 911828 w 1533525"/>
                <a:gd name="connsiteY5252" fmla="*/ 937451 h 1647825"/>
                <a:gd name="connsiteX5253" fmla="*/ 913828 w 1533525"/>
                <a:gd name="connsiteY5253" fmla="*/ 938117 h 1647825"/>
                <a:gd name="connsiteX5254" fmla="*/ 916019 w 1533525"/>
                <a:gd name="connsiteY5254" fmla="*/ 938498 h 1647825"/>
                <a:gd name="connsiteX5255" fmla="*/ 916686 w 1533525"/>
                <a:gd name="connsiteY5255" fmla="*/ 938879 h 1647825"/>
                <a:gd name="connsiteX5256" fmla="*/ 916496 w 1533525"/>
                <a:gd name="connsiteY5256" fmla="*/ 943547 h 1647825"/>
                <a:gd name="connsiteX5257" fmla="*/ 916686 w 1533525"/>
                <a:gd name="connsiteY5257" fmla="*/ 944594 h 1647825"/>
                <a:gd name="connsiteX5258" fmla="*/ 916400 w 1533525"/>
                <a:gd name="connsiteY5258" fmla="*/ 945071 h 1647825"/>
                <a:gd name="connsiteX5259" fmla="*/ 916400 w 1533525"/>
                <a:gd name="connsiteY5259" fmla="*/ 945451 h 1647825"/>
                <a:gd name="connsiteX5260" fmla="*/ 916591 w 1533525"/>
                <a:gd name="connsiteY5260" fmla="*/ 945833 h 1647825"/>
                <a:gd name="connsiteX5261" fmla="*/ 917067 w 1533525"/>
                <a:gd name="connsiteY5261" fmla="*/ 946118 h 1647825"/>
                <a:gd name="connsiteX5262" fmla="*/ 916115 w 1533525"/>
                <a:gd name="connsiteY5262" fmla="*/ 946499 h 1647825"/>
                <a:gd name="connsiteX5263" fmla="*/ 913828 w 1533525"/>
                <a:gd name="connsiteY5263" fmla="*/ 948023 h 1647825"/>
                <a:gd name="connsiteX5264" fmla="*/ 914019 w 1533525"/>
                <a:gd name="connsiteY5264" fmla="*/ 947452 h 1647825"/>
                <a:gd name="connsiteX5265" fmla="*/ 914305 w 1533525"/>
                <a:gd name="connsiteY5265" fmla="*/ 947071 h 1647825"/>
                <a:gd name="connsiteX5266" fmla="*/ 914400 w 1533525"/>
                <a:gd name="connsiteY5266" fmla="*/ 946785 h 1647825"/>
                <a:gd name="connsiteX5267" fmla="*/ 914210 w 1533525"/>
                <a:gd name="connsiteY5267" fmla="*/ 946499 h 1647825"/>
                <a:gd name="connsiteX5268" fmla="*/ 911828 w 1533525"/>
                <a:gd name="connsiteY5268" fmla="*/ 947357 h 1647825"/>
                <a:gd name="connsiteX5269" fmla="*/ 910400 w 1533525"/>
                <a:gd name="connsiteY5269" fmla="*/ 947738 h 1647825"/>
                <a:gd name="connsiteX5270" fmla="*/ 909828 w 1533525"/>
                <a:gd name="connsiteY5270" fmla="*/ 948214 h 1647825"/>
                <a:gd name="connsiteX5271" fmla="*/ 909733 w 1533525"/>
                <a:gd name="connsiteY5271" fmla="*/ 948404 h 1647825"/>
                <a:gd name="connsiteX5272" fmla="*/ 909447 w 1533525"/>
                <a:gd name="connsiteY5272" fmla="*/ 948404 h 1647825"/>
                <a:gd name="connsiteX5273" fmla="*/ 909161 w 1533525"/>
                <a:gd name="connsiteY5273" fmla="*/ 948404 h 1647825"/>
                <a:gd name="connsiteX5274" fmla="*/ 909161 w 1533525"/>
                <a:gd name="connsiteY5274" fmla="*/ 948785 h 1647825"/>
                <a:gd name="connsiteX5275" fmla="*/ 909352 w 1533525"/>
                <a:gd name="connsiteY5275" fmla="*/ 949071 h 1647825"/>
                <a:gd name="connsiteX5276" fmla="*/ 909733 w 1533525"/>
                <a:gd name="connsiteY5276" fmla="*/ 949071 h 1647825"/>
                <a:gd name="connsiteX5277" fmla="*/ 910019 w 1533525"/>
                <a:gd name="connsiteY5277" fmla="*/ 948976 h 1647825"/>
                <a:gd name="connsiteX5278" fmla="*/ 910209 w 1533525"/>
                <a:gd name="connsiteY5278" fmla="*/ 949071 h 1647825"/>
                <a:gd name="connsiteX5279" fmla="*/ 910209 w 1533525"/>
                <a:gd name="connsiteY5279" fmla="*/ 949928 h 1647825"/>
                <a:gd name="connsiteX5280" fmla="*/ 910304 w 1533525"/>
                <a:gd name="connsiteY5280" fmla="*/ 950405 h 1647825"/>
                <a:gd name="connsiteX5281" fmla="*/ 910685 w 1533525"/>
                <a:gd name="connsiteY5281" fmla="*/ 950595 h 1647825"/>
                <a:gd name="connsiteX5282" fmla="*/ 911924 w 1533525"/>
                <a:gd name="connsiteY5282" fmla="*/ 950405 h 1647825"/>
                <a:gd name="connsiteX5283" fmla="*/ 915543 w 1533525"/>
                <a:gd name="connsiteY5283" fmla="*/ 949071 h 1647825"/>
                <a:gd name="connsiteX5284" fmla="*/ 918972 w 1533525"/>
                <a:gd name="connsiteY5284" fmla="*/ 946976 h 1647825"/>
                <a:gd name="connsiteX5285" fmla="*/ 920210 w 1533525"/>
                <a:gd name="connsiteY5285" fmla="*/ 946785 h 1647825"/>
                <a:gd name="connsiteX5286" fmla="*/ 920115 w 1533525"/>
                <a:gd name="connsiteY5286" fmla="*/ 947071 h 1647825"/>
                <a:gd name="connsiteX5287" fmla="*/ 919544 w 1533525"/>
                <a:gd name="connsiteY5287" fmla="*/ 947261 h 1647825"/>
                <a:gd name="connsiteX5288" fmla="*/ 919448 w 1533525"/>
                <a:gd name="connsiteY5288" fmla="*/ 947547 h 1647825"/>
                <a:gd name="connsiteX5289" fmla="*/ 922592 w 1533525"/>
                <a:gd name="connsiteY5289" fmla="*/ 945928 h 1647825"/>
                <a:gd name="connsiteX5290" fmla="*/ 924211 w 1533525"/>
                <a:gd name="connsiteY5290" fmla="*/ 945547 h 1647825"/>
                <a:gd name="connsiteX5291" fmla="*/ 925259 w 1533525"/>
                <a:gd name="connsiteY5291" fmla="*/ 945071 h 1647825"/>
                <a:gd name="connsiteX5292" fmla="*/ 925830 w 1533525"/>
                <a:gd name="connsiteY5292" fmla="*/ 944975 h 1647825"/>
                <a:gd name="connsiteX5293" fmla="*/ 927640 w 1533525"/>
                <a:gd name="connsiteY5293" fmla="*/ 945071 h 1647825"/>
                <a:gd name="connsiteX5294" fmla="*/ 928211 w 1533525"/>
                <a:gd name="connsiteY5294" fmla="*/ 944975 h 1647825"/>
                <a:gd name="connsiteX5295" fmla="*/ 929259 w 1533525"/>
                <a:gd name="connsiteY5295" fmla="*/ 944594 h 1647825"/>
                <a:gd name="connsiteX5296" fmla="*/ 931259 w 1533525"/>
                <a:gd name="connsiteY5296" fmla="*/ 943356 h 1647825"/>
                <a:gd name="connsiteX5297" fmla="*/ 933545 w 1533525"/>
                <a:gd name="connsiteY5297" fmla="*/ 942975 h 1647825"/>
                <a:gd name="connsiteX5298" fmla="*/ 940118 w 1533525"/>
                <a:gd name="connsiteY5298" fmla="*/ 940975 h 1647825"/>
                <a:gd name="connsiteX5299" fmla="*/ 941070 w 1533525"/>
                <a:gd name="connsiteY5299" fmla="*/ 940880 h 1647825"/>
                <a:gd name="connsiteX5300" fmla="*/ 941356 w 1533525"/>
                <a:gd name="connsiteY5300" fmla="*/ 940689 h 1647825"/>
                <a:gd name="connsiteX5301" fmla="*/ 941832 w 1533525"/>
                <a:gd name="connsiteY5301" fmla="*/ 940308 h 1647825"/>
                <a:gd name="connsiteX5302" fmla="*/ 942403 w 1533525"/>
                <a:gd name="connsiteY5302" fmla="*/ 940022 h 1647825"/>
                <a:gd name="connsiteX5303" fmla="*/ 942975 w 1533525"/>
                <a:gd name="connsiteY5303" fmla="*/ 940308 h 1647825"/>
                <a:gd name="connsiteX5304" fmla="*/ 943547 w 1533525"/>
                <a:gd name="connsiteY5304" fmla="*/ 940784 h 1647825"/>
                <a:gd name="connsiteX5305" fmla="*/ 944118 w 1533525"/>
                <a:gd name="connsiteY5305" fmla="*/ 940784 h 1647825"/>
                <a:gd name="connsiteX5306" fmla="*/ 945261 w 1533525"/>
                <a:gd name="connsiteY5306" fmla="*/ 940118 h 1647825"/>
                <a:gd name="connsiteX5307" fmla="*/ 953548 w 1533525"/>
                <a:gd name="connsiteY5307" fmla="*/ 937070 h 1647825"/>
                <a:gd name="connsiteX5308" fmla="*/ 958977 w 1533525"/>
                <a:gd name="connsiteY5308" fmla="*/ 934022 h 1647825"/>
                <a:gd name="connsiteX5309" fmla="*/ 958120 w 1533525"/>
                <a:gd name="connsiteY5309" fmla="*/ 933736 h 1647825"/>
                <a:gd name="connsiteX5310" fmla="*/ 957358 w 1533525"/>
                <a:gd name="connsiteY5310" fmla="*/ 933164 h 1647825"/>
                <a:gd name="connsiteX5311" fmla="*/ 956596 w 1533525"/>
                <a:gd name="connsiteY5311" fmla="*/ 932879 h 1647825"/>
                <a:gd name="connsiteX5312" fmla="*/ 956024 w 1533525"/>
                <a:gd name="connsiteY5312" fmla="*/ 932783 h 1647825"/>
                <a:gd name="connsiteX5313" fmla="*/ 955643 w 1533525"/>
                <a:gd name="connsiteY5313" fmla="*/ 932498 h 1647825"/>
                <a:gd name="connsiteX5314" fmla="*/ 955357 w 1533525"/>
                <a:gd name="connsiteY5314" fmla="*/ 932117 h 1647825"/>
                <a:gd name="connsiteX5315" fmla="*/ 954977 w 1533525"/>
                <a:gd name="connsiteY5315" fmla="*/ 931735 h 1647825"/>
                <a:gd name="connsiteX5316" fmla="*/ 954881 w 1533525"/>
                <a:gd name="connsiteY5316" fmla="*/ 931545 h 1647825"/>
                <a:gd name="connsiteX5317" fmla="*/ 954881 w 1533525"/>
                <a:gd name="connsiteY5317" fmla="*/ 931259 h 1647825"/>
                <a:gd name="connsiteX5318" fmla="*/ 954881 w 1533525"/>
                <a:gd name="connsiteY5318" fmla="*/ 930974 h 1647825"/>
                <a:gd name="connsiteX5319" fmla="*/ 954691 w 1533525"/>
                <a:gd name="connsiteY5319" fmla="*/ 930688 h 1647825"/>
                <a:gd name="connsiteX5320" fmla="*/ 954500 w 1533525"/>
                <a:gd name="connsiteY5320" fmla="*/ 930593 h 1647825"/>
                <a:gd name="connsiteX5321" fmla="*/ 953929 w 1533525"/>
                <a:gd name="connsiteY5321" fmla="*/ 930688 h 1647825"/>
                <a:gd name="connsiteX5322" fmla="*/ 953643 w 1533525"/>
                <a:gd name="connsiteY5322" fmla="*/ 930688 h 1647825"/>
                <a:gd name="connsiteX5323" fmla="*/ 951643 w 1533525"/>
                <a:gd name="connsiteY5323" fmla="*/ 930212 h 1647825"/>
                <a:gd name="connsiteX5324" fmla="*/ 950786 w 1533525"/>
                <a:gd name="connsiteY5324" fmla="*/ 929831 h 1647825"/>
                <a:gd name="connsiteX5325" fmla="*/ 949452 w 1533525"/>
                <a:gd name="connsiteY5325" fmla="*/ 928688 h 1647825"/>
                <a:gd name="connsiteX5326" fmla="*/ 948404 w 1533525"/>
                <a:gd name="connsiteY5326" fmla="*/ 928211 h 1647825"/>
                <a:gd name="connsiteX5327" fmla="*/ 947928 w 1533525"/>
                <a:gd name="connsiteY5327" fmla="*/ 927735 h 1647825"/>
                <a:gd name="connsiteX5328" fmla="*/ 947738 w 1533525"/>
                <a:gd name="connsiteY5328" fmla="*/ 927259 h 1647825"/>
                <a:gd name="connsiteX5329" fmla="*/ 947261 w 1533525"/>
                <a:gd name="connsiteY5329" fmla="*/ 925449 h 1647825"/>
                <a:gd name="connsiteX5330" fmla="*/ 947642 w 1533525"/>
                <a:gd name="connsiteY5330" fmla="*/ 924306 h 1647825"/>
                <a:gd name="connsiteX5331" fmla="*/ 947928 w 1533525"/>
                <a:gd name="connsiteY5331" fmla="*/ 924306 h 1647825"/>
                <a:gd name="connsiteX5332" fmla="*/ 948119 w 1533525"/>
                <a:gd name="connsiteY5332" fmla="*/ 924782 h 1647825"/>
                <a:gd name="connsiteX5333" fmla="*/ 948404 w 1533525"/>
                <a:gd name="connsiteY5333" fmla="*/ 926021 h 1647825"/>
                <a:gd name="connsiteX5334" fmla="*/ 948690 w 1533525"/>
                <a:gd name="connsiteY5334" fmla="*/ 926592 h 1647825"/>
                <a:gd name="connsiteX5335" fmla="*/ 949928 w 1533525"/>
                <a:gd name="connsiteY5335" fmla="*/ 927830 h 1647825"/>
                <a:gd name="connsiteX5336" fmla="*/ 950119 w 1533525"/>
                <a:gd name="connsiteY5336" fmla="*/ 927926 h 1647825"/>
                <a:gd name="connsiteX5337" fmla="*/ 950595 w 1533525"/>
                <a:gd name="connsiteY5337" fmla="*/ 928592 h 1647825"/>
                <a:gd name="connsiteX5338" fmla="*/ 951738 w 1533525"/>
                <a:gd name="connsiteY5338" fmla="*/ 928688 h 1647825"/>
                <a:gd name="connsiteX5339" fmla="*/ 954024 w 1533525"/>
                <a:gd name="connsiteY5339" fmla="*/ 928592 h 1647825"/>
                <a:gd name="connsiteX5340" fmla="*/ 957834 w 1533525"/>
                <a:gd name="connsiteY5340" fmla="*/ 931831 h 1647825"/>
                <a:gd name="connsiteX5341" fmla="*/ 960406 w 1533525"/>
                <a:gd name="connsiteY5341" fmla="*/ 933259 h 1647825"/>
                <a:gd name="connsiteX5342" fmla="*/ 961930 w 1533525"/>
                <a:gd name="connsiteY5342" fmla="*/ 932307 h 1647825"/>
                <a:gd name="connsiteX5343" fmla="*/ 961263 w 1533525"/>
                <a:gd name="connsiteY5343" fmla="*/ 932307 h 1647825"/>
                <a:gd name="connsiteX5344" fmla="*/ 960692 w 1533525"/>
                <a:gd name="connsiteY5344" fmla="*/ 932117 h 1647825"/>
                <a:gd name="connsiteX5345" fmla="*/ 960311 w 1533525"/>
                <a:gd name="connsiteY5345" fmla="*/ 931735 h 1647825"/>
                <a:gd name="connsiteX5346" fmla="*/ 960025 w 1533525"/>
                <a:gd name="connsiteY5346" fmla="*/ 931164 h 1647825"/>
                <a:gd name="connsiteX5347" fmla="*/ 961263 w 1533525"/>
                <a:gd name="connsiteY5347" fmla="*/ 930307 h 1647825"/>
                <a:gd name="connsiteX5348" fmla="*/ 964025 w 1533525"/>
                <a:gd name="connsiteY5348" fmla="*/ 927068 h 1647825"/>
                <a:gd name="connsiteX5349" fmla="*/ 964121 w 1533525"/>
                <a:gd name="connsiteY5349" fmla="*/ 926211 h 1647825"/>
                <a:gd name="connsiteX5350" fmla="*/ 964692 w 1533525"/>
                <a:gd name="connsiteY5350" fmla="*/ 925068 h 1647825"/>
                <a:gd name="connsiteX5351" fmla="*/ 965264 w 1533525"/>
                <a:gd name="connsiteY5351" fmla="*/ 922592 h 1647825"/>
                <a:gd name="connsiteX5352" fmla="*/ 965549 w 1533525"/>
                <a:gd name="connsiteY5352" fmla="*/ 922020 h 1647825"/>
                <a:gd name="connsiteX5353" fmla="*/ 966407 w 1533525"/>
                <a:gd name="connsiteY5353" fmla="*/ 921258 h 1647825"/>
                <a:gd name="connsiteX5354" fmla="*/ 967645 w 1533525"/>
                <a:gd name="connsiteY5354" fmla="*/ 920782 h 1647825"/>
                <a:gd name="connsiteX5355" fmla="*/ 970217 w 1533525"/>
                <a:gd name="connsiteY5355" fmla="*/ 920115 h 1647825"/>
                <a:gd name="connsiteX5356" fmla="*/ 972598 w 1533525"/>
                <a:gd name="connsiteY5356" fmla="*/ 919163 h 1647825"/>
                <a:gd name="connsiteX5357" fmla="*/ 977265 w 1533525"/>
                <a:gd name="connsiteY5357" fmla="*/ 916305 h 1647825"/>
                <a:gd name="connsiteX5358" fmla="*/ 979265 w 1533525"/>
                <a:gd name="connsiteY5358" fmla="*/ 914781 h 1647825"/>
                <a:gd name="connsiteX5359" fmla="*/ 977456 w 1533525"/>
                <a:gd name="connsiteY5359" fmla="*/ 916019 h 1647825"/>
                <a:gd name="connsiteX5360" fmla="*/ 976503 w 1533525"/>
                <a:gd name="connsiteY5360" fmla="*/ 916400 h 1647825"/>
                <a:gd name="connsiteX5361" fmla="*/ 976122 w 1533525"/>
                <a:gd name="connsiteY5361" fmla="*/ 915924 h 1647825"/>
                <a:gd name="connsiteX5362" fmla="*/ 976503 w 1533525"/>
                <a:gd name="connsiteY5362" fmla="*/ 915353 h 1647825"/>
                <a:gd name="connsiteX5363" fmla="*/ 977456 w 1533525"/>
                <a:gd name="connsiteY5363" fmla="*/ 914686 h 1647825"/>
                <a:gd name="connsiteX5364" fmla="*/ 978503 w 1533525"/>
                <a:gd name="connsiteY5364" fmla="*/ 914210 h 1647825"/>
                <a:gd name="connsiteX5365" fmla="*/ 979170 w 1533525"/>
                <a:gd name="connsiteY5365" fmla="*/ 914019 h 1647825"/>
                <a:gd name="connsiteX5366" fmla="*/ 980027 w 1533525"/>
                <a:gd name="connsiteY5366" fmla="*/ 913162 h 1647825"/>
                <a:gd name="connsiteX5367" fmla="*/ 981361 w 1533525"/>
                <a:gd name="connsiteY5367" fmla="*/ 911257 h 1647825"/>
                <a:gd name="connsiteX5368" fmla="*/ 982218 w 1533525"/>
                <a:gd name="connsiteY5368" fmla="*/ 909161 h 1647825"/>
                <a:gd name="connsiteX5369" fmla="*/ 981456 w 1533525"/>
                <a:gd name="connsiteY5369" fmla="*/ 907923 h 1647825"/>
                <a:gd name="connsiteX5370" fmla="*/ 981075 w 1533525"/>
                <a:gd name="connsiteY5370" fmla="*/ 909161 h 1647825"/>
                <a:gd name="connsiteX5371" fmla="*/ 980980 w 1533525"/>
                <a:gd name="connsiteY5371" fmla="*/ 909828 h 1647825"/>
                <a:gd name="connsiteX5372" fmla="*/ 980980 w 1533525"/>
                <a:gd name="connsiteY5372" fmla="*/ 910590 h 1647825"/>
                <a:gd name="connsiteX5373" fmla="*/ 980027 w 1533525"/>
                <a:gd name="connsiteY5373" fmla="*/ 910019 h 1647825"/>
                <a:gd name="connsiteX5374" fmla="*/ 979361 w 1533525"/>
                <a:gd name="connsiteY5374" fmla="*/ 910400 h 1647825"/>
                <a:gd name="connsiteX5375" fmla="*/ 978599 w 1533525"/>
                <a:gd name="connsiteY5375" fmla="*/ 911162 h 1647825"/>
                <a:gd name="connsiteX5376" fmla="*/ 977456 w 1533525"/>
                <a:gd name="connsiteY5376" fmla="*/ 911828 h 1647825"/>
                <a:gd name="connsiteX5377" fmla="*/ 977646 w 1533525"/>
                <a:gd name="connsiteY5377" fmla="*/ 908304 h 1647825"/>
                <a:gd name="connsiteX5378" fmla="*/ 978122 w 1533525"/>
                <a:gd name="connsiteY5378" fmla="*/ 906590 h 1647825"/>
                <a:gd name="connsiteX5379" fmla="*/ 979075 w 1533525"/>
                <a:gd name="connsiteY5379" fmla="*/ 905066 h 1647825"/>
                <a:gd name="connsiteX5380" fmla="*/ 980313 w 1533525"/>
                <a:gd name="connsiteY5380" fmla="*/ 903827 h 1647825"/>
                <a:gd name="connsiteX5381" fmla="*/ 988124 w 1533525"/>
                <a:gd name="connsiteY5381" fmla="*/ 897636 h 1647825"/>
                <a:gd name="connsiteX5382" fmla="*/ 990886 w 1533525"/>
                <a:gd name="connsiteY5382" fmla="*/ 896779 h 1647825"/>
                <a:gd name="connsiteX5383" fmla="*/ 992315 w 1533525"/>
                <a:gd name="connsiteY5383" fmla="*/ 895731 h 1647825"/>
                <a:gd name="connsiteX5384" fmla="*/ 993553 w 1533525"/>
                <a:gd name="connsiteY5384" fmla="*/ 894493 h 1647825"/>
                <a:gd name="connsiteX5385" fmla="*/ 994410 w 1533525"/>
                <a:gd name="connsiteY5385" fmla="*/ 893445 h 1647825"/>
                <a:gd name="connsiteX5386" fmla="*/ 993934 w 1533525"/>
                <a:gd name="connsiteY5386" fmla="*/ 893921 h 1647825"/>
                <a:gd name="connsiteX5387" fmla="*/ 993172 w 1533525"/>
                <a:gd name="connsiteY5387" fmla="*/ 894493 h 1647825"/>
                <a:gd name="connsiteX5388" fmla="*/ 991838 w 1533525"/>
                <a:gd name="connsiteY5388" fmla="*/ 895064 h 1647825"/>
                <a:gd name="connsiteX5389" fmla="*/ 991553 w 1533525"/>
                <a:gd name="connsiteY5389" fmla="*/ 894588 h 1647825"/>
                <a:gd name="connsiteX5390" fmla="*/ 991362 w 1533525"/>
                <a:gd name="connsiteY5390" fmla="*/ 894302 h 1647825"/>
                <a:gd name="connsiteX5391" fmla="*/ 991076 w 1533525"/>
                <a:gd name="connsiteY5391" fmla="*/ 894207 h 1647825"/>
                <a:gd name="connsiteX5392" fmla="*/ 990695 w 1533525"/>
                <a:gd name="connsiteY5392" fmla="*/ 894302 h 1647825"/>
                <a:gd name="connsiteX5393" fmla="*/ 990410 w 1533525"/>
                <a:gd name="connsiteY5393" fmla="*/ 893921 h 1647825"/>
                <a:gd name="connsiteX5394" fmla="*/ 990028 w 1533525"/>
                <a:gd name="connsiteY5394" fmla="*/ 893731 h 1647825"/>
                <a:gd name="connsiteX5395" fmla="*/ 989552 w 1533525"/>
                <a:gd name="connsiteY5395" fmla="*/ 893636 h 1647825"/>
                <a:gd name="connsiteX5396" fmla="*/ 988981 w 1533525"/>
                <a:gd name="connsiteY5396" fmla="*/ 893636 h 1647825"/>
                <a:gd name="connsiteX5397" fmla="*/ 989362 w 1533525"/>
                <a:gd name="connsiteY5397" fmla="*/ 892969 h 1647825"/>
                <a:gd name="connsiteX5398" fmla="*/ 990028 w 1533525"/>
                <a:gd name="connsiteY5398" fmla="*/ 892778 h 1647825"/>
                <a:gd name="connsiteX5399" fmla="*/ 990790 w 1533525"/>
                <a:gd name="connsiteY5399" fmla="*/ 892874 h 1647825"/>
                <a:gd name="connsiteX5400" fmla="*/ 991457 w 1533525"/>
                <a:gd name="connsiteY5400" fmla="*/ 893255 h 1647825"/>
                <a:gd name="connsiteX5401" fmla="*/ 992029 w 1533525"/>
                <a:gd name="connsiteY5401" fmla="*/ 892874 h 1647825"/>
                <a:gd name="connsiteX5402" fmla="*/ 992219 w 1533525"/>
                <a:gd name="connsiteY5402" fmla="*/ 892397 h 1647825"/>
                <a:gd name="connsiteX5403" fmla="*/ 992124 w 1533525"/>
                <a:gd name="connsiteY5403" fmla="*/ 891921 h 1647825"/>
                <a:gd name="connsiteX5404" fmla="*/ 991838 w 1533525"/>
                <a:gd name="connsiteY5404" fmla="*/ 891350 h 1647825"/>
                <a:gd name="connsiteX5405" fmla="*/ 991362 w 1533525"/>
                <a:gd name="connsiteY5405" fmla="*/ 890588 h 1647825"/>
                <a:gd name="connsiteX5406" fmla="*/ 990981 w 1533525"/>
                <a:gd name="connsiteY5406" fmla="*/ 890397 h 1647825"/>
                <a:gd name="connsiteX5407" fmla="*/ 989743 w 1533525"/>
                <a:gd name="connsiteY5407" fmla="*/ 890492 h 1647825"/>
                <a:gd name="connsiteX5408" fmla="*/ 987266 w 1533525"/>
                <a:gd name="connsiteY5408" fmla="*/ 890302 h 1647825"/>
                <a:gd name="connsiteX5409" fmla="*/ 986123 w 1533525"/>
                <a:gd name="connsiteY5409" fmla="*/ 889826 h 1647825"/>
                <a:gd name="connsiteX5410" fmla="*/ 985552 w 1533525"/>
                <a:gd name="connsiteY5410" fmla="*/ 888968 h 1647825"/>
                <a:gd name="connsiteX5411" fmla="*/ 987552 w 1533525"/>
                <a:gd name="connsiteY5411" fmla="*/ 888587 h 1647825"/>
                <a:gd name="connsiteX5412" fmla="*/ 988600 w 1533525"/>
                <a:gd name="connsiteY5412" fmla="*/ 888587 h 1647825"/>
                <a:gd name="connsiteX5413" fmla="*/ 989552 w 1533525"/>
                <a:gd name="connsiteY5413" fmla="*/ 888968 h 1647825"/>
                <a:gd name="connsiteX5414" fmla="*/ 990219 w 1533525"/>
                <a:gd name="connsiteY5414" fmla="*/ 887540 h 1647825"/>
                <a:gd name="connsiteX5415" fmla="*/ 989552 w 1533525"/>
                <a:gd name="connsiteY5415" fmla="*/ 885158 h 1647825"/>
                <a:gd name="connsiteX5416" fmla="*/ 983837 w 1533525"/>
                <a:gd name="connsiteY5416" fmla="*/ 872109 h 1647825"/>
                <a:gd name="connsiteX5417" fmla="*/ 983456 w 1533525"/>
                <a:gd name="connsiteY5417" fmla="*/ 866870 h 1647825"/>
                <a:gd name="connsiteX5418" fmla="*/ 984980 w 1533525"/>
                <a:gd name="connsiteY5418" fmla="*/ 862298 h 1647825"/>
                <a:gd name="connsiteX5419" fmla="*/ 987647 w 1533525"/>
                <a:gd name="connsiteY5419" fmla="*/ 858298 h 1647825"/>
                <a:gd name="connsiteX5420" fmla="*/ 995363 w 1533525"/>
                <a:gd name="connsiteY5420" fmla="*/ 850011 h 1647825"/>
                <a:gd name="connsiteX5421" fmla="*/ 997934 w 1533525"/>
                <a:gd name="connsiteY5421" fmla="*/ 848201 h 1647825"/>
                <a:gd name="connsiteX5422" fmla="*/ 1002602 w 1533525"/>
                <a:gd name="connsiteY5422" fmla="*/ 845725 h 1647825"/>
                <a:gd name="connsiteX5423" fmla="*/ 1003173 w 1533525"/>
                <a:gd name="connsiteY5423" fmla="*/ 845534 h 1647825"/>
                <a:gd name="connsiteX5424" fmla="*/ 1004411 w 1533525"/>
                <a:gd name="connsiteY5424" fmla="*/ 845534 h 1647825"/>
                <a:gd name="connsiteX5425" fmla="*/ 1004983 w 1533525"/>
                <a:gd name="connsiteY5425" fmla="*/ 845439 h 1647825"/>
                <a:gd name="connsiteX5426" fmla="*/ 1005554 w 1533525"/>
                <a:gd name="connsiteY5426" fmla="*/ 845153 h 1647825"/>
                <a:gd name="connsiteX5427" fmla="*/ 1007555 w 1533525"/>
                <a:gd name="connsiteY5427" fmla="*/ 845630 h 1647825"/>
                <a:gd name="connsiteX5428" fmla="*/ 1010126 w 1533525"/>
                <a:gd name="connsiteY5428" fmla="*/ 845153 h 1647825"/>
                <a:gd name="connsiteX5429" fmla="*/ 1013460 w 1533525"/>
                <a:gd name="connsiteY5429" fmla="*/ 843820 h 1647825"/>
                <a:gd name="connsiteX5430" fmla="*/ 1016794 w 1533525"/>
                <a:gd name="connsiteY5430" fmla="*/ 842391 h 1647825"/>
                <a:gd name="connsiteX5431" fmla="*/ 1017270 w 1533525"/>
                <a:gd name="connsiteY5431" fmla="*/ 842296 h 1647825"/>
                <a:gd name="connsiteX5432" fmla="*/ 1024890 w 1533525"/>
                <a:gd name="connsiteY5432" fmla="*/ 840200 h 1647825"/>
                <a:gd name="connsiteX5433" fmla="*/ 1025938 w 1533525"/>
                <a:gd name="connsiteY5433" fmla="*/ 840105 h 1647825"/>
                <a:gd name="connsiteX5434" fmla="*/ 1028128 w 1533525"/>
                <a:gd name="connsiteY5434" fmla="*/ 840200 h 1647825"/>
                <a:gd name="connsiteX5435" fmla="*/ 1029176 w 1533525"/>
                <a:gd name="connsiteY5435" fmla="*/ 839915 h 1647825"/>
                <a:gd name="connsiteX5436" fmla="*/ 1031939 w 1533525"/>
                <a:gd name="connsiteY5436" fmla="*/ 837914 h 1647825"/>
                <a:gd name="connsiteX5437" fmla="*/ 1036034 w 1533525"/>
                <a:gd name="connsiteY5437" fmla="*/ 835819 h 1647825"/>
                <a:gd name="connsiteX5438" fmla="*/ 1037749 w 1533525"/>
                <a:gd name="connsiteY5438" fmla="*/ 834581 h 1647825"/>
                <a:gd name="connsiteX5439" fmla="*/ 1039082 w 1533525"/>
                <a:gd name="connsiteY5439" fmla="*/ 833247 h 1647825"/>
                <a:gd name="connsiteX5440" fmla="*/ 1039178 w 1533525"/>
                <a:gd name="connsiteY5440" fmla="*/ 832961 h 1647825"/>
                <a:gd name="connsiteX5441" fmla="*/ 1039178 w 1533525"/>
                <a:gd name="connsiteY5441" fmla="*/ 832390 h 1647825"/>
                <a:gd name="connsiteX5442" fmla="*/ 1039368 w 1533525"/>
                <a:gd name="connsiteY5442" fmla="*/ 832104 h 1647825"/>
                <a:gd name="connsiteX5443" fmla="*/ 1039559 w 1533525"/>
                <a:gd name="connsiteY5443" fmla="*/ 832009 h 1647825"/>
                <a:gd name="connsiteX5444" fmla="*/ 1039940 w 1533525"/>
                <a:gd name="connsiteY5444" fmla="*/ 831914 h 1647825"/>
                <a:gd name="connsiteX5445" fmla="*/ 1042035 w 1533525"/>
                <a:gd name="connsiteY5445" fmla="*/ 830390 h 1647825"/>
                <a:gd name="connsiteX5446" fmla="*/ 1042511 w 1533525"/>
                <a:gd name="connsiteY5446" fmla="*/ 830199 h 1647825"/>
                <a:gd name="connsiteX5447" fmla="*/ 1043178 w 1533525"/>
                <a:gd name="connsiteY5447" fmla="*/ 829818 h 1647825"/>
                <a:gd name="connsiteX5448" fmla="*/ 1043845 w 1533525"/>
                <a:gd name="connsiteY5448" fmla="*/ 828770 h 1647825"/>
                <a:gd name="connsiteX5449" fmla="*/ 1046417 w 1533525"/>
                <a:gd name="connsiteY5449" fmla="*/ 822960 h 1647825"/>
                <a:gd name="connsiteX5450" fmla="*/ 1047178 w 1533525"/>
                <a:gd name="connsiteY5450" fmla="*/ 821912 h 1647825"/>
                <a:gd name="connsiteX5451" fmla="*/ 1047369 w 1533525"/>
                <a:gd name="connsiteY5451" fmla="*/ 821436 h 1647825"/>
                <a:gd name="connsiteX5452" fmla="*/ 1047274 w 1533525"/>
                <a:gd name="connsiteY5452" fmla="*/ 820865 h 1647825"/>
                <a:gd name="connsiteX5453" fmla="*/ 1047083 w 1533525"/>
                <a:gd name="connsiteY5453" fmla="*/ 820198 h 1647825"/>
                <a:gd name="connsiteX5454" fmla="*/ 1046988 w 1533525"/>
                <a:gd name="connsiteY5454" fmla="*/ 819626 h 1647825"/>
                <a:gd name="connsiteX5455" fmla="*/ 1047274 w 1533525"/>
                <a:gd name="connsiteY5455" fmla="*/ 819436 h 1647825"/>
                <a:gd name="connsiteX5456" fmla="*/ 1049179 w 1533525"/>
                <a:gd name="connsiteY5456" fmla="*/ 819436 h 1647825"/>
                <a:gd name="connsiteX5457" fmla="*/ 1050608 w 1533525"/>
                <a:gd name="connsiteY5457" fmla="*/ 818674 h 1647825"/>
                <a:gd name="connsiteX5458" fmla="*/ 1052132 w 1533525"/>
                <a:gd name="connsiteY5458" fmla="*/ 817245 h 1647825"/>
                <a:gd name="connsiteX5459" fmla="*/ 1053370 w 1533525"/>
                <a:gd name="connsiteY5459" fmla="*/ 815531 h 1647825"/>
                <a:gd name="connsiteX5460" fmla="*/ 1053846 w 1533525"/>
                <a:gd name="connsiteY5460" fmla="*/ 814007 h 1647825"/>
                <a:gd name="connsiteX5461" fmla="*/ 1053179 w 1533525"/>
                <a:gd name="connsiteY5461" fmla="*/ 811721 h 1647825"/>
                <a:gd name="connsiteX5462" fmla="*/ 1051655 w 1533525"/>
                <a:gd name="connsiteY5462" fmla="*/ 810482 h 1647825"/>
                <a:gd name="connsiteX5463" fmla="*/ 1049655 w 1533525"/>
                <a:gd name="connsiteY5463" fmla="*/ 809816 h 1647825"/>
                <a:gd name="connsiteX5464" fmla="*/ 1047655 w 1533525"/>
                <a:gd name="connsiteY5464" fmla="*/ 809435 h 1647825"/>
                <a:gd name="connsiteX5465" fmla="*/ 1045940 w 1533525"/>
                <a:gd name="connsiteY5465" fmla="*/ 809339 h 1647825"/>
                <a:gd name="connsiteX5466" fmla="*/ 1045083 w 1533525"/>
                <a:gd name="connsiteY5466" fmla="*/ 809149 h 1647825"/>
                <a:gd name="connsiteX5467" fmla="*/ 1044226 w 1533525"/>
                <a:gd name="connsiteY5467" fmla="*/ 808482 h 1647825"/>
                <a:gd name="connsiteX5468" fmla="*/ 1042797 w 1533525"/>
                <a:gd name="connsiteY5468" fmla="*/ 806863 h 1647825"/>
                <a:gd name="connsiteX5469" fmla="*/ 1042130 w 1533525"/>
                <a:gd name="connsiteY5469" fmla="*/ 805910 h 1647825"/>
                <a:gd name="connsiteX5470" fmla="*/ 1041845 w 1533525"/>
                <a:gd name="connsiteY5470" fmla="*/ 805053 h 1647825"/>
                <a:gd name="connsiteX5471" fmla="*/ 1041273 w 1533525"/>
                <a:gd name="connsiteY5471" fmla="*/ 800672 h 1647825"/>
                <a:gd name="connsiteX5472" fmla="*/ 1040606 w 1533525"/>
                <a:gd name="connsiteY5472" fmla="*/ 798290 h 1647825"/>
                <a:gd name="connsiteX5473" fmla="*/ 1039749 w 1533525"/>
                <a:gd name="connsiteY5473" fmla="*/ 797147 h 1647825"/>
                <a:gd name="connsiteX5474" fmla="*/ 1039749 w 1533525"/>
                <a:gd name="connsiteY5474" fmla="*/ 796766 h 1647825"/>
                <a:gd name="connsiteX5475" fmla="*/ 1040892 w 1533525"/>
                <a:gd name="connsiteY5475" fmla="*/ 796766 h 1647825"/>
                <a:gd name="connsiteX5476" fmla="*/ 1041559 w 1533525"/>
                <a:gd name="connsiteY5476" fmla="*/ 797433 h 1647825"/>
                <a:gd name="connsiteX5477" fmla="*/ 1041845 w 1533525"/>
                <a:gd name="connsiteY5477" fmla="*/ 798481 h 1647825"/>
                <a:gd name="connsiteX5478" fmla="*/ 1041940 w 1533525"/>
                <a:gd name="connsiteY5478" fmla="*/ 799719 h 1647825"/>
                <a:gd name="connsiteX5479" fmla="*/ 1042130 w 1533525"/>
                <a:gd name="connsiteY5479" fmla="*/ 800672 h 1647825"/>
                <a:gd name="connsiteX5480" fmla="*/ 1042797 w 1533525"/>
                <a:gd name="connsiteY5480" fmla="*/ 802767 h 1647825"/>
                <a:gd name="connsiteX5481" fmla="*/ 1042988 w 1533525"/>
                <a:gd name="connsiteY5481" fmla="*/ 803910 h 1647825"/>
                <a:gd name="connsiteX5482" fmla="*/ 1043273 w 1533525"/>
                <a:gd name="connsiteY5482" fmla="*/ 804767 h 1647825"/>
                <a:gd name="connsiteX5483" fmla="*/ 1043940 w 1533525"/>
                <a:gd name="connsiteY5483" fmla="*/ 805720 h 1647825"/>
                <a:gd name="connsiteX5484" fmla="*/ 1045178 w 1533525"/>
                <a:gd name="connsiteY5484" fmla="*/ 807149 h 1647825"/>
                <a:gd name="connsiteX5485" fmla="*/ 1046131 w 1533525"/>
                <a:gd name="connsiteY5485" fmla="*/ 807815 h 1647825"/>
                <a:gd name="connsiteX5486" fmla="*/ 1046988 w 1533525"/>
                <a:gd name="connsiteY5486" fmla="*/ 808006 h 1647825"/>
                <a:gd name="connsiteX5487" fmla="*/ 1047845 w 1533525"/>
                <a:gd name="connsiteY5487" fmla="*/ 807720 h 1647825"/>
                <a:gd name="connsiteX5488" fmla="*/ 1048798 w 1533525"/>
                <a:gd name="connsiteY5488" fmla="*/ 807149 h 1647825"/>
                <a:gd name="connsiteX5489" fmla="*/ 1048988 w 1533525"/>
                <a:gd name="connsiteY5489" fmla="*/ 808482 h 1647825"/>
                <a:gd name="connsiteX5490" fmla="*/ 1050989 w 1533525"/>
                <a:gd name="connsiteY5490" fmla="*/ 809435 h 1647825"/>
                <a:gd name="connsiteX5491" fmla="*/ 1053465 w 1533525"/>
                <a:gd name="connsiteY5491" fmla="*/ 810292 h 1647825"/>
                <a:gd name="connsiteX5492" fmla="*/ 1055180 w 1533525"/>
                <a:gd name="connsiteY5492" fmla="*/ 811244 h 1647825"/>
                <a:gd name="connsiteX5493" fmla="*/ 1055465 w 1533525"/>
                <a:gd name="connsiteY5493" fmla="*/ 812102 h 1647825"/>
                <a:gd name="connsiteX5494" fmla="*/ 1055942 w 1533525"/>
                <a:gd name="connsiteY5494" fmla="*/ 815054 h 1647825"/>
                <a:gd name="connsiteX5495" fmla="*/ 1056418 w 1533525"/>
                <a:gd name="connsiteY5495" fmla="*/ 816293 h 1647825"/>
                <a:gd name="connsiteX5496" fmla="*/ 1055561 w 1533525"/>
                <a:gd name="connsiteY5496" fmla="*/ 817721 h 1647825"/>
                <a:gd name="connsiteX5497" fmla="*/ 1053370 w 1533525"/>
                <a:gd name="connsiteY5497" fmla="*/ 820579 h 1647825"/>
                <a:gd name="connsiteX5498" fmla="*/ 1052989 w 1533525"/>
                <a:gd name="connsiteY5498" fmla="*/ 821246 h 1647825"/>
                <a:gd name="connsiteX5499" fmla="*/ 1052608 w 1533525"/>
                <a:gd name="connsiteY5499" fmla="*/ 822103 h 1647825"/>
                <a:gd name="connsiteX5500" fmla="*/ 1052417 w 1533525"/>
                <a:gd name="connsiteY5500" fmla="*/ 823055 h 1647825"/>
                <a:gd name="connsiteX5501" fmla="*/ 1053084 w 1533525"/>
                <a:gd name="connsiteY5501" fmla="*/ 826008 h 1647825"/>
                <a:gd name="connsiteX5502" fmla="*/ 1052894 w 1533525"/>
                <a:gd name="connsiteY5502" fmla="*/ 826484 h 1647825"/>
                <a:gd name="connsiteX5503" fmla="*/ 1052798 w 1533525"/>
                <a:gd name="connsiteY5503" fmla="*/ 827056 h 1647825"/>
                <a:gd name="connsiteX5504" fmla="*/ 1055370 w 1533525"/>
                <a:gd name="connsiteY5504" fmla="*/ 831723 h 1647825"/>
                <a:gd name="connsiteX5505" fmla="*/ 1055656 w 1533525"/>
                <a:gd name="connsiteY5505" fmla="*/ 832676 h 1647825"/>
                <a:gd name="connsiteX5506" fmla="*/ 1055180 w 1533525"/>
                <a:gd name="connsiteY5506" fmla="*/ 833438 h 1647825"/>
                <a:gd name="connsiteX5507" fmla="*/ 1055656 w 1533525"/>
                <a:gd name="connsiteY5507" fmla="*/ 834962 h 1647825"/>
                <a:gd name="connsiteX5508" fmla="*/ 1055275 w 1533525"/>
                <a:gd name="connsiteY5508" fmla="*/ 836295 h 1647825"/>
                <a:gd name="connsiteX5509" fmla="*/ 1054608 w 1533525"/>
                <a:gd name="connsiteY5509" fmla="*/ 837438 h 1647825"/>
                <a:gd name="connsiteX5510" fmla="*/ 1054132 w 1533525"/>
                <a:gd name="connsiteY5510" fmla="*/ 838486 h 1647825"/>
                <a:gd name="connsiteX5511" fmla="*/ 1054227 w 1533525"/>
                <a:gd name="connsiteY5511" fmla="*/ 839629 h 1647825"/>
                <a:gd name="connsiteX5512" fmla="*/ 1054608 w 1533525"/>
                <a:gd name="connsiteY5512" fmla="*/ 840962 h 1647825"/>
                <a:gd name="connsiteX5513" fmla="*/ 1055561 w 1533525"/>
                <a:gd name="connsiteY5513" fmla="*/ 843153 h 1647825"/>
                <a:gd name="connsiteX5514" fmla="*/ 1056418 w 1533525"/>
                <a:gd name="connsiteY5514" fmla="*/ 842582 h 1647825"/>
                <a:gd name="connsiteX5515" fmla="*/ 1057085 w 1533525"/>
                <a:gd name="connsiteY5515" fmla="*/ 843248 h 1647825"/>
                <a:gd name="connsiteX5516" fmla="*/ 1057561 w 1533525"/>
                <a:gd name="connsiteY5516" fmla="*/ 844487 h 1647825"/>
                <a:gd name="connsiteX5517" fmla="*/ 1057751 w 1533525"/>
                <a:gd name="connsiteY5517" fmla="*/ 845725 h 1647825"/>
                <a:gd name="connsiteX5518" fmla="*/ 1058037 w 1533525"/>
                <a:gd name="connsiteY5518" fmla="*/ 845915 h 1647825"/>
                <a:gd name="connsiteX5519" fmla="*/ 1058704 w 1533525"/>
                <a:gd name="connsiteY5519" fmla="*/ 845915 h 1647825"/>
                <a:gd name="connsiteX5520" fmla="*/ 1059371 w 1533525"/>
                <a:gd name="connsiteY5520" fmla="*/ 845820 h 1647825"/>
                <a:gd name="connsiteX5521" fmla="*/ 1059752 w 1533525"/>
                <a:gd name="connsiteY5521" fmla="*/ 845630 h 1647825"/>
                <a:gd name="connsiteX5522" fmla="*/ 1060323 w 1533525"/>
                <a:gd name="connsiteY5522" fmla="*/ 845153 h 1647825"/>
                <a:gd name="connsiteX5523" fmla="*/ 1060609 w 1533525"/>
                <a:gd name="connsiteY5523" fmla="*/ 845058 h 1647825"/>
                <a:gd name="connsiteX5524" fmla="*/ 1060704 w 1533525"/>
                <a:gd name="connsiteY5524" fmla="*/ 844868 h 1647825"/>
                <a:gd name="connsiteX5525" fmla="*/ 1060609 w 1533525"/>
                <a:gd name="connsiteY5525" fmla="*/ 844296 h 1647825"/>
                <a:gd name="connsiteX5526" fmla="*/ 1060418 w 1533525"/>
                <a:gd name="connsiteY5526" fmla="*/ 843915 h 1647825"/>
                <a:gd name="connsiteX5527" fmla="*/ 1059752 w 1533525"/>
                <a:gd name="connsiteY5527" fmla="*/ 843344 h 1647825"/>
                <a:gd name="connsiteX5528" fmla="*/ 1059561 w 1533525"/>
                <a:gd name="connsiteY5528" fmla="*/ 842867 h 1647825"/>
                <a:gd name="connsiteX5529" fmla="*/ 1059561 w 1533525"/>
                <a:gd name="connsiteY5529" fmla="*/ 842201 h 1647825"/>
                <a:gd name="connsiteX5530" fmla="*/ 1060133 w 1533525"/>
                <a:gd name="connsiteY5530" fmla="*/ 840962 h 1647825"/>
                <a:gd name="connsiteX5531" fmla="*/ 1060228 w 1533525"/>
                <a:gd name="connsiteY5531" fmla="*/ 840296 h 1647825"/>
                <a:gd name="connsiteX5532" fmla="*/ 1060133 w 1533525"/>
                <a:gd name="connsiteY5532" fmla="*/ 839057 h 1647825"/>
                <a:gd name="connsiteX5533" fmla="*/ 1058513 w 1533525"/>
                <a:gd name="connsiteY5533" fmla="*/ 833533 h 1647825"/>
                <a:gd name="connsiteX5534" fmla="*/ 1058418 w 1533525"/>
                <a:gd name="connsiteY5534" fmla="*/ 832199 h 1647825"/>
                <a:gd name="connsiteX5535" fmla="*/ 1058990 w 1533525"/>
                <a:gd name="connsiteY5535" fmla="*/ 832199 h 1647825"/>
                <a:gd name="connsiteX5536" fmla="*/ 1059847 w 1533525"/>
                <a:gd name="connsiteY5536" fmla="*/ 833152 h 1647825"/>
                <a:gd name="connsiteX5537" fmla="*/ 1060323 w 1533525"/>
                <a:gd name="connsiteY5537" fmla="*/ 834104 h 1647825"/>
                <a:gd name="connsiteX5538" fmla="*/ 1060514 w 1533525"/>
                <a:gd name="connsiteY5538" fmla="*/ 835152 h 1647825"/>
                <a:gd name="connsiteX5539" fmla="*/ 1060609 w 1533525"/>
                <a:gd name="connsiteY5539" fmla="*/ 841439 h 1647825"/>
                <a:gd name="connsiteX5540" fmla="*/ 1060895 w 1533525"/>
                <a:gd name="connsiteY5540" fmla="*/ 842772 h 1647825"/>
                <a:gd name="connsiteX5541" fmla="*/ 1061561 w 1533525"/>
                <a:gd name="connsiteY5541" fmla="*/ 843058 h 1647825"/>
                <a:gd name="connsiteX5542" fmla="*/ 1062323 w 1533525"/>
                <a:gd name="connsiteY5542" fmla="*/ 842486 h 1647825"/>
                <a:gd name="connsiteX5543" fmla="*/ 1062895 w 1533525"/>
                <a:gd name="connsiteY5543" fmla="*/ 841343 h 1647825"/>
                <a:gd name="connsiteX5544" fmla="*/ 1063085 w 1533525"/>
                <a:gd name="connsiteY5544" fmla="*/ 840581 h 1647825"/>
                <a:gd name="connsiteX5545" fmla="*/ 1063085 w 1533525"/>
                <a:gd name="connsiteY5545" fmla="*/ 840010 h 1647825"/>
                <a:gd name="connsiteX5546" fmla="*/ 1062895 w 1533525"/>
                <a:gd name="connsiteY5546" fmla="*/ 839438 h 1647825"/>
                <a:gd name="connsiteX5547" fmla="*/ 1061942 w 1533525"/>
                <a:gd name="connsiteY5547" fmla="*/ 838295 h 1647825"/>
                <a:gd name="connsiteX5548" fmla="*/ 1061752 w 1533525"/>
                <a:gd name="connsiteY5548" fmla="*/ 837724 h 1647825"/>
                <a:gd name="connsiteX5549" fmla="*/ 1061847 w 1533525"/>
                <a:gd name="connsiteY5549" fmla="*/ 837152 h 1647825"/>
                <a:gd name="connsiteX5550" fmla="*/ 1062133 w 1533525"/>
                <a:gd name="connsiteY5550" fmla="*/ 836676 h 1647825"/>
                <a:gd name="connsiteX5551" fmla="*/ 1062419 w 1533525"/>
                <a:gd name="connsiteY5551" fmla="*/ 837248 h 1647825"/>
                <a:gd name="connsiteX5552" fmla="*/ 1062609 w 1533525"/>
                <a:gd name="connsiteY5552" fmla="*/ 837914 h 1647825"/>
                <a:gd name="connsiteX5553" fmla="*/ 1062895 w 1533525"/>
                <a:gd name="connsiteY5553" fmla="*/ 838391 h 1647825"/>
                <a:gd name="connsiteX5554" fmla="*/ 1063371 w 1533525"/>
                <a:gd name="connsiteY5554" fmla="*/ 838581 h 1647825"/>
                <a:gd name="connsiteX5555" fmla="*/ 1063847 w 1533525"/>
                <a:gd name="connsiteY5555" fmla="*/ 838486 h 1647825"/>
                <a:gd name="connsiteX5556" fmla="*/ 1064705 w 1533525"/>
                <a:gd name="connsiteY5556" fmla="*/ 838010 h 1647825"/>
                <a:gd name="connsiteX5557" fmla="*/ 1065371 w 1533525"/>
                <a:gd name="connsiteY5557" fmla="*/ 837914 h 1647825"/>
                <a:gd name="connsiteX5558" fmla="*/ 1064895 w 1533525"/>
                <a:gd name="connsiteY5558" fmla="*/ 839438 h 1647825"/>
                <a:gd name="connsiteX5559" fmla="*/ 1064895 w 1533525"/>
                <a:gd name="connsiteY5559" fmla="*/ 841724 h 1647825"/>
                <a:gd name="connsiteX5560" fmla="*/ 1065371 w 1533525"/>
                <a:gd name="connsiteY5560" fmla="*/ 843439 h 1647825"/>
                <a:gd name="connsiteX5561" fmla="*/ 1066229 w 1533525"/>
                <a:gd name="connsiteY5561" fmla="*/ 843534 h 1647825"/>
                <a:gd name="connsiteX5562" fmla="*/ 1067086 w 1533525"/>
                <a:gd name="connsiteY5562" fmla="*/ 842867 h 1647825"/>
                <a:gd name="connsiteX5563" fmla="*/ 1067943 w 1533525"/>
                <a:gd name="connsiteY5563" fmla="*/ 842582 h 1647825"/>
                <a:gd name="connsiteX5564" fmla="*/ 1068705 w 1533525"/>
                <a:gd name="connsiteY5564" fmla="*/ 842105 h 1647825"/>
                <a:gd name="connsiteX5565" fmla="*/ 1069372 w 1533525"/>
                <a:gd name="connsiteY5565" fmla="*/ 840962 h 1647825"/>
                <a:gd name="connsiteX5566" fmla="*/ 1069562 w 1533525"/>
                <a:gd name="connsiteY5566" fmla="*/ 839915 h 1647825"/>
                <a:gd name="connsiteX5567" fmla="*/ 1069372 w 1533525"/>
                <a:gd name="connsiteY5567" fmla="*/ 839153 h 1647825"/>
                <a:gd name="connsiteX5568" fmla="*/ 1068610 w 1533525"/>
                <a:gd name="connsiteY5568" fmla="*/ 837533 h 1647825"/>
                <a:gd name="connsiteX5569" fmla="*/ 1068515 w 1533525"/>
                <a:gd name="connsiteY5569" fmla="*/ 836581 h 1647825"/>
                <a:gd name="connsiteX5570" fmla="*/ 1068610 w 1533525"/>
                <a:gd name="connsiteY5570" fmla="*/ 835533 h 1647825"/>
                <a:gd name="connsiteX5571" fmla="*/ 1068800 w 1533525"/>
                <a:gd name="connsiteY5571" fmla="*/ 834581 h 1647825"/>
                <a:gd name="connsiteX5572" fmla="*/ 1069372 w 1533525"/>
                <a:gd name="connsiteY5572" fmla="*/ 833533 h 1647825"/>
                <a:gd name="connsiteX5573" fmla="*/ 1069658 w 1533525"/>
                <a:gd name="connsiteY5573" fmla="*/ 832199 h 1647825"/>
                <a:gd name="connsiteX5574" fmla="*/ 1070039 w 1533525"/>
                <a:gd name="connsiteY5574" fmla="*/ 832009 h 1647825"/>
                <a:gd name="connsiteX5575" fmla="*/ 1070420 w 1533525"/>
                <a:gd name="connsiteY5575" fmla="*/ 832104 h 1647825"/>
                <a:gd name="connsiteX5576" fmla="*/ 1070705 w 1533525"/>
                <a:gd name="connsiteY5576" fmla="*/ 832009 h 1647825"/>
                <a:gd name="connsiteX5577" fmla="*/ 1070801 w 1533525"/>
                <a:gd name="connsiteY5577" fmla="*/ 831247 h 1647825"/>
                <a:gd name="connsiteX5578" fmla="*/ 1070610 w 1533525"/>
                <a:gd name="connsiteY5578" fmla="*/ 830199 h 1647825"/>
                <a:gd name="connsiteX5579" fmla="*/ 1069848 w 1533525"/>
                <a:gd name="connsiteY5579" fmla="*/ 828199 h 1647825"/>
                <a:gd name="connsiteX5580" fmla="*/ 1069753 w 1533525"/>
                <a:gd name="connsiteY5580" fmla="*/ 827151 h 1647825"/>
                <a:gd name="connsiteX5581" fmla="*/ 1070134 w 1533525"/>
                <a:gd name="connsiteY5581" fmla="*/ 826008 h 1647825"/>
                <a:gd name="connsiteX5582" fmla="*/ 1070705 w 1533525"/>
                <a:gd name="connsiteY5582" fmla="*/ 825341 h 1647825"/>
                <a:gd name="connsiteX5583" fmla="*/ 1071086 w 1533525"/>
                <a:gd name="connsiteY5583" fmla="*/ 824675 h 1647825"/>
                <a:gd name="connsiteX5584" fmla="*/ 1070896 w 1533525"/>
                <a:gd name="connsiteY5584" fmla="*/ 823627 h 1647825"/>
                <a:gd name="connsiteX5585" fmla="*/ 1071944 w 1533525"/>
                <a:gd name="connsiteY5585" fmla="*/ 824484 h 1647825"/>
                <a:gd name="connsiteX5586" fmla="*/ 1071944 w 1533525"/>
                <a:gd name="connsiteY5586" fmla="*/ 825627 h 1647825"/>
                <a:gd name="connsiteX5587" fmla="*/ 1070896 w 1533525"/>
                <a:gd name="connsiteY5587" fmla="*/ 827818 h 1647825"/>
                <a:gd name="connsiteX5588" fmla="*/ 1071944 w 1533525"/>
                <a:gd name="connsiteY5588" fmla="*/ 829247 h 1647825"/>
                <a:gd name="connsiteX5589" fmla="*/ 1072706 w 1533525"/>
                <a:gd name="connsiteY5589" fmla="*/ 830771 h 1647825"/>
                <a:gd name="connsiteX5590" fmla="*/ 1072801 w 1533525"/>
                <a:gd name="connsiteY5590" fmla="*/ 832390 h 1647825"/>
                <a:gd name="connsiteX5591" fmla="*/ 1071753 w 1533525"/>
                <a:gd name="connsiteY5591" fmla="*/ 834200 h 1647825"/>
                <a:gd name="connsiteX5592" fmla="*/ 1071372 w 1533525"/>
                <a:gd name="connsiteY5592" fmla="*/ 835438 h 1647825"/>
                <a:gd name="connsiteX5593" fmla="*/ 1071658 w 1533525"/>
                <a:gd name="connsiteY5593" fmla="*/ 837057 h 1647825"/>
                <a:gd name="connsiteX5594" fmla="*/ 1072706 w 1533525"/>
                <a:gd name="connsiteY5594" fmla="*/ 840105 h 1647825"/>
                <a:gd name="connsiteX5595" fmla="*/ 1072325 w 1533525"/>
                <a:gd name="connsiteY5595" fmla="*/ 840581 h 1647825"/>
                <a:gd name="connsiteX5596" fmla="*/ 1072134 w 1533525"/>
                <a:gd name="connsiteY5596" fmla="*/ 841153 h 1647825"/>
                <a:gd name="connsiteX5597" fmla="*/ 1072039 w 1533525"/>
                <a:gd name="connsiteY5597" fmla="*/ 841915 h 1647825"/>
                <a:gd name="connsiteX5598" fmla="*/ 1072039 w 1533525"/>
                <a:gd name="connsiteY5598" fmla="*/ 842677 h 1647825"/>
                <a:gd name="connsiteX5599" fmla="*/ 1071944 w 1533525"/>
                <a:gd name="connsiteY5599" fmla="*/ 843344 h 1647825"/>
                <a:gd name="connsiteX5600" fmla="*/ 1071658 w 1533525"/>
                <a:gd name="connsiteY5600" fmla="*/ 843725 h 1647825"/>
                <a:gd name="connsiteX5601" fmla="*/ 1071277 w 1533525"/>
                <a:gd name="connsiteY5601" fmla="*/ 844010 h 1647825"/>
                <a:gd name="connsiteX5602" fmla="*/ 1070896 w 1533525"/>
                <a:gd name="connsiteY5602" fmla="*/ 844391 h 1647825"/>
                <a:gd name="connsiteX5603" fmla="*/ 1070515 w 1533525"/>
                <a:gd name="connsiteY5603" fmla="*/ 845820 h 1647825"/>
                <a:gd name="connsiteX5604" fmla="*/ 1070801 w 1533525"/>
                <a:gd name="connsiteY5604" fmla="*/ 847058 h 1647825"/>
                <a:gd name="connsiteX5605" fmla="*/ 1071848 w 1533525"/>
                <a:gd name="connsiteY5605" fmla="*/ 847630 h 1647825"/>
                <a:gd name="connsiteX5606" fmla="*/ 1073468 w 1533525"/>
                <a:gd name="connsiteY5606" fmla="*/ 847058 h 1647825"/>
                <a:gd name="connsiteX5607" fmla="*/ 1072991 w 1533525"/>
                <a:gd name="connsiteY5607" fmla="*/ 846582 h 1647825"/>
                <a:gd name="connsiteX5608" fmla="*/ 1072706 w 1533525"/>
                <a:gd name="connsiteY5608" fmla="*/ 846011 h 1647825"/>
                <a:gd name="connsiteX5609" fmla="*/ 1072706 w 1533525"/>
                <a:gd name="connsiteY5609" fmla="*/ 845344 h 1647825"/>
                <a:gd name="connsiteX5610" fmla="*/ 1072991 w 1533525"/>
                <a:gd name="connsiteY5610" fmla="*/ 844772 h 1647825"/>
                <a:gd name="connsiteX5611" fmla="*/ 1073468 w 1533525"/>
                <a:gd name="connsiteY5611" fmla="*/ 845534 h 1647825"/>
                <a:gd name="connsiteX5612" fmla="*/ 1074230 w 1533525"/>
                <a:gd name="connsiteY5612" fmla="*/ 845915 h 1647825"/>
                <a:gd name="connsiteX5613" fmla="*/ 1074896 w 1533525"/>
                <a:gd name="connsiteY5613" fmla="*/ 845820 h 1647825"/>
                <a:gd name="connsiteX5614" fmla="*/ 1075182 w 1533525"/>
                <a:gd name="connsiteY5614" fmla="*/ 845058 h 1647825"/>
                <a:gd name="connsiteX5615" fmla="*/ 1075182 w 1533525"/>
                <a:gd name="connsiteY5615" fmla="*/ 842105 h 1647825"/>
                <a:gd name="connsiteX5616" fmla="*/ 1076039 w 1533525"/>
                <a:gd name="connsiteY5616" fmla="*/ 842772 h 1647825"/>
                <a:gd name="connsiteX5617" fmla="*/ 1076230 w 1533525"/>
                <a:gd name="connsiteY5617" fmla="*/ 841343 h 1647825"/>
                <a:gd name="connsiteX5618" fmla="*/ 1075849 w 1533525"/>
                <a:gd name="connsiteY5618" fmla="*/ 837533 h 1647825"/>
                <a:gd name="connsiteX5619" fmla="*/ 1076230 w 1533525"/>
                <a:gd name="connsiteY5619" fmla="*/ 837533 h 1647825"/>
                <a:gd name="connsiteX5620" fmla="*/ 1076992 w 1533525"/>
                <a:gd name="connsiteY5620" fmla="*/ 838010 h 1647825"/>
                <a:gd name="connsiteX5621" fmla="*/ 1077563 w 1533525"/>
                <a:gd name="connsiteY5621" fmla="*/ 837248 h 1647825"/>
                <a:gd name="connsiteX5622" fmla="*/ 1077944 w 1533525"/>
                <a:gd name="connsiteY5622" fmla="*/ 836009 h 1647825"/>
                <a:gd name="connsiteX5623" fmla="*/ 1078040 w 1533525"/>
                <a:gd name="connsiteY5623" fmla="*/ 834962 h 1647825"/>
                <a:gd name="connsiteX5624" fmla="*/ 1077563 w 1533525"/>
                <a:gd name="connsiteY5624" fmla="*/ 833342 h 1647825"/>
                <a:gd name="connsiteX5625" fmla="*/ 1076516 w 1533525"/>
                <a:gd name="connsiteY5625" fmla="*/ 833342 h 1647825"/>
                <a:gd name="connsiteX5626" fmla="*/ 1075277 w 1533525"/>
                <a:gd name="connsiteY5626" fmla="*/ 833914 h 1647825"/>
                <a:gd name="connsiteX5627" fmla="*/ 1074420 w 1533525"/>
                <a:gd name="connsiteY5627" fmla="*/ 834009 h 1647825"/>
                <a:gd name="connsiteX5628" fmla="*/ 1074420 w 1533525"/>
                <a:gd name="connsiteY5628" fmla="*/ 833723 h 1647825"/>
                <a:gd name="connsiteX5629" fmla="*/ 1074420 w 1533525"/>
                <a:gd name="connsiteY5629" fmla="*/ 830294 h 1647825"/>
                <a:gd name="connsiteX5630" fmla="*/ 1074515 w 1533525"/>
                <a:gd name="connsiteY5630" fmla="*/ 829247 h 1647825"/>
                <a:gd name="connsiteX5631" fmla="*/ 1076135 w 1533525"/>
                <a:gd name="connsiteY5631" fmla="*/ 824770 h 1647825"/>
                <a:gd name="connsiteX5632" fmla="*/ 1076230 w 1533525"/>
                <a:gd name="connsiteY5632" fmla="*/ 823722 h 1647825"/>
                <a:gd name="connsiteX5633" fmla="*/ 1076135 w 1533525"/>
                <a:gd name="connsiteY5633" fmla="*/ 821246 h 1647825"/>
                <a:gd name="connsiteX5634" fmla="*/ 1076325 w 1533525"/>
                <a:gd name="connsiteY5634" fmla="*/ 820293 h 1647825"/>
                <a:gd name="connsiteX5635" fmla="*/ 1077278 w 1533525"/>
                <a:gd name="connsiteY5635" fmla="*/ 818960 h 1647825"/>
                <a:gd name="connsiteX5636" fmla="*/ 1077563 w 1533525"/>
                <a:gd name="connsiteY5636" fmla="*/ 817912 h 1647825"/>
                <a:gd name="connsiteX5637" fmla="*/ 1077563 w 1533525"/>
                <a:gd name="connsiteY5637" fmla="*/ 817245 h 1647825"/>
                <a:gd name="connsiteX5638" fmla="*/ 1077278 w 1533525"/>
                <a:gd name="connsiteY5638" fmla="*/ 816197 h 1647825"/>
                <a:gd name="connsiteX5639" fmla="*/ 1077182 w 1533525"/>
                <a:gd name="connsiteY5639" fmla="*/ 814769 h 1647825"/>
                <a:gd name="connsiteX5640" fmla="*/ 1077182 w 1533525"/>
                <a:gd name="connsiteY5640" fmla="*/ 814388 h 1647825"/>
                <a:gd name="connsiteX5641" fmla="*/ 1077373 w 1533525"/>
                <a:gd name="connsiteY5641" fmla="*/ 814007 h 1647825"/>
                <a:gd name="connsiteX5642" fmla="*/ 1077849 w 1533525"/>
                <a:gd name="connsiteY5642" fmla="*/ 813435 h 1647825"/>
                <a:gd name="connsiteX5643" fmla="*/ 1078040 w 1533525"/>
                <a:gd name="connsiteY5643" fmla="*/ 812387 h 1647825"/>
                <a:gd name="connsiteX5644" fmla="*/ 1078516 w 1533525"/>
                <a:gd name="connsiteY5644" fmla="*/ 811435 h 1647825"/>
                <a:gd name="connsiteX5645" fmla="*/ 1078611 w 1533525"/>
                <a:gd name="connsiteY5645" fmla="*/ 811149 h 1647825"/>
                <a:gd name="connsiteX5646" fmla="*/ 1078802 w 1533525"/>
                <a:gd name="connsiteY5646" fmla="*/ 811054 h 1647825"/>
                <a:gd name="connsiteX5647" fmla="*/ 1079087 w 1533525"/>
                <a:gd name="connsiteY5647" fmla="*/ 810292 h 1647825"/>
                <a:gd name="connsiteX5648" fmla="*/ 1079373 w 1533525"/>
                <a:gd name="connsiteY5648" fmla="*/ 809435 h 1647825"/>
                <a:gd name="connsiteX5649" fmla="*/ 1079278 w 1533525"/>
                <a:gd name="connsiteY5649" fmla="*/ 809054 h 1647825"/>
                <a:gd name="connsiteX5650" fmla="*/ 1080326 w 1533525"/>
                <a:gd name="connsiteY5650" fmla="*/ 809054 h 1647825"/>
                <a:gd name="connsiteX5651" fmla="*/ 1080516 w 1533525"/>
                <a:gd name="connsiteY5651" fmla="*/ 810197 h 1647825"/>
                <a:gd name="connsiteX5652" fmla="*/ 1080040 w 1533525"/>
                <a:gd name="connsiteY5652" fmla="*/ 811530 h 1647825"/>
                <a:gd name="connsiteX5653" fmla="*/ 1079183 w 1533525"/>
                <a:gd name="connsiteY5653" fmla="*/ 812102 h 1647825"/>
                <a:gd name="connsiteX5654" fmla="*/ 1078230 w 1533525"/>
                <a:gd name="connsiteY5654" fmla="*/ 814483 h 1647825"/>
                <a:gd name="connsiteX5655" fmla="*/ 1078230 w 1533525"/>
                <a:gd name="connsiteY5655" fmla="*/ 815150 h 1647825"/>
                <a:gd name="connsiteX5656" fmla="*/ 1078516 w 1533525"/>
                <a:gd name="connsiteY5656" fmla="*/ 816388 h 1647825"/>
                <a:gd name="connsiteX5657" fmla="*/ 1078706 w 1533525"/>
                <a:gd name="connsiteY5657" fmla="*/ 818007 h 1647825"/>
                <a:gd name="connsiteX5658" fmla="*/ 1078897 w 1533525"/>
                <a:gd name="connsiteY5658" fmla="*/ 818769 h 1647825"/>
                <a:gd name="connsiteX5659" fmla="*/ 1078897 w 1533525"/>
                <a:gd name="connsiteY5659" fmla="*/ 819531 h 1647825"/>
                <a:gd name="connsiteX5660" fmla="*/ 1078516 w 1533525"/>
                <a:gd name="connsiteY5660" fmla="*/ 820579 h 1647825"/>
                <a:gd name="connsiteX5661" fmla="*/ 1077754 w 1533525"/>
                <a:gd name="connsiteY5661" fmla="*/ 821722 h 1647825"/>
                <a:gd name="connsiteX5662" fmla="*/ 1077563 w 1533525"/>
                <a:gd name="connsiteY5662" fmla="*/ 822293 h 1647825"/>
                <a:gd name="connsiteX5663" fmla="*/ 1077468 w 1533525"/>
                <a:gd name="connsiteY5663" fmla="*/ 823151 h 1647825"/>
                <a:gd name="connsiteX5664" fmla="*/ 1077754 w 1533525"/>
                <a:gd name="connsiteY5664" fmla="*/ 823722 h 1647825"/>
                <a:gd name="connsiteX5665" fmla="*/ 1078325 w 1533525"/>
                <a:gd name="connsiteY5665" fmla="*/ 824008 h 1647825"/>
                <a:gd name="connsiteX5666" fmla="*/ 1079087 w 1533525"/>
                <a:gd name="connsiteY5666" fmla="*/ 824008 h 1647825"/>
                <a:gd name="connsiteX5667" fmla="*/ 1079659 w 1533525"/>
                <a:gd name="connsiteY5667" fmla="*/ 823817 h 1647825"/>
                <a:gd name="connsiteX5668" fmla="*/ 1080326 w 1533525"/>
                <a:gd name="connsiteY5668" fmla="*/ 824294 h 1647825"/>
                <a:gd name="connsiteX5669" fmla="*/ 1080897 w 1533525"/>
                <a:gd name="connsiteY5669" fmla="*/ 823722 h 1647825"/>
                <a:gd name="connsiteX5670" fmla="*/ 1081373 w 1533525"/>
                <a:gd name="connsiteY5670" fmla="*/ 822770 h 1647825"/>
                <a:gd name="connsiteX5671" fmla="*/ 1081564 w 1533525"/>
                <a:gd name="connsiteY5671" fmla="*/ 822008 h 1647825"/>
                <a:gd name="connsiteX5672" fmla="*/ 1082707 w 1533525"/>
                <a:gd name="connsiteY5672" fmla="*/ 819912 h 1647825"/>
                <a:gd name="connsiteX5673" fmla="*/ 1083088 w 1533525"/>
                <a:gd name="connsiteY5673" fmla="*/ 818579 h 1647825"/>
                <a:gd name="connsiteX5674" fmla="*/ 1082421 w 1533525"/>
                <a:gd name="connsiteY5674" fmla="*/ 818007 h 1647825"/>
                <a:gd name="connsiteX5675" fmla="*/ 1081469 w 1533525"/>
                <a:gd name="connsiteY5675" fmla="*/ 817721 h 1647825"/>
                <a:gd name="connsiteX5676" fmla="*/ 1081088 w 1533525"/>
                <a:gd name="connsiteY5676" fmla="*/ 816959 h 1647825"/>
                <a:gd name="connsiteX5677" fmla="*/ 1081183 w 1533525"/>
                <a:gd name="connsiteY5677" fmla="*/ 816102 h 1647825"/>
                <a:gd name="connsiteX5678" fmla="*/ 1081564 w 1533525"/>
                <a:gd name="connsiteY5678" fmla="*/ 815245 h 1647825"/>
                <a:gd name="connsiteX5679" fmla="*/ 1082135 w 1533525"/>
                <a:gd name="connsiteY5679" fmla="*/ 814483 h 1647825"/>
                <a:gd name="connsiteX5680" fmla="*/ 1082897 w 1533525"/>
                <a:gd name="connsiteY5680" fmla="*/ 813816 h 1647825"/>
                <a:gd name="connsiteX5681" fmla="*/ 1083850 w 1533525"/>
                <a:gd name="connsiteY5681" fmla="*/ 813340 h 1647825"/>
                <a:gd name="connsiteX5682" fmla="*/ 1084898 w 1533525"/>
                <a:gd name="connsiteY5682" fmla="*/ 813245 h 1647825"/>
                <a:gd name="connsiteX5683" fmla="*/ 1083183 w 1533525"/>
                <a:gd name="connsiteY5683" fmla="*/ 814769 h 1647825"/>
                <a:gd name="connsiteX5684" fmla="*/ 1082421 w 1533525"/>
                <a:gd name="connsiteY5684" fmla="*/ 815721 h 1647825"/>
                <a:gd name="connsiteX5685" fmla="*/ 1082040 w 1533525"/>
                <a:gd name="connsiteY5685" fmla="*/ 816578 h 1647825"/>
                <a:gd name="connsiteX5686" fmla="*/ 1082516 w 1533525"/>
                <a:gd name="connsiteY5686" fmla="*/ 817340 h 1647825"/>
                <a:gd name="connsiteX5687" fmla="*/ 1084517 w 1533525"/>
                <a:gd name="connsiteY5687" fmla="*/ 818483 h 1647825"/>
                <a:gd name="connsiteX5688" fmla="*/ 1084993 w 1533525"/>
                <a:gd name="connsiteY5688" fmla="*/ 819626 h 1647825"/>
                <a:gd name="connsiteX5689" fmla="*/ 1084707 w 1533525"/>
                <a:gd name="connsiteY5689" fmla="*/ 820674 h 1647825"/>
                <a:gd name="connsiteX5690" fmla="*/ 1084136 w 1533525"/>
                <a:gd name="connsiteY5690" fmla="*/ 821341 h 1647825"/>
                <a:gd name="connsiteX5691" fmla="*/ 1083374 w 1533525"/>
                <a:gd name="connsiteY5691" fmla="*/ 821912 h 1647825"/>
                <a:gd name="connsiteX5692" fmla="*/ 1082802 w 1533525"/>
                <a:gd name="connsiteY5692" fmla="*/ 822579 h 1647825"/>
                <a:gd name="connsiteX5693" fmla="*/ 1082516 w 1533525"/>
                <a:gd name="connsiteY5693" fmla="*/ 823341 h 1647825"/>
                <a:gd name="connsiteX5694" fmla="*/ 1082421 w 1533525"/>
                <a:gd name="connsiteY5694" fmla="*/ 826389 h 1647825"/>
                <a:gd name="connsiteX5695" fmla="*/ 1081373 w 1533525"/>
                <a:gd name="connsiteY5695" fmla="*/ 829628 h 1647825"/>
                <a:gd name="connsiteX5696" fmla="*/ 1081564 w 1533525"/>
                <a:gd name="connsiteY5696" fmla="*/ 830390 h 1647825"/>
                <a:gd name="connsiteX5697" fmla="*/ 1081850 w 1533525"/>
                <a:gd name="connsiteY5697" fmla="*/ 831247 h 1647825"/>
                <a:gd name="connsiteX5698" fmla="*/ 1080897 w 1533525"/>
                <a:gd name="connsiteY5698" fmla="*/ 837629 h 1647825"/>
                <a:gd name="connsiteX5699" fmla="*/ 1081088 w 1533525"/>
                <a:gd name="connsiteY5699" fmla="*/ 838676 h 1647825"/>
                <a:gd name="connsiteX5700" fmla="*/ 1082897 w 1533525"/>
                <a:gd name="connsiteY5700" fmla="*/ 842582 h 1647825"/>
                <a:gd name="connsiteX5701" fmla="*/ 1082135 w 1533525"/>
                <a:gd name="connsiteY5701" fmla="*/ 844296 h 1647825"/>
                <a:gd name="connsiteX5702" fmla="*/ 1083183 w 1533525"/>
                <a:gd name="connsiteY5702" fmla="*/ 845344 h 1647825"/>
                <a:gd name="connsiteX5703" fmla="*/ 1084993 w 1533525"/>
                <a:gd name="connsiteY5703" fmla="*/ 845534 h 1647825"/>
                <a:gd name="connsiteX5704" fmla="*/ 1086517 w 1533525"/>
                <a:gd name="connsiteY5704" fmla="*/ 844868 h 1647825"/>
                <a:gd name="connsiteX5705" fmla="*/ 1086803 w 1533525"/>
                <a:gd name="connsiteY5705" fmla="*/ 843915 h 1647825"/>
                <a:gd name="connsiteX5706" fmla="*/ 1086517 w 1533525"/>
                <a:gd name="connsiteY5706" fmla="*/ 843058 h 1647825"/>
                <a:gd name="connsiteX5707" fmla="*/ 1086041 w 1533525"/>
                <a:gd name="connsiteY5707" fmla="*/ 842201 h 1647825"/>
                <a:gd name="connsiteX5708" fmla="*/ 1085755 w 1533525"/>
                <a:gd name="connsiteY5708" fmla="*/ 841153 h 1647825"/>
                <a:gd name="connsiteX5709" fmla="*/ 1085755 w 1533525"/>
                <a:gd name="connsiteY5709" fmla="*/ 840581 h 1647825"/>
                <a:gd name="connsiteX5710" fmla="*/ 1085850 w 1533525"/>
                <a:gd name="connsiteY5710" fmla="*/ 840105 h 1647825"/>
                <a:gd name="connsiteX5711" fmla="*/ 1086136 w 1533525"/>
                <a:gd name="connsiteY5711" fmla="*/ 839819 h 1647825"/>
                <a:gd name="connsiteX5712" fmla="*/ 1086707 w 1533525"/>
                <a:gd name="connsiteY5712" fmla="*/ 839724 h 1647825"/>
                <a:gd name="connsiteX5713" fmla="*/ 1086993 w 1533525"/>
                <a:gd name="connsiteY5713" fmla="*/ 839534 h 1647825"/>
                <a:gd name="connsiteX5714" fmla="*/ 1087184 w 1533525"/>
                <a:gd name="connsiteY5714" fmla="*/ 838962 h 1647825"/>
                <a:gd name="connsiteX5715" fmla="*/ 1087469 w 1533525"/>
                <a:gd name="connsiteY5715" fmla="*/ 837819 h 1647825"/>
                <a:gd name="connsiteX5716" fmla="*/ 1087755 w 1533525"/>
                <a:gd name="connsiteY5716" fmla="*/ 838772 h 1647825"/>
                <a:gd name="connsiteX5717" fmla="*/ 1087850 w 1533525"/>
                <a:gd name="connsiteY5717" fmla="*/ 839248 h 1647825"/>
                <a:gd name="connsiteX5718" fmla="*/ 1087850 w 1533525"/>
                <a:gd name="connsiteY5718" fmla="*/ 839724 h 1647825"/>
                <a:gd name="connsiteX5719" fmla="*/ 1087660 w 1533525"/>
                <a:gd name="connsiteY5719" fmla="*/ 839915 h 1647825"/>
                <a:gd name="connsiteX5720" fmla="*/ 1086803 w 1533525"/>
                <a:gd name="connsiteY5720" fmla="*/ 840677 h 1647825"/>
                <a:gd name="connsiteX5721" fmla="*/ 1087184 w 1533525"/>
                <a:gd name="connsiteY5721" fmla="*/ 841629 h 1647825"/>
                <a:gd name="connsiteX5722" fmla="*/ 1088136 w 1533525"/>
                <a:gd name="connsiteY5722" fmla="*/ 841915 h 1647825"/>
                <a:gd name="connsiteX5723" fmla="*/ 1089184 w 1533525"/>
                <a:gd name="connsiteY5723" fmla="*/ 841629 h 1647825"/>
                <a:gd name="connsiteX5724" fmla="*/ 1089946 w 1533525"/>
                <a:gd name="connsiteY5724" fmla="*/ 840867 h 1647825"/>
                <a:gd name="connsiteX5725" fmla="*/ 1090041 w 1533525"/>
                <a:gd name="connsiteY5725" fmla="*/ 840010 h 1647825"/>
                <a:gd name="connsiteX5726" fmla="*/ 1089184 w 1533525"/>
                <a:gd name="connsiteY5726" fmla="*/ 838200 h 1647825"/>
                <a:gd name="connsiteX5727" fmla="*/ 1088898 w 1533525"/>
                <a:gd name="connsiteY5727" fmla="*/ 837152 h 1647825"/>
                <a:gd name="connsiteX5728" fmla="*/ 1089089 w 1533525"/>
                <a:gd name="connsiteY5728" fmla="*/ 836295 h 1647825"/>
                <a:gd name="connsiteX5729" fmla="*/ 1089851 w 1533525"/>
                <a:gd name="connsiteY5729" fmla="*/ 834485 h 1647825"/>
                <a:gd name="connsiteX5730" fmla="*/ 1090041 w 1533525"/>
                <a:gd name="connsiteY5730" fmla="*/ 833438 h 1647825"/>
                <a:gd name="connsiteX5731" fmla="*/ 1090422 w 1533525"/>
                <a:gd name="connsiteY5731" fmla="*/ 833438 h 1647825"/>
                <a:gd name="connsiteX5732" fmla="*/ 1090708 w 1533525"/>
                <a:gd name="connsiteY5732" fmla="*/ 834485 h 1647825"/>
                <a:gd name="connsiteX5733" fmla="*/ 1091184 w 1533525"/>
                <a:gd name="connsiteY5733" fmla="*/ 838867 h 1647825"/>
                <a:gd name="connsiteX5734" fmla="*/ 1091470 w 1533525"/>
                <a:gd name="connsiteY5734" fmla="*/ 839438 h 1647825"/>
                <a:gd name="connsiteX5735" fmla="*/ 1091756 w 1533525"/>
                <a:gd name="connsiteY5735" fmla="*/ 839915 h 1647825"/>
                <a:gd name="connsiteX5736" fmla="*/ 1092041 w 1533525"/>
                <a:gd name="connsiteY5736" fmla="*/ 840105 h 1647825"/>
                <a:gd name="connsiteX5737" fmla="*/ 1093946 w 1533525"/>
                <a:gd name="connsiteY5737" fmla="*/ 840486 h 1647825"/>
                <a:gd name="connsiteX5738" fmla="*/ 1096137 w 1533525"/>
                <a:gd name="connsiteY5738" fmla="*/ 842105 h 1647825"/>
                <a:gd name="connsiteX5739" fmla="*/ 1097471 w 1533525"/>
                <a:gd name="connsiteY5739" fmla="*/ 842772 h 1647825"/>
                <a:gd name="connsiteX5740" fmla="*/ 1098518 w 1533525"/>
                <a:gd name="connsiteY5740" fmla="*/ 842582 h 1647825"/>
                <a:gd name="connsiteX5741" fmla="*/ 1098614 w 1533525"/>
                <a:gd name="connsiteY5741" fmla="*/ 842296 h 1647825"/>
                <a:gd name="connsiteX5742" fmla="*/ 1098899 w 1533525"/>
                <a:gd name="connsiteY5742" fmla="*/ 841534 h 1647825"/>
                <a:gd name="connsiteX5743" fmla="*/ 1099185 w 1533525"/>
                <a:gd name="connsiteY5743" fmla="*/ 841058 h 1647825"/>
                <a:gd name="connsiteX5744" fmla="*/ 1099376 w 1533525"/>
                <a:gd name="connsiteY5744" fmla="*/ 841439 h 1647825"/>
                <a:gd name="connsiteX5745" fmla="*/ 1099471 w 1533525"/>
                <a:gd name="connsiteY5745" fmla="*/ 841820 h 1647825"/>
                <a:gd name="connsiteX5746" fmla="*/ 1099757 w 1533525"/>
                <a:gd name="connsiteY5746" fmla="*/ 842201 h 1647825"/>
                <a:gd name="connsiteX5747" fmla="*/ 1100233 w 1533525"/>
                <a:gd name="connsiteY5747" fmla="*/ 842391 h 1647825"/>
                <a:gd name="connsiteX5748" fmla="*/ 1100804 w 1533525"/>
                <a:gd name="connsiteY5748" fmla="*/ 842391 h 1647825"/>
                <a:gd name="connsiteX5749" fmla="*/ 1101757 w 1533525"/>
                <a:gd name="connsiteY5749" fmla="*/ 841915 h 1647825"/>
                <a:gd name="connsiteX5750" fmla="*/ 1102043 w 1533525"/>
                <a:gd name="connsiteY5750" fmla="*/ 840962 h 1647825"/>
                <a:gd name="connsiteX5751" fmla="*/ 1101852 w 1533525"/>
                <a:gd name="connsiteY5751" fmla="*/ 838676 h 1647825"/>
                <a:gd name="connsiteX5752" fmla="*/ 1101757 w 1533525"/>
                <a:gd name="connsiteY5752" fmla="*/ 838486 h 1647825"/>
                <a:gd name="connsiteX5753" fmla="*/ 1100995 w 1533525"/>
                <a:gd name="connsiteY5753" fmla="*/ 836771 h 1647825"/>
                <a:gd name="connsiteX5754" fmla="*/ 1099947 w 1533525"/>
                <a:gd name="connsiteY5754" fmla="*/ 835724 h 1647825"/>
                <a:gd name="connsiteX5755" fmla="*/ 1099757 w 1533525"/>
                <a:gd name="connsiteY5755" fmla="*/ 835438 h 1647825"/>
                <a:gd name="connsiteX5756" fmla="*/ 1099090 w 1533525"/>
                <a:gd name="connsiteY5756" fmla="*/ 833342 h 1647825"/>
                <a:gd name="connsiteX5757" fmla="*/ 1098328 w 1533525"/>
                <a:gd name="connsiteY5757" fmla="*/ 828675 h 1647825"/>
                <a:gd name="connsiteX5758" fmla="*/ 1097280 w 1533525"/>
                <a:gd name="connsiteY5758" fmla="*/ 826961 h 1647825"/>
                <a:gd name="connsiteX5759" fmla="*/ 1095851 w 1533525"/>
                <a:gd name="connsiteY5759" fmla="*/ 825818 h 1647825"/>
                <a:gd name="connsiteX5760" fmla="*/ 1094994 w 1533525"/>
                <a:gd name="connsiteY5760" fmla="*/ 825341 h 1647825"/>
                <a:gd name="connsiteX5761" fmla="*/ 1094232 w 1533525"/>
                <a:gd name="connsiteY5761" fmla="*/ 825151 h 1647825"/>
                <a:gd name="connsiteX5762" fmla="*/ 1093470 w 1533525"/>
                <a:gd name="connsiteY5762" fmla="*/ 824675 h 1647825"/>
                <a:gd name="connsiteX5763" fmla="*/ 1092803 w 1533525"/>
                <a:gd name="connsiteY5763" fmla="*/ 823532 h 1647825"/>
                <a:gd name="connsiteX5764" fmla="*/ 1092518 w 1533525"/>
                <a:gd name="connsiteY5764" fmla="*/ 822198 h 1647825"/>
                <a:gd name="connsiteX5765" fmla="*/ 1092994 w 1533525"/>
                <a:gd name="connsiteY5765" fmla="*/ 821246 h 1647825"/>
                <a:gd name="connsiteX5766" fmla="*/ 1093756 w 1533525"/>
                <a:gd name="connsiteY5766" fmla="*/ 821246 h 1647825"/>
                <a:gd name="connsiteX5767" fmla="*/ 1094042 w 1533525"/>
                <a:gd name="connsiteY5767" fmla="*/ 822198 h 1647825"/>
                <a:gd name="connsiteX5768" fmla="*/ 1094232 w 1533525"/>
                <a:gd name="connsiteY5768" fmla="*/ 823341 h 1647825"/>
                <a:gd name="connsiteX5769" fmla="*/ 1094613 w 1533525"/>
                <a:gd name="connsiteY5769" fmla="*/ 823913 h 1647825"/>
                <a:gd name="connsiteX5770" fmla="*/ 1095470 w 1533525"/>
                <a:gd name="connsiteY5770" fmla="*/ 824198 h 1647825"/>
                <a:gd name="connsiteX5771" fmla="*/ 1097185 w 1533525"/>
                <a:gd name="connsiteY5771" fmla="*/ 825437 h 1647825"/>
                <a:gd name="connsiteX5772" fmla="*/ 1098042 w 1533525"/>
                <a:gd name="connsiteY5772" fmla="*/ 825913 h 1647825"/>
                <a:gd name="connsiteX5773" fmla="*/ 1097947 w 1533525"/>
                <a:gd name="connsiteY5773" fmla="*/ 825056 h 1647825"/>
                <a:gd name="connsiteX5774" fmla="*/ 1098233 w 1533525"/>
                <a:gd name="connsiteY5774" fmla="*/ 824579 h 1647825"/>
                <a:gd name="connsiteX5775" fmla="*/ 1098804 w 1533525"/>
                <a:gd name="connsiteY5775" fmla="*/ 824484 h 1647825"/>
                <a:gd name="connsiteX5776" fmla="*/ 1099566 w 1533525"/>
                <a:gd name="connsiteY5776" fmla="*/ 824865 h 1647825"/>
                <a:gd name="connsiteX5777" fmla="*/ 1100804 w 1533525"/>
                <a:gd name="connsiteY5777" fmla="*/ 824103 h 1647825"/>
                <a:gd name="connsiteX5778" fmla="*/ 1101090 w 1533525"/>
                <a:gd name="connsiteY5778" fmla="*/ 822484 h 1647825"/>
                <a:gd name="connsiteX5779" fmla="*/ 1100614 w 1533525"/>
                <a:gd name="connsiteY5779" fmla="*/ 818864 h 1647825"/>
                <a:gd name="connsiteX5780" fmla="*/ 1100423 w 1533525"/>
                <a:gd name="connsiteY5780" fmla="*/ 818198 h 1647825"/>
                <a:gd name="connsiteX5781" fmla="*/ 1099661 w 1533525"/>
                <a:gd name="connsiteY5781" fmla="*/ 816769 h 1647825"/>
                <a:gd name="connsiteX5782" fmla="*/ 1099471 w 1533525"/>
                <a:gd name="connsiteY5782" fmla="*/ 815816 h 1647825"/>
                <a:gd name="connsiteX5783" fmla="*/ 1099661 w 1533525"/>
                <a:gd name="connsiteY5783" fmla="*/ 814959 h 1647825"/>
                <a:gd name="connsiteX5784" fmla="*/ 1099947 w 1533525"/>
                <a:gd name="connsiteY5784" fmla="*/ 814292 h 1647825"/>
                <a:gd name="connsiteX5785" fmla="*/ 1100138 w 1533525"/>
                <a:gd name="connsiteY5785" fmla="*/ 813626 h 1647825"/>
                <a:gd name="connsiteX5786" fmla="*/ 1099852 w 1533525"/>
                <a:gd name="connsiteY5786" fmla="*/ 812768 h 1647825"/>
                <a:gd name="connsiteX5787" fmla="*/ 1100709 w 1533525"/>
                <a:gd name="connsiteY5787" fmla="*/ 813149 h 1647825"/>
                <a:gd name="connsiteX5788" fmla="*/ 1100709 w 1533525"/>
                <a:gd name="connsiteY5788" fmla="*/ 813149 h 1647825"/>
                <a:gd name="connsiteX5789" fmla="*/ 1100709 w 1533525"/>
                <a:gd name="connsiteY5789" fmla="*/ 813149 h 1647825"/>
                <a:gd name="connsiteX5790" fmla="*/ 1100709 w 1533525"/>
                <a:gd name="connsiteY5790" fmla="*/ 813149 h 1647825"/>
                <a:gd name="connsiteX5791" fmla="*/ 1101662 w 1533525"/>
                <a:gd name="connsiteY5791" fmla="*/ 812006 h 1647825"/>
                <a:gd name="connsiteX5792" fmla="*/ 1101566 w 1533525"/>
                <a:gd name="connsiteY5792" fmla="*/ 810673 h 1647825"/>
                <a:gd name="connsiteX5793" fmla="*/ 1101281 w 1533525"/>
                <a:gd name="connsiteY5793" fmla="*/ 809530 h 1647825"/>
                <a:gd name="connsiteX5794" fmla="*/ 1100804 w 1533525"/>
                <a:gd name="connsiteY5794" fmla="*/ 808577 h 1647825"/>
                <a:gd name="connsiteX5795" fmla="*/ 1098518 w 1533525"/>
                <a:gd name="connsiteY5795" fmla="*/ 805529 h 1647825"/>
                <a:gd name="connsiteX5796" fmla="*/ 1098042 w 1533525"/>
                <a:gd name="connsiteY5796" fmla="*/ 804386 h 1647825"/>
                <a:gd name="connsiteX5797" fmla="*/ 1098804 w 1533525"/>
                <a:gd name="connsiteY5797" fmla="*/ 803910 h 1647825"/>
                <a:gd name="connsiteX5798" fmla="*/ 1097947 w 1533525"/>
                <a:gd name="connsiteY5798" fmla="*/ 802386 h 1647825"/>
                <a:gd name="connsiteX5799" fmla="*/ 1097661 w 1533525"/>
                <a:gd name="connsiteY5799" fmla="*/ 801719 h 1647825"/>
                <a:gd name="connsiteX5800" fmla="*/ 1096994 w 1533525"/>
                <a:gd name="connsiteY5800" fmla="*/ 798671 h 1647825"/>
                <a:gd name="connsiteX5801" fmla="*/ 1096994 w 1533525"/>
                <a:gd name="connsiteY5801" fmla="*/ 798100 h 1647825"/>
                <a:gd name="connsiteX5802" fmla="*/ 1097090 w 1533525"/>
                <a:gd name="connsiteY5802" fmla="*/ 797528 h 1647825"/>
                <a:gd name="connsiteX5803" fmla="*/ 1097566 w 1533525"/>
                <a:gd name="connsiteY5803" fmla="*/ 796766 h 1647825"/>
                <a:gd name="connsiteX5804" fmla="*/ 1097661 w 1533525"/>
                <a:gd name="connsiteY5804" fmla="*/ 796290 h 1647825"/>
                <a:gd name="connsiteX5805" fmla="*/ 1097471 w 1533525"/>
                <a:gd name="connsiteY5805" fmla="*/ 794957 h 1647825"/>
                <a:gd name="connsiteX5806" fmla="*/ 1096518 w 1533525"/>
                <a:gd name="connsiteY5806" fmla="*/ 792671 h 1647825"/>
                <a:gd name="connsiteX5807" fmla="*/ 1096042 w 1533525"/>
                <a:gd name="connsiteY5807" fmla="*/ 790575 h 1647825"/>
                <a:gd name="connsiteX5808" fmla="*/ 1095375 w 1533525"/>
                <a:gd name="connsiteY5808" fmla="*/ 790099 h 1647825"/>
                <a:gd name="connsiteX5809" fmla="*/ 1093756 w 1533525"/>
                <a:gd name="connsiteY5809" fmla="*/ 789432 h 1647825"/>
                <a:gd name="connsiteX5810" fmla="*/ 1094899 w 1533525"/>
                <a:gd name="connsiteY5810" fmla="*/ 788670 h 1647825"/>
                <a:gd name="connsiteX5811" fmla="*/ 1095185 w 1533525"/>
                <a:gd name="connsiteY5811" fmla="*/ 787337 h 1647825"/>
                <a:gd name="connsiteX5812" fmla="*/ 1094994 w 1533525"/>
                <a:gd name="connsiteY5812" fmla="*/ 785813 h 1647825"/>
                <a:gd name="connsiteX5813" fmla="*/ 1095470 w 1533525"/>
                <a:gd name="connsiteY5813" fmla="*/ 784289 h 1647825"/>
                <a:gd name="connsiteX5814" fmla="*/ 1094804 w 1533525"/>
                <a:gd name="connsiteY5814" fmla="*/ 783050 h 1647825"/>
                <a:gd name="connsiteX5815" fmla="*/ 1094613 w 1533525"/>
                <a:gd name="connsiteY5815" fmla="*/ 781812 h 1647825"/>
                <a:gd name="connsiteX5816" fmla="*/ 1094423 w 1533525"/>
                <a:gd name="connsiteY5816" fmla="*/ 781050 h 1647825"/>
                <a:gd name="connsiteX5817" fmla="*/ 1093756 w 1533525"/>
                <a:gd name="connsiteY5817" fmla="*/ 779431 h 1647825"/>
                <a:gd name="connsiteX5818" fmla="*/ 1093661 w 1533525"/>
                <a:gd name="connsiteY5818" fmla="*/ 778383 h 1647825"/>
                <a:gd name="connsiteX5819" fmla="*/ 1094042 w 1533525"/>
                <a:gd name="connsiteY5819" fmla="*/ 777621 h 1647825"/>
                <a:gd name="connsiteX5820" fmla="*/ 1094613 w 1533525"/>
                <a:gd name="connsiteY5820" fmla="*/ 776859 h 1647825"/>
                <a:gd name="connsiteX5821" fmla="*/ 1095185 w 1533525"/>
                <a:gd name="connsiteY5821" fmla="*/ 776002 h 1647825"/>
                <a:gd name="connsiteX5822" fmla="*/ 1095375 w 1533525"/>
                <a:gd name="connsiteY5822" fmla="*/ 775240 h 1647825"/>
                <a:gd name="connsiteX5823" fmla="*/ 1095566 w 1533525"/>
                <a:gd name="connsiteY5823" fmla="*/ 774097 h 1647825"/>
                <a:gd name="connsiteX5824" fmla="*/ 1095661 w 1533525"/>
                <a:gd name="connsiteY5824" fmla="*/ 772954 h 1647825"/>
                <a:gd name="connsiteX5825" fmla="*/ 1095566 w 1533525"/>
                <a:gd name="connsiteY5825" fmla="*/ 772192 h 1647825"/>
                <a:gd name="connsiteX5826" fmla="*/ 1094994 w 1533525"/>
                <a:gd name="connsiteY5826" fmla="*/ 771620 h 1647825"/>
                <a:gd name="connsiteX5827" fmla="*/ 1093565 w 1533525"/>
                <a:gd name="connsiteY5827" fmla="*/ 771144 h 1647825"/>
                <a:gd name="connsiteX5828" fmla="*/ 1092994 w 1533525"/>
                <a:gd name="connsiteY5828" fmla="*/ 770382 h 1647825"/>
                <a:gd name="connsiteX5829" fmla="*/ 1091851 w 1533525"/>
                <a:gd name="connsiteY5829" fmla="*/ 767715 h 1647825"/>
                <a:gd name="connsiteX5830" fmla="*/ 1091279 w 1533525"/>
                <a:gd name="connsiteY5830" fmla="*/ 766858 h 1647825"/>
                <a:gd name="connsiteX5831" fmla="*/ 1090232 w 1533525"/>
                <a:gd name="connsiteY5831" fmla="*/ 765620 h 1647825"/>
                <a:gd name="connsiteX5832" fmla="*/ 1090041 w 1533525"/>
                <a:gd name="connsiteY5832" fmla="*/ 764953 h 1647825"/>
                <a:gd name="connsiteX5833" fmla="*/ 1090041 w 1533525"/>
                <a:gd name="connsiteY5833" fmla="*/ 763810 h 1647825"/>
                <a:gd name="connsiteX5834" fmla="*/ 1090517 w 1533525"/>
                <a:gd name="connsiteY5834" fmla="*/ 762191 h 1647825"/>
                <a:gd name="connsiteX5835" fmla="*/ 1090613 w 1533525"/>
                <a:gd name="connsiteY5835" fmla="*/ 759238 h 1647825"/>
                <a:gd name="connsiteX5836" fmla="*/ 1091279 w 1533525"/>
                <a:gd name="connsiteY5836" fmla="*/ 757809 h 1647825"/>
                <a:gd name="connsiteX5837" fmla="*/ 1094137 w 1533525"/>
                <a:gd name="connsiteY5837" fmla="*/ 754761 h 1647825"/>
                <a:gd name="connsiteX5838" fmla="*/ 1095566 w 1533525"/>
                <a:gd name="connsiteY5838" fmla="*/ 753618 h 1647825"/>
                <a:gd name="connsiteX5839" fmla="*/ 1096042 w 1533525"/>
                <a:gd name="connsiteY5839" fmla="*/ 753047 h 1647825"/>
                <a:gd name="connsiteX5840" fmla="*/ 1096328 w 1533525"/>
                <a:gd name="connsiteY5840" fmla="*/ 752475 h 1647825"/>
                <a:gd name="connsiteX5841" fmla="*/ 1096328 w 1533525"/>
                <a:gd name="connsiteY5841" fmla="*/ 751999 h 1647825"/>
                <a:gd name="connsiteX5842" fmla="*/ 1096042 w 1533525"/>
                <a:gd name="connsiteY5842" fmla="*/ 751713 h 1647825"/>
                <a:gd name="connsiteX5843" fmla="*/ 1094613 w 1533525"/>
                <a:gd name="connsiteY5843" fmla="*/ 751713 h 1647825"/>
                <a:gd name="connsiteX5844" fmla="*/ 1094137 w 1533525"/>
                <a:gd name="connsiteY5844" fmla="*/ 751618 h 1647825"/>
                <a:gd name="connsiteX5845" fmla="*/ 1093661 w 1533525"/>
                <a:gd name="connsiteY5845" fmla="*/ 751427 h 1647825"/>
                <a:gd name="connsiteX5846" fmla="*/ 1089946 w 1533525"/>
                <a:gd name="connsiteY5846" fmla="*/ 750189 h 1647825"/>
                <a:gd name="connsiteX5847" fmla="*/ 1089089 w 1533525"/>
                <a:gd name="connsiteY5847" fmla="*/ 749999 h 1647825"/>
                <a:gd name="connsiteX5848" fmla="*/ 1088422 w 1533525"/>
                <a:gd name="connsiteY5848" fmla="*/ 750094 h 1647825"/>
                <a:gd name="connsiteX5849" fmla="*/ 1087946 w 1533525"/>
                <a:gd name="connsiteY5849" fmla="*/ 750380 h 1647825"/>
                <a:gd name="connsiteX5850" fmla="*/ 1087565 w 1533525"/>
                <a:gd name="connsiteY5850" fmla="*/ 750665 h 1647825"/>
                <a:gd name="connsiteX5851" fmla="*/ 1087184 w 1533525"/>
                <a:gd name="connsiteY5851" fmla="*/ 750856 h 1647825"/>
                <a:gd name="connsiteX5852" fmla="*/ 1086612 w 1533525"/>
                <a:gd name="connsiteY5852" fmla="*/ 750856 h 1647825"/>
                <a:gd name="connsiteX5853" fmla="*/ 1083183 w 1533525"/>
                <a:gd name="connsiteY5853" fmla="*/ 749713 h 1647825"/>
                <a:gd name="connsiteX5854" fmla="*/ 1082516 w 1533525"/>
                <a:gd name="connsiteY5854" fmla="*/ 749046 h 1647825"/>
                <a:gd name="connsiteX5855" fmla="*/ 1081945 w 1533525"/>
                <a:gd name="connsiteY5855" fmla="*/ 747903 h 1647825"/>
                <a:gd name="connsiteX5856" fmla="*/ 1081945 w 1533525"/>
                <a:gd name="connsiteY5856" fmla="*/ 746665 h 1647825"/>
                <a:gd name="connsiteX5857" fmla="*/ 1082421 w 1533525"/>
                <a:gd name="connsiteY5857" fmla="*/ 745522 h 1647825"/>
                <a:gd name="connsiteX5858" fmla="*/ 1083659 w 1533525"/>
                <a:gd name="connsiteY5858" fmla="*/ 743522 h 1647825"/>
                <a:gd name="connsiteX5859" fmla="*/ 1086231 w 1533525"/>
                <a:gd name="connsiteY5859" fmla="*/ 736759 h 1647825"/>
                <a:gd name="connsiteX5860" fmla="*/ 1086326 w 1533525"/>
                <a:gd name="connsiteY5860" fmla="*/ 735521 h 1647825"/>
                <a:gd name="connsiteX5861" fmla="*/ 1085660 w 1533525"/>
                <a:gd name="connsiteY5861" fmla="*/ 734949 h 1647825"/>
                <a:gd name="connsiteX5862" fmla="*/ 1084993 w 1533525"/>
                <a:gd name="connsiteY5862" fmla="*/ 735521 h 1647825"/>
                <a:gd name="connsiteX5863" fmla="*/ 1084326 w 1533525"/>
                <a:gd name="connsiteY5863" fmla="*/ 736473 h 1647825"/>
                <a:gd name="connsiteX5864" fmla="*/ 1083659 w 1533525"/>
                <a:gd name="connsiteY5864" fmla="*/ 736759 h 1647825"/>
                <a:gd name="connsiteX5865" fmla="*/ 1082897 w 1533525"/>
                <a:gd name="connsiteY5865" fmla="*/ 735235 h 1647825"/>
                <a:gd name="connsiteX5866" fmla="*/ 1082326 w 1533525"/>
                <a:gd name="connsiteY5866" fmla="*/ 734949 h 1647825"/>
                <a:gd name="connsiteX5867" fmla="*/ 1080802 w 1533525"/>
                <a:gd name="connsiteY5867" fmla="*/ 733901 h 1647825"/>
                <a:gd name="connsiteX5868" fmla="*/ 1079945 w 1533525"/>
                <a:gd name="connsiteY5868" fmla="*/ 732949 h 1647825"/>
                <a:gd name="connsiteX5869" fmla="*/ 1078706 w 1533525"/>
                <a:gd name="connsiteY5869" fmla="*/ 730758 h 1647825"/>
                <a:gd name="connsiteX5870" fmla="*/ 1077944 w 1533525"/>
                <a:gd name="connsiteY5870" fmla="*/ 729901 h 1647825"/>
                <a:gd name="connsiteX5871" fmla="*/ 1077563 w 1533525"/>
                <a:gd name="connsiteY5871" fmla="*/ 729806 h 1647825"/>
                <a:gd name="connsiteX5872" fmla="*/ 1076516 w 1533525"/>
                <a:gd name="connsiteY5872" fmla="*/ 729901 h 1647825"/>
                <a:gd name="connsiteX5873" fmla="*/ 1075944 w 1533525"/>
                <a:gd name="connsiteY5873" fmla="*/ 729710 h 1647825"/>
                <a:gd name="connsiteX5874" fmla="*/ 1075468 w 1533525"/>
                <a:gd name="connsiteY5874" fmla="*/ 729139 h 1647825"/>
                <a:gd name="connsiteX5875" fmla="*/ 1075468 w 1533525"/>
                <a:gd name="connsiteY5875" fmla="*/ 728758 h 1647825"/>
                <a:gd name="connsiteX5876" fmla="*/ 1075658 w 1533525"/>
                <a:gd name="connsiteY5876" fmla="*/ 728377 h 1647825"/>
                <a:gd name="connsiteX5877" fmla="*/ 1075754 w 1533525"/>
                <a:gd name="connsiteY5877" fmla="*/ 727615 h 1647825"/>
                <a:gd name="connsiteX5878" fmla="*/ 1075468 w 1533525"/>
                <a:gd name="connsiteY5878" fmla="*/ 727424 h 1647825"/>
                <a:gd name="connsiteX5879" fmla="*/ 1074896 w 1533525"/>
                <a:gd name="connsiteY5879" fmla="*/ 727329 h 1647825"/>
                <a:gd name="connsiteX5880" fmla="*/ 1074420 w 1533525"/>
                <a:gd name="connsiteY5880" fmla="*/ 727043 h 1647825"/>
                <a:gd name="connsiteX5881" fmla="*/ 1074325 w 1533525"/>
                <a:gd name="connsiteY5881" fmla="*/ 726377 h 1647825"/>
                <a:gd name="connsiteX5882" fmla="*/ 1075468 w 1533525"/>
                <a:gd name="connsiteY5882" fmla="*/ 721138 h 1647825"/>
                <a:gd name="connsiteX5883" fmla="*/ 1075373 w 1533525"/>
                <a:gd name="connsiteY5883" fmla="*/ 720566 h 1647825"/>
                <a:gd name="connsiteX5884" fmla="*/ 1074992 w 1533525"/>
                <a:gd name="connsiteY5884" fmla="*/ 719709 h 1647825"/>
                <a:gd name="connsiteX5885" fmla="*/ 1074992 w 1533525"/>
                <a:gd name="connsiteY5885" fmla="*/ 719138 h 1647825"/>
                <a:gd name="connsiteX5886" fmla="*/ 1075277 w 1533525"/>
                <a:gd name="connsiteY5886" fmla="*/ 718566 h 1647825"/>
                <a:gd name="connsiteX5887" fmla="*/ 1076039 w 1533525"/>
                <a:gd name="connsiteY5887" fmla="*/ 717328 h 1647825"/>
                <a:gd name="connsiteX5888" fmla="*/ 1076325 w 1533525"/>
                <a:gd name="connsiteY5888" fmla="*/ 716661 h 1647825"/>
                <a:gd name="connsiteX5889" fmla="*/ 1076325 w 1533525"/>
                <a:gd name="connsiteY5889" fmla="*/ 716185 h 1647825"/>
                <a:gd name="connsiteX5890" fmla="*/ 1076230 w 1533525"/>
                <a:gd name="connsiteY5890" fmla="*/ 715709 h 1647825"/>
                <a:gd name="connsiteX5891" fmla="*/ 1076135 w 1533525"/>
                <a:gd name="connsiteY5891" fmla="*/ 715232 h 1647825"/>
                <a:gd name="connsiteX5892" fmla="*/ 1076325 w 1533525"/>
                <a:gd name="connsiteY5892" fmla="*/ 714661 h 1647825"/>
                <a:gd name="connsiteX5893" fmla="*/ 1077182 w 1533525"/>
                <a:gd name="connsiteY5893" fmla="*/ 713994 h 1647825"/>
                <a:gd name="connsiteX5894" fmla="*/ 1078230 w 1533525"/>
                <a:gd name="connsiteY5894" fmla="*/ 713899 h 1647825"/>
                <a:gd name="connsiteX5895" fmla="*/ 1079278 w 1533525"/>
                <a:gd name="connsiteY5895" fmla="*/ 713994 h 1647825"/>
                <a:gd name="connsiteX5896" fmla="*/ 1080326 w 1533525"/>
                <a:gd name="connsiteY5896" fmla="*/ 713804 h 1647825"/>
                <a:gd name="connsiteX5897" fmla="*/ 1080992 w 1533525"/>
                <a:gd name="connsiteY5897" fmla="*/ 713232 h 1647825"/>
                <a:gd name="connsiteX5898" fmla="*/ 1082993 w 1533525"/>
                <a:gd name="connsiteY5898" fmla="*/ 711232 h 1647825"/>
                <a:gd name="connsiteX5899" fmla="*/ 1083469 w 1533525"/>
                <a:gd name="connsiteY5899" fmla="*/ 710565 h 1647825"/>
                <a:gd name="connsiteX5900" fmla="*/ 1083659 w 1533525"/>
                <a:gd name="connsiteY5900" fmla="*/ 709517 h 1647825"/>
                <a:gd name="connsiteX5901" fmla="*/ 1083469 w 1533525"/>
                <a:gd name="connsiteY5901" fmla="*/ 708279 h 1647825"/>
                <a:gd name="connsiteX5902" fmla="*/ 1083183 w 1533525"/>
                <a:gd name="connsiteY5902" fmla="*/ 707136 h 1647825"/>
                <a:gd name="connsiteX5903" fmla="*/ 1082802 w 1533525"/>
                <a:gd name="connsiteY5903" fmla="*/ 706469 h 1647825"/>
                <a:gd name="connsiteX5904" fmla="*/ 1083469 w 1533525"/>
                <a:gd name="connsiteY5904" fmla="*/ 705326 h 1647825"/>
                <a:gd name="connsiteX5905" fmla="*/ 1084040 w 1533525"/>
                <a:gd name="connsiteY5905" fmla="*/ 704469 h 1647825"/>
                <a:gd name="connsiteX5906" fmla="*/ 1084040 w 1533525"/>
                <a:gd name="connsiteY5906" fmla="*/ 703898 h 1647825"/>
                <a:gd name="connsiteX5907" fmla="*/ 1082802 w 1533525"/>
                <a:gd name="connsiteY5907" fmla="*/ 703612 h 1647825"/>
                <a:gd name="connsiteX5908" fmla="*/ 1082612 w 1533525"/>
                <a:gd name="connsiteY5908" fmla="*/ 702850 h 1647825"/>
                <a:gd name="connsiteX5909" fmla="*/ 1081659 w 1533525"/>
                <a:gd name="connsiteY5909" fmla="*/ 701993 h 1647825"/>
                <a:gd name="connsiteX5910" fmla="*/ 1081373 w 1533525"/>
                <a:gd name="connsiteY5910" fmla="*/ 701326 h 1647825"/>
                <a:gd name="connsiteX5911" fmla="*/ 1081469 w 1533525"/>
                <a:gd name="connsiteY5911" fmla="*/ 700850 h 1647825"/>
                <a:gd name="connsiteX5912" fmla="*/ 1081850 w 1533525"/>
                <a:gd name="connsiteY5912" fmla="*/ 699611 h 1647825"/>
                <a:gd name="connsiteX5913" fmla="*/ 1081945 w 1533525"/>
                <a:gd name="connsiteY5913" fmla="*/ 698945 h 1647825"/>
                <a:gd name="connsiteX5914" fmla="*/ 1081659 w 1533525"/>
                <a:gd name="connsiteY5914" fmla="*/ 697802 h 1647825"/>
                <a:gd name="connsiteX5915" fmla="*/ 1081659 w 1533525"/>
                <a:gd name="connsiteY5915" fmla="*/ 697230 h 1647825"/>
                <a:gd name="connsiteX5916" fmla="*/ 1081945 w 1533525"/>
                <a:gd name="connsiteY5916" fmla="*/ 696563 h 1647825"/>
                <a:gd name="connsiteX5917" fmla="*/ 1082516 w 1533525"/>
                <a:gd name="connsiteY5917" fmla="*/ 696087 h 1647825"/>
                <a:gd name="connsiteX5918" fmla="*/ 1083659 w 1533525"/>
                <a:gd name="connsiteY5918" fmla="*/ 695706 h 1647825"/>
                <a:gd name="connsiteX5919" fmla="*/ 1084517 w 1533525"/>
                <a:gd name="connsiteY5919" fmla="*/ 695325 h 1647825"/>
                <a:gd name="connsiteX5920" fmla="*/ 1084517 w 1533525"/>
                <a:gd name="connsiteY5920" fmla="*/ 695325 h 1647825"/>
                <a:gd name="connsiteX5921" fmla="*/ 1084707 w 1533525"/>
                <a:gd name="connsiteY5921" fmla="*/ 694849 h 1647825"/>
                <a:gd name="connsiteX5922" fmla="*/ 1085279 w 1533525"/>
                <a:gd name="connsiteY5922" fmla="*/ 693992 h 1647825"/>
                <a:gd name="connsiteX5923" fmla="*/ 1085469 w 1533525"/>
                <a:gd name="connsiteY5923" fmla="*/ 693420 h 1647825"/>
                <a:gd name="connsiteX5924" fmla="*/ 1085374 w 1533525"/>
                <a:gd name="connsiteY5924" fmla="*/ 693230 h 1647825"/>
                <a:gd name="connsiteX5925" fmla="*/ 1085279 w 1533525"/>
                <a:gd name="connsiteY5925" fmla="*/ 692277 h 1647825"/>
                <a:gd name="connsiteX5926" fmla="*/ 1085183 w 1533525"/>
                <a:gd name="connsiteY5926" fmla="*/ 691991 h 1647825"/>
                <a:gd name="connsiteX5927" fmla="*/ 1084898 w 1533525"/>
                <a:gd name="connsiteY5927" fmla="*/ 689705 h 1647825"/>
                <a:gd name="connsiteX5928" fmla="*/ 1083659 w 1533525"/>
                <a:gd name="connsiteY5928" fmla="*/ 688086 h 1647825"/>
                <a:gd name="connsiteX5929" fmla="*/ 1081945 w 1533525"/>
                <a:gd name="connsiteY5929" fmla="*/ 687038 h 1647825"/>
                <a:gd name="connsiteX5930" fmla="*/ 1080802 w 1533525"/>
                <a:gd name="connsiteY5930" fmla="*/ 686753 h 1647825"/>
                <a:gd name="connsiteX5931" fmla="*/ 1080230 w 1533525"/>
                <a:gd name="connsiteY5931" fmla="*/ 688086 h 1647825"/>
                <a:gd name="connsiteX5932" fmla="*/ 1079468 w 1533525"/>
                <a:gd name="connsiteY5932" fmla="*/ 689324 h 1647825"/>
                <a:gd name="connsiteX5933" fmla="*/ 1078325 w 1533525"/>
                <a:gd name="connsiteY5933" fmla="*/ 689420 h 1647825"/>
                <a:gd name="connsiteX5934" fmla="*/ 1075754 w 1533525"/>
                <a:gd name="connsiteY5934" fmla="*/ 688562 h 1647825"/>
                <a:gd name="connsiteX5935" fmla="*/ 1072325 w 1533525"/>
                <a:gd name="connsiteY5935" fmla="*/ 688372 h 1647825"/>
                <a:gd name="connsiteX5936" fmla="*/ 1071086 w 1533525"/>
                <a:gd name="connsiteY5936" fmla="*/ 688086 h 1647825"/>
                <a:gd name="connsiteX5937" fmla="*/ 1067181 w 1533525"/>
                <a:gd name="connsiteY5937" fmla="*/ 684943 h 1647825"/>
                <a:gd name="connsiteX5938" fmla="*/ 1053370 w 1533525"/>
                <a:gd name="connsiteY5938" fmla="*/ 677704 h 1647825"/>
                <a:gd name="connsiteX5939" fmla="*/ 1051846 w 1533525"/>
                <a:gd name="connsiteY5939" fmla="*/ 677323 h 1647825"/>
                <a:gd name="connsiteX5940" fmla="*/ 1051751 w 1533525"/>
                <a:gd name="connsiteY5940" fmla="*/ 676942 h 1647825"/>
                <a:gd name="connsiteX5941" fmla="*/ 1051274 w 1533525"/>
                <a:gd name="connsiteY5941" fmla="*/ 676085 h 1647825"/>
                <a:gd name="connsiteX5942" fmla="*/ 1050798 w 1533525"/>
                <a:gd name="connsiteY5942" fmla="*/ 675513 h 1647825"/>
                <a:gd name="connsiteX5943" fmla="*/ 1050608 w 1533525"/>
                <a:gd name="connsiteY5943" fmla="*/ 675323 h 1647825"/>
                <a:gd name="connsiteX5944" fmla="*/ 1050512 w 1533525"/>
                <a:gd name="connsiteY5944" fmla="*/ 675037 h 1647825"/>
                <a:gd name="connsiteX5945" fmla="*/ 1050512 w 1533525"/>
                <a:gd name="connsiteY5945" fmla="*/ 671989 h 1647825"/>
                <a:gd name="connsiteX5946" fmla="*/ 1050322 w 1533525"/>
                <a:gd name="connsiteY5946" fmla="*/ 671608 h 1647825"/>
                <a:gd name="connsiteX5947" fmla="*/ 1049560 w 1533525"/>
                <a:gd name="connsiteY5947" fmla="*/ 670846 h 1647825"/>
                <a:gd name="connsiteX5948" fmla="*/ 1048988 w 1533525"/>
                <a:gd name="connsiteY5948" fmla="*/ 669703 h 1647825"/>
                <a:gd name="connsiteX5949" fmla="*/ 1048131 w 1533525"/>
                <a:gd name="connsiteY5949" fmla="*/ 669322 h 1647825"/>
                <a:gd name="connsiteX5950" fmla="*/ 1047083 w 1533525"/>
                <a:gd name="connsiteY5950" fmla="*/ 669036 h 1647825"/>
                <a:gd name="connsiteX5951" fmla="*/ 1047369 w 1533525"/>
                <a:gd name="connsiteY5951" fmla="*/ 667322 h 1647825"/>
                <a:gd name="connsiteX5952" fmla="*/ 1047845 w 1533525"/>
                <a:gd name="connsiteY5952" fmla="*/ 666274 h 1647825"/>
                <a:gd name="connsiteX5953" fmla="*/ 1048512 w 1533525"/>
                <a:gd name="connsiteY5953" fmla="*/ 665226 h 1647825"/>
                <a:gd name="connsiteX5954" fmla="*/ 1048798 w 1533525"/>
                <a:gd name="connsiteY5954" fmla="*/ 662654 h 1647825"/>
                <a:gd name="connsiteX5955" fmla="*/ 1049369 w 1533525"/>
                <a:gd name="connsiteY5955" fmla="*/ 662369 h 1647825"/>
                <a:gd name="connsiteX5956" fmla="*/ 1050036 w 1533525"/>
                <a:gd name="connsiteY5956" fmla="*/ 662273 h 1647825"/>
                <a:gd name="connsiteX5957" fmla="*/ 1050417 w 1533525"/>
                <a:gd name="connsiteY5957" fmla="*/ 661702 h 1647825"/>
                <a:gd name="connsiteX5958" fmla="*/ 1050512 w 1533525"/>
                <a:gd name="connsiteY5958" fmla="*/ 660940 h 1647825"/>
                <a:gd name="connsiteX5959" fmla="*/ 1050703 w 1533525"/>
                <a:gd name="connsiteY5959" fmla="*/ 660273 h 1647825"/>
                <a:gd name="connsiteX5960" fmla="*/ 1051084 w 1533525"/>
                <a:gd name="connsiteY5960" fmla="*/ 659892 h 1647825"/>
                <a:gd name="connsiteX5961" fmla="*/ 1051751 w 1533525"/>
                <a:gd name="connsiteY5961" fmla="*/ 659987 h 1647825"/>
                <a:gd name="connsiteX5962" fmla="*/ 1052227 w 1533525"/>
                <a:gd name="connsiteY5962" fmla="*/ 658940 h 1647825"/>
                <a:gd name="connsiteX5963" fmla="*/ 1052989 w 1533525"/>
                <a:gd name="connsiteY5963" fmla="*/ 658178 h 1647825"/>
                <a:gd name="connsiteX5964" fmla="*/ 1053465 w 1533525"/>
                <a:gd name="connsiteY5964" fmla="*/ 657416 h 1647825"/>
                <a:gd name="connsiteX5965" fmla="*/ 1053275 w 1533525"/>
                <a:gd name="connsiteY5965" fmla="*/ 656368 h 1647825"/>
                <a:gd name="connsiteX5966" fmla="*/ 1052608 w 1533525"/>
                <a:gd name="connsiteY5966" fmla="*/ 654368 h 1647825"/>
                <a:gd name="connsiteX5967" fmla="*/ 1052322 w 1533525"/>
                <a:gd name="connsiteY5967" fmla="*/ 653891 h 1647825"/>
                <a:gd name="connsiteX5968" fmla="*/ 1052036 w 1533525"/>
                <a:gd name="connsiteY5968" fmla="*/ 653606 h 1647825"/>
                <a:gd name="connsiteX5969" fmla="*/ 1052036 w 1533525"/>
                <a:gd name="connsiteY5969" fmla="*/ 653320 h 1647825"/>
                <a:gd name="connsiteX5970" fmla="*/ 1054608 w 1533525"/>
                <a:gd name="connsiteY5970" fmla="*/ 651891 h 1647825"/>
                <a:gd name="connsiteX5971" fmla="*/ 1055561 w 1533525"/>
                <a:gd name="connsiteY5971" fmla="*/ 651510 h 1647825"/>
                <a:gd name="connsiteX5972" fmla="*/ 1056608 w 1533525"/>
                <a:gd name="connsiteY5972" fmla="*/ 651605 h 1647825"/>
                <a:gd name="connsiteX5973" fmla="*/ 1057466 w 1533525"/>
                <a:gd name="connsiteY5973" fmla="*/ 652177 h 1647825"/>
                <a:gd name="connsiteX5974" fmla="*/ 1058228 w 1533525"/>
                <a:gd name="connsiteY5974" fmla="*/ 653129 h 1647825"/>
                <a:gd name="connsiteX5975" fmla="*/ 1058704 w 1533525"/>
                <a:gd name="connsiteY5975" fmla="*/ 654272 h 1647825"/>
                <a:gd name="connsiteX5976" fmla="*/ 1058704 w 1533525"/>
                <a:gd name="connsiteY5976" fmla="*/ 655320 h 1647825"/>
                <a:gd name="connsiteX5977" fmla="*/ 1059371 w 1533525"/>
                <a:gd name="connsiteY5977" fmla="*/ 655320 h 1647825"/>
                <a:gd name="connsiteX5978" fmla="*/ 1061561 w 1533525"/>
                <a:gd name="connsiteY5978" fmla="*/ 655892 h 1647825"/>
                <a:gd name="connsiteX5979" fmla="*/ 1062419 w 1533525"/>
                <a:gd name="connsiteY5979" fmla="*/ 655987 h 1647825"/>
                <a:gd name="connsiteX5980" fmla="*/ 1062895 w 1533525"/>
                <a:gd name="connsiteY5980" fmla="*/ 655606 h 1647825"/>
                <a:gd name="connsiteX5981" fmla="*/ 1063847 w 1533525"/>
                <a:gd name="connsiteY5981" fmla="*/ 653891 h 1647825"/>
                <a:gd name="connsiteX5982" fmla="*/ 1065657 w 1533525"/>
                <a:gd name="connsiteY5982" fmla="*/ 651510 h 1647825"/>
                <a:gd name="connsiteX5983" fmla="*/ 1066324 w 1533525"/>
                <a:gd name="connsiteY5983" fmla="*/ 650177 h 1647825"/>
                <a:gd name="connsiteX5984" fmla="*/ 1066514 w 1533525"/>
                <a:gd name="connsiteY5984" fmla="*/ 648653 h 1647825"/>
                <a:gd name="connsiteX5985" fmla="*/ 1067753 w 1533525"/>
                <a:gd name="connsiteY5985" fmla="*/ 647129 h 1647825"/>
                <a:gd name="connsiteX5986" fmla="*/ 1068324 w 1533525"/>
                <a:gd name="connsiteY5986" fmla="*/ 645414 h 1647825"/>
                <a:gd name="connsiteX5987" fmla="*/ 1068800 w 1533525"/>
                <a:gd name="connsiteY5987" fmla="*/ 641604 h 1647825"/>
                <a:gd name="connsiteX5988" fmla="*/ 1068705 w 1533525"/>
                <a:gd name="connsiteY5988" fmla="*/ 638366 h 1647825"/>
                <a:gd name="connsiteX5989" fmla="*/ 1069181 w 1533525"/>
                <a:gd name="connsiteY5989" fmla="*/ 637413 h 1647825"/>
                <a:gd name="connsiteX5990" fmla="*/ 1070991 w 1533525"/>
                <a:gd name="connsiteY5990" fmla="*/ 637127 h 1647825"/>
                <a:gd name="connsiteX5991" fmla="*/ 1071848 w 1533525"/>
                <a:gd name="connsiteY5991" fmla="*/ 637318 h 1647825"/>
                <a:gd name="connsiteX5992" fmla="*/ 1073468 w 1533525"/>
                <a:gd name="connsiteY5992" fmla="*/ 637985 h 1647825"/>
                <a:gd name="connsiteX5993" fmla="*/ 1074896 w 1533525"/>
                <a:gd name="connsiteY5993" fmla="*/ 638366 h 1647825"/>
                <a:gd name="connsiteX5994" fmla="*/ 1075182 w 1533525"/>
                <a:gd name="connsiteY5994" fmla="*/ 638461 h 1647825"/>
                <a:gd name="connsiteX5995" fmla="*/ 1075468 w 1533525"/>
                <a:gd name="connsiteY5995" fmla="*/ 638461 h 1647825"/>
                <a:gd name="connsiteX5996" fmla="*/ 1076039 w 1533525"/>
                <a:gd name="connsiteY5996" fmla="*/ 638366 h 1647825"/>
                <a:gd name="connsiteX5997" fmla="*/ 1076420 w 1533525"/>
                <a:gd name="connsiteY5997" fmla="*/ 638080 h 1647825"/>
                <a:gd name="connsiteX5998" fmla="*/ 1077087 w 1533525"/>
                <a:gd name="connsiteY5998" fmla="*/ 637318 h 1647825"/>
                <a:gd name="connsiteX5999" fmla="*/ 1077563 w 1533525"/>
                <a:gd name="connsiteY5999" fmla="*/ 637127 h 1647825"/>
                <a:gd name="connsiteX6000" fmla="*/ 1079373 w 1533525"/>
                <a:gd name="connsiteY6000" fmla="*/ 637127 h 1647825"/>
                <a:gd name="connsiteX6001" fmla="*/ 1080992 w 1533525"/>
                <a:gd name="connsiteY6001" fmla="*/ 637413 h 1647825"/>
                <a:gd name="connsiteX6002" fmla="*/ 1084136 w 1533525"/>
                <a:gd name="connsiteY6002" fmla="*/ 638556 h 1647825"/>
                <a:gd name="connsiteX6003" fmla="*/ 1087279 w 1533525"/>
                <a:gd name="connsiteY6003" fmla="*/ 638842 h 1647825"/>
                <a:gd name="connsiteX6004" fmla="*/ 1087660 w 1533525"/>
                <a:gd name="connsiteY6004" fmla="*/ 638556 h 1647825"/>
                <a:gd name="connsiteX6005" fmla="*/ 1088231 w 1533525"/>
                <a:gd name="connsiteY6005" fmla="*/ 637318 h 1647825"/>
                <a:gd name="connsiteX6006" fmla="*/ 1088612 w 1533525"/>
                <a:gd name="connsiteY6006" fmla="*/ 636937 h 1647825"/>
                <a:gd name="connsiteX6007" fmla="*/ 1088993 w 1533525"/>
                <a:gd name="connsiteY6007" fmla="*/ 636842 h 1647825"/>
                <a:gd name="connsiteX6008" fmla="*/ 1089374 w 1533525"/>
                <a:gd name="connsiteY6008" fmla="*/ 636937 h 1647825"/>
                <a:gd name="connsiteX6009" fmla="*/ 1089755 w 1533525"/>
                <a:gd name="connsiteY6009" fmla="*/ 637127 h 1647825"/>
                <a:gd name="connsiteX6010" fmla="*/ 1093375 w 1533525"/>
                <a:gd name="connsiteY6010" fmla="*/ 638366 h 1647825"/>
                <a:gd name="connsiteX6011" fmla="*/ 1094708 w 1533525"/>
                <a:gd name="connsiteY6011" fmla="*/ 638461 h 1647825"/>
                <a:gd name="connsiteX6012" fmla="*/ 1093946 w 1533525"/>
                <a:gd name="connsiteY6012" fmla="*/ 637223 h 1647825"/>
                <a:gd name="connsiteX6013" fmla="*/ 1094899 w 1533525"/>
                <a:gd name="connsiteY6013" fmla="*/ 637032 h 1647825"/>
                <a:gd name="connsiteX6014" fmla="*/ 1095089 w 1533525"/>
                <a:gd name="connsiteY6014" fmla="*/ 636461 h 1647825"/>
                <a:gd name="connsiteX6015" fmla="*/ 1094899 w 1533525"/>
                <a:gd name="connsiteY6015" fmla="*/ 635699 h 1647825"/>
                <a:gd name="connsiteX6016" fmla="*/ 1094994 w 1533525"/>
                <a:gd name="connsiteY6016" fmla="*/ 634937 h 1647825"/>
                <a:gd name="connsiteX6017" fmla="*/ 1095470 w 1533525"/>
                <a:gd name="connsiteY6017" fmla="*/ 634270 h 1647825"/>
                <a:gd name="connsiteX6018" fmla="*/ 1097471 w 1533525"/>
                <a:gd name="connsiteY6018" fmla="*/ 632841 h 1647825"/>
                <a:gd name="connsiteX6019" fmla="*/ 1097852 w 1533525"/>
                <a:gd name="connsiteY6019" fmla="*/ 632270 h 1647825"/>
                <a:gd name="connsiteX6020" fmla="*/ 1097947 w 1533525"/>
                <a:gd name="connsiteY6020" fmla="*/ 631698 h 1647825"/>
                <a:gd name="connsiteX6021" fmla="*/ 1097852 w 1533525"/>
                <a:gd name="connsiteY6021" fmla="*/ 631127 h 1647825"/>
                <a:gd name="connsiteX6022" fmla="*/ 1097471 w 1533525"/>
                <a:gd name="connsiteY6022" fmla="*/ 630650 h 1647825"/>
                <a:gd name="connsiteX6023" fmla="*/ 1094899 w 1533525"/>
                <a:gd name="connsiteY6023" fmla="*/ 630746 h 1647825"/>
                <a:gd name="connsiteX6024" fmla="*/ 1093661 w 1533525"/>
                <a:gd name="connsiteY6024" fmla="*/ 630555 h 1647825"/>
                <a:gd name="connsiteX6025" fmla="*/ 1092803 w 1533525"/>
                <a:gd name="connsiteY6025" fmla="*/ 629603 h 1647825"/>
                <a:gd name="connsiteX6026" fmla="*/ 1092518 w 1533525"/>
                <a:gd name="connsiteY6026" fmla="*/ 629317 h 1647825"/>
                <a:gd name="connsiteX6027" fmla="*/ 1091375 w 1533525"/>
                <a:gd name="connsiteY6027" fmla="*/ 629222 h 1647825"/>
                <a:gd name="connsiteX6028" fmla="*/ 1090803 w 1533525"/>
                <a:gd name="connsiteY6028" fmla="*/ 629126 h 1647825"/>
                <a:gd name="connsiteX6029" fmla="*/ 1090422 w 1533525"/>
                <a:gd name="connsiteY6029" fmla="*/ 628841 h 1647825"/>
                <a:gd name="connsiteX6030" fmla="*/ 1089184 w 1533525"/>
                <a:gd name="connsiteY6030" fmla="*/ 627317 h 1647825"/>
                <a:gd name="connsiteX6031" fmla="*/ 1088993 w 1533525"/>
                <a:gd name="connsiteY6031" fmla="*/ 626650 h 1647825"/>
                <a:gd name="connsiteX6032" fmla="*/ 1088993 w 1533525"/>
                <a:gd name="connsiteY6032" fmla="*/ 626078 h 1647825"/>
                <a:gd name="connsiteX6033" fmla="*/ 1088803 w 1533525"/>
                <a:gd name="connsiteY6033" fmla="*/ 625602 h 1647825"/>
                <a:gd name="connsiteX6034" fmla="*/ 1088231 w 1533525"/>
                <a:gd name="connsiteY6034" fmla="*/ 625221 h 1647825"/>
                <a:gd name="connsiteX6035" fmla="*/ 1088231 w 1533525"/>
                <a:gd name="connsiteY6035" fmla="*/ 624840 h 1647825"/>
                <a:gd name="connsiteX6036" fmla="*/ 1089089 w 1533525"/>
                <a:gd name="connsiteY6036" fmla="*/ 622745 h 1647825"/>
                <a:gd name="connsiteX6037" fmla="*/ 1088993 w 1533525"/>
                <a:gd name="connsiteY6037" fmla="*/ 621506 h 1647825"/>
                <a:gd name="connsiteX6038" fmla="*/ 1088517 w 1533525"/>
                <a:gd name="connsiteY6038" fmla="*/ 620744 h 1647825"/>
                <a:gd name="connsiteX6039" fmla="*/ 1087850 w 1533525"/>
                <a:gd name="connsiteY6039" fmla="*/ 620173 h 1647825"/>
                <a:gd name="connsiteX6040" fmla="*/ 1087184 w 1533525"/>
                <a:gd name="connsiteY6040" fmla="*/ 619411 h 1647825"/>
                <a:gd name="connsiteX6041" fmla="*/ 1086707 w 1533525"/>
                <a:gd name="connsiteY6041" fmla="*/ 619030 h 1647825"/>
                <a:gd name="connsiteX6042" fmla="*/ 1085088 w 1533525"/>
                <a:gd name="connsiteY6042" fmla="*/ 618363 h 1647825"/>
                <a:gd name="connsiteX6043" fmla="*/ 1085088 w 1533525"/>
                <a:gd name="connsiteY6043" fmla="*/ 619411 h 1647825"/>
                <a:gd name="connsiteX6044" fmla="*/ 1084612 w 1533525"/>
                <a:gd name="connsiteY6044" fmla="*/ 619697 h 1647825"/>
                <a:gd name="connsiteX6045" fmla="*/ 1084136 w 1533525"/>
                <a:gd name="connsiteY6045" fmla="*/ 619697 h 1647825"/>
                <a:gd name="connsiteX6046" fmla="*/ 1083659 w 1533525"/>
                <a:gd name="connsiteY6046" fmla="*/ 619601 h 1647825"/>
                <a:gd name="connsiteX6047" fmla="*/ 1083278 w 1533525"/>
                <a:gd name="connsiteY6047" fmla="*/ 619697 h 1647825"/>
                <a:gd name="connsiteX6048" fmla="*/ 1082707 w 1533525"/>
                <a:gd name="connsiteY6048" fmla="*/ 620173 h 1647825"/>
                <a:gd name="connsiteX6049" fmla="*/ 1082231 w 1533525"/>
                <a:gd name="connsiteY6049" fmla="*/ 620744 h 1647825"/>
                <a:gd name="connsiteX6050" fmla="*/ 1081754 w 1533525"/>
                <a:gd name="connsiteY6050" fmla="*/ 621221 h 1647825"/>
                <a:gd name="connsiteX6051" fmla="*/ 1081088 w 1533525"/>
                <a:gd name="connsiteY6051" fmla="*/ 621411 h 1647825"/>
                <a:gd name="connsiteX6052" fmla="*/ 1079945 w 1533525"/>
                <a:gd name="connsiteY6052" fmla="*/ 621125 h 1647825"/>
                <a:gd name="connsiteX6053" fmla="*/ 1078230 w 1533525"/>
                <a:gd name="connsiteY6053" fmla="*/ 619982 h 1647825"/>
                <a:gd name="connsiteX6054" fmla="*/ 1077182 w 1533525"/>
                <a:gd name="connsiteY6054" fmla="*/ 619506 h 1647825"/>
                <a:gd name="connsiteX6055" fmla="*/ 1074896 w 1533525"/>
                <a:gd name="connsiteY6055" fmla="*/ 619411 h 1647825"/>
                <a:gd name="connsiteX6056" fmla="*/ 1073849 w 1533525"/>
                <a:gd name="connsiteY6056" fmla="*/ 619220 h 1647825"/>
                <a:gd name="connsiteX6057" fmla="*/ 1073372 w 1533525"/>
                <a:gd name="connsiteY6057" fmla="*/ 618649 h 1647825"/>
                <a:gd name="connsiteX6058" fmla="*/ 1072991 w 1533525"/>
                <a:gd name="connsiteY6058" fmla="*/ 617792 h 1647825"/>
                <a:gd name="connsiteX6059" fmla="*/ 1071563 w 1533525"/>
                <a:gd name="connsiteY6059" fmla="*/ 616649 h 1647825"/>
                <a:gd name="connsiteX6060" fmla="*/ 1070991 w 1533525"/>
                <a:gd name="connsiteY6060" fmla="*/ 615506 h 1647825"/>
                <a:gd name="connsiteX6061" fmla="*/ 1068991 w 1533525"/>
                <a:gd name="connsiteY6061" fmla="*/ 614553 h 1647825"/>
                <a:gd name="connsiteX6062" fmla="*/ 1068229 w 1533525"/>
                <a:gd name="connsiteY6062" fmla="*/ 613791 h 1647825"/>
                <a:gd name="connsiteX6063" fmla="*/ 1068038 w 1533525"/>
                <a:gd name="connsiteY6063" fmla="*/ 610172 h 1647825"/>
                <a:gd name="connsiteX6064" fmla="*/ 1066610 w 1533525"/>
                <a:gd name="connsiteY6064" fmla="*/ 608648 h 1647825"/>
                <a:gd name="connsiteX6065" fmla="*/ 1062800 w 1533525"/>
                <a:gd name="connsiteY6065" fmla="*/ 606076 h 1647825"/>
                <a:gd name="connsiteX6066" fmla="*/ 1059656 w 1533525"/>
                <a:gd name="connsiteY6066" fmla="*/ 602361 h 1647825"/>
                <a:gd name="connsiteX6067" fmla="*/ 1057942 w 1533525"/>
                <a:gd name="connsiteY6067" fmla="*/ 601504 h 1647825"/>
                <a:gd name="connsiteX6068" fmla="*/ 1055561 w 1533525"/>
                <a:gd name="connsiteY6068" fmla="*/ 602171 h 1647825"/>
                <a:gd name="connsiteX6069" fmla="*/ 1054703 w 1533525"/>
                <a:gd name="connsiteY6069" fmla="*/ 602647 h 1647825"/>
                <a:gd name="connsiteX6070" fmla="*/ 1053656 w 1533525"/>
                <a:gd name="connsiteY6070" fmla="*/ 603123 h 1647825"/>
                <a:gd name="connsiteX6071" fmla="*/ 1052703 w 1533525"/>
                <a:gd name="connsiteY6071" fmla="*/ 603123 h 1647825"/>
                <a:gd name="connsiteX6072" fmla="*/ 1052036 w 1533525"/>
                <a:gd name="connsiteY6072" fmla="*/ 602361 h 1647825"/>
                <a:gd name="connsiteX6073" fmla="*/ 1051655 w 1533525"/>
                <a:gd name="connsiteY6073" fmla="*/ 601218 h 1647825"/>
                <a:gd name="connsiteX6074" fmla="*/ 1051370 w 1533525"/>
                <a:gd name="connsiteY6074" fmla="*/ 600742 h 1647825"/>
                <a:gd name="connsiteX6075" fmla="*/ 1050512 w 1533525"/>
                <a:gd name="connsiteY6075" fmla="*/ 599789 h 1647825"/>
                <a:gd name="connsiteX6076" fmla="*/ 1050512 w 1533525"/>
                <a:gd name="connsiteY6076" fmla="*/ 599313 h 1647825"/>
                <a:gd name="connsiteX6077" fmla="*/ 1050608 w 1533525"/>
                <a:gd name="connsiteY6077" fmla="*/ 598837 h 1647825"/>
                <a:gd name="connsiteX6078" fmla="*/ 1050227 w 1533525"/>
                <a:gd name="connsiteY6078" fmla="*/ 597980 h 1647825"/>
                <a:gd name="connsiteX6079" fmla="*/ 1049846 w 1533525"/>
                <a:gd name="connsiteY6079" fmla="*/ 595408 h 1647825"/>
                <a:gd name="connsiteX6080" fmla="*/ 1050036 w 1533525"/>
                <a:gd name="connsiteY6080" fmla="*/ 595122 h 1647825"/>
                <a:gd name="connsiteX6081" fmla="*/ 1050322 w 1533525"/>
                <a:gd name="connsiteY6081" fmla="*/ 594932 h 1647825"/>
                <a:gd name="connsiteX6082" fmla="*/ 1050608 w 1533525"/>
                <a:gd name="connsiteY6082" fmla="*/ 594551 h 1647825"/>
                <a:gd name="connsiteX6083" fmla="*/ 1051560 w 1533525"/>
                <a:gd name="connsiteY6083" fmla="*/ 591217 h 1647825"/>
                <a:gd name="connsiteX6084" fmla="*/ 1052608 w 1533525"/>
                <a:gd name="connsiteY6084" fmla="*/ 589312 h 1647825"/>
                <a:gd name="connsiteX6085" fmla="*/ 1053941 w 1533525"/>
                <a:gd name="connsiteY6085" fmla="*/ 588264 h 1647825"/>
                <a:gd name="connsiteX6086" fmla="*/ 1054322 w 1533525"/>
                <a:gd name="connsiteY6086" fmla="*/ 587121 h 1647825"/>
                <a:gd name="connsiteX6087" fmla="*/ 1054227 w 1533525"/>
                <a:gd name="connsiteY6087" fmla="*/ 586454 h 1647825"/>
                <a:gd name="connsiteX6088" fmla="*/ 1053941 w 1533525"/>
                <a:gd name="connsiteY6088" fmla="*/ 586169 h 1647825"/>
                <a:gd name="connsiteX6089" fmla="*/ 1053656 w 1533525"/>
                <a:gd name="connsiteY6089" fmla="*/ 585978 h 1647825"/>
                <a:gd name="connsiteX6090" fmla="*/ 1053465 w 1533525"/>
                <a:gd name="connsiteY6090" fmla="*/ 585692 h 1647825"/>
                <a:gd name="connsiteX6091" fmla="*/ 1053370 w 1533525"/>
                <a:gd name="connsiteY6091" fmla="*/ 585121 h 1647825"/>
                <a:gd name="connsiteX6092" fmla="*/ 1053465 w 1533525"/>
                <a:gd name="connsiteY6092" fmla="*/ 584835 h 1647825"/>
                <a:gd name="connsiteX6093" fmla="*/ 1053656 w 1533525"/>
                <a:gd name="connsiteY6093" fmla="*/ 584549 h 1647825"/>
                <a:gd name="connsiteX6094" fmla="*/ 1054227 w 1533525"/>
                <a:gd name="connsiteY6094" fmla="*/ 582644 h 1647825"/>
                <a:gd name="connsiteX6095" fmla="*/ 1054703 w 1533525"/>
                <a:gd name="connsiteY6095" fmla="*/ 581978 h 1647825"/>
                <a:gd name="connsiteX6096" fmla="*/ 1056418 w 1533525"/>
                <a:gd name="connsiteY6096" fmla="*/ 580835 h 1647825"/>
                <a:gd name="connsiteX6097" fmla="*/ 1056894 w 1533525"/>
                <a:gd name="connsiteY6097" fmla="*/ 580454 h 1647825"/>
                <a:gd name="connsiteX6098" fmla="*/ 1057180 w 1533525"/>
                <a:gd name="connsiteY6098" fmla="*/ 580073 h 1647825"/>
                <a:gd name="connsiteX6099" fmla="*/ 1057561 w 1533525"/>
                <a:gd name="connsiteY6099" fmla="*/ 579692 h 1647825"/>
                <a:gd name="connsiteX6100" fmla="*/ 1058132 w 1533525"/>
                <a:gd name="connsiteY6100" fmla="*/ 579501 h 1647825"/>
                <a:gd name="connsiteX6101" fmla="*/ 1059180 w 1533525"/>
                <a:gd name="connsiteY6101" fmla="*/ 579311 h 1647825"/>
                <a:gd name="connsiteX6102" fmla="*/ 1062228 w 1533525"/>
                <a:gd name="connsiteY6102" fmla="*/ 578263 h 1647825"/>
                <a:gd name="connsiteX6103" fmla="*/ 1063181 w 1533525"/>
                <a:gd name="connsiteY6103" fmla="*/ 577691 h 1647825"/>
                <a:gd name="connsiteX6104" fmla="*/ 1063657 w 1533525"/>
                <a:gd name="connsiteY6104" fmla="*/ 576834 h 1647825"/>
                <a:gd name="connsiteX6105" fmla="*/ 1063562 w 1533525"/>
                <a:gd name="connsiteY6105" fmla="*/ 574739 h 1647825"/>
                <a:gd name="connsiteX6106" fmla="*/ 1063752 w 1533525"/>
                <a:gd name="connsiteY6106" fmla="*/ 573881 h 1647825"/>
                <a:gd name="connsiteX6107" fmla="*/ 1064514 w 1533525"/>
                <a:gd name="connsiteY6107" fmla="*/ 572738 h 1647825"/>
                <a:gd name="connsiteX6108" fmla="*/ 1065276 w 1533525"/>
                <a:gd name="connsiteY6108" fmla="*/ 571976 h 1647825"/>
                <a:gd name="connsiteX6109" fmla="*/ 1067753 w 1533525"/>
                <a:gd name="connsiteY6109" fmla="*/ 570452 h 1647825"/>
                <a:gd name="connsiteX6110" fmla="*/ 1068134 w 1533525"/>
                <a:gd name="connsiteY6110" fmla="*/ 569976 h 1647825"/>
                <a:gd name="connsiteX6111" fmla="*/ 1068419 w 1533525"/>
                <a:gd name="connsiteY6111" fmla="*/ 569405 h 1647825"/>
                <a:gd name="connsiteX6112" fmla="*/ 1068705 w 1533525"/>
                <a:gd name="connsiteY6112" fmla="*/ 569119 h 1647825"/>
                <a:gd name="connsiteX6113" fmla="*/ 1069277 w 1533525"/>
                <a:gd name="connsiteY6113" fmla="*/ 569500 h 1647825"/>
                <a:gd name="connsiteX6114" fmla="*/ 1069658 w 1533525"/>
                <a:gd name="connsiteY6114" fmla="*/ 569690 h 1647825"/>
                <a:gd name="connsiteX6115" fmla="*/ 1070134 w 1533525"/>
                <a:gd name="connsiteY6115" fmla="*/ 569690 h 1647825"/>
                <a:gd name="connsiteX6116" fmla="*/ 1070610 w 1533525"/>
                <a:gd name="connsiteY6116" fmla="*/ 569595 h 1647825"/>
                <a:gd name="connsiteX6117" fmla="*/ 1070991 w 1533525"/>
                <a:gd name="connsiteY6117" fmla="*/ 569500 h 1647825"/>
                <a:gd name="connsiteX6118" fmla="*/ 1072134 w 1533525"/>
                <a:gd name="connsiteY6118" fmla="*/ 569690 h 1647825"/>
                <a:gd name="connsiteX6119" fmla="*/ 1072039 w 1533525"/>
                <a:gd name="connsiteY6119" fmla="*/ 568166 h 1647825"/>
                <a:gd name="connsiteX6120" fmla="*/ 1070991 w 1533525"/>
                <a:gd name="connsiteY6120" fmla="*/ 565023 h 1647825"/>
                <a:gd name="connsiteX6121" fmla="*/ 1070229 w 1533525"/>
                <a:gd name="connsiteY6121" fmla="*/ 563785 h 1647825"/>
                <a:gd name="connsiteX6122" fmla="*/ 1068800 w 1533525"/>
                <a:gd name="connsiteY6122" fmla="*/ 563118 h 1647825"/>
                <a:gd name="connsiteX6123" fmla="*/ 1065752 w 1533525"/>
                <a:gd name="connsiteY6123" fmla="*/ 562547 h 1647825"/>
                <a:gd name="connsiteX6124" fmla="*/ 1064514 w 1533525"/>
                <a:gd name="connsiteY6124" fmla="*/ 561975 h 1647825"/>
                <a:gd name="connsiteX6125" fmla="*/ 1064133 w 1533525"/>
                <a:gd name="connsiteY6125" fmla="*/ 561975 h 1647825"/>
                <a:gd name="connsiteX6126" fmla="*/ 1063943 w 1533525"/>
                <a:gd name="connsiteY6126" fmla="*/ 562356 h 1647825"/>
                <a:gd name="connsiteX6127" fmla="*/ 1063752 w 1533525"/>
                <a:gd name="connsiteY6127" fmla="*/ 563690 h 1647825"/>
                <a:gd name="connsiteX6128" fmla="*/ 1063466 w 1533525"/>
                <a:gd name="connsiteY6128" fmla="*/ 564071 h 1647825"/>
                <a:gd name="connsiteX6129" fmla="*/ 1062800 w 1533525"/>
                <a:gd name="connsiteY6129" fmla="*/ 563880 h 1647825"/>
                <a:gd name="connsiteX6130" fmla="*/ 1062419 w 1533525"/>
                <a:gd name="connsiteY6130" fmla="*/ 563118 h 1647825"/>
                <a:gd name="connsiteX6131" fmla="*/ 1062323 w 1533525"/>
                <a:gd name="connsiteY6131" fmla="*/ 562166 h 1647825"/>
                <a:gd name="connsiteX6132" fmla="*/ 1062609 w 1533525"/>
                <a:gd name="connsiteY6132" fmla="*/ 561404 h 1647825"/>
                <a:gd name="connsiteX6133" fmla="*/ 1063276 w 1533525"/>
                <a:gd name="connsiteY6133" fmla="*/ 560261 h 1647825"/>
                <a:gd name="connsiteX6134" fmla="*/ 1064324 w 1533525"/>
                <a:gd name="connsiteY6134" fmla="*/ 556546 h 1647825"/>
                <a:gd name="connsiteX6135" fmla="*/ 1064705 w 1533525"/>
                <a:gd name="connsiteY6135" fmla="*/ 555689 h 1647825"/>
                <a:gd name="connsiteX6136" fmla="*/ 1065371 w 1533525"/>
                <a:gd name="connsiteY6136" fmla="*/ 554641 h 1647825"/>
                <a:gd name="connsiteX6137" fmla="*/ 1066038 w 1533525"/>
                <a:gd name="connsiteY6137" fmla="*/ 553974 h 1647825"/>
                <a:gd name="connsiteX6138" fmla="*/ 1066514 w 1533525"/>
                <a:gd name="connsiteY6138" fmla="*/ 554260 h 1647825"/>
                <a:gd name="connsiteX6139" fmla="*/ 1066610 w 1533525"/>
                <a:gd name="connsiteY6139" fmla="*/ 555308 h 1647825"/>
                <a:gd name="connsiteX6140" fmla="*/ 1066610 w 1533525"/>
                <a:gd name="connsiteY6140" fmla="*/ 556546 h 1647825"/>
                <a:gd name="connsiteX6141" fmla="*/ 1066800 w 1533525"/>
                <a:gd name="connsiteY6141" fmla="*/ 557689 h 1647825"/>
                <a:gd name="connsiteX6142" fmla="*/ 1067467 w 1533525"/>
                <a:gd name="connsiteY6142" fmla="*/ 558451 h 1647825"/>
                <a:gd name="connsiteX6143" fmla="*/ 1069372 w 1533525"/>
                <a:gd name="connsiteY6143" fmla="*/ 559022 h 1647825"/>
                <a:gd name="connsiteX6144" fmla="*/ 1070229 w 1533525"/>
                <a:gd name="connsiteY6144" fmla="*/ 559403 h 1647825"/>
                <a:gd name="connsiteX6145" fmla="*/ 1070896 w 1533525"/>
                <a:gd name="connsiteY6145" fmla="*/ 560165 h 1647825"/>
                <a:gd name="connsiteX6146" fmla="*/ 1071563 w 1533525"/>
                <a:gd name="connsiteY6146" fmla="*/ 560737 h 1647825"/>
                <a:gd name="connsiteX6147" fmla="*/ 1072134 w 1533525"/>
                <a:gd name="connsiteY6147" fmla="*/ 561404 h 1647825"/>
                <a:gd name="connsiteX6148" fmla="*/ 1072515 w 1533525"/>
                <a:gd name="connsiteY6148" fmla="*/ 561785 h 1647825"/>
                <a:gd name="connsiteX6149" fmla="*/ 1073563 w 1533525"/>
                <a:gd name="connsiteY6149" fmla="*/ 562547 h 1647825"/>
                <a:gd name="connsiteX6150" fmla="*/ 1074801 w 1533525"/>
                <a:gd name="connsiteY6150" fmla="*/ 563023 h 1647825"/>
                <a:gd name="connsiteX6151" fmla="*/ 1075277 w 1533525"/>
                <a:gd name="connsiteY6151" fmla="*/ 563118 h 1647825"/>
                <a:gd name="connsiteX6152" fmla="*/ 1076420 w 1533525"/>
                <a:gd name="connsiteY6152" fmla="*/ 563118 h 1647825"/>
                <a:gd name="connsiteX6153" fmla="*/ 1077087 w 1533525"/>
                <a:gd name="connsiteY6153" fmla="*/ 563404 h 1647825"/>
                <a:gd name="connsiteX6154" fmla="*/ 1077468 w 1533525"/>
                <a:gd name="connsiteY6154" fmla="*/ 563975 h 1647825"/>
                <a:gd name="connsiteX6155" fmla="*/ 1077754 w 1533525"/>
                <a:gd name="connsiteY6155" fmla="*/ 564642 h 1647825"/>
                <a:gd name="connsiteX6156" fmla="*/ 1078135 w 1533525"/>
                <a:gd name="connsiteY6156" fmla="*/ 565214 h 1647825"/>
                <a:gd name="connsiteX6157" fmla="*/ 1078706 w 1533525"/>
                <a:gd name="connsiteY6157" fmla="*/ 565595 h 1647825"/>
                <a:gd name="connsiteX6158" fmla="*/ 1079278 w 1533525"/>
                <a:gd name="connsiteY6158" fmla="*/ 565880 h 1647825"/>
                <a:gd name="connsiteX6159" fmla="*/ 1080516 w 1533525"/>
                <a:gd name="connsiteY6159" fmla="*/ 566166 h 1647825"/>
                <a:gd name="connsiteX6160" fmla="*/ 1080326 w 1533525"/>
                <a:gd name="connsiteY6160" fmla="*/ 566642 h 1647825"/>
                <a:gd name="connsiteX6161" fmla="*/ 1080230 w 1533525"/>
                <a:gd name="connsiteY6161" fmla="*/ 567119 h 1647825"/>
                <a:gd name="connsiteX6162" fmla="*/ 1080326 w 1533525"/>
                <a:gd name="connsiteY6162" fmla="*/ 567500 h 1647825"/>
                <a:gd name="connsiteX6163" fmla="*/ 1080802 w 1533525"/>
                <a:gd name="connsiteY6163" fmla="*/ 567690 h 1647825"/>
                <a:gd name="connsiteX6164" fmla="*/ 1081183 w 1533525"/>
                <a:gd name="connsiteY6164" fmla="*/ 567881 h 1647825"/>
                <a:gd name="connsiteX6165" fmla="*/ 1081088 w 1533525"/>
                <a:gd name="connsiteY6165" fmla="*/ 568928 h 1647825"/>
                <a:gd name="connsiteX6166" fmla="*/ 1081373 w 1533525"/>
                <a:gd name="connsiteY6166" fmla="*/ 569405 h 1647825"/>
                <a:gd name="connsiteX6167" fmla="*/ 1082612 w 1533525"/>
                <a:gd name="connsiteY6167" fmla="*/ 569976 h 1647825"/>
                <a:gd name="connsiteX6168" fmla="*/ 1083278 w 1533525"/>
                <a:gd name="connsiteY6168" fmla="*/ 570548 h 1647825"/>
                <a:gd name="connsiteX6169" fmla="*/ 1083374 w 1533525"/>
                <a:gd name="connsiteY6169" fmla="*/ 571310 h 1647825"/>
                <a:gd name="connsiteX6170" fmla="*/ 1082897 w 1533525"/>
                <a:gd name="connsiteY6170" fmla="*/ 572357 h 1647825"/>
                <a:gd name="connsiteX6171" fmla="*/ 1082231 w 1533525"/>
                <a:gd name="connsiteY6171" fmla="*/ 572929 h 1647825"/>
                <a:gd name="connsiteX6172" fmla="*/ 1080326 w 1533525"/>
                <a:gd name="connsiteY6172" fmla="*/ 573881 h 1647825"/>
                <a:gd name="connsiteX6173" fmla="*/ 1079945 w 1533525"/>
                <a:gd name="connsiteY6173" fmla="*/ 574262 h 1647825"/>
                <a:gd name="connsiteX6174" fmla="*/ 1080897 w 1533525"/>
                <a:gd name="connsiteY6174" fmla="*/ 574929 h 1647825"/>
                <a:gd name="connsiteX6175" fmla="*/ 1085374 w 1533525"/>
                <a:gd name="connsiteY6175" fmla="*/ 573310 h 1647825"/>
                <a:gd name="connsiteX6176" fmla="*/ 1087279 w 1533525"/>
                <a:gd name="connsiteY6176" fmla="*/ 574072 h 1647825"/>
                <a:gd name="connsiteX6177" fmla="*/ 1087660 w 1533525"/>
                <a:gd name="connsiteY6177" fmla="*/ 574929 h 1647825"/>
                <a:gd name="connsiteX6178" fmla="*/ 1088041 w 1533525"/>
                <a:gd name="connsiteY6178" fmla="*/ 575882 h 1647825"/>
                <a:gd name="connsiteX6179" fmla="*/ 1088517 w 1533525"/>
                <a:gd name="connsiteY6179" fmla="*/ 576739 h 1647825"/>
                <a:gd name="connsiteX6180" fmla="*/ 1089374 w 1533525"/>
                <a:gd name="connsiteY6180" fmla="*/ 577120 h 1647825"/>
                <a:gd name="connsiteX6181" fmla="*/ 1090232 w 1533525"/>
                <a:gd name="connsiteY6181" fmla="*/ 576834 h 1647825"/>
                <a:gd name="connsiteX6182" fmla="*/ 1090994 w 1533525"/>
                <a:gd name="connsiteY6182" fmla="*/ 574929 h 1647825"/>
                <a:gd name="connsiteX6183" fmla="*/ 1092041 w 1533525"/>
                <a:gd name="connsiteY6183" fmla="*/ 574167 h 1647825"/>
                <a:gd name="connsiteX6184" fmla="*/ 1093470 w 1533525"/>
                <a:gd name="connsiteY6184" fmla="*/ 574453 h 1647825"/>
                <a:gd name="connsiteX6185" fmla="*/ 1095756 w 1533525"/>
                <a:gd name="connsiteY6185" fmla="*/ 576834 h 1647825"/>
                <a:gd name="connsiteX6186" fmla="*/ 1097280 w 1533525"/>
                <a:gd name="connsiteY6186" fmla="*/ 577310 h 1647825"/>
                <a:gd name="connsiteX6187" fmla="*/ 1099566 w 1533525"/>
                <a:gd name="connsiteY6187" fmla="*/ 576739 h 1647825"/>
                <a:gd name="connsiteX6188" fmla="*/ 1100614 w 1533525"/>
                <a:gd name="connsiteY6188" fmla="*/ 575977 h 1647825"/>
                <a:gd name="connsiteX6189" fmla="*/ 1100328 w 1533525"/>
                <a:gd name="connsiteY6189" fmla="*/ 574929 h 1647825"/>
                <a:gd name="connsiteX6190" fmla="*/ 1099757 w 1533525"/>
                <a:gd name="connsiteY6190" fmla="*/ 574739 h 1647825"/>
                <a:gd name="connsiteX6191" fmla="*/ 1099090 w 1533525"/>
                <a:gd name="connsiteY6191" fmla="*/ 574739 h 1647825"/>
                <a:gd name="connsiteX6192" fmla="*/ 1098709 w 1533525"/>
                <a:gd name="connsiteY6192" fmla="*/ 574358 h 1647825"/>
                <a:gd name="connsiteX6193" fmla="*/ 1098899 w 1533525"/>
                <a:gd name="connsiteY6193" fmla="*/ 573119 h 1647825"/>
                <a:gd name="connsiteX6194" fmla="*/ 1098423 w 1533525"/>
                <a:gd name="connsiteY6194" fmla="*/ 573405 h 1647825"/>
                <a:gd name="connsiteX6195" fmla="*/ 1097947 w 1533525"/>
                <a:gd name="connsiteY6195" fmla="*/ 573500 h 1647825"/>
                <a:gd name="connsiteX6196" fmla="*/ 1097566 w 1533525"/>
                <a:gd name="connsiteY6196" fmla="*/ 573310 h 1647825"/>
                <a:gd name="connsiteX6197" fmla="*/ 1097185 w 1533525"/>
                <a:gd name="connsiteY6197" fmla="*/ 572834 h 1647825"/>
                <a:gd name="connsiteX6198" fmla="*/ 1096709 w 1533525"/>
                <a:gd name="connsiteY6198" fmla="*/ 571214 h 1647825"/>
                <a:gd name="connsiteX6199" fmla="*/ 1095375 w 1533525"/>
                <a:gd name="connsiteY6199" fmla="*/ 570548 h 1647825"/>
                <a:gd name="connsiteX6200" fmla="*/ 1093851 w 1533525"/>
                <a:gd name="connsiteY6200" fmla="*/ 570071 h 1647825"/>
                <a:gd name="connsiteX6201" fmla="*/ 1092803 w 1533525"/>
                <a:gd name="connsiteY6201" fmla="*/ 568928 h 1647825"/>
                <a:gd name="connsiteX6202" fmla="*/ 1092803 w 1533525"/>
                <a:gd name="connsiteY6202" fmla="*/ 567976 h 1647825"/>
                <a:gd name="connsiteX6203" fmla="*/ 1093280 w 1533525"/>
                <a:gd name="connsiteY6203" fmla="*/ 566833 h 1647825"/>
                <a:gd name="connsiteX6204" fmla="*/ 1093946 w 1533525"/>
                <a:gd name="connsiteY6204" fmla="*/ 565880 h 1647825"/>
                <a:gd name="connsiteX6205" fmla="*/ 1094613 w 1533525"/>
                <a:gd name="connsiteY6205" fmla="*/ 565214 h 1647825"/>
                <a:gd name="connsiteX6206" fmla="*/ 1095470 w 1533525"/>
                <a:gd name="connsiteY6206" fmla="*/ 564833 h 1647825"/>
                <a:gd name="connsiteX6207" fmla="*/ 1095947 w 1533525"/>
                <a:gd name="connsiteY6207" fmla="*/ 564928 h 1647825"/>
                <a:gd name="connsiteX6208" fmla="*/ 1096423 w 1533525"/>
                <a:gd name="connsiteY6208" fmla="*/ 565404 h 1647825"/>
                <a:gd name="connsiteX6209" fmla="*/ 1097280 w 1533525"/>
                <a:gd name="connsiteY6209" fmla="*/ 566071 h 1647825"/>
                <a:gd name="connsiteX6210" fmla="*/ 1097852 w 1533525"/>
                <a:gd name="connsiteY6210" fmla="*/ 566357 h 1647825"/>
                <a:gd name="connsiteX6211" fmla="*/ 1098614 w 1533525"/>
                <a:gd name="connsiteY6211" fmla="*/ 567214 h 1647825"/>
                <a:gd name="connsiteX6212" fmla="*/ 1099090 w 1533525"/>
                <a:gd name="connsiteY6212" fmla="*/ 567595 h 1647825"/>
                <a:gd name="connsiteX6213" fmla="*/ 1099661 w 1533525"/>
                <a:gd name="connsiteY6213" fmla="*/ 567785 h 1647825"/>
                <a:gd name="connsiteX6214" fmla="*/ 1100804 w 1533525"/>
                <a:gd name="connsiteY6214" fmla="*/ 568071 h 1647825"/>
                <a:gd name="connsiteX6215" fmla="*/ 1101281 w 1533525"/>
                <a:gd name="connsiteY6215" fmla="*/ 568452 h 1647825"/>
                <a:gd name="connsiteX6216" fmla="*/ 1101566 w 1533525"/>
                <a:gd name="connsiteY6216" fmla="*/ 569119 h 1647825"/>
                <a:gd name="connsiteX6217" fmla="*/ 1101376 w 1533525"/>
                <a:gd name="connsiteY6217" fmla="*/ 569595 h 1647825"/>
                <a:gd name="connsiteX6218" fmla="*/ 1101471 w 1533525"/>
                <a:gd name="connsiteY6218" fmla="*/ 569976 h 1647825"/>
                <a:gd name="connsiteX6219" fmla="*/ 1102328 w 1533525"/>
                <a:gd name="connsiteY6219" fmla="*/ 570357 h 1647825"/>
                <a:gd name="connsiteX6220" fmla="*/ 1103567 w 1533525"/>
                <a:gd name="connsiteY6220" fmla="*/ 570738 h 1647825"/>
                <a:gd name="connsiteX6221" fmla="*/ 1103948 w 1533525"/>
                <a:gd name="connsiteY6221" fmla="*/ 571119 h 1647825"/>
                <a:gd name="connsiteX6222" fmla="*/ 1103948 w 1533525"/>
                <a:gd name="connsiteY6222" fmla="*/ 571881 h 1647825"/>
                <a:gd name="connsiteX6223" fmla="*/ 1103471 w 1533525"/>
                <a:gd name="connsiteY6223" fmla="*/ 572167 h 1647825"/>
                <a:gd name="connsiteX6224" fmla="*/ 1102709 w 1533525"/>
                <a:gd name="connsiteY6224" fmla="*/ 571786 h 1647825"/>
                <a:gd name="connsiteX6225" fmla="*/ 1102138 w 1533525"/>
                <a:gd name="connsiteY6225" fmla="*/ 571881 h 1647825"/>
                <a:gd name="connsiteX6226" fmla="*/ 1102138 w 1533525"/>
                <a:gd name="connsiteY6226" fmla="*/ 573405 h 1647825"/>
                <a:gd name="connsiteX6227" fmla="*/ 1102519 w 1533525"/>
                <a:gd name="connsiteY6227" fmla="*/ 574358 h 1647825"/>
                <a:gd name="connsiteX6228" fmla="*/ 1103567 w 1533525"/>
                <a:gd name="connsiteY6228" fmla="*/ 576072 h 1647825"/>
                <a:gd name="connsiteX6229" fmla="*/ 1103948 w 1533525"/>
                <a:gd name="connsiteY6229" fmla="*/ 577025 h 1647825"/>
                <a:gd name="connsiteX6230" fmla="*/ 1104424 w 1533525"/>
                <a:gd name="connsiteY6230" fmla="*/ 580549 h 1647825"/>
                <a:gd name="connsiteX6231" fmla="*/ 1104805 w 1533525"/>
                <a:gd name="connsiteY6231" fmla="*/ 581597 h 1647825"/>
                <a:gd name="connsiteX6232" fmla="*/ 1105472 w 1533525"/>
                <a:gd name="connsiteY6232" fmla="*/ 582359 h 1647825"/>
                <a:gd name="connsiteX6233" fmla="*/ 1108996 w 1533525"/>
                <a:gd name="connsiteY6233" fmla="*/ 583883 h 1647825"/>
                <a:gd name="connsiteX6234" fmla="*/ 1109758 w 1533525"/>
                <a:gd name="connsiteY6234" fmla="*/ 584359 h 1647825"/>
                <a:gd name="connsiteX6235" fmla="*/ 1110329 w 1533525"/>
                <a:gd name="connsiteY6235" fmla="*/ 585121 h 1647825"/>
                <a:gd name="connsiteX6236" fmla="*/ 1110615 w 1533525"/>
                <a:gd name="connsiteY6236" fmla="*/ 586264 h 1647825"/>
                <a:gd name="connsiteX6237" fmla="*/ 1111091 w 1533525"/>
                <a:gd name="connsiteY6237" fmla="*/ 586835 h 1647825"/>
                <a:gd name="connsiteX6238" fmla="*/ 1112996 w 1533525"/>
                <a:gd name="connsiteY6238" fmla="*/ 587693 h 1647825"/>
                <a:gd name="connsiteX6239" fmla="*/ 1114235 w 1533525"/>
                <a:gd name="connsiteY6239" fmla="*/ 589217 h 1647825"/>
                <a:gd name="connsiteX6240" fmla="*/ 1115187 w 1533525"/>
                <a:gd name="connsiteY6240" fmla="*/ 589883 h 1647825"/>
                <a:gd name="connsiteX6241" fmla="*/ 1116235 w 1533525"/>
                <a:gd name="connsiteY6241" fmla="*/ 590360 h 1647825"/>
                <a:gd name="connsiteX6242" fmla="*/ 1117092 w 1533525"/>
                <a:gd name="connsiteY6242" fmla="*/ 590455 h 1647825"/>
                <a:gd name="connsiteX6243" fmla="*/ 1117949 w 1533525"/>
                <a:gd name="connsiteY6243" fmla="*/ 589979 h 1647825"/>
                <a:gd name="connsiteX6244" fmla="*/ 1118616 w 1533525"/>
                <a:gd name="connsiteY6244" fmla="*/ 589407 h 1647825"/>
                <a:gd name="connsiteX6245" fmla="*/ 1119188 w 1533525"/>
                <a:gd name="connsiteY6245" fmla="*/ 589407 h 1647825"/>
                <a:gd name="connsiteX6246" fmla="*/ 1119950 w 1533525"/>
                <a:gd name="connsiteY6246" fmla="*/ 590645 h 1647825"/>
                <a:gd name="connsiteX6247" fmla="*/ 1120235 w 1533525"/>
                <a:gd name="connsiteY6247" fmla="*/ 590741 h 1647825"/>
                <a:gd name="connsiteX6248" fmla="*/ 1120521 w 1533525"/>
                <a:gd name="connsiteY6248" fmla="*/ 590741 h 1647825"/>
                <a:gd name="connsiteX6249" fmla="*/ 1120807 w 1533525"/>
                <a:gd name="connsiteY6249" fmla="*/ 590741 h 1647825"/>
                <a:gd name="connsiteX6250" fmla="*/ 1121093 w 1533525"/>
                <a:gd name="connsiteY6250" fmla="*/ 590645 h 1647825"/>
                <a:gd name="connsiteX6251" fmla="*/ 1121093 w 1533525"/>
                <a:gd name="connsiteY6251" fmla="*/ 590645 h 1647825"/>
                <a:gd name="connsiteX6252" fmla="*/ 1123950 w 1533525"/>
                <a:gd name="connsiteY6252" fmla="*/ 590360 h 1647825"/>
                <a:gd name="connsiteX6253" fmla="*/ 1124236 w 1533525"/>
                <a:gd name="connsiteY6253" fmla="*/ 590360 h 1647825"/>
                <a:gd name="connsiteX6254" fmla="*/ 1124522 w 1533525"/>
                <a:gd name="connsiteY6254" fmla="*/ 590455 h 1647825"/>
                <a:gd name="connsiteX6255" fmla="*/ 1124807 w 1533525"/>
                <a:gd name="connsiteY6255" fmla="*/ 590550 h 1647825"/>
                <a:gd name="connsiteX6256" fmla="*/ 1125569 w 1533525"/>
                <a:gd name="connsiteY6256" fmla="*/ 591884 h 1647825"/>
                <a:gd name="connsiteX6257" fmla="*/ 1126046 w 1533525"/>
                <a:gd name="connsiteY6257" fmla="*/ 592550 h 1647825"/>
                <a:gd name="connsiteX6258" fmla="*/ 1126617 w 1533525"/>
                <a:gd name="connsiteY6258" fmla="*/ 592836 h 1647825"/>
                <a:gd name="connsiteX6259" fmla="*/ 1127284 w 1533525"/>
                <a:gd name="connsiteY6259" fmla="*/ 592646 h 1647825"/>
                <a:gd name="connsiteX6260" fmla="*/ 1127665 w 1533525"/>
                <a:gd name="connsiteY6260" fmla="*/ 592074 h 1647825"/>
                <a:gd name="connsiteX6261" fmla="*/ 1127855 w 1533525"/>
                <a:gd name="connsiteY6261" fmla="*/ 591312 h 1647825"/>
                <a:gd name="connsiteX6262" fmla="*/ 1127760 w 1533525"/>
                <a:gd name="connsiteY6262" fmla="*/ 590550 h 1647825"/>
                <a:gd name="connsiteX6263" fmla="*/ 1128236 w 1533525"/>
                <a:gd name="connsiteY6263" fmla="*/ 588931 h 1647825"/>
                <a:gd name="connsiteX6264" fmla="*/ 1130522 w 1533525"/>
                <a:gd name="connsiteY6264" fmla="*/ 587026 h 1647825"/>
                <a:gd name="connsiteX6265" fmla="*/ 1130999 w 1533525"/>
                <a:gd name="connsiteY6265" fmla="*/ 586073 h 1647825"/>
                <a:gd name="connsiteX6266" fmla="*/ 1130618 w 1533525"/>
                <a:gd name="connsiteY6266" fmla="*/ 585311 h 1647825"/>
                <a:gd name="connsiteX6267" fmla="*/ 1129951 w 1533525"/>
                <a:gd name="connsiteY6267" fmla="*/ 585311 h 1647825"/>
                <a:gd name="connsiteX6268" fmla="*/ 1129189 w 1533525"/>
                <a:gd name="connsiteY6268" fmla="*/ 585407 h 1647825"/>
                <a:gd name="connsiteX6269" fmla="*/ 1128617 w 1533525"/>
                <a:gd name="connsiteY6269" fmla="*/ 585121 h 1647825"/>
                <a:gd name="connsiteX6270" fmla="*/ 1128617 w 1533525"/>
                <a:gd name="connsiteY6270" fmla="*/ 584454 h 1647825"/>
                <a:gd name="connsiteX6271" fmla="*/ 1129189 w 1533525"/>
                <a:gd name="connsiteY6271" fmla="*/ 583978 h 1647825"/>
                <a:gd name="connsiteX6272" fmla="*/ 1129951 w 1533525"/>
                <a:gd name="connsiteY6272" fmla="*/ 583597 h 1647825"/>
                <a:gd name="connsiteX6273" fmla="*/ 1130522 w 1533525"/>
                <a:gd name="connsiteY6273" fmla="*/ 583216 h 1647825"/>
                <a:gd name="connsiteX6274" fmla="*/ 1129570 w 1533525"/>
                <a:gd name="connsiteY6274" fmla="*/ 583121 h 1647825"/>
                <a:gd name="connsiteX6275" fmla="*/ 1128713 w 1533525"/>
                <a:gd name="connsiteY6275" fmla="*/ 582740 h 1647825"/>
                <a:gd name="connsiteX6276" fmla="*/ 1128332 w 1533525"/>
                <a:gd name="connsiteY6276" fmla="*/ 581978 h 1647825"/>
                <a:gd name="connsiteX6277" fmla="*/ 1128903 w 1533525"/>
                <a:gd name="connsiteY6277" fmla="*/ 580930 h 1647825"/>
                <a:gd name="connsiteX6278" fmla="*/ 1129284 w 1533525"/>
                <a:gd name="connsiteY6278" fmla="*/ 580644 h 1647825"/>
                <a:gd name="connsiteX6279" fmla="*/ 1129665 w 1533525"/>
                <a:gd name="connsiteY6279" fmla="*/ 580454 h 1647825"/>
                <a:gd name="connsiteX6280" fmla="*/ 1130046 w 1533525"/>
                <a:gd name="connsiteY6280" fmla="*/ 580454 h 1647825"/>
                <a:gd name="connsiteX6281" fmla="*/ 1131094 w 1533525"/>
                <a:gd name="connsiteY6281" fmla="*/ 580739 h 1647825"/>
                <a:gd name="connsiteX6282" fmla="*/ 1131094 w 1533525"/>
                <a:gd name="connsiteY6282" fmla="*/ 580454 h 1647825"/>
                <a:gd name="connsiteX6283" fmla="*/ 1130713 w 1533525"/>
                <a:gd name="connsiteY6283" fmla="*/ 579787 h 1647825"/>
                <a:gd name="connsiteX6284" fmla="*/ 1130618 w 1533525"/>
                <a:gd name="connsiteY6284" fmla="*/ 577977 h 1647825"/>
                <a:gd name="connsiteX6285" fmla="*/ 1130999 w 1533525"/>
                <a:gd name="connsiteY6285" fmla="*/ 577501 h 1647825"/>
                <a:gd name="connsiteX6286" fmla="*/ 1132142 w 1533525"/>
                <a:gd name="connsiteY6286" fmla="*/ 577120 h 1647825"/>
                <a:gd name="connsiteX6287" fmla="*/ 1133094 w 1533525"/>
                <a:gd name="connsiteY6287" fmla="*/ 577310 h 1647825"/>
                <a:gd name="connsiteX6288" fmla="*/ 1133380 w 1533525"/>
                <a:gd name="connsiteY6288" fmla="*/ 578168 h 1647825"/>
                <a:gd name="connsiteX6289" fmla="*/ 1133380 w 1533525"/>
                <a:gd name="connsiteY6289" fmla="*/ 579406 h 1647825"/>
                <a:gd name="connsiteX6290" fmla="*/ 1133380 w 1533525"/>
                <a:gd name="connsiteY6290" fmla="*/ 580644 h 1647825"/>
                <a:gd name="connsiteX6291" fmla="*/ 1133285 w 1533525"/>
                <a:gd name="connsiteY6291" fmla="*/ 580835 h 1647825"/>
                <a:gd name="connsiteX6292" fmla="*/ 1133380 w 1533525"/>
                <a:gd name="connsiteY6292" fmla="*/ 580930 h 1647825"/>
                <a:gd name="connsiteX6293" fmla="*/ 1134047 w 1533525"/>
                <a:gd name="connsiteY6293" fmla="*/ 581216 h 1647825"/>
                <a:gd name="connsiteX6294" fmla="*/ 1134428 w 1533525"/>
                <a:gd name="connsiteY6294" fmla="*/ 581311 h 1647825"/>
                <a:gd name="connsiteX6295" fmla="*/ 1135475 w 1533525"/>
                <a:gd name="connsiteY6295" fmla="*/ 581216 h 1647825"/>
                <a:gd name="connsiteX6296" fmla="*/ 1135952 w 1533525"/>
                <a:gd name="connsiteY6296" fmla="*/ 581216 h 1647825"/>
                <a:gd name="connsiteX6297" fmla="*/ 1136618 w 1533525"/>
                <a:gd name="connsiteY6297" fmla="*/ 581692 h 1647825"/>
                <a:gd name="connsiteX6298" fmla="*/ 1136904 w 1533525"/>
                <a:gd name="connsiteY6298" fmla="*/ 582549 h 1647825"/>
                <a:gd name="connsiteX6299" fmla="*/ 1137095 w 1533525"/>
                <a:gd name="connsiteY6299" fmla="*/ 583502 h 1647825"/>
                <a:gd name="connsiteX6300" fmla="*/ 1137476 w 1533525"/>
                <a:gd name="connsiteY6300" fmla="*/ 584264 h 1647825"/>
                <a:gd name="connsiteX6301" fmla="*/ 1138142 w 1533525"/>
                <a:gd name="connsiteY6301" fmla="*/ 585216 h 1647825"/>
                <a:gd name="connsiteX6302" fmla="*/ 1138238 w 1533525"/>
                <a:gd name="connsiteY6302" fmla="*/ 585978 h 1647825"/>
                <a:gd name="connsiteX6303" fmla="*/ 1138142 w 1533525"/>
                <a:gd name="connsiteY6303" fmla="*/ 586740 h 1647825"/>
                <a:gd name="connsiteX6304" fmla="*/ 1138238 w 1533525"/>
                <a:gd name="connsiteY6304" fmla="*/ 587788 h 1647825"/>
                <a:gd name="connsiteX6305" fmla="*/ 1138523 w 1533525"/>
                <a:gd name="connsiteY6305" fmla="*/ 588359 h 1647825"/>
                <a:gd name="connsiteX6306" fmla="*/ 1139571 w 1533525"/>
                <a:gd name="connsiteY6306" fmla="*/ 589788 h 1647825"/>
                <a:gd name="connsiteX6307" fmla="*/ 1139952 w 1533525"/>
                <a:gd name="connsiteY6307" fmla="*/ 590550 h 1647825"/>
                <a:gd name="connsiteX6308" fmla="*/ 1140238 w 1533525"/>
                <a:gd name="connsiteY6308" fmla="*/ 590931 h 1647825"/>
                <a:gd name="connsiteX6309" fmla="*/ 1140524 w 1533525"/>
                <a:gd name="connsiteY6309" fmla="*/ 591026 h 1647825"/>
                <a:gd name="connsiteX6310" fmla="*/ 1140905 w 1533525"/>
                <a:gd name="connsiteY6310" fmla="*/ 590836 h 1647825"/>
                <a:gd name="connsiteX6311" fmla="*/ 1141286 w 1533525"/>
                <a:gd name="connsiteY6311" fmla="*/ 590455 h 1647825"/>
                <a:gd name="connsiteX6312" fmla="*/ 1141286 w 1533525"/>
                <a:gd name="connsiteY6312" fmla="*/ 590455 h 1647825"/>
                <a:gd name="connsiteX6313" fmla="*/ 1141286 w 1533525"/>
                <a:gd name="connsiteY6313" fmla="*/ 590455 h 1647825"/>
                <a:gd name="connsiteX6314" fmla="*/ 1141381 w 1533525"/>
                <a:gd name="connsiteY6314" fmla="*/ 590455 h 1647825"/>
                <a:gd name="connsiteX6315" fmla="*/ 1141476 w 1533525"/>
                <a:gd name="connsiteY6315" fmla="*/ 590455 h 1647825"/>
                <a:gd name="connsiteX6316" fmla="*/ 1141571 w 1533525"/>
                <a:gd name="connsiteY6316" fmla="*/ 590455 h 1647825"/>
                <a:gd name="connsiteX6317" fmla="*/ 1141667 w 1533525"/>
                <a:gd name="connsiteY6317" fmla="*/ 590550 h 1647825"/>
                <a:gd name="connsiteX6318" fmla="*/ 1142333 w 1533525"/>
                <a:gd name="connsiteY6318" fmla="*/ 591503 h 1647825"/>
                <a:gd name="connsiteX6319" fmla="*/ 1142143 w 1533525"/>
                <a:gd name="connsiteY6319" fmla="*/ 592265 h 1647825"/>
                <a:gd name="connsiteX6320" fmla="*/ 1141381 w 1533525"/>
                <a:gd name="connsiteY6320" fmla="*/ 592836 h 1647825"/>
                <a:gd name="connsiteX6321" fmla="*/ 1140333 w 1533525"/>
                <a:gd name="connsiteY6321" fmla="*/ 593217 h 1647825"/>
                <a:gd name="connsiteX6322" fmla="*/ 1141286 w 1533525"/>
                <a:gd name="connsiteY6322" fmla="*/ 593789 h 1647825"/>
                <a:gd name="connsiteX6323" fmla="*/ 1142143 w 1533525"/>
                <a:gd name="connsiteY6323" fmla="*/ 593884 h 1647825"/>
                <a:gd name="connsiteX6324" fmla="*/ 1142524 w 1533525"/>
                <a:gd name="connsiteY6324" fmla="*/ 594170 h 1647825"/>
                <a:gd name="connsiteX6325" fmla="*/ 1142333 w 1533525"/>
                <a:gd name="connsiteY6325" fmla="*/ 595598 h 1647825"/>
                <a:gd name="connsiteX6326" fmla="*/ 1140047 w 1533525"/>
                <a:gd name="connsiteY6326" fmla="*/ 599599 h 1647825"/>
                <a:gd name="connsiteX6327" fmla="*/ 1139857 w 1533525"/>
                <a:gd name="connsiteY6327" fmla="*/ 601028 h 1647825"/>
                <a:gd name="connsiteX6328" fmla="*/ 1140809 w 1533525"/>
                <a:gd name="connsiteY6328" fmla="*/ 606266 h 1647825"/>
                <a:gd name="connsiteX6329" fmla="*/ 1142048 w 1533525"/>
                <a:gd name="connsiteY6329" fmla="*/ 609219 h 1647825"/>
                <a:gd name="connsiteX6330" fmla="*/ 1142619 w 1533525"/>
                <a:gd name="connsiteY6330" fmla="*/ 611505 h 1647825"/>
                <a:gd name="connsiteX6331" fmla="*/ 1142143 w 1533525"/>
                <a:gd name="connsiteY6331" fmla="*/ 615601 h 1647825"/>
                <a:gd name="connsiteX6332" fmla="*/ 1142048 w 1533525"/>
                <a:gd name="connsiteY6332" fmla="*/ 619982 h 1647825"/>
                <a:gd name="connsiteX6333" fmla="*/ 1141286 w 1533525"/>
                <a:gd name="connsiteY6333" fmla="*/ 622840 h 1647825"/>
                <a:gd name="connsiteX6334" fmla="*/ 1140905 w 1533525"/>
                <a:gd name="connsiteY6334" fmla="*/ 624364 h 1647825"/>
                <a:gd name="connsiteX6335" fmla="*/ 1140809 w 1533525"/>
                <a:gd name="connsiteY6335" fmla="*/ 624935 h 1647825"/>
                <a:gd name="connsiteX6336" fmla="*/ 1140619 w 1533525"/>
                <a:gd name="connsiteY6336" fmla="*/ 626555 h 1647825"/>
                <a:gd name="connsiteX6337" fmla="*/ 1140809 w 1533525"/>
                <a:gd name="connsiteY6337" fmla="*/ 628555 h 1647825"/>
                <a:gd name="connsiteX6338" fmla="*/ 1141286 w 1533525"/>
                <a:gd name="connsiteY6338" fmla="*/ 630650 h 1647825"/>
                <a:gd name="connsiteX6339" fmla="*/ 1141857 w 1533525"/>
                <a:gd name="connsiteY6339" fmla="*/ 631793 h 1647825"/>
                <a:gd name="connsiteX6340" fmla="*/ 1142714 w 1533525"/>
                <a:gd name="connsiteY6340" fmla="*/ 631984 h 1647825"/>
                <a:gd name="connsiteX6341" fmla="*/ 1144619 w 1533525"/>
                <a:gd name="connsiteY6341" fmla="*/ 631222 h 1647825"/>
                <a:gd name="connsiteX6342" fmla="*/ 1146620 w 1533525"/>
                <a:gd name="connsiteY6342" fmla="*/ 631127 h 1647825"/>
                <a:gd name="connsiteX6343" fmla="*/ 1158335 w 1533525"/>
                <a:gd name="connsiteY6343" fmla="*/ 636080 h 1647825"/>
                <a:gd name="connsiteX6344" fmla="*/ 1166622 w 1533525"/>
                <a:gd name="connsiteY6344" fmla="*/ 637889 h 1647825"/>
                <a:gd name="connsiteX6345" fmla="*/ 1170718 w 1533525"/>
                <a:gd name="connsiteY6345" fmla="*/ 639604 h 1647825"/>
                <a:gd name="connsiteX6346" fmla="*/ 1172528 w 1533525"/>
                <a:gd name="connsiteY6346" fmla="*/ 639699 h 1647825"/>
                <a:gd name="connsiteX6347" fmla="*/ 1177862 w 1533525"/>
                <a:gd name="connsiteY6347" fmla="*/ 638556 h 1647825"/>
                <a:gd name="connsiteX6348" fmla="*/ 1182148 w 1533525"/>
                <a:gd name="connsiteY6348" fmla="*/ 638937 h 1647825"/>
                <a:gd name="connsiteX6349" fmla="*/ 1184243 w 1533525"/>
                <a:gd name="connsiteY6349" fmla="*/ 638366 h 1647825"/>
                <a:gd name="connsiteX6350" fmla="*/ 1185005 w 1533525"/>
                <a:gd name="connsiteY6350" fmla="*/ 638366 h 1647825"/>
                <a:gd name="connsiteX6351" fmla="*/ 1185577 w 1533525"/>
                <a:gd name="connsiteY6351" fmla="*/ 638556 h 1647825"/>
                <a:gd name="connsiteX6352" fmla="*/ 1186720 w 1533525"/>
                <a:gd name="connsiteY6352" fmla="*/ 639032 h 1647825"/>
                <a:gd name="connsiteX6353" fmla="*/ 1188720 w 1533525"/>
                <a:gd name="connsiteY6353" fmla="*/ 639413 h 1647825"/>
                <a:gd name="connsiteX6354" fmla="*/ 1189196 w 1533525"/>
                <a:gd name="connsiteY6354" fmla="*/ 639413 h 1647825"/>
                <a:gd name="connsiteX6355" fmla="*/ 1189482 w 1533525"/>
                <a:gd name="connsiteY6355" fmla="*/ 639223 h 1647825"/>
                <a:gd name="connsiteX6356" fmla="*/ 1190054 w 1533525"/>
                <a:gd name="connsiteY6356" fmla="*/ 638651 h 1647825"/>
                <a:gd name="connsiteX6357" fmla="*/ 1190339 w 1533525"/>
                <a:gd name="connsiteY6357" fmla="*/ 638461 h 1647825"/>
                <a:gd name="connsiteX6358" fmla="*/ 1191197 w 1533525"/>
                <a:gd name="connsiteY6358" fmla="*/ 638556 h 1647825"/>
                <a:gd name="connsiteX6359" fmla="*/ 1191863 w 1533525"/>
                <a:gd name="connsiteY6359" fmla="*/ 638937 h 1647825"/>
                <a:gd name="connsiteX6360" fmla="*/ 1192530 w 1533525"/>
                <a:gd name="connsiteY6360" fmla="*/ 639413 h 1647825"/>
                <a:gd name="connsiteX6361" fmla="*/ 1193292 w 1533525"/>
                <a:gd name="connsiteY6361" fmla="*/ 639794 h 1647825"/>
                <a:gd name="connsiteX6362" fmla="*/ 1194721 w 1533525"/>
                <a:gd name="connsiteY6362" fmla="*/ 639985 h 1647825"/>
                <a:gd name="connsiteX6363" fmla="*/ 1200626 w 1533525"/>
                <a:gd name="connsiteY6363" fmla="*/ 639223 h 1647825"/>
                <a:gd name="connsiteX6364" fmla="*/ 1201103 w 1533525"/>
                <a:gd name="connsiteY6364" fmla="*/ 639128 h 1647825"/>
                <a:gd name="connsiteX6365" fmla="*/ 1202817 w 1533525"/>
                <a:gd name="connsiteY6365" fmla="*/ 638556 h 1647825"/>
                <a:gd name="connsiteX6366" fmla="*/ 1211294 w 1533525"/>
                <a:gd name="connsiteY6366" fmla="*/ 637223 h 1647825"/>
                <a:gd name="connsiteX6367" fmla="*/ 1214247 w 1533525"/>
                <a:gd name="connsiteY6367" fmla="*/ 637318 h 1647825"/>
                <a:gd name="connsiteX6368" fmla="*/ 1214914 w 1533525"/>
                <a:gd name="connsiteY6368" fmla="*/ 637223 h 1647825"/>
                <a:gd name="connsiteX6369" fmla="*/ 1216057 w 1533525"/>
                <a:gd name="connsiteY6369" fmla="*/ 636651 h 1647825"/>
                <a:gd name="connsiteX6370" fmla="*/ 1216628 w 1533525"/>
                <a:gd name="connsiteY6370" fmla="*/ 636651 h 1647825"/>
                <a:gd name="connsiteX6371" fmla="*/ 1219200 w 1533525"/>
                <a:gd name="connsiteY6371" fmla="*/ 637985 h 1647825"/>
                <a:gd name="connsiteX6372" fmla="*/ 1227011 w 1533525"/>
                <a:gd name="connsiteY6372" fmla="*/ 640366 h 1647825"/>
                <a:gd name="connsiteX6373" fmla="*/ 1229106 w 1533525"/>
                <a:gd name="connsiteY6373" fmla="*/ 640556 h 1647825"/>
                <a:gd name="connsiteX6374" fmla="*/ 1229582 w 1533525"/>
                <a:gd name="connsiteY6374" fmla="*/ 640461 h 1647825"/>
                <a:gd name="connsiteX6375" fmla="*/ 1230630 w 1533525"/>
                <a:gd name="connsiteY6375" fmla="*/ 640080 h 1647825"/>
                <a:gd name="connsiteX6376" fmla="*/ 1231202 w 1533525"/>
                <a:gd name="connsiteY6376" fmla="*/ 639985 h 1647825"/>
                <a:gd name="connsiteX6377" fmla="*/ 1231868 w 1533525"/>
                <a:gd name="connsiteY6377" fmla="*/ 639794 h 1647825"/>
                <a:gd name="connsiteX6378" fmla="*/ 1232726 w 1533525"/>
                <a:gd name="connsiteY6378" fmla="*/ 639032 h 1647825"/>
                <a:gd name="connsiteX6379" fmla="*/ 1233202 w 1533525"/>
                <a:gd name="connsiteY6379" fmla="*/ 638842 h 1647825"/>
                <a:gd name="connsiteX6380" fmla="*/ 1234154 w 1533525"/>
                <a:gd name="connsiteY6380" fmla="*/ 638937 h 1647825"/>
                <a:gd name="connsiteX6381" fmla="*/ 1234535 w 1533525"/>
                <a:gd name="connsiteY6381" fmla="*/ 639413 h 1647825"/>
                <a:gd name="connsiteX6382" fmla="*/ 1234916 w 1533525"/>
                <a:gd name="connsiteY6382" fmla="*/ 640080 h 1647825"/>
                <a:gd name="connsiteX6383" fmla="*/ 1235774 w 1533525"/>
                <a:gd name="connsiteY6383" fmla="*/ 640747 h 1647825"/>
                <a:gd name="connsiteX6384" fmla="*/ 1236631 w 1533525"/>
                <a:gd name="connsiteY6384" fmla="*/ 640937 h 1647825"/>
                <a:gd name="connsiteX6385" fmla="*/ 1237964 w 1533525"/>
                <a:gd name="connsiteY6385" fmla="*/ 641033 h 1647825"/>
                <a:gd name="connsiteX6386" fmla="*/ 1239203 w 1533525"/>
                <a:gd name="connsiteY6386" fmla="*/ 640842 h 1647825"/>
                <a:gd name="connsiteX6387" fmla="*/ 1239774 w 1533525"/>
                <a:gd name="connsiteY6387" fmla="*/ 640271 h 1647825"/>
                <a:gd name="connsiteX6388" fmla="*/ 1240060 w 1533525"/>
                <a:gd name="connsiteY6388" fmla="*/ 639318 h 1647825"/>
                <a:gd name="connsiteX6389" fmla="*/ 1240631 w 1533525"/>
                <a:gd name="connsiteY6389" fmla="*/ 639318 h 1647825"/>
                <a:gd name="connsiteX6390" fmla="*/ 1241298 w 1533525"/>
                <a:gd name="connsiteY6390" fmla="*/ 639699 h 1647825"/>
                <a:gd name="connsiteX6391" fmla="*/ 1241774 w 1533525"/>
                <a:gd name="connsiteY6391" fmla="*/ 639794 h 1647825"/>
                <a:gd name="connsiteX6392" fmla="*/ 1242155 w 1533525"/>
                <a:gd name="connsiteY6392" fmla="*/ 639509 h 1647825"/>
                <a:gd name="connsiteX6393" fmla="*/ 1242441 w 1533525"/>
                <a:gd name="connsiteY6393" fmla="*/ 638842 h 1647825"/>
                <a:gd name="connsiteX6394" fmla="*/ 1242822 w 1533525"/>
                <a:gd name="connsiteY6394" fmla="*/ 638556 h 1647825"/>
                <a:gd name="connsiteX6395" fmla="*/ 1243584 w 1533525"/>
                <a:gd name="connsiteY6395" fmla="*/ 638461 h 1647825"/>
                <a:gd name="connsiteX6396" fmla="*/ 1246156 w 1533525"/>
                <a:gd name="connsiteY6396" fmla="*/ 638651 h 1647825"/>
                <a:gd name="connsiteX6397" fmla="*/ 1251776 w 1533525"/>
                <a:gd name="connsiteY6397" fmla="*/ 637889 h 1647825"/>
                <a:gd name="connsiteX6398" fmla="*/ 1254728 w 1533525"/>
                <a:gd name="connsiteY6398" fmla="*/ 638366 h 1647825"/>
                <a:gd name="connsiteX6399" fmla="*/ 1255681 w 1533525"/>
                <a:gd name="connsiteY6399" fmla="*/ 638080 h 1647825"/>
                <a:gd name="connsiteX6400" fmla="*/ 1257110 w 1533525"/>
                <a:gd name="connsiteY6400" fmla="*/ 637604 h 1647825"/>
                <a:gd name="connsiteX6401" fmla="*/ 1258824 w 1533525"/>
                <a:gd name="connsiteY6401" fmla="*/ 637699 h 1647825"/>
                <a:gd name="connsiteX6402" fmla="*/ 1260539 w 1533525"/>
                <a:gd name="connsiteY6402" fmla="*/ 638080 h 1647825"/>
                <a:gd name="connsiteX6403" fmla="*/ 1261967 w 1533525"/>
                <a:gd name="connsiteY6403" fmla="*/ 638651 h 1647825"/>
                <a:gd name="connsiteX6404" fmla="*/ 1262348 w 1533525"/>
                <a:gd name="connsiteY6404" fmla="*/ 638937 h 1647825"/>
                <a:gd name="connsiteX6405" fmla="*/ 1262825 w 1533525"/>
                <a:gd name="connsiteY6405" fmla="*/ 639794 h 1647825"/>
                <a:gd name="connsiteX6406" fmla="*/ 1263110 w 1533525"/>
                <a:gd name="connsiteY6406" fmla="*/ 640080 h 1647825"/>
                <a:gd name="connsiteX6407" fmla="*/ 1263491 w 1533525"/>
                <a:gd name="connsiteY6407" fmla="*/ 640175 h 1647825"/>
                <a:gd name="connsiteX6408" fmla="*/ 1264253 w 1533525"/>
                <a:gd name="connsiteY6408" fmla="*/ 640175 h 1647825"/>
                <a:gd name="connsiteX6409" fmla="*/ 1264634 w 1533525"/>
                <a:gd name="connsiteY6409" fmla="*/ 640461 h 1647825"/>
                <a:gd name="connsiteX6410" fmla="*/ 1264920 w 1533525"/>
                <a:gd name="connsiteY6410" fmla="*/ 640556 h 1647825"/>
                <a:gd name="connsiteX6411" fmla="*/ 1265682 w 1533525"/>
                <a:gd name="connsiteY6411" fmla="*/ 640366 h 1647825"/>
                <a:gd name="connsiteX6412" fmla="*/ 1266063 w 1533525"/>
                <a:gd name="connsiteY6412" fmla="*/ 640461 h 1647825"/>
                <a:gd name="connsiteX6413" fmla="*/ 1266444 w 1533525"/>
                <a:gd name="connsiteY6413" fmla="*/ 640747 h 1647825"/>
                <a:gd name="connsiteX6414" fmla="*/ 1267206 w 1533525"/>
                <a:gd name="connsiteY6414" fmla="*/ 641795 h 1647825"/>
                <a:gd name="connsiteX6415" fmla="*/ 1267968 w 1533525"/>
                <a:gd name="connsiteY6415" fmla="*/ 642461 h 1647825"/>
                <a:gd name="connsiteX6416" fmla="*/ 1268635 w 1533525"/>
                <a:gd name="connsiteY6416" fmla="*/ 642938 h 1647825"/>
                <a:gd name="connsiteX6417" fmla="*/ 1269302 w 1533525"/>
                <a:gd name="connsiteY6417" fmla="*/ 643223 h 1647825"/>
                <a:gd name="connsiteX6418" fmla="*/ 1270254 w 1533525"/>
                <a:gd name="connsiteY6418" fmla="*/ 643509 h 1647825"/>
                <a:gd name="connsiteX6419" fmla="*/ 1273016 w 1533525"/>
                <a:gd name="connsiteY6419" fmla="*/ 643890 h 1647825"/>
                <a:gd name="connsiteX6420" fmla="*/ 1273493 w 1533525"/>
                <a:gd name="connsiteY6420" fmla="*/ 644271 h 1647825"/>
                <a:gd name="connsiteX6421" fmla="*/ 1274350 w 1533525"/>
                <a:gd name="connsiteY6421" fmla="*/ 645509 h 1647825"/>
                <a:gd name="connsiteX6422" fmla="*/ 1275874 w 1533525"/>
                <a:gd name="connsiteY6422" fmla="*/ 646176 h 1647825"/>
                <a:gd name="connsiteX6423" fmla="*/ 1277207 w 1533525"/>
                <a:gd name="connsiteY6423" fmla="*/ 646938 h 1647825"/>
                <a:gd name="connsiteX6424" fmla="*/ 1277493 w 1533525"/>
                <a:gd name="connsiteY6424" fmla="*/ 648557 h 1647825"/>
                <a:gd name="connsiteX6425" fmla="*/ 1277493 w 1533525"/>
                <a:gd name="connsiteY6425" fmla="*/ 648557 h 1647825"/>
                <a:gd name="connsiteX6426" fmla="*/ 1277493 w 1533525"/>
                <a:gd name="connsiteY6426" fmla="*/ 648557 h 1647825"/>
                <a:gd name="connsiteX6427" fmla="*/ 1277874 w 1533525"/>
                <a:gd name="connsiteY6427" fmla="*/ 648653 h 1647825"/>
                <a:gd name="connsiteX6428" fmla="*/ 1278827 w 1533525"/>
                <a:gd name="connsiteY6428" fmla="*/ 649034 h 1647825"/>
                <a:gd name="connsiteX6429" fmla="*/ 1278827 w 1533525"/>
                <a:gd name="connsiteY6429" fmla="*/ 649034 h 1647825"/>
                <a:gd name="connsiteX6430" fmla="*/ 1278827 w 1533525"/>
                <a:gd name="connsiteY6430" fmla="*/ 649224 h 1647825"/>
                <a:gd name="connsiteX6431" fmla="*/ 1278827 w 1533525"/>
                <a:gd name="connsiteY6431" fmla="*/ 649224 h 1647825"/>
                <a:gd name="connsiteX6432" fmla="*/ 1280541 w 1533525"/>
                <a:gd name="connsiteY6432" fmla="*/ 650462 h 1647825"/>
                <a:gd name="connsiteX6433" fmla="*/ 1280541 w 1533525"/>
                <a:gd name="connsiteY6433" fmla="*/ 650462 h 1647825"/>
                <a:gd name="connsiteX6434" fmla="*/ 1281017 w 1533525"/>
                <a:gd name="connsiteY6434" fmla="*/ 650748 h 1647825"/>
                <a:gd name="connsiteX6435" fmla="*/ 1281017 w 1533525"/>
                <a:gd name="connsiteY6435" fmla="*/ 650748 h 1647825"/>
                <a:gd name="connsiteX6436" fmla="*/ 1281208 w 1533525"/>
                <a:gd name="connsiteY6436" fmla="*/ 651034 h 1647825"/>
                <a:gd name="connsiteX6437" fmla="*/ 1281208 w 1533525"/>
                <a:gd name="connsiteY6437" fmla="*/ 651034 h 1647825"/>
                <a:gd name="connsiteX6438" fmla="*/ 1280827 w 1533525"/>
                <a:gd name="connsiteY6438" fmla="*/ 651415 h 1647825"/>
                <a:gd name="connsiteX6439" fmla="*/ 1280827 w 1533525"/>
                <a:gd name="connsiteY6439" fmla="*/ 651415 h 1647825"/>
                <a:gd name="connsiteX6440" fmla="*/ 1280827 w 1533525"/>
                <a:gd name="connsiteY6440" fmla="*/ 651415 h 1647825"/>
                <a:gd name="connsiteX6441" fmla="*/ 1282160 w 1533525"/>
                <a:gd name="connsiteY6441" fmla="*/ 651986 h 1647825"/>
                <a:gd name="connsiteX6442" fmla="*/ 1282160 w 1533525"/>
                <a:gd name="connsiteY6442" fmla="*/ 651986 h 1647825"/>
                <a:gd name="connsiteX6443" fmla="*/ 1282637 w 1533525"/>
                <a:gd name="connsiteY6443" fmla="*/ 652463 h 1647825"/>
                <a:gd name="connsiteX6444" fmla="*/ 1283018 w 1533525"/>
                <a:gd name="connsiteY6444" fmla="*/ 653415 h 1647825"/>
                <a:gd name="connsiteX6445" fmla="*/ 1283018 w 1533525"/>
                <a:gd name="connsiteY6445" fmla="*/ 653415 h 1647825"/>
                <a:gd name="connsiteX6446" fmla="*/ 1283208 w 1533525"/>
                <a:gd name="connsiteY6446" fmla="*/ 654463 h 1647825"/>
                <a:gd name="connsiteX6447" fmla="*/ 1283018 w 1533525"/>
                <a:gd name="connsiteY6447" fmla="*/ 655130 h 1647825"/>
                <a:gd name="connsiteX6448" fmla="*/ 1282256 w 1533525"/>
                <a:gd name="connsiteY6448" fmla="*/ 656273 h 1647825"/>
                <a:gd name="connsiteX6449" fmla="*/ 1280351 w 1533525"/>
                <a:gd name="connsiteY6449" fmla="*/ 656749 h 1647825"/>
                <a:gd name="connsiteX6450" fmla="*/ 1277112 w 1533525"/>
                <a:gd name="connsiteY6450" fmla="*/ 657797 h 1647825"/>
                <a:gd name="connsiteX6451" fmla="*/ 1276636 w 1533525"/>
                <a:gd name="connsiteY6451" fmla="*/ 657701 h 1647825"/>
                <a:gd name="connsiteX6452" fmla="*/ 1276255 w 1533525"/>
                <a:gd name="connsiteY6452" fmla="*/ 657511 h 1647825"/>
                <a:gd name="connsiteX6453" fmla="*/ 1276255 w 1533525"/>
                <a:gd name="connsiteY6453" fmla="*/ 657511 h 1647825"/>
                <a:gd name="connsiteX6454" fmla="*/ 1276064 w 1533525"/>
                <a:gd name="connsiteY6454" fmla="*/ 657225 h 1647825"/>
                <a:gd name="connsiteX6455" fmla="*/ 1276064 w 1533525"/>
                <a:gd name="connsiteY6455" fmla="*/ 657225 h 1647825"/>
                <a:gd name="connsiteX6456" fmla="*/ 1275969 w 1533525"/>
                <a:gd name="connsiteY6456" fmla="*/ 656844 h 1647825"/>
                <a:gd name="connsiteX6457" fmla="*/ 1275969 w 1533525"/>
                <a:gd name="connsiteY6457" fmla="*/ 656844 h 1647825"/>
                <a:gd name="connsiteX6458" fmla="*/ 1272445 w 1533525"/>
                <a:gd name="connsiteY6458" fmla="*/ 654653 h 1647825"/>
                <a:gd name="connsiteX6459" fmla="*/ 1272445 w 1533525"/>
                <a:gd name="connsiteY6459" fmla="*/ 654653 h 1647825"/>
                <a:gd name="connsiteX6460" fmla="*/ 1270445 w 1533525"/>
                <a:gd name="connsiteY6460" fmla="*/ 653987 h 1647825"/>
                <a:gd name="connsiteX6461" fmla="*/ 1268921 w 1533525"/>
                <a:gd name="connsiteY6461" fmla="*/ 654653 h 1647825"/>
                <a:gd name="connsiteX6462" fmla="*/ 1268635 w 1533525"/>
                <a:gd name="connsiteY6462" fmla="*/ 655606 h 1647825"/>
                <a:gd name="connsiteX6463" fmla="*/ 1268825 w 1533525"/>
                <a:gd name="connsiteY6463" fmla="*/ 656654 h 1647825"/>
                <a:gd name="connsiteX6464" fmla="*/ 1268825 w 1533525"/>
                <a:gd name="connsiteY6464" fmla="*/ 656654 h 1647825"/>
                <a:gd name="connsiteX6465" fmla="*/ 1269492 w 1533525"/>
                <a:gd name="connsiteY6465" fmla="*/ 658463 h 1647825"/>
                <a:gd name="connsiteX6466" fmla="*/ 1269492 w 1533525"/>
                <a:gd name="connsiteY6466" fmla="*/ 658463 h 1647825"/>
                <a:gd name="connsiteX6467" fmla="*/ 1269587 w 1533525"/>
                <a:gd name="connsiteY6467" fmla="*/ 659416 h 1647825"/>
                <a:gd name="connsiteX6468" fmla="*/ 1269587 w 1533525"/>
                <a:gd name="connsiteY6468" fmla="*/ 660273 h 1647825"/>
                <a:gd name="connsiteX6469" fmla="*/ 1269397 w 1533525"/>
                <a:gd name="connsiteY6469" fmla="*/ 661130 h 1647825"/>
                <a:gd name="connsiteX6470" fmla="*/ 1266730 w 1533525"/>
                <a:gd name="connsiteY6470" fmla="*/ 668655 h 1647825"/>
                <a:gd name="connsiteX6471" fmla="*/ 1266254 w 1533525"/>
                <a:gd name="connsiteY6471" fmla="*/ 670941 h 1647825"/>
                <a:gd name="connsiteX6472" fmla="*/ 1265968 w 1533525"/>
                <a:gd name="connsiteY6472" fmla="*/ 672941 h 1647825"/>
                <a:gd name="connsiteX6473" fmla="*/ 1265682 w 1533525"/>
                <a:gd name="connsiteY6473" fmla="*/ 673799 h 1647825"/>
                <a:gd name="connsiteX6474" fmla="*/ 1265111 w 1533525"/>
                <a:gd name="connsiteY6474" fmla="*/ 674656 h 1647825"/>
                <a:gd name="connsiteX6475" fmla="*/ 1264920 w 1533525"/>
                <a:gd name="connsiteY6475" fmla="*/ 674751 h 1647825"/>
                <a:gd name="connsiteX6476" fmla="*/ 1264349 w 1533525"/>
                <a:gd name="connsiteY6476" fmla="*/ 675227 h 1647825"/>
                <a:gd name="connsiteX6477" fmla="*/ 1263587 w 1533525"/>
                <a:gd name="connsiteY6477" fmla="*/ 675704 h 1647825"/>
                <a:gd name="connsiteX6478" fmla="*/ 1262920 w 1533525"/>
                <a:gd name="connsiteY6478" fmla="*/ 676370 h 1647825"/>
                <a:gd name="connsiteX6479" fmla="*/ 1262634 w 1533525"/>
                <a:gd name="connsiteY6479" fmla="*/ 677513 h 1647825"/>
                <a:gd name="connsiteX6480" fmla="*/ 1262920 w 1533525"/>
                <a:gd name="connsiteY6480" fmla="*/ 681038 h 1647825"/>
                <a:gd name="connsiteX6481" fmla="*/ 1262729 w 1533525"/>
                <a:gd name="connsiteY6481" fmla="*/ 682657 h 1647825"/>
                <a:gd name="connsiteX6482" fmla="*/ 1261682 w 1533525"/>
                <a:gd name="connsiteY6482" fmla="*/ 684086 h 1647825"/>
                <a:gd name="connsiteX6483" fmla="*/ 1260348 w 1533525"/>
                <a:gd name="connsiteY6483" fmla="*/ 684657 h 1647825"/>
                <a:gd name="connsiteX6484" fmla="*/ 1258824 w 1533525"/>
                <a:gd name="connsiteY6484" fmla="*/ 684752 h 1647825"/>
                <a:gd name="connsiteX6485" fmla="*/ 1254443 w 1533525"/>
                <a:gd name="connsiteY6485" fmla="*/ 684371 h 1647825"/>
                <a:gd name="connsiteX6486" fmla="*/ 1254347 w 1533525"/>
                <a:gd name="connsiteY6486" fmla="*/ 685038 h 1647825"/>
                <a:gd name="connsiteX6487" fmla="*/ 1255490 w 1533525"/>
                <a:gd name="connsiteY6487" fmla="*/ 686943 h 1647825"/>
                <a:gd name="connsiteX6488" fmla="*/ 1255490 w 1533525"/>
                <a:gd name="connsiteY6488" fmla="*/ 687705 h 1647825"/>
                <a:gd name="connsiteX6489" fmla="*/ 1254443 w 1533525"/>
                <a:gd name="connsiteY6489" fmla="*/ 687324 h 1647825"/>
                <a:gd name="connsiteX6490" fmla="*/ 1253300 w 1533525"/>
                <a:gd name="connsiteY6490" fmla="*/ 686562 h 1647825"/>
                <a:gd name="connsiteX6491" fmla="*/ 1252823 w 1533525"/>
                <a:gd name="connsiteY6491" fmla="*/ 686086 h 1647825"/>
                <a:gd name="connsiteX6492" fmla="*/ 1251680 w 1533525"/>
                <a:gd name="connsiteY6492" fmla="*/ 686467 h 1647825"/>
                <a:gd name="connsiteX6493" fmla="*/ 1251490 w 1533525"/>
                <a:gd name="connsiteY6493" fmla="*/ 687515 h 1647825"/>
                <a:gd name="connsiteX6494" fmla="*/ 1252061 w 1533525"/>
                <a:gd name="connsiteY6494" fmla="*/ 689801 h 1647825"/>
                <a:gd name="connsiteX6495" fmla="*/ 1252061 w 1533525"/>
                <a:gd name="connsiteY6495" fmla="*/ 690944 h 1647825"/>
                <a:gd name="connsiteX6496" fmla="*/ 1250918 w 1533525"/>
                <a:gd name="connsiteY6496" fmla="*/ 695801 h 1647825"/>
                <a:gd name="connsiteX6497" fmla="*/ 1250537 w 1533525"/>
                <a:gd name="connsiteY6497" fmla="*/ 696849 h 1647825"/>
                <a:gd name="connsiteX6498" fmla="*/ 1249871 w 1533525"/>
                <a:gd name="connsiteY6498" fmla="*/ 697230 h 1647825"/>
                <a:gd name="connsiteX6499" fmla="*/ 1248823 w 1533525"/>
                <a:gd name="connsiteY6499" fmla="*/ 696944 h 1647825"/>
                <a:gd name="connsiteX6500" fmla="*/ 1247204 w 1533525"/>
                <a:gd name="connsiteY6500" fmla="*/ 695325 h 1647825"/>
                <a:gd name="connsiteX6501" fmla="*/ 1247108 w 1533525"/>
                <a:gd name="connsiteY6501" fmla="*/ 694849 h 1647825"/>
                <a:gd name="connsiteX6502" fmla="*/ 1247013 w 1533525"/>
                <a:gd name="connsiteY6502" fmla="*/ 693515 h 1647825"/>
                <a:gd name="connsiteX6503" fmla="*/ 1246823 w 1533525"/>
                <a:gd name="connsiteY6503" fmla="*/ 693134 h 1647825"/>
                <a:gd name="connsiteX6504" fmla="*/ 1246251 w 1533525"/>
                <a:gd name="connsiteY6504" fmla="*/ 693134 h 1647825"/>
                <a:gd name="connsiteX6505" fmla="*/ 1242917 w 1533525"/>
                <a:gd name="connsiteY6505" fmla="*/ 692372 h 1647825"/>
                <a:gd name="connsiteX6506" fmla="*/ 1242346 w 1533525"/>
                <a:gd name="connsiteY6506" fmla="*/ 693134 h 1647825"/>
                <a:gd name="connsiteX6507" fmla="*/ 1242536 w 1533525"/>
                <a:gd name="connsiteY6507" fmla="*/ 694182 h 1647825"/>
                <a:gd name="connsiteX6508" fmla="*/ 1242822 w 1533525"/>
                <a:gd name="connsiteY6508" fmla="*/ 695325 h 1647825"/>
                <a:gd name="connsiteX6509" fmla="*/ 1242822 w 1533525"/>
                <a:gd name="connsiteY6509" fmla="*/ 696278 h 1647825"/>
                <a:gd name="connsiteX6510" fmla="*/ 1242251 w 1533525"/>
                <a:gd name="connsiteY6510" fmla="*/ 697135 h 1647825"/>
                <a:gd name="connsiteX6511" fmla="*/ 1241298 w 1533525"/>
                <a:gd name="connsiteY6511" fmla="*/ 697516 h 1647825"/>
                <a:gd name="connsiteX6512" fmla="*/ 1240250 w 1533525"/>
                <a:gd name="connsiteY6512" fmla="*/ 697421 h 1647825"/>
                <a:gd name="connsiteX6513" fmla="*/ 1239298 w 1533525"/>
                <a:gd name="connsiteY6513" fmla="*/ 696849 h 1647825"/>
                <a:gd name="connsiteX6514" fmla="*/ 1238822 w 1533525"/>
                <a:gd name="connsiteY6514" fmla="*/ 695992 h 1647825"/>
                <a:gd name="connsiteX6515" fmla="*/ 1237869 w 1533525"/>
                <a:gd name="connsiteY6515" fmla="*/ 693706 h 1647825"/>
                <a:gd name="connsiteX6516" fmla="*/ 1237298 w 1533525"/>
                <a:gd name="connsiteY6516" fmla="*/ 693515 h 1647825"/>
                <a:gd name="connsiteX6517" fmla="*/ 1237012 w 1533525"/>
                <a:gd name="connsiteY6517" fmla="*/ 694182 h 1647825"/>
                <a:gd name="connsiteX6518" fmla="*/ 1236440 w 1533525"/>
                <a:gd name="connsiteY6518" fmla="*/ 697802 h 1647825"/>
                <a:gd name="connsiteX6519" fmla="*/ 1236059 w 1533525"/>
                <a:gd name="connsiteY6519" fmla="*/ 699040 h 1647825"/>
                <a:gd name="connsiteX6520" fmla="*/ 1235583 w 1533525"/>
                <a:gd name="connsiteY6520" fmla="*/ 699802 h 1647825"/>
                <a:gd name="connsiteX6521" fmla="*/ 1234821 w 1533525"/>
                <a:gd name="connsiteY6521" fmla="*/ 700278 h 1647825"/>
                <a:gd name="connsiteX6522" fmla="*/ 1233583 w 1533525"/>
                <a:gd name="connsiteY6522" fmla="*/ 700659 h 1647825"/>
                <a:gd name="connsiteX6523" fmla="*/ 1231392 w 1533525"/>
                <a:gd name="connsiteY6523" fmla="*/ 700945 h 1647825"/>
                <a:gd name="connsiteX6524" fmla="*/ 1229392 w 1533525"/>
                <a:gd name="connsiteY6524" fmla="*/ 700754 h 1647825"/>
                <a:gd name="connsiteX6525" fmla="*/ 1225391 w 1533525"/>
                <a:gd name="connsiteY6525" fmla="*/ 699897 h 1647825"/>
                <a:gd name="connsiteX6526" fmla="*/ 1223201 w 1533525"/>
                <a:gd name="connsiteY6526" fmla="*/ 700088 h 1647825"/>
                <a:gd name="connsiteX6527" fmla="*/ 1222534 w 1533525"/>
                <a:gd name="connsiteY6527" fmla="*/ 701516 h 1647825"/>
                <a:gd name="connsiteX6528" fmla="*/ 1222439 w 1533525"/>
                <a:gd name="connsiteY6528" fmla="*/ 703707 h 1647825"/>
                <a:gd name="connsiteX6529" fmla="*/ 1221867 w 1533525"/>
                <a:gd name="connsiteY6529" fmla="*/ 706088 h 1647825"/>
                <a:gd name="connsiteX6530" fmla="*/ 1221200 w 1533525"/>
                <a:gd name="connsiteY6530" fmla="*/ 706469 h 1647825"/>
                <a:gd name="connsiteX6531" fmla="*/ 1220629 w 1533525"/>
                <a:gd name="connsiteY6531" fmla="*/ 706374 h 1647825"/>
                <a:gd name="connsiteX6532" fmla="*/ 1220248 w 1533525"/>
                <a:gd name="connsiteY6532" fmla="*/ 706184 h 1647825"/>
                <a:gd name="connsiteX6533" fmla="*/ 1220057 w 1533525"/>
                <a:gd name="connsiteY6533" fmla="*/ 706088 h 1647825"/>
                <a:gd name="connsiteX6534" fmla="*/ 1219391 w 1533525"/>
                <a:gd name="connsiteY6534" fmla="*/ 705993 h 1647825"/>
                <a:gd name="connsiteX6535" fmla="*/ 1218438 w 1533525"/>
                <a:gd name="connsiteY6535" fmla="*/ 706374 h 1647825"/>
                <a:gd name="connsiteX6536" fmla="*/ 1217771 w 1533525"/>
                <a:gd name="connsiteY6536" fmla="*/ 707041 h 1647825"/>
                <a:gd name="connsiteX6537" fmla="*/ 1217200 w 1533525"/>
                <a:gd name="connsiteY6537" fmla="*/ 707803 h 1647825"/>
                <a:gd name="connsiteX6538" fmla="*/ 1215390 w 1533525"/>
                <a:gd name="connsiteY6538" fmla="*/ 710946 h 1647825"/>
                <a:gd name="connsiteX6539" fmla="*/ 1215200 w 1533525"/>
                <a:gd name="connsiteY6539" fmla="*/ 711708 h 1647825"/>
                <a:gd name="connsiteX6540" fmla="*/ 1215200 w 1533525"/>
                <a:gd name="connsiteY6540" fmla="*/ 712470 h 1647825"/>
                <a:gd name="connsiteX6541" fmla="*/ 1215771 w 1533525"/>
                <a:gd name="connsiteY6541" fmla="*/ 713804 h 1647825"/>
                <a:gd name="connsiteX6542" fmla="*/ 1215962 w 1533525"/>
                <a:gd name="connsiteY6542" fmla="*/ 714566 h 1647825"/>
                <a:gd name="connsiteX6543" fmla="*/ 1215771 w 1533525"/>
                <a:gd name="connsiteY6543" fmla="*/ 715613 h 1647825"/>
                <a:gd name="connsiteX6544" fmla="*/ 1214723 w 1533525"/>
                <a:gd name="connsiteY6544" fmla="*/ 718757 h 1647825"/>
                <a:gd name="connsiteX6545" fmla="*/ 1214152 w 1533525"/>
                <a:gd name="connsiteY6545" fmla="*/ 719709 h 1647825"/>
                <a:gd name="connsiteX6546" fmla="*/ 1213199 w 1533525"/>
                <a:gd name="connsiteY6546" fmla="*/ 720185 h 1647825"/>
                <a:gd name="connsiteX6547" fmla="*/ 1212247 w 1533525"/>
                <a:gd name="connsiteY6547" fmla="*/ 720281 h 1647825"/>
                <a:gd name="connsiteX6548" fmla="*/ 1211390 w 1533525"/>
                <a:gd name="connsiteY6548" fmla="*/ 720566 h 1647825"/>
                <a:gd name="connsiteX6549" fmla="*/ 1210913 w 1533525"/>
                <a:gd name="connsiteY6549" fmla="*/ 721709 h 1647825"/>
                <a:gd name="connsiteX6550" fmla="*/ 1211104 w 1533525"/>
                <a:gd name="connsiteY6550" fmla="*/ 722948 h 1647825"/>
                <a:gd name="connsiteX6551" fmla="*/ 1211961 w 1533525"/>
                <a:gd name="connsiteY6551" fmla="*/ 723424 h 1647825"/>
                <a:gd name="connsiteX6552" fmla="*/ 1212818 w 1533525"/>
                <a:gd name="connsiteY6552" fmla="*/ 723710 h 1647825"/>
                <a:gd name="connsiteX6553" fmla="*/ 1213104 w 1533525"/>
                <a:gd name="connsiteY6553" fmla="*/ 724567 h 1647825"/>
                <a:gd name="connsiteX6554" fmla="*/ 1212628 w 1533525"/>
                <a:gd name="connsiteY6554" fmla="*/ 725519 h 1647825"/>
                <a:gd name="connsiteX6555" fmla="*/ 1211866 w 1533525"/>
                <a:gd name="connsiteY6555" fmla="*/ 725424 h 1647825"/>
                <a:gd name="connsiteX6556" fmla="*/ 1211199 w 1533525"/>
                <a:gd name="connsiteY6556" fmla="*/ 725519 h 1647825"/>
                <a:gd name="connsiteX6557" fmla="*/ 1211009 w 1533525"/>
                <a:gd name="connsiteY6557" fmla="*/ 726853 h 1647825"/>
                <a:gd name="connsiteX6558" fmla="*/ 1211199 w 1533525"/>
                <a:gd name="connsiteY6558" fmla="*/ 727805 h 1647825"/>
                <a:gd name="connsiteX6559" fmla="*/ 1212723 w 1533525"/>
                <a:gd name="connsiteY6559" fmla="*/ 730663 h 1647825"/>
                <a:gd name="connsiteX6560" fmla="*/ 1213104 w 1533525"/>
                <a:gd name="connsiteY6560" fmla="*/ 731711 h 1647825"/>
                <a:gd name="connsiteX6561" fmla="*/ 1213580 w 1533525"/>
                <a:gd name="connsiteY6561" fmla="*/ 733616 h 1647825"/>
                <a:gd name="connsiteX6562" fmla="*/ 1214057 w 1533525"/>
                <a:gd name="connsiteY6562" fmla="*/ 734568 h 1647825"/>
                <a:gd name="connsiteX6563" fmla="*/ 1214533 w 1533525"/>
                <a:gd name="connsiteY6563" fmla="*/ 734949 h 1647825"/>
                <a:gd name="connsiteX6564" fmla="*/ 1215485 w 1533525"/>
                <a:gd name="connsiteY6564" fmla="*/ 735521 h 1647825"/>
                <a:gd name="connsiteX6565" fmla="*/ 1215866 w 1533525"/>
                <a:gd name="connsiteY6565" fmla="*/ 735997 h 1647825"/>
                <a:gd name="connsiteX6566" fmla="*/ 1215962 w 1533525"/>
                <a:gd name="connsiteY6566" fmla="*/ 736378 h 1647825"/>
                <a:gd name="connsiteX6567" fmla="*/ 1216247 w 1533525"/>
                <a:gd name="connsiteY6567" fmla="*/ 737807 h 1647825"/>
                <a:gd name="connsiteX6568" fmla="*/ 1216914 w 1533525"/>
                <a:gd name="connsiteY6568" fmla="*/ 740188 h 1647825"/>
                <a:gd name="connsiteX6569" fmla="*/ 1217486 w 1533525"/>
                <a:gd name="connsiteY6569" fmla="*/ 741331 h 1647825"/>
                <a:gd name="connsiteX6570" fmla="*/ 1218152 w 1533525"/>
                <a:gd name="connsiteY6570" fmla="*/ 741807 h 1647825"/>
                <a:gd name="connsiteX6571" fmla="*/ 1218819 w 1533525"/>
                <a:gd name="connsiteY6571" fmla="*/ 741998 h 1647825"/>
                <a:gd name="connsiteX6572" fmla="*/ 1219010 w 1533525"/>
                <a:gd name="connsiteY6572" fmla="*/ 742379 h 1647825"/>
                <a:gd name="connsiteX6573" fmla="*/ 1218819 w 1533525"/>
                <a:gd name="connsiteY6573" fmla="*/ 742855 h 1647825"/>
                <a:gd name="connsiteX6574" fmla="*/ 1218248 w 1533525"/>
                <a:gd name="connsiteY6574" fmla="*/ 743331 h 1647825"/>
                <a:gd name="connsiteX6575" fmla="*/ 1217867 w 1533525"/>
                <a:gd name="connsiteY6575" fmla="*/ 743807 h 1647825"/>
                <a:gd name="connsiteX6576" fmla="*/ 1217962 w 1533525"/>
                <a:gd name="connsiteY6576" fmla="*/ 744284 h 1647825"/>
                <a:gd name="connsiteX6577" fmla="*/ 1218248 w 1533525"/>
                <a:gd name="connsiteY6577" fmla="*/ 744760 h 1647825"/>
                <a:gd name="connsiteX6578" fmla="*/ 1218438 w 1533525"/>
                <a:gd name="connsiteY6578" fmla="*/ 745331 h 1647825"/>
                <a:gd name="connsiteX6579" fmla="*/ 1219676 w 1533525"/>
                <a:gd name="connsiteY6579" fmla="*/ 754475 h 1647825"/>
                <a:gd name="connsiteX6580" fmla="*/ 1220343 w 1533525"/>
                <a:gd name="connsiteY6580" fmla="*/ 756857 h 1647825"/>
                <a:gd name="connsiteX6581" fmla="*/ 1221581 w 1533525"/>
                <a:gd name="connsiteY6581" fmla="*/ 758571 h 1647825"/>
                <a:gd name="connsiteX6582" fmla="*/ 1223391 w 1533525"/>
                <a:gd name="connsiteY6582" fmla="*/ 759047 h 1647825"/>
                <a:gd name="connsiteX6583" fmla="*/ 1223582 w 1533525"/>
                <a:gd name="connsiteY6583" fmla="*/ 757142 h 1647825"/>
                <a:gd name="connsiteX6584" fmla="*/ 1222629 w 1533525"/>
                <a:gd name="connsiteY6584" fmla="*/ 752380 h 1647825"/>
                <a:gd name="connsiteX6585" fmla="*/ 1222629 w 1533525"/>
                <a:gd name="connsiteY6585" fmla="*/ 749808 h 1647825"/>
                <a:gd name="connsiteX6586" fmla="*/ 1222915 w 1533525"/>
                <a:gd name="connsiteY6586" fmla="*/ 748475 h 1647825"/>
                <a:gd name="connsiteX6587" fmla="*/ 1223486 w 1533525"/>
                <a:gd name="connsiteY6587" fmla="*/ 747617 h 1647825"/>
                <a:gd name="connsiteX6588" fmla="*/ 1224629 w 1533525"/>
                <a:gd name="connsiteY6588" fmla="*/ 747617 h 1647825"/>
                <a:gd name="connsiteX6589" fmla="*/ 1225677 w 1533525"/>
                <a:gd name="connsiteY6589" fmla="*/ 748379 h 1647825"/>
                <a:gd name="connsiteX6590" fmla="*/ 1226439 w 1533525"/>
                <a:gd name="connsiteY6590" fmla="*/ 749427 h 1647825"/>
                <a:gd name="connsiteX6591" fmla="*/ 1226915 w 1533525"/>
                <a:gd name="connsiteY6591" fmla="*/ 750284 h 1647825"/>
                <a:gd name="connsiteX6592" fmla="*/ 1226915 w 1533525"/>
                <a:gd name="connsiteY6592" fmla="*/ 750284 h 1647825"/>
                <a:gd name="connsiteX6593" fmla="*/ 1227106 w 1533525"/>
                <a:gd name="connsiteY6593" fmla="*/ 749903 h 1647825"/>
                <a:gd name="connsiteX6594" fmla="*/ 1227106 w 1533525"/>
                <a:gd name="connsiteY6594" fmla="*/ 749903 h 1647825"/>
                <a:gd name="connsiteX6595" fmla="*/ 1227487 w 1533525"/>
                <a:gd name="connsiteY6595" fmla="*/ 750380 h 1647825"/>
                <a:gd name="connsiteX6596" fmla="*/ 1227487 w 1533525"/>
                <a:gd name="connsiteY6596" fmla="*/ 750761 h 1647825"/>
                <a:gd name="connsiteX6597" fmla="*/ 1227392 w 1533525"/>
                <a:gd name="connsiteY6597" fmla="*/ 751142 h 1647825"/>
                <a:gd name="connsiteX6598" fmla="*/ 1227487 w 1533525"/>
                <a:gd name="connsiteY6598" fmla="*/ 751427 h 1647825"/>
                <a:gd name="connsiteX6599" fmla="*/ 1228249 w 1533525"/>
                <a:gd name="connsiteY6599" fmla="*/ 752189 h 1647825"/>
                <a:gd name="connsiteX6600" fmla="*/ 1228344 w 1533525"/>
                <a:gd name="connsiteY6600" fmla="*/ 752189 h 1647825"/>
                <a:gd name="connsiteX6601" fmla="*/ 1228725 w 1533525"/>
                <a:gd name="connsiteY6601" fmla="*/ 753904 h 1647825"/>
                <a:gd name="connsiteX6602" fmla="*/ 1229011 w 1533525"/>
                <a:gd name="connsiteY6602" fmla="*/ 754475 h 1647825"/>
                <a:gd name="connsiteX6603" fmla="*/ 1230249 w 1533525"/>
                <a:gd name="connsiteY6603" fmla="*/ 758666 h 1647825"/>
                <a:gd name="connsiteX6604" fmla="*/ 1230535 w 1533525"/>
                <a:gd name="connsiteY6604" fmla="*/ 760095 h 1647825"/>
                <a:gd name="connsiteX6605" fmla="*/ 1230725 w 1533525"/>
                <a:gd name="connsiteY6605" fmla="*/ 760286 h 1647825"/>
                <a:gd name="connsiteX6606" fmla="*/ 1231202 w 1533525"/>
                <a:gd name="connsiteY6606" fmla="*/ 760381 h 1647825"/>
                <a:gd name="connsiteX6607" fmla="*/ 1231297 w 1533525"/>
                <a:gd name="connsiteY6607" fmla="*/ 760571 h 1647825"/>
                <a:gd name="connsiteX6608" fmla="*/ 1231392 w 1533525"/>
                <a:gd name="connsiteY6608" fmla="*/ 762286 h 1647825"/>
                <a:gd name="connsiteX6609" fmla="*/ 1231583 w 1533525"/>
                <a:gd name="connsiteY6609" fmla="*/ 762857 h 1647825"/>
                <a:gd name="connsiteX6610" fmla="*/ 1232249 w 1533525"/>
                <a:gd name="connsiteY6610" fmla="*/ 763619 h 1647825"/>
                <a:gd name="connsiteX6611" fmla="*/ 1232916 w 1533525"/>
                <a:gd name="connsiteY6611" fmla="*/ 763905 h 1647825"/>
                <a:gd name="connsiteX6612" fmla="*/ 1233583 w 1533525"/>
                <a:gd name="connsiteY6612" fmla="*/ 764000 h 1647825"/>
                <a:gd name="connsiteX6613" fmla="*/ 1234345 w 1533525"/>
                <a:gd name="connsiteY6613" fmla="*/ 764381 h 1647825"/>
                <a:gd name="connsiteX6614" fmla="*/ 1234631 w 1533525"/>
                <a:gd name="connsiteY6614" fmla="*/ 765048 h 1647825"/>
                <a:gd name="connsiteX6615" fmla="*/ 1234631 w 1533525"/>
                <a:gd name="connsiteY6615" fmla="*/ 765620 h 1647825"/>
                <a:gd name="connsiteX6616" fmla="*/ 1234821 w 1533525"/>
                <a:gd name="connsiteY6616" fmla="*/ 765810 h 1647825"/>
                <a:gd name="connsiteX6617" fmla="*/ 1235678 w 1533525"/>
                <a:gd name="connsiteY6617" fmla="*/ 765334 h 1647825"/>
                <a:gd name="connsiteX6618" fmla="*/ 1235964 w 1533525"/>
                <a:gd name="connsiteY6618" fmla="*/ 764953 h 1647825"/>
                <a:gd name="connsiteX6619" fmla="*/ 1236155 w 1533525"/>
                <a:gd name="connsiteY6619" fmla="*/ 764381 h 1647825"/>
                <a:gd name="connsiteX6620" fmla="*/ 1236440 w 1533525"/>
                <a:gd name="connsiteY6620" fmla="*/ 763905 h 1647825"/>
                <a:gd name="connsiteX6621" fmla="*/ 1236917 w 1533525"/>
                <a:gd name="connsiteY6621" fmla="*/ 763715 h 1647825"/>
                <a:gd name="connsiteX6622" fmla="*/ 1237298 w 1533525"/>
                <a:gd name="connsiteY6622" fmla="*/ 763810 h 1647825"/>
                <a:gd name="connsiteX6623" fmla="*/ 1237679 w 1533525"/>
                <a:gd name="connsiteY6623" fmla="*/ 763905 h 1647825"/>
                <a:gd name="connsiteX6624" fmla="*/ 1238060 w 1533525"/>
                <a:gd name="connsiteY6624" fmla="*/ 764000 h 1647825"/>
                <a:gd name="connsiteX6625" fmla="*/ 1238441 w 1533525"/>
                <a:gd name="connsiteY6625" fmla="*/ 763905 h 1647825"/>
                <a:gd name="connsiteX6626" fmla="*/ 1239107 w 1533525"/>
                <a:gd name="connsiteY6626" fmla="*/ 763619 h 1647825"/>
                <a:gd name="connsiteX6627" fmla="*/ 1240536 w 1533525"/>
                <a:gd name="connsiteY6627" fmla="*/ 763334 h 1647825"/>
                <a:gd name="connsiteX6628" fmla="*/ 1241203 w 1533525"/>
                <a:gd name="connsiteY6628" fmla="*/ 762953 h 1647825"/>
                <a:gd name="connsiteX6629" fmla="*/ 1241584 w 1533525"/>
                <a:gd name="connsiteY6629" fmla="*/ 762476 h 1647825"/>
                <a:gd name="connsiteX6630" fmla="*/ 1242441 w 1533525"/>
                <a:gd name="connsiteY6630" fmla="*/ 761619 h 1647825"/>
                <a:gd name="connsiteX6631" fmla="*/ 1242822 w 1533525"/>
                <a:gd name="connsiteY6631" fmla="*/ 761238 h 1647825"/>
                <a:gd name="connsiteX6632" fmla="*/ 1243679 w 1533525"/>
                <a:gd name="connsiteY6632" fmla="*/ 759905 h 1647825"/>
                <a:gd name="connsiteX6633" fmla="*/ 1243775 w 1533525"/>
                <a:gd name="connsiteY6633" fmla="*/ 759714 h 1647825"/>
                <a:gd name="connsiteX6634" fmla="*/ 1243775 w 1533525"/>
                <a:gd name="connsiteY6634" fmla="*/ 759428 h 1647825"/>
                <a:gd name="connsiteX6635" fmla="*/ 1243775 w 1533525"/>
                <a:gd name="connsiteY6635" fmla="*/ 759143 h 1647825"/>
                <a:gd name="connsiteX6636" fmla="*/ 1244060 w 1533525"/>
                <a:gd name="connsiteY6636" fmla="*/ 758952 h 1647825"/>
                <a:gd name="connsiteX6637" fmla="*/ 1244251 w 1533525"/>
                <a:gd name="connsiteY6637" fmla="*/ 758952 h 1647825"/>
                <a:gd name="connsiteX6638" fmla="*/ 1244727 w 1533525"/>
                <a:gd name="connsiteY6638" fmla="*/ 758952 h 1647825"/>
                <a:gd name="connsiteX6639" fmla="*/ 1244822 w 1533525"/>
                <a:gd name="connsiteY6639" fmla="*/ 758952 h 1647825"/>
                <a:gd name="connsiteX6640" fmla="*/ 1245584 w 1533525"/>
                <a:gd name="connsiteY6640" fmla="*/ 758095 h 1647825"/>
                <a:gd name="connsiteX6641" fmla="*/ 1245775 w 1533525"/>
                <a:gd name="connsiteY6641" fmla="*/ 757619 h 1647825"/>
                <a:gd name="connsiteX6642" fmla="*/ 1245584 w 1533525"/>
                <a:gd name="connsiteY6642" fmla="*/ 756952 h 1647825"/>
                <a:gd name="connsiteX6643" fmla="*/ 1244918 w 1533525"/>
                <a:gd name="connsiteY6643" fmla="*/ 755237 h 1647825"/>
                <a:gd name="connsiteX6644" fmla="*/ 1244156 w 1533525"/>
                <a:gd name="connsiteY6644" fmla="*/ 751332 h 1647825"/>
                <a:gd name="connsiteX6645" fmla="*/ 1243394 w 1533525"/>
                <a:gd name="connsiteY6645" fmla="*/ 749522 h 1647825"/>
                <a:gd name="connsiteX6646" fmla="*/ 1243108 w 1533525"/>
                <a:gd name="connsiteY6646" fmla="*/ 747236 h 1647825"/>
                <a:gd name="connsiteX6647" fmla="*/ 1244060 w 1533525"/>
                <a:gd name="connsiteY6647" fmla="*/ 744474 h 1647825"/>
                <a:gd name="connsiteX6648" fmla="*/ 1245584 w 1533525"/>
                <a:gd name="connsiteY6648" fmla="*/ 741807 h 1647825"/>
                <a:gd name="connsiteX6649" fmla="*/ 1246918 w 1533525"/>
                <a:gd name="connsiteY6649" fmla="*/ 739902 h 1647825"/>
                <a:gd name="connsiteX6650" fmla="*/ 1247775 w 1533525"/>
                <a:gd name="connsiteY6650" fmla="*/ 739140 h 1647825"/>
                <a:gd name="connsiteX6651" fmla="*/ 1250728 w 1533525"/>
                <a:gd name="connsiteY6651" fmla="*/ 737902 h 1647825"/>
                <a:gd name="connsiteX6652" fmla="*/ 1251585 w 1533525"/>
                <a:gd name="connsiteY6652" fmla="*/ 737330 h 1647825"/>
                <a:gd name="connsiteX6653" fmla="*/ 1252252 w 1533525"/>
                <a:gd name="connsiteY6653" fmla="*/ 736568 h 1647825"/>
                <a:gd name="connsiteX6654" fmla="*/ 1253490 w 1533525"/>
                <a:gd name="connsiteY6654" fmla="*/ 734568 h 1647825"/>
                <a:gd name="connsiteX6655" fmla="*/ 1253585 w 1533525"/>
                <a:gd name="connsiteY6655" fmla="*/ 732282 h 1647825"/>
                <a:gd name="connsiteX6656" fmla="*/ 1252157 w 1533525"/>
                <a:gd name="connsiteY6656" fmla="*/ 725710 h 1647825"/>
                <a:gd name="connsiteX6657" fmla="*/ 1252061 w 1533525"/>
                <a:gd name="connsiteY6657" fmla="*/ 723519 h 1647825"/>
                <a:gd name="connsiteX6658" fmla="*/ 1252157 w 1533525"/>
                <a:gd name="connsiteY6658" fmla="*/ 722281 h 1647825"/>
                <a:gd name="connsiteX6659" fmla="*/ 1252442 w 1533525"/>
                <a:gd name="connsiteY6659" fmla="*/ 721519 h 1647825"/>
                <a:gd name="connsiteX6660" fmla="*/ 1253204 w 1533525"/>
                <a:gd name="connsiteY6660" fmla="*/ 721519 h 1647825"/>
                <a:gd name="connsiteX6661" fmla="*/ 1253871 w 1533525"/>
                <a:gd name="connsiteY6661" fmla="*/ 722281 h 1647825"/>
                <a:gd name="connsiteX6662" fmla="*/ 1254538 w 1533525"/>
                <a:gd name="connsiteY6662" fmla="*/ 723329 h 1647825"/>
                <a:gd name="connsiteX6663" fmla="*/ 1256729 w 1533525"/>
                <a:gd name="connsiteY6663" fmla="*/ 725805 h 1647825"/>
                <a:gd name="connsiteX6664" fmla="*/ 1257586 w 1533525"/>
                <a:gd name="connsiteY6664" fmla="*/ 726186 h 1647825"/>
                <a:gd name="connsiteX6665" fmla="*/ 1258824 w 1533525"/>
                <a:gd name="connsiteY6665" fmla="*/ 725900 h 1647825"/>
                <a:gd name="connsiteX6666" fmla="*/ 1259777 w 1533525"/>
                <a:gd name="connsiteY6666" fmla="*/ 725138 h 1647825"/>
                <a:gd name="connsiteX6667" fmla="*/ 1261491 w 1533525"/>
                <a:gd name="connsiteY6667" fmla="*/ 722757 h 1647825"/>
                <a:gd name="connsiteX6668" fmla="*/ 1262348 w 1533525"/>
                <a:gd name="connsiteY6668" fmla="*/ 721805 h 1647825"/>
                <a:gd name="connsiteX6669" fmla="*/ 1264539 w 1533525"/>
                <a:gd name="connsiteY6669" fmla="*/ 721043 h 1647825"/>
                <a:gd name="connsiteX6670" fmla="*/ 1265587 w 1533525"/>
                <a:gd name="connsiteY6670" fmla="*/ 722662 h 1647825"/>
                <a:gd name="connsiteX6671" fmla="*/ 1266158 w 1533525"/>
                <a:gd name="connsiteY6671" fmla="*/ 724853 h 1647825"/>
                <a:gd name="connsiteX6672" fmla="*/ 1266825 w 1533525"/>
                <a:gd name="connsiteY6672" fmla="*/ 725805 h 1647825"/>
                <a:gd name="connsiteX6673" fmla="*/ 1267587 w 1533525"/>
                <a:gd name="connsiteY6673" fmla="*/ 725043 h 1647825"/>
                <a:gd name="connsiteX6674" fmla="*/ 1268254 w 1533525"/>
                <a:gd name="connsiteY6674" fmla="*/ 722376 h 1647825"/>
                <a:gd name="connsiteX6675" fmla="*/ 1269111 w 1533525"/>
                <a:gd name="connsiteY6675" fmla="*/ 721900 h 1647825"/>
                <a:gd name="connsiteX6676" fmla="*/ 1270159 w 1533525"/>
                <a:gd name="connsiteY6676" fmla="*/ 722471 h 1647825"/>
                <a:gd name="connsiteX6677" fmla="*/ 1270159 w 1533525"/>
                <a:gd name="connsiteY6677" fmla="*/ 722662 h 1647825"/>
                <a:gd name="connsiteX6678" fmla="*/ 1270254 w 1533525"/>
                <a:gd name="connsiteY6678" fmla="*/ 723710 h 1647825"/>
                <a:gd name="connsiteX6679" fmla="*/ 1269683 w 1533525"/>
                <a:gd name="connsiteY6679" fmla="*/ 726091 h 1647825"/>
                <a:gd name="connsiteX6680" fmla="*/ 1269873 w 1533525"/>
                <a:gd name="connsiteY6680" fmla="*/ 727996 h 1647825"/>
                <a:gd name="connsiteX6681" fmla="*/ 1271873 w 1533525"/>
                <a:gd name="connsiteY6681" fmla="*/ 734473 h 1647825"/>
                <a:gd name="connsiteX6682" fmla="*/ 1272159 w 1533525"/>
                <a:gd name="connsiteY6682" fmla="*/ 737235 h 1647825"/>
                <a:gd name="connsiteX6683" fmla="*/ 1272445 w 1533525"/>
                <a:gd name="connsiteY6683" fmla="*/ 738092 h 1647825"/>
                <a:gd name="connsiteX6684" fmla="*/ 1272731 w 1533525"/>
                <a:gd name="connsiteY6684" fmla="*/ 738569 h 1647825"/>
                <a:gd name="connsiteX6685" fmla="*/ 1273397 w 1533525"/>
                <a:gd name="connsiteY6685" fmla="*/ 739235 h 1647825"/>
                <a:gd name="connsiteX6686" fmla="*/ 1273683 w 1533525"/>
                <a:gd name="connsiteY6686" fmla="*/ 739712 h 1647825"/>
                <a:gd name="connsiteX6687" fmla="*/ 1273778 w 1533525"/>
                <a:gd name="connsiteY6687" fmla="*/ 740093 h 1647825"/>
                <a:gd name="connsiteX6688" fmla="*/ 1273683 w 1533525"/>
                <a:gd name="connsiteY6688" fmla="*/ 740855 h 1647825"/>
                <a:gd name="connsiteX6689" fmla="*/ 1273778 w 1533525"/>
                <a:gd name="connsiteY6689" fmla="*/ 741236 h 1647825"/>
                <a:gd name="connsiteX6690" fmla="*/ 1274064 w 1533525"/>
                <a:gd name="connsiteY6690" fmla="*/ 741617 h 1647825"/>
                <a:gd name="connsiteX6691" fmla="*/ 1274731 w 1533525"/>
                <a:gd name="connsiteY6691" fmla="*/ 742188 h 1647825"/>
                <a:gd name="connsiteX6692" fmla="*/ 1274921 w 1533525"/>
                <a:gd name="connsiteY6692" fmla="*/ 742474 h 1647825"/>
                <a:gd name="connsiteX6693" fmla="*/ 1275017 w 1533525"/>
                <a:gd name="connsiteY6693" fmla="*/ 742950 h 1647825"/>
                <a:gd name="connsiteX6694" fmla="*/ 1274826 w 1533525"/>
                <a:gd name="connsiteY6694" fmla="*/ 744093 h 1647825"/>
                <a:gd name="connsiteX6695" fmla="*/ 1274826 w 1533525"/>
                <a:gd name="connsiteY6695" fmla="*/ 744665 h 1647825"/>
                <a:gd name="connsiteX6696" fmla="*/ 1275112 w 1533525"/>
                <a:gd name="connsiteY6696" fmla="*/ 745617 h 1647825"/>
                <a:gd name="connsiteX6697" fmla="*/ 1275398 w 1533525"/>
                <a:gd name="connsiteY6697" fmla="*/ 746189 h 1647825"/>
                <a:gd name="connsiteX6698" fmla="*/ 1275398 w 1533525"/>
                <a:gd name="connsiteY6698" fmla="*/ 746760 h 1647825"/>
                <a:gd name="connsiteX6699" fmla="*/ 1275017 w 1533525"/>
                <a:gd name="connsiteY6699" fmla="*/ 747808 h 1647825"/>
                <a:gd name="connsiteX6700" fmla="*/ 1274064 w 1533525"/>
                <a:gd name="connsiteY6700" fmla="*/ 749808 h 1647825"/>
                <a:gd name="connsiteX6701" fmla="*/ 1273874 w 1533525"/>
                <a:gd name="connsiteY6701" fmla="*/ 750665 h 1647825"/>
                <a:gd name="connsiteX6702" fmla="*/ 1273778 w 1533525"/>
                <a:gd name="connsiteY6702" fmla="*/ 752951 h 1647825"/>
                <a:gd name="connsiteX6703" fmla="*/ 1275112 w 1533525"/>
                <a:gd name="connsiteY6703" fmla="*/ 761048 h 1647825"/>
                <a:gd name="connsiteX6704" fmla="*/ 1275112 w 1533525"/>
                <a:gd name="connsiteY6704" fmla="*/ 764953 h 1647825"/>
                <a:gd name="connsiteX6705" fmla="*/ 1275493 w 1533525"/>
                <a:gd name="connsiteY6705" fmla="*/ 766858 h 1647825"/>
                <a:gd name="connsiteX6706" fmla="*/ 1276445 w 1533525"/>
                <a:gd name="connsiteY6706" fmla="*/ 768382 h 1647825"/>
                <a:gd name="connsiteX6707" fmla="*/ 1278160 w 1533525"/>
                <a:gd name="connsiteY6707" fmla="*/ 769049 h 1647825"/>
                <a:gd name="connsiteX6708" fmla="*/ 1278922 w 1533525"/>
                <a:gd name="connsiteY6708" fmla="*/ 770001 h 1647825"/>
                <a:gd name="connsiteX6709" fmla="*/ 1279398 w 1533525"/>
                <a:gd name="connsiteY6709" fmla="*/ 774383 h 1647825"/>
                <a:gd name="connsiteX6710" fmla="*/ 1279779 w 1533525"/>
                <a:gd name="connsiteY6710" fmla="*/ 776097 h 1647825"/>
                <a:gd name="connsiteX6711" fmla="*/ 1280351 w 1533525"/>
                <a:gd name="connsiteY6711" fmla="*/ 776954 h 1647825"/>
                <a:gd name="connsiteX6712" fmla="*/ 1281779 w 1533525"/>
                <a:gd name="connsiteY6712" fmla="*/ 778193 h 1647825"/>
                <a:gd name="connsiteX6713" fmla="*/ 1282351 w 1533525"/>
                <a:gd name="connsiteY6713" fmla="*/ 779050 h 1647825"/>
                <a:gd name="connsiteX6714" fmla="*/ 1282541 w 1533525"/>
                <a:gd name="connsiteY6714" fmla="*/ 779907 h 1647825"/>
                <a:gd name="connsiteX6715" fmla="*/ 1282922 w 1533525"/>
                <a:gd name="connsiteY6715" fmla="*/ 784289 h 1647825"/>
                <a:gd name="connsiteX6716" fmla="*/ 1282827 w 1533525"/>
                <a:gd name="connsiteY6716" fmla="*/ 787622 h 1647825"/>
                <a:gd name="connsiteX6717" fmla="*/ 1283018 w 1533525"/>
                <a:gd name="connsiteY6717" fmla="*/ 788575 h 1647825"/>
                <a:gd name="connsiteX6718" fmla="*/ 1283684 w 1533525"/>
                <a:gd name="connsiteY6718" fmla="*/ 790385 h 1647825"/>
                <a:gd name="connsiteX6719" fmla="*/ 1283780 w 1533525"/>
                <a:gd name="connsiteY6719" fmla="*/ 791337 h 1647825"/>
                <a:gd name="connsiteX6720" fmla="*/ 1286828 w 1533525"/>
                <a:gd name="connsiteY6720" fmla="*/ 809816 h 1647825"/>
                <a:gd name="connsiteX6721" fmla="*/ 1286732 w 1533525"/>
                <a:gd name="connsiteY6721" fmla="*/ 811244 h 1647825"/>
                <a:gd name="connsiteX6722" fmla="*/ 1286161 w 1533525"/>
                <a:gd name="connsiteY6722" fmla="*/ 811530 h 1647825"/>
                <a:gd name="connsiteX6723" fmla="*/ 1285399 w 1533525"/>
                <a:gd name="connsiteY6723" fmla="*/ 811530 h 1647825"/>
                <a:gd name="connsiteX6724" fmla="*/ 1284732 w 1533525"/>
                <a:gd name="connsiteY6724" fmla="*/ 812102 h 1647825"/>
                <a:gd name="connsiteX6725" fmla="*/ 1285970 w 1533525"/>
                <a:gd name="connsiteY6725" fmla="*/ 815912 h 1647825"/>
                <a:gd name="connsiteX6726" fmla="*/ 1286637 w 1533525"/>
                <a:gd name="connsiteY6726" fmla="*/ 819626 h 1647825"/>
                <a:gd name="connsiteX6727" fmla="*/ 1286732 w 1533525"/>
                <a:gd name="connsiteY6727" fmla="*/ 820103 h 1647825"/>
                <a:gd name="connsiteX6728" fmla="*/ 1286732 w 1533525"/>
                <a:gd name="connsiteY6728" fmla="*/ 820579 h 1647825"/>
                <a:gd name="connsiteX6729" fmla="*/ 1287113 w 1533525"/>
                <a:gd name="connsiteY6729" fmla="*/ 820388 h 1647825"/>
                <a:gd name="connsiteX6730" fmla="*/ 1287494 w 1533525"/>
                <a:gd name="connsiteY6730" fmla="*/ 820198 h 1647825"/>
                <a:gd name="connsiteX6731" fmla="*/ 1287875 w 1533525"/>
                <a:gd name="connsiteY6731" fmla="*/ 819912 h 1647825"/>
                <a:gd name="connsiteX6732" fmla="*/ 1288161 w 1533525"/>
                <a:gd name="connsiteY6732" fmla="*/ 819531 h 1647825"/>
                <a:gd name="connsiteX6733" fmla="*/ 1288733 w 1533525"/>
                <a:gd name="connsiteY6733" fmla="*/ 818769 h 1647825"/>
                <a:gd name="connsiteX6734" fmla="*/ 1289399 w 1533525"/>
                <a:gd name="connsiteY6734" fmla="*/ 818579 h 1647825"/>
                <a:gd name="connsiteX6735" fmla="*/ 1290066 w 1533525"/>
                <a:gd name="connsiteY6735" fmla="*/ 818483 h 1647825"/>
                <a:gd name="connsiteX6736" fmla="*/ 1290638 w 1533525"/>
                <a:gd name="connsiteY6736" fmla="*/ 818198 h 1647825"/>
                <a:gd name="connsiteX6737" fmla="*/ 1291019 w 1533525"/>
                <a:gd name="connsiteY6737" fmla="*/ 817436 h 1647825"/>
                <a:gd name="connsiteX6738" fmla="*/ 1291019 w 1533525"/>
                <a:gd name="connsiteY6738" fmla="*/ 816674 h 1647825"/>
                <a:gd name="connsiteX6739" fmla="*/ 1290923 w 1533525"/>
                <a:gd name="connsiteY6739" fmla="*/ 815912 h 1647825"/>
                <a:gd name="connsiteX6740" fmla="*/ 1290923 w 1533525"/>
                <a:gd name="connsiteY6740" fmla="*/ 815054 h 1647825"/>
                <a:gd name="connsiteX6741" fmla="*/ 1291209 w 1533525"/>
                <a:gd name="connsiteY6741" fmla="*/ 813911 h 1647825"/>
                <a:gd name="connsiteX6742" fmla="*/ 1291304 w 1533525"/>
                <a:gd name="connsiteY6742" fmla="*/ 813911 h 1647825"/>
                <a:gd name="connsiteX6743" fmla="*/ 1291590 w 1533525"/>
                <a:gd name="connsiteY6743" fmla="*/ 814007 h 1647825"/>
                <a:gd name="connsiteX6744" fmla="*/ 1291781 w 1533525"/>
                <a:gd name="connsiteY6744" fmla="*/ 813911 h 1647825"/>
                <a:gd name="connsiteX6745" fmla="*/ 1291781 w 1533525"/>
                <a:gd name="connsiteY6745" fmla="*/ 813340 h 1647825"/>
                <a:gd name="connsiteX6746" fmla="*/ 1291590 w 1533525"/>
                <a:gd name="connsiteY6746" fmla="*/ 811721 h 1647825"/>
                <a:gd name="connsiteX6747" fmla="*/ 1291781 w 1533525"/>
                <a:gd name="connsiteY6747" fmla="*/ 810959 h 1647825"/>
                <a:gd name="connsiteX6748" fmla="*/ 1292257 w 1533525"/>
                <a:gd name="connsiteY6748" fmla="*/ 810578 h 1647825"/>
                <a:gd name="connsiteX6749" fmla="*/ 1293495 w 1533525"/>
                <a:gd name="connsiteY6749" fmla="*/ 810959 h 1647825"/>
                <a:gd name="connsiteX6750" fmla="*/ 1296829 w 1533525"/>
                <a:gd name="connsiteY6750" fmla="*/ 813435 h 1647825"/>
                <a:gd name="connsiteX6751" fmla="*/ 1300258 w 1533525"/>
                <a:gd name="connsiteY6751" fmla="*/ 816674 h 1647825"/>
                <a:gd name="connsiteX6752" fmla="*/ 1301210 w 1533525"/>
                <a:gd name="connsiteY6752" fmla="*/ 817912 h 1647825"/>
                <a:gd name="connsiteX6753" fmla="*/ 1301687 w 1533525"/>
                <a:gd name="connsiteY6753" fmla="*/ 819531 h 1647825"/>
                <a:gd name="connsiteX6754" fmla="*/ 1301972 w 1533525"/>
                <a:gd name="connsiteY6754" fmla="*/ 821150 h 1647825"/>
                <a:gd name="connsiteX6755" fmla="*/ 1302544 w 1533525"/>
                <a:gd name="connsiteY6755" fmla="*/ 821722 h 1647825"/>
                <a:gd name="connsiteX6756" fmla="*/ 1303211 w 1533525"/>
                <a:gd name="connsiteY6756" fmla="*/ 821150 h 1647825"/>
                <a:gd name="connsiteX6757" fmla="*/ 1303687 w 1533525"/>
                <a:gd name="connsiteY6757" fmla="*/ 819531 h 1647825"/>
                <a:gd name="connsiteX6758" fmla="*/ 1304068 w 1533525"/>
                <a:gd name="connsiteY6758" fmla="*/ 818293 h 1647825"/>
                <a:gd name="connsiteX6759" fmla="*/ 1304830 w 1533525"/>
                <a:gd name="connsiteY6759" fmla="*/ 818007 h 1647825"/>
                <a:gd name="connsiteX6760" fmla="*/ 1305687 w 1533525"/>
                <a:gd name="connsiteY6760" fmla="*/ 818483 h 1647825"/>
                <a:gd name="connsiteX6761" fmla="*/ 1306354 w 1533525"/>
                <a:gd name="connsiteY6761" fmla="*/ 819531 h 1647825"/>
                <a:gd name="connsiteX6762" fmla="*/ 1306640 w 1533525"/>
                <a:gd name="connsiteY6762" fmla="*/ 819817 h 1647825"/>
                <a:gd name="connsiteX6763" fmla="*/ 1306925 w 1533525"/>
                <a:gd name="connsiteY6763" fmla="*/ 820007 h 1647825"/>
                <a:gd name="connsiteX6764" fmla="*/ 1307306 w 1533525"/>
                <a:gd name="connsiteY6764" fmla="*/ 820007 h 1647825"/>
                <a:gd name="connsiteX6765" fmla="*/ 1307687 w 1533525"/>
                <a:gd name="connsiteY6765" fmla="*/ 819817 h 1647825"/>
                <a:gd name="connsiteX6766" fmla="*/ 1307783 w 1533525"/>
                <a:gd name="connsiteY6766" fmla="*/ 819722 h 1647825"/>
                <a:gd name="connsiteX6767" fmla="*/ 1307878 w 1533525"/>
                <a:gd name="connsiteY6767" fmla="*/ 819626 h 1647825"/>
                <a:gd name="connsiteX6768" fmla="*/ 1307878 w 1533525"/>
                <a:gd name="connsiteY6768" fmla="*/ 819245 h 1647825"/>
                <a:gd name="connsiteX6769" fmla="*/ 1307878 w 1533525"/>
                <a:gd name="connsiteY6769" fmla="*/ 818864 h 1647825"/>
                <a:gd name="connsiteX6770" fmla="*/ 1307783 w 1533525"/>
                <a:gd name="connsiteY6770" fmla="*/ 818483 h 1647825"/>
                <a:gd name="connsiteX6771" fmla="*/ 1307592 w 1533525"/>
                <a:gd name="connsiteY6771" fmla="*/ 818102 h 1647825"/>
                <a:gd name="connsiteX6772" fmla="*/ 1307211 w 1533525"/>
                <a:gd name="connsiteY6772" fmla="*/ 817340 h 1647825"/>
                <a:gd name="connsiteX6773" fmla="*/ 1307021 w 1533525"/>
                <a:gd name="connsiteY6773" fmla="*/ 816578 h 1647825"/>
                <a:gd name="connsiteX6774" fmla="*/ 1307116 w 1533525"/>
                <a:gd name="connsiteY6774" fmla="*/ 815816 h 1647825"/>
                <a:gd name="connsiteX6775" fmla="*/ 1308068 w 1533525"/>
                <a:gd name="connsiteY6775" fmla="*/ 813911 h 1647825"/>
                <a:gd name="connsiteX6776" fmla="*/ 1308545 w 1533525"/>
                <a:gd name="connsiteY6776" fmla="*/ 813530 h 1647825"/>
                <a:gd name="connsiteX6777" fmla="*/ 1309211 w 1533525"/>
                <a:gd name="connsiteY6777" fmla="*/ 813340 h 1647825"/>
                <a:gd name="connsiteX6778" fmla="*/ 1310164 w 1533525"/>
                <a:gd name="connsiteY6778" fmla="*/ 812959 h 1647825"/>
                <a:gd name="connsiteX6779" fmla="*/ 1309973 w 1533525"/>
                <a:gd name="connsiteY6779" fmla="*/ 812483 h 1647825"/>
                <a:gd name="connsiteX6780" fmla="*/ 1310069 w 1533525"/>
                <a:gd name="connsiteY6780" fmla="*/ 808673 h 1647825"/>
                <a:gd name="connsiteX6781" fmla="*/ 1309973 w 1533525"/>
                <a:gd name="connsiteY6781" fmla="*/ 808292 h 1647825"/>
                <a:gd name="connsiteX6782" fmla="*/ 1310069 w 1533525"/>
                <a:gd name="connsiteY6782" fmla="*/ 808006 h 1647825"/>
                <a:gd name="connsiteX6783" fmla="*/ 1310735 w 1533525"/>
                <a:gd name="connsiteY6783" fmla="*/ 807720 h 1647825"/>
                <a:gd name="connsiteX6784" fmla="*/ 1311212 w 1533525"/>
                <a:gd name="connsiteY6784" fmla="*/ 807720 h 1647825"/>
                <a:gd name="connsiteX6785" fmla="*/ 1312640 w 1533525"/>
                <a:gd name="connsiteY6785" fmla="*/ 808006 h 1647825"/>
                <a:gd name="connsiteX6786" fmla="*/ 1313593 w 1533525"/>
                <a:gd name="connsiteY6786" fmla="*/ 808292 h 1647825"/>
                <a:gd name="connsiteX6787" fmla="*/ 1314355 w 1533525"/>
                <a:gd name="connsiteY6787" fmla="*/ 808863 h 1647825"/>
                <a:gd name="connsiteX6788" fmla="*/ 1315117 w 1533525"/>
                <a:gd name="connsiteY6788" fmla="*/ 809244 h 1647825"/>
                <a:gd name="connsiteX6789" fmla="*/ 1316260 w 1533525"/>
                <a:gd name="connsiteY6789" fmla="*/ 808863 h 1647825"/>
                <a:gd name="connsiteX6790" fmla="*/ 1315307 w 1533525"/>
                <a:gd name="connsiteY6790" fmla="*/ 807149 h 1647825"/>
                <a:gd name="connsiteX6791" fmla="*/ 1315307 w 1533525"/>
                <a:gd name="connsiteY6791" fmla="*/ 806482 h 1647825"/>
                <a:gd name="connsiteX6792" fmla="*/ 1315403 w 1533525"/>
                <a:gd name="connsiteY6792" fmla="*/ 806387 h 1647825"/>
                <a:gd name="connsiteX6793" fmla="*/ 1315688 w 1533525"/>
                <a:gd name="connsiteY6793" fmla="*/ 806387 h 1647825"/>
                <a:gd name="connsiteX6794" fmla="*/ 1316831 w 1533525"/>
                <a:gd name="connsiteY6794" fmla="*/ 805910 h 1647825"/>
                <a:gd name="connsiteX6795" fmla="*/ 1317308 w 1533525"/>
                <a:gd name="connsiteY6795" fmla="*/ 805815 h 1647825"/>
                <a:gd name="connsiteX6796" fmla="*/ 1317688 w 1533525"/>
                <a:gd name="connsiteY6796" fmla="*/ 805529 h 1647825"/>
                <a:gd name="connsiteX6797" fmla="*/ 1317974 w 1533525"/>
                <a:gd name="connsiteY6797" fmla="*/ 804863 h 1647825"/>
                <a:gd name="connsiteX6798" fmla="*/ 1317974 w 1533525"/>
                <a:gd name="connsiteY6798" fmla="*/ 804291 h 1647825"/>
                <a:gd name="connsiteX6799" fmla="*/ 1317498 w 1533525"/>
                <a:gd name="connsiteY6799" fmla="*/ 797624 h 1647825"/>
                <a:gd name="connsiteX6800" fmla="*/ 1316831 w 1533525"/>
                <a:gd name="connsiteY6800" fmla="*/ 795338 h 1647825"/>
                <a:gd name="connsiteX6801" fmla="*/ 1314926 w 1533525"/>
                <a:gd name="connsiteY6801" fmla="*/ 793337 h 1647825"/>
                <a:gd name="connsiteX6802" fmla="*/ 1314450 w 1533525"/>
                <a:gd name="connsiteY6802" fmla="*/ 792385 h 1647825"/>
                <a:gd name="connsiteX6803" fmla="*/ 1313879 w 1533525"/>
                <a:gd name="connsiteY6803" fmla="*/ 790480 h 1647825"/>
                <a:gd name="connsiteX6804" fmla="*/ 1313879 w 1533525"/>
                <a:gd name="connsiteY6804" fmla="*/ 789146 h 1647825"/>
                <a:gd name="connsiteX6805" fmla="*/ 1314450 w 1533525"/>
                <a:gd name="connsiteY6805" fmla="*/ 786956 h 1647825"/>
                <a:gd name="connsiteX6806" fmla="*/ 1314545 w 1533525"/>
                <a:gd name="connsiteY6806" fmla="*/ 785717 h 1647825"/>
                <a:gd name="connsiteX6807" fmla="*/ 1314260 w 1533525"/>
                <a:gd name="connsiteY6807" fmla="*/ 784574 h 1647825"/>
                <a:gd name="connsiteX6808" fmla="*/ 1313117 w 1533525"/>
                <a:gd name="connsiteY6808" fmla="*/ 782479 h 1647825"/>
                <a:gd name="connsiteX6809" fmla="*/ 1312736 w 1533525"/>
                <a:gd name="connsiteY6809" fmla="*/ 781431 h 1647825"/>
                <a:gd name="connsiteX6810" fmla="*/ 1312545 w 1533525"/>
                <a:gd name="connsiteY6810" fmla="*/ 780193 h 1647825"/>
                <a:gd name="connsiteX6811" fmla="*/ 1313021 w 1533525"/>
                <a:gd name="connsiteY6811" fmla="*/ 775621 h 1647825"/>
                <a:gd name="connsiteX6812" fmla="*/ 1314736 w 1533525"/>
                <a:gd name="connsiteY6812" fmla="*/ 774097 h 1647825"/>
                <a:gd name="connsiteX6813" fmla="*/ 1314926 w 1533525"/>
                <a:gd name="connsiteY6813" fmla="*/ 774192 h 1647825"/>
                <a:gd name="connsiteX6814" fmla="*/ 1315403 w 1533525"/>
                <a:gd name="connsiteY6814" fmla="*/ 772859 h 1647825"/>
                <a:gd name="connsiteX6815" fmla="*/ 1317308 w 1533525"/>
                <a:gd name="connsiteY6815" fmla="*/ 770573 h 1647825"/>
                <a:gd name="connsiteX6816" fmla="*/ 1318070 w 1533525"/>
                <a:gd name="connsiteY6816" fmla="*/ 769430 h 1647825"/>
                <a:gd name="connsiteX6817" fmla="*/ 1318165 w 1533525"/>
                <a:gd name="connsiteY6817" fmla="*/ 768382 h 1647825"/>
                <a:gd name="connsiteX6818" fmla="*/ 1317784 w 1533525"/>
                <a:gd name="connsiteY6818" fmla="*/ 767239 h 1647825"/>
                <a:gd name="connsiteX6819" fmla="*/ 1316736 w 1533525"/>
                <a:gd name="connsiteY6819" fmla="*/ 765239 h 1647825"/>
                <a:gd name="connsiteX6820" fmla="*/ 1316355 w 1533525"/>
                <a:gd name="connsiteY6820" fmla="*/ 764000 h 1647825"/>
                <a:gd name="connsiteX6821" fmla="*/ 1316069 w 1533525"/>
                <a:gd name="connsiteY6821" fmla="*/ 762381 h 1647825"/>
                <a:gd name="connsiteX6822" fmla="*/ 1316165 w 1533525"/>
                <a:gd name="connsiteY6822" fmla="*/ 760857 h 1647825"/>
                <a:gd name="connsiteX6823" fmla="*/ 1316831 w 1533525"/>
                <a:gd name="connsiteY6823" fmla="*/ 759809 h 1647825"/>
                <a:gd name="connsiteX6824" fmla="*/ 1318165 w 1533525"/>
                <a:gd name="connsiteY6824" fmla="*/ 759333 h 1647825"/>
                <a:gd name="connsiteX6825" fmla="*/ 1319212 w 1533525"/>
                <a:gd name="connsiteY6825" fmla="*/ 759619 h 1647825"/>
                <a:gd name="connsiteX6826" fmla="*/ 1320070 w 1533525"/>
                <a:gd name="connsiteY6826" fmla="*/ 760381 h 1647825"/>
                <a:gd name="connsiteX6827" fmla="*/ 1320737 w 1533525"/>
                <a:gd name="connsiteY6827" fmla="*/ 761524 h 1647825"/>
                <a:gd name="connsiteX6828" fmla="*/ 1321879 w 1533525"/>
                <a:gd name="connsiteY6828" fmla="*/ 762381 h 1647825"/>
                <a:gd name="connsiteX6829" fmla="*/ 1323213 w 1533525"/>
                <a:gd name="connsiteY6829" fmla="*/ 762286 h 1647825"/>
                <a:gd name="connsiteX6830" fmla="*/ 1324546 w 1533525"/>
                <a:gd name="connsiteY6830" fmla="*/ 761619 h 1647825"/>
                <a:gd name="connsiteX6831" fmla="*/ 1325594 w 1533525"/>
                <a:gd name="connsiteY6831" fmla="*/ 760762 h 1647825"/>
                <a:gd name="connsiteX6832" fmla="*/ 1326356 w 1533525"/>
                <a:gd name="connsiteY6832" fmla="*/ 759714 h 1647825"/>
                <a:gd name="connsiteX6833" fmla="*/ 1328547 w 1533525"/>
                <a:gd name="connsiteY6833" fmla="*/ 755333 h 1647825"/>
                <a:gd name="connsiteX6834" fmla="*/ 1328547 w 1533525"/>
                <a:gd name="connsiteY6834" fmla="*/ 754666 h 1647825"/>
                <a:gd name="connsiteX6835" fmla="*/ 1328452 w 1533525"/>
                <a:gd name="connsiteY6835" fmla="*/ 753999 h 1647825"/>
                <a:gd name="connsiteX6836" fmla="*/ 1328452 w 1533525"/>
                <a:gd name="connsiteY6836" fmla="*/ 753142 h 1647825"/>
                <a:gd name="connsiteX6837" fmla="*/ 1328833 w 1533525"/>
                <a:gd name="connsiteY6837" fmla="*/ 749332 h 1647825"/>
                <a:gd name="connsiteX6838" fmla="*/ 1328642 w 1533525"/>
                <a:gd name="connsiteY6838" fmla="*/ 746951 h 1647825"/>
                <a:gd name="connsiteX6839" fmla="*/ 1328737 w 1533525"/>
                <a:gd name="connsiteY6839" fmla="*/ 745998 h 1647825"/>
                <a:gd name="connsiteX6840" fmla="*/ 1329023 w 1533525"/>
                <a:gd name="connsiteY6840" fmla="*/ 745046 h 1647825"/>
                <a:gd name="connsiteX6841" fmla="*/ 1330071 w 1533525"/>
                <a:gd name="connsiteY6841" fmla="*/ 743617 h 1647825"/>
                <a:gd name="connsiteX6842" fmla="*/ 1330262 w 1533525"/>
                <a:gd name="connsiteY6842" fmla="*/ 743141 h 1647825"/>
                <a:gd name="connsiteX6843" fmla="*/ 1330262 w 1533525"/>
                <a:gd name="connsiteY6843" fmla="*/ 742664 h 1647825"/>
                <a:gd name="connsiteX6844" fmla="*/ 1330166 w 1533525"/>
                <a:gd name="connsiteY6844" fmla="*/ 741998 h 1647825"/>
                <a:gd name="connsiteX6845" fmla="*/ 1329880 w 1533525"/>
                <a:gd name="connsiteY6845" fmla="*/ 738664 h 1647825"/>
                <a:gd name="connsiteX6846" fmla="*/ 1329880 w 1533525"/>
                <a:gd name="connsiteY6846" fmla="*/ 737045 h 1647825"/>
                <a:gd name="connsiteX6847" fmla="*/ 1331595 w 1533525"/>
                <a:gd name="connsiteY6847" fmla="*/ 725996 h 1647825"/>
                <a:gd name="connsiteX6848" fmla="*/ 1331500 w 1533525"/>
                <a:gd name="connsiteY6848" fmla="*/ 724091 h 1647825"/>
                <a:gd name="connsiteX6849" fmla="*/ 1331309 w 1533525"/>
                <a:gd name="connsiteY6849" fmla="*/ 723519 h 1647825"/>
                <a:gd name="connsiteX6850" fmla="*/ 1330547 w 1533525"/>
                <a:gd name="connsiteY6850" fmla="*/ 722471 h 1647825"/>
                <a:gd name="connsiteX6851" fmla="*/ 1330262 w 1533525"/>
                <a:gd name="connsiteY6851" fmla="*/ 721900 h 1647825"/>
                <a:gd name="connsiteX6852" fmla="*/ 1328642 w 1533525"/>
                <a:gd name="connsiteY6852" fmla="*/ 720757 h 1647825"/>
                <a:gd name="connsiteX6853" fmla="*/ 1327785 w 1533525"/>
                <a:gd name="connsiteY6853" fmla="*/ 714089 h 1647825"/>
                <a:gd name="connsiteX6854" fmla="*/ 1327880 w 1533525"/>
                <a:gd name="connsiteY6854" fmla="*/ 712089 h 1647825"/>
                <a:gd name="connsiteX6855" fmla="*/ 1327690 w 1533525"/>
                <a:gd name="connsiteY6855" fmla="*/ 711137 h 1647825"/>
                <a:gd name="connsiteX6856" fmla="*/ 1327499 w 1533525"/>
                <a:gd name="connsiteY6856" fmla="*/ 710756 h 1647825"/>
                <a:gd name="connsiteX6857" fmla="*/ 1327213 w 1533525"/>
                <a:gd name="connsiteY6857" fmla="*/ 710470 h 1647825"/>
                <a:gd name="connsiteX6858" fmla="*/ 1326737 w 1533525"/>
                <a:gd name="connsiteY6858" fmla="*/ 709898 h 1647825"/>
                <a:gd name="connsiteX6859" fmla="*/ 1325594 w 1533525"/>
                <a:gd name="connsiteY6859" fmla="*/ 707993 h 1647825"/>
                <a:gd name="connsiteX6860" fmla="*/ 1325213 w 1533525"/>
                <a:gd name="connsiteY6860" fmla="*/ 707041 h 1647825"/>
                <a:gd name="connsiteX6861" fmla="*/ 1324928 w 1533525"/>
                <a:gd name="connsiteY6861" fmla="*/ 705993 h 1647825"/>
                <a:gd name="connsiteX6862" fmla="*/ 1324832 w 1533525"/>
                <a:gd name="connsiteY6862" fmla="*/ 704755 h 1647825"/>
                <a:gd name="connsiteX6863" fmla="*/ 1324928 w 1533525"/>
                <a:gd name="connsiteY6863" fmla="*/ 703612 h 1647825"/>
                <a:gd name="connsiteX6864" fmla="*/ 1324928 w 1533525"/>
                <a:gd name="connsiteY6864" fmla="*/ 703326 h 1647825"/>
                <a:gd name="connsiteX6865" fmla="*/ 1325309 w 1533525"/>
                <a:gd name="connsiteY6865" fmla="*/ 701993 h 1647825"/>
                <a:gd name="connsiteX6866" fmla="*/ 1325975 w 1533525"/>
                <a:gd name="connsiteY6866" fmla="*/ 701040 h 1647825"/>
                <a:gd name="connsiteX6867" fmla="*/ 1327404 w 1533525"/>
                <a:gd name="connsiteY6867" fmla="*/ 700564 h 1647825"/>
                <a:gd name="connsiteX6868" fmla="*/ 1328452 w 1533525"/>
                <a:gd name="connsiteY6868" fmla="*/ 701135 h 1647825"/>
                <a:gd name="connsiteX6869" fmla="*/ 1329976 w 1533525"/>
                <a:gd name="connsiteY6869" fmla="*/ 703517 h 1647825"/>
                <a:gd name="connsiteX6870" fmla="*/ 1330547 w 1533525"/>
                <a:gd name="connsiteY6870" fmla="*/ 704183 h 1647825"/>
                <a:gd name="connsiteX6871" fmla="*/ 1332262 w 1533525"/>
                <a:gd name="connsiteY6871" fmla="*/ 705898 h 1647825"/>
                <a:gd name="connsiteX6872" fmla="*/ 1332643 w 1533525"/>
                <a:gd name="connsiteY6872" fmla="*/ 706660 h 1647825"/>
                <a:gd name="connsiteX6873" fmla="*/ 1332833 w 1533525"/>
                <a:gd name="connsiteY6873" fmla="*/ 707422 h 1647825"/>
                <a:gd name="connsiteX6874" fmla="*/ 1333214 w 1533525"/>
                <a:gd name="connsiteY6874" fmla="*/ 707898 h 1647825"/>
                <a:gd name="connsiteX6875" fmla="*/ 1334167 w 1533525"/>
                <a:gd name="connsiteY6875" fmla="*/ 707993 h 1647825"/>
                <a:gd name="connsiteX6876" fmla="*/ 1335310 w 1533525"/>
                <a:gd name="connsiteY6876" fmla="*/ 707898 h 1647825"/>
                <a:gd name="connsiteX6877" fmla="*/ 1336929 w 1533525"/>
                <a:gd name="connsiteY6877" fmla="*/ 706946 h 1647825"/>
                <a:gd name="connsiteX6878" fmla="*/ 1337786 w 1533525"/>
                <a:gd name="connsiteY6878" fmla="*/ 706660 h 1647825"/>
                <a:gd name="connsiteX6879" fmla="*/ 1338167 w 1533525"/>
                <a:gd name="connsiteY6879" fmla="*/ 706850 h 1647825"/>
                <a:gd name="connsiteX6880" fmla="*/ 1338453 w 1533525"/>
                <a:gd name="connsiteY6880" fmla="*/ 707231 h 1647825"/>
                <a:gd name="connsiteX6881" fmla="*/ 1338739 w 1533525"/>
                <a:gd name="connsiteY6881" fmla="*/ 707517 h 1647825"/>
                <a:gd name="connsiteX6882" fmla="*/ 1339215 w 1533525"/>
                <a:gd name="connsiteY6882" fmla="*/ 707422 h 1647825"/>
                <a:gd name="connsiteX6883" fmla="*/ 1339501 w 1533525"/>
                <a:gd name="connsiteY6883" fmla="*/ 707136 h 1647825"/>
                <a:gd name="connsiteX6884" fmla="*/ 1339787 w 1533525"/>
                <a:gd name="connsiteY6884" fmla="*/ 706755 h 1647825"/>
                <a:gd name="connsiteX6885" fmla="*/ 1339977 w 1533525"/>
                <a:gd name="connsiteY6885" fmla="*/ 706279 h 1647825"/>
                <a:gd name="connsiteX6886" fmla="*/ 1340072 w 1533525"/>
                <a:gd name="connsiteY6886" fmla="*/ 705803 h 1647825"/>
                <a:gd name="connsiteX6887" fmla="*/ 1341406 w 1533525"/>
                <a:gd name="connsiteY6887" fmla="*/ 705041 h 1647825"/>
                <a:gd name="connsiteX6888" fmla="*/ 1343978 w 1533525"/>
                <a:gd name="connsiteY6888" fmla="*/ 704945 h 1647825"/>
                <a:gd name="connsiteX6889" fmla="*/ 1346645 w 1533525"/>
                <a:gd name="connsiteY6889" fmla="*/ 705231 h 1647825"/>
                <a:gd name="connsiteX6890" fmla="*/ 1348359 w 1533525"/>
                <a:gd name="connsiteY6890" fmla="*/ 705803 h 1647825"/>
                <a:gd name="connsiteX6891" fmla="*/ 1350454 w 1533525"/>
                <a:gd name="connsiteY6891" fmla="*/ 708660 h 1647825"/>
                <a:gd name="connsiteX6892" fmla="*/ 1351598 w 1533525"/>
                <a:gd name="connsiteY6892" fmla="*/ 709232 h 1647825"/>
                <a:gd name="connsiteX6893" fmla="*/ 1355788 w 1533525"/>
                <a:gd name="connsiteY6893" fmla="*/ 708660 h 1647825"/>
                <a:gd name="connsiteX6894" fmla="*/ 1357312 w 1533525"/>
                <a:gd name="connsiteY6894" fmla="*/ 709041 h 1647825"/>
                <a:gd name="connsiteX6895" fmla="*/ 1358837 w 1533525"/>
                <a:gd name="connsiteY6895" fmla="*/ 709613 h 1647825"/>
                <a:gd name="connsiteX6896" fmla="*/ 1360646 w 1533525"/>
                <a:gd name="connsiteY6896" fmla="*/ 710089 h 1647825"/>
                <a:gd name="connsiteX6897" fmla="*/ 1361885 w 1533525"/>
                <a:gd name="connsiteY6897" fmla="*/ 710279 h 1647825"/>
                <a:gd name="connsiteX6898" fmla="*/ 1364933 w 1533525"/>
                <a:gd name="connsiteY6898" fmla="*/ 711899 h 1647825"/>
                <a:gd name="connsiteX6899" fmla="*/ 1365790 w 1533525"/>
                <a:gd name="connsiteY6899" fmla="*/ 712565 h 1647825"/>
                <a:gd name="connsiteX6900" fmla="*/ 1366552 w 1533525"/>
                <a:gd name="connsiteY6900" fmla="*/ 713613 h 1647825"/>
                <a:gd name="connsiteX6901" fmla="*/ 1367314 w 1533525"/>
                <a:gd name="connsiteY6901" fmla="*/ 714470 h 1647825"/>
                <a:gd name="connsiteX6902" fmla="*/ 1368171 w 1533525"/>
                <a:gd name="connsiteY6902" fmla="*/ 714566 h 1647825"/>
                <a:gd name="connsiteX6903" fmla="*/ 1368933 w 1533525"/>
                <a:gd name="connsiteY6903" fmla="*/ 713708 h 1647825"/>
                <a:gd name="connsiteX6904" fmla="*/ 1369124 w 1533525"/>
                <a:gd name="connsiteY6904" fmla="*/ 712565 h 1647825"/>
                <a:gd name="connsiteX6905" fmla="*/ 1369028 w 1533525"/>
                <a:gd name="connsiteY6905" fmla="*/ 711327 h 1647825"/>
                <a:gd name="connsiteX6906" fmla="*/ 1369124 w 1533525"/>
                <a:gd name="connsiteY6906" fmla="*/ 710184 h 1647825"/>
                <a:gd name="connsiteX6907" fmla="*/ 1369600 w 1533525"/>
                <a:gd name="connsiteY6907" fmla="*/ 709041 h 1647825"/>
                <a:gd name="connsiteX6908" fmla="*/ 1371981 w 1533525"/>
                <a:gd name="connsiteY6908" fmla="*/ 705803 h 1647825"/>
                <a:gd name="connsiteX6909" fmla="*/ 1372171 w 1533525"/>
                <a:gd name="connsiteY6909" fmla="*/ 704945 h 1647825"/>
                <a:gd name="connsiteX6910" fmla="*/ 1372457 w 1533525"/>
                <a:gd name="connsiteY6910" fmla="*/ 702755 h 1647825"/>
                <a:gd name="connsiteX6911" fmla="*/ 1372743 w 1533525"/>
                <a:gd name="connsiteY6911" fmla="*/ 702183 h 1647825"/>
                <a:gd name="connsiteX6912" fmla="*/ 1373315 w 1533525"/>
                <a:gd name="connsiteY6912" fmla="*/ 701516 h 1647825"/>
                <a:gd name="connsiteX6913" fmla="*/ 1373505 w 1533525"/>
                <a:gd name="connsiteY6913" fmla="*/ 700564 h 1647825"/>
                <a:gd name="connsiteX6914" fmla="*/ 1373696 w 1533525"/>
                <a:gd name="connsiteY6914" fmla="*/ 698468 h 1647825"/>
                <a:gd name="connsiteX6915" fmla="*/ 1374267 w 1533525"/>
                <a:gd name="connsiteY6915" fmla="*/ 696278 h 1647825"/>
                <a:gd name="connsiteX6916" fmla="*/ 1376839 w 1533525"/>
                <a:gd name="connsiteY6916" fmla="*/ 690182 h 1647825"/>
                <a:gd name="connsiteX6917" fmla="*/ 1377029 w 1533525"/>
                <a:gd name="connsiteY6917" fmla="*/ 689229 h 1647825"/>
                <a:gd name="connsiteX6918" fmla="*/ 1377220 w 1533525"/>
                <a:gd name="connsiteY6918" fmla="*/ 687324 h 1647825"/>
                <a:gd name="connsiteX6919" fmla="*/ 1377505 w 1533525"/>
                <a:gd name="connsiteY6919" fmla="*/ 686372 h 1647825"/>
                <a:gd name="connsiteX6920" fmla="*/ 1377887 w 1533525"/>
                <a:gd name="connsiteY6920" fmla="*/ 685895 h 1647825"/>
                <a:gd name="connsiteX6921" fmla="*/ 1379029 w 1533525"/>
                <a:gd name="connsiteY6921" fmla="*/ 685133 h 1647825"/>
                <a:gd name="connsiteX6922" fmla="*/ 1379411 w 1533525"/>
                <a:gd name="connsiteY6922" fmla="*/ 684657 h 1647825"/>
                <a:gd name="connsiteX6923" fmla="*/ 1379506 w 1533525"/>
                <a:gd name="connsiteY6923" fmla="*/ 684181 h 1647825"/>
                <a:gd name="connsiteX6924" fmla="*/ 1379315 w 1533525"/>
                <a:gd name="connsiteY6924" fmla="*/ 683133 h 1647825"/>
                <a:gd name="connsiteX6925" fmla="*/ 1379315 w 1533525"/>
                <a:gd name="connsiteY6925" fmla="*/ 682752 h 1647825"/>
                <a:gd name="connsiteX6926" fmla="*/ 1379887 w 1533525"/>
                <a:gd name="connsiteY6926" fmla="*/ 682085 h 1647825"/>
                <a:gd name="connsiteX6927" fmla="*/ 1380554 w 1533525"/>
                <a:gd name="connsiteY6927" fmla="*/ 681609 h 1647825"/>
                <a:gd name="connsiteX6928" fmla="*/ 1381030 w 1533525"/>
                <a:gd name="connsiteY6928" fmla="*/ 680942 h 1647825"/>
                <a:gd name="connsiteX6929" fmla="*/ 1381125 w 1533525"/>
                <a:gd name="connsiteY6929" fmla="*/ 678656 h 1647825"/>
                <a:gd name="connsiteX6930" fmla="*/ 1381506 w 1533525"/>
                <a:gd name="connsiteY6930" fmla="*/ 677990 h 1647825"/>
                <a:gd name="connsiteX6931" fmla="*/ 1382078 w 1533525"/>
                <a:gd name="connsiteY6931" fmla="*/ 677513 h 1647825"/>
                <a:gd name="connsiteX6932" fmla="*/ 1382840 w 1533525"/>
                <a:gd name="connsiteY6932" fmla="*/ 677037 h 1647825"/>
                <a:gd name="connsiteX6933" fmla="*/ 1383602 w 1533525"/>
                <a:gd name="connsiteY6933" fmla="*/ 674084 h 1647825"/>
                <a:gd name="connsiteX6934" fmla="*/ 1383983 w 1533525"/>
                <a:gd name="connsiteY6934" fmla="*/ 673227 h 1647825"/>
                <a:gd name="connsiteX6935" fmla="*/ 1384649 w 1533525"/>
                <a:gd name="connsiteY6935" fmla="*/ 672656 h 1647825"/>
                <a:gd name="connsiteX6936" fmla="*/ 1387030 w 1533525"/>
                <a:gd name="connsiteY6936" fmla="*/ 671132 h 1647825"/>
                <a:gd name="connsiteX6937" fmla="*/ 1387697 w 1533525"/>
                <a:gd name="connsiteY6937" fmla="*/ 669798 h 1647825"/>
                <a:gd name="connsiteX6938" fmla="*/ 1388840 w 1533525"/>
                <a:gd name="connsiteY6938" fmla="*/ 665893 h 1647825"/>
                <a:gd name="connsiteX6939" fmla="*/ 1389317 w 1533525"/>
                <a:gd name="connsiteY6939" fmla="*/ 664940 h 1647825"/>
                <a:gd name="connsiteX6940" fmla="*/ 1390079 w 1533525"/>
                <a:gd name="connsiteY6940" fmla="*/ 664750 h 1647825"/>
                <a:gd name="connsiteX6941" fmla="*/ 1390745 w 1533525"/>
                <a:gd name="connsiteY6941" fmla="*/ 664750 h 1647825"/>
                <a:gd name="connsiteX6942" fmla="*/ 1391412 w 1533525"/>
                <a:gd name="connsiteY6942" fmla="*/ 664655 h 1647825"/>
                <a:gd name="connsiteX6943" fmla="*/ 1392174 w 1533525"/>
                <a:gd name="connsiteY6943" fmla="*/ 664274 h 1647825"/>
                <a:gd name="connsiteX6944" fmla="*/ 1392841 w 1533525"/>
                <a:gd name="connsiteY6944" fmla="*/ 663512 h 1647825"/>
                <a:gd name="connsiteX6945" fmla="*/ 1393222 w 1533525"/>
                <a:gd name="connsiteY6945" fmla="*/ 662559 h 1647825"/>
                <a:gd name="connsiteX6946" fmla="*/ 1393412 w 1533525"/>
                <a:gd name="connsiteY6946" fmla="*/ 661511 h 1647825"/>
                <a:gd name="connsiteX6947" fmla="*/ 1393412 w 1533525"/>
                <a:gd name="connsiteY6947" fmla="*/ 660464 h 1647825"/>
                <a:gd name="connsiteX6948" fmla="*/ 1393698 w 1533525"/>
                <a:gd name="connsiteY6948" fmla="*/ 658749 h 1647825"/>
                <a:gd name="connsiteX6949" fmla="*/ 1395794 w 1533525"/>
                <a:gd name="connsiteY6949" fmla="*/ 655892 h 1647825"/>
                <a:gd name="connsiteX6950" fmla="*/ 1396651 w 1533525"/>
                <a:gd name="connsiteY6950" fmla="*/ 654368 h 1647825"/>
                <a:gd name="connsiteX6951" fmla="*/ 1397603 w 1533525"/>
                <a:gd name="connsiteY6951" fmla="*/ 649415 h 1647825"/>
                <a:gd name="connsiteX6952" fmla="*/ 1398461 w 1533525"/>
                <a:gd name="connsiteY6952" fmla="*/ 648272 h 1647825"/>
                <a:gd name="connsiteX6953" fmla="*/ 1399413 w 1533525"/>
                <a:gd name="connsiteY6953" fmla="*/ 646462 h 1647825"/>
                <a:gd name="connsiteX6954" fmla="*/ 1399699 w 1533525"/>
                <a:gd name="connsiteY6954" fmla="*/ 643985 h 1647825"/>
                <a:gd name="connsiteX6955" fmla="*/ 1399318 w 1533525"/>
                <a:gd name="connsiteY6955" fmla="*/ 641604 h 1647825"/>
                <a:gd name="connsiteX6956" fmla="*/ 1398365 w 1533525"/>
                <a:gd name="connsiteY6956" fmla="*/ 639985 h 1647825"/>
                <a:gd name="connsiteX6957" fmla="*/ 1396460 w 1533525"/>
                <a:gd name="connsiteY6957" fmla="*/ 639128 h 1647825"/>
                <a:gd name="connsiteX6958" fmla="*/ 1394365 w 1533525"/>
                <a:gd name="connsiteY6958" fmla="*/ 638747 h 1647825"/>
                <a:gd name="connsiteX6959" fmla="*/ 1392460 w 1533525"/>
                <a:gd name="connsiteY6959" fmla="*/ 637985 h 1647825"/>
                <a:gd name="connsiteX6960" fmla="*/ 1391221 w 1533525"/>
                <a:gd name="connsiteY6960" fmla="*/ 636175 h 1647825"/>
                <a:gd name="connsiteX6961" fmla="*/ 1391031 w 1533525"/>
                <a:gd name="connsiteY6961" fmla="*/ 633794 h 1647825"/>
                <a:gd name="connsiteX6962" fmla="*/ 1394079 w 1533525"/>
                <a:gd name="connsiteY6962" fmla="*/ 625126 h 1647825"/>
                <a:gd name="connsiteX6963" fmla="*/ 1395317 w 1533525"/>
                <a:gd name="connsiteY6963" fmla="*/ 623221 h 1647825"/>
                <a:gd name="connsiteX6964" fmla="*/ 1396365 w 1533525"/>
                <a:gd name="connsiteY6964" fmla="*/ 622078 h 1647825"/>
                <a:gd name="connsiteX6965" fmla="*/ 1396841 w 1533525"/>
                <a:gd name="connsiteY6965" fmla="*/ 621602 h 1647825"/>
                <a:gd name="connsiteX6966" fmla="*/ 1398556 w 1533525"/>
                <a:gd name="connsiteY6966" fmla="*/ 620363 h 1647825"/>
                <a:gd name="connsiteX6967" fmla="*/ 1399604 w 1533525"/>
                <a:gd name="connsiteY6967" fmla="*/ 619982 h 1647825"/>
                <a:gd name="connsiteX6968" fmla="*/ 1401413 w 1533525"/>
                <a:gd name="connsiteY6968" fmla="*/ 619792 h 1647825"/>
                <a:gd name="connsiteX6969" fmla="*/ 1402366 w 1533525"/>
                <a:gd name="connsiteY6969" fmla="*/ 619506 h 1647825"/>
                <a:gd name="connsiteX6970" fmla="*/ 1403318 w 1533525"/>
                <a:gd name="connsiteY6970" fmla="*/ 618744 h 1647825"/>
                <a:gd name="connsiteX6971" fmla="*/ 1404652 w 1533525"/>
                <a:gd name="connsiteY6971" fmla="*/ 616553 h 1647825"/>
                <a:gd name="connsiteX6972" fmla="*/ 1405414 w 1533525"/>
                <a:gd name="connsiteY6972" fmla="*/ 615601 h 1647825"/>
                <a:gd name="connsiteX6973" fmla="*/ 1405890 w 1533525"/>
                <a:gd name="connsiteY6973" fmla="*/ 615410 h 1647825"/>
                <a:gd name="connsiteX6974" fmla="*/ 1406938 w 1533525"/>
                <a:gd name="connsiteY6974" fmla="*/ 615410 h 1647825"/>
                <a:gd name="connsiteX6975" fmla="*/ 1407414 w 1533525"/>
                <a:gd name="connsiteY6975" fmla="*/ 615125 h 1647825"/>
                <a:gd name="connsiteX6976" fmla="*/ 1407414 w 1533525"/>
                <a:gd name="connsiteY6976" fmla="*/ 614839 h 1647825"/>
                <a:gd name="connsiteX6977" fmla="*/ 1407033 w 1533525"/>
                <a:gd name="connsiteY6977" fmla="*/ 614267 h 1647825"/>
                <a:gd name="connsiteX6978" fmla="*/ 1407033 w 1533525"/>
                <a:gd name="connsiteY6978" fmla="*/ 613982 h 1647825"/>
                <a:gd name="connsiteX6979" fmla="*/ 1407224 w 1533525"/>
                <a:gd name="connsiteY6979" fmla="*/ 613791 h 1647825"/>
                <a:gd name="connsiteX6980" fmla="*/ 1407795 w 1533525"/>
                <a:gd name="connsiteY6980" fmla="*/ 613505 h 1647825"/>
                <a:gd name="connsiteX6981" fmla="*/ 1407986 w 1533525"/>
                <a:gd name="connsiteY6981" fmla="*/ 613315 h 1647825"/>
                <a:gd name="connsiteX6982" fmla="*/ 1412748 w 1533525"/>
                <a:gd name="connsiteY6982" fmla="*/ 606362 h 1647825"/>
                <a:gd name="connsiteX6983" fmla="*/ 1413129 w 1533525"/>
                <a:gd name="connsiteY6983" fmla="*/ 605885 h 1647825"/>
                <a:gd name="connsiteX6984" fmla="*/ 1413605 w 1533525"/>
                <a:gd name="connsiteY6984" fmla="*/ 605695 h 1647825"/>
                <a:gd name="connsiteX6985" fmla="*/ 1414748 w 1533525"/>
                <a:gd name="connsiteY6985" fmla="*/ 605504 h 1647825"/>
                <a:gd name="connsiteX6986" fmla="*/ 1415225 w 1533525"/>
                <a:gd name="connsiteY6986" fmla="*/ 605219 h 1647825"/>
                <a:gd name="connsiteX6987" fmla="*/ 1415605 w 1533525"/>
                <a:gd name="connsiteY6987" fmla="*/ 604171 h 1647825"/>
                <a:gd name="connsiteX6988" fmla="*/ 1415510 w 1533525"/>
                <a:gd name="connsiteY6988" fmla="*/ 602837 h 1647825"/>
                <a:gd name="connsiteX6989" fmla="*/ 1414462 w 1533525"/>
                <a:gd name="connsiteY6989" fmla="*/ 596837 h 1647825"/>
                <a:gd name="connsiteX6990" fmla="*/ 1414462 w 1533525"/>
                <a:gd name="connsiteY6990" fmla="*/ 595694 h 1647825"/>
                <a:gd name="connsiteX6991" fmla="*/ 1414844 w 1533525"/>
                <a:gd name="connsiteY6991" fmla="*/ 594455 h 1647825"/>
                <a:gd name="connsiteX6992" fmla="*/ 1415415 w 1533525"/>
                <a:gd name="connsiteY6992" fmla="*/ 593884 h 1647825"/>
                <a:gd name="connsiteX6993" fmla="*/ 1417415 w 1533525"/>
                <a:gd name="connsiteY6993" fmla="*/ 593122 h 1647825"/>
                <a:gd name="connsiteX6994" fmla="*/ 1418273 w 1533525"/>
                <a:gd name="connsiteY6994" fmla="*/ 592550 h 1647825"/>
                <a:gd name="connsiteX6995" fmla="*/ 1420463 w 1533525"/>
                <a:gd name="connsiteY6995" fmla="*/ 590169 h 1647825"/>
                <a:gd name="connsiteX6996" fmla="*/ 1422083 w 1533525"/>
                <a:gd name="connsiteY6996" fmla="*/ 588169 h 1647825"/>
                <a:gd name="connsiteX6997" fmla="*/ 1422749 w 1533525"/>
                <a:gd name="connsiteY6997" fmla="*/ 587026 h 1647825"/>
                <a:gd name="connsiteX6998" fmla="*/ 1422654 w 1533525"/>
                <a:gd name="connsiteY6998" fmla="*/ 585788 h 1647825"/>
                <a:gd name="connsiteX6999" fmla="*/ 1421987 w 1533525"/>
                <a:gd name="connsiteY6999" fmla="*/ 585121 h 1647825"/>
                <a:gd name="connsiteX7000" fmla="*/ 1420082 w 1533525"/>
                <a:gd name="connsiteY7000" fmla="*/ 584549 h 1647825"/>
                <a:gd name="connsiteX7001" fmla="*/ 1419416 w 1533525"/>
                <a:gd name="connsiteY7001" fmla="*/ 583883 h 1647825"/>
                <a:gd name="connsiteX7002" fmla="*/ 1418939 w 1533525"/>
                <a:gd name="connsiteY7002" fmla="*/ 579977 h 1647825"/>
                <a:gd name="connsiteX7003" fmla="*/ 1419130 w 1533525"/>
                <a:gd name="connsiteY7003" fmla="*/ 579501 h 1647825"/>
                <a:gd name="connsiteX7004" fmla="*/ 1419511 w 1533525"/>
                <a:gd name="connsiteY7004" fmla="*/ 579025 h 1647825"/>
                <a:gd name="connsiteX7005" fmla="*/ 1419796 w 1533525"/>
                <a:gd name="connsiteY7005" fmla="*/ 578549 h 1647825"/>
                <a:gd name="connsiteX7006" fmla="*/ 1419606 w 1533525"/>
                <a:gd name="connsiteY7006" fmla="*/ 578072 h 1647825"/>
                <a:gd name="connsiteX7007" fmla="*/ 1419225 w 1533525"/>
                <a:gd name="connsiteY7007" fmla="*/ 577882 h 1647825"/>
                <a:gd name="connsiteX7008" fmla="*/ 1418749 w 1533525"/>
                <a:gd name="connsiteY7008" fmla="*/ 577787 h 1647825"/>
                <a:gd name="connsiteX7009" fmla="*/ 1418368 w 1533525"/>
                <a:gd name="connsiteY7009" fmla="*/ 577596 h 1647825"/>
                <a:gd name="connsiteX7010" fmla="*/ 1417987 w 1533525"/>
                <a:gd name="connsiteY7010" fmla="*/ 577215 h 1647825"/>
                <a:gd name="connsiteX7011" fmla="*/ 1417320 w 1533525"/>
                <a:gd name="connsiteY7011" fmla="*/ 575405 h 1647825"/>
                <a:gd name="connsiteX7012" fmla="*/ 1417129 w 1533525"/>
                <a:gd name="connsiteY7012" fmla="*/ 573119 h 1647825"/>
                <a:gd name="connsiteX7013" fmla="*/ 1417225 w 1533525"/>
                <a:gd name="connsiteY7013" fmla="*/ 570738 h 1647825"/>
                <a:gd name="connsiteX7014" fmla="*/ 1417606 w 1533525"/>
                <a:gd name="connsiteY7014" fmla="*/ 568928 h 1647825"/>
                <a:gd name="connsiteX7015" fmla="*/ 1418368 w 1533525"/>
                <a:gd name="connsiteY7015" fmla="*/ 566928 h 1647825"/>
                <a:gd name="connsiteX7016" fmla="*/ 1418463 w 1533525"/>
                <a:gd name="connsiteY7016" fmla="*/ 566071 h 1647825"/>
                <a:gd name="connsiteX7017" fmla="*/ 1418273 w 1533525"/>
                <a:gd name="connsiteY7017" fmla="*/ 564928 h 1647825"/>
                <a:gd name="connsiteX7018" fmla="*/ 1417225 w 1533525"/>
                <a:gd name="connsiteY7018" fmla="*/ 563023 h 1647825"/>
                <a:gd name="connsiteX7019" fmla="*/ 1417129 w 1533525"/>
                <a:gd name="connsiteY7019" fmla="*/ 562070 h 1647825"/>
                <a:gd name="connsiteX7020" fmla="*/ 1417892 w 1533525"/>
                <a:gd name="connsiteY7020" fmla="*/ 560927 h 1647825"/>
                <a:gd name="connsiteX7021" fmla="*/ 1418749 w 1533525"/>
                <a:gd name="connsiteY7021" fmla="*/ 560261 h 1647825"/>
                <a:gd name="connsiteX7022" fmla="*/ 1420273 w 1533525"/>
                <a:gd name="connsiteY7022" fmla="*/ 558546 h 1647825"/>
                <a:gd name="connsiteX7023" fmla="*/ 1420844 w 1533525"/>
                <a:gd name="connsiteY7023" fmla="*/ 557689 h 1647825"/>
                <a:gd name="connsiteX7024" fmla="*/ 1421130 w 1533525"/>
                <a:gd name="connsiteY7024" fmla="*/ 557022 h 1647825"/>
                <a:gd name="connsiteX7025" fmla="*/ 1421225 w 1533525"/>
                <a:gd name="connsiteY7025" fmla="*/ 556641 h 1647825"/>
                <a:gd name="connsiteX7026" fmla="*/ 1421225 w 1533525"/>
                <a:gd name="connsiteY7026" fmla="*/ 556260 h 1647825"/>
                <a:gd name="connsiteX7027" fmla="*/ 1421416 w 1533525"/>
                <a:gd name="connsiteY7027" fmla="*/ 554546 h 1647825"/>
                <a:gd name="connsiteX7028" fmla="*/ 1421606 w 1533525"/>
                <a:gd name="connsiteY7028" fmla="*/ 554069 h 1647825"/>
                <a:gd name="connsiteX7029" fmla="*/ 1422083 w 1533525"/>
                <a:gd name="connsiteY7029" fmla="*/ 553498 h 1647825"/>
                <a:gd name="connsiteX7030" fmla="*/ 1422559 w 1533525"/>
                <a:gd name="connsiteY7030" fmla="*/ 553212 h 1647825"/>
                <a:gd name="connsiteX7031" fmla="*/ 1423702 w 1533525"/>
                <a:gd name="connsiteY7031" fmla="*/ 552926 h 1647825"/>
                <a:gd name="connsiteX7032" fmla="*/ 1424178 w 1533525"/>
                <a:gd name="connsiteY7032" fmla="*/ 552641 h 1647825"/>
                <a:gd name="connsiteX7033" fmla="*/ 1424654 w 1533525"/>
                <a:gd name="connsiteY7033" fmla="*/ 552164 h 1647825"/>
                <a:gd name="connsiteX7034" fmla="*/ 1425416 w 1533525"/>
                <a:gd name="connsiteY7034" fmla="*/ 551021 h 1647825"/>
                <a:gd name="connsiteX7035" fmla="*/ 1425893 w 1533525"/>
                <a:gd name="connsiteY7035" fmla="*/ 550640 h 1647825"/>
                <a:gd name="connsiteX7036" fmla="*/ 1426845 w 1533525"/>
                <a:gd name="connsiteY7036" fmla="*/ 550450 h 1647825"/>
                <a:gd name="connsiteX7037" fmla="*/ 1427702 w 1533525"/>
                <a:gd name="connsiteY7037" fmla="*/ 551688 h 1647825"/>
                <a:gd name="connsiteX7038" fmla="*/ 1428083 w 1533525"/>
                <a:gd name="connsiteY7038" fmla="*/ 551688 h 1647825"/>
                <a:gd name="connsiteX7039" fmla="*/ 1428845 w 1533525"/>
                <a:gd name="connsiteY7039" fmla="*/ 551783 h 1647825"/>
                <a:gd name="connsiteX7040" fmla="*/ 1429798 w 1533525"/>
                <a:gd name="connsiteY7040" fmla="*/ 551498 h 1647825"/>
                <a:gd name="connsiteX7041" fmla="*/ 1431798 w 1533525"/>
                <a:gd name="connsiteY7041" fmla="*/ 550545 h 1647825"/>
                <a:gd name="connsiteX7042" fmla="*/ 1435799 w 1533525"/>
                <a:gd name="connsiteY7042" fmla="*/ 549212 h 1647825"/>
                <a:gd name="connsiteX7043" fmla="*/ 1436751 w 1533525"/>
                <a:gd name="connsiteY7043" fmla="*/ 548640 h 1647825"/>
                <a:gd name="connsiteX7044" fmla="*/ 1438275 w 1533525"/>
                <a:gd name="connsiteY7044" fmla="*/ 546640 h 1647825"/>
                <a:gd name="connsiteX7045" fmla="*/ 1439513 w 1533525"/>
                <a:gd name="connsiteY7045" fmla="*/ 544163 h 1647825"/>
                <a:gd name="connsiteX7046" fmla="*/ 1440942 w 1533525"/>
                <a:gd name="connsiteY7046" fmla="*/ 542163 h 1647825"/>
                <a:gd name="connsiteX7047" fmla="*/ 1443133 w 1533525"/>
                <a:gd name="connsiteY7047" fmla="*/ 541592 h 1647825"/>
                <a:gd name="connsiteX7048" fmla="*/ 1444371 w 1533525"/>
                <a:gd name="connsiteY7048" fmla="*/ 541782 h 1647825"/>
                <a:gd name="connsiteX7049" fmla="*/ 1445419 w 1533525"/>
                <a:gd name="connsiteY7049" fmla="*/ 541782 h 1647825"/>
                <a:gd name="connsiteX7050" fmla="*/ 1446276 w 1533525"/>
                <a:gd name="connsiteY7050" fmla="*/ 541306 h 1647825"/>
                <a:gd name="connsiteX7051" fmla="*/ 1446943 w 1533525"/>
                <a:gd name="connsiteY7051" fmla="*/ 540068 h 1647825"/>
                <a:gd name="connsiteX7052" fmla="*/ 1447419 w 1533525"/>
                <a:gd name="connsiteY7052" fmla="*/ 538639 h 1647825"/>
                <a:gd name="connsiteX7053" fmla="*/ 1447991 w 1533525"/>
                <a:gd name="connsiteY7053" fmla="*/ 537877 h 1647825"/>
                <a:gd name="connsiteX7054" fmla="*/ 1448848 w 1533525"/>
                <a:gd name="connsiteY7054" fmla="*/ 537496 h 1647825"/>
                <a:gd name="connsiteX7055" fmla="*/ 1451229 w 1533525"/>
                <a:gd name="connsiteY7055" fmla="*/ 537210 h 1647825"/>
                <a:gd name="connsiteX7056" fmla="*/ 1451896 w 1533525"/>
                <a:gd name="connsiteY7056" fmla="*/ 536924 h 1647825"/>
                <a:gd name="connsiteX7057" fmla="*/ 1452372 w 1533525"/>
                <a:gd name="connsiteY7057" fmla="*/ 536258 h 1647825"/>
                <a:gd name="connsiteX7058" fmla="*/ 1453705 w 1533525"/>
                <a:gd name="connsiteY7058" fmla="*/ 533876 h 1647825"/>
                <a:gd name="connsiteX7059" fmla="*/ 1455992 w 1533525"/>
                <a:gd name="connsiteY7059" fmla="*/ 531019 h 1647825"/>
                <a:gd name="connsiteX7060" fmla="*/ 1457420 w 1533525"/>
                <a:gd name="connsiteY7060" fmla="*/ 530447 h 1647825"/>
                <a:gd name="connsiteX7061" fmla="*/ 1460373 w 1533525"/>
                <a:gd name="connsiteY7061" fmla="*/ 529876 h 1647825"/>
                <a:gd name="connsiteX7062" fmla="*/ 1461802 w 1533525"/>
                <a:gd name="connsiteY7062" fmla="*/ 529114 h 1647825"/>
                <a:gd name="connsiteX7063" fmla="*/ 1463230 w 1533525"/>
                <a:gd name="connsiteY7063" fmla="*/ 527685 h 1647825"/>
                <a:gd name="connsiteX7064" fmla="*/ 1464374 w 1533525"/>
                <a:gd name="connsiteY7064" fmla="*/ 525971 h 1647825"/>
                <a:gd name="connsiteX7065" fmla="*/ 1466279 w 1533525"/>
                <a:gd name="connsiteY7065" fmla="*/ 522256 h 1647825"/>
                <a:gd name="connsiteX7066" fmla="*/ 1468279 w 1533525"/>
                <a:gd name="connsiteY7066" fmla="*/ 519398 h 1647825"/>
                <a:gd name="connsiteX7067" fmla="*/ 1471517 w 1533525"/>
                <a:gd name="connsiteY7067" fmla="*/ 517112 h 1647825"/>
                <a:gd name="connsiteX7068" fmla="*/ 1475137 w 1533525"/>
                <a:gd name="connsiteY7068" fmla="*/ 515493 h 1647825"/>
                <a:gd name="connsiteX7069" fmla="*/ 1489138 w 1533525"/>
                <a:gd name="connsiteY7069" fmla="*/ 513112 h 1647825"/>
                <a:gd name="connsiteX7070" fmla="*/ 1492663 w 1533525"/>
                <a:gd name="connsiteY7070" fmla="*/ 513302 h 1647825"/>
                <a:gd name="connsiteX7071" fmla="*/ 1493425 w 1533525"/>
                <a:gd name="connsiteY7071" fmla="*/ 513588 h 1647825"/>
                <a:gd name="connsiteX7072" fmla="*/ 1494568 w 1533525"/>
                <a:gd name="connsiteY7072" fmla="*/ 513493 h 1647825"/>
                <a:gd name="connsiteX7073" fmla="*/ 1495711 w 1533525"/>
                <a:gd name="connsiteY7073" fmla="*/ 513112 h 1647825"/>
                <a:gd name="connsiteX7074" fmla="*/ 1496568 w 1533525"/>
                <a:gd name="connsiteY7074" fmla="*/ 512636 h 1647825"/>
                <a:gd name="connsiteX7075" fmla="*/ 1497616 w 1533525"/>
                <a:gd name="connsiteY7075" fmla="*/ 511397 h 1647825"/>
                <a:gd name="connsiteX7076" fmla="*/ 1498092 w 1533525"/>
                <a:gd name="connsiteY7076" fmla="*/ 510350 h 1647825"/>
                <a:gd name="connsiteX7077" fmla="*/ 1498663 w 1533525"/>
                <a:gd name="connsiteY7077" fmla="*/ 509873 h 1647825"/>
                <a:gd name="connsiteX7078" fmla="*/ 1500092 w 1533525"/>
                <a:gd name="connsiteY7078" fmla="*/ 510159 h 1647825"/>
                <a:gd name="connsiteX7079" fmla="*/ 1500569 w 1533525"/>
                <a:gd name="connsiteY7079" fmla="*/ 510445 h 1647825"/>
                <a:gd name="connsiteX7080" fmla="*/ 1500854 w 1533525"/>
                <a:gd name="connsiteY7080" fmla="*/ 510731 h 1647825"/>
                <a:gd name="connsiteX7081" fmla="*/ 1501235 w 1533525"/>
                <a:gd name="connsiteY7081" fmla="*/ 510921 h 1647825"/>
                <a:gd name="connsiteX7082" fmla="*/ 1501902 w 1533525"/>
                <a:gd name="connsiteY7082" fmla="*/ 510921 h 1647825"/>
                <a:gd name="connsiteX7083" fmla="*/ 1502474 w 1533525"/>
                <a:gd name="connsiteY7083" fmla="*/ 510635 h 1647825"/>
                <a:gd name="connsiteX7084" fmla="*/ 1503331 w 1533525"/>
                <a:gd name="connsiteY7084" fmla="*/ 509683 h 1647825"/>
                <a:gd name="connsiteX7085" fmla="*/ 1503902 w 1533525"/>
                <a:gd name="connsiteY7085" fmla="*/ 509397 h 1647825"/>
                <a:gd name="connsiteX7086" fmla="*/ 1504855 w 1533525"/>
                <a:gd name="connsiteY7086" fmla="*/ 509492 h 1647825"/>
                <a:gd name="connsiteX7087" fmla="*/ 1505807 w 1533525"/>
                <a:gd name="connsiteY7087" fmla="*/ 509778 h 1647825"/>
                <a:gd name="connsiteX7088" fmla="*/ 1507617 w 1533525"/>
                <a:gd name="connsiteY7088" fmla="*/ 510635 h 1647825"/>
                <a:gd name="connsiteX7089" fmla="*/ 1508570 w 1533525"/>
                <a:gd name="connsiteY7089" fmla="*/ 511302 h 1647825"/>
                <a:gd name="connsiteX7090" fmla="*/ 1509236 w 1533525"/>
                <a:gd name="connsiteY7090" fmla="*/ 512064 h 1647825"/>
                <a:gd name="connsiteX7091" fmla="*/ 1510379 w 1533525"/>
                <a:gd name="connsiteY7091" fmla="*/ 513969 h 1647825"/>
                <a:gd name="connsiteX7092" fmla="*/ 1510951 w 1533525"/>
                <a:gd name="connsiteY7092" fmla="*/ 514731 h 1647825"/>
                <a:gd name="connsiteX7093" fmla="*/ 1512665 w 1533525"/>
                <a:gd name="connsiteY7093" fmla="*/ 516160 h 1647825"/>
                <a:gd name="connsiteX7094" fmla="*/ 1512951 w 1533525"/>
                <a:gd name="connsiteY7094" fmla="*/ 516636 h 1647825"/>
                <a:gd name="connsiteX7095" fmla="*/ 1512475 w 1533525"/>
                <a:gd name="connsiteY7095" fmla="*/ 517779 h 1647825"/>
                <a:gd name="connsiteX7096" fmla="*/ 1511999 w 1533525"/>
                <a:gd name="connsiteY7096" fmla="*/ 518732 h 1647825"/>
                <a:gd name="connsiteX7097" fmla="*/ 1511999 w 1533525"/>
                <a:gd name="connsiteY7097" fmla="*/ 519684 h 1647825"/>
                <a:gd name="connsiteX7098" fmla="*/ 1513237 w 1533525"/>
                <a:gd name="connsiteY7098" fmla="*/ 520637 h 1647825"/>
                <a:gd name="connsiteX7099" fmla="*/ 1520476 w 1533525"/>
                <a:gd name="connsiteY7099" fmla="*/ 523970 h 1647825"/>
                <a:gd name="connsiteX7100" fmla="*/ 1520952 w 1533525"/>
                <a:gd name="connsiteY7100" fmla="*/ 524447 h 1647825"/>
                <a:gd name="connsiteX7101" fmla="*/ 1521333 w 1533525"/>
                <a:gd name="connsiteY7101" fmla="*/ 524923 h 1647825"/>
                <a:gd name="connsiteX7102" fmla="*/ 1521714 w 1533525"/>
                <a:gd name="connsiteY7102" fmla="*/ 525304 h 1647825"/>
                <a:gd name="connsiteX7103" fmla="*/ 1522286 w 1533525"/>
                <a:gd name="connsiteY7103" fmla="*/ 525590 h 1647825"/>
                <a:gd name="connsiteX7104" fmla="*/ 1522762 w 1533525"/>
                <a:gd name="connsiteY7104" fmla="*/ 525590 h 1647825"/>
                <a:gd name="connsiteX7105" fmla="*/ 1523333 w 1533525"/>
                <a:gd name="connsiteY7105" fmla="*/ 525304 h 1647825"/>
                <a:gd name="connsiteX7106" fmla="*/ 1523714 w 1533525"/>
                <a:gd name="connsiteY7106" fmla="*/ 525113 h 1647825"/>
                <a:gd name="connsiteX7107" fmla="*/ 1524286 w 1533525"/>
                <a:gd name="connsiteY7107" fmla="*/ 525018 h 1647825"/>
                <a:gd name="connsiteX7108" fmla="*/ 1524953 w 1533525"/>
                <a:gd name="connsiteY7108" fmla="*/ 525304 h 1647825"/>
                <a:gd name="connsiteX7109" fmla="*/ 1525334 w 1533525"/>
                <a:gd name="connsiteY7109" fmla="*/ 525685 h 1647825"/>
                <a:gd name="connsiteX7110" fmla="*/ 1525715 w 1533525"/>
                <a:gd name="connsiteY7110" fmla="*/ 525875 h 1647825"/>
                <a:gd name="connsiteX7111" fmla="*/ 1526381 w 1533525"/>
                <a:gd name="connsiteY7111" fmla="*/ 525590 h 1647825"/>
                <a:gd name="connsiteX7112" fmla="*/ 1526572 w 1533525"/>
                <a:gd name="connsiteY7112" fmla="*/ 525209 h 1647825"/>
                <a:gd name="connsiteX7113" fmla="*/ 1527143 w 1533525"/>
                <a:gd name="connsiteY7113" fmla="*/ 523685 h 1647825"/>
                <a:gd name="connsiteX7114" fmla="*/ 1527238 w 1533525"/>
                <a:gd name="connsiteY7114" fmla="*/ 523208 h 1647825"/>
                <a:gd name="connsiteX7115" fmla="*/ 1526953 w 1533525"/>
                <a:gd name="connsiteY7115" fmla="*/ 522542 h 1647825"/>
                <a:gd name="connsiteX7116" fmla="*/ 1526477 w 1533525"/>
                <a:gd name="connsiteY7116" fmla="*/ 522161 h 1647825"/>
                <a:gd name="connsiteX7117" fmla="*/ 1526000 w 1533525"/>
                <a:gd name="connsiteY7117" fmla="*/ 521875 h 1647825"/>
                <a:gd name="connsiteX7118" fmla="*/ 1525619 w 1533525"/>
                <a:gd name="connsiteY7118" fmla="*/ 521494 h 1647825"/>
                <a:gd name="connsiteX7119" fmla="*/ 1525524 w 1533525"/>
                <a:gd name="connsiteY7119" fmla="*/ 520922 h 1647825"/>
                <a:gd name="connsiteX7120" fmla="*/ 1525524 w 1533525"/>
                <a:gd name="connsiteY7120" fmla="*/ 519875 h 1647825"/>
                <a:gd name="connsiteX7121" fmla="*/ 1525238 w 1533525"/>
                <a:gd name="connsiteY7121" fmla="*/ 519398 h 1647825"/>
                <a:gd name="connsiteX7122" fmla="*/ 1523810 w 1533525"/>
                <a:gd name="connsiteY7122" fmla="*/ 517874 h 1647825"/>
                <a:gd name="connsiteX7123" fmla="*/ 1515237 w 1533525"/>
                <a:gd name="connsiteY7123" fmla="*/ 506635 h 1647825"/>
                <a:gd name="connsiteX7124" fmla="*/ 1513999 w 1533525"/>
                <a:gd name="connsiteY7124" fmla="*/ 504539 h 1647825"/>
                <a:gd name="connsiteX7125" fmla="*/ 1513808 w 1533525"/>
                <a:gd name="connsiteY7125" fmla="*/ 503396 h 1647825"/>
                <a:gd name="connsiteX7126" fmla="*/ 1514475 w 1533525"/>
                <a:gd name="connsiteY7126" fmla="*/ 501682 h 1647825"/>
                <a:gd name="connsiteX7127" fmla="*/ 1514380 w 1533525"/>
                <a:gd name="connsiteY7127" fmla="*/ 500825 h 1647825"/>
                <a:gd name="connsiteX7128" fmla="*/ 1514189 w 1533525"/>
                <a:gd name="connsiteY7128" fmla="*/ 500348 h 1647825"/>
                <a:gd name="connsiteX7129" fmla="*/ 1513999 w 1533525"/>
                <a:gd name="connsiteY7129" fmla="*/ 499300 h 1647825"/>
                <a:gd name="connsiteX7130" fmla="*/ 1513999 w 1533525"/>
                <a:gd name="connsiteY7130" fmla="*/ 498729 h 1647825"/>
                <a:gd name="connsiteX7131" fmla="*/ 1513808 w 1533525"/>
                <a:gd name="connsiteY7131" fmla="*/ 498158 h 1647825"/>
                <a:gd name="connsiteX7132" fmla="*/ 1513237 w 1533525"/>
                <a:gd name="connsiteY7132" fmla="*/ 497205 h 1647825"/>
                <a:gd name="connsiteX7133" fmla="*/ 1513046 w 1533525"/>
                <a:gd name="connsiteY7133" fmla="*/ 496634 h 1647825"/>
                <a:gd name="connsiteX7134" fmla="*/ 1513046 w 1533525"/>
                <a:gd name="connsiteY7134" fmla="*/ 495395 h 1647825"/>
                <a:gd name="connsiteX7135" fmla="*/ 1513427 w 1533525"/>
                <a:gd name="connsiteY7135" fmla="*/ 494252 h 1647825"/>
                <a:gd name="connsiteX7136" fmla="*/ 1514094 w 1533525"/>
                <a:gd name="connsiteY7136" fmla="*/ 493205 h 1647825"/>
                <a:gd name="connsiteX7137" fmla="*/ 1514951 w 1533525"/>
                <a:gd name="connsiteY7137" fmla="*/ 492443 h 1647825"/>
                <a:gd name="connsiteX7138" fmla="*/ 1517047 w 1533525"/>
                <a:gd name="connsiteY7138" fmla="*/ 491014 h 1647825"/>
                <a:gd name="connsiteX7139" fmla="*/ 1517999 w 1533525"/>
                <a:gd name="connsiteY7139" fmla="*/ 490157 h 1647825"/>
                <a:gd name="connsiteX7140" fmla="*/ 1519809 w 1533525"/>
                <a:gd name="connsiteY7140" fmla="*/ 487871 h 1647825"/>
                <a:gd name="connsiteX7141" fmla="*/ 1520476 w 1533525"/>
                <a:gd name="connsiteY7141" fmla="*/ 487394 h 1647825"/>
                <a:gd name="connsiteX7142" fmla="*/ 1522190 w 1533525"/>
                <a:gd name="connsiteY7142" fmla="*/ 486918 h 1647825"/>
                <a:gd name="connsiteX7143" fmla="*/ 1522952 w 1533525"/>
                <a:gd name="connsiteY7143" fmla="*/ 486728 h 1647825"/>
                <a:gd name="connsiteX7144" fmla="*/ 1523333 w 1533525"/>
                <a:gd name="connsiteY7144" fmla="*/ 486728 h 1647825"/>
                <a:gd name="connsiteX7145" fmla="*/ 1523524 w 1533525"/>
                <a:gd name="connsiteY7145" fmla="*/ 486537 h 1647825"/>
                <a:gd name="connsiteX7146" fmla="*/ 1523619 w 1533525"/>
                <a:gd name="connsiteY7146" fmla="*/ 485775 h 1647825"/>
                <a:gd name="connsiteX7147" fmla="*/ 1523810 w 1533525"/>
                <a:gd name="connsiteY7147" fmla="*/ 485108 h 1647825"/>
                <a:gd name="connsiteX7148" fmla="*/ 1524191 w 1533525"/>
                <a:gd name="connsiteY7148" fmla="*/ 484823 h 1647825"/>
                <a:gd name="connsiteX7149" fmla="*/ 1525238 w 1533525"/>
                <a:gd name="connsiteY7149" fmla="*/ 484442 h 1647825"/>
                <a:gd name="connsiteX7150" fmla="*/ 1525524 w 1533525"/>
                <a:gd name="connsiteY7150" fmla="*/ 484156 h 1647825"/>
                <a:gd name="connsiteX7151" fmla="*/ 1525905 w 1533525"/>
                <a:gd name="connsiteY7151" fmla="*/ 483299 h 1647825"/>
                <a:gd name="connsiteX7152" fmla="*/ 1526286 w 1533525"/>
                <a:gd name="connsiteY7152" fmla="*/ 483108 h 1647825"/>
                <a:gd name="connsiteX7153" fmla="*/ 1526858 w 1533525"/>
                <a:gd name="connsiteY7153" fmla="*/ 482918 h 1647825"/>
                <a:gd name="connsiteX7154" fmla="*/ 1527334 w 1533525"/>
                <a:gd name="connsiteY7154" fmla="*/ 482632 h 1647825"/>
                <a:gd name="connsiteX7155" fmla="*/ 1530001 w 1533525"/>
                <a:gd name="connsiteY7155" fmla="*/ 480250 h 1647825"/>
                <a:gd name="connsiteX7156" fmla="*/ 1530858 w 1533525"/>
                <a:gd name="connsiteY7156" fmla="*/ 479298 h 1647825"/>
                <a:gd name="connsiteX7157" fmla="*/ 1531525 w 1533525"/>
                <a:gd name="connsiteY7157" fmla="*/ 478346 h 1647825"/>
                <a:gd name="connsiteX7158" fmla="*/ 1532192 w 1533525"/>
                <a:gd name="connsiteY7158" fmla="*/ 477774 h 1647825"/>
                <a:gd name="connsiteX7159" fmla="*/ 1533144 w 1533525"/>
                <a:gd name="connsiteY7159" fmla="*/ 477298 h 1647825"/>
                <a:gd name="connsiteX7160" fmla="*/ 1534192 w 1533525"/>
                <a:gd name="connsiteY7160" fmla="*/ 477012 h 1647825"/>
                <a:gd name="connsiteX7161" fmla="*/ 1535049 w 1533525"/>
                <a:gd name="connsiteY7161" fmla="*/ 477107 h 1647825"/>
                <a:gd name="connsiteX7162" fmla="*/ 1535716 w 1533525"/>
                <a:gd name="connsiteY7162" fmla="*/ 477869 h 1647825"/>
                <a:gd name="connsiteX7163" fmla="*/ 1535716 w 1533525"/>
                <a:gd name="connsiteY7163" fmla="*/ 478631 h 1647825"/>
                <a:gd name="connsiteX7164" fmla="*/ 1535906 w 1533525"/>
                <a:gd name="connsiteY7164" fmla="*/ 479012 h 1647825"/>
                <a:gd name="connsiteX7165" fmla="*/ 1537049 w 1533525"/>
                <a:gd name="connsiteY7165" fmla="*/ 478631 h 1647825"/>
                <a:gd name="connsiteX7166" fmla="*/ 1538002 w 1533525"/>
                <a:gd name="connsiteY7166" fmla="*/ 478060 h 1647825"/>
                <a:gd name="connsiteX7167" fmla="*/ 1538287 w 1533525"/>
                <a:gd name="connsiteY7167" fmla="*/ 477584 h 1647825"/>
                <a:gd name="connsiteX7168" fmla="*/ 1538192 w 1533525"/>
                <a:gd name="connsiteY7168" fmla="*/ 476917 h 1647825"/>
                <a:gd name="connsiteX7169" fmla="*/ 1538192 w 1533525"/>
                <a:gd name="connsiteY7169" fmla="*/ 475583 h 1647825"/>
                <a:gd name="connsiteX7170" fmla="*/ 1538383 w 1533525"/>
                <a:gd name="connsiteY7170" fmla="*/ 474631 h 1647825"/>
                <a:gd name="connsiteX7171" fmla="*/ 1539240 w 1533525"/>
                <a:gd name="connsiteY7171" fmla="*/ 472916 h 1647825"/>
                <a:gd name="connsiteX7172" fmla="*/ 1539526 w 1533525"/>
                <a:gd name="connsiteY7172" fmla="*/ 472059 h 1647825"/>
                <a:gd name="connsiteX7173" fmla="*/ 1538764 w 1533525"/>
                <a:gd name="connsiteY7173" fmla="*/ 471869 h 1647825"/>
                <a:gd name="connsiteX7174" fmla="*/ 1375791 w 1533525"/>
                <a:gd name="connsiteY7174" fmla="*/ 1292066 h 1647825"/>
                <a:gd name="connsiteX7175" fmla="*/ 1376458 w 1533525"/>
                <a:gd name="connsiteY7175" fmla="*/ 1292543 h 1647825"/>
                <a:gd name="connsiteX7176" fmla="*/ 1377315 w 1533525"/>
                <a:gd name="connsiteY7176" fmla="*/ 1292447 h 1647825"/>
                <a:gd name="connsiteX7177" fmla="*/ 1376839 w 1533525"/>
                <a:gd name="connsiteY7177" fmla="*/ 1291304 h 1647825"/>
                <a:gd name="connsiteX7178" fmla="*/ 1375791 w 1533525"/>
                <a:gd name="connsiteY7178" fmla="*/ 1292066 h 1647825"/>
                <a:gd name="connsiteX7179" fmla="*/ 1357789 w 1533525"/>
                <a:gd name="connsiteY7179" fmla="*/ 1632871 h 1647825"/>
                <a:gd name="connsiteX7180" fmla="*/ 1357408 w 1533525"/>
                <a:gd name="connsiteY7180" fmla="*/ 1632299 h 1647825"/>
                <a:gd name="connsiteX7181" fmla="*/ 1356932 w 1533525"/>
                <a:gd name="connsiteY7181" fmla="*/ 1630966 h 1647825"/>
                <a:gd name="connsiteX7182" fmla="*/ 1356074 w 1533525"/>
                <a:gd name="connsiteY7182" fmla="*/ 1629442 h 1647825"/>
                <a:gd name="connsiteX7183" fmla="*/ 1355884 w 1533525"/>
                <a:gd name="connsiteY7183" fmla="*/ 1628585 h 1647825"/>
                <a:gd name="connsiteX7184" fmla="*/ 1355788 w 1533525"/>
                <a:gd name="connsiteY7184" fmla="*/ 1626489 h 1647825"/>
                <a:gd name="connsiteX7185" fmla="*/ 1355598 w 1533525"/>
                <a:gd name="connsiteY7185" fmla="*/ 1625441 h 1647825"/>
                <a:gd name="connsiteX7186" fmla="*/ 1355217 w 1533525"/>
                <a:gd name="connsiteY7186" fmla="*/ 1624584 h 1647825"/>
                <a:gd name="connsiteX7187" fmla="*/ 1354931 w 1533525"/>
                <a:gd name="connsiteY7187" fmla="*/ 1623536 h 1647825"/>
                <a:gd name="connsiteX7188" fmla="*/ 1354455 w 1533525"/>
                <a:gd name="connsiteY7188" fmla="*/ 1622870 h 1647825"/>
                <a:gd name="connsiteX7189" fmla="*/ 1353121 w 1533525"/>
                <a:gd name="connsiteY7189" fmla="*/ 1621727 h 1647825"/>
                <a:gd name="connsiteX7190" fmla="*/ 1352264 w 1533525"/>
                <a:gd name="connsiteY7190" fmla="*/ 1621441 h 1647825"/>
                <a:gd name="connsiteX7191" fmla="*/ 1351407 w 1533525"/>
                <a:gd name="connsiteY7191" fmla="*/ 1621822 h 1647825"/>
                <a:gd name="connsiteX7192" fmla="*/ 1350074 w 1533525"/>
                <a:gd name="connsiteY7192" fmla="*/ 1623060 h 1647825"/>
                <a:gd name="connsiteX7193" fmla="*/ 1349693 w 1533525"/>
                <a:gd name="connsiteY7193" fmla="*/ 1622679 h 1647825"/>
                <a:gd name="connsiteX7194" fmla="*/ 1348359 w 1533525"/>
                <a:gd name="connsiteY7194" fmla="*/ 1623346 h 1647825"/>
                <a:gd name="connsiteX7195" fmla="*/ 1348073 w 1533525"/>
                <a:gd name="connsiteY7195" fmla="*/ 1623441 h 1647825"/>
                <a:gd name="connsiteX7196" fmla="*/ 1347883 w 1533525"/>
                <a:gd name="connsiteY7196" fmla="*/ 1623632 h 1647825"/>
                <a:gd name="connsiteX7197" fmla="*/ 1347597 w 1533525"/>
                <a:gd name="connsiteY7197" fmla="*/ 1624013 h 1647825"/>
                <a:gd name="connsiteX7198" fmla="*/ 1347216 w 1533525"/>
                <a:gd name="connsiteY7198" fmla="*/ 1624393 h 1647825"/>
                <a:gd name="connsiteX7199" fmla="*/ 1346740 w 1533525"/>
                <a:gd name="connsiteY7199" fmla="*/ 1624584 h 1647825"/>
                <a:gd name="connsiteX7200" fmla="*/ 1345597 w 1533525"/>
                <a:gd name="connsiteY7200" fmla="*/ 1624584 h 1647825"/>
                <a:gd name="connsiteX7201" fmla="*/ 1345121 w 1533525"/>
                <a:gd name="connsiteY7201" fmla="*/ 1624679 h 1647825"/>
                <a:gd name="connsiteX7202" fmla="*/ 1343882 w 1533525"/>
                <a:gd name="connsiteY7202" fmla="*/ 1627346 h 1647825"/>
                <a:gd name="connsiteX7203" fmla="*/ 1343692 w 1533525"/>
                <a:gd name="connsiteY7203" fmla="*/ 1628013 h 1647825"/>
                <a:gd name="connsiteX7204" fmla="*/ 1343692 w 1533525"/>
                <a:gd name="connsiteY7204" fmla="*/ 1633633 h 1647825"/>
                <a:gd name="connsiteX7205" fmla="*/ 1344454 w 1533525"/>
                <a:gd name="connsiteY7205" fmla="*/ 1632966 h 1647825"/>
                <a:gd name="connsiteX7206" fmla="*/ 1345502 w 1533525"/>
                <a:gd name="connsiteY7206" fmla="*/ 1633252 h 1647825"/>
                <a:gd name="connsiteX7207" fmla="*/ 1346549 w 1533525"/>
                <a:gd name="connsiteY7207" fmla="*/ 1634014 h 1647825"/>
                <a:gd name="connsiteX7208" fmla="*/ 1347311 w 1533525"/>
                <a:gd name="connsiteY7208" fmla="*/ 1634776 h 1647825"/>
                <a:gd name="connsiteX7209" fmla="*/ 1347883 w 1533525"/>
                <a:gd name="connsiteY7209" fmla="*/ 1635919 h 1647825"/>
                <a:gd name="connsiteX7210" fmla="*/ 1348359 w 1533525"/>
                <a:gd name="connsiteY7210" fmla="*/ 1637348 h 1647825"/>
                <a:gd name="connsiteX7211" fmla="*/ 1348930 w 1533525"/>
                <a:gd name="connsiteY7211" fmla="*/ 1638395 h 1647825"/>
                <a:gd name="connsiteX7212" fmla="*/ 1349883 w 1533525"/>
                <a:gd name="connsiteY7212" fmla="*/ 1638395 h 1647825"/>
                <a:gd name="connsiteX7213" fmla="*/ 1349883 w 1533525"/>
                <a:gd name="connsiteY7213" fmla="*/ 1639062 h 1647825"/>
                <a:gd name="connsiteX7214" fmla="*/ 1349978 w 1533525"/>
                <a:gd name="connsiteY7214" fmla="*/ 1639634 h 1647825"/>
                <a:gd name="connsiteX7215" fmla="*/ 1350264 w 1533525"/>
                <a:gd name="connsiteY7215" fmla="*/ 1640015 h 1647825"/>
                <a:gd name="connsiteX7216" fmla="*/ 1350740 w 1533525"/>
                <a:gd name="connsiteY7216" fmla="*/ 1640205 h 1647825"/>
                <a:gd name="connsiteX7217" fmla="*/ 1350359 w 1533525"/>
                <a:gd name="connsiteY7217" fmla="*/ 1640872 h 1647825"/>
                <a:gd name="connsiteX7218" fmla="*/ 1350454 w 1533525"/>
                <a:gd name="connsiteY7218" fmla="*/ 1641443 h 1647825"/>
                <a:gd name="connsiteX7219" fmla="*/ 1350836 w 1533525"/>
                <a:gd name="connsiteY7219" fmla="*/ 1641920 h 1647825"/>
                <a:gd name="connsiteX7220" fmla="*/ 1351312 w 1533525"/>
                <a:gd name="connsiteY7220" fmla="*/ 1642396 h 1647825"/>
                <a:gd name="connsiteX7221" fmla="*/ 1350836 w 1533525"/>
                <a:gd name="connsiteY7221" fmla="*/ 1643063 h 1647825"/>
                <a:gd name="connsiteX7222" fmla="*/ 1351217 w 1533525"/>
                <a:gd name="connsiteY7222" fmla="*/ 1643634 h 1647825"/>
                <a:gd name="connsiteX7223" fmla="*/ 1351883 w 1533525"/>
                <a:gd name="connsiteY7223" fmla="*/ 1644110 h 1647825"/>
                <a:gd name="connsiteX7224" fmla="*/ 1352360 w 1533525"/>
                <a:gd name="connsiteY7224" fmla="*/ 1644587 h 1647825"/>
                <a:gd name="connsiteX7225" fmla="*/ 1352360 w 1533525"/>
                <a:gd name="connsiteY7225" fmla="*/ 1645634 h 1647825"/>
                <a:gd name="connsiteX7226" fmla="*/ 1352169 w 1533525"/>
                <a:gd name="connsiteY7226" fmla="*/ 1646682 h 1647825"/>
                <a:gd name="connsiteX7227" fmla="*/ 1352360 w 1533525"/>
                <a:gd name="connsiteY7227" fmla="*/ 1647444 h 1647825"/>
                <a:gd name="connsiteX7228" fmla="*/ 1353503 w 1533525"/>
                <a:gd name="connsiteY7228" fmla="*/ 1647920 h 1647825"/>
                <a:gd name="connsiteX7229" fmla="*/ 1354265 w 1533525"/>
                <a:gd name="connsiteY7229" fmla="*/ 1645825 h 1647825"/>
                <a:gd name="connsiteX7230" fmla="*/ 1354836 w 1533525"/>
                <a:gd name="connsiteY7230" fmla="*/ 1644872 h 1647825"/>
                <a:gd name="connsiteX7231" fmla="*/ 1355503 w 1533525"/>
                <a:gd name="connsiteY7231" fmla="*/ 1644872 h 1647825"/>
                <a:gd name="connsiteX7232" fmla="*/ 1355979 w 1533525"/>
                <a:gd name="connsiteY7232" fmla="*/ 1645063 h 1647825"/>
                <a:gd name="connsiteX7233" fmla="*/ 1356455 w 1533525"/>
                <a:gd name="connsiteY7233" fmla="*/ 1645063 h 1647825"/>
                <a:gd name="connsiteX7234" fmla="*/ 1356932 w 1533525"/>
                <a:gd name="connsiteY7234" fmla="*/ 1644872 h 1647825"/>
                <a:gd name="connsiteX7235" fmla="*/ 1357217 w 1533525"/>
                <a:gd name="connsiteY7235" fmla="*/ 1644682 h 1647825"/>
                <a:gd name="connsiteX7236" fmla="*/ 1357312 w 1533525"/>
                <a:gd name="connsiteY7236" fmla="*/ 1644110 h 1647825"/>
                <a:gd name="connsiteX7237" fmla="*/ 1357027 w 1533525"/>
                <a:gd name="connsiteY7237" fmla="*/ 1643729 h 1647825"/>
                <a:gd name="connsiteX7238" fmla="*/ 1356646 w 1533525"/>
                <a:gd name="connsiteY7238" fmla="*/ 1643348 h 1647825"/>
                <a:gd name="connsiteX7239" fmla="*/ 1356455 w 1533525"/>
                <a:gd name="connsiteY7239" fmla="*/ 1642967 h 1647825"/>
                <a:gd name="connsiteX7240" fmla="*/ 1356646 w 1533525"/>
                <a:gd name="connsiteY7240" fmla="*/ 1641158 h 1647825"/>
                <a:gd name="connsiteX7241" fmla="*/ 1358075 w 1533525"/>
                <a:gd name="connsiteY7241" fmla="*/ 1638110 h 1647825"/>
                <a:gd name="connsiteX7242" fmla="*/ 1358551 w 1533525"/>
                <a:gd name="connsiteY7242" fmla="*/ 1636776 h 1647825"/>
                <a:gd name="connsiteX7243" fmla="*/ 1358455 w 1533525"/>
                <a:gd name="connsiteY7243" fmla="*/ 1634014 h 1647825"/>
                <a:gd name="connsiteX7244" fmla="*/ 1357789 w 1533525"/>
                <a:gd name="connsiteY7244" fmla="*/ 1632871 h 1647825"/>
                <a:gd name="connsiteX7245" fmla="*/ 1314736 w 1533525"/>
                <a:gd name="connsiteY7245" fmla="*/ 1359122 h 1647825"/>
                <a:gd name="connsiteX7246" fmla="*/ 1314736 w 1533525"/>
                <a:gd name="connsiteY7246" fmla="*/ 1358837 h 1647825"/>
                <a:gd name="connsiteX7247" fmla="*/ 1314736 w 1533525"/>
                <a:gd name="connsiteY7247" fmla="*/ 1358741 h 1647825"/>
                <a:gd name="connsiteX7248" fmla="*/ 1314736 w 1533525"/>
                <a:gd name="connsiteY7248" fmla="*/ 1358646 h 1647825"/>
                <a:gd name="connsiteX7249" fmla="*/ 1314450 w 1533525"/>
                <a:gd name="connsiteY7249" fmla="*/ 1358170 h 1647825"/>
                <a:gd name="connsiteX7250" fmla="*/ 1314069 w 1533525"/>
                <a:gd name="connsiteY7250" fmla="*/ 1357884 h 1647825"/>
                <a:gd name="connsiteX7251" fmla="*/ 1313593 w 1533525"/>
                <a:gd name="connsiteY7251" fmla="*/ 1357884 h 1647825"/>
                <a:gd name="connsiteX7252" fmla="*/ 1313117 w 1533525"/>
                <a:gd name="connsiteY7252" fmla="*/ 1358075 h 1647825"/>
                <a:gd name="connsiteX7253" fmla="*/ 1312736 w 1533525"/>
                <a:gd name="connsiteY7253" fmla="*/ 1358646 h 1647825"/>
                <a:gd name="connsiteX7254" fmla="*/ 1312450 w 1533525"/>
                <a:gd name="connsiteY7254" fmla="*/ 1359599 h 1647825"/>
                <a:gd name="connsiteX7255" fmla="*/ 1312354 w 1533525"/>
                <a:gd name="connsiteY7255" fmla="*/ 1360646 h 1647825"/>
                <a:gd name="connsiteX7256" fmla="*/ 1312354 w 1533525"/>
                <a:gd name="connsiteY7256" fmla="*/ 1361408 h 1647825"/>
                <a:gd name="connsiteX7257" fmla="*/ 1312640 w 1533525"/>
                <a:gd name="connsiteY7257" fmla="*/ 1362075 h 1647825"/>
                <a:gd name="connsiteX7258" fmla="*/ 1313212 w 1533525"/>
                <a:gd name="connsiteY7258" fmla="*/ 1362932 h 1647825"/>
                <a:gd name="connsiteX7259" fmla="*/ 1313783 w 1533525"/>
                <a:gd name="connsiteY7259" fmla="*/ 1363694 h 1647825"/>
                <a:gd name="connsiteX7260" fmla="*/ 1314260 w 1533525"/>
                <a:gd name="connsiteY7260" fmla="*/ 1363980 h 1647825"/>
                <a:gd name="connsiteX7261" fmla="*/ 1314736 w 1533525"/>
                <a:gd name="connsiteY7261" fmla="*/ 1363409 h 1647825"/>
                <a:gd name="connsiteX7262" fmla="*/ 1314641 w 1533525"/>
                <a:gd name="connsiteY7262" fmla="*/ 1362456 h 1647825"/>
                <a:gd name="connsiteX7263" fmla="*/ 1314260 w 1533525"/>
                <a:gd name="connsiteY7263" fmla="*/ 1360742 h 1647825"/>
                <a:gd name="connsiteX7264" fmla="*/ 1314355 w 1533525"/>
                <a:gd name="connsiteY7264" fmla="*/ 1360360 h 1647825"/>
                <a:gd name="connsiteX7265" fmla="*/ 1314736 w 1533525"/>
                <a:gd name="connsiteY7265" fmla="*/ 1359122 h 1647825"/>
                <a:gd name="connsiteX7266" fmla="*/ 1298543 w 1533525"/>
                <a:gd name="connsiteY7266" fmla="*/ 1515714 h 1647825"/>
                <a:gd name="connsiteX7267" fmla="*/ 1297400 w 1533525"/>
                <a:gd name="connsiteY7267" fmla="*/ 1514761 h 1647825"/>
                <a:gd name="connsiteX7268" fmla="*/ 1296924 w 1533525"/>
                <a:gd name="connsiteY7268" fmla="*/ 1514475 h 1647825"/>
                <a:gd name="connsiteX7269" fmla="*/ 1296257 w 1533525"/>
                <a:gd name="connsiteY7269" fmla="*/ 1514666 h 1647825"/>
                <a:gd name="connsiteX7270" fmla="*/ 1296448 w 1533525"/>
                <a:gd name="connsiteY7270" fmla="*/ 1515523 h 1647825"/>
                <a:gd name="connsiteX7271" fmla="*/ 1295971 w 1533525"/>
                <a:gd name="connsiteY7271" fmla="*/ 1516380 h 1647825"/>
                <a:gd name="connsiteX7272" fmla="*/ 1295114 w 1533525"/>
                <a:gd name="connsiteY7272" fmla="*/ 1516952 h 1647825"/>
                <a:gd name="connsiteX7273" fmla="*/ 1294352 w 1533525"/>
                <a:gd name="connsiteY7273" fmla="*/ 1517142 h 1647825"/>
                <a:gd name="connsiteX7274" fmla="*/ 1294067 w 1533525"/>
                <a:gd name="connsiteY7274" fmla="*/ 1517809 h 1647825"/>
                <a:gd name="connsiteX7275" fmla="*/ 1294257 w 1533525"/>
                <a:gd name="connsiteY7275" fmla="*/ 1519238 h 1647825"/>
                <a:gd name="connsiteX7276" fmla="*/ 1294733 w 1533525"/>
                <a:gd name="connsiteY7276" fmla="*/ 1520762 h 1647825"/>
                <a:gd name="connsiteX7277" fmla="*/ 1295305 w 1533525"/>
                <a:gd name="connsiteY7277" fmla="*/ 1521619 h 1647825"/>
                <a:gd name="connsiteX7278" fmla="*/ 1298924 w 1533525"/>
                <a:gd name="connsiteY7278" fmla="*/ 1522762 h 1647825"/>
                <a:gd name="connsiteX7279" fmla="*/ 1300639 w 1533525"/>
                <a:gd name="connsiteY7279" fmla="*/ 1520952 h 1647825"/>
                <a:gd name="connsiteX7280" fmla="*/ 1300734 w 1533525"/>
                <a:gd name="connsiteY7280" fmla="*/ 1517904 h 1647825"/>
                <a:gd name="connsiteX7281" fmla="*/ 1299591 w 1533525"/>
                <a:gd name="connsiteY7281" fmla="*/ 1516380 h 1647825"/>
                <a:gd name="connsiteX7282" fmla="*/ 1298543 w 1533525"/>
                <a:gd name="connsiteY7282" fmla="*/ 1515714 h 1647825"/>
                <a:gd name="connsiteX7283" fmla="*/ 1292066 w 1533525"/>
                <a:gd name="connsiteY7283" fmla="*/ 1321689 h 1647825"/>
                <a:gd name="connsiteX7284" fmla="*/ 1291971 w 1533525"/>
                <a:gd name="connsiteY7284" fmla="*/ 1322260 h 1647825"/>
                <a:gd name="connsiteX7285" fmla="*/ 1292638 w 1533525"/>
                <a:gd name="connsiteY7285" fmla="*/ 1326071 h 1647825"/>
                <a:gd name="connsiteX7286" fmla="*/ 1293305 w 1533525"/>
                <a:gd name="connsiteY7286" fmla="*/ 1325690 h 1647825"/>
                <a:gd name="connsiteX7287" fmla="*/ 1293400 w 1533525"/>
                <a:gd name="connsiteY7287" fmla="*/ 1325214 h 1647825"/>
                <a:gd name="connsiteX7288" fmla="*/ 1293305 w 1533525"/>
                <a:gd name="connsiteY7288" fmla="*/ 1324547 h 1647825"/>
                <a:gd name="connsiteX7289" fmla="*/ 1293400 w 1533525"/>
                <a:gd name="connsiteY7289" fmla="*/ 1323880 h 1647825"/>
                <a:gd name="connsiteX7290" fmla="*/ 1293590 w 1533525"/>
                <a:gd name="connsiteY7290" fmla="*/ 1323499 h 1647825"/>
                <a:gd name="connsiteX7291" fmla="*/ 1294448 w 1533525"/>
                <a:gd name="connsiteY7291" fmla="*/ 1322546 h 1647825"/>
                <a:gd name="connsiteX7292" fmla="*/ 1294829 w 1533525"/>
                <a:gd name="connsiteY7292" fmla="*/ 1321975 h 1647825"/>
                <a:gd name="connsiteX7293" fmla="*/ 1295114 w 1533525"/>
                <a:gd name="connsiteY7293" fmla="*/ 1320737 h 1647825"/>
                <a:gd name="connsiteX7294" fmla="*/ 1295210 w 1533525"/>
                <a:gd name="connsiteY7294" fmla="*/ 1318070 h 1647825"/>
                <a:gd name="connsiteX7295" fmla="*/ 1295495 w 1533525"/>
                <a:gd name="connsiteY7295" fmla="*/ 1317212 h 1647825"/>
                <a:gd name="connsiteX7296" fmla="*/ 1295305 w 1533525"/>
                <a:gd name="connsiteY7296" fmla="*/ 1316641 h 1647825"/>
                <a:gd name="connsiteX7297" fmla="*/ 1295210 w 1533525"/>
                <a:gd name="connsiteY7297" fmla="*/ 1316355 h 1647825"/>
                <a:gd name="connsiteX7298" fmla="*/ 1295019 w 1533525"/>
                <a:gd name="connsiteY7298" fmla="*/ 1316069 h 1647825"/>
                <a:gd name="connsiteX7299" fmla="*/ 1294829 w 1533525"/>
                <a:gd name="connsiteY7299" fmla="*/ 1315879 h 1647825"/>
                <a:gd name="connsiteX7300" fmla="*/ 1294543 w 1533525"/>
                <a:gd name="connsiteY7300" fmla="*/ 1315784 h 1647825"/>
                <a:gd name="connsiteX7301" fmla="*/ 1294067 w 1533525"/>
                <a:gd name="connsiteY7301" fmla="*/ 1315784 h 1647825"/>
                <a:gd name="connsiteX7302" fmla="*/ 1293781 w 1533525"/>
                <a:gd name="connsiteY7302" fmla="*/ 1316069 h 1647825"/>
                <a:gd name="connsiteX7303" fmla="*/ 1293400 w 1533525"/>
                <a:gd name="connsiteY7303" fmla="*/ 1316546 h 1647825"/>
                <a:gd name="connsiteX7304" fmla="*/ 1292733 w 1533525"/>
                <a:gd name="connsiteY7304" fmla="*/ 1317212 h 1647825"/>
                <a:gd name="connsiteX7305" fmla="*/ 1292828 w 1533525"/>
                <a:gd name="connsiteY7305" fmla="*/ 1318070 h 1647825"/>
                <a:gd name="connsiteX7306" fmla="*/ 1292447 w 1533525"/>
                <a:gd name="connsiteY7306" fmla="*/ 1321022 h 1647825"/>
                <a:gd name="connsiteX7307" fmla="*/ 1292066 w 1533525"/>
                <a:gd name="connsiteY7307" fmla="*/ 1321689 h 1647825"/>
                <a:gd name="connsiteX7308" fmla="*/ 1317784 w 1533525"/>
                <a:gd name="connsiteY7308" fmla="*/ 1569339 h 1647825"/>
                <a:gd name="connsiteX7309" fmla="*/ 1316355 w 1533525"/>
                <a:gd name="connsiteY7309" fmla="*/ 1568768 h 1647825"/>
                <a:gd name="connsiteX7310" fmla="*/ 1315307 w 1533525"/>
                <a:gd name="connsiteY7310" fmla="*/ 1567910 h 1647825"/>
                <a:gd name="connsiteX7311" fmla="*/ 1314736 w 1533525"/>
                <a:gd name="connsiteY7311" fmla="*/ 1566863 h 1647825"/>
                <a:gd name="connsiteX7312" fmla="*/ 1314545 w 1533525"/>
                <a:gd name="connsiteY7312" fmla="*/ 1565624 h 1647825"/>
                <a:gd name="connsiteX7313" fmla="*/ 1314545 w 1533525"/>
                <a:gd name="connsiteY7313" fmla="*/ 1563148 h 1647825"/>
                <a:gd name="connsiteX7314" fmla="*/ 1314164 w 1533525"/>
                <a:gd name="connsiteY7314" fmla="*/ 1562672 h 1647825"/>
                <a:gd name="connsiteX7315" fmla="*/ 1313593 w 1533525"/>
                <a:gd name="connsiteY7315" fmla="*/ 1562672 h 1647825"/>
                <a:gd name="connsiteX7316" fmla="*/ 1312831 w 1533525"/>
                <a:gd name="connsiteY7316" fmla="*/ 1563148 h 1647825"/>
                <a:gd name="connsiteX7317" fmla="*/ 1312545 w 1533525"/>
                <a:gd name="connsiteY7317" fmla="*/ 1563719 h 1647825"/>
                <a:gd name="connsiteX7318" fmla="*/ 1312354 w 1533525"/>
                <a:gd name="connsiteY7318" fmla="*/ 1564481 h 1647825"/>
                <a:gd name="connsiteX7319" fmla="*/ 1312259 w 1533525"/>
                <a:gd name="connsiteY7319" fmla="*/ 1566005 h 1647825"/>
                <a:gd name="connsiteX7320" fmla="*/ 1312545 w 1533525"/>
                <a:gd name="connsiteY7320" fmla="*/ 1567243 h 1647825"/>
                <a:gd name="connsiteX7321" fmla="*/ 1313402 w 1533525"/>
                <a:gd name="connsiteY7321" fmla="*/ 1568577 h 1647825"/>
                <a:gd name="connsiteX7322" fmla="*/ 1314545 w 1533525"/>
                <a:gd name="connsiteY7322" fmla="*/ 1569720 h 1647825"/>
                <a:gd name="connsiteX7323" fmla="*/ 1315688 w 1533525"/>
                <a:gd name="connsiteY7323" fmla="*/ 1570196 h 1647825"/>
                <a:gd name="connsiteX7324" fmla="*/ 1317212 w 1533525"/>
                <a:gd name="connsiteY7324" fmla="*/ 1570577 h 1647825"/>
                <a:gd name="connsiteX7325" fmla="*/ 1317974 w 1533525"/>
                <a:gd name="connsiteY7325" fmla="*/ 1570577 h 1647825"/>
                <a:gd name="connsiteX7326" fmla="*/ 1318451 w 1533525"/>
                <a:gd name="connsiteY7326" fmla="*/ 1570101 h 1647825"/>
                <a:gd name="connsiteX7327" fmla="*/ 1318260 w 1533525"/>
                <a:gd name="connsiteY7327" fmla="*/ 1569625 h 1647825"/>
                <a:gd name="connsiteX7328" fmla="*/ 1317784 w 1533525"/>
                <a:gd name="connsiteY7328" fmla="*/ 1569339 h 1647825"/>
                <a:gd name="connsiteX7329" fmla="*/ 1292733 w 1533525"/>
                <a:gd name="connsiteY7329" fmla="*/ 1400842 h 1647825"/>
                <a:gd name="connsiteX7330" fmla="*/ 1292257 w 1533525"/>
                <a:gd name="connsiteY7330" fmla="*/ 1400175 h 1647825"/>
                <a:gd name="connsiteX7331" fmla="*/ 1292447 w 1533525"/>
                <a:gd name="connsiteY7331" fmla="*/ 1399318 h 1647825"/>
                <a:gd name="connsiteX7332" fmla="*/ 1293019 w 1533525"/>
                <a:gd name="connsiteY7332" fmla="*/ 1398651 h 1647825"/>
                <a:gd name="connsiteX7333" fmla="*/ 1293400 w 1533525"/>
                <a:gd name="connsiteY7333" fmla="*/ 1397984 h 1647825"/>
                <a:gd name="connsiteX7334" fmla="*/ 1293019 w 1533525"/>
                <a:gd name="connsiteY7334" fmla="*/ 1397222 h 1647825"/>
                <a:gd name="connsiteX7335" fmla="*/ 1292257 w 1533525"/>
                <a:gd name="connsiteY7335" fmla="*/ 1395984 h 1647825"/>
                <a:gd name="connsiteX7336" fmla="*/ 1291114 w 1533525"/>
                <a:gd name="connsiteY7336" fmla="*/ 1395032 h 1647825"/>
                <a:gd name="connsiteX7337" fmla="*/ 1290161 w 1533525"/>
                <a:gd name="connsiteY7337" fmla="*/ 1395032 h 1647825"/>
                <a:gd name="connsiteX7338" fmla="*/ 1289780 w 1533525"/>
                <a:gd name="connsiteY7338" fmla="*/ 1396651 h 1647825"/>
                <a:gd name="connsiteX7339" fmla="*/ 1290161 w 1533525"/>
                <a:gd name="connsiteY7339" fmla="*/ 1398270 h 1647825"/>
                <a:gd name="connsiteX7340" fmla="*/ 1290257 w 1533525"/>
                <a:gd name="connsiteY7340" fmla="*/ 1399127 h 1647825"/>
                <a:gd name="connsiteX7341" fmla="*/ 1289971 w 1533525"/>
                <a:gd name="connsiteY7341" fmla="*/ 1399889 h 1647825"/>
                <a:gd name="connsiteX7342" fmla="*/ 1289590 w 1533525"/>
                <a:gd name="connsiteY7342" fmla="*/ 1400080 h 1647825"/>
                <a:gd name="connsiteX7343" fmla="*/ 1288733 w 1533525"/>
                <a:gd name="connsiteY7343" fmla="*/ 1400175 h 1647825"/>
                <a:gd name="connsiteX7344" fmla="*/ 1288352 w 1533525"/>
                <a:gd name="connsiteY7344" fmla="*/ 1400461 h 1647825"/>
                <a:gd name="connsiteX7345" fmla="*/ 1288256 w 1533525"/>
                <a:gd name="connsiteY7345" fmla="*/ 1400747 h 1647825"/>
                <a:gd name="connsiteX7346" fmla="*/ 1287971 w 1533525"/>
                <a:gd name="connsiteY7346" fmla="*/ 1401985 h 1647825"/>
                <a:gd name="connsiteX7347" fmla="*/ 1288542 w 1533525"/>
                <a:gd name="connsiteY7347" fmla="*/ 1402271 h 1647825"/>
                <a:gd name="connsiteX7348" fmla="*/ 1288923 w 1533525"/>
                <a:gd name="connsiteY7348" fmla="*/ 1402652 h 1647825"/>
                <a:gd name="connsiteX7349" fmla="*/ 1289399 w 1533525"/>
                <a:gd name="connsiteY7349" fmla="*/ 1402937 h 1647825"/>
                <a:gd name="connsiteX7350" fmla="*/ 1290257 w 1533525"/>
                <a:gd name="connsiteY7350" fmla="*/ 1403128 h 1647825"/>
                <a:gd name="connsiteX7351" fmla="*/ 1290828 w 1533525"/>
                <a:gd name="connsiteY7351" fmla="*/ 1403033 h 1647825"/>
                <a:gd name="connsiteX7352" fmla="*/ 1292257 w 1533525"/>
                <a:gd name="connsiteY7352" fmla="*/ 1402556 h 1647825"/>
                <a:gd name="connsiteX7353" fmla="*/ 1292733 w 1533525"/>
                <a:gd name="connsiteY7353" fmla="*/ 1402366 h 1647825"/>
                <a:gd name="connsiteX7354" fmla="*/ 1293590 w 1533525"/>
                <a:gd name="connsiteY7354" fmla="*/ 1401699 h 1647825"/>
                <a:gd name="connsiteX7355" fmla="*/ 1293400 w 1533525"/>
                <a:gd name="connsiteY7355" fmla="*/ 1401318 h 1647825"/>
                <a:gd name="connsiteX7356" fmla="*/ 1292733 w 1533525"/>
                <a:gd name="connsiteY7356" fmla="*/ 1400842 h 1647825"/>
                <a:gd name="connsiteX7357" fmla="*/ 1307306 w 1533525"/>
                <a:gd name="connsiteY7357" fmla="*/ 1344454 h 1647825"/>
                <a:gd name="connsiteX7358" fmla="*/ 1307687 w 1533525"/>
                <a:gd name="connsiteY7358" fmla="*/ 1343692 h 1647825"/>
                <a:gd name="connsiteX7359" fmla="*/ 1306925 w 1533525"/>
                <a:gd name="connsiteY7359" fmla="*/ 1343216 h 1647825"/>
                <a:gd name="connsiteX7360" fmla="*/ 1307402 w 1533525"/>
                <a:gd name="connsiteY7360" fmla="*/ 1342454 h 1647825"/>
                <a:gd name="connsiteX7361" fmla="*/ 1308259 w 1533525"/>
                <a:gd name="connsiteY7361" fmla="*/ 1341692 h 1647825"/>
                <a:gd name="connsiteX7362" fmla="*/ 1308735 w 1533525"/>
                <a:gd name="connsiteY7362" fmla="*/ 1341025 h 1647825"/>
                <a:gd name="connsiteX7363" fmla="*/ 1308830 w 1533525"/>
                <a:gd name="connsiteY7363" fmla="*/ 1338453 h 1647825"/>
                <a:gd name="connsiteX7364" fmla="*/ 1308735 w 1533525"/>
                <a:gd name="connsiteY7364" fmla="*/ 1337120 h 1647825"/>
                <a:gd name="connsiteX7365" fmla="*/ 1307878 w 1533525"/>
                <a:gd name="connsiteY7365" fmla="*/ 1335215 h 1647825"/>
                <a:gd name="connsiteX7366" fmla="*/ 1308068 w 1533525"/>
                <a:gd name="connsiteY7366" fmla="*/ 1333786 h 1647825"/>
                <a:gd name="connsiteX7367" fmla="*/ 1308830 w 1533525"/>
                <a:gd name="connsiteY7367" fmla="*/ 1331309 h 1647825"/>
                <a:gd name="connsiteX7368" fmla="*/ 1308830 w 1533525"/>
                <a:gd name="connsiteY7368" fmla="*/ 1330071 h 1647825"/>
                <a:gd name="connsiteX7369" fmla="*/ 1308545 w 1533525"/>
                <a:gd name="connsiteY7369" fmla="*/ 1328928 h 1647825"/>
                <a:gd name="connsiteX7370" fmla="*/ 1307973 w 1533525"/>
                <a:gd name="connsiteY7370" fmla="*/ 1327880 h 1647825"/>
                <a:gd name="connsiteX7371" fmla="*/ 1307116 w 1533525"/>
                <a:gd name="connsiteY7371" fmla="*/ 1326928 h 1647825"/>
                <a:gd name="connsiteX7372" fmla="*/ 1307687 w 1533525"/>
                <a:gd name="connsiteY7372" fmla="*/ 1325880 h 1647825"/>
                <a:gd name="connsiteX7373" fmla="*/ 1307592 w 1533525"/>
                <a:gd name="connsiteY7373" fmla="*/ 1324642 h 1647825"/>
                <a:gd name="connsiteX7374" fmla="*/ 1307306 w 1533525"/>
                <a:gd name="connsiteY7374" fmla="*/ 1323499 h 1647825"/>
                <a:gd name="connsiteX7375" fmla="*/ 1307497 w 1533525"/>
                <a:gd name="connsiteY7375" fmla="*/ 1322546 h 1647825"/>
                <a:gd name="connsiteX7376" fmla="*/ 1306259 w 1533525"/>
                <a:gd name="connsiteY7376" fmla="*/ 1321213 h 1647825"/>
                <a:gd name="connsiteX7377" fmla="*/ 1305878 w 1533525"/>
                <a:gd name="connsiteY7377" fmla="*/ 1321022 h 1647825"/>
                <a:gd name="connsiteX7378" fmla="*/ 1305687 w 1533525"/>
                <a:gd name="connsiteY7378" fmla="*/ 1320832 h 1647825"/>
                <a:gd name="connsiteX7379" fmla="*/ 1305592 w 1533525"/>
                <a:gd name="connsiteY7379" fmla="*/ 1320356 h 1647825"/>
                <a:gd name="connsiteX7380" fmla="*/ 1305401 w 1533525"/>
                <a:gd name="connsiteY7380" fmla="*/ 1319879 h 1647825"/>
                <a:gd name="connsiteX7381" fmla="*/ 1304925 w 1533525"/>
                <a:gd name="connsiteY7381" fmla="*/ 1319593 h 1647825"/>
                <a:gd name="connsiteX7382" fmla="*/ 1304354 w 1533525"/>
                <a:gd name="connsiteY7382" fmla="*/ 1320356 h 1647825"/>
                <a:gd name="connsiteX7383" fmla="*/ 1303877 w 1533525"/>
                <a:gd name="connsiteY7383" fmla="*/ 1320737 h 1647825"/>
                <a:gd name="connsiteX7384" fmla="*/ 1303211 w 1533525"/>
                <a:gd name="connsiteY7384" fmla="*/ 1320546 h 1647825"/>
                <a:gd name="connsiteX7385" fmla="*/ 1302829 w 1533525"/>
                <a:gd name="connsiteY7385" fmla="*/ 1320165 h 1647825"/>
                <a:gd name="connsiteX7386" fmla="*/ 1302829 w 1533525"/>
                <a:gd name="connsiteY7386" fmla="*/ 1319879 h 1647825"/>
                <a:gd name="connsiteX7387" fmla="*/ 1303020 w 1533525"/>
                <a:gd name="connsiteY7387" fmla="*/ 1319593 h 1647825"/>
                <a:gd name="connsiteX7388" fmla="*/ 1303115 w 1533525"/>
                <a:gd name="connsiteY7388" fmla="*/ 1319117 h 1647825"/>
                <a:gd name="connsiteX7389" fmla="*/ 1304258 w 1533525"/>
                <a:gd name="connsiteY7389" fmla="*/ 1316736 h 1647825"/>
                <a:gd name="connsiteX7390" fmla="*/ 1304354 w 1533525"/>
                <a:gd name="connsiteY7390" fmla="*/ 1316260 h 1647825"/>
                <a:gd name="connsiteX7391" fmla="*/ 1304925 w 1533525"/>
                <a:gd name="connsiteY7391" fmla="*/ 1316260 h 1647825"/>
                <a:gd name="connsiteX7392" fmla="*/ 1305496 w 1533525"/>
                <a:gd name="connsiteY7392" fmla="*/ 1316355 h 1647825"/>
                <a:gd name="connsiteX7393" fmla="*/ 1305878 w 1533525"/>
                <a:gd name="connsiteY7393" fmla="*/ 1316736 h 1647825"/>
                <a:gd name="connsiteX7394" fmla="*/ 1305973 w 1533525"/>
                <a:gd name="connsiteY7394" fmla="*/ 1317784 h 1647825"/>
                <a:gd name="connsiteX7395" fmla="*/ 1306354 w 1533525"/>
                <a:gd name="connsiteY7395" fmla="*/ 1317784 h 1647825"/>
                <a:gd name="connsiteX7396" fmla="*/ 1306830 w 1533525"/>
                <a:gd name="connsiteY7396" fmla="*/ 1316927 h 1647825"/>
                <a:gd name="connsiteX7397" fmla="*/ 1307021 w 1533525"/>
                <a:gd name="connsiteY7397" fmla="*/ 1316355 h 1647825"/>
                <a:gd name="connsiteX7398" fmla="*/ 1306735 w 1533525"/>
                <a:gd name="connsiteY7398" fmla="*/ 1315689 h 1647825"/>
                <a:gd name="connsiteX7399" fmla="*/ 1305782 w 1533525"/>
                <a:gd name="connsiteY7399" fmla="*/ 1314641 h 1647825"/>
                <a:gd name="connsiteX7400" fmla="*/ 1305592 w 1533525"/>
                <a:gd name="connsiteY7400" fmla="*/ 1313879 h 1647825"/>
                <a:gd name="connsiteX7401" fmla="*/ 1305592 w 1533525"/>
                <a:gd name="connsiteY7401" fmla="*/ 1312640 h 1647825"/>
                <a:gd name="connsiteX7402" fmla="*/ 1305973 w 1533525"/>
                <a:gd name="connsiteY7402" fmla="*/ 1311783 h 1647825"/>
                <a:gd name="connsiteX7403" fmla="*/ 1307021 w 1533525"/>
                <a:gd name="connsiteY7403" fmla="*/ 1311974 h 1647825"/>
                <a:gd name="connsiteX7404" fmla="*/ 1307021 w 1533525"/>
                <a:gd name="connsiteY7404" fmla="*/ 1310831 h 1647825"/>
                <a:gd name="connsiteX7405" fmla="*/ 1307402 w 1533525"/>
                <a:gd name="connsiteY7405" fmla="*/ 1310831 h 1647825"/>
                <a:gd name="connsiteX7406" fmla="*/ 1307497 w 1533525"/>
                <a:gd name="connsiteY7406" fmla="*/ 1311497 h 1647825"/>
                <a:gd name="connsiteX7407" fmla="*/ 1307211 w 1533525"/>
                <a:gd name="connsiteY7407" fmla="*/ 1312831 h 1647825"/>
                <a:gd name="connsiteX7408" fmla="*/ 1307306 w 1533525"/>
                <a:gd name="connsiteY7408" fmla="*/ 1313402 h 1647825"/>
                <a:gd name="connsiteX7409" fmla="*/ 1307687 w 1533525"/>
                <a:gd name="connsiteY7409" fmla="*/ 1313688 h 1647825"/>
                <a:gd name="connsiteX7410" fmla="*/ 1308163 w 1533525"/>
                <a:gd name="connsiteY7410" fmla="*/ 1313783 h 1647825"/>
                <a:gd name="connsiteX7411" fmla="*/ 1308545 w 1533525"/>
                <a:gd name="connsiteY7411" fmla="*/ 1313593 h 1647825"/>
                <a:gd name="connsiteX7412" fmla="*/ 1308735 w 1533525"/>
                <a:gd name="connsiteY7412" fmla="*/ 1313021 h 1647825"/>
                <a:gd name="connsiteX7413" fmla="*/ 1309116 w 1533525"/>
                <a:gd name="connsiteY7413" fmla="*/ 1313021 h 1647825"/>
                <a:gd name="connsiteX7414" fmla="*/ 1310259 w 1533525"/>
                <a:gd name="connsiteY7414" fmla="*/ 1313593 h 1647825"/>
                <a:gd name="connsiteX7415" fmla="*/ 1311212 w 1533525"/>
                <a:gd name="connsiteY7415" fmla="*/ 1312069 h 1647825"/>
                <a:gd name="connsiteX7416" fmla="*/ 1311783 w 1533525"/>
                <a:gd name="connsiteY7416" fmla="*/ 1309878 h 1647825"/>
                <a:gd name="connsiteX7417" fmla="*/ 1312069 w 1533525"/>
                <a:gd name="connsiteY7417" fmla="*/ 1308259 h 1647825"/>
                <a:gd name="connsiteX7418" fmla="*/ 1312069 w 1533525"/>
                <a:gd name="connsiteY7418" fmla="*/ 1304830 h 1647825"/>
                <a:gd name="connsiteX7419" fmla="*/ 1312259 w 1533525"/>
                <a:gd name="connsiteY7419" fmla="*/ 1303306 h 1647825"/>
                <a:gd name="connsiteX7420" fmla="*/ 1313402 w 1533525"/>
                <a:gd name="connsiteY7420" fmla="*/ 1301401 h 1647825"/>
                <a:gd name="connsiteX7421" fmla="*/ 1313212 w 1533525"/>
                <a:gd name="connsiteY7421" fmla="*/ 1300925 h 1647825"/>
                <a:gd name="connsiteX7422" fmla="*/ 1311974 w 1533525"/>
                <a:gd name="connsiteY7422" fmla="*/ 1300163 h 1647825"/>
                <a:gd name="connsiteX7423" fmla="*/ 1311116 w 1533525"/>
                <a:gd name="connsiteY7423" fmla="*/ 1298924 h 1647825"/>
                <a:gd name="connsiteX7424" fmla="*/ 1310545 w 1533525"/>
                <a:gd name="connsiteY7424" fmla="*/ 1298448 h 1647825"/>
                <a:gd name="connsiteX7425" fmla="*/ 1309402 w 1533525"/>
                <a:gd name="connsiteY7425" fmla="*/ 1298639 h 1647825"/>
                <a:gd name="connsiteX7426" fmla="*/ 1308640 w 1533525"/>
                <a:gd name="connsiteY7426" fmla="*/ 1298353 h 1647825"/>
                <a:gd name="connsiteX7427" fmla="*/ 1308068 w 1533525"/>
                <a:gd name="connsiteY7427" fmla="*/ 1297686 h 1647825"/>
                <a:gd name="connsiteX7428" fmla="*/ 1307973 w 1533525"/>
                <a:gd name="connsiteY7428" fmla="*/ 1296829 h 1647825"/>
                <a:gd name="connsiteX7429" fmla="*/ 1308354 w 1533525"/>
                <a:gd name="connsiteY7429" fmla="*/ 1296257 h 1647825"/>
                <a:gd name="connsiteX7430" fmla="*/ 1308926 w 1533525"/>
                <a:gd name="connsiteY7430" fmla="*/ 1296162 h 1647825"/>
                <a:gd name="connsiteX7431" fmla="*/ 1309402 w 1533525"/>
                <a:gd name="connsiteY7431" fmla="*/ 1296639 h 1647825"/>
                <a:gd name="connsiteX7432" fmla="*/ 1309402 w 1533525"/>
                <a:gd name="connsiteY7432" fmla="*/ 1297591 h 1647825"/>
                <a:gd name="connsiteX7433" fmla="*/ 1310069 w 1533525"/>
                <a:gd name="connsiteY7433" fmla="*/ 1297115 h 1647825"/>
                <a:gd name="connsiteX7434" fmla="*/ 1310926 w 1533525"/>
                <a:gd name="connsiteY7434" fmla="*/ 1296639 h 1647825"/>
                <a:gd name="connsiteX7435" fmla="*/ 1311593 w 1533525"/>
                <a:gd name="connsiteY7435" fmla="*/ 1296162 h 1647825"/>
                <a:gd name="connsiteX7436" fmla="*/ 1311878 w 1533525"/>
                <a:gd name="connsiteY7436" fmla="*/ 1295591 h 1647825"/>
                <a:gd name="connsiteX7437" fmla="*/ 1312164 w 1533525"/>
                <a:gd name="connsiteY7437" fmla="*/ 1294829 h 1647825"/>
                <a:gd name="connsiteX7438" fmla="*/ 1313212 w 1533525"/>
                <a:gd name="connsiteY7438" fmla="*/ 1294067 h 1647825"/>
                <a:gd name="connsiteX7439" fmla="*/ 1313307 w 1533525"/>
                <a:gd name="connsiteY7439" fmla="*/ 1293209 h 1647825"/>
                <a:gd name="connsiteX7440" fmla="*/ 1313021 w 1533525"/>
                <a:gd name="connsiteY7440" fmla="*/ 1293305 h 1647825"/>
                <a:gd name="connsiteX7441" fmla="*/ 1312450 w 1533525"/>
                <a:gd name="connsiteY7441" fmla="*/ 1293400 h 1647825"/>
                <a:gd name="connsiteX7442" fmla="*/ 1312164 w 1533525"/>
                <a:gd name="connsiteY7442" fmla="*/ 1293495 h 1647825"/>
                <a:gd name="connsiteX7443" fmla="*/ 1311878 w 1533525"/>
                <a:gd name="connsiteY7443" fmla="*/ 1289971 h 1647825"/>
                <a:gd name="connsiteX7444" fmla="*/ 1311974 w 1533525"/>
                <a:gd name="connsiteY7444" fmla="*/ 1288256 h 1647825"/>
                <a:gd name="connsiteX7445" fmla="*/ 1312545 w 1533525"/>
                <a:gd name="connsiteY7445" fmla="*/ 1286447 h 1647825"/>
                <a:gd name="connsiteX7446" fmla="*/ 1311688 w 1533525"/>
                <a:gd name="connsiteY7446" fmla="*/ 1284827 h 1647825"/>
                <a:gd name="connsiteX7447" fmla="*/ 1311307 w 1533525"/>
                <a:gd name="connsiteY7447" fmla="*/ 1284542 h 1647825"/>
                <a:gd name="connsiteX7448" fmla="*/ 1310735 w 1533525"/>
                <a:gd name="connsiteY7448" fmla="*/ 1284637 h 1647825"/>
                <a:gd name="connsiteX7449" fmla="*/ 1310259 w 1533525"/>
                <a:gd name="connsiteY7449" fmla="*/ 1284827 h 1647825"/>
                <a:gd name="connsiteX7450" fmla="*/ 1309878 w 1533525"/>
                <a:gd name="connsiteY7450" fmla="*/ 1284732 h 1647825"/>
                <a:gd name="connsiteX7451" fmla="*/ 1309592 w 1533525"/>
                <a:gd name="connsiteY7451" fmla="*/ 1284160 h 1647825"/>
                <a:gd name="connsiteX7452" fmla="*/ 1309307 w 1533525"/>
                <a:gd name="connsiteY7452" fmla="*/ 1284637 h 1647825"/>
                <a:gd name="connsiteX7453" fmla="*/ 1309211 w 1533525"/>
                <a:gd name="connsiteY7453" fmla="*/ 1285018 h 1647825"/>
                <a:gd name="connsiteX7454" fmla="*/ 1309307 w 1533525"/>
                <a:gd name="connsiteY7454" fmla="*/ 1285304 h 1647825"/>
                <a:gd name="connsiteX7455" fmla="*/ 1309592 w 1533525"/>
                <a:gd name="connsiteY7455" fmla="*/ 1285589 h 1647825"/>
                <a:gd name="connsiteX7456" fmla="*/ 1309116 w 1533525"/>
                <a:gd name="connsiteY7456" fmla="*/ 1285780 h 1647825"/>
                <a:gd name="connsiteX7457" fmla="*/ 1308830 w 1533525"/>
                <a:gd name="connsiteY7457" fmla="*/ 1285780 h 1647825"/>
                <a:gd name="connsiteX7458" fmla="*/ 1308545 w 1533525"/>
                <a:gd name="connsiteY7458" fmla="*/ 1285589 h 1647825"/>
                <a:gd name="connsiteX7459" fmla="*/ 1308163 w 1533525"/>
                <a:gd name="connsiteY7459" fmla="*/ 1285208 h 1647825"/>
                <a:gd name="connsiteX7460" fmla="*/ 1307783 w 1533525"/>
                <a:gd name="connsiteY7460" fmla="*/ 1285399 h 1647825"/>
                <a:gd name="connsiteX7461" fmla="*/ 1306830 w 1533525"/>
                <a:gd name="connsiteY7461" fmla="*/ 1285589 h 1647825"/>
                <a:gd name="connsiteX7462" fmla="*/ 1306354 w 1533525"/>
                <a:gd name="connsiteY7462" fmla="*/ 1285875 h 1647825"/>
                <a:gd name="connsiteX7463" fmla="*/ 1306163 w 1533525"/>
                <a:gd name="connsiteY7463" fmla="*/ 1286256 h 1647825"/>
                <a:gd name="connsiteX7464" fmla="*/ 1306163 w 1533525"/>
                <a:gd name="connsiteY7464" fmla="*/ 1287209 h 1647825"/>
                <a:gd name="connsiteX7465" fmla="*/ 1306068 w 1533525"/>
                <a:gd name="connsiteY7465" fmla="*/ 1287780 h 1647825"/>
                <a:gd name="connsiteX7466" fmla="*/ 1305782 w 1533525"/>
                <a:gd name="connsiteY7466" fmla="*/ 1288161 h 1647825"/>
                <a:gd name="connsiteX7467" fmla="*/ 1304639 w 1533525"/>
                <a:gd name="connsiteY7467" fmla="*/ 1289495 h 1647825"/>
                <a:gd name="connsiteX7468" fmla="*/ 1303973 w 1533525"/>
                <a:gd name="connsiteY7468" fmla="*/ 1289971 h 1647825"/>
                <a:gd name="connsiteX7469" fmla="*/ 1303877 w 1533525"/>
                <a:gd name="connsiteY7469" fmla="*/ 1289971 h 1647825"/>
                <a:gd name="connsiteX7470" fmla="*/ 1303496 w 1533525"/>
                <a:gd name="connsiteY7470" fmla="*/ 1290733 h 1647825"/>
                <a:gd name="connsiteX7471" fmla="*/ 1303496 w 1533525"/>
                <a:gd name="connsiteY7471" fmla="*/ 1291114 h 1647825"/>
                <a:gd name="connsiteX7472" fmla="*/ 1303592 w 1533525"/>
                <a:gd name="connsiteY7472" fmla="*/ 1292447 h 1647825"/>
                <a:gd name="connsiteX7473" fmla="*/ 1303592 w 1533525"/>
                <a:gd name="connsiteY7473" fmla="*/ 1292924 h 1647825"/>
                <a:gd name="connsiteX7474" fmla="*/ 1303401 w 1533525"/>
                <a:gd name="connsiteY7474" fmla="*/ 1293590 h 1647825"/>
                <a:gd name="connsiteX7475" fmla="*/ 1303211 w 1533525"/>
                <a:gd name="connsiteY7475" fmla="*/ 1293971 h 1647825"/>
                <a:gd name="connsiteX7476" fmla="*/ 1301115 w 1533525"/>
                <a:gd name="connsiteY7476" fmla="*/ 1296543 h 1647825"/>
                <a:gd name="connsiteX7477" fmla="*/ 1300829 w 1533525"/>
                <a:gd name="connsiteY7477" fmla="*/ 1297591 h 1647825"/>
                <a:gd name="connsiteX7478" fmla="*/ 1301496 w 1533525"/>
                <a:gd name="connsiteY7478" fmla="*/ 1298353 h 1647825"/>
                <a:gd name="connsiteX7479" fmla="*/ 1301496 w 1533525"/>
                <a:gd name="connsiteY7479" fmla="*/ 1298734 h 1647825"/>
                <a:gd name="connsiteX7480" fmla="*/ 1301305 w 1533525"/>
                <a:gd name="connsiteY7480" fmla="*/ 1299591 h 1647825"/>
                <a:gd name="connsiteX7481" fmla="*/ 1302068 w 1533525"/>
                <a:gd name="connsiteY7481" fmla="*/ 1301972 h 1647825"/>
                <a:gd name="connsiteX7482" fmla="*/ 1302068 w 1533525"/>
                <a:gd name="connsiteY7482" fmla="*/ 1302449 h 1647825"/>
                <a:gd name="connsiteX7483" fmla="*/ 1300925 w 1533525"/>
                <a:gd name="connsiteY7483" fmla="*/ 1302925 h 1647825"/>
                <a:gd name="connsiteX7484" fmla="*/ 1300925 w 1533525"/>
                <a:gd name="connsiteY7484" fmla="*/ 1303973 h 1647825"/>
                <a:gd name="connsiteX7485" fmla="*/ 1301020 w 1533525"/>
                <a:gd name="connsiteY7485" fmla="*/ 1305116 h 1647825"/>
                <a:gd name="connsiteX7486" fmla="*/ 1300448 w 1533525"/>
                <a:gd name="connsiteY7486" fmla="*/ 1305782 h 1647825"/>
                <a:gd name="connsiteX7487" fmla="*/ 1300639 w 1533525"/>
                <a:gd name="connsiteY7487" fmla="*/ 1306164 h 1647825"/>
                <a:gd name="connsiteX7488" fmla="*/ 1301305 w 1533525"/>
                <a:gd name="connsiteY7488" fmla="*/ 1306925 h 1647825"/>
                <a:gd name="connsiteX7489" fmla="*/ 1301496 w 1533525"/>
                <a:gd name="connsiteY7489" fmla="*/ 1307211 h 1647825"/>
                <a:gd name="connsiteX7490" fmla="*/ 1301401 w 1533525"/>
                <a:gd name="connsiteY7490" fmla="*/ 1307402 h 1647825"/>
                <a:gd name="connsiteX7491" fmla="*/ 1301115 w 1533525"/>
                <a:gd name="connsiteY7491" fmla="*/ 1307687 h 1647825"/>
                <a:gd name="connsiteX7492" fmla="*/ 1300162 w 1533525"/>
                <a:gd name="connsiteY7492" fmla="*/ 1309497 h 1647825"/>
                <a:gd name="connsiteX7493" fmla="*/ 1299115 w 1533525"/>
                <a:gd name="connsiteY7493" fmla="*/ 1312640 h 1647825"/>
                <a:gd name="connsiteX7494" fmla="*/ 1299020 w 1533525"/>
                <a:gd name="connsiteY7494" fmla="*/ 1313974 h 1647825"/>
                <a:gd name="connsiteX7495" fmla="*/ 1300162 w 1533525"/>
                <a:gd name="connsiteY7495" fmla="*/ 1314545 h 1647825"/>
                <a:gd name="connsiteX7496" fmla="*/ 1300353 w 1533525"/>
                <a:gd name="connsiteY7496" fmla="*/ 1314926 h 1647825"/>
                <a:gd name="connsiteX7497" fmla="*/ 1299972 w 1533525"/>
                <a:gd name="connsiteY7497" fmla="*/ 1315879 h 1647825"/>
                <a:gd name="connsiteX7498" fmla="*/ 1299210 w 1533525"/>
                <a:gd name="connsiteY7498" fmla="*/ 1317308 h 1647825"/>
                <a:gd name="connsiteX7499" fmla="*/ 1299210 w 1533525"/>
                <a:gd name="connsiteY7499" fmla="*/ 1320070 h 1647825"/>
                <a:gd name="connsiteX7500" fmla="*/ 1299020 w 1533525"/>
                <a:gd name="connsiteY7500" fmla="*/ 1321213 h 1647825"/>
                <a:gd name="connsiteX7501" fmla="*/ 1298543 w 1533525"/>
                <a:gd name="connsiteY7501" fmla="*/ 1322642 h 1647825"/>
                <a:gd name="connsiteX7502" fmla="*/ 1297781 w 1533525"/>
                <a:gd name="connsiteY7502" fmla="*/ 1323594 h 1647825"/>
                <a:gd name="connsiteX7503" fmla="*/ 1296734 w 1533525"/>
                <a:gd name="connsiteY7503" fmla="*/ 1323308 h 1647825"/>
                <a:gd name="connsiteX7504" fmla="*/ 1296353 w 1533525"/>
                <a:gd name="connsiteY7504" fmla="*/ 1323785 h 1647825"/>
                <a:gd name="connsiteX7505" fmla="*/ 1295876 w 1533525"/>
                <a:gd name="connsiteY7505" fmla="*/ 1324166 h 1647825"/>
                <a:gd name="connsiteX7506" fmla="*/ 1295495 w 1533525"/>
                <a:gd name="connsiteY7506" fmla="*/ 1324642 h 1647825"/>
                <a:gd name="connsiteX7507" fmla="*/ 1295305 w 1533525"/>
                <a:gd name="connsiteY7507" fmla="*/ 1325309 h 1647825"/>
                <a:gd name="connsiteX7508" fmla="*/ 1295686 w 1533525"/>
                <a:gd name="connsiteY7508" fmla="*/ 1327690 h 1647825"/>
                <a:gd name="connsiteX7509" fmla="*/ 1295876 w 1533525"/>
                <a:gd name="connsiteY7509" fmla="*/ 1331405 h 1647825"/>
                <a:gd name="connsiteX7510" fmla="*/ 1296257 w 1533525"/>
                <a:gd name="connsiteY7510" fmla="*/ 1332262 h 1647825"/>
                <a:gd name="connsiteX7511" fmla="*/ 1296829 w 1533525"/>
                <a:gd name="connsiteY7511" fmla="*/ 1332548 h 1647825"/>
                <a:gd name="connsiteX7512" fmla="*/ 1297400 w 1533525"/>
                <a:gd name="connsiteY7512" fmla="*/ 1332643 h 1647825"/>
                <a:gd name="connsiteX7513" fmla="*/ 1297686 w 1533525"/>
                <a:gd name="connsiteY7513" fmla="*/ 1332833 h 1647825"/>
                <a:gd name="connsiteX7514" fmla="*/ 1297496 w 1533525"/>
                <a:gd name="connsiteY7514" fmla="*/ 1333500 h 1647825"/>
                <a:gd name="connsiteX7515" fmla="*/ 1297305 w 1533525"/>
                <a:gd name="connsiteY7515" fmla="*/ 1333500 h 1647825"/>
                <a:gd name="connsiteX7516" fmla="*/ 1296543 w 1533525"/>
                <a:gd name="connsiteY7516" fmla="*/ 1333500 h 1647825"/>
                <a:gd name="connsiteX7517" fmla="*/ 1296257 w 1533525"/>
                <a:gd name="connsiteY7517" fmla="*/ 1333595 h 1647825"/>
                <a:gd name="connsiteX7518" fmla="*/ 1295971 w 1533525"/>
                <a:gd name="connsiteY7518" fmla="*/ 1333881 h 1647825"/>
                <a:gd name="connsiteX7519" fmla="*/ 1295686 w 1533525"/>
                <a:gd name="connsiteY7519" fmla="*/ 1334452 h 1647825"/>
                <a:gd name="connsiteX7520" fmla="*/ 1294733 w 1533525"/>
                <a:gd name="connsiteY7520" fmla="*/ 1335596 h 1647825"/>
                <a:gd name="connsiteX7521" fmla="*/ 1294448 w 1533525"/>
                <a:gd name="connsiteY7521" fmla="*/ 1336358 h 1647825"/>
                <a:gd name="connsiteX7522" fmla="*/ 1294257 w 1533525"/>
                <a:gd name="connsiteY7522" fmla="*/ 1349026 h 1647825"/>
                <a:gd name="connsiteX7523" fmla="*/ 1294543 w 1533525"/>
                <a:gd name="connsiteY7523" fmla="*/ 1350359 h 1647825"/>
                <a:gd name="connsiteX7524" fmla="*/ 1295114 w 1533525"/>
                <a:gd name="connsiteY7524" fmla="*/ 1351407 h 1647825"/>
                <a:gd name="connsiteX7525" fmla="*/ 1296257 w 1533525"/>
                <a:gd name="connsiteY7525" fmla="*/ 1351788 h 1647825"/>
                <a:gd name="connsiteX7526" fmla="*/ 1297496 w 1533525"/>
                <a:gd name="connsiteY7526" fmla="*/ 1351788 h 1647825"/>
                <a:gd name="connsiteX7527" fmla="*/ 1297972 w 1533525"/>
                <a:gd name="connsiteY7527" fmla="*/ 1351979 h 1647825"/>
                <a:gd name="connsiteX7528" fmla="*/ 1298258 w 1533525"/>
                <a:gd name="connsiteY7528" fmla="*/ 1352550 h 1647825"/>
                <a:gd name="connsiteX7529" fmla="*/ 1298353 w 1533525"/>
                <a:gd name="connsiteY7529" fmla="*/ 1353217 h 1647825"/>
                <a:gd name="connsiteX7530" fmla="*/ 1298067 w 1533525"/>
                <a:gd name="connsiteY7530" fmla="*/ 1353407 h 1647825"/>
                <a:gd name="connsiteX7531" fmla="*/ 1297591 w 1533525"/>
                <a:gd name="connsiteY7531" fmla="*/ 1353407 h 1647825"/>
                <a:gd name="connsiteX7532" fmla="*/ 1296734 w 1533525"/>
                <a:gd name="connsiteY7532" fmla="*/ 1353693 h 1647825"/>
                <a:gd name="connsiteX7533" fmla="*/ 1296543 w 1533525"/>
                <a:gd name="connsiteY7533" fmla="*/ 1353598 h 1647825"/>
                <a:gd name="connsiteX7534" fmla="*/ 1296448 w 1533525"/>
                <a:gd name="connsiteY7534" fmla="*/ 1353598 h 1647825"/>
                <a:gd name="connsiteX7535" fmla="*/ 1296448 w 1533525"/>
                <a:gd name="connsiteY7535" fmla="*/ 1354169 h 1647825"/>
                <a:gd name="connsiteX7536" fmla="*/ 1296638 w 1533525"/>
                <a:gd name="connsiteY7536" fmla="*/ 1354455 h 1647825"/>
                <a:gd name="connsiteX7537" fmla="*/ 1297019 w 1533525"/>
                <a:gd name="connsiteY7537" fmla="*/ 1354741 h 1647825"/>
                <a:gd name="connsiteX7538" fmla="*/ 1297400 w 1533525"/>
                <a:gd name="connsiteY7538" fmla="*/ 1355027 h 1647825"/>
                <a:gd name="connsiteX7539" fmla="*/ 1297781 w 1533525"/>
                <a:gd name="connsiteY7539" fmla="*/ 1355122 h 1647825"/>
                <a:gd name="connsiteX7540" fmla="*/ 1298353 w 1533525"/>
                <a:gd name="connsiteY7540" fmla="*/ 1357313 h 1647825"/>
                <a:gd name="connsiteX7541" fmla="*/ 1298162 w 1533525"/>
                <a:gd name="connsiteY7541" fmla="*/ 1357979 h 1647825"/>
                <a:gd name="connsiteX7542" fmla="*/ 1297877 w 1533525"/>
                <a:gd name="connsiteY7542" fmla="*/ 1358360 h 1647825"/>
                <a:gd name="connsiteX7543" fmla="*/ 1296924 w 1533525"/>
                <a:gd name="connsiteY7543" fmla="*/ 1358837 h 1647825"/>
                <a:gd name="connsiteX7544" fmla="*/ 1296734 w 1533525"/>
                <a:gd name="connsiteY7544" fmla="*/ 1358837 h 1647825"/>
                <a:gd name="connsiteX7545" fmla="*/ 1295686 w 1533525"/>
                <a:gd name="connsiteY7545" fmla="*/ 1358837 h 1647825"/>
                <a:gd name="connsiteX7546" fmla="*/ 1295495 w 1533525"/>
                <a:gd name="connsiteY7546" fmla="*/ 1358932 h 1647825"/>
                <a:gd name="connsiteX7547" fmla="*/ 1295400 w 1533525"/>
                <a:gd name="connsiteY7547" fmla="*/ 1359027 h 1647825"/>
                <a:gd name="connsiteX7548" fmla="*/ 1295305 w 1533525"/>
                <a:gd name="connsiteY7548" fmla="*/ 1359122 h 1647825"/>
                <a:gd name="connsiteX7549" fmla="*/ 1295019 w 1533525"/>
                <a:gd name="connsiteY7549" fmla="*/ 1359218 h 1647825"/>
                <a:gd name="connsiteX7550" fmla="*/ 1294543 w 1533525"/>
                <a:gd name="connsiteY7550" fmla="*/ 1359027 h 1647825"/>
                <a:gd name="connsiteX7551" fmla="*/ 1294543 w 1533525"/>
                <a:gd name="connsiteY7551" fmla="*/ 1358551 h 1647825"/>
                <a:gd name="connsiteX7552" fmla="*/ 1294829 w 1533525"/>
                <a:gd name="connsiteY7552" fmla="*/ 1357503 h 1647825"/>
                <a:gd name="connsiteX7553" fmla="*/ 1294638 w 1533525"/>
                <a:gd name="connsiteY7553" fmla="*/ 1356265 h 1647825"/>
                <a:gd name="connsiteX7554" fmla="*/ 1294257 w 1533525"/>
                <a:gd name="connsiteY7554" fmla="*/ 1355979 h 1647825"/>
                <a:gd name="connsiteX7555" fmla="*/ 1293781 w 1533525"/>
                <a:gd name="connsiteY7555" fmla="*/ 1356360 h 1647825"/>
                <a:gd name="connsiteX7556" fmla="*/ 1293400 w 1533525"/>
                <a:gd name="connsiteY7556" fmla="*/ 1357313 h 1647825"/>
                <a:gd name="connsiteX7557" fmla="*/ 1293019 w 1533525"/>
                <a:gd name="connsiteY7557" fmla="*/ 1357313 h 1647825"/>
                <a:gd name="connsiteX7558" fmla="*/ 1292638 w 1533525"/>
                <a:gd name="connsiteY7558" fmla="*/ 1356646 h 1647825"/>
                <a:gd name="connsiteX7559" fmla="*/ 1291876 w 1533525"/>
                <a:gd name="connsiteY7559" fmla="*/ 1357693 h 1647825"/>
                <a:gd name="connsiteX7560" fmla="*/ 1290638 w 1533525"/>
                <a:gd name="connsiteY7560" fmla="*/ 1360075 h 1647825"/>
                <a:gd name="connsiteX7561" fmla="*/ 1290352 w 1533525"/>
                <a:gd name="connsiteY7561" fmla="*/ 1361123 h 1647825"/>
                <a:gd name="connsiteX7562" fmla="*/ 1290447 w 1533525"/>
                <a:gd name="connsiteY7562" fmla="*/ 1366457 h 1647825"/>
                <a:gd name="connsiteX7563" fmla="*/ 1290257 w 1533525"/>
                <a:gd name="connsiteY7563" fmla="*/ 1367028 h 1647825"/>
                <a:gd name="connsiteX7564" fmla="*/ 1289590 w 1533525"/>
                <a:gd name="connsiteY7564" fmla="*/ 1368266 h 1647825"/>
                <a:gd name="connsiteX7565" fmla="*/ 1289399 w 1533525"/>
                <a:gd name="connsiteY7565" fmla="*/ 1369028 h 1647825"/>
                <a:gd name="connsiteX7566" fmla="*/ 1289495 w 1533525"/>
                <a:gd name="connsiteY7566" fmla="*/ 1369790 h 1647825"/>
                <a:gd name="connsiteX7567" fmla="*/ 1289685 w 1533525"/>
                <a:gd name="connsiteY7567" fmla="*/ 1370648 h 1647825"/>
                <a:gd name="connsiteX7568" fmla="*/ 1289780 w 1533525"/>
                <a:gd name="connsiteY7568" fmla="*/ 1371505 h 1647825"/>
                <a:gd name="connsiteX7569" fmla="*/ 1289495 w 1533525"/>
                <a:gd name="connsiteY7569" fmla="*/ 1372267 h 1647825"/>
                <a:gd name="connsiteX7570" fmla="*/ 1289304 w 1533525"/>
                <a:gd name="connsiteY7570" fmla="*/ 1375220 h 1647825"/>
                <a:gd name="connsiteX7571" fmla="*/ 1289114 w 1533525"/>
                <a:gd name="connsiteY7571" fmla="*/ 1375696 h 1647825"/>
                <a:gd name="connsiteX7572" fmla="*/ 1288733 w 1533525"/>
                <a:gd name="connsiteY7572" fmla="*/ 1375505 h 1647825"/>
                <a:gd name="connsiteX7573" fmla="*/ 1288542 w 1533525"/>
                <a:gd name="connsiteY7573" fmla="*/ 1374839 h 1647825"/>
                <a:gd name="connsiteX7574" fmla="*/ 1288923 w 1533525"/>
                <a:gd name="connsiteY7574" fmla="*/ 1373981 h 1647825"/>
                <a:gd name="connsiteX7575" fmla="*/ 1288161 w 1533525"/>
                <a:gd name="connsiteY7575" fmla="*/ 1374172 h 1647825"/>
                <a:gd name="connsiteX7576" fmla="*/ 1287875 w 1533525"/>
                <a:gd name="connsiteY7576" fmla="*/ 1373981 h 1647825"/>
                <a:gd name="connsiteX7577" fmla="*/ 1287780 w 1533525"/>
                <a:gd name="connsiteY7577" fmla="*/ 1373600 h 1647825"/>
                <a:gd name="connsiteX7578" fmla="*/ 1287018 w 1533525"/>
                <a:gd name="connsiteY7578" fmla="*/ 1372457 h 1647825"/>
                <a:gd name="connsiteX7579" fmla="*/ 1286637 w 1533525"/>
                <a:gd name="connsiteY7579" fmla="*/ 1372172 h 1647825"/>
                <a:gd name="connsiteX7580" fmla="*/ 1286256 w 1533525"/>
                <a:gd name="connsiteY7580" fmla="*/ 1372267 h 1647825"/>
                <a:gd name="connsiteX7581" fmla="*/ 1285018 w 1533525"/>
                <a:gd name="connsiteY7581" fmla="*/ 1374172 h 1647825"/>
                <a:gd name="connsiteX7582" fmla="*/ 1284637 w 1533525"/>
                <a:gd name="connsiteY7582" fmla="*/ 1375696 h 1647825"/>
                <a:gd name="connsiteX7583" fmla="*/ 1284542 w 1533525"/>
                <a:gd name="connsiteY7583" fmla="*/ 1375696 h 1647825"/>
                <a:gd name="connsiteX7584" fmla="*/ 1284351 w 1533525"/>
                <a:gd name="connsiteY7584" fmla="*/ 1375791 h 1647825"/>
                <a:gd name="connsiteX7585" fmla="*/ 1284256 w 1533525"/>
                <a:gd name="connsiteY7585" fmla="*/ 1376077 h 1647825"/>
                <a:gd name="connsiteX7586" fmla="*/ 1284256 w 1533525"/>
                <a:gd name="connsiteY7586" fmla="*/ 1376458 h 1647825"/>
                <a:gd name="connsiteX7587" fmla="*/ 1284446 w 1533525"/>
                <a:gd name="connsiteY7587" fmla="*/ 1376743 h 1647825"/>
                <a:gd name="connsiteX7588" fmla="*/ 1284637 w 1533525"/>
                <a:gd name="connsiteY7588" fmla="*/ 1376743 h 1647825"/>
                <a:gd name="connsiteX7589" fmla="*/ 1284827 w 1533525"/>
                <a:gd name="connsiteY7589" fmla="*/ 1376648 h 1647825"/>
                <a:gd name="connsiteX7590" fmla="*/ 1285399 w 1533525"/>
                <a:gd name="connsiteY7590" fmla="*/ 1376934 h 1647825"/>
                <a:gd name="connsiteX7591" fmla="*/ 1285875 w 1533525"/>
                <a:gd name="connsiteY7591" fmla="*/ 1377125 h 1647825"/>
                <a:gd name="connsiteX7592" fmla="*/ 1286351 w 1533525"/>
                <a:gd name="connsiteY7592" fmla="*/ 1377315 h 1647825"/>
                <a:gd name="connsiteX7593" fmla="*/ 1286542 w 1533525"/>
                <a:gd name="connsiteY7593" fmla="*/ 1377696 h 1647825"/>
                <a:gd name="connsiteX7594" fmla="*/ 1286542 w 1533525"/>
                <a:gd name="connsiteY7594" fmla="*/ 1379887 h 1647825"/>
                <a:gd name="connsiteX7595" fmla="*/ 1286161 w 1533525"/>
                <a:gd name="connsiteY7595" fmla="*/ 1382268 h 1647825"/>
                <a:gd name="connsiteX7596" fmla="*/ 1286351 w 1533525"/>
                <a:gd name="connsiteY7596" fmla="*/ 1383125 h 1647825"/>
                <a:gd name="connsiteX7597" fmla="*/ 1287209 w 1533525"/>
                <a:gd name="connsiteY7597" fmla="*/ 1383697 h 1647825"/>
                <a:gd name="connsiteX7598" fmla="*/ 1287590 w 1533525"/>
                <a:gd name="connsiteY7598" fmla="*/ 1383602 h 1647825"/>
                <a:gd name="connsiteX7599" fmla="*/ 1288066 w 1533525"/>
                <a:gd name="connsiteY7599" fmla="*/ 1383411 h 1647825"/>
                <a:gd name="connsiteX7600" fmla="*/ 1288447 w 1533525"/>
                <a:gd name="connsiteY7600" fmla="*/ 1383506 h 1647825"/>
                <a:gd name="connsiteX7601" fmla="*/ 1288637 w 1533525"/>
                <a:gd name="connsiteY7601" fmla="*/ 1384268 h 1647825"/>
                <a:gd name="connsiteX7602" fmla="*/ 1288733 w 1533525"/>
                <a:gd name="connsiteY7602" fmla="*/ 1384840 h 1647825"/>
                <a:gd name="connsiteX7603" fmla="*/ 1289018 w 1533525"/>
                <a:gd name="connsiteY7603" fmla="*/ 1385888 h 1647825"/>
                <a:gd name="connsiteX7604" fmla="*/ 1289114 w 1533525"/>
                <a:gd name="connsiteY7604" fmla="*/ 1386459 h 1647825"/>
                <a:gd name="connsiteX7605" fmla="*/ 1289399 w 1533525"/>
                <a:gd name="connsiteY7605" fmla="*/ 1387126 h 1647825"/>
                <a:gd name="connsiteX7606" fmla="*/ 1289971 w 1533525"/>
                <a:gd name="connsiteY7606" fmla="*/ 1387316 h 1647825"/>
                <a:gd name="connsiteX7607" fmla="*/ 1290542 w 1533525"/>
                <a:gd name="connsiteY7607" fmla="*/ 1387412 h 1647825"/>
                <a:gd name="connsiteX7608" fmla="*/ 1290828 w 1533525"/>
                <a:gd name="connsiteY7608" fmla="*/ 1387793 h 1647825"/>
                <a:gd name="connsiteX7609" fmla="*/ 1290638 w 1533525"/>
                <a:gd name="connsiteY7609" fmla="*/ 1388269 h 1647825"/>
                <a:gd name="connsiteX7610" fmla="*/ 1290161 w 1533525"/>
                <a:gd name="connsiteY7610" fmla="*/ 1388364 h 1647825"/>
                <a:gd name="connsiteX7611" fmla="*/ 1289685 w 1533525"/>
                <a:gd name="connsiteY7611" fmla="*/ 1388459 h 1647825"/>
                <a:gd name="connsiteX7612" fmla="*/ 1289304 w 1533525"/>
                <a:gd name="connsiteY7612" fmla="*/ 1388840 h 1647825"/>
                <a:gd name="connsiteX7613" fmla="*/ 1289304 w 1533525"/>
                <a:gd name="connsiteY7613" fmla="*/ 1389317 h 1647825"/>
                <a:gd name="connsiteX7614" fmla="*/ 1289495 w 1533525"/>
                <a:gd name="connsiteY7614" fmla="*/ 1390079 h 1647825"/>
                <a:gd name="connsiteX7615" fmla="*/ 1289876 w 1533525"/>
                <a:gd name="connsiteY7615" fmla="*/ 1390745 h 1647825"/>
                <a:gd name="connsiteX7616" fmla="*/ 1290447 w 1533525"/>
                <a:gd name="connsiteY7616" fmla="*/ 1391031 h 1647825"/>
                <a:gd name="connsiteX7617" fmla="*/ 1290923 w 1533525"/>
                <a:gd name="connsiteY7617" fmla="*/ 1391222 h 1647825"/>
                <a:gd name="connsiteX7618" fmla="*/ 1291019 w 1533525"/>
                <a:gd name="connsiteY7618" fmla="*/ 1391602 h 1647825"/>
                <a:gd name="connsiteX7619" fmla="*/ 1291019 w 1533525"/>
                <a:gd name="connsiteY7619" fmla="*/ 1392174 h 1647825"/>
                <a:gd name="connsiteX7620" fmla="*/ 1291209 w 1533525"/>
                <a:gd name="connsiteY7620" fmla="*/ 1392650 h 1647825"/>
                <a:gd name="connsiteX7621" fmla="*/ 1292828 w 1533525"/>
                <a:gd name="connsiteY7621" fmla="*/ 1394270 h 1647825"/>
                <a:gd name="connsiteX7622" fmla="*/ 1293305 w 1533525"/>
                <a:gd name="connsiteY7622" fmla="*/ 1394460 h 1647825"/>
                <a:gd name="connsiteX7623" fmla="*/ 1293686 w 1533525"/>
                <a:gd name="connsiteY7623" fmla="*/ 1394460 h 1647825"/>
                <a:gd name="connsiteX7624" fmla="*/ 1293971 w 1533525"/>
                <a:gd name="connsiteY7624" fmla="*/ 1394651 h 1647825"/>
                <a:gd name="connsiteX7625" fmla="*/ 1294162 w 1533525"/>
                <a:gd name="connsiteY7625" fmla="*/ 1395317 h 1647825"/>
                <a:gd name="connsiteX7626" fmla="*/ 1294638 w 1533525"/>
                <a:gd name="connsiteY7626" fmla="*/ 1394651 h 1647825"/>
                <a:gd name="connsiteX7627" fmla="*/ 1295114 w 1533525"/>
                <a:gd name="connsiteY7627" fmla="*/ 1393698 h 1647825"/>
                <a:gd name="connsiteX7628" fmla="*/ 1295591 w 1533525"/>
                <a:gd name="connsiteY7628" fmla="*/ 1391889 h 1647825"/>
                <a:gd name="connsiteX7629" fmla="*/ 1295591 w 1533525"/>
                <a:gd name="connsiteY7629" fmla="*/ 1390269 h 1647825"/>
                <a:gd name="connsiteX7630" fmla="*/ 1295781 w 1533525"/>
                <a:gd name="connsiteY7630" fmla="*/ 1389698 h 1647825"/>
                <a:gd name="connsiteX7631" fmla="*/ 1296448 w 1533525"/>
                <a:gd name="connsiteY7631" fmla="*/ 1389031 h 1647825"/>
                <a:gd name="connsiteX7632" fmla="*/ 1296734 w 1533525"/>
                <a:gd name="connsiteY7632" fmla="*/ 1388555 h 1647825"/>
                <a:gd name="connsiteX7633" fmla="*/ 1296734 w 1533525"/>
                <a:gd name="connsiteY7633" fmla="*/ 1387983 h 1647825"/>
                <a:gd name="connsiteX7634" fmla="*/ 1296543 w 1533525"/>
                <a:gd name="connsiteY7634" fmla="*/ 1386173 h 1647825"/>
                <a:gd name="connsiteX7635" fmla="*/ 1296353 w 1533525"/>
                <a:gd name="connsiteY7635" fmla="*/ 1385697 h 1647825"/>
                <a:gd name="connsiteX7636" fmla="*/ 1295686 w 1533525"/>
                <a:gd name="connsiteY7636" fmla="*/ 1385126 h 1647825"/>
                <a:gd name="connsiteX7637" fmla="*/ 1295114 w 1533525"/>
                <a:gd name="connsiteY7637" fmla="*/ 1385221 h 1647825"/>
                <a:gd name="connsiteX7638" fmla="*/ 1294829 w 1533525"/>
                <a:gd name="connsiteY7638" fmla="*/ 1385792 h 1647825"/>
                <a:gd name="connsiteX7639" fmla="*/ 1294924 w 1533525"/>
                <a:gd name="connsiteY7639" fmla="*/ 1386745 h 1647825"/>
                <a:gd name="connsiteX7640" fmla="*/ 1294733 w 1533525"/>
                <a:gd name="connsiteY7640" fmla="*/ 1386650 h 1647825"/>
                <a:gd name="connsiteX7641" fmla="*/ 1294162 w 1533525"/>
                <a:gd name="connsiteY7641" fmla="*/ 1386459 h 1647825"/>
                <a:gd name="connsiteX7642" fmla="*/ 1293876 w 1533525"/>
                <a:gd name="connsiteY7642" fmla="*/ 1386364 h 1647825"/>
                <a:gd name="connsiteX7643" fmla="*/ 1293876 w 1533525"/>
                <a:gd name="connsiteY7643" fmla="*/ 1388364 h 1647825"/>
                <a:gd name="connsiteX7644" fmla="*/ 1293686 w 1533525"/>
                <a:gd name="connsiteY7644" fmla="*/ 1388745 h 1647825"/>
                <a:gd name="connsiteX7645" fmla="*/ 1293209 w 1533525"/>
                <a:gd name="connsiteY7645" fmla="*/ 1388935 h 1647825"/>
                <a:gd name="connsiteX7646" fmla="*/ 1292733 w 1533525"/>
                <a:gd name="connsiteY7646" fmla="*/ 1388935 h 1647825"/>
                <a:gd name="connsiteX7647" fmla="*/ 1292543 w 1533525"/>
                <a:gd name="connsiteY7647" fmla="*/ 1388745 h 1647825"/>
                <a:gd name="connsiteX7648" fmla="*/ 1292543 w 1533525"/>
                <a:gd name="connsiteY7648" fmla="*/ 1387602 h 1647825"/>
                <a:gd name="connsiteX7649" fmla="*/ 1292638 w 1533525"/>
                <a:gd name="connsiteY7649" fmla="*/ 1386935 h 1647825"/>
                <a:gd name="connsiteX7650" fmla="*/ 1292924 w 1533525"/>
                <a:gd name="connsiteY7650" fmla="*/ 1386364 h 1647825"/>
                <a:gd name="connsiteX7651" fmla="*/ 1294638 w 1533525"/>
                <a:gd name="connsiteY7651" fmla="*/ 1384554 h 1647825"/>
                <a:gd name="connsiteX7652" fmla="*/ 1295210 w 1533525"/>
                <a:gd name="connsiteY7652" fmla="*/ 1384268 h 1647825"/>
                <a:gd name="connsiteX7653" fmla="*/ 1296257 w 1533525"/>
                <a:gd name="connsiteY7653" fmla="*/ 1384173 h 1647825"/>
                <a:gd name="connsiteX7654" fmla="*/ 1296543 w 1533525"/>
                <a:gd name="connsiteY7654" fmla="*/ 1383792 h 1647825"/>
                <a:gd name="connsiteX7655" fmla="*/ 1298448 w 1533525"/>
                <a:gd name="connsiteY7655" fmla="*/ 1375410 h 1647825"/>
                <a:gd name="connsiteX7656" fmla="*/ 1298543 w 1533525"/>
                <a:gd name="connsiteY7656" fmla="*/ 1373600 h 1647825"/>
                <a:gd name="connsiteX7657" fmla="*/ 1298353 w 1533525"/>
                <a:gd name="connsiteY7657" fmla="*/ 1372362 h 1647825"/>
                <a:gd name="connsiteX7658" fmla="*/ 1297972 w 1533525"/>
                <a:gd name="connsiteY7658" fmla="*/ 1371695 h 1647825"/>
                <a:gd name="connsiteX7659" fmla="*/ 1297400 w 1533525"/>
                <a:gd name="connsiteY7659" fmla="*/ 1371410 h 1647825"/>
                <a:gd name="connsiteX7660" fmla="*/ 1296638 w 1533525"/>
                <a:gd name="connsiteY7660" fmla="*/ 1371410 h 1647825"/>
                <a:gd name="connsiteX7661" fmla="*/ 1296162 w 1533525"/>
                <a:gd name="connsiteY7661" fmla="*/ 1371886 h 1647825"/>
                <a:gd name="connsiteX7662" fmla="*/ 1295876 w 1533525"/>
                <a:gd name="connsiteY7662" fmla="*/ 1372934 h 1647825"/>
                <a:gd name="connsiteX7663" fmla="*/ 1295686 w 1533525"/>
                <a:gd name="connsiteY7663" fmla="*/ 1374743 h 1647825"/>
                <a:gd name="connsiteX7664" fmla="*/ 1295495 w 1533525"/>
                <a:gd name="connsiteY7664" fmla="*/ 1374743 h 1647825"/>
                <a:gd name="connsiteX7665" fmla="*/ 1295495 w 1533525"/>
                <a:gd name="connsiteY7665" fmla="*/ 1370362 h 1647825"/>
                <a:gd name="connsiteX7666" fmla="*/ 1295686 w 1533525"/>
                <a:gd name="connsiteY7666" fmla="*/ 1369124 h 1647825"/>
                <a:gd name="connsiteX7667" fmla="*/ 1295971 w 1533525"/>
                <a:gd name="connsiteY7667" fmla="*/ 1368457 h 1647825"/>
                <a:gd name="connsiteX7668" fmla="*/ 1297019 w 1533525"/>
                <a:gd name="connsiteY7668" fmla="*/ 1367123 h 1647825"/>
                <a:gd name="connsiteX7669" fmla="*/ 1296638 w 1533525"/>
                <a:gd name="connsiteY7669" fmla="*/ 1367123 h 1647825"/>
                <a:gd name="connsiteX7670" fmla="*/ 1296924 w 1533525"/>
                <a:gd name="connsiteY7670" fmla="*/ 1366647 h 1647825"/>
                <a:gd name="connsiteX7671" fmla="*/ 1297305 w 1533525"/>
                <a:gd name="connsiteY7671" fmla="*/ 1366361 h 1647825"/>
                <a:gd name="connsiteX7672" fmla="*/ 1297781 w 1533525"/>
                <a:gd name="connsiteY7672" fmla="*/ 1366266 h 1647825"/>
                <a:gd name="connsiteX7673" fmla="*/ 1298353 w 1533525"/>
                <a:gd name="connsiteY7673" fmla="*/ 1366361 h 1647825"/>
                <a:gd name="connsiteX7674" fmla="*/ 1297019 w 1533525"/>
                <a:gd name="connsiteY7674" fmla="*/ 1365028 h 1647825"/>
                <a:gd name="connsiteX7675" fmla="*/ 1296543 w 1533525"/>
                <a:gd name="connsiteY7675" fmla="*/ 1364171 h 1647825"/>
                <a:gd name="connsiteX7676" fmla="*/ 1297115 w 1533525"/>
                <a:gd name="connsiteY7676" fmla="*/ 1363790 h 1647825"/>
                <a:gd name="connsiteX7677" fmla="*/ 1297877 w 1533525"/>
                <a:gd name="connsiteY7677" fmla="*/ 1363694 h 1647825"/>
                <a:gd name="connsiteX7678" fmla="*/ 1298734 w 1533525"/>
                <a:gd name="connsiteY7678" fmla="*/ 1363504 h 1647825"/>
                <a:gd name="connsiteX7679" fmla="*/ 1299210 w 1533525"/>
                <a:gd name="connsiteY7679" fmla="*/ 1363218 h 1647825"/>
                <a:gd name="connsiteX7680" fmla="*/ 1299115 w 1533525"/>
                <a:gd name="connsiteY7680" fmla="*/ 1362742 h 1647825"/>
                <a:gd name="connsiteX7681" fmla="*/ 1300162 w 1533525"/>
                <a:gd name="connsiteY7681" fmla="*/ 1362170 h 1647825"/>
                <a:gd name="connsiteX7682" fmla="*/ 1300544 w 1533525"/>
                <a:gd name="connsiteY7682" fmla="*/ 1362075 h 1647825"/>
                <a:gd name="connsiteX7683" fmla="*/ 1300544 w 1533525"/>
                <a:gd name="connsiteY7683" fmla="*/ 1361694 h 1647825"/>
                <a:gd name="connsiteX7684" fmla="*/ 1300258 w 1533525"/>
                <a:gd name="connsiteY7684" fmla="*/ 1360932 h 1647825"/>
                <a:gd name="connsiteX7685" fmla="*/ 1301115 w 1533525"/>
                <a:gd name="connsiteY7685" fmla="*/ 1360075 h 1647825"/>
                <a:gd name="connsiteX7686" fmla="*/ 1302258 w 1533525"/>
                <a:gd name="connsiteY7686" fmla="*/ 1359218 h 1647825"/>
                <a:gd name="connsiteX7687" fmla="*/ 1302829 w 1533525"/>
                <a:gd name="connsiteY7687" fmla="*/ 1358551 h 1647825"/>
                <a:gd name="connsiteX7688" fmla="*/ 1302734 w 1533525"/>
                <a:gd name="connsiteY7688" fmla="*/ 1357598 h 1647825"/>
                <a:gd name="connsiteX7689" fmla="*/ 1303782 w 1533525"/>
                <a:gd name="connsiteY7689" fmla="*/ 1357598 h 1647825"/>
                <a:gd name="connsiteX7690" fmla="*/ 1303877 w 1533525"/>
                <a:gd name="connsiteY7690" fmla="*/ 1357408 h 1647825"/>
                <a:gd name="connsiteX7691" fmla="*/ 1303782 w 1533525"/>
                <a:gd name="connsiteY7691" fmla="*/ 1356932 h 1647825"/>
                <a:gd name="connsiteX7692" fmla="*/ 1303592 w 1533525"/>
                <a:gd name="connsiteY7692" fmla="*/ 1356360 h 1647825"/>
                <a:gd name="connsiteX7693" fmla="*/ 1303401 w 1533525"/>
                <a:gd name="connsiteY7693" fmla="*/ 1355979 h 1647825"/>
                <a:gd name="connsiteX7694" fmla="*/ 1303115 w 1533525"/>
                <a:gd name="connsiteY7694" fmla="*/ 1355312 h 1647825"/>
                <a:gd name="connsiteX7695" fmla="*/ 1303496 w 1533525"/>
                <a:gd name="connsiteY7695" fmla="*/ 1354836 h 1647825"/>
                <a:gd name="connsiteX7696" fmla="*/ 1303973 w 1533525"/>
                <a:gd name="connsiteY7696" fmla="*/ 1354360 h 1647825"/>
                <a:gd name="connsiteX7697" fmla="*/ 1304258 w 1533525"/>
                <a:gd name="connsiteY7697" fmla="*/ 1353979 h 1647825"/>
                <a:gd name="connsiteX7698" fmla="*/ 1304163 w 1533525"/>
                <a:gd name="connsiteY7698" fmla="*/ 1353217 h 1647825"/>
                <a:gd name="connsiteX7699" fmla="*/ 1303782 w 1533525"/>
                <a:gd name="connsiteY7699" fmla="*/ 1352836 h 1647825"/>
                <a:gd name="connsiteX7700" fmla="*/ 1303401 w 1533525"/>
                <a:gd name="connsiteY7700" fmla="*/ 1352550 h 1647825"/>
                <a:gd name="connsiteX7701" fmla="*/ 1303115 w 1533525"/>
                <a:gd name="connsiteY7701" fmla="*/ 1352074 h 1647825"/>
                <a:gd name="connsiteX7702" fmla="*/ 1303020 w 1533525"/>
                <a:gd name="connsiteY7702" fmla="*/ 1351598 h 1647825"/>
                <a:gd name="connsiteX7703" fmla="*/ 1303115 w 1533525"/>
                <a:gd name="connsiteY7703" fmla="*/ 1351502 h 1647825"/>
                <a:gd name="connsiteX7704" fmla="*/ 1303401 w 1533525"/>
                <a:gd name="connsiteY7704" fmla="*/ 1351407 h 1647825"/>
                <a:gd name="connsiteX7705" fmla="*/ 1303877 w 1533525"/>
                <a:gd name="connsiteY7705" fmla="*/ 1351026 h 1647825"/>
                <a:gd name="connsiteX7706" fmla="*/ 1304258 w 1533525"/>
                <a:gd name="connsiteY7706" fmla="*/ 1350740 h 1647825"/>
                <a:gd name="connsiteX7707" fmla="*/ 1304735 w 1533525"/>
                <a:gd name="connsiteY7707" fmla="*/ 1350455 h 1647825"/>
                <a:gd name="connsiteX7708" fmla="*/ 1304830 w 1533525"/>
                <a:gd name="connsiteY7708" fmla="*/ 1350169 h 1647825"/>
                <a:gd name="connsiteX7709" fmla="*/ 1304163 w 1533525"/>
                <a:gd name="connsiteY7709" fmla="*/ 1349788 h 1647825"/>
                <a:gd name="connsiteX7710" fmla="*/ 1304163 w 1533525"/>
                <a:gd name="connsiteY7710" fmla="*/ 1349121 h 1647825"/>
                <a:gd name="connsiteX7711" fmla="*/ 1303687 w 1533525"/>
                <a:gd name="connsiteY7711" fmla="*/ 1348550 h 1647825"/>
                <a:gd name="connsiteX7712" fmla="*/ 1303020 w 1533525"/>
                <a:gd name="connsiteY7712" fmla="*/ 1348168 h 1647825"/>
                <a:gd name="connsiteX7713" fmla="*/ 1302449 w 1533525"/>
                <a:gd name="connsiteY7713" fmla="*/ 1347978 h 1647825"/>
                <a:gd name="connsiteX7714" fmla="*/ 1302068 w 1533525"/>
                <a:gd name="connsiteY7714" fmla="*/ 1347597 h 1647825"/>
                <a:gd name="connsiteX7715" fmla="*/ 1301496 w 1533525"/>
                <a:gd name="connsiteY7715" fmla="*/ 1345883 h 1647825"/>
                <a:gd name="connsiteX7716" fmla="*/ 1301115 w 1533525"/>
                <a:gd name="connsiteY7716" fmla="*/ 1345311 h 1647825"/>
                <a:gd name="connsiteX7717" fmla="*/ 1301115 w 1533525"/>
                <a:gd name="connsiteY7717" fmla="*/ 1344930 h 1647825"/>
                <a:gd name="connsiteX7718" fmla="*/ 1302544 w 1533525"/>
                <a:gd name="connsiteY7718" fmla="*/ 1345025 h 1647825"/>
                <a:gd name="connsiteX7719" fmla="*/ 1304068 w 1533525"/>
                <a:gd name="connsiteY7719" fmla="*/ 1344930 h 1647825"/>
                <a:gd name="connsiteX7720" fmla="*/ 1303782 w 1533525"/>
                <a:gd name="connsiteY7720" fmla="*/ 1344073 h 1647825"/>
                <a:gd name="connsiteX7721" fmla="*/ 1303687 w 1533525"/>
                <a:gd name="connsiteY7721" fmla="*/ 1343787 h 1647825"/>
                <a:gd name="connsiteX7722" fmla="*/ 1304258 w 1533525"/>
                <a:gd name="connsiteY7722" fmla="*/ 1344073 h 1647825"/>
                <a:gd name="connsiteX7723" fmla="*/ 1304735 w 1533525"/>
                <a:gd name="connsiteY7723" fmla="*/ 1344549 h 1647825"/>
                <a:gd name="connsiteX7724" fmla="*/ 1305116 w 1533525"/>
                <a:gd name="connsiteY7724" fmla="*/ 1345121 h 1647825"/>
                <a:gd name="connsiteX7725" fmla="*/ 1305401 w 1533525"/>
                <a:gd name="connsiteY7725" fmla="*/ 1345692 h 1647825"/>
                <a:gd name="connsiteX7726" fmla="*/ 1305782 w 1533525"/>
                <a:gd name="connsiteY7726" fmla="*/ 1345692 h 1647825"/>
                <a:gd name="connsiteX7727" fmla="*/ 1305878 w 1533525"/>
                <a:gd name="connsiteY7727" fmla="*/ 1344740 h 1647825"/>
                <a:gd name="connsiteX7728" fmla="*/ 1306449 w 1533525"/>
                <a:gd name="connsiteY7728" fmla="*/ 1344264 h 1647825"/>
                <a:gd name="connsiteX7729" fmla="*/ 1307306 w 1533525"/>
                <a:gd name="connsiteY7729" fmla="*/ 1344454 h 1647825"/>
                <a:gd name="connsiteX7730" fmla="*/ 1311878 w 1533525"/>
                <a:gd name="connsiteY7730" fmla="*/ 1371314 h 1647825"/>
                <a:gd name="connsiteX7731" fmla="*/ 1311593 w 1533525"/>
                <a:gd name="connsiteY7731" fmla="*/ 1370838 h 1647825"/>
                <a:gd name="connsiteX7732" fmla="*/ 1311497 w 1533525"/>
                <a:gd name="connsiteY7732" fmla="*/ 1370457 h 1647825"/>
                <a:gd name="connsiteX7733" fmla="*/ 1310354 w 1533525"/>
                <a:gd name="connsiteY7733" fmla="*/ 1367981 h 1647825"/>
                <a:gd name="connsiteX7734" fmla="*/ 1310735 w 1533525"/>
                <a:gd name="connsiteY7734" fmla="*/ 1367123 h 1647825"/>
                <a:gd name="connsiteX7735" fmla="*/ 1310164 w 1533525"/>
                <a:gd name="connsiteY7735" fmla="*/ 1366838 h 1647825"/>
                <a:gd name="connsiteX7736" fmla="*/ 1308354 w 1533525"/>
                <a:gd name="connsiteY7736" fmla="*/ 1366838 h 1647825"/>
                <a:gd name="connsiteX7737" fmla="*/ 1307878 w 1533525"/>
                <a:gd name="connsiteY7737" fmla="*/ 1367314 h 1647825"/>
                <a:gd name="connsiteX7738" fmla="*/ 1307116 w 1533525"/>
                <a:gd name="connsiteY7738" fmla="*/ 1368362 h 1647825"/>
                <a:gd name="connsiteX7739" fmla="*/ 1306544 w 1533525"/>
                <a:gd name="connsiteY7739" fmla="*/ 1369409 h 1647825"/>
                <a:gd name="connsiteX7740" fmla="*/ 1306830 w 1533525"/>
                <a:gd name="connsiteY7740" fmla="*/ 1369885 h 1647825"/>
                <a:gd name="connsiteX7741" fmla="*/ 1307592 w 1533525"/>
                <a:gd name="connsiteY7741" fmla="*/ 1369981 h 1647825"/>
                <a:gd name="connsiteX7742" fmla="*/ 1307973 w 1533525"/>
                <a:gd name="connsiteY7742" fmla="*/ 1370362 h 1647825"/>
                <a:gd name="connsiteX7743" fmla="*/ 1308259 w 1533525"/>
                <a:gd name="connsiteY7743" fmla="*/ 1370838 h 1647825"/>
                <a:gd name="connsiteX7744" fmla="*/ 1308830 w 1533525"/>
                <a:gd name="connsiteY7744" fmla="*/ 1371314 h 1647825"/>
                <a:gd name="connsiteX7745" fmla="*/ 1309402 w 1533525"/>
                <a:gd name="connsiteY7745" fmla="*/ 1371600 h 1647825"/>
                <a:gd name="connsiteX7746" fmla="*/ 1310164 w 1533525"/>
                <a:gd name="connsiteY7746" fmla="*/ 1371791 h 1647825"/>
                <a:gd name="connsiteX7747" fmla="*/ 1310640 w 1533525"/>
                <a:gd name="connsiteY7747" fmla="*/ 1372076 h 1647825"/>
                <a:gd name="connsiteX7748" fmla="*/ 1310735 w 1533525"/>
                <a:gd name="connsiteY7748" fmla="*/ 1372552 h 1647825"/>
                <a:gd name="connsiteX7749" fmla="*/ 1311212 w 1533525"/>
                <a:gd name="connsiteY7749" fmla="*/ 1373600 h 1647825"/>
                <a:gd name="connsiteX7750" fmla="*/ 1311974 w 1533525"/>
                <a:gd name="connsiteY7750" fmla="*/ 1374458 h 1647825"/>
                <a:gd name="connsiteX7751" fmla="*/ 1312831 w 1533525"/>
                <a:gd name="connsiteY7751" fmla="*/ 1374267 h 1647825"/>
                <a:gd name="connsiteX7752" fmla="*/ 1311878 w 1533525"/>
                <a:gd name="connsiteY7752" fmla="*/ 1371314 h 1647825"/>
                <a:gd name="connsiteX7753" fmla="*/ 1287399 w 1533525"/>
                <a:gd name="connsiteY7753" fmla="*/ 1434370 h 1647825"/>
                <a:gd name="connsiteX7754" fmla="*/ 1287209 w 1533525"/>
                <a:gd name="connsiteY7754" fmla="*/ 1433322 h 1647825"/>
                <a:gd name="connsiteX7755" fmla="*/ 1286447 w 1533525"/>
                <a:gd name="connsiteY7755" fmla="*/ 1431989 h 1647825"/>
                <a:gd name="connsiteX7756" fmla="*/ 1286256 w 1533525"/>
                <a:gd name="connsiteY7756" fmla="*/ 1430179 h 1647825"/>
                <a:gd name="connsiteX7757" fmla="*/ 1285399 w 1533525"/>
                <a:gd name="connsiteY7757" fmla="*/ 1428845 h 1647825"/>
                <a:gd name="connsiteX7758" fmla="*/ 1284256 w 1533525"/>
                <a:gd name="connsiteY7758" fmla="*/ 1427702 h 1647825"/>
                <a:gd name="connsiteX7759" fmla="*/ 1281875 w 1533525"/>
                <a:gd name="connsiteY7759" fmla="*/ 1428179 h 1647825"/>
                <a:gd name="connsiteX7760" fmla="*/ 1279017 w 1533525"/>
                <a:gd name="connsiteY7760" fmla="*/ 1430084 h 1647825"/>
                <a:gd name="connsiteX7761" fmla="*/ 1278636 w 1533525"/>
                <a:gd name="connsiteY7761" fmla="*/ 1431608 h 1647825"/>
                <a:gd name="connsiteX7762" fmla="*/ 1278255 w 1533525"/>
                <a:gd name="connsiteY7762" fmla="*/ 1432846 h 1647825"/>
                <a:gd name="connsiteX7763" fmla="*/ 1277874 w 1533525"/>
                <a:gd name="connsiteY7763" fmla="*/ 1433322 h 1647825"/>
                <a:gd name="connsiteX7764" fmla="*/ 1276731 w 1533525"/>
                <a:gd name="connsiteY7764" fmla="*/ 1433703 h 1647825"/>
                <a:gd name="connsiteX7765" fmla="*/ 1276255 w 1533525"/>
                <a:gd name="connsiteY7765" fmla="*/ 1433608 h 1647825"/>
                <a:gd name="connsiteX7766" fmla="*/ 1276160 w 1533525"/>
                <a:gd name="connsiteY7766" fmla="*/ 1434084 h 1647825"/>
                <a:gd name="connsiteX7767" fmla="*/ 1276350 w 1533525"/>
                <a:gd name="connsiteY7767" fmla="*/ 1435418 h 1647825"/>
                <a:gd name="connsiteX7768" fmla="*/ 1276350 w 1533525"/>
                <a:gd name="connsiteY7768" fmla="*/ 1437132 h 1647825"/>
                <a:gd name="connsiteX7769" fmla="*/ 1276350 w 1533525"/>
                <a:gd name="connsiteY7769" fmla="*/ 1439609 h 1647825"/>
                <a:gd name="connsiteX7770" fmla="*/ 1276922 w 1533525"/>
                <a:gd name="connsiteY7770" fmla="*/ 1440085 h 1647825"/>
                <a:gd name="connsiteX7771" fmla="*/ 1277874 w 1533525"/>
                <a:gd name="connsiteY7771" fmla="*/ 1440942 h 1647825"/>
                <a:gd name="connsiteX7772" fmla="*/ 1278255 w 1533525"/>
                <a:gd name="connsiteY7772" fmla="*/ 1441895 h 1647825"/>
                <a:gd name="connsiteX7773" fmla="*/ 1278065 w 1533525"/>
                <a:gd name="connsiteY7773" fmla="*/ 1443133 h 1647825"/>
                <a:gd name="connsiteX7774" fmla="*/ 1277493 w 1533525"/>
                <a:gd name="connsiteY7774" fmla="*/ 1444752 h 1647825"/>
                <a:gd name="connsiteX7775" fmla="*/ 1276160 w 1533525"/>
                <a:gd name="connsiteY7775" fmla="*/ 1446562 h 1647825"/>
                <a:gd name="connsiteX7776" fmla="*/ 1276445 w 1533525"/>
                <a:gd name="connsiteY7776" fmla="*/ 1447229 h 1647825"/>
                <a:gd name="connsiteX7777" fmla="*/ 1277588 w 1533525"/>
                <a:gd name="connsiteY7777" fmla="*/ 1447229 h 1647825"/>
                <a:gd name="connsiteX7778" fmla="*/ 1278350 w 1533525"/>
                <a:gd name="connsiteY7778" fmla="*/ 1446371 h 1647825"/>
                <a:gd name="connsiteX7779" fmla="*/ 1279493 w 1533525"/>
                <a:gd name="connsiteY7779" fmla="*/ 1446467 h 1647825"/>
                <a:gd name="connsiteX7780" fmla="*/ 1280541 w 1533525"/>
                <a:gd name="connsiteY7780" fmla="*/ 1447229 h 1647825"/>
                <a:gd name="connsiteX7781" fmla="*/ 1281398 w 1533525"/>
                <a:gd name="connsiteY7781" fmla="*/ 1447991 h 1647825"/>
                <a:gd name="connsiteX7782" fmla="*/ 1283208 w 1533525"/>
                <a:gd name="connsiteY7782" fmla="*/ 1448372 h 1647825"/>
                <a:gd name="connsiteX7783" fmla="*/ 1284351 w 1533525"/>
                <a:gd name="connsiteY7783" fmla="*/ 1447514 h 1647825"/>
                <a:gd name="connsiteX7784" fmla="*/ 1284923 w 1533525"/>
                <a:gd name="connsiteY7784" fmla="*/ 1446276 h 1647825"/>
                <a:gd name="connsiteX7785" fmla="*/ 1286351 w 1533525"/>
                <a:gd name="connsiteY7785" fmla="*/ 1444562 h 1647825"/>
                <a:gd name="connsiteX7786" fmla="*/ 1285399 w 1533525"/>
                <a:gd name="connsiteY7786" fmla="*/ 1444181 h 1647825"/>
                <a:gd name="connsiteX7787" fmla="*/ 1284637 w 1533525"/>
                <a:gd name="connsiteY7787" fmla="*/ 1443990 h 1647825"/>
                <a:gd name="connsiteX7788" fmla="*/ 1284542 w 1533525"/>
                <a:gd name="connsiteY7788" fmla="*/ 1442466 h 1647825"/>
                <a:gd name="connsiteX7789" fmla="*/ 1285113 w 1533525"/>
                <a:gd name="connsiteY7789" fmla="*/ 1441704 h 1647825"/>
                <a:gd name="connsiteX7790" fmla="*/ 1285685 w 1533525"/>
                <a:gd name="connsiteY7790" fmla="*/ 1441323 h 1647825"/>
                <a:gd name="connsiteX7791" fmla="*/ 1286351 w 1533525"/>
                <a:gd name="connsiteY7791" fmla="*/ 1440656 h 1647825"/>
                <a:gd name="connsiteX7792" fmla="*/ 1287494 w 1533525"/>
                <a:gd name="connsiteY7792" fmla="*/ 1439418 h 1647825"/>
                <a:gd name="connsiteX7793" fmla="*/ 1287590 w 1533525"/>
                <a:gd name="connsiteY7793" fmla="*/ 1437799 h 1647825"/>
                <a:gd name="connsiteX7794" fmla="*/ 1287018 w 1533525"/>
                <a:gd name="connsiteY7794" fmla="*/ 1436370 h 1647825"/>
                <a:gd name="connsiteX7795" fmla="*/ 1287399 w 1533525"/>
                <a:gd name="connsiteY7795" fmla="*/ 1434370 h 1647825"/>
                <a:gd name="connsiteX7796" fmla="*/ 1310354 w 1533525"/>
                <a:gd name="connsiteY7796" fmla="*/ 1280160 h 1647825"/>
                <a:gd name="connsiteX7797" fmla="*/ 1312069 w 1533525"/>
                <a:gd name="connsiteY7797" fmla="*/ 1280636 h 1647825"/>
                <a:gd name="connsiteX7798" fmla="*/ 1311497 w 1533525"/>
                <a:gd name="connsiteY7798" fmla="*/ 1279493 h 1647825"/>
                <a:gd name="connsiteX7799" fmla="*/ 1311307 w 1533525"/>
                <a:gd name="connsiteY7799" fmla="*/ 1279208 h 1647825"/>
                <a:gd name="connsiteX7800" fmla="*/ 1311021 w 1533525"/>
                <a:gd name="connsiteY7800" fmla="*/ 1278541 h 1647825"/>
                <a:gd name="connsiteX7801" fmla="*/ 1310259 w 1533525"/>
                <a:gd name="connsiteY7801" fmla="*/ 1278541 h 1647825"/>
                <a:gd name="connsiteX7802" fmla="*/ 1308735 w 1533525"/>
                <a:gd name="connsiteY7802" fmla="*/ 1279208 h 1647825"/>
                <a:gd name="connsiteX7803" fmla="*/ 1309307 w 1533525"/>
                <a:gd name="connsiteY7803" fmla="*/ 1279779 h 1647825"/>
                <a:gd name="connsiteX7804" fmla="*/ 1310354 w 1533525"/>
                <a:gd name="connsiteY7804" fmla="*/ 1280160 h 164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</a:cxnLst>
              <a:rect l="l" t="t" r="r" b="b"/>
              <a:pathLst>
                <a:path w="1533525" h="1647825">
                  <a:moveTo>
                    <a:pt x="1270635" y="1390745"/>
                  </a:moveTo>
                  <a:lnTo>
                    <a:pt x="1269968" y="1390555"/>
                  </a:lnTo>
                  <a:lnTo>
                    <a:pt x="1268540" y="1390364"/>
                  </a:lnTo>
                  <a:lnTo>
                    <a:pt x="1267968" y="1390364"/>
                  </a:lnTo>
                  <a:lnTo>
                    <a:pt x="1267968" y="1390745"/>
                  </a:lnTo>
                  <a:lnTo>
                    <a:pt x="1268635" y="1391507"/>
                  </a:lnTo>
                  <a:lnTo>
                    <a:pt x="1268825" y="1393508"/>
                  </a:lnTo>
                  <a:lnTo>
                    <a:pt x="1269778" y="1394079"/>
                  </a:lnTo>
                  <a:lnTo>
                    <a:pt x="1270921" y="1393984"/>
                  </a:lnTo>
                  <a:lnTo>
                    <a:pt x="1271588" y="1393317"/>
                  </a:lnTo>
                  <a:lnTo>
                    <a:pt x="1271683" y="1392269"/>
                  </a:lnTo>
                  <a:lnTo>
                    <a:pt x="1271207" y="1391126"/>
                  </a:lnTo>
                  <a:lnTo>
                    <a:pt x="1270635" y="1390745"/>
                  </a:lnTo>
                  <a:close/>
                  <a:moveTo>
                    <a:pt x="259937" y="1564767"/>
                  </a:moveTo>
                  <a:lnTo>
                    <a:pt x="259937" y="1564767"/>
                  </a:lnTo>
                  <a:lnTo>
                    <a:pt x="259652" y="1564767"/>
                  </a:lnTo>
                  <a:lnTo>
                    <a:pt x="259461" y="1565815"/>
                  </a:lnTo>
                  <a:lnTo>
                    <a:pt x="258985" y="1566672"/>
                  </a:lnTo>
                  <a:lnTo>
                    <a:pt x="258223" y="1567339"/>
                  </a:lnTo>
                  <a:lnTo>
                    <a:pt x="257270" y="1567720"/>
                  </a:lnTo>
                  <a:lnTo>
                    <a:pt x="257270" y="1567529"/>
                  </a:lnTo>
                  <a:lnTo>
                    <a:pt x="257270" y="1566958"/>
                  </a:lnTo>
                  <a:lnTo>
                    <a:pt x="257270" y="1566958"/>
                  </a:lnTo>
                  <a:lnTo>
                    <a:pt x="256889" y="1566958"/>
                  </a:lnTo>
                  <a:lnTo>
                    <a:pt x="256985" y="1568006"/>
                  </a:lnTo>
                  <a:lnTo>
                    <a:pt x="257461" y="1568291"/>
                  </a:lnTo>
                  <a:lnTo>
                    <a:pt x="258127" y="1568101"/>
                  </a:lnTo>
                  <a:lnTo>
                    <a:pt x="258794" y="1567720"/>
                  </a:lnTo>
                  <a:lnTo>
                    <a:pt x="259271" y="1567148"/>
                  </a:lnTo>
                  <a:lnTo>
                    <a:pt x="260223" y="1565148"/>
                  </a:lnTo>
                  <a:lnTo>
                    <a:pt x="260128" y="1564958"/>
                  </a:lnTo>
                  <a:lnTo>
                    <a:pt x="260128" y="1564767"/>
                  </a:lnTo>
                  <a:close/>
                  <a:moveTo>
                    <a:pt x="290227" y="1467707"/>
                  </a:moveTo>
                  <a:lnTo>
                    <a:pt x="290132" y="1467707"/>
                  </a:lnTo>
                  <a:lnTo>
                    <a:pt x="290036" y="1467898"/>
                  </a:lnTo>
                  <a:lnTo>
                    <a:pt x="290227" y="1467993"/>
                  </a:lnTo>
                  <a:lnTo>
                    <a:pt x="290322" y="1467993"/>
                  </a:lnTo>
                  <a:lnTo>
                    <a:pt x="290417" y="1467898"/>
                  </a:lnTo>
                  <a:lnTo>
                    <a:pt x="290513" y="1467802"/>
                  </a:lnTo>
                  <a:lnTo>
                    <a:pt x="290513" y="1467802"/>
                  </a:lnTo>
                  <a:lnTo>
                    <a:pt x="290417" y="1467802"/>
                  </a:lnTo>
                  <a:lnTo>
                    <a:pt x="290227" y="1467707"/>
                  </a:lnTo>
                  <a:close/>
                  <a:moveTo>
                    <a:pt x="289560" y="1470374"/>
                  </a:moveTo>
                  <a:lnTo>
                    <a:pt x="289560" y="1470374"/>
                  </a:lnTo>
                  <a:lnTo>
                    <a:pt x="289179" y="1470755"/>
                  </a:lnTo>
                  <a:lnTo>
                    <a:pt x="288989" y="1471232"/>
                  </a:lnTo>
                  <a:lnTo>
                    <a:pt x="288893" y="1471803"/>
                  </a:lnTo>
                  <a:lnTo>
                    <a:pt x="288893" y="1471803"/>
                  </a:lnTo>
                  <a:lnTo>
                    <a:pt x="288893" y="1472375"/>
                  </a:lnTo>
                  <a:lnTo>
                    <a:pt x="289084" y="1472089"/>
                  </a:lnTo>
                  <a:lnTo>
                    <a:pt x="289274" y="1471708"/>
                  </a:lnTo>
                  <a:lnTo>
                    <a:pt x="289465" y="1471327"/>
                  </a:lnTo>
                  <a:lnTo>
                    <a:pt x="289560" y="1470946"/>
                  </a:lnTo>
                  <a:lnTo>
                    <a:pt x="289465" y="1470565"/>
                  </a:lnTo>
                  <a:lnTo>
                    <a:pt x="289560" y="1470374"/>
                  </a:lnTo>
                  <a:close/>
                  <a:moveTo>
                    <a:pt x="675418" y="1164050"/>
                  </a:moveTo>
                  <a:lnTo>
                    <a:pt x="673799" y="1162812"/>
                  </a:lnTo>
                  <a:lnTo>
                    <a:pt x="671227" y="1161288"/>
                  </a:lnTo>
                  <a:lnTo>
                    <a:pt x="670751" y="1161669"/>
                  </a:lnTo>
                  <a:lnTo>
                    <a:pt x="670179" y="1163193"/>
                  </a:lnTo>
                  <a:lnTo>
                    <a:pt x="672751" y="1166336"/>
                  </a:lnTo>
                  <a:lnTo>
                    <a:pt x="674084" y="1167098"/>
                  </a:lnTo>
                  <a:lnTo>
                    <a:pt x="674084" y="1167098"/>
                  </a:lnTo>
                  <a:lnTo>
                    <a:pt x="675608" y="1166622"/>
                  </a:lnTo>
                  <a:lnTo>
                    <a:pt x="676275" y="1166051"/>
                  </a:lnTo>
                  <a:lnTo>
                    <a:pt x="676465" y="1165574"/>
                  </a:lnTo>
                  <a:lnTo>
                    <a:pt x="676180" y="1165003"/>
                  </a:lnTo>
                  <a:lnTo>
                    <a:pt x="675418" y="1164050"/>
                  </a:lnTo>
                  <a:close/>
                  <a:moveTo>
                    <a:pt x="1052132" y="828294"/>
                  </a:moveTo>
                  <a:lnTo>
                    <a:pt x="1050608" y="831152"/>
                  </a:lnTo>
                  <a:lnTo>
                    <a:pt x="1048512" y="836962"/>
                  </a:lnTo>
                  <a:lnTo>
                    <a:pt x="1048131" y="838391"/>
                  </a:lnTo>
                  <a:lnTo>
                    <a:pt x="1048036" y="839153"/>
                  </a:lnTo>
                  <a:lnTo>
                    <a:pt x="1048036" y="839724"/>
                  </a:lnTo>
                  <a:lnTo>
                    <a:pt x="1048512" y="840677"/>
                  </a:lnTo>
                  <a:lnTo>
                    <a:pt x="1049179" y="840962"/>
                  </a:lnTo>
                  <a:lnTo>
                    <a:pt x="1050703" y="840962"/>
                  </a:lnTo>
                  <a:lnTo>
                    <a:pt x="1052132" y="841439"/>
                  </a:lnTo>
                  <a:lnTo>
                    <a:pt x="1052703" y="841534"/>
                  </a:lnTo>
                  <a:lnTo>
                    <a:pt x="1053179" y="841248"/>
                  </a:lnTo>
                  <a:lnTo>
                    <a:pt x="1053560" y="840486"/>
                  </a:lnTo>
                  <a:lnTo>
                    <a:pt x="1053465" y="839724"/>
                  </a:lnTo>
                  <a:lnTo>
                    <a:pt x="1052798" y="838200"/>
                  </a:lnTo>
                  <a:lnTo>
                    <a:pt x="1054418" y="837057"/>
                  </a:lnTo>
                  <a:lnTo>
                    <a:pt x="1054608" y="833723"/>
                  </a:lnTo>
                  <a:lnTo>
                    <a:pt x="1053560" y="827818"/>
                  </a:lnTo>
                  <a:lnTo>
                    <a:pt x="1052132" y="828294"/>
                  </a:lnTo>
                  <a:close/>
                  <a:moveTo>
                    <a:pt x="1093375" y="844010"/>
                  </a:moveTo>
                  <a:lnTo>
                    <a:pt x="1092708" y="843534"/>
                  </a:lnTo>
                  <a:lnTo>
                    <a:pt x="1091851" y="843153"/>
                  </a:lnTo>
                  <a:lnTo>
                    <a:pt x="1090232" y="842105"/>
                  </a:lnTo>
                  <a:lnTo>
                    <a:pt x="1089660" y="844201"/>
                  </a:lnTo>
                  <a:lnTo>
                    <a:pt x="1090041" y="846773"/>
                  </a:lnTo>
                  <a:lnTo>
                    <a:pt x="1091279" y="847249"/>
                  </a:lnTo>
                  <a:lnTo>
                    <a:pt x="1092232" y="846868"/>
                  </a:lnTo>
                  <a:lnTo>
                    <a:pt x="1093089" y="846963"/>
                  </a:lnTo>
                  <a:lnTo>
                    <a:pt x="1093756" y="846868"/>
                  </a:lnTo>
                  <a:lnTo>
                    <a:pt x="1094042" y="845915"/>
                  </a:lnTo>
                  <a:lnTo>
                    <a:pt x="1093946" y="844868"/>
                  </a:lnTo>
                  <a:lnTo>
                    <a:pt x="1093375" y="844010"/>
                  </a:lnTo>
                  <a:close/>
                  <a:moveTo>
                    <a:pt x="1080135" y="824484"/>
                  </a:moveTo>
                  <a:lnTo>
                    <a:pt x="1079373" y="824865"/>
                  </a:lnTo>
                  <a:lnTo>
                    <a:pt x="1078325" y="826199"/>
                  </a:lnTo>
                  <a:lnTo>
                    <a:pt x="1077373" y="827818"/>
                  </a:lnTo>
                  <a:lnTo>
                    <a:pt x="1076706" y="829342"/>
                  </a:lnTo>
                  <a:lnTo>
                    <a:pt x="1076611" y="829723"/>
                  </a:lnTo>
                  <a:lnTo>
                    <a:pt x="1076611" y="830199"/>
                  </a:lnTo>
                  <a:lnTo>
                    <a:pt x="1076897" y="830961"/>
                  </a:lnTo>
                  <a:lnTo>
                    <a:pt x="1076992" y="831437"/>
                  </a:lnTo>
                  <a:lnTo>
                    <a:pt x="1077373" y="831437"/>
                  </a:lnTo>
                  <a:lnTo>
                    <a:pt x="1079278" y="832104"/>
                  </a:lnTo>
                  <a:lnTo>
                    <a:pt x="1079849" y="832390"/>
                  </a:lnTo>
                  <a:lnTo>
                    <a:pt x="1080040" y="829342"/>
                  </a:lnTo>
                  <a:lnTo>
                    <a:pt x="1080326" y="828008"/>
                  </a:lnTo>
                  <a:lnTo>
                    <a:pt x="1080897" y="826675"/>
                  </a:lnTo>
                  <a:lnTo>
                    <a:pt x="1081088" y="825722"/>
                  </a:lnTo>
                  <a:lnTo>
                    <a:pt x="1080707" y="824960"/>
                  </a:lnTo>
                  <a:lnTo>
                    <a:pt x="1080135" y="824484"/>
                  </a:lnTo>
                  <a:close/>
                  <a:moveTo>
                    <a:pt x="1051370" y="828199"/>
                  </a:moveTo>
                  <a:lnTo>
                    <a:pt x="1052417" y="826675"/>
                  </a:lnTo>
                  <a:lnTo>
                    <a:pt x="1052798" y="824865"/>
                  </a:lnTo>
                  <a:lnTo>
                    <a:pt x="1052036" y="823436"/>
                  </a:lnTo>
                  <a:lnTo>
                    <a:pt x="1051370" y="823341"/>
                  </a:lnTo>
                  <a:lnTo>
                    <a:pt x="1050798" y="823913"/>
                  </a:lnTo>
                  <a:lnTo>
                    <a:pt x="1050322" y="824865"/>
                  </a:lnTo>
                  <a:lnTo>
                    <a:pt x="1049941" y="825818"/>
                  </a:lnTo>
                  <a:lnTo>
                    <a:pt x="1049750" y="826484"/>
                  </a:lnTo>
                  <a:lnTo>
                    <a:pt x="1049560" y="827532"/>
                  </a:lnTo>
                  <a:lnTo>
                    <a:pt x="1049655" y="828485"/>
                  </a:lnTo>
                  <a:lnTo>
                    <a:pt x="1050131" y="828866"/>
                  </a:lnTo>
                  <a:lnTo>
                    <a:pt x="1051370" y="828199"/>
                  </a:lnTo>
                  <a:close/>
                  <a:moveTo>
                    <a:pt x="290989" y="1431227"/>
                  </a:moveTo>
                  <a:lnTo>
                    <a:pt x="290989" y="1431227"/>
                  </a:lnTo>
                  <a:lnTo>
                    <a:pt x="290989" y="1431417"/>
                  </a:lnTo>
                  <a:lnTo>
                    <a:pt x="291084" y="1431512"/>
                  </a:lnTo>
                  <a:lnTo>
                    <a:pt x="291275" y="1431512"/>
                  </a:lnTo>
                  <a:lnTo>
                    <a:pt x="291751" y="1431322"/>
                  </a:lnTo>
                  <a:lnTo>
                    <a:pt x="291560" y="1431322"/>
                  </a:lnTo>
                  <a:lnTo>
                    <a:pt x="290989" y="1431227"/>
                  </a:lnTo>
                  <a:close/>
                  <a:moveTo>
                    <a:pt x="231457" y="1433989"/>
                  </a:moveTo>
                  <a:lnTo>
                    <a:pt x="231457" y="1433989"/>
                  </a:lnTo>
                  <a:lnTo>
                    <a:pt x="231362" y="1434275"/>
                  </a:lnTo>
                  <a:lnTo>
                    <a:pt x="231743" y="1433893"/>
                  </a:lnTo>
                  <a:lnTo>
                    <a:pt x="231553" y="1433989"/>
                  </a:lnTo>
                  <a:lnTo>
                    <a:pt x="231457" y="1433989"/>
                  </a:lnTo>
                  <a:close/>
                  <a:moveTo>
                    <a:pt x="255842" y="1395698"/>
                  </a:moveTo>
                  <a:lnTo>
                    <a:pt x="255842" y="1396079"/>
                  </a:lnTo>
                  <a:lnTo>
                    <a:pt x="255937" y="1396556"/>
                  </a:lnTo>
                  <a:lnTo>
                    <a:pt x="256127" y="1396270"/>
                  </a:lnTo>
                  <a:lnTo>
                    <a:pt x="256223" y="1395984"/>
                  </a:lnTo>
                  <a:lnTo>
                    <a:pt x="256318" y="1395317"/>
                  </a:lnTo>
                  <a:lnTo>
                    <a:pt x="256032" y="1395317"/>
                  </a:lnTo>
                  <a:lnTo>
                    <a:pt x="255842" y="1395698"/>
                  </a:lnTo>
                  <a:close/>
                  <a:moveTo>
                    <a:pt x="212884" y="1429417"/>
                  </a:moveTo>
                  <a:lnTo>
                    <a:pt x="212693" y="1429798"/>
                  </a:lnTo>
                  <a:lnTo>
                    <a:pt x="212407" y="1430274"/>
                  </a:lnTo>
                  <a:lnTo>
                    <a:pt x="212027" y="1431227"/>
                  </a:lnTo>
                  <a:lnTo>
                    <a:pt x="212027" y="1432370"/>
                  </a:lnTo>
                  <a:lnTo>
                    <a:pt x="212884" y="1430941"/>
                  </a:lnTo>
                  <a:lnTo>
                    <a:pt x="213551" y="1429417"/>
                  </a:lnTo>
                  <a:lnTo>
                    <a:pt x="213551" y="1428655"/>
                  </a:lnTo>
                  <a:lnTo>
                    <a:pt x="213360" y="1428941"/>
                  </a:lnTo>
                  <a:lnTo>
                    <a:pt x="212884" y="1429417"/>
                  </a:lnTo>
                  <a:close/>
                  <a:moveTo>
                    <a:pt x="237077" y="1444847"/>
                  </a:moveTo>
                  <a:lnTo>
                    <a:pt x="236220" y="1445609"/>
                  </a:lnTo>
                  <a:lnTo>
                    <a:pt x="235934" y="1445895"/>
                  </a:lnTo>
                  <a:lnTo>
                    <a:pt x="235934" y="1445895"/>
                  </a:lnTo>
                  <a:lnTo>
                    <a:pt x="236220" y="1445800"/>
                  </a:lnTo>
                  <a:lnTo>
                    <a:pt x="236506" y="1445609"/>
                  </a:lnTo>
                  <a:lnTo>
                    <a:pt x="237077" y="1445228"/>
                  </a:lnTo>
                  <a:lnTo>
                    <a:pt x="237077" y="1445133"/>
                  </a:lnTo>
                  <a:lnTo>
                    <a:pt x="237077" y="1445038"/>
                  </a:lnTo>
                  <a:lnTo>
                    <a:pt x="237077" y="1444943"/>
                  </a:lnTo>
                  <a:lnTo>
                    <a:pt x="237077" y="1444847"/>
                  </a:lnTo>
                  <a:lnTo>
                    <a:pt x="237077" y="1444847"/>
                  </a:lnTo>
                  <a:close/>
                  <a:moveTo>
                    <a:pt x="243650" y="1410272"/>
                  </a:moveTo>
                  <a:lnTo>
                    <a:pt x="243459" y="1411319"/>
                  </a:lnTo>
                  <a:lnTo>
                    <a:pt x="243459" y="1411415"/>
                  </a:lnTo>
                  <a:lnTo>
                    <a:pt x="243650" y="1412177"/>
                  </a:lnTo>
                  <a:lnTo>
                    <a:pt x="243650" y="1412177"/>
                  </a:lnTo>
                  <a:lnTo>
                    <a:pt x="244126" y="1410557"/>
                  </a:lnTo>
                  <a:lnTo>
                    <a:pt x="244316" y="1409700"/>
                  </a:lnTo>
                  <a:lnTo>
                    <a:pt x="244411" y="1408843"/>
                  </a:lnTo>
                  <a:lnTo>
                    <a:pt x="244507" y="1408652"/>
                  </a:lnTo>
                  <a:lnTo>
                    <a:pt x="244602" y="1408557"/>
                  </a:lnTo>
                  <a:lnTo>
                    <a:pt x="244697" y="1408367"/>
                  </a:lnTo>
                  <a:lnTo>
                    <a:pt x="244697" y="1408176"/>
                  </a:lnTo>
                  <a:lnTo>
                    <a:pt x="244316" y="1408176"/>
                  </a:lnTo>
                  <a:lnTo>
                    <a:pt x="243650" y="1410272"/>
                  </a:lnTo>
                  <a:close/>
                  <a:moveTo>
                    <a:pt x="240030" y="1385221"/>
                  </a:moveTo>
                  <a:lnTo>
                    <a:pt x="239840" y="1385507"/>
                  </a:lnTo>
                  <a:lnTo>
                    <a:pt x="239840" y="1385507"/>
                  </a:lnTo>
                  <a:lnTo>
                    <a:pt x="240030" y="1385507"/>
                  </a:lnTo>
                  <a:lnTo>
                    <a:pt x="240221" y="1385411"/>
                  </a:lnTo>
                  <a:lnTo>
                    <a:pt x="240602" y="1385126"/>
                  </a:lnTo>
                  <a:lnTo>
                    <a:pt x="240602" y="1385126"/>
                  </a:lnTo>
                  <a:lnTo>
                    <a:pt x="240221" y="1385126"/>
                  </a:lnTo>
                  <a:lnTo>
                    <a:pt x="240030" y="1385221"/>
                  </a:lnTo>
                  <a:close/>
                  <a:moveTo>
                    <a:pt x="242030" y="1415987"/>
                  </a:moveTo>
                  <a:lnTo>
                    <a:pt x="241935" y="1416082"/>
                  </a:lnTo>
                  <a:lnTo>
                    <a:pt x="241935" y="1416368"/>
                  </a:lnTo>
                  <a:lnTo>
                    <a:pt x="242221" y="1416368"/>
                  </a:lnTo>
                  <a:lnTo>
                    <a:pt x="242316" y="1416272"/>
                  </a:lnTo>
                  <a:lnTo>
                    <a:pt x="242316" y="1416082"/>
                  </a:lnTo>
                  <a:lnTo>
                    <a:pt x="242411" y="1415891"/>
                  </a:lnTo>
                  <a:lnTo>
                    <a:pt x="242221" y="1415987"/>
                  </a:lnTo>
                  <a:lnTo>
                    <a:pt x="242030" y="1415987"/>
                  </a:lnTo>
                  <a:close/>
                  <a:moveTo>
                    <a:pt x="1354646" y="1353693"/>
                  </a:moveTo>
                  <a:lnTo>
                    <a:pt x="1354169" y="1354169"/>
                  </a:lnTo>
                  <a:lnTo>
                    <a:pt x="1354265" y="1354741"/>
                  </a:lnTo>
                  <a:lnTo>
                    <a:pt x="1355312" y="1354265"/>
                  </a:lnTo>
                  <a:lnTo>
                    <a:pt x="1354646" y="1353693"/>
                  </a:lnTo>
                  <a:close/>
                  <a:moveTo>
                    <a:pt x="1339120" y="1581436"/>
                  </a:moveTo>
                  <a:lnTo>
                    <a:pt x="1338739" y="1580674"/>
                  </a:lnTo>
                  <a:lnTo>
                    <a:pt x="1338167" y="1580293"/>
                  </a:lnTo>
                  <a:lnTo>
                    <a:pt x="1337786" y="1580483"/>
                  </a:lnTo>
                  <a:lnTo>
                    <a:pt x="1337691" y="1581341"/>
                  </a:lnTo>
                  <a:lnTo>
                    <a:pt x="1336738" y="1581055"/>
                  </a:lnTo>
                  <a:lnTo>
                    <a:pt x="1336262" y="1581531"/>
                  </a:lnTo>
                  <a:lnTo>
                    <a:pt x="1336262" y="1582293"/>
                  </a:lnTo>
                  <a:lnTo>
                    <a:pt x="1336643" y="1583055"/>
                  </a:lnTo>
                  <a:lnTo>
                    <a:pt x="1339596" y="1585246"/>
                  </a:lnTo>
                  <a:lnTo>
                    <a:pt x="1339596" y="1582960"/>
                  </a:lnTo>
                  <a:lnTo>
                    <a:pt x="1339405" y="1581912"/>
                  </a:lnTo>
                  <a:lnTo>
                    <a:pt x="1339120" y="1581436"/>
                  </a:lnTo>
                  <a:close/>
                  <a:moveTo>
                    <a:pt x="1332071" y="1583817"/>
                  </a:moveTo>
                  <a:lnTo>
                    <a:pt x="1331881" y="1583817"/>
                  </a:lnTo>
                  <a:lnTo>
                    <a:pt x="1331595" y="1583531"/>
                  </a:lnTo>
                  <a:lnTo>
                    <a:pt x="1330357" y="1583150"/>
                  </a:lnTo>
                  <a:lnTo>
                    <a:pt x="1330071" y="1582674"/>
                  </a:lnTo>
                  <a:lnTo>
                    <a:pt x="1330071" y="1581531"/>
                  </a:lnTo>
                  <a:lnTo>
                    <a:pt x="1329976" y="1581055"/>
                  </a:lnTo>
                  <a:lnTo>
                    <a:pt x="1329785" y="1580579"/>
                  </a:lnTo>
                  <a:lnTo>
                    <a:pt x="1328642" y="1580483"/>
                  </a:lnTo>
                  <a:lnTo>
                    <a:pt x="1327309" y="1580769"/>
                  </a:lnTo>
                  <a:lnTo>
                    <a:pt x="1326166" y="1581341"/>
                  </a:lnTo>
                  <a:lnTo>
                    <a:pt x="1325690" y="1582007"/>
                  </a:lnTo>
                  <a:lnTo>
                    <a:pt x="1325213" y="1584103"/>
                  </a:lnTo>
                  <a:lnTo>
                    <a:pt x="1325309" y="1584674"/>
                  </a:lnTo>
                  <a:lnTo>
                    <a:pt x="1325690" y="1585151"/>
                  </a:lnTo>
                  <a:lnTo>
                    <a:pt x="1326166" y="1585436"/>
                  </a:lnTo>
                  <a:lnTo>
                    <a:pt x="1326642" y="1585436"/>
                  </a:lnTo>
                  <a:lnTo>
                    <a:pt x="1327023" y="1585055"/>
                  </a:lnTo>
                  <a:lnTo>
                    <a:pt x="1327404" y="1585436"/>
                  </a:lnTo>
                  <a:lnTo>
                    <a:pt x="1327023" y="1586103"/>
                  </a:lnTo>
                  <a:lnTo>
                    <a:pt x="1327023" y="1586675"/>
                  </a:lnTo>
                  <a:lnTo>
                    <a:pt x="1327309" y="1587151"/>
                  </a:lnTo>
                  <a:lnTo>
                    <a:pt x="1327785" y="1587532"/>
                  </a:lnTo>
                  <a:lnTo>
                    <a:pt x="1328547" y="1587818"/>
                  </a:lnTo>
                  <a:lnTo>
                    <a:pt x="1329119" y="1587722"/>
                  </a:lnTo>
                  <a:lnTo>
                    <a:pt x="1329690" y="1587437"/>
                  </a:lnTo>
                  <a:lnTo>
                    <a:pt x="1330357" y="1587246"/>
                  </a:lnTo>
                  <a:lnTo>
                    <a:pt x="1331024" y="1587151"/>
                  </a:lnTo>
                  <a:lnTo>
                    <a:pt x="1331309" y="1587151"/>
                  </a:lnTo>
                  <a:lnTo>
                    <a:pt x="1332167" y="1587627"/>
                  </a:lnTo>
                  <a:lnTo>
                    <a:pt x="1332738" y="1588294"/>
                  </a:lnTo>
                  <a:lnTo>
                    <a:pt x="1333119" y="1588389"/>
                  </a:lnTo>
                  <a:lnTo>
                    <a:pt x="1333310" y="1587818"/>
                  </a:lnTo>
                  <a:lnTo>
                    <a:pt x="1333500" y="1586770"/>
                  </a:lnTo>
                  <a:lnTo>
                    <a:pt x="1333500" y="1586198"/>
                  </a:lnTo>
                  <a:lnTo>
                    <a:pt x="1332071" y="1583817"/>
                  </a:lnTo>
                  <a:close/>
                  <a:moveTo>
                    <a:pt x="1340644" y="1551908"/>
                  </a:moveTo>
                  <a:lnTo>
                    <a:pt x="1340644" y="1552766"/>
                  </a:lnTo>
                  <a:lnTo>
                    <a:pt x="1341311" y="1554575"/>
                  </a:lnTo>
                  <a:lnTo>
                    <a:pt x="1341311" y="1555433"/>
                  </a:lnTo>
                  <a:lnTo>
                    <a:pt x="1340929" y="1557528"/>
                  </a:lnTo>
                  <a:lnTo>
                    <a:pt x="1341025" y="1558195"/>
                  </a:lnTo>
                  <a:lnTo>
                    <a:pt x="1341501" y="1558195"/>
                  </a:lnTo>
                  <a:lnTo>
                    <a:pt x="1341977" y="1557338"/>
                  </a:lnTo>
                  <a:lnTo>
                    <a:pt x="1342358" y="1556290"/>
                  </a:lnTo>
                  <a:lnTo>
                    <a:pt x="1342549" y="1555623"/>
                  </a:lnTo>
                  <a:lnTo>
                    <a:pt x="1342454" y="1554575"/>
                  </a:lnTo>
                  <a:lnTo>
                    <a:pt x="1342168" y="1553814"/>
                  </a:lnTo>
                  <a:lnTo>
                    <a:pt x="1341406" y="1552289"/>
                  </a:lnTo>
                  <a:lnTo>
                    <a:pt x="1341406" y="1551146"/>
                  </a:lnTo>
                  <a:lnTo>
                    <a:pt x="1340644" y="1551908"/>
                  </a:lnTo>
                  <a:close/>
                  <a:moveTo>
                    <a:pt x="1336453" y="1579912"/>
                  </a:moveTo>
                  <a:lnTo>
                    <a:pt x="1337120" y="1579626"/>
                  </a:lnTo>
                  <a:lnTo>
                    <a:pt x="1337310" y="1579531"/>
                  </a:lnTo>
                  <a:lnTo>
                    <a:pt x="1337596" y="1578864"/>
                  </a:lnTo>
                  <a:lnTo>
                    <a:pt x="1337596" y="1578388"/>
                  </a:lnTo>
                  <a:lnTo>
                    <a:pt x="1336929" y="1576388"/>
                  </a:lnTo>
                  <a:lnTo>
                    <a:pt x="1336072" y="1574578"/>
                  </a:lnTo>
                  <a:lnTo>
                    <a:pt x="1335881" y="1573625"/>
                  </a:lnTo>
                  <a:lnTo>
                    <a:pt x="1336167" y="1572577"/>
                  </a:lnTo>
                  <a:lnTo>
                    <a:pt x="1336738" y="1571911"/>
                  </a:lnTo>
                  <a:lnTo>
                    <a:pt x="1337215" y="1571149"/>
                  </a:lnTo>
                  <a:lnTo>
                    <a:pt x="1337215" y="1570101"/>
                  </a:lnTo>
                  <a:lnTo>
                    <a:pt x="1336738" y="1569434"/>
                  </a:lnTo>
                  <a:lnTo>
                    <a:pt x="1335786" y="1569339"/>
                  </a:lnTo>
                  <a:lnTo>
                    <a:pt x="1334834" y="1569720"/>
                  </a:lnTo>
                  <a:lnTo>
                    <a:pt x="1334357" y="1570292"/>
                  </a:lnTo>
                  <a:lnTo>
                    <a:pt x="1334167" y="1570863"/>
                  </a:lnTo>
                  <a:lnTo>
                    <a:pt x="1333691" y="1571625"/>
                  </a:lnTo>
                  <a:lnTo>
                    <a:pt x="1333119" y="1572292"/>
                  </a:lnTo>
                  <a:lnTo>
                    <a:pt x="1332643" y="1572577"/>
                  </a:lnTo>
                  <a:lnTo>
                    <a:pt x="1332643" y="1573149"/>
                  </a:lnTo>
                  <a:lnTo>
                    <a:pt x="1333214" y="1576578"/>
                  </a:lnTo>
                  <a:lnTo>
                    <a:pt x="1333691" y="1577435"/>
                  </a:lnTo>
                  <a:lnTo>
                    <a:pt x="1334357" y="1578007"/>
                  </a:lnTo>
                  <a:lnTo>
                    <a:pt x="1335024" y="1578007"/>
                  </a:lnTo>
                  <a:lnTo>
                    <a:pt x="1335310" y="1577054"/>
                  </a:lnTo>
                  <a:lnTo>
                    <a:pt x="1336072" y="1577435"/>
                  </a:lnTo>
                  <a:lnTo>
                    <a:pt x="1336358" y="1578007"/>
                  </a:lnTo>
                  <a:lnTo>
                    <a:pt x="1336262" y="1578388"/>
                  </a:lnTo>
                  <a:lnTo>
                    <a:pt x="1335786" y="1578102"/>
                  </a:lnTo>
                  <a:lnTo>
                    <a:pt x="1335405" y="1578102"/>
                  </a:lnTo>
                  <a:lnTo>
                    <a:pt x="1335310" y="1578769"/>
                  </a:lnTo>
                  <a:lnTo>
                    <a:pt x="1334929" y="1579055"/>
                  </a:lnTo>
                  <a:lnTo>
                    <a:pt x="1334548" y="1579245"/>
                  </a:lnTo>
                  <a:lnTo>
                    <a:pt x="1334357" y="1579721"/>
                  </a:lnTo>
                  <a:lnTo>
                    <a:pt x="1334453" y="1581245"/>
                  </a:lnTo>
                  <a:lnTo>
                    <a:pt x="1334738" y="1581817"/>
                  </a:lnTo>
                  <a:lnTo>
                    <a:pt x="1335310" y="1581626"/>
                  </a:lnTo>
                  <a:lnTo>
                    <a:pt x="1336072" y="1580483"/>
                  </a:lnTo>
                  <a:lnTo>
                    <a:pt x="1336167" y="1580198"/>
                  </a:lnTo>
                  <a:lnTo>
                    <a:pt x="1336453" y="1579912"/>
                  </a:lnTo>
                  <a:close/>
                  <a:moveTo>
                    <a:pt x="1345978" y="1617631"/>
                  </a:moveTo>
                  <a:lnTo>
                    <a:pt x="1346930" y="1617059"/>
                  </a:lnTo>
                  <a:lnTo>
                    <a:pt x="1347597" y="1616488"/>
                  </a:lnTo>
                  <a:lnTo>
                    <a:pt x="1347883" y="1615726"/>
                  </a:lnTo>
                  <a:lnTo>
                    <a:pt x="1347692" y="1614773"/>
                  </a:lnTo>
                  <a:lnTo>
                    <a:pt x="1347216" y="1614107"/>
                  </a:lnTo>
                  <a:lnTo>
                    <a:pt x="1346549" y="1613726"/>
                  </a:lnTo>
                  <a:lnTo>
                    <a:pt x="1345978" y="1613249"/>
                  </a:lnTo>
                  <a:lnTo>
                    <a:pt x="1345883" y="1612202"/>
                  </a:lnTo>
                  <a:lnTo>
                    <a:pt x="1345883" y="1610773"/>
                  </a:lnTo>
                  <a:lnTo>
                    <a:pt x="1345216" y="1612011"/>
                  </a:lnTo>
                  <a:lnTo>
                    <a:pt x="1344930" y="1613154"/>
                  </a:lnTo>
                  <a:lnTo>
                    <a:pt x="1344359" y="1614011"/>
                  </a:lnTo>
                  <a:lnTo>
                    <a:pt x="1342835" y="1614392"/>
                  </a:lnTo>
                  <a:lnTo>
                    <a:pt x="1341692" y="1614868"/>
                  </a:lnTo>
                  <a:lnTo>
                    <a:pt x="1341311" y="1615916"/>
                  </a:lnTo>
                  <a:lnTo>
                    <a:pt x="1341120" y="1617059"/>
                  </a:lnTo>
                  <a:lnTo>
                    <a:pt x="1340453" y="1617631"/>
                  </a:lnTo>
                  <a:lnTo>
                    <a:pt x="1341311" y="1618679"/>
                  </a:lnTo>
                  <a:lnTo>
                    <a:pt x="1341501" y="1619060"/>
                  </a:lnTo>
                  <a:lnTo>
                    <a:pt x="1341596" y="1619631"/>
                  </a:lnTo>
                  <a:lnTo>
                    <a:pt x="1341501" y="1620107"/>
                  </a:lnTo>
                  <a:lnTo>
                    <a:pt x="1341596" y="1620489"/>
                  </a:lnTo>
                  <a:lnTo>
                    <a:pt x="1342168" y="1620869"/>
                  </a:lnTo>
                  <a:lnTo>
                    <a:pt x="1343025" y="1620679"/>
                  </a:lnTo>
                  <a:lnTo>
                    <a:pt x="1344835" y="1618488"/>
                  </a:lnTo>
                  <a:lnTo>
                    <a:pt x="1345978" y="1617631"/>
                  </a:lnTo>
                  <a:close/>
                  <a:moveTo>
                    <a:pt x="1538764" y="471869"/>
                  </a:moveTo>
                  <a:lnTo>
                    <a:pt x="1536192" y="469106"/>
                  </a:lnTo>
                  <a:lnTo>
                    <a:pt x="1535430" y="467582"/>
                  </a:lnTo>
                  <a:lnTo>
                    <a:pt x="1535716" y="465582"/>
                  </a:lnTo>
                  <a:lnTo>
                    <a:pt x="1537335" y="461963"/>
                  </a:lnTo>
                  <a:lnTo>
                    <a:pt x="1537049" y="460343"/>
                  </a:lnTo>
                  <a:lnTo>
                    <a:pt x="1535049" y="459296"/>
                  </a:lnTo>
                  <a:lnTo>
                    <a:pt x="1532096" y="457010"/>
                  </a:lnTo>
                  <a:lnTo>
                    <a:pt x="1531620" y="456533"/>
                  </a:lnTo>
                  <a:lnTo>
                    <a:pt x="1531049" y="455105"/>
                  </a:lnTo>
                  <a:lnTo>
                    <a:pt x="1530763" y="454724"/>
                  </a:lnTo>
                  <a:lnTo>
                    <a:pt x="1530287" y="454724"/>
                  </a:lnTo>
                  <a:lnTo>
                    <a:pt x="1529715" y="454533"/>
                  </a:lnTo>
                  <a:lnTo>
                    <a:pt x="1526191" y="451485"/>
                  </a:lnTo>
                  <a:lnTo>
                    <a:pt x="1524191" y="451009"/>
                  </a:lnTo>
                  <a:lnTo>
                    <a:pt x="1521809" y="452057"/>
                  </a:lnTo>
                  <a:lnTo>
                    <a:pt x="1519904" y="453295"/>
                  </a:lnTo>
                  <a:lnTo>
                    <a:pt x="1518190" y="453676"/>
                  </a:lnTo>
                  <a:lnTo>
                    <a:pt x="1516475" y="453295"/>
                  </a:lnTo>
                  <a:lnTo>
                    <a:pt x="1514570" y="452247"/>
                  </a:lnTo>
                  <a:lnTo>
                    <a:pt x="1513904" y="447866"/>
                  </a:lnTo>
                  <a:lnTo>
                    <a:pt x="1511522" y="444818"/>
                  </a:lnTo>
                  <a:lnTo>
                    <a:pt x="1507808" y="442436"/>
                  </a:lnTo>
                  <a:lnTo>
                    <a:pt x="1504093" y="438245"/>
                  </a:lnTo>
                  <a:lnTo>
                    <a:pt x="1499616" y="437007"/>
                  </a:lnTo>
                  <a:lnTo>
                    <a:pt x="1496663" y="438531"/>
                  </a:lnTo>
                  <a:lnTo>
                    <a:pt x="1495044" y="441579"/>
                  </a:lnTo>
                  <a:lnTo>
                    <a:pt x="1494473" y="444246"/>
                  </a:lnTo>
                  <a:lnTo>
                    <a:pt x="1494187" y="447770"/>
                  </a:lnTo>
                  <a:lnTo>
                    <a:pt x="1493329" y="448247"/>
                  </a:lnTo>
                  <a:lnTo>
                    <a:pt x="1491615" y="444246"/>
                  </a:lnTo>
                  <a:lnTo>
                    <a:pt x="1489805" y="442436"/>
                  </a:lnTo>
                  <a:lnTo>
                    <a:pt x="1491901" y="439769"/>
                  </a:lnTo>
                  <a:lnTo>
                    <a:pt x="1490186" y="436912"/>
                  </a:lnTo>
                  <a:lnTo>
                    <a:pt x="1493711" y="434912"/>
                  </a:lnTo>
                  <a:lnTo>
                    <a:pt x="1498759" y="431006"/>
                  </a:lnTo>
                  <a:lnTo>
                    <a:pt x="1498473" y="428149"/>
                  </a:lnTo>
                  <a:lnTo>
                    <a:pt x="1497616" y="425101"/>
                  </a:lnTo>
                  <a:lnTo>
                    <a:pt x="1494854" y="421767"/>
                  </a:lnTo>
                  <a:lnTo>
                    <a:pt x="1494187" y="420529"/>
                  </a:lnTo>
                  <a:lnTo>
                    <a:pt x="1493615" y="417957"/>
                  </a:lnTo>
                  <a:lnTo>
                    <a:pt x="1493139" y="416814"/>
                  </a:lnTo>
                  <a:lnTo>
                    <a:pt x="1492187" y="415957"/>
                  </a:lnTo>
                  <a:lnTo>
                    <a:pt x="1491425" y="415862"/>
                  </a:lnTo>
                  <a:lnTo>
                    <a:pt x="1491044" y="415481"/>
                  </a:lnTo>
                  <a:lnTo>
                    <a:pt x="1491044" y="414814"/>
                  </a:lnTo>
                  <a:lnTo>
                    <a:pt x="1491425" y="414052"/>
                  </a:lnTo>
                  <a:lnTo>
                    <a:pt x="1486662" y="411575"/>
                  </a:lnTo>
                  <a:lnTo>
                    <a:pt x="1485900" y="407956"/>
                  </a:lnTo>
                  <a:lnTo>
                    <a:pt x="1482185" y="409194"/>
                  </a:lnTo>
                  <a:lnTo>
                    <a:pt x="1477709" y="412242"/>
                  </a:lnTo>
                  <a:lnTo>
                    <a:pt x="1476566" y="407289"/>
                  </a:lnTo>
                  <a:lnTo>
                    <a:pt x="1477042" y="406432"/>
                  </a:lnTo>
                  <a:lnTo>
                    <a:pt x="1477613" y="405670"/>
                  </a:lnTo>
                  <a:lnTo>
                    <a:pt x="1478471" y="405098"/>
                  </a:lnTo>
                  <a:lnTo>
                    <a:pt x="1484090" y="403574"/>
                  </a:lnTo>
                  <a:lnTo>
                    <a:pt x="1484662" y="403098"/>
                  </a:lnTo>
                  <a:lnTo>
                    <a:pt x="1485424" y="401288"/>
                  </a:lnTo>
                  <a:lnTo>
                    <a:pt x="1486757" y="399288"/>
                  </a:lnTo>
                  <a:lnTo>
                    <a:pt x="1486757" y="398526"/>
                  </a:lnTo>
                  <a:lnTo>
                    <a:pt x="1485900" y="397478"/>
                  </a:lnTo>
                  <a:lnTo>
                    <a:pt x="1485233" y="397193"/>
                  </a:lnTo>
                  <a:lnTo>
                    <a:pt x="1484471" y="397478"/>
                  </a:lnTo>
                  <a:lnTo>
                    <a:pt x="1483424" y="398336"/>
                  </a:lnTo>
                  <a:lnTo>
                    <a:pt x="1481519" y="399479"/>
                  </a:lnTo>
                  <a:lnTo>
                    <a:pt x="1479804" y="399479"/>
                  </a:lnTo>
                  <a:lnTo>
                    <a:pt x="1478280" y="398526"/>
                  </a:lnTo>
                  <a:lnTo>
                    <a:pt x="1476756" y="396716"/>
                  </a:lnTo>
                  <a:lnTo>
                    <a:pt x="1476185" y="395669"/>
                  </a:lnTo>
                  <a:lnTo>
                    <a:pt x="1475423" y="392621"/>
                  </a:lnTo>
                  <a:lnTo>
                    <a:pt x="1474946" y="391763"/>
                  </a:lnTo>
                  <a:lnTo>
                    <a:pt x="1471422" y="391668"/>
                  </a:lnTo>
                  <a:lnTo>
                    <a:pt x="1465040" y="392240"/>
                  </a:lnTo>
                  <a:lnTo>
                    <a:pt x="1460278" y="394335"/>
                  </a:lnTo>
                  <a:lnTo>
                    <a:pt x="1456754" y="392621"/>
                  </a:lnTo>
                  <a:lnTo>
                    <a:pt x="1455706" y="393097"/>
                  </a:lnTo>
                  <a:lnTo>
                    <a:pt x="1454087" y="393383"/>
                  </a:lnTo>
                  <a:lnTo>
                    <a:pt x="1454182" y="397383"/>
                  </a:lnTo>
                  <a:lnTo>
                    <a:pt x="1452562" y="400717"/>
                  </a:lnTo>
                  <a:lnTo>
                    <a:pt x="1448848" y="400145"/>
                  </a:lnTo>
                  <a:lnTo>
                    <a:pt x="1445990" y="398907"/>
                  </a:lnTo>
                  <a:lnTo>
                    <a:pt x="1445419" y="399002"/>
                  </a:lnTo>
                  <a:lnTo>
                    <a:pt x="1444943" y="399002"/>
                  </a:lnTo>
                  <a:lnTo>
                    <a:pt x="1444466" y="399098"/>
                  </a:lnTo>
                  <a:lnTo>
                    <a:pt x="1443895" y="399479"/>
                  </a:lnTo>
                  <a:lnTo>
                    <a:pt x="1443704" y="400050"/>
                  </a:lnTo>
                  <a:lnTo>
                    <a:pt x="1443800" y="400622"/>
                  </a:lnTo>
                  <a:lnTo>
                    <a:pt x="1443704" y="401098"/>
                  </a:lnTo>
                  <a:lnTo>
                    <a:pt x="1441895" y="401288"/>
                  </a:lnTo>
                  <a:lnTo>
                    <a:pt x="1441704" y="401955"/>
                  </a:lnTo>
                  <a:lnTo>
                    <a:pt x="1442276" y="404146"/>
                  </a:lnTo>
                  <a:lnTo>
                    <a:pt x="1442180" y="405575"/>
                  </a:lnTo>
                  <a:lnTo>
                    <a:pt x="1441609" y="405956"/>
                  </a:lnTo>
                  <a:lnTo>
                    <a:pt x="1439704" y="405670"/>
                  </a:lnTo>
                  <a:lnTo>
                    <a:pt x="1439228" y="406527"/>
                  </a:lnTo>
                  <a:lnTo>
                    <a:pt x="1438275" y="405003"/>
                  </a:lnTo>
                  <a:lnTo>
                    <a:pt x="1438085" y="402717"/>
                  </a:lnTo>
                  <a:lnTo>
                    <a:pt x="1437037" y="403289"/>
                  </a:lnTo>
                  <a:lnTo>
                    <a:pt x="1436275" y="406146"/>
                  </a:lnTo>
                  <a:lnTo>
                    <a:pt x="1434275" y="405575"/>
                  </a:lnTo>
                  <a:lnTo>
                    <a:pt x="1430846" y="405765"/>
                  </a:lnTo>
                  <a:lnTo>
                    <a:pt x="1429131" y="407194"/>
                  </a:lnTo>
                  <a:lnTo>
                    <a:pt x="1429512" y="410813"/>
                  </a:lnTo>
                  <a:lnTo>
                    <a:pt x="1426559" y="410432"/>
                  </a:lnTo>
                  <a:lnTo>
                    <a:pt x="1426083" y="410051"/>
                  </a:lnTo>
                  <a:lnTo>
                    <a:pt x="1425988" y="409575"/>
                  </a:lnTo>
                  <a:lnTo>
                    <a:pt x="1425893" y="409004"/>
                  </a:lnTo>
                  <a:lnTo>
                    <a:pt x="1425607" y="408527"/>
                  </a:lnTo>
                  <a:lnTo>
                    <a:pt x="1425226" y="408242"/>
                  </a:lnTo>
                  <a:lnTo>
                    <a:pt x="1424845" y="408051"/>
                  </a:lnTo>
                  <a:lnTo>
                    <a:pt x="1420940" y="407384"/>
                  </a:lnTo>
                  <a:lnTo>
                    <a:pt x="1419987" y="407003"/>
                  </a:lnTo>
                  <a:lnTo>
                    <a:pt x="1417320" y="405384"/>
                  </a:lnTo>
                  <a:lnTo>
                    <a:pt x="1414272" y="404622"/>
                  </a:lnTo>
                  <a:lnTo>
                    <a:pt x="1413415" y="404241"/>
                  </a:lnTo>
                  <a:lnTo>
                    <a:pt x="1412462" y="403670"/>
                  </a:lnTo>
                  <a:lnTo>
                    <a:pt x="1413034" y="404813"/>
                  </a:lnTo>
                  <a:lnTo>
                    <a:pt x="1413891" y="405860"/>
                  </a:lnTo>
                  <a:lnTo>
                    <a:pt x="1414272" y="406432"/>
                  </a:lnTo>
                  <a:lnTo>
                    <a:pt x="1413129" y="406051"/>
                  </a:lnTo>
                  <a:lnTo>
                    <a:pt x="1409224" y="404241"/>
                  </a:lnTo>
                  <a:lnTo>
                    <a:pt x="1407224" y="403670"/>
                  </a:lnTo>
                  <a:lnTo>
                    <a:pt x="1405223" y="403765"/>
                  </a:lnTo>
                  <a:lnTo>
                    <a:pt x="1404366" y="403955"/>
                  </a:lnTo>
                  <a:lnTo>
                    <a:pt x="1403223" y="403955"/>
                  </a:lnTo>
                  <a:lnTo>
                    <a:pt x="1402461" y="403479"/>
                  </a:lnTo>
                  <a:lnTo>
                    <a:pt x="1402747" y="401098"/>
                  </a:lnTo>
                  <a:lnTo>
                    <a:pt x="1402175" y="400050"/>
                  </a:lnTo>
                  <a:lnTo>
                    <a:pt x="1399413" y="396812"/>
                  </a:lnTo>
                  <a:lnTo>
                    <a:pt x="1397508" y="395478"/>
                  </a:lnTo>
                  <a:lnTo>
                    <a:pt x="1395508" y="394716"/>
                  </a:lnTo>
                  <a:lnTo>
                    <a:pt x="1393888" y="394907"/>
                  </a:lnTo>
                  <a:lnTo>
                    <a:pt x="1392936" y="395764"/>
                  </a:lnTo>
                  <a:lnTo>
                    <a:pt x="1390079" y="400050"/>
                  </a:lnTo>
                  <a:lnTo>
                    <a:pt x="1389317" y="400622"/>
                  </a:lnTo>
                  <a:lnTo>
                    <a:pt x="1388459" y="401003"/>
                  </a:lnTo>
                  <a:lnTo>
                    <a:pt x="1387221" y="401288"/>
                  </a:lnTo>
                  <a:lnTo>
                    <a:pt x="1384459" y="401288"/>
                  </a:lnTo>
                  <a:lnTo>
                    <a:pt x="1383125" y="401479"/>
                  </a:lnTo>
                  <a:lnTo>
                    <a:pt x="1381887" y="402146"/>
                  </a:lnTo>
                  <a:lnTo>
                    <a:pt x="1381316" y="402812"/>
                  </a:lnTo>
                  <a:lnTo>
                    <a:pt x="1380458" y="404432"/>
                  </a:lnTo>
                  <a:lnTo>
                    <a:pt x="1379887" y="405003"/>
                  </a:lnTo>
                  <a:lnTo>
                    <a:pt x="1379220" y="405194"/>
                  </a:lnTo>
                  <a:lnTo>
                    <a:pt x="1377315" y="405098"/>
                  </a:lnTo>
                  <a:lnTo>
                    <a:pt x="1376458" y="408146"/>
                  </a:lnTo>
                  <a:lnTo>
                    <a:pt x="1378458" y="410432"/>
                  </a:lnTo>
                  <a:lnTo>
                    <a:pt x="1380458" y="412528"/>
                  </a:lnTo>
                  <a:lnTo>
                    <a:pt x="1377505" y="415385"/>
                  </a:lnTo>
                  <a:lnTo>
                    <a:pt x="1375315" y="418052"/>
                  </a:lnTo>
                  <a:lnTo>
                    <a:pt x="1371314" y="418243"/>
                  </a:lnTo>
                  <a:lnTo>
                    <a:pt x="1369314" y="420148"/>
                  </a:lnTo>
                  <a:lnTo>
                    <a:pt x="1366361" y="421005"/>
                  </a:lnTo>
                  <a:lnTo>
                    <a:pt x="1363599" y="422148"/>
                  </a:lnTo>
                  <a:lnTo>
                    <a:pt x="1362837" y="422815"/>
                  </a:lnTo>
                  <a:lnTo>
                    <a:pt x="1361789" y="423291"/>
                  </a:lnTo>
                  <a:lnTo>
                    <a:pt x="1360932" y="423863"/>
                  </a:lnTo>
                  <a:lnTo>
                    <a:pt x="1360170" y="423767"/>
                  </a:lnTo>
                  <a:lnTo>
                    <a:pt x="1359027" y="423767"/>
                  </a:lnTo>
                  <a:lnTo>
                    <a:pt x="1357979" y="423958"/>
                  </a:lnTo>
                  <a:lnTo>
                    <a:pt x="1357408" y="424434"/>
                  </a:lnTo>
                  <a:lnTo>
                    <a:pt x="1357408" y="424910"/>
                  </a:lnTo>
                  <a:lnTo>
                    <a:pt x="1357598" y="425291"/>
                  </a:lnTo>
                  <a:lnTo>
                    <a:pt x="1357694" y="425672"/>
                  </a:lnTo>
                  <a:lnTo>
                    <a:pt x="1357503" y="426149"/>
                  </a:lnTo>
                  <a:lnTo>
                    <a:pt x="1357027" y="426339"/>
                  </a:lnTo>
                  <a:lnTo>
                    <a:pt x="1356360" y="426339"/>
                  </a:lnTo>
                  <a:lnTo>
                    <a:pt x="1355788" y="426530"/>
                  </a:lnTo>
                  <a:lnTo>
                    <a:pt x="1355598" y="427196"/>
                  </a:lnTo>
                  <a:lnTo>
                    <a:pt x="1355217" y="427577"/>
                  </a:lnTo>
                  <a:lnTo>
                    <a:pt x="1352169" y="428530"/>
                  </a:lnTo>
                  <a:lnTo>
                    <a:pt x="1351312" y="429006"/>
                  </a:lnTo>
                  <a:lnTo>
                    <a:pt x="1347692" y="432245"/>
                  </a:lnTo>
                  <a:lnTo>
                    <a:pt x="1346835" y="432530"/>
                  </a:lnTo>
                  <a:lnTo>
                    <a:pt x="1345978" y="432054"/>
                  </a:lnTo>
                  <a:lnTo>
                    <a:pt x="1345216" y="431864"/>
                  </a:lnTo>
                  <a:lnTo>
                    <a:pt x="1344454" y="432435"/>
                  </a:lnTo>
                  <a:lnTo>
                    <a:pt x="1343596" y="433197"/>
                  </a:lnTo>
                  <a:lnTo>
                    <a:pt x="1342644" y="433673"/>
                  </a:lnTo>
                  <a:lnTo>
                    <a:pt x="1341692" y="433673"/>
                  </a:lnTo>
                  <a:lnTo>
                    <a:pt x="1338739" y="433292"/>
                  </a:lnTo>
                  <a:lnTo>
                    <a:pt x="1333214" y="433673"/>
                  </a:lnTo>
                  <a:lnTo>
                    <a:pt x="1328452" y="436531"/>
                  </a:lnTo>
                  <a:lnTo>
                    <a:pt x="1326452" y="437769"/>
                  </a:lnTo>
                  <a:lnTo>
                    <a:pt x="1323689" y="440246"/>
                  </a:lnTo>
                  <a:lnTo>
                    <a:pt x="1321403" y="441484"/>
                  </a:lnTo>
                  <a:lnTo>
                    <a:pt x="1319689" y="442913"/>
                  </a:lnTo>
                  <a:lnTo>
                    <a:pt x="1317974" y="444341"/>
                  </a:lnTo>
                  <a:lnTo>
                    <a:pt x="1317688" y="446342"/>
                  </a:lnTo>
                  <a:lnTo>
                    <a:pt x="1317022" y="448532"/>
                  </a:lnTo>
                  <a:lnTo>
                    <a:pt x="1315974" y="450533"/>
                  </a:lnTo>
                  <a:lnTo>
                    <a:pt x="1314736" y="451961"/>
                  </a:lnTo>
                  <a:lnTo>
                    <a:pt x="1309878" y="455390"/>
                  </a:lnTo>
                  <a:lnTo>
                    <a:pt x="1308545" y="456914"/>
                  </a:lnTo>
                  <a:lnTo>
                    <a:pt x="1307783" y="457676"/>
                  </a:lnTo>
                  <a:lnTo>
                    <a:pt x="1305782" y="458343"/>
                  </a:lnTo>
                  <a:lnTo>
                    <a:pt x="1304830" y="458915"/>
                  </a:lnTo>
                  <a:lnTo>
                    <a:pt x="1304068" y="459772"/>
                  </a:lnTo>
                  <a:lnTo>
                    <a:pt x="1302829" y="461582"/>
                  </a:lnTo>
                  <a:lnTo>
                    <a:pt x="1302068" y="462344"/>
                  </a:lnTo>
                  <a:lnTo>
                    <a:pt x="1301210" y="462820"/>
                  </a:lnTo>
                  <a:lnTo>
                    <a:pt x="1300448" y="463106"/>
                  </a:lnTo>
                  <a:lnTo>
                    <a:pt x="1299686" y="463201"/>
                  </a:lnTo>
                  <a:lnTo>
                    <a:pt x="1298924" y="463106"/>
                  </a:lnTo>
                  <a:lnTo>
                    <a:pt x="1298638" y="462820"/>
                  </a:lnTo>
                  <a:lnTo>
                    <a:pt x="1298543" y="462344"/>
                  </a:lnTo>
                  <a:lnTo>
                    <a:pt x="1298353" y="462058"/>
                  </a:lnTo>
                  <a:lnTo>
                    <a:pt x="1297877" y="462248"/>
                  </a:lnTo>
                  <a:lnTo>
                    <a:pt x="1294638" y="464439"/>
                  </a:lnTo>
                  <a:lnTo>
                    <a:pt x="1293114" y="465773"/>
                  </a:lnTo>
                  <a:lnTo>
                    <a:pt x="1291876" y="467392"/>
                  </a:lnTo>
                  <a:lnTo>
                    <a:pt x="1290923" y="469392"/>
                  </a:lnTo>
                  <a:lnTo>
                    <a:pt x="1291019" y="470249"/>
                  </a:lnTo>
                  <a:lnTo>
                    <a:pt x="1291781" y="470535"/>
                  </a:lnTo>
                  <a:lnTo>
                    <a:pt x="1293590" y="470725"/>
                  </a:lnTo>
                  <a:lnTo>
                    <a:pt x="1294257" y="471392"/>
                  </a:lnTo>
                  <a:lnTo>
                    <a:pt x="1294257" y="472154"/>
                  </a:lnTo>
                  <a:lnTo>
                    <a:pt x="1293686" y="473964"/>
                  </a:lnTo>
                  <a:lnTo>
                    <a:pt x="1293686" y="473964"/>
                  </a:lnTo>
                  <a:lnTo>
                    <a:pt x="1293686" y="473964"/>
                  </a:lnTo>
                  <a:lnTo>
                    <a:pt x="1293495" y="475583"/>
                  </a:lnTo>
                  <a:lnTo>
                    <a:pt x="1292162" y="477298"/>
                  </a:lnTo>
                  <a:lnTo>
                    <a:pt x="1290352" y="478727"/>
                  </a:lnTo>
                  <a:lnTo>
                    <a:pt x="1288923" y="479393"/>
                  </a:lnTo>
                  <a:lnTo>
                    <a:pt x="1287685" y="479584"/>
                  </a:lnTo>
                  <a:lnTo>
                    <a:pt x="1287018" y="479965"/>
                  </a:lnTo>
                  <a:lnTo>
                    <a:pt x="1285589" y="481489"/>
                  </a:lnTo>
                  <a:lnTo>
                    <a:pt x="1284827" y="482060"/>
                  </a:lnTo>
                  <a:lnTo>
                    <a:pt x="1282256" y="482822"/>
                  </a:lnTo>
                  <a:lnTo>
                    <a:pt x="1280351" y="484156"/>
                  </a:lnTo>
                  <a:lnTo>
                    <a:pt x="1279779" y="484251"/>
                  </a:lnTo>
                  <a:lnTo>
                    <a:pt x="1279208" y="483775"/>
                  </a:lnTo>
                  <a:lnTo>
                    <a:pt x="1278541" y="482346"/>
                  </a:lnTo>
                  <a:lnTo>
                    <a:pt x="1277969" y="482251"/>
                  </a:lnTo>
                  <a:lnTo>
                    <a:pt x="1277398" y="483013"/>
                  </a:lnTo>
                  <a:lnTo>
                    <a:pt x="1277112" y="484251"/>
                  </a:lnTo>
                  <a:lnTo>
                    <a:pt x="1276731" y="485299"/>
                  </a:lnTo>
                  <a:lnTo>
                    <a:pt x="1275779" y="485394"/>
                  </a:lnTo>
                  <a:lnTo>
                    <a:pt x="1275207" y="484632"/>
                  </a:lnTo>
                  <a:lnTo>
                    <a:pt x="1274921" y="483680"/>
                  </a:lnTo>
                  <a:lnTo>
                    <a:pt x="1274636" y="483584"/>
                  </a:lnTo>
                  <a:lnTo>
                    <a:pt x="1273969" y="485299"/>
                  </a:lnTo>
                  <a:lnTo>
                    <a:pt x="1273302" y="486347"/>
                  </a:lnTo>
                  <a:lnTo>
                    <a:pt x="1272540" y="485966"/>
                  </a:lnTo>
                  <a:lnTo>
                    <a:pt x="1271873" y="484823"/>
                  </a:lnTo>
                  <a:lnTo>
                    <a:pt x="1271016" y="482632"/>
                  </a:lnTo>
                  <a:lnTo>
                    <a:pt x="1270540" y="481775"/>
                  </a:lnTo>
                  <a:lnTo>
                    <a:pt x="1270064" y="481584"/>
                  </a:lnTo>
                  <a:lnTo>
                    <a:pt x="1269492" y="482537"/>
                  </a:lnTo>
                  <a:lnTo>
                    <a:pt x="1269492" y="483108"/>
                  </a:lnTo>
                  <a:lnTo>
                    <a:pt x="1269683" y="483680"/>
                  </a:lnTo>
                  <a:lnTo>
                    <a:pt x="1269778" y="484251"/>
                  </a:lnTo>
                  <a:lnTo>
                    <a:pt x="1269492" y="484918"/>
                  </a:lnTo>
                  <a:lnTo>
                    <a:pt x="1269111" y="485108"/>
                  </a:lnTo>
                  <a:lnTo>
                    <a:pt x="1268540" y="485204"/>
                  </a:lnTo>
                  <a:lnTo>
                    <a:pt x="1264158" y="484823"/>
                  </a:lnTo>
                  <a:lnTo>
                    <a:pt x="1263110" y="484918"/>
                  </a:lnTo>
                  <a:lnTo>
                    <a:pt x="1261205" y="485870"/>
                  </a:lnTo>
                  <a:lnTo>
                    <a:pt x="1258157" y="489014"/>
                  </a:lnTo>
                  <a:lnTo>
                    <a:pt x="1256157" y="489871"/>
                  </a:lnTo>
                  <a:lnTo>
                    <a:pt x="1254919" y="489966"/>
                  </a:lnTo>
                  <a:lnTo>
                    <a:pt x="1252633" y="489585"/>
                  </a:lnTo>
                  <a:lnTo>
                    <a:pt x="1250347" y="489680"/>
                  </a:lnTo>
                  <a:lnTo>
                    <a:pt x="1249490" y="489395"/>
                  </a:lnTo>
                  <a:lnTo>
                    <a:pt x="1247680" y="488252"/>
                  </a:lnTo>
                  <a:lnTo>
                    <a:pt x="1245489" y="487680"/>
                  </a:lnTo>
                  <a:lnTo>
                    <a:pt x="1238060" y="487966"/>
                  </a:lnTo>
                  <a:lnTo>
                    <a:pt x="1237774" y="490538"/>
                  </a:lnTo>
                  <a:lnTo>
                    <a:pt x="1235297" y="493967"/>
                  </a:lnTo>
                  <a:lnTo>
                    <a:pt x="1234916" y="496253"/>
                  </a:lnTo>
                  <a:lnTo>
                    <a:pt x="1236059" y="500634"/>
                  </a:lnTo>
                  <a:lnTo>
                    <a:pt x="1236536" y="501491"/>
                  </a:lnTo>
                  <a:lnTo>
                    <a:pt x="1238060" y="502730"/>
                  </a:lnTo>
                  <a:lnTo>
                    <a:pt x="1238536" y="503682"/>
                  </a:lnTo>
                  <a:lnTo>
                    <a:pt x="1239393" y="504635"/>
                  </a:lnTo>
                  <a:lnTo>
                    <a:pt x="1240631" y="505016"/>
                  </a:lnTo>
                  <a:lnTo>
                    <a:pt x="1241965" y="505206"/>
                  </a:lnTo>
                  <a:lnTo>
                    <a:pt x="1243108" y="505682"/>
                  </a:lnTo>
                  <a:lnTo>
                    <a:pt x="1243108" y="505682"/>
                  </a:lnTo>
                  <a:lnTo>
                    <a:pt x="1243965" y="506921"/>
                  </a:lnTo>
                  <a:lnTo>
                    <a:pt x="1244060" y="507778"/>
                  </a:lnTo>
                  <a:lnTo>
                    <a:pt x="1244346" y="508254"/>
                  </a:lnTo>
                  <a:lnTo>
                    <a:pt x="1245870" y="508064"/>
                  </a:lnTo>
                  <a:lnTo>
                    <a:pt x="1249966" y="506635"/>
                  </a:lnTo>
                  <a:lnTo>
                    <a:pt x="1251395" y="506349"/>
                  </a:lnTo>
                  <a:lnTo>
                    <a:pt x="1253300" y="506444"/>
                  </a:lnTo>
                  <a:lnTo>
                    <a:pt x="1253966" y="506254"/>
                  </a:lnTo>
                  <a:lnTo>
                    <a:pt x="1255490" y="505111"/>
                  </a:lnTo>
                  <a:lnTo>
                    <a:pt x="1256157" y="504920"/>
                  </a:lnTo>
                  <a:lnTo>
                    <a:pt x="1257300" y="506349"/>
                  </a:lnTo>
                  <a:lnTo>
                    <a:pt x="1261872" y="514922"/>
                  </a:lnTo>
                  <a:lnTo>
                    <a:pt x="1262063" y="515588"/>
                  </a:lnTo>
                  <a:lnTo>
                    <a:pt x="1261682" y="516636"/>
                  </a:lnTo>
                  <a:lnTo>
                    <a:pt x="1260062" y="518065"/>
                  </a:lnTo>
                  <a:lnTo>
                    <a:pt x="1259300" y="518922"/>
                  </a:lnTo>
                  <a:lnTo>
                    <a:pt x="1259110" y="519494"/>
                  </a:lnTo>
                  <a:lnTo>
                    <a:pt x="1258919" y="520637"/>
                  </a:lnTo>
                  <a:lnTo>
                    <a:pt x="1258729" y="521113"/>
                  </a:lnTo>
                  <a:lnTo>
                    <a:pt x="1258443" y="521589"/>
                  </a:lnTo>
                  <a:lnTo>
                    <a:pt x="1257776" y="522351"/>
                  </a:lnTo>
                  <a:lnTo>
                    <a:pt x="1257681" y="522542"/>
                  </a:lnTo>
                  <a:lnTo>
                    <a:pt x="1257491" y="522732"/>
                  </a:lnTo>
                  <a:lnTo>
                    <a:pt x="1257110" y="523589"/>
                  </a:lnTo>
                  <a:lnTo>
                    <a:pt x="1256824" y="524637"/>
                  </a:lnTo>
                  <a:lnTo>
                    <a:pt x="1256633" y="525685"/>
                  </a:lnTo>
                  <a:lnTo>
                    <a:pt x="1256633" y="526733"/>
                  </a:lnTo>
                  <a:lnTo>
                    <a:pt x="1257300" y="528638"/>
                  </a:lnTo>
                  <a:lnTo>
                    <a:pt x="1259967" y="531305"/>
                  </a:lnTo>
                  <a:lnTo>
                    <a:pt x="1260920" y="533210"/>
                  </a:lnTo>
                  <a:lnTo>
                    <a:pt x="1261777" y="536639"/>
                  </a:lnTo>
                  <a:lnTo>
                    <a:pt x="1261586" y="537591"/>
                  </a:lnTo>
                  <a:lnTo>
                    <a:pt x="1261205" y="539591"/>
                  </a:lnTo>
                  <a:lnTo>
                    <a:pt x="1259300" y="541496"/>
                  </a:lnTo>
                  <a:lnTo>
                    <a:pt x="1256062" y="541973"/>
                  </a:lnTo>
                  <a:lnTo>
                    <a:pt x="1255109" y="541496"/>
                  </a:lnTo>
                  <a:lnTo>
                    <a:pt x="1253395" y="540068"/>
                  </a:lnTo>
                  <a:lnTo>
                    <a:pt x="1252442" y="539687"/>
                  </a:lnTo>
                  <a:lnTo>
                    <a:pt x="1251680" y="539877"/>
                  </a:lnTo>
                  <a:lnTo>
                    <a:pt x="1251776" y="540639"/>
                  </a:lnTo>
                  <a:lnTo>
                    <a:pt x="1251776" y="541496"/>
                  </a:lnTo>
                  <a:lnTo>
                    <a:pt x="1250633" y="542068"/>
                  </a:lnTo>
                  <a:lnTo>
                    <a:pt x="1251299" y="542830"/>
                  </a:lnTo>
                  <a:lnTo>
                    <a:pt x="1251395" y="543782"/>
                  </a:lnTo>
                  <a:lnTo>
                    <a:pt x="1250918" y="544449"/>
                  </a:lnTo>
                  <a:lnTo>
                    <a:pt x="1250061" y="544354"/>
                  </a:lnTo>
                  <a:lnTo>
                    <a:pt x="1249490" y="543497"/>
                  </a:lnTo>
                  <a:lnTo>
                    <a:pt x="1249299" y="542544"/>
                  </a:lnTo>
                  <a:lnTo>
                    <a:pt x="1249013" y="541687"/>
                  </a:lnTo>
                  <a:lnTo>
                    <a:pt x="1248061" y="541115"/>
                  </a:lnTo>
                  <a:lnTo>
                    <a:pt x="1246442" y="541401"/>
                  </a:lnTo>
                  <a:lnTo>
                    <a:pt x="1243108" y="543592"/>
                  </a:lnTo>
                  <a:lnTo>
                    <a:pt x="1241584" y="544354"/>
                  </a:lnTo>
                  <a:lnTo>
                    <a:pt x="1238345" y="544259"/>
                  </a:lnTo>
                  <a:lnTo>
                    <a:pt x="1237488" y="544163"/>
                  </a:lnTo>
                  <a:lnTo>
                    <a:pt x="1235202" y="543497"/>
                  </a:lnTo>
                  <a:lnTo>
                    <a:pt x="1234250" y="543497"/>
                  </a:lnTo>
                  <a:lnTo>
                    <a:pt x="1232345" y="544163"/>
                  </a:lnTo>
                  <a:lnTo>
                    <a:pt x="1231392" y="544259"/>
                  </a:lnTo>
                  <a:lnTo>
                    <a:pt x="1230725" y="543687"/>
                  </a:lnTo>
                  <a:lnTo>
                    <a:pt x="1229487" y="541020"/>
                  </a:lnTo>
                  <a:lnTo>
                    <a:pt x="1229011" y="540258"/>
                  </a:lnTo>
                  <a:lnTo>
                    <a:pt x="1228249" y="540068"/>
                  </a:lnTo>
                  <a:lnTo>
                    <a:pt x="1226153" y="539972"/>
                  </a:lnTo>
                  <a:lnTo>
                    <a:pt x="1225391" y="540068"/>
                  </a:lnTo>
                  <a:lnTo>
                    <a:pt x="1224439" y="540734"/>
                  </a:lnTo>
                  <a:lnTo>
                    <a:pt x="1223867" y="541687"/>
                  </a:lnTo>
                  <a:lnTo>
                    <a:pt x="1223486" y="542735"/>
                  </a:lnTo>
                  <a:lnTo>
                    <a:pt x="1222915" y="543782"/>
                  </a:lnTo>
                  <a:lnTo>
                    <a:pt x="1222248" y="544449"/>
                  </a:lnTo>
                  <a:lnTo>
                    <a:pt x="1221391" y="545021"/>
                  </a:lnTo>
                  <a:lnTo>
                    <a:pt x="1220534" y="545402"/>
                  </a:lnTo>
                  <a:lnTo>
                    <a:pt x="1219676" y="545687"/>
                  </a:lnTo>
                  <a:lnTo>
                    <a:pt x="1218629" y="545687"/>
                  </a:lnTo>
                  <a:lnTo>
                    <a:pt x="1217867" y="545402"/>
                  </a:lnTo>
                  <a:lnTo>
                    <a:pt x="1216343" y="544449"/>
                  </a:lnTo>
                  <a:lnTo>
                    <a:pt x="1214533" y="544068"/>
                  </a:lnTo>
                  <a:lnTo>
                    <a:pt x="1210818" y="544163"/>
                  </a:lnTo>
                  <a:lnTo>
                    <a:pt x="1209008" y="543973"/>
                  </a:lnTo>
                  <a:lnTo>
                    <a:pt x="1207389" y="543973"/>
                  </a:lnTo>
                  <a:lnTo>
                    <a:pt x="1204817" y="545211"/>
                  </a:lnTo>
                  <a:lnTo>
                    <a:pt x="1204532" y="545306"/>
                  </a:lnTo>
                  <a:lnTo>
                    <a:pt x="1201198" y="545497"/>
                  </a:lnTo>
                  <a:lnTo>
                    <a:pt x="1189196" y="546164"/>
                  </a:lnTo>
                  <a:lnTo>
                    <a:pt x="1182338" y="545402"/>
                  </a:lnTo>
                  <a:lnTo>
                    <a:pt x="1176433" y="542354"/>
                  </a:lnTo>
                  <a:lnTo>
                    <a:pt x="1171575" y="538829"/>
                  </a:lnTo>
                  <a:lnTo>
                    <a:pt x="1169765" y="538544"/>
                  </a:lnTo>
                  <a:lnTo>
                    <a:pt x="1168718" y="538925"/>
                  </a:lnTo>
                  <a:lnTo>
                    <a:pt x="1167956" y="539496"/>
                  </a:lnTo>
                  <a:lnTo>
                    <a:pt x="1167289" y="540163"/>
                  </a:lnTo>
                  <a:lnTo>
                    <a:pt x="1166432" y="540830"/>
                  </a:lnTo>
                  <a:lnTo>
                    <a:pt x="1165479" y="541115"/>
                  </a:lnTo>
                  <a:lnTo>
                    <a:pt x="1163574" y="541020"/>
                  </a:lnTo>
                  <a:lnTo>
                    <a:pt x="1162622" y="541115"/>
                  </a:lnTo>
                  <a:lnTo>
                    <a:pt x="1160812" y="542258"/>
                  </a:lnTo>
                  <a:lnTo>
                    <a:pt x="1159478" y="545783"/>
                  </a:lnTo>
                  <a:lnTo>
                    <a:pt x="1158145" y="547021"/>
                  </a:lnTo>
                  <a:lnTo>
                    <a:pt x="1156145" y="547592"/>
                  </a:lnTo>
                  <a:lnTo>
                    <a:pt x="1150144" y="548164"/>
                  </a:lnTo>
                  <a:lnTo>
                    <a:pt x="1146810" y="549021"/>
                  </a:lnTo>
                  <a:lnTo>
                    <a:pt x="1145667" y="549116"/>
                  </a:lnTo>
                  <a:lnTo>
                    <a:pt x="1145096" y="549021"/>
                  </a:lnTo>
                  <a:lnTo>
                    <a:pt x="1144048" y="548640"/>
                  </a:lnTo>
                  <a:lnTo>
                    <a:pt x="1143953" y="548640"/>
                  </a:lnTo>
                  <a:lnTo>
                    <a:pt x="1143572" y="548545"/>
                  </a:lnTo>
                  <a:lnTo>
                    <a:pt x="1143381" y="548450"/>
                  </a:lnTo>
                  <a:lnTo>
                    <a:pt x="1143000" y="548069"/>
                  </a:lnTo>
                  <a:lnTo>
                    <a:pt x="1142810" y="548069"/>
                  </a:lnTo>
                  <a:lnTo>
                    <a:pt x="1142524" y="548259"/>
                  </a:lnTo>
                  <a:lnTo>
                    <a:pt x="1142429" y="548545"/>
                  </a:lnTo>
                  <a:lnTo>
                    <a:pt x="1142429" y="548831"/>
                  </a:lnTo>
                  <a:lnTo>
                    <a:pt x="1142429" y="548926"/>
                  </a:lnTo>
                  <a:lnTo>
                    <a:pt x="1142429" y="549021"/>
                  </a:lnTo>
                  <a:lnTo>
                    <a:pt x="1142333" y="549402"/>
                  </a:lnTo>
                  <a:lnTo>
                    <a:pt x="1142143" y="549783"/>
                  </a:lnTo>
                  <a:lnTo>
                    <a:pt x="1141857" y="550069"/>
                  </a:lnTo>
                  <a:lnTo>
                    <a:pt x="1141667" y="550069"/>
                  </a:lnTo>
                  <a:lnTo>
                    <a:pt x="1141190" y="549878"/>
                  </a:lnTo>
                  <a:lnTo>
                    <a:pt x="1141000" y="549878"/>
                  </a:lnTo>
                  <a:lnTo>
                    <a:pt x="1138904" y="549878"/>
                  </a:lnTo>
                  <a:lnTo>
                    <a:pt x="1138619" y="549878"/>
                  </a:lnTo>
                  <a:lnTo>
                    <a:pt x="1137761" y="549783"/>
                  </a:lnTo>
                  <a:lnTo>
                    <a:pt x="1134904" y="548545"/>
                  </a:lnTo>
                  <a:lnTo>
                    <a:pt x="1133761" y="548450"/>
                  </a:lnTo>
                  <a:lnTo>
                    <a:pt x="1131951" y="549212"/>
                  </a:lnTo>
                  <a:lnTo>
                    <a:pt x="1130999" y="549212"/>
                  </a:lnTo>
                  <a:lnTo>
                    <a:pt x="1130332" y="548735"/>
                  </a:lnTo>
                  <a:lnTo>
                    <a:pt x="1131189" y="547116"/>
                  </a:lnTo>
                  <a:lnTo>
                    <a:pt x="1131094" y="546068"/>
                  </a:lnTo>
                  <a:lnTo>
                    <a:pt x="1129760" y="545021"/>
                  </a:lnTo>
                  <a:lnTo>
                    <a:pt x="1127665" y="544259"/>
                  </a:lnTo>
                  <a:lnTo>
                    <a:pt x="1125474" y="543878"/>
                  </a:lnTo>
                  <a:lnTo>
                    <a:pt x="1122140" y="544259"/>
                  </a:lnTo>
                  <a:lnTo>
                    <a:pt x="1120235" y="543306"/>
                  </a:lnTo>
                  <a:lnTo>
                    <a:pt x="1118235" y="541877"/>
                  </a:lnTo>
                  <a:lnTo>
                    <a:pt x="1116806" y="540925"/>
                  </a:lnTo>
                  <a:lnTo>
                    <a:pt x="1114616" y="541496"/>
                  </a:lnTo>
                  <a:lnTo>
                    <a:pt x="1113854" y="541496"/>
                  </a:lnTo>
                  <a:lnTo>
                    <a:pt x="1113187" y="541592"/>
                  </a:lnTo>
                  <a:lnTo>
                    <a:pt x="1112615" y="542068"/>
                  </a:lnTo>
                  <a:lnTo>
                    <a:pt x="1112044" y="542639"/>
                  </a:lnTo>
                  <a:lnTo>
                    <a:pt x="1111377" y="543020"/>
                  </a:lnTo>
                  <a:lnTo>
                    <a:pt x="1109948" y="543401"/>
                  </a:lnTo>
                  <a:lnTo>
                    <a:pt x="1108424" y="543592"/>
                  </a:lnTo>
                  <a:lnTo>
                    <a:pt x="1105472" y="543401"/>
                  </a:lnTo>
                  <a:lnTo>
                    <a:pt x="1103852" y="542925"/>
                  </a:lnTo>
                  <a:lnTo>
                    <a:pt x="1103090" y="542068"/>
                  </a:lnTo>
                  <a:lnTo>
                    <a:pt x="1102709" y="540830"/>
                  </a:lnTo>
                  <a:lnTo>
                    <a:pt x="1101947" y="539401"/>
                  </a:lnTo>
                  <a:lnTo>
                    <a:pt x="1101090" y="538448"/>
                  </a:lnTo>
                  <a:lnTo>
                    <a:pt x="1099852" y="537496"/>
                  </a:lnTo>
                  <a:lnTo>
                    <a:pt x="1098518" y="536924"/>
                  </a:lnTo>
                  <a:lnTo>
                    <a:pt x="1097375" y="537020"/>
                  </a:lnTo>
                  <a:lnTo>
                    <a:pt x="1096899" y="537401"/>
                  </a:lnTo>
                  <a:lnTo>
                    <a:pt x="1096328" y="537591"/>
                  </a:lnTo>
                  <a:lnTo>
                    <a:pt x="1095661" y="537496"/>
                  </a:lnTo>
                  <a:lnTo>
                    <a:pt x="1095089" y="537210"/>
                  </a:lnTo>
                  <a:lnTo>
                    <a:pt x="1094708" y="536639"/>
                  </a:lnTo>
                  <a:lnTo>
                    <a:pt x="1094708" y="536067"/>
                  </a:lnTo>
                  <a:lnTo>
                    <a:pt x="1094804" y="535496"/>
                  </a:lnTo>
                  <a:lnTo>
                    <a:pt x="1094708" y="534734"/>
                  </a:lnTo>
                  <a:lnTo>
                    <a:pt x="1093756" y="533591"/>
                  </a:lnTo>
                  <a:lnTo>
                    <a:pt x="1092708" y="533686"/>
                  </a:lnTo>
                  <a:lnTo>
                    <a:pt x="1091660" y="534543"/>
                  </a:lnTo>
                  <a:lnTo>
                    <a:pt x="1090803" y="535686"/>
                  </a:lnTo>
                  <a:lnTo>
                    <a:pt x="1090517" y="532733"/>
                  </a:lnTo>
                  <a:lnTo>
                    <a:pt x="1090517" y="529495"/>
                  </a:lnTo>
                  <a:lnTo>
                    <a:pt x="1090232" y="527971"/>
                  </a:lnTo>
                  <a:lnTo>
                    <a:pt x="1089565" y="526637"/>
                  </a:lnTo>
                  <a:lnTo>
                    <a:pt x="1088422" y="525780"/>
                  </a:lnTo>
                  <a:lnTo>
                    <a:pt x="1085088" y="524066"/>
                  </a:lnTo>
                  <a:lnTo>
                    <a:pt x="1084612" y="523685"/>
                  </a:lnTo>
                  <a:lnTo>
                    <a:pt x="1084421" y="523589"/>
                  </a:lnTo>
                  <a:lnTo>
                    <a:pt x="1084898" y="521875"/>
                  </a:lnTo>
                  <a:lnTo>
                    <a:pt x="1085755" y="519970"/>
                  </a:lnTo>
                  <a:lnTo>
                    <a:pt x="1086898" y="518350"/>
                  </a:lnTo>
                  <a:lnTo>
                    <a:pt x="1088231" y="517398"/>
                  </a:lnTo>
                  <a:lnTo>
                    <a:pt x="1091375" y="516541"/>
                  </a:lnTo>
                  <a:lnTo>
                    <a:pt x="1092137" y="515969"/>
                  </a:lnTo>
                  <a:lnTo>
                    <a:pt x="1092613" y="515588"/>
                  </a:lnTo>
                  <a:lnTo>
                    <a:pt x="1092994" y="513874"/>
                  </a:lnTo>
                  <a:lnTo>
                    <a:pt x="1091565" y="512921"/>
                  </a:lnTo>
                  <a:lnTo>
                    <a:pt x="1090898" y="512350"/>
                  </a:lnTo>
                  <a:lnTo>
                    <a:pt x="1089755" y="510826"/>
                  </a:lnTo>
                  <a:lnTo>
                    <a:pt x="1089184" y="510445"/>
                  </a:lnTo>
                  <a:lnTo>
                    <a:pt x="1088612" y="510159"/>
                  </a:lnTo>
                  <a:lnTo>
                    <a:pt x="1087946" y="509683"/>
                  </a:lnTo>
                  <a:lnTo>
                    <a:pt x="1086803" y="508349"/>
                  </a:lnTo>
                  <a:lnTo>
                    <a:pt x="1086041" y="506825"/>
                  </a:lnTo>
                  <a:lnTo>
                    <a:pt x="1085755" y="505111"/>
                  </a:lnTo>
                  <a:lnTo>
                    <a:pt x="1085945" y="503301"/>
                  </a:lnTo>
                  <a:lnTo>
                    <a:pt x="1085945" y="502349"/>
                  </a:lnTo>
                  <a:lnTo>
                    <a:pt x="1085088" y="501110"/>
                  </a:lnTo>
                  <a:lnTo>
                    <a:pt x="1085088" y="500253"/>
                  </a:lnTo>
                  <a:lnTo>
                    <a:pt x="1085469" y="499396"/>
                  </a:lnTo>
                  <a:lnTo>
                    <a:pt x="1086517" y="497872"/>
                  </a:lnTo>
                  <a:lnTo>
                    <a:pt x="1087374" y="495776"/>
                  </a:lnTo>
                  <a:lnTo>
                    <a:pt x="1088517" y="493776"/>
                  </a:lnTo>
                  <a:lnTo>
                    <a:pt x="1091089" y="482632"/>
                  </a:lnTo>
                  <a:lnTo>
                    <a:pt x="1091184" y="481679"/>
                  </a:lnTo>
                  <a:lnTo>
                    <a:pt x="1090994" y="480632"/>
                  </a:lnTo>
                  <a:lnTo>
                    <a:pt x="1090517" y="479774"/>
                  </a:lnTo>
                  <a:lnTo>
                    <a:pt x="1089279" y="478441"/>
                  </a:lnTo>
                  <a:lnTo>
                    <a:pt x="1088803" y="477679"/>
                  </a:lnTo>
                  <a:lnTo>
                    <a:pt x="1088803" y="476726"/>
                  </a:lnTo>
                  <a:lnTo>
                    <a:pt x="1089279" y="474821"/>
                  </a:lnTo>
                  <a:lnTo>
                    <a:pt x="1089184" y="473774"/>
                  </a:lnTo>
                  <a:lnTo>
                    <a:pt x="1089184" y="473774"/>
                  </a:lnTo>
                  <a:lnTo>
                    <a:pt x="1089184" y="473774"/>
                  </a:lnTo>
                  <a:lnTo>
                    <a:pt x="1088422" y="472821"/>
                  </a:lnTo>
                  <a:lnTo>
                    <a:pt x="1087184" y="471773"/>
                  </a:lnTo>
                  <a:lnTo>
                    <a:pt x="1084802" y="470154"/>
                  </a:lnTo>
                  <a:lnTo>
                    <a:pt x="1083469" y="469773"/>
                  </a:lnTo>
                  <a:lnTo>
                    <a:pt x="1080421" y="469297"/>
                  </a:lnTo>
                  <a:lnTo>
                    <a:pt x="1079373" y="468440"/>
                  </a:lnTo>
                  <a:lnTo>
                    <a:pt x="1078230" y="467106"/>
                  </a:lnTo>
                  <a:lnTo>
                    <a:pt x="1077373" y="467106"/>
                  </a:lnTo>
                  <a:lnTo>
                    <a:pt x="1075182" y="468821"/>
                  </a:lnTo>
                  <a:lnTo>
                    <a:pt x="1074039" y="469964"/>
                  </a:lnTo>
                  <a:lnTo>
                    <a:pt x="1073277" y="471107"/>
                  </a:lnTo>
                  <a:lnTo>
                    <a:pt x="1072515" y="471773"/>
                  </a:lnTo>
                  <a:lnTo>
                    <a:pt x="1071086" y="471297"/>
                  </a:lnTo>
                  <a:lnTo>
                    <a:pt x="1070039" y="471583"/>
                  </a:lnTo>
                  <a:lnTo>
                    <a:pt x="1067086" y="473774"/>
                  </a:lnTo>
                  <a:lnTo>
                    <a:pt x="1067086" y="473774"/>
                  </a:lnTo>
                  <a:lnTo>
                    <a:pt x="1067086" y="473774"/>
                  </a:lnTo>
                  <a:lnTo>
                    <a:pt x="1065943" y="474536"/>
                  </a:lnTo>
                  <a:lnTo>
                    <a:pt x="1056418" y="475964"/>
                  </a:lnTo>
                  <a:lnTo>
                    <a:pt x="1055180" y="476441"/>
                  </a:lnTo>
                  <a:lnTo>
                    <a:pt x="1054513" y="476631"/>
                  </a:lnTo>
                  <a:lnTo>
                    <a:pt x="1053846" y="476631"/>
                  </a:lnTo>
                  <a:lnTo>
                    <a:pt x="1052513" y="476441"/>
                  </a:lnTo>
                  <a:lnTo>
                    <a:pt x="1051941" y="476631"/>
                  </a:lnTo>
                  <a:lnTo>
                    <a:pt x="1051084" y="477774"/>
                  </a:lnTo>
                  <a:lnTo>
                    <a:pt x="1050989" y="479203"/>
                  </a:lnTo>
                  <a:lnTo>
                    <a:pt x="1051370" y="480632"/>
                  </a:lnTo>
                  <a:lnTo>
                    <a:pt x="1052036" y="481775"/>
                  </a:lnTo>
                  <a:lnTo>
                    <a:pt x="1053370" y="482060"/>
                  </a:lnTo>
                  <a:lnTo>
                    <a:pt x="1054037" y="482346"/>
                  </a:lnTo>
                  <a:lnTo>
                    <a:pt x="1054513" y="482727"/>
                  </a:lnTo>
                  <a:lnTo>
                    <a:pt x="1054608" y="483394"/>
                  </a:lnTo>
                  <a:lnTo>
                    <a:pt x="1053941" y="484442"/>
                  </a:lnTo>
                  <a:lnTo>
                    <a:pt x="1054227" y="486823"/>
                  </a:lnTo>
                  <a:lnTo>
                    <a:pt x="1053656" y="488347"/>
                  </a:lnTo>
                  <a:lnTo>
                    <a:pt x="1052894" y="489871"/>
                  </a:lnTo>
                  <a:lnTo>
                    <a:pt x="1051655" y="494824"/>
                  </a:lnTo>
                  <a:lnTo>
                    <a:pt x="1048417" y="500348"/>
                  </a:lnTo>
                  <a:lnTo>
                    <a:pt x="1047083" y="503301"/>
                  </a:lnTo>
                  <a:lnTo>
                    <a:pt x="1046988" y="503968"/>
                  </a:lnTo>
                  <a:lnTo>
                    <a:pt x="1047083" y="504539"/>
                  </a:lnTo>
                  <a:lnTo>
                    <a:pt x="1047369" y="505682"/>
                  </a:lnTo>
                  <a:lnTo>
                    <a:pt x="1047560" y="505968"/>
                  </a:lnTo>
                  <a:lnTo>
                    <a:pt x="1048036" y="506444"/>
                  </a:lnTo>
                  <a:lnTo>
                    <a:pt x="1048131" y="506730"/>
                  </a:lnTo>
                  <a:lnTo>
                    <a:pt x="1048036" y="507206"/>
                  </a:lnTo>
                  <a:lnTo>
                    <a:pt x="1047750" y="507587"/>
                  </a:lnTo>
                  <a:lnTo>
                    <a:pt x="1047464" y="507873"/>
                  </a:lnTo>
                  <a:lnTo>
                    <a:pt x="1047274" y="508254"/>
                  </a:lnTo>
                  <a:lnTo>
                    <a:pt x="1046798" y="509588"/>
                  </a:lnTo>
                  <a:lnTo>
                    <a:pt x="1046702" y="510254"/>
                  </a:lnTo>
                  <a:lnTo>
                    <a:pt x="1046798" y="511112"/>
                  </a:lnTo>
                  <a:lnTo>
                    <a:pt x="1046988" y="511778"/>
                  </a:lnTo>
                  <a:lnTo>
                    <a:pt x="1047655" y="512921"/>
                  </a:lnTo>
                  <a:lnTo>
                    <a:pt x="1047750" y="513588"/>
                  </a:lnTo>
                  <a:lnTo>
                    <a:pt x="1047464" y="515017"/>
                  </a:lnTo>
                  <a:lnTo>
                    <a:pt x="1046226" y="517874"/>
                  </a:lnTo>
                  <a:lnTo>
                    <a:pt x="1045369" y="519684"/>
                  </a:lnTo>
                  <a:lnTo>
                    <a:pt x="1045178" y="523780"/>
                  </a:lnTo>
                  <a:lnTo>
                    <a:pt x="1044416" y="525494"/>
                  </a:lnTo>
                  <a:lnTo>
                    <a:pt x="1044321" y="525971"/>
                  </a:lnTo>
                  <a:lnTo>
                    <a:pt x="1044416" y="526447"/>
                  </a:lnTo>
                  <a:lnTo>
                    <a:pt x="1044702" y="526923"/>
                  </a:lnTo>
                  <a:lnTo>
                    <a:pt x="1045559" y="527685"/>
                  </a:lnTo>
                  <a:lnTo>
                    <a:pt x="1046512" y="529781"/>
                  </a:lnTo>
                  <a:lnTo>
                    <a:pt x="1047464" y="530352"/>
                  </a:lnTo>
                  <a:lnTo>
                    <a:pt x="1048322" y="530733"/>
                  </a:lnTo>
                  <a:lnTo>
                    <a:pt x="1048988" y="531400"/>
                  </a:lnTo>
                  <a:lnTo>
                    <a:pt x="1050131" y="532924"/>
                  </a:lnTo>
                  <a:lnTo>
                    <a:pt x="1051179" y="534829"/>
                  </a:lnTo>
                  <a:lnTo>
                    <a:pt x="1051941" y="536924"/>
                  </a:lnTo>
                  <a:lnTo>
                    <a:pt x="1052417" y="537877"/>
                  </a:lnTo>
                  <a:lnTo>
                    <a:pt x="1053560" y="539687"/>
                  </a:lnTo>
                  <a:lnTo>
                    <a:pt x="1054037" y="540639"/>
                  </a:lnTo>
                  <a:lnTo>
                    <a:pt x="1054227" y="541687"/>
                  </a:lnTo>
                  <a:lnTo>
                    <a:pt x="1054418" y="544259"/>
                  </a:lnTo>
                  <a:lnTo>
                    <a:pt x="1054894" y="546545"/>
                  </a:lnTo>
                  <a:lnTo>
                    <a:pt x="1054989" y="547688"/>
                  </a:lnTo>
                  <a:lnTo>
                    <a:pt x="1054894" y="548831"/>
                  </a:lnTo>
                  <a:lnTo>
                    <a:pt x="1054703" y="549974"/>
                  </a:lnTo>
                  <a:lnTo>
                    <a:pt x="1053846" y="552545"/>
                  </a:lnTo>
                  <a:lnTo>
                    <a:pt x="1051465" y="557213"/>
                  </a:lnTo>
                  <a:lnTo>
                    <a:pt x="1050703" y="559689"/>
                  </a:lnTo>
                  <a:lnTo>
                    <a:pt x="1050322" y="560927"/>
                  </a:lnTo>
                  <a:lnTo>
                    <a:pt x="1050322" y="561499"/>
                  </a:lnTo>
                  <a:lnTo>
                    <a:pt x="1050512" y="562261"/>
                  </a:lnTo>
                  <a:lnTo>
                    <a:pt x="1050131" y="564642"/>
                  </a:lnTo>
                  <a:lnTo>
                    <a:pt x="1048607" y="567500"/>
                  </a:lnTo>
                  <a:lnTo>
                    <a:pt x="1046607" y="569595"/>
                  </a:lnTo>
                  <a:lnTo>
                    <a:pt x="1044988" y="569786"/>
                  </a:lnTo>
                  <a:lnTo>
                    <a:pt x="1044226" y="569024"/>
                  </a:lnTo>
                  <a:lnTo>
                    <a:pt x="1042511" y="567976"/>
                  </a:lnTo>
                  <a:lnTo>
                    <a:pt x="1041749" y="567309"/>
                  </a:lnTo>
                  <a:lnTo>
                    <a:pt x="1041464" y="566738"/>
                  </a:lnTo>
                  <a:lnTo>
                    <a:pt x="1041082" y="565690"/>
                  </a:lnTo>
                  <a:lnTo>
                    <a:pt x="1040797" y="565214"/>
                  </a:lnTo>
                  <a:lnTo>
                    <a:pt x="1040702" y="565214"/>
                  </a:lnTo>
                  <a:lnTo>
                    <a:pt x="1039463" y="564166"/>
                  </a:lnTo>
                  <a:lnTo>
                    <a:pt x="1039463" y="563975"/>
                  </a:lnTo>
                  <a:lnTo>
                    <a:pt x="1038511" y="564166"/>
                  </a:lnTo>
                  <a:lnTo>
                    <a:pt x="1036892" y="565499"/>
                  </a:lnTo>
                  <a:lnTo>
                    <a:pt x="1036034" y="565499"/>
                  </a:lnTo>
                  <a:lnTo>
                    <a:pt x="1035082" y="565023"/>
                  </a:lnTo>
                  <a:lnTo>
                    <a:pt x="1034225" y="564737"/>
                  </a:lnTo>
                  <a:lnTo>
                    <a:pt x="1033558" y="565023"/>
                  </a:lnTo>
                  <a:lnTo>
                    <a:pt x="1033177" y="566261"/>
                  </a:lnTo>
                  <a:lnTo>
                    <a:pt x="1032796" y="567119"/>
                  </a:lnTo>
                  <a:lnTo>
                    <a:pt x="1032034" y="567500"/>
                  </a:lnTo>
                  <a:lnTo>
                    <a:pt x="1031177" y="567404"/>
                  </a:lnTo>
                  <a:lnTo>
                    <a:pt x="1030510" y="566738"/>
                  </a:lnTo>
                  <a:lnTo>
                    <a:pt x="1029653" y="566261"/>
                  </a:lnTo>
                  <a:lnTo>
                    <a:pt x="1028510" y="566642"/>
                  </a:lnTo>
                  <a:lnTo>
                    <a:pt x="1027938" y="567119"/>
                  </a:lnTo>
                  <a:lnTo>
                    <a:pt x="1026605" y="568071"/>
                  </a:lnTo>
                  <a:lnTo>
                    <a:pt x="1024604" y="568928"/>
                  </a:lnTo>
                  <a:lnTo>
                    <a:pt x="1022795" y="568452"/>
                  </a:lnTo>
                  <a:lnTo>
                    <a:pt x="1018985" y="566261"/>
                  </a:lnTo>
                  <a:lnTo>
                    <a:pt x="1017365" y="565976"/>
                  </a:lnTo>
                  <a:lnTo>
                    <a:pt x="1015651" y="566071"/>
                  </a:lnTo>
                  <a:lnTo>
                    <a:pt x="1013936" y="566547"/>
                  </a:lnTo>
                  <a:lnTo>
                    <a:pt x="1012507" y="567404"/>
                  </a:lnTo>
                  <a:lnTo>
                    <a:pt x="1011936" y="568262"/>
                  </a:lnTo>
                  <a:lnTo>
                    <a:pt x="1010984" y="570357"/>
                  </a:lnTo>
                  <a:lnTo>
                    <a:pt x="1010317" y="570929"/>
                  </a:lnTo>
                  <a:lnTo>
                    <a:pt x="1009650" y="570833"/>
                  </a:lnTo>
                  <a:lnTo>
                    <a:pt x="1007459" y="569881"/>
                  </a:lnTo>
                  <a:lnTo>
                    <a:pt x="1006793" y="569500"/>
                  </a:lnTo>
                  <a:lnTo>
                    <a:pt x="1006316" y="568738"/>
                  </a:lnTo>
                  <a:lnTo>
                    <a:pt x="1005935" y="567881"/>
                  </a:lnTo>
                  <a:lnTo>
                    <a:pt x="1005364" y="567309"/>
                  </a:lnTo>
                  <a:lnTo>
                    <a:pt x="1003745" y="567785"/>
                  </a:lnTo>
                  <a:lnTo>
                    <a:pt x="1000887" y="568071"/>
                  </a:lnTo>
                  <a:lnTo>
                    <a:pt x="999363" y="567500"/>
                  </a:lnTo>
                  <a:lnTo>
                    <a:pt x="998125" y="565880"/>
                  </a:lnTo>
                  <a:lnTo>
                    <a:pt x="997268" y="563880"/>
                  </a:lnTo>
                  <a:lnTo>
                    <a:pt x="996696" y="562166"/>
                  </a:lnTo>
                  <a:lnTo>
                    <a:pt x="996696" y="562166"/>
                  </a:lnTo>
                  <a:lnTo>
                    <a:pt x="996125" y="559308"/>
                  </a:lnTo>
                  <a:lnTo>
                    <a:pt x="996125" y="558356"/>
                  </a:lnTo>
                  <a:lnTo>
                    <a:pt x="995934" y="557213"/>
                  </a:lnTo>
                  <a:lnTo>
                    <a:pt x="995363" y="557213"/>
                  </a:lnTo>
                  <a:lnTo>
                    <a:pt x="994601" y="557879"/>
                  </a:lnTo>
                  <a:lnTo>
                    <a:pt x="992981" y="559499"/>
                  </a:lnTo>
                  <a:lnTo>
                    <a:pt x="992315" y="559975"/>
                  </a:lnTo>
                  <a:lnTo>
                    <a:pt x="990314" y="560642"/>
                  </a:lnTo>
                  <a:lnTo>
                    <a:pt x="988790" y="561118"/>
                  </a:lnTo>
                  <a:lnTo>
                    <a:pt x="987171" y="562070"/>
                  </a:lnTo>
                  <a:lnTo>
                    <a:pt x="986600" y="563404"/>
                  </a:lnTo>
                  <a:lnTo>
                    <a:pt x="985552" y="564547"/>
                  </a:lnTo>
                  <a:lnTo>
                    <a:pt x="984218" y="565404"/>
                  </a:lnTo>
                  <a:lnTo>
                    <a:pt x="982885" y="565785"/>
                  </a:lnTo>
                  <a:lnTo>
                    <a:pt x="982409" y="565690"/>
                  </a:lnTo>
                  <a:lnTo>
                    <a:pt x="980503" y="564928"/>
                  </a:lnTo>
                  <a:lnTo>
                    <a:pt x="979742" y="565023"/>
                  </a:lnTo>
                  <a:lnTo>
                    <a:pt x="979361" y="565595"/>
                  </a:lnTo>
                  <a:lnTo>
                    <a:pt x="978980" y="566261"/>
                  </a:lnTo>
                  <a:lnTo>
                    <a:pt x="978408" y="566738"/>
                  </a:lnTo>
                  <a:lnTo>
                    <a:pt x="977456" y="566547"/>
                  </a:lnTo>
                  <a:lnTo>
                    <a:pt x="973741" y="564356"/>
                  </a:lnTo>
                  <a:lnTo>
                    <a:pt x="970217" y="562737"/>
                  </a:lnTo>
                  <a:lnTo>
                    <a:pt x="969169" y="562070"/>
                  </a:lnTo>
                  <a:lnTo>
                    <a:pt x="969169" y="562070"/>
                  </a:lnTo>
                  <a:lnTo>
                    <a:pt x="968502" y="561213"/>
                  </a:lnTo>
                  <a:lnTo>
                    <a:pt x="967740" y="560546"/>
                  </a:lnTo>
                  <a:lnTo>
                    <a:pt x="966883" y="560070"/>
                  </a:lnTo>
                  <a:lnTo>
                    <a:pt x="965835" y="559784"/>
                  </a:lnTo>
                  <a:lnTo>
                    <a:pt x="964216" y="559118"/>
                  </a:lnTo>
                  <a:lnTo>
                    <a:pt x="960977" y="557403"/>
                  </a:lnTo>
                  <a:lnTo>
                    <a:pt x="959358" y="556832"/>
                  </a:lnTo>
                  <a:lnTo>
                    <a:pt x="958882" y="556832"/>
                  </a:lnTo>
                  <a:lnTo>
                    <a:pt x="957739" y="557022"/>
                  </a:lnTo>
                  <a:lnTo>
                    <a:pt x="957358" y="556927"/>
                  </a:lnTo>
                  <a:lnTo>
                    <a:pt x="956977" y="556546"/>
                  </a:lnTo>
                  <a:lnTo>
                    <a:pt x="956977" y="555689"/>
                  </a:lnTo>
                  <a:lnTo>
                    <a:pt x="956596" y="555308"/>
                  </a:lnTo>
                  <a:lnTo>
                    <a:pt x="955739" y="555117"/>
                  </a:lnTo>
                  <a:lnTo>
                    <a:pt x="954596" y="555308"/>
                  </a:lnTo>
                  <a:lnTo>
                    <a:pt x="952595" y="555974"/>
                  </a:lnTo>
                  <a:lnTo>
                    <a:pt x="951452" y="556736"/>
                  </a:lnTo>
                  <a:lnTo>
                    <a:pt x="951071" y="556832"/>
                  </a:lnTo>
                  <a:lnTo>
                    <a:pt x="950500" y="556736"/>
                  </a:lnTo>
                  <a:lnTo>
                    <a:pt x="950214" y="556451"/>
                  </a:lnTo>
                  <a:lnTo>
                    <a:pt x="949928" y="556165"/>
                  </a:lnTo>
                  <a:lnTo>
                    <a:pt x="949547" y="555974"/>
                  </a:lnTo>
                  <a:lnTo>
                    <a:pt x="948785" y="555689"/>
                  </a:lnTo>
                  <a:lnTo>
                    <a:pt x="948500" y="555689"/>
                  </a:lnTo>
                  <a:lnTo>
                    <a:pt x="948404" y="555689"/>
                  </a:lnTo>
                  <a:lnTo>
                    <a:pt x="947166" y="555784"/>
                  </a:lnTo>
                  <a:lnTo>
                    <a:pt x="946880" y="555689"/>
                  </a:lnTo>
                  <a:lnTo>
                    <a:pt x="946595" y="555403"/>
                  </a:lnTo>
                  <a:lnTo>
                    <a:pt x="942975" y="553117"/>
                  </a:lnTo>
                  <a:lnTo>
                    <a:pt x="941356" y="552545"/>
                  </a:lnTo>
                  <a:lnTo>
                    <a:pt x="939451" y="553117"/>
                  </a:lnTo>
                  <a:lnTo>
                    <a:pt x="938213" y="553212"/>
                  </a:lnTo>
                  <a:lnTo>
                    <a:pt x="937260" y="553784"/>
                  </a:lnTo>
                  <a:lnTo>
                    <a:pt x="933640" y="556927"/>
                  </a:lnTo>
                  <a:lnTo>
                    <a:pt x="932498" y="557594"/>
                  </a:lnTo>
                  <a:lnTo>
                    <a:pt x="931640" y="557689"/>
                  </a:lnTo>
                  <a:lnTo>
                    <a:pt x="931259" y="557403"/>
                  </a:lnTo>
                  <a:lnTo>
                    <a:pt x="931164" y="556927"/>
                  </a:lnTo>
                  <a:lnTo>
                    <a:pt x="931164" y="556451"/>
                  </a:lnTo>
                  <a:lnTo>
                    <a:pt x="931069" y="555974"/>
                  </a:lnTo>
                  <a:lnTo>
                    <a:pt x="930688" y="555593"/>
                  </a:lnTo>
                  <a:lnTo>
                    <a:pt x="930211" y="555689"/>
                  </a:lnTo>
                  <a:lnTo>
                    <a:pt x="929640" y="555879"/>
                  </a:lnTo>
                  <a:lnTo>
                    <a:pt x="929164" y="555784"/>
                  </a:lnTo>
                  <a:lnTo>
                    <a:pt x="926306" y="553498"/>
                  </a:lnTo>
                  <a:lnTo>
                    <a:pt x="925544" y="552545"/>
                  </a:lnTo>
                  <a:lnTo>
                    <a:pt x="924973" y="550450"/>
                  </a:lnTo>
                  <a:lnTo>
                    <a:pt x="925354" y="546068"/>
                  </a:lnTo>
                  <a:lnTo>
                    <a:pt x="924973" y="544068"/>
                  </a:lnTo>
                  <a:lnTo>
                    <a:pt x="924211" y="543211"/>
                  </a:lnTo>
                  <a:lnTo>
                    <a:pt x="920115" y="540925"/>
                  </a:lnTo>
                  <a:lnTo>
                    <a:pt x="919544" y="540734"/>
                  </a:lnTo>
                  <a:lnTo>
                    <a:pt x="915353" y="542354"/>
                  </a:lnTo>
                  <a:lnTo>
                    <a:pt x="913067" y="543592"/>
                  </a:lnTo>
                  <a:lnTo>
                    <a:pt x="911161" y="544640"/>
                  </a:lnTo>
                  <a:lnTo>
                    <a:pt x="910209" y="544925"/>
                  </a:lnTo>
                  <a:lnTo>
                    <a:pt x="909257" y="544640"/>
                  </a:lnTo>
                  <a:lnTo>
                    <a:pt x="908304" y="544640"/>
                  </a:lnTo>
                  <a:lnTo>
                    <a:pt x="907447" y="545402"/>
                  </a:lnTo>
                  <a:lnTo>
                    <a:pt x="906685" y="546259"/>
                  </a:lnTo>
                  <a:lnTo>
                    <a:pt x="906590" y="546354"/>
                  </a:lnTo>
                  <a:lnTo>
                    <a:pt x="905732" y="547021"/>
                  </a:lnTo>
                  <a:lnTo>
                    <a:pt x="903923" y="547592"/>
                  </a:lnTo>
                  <a:lnTo>
                    <a:pt x="903161" y="547592"/>
                  </a:lnTo>
                  <a:lnTo>
                    <a:pt x="898303" y="546354"/>
                  </a:lnTo>
                  <a:lnTo>
                    <a:pt x="896779" y="544735"/>
                  </a:lnTo>
                  <a:lnTo>
                    <a:pt x="896779" y="542735"/>
                  </a:lnTo>
                  <a:lnTo>
                    <a:pt x="896588" y="540925"/>
                  </a:lnTo>
                  <a:lnTo>
                    <a:pt x="894493" y="540068"/>
                  </a:lnTo>
                  <a:lnTo>
                    <a:pt x="893255" y="540163"/>
                  </a:lnTo>
                  <a:lnTo>
                    <a:pt x="890302" y="541306"/>
                  </a:lnTo>
                  <a:lnTo>
                    <a:pt x="888968" y="541211"/>
                  </a:lnTo>
                  <a:lnTo>
                    <a:pt x="888873" y="540449"/>
                  </a:lnTo>
                  <a:lnTo>
                    <a:pt x="888968" y="539591"/>
                  </a:lnTo>
                  <a:lnTo>
                    <a:pt x="888111" y="539115"/>
                  </a:lnTo>
                  <a:lnTo>
                    <a:pt x="887444" y="539020"/>
                  </a:lnTo>
                  <a:lnTo>
                    <a:pt x="886778" y="538829"/>
                  </a:lnTo>
                  <a:lnTo>
                    <a:pt x="885539" y="538163"/>
                  </a:lnTo>
                  <a:lnTo>
                    <a:pt x="885063" y="537115"/>
                  </a:lnTo>
                  <a:lnTo>
                    <a:pt x="884777" y="535877"/>
                  </a:lnTo>
                  <a:lnTo>
                    <a:pt x="884015" y="534734"/>
                  </a:lnTo>
                  <a:lnTo>
                    <a:pt x="882872" y="534067"/>
                  </a:lnTo>
                  <a:lnTo>
                    <a:pt x="880205" y="533210"/>
                  </a:lnTo>
                  <a:lnTo>
                    <a:pt x="878967" y="532448"/>
                  </a:lnTo>
                  <a:lnTo>
                    <a:pt x="878967" y="532448"/>
                  </a:lnTo>
                  <a:lnTo>
                    <a:pt x="878396" y="531495"/>
                  </a:lnTo>
                  <a:lnTo>
                    <a:pt x="877538" y="531305"/>
                  </a:lnTo>
                  <a:lnTo>
                    <a:pt x="876681" y="531590"/>
                  </a:lnTo>
                  <a:lnTo>
                    <a:pt x="876014" y="532162"/>
                  </a:lnTo>
                  <a:lnTo>
                    <a:pt x="875443" y="532162"/>
                  </a:lnTo>
                  <a:lnTo>
                    <a:pt x="869061" y="530447"/>
                  </a:lnTo>
                  <a:lnTo>
                    <a:pt x="868394" y="529971"/>
                  </a:lnTo>
                  <a:lnTo>
                    <a:pt x="868109" y="528733"/>
                  </a:lnTo>
                  <a:lnTo>
                    <a:pt x="868585" y="527399"/>
                  </a:lnTo>
                  <a:lnTo>
                    <a:pt x="869347" y="526066"/>
                  </a:lnTo>
                  <a:lnTo>
                    <a:pt x="869823" y="524828"/>
                  </a:lnTo>
                  <a:lnTo>
                    <a:pt x="870109" y="522446"/>
                  </a:lnTo>
                  <a:lnTo>
                    <a:pt x="870014" y="520160"/>
                  </a:lnTo>
                  <a:lnTo>
                    <a:pt x="869537" y="517970"/>
                  </a:lnTo>
                  <a:lnTo>
                    <a:pt x="868680" y="515874"/>
                  </a:lnTo>
                  <a:lnTo>
                    <a:pt x="867347" y="513874"/>
                  </a:lnTo>
                  <a:lnTo>
                    <a:pt x="865823" y="512731"/>
                  </a:lnTo>
                  <a:lnTo>
                    <a:pt x="850678" y="509969"/>
                  </a:lnTo>
                  <a:lnTo>
                    <a:pt x="849535" y="509207"/>
                  </a:lnTo>
                  <a:lnTo>
                    <a:pt x="848582" y="507778"/>
                  </a:lnTo>
                  <a:lnTo>
                    <a:pt x="848106" y="506635"/>
                  </a:lnTo>
                  <a:lnTo>
                    <a:pt x="847439" y="506063"/>
                  </a:lnTo>
                  <a:lnTo>
                    <a:pt x="845820" y="506349"/>
                  </a:lnTo>
                  <a:lnTo>
                    <a:pt x="845344" y="506159"/>
                  </a:lnTo>
                  <a:lnTo>
                    <a:pt x="844772" y="504730"/>
                  </a:lnTo>
                  <a:lnTo>
                    <a:pt x="844296" y="504158"/>
                  </a:lnTo>
                  <a:lnTo>
                    <a:pt x="843058" y="503682"/>
                  </a:lnTo>
                  <a:lnTo>
                    <a:pt x="842486" y="503301"/>
                  </a:lnTo>
                  <a:lnTo>
                    <a:pt x="842010" y="502825"/>
                  </a:lnTo>
                  <a:lnTo>
                    <a:pt x="841820" y="501777"/>
                  </a:lnTo>
                  <a:lnTo>
                    <a:pt x="840867" y="501587"/>
                  </a:lnTo>
                  <a:lnTo>
                    <a:pt x="839819" y="501968"/>
                  </a:lnTo>
                  <a:lnTo>
                    <a:pt x="837152" y="505301"/>
                  </a:lnTo>
                  <a:lnTo>
                    <a:pt x="836009" y="506063"/>
                  </a:lnTo>
                  <a:lnTo>
                    <a:pt x="834295" y="506159"/>
                  </a:lnTo>
                  <a:lnTo>
                    <a:pt x="832199" y="505778"/>
                  </a:lnTo>
                  <a:lnTo>
                    <a:pt x="831532" y="505587"/>
                  </a:lnTo>
                  <a:lnTo>
                    <a:pt x="831437" y="505587"/>
                  </a:lnTo>
                  <a:lnTo>
                    <a:pt x="830294" y="505968"/>
                  </a:lnTo>
                  <a:lnTo>
                    <a:pt x="827818" y="506159"/>
                  </a:lnTo>
                  <a:lnTo>
                    <a:pt x="826770" y="506540"/>
                  </a:lnTo>
                  <a:lnTo>
                    <a:pt x="827246" y="507492"/>
                  </a:lnTo>
                  <a:lnTo>
                    <a:pt x="828770" y="509207"/>
                  </a:lnTo>
                  <a:lnTo>
                    <a:pt x="828865" y="509778"/>
                  </a:lnTo>
                  <a:lnTo>
                    <a:pt x="829056" y="510350"/>
                  </a:lnTo>
                  <a:lnTo>
                    <a:pt x="829056" y="510826"/>
                  </a:lnTo>
                  <a:lnTo>
                    <a:pt x="828580" y="511016"/>
                  </a:lnTo>
                  <a:lnTo>
                    <a:pt x="828294" y="511207"/>
                  </a:lnTo>
                  <a:lnTo>
                    <a:pt x="827913" y="511778"/>
                  </a:lnTo>
                  <a:lnTo>
                    <a:pt x="827818" y="511683"/>
                  </a:lnTo>
                  <a:lnTo>
                    <a:pt x="827532" y="511397"/>
                  </a:lnTo>
                  <a:lnTo>
                    <a:pt x="825151" y="510540"/>
                  </a:lnTo>
                  <a:lnTo>
                    <a:pt x="817817" y="506635"/>
                  </a:lnTo>
                  <a:lnTo>
                    <a:pt x="814007" y="505206"/>
                  </a:lnTo>
                  <a:lnTo>
                    <a:pt x="808196" y="504444"/>
                  </a:lnTo>
                  <a:lnTo>
                    <a:pt x="803243" y="504444"/>
                  </a:lnTo>
                  <a:lnTo>
                    <a:pt x="801910" y="504920"/>
                  </a:lnTo>
                  <a:lnTo>
                    <a:pt x="801624" y="505492"/>
                  </a:lnTo>
                  <a:lnTo>
                    <a:pt x="801529" y="506254"/>
                  </a:lnTo>
                  <a:lnTo>
                    <a:pt x="801624" y="506921"/>
                  </a:lnTo>
                  <a:lnTo>
                    <a:pt x="802386" y="507968"/>
                  </a:lnTo>
                  <a:lnTo>
                    <a:pt x="802291" y="508730"/>
                  </a:lnTo>
                  <a:lnTo>
                    <a:pt x="801910" y="509492"/>
                  </a:lnTo>
                  <a:lnTo>
                    <a:pt x="800767" y="511207"/>
                  </a:lnTo>
                  <a:lnTo>
                    <a:pt x="799910" y="512064"/>
                  </a:lnTo>
                  <a:lnTo>
                    <a:pt x="798862" y="512636"/>
                  </a:lnTo>
                  <a:lnTo>
                    <a:pt x="797719" y="512731"/>
                  </a:lnTo>
                  <a:lnTo>
                    <a:pt x="796481" y="512350"/>
                  </a:lnTo>
                  <a:lnTo>
                    <a:pt x="795909" y="511778"/>
                  </a:lnTo>
                  <a:lnTo>
                    <a:pt x="795623" y="510921"/>
                  </a:lnTo>
                  <a:lnTo>
                    <a:pt x="795052" y="509778"/>
                  </a:lnTo>
                  <a:lnTo>
                    <a:pt x="794385" y="509016"/>
                  </a:lnTo>
                  <a:lnTo>
                    <a:pt x="791813" y="506825"/>
                  </a:lnTo>
                  <a:lnTo>
                    <a:pt x="789908" y="506063"/>
                  </a:lnTo>
                  <a:lnTo>
                    <a:pt x="783431" y="506159"/>
                  </a:lnTo>
                  <a:lnTo>
                    <a:pt x="780098" y="505301"/>
                  </a:lnTo>
                  <a:lnTo>
                    <a:pt x="777716" y="503968"/>
                  </a:lnTo>
                  <a:lnTo>
                    <a:pt x="776383" y="503587"/>
                  </a:lnTo>
                  <a:lnTo>
                    <a:pt x="769811" y="503111"/>
                  </a:lnTo>
                  <a:lnTo>
                    <a:pt x="768668" y="501777"/>
                  </a:lnTo>
                  <a:lnTo>
                    <a:pt x="768096" y="499491"/>
                  </a:lnTo>
                  <a:lnTo>
                    <a:pt x="767620" y="495110"/>
                  </a:lnTo>
                  <a:lnTo>
                    <a:pt x="766953" y="492824"/>
                  </a:lnTo>
                  <a:lnTo>
                    <a:pt x="766001" y="491300"/>
                  </a:lnTo>
                  <a:lnTo>
                    <a:pt x="765715" y="491204"/>
                  </a:lnTo>
                  <a:lnTo>
                    <a:pt x="764572" y="490728"/>
                  </a:lnTo>
                  <a:lnTo>
                    <a:pt x="757904" y="492443"/>
                  </a:lnTo>
                  <a:lnTo>
                    <a:pt x="753428" y="492919"/>
                  </a:lnTo>
                  <a:lnTo>
                    <a:pt x="751427" y="492252"/>
                  </a:lnTo>
                  <a:lnTo>
                    <a:pt x="748570" y="489395"/>
                  </a:lnTo>
                  <a:lnTo>
                    <a:pt x="744474" y="487394"/>
                  </a:lnTo>
                  <a:lnTo>
                    <a:pt x="738188" y="482156"/>
                  </a:lnTo>
                  <a:lnTo>
                    <a:pt x="735902" y="481203"/>
                  </a:lnTo>
                  <a:lnTo>
                    <a:pt x="735044" y="480727"/>
                  </a:lnTo>
                  <a:lnTo>
                    <a:pt x="734092" y="479679"/>
                  </a:lnTo>
                  <a:lnTo>
                    <a:pt x="733044" y="478822"/>
                  </a:lnTo>
                  <a:lnTo>
                    <a:pt x="731806" y="478346"/>
                  </a:lnTo>
                  <a:lnTo>
                    <a:pt x="729139" y="478060"/>
                  </a:lnTo>
                  <a:lnTo>
                    <a:pt x="727615" y="478727"/>
                  </a:lnTo>
                  <a:lnTo>
                    <a:pt x="725519" y="481203"/>
                  </a:lnTo>
                  <a:lnTo>
                    <a:pt x="724281" y="482060"/>
                  </a:lnTo>
                  <a:lnTo>
                    <a:pt x="722852" y="481965"/>
                  </a:lnTo>
                  <a:lnTo>
                    <a:pt x="721424" y="481108"/>
                  </a:lnTo>
                  <a:lnTo>
                    <a:pt x="719995" y="480060"/>
                  </a:lnTo>
                  <a:lnTo>
                    <a:pt x="717328" y="478536"/>
                  </a:lnTo>
                  <a:lnTo>
                    <a:pt x="715232" y="476250"/>
                  </a:lnTo>
                  <a:lnTo>
                    <a:pt x="714089" y="475298"/>
                  </a:lnTo>
                  <a:lnTo>
                    <a:pt x="712851" y="474821"/>
                  </a:lnTo>
                  <a:lnTo>
                    <a:pt x="710184" y="474155"/>
                  </a:lnTo>
                  <a:lnTo>
                    <a:pt x="709136" y="473393"/>
                  </a:lnTo>
                  <a:lnTo>
                    <a:pt x="709136" y="473393"/>
                  </a:lnTo>
                  <a:lnTo>
                    <a:pt x="709136" y="473393"/>
                  </a:lnTo>
                  <a:lnTo>
                    <a:pt x="708470" y="472345"/>
                  </a:lnTo>
                  <a:lnTo>
                    <a:pt x="707422" y="471583"/>
                  </a:lnTo>
                  <a:lnTo>
                    <a:pt x="702755" y="469202"/>
                  </a:lnTo>
                  <a:lnTo>
                    <a:pt x="701993" y="468535"/>
                  </a:lnTo>
                  <a:lnTo>
                    <a:pt x="701802" y="467963"/>
                  </a:lnTo>
                  <a:lnTo>
                    <a:pt x="701707" y="467297"/>
                  </a:lnTo>
                  <a:lnTo>
                    <a:pt x="701421" y="466439"/>
                  </a:lnTo>
                  <a:lnTo>
                    <a:pt x="700754" y="465392"/>
                  </a:lnTo>
                  <a:lnTo>
                    <a:pt x="699802" y="464344"/>
                  </a:lnTo>
                  <a:lnTo>
                    <a:pt x="698659" y="463582"/>
                  </a:lnTo>
                  <a:lnTo>
                    <a:pt x="697421" y="463201"/>
                  </a:lnTo>
                  <a:lnTo>
                    <a:pt x="696659" y="463296"/>
                  </a:lnTo>
                  <a:lnTo>
                    <a:pt x="696278" y="463868"/>
                  </a:lnTo>
                  <a:lnTo>
                    <a:pt x="696087" y="464630"/>
                  </a:lnTo>
                  <a:lnTo>
                    <a:pt x="695611" y="465296"/>
                  </a:lnTo>
                  <a:lnTo>
                    <a:pt x="694849" y="465677"/>
                  </a:lnTo>
                  <a:lnTo>
                    <a:pt x="693992" y="465773"/>
                  </a:lnTo>
                  <a:lnTo>
                    <a:pt x="693420" y="465487"/>
                  </a:lnTo>
                  <a:lnTo>
                    <a:pt x="693611" y="464630"/>
                  </a:lnTo>
                  <a:lnTo>
                    <a:pt x="692753" y="464439"/>
                  </a:lnTo>
                  <a:lnTo>
                    <a:pt x="692372" y="463963"/>
                  </a:lnTo>
                  <a:lnTo>
                    <a:pt x="692563" y="463487"/>
                  </a:lnTo>
                  <a:lnTo>
                    <a:pt x="693325" y="463201"/>
                  </a:lnTo>
                  <a:lnTo>
                    <a:pt x="692563" y="461772"/>
                  </a:lnTo>
                  <a:lnTo>
                    <a:pt x="689515" y="458248"/>
                  </a:lnTo>
                  <a:lnTo>
                    <a:pt x="688753" y="456629"/>
                  </a:lnTo>
                  <a:lnTo>
                    <a:pt x="687705" y="453104"/>
                  </a:lnTo>
                  <a:lnTo>
                    <a:pt x="686657" y="451675"/>
                  </a:lnTo>
                  <a:lnTo>
                    <a:pt x="685419" y="451009"/>
                  </a:lnTo>
                  <a:lnTo>
                    <a:pt x="680180" y="450056"/>
                  </a:lnTo>
                  <a:lnTo>
                    <a:pt x="677704" y="449580"/>
                  </a:lnTo>
                  <a:lnTo>
                    <a:pt x="677323" y="448913"/>
                  </a:lnTo>
                  <a:lnTo>
                    <a:pt x="677228" y="448151"/>
                  </a:lnTo>
                  <a:lnTo>
                    <a:pt x="677037" y="447485"/>
                  </a:lnTo>
                  <a:lnTo>
                    <a:pt x="676370" y="447104"/>
                  </a:lnTo>
                  <a:lnTo>
                    <a:pt x="675513" y="447389"/>
                  </a:lnTo>
                  <a:lnTo>
                    <a:pt x="674465" y="447389"/>
                  </a:lnTo>
                  <a:lnTo>
                    <a:pt x="673418" y="447199"/>
                  </a:lnTo>
                  <a:lnTo>
                    <a:pt x="672560" y="446913"/>
                  </a:lnTo>
                  <a:lnTo>
                    <a:pt x="671608" y="446246"/>
                  </a:lnTo>
                  <a:lnTo>
                    <a:pt x="671322" y="445389"/>
                  </a:lnTo>
                  <a:lnTo>
                    <a:pt x="671227" y="444532"/>
                  </a:lnTo>
                  <a:lnTo>
                    <a:pt x="670846" y="443675"/>
                  </a:lnTo>
                  <a:lnTo>
                    <a:pt x="670084" y="443389"/>
                  </a:lnTo>
                  <a:lnTo>
                    <a:pt x="667893" y="443389"/>
                  </a:lnTo>
                  <a:lnTo>
                    <a:pt x="666940" y="443198"/>
                  </a:lnTo>
                  <a:lnTo>
                    <a:pt x="666083" y="442627"/>
                  </a:lnTo>
                  <a:lnTo>
                    <a:pt x="664083" y="440531"/>
                  </a:lnTo>
                  <a:lnTo>
                    <a:pt x="663226" y="439960"/>
                  </a:lnTo>
                  <a:lnTo>
                    <a:pt x="661607" y="439484"/>
                  </a:lnTo>
                  <a:lnTo>
                    <a:pt x="660654" y="439103"/>
                  </a:lnTo>
                  <a:lnTo>
                    <a:pt x="660082" y="438436"/>
                  </a:lnTo>
                  <a:lnTo>
                    <a:pt x="659035" y="436436"/>
                  </a:lnTo>
                  <a:lnTo>
                    <a:pt x="658368" y="435959"/>
                  </a:lnTo>
                  <a:lnTo>
                    <a:pt x="656368" y="435578"/>
                  </a:lnTo>
                  <a:lnTo>
                    <a:pt x="655511" y="435293"/>
                  </a:lnTo>
                  <a:lnTo>
                    <a:pt x="654558" y="434816"/>
                  </a:lnTo>
                  <a:lnTo>
                    <a:pt x="654177" y="434340"/>
                  </a:lnTo>
                  <a:lnTo>
                    <a:pt x="654177" y="433769"/>
                  </a:lnTo>
                  <a:lnTo>
                    <a:pt x="654272" y="433292"/>
                  </a:lnTo>
                  <a:lnTo>
                    <a:pt x="654082" y="432911"/>
                  </a:lnTo>
                  <a:lnTo>
                    <a:pt x="652939" y="432911"/>
                  </a:lnTo>
                  <a:lnTo>
                    <a:pt x="652082" y="432911"/>
                  </a:lnTo>
                  <a:lnTo>
                    <a:pt x="651034" y="433483"/>
                  </a:lnTo>
                  <a:lnTo>
                    <a:pt x="650557" y="434340"/>
                  </a:lnTo>
                  <a:lnTo>
                    <a:pt x="650367" y="435388"/>
                  </a:lnTo>
                  <a:lnTo>
                    <a:pt x="650843" y="439198"/>
                  </a:lnTo>
                  <a:lnTo>
                    <a:pt x="650557" y="439960"/>
                  </a:lnTo>
                  <a:lnTo>
                    <a:pt x="649510" y="439388"/>
                  </a:lnTo>
                  <a:lnTo>
                    <a:pt x="647319" y="436721"/>
                  </a:lnTo>
                  <a:lnTo>
                    <a:pt x="646367" y="436150"/>
                  </a:lnTo>
                  <a:lnTo>
                    <a:pt x="645319" y="436055"/>
                  </a:lnTo>
                  <a:lnTo>
                    <a:pt x="644271" y="436340"/>
                  </a:lnTo>
                  <a:lnTo>
                    <a:pt x="643223" y="436531"/>
                  </a:lnTo>
                  <a:lnTo>
                    <a:pt x="642176" y="436055"/>
                  </a:lnTo>
                  <a:lnTo>
                    <a:pt x="641604" y="435293"/>
                  </a:lnTo>
                  <a:lnTo>
                    <a:pt x="640175" y="432340"/>
                  </a:lnTo>
                  <a:lnTo>
                    <a:pt x="639794" y="431959"/>
                  </a:lnTo>
                  <a:lnTo>
                    <a:pt x="638842" y="431768"/>
                  </a:lnTo>
                  <a:lnTo>
                    <a:pt x="638461" y="431578"/>
                  </a:lnTo>
                  <a:lnTo>
                    <a:pt x="638080" y="431102"/>
                  </a:lnTo>
                  <a:lnTo>
                    <a:pt x="637508" y="430149"/>
                  </a:lnTo>
                  <a:lnTo>
                    <a:pt x="637223" y="429768"/>
                  </a:lnTo>
                  <a:lnTo>
                    <a:pt x="636365" y="429197"/>
                  </a:lnTo>
                  <a:lnTo>
                    <a:pt x="634460" y="428911"/>
                  </a:lnTo>
                  <a:lnTo>
                    <a:pt x="633413" y="428530"/>
                  </a:lnTo>
                  <a:lnTo>
                    <a:pt x="632651" y="427958"/>
                  </a:lnTo>
                  <a:lnTo>
                    <a:pt x="630936" y="425577"/>
                  </a:lnTo>
                  <a:lnTo>
                    <a:pt x="629222" y="424625"/>
                  </a:lnTo>
                  <a:lnTo>
                    <a:pt x="628745" y="424529"/>
                  </a:lnTo>
                  <a:lnTo>
                    <a:pt x="627793" y="424339"/>
                  </a:lnTo>
                  <a:lnTo>
                    <a:pt x="626840" y="423577"/>
                  </a:lnTo>
                  <a:lnTo>
                    <a:pt x="626555" y="421100"/>
                  </a:lnTo>
                  <a:lnTo>
                    <a:pt x="626555" y="419862"/>
                  </a:lnTo>
                  <a:lnTo>
                    <a:pt x="626745" y="418814"/>
                  </a:lnTo>
                  <a:lnTo>
                    <a:pt x="627126" y="417767"/>
                  </a:lnTo>
                  <a:lnTo>
                    <a:pt x="627793" y="416814"/>
                  </a:lnTo>
                  <a:lnTo>
                    <a:pt x="628650" y="416147"/>
                  </a:lnTo>
                  <a:lnTo>
                    <a:pt x="629507" y="415671"/>
                  </a:lnTo>
                  <a:lnTo>
                    <a:pt x="630269" y="415100"/>
                  </a:lnTo>
                  <a:lnTo>
                    <a:pt x="630746" y="414052"/>
                  </a:lnTo>
                  <a:lnTo>
                    <a:pt x="630746" y="414052"/>
                  </a:lnTo>
                  <a:lnTo>
                    <a:pt x="630555" y="412052"/>
                  </a:lnTo>
                  <a:lnTo>
                    <a:pt x="631031" y="409385"/>
                  </a:lnTo>
                  <a:lnTo>
                    <a:pt x="632079" y="407099"/>
                  </a:lnTo>
                  <a:lnTo>
                    <a:pt x="633698" y="406337"/>
                  </a:lnTo>
                  <a:lnTo>
                    <a:pt x="634556" y="406432"/>
                  </a:lnTo>
                  <a:lnTo>
                    <a:pt x="635699" y="406432"/>
                  </a:lnTo>
                  <a:lnTo>
                    <a:pt x="636746" y="406146"/>
                  </a:lnTo>
                  <a:lnTo>
                    <a:pt x="637413" y="405384"/>
                  </a:lnTo>
                  <a:lnTo>
                    <a:pt x="637318" y="404432"/>
                  </a:lnTo>
                  <a:lnTo>
                    <a:pt x="636461" y="401955"/>
                  </a:lnTo>
                  <a:lnTo>
                    <a:pt x="636746" y="401098"/>
                  </a:lnTo>
                  <a:lnTo>
                    <a:pt x="637699" y="401003"/>
                  </a:lnTo>
                  <a:lnTo>
                    <a:pt x="638365" y="401479"/>
                  </a:lnTo>
                  <a:lnTo>
                    <a:pt x="638842" y="401574"/>
                  </a:lnTo>
                  <a:lnTo>
                    <a:pt x="639890" y="397669"/>
                  </a:lnTo>
                  <a:lnTo>
                    <a:pt x="640080" y="396240"/>
                  </a:lnTo>
                  <a:lnTo>
                    <a:pt x="639985" y="395097"/>
                  </a:lnTo>
                  <a:lnTo>
                    <a:pt x="639604" y="394716"/>
                  </a:lnTo>
                  <a:lnTo>
                    <a:pt x="639128" y="394716"/>
                  </a:lnTo>
                  <a:lnTo>
                    <a:pt x="638651" y="394621"/>
                  </a:lnTo>
                  <a:lnTo>
                    <a:pt x="638365" y="393954"/>
                  </a:lnTo>
                  <a:lnTo>
                    <a:pt x="637985" y="391478"/>
                  </a:lnTo>
                  <a:lnTo>
                    <a:pt x="636842" y="389477"/>
                  </a:lnTo>
                  <a:lnTo>
                    <a:pt x="636461" y="388430"/>
                  </a:lnTo>
                  <a:lnTo>
                    <a:pt x="636651" y="387382"/>
                  </a:lnTo>
                  <a:lnTo>
                    <a:pt x="637223" y="387001"/>
                  </a:lnTo>
                  <a:lnTo>
                    <a:pt x="638747" y="386525"/>
                  </a:lnTo>
                  <a:lnTo>
                    <a:pt x="639032" y="385953"/>
                  </a:lnTo>
                  <a:lnTo>
                    <a:pt x="639223" y="385191"/>
                  </a:lnTo>
                  <a:lnTo>
                    <a:pt x="639604" y="384810"/>
                  </a:lnTo>
                  <a:lnTo>
                    <a:pt x="640080" y="384429"/>
                  </a:lnTo>
                  <a:lnTo>
                    <a:pt x="640556" y="383762"/>
                  </a:lnTo>
                  <a:lnTo>
                    <a:pt x="640556" y="383762"/>
                  </a:lnTo>
                  <a:lnTo>
                    <a:pt x="641604" y="383000"/>
                  </a:lnTo>
                  <a:lnTo>
                    <a:pt x="642080" y="382524"/>
                  </a:lnTo>
                  <a:lnTo>
                    <a:pt x="642461" y="381953"/>
                  </a:lnTo>
                  <a:lnTo>
                    <a:pt x="642461" y="381667"/>
                  </a:lnTo>
                  <a:lnTo>
                    <a:pt x="642366" y="381286"/>
                  </a:lnTo>
                  <a:lnTo>
                    <a:pt x="642271" y="380905"/>
                  </a:lnTo>
                  <a:lnTo>
                    <a:pt x="642461" y="380524"/>
                  </a:lnTo>
                  <a:lnTo>
                    <a:pt x="642747" y="380333"/>
                  </a:lnTo>
                  <a:lnTo>
                    <a:pt x="643414" y="379952"/>
                  </a:lnTo>
                  <a:lnTo>
                    <a:pt x="643700" y="379762"/>
                  </a:lnTo>
                  <a:lnTo>
                    <a:pt x="644843" y="378428"/>
                  </a:lnTo>
                  <a:lnTo>
                    <a:pt x="645509" y="377190"/>
                  </a:lnTo>
                  <a:lnTo>
                    <a:pt x="645605" y="375857"/>
                  </a:lnTo>
                  <a:lnTo>
                    <a:pt x="645128" y="374237"/>
                  </a:lnTo>
                  <a:lnTo>
                    <a:pt x="644366" y="372618"/>
                  </a:lnTo>
                  <a:lnTo>
                    <a:pt x="643890" y="371094"/>
                  </a:lnTo>
                  <a:lnTo>
                    <a:pt x="643890" y="369570"/>
                  </a:lnTo>
                  <a:lnTo>
                    <a:pt x="644652" y="367856"/>
                  </a:lnTo>
                  <a:lnTo>
                    <a:pt x="645986" y="366713"/>
                  </a:lnTo>
                  <a:lnTo>
                    <a:pt x="649129" y="365855"/>
                  </a:lnTo>
                  <a:lnTo>
                    <a:pt x="650272" y="364903"/>
                  </a:lnTo>
                  <a:lnTo>
                    <a:pt x="652939" y="361474"/>
                  </a:lnTo>
                  <a:lnTo>
                    <a:pt x="654082" y="359569"/>
                  </a:lnTo>
                  <a:lnTo>
                    <a:pt x="654749" y="357378"/>
                  </a:lnTo>
                  <a:lnTo>
                    <a:pt x="655225" y="356330"/>
                  </a:lnTo>
                  <a:lnTo>
                    <a:pt x="655987" y="355854"/>
                  </a:lnTo>
                  <a:lnTo>
                    <a:pt x="657892" y="355568"/>
                  </a:lnTo>
                  <a:lnTo>
                    <a:pt x="658940" y="355283"/>
                  </a:lnTo>
                  <a:lnTo>
                    <a:pt x="659606" y="354806"/>
                  </a:lnTo>
                  <a:lnTo>
                    <a:pt x="660940" y="353473"/>
                  </a:lnTo>
                  <a:lnTo>
                    <a:pt x="662845" y="352139"/>
                  </a:lnTo>
                  <a:lnTo>
                    <a:pt x="663321" y="351568"/>
                  </a:lnTo>
                  <a:lnTo>
                    <a:pt x="664940" y="348996"/>
                  </a:lnTo>
                  <a:lnTo>
                    <a:pt x="665702" y="348234"/>
                  </a:lnTo>
                  <a:lnTo>
                    <a:pt x="668846" y="345853"/>
                  </a:lnTo>
                  <a:lnTo>
                    <a:pt x="669893" y="344234"/>
                  </a:lnTo>
                  <a:lnTo>
                    <a:pt x="669227" y="342614"/>
                  </a:lnTo>
                  <a:lnTo>
                    <a:pt x="669989" y="341852"/>
                  </a:lnTo>
                  <a:lnTo>
                    <a:pt x="670941" y="340709"/>
                  </a:lnTo>
                  <a:lnTo>
                    <a:pt x="671798" y="340043"/>
                  </a:lnTo>
                  <a:lnTo>
                    <a:pt x="672275" y="340805"/>
                  </a:lnTo>
                  <a:lnTo>
                    <a:pt x="672751" y="341852"/>
                  </a:lnTo>
                  <a:lnTo>
                    <a:pt x="673703" y="342043"/>
                  </a:lnTo>
                  <a:lnTo>
                    <a:pt x="677228" y="340805"/>
                  </a:lnTo>
                  <a:lnTo>
                    <a:pt x="677609" y="340805"/>
                  </a:lnTo>
                  <a:lnTo>
                    <a:pt x="677990" y="339852"/>
                  </a:lnTo>
                  <a:lnTo>
                    <a:pt x="677609" y="338995"/>
                  </a:lnTo>
                  <a:lnTo>
                    <a:pt x="676561" y="337280"/>
                  </a:lnTo>
                  <a:lnTo>
                    <a:pt x="674846" y="336328"/>
                  </a:lnTo>
                  <a:lnTo>
                    <a:pt x="670846" y="335185"/>
                  </a:lnTo>
                  <a:lnTo>
                    <a:pt x="666369" y="333185"/>
                  </a:lnTo>
                  <a:lnTo>
                    <a:pt x="665607" y="332518"/>
                  </a:lnTo>
                  <a:lnTo>
                    <a:pt x="664940" y="331661"/>
                  </a:lnTo>
                  <a:lnTo>
                    <a:pt x="663893" y="329660"/>
                  </a:lnTo>
                  <a:lnTo>
                    <a:pt x="663226" y="328803"/>
                  </a:lnTo>
                  <a:lnTo>
                    <a:pt x="661702" y="327565"/>
                  </a:lnTo>
                  <a:lnTo>
                    <a:pt x="656558" y="324612"/>
                  </a:lnTo>
                  <a:lnTo>
                    <a:pt x="655415" y="324231"/>
                  </a:lnTo>
                  <a:lnTo>
                    <a:pt x="654653" y="324326"/>
                  </a:lnTo>
                  <a:lnTo>
                    <a:pt x="653891" y="324612"/>
                  </a:lnTo>
                  <a:lnTo>
                    <a:pt x="652844" y="324803"/>
                  </a:lnTo>
                  <a:lnTo>
                    <a:pt x="651986" y="324612"/>
                  </a:lnTo>
                  <a:lnTo>
                    <a:pt x="650272" y="323469"/>
                  </a:lnTo>
                  <a:lnTo>
                    <a:pt x="647605" y="322421"/>
                  </a:lnTo>
                  <a:lnTo>
                    <a:pt x="642366" y="319469"/>
                  </a:lnTo>
                  <a:lnTo>
                    <a:pt x="638556" y="318325"/>
                  </a:lnTo>
                  <a:lnTo>
                    <a:pt x="636651" y="318230"/>
                  </a:lnTo>
                  <a:lnTo>
                    <a:pt x="634746" y="318707"/>
                  </a:lnTo>
                  <a:lnTo>
                    <a:pt x="635222" y="317659"/>
                  </a:lnTo>
                  <a:lnTo>
                    <a:pt x="635699" y="316802"/>
                  </a:lnTo>
                  <a:lnTo>
                    <a:pt x="635984" y="315849"/>
                  </a:lnTo>
                  <a:lnTo>
                    <a:pt x="635794" y="314706"/>
                  </a:lnTo>
                  <a:lnTo>
                    <a:pt x="635318" y="313944"/>
                  </a:lnTo>
                  <a:lnTo>
                    <a:pt x="634651" y="313182"/>
                  </a:lnTo>
                  <a:lnTo>
                    <a:pt x="634079" y="312420"/>
                  </a:lnTo>
                  <a:lnTo>
                    <a:pt x="634079" y="311658"/>
                  </a:lnTo>
                  <a:lnTo>
                    <a:pt x="634365" y="311372"/>
                  </a:lnTo>
                  <a:lnTo>
                    <a:pt x="634841" y="311277"/>
                  </a:lnTo>
                  <a:lnTo>
                    <a:pt x="635318" y="311277"/>
                  </a:lnTo>
                  <a:lnTo>
                    <a:pt x="635699" y="311182"/>
                  </a:lnTo>
                  <a:lnTo>
                    <a:pt x="636080" y="310896"/>
                  </a:lnTo>
                  <a:lnTo>
                    <a:pt x="637318" y="308515"/>
                  </a:lnTo>
                  <a:lnTo>
                    <a:pt x="636937" y="307943"/>
                  </a:lnTo>
                  <a:lnTo>
                    <a:pt x="635413" y="307086"/>
                  </a:lnTo>
                  <a:lnTo>
                    <a:pt x="633984" y="304800"/>
                  </a:lnTo>
                  <a:lnTo>
                    <a:pt x="633317" y="304324"/>
                  </a:lnTo>
                  <a:lnTo>
                    <a:pt x="632460" y="304324"/>
                  </a:lnTo>
                  <a:lnTo>
                    <a:pt x="630841" y="305276"/>
                  </a:lnTo>
                  <a:lnTo>
                    <a:pt x="629984" y="305467"/>
                  </a:lnTo>
                  <a:lnTo>
                    <a:pt x="628460" y="304800"/>
                  </a:lnTo>
                  <a:lnTo>
                    <a:pt x="627507" y="303467"/>
                  </a:lnTo>
                  <a:lnTo>
                    <a:pt x="626650" y="302038"/>
                  </a:lnTo>
                  <a:lnTo>
                    <a:pt x="625411" y="300990"/>
                  </a:lnTo>
                  <a:lnTo>
                    <a:pt x="621697" y="299466"/>
                  </a:lnTo>
                  <a:lnTo>
                    <a:pt x="620840" y="298895"/>
                  </a:lnTo>
                  <a:lnTo>
                    <a:pt x="620554" y="298704"/>
                  </a:lnTo>
                  <a:lnTo>
                    <a:pt x="619982" y="298323"/>
                  </a:lnTo>
                  <a:lnTo>
                    <a:pt x="618744" y="296894"/>
                  </a:lnTo>
                  <a:lnTo>
                    <a:pt x="617792" y="295180"/>
                  </a:lnTo>
                  <a:lnTo>
                    <a:pt x="617125" y="294418"/>
                  </a:lnTo>
                  <a:lnTo>
                    <a:pt x="616268" y="293942"/>
                  </a:lnTo>
                  <a:lnTo>
                    <a:pt x="612457" y="292989"/>
                  </a:lnTo>
                  <a:lnTo>
                    <a:pt x="611315" y="292894"/>
                  </a:lnTo>
                  <a:lnTo>
                    <a:pt x="608648" y="293656"/>
                  </a:lnTo>
                  <a:lnTo>
                    <a:pt x="606552" y="293751"/>
                  </a:lnTo>
                  <a:lnTo>
                    <a:pt x="605600" y="293942"/>
                  </a:lnTo>
                  <a:lnTo>
                    <a:pt x="603409" y="295275"/>
                  </a:lnTo>
                  <a:lnTo>
                    <a:pt x="602837" y="295370"/>
                  </a:lnTo>
                  <a:lnTo>
                    <a:pt x="602171" y="295085"/>
                  </a:lnTo>
                  <a:lnTo>
                    <a:pt x="601028" y="294799"/>
                  </a:lnTo>
                  <a:lnTo>
                    <a:pt x="600265" y="294418"/>
                  </a:lnTo>
                  <a:lnTo>
                    <a:pt x="599408" y="293656"/>
                  </a:lnTo>
                  <a:lnTo>
                    <a:pt x="598646" y="292703"/>
                  </a:lnTo>
                  <a:lnTo>
                    <a:pt x="598170" y="291846"/>
                  </a:lnTo>
                  <a:lnTo>
                    <a:pt x="598075" y="291465"/>
                  </a:lnTo>
                  <a:lnTo>
                    <a:pt x="597980" y="291179"/>
                  </a:lnTo>
                  <a:lnTo>
                    <a:pt x="597789" y="290894"/>
                  </a:lnTo>
                  <a:lnTo>
                    <a:pt x="597599" y="290608"/>
                  </a:lnTo>
                  <a:lnTo>
                    <a:pt x="596836" y="290132"/>
                  </a:lnTo>
                  <a:lnTo>
                    <a:pt x="596075" y="289941"/>
                  </a:lnTo>
                  <a:lnTo>
                    <a:pt x="595217" y="289941"/>
                  </a:lnTo>
                  <a:lnTo>
                    <a:pt x="594360" y="290132"/>
                  </a:lnTo>
                  <a:lnTo>
                    <a:pt x="593693" y="289941"/>
                  </a:lnTo>
                  <a:lnTo>
                    <a:pt x="593312" y="289179"/>
                  </a:lnTo>
                  <a:lnTo>
                    <a:pt x="592931" y="287179"/>
                  </a:lnTo>
                  <a:lnTo>
                    <a:pt x="592646" y="286607"/>
                  </a:lnTo>
                  <a:lnTo>
                    <a:pt x="592074" y="285655"/>
                  </a:lnTo>
                  <a:lnTo>
                    <a:pt x="590836" y="284988"/>
                  </a:lnTo>
                  <a:lnTo>
                    <a:pt x="589407" y="284607"/>
                  </a:lnTo>
                  <a:lnTo>
                    <a:pt x="588074" y="283845"/>
                  </a:lnTo>
                  <a:lnTo>
                    <a:pt x="587407" y="282988"/>
                  </a:lnTo>
                  <a:lnTo>
                    <a:pt x="587026" y="282035"/>
                  </a:lnTo>
                  <a:lnTo>
                    <a:pt x="586835" y="280988"/>
                  </a:lnTo>
                  <a:lnTo>
                    <a:pt x="586835" y="279845"/>
                  </a:lnTo>
                  <a:lnTo>
                    <a:pt x="586550" y="278511"/>
                  </a:lnTo>
                  <a:lnTo>
                    <a:pt x="585788" y="278035"/>
                  </a:lnTo>
                  <a:lnTo>
                    <a:pt x="584930" y="277844"/>
                  </a:lnTo>
                  <a:lnTo>
                    <a:pt x="584168" y="277178"/>
                  </a:lnTo>
                  <a:lnTo>
                    <a:pt x="583978" y="276606"/>
                  </a:lnTo>
                  <a:lnTo>
                    <a:pt x="584073" y="276035"/>
                  </a:lnTo>
                  <a:lnTo>
                    <a:pt x="584168" y="275558"/>
                  </a:lnTo>
                  <a:lnTo>
                    <a:pt x="584168" y="274987"/>
                  </a:lnTo>
                  <a:lnTo>
                    <a:pt x="583882" y="274511"/>
                  </a:lnTo>
                  <a:lnTo>
                    <a:pt x="583025" y="273844"/>
                  </a:lnTo>
                  <a:lnTo>
                    <a:pt x="582835" y="273368"/>
                  </a:lnTo>
                  <a:lnTo>
                    <a:pt x="582835" y="272701"/>
                  </a:lnTo>
                  <a:lnTo>
                    <a:pt x="583025" y="272129"/>
                  </a:lnTo>
                  <a:lnTo>
                    <a:pt x="583025" y="271558"/>
                  </a:lnTo>
                  <a:lnTo>
                    <a:pt x="582740" y="270891"/>
                  </a:lnTo>
                  <a:lnTo>
                    <a:pt x="582359" y="270605"/>
                  </a:lnTo>
                  <a:lnTo>
                    <a:pt x="581406" y="270510"/>
                  </a:lnTo>
                  <a:lnTo>
                    <a:pt x="581025" y="270320"/>
                  </a:lnTo>
                  <a:lnTo>
                    <a:pt x="580453" y="269367"/>
                  </a:lnTo>
                  <a:lnTo>
                    <a:pt x="580263" y="268415"/>
                  </a:lnTo>
                  <a:lnTo>
                    <a:pt x="579977" y="267557"/>
                  </a:lnTo>
                  <a:lnTo>
                    <a:pt x="578168" y="266510"/>
                  </a:lnTo>
                  <a:lnTo>
                    <a:pt x="576739" y="265176"/>
                  </a:lnTo>
                  <a:lnTo>
                    <a:pt x="575977" y="264795"/>
                  </a:lnTo>
                  <a:lnTo>
                    <a:pt x="573405" y="265271"/>
                  </a:lnTo>
                  <a:lnTo>
                    <a:pt x="572357" y="267653"/>
                  </a:lnTo>
                  <a:lnTo>
                    <a:pt x="571976" y="270320"/>
                  </a:lnTo>
                  <a:lnTo>
                    <a:pt x="571310" y="271748"/>
                  </a:lnTo>
                  <a:lnTo>
                    <a:pt x="570452" y="271463"/>
                  </a:lnTo>
                  <a:lnTo>
                    <a:pt x="569119" y="270129"/>
                  </a:lnTo>
                  <a:lnTo>
                    <a:pt x="568261" y="269653"/>
                  </a:lnTo>
                  <a:lnTo>
                    <a:pt x="567404" y="271558"/>
                  </a:lnTo>
                  <a:lnTo>
                    <a:pt x="566833" y="272415"/>
                  </a:lnTo>
                  <a:lnTo>
                    <a:pt x="566261" y="272987"/>
                  </a:lnTo>
                  <a:lnTo>
                    <a:pt x="566166" y="273082"/>
                  </a:lnTo>
                  <a:lnTo>
                    <a:pt x="565309" y="273463"/>
                  </a:lnTo>
                  <a:lnTo>
                    <a:pt x="564642" y="273463"/>
                  </a:lnTo>
                  <a:lnTo>
                    <a:pt x="563213" y="273272"/>
                  </a:lnTo>
                  <a:lnTo>
                    <a:pt x="561880" y="273653"/>
                  </a:lnTo>
                  <a:lnTo>
                    <a:pt x="561308" y="273653"/>
                  </a:lnTo>
                  <a:lnTo>
                    <a:pt x="559689" y="272796"/>
                  </a:lnTo>
                  <a:lnTo>
                    <a:pt x="559308" y="272415"/>
                  </a:lnTo>
                  <a:lnTo>
                    <a:pt x="559118" y="271844"/>
                  </a:lnTo>
                  <a:lnTo>
                    <a:pt x="559022" y="270796"/>
                  </a:lnTo>
                  <a:lnTo>
                    <a:pt x="559403" y="268415"/>
                  </a:lnTo>
                  <a:lnTo>
                    <a:pt x="560165" y="266033"/>
                  </a:lnTo>
                  <a:lnTo>
                    <a:pt x="560261" y="264033"/>
                  </a:lnTo>
                  <a:lnTo>
                    <a:pt x="558736" y="262604"/>
                  </a:lnTo>
                  <a:lnTo>
                    <a:pt x="556736" y="261366"/>
                  </a:lnTo>
                  <a:lnTo>
                    <a:pt x="556927" y="260033"/>
                  </a:lnTo>
                  <a:lnTo>
                    <a:pt x="562070" y="255842"/>
                  </a:lnTo>
                  <a:lnTo>
                    <a:pt x="562928" y="254889"/>
                  </a:lnTo>
                  <a:lnTo>
                    <a:pt x="563213" y="254127"/>
                  </a:lnTo>
                  <a:lnTo>
                    <a:pt x="561975" y="252508"/>
                  </a:lnTo>
                  <a:lnTo>
                    <a:pt x="559975" y="250508"/>
                  </a:lnTo>
                  <a:lnTo>
                    <a:pt x="559022" y="250508"/>
                  </a:lnTo>
                  <a:lnTo>
                    <a:pt x="558546" y="250412"/>
                  </a:lnTo>
                  <a:lnTo>
                    <a:pt x="558165" y="250127"/>
                  </a:lnTo>
                  <a:lnTo>
                    <a:pt x="557879" y="249650"/>
                  </a:lnTo>
                  <a:lnTo>
                    <a:pt x="557498" y="248603"/>
                  </a:lnTo>
                  <a:lnTo>
                    <a:pt x="556832" y="247841"/>
                  </a:lnTo>
                  <a:lnTo>
                    <a:pt x="556546" y="247364"/>
                  </a:lnTo>
                  <a:lnTo>
                    <a:pt x="556546" y="246793"/>
                  </a:lnTo>
                  <a:lnTo>
                    <a:pt x="556641" y="246221"/>
                  </a:lnTo>
                  <a:lnTo>
                    <a:pt x="556641" y="245650"/>
                  </a:lnTo>
                  <a:lnTo>
                    <a:pt x="555307" y="244221"/>
                  </a:lnTo>
                  <a:lnTo>
                    <a:pt x="555498" y="243173"/>
                  </a:lnTo>
                  <a:lnTo>
                    <a:pt x="556832" y="240983"/>
                  </a:lnTo>
                  <a:lnTo>
                    <a:pt x="557213" y="239840"/>
                  </a:lnTo>
                  <a:lnTo>
                    <a:pt x="557594" y="237268"/>
                  </a:lnTo>
                  <a:lnTo>
                    <a:pt x="557879" y="236029"/>
                  </a:lnTo>
                  <a:lnTo>
                    <a:pt x="559022" y="233363"/>
                  </a:lnTo>
                  <a:lnTo>
                    <a:pt x="559118" y="232220"/>
                  </a:lnTo>
                  <a:lnTo>
                    <a:pt x="558546" y="230981"/>
                  </a:lnTo>
                  <a:lnTo>
                    <a:pt x="557975" y="230410"/>
                  </a:lnTo>
                  <a:lnTo>
                    <a:pt x="555689" y="229076"/>
                  </a:lnTo>
                  <a:lnTo>
                    <a:pt x="554165" y="227838"/>
                  </a:lnTo>
                  <a:lnTo>
                    <a:pt x="549021" y="220790"/>
                  </a:lnTo>
                  <a:lnTo>
                    <a:pt x="548164" y="218885"/>
                  </a:lnTo>
                  <a:lnTo>
                    <a:pt x="547021" y="217265"/>
                  </a:lnTo>
                  <a:lnTo>
                    <a:pt x="545116" y="216218"/>
                  </a:lnTo>
                  <a:lnTo>
                    <a:pt x="544735" y="216122"/>
                  </a:lnTo>
                  <a:lnTo>
                    <a:pt x="544163" y="215932"/>
                  </a:lnTo>
                  <a:lnTo>
                    <a:pt x="544068" y="215170"/>
                  </a:lnTo>
                  <a:lnTo>
                    <a:pt x="544354" y="214027"/>
                  </a:lnTo>
                  <a:lnTo>
                    <a:pt x="544449" y="212693"/>
                  </a:lnTo>
                  <a:lnTo>
                    <a:pt x="543211" y="206978"/>
                  </a:lnTo>
                  <a:lnTo>
                    <a:pt x="543020" y="206693"/>
                  </a:lnTo>
                  <a:lnTo>
                    <a:pt x="542925" y="206312"/>
                  </a:lnTo>
                  <a:lnTo>
                    <a:pt x="543020" y="205550"/>
                  </a:lnTo>
                  <a:lnTo>
                    <a:pt x="543306" y="204978"/>
                  </a:lnTo>
                  <a:lnTo>
                    <a:pt x="543687" y="204597"/>
                  </a:lnTo>
                  <a:lnTo>
                    <a:pt x="543878" y="204216"/>
                  </a:lnTo>
                  <a:lnTo>
                    <a:pt x="543687" y="203549"/>
                  </a:lnTo>
                  <a:lnTo>
                    <a:pt x="541592" y="200406"/>
                  </a:lnTo>
                  <a:lnTo>
                    <a:pt x="540068" y="197168"/>
                  </a:lnTo>
                  <a:lnTo>
                    <a:pt x="540258" y="195929"/>
                  </a:lnTo>
                  <a:lnTo>
                    <a:pt x="541496" y="195263"/>
                  </a:lnTo>
                  <a:lnTo>
                    <a:pt x="543592" y="194786"/>
                  </a:lnTo>
                  <a:lnTo>
                    <a:pt x="551117" y="194596"/>
                  </a:lnTo>
                  <a:lnTo>
                    <a:pt x="553212" y="194120"/>
                  </a:lnTo>
                  <a:lnTo>
                    <a:pt x="554165" y="193643"/>
                  </a:lnTo>
                  <a:lnTo>
                    <a:pt x="555117" y="192786"/>
                  </a:lnTo>
                  <a:lnTo>
                    <a:pt x="556641" y="190881"/>
                  </a:lnTo>
                  <a:lnTo>
                    <a:pt x="557594" y="190405"/>
                  </a:lnTo>
                  <a:lnTo>
                    <a:pt x="558832" y="190881"/>
                  </a:lnTo>
                  <a:lnTo>
                    <a:pt x="559594" y="191929"/>
                  </a:lnTo>
                  <a:lnTo>
                    <a:pt x="559499" y="192977"/>
                  </a:lnTo>
                  <a:lnTo>
                    <a:pt x="559022" y="194024"/>
                  </a:lnTo>
                  <a:lnTo>
                    <a:pt x="558736" y="195167"/>
                  </a:lnTo>
                  <a:lnTo>
                    <a:pt x="558832" y="196120"/>
                  </a:lnTo>
                  <a:lnTo>
                    <a:pt x="559784" y="199358"/>
                  </a:lnTo>
                  <a:lnTo>
                    <a:pt x="560642" y="201359"/>
                  </a:lnTo>
                  <a:lnTo>
                    <a:pt x="565118" y="205169"/>
                  </a:lnTo>
                  <a:lnTo>
                    <a:pt x="566452" y="206693"/>
                  </a:lnTo>
                  <a:lnTo>
                    <a:pt x="567976" y="208026"/>
                  </a:lnTo>
                  <a:lnTo>
                    <a:pt x="569690" y="208502"/>
                  </a:lnTo>
                  <a:lnTo>
                    <a:pt x="571405" y="207550"/>
                  </a:lnTo>
                  <a:lnTo>
                    <a:pt x="572167" y="207359"/>
                  </a:lnTo>
                  <a:lnTo>
                    <a:pt x="573500" y="206788"/>
                  </a:lnTo>
                  <a:lnTo>
                    <a:pt x="574167" y="206597"/>
                  </a:lnTo>
                  <a:lnTo>
                    <a:pt x="574739" y="206693"/>
                  </a:lnTo>
                  <a:lnTo>
                    <a:pt x="576167" y="207074"/>
                  </a:lnTo>
                  <a:lnTo>
                    <a:pt x="576644" y="207074"/>
                  </a:lnTo>
                  <a:lnTo>
                    <a:pt x="577501" y="205835"/>
                  </a:lnTo>
                  <a:lnTo>
                    <a:pt x="578072" y="202121"/>
                  </a:lnTo>
                  <a:lnTo>
                    <a:pt x="578644" y="200692"/>
                  </a:lnTo>
                  <a:lnTo>
                    <a:pt x="579692" y="199835"/>
                  </a:lnTo>
                  <a:lnTo>
                    <a:pt x="581215" y="199168"/>
                  </a:lnTo>
                  <a:lnTo>
                    <a:pt x="582740" y="198692"/>
                  </a:lnTo>
                  <a:lnTo>
                    <a:pt x="583978" y="198501"/>
                  </a:lnTo>
                  <a:lnTo>
                    <a:pt x="585026" y="198692"/>
                  </a:lnTo>
                  <a:lnTo>
                    <a:pt x="586073" y="199263"/>
                  </a:lnTo>
                  <a:lnTo>
                    <a:pt x="587121" y="199644"/>
                  </a:lnTo>
                  <a:lnTo>
                    <a:pt x="588074" y="199358"/>
                  </a:lnTo>
                  <a:lnTo>
                    <a:pt x="590264" y="196787"/>
                  </a:lnTo>
                  <a:lnTo>
                    <a:pt x="595408" y="192596"/>
                  </a:lnTo>
                  <a:lnTo>
                    <a:pt x="597599" y="189929"/>
                  </a:lnTo>
                  <a:lnTo>
                    <a:pt x="598646" y="187928"/>
                  </a:lnTo>
                  <a:lnTo>
                    <a:pt x="599123" y="185738"/>
                  </a:lnTo>
                  <a:lnTo>
                    <a:pt x="598837" y="183737"/>
                  </a:lnTo>
                  <a:lnTo>
                    <a:pt x="597599" y="182309"/>
                  </a:lnTo>
                  <a:lnTo>
                    <a:pt x="596170" y="180689"/>
                  </a:lnTo>
                  <a:lnTo>
                    <a:pt x="595598" y="178879"/>
                  </a:lnTo>
                  <a:lnTo>
                    <a:pt x="595217" y="176975"/>
                  </a:lnTo>
                  <a:lnTo>
                    <a:pt x="594170" y="175070"/>
                  </a:lnTo>
                  <a:lnTo>
                    <a:pt x="591122" y="172307"/>
                  </a:lnTo>
                  <a:lnTo>
                    <a:pt x="590074" y="170688"/>
                  </a:lnTo>
                  <a:lnTo>
                    <a:pt x="590074" y="168307"/>
                  </a:lnTo>
                  <a:lnTo>
                    <a:pt x="590360" y="167164"/>
                  </a:lnTo>
                  <a:lnTo>
                    <a:pt x="590550" y="163830"/>
                  </a:lnTo>
                  <a:lnTo>
                    <a:pt x="590931" y="162687"/>
                  </a:lnTo>
                  <a:lnTo>
                    <a:pt x="592074" y="160973"/>
                  </a:lnTo>
                  <a:lnTo>
                    <a:pt x="592550" y="160020"/>
                  </a:lnTo>
                  <a:lnTo>
                    <a:pt x="592360" y="157734"/>
                  </a:lnTo>
                  <a:lnTo>
                    <a:pt x="590550" y="156782"/>
                  </a:lnTo>
                  <a:lnTo>
                    <a:pt x="586359" y="156591"/>
                  </a:lnTo>
                  <a:lnTo>
                    <a:pt x="584549" y="155924"/>
                  </a:lnTo>
                  <a:lnTo>
                    <a:pt x="580549" y="153734"/>
                  </a:lnTo>
                  <a:lnTo>
                    <a:pt x="578930" y="153638"/>
                  </a:lnTo>
                  <a:lnTo>
                    <a:pt x="577120" y="154496"/>
                  </a:lnTo>
                  <a:lnTo>
                    <a:pt x="576644" y="154115"/>
                  </a:lnTo>
                  <a:lnTo>
                    <a:pt x="576548" y="152686"/>
                  </a:lnTo>
                  <a:lnTo>
                    <a:pt x="576358" y="151543"/>
                  </a:lnTo>
                  <a:lnTo>
                    <a:pt x="575691" y="150686"/>
                  </a:lnTo>
                  <a:lnTo>
                    <a:pt x="574834" y="150114"/>
                  </a:lnTo>
                  <a:lnTo>
                    <a:pt x="573881" y="149733"/>
                  </a:lnTo>
                  <a:lnTo>
                    <a:pt x="571976" y="149162"/>
                  </a:lnTo>
                  <a:lnTo>
                    <a:pt x="571119" y="148685"/>
                  </a:lnTo>
                  <a:lnTo>
                    <a:pt x="568166" y="143828"/>
                  </a:lnTo>
                  <a:lnTo>
                    <a:pt x="568071" y="143732"/>
                  </a:lnTo>
                  <a:lnTo>
                    <a:pt x="563213" y="139160"/>
                  </a:lnTo>
                  <a:lnTo>
                    <a:pt x="561975" y="137065"/>
                  </a:lnTo>
                  <a:lnTo>
                    <a:pt x="560927" y="133350"/>
                  </a:lnTo>
                  <a:lnTo>
                    <a:pt x="561594" y="121349"/>
                  </a:lnTo>
                  <a:lnTo>
                    <a:pt x="561213" y="117253"/>
                  </a:lnTo>
                  <a:lnTo>
                    <a:pt x="560356" y="113252"/>
                  </a:lnTo>
                  <a:lnTo>
                    <a:pt x="557784" y="105537"/>
                  </a:lnTo>
                  <a:lnTo>
                    <a:pt x="558260" y="100203"/>
                  </a:lnTo>
                  <a:lnTo>
                    <a:pt x="562261" y="97441"/>
                  </a:lnTo>
                  <a:lnTo>
                    <a:pt x="567404" y="95250"/>
                  </a:lnTo>
                  <a:lnTo>
                    <a:pt x="571214" y="91535"/>
                  </a:lnTo>
                  <a:lnTo>
                    <a:pt x="571690" y="90107"/>
                  </a:lnTo>
                  <a:lnTo>
                    <a:pt x="571881" y="88678"/>
                  </a:lnTo>
                  <a:lnTo>
                    <a:pt x="571690" y="87249"/>
                  </a:lnTo>
                  <a:lnTo>
                    <a:pt x="571214" y="85820"/>
                  </a:lnTo>
                  <a:lnTo>
                    <a:pt x="570167" y="83820"/>
                  </a:lnTo>
                  <a:lnTo>
                    <a:pt x="569881" y="83249"/>
                  </a:lnTo>
                  <a:lnTo>
                    <a:pt x="568357" y="81820"/>
                  </a:lnTo>
                  <a:lnTo>
                    <a:pt x="566452" y="80963"/>
                  </a:lnTo>
                  <a:lnTo>
                    <a:pt x="563975" y="80296"/>
                  </a:lnTo>
                  <a:lnTo>
                    <a:pt x="561975" y="79153"/>
                  </a:lnTo>
                  <a:lnTo>
                    <a:pt x="559308" y="75533"/>
                  </a:lnTo>
                  <a:lnTo>
                    <a:pt x="554736" y="72009"/>
                  </a:lnTo>
                  <a:lnTo>
                    <a:pt x="551688" y="70771"/>
                  </a:lnTo>
                  <a:lnTo>
                    <a:pt x="539686" y="68675"/>
                  </a:lnTo>
                  <a:lnTo>
                    <a:pt x="537401" y="67628"/>
                  </a:lnTo>
                  <a:lnTo>
                    <a:pt x="535305" y="65723"/>
                  </a:lnTo>
                  <a:lnTo>
                    <a:pt x="534067" y="63532"/>
                  </a:lnTo>
                  <a:lnTo>
                    <a:pt x="530828" y="51435"/>
                  </a:lnTo>
                  <a:lnTo>
                    <a:pt x="530352" y="50292"/>
                  </a:lnTo>
                  <a:lnTo>
                    <a:pt x="528257" y="47530"/>
                  </a:lnTo>
                  <a:lnTo>
                    <a:pt x="527495" y="45339"/>
                  </a:lnTo>
                  <a:lnTo>
                    <a:pt x="527018" y="40481"/>
                  </a:lnTo>
                  <a:lnTo>
                    <a:pt x="526542" y="38100"/>
                  </a:lnTo>
                  <a:lnTo>
                    <a:pt x="521589" y="29242"/>
                  </a:lnTo>
                  <a:lnTo>
                    <a:pt x="519779" y="24479"/>
                  </a:lnTo>
                  <a:lnTo>
                    <a:pt x="520256" y="19431"/>
                  </a:lnTo>
                  <a:lnTo>
                    <a:pt x="521780" y="16193"/>
                  </a:lnTo>
                  <a:lnTo>
                    <a:pt x="522732" y="12668"/>
                  </a:lnTo>
                  <a:lnTo>
                    <a:pt x="522161" y="10192"/>
                  </a:lnTo>
                  <a:lnTo>
                    <a:pt x="519113" y="10001"/>
                  </a:lnTo>
                  <a:lnTo>
                    <a:pt x="517589" y="10763"/>
                  </a:lnTo>
                  <a:lnTo>
                    <a:pt x="515207" y="13430"/>
                  </a:lnTo>
                  <a:lnTo>
                    <a:pt x="513683" y="14097"/>
                  </a:lnTo>
                  <a:lnTo>
                    <a:pt x="512350" y="13716"/>
                  </a:lnTo>
                  <a:lnTo>
                    <a:pt x="511111" y="12668"/>
                  </a:lnTo>
                  <a:lnTo>
                    <a:pt x="510159" y="11335"/>
                  </a:lnTo>
                  <a:lnTo>
                    <a:pt x="509397" y="9906"/>
                  </a:lnTo>
                  <a:lnTo>
                    <a:pt x="507968" y="9716"/>
                  </a:lnTo>
                  <a:lnTo>
                    <a:pt x="507302" y="9811"/>
                  </a:lnTo>
                  <a:lnTo>
                    <a:pt x="506635" y="10097"/>
                  </a:lnTo>
                  <a:lnTo>
                    <a:pt x="505015" y="11335"/>
                  </a:lnTo>
                  <a:lnTo>
                    <a:pt x="503587" y="12192"/>
                  </a:lnTo>
                  <a:lnTo>
                    <a:pt x="502063" y="12478"/>
                  </a:lnTo>
                  <a:lnTo>
                    <a:pt x="494633" y="11240"/>
                  </a:lnTo>
                  <a:lnTo>
                    <a:pt x="494252" y="11144"/>
                  </a:lnTo>
                  <a:lnTo>
                    <a:pt x="492347" y="11240"/>
                  </a:lnTo>
                  <a:lnTo>
                    <a:pt x="489014" y="11716"/>
                  </a:lnTo>
                  <a:lnTo>
                    <a:pt x="487490" y="11525"/>
                  </a:lnTo>
                  <a:lnTo>
                    <a:pt x="485775" y="10573"/>
                  </a:lnTo>
                  <a:lnTo>
                    <a:pt x="483298" y="8573"/>
                  </a:lnTo>
                  <a:lnTo>
                    <a:pt x="482060" y="7906"/>
                  </a:lnTo>
                  <a:lnTo>
                    <a:pt x="480441" y="7715"/>
                  </a:lnTo>
                  <a:lnTo>
                    <a:pt x="476536" y="8192"/>
                  </a:lnTo>
                  <a:lnTo>
                    <a:pt x="474631" y="8001"/>
                  </a:lnTo>
                  <a:lnTo>
                    <a:pt x="472726" y="7144"/>
                  </a:lnTo>
                  <a:lnTo>
                    <a:pt x="472059" y="6477"/>
                  </a:lnTo>
                  <a:lnTo>
                    <a:pt x="470916" y="4953"/>
                  </a:lnTo>
                  <a:lnTo>
                    <a:pt x="470249" y="4382"/>
                  </a:lnTo>
                  <a:lnTo>
                    <a:pt x="469202" y="4096"/>
                  </a:lnTo>
                  <a:lnTo>
                    <a:pt x="468059" y="4096"/>
                  </a:lnTo>
                  <a:lnTo>
                    <a:pt x="465868" y="4477"/>
                  </a:lnTo>
                  <a:lnTo>
                    <a:pt x="463772" y="4382"/>
                  </a:lnTo>
                  <a:lnTo>
                    <a:pt x="462725" y="4191"/>
                  </a:lnTo>
                  <a:lnTo>
                    <a:pt x="461772" y="3810"/>
                  </a:lnTo>
                  <a:lnTo>
                    <a:pt x="460915" y="3048"/>
                  </a:lnTo>
                  <a:lnTo>
                    <a:pt x="459677" y="1238"/>
                  </a:lnTo>
                  <a:lnTo>
                    <a:pt x="458915" y="381"/>
                  </a:lnTo>
                  <a:lnTo>
                    <a:pt x="457962" y="0"/>
                  </a:lnTo>
                  <a:lnTo>
                    <a:pt x="455771" y="95"/>
                  </a:lnTo>
                  <a:lnTo>
                    <a:pt x="455486" y="95"/>
                  </a:lnTo>
                  <a:lnTo>
                    <a:pt x="462629" y="17336"/>
                  </a:lnTo>
                  <a:lnTo>
                    <a:pt x="469773" y="34576"/>
                  </a:lnTo>
                  <a:lnTo>
                    <a:pt x="469392" y="34766"/>
                  </a:lnTo>
                  <a:lnTo>
                    <a:pt x="468344" y="36100"/>
                  </a:lnTo>
                  <a:lnTo>
                    <a:pt x="468535" y="37624"/>
                  </a:lnTo>
                  <a:lnTo>
                    <a:pt x="469011" y="39433"/>
                  </a:lnTo>
                  <a:lnTo>
                    <a:pt x="468630" y="41434"/>
                  </a:lnTo>
                  <a:lnTo>
                    <a:pt x="467773" y="42482"/>
                  </a:lnTo>
                  <a:lnTo>
                    <a:pt x="464630" y="45053"/>
                  </a:lnTo>
                  <a:lnTo>
                    <a:pt x="463582" y="46196"/>
                  </a:lnTo>
                  <a:lnTo>
                    <a:pt x="462915" y="46768"/>
                  </a:lnTo>
                  <a:lnTo>
                    <a:pt x="462153" y="46577"/>
                  </a:lnTo>
                  <a:lnTo>
                    <a:pt x="460724" y="45720"/>
                  </a:lnTo>
                  <a:lnTo>
                    <a:pt x="459296" y="45339"/>
                  </a:lnTo>
                  <a:lnTo>
                    <a:pt x="457390" y="45529"/>
                  </a:lnTo>
                  <a:lnTo>
                    <a:pt x="455581" y="46196"/>
                  </a:lnTo>
                  <a:lnTo>
                    <a:pt x="454343" y="47244"/>
                  </a:lnTo>
                  <a:lnTo>
                    <a:pt x="453961" y="48673"/>
                  </a:lnTo>
                  <a:lnTo>
                    <a:pt x="454152" y="52102"/>
                  </a:lnTo>
                  <a:lnTo>
                    <a:pt x="453676" y="53340"/>
                  </a:lnTo>
                  <a:lnTo>
                    <a:pt x="448913" y="57912"/>
                  </a:lnTo>
                  <a:lnTo>
                    <a:pt x="448247" y="58293"/>
                  </a:lnTo>
                  <a:lnTo>
                    <a:pt x="443675" y="59246"/>
                  </a:lnTo>
                  <a:lnTo>
                    <a:pt x="442722" y="59246"/>
                  </a:lnTo>
                  <a:lnTo>
                    <a:pt x="441865" y="58960"/>
                  </a:lnTo>
                  <a:lnTo>
                    <a:pt x="439579" y="57245"/>
                  </a:lnTo>
                  <a:lnTo>
                    <a:pt x="437578" y="56960"/>
                  </a:lnTo>
                  <a:lnTo>
                    <a:pt x="435578" y="57722"/>
                  </a:lnTo>
                  <a:lnTo>
                    <a:pt x="428339" y="61913"/>
                  </a:lnTo>
                  <a:lnTo>
                    <a:pt x="422719" y="63341"/>
                  </a:lnTo>
                  <a:lnTo>
                    <a:pt x="421005" y="63437"/>
                  </a:lnTo>
                  <a:lnTo>
                    <a:pt x="417671" y="62008"/>
                  </a:lnTo>
                  <a:lnTo>
                    <a:pt x="415861" y="62389"/>
                  </a:lnTo>
                  <a:lnTo>
                    <a:pt x="415004" y="63151"/>
                  </a:lnTo>
                  <a:lnTo>
                    <a:pt x="413957" y="64961"/>
                  </a:lnTo>
                  <a:lnTo>
                    <a:pt x="413290" y="65818"/>
                  </a:lnTo>
                  <a:lnTo>
                    <a:pt x="412909" y="66008"/>
                  </a:lnTo>
                  <a:lnTo>
                    <a:pt x="411480" y="66485"/>
                  </a:lnTo>
                  <a:lnTo>
                    <a:pt x="408051" y="69056"/>
                  </a:lnTo>
                  <a:lnTo>
                    <a:pt x="405003" y="72200"/>
                  </a:lnTo>
                  <a:lnTo>
                    <a:pt x="403955" y="73057"/>
                  </a:lnTo>
                  <a:lnTo>
                    <a:pt x="403003" y="73343"/>
                  </a:lnTo>
                  <a:lnTo>
                    <a:pt x="400812" y="73057"/>
                  </a:lnTo>
                  <a:lnTo>
                    <a:pt x="399669" y="73057"/>
                  </a:lnTo>
                  <a:lnTo>
                    <a:pt x="396621" y="73819"/>
                  </a:lnTo>
                  <a:lnTo>
                    <a:pt x="394335" y="73724"/>
                  </a:lnTo>
                  <a:lnTo>
                    <a:pt x="380428" y="70009"/>
                  </a:lnTo>
                  <a:lnTo>
                    <a:pt x="378238" y="68961"/>
                  </a:lnTo>
                  <a:lnTo>
                    <a:pt x="376142" y="67437"/>
                  </a:lnTo>
                  <a:lnTo>
                    <a:pt x="375285" y="66485"/>
                  </a:lnTo>
                  <a:lnTo>
                    <a:pt x="374523" y="65246"/>
                  </a:lnTo>
                  <a:lnTo>
                    <a:pt x="373856" y="64865"/>
                  </a:lnTo>
                  <a:lnTo>
                    <a:pt x="373856" y="64865"/>
                  </a:lnTo>
                  <a:lnTo>
                    <a:pt x="373285" y="64484"/>
                  </a:lnTo>
                  <a:lnTo>
                    <a:pt x="371380" y="64484"/>
                  </a:lnTo>
                  <a:lnTo>
                    <a:pt x="367951" y="65246"/>
                  </a:lnTo>
                  <a:lnTo>
                    <a:pt x="362998" y="65532"/>
                  </a:lnTo>
                  <a:lnTo>
                    <a:pt x="344424" y="61817"/>
                  </a:lnTo>
                  <a:lnTo>
                    <a:pt x="331089" y="56960"/>
                  </a:lnTo>
                  <a:lnTo>
                    <a:pt x="327755" y="56388"/>
                  </a:lnTo>
                  <a:lnTo>
                    <a:pt x="324422" y="56674"/>
                  </a:lnTo>
                  <a:lnTo>
                    <a:pt x="321088" y="58007"/>
                  </a:lnTo>
                  <a:lnTo>
                    <a:pt x="317182" y="60960"/>
                  </a:lnTo>
                  <a:lnTo>
                    <a:pt x="315849" y="61627"/>
                  </a:lnTo>
                  <a:lnTo>
                    <a:pt x="307467" y="63056"/>
                  </a:lnTo>
                  <a:lnTo>
                    <a:pt x="306705" y="63437"/>
                  </a:lnTo>
                  <a:lnTo>
                    <a:pt x="305181" y="64770"/>
                  </a:lnTo>
                  <a:lnTo>
                    <a:pt x="305086" y="66294"/>
                  </a:lnTo>
                  <a:lnTo>
                    <a:pt x="305467" y="67913"/>
                  </a:lnTo>
                  <a:lnTo>
                    <a:pt x="305467" y="69723"/>
                  </a:lnTo>
                  <a:lnTo>
                    <a:pt x="304705" y="70961"/>
                  </a:lnTo>
                  <a:lnTo>
                    <a:pt x="302228" y="72771"/>
                  </a:lnTo>
                  <a:lnTo>
                    <a:pt x="301371" y="74200"/>
                  </a:lnTo>
                  <a:lnTo>
                    <a:pt x="301371" y="74200"/>
                  </a:lnTo>
                  <a:lnTo>
                    <a:pt x="301276" y="76581"/>
                  </a:lnTo>
                  <a:lnTo>
                    <a:pt x="300990" y="77343"/>
                  </a:lnTo>
                  <a:lnTo>
                    <a:pt x="300514" y="77819"/>
                  </a:lnTo>
                  <a:lnTo>
                    <a:pt x="299180" y="78486"/>
                  </a:lnTo>
                  <a:lnTo>
                    <a:pt x="298609" y="78867"/>
                  </a:lnTo>
                  <a:lnTo>
                    <a:pt x="297752" y="80296"/>
                  </a:lnTo>
                  <a:lnTo>
                    <a:pt x="297466" y="81915"/>
                  </a:lnTo>
                  <a:lnTo>
                    <a:pt x="297847" y="83439"/>
                  </a:lnTo>
                  <a:lnTo>
                    <a:pt x="298990" y="84677"/>
                  </a:lnTo>
                  <a:lnTo>
                    <a:pt x="300323" y="85439"/>
                  </a:lnTo>
                  <a:lnTo>
                    <a:pt x="301561" y="85916"/>
                  </a:lnTo>
                  <a:lnTo>
                    <a:pt x="302895" y="86106"/>
                  </a:lnTo>
                  <a:lnTo>
                    <a:pt x="304419" y="85916"/>
                  </a:lnTo>
                  <a:lnTo>
                    <a:pt x="306038" y="86106"/>
                  </a:lnTo>
                  <a:lnTo>
                    <a:pt x="306896" y="87154"/>
                  </a:lnTo>
                  <a:lnTo>
                    <a:pt x="308039" y="90297"/>
                  </a:lnTo>
                  <a:lnTo>
                    <a:pt x="308801" y="91535"/>
                  </a:lnTo>
                  <a:lnTo>
                    <a:pt x="309182" y="92869"/>
                  </a:lnTo>
                  <a:lnTo>
                    <a:pt x="308991" y="94202"/>
                  </a:lnTo>
                  <a:lnTo>
                    <a:pt x="308039" y="95155"/>
                  </a:lnTo>
                  <a:lnTo>
                    <a:pt x="304895" y="96869"/>
                  </a:lnTo>
                  <a:lnTo>
                    <a:pt x="303657" y="98203"/>
                  </a:lnTo>
                  <a:lnTo>
                    <a:pt x="303181" y="100108"/>
                  </a:lnTo>
                  <a:lnTo>
                    <a:pt x="303657" y="102013"/>
                  </a:lnTo>
                  <a:lnTo>
                    <a:pt x="304800" y="103727"/>
                  </a:lnTo>
                  <a:lnTo>
                    <a:pt x="306324" y="104870"/>
                  </a:lnTo>
                  <a:lnTo>
                    <a:pt x="307943" y="105156"/>
                  </a:lnTo>
                  <a:lnTo>
                    <a:pt x="311563" y="104204"/>
                  </a:lnTo>
                  <a:lnTo>
                    <a:pt x="312611" y="104299"/>
                  </a:lnTo>
                  <a:lnTo>
                    <a:pt x="315373" y="105347"/>
                  </a:lnTo>
                  <a:lnTo>
                    <a:pt x="317278" y="105251"/>
                  </a:lnTo>
                  <a:lnTo>
                    <a:pt x="319278" y="104775"/>
                  </a:lnTo>
                  <a:lnTo>
                    <a:pt x="321183" y="104680"/>
                  </a:lnTo>
                  <a:lnTo>
                    <a:pt x="322802" y="105823"/>
                  </a:lnTo>
                  <a:lnTo>
                    <a:pt x="323469" y="107823"/>
                  </a:lnTo>
                  <a:lnTo>
                    <a:pt x="322993" y="109823"/>
                  </a:lnTo>
                  <a:lnTo>
                    <a:pt x="321755" y="111633"/>
                  </a:lnTo>
                  <a:lnTo>
                    <a:pt x="320326" y="113062"/>
                  </a:lnTo>
                  <a:lnTo>
                    <a:pt x="318516" y="114395"/>
                  </a:lnTo>
                  <a:lnTo>
                    <a:pt x="316611" y="115253"/>
                  </a:lnTo>
                  <a:lnTo>
                    <a:pt x="310896" y="116205"/>
                  </a:lnTo>
                  <a:lnTo>
                    <a:pt x="309658" y="117348"/>
                  </a:lnTo>
                  <a:lnTo>
                    <a:pt x="307848" y="120587"/>
                  </a:lnTo>
                  <a:lnTo>
                    <a:pt x="307562" y="121349"/>
                  </a:lnTo>
                  <a:lnTo>
                    <a:pt x="307277" y="122111"/>
                  </a:lnTo>
                  <a:lnTo>
                    <a:pt x="307086" y="122968"/>
                  </a:lnTo>
                  <a:lnTo>
                    <a:pt x="306991" y="124778"/>
                  </a:lnTo>
                  <a:lnTo>
                    <a:pt x="307086" y="125730"/>
                  </a:lnTo>
                  <a:lnTo>
                    <a:pt x="307372" y="126683"/>
                  </a:lnTo>
                  <a:lnTo>
                    <a:pt x="307848" y="127540"/>
                  </a:lnTo>
                  <a:lnTo>
                    <a:pt x="310325" y="129731"/>
                  </a:lnTo>
                  <a:lnTo>
                    <a:pt x="313658" y="131540"/>
                  </a:lnTo>
                  <a:lnTo>
                    <a:pt x="316516" y="133826"/>
                  </a:lnTo>
                  <a:lnTo>
                    <a:pt x="317373" y="137255"/>
                  </a:lnTo>
                  <a:lnTo>
                    <a:pt x="316230" y="142018"/>
                  </a:lnTo>
                  <a:lnTo>
                    <a:pt x="314611" y="146590"/>
                  </a:lnTo>
                  <a:lnTo>
                    <a:pt x="314135" y="147638"/>
                  </a:lnTo>
                  <a:lnTo>
                    <a:pt x="313563" y="148495"/>
                  </a:lnTo>
                  <a:lnTo>
                    <a:pt x="312896" y="149257"/>
                  </a:lnTo>
                  <a:lnTo>
                    <a:pt x="312039" y="149924"/>
                  </a:lnTo>
                  <a:lnTo>
                    <a:pt x="310039" y="150686"/>
                  </a:lnTo>
                  <a:lnTo>
                    <a:pt x="309182" y="151257"/>
                  </a:lnTo>
                  <a:lnTo>
                    <a:pt x="308705" y="152400"/>
                  </a:lnTo>
                  <a:lnTo>
                    <a:pt x="308515" y="155162"/>
                  </a:lnTo>
                  <a:lnTo>
                    <a:pt x="309277" y="157067"/>
                  </a:lnTo>
                  <a:lnTo>
                    <a:pt x="310706" y="158496"/>
                  </a:lnTo>
                  <a:lnTo>
                    <a:pt x="312611" y="159829"/>
                  </a:lnTo>
                  <a:lnTo>
                    <a:pt x="314325" y="161544"/>
                  </a:lnTo>
                  <a:lnTo>
                    <a:pt x="317278" y="165545"/>
                  </a:lnTo>
                  <a:lnTo>
                    <a:pt x="319278" y="166688"/>
                  </a:lnTo>
                  <a:lnTo>
                    <a:pt x="324136" y="167545"/>
                  </a:lnTo>
                  <a:lnTo>
                    <a:pt x="325565" y="168497"/>
                  </a:lnTo>
                  <a:lnTo>
                    <a:pt x="326136" y="169926"/>
                  </a:lnTo>
                  <a:lnTo>
                    <a:pt x="326231" y="173069"/>
                  </a:lnTo>
                  <a:lnTo>
                    <a:pt x="326898" y="176308"/>
                  </a:lnTo>
                  <a:lnTo>
                    <a:pt x="326707" y="177641"/>
                  </a:lnTo>
                  <a:lnTo>
                    <a:pt x="326136" y="178784"/>
                  </a:lnTo>
                  <a:lnTo>
                    <a:pt x="325850" y="179261"/>
                  </a:lnTo>
                  <a:lnTo>
                    <a:pt x="325755" y="179356"/>
                  </a:lnTo>
                  <a:lnTo>
                    <a:pt x="325279" y="180118"/>
                  </a:lnTo>
                  <a:lnTo>
                    <a:pt x="325755" y="181261"/>
                  </a:lnTo>
                  <a:lnTo>
                    <a:pt x="326422" y="182213"/>
                  </a:lnTo>
                  <a:lnTo>
                    <a:pt x="327279" y="182785"/>
                  </a:lnTo>
                  <a:lnTo>
                    <a:pt x="328422" y="182975"/>
                  </a:lnTo>
                  <a:lnTo>
                    <a:pt x="329375" y="182690"/>
                  </a:lnTo>
                  <a:lnTo>
                    <a:pt x="331089" y="181642"/>
                  </a:lnTo>
                  <a:lnTo>
                    <a:pt x="332137" y="181547"/>
                  </a:lnTo>
                  <a:lnTo>
                    <a:pt x="332994" y="182023"/>
                  </a:lnTo>
                  <a:lnTo>
                    <a:pt x="334518" y="183547"/>
                  </a:lnTo>
                  <a:lnTo>
                    <a:pt x="335375" y="184023"/>
                  </a:lnTo>
                  <a:lnTo>
                    <a:pt x="336423" y="184023"/>
                  </a:lnTo>
                  <a:lnTo>
                    <a:pt x="339185" y="183547"/>
                  </a:lnTo>
                  <a:lnTo>
                    <a:pt x="340233" y="183261"/>
                  </a:lnTo>
                  <a:lnTo>
                    <a:pt x="341281" y="182499"/>
                  </a:lnTo>
                  <a:lnTo>
                    <a:pt x="341662" y="181547"/>
                  </a:lnTo>
                  <a:lnTo>
                    <a:pt x="341852" y="180499"/>
                  </a:lnTo>
                  <a:lnTo>
                    <a:pt x="342328" y="179261"/>
                  </a:lnTo>
                  <a:lnTo>
                    <a:pt x="343281" y="178308"/>
                  </a:lnTo>
                  <a:lnTo>
                    <a:pt x="344234" y="178118"/>
                  </a:lnTo>
                  <a:lnTo>
                    <a:pt x="344996" y="178689"/>
                  </a:lnTo>
                  <a:lnTo>
                    <a:pt x="345186" y="180118"/>
                  </a:lnTo>
                  <a:lnTo>
                    <a:pt x="344805" y="181451"/>
                  </a:lnTo>
                  <a:lnTo>
                    <a:pt x="343472" y="184023"/>
                  </a:lnTo>
                  <a:lnTo>
                    <a:pt x="343090" y="185452"/>
                  </a:lnTo>
                  <a:lnTo>
                    <a:pt x="343090" y="186785"/>
                  </a:lnTo>
                  <a:lnTo>
                    <a:pt x="343472" y="189357"/>
                  </a:lnTo>
                  <a:lnTo>
                    <a:pt x="343376" y="190595"/>
                  </a:lnTo>
                  <a:lnTo>
                    <a:pt x="342995" y="191643"/>
                  </a:lnTo>
                  <a:lnTo>
                    <a:pt x="342424" y="192691"/>
                  </a:lnTo>
                  <a:lnTo>
                    <a:pt x="342043" y="193834"/>
                  </a:lnTo>
                  <a:lnTo>
                    <a:pt x="342233" y="195072"/>
                  </a:lnTo>
                  <a:lnTo>
                    <a:pt x="343853" y="199454"/>
                  </a:lnTo>
                  <a:lnTo>
                    <a:pt x="345281" y="201168"/>
                  </a:lnTo>
                  <a:lnTo>
                    <a:pt x="347186" y="201835"/>
                  </a:lnTo>
                  <a:lnTo>
                    <a:pt x="349186" y="201740"/>
                  </a:lnTo>
                  <a:lnTo>
                    <a:pt x="351092" y="201073"/>
                  </a:lnTo>
                  <a:lnTo>
                    <a:pt x="353092" y="200978"/>
                  </a:lnTo>
                  <a:lnTo>
                    <a:pt x="356711" y="202787"/>
                  </a:lnTo>
                  <a:lnTo>
                    <a:pt x="358902" y="202597"/>
                  </a:lnTo>
                  <a:lnTo>
                    <a:pt x="361093" y="201644"/>
                  </a:lnTo>
                  <a:lnTo>
                    <a:pt x="362807" y="201454"/>
                  </a:lnTo>
                  <a:lnTo>
                    <a:pt x="364427" y="202121"/>
                  </a:lnTo>
                  <a:lnTo>
                    <a:pt x="366427" y="203740"/>
                  </a:lnTo>
                  <a:lnTo>
                    <a:pt x="368236" y="204788"/>
                  </a:lnTo>
                  <a:lnTo>
                    <a:pt x="371951" y="205645"/>
                  </a:lnTo>
                  <a:lnTo>
                    <a:pt x="373761" y="206693"/>
                  </a:lnTo>
                  <a:lnTo>
                    <a:pt x="377381" y="209645"/>
                  </a:lnTo>
                  <a:lnTo>
                    <a:pt x="378905" y="210884"/>
                  </a:lnTo>
                  <a:lnTo>
                    <a:pt x="380238" y="212598"/>
                  </a:lnTo>
                  <a:lnTo>
                    <a:pt x="380524" y="214027"/>
                  </a:lnTo>
                  <a:lnTo>
                    <a:pt x="379952" y="215265"/>
                  </a:lnTo>
                  <a:lnTo>
                    <a:pt x="378238" y="217170"/>
                  </a:lnTo>
                  <a:lnTo>
                    <a:pt x="377761" y="218218"/>
                  </a:lnTo>
                  <a:lnTo>
                    <a:pt x="377190" y="220313"/>
                  </a:lnTo>
                  <a:lnTo>
                    <a:pt x="377000" y="220980"/>
                  </a:lnTo>
                  <a:lnTo>
                    <a:pt x="375380" y="220885"/>
                  </a:lnTo>
                  <a:lnTo>
                    <a:pt x="374714" y="220980"/>
                  </a:lnTo>
                  <a:lnTo>
                    <a:pt x="373475" y="221361"/>
                  </a:lnTo>
                  <a:lnTo>
                    <a:pt x="371856" y="222218"/>
                  </a:lnTo>
                  <a:lnTo>
                    <a:pt x="370618" y="223361"/>
                  </a:lnTo>
                  <a:lnTo>
                    <a:pt x="370713" y="224790"/>
                  </a:lnTo>
                  <a:lnTo>
                    <a:pt x="370046" y="224695"/>
                  </a:lnTo>
                  <a:lnTo>
                    <a:pt x="368808" y="224314"/>
                  </a:lnTo>
                  <a:lnTo>
                    <a:pt x="368332" y="224504"/>
                  </a:lnTo>
                  <a:lnTo>
                    <a:pt x="367760" y="225076"/>
                  </a:lnTo>
                  <a:lnTo>
                    <a:pt x="367284" y="225266"/>
                  </a:lnTo>
                  <a:lnTo>
                    <a:pt x="366808" y="225266"/>
                  </a:lnTo>
                  <a:lnTo>
                    <a:pt x="363569" y="224028"/>
                  </a:lnTo>
                  <a:lnTo>
                    <a:pt x="362617" y="224219"/>
                  </a:lnTo>
                  <a:lnTo>
                    <a:pt x="362998" y="225933"/>
                  </a:lnTo>
                  <a:lnTo>
                    <a:pt x="362426" y="225933"/>
                  </a:lnTo>
                  <a:lnTo>
                    <a:pt x="361093" y="225838"/>
                  </a:lnTo>
                  <a:lnTo>
                    <a:pt x="360617" y="226124"/>
                  </a:lnTo>
                  <a:lnTo>
                    <a:pt x="360236" y="226695"/>
                  </a:lnTo>
                  <a:lnTo>
                    <a:pt x="360045" y="227171"/>
                  </a:lnTo>
                  <a:lnTo>
                    <a:pt x="359759" y="227648"/>
                  </a:lnTo>
                  <a:lnTo>
                    <a:pt x="359093" y="228029"/>
                  </a:lnTo>
                  <a:lnTo>
                    <a:pt x="357854" y="228219"/>
                  </a:lnTo>
                  <a:lnTo>
                    <a:pt x="356711" y="228124"/>
                  </a:lnTo>
                  <a:lnTo>
                    <a:pt x="355664" y="228314"/>
                  </a:lnTo>
                  <a:lnTo>
                    <a:pt x="354806" y="229362"/>
                  </a:lnTo>
                  <a:lnTo>
                    <a:pt x="352425" y="228505"/>
                  </a:lnTo>
                  <a:lnTo>
                    <a:pt x="351473" y="229838"/>
                  </a:lnTo>
                  <a:lnTo>
                    <a:pt x="350996" y="232029"/>
                  </a:lnTo>
                  <a:lnTo>
                    <a:pt x="350044" y="233648"/>
                  </a:lnTo>
                  <a:lnTo>
                    <a:pt x="348996" y="233839"/>
                  </a:lnTo>
                  <a:lnTo>
                    <a:pt x="345567" y="233172"/>
                  </a:lnTo>
                  <a:lnTo>
                    <a:pt x="344043" y="236029"/>
                  </a:lnTo>
                  <a:lnTo>
                    <a:pt x="343376" y="236601"/>
                  </a:lnTo>
                  <a:lnTo>
                    <a:pt x="342519" y="236887"/>
                  </a:lnTo>
                  <a:lnTo>
                    <a:pt x="338519" y="239935"/>
                  </a:lnTo>
                  <a:lnTo>
                    <a:pt x="337757" y="240792"/>
                  </a:lnTo>
                  <a:lnTo>
                    <a:pt x="337280" y="241745"/>
                  </a:lnTo>
                  <a:lnTo>
                    <a:pt x="337090" y="243078"/>
                  </a:lnTo>
                  <a:lnTo>
                    <a:pt x="337090" y="243935"/>
                  </a:lnTo>
                  <a:lnTo>
                    <a:pt x="336994" y="244221"/>
                  </a:lnTo>
                  <a:lnTo>
                    <a:pt x="336804" y="244412"/>
                  </a:lnTo>
                  <a:lnTo>
                    <a:pt x="336423" y="244983"/>
                  </a:lnTo>
                  <a:lnTo>
                    <a:pt x="336328" y="245269"/>
                  </a:lnTo>
                  <a:lnTo>
                    <a:pt x="336137" y="246031"/>
                  </a:lnTo>
                  <a:lnTo>
                    <a:pt x="336042" y="246317"/>
                  </a:lnTo>
                  <a:lnTo>
                    <a:pt x="335852" y="246412"/>
                  </a:lnTo>
                  <a:lnTo>
                    <a:pt x="335471" y="246602"/>
                  </a:lnTo>
                  <a:lnTo>
                    <a:pt x="335375" y="246698"/>
                  </a:lnTo>
                  <a:lnTo>
                    <a:pt x="334804" y="247650"/>
                  </a:lnTo>
                  <a:lnTo>
                    <a:pt x="334613" y="247841"/>
                  </a:lnTo>
                  <a:lnTo>
                    <a:pt x="335185" y="248507"/>
                  </a:lnTo>
                  <a:lnTo>
                    <a:pt x="338138" y="253937"/>
                  </a:lnTo>
                  <a:lnTo>
                    <a:pt x="339661" y="259747"/>
                  </a:lnTo>
                  <a:lnTo>
                    <a:pt x="341281" y="262223"/>
                  </a:lnTo>
                  <a:lnTo>
                    <a:pt x="341376" y="263366"/>
                  </a:lnTo>
                  <a:lnTo>
                    <a:pt x="341090" y="264509"/>
                  </a:lnTo>
                  <a:lnTo>
                    <a:pt x="340423" y="265462"/>
                  </a:lnTo>
                  <a:lnTo>
                    <a:pt x="339566" y="266510"/>
                  </a:lnTo>
                  <a:lnTo>
                    <a:pt x="338900" y="267557"/>
                  </a:lnTo>
                  <a:lnTo>
                    <a:pt x="336804" y="272796"/>
                  </a:lnTo>
                  <a:lnTo>
                    <a:pt x="336423" y="274225"/>
                  </a:lnTo>
                  <a:lnTo>
                    <a:pt x="336423" y="276987"/>
                  </a:lnTo>
                  <a:lnTo>
                    <a:pt x="335566" y="279464"/>
                  </a:lnTo>
                  <a:lnTo>
                    <a:pt x="335375" y="280702"/>
                  </a:lnTo>
                  <a:lnTo>
                    <a:pt x="335566" y="281845"/>
                  </a:lnTo>
                  <a:lnTo>
                    <a:pt x="335852" y="282702"/>
                  </a:lnTo>
                  <a:lnTo>
                    <a:pt x="336328" y="283464"/>
                  </a:lnTo>
                  <a:lnTo>
                    <a:pt x="336994" y="284321"/>
                  </a:lnTo>
                  <a:lnTo>
                    <a:pt x="337852" y="284702"/>
                  </a:lnTo>
                  <a:lnTo>
                    <a:pt x="340138" y="284321"/>
                  </a:lnTo>
                  <a:lnTo>
                    <a:pt x="341186" y="284321"/>
                  </a:lnTo>
                  <a:lnTo>
                    <a:pt x="341948" y="284798"/>
                  </a:lnTo>
                  <a:lnTo>
                    <a:pt x="342900" y="285655"/>
                  </a:lnTo>
                  <a:lnTo>
                    <a:pt x="343376" y="286226"/>
                  </a:lnTo>
                  <a:lnTo>
                    <a:pt x="340328" y="287846"/>
                  </a:lnTo>
                  <a:lnTo>
                    <a:pt x="339185" y="288703"/>
                  </a:lnTo>
                  <a:lnTo>
                    <a:pt x="338423" y="289750"/>
                  </a:lnTo>
                  <a:lnTo>
                    <a:pt x="338423" y="290989"/>
                  </a:lnTo>
                  <a:lnTo>
                    <a:pt x="337661" y="291751"/>
                  </a:lnTo>
                  <a:lnTo>
                    <a:pt x="336899" y="292703"/>
                  </a:lnTo>
                  <a:lnTo>
                    <a:pt x="336042" y="293561"/>
                  </a:lnTo>
                  <a:lnTo>
                    <a:pt x="334994" y="293942"/>
                  </a:lnTo>
                  <a:lnTo>
                    <a:pt x="333851" y="293942"/>
                  </a:lnTo>
                  <a:lnTo>
                    <a:pt x="332899" y="294132"/>
                  </a:lnTo>
                  <a:lnTo>
                    <a:pt x="332042" y="294608"/>
                  </a:lnTo>
                  <a:lnTo>
                    <a:pt x="331089" y="295466"/>
                  </a:lnTo>
                  <a:lnTo>
                    <a:pt x="330518" y="296513"/>
                  </a:lnTo>
                  <a:lnTo>
                    <a:pt x="330327" y="297371"/>
                  </a:lnTo>
                  <a:lnTo>
                    <a:pt x="329946" y="297847"/>
                  </a:lnTo>
                  <a:lnTo>
                    <a:pt x="328803" y="297752"/>
                  </a:lnTo>
                  <a:lnTo>
                    <a:pt x="327469" y="297371"/>
                  </a:lnTo>
                  <a:lnTo>
                    <a:pt x="326898" y="297275"/>
                  </a:lnTo>
                  <a:lnTo>
                    <a:pt x="326231" y="297466"/>
                  </a:lnTo>
                  <a:lnTo>
                    <a:pt x="325660" y="297847"/>
                  </a:lnTo>
                  <a:lnTo>
                    <a:pt x="325184" y="298418"/>
                  </a:lnTo>
                  <a:lnTo>
                    <a:pt x="324803" y="299085"/>
                  </a:lnTo>
                  <a:lnTo>
                    <a:pt x="325184" y="300228"/>
                  </a:lnTo>
                  <a:lnTo>
                    <a:pt x="324612" y="301276"/>
                  </a:lnTo>
                  <a:lnTo>
                    <a:pt x="323564" y="302133"/>
                  </a:lnTo>
                  <a:lnTo>
                    <a:pt x="322517" y="302419"/>
                  </a:lnTo>
                  <a:lnTo>
                    <a:pt x="322326" y="302705"/>
                  </a:lnTo>
                  <a:lnTo>
                    <a:pt x="322802" y="303943"/>
                  </a:lnTo>
                  <a:lnTo>
                    <a:pt x="322898" y="304324"/>
                  </a:lnTo>
                  <a:lnTo>
                    <a:pt x="322517" y="304800"/>
                  </a:lnTo>
                  <a:lnTo>
                    <a:pt x="321755" y="305372"/>
                  </a:lnTo>
                  <a:lnTo>
                    <a:pt x="321278" y="305848"/>
                  </a:lnTo>
                  <a:lnTo>
                    <a:pt x="320231" y="307467"/>
                  </a:lnTo>
                  <a:lnTo>
                    <a:pt x="319373" y="308229"/>
                  </a:lnTo>
                  <a:lnTo>
                    <a:pt x="318992" y="308705"/>
                  </a:lnTo>
                  <a:lnTo>
                    <a:pt x="318611" y="309944"/>
                  </a:lnTo>
                  <a:lnTo>
                    <a:pt x="317849" y="310515"/>
                  </a:lnTo>
                  <a:lnTo>
                    <a:pt x="317659" y="310991"/>
                  </a:lnTo>
                  <a:lnTo>
                    <a:pt x="317468" y="311849"/>
                  </a:lnTo>
                  <a:lnTo>
                    <a:pt x="317087" y="312134"/>
                  </a:lnTo>
                  <a:lnTo>
                    <a:pt x="315849" y="312420"/>
                  </a:lnTo>
                  <a:lnTo>
                    <a:pt x="314706" y="312992"/>
                  </a:lnTo>
                  <a:lnTo>
                    <a:pt x="313849" y="313563"/>
                  </a:lnTo>
                  <a:lnTo>
                    <a:pt x="313087" y="314230"/>
                  </a:lnTo>
                  <a:lnTo>
                    <a:pt x="312325" y="315182"/>
                  </a:lnTo>
                  <a:lnTo>
                    <a:pt x="311753" y="316325"/>
                  </a:lnTo>
                  <a:lnTo>
                    <a:pt x="311848" y="317373"/>
                  </a:lnTo>
                  <a:lnTo>
                    <a:pt x="312039" y="318516"/>
                  </a:lnTo>
                  <a:lnTo>
                    <a:pt x="311848" y="319945"/>
                  </a:lnTo>
                  <a:lnTo>
                    <a:pt x="311182" y="320707"/>
                  </a:lnTo>
                  <a:lnTo>
                    <a:pt x="309086" y="321278"/>
                  </a:lnTo>
                  <a:lnTo>
                    <a:pt x="308610" y="321755"/>
                  </a:lnTo>
                  <a:lnTo>
                    <a:pt x="308324" y="322517"/>
                  </a:lnTo>
                  <a:lnTo>
                    <a:pt x="305657" y="326231"/>
                  </a:lnTo>
                  <a:lnTo>
                    <a:pt x="305181" y="326612"/>
                  </a:lnTo>
                  <a:lnTo>
                    <a:pt x="304514" y="326708"/>
                  </a:lnTo>
                  <a:lnTo>
                    <a:pt x="303657" y="326422"/>
                  </a:lnTo>
                  <a:lnTo>
                    <a:pt x="303752" y="326803"/>
                  </a:lnTo>
                  <a:lnTo>
                    <a:pt x="303848" y="327660"/>
                  </a:lnTo>
                  <a:lnTo>
                    <a:pt x="303943" y="328041"/>
                  </a:lnTo>
                  <a:lnTo>
                    <a:pt x="302990" y="327946"/>
                  </a:lnTo>
                  <a:lnTo>
                    <a:pt x="301943" y="328517"/>
                  </a:lnTo>
                  <a:lnTo>
                    <a:pt x="301085" y="329375"/>
                  </a:lnTo>
                  <a:lnTo>
                    <a:pt x="300704" y="330327"/>
                  </a:lnTo>
                  <a:lnTo>
                    <a:pt x="300514" y="330613"/>
                  </a:lnTo>
                  <a:lnTo>
                    <a:pt x="303086" y="332042"/>
                  </a:lnTo>
                  <a:lnTo>
                    <a:pt x="304133" y="333661"/>
                  </a:lnTo>
                  <a:lnTo>
                    <a:pt x="305372" y="336233"/>
                  </a:lnTo>
                  <a:lnTo>
                    <a:pt x="306134" y="338900"/>
                  </a:lnTo>
                  <a:lnTo>
                    <a:pt x="306038" y="339662"/>
                  </a:lnTo>
                  <a:lnTo>
                    <a:pt x="305943" y="340614"/>
                  </a:lnTo>
                  <a:lnTo>
                    <a:pt x="297180" y="347948"/>
                  </a:lnTo>
                  <a:lnTo>
                    <a:pt x="295180" y="349091"/>
                  </a:lnTo>
                  <a:lnTo>
                    <a:pt x="285560" y="351282"/>
                  </a:lnTo>
                  <a:lnTo>
                    <a:pt x="276511" y="355568"/>
                  </a:lnTo>
                  <a:lnTo>
                    <a:pt x="275749" y="356521"/>
                  </a:lnTo>
                  <a:lnTo>
                    <a:pt x="273463" y="363855"/>
                  </a:lnTo>
                  <a:lnTo>
                    <a:pt x="271177" y="371189"/>
                  </a:lnTo>
                  <a:lnTo>
                    <a:pt x="268415" y="380048"/>
                  </a:lnTo>
                  <a:lnTo>
                    <a:pt x="265557" y="385667"/>
                  </a:lnTo>
                  <a:lnTo>
                    <a:pt x="262985" y="390620"/>
                  </a:lnTo>
                  <a:lnTo>
                    <a:pt x="258890" y="398526"/>
                  </a:lnTo>
                  <a:lnTo>
                    <a:pt x="255651" y="402908"/>
                  </a:lnTo>
                  <a:lnTo>
                    <a:pt x="254318" y="405194"/>
                  </a:lnTo>
                  <a:lnTo>
                    <a:pt x="252603" y="409385"/>
                  </a:lnTo>
                  <a:lnTo>
                    <a:pt x="251936" y="410242"/>
                  </a:lnTo>
                  <a:lnTo>
                    <a:pt x="251079" y="410813"/>
                  </a:lnTo>
                  <a:lnTo>
                    <a:pt x="244316" y="414338"/>
                  </a:lnTo>
                  <a:lnTo>
                    <a:pt x="238315" y="417481"/>
                  </a:lnTo>
                  <a:lnTo>
                    <a:pt x="231362" y="421100"/>
                  </a:lnTo>
                  <a:lnTo>
                    <a:pt x="223838" y="425006"/>
                  </a:lnTo>
                  <a:lnTo>
                    <a:pt x="222409" y="426053"/>
                  </a:lnTo>
                  <a:lnTo>
                    <a:pt x="218503" y="430816"/>
                  </a:lnTo>
                  <a:lnTo>
                    <a:pt x="217265" y="433292"/>
                  </a:lnTo>
                  <a:lnTo>
                    <a:pt x="214217" y="445294"/>
                  </a:lnTo>
                  <a:lnTo>
                    <a:pt x="213169" y="448151"/>
                  </a:lnTo>
                  <a:lnTo>
                    <a:pt x="211741" y="450723"/>
                  </a:lnTo>
                  <a:lnTo>
                    <a:pt x="209645" y="452914"/>
                  </a:lnTo>
                  <a:lnTo>
                    <a:pt x="203168" y="458248"/>
                  </a:lnTo>
                  <a:lnTo>
                    <a:pt x="198977" y="463772"/>
                  </a:lnTo>
                  <a:lnTo>
                    <a:pt x="198406" y="465011"/>
                  </a:lnTo>
                  <a:lnTo>
                    <a:pt x="198120" y="466154"/>
                  </a:lnTo>
                  <a:lnTo>
                    <a:pt x="197548" y="473393"/>
                  </a:lnTo>
                  <a:lnTo>
                    <a:pt x="197263" y="474250"/>
                  </a:lnTo>
                  <a:lnTo>
                    <a:pt x="196501" y="474821"/>
                  </a:lnTo>
                  <a:lnTo>
                    <a:pt x="188119" y="477393"/>
                  </a:lnTo>
                  <a:lnTo>
                    <a:pt x="180689" y="479679"/>
                  </a:lnTo>
                  <a:lnTo>
                    <a:pt x="176308" y="480060"/>
                  </a:lnTo>
                  <a:lnTo>
                    <a:pt x="172117" y="479679"/>
                  </a:lnTo>
                  <a:lnTo>
                    <a:pt x="167545" y="480060"/>
                  </a:lnTo>
                  <a:lnTo>
                    <a:pt x="163068" y="481013"/>
                  </a:lnTo>
                  <a:lnTo>
                    <a:pt x="159068" y="482346"/>
                  </a:lnTo>
                  <a:lnTo>
                    <a:pt x="152590" y="485585"/>
                  </a:lnTo>
                  <a:lnTo>
                    <a:pt x="146590" y="488537"/>
                  </a:lnTo>
                  <a:lnTo>
                    <a:pt x="142303" y="489490"/>
                  </a:lnTo>
                  <a:lnTo>
                    <a:pt x="138589" y="489014"/>
                  </a:lnTo>
                  <a:lnTo>
                    <a:pt x="135922" y="487204"/>
                  </a:lnTo>
                  <a:lnTo>
                    <a:pt x="133922" y="484251"/>
                  </a:lnTo>
                  <a:lnTo>
                    <a:pt x="132302" y="480441"/>
                  </a:lnTo>
                  <a:lnTo>
                    <a:pt x="132112" y="479298"/>
                  </a:lnTo>
                  <a:lnTo>
                    <a:pt x="132302" y="477107"/>
                  </a:lnTo>
                  <a:lnTo>
                    <a:pt x="131826" y="475869"/>
                  </a:lnTo>
                  <a:lnTo>
                    <a:pt x="131159" y="475107"/>
                  </a:lnTo>
                  <a:lnTo>
                    <a:pt x="129635" y="473869"/>
                  </a:lnTo>
                  <a:lnTo>
                    <a:pt x="127921" y="471869"/>
                  </a:lnTo>
                  <a:lnTo>
                    <a:pt x="126587" y="470821"/>
                  </a:lnTo>
                  <a:lnTo>
                    <a:pt x="125063" y="470059"/>
                  </a:lnTo>
                  <a:lnTo>
                    <a:pt x="123539" y="469583"/>
                  </a:lnTo>
                  <a:lnTo>
                    <a:pt x="122396" y="469392"/>
                  </a:lnTo>
                  <a:lnTo>
                    <a:pt x="121348" y="469678"/>
                  </a:lnTo>
                  <a:lnTo>
                    <a:pt x="119348" y="470535"/>
                  </a:lnTo>
                  <a:lnTo>
                    <a:pt x="117348" y="470821"/>
                  </a:lnTo>
                  <a:lnTo>
                    <a:pt x="116396" y="471107"/>
                  </a:lnTo>
                  <a:lnTo>
                    <a:pt x="115443" y="471773"/>
                  </a:lnTo>
                  <a:lnTo>
                    <a:pt x="112490" y="475012"/>
                  </a:lnTo>
                  <a:lnTo>
                    <a:pt x="108871" y="477679"/>
                  </a:lnTo>
                  <a:lnTo>
                    <a:pt x="108299" y="478250"/>
                  </a:lnTo>
                  <a:lnTo>
                    <a:pt x="103727" y="483013"/>
                  </a:lnTo>
                  <a:lnTo>
                    <a:pt x="103156" y="484061"/>
                  </a:lnTo>
                  <a:lnTo>
                    <a:pt x="99251" y="495491"/>
                  </a:lnTo>
                  <a:lnTo>
                    <a:pt x="98012" y="497205"/>
                  </a:lnTo>
                  <a:lnTo>
                    <a:pt x="93536" y="501587"/>
                  </a:lnTo>
                  <a:lnTo>
                    <a:pt x="90392" y="506730"/>
                  </a:lnTo>
                  <a:lnTo>
                    <a:pt x="84201" y="512636"/>
                  </a:lnTo>
                  <a:lnTo>
                    <a:pt x="80772" y="515017"/>
                  </a:lnTo>
                  <a:lnTo>
                    <a:pt x="76010" y="519779"/>
                  </a:lnTo>
                  <a:lnTo>
                    <a:pt x="73819" y="523494"/>
                  </a:lnTo>
                  <a:lnTo>
                    <a:pt x="72390" y="527971"/>
                  </a:lnTo>
                  <a:lnTo>
                    <a:pt x="71247" y="535210"/>
                  </a:lnTo>
                  <a:lnTo>
                    <a:pt x="70104" y="542163"/>
                  </a:lnTo>
                  <a:lnTo>
                    <a:pt x="70485" y="544544"/>
                  </a:lnTo>
                  <a:lnTo>
                    <a:pt x="72104" y="546354"/>
                  </a:lnTo>
                  <a:lnTo>
                    <a:pt x="80296" y="549688"/>
                  </a:lnTo>
                  <a:lnTo>
                    <a:pt x="82486" y="551117"/>
                  </a:lnTo>
                  <a:lnTo>
                    <a:pt x="86297" y="554546"/>
                  </a:lnTo>
                  <a:lnTo>
                    <a:pt x="88582" y="555403"/>
                  </a:lnTo>
                  <a:lnTo>
                    <a:pt x="101251" y="554927"/>
                  </a:lnTo>
                  <a:lnTo>
                    <a:pt x="103251" y="555403"/>
                  </a:lnTo>
                  <a:lnTo>
                    <a:pt x="105156" y="556451"/>
                  </a:lnTo>
                  <a:lnTo>
                    <a:pt x="106680" y="558356"/>
                  </a:lnTo>
                  <a:lnTo>
                    <a:pt x="106966" y="560546"/>
                  </a:lnTo>
                  <a:lnTo>
                    <a:pt x="106680" y="565404"/>
                  </a:lnTo>
                  <a:lnTo>
                    <a:pt x="106871" y="567690"/>
                  </a:lnTo>
                  <a:lnTo>
                    <a:pt x="106680" y="568738"/>
                  </a:lnTo>
                  <a:lnTo>
                    <a:pt x="106204" y="569976"/>
                  </a:lnTo>
                  <a:lnTo>
                    <a:pt x="105918" y="571119"/>
                  </a:lnTo>
                  <a:lnTo>
                    <a:pt x="106013" y="572262"/>
                  </a:lnTo>
                  <a:lnTo>
                    <a:pt x="106394" y="574643"/>
                  </a:lnTo>
                  <a:lnTo>
                    <a:pt x="106109" y="576739"/>
                  </a:lnTo>
                  <a:lnTo>
                    <a:pt x="105347" y="578930"/>
                  </a:lnTo>
                  <a:lnTo>
                    <a:pt x="102489" y="583692"/>
                  </a:lnTo>
                  <a:lnTo>
                    <a:pt x="102298" y="584645"/>
                  </a:lnTo>
                  <a:lnTo>
                    <a:pt x="102298" y="586740"/>
                  </a:lnTo>
                  <a:lnTo>
                    <a:pt x="101822" y="589788"/>
                  </a:lnTo>
                  <a:lnTo>
                    <a:pt x="101822" y="590645"/>
                  </a:lnTo>
                  <a:lnTo>
                    <a:pt x="102775" y="593598"/>
                  </a:lnTo>
                  <a:lnTo>
                    <a:pt x="104489" y="596360"/>
                  </a:lnTo>
                  <a:lnTo>
                    <a:pt x="106585" y="598837"/>
                  </a:lnTo>
                  <a:lnTo>
                    <a:pt x="108776" y="600742"/>
                  </a:lnTo>
                  <a:lnTo>
                    <a:pt x="109728" y="601980"/>
                  </a:lnTo>
                  <a:lnTo>
                    <a:pt x="110776" y="605219"/>
                  </a:lnTo>
                  <a:lnTo>
                    <a:pt x="111538" y="606552"/>
                  </a:lnTo>
                  <a:lnTo>
                    <a:pt x="112300" y="607124"/>
                  </a:lnTo>
                  <a:lnTo>
                    <a:pt x="114395" y="607886"/>
                  </a:lnTo>
                  <a:lnTo>
                    <a:pt x="117348" y="608552"/>
                  </a:lnTo>
                  <a:lnTo>
                    <a:pt x="123539" y="608362"/>
                  </a:lnTo>
                  <a:lnTo>
                    <a:pt x="125635" y="607886"/>
                  </a:lnTo>
                  <a:lnTo>
                    <a:pt x="127635" y="607028"/>
                  </a:lnTo>
                  <a:lnTo>
                    <a:pt x="129635" y="606457"/>
                  </a:lnTo>
                  <a:lnTo>
                    <a:pt x="131731" y="606838"/>
                  </a:lnTo>
                  <a:lnTo>
                    <a:pt x="132874" y="608362"/>
                  </a:lnTo>
                  <a:lnTo>
                    <a:pt x="133064" y="610743"/>
                  </a:lnTo>
                  <a:lnTo>
                    <a:pt x="132778" y="615887"/>
                  </a:lnTo>
                  <a:lnTo>
                    <a:pt x="132493" y="622554"/>
                  </a:lnTo>
                  <a:lnTo>
                    <a:pt x="132874" y="624554"/>
                  </a:lnTo>
                  <a:lnTo>
                    <a:pt x="133731" y="625793"/>
                  </a:lnTo>
                  <a:lnTo>
                    <a:pt x="135827" y="628079"/>
                  </a:lnTo>
                  <a:lnTo>
                    <a:pt x="136207" y="629507"/>
                  </a:lnTo>
                  <a:lnTo>
                    <a:pt x="136493" y="630841"/>
                  </a:lnTo>
                  <a:lnTo>
                    <a:pt x="137065" y="631984"/>
                  </a:lnTo>
                  <a:lnTo>
                    <a:pt x="138875" y="633984"/>
                  </a:lnTo>
                  <a:lnTo>
                    <a:pt x="142208" y="636842"/>
                  </a:lnTo>
                  <a:lnTo>
                    <a:pt x="143065" y="637985"/>
                  </a:lnTo>
                  <a:lnTo>
                    <a:pt x="143637" y="639413"/>
                  </a:lnTo>
                  <a:lnTo>
                    <a:pt x="145447" y="647319"/>
                  </a:lnTo>
                  <a:lnTo>
                    <a:pt x="146590" y="650558"/>
                  </a:lnTo>
                  <a:lnTo>
                    <a:pt x="148019" y="653606"/>
                  </a:lnTo>
                  <a:lnTo>
                    <a:pt x="151162" y="658559"/>
                  </a:lnTo>
                  <a:lnTo>
                    <a:pt x="152972" y="663607"/>
                  </a:lnTo>
                  <a:lnTo>
                    <a:pt x="154019" y="665226"/>
                  </a:lnTo>
                  <a:lnTo>
                    <a:pt x="154400" y="665798"/>
                  </a:lnTo>
                  <a:lnTo>
                    <a:pt x="152495" y="668084"/>
                  </a:lnTo>
                  <a:lnTo>
                    <a:pt x="148971" y="669798"/>
                  </a:lnTo>
                  <a:lnTo>
                    <a:pt x="148209" y="671132"/>
                  </a:lnTo>
                  <a:lnTo>
                    <a:pt x="147828" y="672941"/>
                  </a:lnTo>
                  <a:lnTo>
                    <a:pt x="148019" y="674561"/>
                  </a:lnTo>
                  <a:lnTo>
                    <a:pt x="149066" y="675418"/>
                  </a:lnTo>
                  <a:lnTo>
                    <a:pt x="149257" y="675704"/>
                  </a:lnTo>
                  <a:lnTo>
                    <a:pt x="149352" y="676085"/>
                  </a:lnTo>
                  <a:lnTo>
                    <a:pt x="149257" y="676466"/>
                  </a:lnTo>
                  <a:lnTo>
                    <a:pt x="149066" y="676847"/>
                  </a:lnTo>
                  <a:lnTo>
                    <a:pt x="148971" y="677990"/>
                  </a:lnTo>
                  <a:lnTo>
                    <a:pt x="148876" y="678466"/>
                  </a:lnTo>
                  <a:lnTo>
                    <a:pt x="148876" y="678942"/>
                  </a:lnTo>
                  <a:lnTo>
                    <a:pt x="148971" y="679323"/>
                  </a:lnTo>
                  <a:lnTo>
                    <a:pt x="149161" y="679704"/>
                  </a:lnTo>
                  <a:lnTo>
                    <a:pt x="150400" y="680371"/>
                  </a:lnTo>
                  <a:lnTo>
                    <a:pt x="152495" y="680752"/>
                  </a:lnTo>
                  <a:lnTo>
                    <a:pt x="154305" y="681323"/>
                  </a:lnTo>
                  <a:lnTo>
                    <a:pt x="154686" y="682752"/>
                  </a:lnTo>
                  <a:lnTo>
                    <a:pt x="154210" y="683324"/>
                  </a:lnTo>
                  <a:lnTo>
                    <a:pt x="151638" y="684276"/>
                  </a:lnTo>
                  <a:lnTo>
                    <a:pt x="151067" y="684943"/>
                  </a:lnTo>
                  <a:lnTo>
                    <a:pt x="150686" y="685610"/>
                  </a:lnTo>
                  <a:lnTo>
                    <a:pt x="150114" y="685991"/>
                  </a:lnTo>
                  <a:lnTo>
                    <a:pt x="149066" y="685991"/>
                  </a:lnTo>
                  <a:lnTo>
                    <a:pt x="147923" y="685514"/>
                  </a:lnTo>
                  <a:lnTo>
                    <a:pt x="146876" y="685419"/>
                  </a:lnTo>
                  <a:lnTo>
                    <a:pt x="145923" y="685705"/>
                  </a:lnTo>
                  <a:lnTo>
                    <a:pt x="142685" y="687896"/>
                  </a:lnTo>
                  <a:lnTo>
                    <a:pt x="141827" y="688943"/>
                  </a:lnTo>
                  <a:lnTo>
                    <a:pt x="142018" y="689991"/>
                  </a:lnTo>
                  <a:lnTo>
                    <a:pt x="142685" y="690944"/>
                  </a:lnTo>
                  <a:lnTo>
                    <a:pt x="142399" y="691325"/>
                  </a:lnTo>
                  <a:lnTo>
                    <a:pt x="141446" y="691515"/>
                  </a:lnTo>
                  <a:lnTo>
                    <a:pt x="140398" y="691896"/>
                  </a:lnTo>
                  <a:lnTo>
                    <a:pt x="138398" y="692944"/>
                  </a:lnTo>
                  <a:lnTo>
                    <a:pt x="137351" y="693230"/>
                  </a:lnTo>
                  <a:lnTo>
                    <a:pt x="130302" y="692658"/>
                  </a:lnTo>
                  <a:lnTo>
                    <a:pt x="128397" y="691706"/>
                  </a:lnTo>
                  <a:lnTo>
                    <a:pt x="127540" y="690848"/>
                  </a:lnTo>
                  <a:lnTo>
                    <a:pt x="127159" y="689991"/>
                  </a:lnTo>
                  <a:lnTo>
                    <a:pt x="126873" y="687705"/>
                  </a:lnTo>
                  <a:lnTo>
                    <a:pt x="126397" y="685705"/>
                  </a:lnTo>
                  <a:lnTo>
                    <a:pt x="126397" y="685038"/>
                  </a:lnTo>
                  <a:lnTo>
                    <a:pt x="126682" y="684657"/>
                  </a:lnTo>
                  <a:lnTo>
                    <a:pt x="127635" y="684086"/>
                  </a:lnTo>
                  <a:lnTo>
                    <a:pt x="127921" y="683514"/>
                  </a:lnTo>
                  <a:lnTo>
                    <a:pt x="127254" y="682085"/>
                  </a:lnTo>
                  <a:lnTo>
                    <a:pt x="125063" y="682085"/>
                  </a:lnTo>
                  <a:lnTo>
                    <a:pt x="119539" y="683419"/>
                  </a:lnTo>
                  <a:lnTo>
                    <a:pt x="117157" y="685133"/>
                  </a:lnTo>
                  <a:lnTo>
                    <a:pt x="116205" y="685514"/>
                  </a:lnTo>
                  <a:lnTo>
                    <a:pt x="113348" y="685705"/>
                  </a:lnTo>
                  <a:lnTo>
                    <a:pt x="112300" y="686181"/>
                  </a:lnTo>
                  <a:lnTo>
                    <a:pt x="110395" y="687610"/>
                  </a:lnTo>
                  <a:lnTo>
                    <a:pt x="109347" y="687800"/>
                  </a:lnTo>
                  <a:lnTo>
                    <a:pt x="108299" y="687896"/>
                  </a:lnTo>
                  <a:lnTo>
                    <a:pt x="105251" y="688943"/>
                  </a:lnTo>
                  <a:lnTo>
                    <a:pt x="103442" y="689134"/>
                  </a:lnTo>
                  <a:lnTo>
                    <a:pt x="102775" y="689515"/>
                  </a:lnTo>
                  <a:lnTo>
                    <a:pt x="102203" y="690467"/>
                  </a:lnTo>
                  <a:lnTo>
                    <a:pt x="100965" y="694087"/>
                  </a:lnTo>
                  <a:lnTo>
                    <a:pt x="100394" y="695135"/>
                  </a:lnTo>
                  <a:lnTo>
                    <a:pt x="98489" y="696754"/>
                  </a:lnTo>
                  <a:lnTo>
                    <a:pt x="96202" y="697230"/>
                  </a:lnTo>
                  <a:lnTo>
                    <a:pt x="85535" y="697421"/>
                  </a:lnTo>
                  <a:lnTo>
                    <a:pt x="82677" y="697040"/>
                  </a:lnTo>
                  <a:lnTo>
                    <a:pt x="80391" y="695897"/>
                  </a:lnTo>
                  <a:lnTo>
                    <a:pt x="76295" y="691515"/>
                  </a:lnTo>
                  <a:lnTo>
                    <a:pt x="74771" y="690848"/>
                  </a:lnTo>
                  <a:lnTo>
                    <a:pt x="59912" y="690467"/>
                  </a:lnTo>
                  <a:lnTo>
                    <a:pt x="56007" y="691896"/>
                  </a:lnTo>
                  <a:lnTo>
                    <a:pt x="53912" y="692182"/>
                  </a:lnTo>
                  <a:lnTo>
                    <a:pt x="52959" y="691991"/>
                  </a:lnTo>
                  <a:lnTo>
                    <a:pt x="50006" y="690563"/>
                  </a:lnTo>
                  <a:lnTo>
                    <a:pt x="48768" y="690182"/>
                  </a:lnTo>
                  <a:lnTo>
                    <a:pt x="47720" y="690372"/>
                  </a:lnTo>
                  <a:lnTo>
                    <a:pt x="45529" y="691610"/>
                  </a:lnTo>
                  <a:lnTo>
                    <a:pt x="44101" y="692182"/>
                  </a:lnTo>
                  <a:lnTo>
                    <a:pt x="43148" y="692087"/>
                  </a:lnTo>
                  <a:lnTo>
                    <a:pt x="42386" y="691325"/>
                  </a:lnTo>
                  <a:lnTo>
                    <a:pt x="41339" y="689515"/>
                  </a:lnTo>
                  <a:lnTo>
                    <a:pt x="40958" y="689039"/>
                  </a:lnTo>
                  <a:lnTo>
                    <a:pt x="40481" y="688658"/>
                  </a:lnTo>
                  <a:lnTo>
                    <a:pt x="40005" y="688467"/>
                  </a:lnTo>
                  <a:lnTo>
                    <a:pt x="39243" y="688562"/>
                  </a:lnTo>
                  <a:lnTo>
                    <a:pt x="38957" y="688943"/>
                  </a:lnTo>
                  <a:lnTo>
                    <a:pt x="38862" y="689420"/>
                  </a:lnTo>
                  <a:lnTo>
                    <a:pt x="38672" y="689896"/>
                  </a:lnTo>
                  <a:lnTo>
                    <a:pt x="37052" y="692944"/>
                  </a:lnTo>
                  <a:lnTo>
                    <a:pt x="36481" y="693420"/>
                  </a:lnTo>
                  <a:lnTo>
                    <a:pt x="35433" y="692658"/>
                  </a:lnTo>
                  <a:lnTo>
                    <a:pt x="35147" y="689324"/>
                  </a:lnTo>
                  <a:lnTo>
                    <a:pt x="34385" y="688181"/>
                  </a:lnTo>
                  <a:lnTo>
                    <a:pt x="31623" y="688086"/>
                  </a:lnTo>
                  <a:lnTo>
                    <a:pt x="30480" y="690467"/>
                  </a:lnTo>
                  <a:lnTo>
                    <a:pt x="30480" y="695039"/>
                  </a:lnTo>
                  <a:lnTo>
                    <a:pt x="30480" y="701040"/>
                  </a:lnTo>
                  <a:lnTo>
                    <a:pt x="30480" y="709041"/>
                  </a:lnTo>
                  <a:lnTo>
                    <a:pt x="26384" y="709041"/>
                  </a:lnTo>
                  <a:lnTo>
                    <a:pt x="21146" y="709041"/>
                  </a:lnTo>
                  <a:lnTo>
                    <a:pt x="15050" y="709041"/>
                  </a:lnTo>
                  <a:lnTo>
                    <a:pt x="12668" y="709422"/>
                  </a:lnTo>
                  <a:lnTo>
                    <a:pt x="10954" y="710660"/>
                  </a:lnTo>
                  <a:lnTo>
                    <a:pt x="10954" y="710184"/>
                  </a:lnTo>
                  <a:lnTo>
                    <a:pt x="10858" y="709613"/>
                  </a:lnTo>
                  <a:lnTo>
                    <a:pt x="10668" y="709136"/>
                  </a:lnTo>
                  <a:lnTo>
                    <a:pt x="10382" y="708946"/>
                  </a:lnTo>
                  <a:lnTo>
                    <a:pt x="9716" y="709041"/>
                  </a:lnTo>
                  <a:lnTo>
                    <a:pt x="9716" y="709517"/>
                  </a:lnTo>
                  <a:lnTo>
                    <a:pt x="9906" y="710089"/>
                  </a:lnTo>
                  <a:lnTo>
                    <a:pt x="10001" y="710470"/>
                  </a:lnTo>
                  <a:lnTo>
                    <a:pt x="9525" y="711232"/>
                  </a:lnTo>
                  <a:lnTo>
                    <a:pt x="8858" y="711899"/>
                  </a:lnTo>
                  <a:lnTo>
                    <a:pt x="8096" y="712184"/>
                  </a:lnTo>
                  <a:lnTo>
                    <a:pt x="7334" y="711803"/>
                  </a:lnTo>
                  <a:lnTo>
                    <a:pt x="7049" y="711232"/>
                  </a:lnTo>
                  <a:lnTo>
                    <a:pt x="6953" y="710756"/>
                  </a:lnTo>
                  <a:lnTo>
                    <a:pt x="6763" y="710470"/>
                  </a:lnTo>
                  <a:lnTo>
                    <a:pt x="6191" y="710565"/>
                  </a:lnTo>
                  <a:lnTo>
                    <a:pt x="5715" y="710946"/>
                  </a:lnTo>
                  <a:lnTo>
                    <a:pt x="5620" y="711422"/>
                  </a:lnTo>
                  <a:lnTo>
                    <a:pt x="5620" y="711899"/>
                  </a:lnTo>
                  <a:lnTo>
                    <a:pt x="5525" y="712280"/>
                  </a:lnTo>
                  <a:lnTo>
                    <a:pt x="5620" y="712375"/>
                  </a:lnTo>
                  <a:lnTo>
                    <a:pt x="5810" y="712565"/>
                  </a:lnTo>
                  <a:lnTo>
                    <a:pt x="5906" y="712756"/>
                  </a:lnTo>
                  <a:lnTo>
                    <a:pt x="5715" y="712946"/>
                  </a:lnTo>
                  <a:lnTo>
                    <a:pt x="5525" y="712946"/>
                  </a:lnTo>
                  <a:lnTo>
                    <a:pt x="5048" y="712851"/>
                  </a:lnTo>
                  <a:lnTo>
                    <a:pt x="4858" y="712851"/>
                  </a:lnTo>
                  <a:lnTo>
                    <a:pt x="4477" y="713042"/>
                  </a:lnTo>
                  <a:lnTo>
                    <a:pt x="3524" y="713423"/>
                  </a:lnTo>
                  <a:lnTo>
                    <a:pt x="3143" y="713708"/>
                  </a:lnTo>
                  <a:lnTo>
                    <a:pt x="1905" y="715613"/>
                  </a:lnTo>
                  <a:lnTo>
                    <a:pt x="1905" y="715709"/>
                  </a:lnTo>
                  <a:lnTo>
                    <a:pt x="1905" y="716090"/>
                  </a:lnTo>
                  <a:lnTo>
                    <a:pt x="1715" y="716566"/>
                  </a:lnTo>
                  <a:lnTo>
                    <a:pt x="1524" y="718280"/>
                  </a:lnTo>
                  <a:lnTo>
                    <a:pt x="1048" y="719709"/>
                  </a:lnTo>
                  <a:lnTo>
                    <a:pt x="952" y="720566"/>
                  </a:lnTo>
                  <a:lnTo>
                    <a:pt x="1143" y="721138"/>
                  </a:lnTo>
                  <a:lnTo>
                    <a:pt x="1715" y="720757"/>
                  </a:lnTo>
                  <a:lnTo>
                    <a:pt x="2762" y="719614"/>
                  </a:lnTo>
                  <a:lnTo>
                    <a:pt x="2762" y="720852"/>
                  </a:lnTo>
                  <a:lnTo>
                    <a:pt x="2667" y="721995"/>
                  </a:lnTo>
                  <a:lnTo>
                    <a:pt x="2762" y="723043"/>
                  </a:lnTo>
                  <a:lnTo>
                    <a:pt x="3334" y="724091"/>
                  </a:lnTo>
                  <a:lnTo>
                    <a:pt x="4191" y="724948"/>
                  </a:lnTo>
                  <a:lnTo>
                    <a:pt x="5048" y="725424"/>
                  </a:lnTo>
                  <a:lnTo>
                    <a:pt x="6001" y="725424"/>
                  </a:lnTo>
                  <a:lnTo>
                    <a:pt x="7144" y="724757"/>
                  </a:lnTo>
                  <a:lnTo>
                    <a:pt x="6953" y="725900"/>
                  </a:lnTo>
                  <a:lnTo>
                    <a:pt x="6191" y="726186"/>
                  </a:lnTo>
                  <a:lnTo>
                    <a:pt x="5334" y="726281"/>
                  </a:lnTo>
                  <a:lnTo>
                    <a:pt x="4667" y="727043"/>
                  </a:lnTo>
                  <a:lnTo>
                    <a:pt x="4001" y="726186"/>
                  </a:lnTo>
                  <a:lnTo>
                    <a:pt x="3429" y="725996"/>
                  </a:lnTo>
                  <a:lnTo>
                    <a:pt x="2858" y="726186"/>
                  </a:lnTo>
                  <a:lnTo>
                    <a:pt x="2096" y="726567"/>
                  </a:lnTo>
                  <a:lnTo>
                    <a:pt x="2000" y="726758"/>
                  </a:lnTo>
                  <a:lnTo>
                    <a:pt x="1810" y="727520"/>
                  </a:lnTo>
                  <a:lnTo>
                    <a:pt x="1619" y="727710"/>
                  </a:lnTo>
                  <a:lnTo>
                    <a:pt x="572" y="727710"/>
                  </a:lnTo>
                  <a:lnTo>
                    <a:pt x="381" y="727710"/>
                  </a:lnTo>
                  <a:lnTo>
                    <a:pt x="0" y="728758"/>
                  </a:lnTo>
                  <a:lnTo>
                    <a:pt x="762" y="729425"/>
                  </a:lnTo>
                  <a:lnTo>
                    <a:pt x="2000" y="729806"/>
                  </a:lnTo>
                  <a:lnTo>
                    <a:pt x="4572" y="730187"/>
                  </a:lnTo>
                  <a:lnTo>
                    <a:pt x="7906" y="730091"/>
                  </a:lnTo>
                  <a:lnTo>
                    <a:pt x="8668" y="730187"/>
                  </a:lnTo>
                  <a:lnTo>
                    <a:pt x="9144" y="730377"/>
                  </a:lnTo>
                  <a:lnTo>
                    <a:pt x="9620" y="730377"/>
                  </a:lnTo>
                  <a:lnTo>
                    <a:pt x="10382" y="729806"/>
                  </a:lnTo>
                  <a:lnTo>
                    <a:pt x="10763" y="729425"/>
                  </a:lnTo>
                  <a:lnTo>
                    <a:pt x="10954" y="729044"/>
                  </a:lnTo>
                  <a:lnTo>
                    <a:pt x="10858" y="728663"/>
                  </a:lnTo>
                  <a:lnTo>
                    <a:pt x="10382" y="728282"/>
                  </a:lnTo>
                  <a:lnTo>
                    <a:pt x="14002" y="723900"/>
                  </a:lnTo>
                  <a:lnTo>
                    <a:pt x="14859" y="723138"/>
                  </a:lnTo>
                  <a:lnTo>
                    <a:pt x="16002" y="722662"/>
                  </a:lnTo>
                  <a:lnTo>
                    <a:pt x="17240" y="721900"/>
                  </a:lnTo>
                  <a:lnTo>
                    <a:pt x="19241" y="721519"/>
                  </a:lnTo>
                  <a:lnTo>
                    <a:pt x="20002" y="721043"/>
                  </a:lnTo>
                  <a:lnTo>
                    <a:pt x="20765" y="720471"/>
                  </a:lnTo>
                  <a:lnTo>
                    <a:pt x="21622" y="720090"/>
                  </a:lnTo>
                  <a:lnTo>
                    <a:pt x="23336" y="719709"/>
                  </a:lnTo>
                  <a:lnTo>
                    <a:pt x="23908" y="719328"/>
                  </a:lnTo>
                  <a:lnTo>
                    <a:pt x="24479" y="718566"/>
                  </a:lnTo>
                  <a:lnTo>
                    <a:pt x="25241" y="716852"/>
                  </a:lnTo>
                  <a:lnTo>
                    <a:pt x="25813" y="716375"/>
                  </a:lnTo>
                  <a:lnTo>
                    <a:pt x="26860" y="716185"/>
                  </a:lnTo>
                  <a:lnTo>
                    <a:pt x="28861" y="716185"/>
                  </a:lnTo>
                  <a:lnTo>
                    <a:pt x="30194" y="715899"/>
                  </a:lnTo>
                  <a:lnTo>
                    <a:pt x="31337" y="715137"/>
                  </a:lnTo>
                  <a:lnTo>
                    <a:pt x="32766" y="713708"/>
                  </a:lnTo>
                  <a:lnTo>
                    <a:pt x="33433" y="713994"/>
                  </a:lnTo>
                  <a:lnTo>
                    <a:pt x="34766" y="713423"/>
                  </a:lnTo>
                  <a:lnTo>
                    <a:pt x="35624" y="713804"/>
                  </a:lnTo>
                  <a:lnTo>
                    <a:pt x="32861" y="715899"/>
                  </a:lnTo>
                  <a:lnTo>
                    <a:pt x="32195" y="716185"/>
                  </a:lnTo>
                  <a:lnTo>
                    <a:pt x="31623" y="716375"/>
                  </a:lnTo>
                  <a:lnTo>
                    <a:pt x="30575" y="717233"/>
                  </a:lnTo>
                  <a:lnTo>
                    <a:pt x="30004" y="717423"/>
                  </a:lnTo>
                  <a:lnTo>
                    <a:pt x="28099" y="717328"/>
                  </a:lnTo>
                  <a:lnTo>
                    <a:pt x="27623" y="717423"/>
                  </a:lnTo>
                  <a:lnTo>
                    <a:pt x="26765" y="718376"/>
                  </a:lnTo>
                  <a:lnTo>
                    <a:pt x="25908" y="720566"/>
                  </a:lnTo>
                  <a:lnTo>
                    <a:pt x="24003" y="721328"/>
                  </a:lnTo>
                  <a:lnTo>
                    <a:pt x="23051" y="722090"/>
                  </a:lnTo>
                  <a:lnTo>
                    <a:pt x="21527" y="723710"/>
                  </a:lnTo>
                  <a:lnTo>
                    <a:pt x="20669" y="724948"/>
                  </a:lnTo>
                  <a:lnTo>
                    <a:pt x="20383" y="725234"/>
                  </a:lnTo>
                  <a:lnTo>
                    <a:pt x="19907" y="725424"/>
                  </a:lnTo>
                  <a:lnTo>
                    <a:pt x="18860" y="725519"/>
                  </a:lnTo>
                  <a:lnTo>
                    <a:pt x="18002" y="726091"/>
                  </a:lnTo>
                  <a:lnTo>
                    <a:pt x="16954" y="726377"/>
                  </a:lnTo>
                  <a:lnTo>
                    <a:pt x="16764" y="726567"/>
                  </a:lnTo>
                  <a:lnTo>
                    <a:pt x="16954" y="727424"/>
                  </a:lnTo>
                  <a:lnTo>
                    <a:pt x="17335" y="727520"/>
                  </a:lnTo>
                  <a:lnTo>
                    <a:pt x="17812" y="727424"/>
                  </a:lnTo>
                  <a:lnTo>
                    <a:pt x="18193" y="727615"/>
                  </a:lnTo>
                  <a:lnTo>
                    <a:pt x="18098" y="728663"/>
                  </a:lnTo>
                  <a:lnTo>
                    <a:pt x="17050" y="728663"/>
                  </a:lnTo>
                  <a:lnTo>
                    <a:pt x="14764" y="727901"/>
                  </a:lnTo>
                  <a:lnTo>
                    <a:pt x="13811" y="728472"/>
                  </a:lnTo>
                  <a:lnTo>
                    <a:pt x="13621" y="729806"/>
                  </a:lnTo>
                  <a:lnTo>
                    <a:pt x="13906" y="732568"/>
                  </a:lnTo>
                  <a:lnTo>
                    <a:pt x="13621" y="734854"/>
                  </a:lnTo>
                  <a:lnTo>
                    <a:pt x="13906" y="735616"/>
                  </a:lnTo>
                  <a:lnTo>
                    <a:pt x="14954" y="735711"/>
                  </a:lnTo>
                  <a:lnTo>
                    <a:pt x="15812" y="735140"/>
                  </a:lnTo>
                  <a:lnTo>
                    <a:pt x="15812" y="734378"/>
                  </a:lnTo>
                  <a:lnTo>
                    <a:pt x="15526" y="733520"/>
                  </a:lnTo>
                  <a:lnTo>
                    <a:pt x="15335" y="732568"/>
                  </a:lnTo>
                  <a:lnTo>
                    <a:pt x="15716" y="733044"/>
                  </a:lnTo>
                  <a:lnTo>
                    <a:pt x="16288" y="733901"/>
                  </a:lnTo>
                  <a:lnTo>
                    <a:pt x="16478" y="734187"/>
                  </a:lnTo>
                  <a:lnTo>
                    <a:pt x="16954" y="734282"/>
                  </a:lnTo>
                  <a:lnTo>
                    <a:pt x="17335" y="733997"/>
                  </a:lnTo>
                  <a:lnTo>
                    <a:pt x="17621" y="733901"/>
                  </a:lnTo>
                  <a:lnTo>
                    <a:pt x="17812" y="734568"/>
                  </a:lnTo>
                  <a:lnTo>
                    <a:pt x="16764" y="735044"/>
                  </a:lnTo>
                  <a:lnTo>
                    <a:pt x="15812" y="736092"/>
                  </a:lnTo>
                  <a:lnTo>
                    <a:pt x="15050" y="737330"/>
                  </a:lnTo>
                  <a:lnTo>
                    <a:pt x="14573" y="738473"/>
                  </a:lnTo>
                  <a:lnTo>
                    <a:pt x="14954" y="738950"/>
                  </a:lnTo>
                  <a:lnTo>
                    <a:pt x="15431" y="739045"/>
                  </a:lnTo>
                  <a:lnTo>
                    <a:pt x="16002" y="738854"/>
                  </a:lnTo>
                  <a:lnTo>
                    <a:pt x="16764" y="738378"/>
                  </a:lnTo>
                  <a:lnTo>
                    <a:pt x="16574" y="739140"/>
                  </a:lnTo>
                  <a:lnTo>
                    <a:pt x="16478" y="739902"/>
                  </a:lnTo>
                  <a:lnTo>
                    <a:pt x="16669" y="740474"/>
                  </a:lnTo>
                  <a:lnTo>
                    <a:pt x="17335" y="740759"/>
                  </a:lnTo>
                  <a:lnTo>
                    <a:pt x="18098" y="740474"/>
                  </a:lnTo>
                  <a:lnTo>
                    <a:pt x="18383" y="739997"/>
                  </a:lnTo>
                  <a:lnTo>
                    <a:pt x="18669" y="739712"/>
                  </a:lnTo>
                  <a:lnTo>
                    <a:pt x="19241" y="739997"/>
                  </a:lnTo>
                  <a:lnTo>
                    <a:pt x="19717" y="739616"/>
                  </a:lnTo>
                  <a:lnTo>
                    <a:pt x="20098" y="739521"/>
                  </a:lnTo>
                  <a:lnTo>
                    <a:pt x="20383" y="739807"/>
                  </a:lnTo>
                  <a:lnTo>
                    <a:pt x="20669" y="740378"/>
                  </a:lnTo>
                  <a:lnTo>
                    <a:pt x="20098" y="740378"/>
                  </a:lnTo>
                  <a:lnTo>
                    <a:pt x="19622" y="740664"/>
                  </a:lnTo>
                  <a:lnTo>
                    <a:pt x="19336" y="741140"/>
                  </a:lnTo>
                  <a:lnTo>
                    <a:pt x="19241" y="741807"/>
                  </a:lnTo>
                  <a:lnTo>
                    <a:pt x="19336" y="742474"/>
                  </a:lnTo>
                  <a:lnTo>
                    <a:pt x="19622" y="742950"/>
                  </a:lnTo>
                  <a:lnTo>
                    <a:pt x="20098" y="743331"/>
                  </a:lnTo>
                  <a:lnTo>
                    <a:pt x="20669" y="743712"/>
                  </a:lnTo>
                  <a:lnTo>
                    <a:pt x="20765" y="743617"/>
                  </a:lnTo>
                  <a:lnTo>
                    <a:pt x="21050" y="743426"/>
                  </a:lnTo>
                  <a:lnTo>
                    <a:pt x="21431" y="743331"/>
                  </a:lnTo>
                  <a:lnTo>
                    <a:pt x="21717" y="743331"/>
                  </a:lnTo>
                  <a:lnTo>
                    <a:pt x="21812" y="743522"/>
                  </a:lnTo>
                  <a:lnTo>
                    <a:pt x="22003" y="743903"/>
                  </a:lnTo>
                  <a:lnTo>
                    <a:pt x="22193" y="744284"/>
                  </a:lnTo>
                  <a:lnTo>
                    <a:pt x="22574" y="744474"/>
                  </a:lnTo>
                  <a:lnTo>
                    <a:pt x="23336" y="744665"/>
                  </a:lnTo>
                  <a:lnTo>
                    <a:pt x="23908" y="745046"/>
                  </a:lnTo>
                  <a:lnTo>
                    <a:pt x="24098" y="745427"/>
                  </a:lnTo>
                  <a:lnTo>
                    <a:pt x="23717" y="745617"/>
                  </a:lnTo>
                  <a:lnTo>
                    <a:pt x="22098" y="745808"/>
                  </a:lnTo>
                  <a:lnTo>
                    <a:pt x="21717" y="745903"/>
                  </a:lnTo>
                  <a:lnTo>
                    <a:pt x="20669" y="748094"/>
                  </a:lnTo>
                  <a:lnTo>
                    <a:pt x="21241" y="749141"/>
                  </a:lnTo>
                  <a:lnTo>
                    <a:pt x="22574" y="749427"/>
                  </a:lnTo>
                  <a:lnTo>
                    <a:pt x="24003" y="749141"/>
                  </a:lnTo>
                  <a:lnTo>
                    <a:pt x="24956" y="748665"/>
                  </a:lnTo>
                  <a:lnTo>
                    <a:pt x="24956" y="749332"/>
                  </a:lnTo>
                  <a:lnTo>
                    <a:pt x="24765" y="749903"/>
                  </a:lnTo>
                  <a:lnTo>
                    <a:pt x="24194" y="750951"/>
                  </a:lnTo>
                  <a:lnTo>
                    <a:pt x="23622" y="750380"/>
                  </a:lnTo>
                  <a:lnTo>
                    <a:pt x="23527" y="750189"/>
                  </a:lnTo>
                  <a:lnTo>
                    <a:pt x="23717" y="751046"/>
                  </a:lnTo>
                  <a:lnTo>
                    <a:pt x="24194" y="752094"/>
                  </a:lnTo>
                  <a:lnTo>
                    <a:pt x="24860" y="752951"/>
                  </a:lnTo>
                  <a:lnTo>
                    <a:pt x="26289" y="753523"/>
                  </a:lnTo>
                  <a:lnTo>
                    <a:pt x="26384" y="754094"/>
                  </a:lnTo>
                  <a:lnTo>
                    <a:pt x="26384" y="754666"/>
                  </a:lnTo>
                  <a:lnTo>
                    <a:pt x="26575" y="754952"/>
                  </a:lnTo>
                  <a:lnTo>
                    <a:pt x="26956" y="755142"/>
                  </a:lnTo>
                  <a:lnTo>
                    <a:pt x="28575" y="756476"/>
                  </a:lnTo>
                  <a:lnTo>
                    <a:pt x="37814" y="762762"/>
                  </a:lnTo>
                  <a:lnTo>
                    <a:pt x="46958" y="766667"/>
                  </a:lnTo>
                  <a:lnTo>
                    <a:pt x="52006" y="770192"/>
                  </a:lnTo>
                  <a:lnTo>
                    <a:pt x="55531" y="772287"/>
                  </a:lnTo>
                  <a:lnTo>
                    <a:pt x="57436" y="772859"/>
                  </a:lnTo>
                  <a:lnTo>
                    <a:pt x="62675" y="773335"/>
                  </a:lnTo>
                  <a:lnTo>
                    <a:pt x="64484" y="774097"/>
                  </a:lnTo>
                  <a:lnTo>
                    <a:pt x="66199" y="774383"/>
                  </a:lnTo>
                  <a:lnTo>
                    <a:pt x="67151" y="774954"/>
                  </a:lnTo>
                  <a:lnTo>
                    <a:pt x="69628" y="775526"/>
                  </a:lnTo>
                  <a:lnTo>
                    <a:pt x="69914" y="775716"/>
                  </a:lnTo>
                  <a:lnTo>
                    <a:pt x="70199" y="775907"/>
                  </a:lnTo>
                  <a:lnTo>
                    <a:pt x="70580" y="776097"/>
                  </a:lnTo>
                  <a:lnTo>
                    <a:pt x="71152" y="776288"/>
                  </a:lnTo>
                  <a:lnTo>
                    <a:pt x="71723" y="776383"/>
                  </a:lnTo>
                  <a:lnTo>
                    <a:pt x="73533" y="776288"/>
                  </a:lnTo>
                  <a:lnTo>
                    <a:pt x="74200" y="776478"/>
                  </a:lnTo>
                  <a:lnTo>
                    <a:pt x="75152" y="777240"/>
                  </a:lnTo>
                  <a:lnTo>
                    <a:pt x="75724" y="777431"/>
                  </a:lnTo>
                  <a:lnTo>
                    <a:pt x="79343" y="777431"/>
                  </a:lnTo>
                  <a:lnTo>
                    <a:pt x="81439" y="778002"/>
                  </a:lnTo>
                  <a:lnTo>
                    <a:pt x="82582" y="778193"/>
                  </a:lnTo>
                  <a:lnTo>
                    <a:pt x="83248" y="777716"/>
                  </a:lnTo>
                  <a:lnTo>
                    <a:pt x="84868" y="774668"/>
                  </a:lnTo>
                  <a:lnTo>
                    <a:pt x="85915" y="773621"/>
                  </a:lnTo>
                  <a:lnTo>
                    <a:pt x="87344" y="772573"/>
                  </a:lnTo>
                  <a:lnTo>
                    <a:pt x="88773" y="771811"/>
                  </a:lnTo>
                  <a:lnTo>
                    <a:pt x="89821" y="771525"/>
                  </a:lnTo>
                  <a:lnTo>
                    <a:pt x="91440" y="771239"/>
                  </a:lnTo>
                  <a:lnTo>
                    <a:pt x="94393" y="770192"/>
                  </a:lnTo>
                  <a:lnTo>
                    <a:pt x="97346" y="769715"/>
                  </a:lnTo>
                  <a:lnTo>
                    <a:pt x="100775" y="768287"/>
                  </a:lnTo>
                  <a:lnTo>
                    <a:pt x="103823" y="767906"/>
                  </a:lnTo>
                  <a:lnTo>
                    <a:pt x="104680" y="767620"/>
                  </a:lnTo>
                  <a:lnTo>
                    <a:pt x="104489" y="766953"/>
                  </a:lnTo>
                  <a:lnTo>
                    <a:pt x="103823" y="766286"/>
                  </a:lnTo>
                  <a:lnTo>
                    <a:pt x="103251" y="765905"/>
                  </a:lnTo>
                  <a:lnTo>
                    <a:pt x="104394" y="763905"/>
                  </a:lnTo>
                  <a:lnTo>
                    <a:pt x="104203" y="764381"/>
                  </a:lnTo>
                  <a:lnTo>
                    <a:pt x="104108" y="764858"/>
                  </a:lnTo>
                  <a:lnTo>
                    <a:pt x="104299" y="765239"/>
                  </a:lnTo>
                  <a:lnTo>
                    <a:pt x="104870" y="765429"/>
                  </a:lnTo>
                  <a:lnTo>
                    <a:pt x="105251" y="765429"/>
                  </a:lnTo>
                  <a:lnTo>
                    <a:pt x="105347" y="765524"/>
                  </a:lnTo>
                  <a:lnTo>
                    <a:pt x="105442" y="765715"/>
                  </a:lnTo>
                  <a:lnTo>
                    <a:pt x="105632" y="766001"/>
                  </a:lnTo>
                  <a:lnTo>
                    <a:pt x="106109" y="766382"/>
                  </a:lnTo>
                  <a:lnTo>
                    <a:pt x="106394" y="766382"/>
                  </a:lnTo>
                  <a:lnTo>
                    <a:pt x="106585" y="766191"/>
                  </a:lnTo>
                  <a:lnTo>
                    <a:pt x="106966" y="766096"/>
                  </a:lnTo>
                  <a:lnTo>
                    <a:pt x="108299" y="766096"/>
                  </a:lnTo>
                  <a:lnTo>
                    <a:pt x="109252" y="765715"/>
                  </a:lnTo>
                  <a:lnTo>
                    <a:pt x="109728" y="764858"/>
                  </a:lnTo>
                  <a:lnTo>
                    <a:pt x="109823" y="763429"/>
                  </a:lnTo>
                  <a:lnTo>
                    <a:pt x="110681" y="764191"/>
                  </a:lnTo>
                  <a:lnTo>
                    <a:pt x="111157" y="765048"/>
                  </a:lnTo>
                  <a:lnTo>
                    <a:pt x="111728" y="765810"/>
                  </a:lnTo>
                  <a:lnTo>
                    <a:pt x="112871" y="766096"/>
                  </a:lnTo>
                  <a:lnTo>
                    <a:pt x="112967" y="766191"/>
                  </a:lnTo>
                  <a:lnTo>
                    <a:pt x="113348" y="766572"/>
                  </a:lnTo>
                  <a:lnTo>
                    <a:pt x="113538" y="766953"/>
                  </a:lnTo>
                  <a:lnTo>
                    <a:pt x="113824" y="766858"/>
                  </a:lnTo>
                  <a:lnTo>
                    <a:pt x="114110" y="766667"/>
                  </a:lnTo>
                  <a:lnTo>
                    <a:pt x="114300" y="766572"/>
                  </a:lnTo>
                  <a:lnTo>
                    <a:pt x="114681" y="766572"/>
                  </a:lnTo>
                  <a:lnTo>
                    <a:pt x="114967" y="766667"/>
                  </a:lnTo>
                  <a:lnTo>
                    <a:pt x="115157" y="766858"/>
                  </a:lnTo>
                  <a:lnTo>
                    <a:pt x="115443" y="767144"/>
                  </a:lnTo>
                  <a:lnTo>
                    <a:pt x="115824" y="767334"/>
                  </a:lnTo>
                  <a:lnTo>
                    <a:pt x="116110" y="767239"/>
                  </a:lnTo>
                  <a:lnTo>
                    <a:pt x="116396" y="767048"/>
                  </a:lnTo>
                  <a:lnTo>
                    <a:pt x="116681" y="766953"/>
                  </a:lnTo>
                  <a:lnTo>
                    <a:pt x="117824" y="766953"/>
                  </a:lnTo>
                  <a:lnTo>
                    <a:pt x="118205" y="766858"/>
                  </a:lnTo>
                  <a:lnTo>
                    <a:pt x="118586" y="766572"/>
                  </a:lnTo>
                  <a:lnTo>
                    <a:pt x="118777" y="766096"/>
                  </a:lnTo>
                  <a:lnTo>
                    <a:pt x="118872" y="765334"/>
                  </a:lnTo>
                  <a:lnTo>
                    <a:pt x="118872" y="764572"/>
                  </a:lnTo>
                  <a:lnTo>
                    <a:pt x="118777" y="764096"/>
                  </a:lnTo>
                  <a:lnTo>
                    <a:pt x="118777" y="763619"/>
                  </a:lnTo>
                  <a:lnTo>
                    <a:pt x="119253" y="762286"/>
                  </a:lnTo>
                  <a:lnTo>
                    <a:pt x="118872" y="761714"/>
                  </a:lnTo>
                  <a:lnTo>
                    <a:pt x="118681" y="761048"/>
                  </a:lnTo>
                  <a:lnTo>
                    <a:pt x="118586" y="760286"/>
                  </a:lnTo>
                  <a:lnTo>
                    <a:pt x="118586" y="759714"/>
                  </a:lnTo>
                  <a:lnTo>
                    <a:pt x="119253" y="758762"/>
                  </a:lnTo>
                  <a:lnTo>
                    <a:pt x="121348" y="757619"/>
                  </a:lnTo>
                  <a:lnTo>
                    <a:pt x="121825" y="757142"/>
                  </a:lnTo>
                  <a:lnTo>
                    <a:pt x="122206" y="756285"/>
                  </a:lnTo>
                  <a:lnTo>
                    <a:pt x="123063" y="756666"/>
                  </a:lnTo>
                  <a:lnTo>
                    <a:pt x="124015" y="757714"/>
                  </a:lnTo>
                  <a:lnTo>
                    <a:pt x="124682" y="758571"/>
                  </a:lnTo>
                  <a:lnTo>
                    <a:pt x="125159" y="759619"/>
                  </a:lnTo>
                  <a:lnTo>
                    <a:pt x="125444" y="760952"/>
                  </a:lnTo>
                  <a:lnTo>
                    <a:pt x="125349" y="762286"/>
                  </a:lnTo>
                  <a:lnTo>
                    <a:pt x="124873" y="763429"/>
                  </a:lnTo>
                  <a:lnTo>
                    <a:pt x="124587" y="763905"/>
                  </a:lnTo>
                  <a:lnTo>
                    <a:pt x="124206" y="764762"/>
                  </a:lnTo>
                  <a:lnTo>
                    <a:pt x="123825" y="765334"/>
                  </a:lnTo>
                  <a:lnTo>
                    <a:pt x="123253" y="765715"/>
                  </a:lnTo>
                  <a:lnTo>
                    <a:pt x="122587" y="765715"/>
                  </a:lnTo>
                  <a:lnTo>
                    <a:pt x="122015" y="765524"/>
                  </a:lnTo>
                  <a:lnTo>
                    <a:pt x="121539" y="765524"/>
                  </a:lnTo>
                  <a:lnTo>
                    <a:pt x="120682" y="766191"/>
                  </a:lnTo>
                  <a:lnTo>
                    <a:pt x="118967" y="768191"/>
                  </a:lnTo>
                  <a:lnTo>
                    <a:pt x="118110" y="768572"/>
                  </a:lnTo>
                  <a:lnTo>
                    <a:pt x="117443" y="769144"/>
                  </a:lnTo>
                  <a:lnTo>
                    <a:pt x="115729" y="772573"/>
                  </a:lnTo>
                  <a:lnTo>
                    <a:pt x="114776" y="773525"/>
                  </a:lnTo>
                  <a:lnTo>
                    <a:pt x="114586" y="773716"/>
                  </a:lnTo>
                  <a:lnTo>
                    <a:pt x="114490" y="774383"/>
                  </a:lnTo>
                  <a:lnTo>
                    <a:pt x="114586" y="775716"/>
                  </a:lnTo>
                  <a:lnTo>
                    <a:pt x="114395" y="776288"/>
                  </a:lnTo>
                  <a:lnTo>
                    <a:pt x="111633" y="780383"/>
                  </a:lnTo>
                  <a:lnTo>
                    <a:pt x="109919" y="783622"/>
                  </a:lnTo>
                  <a:lnTo>
                    <a:pt x="108490" y="785527"/>
                  </a:lnTo>
                  <a:lnTo>
                    <a:pt x="107537" y="787622"/>
                  </a:lnTo>
                  <a:lnTo>
                    <a:pt x="106966" y="788480"/>
                  </a:lnTo>
                  <a:lnTo>
                    <a:pt x="105156" y="789337"/>
                  </a:lnTo>
                  <a:lnTo>
                    <a:pt x="100679" y="788765"/>
                  </a:lnTo>
                  <a:lnTo>
                    <a:pt x="98679" y="788956"/>
                  </a:lnTo>
                  <a:lnTo>
                    <a:pt x="97727" y="789623"/>
                  </a:lnTo>
                  <a:lnTo>
                    <a:pt x="97346" y="789718"/>
                  </a:lnTo>
                  <a:lnTo>
                    <a:pt x="96202" y="789813"/>
                  </a:lnTo>
                  <a:lnTo>
                    <a:pt x="96107" y="789718"/>
                  </a:lnTo>
                  <a:lnTo>
                    <a:pt x="95536" y="790099"/>
                  </a:lnTo>
                  <a:lnTo>
                    <a:pt x="92583" y="792861"/>
                  </a:lnTo>
                  <a:lnTo>
                    <a:pt x="91535" y="793623"/>
                  </a:lnTo>
                  <a:lnTo>
                    <a:pt x="90392" y="794099"/>
                  </a:lnTo>
                  <a:lnTo>
                    <a:pt x="89726" y="794099"/>
                  </a:lnTo>
                  <a:lnTo>
                    <a:pt x="89249" y="794004"/>
                  </a:lnTo>
                  <a:lnTo>
                    <a:pt x="88773" y="794195"/>
                  </a:lnTo>
                  <a:lnTo>
                    <a:pt x="88202" y="794861"/>
                  </a:lnTo>
                  <a:lnTo>
                    <a:pt x="87916" y="795528"/>
                  </a:lnTo>
                  <a:lnTo>
                    <a:pt x="87725" y="796195"/>
                  </a:lnTo>
                  <a:lnTo>
                    <a:pt x="87440" y="796671"/>
                  </a:lnTo>
                  <a:lnTo>
                    <a:pt x="86773" y="796766"/>
                  </a:lnTo>
                  <a:lnTo>
                    <a:pt x="86487" y="796481"/>
                  </a:lnTo>
                  <a:lnTo>
                    <a:pt x="84011" y="793623"/>
                  </a:lnTo>
                  <a:lnTo>
                    <a:pt x="83534" y="793242"/>
                  </a:lnTo>
                  <a:lnTo>
                    <a:pt x="83153" y="794099"/>
                  </a:lnTo>
                  <a:lnTo>
                    <a:pt x="82296" y="796671"/>
                  </a:lnTo>
                  <a:lnTo>
                    <a:pt x="81820" y="797528"/>
                  </a:lnTo>
                  <a:lnTo>
                    <a:pt x="81534" y="797528"/>
                  </a:lnTo>
                  <a:lnTo>
                    <a:pt x="80772" y="797243"/>
                  </a:lnTo>
                  <a:lnTo>
                    <a:pt x="80486" y="797147"/>
                  </a:lnTo>
                  <a:lnTo>
                    <a:pt x="80201" y="797243"/>
                  </a:lnTo>
                  <a:lnTo>
                    <a:pt x="80010" y="797528"/>
                  </a:lnTo>
                  <a:lnTo>
                    <a:pt x="79819" y="797814"/>
                  </a:lnTo>
                  <a:lnTo>
                    <a:pt x="79629" y="798005"/>
                  </a:lnTo>
                  <a:lnTo>
                    <a:pt x="79343" y="798386"/>
                  </a:lnTo>
                  <a:lnTo>
                    <a:pt x="79057" y="798957"/>
                  </a:lnTo>
                  <a:lnTo>
                    <a:pt x="78677" y="799243"/>
                  </a:lnTo>
                  <a:lnTo>
                    <a:pt x="78105" y="798767"/>
                  </a:lnTo>
                  <a:lnTo>
                    <a:pt x="77629" y="799529"/>
                  </a:lnTo>
                  <a:lnTo>
                    <a:pt x="77534" y="799910"/>
                  </a:lnTo>
                  <a:lnTo>
                    <a:pt x="77438" y="800386"/>
                  </a:lnTo>
                  <a:lnTo>
                    <a:pt x="76676" y="799910"/>
                  </a:lnTo>
                  <a:lnTo>
                    <a:pt x="74962" y="799529"/>
                  </a:lnTo>
                  <a:lnTo>
                    <a:pt x="74200" y="799148"/>
                  </a:lnTo>
                  <a:lnTo>
                    <a:pt x="74581" y="798386"/>
                  </a:lnTo>
                  <a:lnTo>
                    <a:pt x="74486" y="797243"/>
                  </a:lnTo>
                  <a:lnTo>
                    <a:pt x="73819" y="794957"/>
                  </a:lnTo>
                  <a:lnTo>
                    <a:pt x="73438" y="794957"/>
                  </a:lnTo>
                  <a:lnTo>
                    <a:pt x="72866" y="795338"/>
                  </a:lnTo>
                  <a:lnTo>
                    <a:pt x="72390" y="795147"/>
                  </a:lnTo>
                  <a:lnTo>
                    <a:pt x="72104" y="795147"/>
                  </a:lnTo>
                  <a:lnTo>
                    <a:pt x="72009" y="796100"/>
                  </a:lnTo>
                  <a:lnTo>
                    <a:pt x="72200" y="796957"/>
                  </a:lnTo>
                  <a:lnTo>
                    <a:pt x="72485" y="797624"/>
                  </a:lnTo>
                  <a:lnTo>
                    <a:pt x="72676" y="798290"/>
                  </a:lnTo>
                  <a:lnTo>
                    <a:pt x="72390" y="799148"/>
                  </a:lnTo>
                  <a:lnTo>
                    <a:pt x="72104" y="799243"/>
                  </a:lnTo>
                  <a:lnTo>
                    <a:pt x="71723" y="799243"/>
                  </a:lnTo>
                  <a:lnTo>
                    <a:pt x="71438" y="799338"/>
                  </a:lnTo>
                  <a:lnTo>
                    <a:pt x="71342" y="799624"/>
                  </a:lnTo>
                  <a:lnTo>
                    <a:pt x="70580" y="800672"/>
                  </a:lnTo>
                  <a:lnTo>
                    <a:pt x="70295" y="800957"/>
                  </a:lnTo>
                  <a:lnTo>
                    <a:pt x="69723" y="801243"/>
                  </a:lnTo>
                  <a:lnTo>
                    <a:pt x="67913" y="801624"/>
                  </a:lnTo>
                  <a:lnTo>
                    <a:pt x="63913" y="801719"/>
                  </a:lnTo>
                  <a:lnTo>
                    <a:pt x="63246" y="802005"/>
                  </a:lnTo>
                  <a:lnTo>
                    <a:pt x="62675" y="803053"/>
                  </a:lnTo>
                  <a:lnTo>
                    <a:pt x="60103" y="804291"/>
                  </a:lnTo>
                  <a:lnTo>
                    <a:pt x="56198" y="804863"/>
                  </a:lnTo>
                  <a:lnTo>
                    <a:pt x="56198" y="804482"/>
                  </a:lnTo>
                  <a:lnTo>
                    <a:pt x="55054" y="803815"/>
                  </a:lnTo>
                  <a:lnTo>
                    <a:pt x="54197" y="802958"/>
                  </a:lnTo>
                  <a:lnTo>
                    <a:pt x="54007" y="801815"/>
                  </a:lnTo>
                  <a:lnTo>
                    <a:pt x="54864" y="800576"/>
                  </a:lnTo>
                  <a:lnTo>
                    <a:pt x="54674" y="799624"/>
                  </a:lnTo>
                  <a:lnTo>
                    <a:pt x="55912" y="797814"/>
                  </a:lnTo>
                  <a:lnTo>
                    <a:pt x="55721" y="796862"/>
                  </a:lnTo>
                  <a:lnTo>
                    <a:pt x="54959" y="796195"/>
                  </a:lnTo>
                  <a:lnTo>
                    <a:pt x="54483" y="796100"/>
                  </a:lnTo>
                  <a:lnTo>
                    <a:pt x="54007" y="796481"/>
                  </a:lnTo>
                  <a:lnTo>
                    <a:pt x="53245" y="797243"/>
                  </a:lnTo>
                  <a:lnTo>
                    <a:pt x="52864" y="797433"/>
                  </a:lnTo>
                  <a:lnTo>
                    <a:pt x="52483" y="797338"/>
                  </a:lnTo>
                  <a:lnTo>
                    <a:pt x="52102" y="797147"/>
                  </a:lnTo>
                  <a:lnTo>
                    <a:pt x="51626" y="797147"/>
                  </a:lnTo>
                  <a:lnTo>
                    <a:pt x="51149" y="797338"/>
                  </a:lnTo>
                  <a:lnTo>
                    <a:pt x="50292" y="797814"/>
                  </a:lnTo>
                  <a:lnTo>
                    <a:pt x="49816" y="797909"/>
                  </a:lnTo>
                  <a:lnTo>
                    <a:pt x="48958" y="797814"/>
                  </a:lnTo>
                  <a:lnTo>
                    <a:pt x="48482" y="797338"/>
                  </a:lnTo>
                  <a:lnTo>
                    <a:pt x="47720" y="796004"/>
                  </a:lnTo>
                  <a:lnTo>
                    <a:pt x="48101" y="795433"/>
                  </a:lnTo>
                  <a:lnTo>
                    <a:pt x="49054" y="794957"/>
                  </a:lnTo>
                  <a:lnTo>
                    <a:pt x="49435" y="794385"/>
                  </a:lnTo>
                  <a:lnTo>
                    <a:pt x="49625" y="793623"/>
                  </a:lnTo>
                  <a:lnTo>
                    <a:pt x="49435" y="793242"/>
                  </a:lnTo>
                  <a:lnTo>
                    <a:pt x="49054" y="793147"/>
                  </a:lnTo>
                  <a:lnTo>
                    <a:pt x="47720" y="794195"/>
                  </a:lnTo>
                  <a:lnTo>
                    <a:pt x="45625" y="795338"/>
                  </a:lnTo>
                  <a:lnTo>
                    <a:pt x="44863" y="796004"/>
                  </a:lnTo>
                  <a:lnTo>
                    <a:pt x="44387" y="796671"/>
                  </a:lnTo>
                  <a:lnTo>
                    <a:pt x="43910" y="797528"/>
                  </a:lnTo>
                  <a:lnTo>
                    <a:pt x="43529" y="798481"/>
                  </a:lnTo>
                  <a:lnTo>
                    <a:pt x="43434" y="799624"/>
                  </a:lnTo>
                  <a:lnTo>
                    <a:pt x="43244" y="800576"/>
                  </a:lnTo>
                  <a:lnTo>
                    <a:pt x="42767" y="801434"/>
                  </a:lnTo>
                  <a:lnTo>
                    <a:pt x="42386" y="802386"/>
                  </a:lnTo>
                  <a:lnTo>
                    <a:pt x="42386" y="803720"/>
                  </a:lnTo>
                  <a:lnTo>
                    <a:pt x="42863" y="804767"/>
                  </a:lnTo>
                  <a:lnTo>
                    <a:pt x="44291" y="807053"/>
                  </a:lnTo>
                  <a:lnTo>
                    <a:pt x="45053" y="808863"/>
                  </a:lnTo>
                  <a:lnTo>
                    <a:pt x="46006" y="809911"/>
                  </a:lnTo>
                  <a:lnTo>
                    <a:pt x="47911" y="811530"/>
                  </a:lnTo>
                  <a:lnTo>
                    <a:pt x="50197" y="814864"/>
                  </a:lnTo>
                  <a:lnTo>
                    <a:pt x="50768" y="816197"/>
                  </a:lnTo>
                  <a:lnTo>
                    <a:pt x="51626" y="816959"/>
                  </a:lnTo>
                  <a:lnTo>
                    <a:pt x="53245" y="818102"/>
                  </a:lnTo>
                  <a:lnTo>
                    <a:pt x="55721" y="821627"/>
                  </a:lnTo>
                  <a:lnTo>
                    <a:pt x="56483" y="822293"/>
                  </a:lnTo>
                  <a:lnTo>
                    <a:pt x="58102" y="823532"/>
                  </a:lnTo>
                  <a:lnTo>
                    <a:pt x="62960" y="828199"/>
                  </a:lnTo>
                  <a:lnTo>
                    <a:pt x="64008" y="828770"/>
                  </a:lnTo>
                  <a:lnTo>
                    <a:pt x="64675" y="828580"/>
                  </a:lnTo>
                  <a:lnTo>
                    <a:pt x="65913" y="827437"/>
                  </a:lnTo>
                  <a:lnTo>
                    <a:pt x="66104" y="828294"/>
                  </a:lnTo>
                  <a:lnTo>
                    <a:pt x="65913" y="829913"/>
                  </a:lnTo>
                  <a:lnTo>
                    <a:pt x="66199" y="830866"/>
                  </a:lnTo>
                  <a:lnTo>
                    <a:pt x="67723" y="832771"/>
                  </a:lnTo>
                  <a:lnTo>
                    <a:pt x="68675" y="833628"/>
                  </a:lnTo>
                  <a:lnTo>
                    <a:pt x="70390" y="834390"/>
                  </a:lnTo>
                  <a:lnTo>
                    <a:pt x="71533" y="836200"/>
                  </a:lnTo>
                  <a:lnTo>
                    <a:pt x="72581" y="837057"/>
                  </a:lnTo>
                  <a:lnTo>
                    <a:pt x="74295" y="839248"/>
                  </a:lnTo>
                  <a:lnTo>
                    <a:pt x="75152" y="840105"/>
                  </a:lnTo>
                  <a:lnTo>
                    <a:pt x="78391" y="842010"/>
                  </a:lnTo>
                  <a:lnTo>
                    <a:pt x="85058" y="849059"/>
                  </a:lnTo>
                  <a:lnTo>
                    <a:pt x="85820" y="849725"/>
                  </a:lnTo>
                  <a:lnTo>
                    <a:pt x="86773" y="850202"/>
                  </a:lnTo>
                  <a:lnTo>
                    <a:pt x="87821" y="850392"/>
                  </a:lnTo>
                  <a:lnTo>
                    <a:pt x="88106" y="852202"/>
                  </a:lnTo>
                  <a:lnTo>
                    <a:pt x="89726" y="854678"/>
                  </a:lnTo>
                  <a:lnTo>
                    <a:pt x="93250" y="858869"/>
                  </a:lnTo>
                  <a:lnTo>
                    <a:pt x="95726" y="861251"/>
                  </a:lnTo>
                  <a:lnTo>
                    <a:pt x="96107" y="861822"/>
                  </a:lnTo>
                  <a:lnTo>
                    <a:pt x="96393" y="862298"/>
                  </a:lnTo>
                  <a:lnTo>
                    <a:pt x="100965" y="868204"/>
                  </a:lnTo>
                  <a:lnTo>
                    <a:pt x="105918" y="872204"/>
                  </a:lnTo>
                  <a:lnTo>
                    <a:pt x="111823" y="877729"/>
                  </a:lnTo>
                  <a:lnTo>
                    <a:pt x="113728" y="878967"/>
                  </a:lnTo>
                  <a:lnTo>
                    <a:pt x="115634" y="880777"/>
                  </a:lnTo>
                  <a:lnTo>
                    <a:pt x="118872" y="882110"/>
                  </a:lnTo>
                  <a:lnTo>
                    <a:pt x="119825" y="882872"/>
                  </a:lnTo>
                  <a:lnTo>
                    <a:pt x="121634" y="884777"/>
                  </a:lnTo>
                  <a:lnTo>
                    <a:pt x="122206" y="885158"/>
                  </a:lnTo>
                  <a:lnTo>
                    <a:pt x="123349" y="885444"/>
                  </a:lnTo>
                  <a:lnTo>
                    <a:pt x="126397" y="887444"/>
                  </a:lnTo>
                  <a:lnTo>
                    <a:pt x="134684" y="890873"/>
                  </a:lnTo>
                  <a:lnTo>
                    <a:pt x="136398" y="892207"/>
                  </a:lnTo>
                  <a:lnTo>
                    <a:pt x="136874" y="892493"/>
                  </a:lnTo>
                  <a:lnTo>
                    <a:pt x="137446" y="892397"/>
                  </a:lnTo>
                  <a:lnTo>
                    <a:pt x="138017" y="892112"/>
                  </a:lnTo>
                  <a:lnTo>
                    <a:pt x="138589" y="891921"/>
                  </a:lnTo>
                  <a:lnTo>
                    <a:pt x="139160" y="892207"/>
                  </a:lnTo>
                  <a:lnTo>
                    <a:pt x="140018" y="892969"/>
                  </a:lnTo>
                  <a:lnTo>
                    <a:pt x="140970" y="893350"/>
                  </a:lnTo>
                  <a:lnTo>
                    <a:pt x="142018" y="893445"/>
                  </a:lnTo>
                  <a:lnTo>
                    <a:pt x="148971" y="893064"/>
                  </a:lnTo>
                  <a:lnTo>
                    <a:pt x="149447" y="893064"/>
                  </a:lnTo>
                  <a:lnTo>
                    <a:pt x="150400" y="892397"/>
                  </a:lnTo>
                  <a:lnTo>
                    <a:pt x="150686" y="891540"/>
                  </a:lnTo>
                  <a:lnTo>
                    <a:pt x="150781" y="891254"/>
                  </a:lnTo>
                  <a:lnTo>
                    <a:pt x="151638" y="891064"/>
                  </a:lnTo>
                  <a:lnTo>
                    <a:pt x="152686" y="891254"/>
                  </a:lnTo>
                  <a:lnTo>
                    <a:pt x="153638" y="891350"/>
                  </a:lnTo>
                  <a:lnTo>
                    <a:pt x="154210" y="890969"/>
                  </a:lnTo>
                  <a:lnTo>
                    <a:pt x="154781" y="890397"/>
                  </a:lnTo>
                  <a:lnTo>
                    <a:pt x="155448" y="890016"/>
                  </a:lnTo>
                  <a:lnTo>
                    <a:pt x="156210" y="890207"/>
                  </a:lnTo>
                  <a:lnTo>
                    <a:pt x="156591" y="889826"/>
                  </a:lnTo>
                  <a:lnTo>
                    <a:pt x="157829" y="889921"/>
                  </a:lnTo>
                  <a:lnTo>
                    <a:pt x="167164" y="885254"/>
                  </a:lnTo>
                  <a:lnTo>
                    <a:pt x="170307" y="884682"/>
                  </a:lnTo>
                  <a:lnTo>
                    <a:pt x="174784" y="883253"/>
                  </a:lnTo>
                  <a:lnTo>
                    <a:pt x="175736" y="882396"/>
                  </a:lnTo>
                  <a:lnTo>
                    <a:pt x="175927" y="881444"/>
                  </a:lnTo>
                  <a:lnTo>
                    <a:pt x="176403" y="880777"/>
                  </a:lnTo>
                  <a:lnTo>
                    <a:pt x="178689" y="878777"/>
                  </a:lnTo>
                  <a:lnTo>
                    <a:pt x="179451" y="878300"/>
                  </a:lnTo>
                  <a:lnTo>
                    <a:pt x="180403" y="878015"/>
                  </a:lnTo>
                  <a:lnTo>
                    <a:pt x="180023" y="878396"/>
                  </a:lnTo>
                  <a:lnTo>
                    <a:pt x="179737" y="878777"/>
                  </a:lnTo>
                  <a:lnTo>
                    <a:pt x="179356" y="879634"/>
                  </a:lnTo>
                  <a:lnTo>
                    <a:pt x="181165" y="879253"/>
                  </a:lnTo>
                  <a:lnTo>
                    <a:pt x="184118" y="877062"/>
                  </a:lnTo>
                  <a:lnTo>
                    <a:pt x="186404" y="876205"/>
                  </a:lnTo>
                  <a:lnTo>
                    <a:pt x="188214" y="875062"/>
                  </a:lnTo>
                  <a:lnTo>
                    <a:pt x="188881" y="875157"/>
                  </a:lnTo>
                  <a:lnTo>
                    <a:pt x="189548" y="875348"/>
                  </a:lnTo>
                  <a:lnTo>
                    <a:pt x="190595" y="875062"/>
                  </a:lnTo>
                  <a:lnTo>
                    <a:pt x="191929" y="874205"/>
                  </a:lnTo>
                  <a:lnTo>
                    <a:pt x="192881" y="873347"/>
                  </a:lnTo>
                  <a:lnTo>
                    <a:pt x="199168" y="869537"/>
                  </a:lnTo>
                  <a:lnTo>
                    <a:pt x="201644" y="869442"/>
                  </a:lnTo>
                  <a:lnTo>
                    <a:pt x="202597" y="869252"/>
                  </a:lnTo>
                  <a:lnTo>
                    <a:pt x="206026" y="867442"/>
                  </a:lnTo>
                  <a:lnTo>
                    <a:pt x="206407" y="867061"/>
                  </a:lnTo>
                  <a:lnTo>
                    <a:pt x="206597" y="866680"/>
                  </a:lnTo>
                  <a:lnTo>
                    <a:pt x="207073" y="866394"/>
                  </a:lnTo>
                  <a:lnTo>
                    <a:pt x="207550" y="866204"/>
                  </a:lnTo>
                  <a:lnTo>
                    <a:pt x="207836" y="866013"/>
                  </a:lnTo>
                  <a:lnTo>
                    <a:pt x="208598" y="865251"/>
                  </a:lnTo>
                  <a:lnTo>
                    <a:pt x="208598" y="864299"/>
                  </a:lnTo>
                  <a:lnTo>
                    <a:pt x="208026" y="863060"/>
                  </a:lnTo>
                  <a:lnTo>
                    <a:pt x="207836" y="862489"/>
                  </a:lnTo>
                  <a:lnTo>
                    <a:pt x="208026" y="862203"/>
                  </a:lnTo>
                  <a:lnTo>
                    <a:pt x="208312" y="861822"/>
                  </a:lnTo>
                  <a:lnTo>
                    <a:pt x="208502" y="861251"/>
                  </a:lnTo>
                  <a:lnTo>
                    <a:pt x="208217" y="860489"/>
                  </a:lnTo>
                  <a:lnTo>
                    <a:pt x="208788" y="860393"/>
                  </a:lnTo>
                  <a:lnTo>
                    <a:pt x="208978" y="860012"/>
                  </a:lnTo>
                  <a:lnTo>
                    <a:pt x="208883" y="859536"/>
                  </a:lnTo>
                  <a:lnTo>
                    <a:pt x="208598" y="858965"/>
                  </a:lnTo>
                  <a:lnTo>
                    <a:pt x="209169" y="858488"/>
                  </a:lnTo>
                  <a:lnTo>
                    <a:pt x="211074" y="856393"/>
                  </a:lnTo>
                  <a:lnTo>
                    <a:pt x="211455" y="855631"/>
                  </a:lnTo>
                  <a:lnTo>
                    <a:pt x="211836" y="854583"/>
                  </a:lnTo>
                  <a:lnTo>
                    <a:pt x="214598" y="851630"/>
                  </a:lnTo>
                  <a:lnTo>
                    <a:pt x="215741" y="849630"/>
                  </a:lnTo>
                  <a:lnTo>
                    <a:pt x="217456" y="843153"/>
                  </a:lnTo>
                  <a:lnTo>
                    <a:pt x="217646" y="842867"/>
                  </a:lnTo>
                  <a:lnTo>
                    <a:pt x="218313" y="842201"/>
                  </a:lnTo>
                  <a:lnTo>
                    <a:pt x="218503" y="841915"/>
                  </a:lnTo>
                  <a:lnTo>
                    <a:pt x="218694" y="841343"/>
                  </a:lnTo>
                  <a:lnTo>
                    <a:pt x="218694" y="840962"/>
                  </a:lnTo>
                  <a:lnTo>
                    <a:pt x="218599" y="840486"/>
                  </a:lnTo>
                  <a:lnTo>
                    <a:pt x="218503" y="839819"/>
                  </a:lnTo>
                  <a:lnTo>
                    <a:pt x="218313" y="839534"/>
                  </a:lnTo>
                  <a:lnTo>
                    <a:pt x="217932" y="839248"/>
                  </a:lnTo>
                  <a:lnTo>
                    <a:pt x="217551" y="838867"/>
                  </a:lnTo>
                  <a:lnTo>
                    <a:pt x="217170" y="837819"/>
                  </a:lnTo>
                  <a:lnTo>
                    <a:pt x="216694" y="837724"/>
                  </a:lnTo>
                  <a:lnTo>
                    <a:pt x="216122" y="837819"/>
                  </a:lnTo>
                  <a:lnTo>
                    <a:pt x="215551" y="837819"/>
                  </a:lnTo>
                  <a:lnTo>
                    <a:pt x="214979" y="837533"/>
                  </a:lnTo>
                  <a:lnTo>
                    <a:pt x="214598" y="837248"/>
                  </a:lnTo>
                  <a:lnTo>
                    <a:pt x="214313" y="836962"/>
                  </a:lnTo>
                  <a:lnTo>
                    <a:pt x="214027" y="836581"/>
                  </a:lnTo>
                  <a:lnTo>
                    <a:pt x="213360" y="834581"/>
                  </a:lnTo>
                  <a:lnTo>
                    <a:pt x="213265" y="834485"/>
                  </a:lnTo>
                  <a:lnTo>
                    <a:pt x="213074" y="834009"/>
                  </a:lnTo>
                  <a:lnTo>
                    <a:pt x="212122" y="833533"/>
                  </a:lnTo>
                  <a:lnTo>
                    <a:pt x="211931" y="832866"/>
                  </a:lnTo>
                  <a:lnTo>
                    <a:pt x="211836" y="832104"/>
                  </a:lnTo>
                  <a:lnTo>
                    <a:pt x="211550" y="831914"/>
                  </a:lnTo>
                  <a:lnTo>
                    <a:pt x="208978" y="832866"/>
                  </a:lnTo>
                  <a:lnTo>
                    <a:pt x="208217" y="832961"/>
                  </a:lnTo>
                  <a:lnTo>
                    <a:pt x="207359" y="832390"/>
                  </a:lnTo>
                  <a:lnTo>
                    <a:pt x="206693" y="832199"/>
                  </a:lnTo>
                  <a:lnTo>
                    <a:pt x="205740" y="832390"/>
                  </a:lnTo>
                  <a:lnTo>
                    <a:pt x="204026" y="833057"/>
                  </a:lnTo>
                  <a:lnTo>
                    <a:pt x="204026" y="832676"/>
                  </a:lnTo>
                  <a:lnTo>
                    <a:pt x="204026" y="831914"/>
                  </a:lnTo>
                  <a:lnTo>
                    <a:pt x="204026" y="831533"/>
                  </a:lnTo>
                  <a:lnTo>
                    <a:pt x="203359" y="831818"/>
                  </a:lnTo>
                  <a:lnTo>
                    <a:pt x="203168" y="832009"/>
                  </a:lnTo>
                  <a:lnTo>
                    <a:pt x="202978" y="832295"/>
                  </a:lnTo>
                  <a:lnTo>
                    <a:pt x="202692" y="831628"/>
                  </a:lnTo>
                  <a:lnTo>
                    <a:pt x="202597" y="830866"/>
                  </a:lnTo>
                  <a:lnTo>
                    <a:pt x="202597" y="829342"/>
                  </a:lnTo>
                  <a:lnTo>
                    <a:pt x="202692" y="828485"/>
                  </a:lnTo>
                  <a:lnTo>
                    <a:pt x="203073" y="828294"/>
                  </a:lnTo>
                  <a:lnTo>
                    <a:pt x="206121" y="829628"/>
                  </a:lnTo>
                  <a:lnTo>
                    <a:pt x="207359" y="829818"/>
                  </a:lnTo>
                  <a:lnTo>
                    <a:pt x="208312" y="829532"/>
                  </a:lnTo>
                  <a:lnTo>
                    <a:pt x="207359" y="827818"/>
                  </a:lnTo>
                  <a:lnTo>
                    <a:pt x="207073" y="827532"/>
                  </a:lnTo>
                  <a:lnTo>
                    <a:pt x="206597" y="827532"/>
                  </a:lnTo>
                  <a:lnTo>
                    <a:pt x="206026" y="827437"/>
                  </a:lnTo>
                  <a:lnTo>
                    <a:pt x="205550" y="827246"/>
                  </a:lnTo>
                  <a:lnTo>
                    <a:pt x="205359" y="827056"/>
                  </a:lnTo>
                  <a:lnTo>
                    <a:pt x="205835" y="826008"/>
                  </a:lnTo>
                  <a:lnTo>
                    <a:pt x="206883" y="826294"/>
                  </a:lnTo>
                  <a:lnTo>
                    <a:pt x="208026" y="827056"/>
                  </a:lnTo>
                  <a:lnTo>
                    <a:pt x="208693" y="827627"/>
                  </a:lnTo>
                  <a:lnTo>
                    <a:pt x="209360" y="828580"/>
                  </a:lnTo>
                  <a:lnTo>
                    <a:pt x="209740" y="828961"/>
                  </a:lnTo>
                  <a:lnTo>
                    <a:pt x="211360" y="829342"/>
                  </a:lnTo>
                  <a:lnTo>
                    <a:pt x="211741" y="829247"/>
                  </a:lnTo>
                  <a:lnTo>
                    <a:pt x="211360" y="828580"/>
                  </a:lnTo>
                  <a:lnTo>
                    <a:pt x="211265" y="827818"/>
                  </a:lnTo>
                  <a:lnTo>
                    <a:pt x="211646" y="827056"/>
                  </a:lnTo>
                  <a:lnTo>
                    <a:pt x="211741" y="826389"/>
                  </a:lnTo>
                  <a:lnTo>
                    <a:pt x="210788" y="826008"/>
                  </a:lnTo>
                  <a:lnTo>
                    <a:pt x="211169" y="825627"/>
                  </a:lnTo>
                  <a:lnTo>
                    <a:pt x="210407" y="825246"/>
                  </a:lnTo>
                  <a:lnTo>
                    <a:pt x="210407" y="824865"/>
                  </a:lnTo>
                  <a:lnTo>
                    <a:pt x="210979" y="824389"/>
                  </a:lnTo>
                  <a:lnTo>
                    <a:pt x="210217" y="824389"/>
                  </a:lnTo>
                  <a:lnTo>
                    <a:pt x="208217" y="824770"/>
                  </a:lnTo>
                  <a:lnTo>
                    <a:pt x="207359" y="824675"/>
                  </a:lnTo>
                  <a:lnTo>
                    <a:pt x="204216" y="823627"/>
                  </a:lnTo>
                  <a:lnTo>
                    <a:pt x="204692" y="823151"/>
                  </a:lnTo>
                  <a:lnTo>
                    <a:pt x="205550" y="822770"/>
                  </a:lnTo>
                  <a:lnTo>
                    <a:pt x="206502" y="822674"/>
                  </a:lnTo>
                  <a:lnTo>
                    <a:pt x="207264" y="823055"/>
                  </a:lnTo>
                  <a:lnTo>
                    <a:pt x="207740" y="823341"/>
                  </a:lnTo>
                  <a:lnTo>
                    <a:pt x="208026" y="823246"/>
                  </a:lnTo>
                  <a:lnTo>
                    <a:pt x="208217" y="822865"/>
                  </a:lnTo>
                  <a:lnTo>
                    <a:pt x="208217" y="822389"/>
                  </a:lnTo>
                  <a:lnTo>
                    <a:pt x="207073" y="821627"/>
                  </a:lnTo>
                  <a:lnTo>
                    <a:pt x="206788" y="821246"/>
                  </a:lnTo>
                  <a:lnTo>
                    <a:pt x="208788" y="821817"/>
                  </a:lnTo>
                  <a:lnTo>
                    <a:pt x="209360" y="821627"/>
                  </a:lnTo>
                  <a:lnTo>
                    <a:pt x="209550" y="820960"/>
                  </a:lnTo>
                  <a:lnTo>
                    <a:pt x="209074" y="820388"/>
                  </a:lnTo>
                  <a:lnTo>
                    <a:pt x="207931" y="819626"/>
                  </a:lnTo>
                  <a:lnTo>
                    <a:pt x="208788" y="819436"/>
                  </a:lnTo>
                  <a:lnTo>
                    <a:pt x="209836" y="819817"/>
                  </a:lnTo>
                  <a:lnTo>
                    <a:pt x="210788" y="820388"/>
                  </a:lnTo>
                  <a:lnTo>
                    <a:pt x="211169" y="820960"/>
                  </a:lnTo>
                  <a:lnTo>
                    <a:pt x="211360" y="821531"/>
                  </a:lnTo>
                  <a:lnTo>
                    <a:pt x="211836" y="821436"/>
                  </a:lnTo>
                  <a:lnTo>
                    <a:pt x="212312" y="821055"/>
                  </a:lnTo>
                  <a:lnTo>
                    <a:pt x="212503" y="820865"/>
                  </a:lnTo>
                  <a:lnTo>
                    <a:pt x="212789" y="820484"/>
                  </a:lnTo>
                  <a:lnTo>
                    <a:pt x="212979" y="819912"/>
                  </a:lnTo>
                  <a:lnTo>
                    <a:pt x="213265" y="819722"/>
                  </a:lnTo>
                  <a:lnTo>
                    <a:pt x="213646" y="820484"/>
                  </a:lnTo>
                  <a:lnTo>
                    <a:pt x="214027" y="820484"/>
                  </a:lnTo>
                  <a:lnTo>
                    <a:pt x="214122" y="819722"/>
                  </a:lnTo>
                  <a:lnTo>
                    <a:pt x="214313" y="819531"/>
                  </a:lnTo>
                  <a:lnTo>
                    <a:pt x="215170" y="819722"/>
                  </a:lnTo>
                  <a:lnTo>
                    <a:pt x="215836" y="819626"/>
                  </a:lnTo>
                  <a:lnTo>
                    <a:pt x="216313" y="819436"/>
                  </a:lnTo>
                  <a:lnTo>
                    <a:pt x="217265" y="818579"/>
                  </a:lnTo>
                  <a:lnTo>
                    <a:pt x="217361" y="818388"/>
                  </a:lnTo>
                  <a:lnTo>
                    <a:pt x="217742" y="817721"/>
                  </a:lnTo>
                  <a:lnTo>
                    <a:pt x="218218" y="817150"/>
                  </a:lnTo>
                  <a:lnTo>
                    <a:pt x="218408" y="817245"/>
                  </a:lnTo>
                  <a:lnTo>
                    <a:pt x="218503" y="816674"/>
                  </a:lnTo>
                  <a:lnTo>
                    <a:pt x="218980" y="815721"/>
                  </a:lnTo>
                  <a:lnTo>
                    <a:pt x="219456" y="809720"/>
                  </a:lnTo>
                  <a:lnTo>
                    <a:pt x="218885" y="807149"/>
                  </a:lnTo>
                  <a:lnTo>
                    <a:pt x="216884" y="807339"/>
                  </a:lnTo>
                  <a:lnTo>
                    <a:pt x="215360" y="806672"/>
                  </a:lnTo>
                  <a:lnTo>
                    <a:pt x="215075" y="806387"/>
                  </a:lnTo>
                  <a:lnTo>
                    <a:pt x="215265" y="805625"/>
                  </a:lnTo>
                  <a:lnTo>
                    <a:pt x="215551" y="805053"/>
                  </a:lnTo>
                  <a:lnTo>
                    <a:pt x="215741" y="804482"/>
                  </a:lnTo>
                  <a:lnTo>
                    <a:pt x="215456" y="803720"/>
                  </a:lnTo>
                  <a:lnTo>
                    <a:pt x="213836" y="805339"/>
                  </a:lnTo>
                  <a:lnTo>
                    <a:pt x="212884" y="805815"/>
                  </a:lnTo>
                  <a:lnTo>
                    <a:pt x="211550" y="805339"/>
                  </a:lnTo>
                  <a:lnTo>
                    <a:pt x="210598" y="804386"/>
                  </a:lnTo>
                  <a:lnTo>
                    <a:pt x="211265" y="804196"/>
                  </a:lnTo>
                  <a:lnTo>
                    <a:pt x="213646" y="804577"/>
                  </a:lnTo>
                  <a:lnTo>
                    <a:pt x="213360" y="803624"/>
                  </a:lnTo>
                  <a:lnTo>
                    <a:pt x="213741" y="803148"/>
                  </a:lnTo>
                  <a:lnTo>
                    <a:pt x="214503" y="802958"/>
                  </a:lnTo>
                  <a:lnTo>
                    <a:pt x="215360" y="803053"/>
                  </a:lnTo>
                  <a:lnTo>
                    <a:pt x="216598" y="803434"/>
                  </a:lnTo>
                  <a:lnTo>
                    <a:pt x="216694" y="803910"/>
                  </a:lnTo>
                  <a:lnTo>
                    <a:pt x="216503" y="804577"/>
                  </a:lnTo>
                  <a:lnTo>
                    <a:pt x="217170" y="805529"/>
                  </a:lnTo>
                  <a:lnTo>
                    <a:pt x="217837" y="805434"/>
                  </a:lnTo>
                  <a:lnTo>
                    <a:pt x="218885" y="805625"/>
                  </a:lnTo>
                  <a:lnTo>
                    <a:pt x="219932" y="805434"/>
                  </a:lnTo>
                  <a:lnTo>
                    <a:pt x="220409" y="804101"/>
                  </a:lnTo>
                  <a:lnTo>
                    <a:pt x="220599" y="803053"/>
                  </a:lnTo>
                  <a:lnTo>
                    <a:pt x="221075" y="801815"/>
                  </a:lnTo>
                  <a:lnTo>
                    <a:pt x="221647" y="800767"/>
                  </a:lnTo>
                  <a:lnTo>
                    <a:pt x="222218" y="800100"/>
                  </a:lnTo>
                  <a:lnTo>
                    <a:pt x="223552" y="799529"/>
                  </a:lnTo>
                  <a:lnTo>
                    <a:pt x="224123" y="800291"/>
                  </a:lnTo>
                  <a:lnTo>
                    <a:pt x="223933" y="801434"/>
                  </a:lnTo>
                  <a:lnTo>
                    <a:pt x="223076" y="802005"/>
                  </a:lnTo>
                  <a:lnTo>
                    <a:pt x="222694" y="802577"/>
                  </a:lnTo>
                  <a:lnTo>
                    <a:pt x="222694" y="803815"/>
                  </a:lnTo>
                  <a:lnTo>
                    <a:pt x="222980" y="805148"/>
                  </a:lnTo>
                  <a:lnTo>
                    <a:pt x="223266" y="805910"/>
                  </a:lnTo>
                  <a:lnTo>
                    <a:pt x="224409" y="806291"/>
                  </a:lnTo>
                  <a:lnTo>
                    <a:pt x="225361" y="805720"/>
                  </a:lnTo>
                  <a:lnTo>
                    <a:pt x="226219" y="805053"/>
                  </a:lnTo>
                  <a:lnTo>
                    <a:pt x="226981" y="805244"/>
                  </a:lnTo>
                  <a:lnTo>
                    <a:pt x="227171" y="805720"/>
                  </a:lnTo>
                  <a:lnTo>
                    <a:pt x="226505" y="806291"/>
                  </a:lnTo>
                  <a:lnTo>
                    <a:pt x="226600" y="806768"/>
                  </a:lnTo>
                  <a:lnTo>
                    <a:pt x="227076" y="807053"/>
                  </a:lnTo>
                  <a:lnTo>
                    <a:pt x="227743" y="807053"/>
                  </a:lnTo>
                  <a:lnTo>
                    <a:pt x="228981" y="806672"/>
                  </a:lnTo>
                  <a:lnTo>
                    <a:pt x="230029" y="805910"/>
                  </a:lnTo>
                  <a:lnTo>
                    <a:pt x="231743" y="804291"/>
                  </a:lnTo>
                  <a:lnTo>
                    <a:pt x="232791" y="804005"/>
                  </a:lnTo>
                  <a:lnTo>
                    <a:pt x="234029" y="804101"/>
                  </a:lnTo>
                  <a:lnTo>
                    <a:pt x="234601" y="804291"/>
                  </a:lnTo>
                  <a:lnTo>
                    <a:pt x="235553" y="804958"/>
                  </a:lnTo>
                  <a:lnTo>
                    <a:pt x="236125" y="804958"/>
                  </a:lnTo>
                  <a:lnTo>
                    <a:pt x="236696" y="804863"/>
                  </a:lnTo>
                  <a:lnTo>
                    <a:pt x="237363" y="804863"/>
                  </a:lnTo>
                  <a:lnTo>
                    <a:pt x="240887" y="806291"/>
                  </a:lnTo>
                  <a:lnTo>
                    <a:pt x="242506" y="806577"/>
                  </a:lnTo>
                  <a:lnTo>
                    <a:pt x="244031" y="805815"/>
                  </a:lnTo>
                  <a:lnTo>
                    <a:pt x="244697" y="805339"/>
                  </a:lnTo>
                  <a:lnTo>
                    <a:pt x="245745" y="804863"/>
                  </a:lnTo>
                  <a:lnTo>
                    <a:pt x="246793" y="804672"/>
                  </a:lnTo>
                  <a:lnTo>
                    <a:pt x="247650" y="804958"/>
                  </a:lnTo>
                  <a:lnTo>
                    <a:pt x="248412" y="805434"/>
                  </a:lnTo>
                  <a:lnTo>
                    <a:pt x="249269" y="805434"/>
                  </a:lnTo>
                  <a:lnTo>
                    <a:pt x="250031" y="805053"/>
                  </a:lnTo>
                  <a:lnTo>
                    <a:pt x="250317" y="804386"/>
                  </a:lnTo>
                  <a:lnTo>
                    <a:pt x="250889" y="804958"/>
                  </a:lnTo>
                  <a:lnTo>
                    <a:pt x="251174" y="805910"/>
                  </a:lnTo>
                  <a:lnTo>
                    <a:pt x="251174" y="806958"/>
                  </a:lnTo>
                  <a:lnTo>
                    <a:pt x="250889" y="807720"/>
                  </a:lnTo>
                  <a:lnTo>
                    <a:pt x="249936" y="808292"/>
                  </a:lnTo>
                  <a:lnTo>
                    <a:pt x="249079" y="807911"/>
                  </a:lnTo>
                  <a:lnTo>
                    <a:pt x="248222" y="807149"/>
                  </a:lnTo>
                  <a:lnTo>
                    <a:pt x="247269" y="806768"/>
                  </a:lnTo>
                  <a:lnTo>
                    <a:pt x="245459" y="807149"/>
                  </a:lnTo>
                  <a:lnTo>
                    <a:pt x="244316" y="808101"/>
                  </a:lnTo>
                  <a:lnTo>
                    <a:pt x="242126" y="811149"/>
                  </a:lnTo>
                  <a:lnTo>
                    <a:pt x="241173" y="810387"/>
                  </a:lnTo>
                  <a:lnTo>
                    <a:pt x="240697" y="810101"/>
                  </a:lnTo>
                  <a:lnTo>
                    <a:pt x="240125" y="809911"/>
                  </a:lnTo>
                  <a:lnTo>
                    <a:pt x="239744" y="809911"/>
                  </a:lnTo>
                  <a:lnTo>
                    <a:pt x="239363" y="810101"/>
                  </a:lnTo>
                  <a:lnTo>
                    <a:pt x="238887" y="810101"/>
                  </a:lnTo>
                  <a:lnTo>
                    <a:pt x="238220" y="809720"/>
                  </a:lnTo>
                  <a:lnTo>
                    <a:pt x="237268" y="808958"/>
                  </a:lnTo>
                  <a:lnTo>
                    <a:pt x="236315" y="808482"/>
                  </a:lnTo>
                  <a:lnTo>
                    <a:pt x="235268" y="808387"/>
                  </a:lnTo>
                  <a:lnTo>
                    <a:pt x="234029" y="808768"/>
                  </a:lnTo>
                  <a:lnTo>
                    <a:pt x="233267" y="809339"/>
                  </a:lnTo>
                  <a:lnTo>
                    <a:pt x="232315" y="810387"/>
                  </a:lnTo>
                  <a:lnTo>
                    <a:pt x="231553" y="811530"/>
                  </a:lnTo>
                  <a:lnTo>
                    <a:pt x="231267" y="812483"/>
                  </a:lnTo>
                  <a:lnTo>
                    <a:pt x="231172" y="813721"/>
                  </a:lnTo>
                  <a:lnTo>
                    <a:pt x="230981" y="814388"/>
                  </a:lnTo>
                  <a:lnTo>
                    <a:pt x="230410" y="815435"/>
                  </a:lnTo>
                  <a:lnTo>
                    <a:pt x="230410" y="816007"/>
                  </a:lnTo>
                  <a:lnTo>
                    <a:pt x="230505" y="816674"/>
                  </a:lnTo>
                  <a:lnTo>
                    <a:pt x="230505" y="817340"/>
                  </a:lnTo>
                  <a:lnTo>
                    <a:pt x="230315" y="818579"/>
                  </a:lnTo>
                  <a:lnTo>
                    <a:pt x="229648" y="820769"/>
                  </a:lnTo>
                  <a:lnTo>
                    <a:pt x="229457" y="821817"/>
                  </a:lnTo>
                  <a:lnTo>
                    <a:pt x="229743" y="822579"/>
                  </a:lnTo>
                  <a:lnTo>
                    <a:pt x="231172" y="824960"/>
                  </a:lnTo>
                  <a:lnTo>
                    <a:pt x="231648" y="825532"/>
                  </a:lnTo>
                  <a:lnTo>
                    <a:pt x="232505" y="825246"/>
                  </a:lnTo>
                  <a:lnTo>
                    <a:pt x="233744" y="824484"/>
                  </a:lnTo>
                  <a:lnTo>
                    <a:pt x="234886" y="823627"/>
                  </a:lnTo>
                  <a:lnTo>
                    <a:pt x="235363" y="822960"/>
                  </a:lnTo>
                  <a:lnTo>
                    <a:pt x="235934" y="822293"/>
                  </a:lnTo>
                  <a:lnTo>
                    <a:pt x="239649" y="822008"/>
                  </a:lnTo>
                  <a:lnTo>
                    <a:pt x="239744" y="821817"/>
                  </a:lnTo>
                  <a:lnTo>
                    <a:pt x="239840" y="821436"/>
                  </a:lnTo>
                  <a:lnTo>
                    <a:pt x="240030" y="821055"/>
                  </a:lnTo>
                  <a:lnTo>
                    <a:pt x="240411" y="820769"/>
                  </a:lnTo>
                  <a:lnTo>
                    <a:pt x="240697" y="820674"/>
                  </a:lnTo>
                  <a:lnTo>
                    <a:pt x="240982" y="820674"/>
                  </a:lnTo>
                  <a:lnTo>
                    <a:pt x="241364" y="820674"/>
                  </a:lnTo>
                  <a:lnTo>
                    <a:pt x="241744" y="820769"/>
                  </a:lnTo>
                  <a:lnTo>
                    <a:pt x="241744" y="821150"/>
                  </a:lnTo>
                  <a:lnTo>
                    <a:pt x="240697" y="821341"/>
                  </a:lnTo>
                  <a:lnTo>
                    <a:pt x="240316" y="822293"/>
                  </a:lnTo>
                  <a:lnTo>
                    <a:pt x="240125" y="823341"/>
                  </a:lnTo>
                  <a:lnTo>
                    <a:pt x="239459" y="823817"/>
                  </a:lnTo>
                  <a:lnTo>
                    <a:pt x="237458" y="823722"/>
                  </a:lnTo>
                  <a:lnTo>
                    <a:pt x="236506" y="823913"/>
                  </a:lnTo>
                  <a:lnTo>
                    <a:pt x="235648" y="824579"/>
                  </a:lnTo>
                  <a:lnTo>
                    <a:pt x="234601" y="827056"/>
                  </a:lnTo>
                  <a:lnTo>
                    <a:pt x="233934" y="828294"/>
                  </a:lnTo>
                  <a:lnTo>
                    <a:pt x="232981" y="828866"/>
                  </a:lnTo>
                  <a:lnTo>
                    <a:pt x="232791" y="829437"/>
                  </a:lnTo>
                  <a:lnTo>
                    <a:pt x="232410" y="833152"/>
                  </a:lnTo>
                  <a:lnTo>
                    <a:pt x="232124" y="834390"/>
                  </a:lnTo>
                  <a:lnTo>
                    <a:pt x="231172" y="836581"/>
                  </a:lnTo>
                  <a:lnTo>
                    <a:pt x="230981" y="837629"/>
                  </a:lnTo>
                  <a:lnTo>
                    <a:pt x="231267" y="838867"/>
                  </a:lnTo>
                  <a:lnTo>
                    <a:pt x="232124" y="839248"/>
                  </a:lnTo>
                  <a:lnTo>
                    <a:pt x="233172" y="839057"/>
                  </a:lnTo>
                  <a:lnTo>
                    <a:pt x="235553" y="838200"/>
                  </a:lnTo>
                  <a:lnTo>
                    <a:pt x="236506" y="838200"/>
                  </a:lnTo>
                  <a:lnTo>
                    <a:pt x="237458" y="838391"/>
                  </a:lnTo>
                  <a:lnTo>
                    <a:pt x="238697" y="838486"/>
                  </a:lnTo>
                  <a:lnTo>
                    <a:pt x="241649" y="837914"/>
                  </a:lnTo>
                  <a:lnTo>
                    <a:pt x="242792" y="838105"/>
                  </a:lnTo>
                  <a:lnTo>
                    <a:pt x="244983" y="838772"/>
                  </a:lnTo>
                  <a:lnTo>
                    <a:pt x="246126" y="838676"/>
                  </a:lnTo>
                  <a:lnTo>
                    <a:pt x="247269" y="837914"/>
                  </a:lnTo>
                  <a:lnTo>
                    <a:pt x="248222" y="837533"/>
                  </a:lnTo>
                  <a:lnTo>
                    <a:pt x="249555" y="837629"/>
                  </a:lnTo>
                  <a:lnTo>
                    <a:pt x="251841" y="838105"/>
                  </a:lnTo>
                  <a:lnTo>
                    <a:pt x="253079" y="837819"/>
                  </a:lnTo>
                  <a:lnTo>
                    <a:pt x="255270" y="836771"/>
                  </a:lnTo>
                  <a:lnTo>
                    <a:pt x="256413" y="836486"/>
                  </a:lnTo>
                  <a:lnTo>
                    <a:pt x="256985" y="836295"/>
                  </a:lnTo>
                  <a:lnTo>
                    <a:pt x="257937" y="835533"/>
                  </a:lnTo>
                  <a:lnTo>
                    <a:pt x="258223" y="835343"/>
                  </a:lnTo>
                  <a:lnTo>
                    <a:pt x="260223" y="834581"/>
                  </a:lnTo>
                  <a:lnTo>
                    <a:pt x="262033" y="833533"/>
                  </a:lnTo>
                  <a:lnTo>
                    <a:pt x="262414" y="833438"/>
                  </a:lnTo>
                  <a:lnTo>
                    <a:pt x="262700" y="833914"/>
                  </a:lnTo>
                  <a:lnTo>
                    <a:pt x="262414" y="834581"/>
                  </a:lnTo>
                  <a:lnTo>
                    <a:pt x="261842" y="835152"/>
                  </a:lnTo>
                  <a:lnTo>
                    <a:pt x="261366" y="835343"/>
                  </a:lnTo>
                  <a:lnTo>
                    <a:pt x="260128" y="835533"/>
                  </a:lnTo>
                  <a:lnTo>
                    <a:pt x="256794" y="837248"/>
                  </a:lnTo>
                  <a:lnTo>
                    <a:pt x="253746" y="838391"/>
                  </a:lnTo>
                  <a:lnTo>
                    <a:pt x="252222" y="839534"/>
                  </a:lnTo>
                  <a:lnTo>
                    <a:pt x="249841" y="840581"/>
                  </a:lnTo>
                  <a:lnTo>
                    <a:pt x="248888" y="840772"/>
                  </a:lnTo>
                  <a:lnTo>
                    <a:pt x="248222" y="840677"/>
                  </a:lnTo>
                  <a:lnTo>
                    <a:pt x="246888" y="840296"/>
                  </a:lnTo>
                  <a:lnTo>
                    <a:pt x="246317" y="840296"/>
                  </a:lnTo>
                  <a:lnTo>
                    <a:pt x="245650" y="840772"/>
                  </a:lnTo>
                  <a:lnTo>
                    <a:pt x="244507" y="842963"/>
                  </a:lnTo>
                  <a:lnTo>
                    <a:pt x="243650" y="843820"/>
                  </a:lnTo>
                  <a:lnTo>
                    <a:pt x="242506" y="844677"/>
                  </a:lnTo>
                  <a:lnTo>
                    <a:pt x="241268" y="845344"/>
                  </a:lnTo>
                  <a:lnTo>
                    <a:pt x="240030" y="845630"/>
                  </a:lnTo>
                  <a:lnTo>
                    <a:pt x="239268" y="846106"/>
                  </a:lnTo>
                  <a:lnTo>
                    <a:pt x="237173" y="848011"/>
                  </a:lnTo>
                  <a:lnTo>
                    <a:pt x="236315" y="848487"/>
                  </a:lnTo>
                  <a:lnTo>
                    <a:pt x="235458" y="849154"/>
                  </a:lnTo>
                  <a:lnTo>
                    <a:pt x="233839" y="852202"/>
                  </a:lnTo>
                  <a:lnTo>
                    <a:pt x="233553" y="853059"/>
                  </a:lnTo>
                  <a:lnTo>
                    <a:pt x="235077" y="852773"/>
                  </a:lnTo>
                  <a:lnTo>
                    <a:pt x="237839" y="850773"/>
                  </a:lnTo>
                  <a:lnTo>
                    <a:pt x="238792" y="850297"/>
                  </a:lnTo>
                  <a:lnTo>
                    <a:pt x="241649" y="849344"/>
                  </a:lnTo>
                  <a:lnTo>
                    <a:pt x="242221" y="849535"/>
                  </a:lnTo>
                  <a:lnTo>
                    <a:pt x="242411" y="850392"/>
                  </a:lnTo>
                  <a:lnTo>
                    <a:pt x="242126" y="850964"/>
                  </a:lnTo>
                  <a:lnTo>
                    <a:pt x="241173" y="850202"/>
                  </a:lnTo>
                  <a:lnTo>
                    <a:pt x="238411" y="852107"/>
                  </a:lnTo>
                  <a:lnTo>
                    <a:pt x="238220" y="852297"/>
                  </a:lnTo>
                  <a:lnTo>
                    <a:pt x="236220" y="853440"/>
                  </a:lnTo>
                  <a:lnTo>
                    <a:pt x="232981" y="854393"/>
                  </a:lnTo>
                  <a:lnTo>
                    <a:pt x="232505" y="854678"/>
                  </a:lnTo>
                  <a:lnTo>
                    <a:pt x="232696" y="855250"/>
                  </a:lnTo>
                  <a:lnTo>
                    <a:pt x="233267" y="855726"/>
                  </a:lnTo>
                  <a:lnTo>
                    <a:pt x="234029" y="856012"/>
                  </a:lnTo>
                  <a:lnTo>
                    <a:pt x="235553" y="855631"/>
                  </a:lnTo>
                  <a:lnTo>
                    <a:pt x="236411" y="855536"/>
                  </a:lnTo>
                  <a:lnTo>
                    <a:pt x="236792" y="856012"/>
                  </a:lnTo>
                  <a:lnTo>
                    <a:pt x="236411" y="856298"/>
                  </a:lnTo>
                  <a:lnTo>
                    <a:pt x="234506" y="856583"/>
                  </a:lnTo>
                  <a:lnTo>
                    <a:pt x="233839" y="856774"/>
                  </a:lnTo>
                  <a:lnTo>
                    <a:pt x="233648" y="857155"/>
                  </a:lnTo>
                  <a:lnTo>
                    <a:pt x="233744" y="857631"/>
                  </a:lnTo>
                  <a:lnTo>
                    <a:pt x="234220" y="858965"/>
                  </a:lnTo>
                  <a:lnTo>
                    <a:pt x="234410" y="860679"/>
                  </a:lnTo>
                  <a:lnTo>
                    <a:pt x="234601" y="861251"/>
                  </a:lnTo>
                  <a:lnTo>
                    <a:pt x="235268" y="862013"/>
                  </a:lnTo>
                  <a:lnTo>
                    <a:pt x="235648" y="861632"/>
                  </a:lnTo>
                  <a:lnTo>
                    <a:pt x="236696" y="860870"/>
                  </a:lnTo>
                  <a:lnTo>
                    <a:pt x="236792" y="862013"/>
                  </a:lnTo>
                  <a:lnTo>
                    <a:pt x="237458" y="862489"/>
                  </a:lnTo>
                  <a:lnTo>
                    <a:pt x="238220" y="862775"/>
                  </a:lnTo>
                  <a:lnTo>
                    <a:pt x="238601" y="863346"/>
                  </a:lnTo>
                  <a:lnTo>
                    <a:pt x="238982" y="863822"/>
                  </a:lnTo>
                  <a:lnTo>
                    <a:pt x="240887" y="864489"/>
                  </a:lnTo>
                  <a:lnTo>
                    <a:pt x="241459" y="865061"/>
                  </a:lnTo>
                  <a:lnTo>
                    <a:pt x="240792" y="865061"/>
                  </a:lnTo>
                  <a:lnTo>
                    <a:pt x="240316" y="865346"/>
                  </a:lnTo>
                  <a:lnTo>
                    <a:pt x="239363" y="866204"/>
                  </a:lnTo>
                  <a:lnTo>
                    <a:pt x="236030" y="868585"/>
                  </a:lnTo>
                  <a:lnTo>
                    <a:pt x="235268" y="869537"/>
                  </a:lnTo>
                  <a:lnTo>
                    <a:pt x="235268" y="870299"/>
                  </a:lnTo>
                  <a:lnTo>
                    <a:pt x="236030" y="871347"/>
                  </a:lnTo>
                  <a:lnTo>
                    <a:pt x="236506" y="871538"/>
                  </a:lnTo>
                  <a:lnTo>
                    <a:pt x="237649" y="870871"/>
                  </a:lnTo>
                  <a:lnTo>
                    <a:pt x="238030" y="870871"/>
                  </a:lnTo>
                  <a:lnTo>
                    <a:pt x="238315" y="870776"/>
                  </a:lnTo>
                  <a:lnTo>
                    <a:pt x="238411" y="870014"/>
                  </a:lnTo>
                  <a:lnTo>
                    <a:pt x="238315" y="868775"/>
                  </a:lnTo>
                  <a:lnTo>
                    <a:pt x="238315" y="868109"/>
                  </a:lnTo>
                  <a:lnTo>
                    <a:pt x="238506" y="867632"/>
                  </a:lnTo>
                  <a:lnTo>
                    <a:pt x="239077" y="867347"/>
                  </a:lnTo>
                  <a:lnTo>
                    <a:pt x="240125" y="867347"/>
                  </a:lnTo>
                  <a:lnTo>
                    <a:pt x="240506" y="866966"/>
                  </a:lnTo>
                  <a:lnTo>
                    <a:pt x="241268" y="867823"/>
                  </a:lnTo>
                  <a:lnTo>
                    <a:pt x="240792" y="868871"/>
                  </a:lnTo>
                  <a:lnTo>
                    <a:pt x="240030" y="870204"/>
                  </a:lnTo>
                  <a:lnTo>
                    <a:pt x="239744" y="872014"/>
                  </a:lnTo>
                  <a:lnTo>
                    <a:pt x="241364" y="871252"/>
                  </a:lnTo>
                  <a:lnTo>
                    <a:pt x="241554" y="870966"/>
                  </a:lnTo>
                  <a:lnTo>
                    <a:pt x="241649" y="869918"/>
                  </a:lnTo>
                  <a:lnTo>
                    <a:pt x="241744" y="869537"/>
                  </a:lnTo>
                  <a:lnTo>
                    <a:pt x="241935" y="869156"/>
                  </a:lnTo>
                  <a:lnTo>
                    <a:pt x="242126" y="869442"/>
                  </a:lnTo>
                  <a:lnTo>
                    <a:pt x="242506" y="869728"/>
                  </a:lnTo>
                  <a:lnTo>
                    <a:pt x="242697" y="869918"/>
                  </a:lnTo>
                  <a:lnTo>
                    <a:pt x="244983" y="868871"/>
                  </a:lnTo>
                  <a:lnTo>
                    <a:pt x="245555" y="868775"/>
                  </a:lnTo>
                  <a:lnTo>
                    <a:pt x="245840" y="869252"/>
                  </a:lnTo>
                  <a:lnTo>
                    <a:pt x="247650" y="873347"/>
                  </a:lnTo>
                  <a:lnTo>
                    <a:pt x="247364" y="873919"/>
                  </a:lnTo>
                  <a:lnTo>
                    <a:pt x="246221" y="874205"/>
                  </a:lnTo>
                  <a:lnTo>
                    <a:pt x="244126" y="873824"/>
                  </a:lnTo>
                  <a:lnTo>
                    <a:pt x="243269" y="873919"/>
                  </a:lnTo>
                  <a:lnTo>
                    <a:pt x="243554" y="874776"/>
                  </a:lnTo>
                  <a:lnTo>
                    <a:pt x="244126" y="875538"/>
                  </a:lnTo>
                  <a:lnTo>
                    <a:pt x="244411" y="875729"/>
                  </a:lnTo>
                  <a:lnTo>
                    <a:pt x="244983" y="875824"/>
                  </a:lnTo>
                  <a:lnTo>
                    <a:pt x="245459" y="875919"/>
                  </a:lnTo>
                  <a:lnTo>
                    <a:pt x="245840" y="876205"/>
                  </a:lnTo>
                  <a:lnTo>
                    <a:pt x="246126" y="876586"/>
                  </a:lnTo>
                  <a:lnTo>
                    <a:pt x="246221" y="877062"/>
                  </a:lnTo>
                  <a:lnTo>
                    <a:pt x="246698" y="877634"/>
                  </a:lnTo>
                  <a:lnTo>
                    <a:pt x="247840" y="877538"/>
                  </a:lnTo>
                  <a:lnTo>
                    <a:pt x="248984" y="877157"/>
                  </a:lnTo>
                  <a:lnTo>
                    <a:pt x="249650" y="877062"/>
                  </a:lnTo>
                  <a:lnTo>
                    <a:pt x="249555" y="878205"/>
                  </a:lnTo>
                  <a:lnTo>
                    <a:pt x="247936" y="878967"/>
                  </a:lnTo>
                  <a:lnTo>
                    <a:pt x="246888" y="880015"/>
                  </a:lnTo>
                  <a:lnTo>
                    <a:pt x="248412" y="881825"/>
                  </a:lnTo>
                  <a:lnTo>
                    <a:pt x="247840" y="882396"/>
                  </a:lnTo>
                  <a:lnTo>
                    <a:pt x="247364" y="884396"/>
                  </a:lnTo>
                  <a:lnTo>
                    <a:pt x="246888" y="885254"/>
                  </a:lnTo>
                  <a:lnTo>
                    <a:pt x="248888" y="883730"/>
                  </a:lnTo>
                  <a:lnTo>
                    <a:pt x="249174" y="883539"/>
                  </a:lnTo>
                  <a:lnTo>
                    <a:pt x="249841" y="883253"/>
                  </a:lnTo>
                  <a:lnTo>
                    <a:pt x="250222" y="883349"/>
                  </a:lnTo>
                  <a:lnTo>
                    <a:pt x="249555" y="884206"/>
                  </a:lnTo>
                  <a:lnTo>
                    <a:pt x="249079" y="885444"/>
                  </a:lnTo>
                  <a:lnTo>
                    <a:pt x="249365" y="886682"/>
                  </a:lnTo>
                  <a:lnTo>
                    <a:pt x="250127" y="887159"/>
                  </a:lnTo>
                  <a:lnTo>
                    <a:pt x="251174" y="885920"/>
                  </a:lnTo>
                  <a:lnTo>
                    <a:pt x="251460" y="886492"/>
                  </a:lnTo>
                  <a:lnTo>
                    <a:pt x="251365" y="886968"/>
                  </a:lnTo>
                  <a:lnTo>
                    <a:pt x="251174" y="887349"/>
                  </a:lnTo>
                  <a:lnTo>
                    <a:pt x="251174" y="887825"/>
                  </a:lnTo>
                  <a:lnTo>
                    <a:pt x="251555" y="888206"/>
                  </a:lnTo>
                  <a:lnTo>
                    <a:pt x="252127" y="888492"/>
                  </a:lnTo>
                  <a:lnTo>
                    <a:pt x="252603" y="888873"/>
                  </a:lnTo>
                  <a:lnTo>
                    <a:pt x="252698" y="889445"/>
                  </a:lnTo>
                  <a:lnTo>
                    <a:pt x="252317" y="889445"/>
                  </a:lnTo>
                  <a:lnTo>
                    <a:pt x="250127" y="890969"/>
                  </a:lnTo>
                  <a:lnTo>
                    <a:pt x="250603" y="891731"/>
                  </a:lnTo>
                  <a:lnTo>
                    <a:pt x="250698" y="892874"/>
                  </a:lnTo>
                  <a:lnTo>
                    <a:pt x="250507" y="895445"/>
                  </a:lnTo>
                  <a:lnTo>
                    <a:pt x="250317" y="896112"/>
                  </a:lnTo>
                  <a:lnTo>
                    <a:pt x="249555" y="896874"/>
                  </a:lnTo>
                  <a:lnTo>
                    <a:pt x="249365" y="897350"/>
                  </a:lnTo>
                  <a:lnTo>
                    <a:pt x="249460" y="897922"/>
                  </a:lnTo>
                  <a:lnTo>
                    <a:pt x="249650" y="899160"/>
                  </a:lnTo>
                  <a:lnTo>
                    <a:pt x="249650" y="899827"/>
                  </a:lnTo>
                  <a:lnTo>
                    <a:pt x="249555" y="901065"/>
                  </a:lnTo>
                  <a:lnTo>
                    <a:pt x="249365" y="902208"/>
                  </a:lnTo>
                  <a:lnTo>
                    <a:pt x="248984" y="903256"/>
                  </a:lnTo>
                  <a:lnTo>
                    <a:pt x="246888" y="906304"/>
                  </a:lnTo>
                  <a:lnTo>
                    <a:pt x="246317" y="907447"/>
                  </a:lnTo>
                  <a:lnTo>
                    <a:pt x="246031" y="908590"/>
                  </a:lnTo>
                  <a:lnTo>
                    <a:pt x="245936" y="910304"/>
                  </a:lnTo>
                  <a:lnTo>
                    <a:pt x="245745" y="910876"/>
                  </a:lnTo>
                  <a:lnTo>
                    <a:pt x="245364" y="911257"/>
                  </a:lnTo>
                  <a:lnTo>
                    <a:pt x="244697" y="911828"/>
                  </a:lnTo>
                  <a:lnTo>
                    <a:pt x="244126" y="912209"/>
                  </a:lnTo>
                  <a:lnTo>
                    <a:pt x="243840" y="912209"/>
                  </a:lnTo>
                  <a:lnTo>
                    <a:pt x="243650" y="913448"/>
                  </a:lnTo>
                  <a:lnTo>
                    <a:pt x="243173" y="914495"/>
                  </a:lnTo>
                  <a:lnTo>
                    <a:pt x="242602" y="915353"/>
                  </a:lnTo>
                  <a:lnTo>
                    <a:pt x="242126" y="916210"/>
                  </a:lnTo>
                  <a:lnTo>
                    <a:pt x="241840" y="918020"/>
                  </a:lnTo>
                  <a:lnTo>
                    <a:pt x="241744" y="918115"/>
                  </a:lnTo>
                  <a:lnTo>
                    <a:pt x="241744" y="919258"/>
                  </a:lnTo>
                  <a:lnTo>
                    <a:pt x="241840" y="919544"/>
                  </a:lnTo>
                  <a:lnTo>
                    <a:pt x="242126" y="919639"/>
                  </a:lnTo>
                  <a:lnTo>
                    <a:pt x="242316" y="919639"/>
                  </a:lnTo>
                  <a:lnTo>
                    <a:pt x="242411" y="919829"/>
                  </a:lnTo>
                  <a:lnTo>
                    <a:pt x="242221" y="920496"/>
                  </a:lnTo>
                  <a:lnTo>
                    <a:pt x="241459" y="921544"/>
                  </a:lnTo>
                  <a:lnTo>
                    <a:pt x="241268" y="922115"/>
                  </a:lnTo>
                  <a:lnTo>
                    <a:pt x="240982" y="924592"/>
                  </a:lnTo>
                  <a:lnTo>
                    <a:pt x="240030" y="927164"/>
                  </a:lnTo>
                  <a:lnTo>
                    <a:pt x="239935" y="927830"/>
                  </a:lnTo>
                  <a:lnTo>
                    <a:pt x="239935" y="931069"/>
                  </a:lnTo>
                  <a:lnTo>
                    <a:pt x="239744" y="931926"/>
                  </a:lnTo>
                  <a:lnTo>
                    <a:pt x="239268" y="932974"/>
                  </a:lnTo>
                  <a:lnTo>
                    <a:pt x="238697" y="933831"/>
                  </a:lnTo>
                  <a:lnTo>
                    <a:pt x="238315" y="934212"/>
                  </a:lnTo>
                  <a:lnTo>
                    <a:pt x="237744" y="934498"/>
                  </a:lnTo>
                  <a:lnTo>
                    <a:pt x="237649" y="935165"/>
                  </a:lnTo>
                  <a:lnTo>
                    <a:pt x="237839" y="936593"/>
                  </a:lnTo>
                  <a:lnTo>
                    <a:pt x="237744" y="938593"/>
                  </a:lnTo>
                  <a:lnTo>
                    <a:pt x="237458" y="939451"/>
                  </a:lnTo>
                  <a:lnTo>
                    <a:pt x="236887" y="940213"/>
                  </a:lnTo>
                  <a:lnTo>
                    <a:pt x="236887" y="940784"/>
                  </a:lnTo>
                  <a:lnTo>
                    <a:pt x="238125" y="942404"/>
                  </a:lnTo>
                  <a:lnTo>
                    <a:pt x="238506" y="943070"/>
                  </a:lnTo>
                  <a:lnTo>
                    <a:pt x="238315" y="945071"/>
                  </a:lnTo>
                  <a:lnTo>
                    <a:pt x="238411" y="946023"/>
                  </a:lnTo>
                  <a:lnTo>
                    <a:pt x="239077" y="945928"/>
                  </a:lnTo>
                  <a:lnTo>
                    <a:pt x="241078" y="943451"/>
                  </a:lnTo>
                  <a:lnTo>
                    <a:pt x="241268" y="944213"/>
                  </a:lnTo>
                  <a:lnTo>
                    <a:pt x="241364" y="944690"/>
                  </a:lnTo>
                  <a:lnTo>
                    <a:pt x="241364" y="945166"/>
                  </a:lnTo>
                  <a:lnTo>
                    <a:pt x="241173" y="945642"/>
                  </a:lnTo>
                  <a:lnTo>
                    <a:pt x="240792" y="945737"/>
                  </a:lnTo>
                  <a:lnTo>
                    <a:pt x="240411" y="945833"/>
                  </a:lnTo>
                  <a:lnTo>
                    <a:pt x="240221" y="946118"/>
                  </a:lnTo>
                  <a:lnTo>
                    <a:pt x="240506" y="947071"/>
                  </a:lnTo>
                  <a:lnTo>
                    <a:pt x="240887" y="947738"/>
                  </a:lnTo>
                  <a:lnTo>
                    <a:pt x="240887" y="948214"/>
                  </a:lnTo>
                  <a:lnTo>
                    <a:pt x="239935" y="948690"/>
                  </a:lnTo>
                  <a:lnTo>
                    <a:pt x="239744" y="948214"/>
                  </a:lnTo>
                  <a:lnTo>
                    <a:pt x="239459" y="947833"/>
                  </a:lnTo>
                  <a:lnTo>
                    <a:pt x="239173" y="947452"/>
                  </a:lnTo>
                  <a:lnTo>
                    <a:pt x="238792" y="947166"/>
                  </a:lnTo>
                  <a:lnTo>
                    <a:pt x="240030" y="951357"/>
                  </a:lnTo>
                  <a:lnTo>
                    <a:pt x="240506" y="953738"/>
                  </a:lnTo>
                  <a:lnTo>
                    <a:pt x="240125" y="954786"/>
                  </a:lnTo>
                  <a:lnTo>
                    <a:pt x="240792" y="957643"/>
                  </a:lnTo>
                  <a:lnTo>
                    <a:pt x="241840" y="958787"/>
                  </a:lnTo>
                  <a:lnTo>
                    <a:pt x="242221" y="958977"/>
                  </a:lnTo>
                  <a:lnTo>
                    <a:pt x="242602" y="958596"/>
                  </a:lnTo>
                  <a:lnTo>
                    <a:pt x="242602" y="958215"/>
                  </a:lnTo>
                  <a:lnTo>
                    <a:pt x="242316" y="957834"/>
                  </a:lnTo>
                  <a:lnTo>
                    <a:pt x="241554" y="957167"/>
                  </a:lnTo>
                  <a:lnTo>
                    <a:pt x="241840" y="956786"/>
                  </a:lnTo>
                  <a:lnTo>
                    <a:pt x="241935" y="956310"/>
                  </a:lnTo>
                  <a:lnTo>
                    <a:pt x="241840" y="955739"/>
                  </a:lnTo>
                  <a:lnTo>
                    <a:pt x="241649" y="955167"/>
                  </a:lnTo>
                  <a:lnTo>
                    <a:pt x="242030" y="955167"/>
                  </a:lnTo>
                  <a:lnTo>
                    <a:pt x="242983" y="955548"/>
                  </a:lnTo>
                  <a:lnTo>
                    <a:pt x="243554" y="955929"/>
                  </a:lnTo>
                  <a:lnTo>
                    <a:pt x="243840" y="956405"/>
                  </a:lnTo>
                  <a:lnTo>
                    <a:pt x="243935" y="957072"/>
                  </a:lnTo>
                  <a:lnTo>
                    <a:pt x="244126" y="957548"/>
                  </a:lnTo>
                  <a:lnTo>
                    <a:pt x="244507" y="957929"/>
                  </a:lnTo>
                  <a:lnTo>
                    <a:pt x="244888" y="958120"/>
                  </a:lnTo>
                  <a:lnTo>
                    <a:pt x="245936" y="958025"/>
                  </a:lnTo>
                  <a:lnTo>
                    <a:pt x="246983" y="957548"/>
                  </a:lnTo>
                  <a:lnTo>
                    <a:pt x="248031" y="957263"/>
                  </a:lnTo>
                  <a:lnTo>
                    <a:pt x="249174" y="957739"/>
                  </a:lnTo>
                  <a:lnTo>
                    <a:pt x="243364" y="960025"/>
                  </a:lnTo>
                  <a:lnTo>
                    <a:pt x="242602" y="960501"/>
                  </a:lnTo>
                  <a:lnTo>
                    <a:pt x="242221" y="961263"/>
                  </a:lnTo>
                  <a:lnTo>
                    <a:pt x="242316" y="962597"/>
                  </a:lnTo>
                  <a:lnTo>
                    <a:pt x="242888" y="965645"/>
                  </a:lnTo>
                  <a:lnTo>
                    <a:pt x="243078" y="966121"/>
                  </a:lnTo>
                  <a:lnTo>
                    <a:pt x="244316" y="968026"/>
                  </a:lnTo>
                  <a:lnTo>
                    <a:pt x="245078" y="968788"/>
                  </a:lnTo>
                  <a:lnTo>
                    <a:pt x="245936" y="968883"/>
                  </a:lnTo>
                  <a:lnTo>
                    <a:pt x="246888" y="967931"/>
                  </a:lnTo>
                  <a:lnTo>
                    <a:pt x="247840" y="968407"/>
                  </a:lnTo>
                  <a:lnTo>
                    <a:pt x="249365" y="969645"/>
                  </a:lnTo>
                  <a:lnTo>
                    <a:pt x="250222" y="970121"/>
                  </a:lnTo>
                  <a:lnTo>
                    <a:pt x="251174" y="970312"/>
                  </a:lnTo>
                  <a:lnTo>
                    <a:pt x="254032" y="970121"/>
                  </a:lnTo>
                  <a:lnTo>
                    <a:pt x="254889" y="970502"/>
                  </a:lnTo>
                  <a:lnTo>
                    <a:pt x="255651" y="971264"/>
                  </a:lnTo>
                  <a:lnTo>
                    <a:pt x="256223" y="972026"/>
                  </a:lnTo>
                  <a:lnTo>
                    <a:pt x="256603" y="972407"/>
                  </a:lnTo>
                  <a:lnTo>
                    <a:pt x="257080" y="972788"/>
                  </a:lnTo>
                  <a:lnTo>
                    <a:pt x="256985" y="973646"/>
                  </a:lnTo>
                  <a:lnTo>
                    <a:pt x="257080" y="974503"/>
                  </a:lnTo>
                  <a:lnTo>
                    <a:pt x="258127" y="975074"/>
                  </a:lnTo>
                  <a:lnTo>
                    <a:pt x="256889" y="975741"/>
                  </a:lnTo>
                  <a:lnTo>
                    <a:pt x="256032" y="974693"/>
                  </a:lnTo>
                  <a:lnTo>
                    <a:pt x="254889" y="971645"/>
                  </a:lnTo>
                  <a:lnTo>
                    <a:pt x="254032" y="970883"/>
                  </a:lnTo>
                  <a:lnTo>
                    <a:pt x="253365" y="970788"/>
                  </a:lnTo>
                  <a:lnTo>
                    <a:pt x="252698" y="971074"/>
                  </a:lnTo>
                  <a:lnTo>
                    <a:pt x="251841" y="971264"/>
                  </a:lnTo>
                  <a:lnTo>
                    <a:pt x="250317" y="971074"/>
                  </a:lnTo>
                  <a:lnTo>
                    <a:pt x="249555" y="970788"/>
                  </a:lnTo>
                  <a:lnTo>
                    <a:pt x="248602" y="969645"/>
                  </a:lnTo>
                  <a:lnTo>
                    <a:pt x="247174" y="969550"/>
                  </a:lnTo>
                  <a:lnTo>
                    <a:pt x="244316" y="969835"/>
                  </a:lnTo>
                  <a:lnTo>
                    <a:pt x="243840" y="970693"/>
                  </a:lnTo>
                  <a:lnTo>
                    <a:pt x="243650" y="972598"/>
                  </a:lnTo>
                  <a:lnTo>
                    <a:pt x="243840" y="975932"/>
                  </a:lnTo>
                  <a:lnTo>
                    <a:pt x="244602" y="975265"/>
                  </a:lnTo>
                  <a:lnTo>
                    <a:pt x="245269" y="974122"/>
                  </a:lnTo>
                  <a:lnTo>
                    <a:pt x="245936" y="973265"/>
                  </a:lnTo>
                  <a:lnTo>
                    <a:pt x="246698" y="973360"/>
                  </a:lnTo>
                  <a:lnTo>
                    <a:pt x="246126" y="974026"/>
                  </a:lnTo>
                  <a:lnTo>
                    <a:pt x="245173" y="975646"/>
                  </a:lnTo>
                  <a:lnTo>
                    <a:pt x="244126" y="978027"/>
                  </a:lnTo>
                  <a:lnTo>
                    <a:pt x="244031" y="978503"/>
                  </a:lnTo>
                  <a:lnTo>
                    <a:pt x="244221" y="978980"/>
                  </a:lnTo>
                  <a:lnTo>
                    <a:pt x="244602" y="978980"/>
                  </a:lnTo>
                  <a:lnTo>
                    <a:pt x="244983" y="978599"/>
                  </a:lnTo>
                  <a:lnTo>
                    <a:pt x="245269" y="977741"/>
                  </a:lnTo>
                  <a:lnTo>
                    <a:pt x="245555" y="977551"/>
                  </a:lnTo>
                  <a:lnTo>
                    <a:pt x="245936" y="977551"/>
                  </a:lnTo>
                  <a:lnTo>
                    <a:pt x="246221" y="977932"/>
                  </a:lnTo>
                  <a:lnTo>
                    <a:pt x="246221" y="978218"/>
                  </a:lnTo>
                  <a:lnTo>
                    <a:pt x="245650" y="978789"/>
                  </a:lnTo>
                  <a:lnTo>
                    <a:pt x="245555" y="979170"/>
                  </a:lnTo>
                  <a:lnTo>
                    <a:pt x="245650" y="979646"/>
                  </a:lnTo>
                  <a:lnTo>
                    <a:pt x="246126" y="980694"/>
                  </a:lnTo>
                  <a:lnTo>
                    <a:pt x="246221" y="981266"/>
                  </a:lnTo>
                  <a:lnTo>
                    <a:pt x="246126" y="981932"/>
                  </a:lnTo>
                  <a:lnTo>
                    <a:pt x="245459" y="983647"/>
                  </a:lnTo>
                  <a:lnTo>
                    <a:pt x="246031" y="983837"/>
                  </a:lnTo>
                  <a:lnTo>
                    <a:pt x="246221" y="984409"/>
                  </a:lnTo>
                  <a:lnTo>
                    <a:pt x="246126" y="985076"/>
                  </a:lnTo>
                  <a:lnTo>
                    <a:pt x="245840" y="985552"/>
                  </a:lnTo>
                  <a:lnTo>
                    <a:pt x="245650" y="985361"/>
                  </a:lnTo>
                  <a:lnTo>
                    <a:pt x="245078" y="985076"/>
                  </a:lnTo>
                  <a:lnTo>
                    <a:pt x="245173" y="986695"/>
                  </a:lnTo>
                  <a:lnTo>
                    <a:pt x="245078" y="987362"/>
                  </a:lnTo>
                  <a:lnTo>
                    <a:pt x="244697" y="988219"/>
                  </a:lnTo>
                  <a:lnTo>
                    <a:pt x="243650" y="989648"/>
                  </a:lnTo>
                  <a:lnTo>
                    <a:pt x="243364" y="990314"/>
                  </a:lnTo>
                  <a:lnTo>
                    <a:pt x="243650" y="990981"/>
                  </a:lnTo>
                  <a:lnTo>
                    <a:pt x="244316" y="990409"/>
                  </a:lnTo>
                  <a:lnTo>
                    <a:pt x="244507" y="990124"/>
                  </a:lnTo>
                  <a:lnTo>
                    <a:pt x="244697" y="989743"/>
                  </a:lnTo>
                  <a:lnTo>
                    <a:pt x="245078" y="989743"/>
                  </a:lnTo>
                  <a:lnTo>
                    <a:pt x="245364" y="990600"/>
                  </a:lnTo>
                  <a:lnTo>
                    <a:pt x="245269" y="991267"/>
                  </a:lnTo>
                  <a:lnTo>
                    <a:pt x="245078" y="991838"/>
                  </a:lnTo>
                  <a:lnTo>
                    <a:pt x="245078" y="992410"/>
                  </a:lnTo>
                  <a:lnTo>
                    <a:pt x="245555" y="993076"/>
                  </a:lnTo>
                  <a:lnTo>
                    <a:pt x="246031" y="992791"/>
                  </a:lnTo>
                  <a:lnTo>
                    <a:pt x="246412" y="991934"/>
                  </a:lnTo>
                  <a:lnTo>
                    <a:pt x="246888" y="989648"/>
                  </a:lnTo>
                  <a:lnTo>
                    <a:pt x="247650" y="988124"/>
                  </a:lnTo>
                  <a:lnTo>
                    <a:pt x="248602" y="986790"/>
                  </a:lnTo>
                  <a:lnTo>
                    <a:pt x="249460" y="986028"/>
                  </a:lnTo>
                  <a:lnTo>
                    <a:pt x="249746" y="987362"/>
                  </a:lnTo>
                  <a:lnTo>
                    <a:pt x="249746" y="987933"/>
                  </a:lnTo>
                  <a:lnTo>
                    <a:pt x="252031" y="985552"/>
                  </a:lnTo>
                  <a:lnTo>
                    <a:pt x="252508" y="984409"/>
                  </a:lnTo>
                  <a:lnTo>
                    <a:pt x="251651" y="983742"/>
                  </a:lnTo>
                  <a:lnTo>
                    <a:pt x="252031" y="982980"/>
                  </a:lnTo>
                  <a:lnTo>
                    <a:pt x="252127" y="981075"/>
                  </a:lnTo>
                  <a:lnTo>
                    <a:pt x="252889" y="980313"/>
                  </a:lnTo>
                  <a:lnTo>
                    <a:pt x="253841" y="978408"/>
                  </a:lnTo>
                  <a:lnTo>
                    <a:pt x="254222" y="978408"/>
                  </a:lnTo>
                  <a:lnTo>
                    <a:pt x="253841" y="982409"/>
                  </a:lnTo>
                  <a:lnTo>
                    <a:pt x="254222" y="983075"/>
                  </a:lnTo>
                  <a:lnTo>
                    <a:pt x="254889" y="983361"/>
                  </a:lnTo>
                  <a:lnTo>
                    <a:pt x="255175" y="983742"/>
                  </a:lnTo>
                  <a:lnTo>
                    <a:pt x="254603" y="984885"/>
                  </a:lnTo>
                  <a:lnTo>
                    <a:pt x="254984" y="985361"/>
                  </a:lnTo>
                  <a:lnTo>
                    <a:pt x="254794" y="986790"/>
                  </a:lnTo>
                  <a:lnTo>
                    <a:pt x="255080" y="987457"/>
                  </a:lnTo>
                  <a:lnTo>
                    <a:pt x="256318" y="986885"/>
                  </a:lnTo>
                  <a:lnTo>
                    <a:pt x="257747" y="986409"/>
                  </a:lnTo>
                  <a:lnTo>
                    <a:pt x="258604" y="986504"/>
                  </a:lnTo>
                  <a:lnTo>
                    <a:pt x="258032" y="987647"/>
                  </a:lnTo>
                  <a:lnTo>
                    <a:pt x="257842" y="987647"/>
                  </a:lnTo>
                  <a:lnTo>
                    <a:pt x="255175" y="988409"/>
                  </a:lnTo>
                  <a:lnTo>
                    <a:pt x="253936" y="988981"/>
                  </a:lnTo>
                  <a:lnTo>
                    <a:pt x="253175" y="989076"/>
                  </a:lnTo>
                  <a:lnTo>
                    <a:pt x="253175" y="989457"/>
                  </a:lnTo>
                  <a:lnTo>
                    <a:pt x="254984" y="989457"/>
                  </a:lnTo>
                  <a:lnTo>
                    <a:pt x="254413" y="990314"/>
                  </a:lnTo>
                  <a:lnTo>
                    <a:pt x="253651" y="990314"/>
                  </a:lnTo>
                  <a:lnTo>
                    <a:pt x="252889" y="990124"/>
                  </a:lnTo>
                  <a:lnTo>
                    <a:pt x="252222" y="990314"/>
                  </a:lnTo>
                  <a:lnTo>
                    <a:pt x="252127" y="991838"/>
                  </a:lnTo>
                  <a:lnTo>
                    <a:pt x="251746" y="992315"/>
                  </a:lnTo>
                  <a:lnTo>
                    <a:pt x="250889" y="991648"/>
                  </a:lnTo>
                  <a:lnTo>
                    <a:pt x="250031" y="993267"/>
                  </a:lnTo>
                  <a:lnTo>
                    <a:pt x="251079" y="994601"/>
                  </a:lnTo>
                  <a:lnTo>
                    <a:pt x="252603" y="995267"/>
                  </a:lnTo>
                  <a:lnTo>
                    <a:pt x="253460" y="994886"/>
                  </a:lnTo>
                  <a:lnTo>
                    <a:pt x="253556" y="994696"/>
                  </a:lnTo>
                  <a:lnTo>
                    <a:pt x="253746" y="994505"/>
                  </a:lnTo>
                  <a:lnTo>
                    <a:pt x="254032" y="994410"/>
                  </a:lnTo>
                  <a:lnTo>
                    <a:pt x="254318" y="994410"/>
                  </a:lnTo>
                  <a:lnTo>
                    <a:pt x="254508" y="994601"/>
                  </a:lnTo>
                  <a:lnTo>
                    <a:pt x="254413" y="995077"/>
                  </a:lnTo>
                  <a:lnTo>
                    <a:pt x="254222" y="995553"/>
                  </a:lnTo>
                  <a:lnTo>
                    <a:pt x="254127" y="995934"/>
                  </a:lnTo>
                  <a:lnTo>
                    <a:pt x="254508" y="996791"/>
                  </a:lnTo>
                  <a:lnTo>
                    <a:pt x="254889" y="997172"/>
                  </a:lnTo>
                  <a:lnTo>
                    <a:pt x="256413" y="997839"/>
                  </a:lnTo>
                  <a:lnTo>
                    <a:pt x="255651" y="998506"/>
                  </a:lnTo>
                  <a:lnTo>
                    <a:pt x="255080" y="999744"/>
                  </a:lnTo>
                  <a:lnTo>
                    <a:pt x="254889" y="1001173"/>
                  </a:lnTo>
                  <a:lnTo>
                    <a:pt x="255270" y="1002411"/>
                  </a:lnTo>
                  <a:lnTo>
                    <a:pt x="254508" y="1002125"/>
                  </a:lnTo>
                  <a:lnTo>
                    <a:pt x="253936" y="1001554"/>
                  </a:lnTo>
                  <a:lnTo>
                    <a:pt x="253746" y="1000792"/>
                  </a:lnTo>
                  <a:lnTo>
                    <a:pt x="254222" y="999744"/>
                  </a:lnTo>
                  <a:lnTo>
                    <a:pt x="252317" y="997649"/>
                  </a:lnTo>
                  <a:lnTo>
                    <a:pt x="251651" y="997077"/>
                  </a:lnTo>
                  <a:lnTo>
                    <a:pt x="250889" y="998506"/>
                  </a:lnTo>
                  <a:lnTo>
                    <a:pt x="250317" y="998506"/>
                  </a:lnTo>
                  <a:lnTo>
                    <a:pt x="249555" y="998125"/>
                  </a:lnTo>
                  <a:lnTo>
                    <a:pt x="249174" y="998125"/>
                  </a:lnTo>
                  <a:lnTo>
                    <a:pt x="248412" y="998601"/>
                  </a:lnTo>
                  <a:lnTo>
                    <a:pt x="247936" y="999363"/>
                  </a:lnTo>
                  <a:lnTo>
                    <a:pt x="247745" y="1000220"/>
                  </a:lnTo>
                  <a:lnTo>
                    <a:pt x="247745" y="1002983"/>
                  </a:lnTo>
                  <a:lnTo>
                    <a:pt x="247936" y="1005078"/>
                  </a:lnTo>
                  <a:lnTo>
                    <a:pt x="248412" y="1006888"/>
                  </a:lnTo>
                  <a:lnTo>
                    <a:pt x="249365" y="1007650"/>
                  </a:lnTo>
                  <a:lnTo>
                    <a:pt x="250603" y="1010888"/>
                  </a:lnTo>
                  <a:lnTo>
                    <a:pt x="250793" y="1011936"/>
                  </a:lnTo>
                  <a:lnTo>
                    <a:pt x="251365" y="1012126"/>
                  </a:lnTo>
                  <a:lnTo>
                    <a:pt x="252889" y="1011841"/>
                  </a:lnTo>
                  <a:lnTo>
                    <a:pt x="253460" y="1012126"/>
                  </a:lnTo>
                  <a:lnTo>
                    <a:pt x="254032" y="1012889"/>
                  </a:lnTo>
                  <a:lnTo>
                    <a:pt x="254413" y="1013841"/>
                  </a:lnTo>
                  <a:lnTo>
                    <a:pt x="254603" y="1014698"/>
                  </a:lnTo>
                  <a:lnTo>
                    <a:pt x="254984" y="1015746"/>
                  </a:lnTo>
                  <a:lnTo>
                    <a:pt x="255842" y="1016318"/>
                  </a:lnTo>
                  <a:lnTo>
                    <a:pt x="256413" y="1016889"/>
                  </a:lnTo>
                  <a:lnTo>
                    <a:pt x="256127" y="1017937"/>
                  </a:lnTo>
                  <a:lnTo>
                    <a:pt x="255175" y="1016889"/>
                  </a:lnTo>
                  <a:lnTo>
                    <a:pt x="253651" y="1014222"/>
                  </a:lnTo>
                  <a:lnTo>
                    <a:pt x="252889" y="1013460"/>
                  </a:lnTo>
                  <a:lnTo>
                    <a:pt x="251746" y="1013270"/>
                  </a:lnTo>
                  <a:lnTo>
                    <a:pt x="250793" y="1013936"/>
                  </a:lnTo>
                  <a:lnTo>
                    <a:pt x="250222" y="1015079"/>
                  </a:lnTo>
                  <a:lnTo>
                    <a:pt x="250031" y="1016318"/>
                  </a:lnTo>
                  <a:lnTo>
                    <a:pt x="249936" y="1018508"/>
                  </a:lnTo>
                  <a:lnTo>
                    <a:pt x="250031" y="1019175"/>
                  </a:lnTo>
                  <a:lnTo>
                    <a:pt x="250317" y="1019842"/>
                  </a:lnTo>
                  <a:lnTo>
                    <a:pt x="250698" y="1020318"/>
                  </a:lnTo>
                  <a:lnTo>
                    <a:pt x="250984" y="1020794"/>
                  </a:lnTo>
                  <a:lnTo>
                    <a:pt x="251079" y="1021556"/>
                  </a:lnTo>
                  <a:lnTo>
                    <a:pt x="250984" y="1022033"/>
                  </a:lnTo>
                  <a:lnTo>
                    <a:pt x="250889" y="1022318"/>
                  </a:lnTo>
                  <a:lnTo>
                    <a:pt x="250889" y="1022604"/>
                  </a:lnTo>
                  <a:lnTo>
                    <a:pt x="251079" y="1022985"/>
                  </a:lnTo>
                  <a:lnTo>
                    <a:pt x="251365" y="1023271"/>
                  </a:lnTo>
                  <a:lnTo>
                    <a:pt x="251651" y="1023271"/>
                  </a:lnTo>
                  <a:lnTo>
                    <a:pt x="251936" y="1023176"/>
                  </a:lnTo>
                  <a:lnTo>
                    <a:pt x="252222" y="1023366"/>
                  </a:lnTo>
                  <a:lnTo>
                    <a:pt x="253175" y="1024604"/>
                  </a:lnTo>
                  <a:lnTo>
                    <a:pt x="253556" y="1024890"/>
                  </a:lnTo>
                  <a:lnTo>
                    <a:pt x="254413" y="1024890"/>
                  </a:lnTo>
                  <a:lnTo>
                    <a:pt x="254032" y="1025843"/>
                  </a:lnTo>
                  <a:lnTo>
                    <a:pt x="254508" y="1026700"/>
                  </a:lnTo>
                  <a:lnTo>
                    <a:pt x="255461" y="1027367"/>
                  </a:lnTo>
                  <a:lnTo>
                    <a:pt x="256413" y="1027652"/>
                  </a:lnTo>
                  <a:lnTo>
                    <a:pt x="258032" y="1027462"/>
                  </a:lnTo>
                  <a:lnTo>
                    <a:pt x="258794" y="1027557"/>
                  </a:lnTo>
                  <a:lnTo>
                    <a:pt x="259556" y="1028033"/>
                  </a:lnTo>
                  <a:lnTo>
                    <a:pt x="259271" y="1028891"/>
                  </a:lnTo>
                  <a:lnTo>
                    <a:pt x="259747" y="1030700"/>
                  </a:lnTo>
                  <a:lnTo>
                    <a:pt x="259652" y="1031843"/>
                  </a:lnTo>
                  <a:lnTo>
                    <a:pt x="258890" y="1032891"/>
                  </a:lnTo>
                  <a:lnTo>
                    <a:pt x="258413" y="1032701"/>
                  </a:lnTo>
                  <a:lnTo>
                    <a:pt x="258413" y="1032034"/>
                  </a:lnTo>
                  <a:lnTo>
                    <a:pt x="259271" y="1031558"/>
                  </a:lnTo>
                  <a:lnTo>
                    <a:pt x="258604" y="1030605"/>
                  </a:lnTo>
                  <a:lnTo>
                    <a:pt x="257651" y="1030034"/>
                  </a:lnTo>
                  <a:lnTo>
                    <a:pt x="256603" y="1029748"/>
                  </a:lnTo>
                  <a:lnTo>
                    <a:pt x="255651" y="1029652"/>
                  </a:lnTo>
                  <a:lnTo>
                    <a:pt x="254984" y="1029652"/>
                  </a:lnTo>
                  <a:lnTo>
                    <a:pt x="254698" y="1029748"/>
                  </a:lnTo>
                  <a:lnTo>
                    <a:pt x="254508" y="1029652"/>
                  </a:lnTo>
                  <a:lnTo>
                    <a:pt x="254127" y="1029081"/>
                  </a:lnTo>
                  <a:lnTo>
                    <a:pt x="253841" y="1028509"/>
                  </a:lnTo>
                  <a:lnTo>
                    <a:pt x="253746" y="1028033"/>
                  </a:lnTo>
                  <a:lnTo>
                    <a:pt x="253556" y="1027652"/>
                  </a:lnTo>
                  <a:lnTo>
                    <a:pt x="252889" y="1027367"/>
                  </a:lnTo>
                  <a:lnTo>
                    <a:pt x="252603" y="1027938"/>
                  </a:lnTo>
                  <a:lnTo>
                    <a:pt x="252508" y="1028509"/>
                  </a:lnTo>
                  <a:lnTo>
                    <a:pt x="252603" y="1028986"/>
                  </a:lnTo>
                  <a:lnTo>
                    <a:pt x="252889" y="1029367"/>
                  </a:lnTo>
                  <a:lnTo>
                    <a:pt x="252603" y="1029748"/>
                  </a:lnTo>
                  <a:lnTo>
                    <a:pt x="252127" y="1030891"/>
                  </a:lnTo>
                  <a:lnTo>
                    <a:pt x="253556" y="1031272"/>
                  </a:lnTo>
                  <a:lnTo>
                    <a:pt x="254222" y="1032415"/>
                  </a:lnTo>
                  <a:lnTo>
                    <a:pt x="254698" y="1036701"/>
                  </a:lnTo>
                  <a:lnTo>
                    <a:pt x="254794" y="1037082"/>
                  </a:lnTo>
                  <a:lnTo>
                    <a:pt x="255080" y="1037463"/>
                  </a:lnTo>
                  <a:lnTo>
                    <a:pt x="255270" y="1037939"/>
                  </a:lnTo>
                  <a:lnTo>
                    <a:pt x="255175" y="1038416"/>
                  </a:lnTo>
                  <a:lnTo>
                    <a:pt x="254984" y="1038701"/>
                  </a:lnTo>
                  <a:lnTo>
                    <a:pt x="254889" y="1038797"/>
                  </a:lnTo>
                  <a:lnTo>
                    <a:pt x="255270" y="1039559"/>
                  </a:lnTo>
                  <a:lnTo>
                    <a:pt x="256032" y="1040321"/>
                  </a:lnTo>
                  <a:lnTo>
                    <a:pt x="256413" y="1041083"/>
                  </a:lnTo>
                  <a:lnTo>
                    <a:pt x="256794" y="1040511"/>
                  </a:lnTo>
                  <a:lnTo>
                    <a:pt x="257175" y="1040035"/>
                  </a:lnTo>
                  <a:lnTo>
                    <a:pt x="257651" y="1039654"/>
                  </a:lnTo>
                  <a:lnTo>
                    <a:pt x="258223" y="1039463"/>
                  </a:lnTo>
                  <a:lnTo>
                    <a:pt x="258127" y="1040416"/>
                  </a:lnTo>
                  <a:lnTo>
                    <a:pt x="257651" y="1040892"/>
                  </a:lnTo>
                  <a:lnTo>
                    <a:pt x="256985" y="1041178"/>
                  </a:lnTo>
                  <a:lnTo>
                    <a:pt x="256413" y="1041749"/>
                  </a:lnTo>
                  <a:lnTo>
                    <a:pt x="256223" y="1042511"/>
                  </a:lnTo>
                  <a:lnTo>
                    <a:pt x="256413" y="1043178"/>
                  </a:lnTo>
                  <a:lnTo>
                    <a:pt x="256985" y="1043559"/>
                  </a:lnTo>
                  <a:lnTo>
                    <a:pt x="257842" y="1043559"/>
                  </a:lnTo>
                  <a:lnTo>
                    <a:pt x="256889" y="1044607"/>
                  </a:lnTo>
                  <a:lnTo>
                    <a:pt x="256985" y="1045750"/>
                  </a:lnTo>
                  <a:lnTo>
                    <a:pt x="259461" y="1049750"/>
                  </a:lnTo>
                  <a:lnTo>
                    <a:pt x="259937" y="1050893"/>
                  </a:lnTo>
                  <a:lnTo>
                    <a:pt x="260223" y="1052703"/>
                  </a:lnTo>
                  <a:lnTo>
                    <a:pt x="260509" y="1053275"/>
                  </a:lnTo>
                  <a:lnTo>
                    <a:pt x="261366" y="1054227"/>
                  </a:lnTo>
                  <a:lnTo>
                    <a:pt x="261652" y="1054799"/>
                  </a:lnTo>
                  <a:lnTo>
                    <a:pt x="261842" y="1056323"/>
                  </a:lnTo>
                  <a:lnTo>
                    <a:pt x="262128" y="1056894"/>
                  </a:lnTo>
                  <a:lnTo>
                    <a:pt x="262604" y="1057561"/>
                  </a:lnTo>
                  <a:lnTo>
                    <a:pt x="262604" y="1058227"/>
                  </a:lnTo>
                  <a:lnTo>
                    <a:pt x="262319" y="1058894"/>
                  </a:lnTo>
                  <a:lnTo>
                    <a:pt x="261842" y="1059561"/>
                  </a:lnTo>
                  <a:lnTo>
                    <a:pt x="261747" y="1060133"/>
                  </a:lnTo>
                  <a:lnTo>
                    <a:pt x="262033" y="1060895"/>
                  </a:lnTo>
                  <a:lnTo>
                    <a:pt x="262509" y="1061561"/>
                  </a:lnTo>
                  <a:lnTo>
                    <a:pt x="262890" y="1062038"/>
                  </a:lnTo>
                  <a:lnTo>
                    <a:pt x="262604" y="1062800"/>
                  </a:lnTo>
                  <a:lnTo>
                    <a:pt x="262700" y="1063657"/>
                  </a:lnTo>
                  <a:lnTo>
                    <a:pt x="263081" y="1064514"/>
                  </a:lnTo>
                  <a:lnTo>
                    <a:pt x="263652" y="1065085"/>
                  </a:lnTo>
                  <a:lnTo>
                    <a:pt x="264414" y="1065371"/>
                  </a:lnTo>
                  <a:lnTo>
                    <a:pt x="266128" y="1065562"/>
                  </a:lnTo>
                  <a:lnTo>
                    <a:pt x="266890" y="1065943"/>
                  </a:lnTo>
                  <a:lnTo>
                    <a:pt x="264890" y="1066895"/>
                  </a:lnTo>
                  <a:lnTo>
                    <a:pt x="264128" y="1066991"/>
                  </a:lnTo>
                  <a:lnTo>
                    <a:pt x="263461" y="1066991"/>
                  </a:lnTo>
                  <a:lnTo>
                    <a:pt x="262985" y="1067086"/>
                  </a:lnTo>
                  <a:lnTo>
                    <a:pt x="262890" y="1067562"/>
                  </a:lnTo>
                  <a:lnTo>
                    <a:pt x="263176" y="1068515"/>
                  </a:lnTo>
                  <a:lnTo>
                    <a:pt x="264986" y="1070515"/>
                  </a:lnTo>
                  <a:lnTo>
                    <a:pt x="265748" y="1071943"/>
                  </a:lnTo>
                  <a:lnTo>
                    <a:pt x="265367" y="1073087"/>
                  </a:lnTo>
                  <a:lnTo>
                    <a:pt x="266033" y="1073944"/>
                  </a:lnTo>
                  <a:lnTo>
                    <a:pt x="265557" y="1074801"/>
                  </a:lnTo>
                  <a:lnTo>
                    <a:pt x="264890" y="1075563"/>
                  </a:lnTo>
                  <a:lnTo>
                    <a:pt x="264986" y="1076135"/>
                  </a:lnTo>
                  <a:lnTo>
                    <a:pt x="265176" y="1076801"/>
                  </a:lnTo>
                  <a:lnTo>
                    <a:pt x="266510" y="1077944"/>
                  </a:lnTo>
                  <a:lnTo>
                    <a:pt x="267081" y="1078802"/>
                  </a:lnTo>
                  <a:lnTo>
                    <a:pt x="268510" y="1081659"/>
                  </a:lnTo>
                  <a:lnTo>
                    <a:pt x="269272" y="1082612"/>
                  </a:lnTo>
                  <a:lnTo>
                    <a:pt x="268319" y="1082897"/>
                  </a:lnTo>
                  <a:lnTo>
                    <a:pt x="267557" y="1082516"/>
                  </a:lnTo>
                  <a:lnTo>
                    <a:pt x="266795" y="1081850"/>
                  </a:lnTo>
                  <a:lnTo>
                    <a:pt x="265938" y="1081468"/>
                  </a:lnTo>
                  <a:lnTo>
                    <a:pt x="266224" y="1082135"/>
                  </a:lnTo>
                  <a:lnTo>
                    <a:pt x="267176" y="1083183"/>
                  </a:lnTo>
                  <a:lnTo>
                    <a:pt x="267367" y="1083564"/>
                  </a:lnTo>
                  <a:lnTo>
                    <a:pt x="267557" y="1084421"/>
                  </a:lnTo>
                  <a:lnTo>
                    <a:pt x="268510" y="1086231"/>
                  </a:lnTo>
                  <a:lnTo>
                    <a:pt x="268510" y="1087374"/>
                  </a:lnTo>
                  <a:lnTo>
                    <a:pt x="269462" y="1089279"/>
                  </a:lnTo>
                  <a:lnTo>
                    <a:pt x="269748" y="1090041"/>
                  </a:lnTo>
                  <a:lnTo>
                    <a:pt x="269843" y="1090898"/>
                  </a:lnTo>
                  <a:lnTo>
                    <a:pt x="269462" y="1091660"/>
                  </a:lnTo>
                  <a:lnTo>
                    <a:pt x="270129" y="1092708"/>
                  </a:lnTo>
                  <a:lnTo>
                    <a:pt x="270605" y="1093946"/>
                  </a:lnTo>
                  <a:lnTo>
                    <a:pt x="270701" y="1095280"/>
                  </a:lnTo>
                  <a:lnTo>
                    <a:pt x="270319" y="1096518"/>
                  </a:lnTo>
                  <a:lnTo>
                    <a:pt x="269748" y="1095851"/>
                  </a:lnTo>
                  <a:lnTo>
                    <a:pt x="269367" y="1095947"/>
                  </a:lnTo>
                  <a:lnTo>
                    <a:pt x="269367" y="1096518"/>
                  </a:lnTo>
                  <a:lnTo>
                    <a:pt x="269939" y="1097280"/>
                  </a:lnTo>
                  <a:lnTo>
                    <a:pt x="269557" y="1097947"/>
                  </a:lnTo>
                  <a:lnTo>
                    <a:pt x="269939" y="1098518"/>
                  </a:lnTo>
                  <a:lnTo>
                    <a:pt x="271367" y="1099280"/>
                  </a:lnTo>
                  <a:lnTo>
                    <a:pt x="270605" y="1100614"/>
                  </a:lnTo>
                  <a:lnTo>
                    <a:pt x="270415" y="1101376"/>
                  </a:lnTo>
                  <a:lnTo>
                    <a:pt x="270319" y="1102233"/>
                  </a:lnTo>
                  <a:lnTo>
                    <a:pt x="270796" y="1104233"/>
                  </a:lnTo>
                  <a:lnTo>
                    <a:pt x="270796" y="1104424"/>
                  </a:lnTo>
                  <a:lnTo>
                    <a:pt x="270224" y="1105091"/>
                  </a:lnTo>
                  <a:lnTo>
                    <a:pt x="270510" y="1106519"/>
                  </a:lnTo>
                  <a:lnTo>
                    <a:pt x="271177" y="1108043"/>
                  </a:lnTo>
                  <a:lnTo>
                    <a:pt x="271748" y="1108901"/>
                  </a:lnTo>
                  <a:lnTo>
                    <a:pt x="272129" y="1108520"/>
                  </a:lnTo>
                  <a:lnTo>
                    <a:pt x="272129" y="1109567"/>
                  </a:lnTo>
                  <a:lnTo>
                    <a:pt x="271653" y="1110996"/>
                  </a:lnTo>
                  <a:lnTo>
                    <a:pt x="271367" y="1112520"/>
                  </a:lnTo>
                  <a:lnTo>
                    <a:pt x="271939" y="1114044"/>
                  </a:lnTo>
                  <a:lnTo>
                    <a:pt x="272796" y="1114806"/>
                  </a:lnTo>
                  <a:lnTo>
                    <a:pt x="273082" y="1115187"/>
                  </a:lnTo>
                  <a:lnTo>
                    <a:pt x="273177" y="1115949"/>
                  </a:lnTo>
                  <a:lnTo>
                    <a:pt x="273082" y="1116425"/>
                  </a:lnTo>
                  <a:lnTo>
                    <a:pt x="272606" y="1117092"/>
                  </a:lnTo>
                  <a:lnTo>
                    <a:pt x="272510" y="1117473"/>
                  </a:lnTo>
                  <a:lnTo>
                    <a:pt x="272606" y="1117854"/>
                  </a:lnTo>
                  <a:lnTo>
                    <a:pt x="273177" y="1119188"/>
                  </a:lnTo>
                  <a:lnTo>
                    <a:pt x="274034" y="1118616"/>
                  </a:lnTo>
                  <a:lnTo>
                    <a:pt x="274892" y="1118426"/>
                  </a:lnTo>
                  <a:lnTo>
                    <a:pt x="275558" y="1118807"/>
                  </a:lnTo>
                  <a:lnTo>
                    <a:pt x="275844" y="1119759"/>
                  </a:lnTo>
                  <a:lnTo>
                    <a:pt x="275749" y="1120331"/>
                  </a:lnTo>
                  <a:lnTo>
                    <a:pt x="275463" y="1120426"/>
                  </a:lnTo>
                  <a:lnTo>
                    <a:pt x="275177" y="1120045"/>
                  </a:lnTo>
                  <a:lnTo>
                    <a:pt x="275177" y="1119092"/>
                  </a:lnTo>
                  <a:lnTo>
                    <a:pt x="273558" y="1119854"/>
                  </a:lnTo>
                  <a:lnTo>
                    <a:pt x="273368" y="1119854"/>
                  </a:lnTo>
                  <a:lnTo>
                    <a:pt x="272986" y="1120235"/>
                  </a:lnTo>
                  <a:lnTo>
                    <a:pt x="272891" y="1120235"/>
                  </a:lnTo>
                  <a:lnTo>
                    <a:pt x="272986" y="1120331"/>
                  </a:lnTo>
                  <a:lnTo>
                    <a:pt x="273082" y="1120807"/>
                  </a:lnTo>
                  <a:lnTo>
                    <a:pt x="273368" y="1121569"/>
                  </a:lnTo>
                  <a:lnTo>
                    <a:pt x="274130" y="1122140"/>
                  </a:lnTo>
                  <a:lnTo>
                    <a:pt x="275082" y="1122426"/>
                  </a:lnTo>
                  <a:lnTo>
                    <a:pt x="276035" y="1122426"/>
                  </a:lnTo>
                  <a:lnTo>
                    <a:pt x="275749" y="1122712"/>
                  </a:lnTo>
                  <a:lnTo>
                    <a:pt x="275177" y="1123283"/>
                  </a:lnTo>
                  <a:lnTo>
                    <a:pt x="274987" y="1123569"/>
                  </a:lnTo>
                  <a:lnTo>
                    <a:pt x="275273" y="1123950"/>
                  </a:lnTo>
                  <a:lnTo>
                    <a:pt x="275558" y="1124236"/>
                  </a:lnTo>
                  <a:lnTo>
                    <a:pt x="275939" y="1124426"/>
                  </a:lnTo>
                  <a:lnTo>
                    <a:pt x="276415" y="1124617"/>
                  </a:lnTo>
                  <a:lnTo>
                    <a:pt x="275177" y="1124522"/>
                  </a:lnTo>
                  <a:lnTo>
                    <a:pt x="274606" y="1124331"/>
                  </a:lnTo>
                  <a:lnTo>
                    <a:pt x="273558" y="1123188"/>
                  </a:lnTo>
                  <a:lnTo>
                    <a:pt x="273463" y="1122998"/>
                  </a:lnTo>
                  <a:lnTo>
                    <a:pt x="273082" y="1122521"/>
                  </a:lnTo>
                  <a:lnTo>
                    <a:pt x="272701" y="1122235"/>
                  </a:lnTo>
                  <a:lnTo>
                    <a:pt x="272510" y="1122617"/>
                  </a:lnTo>
                  <a:lnTo>
                    <a:pt x="272510" y="1123855"/>
                  </a:lnTo>
                  <a:lnTo>
                    <a:pt x="272701" y="1124426"/>
                  </a:lnTo>
                  <a:lnTo>
                    <a:pt x="273082" y="1124712"/>
                  </a:lnTo>
                  <a:lnTo>
                    <a:pt x="273368" y="1125189"/>
                  </a:lnTo>
                  <a:lnTo>
                    <a:pt x="274130" y="1127474"/>
                  </a:lnTo>
                  <a:lnTo>
                    <a:pt x="274511" y="1129475"/>
                  </a:lnTo>
                  <a:lnTo>
                    <a:pt x="275082" y="1130237"/>
                  </a:lnTo>
                  <a:lnTo>
                    <a:pt x="275939" y="1130713"/>
                  </a:lnTo>
                  <a:lnTo>
                    <a:pt x="276892" y="1131094"/>
                  </a:lnTo>
                  <a:lnTo>
                    <a:pt x="276225" y="1131380"/>
                  </a:lnTo>
                  <a:lnTo>
                    <a:pt x="275749" y="1131760"/>
                  </a:lnTo>
                  <a:lnTo>
                    <a:pt x="275463" y="1132237"/>
                  </a:lnTo>
                  <a:lnTo>
                    <a:pt x="275368" y="1132999"/>
                  </a:lnTo>
                  <a:lnTo>
                    <a:pt x="276320" y="1133380"/>
                  </a:lnTo>
                  <a:lnTo>
                    <a:pt x="276511" y="1133570"/>
                  </a:lnTo>
                  <a:lnTo>
                    <a:pt x="276511" y="1134618"/>
                  </a:lnTo>
                  <a:lnTo>
                    <a:pt x="276511" y="1134904"/>
                  </a:lnTo>
                  <a:lnTo>
                    <a:pt x="277940" y="1139381"/>
                  </a:lnTo>
                  <a:lnTo>
                    <a:pt x="278130" y="1140524"/>
                  </a:lnTo>
                  <a:lnTo>
                    <a:pt x="278321" y="1140905"/>
                  </a:lnTo>
                  <a:lnTo>
                    <a:pt x="278606" y="1141285"/>
                  </a:lnTo>
                  <a:lnTo>
                    <a:pt x="278892" y="1141381"/>
                  </a:lnTo>
                  <a:lnTo>
                    <a:pt x="279178" y="1141190"/>
                  </a:lnTo>
                  <a:lnTo>
                    <a:pt x="279368" y="1141190"/>
                  </a:lnTo>
                  <a:lnTo>
                    <a:pt x="279654" y="1142048"/>
                  </a:lnTo>
                  <a:lnTo>
                    <a:pt x="279654" y="1144239"/>
                  </a:lnTo>
                  <a:lnTo>
                    <a:pt x="280035" y="1146905"/>
                  </a:lnTo>
                  <a:lnTo>
                    <a:pt x="280130" y="1145286"/>
                  </a:lnTo>
                  <a:lnTo>
                    <a:pt x="280416" y="1144048"/>
                  </a:lnTo>
                  <a:lnTo>
                    <a:pt x="281083" y="1143191"/>
                  </a:lnTo>
                  <a:lnTo>
                    <a:pt x="282321" y="1142810"/>
                  </a:lnTo>
                  <a:lnTo>
                    <a:pt x="281845" y="1143476"/>
                  </a:lnTo>
                  <a:lnTo>
                    <a:pt x="281369" y="1143952"/>
                  </a:lnTo>
                  <a:lnTo>
                    <a:pt x="280988" y="1144429"/>
                  </a:lnTo>
                  <a:lnTo>
                    <a:pt x="280797" y="1145191"/>
                  </a:lnTo>
                  <a:lnTo>
                    <a:pt x="280797" y="1148334"/>
                  </a:lnTo>
                  <a:lnTo>
                    <a:pt x="280607" y="1148715"/>
                  </a:lnTo>
                  <a:lnTo>
                    <a:pt x="280321" y="1149001"/>
                  </a:lnTo>
                  <a:lnTo>
                    <a:pt x="280035" y="1149287"/>
                  </a:lnTo>
                  <a:lnTo>
                    <a:pt x="280226" y="1149858"/>
                  </a:lnTo>
                  <a:lnTo>
                    <a:pt x="280607" y="1150144"/>
                  </a:lnTo>
                  <a:lnTo>
                    <a:pt x="280988" y="1150239"/>
                  </a:lnTo>
                  <a:lnTo>
                    <a:pt x="281178" y="1150430"/>
                  </a:lnTo>
                  <a:lnTo>
                    <a:pt x="281369" y="1151096"/>
                  </a:lnTo>
                  <a:lnTo>
                    <a:pt x="281940" y="1151573"/>
                  </a:lnTo>
                  <a:lnTo>
                    <a:pt x="282797" y="1151763"/>
                  </a:lnTo>
                  <a:lnTo>
                    <a:pt x="283655" y="1151763"/>
                  </a:lnTo>
                  <a:lnTo>
                    <a:pt x="283655" y="1152144"/>
                  </a:lnTo>
                  <a:lnTo>
                    <a:pt x="282131" y="1152335"/>
                  </a:lnTo>
                  <a:lnTo>
                    <a:pt x="282321" y="1153477"/>
                  </a:lnTo>
                  <a:lnTo>
                    <a:pt x="283369" y="1154906"/>
                  </a:lnTo>
                  <a:lnTo>
                    <a:pt x="284321" y="1155859"/>
                  </a:lnTo>
                  <a:lnTo>
                    <a:pt x="287369" y="1158335"/>
                  </a:lnTo>
                  <a:lnTo>
                    <a:pt x="288227" y="1159574"/>
                  </a:lnTo>
                  <a:lnTo>
                    <a:pt x="290036" y="1163002"/>
                  </a:lnTo>
                  <a:lnTo>
                    <a:pt x="290417" y="1164336"/>
                  </a:lnTo>
                  <a:lnTo>
                    <a:pt x="290322" y="1166717"/>
                  </a:lnTo>
                  <a:lnTo>
                    <a:pt x="290417" y="1167384"/>
                  </a:lnTo>
                  <a:lnTo>
                    <a:pt x="290894" y="1167765"/>
                  </a:lnTo>
                  <a:lnTo>
                    <a:pt x="291751" y="1167956"/>
                  </a:lnTo>
                  <a:lnTo>
                    <a:pt x="292703" y="1168051"/>
                  </a:lnTo>
                  <a:lnTo>
                    <a:pt x="293275" y="1168146"/>
                  </a:lnTo>
                  <a:lnTo>
                    <a:pt x="292513" y="1168718"/>
                  </a:lnTo>
                  <a:lnTo>
                    <a:pt x="292513" y="1169194"/>
                  </a:lnTo>
                  <a:lnTo>
                    <a:pt x="292798" y="1169765"/>
                  </a:lnTo>
                  <a:lnTo>
                    <a:pt x="293180" y="1171480"/>
                  </a:lnTo>
                  <a:lnTo>
                    <a:pt x="293656" y="1172527"/>
                  </a:lnTo>
                  <a:lnTo>
                    <a:pt x="294227" y="1173385"/>
                  </a:lnTo>
                  <a:lnTo>
                    <a:pt x="294799" y="1173766"/>
                  </a:lnTo>
                  <a:lnTo>
                    <a:pt x="295085" y="1173480"/>
                  </a:lnTo>
                  <a:lnTo>
                    <a:pt x="296894" y="1172337"/>
                  </a:lnTo>
                  <a:lnTo>
                    <a:pt x="297371" y="1172147"/>
                  </a:lnTo>
                  <a:lnTo>
                    <a:pt x="297752" y="1171670"/>
                  </a:lnTo>
                  <a:lnTo>
                    <a:pt x="298704" y="1171480"/>
                  </a:lnTo>
                  <a:lnTo>
                    <a:pt x="300704" y="1171480"/>
                  </a:lnTo>
                  <a:lnTo>
                    <a:pt x="300704" y="1171861"/>
                  </a:lnTo>
                  <a:lnTo>
                    <a:pt x="298037" y="1172527"/>
                  </a:lnTo>
                  <a:lnTo>
                    <a:pt x="296609" y="1173099"/>
                  </a:lnTo>
                  <a:lnTo>
                    <a:pt x="296037" y="1173956"/>
                  </a:lnTo>
                  <a:lnTo>
                    <a:pt x="295942" y="1174433"/>
                  </a:lnTo>
                  <a:lnTo>
                    <a:pt x="295656" y="1174623"/>
                  </a:lnTo>
                  <a:lnTo>
                    <a:pt x="295370" y="1174909"/>
                  </a:lnTo>
                  <a:lnTo>
                    <a:pt x="295275" y="1175576"/>
                  </a:lnTo>
                  <a:lnTo>
                    <a:pt x="295370" y="1176338"/>
                  </a:lnTo>
                  <a:lnTo>
                    <a:pt x="295561" y="1177004"/>
                  </a:lnTo>
                  <a:lnTo>
                    <a:pt x="296323" y="1178243"/>
                  </a:lnTo>
                  <a:lnTo>
                    <a:pt x="296037" y="1179576"/>
                  </a:lnTo>
                  <a:lnTo>
                    <a:pt x="296799" y="1180433"/>
                  </a:lnTo>
                  <a:lnTo>
                    <a:pt x="297847" y="1180719"/>
                  </a:lnTo>
                  <a:lnTo>
                    <a:pt x="298418" y="1180243"/>
                  </a:lnTo>
                  <a:lnTo>
                    <a:pt x="302038" y="1178243"/>
                  </a:lnTo>
                  <a:lnTo>
                    <a:pt x="302038" y="1178624"/>
                  </a:lnTo>
                  <a:lnTo>
                    <a:pt x="301752" y="1178909"/>
                  </a:lnTo>
                  <a:lnTo>
                    <a:pt x="301657" y="1179195"/>
                  </a:lnTo>
                  <a:lnTo>
                    <a:pt x="301847" y="1179481"/>
                  </a:lnTo>
                  <a:lnTo>
                    <a:pt x="302323" y="1179767"/>
                  </a:lnTo>
                  <a:lnTo>
                    <a:pt x="300038" y="1180243"/>
                  </a:lnTo>
                  <a:lnTo>
                    <a:pt x="299466" y="1180529"/>
                  </a:lnTo>
                  <a:lnTo>
                    <a:pt x="298990" y="1181005"/>
                  </a:lnTo>
                  <a:lnTo>
                    <a:pt x="298514" y="1181672"/>
                  </a:lnTo>
                  <a:lnTo>
                    <a:pt x="298228" y="1182434"/>
                  </a:lnTo>
                  <a:lnTo>
                    <a:pt x="298323" y="1183100"/>
                  </a:lnTo>
                  <a:lnTo>
                    <a:pt x="298799" y="1182910"/>
                  </a:lnTo>
                  <a:lnTo>
                    <a:pt x="300704" y="1183100"/>
                  </a:lnTo>
                  <a:lnTo>
                    <a:pt x="300990" y="1183196"/>
                  </a:lnTo>
                  <a:lnTo>
                    <a:pt x="301371" y="1183672"/>
                  </a:lnTo>
                  <a:lnTo>
                    <a:pt x="301561" y="1183862"/>
                  </a:lnTo>
                  <a:lnTo>
                    <a:pt x="301943" y="1183958"/>
                  </a:lnTo>
                  <a:lnTo>
                    <a:pt x="302705" y="1183862"/>
                  </a:lnTo>
                  <a:lnTo>
                    <a:pt x="303086" y="1183862"/>
                  </a:lnTo>
                  <a:lnTo>
                    <a:pt x="305276" y="1184815"/>
                  </a:lnTo>
                  <a:lnTo>
                    <a:pt x="305753" y="1185101"/>
                  </a:lnTo>
                  <a:lnTo>
                    <a:pt x="306991" y="1186720"/>
                  </a:lnTo>
                  <a:lnTo>
                    <a:pt x="307372" y="1187101"/>
                  </a:lnTo>
                  <a:lnTo>
                    <a:pt x="307181" y="1187291"/>
                  </a:lnTo>
                  <a:lnTo>
                    <a:pt x="307086" y="1187387"/>
                  </a:lnTo>
                  <a:lnTo>
                    <a:pt x="306896" y="1187482"/>
                  </a:lnTo>
                  <a:lnTo>
                    <a:pt x="306705" y="1187482"/>
                  </a:lnTo>
                  <a:lnTo>
                    <a:pt x="306229" y="1186434"/>
                  </a:lnTo>
                  <a:lnTo>
                    <a:pt x="305562" y="1185863"/>
                  </a:lnTo>
                  <a:lnTo>
                    <a:pt x="303752" y="1185196"/>
                  </a:lnTo>
                  <a:lnTo>
                    <a:pt x="302990" y="1185767"/>
                  </a:lnTo>
                  <a:lnTo>
                    <a:pt x="302323" y="1185577"/>
                  </a:lnTo>
                  <a:lnTo>
                    <a:pt x="301657" y="1185291"/>
                  </a:lnTo>
                  <a:lnTo>
                    <a:pt x="301085" y="1185482"/>
                  </a:lnTo>
                  <a:lnTo>
                    <a:pt x="300609" y="1185482"/>
                  </a:lnTo>
                  <a:lnTo>
                    <a:pt x="297656" y="1185291"/>
                  </a:lnTo>
                  <a:lnTo>
                    <a:pt x="299085" y="1186910"/>
                  </a:lnTo>
                  <a:lnTo>
                    <a:pt x="299942" y="1187577"/>
                  </a:lnTo>
                  <a:lnTo>
                    <a:pt x="301085" y="1187863"/>
                  </a:lnTo>
                  <a:lnTo>
                    <a:pt x="302228" y="1187863"/>
                  </a:lnTo>
                  <a:lnTo>
                    <a:pt x="302895" y="1188053"/>
                  </a:lnTo>
                  <a:lnTo>
                    <a:pt x="303371" y="1188720"/>
                  </a:lnTo>
                  <a:lnTo>
                    <a:pt x="306324" y="1198626"/>
                  </a:lnTo>
                  <a:lnTo>
                    <a:pt x="306705" y="1198245"/>
                  </a:lnTo>
                  <a:lnTo>
                    <a:pt x="307086" y="1199102"/>
                  </a:lnTo>
                  <a:lnTo>
                    <a:pt x="306896" y="1199579"/>
                  </a:lnTo>
                  <a:lnTo>
                    <a:pt x="305753" y="1200245"/>
                  </a:lnTo>
                  <a:lnTo>
                    <a:pt x="305372" y="1200817"/>
                  </a:lnTo>
                  <a:lnTo>
                    <a:pt x="304990" y="1201484"/>
                  </a:lnTo>
                  <a:lnTo>
                    <a:pt x="304514" y="1203103"/>
                  </a:lnTo>
                  <a:lnTo>
                    <a:pt x="307181" y="1203865"/>
                  </a:lnTo>
                  <a:lnTo>
                    <a:pt x="307657" y="1204246"/>
                  </a:lnTo>
                  <a:lnTo>
                    <a:pt x="308896" y="1206722"/>
                  </a:lnTo>
                  <a:lnTo>
                    <a:pt x="309467" y="1207008"/>
                  </a:lnTo>
                  <a:lnTo>
                    <a:pt x="310134" y="1207199"/>
                  </a:lnTo>
                  <a:lnTo>
                    <a:pt x="310706" y="1207580"/>
                  </a:lnTo>
                  <a:lnTo>
                    <a:pt x="310991" y="1208437"/>
                  </a:lnTo>
                  <a:lnTo>
                    <a:pt x="310706" y="1210056"/>
                  </a:lnTo>
                  <a:lnTo>
                    <a:pt x="310706" y="1210818"/>
                  </a:lnTo>
                  <a:lnTo>
                    <a:pt x="310991" y="1211580"/>
                  </a:lnTo>
                  <a:lnTo>
                    <a:pt x="313182" y="1212818"/>
                  </a:lnTo>
                  <a:lnTo>
                    <a:pt x="313373" y="1213104"/>
                  </a:lnTo>
                  <a:lnTo>
                    <a:pt x="313944" y="1213485"/>
                  </a:lnTo>
                  <a:lnTo>
                    <a:pt x="314611" y="1215104"/>
                  </a:lnTo>
                  <a:lnTo>
                    <a:pt x="315087" y="1215676"/>
                  </a:lnTo>
                  <a:lnTo>
                    <a:pt x="315754" y="1215676"/>
                  </a:lnTo>
                  <a:lnTo>
                    <a:pt x="316611" y="1215295"/>
                  </a:lnTo>
                  <a:lnTo>
                    <a:pt x="317278" y="1214818"/>
                  </a:lnTo>
                  <a:lnTo>
                    <a:pt x="317564" y="1214438"/>
                  </a:lnTo>
                  <a:lnTo>
                    <a:pt x="317944" y="1214057"/>
                  </a:lnTo>
                  <a:lnTo>
                    <a:pt x="319564" y="1213295"/>
                  </a:lnTo>
                  <a:lnTo>
                    <a:pt x="320135" y="1212723"/>
                  </a:lnTo>
                  <a:lnTo>
                    <a:pt x="320326" y="1213485"/>
                  </a:lnTo>
                  <a:lnTo>
                    <a:pt x="320802" y="1213771"/>
                  </a:lnTo>
                  <a:lnTo>
                    <a:pt x="321278" y="1213866"/>
                  </a:lnTo>
                  <a:lnTo>
                    <a:pt x="321469" y="1214057"/>
                  </a:lnTo>
                  <a:lnTo>
                    <a:pt x="321373" y="1214723"/>
                  </a:lnTo>
                  <a:lnTo>
                    <a:pt x="321088" y="1214818"/>
                  </a:lnTo>
                  <a:lnTo>
                    <a:pt x="320611" y="1214628"/>
                  </a:lnTo>
                  <a:lnTo>
                    <a:pt x="320040" y="1214533"/>
                  </a:lnTo>
                  <a:lnTo>
                    <a:pt x="319088" y="1214723"/>
                  </a:lnTo>
                  <a:lnTo>
                    <a:pt x="318421" y="1215104"/>
                  </a:lnTo>
                  <a:lnTo>
                    <a:pt x="317944" y="1215771"/>
                  </a:lnTo>
                  <a:lnTo>
                    <a:pt x="317373" y="1216819"/>
                  </a:lnTo>
                  <a:lnTo>
                    <a:pt x="316992" y="1216343"/>
                  </a:lnTo>
                  <a:lnTo>
                    <a:pt x="316421" y="1216152"/>
                  </a:lnTo>
                  <a:lnTo>
                    <a:pt x="315849" y="1216247"/>
                  </a:lnTo>
                  <a:lnTo>
                    <a:pt x="315278" y="1216533"/>
                  </a:lnTo>
                  <a:lnTo>
                    <a:pt x="315087" y="1217105"/>
                  </a:lnTo>
                  <a:lnTo>
                    <a:pt x="315087" y="1217771"/>
                  </a:lnTo>
                  <a:lnTo>
                    <a:pt x="314801" y="1218057"/>
                  </a:lnTo>
                  <a:lnTo>
                    <a:pt x="313849" y="1217581"/>
                  </a:lnTo>
                  <a:lnTo>
                    <a:pt x="314135" y="1218533"/>
                  </a:lnTo>
                  <a:lnTo>
                    <a:pt x="314897" y="1219200"/>
                  </a:lnTo>
                  <a:lnTo>
                    <a:pt x="316706" y="1220152"/>
                  </a:lnTo>
                  <a:lnTo>
                    <a:pt x="316706" y="1220248"/>
                  </a:lnTo>
                  <a:lnTo>
                    <a:pt x="317087" y="1220915"/>
                  </a:lnTo>
                  <a:lnTo>
                    <a:pt x="317278" y="1221010"/>
                  </a:lnTo>
                  <a:lnTo>
                    <a:pt x="317849" y="1220915"/>
                  </a:lnTo>
                  <a:lnTo>
                    <a:pt x="318040" y="1220915"/>
                  </a:lnTo>
                  <a:lnTo>
                    <a:pt x="318421" y="1221296"/>
                  </a:lnTo>
                  <a:lnTo>
                    <a:pt x="319183" y="1222724"/>
                  </a:lnTo>
                  <a:lnTo>
                    <a:pt x="319945" y="1221867"/>
                  </a:lnTo>
                  <a:lnTo>
                    <a:pt x="320516" y="1221486"/>
                  </a:lnTo>
                  <a:lnTo>
                    <a:pt x="321278" y="1221677"/>
                  </a:lnTo>
                  <a:lnTo>
                    <a:pt x="322231" y="1222534"/>
                  </a:lnTo>
                  <a:lnTo>
                    <a:pt x="322802" y="1223486"/>
                  </a:lnTo>
                  <a:lnTo>
                    <a:pt x="323088" y="1225772"/>
                  </a:lnTo>
                  <a:lnTo>
                    <a:pt x="323469" y="1226820"/>
                  </a:lnTo>
                  <a:lnTo>
                    <a:pt x="322993" y="1227296"/>
                  </a:lnTo>
                  <a:lnTo>
                    <a:pt x="323088" y="1227868"/>
                  </a:lnTo>
                  <a:lnTo>
                    <a:pt x="323469" y="1228439"/>
                  </a:lnTo>
                  <a:lnTo>
                    <a:pt x="324040" y="1228630"/>
                  </a:lnTo>
                  <a:lnTo>
                    <a:pt x="324803" y="1228439"/>
                  </a:lnTo>
                  <a:lnTo>
                    <a:pt x="325374" y="1228058"/>
                  </a:lnTo>
                  <a:lnTo>
                    <a:pt x="325946" y="1227868"/>
                  </a:lnTo>
                  <a:lnTo>
                    <a:pt x="326707" y="1228154"/>
                  </a:lnTo>
                  <a:lnTo>
                    <a:pt x="326707" y="1228535"/>
                  </a:lnTo>
                  <a:lnTo>
                    <a:pt x="325088" y="1228725"/>
                  </a:lnTo>
                  <a:lnTo>
                    <a:pt x="324422" y="1229487"/>
                  </a:lnTo>
                  <a:lnTo>
                    <a:pt x="324422" y="1230725"/>
                  </a:lnTo>
                  <a:lnTo>
                    <a:pt x="324803" y="1232249"/>
                  </a:lnTo>
                  <a:lnTo>
                    <a:pt x="324612" y="1232821"/>
                  </a:lnTo>
                  <a:lnTo>
                    <a:pt x="325088" y="1233202"/>
                  </a:lnTo>
                  <a:lnTo>
                    <a:pt x="325850" y="1233297"/>
                  </a:lnTo>
                  <a:lnTo>
                    <a:pt x="326612" y="1232916"/>
                  </a:lnTo>
                  <a:lnTo>
                    <a:pt x="326803" y="1232249"/>
                  </a:lnTo>
                  <a:lnTo>
                    <a:pt x="326707" y="1231487"/>
                  </a:lnTo>
                  <a:lnTo>
                    <a:pt x="326803" y="1230821"/>
                  </a:lnTo>
                  <a:lnTo>
                    <a:pt x="327660" y="1230440"/>
                  </a:lnTo>
                  <a:lnTo>
                    <a:pt x="327469" y="1230916"/>
                  </a:lnTo>
                  <a:lnTo>
                    <a:pt x="327469" y="1231202"/>
                  </a:lnTo>
                  <a:lnTo>
                    <a:pt x="327660" y="1231868"/>
                  </a:lnTo>
                  <a:lnTo>
                    <a:pt x="327946" y="1231583"/>
                  </a:lnTo>
                  <a:lnTo>
                    <a:pt x="328136" y="1231583"/>
                  </a:lnTo>
                  <a:lnTo>
                    <a:pt x="328708" y="1231868"/>
                  </a:lnTo>
                  <a:lnTo>
                    <a:pt x="328613" y="1232059"/>
                  </a:lnTo>
                  <a:lnTo>
                    <a:pt x="328517" y="1232440"/>
                  </a:lnTo>
                  <a:lnTo>
                    <a:pt x="328422" y="1232630"/>
                  </a:lnTo>
                  <a:lnTo>
                    <a:pt x="329089" y="1232916"/>
                  </a:lnTo>
                  <a:lnTo>
                    <a:pt x="331280" y="1235488"/>
                  </a:lnTo>
                  <a:lnTo>
                    <a:pt x="329851" y="1235297"/>
                  </a:lnTo>
                  <a:lnTo>
                    <a:pt x="329660" y="1235488"/>
                  </a:lnTo>
                  <a:lnTo>
                    <a:pt x="330136" y="1236250"/>
                  </a:lnTo>
                  <a:lnTo>
                    <a:pt x="329184" y="1236250"/>
                  </a:lnTo>
                  <a:lnTo>
                    <a:pt x="328613" y="1235107"/>
                  </a:lnTo>
                  <a:lnTo>
                    <a:pt x="328041" y="1233583"/>
                  </a:lnTo>
                  <a:lnTo>
                    <a:pt x="327279" y="1232630"/>
                  </a:lnTo>
                  <a:lnTo>
                    <a:pt x="327374" y="1233964"/>
                  </a:lnTo>
                  <a:lnTo>
                    <a:pt x="328422" y="1235964"/>
                  </a:lnTo>
                  <a:lnTo>
                    <a:pt x="328803" y="1237869"/>
                  </a:lnTo>
                  <a:lnTo>
                    <a:pt x="329089" y="1238250"/>
                  </a:lnTo>
                  <a:lnTo>
                    <a:pt x="329375" y="1238536"/>
                  </a:lnTo>
                  <a:lnTo>
                    <a:pt x="329470" y="1239012"/>
                  </a:lnTo>
                  <a:lnTo>
                    <a:pt x="329470" y="1240441"/>
                  </a:lnTo>
                  <a:lnTo>
                    <a:pt x="329565" y="1241108"/>
                  </a:lnTo>
                  <a:lnTo>
                    <a:pt x="329946" y="1241679"/>
                  </a:lnTo>
                  <a:lnTo>
                    <a:pt x="330422" y="1242632"/>
                  </a:lnTo>
                  <a:lnTo>
                    <a:pt x="330613" y="1245013"/>
                  </a:lnTo>
                  <a:lnTo>
                    <a:pt x="331280" y="1245965"/>
                  </a:lnTo>
                  <a:lnTo>
                    <a:pt x="331756" y="1246156"/>
                  </a:lnTo>
                  <a:lnTo>
                    <a:pt x="335090" y="1247299"/>
                  </a:lnTo>
                  <a:lnTo>
                    <a:pt x="335566" y="1247680"/>
                  </a:lnTo>
                  <a:lnTo>
                    <a:pt x="334804" y="1247870"/>
                  </a:lnTo>
                  <a:lnTo>
                    <a:pt x="333565" y="1247775"/>
                  </a:lnTo>
                  <a:lnTo>
                    <a:pt x="332327" y="1247489"/>
                  </a:lnTo>
                  <a:lnTo>
                    <a:pt x="331565" y="1247013"/>
                  </a:lnTo>
                  <a:lnTo>
                    <a:pt x="331375" y="1248251"/>
                  </a:lnTo>
                  <a:lnTo>
                    <a:pt x="331851" y="1249299"/>
                  </a:lnTo>
                  <a:lnTo>
                    <a:pt x="333375" y="1251395"/>
                  </a:lnTo>
                  <a:lnTo>
                    <a:pt x="333661" y="1252442"/>
                  </a:lnTo>
                  <a:lnTo>
                    <a:pt x="333756" y="1255490"/>
                  </a:lnTo>
                  <a:lnTo>
                    <a:pt x="333947" y="1256062"/>
                  </a:lnTo>
                  <a:lnTo>
                    <a:pt x="334613" y="1256824"/>
                  </a:lnTo>
                  <a:lnTo>
                    <a:pt x="334804" y="1257300"/>
                  </a:lnTo>
                  <a:lnTo>
                    <a:pt x="334804" y="1257872"/>
                  </a:lnTo>
                  <a:lnTo>
                    <a:pt x="334709" y="1259015"/>
                  </a:lnTo>
                  <a:lnTo>
                    <a:pt x="334709" y="1259586"/>
                  </a:lnTo>
                  <a:lnTo>
                    <a:pt x="335185" y="1260729"/>
                  </a:lnTo>
                  <a:lnTo>
                    <a:pt x="336899" y="1262920"/>
                  </a:lnTo>
                  <a:lnTo>
                    <a:pt x="337661" y="1264253"/>
                  </a:lnTo>
                  <a:lnTo>
                    <a:pt x="339376" y="1266539"/>
                  </a:lnTo>
                  <a:lnTo>
                    <a:pt x="340043" y="1268254"/>
                  </a:lnTo>
                  <a:lnTo>
                    <a:pt x="340995" y="1270159"/>
                  </a:lnTo>
                  <a:lnTo>
                    <a:pt x="341471" y="1273493"/>
                  </a:lnTo>
                  <a:lnTo>
                    <a:pt x="342710" y="1277874"/>
                  </a:lnTo>
                  <a:lnTo>
                    <a:pt x="343376" y="1279589"/>
                  </a:lnTo>
                  <a:lnTo>
                    <a:pt x="344234" y="1277398"/>
                  </a:lnTo>
                  <a:lnTo>
                    <a:pt x="344805" y="1276826"/>
                  </a:lnTo>
                  <a:lnTo>
                    <a:pt x="345567" y="1277779"/>
                  </a:lnTo>
                  <a:lnTo>
                    <a:pt x="344900" y="1277969"/>
                  </a:lnTo>
                  <a:lnTo>
                    <a:pt x="344900" y="1278255"/>
                  </a:lnTo>
                  <a:lnTo>
                    <a:pt x="345567" y="1278922"/>
                  </a:lnTo>
                  <a:lnTo>
                    <a:pt x="346139" y="1279874"/>
                  </a:lnTo>
                  <a:lnTo>
                    <a:pt x="346519" y="1280065"/>
                  </a:lnTo>
                  <a:lnTo>
                    <a:pt x="347282" y="1279970"/>
                  </a:lnTo>
                  <a:lnTo>
                    <a:pt x="346710" y="1280446"/>
                  </a:lnTo>
                  <a:lnTo>
                    <a:pt x="345948" y="1280732"/>
                  </a:lnTo>
                  <a:lnTo>
                    <a:pt x="345281" y="1280732"/>
                  </a:lnTo>
                  <a:lnTo>
                    <a:pt x="344805" y="1280351"/>
                  </a:lnTo>
                  <a:lnTo>
                    <a:pt x="344519" y="1280351"/>
                  </a:lnTo>
                  <a:lnTo>
                    <a:pt x="344424" y="1280922"/>
                  </a:lnTo>
                  <a:lnTo>
                    <a:pt x="344329" y="1281208"/>
                  </a:lnTo>
                  <a:lnTo>
                    <a:pt x="344138" y="1281303"/>
                  </a:lnTo>
                  <a:lnTo>
                    <a:pt x="343853" y="1281113"/>
                  </a:lnTo>
                  <a:lnTo>
                    <a:pt x="343853" y="1281303"/>
                  </a:lnTo>
                  <a:lnTo>
                    <a:pt x="343853" y="1281493"/>
                  </a:lnTo>
                  <a:lnTo>
                    <a:pt x="343948" y="1281684"/>
                  </a:lnTo>
                  <a:lnTo>
                    <a:pt x="344138" y="1281875"/>
                  </a:lnTo>
                  <a:lnTo>
                    <a:pt x="344043" y="1282637"/>
                  </a:lnTo>
                  <a:lnTo>
                    <a:pt x="344424" y="1285589"/>
                  </a:lnTo>
                  <a:lnTo>
                    <a:pt x="344424" y="1286827"/>
                  </a:lnTo>
                  <a:lnTo>
                    <a:pt x="345662" y="1290352"/>
                  </a:lnTo>
                  <a:lnTo>
                    <a:pt x="345757" y="1291400"/>
                  </a:lnTo>
                  <a:lnTo>
                    <a:pt x="345757" y="1292638"/>
                  </a:lnTo>
                  <a:lnTo>
                    <a:pt x="346139" y="1293019"/>
                  </a:lnTo>
                  <a:lnTo>
                    <a:pt x="345377" y="1292924"/>
                  </a:lnTo>
                  <a:lnTo>
                    <a:pt x="345186" y="1291685"/>
                  </a:lnTo>
                  <a:lnTo>
                    <a:pt x="344710" y="1290161"/>
                  </a:lnTo>
                  <a:lnTo>
                    <a:pt x="344805" y="1291495"/>
                  </a:lnTo>
                  <a:lnTo>
                    <a:pt x="344996" y="1293209"/>
                  </a:lnTo>
                  <a:lnTo>
                    <a:pt x="345377" y="1294162"/>
                  </a:lnTo>
                  <a:lnTo>
                    <a:pt x="345091" y="1294829"/>
                  </a:lnTo>
                  <a:lnTo>
                    <a:pt x="345472" y="1295686"/>
                  </a:lnTo>
                  <a:lnTo>
                    <a:pt x="346043" y="1296639"/>
                  </a:lnTo>
                  <a:lnTo>
                    <a:pt x="346424" y="1297591"/>
                  </a:lnTo>
                  <a:lnTo>
                    <a:pt x="347377" y="1301210"/>
                  </a:lnTo>
                  <a:lnTo>
                    <a:pt x="347567" y="1303401"/>
                  </a:lnTo>
                  <a:lnTo>
                    <a:pt x="348139" y="1306164"/>
                  </a:lnTo>
                  <a:lnTo>
                    <a:pt x="348329" y="1306735"/>
                  </a:lnTo>
                  <a:lnTo>
                    <a:pt x="348710" y="1307021"/>
                  </a:lnTo>
                  <a:lnTo>
                    <a:pt x="348806" y="1307687"/>
                  </a:lnTo>
                  <a:lnTo>
                    <a:pt x="348901" y="1309021"/>
                  </a:lnTo>
                  <a:lnTo>
                    <a:pt x="349186" y="1310068"/>
                  </a:lnTo>
                  <a:lnTo>
                    <a:pt x="349472" y="1310354"/>
                  </a:lnTo>
                  <a:lnTo>
                    <a:pt x="349948" y="1310831"/>
                  </a:lnTo>
                  <a:lnTo>
                    <a:pt x="349282" y="1312545"/>
                  </a:lnTo>
                  <a:lnTo>
                    <a:pt x="351758" y="1322832"/>
                  </a:lnTo>
                  <a:lnTo>
                    <a:pt x="353473" y="1323118"/>
                  </a:lnTo>
                  <a:lnTo>
                    <a:pt x="355759" y="1322356"/>
                  </a:lnTo>
                  <a:lnTo>
                    <a:pt x="358140" y="1321975"/>
                  </a:lnTo>
                  <a:lnTo>
                    <a:pt x="357759" y="1322642"/>
                  </a:lnTo>
                  <a:lnTo>
                    <a:pt x="356902" y="1323118"/>
                  </a:lnTo>
                  <a:lnTo>
                    <a:pt x="356044" y="1323404"/>
                  </a:lnTo>
                  <a:lnTo>
                    <a:pt x="355473" y="1323499"/>
                  </a:lnTo>
                  <a:lnTo>
                    <a:pt x="354997" y="1323689"/>
                  </a:lnTo>
                  <a:lnTo>
                    <a:pt x="354235" y="1324642"/>
                  </a:lnTo>
                  <a:lnTo>
                    <a:pt x="353854" y="1324927"/>
                  </a:lnTo>
                  <a:lnTo>
                    <a:pt x="353473" y="1324927"/>
                  </a:lnTo>
                  <a:lnTo>
                    <a:pt x="352044" y="1324261"/>
                  </a:lnTo>
                  <a:lnTo>
                    <a:pt x="352139" y="1325023"/>
                  </a:lnTo>
                  <a:lnTo>
                    <a:pt x="352520" y="1325499"/>
                  </a:lnTo>
                  <a:lnTo>
                    <a:pt x="352997" y="1325880"/>
                  </a:lnTo>
                  <a:lnTo>
                    <a:pt x="353473" y="1326452"/>
                  </a:lnTo>
                  <a:lnTo>
                    <a:pt x="353568" y="1327023"/>
                  </a:lnTo>
                  <a:lnTo>
                    <a:pt x="353568" y="1328166"/>
                  </a:lnTo>
                  <a:lnTo>
                    <a:pt x="353663" y="1328452"/>
                  </a:lnTo>
                  <a:lnTo>
                    <a:pt x="354425" y="1329309"/>
                  </a:lnTo>
                  <a:lnTo>
                    <a:pt x="354902" y="1330262"/>
                  </a:lnTo>
                  <a:lnTo>
                    <a:pt x="358902" y="1340358"/>
                  </a:lnTo>
                  <a:lnTo>
                    <a:pt x="360045" y="1341977"/>
                  </a:lnTo>
                  <a:lnTo>
                    <a:pt x="360521" y="1342835"/>
                  </a:lnTo>
                  <a:lnTo>
                    <a:pt x="360712" y="1343882"/>
                  </a:lnTo>
                  <a:lnTo>
                    <a:pt x="360902" y="1344359"/>
                  </a:lnTo>
                  <a:lnTo>
                    <a:pt x="361283" y="1344740"/>
                  </a:lnTo>
                  <a:lnTo>
                    <a:pt x="361664" y="1345025"/>
                  </a:lnTo>
                  <a:lnTo>
                    <a:pt x="361855" y="1345311"/>
                  </a:lnTo>
                  <a:lnTo>
                    <a:pt x="361950" y="1345692"/>
                  </a:lnTo>
                  <a:lnTo>
                    <a:pt x="362331" y="1346835"/>
                  </a:lnTo>
                  <a:lnTo>
                    <a:pt x="365760" y="1352645"/>
                  </a:lnTo>
                  <a:lnTo>
                    <a:pt x="366617" y="1354646"/>
                  </a:lnTo>
                  <a:lnTo>
                    <a:pt x="366903" y="1355884"/>
                  </a:lnTo>
                  <a:lnTo>
                    <a:pt x="366998" y="1356551"/>
                  </a:lnTo>
                  <a:lnTo>
                    <a:pt x="366998" y="1357217"/>
                  </a:lnTo>
                  <a:lnTo>
                    <a:pt x="367475" y="1356741"/>
                  </a:lnTo>
                  <a:lnTo>
                    <a:pt x="367760" y="1356265"/>
                  </a:lnTo>
                  <a:lnTo>
                    <a:pt x="368141" y="1355884"/>
                  </a:lnTo>
                  <a:lnTo>
                    <a:pt x="368808" y="1355693"/>
                  </a:lnTo>
                  <a:lnTo>
                    <a:pt x="368808" y="1356074"/>
                  </a:lnTo>
                  <a:lnTo>
                    <a:pt x="368332" y="1357884"/>
                  </a:lnTo>
                  <a:lnTo>
                    <a:pt x="368998" y="1360360"/>
                  </a:lnTo>
                  <a:lnTo>
                    <a:pt x="370903" y="1364837"/>
                  </a:lnTo>
                  <a:lnTo>
                    <a:pt x="371189" y="1366742"/>
                  </a:lnTo>
                  <a:lnTo>
                    <a:pt x="371570" y="1367790"/>
                  </a:lnTo>
                  <a:lnTo>
                    <a:pt x="372332" y="1368552"/>
                  </a:lnTo>
                  <a:lnTo>
                    <a:pt x="372237" y="1368362"/>
                  </a:lnTo>
                  <a:lnTo>
                    <a:pt x="372428" y="1368076"/>
                  </a:lnTo>
                  <a:lnTo>
                    <a:pt x="372713" y="1367885"/>
                  </a:lnTo>
                  <a:lnTo>
                    <a:pt x="372999" y="1367885"/>
                  </a:lnTo>
                  <a:lnTo>
                    <a:pt x="373094" y="1367981"/>
                  </a:lnTo>
                  <a:lnTo>
                    <a:pt x="373285" y="1368171"/>
                  </a:lnTo>
                  <a:lnTo>
                    <a:pt x="373571" y="1368457"/>
                  </a:lnTo>
                  <a:lnTo>
                    <a:pt x="373856" y="1368552"/>
                  </a:lnTo>
                  <a:lnTo>
                    <a:pt x="374237" y="1368838"/>
                  </a:lnTo>
                  <a:lnTo>
                    <a:pt x="375857" y="1370743"/>
                  </a:lnTo>
                  <a:lnTo>
                    <a:pt x="374999" y="1369124"/>
                  </a:lnTo>
                  <a:lnTo>
                    <a:pt x="375190" y="1368266"/>
                  </a:lnTo>
                  <a:lnTo>
                    <a:pt x="377285" y="1366647"/>
                  </a:lnTo>
                  <a:lnTo>
                    <a:pt x="377381" y="1366742"/>
                  </a:lnTo>
                  <a:lnTo>
                    <a:pt x="378428" y="1367790"/>
                  </a:lnTo>
                  <a:lnTo>
                    <a:pt x="378714" y="1368362"/>
                  </a:lnTo>
                  <a:lnTo>
                    <a:pt x="377952" y="1368552"/>
                  </a:lnTo>
                  <a:lnTo>
                    <a:pt x="376142" y="1368457"/>
                  </a:lnTo>
                  <a:lnTo>
                    <a:pt x="376047" y="1368838"/>
                  </a:lnTo>
                  <a:lnTo>
                    <a:pt x="376619" y="1369981"/>
                  </a:lnTo>
                  <a:lnTo>
                    <a:pt x="377285" y="1370838"/>
                  </a:lnTo>
                  <a:lnTo>
                    <a:pt x="378047" y="1371410"/>
                  </a:lnTo>
                  <a:lnTo>
                    <a:pt x="378905" y="1371695"/>
                  </a:lnTo>
                  <a:lnTo>
                    <a:pt x="379857" y="1371791"/>
                  </a:lnTo>
                  <a:lnTo>
                    <a:pt x="380524" y="1371600"/>
                  </a:lnTo>
                  <a:lnTo>
                    <a:pt x="381476" y="1370648"/>
                  </a:lnTo>
                  <a:lnTo>
                    <a:pt x="382143" y="1370267"/>
                  </a:lnTo>
                  <a:lnTo>
                    <a:pt x="381762" y="1371124"/>
                  </a:lnTo>
                  <a:lnTo>
                    <a:pt x="381572" y="1371791"/>
                  </a:lnTo>
                  <a:lnTo>
                    <a:pt x="381762" y="1372362"/>
                  </a:lnTo>
                  <a:lnTo>
                    <a:pt x="382524" y="1372839"/>
                  </a:lnTo>
                  <a:lnTo>
                    <a:pt x="382524" y="1373124"/>
                  </a:lnTo>
                  <a:lnTo>
                    <a:pt x="378619" y="1372267"/>
                  </a:lnTo>
                  <a:lnTo>
                    <a:pt x="377666" y="1372457"/>
                  </a:lnTo>
                  <a:lnTo>
                    <a:pt x="378523" y="1374267"/>
                  </a:lnTo>
                  <a:lnTo>
                    <a:pt x="379857" y="1375696"/>
                  </a:lnTo>
                  <a:lnTo>
                    <a:pt x="380048" y="1376267"/>
                  </a:lnTo>
                  <a:lnTo>
                    <a:pt x="380238" y="1376458"/>
                  </a:lnTo>
                  <a:lnTo>
                    <a:pt x="381095" y="1376077"/>
                  </a:lnTo>
                  <a:lnTo>
                    <a:pt x="381476" y="1376077"/>
                  </a:lnTo>
                  <a:lnTo>
                    <a:pt x="388144" y="1383411"/>
                  </a:lnTo>
                  <a:lnTo>
                    <a:pt x="389477" y="1385221"/>
                  </a:lnTo>
                  <a:lnTo>
                    <a:pt x="392335" y="1392174"/>
                  </a:lnTo>
                  <a:lnTo>
                    <a:pt x="392144" y="1392936"/>
                  </a:lnTo>
                  <a:lnTo>
                    <a:pt x="393097" y="1394365"/>
                  </a:lnTo>
                  <a:lnTo>
                    <a:pt x="393382" y="1395317"/>
                  </a:lnTo>
                  <a:lnTo>
                    <a:pt x="393478" y="1396365"/>
                  </a:lnTo>
                  <a:lnTo>
                    <a:pt x="393859" y="1396937"/>
                  </a:lnTo>
                  <a:lnTo>
                    <a:pt x="394621" y="1397222"/>
                  </a:lnTo>
                  <a:lnTo>
                    <a:pt x="395669" y="1397318"/>
                  </a:lnTo>
                  <a:lnTo>
                    <a:pt x="396431" y="1397603"/>
                  </a:lnTo>
                  <a:lnTo>
                    <a:pt x="397097" y="1398270"/>
                  </a:lnTo>
                  <a:lnTo>
                    <a:pt x="398050" y="1399889"/>
                  </a:lnTo>
                  <a:lnTo>
                    <a:pt x="398907" y="1401890"/>
                  </a:lnTo>
                  <a:lnTo>
                    <a:pt x="399478" y="1402652"/>
                  </a:lnTo>
                  <a:lnTo>
                    <a:pt x="400145" y="1402461"/>
                  </a:lnTo>
                  <a:lnTo>
                    <a:pt x="400526" y="1403128"/>
                  </a:lnTo>
                  <a:lnTo>
                    <a:pt x="400336" y="1403509"/>
                  </a:lnTo>
                  <a:lnTo>
                    <a:pt x="399764" y="1403890"/>
                  </a:lnTo>
                  <a:lnTo>
                    <a:pt x="399860" y="1404557"/>
                  </a:lnTo>
                  <a:lnTo>
                    <a:pt x="400050" y="1404938"/>
                  </a:lnTo>
                  <a:lnTo>
                    <a:pt x="400240" y="1405223"/>
                  </a:lnTo>
                  <a:lnTo>
                    <a:pt x="400526" y="1405700"/>
                  </a:lnTo>
                  <a:lnTo>
                    <a:pt x="405289" y="1417034"/>
                  </a:lnTo>
                  <a:lnTo>
                    <a:pt x="407765" y="1425797"/>
                  </a:lnTo>
                  <a:lnTo>
                    <a:pt x="408527" y="1430179"/>
                  </a:lnTo>
                  <a:lnTo>
                    <a:pt x="409385" y="1432370"/>
                  </a:lnTo>
                  <a:lnTo>
                    <a:pt x="411004" y="1433036"/>
                  </a:lnTo>
                  <a:lnTo>
                    <a:pt x="410718" y="1433322"/>
                  </a:lnTo>
                  <a:lnTo>
                    <a:pt x="409670" y="1433893"/>
                  </a:lnTo>
                  <a:lnTo>
                    <a:pt x="409480" y="1434179"/>
                  </a:lnTo>
                  <a:lnTo>
                    <a:pt x="409480" y="1434751"/>
                  </a:lnTo>
                  <a:lnTo>
                    <a:pt x="409765" y="1435132"/>
                  </a:lnTo>
                  <a:lnTo>
                    <a:pt x="410051" y="1435513"/>
                  </a:lnTo>
                  <a:lnTo>
                    <a:pt x="410147" y="1435894"/>
                  </a:lnTo>
                  <a:lnTo>
                    <a:pt x="410337" y="1436846"/>
                  </a:lnTo>
                  <a:lnTo>
                    <a:pt x="413480" y="1443228"/>
                  </a:lnTo>
                  <a:lnTo>
                    <a:pt x="413957" y="1445324"/>
                  </a:lnTo>
                  <a:lnTo>
                    <a:pt x="414528" y="1446085"/>
                  </a:lnTo>
                  <a:lnTo>
                    <a:pt x="415861" y="1447324"/>
                  </a:lnTo>
                  <a:lnTo>
                    <a:pt x="416243" y="1448181"/>
                  </a:lnTo>
                  <a:lnTo>
                    <a:pt x="416814" y="1450562"/>
                  </a:lnTo>
                  <a:lnTo>
                    <a:pt x="416909" y="1451610"/>
                  </a:lnTo>
                  <a:lnTo>
                    <a:pt x="417195" y="1452563"/>
                  </a:lnTo>
                  <a:lnTo>
                    <a:pt x="419100" y="1455134"/>
                  </a:lnTo>
                  <a:lnTo>
                    <a:pt x="419862" y="1457325"/>
                  </a:lnTo>
                  <a:lnTo>
                    <a:pt x="420815" y="1461707"/>
                  </a:lnTo>
                  <a:lnTo>
                    <a:pt x="421577" y="1463897"/>
                  </a:lnTo>
                  <a:lnTo>
                    <a:pt x="421957" y="1464659"/>
                  </a:lnTo>
                  <a:lnTo>
                    <a:pt x="422529" y="1465326"/>
                  </a:lnTo>
                  <a:lnTo>
                    <a:pt x="423196" y="1465517"/>
                  </a:lnTo>
                  <a:lnTo>
                    <a:pt x="424148" y="1464945"/>
                  </a:lnTo>
                  <a:lnTo>
                    <a:pt x="424529" y="1464088"/>
                  </a:lnTo>
                  <a:lnTo>
                    <a:pt x="424434" y="1463135"/>
                  </a:lnTo>
                  <a:lnTo>
                    <a:pt x="423767" y="1461326"/>
                  </a:lnTo>
                  <a:lnTo>
                    <a:pt x="424339" y="1461611"/>
                  </a:lnTo>
                  <a:lnTo>
                    <a:pt x="424720" y="1462088"/>
                  </a:lnTo>
                  <a:lnTo>
                    <a:pt x="425196" y="1463135"/>
                  </a:lnTo>
                  <a:lnTo>
                    <a:pt x="425482" y="1463135"/>
                  </a:lnTo>
                  <a:lnTo>
                    <a:pt x="425863" y="1462945"/>
                  </a:lnTo>
                  <a:lnTo>
                    <a:pt x="426148" y="1462850"/>
                  </a:lnTo>
                  <a:lnTo>
                    <a:pt x="426244" y="1463231"/>
                  </a:lnTo>
                  <a:lnTo>
                    <a:pt x="426148" y="1463612"/>
                  </a:lnTo>
                  <a:lnTo>
                    <a:pt x="425958" y="1463993"/>
                  </a:lnTo>
                  <a:lnTo>
                    <a:pt x="425863" y="1464374"/>
                  </a:lnTo>
                  <a:lnTo>
                    <a:pt x="425196" y="1465040"/>
                  </a:lnTo>
                  <a:lnTo>
                    <a:pt x="422719" y="1466469"/>
                  </a:lnTo>
                  <a:lnTo>
                    <a:pt x="422719" y="1467231"/>
                  </a:lnTo>
                  <a:lnTo>
                    <a:pt x="423101" y="1467802"/>
                  </a:lnTo>
                  <a:lnTo>
                    <a:pt x="423101" y="1468279"/>
                  </a:lnTo>
                  <a:lnTo>
                    <a:pt x="422910" y="1469041"/>
                  </a:lnTo>
                  <a:lnTo>
                    <a:pt x="423005" y="1469898"/>
                  </a:lnTo>
                  <a:lnTo>
                    <a:pt x="424720" y="1474184"/>
                  </a:lnTo>
                  <a:lnTo>
                    <a:pt x="425482" y="1475518"/>
                  </a:lnTo>
                  <a:lnTo>
                    <a:pt x="426244" y="1476185"/>
                  </a:lnTo>
                  <a:lnTo>
                    <a:pt x="425863" y="1475232"/>
                  </a:lnTo>
                  <a:lnTo>
                    <a:pt x="425672" y="1474089"/>
                  </a:lnTo>
                  <a:lnTo>
                    <a:pt x="425577" y="1471993"/>
                  </a:lnTo>
                  <a:lnTo>
                    <a:pt x="425291" y="1471136"/>
                  </a:lnTo>
                  <a:lnTo>
                    <a:pt x="424815" y="1470279"/>
                  </a:lnTo>
                  <a:lnTo>
                    <a:pt x="424529" y="1469327"/>
                  </a:lnTo>
                  <a:lnTo>
                    <a:pt x="424910" y="1468184"/>
                  </a:lnTo>
                  <a:lnTo>
                    <a:pt x="425291" y="1469327"/>
                  </a:lnTo>
                  <a:lnTo>
                    <a:pt x="425577" y="1469708"/>
                  </a:lnTo>
                  <a:lnTo>
                    <a:pt x="426053" y="1469993"/>
                  </a:lnTo>
                  <a:lnTo>
                    <a:pt x="426530" y="1470089"/>
                  </a:lnTo>
                  <a:lnTo>
                    <a:pt x="427101" y="1472946"/>
                  </a:lnTo>
                  <a:lnTo>
                    <a:pt x="428053" y="1473613"/>
                  </a:lnTo>
                  <a:lnTo>
                    <a:pt x="427768" y="1474660"/>
                  </a:lnTo>
                  <a:lnTo>
                    <a:pt x="428244" y="1476661"/>
                  </a:lnTo>
                  <a:lnTo>
                    <a:pt x="429101" y="1478090"/>
                  </a:lnTo>
                  <a:lnTo>
                    <a:pt x="430054" y="1477232"/>
                  </a:lnTo>
                  <a:lnTo>
                    <a:pt x="430530" y="1477994"/>
                  </a:lnTo>
                  <a:lnTo>
                    <a:pt x="432530" y="1479995"/>
                  </a:lnTo>
                  <a:lnTo>
                    <a:pt x="432816" y="1480852"/>
                  </a:lnTo>
                  <a:lnTo>
                    <a:pt x="433959" y="1482852"/>
                  </a:lnTo>
                  <a:lnTo>
                    <a:pt x="434435" y="1483805"/>
                  </a:lnTo>
                  <a:lnTo>
                    <a:pt x="434531" y="1484852"/>
                  </a:lnTo>
                  <a:lnTo>
                    <a:pt x="434245" y="1485424"/>
                  </a:lnTo>
                  <a:lnTo>
                    <a:pt x="433864" y="1485900"/>
                  </a:lnTo>
                  <a:lnTo>
                    <a:pt x="433673" y="1486852"/>
                  </a:lnTo>
                  <a:lnTo>
                    <a:pt x="433769" y="1487424"/>
                  </a:lnTo>
                  <a:lnTo>
                    <a:pt x="434245" y="1488377"/>
                  </a:lnTo>
                  <a:lnTo>
                    <a:pt x="434435" y="1488853"/>
                  </a:lnTo>
                  <a:lnTo>
                    <a:pt x="434435" y="1489520"/>
                  </a:lnTo>
                  <a:lnTo>
                    <a:pt x="434245" y="1490472"/>
                  </a:lnTo>
                  <a:lnTo>
                    <a:pt x="434340" y="1491043"/>
                  </a:lnTo>
                  <a:lnTo>
                    <a:pt x="434816" y="1490853"/>
                  </a:lnTo>
                  <a:lnTo>
                    <a:pt x="435197" y="1491425"/>
                  </a:lnTo>
                  <a:lnTo>
                    <a:pt x="435483" y="1492377"/>
                  </a:lnTo>
                  <a:lnTo>
                    <a:pt x="435483" y="1494854"/>
                  </a:lnTo>
                  <a:lnTo>
                    <a:pt x="435769" y="1495997"/>
                  </a:lnTo>
                  <a:lnTo>
                    <a:pt x="435769" y="1497044"/>
                  </a:lnTo>
                  <a:lnTo>
                    <a:pt x="435102" y="1498378"/>
                  </a:lnTo>
                  <a:lnTo>
                    <a:pt x="435673" y="1498759"/>
                  </a:lnTo>
                  <a:lnTo>
                    <a:pt x="436245" y="1499045"/>
                  </a:lnTo>
                  <a:lnTo>
                    <a:pt x="437293" y="1498664"/>
                  </a:lnTo>
                  <a:lnTo>
                    <a:pt x="438245" y="1499045"/>
                  </a:lnTo>
                  <a:lnTo>
                    <a:pt x="439198" y="1499711"/>
                  </a:lnTo>
                  <a:lnTo>
                    <a:pt x="440150" y="1500188"/>
                  </a:lnTo>
                  <a:lnTo>
                    <a:pt x="438817" y="1501807"/>
                  </a:lnTo>
                  <a:lnTo>
                    <a:pt x="437864" y="1502188"/>
                  </a:lnTo>
                  <a:lnTo>
                    <a:pt x="436626" y="1501616"/>
                  </a:lnTo>
                  <a:lnTo>
                    <a:pt x="436150" y="1501712"/>
                  </a:lnTo>
                  <a:lnTo>
                    <a:pt x="433578" y="1501235"/>
                  </a:lnTo>
                  <a:lnTo>
                    <a:pt x="432530" y="1500950"/>
                  </a:lnTo>
                  <a:lnTo>
                    <a:pt x="432340" y="1500188"/>
                  </a:lnTo>
                  <a:lnTo>
                    <a:pt x="433388" y="1495425"/>
                  </a:lnTo>
                  <a:lnTo>
                    <a:pt x="433673" y="1494758"/>
                  </a:lnTo>
                  <a:lnTo>
                    <a:pt x="434054" y="1494092"/>
                  </a:lnTo>
                  <a:lnTo>
                    <a:pt x="434340" y="1493425"/>
                  </a:lnTo>
                  <a:lnTo>
                    <a:pt x="434435" y="1492568"/>
                  </a:lnTo>
                  <a:lnTo>
                    <a:pt x="433578" y="1491710"/>
                  </a:lnTo>
                  <a:lnTo>
                    <a:pt x="433102" y="1490663"/>
                  </a:lnTo>
                  <a:lnTo>
                    <a:pt x="432626" y="1487900"/>
                  </a:lnTo>
                  <a:lnTo>
                    <a:pt x="432626" y="1487139"/>
                  </a:lnTo>
                  <a:lnTo>
                    <a:pt x="432721" y="1485995"/>
                  </a:lnTo>
                  <a:lnTo>
                    <a:pt x="432626" y="1485329"/>
                  </a:lnTo>
                  <a:lnTo>
                    <a:pt x="432340" y="1484567"/>
                  </a:lnTo>
                  <a:lnTo>
                    <a:pt x="431482" y="1483138"/>
                  </a:lnTo>
                  <a:lnTo>
                    <a:pt x="431197" y="1482376"/>
                  </a:lnTo>
                  <a:lnTo>
                    <a:pt x="430530" y="1482852"/>
                  </a:lnTo>
                  <a:lnTo>
                    <a:pt x="430721" y="1483709"/>
                  </a:lnTo>
                  <a:lnTo>
                    <a:pt x="431864" y="1485329"/>
                  </a:lnTo>
                  <a:lnTo>
                    <a:pt x="431387" y="1486757"/>
                  </a:lnTo>
                  <a:lnTo>
                    <a:pt x="431864" y="1490091"/>
                  </a:lnTo>
                  <a:lnTo>
                    <a:pt x="431768" y="1491520"/>
                  </a:lnTo>
                  <a:lnTo>
                    <a:pt x="431387" y="1491520"/>
                  </a:lnTo>
                  <a:lnTo>
                    <a:pt x="430054" y="1482947"/>
                  </a:lnTo>
                  <a:lnTo>
                    <a:pt x="429768" y="1481995"/>
                  </a:lnTo>
                  <a:lnTo>
                    <a:pt x="429197" y="1482471"/>
                  </a:lnTo>
                  <a:lnTo>
                    <a:pt x="429578" y="1483233"/>
                  </a:lnTo>
                  <a:lnTo>
                    <a:pt x="429292" y="1483709"/>
                  </a:lnTo>
                  <a:lnTo>
                    <a:pt x="428720" y="1483900"/>
                  </a:lnTo>
                  <a:lnTo>
                    <a:pt x="428244" y="1483995"/>
                  </a:lnTo>
                  <a:lnTo>
                    <a:pt x="428435" y="1483709"/>
                  </a:lnTo>
                  <a:lnTo>
                    <a:pt x="428625" y="1483043"/>
                  </a:lnTo>
                  <a:lnTo>
                    <a:pt x="428625" y="1482185"/>
                  </a:lnTo>
                  <a:lnTo>
                    <a:pt x="428339" y="1481423"/>
                  </a:lnTo>
                  <a:lnTo>
                    <a:pt x="428053" y="1482185"/>
                  </a:lnTo>
                  <a:lnTo>
                    <a:pt x="427958" y="1482471"/>
                  </a:lnTo>
                  <a:lnTo>
                    <a:pt x="427387" y="1482185"/>
                  </a:lnTo>
                  <a:lnTo>
                    <a:pt x="427101" y="1481709"/>
                  </a:lnTo>
                  <a:lnTo>
                    <a:pt x="426911" y="1481138"/>
                  </a:lnTo>
                  <a:lnTo>
                    <a:pt x="426911" y="1480471"/>
                  </a:lnTo>
                  <a:lnTo>
                    <a:pt x="427196" y="1480280"/>
                  </a:lnTo>
                  <a:lnTo>
                    <a:pt x="428435" y="1480661"/>
                  </a:lnTo>
                  <a:lnTo>
                    <a:pt x="428720" y="1480471"/>
                  </a:lnTo>
                  <a:lnTo>
                    <a:pt x="428339" y="1479423"/>
                  </a:lnTo>
                  <a:lnTo>
                    <a:pt x="427577" y="1478185"/>
                  </a:lnTo>
                  <a:lnTo>
                    <a:pt x="426625" y="1477518"/>
                  </a:lnTo>
                  <a:lnTo>
                    <a:pt x="425863" y="1478090"/>
                  </a:lnTo>
                  <a:lnTo>
                    <a:pt x="426053" y="1478756"/>
                  </a:lnTo>
                  <a:lnTo>
                    <a:pt x="426434" y="1481138"/>
                  </a:lnTo>
                  <a:lnTo>
                    <a:pt x="426815" y="1481709"/>
                  </a:lnTo>
                  <a:lnTo>
                    <a:pt x="428053" y="1485614"/>
                  </a:lnTo>
                  <a:lnTo>
                    <a:pt x="429101" y="1493615"/>
                  </a:lnTo>
                  <a:lnTo>
                    <a:pt x="428815" y="1494949"/>
                  </a:lnTo>
                  <a:lnTo>
                    <a:pt x="429863" y="1502378"/>
                  </a:lnTo>
                  <a:lnTo>
                    <a:pt x="432530" y="1511237"/>
                  </a:lnTo>
                  <a:lnTo>
                    <a:pt x="436721" y="1520762"/>
                  </a:lnTo>
                  <a:lnTo>
                    <a:pt x="437007" y="1520762"/>
                  </a:lnTo>
                  <a:lnTo>
                    <a:pt x="436912" y="1520000"/>
                  </a:lnTo>
                  <a:lnTo>
                    <a:pt x="435293" y="1515904"/>
                  </a:lnTo>
                  <a:lnTo>
                    <a:pt x="435197" y="1515332"/>
                  </a:lnTo>
                  <a:lnTo>
                    <a:pt x="435959" y="1515427"/>
                  </a:lnTo>
                  <a:lnTo>
                    <a:pt x="436721" y="1517142"/>
                  </a:lnTo>
                  <a:lnTo>
                    <a:pt x="437769" y="1520381"/>
                  </a:lnTo>
                  <a:lnTo>
                    <a:pt x="438150" y="1520381"/>
                  </a:lnTo>
                  <a:lnTo>
                    <a:pt x="438245" y="1519904"/>
                  </a:lnTo>
                  <a:lnTo>
                    <a:pt x="438340" y="1519714"/>
                  </a:lnTo>
                  <a:lnTo>
                    <a:pt x="438817" y="1519333"/>
                  </a:lnTo>
                  <a:lnTo>
                    <a:pt x="438436" y="1521524"/>
                  </a:lnTo>
                  <a:lnTo>
                    <a:pt x="438436" y="1522285"/>
                  </a:lnTo>
                  <a:lnTo>
                    <a:pt x="438055" y="1522285"/>
                  </a:lnTo>
                  <a:lnTo>
                    <a:pt x="438055" y="1521905"/>
                  </a:lnTo>
                  <a:lnTo>
                    <a:pt x="437960" y="1521714"/>
                  </a:lnTo>
                  <a:lnTo>
                    <a:pt x="437864" y="1521524"/>
                  </a:lnTo>
                  <a:lnTo>
                    <a:pt x="437769" y="1521238"/>
                  </a:lnTo>
                  <a:lnTo>
                    <a:pt x="437674" y="1522476"/>
                  </a:lnTo>
                  <a:lnTo>
                    <a:pt x="439198" y="1525619"/>
                  </a:lnTo>
                  <a:lnTo>
                    <a:pt x="439769" y="1527334"/>
                  </a:lnTo>
                  <a:lnTo>
                    <a:pt x="440531" y="1528382"/>
                  </a:lnTo>
                  <a:lnTo>
                    <a:pt x="440722" y="1528953"/>
                  </a:lnTo>
                  <a:lnTo>
                    <a:pt x="440817" y="1529620"/>
                  </a:lnTo>
                  <a:lnTo>
                    <a:pt x="441007" y="1530477"/>
                  </a:lnTo>
                  <a:lnTo>
                    <a:pt x="441389" y="1531239"/>
                  </a:lnTo>
                  <a:lnTo>
                    <a:pt x="441960" y="1531620"/>
                  </a:lnTo>
                  <a:lnTo>
                    <a:pt x="441769" y="1530668"/>
                  </a:lnTo>
                  <a:lnTo>
                    <a:pt x="441960" y="1529906"/>
                  </a:lnTo>
                  <a:lnTo>
                    <a:pt x="442532" y="1529239"/>
                  </a:lnTo>
                  <a:lnTo>
                    <a:pt x="443389" y="1528763"/>
                  </a:lnTo>
                  <a:lnTo>
                    <a:pt x="443198" y="1529525"/>
                  </a:lnTo>
                  <a:lnTo>
                    <a:pt x="443008" y="1529810"/>
                  </a:lnTo>
                  <a:lnTo>
                    <a:pt x="442627" y="1530191"/>
                  </a:lnTo>
                  <a:lnTo>
                    <a:pt x="443008" y="1530953"/>
                  </a:lnTo>
                  <a:lnTo>
                    <a:pt x="443389" y="1530382"/>
                  </a:lnTo>
                  <a:lnTo>
                    <a:pt x="443960" y="1528763"/>
                  </a:lnTo>
                  <a:lnTo>
                    <a:pt x="444246" y="1528382"/>
                  </a:lnTo>
                  <a:lnTo>
                    <a:pt x="445484" y="1528953"/>
                  </a:lnTo>
                  <a:lnTo>
                    <a:pt x="446246" y="1529048"/>
                  </a:lnTo>
                  <a:lnTo>
                    <a:pt x="446532" y="1528477"/>
                  </a:lnTo>
                  <a:lnTo>
                    <a:pt x="446818" y="1528191"/>
                  </a:lnTo>
                  <a:lnTo>
                    <a:pt x="447485" y="1527905"/>
                  </a:lnTo>
                  <a:lnTo>
                    <a:pt x="448247" y="1527715"/>
                  </a:lnTo>
                  <a:lnTo>
                    <a:pt x="448818" y="1527905"/>
                  </a:lnTo>
                  <a:lnTo>
                    <a:pt x="448818" y="1528286"/>
                  </a:lnTo>
                  <a:lnTo>
                    <a:pt x="448151" y="1528572"/>
                  </a:lnTo>
                  <a:lnTo>
                    <a:pt x="447389" y="1528763"/>
                  </a:lnTo>
                  <a:lnTo>
                    <a:pt x="447008" y="1528953"/>
                  </a:lnTo>
                  <a:lnTo>
                    <a:pt x="447294" y="1529048"/>
                  </a:lnTo>
                  <a:lnTo>
                    <a:pt x="447865" y="1529429"/>
                  </a:lnTo>
                  <a:lnTo>
                    <a:pt x="448342" y="1529810"/>
                  </a:lnTo>
                  <a:lnTo>
                    <a:pt x="448151" y="1530001"/>
                  </a:lnTo>
                  <a:lnTo>
                    <a:pt x="445294" y="1529620"/>
                  </a:lnTo>
                  <a:lnTo>
                    <a:pt x="444722" y="1529906"/>
                  </a:lnTo>
                  <a:lnTo>
                    <a:pt x="444151" y="1530572"/>
                  </a:lnTo>
                  <a:lnTo>
                    <a:pt x="443675" y="1531334"/>
                  </a:lnTo>
                  <a:lnTo>
                    <a:pt x="443579" y="1531906"/>
                  </a:lnTo>
                  <a:lnTo>
                    <a:pt x="444056" y="1532573"/>
                  </a:lnTo>
                  <a:lnTo>
                    <a:pt x="444722" y="1532477"/>
                  </a:lnTo>
                  <a:lnTo>
                    <a:pt x="445389" y="1532192"/>
                  </a:lnTo>
                  <a:lnTo>
                    <a:pt x="446056" y="1532192"/>
                  </a:lnTo>
                  <a:lnTo>
                    <a:pt x="445484" y="1532573"/>
                  </a:lnTo>
                  <a:lnTo>
                    <a:pt x="444532" y="1533049"/>
                  </a:lnTo>
                  <a:lnTo>
                    <a:pt x="443579" y="1533239"/>
                  </a:lnTo>
                  <a:lnTo>
                    <a:pt x="442817" y="1532096"/>
                  </a:lnTo>
                  <a:lnTo>
                    <a:pt x="442246" y="1532192"/>
                  </a:lnTo>
                  <a:lnTo>
                    <a:pt x="442055" y="1532858"/>
                  </a:lnTo>
                  <a:lnTo>
                    <a:pt x="442817" y="1534001"/>
                  </a:lnTo>
                  <a:lnTo>
                    <a:pt x="447389" y="1537811"/>
                  </a:lnTo>
                  <a:lnTo>
                    <a:pt x="448247" y="1538859"/>
                  </a:lnTo>
                  <a:lnTo>
                    <a:pt x="450152" y="1542002"/>
                  </a:lnTo>
                  <a:lnTo>
                    <a:pt x="452057" y="1543717"/>
                  </a:lnTo>
                  <a:lnTo>
                    <a:pt x="452628" y="1544955"/>
                  </a:lnTo>
                  <a:lnTo>
                    <a:pt x="456438" y="1549337"/>
                  </a:lnTo>
                  <a:lnTo>
                    <a:pt x="457105" y="1550956"/>
                  </a:lnTo>
                  <a:lnTo>
                    <a:pt x="459962" y="1553527"/>
                  </a:lnTo>
                  <a:lnTo>
                    <a:pt x="464344" y="1559624"/>
                  </a:lnTo>
                  <a:lnTo>
                    <a:pt x="466058" y="1561529"/>
                  </a:lnTo>
                  <a:lnTo>
                    <a:pt x="472059" y="1565910"/>
                  </a:lnTo>
                  <a:lnTo>
                    <a:pt x="473011" y="1566577"/>
                  </a:lnTo>
                  <a:lnTo>
                    <a:pt x="478060" y="1571244"/>
                  </a:lnTo>
                  <a:lnTo>
                    <a:pt x="478822" y="1571720"/>
                  </a:lnTo>
                  <a:lnTo>
                    <a:pt x="480060" y="1572101"/>
                  </a:lnTo>
                  <a:lnTo>
                    <a:pt x="481298" y="1572864"/>
                  </a:lnTo>
                  <a:lnTo>
                    <a:pt x="481679" y="1573244"/>
                  </a:lnTo>
                  <a:lnTo>
                    <a:pt x="482441" y="1574102"/>
                  </a:lnTo>
                  <a:lnTo>
                    <a:pt x="482822" y="1574292"/>
                  </a:lnTo>
                  <a:lnTo>
                    <a:pt x="489871" y="1576388"/>
                  </a:lnTo>
                  <a:lnTo>
                    <a:pt x="493109" y="1576959"/>
                  </a:lnTo>
                  <a:lnTo>
                    <a:pt x="495967" y="1576578"/>
                  </a:lnTo>
                  <a:lnTo>
                    <a:pt x="495776" y="1574864"/>
                  </a:lnTo>
                  <a:lnTo>
                    <a:pt x="497586" y="1573530"/>
                  </a:lnTo>
                  <a:lnTo>
                    <a:pt x="500158" y="1572673"/>
                  </a:lnTo>
                  <a:lnTo>
                    <a:pt x="505873" y="1571720"/>
                  </a:lnTo>
                  <a:lnTo>
                    <a:pt x="506730" y="1571339"/>
                  </a:lnTo>
                  <a:lnTo>
                    <a:pt x="508064" y="1569530"/>
                  </a:lnTo>
                  <a:lnTo>
                    <a:pt x="508730" y="1568863"/>
                  </a:lnTo>
                  <a:lnTo>
                    <a:pt x="518922" y="1562672"/>
                  </a:lnTo>
                  <a:lnTo>
                    <a:pt x="521018" y="1561814"/>
                  </a:lnTo>
                  <a:lnTo>
                    <a:pt x="521875" y="1561624"/>
                  </a:lnTo>
                  <a:lnTo>
                    <a:pt x="522256" y="1561148"/>
                  </a:lnTo>
                  <a:lnTo>
                    <a:pt x="523113" y="1558004"/>
                  </a:lnTo>
                  <a:lnTo>
                    <a:pt x="523494" y="1557528"/>
                  </a:lnTo>
                  <a:lnTo>
                    <a:pt x="524923" y="1556195"/>
                  </a:lnTo>
                  <a:lnTo>
                    <a:pt x="525399" y="1555623"/>
                  </a:lnTo>
                  <a:lnTo>
                    <a:pt x="525685" y="1555052"/>
                  </a:lnTo>
                  <a:lnTo>
                    <a:pt x="526447" y="1549527"/>
                  </a:lnTo>
                  <a:lnTo>
                    <a:pt x="526066" y="1547813"/>
                  </a:lnTo>
                  <a:lnTo>
                    <a:pt x="524923" y="1546098"/>
                  </a:lnTo>
                  <a:lnTo>
                    <a:pt x="526352" y="1546098"/>
                  </a:lnTo>
                  <a:lnTo>
                    <a:pt x="526066" y="1545431"/>
                  </a:lnTo>
                  <a:lnTo>
                    <a:pt x="526256" y="1544860"/>
                  </a:lnTo>
                  <a:lnTo>
                    <a:pt x="527018" y="1543907"/>
                  </a:lnTo>
                  <a:lnTo>
                    <a:pt x="527495" y="1542479"/>
                  </a:lnTo>
                  <a:lnTo>
                    <a:pt x="527685" y="1542098"/>
                  </a:lnTo>
                  <a:lnTo>
                    <a:pt x="528638" y="1541526"/>
                  </a:lnTo>
                  <a:lnTo>
                    <a:pt x="529590" y="1541050"/>
                  </a:lnTo>
                  <a:lnTo>
                    <a:pt x="530161" y="1540383"/>
                  </a:lnTo>
                  <a:lnTo>
                    <a:pt x="529876" y="1539145"/>
                  </a:lnTo>
                  <a:lnTo>
                    <a:pt x="529400" y="1540097"/>
                  </a:lnTo>
                  <a:lnTo>
                    <a:pt x="528828" y="1540288"/>
                  </a:lnTo>
                  <a:lnTo>
                    <a:pt x="528161" y="1540383"/>
                  </a:lnTo>
                  <a:lnTo>
                    <a:pt x="527495" y="1540955"/>
                  </a:lnTo>
                  <a:lnTo>
                    <a:pt x="527876" y="1540002"/>
                  </a:lnTo>
                  <a:lnTo>
                    <a:pt x="528066" y="1538764"/>
                  </a:lnTo>
                  <a:lnTo>
                    <a:pt x="528257" y="1535240"/>
                  </a:lnTo>
                  <a:lnTo>
                    <a:pt x="528542" y="1534382"/>
                  </a:lnTo>
                  <a:lnTo>
                    <a:pt x="530352" y="1531144"/>
                  </a:lnTo>
                  <a:lnTo>
                    <a:pt x="531495" y="1529715"/>
                  </a:lnTo>
                  <a:lnTo>
                    <a:pt x="538734" y="1523810"/>
                  </a:lnTo>
                  <a:lnTo>
                    <a:pt x="540544" y="1522571"/>
                  </a:lnTo>
                  <a:lnTo>
                    <a:pt x="542544" y="1521714"/>
                  </a:lnTo>
                  <a:lnTo>
                    <a:pt x="544449" y="1521238"/>
                  </a:lnTo>
                  <a:lnTo>
                    <a:pt x="551498" y="1520381"/>
                  </a:lnTo>
                  <a:lnTo>
                    <a:pt x="552355" y="1520190"/>
                  </a:lnTo>
                  <a:lnTo>
                    <a:pt x="553117" y="1519809"/>
                  </a:lnTo>
                  <a:lnTo>
                    <a:pt x="553403" y="1519238"/>
                  </a:lnTo>
                  <a:lnTo>
                    <a:pt x="553688" y="1518380"/>
                  </a:lnTo>
                  <a:lnTo>
                    <a:pt x="554450" y="1517999"/>
                  </a:lnTo>
                  <a:lnTo>
                    <a:pt x="557117" y="1517809"/>
                  </a:lnTo>
                  <a:lnTo>
                    <a:pt x="557784" y="1517523"/>
                  </a:lnTo>
                  <a:lnTo>
                    <a:pt x="558356" y="1517142"/>
                  </a:lnTo>
                  <a:lnTo>
                    <a:pt x="558832" y="1516666"/>
                  </a:lnTo>
                  <a:lnTo>
                    <a:pt x="559689" y="1516190"/>
                  </a:lnTo>
                  <a:lnTo>
                    <a:pt x="561689" y="1515714"/>
                  </a:lnTo>
                  <a:lnTo>
                    <a:pt x="563213" y="1514856"/>
                  </a:lnTo>
                  <a:lnTo>
                    <a:pt x="564166" y="1514570"/>
                  </a:lnTo>
                  <a:lnTo>
                    <a:pt x="565976" y="1514285"/>
                  </a:lnTo>
                  <a:lnTo>
                    <a:pt x="566452" y="1514285"/>
                  </a:lnTo>
                  <a:lnTo>
                    <a:pt x="566833" y="1514380"/>
                  </a:lnTo>
                  <a:lnTo>
                    <a:pt x="567214" y="1514380"/>
                  </a:lnTo>
                  <a:lnTo>
                    <a:pt x="567785" y="1514285"/>
                  </a:lnTo>
                  <a:lnTo>
                    <a:pt x="568833" y="1513427"/>
                  </a:lnTo>
                  <a:lnTo>
                    <a:pt x="569214" y="1513237"/>
                  </a:lnTo>
                  <a:lnTo>
                    <a:pt x="570928" y="1513046"/>
                  </a:lnTo>
                  <a:lnTo>
                    <a:pt x="572834" y="1513332"/>
                  </a:lnTo>
                  <a:lnTo>
                    <a:pt x="574643" y="1513808"/>
                  </a:lnTo>
                  <a:lnTo>
                    <a:pt x="576072" y="1514380"/>
                  </a:lnTo>
                  <a:lnTo>
                    <a:pt x="576644" y="1514189"/>
                  </a:lnTo>
                  <a:lnTo>
                    <a:pt x="578263" y="1514189"/>
                  </a:lnTo>
                  <a:lnTo>
                    <a:pt x="580168" y="1513237"/>
                  </a:lnTo>
                  <a:lnTo>
                    <a:pt x="581120" y="1513332"/>
                  </a:lnTo>
                  <a:lnTo>
                    <a:pt x="581978" y="1513618"/>
                  </a:lnTo>
                  <a:lnTo>
                    <a:pt x="582835" y="1513618"/>
                  </a:lnTo>
                  <a:lnTo>
                    <a:pt x="583692" y="1514094"/>
                  </a:lnTo>
                  <a:lnTo>
                    <a:pt x="586835" y="1514475"/>
                  </a:lnTo>
                  <a:lnTo>
                    <a:pt x="590455" y="1516475"/>
                  </a:lnTo>
                  <a:lnTo>
                    <a:pt x="593789" y="1519333"/>
                  </a:lnTo>
                  <a:lnTo>
                    <a:pt x="594646" y="1519714"/>
                  </a:lnTo>
                  <a:lnTo>
                    <a:pt x="595313" y="1519333"/>
                  </a:lnTo>
                  <a:lnTo>
                    <a:pt x="594551" y="1518380"/>
                  </a:lnTo>
                  <a:lnTo>
                    <a:pt x="590836" y="1515618"/>
                  </a:lnTo>
                  <a:lnTo>
                    <a:pt x="590074" y="1514951"/>
                  </a:lnTo>
                  <a:lnTo>
                    <a:pt x="589788" y="1514475"/>
                  </a:lnTo>
                  <a:lnTo>
                    <a:pt x="589693" y="1514189"/>
                  </a:lnTo>
                  <a:lnTo>
                    <a:pt x="589407" y="1513904"/>
                  </a:lnTo>
                  <a:lnTo>
                    <a:pt x="589121" y="1513523"/>
                  </a:lnTo>
                  <a:lnTo>
                    <a:pt x="589026" y="1512951"/>
                  </a:lnTo>
                  <a:lnTo>
                    <a:pt x="589217" y="1512284"/>
                  </a:lnTo>
                  <a:lnTo>
                    <a:pt x="589502" y="1511808"/>
                  </a:lnTo>
                  <a:lnTo>
                    <a:pt x="589693" y="1511427"/>
                  </a:lnTo>
                  <a:lnTo>
                    <a:pt x="589407" y="1510951"/>
                  </a:lnTo>
                  <a:lnTo>
                    <a:pt x="588264" y="1510570"/>
                  </a:lnTo>
                  <a:lnTo>
                    <a:pt x="587026" y="1511141"/>
                  </a:lnTo>
                  <a:lnTo>
                    <a:pt x="585788" y="1511999"/>
                  </a:lnTo>
                  <a:lnTo>
                    <a:pt x="584645" y="1512475"/>
                  </a:lnTo>
                  <a:lnTo>
                    <a:pt x="577501" y="1512284"/>
                  </a:lnTo>
                  <a:lnTo>
                    <a:pt x="575310" y="1511808"/>
                  </a:lnTo>
                  <a:lnTo>
                    <a:pt x="573500" y="1511046"/>
                  </a:lnTo>
                  <a:lnTo>
                    <a:pt x="569309" y="1507331"/>
                  </a:lnTo>
                  <a:lnTo>
                    <a:pt x="567976" y="1505617"/>
                  </a:lnTo>
                  <a:lnTo>
                    <a:pt x="567023" y="1503712"/>
                  </a:lnTo>
                  <a:lnTo>
                    <a:pt x="566928" y="1502569"/>
                  </a:lnTo>
                  <a:lnTo>
                    <a:pt x="567595" y="1500473"/>
                  </a:lnTo>
                  <a:lnTo>
                    <a:pt x="567881" y="1497902"/>
                  </a:lnTo>
                  <a:lnTo>
                    <a:pt x="568261" y="1496759"/>
                  </a:lnTo>
                  <a:lnTo>
                    <a:pt x="568738" y="1495711"/>
                  </a:lnTo>
                  <a:lnTo>
                    <a:pt x="569214" y="1494949"/>
                  </a:lnTo>
                  <a:lnTo>
                    <a:pt x="569500" y="1494663"/>
                  </a:lnTo>
                  <a:lnTo>
                    <a:pt x="570071" y="1494187"/>
                  </a:lnTo>
                  <a:lnTo>
                    <a:pt x="570262" y="1493806"/>
                  </a:lnTo>
                  <a:lnTo>
                    <a:pt x="570452" y="1493234"/>
                  </a:lnTo>
                  <a:lnTo>
                    <a:pt x="570452" y="1492758"/>
                  </a:lnTo>
                  <a:lnTo>
                    <a:pt x="570548" y="1492282"/>
                  </a:lnTo>
                  <a:lnTo>
                    <a:pt x="573596" y="1487996"/>
                  </a:lnTo>
                  <a:lnTo>
                    <a:pt x="575691" y="1486091"/>
                  </a:lnTo>
                  <a:lnTo>
                    <a:pt x="576548" y="1485043"/>
                  </a:lnTo>
                  <a:lnTo>
                    <a:pt x="576929" y="1483805"/>
                  </a:lnTo>
                  <a:lnTo>
                    <a:pt x="577025" y="1483614"/>
                  </a:lnTo>
                  <a:lnTo>
                    <a:pt x="577977" y="1482566"/>
                  </a:lnTo>
                  <a:lnTo>
                    <a:pt x="579025" y="1480376"/>
                  </a:lnTo>
                  <a:lnTo>
                    <a:pt x="582073" y="1476185"/>
                  </a:lnTo>
                  <a:lnTo>
                    <a:pt x="584168" y="1473994"/>
                  </a:lnTo>
                  <a:lnTo>
                    <a:pt x="586169" y="1472660"/>
                  </a:lnTo>
                  <a:lnTo>
                    <a:pt x="584835" y="1471708"/>
                  </a:lnTo>
                  <a:lnTo>
                    <a:pt x="584359" y="1470089"/>
                  </a:lnTo>
                  <a:lnTo>
                    <a:pt x="583978" y="1466564"/>
                  </a:lnTo>
                  <a:lnTo>
                    <a:pt x="583882" y="1465802"/>
                  </a:lnTo>
                  <a:lnTo>
                    <a:pt x="584073" y="1465135"/>
                  </a:lnTo>
                  <a:lnTo>
                    <a:pt x="584549" y="1464659"/>
                  </a:lnTo>
                  <a:lnTo>
                    <a:pt x="585311" y="1464469"/>
                  </a:lnTo>
                  <a:lnTo>
                    <a:pt x="585692" y="1464183"/>
                  </a:lnTo>
                  <a:lnTo>
                    <a:pt x="585788" y="1463516"/>
                  </a:lnTo>
                  <a:lnTo>
                    <a:pt x="585788" y="1462754"/>
                  </a:lnTo>
                  <a:lnTo>
                    <a:pt x="585883" y="1462183"/>
                  </a:lnTo>
                  <a:lnTo>
                    <a:pt x="586645" y="1461230"/>
                  </a:lnTo>
                  <a:lnTo>
                    <a:pt x="587597" y="1460373"/>
                  </a:lnTo>
                  <a:lnTo>
                    <a:pt x="590740" y="1458564"/>
                  </a:lnTo>
                  <a:lnTo>
                    <a:pt x="591884" y="1457611"/>
                  </a:lnTo>
                  <a:lnTo>
                    <a:pt x="592550" y="1457325"/>
                  </a:lnTo>
                  <a:lnTo>
                    <a:pt x="593312" y="1457516"/>
                  </a:lnTo>
                  <a:lnTo>
                    <a:pt x="594646" y="1458087"/>
                  </a:lnTo>
                  <a:lnTo>
                    <a:pt x="595789" y="1458182"/>
                  </a:lnTo>
                  <a:lnTo>
                    <a:pt x="598551" y="1457706"/>
                  </a:lnTo>
                  <a:lnTo>
                    <a:pt x="599599" y="1457325"/>
                  </a:lnTo>
                  <a:lnTo>
                    <a:pt x="599599" y="1456944"/>
                  </a:lnTo>
                  <a:lnTo>
                    <a:pt x="599408" y="1456468"/>
                  </a:lnTo>
                  <a:lnTo>
                    <a:pt x="601504" y="1456563"/>
                  </a:lnTo>
                  <a:lnTo>
                    <a:pt x="602552" y="1456182"/>
                  </a:lnTo>
                  <a:lnTo>
                    <a:pt x="603599" y="1456563"/>
                  </a:lnTo>
                  <a:lnTo>
                    <a:pt x="603409" y="1456944"/>
                  </a:lnTo>
                  <a:lnTo>
                    <a:pt x="601790" y="1457611"/>
                  </a:lnTo>
                  <a:lnTo>
                    <a:pt x="601313" y="1457706"/>
                  </a:lnTo>
                  <a:lnTo>
                    <a:pt x="600837" y="1457706"/>
                  </a:lnTo>
                  <a:lnTo>
                    <a:pt x="600551" y="1457897"/>
                  </a:lnTo>
                  <a:lnTo>
                    <a:pt x="600647" y="1458468"/>
                  </a:lnTo>
                  <a:lnTo>
                    <a:pt x="600837" y="1458659"/>
                  </a:lnTo>
                  <a:lnTo>
                    <a:pt x="601218" y="1458754"/>
                  </a:lnTo>
                  <a:lnTo>
                    <a:pt x="602075" y="1458849"/>
                  </a:lnTo>
                  <a:lnTo>
                    <a:pt x="611505" y="1460849"/>
                  </a:lnTo>
                  <a:lnTo>
                    <a:pt x="612172" y="1460659"/>
                  </a:lnTo>
                  <a:lnTo>
                    <a:pt x="612267" y="1459992"/>
                  </a:lnTo>
                  <a:lnTo>
                    <a:pt x="611505" y="1459516"/>
                  </a:lnTo>
                  <a:lnTo>
                    <a:pt x="609981" y="1459135"/>
                  </a:lnTo>
                  <a:lnTo>
                    <a:pt x="608552" y="1459135"/>
                  </a:lnTo>
                  <a:lnTo>
                    <a:pt x="608076" y="1459040"/>
                  </a:lnTo>
                  <a:lnTo>
                    <a:pt x="607505" y="1458659"/>
                  </a:lnTo>
                  <a:lnTo>
                    <a:pt x="607028" y="1458468"/>
                  </a:lnTo>
                  <a:lnTo>
                    <a:pt x="606266" y="1458277"/>
                  </a:lnTo>
                  <a:lnTo>
                    <a:pt x="605504" y="1458182"/>
                  </a:lnTo>
                  <a:lnTo>
                    <a:pt x="604647" y="1458182"/>
                  </a:lnTo>
                  <a:lnTo>
                    <a:pt x="603790" y="1458182"/>
                  </a:lnTo>
                  <a:lnTo>
                    <a:pt x="604171" y="1457420"/>
                  </a:lnTo>
                  <a:lnTo>
                    <a:pt x="604838" y="1457135"/>
                  </a:lnTo>
                  <a:lnTo>
                    <a:pt x="611410" y="1458182"/>
                  </a:lnTo>
                  <a:lnTo>
                    <a:pt x="612648" y="1458849"/>
                  </a:lnTo>
                  <a:lnTo>
                    <a:pt x="612553" y="1459992"/>
                  </a:lnTo>
                  <a:lnTo>
                    <a:pt x="613410" y="1460278"/>
                  </a:lnTo>
                  <a:lnTo>
                    <a:pt x="614458" y="1460087"/>
                  </a:lnTo>
                  <a:lnTo>
                    <a:pt x="615506" y="1459706"/>
                  </a:lnTo>
                  <a:lnTo>
                    <a:pt x="616363" y="1459516"/>
                  </a:lnTo>
                  <a:lnTo>
                    <a:pt x="616649" y="1458944"/>
                  </a:lnTo>
                  <a:lnTo>
                    <a:pt x="617030" y="1454372"/>
                  </a:lnTo>
                  <a:lnTo>
                    <a:pt x="616839" y="1445133"/>
                  </a:lnTo>
                  <a:lnTo>
                    <a:pt x="616363" y="1442942"/>
                  </a:lnTo>
                  <a:lnTo>
                    <a:pt x="616363" y="1434275"/>
                  </a:lnTo>
                  <a:lnTo>
                    <a:pt x="616268" y="1431417"/>
                  </a:lnTo>
                  <a:lnTo>
                    <a:pt x="615886" y="1423892"/>
                  </a:lnTo>
                  <a:lnTo>
                    <a:pt x="616172" y="1422273"/>
                  </a:lnTo>
                  <a:lnTo>
                    <a:pt x="616458" y="1420844"/>
                  </a:lnTo>
                  <a:lnTo>
                    <a:pt x="616649" y="1412653"/>
                  </a:lnTo>
                  <a:lnTo>
                    <a:pt x="615601" y="1407128"/>
                  </a:lnTo>
                  <a:lnTo>
                    <a:pt x="615506" y="1402937"/>
                  </a:lnTo>
                  <a:lnTo>
                    <a:pt x="615315" y="1402747"/>
                  </a:lnTo>
                  <a:lnTo>
                    <a:pt x="615029" y="1402747"/>
                  </a:lnTo>
                  <a:lnTo>
                    <a:pt x="613601" y="1402080"/>
                  </a:lnTo>
                  <a:lnTo>
                    <a:pt x="612553" y="1401890"/>
                  </a:lnTo>
                  <a:lnTo>
                    <a:pt x="611696" y="1402175"/>
                  </a:lnTo>
                  <a:lnTo>
                    <a:pt x="611315" y="1403128"/>
                  </a:lnTo>
                  <a:lnTo>
                    <a:pt x="610838" y="1403414"/>
                  </a:lnTo>
                  <a:lnTo>
                    <a:pt x="608457" y="1405128"/>
                  </a:lnTo>
                  <a:lnTo>
                    <a:pt x="607790" y="1405509"/>
                  </a:lnTo>
                  <a:lnTo>
                    <a:pt x="607409" y="1405509"/>
                  </a:lnTo>
                  <a:lnTo>
                    <a:pt x="607790" y="1404652"/>
                  </a:lnTo>
                  <a:lnTo>
                    <a:pt x="610743" y="1401794"/>
                  </a:lnTo>
                  <a:lnTo>
                    <a:pt x="611219" y="1401414"/>
                  </a:lnTo>
                  <a:lnTo>
                    <a:pt x="611696" y="1401127"/>
                  </a:lnTo>
                  <a:lnTo>
                    <a:pt x="612267" y="1401032"/>
                  </a:lnTo>
                  <a:lnTo>
                    <a:pt x="612648" y="1401032"/>
                  </a:lnTo>
                  <a:lnTo>
                    <a:pt x="613029" y="1401127"/>
                  </a:lnTo>
                  <a:lnTo>
                    <a:pt x="614458" y="1401127"/>
                  </a:lnTo>
                  <a:lnTo>
                    <a:pt x="614934" y="1401032"/>
                  </a:lnTo>
                  <a:lnTo>
                    <a:pt x="615029" y="1400556"/>
                  </a:lnTo>
                  <a:lnTo>
                    <a:pt x="614744" y="1397794"/>
                  </a:lnTo>
                  <a:lnTo>
                    <a:pt x="614363" y="1397318"/>
                  </a:lnTo>
                  <a:lnTo>
                    <a:pt x="613505" y="1397222"/>
                  </a:lnTo>
                  <a:lnTo>
                    <a:pt x="613791" y="1397508"/>
                  </a:lnTo>
                  <a:lnTo>
                    <a:pt x="613886" y="1397794"/>
                  </a:lnTo>
                  <a:lnTo>
                    <a:pt x="613791" y="1398175"/>
                  </a:lnTo>
                  <a:lnTo>
                    <a:pt x="613601" y="1398651"/>
                  </a:lnTo>
                  <a:lnTo>
                    <a:pt x="613220" y="1398651"/>
                  </a:lnTo>
                  <a:lnTo>
                    <a:pt x="612934" y="1396556"/>
                  </a:lnTo>
                  <a:lnTo>
                    <a:pt x="611696" y="1392746"/>
                  </a:lnTo>
                  <a:lnTo>
                    <a:pt x="611410" y="1390555"/>
                  </a:lnTo>
                  <a:lnTo>
                    <a:pt x="611505" y="1389507"/>
                  </a:lnTo>
                  <a:lnTo>
                    <a:pt x="611981" y="1387507"/>
                  </a:lnTo>
                  <a:lnTo>
                    <a:pt x="612172" y="1385411"/>
                  </a:lnTo>
                  <a:lnTo>
                    <a:pt x="613124" y="1380268"/>
                  </a:lnTo>
                  <a:lnTo>
                    <a:pt x="613505" y="1379220"/>
                  </a:lnTo>
                  <a:lnTo>
                    <a:pt x="614077" y="1378839"/>
                  </a:lnTo>
                  <a:lnTo>
                    <a:pt x="614934" y="1374458"/>
                  </a:lnTo>
                  <a:lnTo>
                    <a:pt x="616268" y="1371505"/>
                  </a:lnTo>
                  <a:lnTo>
                    <a:pt x="616458" y="1370362"/>
                  </a:lnTo>
                  <a:lnTo>
                    <a:pt x="616458" y="1370171"/>
                  </a:lnTo>
                  <a:lnTo>
                    <a:pt x="616934" y="1369409"/>
                  </a:lnTo>
                  <a:lnTo>
                    <a:pt x="617030" y="1369124"/>
                  </a:lnTo>
                  <a:lnTo>
                    <a:pt x="616934" y="1367314"/>
                  </a:lnTo>
                  <a:lnTo>
                    <a:pt x="617030" y="1366742"/>
                  </a:lnTo>
                  <a:lnTo>
                    <a:pt x="617506" y="1365885"/>
                  </a:lnTo>
                  <a:lnTo>
                    <a:pt x="618935" y="1364171"/>
                  </a:lnTo>
                  <a:lnTo>
                    <a:pt x="620554" y="1360932"/>
                  </a:lnTo>
                  <a:lnTo>
                    <a:pt x="620840" y="1360456"/>
                  </a:lnTo>
                  <a:lnTo>
                    <a:pt x="621602" y="1359694"/>
                  </a:lnTo>
                  <a:lnTo>
                    <a:pt x="624650" y="1354931"/>
                  </a:lnTo>
                  <a:lnTo>
                    <a:pt x="623030" y="1355979"/>
                  </a:lnTo>
                  <a:lnTo>
                    <a:pt x="621982" y="1356455"/>
                  </a:lnTo>
                  <a:lnTo>
                    <a:pt x="621506" y="1356265"/>
                  </a:lnTo>
                  <a:lnTo>
                    <a:pt x="621982" y="1355598"/>
                  </a:lnTo>
                  <a:lnTo>
                    <a:pt x="624745" y="1354169"/>
                  </a:lnTo>
                  <a:lnTo>
                    <a:pt x="625793" y="1353026"/>
                  </a:lnTo>
                  <a:lnTo>
                    <a:pt x="627507" y="1350074"/>
                  </a:lnTo>
                  <a:lnTo>
                    <a:pt x="627602" y="1349883"/>
                  </a:lnTo>
                  <a:lnTo>
                    <a:pt x="627793" y="1349693"/>
                  </a:lnTo>
                  <a:lnTo>
                    <a:pt x="629031" y="1348931"/>
                  </a:lnTo>
                  <a:lnTo>
                    <a:pt x="629507" y="1348359"/>
                  </a:lnTo>
                  <a:lnTo>
                    <a:pt x="630650" y="1346264"/>
                  </a:lnTo>
                  <a:lnTo>
                    <a:pt x="630841" y="1345406"/>
                  </a:lnTo>
                  <a:lnTo>
                    <a:pt x="632651" y="1342263"/>
                  </a:lnTo>
                  <a:lnTo>
                    <a:pt x="633889" y="1339120"/>
                  </a:lnTo>
                  <a:lnTo>
                    <a:pt x="634079" y="1338358"/>
                  </a:lnTo>
                  <a:lnTo>
                    <a:pt x="634175" y="1337310"/>
                  </a:lnTo>
                  <a:lnTo>
                    <a:pt x="634746" y="1334834"/>
                  </a:lnTo>
                  <a:lnTo>
                    <a:pt x="635127" y="1333881"/>
                  </a:lnTo>
                  <a:lnTo>
                    <a:pt x="636080" y="1332357"/>
                  </a:lnTo>
                  <a:lnTo>
                    <a:pt x="636461" y="1331595"/>
                  </a:lnTo>
                  <a:lnTo>
                    <a:pt x="636746" y="1329690"/>
                  </a:lnTo>
                  <a:lnTo>
                    <a:pt x="637699" y="1326928"/>
                  </a:lnTo>
                  <a:lnTo>
                    <a:pt x="638270" y="1323023"/>
                  </a:lnTo>
                  <a:lnTo>
                    <a:pt x="638556" y="1316450"/>
                  </a:lnTo>
                  <a:lnTo>
                    <a:pt x="639318" y="1312545"/>
                  </a:lnTo>
                  <a:lnTo>
                    <a:pt x="639509" y="1310545"/>
                  </a:lnTo>
                  <a:lnTo>
                    <a:pt x="639699" y="1310068"/>
                  </a:lnTo>
                  <a:lnTo>
                    <a:pt x="640652" y="1309021"/>
                  </a:lnTo>
                  <a:lnTo>
                    <a:pt x="640937" y="1308545"/>
                  </a:lnTo>
                  <a:lnTo>
                    <a:pt x="640556" y="1306925"/>
                  </a:lnTo>
                  <a:lnTo>
                    <a:pt x="640556" y="1306354"/>
                  </a:lnTo>
                  <a:lnTo>
                    <a:pt x="640937" y="1305401"/>
                  </a:lnTo>
                  <a:lnTo>
                    <a:pt x="641509" y="1304544"/>
                  </a:lnTo>
                  <a:lnTo>
                    <a:pt x="641985" y="1303592"/>
                  </a:lnTo>
                  <a:lnTo>
                    <a:pt x="642080" y="1302353"/>
                  </a:lnTo>
                  <a:lnTo>
                    <a:pt x="641223" y="1302544"/>
                  </a:lnTo>
                  <a:lnTo>
                    <a:pt x="641032" y="1302639"/>
                  </a:lnTo>
                  <a:lnTo>
                    <a:pt x="641223" y="1301782"/>
                  </a:lnTo>
                  <a:lnTo>
                    <a:pt x="641318" y="1300829"/>
                  </a:lnTo>
                  <a:lnTo>
                    <a:pt x="641509" y="1300925"/>
                  </a:lnTo>
                  <a:lnTo>
                    <a:pt x="642080" y="1301115"/>
                  </a:lnTo>
                  <a:lnTo>
                    <a:pt x="642176" y="1299591"/>
                  </a:lnTo>
                  <a:lnTo>
                    <a:pt x="642652" y="1296924"/>
                  </a:lnTo>
                  <a:lnTo>
                    <a:pt x="642747" y="1295400"/>
                  </a:lnTo>
                  <a:lnTo>
                    <a:pt x="642557" y="1293971"/>
                  </a:lnTo>
                  <a:lnTo>
                    <a:pt x="641985" y="1291971"/>
                  </a:lnTo>
                  <a:lnTo>
                    <a:pt x="641604" y="1291018"/>
                  </a:lnTo>
                  <a:lnTo>
                    <a:pt x="640937" y="1291209"/>
                  </a:lnTo>
                  <a:lnTo>
                    <a:pt x="640842" y="1291400"/>
                  </a:lnTo>
                  <a:lnTo>
                    <a:pt x="640556" y="1291971"/>
                  </a:lnTo>
                  <a:lnTo>
                    <a:pt x="639794" y="1291114"/>
                  </a:lnTo>
                  <a:lnTo>
                    <a:pt x="638842" y="1290542"/>
                  </a:lnTo>
                  <a:lnTo>
                    <a:pt x="638175" y="1289971"/>
                  </a:lnTo>
                  <a:lnTo>
                    <a:pt x="638365" y="1289018"/>
                  </a:lnTo>
                  <a:lnTo>
                    <a:pt x="638080" y="1289018"/>
                  </a:lnTo>
                  <a:lnTo>
                    <a:pt x="637699" y="1289018"/>
                  </a:lnTo>
                  <a:lnTo>
                    <a:pt x="637127" y="1288828"/>
                  </a:lnTo>
                  <a:lnTo>
                    <a:pt x="636651" y="1288542"/>
                  </a:lnTo>
                  <a:lnTo>
                    <a:pt x="636270" y="1288161"/>
                  </a:lnTo>
                  <a:lnTo>
                    <a:pt x="635889" y="1288066"/>
                  </a:lnTo>
                  <a:lnTo>
                    <a:pt x="633603" y="1287971"/>
                  </a:lnTo>
                  <a:lnTo>
                    <a:pt x="632365" y="1287685"/>
                  </a:lnTo>
                  <a:lnTo>
                    <a:pt x="631222" y="1287590"/>
                  </a:lnTo>
                  <a:lnTo>
                    <a:pt x="630555" y="1287304"/>
                  </a:lnTo>
                  <a:lnTo>
                    <a:pt x="630174" y="1286732"/>
                  </a:lnTo>
                  <a:lnTo>
                    <a:pt x="629603" y="1285399"/>
                  </a:lnTo>
                  <a:lnTo>
                    <a:pt x="627888" y="1283399"/>
                  </a:lnTo>
                  <a:lnTo>
                    <a:pt x="627221" y="1282256"/>
                  </a:lnTo>
                  <a:lnTo>
                    <a:pt x="627031" y="1281017"/>
                  </a:lnTo>
                  <a:lnTo>
                    <a:pt x="628174" y="1279398"/>
                  </a:lnTo>
                  <a:lnTo>
                    <a:pt x="629031" y="1278827"/>
                  </a:lnTo>
                  <a:lnTo>
                    <a:pt x="629126" y="1278160"/>
                  </a:lnTo>
                  <a:lnTo>
                    <a:pt x="629126" y="1276922"/>
                  </a:lnTo>
                  <a:lnTo>
                    <a:pt x="629507" y="1277398"/>
                  </a:lnTo>
                  <a:lnTo>
                    <a:pt x="629984" y="1277684"/>
                  </a:lnTo>
                  <a:lnTo>
                    <a:pt x="630365" y="1278065"/>
                  </a:lnTo>
                  <a:lnTo>
                    <a:pt x="630555" y="1278636"/>
                  </a:lnTo>
                  <a:lnTo>
                    <a:pt x="630365" y="1279970"/>
                  </a:lnTo>
                  <a:lnTo>
                    <a:pt x="630555" y="1280636"/>
                  </a:lnTo>
                  <a:lnTo>
                    <a:pt x="631317" y="1281113"/>
                  </a:lnTo>
                  <a:lnTo>
                    <a:pt x="631603" y="1279493"/>
                  </a:lnTo>
                  <a:lnTo>
                    <a:pt x="631603" y="1275207"/>
                  </a:lnTo>
                  <a:lnTo>
                    <a:pt x="632174" y="1275779"/>
                  </a:lnTo>
                  <a:lnTo>
                    <a:pt x="633794" y="1277969"/>
                  </a:lnTo>
                  <a:lnTo>
                    <a:pt x="634556" y="1279874"/>
                  </a:lnTo>
                  <a:lnTo>
                    <a:pt x="637127" y="1282637"/>
                  </a:lnTo>
                  <a:lnTo>
                    <a:pt x="638842" y="1286923"/>
                  </a:lnTo>
                  <a:lnTo>
                    <a:pt x="640366" y="1290733"/>
                  </a:lnTo>
                  <a:lnTo>
                    <a:pt x="640747" y="1290733"/>
                  </a:lnTo>
                  <a:lnTo>
                    <a:pt x="640556" y="1288637"/>
                  </a:lnTo>
                  <a:lnTo>
                    <a:pt x="639413" y="1286066"/>
                  </a:lnTo>
                  <a:lnTo>
                    <a:pt x="637889" y="1282541"/>
                  </a:lnTo>
                  <a:lnTo>
                    <a:pt x="636746" y="1278827"/>
                  </a:lnTo>
                  <a:lnTo>
                    <a:pt x="636175" y="1277969"/>
                  </a:lnTo>
                  <a:lnTo>
                    <a:pt x="635794" y="1276922"/>
                  </a:lnTo>
                  <a:lnTo>
                    <a:pt x="636175" y="1275683"/>
                  </a:lnTo>
                  <a:lnTo>
                    <a:pt x="637127" y="1273778"/>
                  </a:lnTo>
                  <a:lnTo>
                    <a:pt x="637318" y="1271397"/>
                  </a:lnTo>
                  <a:lnTo>
                    <a:pt x="636651" y="1269302"/>
                  </a:lnTo>
                  <a:lnTo>
                    <a:pt x="632841" y="1261301"/>
                  </a:lnTo>
                  <a:lnTo>
                    <a:pt x="632079" y="1259110"/>
                  </a:lnTo>
                  <a:lnTo>
                    <a:pt x="630841" y="1252633"/>
                  </a:lnTo>
                  <a:lnTo>
                    <a:pt x="630746" y="1250252"/>
                  </a:lnTo>
                  <a:lnTo>
                    <a:pt x="631412" y="1248347"/>
                  </a:lnTo>
                  <a:lnTo>
                    <a:pt x="630650" y="1247680"/>
                  </a:lnTo>
                  <a:lnTo>
                    <a:pt x="629888" y="1248156"/>
                  </a:lnTo>
                  <a:lnTo>
                    <a:pt x="629031" y="1249109"/>
                  </a:lnTo>
                  <a:lnTo>
                    <a:pt x="628078" y="1249871"/>
                  </a:lnTo>
                  <a:lnTo>
                    <a:pt x="626840" y="1250156"/>
                  </a:lnTo>
                  <a:lnTo>
                    <a:pt x="626650" y="1249585"/>
                  </a:lnTo>
                  <a:lnTo>
                    <a:pt x="627126" y="1248727"/>
                  </a:lnTo>
                  <a:lnTo>
                    <a:pt x="627888" y="1248347"/>
                  </a:lnTo>
                  <a:lnTo>
                    <a:pt x="627983" y="1248156"/>
                  </a:lnTo>
                  <a:lnTo>
                    <a:pt x="628745" y="1247204"/>
                  </a:lnTo>
                  <a:lnTo>
                    <a:pt x="629317" y="1247013"/>
                  </a:lnTo>
                  <a:lnTo>
                    <a:pt x="630936" y="1246918"/>
                  </a:lnTo>
                  <a:lnTo>
                    <a:pt x="631412" y="1246156"/>
                  </a:lnTo>
                  <a:lnTo>
                    <a:pt x="632555" y="1243203"/>
                  </a:lnTo>
                  <a:lnTo>
                    <a:pt x="633413" y="1242155"/>
                  </a:lnTo>
                  <a:lnTo>
                    <a:pt x="633603" y="1239774"/>
                  </a:lnTo>
                  <a:lnTo>
                    <a:pt x="633413" y="1235488"/>
                  </a:lnTo>
                  <a:lnTo>
                    <a:pt x="634079" y="1232440"/>
                  </a:lnTo>
                  <a:lnTo>
                    <a:pt x="634175" y="1231297"/>
                  </a:lnTo>
                  <a:lnTo>
                    <a:pt x="634270" y="1231011"/>
                  </a:lnTo>
                  <a:lnTo>
                    <a:pt x="634460" y="1230725"/>
                  </a:lnTo>
                  <a:lnTo>
                    <a:pt x="634460" y="1230440"/>
                  </a:lnTo>
                  <a:lnTo>
                    <a:pt x="634079" y="1230059"/>
                  </a:lnTo>
                  <a:lnTo>
                    <a:pt x="633698" y="1230059"/>
                  </a:lnTo>
                  <a:lnTo>
                    <a:pt x="632460" y="1230344"/>
                  </a:lnTo>
                  <a:lnTo>
                    <a:pt x="631889" y="1230344"/>
                  </a:lnTo>
                  <a:lnTo>
                    <a:pt x="631507" y="1229964"/>
                  </a:lnTo>
                  <a:lnTo>
                    <a:pt x="632460" y="1229487"/>
                  </a:lnTo>
                  <a:lnTo>
                    <a:pt x="632936" y="1229201"/>
                  </a:lnTo>
                  <a:lnTo>
                    <a:pt x="633222" y="1228820"/>
                  </a:lnTo>
                  <a:lnTo>
                    <a:pt x="633317" y="1228154"/>
                  </a:lnTo>
                  <a:lnTo>
                    <a:pt x="633032" y="1227582"/>
                  </a:lnTo>
                  <a:lnTo>
                    <a:pt x="632651" y="1226915"/>
                  </a:lnTo>
                  <a:lnTo>
                    <a:pt x="632270" y="1225010"/>
                  </a:lnTo>
                  <a:lnTo>
                    <a:pt x="631889" y="1224439"/>
                  </a:lnTo>
                  <a:lnTo>
                    <a:pt x="630650" y="1223582"/>
                  </a:lnTo>
                  <a:lnTo>
                    <a:pt x="630079" y="1223105"/>
                  </a:lnTo>
                  <a:lnTo>
                    <a:pt x="629793" y="1222724"/>
                  </a:lnTo>
                  <a:lnTo>
                    <a:pt x="629698" y="1222248"/>
                  </a:lnTo>
                  <a:lnTo>
                    <a:pt x="629507" y="1219581"/>
                  </a:lnTo>
                  <a:lnTo>
                    <a:pt x="627793" y="1211104"/>
                  </a:lnTo>
                  <a:lnTo>
                    <a:pt x="627793" y="1209961"/>
                  </a:lnTo>
                  <a:lnTo>
                    <a:pt x="627126" y="1208151"/>
                  </a:lnTo>
                  <a:lnTo>
                    <a:pt x="626745" y="1206056"/>
                  </a:lnTo>
                  <a:lnTo>
                    <a:pt x="626650" y="1201769"/>
                  </a:lnTo>
                  <a:lnTo>
                    <a:pt x="628174" y="1195768"/>
                  </a:lnTo>
                  <a:lnTo>
                    <a:pt x="628745" y="1190720"/>
                  </a:lnTo>
                  <a:lnTo>
                    <a:pt x="628650" y="1190244"/>
                  </a:lnTo>
                  <a:lnTo>
                    <a:pt x="630269" y="1186720"/>
                  </a:lnTo>
                  <a:lnTo>
                    <a:pt x="630555" y="1185767"/>
                  </a:lnTo>
                  <a:lnTo>
                    <a:pt x="631222" y="1184815"/>
                  </a:lnTo>
                  <a:lnTo>
                    <a:pt x="632936" y="1183100"/>
                  </a:lnTo>
                  <a:lnTo>
                    <a:pt x="633508" y="1182339"/>
                  </a:lnTo>
                  <a:lnTo>
                    <a:pt x="634365" y="1180719"/>
                  </a:lnTo>
                  <a:lnTo>
                    <a:pt x="634936" y="1179957"/>
                  </a:lnTo>
                  <a:lnTo>
                    <a:pt x="634175" y="1179576"/>
                  </a:lnTo>
                  <a:lnTo>
                    <a:pt x="634365" y="1178719"/>
                  </a:lnTo>
                  <a:lnTo>
                    <a:pt x="635222" y="1177100"/>
                  </a:lnTo>
                  <a:lnTo>
                    <a:pt x="635318" y="1176052"/>
                  </a:lnTo>
                  <a:lnTo>
                    <a:pt x="637603" y="1170242"/>
                  </a:lnTo>
                  <a:lnTo>
                    <a:pt x="638461" y="1168813"/>
                  </a:lnTo>
                  <a:lnTo>
                    <a:pt x="642652" y="1164717"/>
                  </a:lnTo>
                  <a:lnTo>
                    <a:pt x="644461" y="1163574"/>
                  </a:lnTo>
                  <a:lnTo>
                    <a:pt x="646748" y="1163002"/>
                  </a:lnTo>
                  <a:lnTo>
                    <a:pt x="647224" y="1162622"/>
                  </a:lnTo>
                  <a:lnTo>
                    <a:pt x="648081" y="1161764"/>
                  </a:lnTo>
                  <a:lnTo>
                    <a:pt x="648462" y="1161479"/>
                  </a:lnTo>
                  <a:lnTo>
                    <a:pt x="648843" y="1161383"/>
                  </a:lnTo>
                  <a:lnTo>
                    <a:pt x="649224" y="1161383"/>
                  </a:lnTo>
                  <a:lnTo>
                    <a:pt x="649700" y="1161193"/>
                  </a:lnTo>
                  <a:lnTo>
                    <a:pt x="651510" y="1160240"/>
                  </a:lnTo>
                  <a:lnTo>
                    <a:pt x="652367" y="1159669"/>
                  </a:lnTo>
                  <a:lnTo>
                    <a:pt x="653034" y="1159002"/>
                  </a:lnTo>
                  <a:lnTo>
                    <a:pt x="653415" y="1159002"/>
                  </a:lnTo>
                  <a:lnTo>
                    <a:pt x="653986" y="1159669"/>
                  </a:lnTo>
                  <a:lnTo>
                    <a:pt x="654653" y="1159478"/>
                  </a:lnTo>
                  <a:lnTo>
                    <a:pt x="655511" y="1158907"/>
                  </a:lnTo>
                  <a:lnTo>
                    <a:pt x="656463" y="1158621"/>
                  </a:lnTo>
                  <a:lnTo>
                    <a:pt x="658844" y="1158526"/>
                  </a:lnTo>
                  <a:lnTo>
                    <a:pt x="658749" y="1158240"/>
                  </a:lnTo>
                  <a:lnTo>
                    <a:pt x="658844" y="1157859"/>
                  </a:lnTo>
                  <a:lnTo>
                    <a:pt x="659225" y="1157478"/>
                  </a:lnTo>
                  <a:lnTo>
                    <a:pt x="659511" y="1157478"/>
                  </a:lnTo>
                  <a:lnTo>
                    <a:pt x="659797" y="1157668"/>
                  </a:lnTo>
                  <a:lnTo>
                    <a:pt x="660178" y="1157764"/>
                  </a:lnTo>
                  <a:lnTo>
                    <a:pt x="662559" y="1157954"/>
                  </a:lnTo>
                  <a:lnTo>
                    <a:pt x="663797" y="1158240"/>
                  </a:lnTo>
                  <a:lnTo>
                    <a:pt x="664655" y="1158716"/>
                  </a:lnTo>
                  <a:lnTo>
                    <a:pt x="666083" y="1161002"/>
                  </a:lnTo>
                  <a:lnTo>
                    <a:pt x="666369" y="1163098"/>
                  </a:lnTo>
                  <a:lnTo>
                    <a:pt x="666274" y="1167860"/>
                  </a:lnTo>
                  <a:lnTo>
                    <a:pt x="666940" y="1167289"/>
                  </a:lnTo>
                  <a:lnTo>
                    <a:pt x="667512" y="1166146"/>
                  </a:lnTo>
                  <a:lnTo>
                    <a:pt x="668846" y="1162050"/>
                  </a:lnTo>
                  <a:lnTo>
                    <a:pt x="670655" y="1158050"/>
                  </a:lnTo>
                  <a:lnTo>
                    <a:pt x="670941" y="1155859"/>
                  </a:lnTo>
                  <a:lnTo>
                    <a:pt x="670751" y="1153573"/>
                  </a:lnTo>
                  <a:lnTo>
                    <a:pt x="669893" y="1151477"/>
                  </a:lnTo>
                  <a:lnTo>
                    <a:pt x="670274" y="1151763"/>
                  </a:lnTo>
                  <a:lnTo>
                    <a:pt x="670465" y="1151954"/>
                  </a:lnTo>
                  <a:lnTo>
                    <a:pt x="670655" y="1152239"/>
                  </a:lnTo>
                  <a:lnTo>
                    <a:pt x="671036" y="1151858"/>
                  </a:lnTo>
                  <a:lnTo>
                    <a:pt x="670846" y="1151287"/>
                  </a:lnTo>
                  <a:lnTo>
                    <a:pt x="671036" y="1150715"/>
                  </a:lnTo>
                  <a:lnTo>
                    <a:pt x="671513" y="1152430"/>
                  </a:lnTo>
                  <a:lnTo>
                    <a:pt x="671703" y="1153287"/>
                  </a:lnTo>
                  <a:lnTo>
                    <a:pt x="671798" y="1154240"/>
                  </a:lnTo>
                  <a:lnTo>
                    <a:pt x="671417" y="1158335"/>
                  </a:lnTo>
                  <a:lnTo>
                    <a:pt x="671513" y="1159383"/>
                  </a:lnTo>
                  <a:lnTo>
                    <a:pt x="671798" y="1160431"/>
                  </a:lnTo>
                  <a:lnTo>
                    <a:pt x="672370" y="1161193"/>
                  </a:lnTo>
                  <a:lnTo>
                    <a:pt x="673418" y="1161479"/>
                  </a:lnTo>
                  <a:lnTo>
                    <a:pt x="673894" y="1161764"/>
                  </a:lnTo>
                  <a:lnTo>
                    <a:pt x="675418" y="1163098"/>
                  </a:lnTo>
                  <a:lnTo>
                    <a:pt x="675894" y="1163765"/>
                  </a:lnTo>
                  <a:lnTo>
                    <a:pt x="676275" y="1164146"/>
                  </a:lnTo>
                  <a:lnTo>
                    <a:pt x="676751" y="1164431"/>
                  </a:lnTo>
                  <a:lnTo>
                    <a:pt x="677132" y="1164431"/>
                  </a:lnTo>
                  <a:lnTo>
                    <a:pt x="677513" y="1164050"/>
                  </a:lnTo>
                  <a:lnTo>
                    <a:pt x="677513" y="1163574"/>
                  </a:lnTo>
                  <a:lnTo>
                    <a:pt x="677132" y="1162526"/>
                  </a:lnTo>
                  <a:lnTo>
                    <a:pt x="676942" y="1162241"/>
                  </a:lnTo>
                  <a:lnTo>
                    <a:pt x="676656" y="1161860"/>
                  </a:lnTo>
                  <a:lnTo>
                    <a:pt x="676465" y="1161383"/>
                  </a:lnTo>
                  <a:lnTo>
                    <a:pt x="676465" y="1160717"/>
                  </a:lnTo>
                  <a:lnTo>
                    <a:pt x="677894" y="1158812"/>
                  </a:lnTo>
                  <a:lnTo>
                    <a:pt x="678752" y="1158050"/>
                  </a:lnTo>
                  <a:lnTo>
                    <a:pt x="681133" y="1156526"/>
                  </a:lnTo>
                  <a:lnTo>
                    <a:pt x="683609" y="1154049"/>
                  </a:lnTo>
                  <a:lnTo>
                    <a:pt x="684371" y="1153859"/>
                  </a:lnTo>
                  <a:lnTo>
                    <a:pt x="684657" y="1153001"/>
                  </a:lnTo>
                  <a:lnTo>
                    <a:pt x="684657" y="1150144"/>
                  </a:lnTo>
                  <a:lnTo>
                    <a:pt x="684943" y="1149096"/>
                  </a:lnTo>
                  <a:lnTo>
                    <a:pt x="685895" y="1147477"/>
                  </a:lnTo>
                  <a:lnTo>
                    <a:pt x="686467" y="1144619"/>
                  </a:lnTo>
                  <a:lnTo>
                    <a:pt x="687991" y="1141285"/>
                  </a:lnTo>
                  <a:lnTo>
                    <a:pt x="688657" y="1138904"/>
                  </a:lnTo>
                  <a:lnTo>
                    <a:pt x="689896" y="1137380"/>
                  </a:lnTo>
                  <a:lnTo>
                    <a:pt x="690182" y="1136428"/>
                  </a:lnTo>
                  <a:lnTo>
                    <a:pt x="689991" y="1135666"/>
                  </a:lnTo>
                  <a:lnTo>
                    <a:pt x="689705" y="1135190"/>
                  </a:lnTo>
                  <a:lnTo>
                    <a:pt x="689610" y="1134714"/>
                  </a:lnTo>
                  <a:lnTo>
                    <a:pt x="690182" y="1134047"/>
                  </a:lnTo>
                  <a:lnTo>
                    <a:pt x="693230" y="1132142"/>
                  </a:lnTo>
                  <a:lnTo>
                    <a:pt x="693992" y="1132046"/>
                  </a:lnTo>
                  <a:lnTo>
                    <a:pt x="694753" y="1131856"/>
                  </a:lnTo>
                  <a:lnTo>
                    <a:pt x="695515" y="1131856"/>
                  </a:lnTo>
                  <a:lnTo>
                    <a:pt x="696373" y="1132237"/>
                  </a:lnTo>
                  <a:lnTo>
                    <a:pt x="696944" y="1131760"/>
                  </a:lnTo>
                  <a:lnTo>
                    <a:pt x="697611" y="1131475"/>
                  </a:lnTo>
                  <a:lnTo>
                    <a:pt x="698278" y="1131475"/>
                  </a:lnTo>
                  <a:lnTo>
                    <a:pt x="698945" y="1131951"/>
                  </a:lnTo>
                  <a:lnTo>
                    <a:pt x="699135" y="1132427"/>
                  </a:lnTo>
                  <a:lnTo>
                    <a:pt x="699040" y="1132808"/>
                  </a:lnTo>
                  <a:lnTo>
                    <a:pt x="698754" y="1133189"/>
                  </a:lnTo>
                  <a:lnTo>
                    <a:pt x="698564" y="1133761"/>
                  </a:lnTo>
                  <a:lnTo>
                    <a:pt x="701611" y="1132713"/>
                  </a:lnTo>
                  <a:lnTo>
                    <a:pt x="702659" y="1132618"/>
                  </a:lnTo>
                  <a:lnTo>
                    <a:pt x="704755" y="1133189"/>
                  </a:lnTo>
                  <a:lnTo>
                    <a:pt x="705422" y="1133094"/>
                  </a:lnTo>
                  <a:lnTo>
                    <a:pt x="704945" y="1131951"/>
                  </a:lnTo>
                  <a:lnTo>
                    <a:pt x="705803" y="1131951"/>
                  </a:lnTo>
                  <a:lnTo>
                    <a:pt x="706469" y="1132237"/>
                  </a:lnTo>
                  <a:lnTo>
                    <a:pt x="706755" y="1132713"/>
                  </a:lnTo>
                  <a:lnTo>
                    <a:pt x="706469" y="1133380"/>
                  </a:lnTo>
                  <a:lnTo>
                    <a:pt x="707327" y="1133570"/>
                  </a:lnTo>
                  <a:lnTo>
                    <a:pt x="709232" y="1133666"/>
                  </a:lnTo>
                  <a:lnTo>
                    <a:pt x="710089" y="1134047"/>
                  </a:lnTo>
                  <a:lnTo>
                    <a:pt x="711136" y="1133761"/>
                  </a:lnTo>
                  <a:lnTo>
                    <a:pt x="712184" y="1134332"/>
                  </a:lnTo>
                  <a:lnTo>
                    <a:pt x="713232" y="1134999"/>
                  </a:lnTo>
                  <a:lnTo>
                    <a:pt x="714089" y="1135190"/>
                  </a:lnTo>
                  <a:lnTo>
                    <a:pt x="714375" y="1135190"/>
                  </a:lnTo>
                  <a:lnTo>
                    <a:pt x="716756" y="1134618"/>
                  </a:lnTo>
                  <a:lnTo>
                    <a:pt x="717804" y="1133761"/>
                  </a:lnTo>
                  <a:lnTo>
                    <a:pt x="721900" y="1131760"/>
                  </a:lnTo>
                  <a:lnTo>
                    <a:pt x="722852" y="1131380"/>
                  </a:lnTo>
                  <a:lnTo>
                    <a:pt x="723900" y="1131189"/>
                  </a:lnTo>
                  <a:lnTo>
                    <a:pt x="726091" y="1131094"/>
                  </a:lnTo>
                  <a:lnTo>
                    <a:pt x="726472" y="1130903"/>
                  </a:lnTo>
                  <a:lnTo>
                    <a:pt x="726853" y="1130046"/>
                  </a:lnTo>
                  <a:lnTo>
                    <a:pt x="727424" y="1129951"/>
                  </a:lnTo>
                  <a:lnTo>
                    <a:pt x="728186" y="1130046"/>
                  </a:lnTo>
                  <a:lnTo>
                    <a:pt x="728758" y="1130046"/>
                  </a:lnTo>
                  <a:lnTo>
                    <a:pt x="729520" y="1129475"/>
                  </a:lnTo>
                  <a:lnTo>
                    <a:pt x="730282" y="1128617"/>
                  </a:lnTo>
                  <a:lnTo>
                    <a:pt x="731044" y="1127951"/>
                  </a:lnTo>
                  <a:lnTo>
                    <a:pt x="732663" y="1128141"/>
                  </a:lnTo>
                  <a:lnTo>
                    <a:pt x="733806" y="1127570"/>
                  </a:lnTo>
                  <a:lnTo>
                    <a:pt x="735521" y="1126331"/>
                  </a:lnTo>
                  <a:lnTo>
                    <a:pt x="738188" y="1125093"/>
                  </a:lnTo>
                  <a:lnTo>
                    <a:pt x="738950" y="1124902"/>
                  </a:lnTo>
                  <a:lnTo>
                    <a:pt x="739711" y="1124426"/>
                  </a:lnTo>
                  <a:lnTo>
                    <a:pt x="742664" y="1121569"/>
                  </a:lnTo>
                  <a:lnTo>
                    <a:pt x="745236" y="1120807"/>
                  </a:lnTo>
                  <a:lnTo>
                    <a:pt x="744665" y="1120235"/>
                  </a:lnTo>
                  <a:lnTo>
                    <a:pt x="744093" y="1119378"/>
                  </a:lnTo>
                  <a:lnTo>
                    <a:pt x="743807" y="1118616"/>
                  </a:lnTo>
                  <a:lnTo>
                    <a:pt x="744093" y="1118235"/>
                  </a:lnTo>
                  <a:lnTo>
                    <a:pt x="744474" y="1118330"/>
                  </a:lnTo>
                  <a:lnTo>
                    <a:pt x="744760" y="1119188"/>
                  </a:lnTo>
                  <a:lnTo>
                    <a:pt x="745046" y="1119378"/>
                  </a:lnTo>
                  <a:lnTo>
                    <a:pt x="745522" y="1119283"/>
                  </a:lnTo>
                  <a:lnTo>
                    <a:pt x="745617" y="1118997"/>
                  </a:lnTo>
                  <a:lnTo>
                    <a:pt x="745522" y="1118616"/>
                  </a:lnTo>
                  <a:lnTo>
                    <a:pt x="745617" y="1118140"/>
                  </a:lnTo>
                  <a:lnTo>
                    <a:pt x="746855" y="1115377"/>
                  </a:lnTo>
                  <a:lnTo>
                    <a:pt x="747236" y="1113854"/>
                  </a:lnTo>
                  <a:lnTo>
                    <a:pt x="747522" y="1110806"/>
                  </a:lnTo>
                  <a:lnTo>
                    <a:pt x="748189" y="1108043"/>
                  </a:lnTo>
                  <a:lnTo>
                    <a:pt x="748284" y="1105376"/>
                  </a:lnTo>
                  <a:lnTo>
                    <a:pt x="748284" y="1102709"/>
                  </a:lnTo>
                  <a:lnTo>
                    <a:pt x="747998" y="1101185"/>
                  </a:lnTo>
                  <a:lnTo>
                    <a:pt x="747332" y="1100042"/>
                  </a:lnTo>
                  <a:lnTo>
                    <a:pt x="747808" y="1101757"/>
                  </a:lnTo>
                  <a:lnTo>
                    <a:pt x="747998" y="1103567"/>
                  </a:lnTo>
                  <a:lnTo>
                    <a:pt x="748094" y="1105376"/>
                  </a:lnTo>
                  <a:lnTo>
                    <a:pt x="747522" y="1106139"/>
                  </a:lnTo>
                  <a:lnTo>
                    <a:pt x="746570" y="1105662"/>
                  </a:lnTo>
                  <a:lnTo>
                    <a:pt x="746474" y="1105757"/>
                  </a:lnTo>
                  <a:lnTo>
                    <a:pt x="746189" y="1105948"/>
                  </a:lnTo>
                  <a:lnTo>
                    <a:pt x="745807" y="1106043"/>
                  </a:lnTo>
                  <a:lnTo>
                    <a:pt x="745522" y="1106043"/>
                  </a:lnTo>
                  <a:lnTo>
                    <a:pt x="745236" y="1105852"/>
                  </a:lnTo>
                  <a:lnTo>
                    <a:pt x="745046" y="1105567"/>
                  </a:lnTo>
                  <a:lnTo>
                    <a:pt x="744760" y="1105376"/>
                  </a:lnTo>
                  <a:lnTo>
                    <a:pt x="743140" y="1104900"/>
                  </a:lnTo>
                  <a:lnTo>
                    <a:pt x="742474" y="1103948"/>
                  </a:lnTo>
                  <a:lnTo>
                    <a:pt x="742283" y="1102709"/>
                  </a:lnTo>
                  <a:lnTo>
                    <a:pt x="742378" y="1101566"/>
                  </a:lnTo>
                  <a:lnTo>
                    <a:pt x="744474" y="1097756"/>
                  </a:lnTo>
                  <a:lnTo>
                    <a:pt x="744855" y="1096042"/>
                  </a:lnTo>
                  <a:lnTo>
                    <a:pt x="745522" y="1095185"/>
                  </a:lnTo>
                  <a:lnTo>
                    <a:pt x="747141" y="1093756"/>
                  </a:lnTo>
                  <a:lnTo>
                    <a:pt x="748665" y="1091756"/>
                  </a:lnTo>
                  <a:lnTo>
                    <a:pt x="749618" y="1090803"/>
                  </a:lnTo>
                  <a:lnTo>
                    <a:pt x="751427" y="1090136"/>
                  </a:lnTo>
                  <a:lnTo>
                    <a:pt x="752094" y="1089374"/>
                  </a:lnTo>
                  <a:lnTo>
                    <a:pt x="752951" y="1087755"/>
                  </a:lnTo>
                  <a:lnTo>
                    <a:pt x="754190" y="1086517"/>
                  </a:lnTo>
                  <a:lnTo>
                    <a:pt x="767048" y="1078706"/>
                  </a:lnTo>
                  <a:lnTo>
                    <a:pt x="769144" y="1078135"/>
                  </a:lnTo>
                  <a:lnTo>
                    <a:pt x="771144" y="1076801"/>
                  </a:lnTo>
                  <a:lnTo>
                    <a:pt x="773335" y="1076230"/>
                  </a:lnTo>
                  <a:lnTo>
                    <a:pt x="774192" y="1075658"/>
                  </a:lnTo>
                  <a:lnTo>
                    <a:pt x="774954" y="1075087"/>
                  </a:lnTo>
                  <a:lnTo>
                    <a:pt x="775716" y="1074610"/>
                  </a:lnTo>
                  <a:lnTo>
                    <a:pt x="776002" y="1075277"/>
                  </a:lnTo>
                  <a:lnTo>
                    <a:pt x="776383" y="1075277"/>
                  </a:lnTo>
                  <a:lnTo>
                    <a:pt x="778955" y="1073372"/>
                  </a:lnTo>
                  <a:lnTo>
                    <a:pt x="779336" y="1073182"/>
                  </a:lnTo>
                  <a:lnTo>
                    <a:pt x="780193" y="1072991"/>
                  </a:lnTo>
                  <a:lnTo>
                    <a:pt x="780478" y="1072801"/>
                  </a:lnTo>
                  <a:lnTo>
                    <a:pt x="781526" y="1071753"/>
                  </a:lnTo>
                  <a:lnTo>
                    <a:pt x="782765" y="1070801"/>
                  </a:lnTo>
                  <a:lnTo>
                    <a:pt x="784479" y="1069943"/>
                  </a:lnTo>
                  <a:lnTo>
                    <a:pt x="786289" y="1068610"/>
                  </a:lnTo>
                  <a:lnTo>
                    <a:pt x="790670" y="1066991"/>
                  </a:lnTo>
                  <a:lnTo>
                    <a:pt x="792004" y="1066038"/>
                  </a:lnTo>
                  <a:lnTo>
                    <a:pt x="792671" y="1065657"/>
                  </a:lnTo>
                  <a:lnTo>
                    <a:pt x="793432" y="1065467"/>
                  </a:lnTo>
                  <a:lnTo>
                    <a:pt x="794290" y="1065085"/>
                  </a:lnTo>
                  <a:lnTo>
                    <a:pt x="794004" y="1064228"/>
                  </a:lnTo>
                  <a:lnTo>
                    <a:pt x="792861" y="1062704"/>
                  </a:lnTo>
                  <a:lnTo>
                    <a:pt x="794671" y="1062704"/>
                  </a:lnTo>
                  <a:lnTo>
                    <a:pt x="795147" y="1062514"/>
                  </a:lnTo>
                  <a:lnTo>
                    <a:pt x="795814" y="1061942"/>
                  </a:lnTo>
                  <a:lnTo>
                    <a:pt x="796957" y="1061466"/>
                  </a:lnTo>
                  <a:lnTo>
                    <a:pt x="797433" y="1061085"/>
                  </a:lnTo>
                  <a:lnTo>
                    <a:pt x="797433" y="1060609"/>
                  </a:lnTo>
                  <a:lnTo>
                    <a:pt x="797147" y="1060323"/>
                  </a:lnTo>
                  <a:lnTo>
                    <a:pt x="796100" y="1059752"/>
                  </a:lnTo>
                  <a:lnTo>
                    <a:pt x="794861" y="1059371"/>
                  </a:lnTo>
                  <a:lnTo>
                    <a:pt x="794480" y="1058799"/>
                  </a:lnTo>
                  <a:lnTo>
                    <a:pt x="794766" y="1058227"/>
                  </a:lnTo>
                  <a:lnTo>
                    <a:pt x="795909" y="1058132"/>
                  </a:lnTo>
                  <a:lnTo>
                    <a:pt x="796385" y="1058418"/>
                  </a:lnTo>
                  <a:lnTo>
                    <a:pt x="796576" y="1058799"/>
                  </a:lnTo>
                  <a:lnTo>
                    <a:pt x="796671" y="1059180"/>
                  </a:lnTo>
                  <a:lnTo>
                    <a:pt x="796766" y="1059371"/>
                  </a:lnTo>
                  <a:lnTo>
                    <a:pt x="796957" y="1059466"/>
                  </a:lnTo>
                  <a:lnTo>
                    <a:pt x="797052" y="1059561"/>
                  </a:lnTo>
                  <a:lnTo>
                    <a:pt x="797243" y="1059656"/>
                  </a:lnTo>
                  <a:lnTo>
                    <a:pt x="797528" y="1059752"/>
                  </a:lnTo>
                  <a:lnTo>
                    <a:pt x="797814" y="1059656"/>
                  </a:lnTo>
                  <a:lnTo>
                    <a:pt x="798290" y="1059180"/>
                  </a:lnTo>
                  <a:lnTo>
                    <a:pt x="798576" y="1059085"/>
                  </a:lnTo>
                  <a:lnTo>
                    <a:pt x="799719" y="1058323"/>
                  </a:lnTo>
                  <a:lnTo>
                    <a:pt x="802957" y="1054608"/>
                  </a:lnTo>
                  <a:lnTo>
                    <a:pt x="803815" y="1053370"/>
                  </a:lnTo>
                  <a:lnTo>
                    <a:pt x="804196" y="1051560"/>
                  </a:lnTo>
                  <a:lnTo>
                    <a:pt x="804482" y="1050703"/>
                  </a:lnTo>
                  <a:lnTo>
                    <a:pt x="805625" y="1049941"/>
                  </a:lnTo>
                  <a:lnTo>
                    <a:pt x="805625" y="1048989"/>
                  </a:lnTo>
                  <a:lnTo>
                    <a:pt x="805434" y="1047845"/>
                  </a:lnTo>
                  <a:lnTo>
                    <a:pt x="805625" y="1046988"/>
                  </a:lnTo>
                  <a:lnTo>
                    <a:pt x="806196" y="1047750"/>
                  </a:lnTo>
                  <a:lnTo>
                    <a:pt x="806291" y="1048131"/>
                  </a:lnTo>
                  <a:lnTo>
                    <a:pt x="806672" y="1048131"/>
                  </a:lnTo>
                  <a:lnTo>
                    <a:pt x="807434" y="1047369"/>
                  </a:lnTo>
                  <a:lnTo>
                    <a:pt x="809530" y="1045940"/>
                  </a:lnTo>
                  <a:lnTo>
                    <a:pt x="810006" y="1045369"/>
                  </a:lnTo>
                  <a:lnTo>
                    <a:pt x="810197" y="1045178"/>
                  </a:lnTo>
                  <a:lnTo>
                    <a:pt x="811149" y="1044226"/>
                  </a:lnTo>
                  <a:lnTo>
                    <a:pt x="811244" y="1044035"/>
                  </a:lnTo>
                  <a:lnTo>
                    <a:pt x="811435" y="1043750"/>
                  </a:lnTo>
                  <a:lnTo>
                    <a:pt x="812102" y="1042321"/>
                  </a:lnTo>
                  <a:lnTo>
                    <a:pt x="812387" y="1041845"/>
                  </a:lnTo>
                  <a:lnTo>
                    <a:pt x="814102" y="1040416"/>
                  </a:lnTo>
                  <a:lnTo>
                    <a:pt x="822579" y="1035177"/>
                  </a:lnTo>
                  <a:lnTo>
                    <a:pt x="838486" y="1027938"/>
                  </a:lnTo>
                  <a:lnTo>
                    <a:pt x="840391" y="1026509"/>
                  </a:lnTo>
                  <a:lnTo>
                    <a:pt x="840962" y="1024509"/>
                  </a:lnTo>
                  <a:lnTo>
                    <a:pt x="841439" y="1023938"/>
                  </a:lnTo>
                  <a:lnTo>
                    <a:pt x="841629" y="1023366"/>
                  </a:lnTo>
                  <a:lnTo>
                    <a:pt x="841724" y="1022795"/>
                  </a:lnTo>
                  <a:lnTo>
                    <a:pt x="842010" y="1022223"/>
                  </a:lnTo>
                  <a:lnTo>
                    <a:pt x="842486" y="1021747"/>
                  </a:lnTo>
                  <a:lnTo>
                    <a:pt x="843629" y="1020890"/>
                  </a:lnTo>
                  <a:lnTo>
                    <a:pt x="844391" y="1019842"/>
                  </a:lnTo>
                  <a:lnTo>
                    <a:pt x="846582" y="1018318"/>
                  </a:lnTo>
                  <a:lnTo>
                    <a:pt x="847058" y="1017556"/>
                  </a:lnTo>
                  <a:lnTo>
                    <a:pt x="849535" y="1015079"/>
                  </a:lnTo>
                  <a:lnTo>
                    <a:pt x="851821" y="1013270"/>
                  </a:lnTo>
                  <a:lnTo>
                    <a:pt x="852773" y="1012508"/>
                  </a:lnTo>
                  <a:lnTo>
                    <a:pt x="851535" y="1013365"/>
                  </a:lnTo>
                  <a:lnTo>
                    <a:pt x="850011" y="1014508"/>
                  </a:lnTo>
                  <a:lnTo>
                    <a:pt x="848582" y="1015365"/>
                  </a:lnTo>
                  <a:lnTo>
                    <a:pt x="847439" y="1015270"/>
                  </a:lnTo>
                  <a:lnTo>
                    <a:pt x="846773" y="1014793"/>
                  </a:lnTo>
                  <a:lnTo>
                    <a:pt x="847249" y="1014032"/>
                  </a:lnTo>
                  <a:lnTo>
                    <a:pt x="847439" y="1014127"/>
                  </a:lnTo>
                  <a:lnTo>
                    <a:pt x="848678" y="1014127"/>
                  </a:lnTo>
                  <a:lnTo>
                    <a:pt x="849154" y="1014032"/>
                  </a:lnTo>
                  <a:lnTo>
                    <a:pt x="849535" y="1013841"/>
                  </a:lnTo>
                  <a:lnTo>
                    <a:pt x="850487" y="1013079"/>
                  </a:lnTo>
                  <a:lnTo>
                    <a:pt x="850773" y="1012889"/>
                  </a:lnTo>
                  <a:lnTo>
                    <a:pt x="851821" y="1012508"/>
                  </a:lnTo>
                  <a:lnTo>
                    <a:pt x="852678" y="1011650"/>
                  </a:lnTo>
                  <a:lnTo>
                    <a:pt x="853821" y="1009936"/>
                  </a:lnTo>
                  <a:lnTo>
                    <a:pt x="856583" y="1008031"/>
                  </a:lnTo>
                  <a:lnTo>
                    <a:pt x="857060" y="1007555"/>
                  </a:lnTo>
                  <a:lnTo>
                    <a:pt x="857250" y="1006602"/>
                  </a:lnTo>
                  <a:lnTo>
                    <a:pt x="857822" y="1005650"/>
                  </a:lnTo>
                  <a:lnTo>
                    <a:pt x="862775" y="1000411"/>
                  </a:lnTo>
                  <a:lnTo>
                    <a:pt x="863060" y="999268"/>
                  </a:lnTo>
                  <a:lnTo>
                    <a:pt x="867442" y="992600"/>
                  </a:lnTo>
                  <a:lnTo>
                    <a:pt x="869252" y="991838"/>
                  </a:lnTo>
                  <a:lnTo>
                    <a:pt x="870014" y="990981"/>
                  </a:lnTo>
                  <a:lnTo>
                    <a:pt x="871061" y="989267"/>
                  </a:lnTo>
                  <a:lnTo>
                    <a:pt x="873252" y="986504"/>
                  </a:lnTo>
                  <a:lnTo>
                    <a:pt x="873824" y="985076"/>
                  </a:lnTo>
                  <a:lnTo>
                    <a:pt x="875252" y="982980"/>
                  </a:lnTo>
                  <a:lnTo>
                    <a:pt x="875348" y="982599"/>
                  </a:lnTo>
                  <a:lnTo>
                    <a:pt x="875062" y="982409"/>
                  </a:lnTo>
                  <a:lnTo>
                    <a:pt x="874681" y="982313"/>
                  </a:lnTo>
                  <a:lnTo>
                    <a:pt x="874300" y="982313"/>
                  </a:lnTo>
                  <a:lnTo>
                    <a:pt x="874109" y="982504"/>
                  </a:lnTo>
                  <a:lnTo>
                    <a:pt x="873252" y="983837"/>
                  </a:lnTo>
                  <a:lnTo>
                    <a:pt x="872966" y="983266"/>
                  </a:lnTo>
                  <a:lnTo>
                    <a:pt x="872300" y="982504"/>
                  </a:lnTo>
                  <a:lnTo>
                    <a:pt x="872109" y="982218"/>
                  </a:lnTo>
                  <a:lnTo>
                    <a:pt x="872204" y="981551"/>
                  </a:lnTo>
                  <a:lnTo>
                    <a:pt x="872776" y="980789"/>
                  </a:lnTo>
                  <a:lnTo>
                    <a:pt x="872871" y="980218"/>
                  </a:lnTo>
                  <a:lnTo>
                    <a:pt x="873157" y="979742"/>
                  </a:lnTo>
                  <a:lnTo>
                    <a:pt x="873824" y="980218"/>
                  </a:lnTo>
                  <a:lnTo>
                    <a:pt x="874586" y="981075"/>
                  </a:lnTo>
                  <a:lnTo>
                    <a:pt x="875157" y="981551"/>
                  </a:lnTo>
                  <a:lnTo>
                    <a:pt x="875252" y="981551"/>
                  </a:lnTo>
                  <a:lnTo>
                    <a:pt x="875919" y="981266"/>
                  </a:lnTo>
                  <a:lnTo>
                    <a:pt x="880205" y="975741"/>
                  </a:lnTo>
                  <a:lnTo>
                    <a:pt x="886682" y="970026"/>
                  </a:lnTo>
                  <a:lnTo>
                    <a:pt x="890588" y="967359"/>
                  </a:lnTo>
                  <a:lnTo>
                    <a:pt x="896398" y="961644"/>
                  </a:lnTo>
                  <a:lnTo>
                    <a:pt x="899541" y="959263"/>
                  </a:lnTo>
                  <a:lnTo>
                    <a:pt x="901922" y="958215"/>
                  </a:lnTo>
                  <a:lnTo>
                    <a:pt x="904589" y="956024"/>
                  </a:lnTo>
                  <a:lnTo>
                    <a:pt x="906875" y="954976"/>
                  </a:lnTo>
                  <a:lnTo>
                    <a:pt x="911257" y="952881"/>
                  </a:lnTo>
                  <a:lnTo>
                    <a:pt x="915353" y="950785"/>
                  </a:lnTo>
                  <a:lnTo>
                    <a:pt x="917257" y="949643"/>
                  </a:lnTo>
                  <a:lnTo>
                    <a:pt x="904303" y="956024"/>
                  </a:lnTo>
                  <a:lnTo>
                    <a:pt x="902875" y="956120"/>
                  </a:lnTo>
                  <a:lnTo>
                    <a:pt x="903065" y="955739"/>
                  </a:lnTo>
                  <a:lnTo>
                    <a:pt x="902875" y="955358"/>
                  </a:lnTo>
                  <a:lnTo>
                    <a:pt x="902113" y="954500"/>
                  </a:lnTo>
                  <a:lnTo>
                    <a:pt x="902399" y="954596"/>
                  </a:lnTo>
                  <a:lnTo>
                    <a:pt x="902875" y="954691"/>
                  </a:lnTo>
                  <a:lnTo>
                    <a:pt x="903161" y="954786"/>
                  </a:lnTo>
                  <a:lnTo>
                    <a:pt x="903256" y="953929"/>
                  </a:lnTo>
                  <a:lnTo>
                    <a:pt x="903637" y="953452"/>
                  </a:lnTo>
                  <a:lnTo>
                    <a:pt x="904018" y="953452"/>
                  </a:lnTo>
                  <a:lnTo>
                    <a:pt x="904208" y="954215"/>
                  </a:lnTo>
                  <a:lnTo>
                    <a:pt x="904589" y="954691"/>
                  </a:lnTo>
                  <a:lnTo>
                    <a:pt x="905447" y="954500"/>
                  </a:lnTo>
                  <a:lnTo>
                    <a:pt x="906304" y="954024"/>
                  </a:lnTo>
                  <a:lnTo>
                    <a:pt x="906780" y="953643"/>
                  </a:lnTo>
                  <a:lnTo>
                    <a:pt x="906875" y="953357"/>
                  </a:lnTo>
                  <a:lnTo>
                    <a:pt x="906971" y="952691"/>
                  </a:lnTo>
                  <a:lnTo>
                    <a:pt x="907066" y="952405"/>
                  </a:lnTo>
                  <a:lnTo>
                    <a:pt x="907256" y="952309"/>
                  </a:lnTo>
                  <a:lnTo>
                    <a:pt x="907923" y="952024"/>
                  </a:lnTo>
                  <a:lnTo>
                    <a:pt x="908114" y="951929"/>
                  </a:lnTo>
                  <a:lnTo>
                    <a:pt x="908114" y="951071"/>
                  </a:lnTo>
                  <a:lnTo>
                    <a:pt x="908018" y="950595"/>
                  </a:lnTo>
                  <a:lnTo>
                    <a:pt x="907828" y="950119"/>
                  </a:lnTo>
                  <a:lnTo>
                    <a:pt x="907447" y="949452"/>
                  </a:lnTo>
                  <a:lnTo>
                    <a:pt x="906971" y="950214"/>
                  </a:lnTo>
                  <a:lnTo>
                    <a:pt x="906494" y="950309"/>
                  </a:lnTo>
                  <a:lnTo>
                    <a:pt x="905923" y="950119"/>
                  </a:lnTo>
                  <a:lnTo>
                    <a:pt x="905256" y="950119"/>
                  </a:lnTo>
                  <a:lnTo>
                    <a:pt x="903065" y="952119"/>
                  </a:lnTo>
                  <a:lnTo>
                    <a:pt x="900494" y="951357"/>
                  </a:lnTo>
                  <a:lnTo>
                    <a:pt x="899827" y="951357"/>
                  </a:lnTo>
                  <a:lnTo>
                    <a:pt x="899827" y="951548"/>
                  </a:lnTo>
                  <a:lnTo>
                    <a:pt x="899255" y="952500"/>
                  </a:lnTo>
                  <a:lnTo>
                    <a:pt x="899065" y="952691"/>
                  </a:lnTo>
                  <a:lnTo>
                    <a:pt x="899160" y="953072"/>
                  </a:lnTo>
                  <a:lnTo>
                    <a:pt x="899351" y="953357"/>
                  </a:lnTo>
                  <a:lnTo>
                    <a:pt x="899636" y="953548"/>
                  </a:lnTo>
                  <a:lnTo>
                    <a:pt x="899922" y="953643"/>
                  </a:lnTo>
                  <a:lnTo>
                    <a:pt x="899922" y="954024"/>
                  </a:lnTo>
                  <a:lnTo>
                    <a:pt x="899160" y="954405"/>
                  </a:lnTo>
                  <a:lnTo>
                    <a:pt x="898684" y="955072"/>
                  </a:lnTo>
                  <a:lnTo>
                    <a:pt x="898112" y="955548"/>
                  </a:lnTo>
                  <a:lnTo>
                    <a:pt x="897065" y="955548"/>
                  </a:lnTo>
                  <a:lnTo>
                    <a:pt x="897065" y="955929"/>
                  </a:lnTo>
                  <a:lnTo>
                    <a:pt x="897636" y="956120"/>
                  </a:lnTo>
                  <a:lnTo>
                    <a:pt x="899160" y="957072"/>
                  </a:lnTo>
                  <a:lnTo>
                    <a:pt x="898684" y="957263"/>
                  </a:lnTo>
                  <a:lnTo>
                    <a:pt x="898207" y="957453"/>
                  </a:lnTo>
                  <a:lnTo>
                    <a:pt x="897731" y="957453"/>
                  </a:lnTo>
                  <a:lnTo>
                    <a:pt x="897350" y="957072"/>
                  </a:lnTo>
                  <a:lnTo>
                    <a:pt x="897160" y="957929"/>
                  </a:lnTo>
                  <a:lnTo>
                    <a:pt x="897446" y="958596"/>
                  </a:lnTo>
                  <a:lnTo>
                    <a:pt x="897541" y="959168"/>
                  </a:lnTo>
                  <a:lnTo>
                    <a:pt x="896588" y="959834"/>
                  </a:lnTo>
                  <a:lnTo>
                    <a:pt x="896207" y="959930"/>
                  </a:lnTo>
                  <a:lnTo>
                    <a:pt x="895826" y="959930"/>
                  </a:lnTo>
                  <a:lnTo>
                    <a:pt x="895350" y="960025"/>
                  </a:lnTo>
                  <a:lnTo>
                    <a:pt x="894778" y="960310"/>
                  </a:lnTo>
                  <a:lnTo>
                    <a:pt x="894493" y="960596"/>
                  </a:lnTo>
                  <a:lnTo>
                    <a:pt x="894302" y="960977"/>
                  </a:lnTo>
                  <a:lnTo>
                    <a:pt x="894017" y="961263"/>
                  </a:lnTo>
                  <a:lnTo>
                    <a:pt x="893445" y="961454"/>
                  </a:lnTo>
                  <a:lnTo>
                    <a:pt x="893731" y="960882"/>
                  </a:lnTo>
                  <a:lnTo>
                    <a:pt x="893826" y="960310"/>
                  </a:lnTo>
                  <a:lnTo>
                    <a:pt x="893731" y="959739"/>
                  </a:lnTo>
                  <a:lnTo>
                    <a:pt x="893445" y="959168"/>
                  </a:lnTo>
                  <a:lnTo>
                    <a:pt x="892969" y="959834"/>
                  </a:lnTo>
                  <a:lnTo>
                    <a:pt x="892588" y="959834"/>
                  </a:lnTo>
                  <a:lnTo>
                    <a:pt x="892397" y="959358"/>
                  </a:lnTo>
                  <a:lnTo>
                    <a:pt x="892302" y="958501"/>
                  </a:lnTo>
                  <a:lnTo>
                    <a:pt x="892588" y="958025"/>
                  </a:lnTo>
                  <a:lnTo>
                    <a:pt x="893350" y="957453"/>
                  </a:lnTo>
                  <a:lnTo>
                    <a:pt x="894207" y="956977"/>
                  </a:lnTo>
                  <a:lnTo>
                    <a:pt x="894874" y="956786"/>
                  </a:lnTo>
                  <a:lnTo>
                    <a:pt x="894874" y="956405"/>
                  </a:lnTo>
                  <a:lnTo>
                    <a:pt x="894207" y="955739"/>
                  </a:lnTo>
                  <a:lnTo>
                    <a:pt x="894207" y="954786"/>
                  </a:lnTo>
                  <a:lnTo>
                    <a:pt x="894778" y="953834"/>
                  </a:lnTo>
                  <a:lnTo>
                    <a:pt x="895540" y="953167"/>
                  </a:lnTo>
                  <a:lnTo>
                    <a:pt x="896017" y="952500"/>
                  </a:lnTo>
                  <a:lnTo>
                    <a:pt x="896779" y="950595"/>
                  </a:lnTo>
                  <a:lnTo>
                    <a:pt x="897636" y="949833"/>
                  </a:lnTo>
                  <a:lnTo>
                    <a:pt x="897446" y="948500"/>
                  </a:lnTo>
                  <a:lnTo>
                    <a:pt x="898398" y="946880"/>
                  </a:lnTo>
                  <a:lnTo>
                    <a:pt x="899732" y="945356"/>
                  </a:lnTo>
                  <a:lnTo>
                    <a:pt x="900875" y="944404"/>
                  </a:lnTo>
                  <a:lnTo>
                    <a:pt x="901446" y="944118"/>
                  </a:lnTo>
                  <a:lnTo>
                    <a:pt x="902113" y="943832"/>
                  </a:lnTo>
                  <a:lnTo>
                    <a:pt x="902875" y="943642"/>
                  </a:lnTo>
                  <a:lnTo>
                    <a:pt x="903637" y="943547"/>
                  </a:lnTo>
                  <a:lnTo>
                    <a:pt x="906494" y="941070"/>
                  </a:lnTo>
                  <a:lnTo>
                    <a:pt x="908685" y="938689"/>
                  </a:lnTo>
                  <a:lnTo>
                    <a:pt x="909923" y="937736"/>
                  </a:lnTo>
                  <a:lnTo>
                    <a:pt x="911161" y="937355"/>
                  </a:lnTo>
                  <a:lnTo>
                    <a:pt x="911828" y="937451"/>
                  </a:lnTo>
                  <a:lnTo>
                    <a:pt x="913828" y="938117"/>
                  </a:lnTo>
                  <a:lnTo>
                    <a:pt x="916019" y="938498"/>
                  </a:lnTo>
                  <a:lnTo>
                    <a:pt x="916686" y="938879"/>
                  </a:lnTo>
                  <a:lnTo>
                    <a:pt x="916496" y="943547"/>
                  </a:lnTo>
                  <a:lnTo>
                    <a:pt x="916686" y="944594"/>
                  </a:lnTo>
                  <a:lnTo>
                    <a:pt x="916400" y="945071"/>
                  </a:lnTo>
                  <a:lnTo>
                    <a:pt x="916400" y="945451"/>
                  </a:lnTo>
                  <a:lnTo>
                    <a:pt x="916591" y="945833"/>
                  </a:lnTo>
                  <a:lnTo>
                    <a:pt x="917067" y="946118"/>
                  </a:lnTo>
                  <a:lnTo>
                    <a:pt x="916115" y="946499"/>
                  </a:lnTo>
                  <a:lnTo>
                    <a:pt x="913828" y="948023"/>
                  </a:lnTo>
                  <a:lnTo>
                    <a:pt x="914019" y="947452"/>
                  </a:lnTo>
                  <a:lnTo>
                    <a:pt x="914305" y="947071"/>
                  </a:lnTo>
                  <a:lnTo>
                    <a:pt x="914400" y="946785"/>
                  </a:lnTo>
                  <a:lnTo>
                    <a:pt x="914210" y="946499"/>
                  </a:lnTo>
                  <a:lnTo>
                    <a:pt x="911828" y="947357"/>
                  </a:lnTo>
                  <a:lnTo>
                    <a:pt x="910400" y="947738"/>
                  </a:lnTo>
                  <a:lnTo>
                    <a:pt x="909828" y="948214"/>
                  </a:lnTo>
                  <a:lnTo>
                    <a:pt x="909733" y="948404"/>
                  </a:lnTo>
                  <a:lnTo>
                    <a:pt x="909447" y="948404"/>
                  </a:lnTo>
                  <a:lnTo>
                    <a:pt x="909161" y="948404"/>
                  </a:lnTo>
                  <a:lnTo>
                    <a:pt x="909161" y="948785"/>
                  </a:lnTo>
                  <a:lnTo>
                    <a:pt x="909352" y="949071"/>
                  </a:lnTo>
                  <a:lnTo>
                    <a:pt x="909733" y="949071"/>
                  </a:lnTo>
                  <a:lnTo>
                    <a:pt x="910019" y="948976"/>
                  </a:lnTo>
                  <a:lnTo>
                    <a:pt x="910209" y="949071"/>
                  </a:lnTo>
                  <a:lnTo>
                    <a:pt x="910209" y="949928"/>
                  </a:lnTo>
                  <a:lnTo>
                    <a:pt x="910304" y="950405"/>
                  </a:lnTo>
                  <a:lnTo>
                    <a:pt x="910685" y="950595"/>
                  </a:lnTo>
                  <a:lnTo>
                    <a:pt x="911924" y="950405"/>
                  </a:lnTo>
                  <a:lnTo>
                    <a:pt x="915543" y="949071"/>
                  </a:lnTo>
                  <a:lnTo>
                    <a:pt x="918972" y="946976"/>
                  </a:lnTo>
                  <a:lnTo>
                    <a:pt x="920210" y="946785"/>
                  </a:lnTo>
                  <a:lnTo>
                    <a:pt x="920115" y="947071"/>
                  </a:lnTo>
                  <a:lnTo>
                    <a:pt x="919544" y="947261"/>
                  </a:lnTo>
                  <a:lnTo>
                    <a:pt x="919448" y="947547"/>
                  </a:lnTo>
                  <a:lnTo>
                    <a:pt x="922592" y="945928"/>
                  </a:lnTo>
                  <a:lnTo>
                    <a:pt x="924211" y="945547"/>
                  </a:lnTo>
                  <a:lnTo>
                    <a:pt x="925259" y="945071"/>
                  </a:lnTo>
                  <a:lnTo>
                    <a:pt x="925830" y="944975"/>
                  </a:lnTo>
                  <a:lnTo>
                    <a:pt x="927640" y="945071"/>
                  </a:lnTo>
                  <a:lnTo>
                    <a:pt x="928211" y="944975"/>
                  </a:lnTo>
                  <a:lnTo>
                    <a:pt x="929259" y="944594"/>
                  </a:lnTo>
                  <a:lnTo>
                    <a:pt x="931259" y="943356"/>
                  </a:lnTo>
                  <a:lnTo>
                    <a:pt x="933545" y="942975"/>
                  </a:lnTo>
                  <a:lnTo>
                    <a:pt x="940118" y="940975"/>
                  </a:lnTo>
                  <a:lnTo>
                    <a:pt x="941070" y="940880"/>
                  </a:lnTo>
                  <a:lnTo>
                    <a:pt x="941356" y="940689"/>
                  </a:lnTo>
                  <a:lnTo>
                    <a:pt x="941832" y="940308"/>
                  </a:lnTo>
                  <a:lnTo>
                    <a:pt x="942403" y="940022"/>
                  </a:lnTo>
                  <a:lnTo>
                    <a:pt x="942975" y="940308"/>
                  </a:lnTo>
                  <a:lnTo>
                    <a:pt x="943547" y="940784"/>
                  </a:lnTo>
                  <a:lnTo>
                    <a:pt x="944118" y="940784"/>
                  </a:lnTo>
                  <a:lnTo>
                    <a:pt x="945261" y="940118"/>
                  </a:lnTo>
                  <a:lnTo>
                    <a:pt x="953548" y="937070"/>
                  </a:lnTo>
                  <a:lnTo>
                    <a:pt x="958977" y="934022"/>
                  </a:lnTo>
                  <a:lnTo>
                    <a:pt x="958120" y="933736"/>
                  </a:lnTo>
                  <a:lnTo>
                    <a:pt x="957358" y="933164"/>
                  </a:lnTo>
                  <a:lnTo>
                    <a:pt x="956596" y="932879"/>
                  </a:lnTo>
                  <a:lnTo>
                    <a:pt x="956024" y="932783"/>
                  </a:lnTo>
                  <a:lnTo>
                    <a:pt x="955643" y="932498"/>
                  </a:lnTo>
                  <a:lnTo>
                    <a:pt x="955357" y="932117"/>
                  </a:lnTo>
                  <a:lnTo>
                    <a:pt x="954977" y="931735"/>
                  </a:lnTo>
                  <a:lnTo>
                    <a:pt x="954881" y="931545"/>
                  </a:lnTo>
                  <a:lnTo>
                    <a:pt x="954881" y="931259"/>
                  </a:lnTo>
                  <a:lnTo>
                    <a:pt x="954881" y="930974"/>
                  </a:lnTo>
                  <a:lnTo>
                    <a:pt x="954691" y="930688"/>
                  </a:lnTo>
                  <a:lnTo>
                    <a:pt x="954500" y="930593"/>
                  </a:lnTo>
                  <a:lnTo>
                    <a:pt x="953929" y="930688"/>
                  </a:lnTo>
                  <a:lnTo>
                    <a:pt x="953643" y="930688"/>
                  </a:lnTo>
                  <a:lnTo>
                    <a:pt x="951643" y="930212"/>
                  </a:lnTo>
                  <a:lnTo>
                    <a:pt x="950786" y="929831"/>
                  </a:lnTo>
                  <a:lnTo>
                    <a:pt x="949452" y="928688"/>
                  </a:lnTo>
                  <a:lnTo>
                    <a:pt x="948404" y="928211"/>
                  </a:lnTo>
                  <a:lnTo>
                    <a:pt x="947928" y="927735"/>
                  </a:lnTo>
                  <a:lnTo>
                    <a:pt x="947738" y="927259"/>
                  </a:lnTo>
                  <a:lnTo>
                    <a:pt x="947261" y="925449"/>
                  </a:lnTo>
                  <a:lnTo>
                    <a:pt x="947642" y="924306"/>
                  </a:lnTo>
                  <a:lnTo>
                    <a:pt x="947928" y="924306"/>
                  </a:lnTo>
                  <a:lnTo>
                    <a:pt x="948119" y="924782"/>
                  </a:lnTo>
                  <a:lnTo>
                    <a:pt x="948404" y="926021"/>
                  </a:lnTo>
                  <a:lnTo>
                    <a:pt x="948690" y="926592"/>
                  </a:lnTo>
                  <a:lnTo>
                    <a:pt x="949928" y="927830"/>
                  </a:lnTo>
                  <a:lnTo>
                    <a:pt x="950119" y="927926"/>
                  </a:lnTo>
                  <a:lnTo>
                    <a:pt x="950595" y="928592"/>
                  </a:lnTo>
                  <a:lnTo>
                    <a:pt x="951738" y="928688"/>
                  </a:lnTo>
                  <a:lnTo>
                    <a:pt x="954024" y="928592"/>
                  </a:lnTo>
                  <a:lnTo>
                    <a:pt x="957834" y="931831"/>
                  </a:lnTo>
                  <a:lnTo>
                    <a:pt x="960406" y="933259"/>
                  </a:lnTo>
                  <a:lnTo>
                    <a:pt x="961930" y="932307"/>
                  </a:lnTo>
                  <a:lnTo>
                    <a:pt x="961263" y="932307"/>
                  </a:lnTo>
                  <a:lnTo>
                    <a:pt x="960692" y="932117"/>
                  </a:lnTo>
                  <a:lnTo>
                    <a:pt x="960311" y="931735"/>
                  </a:lnTo>
                  <a:lnTo>
                    <a:pt x="960025" y="931164"/>
                  </a:lnTo>
                  <a:lnTo>
                    <a:pt x="961263" y="930307"/>
                  </a:lnTo>
                  <a:lnTo>
                    <a:pt x="964025" y="927068"/>
                  </a:lnTo>
                  <a:lnTo>
                    <a:pt x="964121" y="926211"/>
                  </a:lnTo>
                  <a:lnTo>
                    <a:pt x="964692" y="925068"/>
                  </a:lnTo>
                  <a:lnTo>
                    <a:pt x="965264" y="922592"/>
                  </a:lnTo>
                  <a:lnTo>
                    <a:pt x="965549" y="922020"/>
                  </a:lnTo>
                  <a:lnTo>
                    <a:pt x="966407" y="921258"/>
                  </a:lnTo>
                  <a:lnTo>
                    <a:pt x="967645" y="920782"/>
                  </a:lnTo>
                  <a:lnTo>
                    <a:pt x="970217" y="920115"/>
                  </a:lnTo>
                  <a:lnTo>
                    <a:pt x="972598" y="919163"/>
                  </a:lnTo>
                  <a:lnTo>
                    <a:pt x="977265" y="916305"/>
                  </a:lnTo>
                  <a:lnTo>
                    <a:pt x="979265" y="914781"/>
                  </a:lnTo>
                  <a:lnTo>
                    <a:pt x="977456" y="916019"/>
                  </a:lnTo>
                  <a:lnTo>
                    <a:pt x="976503" y="916400"/>
                  </a:lnTo>
                  <a:lnTo>
                    <a:pt x="976122" y="915924"/>
                  </a:lnTo>
                  <a:lnTo>
                    <a:pt x="976503" y="915353"/>
                  </a:lnTo>
                  <a:lnTo>
                    <a:pt x="977456" y="914686"/>
                  </a:lnTo>
                  <a:lnTo>
                    <a:pt x="978503" y="914210"/>
                  </a:lnTo>
                  <a:lnTo>
                    <a:pt x="979170" y="914019"/>
                  </a:lnTo>
                  <a:lnTo>
                    <a:pt x="980027" y="913162"/>
                  </a:lnTo>
                  <a:lnTo>
                    <a:pt x="981361" y="911257"/>
                  </a:lnTo>
                  <a:lnTo>
                    <a:pt x="982218" y="909161"/>
                  </a:lnTo>
                  <a:lnTo>
                    <a:pt x="981456" y="907923"/>
                  </a:lnTo>
                  <a:lnTo>
                    <a:pt x="981075" y="909161"/>
                  </a:lnTo>
                  <a:lnTo>
                    <a:pt x="980980" y="909828"/>
                  </a:lnTo>
                  <a:lnTo>
                    <a:pt x="980980" y="910590"/>
                  </a:lnTo>
                  <a:lnTo>
                    <a:pt x="980027" y="910019"/>
                  </a:lnTo>
                  <a:lnTo>
                    <a:pt x="979361" y="910400"/>
                  </a:lnTo>
                  <a:lnTo>
                    <a:pt x="978599" y="911162"/>
                  </a:lnTo>
                  <a:lnTo>
                    <a:pt x="977456" y="911828"/>
                  </a:lnTo>
                  <a:lnTo>
                    <a:pt x="977646" y="908304"/>
                  </a:lnTo>
                  <a:lnTo>
                    <a:pt x="978122" y="906590"/>
                  </a:lnTo>
                  <a:lnTo>
                    <a:pt x="979075" y="905066"/>
                  </a:lnTo>
                  <a:lnTo>
                    <a:pt x="980313" y="903827"/>
                  </a:lnTo>
                  <a:lnTo>
                    <a:pt x="988124" y="897636"/>
                  </a:lnTo>
                  <a:lnTo>
                    <a:pt x="990886" y="896779"/>
                  </a:lnTo>
                  <a:lnTo>
                    <a:pt x="992315" y="895731"/>
                  </a:lnTo>
                  <a:lnTo>
                    <a:pt x="993553" y="894493"/>
                  </a:lnTo>
                  <a:lnTo>
                    <a:pt x="994410" y="893445"/>
                  </a:lnTo>
                  <a:lnTo>
                    <a:pt x="993934" y="893921"/>
                  </a:lnTo>
                  <a:lnTo>
                    <a:pt x="993172" y="894493"/>
                  </a:lnTo>
                  <a:lnTo>
                    <a:pt x="991838" y="895064"/>
                  </a:lnTo>
                  <a:lnTo>
                    <a:pt x="991553" y="894588"/>
                  </a:lnTo>
                  <a:lnTo>
                    <a:pt x="991362" y="894302"/>
                  </a:lnTo>
                  <a:lnTo>
                    <a:pt x="991076" y="894207"/>
                  </a:lnTo>
                  <a:lnTo>
                    <a:pt x="990695" y="894302"/>
                  </a:lnTo>
                  <a:lnTo>
                    <a:pt x="990410" y="893921"/>
                  </a:lnTo>
                  <a:lnTo>
                    <a:pt x="990028" y="893731"/>
                  </a:lnTo>
                  <a:lnTo>
                    <a:pt x="989552" y="893636"/>
                  </a:lnTo>
                  <a:lnTo>
                    <a:pt x="988981" y="893636"/>
                  </a:lnTo>
                  <a:lnTo>
                    <a:pt x="989362" y="892969"/>
                  </a:lnTo>
                  <a:lnTo>
                    <a:pt x="990028" y="892778"/>
                  </a:lnTo>
                  <a:lnTo>
                    <a:pt x="990790" y="892874"/>
                  </a:lnTo>
                  <a:lnTo>
                    <a:pt x="991457" y="893255"/>
                  </a:lnTo>
                  <a:lnTo>
                    <a:pt x="992029" y="892874"/>
                  </a:lnTo>
                  <a:lnTo>
                    <a:pt x="992219" y="892397"/>
                  </a:lnTo>
                  <a:lnTo>
                    <a:pt x="992124" y="891921"/>
                  </a:lnTo>
                  <a:lnTo>
                    <a:pt x="991838" y="891350"/>
                  </a:lnTo>
                  <a:lnTo>
                    <a:pt x="991362" y="890588"/>
                  </a:lnTo>
                  <a:lnTo>
                    <a:pt x="990981" y="890397"/>
                  </a:lnTo>
                  <a:lnTo>
                    <a:pt x="989743" y="890492"/>
                  </a:lnTo>
                  <a:lnTo>
                    <a:pt x="987266" y="890302"/>
                  </a:lnTo>
                  <a:lnTo>
                    <a:pt x="986123" y="889826"/>
                  </a:lnTo>
                  <a:lnTo>
                    <a:pt x="985552" y="888968"/>
                  </a:lnTo>
                  <a:lnTo>
                    <a:pt x="987552" y="888587"/>
                  </a:lnTo>
                  <a:lnTo>
                    <a:pt x="988600" y="888587"/>
                  </a:lnTo>
                  <a:lnTo>
                    <a:pt x="989552" y="888968"/>
                  </a:lnTo>
                  <a:lnTo>
                    <a:pt x="990219" y="887540"/>
                  </a:lnTo>
                  <a:lnTo>
                    <a:pt x="989552" y="885158"/>
                  </a:lnTo>
                  <a:lnTo>
                    <a:pt x="983837" y="872109"/>
                  </a:lnTo>
                  <a:lnTo>
                    <a:pt x="983456" y="866870"/>
                  </a:lnTo>
                  <a:lnTo>
                    <a:pt x="984980" y="862298"/>
                  </a:lnTo>
                  <a:lnTo>
                    <a:pt x="987647" y="858298"/>
                  </a:lnTo>
                  <a:lnTo>
                    <a:pt x="995363" y="850011"/>
                  </a:lnTo>
                  <a:lnTo>
                    <a:pt x="997934" y="848201"/>
                  </a:lnTo>
                  <a:lnTo>
                    <a:pt x="1002602" y="845725"/>
                  </a:lnTo>
                  <a:lnTo>
                    <a:pt x="1003173" y="845534"/>
                  </a:lnTo>
                  <a:lnTo>
                    <a:pt x="1004411" y="845534"/>
                  </a:lnTo>
                  <a:lnTo>
                    <a:pt x="1004983" y="845439"/>
                  </a:lnTo>
                  <a:lnTo>
                    <a:pt x="1005554" y="845153"/>
                  </a:lnTo>
                  <a:lnTo>
                    <a:pt x="1007555" y="845630"/>
                  </a:lnTo>
                  <a:lnTo>
                    <a:pt x="1010126" y="845153"/>
                  </a:lnTo>
                  <a:lnTo>
                    <a:pt x="1013460" y="843820"/>
                  </a:lnTo>
                  <a:lnTo>
                    <a:pt x="1016794" y="842391"/>
                  </a:lnTo>
                  <a:lnTo>
                    <a:pt x="1017270" y="842296"/>
                  </a:lnTo>
                  <a:lnTo>
                    <a:pt x="1024890" y="840200"/>
                  </a:lnTo>
                  <a:lnTo>
                    <a:pt x="1025938" y="840105"/>
                  </a:lnTo>
                  <a:lnTo>
                    <a:pt x="1028128" y="840200"/>
                  </a:lnTo>
                  <a:lnTo>
                    <a:pt x="1029176" y="839915"/>
                  </a:lnTo>
                  <a:lnTo>
                    <a:pt x="1031939" y="837914"/>
                  </a:lnTo>
                  <a:lnTo>
                    <a:pt x="1036034" y="835819"/>
                  </a:lnTo>
                  <a:lnTo>
                    <a:pt x="1037749" y="834581"/>
                  </a:lnTo>
                  <a:lnTo>
                    <a:pt x="1039082" y="833247"/>
                  </a:lnTo>
                  <a:lnTo>
                    <a:pt x="1039178" y="832961"/>
                  </a:lnTo>
                  <a:lnTo>
                    <a:pt x="1039178" y="832390"/>
                  </a:lnTo>
                  <a:lnTo>
                    <a:pt x="1039368" y="832104"/>
                  </a:lnTo>
                  <a:lnTo>
                    <a:pt x="1039559" y="832009"/>
                  </a:lnTo>
                  <a:lnTo>
                    <a:pt x="1039940" y="831914"/>
                  </a:lnTo>
                  <a:lnTo>
                    <a:pt x="1042035" y="830390"/>
                  </a:lnTo>
                  <a:lnTo>
                    <a:pt x="1042511" y="830199"/>
                  </a:lnTo>
                  <a:lnTo>
                    <a:pt x="1043178" y="829818"/>
                  </a:lnTo>
                  <a:lnTo>
                    <a:pt x="1043845" y="828770"/>
                  </a:lnTo>
                  <a:lnTo>
                    <a:pt x="1046417" y="822960"/>
                  </a:lnTo>
                  <a:lnTo>
                    <a:pt x="1047178" y="821912"/>
                  </a:lnTo>
                  <a:lnTo>
                    <a:pt x="1047369" y="821436"/>
                  </a:lnTo>
                  <a:lnTo>
                    <a:pt x="1047274" y="820865"/>
                  </a:lnTo>
                  <a:lnTo>
                    <a:pt x="1047083" y="820198"/>
                  </a:lnTo>
                  <a:lnTo>
                    <a:pt x="1046988" y="819626"/>
                  </a:lnTo>
                  <a:lnTo>
                    <a:pt x="1047274" y="819436"/>
                  </a:lnTo>
                  <a:lnTo>
                    <a:pt x="1049179" y="819436"/>
                  </a:lnTo>
                  <a:lnTo>
                    <a:pt x="1050608" y="818674"/>
                  </a:lnTo>
                  <a:lnTo>
                    <a:pt x="1052132" y="817245"/>
                  </a:lnTo>
                  <a:lnTo>
                    <a:pt x="1053370" y="815531"/>
                  </a:lnTo>
                  <a:lnTo>
                    <a:pt x="1053846" y="814007"/>
                  </a:lnTo>
                  <a:lnTo>
                    <a:pt x="1053179" y="811721"/>
                  </a:lnTo>
                  <a:lnTo>
                    <a:pt x="1051655" y="810482"/>
                  </a:lnTo>
                  <a:lnTo>
                    <a:pt x="1049655" y="809816"/>
                  </a:lnTo>
                  <a:lnTo>
                    <a:pt x="1047655" y="809435"/>
                  </a:lnTo>
                  <a:lnTo>
                    <a:pt x="1045940" y="809339"/>
                  </a:lnTo>
                  <a:lnTo>
                    <a:pt x="1045083" y="809149"/>
                  </a:lnTo>
                  <a:lnTo>
                    <a:pt x="1044226" y="808482"/>
                  </a:lnTo>
                  <a:lnTo>
                    <a:pt x="1042797" y="806863"/>
                  </a:lnTo>
                  <a:lnTo>
                    <a:pt x="1042130" y="805910"/>
                  </a:lnTo>
                  <a:lnTo>
                    <a:pt x="1041845" y="805053"/>
                  </a:lnTo>
                  <a:lnTo>
                    <a:pt x="1041273" y="800672"/>
                  </a:lnTo>
                  <a:lnTo>
                    <a:pt x="1040606" y="798290"/>
                  </a:lnTo>
                  <a:lnTo>
                    <a:pt x="1039749" y="797147"/>
                  </a:lnTo>
                  <a:lnTo>
                    <a:pt x="1039749" y="796766"/>
                  </a:lnTo>
                  <a:lnTo>
                    <a:pt x="1040892" y="796766"/>
                  </a:lnTo>
                  <a:lnTo>
                    <a:pt x="1041559" y="797433"/>
                  </a:lnTo>
                  <a:lnTo>
                    <a:pt x="1041845" y="798481"/>
                  </a:lnTo>
                  <a:lnTo>
                    <a:pt x="1041940" y="799719"/>
                  </a:lnTo>
                  <a:lnTo>
                    <a:pt x="1042130" y="800672"/>
                  </a:lnTo>
                  <a:lnTo>
                    <a:pt x="1042797" y="802767"/>
                  </a:lnTo>
                  <a:lnTo>
                    <a:pt x="1042988" y="803910"/>
                  </a:lnTo>
                  <a:lnTo>
                    <a:pt x="1043273" y="804767"/>
                  </a:lnTo>
                  <a:lnTo>
                    <a:pt x="1043940" y="805720"/>
                  </a:lnTo>
                  <a:lnTo>
                    <a:pt x="1045178" y="807149"/>
                  </a:lnTo>
                  <a:lnTo>
                    <a:pt x="1046131" y="807815"/>
                  </a:lnTo>
                  <a:lnTo>
                    <a:pt x="1046988" y="808006"/>
                  </a:lnTo>
                  <a:lnTo>
                    <a:pt x="1047845" y="807720"/>
                  </a:lnTo>
                  <a:lnTo>
                    <a:pt x="1048798" y="807149"/>
                  </a:lnTo>
                  <a:lnTo>
                    <a:pt x="1048988" y="808482"/>
                  </a:lnTo>
                  <a:lnTo>
                    <a:pt x="1050989" y="809435"/>
                  </a:lnTo>
                  <a:lnTo>
                    <a:pt x="1053465" y="810292"/>
                  </a:lnTo>
                  <a:lnTo>
                    <a:pt x="1055180" y="811244"/>
                  </a:lnTo>
                  <a:lnTo>
                    <a:pt x="1055465" y="812102"/>
                  </a:lnTo>
                  <a:lnTo>
                    <a:pt x="1055942" y="815054"/>
                  </a:lnTo>
                  <a:lnTo>
                    <a:pt x="1056418" y="816293"/>
                  </a:lnTo>
                  <a:lnTo>
                    <a:pt x="1055561" y="817721"/>
                  </a:lnTo>
                  <a:lnTo>
                    <a:pt x="1053370" y="820579"/>
                  </a:lnTo>
                  <a:lnTo>
                    <a:pt x="1052989" y="821246"/>
                  </a:lnTo>
                  <a:lnTo>
                    <a:pt x="1052608" y="822103"/>
                  </a:lnTo>
                  <a:lnTo>
                    <a:pt x="1052417" y="823055"/>
                  </a:lnTo>
                  <a:lnTo>
                    <a:pt x="1053084" y="826008"/>
                  </a:lnTo>
                  <a:lnTo>
                    <a:pt x="1052894" y="826484"/>
                  </a:lnTo>
                  <a:lnTo>
                    <a:pt x="1052798" y="827056"/>
                  </a:lnTo>
                  <a:lnTo>
                    <a:pt x="1055370" y="831723"/>
                  </a:lnTo>
                  <a:lnTo>
                    <a:pt x="1055656" y="832676"/>
                  </a:lnTo>
                  <a:lnTo>
                    <a:pt x="1055180" y="833438"/>
                  </a:lnTo>
                  <a:lnTo>
                    <a:pt x="1055656" y="834962"/>
                  </a:lnTo>
                  <a:lnTo>
                    <a:pt x="1055275" y="836295"/>
                  </a:lnTo>
                  <a:lnTo>
                    <a:pt x="1054608" y="837438"/>
                  </a:lnTo>
                  <a:lnTo>
                    <a:pt x="1054132" y="838486"/>
                  </a:lnTo>
                  <a:lnTo>
                    <a:pt x="1054227" y="839629"/>
                  </a:lnTo>
                  <a:lnTo>
                    <a:pt x="1054608" y="840962"/>
                  </a:lnTo>
                  <a:lnTo>
                    <a:pt x="1055561" y="843153"/>
                  </a:lnTo>
                  <a:lnTo>
                    <a:pt x="1056418" y="842582"/>
                  </a:lnTo>
                  <a:lnTo>
                    <a:pt x="1057085" y="843248"/>
                  </a:lnTo>
                  <a:lnTo>
                    <a:pt x="1057561" y="844487"/>
                  </a:lnTo>
                  <a:lnTo>
                    <a:pt x="1057751" y="845725"/>
                  </a:lnTo>
                  <a:lnTo>
                    <a:pt x="1058037" y="845915"/>
                  </a:lnTo>
                  <a:lnTo>
                    <a:pt x="1058704" y="845915"/>
                  </a:lnTo>
                  <a:lnTo>
                    <a:pt x="1059371" y="845820"/>
                  </a:lnTo>
                  <a:lnTo>
                    <a:pt x="1059752" y="845630"/>
                  </a:lnTo>
                  <a:lnTo>
                    <a:pt x="1060323" y="845153"/>
                  </a:lnTo>
                  <a:lnTo>
                    <a:pt x="1060609" y="845058"/>
                  </a:lnTo>
                  <a:lnTo>
                    <a:pt x="1060704" y="844868"/>
                  </a:lnTo>
                  <a:lnTo>
                    <a:pt x="1060609" y="844296"/>
                  </a:lnTo>
                  <a:lnTo>
                    <a:pt x="1060418" y="843915"/>
                  </a:lnTo>
                  <a:lnTo>
                    <a:pt x="1059752" y="843344"/>
                  </a:lnTo>
                  <a:lnTo>
                    <a:pt x="1059561" y="842867"/>
                  </a:lnTo>
                  <a:lnTo>
                    <a:pt x="1059561" y="842201"/>
                  </a:lnTo>
                  <a:lnTo>
                    <a:pt x="1060133" y="840962"/>
                  </a:lnTo>
                  <a:lnTo>
                    <a:pt x="1060228" y="840296"/>
                  </a:lnTo>
                  <a:lnTo>
                    <a:pt x="1060133" y="839057"/>
                  </a:lnTo>
                  <a:lnTo>
                    <a:pt x="1058513" y="833533"/>
                  </a:lnTo>
                  <a:lnTo>
                    <a:pt x="1058418" y="832199"/>
                  </a:lnTo>
                  <a:lnTo>
                    <a:pt x="1058990" y="832199"/>
                  </a:lnTo>
                  <a:lnTo>
                    <a:pt x="1059847" y="833152"/>
                  </a:lnTo>
                  <a:lnTo>
                    <a:pt x="1060323" y="834104"/>
                  </a:lnTo>
                  <a:lnTo>
                    <a:pt x="1060514" y="835152"/>
                  </a:lnTo>
                  <a:lnTo>
                    <a:pt x="1060609" y="841439"/>
                  </a:lnTo>
                  <a:lnTo>
                    <a:pt x="1060895" y="842772"/>
                  </a:lnTo>
                  <a:lnTo>
                    <a:pt x="1061561" y="843058"/>
                  </a:lnTo>
                  <a:lnTo>
                    <a:pt x="1062323" y="842486"/>
                  </a:lnTo>
                  <a:lnTo>
                    <a:pt x="1062895" y="841343"/>
                  </a:lnTo>
                  <a:lnTo>
                    <a:pt x="1063085" y="840581"/>
                  </a:lnTo>
                  <a:lnTo>
                    <a:pt x="1063085" y="840010"/>
                  </a:lnTo>
                  <a:lnTo>
                    <a:pt x="1062895" y="839438"/>
                  </a:lnTo>
                  <a:lnTo>
                    <a:pt x="1061942" y="838295"/>
                  </a:lnTo>
                  <a:lnTo>
                    <a:pt x="1061752" y="837724"/>
                  </a:lnTo>
                  <a:lnTo>
                    <a:pt x="1061847" y="837152"/>
                  </a:lnTo>
                  <a:lnTo>
                    <a:pt x="1062133" y="836676"/>
                  </a:lnTo>
                  <a:lnTo>
                    <a:pt x="1062419" y="837248"/>
                  </a:lnTo>
                  <a:lnTo>
                    <a:pt x="1062609" y="837914"/>
                  </a:lnTo>
                  <a:lnTo>
                    <a:pt x="1062895" y="838391"/>
                  </a:lnTo>
                  <a:lnTo>
                    <a:pt x="1063371" y="838581"/>
                  </a:lnTo>
                  <a:lnTo>
                    <a:pt x="1063847" y="838486"/>
                  </a:lnTo>
                  <a:lnTo>
                    <a:pt x="1064705" y="838010"/>
                  </a:lnTo>
                  <a:lnTo>
                    <a:pt x="1065371" y="837914"/>
                  </a:lnTo>
                  <a:lnTo>
                    <a:pt x="1064895" y="839438"/>
                  </a:lnTo>
                  <a:lnTo>
                    <a:pt x="1064895" y="841724"/>
                  </a:lnTo>
                  <a:lnTo>
                    <a:pt x="1065371" y="843439"/>
                  </a:lnTo>
                  <a:lnTo>
                    <a:pt x="1066229" y="843534"/>
                  </a:lnTo>
                  <a:lnTo>
                    <a:pt x="1067086" y="842867"/>
                  </a:lnTo>
                  <a:lnTo>
                    <a:pt x="1067943" y="842582"/>
                  </a:lnTo>
                  <a:lnTo>
                    <a:pt x="1068705" y="842105"/>
                  </a:lnTo>
                  <a:lnTo>
                    <a:pt x="1069372" y="840962"/>
                  </a:lnTo>
                  <a:lnTo>
                    <a:pt x="1069562" y="839915"/>
                  </a:lnTo>
                  <a:lnTo>
                    <a:pt x="1069372" y="839153"/>
                  </a:lnTo>
                  <a:lnTo>
                    <a:pt x="1068610" y="837533"/>
                  </a:lnTo>
                  <a:lnTo>
                    <a:pt x="1068515" y="836581"/>
                  </a:lnTo>
                  <a:lnTo>
                    <a:pt x="1068610" y="835533"/>
                  </a:lnTo>
                  <a:lnTo>
                    <a:pt x="1068800" y="834581"/>
                  </a:lnTo>
                  <a:lnTo>
                    <a:pt x="1069372" y="833533"/>
                  </a:lnTo>
                  <a:lnTo>
                    <a:pt x="1069658" y="832199"/>
                  </a:lnTo>
                  <a:lnTo>
                    <a:pt x="1070039" y="832009"/>
                  </a:lnTo>
                  <a:lnTo>
                    <a:pt x="1070420" y="832104"/>
                  </a:lnTo>
                  <a:lnTo>
                    <a:pt x="1070705" y="832009"/>
                  </a:lnTo>
                  <a:lnTo>
                    <a:pt x="1070801" y="831247"/>
                  </a:lnTo>
                  <a:lnTo>
                    <a:pt x="1070610" y="830199"/>
                  </a:lnTo>
                  <a:lnTo>
                    <a:pt x="1069848" y="828199"/>
                  </a:lnTo>
                  <a:lnTo>
                    <a:pt x="1069753" y="827151"/>
                  </a:lnTo>
                  <a:lnTo>
                    <a:pt x="1070134" y="826008"/>
                  </a:lnTo>
                  <a:lnTo>
                    <a:pt x="1070705" y="825341"/>
                  </a:lnTo>
                  <a:lnTo>
                    <a:pt x="1071086" y="824675"/>
                  </a:lnTo>
                  <a:lnTo>
                    <a:pt x="1070896" y="823627"/>
                  </a:lnTo>
                  <a:lnTo>
                    <a:pt x="1071944" y="824484"/>
                  </a:lnTo>
                  <a:lnTo>
                    <a:pt x="1071944" y="825627"/>
                  </a:lnTo>
                  <a:lnTo>
                    <a:pt x="1070896" y="827818"/>
                  </a:lnTo>
                  <a:lnTo>
                    <a:pt x="1071944" y="829247"/>
                  </a:lnTo>
                  <a:lnTo>
                    <a:pt x="1072706" y="830771"/>
                  </a:lnTo>
                  <a:lnTo>
                    <a:pt x="1072801" y="832390"/>
                  </a:lnTo>
                  <a:lnTo>
                    <a:pt x="1071753" y="834200"/>
                  </a:lnTo>
                  <a:lnTo>
                    <a:pt x="1071372" y="835438"/>
                  </a:lnTo>
                  <a:lnTo>
                    <a:pt x="1071658" y="837057"/>
                  </a:lnTo>
                  <a:lnTo>
                    <a:pt x="1072706" y="840105"/>
                  </a:lnTo>
                  <a:lnTo>
                    <a:pt x="1072325" y="840581"/>
                  </a:lnTo>
                  <a:lnTo>
                    <a:pt x="1072134" y="841153"/>
                  </a:lnTo>
                  <a:lnTo>
                    <a:pt x="1072039" y="841915"/>
                  </a:lnTo>
                  <a:lnTo>
                    <a:pt x="1072039" y="842677"/>
                  </a:lnTo>
                  <a:lnTo>
                    <a:pt x="1071944" y="843344"/>
                  </a:lnTo>
                  <a:lnTo>
                    <a:pt x="1071658" y="843725"/>
                  </a:lnTo>
                  <a:lnTo>
                    <a:pt x="1071277" y="844010"/>
                  </a:lnTo>
                  <a:lnTo>
                    <a:pt x="1070896" y="844391"/>
                  </a:lnTo>
                  <a:lnTo>
                    <a:pt x="1070515" y="845820"/>
                  </a:lnTo>
                  <a:lnTo>
                    <a:pt x="1070801" y="847058"/>
                  </a:lnTo>
                  <a:lnTo>
                    <a:pt x="1071848" y="847630"/>
                  </a:lnTo>
                  <a:lnTo>
                    <a:pt x="1073468" y="847058"/>
                  </a:lnTo>
                  <a:lnTo>
                    <a:pt x="1072991" y="846582"/>
                  </a:lnTo>
                  <a:lnTo>
                    <a:pt x="1072706" y="846011"/>
                  </a:lnTo>
                  <a:lnTo>
                    <a:pt x="1072706" y="845344"/>
                  </a:lnTo>
                  <a:lnTo>
                    <a:pt x="1072991" y="844772"/>
                  </a:lnTo>
                  <a:lnTo>
                    <a:pt x="1073468" y="845534"/>
                  </a:lnTo>
                  <a:lnTo>
                    <a:pt x="1074230" y="845915"/>
                  </a:lnTo>
                  <a:lnTo>
                    <a:pt x="1074896" y="845820"/>
                  </a:lnTo>
                  <a:lnTo>
                    <a:pt x="1075182" y="845058"/>
                  </a:lnTo>
                  <a:lnTo>
                    <a:pt x="1075182" y="842105"/>
                  </a:lnTo>
                  <a:lnTo>
                    <a:pt x="1076039" y="842772"/>
                  </a:lnTo>
                  <a:lnTo>
                    <a:pt x="1076230" y="841343"/>
                  </a:lnTo>
                  <a:lnTo>
                    <a:pt x="1075849" y="837533"/>
                  </a:lnTo>
                  <a:lnTo>
                    <a:pt x="1076230" y="837533"/>
                  </a:lnTo>
                  <a:lnTo>
                    <a:pt x="1076992" y="838010"/>
                  </a:lnTo>
                  <a:lnTo>
                    <a:pt x="1077563" y="837248"/>
                  </a:lnTo>
                  <a:lnTo>
                    <a:pt x="1077944" y="836009"/>
                  </a:lnTo>
                  <a:lnTo>
                    <a:pt x="1078040" y="834962"/>
                  </a:lnTo>
                  <a:lnTo>
                    <a:pt x="1077563" y="833342"/>
                  </a:lnTo>
                  <a:lnTo>
                    <a:pt x="1076516" y="833342"/>
                  </a:lnTo>
                  <a:lnTo>
                    <a:pt x="1075277" y="833914"/>
                  </a:lnTo>
                  <a:lnTo>
                    <a:pt x="1074420" y="834009"/>
                  </a:lnTo>
                  <a:lnTo>
                    <a:pt x="1074420" y="833723"/>
                  </a:lnTo>
                  <a:lnTo>
                    <a:pt x="1074420" y="830294"/>
                  </a:lnTo>
                  <a:lnTo>
                    <a:pt x="1074515" y="829247"/>
                  </a:lnTo>
                  <a:lnTo>
                    <a:pt x="1076135" y="824770"/>
                  </a:lnTo>
                  <a:lnTo>
                    <a:pt x="1076230" y="823722"/>
                  </a:lnTo>
                  <a:lnTo>
                    <a:pt x="1076135" y="821246"/>
                  </a:lnTo>
                  <a:lnTo>
                    <a:pt x="1076325" y="820293"/>
                  </a:lnTo>
                  <a:lnTo>
                    <a:pt x="1077278" y="818960"/>
                  </a:lnTo>
                  <a:lnTo>
                    <a:pt x="1077563" y="817912"/>
                  </a:lnTo>
                  <a:lnTo>
                    <a:pt x="1077563" y="817245"/>
                  </a:lnTo>
                  <a:lnTo>
                    <a:pt x="1077278" y="816197"/>
                  </a:lnTo>
                  <a:lnTo>
                    <a:pt x="1077182" y="814769"/>
                  </a:lnTo>
                  <a:lnTo>
                    <a:pt x="1077182" y="814388"/>
                  </a:lnTo>
                  <a:lnTo>
                    <a:pt x="1077373" y="814007"/>
                  </a:lnTo>
                  <a:lnTo>
                    <a:pt x="1077849" y="813435"/>
                  </a:lnTo>
                  <a:lnTo>
                    <a:pt x="1078040" y="812387"/>
                  </a:lnTo>
                  <a:lnTo>
                    <a:pt x="1078516" y="811435"/>
                  </a:lnTo>
                  <a:lnTo>
                    <a:pt x="1078611" y="811149"/>
                  </a:lnTo>
                  <a:lnTo>
                    <a:pt x="1078802" y="811054"/>
                  </a:lnTo>
                  <a:lnTo>
                    <a:pt x="1079087" y="810292"/>
                  </a:lnTo>
                  <a:lnTo>
                    <a:pt x="1079373" y="809435"/>
                  </a:lnTo>
                  <a:lnTo>
                    <a:pt x="1079278" y="809054"/>
                  </a:lnTo>
                  <a:lnTo>
                    <a:pt x="1080326" y="809054"/>
                  </a:lnTo>
                  <a:lnTo>
                    <a:pt x="1080516" y="810197"/>
                  </a:lnTo>
                  <a:lnTo>
                    <a:pt x="1080040" y="811530"/>
                  </a:lnTo>
                  <a:lnTo>
                    <a:pt x="1079183" y="812102"/>
                  </a:lnTo>
                  <a:lnTo>
                    <a:pt x="1078230" y="814483"/>
                  </a:lnTo>
                  <a:lnTo>
                    <a:pt x="1078230" y="815150"/>
                  </a:lnTo>
                  <a:lnTo>
                    <a:pt x="1078516" y="816388"/>
                  </a:lnTo>
                  <a:lnTo>
                    <a:pt x="1078706" y="818007"/>
                  </a:lnTo>
                  <a:lnTo>
                    <a:pt x="1078897" y="818769"/>
                  </a:lnTo>
                  <a:lnTo>
                    <a:pt x="1078897" y="819531"/>
                  </a:lnTo>
                  <a:lnTo>
                    <a:pt x="1078516" y="820579"/>
                  </a:lnTo>
                  <a:lnTo>
                    <a:pt x="1077754" y="821722"/>
                  </a:lnTo>
                  <a:lnTo>
                    <a:pt x="1077563" y="822293"/>
                  </a:lnTo>
                  <a:lnTo>
                    <a:pt x="1077468" y="823151"/>
                  </a:lnTo>
                  <a:lnTo>
                    <a:pt x="1077754" y="823722"/>
                  </a:lnTo>
                  <a:lnTo>
                    <a:pt x="1078325" y="824008"/>
                  </a:lnTo>
                  <a:lnTo>
                    <a:pt x="1079087" y="824008"/>
                  </a:lnTo>
                  <a:lnTo>
                    <a:pt x="1079659" y="823817"/>
                  </a:lnTo>
                  <a:lnTo>
                    <a:pt x="1080326" y="824294"/>
                  </a:lnTo>
                  <a:lnTo>
                    <a:pt x="1080897" y="823722"/>
                  </a:lnTo>
                  <a:lnTo>
                    <a:pt x="1081373" y="822770"/>
                  </a:lnTo>
                  <a:lnTo>
                    <a:pt x="1081564" y="822008"/>
                  </a:lnTo>
                  <a:lnTo>
                    <a:pt x="1082707" y="819912"/>
                  </a:lnTo>
                  <a:lnTo>
                    <a:pt x="1083088" y="818579"/>
                  </a:lnTo>
                  <a:lnTo>
                    <a:pt x="1082421" y="818007"/>
                  </a:lnTo>
                  <a:lnTo>
                    <a:pt x="1081469" y="817721"/>
                  </a:lnTo>
                  <a:lnTo>
                    <a:pt x="1081088" y="816959"/>
                  </a:lnTo>
                  <a:lnTo>
                    <a:pt x="1081183" y="816102"/>
                  </a:lnTo>
                  <a:lnTo>
                    <a:pt x="1081564" y="815245"/>
                  </a:lnTo>
                  <a:lnTo>
                    <a:pt x="1082135" y="814483"/>
                  </a:lnTo>
                  <a:lnTo>
                    <a:pt x="1082897" y="813816"/>
                  </a:lnTo>
                  <a:lnTo>
                    <a:pt x="1083850" y="813340"/>
                  </a:lnTo>
                  <a:lnTo>
                    <a:pt x="1084898" y="813245"/>
                  </a:lnTo>
                  <a:lnTo>
                    <a:pt x="1083183" y="814769"/>
                  </a:lnTo>
                  <a:lnTo>
                    <a:pt x="1082421" y="815721"/>
                  </a:lnTo>
                  <a:lnTo>
                    <a:pt x="1082040" y="816578"/>
                  </a:lnTo>
                  <a:lnTo>
                    <a:pt x="1082516" y="817340"/>
                  </a:lnTo>
                  <a:lnTo>
                    <a:pt x="1084517" y="818483"/>
                  </a:lnTo>
                  <a:lnTo>
                    <a:pt x="1084993" y="819626"/>
                  </a:lnTo>
                  <a:lnTo>
                    <a:pt x="1084707" y="820674"/>
                  </a:lnTo>
                  <a:lnTo>
                    <a:pt x="1084136" y="821341"/>
                  </a:lnTo>
                  <a:lnTo>
                    <a:pt x="1083374" y="821912"/>
                  </a:lnTo>
                  <a:lnTo>
                    <a:pt x="1082802" y="822579"/>
                  </a:lnTo>
                  <a:lnTo>
                    <a:pt x="1082516" y="823341"/>
                  </a:lnTo>
                  <a:lnTo>
                    <a:pt x="1082421" y="826389"/>
                  </a:lnTo>
                  <a:lnTo>
                    <a:pt x="1081373" y="829628"/>
                  </a:lnTo>
                  <a:lnTo>
                    <a:pt x="1081564" y="830390"/>
                  </a:lnTo>
                  <a:lnTo>
                    <a:pt x="1081850" y="831247"/>
                  </a:lnTo>
                  <a:lnTo>
                    <a:pt x="1080897" y="837629"/>
                  </a:lnTo>
                  <a:lnTo>
                    <a:pt x="1081088" y="838676"/>
                  </a:lnTo>
                  <a:lnTo>
                    <a:pt x="1082897" y="842582"/>
                  </a:lnTo>
                  <a:lnTo>
                    <a:pt x="1082135" y="844296"/>
                  </a:lnTo>
                  <a:lnTo>
                    <a:pt x="1083183" y="845344"/>
                  </a:lnTo>
                  <a:lnTo>
                    <a:pt x="1084993" y="845534"/>
                  </a:lnTo>
                  <a:lnTo>
                    <a:pt x="1086517" y="844868"/>
                  </a:lnTo>
                  <a:lnTo>
                    <a:pt x="1086803" y="843915"/>
                  </a:lnTo>
                  <a:lnTo>
                    <a:pt x="1086517" y="843058"/>
                  </a:lnTo>
                  <a:lnTo>
                    <a:pt x="1086041" y="842201"/>
                  </a:lnTo>
                  <a:lnTo>
                    <a:pt x="1085755" y="841153"/>
                  </a:lnTo>
                  <a:lnTo>
                    <a:pt x="1085755" y="840581"/>
                  </a:lnTo>
                  <a:lnTo>
                    <a:pt x="1085850" y="840105"/>
                  </a:lnTo>
                  <a:lnTo>
                    <a:pt x="1086136" y="839819"/>
                  </a:lnTo>
                  <a:lnTo>
                    <a:pt x="1086707" y="839724"/>
                  </a:lnTo>
                  <a:lnTo>
                    <a:pt x="1086993" y="839534"/>
                  </a:lnTo>
                  <a:lnTo>
                    <a:pt x="1087184" y="838962"/>
                  </a:lnTo>
                  <a:lnTo>
                    <a:pt x="1087469" y="837819"/>
                  </a:lnTo>
                  <a:lnTo>
                    <a:pt x="1087755" y="838772"/>
                  </a:lnTo>
                  <a:lnTo>
                    <a:pt x="1087850" y="839248"/>
                  </a:lnTo>
                  <a:lnTo>
                    <a:pt x="1087850" y="839724"/>
                  </a:lnTo>
                  <a:lnTo>
                    <a:pt x="1087660" y="839915"/>
                  </a:lnTo>
                  <a:lnTo>
                    <a:pt x="1086803" y="840677"/>
                  </a:lnTo>
                  <a:lnTo>
                    <a:pt x="1087184" y="841629"/>
                  </a:lnTo>
                  <a:lnTo>
                    <a:pt x="1088136" y="841915"/>
                  </a:lnTo>
                  <a:lnTo>
                    <a:pt x="1089184" y="841629"/>
                  </a:lnTo>
                  <a:lnTo>
                    <a:pt x="1089946" y="840867"/>
                  </a:lnTo>
                  <a:lnTo>
                    <a:pt x="1090041" y="840010"/>
                  </a:lnTo>
                  <a:lnTo>
                    <a:pt x="1089184" y="838200"/>
                  </a:lnTo>
                  <a:lnTo>
                    <a:pt x="1088898" y="837152"/>
                  </a:lnTo>
                  <a:lnTo>
                    <a:pt x="1089089" y="836295"/>
                  </a:lnTo>
                  <a:lnTo>
                    <a:pt x="1089851" y="834485"/>
                  </a:lnTo>
                  <a:lnTo>
                    <a:pt x="1090041" y="833438"/>
                  </a:lnTo>
                  <a:lnTo>
                    <a:pt x="1090422" y="833438"/>
                  </a:lnTo>
                  <a:lnTo>
                    <a:pt x="1090708" y="834485"/>
                  </a:lnTo>
                  <a:lnTo>
                    <a:pt x="1091184" y="838867"/>
                  </a:lnTo>
                  <a:lnTo>
                    <a:pt x="1091470" y="839438"/>
                  </a:lnTo>
                  <a:lnTo>
                    <a:pt x="1091756" y="839915"/>
                  </a:lnTo>
                  <a:lnTo>
                    <a:pt x="1092041" y="840105"/>
                  </a:lnTo>
                  <a:lnTo>
                    <a:pt x="1093946" y="840486"/>
                  </a:lnTo>
                  <a:lnTo>
                    <a:pt x="1096137" y="842105"/>
                  </a:lnTo>
                  <a:lnTo>
                    <a:pt x="1097471" y="842772"/>
                  </a:lnTo>
                  <a:lnTo>
                    <a:pt x="1098518" y="842582"/>
                  </a:lnTo>
                  <a:lnTo>
                    <a:pt x="1098614" y="842296"/>
                  </a:lnTo>
                  <a:lnTo>
                    <a:pt x="1098899" y="841534"/>
                  </a:lnTo>
                  <a:lnTo>
                    <a:pt x="1099185" y="841058"/>
                  </a:lnTo>
                  <a:lnTo>
                    <a:pt x="1099376" y="841439"/>
                  </a:lnTo>
                  <a:lnTo>
                    <a:pt x="1099471" y="841820"/>
                  </a:lnTo>
                  <a:lnTo>
                    <a:pt x="1099757" y="842201"/>
                  </a:lnTo>
                  <a:lnTo>
                    <a:pt x="1100233" y="842391"/>
                  </a:lnTo>
                  <a:lnTo>
                    <a:pt x="1100804" y="842391"/>
                  </a:lnTo>
                  <a:lnTo>
                    <a:pt x="1101757" y="841915"/>
                  </a:lnTo>
                  <a:lnTo>
                    <a:pt x="1102043" y="840962"/>
                  </a:lnTo>
                  <a:lnTo>
                    <a:pt x="1101852" y="838676"/>
                  </a:lnTo>
                  <a:lnTo>
                    <a:pt x="1101757" y="838486"/>
                  </a:lnTo>
                  <a:lnTo>
                    <a:pt x="1100995" y="836771"/>
                  </a:lnTo>
                  <a:lnTo>
                    <a:pt x="1099947" y="835724"/>
                  </a:lnTo>
                  <a:lnTo>
                    <a:pt x="1099757" y="835438"/>
                  </a:lnTo>
                  <a:lnTo>
                    <a:pt x="1099090" y="833342"/>
                  </a:lnTo>
                  <a:lnTo>
                    <a:pt x="1098328" y="828675"/>
                  </a:lnTo>
                  <a:lnTo>
                    <a:pt x="1097280" y="826961"/>
                  </a:lnTo>
                  <a:lnTo>
                    <a:pt x="1095851" y="825818"/>
                  </a:lnTo>
                  <a:lnTo>
                    <a:pt x="1094994" y="825341"/>
                  </a:lnTo>
                  <a:lnTo>
                    <a:pt x="1094232" y="825151"/>
                  </a:lnTo>
                  <a:lnTo>
                    <a:pt x="1093470" y="824675"/>
                  </a:lnTo>
                  <a:lnTo>
                    <a:pt x="1092803" y="823532"/>
                  </a:lnTo>
                  <a:lnTo>
                    <a:pt x="1092518" y="822198"/>
                  </a:lnTo>
                  <a:lnTo>
                    <a:pt x="1092994" y="821246"/>
                  </a:lnTo>
                  <a:lnTo>
                    <a:pt x="1093756" y="821246"/>
                  </a:lnTo>
                  <a:lnTo>
                    <a:pt x="1094042" y="822198"/>
                  </a:lnTo>
                  <a:lnTo>
                    <a:pt x="1094232" y="823341"/>
                  </a:lnTo>
                  <a:lnTo>
                    <a:pt x="1094613" y="823913"/>
                  </a:lnTo>
                  <a:lnTo>
                    <a:pt x="1095470" y="824198"/>
                  </a:lnTo>
                  <a:lnTo>
                    <a:pt x="1097185" y="825437"/>
                  </a:lnTo>
                  <a:lnTo>
                    <a:pt x="1098042" y="825913"/>
                  </a:lnTo>
                  <a:lnTo>
                    <a:pt x="1097947" y="825056"/>
                  </a:lnTo>
                  <a:lnTo>
                    <a:pt x="1098233" y="824579"/>
                  </a:lnTo>
                  <a:lnTo>
                    <a:pt x="1098804" y="824484"/>
                  </a:lnTo>
                  <a:lnTo>
                    <a:pt x="1099566" y="824865"/>
                  </a:lnTo>
                  <a:lnTo>
                    <a:pt x="1100804" y="824103"/>
                  </a:lnTo>
                  <a:lnTo>
                    <a:pt x="1101090" y="822484"/>
                  </a:lnTo>
                  <a:lnTo>
                    <a:pt x="1100614" y="818864"/>
                  </a:lnTo>
                  <a:lnTo>
                    <a:pt x="1100423" y="818198"/>
                  </a:lnTo>
                  <a:lnTo>
                    <a:pt x="1099661" y="816769"/>
                  </a:lnTo>
                  <a:lnTo>
                    <a:pt x="1099471" y="815816"/>
                  </a:lnTo>
                  <a:lnTo>
                    <a:pt x="1099661" y="814959"/>
                  </a:lnTo>
                  <a:lnTo>
                    <a:pt x="1099947" y="814292"/>
                  </a:lnTo>
                  <a:lnTo>
                    <a:pt x="1100138" y="813626"/>
                  </a:lnTo>
                  <a:lnTo>
                    <a:pt x="1099852" y="812768"/>
                  </a:lnTo>
                  <a:lnTo>
                    <a:pt x="1100709" y="813149"/>
                  </a:lnTo>
                  <a:lnTo>
                    <a:pt x="1100709" y="813149"/>
                  </a:lnTo>
                  <a:lnTo>
                    <a:pt x="1100709" y="813149"/>
                  </a:lnTo>
                  <a:lnTo>
                    <a:pt x="1100709" y="813149"/>
                  </a:lnTo>
                  <a:lnTo>
                    <a:pt x="1101662" y="812006"/>
                  </a:lnTo>
                  <a:lnTo>
                    <a:pt x="1101566" y="810673"/>
                  </a:lnTo>
                  <a:lnTo>
                    <a:pt x="1101281" y="809530"/>
                  </a:lnTo>
                  <a:lnTo>
                    <a:pt x="1100804" y="808577"/>
                  </a:lnTo>
                  <a:lnTo>
                    <a:pt x="1098518" y="805529"/>
                  </a:lnTo>
                  <a:lnTo>
                    <a:pt x="1098042" y="804386"/>
                  </a:lnTo>
                  <a:lnTo>
                    <a:pt x="1098804" y="803910"/>
                  </a:lnTo>
                  <a:lnTo>
                    <a:pt x="1097947" y="802386"/>
                  </a:lnTo>
                  <a:lnTo>
                    <a:pt x="1097661" y="801719"/>
                  </a:lnTo>
                  <a:lnTo>
                    <a:pt x="1096994" y="798671"/>
                  </a:lnTo>
                  <a:lnTo>
                    <a:pt x="1096994" y="798100"/>
                  </a:lnTo>
                  <a:lnTo>
                    <a:pt x="1097090" y="797528"/>
                  </a:lnTo>
                  <a:lnTo>
                    <a:pt x="1097566" y="796766"/>
                  </a:lnTo>
                  <a:lnTo>
                    <a:pt x="1097661" y="796290"/>
                  </a:lnTo>
                  <a:lnTo>
                    <a:pt x="1097471" y="794957"/>
                  </a:lnTo>
                  <a:lnTo>
                    <a:pt x="1096518" y="792671"/>
                  </a:lnTo>
                  <a:lnTo>
                    <a:pt x="1096042" y="790575"/>
                  </a:lnTo>
                  <a:lnTo>
                    <a:pt x="1095375" y="790099"/>
                  </a:lnTo>
                  <a:lnTo>
                    <a:pt x="1093756" y="789432"/>
                  </a:lnTo>
                  <a:lnTo>
                    <a:pt x="1094899" y="788670"/>
                  </a:lnTo>
                  <a:lnTo>
                    <a:pt x="1095185" y="787337"/>
                  </a:lnTo>
                  <a:lnTo>
                    <a:pt x="1094994" y="785813"/>
                  </a:lnTo>
                  <a:lnTo>
                    <a:pt x="1095470" y="784289"/>
                  </a:lnTo>
                  <a:lnTo>
                    <a:pt x="1094804" y="783050"/>
                  </a:lnTo>
                  <a:lnTo>
                    <a:pt x="1094613" y="781812"/>
                  </a:lnTo>
                  <a:lnTo>
                    <a:pt x="1094423" y="781050"/>
                  </a:lnTo>
                  <a:lnTo>
                    <a:pt x="1093756" y="779431"/>
                  </a:lnTo>
                  <a:lnTo>
                    <a:pt x="1093661" y="778383"/>
                  </a:lnTo>
                  <a:lnTo>
                    <a:pt x="1094042" y="777621"/>
                  </a:lnTo>
                  <a:lnTo>
                    <a:pt x="1094613" y="776859"/>
                  </a:lnTo>
                  <a:lnTo>
                    <a:pt x="1095185" y="776002"/>
                  </a:lnTo>
                  <a:lnTo>
                    <a:pt x="1095375" y="775240"/>
                  </a:lnTo>
                  <a:lnTo>
                    <a:pt x="1095566" y="774097"/>
                  </a:lnTo>
                  <a:lnTo>
                    <a:pt x="1095661" y="772954"/>
                  </a:lnTo>
                  <a:lnTo>
                    <a:pt x="1095566" y="772192"/>
                  </a:lnTo>
                  <a:lnTo>
                    <a:pt x="1094994" y="771620"/>
                  </a:lnTo>
                  <a:lnTo>
                    <a:pt x="1093565" y="771144"/>
                  </a:lnTo>
                  <a:lnTo>
                    <a:pt x="1092994" y="770382"/>
                  </a:lnTo>
                  <a:lnTo>
                    <a:pt x="1091851" y="767715"/>
                  </a:lnTo>
                  <a:lnTo>
                    <a:pt x="1091279" y="766858"/>
                  </a:lnTo>
                  <a:lnTo>
                    <a:pt x="1090232" y="765620"/>
                  </a:lnTo>
                  <a:lnTo>
                    <a:pt x="1090041" y="764953"/>
                  </a:lnTo>
                  <a:lnTo>
                    <a:pt x="1090041" y="763810"/>
                  </a:lnTo>
                  <a:lnTo>
                    <a:pt x="1090517" y="762191"/>
                  </a:lnTo>
                  <a:lnTo>
                    <a:pt x="1090613" y="759238"/>
                  </a:lnTo>
                  <a:lnTo>
                    <a:pt x="1091279" y="757809"/>
                  </a:lnTo>
                  <a:lnTo>
                    <a:pt x="1094137" y="754761"/>
                  </a:lnTo>
                  <a:lnTo>
                    <a:pt x="1095566" y="753618"/>
                  </a:lnTo>
                  <a:lnTo>
                    <a:pt x="1096042" y="753047"/>
                  </a:lnTo>
                  <a:lnTo>
                    <a:pt x="1096328" y="752475"/>
                  </a:lnTo>
                  <a:lnTo>
                    <a:pt x="1096328" y="751999"/>
                  </a:lnTo>
                  <a:lnTo>
                    <a:pt x="1096042" y="751713"/>
                  </a:lnTo>
                  <a:lnTo>
                    <a:pt x="1094613" y="751713"/>
                  </a:lnTo>
                  <a:lnTo>
                    <a:pt x="1094137" y="751618"/>
                  </a:lnTo>
                  <a:lnTo>
                    <a:pt x="1093661" y="751427"/>
                  </a:lnTo>
                  <a:lnTo>
                    <a:pt x="1089946" y="750189"/>
                  </a:lnTo>
                  <a:lnTo>
                    <a:pt x="1089089" y="749999"/>
                  </a:lnTo>
                  <a:lnTo>
                    <a:pt x="1088422" y="750094"/>
                  </a:lnTo>
                  <a:lnTo>
                    <a:pt x="1087946" y="750380"/>
                  </a:lnTo>
                  <a:lnTo>
                    <a:pt x="1087565" y="750665"/>
                  </a:lnTo>
                  <a:lnTo>
                    <a:pt x="1087184" y="750856"/>
                  </a:lnTo>
                  <a:lnTo>
                    <a:pt x="1086612" y="750856"/>
                  </a:lnTo>
                  <a:lnTo>
                    <a:pt x="1083183" y="749713"/>
                  </a:lnTo>
                  <a:lnTo>
                    <a:pt x="1082516" y="749046"/>
                  </a:lnTo>
                  <a:lnTo>
                    <a:pt x="1081945" y="747903"/>
                  </a:lnTo>
                  <a:lnTo>
                    <a:pt x="1081945" y="746665"/>
                  </a:lnTo>
                  <a:lnTo>
                    <a:pt x="1082421" y="745522"/>
                  </a:lnTo>
                  <a:lnTo>
                    <a:pt x="1083659" y="743522"/>
                  </a:lnTo>
                  <a:lnTo>
                    <a:pt x="1086231" y="736759"/>
                  </a:lnTo>
                  <a:lnTo>
                    <a:pt x="1086326" y="735521"/>
                  </a:lnTo>
                  <a:lnTo>
                    <a:pt x="1085660" y="734949"/>
                  </a:lnTo>
                  <a:lnTo>
                    <a:pt x="1084993" y="735521"/>
                  </a:lnTo>
                  <a:lnTo>
                    <a:pt x="1084326" y="736473"/>
                  </a:lnTo>
                  <a:lnTo>
                    <a:pt x="1083659" y="736759"/>
                  </a:lnTo>
                  <a:lnTo>
                    <a:pt x="1082897" y="735235"/>
                  </a:lnTo>
                  <a:lnTo>
                    <a:pt x="1082326" y="734949"/>
                  </a:lnTo>
                  <a:lnTo>
                    <a:pt x="1080802" y="733901"/>
                  </a:lnTo>
                  <a:lnTo>
                    <a:pt x="1079945" y="732949"/>
                  </a:lnTo>
                  <a:lnTo>
                    <a:pt x="1078706" y="730758"/>
                  </a:lnTo>
                  <a:lnTo>
                    <a:pt x="1077944" y="729901"/>
                  </a:lnTo>
                  <a:lnTo>
                    <a:pt x="1077563" y="729806"/>
                  </a:lnTo>
                  <a:lnTo>
                    <a:pt x="1076516" y="729901"/>
                  </a:lnTo>
                  <a:lnTo>
                    <a:pt x="1075944" y="729710"/>
                  </a:lnTo>
                  <a:lnTo>
                    <a:pt x="1075468" y="729139"/>
                  </a:lnTo>
                  <a:lnTo>
                    <a:pt x="1075468" y="728758"/>
                  </a:lnTo>
                  <a:lnTo>
                    <a:pt x="1075658" y="728377"/>
                  </a:lnTo>
                  <a:lnTo>
                    <a:pt x="1075754" y="727615"/>
                  </a:lnTo>
                  <a:lnTo>
                    <a:pt x="1075468" y="727424"/>
                  </a:lnTo>
                  <a:lnTo>
                    <a:pt x="1074896" y="727329"/>
                  </a:lnTo>
                  <a:lnTo>
                    <a:pt x="1074420" y="727043"/>
                  </a:lnTo>
                  <a:lnTo>
                    <a:pt x="1074325" y="726377"/>
                  </a:lnTo>
                  <a:lnTo>
                    <a:pt x="1075468" y="721138"/>
                  </a:lnTo>
                  <a:lnTo>
                    <a:pt x="1075373" y="720566"/>
                  </a:lnTo>
                  <a:lnTo>
                    <a:pt x="1074992" y="719709"/>
                  </a:lnTo>
                  <a:lnTo>
                    <a:pt x="1074992" y="719138"/>
                  </a:lnTo>
                  <a:lnTo>
                    <a:pt x="1075277" y="718566"/>
                  </a:lnTo>
                  <a:lnTo>
                    <a:pt x="1076039" y="717328"/>
                  </a:lnTo>
                  <a:lnTo>
                    <a:pt x="1076325" y="716661"/>
                  </a:lnTo>
                  <a:lnTo>
                    <a:pt x="1076325" y="716185"/>
                  </a:lnTo>
                  <a:lnTo>
                    <a:pt x="1076230" y="715709"/>
                  </a:lnTo>
                  <a:lnTo>
                    <a:pt x="1076135" y="715232"/>
                  </a:lnTo>
                  <a:lnTo>
                    <a:pt x="1076325" y="714661"/>
                  </a:lnTo>
                  <a:lnTo>
                    <a:pt x="1077182" y="713994"/>
                  </a:lnTo>
                  <a:lnTo>
                    <a:pt x="1078230" y="713899"/>
                  </a:lnTo>
                  <a:lnTo>
                    <a:pt x="1079278" y="713994"/>
                  </a:lnTo>
                  <a:lnTo>
                    <a:pt x="1080326" y="713804"/>
                  </a:lnTo>
                  <a:lnTo>
                    <a:pt x="1080992" y="713232"/>
                  </a:lnTo>
                  <a:lnTo>
                    <a:pt x="1082993" y="711232"/>
                  </a:lnTo>
                  <a:lnTo>
                    <a:pt x="1083469" y="710565"/>
                  </a:lnTo>
                  <a:lnTo>
                    <a:pt x="1083659" y="709517"/>
                  </a:lnTo>
                  <a:lnTo>
                    <a:pt x="1083469" y="708279"/>
                  </a:lnTo>
                  <a:lnTo>
                    <a:pt x="1083183" y="707136"/>
                  </a:lnTo>
                  <a:lnTo>
                    <a:pt x="1082802" y="706469"/>
                  </a:lnTo>
                  <a:lnTo>
                    <a:pt x="1083469" y="705326"/>
                  </a:lnTo>
                  <a:lnTo>
                    <a:pt x="1084040" y="704469"/>
                  </a:lnTo>
                  <a:lnTo>
                    <a:pt x="1084040" y="703898"/>
                  </a:lnTo>
                  <a:lnTo>
                    <a:pt x="1082802" y="703612"/>
                  </a:lnTo>
                  <a:lnTo>
                    <a:pt x="1082612" y="702850"/>
                  </a:lnTo>
                  <a:lnTo>
                    <a:pt x="1081659" y="701993"/>
                  </a:lnTo>
                  <a:lnTo>
                    <a:pt x="1081373" y="701326"/>
                  </a:lnTo>
                  <a:lnTo>
                    <a:pt x="1081469" y="700850"/>
                  </a:lnTo>
                  <a:lnTo>
                    <a:pt x="1081850" y="699611"/>
                  </a:lnTo>
                  <a:lnTo>
                    <a:pt x="1081945" y="698945"/>
                  </a:lnTo>
                  <a:lnTo>
                    <a:pt x="1081659" y="697802"/>
                  </a:lnTo>
                  <a:lnTo>
                    <a:pt x="1081659" y="697230"/>
                  </a:lnTo>
                  <a:lnTo>
                    <a:pt x="1081945" y="696563"/>
                  </a:lnTo>
                  <a:lnTo>
                    <a:pt x="1082516" y="696087"/>
                  </a:lnTo>
                  <a:lnTo>
                    <a:pt x="1083659" y="695706"/>
                  </a:lnTo>
                  <a:lnTo>
                    <a:pt x="1084517" y="695325"/>
                  </a:lnTo>
                  <a:lnTo>
                    <a:pt x="1084517" y="695325"/>
                  </a:lnTo>
                  <a:lnTo>
                    <a:pt x="1084707" y="694849"/>
                  </a:lnTo>
                  <a:lnTo>
                    <a:pt x="1085279" y="693992"/>
                  </a:lnTo>
                  <a:lnTo>
                    <a:pt x="1085469" y="693420"/>
                  </a:lnTo>
                  <a:lnTo>
                    <a:pt x="1085374" y="693230"/>
                  </a:lnTo>
                  <a:lnTo>
                    <a:pt x="1085279" y="692277"/>
                  </a:lnTo>
                  <a:lnTo>
                    <a:pt x="1085183" y="691991"/>
                  </a:lnTo>
                  <a:lnTo>
                    <a:pt x="1084898" y="689705"/>
                  </a:lnTo>
                  <a:lnTo>
                    <a:pt x="1083659" y="688086"/>
                  </a:lnTo>
                  <a:lnTo>
                    <a:pt x="1081945" y="687038"/>
                  </a:lnTo>
                  <a:lnTo>
                    <a:pt x="1080802" y="686753"/>
                  </a:lnTo>
                  <a:lnTo>
                    <a:pt x="1080230" y="688086"/>
                  </a:lnTo>
                  <a:lnTo>
                    <a:pt x="1079468" y="689324"/>
                  </a:lnTo>
                  <a:lnTo>
                    <a:pt x="1078325" y="689420"/>
                  </a:lnTo>
                  <a:lnTo>
                    <a:pt x="1075754" y="688562"/>
                  </a:lnTo>
                  <a:lnTo>
                    <a:pt x="1072325" y="688372"/>
                  </a:lnTo>
                  <a:lnTo>
                    <a:pt x="1071086" y="688086"/>
                  </a:lnTo>
                  <a:lnTo>
                    <a:pt x="1067181" y="684943"/>
                  </a:lnTo>
                  <a:lnTo>
                    <a:pt x="1053370" y="677704"/>
                  </a:lnTo>
                  <a:lnTo>
                    <a:pt x="1051846" y="677323"/>
                  </a:lnTo>
                  <a:lnTo>
                    <a:pt x="1051751" y="676942"/>
                  </a:lnTo>
                  <a:lnTo>
                    <a:pt x="1051274" y="676085"/>
                  </a:lnTo>
                  <a:lnTo>
                    <a:pt x="1050798" y="675513"/>
                  </a:lnTo>
                  <a:lnTo>
                    <a:pt x="1050608" y="675323"/>
                  </a:lnTo>
                  <a:lnTo>
                    <a:pt x="1050512" y="675037"/>
                  </a:lnTo>
                  <a:lnTo>
                    <a:pt x="1050512" y="671989"/>
                  </a:lnTo>
                  <a:lnTo>
                    <a:pt x="1050322" y="671608"/>
                  </a:lnTo>
                  <a:lnTo>
                    <a:pt x="1049560" y="670846"/>
                  </a:lnTo>
                  <a:lnTo>
                    <a:pt x="1048988" y="669703"/>
                  </a:lnTo>
                  <a:lnTo>
                    <a:pt x="1048131" y="669322"/>
                  </a:lnTo>
                  <a:lnTo>
                    <a:pt x="1047083" y="669036"/>
                  </a:lnTo>
                  <a:lnTo>
                    <a:pt x="1047369" y="667322"/>
                  </a:lnTo>
                  <a:lnTo>
                    <a:pt x="1047845" y="666274"/>
                  </a:lnTo>
                  <a:lnTo>
                    <a:pt x="1048512" y="665226"/>
                  </a:lnTo>
                  <a:lnTo>
                    <a:pt x="1048798" y="662654"/>
                  </a:lnTo>
                  <a:lnTo>
                    <a:pt x="1049369" y="662369"/>
                  </a:lnTo>
                  <a:lnTo>
                    <a:pt x="1050036" y="662273"/>
                  </a:lnTo>
                  <a:lnTo>
                    <a:pt x="1050417" y="661702"/>
                  </a:lnTo>
                  <a:lnTo>
                    <a:pt x="1050512" y="660940"/>
                  </a:lnTo>
                  <a:lnTo>
                    <a:pt x="1050703" y="660273"/>
                  </a:lnTo>
                  <a:lnTo>
                    <a:pt x="1051084" y="659892"/>
                  </a:lnTo>
                  <a:lnTo>
                    <a:pt x="1051751" y="659987"/>
                  </a:lnTo>
                  <a:lnTo>
                    <a:pt x="1052227" y="658940"/>
                  </a:lnTo>
                  <a:lnTo>
                    <a:pt x="1052989" y="658178"/>
                  </a:lnTo>
                  <a:lnTo>
                    <a:pt x="1053465" y="657416"/>
                  </a:lnTo>
                  <a:lnTo>
                    <a:pt x="1053275" y="656368"/>
                  </a:lnTo>
                  <a:lnTo>
                    <a:pt x="1052608" y="654368"/>
                  </a:lnTo>
                  <a:lnTo>
                    <a:pt x="1052322" y="653891"/>
                  </a:lnTo>
                  <a:lnTo>
                    <a:pt x="1052036" y="653606"/>
                  </a:lnTo>
                  <a:lnTo>
                    <a:pt x="1052036" y="653320"/>
                  </a:lnTo>
                  <a:lnTo>
                    <a:pt x="1054608" y="651891"/>
                  </a:lnTo>
                  <a:lnTo>
                    <a:pt x="1055561" y="651510"/>
                  </a:lnTo>
                  <a:lnTo>
                    <a:pt x="1056608" y="651605"/>
                  </a:lnTo>
                  <a:lnTo>
                    <a:pt x="1057466" y="652177"/>
                  </a:lnTo>
                  <a:lnTo>
                    <a:pt x="1058228" y="653129"/>
                  </a:lnTo>
                  <a:lnTo>
                    <a:pt x="1058704" y="654272"/>
                  </a:lnTo>
                  <a:lnTo>
                    <a:pt x="1058704" y="655320"/>
                  </a:lnTo>
                  <a:lnTo>
                    <a:pt x="1059371" y="655320"/>
                  </a:lnTo>
                  <a:lnTo>
                    <a:pt x="1061561" y="655892"/>
                  </a:lnTo>
                  <a:lnTo>
                    <a:pt x="1062419" y="655987"/>
                  </a:lnTo>
                  <a:lnTo>
                    <a:pt x="1062895" y="655606"/>
                  </a:lnTo>
                  <a:lnTo>
                    <a:pt x="1063847" y="653891"/>
                  </a:lnTo>
                  <a:lnTo>
                    <a:pt x="1065657" y="651510"/>
                  </a:lnTo>
                  <a:lnTo>
                    <a:pt x="1066324" y="650177"/>
                  </a:lnTo>
                  <a:lnTo>
                    <a:pt x="1066514" y="648653"/>
                  </a:lnTo>
                  <a:lnTo>
                    <a:pt x="1067753" y="647129"/>
                  </a:lnTo>
                  <a:lnTo>
                    <a:pt x="1068324" y="645414"/>
                  </a:lnTo>
                  <a:lnTo>
                    <a:pt x="1068800" y="641604"/>
                  </a:lnTo>
                  <a:lnTo>
                    <a:pt x="1068705" y="638366"/>
                  </a:lnTo>
                  <a:lnTo>
                    <a:pt x="1069181" y="637413"/>
                  </a:lnTo>
                  <a:lnTo>
                    <a:pt x="1070991" y="637127"/>
                  </a:lnTo>
                  <a:lnTo>
                    <a:pt x="1071848" y="637318"/>
                  </a:lnTo>
                  <a:lnTo>
                    <a:pt x="1073468" y="637985"/>
                  </a:lnTo>
                  <a:lnTo>
                    <a:pt x="1074896" y="638366"/>
                  </a:lnTo>
                  <a:lnTo>
                    <a:pt x="1075182" y="638461"/>
                  </a:lnTo>
                  <a:lnTo>
                    <a:pt x="1075468" y="638461"/>
                  </a:lnTo>
                  <a:lnTo>
                    <a:pt x="1076039" y="638366"/>
                  </a:lnTo>
                  <a:lnTo>
                    <a:pt x="1076420" y="638080"/>
                  </a:lnTo>
                  <a:lnTo>
                    <a:pt x="1077087" y="637318"/>
                  </a:lnTo>
                  <a:lnTo>
                    <a:pt x="1077563" y="637127"/>
                  </a:lnTo>
                  <a:lnTo>
                    <a:pt x="1079373" y="637127"/>
                  </a:lnTo>
                  <a:lnTo>
                    <a:pt x="1080992" y="637413"/>
                  </a:lnTo>
                  <a:lnTo>
                    <a:pt x="1084136" y="638556"/>
                  </a:lnTo>
                  <a:lnTo>
                    <a:pt x="1087279" y="638842"/>
                  </a:lnTo>
                  <a:lnTo>
                    <a:pt x="1087660" y="638556"/>
                  </a:lnTo>
                  <a:lnTo>
                    <a:pt x="1088231" y="637318"/>
                  </a:lnTo>
                  <a:lnTo>
                    <a:pt x="1088612" y="636937"/>
                  </a:lnTo>
                  <a:lnTo>
                    <a:pt x="1088993" y="636842"/>
                  </a:lnTo>
                  <a:lnTo>
                    <a:pt x="1089374" y="636937"/>
                  </a:lnTo>
                  <a:lnTo>
                    <a:pt x="1089755" y="637127"/>
                  </a:lnTo>
                  <a:lnTo>
                    <a:pt x="1093375" y="638366"/>
                  </a:lnTo>
                  <a:lnTo>
                    <a:pt x="1094708" y="638461"/>
                  </a:lnTo>
                  <a:lnTo>
                    <a:pt x="1093946" y="637223"/>
                  </a:lnTo>
                  <a:lnTo>
                    <a:pt x="1094899" y="637032"/>
                  </a:lnTo>
                  <a:lnTo>
                    <a:pt x="1095089" y="636461"/>
                  </a:lnTo>
                  <a:lnTo>
                    <a:pt x="1094899" y="635699"/>
                  </a:lnTo>
                  <a:lnTo>
                    <a:pt x="1094994" y="634937"/>
                  </a:lnTo>
                  <a:lnTo>
                    <a:pt x="1095470" y="634270"/>
                  </a:lnTo>
                  <a:lnTo>
                    <a:pt x="1097471" y="632841"/>
                  </a:lnTo>
                  <a:lnTo>
                    <a:pt x="1097852" y="632270"/>
                  </a:lnTo>
                  <a:lnTo>
                    <a:pt x="1097947" y="631698"/>
                  </a:lnTo>
                  <a:lnTo>
                    <a:pt x="1097852" y="631127"/>
                  </a:lnTo>
                  <a:lnTo>
                    <a:pt x="1097471" y="630650"/>
                  </a:lnTo>
                  <a:lnTo>
                    <a:pt x="1094899" y="630746"/>
                  </a:lnTo>
                  <a:lnTo>
                    <a:pt x="1093661" y="630555"/>
                  </a:lnTo>
                  <a:lnTo>
                    <a:pt x="1092803" y="629603"/>
                  </a:lnTo>
                  <a:lnTo>
                    <a:pt x="1092518" y="629317"/>
                  </a:lnTo>
                  <a:lnTo>
                    <a:pt x="1091375" y="629222"/>
                  </a:lnTo>
                  <a:lnTo>
                    <a:pt x="1090803" y="629126"/>
                  </a:lnTo>
                  <a:lnTo>
                    <a:pt x="1090422" y="628841"/>
                  </a:lnTo>
                  <a:lnTo>
                    <a:pt x="1089184" y="627317"/>
                  </a:lnTo>
                  <a:lnTo>
                    <a:pt x="1088993" y="626650"/>
                  </a:lnTo>
                  <a:lnTo>
                    <a:pt x="1088993" y="626078"/>
                  </a:lnTo>
                  <a:lnTo>
                    <a:pt x="1088803" y="625602"/>
                  </a:lnTo>
                  <a:lnTo>
                    <a:pt x="1088231" y="625221"/>
                  </a:lnTo>
                  <a:lnTo>
                    <a:pt x="1088231" y="624840"/>
                  </a:lnTo>
                  <a:lnTo>
                    <a:pt x="1089089" y="622745"/>
                  </a:lnTo>
                  <a:lnTo>
                    <a:pt x="1088993" y="621506"/>
                  </a:lnTo>
                  <a:lnTo>
                    <a:pt x="1088517" y="620744"/>
                  </a:lnTo>
                  <a:lnTo>
                    <a:pt x="1087850" y="620173"/>
                  </a:lnTo>
                  <a:lnTo>
                    <a:pt x="1087184" y="619411"/>
                  </a:lnTo>
                  <a:lnTo>
                    <a:pt x="1086707" y="619030"/>
                  </a:lnTo>
                  <a:lnTo>
                    <a:pt x="1085088" y="618363"/>
                  </a:lnTo>
                  <a:lnTo>
                    <a:pt x="1085088" y="619411"/>
                  </a:lnTo>
                  <a:lnTo>
                    <a:pt x="1084612" y="619697"/>
                  </a:lnTo>
                  <a:lnTo>
                    <a:pt x="1084136" y="619697"/>
                  </a:lnTo>
                  <a:lnTo>
                    <a:pt x="1083659" y="619601"/>
                  </a:lnTo>
                  <a:lnTo>
                    <a:pt x="1083278" y="619697"/>
                  </a:lnTo>
                  <a:lnTo>
                    <a:pt x="1082707" y="620173"/>
                  </a:lnTo>
                  <a:lnTo>
                    <a:pt x="1082231" y="620744"/>
                  </a:lnTo>
                  <a:lnTo>
                    <a:pt x="1081754" y="621221"/>
                  </a:lnTo>
                  <a:lnTo>
                    <a:pt x="1081088" y="621411"/>
                  </a:lnTo>
                  <a:lnTo>
                    <a:pt x="1079945" y="621125"/>
                  </a:lnTo>
                  <a:lnTo>
                    <a:pt x="1078230" y="619982"/>
                  </a:lnTo>
                  <a:lnTo>
                    <a:pt x="1077182" y="619506"/>
                  </a:lnTo>
                  <a:lnTo>
                    <a:pt x="1074896" y="619411"/>
                  </a:lnTo>
                  <a:lnTo>
                    <a:pt x="1073849" y="619220"/>
                  </a:lnTo>
                  <a:lnTo>
                    <a:pt x="1073372" y="618649"/>
                  </a:lnTo>
                  <a:lnTo>
                    <a:pt x="1072991" y="617792"/>
                  </a:lnTo>
                  <a:lnTo>
                    <a:pt x="1071563" y="616649"/>
                  </a:lnTo>
                  <a:lnTo>
                    <a:pt x="1070991" y="615506"/>
                  </a:lnTo>
                  <a:lnTo>
                    <a:pt x="1068991" y="614553"/>
                  </a:lnTo>
                  <a:lnTo>
                    <a:pt x="1068229" y="613791"/>
                  </a:lnTo>
                  <a:lnTo>
                    <a:pt x="1068038" y="610172"/>
                  </a:lnTo>
                  <a:lnTo>
                    <a:pt x="1066610" y="608648"/>
                  </a:lnTo>
                  <a:lnTo>
                    <a:pt x="1062800" y="606076"/>
                  </a:lnTo>
                  <a:lnTo>
                    <a:pt x="1059656" y="602361"/>
                  </a:lnTo>
                  <a:lnTo>
                    <a:pt x="1057942" y="601504"/>
                  </a:lnTo>
                  <a:lnTo>
                    <a:pt x="1055561" y="602171"/>
                  </a:lnTo>
                  <a:lnTo>
                    <a:pt x="1054703" y="602647"/>
                  </a:lnTo>
                  <a:lnTo>
                    <a:pt x="1053656" y="603123"/>
                  </a:lnTo>
                  <a:lnTo>
                    <a:pt x="1052703" y="603123"/>
                  </a:lnTo>
                  <a:lnTo>
                    <a:pt x="1052036" y="602361"/>
                  </a:lnTo>
                  <a:lnTo>
                    <a:pt x="1051655" y="601218"/>
                  </a:lnTo>
                  <a:lnTo>
                    <a:pt x="1051370" y="600742"/>
                  </a:lnTo>
                  <a:lnTo>
                    <a:pt x="1050512" y="599789"/>
                  </a:lnTo>
                  <a:lnTo>
                    <a:pt x="1050512" y="599313"/>
                  </a:lnTo>
                  <a:lnTo>
                    <a:pt x="1050608" y="598837"/>
                  </a:lnTo>
                  <a:lnTo>
                    <a:pt x="1050227" y="597980"/>
                  </a:lnTo>
                  <a:lnTo>
                    <a:pt x="1049846" y="595408"/>
                  </a:lnTo>
                  <a:lnTo>
                    <a:pt x="1050036" y="595122"/>
                  </a:lnTo>
                  <a:lnTo>
                    <a:pt x="1050322" y="594932"/>
                  </a:lnTo>
                  <a:lnTo>
                    <a:pt x="1050608" y="594551"/>
                  </a:lnTo>
                  <a:lnTo>
                    <a:pt x="1051560" y="591217"/>
                  </a:lnTo>
                  <a:lnTo>
                    <a:pt x="1052608" y="589312"/>
                  </a:lnTo>
                  <a:lnTo>
                    <a:pt x="1053941" y="588264"/>
                  </a:lnTo>
                  <a:lnTo>
                    <a:pt x="1054322" y="587121"/>
                  </a:lnTo>
                  <a:lnTo>
                    <a:pt x="1054227" y="586454"/>
                  </a:lnTo>
                  <a:lnTo>
                    <a:pt x="1053941" y="586169"/>
                  </a:lnTo>
                  <a:lnTo>
                    <a:pt x="1053656" y="585978"/>
                  </a:lnTo>
                  <a:lnTo>
                    <a:pt x="1053465" y="585692"/>
                  </a:lnTo>
                  <a:lnTo>
                    <a:pt x="1053370" y="585121"/>
                  </a:lnTo>
                  <a:lnTo>
                    <a:pt x="1053465" y="584835"/>
                  </a:lnTo>
                  <a:lnTo>
                    <a:pt x="1053656" y="584549"/>
                  </a:lnTo>
                  <a:lnTo>
                    <a:pt x="1054227" y="582644"/>
                  </a:lnTo>
                  <a:lnTo>
                    <a:pt x="1054703" y="581978"/>
                  </a:lnTo>
                  <a:lnTo>
                    <a:pt x="1056418" y="580835"/>
                  </a:lnTo>
                  <a:lnTo>
                    <a:pt x="1056894" y="580454"/>
                  </a:lnTo>
                  <a:lnTo>
                    <a:pt x="1057180" y="580073"/>
                  </a:lnTo>
                  <a:lnTo>
                    <a:pt x="1057561" y="579692"/>
                  </a:lnTo>
                  <a:lnTo>
                    <a:pt x="1058132" y="579501"/>
                  </a:lnTo>
                  <a:lnTo>
                    <a:pt x="1059180" y="579311"/>
                  </a:lnTo>
                  <a:lnTo>
                    <a:pt x="1062228" y="578263"/>
                  </a:lnTo>
                  <a:lnTo>
                    <a:pt x="1063181" y="577691"/>
                  </a:lnTo>
                  <a:lnTo>
                    <a:pt x="1063657" y="576834"/>
                  </a:lnTo>
                  <a:lnTo>
                    <a:pt x="1063562" y="574739"/>
                  </a:lnTo>
                  <a:lnTo>
                    <a:pt x="1063752" y="573881"/>
                  </a:lnTo>
                  <a:lnTo>
                    <a:pt x="1064514" y="572738"/>
                  </a:lnTo>
                  <a:lnTo>
                    <a:pt x="1065276" y="571976"/>
                  </a:lnTo>
                  <a:lnTo>
                    <a:pt x="1067753" y="570452"/>
                  </a:lnTo>
                  <a:lnTo>
                    <a:pt x="1068134" y="569976"/>
                  </a:lnTo>
                  <a:lnTo>
                    <a:pt x="1068419" y="569405"/>
                  </a:lnTo>
                  <a:lnTo>
                    <a:pt x="1068705" y="569119"/>
                  </a:lnTo>
                  <a:lnTo>
                    <a:pt x="1069277" y="569500"/>
                  </a:lnTo>
                  <a:lnTo>
                    <a:pt x="1069658" y="569690"/>
                  </a:lnTo>
                  <a:lnTo>
                    <a:pt x="1070134" y="569690"/>
                  </a:lnTo>
                  <a:lnTo>
                    <a:pt x="1070610" y="569595"/>
                  </a:lnTo>
                  <a:lnTo>
                    <a:pt x="1070991" y="569500"/>
                  </a:lnTo>
                  <a:lnTo>
                    <a:pt x="1072134" y="569690"/>
                  </a:lnTo>
                  <a:lnTo>
                    <a:pt x="1072039" y="568166"/>
                  </a:lnTo>
                  <a:lnTo>
                    <a:pt x="1070991" y="565023"/>
                  </a:lnTo>
                  <a:lnTo>
                    <a:pt x="1070229" y="563785"/>
                  </a:lnTo>
                  <a:lnTo>
                    <a:pt x="1068800" y="563118"/>
                  </a:lnTo>
                  <a:lnTo>
                    <a:pt x="1065752" y="562547"/>
                  </a:lnTo>
                  <a:lnTo>
                    <a:pt x="1064514" y="561975"/>
                  </a:lnTo>
                  <a:lnTo>
                    <a:pt x="1064133" y="561975"/>
                  </a:lnTo>
                  <a:lnTo>
                    <a:pt x="1063943" y="562356"/>
                  </a:lnTo>
                  <a:lnTo>
                    <a:pt x="1063752" y="563690"/>
                  </a:lnTo>
                  <a:lnTo>
                    <a:pt x="1063466" y="564071"/>
                  </a:lnTo>
                  <a:lnTo>
                    <a:pt x="1062800" y="563880"/>
                  </a:lnTo>
                  <a:lnTo>
                    <a:pt x="1062419" y="563118"/>
                  </a:lnTo>
                  <a:lnTo>
                    <a:pt x="1062323" y="562166"/>
                  </a:lnTo>
                  <a:lnTo>
                    <a:pt x="1062609" y="561404"/>
                  </a:lnTo>
                  <a:lnTo>
                    <a:pt x="1063276" y="560261"/>
                  </a:lnTo>
                  <a:lnTo>
                    <a:pt x="1064324" y="556546"/>
                  </a:lnTo>
                  <a:lnTo>
                    <a:pt x="1064705" y="555689"/>
                  </a:lnTo>
                  <a:lnTo>
                    <a:pt x="1065371" y="554641"/>
                  </a:lnTo>
                  <a:lnTo>
                    <a:pt x="1066038" y="553974"/>
                  </a:lnTo>
                  <a:lnTo>
                    <a:pt x="1066514" y="554260"/>
                  </a:lnTo>
                  <a:lnTo>
                    <a:pt x="1066610" y="555308"/>
                  </a:lnTo>
                  <a:lnTo>
                    <a:pt x="1066610" y="556546"/>
                  </a:lnTo>
                  <a:lnTo>
                    <a:pt x="1066800" y="557689"/>
                  </a:lnTo>
                  <a:lnTo>
                    <a:pt x="1067467" y="558451"/>
                  </a:lnTo>
                  <a:lnTo>
                    <a:pt x="1069372" y="559022"/>
                  </a:lnTo>
                  <a:lnTo>
                    <a:pt x="1070229" y="559403"/>
                  </a:lnTo>
                  <a:lnTo>
                    <a:pt x="1070896" y="560165"/>
                  </a:lnTo>
                  <a:lnTo>
                    <a:pt x="1071563" y="560737"/>
                  </a:lnTo>
                  <a:lnTo>
                    <a:pt x="1072134" y="561404"/>
                  </a:lnTo>
                  <a:lnTo>
                    <a:pt x="1072515" y="561785"/>
                  </a:lnTo>
                  <a:lnTo>
                    <a:pt x="1073563" y="562547"/>
                  </a:lnTo>
                  <a:lnTo>
                    <a:pt x="1074801" y="563023"/>
                  </a:lnTo>
                  <a:lnTo>
                    <a:pt x="1075277" y="563118"/>
                  </a:lnTo>
                  <a:lnTo>
                    <a:pt x="1076420" y="563118"/>
                  </a:lnTo>
                  <a:lnTo>
                    <a:pt x="1077087" y="563404"/>
                  </a:lnTo>
                  <a:lnTo>
                    <a:pt x="1077468" y="563975"/>
                  </a:lnTo>
                  <a:lnTo>
                    <a:pt x="1077754" y="564642"/>
                  </a:lnTo>
                  <a:lnTo>
                    <a:pt x="1078135" y="565214"/>
                  </a:lnTo>
                  <a:lnTo>
                    <a:pt x="1078706" y="565595"/>
                  </a:lnTo>
                  <a:lnTo>
                    <a:pt x="1079278" y="565880"/>
                  </a:lnTo>
                  <a:lnTo>
                    <a:pt x="1080516" y="566166"/>
                  </a:lnTo>
                  <a:lnTo>
                    <a:pt x="1080326" y="566642"/>
                  </a:lnTo>
                  <a:lnTo>
                    <a:pt x="1080230" y="567119"/>
                  </a:lnTo>
                  <a:lnTo>
                    <a:pt x="1080326" y="567500"/>
                  </a:lnTo>
                  <a:lnTo>
                    <a:pt x="1080802" y="567690"/>
                  </a:lnTo>
                  <a:lnTo>
                    <a:pt x="1081183" y="567881"/>
                  </a:lnTo>
                  <a:lnTo>
                    <a:pt x="1081088" y="568928"/>
                  </a:lnTo>
                  <a:lnTo>
                    <a:pt x="1081373" y="569405"/>
                  </a:lnTo>
                  <a:lnTo>
                    <a:pt x="1082612" y="569976"/>
                  </a:lnTo>
                  <a:lnTo>
                    <a:pt x="1083278" y="570548"/>
                  </a:lnTo>
                  <a:lnTo>
                    <a:pt x="1083374" y="571310"/>
                  </a:lnTo>
                  <a:lnTo>
                    <a:pt x="1082897" y="572357"/>
                  </a:lnTo>
                  <a:lnTo>
                    <a:pt x="1082231" y="572929"/>
                  </a:lnTo>
                  <a:lnTo>
                    <a:pt x="1080326" y="573881"/>
                  </a:lnTo>
                  <a:lnTo>
                    <a:pt x="1079945" y="574262"/>
                  </a:lnTo>
                  <a:lnTo>
                    <a:pt x="1080897" y="574929"/>
                  </a:lnTo>
                  <a:lnTo>
                    <a:pt x="1085374" y="573310"/>
                  </a:lnTo>
                  <a:lnTo>
                    <a:pt x="1087279" y="574072"/>
                  </a:lnTo>
                  <a:lnTo>
                    <a:pt x="1087660" y="574929"/>
                  </a:lnTo>
                  <a:lnTo>
                    <a:pt x="1088041" y="575882"/>
                  </a:lnTo>
                  <a:lnTo>
                    <a:pt x="1088517" y="576739"/>
                  </a:lnTo>
                  <a:lnTo>
                    <a:pt x="1089374" y="577120"/>
                  </a:lnTo>
                  <a:lnTo>
                    <a:pt x="1090232" y="576834"/>
                  </a:lnTo>
                  <a:lnTo>
                    <a:pt x="1090994" y="574929"/>
                  </a:lnTo>
                  <a:lnTo>
                    <a:pt x="1092041" y="574167"/>
                  </a:lnTo>
                  <a:lnTo>
                    <a:pt x="1093470" y="574453"/>
                  </a:lnTo>
                  <a:lnTo>
                    <a:pt x="1095756" y="576834"/>
                  </a:lnTo>
                  <a:lnTo>
                    <a:pt x="1097280" y="577310"/>
                  </a:lnTo>
                  <a:lnTo>
                    <a:pt x="1099566" y="576739"/>
                  </a:lnTo>
                  <a:lnTo>
                    <a:pt x="1100614" y="575977"/>
                  </a:lnTo>
                  <a:lnTo>
                    <a:pt x="1100328" y="574929"/>
                  </a:lnTo>
                  <a:lnTo>
                    <a:pt x="1099757" y="574739"/>
                  </a:lnTo>
                  <a:lnTo>
                    <a:pt x="1099090" y="574739"/>
                  </a:lnTo>
                  <a:lnTo>
                    <a:pt x="1098709" y="574358"/>
                  </a:lnTo>
                  <a:lnTo>
                    <a:pt x="1098899" y="573119"/>
                  </a:lnTo>
                  <a:lnTo>
                    <a:pt x="1098423" y="573405"/>
                  </a:lnTo>
                  <a:lnTo>
                    <a:pt x="1097947" y="573500"/>
                  </a:lnTo>
                  <a:lnTo>
                    <a:pt x="1097566" y="573310"/>
                  </a:lnTo>
                  <a:lnTo>
                    <a:pt x="1097185" y="572834"/>
                  </a:lnTo>
                  <a:lnTo>
                    <a:pt x="1096709" y="571214"/>
                  </a:lnTo>
                  <a:lnTo>
                    <a:pt x="1095375" y="570548"/>
                  </a:lnTo>
                  <a:lnTo>
                    <a:pt x="1093851" y="570071"/>
                  </a:lnTo>
                  <a:lnTo>
                    <a:pt x="1092803" y="568928"/>
                  </a:lnTo>
                  <a:lnTo>
                    <a:pt x="1092803" y="567976"/>
                  </a:lnTo>
                  <a:lnTo>
                    <a:pt x="1093280" y="566833"/>
                  </a:lnTo>
                  <a:lnTo>
                    <a:pt x="1093946" y="565880"/>
                  </a:lnTo>
                  <a:lnTo>
                    <a:pt x="1094613" y="565214"/>
                  </a:lnTo>
                  <a:lnTo>
                    <a:pt x="1095470" y="564833"/>
                  </a:lnTo>
                  <a:lnTo>
                    <a:pt x="1095947" y="564928"/>
                  </a:lnTo>
                  <a:lnTo>
                    <a:pt x="1096423" y="565404"/>
                  </a:lnTo>
                  <a:lnTo>
                    <a:pt x="1097280" y="566071"/>
                  </a:lnTo>
                  <a:lnTo>
                    <a:pt x="1097852" y="566357"/>
                  </a:lnTo>
                  <a:lnTo>
                    <a:pt x="1098614" y="567214"/>
                  </a:lnTo>
                  <a:lnTo>
                    <a:pt x="1099090" y="567595"/>
                  </a:lnTo>
                  <a:lnTo>
                    <a:pt x="1099661" y="567785"/>
                  </a:lnTo>
                  <a:lnTo>
                    <a:pt x="1100804" y="568071"/>
                  </a:lnTo>
                  <a:lnTo>
                    <a:pt x="1101281" y="568452"/>
                  </a:lnTo>
                  <a:lnTo>
                    <a:pt x="1101566" y="569119"/>
                  </a:lnTo>
                  <a:lnTo>
                    <a:pt x="1101376" y="569595"/>
                  </a:lnTo>
                  <a:lnTo>
                    <a:pt x="1101471" y="569976"/>
                  </a:lnTo>
                  <a:lnTo>
                    <a:pt x="1102328" y="570357"/>
                  </a:lnTo>
                  <a:lnTo>
                    <a:pt x="1103567" y="570738"/>
                  </a:lnTo>
                  <a:lnTo>
                    <a:pt x="1103948" y="571119"/>
                  </a:lnTo>
                  <a:lnTo>
                    <a:pt x="1103948" y="571881"/>
                  </a:lnTo>
                  <a:lnTo>
                    <a:pt x="1103471" y="572167"/>
                  </a:lnTo>
                  <a:lnTo>
                    <a:pt x="1102709" y="571786"/>
                  </a:lnTo>
                  <a:lnTo>
                    <a:pt x="1102138" y="571881"/>
                  </a:lnTo>
                  <a:lnTo>
                    <a:pt x="1102138" y="573405"/>
                  </a:lnTo>
                  <a:lnTo>
                    <a:pt x="1102519" y="574358"/>
                  </a:lnTo>
                  <a:lnTo>
                    <a:pt x="1103567" y="576072"/>
                  </a:lnTo>
                  <a:lnTo>
                    <a:pt x="1103948" y="577025"/>
                  </a:lnTo>
                  <a:lnTo>
                    <a:pt x="1104424" y="580549"/>
                  </a:lnTo>
                  <a:lnTo>
                    <a:pt x="1104805" y="581597"/>
                  </a:lnTo>
                  <a:lnTo>
                    <a:pt x="1105472" y="582359"/>
                  </a:lnTo>
                  <a:lnTo>
                    <a:pt x="1108996" y="583883"/>
                  </a:lnTo>
                  <a:lnTo>
                    <a:pt x="1109758" y="584359"/>
                  </a:lnTo>
                  <a:lnTo>
                    <a:pt x="1110329" y="585121"/>
                  </a:lnTo>
                  <a:lnTo>
                    <a:pt x="1110615" y="586264"/>
                  </a:lnTo>
                  <a:lnTo>
                    <a:pt x="1111091" y="586835"/>
                  </a:lnTo>
                  <a:lnTo>
                    <a:pt x="1112996" y="587693"/>
                  </a:lnTo>
                  <a:lnTo>
                    <a:pt x="1114235" y="589217"/>
                  </a:lnTo>
                  <a:lnTo>
                    <a:pt x="1115187" y="589883"/>
                  </a:lnTo>
                  <a:lnTo>
                    <a:pt x="1116235" y="590360"/>
                  </a:lnTo>
                  <a:lnTo>
                    <a:pt x="1117092" y="590455"/>
                  </a:lnTo>
                  <a:lnTo>
                    <a:pt x="1117949" y="589979"/>
                  </a:lnTo>
                  <a:lnTo>
                    <a:pt x="1118616" y="589407"/>
                  </a:lnTo>
                  <a:lnTo>
                    <a:pt x="1119188" y="589407"/>
                  </a:lnTo>
                  <a:lnTo>
                    <a:pt x="1119950" y="590645"/>
                  </a:lnTo>
                  <a:lnTo>
                    <a:pt x="1120235" y="590741"/>
                  </a:lnTo>
                  <a:lnTo>
                    <a:pt x="1120521" y="590741"/>
                  </a:lnTo>
                  <a:lnTo>
                    <a:pt x="1120807" y="590741"/>
                  </a:lnTo>
                  <a:lnTo>
                    <a:pt x="1121093" y="590645"/>
                  </a:lnTo>
                  <a:lnTo>
                    <a:pt x="1121093" y="590645"/>
                  </a:lnTo>
                  <a:lnTo>
                    <a:pt x="1123950" y="590360"/>
                  </a:lnTo>
                  <a:lnTo>
                    <a:pt x="1124236" y="590360"/>
                  </a:lnTo>
                  <a:lnTo>
                    <a:pt x="1124522" y="590455"/>
                  </a:lnTo>
                  <a:lnTo>
                    <a:pt x="1124807" y="590550"/>
                  </a:lnTo>
                  <a:lnTo>
                    <a:pt x="1125569" y="591884"/>
                  </a:lnTo>
                  <a:lnTo>
                    <a:pt x="1126046" y="592550"/>
                  </a:lnTo>
                  <a:lnTo>
                    <a:pt x="1126617" y="592836"/>
                  </a:lnTo>
                  <a:lnTo>
                    <a:pt x="1127284" y="592646"/>
                  </a:lnTo>
                  <a:lnTo>
                    <a:pt x="1127665" y="592074"/>
                  </a:lnTo>
                  <a:lnTo>
                    <a:pt x="1127855" y="591312"/>
                  </a:lnTo>
                  <a:lnTo>
                    <a:pt x="1127760" y="590550"/>
                  </a:lnTo>
                  <a:lnTo>
                    <a:pt x="1128236" y="588931"/>
                  </a:lnTo>
                  <a:lnTo>
                    <a:pt x="1130522" y="587026"/>
                  </a:lnTo>
                  <a:lnTo>
                    <a:pt x="1130999" y="586073"/>
                  </a:lnTo>
                  <a:lnTo>
                    <a:pt x="1130618" y="585311"/>
                  </a:lnTo>
                  <a:lnTo>
                    <a:pt x="1129951" y="585311"/>
                  </a:lnTo>
                  <a:lnTo>
                    <a:pt x="1129189" y="585407"/>
                  </a:lnTo>
                  <a:lnTo>
                    <a:pt x="1128617" y="585121"/>
                  </a:lnTo>
                  <a:lnTo>
                    <a:pt x="1128617" y="584454"/>
                  </a:lnTo>
                  <a:lnTo>
                    <a:pt x="1129189" y="583978"/>
                  </a:lnTo>
                  <a:lnTo>
                    <a:pt x="1129951" y="583597"/>
                  </a:lnTo>
                  <a:lnTo>
                    <a:pt x="1130522" y="583216"/>
                  </a:lnTo>
                  <a:lnTo>
                    <a:pt x="1129570" y="583121"/>
                  </a:lnTo>
                  <a:lnTo>
                    <a:pt x="1128713" y="582740"/>
                  </a:lnTo>
                  <a:lnTo>
                    <a:pt x="1128332" y="581978"/>
                  </a:lnTo>
                  <a:lnTo>
                    <a:pt x="1128903" y="580930"/>
                  </a:lnTo>
                  <a:lnTo>
                    <a:pt x="1129284" y="580644"/>
                  </a:lnTo>
                  <a:lnTo>
                    <a:pt x="1129665" y="580454"/>
                  </a:lnTo>
                  <a:lnTo>
                    <a:pt x="1130046" y="580454"/>
                  </a:lnTo>
                  <a:lnTo>
                    <a:pt x="1131094" y="580739"/>
                  </a:lnTo>
                  <a:lnTo>
                    <a:pt x="1131094" y="580454"/>
                  </a:lnTo>
                  <a:lnTo>
                    <a:pt x="1130713" y="579787"/>
                  </a:lnTo>
                  <a:lnTo>
                    <a:pt x="1130618" y="577977"/>
                  </a:lnTo>
                  <a:lnTo>
                    <a:pt x="1130999" y="577501"/>
                  </a:lnTo>
                  <a:lnTo>
                    <a:pt x="1132142" y="577120"/>
                  </a:lnTo>
                  <a:lnTo>
                    <a:pt x="1133094" y="577310"/>
                  </a:lnTo>
                  <a:lnTo>
                    <a:pt x="1133380" y="578168"/>
                  </a:lnTo>
                  <a:lnTo>
                    <a:pt x="1133380" y="579406"/>
                  </a:lnTo>
                  <a:lnTo>
                    <a:pt x="1133380" y="580644"/>
                  </a:lnTo>
                  <a:lnTo>
                    <a:pt x="1133285" y="580835"/>
                  </a:lnTo>
                  <a:lnTo>
                    <a:pt x="1133380" y="580930"/>
                  </a:lnTo>
                  <a:lnTo>
                    <a:pt x="1134047" y="581216"/>
                  </a:lnTo>
                  <a:lnTo>
                    <a:pt x="1134428" y="581311"/>
                  </a:lnTo>
                  <a:lnTo>
                    <a:pt x="1135475" y="581216"/>
                  </a:lnTo>
                  <a:lnTo>
                    <a:pt x="1135952" y="581216"/>
                  </a:lnTo>
                  <a:lnTo>
                    <a:pt x="1136618" y="581692"/>
                  </a:lnTo>
                  <a:lnTo>
                    <a:pt x="1136904" y="582549"/>
                  </a:lnTo>
                  <a:lnTo>
                    <a:pt x="1137095" y="583502"/>
                  </a:lnTo>
                  <a:lnTo>
                    <a:pt x="1137476" y="584264"/>
                  </a:lnTo>
                  <a:lnTo>
                    <a:pt x="1138142" y="585216"/>
                  </a:lnTo>
                  <a:lnTo>
                    <a:pt x="1138238" y="585978"/>
                  </a:lnTo>
                  <a:lnTo>
                    <a:pt x="1138142" y="586740"/>
                  </a:lnTo>
                  <a:lnTo>
                    <a:pt x="1138238" y="587788"/>
                  </a:lnTo>
                  <a:lnTo>
                    <a:pt x="1138523" y="588359"/>
                  </a:lnTo>
                  <a:lnTo>
                    <a:pt x="1139571" y="589788"/>
                  </a:lnTo>
                  <a:lnTo>
                    <a:pt x="1139952" y="590550"/>
                  </a:lnTo>
                  <a:lnTo>
                    <a:pt x="1140238" y="590931"/>
                  </a:lnTo>
                  <a:lnTo>
                    <a:pt x="1140524" y="591026"/>
                  </a:lnTo>
                  <a:lnTo>
                    <a:pt x="1140905" y="590836"/>
                  </a:lnTo>
                  <a:lnTo>
                    <a:pt x="1141286" y="590455"/>
                  </a:lnTo>
                  <a:lnTo>
                    <a:pt x="1141286" y="590455"/>
                  </a:lnTo>
                  <a:lnTo>
                    <a:pt x="1141286" y="590455"/>
                  </a:lnTo>
                  <a:lnTo>
                    <a:pt x="1141381" y="590455"/>
                  </a:lnTo>
                  <a:lnTo>
                    <a:pt x="1141476" y="590455"/>
                  </a:lnTo>
                  <a:lnTo>
                    <a:pt x="1141571" y="590455"/>
                  </a:lnTo>
                  <a:lnTo>
                    <a:pt x="1141667" y="590550"/>
                  </a:lnTo>
                  <a:lnTo>
                    <a:pt x="1142333" y="591503"/>
                  </a:lnTo>
                  <a:lnTo>
                    <a:pt x="1142143" y="592265"/>
                  </a:lnTo>
                  <a:lnTo>
                    <a:pt x="1141381" y="592836"/>
                  </a:lnTo>
                  <a:lnTo>
                    <a:pt x="1140333" y="593217"/>
                  </a:lnTo>
                  <a:lnTo>
                    <a:pt x="1141286" y="593789"/>
                  </a:lnTo>
                  <a:lnTo>
                    <a:pt x="1142143" y="593884"/>
                  </a:lnTo>
                  <a:lnTo>
                    <a:pt x="1142524" y="594170"/>
                  </a:lnTo>
                  <a:lnTo>
                    <a:pt x="1142333" y="595598"/>
                  </a:lnTo>
                  <a:lnTo>
                    <a:pt x="1140047" y="599599"/>
                  </a:lnTo>
                  <a:lnTo>
                    <a:pt x="1139857" y="601028"/>
                  </a:lnTo>
                  <a:lnTo>
                    <a:pt x="1140809" y="606266"/>
                  </a:lnTo>
                  <a:lnTo>
                    <a:pt x="1142048" y="609219"/>
                  </a:lnTo>
                  <a:lnTo>
                    <a:pt x="1142619" y="611505"/>
                  </a:lnTo>
                  <a:lnTo>
                    <a:pt x="1142143" y="615601"/>
                  </a:lnTo>
                  <a:lnTo>
                    <a:pt x="1142048" y="619982"/>
                  </a:lnTo>
                  <a:lnTo>
                    <a:pt x="1141286" y="622840"/>
                  </a:lnTo>
                  <a:lnTo>
                    <a:pt x="1140905" y="624364"/>
                  </a:lnTo>
                  <a:lnTo>
                    <a:pt x="1140809" y="624935"/>
                  </a:lnTo>
                  <a:lnTo>
                    <a:pt x="1140619" y="626555"/>
                  </a:lnTo>
                  <a:lnTo>
                    <a:pt x="1140809" y="628555"/>
                  </a:lnTo>
                  <a:lnTo>
                    <a:pt x="1141286" y="630650"/>
                  </a:lnTo>
                  <a:lnTo>
                    <a:pt x="1141857" y="631793"/>
                  </a:lnTo>
                  <a:lnTo>
                    <a:pt x="1142714" y="631984"/>
                  </a:lnTo>
                  <a:lnTo>
                    <a:pt x="1144619" y="631222"/>
                  </a:lnTo>
                  <a:lnTo>
                    <a:pt x="1146620" y="631127"/>
                  </a:lnTo>
                  <a:lnTo>
                    <a:pt x="1158335" y="636080"/>
                  </a:lnTo>
                  <a:lnTo>
                    <a:pt x="1166622" y="637889"/>
                  </a:lnTo>
                  <a:lnTo>
                    <a:pt x="1170718" y="639604"/>
                  </a:lnTo>
                  <a:lnTo>
                    <a:pt x="1172528" y="639699"/>
                  </a:lnTo>
                  <a:lnTo>
                    <a:pt x="1177862" y="638556"/>
                  </a:lnTo>
                  <a:lnTo>
                    <a:pt x="1182148" y="638937"/>
                  </a:lnTo>
                  <a:lnTo>
                    <a:pt x="1184243" y="638366"/>
                  </a:lnTo>
                  <a:lnTo>
                    <a:pt x="1185005" y="638366"/>
                  </a:lnTo>
                  <a:lnTo>
                    <a:pt x="1185577" y="638556"/>
                  </a:lnTo>
                  <a:lnTo>
                    <a:pt x="1186720" y="639032"/>
                  </a:lnTo>
                  <a:lnTo>
                    <a:pt x="1188720" y="639413"/>
                  </a:lnTo>
                  <a:lnTo>
                    <a:pt x="1189196" y="639413"/>
                  </a:lnTo>
                  <a:lnTo>
                    <a:pt x="1189482" y="639223"/>
                  </a:lnTo>
                  <a:lnTo>
                    <a:pt x="1190054" y="638651"/>
                  </a:lnTo>
                  <a:lnTo>
                    <a:pt x="1190339" y="638461"/>
                  </a:lnTo>
                  <a:lnTo>
                    <a:pt x="1191197" y="638556"/>
                  </a:lnTo>
                  <a:lnTo>
                    <a:pt x="1191863" y="638937"/>
                  </a:lnTo>
                  <a:lnTo>
                    <a:pt x="1192530" y="639413"/>
                  </a:lnTo>
                  <a:lnTo>
                    <a:pt x="1193292" y="639794"/>
                  </a:lnTo>
                  <a:lnTo>
                    <a:pt x="1194721" y="639985"/>
                  </a:lnTo>
                  <a:lnTo>
                    <a:pt x="1200626" y="639223"/>
                  </a:lnTo>
                  <a:lnTo>
                    <a:pt x="1201103" y="639128"/>
                  </a:lnTo>
                  <a:lnTo>
                    <a:pt x="1202817" y="638556"/>
                  </a:lnTo>
                  <a:lnTo>
                    <a:pt x="1211294" y="637223"/>
                  </a:lnTo>
                  <a:lnTo>
                    <a:pt x="1214247" y="637318"/>
                  </a:lnTo>
                  <a:lnTo>
                    <a:pt x="1214914" y="637223"/>
                  </a:lnTo>
                  <a:lnTo>
                    <a:pt x="1216057" y="636651"/>
                  </a:lnTo>
                  <a:lnTo>
                    <a:pt x="1216628" y="636651"/>
                  </a:lnTo>
                  <a:lnTo>
                    <a:pt x="1219200" y="637985"/>
                  </a:lnTo>
                  <a:lnTo>
                    <a:pt x="1227011" y="640366"/>
                  </a:lnTo>
                  <a:lnTo>
                    <a:pt x="1229106" y="640556"/>
                  </a:lnTo>
                  <a:lnTo>
                    <a:pt x="1229582" y="640461"/>
                  </a:lnTo>
                  <a:lnTo>
                    <a:pt x="1230630" y="640080"/>
                  </a:lnTo>
                  <a:lnTo>
                    <a:pt x="1231202" y="639985"/>
                  </a:lnTo>
                  <a:lnTo>
                    <a:pt x="1231868" y="639794"/>
                  </a:lnTo>
                  <a:lnTo>
                    <a:pt x="1232726" y="639032"/>
                  </a:lnTo>
                  <a:lnTo>
                    <a:pt x="1233202" y="638842"/>
                  </a:lnTo>
                  <a:lnTo>
                    <a:pt x="1234154" y="638937"/>
                  </a:lnTo>
                  <a:lnTo>
                    <a:pt x="1234535" y="639413"/>
                  </a:lnTo>
                  <a:lnTo>
                    <a:pt x="1234916" y="640080"/>
                  </a:lnTo>
                  <a:lnTo>
                    <a:pt x="1235774" y="640747"/>
                  </a:lnTo>
                  <a:lnTo>
                    <a:pt x="1236631" y="640937"/>
                  </a:lnTo>
                  <a:lnTo>
                    <a:pt x="1237964" y="641033"/>
                  </a:lnTo>
                  <a:lnTo>
                    <a:pt x="1239203" y="640842"/>
                  </a:lnTo>
                  <a:lnTo>
                    <a:pt x="1239774" y="640271"/>
                  </a:lnTo>
                  <a:lnTo>
                    <a:pt x="1240060" y="639318"/>
                  </a:lnTo>
                  <a:lnTo>
                    <a:pt x="1240631" y="639318"/>
                  </a:lnTo>
                  <a:lnTo>
                    <a:pt x="1241298" y="639699"/>
                  </a:lnTo>
                  <a:lnTo>
                    <a:pt x="1241774" y="639794"/>
                  </a:lnTo>
                  <a:lnTo>
                    <a:pt x="1242155" y="639509"/>
                  </a:lnTo>
                  <a:lnTo>
                    <a:pt x="1242441" y="638842"/>
                  </a:lnTo>
                  <a:lnTo>
                    <a:pt x="1242822" y="638556"/>
                  </a:lnTo>
                  <a:lnTo>
                    <a:pt x="1243584" y="638461"/>
                  </a:lnTo>
                  <a:lnTo>
                    <a:pt x="1246156" y="638651"/>
                  </a:lnTo>
                  <a:lnTo>
                    <a:pt x="1251776" y="637889"/>
                  </a:lnTo>
                  <a:lnTo>
                    <a:pt x="1254728" y="638366"/>
                  </a:lnTo>
                  <a:lnTo>
                    <a:pt x="1255681" y="638080"/>
                  </a:lnTo>
                  <a:lnTo>
                    <a:pt x="1257110" y="637604"/>
                  </a:lnTo>
                  <a:lnTo>
                    <a:pt x="1258824" y="637699"/>
                  </a:lnTo>
                  <a:lnTo>
                    <a:pt x="1260539" y="638080"/>
                  </a:lnTo>
                  <a:lnTo>
                    <a:pt x="1261967" y="638651"/>
                  </a:lnTo>
                  <a:lnTo>
                    <a:pt x="1262348" y="638937"/>
                  </a:lnTo>
                  <a:lnTo>
                    <a:pt x="1262825" y="639794"/>
                  </a:lnTo>
                  <a:lnTo>
                    <a:pt x="1263110" y="640080"/>
                  </a:lnTo>
                  <a:lnTo>
                    <a:pt x="1263491" y="640175"/>
                  </a:lnTo>
                  <a:lnTo>
                    <a:pt x="1264253" y="640175"/>
                  </a:lnTo>
                  <a:lnTo>
                    <a:pt x="1264634" y="640461"/>
                  </a:lnTo>
                  <a:lnTo>
                    <a:pt x="1264920" y="640556"/>
                  </a:lnTo>
                  <a:lnTo>
                    <a:pt x="1265682" y="640366"/>
                  </a:lnTo>
                  <a:lnTo>
                    <a:pt x="1266063" y="640461"/>
                  </a:lnTo>
                  <a:lnTo>
                    <a:pt x="1266444" y="640747"/>
                  </a:lnTo>
                  <a:lnTo>
                    <a:pt x="1267206" y="641795"/>
                  </a:lnTo>
                  <a:lnTo>
                    <a:pt x="1267968" y="642461"/>
                  </a:lnTo>
                  <a:lnTo>
                    <a:pt x="1268635" y="642938"/>
                  </a:lnTo>
                  <a:lnTo>
                    <a:pt x="1269302" y="643223"/>
                  </a:lnTo>
                  <a:lnTo>
                    <a:pt x="1270254" y="643509"/>
                  </a:lnTo>
                  <a:lnTo>
                    <a:pt x="1273016" y="643890"/>
                  </a:lnTo>
                  <a:lnTo>
                    <a:pt x="1273493" y="644271"/>
                  </a:lnTo>
                  <a:lnTo>
                    <a:pt x="1274350" y="645509"/>
                  </a:lnTo>
                  <a:lnTo>
                    <a:pt x="1275874" y="646176"/>
                  </a:lnTo>
                  <a:lnTo>
                    <a:pt x="1277207" y="646938"/>
                  </a:lnTo>
                  <a:lnTo>
                    <a:pt x="1277493" y="648557"/>
                  </a:lnTo>
                  <a:lnTo>
                    <a:pt x="1277493" y="648557"/>
                  </a:lnTo>
                  <a:lnTo>
                    <a:pt x="1277493" y="648557"/>
                  </a:lnTo>
                  <a:lnTo>
                    <a:pt x="1277874" y="648653"/>
                  </a:lnTo>
                  <a:lnTo>
                    <a:pt x="1278827" y="649034"/>
                  </a:lnTo>
                  <a:lnTo>
                    <a:pt x="1278827" y="649034"/>
                  </a:lnTo>
                  <a:lnTo>
                    <a:pt x="1278827" y="649224"/>
                  </a:lnTo>
                  <a:lnTo>
                    <a:pt x="1278827" y="649224"/>
                  </a:lnTo>
                  <a:lnTo>
                    <a:pt x="1280541" y="650462"/>
                  </a:lnTo>
                  <a:lnTo>
                    <a:pt x="1280541" y="650462"/>
                  </a:lnTo>
                  <a:lnTo>
                    <a:pt x="1281017" y="650748"/>
                  </a:lnTo>
                  <a:lnTo>
                    <a:pt x="1281017" y="650748"/>
                  </a:lnTo>
                  <a:lnTo>
                    <a:pt x="1281208" y="651034"/>
                  </a:lnTo>
                  <a:lnTo>
                    <a:pt x="1281208" y="651034"/>
                  </a:lnTo>
                  <a:lnTo>
                    <a:pt x="1280827" y="651415"/>
                  </a:lnTo>
                  <a:lnTo>
                    <a:pt x="1280827" y="651415"/>
                  </a:lnTo>
                  <a:lnTo>
                    <a:pt x="1280827" y="651415"/>
                  </a:lnTo>
                  <a:lnTo>
                    <a:pt x="1282160" y="651986"/>
                  </a:lnTo>
                  <a:lnTo>
                    <a:pt x="1282160" y="651986"/>
                  </a:lnTo>
                  <a:lnTo>
                    <a:pt x="1282637" y="652463"/>
                  </a:lnTo>
                  <a:lnTo>
                    <a:pt x="1283018" y="653415"/>
                  </a:lnTo>
                  <a:lnTo>
                    <a:pt x="1283018" y="653415"/>
                  </a:lnTo>
                  <a:lnTo>
                    <a:pt x="1283208" y="654463"/>
                  </a:lnTo>
                  <a:lnTo>
                    <a:pt x="1283018" y="655130"/>
                  </a:lnTo>
                  <a:lnTo>
                    <a:pt x="1282256" y="656273"/>
                  </a:lnTo>
                  <a:lnTo>
                    <a:pt x="1280351" y="656749"/>
                  </a:lnTo>
                  <a:lnTo>
                    <a:pt x="1277112" y="657797"/>
                  </a:lnTo>
                  <a:lnTo>
                    <a:pt x="1276636" y="657701"/>
                  </a:lnTo>
                  <a:lnTo>
                    <a:pt x="1276255" y="657511"/>
                  </a:lnTo>
                  <a:lnTo>
                    <a:pt x="1276255" y="657511"/>
                  </a:lnTo>
                  <a:lnTo>
                    <a:pt x="1276064" y="657225"/>
                  </a:lnTo>
                  <a:lnTo>
                    <a:pt x="1276064" y="657225"/>
                  </a:lnTo>
                  <a:lnTo>
                    <a:pt x="1275969" y="656844"/>
                  </a:lnTo>
                  <a:lnTo>
                    <a:pt x="1275969" y="656844"/>
                  </a:lnTo>
                  <a:lnTo>
                    <a:pt x="1272445" y="654653"/>
                  </a:lnTo>
                  <a:lnTo>
                    <a:pt x="1272445" y="654653"/>
                  </a:lnTo>
                  <a:lnTo>
                    <a:pt x="1270445" y="653987"/>
                  </a:lnTo>
                  <a:lnTo>
                    <a:pt x="1268921" y="654653"/>
                  </a:lnTo>
                  <a:lnTo>
                    <a:pt x="1268635" y="655606"/>
                  </a:lnTo>
                  <a:lnTo>
                    <a:pt x="1268825" y="656654"/>
                  </a:lnTo>
                  <a:lnTo>
                    <a:pt x="1268825" y="656654"/>
                  </a:lnTo>
                  <a:lnTo>
                    <a:pt x="1269492" y="658463"/>
                  </a:lnTo>
                  <a:lnTo>
                    <a:pt x="1269492" y="658463"/>
                  </a:lnTo>
                  <a:lnTo>
                    <a:pt x="1269587" y="659416"/>
                  </a:lnTo>
                  <a:lnTo>
                    <a:pt x="1269587" y="660273"/>
                  </a:lnTo>
                  <a:lnTo>
                    <a:pt x="1269397" y="661130"/>
                  </a:lnTo>
                  <a:lnTo>
                    <a:pt x="1266730" y="668655"/>
                  </a:lnTo>
                  <a:lnTo>
                    <a:pt x="1266254" y="670941"/>
                  </a:lnTo>
                  <a:lnTo>
                    <a:pt x="1265968" y="672941"/>
                  </a:lnTo>
                  <a:lnTo>
                    <a:pt x="1265682" y="673799"/>
                  </a:lnTo>
                  <a:lnTo>
                    <a:pt x="1265111" y="674656"/>
                  </a:lnTo>
                  <a:lnTo>
                    <a:pt x="1264920" y="674751"/>
                  </a:lnTo>
                  <a:lnTo>
                    <a:pt x="1264349" y="675227"/>
                  </a:lnTo>
                  <a:lnTo>
                    <a:pt x="1263587" y="675704"/>
                  </a:lnTo>
                  <a:lnTo>
                    <a:pt x="1262920" y="676370"/>
                  </a:lnTo>
                  <a:lnTo>
                    <a:pt x="1262634" y="677513"/>
                  </a:lnTo>
                  <a:lnTo>
                    <a:pt x="1262920" y="681038"/>
                  </a:lnTo>
                  <a:lnTo>
                    <a:pt x="1262729" y="682657"/>
                  </a:lnTo>
                  <a:lnTo>
                    <a:pt x="1261682" y="684086"/>
                  </a:lnTo>
                  <a:lnTo>
                    <a:pt x="1260348" y="684657"/>
                  </a:lnTo>
                  <a:lnTo>
                    <a:pt x="1258824" y="684752"/>
                  </a:lnTo>
                  <a:lnTo>
                    <a:pt x="1254443" y="684371"/>
                  </a:lnTo>
                  <a:lnTo>
                    <a:pt x="1254347" y="685038"/>
                  </a:lnTo>
                  <a:lnTo>
                    <a:pt x="1255490" y="686943"/>
                  </a:lnTo>
                  <a:lnTo>
                    <a:pt x="1255490" y="687705"/>
                  </a:lnTo>
                  <a:lnTo>
                    <a:pt x="1254443" y="687324"/>
                  </a:lnTo>
                  <a:lnTo>
                    <a:pt x="1253300" y="686562"/>
                  </a:lnTo>
                  <a:lnTo>
                    <a:pt x="1252823" y="686086"/>
                  </a:lnTo>
                  <a:lnTo>
                    <a:pt x="1251680" y="686467"/>
                  </a:lnTo>
                  <a:lnTo>
                    <a:pt x="1251490" y="687515"/>
                  </a:lnTo>
                  <a:lnTo>
                    <a:pt x="1252061" y="689801"/>
                  </a:lnTo>
                  <a:lnTo>
                    <a:pt x="1252061" y="690944"/>
                  </a:lnTo>
                  <a:lnTo>
                    <a:pt x="1250918" y="695801"/>
                  </a:lnTo>
                  <a:lnTo>
                    <a:pt x="1250537" y="696849"/>
                  </a:lnTo>
                  <a:lnTo>
                    <a:pt x="1249871" y="697230"/>
                  </a:lnTo>
                  <a:lnTo>
                    <a:pt x="1248823" y="696944"/>
                  </a:lnTo>
                  <a:lnTo>
                    <a:pt x="1247204" y="695325"/>
                  </a:lnTo>
                  <a:lnTo>
                    <a:pt x="1247108" y="694849"/>
                  </a:lnTo>
                  <a:lnTo>
                    <a:pt x="1247013" y="693515"/>
                  </a:lnTo>
                  <a:lnTo>
                    <a:pt x="1246823" y="693134"/>
                  </a:lnTo>
                  <a:lnTo>
                    <a:pt x="1246251" y="693134"/>
                  </a:lnTo>
                  <a:lnTo>
                    <a:pt x="1242917" y="692372"/>
                  </a:lnTo>
                  <a:lnTo>
                    <a:pt x="1242346" y="693134"/>
                  </a:lnTo>
                  <a:lnTo>
                    <a:pt x="1242536" y="694182"/>
                  </a:lnTo>
                  <a:lnTo>
                    <a:pt x="1242822" y="695325"/>
                  </a:lnTo>
                  <a:lnTo>
                    <a:pt x="1242822" y="696278"/>
                  </a:lnTo>
                  <a:lnTo>
                    <a:pt x="1242251" y="697135"/>
                  </a:lnTo>
                  <a:lnTo>
                    <a:pt x="1241298" y="697516"/>
                  </a:lnTo>
                  <a:lnTo>
                    <a:pt x="1240250" y="697421"/>
                  </a:lnTo>
                  <a:lnTo>
                    <a:pt x="1239298" y="696849"/>
                  </a:lnTo>
                  <a:lnTo>
                    <a:pt x="1238822" y="695992"/>
                  </a:lnTo>
                  <a:lnTo>
                    <a:pt x="1237869" y="693706"/>
                  </a:lnTo>
                  <a:lnTo>
                    <a:pt x="1237298" y="693515"/>
                  </a:lnTo>
                  <a:lnTo>
                    <a:pt x="1237012" y="694182"/>
                  </a:lnTo>
                  <a:lnTo>
                    <a:pt x="1236440" y="697802"/>
                  </a:lnTo>
                  <a:lnTo>
                    <a:pt x="1236059" y="699040"/>
                  </a:lnTo>
                  <a:lnTo>
                    <a:pt x="1235583" y="699802"/>
                  </a:lnTo>
                  <a:lnTo>
                    <a:pt x="1234821" y="700278"/>
                  </a:lnTo>
                  <a:lnTo>
                    <a:pt x="1233583" y="700659"/>
                  </a:lnTo>
                  <a:lnTo>
                    <a:pt x="1231392" y="700945"/>
                  </a:lnTo>
                  <a:lnTo>
                    <a:pt x="1229392" y="700754"/>
                  </a:lnTo>
                  <a:lnTo>
                    <a:pt x="1225391" y="699897"/>
                  </a:lnTo>
                  <a:lnTo>
                    <a:pt x="1223201" y="700088"/>
                  </a:lnTo>
                  <a:lnTo>
                    <a:pt x="1222534" y="701516"/>
                  </a:lnTo>
                  <a:lnTo>
                    <a:pt x="1222439" y="703707"/>
                  </a:lnTo>
                  <a:lnTo>
                    <a:pt x="1221867" y="706088"/>
                  </a:lnTo>
                  <a:lnTo>
                    <a:pt x="1221200" y="706469"/>
                  </a:lnTo>
                  <a:lnTo>
                    <a:pt x="1220629" y="706374"/>
                  </a:lnTo>
                  <a:lnTo>
                    <a:pt x="1220248" y="706184"/>
                  </a:lnTo>
                  <a:lnTo>
                    <a:pt x="1220057" y="706088"/>
                  </a:lnTo>
                  <a:lnTo>
                    <a:pt x="1219391" y="705993"/>
                  </a:lnTo>
                  <a:lnTo>
                    <a:pt x="1218438" y="706374"/>
                  </a:lnTo>
                  <a:lnTo>
                    <a:pt x="1217771" y="707041"/>
                  </a:lnTo>
                  <a:lnTo>
                    <a:pt x="1217200" y="707803"/>
                  </a:lnTo>
                  <a:lnTo>
                    <a:pt x="1215390" y="710946"/>
                  </a:lnTo>
                  <a:lnTo>
                    <a:pt x="1215200" y="711708"/>
                  </a:lnTo>
                  <a:lnTo>
                    <a:pt x="1215200" y="712470"/>
                  </a:lnTo>
                  <a:lnTo>
                    <a:pt x="1215771" y="713804"/>
                  </a:lnTo>
                  <a:lnTo>
                    <a:pt x="1215962" y="714566"/>
                  </a:lnTo>
                  <a:lnTo>
                    <a:pt x="1215771" y="715613"/>
                  </a:lnTo>
                  <a:lnTo>
                    <a:pt x="1214723" y="718757"/>
                  </a:lnTo>
                  <a:lnTo>
                    <a:pt x="1214152" y="719709"/>
                  </a:lnTo>
                  <a:lnTo>
                    <a:pt x="1213199" y="720185"/>
                  </a:lnTo>
                  <a:lnTo>
                    <a:pt x="1212247" y="720281"/>
                  </a:lnTo>
                  <a:lnTo>
                    <a:pt x="1211390" y="720566"/>
                  </a:lnTo>
                  <a:lnTo>
                    <a:pt x="1210913" y="721709"/>
                  </a:lnTo>
                  <a:lnTo>
                    <a:pt x="1211104" y="722948"/>
                  </a:lnTo>
                  <a:lnTo>
                    <a:pt x="1211961" y="723424"/>
                  </a:lnTo>
                  <a:lnTo>
                    <a:pt x="1212818" y="723710"/>
                  </a:lnTo>
                  <a:lnTo>
                    <a:pt x="1213104" y="724567"/>
                  </a:lnTo>
                  <a:lnTo>
                    <a:pt x="1212628" y="725519"/>
                  </a:lnTo>
                  <a:lnTo>
                    <a:pt x="1211866" y="725424"/>
                  </a:lnTo>
                  <a:lnTo>
                    <a:pt x="1211199" y="725519"/>
                  </a:lnTo>
                  <a:lnTo>
                    <a:pt x="1211009" y="726853"/>
                  </a:lnTo>
                  <a:lnTo>
                    <a:pt x="1211199" y="727805"/>
                  </a:lnTo>
                  <a:lnTo>
                    <a:pt x="1212723" y="730663"/>
                  </a:lnTo>
                  <a:lnTo>
                    <a:pt x="1213104" y="731711"/>
                  </a:lnTo>
                  <a:lnTo>
                    <a:pt x="1213580" y="733616"/>
                  </a:lnTo>
                  <a:lnTo>
                    <a:pt x="1214057" y="734568"/>
                  </a:lnTo>
                  <a:lnTo>
                    <a:pt x="1214533" y="734949"/>
                  </a:lnTo>
                  <a:lnTo>
                    <a:pt x="1215485" y="735521"/>
                  </a:lnTo>
                  <a:lnTo>
                    <a:pt x="1215866" y="735997"/>
                  </a:lnTo>
                  <a:lnTo>
                    <a:pt x="1215962" y="736378"/>
                  </a:lnTo>
                  <a:lnTo>
                    <a:pt x="1216247" y="737807"/>
                  </a:lnTo>
                  <a:lnTo>
                    <a:pt x="1216914" y="740188"/>
                  </a:lnTo>
                  <a:lnTo>
                    <a:pt x="1217486" y="741331"/>
                  </a:lnTo>
                  <a:lnTo>
                    <a:pt x="1218152" y="741807"/>
                  </a:lnTo>
                  <a:lnTo>
                    <a:pt x="1218819" y="741998"/>
                  </a:lnTo>
                  <a:lnTo>
                    <a:pt x="1219010" y="742379"/>
                  </a:lnTo>
                  <a:lnTo>
                    <a:pt x="1218819" y="742855"/>
                  </a:lnTo>
                  <a:lnTo>
                    <a:pt x="1218248" y="743331"/>
                  </a:lnTo>
                  <a:lnTo>
                    <a:pt x="1217867" y="743807"/>
                  </a:lnTo>
                  <a:lnTo>
                    <a:pt x="1217962" y="744284"/>
                  </a:lnTo>
                  <a:lnTo>
                    <a:pt x="1218248" y="744760"/>
                  </a:lnTo>
                  <a:lnTo>
                    <a:pt x="1218438" y="745331"/>
                  </a:lnTo>
                  <a:lnTo>
                    <a:pt x="1219676" y="754475"/>
                  </a:lnTo>
                  <a:lnTo>
                    <a:pt x="1220343" y="756857"/>
                  </a:lnTo>
                  <a:lnTo>
                    <a:pt x="1221581" y="758571"/>
                  </a:lnTo>
                  <a:lnTo>
                    <a:pt x="1223391" y="759047"/>
                  </a:lnTo>
                  <a:lnTo>
                    <a:pt x="1223582" y="757142"/>
                  </a:lnTo>
                  <a:lnTo>
                    <a:pt x="1222629" y="752380"/>
                  </a:lnTo>
                  <a:lnTo>
                    <a:pt x="1222629" y="749808"/>
                  </a:lnTo>
                  <a:lnTo>
                    <a:pt x="1222915" y="748475"/>
                  </a:lnTo>
                  <a:lnTo>
                    <a:pt x="1223486" y="747617"/>
                  </a:lnTo>
                  <a:lnTo>
                    <a:pt x="1224629" y="747617"/>
                  </a:lnTo>
                  <a:lnTo>
                    <a:pt x="1225677" y="748379"/>
                  </a:lnTo>
                  <a:lnTo>
                    <a:pt x="1226439" y="749427"/>
                  </a:lnTo>
                  <a:lnTo>
                    <a:pt x="1226915" y="750284"/>
                  </a:lnTo>
                  <a:lnTo>
                    <a:pt x="1226915" y="750284"/>
                  </a:lnTo>
                  <a:lnTo>
                    <a:pt x="1227106" y="749903"/>
                  </a:lnTo>
                  <a:lnTo>
                    <a:pt x="1227106" y="749903"/>
                  </a:lnTo>
                  <a:lnTo>
                    <a:pt x="1227487" y="750380"/>
                  </a:lnTo>
                  <a:lnTo>
                    <a:pt x="1227487" y="750761"/>
                  </a:lnTo>
                  <a:lnTo>
                    <a:pt x="1227392" y="751142"/>
                  </a:lnTo>
                  <a:lnTo>
                    <a:pt x="1227487" y="751427"/>
                  </a:lnTo>
                  <a:lnTo>
                    <a:pt x="1228249" y="752189"/>
                  </a:lnTo>
                  <a:lnTo>
                    <a:pt x="1228344" y="752189"/>
                  </a:lnTo>
                  <a:lnTo>
                    <a:pt x="1228725" y="753904"/>
                  </a:lnTo>
                  <a:lnTo>
                    <a:pt x="1229011" y="754475"/>
                  </a:lnTo>
                  <a:lnTo>
                    <a:pt x="1230249" y="758666"/>
                  </a:lnTo>
                  <a:lnTo>
                    <a:pt x="1230535" y="760095"/>
                  </a:lnTo>
                  <a:lnTo>
                    <a:pt x="1230725" y="760286"/>
                  </a:lnTo>
                  <a:lnTo>
                    <a:pt x="1231202" y="760381"/>
                  </a:lnTo>
                  <a:lnTo>
                    <a:pt x="1231297" y="760571"/>
                  </a:lnTo>
                  <a:lnTo>
                    <a:pt x="1231392" y="762286"/>
                  </a:lnTo>
                  <a:lnTo>
                    <a:pt x="1231583" y="762857"/>
                  </a:lnTo>
                  <a:lnTo>
                    <a:pt x="1232249" y="763619"/>
                  </a:lnTo>
                  <a:lnTo>
                    <a:pt x="1232916" y="763905"/>
                  </a:lnTo>
                  <a:lnTo>
                    <a:pt x="1233583" y="764000"/>
                  </a:lnTo>
                  <a:lnTo>
                    <a:pt x="1234345" y="764381"/>
                  </a:lnTo>
                  <a:lnTo>
                    <a:pt x="1234631" y="765048"/>
                  </a:lnTo>
                  <a:lnTo>
                    <a:pt x="1234631" y="765620"/>
                  </a:lnTo>
                  <a:lnTo>
                    <a:pt x="1234821" y="765810"/>
                  </a:lnTo>
                  <a:lnTo>
                    <a:pt x="1235678" y="765334"/>
                  </a:lnTo>
                  <a:lnTo>
                    <a:pt x="1235964" y="764953"/>
                  </a:lnTo>
                  <a:lnTo>
                    <a:pt x="1236155" y="764381"/>
                  </a:lnTo>
                  <a:lnTo>
                    <a:pt x="1236440" y="763905"/>
                  </a:lnTo>
                  <a:lnTo>
                    <a:pt x="1236917" y="763715"/>
                  </a:lnTo>
                  <a:lnTo>
                    <a:pt x="1237298" y="763810"/>
                  </a:lnTo>
                  <a:lnTo>
                    <a:pt x="1237679" y="763905"/>
                  </a:lnTo>
                  <a:lnTo>
                    <a:pt x="1238060" y="764000"/>
                  </a:lnTo>
                  <a:lnTo>
                    <a:pt x="1238441" y="763905"/>
                  </a:lnTo>
                  <a:lnTo>
                    <a:pt x="1239107" y="763619"/>
                  </a:lnTo>
                  <a:lnTo>
                    <a:pt x="1240536" y="763334"/>
                  </a:lnTo>
                  <a:lnTo>
                    <a:pt x="1241203" y="762953"/>
                  </a:lnTo>
                  <a:lnTo>
                    <a:pt x="1241584" y="762476"/>
                  </a:lnTo>
                  <a:lnTo>
                    <a:pt x="1242441" y="761619"/>
                  </a:lnTo>
                  <a:lnTo>
                    <a:pt x="1242822" y="761238"/>
                  </a:lnTo>
                  <a:lnTo>
                    <a:pt x="1243679" y="759905"/>
                  </a:lnTo>
                  <a:lnTo>
                    <a:pt x="1243775" y="759714"/>
                  </a:lnTo>
                  <a:lnTo>
                    <a:pt x="1243775" y="759428"/>
                  </a:lnTo>
                  <a:lnTo>
                    <a:pt x="1243775" y="759143"/>
                  </a:lnTo>
                  <a:lnTo>
                    <a:pt x="1244060" y="758952"/>
                  </a:lnTo>
                  <a:lnTo>
                    <a:pt x="1244251" y="758952"/>
                  </a:lnTo>
                  <a:lnTo>
                    <a:pt x="1244727" y="758952"/>
                  </a:lnTo>
                  <a:lnTo>
                    <a:pt x="1244822" y="758952"/>
                  </a:lnTo>
                  <a:lnTo>
                    <a:pt x="1245584" y="758095"/>
                  </a:lnTo>
                  <a:lnTo>
                    <a:pt x="1245775" y="757619"/>
                  </a:lnTo>
                  <a:lnTo>
                    <a:pt x="1245584" y="756952"/>
                  </a:lnTo>
                  <a:lnTo>
                    <a:pt x="1244918" y="755237"/>
                  </a:lnTo>
                  <a:lnTo>
                    <a:pt x="1244156" y="751332"/>
                  </a:lnTo>
                  <a:lnTo>
                    <a:pt x="1243394" y="749522"/>
                  </a:lnTo>
                  <a:lnTo>
                    <a:pt x="1243108" y="747236"/>
                  </a:lnTo>
                  <a:lnTo>
                    <a:pt x="1244060" y="744474"/>
                  </a:lnTo>
                  <a:lnTo>
                    <a:pt x="1245584" y="741807"/>
                  </a:lnTo>
                  <a:lnTo>
                    <a:pt x="1246918" y="739902"/>
                  </a:lnTo>
                  <a:lnTo>
                    <a:pt x="1247775" y="739140"/>
                  </a:lnTo>
                  <a:lnTo>
                    <a:pt x="1250728" y="737902"/>
                  </a:lnTo>
                  <a:lnTo>
                    <a:pt x="1251585" y="737330"/>
                  </a:lnTo>
                  <a:lnTo>
                    <a:pt x="1252252" y="736568"/>
                  </a:lnTo>
                  <a:lnTo>
                    <a:pt x="1253490" y="734568"/>
                  </a:lnTo>
                  <a:lnTo>
                    <a:pt x="1253585" y="732282"/>
                  </a:lnTo>
                  <a:lnTo>
                    <a:pt x="1252157" y="725710"/>
                  </a:lnTo>
                  <a:lnTo>
                    <a:pt x="1252061" y="723519"/>
                  </a:lnTo>
                  <a:lnTo>
                    <a:pt x="1252157" y="722281"/>
                  </a:lnTo>
                  <a:lnTo>
                    <a:pt x="1252442" y="721519"/>
                  </a:lnTo>
                  <a:lnTo>
                    <a:pt x="1253204" y="721519"/>
                  </a:lnTo>
                  <a:lnTo>
                    <a:pt x="1253871" y="722281"/>
                  </a:lnTo>
                  <a:lnTo>
                    <a:pt x="1254538" y="723329"/>
                  </a:lnTo>
                  <a:lnTo>
                    <a:pt x="1256729" y="725805"/>
                  </a:lnTo>
                  <a:lnTo>
                    <a:pt x="1257586" y="726186"/>
                  </a:lnTo>
                  <a:lnTo>
                    <a:pt x="1258824" y="725900"/>
                  </a:lnTo>
                  <a:lnTo>
                    <a:pt x="1259777" y="725138"/>
                  </a:lnTo>
                  <a:lnTo>
                    <a:pt x="1261491" y="722757"/>
                  </a:lnTo>
                  <a:lnTo>
                    <a:pt x="1262348" y="721805"/>
                  </a:lnTo>
                  <a:lnTo>
                    <a:pt x="1264539" y="721043"/>
                  </a:lnTo>
                  <a:lnTo>
                    <a:pt x="1265587" y="722662"/>
                  </a:lnTo>
                  <a:lnTo>
                    <a:pt x="1266158" y="724853"/>
                  </a:lnTo>
                  <a:lnTo>
                    <a:pt x="1266825" y="725805"/>
                  </a:lnTo>
                  <a:lnTo>
                    <a:pt x="1267587" y="725043"/>
                  </a:lnTo>
                  <a:lnTo>
                    <a:pt x="1268254" y="722376"/>
                  </a:lnTo>
                  <a:lnTo>
                    <a:pt x="1269111" y="721900"/>
                  </a:lnTo>
                  <a:lnTo>
                    <a:pt x="1270159" y="722471"/>
                  </a:lnTo>
                  <a:lnTo>
                    <a:pt x="1270159" y="722662"/>
                  </a:lnTo>
                  <a:lnTo>
                    <a:pt x="1270254" y="723710"/>
                  </a:lnTo>
                  <a:lnTo>
                    <a:pt x="1269683" y="726091"/>
                  </a:lnTo>
                  <a:lnTo>
                    <a:pt x="1269873" y="727996"/>
                  </a:lnTo>
                  <a:lnTo>
                    <a:pt x="1271873" y="734473"/>
                  </a:lnTo>
                  <a:lnTo>
                    <a:pt x="1272159" y="737235"/>
                  </a:lnTo>
                  <a:lnTo>
                    <a:pt x="1272445" y="738092"/>
                  </a:lnTo>
                  <a:lnTo>
                    <a:pt x="1272731" y="738569"/>
                  </a:lnTo>
                  <a:lnTo>
                    <a:pt x="1273397" y="739235"/>
                  </a:lnTo>
                  <a:lnTo>
                    <a:pt x="1273683" y="739712"/>
                  </a:lnTo>
                  <a:lnTo>
                    <a:pt x="1273778" y="740093"/>
                  </a:lnTo>
                  <a:lnTo>
                    <a:pt x="1273683" y="740855"/>
                  </a:lnTo>
                  <a:lnTo>
                    <a:pt x="1273778" y="741236"/>
                  </a:lnTo>
                  <a:lnTo>
                    <a:pt x="1274064" y="741617"/>
                  </a:lnTo>
                  <a:lnTo>
                    <a:pt x="1274731" y="742188"/>
                  </a:lnTo>
                  <a:lnTo>
                    <a:pt x="1274921" y="742474"/>
                  </a:lnTo>
                  <a:lnTo>
                    <a:pt x="1275017" y="742950"/>
                  </a:lnTo>
                  <a:lnTo>
                    <a:pt x="1274826" y="744093"/>
                  </a:lnTo>
                  <a:lnTo>
                    <a:pt x="1274826" y="744665"/>
                  </a:lnTo>
                  <a:lnTo>
                    <a:pt x="1275112" y="745617"/>
                  </a:lnTo>
                  <a:lnTo>
                    <a:pt x="1275398" y="746189"/>
                  </a:lnTo>
                  <a:lnTo>
                    <a:pt x="1275398" y="746760"/>
                  </a:lnTo>
                  <a:lnTo>
                    <a:pt x="1275017" y="747808"/>
                  </a:lnTo>
                  <a:lnTo>
                    <a:pt x="1274064" y="749808"/>
                  </a:lnTo>
                  <a:lnTo>
                    <a:pt x="1273874" y="750665"/>
                  </a:lnTo>
                  <a:lnTo>
                    <a:pt x="1273778" y="752951"/>
                  </a:lnTo>
                  <a:lnTo>
                    <a:pt x="1275112" y="761048"/>
                  </a:lnTo>
                  <a:lnTo>
                    <a:pt x="1275112" y="764953"/>
                  </a:lnTo>
                  <a:lnTo>
                    <a:pt x="1275493" y="766858"/>
                  </a:lnTo>
                  <a:lnTo>
                    <a:pt x="1276445" y="768382"/>
                  </a:lnTo>
                  <a:lnTo>
                    <a:pt x="1278160" y="769049"/>
                  </a:lnTo>
                  <a:lnTo>
                    <a:pt x="1278922" y="770001"/>
                  </a:lnTo>
                  <a:lnTo>
                    <a:pt x="1279398" y="774383"/>
                  </a:lnTo>
                  <a:lnTo>
                    <a:pt x="1279779" y="776097"/>
                  </a:lnTo>
                  <a:lnTo>
                    <a:pt x="1280351" y="776954"/>
                  </a:lnTo>
                  <a:lnTo>
                    <a:pt x="1281779" y="778193"/>
                  </a:lnTo>
                  <a:lnTo>
                    <a:pt x="1282351" y="779050"/>
                  </a:lnTo>
                  <a:lnTo>
                    <a:pt x="1282541" y="779907"/>
                  </a:lnTo>
                  <a:lnTo>
                    <a:pt x="1282922" y="784289"/>
                  </a:lnTo>
                  <a:lnTo>
                    <a:pt x="1282827" y="787622"/>
                  </a:lnTo>
                  <a:lnTo>
                    <a:pt x="1283018" y="788575"/>
                  </a:lnTo>
                  <a:lnTo>
                    <a:pt x="1283684" y="790385"/>
                  </a:lnTo>
                  <a:lnTo>
                    <a:pt x="1283780" y="791337"/>
                  </a:lnTo>
                  <a:lnTo>
                    <a:pt x="1286828" y="809816"/>
                  </a:lnTo>
                  <a:lnTo>
                    <a:pt x="1286732" y="811244"/>
                  </a:lnTo>
                  <a:lnTo>
                    <a:pt x="1286161" y="811530"/>
                  </a:lnTo>
                  <a:lnTo>
                    <a:pt x="1285399" y="811530"/>
                  </a:lnTo>
                  <a:lnTo>
                    <a:pt x="1284732" y="812102"/>
                  </a:lnTo>
                  <a:lnTo>
                    <a:pt x="1285970" y="815912"/>
                  </a:lnTo>
                  <a:lnTo>
                    <a:pt x="1286637" y="819626"/>
                  </a:lnTo>
                  <a:lnTo>
                    <a:pt x="1286732" y="820103"/>
                  </a:lnTo>
                  <a:lnTo>
                    <a:pt x="1286732" y="820579"/>
                  </a:lnTo>
                  <a:lnTo>
                    <a:pt x="1287113" y="820388"/>
                  </a:lnTo>
                  <a:lnTo>
                    <a:pt x="1287494" y="820198"/>
                  </a:lnTo>
                  <a:lnTo>
                    <a:pt x="1287875" y="819912"/>
                  </a:lnTo>
                  <a:lnTo>
                    <a:pt x="1288161" y="819531"/>
                  </a:lnTo>
                  <a:lnTo>
                    <a:pt x="1288733" y="818769"/>
                  </a:lnTo>
                  <a:lnTo>
                    <a:pt x="1289399" y="818579"/>
                  </a:lnTo>
                  <a:lnTo>
                    <a:pt x="1290066" y="818483"/>
                  </a:lnTo>
                  <a:lnTo>
                    <a:pt x="1290638" y="818198"/>
                  </a:lnTo>
                  <a:lnTo>
                    <a:pt x="1291019" y="817436"/>
                  </a:lnTo>
                  <a:lnTo>
                    <a:pt x="1291019" y="816674"/>
                  </a:lnTo>
                  <a:lnTo>
                    <a:pt x="1290923" y="815912"/>
                  </a:lnTo>
                  <a:lnTo>
                    <a:pt x="1290923" y="815054"/>
                  </a:lnTo>
                  <a:lnTo>
                    <a:pt x="1291209" y="813911"/>
                  </a:lnTo>
                  <a:lnTo>
                    <a:pt x="1291304" y="813911"/>
                  </a:lnTo>
                  <a:lnTo>
                    <a:pt x="1291590" y="814007"/>
                  </a:lnTo>
                  <a:lnTo>
                    <a:pt x="1291781" y="813911"/>
                  </a:lnTo>
                  <a:lnTo>
                    <a:pt x="1291781" y="813340"/>
                  </a:lnTo>
                  <a:lnTo>
                    <a:pt x="1291590" y="811721"/>
                  </a:lnTo>
                  <a:lnTo>
                    <a:pt x="1291781" y="810959"/>
                  </a:lnTo>
                  <a:lnTo>
                    <a:pt x="1292257" y="810578"/>
                  </a:lnTo>
                  <a:lnTo>
                    <a:pt x="1293495" y="810959"/>
                  </a:lnTo>
                  <a:lnTo>
                    <a:pt x="1296829" y="813435"/>
                  </a:lnTo>
                  <a:lnTo>
                    <a:pt x="1300258" y="816674"/>
                  </a:lnTo>
                  <a:lnTo>
                    <a:pt x="1301210" y="817912"/>
                  </a:lnTo>
                  <a:lnTo>
                    <a:pt x="1301687" y="819531"/>
                  </a:lnTo>
                  <a:lnTo>
                    <a:pt x="1301972" y="821150"/>
                  </a:lnTo>
                  <a:lnTo>
                    <a:pt x="1302544" y="821722"/>
                  </a:lnTo>
                  <a:lnTo>
                    <a:pt x="1303211" y="821150"/>
                  </a:lnTo>
                  <a:lnTo>
                    <a:pt x="1303687" y="819531"/>
                  </a:lnTo>
                  <a:lnTo>
                    <a:pt x="1304068" y="818293"/>
                  </a:lnTo>
                  <a:lnTo>
                    <a:pt x="1304830" y="818007"/>
                  </a:lnTo>
                  <a:lnTo>
                    <a:pt x="1305687" y="818483"/>
                  </a:lnTo>
                  <a:lnTo>
                    <a:pt x="1306354" y="819531"/>
                  </a:lnTo>
                  <a:lnTo>
                    <a:pt x="1306640" y="819817"/>
                  </a:lnTo>
                  <a:lnTo>
                    <a:pt x="1306925" y="820007"/>
                  </a:lnTo>
                  <a:lnTo>
                    <a:pt x="1307306" y="820007"/>
                  </a:lnTo>
                  <a:lnTo>
                    <a:pt x="1307687" y="819817"/>
                  </a:lnTo>
                  <a:lnTo>
                    <a:pt x="1307783" y="819722"/>
                  </a:lnTo>
                  <a:lnTo>
                    <a:pt x="1307878" y="819626"/>
                  </a:lnTo>
                  <a:lnTo>
                    <a:pt x="1307878" y="819245"/>
                  </a:lnTo>
                  <a:lnTo>
                    <a:pt x="1307878" y="818864"/>
                  </a:lnTo>
                  <a:lnTo>
                    <a:pt x="1307783" y="818483"/>
                  </a:lnTo>
                  <a:lnTo>
                    <a:pt x="1307592" y="818102"/>
                  </a:lnTo>
                  <a:lnTo>
                    <a:pt x="1307211" y="817340"/>
                  </a:lnTo>
                  <a:lnTo>
                    <a:pt x="1307021" y="816578"/>
                  </a:lnTo>
                  <a:lnTo>
                    <a:pt x="1307116" y="815816"/>
                  </a:lnTo>
                  <a:lnTo>
                    <a:pt x="1308068" y="813911"/>
                  </a:lnTo>
                  <a:lnTo>
                    <a:pt x="1308545" y="813530"/>
                  </a:lnTo>
                  <a:lnTo>
                    <a:pt x="1309211" y="813340"/>
                  </a:lnTo>
                  <a:lnTo>
                    <a:pt x="1310164" y="812959"/>
                  </a:lnTo>
                  <a:lnTo>
                    <a:pt x="1309973" y="812483"/>
                  </a:lnTo>
                  <a:lnTo>
                    <a:pt x="1310069" y="808673"/>
                  </a:lnTo>
                  <a:lnTo>
                    <a:pt x="1309973" y="808292"/>
                  </a:lnTo>
                  <a:lnTo>
                    <a:pt x="1310069" y="808006"/>
                  </a:lnTo>
                  <a:lnTo>
                    <a:pt x="1310735" y="807720"/>
                  </a:lnTo>
                  <a:lnTo>
                    <a:pt x="1311212" y="807720"/>
                  </a:lnTo>
                  <a:lnTo>
                    <a:pt x="1312640" y="808006"/>
                  </a:lnTo>
                  <a:lnTo>
                    <a:pt x="1313593" y="808292"/>
                  </a:lnTo>
                  <a:lnTo>
                    <a:pt x="1314355" y="808863"/>
                  </a:lnTo>
                  <a:lnTo>
                    <a:pt x="1315117" y="809244"/>
                  </a:lnTo>
                  <a:lnTo>
                    <a:pt x="1316260" y="808863"/>
                  </a:lnTo>
                  <a:lnTo>
                    <a:pt x="1315307" y="807149"/>
                  </a:lnTo>
                  <a:lnTo>
                    <a:pt x="1315307" y="806482"/>
                  </a:lnTo>
                  <a:lnTo>
                    <a:pt x="1315403" y="806387"/>
                  </a:lnTo>
                  <a:lnTo>
                    <a:pt x="1315688" y="806387"/>
                  </a:lnTo>
                  <a:lnTo>
                    <a:pt x="1316831" y="805910"/>
                  </a:lnTo>
                  <a:lnTo>
                    <a:pt x="1317308" y="805815"/>
                  </a:lnTo>
                  <a:lnTo>
                    <a:pt x="1317688" y="805529"/>
                  </a:lnTo>
                  <a:lnTo>
                    <a:pt x="1317974" y="804863"/>
                  </a:lnTo>
                  <a:lnTo>
                    <a:pt x="1317974" y="804291"/>
                  </a:lnTo>
                  <a:lnTo>
                    <a:pt x="1317498" y="797624"/>
                  </a:lnTo>
                  <a:lnTo>
                    <a:pt x="1316831" y="795338"/>
                  </a:lnTo>
                  <a:lnTo>
                    <a:pt x="1314926" y="793337"/>
                  </a:lnTo>
                  <a:lnTo>
                    <a:pt x="1314450" y="792385"/>
                  </a:lnTo>
                  <a:lnTo>
                    <a:pt x="1313879" y="790480"/>
                  </a:lnTo>
                  <a:lnTo>
                    <a:pt x="1313879" y="789146"/>
                  </a:lnTo>
                  <a:lnTo>
                    <a:pt x="1314450" y="786956"/>
                  </a:lnTo>
                  <a:lnTo>
                    <a:pt x="1314545" y="785717"/>
                  </a:lnTo>
                  <a:lnTo>
                    <a:pt x="1314260" y="784574"/>
                  </a:lnTo>
                  <a:lnTo>
                    <a:pt x="1313117" y="782479"/>
                  </a:lnTo>
                  <a:lnTo>
                    <a:pt x="1312736" y="781431"/>
                  </a:lnTo>
                  <a:lnTo>
                    <a:pt x="1312545" y="780193"/>
                  </a:lnTo>
                  <a:lnTo>
                    <a:pt x="1313021" y="775621"/>
                  </a:lnTo>
                  <a:lnTo>
                    <a:pt x="1314736" y="774097"/>
                  </a:lnTo>
                  <a:lnTo>
                    <a:pt x="1314926" y="774192"/>
                  </a:lnTo>
                  <a:lnTo>
                    <a:pt x="1315403" y="772859"/>
                  </a:lnTo>
                  <a:lnTo>
                    <a:pt x="1317308" y="770573"/>
                  </a:lnTo>
                  <a:lnTo>
                    <a:pt x="1318070" y="769430"/>
                  </a:lnTo>
                  <a:lnTo>
                    <a:pt x="1318165" y="768382"/>
                  </a:lnTo>
                  <a:lnTo>
                    <a:pt x="1317784" y="767239"/>
                  </a:lnTo>
                  <a:lnTo>
                    <a:pt x="1316736" y="765239"/>
                  </a:lnTo>
                  <a:lnTo>
                    <a:pt x="1316355" y="764000"/>
                  </a:lnTo>
                  <a:lnTo>
                    <a:pt x="1316069" y="762381"/>
                  </a:lnTo>
                  <a:lnTo>
                    <a:pt x="1316165" y="760857"/>
                  </a:lnTo>
                  <a:lnTo>
                    <a:pt x="1316831" y="759809"/>
                  </a:lnTo>
                  <a:lnTo>
                    <a:pt x="1318165" y="759333"/>
                  </a:lnTo>
                  <a:lnTo>
                    <a:pt x="1319212" y="759619"/>
                  </a:lnTo>
                  <a:lnTo>
                    <a:pt x="1320070" y="760381"/>
                  </a:lnTo>
                  <a:lnTo>
                    <a:pt x="1320737" y="761524"/>
                  </a:lnTo>
                  <a:lnTo>
                    <a:pt x="1321879" y="762381"/>
                  </a:lnTo>
                  <a:lnTo>
                    <a:pt x="1323213" y="762286"/>
                  </a:lnTo>
                  <a:lnTo>
                    <a:pt x="1324546" y="761619"/>
                  </a:lnTo>
                  <a:lnTo>
                    <a:pt x="1325594" y="760762"/>
                  </a:lnTo>
                  <a:lnTo>
                    <a:pt x="1326356" y="759714"/>
                  </a:lnTo>
                  <a:lnTo>
                    <a:pt x="1328547" y="755333"/>
                  </a:lnTo>
                  <a:lnTo>
                    <a:pt x="1328547" y="754666"/>
                  </a:lnTo>
                  <a:lnTo>
                    <a:pt x="1328452" y="753999"/>
                  </a:lnTo>
                  <a:lnTo>
                    <a:pt x="1328452" y="753142"/>
                  </a:lnTo>
                  <a:lnTo>
                    <a:pt x="1328833" y="749332"/>
                  </a:lnTo>
                  <a:lnTo>
                    <a:pt x="1328642" y="746951"/>
                  </a:lnTo>
                  <a:lnTo>
                    <a:pt x="1328737" y="745998"/>
                  </a:lnTo>
                  <a:lnTo>
                    <a:pt x="1329023" y="745046"/>
                  </a:lnTo>
                  <a:lnTo>
                    <a:pt x="1330071" y="743617"/>
                  </a:lnTo>
                  <a:lnTo>
                    <a:pt x="1330262" y="743141"/>
                  </a:lnTo>
                  <a:lnTo>
                    <a:pt x="1330262" y="742664"/>
                  </a:lnTo>
                  <a:lnTo>
                    <a:pt x="1330166" y="741998"/>
                  </a:lnTo>
                  <a:lnTo>
                    <a:pt x="1329880" y="738664"/>
                  </a:lnTo>
                  <a:lnTo>
                    <a:pt x="1329880" y="737045"/>
                  </a:lnTo>
                  <a:lnTo>
                    <a:pt x="1331595" y="725996"/>
                  </a:lnTo>
                  <a:lnTo>
                    <a:pt x="1331500" y="724091"/>
                  </a:lnTo>
                  <a:lnTo>
                    <a:pt x="1331309" y="723519"/>
                  </a:lnTo>
                  <a:lnTo>
                    <a:pt x="1330547" y="722471"/>
                  </a:lnTo>
                  <a:lnTo>
                    <a:pt x="1330262" y="721900"/>
                  </a:lnTo>
                  <a:lnTo>
                    <a:pt x="1328642" y="720757"/>
                  </a:lnTo>
                  <a:lnTo>
                    <a:pt x="1327785" y="714089"/>
                  </a:lnTo>
                  <a:lnTo>
                    <a:pt x="1327880" y="712089"/>
                  </a:lnTo>
                  <a:lnTo>
                    <a:pt x="1327690" y="711137"/>
                  </a:lnTo>
                  <a:lnTo>
                    <a:pt x="1327499" y="710756"/>
                  </a:lnTo>
                  <a:lnTo>
                    <a:pt x="1327213" y="710470"/>
                  </a:lnTo>
                  <a:lnTo>
                    <a:pt x="1326737" y="709898"/>
                  </a:lnTo>
                  <a:lnTo>
                    <a:pt x="1325594" y="707993"/>
                  </a:lnTo>
                  <a:lnTo>
                    <a:pt x="1325213" y="707041"/>
                  </a:lnTo>
                  <a:lnTo>
                    <a:pt x="1324928" y="705993"/>
                  </a:lnTo>
                  <a:lnTo>
                    <a:pt x="1324832" y="704755"/>
                  </a:lnTo>
                  <a:lnTo>
                    <a:pt x="1324928" y="703612"/>
                  </a:lnTo>
                  <a:lnTo>
                    <a:pt x="1324928" y="703326"/>
                  </a:lnTo>
                  <a:lnTo>
                    <a:pt x="1325309" y="701993"/>
                  </a:lnTo>
                  <a:lnTo>
                    <a:pt x="1325975" y="701040"/>
                  </a:lnTo>
                  <a:lnTo>
                    <a:pt x="1327404" y="700564"/>
                  </a:lnTo>
                  <a:lnTo>
                    <a:pt x="1328452" y="701135"/>
                  </a:lnTo>
                  <a:lnTo>
                    <a:pt x="1329976" y="703517"/>
                  </a:lnTo>
                  <a:lnTo>
                    <a:pt x="1330547" y="704183"/>
                  </a:lnTo>
                  <a:lnTo>
                    <a:pt x="1332262" y="705898"/>
                  </a:lnTo>
                  <a:lnTo>
                    <a:pt x="1332643" y="706660"/>
                  </a:lnTo>
                  <a:lnTo>
                    <a:pt x="1332833" y="707422"/>
                  </a:lnTo>
                  <a:lnTo>
                    <a:pt x="1333214" y="707898"/>
                  </a:lnTo>
                  <a:lnTo>
                    <a:pt x="1334167" y="707993"/>
                  </a:lnTo>
                  <a:lnTo>
                    <a:pt x="1335310" y="707898"/>
                  </a:lnTo>
                  <a:lnTo>
                    <a:pt x="1336929" y="706946"/>
                  </a:lnTo>
                  <a:lnTo>
                    <a:pt x="1337786" y="706660"/>
                  </a:lnTo>
                  <a:lnTo>
                    <a:pt x="1338167" y="706850"/>
                  </a:lnTo>
                  <a:lnTo>
                    <a:pt x="1338453" y="707231"/>
                  </a:lnTo>
                  <a:lnTo>
                    <a:pt x="1338739" y="707517"/>
                  </a:lnTo>
                  <a:lnTo>
                    <a:pt x="1339215" y="707422"/>
                  </a:lnTo>
                  <a:lnTo>
                    <a:pt x="1339501" y="707136"/>
                  </a:lnTo>
                  <a:lnTo>
                    <a:pt x="1339787" y="706755"/>
                  </a:lnTo>
                  <a:lnTo>
                    <a:pt x="1339977" y="706279"/>
                  </a:lnTo>
                  <a:lnTo>
                    <a:pt x="1340072" y="705803"/>
                  </a:lnTo>
                  <a:lnTo>
                    <a:pt x="1341406" y="705041"/>
                  </a:lnTo>
                  <a:lnTo>
                    <a:pt x="1343978" y="704945"/>
                  </a:lnTo>
                  <a:lnTo>
                    <a:pt x="1346645" y="705231"/>
                  </a:lnTo>
                  <a:lnTo>
                    <a:pt x="1348359" y="705803"/>
                  </a:lnTo>
                  <a:lnTo>
                    <a:pt x="1350454" y="708660"/>
                  </a:lnTo>
                  <a:lnTo>
                    <a:pt x="1351598" y="709232"/>
                  </a:lnTo>
                  <a:lnTo>
                    <a:pt x="1355788" y="708660"/>
                  </a:lnTo>
                  <a:lnTo>
                    <a:pt x="1357312" y="709041"/>
                  </a:lnTo>
                  <a:lnTo>
                    <a:pt x="1358837" y="709613"/>
                  </a:lnTo>
                  <a:lnTo>
                    <a:pt x="1360646" y="710089"/>
                  </a:lnTo>
                  <a:lnTo>
                    <a:pt x="1361885" y="710279"/>
                  </a:lnTo>
                  <a:lnTo>
                    <a:pt x="1364933" y="711899"/>
                  </a:lnTo>
                  <a:lnTo>
                    <a:pt x="1365790" y="712565"/>
                  </a:lnTo>
                  <a:lnTo>
                    <a:pt x="1366552" y="713613"/>
                  </a:lnTo>
                  <a:lnTo>
                    <a:pt x="1367314" y="714470"/>
                  </a:lnTo>
                  <a:lnTo>
                    <a:pt x="1368171" y="714566"/>
                  </a:lnTo>
                  <a:lnTo>
                    <a:pt x="1368933" y="713708"/>
                  </a:lnTo>
                  <a:lnTo>
                    <a:pt x="1369124" y="712565"/>
                  </a:lnTo>
                  <a:lnTo>
                    <a:pt x="1369028" y="711327"/>
                  </a:lnTo>
                  <a:lnTo>
                    <a:pt x="1369124" y="710184"/>
                  </a:lnTo>
                  <a:lnTo>
                    <a:pt x="1369600" y="709041"/>
                  </a:lnTo>
                  <a:lnTo>
                    <a:pt x="1371981" y="705803"/>
                  </a:lnTo>
                  <a:lnTo>
                    <a:pt x="1372171" y="704945"/>
                  </a:lnTo>
                  <a:lnTo>
                    <a:pt x="1372457" y="702755"/>
                  </a:lnTo>
                  <a:lnTo>
                    <a:pt x="1372743" y="702183"/>
                  </a:lnTo>
                  <a:lnTo>
                    <a:pt x="1373315" y="701516"/>
                  </a:lnTo>
                  <a:lnTo>
                    <a:pt x="1373505" y="700564"/>
                  </a:lnTo>
                  <a:lnTo>
                    <a:pt x="1373696" y="698468"/>
                  </a:lnTo>
                  <a:lnTo>
                    <a:pt x="1374267" y="696278"/>
                  </a:lnTo>
                  <a:lnTo>
                    <a:pt x="1376839" y="690182"/>
                  </a:lnTo>
                  <a:lnTo>
                    <a:pt x="1377029" y="689229"/>
                  </a:lnTo>
                  <a:lnTo>
                    <a:pt x="1377220" y="687324"/>
                  </a:lnTo>
                  <a:lnTo>
                    <a:pt x="1377505" y="686372"/>
                  </a:lnTo>
                  <a:lnTo>
                    <a:pt x="1377887" y="685895"/>
                  </a:lnTo>
                  <a:lnTo>
                    <a:pt x="1379029" y="685133"/>
                  </a:lnTo>
                  <a:lnTo>
                    <a:pt x="1379411" y="684657"/>
                  </a:lnTo>
                  <a:lnTo>
                    <a:pt x="1379506" y="684181"/>
                  </a:lnTo>
                  <a:lnTo>
                    <a:pt x="1379315" y="683133"/>
                  </a:lnTo>
                  <a:lnTo>
                    <a:pt x="1379315" y="682752"/>
                  </a:lnTo>
                  <a:lnTo>
                    <a:pt x="1379887" y="682085"/>
                  </a:lnTo>
                  <a:lnTo>
                    <a:pt x="1380554" y="681609"/>
                  </a:lnTo>
                  <a:lnTo>
                    <a:pt x="1381030" y="680942"/>
                  </a:lnTo>
                  <a:lnTo>
                    <a:pt x="1381125" y="678656"/>
                  </a:lnTo>
                  <a:lnTo>
                    <a:pt x="1381506" y="677990"/>
                  </a:lnTo>
                  <a:lnTo>
                    <a:pt x="1382078" y="677513"/>
                  </a:lnTo>
                  <a:lnTo>
                    <a:pt x="1382840" y="677037"/>
                  </a:lnTo>
                  <a:lnTo>
                    <a:pt x="1383602" y="674084"/>
                  </a:lnTo>
                  <a:lnTo>
                    <a:pt x="1383983" y="673227"/>
                  </a:lnTo>
                  <a:lnTo>
                    <a:pt x="1384649" y="672656"/>
                  </a:lnTo>
                  <a:lnTo>
                    <a:pt x="1387030" y="671132"/>
                  </a:lnTo>
                  <a:lnTo>
                    <a:pt x="1387697" y="669798"/>
                  </a:lnTo>
                  <a:lnTo>
                    <a:pt x="1388840" y="665893"/>
                  </a:lnTo>
                  <a:lnTo>
                    <a:pt x="1389317" y="664940"/>
                  </a:lnTo>
                  <a:lnTo>
                    <a:pt x="1390079" y="664750"/>
                  </a:lnTo>
                  <a:lnTo>
                    <a:pt x="1390745" y="664750"/>
                  </a:lnTo>
                  <a:lnTo>
                    <a:pt x="1391412" y="664655"/>
                  </a:lnTo>
                  <a:lnTo>
                    <a:pt x="1392174" y="664274"/>
                  </a:lnTo>
                  <a:lnTo>
                    <a:pt x="1392841" y="663512"/>
                  </a:lnTo>
                  <a:lnTo>
                    <a:pt x="1393222" y="662559"/>
                  </a:lnTo>
                  <a:lnTo>
                    <a:pt x="1393412" y="661511"/>
                  </a:lnTo>
                  <a:lnTo>
                    <a:pt x="1393412" y="660464"/>
                  </a:lnTo>
                  <a:lnTo>
                    <a:pt x="1393698" y="658749"/>
                  </a:lnTo>
                  <a:lnTo>
                    <a:pt x="1395794" y="655892"/>
                  </a:lnTo>
                  <a:lnTo>
                    <a:pt x="1396651" y="654368"/>
                  </a:lnTo>
                  <a:lnTo>
                    <a:pt x="1397603" y="649415"/>
                  </a:lnTo>
                  <a:lnTo>
                    <a:pt x="1398461" y="648272"/>
                  </a:lnTo>
                  <a:lnTo>
                    <a:pt x="1399413" y="646462"/>
                  </a:lnTo>
                  <a:lnTo>
                    <a:pt x="1399699" y="643985"/>
                  </a:lnTo>
                  <a:lnTo>
                    <a:pt x="1399318" y="641604"/>
                  </a:lnTo>
                  <a:lnTo>
                    <a:pt x="1398365" y="639985"/>
                  </a:lnTo>
                  <a:lnTo>
                    <a:pt x="1396460" y="639128"/>
                  </a:lnTo>
                  <a:lnTo>
                    <a:pt x="1394365" y="638747"/>
                  </a:lnTo>
                  <a:lnTo>
                    <a:pt x="1392460" y="637985"/>
                  </a:lnTo>
                  <a:lnTo>
                    <a:pt x="1391221" y="636175"/>
                  </a:lnTo>
                  <a:lnTo>
                    <a:pt x="1391031" y="633794"/>
                  </a:lnTo>
                  <a:lnTo>
                    <a:pt x="1394079" y="625126"/>
                  </a:lnTo>
                  <a:lnTo>
                    <a:pt x="1395317" y="623221"/>
                  </a:lnTo>
                  <a:lnTo>
                    <a:pt x="1396365" y="622078"/>
                  </a:lnTo>
                  <a:lnTo>
                    <a:pt x="1396841" y="621602"/>
                  </a:lnTo>
                  <a:lnTo>
                    <a:pt x="1398556" y="620363"/>
                  </a:lnTo>
                  <a:lnTo>
                    <a:pt x="1399604" y="619982"/>
                  </a:lnTo>
                  <a:lnTo>
                    <a:pt x="1401413" y="619792"/>
                  </a:lnTo>
                  <a:lnTo>
                    <a:pt x="1402366" y="619506"/>
                  </a:lnTo>
                  <a:lnTo>
                    <a:pt x="1403318" y="618744"/>
                  </a:lnTo>
                  <a:lnTo>
                    <a:pt x="1404652" y="616553"/>
                  </a:lnTo>
                  <a:lnTo>
                    <a:pt x="1405414" y="615601"/>
                  </a:lnTo>
                  <a:lnTo>
                    <a:pt x="1405890" y="615410"/>
                  </a:lnTo>
                  <a:lnTo>
                    <a:pt x="1406938" y="615410"/>
                  </a:lnTo>
                  <a:lnTo>
                    <a:pt x="1407414" y="615125"/>
                  </a:lnTo>
                  <a:lnTo>
                    <a:pt x="1407414" y="614839"/>
                  </a:lnTo>
                  <a:lnTo>
                    <a:pt x="1407033" y="614267"/>
                  </a:lnTo>
                  <a:lnTo>
                    <a:pt x="1407033" y="613982"/>
                  </a:lnTo>
                  <a:lnTo>
                    <a:pt x="1407224" y="613791"/>
                  </a:lnTo>
                  <a:lnTo>
                    <a:pt x="1407795" y="613505"/>
                  </a:lnTo>
                  <a:lnTo>
                    <a:pt x="1407986" y="613315"/>
                  </a:lnTo>
                  <a:lnTo>
                    <a:pt x="1412748" y="606362"/>
                  </a:lnTo>
                  <a:lnTo>
                    <a:pt x="1413129" y="605885"/>
                  </a:lnTo>
                  <a:lnTo>
                    <a:pt x="1413605" y="605695"/>
                  </a:lnTo>
                  <a:lnTo>
                    <a:pt x="1414748" y="605504"/>
                  </a:lnTo>
                  <a:lnTo>
                    <a:pt x="1415225" y="605219"/>
                  </a:lnTo>
                  <a:lnTo>
                    <a:pt x="1415605" y="604171"/>
                  </a:lnTo>
                  <a:lnTo>
                    <a:pt x="1415510" y="602837"/>
                  </a:lnTo>
                  <a:lnTo>
                    <a:pt x="1414462" y="596837"/>
                  </a:lnTo>
                  <a:lnTo>
                    <a:pt x="1414462" y="595694"/>
                  </a:lnTo>
                  <a:lnTo>
                    <a:pt x="1414844" y="594455"/>
                  </a:lnTo>
                  <a:lnTo>
                    <a:pt x="1415415" y="593884"/>
                  </a:lnTo>
                  <a:lnTo>
                    <a:pt x="1417415" y="593122"/>
                  </a:lnTo>
                  <a:lnTo>
                    <a:pt x="1418273" y="592550"/>
                  </a:lnTo>
                  <a:lnTo>
                    <a:pt x="1420463" y="590169"/>
                  </a:lnTo>
                  <a:lnTo>
                    <a:pt x="1422083" y="588169"/>
                  </a:lnTo>
                  <a:lnTo>
                    <a:pt x="1422749" y="587026"/>
                  </a:lnTo>
                  <a:lnTo>
                    <a:pt x="1422654" y="585788"/>
                  </a:lnTo>
                  <a:lnTo>
                    <a:pt x="1421987" y="585121"/>
                  </a:lnTo>
                  <a:lnTo>
                    <a:pt x="1420082" y="584549"/>
                  </a:lnTo>
                  <a:lnTo>
                    <a:pt x="1419416" y="583883"/>
                  </a:lnTo>
                  <a:lnTo>
                    <a:pt x="1418939" y="579977"/>
                  </a:lnTo>
                  <a:lnTo>
                    <a:pt x="1419130" y="579501"/>
                  </a:lnTo>
                  <a:lnTo>
                    <a:pt x="1419511" y="579025"/>
                  </a:lnTo>
                  <a:lnTo>
                    <a:pt x="1419796" y="578549"/>
                  </a:lnTo>
                  <a:lnTo>
                    <a:pt x="1419606" y="578072"/>
                  </a:lnTo>
                  <a:lnTo>
                    <a:pt x="1419225" y="577882"/>
                  </a:lnTo>
                  <a:lnTo>
                    <a:pt x="1418749" y="577787"/>
                  </a:lnTo>
                  <a:lnTo>
                    <a:pt x="1418368" y="577596"/>
                  </a:lnTo>
                  <a:lnTo>
                    <a:pt x="1417987" y="577215"/>
                  </a:lnTo>
                  <a:lnTo>
                    <a:pt x="1417320" y="575405"/>
                  </a:lnTo>
                  <a:lnTo>
                    <a:pt x="1417129" y="573119"/>
                  </a:lnTo>
                  <a:lnTo>
                    <a:pt x="1417225" y="570738"/>
                  </a:lnTo>
                  <a:lnTo>
                    <a:pt x="1417606" y="568928"/>
                  </a:lnTo>
                  <a:lnTo>
                    <a:pt x="1418368" y="566928"/>
                  </a:lnTo>
                  <a:lnTo>
                    <a:pt x="1418463" y="566071"/>
                  </a:lnTo>
                  <a:lnTo>
                    <a:pt x="1418273" y="564928"/>
                  </a:lnTo>
                  <a:lnTo>
                    <a:pt x="1417225" y="563023"/>
                  </a:lnTo>
                  <a:lnTo>
                    <a:pt x="1417129" y="562070"/>
                  </a:lnTo>
                  <a:lnTo>
                    <a:pt x="1417892" y="560927"/>
                  </a:lnTo>
                  <a:lnTo>
                    <a:pt x="1418749" y="560261"/>
                  </a:lnTo>
                  <a:lnTo>
                    <a:pt x="1420273" y="558546"/>
                  </a:lnTo>
                  <a:lnTo>
                    <a:pt x="1420844" y="557689"/>
                  </a:lnTo>
                  <a:lnTo>
                    <a:pt x="1421130" y="557022"/>
                  </a:lnTo>
                  <a:lnTo>
                    <a:pt x="1421225" y="556641"/>
                  </a:lnTo>
                  <a:lnTo>
                    <a:pt x="1421225" y="556260"/>
                  </a:lnTo>
                  <a:lnTo>
                    <a:pt x="1421416" y="554546"/>
                  </a:lnTo>
                  <a:lnTo>
                    <a:pt x="1421606" y="554069"/>
                  </a:lnTo>
                  <a:lnTo>
                    <a:pt x="1422083" y="553498"/>
                  </a:lnTo>
                  <a:lnTo>
                    <a:pt x="1422559" y="553212"/>
                  </a:lnTo>
                  <a:lnTo>
                    <a:pt x="1423702" y="552926"/>
                  </a:lnTo>
                  <a:lnTo>
                    <a:pt x="1424178" y="552641"/>
                  </a:lnTo>
                  <a:lnTo>
                    <a:pt x="1424654" y="552164"/>
                  </a:lnTo>
                  <a:lnTo>
                    <a:pt x="1425416" y="551021"/>
                  </a:lnTo>
                  <a:lnTo>
                    <a:pt x="1425893" y="550640"/>
                  </a:lnTo>
                  <a:lnTo>
                    <a:pt x="1426845" y="550450"/>
                  </a:lnTo>
                  <a:lnTo>
                    <a:pt x="1427702" y="551688"/>
                  </a:lnTo>
                  <a:lnTo>
                    <a:pt x="1428083" y="551688"/>
                  </a:lnTo>
                  <a:lnTo>
                    <a:pt x="1428845" y="551783"/>
                  </a:lnTo>
                  <a:lnTo>
                    <a:pt x="1429798" y="551498"/>
                  </a:lnTo>
                  <a:lnTo>
                    <a:pt x="1431798" y="550545"/>
                  </a:lnTo>
                  <a:lnTo>
                    <a:pt x="1435799" y="549212"/>
                  </a:lnTo>
                  <a:lnTo>
                    <a:pt x="1436751" y="548640"/>
                  </a:lnTo>
                  <a:lnTo>
                    <a:pt x="1438275" y="546640"/>
                  </a:lnTo>
                  <a:lnTo>
                    <a:pt x="1439513" y="544163"/>
                  </a:lnTo>
                  <a:lnTo>
                    <a:pt x="1440942" y="542163"/>
                  </a:lnTo>
                  <a:lnTo>
                    <a:pt x="1443133" y="541592"/>
                  </a:lnTo>
                  <a:lnTo>
                    <a:pt x="1444371" y="541782"/>
                  </a:lnTo>
                  <a:lnTo>
                    <a:pt x="1445419" y="541782"/>
                  </a:lnTo>
                  <a:lnTo>
                    <a:pt x="1446276" y="541306"/>
                  </a:lnTo>
                  <a:lnTo>
                    <a:pt x="1446943" y="540068"/>
                  </a:lnTo>
                  <a:lnTo>
                    <a:pt x="1447419" y="538639"/>
                  </a:lnTo>
                  <a:lnTo>
                    <a:pt x="1447991" y="537877"/>
                  </a:lnTo>
                  <a:lnTo>
                    <a:pt x="1448848" y="537496"/>
                  </a:lnTo>
                  <a:lnTo>
                    <a:pt x="1451229" y="537210"/>
                  </a:lnTo>
                  <a:lnTo>
                    <a:pt x="1451896" y="536924"/>
                  </a:lnTo>
                  <a:lnTo>
                    <a:pt x="1452372" y="536258"/>
                  </a:lnTo>
                  <a:lnTo>
                    <a:pt x="1453705" y="533876"/>
                  </a:lnTo>
                  <a:lnTo>
                    <a:pt x="1455992" y="531019"/>
                  </a:lnTo>
                  <a:lnTo>
                    <a:pt x="1457420" y="530447"/>
                  </a:lnTo>
                  <a:lnTo>
                    <a:pt x="1460373" y="529876"/>
                  </a:lnTo>
                  <a:lnTo>
                    <a:pt x="1461802" y="529114"/>
                  </a:lnTo>
                  <a:lnTo>
                    <a:pt x="1463230" y="527685"/>
                  </a:lnTo>
                  <a:lnTo>
                    <a:pt x="1464374" y="525971"/>
                  </a:lnTo>
                  <a:lnTo>
                    <a:pt x="1466279" y="522256"/>
                  </a:lnTo>
                  <a:lnTo>
                    <a:pt x="1468279" y="519398"/>
                  </a:lnTo>
                  <a:lnTo>
                    <a:pt x="1471517" y="517112"/>
                  </a:lnTo>
                  <a:lnTo>
                    <a:pt x="1475137" y="515493"/>
                  </a:lnTo>
                  <a:lnTo>
                    <a:pt x="1489138" y="513112"/>
                  </a:lnTo>
                  <a:lnTo>
                    <a:pt x="1492663" y="513302"/>
                  </a:lnTo>
                  <a:lnTo>
                    <a:pt x="1493425" y="513588"/>
                  </a:lnTo>
                  <a:lnTo>
                    <a:pt x="1494568" y="513493"/>
                  </a:lnTo>
                  <a:lnTo>
                    <a:pt x="1495711" y="513112"/>
                  </a:lnTo>
                  <a:lnTo>
                    <a:pt x="1496568" y="512636"/>
                  </a:lnTo>
                  <a:lnTo>
                    <a:pt x="1497616" y="511397"/>
                  </a:lnTo>
                  <a:lnTo>
                    <a:pt x="1498092" y="510350"/>
                  </a:lnTo>
                  <a:lnTo>
                    <a:pt x="1498663" y="509873"/>
                  </a:lnTo>
                  <a:lnTo>
                    <a:pt x="1500092" y="510159"/>
                  </a:lnTo>
                  <a:lnTo>
                    <a:pt x="1500569" y="510445"/>
                  </a:lnTo>
                  <a:lnTo>
                    <a:pt x="1500854" y="510731"/>
                  </a:lnTo>
                  <a:lnTo>
                    <a:pt x="1501235" y="510921"/>
                  </a:lnTo>
                  <a:lnTo>
                    <a:pt x="1501902" y="510921"/>
                  </a:lnTo>
                  <a:lnTo>
                    <a:pt x="1502474" y="510635"/>
                  </a:lnTo>
                  <a:lnTo>
                    <a:pt x="1503331" y="509683"/>
                  </a:lnTo>
                  <a:lnTo>
                    <a:pt x="1503902" y="509397"/>
                  </a:lnTo>
                  <a:lnTo>
                    <a:pt x="1504855" y="509492"/>
                  </a:lnTo>
                  <a:lnTo>
                    <a:pt x="1505807" y="509778"/>
                  </a:lnTo>
                  <a:lnTo>
                    <a:pt x="1507617" y="510635"/>
                  </a:lnTo>
                  <a:lnTo>
                    <a:pt x="1508570" y="511302"/>
                  </a:lnTo>
                  <a:lnTo>
                    <a:pt x="1509236" y="512064"/>
                  </a:lnTo>
                  <a:lnTo>
                    <a:pt x="1510379" y="513969"/>
                  </a:lnTo>
                  <a:lnTo>
                    <a:pt x="1510951" y="514731"/>
                  </a:lnTo>
                  <a:lnTo>
                    <a:pt x="1512665" y="516160"/>
                  </a:lnTo>
                  <a:lnTo>
                    <a:pt x="1512951" y="516636"/>
                  </a:lnTo>
                  <a:lnTo>
                    <a:pt x="1512475" y="517779"/>
                  </a:lnTo>
                  <a:lnTo>
                    <a:pt x="1511999" y="518732"/>
                  </a:lnTo>
                  <a:lnTo>
                    <a:pt x="1511999" y="519684"/>
                  </a:lnTo>
                  <a:lnTo>
                    <a:pt x="1513237" y="520637"/>
                  </a:lnTo>
                  <a:lnTo>
                    <a:pt x="1520476" y="523970"/>
                  </a:lnTo>
                  <a:lnTo>
                    <a:pt x="1520952" y="524447"/>
                  </a:lnTo>
                  <a:lnTo>
                    <a:pt x="1521333" y="524923"/>
                  </a:lnTo>
                  <a:lnTo>
                    <a:pt x="1521714" y="525304"/>
                  </a:lnTo>
                  <a:lnTo>
                    <a:pt x="1522286" y="525590"/>
                  </a:lnTo>
                  <a:lnTo>
                    <a:pt x="1522762" y="525590"/>
                  </a:lnTo>
                  <a:lnTo>
                    <a:pt x="1523333" y="525304"/>
                  </a:lnTo>
                  <a:lnTo>
                    <a:pt x="1523714" y="525113"/>
                  </a:lnTo>
                  <a:lnTo>
                    <a:pt x="1524286" y="525018"/>
                  </a:lnTo>
                  <a:lnTo>
                    <a:pt x="1524953" y="525304"/>
                  </a:lnTo>
                  <a:lnTo>
                    <a:pt x="1525334" y="525685"/>
                  </a:lnTo>
                  <a:lnTo>
                    <a:pt x="1525715" y="525875"/>
                  </a:lnTo>
                  <a:lnTo>
                    <a:pt x="1526381" y="525590"/>
                  </a:lnTo>
                  <a:lnTo>
                    <a:pt x="1526572" y="525209"/>
                  </a:lnTo>
                  <a:lnTo>
                    <a:pt x="1527143" y="523685"/>
                  </a:lnTo>
                  <a:lnTo>
                    <a:pt x="1527238" y="523208"/>
                  </a:lnTo>
                  <a:lnTo>
                    <a:pt x="1526953" y="522542"/>
                  </a:lnTo>
                  <a:lnTo>
                    <a:pt x="1526477" y="522161"/>
                  </a:lnTo>
                  <a:lnTo>
                    <a:pt x="1526000" y="521875"/>
                  </a:lnTo>
                  <a:lnTo>
                    <a:pt x="1525619" y="521494"/>
                  </a:lnTo>
                  <a:lnTo>
                    <a:pt x="1525524" y="520922"/>
                  </a:lnTo>
                  <a:lnTo>
                    <a:pt x="1525524" y="519875"/>
                  </a:lnTo>
                  <a:lnTo>
                    <a:pt x="1525238" y="519398"/>
                  </a:lnTo>
                  <a:lnTo>
                    <a:pt x="1523810" y="517874"/>
                  </a:lnTo>
                  <a:lnTo>
                    <a:pt x="1515237" y="506635"/>
                  </a:lnTo>
                  <a:lnTo>
                    <a:pt x="1513999" y="504539"/>
                  </a:lnTo>
                  <a:lnTo>
                    <a:pt x="1513808" y="503396"/>
                  </a:lnTo>
                  <a:lnTo>
                    <a:pt x="1514475" y="501682"/>
                  </a:lnTo>
                  <a:lnTo>
                    <a:pt x="1514380" y="500825"/>
                  </a:lnTo>
                  <a:lnTo>
                    <a:pt x="1514189" y="500348"/>
                  </a:lnTo>
                  <a:lnTo>
                    <a:pt x="1513999" y="499300"/>
                  </a:lnTo>
                  <a:lnTo>
                    <a:pt x="1513999" y="498729"/>
                  </a:lnTo>
                  <a:lnTo>
                    <a:pt x="1513808" y="498158"/>
                  </a:lnTo>
                  <a:lnTo>
                    <a:pt x="1513237" y="497205"/>
                  </a:lnTo>
                  <a:lnTo>
                    <a:pt x="1513046" y="496634"/>
                  </a:lnTo>
                  <a:lnTo>
                    <a:pt x="1513046" y="495395"/>
                  </a:lnTo>
                  <a:lnTo>
                    <a:pt x="1513427" y="494252"/>
                  </a:lnTo>
                  <a:lnTo>
                    <a:pt x="1514094" y="493205"/>
                  </a:lnTo>
                  <a:lnTo>
                    <a:pt x="1514951" y="492443"/>
                  </a:lnTo>
                  <a:lnTo>
                    <a:pt x="1517047" y="491014"/>
                  </a:lnTo>
                  <a:lnTo>
                    <a:pt x="1517999" y="490157"/>
                  </a:lnTo>
                  <a:lnTo>
                    <a:pt x="1519809" y="487871"/>
                  </a:lnTo>
                  <a:lnTo>
                    <a:pt x="1520476" y="487394"/>
                  </a:lnTo>
                  <a:lnTo>
                    <a:pt x="1522190" y="486918"/>
                  </a:lnTo>
                  <a:lnTo>
                    <a:pt x="1522952" y="486728"/>
                  </a:lnTo>
                  <a:lnTo>
                    <a:pt x="1523333" y="486728"/>
                  </a:lnTo>
                  <a:lnTo>
                    <a:pt x="1523524" y="486537"/>
                  </a:lnTo>
                  <a:lnTo>
                    <a:pt x="1523619" y="485775"/>
                  </a:lnTo>
                  <a:lnTo>
                    <a:pt x="1523810" y="485108"/>
                  </a:lnTo>
                  <a:lnTo>
                    <a:pt x="1524191" y="484823"/>
                  </a:lnTo>
                  <a:lnTo>
                    <a:pt x="1525238" y="484442"/>
                  </a:lnTo>
                  <a:lnTo>
                    <a:pt x="1525524" y="484156"/>
                  </a:lnTo>
                  <a:lnTo>
                    <a:pt x="1525905" y="483299"/>
                  </a:lnTo>
                  <a:lnTo>
                    <a:pt x="1526286" y="483108"/>
                  </a:lnTo>
                  <a:lnTo>
                    <a:pt x="1526858" y="482918"/>
                  </a:lnTo>
                  <a:lnTo>
                    <a:pt x="1527334" y="482632"/>
                  </a:lnTo>
                  <a:lnTo>
                    <a:pt x="1530001" y="480250"/>
                  </a:lnTo>
                  <a:lnTo>
                    <a:pt x="1530858" y="479298"/>
                  </a:lnTo>
                  <a:lnTo>
                    <a:pt x="1531525" y="478346"/>
                  </a:lnTo>
                  <a:lnTo>
                    <a:pt x="1532192" y="477774"/>
                  </a:lnTo>
                  <a:lnTo>
                    <a:pt x="1533144" y="477298"/>
                  </a:lnTo>
                  <a:lnTo>
                    <a:pt x="1534192" y="477012"/>
                  </a:lnTo>
                  <a:lnTo>
                    <a:pt x="1535049" y="477107"/>
                  </a:lnTo>
                  <a:lnTo>
                    <a:pt x="1535716" y="477869"/>
                  </a:lnTo>
                  <a:lnTo>
                    <a:pt x="1535716" y="478631"/>
                  </a:lnTo>
                  <a:lnTo>
                    <a:pt x="1535906" y="479012"/>
                  </a:lnTo>
                  <a:lnTo>
                    <a:pt x="1537049" y="478631"/>
                  </a:lnTo>
                  <a:lnTo>
                    <a:pt x="1538002" y="478060"/>
                  </a:lnTo>
                  <a:lnTo>
                    <a:pt x="1538287" y="477584"/>
                  </a:lnTo>
                  <a:lnTo>
                    <a:pt x="1538192" y="476917"/>
                  </a:lnTo>
                  <a:lnTo>
                    <a:pt x="1538192" y="475583"/>
                  </a:lnTo>
                  <a:lnTo>
                    <a:pt x="1538383" y="474631"/>
                  </a:lnTo>
                  <a:lnTo>
                    <a:pt x="1539240" y="472916"/>
                  </a:lnTo>
                  <a:lnTo>
                    <a:pt x="1539526" y="472059"/>
                  </a:lnTo>
                  <a:lnTo>
                    <a:pt x="1538764" y="471869"/>
                  </a:lnTo>
                  <a:close/>
                  <a:moveTo>
                    <a:pt x="1375791" y="1292066"/>
                  </a:moveTo>
                  <a:lnTo>
                    <a:pt x="1376458" y="1292543"/>
                  </a:lnTo>
                  <a:lnTo>
                    <a:pt x="1377315" y="1292447"/>
                  </a:lnTo>
                  <a:lnTo>
                    <a:pt x="1376839" y="1291304"/>
                  </a:lnTo>
                  <a:lnTo>
                    <a:pt x="1375791" y="1292066"/>
                  </a:lnTo>
                  <a:close/>
                  <a:moveTo>
                    <a:pt x="1357789" y="1632871"/>
                  </a:moveTo>
                  <a:lnTo>
                    <a:pt x="1357408" y="1632299"/>
                  </a:lnTo>
                  <a:lnTo>
                    <a:pt x="1356932" y="1630966"/>
                  </a:lnTo>
                  <a:lnTo>
                    <a:pt x="1356074" y="1629442"/>
                  </a:lnTo>
                  <a:lnTo>
                    <a:pt x="1355884" y="1628585"/>
                  </a:lnTo>
                  <a:lnTo>
                    <a:pt x="1355788" y="1626489"/>
                  </a:lnTo>
                  <a:lnTo>
                    <a:pt x="1355598" y="1625441"/>
                  </a:lnTo>
                  <a:lnTo>
                    <a:pt x="1355217" y="1624584"/>
                  </a:lnTo>
                  <a:lnTo>
                    <a:pt x="1354931" y="1623536"/>
                  </a:lnTo>
                  <a:lnTo>
                    <a:pt x="1354455" y="1622870"/>
                  </a:lnTo>
                  <a:lnTo>
                    <a:pt x="1353121" y="1621727"/>
                  </a:lnTo>
                  <a:lnTo>
                    <a:pt x="1352264" y="1621441"/>
                  </a:lnTo>
                  <a:lnTo>
                    <a:pt x="1351407" y="1621822"/>
                  </a:lnTo>
                  <a:lnTo>
                    <a:pt x="1350074" y="1623060"/>
                  </a:lnTo>
                  <a:lnTo>
                    <a:pt x="1349693" y="1622679"/>
                  </a:lnTo>
                  <a:lnTo>
                    <a:pt x="1348359" y="1623346"/>
                  </a:lnTo>
                  <a:lnTo>
                    <a:pt x="1348073" y="1623441"/>
                  </a:lnTo>
                  <a:lnTo>
                    <a:pt x="1347883" y="1623632"/>
                  </a:lnTo>
                  <a:lnTo>
                    <a:pt x="1347597" y="1624013"/>
                  </a:lnTo>
                  <a:lnTo>
                    <a:pt x="1347216" y="1624393"/>
                  </a:lnTo>
                  <a:lnTo>
                    <a:pt x="1346740" y="1624584"/>
                  </a:lnTo>
                  <a:lnTo>
                    <a:pt x="1345597" y="1624584"/>
                  </a:lnTo>
                  <a:lnTo>
                    <a:pt x="1345121" y="1624679"/>
                  </a:lnTo>
                  <a:lnTo>
                    <a:pt x="1343882" y="1627346"/>
                  </a:lnTo>
                  <a:lnTo>
                    <a:pt x="1343692" y="1628013"/>
                  </a:lnTo>
                  <a:lnTo>
                    <a:pt x="1343692" y="1633633"/>
                  </a:lnTo>
                  <a:lnTo>
                    <a:pt x="1344454" y="1632966"/>
                  </a:lnTo>
                  <a:lnTo>
                    <a:pt x="1345502" y="1633252"/>
                  </a:lnTo>
                  <a:lnTo>
                    <a:pt x="1346549" y="1634014"/>
                  </a:lnTo>
                  <a:lnTo>
                    <a:pt x="1347311" y="1634776"/>
                  </a:lnTo>
                  <a:lnTo>
                    <a:pt x="1347883" y="1635919"/>
                  </a:lnTo>
                  <a:lnTo>
                    <a:pt x="1348359" y="1637348"/>
                  </a:lnTo>
                  <a:lnTo>
                    <a:pt x="1348930" y="1638395"/>
                  </a:lnTo>
                  <a:lnTo>
                    <a:pt x="1349883" y="1638395"/>
                  </a:lnTo>
                  <a:lnTo>
                    <a:pt x="1349883" y="1639062"/>
                  </a:lnTo>
                  <a:lnTo>
                    <a:pt x="1349978" y="1639634"/>
                  </a:lnTo>
                  <a:lnTo>
                    <a:pt x="1350264" y="1640015"/>
                  </a:lnTo>
                  <a:lnTo>
                    <a:pt x="1350740" y="1640205"/>
                  </a:lnTo>
                  <a:lnTo>
                    <a:pt x="1350359" y="1640872"/>
                  </a:lnTo>
                  <a:lnTo>
                    <a:pt x="1350454" y="1641443"/>
                  </a:lnTo>
                  <a:lnTo>
                    <a:pt x="1350836" y="1641920"/>
                  </a:lnTo>
                  <a:lnTo>
                    <a:pt x="1351312" y="1642396"/>
                  </a:lnTo>
                  <a:lnTo>
                    <a:pt x="1350836" y="1643063"/>
                  </a:lnTo>
                  <a:lnTo>
                    <a:pt x="1351217" y="1643634"/>
                  </a:lnTo>
                  <a:lnTo>
                    <a:pt x="1351883" y="1644110"/>
                  </a:lnTo>
                  <a:lnTo>
                    <a:pt x="1352360" y="1644587"/>
                  </a:lnTo>
                  <a:lnTo>
                    <a:pt x="1352360" y="1645634"/>
                  </a:lnTo>
                  <a:lnTo>
                    <a:pt x="1352169" y="1646682"/>
                  </a:lnTo>
                  <a:lnTo>
                    <a:pt x="1352360" y="1647444"/>
                  </a:lnTo>
                  <a:lnTo>
                    <a:pt x="1353503" y="1647920"/>
                  </a:lnTo>
                  <a:lnTo>
                    <a:pt x="1354265" y="1645825"/>
                  </a:lnTo>
                  <a:lnTo>
                    <a:pt x="1354836" y="1644872"/>
                  </a:lnTo>
                  <a:lnTo>
                    <a:pt x="1355503" y="1644872"/>
                  </a:lnTo>
                  <a:lnTo>
                    <a:pt x="1355979" y="1645063"/>
                  </a:lnTo>
                  <a:lnTo>
                    <a:pt x="1356455" y="1645063"/>
                  </a:lnTo>
                  <a:lnTo>
                    <a:pt x="1356932" y="1644872"/>
                  </a:lnTo>
                  <a:lnTo>
                    <a:pt x="1357217" y="1644682"/>
                  </a:lnTo>
                  <a:lnTo>
                    <a:pt x="1357312" y="1644110"/>
                  </a:lnTo>
                  <a:lnTo>
                    <a:pt x="1357027" y="1643729"/>
                  </a:lnTo>
                  <a:lnTo>
                    <a:pt x="1356646" y="1643348"/>
                  </a:lnTo>
                  <a:lnTo>
                    <a:pt x="1356455" y="1642967"/>
                  </a:lnTo>
                  <a:lnTo>
                    <a:pt x="1356646" y="1641158"/>
                  </a:lnTo>
                  <a:lnTo>
                    <a:pt x="1358075" y="1638110"/>
                  </a:lnTo>
                  <a:lnTo>
                    <a:pt x="1358551" y="1636776"/>
                  </a:lnTo>
                  <a:lnTo>
                    <a:pt x="1358455" y="1634014"/>
                  </a:lnTo>
                  <a:lnTo>
                    <a:pt x="1357789" y="1632871"/>
                  </a:lnTo>
                  <a:close/>
                  <a:moveTo>
                    <a:pt x="1314736" y="1359122"/>
                  </a:moveTo>
                  <a:lnTo>
                    <a:pt x="1314736" y="1358837"/>
                  </a:lnTo>
                  <a:lnTo>
                    <a:pt x="1314736" y="1358741"/>
                  </a:lnTo>
                  <a:lnTo>
                    <a:pt x="1314736" y="1358646"/>
                  </a:lnTo>
                  <a:lnTo>
                    <a:pt x="1314450" y="1358170"/>
                  </a:lnTo>
                  <a:lnTo>
                    <a:pt x="1314069" y="1357884"/>
                  </a:lnTo>
                  <a:lnTo>
                    <a:pt x="1313593" y="1357884"/>
                  </a:lnTo>
                  <a:lnTo>
                    <a:pt x="1313117" y="1358075"/>
                  </a:lnTo>
                  <a:lnTo>
                    <a:pt x="1312736" y="1358646"/>
                  </a:lnTo>
                  <a:lnTo>
                    <a:pt x="1312450" y="1359599"/>
                  </a:lnTo>
                  <a:lnTo>
                    <a:pt x="1312354" y="1360646"/>
                  </a:lnTo>
                  <a:lnTo>
                    <a:pt x="1312354" y="1361408"/>
                  </a:lnTo>
                  <a:lnTo>
                    <a:pt x="1312640" y="1362075"/>
                  </a:lnTo>
                  <a:lnTo>
                    <a:pt x="1313212" y="1362932"/>
                  </a:lnTo>
                  <a:lnTo>
                    <a:pt x="1313783" y="1363694"/>
                  </a:lnTo>
                  <a:lnTo>
                    <a:pt x="1314260" y="1363980"/>
                  </a:lnTo>
                  <a:lnTo>
                    <a:pt x="1314736" y="1363409"/>
                  </a:lnTo>
                  <a:lnTo>
                    <a:pt x="1314641" y="1362456"/>
                  </a:lnTo>
                  <a:lnTo>
                    <a:pt x="1314260" y="1360742"/>
                  </a:lnTo>
                  <a:lnTo>
                    <a:pt x="1314355" y="1360360"/>
                  </a:lnTo>
                  <a:lnTo>
                    <a:pt x="1314736" y="1359122"/>
                  </a:lnTo>
                  <a:close/>
                  <a:moveTo>
                    <a:pt x="1298543" y="1515714"/>
                  </a:moveTo>
                  <a:lnTo>
                    <a:pt x="1297400" y="1514761"/>
                  </a:lnTo>
                  <a:lnTo>
                    <a:pt x="1296924" y="1514475"/>
                  </a:lnTo>
                  <a:lnTo>
                    <a:pt x="1296257" y="1514666"/>
                  </a:lnTo>
                  <a:lnTo>
                    <a:pt x="1296448" y="1515523"/>
                  </a:lnTo>
                  <a:lnTo>
                    <a:pt x="1295971" y="1516380"/>
                  </a:lnTo>
                  <a:lnTo>
                    <a:pt x="1295114" y="1516952"/>
                  </a:lnTo>
                  <a:lnTo>
                    <a:pt x="1294352" y="1517142"/>
                  </a:lnTo>
                  <a:lnTo>
                    <a:pt x="1294067" y="1517809"/>
                  </a:lnTo>
                  <a:lnTo>
                    <a:pt x="1294257" y="1519238"/>
                  </a:lnTo>
                  <a:lnTo>
                    <a:pt x="1294733" y="1520762"/>
                  </a:lnTo>
                  <a:lnTo>
                    <a:pt x="1295305" y="1521619"/>
                  </a:lnTo>
                  <a:lnTo>
                    <a:pt x="1298924" y="1522762"/>
                  </a:lnTo>
                  <a:lnTo>
                    <a:pt x="1300639" y="1520952"/>
                  </a:lnTo>
                  <a:lnTo>
                    <a:pt x="1300734" y="1517904"/>
                  </a:lnTo>
                  <a:lnTo>
                    <a:pt x="1299591" y="1516380"/>
                  </a:lnTo>
                  <a:lnTo>
                    <a:pt x="1298543" y="1515714"/>
                  </a:lnTo>
                  <a:close/>
                  <a:moveTo>
                    <a:pt x="1292066" y="1321689"/>
                  </a:moveTo>
                  <a:lnTo>
                    <a:pt x="1291971" y="1322260"/>
                  </a:lnTo>
                  <a:lnTo>
                    <a:pt x="1292638" y="1326071"/>
                  </a:lnTo>
                  <a:lnTo>
                    <a:pt x="1293305" y="1325690"/>
                  </a:lnTo>
                  <a:lnTo>
                    <a:pt x="1293400" y="1325214"/>
                  </a:lnTo>
                  <a:lnTo>
                    <a:pt x="1293305" y="1324547"/>
                  </a:lnTo>
                  <a:lnTo>
                    <a:pt x="1293400" y="1323880"/>
                  </a:lnTo>
                  <a:lnTo>
                    <a:pt x="1293590" y="1323499"/>
                  </a:lnTo>
                  <a:lnTo>
                    <a:pt x="1294448" y="1322546"/>
                  </a:lnTo>
                  <a:lnTo>
                    <a:pt x="1294829" y="1321975"/>
                  </a:lnTo>
                  <a:lnTo>
                    <a:pt x="1295114" y="1320737"/>
                  </a:lnTo>
                  <a:lnTo>
                    <a:pt x="1295210" y="1318070"/>
                  </a:lnTo>
                  <a:lnTo>
                    <a:pt x="1295495" y="1317212"/>
                  </a:lnTo>
                  <a:lnTo>
                    <a:pt x="1295305" y="1316641"/>
                  </a:lnTo>
                  <a:lnTo>
                    <a:pt x="1295210" y="1316355"/>
                  </a:lnTo>
                  <a:lnTo>
                    <a:pt x="1295019" y="1316069"/>
                  </a:lnTo>
                  <a:lnTo>
                    <a:pt x="1294829" y="1315879"/>
                  </a:lnTo>
                  <a:lnTo>
                    <a:pt x="1294543" y="1315784"/>
                  </a:lnTo>
                  <a:lnTo>
                    <a:pt x="1294067" y="1315784"/>
                  </a:lnTo>
                  <a:lnTo>
                    <a:pt x="1293781" y="1316069"/>
                  </a:lnTo>
                  <a:lnTo>
                    <a:pt x="1293400" y="1316546"/>
                  </a:lnTo>
                  <a:lnTo>
                    <a:pt x="1292733" y="1317212"/>
                  </a:lnTo>
                  <a:lnTo>
                    <a:pt x="1292828" y="1318070"/>
                  </a:lnTo>
                  <a:lnTo>
                    <a:pt x="1292447" y="1321022"/>
                  </a:lnTo>
                  <a:lnTo>
                    <a:pt x="1292066" y="1321689"/>
                  </a:lnTo>
                  <a:close/>
                  <a:moveTo>
                    <a:pt x="1317784" y="1569339"/>
                  </a:moveTo>
                  <a:lnTo>
                    <a:pt x="1316355" y="1568768"/>
                  </a:lnTo>
                  <a:lnTo>
                    <a:pt x="1315307" y="1567910"/>
                  </a:lnTo>
                  <a:lnTo>
                    <a:pt x="1314736" y="1566863"/>
                  </a:lnTo>
                  <a:lnTo>
                    <a:pt x="1314545" y="1565624"/>
                  </a:lnTo>
                  <a:lnTo>
                    <a:pt x="1314545" y="1563148"/>
                  </a:lnTo>
                  <a:lnTo>
                    <a:pt x="1314164" y="1562672"/>
                  </a:lnTo>
                  <a:lnTo>
                    <a:pt x="1313593" y="1562672"/>
                  </a:lnTo>
                  <a:lnTo>
                    <a:pt x="1312831" y="1563148"/>
                  </a:lnTo>
                  <a:lnTo>
                    <a:pt x="1312545" y="1563719"/>
                  </a:lnTo>
                  <a:lnTo>
                    <a:pt x="1312354" y="1564481"/>
                  </a:lnTo>
                  <a:lnTo>
                    <a:pt x="1312259" y="1566005"/>
                  </a:lnTo>
                  <a:lnTo>
                    <a:pt x="1312545" y="1567243"/>
                  </a:lnTo>
                  <a:lnTo>
                    <a:pt x="1313402" y="1568577"/>
                  </a:lnTo>
                  <a:lnTo>
                    <a:pt x="1314545" y="1569720"/>
                  </a:lnTo>
                  <a:lnTo>
                    <a:pt x="1315688" y="1570196"/>
                  </a:lnTo>
                  <a:lnTo>
                    <a:pt x="1317212" y="1570577"/>
                  </a:lnTo>
                  <a:lnTo>
                    <a:pt x="1317974" y="1570577"/>
                  </a:lnTo>
                  <a:lnTo>
                    <a:pt x="1318451" y="1570101"/>
                  </a:lnTo>
                  <a:lnTo>
                    <a:pt x="1318260" y="1569625"/>
                  </a:lnTo>
                  <a:lnTo>
                    <a:pt x="1317784" y="1569339"/>
                  </a:lnTo>
                  <a:close/>
                  <a:moveTo>
                    <a:pt x="1292733" y="1400842"/>
                  </a:moveTo>
                  <a:lnTo>
                    <a:pt x="1292257" y="1400175"/>
                  </a:lnTo>
                  <a:lnTo>
                    <a:pt x="1292447" y="1399318"/>
                  </a:lnTo>
                  <a:lnTo>
                    <a:pt x="1293019" y="1398651"/>
                  </a:lnTo>
                  <a:lnTo>
                    <a:pt x="1293400" y="1397984"/>
                  </a:lnTo>
                  <a:lnTo>
                    <a:pt x="1293019" y="1397222"/>
                  </a:lnTo>
                  <a:lnTo>
                    <a:pt x="1292257" y="1395984"/>
                  </a:lnTo>
                  <a:lnTo>
                    <a:pt x="1291114" y="1395032"/>
                  </a:lnTo>
                  <a:lnTo>
                    <a:pt x="1290161" y="1395032"/>
                  </a:lnTo>
                  <a:lnTo>
                    <a:pt x="1289780" y="1396651"/>
                  </a:lnTo>
                  <a:lnTo>
                    <a:pt x="1290161" y="1398270"/>
                  </a:lnTo>
                  <a:lnTo>
                    <a:pt x="1290257" y="1399127"/>
                  </a:lnTo>
                  <a:lnTo>
                    <a:pt x="1289971" y="1399889"/>
                  </a:lnTo>
                  <a:lnTo>
                    <a:pt x="1289590" y="1400080"/>
                  </a:lnTo>
                  <a:lnTo>
                    <a:pt x="1288733" y="1400175"/>
                  </a:lnTo>
                  <a:lnTo>
                    <a:pt x="1288352" y="1400461"/>
                  </a:lnTo>
                  <a:lnTo>
                    <a:pt x="1288256" y="1400747"/>
                  </a:lnTo>
                  <a:lnTo>
                    <a:pt x="1287971" y="1401985"/>
                  </a:lnTo>
                  <a:lnTo>
                    <a:pt x="1288542" y="1402271"/>
                  </a:lnTo>
                  <a:lnTo>
                    <a:pt x="1288923" y="1402652"/>
                  </a:lnTo>
                  <a:lnTo>
                    <a:pt x="1289399" y="1402937"/>
                  </a:lnTo>
                  <a:lnTo>
                    <a:pt x="1290257" y="1403128"/>
                  </a:lnTo>
                  <a:lnTo>
                    <a:pt x="1290828" y="1403033"/>
                  </a:lnTo>
                  <a:lnTo>
                    <a:pt x="1292257" y="1402556"/>
                  </a:lnTo>
                  <a:lnTo>
                    <a:pt x="1292733" y="1402366"/>
                  </a:lnTo>
                  <a:lnTo>
                    <a:pt x="1293590" y="1401699"/>
                  </a:lnTo>
                  <a:lnTo>
                    <a:pt x="1293400" y="1401318"/>
                  </a:lnTo>
                  <a:lnTo>
                    <a:pt x="1292733" y="1400842"/>
                  </a:lnTo>
                  <a:close/>
                  <a:moveTo>
                    <a:pt x="1307306" y="1344454"/>
                  </a:moveTo>
                  <a:lnTo>
                    <a:pt x="1307687" y="1343692"/>
                  </a:lnTo>
                  <a:lnTo>
                    <a:pt x="1306925" y="1343216"/>
                  </a:lnTo>
                  <a:lnTo>
                    <a:pt x="1307402" y="1342454"/>
                  </a:lnTo>
                  <a:lnTo>
                    <a:pt x="1308259" y="1341692"/>
                  </a:lnTo>
                  <a:lnTo>
                    <a:pt x="1308735" y="1341025"/>
                  </a:lnTo>
                  <a:lnTo>
                    <a:pt x="1308830" y="1338453"/>
                  </a:lnTo>
                  <a:lnTo>
                    <a:pt x="1308735" y="1337120"/>
                  </a:lnTo>
                  <a:lnTo>
                    <a:pt x="1307878" y="1335215"/>
                  </a:lnTo>
                  <a:lnTo>
                    <a:pt x="1308068" y="1333786"/>
                  </a:lnTo>
                  <a:lnTo>
                    <a:pt x="1308830" y="1331309"/>
                  </a:lnTo>
                  <a:lnTo>
                    <a:pt x="1308830" y="1330071"/>
                  </a:lnTo>
                  <a:lnTo>
                    <a:pt x="1308545" y="1328928"/>
                  </a:lnTo>
                  <a:lnTo>
                    <a:pt x="1307973" y="1327880"/>
                  </a:lnTo>
                  <a:lnTo>
                    <a:pt x="1307116" y="1326928"/>
                  </a:lnTo>
                  <a:lnTo>
                    <a:pt x="1307687" y="1325880"/>
                  </a:lnTo>
                  <a:lnTo>
                    <a:pt x="1307592" y="1324642"/>
                  </a:lnTo>
                  <a:lnTo>
                    <a:pt x="1307306" y="1323499"/>
                  </a:lnTo>
                  <a:lnTo>
                    <a:pt x="1307497" y="1322546"/>
                  </a:lnTo>
                  <a:lnTo>
                    <a:pt x="1306259" y="1321213"/>
                  </a:lnTo>
                  <a:lnTo>
                    <a:pt x="1305878" y="1321022"/>
                  </a:lnTo>
                  <a:lnTo>
                    <a:pt x="1305687" y="1320832"/>
                  </a:lnTo>
                  <a:lnTo>
                    <a:pt x="1305592" y="1320356"/>
                  </a:lnTo>
                  <a:lnTo>
                    <a:pt x="1305401" y="1319879"/>
                  </a:lnTo>
                  <a:lnTo>
                    <a:pt x="1304925" y="1319593"/>
                  </a:lnTo>
                  <a:lnTo>
                    <a:pt x="1304354" y="1320356"/>
                  </a:lnTo>
                  <a:lnTo>
                    <a:pt x="1303877" y="1320737"/>
                  </a:lnTo>
                  <a:lnTo>
                    <a:pt x="1303211" y="1320546"/>
                  </a:lnTo>
                  <a:lnTo>
                    <a:pt x="1302829" y="1320165"/>
                  </a:lnTo>
                  <a:lnTo>
                    <a:pt x="1302829" y="1319879"/>
                  </a:lnTo>
                  <a:lnTo>
                    <a:pt x="1303020" y="1319593"/>
                  </a:lnTo>
                  <a:lnTo>
                    <a:pt x="1303115" y="1319117"/>
                  </a:lnTo>
                  <a:lnTo>
                    <a:pt x="1304258" y="1316736"/>
                  </a:lnTo>
                  <a:lnTo>
                    <a:pt x="1304354" y="1316260"/>
                  </a:lnTo>
                  <a:lnTo>
                    <a:pt x="1304925" y="1316260"/>
                  </a:lnTo>
                  <a:lnTo>
                    <a:pt x="1305496" y="1316355"/>
                  </a:lnTo>
                  <a:lnTo>
                    <a:pt x="1305878" y="1316736"/>
                  </a:lnTo>
                  <a:lnTo>
                    <a:pt x="1305973" y="1317784"/>
                  </a:lnTo>
                  <a:lnTo>
                    <a:pt x="1306354" y="1317784"/>
                  </a:lnTo>
                  <a:lnTo>
                    <a:pt x="1306830" y="1316927"/>
                  </a:lnTo>
                  <a:lnTo>
                    <a:pt x="1307021" y="1316355"/>
                  </a:lnTo>
                  <a:lnTo>
                    <a:pt x="1306735" y="1315689"/>
                  </a:lnTo>
                  <a:lnTo>
                    <a:pt x="1305782" y="1314641"/>
                  </a:lnTo>
                  <a:lnTo>
                    <a:pt x="1305592" y="1313879"/>
                  </a:lnTo>
                  <a:lnTo>
                    <a:pt x="1305592" y="1312640"/>
                  </a:lnTo>
                  <a:lnTo>
                    <a:pt x="1305973" y="1311783"/>
                  </a:lnTo>
                  <a:lnTo>
                    <a:pt x="1307021" y="1311974"/>
                  </a:lnTo>
                  <a:lnTo>
                    <a:pt x="1307021" y="1310831"/>
                  </a:lnTo>
                  <a:lnTo>
                    <a:pt x="1307402" y="1310831"/>
                  </a:lnTo>
                  <a:lnTo>
                    <a:pt x="1307497" y="1311497"/>
                  </a:lnTo>
                  <a:lnTo>
                    <a:pt x="1307211" y="1312831"/>
                  </a:lnTo>
                  <a:lnTo>
                    <a:pt x="1307306" y="1313402"/>
                  </a:lnTo>
                  <a:lnTo>
                    <a:pt x="1307687" y="1313688"/>
                  </a:lnTo>
                  <a:lnTo>
                    <a:pt x="1308163" y="1313783"/>
                  </a:lnTo>
                  <a:lnTo>
                    <a:pt x="1308545" y="1313593"/>
                  </a:lnTo>
                  <a:lnTo>
                    <a:pt x="1308735" y="1313021"/>
                  </a:lnTo>
                  <a:lnTo>
                    <a:pt x="1309116" y="1313021"/>
                  </a:lnTo>
                  <a:lnTo>
                    <a:pt x="1310259" y="1313593"/>
                  </a:lnTo>
                  <a:lnTo>
                    <a:pt x="1311212" y="1312069"/>
                  </a:lnTo>
                  <a:lnTo>
                    <a:pt x="1311783" y="1309878"/>
                  </a:lnTo>
                  <a:lnTo>
                    <a:pt x="1312069" y="1308259"/>
                  </a:lnTo>
                  <a:lnTo>
                    <a:pt x="1312069" y="1304830"/>
                  </a:lnTo>
                  <a:lnTo>
                    <a:pt x="1312259" y="1303306"/>
                  </a:lnTo>
                  <a:lnTo>
                    <a:pt x="1313402" y="1301401"/>
                  </a:lnTo>
                  <a:lnTo>
                    <a:pt x="1313212" y="1300925"/>
                  </a:lnTo>
                  <a:lnTo>
                    <a:pt x="1311974" y="1300163"/>
                  </a:lnTo>
                  <a:lnTo>
                    <a:pt x="1311116" y="1298924"/>
                  </a:lnTo>
                  <a:lnTo>
                    <a:pt x="1310545" y="1298448"/>
                  </a:lnTo>
                  <a:lnTo>
                    <a:pt x="1309402" y="1298639"/>
                  </a:lnTo>
                  <a:lnTo>
                    <a:pt x="1308640" y="1298353"/>
                  </a:lnTo>
                  <a:lnTo>
                    <a:pt x="1308068" y="1297686"/>
                  </a:lnTo>
                  <a:lnTo>
                    <a:pt x="1307973" y="1296829"/>
                  </a:lnTo>
                  <a:lnTo>
                    <a:pt x="1308354" y="1296257"/>
                  </a:lnTo>
                  <a:lnTo>
                    <a:pt x="1308926" y="1296162"/>
                  </a:lnTo>
                  <a:lnTo>
                    <a:pt x="1309402" y="1296639"/>
                  </a:lnTo>
                  <a:lnTo>
                    <a:pt x="1309402" y="1297591"/>
                  </a:lnTo>
                  <a:lnTo>
                    <a:pt x="1310069" y="1297115"/>
                  </a:lnTo>
                  <a:lnTo>
                    <a:pt x="1310926" y="1296639"/>
                  </a:lnTo>
                  <a:lnTo>
                    <a:pt x="1311593" y="1296162"/>
                  </a:lnTo>
                  <a:lnTo>
                    <a:pt x="1311878" y="1295591"/>
                  </a:lnTo>
                  <a:lnTo>
                    <a:pt x="1312164" y="1294829"/>
                  </a:lnTo>
                  <a:lnTo>
                    <a:pt x="1313212" y="1294067"/>
                  </a:lnTo>
                  <a:lnTo>
                    <a:pt x="1313307" y="1293209"/>
                  </a:lnTo>
                  <a:lnTo>
                    <a:pt x="1313021" y="1293305"/>
                  </a:lnTo>
                  <a:lnTo>
                    <a:pt x="1312450" y="1293400"/>
                  </a:lnTo>
                  <a:lnTo>
                    <a:pt x="1312164" y="1293495"/>
                  </a:lnTo>
                  <a:lnTo>
                    <a:pt x="1311878" y="1289971"/>
                  </a:lnTo>
                  <a:lnTo>
                    <a:pt x="1311974" y="1288256"/>
                  </a:lnTo>
                  <a:lnTo>
                    <a:pt x="1312545" y="1286447"/>
                  </a:lnTo>
                  <a:lnTo>
                    <a:pt x="1311688" y="1284827"/>
                  </a:lnTo>
                  <a:lnTo>
                    <a:pt x="1311307" y="1284542"/>
                  </a:lnTo>
                  <a:lnTo>
                    <a:pt x="1310735" y="1284637"/>
                  </a:lnTo>
                  <a:lnTo>
                    <a:pt x="1310259" y="1284827"/>
                  </a:lnTo>
                  <a:lnTo>
                    <a:pt x="1309878" y="1284732"/>
                  </a:lnTo>
                  <a:lnTo>
                    <a:pt x="1309592" y="1284160"/>
                  </a:lnTo>
                  <a:lnTo>
                    <a:pt x="1309307" y="1284637"/>
                  </a:lnTo>
                  <a:lnTo>
                    <a:pt x="1309211" y="1285018"/>
                  </a:lnTo>
                  <a:lnTo>
                    <a:pt x="1309307" y="1285304"/>
                  </a:lnTo>
                  <a:lnTo>
                    <a:pt x="1309592" y="1285589"/>
                  </a:lnTo>
                  <a:lnTo>
                    <a:pt x="1309116" y="1285780"/>
                  </a:lnTo>
                  <a:lnTo>
                    <a:pt x="1308830" y="1285780"/>
                  </a:lnTo>
                  <a:lnTo>
                    <a:pt x="1308545" y="1285589"/>
                  </a:lnTo>
                  <a:lnTo>
                    <a:pt x="1308163" y="1285208"/>
                  </a:lnTo>
                  <a:lnTo>
                    <a:pt x="1307783" y="1285399"/>
                  </a:lnTo>
                  <a:lnTo>
                    <a:pt x="1306830" y="1285589"/>
                  </a:lnTo>
                  <a:lnTo>
                    <a:pt x="1306354" y="1285875"/>
                  </a:lnTo>
                  <a:lnTo>
                    <a:pt x="1306163" y="1286256"/>
                  </a:lnTo>
                  <a:lnTo>
                    <a:pt x="1306163" y="1287209"/>
                  </a:lnTo>
                  <a:lnTo>
                    <a:pt x="1306068" y="1287780"/>
                  </a:lnTo>
                  <a:lnTo>
                    <a:pt x="1305782" y="1288161"/>
                  </a:lnTo>
                  <a:lnTo>
                    <a:pt x="1304639" y="1289495"/>
                  </a:lnTo>
                  <a:lnTo>
                    <a:pt x="1303973" y="1289971"/>
                  </a:lnTo>
                  <a:lnTo>
                    <a:pt x="1303877" y="1289971"/>
                  </a:lnTo>
                  <a:lnTo>
                    <a:pt x="1303496" y="1290733"/>
                  </a:lnTo>
                  <a:lnTo>
                    <a:pt x="1303496" y="1291114"/>
                  </a:lnTo>
                  <a:lnTo>
                    <a:pt x="1303592" y="1292447"/>
                  </a:lnTo>
                  <a:lnTo>
                    <a:pt x="1303592" y="1292924"/>
                  </a:lnTo>
                  <a:lnTo>
                    <a:pt x="1303401" y="1293590"/>
                  </a:lnTo>
                  <a:lnTo>
                    <a:pt x="1303211" y="1293971"/>
                  </a:lnTo>
                  <a:lnTo>
                    <a:pt x="1301115" y="1296543"/>
                  </a:lnTo>
                  <a:lnTo>
                    <a:pt x="1300829" y="1297591"/>
                  </a:lnTo>
                  <a:lnTo>
                    <a:pt x="1301496" y="1298353"/>
                  </a:lnTo>
                  <a:lnTo>
                    <a:pt x="1301496" y="1298734"/>
                  </a:lnTo>
                  <a:lnTo>
                    <a:pt x="1301305" y="1299591"/>
                  </a:lnTo>
                  <a:lnTo>
                    <a:pt x="1302068" y="1301972"/>
                  </a:lnTo>
                  <a:lnTo>
                    <a:pt x="1302068" y="1302449"/>
                  </a:lnTo>
                  <a:lnTo>
                    <a:pt x="1300925" y="1302925"/>
                  </a:lnTo>
                  <a:lnTo>
                    <a:pt x="1300925" y="1303973"/>
                  </a:lnTo>
                  <a:lnTo>
                    <a:pt x="1301020" y="1305116"/>
                  </a:lnTo>
                  <a:lnTo>
                    <a:pt x="1300448" y="1305782"/>
                  </a:lnTo>
                  <a:lnTo>
                    <a:pt x="1300639" y="1306164"/>
                  </a:lnTo>
                  <a:lnTo>
                    <a:pt x="1301305" y="1306925"/>
                  </a:lnTo>
                  <a:lnTo>
                    <a:pt x="1301496" y="1307211"/>
                  </a:lnTo>
                  <a:lnTo>
                    <a:pt x="1301401" y="1307402"/>
                  </a:lnTo>
                  <a:lnTo>
                    <a:pt x="1301115" y="1307687"/>
                  </a:lnTo>
                  <a:lnTo>
                    <a:pt x="1300162" y="1309497"/>
                  </a:lnTo>
                  <a:lnTo>
                    <a:pt x="1299115" y="1312640"/>
                  </a:lnTo>
                  <a:lnTo>
                    <a:pt x="1299020" y="1313974"/>
                  </a:lnTo>
                  <a:lnTo>
                    <a:pt x="1300162" y="1314545"/>
                  </a:lnTo>
                  <a:lnTo>
                    <a:pt x="1300353" y="1314926"/>
                  </a:lnTo>
                  <a:lnTo>
                    <a:pt x="1299972" y="1315879"/>
                  </a:lnTo>
                  <a:lnTo>
                    <a:pt x="1299210" y="1317308"/>
                  </a:lnTo>
                  <a:lnTo>
                    <a:pt x="1299210" y="1320070"/>
                  </a:lnTo>
                  <a:lnTo>
                    <a:pt x="1299020" y="1321213"/>
                  </a:lnTo>
                  <a:lnTo>
                    <a:pt x="1298543" y="1322642"/>
                  </a:lnTo>
                  <a:lnTo>
                    <a:pt x="1297781" y="1323594"/>
                  </a:lnTo>
                  <a:lnTo>
                    <a:pt x="1296734" y="1323308"/>
                  </a:lnTo>
                  <a:lnTo>
                    <a:pt x="1296353" y="1323785"/>
                  </a:lnTo>
                  <a:lnTo>
                    <a:pt x="1295876" y="1324166"/>
                  </a:lnTo>
                  <a:lnTo>
                    <a:pt x="1295495" y="1324642"/>
                  </a:lnTo>
                  <a:lnTo>
                    <a:pt x="1295305" y="1325309"/>
                  </a:lnTo>
                  <a:lnTo>
                    <a:pt x="1295686" y="1327690"/>
                  </a:lnTo>
                  <a:lnTo>
                    <a:pt x="1295876" y="1331405"/>
                  </a:lnTo>
                  <a:lnTo>
                    <a:pt x="1296257" y="1332262"/>
                  </a:lnTo>
                  <a:lnTo>
                    <a:pt x="1296829" y="1332548"/>
                  </a:lnTo>
                  <a:lnTo>
                    <a:pt x="1297400" y="1332643"/>
                  </a:lnTo>
                  <a:lnTo>
                    <a:pt x="1297686" y="1332833"/>
                  </a:lnTo>
                  <a:lnTo>
                    <a:pt x="1297496" y="1333500"/>
                  </a:lnTo>
                  <a:lnTo>
                    <a:pt x="1297305" y="1333500"/>
                  </a:lnTo>
                  <a:lnTo>
                    <a:pt x="1296543" y="1333500"/>
                  </a:lnTo>
                  <a:lnTo>
                    <a:pt x="1296257" y="1333595"/>
                  </a:lnTo>
                  <a:lnTo>
                    <a:pt x="1295971" y="1333881"/>
                  </a:lnTo>
                  <a:lnTo>
                    <a:pt x="1295686" y="1334452"/>
                  </a:lnTo>
                  <a:lnTo>
                    <a:pt x="1294733" y="1335596"/>
                  </a:lnTo>
                  <a:lnTo>
                    <a:pt x="1294448" y="1336358"/>
                  </a:lnTo>
                  <a:lnTo>
                    <a:pt x="1294257" y="1349026"/>
                  </a:lnTo>
                  <a:lnTo>
                    <a:pt x="1294543" y="1350359"/>
                  </a:lnTo>
                  <a:lnTo>
                    <a:pt x="1295114" y="1351407"/>
                  </a:lnTo>
                  <a:lnTo>
                    <a:pt x="1296257" y="1351788"/>
                  </a:lnTo>
                  <a:lnTo>
                    <a:pt x="1297496" y="1351788"/>
                  </a:lnTo>
                  <a:lnTo>
                    <a:pt x="1297972" y="1351979"/>
                  </a:lnTo>
                  <a:lnTo>
                    <a:pt x="1298258" y="1352550"/>
                  </a:lnTo>
                  <a:lnTo>
                    <a:pt x="1298353" y="1353217"/>
                  </a:lnTo>
                  <a:lnTo>
                    <a:pt x="1298067" y="1353407"/>
                  </a:lnTo>
                  <a:lnTo>
                    <a:pt x="1297591" y="1353407"/>
                  </a:lnTo>
                  <a:lnTo>
                    <a:pt x="1296734" y="1353693"/>
                  </a:lnTo>
                  <a:lnTo>
                    <a:pt x="1296543" y="1353598"/>
                  </a:lnTo>
                  <a:lnTo>
                    <a:pt x="1296448" y="1353598"/>
                  </a:lnTo>
                  <a:lnTo>
                    <a:pt x="1296448" y="1354169"/>
                  </a:lnTo>
                  <a:lnTo>
                    <a:pt x="1296638" y="1354455"/>
                  </a:lnTo>
                  <a:lnTo>
                    <a:pt x="1297019" y="1354741"/>
                  </a:lnTo>
                  <a:lnTo>
                    <a:pt x="1297400" y="1355027"/>
                  </a:lnTo>
                  <a:lnTo>
                    <a:pt x="1297781" y="1355122"/>
                  </a:lnTo>
                  <a:lnTo>
                    <a:pt x="1298353" y="1357313"/>
                  </a:lnTo>
                  <a:lnTo>
                    <a:pt x="1298162" y="1357979"/>
                  </a:lnTo>
                  <a:lnTo>
                    <a:pt x="1297877" y="1358360"/>
                  </a:lnTo>
                  <a:lnTo>
                    <a:pt x="1296924" y="1358837"/>
                  </a:lnTo>
                  <a:lnTo>
                    <a:pt x="1296734" y="1358837"/>
                  </a:lnTo>
                  <a:lnTo>
                    <a:pt x="1295686" y="1358837"/>
                  </a:lnTo>
                  <a:lnTo>
                    <a:pt x="1295495" y="1358932"/>
                  </a:lnTo>
                  <a:lnTo>
                    <a:pt x="1295400" y="1359027"/>
                  </a:lnTo>
                  <a:lnTo>
                    <a:pt x="1295305" y="1359122"/>
                  </a:lnTo>
                  <a:lnTo>
                    <a:pt x="1295019" y="1359218"/>
                  </a:lnTo>
                  <a:lnTo>
                    <a:pt x="1294543" y="1359027"/>
                  </a:lnTo>
                  <a:lnTo>
                    <a:pt x="1294543" y="1358551"/>
                  </a:lnTo>
                  <a:lnTo>
                    <a:pt x="1294829" y="1357503"/>
                  </a:lnTo>
                  <a:lnTo>
                    <a:pt x="1294638" y="1356265"/>
                  </a:lnTo>
                  <a:lnTo>
                    <a:pt x="1294257" y="1355979"/>
                  </a:lnTo>
                  <a:lnTo>
                    <a:pt x="1293781" y="1356360"/>
                  </a:lnTo>
                  <a:lnTo>
                    <a:pt x="1293400" y="1357313"/>
                  </a:lnTo>
                  <a:lnTo>
                    <a:pt x="1293019" y="1357313"/>
                  </a:lnTo>
                  <a:lnTo>
                    <a:pt x="1292638" y="1356646"/>
                  </a:lnTo>
                  <a:lnTo>
                    <a:pt x="1291876" y="1357693"/>
                  </a:lnTo>
                  <a:lnTo>
                    <a:pt x="1290638" y="1360075"/>
                  </a:lnTo>
                  <a:lnTo>
                    <a:pt x="1290352" y="1361123"/>
                  </a:lnTo>
                  <a:lnTo>
                    <a:pt x="1290447" y="1366457"/>
                  </a:lnTo>
                  <a:lnTo>
                    <a:pt x="1290257" y="1367028"/>
                  </a:lnTo>
                  <a:lnTo>
                    <a:pt x="1289590" y="1368266"/>
                  </a:lnTo>
                  <a:lnTo>
                    <a:pt x="1289399" y="1369028"/>
                  </a:lnTo>
                  <a:lnTo>
                    <a:pt x="1289495" y="1369790"/>
                  </a:lnTo>
                  <a:lnTo>
                    <a:pt x="1289685" y="1370648"/>
                  </a:lnTo>
                  <a:lnTo>
                    <a:pt x="1289780" y="1371505"/>
                  </a:lnTo>
                  <a:lnTo>
                    <a:pt x="1289495" y="1372267"/>
                  </a:lnTo>
                  <a:lnTo>
                    <a:pt x="1289304" y="1375220"/>
                  </a:lnTo>
                  <a:lnTo>
                    <a:pt x="1289114" y="1375696"/>
                  </a:lnTo>
                  <a:lnTo>
                    <a:pt x="1288733" y="1375505"/>
                  </a:lnTo>
                  <a:lnTo>
                    <a:pt x="1288542" y="1374839"/>
                  </a:lnTo>
                  <a:lnTo>
                    <a:pt x="1288923" y="1373981"/>
                  </a:lnTo>
                  <a:lnTo>
                    <a:pt x="1288161" y="1374172"/>
                  </a:lnTo>
                  <a:lnTo>
                    <a:pt x="1287875" y="1373981"/>
                  </a:lnTo>
                  <a:lnTo>
                    <a:pt x="1287780" y="1373600"/>
                  </a:lnTo>
                  <a:lnTo>
                    <a:pt x="1287018" y="1372457"/>
                  </a:lnTo>
                  <a:lnTo>
                    <a:pt x="1286637" y="1372172"/>
                  </a:lnTo>
                  <a:lnTo>
                    <a:pt x="1286256" y="1372267"/>
                  </a:lnTo>
                  <a:lnTo>
                    <a:pt x="1285018" y="1374172"/>
                  </a:lnTo>
                  <a:lnTo>
                    <a:pt x="1284637" y="1375696"/>
                  </a:lnTo>
                  <a:lnTo>
                    <a:pt x="1284542" y="1375696"/>
                  </a:lnTo>
                  <a:lnTo>
                    <a:pt x="1284351" y="1375791"/>
                  </a:lnTo>
                  <a:lnTo>
                    <a:pt x="1284256" y="1376077"/>
                  </a:lnTo>
                  <a:lnTo>
                    <a:pt x="1284256" y="1376458"/>
                  </a:lnTo>
                  <a:lnTo>
                    <a:pt x="1284446" y="1376743"/>
                  </a:lnTo>
                  <a:lnTo>
                    <a:pt x="1284637" y="1376743"/>
                  </a:lnTo>
                  <a:lnTo>
                    <a:pt x="1284827" y="1376648"/>
                  </a:lnTo>
                  <a:lnTo>
                    <a:pt x="1285399" y="1376934"/>
                  </a:lnTo>
                  <a:lnTo>
                    <a:pt x="1285875" y="1377125"/>
                  </a:lnTo>
                  <a:lnTo>
                    <a:pt x="1286351" y="1377315"/>
                  </a:lnTo>
                  <a:lnTo>
                    <a:pt x="1286542" y="1377696"/>
                  </a:lnTo>
                  <a:lnTo>
                    <a:pt x="1286542" y="1379887"/>
                  </a:lnTo>
                  <a:lnTo>
                    <a:pt x="1286161" y="1382268"/>
                  </a:lnTo>
                  <a:lnTo>
                    <a:pt x="1286351" y="1383125"/>
                  </a:lnTo>
                  <a:lnTo>
                    <a:pt x="1287209" y="1383697"/>
                  </a:lnTo>
                  <a:lnTo>
                    <a:pt x="1287590" y="1383602"/>
                  </a:lnTo>
                  <a:lnTo>
                    <a:pt x="1288066" y="1383411"/>
                  </a:lnTo>
                  <a:lnTo>
                    <a:pt x="1288447" y="1383506"/>
                  </a:lnTo>
                  <a:lnTo>
                    <a:pt x="1288637" y="1384268"/>
                  </a:lnTo>
                  <a:lnTo>
                    <a:pt x="1288733" y="1384840"/>
                  </a:lnTo>
                  <a:lnTo>
                    <a:pt x="1289018" y="1385888"/>
                  </a:lnTo>
                  <a:lnTo>
                    <a:pt x="1289114" y="1386459"/>
                  </a:lnTo>
                  <a:lnTo>
                    <a:pt x="1289399" y="1387126"/>
                  </a:lnTo>
                  <a:lnTo>
                    <a:pt x="1289971" y="1387316"/>
                  </a:lnTo>
                  <a:lnTo>
                    <a:pt x="1290542" y="1387412"/>
                  </a:lnTo>
                  <a:lnTo>
                    <a:pt x="1290828" y="1387793"/>
                  </a:lnTo>
                  <a:lnTo>
                    <a:pt x="1290638" y="1388269"/>
                  </a:lnTo>
                  <a:lnTo>
                    <a:pt x="1290161" y="1388364"/>
                  </a:lnTo>
                  <a:lnTo>
                    <a:pt x="1289685" y="1388459"/>
                  </a:lnTo>
                  <a:lnTo>
                    <a:pt x="1289304" y="1388840"/>
                  </a:lnTo>
                  <a:lnTo>
                    <a:pt x="1289304" y="1389317"/>
                  </a:lnTo>
                  <a:lnTo>
                    <a:pt x="1289495" y="1390079"/>
                  </a:lnTo>
                  <a:lnTo>
                    <a:pt x="1289876" y="1390745"/>
                  </a:lnTo>
                  <a:lnTo>
                    <a:pt x="1290447" y="1391031"/>
                  </a:lnTo>
                  <a:lnTo>
                    <a:pt x="1290923" y="1391222"/>
                  </a:lnTo>
                  <a:lnTo>
                    <a:pt x="1291019" y="1391602"/>
                  </a:lnTo>
                  <a:lnTo>
                    <a:pt x="1291019" y="1392174"/>
                  </a:lnTo>
                  <a:lnTo>
                    <a:pt x="1291209" y="1392650"/>
                  </a:lnTo>
                  <a:lnTo>
                    <a:pt x="1292828" y="1394270"/>
                  </a:lnTo>
                  <a:lnTo>
                    <a:pt x="1293305" y="1394460"/>
                  </a:lnTo>
                  <a:lnTo>
                    <a:pt x="1293686" y="1394460"/>
                  </a:lnTo>
                  <a:lnTo>
                    <a:pt x="1293971" y="1394651"/>
                  </a:lnTo>
                  <a:lnTo>
                    <a:pt x="1294162" y="1395317"/>
                  </a:lnTo>
                  <a:lnTo>
                    <a:pt x="1294638" y="1394651"/>
                  </a:lnTo>
                  <a:lnTo>
                    <a:pt x="1295114" y="1393698"/>
                  </a:lnTo>
                  <a:lnTo>
                    <a:pt x="1295591" y="1391889"/>
                  </a:lnTo>
                  <a:lnTo>
                    <a:pt x="1295591" y="1390269"/>
                  </a:lnTo>
                  <a:lnTo>
                    <a:pt x="1295781" y="1389698"/>
                  </a:lnTo>
                  <a:lnTo>
                    <a:pt x="1296448" y="1389031"/>
                  </a:lnTo>
                  <a:lnTo>
                    <a:pt x="1296734" y="1388555"/>
                  </a:lnTo>
                  <a:lnTo>
                    <a:pt x="1296734" y="1387983"/>
                  </a:lnTo>
                  <a:lnTo>
                    <a:pt x="1296543" y="1386173"/>
                  </a:lnTo>
                  <a:lnTo>
                    <a:pt x="1296353" y="1385697"/>
                  </a:lnTo>
                  <a:lnTo>
                    <a:pt x="1295686" y="1385126"/>
                  </a:lnTo>
                  <a:lnTo>
                    <a:pt x="1295114" y="1385221"/>
                  </a:lnTo>
                  <a:lnTo>
                    <a:pt x="1294829" y="1385792"/>
                  </a:lnTo>
                  <a:lnTo>
                    <a:pt x="1294924" y="1386745"/>
                  </a:lnTo>
                  <a:lnTo>
                    <a:pt x="1294733" y="1386650"/>
                  </a:lnTo>
                  <a:lnTo>
                    <a:pt x="1294162" y="1386459"/>
                  </a:lnTo>
                  <a:lnTo>
                    <a:pt x="1293876" y="1386364"/>
                  </a:lnTo>
                  <a:lnTo>
                    <a:pt x="1293876" y="1388364"/>
                  </a:lnTo>
                  <a:lnTo>
                    <a:pt x="1293686" y="1388745"/>
                  </a:lnTo>
                  <a:lnTo>
                    <a:pt x="1293209" y="1388935"/>
                  </a:lnTo>
                  <a:lnTo>
                    <a:pt x="1292733" y="1388935"/>
                  </a:lnTo>
                  <a:lnTo>
                    <a:pt x="1292543" y="1388745"/>
                  </a:lnTo>
                  <a:lnTo>
                    <a:pt x="1292543" y="1387602"/>
                  </a:lnTo>
                  <a:lnTo>
                    <a:pt x="1292638" y="1386935"/>
                  </a:lnTo>
                  <a:lnTo>
                    <a:pt x="1292924" y="1386364"/>
                  </a:lnTo>
                  <a:lnTo>
                    <a:pt x="1294638" y="1384554"/>
                  </a:lnTo>
                  <a:lnTo>
                    <a:pt x="1295210" y="1384268"/>
                  </a:lnTo>
                  <a:lnTo>
                    <a:pt x="1296257" y="1384173"/>
                  </a:lnTo>
                  <a:lnTo>
                    <a:pt x="1296543" y="1383792"/>
                  </a:lnTo>
                  <a:lnTo>
                    <a:pt x="1298448" y="1375410"/>
                  </a:lnTo>
                  <a:lnTo>
                    <a:pt x="1298543" y="1373600"/>
                  </a:lnTo>
                  <a:lnTo>
                    <a:pt x="1298353" y="1372362"/>
                  </a:lnTo>
                  <a:lnTo>
                    <a:pt x="1297972" y="1371695"/>
                  </a:lnTo>
                  <a:lnTo>
                    <a:pt x="1297400" y="1371410"/>
                  </a:lnTo>
                  <a:lnTo>
                    <a:pt x="1296638" y="1371410"/>
                  </a:lnTo>
                  <a:lnTo>
                    <a:pt x="1296162" y="1371886"/>
                  </a:lnTo>
                  <a:lnTo>
                    <a:pt x="1295876" y="1372934"/>
                  </a:lnTo>
                  <a:lnTo>
                    <a:pt x="1295686" y="1374743"/>
                  </a:lnTo>
                  <a:lnTo>
                    <a:pt x="1295495" y="1374743"/>
                  </a:lnTo>
                  <a:lnTo>
                    <a:pt x="1295495" y="1370362"/>
                  </a:lnTo>
                  <a:lnTo>
                    <a:pt x="1295686" y="1369124"/>
                  </a:lnTo>
                  <a:lnTo>
                    <a:pt x="1295971" y="1368457"/>
                  </a:lnTo>
                  <a:lnTo>
                    <a:pt x="1297019" y="1367123"/>
                  </a:lnTo>
                  <a:lnTo>
                    <a:pt x="1296638" y="1367123"/>
                  </a:lnTo>
                  <a:lnTo>
                    <a:pt x="1296924" y="1366647"/>
                  </a:lnTo>
                  <a:lnTo>
                    <a:pt x="1297305" y="1366361"/>
                  </a:lnTo>
                  <a:lnTo>
                    <a:pt x="1297781" y="1366266"/>
                  </a:lnTo>
                  <a:lnTo>
                    <a:pt x="1298353" y="1366361"/>
                  </a:lnTo>
                  <a:lnTo>
                    <a:pt x="1297019" y="1365028"/>
                  </a:lnTo>
                  <a:lnTo>
                    <a:pt x="1296543" y="1364171"/>
                  </a:lnTo>
                  <a:lnTo>
                    <a:pt x="1297115" y="1363790"/>
                  </a:lnTo>
                  <a:lnTo>
                    <a:pt x="1297877" y="1363694"/>
                  </a:lnTo>
                  <a:lnTo>
                    <a:pt x="1298734" y="1363504"/>
                  </a:lnTo>
                  <a:lnTo>
                    <a:pt x="1299210" y="1363218"/>
                  </a:lnTo>
                  <a:lnTo>
                    <a:pt x="1299115" y="1362742"/>
                  </a:lnTo>
                  <a:lnTo>
                    <a:pt x="1300162" y="1362170"/>
                  </a:lnTo>
                  <a:lnTo>
                    <a:pt x="1300544" y="1362075"/>
                  </a:lnTo>
                  <a:lnTo>
                    <a:pt x="1300544" y="1361694"/>
                  </a:lnTo>
                  <a:lnTo>
                    <a:pt x="1300258" y="1360932"/>
                  </a:lnTo>
                  <a:lnTo>
                    <a:pt x="1301115" y="1360075"/>
                  </a:lnTo>
                  <a:lnTo>
                    <a:pt x="1302258" y="1359218"/>
                  </a:lnTo>
                  <a:lnTo>
                    <a:pt x="1302829" y="1358551"/>
                  </a:lnTo>
                  <a:lnTo>
                    <a:pt x="1302734" y="1357598"/>
                  </a:lnTo>
                  <a:lnTo>
                    <a:pt x="1303782" y="1357598"/>
                  </a:lnTo>
                  <a:lnTo>
                    <a:pt x="1303877" y="1357408"/>
                  </a:lnTo>
                  <a:lnTo>
                    <a:pt x="1303782" y="1356932"/>
                  </a:lnTo>
                  <a:lnTo>
                    <a:pt x="1303592" y="1356360"/>
                  </a:lnTo>
                  <a:lnTo>
                    <a:pt x="1303401" y="1355979"/>
                  </a:lnTo>
                  <a:lnTo>
                    <a:pt x="1303115" y="1355312"/>
                  </a:lnTo>
                  <a:lnTo>
                    <a:pt x="1303496" y="1354836"/>
                  </a:lnTo>
                  <a:lnTo>
                    <a:pt x="1303973" y="1354360"/>
                  </a:lnTo>
                  <a:lnTo>
                    <a:pt x="1304258" y="1353979"/>
                  </a:lnTo>
                  <a:lnTo>
                    <a:pt x="1304163" y="1353217"/>
                  </a:lnTo>
                  <a:lnTo>
                    <a:pt x="1303782" y="1352836"/>
                  </a:lnTo>
                  <a:lnTo>
                    <a:pt x="1303401" y="1352550"/>
                  </a:lnTo>
                  <a:lnTo>
                    <a:pt x="1303115" y="1352074"/>
                  </a:lnTo>
                  <a:lnTo>
                    <a:pt x="1303020" y="1351598"/>
                  </a:lnTo>
                  <a:lnTo>
                    <a:pt x="1303115" y="1351502"/>
                  </a:lnTo>
                  <a:lnTo>
                    <a:pt x="1303401" y="1351407"/>
                  </a:lnTo>
                  <a:lnTo>
                    <a:pt x="1303877" y="1351026"/>
                  </a:lnTo>
                  <a:lnTo>
                    <a:pt x="1304258" y="1350740"/>
                  </a:lnTo>
                  <a:lnTo>
                    <a:pt x="1304735" y="1350455"/>
                  </a:lnTo>
                  <a:lnTo>
                    <a:pt x="1304830" y="1350169"/>
                  </a:lnTo>
                  <a:lnTo>
                    <a:pt x="1304163" y="1349788"/>
                  </a:lnTo>
                  <a:lnTo>
                    <a:pt x="1304163" y="1349121"/>
                  </a:lnTo>
                  <a:lnTo>
                    <a:pt x="1303687" y="1348550"/>
                  </a:lnTo>
                  <a:lnTo>
                    <a:pt x="1303020" y="1348168"/>
                  </a:lnTo>
                  <a:lnTo>
                    <a:pt x="1302449" y="1347978"/>
                  </a:lnTo>
                  <a:lnTo>
                    <a:pt x="1302068" y="1347597"/>
                  </a:lnTo>
                  <a:lnTo>
                    <a:pt x="1301496" y="1345883"/>
                  </a:lnTo>
                  <a:lnTo>
                    <a:pt x="1301115" y="1345311"/>
                  </a:lnTo>
                  <a:lnTo>
                    <a:pt x="1301115" y="1344930"/>
                  </a:lnTo>
                  <a:lnTo>
                    <a:pt x="1302544" y="1345025"/>
                  </a:lnTo>
                  <a:lnTo>
                    <a:pt x="1304068" y="1344930"/>
                  </a:lnTo>
                  <a:lnTo>
                    <a:pt x="1303782" y="1344073"/>
                  </a:lnTo>
                  <a:lnTo>
                    <a:pt x="1303687" y="1343787"/>
                  </a:lnTo>
                  <a:lnTo>
                    <a:pt x="1304258" y="1344073"/>
                  </a:lnTo>
                  <a:lnTo>
                    <a:pt x="1304735" y="1344549"/>
                  </a:lnTo>
                  <a:lnTo>
                    <a:pt x="1305116" y="1345121"/>
                  </a:lnTo>
                  <a:lnTo>
                    <a:pt x="1305401" y="1345692"/>
                  </a:lnTo>
                  <a:lnTo>
                    <a:pt x="1305782" y="1345692"/>
                  </a:lnTo>
                  <a:lnTo>
                    <a:pt x="1305878" y="1344740"/>
                  </a:lnTo>
                  <a:lnTo>
                    <a:pt x="1306449" y="1344264"/>
                  </a:lnTo>
                  <a:lnTo>
                    <a:pt x="1307306" y="1344454"/>
                  </a:lnTo>
                  <a:close/>
                  <a:moveTo>
                    <a:pt x="1311878" y="1371314"/>
                  </a:moveTo>
                  <a:lnTo>
                    <a:pt x="1311593" y="1370838"/>
                  </a:lnTo>
                  <a:lnTo>
                    <a:pt x="1311497" y="1370457"/>
                  </a:lnTo>
                  <a:lnTo>
                    <a:pt x="1310354" y="1367981"/>
                  </a:lnTo>
                  <a:lnTo>
                    <a:pt x="1310735" y="1367123"/>
                  </a:lnTo>
                  <a:lnTo>
                    <a:pt x="1310164" y="1366838"/>
                  </a:lnTo>
                  <a:lnTo>
                    <a:pt x="1308354" y="1366838"/>
                  </a:lnTo>
                  <a:lnTo>
                    <a:pt x="1307878" y="1367314"/>
                  </a:lnTo>
                  <a:lnTo>
                    <a:pt x="1307116" y="1368362"/>
                  </a:lnTo>
                  <a:lnTo>
                    <a:pt x="1306544" y="1369409"/>
                  </a:lnTo>
                  <a:lnTo>
                    <a:pt x="1306830" y="1369885"/>
                  </a:lnTo>
                  <a:lnTo>
                    <a:pt x="1307592" y="1369981"/>
                  </a:lnTo>
                  <a:lnTo>
                    <a:pt x="1307973" y="1370362"/>
                  </a:lnTo>
                  <a:lnTo>
                    <a:pt x="1308259" y="1370838"/>
                  </a:lnTo>
                  <a:lnTo>
                    <a:pt x="1308830" y="1371314"/>
                  </a:lnTo>
                  <a:lnTo>
                    <a:pt x="1309402" y="1371600"/>
                  </a:lnTo>
                  <a:lnTo>
                    <a:pt x="1310164" y="1371791"/>
                  </a:lnTo>
                  <a:lnTo>
                    <a:pt x="1310640" y="1372076"/>
                  </a:lnTo>
                  <a:lnTo>
                    <a:pt x="1310735" y="1372552"/>
                  </a:lnTo>
                  <a:lnTo>
                    <a:pt x="1311212" y="1373600"/>
                  </a:lnTo>
                  <a:lnTo>
                    <a:pt x="1311974" y="1374458"/>
                  </a:lnTo>
                  <a:lnTo>
                    <a:pt x="1312831" y="1374267"/>
                  </a:lnTo>
                  <a:lnTo>
                    <a:pt x="1311878" y="1371314"/>
                  </a:lnTo>
                  <a:close/>
                  <a:moveTo>
                    <a:pt x="1287399" y="1434370"/>
                  </a:moveTo>
                  <a:lnTo>
                    <a:pt x="1287209" y="1433322"/>
                  </a:lnTo>
                  <a:lnTo>
                    <a:pt x="1286447" y="1431989"/>
                  </a:lnTo>
                  <a:lnTo>
                    <a:pt x="1286256" y="1430179"/>
                  </a:lnTo>
                  <a:lnTo>
                    <a:pt x="1285399" y="1428845"/>
                  </a:lnTo>
                  <a:lnTo>
                    <a:pt x="1284256" y="1427702"/>
                  </a:lnTo>
                  <a:lnTo>
                    <a:pt x="1281875" y="1428179"/>
                  </a:lnTo>
                  <a:lnTo>
                    <a:pt x="1279017" y="1430084"/>
                  </a:lnTo>
                  <a:lnTo>
                    <a:pt x="1278636" y="1431608"/>
                  </a:lnTo>
                  <a:lnTo>
                    <a:pt x="1278255" y="1432846"/>
                  </a:lnTo>
                  <a:lnTo>
                    <a:pt x="1277874" y="1433322"/>
                  </a:lnTo>
                  <a:lnTo>
                    <a:pt x="1276731" y="1433703"/>
                  </a:lnTo>
                  <a:lnTo>
                    <a:pt x="1276255" y="1433608"/>
                  </a:lnTo>
                  <a:lnTo>
                    <a:pt x="1276160" y="1434084"/>
                  </a:lnTo>
                  <a:lnTo>
                    <a:pt x="1276350" y="1435418"/>
                  </a:lnTo>
                  <a:lnTo>
                    <a:pt x="1276350" y="1437132"/>
                  </a:lnTo>
                  <a:lnTo>
                    <a:pt x="1276350" y="1439609"/>
                  </a:lnTo>
                  <a:lnTo>
                    <a:pt x="1276922" y="1440085"/>
                  </a:lnTo>
                  <a:lnTo>
                    <a:pt x="1277874" y="1440942"/>
                  </a:lnTo>
                  <a:lnTo>
                    <a:pt x="1278255" y="1441895"/>
                  </a:lnTo>
                  <a:lnTo>
                    <a:pt x="1278065" y="1443133"/>
                  </a:lnTo>
                  <a:lnTo>
                    <a:pt x="1277493" y="1444752"/>
                  </a:lnTo>
                  <a:lnTo>
                    <a:pt x="1276160" y="1446562"/>
                  </a:lnTo>
                  <a:lnTo>
                    <a:pt x="1276445" y="1447229"/>
                  </a:lnTo>
                  <a:lnTo>
                    <a:pt x="1277588" y="1447229"/>
                  </a:lnTo>
                  <a:lnTo>
                    <a:pt x="1278350" y="1446371"/>
                  </a:lnTo>
                  <a:lnTo>
                    <a:pt x="1279493" y="1446467"/>
                  </a:lnTo>
                  <a:lnTo>
                    <a:pt x="1280541" y="1447229"/>
                  </a:lnTo>
                  <a:lnTo>
                    <a:pt x="1281398" y="1447991"/>
                  </a:lnTo>
                  <a:lnTo>
                    <a:pt x="1283208" y="1448372"/>
                  </a:lnTo>
                  <a:lnTo>
                    <a:pt x="1284351" y="1447514"/>
                  </a:lnTo>
                  <a:lnTo>
                    <a:pt x="1284923" y="1446276"/>
                  </a:lnTo>
                  <a:lnTo>
                    <a:pt x="1286351" y="1444562"/>
                  </a:lnTo>
                  <a:lnTo>
                    <a:pt x="1285399" y="1444181"/>
                  </a:lnTo>
                  <a:lnTo>
                    <a:pt x="1284637" y="1443990"/>
                  </a:lnTo>
                  <a:lnTo>
                    <a:pt x="1284542" y="1442466"/>
                  </a:lnTo>
                  <a:lnTo>
                    <a:pt x="1285113" y="1441704"/>
                  </a:lnTo>
                  <a:lnTo>
                    <a:pt x="1285685" y="1441323"/>
                  </a:lnTo>
                  <a:lnTo>
                    <a:pt x="1286351" y="1440656"/>
                  </a:lnTo>
                  <a:lnTo>
                    <a:pt x="1287494" y="1439418"/>
                  </a:lnTo>
                  <a:lnTo>
                    <a:pt x="1287590" y="1437799"/>
                  </a:lnTo>
                  <a:lnTo>
                    <a:pt x="1287018" y="1436370"/>
                  </a:lnTo>
                  <a:lnTo>
                    <a:pt x="1287399" y="1434370"/>
                  </a:lnTo>
                  <a:close/>
                  <a:moveTo>
                    <a:pt x="1310354" y="1280160"/>
                  </a:moveTo>
                  <a:lnTo>
                    <a:pt x="1312069" y="1280636"/>
                  </a:lnTo>
                  <a:lnTo>
                    <a:pt x="1311497" y="1279493"/>
                  </a:lnTo>
                  <a:lnTo>
                    <a:pt x="1311307" y="1279208"/>
                  </a:lnTo>
                  <a:lnTo>
                    <a:pt x="1311021" y="1278541"/>
                  </a:lnTo>
                  <a:lnTo>
                    <a:pt x="1310259" y="1278541"/>
                  </a:lnTo>
                  <a:lnTo>
                    <a:pt x="1308735" y="1279208"/>
                  </a:lnTo>
                  <a:lnTo>
                    <a:pt x="1309307" y="1279779"/>
                  </a:lnTo>
                  <a:lnTo>
                    <a:pt x="1310354" y="128016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6" name="Freeform: Shape 28">
              <a:extLst>
                <a:ext uri="{FF2B5EF4-FFF2-40B4-BE49-F238E27FC236}">
                  <a16:creationId xmlns:a16="http://schemas.microsoft.com/office/drawing/2014/main" id="{EB35E56D-22F0-877A-6B99-2AFB757AF6F6}"/>
                </a:ext>
              </a:extLst>
            </p:cNvPr>
            <p:cNvSpPr/>
            <p:nvPr/>
          </p:nvSpPr>
          <p:spPr>
            <a:xfrm>
              <a:off x="7349299" y="5321808"/>
              <a:ext cx="171450" cy="66675"/>
            </a:xfrm>
            <a:custGeom>
              <a:avLst/>
              <a:gdLst>
                <a:gd name="connsiteX0" fmla="*/ 22193 w 171450"/>
                <a:gd name="connsiteY0" fmla="*/ 55531 h 66675"/>
                <a:gd name="connsiteX1" fmla="*/ 20860 w 171450"/>
                <a:gd name="connsiteY1" fmla="*/ 55626 h 66675"/>
                <a:gd name="connsiteX2" fmla="*/ 19812 w 171450"/>
                <a:gd name="connsiteY2" fmla="*/ 55816 h 66675"/>
                <a:gd name="connsiteX3" fmla="*/ 19336 w 171450"/>
                <a:gd name="connsiteY3" fmla="*/ 56388 h 66675"/>
                <a:gd name="connsiteX4" fmla="*/ 18764 w 171450"/>
                <a:gd name="connsiteY4" fmla="*/ 56674 h 66675"/>
                <a:gd name="connsiteX5" fmla="*/ 13621 w 171450"/>
                <a:gd name="connsiteY5" fmla="*/ 57626 h 66675"/>
                <a:gd name="connsiteX6" fmla="*/ 10097 w 171450"/>
                <a:gd name="connsiteY6" fmla="*/ 58674 h 66675"/>
                <a:gd name="connsiteX7" fmla="*/ 8477 w 171450"/>
                <a:gd name="connsiteY7" fmla="*/ 59436 h 66675"/>
                <a:gd name="connsiteX8" fmla="*/ 8001 w 171450"/>
                <a:gd name="connsiteY8" fmla="*/ 60007 h 66675"/>
                <a:gd name="connsiteX9" fmla="*/ 6858 w 171450"/>
                <a:gd name="connsiteY9" fmla="*/ 61627 h 66675"/>
                <a:gd name="connsiteX10" fmla="*/ 6191 w 171450"/>
                <a:gd name="connsiteY10" fmla="*/ 62008 h 66675"/>
                <a:gd name="connsiteX11" fmla="*/ 5239 w 171450"/>
                <a:gd name="connsiteY11" fmla="*/ 62103 h 66675"/>
                <a:gd name="connsiteX12" fmla="*/ 953 w 171450"/>
                <a:gd name="connsiteY12" fmla="*/ 63818 h 66675"/>
                <a:gd name="connsiteX13" fmla="*/ 0 w 171450"/>
                <a:gd name="connsiteY13" fmla="*/ 64103 h 66675"/>
                <a:gd name="connsiteX14" fmla="*/ 1715 w 171450"/>
                <a:gd name="connsiteY14" fmla="*/ 67056 h 66675"/>
                <a:gd name="connsiteX15" fmla="*/ 3143 w 171450"/>
                <a:gd name="connsiteY15" fmla="*/ 68294 h 66675"/>
                <a:gd name="connsiteX16" fmla="*/ 4763 w 171450"/>
                <a:gd name="connsiteY16" fmla="*/ 68580 h 66675"/>
                <a:gd name="connsiteX17" fmla="*/ 5429 w 171450"/>
                <a:gd name="connsiteY17" fmla="*/ 68199 h 66675"/>
                <a:gd name="connsiteX18" fmla="*/ 6477 w 171450"/>
                <a:gd name="connsiteY18" fmla="*/ 66770 h 66675"/>
                <a:gd name="connsiteX19" fmla="*/ 7144 w 171450"/>
                <a:gd name="connsiteY19" fmla="*/ 66199 h 66675"/>
                <a:gd name="connsiteX20" fmla="*/ 8001 w 171450"/>
                <a:gd name="connsiteY20" fmla="*/ 65818 h 66675"/>
                <a:gd name="connsiteX21" fmla="*/ 8763 w 171450"/>
                <a:gd name="connsiteY21" fmla="*/ 65818 h 66675"/>
                <a:gd name="connsiteX22" fmla="*/ 9430 w 171450"/>
                <a:gd name="connsiteY22" fmla="*/ 66104 h 66675"/>
                <a:gd name="connsiteX23" fmla="*/ 10192 w 171450"/>
                <a:gd name="connsiteY23" fmla="*/ 66770 h 66675"/>
                <a:gd name="connsiteX24" fmla="*/ 10763 w 171450"/>
                <a:gd name="connsiteY24" fmla="*/ 67532 h 66675"/>
                <a:gd name="connsiteX25" fmla="*/ 11240 w 171450"/>
                <a:gd name="connsiteY25" fmla="*/ 68389 h 66675"/>
                <a:gd name="connsiteX26" fmla="*/ 11621 w 171450"/>
                <a:gd name="connsiteY26" fmla="*/ 69342 h 66675"/>
                <a:gd name="connsiteX27" fmla="*/ 11811 w 171450"/>
                <a:gd name="connsiteY27" fmla="*/ 70199 h 66675"/>
                <a:gd name="connsiteX28" fmla="*/ 11811 w 171450"/>
                <a:gd name="connsiteY28" fmla="*/ 70580 h 66675"/>
                <a:gd name="connsiteX29" fmla="*/ 11621 w 171450"/>
                <a:gd name="connsiteY29" fmla="*/ 71533 h 66675"/>
                <a:gd name="connsiteX30" fmla="*/ 11621 w 171450"/>
                <a:gd name="connsiteY30" fmla="*/ 71819 h 66675"/>
                <a:gd name="connsiteX31" fmla="*/ 11811 w 171450"/>
                <a:gd name="connsiteY31" fmla="*/ 72485 h 66675"/>
                <a:gd name="connsiteX32" fmla="*/ 11811 w 171450"/>
                <a:gd name="connsiteY32" fmla="*/ 72580 h 66675"/>
                <a:gd name="connsiteX33" fmla="*/ 12002 w 171450"/>
                <a:gd name="connsiteY33" fmla="*/ 72390 h 66675"/>
                <a:gd name="connsiteX34" fmla="*/ 12668 w 171450"/>
                <a:gd name="connsiteY34" fmla="*/ 72199 h 66675"/>
                <a:gd name="connsiteX35" fmla="*/ 13716 w 171450"/>
                <a:gd name="connsiteY35" fmla="*/ 72104 h 66675"/>
                <a:gd name="connsiteX36" fmla="*/ 14573 w 171450"/>
                <a:gd name="connsiteY36" fmla="*/ 71914 h 66675"/>
                <a:gd name="connsiteX37" fmla="*/ 15240 w 171450"/>
                <a:gd name="connsiteY37" fmla="*/ 71438 h 66675"/>
                <a:gd name="connsiteX38" fmla="*/ 15716 w 171450"/>
                <a:gd name="connsiteY38" fmla="*/ 70676 h 66675"/>
                <a:gd name="connsiteX39" fmla="*/ 15812 w 171450"/>
                <a:gd name="connsiteY39" fmla="*/ 70199 h 66675"/>
                <a:gd name="connsiteX40" fmla="*/ 15526 w 171450"/>
                <a:gd name="connsiteY40" fmla="*/ 69247 h 66675"/>
                <a:gd name="connsiteX41" fmla="*/ 15526 w 171450"/>
                <a:gd name="connsiteY41" fmla="*/ 68866 h 66675"/>
                <a:gd name="connsiteX42" fmla="*/ 15716 w 171450"/>
                <a:gd name="connsiteY42" fmla="*/ 68485 h 66675"/>
                <a:gd name="connsiteX43" fmla="*/ 16193 w 171450"/>
                <a:gd name="connsiteY43" fmla="*/ 67723 h 66675"/>
                <a:gd name="connsiteX44" fmla="*/ 16383 w 171450"/>
                <a:gd name="connsiteY44" fmla="*/ 67342 h 66675"/>
                <a:gd name="connsiteX45" fmla="*/ 16478 w 171450"/>
                <a:gd name="connsiteY45" fmla="*/ 65722 h 66675"/>
                <a:gd name="connsiteX46" fmla="*/ 16859 w 171450"/>
                <a:gd name="connsiteY46" fmla="*/ 65151 h 66675"/>
                <a:gd name="connsiteX47" fmla="*/ 17050 w 171450"/>
                <a:gd name="connsiteY47" fmla="*/ 65056 h 66675"/>
                <a:gd name="connsiteX48" fmla="*/ 17241 w 171450"/>
                <a:gd name="connsiteY48" fmla="*/ 65056 h 66675"/>
                <a:gd name="connsiteX49" fmla="*/ 17717 w 171450"/>
                <a:gd name="connsiteY49" fmla="*/ 64770 h 66675"/>
                <a:gd name="connsiteX50" fmla="*/ 19241 w 171450"/>
                <a:gd name="connsiteY50" fmla="*/ 63437 h 66675"/>
                <a:gd name="connsiteX51" fmla="*/ 20288 w 171450"/>
                <a:gd name="connsiteY51" fmla="*/ 62103 h 66675"/>
                <a:gd name="connsiteX52" fmla="*/ 20479 w 171450"/>
                <a:gd name="connsiteY52" fmla="*/ 61913 h 66675"/>
                <a:gd name="connsiteX53" fmla="*/ 20669 w 171450"/>
                <a:gd name="connsiteY53" fmla="*/ 61722 h 66675"/>
                <a:gd name="connsiteX54" fmla="*/ 20860 w 171450"/>
                <a:gd name="connsiteY54" fmla="*/ 61246 h 66675"/>
                <a:gd name="connsiteX55" fmla="*/ 21146 w 171450"/>
                <a:gd name="connsiteY55" fmla="*/ 59436 h 66675"/>
                <a:gd name="connsiteX56" fmla="*/ 21908 w 171450"/>
                <a:gd name="connsiteY56" fmla="*/ 56483 h 66675"/>
                <a:gd name="connsiteX57" fmla="*/ 22193 w 171450"/>
                <a:gd name="connsiteY57" fmla="*/ 55531 h 66675"/>
                <a:gd name="connsiteX58" fmla="*/ 22193 w 171450"/>
                <a:gd name="connsiteY58" fmla="*/ 55531 h 66675"/>
                <a:gd name="connsiteX59" fmla="*/ 78391 w 171450"/>
                <a:gd name="connsiteY59" fmla="*/ 8477 h 66675"/>
                <a:gd name="connsiteX60" fmla="*/ 79058 w 171450"/>
                <a:gd name="connsiteY60" fmla="*/ 8858 h 66675"/>
                <a:gd name="connsiteX61" fmla="*/ 80772 w 171450"/>
                <a:gd name="connsiteY61" fmla="*/ 9335 h 66675"/>
                <a:gd name="connsiteX62" fmla="*/ 81153 w 171450"/>
                <a:gd name="connsiteY62" fmla="*/ 9525 h 66675"/>
                <a:gd name="connsiteX63" fmla="*/ 81344 w 171450"/>
                <a:gd name="connsiteY63" fmla="*/ 9715 h 66675"/>
                <a:gd name="connsiteX64" fmla="*/ 81820 w 171450"/>
                <a:gd name="connsiteY64" fmla="*/ 9525 h 66675"/>
                <a:gd name="connsiteX65" fmla="*/ 82296 w 171450"/>
                <a:gd name="connsiteY65" fmla="*/ 9144 h 66675"/>
                <a:gd name="connsiteX66" fmla="*/ 82487 w 171450"/>
                <a:gd name="connsiteY66" fmla="*/ 8668 h 66675"/>
                <a:gd name="connsiteX67" fmla="*/ 82868 w 171450"/>
                <a:gd name="connsiteY67" fmla="*/ 7048 h 66675"/>
                <a:gd name="connsiteX68" fmla="*/ 84868 w 171450"/>
                <a:gd name="connsiteY68" fmla="*/ 2096 h 66675"/>
                <a:gd name="connsiteX69" fmla="*/ 85344 w 171450"/>
                <a:gd name="connsiteY69" fmla="*/ 381 h 66675"/>
                <a:gd name="connsiteX70" fmla="*/ 84392 w 171450"/>
                <a:gd name="connsiteY70" fmla="*/ 0 h 66675"/>
                <a:gd name="connsiteX71" fmla="*/ 82963 w 171450"/>
                <a:gd name="connsiteY71" fmla="*/ 953 h 66675"/>
                <a:gd name="connsiteX72" fmla="*/ 81629 w 171450"/>
                <a:gd name="connsiteY72" fmla="*/ 2286 h 66675"/>
                <a:gd name="connsiteX73" fmla="*/ 81058 w 171450"/>
                <a:gd name="connsiteY73" fmla="*/ 3238 h 66675"/>
                <a:gd name="connsiteX74" fmla="*/ 80677 w 171450"/>
                <a:gd name="connsiteY74" fmla="*/ 3905 h 66675"/>
                <a:gd name="connsiteX75" fmla="*/ 78772 w 171450"/>
                <a:gd name="connsiteY75" fmla="*/ 5334 h 66675"/>
                <a:gd name="connsiteX76" fmla="*/ 78105 w 171450"/>
                <a:gd name="connsiteY76" fmla="*/ 6001 h 66675"/>
                <a:gd name="connsiteX77" fmla="*/ 77724 w 171450"/>
                <a:gd name="connsiteY77" fmla="*/ 6668 h 66675"/>
                <a:gd name="connsiteX78" fmla="*/ 77629 w 171450"/>
                <a:gd name="connsiteY78" fmla="*/ 7144 h 66675"/>
                <a:gd name="connsiteX79" fmla="*/ 77819 w 171450"/>
                <a:gd name="connsiteY79" fmla="*/ 7620 h 66675"/>
                <a:gd name="connsiteX80" fmla="*/ 78391 w 171450"/>
                <a:gd name="connsiteY80" fmla="*/ 8477 h 66675"/>
                <a:gd name="connsiteX81" fmla="*/ 172593 w 171450"/>
                <a:gd name="connsiteY81" fmla="*/ 13906 h 66675"/>
                <a:gd name="connsiteX82" fmla="*/ 171545 w 171450"/>
                <a:gd name="connsiteY82" fmla="*/ 13240 h 66675"/>
                <a:gd name="connsiteX83" fmla="*/ 169164 w 171450"/>
                <a:gd name="connsiteY83" fmla="*/ 12573 h 66675"/>
                <a:gd name="connsiteX84" fmla="*/ 168021 w 171450"/>
                <a:gd name="connsiteY84" fmla="*/ 11906 h 66675"/>
                <a:gd name="connsiteX85" fmla="*/ 167640 w 171450"/>
                <a:gd name="connsiteY85" fmla="*/ 11430 h 66675"/>
                <a:gd name="connsiteX86" fmla="*/ 167545 w 171450"/>
                <a:gd name="connsiteY86" fmla="*/ 10954 h 66675"/>
                <a:gd name="connsiteX87" fmla="*/ 167259 w 171450"/>
                <a:gd name="connsiteY87" fmla="*/ 10573 h 66675"/>
                <a:gd name="connsiteX88" fmla="*/ 166592 w 171450"/>
                <a:gd name="connsiteY88" fmla="*/ 10382 h 66675"/>
                <a:gd name="connsiteX89" fmla="*/ 166211 w 171450"/>
                <a:gd name="connsiteY89" fmla="*/ 10478 h 66675"/>
                <a:gd name="connsiteX90" fmla="*/ 164592 w 171450"/>
                <a:gd name="connsiteY90" fmla="*/ 11621 h 66675"/>
                <a:gd name="connsiteX91" fmla="*/ 163640 w 171450"/>
                <a:gd name="connsiteY91" fmla="*/ 12097 h 66675"/>
                <a:gd name="connsiteX92" fmla="*/ 162401 w 171450"/>
                <a:gd name="connsiteY92" fmla="*/ 12192 h 66675"/>
                <a:gd name="connsiteX93" fmla="*/ 161163 w 171450"/>
                <a:gd name="connsiteY93" fmla="*/ 12192 h 66675"/>
                <a:gd name="connsiteX94" fmla="*/ 160116 w 171450"/>
                <a:gd name="connsiteY94" fmla="*/ 11906 h 66675"/>
                <a:gd name="connsiteX95" fmla="*/ 156401 w 171450"/>
                <a:gd name="connsiteY95" fmla="*/ 10096 h 66675"/>
                <a:gd name="connsiteX96" fmla="*/ 155639 w 171450"/>
                <a:gd name="connsiteY96" fmla="*/ 9525 h 66675"/>
                <a:gd name="connsiteX97" fmla="*/ 154781 w 171450"/>
                <a:gd name="connsiteY97" fmla="*/ 9335 h 66675"/>
                <a:gd name="connsiteX98" fmla="*/ 153638 w 171450"/>
                <a:gd name="connsiteY98" fmla="*/ 9811 h 66675"/>
                <a:gd name="connsiteX99" fmla="*/ 148209 w 171450"/>
                <a:gd name="connsiteY99" fmla="*/ 13621 h 66675"/>
                <a:gd name="connsiteX100" fmla="*/ 145923 w 171450"/>
                <a:gd name="connsiteY100" fmla="*/ 14669 h 66675"/>
                <a:gd name="connsiteX101" fmla="*/ 143637 w 171450"/>
                <a:gd name="connsiteY101" fmla="*/ 15145 h 66675"/>
                <a:gd name="connsiteX102" fmla="*/ 143256 w 171450"/>
                <a:gd name="connsiteY102" fmla="*/ 15049 h 66675"/>
                <a:gd name="connsiteX103" fmla="*/ 142399 w 171450"/>
                <a:gd name="connsiteY103" fmla="*/ 14764 h 66675"/>
                <a:gd name="connsiteX104" fmla="*/ 141827 w 171450"/>
                <a:gd name="connsiteY104" fmla="*/ 14764 h 66675"/>
                <a:gd name="connsiteX105" fmla="*/ 141351 w 171450"/>
                <a:gd name="connsiteY105" fmla="*/ 14954 h 66675"/>
                <a:gd name="connsiteX106" fmla="*/ 140303 w 171450"/>
                <a:gd name="connsiteY106" fmla="*/ 15621 h 66675"/>
                <a:gd name="connsiteX107" fmla="*/ 138875 w 171450"/>
                <a:gd name="connsiteY107" fmla="*/ 16002 h 66675"/>
                <a:gd name="connsiteX108" fmla="*/ 134874 w 171450"/>
                <a:gd name="connsiteY108" fmla="*/ 17907 h 66675"/>
                <a:gd name="connsiteX109" fmla="*/ 132683 w 171450"/>
                <a:gd name="connsiteY109" fmla="*/ 18669 h 66675"/>
                <a:gd name="connsiteX110" fmla="*/ 130778 w 171450"/>
                <a:gd name="connsiteY110" fmla="*/ 16859 h 66675"/>
                <a:gd name="connsiteX111" fmla="*/ 130016 w 171450"/>
                <a:gd name="connsiteY111" fmla="*/ 16573 h 66675"/>
                <a:gd name="connsiteX112" fmla="*/ 128778 w 171450"/>
                <a:gd name="connsiteY112" fmla="*/ 16478 h 66675"/>
                <a:gd name="connsiteX113" fmla="*/ 127540 w 171450"/>
                <a:gd name="connsiteY113" fmla="*/ 16193 h 66675"/>
                <a:gd name="connsiteX114" fmla="*/ 126397 w 171450"/>
                <a:gd name="connsiteY114" fmla="*/ 15716 h 66675"/>
                <a:gd name="connsiteX115" fmla="*/ 125444 w 171450"/>
                <a:gd name="connsiteY115" fmla="*/ 15049 h 66675"/>
                <a:gd name="connsiteX116" fmla="*/ 124873 w 171450"/>
                <a:gd name="connsiteY116" fmla="*/ 15335 h 66675"/>
                <a:gd name="connsiteX117" fmla="*/ 123825 w 171450"/>
                <a:gd name="connsiteY117" fmla="*/ 15335 h 66675"/>
                <a:gd name="connsiteX118" fmla="*/ 123254 w 171450"/>
                <a:gd name="connsiteY118" fmla="*/ 15430 h 66675"/>
                <a:gd name="connsiteX119" fmla="*/ 121539 w 171450"/>
                <a:gd name="connsiteY119" fmla="*/ 16383 h 66675"/>
                <a:gd name="connsiteX120" fmla="*/ 119825 w 171450"/>
                <a:gd name="connsiteY120" fmla="*/ 16859 h 66675"/>
                <a:gd name="connsiteX121" fmla="*/ 117539 w 171450"/>
                <a:gd name="connsiteY121" fmla="*/ 18479 h 66675"/>
                <a:gd name="connsiteX122" fmla="*/ 116491 w 171450"/>
                <a:gd name="connsiteY122" fmla="*/ 19050 h 66675"/>
                <a:gd name="connsiteX123" fmla="*/ 114395 w 171450"/>
                <a:gd name="connsiteY123" fmla="*/ 19336 h 66675"/>
                <a:gd name="connsiteX124" fmla="*/ 112014 w 171450"/>
                <a:gd name="connsiteY124" fmla="*/ 19336 h 66675"/>
                <a:gd name="connsiteX125" fmla="*/ 111347 w 171450"/>
                <a:gd name="connsiteY125" fmla="*/ 19431 h 66675"/>
                <a:gd name="connsiteX126" fmla="*/ 110871 w 171450"/>
                <a:gd name="connsiteY126" fmla="*/ 19526 h 66675"/>
                <a:gd name="connsiteX127" fmla="*/ 108585 w 171450"/>
                <a:gd name="connsiteY127" fmla="*/ 20193 h 66675"/>
                <a:gd name="connsiteX128" fmla="*/ 107442 w 171450"/>
                <a:gd name="connsiteY128" fmla="*/ 20383 h 66675"/>
                <a:gd name="connsiteX129" fmla="*/ 106013 w 171450"/>
                <a:gd name="connsiteY129" fmla="*/ 20193 h 66675"/>
                <a:gd name="connsiteX130" fmla="*/ 103918 w 171450"/>
                <a:gd name="connsiteY130" fmla="*/ 19145 h 66675"/>
                <a:gd name="connsiteX131" fmla="*/ 98393 w 171450"/>
                <a:gd name="connsiteY131" fmla="*/ 18193 h 66675"/>
                <a:gd name="connsiteX132" fmla="*/ 95917 w 171450"/>
                <a:gd name="connsiteY132" fmla="*/ 18288 h 66675"/>
                <a:gd name="connsiteX133" fmla="*/ 89726 w 171450"/>
                <a:gd name="connsiteY133" fmla="*/ 20288 h 66675"/>
                <a:gd name="connsiteX134" fmla="*/ 86868 w 171450"/>
                <a:gd name="connsiteY134" fmla="*/ 20764 h 66675"/>
                <a:gd name="connsiteX135" fmla="*/ 85344 w 171450"/>
                <a:gd name="connsiteY135" fmla="*/ 20764 h 66675"/>
                <a:gd name="connsiteX136" fmla="*/ 84392 w 171450"/>
                <a:gd name="connsiteY136" fmla="*/ 20383 h 66675"/>
                <a:gd name="connsiteX137" fmla="*/ 82963 w 171450"/>
                <a:gd name="connsiteY137" fmla="*/ 21812 h 66675"/>
                <a:gd name="connsiteX138" fmla="*/ 82296 w 171450"/>
                <a:gd name="connsiteY138" fmla="*/ 21812 h 66675"/>
                <a:gd name="connsiteX139" fmla="*/ 80963 w 171450"/>
                <a:gd name="connsiteY139" fmla="*/ 21431 h 66675"/>
                <a:gd name="connsiteX140" fmla="*/ 79724 w 171450"/>
                <a:gd name="connsiteY140" fmla="*/ 21622 h 66675"/>
                <a:gd name="connsiteX141" fmla="*/ 76867 w 171450"/>
                <a:gd name="connsiteY141" fmla="*/ 22860 h 66675"/>
                <a:gd name="connsiteX142" fmla="*/ 75819 w 171450"/>
                <a:gd name="connsiteY142" fmla="*/ 23051 h 66675"/>
                <a:gd name="connsiteX143" fmla="*/ 72390 w 171450"/>
                <a:gd name="connsiteY143" fmla="*/ 22860 h 66675"/>
                <a:gd name="connsiteX144" fmla="*/ 71342 w 171450"/>
                <a:gd name="connsiteY144" fmla="*/ 22955 h 66675"/>
                <a:gd name="connsiteX145" fmla="*/ 67818 w 171450"/>
                <a:gd name="connsiteY145" fmla="*/ 24003 h 66675"/>
                <a:gd name="connsiteX146" fmla="*/ 66294 w 171450"/>
                <a:gd name="connsiteY146" fmla="*/ 24955 h 66675"/>
                <a:gd name="connsiteX147" fmla="*/ 65723 w 171450"/>
                <a:gd name="connsiteY147" fmla="*/ 25146 h 66675"/>
                <a:gd name="connsiteX148" fmla="*/ 63818 w 171450"/>
                <a:gd name="connsiteY148" fmla="*/ 24860 h 66675"/>
                <a:gd name="connsiteX149" fmla="*/ 63437 w 171450"/>
                <a:gd name="connsiteY149" fmla="*/ 24955 h 66675"/>
                <a:gd name="connsiteX150" fmla="*/ 62389 w 171450"/>
                <a:gd name="connsiteY150" fmla="*/ 25527 h 66675"/>
                <a:gd name="connsiteX151" fmla="*/ 60008 w 171450"/>
                <a:gd name="connsiteY151" fmla="*/ 25908 h 66675"/>
                <a:gd name="connsiteX152" fmla="*/ 58960 w 171450"/>
                <a:gd name="connsiteY152" fmla="*/ 26289 h 66675"/>
                <a:gd name="connsiteX153" fmla="*/ 58103 w 171450"/>
                <a:gd name="connsiteY153" fmla="*/ 27051 h 66675"/>
                <a:gd name="connsiteX154" fmla="*/ 57436 w 171450"/>
                <a:gd name="connsiteY154" fmla="*/ 28099 h 66675"/>
                <a:gd name="connsiteX155" fmla="*/ 56960 w 171450"/>
                <a:gd name="connsiteY155" fmla="*/ 29337 h 66675"/>
                <a:gd name="connsiteX156" fmla="*/ 56674 w 171450"/>
                <a:gd name="connsiteY156" fmla="*/ 34099 h 66675"/>
                <a:gd name="connsiteX157" fmla="*/ 56483 w 171450"/>
                <a:gd name="connsiteY157" fmla="*/ 35052 h 66675"/>
                <a:gd name="connsiteX158" fmla="*/ 55721 w 171450"/>
                <a:gd name="connsiteY158" fmla="*/ 35719 h 66675"/>
                <a:gd name="connsiteX159" fmla="*/ 53340 w 171450"/>
                <a:gd name="connsiteY159" fmla="*/ 36576 h 66675"/>
                <a:gd name="connsiteX160" fmla="*/ 52864 w 171450"/>
                <a:gd name="connsiteY160" fmla="*/ 37052 h 66675"/>
                <a:gd name="connsiteX161" fmla="*/ 52673 w 171450"/>
                <a:gd name="connsiteY161" fmla="*/ 37910 h 66675"/>
                <a:gd name="connsiteX162" fmla="*/ 50102 w 171450"/>
                <a:gd name="connsiteY162" fmla="*/ 41815 h 66675"/>
                <a:gd name="connsiteX163" fmla="*/ 48959 w 171450"/>
                <a:gd name="connsiteY163" fmla="*/ 42863 h 66675"/>
                <a:gd name="connsiteX164" fmla="*/ 47149 w 171450"/>
                <a:gd name="connsiteY164" fmla="*/ 43910 h 66675"/>
                <a:gd name="connsiteX165" fmla="*/ 47149 w 171450"/>
                <a:gd name="connsiteY165" fmla="*/ 43910 h 66675"/>
                <a:gd name="connsiteX166" fmla="*/ 47339 w 171450"/>
                <a:gd name="connsiteY166" fmla="*/ 45244 h 66675"/>
                <a:gd name="connsiteX167" fmla="*/ 46673 w 171450"/>
                <a:gd name="connsiteY167" fmla="*/ 47054 h 66675"/>
                <a:gd name="connsiteX168" fmla="*/ 46577 w 171450"/>
                <a:gd name="connsiteY168" fmla="*/ 48006 h 66675"/>
                <a:gd name="connsiteX169" fmla="*/ 46863 w 171450"/>
                <a:gd name="connsiteY169" fmla="*/ 48768 h 66675"/>
                <a:gd name="connsiteX170" fmla="*/ 47339 w 171450"/>
                <a:gd name="connsiteY170" fmla="*/ 49435 h 66675"/>
                <a:gd name="connsiteX171" fmla="*/ 47911 w 171450"/>
                <a:gd name="connsiteY171" fmla="*/ 49911 h 66675"/>
                <a:gd name="connsiteX172" fmla="*/ 48673 w 171450"/>
                <a:gd name="connsiteY172" fmla="*/ 50102 h 66675"/>
                <a:gd name="connsiteX173" fmla="*/ 49625 w 171450"/>
                <a:gd name="connsiteY173" fmla="*/ 50006 h 66675"/>
                <a:gd name="connsiteX174" fmla="*/ 50292 w 171450"/>
                <a:gd name="connsiteY174" fmla="*/ 49721 h 66675"/>
                <a:gd name="connsiteX175" fmla="*/ 51626 w 171450"/>
                <a:gd name="connsiteY175" fmla="*/ 48863 h 66675"/>
                <a:gd name="connsiteX176" fmla="*/ 54102 w 171450"/>
                <a:gd name="connsiteY176" fmla="*/ 47815 h 66675"/>
                <a:gd name="connsiteX177" fmla="*/ 54769 w 171450"/>
                <a:gd name="connsiteY177" fmla="*/ 47149 h 66675"/>
                <a:gd name="connsiteX178" fmla="*/ 54959 w 171450"/>
                <a:gd name="connsiteY178" fmla="*/ 46768 h 66675"/>
                <a:gd name="connsiteX179" fmla="*/ 55150 w 171450"/>
                <a:gd name="connsiteY179" fmla="*/ 45720 h 66675"/>
                <a:gd name="connsiteX180" fmla="*/ 55341 w 171450"/>
                <a:gd name="connsiteY180" fmla="*/ 45434 h 66675"/>
                <a:gd name="connsiteX181" fmla="*/ 55912 w 171450"/>
                <a:gd name="connsiteY181" fmla="*/ 45148 h 66675"/>
                <a:gd name="connsiteX182" fmla="*/ 56198 w 171450"/>
                <a:gd name="connsiteY182" fmla="*/ 45244 h 66675"/>
                <a:gd name="connsiteX183" fmla="*/ 56388 w 171450"/>
                <a:gd name="connsiteY183" fmla="*/ 45529 h 66675"/>
                <a:gd name="connsiteX184" fmla="*/ 56769 w 171450"/>
                <a:gd name="connsiteY184" fmla="*/ 45911 h 66675"/>
                <a:gd name="connsiteX185" fmla="*/ 57722 w 171450"/>
                <a:gd name="connsiteY185" fmla="*/ 46482 h 66675"/>
                <a:gd name="connsiteX186" fmla="*/ 58674 w 171450"/>
                <a:gd name="connsiteY186" fmla="*/ 47149 h 66675"/>
                <a:gd name="connsiteX187" fmla="*/ 59436 w 171450"/>
                <a:gd name="connsiteY187" fmla="*/ 48006 h 66675"/>
                <a:gd name="connsiteX188" fmla="*/ 59912 w 171450"/>
                <a:gd name="connsiteY188" fmla="*/ 49054 h 66675"/>
                <a:gd name="connsiteX189" fmla="*/ 59912 w 171450"/>
                <a:gd name="connsiteY189" fmla="*/ 50197 h 66675"/>
                <a:gd name="connsiteX190" fmla="*/ 59055 w 171450"/>
                <a:gd name="connsiteY190" fmla="*/ 53530 h 66675"/>
                <a:gd name="connsiteX191" fmla="*/ 59150 w 171450"/>
                <a:gd name="connsiteY191" fmla="*/ 54007 h 66675"/>
                <a:gd name="connsiteX192" fmla="*/ 59341 w 171450"/>
                <a:gd name="connsiteY192" fmla="*/ 54578 h 66675"/>
                <a:gd name="connsiteX193" fmla="*/ 59436 w 171450"/>
                <a:gd name="connsiteY193" fmla="*/ 54864 h 66675"/>
                <a:gd name="connsiteX194" fmla="*/ 59531 w 171450"/>
                <a:gd name="connsiteY194" fmla="*/ 55150 h 66675"/>
                <a:gd name="connsiteX195" fmla="*/ 59341 w 171450"/>
                <a:gd name="connsiteY195" fmla="*/ 55626 h 66675"/>
                <a:gd name="connsiteX196" fmla="*/ 58960 w 171450"/>
                <a:gd name="connsiteY196" fmla="*/ 55816 h 66675"/>
                <a:gd name="connsiteX197" fmla="*/ 57626 w 171450"/>
                <a:gd name="connsiteY197" fmla="*/ 55721 h 66675"/>
                <a:gd name="connsiteX198" fmla="*/ 57055 w 171450"/>
                <a:gd name="connsiteY198" fmla="*/ 55816 h 66675"/>
                <a:gd name="connsiteX199" fmla="*/ 56198 w 171450"/>
                <a:gd name="connsiteY199" fmla="*/ 56293 h 66675"/>
                <a:gd name="connsiteX200" fmla="*/ 55721 w 171450"/>
                <a:gd name="connsiteY200" fmla="*/ 56769 h 66675"/>
                <a:gd name="connsiteX201" fmla="*/ 55245 w 171450"/>
                <a:gd name="connsiteY201" fmla="*/ 57055 h 66675"/>
                <a:gd name="connsiteX202" fmla="*/ 54483 w 171450"/>
                <a:gd name="connsiteY202" fmla="*/ 57055 h 66675"/>
                <a:gd name="connsiteX203" fmla="*/ 54102 w 171450"/>
                <a:gd name="connsiteY203" fmla="*/ 56864 h 66675"/>
                <a:gd name="connsiteX204" fmla="*/ 53435 w 171450"/>
                <a:gd name="connsiteY204" fmla="*/ 56197 h 66675"/>
                <a:gd name="connsiteX205" fmla="*/ 53054 w 171450"/>
                <a:gd name="connsiteY205" fmla="*/ 55912 h 66675"/>
                <a:gd name="connsiteX206" fmla="*/ 52673 w 171450"/>
                <a:gd name="connsiteY206" fmla="*/ 55816 h 66675"/>
                <a:gd name="connsiteX207" fmla="*/ 51626 w 171450"/>
                <a:gd name="connsiteY207" fmla="*/ 55816 h 66675"/>
                <a:gd name="connsiteX208" fmla="*/ 49911 w 171450"/>
                <a:gd name="connsiteY208" fmla="*/ 56102 h 66675"/>
                <a:gd name="connsiteX209" fmla="*/ 49054 w 171450"/>
                <a:gd name="connsiteY209" fmla="*/ 57150 h 66675"/>
                <a:gd name="connsiteX210" fmla="*/ 48863 w 171450"/>
                <a:gd name="connsiteY210" fmla="*/ 58769 h 66675"/>
                <a:gd name="connsiteX211" fmla="*/ 49149 w 171450"/>
                <a:gd name="connsiteY211" fmla="*/ 60579 h 66675"/>
                <a:gd name="connsiteX212" fmla="*/ 49435 w 171450"/>
                <a:gd name="connsiteY212" fmla="*/ 61531 h 66675"/>
                <a:gd name="connsiteX213" fmla="*/ 49816 w 171450"/>
                <a:gd name="connsiteY213" fmla="*/ 62103 h 66675"/>
                <a:gd name="connsiteX214" fmla="*/ 51054 w 171450"/>
                <a:gd name="connsiteY214" fmla="*/ 63246 h 66675"/>
                <a:gd name="connsiteX215" fmla="*/ 52197 w 171450"/>
                <a:gd name="connsiteY215" fmla="*/ 63913 h 66675"/>
                <a:gd name="connsiteX216" fmla="*/ 52483 w 171450"/>
                <a:gd name="connsiteY216" fmla="*/ 64294 h 66675"/>
                <a:gd name="connsiteX217" fmla="*/ 52578 w 171450"/>
                <a:gd name="connsiteY217" fmla="*/ 64675 h 66675"/>
                <a:gd name="connsiteX218" fmla="*/ 52483 w 171450"/>
                <a:gd name="connsiteY218" fmla="*/ 65532 h 66675"/>
                <a:gd name="connsiteX219" fmla="*/ 52483 w 171450"/>
                <a:gd name="connsiteY219" fmla="*/ 65913 h 66675"/>
                <a:gd name="connsiteX220" fmla="*/ 53721 w 171450"/>
                <a:gd name="connsiteY220" fmla="*/ 67818 h 66675"/>
                <a:gd name="connsiteX221" fmla="*/ 54007 w 171450"/>
                <a:gd name="connsiteY221" fmla="*/ 68580 h 66675"/>
                <a:gd name="connsiteX222" fmla="*/ 54578 w 171450"/>
                <a:gd name="connsiteY222" fmla="*/ 71819 h 66675"/>
                <a:gd name="connsiteX223" fmla="*/ 56388 w 171450"/>
                <a:gd name="connsiteY223" fmla="*/ 70485 h 66675"/>
                <a:gd name="connsiteX224" fmla="*/ 57245 w 171450"/>
                <a:gd name="connsiteY224" fmla="*/ 69628 h 66675"/>
                <a:gd name="connsiteX225" fmla="*/ 58103 w 171450"/>
                <a:gd name="connsiteY225" fmla="*/ 69056 h 66675"/>
                <a:gd name="connsiteX226" fmla="*/ 59150 w 171450"/>
                <a:gd name="connsiteY226" fmla="*/ 68771 h 66675"/>
                <a:gd name="connsiteX227" fmla="*/ 61627 w 171450"/>
                <a:gd name="connsiteY227" fmla="*/ 68580 h 66675"/>
                <a:gd name="connsiteX228" fmla="*/ 62389 w 171450"/>
                <a:gd name="connsiteY228" fmla="*/ 68294 h 66675"/>
                <a:gd name="connsiteX229" fmla="*/ 62960 w 171450"/>
                <a:gd name="connsiteY229" fmla="*/ 67818 h 66675"/>
                <a:gd name="connsiteX230" fmla="*/ 63532 w 171450"/>
                <a:gd name="connsiteY230" fmla="*/ 67151 h 66675"/>
                <a:gd name="connsiteX231" fmla="*/ 64484 w 171450"/>
                <a:gd name="connsiteY231" fmla="*/ 65722 h 66675"/>
                <a:gd name="connsiteX232" fmla="*/ 65151 w 171450"/>
                <a:gd name="connsiteY232" fmla="*/ 64961 h 66675"/>
                <a:gd name="connsiteX233" fmla="*/ 66580 w 171450"/>
                <a:gd name="connsiteY233" fmla="*/ 64294 h 66675"/>
                <a:gd name="connsiteX234" fmla="*/ 69342 w 171450"/>
                <a:gd name="connsiteY234" fmla="*/ 62008 h 66675"/>
                <a:gd name="connsiteX235" fmla="*/ 71247 w 171450"/>
                <a:gd name="connsiteY235" fmla="*/ 60865 h 66675"/>
                <a:gd name="connsiteX236" fmla="*/ 76962 w 171450"/>
                <a:gd name="connsiteY236" fmla="*/ 58769 h 66675"/>
                <a:gd name="connsiteX237" fmla="*/ 80296 w 171450"/>
                <a:gd name="connsiteY237" fmla="*/ 57531 h 66675"/>
                <a:gd name="connsiteX238" fmla="*/ 81344 w 171450"/>
                <a:gd name="connsiteY238" fmla="*/ 56960 h 66675"/>
                <a:gd name="connsiteX239" fmla="*/ 82391 w 171450"/>
                <a:gd name="connsiteY239" fmla="*/ 56102 h 66675"/>
                <a:gd name="connsiteX240" fmla="*/ 83249 w 171450"/>
                <a:gd name="connsiteY240" fmla="*/ 55912 h 66675"/>
                <a:gd name="connsiteX241" fmla="*/ 85916 w 171450"/>
                <a:gd name="connsiteY241" fmla="*/ 56293 h 66675"/>
                <a:gd name="connsiteX242" fmla="*/ 86868 w 171450"/>
                <a:gd name="connsiteY242" fmla="*/ 56293 h 66675"/>
                <a:gd name="connsiteX243" fmla="*/ 90202 w 171450"/>
                <a:gd name="connsiteY243" fmla="*/ 54388 h 66675"/>
                <a:gd name="connsiteX244" fmla="*/ 91345 w 171450"/>
                <a:gd name="connsiteY244" fmla="*/ 54102 h 66675"/>
                <a:gd name="connsiteX245" fmla="*/ 93536 w 171450"/>
                <a:gd name="connsiteY245" fmla="*/ 54102 h 66675"/>
                <a:gd name="connsiteX246" fmla="*/ 94107 w 171450"/>
                <a:gd name="connsiteY246" fmla="*/ 53912 h 66675"/>
                <a:gd name="connsiteX247" fmla="*/ 95250 w 171450"/>
                <a:gd name="connsiteY247" fmla="*/ 52959 h 66675"/>
                <a:gd name="connsiteX248" fmla="*/ 95822 w 171450"/>
                <a:gd name="connsiteY248" fmla="*/ 52673 h 66675"/>
                <a:gd name="connsiteX249" fmla="*/ 96869 w 171450"/>
                <a:gd name="connsiteY249" fmla="*/ 52578 h 66675"/>
                <a:gd name="connsiteX250" fmla="*/ 100013 w 171450"/>
                <a:gd name="connsiteY250" fmla="*/ 53054 h 66675"/>
                <a:gd name="connsiteX251" fmla="*/ 100965 w 171450"/>
                <a:gd name="connsiteY251" fmla="*/ 52769 h 66675"/>
                <a:gd name="connsiteX252" fmla="*/ 106299 w 171450"/>
                <a:gd name="connsiteY252" fmla="*/ 49149 h 66675"/>
                <a:gd name="connsiteX253" fmla="*/ 110204 w 171450"/>
                <a:gd name="connsiteY253" fmla="*/ 46482 h 66675"/>
                <a:gd name="connsiteX254" fmla="*/ 111062 w 171450"/>
                <a:gd name="connsiteY254" fmla="*/ 46101 h 66675"/>
                <a:gd name="connsiteX255" fmla="*/ 112491 w 171450"/>
                <a:gd name="connsiteY255" fmla="*/ 45529 h 66675"/>
                <a:gd name="connsiteX256" fmla="*/ 126397 w 171450"/>
                <a:gd name="connsiteY256" fmla="*/ 43720 h 66675"/>
                <a:gd name="connsiteX257" fmla="*/ 128588 w 171450"/>
                <a:gd name="connsiteY257" fmla="*/ 43053 h 66675"/>
                <a:gd name="connsiteX258" fmla="*/ 130493 w 171450"/>
                <a:gd name="connsiteY258" fmla="*/ 41434 h 66675"/>
                <a:gd name="connsiteX259" fmla="*/ 132398 w 171450"/>
                <a:gd name="connsiteY259" fmla="*/ 38195 h 66675"/>
                <a:gd name="connsiteX260" fmla="*/ 134493 w 171450"/>
                <a:gd name="connsiteY260" fmla="*/ 35814 h 66675"/>
                <a:gd name="connsiteX261" fmla="*/ 135065 w 171450"/>
                <a:gd name="connsiteY261" fmla="*/ 35623 h 66675"/>
                <a:gd name="connsiteX262" fmla="*/ 136208 w 171450"/>
                <a:gd name="connsiteY262" fmla="*/ 35528 h 66675"/>
                <a:gd name="connsiteX263" fmla="*/ 136684 w 171450"/>
                <a:gd name="connsiteY263" fmla="*/ 35433 h 66675"/>
                <a:gd name="connsiteX264" fmla="*/ 137065 w 171450"/>
                <a:gd name="connsiteY264" fmla="*/ 35243 h 66675"/>
                <a:gd name="connsiteX265" fmla="*/ 138589 w 171450"/>
                <a:gd name="connsiteY265" fmla="*/ 34099 h 66675"/>
                <a:gd name="connsiteX266" fmla="*/ 139256 w 171450"/>
                <a:gd name="connsiteY266" fmla="*/ 33814 h 66675"/>
                <a:gd name="connsiteX267" fmla="*/ 140399 w 171450"/>
                <a:gd name="connsiteY267" fmla="*/ 33528 h 66675"/>
                <a:gd name="connsiteX268" fmla="*/ 148400 w 171450"/>
                <a:gd name="connsiteY268" fmla="*/ 32956 h 66675"/>
                <a:gd name="connsiteX269" fmla="*/ 149924 w 171450"/>
                <a:gd name="connsiteY269" fmla="*/ 32195 h 66675"/>
                <a:gd name="connsiteX270" fmla="*/ 153353 w 171450"/>
                <a:gd name="connsiteY270" fmla="*/ 29718 h 66675"/>
                <a:gd name="connsiteX271" fmla="*/ 157067 w 171450"/>
                <a:gd name="connsiteY271" fmla="*/ 28861 h 66675"/>
                <a:gd name="connsiteX272" fmla="*/ 157734 w 171450"/>
                <a:gd name="connsiteY272" fmla="*/ 28861 h 66675"/>
                <a:gd name="connsiteX273" fmla="*/ 158115 w 171450"/>
                <a:gd name="connsiteY273" fmla="*/ 28289 h 66675"/>
                <a:gd name="connsiteX274" fmla="*/ 161544 w 171450"/>
                <a:gd name="connsiteY274" fmla="*/ 24955 h 66675"/>
                <a:gd name="connsiteX275" fmla="*/ 166402 w 171450"/>
                <a:gd name="connsiteY275" fmla="*/ 21241 h 66675"/>
                <a:gd name="connsiteX276" fmla="*/ 168783 w 171450"/>
                <a:gd name="connsiteY276" fmla="*/ 18860 h 66675"/>
                <a:gd name="connsiteX277" fmla="*/ 172593 w 171450"/>
                <a:gd name="connsiteY277" fmla="*/ 16002 h 66675"/>
                <a:gd name="connsiteX278" fmla="*/ 173165 w 171450"/>
                <a:gd name="connsiteY278" fmla="*/ 15145 h 66675"/>
                <a:gd name="connsiteX279" fmla="*/ 172593 w 171450"/>
                <a:gd name="connsiteY279" fmla="*/ 13906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171450" h="66675">
                  <a:moveTo>
                    <a:pt x="22193" y="55531"/>
                  </a:moveTo>
                  <a:lnTo>
                    <a:pt x="20860" y="55626"/>
                  </a:lnTo>
                  <a:lnTo>
                    <a:pt x="19812" y="55816"/>
                  </a:lnTo>
                  <a:lnTo>
                    <a:pt x="19336" y="56388"/>
                  </a:lnTo>
                  <a:lnTo>
                    <a:pt x="18764" y="56674"/>
                  </a:lnTo>
                  <a:lnTo>
                    <a:pt x="13621" y="57626"/>
                  </a:lnTo>
                  <a:lnTo>
                    <a:pt x="10097" y="58674"/>
                  </a:lnTo>
                  <a:lnTo>
                    <a:pt x="8477" y="59436"/>
                  </a:lnTo>
                  <a:lnTo>
                    <a:pt x="8001" y="60007"/>
                  </a:lnTo>
                  <a:lnTo>
                    <a:pt x="6858" y="61627"/>
                  </a:lnTo>
                  <a:lnTo>
                    <a:pt x="6191" y="62008"/>
                  </a:lnTo>
                  <a:lnTo>
                    <a:pt x="5239" y="62103"/>
                  </a:lnTo>
                  <a:lnTo>
                    <a:pt x="953" y="63818"/>
                  </a:lnTo>
                  <a:lnTo>
                    <a:pt x="0" y="64103"/>
                  </a:lnTo>
                  <a:lnTo>
                    <a:pt x="1715" y="67056"/>
                  </a:lnTo>
                  <a:lnTo>
                    <a:pt x="3143" y="68294"/>
                  </a:lnTo>
                  <a:lnTo>
                    <a:pt x="4763" y="68580"/>
                  </a:lnTo>
                  <a:lnTo>
                    <a:pt x="5429" y="68199"/>
                  </a:lnTo>
                  <a:lnTo>
                    <a:pt x="6477" y="66770"/>
                  </a:lnTo>
                  <a:lnTo>
                    <a:pt x="7144" y="66199"/>
                  </a:lnTo>
                  <a:lnTo>
                    <a:pt x="8001" y="65818"/>
                  </a:lnTo>
                  <a:lnTo>
                    <a:pt x="8763" y="65818"/>
                  </a:lnTo>
                  <a:lnTo>
                    <a:pt x="9430" y="66104"/>
                  </a:lnTo>
                  <a:lnTo>
                    <a:pt x="10192" y="66770"/>
                  </a:lnTo>
                  <a:lnTo>
                    <a:pt x="10763" y="67532"/>
                  </a:lnTo>
                  <a:lnTo>
                    <a:pt x="11240" y="68389"/>
                  </a:lnTo>
                  <a:lnTo>
                    <a:pt x="11621" y="69342"/>
                  </a:lnTo>
                  <a:lnTo>
                    <a:pt x="11811" y="70199"/>
                  </a:lnTo>
                  <a:lnTo>
                    <a:pt x="11811" y="70580"/>
                  </a:lnTo>
                  <a:lnTo>
                    <a:pt x="11621" y="71533"/>
                  </a:lnTo>
                  <a:lnTo>
                    <a:pt x="11621" y="71819"/>
                  </a:lnTo>
                  <a:lnTo>
                    <a:pt x="11811" y="72485"/>
                  </a:lnTo>
                  <a:lnTo>
                    <a:pt x="11811" y="72580"/>
                  </a:lnTo>
                  <a:lnTo>
                    <a:pt x="12002" y="72390"/>
                  </a:lnTo>
                  <a:lnTo>
                    <a:pt x="12668" y="72199"/>
                  </a:lnTo>
                  <a:lnTo>
                    <a:pt x="13716" y="72104"/>
                  </a:lnTo>
                  <a:lnTo>
                    <a:pt x="14573" y="71914"/>
                  </a:lnTo>
                  <a:lnTo>
                    <a:pt x="15240" y="71438"/>
                  </a:lnTo>
                  <a:lnTo>
                    <a:pt x="15716" y="70676"/>
                  </a:lnTo>
                  <a:lnTo>
                    <a:pt x="15812" y="70199"/>
                  </a:lnTo>
                  <a:lnTo>
                    <a:pt x="15526" y="69247"/>
                  </a:lnTo>
                  <a:lnTo>
                    <a:pt x="15526" y="68866"/>
                  </a:lnTo>
                  <a:lnTo>
                    <a:pt x="15716" y="68485"/>
                  </a:lnTo>
                  <a:lnTo>
                    <a:pt x="16193" y="67723"/>
                  </a:lnTo>
                  <a:lnTo>
                    <a:pt x="16383" y="67342"/>
                  </a:lnTo>
                  <a:lnTo>
                    <a:pt x="16478" y="65722"/>
                  </a:lnTo>
                  <a:lnTo>
                    <a:pt x="16859" y="65151"/>
                  </a:lnTo>
                  <a:lnTo>
                    <a:pt x="17050" y="65056"/>
                  </a:lnTo>
                  <a:lnTo>
                    <a:pt x="17241" y="65056"/>
                  </a:lnTo>
                  <a:lnTo>
                    <a:pt x="17717" y="64770"/>
                  </a:lnTo>
                  <a:lnTo>
                    <a:pt x="19241" y="63437"/>
                  </a:lnTo>
                  <a:lnTo>
                    <a:pt x="20288" y="62103"/>
                  </a:lnTo>
                  <a:lnTo>
                    <a:pt x="20479" y="61913"/>
                  </a:lnTo>
                  <a:lnTo>
                    <a:pt x="20669" y="61722"/>
                  </a:lnTo>
                  <a:lnTo>
                    <a:pt x="20860" y="61246"/>
                  </a:lnTo>
                  <a:lnTo>
                    <a:pt x="21146" y="59436"/>
                  </a:lnTo>
                  <a:lnTo>
                    <a:pt x="21908" y="56483"/>
                  </a:lnTo>
                  <a:lnTo>
                    <a:pt x="22193" y="55531"/>
                  </a:lnTo>
                  <a:lnTo>
                    <a:pt x="22193" y="55531"/>
                  </a:lnTo>
                  <a:close/>
                  <a:moveTo>
                    <a:pt x="78391" y="8477"/>
                  </a:moveTo>
                  <a:lnTo>
                    <a:pt x="79058" y="8858"/>
                  </a:lnTo>
                  <a:lnTo>
                    <a:pt x="80772" y="9335"/>
                  </a:lnTo>
                  <a:lnTo>
                    <a:pt x="81153" y="9525"/>
                  </a:lnTo>
                  <a:lnTo>
                    <a:pt x="81344" y="9715"/>
                  </a:lnTo>
                  <a:lnTo>
                    <a:pt x="81820" y="9525"/>
                  </a:lnTo>
                  <a:lnTo>
                    <a:pt x="82296" y="9144"/>
                  </a:lnTo>
                  <a:lnTo>
                    <a:pt x="82487" y="8668"/>
                  </a:lnTo>
                  <a:lnTo>
                    <a:pt x="82868" y="7048"/>
                  </a:lnTo>
                  <a:lnTo>
                    <a:pt x="84868" y="2096"/>
                  </a:lnTo>
                  <a:lnTo>
                    <a:pt x="85344" y="381"/>
                  </a:lnTo>
                  <a:lnTo>
                    <a:pt x="84392" y="0"/>
                  </a:lnTo>
                  <a:lnTo>
                    <a:pt x="82963" y="953"/>
                  </a:lnTo>
                  <a:lnTo>
                    <a:pt x="81629" y="2286"/>
                  </a:lnTo>
                  <a:lnTo>
                    <a:pt x="81058" y="3238"/>
                  </a:lnTo>
                  <a:lnTo>
                    <a:pt x="80677" y="3905"/>
                  </a:lnTo>
                  <a:lnTo>
                    <a:pt x="78772" y="5334"/>
                  </a:lnTo>
                  <a:lnTo>
                    <a:pt x="78105" y="6001"/>
                  </a:lnTo>
                  <a:lnTo>
                    <a:pt x="77724" y="6668"/>
                  </a:lnTo>
                  <a:lnTo>
                    <a:pt x="77629" y="7144"/>
                  </a:lnTo>
                  <a:lnTo>
                    <a:pt x="77819" y="7620"/>
                  </a:lnTo>
                  <a:lnTo>
                    <a:pt x="78391" y="8477"/>
                  </a:lnTo>
                  <a:close/>
                  <a:moveTo>
                    <a:pt x="172593" y="13906"/>
                  </a:moveTo>
                  <a:lnTo>
                    <a:pt x="171545" y="13240"/>
                  </a:lnTo>
                  <a:lnTo>
                    <a:pt x="169164" y="12573"/>
                  </a:lnTo>
                  <a:lnTo>
                    <a:pt x="168021" y="11906"/>
                  </a:lnTo>
                  <a:lnTo>
                    <a:pt x="167640" y="11430"/>
                  </a:lnTo>
                  <a:lnTo>
                    <a:pt x="167545" y="10954"/>
                  </a:lnTo>
                  <a:lnTo>
                    <a:pt x="167259" y="10573"/>
                  </a:lnTo>
                  <a:lnTo>
                    <a:pt x="166592" y="10382"/>
                  </a:lnTo>
                  <a:lnTo>
                    <a:pt x="166211" y="10478"/>
                  </a:lnTo>
                  <a:lnTo>
                    <a:pt x="164592" y="11621"/>
                  </a:lnTo>
                  <a:lnTo>
                    <a:pt x="163640" y="12097"/>
                  </a:lnTo>
                  <a:lnTo>
                    <a:pt x="162401" y="12192"/>
                  </a:lnTo>
                  <a:lnTo>
                    <a:pt x="161163" y="12192"/>
                  </a:lnTo>
                  <a:lnTo>
                    <a:pt x="160116" y="11906"/>
                  </a:lnTo>
                  <a:lnTo>
                    <a:pt x="156401" y="10096"/>
                  </a:lnTo>
                  <a:lnTo>
                    <a:pt x="155639" y="9525"/>
                  </a:lnTo>
                  <a:lnTo>
                    <a:pt x="154781" y="9335"/>
                  </a:lnTo>
                  <a:lnTo>
                    <a:pt x="153638" y="9811"/>
                  </a:lnTo>
                  <a:lnTo>
                    <a:pt x="148209" y="13621"/>
                  </a:lnTo>
                  <a:lnTo>
                    <a:pt x="145923" y="14669"/>
                  </a:lnTo>
                  <a:lnTo>
                    <a:pt x="143637" y="15145"/>
                  </a:lnTo>
                  <a:lnTo>
                    <a:pt x="143256" y="15049"/>
                  </a:lnTo>
                  <a:lnTo>
                    <a:pt x="142399" y="14764"/>
                  </a:lnTo>
                  <a:lnTo>
                    <a:pt x="141827" y="14764"/>
                  </a:lnTo>
                  <a:lnTo>
                    <a:pt x="141351" y="14954"/>
                  </a:lnTo>
                  <a:lnTo>
                    <a:pt x="140303" y="15621"/>
                  </a:lnTo>
                  <a:lnTo>
                    <a:pt x="138875" y="16002"/>
                  </a:lnTo>
                  <a:lnTo>
                    <a:pt x="134874" y="17907"/>
                  </a:lnTo>
                  <a:lnTo>
                    <a:pt x="132683" y="18669"/>
                  </a:lnTo>
                  <a:lnTo>
                    <a:pt x="130778" y="16859"/>
                  </a:lnTo>
                  <a:lnTo>
                    <a:pt x="130016" y="16573"/>
                  </a:lnTo>
                  <a:lnTo>
                    <a:pt x="128778" y="16478"/>
                  </a:lnTo>
                  <a:lnTo>
                    <a:pt x="127540" y="16193"/>
                  </a:lnTo>
                  <a:lnTo>
                    <a:pt x="126397" y="15716"/>
                  </a:lnTo>
                  <a:lnTo>
                    <a:pt x="125444" y="15049"/>
                  </a:lnTo>
                  <a:lnTo>
                    <a:pt x="124873" y="15335"/>
                  </a:lnTo>
                  <a:lnTo>
                    <a:pt x="123825" y="15335"/>
                  </a:lnTo>
                  <a:lnTo>
                    <a:pt x="123254" y="15430"/>
                  </a:lnTo>
                  <a:lnTo>
                    <a:pt x="121539" y="16383"/>
                  </a:lnTo>
                  <a:lnTo>
                    <a:pt x="119825" y="16859"/>
                  </a:lnTo>
                  <a:lnTo>
                    <a:pt x="117539" y="18479"/>
                  </a:lnTo>
                  <a:lnTo>
                    <a:pt x="116491" y="19050"/>
                  </a:lnTo>
                  <a:lnTo>
                    <a:pt x="114395" y="19336"/>
                  </a:lnTo>
                  <a:lnTo>
                    <a:pt x="112014" y="19336"/>
                  </a:lnTo>
                  <a:lnTo>
                    <a:pt x="111347" y="19431"/>
                  </a:lnTo>
                  <a:lnTo>
                    <a:pt x="110871" y="19526"/>
                  </a:lnTo>
                  <a:lnTo>
                    <a:pt x="108585" y="20193"/>
                  </a:lnTo>
                  <a:lnTo>
                    <a:pt x="107442" y="20383"/>
                  </a:lnTo>
                  <a:lnTo>
                    <a:pt x="106013" y="20193"/>
                  </a:lnTo>
                  <a:lnTo>
                    <a:pt x="103918" y="19145"/>
                  </a:lnTo>
                  <a:lnTo>
                    <a:pt x="98393" y="18193"/>
                  </a:lnTo>
                  <a:lnTo>
                    <a:pt x="95917" y="18288"/>
                  </a:lnTo>
                  <a:lnTo>
                    <a:pt x="89726" y="20288"/>
                  </a:lnTo>
                  <a:lnTo>
                    <a:pt x="86868" y="20764"/>
                  </a:lnTo>
                  <a:lnTo>
                    <a:pt x="85344" y="20764"/>
                  </a:lnTo>
                  <a:lnTo>
                    <a:pt x="84392" y="20383"/>
                  </a:lnTo>
                  <a:lnTo>
                    <a:pt x="82963" y="21812"/>
                  </a:lnTo>
                  <a:lnTo>
                    <a:pt x="82296" y="21812"/>
                  </a:lnTo>
                  <a:lnTo>
                    <a:pt x="80963" y="21431"/>
                  </a:lnTo>
                  <a:lnTo>
                    <a:pt x="79724" y="21622"/>
                  </a:lnTo>
                  <a:lnTo>
                    <a:pt x="76867" y="22860"/>
                  </a:lnTo>
                  <a:lnTo>
                    <a:pt x="75819" y="23051"/>
                  </a:lnTo>
                  <a:lnTo>
                    <a:pt x="72390" y="22860"/>
                  </a:lnTo>
                  <a:lnTo>
                    <a:pt x="71342" y="22955"/>
                  </a:lnTo>
                  <a:lnTo>
                    <a:pt x="67818" y="24003"/>
                  </a:lnTo>
                  <a:lnTo>
                    <a:pt x="66294" y="24955"/>
                  </a:lnTo>
                  <a:lnTo>
                    <a:pt x="65723" y="25146"/>
                  </a:lnTo>
                  <a:lnTo>
                    <a:pt x="63818" y="24860"/>
                  </a:lnTo>
                  <a:lnTo>
                    <a:pt x="63437" y="24955"/>
                  </a:lnTo>
                  <a:lnTo>
                    <a:pt x="62389" y="25527"/>
                  </a:lnTo>
                  <a:lnTo>
                    <a:pt x="60008" y="25908"/>
                  </a:lnTo>
                  <a:lnTo>
                    <a:pt x="58960" y="26289"/>
                  </a:lnTo>
                  <a:lnTo>
                    <a:pt x="58103" y="27051"/>
                  </a:lnTo>
                  <a:lnTo>
                    <a:pt x="57436" y="28099"/>
                  </a:lnTo>
                  <a:lnTo>
                    <a:pt x="56960" y="29337"/>
                  </a:lnTo>
                  <a:lnTo>
                    <a:pt x="56674" y="34099"/>
                  </a:lnTo>
                  <a:lnTo>
                    <a:pt x="56483" y="35052"/>
                  </a:lnTo>
                  <a:lnTo>
                    <a:pt x="55721" y="35719"/>
                  </a:lnTo>
                  <a:lnTo>
                    <a:pt x="53340" y="36576"/>
                  </a:lnTo>
                  <a:lnTo>
                    <a:pt x="52864" y="37052"/>
                  </a:lnTo>
                  <a:lnTo>
                    <a:pt x="52673" y="37910"/>
                  </a:lnTo>
                  <a:lnTo>
                    <a:pt x="50102" y="41815"/>
                  </a:lnTo>
                  <a:lnTo>
                    <a:pt x="48959" y="42863"/>
                  </a:lnTo>
                  <a:lnTo>
                    <a:pt x="47149" y="43910"/>
                  </a:lnTo>
                  <a:lnTo>
                    <a:pt x="47149" y="43910"/>
                  </a:lnTo>
                  <a:lnTo>
                    <a:pt x="47339" y="45244"/>
                  </a:lnTo>
                  <a:lnTo>
                    <a:pt x="46673" y="47054"/>
                  </a:lnTo>
                  <a:lnTo>
                    <a:pt x="46577" y="48006"/>
                  </a:lnTo>
                  <a:lnTo>
                    <a:pt x="46863" y="48768"/>
                  </a:lnTo>
                  <a:lnTo>
                    <a:pt x="47339" y="49435"/>
                  </a:lnTo>
                  <a:lnTo>
                    <a:pt x="47911" y="49911"/>
                  </a:lnTo>
                  <a:lnTo>
                    <a:pt x="48673" y="50102"/>
                  </a:lnTo>
                  <a:lnTo>
                    <a:pt x="49625" y="50006"/>
                  </a:lnTo>
                  <a:lnTo>
                    <a:pt x="50292" y="49721"/>
                  </a:lnTo>
                  <a:lnTo>
                    <a:pt x="51626" y="48863"/>
                  </a:lnTo>
                  <a:lnTo>
                    <a:pt x="54102" y="47815"/>
                  </a:lnTo>
                  <a:lnTo>
                    <a:pt x="54769" y="47149"/>
                  </a:lnTo>
                  <a:lnTo>
                    <a:pt x="54959" y="46768"/>
                  </a:lnTo>
                  <a:lnTo>
                    <a:pt x="55150" y="45720"/>
                  </a:lnTo>
                  <a:lnTo>
                    <a:pt x="55341" y="45434"/>
                  </a:lnTo>
                  <a:lnTo>
                    <a:pt x="55912" y="45148"/>
                  </a:lnTo>
                  <a:lnTo>
                    <a:pt x="56198" y="45244"/>
                  </a:lnTo>
                  <a:lnTo>
                    <a:pt x="56388" y="45529"/>
                  </a:lnTo>
                  <a:lnTo>
                    <a:pt x="56769" y="45911"/>
                  </a:lnTo>
                  <a:lnTo>
                    <a:pt x="57722" y="46482"/>
                  </a:lnTo>
                  <a:lnTo>
                    <a:pt x="58674" y="47149"/>
                  </a:lnTo>
                  <a:lnTo>
                    <a:pt x="59436" y="48006"/>
                  </a:lnTo>
                  <a:lnTo>
                    <a:pt x="59912" y="49054"/>
                  </a:lnTo>
                  <a:lnTo>
                    <a:pt x="59912" y="50197"/>
                  </a:lnTo>
                  <a:lnTo>
                    <a:pt x="59055" y="53530"/>
                  </a:lnTo>
                  <a:lnTo>
                    <a:pt x="59150" y="54007"/>
                  </a:lnTo>
                  <a:lnTo>
                    <a:pt x="59341" y="54578"/>
                  </a:lnTo>
                  <a:lnTo>
                    <a:pt x="59436" y="54864"/>
                  </a:lnTo>
                  <a:lnTo>
                    <a:pt x="59531" y="55150"/>
                  </a:lnTo>
                  <a:lnTo>
                    <a:pt x="59341" y="55626"/>
                  </a:lnTo>
                  <a:lnTo>
                    <a:pt x="58960" y="55816"/>
                  </a:lnTo>
                  <a:lnTo>
                    <a:pt x="57626" y="55721"/>
                  </a:lnTo>
                  <a:lnTo>
                    <a:pt x="57055" y="55816"/>
                  </a:lnTo>
                  <a:lnTo>
                    <a:pt x="56198" y="56293"/>
                  </a:lnTo>
                  <a:lnTo>
                    <a:pt x="55721" y="56769"/>
                  </a:lnTo>
                  <a:lnTo>
                    <a:pt x="55245" y="57055"/>
                  </a:lnTo>
                  <a:lnTo>
                    <a:pt x="54483" y="57055"/>
                  </a:lnTo>
                  <a:lnTo>
                    <a:pt x="54102" y="56864"/>
                  </a:lnTo>
                  <a:lnTo>
                    <a:pt x="53435" y="56197"/>
                  </a:lnTo>
                  <a:lnTo>
                    <a:pt x="53054" y="55912"/>
                  </a:lnTo>
                  <a:lnTo>
                    <a:pt x="52673" y="55816"/>
                  </a:lnTo>
                  <a:lnTo>
                    <a:pt x="51626" y="55816"/>
                  </a:lnTo>
                  <a:lnTo>
                    <a:pt x="49911" y="56102"/>
                  </a:lnTo>
                  <a:lnTo>
                    <a:pt x="49054" y="57150"/>
                  </a:lnTo>
                  <a:lnTo>
                    <a:pt x="48863" y="58769"/>
                  </a:lnTo>
                  <a:lnTo>
                    <a:pt x="49149" y="60579"/>
                  </a:lnTo>
                  <a:lnTo>
                    <a:pt x="49435" y="61531"/>
                  </a:lnTo>
                  <a:lnTo>
                    <a:pt x="49816" y="62103"/>
                  </a:lnTo>
                  <a:lnTo>
                    <a:pt x="51054" y="63246"/>
                  </a:lnTo>
                  <a:lnTo>
                    <a:pt x="52197" y="63913"/>
                  </a:lnTo>
                  <a:lnTo>
                    <a:pt x="52483" y="64294"/>
                  </a:lnTo>
                  <a:lnTo>
                    <a:pt x="52578" y="64675"/>
                  </a:lnTo>
                  <a:lnTo>
                    <a:pt x="52483" y="65532"/>
                  </a:lnTo>
                  <a:lnTo>
                    <a:pt x="52483" y="65913"/>
                  </a:lnTo>
                  <a:lnTo>
                    <a:pt x="53721" y="67818"/>
                  </a:lnTo>
                  <a:lnTo>
                    <a:pt x="54007" y="68580"/>
                  </a:lnTo>
                  <a:lnTo>
                    <a:pt x="54578" y="71819"/>
                  </a:lnTo>
                  <a:lnTo>
                    <a:pt x="56388" y="70485"/>
                  </a:lnTo>
                  <a:lnTo>
                    <a:pt x="57245" y="69628"/>
                  </a:lnTo>
                  <a:lnTo>
                    <a:pt x="58103" y="69056"/>
                  </a:lnTo>
                  <a:lnTo>
                    <a:pt x="59150" y="68771"/>
                  </a:lnTo>
                  <a:lnTo>
                    <a:pt x="61627" y="68580"/>
                  </a:lnTo>
                  <a:lnTo>
                    <a:pt x="62389" y="68294"/>
                  </a:lnTo>
                  <a:lnTo>
                    <a:pt x="62960" y="67818"/>
                  </a:lnTo>
                  <a:lnTo>
                    <a:pt x="63532" y="67151"/>
                  </a:lnTo>
                  <a:lnTo>
                    <a:pt x="64484" y="65722"/>
                  </a:lnTo>
                  <a:lnTo>
                    <a:pt x="65151" y="64961"/>
                  </a:lnTo>
                  <a:lnTo>
                    <a:pt x="66580" y="64294"/>
                  </a:lnTo>
                  <a:lnTo>
                    <a:pt x="69342" y="62008"/>
                  </a:lnTo>
                  <a:lnTo>
                    <a:pt x="71247" y="60865"/>
                  </a:lnTo>
                  <a:lnTo>
                    <a:pt x="76962" y="58769"/>
                  </a:lnTo>
                  <a:lnTo>
                    <a:pt x="80296" y="57531"/>
                  </a:lnTo>
                  <a:lnTo>
                    <a:pt x="81344" y="56960"/>
                  </a:lnTo>
                  <a:lnTo>
                    <a:pt x="82391" y="56102"/>
                  </a:lnTo>
                  <a:lnTo>
                    <a:pt x="83249" y="55912"/>
                  </a:lnTo>
                  <a:lnTo>
                    <a:pt x="85916" y="56293"/>
                  </a:lnTo>
                  <a:lnTo>
                    <a:pt x="86868" y="56293"/>
                  </a:lnTo>
                  <a:lnTo>
                    <a:pt x="90202" y="54388"/>
                  </a:lnTo>
                  <a:lnTo>
                    <a:pt x="91345" y="54102"/>
                  </a:lnTo>
                  <a:lnTo>
                    <a:pt x="93536" y="54102"/>
                  </a:lnTo>
                  <a:lnTo>
                    <a:pt x="94107" y="53912"/>
                  </a:lnTo>
                  <a:lnTo>
                    <a:pt x="95250" y="52959"/>
                  </a:lnTo>
                  <a:lnTo>
                    <a:pt x="95822" y="52673"/>
                  </a:lnTo>
                  <a:lnTo>
                    <a:pt x="96869" y="52578"/>
                  </a:lnTo>
                  <a:lnTo>
                    <a:pt x="100013" y="53054"/>
                  </a:lnTo>
                  <a:lnTo>
                    <a:pt x="100965" y="52769"/>
                  </a:lnTo>
                  <a:lnTo>
                    <a:pt x="106299" y="49149"/>
                  </a:lnTo>
                  <a:lnTo>
                    <a:pt x="110204" y="46482"/>
                  </a:lnTo>
                  <a:lnTo>
                    <a:pt x="111062" y="46101"/>
                  </a:lnTo>
                  <a:lnTo>
                    <a:pt x="112491" y="45529"/>
                  </a:lnTo>
                  <a:lnTo>
                    <a:pt x="126397" y="43720"/>
                  </a:lnTo>
                  <a:lnTo>
                    <a:pt x="128588" y="43053"/>
                  </a:lnTo>
                  <a:lnTo>
                    <a:pt x="130493" y="41434"/>
                  </a:lnTo>
                  <a:lnTo>
                    <a:pt x="132398" y="38195"/>
                  </a:lnTo>
                  <a:lnTo>
                    <a:pt x="134493" y="35814"/>
                  </a:lnTo>
                  <a:lnTo>
                    <a:pt x="135065" y="35623"/>
                  </a:lnTo>
                  <a:lnTo>
                    <a:pt x="136208" y="35528"/>
                  </a:lnTo>
                  <a:lnTo>
                    <a:pt x="136684" y="35433"/>
                  </a:lnTo>
                  <a:lnTo>
                    <a:pt x="137065" y="35243"/>
                  </a:lnTo>
                  <a:lnTo>
                    <a:pt x="138589" y="34099"/>
                  </a:lnTo>
                  <a:lnTo>
                    <a:pt x="139256" y="33814"/>
                  </a:lnTo>
                  <a:lnTo>
                    <a:pt x="140399" y="33528"/>
                  </a:lnTo>
                  <a:lnTo>
                    <a:pt x="148400" y="32956"/>
                  </a:lnTo>
                  <a:lnTo>
                    <a:pt x="149924" y="32195"/>
                  </a:lnTo>
                  <a:lnTo>
                    <a:pt x="153353" y="29718"/>
                  </a:lnTo>
                  <a:lnTo>
                    <a:pt x="157067" y="28861"/>
                  </a:lnTo>
                  <a:lnTo>
                    <a:pt x="157734" y="28861"/>
                  </a:lnTo>
                  <a:lnTo>
                    <a:pt x="158115" y="28289"/>
                  </a:lnTo>
                  <a:lnTo>
                    <a:pt x="161544" y="24955"/>
                  </a:lnTo>
                  <a:lnTo>
                    <a:pt x="166402" y="21241"/>
                  </a:lnTo>
                  <a:lnTo>
                    <a:pt x="168783" y="18860"/>
                  </a:lnTo>
                  <a:lnTo>
                    <a:pt x="172593" y="16002"/>
                  </a:lnTo>
                  <a:lnTo>
                    <a:pt x="173165" y="15145"/>
                  </a:lnTo>
                  <a:lnTo>
                    <a:pt x="172593" y="13906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7" name="Freeform: Shape 29">
              <a:extLst>
                <a:ext uri="{FF2B5EF4-FFF2-40B4-BE49-F238E27FC236}">
                  <a16:creationId xmlns:a16="http://schemas.microsoft.com/office/drawing/2014/main" id="{5D45183D-7EDD-518D-53FB-6D7C611DB8A5}"/>
                </a:ext>
              </a:extLst>
            </p:cNvPr>
            <p:cNvSpPr/>
            <p:nvPr/>
          </p:nvSpPr>
          <p:spPr>
            <a:xfrm>
              <a:off x="4692776" y="1555718"/>
              <a:ext cx="3219450" cy="2495550"/>
            </a:xfrm>
            <a:custGeom>
              <a:avLst/>
              <a:gdLst>
                <a:gd name="connsiteX0" fmla="*/ 2100453 w 3219450"/>
                <a:gd name="connsiteY0" fmla="*/ 2106930 h 2495550"/>
                <a:gd name="connsiteX1" fmla="*/ 2098167 w 3219450"/>
                <a:gd name="connsiteY1" fmla="*/ 2106263 h 2495550"/>
                <a:gd name="connsiteX2" fmla="*/ 2096738 w 3219450"/>
                <a:gd name="connsiteY2" fmla="*/ 2106454 h 2495550"/>
                <a:gd name="connsiteX3" fmla="*/ 2096262 w 3219450"/>
                <a:gd name="connsiteY3" fmla="*/ 2107025 h 2495550"/>
                <a:gd name="connsiteX4" fmla="*/ 2096548 w 3219450"/>
                <a:gd name="connsiteY4" fmla="*/ 2107883 h 2495550"/>
                <a:gd name="connsiteX5" fmla="*/ 2098262 w 3219450"/>
                <a:gd name="connsiteY5" fmla="*/ 2109788 h 2495550"/>
                <a:gd name="connsiteX6" fmla="*/ 2099405 w 3219450"/>
                <a:gd name="connsiteY6" fmla="*/ 2110835 h 2495550"/>
                <a:gd name="connsiteX7" fmla="*/ 2100263 w 3219450"/>
                <a:gd name="connsiteY7" fmla="*/ 2111121 h 2495550"/>
                <a:gd name="connsiteX8" fmla="*/ 2100263 w 3219450"/>
                <a:gd name="connsiteY8" fmla="*/ 2109788 h 2495550"/>
                <a:gd name="connsiteX9" fmla="*/ 2100644 w 3219450"/>
                <a:gd name="connsiteY9" fmla="*/ 2109788 h 2495550"/>
                <a:gd name="connsiteX10" fmla="*/ 2101406 w 3219450"/>
                <a:gd name="connsiteY10" fmla="*/ 2111788 h 2495550"/>
                <a:gd name="connsiteX11" fmla="*/ 2101977 w 3219450"/>
                <a:gd name="connsiteY11" fmla="*/ 2112645 h 2495550"/>
                <a:gd name="connsiteX12" fmla="*/ 2102739 w 3219450"/>
                <a:gd name="connsiteY12" fmla="*/ 2113217 h 2495550"/>
                <a:gd name="connsiteX13" fmla="*/ 2103120 w 3219450"/>
                <a:gd name="connsiteY13" fmla="*/ 2112455 h 2495550"/>
                <a:gd name="connsiteX14" fmla="*/ 2103501 w 3219450"/>
                <a:gd name="connsiteY14" fmla="*/ 2113502 h 2495550"/>
                <a:gd name="connsiteX15" fmla="*/ 2103978 w 3219450"/>
                <a:gd name="connsiteY15" fmla="*/ 2114360 h 2495550"/>
                <a:gd name="connsiteX16" fmla="*/ 2104739 w 3219450"/>
                <a:gd name="connsiteY16" fmla="*/ 2115026 h 2495550"/>
                <a:gd name="connsiteX17" fmla="*/ 2105882 w 3219450"/>
                <a:gd name="connsiteY17" fmla="*/ 2115217 h 2495550"/>
                <a:gd name="connsiteX18" fmla="*/ 2106645 w 3219450"/>
                <a:gd name="connsiteY18" fmla="*/ 2115122 h 2495550"/>
                <a:gd name="connsiteX19" fmla="*/ 2107121 w 3219450"/>
                <a:gd name="connsiteY19" fmla="*/ 2114741 h 2495550"/>
                <a:gd name="connsiteX20" fmla="*/ 2107121 w 3219450"/>
                <a:gd name="connsiteY20" fmla="*/ 2114169 h 2495550"/>
                <a:gd name="connsiteX21" fmla="*/ 2106645 w 3219450"/>
                <a:gd name="connsiteY21" fmla="*/ 2113502 h 2495550"/>
                <a:gd name="connsiteX22" fmla="*/ 2106359 w 3219450"/>
                <a:gd name="connsiteY22" fmla="*/ 2112931 h 2495550"/>
                <a:gd name="connsiteX23" fmla="*/ 2105787 w 3219450"/>
                <a:gd name="connsiteY23" fmla="*/ 2111312 h 2495550"/>
                <a:gd name="connsiteX24" fmla="*/ 2105597 w 3219450"/>
                <a:gd name="connsiteY24" fmla="*/ 2110931 h 2495550"/>
                <a:gd name="connsiteX25" fmla="*/ 2104168 w 3219450"/>
                <a:gd name="connsiteY25" fmla="*/ 2110645 h 2495550"/>
                <a:gd name="connsiteX26" fmla="*/ 2103120 w 3219450"/>
                <a:gd name="connsiteY26" fmla="*/ 2109978 h 2495550"/>
                <a:gd name="connsiteX27" fmla="*/ 2101025 w 3219450"/>
                <a:gd name="connsiteY27" fmla="*/ 2107311 h 2495550"/>
                <a:gd name="connsiteX28" fmla="*/ 2100453 w 3219450"/>
                <a:gd name="connsiteY28" fmla="*/ 2106930 h 2495550"/>
                <a:gd name="connsiteX29" fmla="*/ 2100548 w 3219450"/>
                <a:gd name="connsiteY29" fmla="*/ 2117217 h 2495550"/>
                <a:gd name="connsiteX30" fmla="*/ 2101311 w 3219450"/>
                <a:gd name="connsiteY30" fmla="*/ 2117979 h 2495550"/>
                <a:gd name="connsiteX31" fmla="*/ 2103120 w 3219450"/>
                <a:gd name="connsiteY31" fmla="*/ 2119217 h 2495550"/>
                <a:gd name="connsiteX32" fmla="*/ 2105120 w 3219450"/>
                <a:gd name="connsiteY32" fmla="*/ 2120741 h 2495550"/>
                <a:gd name="connsiteX33" fmla="*/ 2107216 w 3219450"/>
                <a:gd name="connsiteY33" fmla="*/ 2123218 h 2495550"/>
                <a:gd name="connsiteX34" fmla="*/ 2108549 w 3219450"/>
                <a:gd name="connsiteY34" fmla="*/ 2124075 h 2495550"/>
                <a:gd name="connsiteX35" fmla="*/ 2109311 w 3219450"/>
                <a:gd name="connsiteY35" fmla="*/ 2123694 h 2495550"/>
                <a:gd name="connsiteX36" fmla="*/ 2109502 w 3219450"/>
                <a:gd name="connsiteY36" fmla="*/ 2122361 h 2495550"/>
                <a:gd name="connsiteX37" fmla="*/ 2109026 w 3219450"/>
                <a:gd name="connsiteY37" fmla="*/ 2120551 h 2495550"/>
                <a:gd name="connsiteX38" fmla="*/ 2107311 w 3219450"/>
                <a:gd name="connsiteY38" fmla="*/ 2118932 h 2495550"/>
                <a:gd name="connsiteX39" fmla="*/ 2105787 w 3219450"/>
                <a:gd name="connsiteY39" fmla="*/ 2118170 h 2495550"/>
                <a:gd name="connsiteX40" fmla="*/ 2105692 w 3219450"/>
                <a:gd name="connsiteY40" fmla="*/ 2118074 h 2495550"/>
                <a:gd name="connsiteX41" fmla="*/ 2105216 w 3219450"/>
                <a:gd name="connsiteY41" fmla="*/ 2116931 h 2495550"/>
                <a:gd name="connsiteX42" fmla="*/ 2105025 w 3219450"/>
                <a:gd name="connsiteY42" fmla="*/ 2116074 h 2495550"/>
                <a:gd name="connsiteX43" fmla="*/ 2104358 w 3219450"/>
                <a:gd name="connsiteY43" fmla="*/ 2115693 h 2495550"/>
                <a:gd name="connsiteX44" fmla="*/ 2103215 w 3219450"/>
                <a:gd name="connsiteY44" fmla="*/ 2115503 h 2495550"/>
                <a:gd name="connsiteX45" fmla="*/ 2101977 w 3219450"/>
                <a:gd name="connsiteY45" fmla="*/ 2115979 h 2495550"/>
                <a:gd name="connsiteX46" fmla="*/ 2100644 w 3219450"/>
                <a:gd name="connsiteY46" fmla="*/ 2116265 h 2495550"/>
                <a:gd name="connsiteX47" fmla="*/ 2100644 w 3219450"/>
                <a:gd name="connsiteY47" fmla="*/ 2117217 h 2495550"/>
                <a:gd name="connsiteX48" fmla="*/ 2102549 w 3219450"/>
                <a:gd name="connsiteY48" fmla="*/ 2103025 h 2495550"/>
                <a:gd name="connsiteX49" fmla="*/ 2102072 w 3219450"/>
                <a:gd name="connsiteY49" fmla="*/ 2104073 h 2495550"/>
                <a:gd name="connsiteX50" fmla="*/ 2102263 w 3219450"/>
                <a:gd name="connsiteY50" fmla="*/ 2105787 h 2495550"/>
                <a:gd name="connsiteX51" fmla="*/ 2103025 w 3219450"/>
                <a:gd name="connsiteY51" fmla="*/ 2107216 h 2495550"/>
                <a:gd name="connsiteX52" fmla="*/ 2104168 w 3219450"/>
                <a:gd name="connsiteY52" fmla="*/ 2108168 h 2495550"/>
                <a:gd name="connsiteX53" fmla="*/ 2104644 w 3219450"/>
                <a:gd name="connsiteY53" fmla="*/ 2107787 h 2495550"/>
                <a:gd name="connsiteX54" fmla="*/ 2104644 w 3219450"/>
                <a:gd name="connsiteY54" fmla="*/ 2106359 h 2495550"/>
                <a:gd name="connsiteX55" fmla="*/ 2104168 w 3219450"/>
                <a:gd name="connsiteY55" fmla="*/ 2104835 h 2495550"/>
                <a:gd name="connsiteX56" fmla="*/ 2103311 w 3219450"/>
                <a:gd name="connsiteY56" fmla="*/ 2104263 h 2495550"/>
                <a:gd name="connsiteX57" fmla="*/ 2103311 w 3219450"/>
                <a:gd name="connsiteY57" fmla="*/ 2103596 h 2495550"/>
                <a:gd name="connsiteX58" fmla="*/ 2102549 w 3219450"/>
                <a:gd name="connsiteY58" fmla="*/ 2103025 h 2495550"/>
                <a:gd name="connsiteX59" fmla="*/ 2103215 w 3219450"/>
                <a:gd name="connsiteY59" fmla="*/ 2151983 h 2495550"/>
                <a:gd name="connsiteX60" fmla="*/ 2103406 w 3219450"/>
                <a:gd name="connsiteY60" fmla="*/ 2151602 h 2495550"/>
                <a:gd name="connsiteX61" fmla="*/ 2103501 w 3219450"/>
                <a:gd name="connsiteY61" fmla="*/ 2151221 h 2495550"/>
                <a:gd name="connsiteX62" fmla="*/ 2103215 w 3219450"/>
                <a:gd name="connsiteY62" fmla="*/ 2150936 h 2495550"/>
                <a:gd name="connsiteX63" fmla="*/ 2102739 w 3219450"/>
                <a:gd name="connsiteY63" fmla="*/ 2150840 h 2495550"/>
                <a:gd name="connsiteX64" fmla="*/ 2100263 w 3219450"/>
                <a:gd name="connsiteY64" fmla="*/ 2151602 h 2495550"/>
                <a:gd name="connsiteX65" fmla="*/ 2099882 w 3219450"/>
                <a:gd name="connsiteY65" fmla="*/ 2151983 h 2495550"/>
                <a:gd name="connsiteX66" fmla="*/ 2099977 w 3219450"/>
                <a:gd name="connsiteY66" fmla="*/ 2152364 h 2495550"/>
                <a:gd name="connsiteX67" fmla="*/ 2100358 w 3219450"/>
                <a:gd name="connsiteY67" fmla="*/ 2152555 h 2495550"/>
                <a:gd name="connsiteX68" fmla="*/ 2100358 w 3219450"/>
                <a:gd name="connsiteY68" fmla="*/ 2153126 h 2495550"/>
                <a:gd name="connsiteX69" fmla="*/ 2100168 w 3219450"/>
                <a:gd name="connsiteY69" fmla="*/ 2153698 h 2495550"/>
                <a:gd name="connsiteX70" fmla="*/ 2100929 w 3219450"/>
                <a:gd name="connsiteY70" fmla="*/ 2154079 h 2495550"/>
                <a:gd name="connsiteX71" fmla="*/ 2103787 w 3219450"/>
                <a:gd name="connsiteY71" fmla="*/ 2153507 h 2495550"/>
                <a:gd name="connsiteX72" fmla="*/ 2104263 w 3219450"/>
                <a:gd name="connsiteY72" fmla="*/ 2152936 h 2495550"/>
                <a:gd name="connsiteX73" fmla="*/ 2103501 w 3219450"/>
                <a:gd name="connsiteY73" fmla="*/ 2152745 h 2495550"/>
                <a:gd name="connsiteX74" fmla="*/ 2103215 w 3219450"/>
                <a:gd name="connsiteY74" fmla="*/ 2151983 h 2495550"/>
                <a:gd name="connsiteX75" fmla="*/ 2106263 w 3219450"/>
                <a:gd name="connsiteY75" fmla="*/ 2150555 h 2495550"/>
                <a:gd name="connsiteX76" fmla="*/ 2105978 w 3219450"/>
                <a:gd name="connsiteY76" fmla="*/ 2150555 h 2495550"/>
                <a:gd name="connsiteX77" fmla="*/ 2105692 w 3219450"/>
                <a:gd name="connsiteY77" fmla="*/ 2150364 h 2495550"/>
                <a:gd name="connsiteX78" fmla="*/ 2105882 w 3219450"/>
                <a:gd name="connsiteY78" fmla="*/ 2150174 h 2495550"/>
                <a:gd name="connsiteX79" fmla="*/ 2105882 w 3219450"/>
                <a:gd name="connsiteY79" fmla="*/ 2150078 h 2495550"/>
                <a:gd name="connsiteX80" fmla="*/ 2105597 w 3219450"/>
                <a:gd name="connsiteY80" fmla="*/ 2150174 h 2495550"/>
                <a:gd name="connsiteX81" fmla="*/ 2105311 w 3219450"/>
                <a:gd name="connsiteY81" fmla="*/ 2150078 h 2495550"/>
                <a:gd name="connsiteX82" fmla="*/ 2104930 w 3219450"/>
                <a:gd name="connsiteY82" fmla="*/ 2149983 h 2495550"/>
                <a:gd name="connsiteX83" fmla="*/ 2105120 w 3219450"/>
                <a:gd name="connsiteY83" fmla="*/ 2149507 h 2495550"/>
                <a:gd name="connsiteX84" fmla="*/ 2105406 w 3219450"/>
                <a:gd name="connsiteY84" fmla="*/ 2149507 h 2495550"/>
                <a:gd name="connsiteX85" fmla="*/ 2105597 w 3219450"/>
                <a:gd name="connsiteY85" fmla="*/ 2149412 h 2495550"/>
                <a:gd name="connsiteX86" fmla="*/ 2105692 w 3219450"/>
                <a:gd name="connsiteY86" fmla="*/ 2149221 h 2495550"/>
                <a:gd name="connsiteX87" fmla="*/ 2105692 w 3219450"/>
                <a:gd name="connsiteY87" fmla="*/ 2148935 h 2495550"/>
                <a:gd name="connsiteX88" fmla="*/ 2105406 w 3219450"/>
                <a:gd name="connsiteY88" fmla="*/ 2148935 h 2495550"/>
                <a:gd name="connsiteX89" fmla="*/ 2104835 w 3219450"/>
                <a:gd name="connsiteY89" fmla="*/ 2148840 h 2495550"/>
                <a:gd name="connsiteX90" fmla="*/ 2104549 w 3219450"/>
                <a:gd name="connsiteY90" fmla="*/ 2148650 h 2495550"/>
                <a:gd name="connsiteX91" fmla="*/ 2104073 w 3219450"/>
                <a:gd name="connsiteY91" fmla="*/ 2148745 h 2495550"/>
                <a:gd name="connsiteX92" fmla="*/ 2103978 w 3219450"/>
                <a:gd name="connsiteY92" fmla="*/ 2148840 h 2495550"/>
                <a:gd name="connsiteX93" fmla="*/ 2103596 w 3219450"/>
                <a:gd name="connsiteY93" fmla="*/ 2148935 h 2495550"/>
                <a:gd name="connsiteX94" fmla="*/ 2103501 w 3219450"/>
                <a:gd name="connsiteY94" fmla="*/ 2149412 h 2495550"/>
                <a:gd name="connsiteX95" fmla="*/ 2103501 w 3219450"/>
                <a:gd name="connsiteY95" fmla="*/ 2149412 h 2495550"/>
                <a:gd name="connsiteX96" fmla="*/ 2103596 w 3219450"/>
                <a:gd name="connsiteY96" fmla="*/ 2149602 h 2495550"/>
                <a:gd name="connsiteX97" fmla="*/ 2104073 w 3219450"/>
                <a:gd name="connsiteY97" fmla="*/ 2150078 h 2495550"/>
                <a:gd name="connsiteX98" fmla="*/ 2104073 w 3219450"/>
                <a:gd name="connsiteY98" fmla="*/ 2150078 h 2495550"/>
                <a:gd name="connsiteX99" fmla="*/ 2104263 w 3219450"/>
                <a:gd name="connsiteY99" fmla="*/ 2151602 h 2495550"/>
                <a:gd name="connsiteX100" fmla="*/ 2104073 w 3219450"/>
                <a:gd name="connsiteY100" fmla="*/ 2151698 h 2495550"/>
                <a:gd name="connsiteX101" fmla="*/ 2104168 w 3219450"/>
                <a:gd name="connsiteY101" fmla="*/ 2151983 h 2495550"/>
                <a:gd name="connsiteX102" fmla="*/ 2104358 w 3219450"/>
                <a:gd name="connsiteY102" fmla="*/ 2152079 h 2495550"/>
                <a:gd name="connsiteX103" fmla="*/ 2104454 w 3219450"/>
                <a:gd name="connsiteY103" fmla="*/ 2152079 h 2495550"/>
                <a:gd name="connsiteX104" fmla="*/ 2104549 w 3219450"/>
                <a:gd name="connsiteY104" fmla="*/ 2152079 h 2495550"/>
                <a:gd name="connsiteX105" fmla="*/ 2104549 w 3219450"/>
                <a:gd name="connsiteY105" fmla="*/ 2151983 h 2495550"/>
                <a:gd name="connsiteX106" fmla="*/ 2104835 w 3219450"/>
                <a:gd name="connsiteY106" fmla="*/ 2151793 h 2495550"/>
                <a:gd name="connsiteX107" fmla="*/ 2105120 w 3219450"/>
                <a:gd name="connsiteY107" fmla="*/ 2152079 h 2495550"/>
                <a:gd name="connsiteX108" fmla="*/ 2105311 w 3219450"/>
                <a:gd name="connsiteY108" fmla="*/ 2152079 h 2495550"/>
                <a:gd name="connsiteX109" fmla="*/ 2105216 w 3219450"/>
                <a:gd name="connsiteY109" fmla="*/ 2151793 h 2495550"/>
                <a:gd name="connsiteX110" fmla="*/ 2105311 w 3219450"/>
                <a:gd name="connsiteY110" fmla="*/ 2151507 h 2495550"/>
                <a:gd name="connsiteX111" fmla="*/ 2105311 w 3219450"/>
                <a:gd name="connsiteY111" fmla="*/ 2151126 h 2495550"/>
                <a:gd name="connsiteX112" fmla="*/ 2105502 w 3219450"/>
                <a:gd name="connsiteY112" fmla="*/ 2151317 h 2495550"/>
                <a:gd name="connsiteX113" fmla="*/ 2105692 w 3219450"/>
                <a:gd name="connsiteY113" fmla="*/ 2151317 h 2495550"/>
                <a:gd name="connsiteX114" fmla="*/ 2105882 w 3219450"/>
                <a:gd name="connsiteY114" fmla="*/ 2151221 h 2495550"/>
                <a:gd name="connsiteX115" fmla="*/ 2105882 w 3219450"/>
                <a:gd name="connsiteY115" fmla="*/ 2150936 h 2495550"/>
                <a:gd name="connsiteX116" fmla="*/ 2106168 w 3219450"/>
                <a:gd name="connsiteY116" fmla="*/ 2151126 h 2495550"/>
                <a:gd name="connsiteX117" fmla="*/ 2106263 w 3219450"/>
                <a:gd name="connsiteY117" fmla="*/ 2151126 h 2495550"/>
                <a:gd name="connsiteX118" fmla="*/ 2106359 w 3219450"/>
                <a:gd name="connsiteY118" fmla="*/ 2151126 h 2495550"/>
                <a:gd name="connsiteX119" fmla="*/ 2106359 w 3219450"/>
                <a:gd name="connsiteY119" fmla="*/ 2151031 h 2495550"/>
                <a:gd name="connsiteX120" fmla="*/ 2106359 w 3219450"/>
                <a:gd name="connsiteY120" fmla="*/ 2150936 h 2495550"/>
                <a:gd name="connsiteX121" fmla="*/ 2106263 w 3219450"/>
                <a:gd name="connsiteY121" fmla="*/ 2150555 h 2495550"/>
                <a:gd name="connsiteX122" fmla="*/ 2103120 w 3219450"/>
                <a:gd name="connsiteY122" fmla="*/ 2147030 h 2495550"/>
                <a:gd name="connsiteX123" fmla="*/ 2103120 w 3219450"/>
                <a:gd name="connsiteY123" fmla="*/ 2147030 h 2495550"/>
                <a:gd name="connsiteX124" fmla="*/ 2102930 w 3219450"/>
                <a:gd name="connsiteY124" fmla="*/ 2147221 h 2495550"/>
                <a:gd name="connsiteX125" fmla="*/ 2102835 w 3219450"/>
                <a:gd name="connsiteY125" fmla="*/ 2147507 h 2495550"/>
                <a:gd name="connsiteX126" fmla="*/ 2102835 w 3219450"/>
                <a:gd name="connsiteY126" fmla="*/ 2147602 h 2495550"/>
                <a:gd name="connsiteX127" fmla="*/ 2102835 w 3219450"/>
                <a:gd name="connsiteY127" fmla="*/ 2147602 h 2495550"/>
                <a:gd name="connsiteX128" fmla="*/ 2103120 w 3219450"/>
                <a:gd name="connsiteY128" fmla="*/ 2148173 h 2495550"/>
                <a:gd name="connsiteX129" fmla="*/ 2103120 w 3219450"/>
                <a:gd name="connsiteY129" fmla="*/ 2148173 h 2495550"/>
                <a:gd name="connsiteX130" fmla="*/ 2103311 w 3219450"/>
                <a:gd name="connsiteY130" fmla="*/ 2147888 h 2495550"/>
                <a:gd name="connsiteX131" fmla="*/ 2103501 w 3219450"/>
                <a:gd name="connsiteY131" fmla="*/ 2147888 h 2495550"/>
                <a:gd name="connsiteX132" fmla="*/ 2103692 w 3219450"/>
                <a:gd name="connsiteY132" fmla="*/ 2147697 h 2495550"/>
                <a:gd name="connsiteX133" fmla="*/ 2103882 w 3219450"/>
                <a:gd name="connsiteY133" fmla="*/ 2147697 h 2495550"/>
                <a:gd name="connsiteX134" fmla="*/ 2104073 w 3219450"/>
                <a:gd name="connsiteY134" fmla="*/ 2147602 h 2495550"/>
                <a:gd name="connsiteX135" fmla="*/ 2104358 w 3219450"/>
                <a:gd name="connsiteY135" fmla="*/ 2147411 h 2495550"/>
                <a:gd name="connsiteX136" fmla="*/ 2104549 w 3219450"/>
                <a:gd name="connsiteY136" fmla="*/ 2147316 h 2495550"/>
                <a:gd name="connsiteX137" fmla="*/ 2104549 w 3219450"/>
                <a:gd name="connsiteY137" fmla="*/ 2147030 h 2495550"/>
                <a:gd name="connsiteX138" fmla="*/ 2104549 w 3219450"/>
                <a:gd name="connsiteY138" fmla="*/ 2146935 h 2495550"/>
                <a:gd name="connsiteX139" fmla="*/ 2104644 w 3219450"/>
                <a:gd name="connsiteY139" fmla="*/ 2146840 h 2495550"/>
                <a:gd name="connsiteX140" fmla="*/ 2104739 w 3219450"/>
                <a:gd name="connsiteY140" fmla="*/ 2146935 h 2495550"/>
                <a:gd name="connsiteX141" fmla="*/ 2104739 w 3219450"/>
                <a:gd name="connsiteY141" fmla="*/ 2146935 h 2495550"/>
                <a:gd name="connsiteX142" fmla="*/ 2104930 w 3219450"/>
                <a:gd name="connsiteY142" fmla="*/ 2146649 h 2495550"/>
                <a:gd name="connsiteX143" fmla="*/ 2104549 w 3219450"/>
                <a:gd name="connsiteY143" fmla="*/ 2146840 h 2495550"/>
                <a:gd name="connsiteX144" fmla="*/ 2104454 w 3219450"/>
                <a:gd name="connsiteY144" fmla="*/ 2146840 h 2495550"/>
                <a:gd name="connsiteX145" fmla="*/ 2104454 w 3219450"/>
                <a:gd name="connsiteY145" fmla="*/ 2146745 h 2495550"/>
                <a:gd name="connsiteX146" fmla="*/ 2104644 w 3219450"/>
                <a:gd name="connsiteY146" fmla="*/ 2146649 h 2495550"/>
                <a:gd name="connsiteX147" fmla="*/ 2104930 w 3219450"/>
                <a:gd name="connsiteY147" fmla="*/ 2146649 h 2495550"/>
                <a:gd name="connsiteX148" fmla="*/ 2104835 w 3219450"/>
                <a:gd name="connsiteY148" fmla="*/ 2146459 h 2495550"/>
                <a:gd name="connsiteX149" fmla="*/ 2104739 w 3219450"/>
                <a:gd name="connsiteY149" fmla="*/ 2146268 h 2495550"/>
                <a:gd name="connsiteX150" fmla="*/ 2104549 w 3219450"/>
                <a:gd name="connsiteY150" fmla="*/ 2146173 h 2495550"/>
                <a:gd name="connsiteX151" fmla="*/ 2104168 w 3219450"/>
                <a:gd name="connsiteY151" fmla="*/ 2146078 h 2495550"/>
                <a:gd name="connsiteX152" fmla="*/ 2104168 w 3219450"/>
                <a:gd name="connsiteY152" fmla="*/ 2145983 h 2495550"/>
                <a:gd name="connsiteX153" fmla="*/ 2103882 w 3219450"/>
                <a:gd name="connsiteY153" fmla="*/ 2145792 h 2495550"/>
                <a:gd name="connsiteX154" fmla="*/ 2103787 w 3219450"/>
                <a:gd name="connsiteY154" fmla="*/ 2145983 h 2495550"/>
                <a:gd name="connsiteX155" fmla="*/ 2103692 w 3219450"/>
                <a:gd name="connsiteY155" fmla="*/ 2146078 h 2495550"/>
                <a:gd name="connsiteX156" fmla="*/ 2103311 w 3219450"/>
                <a:gd name="connsiteY156" fmla="*/ 2146078 h 2495550"/>
                <a:gd name="connsiteX157" fmla="*/ 2103311 w 3219450"/>
                <a:gd name="connsiteY157" fmla="*/ 2146078 h 2495550"/>
                <a:gd name="connsiteX158" fmla="*/ 2103025 w 3219450"/>
                <a:gd name="connsiteY158" fmla="*/ 2146173 h 2495550"/>
                <a:gd name="connsiteX159" fmla="*/ 2103215 w 3219450"/>
                <a:gd name="connsiteY159" fmla="*/ 2146459 h 2495550"/>
                <a:gd name="connsiteX160" fmla="*/ 2103501 w 3219450"/>
                <a:gd name="connsiteY160" fmla="*/ 2146364 h 2495550"/>
                <a:gd name="connsiteX161" fmla="*/ 2103501 w 3219450"/>
                <a:gd name="connsiteY161" fmla="*/ 2146268 h 2495550"/>
                <a:gd name="connsiteX162" fmla="*/ 2103596 w 3219450"/>
                <a:gd name="connsiteY162" fmla="*/ 2146268 h 2495550"/>
                <a:gd name="connsiteX163" fmla="*/ 2103692 w 3219450"/>
                <a:gd name="connsiteY163" fmla="*/ 2146459 h 2495550"/>
                <a:gd name="connsiteX164" fmla="*/ 2103406 w 3219450"/>
                <a:gd name="connsiteY164" fmla="*/ 2146840 h 2495550"/>
                <a:gd name="connsiteX165" fmla="*/ 2103120 w 3219450"/>
                <a:gd name="connsiteY165" fmla="*/ 2147030 h 2495550"/>
                <a:gd name="connsiteX166" fmla="*/ 2130457 w 3219450"/>
                <a:gd name="connsiteY166" fmla="*/ 2138458 h 2495550"/>
                <a:gd name="connsiteX167" fmla="*/ 2129219 w 3219450"/>
                <a:gd name="connsiteY167" fmla="*/ 2139410 h 2495550"/>
                <a:gd name="connsiteX168" fmla="*/ 2129028 w 3219450"/>
                <a:gd name="connsiteY168" fmla="*/ 2139029 h 2495550"/>
                <a:gd name="connsiteX169" fmla="*/ 2128076 w 3219450"/>
                <a:gd name="connsiteY169" fmla="*/ 2139791 h 2495550"/>
                <a:gd name="connsiteX170" fmla="*/ 2127695 w 3219450"/>
                <a:gd name="connsiteY170" fmla="*/ 2140458 h 2495550"/>
                <a:gd name="connsiteX171" fmla="*/ 2127219 w 3219450"/>
                <a:gd name="connsiteY171" fmla="*/ 2140553 h 2495550"/>
                <a:gd name="connsiteX172" fmla="*/ 2126837 w 3219450"/>
                <a:gd name="connsiteY172" fmla="*/ 2141220 h 2495550"/>
                <a:gd name="connsiteX173" fmla="*/ 2126076 w 3219450"/>
                <a:gd name="connsiteY173" fmla="*/ 2141030 h 2495550"/>
                <a:gd name="connsiteX174" fmla="*/ 2124837 w 3219450"/>
                <a:gd name="connsiteY174" fmla="*/ 2141696 h 2495550"/>
                <a:gd name="connsiteX175" fmla="*/ 2124266 w 3219450"/>
                <a:gd name="connsiteY175" fmla="*/ 2141887 h 2495550"/>
                <a:gd name="connsiteX176" fmla="*/ 2123885 w 3219450"/>
                <a:gd name="connsiteY176" fmla="*/ 2141506 h 2495550"/>
                <a:gd name="connsiteX177" fmla="*/ 2123313 w 3219450"/>
                <a:gd name="connsiteY177" fmla="*/ 2141506 h 2495550"/>
                <a:gd name="connsiteX178" fmla="*/ 2122361 w 3219450"/>
                <a:gd name="connsiteY178" fmla="*/ 2141506 h 2495550"/>
                <a:gd name="connsiteX179" fmla="*/ 2121885 w 3219450"/>
                <a:gd name="connsiteY179" fmla="*/ 2142268 h 2495550"/>
                <a:gd name="connsiteX180" fmla="*/ 2121503 w 3219450"/>
                <a:gd name="connsiteY180" fmla="*/ 2142649 h 2495550"/>
                <a:gd name="connsiteX181" fmla="*/ 2121027 w 3219450"/>
                <a:gd name="connsiteY181" fmla="*/ 2142744 h 2495550"/>
                <a:gd name="connsiteX182" fmla="*/ 2121027 w 3219450"/>
                <a:gd name="connsiteY182" fmla="*/ 2142839 h 2495550"/>
                <a:gd name="connsiteX183" fmla="*/ 2120646 w 3219450"/>
                <a:gd name="connsiteY183" fmla="*/ 2143125 h 2495550"/>
                <a:gd name="connsiteX184" fmla="*/ 2120170 w 3219450"/>
                <a:gd name="connsiteY184" fmla="*/ 2143506 h 2495550"/>
                <a:gd name="connsiteX185" fmla="*/ 2120170 w 3219450"/>
                <a:gd name="connsiteY185" fmla="*/ 2143506 h 2495550"/>
                <a:gd name="connsiteX186" fmla="*/ 2120170 w 3219450"/>
                <a:gd name="connsiteY186" fmla="*/ 2143506 h 2495550"/>
                <a:gd name="connsiteX187" fmla="*/ 2120456 w 3219450"/>
                <a:gd name="connsiteY187" fmla="*/ 2143792 h 2495550"/>
                <a:gd name="connsiteX188" fmla="*/ 2120456 w 3219450"/>
                <a:gd name="connsiteY188" fmla="*/ 2144173 h 2495550"/>
                <a:gd name="connsiteX189" fmla="*/ 2120075 w 3219450"/>
                <a:gd name="connsiteY189" fmla="*/ 2144268 h 2495550"/>
                <a:gd name="connsiteX190" fmla="*/ 2120075 w 3219450"/>
                <a:gd name="connsiteY190" fmla="*/ 2144744 h 2495550"/>
                <a:gd name="connsiteX191" fmla="*/ 2119598 w 3219450"/>
                <a:gd name="connsiteY191" fmla="*/ 2144744 h 2495550"/>
                <a:gd name="connsiteX192" fmla="*/ 2119503 w 3219450"/>
                <a:gd name="connsiteY192" fmla="*/ 2145030 h 2495550"/>
                <a:gd name="connsiteX193" fmla="*/ 2119503 w 3219450"/>
                <a:gd name="connsiteY193" fmla="*/ 2145602 h 2495550"/>
                <a:gd name="connsiteX194" fmla="*/ 2119598 w 3219450"/>
                <a:gd name="connsiteY194" fmla="*/ 2146364 h 2495550"/>
                <a:gd name="connsiteX195" fmla="*/ 2119979 w 3219450"/>
                <a:gd name="connsiteY195" fmla="*/ 2146840 h 2495550"/>
                <a:gd name="connsiteX196" fmla="*/ 2120646 w 3219450"/>
                <a:gd name="connsiteY196" fmla="*/ 2146554 h 2495550"/>
                <a:gd name="connsiteX197" fmla="*/ 2121408 w 3219450"/>
                <a:gd name="connsiteY197" fmla="*/ 2145887 h 2495550"/>
                <a:gd name="connsiteX198" fmla="*/ 2121980 w 3219450"/>
                <a:gd name="connsiteY198" fmla="*/ 2145506 h 2495550"/>
                <a:gd name="connsiteX199" fmla="*/ 2122456 w 3219450"/>
                <a:gd name="connsiteY199" fmla="*/ 2145411 h 2495550"/>
                <a:gd name="connsiteX200" fmla="*/ 2122551 w 3219450"/>
                <a:gd name="connsiteY200" fmla="*/ 2145792 h 2495550"/>
                <a:gd name="connsiteX201" fmla="*/ 2123218 w 3219450"/>
                <a:gd name="connsiteY201" fmla="*/ 2146459 h 2495550"/>
                <a:gd name="connsiteX202" fmla="*/ 2123885 w 3219450"/>
                <a:gd name="connsiteY202" fmla="*/ 2146364 h 2495550"/>
                <a:gd name="connsiteX203" fmla="*/ 2124361 w 3219450"/>
                <a:gd name="connsiteY203" fmla="*/ 2146078 h 2495550"/>
                <a:gd name="connsiteX204" fmla="*/ 2124361 w 3219450"/>
                <a:gd name="connsiteY204" fmla="*/ 2145697 h 2495550"/>
                <a:gd name="connsiteX205" fmla="*/ 2123789 w 3219450"/>
                <a:gd name="connsiteY205" fmla="*/ 2145602 h 2495550"/>
                <a:gd name="connsiteX206" fmla="*/ 2123980 w 3219450"/>
                <a:gd name="connsiteY206" fmla="*/ 2145316 h 2495550"/>
                <a:gd name="connsiteX207" fmla="*/ 2124361 w 3219450"/>
                <a:gd name="connsiteY207" fmla="*/ 2145316 h 2495550"/>
                <a:gd name="connsiteX208" fmla="*/ 2125218 w 3219450"/>
                <a:gd name="connsiteY208" fmla="*/ 2144554 h 2495550"/>
                <a:gd name="connsiteX209" fmla="*/ 2127028 w 3219450"/>
                <a:gd name="connsiteY209" fmla="*/ 2144554 h 2495550"/>
                <a:gd name="connsiteX210" fmla="*/ 2127028 w 3219450"/>
                <a:gd name="connsiteY210" fmla="*/ 2145792 h 2495550"/>
                <a:gd name="connsiteX211" fmla="*/ 2127123 w 3219450"/>
                <a:gd name="connsiteY211" fmla="*/ 2146173 h 2495550"/>
                <a:gd name="connsiteX212" fmla="*/ 2128076 w 3219450"/>
                <a:gd name="connsiteY212" fmla="*/ 2145697 h 2495550"/>
                <a:gd name="connsiteX213" fmla="*/ 2128838 w 3219450"/>
                <a:gd name="connsiteY213" fmla="*/ 2145030 h 2495550"/>
                <a:gd name="connsiteX214" fmla="*/ 2127695 w 3219450"/>
                <a:gd name="connsiteY214" fmla="*/ 2144268 h 2495550"/>
                <a:gd name="connsiteX215" fmla="*/ 2128457 w 3219450"/>
                <a:gd name="connsiteY215" fmla="*/ 2143697 h 2495550"/>
                <a:gd name="connsiteX216" fmla="*/ 2127790 w 3219450"/>
                <a:gd name="connsiteY216" fmla="*/ 2142839 h 2495550"/>
                <a:gd name="connsiteX217" fmla="*/ 2128266 w 3219450"/>
                <a:gd name="connsiteY217" fmla="*/ 2143030 h 2495550"/>
                <a:gd name="connsiteX218" fmla="*/ 2129028 w 3219450"/>
                <a:gd name="connsiteY218" fmla="*/ 2143030 h 2495550"/>
                <a:gd name="connsiteX219" fmla="*/ 2128933 w 3219450"/>
                <a:gd name="connsiteY219" fmla="*/ 2141601 h 2495550"/>
                <a:gd name="connsiteX220" fmla="*/ 2129219 w 3219450"/>
                <a:gd name="connsiteY220" fmla="*/ 2140839 h 2495550"/>
                <a:gd name="connsiteX221" fmla="*/ 2128743 w 3219450"/>
                <a:gd name="connsiteY221" fmla="*/ 2141030 h 2495550"/>
                <a:gd name="connsiteX222" fmla="*/ 2128743 w 3219450"/>
                <a:gd name="connsiteY222" fmla="*/ 2140268 h 2495550"/>
                <a:gd name="connsiteX223" fmla="*/ 2129600 w 3219450"/>
                <a:gd name="connsiteY223" fmla="*/ 2140363 h 2495550"/>
                <a:gd name="connsiteX224" fmla="*/ 2129695 w 3219450"/>
                <a:gd name="connsiteY224" fmla="*/ 2139506 h 2495550"/>
                <a:gd name="connsiteX225" fmla="*/ 2130076 w 3219450"/>
                <a:gd name="connsiteY225" fmla="*/ 2139506 h 2495550"/>
                <a:gd name="connsiteX226" fmla="*/ 2130457 w 3219450"/>
                <a:gd name="connsiteY226" fmla="*/ 2139601 h 2495550"/>
                <a:gd name="connsiteX227" fmla="*/ 2130647 w 3219450"/>
                <a:gd name="connsiteY227" fmla="*/ 2139791 h 2495550"/>
                <a:gd name="connsiteX228" fmla="*/ 2130743 w 3219450"/>
                <a:gd name="connsiteY228" fmla="*/ 2139315 h 2495550"/>
                <a:gd name="connsiteX229" fmla="*/ 2130933 w 3219450"/>
                <a:gd name="connsiteY229" fmla="*/ 2138839 h 2495550"/>
                <a:gd name="connsiteX230" fmla="*/ 2130647 w 3219450"/>
                <a:gd name="connsiteY230" fmla="*/ 2138458 h 2495550"/>
                <a:gd name="connsiteX231" fmla="*/ 2130457 w 3219450"/>
                <a:gd name="connsiteY231" fmla="*/ 2138458 h 2495550"/>
                <a:gd name="connsiteX232" fmla="*/ 2108930 w 3219450"/>
                <a:gd name="connsiteY232" fmla="*/ 2133219 h 2495550"/>
                <a:gd name="connsiteX233" fmla="*/ 2108359 w 3219450"/>
                <a:gd name="connsiteY233" fmla="*/ 2133124 h 2495550"/>
                <a:gd name="connsiteX234" fmla="*/ 2107787 w 3219450"/>
                <a:gd name="connsiteY234" fmla="*/ 2133695 h 2495550"/>
                <a:gd name="connsiteX235" fmla="*/ 2107692 w 3219450"/>
                <a:gd name="connsiteY235" fmla="*/ 2134648 h 2495550"/>
                <a:gd name="connsiteX236" fmla="*/ 2107787 w 3219450"/>
                <a:gd name="connsiteY236" fmla="*/ 2135505 h 2495550"/>
                <a:gd name="connsiteX237" fmla="*/ 2108264 w 3219450"/>
                <a:gd name="connsiteY237" fmla="*/ 2135886 h 2495550"/>
                <a:gd name="connsiteX238" fmla="*/ 2108835 w 3219450"/>
                <a:gd name="connsiteY238" fmla="*/ 2135600 h 2495550"/>
                <a:gd name="connsiteX239" fmla="*/ 2109407 w 3219450"/>
                <a:gd name="connsiteY239" fmla="*/ 2135410 h 2495550"/>
                <a:gd name="connsiteX240" fmla="*/ 2109407 w 3219450"/>
                <a:gd name="connsiteY240" fmla="*/ 2134743 h 2495550"/>
                <a:gd name="connsiteX241" fmla="*/ 2109978 w 3219450"/>
                <a:gd name="connsiteY241" fmla="*/ 2134648 h 2495550"/>
                <a:gd name="connsiteX242" fmla="*/ 2110169 w 3219450"/>
                <a:gd name="connsiteY242" fmla="*/ 2134076 h 2495550"/>
                <a:gd name="connsiteX243" fmla="*/ 2110169 w 3219450"/>
                <a:gd name="connsiteY243" fmla="*/ 2133600 h 2495550"/>
                <a:gd name="connsiteX244" fmla="*/ 2109788 w 3219450"/>
                <a:gd name="connsiteY244" fmla="*/ 2133219 h 2495550"/>
                <a:gd name="connsiteX245" fmla="*/ 2108930 w 3219450"/>
                <a:gd name="connsiteY245" fmla="*/ 2133219 h 2495550"/>
                <a:gd name="connsiteX246" fmla="*/ 2115312 w 3219450"/>
                <a:gd name="connsiteY246" fmla="*/ 2157984 h 2495550"/>
                <a:gd name="connsiteX247" fmla="*/ 2114741 w 3219450"/>
                <a:gd name="connsiteY247" fmla="*/ 2158175 h 2495550"/>
                <a:gd name="connsiteX248" fmla="*/ 2114264 w 3219450"/>
                <a:gd name="connsiteY248" fmla="*/ 2158175 h 2495550"/>
                <a:gd name="connsiteX249" fmla="*/ 2114360 w 3219450"/>
                <a:gd name="connsiteY249" fmla="*/ 2158841 h 2495550"/>
                <a:gd name="connsiteX250" fmla="*/ 2114836 w 3219450"/>
                <a:gd name="connsiteY250" fmla="*/ 2159603 h 2495550"/>
                <a:gd name="connsiteX251" fmla="*/ 2115693 w 3219450"/>
                <a:gd name="connsiteY251" fmla="*/ 2159984 h 2495550"/>
                <a:gd name="connsiteX252" fmla="*/ 2116265 w 3219450"/>
                <a:gd name="connsiteY252" fmla="*/ 2158937 h 2495550"/>
                <a:gd name="connsiteX253" fmla="*/ 2116074 w 3219450"/>
                <a:gd name="connsiteY253" fmla="*/ 2158079 h 2495550"/>
                <a:gd name="connsiteX254" fmla="*/ 2115312 w 3219450"/>
                <a:gd name="connsiteY254" fmla="*/ 2158079 h 2495550"/>
                <a:gd name="connsiteX255" fmla="*/ 2348389 w 3219450"/>
                <a:gd name="connsiteY255" fmla="*/ 2013395 h 2495550"/>
                <a:gd name="connsiteX256" fmla="*/ 2347436 w 3219450"/>
                <a:gd name="connsiteY256" fmla="*/ 2013585 h 2495550"/>
                <a:gd name="connsiteX257" fmla="*/ 2346103 w 3219450"/>
                <a:gd name="connsiteY257" fmla="*/ 2013299 h 2495550"/>
                <a:gd name="connsiteX258" fmla="*/ 2344770 w 3219450"/>
                <a:gd name="connsiteY258" fmla="*/ 2012823 h 2495550"/>
                <a:gd name="connsiteX259" fmla="*/ 2343722 w 3219450"/>
                <a:gd name="connsiteY259" fmla="*/ 2012252 h 2495550"/>
                <a:gd name="connsiteX260" fmla="*/ 2343531 w 3219450"/>
                <a:gd name="connsiteY260" fmla="*/ 2013299 h 2495550"/>
                <a:gd name="connsiteX261" fmla="*/ 2342769 w 3219450"/>
                <a:gd name="connsiteY261" fmla="*/ 2014823 h 2495550"/>
                <a:gd name="connsiteX262" fmla="*/ 2342579 w 3219450"/>
                <a:gd name="connsiteY262" fmla="*/ 2015681 h 2495550"/>
                <a:gd name="connsiteX263" fmla="*/ 2342769 w 3219450"/>
                <a:gd name="connsiteY263" fmla="*/ 2016443 h 2495550"/>
                <a:gd name="connsiteX264" fmla="*/ 2343150 w 3219450"/>
                <a:gd name="connsiteY264" fmla="*/ 2016538 h 2495550"/>
                <a:gd name="connsiteX265" fmla="*/ 2344388 w 3219450"/>
                <a:gd name="connsiteY265" fmla="*/ 2015871 h 2495550"/>
                <a:gd name="connsiteX266" fmla="*/ 2344198 w 3219450"/>
                <a:gd name="connsiteY266" fmla="*/ 2016728 h 2495550"/>
                <a:gd name="connsiteX267" fmla="*/ 2343722 w 3219450"/>
                <a:gd name="connsiteY267" fmla="*/ 2017014 h 2495550"/>
                <a:gd name="connsiteX268" fmla="*/ 2343055 w 3219450"/>
                <a:gd name="connsiteY268" fmla="*/ 2017109 h 2495550"/>
                <a:gd name="connsiteX269" fmla="*/ 2342579 w 3219450"/>
                <a:gd name="connsiteY269" fmla="*/ 2017395 h 2495550"/>
                <a:gd name="connsiteX270" fmla="*/ 2342483 w 3219450"/>
                <a:gd name="connsiteY270" fmla="*/ 2017776 h 2495550"/>
                <a:gd name="connsiteX271" fmla="*/ 2342674 w 3219450"/>
                <a:gd name="connsiteY271" fmla="*/ 2018252 h 2495550"/>
                <a:gd name="connsiteX272" fmla="*/ 2343055 w 3219450"/>
                <a:gd name="connsiteY272" fmla="*/ 2018633 h 2495550"/>
                <a:gd name="connsiteX273" fmla="*/ 2343627 w 3219450"/>
                <a:gd name="connsiteY273" fmla="*/ 2019014 h 2495550"/>
                <a:gd name="connsiteX274" fmla="*/ 2344770 w 3219450"/>
                <a:gd name="connsiteY274" fmla="*/ 2019491 h 2495550"/>
                <a:gd name="connsiteX275" fmla="*/ 2345912 w 3219450"/>
                <a:gd name="connsiteY275" fmla="*/ 2019586 h 2495550"/>
                <a:gd name="connsiteX276" fmla="*/ 2346865 w 3219450"/>
                <a:gd name="connsiteY276" fmla="*/ 2019110 h 2495550"/>
                <a:gd name="connsiteX277" fmla="*/ 2347246 w 3219450"/>
                <a:gd name="connsiteY277" fmla="*/ 2017967 h 2495550"/>
                <a:gd name="connsiteX278" fmla="*/ 2347436 w 3219450"/>
                <a:gd name="connsiteY278" fmla="*/ 2017109 h 2495550"/>
                <a:gd name="connsiteX279" fmla="*/ 2347818 w 3219450"/>
                <a:gd name="connsiteY279" fmla="*/ 2016728 h 2495550"/>
                <a:gd name="connsiteX280" fmla="*/ 2348294 w 3219450"/>
                <a:gd name="connsiteY280" fmla="*/ 2016443 h 2495550"/>
                <a:gd name="connsiteX281" fmla="*/ 2348675 w 3219450"/>
                <a:gd name="connsiteY281" fmla="*/ 2015871 h 2495550"/>
                <a:gd name="connsiteX282" fmla="*/ 2348675 w 3219450"/>
                <a:gd name="connsiteY282" fmla="*/ 2015395 h 2495550"/>
                <a:gd name="connsiteX283" fmla="*/ 2348294 w 3219450"/>
                <a:gd name="connsiteY283" fmla="*/ 2014252 h 2495550"/>
                <a:gd name="connsiteX284" fmla="*/ 2348389 w 3219450"/>
                <a:gd name="connsiteY284" fmla="*/ 2013395 h 2495550"/>
                <a:gd name="connsiteX285" fmla="*/ 2310861 w 3219450"/>
                <a:gd name="connsiteY285" fmla="*/ 2058257 h 2495550"/>
                <a:gd name="connsiteX286" fmla="*/ 2309718 w 3219450"/>
                <a:gd name="connsiteY286" fmla="*/ 2058924 h 2495550"/>
                <a:gd name="connsiteX287" fmla="*/ 2309051 w 3219450"/>
                <a:gd name="connsiteY287" fmla="*/ 2058448 h 2495550"/>
                <a:gd name="connsiteX288" fmla="*/ 2308289 w 3219450"/>
                <a:gd name="connsiteY288" fmla="*/ 2058257 h 2495550"/>
                <a:gd name="connsiteX289" fmla="*/ 2308003 w 3219450"/>
                <a:gd name="connsiteY289" fmla="*/ 2057305 h 2495550"/>
                <a:gd name="connsiteX290" fmla="*/ 2307527 w 3219450"/>
                <a:gd name="connsiteY290" fmla="*/ 2057210 h 2495550"/>
                <a:gd name="connsiteX291" fmla="*/ 2306574 w 3219450"/>
                <a:gd name="connsiteY291" fmla="*/ 2057210 h 2495550"/>
                <a:gd name="connsiteX292" fmla="*/ 2305907 w 3219450"/>
                <a:gd name="connsiteY292" fmla="*/ 2057591 h 2495550"/>
                <a:gd name="connsiteX293" fmla="*/ 2306288 w 3219450"/>
                <a:gd name="connsiteY293" fmla="*/ 2058734 h 2495550"/>
                <a:gd name="connsiteX294" fmla="*/ 2306098 w 3219450"/>
                <a:gd name="connsiteY294" fmla="*/ 2058734 h 2495550"/>
                <a:gd name="connsiteX295" fmla="*/ 2306193 w 3219450"/>
                <a:gd name="connsiteY295" fmla="*/ 2059781 h 2495550"/>
                <a:gd name="connsiteX296" fmla="*/ 2304383 w 3219450"/>
                <a:gd name="connsiteY296" fmla="*/ 2061496 h 2495550"/>
                <a:gd name="connsiteX297" fmla="*/ 2304288 w 3219450"/>
                <a:gd name="connsiteY297" fmla="*/ 2062067 h 2495550"/>
                <a:gd name="connsiteX298" fmla="*/ 2304574 w 3219450"/>
                <a:gd name="connsiteY298" fmla="*/ 2062353 h 2495550"/>
                <a:gd name="connsiteX299" fmla="*/ 2305050 w 3219450"/>
                <a:gd name="connsiteY299" fmla="*/ 2062067 h 2495550"/>
                <a:gd name="connsiteX300" fmla="*/ 2305431 w 3219450"/>
                <a:gd name="connsiteY300" fmla="*/ 2061972 h 2495550"/>
                <a:gd name="connsiteX301" fmla="*/ 2306003 w 3219450"/>
                <a:gd name="connsiteY301" fmla="*/ 2062067 h 2495550"/>
                <a:gd name="connsiteX302" fmla="*/ 2306574 w 3219450"/>
                <a:gd name="connsiteY302" fmla="*/ 2062353 h 2495550"/>
                <a:gd name="connsiteX303" fmla="*/ 2306955 w 3219450"/>
                <a:gd name="connsiteY303" fmla="*/ 2062639 h 2495550"/>
                <a:gd name="connsiteX304" fmla="*/ 2305622 w 3219450"/>
                <a:gd name="connsiteY304" fmla="*/ 2065877 h 2495550"/>
                <a:gd name="connsiteX305" fmla="*/ 2304003 w 3219450"/>
                <a:gd name="connsiteY305" fmla="*/ 2067401 h 2495550"/>
                <a:gd name="connsiteX306" fmla="*/ 2303050 w 3219450"/>
                <a:gd name="connsiteY306" fmla="*/ 2068640 h 2495550"/>
                <a:gd name="connsiteX307" fmla="*/ 2305907 w 3219450"/>
                <a:gd name="connsiteY307" fmla="*/ 2068735 h 2495550"/>
                <a:gd name="connsiteX308" fmla="*/ 2308955 w 3219450"/>
                <a:gd name="connsiteY308" fmla="*/ 2068163 h 2495550"/>
                <a:gd name="connsiteX309" fmla="*/ 2308574 w 3219450"/>
                <a:gd name="connsiteY309" fmla="*/ 2067020 h 2495550"/>
                <a:gd name="connsiteX310" fmla="*/ 2308098 w 3219450"/>
                <a:gd name="connsiteY310" fmla="*/ 2066639 h 2495550"/>
                <a:gd name="connsiteX311" fmla="*/ 2308194 w 3219450"/>
                <a:gd name="connsiteY311" fmla="*/ 2065496 h 2495550"/>
                <a:gd name="connsiteX312" fmla="*/ 2308384 w 3219450"/>
                <a:gd name="connsiteY312" fmla="*/ 2064449 h 2495550"/>
                <a:gd name="connsiteX313" fmla="*/ 2308955 w 3219450"/>
                <a:gd name="connsiteY313" fmla="*/ 2063687 h 2495550"/>
                <a:gd name="connsiteX314" fmla="*/ 2309622 w 3219450"/>
                <a:gd name="connsiteY314" fmla="*/ 2063401 h 2495550"/>
                <a:gd name="connsiteX315" fmla="*/ 2310765 w 3219450"/>
                <a:gd name="connsiteY315" fmla="*/ 2063782 h 2495550"/>
                <a:gd name="connsiteX316" fmla="*/ 2311432 w 3219450"/>
                <a:gd name="connsiteY316" fmla="*/ 2063496 h 2495550"/>
                <a:gd name="connsiteX317" fmla="*/ 2311241 w 3219450"/>
                <a:gd name="connsiteY317" fmla="*/ 2061972 h 2495550"/>
                <a:gd name="connsiteX318" fmla="*/ 2311622 w 3219450"/>
                <a:gd name="connsiteY318" fmla="*/ 2060734 h 2495550"/>
                <a:gd name="connsiteX319" fmla="*/ 2312194 w 3219450"/>
                <a:gd name="connsiteY319" fmla="*/ 2060162 h 2495550"/>
                <a:gd name="connsiteX320" fmla="*/ 2313242 w 3219450"/>
                <a:gd name="connsiteY320" fmla="*/ 2060353 h 2495550"/>
                <a:gd name="connsiteX321" fmla="*/ 2313813 w 3219450"/>
                <a:gd name="connsiteY321" fmla="*/ 2059019 h 2495550"/>
                <a:gd name="connsiteX322" fmla="*/ 2312670 w 3219450"/>
                <a:gd name="connsiteY322" fmla="*/ 2058448 h 2495550"/>
                <a:gd name="connsiteX323" fmla="*/ 2310861 w 3219450"/>
                <a:gd name="connsiteY323" fmla="*/ 2058257 h 2495550"/>
                <a:gd name="connsiteX324" fmla="*/ 2420588 w 3219450"/>
                <a:gd name="connsiteY324" fmla="*/ 1974437 h 2495550"/>
                <a:gd name="connsiteX325" fmla="*/ 2420207 w 3219450"/>
                <a:gd name="connsiteY325" fmla="*/ 1974437 h 2495550"/>
                <a:gd name="connsiteX326" fmla="*/ 2419731 w 3219450"/>
                <a:gd name="connsiteY326" fmla="*/ 1974533 h 2495550"/>
                <a:gd name="connsiteX327" fmla="*/ 2419160 w 3219450"/>
                <a:gd name="connsiteY327" fmla="*/ 1974437 h 2495550"/>
                <a:gd name="connsiteX328" fmla="*/ 2418588 w 3219450"/>
                <a:gd name="connsiteY328" fmla="*/ 1974152 h 2495550"/>
                <a:gd name="connsiteX329" fmla="*/ 2418112 w 3219450"/>
                <a:gd name="connsiteY329" fmla="*/ 1973675 h 2495550"/>
                <a:gd name="connsiteX330" fmla="*/ 2417826 w 3219450"/>
                <a:gd name="connsiteY330" fmla="*/ 1973104 h 2495550"/>
                <a:gd name="connsiteX331" fmla="*/ 2417540 w 3219450"/>
                <a:gd name="connsiteY331" fmla="*/ 1972532 h 2495550"/>
                <a:gd name="connsiteX332" fmla="*/ 2417255 w 3219450"/>
                <a:gd name="connsiteY332" fmla="*/ 1972342 h 2495550"/>
                <a:gd name="connsiteX333" fmla="*/ 2416969 w 3219450"/>
                <a:gd name="connsiteY333" fmla="*/ 1972342 h 2495550"/>
                <a:gd name="connsiteX334" fmla="*/ 2416683 w 3219450"/>
                <a:gd name="connsiteY334" fmla="*/ 1972056 h 2495550"/>
                <a:gd name="connsiteX335" fmla="*/ 2416397 w 3219450"/>
                <a:gd name="connsiteY335" fmla="*/ 1971961 h 2495550"/>
                <a:gd name="connsiteX336" fmla="*/ 2415731 w 3219450"/>
                <a:gd name="connsiteY336" fmla="*/ 1972627 h 2495550"/>
                <a:gd name="connsiteX337" fmla="*/ 2415540 w 3219450"/>
                <a:gd name="connsiteY337" fmla="*/ 1972818 h 2495550"/>
                <a:gd name="connsiteX338" fmla="*/ 2415159 w 3219450"/>
                <a:gd name="connsiteY338" fmla="*/ 1973009 h 2495550"/>
                <a:gd name="connsiteX339" fmla="*/ 2415064 w 3219450"/>
                <a:gd name="connsiteY339" fmla="*/ 1973390 h 2495550"/>
                <a:gd name="connsiteX340" fmla="*/ 2415350 w 3219450"/>
                <a:gd name="connsiteY340" fmla="*/ 1974247 h 2495550"/>
                <a:gd name="connsiteX341" fmla="*/ 2416016 w 3219450"/>
                <a:gd name="connsiteY341" fmla="*/ 1974914 h 2495550"/>
                <a:gd name="connsiteX342" fmla="*/ 2417445 w 3219450"/>
                <a:gd name="connsiteY342" fmla="*/ 1975295 h 2495550"/>
                <a:gd name="connsiteX343" fmla="*/ 2417636 w 3219450"/>
                <a:gd name="connsiteY343" fmla="*/ 1975009 h 2495550"/>
                <a:gd name="connsiteX344" fmla="*/ 2418207 w 3219450"/>
                <a:gd name="connsiteY344" fmla="*/ 1974818 h 2495550"/>
                <a:gd name="connsiteX345" fmla="*/ 2418683 w 3219450"/>
                <a:gd name="connsiteY345" fmla="*/ 1975104 h 2495550"/>
                <a:gd name="connsiteX346" fmla="*/ 2418683 w 3219450"/>
                <a:gd name="connsiteY346" fmla="*/ 1975580 h 2495550"/>
                <a:gd name="connsiteX347" fmla="*/ 2418588 w 3219450"/>
                <a:gd name="connsiteY347" fmla="*/ 1976056 h 2495550"/>
                <a:gd name="connsiteX348" fmla="*/ 2418969 w 3219450"/>
                <a:gd name="connsiteY348" fmla="*/ 1976723 h 2495550"/>
                <a:gd name="connsiteX349" fmla="*/ 2419541 w 3219450"/>
                <a:gd name="connsiteY349" fmla="*/ 1977104 h 2495550"/>
                <a:gd name="connsiteX350" fmla="*/ 2420207 w 3219450"/>
                <a:gd name="connsiteY350" fmla="*/ 1977104 h 2495550"/>
                <a:gd name="connsiteX351" fmla="*/ 2420588 w 3219450"/>
                <a:gd name="connsiteY351" fmla="*/ 1976723 h 2495550"/>
                <a:gd name="connsiteX352" fmla="*/ 2420588 w 3219450"/>
                <a:gd name="connsiteY352" fmla="*/ 1975961 h 2495550"/>
                <a:gd name="connsiteX353" fmla="*/ 2420874 w 3219450"/>
                <a:gd name="connsiteY353" fmla="*/ 1975390 h 2495550"/>
                <a:gd name="connsiteX354" fmla="*/ 2421351 w 3219450"/>
                <a:gd name="connsiteY354" fmla="*/ 1975199 h 2495550"/>
                <a:gd name="connsiteX355" fmla="*/ 2421541 w 3219450"/>
                <a:gd name="connsiteY355" fmla="*/ 1974818 h 2495550"/>
                <a:gd name="connsiteX356" fmla="*/ 2421160 w 3219450"/>
                <a:gd name="connsiteY356" fmla="*/ 1974628 h 2495550"/>
                <a:gd name="connsiteX357" fmla="*/ 2420588 w 3219450"/>
                <a:gd name="connsiteY357" fmla="*/ 1974437 h 2495550"/>
                <a:gd name="connsiteX358" fmla="*/ 2435257 w 3219450"/>
                <a:gd name="connsiteY358" fmla="*/ 1953387 h 2495550"/>
                <a:gd name="connsiteX359" fmla="*/ 2434590 w 3219450"/>
                <a:gd name="connsiteY359" fmla="*/ 1952911 h 2495550"/>
                <a:gd name="connsiteX360" fmla="*/ 2435447 w 3219450"/>
                <a:gd name="connsiteY360" fmla="*/ 1952244 h 2495550"/>
                <a:gd name="connsiteX361" fmla="*/ 2434971 w 3219450"/>
                <a:gd name="connsiteY361" fmla="*/ 1951673 h 2495550"/>
                <a:gd name="connsiteX362" fmla="*/ 2434495 w 3219450"/>
                <a:gd name="connsiteY362" fmla="*/ 1951196 h 2495550"/>
                <a:gd name="connsiteX363" fmla="*/ 2434019 w 3219450"/>
                <a:gd name="connsiteY363" fmla="*/ 1951101 h 2495550"/>
                <a:gd name="connsiteX364" fmla="*/ 2433352 w 3219450"/>
                <a:gd name="connsiteY364" fmla="*/ 1951482 h 2495550"/>
                <a:gd name="connsiteX365" fmla="*/ 2432780 w 3219450"/>
                <a:gd name="connsiteY365" fmla="*/ 1950720 h 2495550"/>
                <a:gd name="connsiteX366" fmla="*/ 2432590 w 3219450"/>
                <a:gd name="connsiteY366" fmla="*/ 1949672 h 2495550"/>
                <a:gd name="connsiteX367" fmla="*/ 2432685 w 3219450"/>
                <a:gd name="connsiteY367" fmla="*/ 1948720 h 2495550"/>
                <a:gd name="connsiteX368" fmla="*/ 2432971 w 3219450"/>
                <a:gd name="connsiteY368" fmla="*/ 1948339 h 2495550"/>
                <a:gd name="connsiteX369" fmla="*/ 2432019 w 3219450"/>
                <a:gd name="connsiteY369" fmla="*/ 1948339 h 2495550"/>
                <a:gd name="connsiteX370" fmla="*/ 2431352 w 3219450"/>
                <a:gd name="connsiteY370" fmla="*/ 1948720 h 2495550"/>
                <a:gd name="connsiteX371" fmla="*/ 2431066 w 3219450"/>
                <a:gd name="connsiteY371" fmla="*/ 1948910 h 2495550"/>
                <a:gd name="connsiteX372" fmla="*/ 2430304 w 3219450"/>
                <a:gd name="connsiteY372" fmla="*/ 1949101 h 2495550"/>
                <a:gd name="connsiteX373" fmla="*/ 2429447 w 3219450"/>
                <a:gd name="connsiteY373" fmla="*/ 1949958 h 2495550"/>
                <a:gd name="connsiteX374" fmla="*/ 2428685 w 3219450"/>
                <a:gd name="connsiteY374" fmla="*/ 1951006 h 2495550"/>
                <a:gd name="connsiteX375" fmla="*/ 2428399 w 3219450"/>
                <a:gd name="connsiteY375" fmla="*/ 1952054 h 2495550"/>
                <a:gd name="connsiteX376" fmla="*/ 2428875 w 3219450"/>
                <a:gd name="connsiteY376" fmla="*/ 1953006 h 2495550"/>
                <a:gd name="connsiteX377" fmla="*/ 2429256 w 3219450"/>
                <a:gd name="connsiteY377" fmla="*/ 1952530 h 2495550"/>
                <a:gd name="connsiteX378" fmla="*/ 2429732 w 3219450"/>
                <a:gd name="connsiteY378" fmla="*/ 1952149 h 2495550"/>
                <a:gd name="connsiteX379" fmla="*/ 2430113 w 3219450"/>
                <a:gd name="connsiteY379" fmla="*/ 1952149 h 2495550"/>
                <a:gd name="connsiteX380" fmla="*/ 2430304 w 3219450"/>
                <a:gd name="connsiteY380" fmla="*/ 1952720 h 2495550"/>
                <a:gd name="connsiteX381" fmla="*/ 2429637 w 3219450"/>
                <a:gd name="connsiteY381" fmla="*/ 1954816 h 2495550"/>
                <a:gd name="connsiteX382" fmla="*/ 2429542 w 3219450"/>
                <a:gd name="connsiteY382" fmla="*/ 1955292 h 2495550"/>
                <a:gd name="connsiteX383" fmla="*/ 2430113 w 3219450"/>
                <a:gd name="connsiteY383" fmla="*/ 1955959 h 2495550"/>
                <a:gd name="connsiteX384" fmla="*/ 2431828 w 3219450"/>
                <a:gd name="connsiteY384" fmla="*/ 1955673 h 2495550"/>
                <a:gd name="connsiteX385" fmla="*/ 2432876 w 3219450"/>
                <a:gd name="connsiteY385" fmla="*/ 1956149 h 2495550"/>
                <a:gd name="connsiteX386" fmla="*/ 2432209 w 3219450"/>
                <a:gd name="connsiteY386" fmla="*/ 1957102 h 2495550"/>
                <a:gd name="connsiteX387" fmla="*/ 2431256 w 3219450"/>
                <a:gd name="connsiteY387" fmla="*/ 1957292 h 2495550"/>
                <a:gd name="connsiteX388" fmla="*/ 2428494 w 3219450"/>
                <a:gd name="connsiteY388" fmla="*/ 1956911 h 2495550"/>
                <a:gd name="connsiteX389" fmla="*/ 2428018 w 3219450"/>
                <a:gd name="connsiteY389" fmla="*/ 1957006 h 2495550"/>
                <a:gd name="connsiteX390" fmla="*/ 2427542 w 3219450"/>
                <a:gd name="connsiteY390" fmla="*/ 1957388 h 2495550"/>
                <a:gd name="connsiteX391" fmla="*/ 2427065 w 3219450"/>
                <a:gd name="connsiteY391" fmla="*/ 1958150 h 2495550"/>
                <a:gd name="connsiteX392" fmla="*/ 2427542 w 3219450"/>
                <a:gd name="connsiteY392" fmla="*/ 1958435 h 2495550"/>
                <a:gd name="connsiteX393" fmla="*/ 2428113 w 3219450"/>
                <a:gd name="connsiteY393" fmla="*/ 1958531 h 2495550"/>
                <a:gd name="connsiteX394" fmla="*/ 2428685 w 3219450"/>
                <a:gd name="connsiteY394" fmla="*/ 1958435 h 2495550"/>
                <a:gd name="connsiteX395" fmla="*/ 2429256 w 3219450"/>
                <a:gd name="connsiteY395" fmla="*/ 1958150 h 2495550"/>
                <a:gd name="connsiteX396" fmla="*/ 2429352 w 3219450"/>
                <a:gd name="connsiteY396" fmla="*/ 1958245 h 2495550"/>
                <a:gd name="connsiteX397" fmla="*/ 2429352 w 3219450"/>
                <a:gd name="connsiteY397" fmla="*/ 1958626 h 2495550"/>
                <a:gd name="connsiteX398" fmla="*/ 2429352 w 3219450"/>
                <a:gd name="connsiteY398" fmla="*/ 1959007 h 2495550"/>
                <a:gd name="connsiteX399" fmla="*/ 2429352 w 3219450"/>
                <a:gd name="connsiteY399" fmla="*/ 1959197 h 2495550"/>
                <a:gd name="connsiteX400" fmla="*/ 2429161 w 3219450"/>
                <a:gd name="connsiteY400" fmla="*/ 1959388 h 2495550"/>
                <a:gd name="connsiteX401" fmla="*/ 2428780 w 3219450"/>
                <a:gd name="connsiteY401" fmla="*/ 1959769 h 2495550"/>
                <a:gd name="connsiteX402" fmla="*/ 2428589 w 3219450"/>
                <a:gd name="connsiteY402" fmla="*/ 1959959 h 2495550"/>
                <a:gd name="connsiteX403" fmla="*/ 2428304 w 3219450"/>
                <a:gd name="connsiteY403" fmla="*/ 1961102 h 2495550"/>
                <a:gd name="connsiteX404" fmla="*/ 2428875 w 3219450"/>
                <a:gd name="connsiteY404" fmla="*/ 1961960 h 2495550"/>
                <a:gd name="connsiteX405" fmla="*/ 2429828 w 3219450"/>
                <a:gd name="connsiteY405" fmla="*/ 1962531 h 2495550"/>
                <a:gd name="connsiteX406" fmla="*/ 2430780 w 3219450"/>
                <a:gd name="connsiteY406" fmla="*/ 1962912 h 2495550"/>
                <a:gd name="connsiteX407" fmla="*/ 2431733 w 3219450"/>
                <a:gd name="connsiteY407" fmla="*/ 1963102 h 2495550"/>
                <a:gd name="connsiteX408" fmla="*/ 2431828 w 3219450"/>
                <a:gd name="connsiteY408" fmla="*/ 1962817 h 2495550"/>
                <a:gd name="connsiteX409" fmla="*/ 2431733 w 3219450"/>
                <a:gd name="connsiteY409" fmla="*/ 1962150 h 2495550"/>
                <a:gd name="connsiteX410" fmla="*/ 2431733 w 3219450"/>
                <a:gd name="connsiteY410" fmla="*/ 1961483 h 2495550"/>
                <a:gd name="connsiteX411" fmla="*/ 2432495 w 3219450"/>
                <a:gd name="connsiteY411" fmla="*/ 1960436 h 2495550"/>
                <a:gd name="connsiteX412" fmla="*/ 2433733 w 3219450"/>
                <a:gd name="connsiteY412" fmla="*/ 1959674 h 2495550"/>
                <a:gd name="connsiteX413" fmla="*/ 2435162 w 3219450"/>
                <a:gd name="connsiteY413" fmla="*/ 1959388 h 2495550"/>
                <a:gd name="connsiteX414" fmla="*/ 2436495 w 3219450"/>
                <a:gd name="connsiteY414" fmla="*/ 1959769 h 2495550"/>
                <a:gd name="connsiteX415" fmla="*/ 2436114 w 3219450"/>
                <a:gd name="connsiteY415" fmla="*/ 1958721 h 2495550"/>
                <a:gd name="connsiteX416" fmla="*/ 2434400 w 3219450"/>
                <a:gd name="connsiteY416" fmla="*/ 1957769 h 2495550"/>
                <a:gd name="connsiteX417" fmla="*/ 2434019 w 3219450"/>
                <a:gd name="connsiteY417" fmla="*/ 1956626 h 2495550"/>
                <a:gd name="connsiteX418" fmla="*/ 2434304 w 3219450"/>
                <a:gd name="connsiteY418" fmla="*/ 1955673 h 2495550"/>
                <a:gd name="connsiteX419" fmla="*/ 2435066 w 3219450"/>
                <a:gd name="connsiteY419" fmla="*/ 1954911 h 2495550"/>
                <a:gd name="connsiteX420" fmla="*/ 2435924 w 3219450"/>
                <a:gd name="connsiteY420" fmla="*/ 1954721 h 2495550"/>
                <a:gd name="connsiteX421" fmla="*/ 2436590 w 3219450"/>
                <a:gd name="connsiteY421" fmla="*/ 1955483 h 2495550"/>
                <a:gd name="connsiteX422" fmla="*/ 2437448 w 3219450"/>
                <a:gd name="connsiteY422" fmla="*/ 1954911 h 2495550"/>
                <a:gd name="connsiteX423" fmla="*/ 2438114 w 3219450"/>
                <a:gd name="connsiteY423" fmla="*/ 1954340 h 2495550"/>
                <a:gd name="connsiteX424" fmla="*/ 2437067 w 3219450"/>
                <a:gd name="connsiteY424" fmla="*/ 1953863 h 2495550"/>
                <a:gd name="connsiteX425" fmla="*/ 2435257 w 3219450"/>
                <a:gd name="connsiteY425" fmla="*/ 1953387 h 2495550"/>
                <a:gd name="connsiteX426" fmla="*/ 2284667 w 3219450"/>
                <a:gd name="connsiteY426" fmla="*/ 2071878 h 2495550"/>
                <a:gd name="connsiteX427" fmla="*/ 2285524 w 3219450"/>
                <a:gd name="connsiteY427" fmla="*/ 2071306 h 2495550"/>
                <a:gd name="connsiteX428" fmla="*/ 2285810 w 3219450"/>
                <a:gd name="connsiteY428" fmla="*/ 2070735 h 2495550"/>
                <a:gd name="connsiteX429" fmla="*/ 2286000 w 3219450"/>
                <a:gd name="connsiteY429" fmla="*/ 2070449 h 2495550"/>
                <a:gd name="connsiteX430" fmla="*/ 2286381 w 3219450"/>
                <a:gd name="connsiteY430" fmla="*/ 2069973 h 2495550"/>
                <a:gd name="connsiteX431" fmla="*/ 2286667 w 3219450"/>
                <a:gd name="connsiteY431" fmla="*/ 2069497 h 2495550"/>
                <a:gd name="connsiteX432" fmla="*/ 2286477 w 3219450"/>
                <a:gd name="connsiteY432" fmla="*/ 2069021 h 2495550"/>
                <a:gd name="connsiteX433" fmla="*/ 2286000 w 3219450"/>
                <a:gd name="connsiteY433" fmla="*/ 2069021 h 2495550"/>
                <a:gd name="connsiteX434" fmla="*/ 2285524 w 3219450"/>
                <a:gd name="connsiteY434" fmla="*/ 2069211 h 2495550"/>
                <a:gd name="connsiteX435" fmla="*/ 2285143 w 3219450"/>
                <a:gd name="connsiteY435" fmla="*/ 2069306 h 2495550"/>
                <a:gd name="connsiteX436" fmla="*/ 2284953 w 3219450"/>
                <a:gd name="connsiteY436" fmla="*/ 2069306 h 2495550"/>
                <a:gd name="connsiteX437" fmla="*/ 2284571 w 3219450"/>
                <a:gd name="connsiteY437" fmla="*/ 2069592 h 2495550"/>
                <a:gd name="connsiteX438" fmla="*/ 2284095 w 3219450"/>
                <a:gd name="connsiteY438" fmla="*/ 2070164 h 2495550"/>
                <a:gd name="connsiteX439" fmla="*/ 2283524 w 3219450"/>
                <a:gd name="connsiteY439" fmla="*/ 2070449 h 2495550"/>
                <a:gd name="connsiteX440" fmla="*/ 2282952 w 3219450"/>
                <a:gd name="connsiteY440" fmla="*/ 2070640 h 2495550"/>
                <a:gd name="connsiteX441" fmla="*/ 2283047 w 3219450"/>
                <a:gd name="connsiteY441" fmla="*/ 2071211 h 2495550"/>
                <a:gd name="connsiteX442" fmla="*/ 2283810 w 3219450"/>
                <a:gd name="connsiteY442" fmla="*/ 2071688 h 2495550"/>
                <a:gd name="connsiteX443" fmla="*/ 2284667 w 3219450"/>
                <a:gd name="connsiteY443" fmla="*/ 2071878 h 2495550"/>
                <a:gd name="connsiteX444" fmla="*/ 2139029 w 3219450"/>
                <a:gd name="connsiteY444" fmla="*/ 2147221 h 2495550"/>
                <a:gd name="connsiteX445" fmla="*/ 2139696 w 3219450"/>
                <a:gd name="connsiteY445" fmla="*/ 2147126 h 2495550"/>
                <a:gd name="connsiteX446" fmla="*/ 2139506 w 3219450"/>
                <a:gd name="connsiteY446" fmla="*/ 2146745 h 2495550"/>
                <a:gd name="connsiteX447" fmla="*/ 2139696 w 3219450"/>
                <a:gd name="connsiteY447" fmla="*/ 2146364 h 2495550"/>
                <a:gd name="connsiteX448" fmla="*/ 2139315 w 3219450"/>
                <a:gd name="connsiteY448" fmla="*/ 2145792 h 2495550"/>
                <a:gd name="connsiteX449" fmla="*/ 2139696 w 3219450"/>
                <a:gd name="connsiteY449" fmla="*/ 2145316 h 2495550"/>
                <a:gd name="connsiteX450" fmla="*/ 2139887 w 3219450"/>
                <a:gd name="connsiteY450" fmla="*/ 2145316 h 2495550"/>
                <a:gd name="connsiteX451" fmla="*/ 2139887 w 3219450"/>
                <a:gd name="connsiteY451" fmla="*/ 2144840 h 2495550"/>
                <a:gd name="connsiteX452" fmla="*/ 2139506 w 3219450"/>
                <a:gd name="connsiteY452" fmla="*/ 2144744 h 2495550"/>
                <a:gd name="connsiteX453" fmla="*/ 2139791 w 3219450"/>
                <a:gd name="connsiteY453" fmla="*/ 2144459 h 2495550"/>
                <a:gd name="connsiteX454" fmla="*/ 2140172 w 3219450"/>
                <a:gd name="connsiteY454" fmla="*/ 2144744 h 2495550"/>
                <a:gd name="connsiteX455" fmla="*/ 2140363 w 3219450"/>
                <a:gd name="connsiteY455" fmla="*/ 2145411 h 2495550"/>
                <a:gd name="connsiteX456" fmla="*/ 2140363 w 3219450"/>
                <a:gd name="connsiteY456" fmla="*/ 2145983 h 2495550"/>
                <a:gd name="connsiteX457" fmla="*/ 2140744 w 3219450"/>
                <a:gd name="connsiteY457" fmla="*/ 2146364 h 2495550"/>
                <a:gd name="connsiteX458" fmla="*/ 2140935 w 3219450"/>
                <a:gd name="connsiteY458" fmla="*/ 2146554 h 2495550"/>
                <a:gd name="connsiteX459" fmla="*/ 2141601 w 3219450"/>
                <a:gd name="connsiteY459" fmla="*/ 2146459 h 2495550"/>
                <a:gd name="connsiteX460" fmla="*/ 2141220 w 3219450"/>
                <a:gd name="connsiteY460" fmla="*/ 2145411 h 2495550"/>
                <a:gd name="connsiteX461" fmla="*/ 2141506 w 3219450"/>
                <a:gd name="connsiteY461" fmla="*/ 2145316 h 2495550"/>
                <a:gd name="connsiteX462" fmla="*/ 2141220 w 3219450"/>
                <a:gd name="connsiteY462" fmla="*/ 2144840 h 2495550"/>
                <a:gd name="connsiteX463" fmla="*/ 2141030 w 3219450"/>
                <a:gd name="connsiteY463" fmla="*/ 2144268 h 2495550"/>
                <a:gd name="connsiteX464" fmla="*/ 2141315 w 3219450"/>
                <a:gd name="connsiteY464" fmla="*/ 2143887 h 2495550"/>
                <a:gd name="connsiteX465" fmla="*/ 2141315 w 3219450"/>
                <a:gd name="connsiteY465" fmla="*/ 2143316 h 2495550"/>
                <a:gd name="connsiteX466" fmla="*/ 2140935 w 3219450"/>
                <a:gd name="connsiteY466" fmla="*/ 2143030 h 2495550"/>
                <a:gd name="connsiteX467" fmla="*/ 2140553 w 3219450"/>
                <a:gd name="connsiteY467" fmla="*/ 2142268 h 2495550"/>
                <a:gd name="connsiteX468" fmla="*/ 2140172 w 3219450"/>
                <a:gd name="connsiteY468" fmla="*/ 2142077 h 2495550"/>
                <a:gd name="connsiteX469" fmla="*/ 2139791 w 3219450"/>
                <a:gd name="connsiteY469" fmla="*/ 2142173 h 2495550"/>
                <a:gd name="connsiteX470" fmla="*/ 2139506 w 3219450"/>
                <a:gd name="connsiteY470" fmla="*/ 2141792 h 2495550"/>
                <a:gd name="connsiteX471" fmla="*/ 2139029 w 3219450"/>
                <a:gd name="connsiteY471" fmla="*/ 2141601 h 2495550"/>
                <a:gd name="connsiteX472" fmla="*/ 2138553 w 3219450"/>
                <a:gd name="connsiteY472" fmla="*/ 2141411 h 2495550"/>
                <a:gd name="connsiteX473" fmla="*/ 2138077 w 3219450"/>
                <a:gd name="connsiteY473" fmla="*/ 2141696 h 2495550"/>
                <a:gd name="connsiteX474" fmla="*/ 2137601 w 3219450"/>
                <a:gd name="connsiteY474" fmla="*/ 2142173 h 2495550"/>
                <a:gd name="connsiteX475" fmla="*/ 2136934 w 3219450"/>
                <a:gd name="connsiteY475" fmla="*/ 2142173 h 2495550"/>
                <a:gd name="connsiteX476" fmla="*/ 2136458 w 3219450"/>
                <a:gd name="connsiteY476" fmla="*/ 2142077 h 2495550"/>
                <a:gd name="connsiteX477" fmla="*/ 2136077 w 3219450"/>
                <a:gd name="connsiteY477" fmla="*/ 2141887 h 2495550"/>
                <a:gd name="connsiteX478" fmla="*/ 2135505 w 3219450"/>
                <a:gd name="connsiteY478" fmla="*/ 2141696 h 2495550"/>
                <a:gd name="connsiteX479" fmla="*/ 2134934 w 3219450"/>
                <a:gd name="connsiteY479" fmla="*/ 2141887 h 2495550"/>
                <a:gd name="connsiteX480" fmla="*/ 2134457 w 3219450"/>
                <a:gd name="connsiteY480" fmla="*/ 2142077 h 2495550"/>
                <a:gd name="connsiteX481" fmla="*/ 2134172 w 3219450"/>
                <a:gd name="connsiteY481" fmla="*/ 2142173 h 2495550"/>
                <a:gd name="connsiteX482" fmla="*/ 2134077 w 3219450"/>
                <a:gd name="connsiteY482" fmla="*/ 2142268 h 2495550"/>
                <a:gd name="connsiteX483" fmla="*/ 2134077 w 3219450"/>
                <a:gd name="connsiteY483" fmla="*/ 2142649 h 2495550"/>
                <a:gd name="connsiteX484" fmla="*/ 2134362 w 3219450"/>
                <a:gd name="connsiteY484" fmla="*/ 2142744 h 2495550"/>
                <a:gd name="connsiteX485" fmla="*/ 2134648 w 3219450"/>
                <a:gd name="connsiteY485" fmla="*/ 2143220 h 2495550"/>
                <a:gd name="connsiteX486" fmla="*/ 2134743 w 3219450"/>
                <a:gd name="connsiteY486" fmla="*/ 2143506 h 2495550"/>
                <a:gd name="connsiteX487" fmla="*/ 2134934 w 3219450"/>
                <a:gd name="connsiteY487" fmla="*/ 2143982 h 2495550"/>
                <a:gd name="connsiteX488" fmla="*/ 2135315 w 3219450"/>
                <a:gd name="connsiteY488" fmla="*/ 2144173 h 2495550"/>
                <a:gd name="connsiteX489" fmla="*/ 2136172 w 3219450"/>
                <a:gd name="connsiteY489" fmla="*/ 2144173 h 2495550"/>
                <a:gd name="connsiteX490" fmla="*/ 2136648 w 3219450"/>
                <a:gd name="connsiteY490" fmla="*/ 2144459 h 2495550"/>
                <a:gd name="connsiteX491" fmla="*/ 2136744 w 3219450"/>
                <a:gd name="connsiteY491" fmla="*/ 2144840 h 2495550"/>
                <a:gd name="connsiteX492" fmla="*/ 2136839 w 3219450"/>
                <a:gd name="connsiteY492" fmla="*/ 2145125 h 2495550"/>
                <a:gd name="connsiteX493" fmla="*/ 2136934 w 3219450"/>
                <a:gd name="connsiteY493" fmla="*/ 2145125 h 2495550"/>
                <a:gd name="connsiteX494" fmla="*/ 2137124 w 3219450"/>
                <a:gd name="connsiteY494" fmla="*/ 2144840 h 2495550"/>
                <a:gd name="connsiteX495" fmla="*/ 2137791 w 3219450"/>
                <a:gd name="connsiteY495" fmla="*/ 2144363 h 2495550"/>
                <a:gd name="connsiteX496" fmla="*/ 2137696 w 3219450"/>
                <a:gd name="connsiteY496" fmla="*/ 2144840 h 2495550"/>
                <a:gd name="connsiteX497" fmla="*/ 2138172 w 3219450"/>
                <a:gd name="connsiteY497" fmla="*/ 2144935 h 2495550"/>
                <a:gd name="connsiteX498" fmla="*/ 2138268 w 3219450"/>
                <a:gd name="connsiteY498" fmla="*/ 2145221 h 2495550"/>
                <a:gd name="connsiteX499" fmla="*/ 2137982 w 3219450"/>
                <a:gd name="connsiteY499" fmla="*/ 2145602 h 2495550"/>
                <a:gd name="connsiteX500" fmla="*/ 2138363 w 3219450"/>
                <a:gd name="connsiteY500" fmla="*/ 2145792 h 2495550"/>
                <a:gd name="connsiteX501" fmla="*/ 2138077 w 3219450"/>
                <a:gd name="connsiteY501" fmla="*/ 2146078 h 2495550"/>
                <a:gd name="connsiteX502" fmla="*/ 2138363 w 3219450"/>
                <a:gd name="connsiteY502" fmla="*/ 2146173 h 2495550"/>
                <a:gd name="connsiteX503" fmla="*/ 2138934 w 3219450"/>
                <a:gd name="connsiteY503" fmla="*/ 2145887 h 2495550"/>
                <a:gd name="connsiteX504" fmla="*/ 2139125 w 3219450"/>
                <a:gd name="connsiteY504" fmla="*/ 2146173 h 2495550"/>
                <a:gd name="connsiteX505" fmla="*/ 2138934 w 3219450"/>
                <a:gd name="connsiteY505" fmla="*/ 2146268 h 2495550"/>
                <a:gd name="connsiteX506" fmla="*/ 2139029 w 3219450"/>
                <a:gd name="connsiteY506" fmla="*/ 2147221 h 2495550"/>
                <a:gd name="connsiteX507" fmla="*/ 2292668 w 3219450"/>
                <a:gd name="connsiteY507" fmla="*/ 2074736 h 2495550"/>
                <a:gd name="connsiteX508" fmla="*/ 2292858 w 3219450"/>
                <a:gd name="connsiteY508" fmla="*/ 2073783 h 2495550"/>
                <a:gd name="connsiteX509" fmla="*/ 2292001 w 3219450"/>
                <a:gd name="connsiteY509" fmla="*/ 2073783 h 2495550"/>
                <a:gd name="connsiteX510" fmla="*/ 2291620 w 3219450"/>
                <a:gd name="connsiteY510" fmla="*/ 2074545 h 2495550"/>
                <a:gd name="connsiteX511" fmla="*/ 2290953 w 3219450"/>
                <a:gd name="connsiteY511" fmla="*/ 2074926 h 2495550"/>
                <a:gd name="connsiteX512" fmla="*/ 2290001 w 3219450"/>
                <a:gd name="connsiteY512" fmla="*/ 2074259 h 2495550"/>
                <a:gd name="connsiteX513" fmla="*/ 2290001 w 3219450"/>
                <a:gd name="connsiteY513" fmla="*/ 2074164 h 2495550"/>
                <a:gd name="connsiteX514" fmla="*/ 2289620 w 3219450"/>
                <a:gd name="connsiteY514" fmla="*/ 2073974 h 2495550"/>
                <a:gd name="connsiteX515" fmla="*/ 2288858 w 3219450"/>
                <a:gd name="connsiteY515" fmla="*/ 2074259 h 2495550"/>
                <a:gd name="connsiteX516" fmla="*/ 2288572 w 3219450"/>
                <a:gd name="connsiteY516" fmla="*/ 2074831 h 2495550"/>
                <a:gd name="connsiteX517" fmla="*/ 2288191 w 3219450"/>
                <a:gd name="connsiteY517" fmla="*/ 2075879 h 2495550"/>
                <a:gd name="connsiteX518" fmla="*/ 2287620 w 3219450"/>
                <a:gd name="connsiteY518" fmla="*/ 2076069 h 2495550"/>
                <a:gd name="connsiteX519" fmla="*/ 2287143 w 3219450"/>
                <a:gd name="connsiteY519" fmla="*/ 2076164 h 2495550"/>
                <a:gd name="connsiteX520" fmla="*/ 2286762 w 3219450"/>
                <a:gd name="connsiteY520" fmla="*/ 2076355 h 2495550"/>
                <a:gd name="connsiteX521" fmla="*/ 2286286 w 3219450"/>
                <a:gd name="connsiteY521" fmla="*/ 2076164 h 2495550"/>
                <a:gd name="connsiteX522" fmla="*/ 2285905 w 3219450"/>
                <a:gd name="connsiteY522" fmla="*/ 2075783 h 2495550"/>
                <a:gd name="connsiteX523" fmla="*/ 2285619 w 3219450"/>
                <a:gd name="connsiteY523" fmla="*/ 2075402 h 2495550"/>
                <a:gd name="connsiteX524" fmla="*/ 2285238 w 3219450"/>
                <a:gd name="connsiteY524" fmla="*/ 2075212 h 2495550"/>
                <a:gd name="connsiteX525" fmla="*/ 2284476 w 3219450"/>
                <a:gd name="connsiteY525" fmla="*/ 2075593 h 2495550"/>
                <a:gd name="connsiteX526" fmla="*/ 2283714 w 3219450"/>
                <a:gd name="connsiteY526" fmla="*/ 2076260 h 2495550"/>
                <a:gd name="connsiteX527" fmla="*/ 2283143 w 3219450"/>
                <a:gd name="connsiteY527" fmla="*/ 2076926 h 2495550"/>
                <a:gd name="connsiteX528" fmla="*/ 2283428 w 3219450"/>
                <a:gd name="connsiteY528" fmla="*/ 2077402 h 2495550"/>
                <a:gd name="connsiteX529" fmla="*/ 2284571 w 3219450"/>
                <a:gd name="connsiteY529" fmla="*/ 2077593 h 2495550"/>
                <a:gd name="connsiteX530" fmla="*/ 2285810 w 3219450"/>
                <a:gd name="connsiteY530" fmla="*/ 2077593 h 2495550"/>
                <a:gd name="connsiteX531" fmla="*/ 2286381 w 3219450"/>
                <a:gd name="connsiteY531" fmla="*/ 2077593 h 2495550"/>
                <a:gd name="connsiteX532" fmla="*/ 2286953 w 3219450"/>
                <a:gd name="connsiteY532" fmla="*/ 2077784 h 2495550"/>
                <a:gd name="connsiteX533" fmla="*/ 2287429 w 3219450"/>
                <a:gd name="connsiteY533" fmla="*/ 2077879 h 2495550"/>
                <a:gd name="connsiteX534" fmla="*/ 2288762 w 3219450"/>
                <a:gd name="connsiteY534" fmla="*/ 2078450 h 2495550"/>
                <a:gd name="connsiteX535" fmla="*/ 2290572 w 3219450"/>
                <a:gd name="connsiteY535" fmla="*/ 2078069 h 2495550"/>
                <a:gd name="connsiteX536" fmla="*/ 2291811 w 3219450"/>
                <a:gd name="connsiteY536" fmla="*/ 2078546 h 2495550"/>
                <a:gd name="connsiteX537" fmla="*/ 2292953 w 3219450"/>
                <a:gd name="connsiteY537" fmla="*/ 2078831 h 2495550"/>
                <a:gd name="connsiteX538" fmla="*/ 2293430 w 3219450"/>
                <a:gd name="connsiteY538" fmla="*/ 2077688 h 2495550"/>
                <a:gd name="connsiteX539" fmla="*/ 2293715 w 3219450"/>
                <a:gd name="connsiteY539" fmla="*/ 2075974 h 2495550"/>
                <a:gd name="connsiteX540" fmla="*/ 2293335 w 3219450"/>
                <a:gd name="connsiteY540" fmla="*/ 2075402 h 2495550"/>
                <a:gd name="connsiteX541" fmla="*/ 2292668 w 3219450"/>
                <a:gd name="connsiteY541" fmla="*/ 2074736 h 2495550"/>
                <a:gd name="connsiteX542" fmla="*/ 2464118 w 3219450"/>
                <a:gd name="connsiteY542" fmla="*/ 1873472 h 2495550"/>
                <a:gd name="connsiteX543" fmla="*/ 2463927 w 3219450"/>
                <a:gd name="connsiteY543" fmla="*/ 1873282 h 2495550"/>
                <a:gd name="connsiteX544" fmla="*/ 2463641 w 3219450"/>
                <a:gd name="connsiteY544" fmla="*/ 1872615 h 2495550"/>
                <a:gd name="connsiteX545" fmla="*/ 2463356 w 3219450"/>
                <a:gd name="connsiteY545" fmla="*/ 1872139 h 2495550"/>
                <a:gd name="connsiteX546" fmla="*/ 2463070 w 3219450"/>
                <a:gd name="connsiteY546" fmla="*/ 1871948 h 2495550"/>
                <a:gd name="connsiteX547" fmla="*/ 2462975 w 3219450"/>
                <a:gd name="connsiteY547" fmla="*/ 1871758 h 2495550"/>
                <a:gd name="connsiteX548" fmla="*/ 2462784 w 3219450"/>
                <a:gd name="connsiteY548" fmla="*/ 1871663 h 2495550"/>
                <a:gd name="connsiteX549" fmla="*/ 2462498 w 3219450"/>
                <a:gd name="connsiteY549" fmla="*/ 1871663 h 2495550"/>
                <a:gd name="connsiteX550" fmla="*/ 2462118 w 3219450"/>
                <a:gd name="connsiteY550" fmla="*/ 1871758 h 2495550"/>
                <a:gd name="connsiteX551" fmla="*/ 2461546 w 3219450"/>
                <a:gd name="connsiteY551" fmla="*/ 1872234 h 2495550"/>
                <a:gd name="connsiteX552" fmla="*/ 2461355 w 3219450"/>
                <a:gd name="connsiteY552" fmla="*/ 1872234 h 2495550"/>
                <a:gd name="connsiteX553" fmla="*/ 2461260 w 3219450"/>
                <a:gd name="connsiteY553" fmla="*/ 1872425 h 2495550"/>
                <a:gd name="connsiteX554" fmla="*/ 2461165 w 3219450"/>
                <a:gd name="connsiteY554" fmla="*/ 1872996 h 2495550"/>
                <a:gd name="connsiteX555" fmla="*/ 2461641 w 3219450"/>
                <a:gd name="connsiteY555" fmla="*/ 1873472 h 2495550"/>
                <a:gd name="connsiteX556" fmla="*/ 2462975 w 3219450"/>
                <a:gd name="connsiteY556" fmla="*/ 1874425 h 2495550"/>
                <a:gd name="connsiteX557" fmla="*/ 2464689 w 3219450"/>
                <a:gd name="connsiteY557" fmla="*/ 1873758 h 2495550"/>
                <a:gd name="connsiteX558" fmla="*/ 2464594 w 3219450"/>
                <a:gd name="connsiteY558" fmla="*/ 1873568 h 2495550"/>
                <a:gd name="connsiteX559" fmla="*/ 2464118 w 3219450"/>
                <a:gd name="connsiteY559" fmla="*/ 1873472 h 2495550"/>
                <a:gd name="connsiteX560" fmla="*/ 2136267 w 3219450"/>
                <a:gd name="connsiteY560" fmla="*/ 2146459 h 2495550"/>
                <a:gd name="connsiteX561" fmla="*/ 2135981 w 3219450"/>
                <a:gd name="connsiteY561" fmla="*/ 2146364 h 2495550"/>
                <a:gd name="connsiteX562" fmla="*/ 2135410 w 3219450"/>
                <a:gd name="connsiteY562" fmla="*/ 2146364 h 2495550"/>
                <a:gd name="connsiteX563" fmla="*/ 2134743 w 3219450"/>
                <a:gd name="connsiteY563" fmla="*/ 2146364 h 2495550"/>
                <a:gd name="connsiteX564" fmla="*/ 2135124 w 3219450"/>
                <a:gd name="connsiteY564" fmla="*/ 2146078 h 2495550"/>
                <a:gd name="connsiteX565" fmla="*/ 2135124 w 3219450"/>
                <a:gd name="connsiteY565" fmla="*/ 2145697 h 2495550"/>
                <a:gd name="connsiteX566" fmla="*/ 2134743 w 3219450"/>
                <a:gd name="connsiteY566" fmla="*/ 2145887 h 2495550"/>
                <a:gd name="connsiteX567" fmla="*/ 2134362 w 3219450"/>
                <a:gd name="connsiteY567" fmla="*/ 2145411 h 2495550"/>
                <a:gd name="connsiteX568" fmla="*/ 2134172 w 3219450"/>
                <a:gd name="connsiteY568" fmla="*/ 2144744 h 2495550"/>
                <a:gd name="connsiteX569" fmla="*/ 2133791 w 3219450"/>
                <a:gd name="connsiteY569" fmla="*/ 2144649 h 2495550"/>
                <a:gd name="connsiteX570" fmla="*/ 2133791 w 3219450"/>
                <a:gd name="connsiteY570" fmla="*/ 2145411 h 2495550"/>
                <a:gd name="connsiteX571" fmla="*/ 2133695 w 3219450"/>
                <a:gd name="connsiteY571" fmla="*/ 2145792 h 2495550"/>
                <a:gd name="connsiteX572" fmla="*/ 2134172 w 3219450"/>
                <a:gd name="connsiteY572" fmla="*/ 2145792 h 2495550"/>
                <a:gd name="connsiteX573" fmla="*/ 2134172 w 3219450"/>
                <a:gd name="connsiteY573" fmla="*/ 2147507 h 2495550"/>
                <a:gd name="connsiteX574" fmla="*/ 2133981 w 3219450"/>
                <a:gd name="connsiteY574" fmla="*/ 2147983 h 2495550"/>
                <a:gd name="connsiteX575" fmla="*/ 2135410 w 3219450"/>
                <a:gd name="connsiteY575" fmla="*/ 2147888 h 2495550"/>
                <a:gd name="connsiteX576" fmla="*/ 2135791 w 3219450"/>
                <a:gd name="connsiteY576" fmla="*/ 2147888 h 2495550"/>
                <a:gd name="connsiteX577" fmla="*/ 2135410 w 3219450"/>
                <a:gd name="connsiteY577" fmla="*/ 2147221 h 2495550"/>
                <a:gd name="connsiteX578" fmla="*/ 2135601 w 3219450"/>
                <a:gd name="connsiteY578" fmla="*/ 2146935 h 2495550"/>
                <a:gd name="connsiteX579" fmla="*/ 2136267 w 3219450"/>
                <a:gd name="connsiteY579" fmla="*/ 2146459 h 2495550"/>
                <a:gd name="connsiteX580" fmla="*/ 2143887 w 3219450"/>
                <a:gd name="connsiteY580" fmla="*/ 2154174 h 2495550"/>
                <a:gd name="connsiteX581" fmla="*/ 2143697 w 3219450"/>
                <a:gd name="connsiteY581" fmla="*/ 2154460 h 2495550"/>
                <a:gd name="connsiteX582" fmla="*/ 2143602 w 3219450"/>
                <a:gd name="connsiteY582" fmla="*/ 2154746 h 2495550"/>
                <a:gd name="connsiteX583" fmla="*/ 2143030 w 3219450"/>
                <a:gd name="connsiteY583" fmla="*/ 2155031 h 2495550"/>
                <a:gd name="connsiteX584" fmla="*/ 2142458 w 3219450"/>
                <a:gd name="connsiteY584" fmla="*/ 2155127 h 2495550"/>
                <a:gd name="connsiteX585" fmla="*/ 2139601 w 3219450"/>
                <a:gd name="connsiteY585" fmla="*/ 2156174 h 2495550"/>
                <a:gd name="connsiteX586" fmla="*/ 2139029 w 3219450"/>
                <a:gd name="connsiteY586" fmla="*/ 2156555 h 2495550"/>
                <a:gd name="connsiteX587" fmla="*/ 2139887 w 3219450"/>
                <a:gd name="connsiteY587" fmla="*/ 2156746 h 2495550"/>
                <a:gd name="connsiteX588" fmla="*/ 2144078 w 3219450"/>
                <a:gd name="connsiteY588" fmla="*/ 2155412 h 2495550"/>
                <a:gd name="connsiteX589" fmla="*/ 2144268 w 3219450"/>
                <a:gd name="connsiteY589" fmla="*/ 2155127 h 2495550"/>
                <a:gd name="connsiteX590" fmla="*/ 2144363 w 3219450"/>
                <a:gd name="connsiteY590" fmla="*/ 2154746 h 2495550"/>
                <a:gd name="connsiteX591" fmla="*/ 2144459 w 3219450"/>
                <a:gd name="connsiteY591" fmla="*/ 2154460 h 2495550"/>
                <a:gd name="connsiteX592" fmla="*/ 2144459 w 3219450"/>
                <a:gd name="connsiteY592" fmla="*/ 2154079 h 2495550"/>
                <a:gd name="connsiteX593" fmla="*/ 2144173 w 3219450"/>
                <a:gd name="connsiteY593" fmla="*/ 2154079 h 2495550"/>
                <a:gd name="connsiteX594" fmla="*/ 2143887 w 3219450"/>
                <a:gd name="connsiteY594" fmla="*/ 2154174 h 2495550"/>
                <a:gd name="connsiteX595" fmla="*/ 2005870 w 3219450"/>
                <a:gd name="connsiteY595" fmla="*/ 2458974 h 2495550"/>
                <a:gd name="connsiteX596" fmla="*/ 2005965 w 3219450"/>
                <a:gd name="connsiteY596" fmla="*/ 2458879 h 2495550"/>
                <a:gd name="connsiteX597" fmla="*/ 2005870 w 3219450"/>
                <a:gd name="connsiteY597" fmla="*/ 2458879 h 2495550"/>
                <a:gd name="connsiteX598" fmla="*/ 2005870 w 3219450"/>
                <a:gd name="connsiteY598" fmla="*/ 2458974 h 2495550"/>
                <a:gd name="connsiteX599" fmla="*/ 1980533 w 3219450"/>
                <a:gd name="connsiteY599" fmla="*/ 2501932 h 2495550"/>
                <a:gd name="connsiteX600" fmla="*/ 1980343 w 3219450"/>
                <a:gd name="connsiteY600" fmla="*/ 2502122 h 2495550"/>
                <a:gd name="connsiteX601" fmla="*/ 1980152 w 3219450"/>
                <a:gd name="connsiteY601" fmla="*/ 2502503 h 2495550"/>
                <a:gd name="connsiteX602" fmla="*/ 1980248 w 3219450"/>
                <a:gd name="connsiteY602" fmla="*/ 2502599 h 2495550"/>
                <a:gd name="connsiteX603" fmla="*/ 1980343 w 3219450"/>
                <a:gd name="connsiteY603" fmla="*/ 2502599 h 2495550"/>
                <a:gd name="connsiteX604" fmla="*/ 1980819 w 3219450"/>
                <a:gd name="connsiteY604" fmla="*/ 2502408 h 2495550"/>
                <a:gd name="connsiteX605" fmla="*/ 1981010 w 3219450"/>
                <a:gd name="connsiteY605" fmla="*/ 2502218 h 2495550"/>
                <a:gd name="connsiteX606" fmla="*/ 1981010 w 3219450"/>
                <a:gd name="connsiteY606" fmla="*/ 2502027 h 2495550"/>
                <a:gd name="connsiteX607" fmla="*/ 1981010 w 3219450"/>
                <a:gd name="connsiteY607" fmla="*/ 2501837 h 2495550"/>
                <a:gd name="connsiteX608" fmla="*/ 1980533 w 3219450"/>
                <a:gd name="connsiteY608" fmla="*/ 2501837 h 2495550"/>
                <a:gd name="connsiteX609" fmla="*/ 1943576 w 3219450"/>
                <a:gd name="connsiteY609" fmla="*/ 2203323 h 2495550"/>
                <a:gd name="connsiteX610" fmla="*/ 1943767 w 3219450"/>
                <a:gd name="connsiteY610" fmla="*/ 2202656 h 2495550"/>
                <a:gd name="connsiteX611" fmla="*/ 1943100 w 3219450"/>
                <a:gd name="connsiteY611" fmla="*/ 2202561 h 2495550"/>
                <a:gd name="connsiteX612" fmla="*/ 1941767 w 3219450"/>
                <a:gd name="connsiteY612" fmla="*/ 2202752 h 2495550"/>
                <a:gd name="connsiteX613" fmla="*/ 1941290 w 3219450"/>
                <a:gd name="connsiteY613" fmla="*/ 2202942 h 2495550"/>
                <a:gd name="connsiteX614" fmla="*/ 1940909 w 3219450"/>
                <a:gd name="connsiteY614" fmla="*/ 2203323 h 2495550"/>
                <a:gd name="connsiteX615" fmla="*/ 1940338 w 3219450"/>
                <a:gd name="connsiteY615" fmla="*/ 2203704 h 2495550"/>
                <a:gd name="connsiteX616" fmla="*/ 1939481 w 3219450"/>
                <a:gd name="connsiteY616" fmla="*/ 2203799 h 2495550"/>
                <a:gd name="connsiteX617" fmla="*/ 1939481 w 3219450"/>
                <a:gd name="connsiteY617" fmla="*/ 2204180 h 2495550"/>
                <a:gd name="connsiteX618" fmla="*/ 1939957 w 3219450"/>
                <a:gd name="connsiteY618" fmla="*/ 2204180 h 2495550"/>
                <a:gd name="connsiteX619" fmla="*/ 1940909 w 3219450"/>
                <a:gd name="connsiteY619" fmla="*/ 2204276 h 2495550"/>
                <a:gd name="connsiteX620" fmla="*/ 1941386 w 3219450"/>
                <a:gd name="connsiteY620" fmla="*/ 2204276 h 2495550"/>
                <a:gd name="connsiteX621" fmla="*/ 1941005 w 3219450"/>
                <a:gd name="connsiteY621" fmla="*/ 2205038 h 2495550"/>
                <a:gd name="connsiteX622" fmla="*/ 1941195 w 3219450"/>
                <a:gd name="connsiteY622" fmla="*/ 2205609 h 2495550"/>
                <a:gd name="connsiteX623" fmla="*/ 1941862 w 3219450"/>
                <a:gd name="connsiteY623" fmla="*/ 2205895 h 2495550"/>
                <a:gd name="connsiteX624" fmla="*/ 1942814 w 3219450"/>
                <a:gd name="connsiteY624" fmla="*/ 2205895 h 2495550"/>
                <a:gd name="connsiteX625" fmla="*/ 1942529 w 3219450"/>
                <a:gd name="connsiteY625" fmla="*/ 2205133 h 2495550"/>
                <a:gd name="connsiteX626" fmla="*/ 1942814 w 3219450"/>
                <a:gd name="connsiteY626" fmla="*/ 2205133 h 2495550"/>
                <a:gd name="connsiteX627" fmla="*/ 1943005 w 3219450"/>
                <a:gd name="connsiteY627" fmla="*/ 2205609 h 2495550"/>
                <a:gd name="connsiteX628" fmla="*/ 1943291 w 3219450"/>
                <a:gd name="connsiteY628" fmla="*/ 2205895 h 2495550"/>
                <a:gd name="connsiteX629" fmla="*/ 1943672 w 3219450"/>
                <a:gd name="connsiteY629" fmla="*/ 2206085 h 2495550"/>
                <a:gd name="connsiteX630" fmla="*/ 1944243 w 3219450"/>
                <a:gd name="connsiteY630" fmla="*/ 2206276 h 2495550"/>
                <a:gd name="connsiteX631" fmla="*/ 1944148 w 3219450"/>
                <a:gd name="connsiteY631" fmla="*/ 2207228 h 2495550"/>
                <a:gd name="connsiteX632" fmla="*/ 1944910 w 3219450"/>
                <a:gd name="connsiteY632" fmla="*/ 2208086 h 2495550"/>
                <a:gd name="connsiteX633" fmla="*/ 1946148 w 3219450"/>
                <a:gd name="connsiteY633" fmla="*/ 2208467 h 2495550"/>
                <a:gd name="connsiteX634" fmla="*/ 1947291 w 3219450"/>
                <a:gd name="connsiteY634" fmla="*/ 2208086 h 2495550"/>
                <a:gd name="connsiteX635" fmla="*/ 1947863 w 3219450"/>
                <a:gd name="connsiteY635" fmla="*/ 2207038 h 2495550"/>
                <a:gd name="connsiteX636" fmla="*/ 1949101 w 3219450"/>
                <a:gd name="connsiteY636" fmla="*/ 2204371 h 2495550"/>
                <a:gd name="connsiteX637" fmla="*/ 1950053 w 3219450"/>
                <a:gd name="connsiteY637" fmla="*/ 2203609 h 2495550"/>
                <a:gd name="connsiteX638" fmla="*/ 1950053 w 3219450"/>
                <a:gd name="connsiteY638" fmla="*/ 2203228 h 2495550"/>
                <a:gd name="connsiteX639" fmla="*/ 1948815 w 3219450"/>
                <a:gd name="connsiteY639" fmla="*/ 2203037 h 2495550"/>
                <a:gd name="connsiteX640" fmla="*/ 1947958 w 3219450"/>
                <a:gd name="connsiteY640" fmla="*/ 2203704 h 2495550"/>
                <a:gd name="connsiteX641" fmla="*/ 1946815 w 3219450"/>
                <a:gd name="connsiteY641" fmla="*/ 2205609 h 2495550"/>
                <a:gd name="connsiteX642" fmla="*/ 1946434 w 3219450"/>
                <a:gd name="connsiteY642" fmla="*/ 2205609 h 2495550"/>
                <a:gd name="connsiteX643" fmla="*/ 1946529 w 3219450"/>
                <a:gd name="connsiteY643" fmla="*/ 2204942 h 2495550"/>
                <a:gd name="connsiteX644" fmla="*/ 1946815 w 3219450"/>
                <a:gd name="connsiteY644" fmla="*/ 2204466 h 2495550"/>
                <a:gd name="connsiteX645" fmla="*/ 1947482 w 3219450"/>
                <a:gd name="connsiteY645" fmla="*/ 2203609 h 2495550"/>
                <a:gd name="connsiteX646" fmla="*/ 1947386 w 3219450"/>
                <a:gd name="connsiteY646" fmla="*/ 2203514 h 2495550"/>
                <a:gd name="connsiteX647" fmla="*/ 1946529 w 3219450"/>
                <a:gd name="connsiteY647" fmla="*/ 2203037 h 2495550"/>
                <a:gd name="connsiteX648" fmla="*/ 1946148 w 3219450"/>
                <a:gd name="connsiteY648" fmla="*/ 2202942 h 2495550"/>
                <a:gd name="connsiteX649" fmla="*/ 1945862 w 3219450"/>
                <a:gd name="connsiteY649" fmla="*/ 2202942 h 2495550"/>
                <a:gd name="connsiteX650" fmla="*/ 1945577 w 3219450"/>
                <a:gd name="connsiteY650" fmla="*/ 2203037 h 2495550"/>
                <a:gd name="connsiteX651" fmla="*/ 1945291 w 3219450"/>
                <a:gd name="connsiteY651" fmla="*/ 2203133 h 2495550"/>
                <a:gd name="connsiteX652" fmla="*/ 1944148 w 3219450"/>
                <a:gd name="connsiteY652" fmla="*/ 2203895 h 2495550"/>
                <a:gd name="connsiteX653" fmla="*/ 1943576 w 3219450"/>
                <a:gd name="connsiteY653" fmla="*/ 2204085 h 2495550"/>
                <a:gd name="connsiteX654" fmla="*/ 1942814 w 3219450"/>
                <a:gd name="connsiteY654" fmla="*/ 2204085 h 2495550"/>
                <a:gd name="connsiteX655" fmla="*/ 1941957 w 3219450"/>
                <a:gd name="connsiteY655" fmla="*/ 2203704 h 2495550"/>
                <a:gd name="connsiteX656" fmla="*/ 1942338 w 3219450"/>
                <a:gd name="connsiteY656" fmla="*/ 2203514 h 2495550"/>
                <a:gd name="connsiteX657" fmla="*/ 1943576 w 3219450"/>
                <a:gd name="connsiteY657" fmla="*/ 2203323 h 2495550"/>
                <a:gd name="connsiteX658" fmla="*/ 2001964 w 3219450"/>
                <a:gd name="connsiteY658" fmla="*/ 2461355 h 2495550"/>
                <a:gd name="connsiteX659" fmla="*/ 2001774 w 3219450"/>
                <a:gd name="connsiteY659" fmla="*/ 2461355 h 2495550"/>
                <a:gd name="connsiteX660" fmla="*/ 2001679 w 3219450"/>
                <a:gd name="connsiteY660" fmla="*/ 2461451 h 2495550"/>
                <a:gd name="connsiteX661" fmla="*/ 2001679 w 3219450"/>
                <a:gd name="connsiteY661" fmla="*/ 2461736 h 2495550"/>
                <a:gd name="connsiteX662" fmla="*/ 2001679 w 3219450"/>
                <a:gd name="connsiteY662" fmla="*/ 2461736 h 2495550"/>
                <a:gd name="connsiteX663" fmla="*/ 2001774 w 3219450"/>
                <a:gd name="connsiteY663" fmla="*/ 2461832 h 2495550"/>
                <a:gd name="connsiteX664" fmla="*/ 2001964 w 3219450"/>
                <a:gd name="connsiteY664" fmla="*/ 2461832 h 2495550"/>
                <a:gd name="connsiteX665" fmla="*/ 2002060 w 3219450"/>
                <a:gd name="connsiteY665" fmla="*/ 2461641 h 2495550"/>
                <a:gd name="connsiteX666" fmla="*/ 2002060 w 3219450"/>
                <a:gd name="connsiteY666" fmla="*/ 2461546 h 2495550"/>
                <a:gd name="connsiteX667" fmla="*/ 2001964 w 3219450"/>
                <a:gd name="connsiteY667" fmla="*/ 2461355 h 2495550"/>
                <a:gd name="connsiteX668" fmla="*/ 2001964 w 3219450"/>
                <a:gd name="connsiteY668" fmla="*/ 2461355 h 2495550"/>
                <a:gd name="connsiteX669" fmla="*/ 1948434 w 3219450"/>
                <a:gd name="connsiteY669" fmla="*/ 2216563 h 2495550"/>
                <a:gd name="connsiteX670" fmla="*/ 1947672 w 3219450"/>
                <a:gd name="connsiteY670" fmla="*/ 2217230 h 2495550"/>
                <a:gd name="connsiteX671" fmla="*/ 1946243 w 3219450"/>
                <a:gd name="connsiteY671" fmla="*/ 2218849 h 2495550"/>
                <a:gd name="connsiteX672" fmla="*/ 1947101 w 3219450"/>
                <a:gd name="connsiteY672" fmla="*/ 2219611 h 2495550"/>
                <a:gd name="connsiteX673" fmla="*/ 1947768 w 3219450"/>
                <a:gd name="connsiteY673" fmla="*/ 2220468 h 2495550"/>
                <a:gd name="connsiteX674" fmla="*/ 1948529 w 3219450"/>
                <a:gd name="connsiteY674" fmla="*/ 2220754 h 2495550"/>
                <a:gd name="connsiteX675" fmla="*/ 1949577 w 3219450"/>
                <a:gd name="connsiteY675" fmla="*/ 2219992 h 2495550"/>
                <a:gd name="connsiteX676" fmla="*/ 1950339 w 3219450"/>
                <a:gd name="connsiteY676" fmla="*/ 2218944 h 2495550"/>
                <a:gd name="connsiteX677" fmla="*/ 1950625 w 3219450"/>
                <a:gd name="connsiteY677" fmla="*/ 2218373 h 2495550"/>
                <a:gd name="connsiteX678" fmla="*/ 1950720 w 3219450"/>
                <a:gd name="connsiteY678" fmla="*/ 2217801 h 2495550"/>
                <a:gd name="connsiteX679" fmla="*/ 1950434 w 3219450"/>
                <a:gd name="connsiteY679" fmla="*/ 2217134 h 2495550"/>
                <a:gd name="connsiteX680" fmla="*/ 1949863 w 3219450"/>
                <a:gd name="connsiteY680" fmla="*/ 2216944 h 2495550"/>
                <a:gd name="connsiteX681" fmla="*/ 1949196 w 3219450"/>
                <a:gd name="connsiteY681" fmla="*/ 2216849 h 2495550"/>
                <a:gd name="connsiteX682" fmla="*/ 1948625 w 3219450"/>
                <a:gd name="connsiteY682" fmla="*/ 2216563 h 2495550"/>
                <a:gd name="connsiteX683" fmla="*/ 1949006 w 3219450"/>
                <a:gd name="connsiteY683" fmla="*/ 2216182 h 2495550"/>
                <a:gd name="connsiteX684" fmla="*/ 1948434 w 3219450"/>
                <a:gd name="connsiteY684" fmla="*/ 2216563 h 2495550"/>
                <a:gd name="connsiteX685" fmla="*/ 1942243 w 3219450"/>
                <a:gd name="connsiteY685" fmla="*/ 2233994 h 2495550"/>
                <a:gd name="connsiteX686" fmla="*/ 1941767 w 3219450"/>
                <a:gd name="connsiteY686" fmla="*/ 2233613 h 2495550"/>
                <a:gd name="connsiteX687" fmla="*/ 1941005 w 3219450"/>
                <a:gd name="connsiteY687" fmla="*/ 2233422 h 2495550"/>
                <a:gd name="connsiteX688" fmla="*/ 1940719 w 3219450"/>
                <a:gd name="connsiteY688" fmla="*/ 2233136 h 2495550"/>
                <a:gd name="connsiteX689" fmla="*/ 1940433 w 3219450"/>
                <a:gd name="connsiteY689" fmla="*/ 2232851 h 2495550"/>
                <a:gd name="connsiteX690" fmla="*/ 1940243 w 3219450"/>
                <a:gd name="connsiteY690" fmla="*/ 2232851 h 2495550"/>
                <a:gd name="connsiteX691" fmla="*/ 1940243 w 3219450"/>
                <a:gd name="connsiteY691" fmla="*/ 2233041 h 2495550"/>
                <a:gd name="connsiteX692" fmla="*/ 1940052 w 3219450"/>
                <a:gd name="connsiteY692" fmla="*/ 2233136 h 2495550"/>
                <a:gd name="connsiteX693" fmla="*/ 1939671 w 3219450"/>
                <a:gd name="connsiteY693" fmla="*/ 2233136 h 2495550"/>
                <a:gd name="connsiteX694" fmla="*/ 1939481 w 3219450"/>
                <a:gd name="connsiteY694" fmla="*/ 2233517 h 2495550"/>
                <a:gd name="connsiteX695" fmla="*/ 1939957 w 3219450"/>
                <a:gd name="connsiteY695" fmla="*/ 2234184 h 2495550"/>
                <a:gd name="connsiteX696" fmla="*/ 1940433 w 3219450"/>
                <a:gd name="connsiteY696" fmla="*/ 2234470 h 2495550"/>
                <a:gd name="connsiteX697" fmla="*/ 1940624 w 3219450"/>
                <a:gd name="connsiteY697" fmla="*/ 2234946 h 2495550"/>
                <a:gd name="connsiteX698" fmla="*/ 1941100 w 3219450"/>
                <a:gd name="connsiteY698" fmla="*/ 2236851 h 2495550"/>
                <a:gd name="connsiteX699" fmla="*/ 1941290 w 3219450"/>
                <a:gd name="connsiteY699" fmla="*/ 2237232 h 2495550"/>
                <a:gd name="connsiteX700" fmla="*/ 1941576 w 3219450"/>
                <a:gd name="connsiteY700" fmla="*/ 2237327 h 2495550"/>
                <a:gd name="connsiteX701" fmla="*/ 1941957 w 3219450"/>
                <a:gd name="connsiteY701" fmla="*/ 2237137 h 2495550"/>
                <a:gd name="connsiteX702" fmla="*/ 1942338 w 3219450"/>
                <a:gd name="connsiteY702" fmla="*/ 2237042 h 2495550"/>
                <a:gd name="connsiteX703" fmla="*/ 1942624 w 3219450"/>
                <a:gd name="connsiteY703" fmla="*/ 2236851 h 2495550"/>
                <a:gd name="connsiteX704" fmla="*/ 1942719 w 3219450"/>
                <a:gd name="connsiteY704" fmla="*/ 2235994 h 2495550"/>
                <a:gd name="connsiteX705" fmla="*/ 1942624 w 3219450"/>
                <a:gd name="connsiteY705" fmla="*/ 2234851 h 2495550"/>
                <a:gd name="connsiteX706" fmla="*/ 1942243 w 3219450"/>
                <a:gd name="connsiteY706" fmla="*/ 2233994 h 2495550"/>
                <a:gd name="connsiteX707" fmla="*/ 1970627 w 3219450"/>
                <a:gd name="connsiteY707" fmla="*/ 2287810 h 2495550"/>
                <a:gd name="connsiteX708" fmla="*/ 1969865 w 3219450"/>
                <a:gd name="connsiteY708" fmla="*/ 2287619 h 2495550"/>
                <a:gd name="connsiteX709" fmla="*/ 1969770 w 3219450"/>
                <a:gd name="connsiteY709" fmla="*/ 2287238 h 2495550"/>
                <a:gd name="connsiteX710" fmla="*/ 1970056 w 3219450"/>
                <a:gd name="connsiteY710" fmla="*/ 2285714 h 2495550"/>
                <a:gd name="connsiteX711" fmla="*/ 1969865 w 3219450"/>
                <a:gd name="connsiteY711" fmla="*/ 2284191 h 2495550"/>
                <a:gd name="connsiteX712" fmla="*/ 1969103 w 3219450"/>
                <a:gd name="connsiteY712" fmla="*/ 2280952 h 2495550"/>
                <a:gd name="connsiteX713" fmla="*/ 1968818 w 3219450"/>
                <a:gd name="connsiteY713" fmla="*/ 2277713 h 2495550"/>
                <a:gd name="connsiteX714" fmla="*/ 1966627 w 3219450"/>
                <a:gd name="connsiteY714" fmla="*/ 2270474 h 2495550"/>
                <a:gd name="connsiteX715" fmla="*/ 1965865 w 3219450"/>
                <a:gd name="connsiteY715" fmla="*/ 2269522 h 2495550"/>
                <a:gd name="connsiteX716" fmla="*/ 1965008 w 3219450"/>
                <a:gd name="connsiteY716" fmla="*/ 2270284 h 2495550"/>
                <a:gd name="connsiteX717" fmla="*/ 1964627 w 3219450"/>
                <a:gd name="connsiteY717" fmla="*/ 2269998 h 2495550"/>
                <a:gd name="connsiteX718" fmla="*/ 1964531 w 3219450"/>
                <a:gd name="connsiteY718" fmla="*/ 2269998 h 2495550"/>
                <a:gd name="connsiteX719" fmla="*/ 1964531 w 3219450"/>
                <a:gd name="connsiteY719" fmla="*/ 2270189 h 2495550"/>
                <a:gd name="connsiteX720" fmla="*/ 1964341 w 3219450"/>
                <a:gd name="connsiteY720" fmla="*/ 2270284 h 2495550"/>
                <a:gd name="connsiteX721" fmla="*/ 1963293 w 3219450"/>
                <a:gd name="connsiteY721" fmla="*/ 2270379 h 2495550"/>
                <a:gd name="connsiteX722" fmla="*/ 1959007 w 3219450"/>
                <a:gd name="connsiteY722" fmla="*/ 2269617 h 2495550"/>
                <a:gd name="connsiteX723" fmla="*/ 1958245 w 3219450"/>
                <a:gd name="connsiteY723" fmla="*/ 2269046 h 2495550"/>
                <a:gd name="connsiteX724" fmla="*/ 1957102 w 3219450"/>
                <a:gd name="connsiteY724" fmla="*/ 2267522 h 2495550"/>
                <a:gd name="connsiteX725" fmla="*/ 1955578 w 3219450"/>
                <a:gd name="connsiteY725" fmla="*/ 2266569 h 2495550"/>
                <a:gd name="connsiteX726" fmla="*/ 1954816 w 3219450"/>
                <a:gd name="connsiteY726" fmla="*/ 2265902 h 2495550"/>
                <a:gd name="connsiteX727" fmla="*/ 1953482 w 3219450"/>
                <a:gd name="connsiteY727" fmla="*/ 2261521 h 2495550"/>
                <a:gd name="connsiteX728" fmla="*/ 1953101 w 3219450"/>
                <a:gd name="connsiteY728" fmla="*/ 2260949 h 2495550"/>
                <a:gd name="connsiteX729" fmla="*/ 1952720 w 3219450"/>
                <a:gd name="connsiteY729" fmla="*/ 2261426 h 2495550"/>
                <a:gd name="connsiteX730" fmla="*/ 1951768 w 3219450"/>
                <a:gd name="connsiteY730" fmla="*/ 2263521 h 2495550"/>
                <a:gd name="connsiteX731" fmla="*/ 1951101 w 3219450"/>
                <a:gd name="connsiteY731" fmla="*/ 2263997 h 2495550"/>
                <a:gd name="connsiteX732" fmla="*/ 1949196 w 3219450"/>
                <a:gd name="connsiteY732" fmla="*/ 2263902 h 2495550"/>
                <a:gd name="connsiteX733" fmla="*/ 1948625 w 3219450"/>
                <a:gd name="connsiteY733" fmla="*/ 2264093 h 2495550"/>
                <a:gd name="connsiteX734" fmla="*/ 1947386 w 3219450"/>
                <a:gd name="connsiteY734" fmla="*/ 2265617 h 2495550"/>
                <a:gd name="connsiteX735" fmla="*/ 1947196 w 3219450"/>
                <a:gd name="connsiteY735" fmla="*/ 2266188 h 2495550"/>
                <a:gd name="connsiteX736" fmla="*/ 1947482 w 3219450"/>
                <a:gd name="connsiteY736" fmla="*/ 2266855 h 2495550"/>
                <a:gd name="connsiteX737" fmla="*/ 1947482 w 3219450"/>
                <a:gd name="connsiteY737" fmla="*/ 2267236 h 2495550"/>
                <a:gd name="connsiteX738" fmla="*/ 1947386 w 3219450"/>
                <a:gd name="connsiteY738" fmla="*/ 2267807 h 2495550"/>
                <a:gd name="connsiteX739" fmla="*/ 1947386 w 3219450"/>
                <a:gd name="connsiteY739" fmla="*/ 2268379 h 2495550"/>
                <a:gd name="connsiteX740" fmla="*/ 1947768 w 3219450"/>
                <a:gd name="connsiteY740" fmla="*/ 2268569 h 2495550"/>
                <a:gd name="connsiteX741" fmla="*/ 1948910 w 3219450"/>
                <a:gd name="connsiteY741" fmla="*/ 2268855 h 2495550"/>
                <a:gd name="connsiteX742" fmla="*/ 1949196 w 3219450"/>
                <a:gd name="connsiteY742" fmla="*/ 2269617 h 2495550"/>
                <a:gd name="connsiteX743" fmla="*/ 1949291 w 3219450"/>
                <a:gd name="connsiteY743" fmla="*/ 2270570 h 2495550"/>
                <a:gd name="connsiteX744" fmla="*/ 1950053 w 3219450"/>
                <a:gd name="connsiteY744" fmla="*/ 2271617 h 2495550"/>
                <a:gd name="connsiteX745" fmla="*/ 1949768 w 3219450"/>
                <a:gd name="connsiteY745" fmla="*/ 2272094 h 2495550"/>
                <a:gd name="connsiteX746" fmla="*/ 1949768 w 3219450"/>
                <a:gd name="connsiteY746" fmla="*/ 2272475 h 2495550"/>
                <a:gd name="connsiteX747" fmla="*/ 1949958 w 3219450"/>
                <a:gd name="connsiteY747" fmla="*/ 2272856 h 2495550"/>
                <a:gd name="connsiteX748" fmla="*/ 1950053 w 3219450"/>
                <a:gd name="connsiteY748" fmla="*/ 2273332 h 2495550"/>
                <a:gd name="connsiteX749" fmla="*/ 1949863 w 3219450"/>
                <a:gd name="connsiteY749" fmla="*/ 2273808 h 2495550"/>
                <a:gd name="connsiteX750" fmla="*/ 1949482 w 3219450"/>
                <a:gd name="connsiteY750" fmla="*/ 2274189 h 2495550"/>
                <a:gd name="connsiteX751" fmla="*/ 1949101 w 3219450"/>
                <a:gd name="connsiteY751" fmla="*/ 2274379 h 2495550"/>
                <a:gd name="connsiteX752" fmla="*/ 1948910 w 3219450"/>
                <a:gd name="connsiteY752" fmla="*/ 2274189 h 2495550"/>
                <a:gd name="connsiteX753" fmla="*/ 1948720 w 3219450"/>
                <a:gd name="connsiteY753" fmla="*/ 2273237 h 2495550"/>
                <a:gd name="connsiteX754" fmla="*/ 1947768 w 3219450"/>
                <a:gd name="connsiteY754" fmla="*/ 2271236 h 2495550"/>
                <a:gd name="connsiteX755" fmla="*/ 1947482 w 3219450"/>
                <a:gd name="connsiteY755" fmla="*/ 2270189 h 2495550"/>
                <a:gd name="connsiteX756" fmla="*/ 1946910 w 3219450"/>
                <a:gd name="connsiteY756" fmla="*/ 2271046 h 2495550"/>
                <a:gd name="connsiteX757" fmla="*/ 1946148 w 3219450"/>
                <a:gd name="connsiteY757" fmla="*/ 2270855 h 2495550"/>
                <a:gd name="connsiteX758" fmla="*/ 1945386 w 3219450"/>
                <a:gd name="connsiteY758" fmla="*/ 2270284 h 2495550"/>
                <a:gd name="connsiteX759" fmla="*/ 1944624 w 3219450"/>
                <a:gd name="connsiteY759" fmla="*/ 2269903 h 2495550"/>
                <a:gd name="connsiteX760" fmla="*/ 1944624 w 3219450"/>
                <a:gd name="connsiteY760" fmla="*/ 2269522 h 2495550"/>
                <a:gd name="connsiteX761" fmla="*/ 1945005 w 3219450"/>
                <a:gd name="connsiteY761" fmla="*/ 2269522 h 2495550"/>
                <a:gd name="connsiteX762" fmla="*/ 1945005 w 3219450"/>
                <a:gd name="connsiteY762" fmla="*/ 2269141 h 2495550"/>
                <a:gd name="connsiteX763" fmla="*/ 1943291 w 3219450"/>
                <a:gd name="connsiteY763" fmla="*/ 2268950 h 2495550"/>
                <a:gd name="connsiteX764" fmla="*/ 1941957 w 3219450"/>
                <a:gd name="connsiteY764" fmla="*/ 2268474 h 2495550"/>
                <a:gd name="connsiteX765" fmla="*/ 1939862 w 3219450"/>
                <a:gd name="connsiteY765" fmla="*/ 2267426 h 2495550"/>
                <a:gd name="connsiteX766" fmla="*/ 1939481 w 3219450"/>
                <a:gd name="connsiteY766" fmla="*/ 2267617 h 2495550"/>
                <a:gd name="connsiteX767" fmla="*/ 1937290 w 3219450"/>
                <a:gd name="connsiteY767" fmla="*/ 2265712 h 2495550"/>
                <a:gd name="connsiteX768" fmla="*/ 1936909 w 3219450"/>
                <a:gd name="connsiteY768" fmla="*/ 2266188 h 2495550"/>
                <a:gd name="connsiteX769" fmla="*/ 1936814 w 3219450"/>
                <a:gd name="connsiteY769" fmla="*/ 2266664 h 2495550"/>
                <a:gd name="connsiteX770" fmla="*/ 1936909 w 3219450"/>
                <a:gd name="connsiteY770" fmla="*/ 2267807 h 2495550"/>
                <a:gd name="connsiteX771" fmla="*/ 1937004 w 3219450"/>
                <a:gd name="connsiteY771" fmla="*/ 2267998 h 2495550"/>
                <a:gd name="connsiteX772" fmla="*/ 1937290 w 3219450"/>
                <a:gd name="connsiteY772" fmla="*/ 2269427 h 2495550"/>
                <a:gd name="connsiteX773" fmla="*/ 1937290 w 3219450"/>
                <a:gd name="connsiteY773" fmla="*/ 2269522 h 2495550"/>
                <a:gd name="connsiteX774" fmla="*/ 1937480 w 3219450"/>
                <a:gd name="connsiteY774" fmla="*/ 2270093 h 2495550"/>
                <a:gd name="connsiteX775" fmla="*/ 1937671 w 3219450"/>
                <a:gd name="connsiteY775" fmla="*/ 2270570 h 2495550"/>
                <a:gd name="connsiteX776" fmla="*/ 1938052 w 3219450"/>
                <a:gd name="connsiteY776" fmla="*/ 2270951 h 2495550"/>
                <a:gd name="connsiteX777" fmla="*/ 1938528 w 3219450"/>
                <a:gd name="connsiteY777" fmla="*/ 2271046 h 2495550"/>
                <a:gd name="connsiteX778" fmla="*/ 1938623 w 3219450"/>
                <a:gd name="connsiteY778" fmla="*/ 2271332 h 2495550"/>
                <a:gd name="connsiteX779" fmla="*/ 1938909 w 3219450"/>
                <a:gd name="connsiteY779" fmla="*/ 2272570 h 2495550"/>
                <a:gd name="connsiteX780" fmla="*/ 1939100 w 3219450"/>
                <a:gd name="connsiteY780" fmla="*/ 2272951 h 2495550"/>
                <a:gd name="connsiteX781" fmla="*/ 1939100 w 3219450"/>
                <a:gd name="connsiteY781" fmla="*/ 2273332 h 2495550"/>
                <a:gd name="connsiteX782" fmla="*/ 1938719 w 3219450"/>
                <a:gd name="connsiteY782" fmla="*/ 2273332 h 2495550"/>
                <a:gd name="connsiteX783" fmla="*/ 1938719 w 3219450"/>
                <a:gd name="connsiteY783" fmla="*/ 2273713 h 2495550"/>
                <a:gd name="connsiteX784" fmla="*/ 1938814 w 3219450"/>
                <a:gd name="connsiteY784" fmla="*/ 2273903 h 2495550"/>
                <a:gd name="connsiteX785" fmla="*/ 1938909 w 3219450"/>
                <a:gd name="connsiteY785" fmla="*/ 2273999 h 2495550"/>
                <a:gd name="connsiteX786" fmla="*/ 1939100 w 3219450"/>
                <a:gd name="connsiteY786" fmla="*/ 2274475 h 2495550"/>
                <a:gd name="connsiteX787" fmla="*/ 1938719 w 3219450"/>
                <a:gd name="connsiteY787" fmla="*/ 2274475 h 2495550"/>
                <a:gd name="connsiteX788" fmla="*/ 1938528 w 3219450"/>
                <a:gd name="connsiteY788" fmla="*/ 2273808 h 2495550"/>
                <a:gd name="connsiteX789" fmla="*/ 1938338 w 3219450"/>
                <a:gd name="connsiteY789" fmla="*/ 2272189 h 2495550"/>
                <a:gd name="connsiteX790" fmla="*/ 1938052 w 3219450"/>
                <a:gd name="connsiteY790" fmla="*/ 2271427 h 2495550"/>
                <a:gd name="connsiteX791" fmla="*/ 1936909 w 3219450"/>
                <a:gd name="connsiteY791" fmla="*/ 2270379 h 2495550"/>
                <a:gd name="connsiteX792" fmla="*/ 1936528 w 3219450"/>
                <a:gd name="connsiteY792" fmla="*/ 2269808 h 2495550"/>
                <a:gd name="connsiteX793" fmla="*/ 1937004 w 3219450"/>
                <a:gd name="connsiteY793" fmla="*/ 2269141 h 2495550"/>
                <a:gd name="connsiteX794" fmla="*/ 1937004 w 3219450"/>
                <a:gd name="connsiteY794" fmla="*/ 2268760 h 2495550"/>
                <a:gd name="connsiteX795" fmla="*/ 1936623 w 3219450"/>
                <a:gd name="connsiteY795" fmla="*/ 2268093 h 2495550"/>
                <a:gd name="connsiteX796" fmla="*/ 1936052 w 3219450"/>
                <a:gd name="connsiteY796" fmla="*/ 2267426 h 2495550"/>
                <a:gd name="connsiteX797" fmla="*/ 1935289 w 3219450"/>
                <a:gd name="connsiteY797" fmla="*/ 2266950 h 2495550"/>
                <a:gd name="connsiteX798" fmla="*/ 1934242 w 3219450"/>
                <a:gd name="connsiteY798" fmla="*/ 2266760 h 2495550"/>
                <a:gd name="connsiteX799" fmla="*/ 1933861 w 3219450"/>
                <a:gd name="connsiteY799" fmla="*/ 2266950 h 2495550"/>
                <a:gd name="connsiteX800" fmla="*/ 1932718 w 3219450"/>
                <a:gd name="connsiteY800" fmla="*/ 2267903 h 2495550"/>
                <a:gd name="connsiteX801" fmla="*/ 1931956 w 3219450"/>
                <a:gd name="connsiteY801" fmla="*/ 2268284 h 2495550"/>
                <a:gd name="connsiteX802" fmla="*/ 1930908 w 3219450"/>
                <a:gd name="connsiteY802" fmla="*/ 2268284 h 2495550"/>
                <a:gd name="connsiteX803" fmla="*/ 1930051 w 3219450"/>
                <a:gd name="connsiteY803" fmla="*/ 2267998 h 2495550"/>
                <a:gd name="connsiteX804" fmla="*/ 1929384 w 3219450"/>
                <a:gd name="connsiteY804" fmla="*/ 2267617 h 2495550"/>
                <a:gd name="connsiteX805" fmla="*/ 1928813 w 3219450"/>
                <a:gd name="connsiteY805" fmla="*/ 2267426 h 2495550"/>
                <a:gd name="connsiteX806" fmla="*/ 1928051 w 3219450"/>
                <a:gd name="connsiteY806" fmla="*/ 2267331 h 2495550"/>
                <a:gd name="connsiteX807" fmla="*/ 1926051 w 3219450"/>
                <a:gd name="connsiteY807" fmla="*/ 2266664 h 2495550"/>
                <a:gd name="connsiteX808" fmla="*/ 1925288 w 3219450"/>
                <a:gd name="connsiteY808" fmla="*/ 2266283 h 2495550"/>
                <a:gd name="connsiteX809" fmla="*/ 1924907 w 3219450"/>
                <a:gd name="connsiteY809" fmla="*/ 2266950 h 2495550"/>
                <a:gd name="connsiteX810" fmla="*/ 1924241 w 3219450"/>
                <a:gd name="connsiteY810" fmla="*/ 2268665 h 2495550"/>
                <a:gd name="connsiteX811" fmla="*/ 1923860 w 3219450"/>
                <a:gd name="connsiteY811" fmla="*/ 2269331 h 2495550"/>
                <a:gd name="connsiteX812" fmla="*/ 1923098 w 3219450"/>
                <a:gd name="connsiteY812" fmla="*/ 2269903 h 2495550"/>
                <a:gd name="connsiteX813" fmla="*/ 1920621 w 3219450"/>
                <a:gd name="connsiteY813" fmla="*/ 2270855 h 2495550"/>
                <a:gd name="connsiteX814" fmla="*/ 1922526 w 3219450"/>
                <a:gd name="connsiteY814" fmla="*/ 2270951 h 2495550"/>
                <a:gd name="connsiteX815" fmla="*/ 1923098 w 3219450"/>
                <a:gd name="connsiteY815" fmla="*/ 2270855 h 2495550"/>
                <a:gd name="connsiteX816" fmla="*/ 1923479 w 3219450"/>
                <a:gd name="connsiteY816" fmla="*/ 2270570 h 2495550"/>
                <a:gd name="connsiteX817" fmla="*/ 1924336 w 3219450"/>
                <a:gd name="connsiteY817" fmla="*/ 2269808 h 2495550"/>
                <a:gd name="connsiteX818" fmla="*/ 1924907 w 3219450"/>
                <a:gd name="connsiteY818" fmla="*/ 2269617 h 2495550"/>
                <a:gd name="connsiteX819" fmla="*/ 1924241 w 3219450"/>
                <a:gd name="connsiteY819" fmla="*/ 2270189 h 2495550"/>
                <a:gd name="connsiteX820" fmla="*/ 1923479 w 3219450"/>
                <a:gd name="connsiteY820" fmla="*/ 2271427 h 2495550"/>
                <a:gd name="connsiteX821" fmla="*/ 1922812 w 3219450"/>
                <a:gd name="connsiteY821" fmla="*/ 2271903 h 2495550"/>
                <a:gd name="connsiteX822" fmla="*/ 1922431 w 3219450"/>
                <a:gd name="connsiteY822" fmla="*/ 2271427 h 2495550"/>
                <a:gd name="connsiteX823" fmla="*/ 1921764 w 3219450"/>
                <a:gd name="connsiteY823" fmla="*/ 2271236 h 2495550"/>
                <a:gd name="connsiteX824" fmla="*/ 1921097 w 3219450"/>
                <a:gd name="connsiteY824" fmla="*/ 2271141 h 2495550"/>
                <a:gd name="connsiteX825" fmla="*/ 1920716 w 3219450"/>
                <a:gd name="connsiteY825" fmla="*/ 2271141 h 2495550"/>
                <a:gd name="connsiteX826" fmla="*/ 1919764 w 3219450"/>
                <a:gd name="connsiteY826" fmla="*/ 2271427 h 2495550"/>
                <a:gd name="connsiteX827" fmla="*/ 1917859 w 3219450"/>
                <a:gd name="connsiteY827" fmla="*/ 2272379 h 2495550"/>
                <a:gd name="connsiteX828" fmla="*/ 1917859 w 3219450"/>
                <a:gd name="connsiteY828" fmla="*/ 2273332 h 2495550"/>
                <a:gd name="connsiteX829" fmla="*/ 1917192 w 3219450"/>
                <a:gd name="connsiteY829" fmla="*/ 2273808 h 2495550"/>
                <a:gd name="connsiteX830" fmla="*/ 1916716 w 3219450"/>
                <a:gd name="connsiteY830" fmla="*/ 2274189 h 2495550"/>
                <a:gd name="connsiteX831" fmla="*/ 1917478 w 3219450"/>
                <a:gd name="connsiteY831" fmla="*/ 2274666 h 2495550"/>
                <a:gd name="connsiteX832" fmla="*/ 1917478 w 3219450"/>
                <a:gd name="connsiteY832" fmla="*/ 2275046 h 2495550"/>
                <a:gd name="connsiteX833" fmla="*/ 1916621 w 3219450"/>
                <a:gd name="connsiteY833" fmla="*/ 2275332 h 2495550"/>
                <a:gd name="connsiteX834" fmla="*/ 1915763 w 3219450"/>
                <a:gd name="connsiteY834" fmla="*/ 2275142 h 2495550"/>
                <a:gd name="connsiteX835" fmla="*/ 1915001 w 3219450"/>
                <a:gd name="connsiteY835" fmla="*/ 2274666 h 2495550"/>
                <a:gd name="connsiteX836" fmla="*/ 1914525 w 3219450"/>
                <a:gd name="connsiteY836" fmla="*/ 2273903 h 2495550"/>
                <a:gd name="connsiteX837" fmla="*/ 1915763 w 3219450"/>
                <a:gd name="connsiteY837" fmla="*/ 2273808 h 2495550"/>
                <a:gd name="connsiteX838" fmla="*/ 1915573 w 3219450"/>
                <a:gd name="connsiteY838" fmla="*/ 2272951 h 2495550"/>
                <a:gd name="connsiteX839" fmla="*/ 1914811 w 3219450"/>
                <a:gd name="connsiteY839" fmla="*/ 2271903 h 2495550"/>
                <a:gd name="connsiteX840" fmla="*/ 1914144 w 3219450"/>
                <a:gd name="connsiteY840" fmla="*/ 2271236 h 2495550"/>
                <a:gd name="connsiteX841" fmla="*/ 1914049 w 3219450"/>
                <a:gd name="connsiteY841" fmla="*/ 2271046 h 2495550"/>
                <a:gd name="connsiteX842" fmla="*/ 1914144 w 3219450"/>
                <a:gd name="connsiteY842" fmla="*/ 2270760 h 2495550"/>
                <a:gd name="connsiteX843" fmla="*/ 1914144 w 3219450"/>
                <a:gd name="connsiteY843" fmla="*/ 2270570 h 2495550"/>
                <a:gd name="connsiteX844" fmla="*/ 1913763 w 3219450"/>
                <a:gd name="connsiteY844" fmla="*/ 2270474 h 2495550"/>
                <a:gd name="connsiteX845" fmla="*/ 1913573 w 3219450"/>
                <a:gd name="connsiteY845" fmla="*/ 2270570 h 2495550"/>
                <a:gd name="connsiteX846" fmla="*/ 1913477 w 3219450"/>
                <a:gd name="connsiteY846" fmla="*/ 2270760 h 2495550"/>
                <a:gd name="connsiteX847" fmla="*/ 1913287 w 3219450"/>
                <a:gd name="connsiteY847" fmla="*/ 2270855 h 2495550"/>
                <a:gd name="connsiteX848" fmla="*/ 1913001 w 3219450"/>
                <a:gd name="connsiteY848" fmla="*/ 2270665 h 2495550"/>
                <a:gd name="connsiteX849" fmla="*/ 1912715 w 3219450"/>
                <a:gd name="connsiteY849" fmla="*/ 2270570 h 2495550"/>
                <a:gd name="connsiteX850" fmla="*/ 1911668 w 3219450"/>
                <a:gd name="connsiteY850" fmla="*/ 2270855 h 2495550"/>
                <a:gd name="connsiteX851" fmla="*/ 1911001 w 3219450"/>
                <a:gd name="connsiteY851" fmla="*/ 2270855 h 2495550"/>
                <a:gd name="connsiteX852" fmla="*/ 1910810 w 3219450"/>
                <a:gd name="connsiteY852" fmla="*/ 2271808 h 2495550"/>
                <a:gd name="connsiteX853" fmla="*/ 1910239 w 3219450"/>
                <a:gd name="connsiteY853" fmla="*/ 2272570 h 2495550"/>
                <a:gd name="connsiteX854" fmla="*/ 1909382 w 3219450"/>
                <a:gd name="connsiteY854" fmla="*/ 2273237 h 2495550"/>
                <a:gd name="connsiteX855" fmla="*/ 1908334 w 3219450"/>
                <a:gd name="connsiteY855" fmla="*/ 2273808 h 2495550"/>
                <a:gd name="connsiteX856" fmla="*/ 1908524 w 3219450"/>
                <a:gd name="connsiteY856" fmla="*/ 2273141 h 2495550"/>
                <a:gd name="connsiteX857" fmla="*/ 1908524 w 3219450"/>
                <a:gd name="connsiteY857" fmla="*/ 2272284 h 2495550"/>
                <a:gd name="connsiteX858" fmla="*/ 1908334 w 3219450"/>
                <a:gd name="connsiteY858" fmla="*/ 2271427 h 2495550"/>
                <a:gd name="connsiteX859" fmla="*/ 1907953 w 3219450"/>
                <a:gd name="connsiteY859" fmla="*/ 2270760 h 2495550"/>
                <a:gd name="connsiteX860" fmla="*/ 1907286 w 3219450"/>
                <a:gd name="connsiteY860" fmla="*/ 2270379 h 2495550"/>
                <a:gd name="connsiteX861" fmla="*/ 1907096 w 3219450"/>
                <a:gd name="connsiteY861" fmla="*/ 2270855 h 2495550"/>
                <a:gd name="connsiteX862" fmla="*/ 1907001 w 3219450"/>
                <a:gd name="connsiteY862" fmla="*/ 2271808 h 2495550"/>
                <a:gd name="connsiteX863" fmla="*/ 1906810 w 3219450"/>
                <a:gd name="connsiteY863" fmla="*/ 2272570 h 2495550"/>
                <a:gd name="connsiteX864" fmla="*/ 1904524 w 3219450"/>
                <a:gd name="connsiteY864" fmla="*/ 2271332 h 2495550"/>
                <a:gd name="connsiteX865" fmla="*/ 1903190 w 3219450"/>
                <a:gd name="connsiteY865" fmla="*/ 2271141 h 2495550"/>
                <a:gd name="connsiteX866" fmla="*/ 1902524 w 3219450"/>
                <a:gd name="connsiteY866" fmla="*/ 2272284 h 2495550"/>
                <a:gd name="connsiteX867" fmla="*/ 1902143 w 3219450"/>
                <a:gd name="connsiteY867" fmla="*/ 2272284 h 2495550"/>
                <a:gd name="connsiteX868" fmla="*/ 1902333 w 3219450"/>
                <a:gd name="connsiteY868" fmla="*/ 2271808 h 2495550"/>
                <a:gd name="connsiteX869" fmla="*/ 1902524 w 3219450"/>
                <a:gd name="connsiteY869" fmla="*/ 2271522 h 2495550"/>
                <a:gd name="connsiteX870" fmla="*/ 1902524 w 3219450"/>
                <a:gd name="connsiteY870" fmla="*/ 2271141 h 2495550"/>
                <a:gd name="connsiteX871" fmla="*/ 1902238 w 3219450"/>
                <a:gd name="connsiteY871" fmla="*/ 2270760 h 2495550"/>
                <a:gd name="connsiteX872" fmla="*/ 1902714 w 3219450"/>
                <a:gd name="connsiteY872" fmla="*/ 2270093 h 2495550"/>
                <a:gd name="connsiteX873" fmla="*/ 1902524 w 3219450"/>
                <a:gd name="connsiteY873" fmla="*/ 2269617 h 2495550"/>
                <a:gd name="connsiteX874" fmla="*/ 1902143 w 3219450"/>
                <a:gd name="connsiteY874" fmla="*/ 2269427 h 2495550"/>
                <a:gd name="connsiteX875" fmla="*/ 1901857 w 3219450"/>
                <a:gd name="connsiteY875" fmla="*/ 2269427 h 2495550"/>
                <a:gd name="connsiteX876" fmla="*/ 1901381 w 3219450"/>
                <a:gd name="connsiteY876" fmla="*/ 2269617 h 2495550"/>
                <a:gd name="connsiteX877" fmla="*/ 1900428 w 3219450"/>
                <a:gd name="connsiteY877" fmla="*/ 2269522 h 2495550"/>
                <a:gd name="connsiteX878" fmla="*/ 1899476 w 3219450"/>
                <a:gd name="connsiteY878" fmla="*/ 2269617 h 2495550"/>
                <a:gd name="connsiteX879" fmla="*/ 1898618 w 3219450"/>
                <a:gd name="connsiteY879" fmla="*/ 2269903 h 2495550"/>
                <a:gd name="connsiteX880" fmla="*/ 1898142 w 3219450"/>
                <a:gd name="connsiteY880" fmla="*/ 2270474 h 2495550"/>
                <a:gd name="connsiteX881" fmla="*/ 1897761 w 3219450"/>
                <a:gd name="connsiteY881" fmla="*/ 2270474 h 2495550"/>
                <a:gd name="connsiteX882" fmla="*/ 1897285 w 3219450"/>
                <a:gd name="connsiteY882" fmla="*/ 2270189 h 2495550"/>
                <a:gd name="connsiteX883" fmla="*/ 1896523 w 3219450"/>
                <a:gd name="connsiteY883" fmla="*/ 2270189 h 2495550"/>
                <a:gd name="connsiteX884" fmla="*/ 1895666 w 3219450"/>
                <a:gd name="connsiteY884" fmla="*/ 2270474 h 2495550"/>
                <a:gd name="connsiteX885" fmla="*/ 1894904 w 3219450"/>
                <a:gd name="connsiteY885" fmla="*/ 2270951 h 2495550"/>
                <a:gd name="connsiteX886" fmla="*/ 1892046 w 3219450"/>
                <a:gd name="connsiteY886" fmla="*/ 2272856 h 2495550"/>
                <a:gd name="connsiteX887" fmla="*/ 1891951 w 3219450"/>
                <a:gd name="connsiteY887" fmla="*/ 2273427 h 2495550"/>
                <a:gd name="connsiteX888" fmla="*/ 1892237 w 3219450"/>
                <a:gd name="connsiteY888" fmla="*/ 2273999 h 2495550"/>
                <a:gd name="connsiteX889" fmla="*/ 1892618 w 3219450"/>
                <a:gd name="connsiteY889" fmla="*/ 2274284 h 2495550"/>
                <a:gd name="connsiteX890" fmla="*/ 1892808 w 3219450"/>
                <a:gd name="connsiteY890" fmla="*/ 2274094 h 2495550"/>
                <a:gd name="connsiteX891" fmla="*/ 1892999 w 3219450"/>
                <a:gd name="connsiteY891" fmla="*/ 2273713 h 2495550"/>
                <a:gd name="connsiteX892" fmla="*/ 1893380 w 3219450"/>
                <a:gd name="connsiteY892" fmla="*/ 2273999 h 2495550"/>
                <a:gd name="connsiteX893" fmla="*/ 1893665 w 3219450"/>
                <a:gd name="connsiteY893" fmla="*/ 2274570 h 2495550"/>
                <a:gd name="connsiteX894" fmla="*/ 1893475 w 3219450"/>
                <a:gd name="connsiteY894" fmla="*/ 2274951 h 2495550"/>
                <a:gd name="connsiteX895" fmla="*/ 1891951 w 3219450"/>
                <a:gd name="connsiteY895" fmla="*/ 2274856 h 2495550"/>
                <a:gd name="connsiteX896" fmla="*/ 1891475 w 3219450"/>
                <a:gd name="connsiteY896" fmla="*/ 2275237 h 2495550"/>
                <a:gd name="connsiteX897" fmla="*/ 1891760 w 3219450"/>
                <a:gd name="connsiteY897" fmla="*/ 2276475 h 2495550"/>
                <a:gd name="connsiteX898" fmla="*/ 1892237 w 3219450"/>
                <a:gd name="connsiteY898" fmla="*/ 2276856 h 2495550"/>
                <a:gd name="connsiteX899" fmla="*/ 1894999 w 3219450"/>
                <a:gd name="connsiteY899" fmla="*/ 2277618 h 2495550"/>
                <a:gd name="connsiteX900" fmla="*/ 1894999 w 3219450"/>
                <a:gd name="connsiteY900" fmla="*/ 2277999 h 2495550"/>
                <a:gd name="connsiteX901" fmla="*/ 1893951 w 3219450"/>
                <a:gd name="connsiteY901" fmla="*/ 2277904 h 2495550"/>
                <a:gd name="connsiteX902" fmla="*/ 1893094 w 3219450"/>
                <a:gd name="connsiteY902" fmla="*/ 2278094 h 2495550"/>
                <a:gd name="connsiteX903" fmla="*/ 1892427 w 3219450"/>
                <a:gd name="connsiteY903" fmla="*/ 2278190 h 2495550"/>
                <a:gd name="connsiteX904" fmla="*/ 1892141 w 3219450"/>
                <a:gd name="connsiteY904" fmla="*/ 2277713 h 2495550"/>
                <a:gd name="connsiteX905" fmla="*/ 1891284 w 3219450"/>
                <a:gd name="connsiteY905" fmla="*/ 2278094 h 2495550"/>
                <a:gd name="connsiteX906" fmla="*/ 1890332 w 3219450"/>
                <a:gd name="connsiteY906" fmla="*/ 2278380 h 2495550"/>
                <a:gd name="connsiteX907" fmla="*/ 1889570 w 3219450"/>
                <a:gd name="connsiteY907" fmla="*/ 2278666 h 2495550"/>
                <a:gd name="connsiteX908" fmla="*/ 1889189 w 3219450"/>
                <a:gd name="connsiteY908" fmla="*/ 2279237 h 2495550"/>
                <a:gd name="connsiteX909" fmla="*/ 1888808 w 3219450"/>
                <a:gd name="connsiteY909" fmla="*/ 2279237 h 2495550"/>
                <a:gd name="connsiteX910" fmla="*/ 1888712 w 3219450"/>
                <a:gd name="connsiteY910" fmla="*/ 2278380 h 2495550"/>
                <a:gd name="connsiteX911" fmla="*/ 1888331 w 3219450"/>
                <a:gd name="connsiteY911" fmla="*/ 2277523 h 2495550"/>
                <a:gd name="connsiteX912" fmla="*/ 1887760 w 3219450"/>
                <a:gd name="connsiteY912" fmla="*/ 2277047 h 2495550"/>
                <a:gd name="connsiteX913" fmla="*/ 1886903 w 3219450"/>
                <a:gd name="connsiteY913" fmla="*/ 2277428 h 2495550"/>
                <a:gd name="connsiteX914" fmla="*/ 1886141 w 3219450"/>
                <a:gd name="connsiteY914" fmla="*/ 2277618 h 2495550"/>
                <a:gd name="connsiteX915" fmla="*/ 1885283 w 3219450"/>
                <a:gd name="connsiteY915" fmla="*/ 2277142 h 2495550"/>
                <a:gd name="connsiteX916" fmla="*/ 1883855 w 3219450"/>
                <a:gd name="connsiteY916" fmla="*/ 2275999 h 2495550"/>
                <a:gd name="connsiteX917" fmla="*/ 1882235 w 3219450"/>
                <a:gd name="connsiteY917" fmla="*/ 2275999 h 2495550"/>
                <a:gd name="connsiteX918" fmla="*/ 1881378 w 3219450"/>
                <a:gd name="connsiteY918" fmla="*/ 2275904 h 2495550"/>
                <a:gd name="connsiteX919" fmla="*/ 1880997 w 3219450"/>
                <a:gd name="connsiteY919" fmla="*/ 2275427 h 2495550"/>
                <a:gd name="connsiteX920" fmla="*/ 1880807 w 3219450"/>
                <a:gd name="connsiteY920" fmla="*/ 2274379 h 2495550"/>
                <a:gd name="connsiteX921" fmla="*/ 1880426 w 3219450"/>
                <a:gd name="connsiteY921" fmla="*/ 2274284 h 2495550"/>
                <a:gd name="connsiteX922" fmla="*/ 1879187 w 3219450"/>
                <a:gd name="connsiteY922" fmla="*/ 2275332 h 2495550"/>
                <a:gd name="connsiteX923" fmla="*/ 1878711 w 3219450"/>
                <a:gd name="connsiteY923" fmla="*/ 2275523 h 2495550"/>
                <a:gd name="connsiteX924" fmla="*/ 1878235 w 3219450"/>
                <a:gd name="connsiteY924" fmla="*/ 2275523 h 2495550"/>
                <a:gd name="connsiteX925" fmla="*/ 1877854 w 3219450"/>
                <a:gd name="connsiteY925" fmla="*/ 2275618 h 2495550"/>
                <a:gd name="connsiteX926" fmla="*/ 1877759 w 3219450"/>
                <a:gd name="connsiteY926" fmla="*/ 2276285 h 2495550"/>
                <a:gd name="connsiteX927" fmla="*/ 1877663 w 3219450"/>
                <a:gd name="connsiteY927" fmla="*/ 2276951 h 2495550"/>
                <a:gd name="connsiteX928" fmla="*/ 1877473 w 3219450"/>
                <a:gd name="connsiteY928" fmla="*/ 2277237 h 2495550"/>
                <a:gd name="connsiteX929" fmla="*/ 1876806 w 3219450"/>
                <a:gd name="connsiteY929" fmla="*/ 2277809 h 2495550"/>
                <a:gd name="connsiteX930" fmla="*/ 1876520 w 3219450"/>
                <a:gd name="connsiteY930" fmla="*/ 2277999 h 2495550"/>
                <a:gd name="connsiteX931" fmla="*/ 1876235 w 3219450"/>
                <a:gd name="connsiteY931" fmla="*/ 2277999 h 2495550"/>
                <a:gd name="connsiteX932" fmla="*/ 1875949 w 3219450"/>
                <a:gd name="connsiteY932" fmla="*/ 2278094 h 2495550"/>
                <a:gd name="connsiteX933" fmla="*/ 1875473 w 3219450"/>
                <a:gd name="connsiteY933" fmla="*/ 2278475 h 2495550"/>
                <a:gd name="connsiteX934" fmla="*/ 1875282 w 3219450"/>
                <a:gd name="connsiteY934" fmla="*/ 2278761 h 2495550"/>
                <a:gd name="connsiteX935" fmla="*/ 1874901 w 3219450"/>
                <a:gd name="connsiteY935" fmla="*/ 2279333 h 2495550"/>
                <a:gd name="connsiteX936" fmla="*/ 1874711 w 3219450"/>
                <a:gd name="connsiteY936" fmla="*/ 2279618 h 2495550"/>
                <a:gd name="connsiteX937" fmla="*/ 1874139 w 3219450"/>
                <a:gd name="connsiteY937" fmla="*/ 2280095 h 2495550"/>
                <a:gd name="connsiteX938" fmla="*/ 1873568 w 3219450"/>
                <a:gd name="connsiteY938" fmla="*/ 2280476 h 2495550"/>
                <a:gd name="connsiteX939" fmla="*/ 1873091 w 3219450"/>
                <a:gd name="connsiteY939" fmla="*/ 2280952 h 2495550"/>
                <a:gd name="connsiteX940" fmla="*/ 1872901 w 3219450"/>
                <a:gd name="connsiteY940" fmla="*/ 2281809 h 2495550"/>
                <a:gd name="connsiteX941" fmla="*/ 1873091 w 3219450"/>
                <a:gd name="connsiteY941" fmla="*/ 2284476 h 2495550"/>
                <a:gd name="connsiteX942" fmla="*/ 1872901 w 3219450"/>
                <a:gd name="connsiteY942" fmla="*/ 2285524 h 2495550"/>
                <a:gd name="connsiteX943" fmla="*/ 1873282 w 3219450"/>
                <a:gd name="connsiteY943" fmla="*/ 2285524 h 2495550"/>
                <a:gd name="connsiteX944" fmla="*/ 1873568 w 3219450"/>
                <a:gd name="connsiteY944" fmla="*/ 2285238 h 2495550"/>
                <a:gd name="connsiteX945" fmla="*/ 1873949 w 3219450"/>
                <a:gd name="connsiteY945" fmla="*/ 2284952 h 2495550"/>
                <a:gd name="connsiteX946" fmla="*/ 1874806 w 3219450"/>
                <a:gd name="connsiteY946" fmla="*/ 2284381 h 2495550"/>
                <a:gd name="connsiteX947" fmla="*/ 1875473 w 3219450"/>
                <a:gd name="connsiteY947" fmla="*/ 2284191 h 2495550"/>
                <a:gd name="connsiteX948" fmla="*/ 1876806 w 3219450"/>
                <a:gd name="connsiteY948" fmla="*/ 2283524 h 2495550"/>
                <a:gd name="connsiteX949" fmla="*/ 1878139 w 3219450"/>
                <a:gd name="connsiteY949" fmla="*/ 2282571 h 2495550"/>
                <a:gd name="connsiteX950" fmla="*/ 1878806 w 3219450"/>
                <a:gd name="connsiteY950" fmla="*/ 2281714 h 2495550"/>
                <a:gd name="connsiteX951" fmla="*/ 1879283 w 3219450"/>
                <a:gd name="connsiteY951" fmla="*/ 2281904 h 2495550"/>
                <a:gd name="connsiteX952" fmla="*/ 1879664 w 3219450"/>
                <a:gd name="connsiteY952" fmla="*/ 2282000 h 2495550"/>
                <a:gd name="connsiteX953" fmla="*/ 1880140 w 3219450"/>
                <a:gd name="connsiteY953" fmla="*/ 2282095 h 2495550"/>
                <a:gd name="connsiteX954" fmla="*/ 1880616 w 3219450"/>
                <a:gd name="connsiteY954" fmla="*/ 2282095 h 2495550"/>
                <a:gd name="connsiteX955" fmla="*/ 1880235 w 3219450"/>
                <a:gd name="connsiteY955" fmla="*/ 2282666 h 2495550"/>
                <a:gd name="connsiteX956" fmla="*/ 1879949 w 3219450"/>
                <a:gd name="connsiteY956" fmla="*/ 2282762 h 2495550"/>
                <a:gd name="connsiteX957" fmla="*/ 1879473 w 3219450"/>
                <a:gd name="connsiteY957" fmla="*/ 2282857 h 2495550"/>
                <a:gd name="connsiteX958" fmla="*/ 1879473 w 3219450"/>
                <a:gd name="connsiteY958" fmla="*/ 2283238 h 2495550"/>
                <a:gd name="connsiteX959" fmla="*/ 1879854 w 3219450"/>
                <a:gd name="connsiteY959" fmla="*/ 2283238 h 2495550"/>
                <a:gd name="connsiteX960" fmla="*/ 1879854 w 3219450"/>
                <a:gd name="connsiteY960" fmla="*/ 2283619 h 2495550"/>
                <a:gd name="connsiteX961" fmla="*/ 1878806 w 3219450"/>
                <a:gd name="connsiteY961" fmla="*/ 2283714 h 2495550"/>
                <a:gd name="connsiteX962" fmla="*/ 1879187 w 3219450"/>
                <a:gd name="connsiteY962" fmla="*/ 2284476 h 2495550"/>
                <a:gd name="connsiteX963" fmla="*/ 1880045 w 3219450"/>
                <a:gd name="connsiteY963" fmla="*/ 2285429 h 2495550"/>
                <a:gd name="connsiteX964" fmla="*/ 1880521 w 3219450"/>
                <a:gd name="connsiteY964" fmla="*/ 2286286 h 2495550"/>
                <a:gd name="connsiteX965" fmla="*/ 1880140 w 3219450"/>
                <a:gd name="connsiteY965" fmla="*/ 2286286 h 2495550"/>
                <a:gd name="connsiteX966" fmla="*/ 1879187 w 3219450"/>
                <a:gd name="connsiteY966" fmla="*/ 2285524 h 2495550"/>
                <a:gd name="connsiteX967" fmla="*/ 1878616 w 3219450"/>
                <a:gd name="connsiteY967" fmla="*/ 2285238 h 2495550"/>
                <a:gd name="connsiteX968" fmla="*/ 1877854 w 3219450"/>
                <a:gd name="connsiteY968" fmla="*/ 2285143 h 2495550"/>
                <a:gd name="connsiteX969" fmla="*/ 1877092 w 3219450"/>
                <a:gd name="connsiteY969" fmla="*/ 2285238 h 2495550"/>
                <a:gd name="connsiteX970" fmla="*/ 1875758 w 3219450"/>
                <a:gd name="connsiteY970" fmla="*/ 2285619 h 2495550"/>
                <a:gd name="connsiteX971" fmla="*/ 1875377 w 3219450"/>
                <a:gd name="connsiteY971" fmla="*/ 2285524 h 2495550"/>
                <a:gd name="connsiteX972" fmla="*/ 1875092 w 3219450"/>
                <a:gd name="connsiteY972" fmla="*/ 2285905 h 2495550"/>
                <a:gd name="connsiteX973" fmla="*/ 1875092 w 3219450"/>
                <a:gd name="connsiteY973" fmla="*/ 2287048 h 2495550"/>
                <a:gd name="connsiteX974" fmla="*/ 1874330 w 3219450"/>
                <a:gd name="connsiteY974" fmla="*/ 2288191 h 2495550"/>
                <a:gd name="connsiteX975" fmla="*/ 1872425 w 3219450"/>
                <a:gd name="connsiteY975" fmla="*/ 2289810 h 2495550"/>
                <a:gd name="connsiteX976" fmla="*/ 1871186 w 3219450"/>
                <a:gd name="connsiteY976" fmla="*/ 2290191 h 2495550"/>
                <a:gd name="connsiteX977" fmla="*/ 1871091 w 3219450"/>
                <a:gd name="connsiteY977" fmla="*/ 2290286 h 2495550"/>
                <a:gd name="connsiteX978" fmla="*/ 1870901 w 3219450"/>
                <a:gd name="connsiteY978" fmla="*/ 2290382 h 2495550"/>
                <a:gd name="connsiteX979" fmla="*/ 1870329 w 3219450"/>
                <a:gd name="connsiteY979" fmla="*/ 2290858 h 2495550"/>
                <a:gd name="connsiteX980" fmla="*/ 1869567 w 3219450"/>
                <a:gd name="connsiteY980" fmla="*/ 2291144 h 2495550"/>
                <a:gd name="connsiteX981" fmla="*/ 1868234 w 3219450"/>
                <a:gd name="connsiteY981" fmla="*/ 2291906 h 2495550"/>
                <a:gd name="connsiteX982" fmla="*/ 1867567 w 3219450"/>
                <a:gd name="connsiteY982" fmla="*/ 2292096 h 2495550"/>
                <a:gd name="connsiteX983" fmla="*/ 1864900 w 3219450"/>
                <a:gd name="connsiteY983" fmla="*/ 2292477 h 2495550"/>
                <a:gd name="connsiteX984" fmla="*/ 1864519 w 3219450"/>
                <a:gd name="connsiteY984" fmla="*/ 2292763 h 2495550"/>
                <a:gd name="connsiteX985" fmla="*/ 1864233 w 3219450"/>
                <a:gd name="connsiteY985" fmla="*/ 2293334 h 2495550"/>
                <a:gd name="connsiteX986" fmla="*/ 1863757 w 3219450"/>
                <a:gd name="connsiteY986" fmla="*/ 2294382 h 2495550"/>
                <a:gd name="connsiteX987" fmla="*/ 1861852 w 3219450"/>
                <a:gd name="connsiteY987" fmla="*/ 2296192 h 2495550"/>
                <a:gd name="connsiteX988" fmla="*/ 1860995 w 3219450"/>
                <a:gd name="connsiteY988" fmla="*/ 2297335 h 2495550"/>
                <a:gd name="connsiteX989" fmla="*/ 1861185 w 3219450"/>
                <a:gd name="connsiteY989" fmla="*/ 2298192 h 2495550"/>
                <a:gd name="connsiteX990" fmla="*/ 1861185 w 3219450"/>
                <a:gd name="connsiteY990" fmla="*/ 2298573 h 2495550"/>
                <a:gd name="connsiteX991" fmla="*/ 1860804 w 3219450"/>
                <a:gd name="connsiteY991" fmla="*/ 2298573 h 2495550"/>
                <a:gd name="connsiteX992" fmla="*/ 1860137 w 3219450"/>
                <a:gd name="connsiteY992" fmla="*/ 2297811 h 2495550"/>
                <a:gd name="connsiteX993" fmla="*/ 1858994 w 3219450"/>
                <a:gd name="connsiteY993" fmla="*/ 2298573 h 2495550"/>
                <a:gd name="connsiteX994" fmla="*/ 1857185 w 3219450"/>
                <a:gd name="connsiteY994" fmla="*/ 2300573 h 2495550"/>
                <a:gd name="connsiteX995" fmla="*/ 1854994 w 3219450"/>
                <a:gd name="connsiteY995" fmla="*/ 2301335 h 2495550"/>
                <a:gd name="connsiteX996" fmla="*/ 1854518 w 3219450"/>
                <a:gd name="connsiteY996" fmla="*/ 2301621 h 2495550"/>
                <a:gd name="connsiteX997" fmla="*/ 1853470 w 3219450"/>
                <a:gd name="connsiteY997" fmla="*/ 2302383 h 2495550"/>
                <a:gd name="connsiteX998" fmla="*/ 1853089 w 3219450"/>
                <a:gd name="connsiteY998" fmla="*/ 2302574 h 2495550"/>
                <a:gd name="connsiteX999" fmla="*/ 1852041 w 3219450"/>
                <a:gd name="connsiteY999" fmla="*/ 2304193 h 2495550"/>
                <a:gd name="connsiteX1000" fmla="*/ 1851660 w 3219450"/>
                <a:gd name="connsiteY1000" fmla="*/ 2304479 h 2495550"/>
                <a:gd name="connsiteX1001" fmla="*/ 1851089 w 3219450"/>
                <a:gd name="connsiteY1001" fmla="*/ 2304574 h 2495550"/>
                <a:gd name="connsiteX1002" fmla="*/ 1849851 w 3219450"/>
                <a:gd name="connsiteY1002" fmla="*/ 2305050 h 2495550"/>
                <a:gd name="connsiteX1003" fmla="*/ 1849088 w 3219450"/>
                <a:gd name="connsiteY1003" fmla="*/ 2305145 h 2495550"/>
                <a:gd name="connsiteX1004" fmla="*/ 1848041 w 3219450"/>
                <a:gd name="connsiteY1004" fmla="*/ 2304860 h 2495550"/>
                <a:gd name="connsiteX1005" fmla="*/ 1847660 w 3219450"/>
                <a:gd name="connsiteY1005" fmla="*/ 2304955 h 2495550"/>
                <a:gd name="connsiteX1006" fmla="*/ 1847469 w 3219450"/>
                <a:gd name="connsiteY1006" fmla="*/ 2305622 h 2495550"/>
                <a:gd name="connsiteX1007" fmla="*/ 1847279 w 3219450"/>
                <a:gd name="connsiteY1007" fmla="*/ 2306003 h 2495550"/>
                <a:gd name="connsiteX1008" fmla="*/ 1846898 w 3219450"/>
                <a:gd name="connsiteY1008" fmla="*/ 2306384 h 2495550"/>
                <a:gd name="connsiteX1009" fmla="*/ 1846707 w 3219450"/>
                <a:gd name="connsiteY1009" fmla="*/ 2306765 h 2495550"/>
                <a:gd name="connsiteX1010" fmla="*/ 1847088 w 3219450"/>
                <a:gd name="connsiteY1010" fmla="*/ 2307241 h 2495550"/>
                <a:gd name="connsiteX1011" fmla="*/ 1847088 w 3219450"/>
                <a:gd name="connsiteY1011" fmla="*/ 2307622 h 2495550"/>
                <a:gd name="connsiteX1012" fmla="*/ 1846517 w 3219450"/>
                <a:gd name="connsiteY1012" fmla="*/ 2307717 h 2495550"/>
                <a:gd name="connsiteX1013" fmla="*/ 1846326 w 3219450"/>
                <a:gd name="connsiteY1013" fmla="*/ 2308003 h 2495550"/>
                <a:gd name="connsiteX1014" fmla="*/ 1846421 w 3219450"/>
                <a:gd name="connsiteY1014" fmla="*/ 2308384 h 2495550"/>
                <a:gd name="connsiteX1015" fmla="*/ 1846326 w 3219450"/>
                <a:gd name="connsiteY1015" fmla="*/ 2308670 h 2495550"/>
                <a:gd name="connsiteX1016" fmla="*/ 1845659 w 3219450"/>
                <a:gd name="connsiteY1016" fmla="*/ 2308574 h 2495550"/>
                <a:gd name="connsiteX1017" fmla="*/ 1845374 w 3219450"/>
                <a:gd name="connsiteY1017" fmla="*/ 2308574 h 2495550"/>
                <a:gd name="connsiteX1018" fmla="*/ 1845469 w 3219450"/>
                <a:gd name="connsiteY1018" fmla="*/ 2308955 h 2495550"/>
                <a:gd name="connsiteX1019" fmla="*/ 1845564 w 3219450"/>
                <a:gd name="connsiteY1019" fmla="*/ 2309146 h 2495550"/>
                <a:gd name="connsiteX1020" fmla="*/ 1845088 w 3219450"/>
                <a:gd name="connsiteY1020" fmla="*/ 2309432 h 2495550"/>
                <a:gd name="connsiteX1021" fmla="*/ 1844612 w 3219450"/>
                <a:gd name="connsiteY1021" fmla="*/ 2309908 h 2495550"/>
                <a:gd name="connsiteX1022" fmla="*/ 1844326 w 3219450"/>
                <a:gd name="connsiteY1022" fmla="*/ 2310575 h 2495550"/>
                <a:gd name="connsiteX1023" fmla="*/ 1844897 w 3219450"/>
                <a:gd name="connsiteY1023" fmla="*/ 2312003 h 2495550"/>
                <a:gd name="connsiteX1024" fmla="*/ 1844516 w 3219450"/>
                <a:gd name="connsiteY1024" fmla="*/ 2312575 h 2495550"/>
                <a:gd name="connsiteX1025" fmla="*/ 1844040 w 3219450"/>
                <a:gd name="connsiteY1025" fmla="*/ 2313146 h 2495550"/>
                <a:gd name="connsiteX1026" fmla="*/ 1844040 w 3219450"/>
                <a:gd name="connsiteY1026" fmla="*/ 2313718 h 2495550"/>
                <a:gd name="connsiteX1027" fmla="*/ 1844707 w 3219450"/>
                <a:gd name="connsiteY1027" fmla="*/ 2314004 h 2495550"/>
                <a:gd name="connsiteX1028" fmla="*/ 1845564 w 3219450"/>
                <a:gd name="connsiteY1028" fmla="*/ 2314004 h 2495550"/>
                <a:gd name="connsiteX1029" fmla="*/ 1846326 w 3219450"/>
                <a:gd name="connsiteY1029" fmla="*/ 2314194 h 2495550"/>
                <a:gd name="connsiteX1030" fmla="*/ 1846612 w 3219450"/>
                <a:gd name="connsiteY1030" fmla="*/ 2315051 h 2495550"/>
                <a:gd name="connsiteX1031" fmla="*/ 1846707 w 3219450"/>
                <a:gd name="connsiteY1031" fmla="*/ 2316194 h 2495550"/>
                <a:gd name="connsiteX1032" fmla="*/ 1846898 w 3219450"/>
                <a:gd name="connsiteY1032" fmla="*/ 2316766 h 2495550"/>
                <a:gd name="connsiteX1033" fmla="*/ 1847279 w 3219450"/>
                <a:gd name="connsiteY1033" fmla="*/ 2317147 h 2495550"/>
                <a:gd name="connsiteX1034" fmla="*/ 1847279 w 3219450"/>
                <a:gd name="connsiteY1034" fmla="*/ 2317528 h 2495550"/>
                <a:gd name="connsiteX1035" fmla="*/ 1847088 w 3219450"/>
                <a:gd name="connsiteY1035" fmla="*/ 2317433 h 2495550"/>
                <a:gd name="connsiteX1036" fmla="*/ 1846231 w 3219450"/>
                <a:gd name="connsiteY1036" fmla="*/ 2317242 h 2495550"/>
                <a:gd name="connsiteX1037" fmla="*/ 1845945 w 3219450"/>
                <a:gd name="connsiteY1037" fmla="*/ 2318099 h 2495550"/>
                <a:gd name="connsiteX1038" fmla="*/ 1845278 w 3219450"/>
                <a:gd name="connsiteY1038" fmla="*/ 2318957 h 2495550"/>
                <a:gd name="connsiteX1039" fmla="*/ 1844516 w 3219450"/>
                <a:gd name="connsiteY1039" fmla="*/ 2319719 h 2495550"/>
                <a:gd name="connsiteX1040" fmla="*/ 1843754 w 3219450"/>
                <a:gd name="connsiteY1040" fmla="*/ 2320195 h 2495550"/>
                <a:gd name="connsiteX1041" fmla="*/ 1845183 w 3219450"/>
                <a:gd name="connsiteY1041" fmla="*/ 2324767 h 2495550"/>
                <a:gd name="connsiteX1042" fmla="*/ 1845183 w 3219450"/>
                <a:gd name="connsiteY1042" fmla="*/ 2326767 h 2495550"/>
                <a:gd name="connsiteX1043" fmla="*/ 1845374 w 3219450"/>
                <a:gd name="connsiteY1043" fmla="*/ 2327053 h 2495550"/>
                <a:gd name="connsiteX1044" fmla="*/ 1845564 w 3219450"/>
                <a:gd name="connsiteY1044" fmla="*/ 2327243 h 2495550"/>
                <a:gd name="connsiteX1045" fmla="*/ 1845755 w 3219450"/>
                <a:gd name="connsiteY1045" fmla="*/ 2327720 h 2495550"/>
                <a:gd name="connsiteX1046" fmla="*/ 1845850 w 3219450"/>
                <a:gd name="connsiteY1046" fmla="*/ 2328862 h 2495550"/>
                <a:gd name="connsiteX1047" fmla="*/ 1845755 w 3219450"/>
                <a:gd name="connsiteY1047" fmla="*/ 2330101 h 2495550"/>
                <a:gd name="connsiteX1048" fmla="*/ 1845374 w 3219450"/>
                <a:gd name="connsiteY1048" fmla="*/ 2331053 h 2495550"/>
                <a:gd name="connsiteX1049" fmla="*/ 1844421 w 3219450"/>
                <a:gd name="connsiteY1049" fmla="*/ 2332958 h 2495550"/>
                <a:gd name="connsiteX1050" fmla="*/ 1844135 w 3219450"/>
                <a:gd name="connsiteY1050" fmla="*/ 2334006 h 2495550"/>
                <a:gd name="connsiteX1051" fmla="*/ 1844326 w 3219450"/>
                <a:gd name="connsiteY1051" fmla="*/ 2334768 h 2495550"/>
                <a:gd name="connsiteX1052" fmla="*/ 1844802 w 3219450"/>
                <a:gd name="connsiteY1052" fmla="*/ 2335340 h 2495550"/>
                <a:gd name="connsiteX1053" fmla="*/ 1845469 w 3219450"/>
                <a:gd name="connsiteY1053" fmla="*/ 2336006 h 2495550"/>
                <a:gd name="connsiteX1054" fmla="*/ 1846421 w 3219450"/>
                <a:gd name="connsiteY1054" fmla="*/ 2337435 h 2495550"/>
                <a:gd name="connsiteX1055" fmla="*/ 1847183 w 3219450"/>
                <a:gd name="connsiteY1055" fmla="*/ 2339245 h 2495550"/>
                <a:gd name="connsiteX1056" fmla="*/ 1847755 w 3219450"/>
                <a:gd name="connsiteY1056" fmla="*/ 2341245 h 2495550"/>
                <a:gd name="connsiteX1057" fmla="*/ 1847945 w 3219450"/>
                <a:gd name="connsiteY1057" fmla="*/ 2343245 h 2495550"/>
                <a:gd name="connsiteX1058" fmla="*/ 1847660 w 3219450"/>
                <a:gd name="connsiteY1058" fmla="*/ 2347627 h 2495550"/>
                <a:gd name="connsiteX1059" fmla="*/ 1847469 w 3219450"/>
                <a:gd name="connsiteY1059" fmla="*/ 2348579 h 2495550"/>
                <a:gd name="connsiteX1060" fmla="*/ 1847088 w 3219450"/>
                <a:gd name="connsiteY1060" fmla="*/ 2349437 h 2495550"/>
                <a:gd name="connsiteX1061" fmla="*/ 1846802 w 3219450"/>
                <a:gd name="connsiteY1061" fmla="*/ 2350389 h 2495550"/>
                <a:gd name="connsiteX1062" fmla="*/ 1846993 w 3219450"/>
                <a:gd name="connsiteY1062" fmla="*/ 2351627 h 2495550"/>
                <a:gd name="connsiteX1063" fmla="*/ 1847374 w 3219450"/>
                <a:gd name="connsiteY1063" fmla="*/ 2352580 h 2495550"/>
                <a:gd name="connsiteX1064" fmla="*/ 1847945 w 3219450"/>
                <a:gd name="connsiteY1064" fmla="*/ 2353151 h 2495550"/>
                <a:gd name="connsiteX1065" fmla="*/ 1848803 w 3219450"/>
                <a:gd name="connsiteY1065" fmla="*/ 2353437 h 2495550"/>
                <a:gd name="connsiteX1066" fmla="*/ 1851184 w 3219450"/>
                <a:gd name="connsiteY1066" fmla="*/ 2353628 h 2495550"/>
                <a:gd name="connsiteX1067" fmla="*/ 1852232 w 3219450"/>
                <a:gd name="connsiteY1067" fmla="*/ 2353818 h 2495550"/>
                <a:gd name="connsiteX1068" fmla="*/ 1853279 w 3219450"/>
                <a:gd name="connsiteY1068" fmla="*/ 2354199 h 2495550"/>
                <a:gd name="connsiteX1069" fmla="*/ 1855184 w 3219450"/>
                <a:gd name="connsiteY1069" fmla="*/ 2355152 h 2495550"/>
                <a:gd name="connsiteX1070" fmla="*/ 1857185 w 3219450"/>
                <a:gd name="connsiteY1070" fmla="*/ 2356485 h 2495550"/>
                <a:gd name="connsiteX1071" fmla="*/ 1857566 w 3219450"/>
                <a:gd name="connsiteY1071" fmla="*/ 2357057 h 2495550"/>
                <a:gd name="connsiteX1072" fmla="*/ 1858042 w 3219450"/>
                <a:gd name="connsiteY1072" fmla="*/ 2357437 h 2495550"/>
                <a:gd name="connsiteX1073" fmla="*/ 1860709 w 3219450"/>
                <a:gd name="connsiteY1073" fmla="*/ 2358390 h 2495550"/>
                <a:gd name="connsiteX1074" fmla="*/ 1861566 w 3219450"/>
                <a:gd name="connsiteY1074" fmla="*/ 2358771 h 2495550"/>
                <a:gd name="connsiteX1075" fmla="*/ 1861947 w 3219450"/>
                <a:gd name="connsiteY1075" fmla="*/ 2359247 h 2495550"/>
                <a:gd name="connsiteX1076" fmla="*/ 1862328 w 3219450"/>
                <a:gd name="connsiteY1076" fmla="*/ 2359724 h 2495550"/>
                <a:gd name="connsiteX1077" fmla="*/ 1862900 w 3219450"/>
                <a:gd name="connsiteY1077" fmla="*/ 2360295 h 2495550"/>
                <a:gd name="connsiteX1078" fmla="*/ 1863566 w 3219450"/>
                <a:gd name="connsiteY1078" fmla="*/ 2360676 h 2495550"/>
                <a:gd name="connsiteX1079" fmla="*/ 1864043 w 3219450"/>
                <a:gd name="connsiteY1079" fmla="*/ 2360771 h 2495550"/>
                <a:gd name="connsiteX1080" fmla="*/ 1868805 w 3219450"/>
                <a:gd name="connsiteY1080" fmla="*/ 2360676 h 2495550"/>
                <a:gd name="connsiteX1081" fmla="*/ 1869377 w 3219450"/>
                <a:gd name="connsiteY1081" fmla="*/ 2360771 h 2495550"/>
                <a:gd name="connsiteX1082" fmla="*/ 1869853 w 3219450"/>
                <a:gd name="connsiteY1082" fmla="*/ 2361057 h 2495550"/>
                <a:gd name="connsiteX1083" fmla="*/ 1870424 w 3219450"/>
                <a:gd name="connsiteY1083" fmla="*/ 2361248 h 2495550"/>
                <a:gd name="connsiteX1084" fmla="*/ 1871186 w 3219450"/>
                <a:gd name="connsiteY1084" fmla="*/ 2361057 h 2495550"/>
                <a:gd name="connsiteX1085" fmla="*/ 1870805 w 3219450"/>
                <a:gd name="connsiteY1085" fmla="*/ 2361819 h 2495550"/>
                <a:gd name="connsiteX1086" fmla="*/ 1871377 w 3219450"/>
                <a:gd name="connsiteY1086" fmla="*/ 2362200 h 2495550"/>
                <a:gd name="connsiteX1087" fmla="*/ 1871568 w 3219450"/>
                <a:gd name="connsiteY1087" fmla="*/ 2362867 h 2495550"/>
                <a:gd name="connsiteX1088" fmla="*/ 1871663 w 3219450"/>
                <a:gd name="connsiteY1088" fmla="*/ 2363629 h 2495550"/>
                <a:gd name="connsiteX1089" fmla="*/ 1871948 w 3219450"/>
                <a:gd name="connsiteY1089" fmla="*/ 2364391 h 2495550"/>
                <a:gd name="connsiteX1090" fmla="*/ 1872615 w 3219450"/>
                <a:gd name="connsiteY1090" fmla="*/ 2365058 h 2495550"/>
                <a:gd name="connsiteX1091" fmla="*/ 1873187 w 3219450"/>
                <a:gd name="connsiteY1091" fmla="*/ 2365058 h 2495550"/>
                <a:gd name="connsiteX1092" fmla="*/ 1874139 w 3219450"/>
                <a:gd name="connsiteY1092" fmla="*/ 2364391 h 2495550"/>
                <a:gd name="connsiteX1093" fmla="*/ 1875568 w 3219450"/>
                <a:gd name="connsiteY1093" fmla="*/ 2364105 h 2495550"/>
                <a:gd name="connsiteX1094" fmla="*/ 1881664 w 3219450"/>
                <a:gd name="connsiteY1094" fmla="*/ 2364200 h 2495550"/>
                <a:gd name="connsiteX1095" fmla="*/ 1887284 w 3219450"/>
                <a:gd name="connsiteY1095" fmla="*/ 2365058 h 2495550"/>
                <a:gd name="connsiteX1096" fmla="*/ 1888522 w 3219450"/>
                <a:gd name="connsiteY1096" fmla="*/ 2365534 h 2495550"/>
                <a:gd name="connsiteX1097" fmla="*/ 1889474 w 3219450"/>
                <a:gd name="connsiteY1097" fmla="*/ 2366391 h 2495550"/>
                <a:gd name="connsiteX1098" fmla="*/ 1890141 w 3219450"/>
                <a:gd name="connsiteY1098" fmla="*/ 2367439 h 2495550"/>
                <a:gd name="connsiteX1099" fmla="*/ 1890522 w 3219450"/>
                <a:gd name="connsiteY1099" fmla="*/ 2366677 h 2495550"/>
                <a:gd name="connsiteX1100" fmla="*/ 1890903 w 3219450"/>
                <a:gd name="connsiteY1100" fmla="*/ 2367058 h 2495550"/>
                <a:gd name="connsiteX1101" fmla="*/ 1891094 w 3219450"/>
                <a:gd name="connsiteY1101" fmla="*/ 2367820 h 2495550"/>
                <a:gd name="connsiteX1102" fmla="*/ 1891094 w 3219450"/>
                <a:gd name="connsiteY1102" fmla="*/ 2368201 h 2495550"/>
                <a:gd name="connsiteX1103" fmla="*/ 1890236 w 3219450"/>
                <a:gd name="connsiteY1103" fmla="*/ 2368391 h 2495550"/>
                <a:gd name="connsiteX1104" fmla="*/ 1889855 w 3219450"/>
                <a:gd name="connsiteY1104" fmla="*/ 2368772 h 2495550"/>
                <a:gd name="connsiteX1105" fmla="*/ 1889474 w 3219450"/>
                <a:gd name="connsiteY1105" fmla="*/ 2369249 h 2495550"/>
                <a:gd name="connsiteX1106" fmla="*/ 1888808 w 3219450"/>
                <a:gd name="connsiteY1106" fmla="*/ 2369725 h 2495550"/>
                <a:gd name="connsiteX1107" fmla="*/ 1889570 w 3219450"/>
                <a:gd name="connsiteY1107" fmla="*/ 2370392 h 2495550"/>
                <a:gd name="connsiteX1108" fmla="*/ 1891284 w 3219450"/>
                <a:gd name="connsiteY1108" fmla="*/ 2369249 h 2495550"/>
                <a:gd name="connsiteX1109" fmla="*/ 1892522 w 3219450"/>
                <a:gd name="connsiteY1109" fmla="*/ 2369439 h 2495550"/>
                <a:gd name="connsiteX1110" fmla="*/ 1892332 w 3219450"/>
                <a:gd name="connsiteY1110" fmla="*/ 2368487 h 2495550"/>
                <a:gd name="connsiteX1111" fmla="*/ 1892808 w 3219450"/>
                <a:gd name="connsiteY1111" fmla="*/ 2368010 h 2495550"/>
                <a:gd name="connsiteX1112" fmla="*/ 1893475 w 3219450"/>
                <a:gd name="connsiteY1112" fmla="*/ 2367534 h 2495550"/>
                <a:gd name="connsiteX1113" fmla="*/ 1893951 w 3219450"/>
                <a:gd name="connsiteY1113" fmla="*/ 2366772 h 2495550"/>
                <a:gd name="connsiteX1114" fmla="*/ 1894237 w 3219450"/>
                <a:gd name="connsiteY1114" fmla="*/ 2367344 h 2495550"/>
                <a:gd name="connsiteX1115" fmla="*/ 1894237 w 3219450"/>
                <a:gd name="connsiteY1115" fmla="*/ 2367629 h 2495550"/>
                <a:gd name="connsiteX1116" fmla="*/ 1894046 w 3219450"/>
                <a:gd name="connsiteY1116" fmla="*/ 2367915 h 2495550"/>
                <a:gd name="connsiteX1117" fmla="*/ 1893951 w 3219450"/>
                <a:gd name="connsiteY1117" fmla="*/ 2368296 h 2495550"/>
                <a:gd name="connsiteX1118" fmla="*/ 1893856 w 3219450"/>
                <a:gd name="connsiteY1118" fmla="*/ 2368296 h 2495550"/>
                <a:gd name="connsiteX1119" fmla="*/ 1893570 w 3219450"/>
                <a:gd name="connsiteY1119" fmla="*/ 2368391 h 2495550"/>
                <a:gd name="connsiteX1120" fmla="*/ 1893284 w 3219450"/>
                <a:gd name="connsiteY1120" fmla="*/ 2368582 h 2495550"/>
                <a:gd name="connsiteX1121" fmla="*/ 1893189 w 3219450"/>
                <a:gd name="connsiteY1121" fmla="*/ 2368868 h 2495550"/>
                <a:gd name="connsiteX1122" fmla="*/ 1893284 w 3219450"/>
                <a:gd name="connsiteY1122" fmla="*/ 2369058 h 2495550"/>
                <a:gd name="connsiteX1123" fmla="*/ 1893570 w 3219450"/>
                <a:gd name="connsiteY1123" fmla="*/ 2369058 h 2495550"/>
                <a:gd name="connsiteX1124" fmla="*/ 1893665 w 3219450"/>
                <a:gd name="connsiteY1124" fmla="*/ 2369249 h 2495550"/>
                <a:gd name="connsiteX1125" fmla="*/ 1893761 w 3219450"/>
                <a:gd name="connsiteY1125" fmla="*/ 2369534 h 2495550"/>
                <a:gd name="connsiteX1126" fmla="*/ 1894046 w 3219450"/>
                <a:gd name="connsiteY1126" fmla="*/ 2369725 h 2495550"/>
                <a:gd name="connsiteX1127" fmla="*/ 1894332 w 3219450"/>
                <a:gd name="connsiteY1127" fmla="*/ 2370011 h 2495550"/>
                <a:gd name="connsiteX1128" fmla="*/ 1894427 w 3219450"/>
                <a:gd name="connsiteY1128" fmla="*/ 2370487 h 2495550"/>
                <a:gd name="connsiteX1129" fmla="*/ 1894142 w 3219450"/>
                <a:gd name="connsiteY1129" fmla="*/ 2371344 h 2495550"/>
                <a:gd name="connsiteX1130" fmla="*/ 1894046 w 3219450"/>
                <a:gd name="connsiteY1130" fmla="*/ 2371725 h 2495550"/>
                <a:gd name="connsiteX1131" fmla="*/ 1894427 w 3219450"/>
                <a:gd name="connsiteY1131" fmla="*/ 2371725 h 2495550"/>
                <a:gd name="connsiteX1132" fmla="*/ 1894808 w 3219450"/>
                <a:gd name="connsiteY1132" fmla="*/ 2371249 h 2495550"/>
                <a:gd name="connsiteX1133" fmla="*/ 1895380 w 3219450"/>
                <a:gd name="connsiteY1133" fmla="*/ 2371058 h 2495550"/>
                <a:gd name="connsiteX1134" fmla="*/ 1896142 w 3219450"/>
                <a:gd name="connsiteY1134" fmla="*/ 2371058 h 2495550"/>
                <a:gd name="connsiteX1135" fmla="*/ 1896904 w 3219450"/>
                <a:gd name="connsiteY1135" fmla="*/ 2371344 h 2495550"/>
                <a:gd name="connsiteX1136" fmla="*/ 1896809 w 3219450"/>
                <a:gd name="connsiteY1136" fmla="*/ 2370963 h 2495550"/>
                <a:gd name="connsiteX1137" fmla="*/ 1896332 w 3219450"/>
                <a:gd name="connsiteY1137" fmla="*/ 2370106 h 2495550"/>
                <a:gd name="connsiteX1138" fmla="*/ 1896237 w 3219450"/>
                <a:gd name="connsiteY1138" fmla="*/ 2369820 h 2495550"/>
                <a:gd name="connsiteX1139" fmla="*/ 1896428 w 3219450"/>
                <a:gd name="connsiteY1139" fmla="*/ 2369534 h 2495550"/>
                <a:gd name="connsiteX1140" fmla="*/ 1897094 w 3219450"/>
                <a:gd name="connsiteY1140" fmla="*/ 2369058 h 2495550"/>
                <a:gd name="connsiteX1141" fmla="*/ 1897285 w 3219450"/>
                <a:gd name="connsiteY1141" fmla="*/ 2368868 h 2495550"/>
                <a:gd name="connsiteX1142" fmla="*/ 1897666 w 3219450"/>
                <a:gd name="connsiteY1142" fmla="*/ 2368487 h 2495550"/>
                <a:gd name="connsiteX1143" fmla="*/ 1899476 w 3219450"/>
                <a:gd name="connsiteY1143" fmla="*/ 2367915 h 2495550"/>
                <a:gd name="connsiteX1144" fmla="*/ 1900143 w 3219450"/>
                <a:gd name="connsiteY1144" fmla="*/ 2367534 h 2495550"/>
                <a:gd name="connsiteX1145" fmla="*/ 1900523 w 3219450"/>
                <a:gd name="connsiteY1145" fmla="*/ 2368868 h 2495550"/>
                <a:gd name="connsiteX1146" fmla="*/ 1900904 w 3219450"/>
                <a:gd name="connsiteY1146" fmla="*/ 2369534 h 2495550"/>
                <a:gd name="connsiteX1147" fmla="*/ 1901476 w 3219450"/>
                <a:gd name="connsiteY1147" fmla="*/ 2369820 h 2495550"/>
                <a:gd name="connsiteX1148" fmla="*/ 1901857 w 3219450"/>
                <a:gd name="connsiteY1148" fmla="*/ 2369629 h 2495550"/>
                <a:gd name="connsiteX1149" fmla="*/ 1902428 w 3219450"/>
                <a:gd name="connsiteY1149" fmla="*/ 2369249 h 2495550"/>
                <a:gd name="connsiteX1150" fmla="*/ 1902905 w 3219450"/>
                <a:gd name="connsiteY1150" fmla="*/ 2368677 h 2495550"/>
                <a:gd name="connsiteX1151" fmla="*/ 1903095 w 3219450"/>
                <a:gd name="connsiteY1151" fmla="*/ 2368201 h 2495550"/>
                <a:gd name="connsiteX1152" fmla="*/ 1903476 w 3219450"/>
                <a:gd name="connsiteY1152" fmla="*/ 2367725 h 2495550"/>
                <a:gd name="connsiteX1153" fmla="*/ 1903667 w 3219450"/>
                <a:gd name="connsiteY1153" fmla="*/ 2367344 h 2495550"/>
                <a:gd name="connsiteX1154" fmla="*/ 1903571 w 3219450"/>
                <a:gd name="connsiteY1154" fmla="*/ 2366867 h 2495550"/>
                <a:gd name="connsiteX1155" fmla="*/ 1903286 w 3219450"/>
                <a:gd name="connsiteY1155" fmla="*/ 2366772 h 2495550"/>
                <a:gd name="connsiteX1156" fmla="*/ 1902428 w 3219450"/>
                <a:gd name="connsiteY1156" fmla="*/ 2366867 h 2495550"/>
                <a:gd name="connsiteX1157" fmla="*/ 1902143 w 3219450"/>
                <a:gd name="connsiteY1157" fmla="*/ 2366867 h 2495550"/>
                <a:gd name="connsiteX1158" fmla="*/ 1901190 w 3219450"/>
                <a:gd name="connsiteY1158" fmla="*/ 2366391 h 2495550"/>
                <a:gd name="connsiteX1159" fmla="*/ 1900809 w 3219450"/>
                <a:gd name="connsiteY1159" fmla="*/ 2366391 h 2495550"/>
                <a:gd name="connsiteX1160" fmla="*/ 1899952 w 3219450"/>
                <a:gd name="connsiteY1160" fmla="*/ 2366486 h 2495550"/>
                <a:gd name="connsiteX1161" fmla="*/ 1899952 w 3219450"/>
                <a:gd name="connsiteY1161" fmla="*/ 2366105 h 2495550"/>
                <a:gd name="connsiteX1162" fmla="*/ 1901381 w 3219450"/>
                <a:gd name="connsiteY1162" fmla="*/ 2365153 h 2495550"/>
                <a:gd name="connsiteX1163" fmla="*/ 1901762 w 3219450"/>
                <a:gd name="connsiteY1163" fmla="*/ 2365058 h 2495550"/>
                <a:gd name="connsiteX1164" fmla="*/ 1902143 w 3219450"/>
                <a:gd name="connsiteY1164" fmla="*/ 2365248 h 2495550"/>
                <a:gd name="connsiteX1165" fmla="*/ 1902238 w 3219450"/>
                <a:gd name="connsiteY1165" fmla="*/ 2365724 h 2495550"/>
                <a:gd name="connsiteX1166" fmla="*/ 1902428 w 3219450"/>
                <a:gd name="connsiteY1166" fmla="*/ 2366105 h 2495550"/>
                <a:gd name="connsiteX1167" fmla="*/ 1903190 w 3219450"/>
                <a:gd name="connsiteY1167" fmla="*/ 2366105 h 2495550"/>
                <a:gd name="connsiteX1168" fmla="*/ 1902905 w 3219450"/>
                <a:gd name="connsiteY1168" fmla="*/ 2364391 h 2495550"/>
                <a:gd name="connsiteX1169" fmla="*/ 1904143 w 3219450"/>
                <a:gd name="connsiteY1169" fmla="*/ 2360581 h 2495550"/>
                <a:gd name="connsiteX1170" fmla="*/ 1903952 w 3219450"/>
                <a:gd name="connsiteY1170" fmla="*/ 2359343 h 2495550"/>
                <a:gd name="connsiteX1171" fmla="*/ 1904619 w 3219450"/>
                <a:gd name="connsiteY1171" fmla="*/ 2359057 h 2495550"/>
                <a:gd name="connsiteX1172" fmla="*/ 1905572 w 3219450"/>
                <a:gd name="connsiteY1172" fmla="*/ 2358866 h 2495550"/>
                <a:gd name="connsiteX1173" fmla="*/ 1906619 w 3219450"/>
                <a:gd name="connsiteY1173" fmla="*/ 2358771 h 2495550"/>
                <a:gd name="connsiteX1174" fmla="*/ 1907572 w 3219450"/>
                <a:gd name="connsiteY1174" fmla="*/ 2358962 h 2495550"/>
                <a:gd name="connsiteX1175" fmla="*/ 1907858 w 3219450"/>
                <a:gd name="connsiteY1175" fmla="*/ 2359247 h 2495550"/>
                <a:gd name="connsiteX1176" fmla="*/ 1907953 w 3219450"/>
                <a:gd name="connsiteY1176" fmla="*/ 2359628 h 2495550"/>
                <a:gd name="connsiteX1177" fmla="*/ 1908143 w 3219450"/>
                <a:gd name="connsiteY1177" fmla="*/ 2359914 h 2495550"/>
                <a:gd name="connsiteX1178" fmla="*/ 1908715 w 3219450"/>
                <a:gd name="connsiteY1178" fmla="*/ 2360104 h 2495550"/>
                <a:gd name="connsiteX1179" fmla="*/ 1911191 w 3219450"/>
                <a:gd name="connsiteY1179" fmla="*/ 2358676 h 2495550"/>
                <a:gd name="connsiteX1180" fmla="*/ 1912049 w 3219450"/>
                <a:gd name="connsiteY1180" fmla="*/ 2358295 h 2495550"/>
                <a:gd name="connsiteX1181" fmla="*/ 1912906 w 3219450"/>
                <a:gd name="connsiteY1181" fmla="*/ 2358200 h 2495550"/>
                <a:gd name="connsiteX1182" fmla="*/ 1914620 w 3219450"/>
                <a:gd name="connsiteY1182" fmla="*/ 2358295 h 2495550"/>
                <a:gd name="connsiteX1183" fmla="*/ 1914906 w 3219450"/>
                <a:gd name="connsiteY1183" fmla="*/ 2358390 h 2495550"/>
                <a:gd name="connsiteX1184" fmla="*/ 1915097 w 3219450"/>
                <a:gd name="connsiteY1184" fmla="*/ 2358390 h 2495550"/>
                <a:gd name="connsiteX1185" fmla="*/ 1915478 w 3219450"/>
                <a:gd name="connsiteY1185" fmla="*/ 2358295 h 2495550"/>
                <a:gd name="connsiteX1186" fmla="*/ 1915954 w 3219450"/>
                <a:gd name="connsiteY1186" fmla="*/ 2357914 h 2495550"/>
                <a:gd name="connsiteX1187" fmla="*/ 1916144 w 3219450"/>
                <a:gd name="connsiteY1187" fmla="*/ 2357437 h 2495550"/>
                <a:gd name="connsiteX1188" fmla="*/ 1916430 w 3219450"/>
                <a:gd name="connsiteY1188" fmla="*/ 2357247 h 2495550"/>
                <a:gd name="connsiteX1189" fmla="*/ 1917002 w 3219450"/>
                <a:gd name="connsiteY1189" fmla="*/ 2357628 h 2495550"/>
                <a:gd name="connsiteX1190" fmla="*/ 1917002 w 3219450"/>
                <a:gd name="connsiteY1190" fmla="*/ 2357437 h 2495550"/>
                <a:gd name="connsiteX1191" fmla="*/ 1917002 w 3219450"/>
                <a:gd name="connsiteY1191" fmla="*/ 2357057 h 2495550"/>
                <a:gd name="connsiteX1192" fmla="*/ 1917002 w 3219450"/>
                <a:gd name="connsiteY1192" fmla="*/ 2356866 h 2495550"/>
                <a:gd name="connsiteX1193" fmla="*/ 1917573 w 3219450"/>
                <a:gd name="connsiteY1193" fmla="*/ 2357342 h 2495550"/>
                <a:gd name="connsiteX1194" fmla="*/ 1917764 w 3219450"/>
                <a:gd name="connsiteY1194" fmla="*/ 2357533 h 2495550"/>
                <a:gd name="connsiteX1195" fmla="*/ 1917954 w 3219450"/>
                <a:gd name="connsiteY1195" fmla="*/ 2357247 h 2495550"/>
                <a:gd name="connsiteX1196" fmla="*/ 1918335 w 3219450"/>
                <a:gd name="connsiteY1196" fmla="*/ 2356676 h 2495550"/>
                <a:gd name="connsiteX1197" fmla="*/ 1918526 w 3219450"/>
                <a:gd name="connsiteY1197" fmla="*/ 2356390 h 2495550"/>
                <a:gd name="connsiteX1198" fmla="*/ 1918716 w 3219450"/>
                <a:gd name="connsiteY1198" fmla="*/ 2356866 h 2495550"/>
                <a:gd name="connsiteX1199" fmla="*/ 1918716 w 3219450"/>
                <a:gd name="connsiteY1199" fmla="*/ 2357533 h 2495550"/>
                <a:gd name="connsiteX1200" fmla="*/ 1918526 w 3219450"/>
                <a:gd name="connsiteY1200" fmla="*/ 2358200 h 2495550"/>
                <a:gd name="connsiteX1201" fmla="*/ 1918240 w 3219450"/>
                <a:gd name="connsiteY1201" fmla="*/ 2358676 h 2495550"/>
                <a:gd name="connsiteX1202" fmla="*/ 1917573 w 3219450"/>
                <a:gd name="connsiteY1202" fmla="*/ 2358962 h 2495550"/>
                <a:gd name="connsiteX1203" fmla="*/ 1916906 w 3219450"/>
                <a:gd name="connsiteY1203" fmla="*/ 2358866 h 2495550"/>
                <a:gd name="connsiteX1204" fmla="*/ 1916335 w 3219450"/>
                <a:gd name="connsiteY1204" fmla="*/ 2358676 h 2495550"/>
                <a:gd name="connsiteX1205" fmla="*/ 1915954 w 3219450"/>
                <a:gd name="connsiteY1205" fmla="*/ 2358771 h 2495550"/>
                <a:gd name="connsiteX1206" fmla="*/ 1915954 w 3219450"/>
                <a:gd name="connsiteY1206" fmla="*/ 2359628 h 2495550"/>
                <a:gd name="connsiteX1207" fmla="*/ 1917383 w 3219450"/>
                <a:gd name="connsiteY1207" fmla="*/ 2360009 h 2495550"/>
                <a:gd name="connsiteX1208" fmla="*/ 1919002 w 3219450"/>
                <a:gd name="connsiteY1208" fmla="*/ 2360104 h 2495550"/>
                <a:gd name="connsiteX1209" fmla="*/ 1919764 w 3219450"/>
                <a:gd name="connsiteY1209" fmla="*/ 2360009 h 2495550"/>
                <a:gd name="connsiteX1210" fmla="*/ 1920431 w 3219450"/>
                <a:gd name="connsiteY1210" fmla="*/ 2359533 h 2495550"/>
                <a:gd name="connsiteX1211" fmla="*/ 1920335 w 3219450"/>
                <a:gd name="connsiteY1211" fmla="*/ 2359057 h 2495550"/>
                <a:gd name="connsiteX1212" fmla="*/ 1919954 w 3219450"/>
                <a:gd name="connsiteY1212" fmla="*/ 2358390 h 2495550"/>
                <a:gd name="connsiteX1213" fmla="*/ 1919764 w 3219450"/>
                <a:gd name="connsiteY1213" fmla="*/ 2357533 h 2495550"/>
                <a:gd name="connsiteX1214" fmla="*/ 1919954 w 3219450"/>
                <a:gd name="connsiteY1214" fmla="*/ 2356771 h 2495550"/>
                <a:gd name="connsiteX1215" fmla="*/ 1920431 w 3219450"/>
                <a:gd name="connsiteY1215" fmla="*/ 2356771 h 2495550"/>
                <a:gd name="connsiteX1216" fmla="*/ 1920812 w 3219450"/>
                <a:gd name="connsiteY1216" fmla="*/ 2357342 h 2495550"/>
                <a:gd name="connsiteX1217" fmla="*/ 1920812 w 3219450"/>
                <a:gd name="connsiteY1217" fmla="*/ 2358485 h 2495550"/>
                <a:gd name="connsiteX1218" fmla="*/ 1921193 w 3219450"/>
                <a:gd name="connsiteY1218" fmla="*/ 2358485 h 2495550"/>
                <a:gd name="connsiteX1219" fmla="*/ 1921288 w 3219450"/>
                <a:gd name="connsiteY1219" fmla="*/ 2357437 h 2495550"/>
                <a:gd name="connsiteX1220" fmla="*/ 1921859 w 3219450"/>
                <a:gd name="connsiteY1220" fmla="*/ 2355342 h 2495550"/>
                <a:gd name="connsiteX1221" fmla="*/ 1921955 w 3219450"/>
                <a:gd name="connsiteY1221" fmla="*/ 2354580 h 2495550"/>
                <a:gd name="connsiteX1222" fmla="*/ 1921478 w 3219450"/>
                <a:gd name="connsiteY1222" fmla="*/ 2353913 h 2495550"/>
                <a:gd name="connsiteX1223" fmla="*/ 1920050 w 3219450"/>
                <a:gd name="connsiteY1223" fmla="*/ 2353533 h 2495550"/>
                <a:gd name="connsiteX1224" fmla="*/ 1919383 w 3219450"/>
                <a:gd name="connsiteY1224" fmla="*/ 2352961 h 2495550"/>
                <a:gd name="connsiteX1225" fmla="*/ 1919383 w 3219450"/>
                <a:gd name="connsiteY1225" fmla="*/ 2352580 h 2495550"/>
                <a:gd name="connsiteX1226" fmla="*/ 1921288 w 3219450"/>
                <a:gd name="connsiteY1226" fmla="*/ 2353151 h 2495550"/>
                <a:gd name="connsiteX1227" fmla="*/ 1922240 w 3219450"/>
                <a:gd name="connsiteY1227" fmla="*/ 2353056 h 2495550"/>
                <a:gd name="connsiteX1228" fmla="*/ 1923002 w 3219450"/>
                <a:gd name="connsiteY1228" fmla="*/ 2351151 h 2495550"/>
                <a:gd name="connsiteX1229" fmla="*/ 1923955 w 3219450"/>
                <a:gd name="connsiteY1229" fmla="*/ 2350294 h 2495550"/>
                <a:gd name="connsiteX1230" fmla="*/ 1925860 w 3219450"/>
                <a:gd name="connsiteY1230" fmla="*/ 2348865 h 2495550"/>
                <a:gd name="connsiteX1231" fmla="*/ 1929575 w 3219450"/>
                <a:gd name="connsiteY1231" fmla="*/ 2345436 h 2495550"/>
                <a:gd name="connsiteX1232" fmla="*/ 1931861 w 3219450"/>
                <a:gd name="connsiteY1232" fmla="*/ 2344008 h 2495550"/>
                <a:gd name="connsiteX1233" fmla="*/ 1933480 w 3219450"/>
                <a:gd name="connsiteY1233" fmla="*/ 2344293 h 2495550"/>
                <a:gd name="connsiteX1234" fmla="*/ 1933861 w 3219450"/>
                <a:gd name="connsiteY1234" fmla="*/ 2344293 h 2495550"/>
                <a:gd name="connsiteX1235" fmla="*/ 1934909 w 3219450"/>
                <a:gd name="connsiteY1235" fmla="*/ 2343341 h 2495550"/>
                <a:gd name="connsiteX1236" fmla="*/ 1937671 w 3219450"/>
                <a:gd name="connsiteY1236" fmla="*/ 2342769 h 2495550"/>
                <a:gd name="connsiteX1237" fmla="*/ 1938528 w 3219450"/>
                <a:gd name="connsiteY1237" fmla="*/ 2342007 h 2495550"/>
                <a:gd name="connsiteX1238" fmla="*/ 1938909 w 3219450"/>
                <a:gd name="connsiteY1238" fmla="*/ 2342007 h 2495550"/>
                <a:gd name="connsiteX1239" fmla="*/ 1939290 w 3219450"/>
                <a:gd name="connsiteY1239" fmla="*/ 2342388 h 2495550"/>
                <a:gd name="connsiteX1240" fmla="*/ 1939290 w 3219450"/>
                <a:gd name="connsiteY1240" fmla="*/ 2342769 h 2495550"/>
                <a:gd name="connsiteX1241" fmla="*/ 1937099 w 3219450"/>
                <a:gd name="connsiteY1241" fmla="*/ 2342960 h 2495550"/>
                <a:gd name="connsiteX1242" fmla="*/ 1935861 w 3219450"/>
                <a:gd name="connsiteY1242" fmla="*/ 2343245 h 2495550"/>
                <a:gd name="connsiteX1243" fmla="*/ 1935289 w 3219450"/>
                <a:gd name="connsiteY1243" fmla="*/ 2343626 h 2495550"/>
                <a:gd name="connsiteX1244" fmla="*/ 1935766 w 3219450"/>
                <a:gd name="connsiteY1244" fmla="*/ 2344103 h 2495550"/>
                <a:gd name="connsiteX1245" fmla="*/ 1938147 w 3219450"/>
                <a:gd name="connsiteY1245" fmla="*/ 2343531 h 2495550"/>
                <a:gd name="connsiteX1246" fmla="*/ 1938909 w 3219450"/>
                <a:gd name="connsiteY1246" fmla="*/ 2344198 h 2495550"/>
                <a:gd name="connsiteX1247" fmla="*/ 1939576 w 3219450"/>
                <a:gd name="connsiteY1247" fmla="*/ 2343817 h 2495550"/>
                <a:gd name="connsiteX1248" fmla="*/ 1940147 w 3219450"/>
                <a:gd name="connsiteY1248" fmla="*/ 2343245 h 2495550"/>
                <a:gd name="connsiteX1249" fmla="*/ 1940338 w 3219450"/>
                <a:gd name="connsiteY1249" fmla="*/ 2342579 h 2495550"/>
                <a:gd name="connsiteX1250" fmla="*/ 1939957 w 3219450"/>
                <a:gd name="connsiteY1250" fmla="*/ 2341912 h 2495550"/>
                <a:gd name="connsiteX1251" fmla="*/ 1941290 w 3219450"/>
                <a:gd name="connsiteY1251" fmla="*/ 2338959 h 2495550"/>
                <a:gd name="connsiteX1252" fmla="*/ 1942243 w 3219450"/>
                <a:gd name="connsiteY1252" fmla="*/ 2337816 h 2495550"/>
                <a:gd name="connsiteX1253" fmla="*/ 1943195 w 3219450"/>
                <a:gd name="connsiteY1253" fmla="*/ 2338102 h 2495550"/>
                <a:gd name="connsiteX1254" fmla="*/ 1943576 w 3219450"/>
                <a:gd name="connsiteY1254" fmla="*/ 2338102 h 2495550"/>
                <a:gd name="connsiteX1255" fmla="*/ 1943862 w 3219450"/>
                <a:gd name="connsiteY1255" fmla="*/ 2337530 h 2495550"/>
                <a:gd name="connsiteX1256" fmla="*/ 1944338 w 3219450"/>
                <a:gd name="connsiteY1256" fmla="*/ 2337435 h 2495550"/>
                <a:gd name="connsiteX1257" fmla="*/ 1945005 w 3219450"/>
                <a:gd name="connsiteY1257" fmla="*/ 2337435 h 2495550"/>
                <a:gd name="connsiteX1258" fmla="*/ 1945767 w 3219450"/>
                <a:gd name="connsiteY1258" fmla="*/ 2337340 h 2495550"/>
                <a:gd name="connsiteX1259" fmla="*/ 1944529 w 3219450"/>
                <a:gd name="connsiteY1259" fmla="*/ 2332768 h 2495550"/>
                <a:gd name="connsiteX1260" fmla="*/ 1944148 w 3219450"/>
                <a:gd name="connsiteY1260" fmla="*/ 2332006 h 2495550"/>
                <a:gd name="connsiteX1261" fmla="*/ 1943672 w 3219450"/>
                <a:gd name="connsiteY1261" fmla="*/ 2332292 h 2495550"/>
                <a:gd name="connsiteX1262" fmla="*/ 1943672 w 3219450"/>
                <a:gd name="connsiteY1262" fmla="*/ 2333054 h 2495550"/>
                <a:gd name="connsiteX1263" fmla="*/ 1943957 w 3219450"/>
                <a:gd name="connsiteY1263" fmla="*/ 2334483 h 2495550"/>
                <a:gd name="connsiteX1264" fmla="*/ 1944148 w 3219450"/>
                <a:gd name="connsiteY1264" fmla="*/ 2335911 h 2495550"/>
                <a:gd name="connsiteX1265" fmla="*/ 1944053 w 3219450"/>
                <a:gd name="connsiteY1265" fmla="*/ 2336387 h 2495550"/>
                <a:gd name="connsiteX1266" fmla="*/ 1943672 w 3219450"/>
                <a:gd name="connsiteY1266" fmla="*/ 2336959 h 2495550"/>
                <a:gd name="connsiteX1267" fmla="*/ 1943005 w 3219450"/>
                <a:gd name="connsiteY1267" fmla="*/ 2336578 h 2495550"/>
                <a:gd name="connsiteX1268" fmla="*/ 1942148 w 3219450"/>
                <a:gd name="connsiteY1268" fmla="*/ 2336387 h 2495550"/>
                <a:gd name="connsiteX1269" fmla="*/ 1941386 w 3219450"/>
                <a:gd name="connsiteY1269" fmla="*/ 2336387 h 2495550"/>
                <a:gd name="connsiteX1270" fmla="*/ 1941100 w 3219450"/>
                <a:gd name="connsiteY1270" fmla="*/ 2336483 h 2495550"/>
                <a:gd name="connsiteX1271" fmla="*/ 1940909 w 3219450"/>
                <a:gd name="connsiteY1271" fmla="*/ 2336197 h 2495550"/>
                <a:gd name="connsiteX1272" fmla="*/ 1940624 w 3219450"/>
                <a:gd name="connsiteY1272" fmla="*/ 2335911 h 2495550"/>
                <a:gd name="connsiteX1273" fmla="*/ 1940433 w 3219450"/>
                <a:gd name="connsiteY1273" fmla="*/ 2335530 h 2495550"/>
                <a:gd name="connsiteX1274" fmla="*/ 1940624 w 3219450"/>
                <a:gd name="connsiteY1274" fmla="*/ 2335054 h 2495550"/>
                <a:gd name="connsiteX1275" fmla="*/ 1941005 w 3219450"/>
                <a:gd name="connsiteY1275" fmla="*/ 2334673 h 2495550"/>
                <a:gd name="connsiteX1276" fmla="*/ 1941671 w 3219450"/>
                <a:gd name="connsiteY1276" fmla="*/ 2334197 h 2495550"/>
                <a:gd name="connsiteX1277" fmla="*/ 1941862 w 3219450"/>
                <a:gd name="connsiteY1277" fmla="*/ 2334006 h 2495550"/>
                <a:gd name="connsiteX1278" fmla="*/ 1941957 w 3219450"/>
                <a:gd name="connsiteY1278" fmla="*/ 2333530 h 2495550"/>
                <a:gd name="connsiteX1279" fmla="*/ 1942052 w 3219450"/>
                <a:gd name="connsiteY1279" fmla="*/ 2332482 h 2495550"/>
                <a:gd name="connsiteX1280" fmla="*/ 1942148 w 3219450"/>
                <a:gd name="connsiteY1280" fmla="*/ 2332101 h 2495550"/>
                <a:gd name="connsiteX1281" fmla="*/ 1942433 w 3219450"/>
                <a:gd name="connsiteY1281" fmla="*/ 2332006 h 2495550"/>
                <a:gd name="connsiteX1282" fmla="*/ 1942814 w 3219450"/>
                <a:gd name="connsiteY1282" fmla="*/ 2331911 h 2495550"/>
                <a:gd name="connsiteX1283" fmla="*/ 1943100 w 3219450"/>
                <a:gd name="connsiteY1283" fmla="*/ 2331816 h 2495550"/>
                <a:gd name="connsiteX1284" fmla="*/ 1943195 w 3219450"/>
                <a:gd name="connsiteY1284" fmla="*/ 2331529 h 2495550"/>
                <a:gd name="connsiteX1285" fmla="*/ 1943386 w 3219450"/>
                <a:gd name="connsiteY1285" fmla="*/ 2331339 h 2495550"/>
                <a:gd name="connsiteX1286" fmla="*/ 1943862 w 3219450"/>
                <a:gd name="connsiteY1286" fmla="*/ 2331339 h 2495550"/>
                <a:gd name="connsiteX1287" fmla="*/ 1944338 w 3219450"/>
                <a:gd name="connsiteY1287" fmla="*/ 2331244 h 2495550"/>
                <a:gd name="connsiteX1288" fmla="*/ 1944529 w 3219450"/>
                <a:gd name="connsiteY1288" fmla="*/ 2330768 h 2495550"/>
                <a:gd name="connsiteX1289" fmla="*/ 1944434 w 3219450"/>
                <a:gd name="connsiteY1289" fmla="*/ 2330387 h 2495550"/>
                <a:gd name="connsiteX1290" fmla="*/ 1944243 w 3219450"/>
                <a:gd name="connsiteY1290" fmla="*/ 2329910 h 2495550"/>
                <a:gd name="connsiteX1291" fmla="*/ 1944148 w 3219450"/>
                <a:gd name="connsiteY1291" fmla="*/ 2329434 h 2495550"/>
                <a:gd name="connsiteX1292" fmla="*/ 1944338 w 3219450"/>
                <a:gd name="connsiteY1292" fmla="*/ 2327529 h 2495550"/>
                <a:gd name="connsiteX1293" fmla="*/ 1944719 w 3219450"/>
                <a:gd name="connsiteY1293" fmla="*/ 2325910 h 2495550"/>
                <a:gd name="connsiteX1294" fmla="*/ 1945386 w 3219450"/>
                <a:gd name="connsiteY1294" fmla="*/ 2324576 h 2495550"/>
                <a:gd name="connsiteX1295" fmla="*/ 1946243 w 3219450"/>
                <a:gd name="connsiteY1295" fmla="*/ 2323338 h 2495550"/>
                <a:gd name="connsiteX1296" fmla="*/ 1947101 w 3219450"/>
                <a:gd name="connsiteY1296" fmla="*/ 2322481 h 2495550"/>
                <a:gd name="connsiteX1297" fmla="*/ 1947291 w 3219450"/>
                <a:gd name="connsiteY1297" fmla="*/ 2321909 h 2495550"/>
                <a:gd name="connsiteX1298" fmla="*/ 1947482 w 3219450"/>
                <a:gd name="connsiteY1298" fmla="*/ 2319909 h 2495550"/>
                <a:gd name="connsiteX1299" fmla="*/ 1948148 w 3219450"/>
                <a:gd name="connsiteY1299" fmla="*/ 2317147 h 2495550"/>
                <a:gd name="connsiteX1300" fmla="*/ 1947768 w 3219450"/>
                <a:gd name="connsiteY1300" fmla="*/ 2317147 h 2495550"/>
                <a:gd name="connsiteX1301" fmla="*/ 1947101 w 3219450"/>
                <a:gd name="connsiteY1301" fmla="*/ 2319814 h 2495550"/>
                <a:gd name="connsiteX1302" fmla="*/ 1946720 w 3219450"/>
                <a:gd name="connsiteY1302" fmla="*/ 2320671 h 2495550"/>
                <a:gd name="connsiteX1303" fmla="*/ 1946815 w 3219450"/>
                <a:gd name="connsiteY1303" fmla="*/ 2318861 h 2495550"/>
                <a:gd name="connsiteX1304" fmla="*/ 1946720 w 3219450"/>
                <a:gd name="connsiteY1304" fmla="*/ 2318385 h 2495550"/>
                <a:gd name="connsiteX1305" fmla="*/ 1946243 w 3219450"/>
                <a:gd name="connsiteY1305" fmla="*/ 2317718 h 2495550"/>
                <a:gd name="connsiteX1306" fmla="*/ 1945958 w 3219450"/>
                <a:gd name="connsiteY1306" fmla="*/ 2317814 h 2495550"/>
                <a:gd name="connsiteX1307" fmla="*/ 1945672 w 3219450"/>
                <a:gd name="connsiteY1307" fmla="*/ 2318195 h 2495550"/>
                <a:gd name="connsiteX1308" fmla="*/ 1945101 w 3219450"/>
                <a:gd name="connsiteY1308" fmla="*/ 2318385 h 2495550"/>
                <a:gd name="connsiteX1309" fmla="*/ 1944243 w 3219450"/>
                <a:gd name="connsiteY1309" fmla="*/ 2318195 h 2495550"/>
                <a:gd name="connsiteX1310" fmla="*/ 1943767 w 3219450"/>
                <a:gd name="connsiteY1310" fmla="*/ 2317718 h 2495550"/>
                <a:gd name="connsiteX1311" fmla="*/ 1943386 w 3219450"/>
                <a:gd name="connsiteY1311" fmla="*/ 2317052 h 2495550"/>
                <a:gd name="connsiteX1312" fmla="*/ 1942814 w 3219450"/>
                <a:gd name="connsiteY1312" fmla="*/ 2316480 h 2495550"/>
                <a:gd name="connsiteX1313" fmla="*/ 1942814 w 3219450"/>
                <a:gd name="connsiteY1313" fmla="*/ 2316099 h 2495550"/>
                <a:gd name="connsiteX1314" fmla="*/ 1943386 w 3219450"/>
                <a:gd name="connsiteY1314" fmla="*/ 2316290 h 2495550"/>
                <a:gd name="connsiteX1315" fmla="*/ 1943767 w 3219450"/>
                <a:gd name="connsiteY1315" fmla="*/ 2316671 h 2495550"/>
                <a:gd name="connsiteX1316" fmla="*/ 1944053 w 3219450"/>
                <a:gd name="connsiteY1316" fmla="*/ 2317052 h 2495550"/>
                <a:gd name="connsiteX1317" fmla="*/ 1944434 w 3219450"/>
                <a:gd name="connsiteY1317" fmla="*/ 2317242 h 2495550"/>
                <a:gd name="connsiteX1318" fmla="*/ 1946243 w 3219450"/>
                <a:gd name="connsiteY1318" fmla="*/ 2317242 h 2495550"/>
                <a:gd name="connsiteX1319" fmla="*/ 1946529 w 3219450"/>
                <a:gd name="connsiteY1319" fmla="*/ 2317147 h 2495550"/>
                <a:gd name="connsiteX1320" fmla="*/ 1947577 w 3219450"/>
                <a:gd name="connsiteY1320" fmla="*/ 2316480 h 2495550"/>
                <a:gd name="connsiteX1321" fmla="*/ 1947958 w 3219450"/>
                <a:gd name="connsiteY1321" fmla="*/ 2316861 h 2495550"/>
                <a:gd name="connsiteX1322" fmla="*/ 1948148 w 3219450"/>
                <a:gd name="connsiteY1322" fmla="*/ 2316956 h 2495550"/>
                <a:gd name="connsiteX1323" fmla="*/ 1948625 w 3219450"/>
                <a:gd name="connsiteY1323" fmla="*/ 2315718 h 2495550"/>
                <a:gd name="connsiteX1324" fmla="*/ 1949482 w 3219450"/>
                <a:gd name="connsiteY1324" fmla="*/ 2314385 h 2495550"/>
                <a:gd name="connsiteX1325" fmla="*/ 1950244 w 3219450"/>
                <a:gd name="connsiteY1325" fmla="*/ 2312670 h 2495550"/>
                <a:gd name="connsiteX1326" fmla="*/ 1950815 w 3219450"/>
                <a:gd name="connsiteY1326" fmla="*/ 2310765 h 2495550"/>
                <a:gd name="connsiteX1327" fmla="*/ 1951006 w 3219450"/>
                <a:gd name="connsiteY1327" fmla="*/ 2308955 h 2495550"/>
                <a:gd name="connsiteX1328" fmla="*/ 1951292 w 3219450"/>
                <a:gd name="connsiteY1328" fmla="*/ 2308098 h 2495550"/>
                <a:gd name="connsiteX1329" fmla="*/ 1952625 w 3219450"/>
                <a:gd name="connsiteY1329" fmla="*/ 2307717 h 2495550"/>
                <a:gd name="connsiteX1330" fmla="*/ 1953292 w 3219450"/>
                <a:gd name="connsiteY1330" fmla="*/ 2306955 h 2495550"/>
                <a:gd name="connsiteX1331" fmla="*/ 1953197 w 3219450"/>
                <a:gd name="connsiteY1331" fmla="*/ 2306288 h 2495550"/>
                <a:gd name="connsiteX1332" fmla="*/ 1952911 w 3219450"/>
                <a:gd name="connsiteY1332" fmla="*/ 2305241 h 2495550"/>
                <a:gd name="connsiteX1333" fmla="*/ 1952816 w 3219450"/>
                <a:gd name="connsiteY1333" fmla="*/ 2304288 h 2495550"/>
                <a:gd name="connsiteX1334" fmla="*/ 1953482 w 3219450"/>
                <a:gd name="connsiteY1334" fmla="*/ 2303907 h 2495550"/>
                <a:gd name="connsiteX1335" fmla="*/ 1953673 w 3219450"/>
                <a:gd name="connsiteY1335" fmla="*/ 2303717 h 2495550"/>
                <a:gd name="connsiteX1336" fmla="*/ 1954149 w 3219450"/>
                <a:gd name="connsiteY1336" fmla="*/ 2302669 h 2495550"/>
                <a:gd name="connsiteX1337" fmla="*/ 1954339 w 3219450"/>
                <a:gd name="connsiteY1337" fmla="*/ 2302383 h 2495550"/>
                <a:gd name="connsiteX1338" fmla="*/ 1954721 w 3219450"/>
                <a:gd name="connsiteY1338" fmla="*/ 2302288 h 2495550"/>
                <a:gd name="connsiteX1339" fmla="*/ 1955673 w 3219450"/>
                <a:gd name="connsiteY1339" fmla="*/ 2302383 h 2495550"/>
                <a:gd name="connsiteX1340" fmla="*/ 1956054 w 3219450"/>
                <a:gd name="connsiteY1340" fmla="*/ 2302288 h 2495550"/>
                <a:gd name="connsiteX1341" fmla="*/ 1956721 w 3219450"/>
                <a:gd name="connsiteY1341" fmla="*/ 2302002 h 2495550"/>
                <a:gd name="connsiteX1342" fmla="*/ 1957388 w 3219450"/>
                <a:gd name="connsiteY1342" fmla="*/ 2301526 h 2495550"/>
                <a:gd name="connsiteX1343" fmla="*/ 1957769 w 3219450"/>
                <a:gd name="connsiteY1343" fmla="*/ 2300954 h 2495550"/>
                <a:gd name="connsiteX1344" fmla="*/ 1957578 w 3219450"/>
                <a:gd name="connsiteY1344" fmla="*/ 2300383 h 2495550"/>
                <a:gd name="connsiteX1345" fmla="*/ 1957578 w 3219450"/>
                <a:gd name="connsiteY1345" fmla="*/ 2300002 h 2495550"/>
                <a:gd name="connsiteX1346" fmla="*/ 1958245 w 3219450"/>
                <a:gd name="connsiteY1346" fmla="*/ 2299811 h 2495550"/>
                <a:gd name="connsiteX1347" fmla="*/ 1958912 w 3219450"/>
                <a:gd name="connsiteY1347" fmla="*/ 2299240 h 2495550"/>
                <a:gd name="connsiteX1348" fmla="*/ 1959483 w 3219450"/>
                <a:gd name="connsiteY1348" fmla="*/ 2298573 h 2495550"/>
                <a:gd name="connsiteX1349" fmla="*/ 1959674 w 3219450"/>
                <a:gd name="connsiteY1349" fmla="*/ 2298002 h 2495550"/>
                <a:gd name="connsiteX1350" fmla="*/ 1959769 w 3219450"/>
                <a:gd name="connsiteY1350" fmla="*/ 2296763 h 2495550"/>
                <a:gd name="connsiteX1351" fmla="*/ 1960055 w 3219450"/>
                <a:gd name="connsiteY1351" fmla="*/ 2296001 h 2495550"/>
                <a:gd name="connsiteX1352" fmla="*/ 1960817 w 3219450"/>
                <a:gd name="connsiteY1352" fmla="*/ 2294668 h 2495550"/>
                <a:gd name="connsiteX1353" fmla="*/ 1960340 w 3219450"/>
                <a:gd name="connsiteY1353" fmla="*/ 2294192 h 2495550"/>
                <a:gd name="connsiteX1354" fmla="*/ 1959864 w 3219450"/>
                <a:gd name="connsiteY1354" fmla="*/ 2292763 h 2495550"/>
                <a:gd name="connsiteX1355" fmla="*/ 1959388 w 3219450"/>
                <a:gd name="connsiteY1355" fmla="*/ 2292096 h 2495550"/>
                <a:gd name="connsiteX1356" fmla="*/ 1960055 w 3219450"/>
                <a:gd name="connsiteY1356" fmla="*/ 2291429 h 2495550"/>
                <a:gd name="connsiteX1357" fmla="*/ 1961102 w 3219450"/>
                <a:gd name="connsiteY1357" fmla="*/ 2290953 h 2495550"/>
                <a:gd name="connsiteX1358" fmla="*/ 1962245 w 3219450"/>
                <a:gd name="connsiteY1358" fmla="*/ 2290953 h 2495550"/>
                <a:gd name="connsiteX1359" fmla="*/ 1963007 w 3219450"/>
                <a:gd name="connsiteY1359" fmla="*/ 2291715 h 2495550"/>
                <a:gd name="connsiteX1360" fmla="*/ 1961864 w 3219450"/>
                <a:gd name="connsiteY1360" fmla="*/ 2291715 h 2495550"/>
                <a:gd name="connsiteX1361" fmla="*/ 1961007 w 3219450"/>
                <a:gd name="connsiteY1361" fmla="*/ 2292001 h 2495550"/>
                <a:gd name="connsiteX1362" fmla="*/ 1960626 w 3219450"/>
                <a:gd name="connsiteY1362" fmla="*/ 2292668 h 2495550"/>
                <a:gd name="connsiteX1363" fmla="*/ 1960817 w 3219450"/>
                <a:gd name="connsiteY1363" fmla="*/ 2294001 h 2495550"/>
                <a:gd name="connsiteX1364" fmla="*/ 1961198 w 3219450"/>
                <a:gd name="connsiteY1364" fmla="*/ 2294858 h 2495550"/>
                <a:gd name="connsiteX1365" fmla="*/ 1961864 w 3219450"/>
                <a:gd name="connsiteY1365" fmla="*/ 2295525 h 2495550"/>
                <a:gd name="connsiteX1366" fmla="*/ 1962722 w 3219450"/>
                <a:gd name="connsiteY1366" fmla="*/ 2295811 h 2495550"/>
                <a:gd name="connsiteX1367" fmla="*/ 1963674 w 3219450"/>
                <a:gd name="connsiteY1367" fmla="*/ 2295525 h 2495550"/>
                <a:gd name="connsiteX1368" fmla="*/ 1964246 w 3219450"/>
                <a:gd name="connsiteY1368" fmla="*/ 2294954 h 2495550"/>
                <a:gd name="connsiteX1369" fmla="*/ 1965579 w 3219450"/>
                <a:gd name="connsiteY1369" fmla="*/ 2293144 h 2495550"/>
                <a:gd name="connsiteX1370" fmla="*/ 1968341 w 3219450"/>
                <a:gd name="connsiteY1370" fmla="*/ 2290286 h 2495550"/>
                <a:gd name="connsiteX1371" fmla="*/ 1968913 w 3219450"/>
                <a:gd name="connsiteY1371" fmla="*/ 2290001 h 2495550"/>
                <a:gd name="connsiteX1372" fmla="*/ 1969770 w 3219450"/>
                <a:gd name="connsiteY1372" fmla="*/ 2289905 h 2495550"/>
                <a:gd name="connsiteX1373" fmla="*/ 1970627 w 3219450"/>
                <a:gd name="connsiteY1373" fmla="*/ 2290001 h 2495550"/>
                <a:gd name="connsiteX1374" fmla="*/ 1971199 w 3219450"/>
                <a:gd name="connsiteY1374" fmla="*/ 2290286 h 2495550"/>
                <a:gd name="connsiteX1375" fmla="*/ 1971961 w 3219450"/>
                <a:gd name="connsiteY1375" fmla="*/ 2289905 h 2495550"/>
                <a:gd name="connsiteX1376" fmla="*/ 1971008 w 3219450"/>
                <a:gd name="connsiteY1376" fmla="*/ 2287905 h 2495550"/>
                <a:gd name="connsiteX1377" fmla="*/ 1970627 w 3219450"/>
                <a:gd name="connsiteY1377" fmla="*/ 2287810 h 2495550"/>
                <a:gd name="connsiteX1378" fmla="*/ 1870234 w 3219450"/>
                <a:gd name="connsiteY1378" fmla="*/ 2212848 h 2495550"/>
                <a:gd name="connsiteX1379" fmla="*/ 1870615 w 3219450"/>
                <a:gd name="connsiteY1379" fmla="*/ 2212658 h 2495550"/>
                <a:gd name="connsiteX1380" fmla="*/ 1871377 w 3219450"/>
                <a:gd name="connsiteY1380" fmla="*/ 2212372 h 2495550"/>
                <a:gd name="connsiteX1381" fmla="*/ 1871853 w 3219450"/>
                <a:gd name="connsiteY1381" fmla="*/ 2211324 h 2495550"/>
                <a:gd name="connsiteX1382" fmla="*/ 1871091 w 3219450"/>
                <a:gd name="connsiteY1382" fmla="*/ 2210562 h 2495550"/>
                <a:gd name="connsiteX1383" fmla="*/ 1869853 w 3219450"/>
                <a:gd name="connsiteY1383" fmla="*/ 2210848 h 2495550"/>
                <a:gd name="connsiteX1384" fmla="*/ 1869377 w 3219450"/>
                <a:gd name="connsiteY1384" fmla="*/ 2211896 h 2495550"/>
                <a:gd name="connsiteX1385" fmla="*/ 1869662 w 3219450"/>
                <a:gd name="connsiteY1385" fmla="*/ 2213039 h 2495550"/>
                <a:gd name="connsiteX1386" fmla="*/ 1869948 w 3219450"/>
                <a:gd name="connsiteY1386" fmla="*/ 2213039 h 2495550"/>
                <a:gd name="connsiteX1387" fmla="*/ 1870234 w 3219450"/>
                <a:gd name="connsiteY1387" fmla="*/ 2212848 h 2495550"/>
                <a:gd name="connsiteX1388" fmla="*/ 1946053 w 3219450"/>
                <a:gd name="connsiteY1388" fmla="*/ 2212943 h 2495550"/>
                <a:gd name="connsiteX1389" fmla="*/ 1946243 w 3219450"/>
                <a:gd name="connsiteY1389" fmla="*/ 2212181 h 2495550"/>
                <a:gd name="connsiteX1390" fmla="*/ 1946148 w 3219450"/>
                <a:gd name="connsiteY1390" fmla="*/ 2211038 h 2495550"/>
                <a:gd name="connsiteX1391" fmla="*/ 1945767 w 3219450"/>
                <a:gd name="connsiteY1391" fmla="*/ 2210181 h 2495550"/>
                <a:gd name="connsiteX1392" fmla="*/ 1945101 w 3219450"/>
                <a:gd name="connsiteY1392" fmla="*/ 2209705 h 2495550"/>
                <a:gd name="connsiteX1393" fmla="*/ 1944053 w 3219450"/>
                <a:gd name="connsiteY1393" fmla="*/ 2209705 h 2495550"/>
                <a:gd name="connsiteX1394" fmla="*/ 1943291 w 3219450"/>
                <a:gd name="connsiteY1394" fmla="*/ 2210086 h 2495550"/>
                <a:gd name="connsiteX1395" fmla="*/ 1942814 w 3219450"/>
                <a:gd name="connsiteY1395" fmla="*/ 2210562 h 2495550"/>
                <a:gd name="connsiteX1396" fmla="*/ 1942243 w 3219450"/>
                <a:gd name="connsiteY1396" fmla="*/ 2210943 h 2495550"/>
                <a:gd name="connsiteX1397" fmla="*/ 1941100 w 3219450"/>
                <a:gd name="connsiteY1397" fmla="*/ 2210943 h 2495550"/>
                <a:gd name="connsiteX1398" fmla="*/ 1941481 w 3219450"/>
                <a:gd name="connsiteY1398" fmla="*/ 2210943 h 2495550"/>
                <a:gd name="connsiteX1399" fmla="*/ 1940719 w 3219450"/>
                <a:gd name="connsiteY1399" fmla="*/ 2211038 h 2495550"/>
                <a:gd name="connsiteX1400" fmla="*/ 1940052 w 3219450"/>
                <a:gd name="connsiteY1400" fmla="*/ 2211229 h 2495550"/>
                <a:gd name="connsiteX1401" fmla="*/ 1939576 w 3219450"/>
                <a:gd name="connsiteY1401" fmla="*/ 2211610 h 2495550"/>
                <a:gd name="connsiteX1402" fmla="*/ 1939290 w 3219450"/>
                <a:gd name="connsiteY1402" fmla="*/ 2212181 h 2495550"/>
                <a:gd name="connsiteX1403" fmla="*/ 1938814 w 3219450"/>
                <a:gd name="connsiteY1403" fmla="*/ 2211800 h 2495550"/>
                <a:gd name="connsiteX1404" fmla="*/ 1938433 w 3219450"/>
                <a:gd name="connsiteY1404" fmla="*/ 2210943 h 2495550"/>
                <a:gd name="connsiteX1405" fmla="*/ 1937861 w 3219450"/>
                <a:gd name="connsiteY1405" fmla="*/ 2209133 h 2495550"/>
                <a:gd name="connsiteX1406" fmla="*/ 1936909 w 3219450"/>
                <a:gd name="connsiteY1406" fmla="*/ 2209991 h 2495550"/>
                <a:gd name="connsiteX1407" fmla="*/ 1935385 w 3219450"/>
                <a:gd name="connsiteY1407" fmla="*/ 2210372 h 2495550"/>
                <a:gd name="connsiteX1408" fmla="*/ 1932432 w 3219450"/>
                <a:gd name="connsiteY1408" fmla="*/ 2210372 h 2495550"/>
                <a:gd name="connsiteX1409" fmla="*/ 1932813 w 3219450"/>
                <a:gd name="connsiteY1409" fmla="*/ 2211038 h 2495550"/>
                <a:gd name="connsiteX1410" fmla="*/ 1933480 w 3219450"/>
                <a:gd name="connsiteY1410" fmla="*/ 2211134 h 2495550"/>
                <a:gd name="connsiteX1411" fmla="*/ 1934242 w 3219450"/>
                <a:gd name="connsiteY1411" fmla="*/ 2210943 h 2495550"/>
                <a:gd name="connsiteX1412" fmla="*/ 1934909 w 3219450"/>
                <a:gd name="connsiteY1412" fmla="*/ 2210657 h 2495550"/>
                <a:gd name="connsiteX1413" fmla="*/ 1934432 w 3219450"/>
                <a:gd name="connsiteY1413" fmla="*/ 2211324 h 2495550"/>
                <a:gd name="connsiteX1414" fmla="*/ 1933575 w 3219450"/>
                <a:gd name="connsiteY1414" fmla="*/ 2211610 h 2495550"/>
                <a:gd name="connsiteX1415" fmla="*/ 1932527 w 3219450"/>
                <a:gd name="connsiteY1415" fmla="*/ 2211515 h 2495550"/>
                <a:gd name="connsiteX1416" fmla="*/ 1931670 w 3219450"/>
                <a:gd name="connsiteY1416" fmla="*/ 2211134 h 2495550"/>
                <a:gd name="connsiteX1417" fmla="*/ 1931480 w 3219450"/>
                <a:gd name="connsiteY1417" fmla="*/ 2211705 h 2495550"/>
                <a:gd name="connsiteX1418" fmla="*/ 1931575 w 3219450"/>
                <a:gd name="connsiteY1418" fmla="*/ 2212086 h 2495550"/>
                <a:gd name="connsiteX1419" fmla="*/ 1931861 w 3219450"/>
                <a:gd name="connsiteY1419" fmla="*/ 2212277 h 2495550"/>
                <a:gd name="connsiteX1420" fmla="*/ 1932432 w 3219450"/>
                <a:gd name="connsiteY1420" fmla="*/ 2212277 h 2495550"/>
                <a:gd name="connsiteX1421" fmla="*/ 1932432 w 3219450"/>
                <a:gd name="connsiteY1421" fmla="*/ 2212658 h 2495550"/>
                <a:gd name="connsiteX1422" fmla="*/ 1931765 w 3219450"/>
                <a:gd name="connsiteY1422" fmla="*/ 2212658 h 2495550"/>
                <a:gd name="connsiteX1423" fmla="*/ 1931194 w 3219450"/>
                <a:gd name="connsiteY1423" fmla="*/ 2212753 h 2495550"/>
                <a:gd name="connsiteX1424" fmla="*/ 1930241 w 3219450"/>
                <a:gd name="connsiteY1424" fmla="*/ 2213039 h 2495550"/>
                <a:gd name="connsiteX1425" fmla="*/ 1930908 w 3219450"/>
                <a:gd name="connsiteY1425" fmla="*/ 2213610 h 2495550"/>
                <a:gd name="connsiteX1426" fmla="*/ 1931194 w 3219450"/>
                <a:gd name="connsiteY1426" fmla="*/ 2214372 h 2495550"/>
                <a:gd name="connsiteX1427" fmla="*/ 1931003 w 3219450"/>
                <a:gd name="connsiteY1427" fmla="*/ 2215039 h 2495550"/>
                <a:gd name="connsiteX1428" fmla="*/ 1930146 w 3219450"/>
                <a:gd name="connsiteY1428" fmla="*/ 2215420 h 2495550"/>
                <a:gd name="connsiteX1429" fmla="*/ 1931194 w 3219450"/>
                <a:gd name="connsiteY1429" fmla="*/ 2216182 h 2495550"/>
                <a:gd name="connsiteX1430" fmla="*/ 1932908 w 3219450"/>
                <a:gd name="connsiteY1430" fmla="*/ 2215706 h 2495550"/>
                <a:gd name="connsiteX1431" fmla="*/ 1934718 w 3219450"/>
                <a:gd name="connsiteY1431" fmla="*/ 2214848 h 2495550"/>
                <a:gd name="connsiteX1432" fmla="*/ 1936242 w 3219450"/>
                <a:gd name="connsiteY1432" fmla="*/ 2214277 h 2495550"/>
                <a:gd name="connsiteX1433" fmla="*/ 1940338 w 3219450"/>
                <a:gd name="connsiteY1433" fmla="*/ 2214277 h 2495550"/>
                <a:gd name="connsiteX1434" fmla="*/ 1941195 w 3219450"/>
                <a:gd name="connsiteY1434" fmla="*/ 2214563 h 2495550"/>
                <a:gd name="connsiteX1435" fmla="*/ 1942243 w 3219450"/>
                <a:gd name="connsiteY1435" fmla="*/ 2215134 h 2495550"/>
                <a:gd name="connsiteX1436" fmla="*/ 1943100 w 3219450"/>
                <a:gd name="connsiteY1436" fmla="*/ 2215801 h 2495550"/>
                <a:gd name="connsiteX1437" fmla="*/ 1943481 w 3219450"/>
                <a:gd name="connsiteY1437" fmla="*/ 2216277 h 2495550"/>
                <a:gd name="connsiteX1438" fmla="*/ 1943481 w 3219450"/>
                <a:gd name="connsiteY1438" fmla="*/ 2216944 h 2495550"/>
                <a:gd name="connsiteX1439" fmla="*/ 1943576 w 3219450"/>
                <a:gd name="connsiteY1439" fmla="*/ 2217515 h 2495550"/>
                <a:gd name="connsiteX1440" fmla="*/ 1943862 w 3219450"/>
                <a:gd name="connsiteY1440" fmla="*/ 2217896 h 2495550"/>
                <a:gd name="connsiteX1441" fmla="*/ 1944338 w 3219450"/>
                <a:gd name="connsiteY1441" fmla="*/ 2218087 h 2495550"/>
                <a:gd name="connsiteX1442" fmla="*/ 1944814 w 3219450"/>
                <a:gd name="connsiteY1442" fmla="*/ 2217896 h 2495550"/>
                <a:gd name="connsiteX1443" fmla="*/ 1944814 w 3219450"/>
                <a:gd name="connsiteY1443" fmla="*/ 2217325 h 2495550"/>
                <a:gd name="connsiteX1444" fmla="*/ 1944624 w 3219450"/>
                <a:gd name="connsiteY1444" fmla="*/ 2216658 h 2495550"/>
                <a:gd name="connsiteX1445" fmla="*/ 1944529 w 3219450"/>
                <a:gd name="connsiteY1445" fmla="*/ 2216087 h 2495550"/>
                <a:gd name="connsiteX1446" fmla="*/ 1944814 w 3219450"/>
                <a:gd name="connsiteY1446" fmla="*/ 2215134 h 2495550"/>
                <a:gd name="connsiteX1447" fmla="*/ 1946053 w 3219450"/>
                <a:gd name="connsiteY1447" fmla="*/ 2212943 h 2495550"/>
                <a:gd name="connsiteX1448" fmla="*/ 2040541 w 3219450"/>
                <a:gd name="connsiteY1448" fmla="*/ 2439638 h 2495550"/>
                <a:gd name="connsiteX1449" fmla="*/ 2040541 w 3219450"/>
                <a:gd name="connsiteY1449" fmla="*/ 2439638 h 2495550"/>
                <a:gd name="connsiteX1450" fmla="*/ 2040351 w 3219450"/>
                <a:gd name="connsiteY1450" fmla="*/ 2439543 h 2495550"/>
                <a:gd name="connsiteX1451" fmla="*/ 2040351 w 3219450"/>
                <a:gd name="connsiteY1451" fmla="*/ 2439924 h 2495550"/>
                <a:gd name="connsiteX1452" fmla="*/ 2040446 w 3219450"/>
                <a:gd name="connsiteY1452" fmla="*/ 2440019 h 2495550"/>
                <a:gd name="connsiteX1453" fmla="*/ 2040731 w 3219450"/>
                <a:gd name="connsiteY1453" fmla="*/ 2440019 h 2495550"/>
                <a:gd name="connsiteX1454" fmla="*/ 2040731 w 3219450"/>
                <a:gd name="connsiteY1454" fmla="*/ 2439829 h 2495550"/>
                <a:gd name="connsiteX1455" fmla="*/ 2040541 w 3219450"/>
                <a:gd name="connsiteY1455" fmla="*/ 2439638 h 2495550"/>
                <a:gd name="connsiteX1456" fmla="*/ 2040541 w 3219450"/>
                <a:gd name="connsiteY1456" fmla="*/ 2439638 h 2495550"/>
                <a:gd name="connsiteX1457" fmla="*/ 2090071 w 3219450"/>
                <a:gd name="connsiteY1457" fmla="*/ 2162175 h 2495550"/>
                <a:gd name="connsiteX1458" fmla="*/ 2089880 w 3219450"/>
                <a:gd name="connsiteY1458" fmla="*/ 2161794 h 2495550"/>
                <a:gd name="connsiteX1459" fmla="*/ 2089499 w 3219450"/>
                <a:gd name="connsiteY1459" fmla="*/ 2161127 h 2495550"/>
                <a:gd name="connsiteX1460" fmla="*/ 2088928 w 3219450"/>
                <a:gd name="connsiteY1460" fmla="*/ 2160937 h 2495550"/>
                <a:gd name="connsiteX1461" fmla="*/ 2088356 w 3219450"/>
                <a:gd name="connsiteY1461" fmla="*/ 2161127 h 2495550"/>
                <a:gd name="connsiteX1462" fmla="*/ 2087499 w 3219450"/>
                <a:gd name="connsiteY1462" fmla="*/ 2161604 h 2495550"/>
                <a:gd name="connsiteX1463" fmla="*/ 2086928 w 3219450"/>
                <a:gd name="connsiteY1463" fmla="*/ 2162747 h 2495550"/>
                <a:gd name="connsiteX1464" fmla="*/ 2087118 w 3219450"/>
                <a:gd name="connsiteY1464" fmla="*/ 2163509 h 2495550"/>
                <a:gd name="connsiteX1465" fmla="*/ 2087309 w 3219450"/>
                <a:gd name="connsiteY1465" fmla="*/ 2163604 h 2495550"/>
                <a:gd name="connsiteX1466" fmla="*/ 2087594 w 3219450"/>
                <a:gd name="connsiteY1466" fmla="*/ 2163890 h 2495550"/>
                <a:gd name="connsiteX1467" fmla="*/ 2088452 w 3219450"/>
                <a:gd name="connsiteY1467" fmla="*/ 2164461 h 2495550"/>
                <a:gd name="connsiteX1468" fmla="*/ 2088833 w 3219450"/>
                <a:gd name="connsiteY1468" fmla="*/ 2164652 h 2495550"/>
                <a:gd name="connsiteX1469" fmla="*/ 2089309 w 3219450"/>
                <a:gd name="connsiteY1469" fmla="*/ 2164271 h 2495550"/>
                <a:gd name="connsiteX1470" fmla="*/ 2089690 w 3219450"/>
                <a:gd name="connsiteY1470" fmla="*/ 2163604 h 2495550"/>
                <a:gd name="connsiteX1471" fmla="*/ 2089880 w 3219450"/>
                <a:gd name="connsiteY1471" fmla="*/ 2163032 h 2495550"/>
                <a:gd name="connsiteX1472" fmla="*/ 2090166 w 3219450"/>
                <a:gd name="connsiteY1472" fmla="*/ 2162651 h 2495550"/>
                <a:gd name="connsiteX1473" fmla="*/ 2090261 w 3219450"/>
                <a:gd name="connsiteY1473" fmla="*/ 2162366 h 2495550"/>
                <a:gd name="connsiteX1474" fmla="*/ 2089976 w 3219450"/>
                <a:gd name="connsiteY1474" fmla="*/ 2162080 h 2495550"/>
                <a:gd name="connsiteX1475" fmla="*/ 2090071 w 3219450"/>
                <a:gd name="connsiteY1475" fmla="*/ 2162175 h 2495550"/>
                <a:gd name="connsiteX1476" fmla="*/ 2055400 w 3219450"/>
                <a:gd name="connsiteY1476" fmla="*/ 2174653 h 2495550"/>
                <a:gd name="connsiteX1477" fmla="*/ 2053209 w 3219450"/>
                <a:gd name="connsiteY1477" fmla="*/ 2175891 h 2495550"/>
                <a:gd name="connsiteX1478" fmla="*/ 2052066 w 3219450"/>
                <a:gd name="connsiteY1478" fmla="*/ 2176177 h 2495550"/>
                <a:gd name="connsiteX1479" fmla="*/ 2052733 w 3219450"/>
                <a:gd name="connsiteY1479" fmla="*/ 2177129 h 2495550"/>
                <a:gd name="connsiteX1480" fmla="*/ 2052352 w 3219450"/>
                <a:gd name="connsiteY1480" fmla="*/ 2177796 h 2495550"/>
                <a:gd name="connsiteX1481" fmla="*/ 2050447 w 3219450"/>
                <a:gd name="connsiteY1481" fmla="*/ 2179034 h 2495550"/>
                <a:gd name="connsiteX1482" fmla="*/ 2050161 w 3219450"/>
                <a:gd name="connsiteY1482" fmla="*/ 2179606 h 2495550"/>
                <a:gd name="connsiteX1483" fmla="*/ 2050256 w 3219450"/>
                <a:gd name="connsiteY1483" fmla="*/ 2180177 h 2495550"/>
                <a:gd name="connsiteX1484" fmla="*/ 2050542 w 3219450"/>
                <a:gd name="connsiteY1484" fmla="*/ 2180654 h 2495550"/>
                <a:gd name="connsiteX1485" fmla="*/ 2051018 w 3219450"/>
                <a:gd name="connsiteY1485" fmla="*/ 2180844 h 2495550"/>
                <a:gd name="connsiteX1486" fmla="*/ 2051209 w 3219450"/>
                <a:gd name="connsiteY1486" fmla="*/ 2180654 h 2495550"/>
                <a:gd name="connsiteX1487" fmla="*/ 2051685 w 3219450"/>
                <a:gd name="connsiteY1487" fmla="*/ 2179701 h 2495550"/>
                <a:gd name="connsiteX1488" fmla="*/ 2052066 w 3219450"/>
                <a:gd name="connsiteY1488" fmla="*/ 2179320 h 2495550"/>
                <a:gd name="connsiteX1489" fmla="*/ 2052638 w 3219450"/>
                <a:gd name="connsiteY1489" fmla="*/ 2179606 h 2495550"/>
                <a:gd name="connsiteX1490" fmla="*/ 2053304 w 3219450"/>
                <a:gd name="connsiteY1490" fmla="*/ 2179701 h 2495550"/>
                <a:gd name="connsiteX1491" fmla="*/ 2054733 w 3219450"/>
                <a:gd name="connsiteY1491" fmla="*/ 2179701 h 2495550"/>
                <a:gd name="connsiteX1492" fmla="*/ 2055209 w 3219450"/>
                <a:gd name="connsiteY1492" fmla="*/ 2179511 h 2495550"/>
                <a:gd name="connsiteX1493" fmla="*/ 2055590 w 3219450"/>
                <a:gd name="connsiteY1493" fmla="*/ 2178749 h 2495550"/>
                <a:gd name="connsiteX1494" fmla="*/ 2057019 w 3219450"/>
                <a:gd name="connsiteY1494" fmla="*/ 2178368 h 2495550"/>
                <a:gd name="connsiteX1495" fmla="*/ 2057019 w 3219450"/>
                <a:gd name="connsiteY1495" fmla="*/ 2177891 h 2495550"/>
                <a:gd name="connsiteX1496" fmla="*/ 2056352 w 3219450"/>
                <a:gd name="connsiteY1496" fmla="*/ 2177034 h 2495550"/>
                <a:gd name="connsiteX1497" fmla="*/ 2056638 w 3219450"/>
                <a:gd name="connsiteY1497" fmla="*/ 2176272 h 2495550"/>
                <a:gd name="connsiteX1498" fmla="*/ 2057019 w 3219450"/>
                <a:gd name="connsiteY1498" fmla="*/ 2175701 h 2495550"/>
                <a:gd name="connsiteX1499" fmla="*/ 2057210 w 3219450"/>
                <a:gd name="connsiteY1499" fmla="*/ 2175129 h 2495550"/>
                <a:gd name="connsiteX1500" fmla="*/ 2056733 w 3219450"/>
                <a:gd name="connsiteY1500" fmla="*/ 2174272 h 2495550"/>
                <a:gd name="connsiteX1501" fmla="*/ 2055400 w 3219450"/>
                <a:gd name="connsiteY1501" fmla="*/ 2174653 h 2495550"/>
                <a:gd name="connsiteX1502" fmla="*/ 2061115 w 3219450"/>
                <a:gd name="connsiteY1502" fmla="*/ 2453926 h 2495550"/>
                <a:gd name="connsiteX1503" fmla="*/ 2061020 w 3219450"/>
                <a:gd name="connsiteY1503" fmla="*/ 2453926 h 2495550"/>
                <a:gd name="connsiteX1504" fmla="*/ 2060924 w 3219450"/>
                <a:gd name="connsiteY1504" fmla="*/ 2454116 h 2495550"/>
                <a:gd name="connsiteX1505" fmla="*/ 2061210 w 3219450"/>
                <a:gd name="connsiteY1505" fmla="*/ 2454402 h 2495550"/>
                <a:gd name="connsiteX1506" fmla="*/ 2061496 w 3219450"/>
                <a:gd name="connsiteY1506" fmla="*/ 2454497 h 2495550"/>
                <a:gd name="connsiteX1507" fmla="*/ 2061591 w 3219450"/>
                <a:gd name="connsiteY1507" fmla="*/ 2454402 h 2495550"/>
                <a:gd name="connsiteX1508" fmla="*/ 2061401 w 3219450"/>
                <a:gd name="connsiteY1508" fmla="*/ 2454116 h 2495550"/>
                <a:gd name="connsiteX1509" fmla="*/ 2061115 w 3219450"/>
                <a:gd name="connsiteY1509" fmla="*/ 2453926 h 2495550"/>
                <a:gd name="connsiteX1510" fmla="*/ 2093119 w 3219450"/>
                <a:gd name="connsiteY1510" fmla="*/ 2152269 h 2495550"/>
                <a:gd name="connsiteX1511" fmla="*/ 2094071 w 3219450"/>
                <a:gd name="connsiteY1511" fmla="*/ 2150555 h 2495550"/>
                <a:gd name="connsiteX1512" fmla="*/ 2094643 w 3219450"/>
                <a:gd name="connsiteY1512" fmla="*/ 2149031 h 2495550"/>
                <a:gd name="connsiteX1513" fmla="*/ 2093690 w 3219450"/>
                <a:gd name="connsiteY1513" fmla="*/ 2149126 h 2495550"/>
                <a:gd name="connsiteX1514" fmla="*/ 2093024 w 3219450"/>
                <a:gd name="connsiteY1514" fmla="*/ 2149507 h 2495550"/>
                <a:gd name="connsiteX1515" fmla="*/ 2092643 w 3219450"/>
                <a:gd name="connsiteY1515" fmla="*/ 2149697 h 2495550"/>
                <a:gd name="connsiteX1516" fmla="*/ 2092357 w 3219450"/>
                <a:gd name="connsiteY1516" fmla="*/ 2149031 h 2495550"/>
                <a:gd name="connsiteX1517" fmla="*/ 2091976 w 3219450"/>
                <a:gd name="connsiteY1517" fmla="*/ 2149221 h 2495550"/>
                <a:gd name="connsiteX1518" fmla="*/ 2091595 w 3219450"/>
                <a:gd name="connsiteY1518" fmla="*/ 2149507 h 2495550"/>
                <a:gd name="connsiteX1519" fmla="*/ 2091404 w 3219450"/>
                <a:gd name="connsiteY1519" fmla="*/ 2149888 h 2495550"/>
                <a:gd name="connsiteX1520" fmla="*/ 2091309 w 3219450"/>
                <a:gd name="connsiteY1520" fmla="*/ 2150364 h 2495550"/>
                <a:gd name="connsiteX1521" fmla="*/ 2091119 w 3219450"/>
                <a:gd name="connsiteY1521" fmla="*/ 2150650 h 2495550"/>
                <a:gd name="connsiteX1522" fmla="*/ 2090643 w 3219450"/>
                <a:gd name="connsiteY1522" fmla="*/ 2150840 h 2495550"/>
                <a:gd name="connsiteX1523" fmla="*/ 2090071 w 3219450"/>
                <a:gd name="connsiteY1523" fmla="*/ 2150936 h 2495550"/>
                <a:gd name="connsiteX1524" fmla="*/ 2089690 w 3219450"/>
                <a:gd name="connsiteY1524" fmla="*/ 2151126 h 2495550"/>
                <a:gd name="connsiteX1525" fmla="*/ 2089309 w 3219450"/>
                <a:gd name="connsiteY1525" fmla="*/ 2151983 h 2495550"/>
                <a:gd name="connsiteX1526" fmla="*/ 2089595 w 3219450"/>
                <a:gd name="connsiteY1526" fmla="*/ 2152936 h 2495550"/>
                <a:gd name="connsiteX1527" fmla="*/ 2090166 w 3219450"/>
                <a:gd name="connsiteY1527" fmla="*/ 2153698 h 2495550"/>
                <a:gd name="connsiteX1528" fmla="*/ 2090738 w 3219450"/>
                <a:gd name="connsiteY1528" fmla="*/ 2154079 h 2495550"/>
                <a:gd name="connsiteX1529" fmla="*/ 2092071 w 3219450"/>
                <a:gd name="connsiteY1529" fmla="*/ 2153603 h 2495550"/>
                <a:gd name="connsiteX1530" fmla="*/ 2093119 w 3219450"/>
                <a:gd name="connsiteY1530" fmla="*/ 2152269 h 2495550"/>
                <a:gd name="connsiteX1531" fmla="*/ 2096167 w 3219450"/>
                <a:gd name="connsiteY1531" fmla="*/ 2153888 h 2495550"/>
                <a:gd name="connsiteX1532" fmla="*/ 2095976 w 3219450"/>
                <a:gd name="connsiteY1532" fmla="*/ 2153698 h 2495550"/>
                <a:gd name="connsiteX1533" fmla="*/ 2095786 w 3219450"/>
                <a:gd name="connsiteY1533" fmla="*/ 2153507 h 2495550"/>
                <a:gd name="connsiteX1534" fmla="*/ 2095691 w 3219450"/>
                <a:gd name="connsiteY1534" fmla="*/ 2153317 h 2495550"/>
                <a:gd name="connsiteX1535" fmla="*/ 2095595 w 3219450"/>
                <a:gd name="connsiteY1535" fmla="*/ 2153126 h 2495550"/>
                <a:gd name="connsiteX1536" fmla="*/ 2095595 w 3219450"/>
                <a:gd name="connsiteY1536" fmla="*/ 2152936 h 2495550"/>
                <a:gd name="connsiteX1537" fmla="*/ 2095500 w 3219450"/>
                <a:gd name="connsiteY1537" fmla="*/ 2152841 h 2495550"/>
                <a:gd name="connsiteX1538" fmla="*/ 2095214 w 3219450"/>
                <a:gd name="connsiteY1538" fmla="*/ 2152841 h 2495550"/>
                <a:gd name="connsiteX1539" fmla="*/ 2094929 w 3219450"/>
                <a:gd name="connsiteY1539" fmla="*/ 2153317 h 2495550"/>
                <a:gd name="connsiteX1540" fmla="*/ 2094452 w 3219450"/>
                <a:gd name="connsiteY1540" fmla="*/ 2153603 h 2495550"/>
                <a:gd name="connsiteX1541" fmla="*/ 2093881 w 3219450"/>
                <a:gd name="connsiteY1541" fmla="*/ 2153793 h 2495550"/>
                <a:gd name="connsiteX1542" fmla="*/ 2093405 w 3219450"/>
                <a:gd name="connsiteY1542" fmla="*/ 2154079 h 2495550"/>
                <a:gd name="connsiteX1543" fmla="*/ 2091595 w 3219450"/>
                <a:gd name="connsiteY1543" fmla="*/ 2156555 h 2495550"/>
                <a:gd name="connsiteX1544" fmla="*/ 2092357 w 3219450"/>
                <a:gd name="connsiteY1544" fmla="*/ 2157222 h 2495550"/>
                <a:gd name="connsiteX1545" fmla="*/ 2096738 w 3219450"/>
                <a:gd name="connsiteY1545" fmla="*/ 2157508 h 2495550"/>
                <a:gd name="connsiteX1546" fmla="*/ 2096548 w 3219450"/>
                <a:gd name="connsiteY1546" fmla="*/ 2157127 h 2495550"/>
                <a:gd name="connsiteX1547" fmla="*/ 2096453 w 3219450"/>
                <a:gd name="connsiteY1547" fmla="*/ 2156936 h 2495550"/>
                <a:gd name="connsiteX1548" fmla="*/ 2096357 w 3219450"/>
                <a:gd name="connsiteY1548" fmla="*/ 2156746 h 2495550"/>
                <a:gd name="connsiteX1549" fmla="*/ 2095976 w 3219450"/>
                <a:gd name="connsiteY1549" fmla="*/ 2156460 h 2495550"/>
                <a:gd name="connsiteX1550" fmla="*/ 2096929 w 3219450"/>
                <a:gd name="connsiteY1550" fmla="*/ 2154460 h 2495550"/>
                <a:gd name="connsiteX1551" fmla="*/ 2097024 w 3219450"/>
                <a:gd name="connsiteY1551" fmla="*/ 2153793 h 2495550"/>
                <a:gd name="connsiteX1552" fmla="*/ 2096262 w 3219450"/>
                <a:gd name="connsiteY1552" fmla="*/ 2154174 h 2495550"/>
                <a:gd name="connsiteX1553" fmla="*/ 2096167 w 3219450"/>
                <a:gd name="connsiteY1553" fmla="*/ 2153888 h 2495550"/>
                <a:gd name="connsiteX1554" fmla="*/ 2022158 w 3219450"/>
                <a:gd name="connsiteY1554" fmla="*/ 2177320 h 2495550"/>
                <a:gd name="connsiteX1555" fmla="*/ 2020729 w 3219450"/>
                <a:gd name="connsiteY1555" fmla="*/ 2177320 h 2495550"/>
                <a:gd name="connsiteX1556" fmla="*/ 2020348 w 3219450"/>
                <a:gd name="connsiteY1556" fmla="*/ 2177415 h 2495550"/>
                <a:gd name="connsiteX1557" fmla="*/ 2020062 w 3219450"/>
                <a:gd name="connsiteY1557" fmla="*/ 2177701 h 2495550"/>
                <a:gd name="connsiteX1558" fmla="*/ 2019776 w 3219450"/>
                <a:gd name="connsiteY1558" fmla="*/ 2177796 h 2495550"/>
                <a:gd name="connsiteX1559" fmla="*/ 2019395 w 3219450"/>
                <a:gd name="connsiteY1559" fmla="*/ 2177701 h 2495550"/>
                <a:gd name="connsiteX1560" fmla="*/ 2019205 w 3219450"/>
                <a:gd name="connsiteY1560" fmla="*/ 2177415 h 2495550"/>
                <a:gd name="connsiteX1561" fmla="*/ 2019014 w 3219450"/>
                <a:gd name="connsiteY1561" fmla="*/ 2177129 h 2495550"/>
                <a:gd name="connsiteX1562" fmla="*/ 2018824 w 3219450"/>
                <a:gd name="connsiteY1562" fmla="*/ 2177034 h 2495550"/>
                <a:gd name="connsiteX1563" fmla="*/ 2018157 w 3219450"/>
                <a:gd name="connsiteY1563" fmla="*/ 2177129 h 2495550"/>
                <a:gd name="connsiteX1564" fmla="*/ 2017109 w 3219450"/>
                <a:gd name="connsiteY1564" fmla="*/ 2177606 h 2495550"/>
                <a:gd name="connsiteX1565" fmla="*/ 2016443 w 3219450"/>
                <a:gd name="connsiteY1565" fmla="*/ 2177796 h 2495550"/>
                <a:gd name="connsiteX1566" fmla="*/ 2014538 w 3219450"/>
                <a:gd name="connsiteY1566" fmla="*/ 2177987 h 2495550"/>
                <a:gd name="connsiteX1567" fmla="*/ 2013871 w 3219450"/>
                <a:gd name="connsiteY1567" fmla="*/ 2178177 h 2495550"/>
                <a:gd name="connsiteX1568" fmla="*/ 2014347 w 3219450"/>
                <a:gd name="connsiteY1568" fmla="*/ 2179320 h 2495550"/>
                <a:gd name="connsiteX1569" fmla="*/ 2014157 w 3219450"/>
                <a:gd name="connsiteY1569" fmla="*/ 2180273 h 2495550"/>
                <a:gd name="connsiteX1570" fmla="*/ 2013109 w 3219450"/>
                <a:gd name="connsiteY1570" fmla="*/ 2182082 h 2495550"/>
                <a:gd name="connsiteX1571" fmla="*/ 2012823 w 3219450"/>
                <a:gd name="connsiteY1571" fmla="*/ 2182273 h 2495550"/>
                <a:gd name="connsiteX1572" fmla="*/ 2012442 w 3219450"/>
                <a:gd name="connsiteY1572" fmla="*/ 2182463 h 2495550"/>
                <a:gd name="connsiteX1573" fmla="*/ 2012442 w 3219450"/>
                <a:gd name="connsiteY1573" fmla="*/ 2182654 h 2495550"/>
                <a:gd name="connsiteX1574" fmla="*/ 2013109 w 3219450"/>
                <a:gd name="connsiteY1574" fmla="*/ 2182844 h 2495550"/>
                <a:gd name="connsiteX1575" fmla="*/ 2015300 w 3219450"/>
                <a:gd name="connsiteY1575" fmla="*/ 2182463 h 2495550"/>
                <a:gd name="connsiteX1576" fmla="*/ 2015681 w 3219450"/>
                <a:gd name="connsiteY1576" fmla="*/ 2182178 h 2495550"/>
                <a:gd name="connsiteX1577" fmla="*/ 2016538 w 3219450"/>
                <a:gd name="connsiteY1577" fmla="*/ 2181320 h 2495550"/>
                <a:gd name="connsiteX1578" fmla="*/ 2017014 w 3219450"/>
                <a:gd name="connsiteY1578" fmla="*/ 2180939 h 2495550"/>
                <a:gd name="connsiteX1579" fmla="*/ 2017681 w 3219450"/>
                <a:gd name="connsiteY1579" fmla="*/ 2180654 h 2495550"/>
                <a:gd name="connsiteX1580" fmla="*/ 2018252 w 3219450"/>
                <a:gd name="connsiteY1580" fmla="*/ 2180558 h 2495550"/>
                <a:gd name="connsiteX1581" fmla="*/ 2018729 w 3219450"/>
                <a:gd name="connsiteY1581" fmla="*/ 2180558 h 2495550"/>
                <a:gd name="connsiteX1582" fmla="*/ 2021491 w 3219450"/>
                <a:gd name="connsiteY1582" fmla="*/ 2179987 h 2495550"/>
                <a:gd name="connsiteX1583" fmla="*/ 2022443 w 3219450"/>
                <a:gd name="connsiteY1583" fmla="*/ 2179511 h 2495550"/>
                <a:gd name="connsiteX1584" fmla="*/ 2022824 w 3219450"/>
                <a:gd name="connsiteY1584" fmla="*/ 2178653 h 2495550"/>
                <a:gd name="connsiteX1585" fmla="*/ 2022824 w 3219450"/>
                <a:gd name="connsiteY1585" fmla="*/ 2178272 h 2495550"/>
                <a:gd name="connsiteX1586" fmla="*/ 2022443 w 3219450"/>
                <a:gd name="connsiteY1586" fmla="*/ 2177701 h 2495550"/>
                <a:gd name="connsiteX1587" fmla="*/ 2022158 w 3219450"/>
                <a:gd name="connsiteY1587" fmla="*/ 2177320 h 2495550"/>
                <a:gd name="connsiteX1588" fmla="*/ 2040160 w 3219450"/>
                <a:gd name="connsiteY1588" fmla="*/ 2444782 h 2495550"/>
                <a:gd name="connsiteX1589" fmla="*/ 2039969 w 3219450"/>
                <a:gd name="connsiteY1589" fmla="*/ 2444782 h 2495550"/>
                <a:gd name="connsiteX1590" fmla="*/ 2039874 w 3219450"/>
                <a:gd name="connsiteY1590" fmla="*/ 2444972 h 2495550"/>
                <a:gd name="connsiteX1591" fmla="*/ 2039969 w 3219450"/>
                <a:gd name="connsiteY1591" fmla="*/ 2445163 h 2495550"/>
                <a:gd name="connsiteX1592" fmla="*/ 2040255 w 3219450"/>
                <a:gd name="connsiteY1592" fmla="*/ 2445449 h 2495550"/>
                <a:gd name="connsiteX1593" fmla="*/ 2040446 w 3219450"/>
                <a:gd name="connsiteY1593" fmla="*/ 2445258 h 2495550"/>
                <a:gd name="connsiteX1594" fmla="*/ 2040351 w 3219450"/>
                <a:gd name="connsiteY1594" fmla="*/ 2445068 h 2495550"/>
                <a:gd name="connsiteX1595" fmla="*/ 2040160 w 3219450"/>
                <a:gd name="connsiteY1595" fmla="*/ 2444782 h 2495550"/>
                <a:gd name="connsiteX1596" fmla="*/ 2009775 w 3219450"/>
                <a:gd name="connsiteY1596" fmla="*/ 2487930 h 2495550"/>
                <a:gd name="connsiteX1597" fmla="*/ 2009775 w 3219450"/>
                <a:gd name="connsiteY1597" fmla="*/ 2488121 h 2495550"/>
                <a:gd name="connsiteX1598" fmla="*/ 2010347 w 3219450"/>
                <a:gd name="connsiteY1598" fmla="*/ 2488216 h 2495550"/>
                <a:gd name="connsiteX1599" fmla="*/ 2010442 w 3219450"/>
                <a:gd name="connsiteY1599" fmla="*/ 2488121 h 2495550"/>
                <a:gd name="connsiteX1600" fmla="*/ 2010251 w 3219450"/>
                <a:gd name="connsiteY1600" fmla="*/ 2487930 h 2495550"/>
                <a:gd name="connsiteX1601" fmla="*/ 2009775 w 3219450"/>
                <a:gd name="connsiteY1601" fmla="*/ 2487930 h 2495550"/>
                <a:gd name="connsiteX1602" fmla="*/ 2067211 w 3219450"/>
                <a:gd name="connsiteY1602" fmla="*/ 2170748 h 2495550"/>
                <a:gd name="connsiteX1603" fmla="*/ 2067497 w 3219450"/>
                <a:gd name="connsiteY1603" fmla="*/ 2170748 h 2495550"/>
                <a:gd name="connsiteX1604" fmla="*/ 2065973 w 3219450"/>
                <a:gd name="connsiteY1604" fmla="*/ 2170748 h 2495550"/>
                <a:gd name="connsiteX1605" fmla="*/ 2065306 w 3219450"/>
                <a:gd name="connsiteY1605" fmla="*/ 2170843 h 2495550"/>
                <a:gd name="connsiteX1606" fmla="*/ 2064639 w 3219450"/>
                <a:gd name="connsiteY1606" fmla="*/ 2171224 h 2495550"/>
                <a:gd name="connsiteX1607" fmla="*/ 2063687 w 3219450"/>
                <a:gd name="connsiteY1607" fmla="*/ 2170938 h 2495550"/>
                <a:gd name="connsiteX1608" fmla="*/ 2063020 w 3219450"/>
                <a:gd name="connsiteY1608" fmla="*/ 2173224 h 2495550"/>
                <a:gd name="connsiteX1609" fmla="*/ 2062163 w 3219450"/>
                <a:gd name="connsiteY1609" fmla="*/ 2173129 h 2495550"/>
                <a:gd name="connsiteX1610" fmla="*/ 2060924 w 3219450"/>
                <a:gd name="connsiteY1610" fmla="*/ 2174081 h 2495550"/>
                <a:gd name="connsiteX1611" fmla="*/ 2060258 w 3219450"/>
                <a:gd name="connsiteY1611" fmla="*/ 2174843 h 2495550"/>
                <a:gd name="connsiteX1612" fmla="*/ 2059972 w 3219450"/>
                <a:gd name="connsiteY1612" fmla="*/ 2175605 h 2495550"/>
                <a:gd name="connsiteX1613" fmla="*/ 2060448 w 3219450"/>
                <a:gd name="connsiteY1613" fmla="*/ 2176082 h 2495550"/>
                <a:gd name="connsiteX1614" fmla="*/ 2061591 w 3219450"/>
                <a:gd name="connsiteY1614" fmla="*/ 2176082 h 2495550"/>
                <a:gd name="connsiteX1615" fmla="*/ 2062829 w 3219450"/>
                <a:gd name="connsiteY1615" fmla="*/ 2175796 h 2495550"/>
                <a:gd name="connsiteX1616" fmla="*/ 2063591 w 3219450"/>
                <a:gd name="connsiteY1616" fmla="*/ 2175510 h 2495550"/>
                <a:gd name="connsiteX1617" fmla="*/ 2063210 w 3219450"/>
                <a:gd name="connsiteY1617" fmla="*/ 2177129 h 2495550"/>
                <a:gd name="connsiteX1618" fmla="*/ 2061496 w 3219450"/>
                <a:gd name="connsiteY1618" fmla="*/ 2179130 h 2495550"/>
                <a:gd name="connsiteX1619" fmla="*/ 2061686 w 3219450"/>
                <a:gd name="connsiteY1619" fmla="*/ 2180082 h 2495550"/>
                <a:gd name="connsiteX1620" fmla="*/ 2062068 w 3219450"/>
                <a:gd name="connsiteY1620" fmla="*/ 2180273 h 2495550"/>
                <a:gd name="connsiteX1621" fmla="*/ 2062353 w 3219450"/>
                <a:gd name="connsiteY1621" fmla="*/ 2180273 h 2495550"/>
                <a:gd name="connsiteX1622" fmla="*/ 2062544 w 3219450"/>
                <a:gd name="connsiteY1622" fmla="*/ 2180368 h 2495550"/>
                <a:gd name="connsiteX1623" fmla="*/ 2062639 w 3219450"/>
                <a:gd name="connsiteY1623" fmla="*/ 2181130 h 2495550"/>
                <a:gd name="connsiteX1624" fmla="*/ 2062734 w 3219450"/>
                <a:gd name="connsiteY1624" fmla="*/ 2181416 h 2495550"/>
                <a:gd name="connsiteX1625" fmla="*/ 2062925 w 3219450"/>
                <a:gd name="connsiteY1625" fmla="*/ 2181701 h 2495550"/>
                <a:gd name="connsiteX1626" fmla="*/ 2063115 w 3219450"/>
                <a:gd name="connsiteY1626" fmla="*/ 2181797 h 2495550"/>
                <a:gd name="connsiteX1627" fmla="*/ 2064449 w 3219450"/>
                <a:gd name="connsiteY1627" fmla="*/ 2182082 h 2495550"/>
                <a:gd name="connsiteX1628" fmla="*/ 2064925 w 3219450"/>
                <a:gd name="connsiteY1628" fmla="*/ 2181987 h 2495550"/>
                <a:gd name="connsiteX1629" fmla="*/ 2065496 w 3219450"/>
                <a:gd name="connsiteY1629" fmla="*/ 2181416 h 2495550"/>
                <a:gd name="connsiteX1630" fmla="*/ 2064639 w 3219450"/>
                <a:gd name="connsiteY1630" fmla="*/ 2180368 h 2495550"/>
                <a:gd name="connsiteX1631" fmla="*/ 2064734 w 3219450"/>
                <a:gd name="connsiteY1631" fmla="*/ 2179511 h 2495550"/>
                <a:gd name="connsiteX1632" fmla="*/ 2065211 w 3219450"/>
                <a:gd name="connsiteY1632" fmla="*/ 2178653 h 2495550"/>
                <a:gd name="connsiteX1633" fmla="*/ 2065592 w 3219450"/>
                <a:gd name="connsiteY1633" fmla="*/ 2177510 h 2495550"/>
                <a:gd name="connsiteX1634" fmla="*/ 2065401 w 3219450"/>
                <a:gd name="connsiteY1634" fmla="*/ 2176748 h 2495550"/>
                <a:gd name="connsiteX1635" fmla="*/ 2065020 w 3219450"/>
                <a:gd name="connsiteY1635" fmla="*/ 2175701 h 2495550"/>
                <a:gd name="connsiteX1636" fmla="*/ 2064830 w 3219450"/>
                <a:gd name="connsiteY1636" fmla="*/ 2174748 h 2495550"/>
                <a:gd name="connsiteX1637" fmla="*/ 2065592 w 3219450"/>
                <a:gd name="connsiteY1637" fmla="*/ 2174081 h 2495550"/>
                <a:gd name="connsiteX1638" fmla="*/ 2065973 w 3219450"/>
                <a:gd name="connsiteY1638" fmla="*/ 2173510 h 2495550"/>
                <a:gd name="connsiteX1639" fmla="*/ 2066544 w 3219450"/>
                <a:gd name="connsiteY1639" fmla="*/ 2172938 h 2495550"/>
                <a:gd name="connsiteX1640" fmla="*/ 2068163 w 3219450"/>
                <a:gd name="connsiteY1640" fmla="*/ 2172367 h 2495550"/>
                <a:gd name="connsiteX1641" fmla="*/ 2068449 w 3219450"/>
                <a:gd name="connsiteY1641" fmla="*/ 2171700 h 2495550"/>
                <a:gd name="connsiteX1642" fmla="*/ 2068163 w 3219450"/>
                <a:gd name="connsiteY1642" fmla="*/ 2171033 h 2495550"/>
                <a:gd name="connsiteX1643" fmla="*/ 2067211 w 3219450"/>
                <a:gd name="connsiteY1643" fmla="*/ 2170748 h 2495550"/>
                <a:gd name="connsiteX1644" fmla="*/ 2486787 w 3219450"/>
                <a:gd name="connsiteY1644" fmla="*/ 1163860 h 2495550"/>
                <a:gd name="connsiteX1645" fmla="*/ 2486502 w 3219450"/>
                <a:gd name="connsiteY1645" fmla="*/ 1164336 h 2495550"/>
                <a:gd name="connsiteX1646" fmla="*/ 2486406 w 3219450"/>
                <a:gd name="connsiteY1646" fmla="*/ 1164622 h 2495550"/>
                <a:gd name="connsiteX1647" fmla="*/ 2486406 w 3219450"/>
                <a:gd name="connsiteY1647" fmla="*/ 1165003 h 2495550"/>
                <a:gd name="connsiteX1648" fmla="*/ 2486787 w 3219450"/>
                <a:gd name="connsiteY1648" fmla="*/ 1165003 h 2495550"/>
                <a:gd name="connsiteX1649" fmla="*/ 2487168 w 3219450"/>
                <a:gd name="connsiteY1649" fmla="*/ 1164622 h 2495550"/>
                <a:gd name="connsiteX1650" fmla="*/ 2487549 w 3219450"/>
                <a:gd name="connsiteY1650" fmla="*/ 1164336 h 2495550"/>
                <a:gd name="connsiteX1651" fmla="*/ 2487740 w 3219450"/>
                <a:gd name="connsiteY1651" fmla="*/ 1164241 h 2495550"/>
                <a:gd name="connsiteX1652" fmla="*/ 2487930 w 3219450"/>
                <a:gd name="connsiteY1652" fmla="*/ 1164241 h 2495550"/>
                <a:gd name="connsiteX1653" fmla="*/ 2488311 w 3219450"/>
                <a:gd name="connsiteY1653" fmla="*/ 1163860 h 2495550"/>
                <a:gd name="connsiteX1654" fmla="*/ 2488216 w 3219450"/>
                <a:gd name="connsiteY1654" fmla="*/ 1163288 h 2495550"/>
                <a:gd name="connsiteX1655" fmla="*/ 2487454 w 3219450"/>
                <a:gd name="connsiteY1655" fmla="*/ 1163193 h 2495550"/>
                <a:gd name="connsiteX1656" fmla="*/ 2486787 w 3219450"/>
                <a:gd name="connsiteY1656" fmla="*/ 1163860 h 2495550"/>
                <a:gd name="connsiteX1657" fmla="*/ 2492026 w 3219450"/>
                <a:gd name="connsiteY1657" fmla="*/ 1157954 h 2495550"/>
                <a:gd name="connsiteX1658" fmla="*/ 2492026 w 3219450"/>
                <a:gd name="connsiteY1658" fmla="*/ 1158431 h 2495550"/>
                <a:gd name="connsiteX1659" fmla="*/ 2492407 w 3219450"/>
                <a:gd name="connsiteY1659" fmla="*/ 1158526 h 2495550"/>
                <a:gd name="connsiteX1660" fmla="*/ 2492597 w 3219450"/>
                <a:gd name="connsiteY1660" fmla="*/ 1158526 h 2495550"/>
                <a:gd name="connsiteX1661" fmla="*/ 2492883 w 3219450"/>
                <a:gd name="connsiteY1661" fmla="*/ 1158621 h 2495550"/>
                <a:gd name="connsiteX1662" fmla="*/ 2492978 w 3219450"/>
                <a:gd name="connsiteY1662" fmla="*/ 1158335 h 2495550"/>
                <a:gd name="connsiteX1663" fmla="*/ 2492597 w 3219450"/>
                <a:gd name="connsiteY1663" fmla="*/ 1157764 h 2495550"/>
                <a:gd name="connsiteX1664" fmla="*/ 2492026 w 3219450"/>
                <a:gd name="connsiteY1664" fmla="*/ 1157954 h 2495550"/>
                <a:gd name="connsiteX1665" fmla="*/ 2483072 w 3219450"/>
                <a:gd name="connsiteY1665" fmla="*/ 1190530 h 2495550"/>
                <a:gd name="connsiteX1666" fmla="*/ 2483549 w 3219450"/>
                <a:gd name="connsiteY1666" fmla="*/ 1191006 h 2495550"/>
                <a:gd name="connsiteX1667" fmla="*/ 2483930 w 3219450"/>
                <a:gd name="connsiteY1667" fmla="*/ 1191101 h 2495550"/>
                <a:gd name="connsiteX1668" fmla="*/ 2484120 w 3219450"/>
                <a:gd name="connsiteY1668" fmla="*/ 1190339 h 2495550"/>
                <a:gd name="connsiteX1669" fmla="*/ 2484025 w 3219450"/>
                <a:gd name="connsiteY1669" fmla="*/ 1189292 h 2495550"/>
                <a:gd name="connsiteX1670" fmla="*/ 2483549 w 3219450"/>
                <a:gd name="connsiteY1670" fmla="*/ 1188244 h 2495550"/>
                <a:gd name="connsiteX1671" fmla="*/ 2482787 w 3219450"/>
                <a:gd name="connsiteY1671" fmla="*/ 1187672 h 2495550"/>
                <a:gd name="connsiteX1672" fmla="*/ 2482406 w 3219450"/>
                <a:gd name="connsiteY1672" fmla="*/ 1187672 h 2495550"/>
                <a:gd name="connsiteX1673" fmla="*/ 2482120 w 3219450"/>
                <a:gd name="connsiteY1673" fmla="*/ 1189577 h 2495550"/>
                <a:gd name="connsiteX1674" fmla="*/ 2482311 w 3219450"/>
                <a:gd name="connsiteY1674" fmla="*/ 1190244 h 2495550"/>
                <a:gd name="connsiteX1675" fmla="*/ 2483072 w 3219450"/>
                <a:gd name="connsiteY1675" fmla="*/ 1190530 h 2495550"/>
                <a:gd name="connsiteX1676" fmla="*/ 2482215 w 3219450"/>
                <a:gd name="connsiteY1676" fmla="*/ 1185386 h 2495550"/>
                <a:gd name="connsiteX1677" fmla="*/ 2481358 w 3219450"/>
                <a:gd name="connsiteY1677" fmla="*/ 1184815 h 2495550"/>
                <a:gd name="connsiteX1678" fmla="*/ 2480596 w 3219450"/>
                <a:gd name="connsiteY1678" fmla="*/ 1184720 h 2495550"/>
                <a:gd name="connsiteX1679" fmla="*/ 2480501 w 3219450"/>
                <a:gd name="connsiteY1679" fmla="*/ 1185101 h 2495550"/>
                <a:gd name="connsiteX1680" fmla="*/ 2480596 w 3219450"/>
                <a:gd name="connsiteY1680" fmla="*/ 1185386 h 2495550"/>
                <a:gd name="connsiteX1681" fmla="*/ 2480786 w 3219450"/>
                <a:gd name="connsiteY1681" fmla="*/ 1185863 h 2495550"/>
                <a:gd name="connsiteX1682" fmla="*/ 2481072 w 3219450"/>
                <a:gd name="connsiteY1682" fmla="*/ 1186148 h 2495550"/>
                <a:gd name="connsiteX1683" fmla="*/ 2481548 w 3219450"/>
                <a:gd name="connsiteY1683" fmla="*/ 1186434 h 2495550"/>
                <a:gd name="connsiteX1684" fmla="*/ 2482120 w 3219450"/>
                <a:gd name="connsiteY1684" fmla="*/ 1186529 h 2495550"/>
                <a:gd name="connsiteX1685" fmla="*/ 2482501 w 3219450"/>
                <a:gd name="connsiteY1685" fmla="*/ 1186148 h 2495550"/>
                <a:gd name="connsiteX1686" fmla="*/ 2482215 w 3219450"/>
                <a:gd name="connsiteY1686" fmla="*/ 1185386 h 2495550"/>
                <a:gd name="connsiteX1687" fmla="*/ 2500694 w 3219450"/>
                <a:gd name="connsiteY1687" fmla="*/ 1813370 h 2495550"/>
                <a:gd name="connsiteX1688" fmla="*/ 2501265 w 3219450"/>
                <a:gd name="connsiteY1688" fmla="*/ 1813560 h 2495550"/>
                <a:gd name="connsiteX1689" fmla="*/ 2501741 w 3219450"/>
                <a:gd name="connsiteY1689" fmla="*/ 1813941 h 2495550"/>
                <a:gd name="connsiteX1690" fmla="*/ 2502313 w 3219450"/>
                <a:gd name="connsiteY1690" fmla="*/ 1814036 h 2495550"/>
                <a:gd name="connsiteX1691" fmla="*/ 2503551 w 3219450"/>
                <a:gd name="connsiteY1691" fmla="*/ 1813751 h 2495550"/>
                <a:gd name="connsiteX1692" fmla="*/ 2504218 w 3219450"/>
                <a:gd name="connsiteY1692" fmla="*/ 1813465 h 2495550"/>
                <a:gd name="connsiteX1693" fmla="*/ 2504218 w 3219450"/>
                <a:gd name="connsiteY1693" fmla="*/ 1812989 h 2495550"/>
                <a:gd name="connsiteX1694" fmla="*/ 2503551 w 3219450"/>
                <a:gd name="connsiteY1694" fmla="*/ 1812322 h 2495550"/>
                <a:gd name="connsiteX1695" fmla="*/ 2502694 w 3219450"/>
                <a:gd name="connsiteY1695" fmla="*/ 1811941 h 2495550"/>
                <a:gd name="connsiteX1696" fmla="*/ 2501075 w 3219450"/>
                <a:gd name="connsiteY1696" fmla="*/ 1812131 h 2495550"/>
                <a:gd name="connsiteX1697" fmla="*/ 2500789 w 3219450"/>
                <a:gd name="connsiteY1697" fmla="*/ 1812131 h 2495550"/>
                <a:gd name="connsiteX1698" fmla="*/ 2500503 w 3219450"/>
                <a:gd name="connsiteY1698" fmla="*/ 1812036 h 2495550"/>
                <a:gd name="connsiteX1699" fmla="*/ 2500218 w 3219450"/>
                <a:gd name="connsiteY1699" fmla="*/ 1812131 h 2495550"/>
                <a:gd name="connsiteX1700" fmla="*/ 2499170 w 3219450"/>
                <a:gd name="connsiteY1700" fmla="*/ 1812989 h 2495550"/>
                <a:gd name="connsiteX1701" fmla="*/ 2498884 w 3219450"/>
                <a:gd name="connsiteY1701" fmla="*/ 1813560 h 2495550"/>
                <a:gd name="connsiteX1702" fmla="*/ 2499170 w 3219450"/>
                <a:gd name="connsiteY1702" fmla="*/ 1813941 h 2495550"/>
                <a:gd name="connsiteX1703" fmla="*/ 2499455 w 3219450"/>
                <a:gd name="connsiteY1703" fmla="*/ 1814036 h 2495550"/>
                <a:gd name="connsiteX1704" fmla="*/ 2500694 w 3219450"/>
                <a:gd name="connsiteY1704" fmla="*/ 1813370 h 2495550"/>
                <a:gd name="connsiteX1705" fmla="*/ 2611851 w 3219450"/>
                <a:gd name="connsiteY1705" fmla="*/ 1110901 h 2495550"/>
                <a:gd name="connsiteX1706" fmla="*/ 2611660 w 3219450"/>
                <a:gd name="connsiteY1706" fmla="*/ 1110996 h 2495550"/>
                <a:gd name="connsiteX1707" fmla="*/ 2611279 w 3219450"/>
                <a:gd name="connsiteY1707" fmla="*/ 1111377 h 2495550"/>
                <a:gd name="connsiteX1708" fmla="*/ 2609945 w 3219450"/>
                <a:gd name="connsiteY1708" fmla="*/ 1111568 h 2495550"/>
                <a:gd name="connsiteX1709" fmla="*/ 2609945 w 3219450"/>
                <a:gd name="connsiteY1709" fmla="*/ 1111949 h 2495550"/>
                <a:gd name="connsiteX1710" fmla="*/ 2610327 w 3219450"/>
                <a:gd name="connsiteY1710" fmla="*/ 1112139 h 2495550"/>
                <a:gd name="connsiteX1711" fmla="*/ 2610803 w 3219450"/>
                <a:gd name="connsiteY1711" fmla="*/ 1112234 h 2495550"/>
                <a:gd name="connsiteX1712" fmla="*/ 2611088 w 3219450"/>
                <a:gd name="connsiteY1712" fmla="*/ 1112615 h 2495550"/>
                <a:gd name="connsiteX1713" fmla="*/ 2611088 w 3219450"/>
                <a:gd name="connsiteY1713" fmla="*/ 1112996 h 2495550"/>
                <a:gd name="connsiteX1714" fmla="*/ 2610517 w 3219450"/>
                <a:gd name="connsiteY1714" fmla="*/ 1112901 h 2495550"/>
                <a:gd name="connsiteX1715" fmla="*/ 2610231 w 3219450"/>
                <a:gd name="connsiteY1715" fmla="*/ 1113282 h 2495550"/>
                <a:gd name="connsiteX1716" fmla="*/ 2610041 w 3219450"/>
                <a:gd name="connsiteY1716" fmla="*/ 1114139 h 2495550"/>
                <a:gd name="connsiteX1717" fmla="*/ 2610327 w 3219450"/>
                <a:gd name="connsiteY1717" fmla="*/ 1114616 h 2495550"/>
                <a:gd name="connsiteX1718" fmla="*/ 2610898 w 3219450"/>
                <a:gd name="connsiteY1718" fmla="*/ 1115092 h 2495550"/>
                <a:gd name="connsiteX1719" fmla="*/ 2611565 w 3219450"/>
                <a:gd name="connsiteY1719" fmla="*/ 1114806 h 2495550"/>
                <a:gd name="connsiteX1720" fmla="*/ 2612231 w 3219450"/>
                <a:gd name="connsiteY1720" fmla="*/ 1114235 h 2495550"/>
                <a:gd name="connsiteX1721" fmla="*/ 2612803 w 3219450"/>
                <a:gd name="connsiteY1721" fmla="*/ 1113568 h 2495550"/>
                <a:gd name="connsiteX1722" fmla="*/ 2612803 w 3219450"/>
                <a:gd name="connsiteY1722" fmla="*/ 1112711 h 2495550"/>
                <a:gd name="connsiteX1723" fmla="*/ 2612231 w 3219450"/>
                <a:gd name="connsiteY1723" fmla="*/ 1111282 h 2495550"/>
                <a:gd name="connsiteX1724" fmla="*/ 2611851 w 3219450"/>
                <a:gd name="connsiteY1724" fmla="*/ 1110901 h 2495550"/>
                <a:gd name="connsiteX1725" fmla="*/ 2570321 w 3219450"/>
                <a:gd name="connsiteY1725" fmla="*/ 1103281 h 2495550"/>
                <a:gd name="connsiteX1726" fmla="*/ 2570798 w 3219450"/>
                <a:gd name="connsiteY1726" fmla="*/ 1102614 h 2495550"/>
                <a:gd name="connsiteX1727" fmla="*/ 2569750 w 3219450"/>
                <a:gd name="connsiteY1727" fmla="*/ 1102995 h 2495550"/>
                <a:gd name="connsiteX1728" fmla="*/ 2568321 w 3219450"/>
                <a:gd name="connsiteY1728" fmla="*/ 1103852 h 2495550"/>
                <a:gd name="connsiteX1729" fmla="*/ 2567083 w 3219450"/>
                <a:gd name="connsiteY1729" fmla="*/ 1104900 h 2495550"/>
                <a:gd name="connsiteX1730" fmla="*/ 2566607 w 3219450"/>
                <a:gd name="connsiteY1730" fmla="*/ 1105852 h 2495550"/>
                <a:gd name="connsiteX1731" fmla="*/ 2567273 w 3219450"/>
                <a:gd name="connsiteY1731" fmla="*/ 1107186 h 2495550"/>
                <a:gd name="connsiteX1732" fmla="*/ 2568416 w 3219450"/>
                <a:gd name="connsiteY1732" fmla="*/ 1106805 h 2495550"/>
                <a:gd name="connsiteX1733" fmla="*/ 2569560 w 3219450"/>
                <a:gd name="connsiteY1733" fmla="*/ 1106234 h 2495550"/>
                <a:gd name="connsiteX1734" fmla="*/ 2570226 w 3219450"/>
                <a:gd name="connsiteY1734" fmla="*/ 1106805 h 2495550"/>
                <a:gd name="connsiteX1735" fmla="*/ 2570988 w 3219450"/>
                <a:gd name="connsiteY1735" fmla="*/ 1106329 h 2495550"/>
                <a:gd name="connsiteX1736" fmla="*/ 2570703 w 3219450"/>
                <a:gd name="connsiteY1736" fmla="*/ 1105852 h 2495550"/>
                <a:gd name="connsiteX1737" fmla="*/ 2570226 w 3219450"/>
                <a:gd name="connsiteY1737" fmla="*/ 1104424 h 2495550"/>
                <a:gd name="connsiteX1738" fmla="*/ 2570321 w 3219450"/>
                <a:gd name="connsiteY1738" fmla="*/ 1103948 h 2495550"/>
                <a:gd name="connsiteX1739" fmla="*/ 2570321 w 3219450"/>
                <a:gd name="connsiteY1739" fmla="*/ 1103281 h 2495550"/>
                <a:gd name="connsiteX1740" fmla="*/ 2601754 w 3219450"/>
                <a:gd name="connsiteY1740" fmla="*/ 1079849 h 2495550"/>
                <a:gd name="connsiteX1741" fmla="*/ 2600611 w 3219450"/>
                <a:gd name="connsiteY1741" fmla="*/ 1080421 h 2495550"/>
                <a:gd name="connsiteX1742" fmla="*/ 2600420 w 3219450"/>
                <a:gd name="connsiteY1742" fmla="*/ 1082135 h 2495550"/>
                <a:gd name="connsiteX1743" fmla="*/ 2601182 w 3219450"/>
                <a:gd name="connsiteY1743" fmla="*/ 1083278 h 2495550"/>
                <a:gd name="connsiteX1744" fmla="*/ 2602516 w 3219450"/>
                <a:gd name="connsiteY1744" fmla="*/ 1083374 h 2495550"/>
                <a:gd name="connsiteX1745" fmla="*/ 2603754 w 3219450"/>
                <a:gd name="connsiteY1745" fmla="*/ 1082612 h 2495550"/>
                <a:gd name="connsiteX1746" fmla="*/ 2604326 w 3219450"/>
                <a:gd name="connsiteY1746" fmla="*/ 1081088 h 2495550"/>
                <a:gd name="connsiteX1747" fmla="*/ 2603183 w 3219450"/>
                <a:gd name="connsiteY1747" fmla="*/ 1080040 h 2495550"/>
                <a:gd name="connsiteX1748" fmla="*/ 2601754 w 3219450"/>
                <a:gd name="connsiteY1748" fmla="*/ 1079849 h 2495550"/>
                <a:gd name="connsiteX1749" fmla="*/ 3222117 w 3219450"/>
                <a:gd name="connsiteY1749" fmla="*/ 485870 h 2495550"/>
                <a:gd name="connsiteX1750" fmla="*/ 3222403 w 3219450"/>
                <a:gd name="connsiteY1750" fmla="*/ 484061 h 2495550"/>
                <a:gd name="connsiteX1751" fmla="*/ 3218498 w 3219450"/>
                <a:gd name="connsiteY1751" fmla="*/ 479870 h 2495550"/>
                <a:gd name="connsiteX1752" fmla="*/ 3217450 w 3219450"/>
                <a:gd name="connsiteY1752" fmla="*/ 477584 h 2495550"/>
                <a:gd name="connsiteX1753" fmla="*/ 3217355 w 3219450"/>
                <a:gd name="connsiteY1753" fmla="*/ 476345 h 2495550"/>
                <a:gd name="connsiteX1754" fmla="*/ 3216974 w 3219450"/>
                <a:gd name="connsiteY1754" fmla="*/ 474440 h 2495550"/>
                <a:gd name="connsiteX1755" fmla="*/ 3216497 w 3219450"/>
                <a:gd name="connsiteY1755" fmla="*/ 472726 h 2495550"/>
                <a:gd name="connsiteX1756" fmla="*/ 3215831 w 3219450"/>
                <a:gd name="connsiteY1756" fmla="*/ 471964 h 2495550"/>
                <a:gd name="connsiteX1757" fmla="*/ 3214593 w 3219450"/>
                <a:gd name="connsiteY1757" fmla="*/ 471678 h 2495550"/>
                <a:gd name="connsiteX1758" fmla="*/ 3213354 w 3219450"/>
                <a:gd name="connsiteY1758" fmla="*/ 470821 h 2495550"/>
                <a:gd name="connsiteX1759" fmla="*/ 3212783 w 3219450"/>
                <a:gd name="connsiteY1759" fmla="*/ 469582 h 2495550"/>
                <a:gd name="connsiteX1760" fmla="*/ 3213545 w 3219450"/>
                <a:gd name="connsiteY1760" fmla="*/ 468154 h 2495550"/>
                <a:gd name="connsiteX1761" fmla="*/ 3211735 w 3219450"/>
                <a:gd name="connsiteY1761" fmla="*/ 464915 h 2495550"/>
                <a:gd name="connsiteX1762" fmla="*/ 3211354 w 3219450"/>
                <a:gd name="connsiteY1762" fmla="*/ 463010 h 2495550"/>
                <a:gd name="connsiteX1763" fmla="*/ 3211735 w 3219450"/>
                <a:gd name="connsiteY1763" fmla="*/ 460629 h 2495550"/>
                <a:gd name="connsiteX1764" fmla="*/ 3212783 w 3219450"/>
                <a:gd name="connsiteY1764" fmla="*/ 459010 h 2495550"/>
                <a:gd name="connsiteX1765" fmla="*/ 3216021 w 3219450"/>
                <a:gd name="connsiteY1765" fmla="*/ 455771 h 2495550"/>
                <a:gd name="connsiteX1766" fmla="*/ 3216783 w 3219450"/>
                <a:gd name="connsiteY1766" fmla="*/ 455295 h 2495550"/>
                <a:gd name="connsiteX1767" fmla="*/ 3217831 w 3219450"/>
                <a:gd name="connsiteY1767" fmla="*/ 453104 h 2495550"/>
                <a:gd name="connsiteX1768" fmla="*/ 3218021 w 3219450"/>
                <a:gd name="connsiteY1768" fmla="*/ 446437 h 2495550"/>
                <a:gd name="connsiteX1769" fmla="*/ 3218879 w 3219450"/>
                <a:gd name="connsiteY1769" fmla="*/ 443865 h 2495550"/>
                <a:gd name="connsiteX1770" fmla="*/ 3219736 w 3219450"/>
                <a:gd name="connsiteY1770" fmla="*/ 443008 h 2495550"/>
                <a:gd name="connsiteX1771" fmla="*/ 3218783 w 3219450"/>
                <a:gd name="connsiteY1771" fmla="*/ 443198 h 2495550"/>
                <a:gd name="connsiteX1772" fmla="*/ 3216688 w 3219450"/>
                <a:gd name="connsiteY1772" fmla="*/ 442817 h 2495550"/>
                <a:gd name="connsiteX1773" fmla="*/ 3214021 w 3219450"/>
                <a:gd name="connsiteY1773" fmla="*/ 441388 h 2495550"/>
                <a:gd name="connsiteX1774" fmla="*/ 3211830 w 3219450"/>
                <a:gd name="connsiteY1774" fmla="*/ 439007 h 2495550"/>
                <a:gd name="connsiteX1775" fmla="*/ 3210402 w 3219450"/>
                <a:gd name="connsiteY1775" fmla="*/ 435674 h 2495550"/>
                <a:gd name="connsiteX1776" fmla="*/ 3209544 w 3219450"/>
                <a:gd name="connsiteY1776" fmla="*/ 436340 h 2495550"/>
                <a:gd name="connsiteX1777" fmla="*/ 3208592 w 3219450"/>
                <a:gd name="connsiteY1777" fmla="*/ 436817 h 2495550"/>
                <a:gd name="connsiteX1778" fmla="*/ 3207639 w 3219450"/>
                <a:gd name="connsiteY1778" fmla="*/ 437102 h 2495550"/>
                <a:gd name="connsiteX1779" fmla="*/ 3206687 w 3219450"/>
                <a:gd name="connsiteY1779" fmla="*/ 437007 h 2495550"/>
                <a:gd name="connsiteX1780" fmla="*/ 3205734 w 3219450"/>
                <a:gd name="connsiteY1780" fmla="*/ 436626 h 2495550"/>
                <a:gd name="connsiteX1781" fmla="*/ 3203258 w 3219450"/>
                <a:gd name="connsiteY1781" fmla="*/ 434531 h 2495550"/>
                <a:gd name="connsiteX1782" fmla="*/ 3202210 w 3219450"/>
                <a:gd name="connsiteY1782" fmla="*/ 433673 h 2495550"/>
                <a:gd name="connsiteX1783" fmla="*/ 3201162 w 3219450"/>
                <a:gd name="connsiteY1783" fmla="*/ 434054 h 2495550"/>
                <a:gd name="connsiteX1784" fmla="*/ 3192685 w 3219450"/>
                <a:gd name="connsiteY1784" fmla="*/ 435388 h 2495550"/>
                <a:gd name="connsiteX1785" fmla="*/ 3187922 w 3219450"/>
                <a:gd name="connsiteY1785" fmla="*/ 437293 h 2495550"/>
                <a:gd name="connsiteX1786" fmla="*/ 3184779 w 3219450"/>
                <a:gd name="connsiteY1786" fmla="*/ 437960 h 2495550"/>
                <a:gd name="connsiteX1787" fmla="*/ 3183922 w 3219450"/>
                <a:gd name="connsiteY1787" fmla="*/ 438341 h 2495550"/>
                <a:gd name="connsiteX1788" fmla="*/ 3183065 w 3219450"/>
                <a:gd name="connsiteY1788" fmla="*/ 438912 h 2495550"/>
                <a:gd name="connsiteX1789" fmla="*/ 3180874 w 3219450"/>
                <a:gd name="connsiteY1789" fmla="*/ 441293 h 2495550"/>
                <a:gd name="connsiteX1790" fmla="*/ 3180017 w 3219450"/>
                <a:gd name="connsiteY1790" fmla="*/ 441770 h 2495550"/>
                <a:gd name="connsiteX1791" fmla="*/ 3178493 w 3219450"/>
                <a:gd name="connsiteY1791" fmla="*/ 442151 h 2495550"/>
                <a:gd name="connsiteX1792" fmla="*/ 3175349 w 3219450"/>
                <a:gd name="connsiteY1792" fmla="*/ 441960 h 2495550"/>
                <a:gd name="connsiteX1793" fmla="*/ 3174873 w 3219450"/>
                <a:gd name="connsiteY1793" fmla="*/ 442055 h 2495550"/>
                <a:gd name="connsiteX1794" fmla="*/ 3173921 w 3219450"/>
                <a:gd name="connsiteY1794" fmla="*/ 442436 h 2495550"/>
                <a:gd name="connsiteX1795" fmla="*/ 3172111 w 3219450"/>
                <a:gd name="connsiteY1795" fmla="*/ 443579 h 2495550"/>
                <a:gd name="connsiteX1796" fmla="*/ 3171158 w 3219450"/>
                <a:gd name="connsiteY1796" fmla="*/ 443960 h 2495550"/>
                <a:gd name="connsiteX1797" fmla="*/ 3168015 w 3219450"/>
                <a:gd name="connsiteY1797" fmla="*/ 443960 h 2495550"/>
                <a:gd name="connsiteX1798" fmla="*/ 3167158 w 3219450"/>
                <a:gd name="connsiteY1798" fmla="*/ 444436 h 2495550"/>
                <a:gd name="connsiteX1799" fmla="*/ 3166396 w 3219450"/>
                <a:gd name="connsiteY1799" fmla="*/ 445484 h 2495550"/>
                <a:gd name="connsiteX1800" fmla="*/ 3165253 w 3219450"/>
                <a:gd name="connsiteY1800" fmla="*/ 447770 h 2495550"/>
                <a:gd name="connsiteX1801" fmla="*/ 3164491 w 3219450"/>
                <a:gd name="connsiteY1801" fmla="*/ 448723 h 2495550"/>
                <a:gd name="connsiteX1802" fmla="*/ 3163634 w 3219450"/>
                <a:gd name="connsiteY1802" fmla="*/ 449199 h 2495550"/>
                <a:gd name="connsiteX1803" fmla="*/ 3161919 w 3219450"/>
                <a:gd name="connsiteY1803" fmla="*/ 449675 h 2495550"/>
                <a:gd name="connsiteX1804" fmla="*/ 3161062 w 3219450"/>
                <a:gd name="connsiteY1804" fmla="*/ 450151 h 2495550"/>
                <a:gd name="connsiteX1805" fmla="*/ 3160490 w 3219450"/>
                <a:gd name="connsiteY1805" fmla="*/ 450723 h 2495550"/>
                <a:gd name="connsiteX1806" fmla="*/ 3160014 w 3219450"/>
                <a:gd name="connsiteY1806" fmla="*/ 451390 h 2495550"/>
                <a:gd name="connsiteX1807" fmla="*/ 3159633 w 3219450"/>
                <a:gd name="connsiteY1807" fmla="*/ 452152 h 2495550"/>
                <a:gd name="connsiteX1808" fmla="*/ 3159347 w 3219450"/>
                <a:gd name="connsiteY1808" fmla="*/ 453104 h 2495550"/>
                <a:gd name="connsiteX1809" fmla="*/ 3158681 w 3219450"/>
                <a:gd name="connsiteY1809" fmla="*/ 454628 h 2495550"/>
                <a:gd name="connsiteX1810" fmla="*/ 3157823 w 3219450"/>
                <a:gd name="connsiteY1810" fmla="*/ 455581 h 2495550"/>
                <a:gd name="connsiteX1811" fmla="*/ 3156776 w 3219450"/>
                <a:gd name="connsiteY1811" fmla="*/ 456057 h 2495550"/>
                <a:gd name="connsiteX1812" fmla="*/ 3153537 w 3219450"/>
                <a:gd name="connsiteY1812" fmla="*/ 456533 h 2495550"/>
                <a:gd name="connsiteX1813" fmla="*/ 3152870 w 3219450"/>
                <a:gd name="connsiteY1813" fmla="*/ 456343 h 2495550"/>
                <a:gd name="connsiteX1814" fmla="*/ 3150870 w 3219450"/>
                <a:gd name="connsiteY1814" fmla="*/ 455390 h 2495550"/>
                <a:gd name="connsiteX1815" fmla="*/ 3150013 w 3219450"/>
                <a:gd name="connsiteY1815" fmla="*/ 455200 h 2495550"/>
                <a:gd name="connsiteX1816" fmla="*/ 3149156 w 3219450"/>
                <a:gd name="connsiteY1816" fmla="*/ 455200 h 2495550"/>
                <a:gd name="connsiteX1817" fmla="*/ 3146203 w 3219450"/>
                <a:gd name="connsiteY1817" fmla="*/ 455676 h 2495550"/>
                <a:gd name="connsiteX1818" fmla="*/ 3145060 w 3219450"/>
                <a:gd name="connsiteY1818" fmla="*/ 455581 h 2495550"/>
                <a:gd name="connsiteX1819" fmla="*/ 3144488 w 3219450"/>
                <a:gd name="connsiteY1819" fmla="*/ 455295 h 2495550"/>
                <a:gd name="connsiteX1820" fmla="*/ 3143536 w 3219450"/>
                <a:gd name="connsiteY1820" fmla="*/ 454438 h 2495550"/>
                <a:gd name="connsiteX1821" fmla="*/ 3143060 w 3219450"/>
                <a:gd name="connsiteY1821" fmla="*/ 454057 h 2495550"/>
                <a:gd name="connsiteX1822" fmla="*/ 3140964 w 3219450"/>
                <a:gd name="connsiteY1822" fmla="*/ 453580 h 2495550"/>
                <a:gd name="connsiteX1823" fmla="*/ 3138964 w 3219450"/>
                <a:gd name="connsiteY1823" fmla="*/ 453676 h 2495550"/>
                <a:gd name="connsiteX1824" fmla="*/ 3134106 w 3219450"/>
                <a:gd name="connsiteY1824" fmla="*/ 455105 h 2495550"/>
                <a:gd name="connsiteX1825" fmla="*/ 3133249 w 3219450"/>
                <a:gd name="connsiteY1825" fmla="*/ 455581 h 2495550"/>
                <a:gd name="connsiteX1826" fmla="*/ 3132487 w 3219450"/>
                <a:gd name="connsiteY1826" fmla="*/ 456248 h 2495550"/>
                <a:gd name="connsiteX1827" fmla="*/ 3132011 w 3219450"/>
                <a:gd name="connsiteY1827" fmla="*/ 457295 h 2495550"/>
                <a:gd name="connsiteX1828" fmla="*/ 3131820 w 3219450"/>
                <a:gd name="connsiteY1828" fmla="*/ 457867 h 2495550"/>
                <a:gd name="connsiteX1829" fmla="*/ 3131630 w 3219450"/>
                <a:gd name="connsiteY1829" fmla="*/ 458248 h 2495550"/>
                <a:gd name="connsiteX1830" fmla="*/ 3131344 w 3219450"/>
                <a:gd name="connsiteY1830" fmla="*/ 458629 h 2495550"/>
                <a:gd name="connsiteX1831" fmla="*/ 3130963 w 3219450"/>
                <a:gd name="connsiteY1831" fmla="*/ 459010 h 2495550"/>
                <a:gd name="connsiteX1832" fmla="*/ 3130487 w 3219450"/>
                <a:gd name="connsiteY1832" fmla="*/ 459391 h 2495550"/>
                <a:gd name="connsiteX1833" fmla="*/ 3126105 w 3219450"/>
                <a:gd name="connsiteY1833" fmla="*/ 461391 h 2495550"/>
                <a:gd name="connsiteX1834" fmla="*/ 3126105 w 3219450"/>
                <a:gd name="connsiteY1834" fmla="*/ 461677 h 2495550"/>
                <a:gd name="connsiteX1835" fmla="*/ 3122105 w 3219450"/>
                <a:gd name="connsiteY1835" fmla="*/ 464534 h 2495550"/>
                <a:gd name="connsiteX1836" fmla="*/ 3121533 w 3219450"/>
                <a:gd name="connsiteY1836" fmla="*/ 465296 h 2495550"/>
                <a:gd name="connsiteX1837" fmla="*/ 3120486 w 3219450"/>
                <a:gd name="connsiteY1837" fmla="*/ 467201 h 2495550"/>
                <a:gd name="connsiteX1838" fmla="*/ 3119723 w 3219450"/>
                <a:gd name="connsiteY1838" fmla="*/ 468344 h 2495550"/>
                <a:gd name="connsiteX1839" fmla="*/ 3118961 w 3219450"/>
                <a:gd name="connsiteY1839" fmla="*/ 468821 h 2495550"/>
                <a:gd name="connsiteX1840" fmla="*/ 3118104 w 3219450"/>
                <a:gd name="connsiteY1840" fmla="*/ 469106 h 2495550"/>
                <a:gd name="connsiteX1841" fmla="*/ 3117342 w 3219450"/>
                <a:gd name="connsiteY1841" fmla="*/ 469011 h 2495550"/>
                <a:gd name="connsiteX1842" fmla="*/ 3116676 w 3219450"/>
                <a:gd name="connsiteY1842" fmla="*/ 468535 h 2495550"/>
                <a:gd name="connsiteX1843" fmla="*/ 3115437 w 3219450"/>
                <a:gd name="connsiteY1843" fmla="*/ 467392 h 2495550"/>
                <a:gd name="connsiteX1844" fmla="*/ 3114580 w 3219450"/>
                <a:gd name="connsiteY1844" fmla="*/ 467011 h 2495550"/>
                <a:gd name="connsiteX1845" fmla="*/ 3113723 w 3219450"/>
                <a:gd name="connsiteY1845" fmla="*/ 466916 h 2495550"/>
                <a:gd name="connsiteX1846" fmla="*/ 3112865 w 3219450"/>
                <a:gd name="connsiteY1846" fmla="*/ 467106 h 2495550"/>
                <a:gd name="connsiteX1847" fmla="*/ 3112103 w 3219450"/>
                <a:gd name="connsiteY1847" fmla="*/ 467678 h 2495550"/>
                <a:gd name="connsiteX1848" fmla="*/ 3111722 w 3219450"/>
                <a:gd name="connsiteY1848" fmla="*/ 468059 h 2495550"/>
                <a:gd name="connsiteX1849" fmla="*/ 3111437 w 3219450"/>
                <a:gd name="connsiteY1849" fmla="*/ 468535 h 2495550"/>
                <a:gd name="connsiteX1850" fmla="*/ 3111246 w 3219450"/>
                <a:gd name="connsiteY1850" fmla="*/ 469106 h 2495550"/>
                <a:gd name="connsiteX1851" fmla="*/ 3111246 w 3219450"/>
                <a:gd name="connsiteY1851" fmla="*/ 469773 h 2495550"/>
                <a:gd name="connsiteX1852" fmla="*/ 3111437 w 3219450"/>
                <a:gd name="connsiteY1852" fmla="*/ 470345 h 2495550"/>
                <a:gd name="connsiteX1853" fmla="*/ 3111627 w 3219450"/>
                <a:gd name="connsiteY1853" fmla="*/ 470821 h 2495550"/>
                <a:gd name="connsiteX1854" fmla="*/ 3111818 w 3219450"/>
                <a:gd name="connsiteY1854" fmla="*/ 471392 h 2495550"/>
                <a:gd name="connsiteX1855" fmla="*/ 3111913 w 3219450"/>
                <a:gd name="connsiteY1855" fmla="*/ 472059 h 2495550"/>
                <a:gd name="connsiteX1856" fmla="*/ 3111722 w 3219450"/>
                <a:gd name="connsiteY1856" fmla="*/ 473107 h 2495550"/>
                <a:gd name="connsiteX1857" fmla="*/ 3111246 w 3219450"/>
                <a:gd name="connsiteY1857" fmla="*/ 473964 h 2495550"/>
                <a:gd name="connsiteX1858" fmla="*/ 3108579 w 3219450"/>
                <a:gd name="connsiteY1858" fmla="*/ 477298 h 2495550"/>
                <a:gd name="connsiteX1859" fmla="*/ 3107246 w 3219450"/>
                <a:gd name="connsiteY1859" fmla="*/ 479393 h 2495550"/>
                <a:gd name="connsiteX1860" fmla="*/ 3106960 w 3219450"/>
                <a:gd name="connsiteY1860" fmla="*/ 479870 h 2495550"/>
                <a:gd name="connsiteX1861" fmla="*/ 3106865 w 3219450"/>
                <a:gd name="connsiteY1861" fmla="*/ 480346 h 2495550"/>
                <a:gd name="connsiteX1862" fmla="*/ 3106865 w 3219450"/>
                <a:gd name="connsiteY1862" fmla="*/ 480822 h 2495550"/>
                <a:gd name="connsiteX1863" fmla="*/ 3107246 w 3219450"/>
                <a:gd name="connsiteY1863" fmla="*/ 482155 h 2495550"/>
                <a:gd name="connsiteX1864" fmla="*/ 3107341 w 3219450"/>
                <a:gd name="connsiteY1864" fmla="*/ 482822 h 2495550"/>
                <a:gd name="connsiteX1865" fmla="*/ 3107246 w 3219450"/>
                <a:gd name="connsiteY1865" fmla="*/ 483489 h 2495550"/>
                <a:gd name="connsiteX1866" fmla="*/ 3106960 w 3219450"/>
                <a:gd name="connsiteY1866" fmla="*/ 484156 h 2495550"/>
                <a:gd name="connsiteX1867" fmla="*/ 3106007 w 3219450"/>
                <a:gd name="connsiteY1867" fmla="*/ 485394 h 2495550"/>
                <a:gd name="connsiteX1868" fmla="*/ 3105531 w 3219450"/>
                <a:gd name="connsiteY1868" fmla="*/ 485966 h 2495550"/>
                <a:gd name="connsiteX1869" fmla="*/ 3104960 w 3219450"/>
                <a:gd name="connsiteY1869" fmla="*/ 486442 h 2495550"/>
                <a:gd name="connsiteX1870" fmla="*/ 3104293 w 3219450"/>
                <a:gd name="connsiteY1870" fmla="*/ 486728 h 2495550"/>
                <a:gd name="connsiteX1871" fmla="*/ 3101721 w 3219450"/>
                <a:gd name="connsiteY1871" fmla="*/ 486823 h 2495550"/>
                <a:gd name="connsiteX1872" fmla="*/ 3100578 w 3219450"/>
                <a:gd name="connsiteY1872" fmla="*/ 486537 h 2495550"/>
                <a:gd name="connsiteX1873" fmla="*/ 3097816 w 3219450"/>
                <a:gd name="connsiteY1873" fmla="*/ 485013 h 2495550"/>
                <a:gd name="connsiteX1874" fmla="*/ 3096006 w 3219450"/>
                <a:gd name="connsiteY1874" fmla="*/ 484632 h 2495550"/>
                <a:gd name="connsiteX1875" fmla="*/ 3094196 w 3219450"/>
                <a:gd name="connsiteY1875" fmla="*/ 484537 h 2495550"/>
                <a:gd name="connsiteX1876" fmla="*/ 3090577 w 3219450"/>
                <a:gd name="connsiteY1876" fmla="*/ 485108 h 2495550"/>
                <a:gd name="connsiteX1877" fmla="*/ 3089815 w 3219450"/>
                <a:gd name="connsiteY1877" fmla="*/ 485394 h 2495550"/>
                <a:gd name="connsiteX1878" fmla="*/ 3087243 w 3219450"/>
                <a:gd name="connsiteY1878" fmla="*/ 487299 h 2495550"/>
                <a:gd name="connsiteX1879" fmla="*/ 3086577 w 3219450"/>
                <a:gd name="connsiteY1879" fmla="*/ 487680 h 2495550"/>
                <a:gd name="connsiteX1880" fmla="*/ 3085148 w 3219450"/>
                <a:gd name="connsiteY1880" fmla="*/ 488156 h 2495550"/>
                <a:gd name="connsiteX1881" fmla="*/ 3082766 w 3219450"/>
                <a:gd name="connsiteY1881" fmla="*/ 488156 h 2495550"/>
                <a:gd name="connsiteX1882" fmla="*/ 3081338 w 3219450"/>
                <a:gd name="connsiteY1882" fmla="*/ 487775 h 2495550"/>
                <a:gd name="connsiteX1883" fmla="*/ 3078004 w 3219450"/>
                <a:gd name="connsiteY1883" fmla="*/ 487490 h 2495550"/>
                <a:gd name="connsiteX1884" fmla="*/ 3074861 w 3219450"/>
                <a:gd name="connsiteY1884" fmla="*/ 488061 h 2495550"/>
                <a:gd name="connsiteX1885" fmla="*/ 3074385 w 3219450"/>
                <a:gd name="connsiteY1885" fmla="*/ 488347 h 2495550"/>
                <a:gd name="connsiteX1886" fmla="*/ 3073146 w 3219450"/>
                <a:gd name="connsiteY1886" fmla="*/ 489490 h 2495550"/>
                <a:gd name="connsiteX1887" fmla="*/ 3072670 w 3219450"/>
                <a:gd name="connsiteY1887" fmla="*/ 489776 h 2495550"/>
                <a:gd name="connsiteX1888" fmla="*/ 3072098 w 3219450"/>
                <a:gd name="connsiteY1888" fmla="*/ 489871 h 2495550"/>
                <a:gd name="connsiteX1889" fmla="*/ 3071527 w 3219450"/>
                <a:gd name="connsiteY1889" fmla="*/ 489871 h 2495550"/>
                <a:gd name="connsiteX1890" fmla="*/ 3071051 w 3219450"/>
                <a:gd name="connsiteY1890" fmla="*/ 489680 h 2495550"/>
                <a:gd name="connsiteX1891" fmla="*/ 3069527 w 3219450"/>
                <a:gd name="connsiteY1891" fmla="*/ 488823 h 2495550"/>
                <a:gd name="connsiteX1892" fmla="*/ 3068955 w 3219450"/>
                <a:gd name="connsiteY1892" fmla="*/ 488632 h 2495550"/>
                <a:gd name="connsiteX1893" fmla="*/ 3068003 w 3219450"/>
                <a:gd name="connsiteY1893" fmla="*/ 488632 h 2495550"/>
                <a:gd name="connsiteX1894" fmla="*/ 3066098 w 3219450"/>
                <a:gd name="connsiteY1894" fmla="*/ 489013 h 2495550"/>
                <a:gd name="connsiteX1895" fmla="*/ 3065145 w 3219450"/>
                <a:gd name="connsiteY1895" fmla="*/ 489013 h 2495550"/>
                <a:gd name="connsiteX1896" fmla="*/ 3061049 w 3219450"/>
                <a:gd name="connsiteY1896" fmla="*/ 487680 h 2495550"/>
                <a:gd name="connsiteX1897" fmla="*/ 3060002 w 3219450"/>
                <a:gd name="connsiteY1897" fmla="*/ 487775 h 2495550"/>
                <a:gd name="connsiteX1898" fmla="*/ 3057239 w 3219450"/>
                <a:gd name="connsiteY1898" fmla="*/ 489966 h 2495550"/>
                <a:gd name="connsiteX1899" fmla="*/ 3056763 w 3219450"/>
                <a:gd name="connsiteY1899" fmla="*/ 490252 h 2495550"/>
                <a:gd name="connsiteX1900" fmla="*/ 3056287 w 3219450"/>
                <a:gd name="connsiteY1900" fmla="*/ 490347 h 2495550"/>
                <a:gd name="connsiteX1901" fmla="*/ 3055811 w 3219450"/>
                <a:gd name="connsiteY1901" fmla="*/ 490347 h 2495550"/>
                <a:gd name="connsiteX1902" fmla="*/ 3055335 w 3219450"/>
                <a:gd name="connsiteY1902" fmla="*/ 490252 h 2495550"/>
                <a:gd name="connsiteX1903" fmla="*/ 3054858 w 3219450"/>
                <a:gd name="connsiteY1903" fmla="*/ 490061 h 2495550"/>
                <a:gd name="connsiteX1904" fmla="*/ 3054477 w 3219450"/>
                <a:gd name="connsiteY1904" fmla="*/ 489776 h 2495550"/>
                <a:gd name="connsiteX1905" fmla="*/ 3052382 w 3219450"/>
                <a:gd name="connsiteY1905" fmla="*/ 487109 h 2495550"/>
                <a:gd name="connsiteX1906" fmla="*/ 3050762 w 3219450"/>
                <a:gd name="connsiteY1906" fmla="*/ 485680 h 2495550"/>
                <a:gd name="connsiteX1907" fmla="*/ 3049048 w 3219450"/>
                <a:gd name="connsiteY1907" fmla="*/ 484632 h 2495550"/>
                <a:gd name="connsiteX1908" fmla="*/ 3047238 w 3219450"/>
                <a:gd name="connsiteY1908" fmla="*/ 484156 h 2495550"/>
                <a:gd name="connsiteX1909" fmla="*/ 3046000 w 3219450"/>
                <a:gd name="connsiteY1909" fmla="*/ 484061 h 2495550"/>
                <a:gd name="connsiteX1910" fmla="*/ 3035046 w 3219450"/>
                <a:gd name="connsiteY1910" fmla="*/ 486632 h 2495550"/>
                <a:gd name="connsiteX1911" fmla="*/ 3032760 w 3219450"/>
                <a:gd name="connsiteY1911" fmla="*/ 487585 h 2495550"/>
                <a:gd name="connsiteX1912" fmla="*/ 3030760 w 3219450"/>
                <a:gd name="connsiteY1912" fmla="*/ 488823 h 2495550"/>
                <a:gd name="connsiteX1913" fmla="*/ 3029427 w 3219450"/>
                <a:gd name="connsiteY1913" fmla="*/ 489204 h 2495550"/>
                <a:gd name="connsiteX1914" fmla="*/ 3028379 w 3219450"/>
                <a:gd name="connsiteY1914" fmla="*/ 489299 h 2495550"/>
                <a:gd name="connsiteX1915" fmla="*/ 3026283 w 3219450"/>
                <a:gd name="connsiteY1915" fmla="*/ 489109 h 2495550"/>
                <a:gd name="connsiteX1916" fmla="*/ 3025236 w 3219450"/>
                <a:gd name="connsiteY1916" fmla="*/ 488728 h 2495550"/>
                <a:gd name="connsiteX1917" fmla="*/ 3023140 w 3219450"/>
                <a:gd name="connsiteY1917" fmla="*/ 487299 h 2495550"/>
                <a:gd name="connsiteX1918" fmla="*/ 3022187 w 3219450"/>
                <a:gd name="connsiteY1918" fmla="*/ 487013 h 2495550"/>
                <a:gd name="connsiteX1919" fmla="*/ 3020949 w 3219450"/>
                <a:gd name="connsiteY1919" fmla="*/ 485966 h 2495550"/>
                <a:gd name="connsiteX1920" fmla="*/ 3020759 w 3219450"/>
                <a:gd name="connsiteY1920" fmla="*/ 483394 h 2495550"/>
                <a:gd name="connsiteX1921" fmla="*/ 3020949 w 3219450"/>
                <a:gd name="connsiteY1921" fmla="*/ 480346 h 2495550"/>
                <a:gd name="connsiteX1922" fmla="*/ 3020949 w 3219450"/>
                <a:gd name="connsiteY1922" fmla="*/ 477965 h 2495550"/>
                <a:gd name="connsiteX1923" fmla="*/ 3019139 w 3219450"/>
                <a:gd name="connsiteY1923" fmla="*/ 473011 h 2495550"/>
                <a:gd name="connsiteX1924" fmla="*/ 3016568 w 3219450"/>
                <a:gd name="connsiteY1924" fmla="*/ 469582 h 2495550"/>
                <a:gd name="connsiteX1925" fmla="*/ 3007328 w 3219450"/>
                <a:gd name="connsiteY1925" fmla="*/ 459962 h 2495550"/>
                <a:gd name="connsiteX1926" fmla="*/ 3006662 w 3219450"/>
                <a:gd name="connsiteY1926" fmla="*/ 458819 h 2495550"/>
                <a:gd name="connsiteX1927" fmla="*/ 3006471 w 3219450"/>
                <a:gd name="connsiteY1927" fmla="*/ 457009 h 2495550"/>
                <a:gd name="connsiteX1928" fmla="*/ 3006186 w 3219450"/>
                <a:gd name="connsiteY1928" fmla="*/ 455771 h 2495550"/>
                <a:gd name="connsiteX1929" fmla="*/ 3006090 w 3219450"/>
                <a:gd name="connsiteY1929" fmla="*/ 454628 h 2495550"/>
                <a:gd name="connsiteX1930" fmla="*/ 3006662 w 3219450"/>
                <a:gd name="connsiteY1930" fmla="*/ 453104 h 2495550"/>
                <a:gd name="connsiteX1931" fmla="*/ 3008376 w 3219450"/>
                <a:gd name="connsiteY1931" fmla="*/ 450913 h 2495550"/>
                <a:gd name="connsiteX1932" fmla="*/ 3009519 w 3219450"/>
                <a:gd name="connsiteY1932" fmla="*/ 449771 h 2495550"/>
                <a:gd name="connsiteX1933" fmla="*/ 3010377 w 3219450"/>
                <a:gd name="connsiteY1933" fmla="*/ 449294 h 2495550"/>
                <a:gd name="connsiteX1934" fmla="*/ 3010757 w 3219450"/>
                <a:gd name="connsiteY1934" fmla="*/ 448913 h 2495550"/>
                <a:gd name="connsiteX1935" fmla="*/ 3011329 w 3219450"/>
                <a:gd name="connsiteY1935" fmla="*/ 446151 h 2495550"/>
                <a:gd name="connsiteX1936" fmla="*/ 3011615 w 3219450"/>
                <a:gd name="connsiteY1936" fmla="*/ 445199 h 2495550"/>
                <a:gd name="connsiteX1937" fmla="*/ 3011901 w 3219450"/>
                <a:gd name="connsiteY1937" fmla="*/ 444627 h 2495550"/>
                <a:gd name="connsiteX1938" fmla="*/ 3014282 w 3219450"/>
                <a:gd name="connsiteY1938" fmla="*/ 441674 h 2495550"/>
                <a:gd name="connsiteX1939" fmla="*/ 3014568 w 3219450"/>
                <a:gd name="connsiteY1939" fmla="*/ 440722 h 2495550"/>
                <a:gd name="connsiteX1940" fmla="*/ 3014663 w 3219450"/>
                <a:gd name="connsiteY1940" fmla="*/ 438817 h 2495550"/>
                <a:gd name="connsiteX1941" fmla="*/ 3014472 w 3219450"/>
                <a:gd name="connsiteY1941" fmla="*/ 437579 h 2495550"/>
                <a:gd name="connsiteX1942" fmla="*/ 3014091 w 3219450"/>
                <a:gd name="connsiteY1942" fmla="*/ 437102 h 2495550"/>
                <a:gd name="connsiteX1943" fmla="*/ 3013520 w 3219450"/>
                <a:gd name="connsiteY1943" fmla="*/ 436912 h 2495550"/>
                <a:gd name="connsiteX1944" fmla="*/ 3012853 w 3219450"/>
                <a:gd name="connsiteY1944" fmla="*/ 436436 h 2495550"/>
                <a:gd name="connsiteX1945" fmla="*/ 3012281 w 3219450"/>
                <a:gd name="connsiteY1945" fmla="*/ 435769 h 2495550"/>
                <a:gd name="connsiteX1946" fmla="*/ 3011996 w 3219450"/>
                <a:gd name="connsiteY1946" fmla="*/ 435102 h 2495550"/>
                <a:gd name="connsiteX1947" fmla="*/ 3011424 w 3219450"/>
                <a:gd name="connsiteY1947" fmla="*/ 433578 h 2495550"/>
                <a:gd name="connsiteX1948" fmla="*/ 3010377 w 3219450"/>
                <a:gd name="connsiteY1948" fmla="*/ 431292 h 2495550"/>
                <a:gd name="connsiteX1949" fmla="*/ 3010091 w 3219450"/>
                <a:gd name="connsiteY1949" fmla="*/ 429863 h 2495550"/>
                <a:gd name="connsiteX1950" fmla="*/ 3010472 w 3219450"/>
                <a:gd name="connsiteY1950" fmla="*/ 428435 h 2495550"/>
                <a:gd name="connsiteX1951" fmla="*/ 3011138 w 3219450"/>
                <a:gd name="connsiteY1951" fmla="*/ 426815 h 2495550"/>
                <a:gd name="connsiteX1952" fmla="*/ 3011138 w 3219450"/>
                <a:gd name="connsiteY1952" fmla="*/ 425387 h 2495550"/>
                <a:gd name="connsiteX1953" fmla="*/ 3010377 w 3219450"/>
                <a:gd name="connsiteY1953" fmla="*/ 424434 h 2495550"/>
                <a:gd name="connsiteX1954" fmla="*/ 3008853 w 3219450"/>
                <a:gd name="connsiteY1954" fmla="*/ 424339 h 2495550"/>
                <a:gd name="connsiteX1955" fmla="*/ 3004852 w 3219450"/>
                <a:gd name="connsiteY1955" fmla="*/ 426053 h 2495550"/>
                <a:gd name="connsiteX1956" fmla="*/ 3004185 w 3219450"/>
                <a:gd name="connsiteY1956" fmla="*/ 425672 h 2495550"/>
                <a:gd name="connsiteX1957" fmla="*/ 3004090 w 3219450"/>
                <a:gd name="connsiteY1957" fmla="*/ 425196 h 2495550"/>
                <a:gd name="connsiteX1958" fmla="*/ 3003614 w 3219450"/>
                <a:gd name="connsiteY1958" fmla="*/ 423672 h 2495550"/>
                <a:gd name="connsiteX1959" fmla="*/ 3003519 w 3219450"/>
                <a:gd name="connsiteY1959" fmla="*/ 422815 h 2495550"/>
                <a:gd name="connsiteX1960" fmla="*/ 3003614 w 3219450"/>
                <a:gd name="connsiteY1960" fmla="*/ 421958 h 2495550"/>
                <a:gd name="connsiteX1961" fmla="*/ 3003899 w 3219450"/>
                <a:gd name="connsiteY1961" fmla="*/ 420434 h 2495550"/>
                <a:gd name="connsiteX1962" fmla="*/ 3003899 w 3219450"/>
                <a:gd name="connsiteY1962" fmla="*/ 419576 h 2495550"/>
                <a:gd name="connsiteX1963" fmla="*/ 3003233 w 3219450"/>
                <a:gd name="connsiteY1963" fmla="*/ 418243 h 2495550"/>
                <a:gd name="connsiteX1964" fmla="*/ 3002090 w 3219450"/>
                <a:gd name="connsiteY1964" fmla="*/ 417671 h 2495550"/>
                <a:gd name="connsiteX1965" fmla="*/ 3000852 w 3219450"/>
                <a:gd name="connsiteY1965" fmla="*/ 417290 h 2495550"/>
                <a:gd name="connsiteX1966" fmla="*/ 2999708 w 3219450"/>
                <a:gd name="connsiteY1966" fmla="*/ 416528 h 2495550"/>
                <a:gd name="connsiteX1967" fmla="*/ 2999137 w 3219450"/>
                <a:gd name="connsiteY1967" fmla="*/ 415100 h 2495550"/>
                <a:gd name="connsiteX1968" fmla="*/ 2999328 w 3219450"/>
                <a:gd name="connsiteY1968" fmla="*/ 413576 h 2495550"/>
                <a:gd name="connsiteX1969" fmla="*/ 3004280 w 3219450"/>
                <a:gd name="connsiteY1969" fmla="*/ 400812 h 2495550"/>
                <a:gd name="connsiteX1970" fmla="*/ 3006281 w 3219450"/>
                <a:gd name="connsiteY1970" fmla="*/ 397193 h 2495550"/>
                <a:gd name="connsiteX1971" fmla="*/ 3006757 w 3219450"/>
                <a:gd name="connsiteY1971" fmla="*/ 395954 h 2495550"/>
                <a:gd name="connsiteX1972" fmla="*/ 3006662 w 3219450"/>
                <a:gd name="connsiteY1972" fmla="*/ 394907 h 2495550"/>
                <a:gd name="connsiteX1973" fmla="*/ 3005423 w 3219450"/>
                <a:gd name="connsiteY1973" fmla="*/ 394430 h 2495550"/>
                <a:gd name="connsiteX1974" fmla="*/ 3004090 w 3219450"/>
                <a:gd name="connsiteY1974" fmla="*/ 394621 h 2495550"/>
                <a:gd name="connsiteX1975" fmla="*/ 3004090 w 3219450"/>
                <a:gd name="connsiteY1975" fmla="*/ 394621 h 2495550"/>
                <a:gd name="connsiteX1976" fmla="*/ 3000947 w 3219450"/>
                <a:gd name="connsiteY1976" fmla="*/ 396050 h 2495550"/>
                <a:gd name="connsiteX1977" fmla="*/ 2999708 w 3219450"/>
                <a:gd name="connsiteY1977" fmla="*/ 396240 h 2495550"/>
                <a:gd name="connsiteX1978" fmla="*/ 2998185 w 3219450"/>
                <a:gd name="connsiteY1978" fmla="*/ 396050 h 2495550"/>
                <a:gd name="connsiteX1979" fmla="*/ 2996851 w 3219450"/>
                <a:gd name="connsiteY1979" fmla="*/ 395383 h 2495550"/>
                <a:gd name="connsiteX1980" fmla="*/ 2996279 w 3219450"/>
                <a:gd name="connsiteY1980" fmla="*/ 394145 h 2495550"/>
                <a:gd name="connsiteX1981" fmla="*/ 2995708 w 3219450"/>
                <a:gd name="connsiteY1981" fmla="*/ 393192 h 2495550"/>
                <a:gd name="connsiteX1982" fmla="*/ 2994374 w 3219450"/>
                <a:gd name="connsiteY1982" fmla="*/ 392811 h 2495550"/>
                <a:gd name="connsiteX1983" fmla="*/ 2991612 w 3219450"/>
                <a:gd name="connsiteY1983" fmla="*/ 392811 h 2495550"/>
                <a:gd name="connsiteX1984" fmla="*/ 2989040 w 3219450"/>
                <a:gd name="connsiteY1984" fmla="*/ 393668 h 2495550"/>
                <a:gd name="connsiteX1985" fmla="*/ 2986659 w 3219450"/>
                <a:gd name="connsiteY1985" fmla="*/ 394907 h 2495550"/>
                <a:gd name="connsiteX1986" fmla="*/ 2984373 w 3219450"/>
                <a:gd name="connsiteY1986" fmla="*/ 395383 h 2495550"/>
                <a:gd name="connsiteX1987" fmla="*/ 2981897 w 3219450"/>
                <a:gd name="connsiteY1987" fmla="*/ 393954 h 2495550"/>
                <a:gd name="connsiteX1988" fmla="*/ 2973229 w 3219450"/>
                <a:gd name="connsiteY1988" fmla="*/ 386810 h 2495550"/>
                <a:gd name="connsiteX1989" fmla="*/ 2971133 w 3219450"/>
                <a:gd name="connsiteY1989" fmla="*/ 384334 h 2495550"/>
                <a:gd name="connsiteX1990" fmla="*/ 2969895 w 3219450"/>
                <a:gd name="connsiteY1990" fmla="*/ 383286 h 2495550"/>
                <a:gd name="connsiteX1991" fmla="*/ 2967419 w 3219450"/>
                <a:gd name="connsiteY1991" fmla="*/ 382429 h 2495550"/>
                <a:gd name="connsiteX1992" fmla="*/ 2966752 w 3219450"/>
                <a:gd name="connsiteY1992" fmla="*/ 381286 h 2495550"/>
                <a:gd name="connsiteX1993" fmla="*/ 2966657 w 3219450"/>
                <a:gd name="connsiteY1993" fmla="*/ 379667 h 2495550"/>
                <a:gd name="connsiteX1994" fmla="*/ 2967133 w 3219450"/>
                <a:gd name="connsiteY1994" fmla="*/ 377857 h 2495550"/>
                <a:gd name="connsiteX1995" fmla="*/ 2965133 w 3219450"/>
                <a:gd name="connsiteY1995" fmla="*/ 376428 h 2495550"/>
                <a:gd name="connsiteX1996" fmla="*/ 2964085 w 3219450"/>
                <a:gd name="connsiteY1996" fmla="*/ 375857 h 2495550"/>
                <a:gd name="connsiteX1997" fmla="*/ 2962942 w 3219450"/>
                <a:gd name="connsiteY1997" fmla="*/ 375666 h 2495550"/>
                <a:gd name="connsiteX1998" fmla="*/ 2963132 w 3219450"/>
                <a:gd name="connsiteY1998" fmla="*/ 372047 h 2495550"/>
                <a:gd name="connsiteX1999" fmla="*/ 2962942 w 3219450"/>
                <a:gd name="connsiteY1999" fmla="*/ 370999 h 2495550"/>
                <a:gd name="connsiteX2000" fmla="*/ 2962085 w 3219450"/>
                <a:gd name="connsiteY2000" fmla="*/ 370427 h 2495550"/>
                <a:gd name="connsiteX2001" fmla="*/ 2959513 w 3219450"/>
                <a:gd name="connsiteY2001" fmla="*/ 370142 h 2495550"/>
                <a:gd name="connsiteX2002" fmla="*/ 2958465 w 3219450"/>
                <a:gd name="connsiteY2002" fmla="*/ 369570 h 2495550"/>
                <a:gd name="connsiteX2003" fmla="*/ 2957703 w 3219450"/>
                <a:gd name="connsiteY2003" fmla="*/ 368618 h 2495550"/>
                <a:gd name="connsiteX2004" fmla="*/ 2957513 w 3219450"/>
                <a:gd name="connsiteY2004" fmla="*/ 367856 h 2495550"/>
                <a:gd name="connsiteX2005" fmla="*/ 2957418 w 3219450"/>
                <a:gd name="connsiteY2005" fmla="*/ 365188 h 2495550"/>
                <a:gd name="connsiteX2006" fmla="*/ 2956179 w 3219450"/>
                <a:gd name="connsiteY2006" fmla="*/ 362331 h 2495550"/>
                <a:gd name="connsiteX2007" fmla="*/ 2953988 w 3219450"/>
                <a:gd name="connsiteY2007" fmla="*/ 361950 h 2495550"/>
                <a:gd name="connsiteX2008" fmla="*/ 2951036 w 3219450"/>
                <a:gd name="connsiteY2008" fmla="*/ 362522 h 2495550"/>
                <a:gd name="connsiteX2009" fmla="*/ 2948559 w 3219450"/>
                <a:gd name="connsiteY2009" fmla="*/ 362045 h 2495550"/>
                <a:gd name="connsiteX2010" fmla="*/ 2947511 w 3219450"/>
                <a:gd name="connsiteY2010" fmla="*/ 361188 h 2495550"/>
                <a:gd name="connsiteX2011" fmla="*/ 2946845 w 3219450"/>
                <a:gd name="connsiteY2011" fmla="*/ 360140 h 2495550"/>
                <a:gd name="connsiteX2012" fmla="*/ 2946464 w 3219450"/>
                <a:gd name="connsiteY2012" fmla="*/ 358712 h 2495550"/>
                <a:gd name="connsiteX2013" fmla="*/ 2946369 w 3219450"/>
                <a:gd name="connsiteY2013" fmla="*/ 354902 h 2495550"/>
                <a:gd name="connsiteX2014" fmla="*/ 2946273 w 3219450"/>
                <a:gd name="connsiteY2014" fmla="*/ 353663 h 2495550"/>
                <a:gd name="connsiteX2015" fmla="*/ 2945797 w 3219450"/>
                <a:gd name="connsiteY2015" fmla="*/ 352711 h 2495550"/>
                <a:gd name="connsiteX2016" fmla="*/ 2944845 w 3219450"/>
                <a:gd name="connsiteY2016" fmla="*/ 351568 h 2495550"/>
                <a:gd name="connsiteX2017" fmla="*/ 2943702 w 3219450"/>
                <a:gd name="connsiteY2017" fmla="*/ 350711 h 2495550"/>
                <a:gd name="connsiteX2018" fmla="*/ 2942368 w 3219450"/>
                <a:gd name="connsiteY2018" fmla="*/ 350234 h 2495550"/>
                <a:gd name="connsiteX2019" fmla="*/ 2939606 w 3219450"/>
                <a:gd name="connsiteY2019" fmla="*/ 349949 h 2495550"/>
                <a:gd name="connsiteX2020" fmla="*/ 2938272 w 3219450"/>
                <a:gd name="connsiteY2020" fmla="*/ 350425 h 2495550"/>
                <a:gd name="connsiteX2021" fmla="*/ 2937891 w 3219450"/>
                <a:gd name="connsiteY2021" fmla="*/ 351568 h 2495550"/>
                <a:gd name="connsiteX2022" fmla="*/ 2937986 w 3219450"/>
                <a:gd name="connsiteY2022" fmla="*/ 354902 h 2495550"/>
                <a:gd name="connsiteX2023" fmla="*/ 2937415 w 3219450"/>
                <a:gd name="connsiteY2023" fmla="*/ 356521 h 2495550"/>
                <a:gd name="connsiteX2024" fmla="*/ 2936272 w 3219450"/>
                <a:gd name="connsiteY2024" fmla="*/ 357188 h 2495550"/>
                <a:gd name="connsiteX2025" fmla="*/ 2934938 w 3219450"/>
                <a:gd name="connsiteY2025" fmla="*/ 356997 h 2495550"/>
                <a:gd name="connsiteX2026" fmla="*/ 2932653 w 3219450"/>
                <a:gd name="connsiteY2026" fmla="*/ 354521 h 2495550"/>
                <a:gd name="connsiteX2027" fmla="*/ 2931224 w 3219450"/>
                <a:gd name="connsiteY2027" fmla="*/ 353663 h 2495550"/>
                <a:gd name="connsiteX2028" fmla="*/ 2929795 w 3219450"/>
                <a:gd name="connsiteY2028" fmla="*/ 353282 h 2495550"/>
                <a:gd name="connsiteX2029" fmla="*/ 2928557 w 3219450"/>
                <a:gd name="connsiteY2029" fmla="*/ 353378 h 2495550"/>
                <a:gd name="connsiteX2030" fmla="*/ 2927319 w 3219450"/>
                <a:gd name="connsiteY2030" fmla="*/ 354140 h 2495550"/>
                <a:gd name="connsiteX2031" fmla="*/ 2925509 w 3219450"/>
                <a:gd name="connsiteY2031" fmla="*/ 356235 h 2495550"/>
                <a:gd name="connsiteX2032" fmla="*/ 2924461 w 3219450"/>
                <a:gd name="connsiteY2032" fmla="*/ 356711 h 2495550"/>
                <a:gd name="connsiteX2033" fmla="*/ 2923032 w 3219450"/>
                <a:gd name="connsiteY2033" fmla="*/ 356426 h 2495550"/>
                <a:gd name="connsiteX2034" fmla="*/ 2921889 w 3219450"/>
                <a:gd name="connsiteY2034" fmla="*/ 355663 h 2495550"/>
                <a:gd name="connsiteX2035" fmla="*/ 2921032 w 3219450"/>
                <a:gd name="connsiteY2035" fmla="*/ 354425 h 2495550"/>
                <a:gd name="connsiteX2036" fmla="*/ 2919127 w 3219450"/>
                <a:gd name="connsiteY2036" fmla="*/ 350044 h 2495550"/>
                <a:gd name="connsiteX2037" fmla="*/ 2918270 w 3219450"/>
                <a:gd name="connsiteY2037" fmla="*/ 349187 h 2495550"/>
                <a:gd name="connsiteX2038" fmla="*/ 2915603 w 3219450"/>
                <a:gd name="connsiteY2038" fmla="*/ 348520 h 2495550"/>
                <a:gd name="connsiteX2039" fmla="*/ 2913221 w 3219450"/>
                <a:gd name="connsiteY2039" fmla="*/ 346710 h 2495550"/>
                <a:gd name="connsiteX2040" fmla="*/ 2911983 w 3219450"/>
                <a:gd name="connsiteY2040" fmla="*/ 346043 h 2495550"/>
                <a:gd name="connsiteX2041" fmla="*/ 2910650 w 3219450"/>
                <a:gd name="connsiteY2041" fmla="*/ 345948 h 2495550"/>
                <a:gd name="connsiteX2042" fmla="*/ 2908364 w 3219450"/>
                <a:gd name="connsiteY2042" fmla="*/ 346901 h 2495550"/>
                <a:gd name="connsiteX2043" fmla="*/ 2907126 w 3219450"/>
                <a:gd name="connsiteY2043" fmla="*/ 347186 h 2495550"/>
                <a:gd name="connsiteX2044" fmla="*/ 2905697 w 3219450"/>
                <a:gd name="connsiteY2044" fmla="*/ 346710 h 2495550"/>
                <a:gd name="connsiteX2045" fmla="*/ 2905220 w 3219450"/>
                <a:gd name="connsiteY2045" fmla="*/ 345567 h 2495550"/>
                <a:gd name="connsiteX2046" fmla="*/ 2905411 w 3219450"/>
                <a:gd name="connsiteY2046" fmla="*/ 344138 h 2495550"/>
                <a:gd name="connsiteX2047" fmla="*/ 2906173 w 3219450"/>
                <a:gd name="connsiteY2047" fmla="*/ 342710 h 2495550"/>
                <a:gd name="connsiteX2048" fmla="*/ 2906649 w 3219450"/>
                <a:gd name="connsiteY2048" fmla="*/ 342329 h 2495550"/>
                <a:gd name="connsiteX2049" fmla="*/ 2907221 w 3219450"/>
                <a:gd name="connsiteY2049" fmla="*/ 342138 h 2495550"/>
                <a:gd name="connsiteX2050" fmla="*/ 2907697 w 3219450"/>
                <a:gd name="connsiteY2050" fmla="*/ 341757 h 2495550"/>
                <a:gd name="connsiteX2051" fmla="*/ 2907887 w 3219450"/>
                <a:gd name="connsiteY2051" fmla="*/ 340709 h 2495550"/>
                <a:gd name="connsiteX2052" fmla="*/ 2907887 w 3219450"/>
                <a:gd name="connsiteY2052" fmla="*/ 339852 h 2495550"/>
                <a:gd name="connsiteX2053" fmla="*/ 2907792 w 3219450"/>
                <a:gd name="connsiteY2053" fmla="*/ 339090 h 2495550"/>
                <a:gd name="connsiteX2054" fmla="*/ 2907506 w 3219450"/>
                <a:gd name="connsiteY2054" fmla="*/ 338519 h 2495550"/>
                <a:gd name="connsiteX2055" fmla="*/ 2906935 w 3219450"/>
                <a:gd name="connsiteY2055" fmla="*/ 338328 h 2495550"/>
                <a:gd name="connsiteX2056" fmla="*/ 2905506 w 3219450"/>
                <a:gd name="connsiteY2056" fmla="*/ 338138 h 2495550"/>
                <a:gd name="connsiteX2057" fmla="*/ 2904173 w 3219450"/>
                <a:gd name="connsiteY2057" fmla="*/ 337566 h 2495550"/>
                <a:gd name="connsiteX2058" fmla="*/ 2901696 w 3219450"/>
                <a:gd name="connsiteY2058" fmla="*/ 336042 h 2495550"/>
                <a:gd name="connsiteX2059" fmla="*/ 2900934 w 3219450"/>
                <a:gd name="connsiteY2059" fmla="*/ 335375 h 2495550"/>
                <a:gd name="connsiteX2060" fmla="*/ 2900648 w 3219450"/>
                <a:gd name="connsiteY2060" fmla="*/ 335566 h 2495550"/>
                <a:gd name="connsiteX2061" fmla="*/ 2899029 w 3219450"/>
                <a:gd name="connsiteY2061" fmla="*/ 338138 h 2495550"/>
                <a:gd name="connsiteX2062" fmla="*/ 2898648 w 3219450"/>
                <a:gd name="connsiteY2062" fmla="*/ 338328 h 2495550"/>
                <a:gd name="connsiteX2063" fmla="*/ 2894553 w 3219450"/>
                <a:gd name="connsiteY2063" fmla="*/ 337280 h 2495550"/>
                <a:gd name="connsiteX2064" fmla="*/ 2885694 w 3219450"/>
                <a:gd name="connsiteY2064" fmla="*/ 338042 h 2495550"/>
                <a:gd name="connsiteX2065" fmla="*/ 2885123 w 3219450"/>
                <a:gd name="connsiteY2065" fmla="*/ 338328 h 2495550"/>
                <a:gd name="connsiteX2066" fmla="*/ 2884742 w 3219450"/>
                <a:gd name="connsiteY2066" fmla="*/ 338804 h 2495550"/>
                <a:gd name="connsiteX2067" fmla="*/ 2884075 w 3219450"/>
                <a:gd name="connsiteY2067" fmla="*/ 340043 h 2495550"/>
                <a:gd name="connsiteX2068" fmla="*/ 2883694 w 3219450"/>
                <a:gd name="connsiteY2068" fmla="*/ 340614 h 2495550"/>
                <a:gd name="connsiteX2069" fmla="*/ 2882456 w 3219450"/>
                <a:gd name="connsiteY2069" fmla="*/ 340900 h 2495550"/>
                <a:gd name="connsiteX2070" fmla="*/ 2879694 w 3219450"/>
                <a:gd name="connsiteY2070" fmla="*/ 339757 h 2495550"/>
                <a:gd name="connsiteX2071" fmla="*/ 2878551 w 3219450"/>
                <a:gd name="connsiteY2071" fmla="*/ 340328 h 2495550"/>
                <a:gd name="connsiteX2072" fmla="*/ 2877503 w 3219450"/>
                <a:gd name="connsiteY2072" fmla="*/ 341090 h 2495550"/>
                <a:gd name="connsiteX2073" fmla="*/ 2876074 w 3219450"/>
                <a:gd name="connsiteY2073" fmla="*/ 341281 h 2495550"/>
                <a:gd name="connsiteX2074" fmla="*/ 2870454 w 3219450"/>
                <a:gd name="connsiteY2074" fmla="*/ 341090 h 2495550"/>
                <a:gd name="connsiteX2075" fmla="*/ 2869121 w 3219450"/>
                <a:gd name="connsiteY2075" fmla="*/ 340709 h 2495550"/>
                <a:gd name="connsiteX2076" fmla="*/ 2868073 w 3219450"/>
                <a:gd name="connsiteY2076" fmla="*/ 339757 h 2495550"/>
                <a:gd name="connsiteX2077" fmla="*/ 2866263 w 3219450"/>
                <a:gd name="connsiteY2077" fmla="*/ 337376 h 2495550"/>
                <a:gd name="connsiteX2078" fmla="*/ 2865120 w 3219450"/>
                <a:gd name="connsiteY2078" fmla="*/ 336423 h 2495550"/>
                <a:gd name="connsiteX2079" fmla="*/ 2863882 w 3219450"/>
                <a:gd name="connsiteY2079" fmla="*/ 336042 h 2495550"/>
                <a:gd name="connsiteX2080" fmla="*/ 2863215 w 3219450"/>
                <a:gd name="connsiteY2080" fmla="*/ 336042 h 2495550"/>
                <a:gd name="connsiteX2081" fmla="*/ 2862834 w 3219450"/>
                <a:gd name="connsiteY2081" fmla="*/ 336233 h 2495550"/>
                <a:gd name="connsiteX2082" fmla="*/ 2862453 w 3219450"/>
                <a:gd name="connsiteY2082" fmla="*/ 336709 h 2495550"/>
                <a:gd name="connsiteX2083" fmla="*/ 2861882 w 3219450"/>
                <a:gd name="connsiteY2083" fmla="*/ 337566 h 2495550"/>
                <a:gd name="connsiteX2084" fmla="*/ 2861405 w 3219450"/>
                <a:gd name="connsiteY2084" fmla="*/ 337852 h 2495550"/>
                <a:gd name="connsiteX2085" fmla="*/ 2860739 w 3219450"/>
                <a:gd name="connsiteY2085" fmla="*/ 337947 h 2495550"/>
                <a:gd name="connsiteX2086" fmla="*/ 2857977 w 3219450"/>
                <a:gd name="connsiteY2086" fmla="*/ 337566 h 2495550"/>
                <a:gd name="connsiteX2087" fmla="*/ 2856738 w 3219450"/>
                <a:gd name="connsiteY2087" fmla="*/ 336804 h 2495550"/>
                <a:gd name="connsiteX2088" fmla="*/ 2855595 w 3219450"/>
                <a:gd name="connsiteY2088" fmla="*/ 335756 h 2495550"/>
                <a:gd name="connsiteX2089" fmla="*/ 2854547 w 3219450"/>
                <a:gd name="connsiteY2089" fmla="*/ 334423 h 2495550"/>
                <a:gd name="connsiteX2090" fmla="*/ 2853500 w 3219450"/>
                <a:gd name="connsiteY2090" fmla="*/ 333566 h 2495550"/>
                <a:gd name="connsiteX2091" fmla="*/ 2850928 w 3219450"/>
                <a:gd name="connsiteY2091" fmla="*/ 332327 h 2495550"/>
                <a:gd name="connsiteX2092" fmla="*/ 2849976 w 3219450"/>
                <a:gd name="connsiteY2092" fmla="*/ 331375 h 2495550"/>
                <a:gd name="connsiteX2093" fmla="*/ 2849213 w 3219450"/>
                <a:gd name="connsiteY2093" fmla="*/ 329660 h 2495550"/>
                <a:gd name="connsiteX2094" fmla="*/ 2849023 w 3219450"/>
                <a:gd name="connsiteY2094" fmla="*/ 328232 h 2495550"/>
                <a:gd name="connsiteX2095" fmla="*/ 2849023 w 3219450"/>
                <a:gd name="connsiteY2095" fmla="*/ 326803 h 2495550"/>
                <a:gd name="connsiteX2096" fmla="*/ 2848642 w 3219450"/>
                <a:gd name="connsiteY2096" fmla="*/ 324993 h 2495550"/>
                <a:gd name="connsiteX2097" fmla="*/ 2846737 w 3219450"/>
                <a:gd name="connsiteY2097" fmla="*/ 322707 h 2495550"/>
                <a:gd name="connsiteX2098" fmla="*/ 2841212 w 3219450"/>
                <a:gd name="connsiteY2098" fmla="*/ 320897 h 2495550"/>
                <a:gd name="connsiteX2099" fmla="*/ 2839593 w 3219450"/>
                <a:gd name="connsiteY2099" fmla="*/ 318230 h 2495550"/>
                <a:gd name="connsiteX2100" fmla="*/ 2839498 w 3219450"/>
                <a:gd name="connsiteY2100" fmla="*/ 316421 h 2495550"/>
                <a:gd name="connsiteX2101" fmla="*/ 2839784 w 3219450"/>
                <a:gd name="connsiteY2101" fmla="*/ 314420 h 2495550"/>
                <a:gd name="connsiteX2102" fmla="*/ 2840260 w 3219450"/>
                <a:gd name="connsiteY2102" fmla="*/ 312611 h 2495550"/>
                <a:gd name="connsiteX2103" fmla="*/ 2840831 w 3219450"/>
                <a:gd name="connsiteY2103" fmla="*/ 311277 h 2495550"/>
                <a:gd name="connsiteX2104" fmla="*/ 2840927 w 3219450"/>
                <a:gd name="connsiteY2104" fmla="*/ 310039 h 2495550"/>
                <a:gd name="connsiteX2105" fmla="*/ 2840260 w 3219450"/>
                <a:gd name="connsiteY2105" fmla="*/ 308515 h 2495550"/>
                <a:gd name="connsiteX2106" fmla="*/ 2838831 w 3219450"/>
                <a:gd name="connsiteY2106" fmla="*/ 305943 h 2495550"/>
                <a:gd name="connsiteX2107" fmla="*/ 2838450 w 3219450"/>
                <a:gd name="connsiteY2107" fmla="*/ 301657 h 2495550"/>
                <a:gd name="connsiteX2108" fmla="*/ 2839498 w 3219450"/>
                <a:gd name="connsiteY2108" fmla="*/ 298609 h 2495550"/>
                <a:gd name="connsiteX2109" fmla="*/ 2842832 w 3219450"/>
                <a:gd name="connsiteY2109" fmla="*/ 293180 h 2495550"/>
                <a:gd name="connsiteX2110" fmla="*/ 2843403 w 3219450"/>
                <a:gd name="connsiteY2110" fmla="*/ 291656 h 2495550"/>
                <a:gd name="connsiteX2111" fmla="*/ 2843689 w 3219450"/>
                <a:gd name="connsiteY2111" fmla="*/ 290132 h 2495550"/>
                <a:gd name="connsiteX2112" fmla="*/ 2843879 w 3219450"/>
                <a:gd name="connsiteY2112" fmla="*/ 288512 h 2495550"/>
                <a:gd name="connsiteX2113" fmla="*/ 2843879 w 3219450"/>
                <a:gd name="connsiteY2113" fmla="*/ 286703 h 2495550"/>
                <a:gd name="connsiteX2114" fmla="*/ 2843213 w 3219450"/>
                <a:gd name="connsiteY2114" fmla="*/ 285750 h 2495550"/>
                <a:gd name="connsiteX2115" fmla="*/ 2834069 w 3219450"/>
                <a:gd name="connsiteY2115" fmla="*/ 281178 h 2495550"/>
                <a:gd name="connsiteX2116" fmla="*/ 2831402 w 3219450"/>
                <a:gd name="connsiteY2116" fmla="*/ 279273 h 2495550"/>
                <a:gd name="connsiteX2117" fmla="*/ 2830163 w 3219450"/>
                <a:gd name="connsiteY2117" fmla="*/ 276797 h 2495550"/>
                <a:gd name="connsiteX2118" fmla="*/ 2830259 w 3219450"/>
                <a:gd name="connsiteY2118" fmla="*/ 275844 h 2495550"/>
                <a:gd name="connsiteX2119" fmla="*/ 2830545 w 3219450"/>
                <a:gd name="connsiteY2119" fmla="*/ 274796 h 2495550"/>
                <a:gd name="connsiteX2120" fmla="*/ 2831021 w 3219450"/>
                <a:gd name="connsiteY2120" fmla="*/ 273844 h 2495550"/>
                <a:gd name="connsiteX2121" fmla="*/ 2831497 w 3219450"/>
                <a:gd name="connsiteY2121" fmla="*/ 273082 h 2495550"/>
                <a:gd name="connsiteX2122" fmla="*/ 2831687 w 3219450"/>
                <a:gd name="connsiteY2122" fmla="*/ 272415 h 2495550"/>
                <a:gd name="connsiteX2123" fmla="*/ 2831783 w 3219450"/>
                <a:gd name="connsiteY2123" fmla="*/ 271463 h 2495550"/>
                <a:gd name="connsiteX2124" fmla="*/ 2831687 w 3219450"/>
                <a:gd name="connsiteY2124" fmla="*/ 269653 h 2495550"/>
                <a:gd name="connsiteX2125" fmla="*/ 2831211 w 3219450"/>
                <a:gd name="connsiteY2125" fmla="*/ 268700 h 2495550"/>
                <a:gd name="connsiteX2126" fmla="*/ 2828830 w 3219450"/>
                <a:gd name="connsiteY2126" fmla="*/ 266605 h 2495550"/>
                <a:gd name="connsiteX2127" fmla="*/ 2827973 w 3219450"/>
                <a:gd name="connsiteY2127" fmla="*/ 265367 h 2495550"/>
                <a:gd name="connsiteX2128" fmla="*/ 2828735 w 3219450"/>
                <a:gd name="connsiteY2128" fmla="*/ 264414 h 2495550"/>
                <a:gd name="connsiteX2129" fmla="*/ 2829116 w 3219450"/>
                <a:gd name="connsiteY2129" fmla="*/ 263557 h 2495550"/>
                <a:gd name="connsiteX2130" fmla="*/ 2829782 w 3219450"/>
                <a:gd name="connsiteY2130" fmla="*/ 261461 h 2495550"/>
                <a:gd name="connsiteX2131" fmla="*/ 2830354 w 3219450"/>
                <a:gd name="connsiteY2131" fmla="*/ 260509 h 2495550"/>
                <a:gd name="connsiteX2132" fmla="*/ 2831592 w 3219450"/>
                <a:gd name="connsiteY2132" fmla="*/ 258889 h 2495550"/>
                <a:gd name="connsiteX2133" fmla="*/ 2831973 w 3219450"/>
                <a:gd name="connsiteY2133" fmla="*/ 258032 h 2495550"/>
                <a:gd name="connsiteX2134" fmla="*/ 2832069 w 3219450"/>
                <a:gd name="connsiteY2134" fmla="*/ 256127 h 2495550"/>
                <a:gd name="connsiteX2135" fmla="*/ 2831592 w 3219450"/>
                <a:gd name="connsiteY2135" fmla="*/ 253841 h 2495550"/>
                <a:gd name="connsiteX2136" fmla="*/ 2830830 w 3219450"/>
                <a:gd name="connsiteY2136" fmla="*/ 251936 h 2495550"/>
                <a:gd name="connsiteX2137" fmla="*/ 2829973 w 3219450"/>
                <a:gd name="connsiteY2137" fmla="*/ 251174 h 2495550"/>
                <a:gd name="connsiteX2138" fmla="*/ 2828258 w 3219450"/>
                <a:gd name="connsiteY2138" fmla="*/ 248793 h 2495550"/>
                <a:gd name="connsiteX2139" fmla="*/ 2827973 w 3219450"/>
                <a:gd name="connsiteY2139" fmla="*/ 248031 h 2495550"/>
                <a:gd name="connsiteX2140" fmla="*/ 2827878 w 3219450"/>
                <a:gd name="connsiteY2140" fmla="*/ 247460 h 2495550"/>
                <a:gd name="connsiteX2141" fmla="*/ 2827687 w 3219450"/>
                <a:gd name="connsiteY2141" fmla="*/ 246983 h 2495550"/>
                <a:gd name="connsiteX2142" fmla="*/ 2827592 w 3219450"/>
                <a:gd name="connsiteY2142" fmla="*/ 246412 h 2495550"/>
                <a:gd name="connsiteX2143" fmla="*/ 2827782 w 3219450"/>
                <a:gd name="connsiteY2143" fmla="*/ 245745 h 2495550"/>
                <a:gd name="connsiteX2144" fmla="*/ 2827973 w 3219450"/>
                <a:gd name="connsiteY2144" fmla="*/ 245269 h 2495550"/>
                <a:gd name="connsiteX2145" fmla="*/ 2828163 w 3219450"/>
                <a:gd name="connsiteY2145" fmla="*/ 244697 h 2495550"/>
                <a:gd name="connsiteX2146" fmla="*/ 2828258 w 3219450"/>
                <a:gd name="connsiteY2146" fmla="*/ 244126 h 2495550"/>
                <a:gd name="connsiteX2147" fmla="*/ 2828354 w 3219450"/>
                <a:gd name="connsiteY2147" fmla="*/ 243554 h 2495550"/>
                <a:gd name="connsiteX2148" fmla="*/ 2827878 w 3219450"/>
                <a:gd name="connsiteY2148" fmla="*/ 241840 h 2495550"/>
                <a:gd name="connsiteX2149" fmla="*/ 2826735 w 3219450"/>
                <a:gd name="connsiteY2149" fmla="*/ 240792 h 2495550"/>
                <a:gd name="connsiteX2150" fmla="*/ 2825401 w 3219450"/>
                <a:gd name="connsiteY2150" fmla="*/ 239935 h 2495550"/>
                <a:gd name="connsiteX2151" fmla="*/ 2824353 w 3219450"/>
                <a:gd name="connsiteY2151" fmla="*/ 238792 h 2495550"/>
                <a:gd name="connsiteX2152" fmla="*/ 2820353 w 3219450"/>
                <a:gd name="connsiteY2152" fmla="*/ 229172 h 2495550"/>
                <a:gd name="connsiteX2153" fmla="*/ 2818543 w 3219450"/>
                <a:gd name="connsiteY2153" fmla="*/ 226790 h 2495550"/>
                <a:gd name="connsiteX2154" fmla="*/ 2815209 w 3219450"/>
                <a:gd name="connsiteY2154" fmla="*/ 223838 h 2495550"/>
                <a:gd name="connsiteX2155" fmla="*/ 2814447 w 3219450"/>
                <a:gd name="connsiteY2155" fmla="*/ 223361 h 2495550"/>
                <a:gd name="connsiteX2156" fmla="*/ 2811780 w 3219450"/>
                <a:gd name="connsiteY2156" fmla="*/ 218789 h 2495550"/>
                <a:gd name="connsiteX2157" fmla="*/ 2809970 w 3219450"/>
                <a:gd name="connsiteY2157" fmla="*/ 217075 h 2495550"/>
                <a:gd name="connsiteX2158" fmla="*/ 2809208 w 3219450"/>
                <a:gd name="connsiteY2158" fmla="*/ 215741 h 2495550"/>
                <a:gd name="connsiteX2159" fmla="*/ 2808923 w 3219450"/>
                <a:gd name="connsiteY2159" fmla="*/ 213932 h 2495550"/>
                <a:gd name="connsiteX2160" fmla="*/ 2808732 w 3219450"/>
                <a:gd name="connsiteY2160" fmla="*/ 212122 h 2495550"/>
                <a:gd name="connsiteX2161" fmla="*/ 2808065 w 3219450"/>
                <a:gd name="connsiteY2161" fmla="*/ 208979 h 2495550"/>
                <a:gd name="connsiteX2162" fmla="*/ 2807875 w 3219450"/>
                <a:gd name="connsiteY2162" fmla="*/ 207455 h 2495550"/>
                <a:gd name="connsiteX2163" fmla="*/ 2807780 w 3219450"/>
                <a:gd name="connsiteY2163" fmla="*/ 204978 h 2495550"/>
                <a:gd name="connsiteX2164" fmla="*/ 2807875 w 3219450"/>
                <a:gd name="connsiteY2164" fmla="*/ 203740 h 2495550"/>
                <a:gd name="connsiteX2165" fmla="*/ 2808065 w 3219450"/>
                <a:gd name="connsiteY2165" fmla="*/ 202597 h 2495550"/>
                <a:gd name="connsiteX2166" fmla="*/ 2808446 w 3219450"/>
                <a:gd name="connsiteY2166" fmla="*/ 201644 h 2495550"/>
                <a:gd name="connsiteX2167" fmla="*/ 2810066 w 3219450"/>
                <a:gd name="connsiteY2167" fmla="*/ 199549 h 2495550"/>
                <a:gd name="connsiteX2168" fmla="*/ 2811209 w 3219450"/>
                <a:gd name="connsiteY2168" fmla="*/ 197549 h 2495550"/>
                <a:gd name="connsiteX2169" fmla="*/ 2811685 w 3219450"/>
                <a:gd name="connsiteY2169" fmla="*/ 196310 h 2495550"/>
                <a:gd name="connsiteX2170" fmla="*/ 2811876 w 3219450"/>
                <a:gd name="connsiteY2170" fmla="*/ 195263 h 2495550"/>
                <a:gd name="connsiteX2171" fmla="*/ 2811399 w 3219450"/>
                <a:gd name="connsiteY2171" fmla="*/ 194024 h 2495550"/>
                <a:gd name="connsiteX2172" fmla="*/ 2810447 w 3219450"/>
                <a:gd name="connsiteY2172" fmla="*/ 193548 h 2495550"/>
                <a:gd name="connsiteX2173" fmla="*/ 2809399 w 3219450"/>
                <a:gd name="connsiteY2173" fmla="*/ 193643 h 2495550"/>
                <a:gd name="connsiteX2174" fmla="*/ 2808542 w 3219450"/>
                <a:gd name="connsiteY2174" fmla="*/ 194024 h 2495550"/>
                <a:gd name="connsiteX2175" fmla="*/ 2808161 w 3219450"/>
                <a:gd name="connsiteY2175" fmla="*/ 194119 h 2495550"/>
                <a:gd name="connsiteX2176" fmla="*/ 2807685 w 3219450"/>
                <a:gd name="connsiteY2176" fmla="*/ 194501 h 2495550"/>
                <a:gd name="connsiteX2177" fmla="*/ 2807303 w 3219450"/>
                <a:gd name="connsiteY2177" fmla="*/ 194977 h 2495550"/>
                <a:gd name="connsiteX2178" fmla="*/ 2807018 w 3219450"/>
                <a:gd name="connsiteY2178" fmla="*/ 195643 h 2495550"/>
                <a:gd name="connsiteX2179" fmla="*/ 2807018 w 3219450"/>
                <a:gd name="connsiteY2179" fmla="*/ 196215 h 2495550"/>
                <a:gd name="connsiteX2180" fmla="*/ 2807208 w 3219450"/>
                <a:gd name="connsiteY2180" fmla="*/ 196787 h 2495550"/>
                <a:gd name="connsiteX2181" fmla="*/ 2807399 w 3219450"/>
                <a:gd name="connsiteY2181" fmla="*/ 197358 h 2495550"/>
                <a:gd name="connsiteX2182" fmla="*/ 2807303 w 3219450"/>
                <a:gd name="connsiteY2182" fmla="*/ 198215 h 2495550"/>
                <a:gd name="connsiteX2183" fmla="*/ 2806256 w 3219450"/>
                <a:gd name="connsiteY2183" fmla="*/ 199835 h 2495550"/>
                <a:gd name="connsiteX2184" fmla="*/ 2805018 w 3219450"/>
                <a:gd name="connsiteY2184" fmla="*/ 199835 h 2495550"/>
                <a:gd name="connsiteX2185" fmla="*/ 2803874 w 3219450"/>
                <a:gd name="connsiteY2185" fmla="*/ 198691 h 2495550"/>
                <a:gd name="connsiteX2186" fmla="*/ 2803112 w 3219450"/>
                <a:gd name="connsiteY2186" fmla="*/ 196691 h 2495550"/>
                <a:gd name="connsiteX2187" fmla="*/ 2803017 w 3219450"/>
                <a:gd name="connsiteY2187" fmla="*/ 195072 h 2495550"/>
                <a:gd name="connsiteX2188" fmla="*/ 2803398 w 3219450"/>
                <a:gd name="connsiteY2188" fmla="*/ 193643 h 2495550"/>
                <a:gd name="connsiteX2189" fmla="*/ 2804065 w 3219450"/>
                <a:gd name="connsiteY2189" fmla="*/ 192500 h 2495550"/>
                <a:gd name="connsiteX2190" fmla="*/ 2804922 w 3219450"/>
                <a:gd name="connsiteY2190" fmla="*/ 191643 h 2495550"/>
                <a:gd name="connsiteX2191" fmla="*/ 2805875 w 3219450"/>
                <a:gd name="connsiteY2191" fmla="*/ 191262 h 2495550"/>
                <a:gd name="connsiteX2192" fmla="*/ 2806922 w 3219450"/>
                <a:gd name="connsiteY2192" fmla="*/ 191072 h 2495550"/>
                <a:gd name="connsiteX2193" fmla="*/ 2807875 w 3219450"/>
                <a:gd name="connsiteY2193" fmla="*/ 190595 h 2495550"/>
                <a:gd name="connsiteX2194" fmla="*/ 2808446 w 3219450"/>
                <a:gd name="connsiteY2194" fmla="*/ 189357 h 2495550"/>
                <a:gd name="connsiteX2195" fmla="*/ 2808446 w 3219450"/>
                <a:gd name="connsiteY2195" fmla="*/ 188214 h 2495550"/>
                <a:gd name="connsiteX2196" fmla="*/ 2808065 w 3219450"/>
                <a:gd name="connsiteY2196" fmla="*/ 187357 h 2495550"/>
                <a:gd name="connsiteX2197" fmla="*/ 2807399 w 3219450"/>
                <a:gd name="connsiteY2197" fmla="*/ 186881 h 2495550"/>
                <a:gd name="connsiteX2198" fmla="*/ 2806732 w 3219450"/>
                <a:gd name="connsiteY2198" fmla="*/ 186690 h 2495550"/>
                <a:gd name="connsiteX2199" fmla="*/ 2804065 w 3219450"/>
                <a:gd name="connsiteY2199" fmla="*/ 186500 h 2495550"/>
                <a:gd name="connsiteX2200" fmla="*/ 2802731 w 3219450"/>
                <a:gd name="connsiteY2200" fmla="*/ 185928 h 2495550"/>
                <a:gd name="connsiteX2201" fmla="*/ 2802160 w 3219450"/>
                <a:gd name="connsiteY2201" fmla="*/ 184499 h 2495550"/>
                <a:gd name="connsiteX2202" fmla="*/ 2802351 w 3219450"/>
                <a:gd name="connsiteY2202" fmla="*/ 182499 h 2495550"/>
                <a:gd name="connsiteX2203" fmla="*/ 2802827 w 3219450"/>
                <a:gd name="connsiteY2203" fmla="*/ 180975 h 2495550"/>
                <a:gd name="connsiteX2204" fmla="*/ 2804351 w 3219450"/>
                <a:gd name="connsiteY2204" fmla="*/ 178403 h 2495550"/>
                <a:gd name="connsiteX2205" fmla="*/ 2803112 w 3219450"/>
                <a:gd name="connsiteY2205" fmla="*/ 176213 h 2495550"/>
                <a:gd name="connsiteX2206" fmla="*/ 2801398 w 3219450"/>
                <a:gd name="connsiteY2206" fmla="*/ 175260 h 2495550"/>
                <a:gd name="connsiteX2207" fmla="*/ 2797397 w 3219450"/>
                <a:gd name="connsiteY2207" fmla="*/ 173831 h 2495550"/>
                <a:gd name="connsiteX2208" fmla="*/ 2796159 w 3219450"/>
                <a:gd name="connsiteY2208" fmla="*/ 172688 h 2495550"/>
                <a:gd name="connsiteX2209" fmla="*/ 2796064 w 3219450"/>
                <a:gd name="connsiteY2209" fmla="*/ 171736 h 2495550"/>
                <a:gd name="connsiteX2210" fmla="*/ 2797588 w 3219450"/>
                <a:gd name="connsiteY2210" fmla="*/ 169640 h 2495550"/>
                <a:gd name="connsiteX2211" fmla="*/ 2798636 w 3219450"/>
                <a:gd name="connsiteY2211" fmla="*/ 167735 h 2495550"/>
                <a:gd name="connsiteX2212" fmla="*/ 2798636 w 3219450"/>
                <a:gd name="connsiteY2212" fmla="*/ 166592 h 2495550"/>
                <a:gd name="connsiteX2213" fmla="*/ 2798160 w 3219450"/>
                <a:gd name="connsiteY2213" fmla="*/ 165449 h 2495550"/>
                <a:gd name="connsiteX2214" fmla="*/ 2797683 w 3219450"/>
                <a:gd name="connsiteY2214" fmla="*/ 163544 h 2495550"/>
                <a:gd name="connsiteX2215" fmla="*/ 2797874 w 3219450"/>
                <a:gd name="connsiteY2215" fmla="*/ 163544 h 2495550"/>
                <a:gd name="connsiteX2216" fmla="*/ 2798255 w 3219450"/>
                <a:gd name="connsiteY2216" fmla="*/ 163163 h 2495550"/>
                <a:gd name="connsiteX2217" fmla="*/ 2798636 w 3219450"/>
                <a:gd name="connsiteY2217" fmla="*/ 162592 h 2495550"/>
                <a:gd name="connsiteX2218" fmla="*/ 2798826 w 3219450"/>
                <a:gd name="connsiteY2218" fmla="*/ 162115 h 2495550"/>
                <a:gd name="connsiteX2219" fmla="*/ 2798731 w 3219450"/>
                <a:gd name="connsiteY2219" fmla="*/ 161639 h 2495550"/>
                <a:gd name="connsiteX2220" fmla="*/ 2798255 w 3219450"/>
                <a:gd name="connsiteY2220" fmla="*/ 160877 h 2495550"/>
                <a:gd name="connsiteX2221" fmla="*/ 2798160 w 3219450"/>
                <a:gd name="connsiteY2221" fmla="*/ 160401 h 2495550"/>
                <a:gd name="connsiteX2222" fmla="*/ 2795493 w 3219450"/>
                <a:gd name="connsiteY2222" fmla="*/ 159544 h 2495550"/>
                <a:gd name="connsiteX2223" fmla="*/ 2794730 w 3219450"/>
                <a:gd name="connsiteY2223" fmla="*/ 158877 h 2495550"/>
                <a:gd name="connsiteX2224" fmla="*/ 2784062 w 3219450"/>
                <a:gd name="connsiteY2224" fmla="*/ 138303 h 2495550"/>
                <a:gd name="connsiteX2225" fmla="*/ 2783681 w 3219450"/>
                <a:gd name="connsiteY2225" fmla="*/ 136969 h 2495550"/>
                <a:gd name="connsiteX2226" fmla="*/ 2784062 w 3219450"/>
                <a:gd name="connsiteY2226" fmla="*/ 135160 h 2495550"/>
                <a:gd name="connsiteX2227" fmla="*/ 2785110 w 3219450"/>
                <a:gd name="connsiteY2227" fmla="*/ 134017 h 2495550"/>
                <a:gd name="connsiteX2228" fmla="*/ 2786444 w 3219450"/>
                <a:gd name="connsiteY2228" fmla="*/ 133445 h 2495550"/>
                <a:gd name="connsiteX2229" fmla="*/ 2787682 w 3219450"/>
                <a:gd name="connsiteY2229" fmla="*/ 133160 h 2495550"/>
                <a:gd name="connsiteX2230" fmla="*/ 2787682 w 3219450"/>
                <a:gd name="connsiteY2230" fmla="*/ 132588 h 2495550"/>
                <a:gd name="connsiteX2231" fmla="*/ 2787968 w 3219450"/>
                <a:gd name="connsiteY2231" fmla="*/ 131540 h 2495550"/>
                <a:gd name="connsiteX2232" fmla="*/ 2789587 w 3219450"/>
                <a:gd name="connsiteY2232" fmla="*/ 127159 h 2495550"/>
                <a:gd name="connsiteX2233" fmla="*/ 2789873 w 3219450"/>
                <a:gd name="connsiteY2233" fmla="*/ 125635 h 2495550"/>
                <a:gd name="connsiteX2234" fmla="*/ 2788539 w 3219450"/>
                <a:gd name="connsiteY2234" fmla="*/ 123730 h 2495550"/>
                <a:gd name="connsiteX2235" fmla="*/ 2786539 w 3219450"/>
                <a:gd name="connsiteY2235" fmla="*/ 122968 h 2495550"/>
                <a:gd name="connsiteX2236" fmla="*/ 2784444 w 3219450"/>
                <a:gd name="connsiteY2236" fmla="*/ 122587 h 2495550"/>
                <a:gd name="connsiteX2237" fmla="*/ 2779014 w 3219450"/>
                <a:gd name="connsiteY2237" fmla="*/ 120396 h 2495550"/>
                <a:gd name="connsiteX2238" fmla="*/ 2778062 w 3219450"/>
                <a:gd name="connsiteY2238" fmla="*/ 120206 h 2495550"/>
                <a:gd name="connsiteX2239" fmla="*/ 2777204 w 3219450"/>
                <a:gd name="connsiteY2239" fmla="*/ 119634 h 2495550"/>
                <a:gd name="connsiteX2240" fmla="*/ 2776823 w 3219450"/>
                <a:gd name="connsiteY2240" fmla="*/ 118396 h 2495550"/>
                <a:gd name="connsiteX2241" fmla="*/ 2777014 w 3219450"/>
                <a:gd name="connsiteY2241" fmla="*/ 117157 h 2495550"/>
                <a:gd name="connsiteX2242" fmla="*/ 2781205 w 3219450"/>
                <a:gd name="connsiteY2242" fmla="*/ 114014 h 2495550"/>
                <a:gd name="connsiteX2243" fmla="*/ 2783681 w 3219450"/>
                <a:gd name="connsiteY2243" fmla="*/ 113062 h 2495550"/>
                <a:gd name="connsiteX2244" fmla="*/ 2782729 w 3219450"/>
                <a:gd name="connsiteY2244" fmla="*/ 112014 h 2495550"/>
                <a:gd name="connsiteX2245" fmla="*/ 2778728 w 3219450"/>
                <a:gd name="connsiteY2245" fmla="*/ 110681 h 2495550"/>
                <a:gd name="connsiteX2246" fmla="*/ 2777204 w 3219450"/>
                <a:gd name="connsiteY2246" fmla="*/ 109538 h 2495550"/>
                <a:gd name="connsiteX2247" fmla="*/ 2778728 w 3219450"/>
                <a:gd name="connsiteY2247" fmla="*/ 106013 h 2495550"/>
                <a:gd name="connsiteX2248" fmla="*/ 2779110 w 3219450"/>
                <a:gd name="connsiteY2248" fmla="*/ 104394 h 2495550"/>
                <a:gd name="connsiteX2249" fmla="*/ 2778728 w 3219450"/>
                <a:gd name="connsiteY2249" fmla="*/ 103156 h 2495550"/>
                <a:gd name="connsiteX2250" fmla="*/ 2777109 w 3219450"/>
                <a:gd name="connsiteY2250" fmla="*/ 100870 h 2495550"/>
                <a:gd name="connsiteX2251" fmla="*/ 2776252 w 3219450"/>
                <a:gd name="connsiteY2251" fmla="*/ 99346 h 2495550"/>
                <a:gd name="connsiteX2252" fmla="*/ 2775871 w 3219450"/>
                <a:gd name="connsiteY2252" fmla="*/ 98107 h 2495550"/>
                <a:gd name="connsiteX2253" fmla="*/ 2774919 w 3219450"/>
                <a:gd name="connsiteY2253" fmla="*/ 96869 h 2495550"/>
                <a:gd name="connsiteX2254" fmla="*/ 2773395 w 3219450"/>
                <a:gd name="connsiteY2254" fmla="*/ 96679 h 2495550"/>
                <a:gd name="connsiteX2255" fmla="*/ 2771775 w 3219450"/>
                <a:gd name="connsiteY2255" fmla="*/ 96774 h 2495550"/>
                <a:gd name="connsiteX2256" fmla="*/ 2770918 w 3219450"/>
                <a:gd name="connsiteY2256" fmla="*/ 96583 h 2495550"/>
                <a:gd name="connsiteX2257" fmla="*/ 2770918 w 3219450"/>
                <a:gd name="connsiteY2257" fmla="*/ 94869 h 2495550"/>
                <a:gd name="connsiteX2258" fmla="*/ 2771394 w 3219450"/>
                <a:gd name="connsiteY2258" fmla="*/ 92678 h 2495550"/>
                <a:gd name="connsiteX2259" fmla="*/ 2771489 w 3219450"/>
                <a:gd name="connsiteY2259" fmla="*/ 90773 h 2495550"/>
                <a:gd name="connsiteX2260" fmla="*/ 2769299 w 3219450"/>
                <a:gd name="connsiteY2260" fmla="*/ 89535 h 2495550"/>
                <a:gd name="connsiteX2261" fmla="*/ 2764727 w 3219450"/>
                <a:gd name="connsiteY2261" fmla="*/ 85534 h 2495550"/>
                <a:gd name="connsiteX2262" fmla="*/ 2763965 w 3219450"/>
                <a:gd name="connsiteY2262" fmla="*/ 85344 h 2495550"/>
                <a:gd name="connsiteX2263" fmla="*/ 2763679 w 3219450"/>
                <a:gd name="connsiteY2263" fmla="*/ 86011 h 2495550"/>
                <a:gd name="connsiteX2264" fmla="*/ 2763488 w 3219450"/>
                <a:gd name="connsiteY2264" fmla="*/ 87058 h 2495550"/>
                <a:gd name="connsiteX2265" fmla="*/ 2763012 w 3219450"/>
                <a:gd name="connsiteY2265" fmla="*/ 87440 h 2495550"/>
                <a:gd name="connsiteX2266" fmla="*/ 2762441 w 3219450"/>
                <a:gd name="connsiteY2266" fmla="*/ 87535 h 2495550"/>
                <a:gd name="connsiteX2267" fmla="*/ 2761869 w 3219450"/>
                <a:gd name="connsiteY2267" fmla="*/ 87820 h 2495550"/>
                <a:gd name="connsiteX2268" fmla="*/ 2760917 w 3219450"/>
                <a:gd name="connsiteY2268" fmla="*/ 87630 h 2495550"/>
                <a:gd name="connsiteX2269" fmla="*/ 2759964 w 3219450"/>
                <a:gd name="connsiteY2269" fmla="*/ 86106 h 2495550"/>
                <a:gd name="connsiteX2270" fmla="*/ 2759202 w 3219450"/>
                <a:gd name="connsiteY2270" fmla="*/ 84011 h 2495550"/>
                <a:gd name="connsiteX2271" fmla="*/ 2759012 w 3219450"/>
                <a:gd name="connsiteY2271" fmla="*/ 82201 h 2495550"/>
                <a:gd name="connsiteX2272" fmla="*/ 2759488 w 3219450"/>
                <a:gd name="connsiteY2272" fmla="*/ 80296 h 2495550"/>
                <a:gd name="connsiteX2273" fmla="*/ 2760536 w 3219450"/>
                <a:gd name="connsiteY2273" fmla="*/ 79248 h 2495550"/>
                <a:gd name="connsiteX2274" fmla="*/ 2761869 w 3219450"/>
                <a:gd name="connsiteY2274" fmla="*/ 78772 h 2495550"/>
                <a:gd name="connsiteX2275" fmla="*/ 2763203 w 3219450"/>
                <a:gd name="connsiteY2275" fmla="*/ 78677 h 2495550"/>
                <a:gd name="connsiteX2276" fmla="*/ 2764060 w 3219450"/>
                <a:gd name="connsiteY2276" fmla="*/ 78010 h 2495550"/>
                <a:gd name="connsiteX2277" fmla="*/ 2763679 w 3219450"/>
                <a:gd name="connsiteY2277" fmla="*/ 76581 h 2495550"/>
                <a:gd name="connsiteX2278" fmla="*/ 2762250 w 3219450"/>
                <a:gd name="connsiteY2278" fmla="*/ 73914 h 2495550"/>
                <a:gd name="connsiteX2279" fmla="*/ 2763012 w 3219450"/>
                <a:gd name="connsiteY2279" fmla="*/ 73057 h 2495550"/>
                <a:gd name="connsiteX2280" fmla="*/ 2763870 w 3219450"/>
                <a:gd name="connsiteY2280" fmla="*/ 72485 h 2495550"/>
                <a:gd name="connsiteX2281" fmla="*/ 2765870 w 3219450"/>
                <a:gd name="connsiteY2281" fmla="*/ 71628 h 2495550"/>
                <a:gd name="connsiteX2282" fmla="*/ 2765012 w 3219450"/>
                <a:gd name="connsiteY2282" fmla="*/ 69818 h 2495550"/>
                <a:gd name="connsiteX2283" fmla="*/ 2763870 w 3219450"/>
                <a:gd name="connsiteY2283" fmla="*/ 69152 h 2495550"/>
                <a:gd name="connsiteX2284" fmla="*/ 2761298 w 3219450"/>
                <a:gd name="connsiteY2284" fmla="*/ 69247 h 2495550"/>
                <a:gd name="connsiteX2285" fmla="*/ 2760726 w 3219450"/>
                <a:gd name="connsiteY2285" fmla="*/ 69532 h 2495550"/>
                <a:gd name="connsiteX2286" fmla="*/ 2759583 w 3219450"/>
                <a:gd name="connsiteY2286" fmla="*/ 70771 h 2495550"/>
                <a:gd name="connsiteX2287" fmla="*/ 2759107 w 3219450"/>
                <a:gd name="connsiteY2287" fmla="*/ 70771 h 2495550"/>
                <a:gd name="connsiteX2288" fmla="*/ 2753297 w 3219450"/>
                <a:gd name="connsiteY2288" fmla="*/ 63437 h 2495550"/>
                <a:gd name="connsiteX2289" fmla="*/ 2752916 w 3219450"/>
                <a:gd name="connsiteY2289" fmla="*/ 62865 h 2495550"/>
                <a:gd name="connsiteX2290" fmla="*/ 2752725 w 3219450"/>
                <a:gd name="connsiteY2290" fmla="*/ 62103 h 2495550"/>
                <a:gd name="connsiteX2291" fmla="*/ 2752725 w 3219450"/>
                <a:gd name="connsiteY2291" fmla="*/ 61246 h 2495550"/>
                <a:gd name="connsiteX2292" fmla="*/ 2752916 w 3219450"/>
                <a:gd name="connsiteY2292" fmla="*/ 60674 h 2495550"/>
                <a:gd name="connsiteX2293" fmla="*/ 2753011 w 3219450"/>
                <a:gd name="connsiteY2293" fmla="*/ 60103 h 2495550"/>
                <a:gd name="connsiteX2294" fmla="*/ 2752630 w 3219450"/>
                <a:gd name="connsiteY2294" fmla="*/ 59150 h 2495550"/>
                <a:gd name="connsiteX2295" fmla="*/ 2751582 w 3219450"/>
                <a:gd name="connsiteY2295" fmla="*/ 58483 h 2495550"/>
                <a:gd name="connsiteX2296" fmla="*/ 2746248 w 3219450"/>
                <a:gd name="connsiteY2296" fmla="*/ 59436 h 2495550"/>
                <a:gd name="connsiteX2297" fmla="*/ 2743867 w 3219450"/>
                <a:gd name="connsiteY2297" fmla="*/ 60674 h 2495550"/>
                <a:gd name="connsiteX2298" fmla="*/ 2742629 w 3219450"/>
                <a:gd name="connsiteY2298" fmla="*/ 60960 h 2495550"/>
                <a:gd name="connsiteX2299" fmla="*/ 2741486 w 3219450"/>
                <a:gd name="connsiteY2299" fmla="*/ 60389 h 2495550"/>
                <a:gd name="connsiteX2300" fmla="*/ 2741486 w 3219450"/>
                <a:gd name="connsiteY2300" fmla="*/ 58960 h 2495550"/>
                <a:gd name="connsiteX2301" fmla="*/ 2742248 w 3219450"/>
                <a:gd name="connsiteY2301" fmla="*/ 57341 h 2495550"/>
                <a:gd name="connsiteX2302" fmla="*/ 2743200 w 3219450"/>
                <a:gd name="connsiteY2302" fmla="*/ 56102 h 2495550"/>
                <a:gd name="connsiteX2303" fmla="*/ 2743677 w 3219450"/>
                <a:gd name="connsiteY2303" fmla="*/ 55817 h 2495550"/>
                <a:gd name="connsiteX2304" fmla="*/ 2744820 w 3219450"/>
                <a:gd name="connsiteY2304" fmla="*/ 55435 h 2495550"/>
                <a:gd name="connsiteX2305" fmla="*/ 2745296 w 3219450"/>
                <a:gd name="connsiteY2305" fmla="*/ 54959 h 2495550"/>
                <a:gd name="connsiteX2306" fmla="*/ 2745486 w 3219450"/>
                <a:gd name="connsiteY2306" fmla="*/ 54388 h 2495550"/>
                <a:gd name="connsiteX2307" fmla="*/ 2745962 w 3219450"/>
                <a:gd name="connsiteY2307" fmla="*/ 51911 h 2495550"/>
                <a:gd name="connsiteX2308" fmla="*/ 2743105 w 3219450"/>
                <a:gd name="connsiteY2308" fmla="*/ 49816 h 2495550"/>
                <a:gd name="connsiteX2309" fmla="*/ 2741581 w 3219450"/>
                <a:gd name="connsiteY2309" fmla="*/ 48292 h 2495550"/>
                <a:gd name="connsiteX2310" fmla="*/ 2740914 w 3219450"/>
                <a:gd name="connsiteY2310" fmla="*/ 46292 h 2495550"/>
                <a:gd name="connsiteX2311" fmla="*/ 2740057 w 3219450"/>
                <a:gd name="connsiteY2311" fmla="*/ 44863 h 2495550"/>
                <a:gd name="connsiteX2312" fmla="*/ 2738057 w 3219450"/>
                <a:gd name="connsiteY2312" fmla="*/ 45148 h 2495550"/>
                <a:gd name="connsiteX2313" fmla="*/ 2734723 w 3219450"/>
                <a:gd name="connsiteY2313" fmla="*/ 46577 h 2495550"/>
                <a:gd name="connsiteX2314" fmla="*/ 2733580 w 3219450"/>
                <a:gd name="connsiteY2314" fmla="*/ 45815 h 2495550"/>
                <a:gd name="connsiteX2315" fmla="*/ 2732342 w 3219450"/>
                <a:gd name="connsiteY2315" fmla="*/ 42958 h 2495550"/>
                <a:gd name="connsiteX2316" fmla="*/ 2731294 w 3219450"/>
                <a:gd name="connsiteY2316" fmla="*/ 42291 h 2495550"/>
                <a:gd name="connsiteX2317" fmla="*/ 2729770 w 3219450"/>
                <a:gd name="connsiteY2317" fmla="*/ 41910 h 2495550"/>
                <a:gd name="connsiteX2318" fmla="*/ 2713958 w 3219450"/>
                <a:gd name="connsiteY2318" fmla="*/ 32099 h 2495550"/>
                <a:gd name="connsiteX2319" fmla="*/ 2711101 w 3219450"/>
                <a:gd name="connsiteY2319" fmla="*/ 31623 h 2495550"/>
                <a:gd name="connsiteX2320" fmla="*/ 2708244 w 3219450"/>
                <a:gd name="connsiteY2320" fmla="*/ 31718 h 2495550"/>
                <a:gd name="connsiteX2321" fmla="*/ 2703386 w 3219450"/>
                <a:gd name="connsiteY2321" fmla="*/ 33338 h 2495550"/>
                <a:gd name="connsiteX2322" fmla="*/ 2702243 w 3219450"/>
                <a:gd name="connsiteY2322" fmla="*/ 34100 h 2495550"/>
                <a:gd name="connsiteX2323" fmla="*/ 2701290 w 3219450"/>
                <a:gd name="connsiteY2323" fmla="*/ 35243 h 2495550"/>
                <a:gd name="connsiteX2324" fmla="*/ 2701195 w 3219450"/>
                <a:gd name="connsiteY2324" fmla="*/ 36862 h 2495550"/>
                <a:gd name="connsiteX2325" fmla="*/ 2701862 w 3219450"/>
                <a:gd name="connsiteY2325" fmla="*/ 38576 h 2495550"/>
                <a:gd name="connsiteX2326" fmla="*/ 2702052 w 3219450"/>
                <a:gd name="connsiteY2326" fmla="*/ 40005 h 2495550"/>
                <a:gd name="connsiteX2327" fmla="*/ 2700719 w 3219450"/>
                <a:gd name="connsiteY2327" fmla="*/ 40862 h 2495550"/>
                <a:gd name="connsiteX2328" fmla="*/ 2699576 w 3219450"/>
                <a:gd name="connsiteY2328" fmla="*/ 40386 h 2495550"/>
                <a:gd name="connsiteX2329" fmla="*/ 2698242 w 3219450"/>
                <a:gd name="connsiteY2329" fmla="*/ 37433 h 2495550"/>
                <a:gd name="connsiteX2330" fmla="*/ 2697195 w 3219450"/>
                <a:gd name="connsiteY2330" fmla="*/ 36767 h 2495550"/>
                <a:gd name="connsiteX2331" fmla="*/ 2694337 w 3219450"/>
                <a:gd name="connsiteY2331" fmla="*/ 37433 h 2495550"/>
                <a:gd name="connsiteX2332" fmla="*/ 2692908 w 3219450"/>
                <a:gd name="connsiteY2332" fmla="*/ 37338 h 2495550"/>
                <a:gd name="connsiteX2333" fmla="*/ 2691765 w 3219450"/>
                <a:gd name="connsiteY2333" fmla="*/ 36100 h 2495550"/>
                <a:gd name="connsiteX2334" fmla="*/ 2691670 w 3219450"/>
                <a:gd name="connsiteY2334" fmla="*/ 35433 h 2495550"/>
                <a:gd name="connsiteX2335" fmla="*/ 2691765 w 3219450"/>
                <a:gd name="connsiteY2335" fmla="*/ 34862 h 2495550"/>
                <a:gd name="connsiteX2336" fmla="*/ 2691765 w 3219450"/>
                <a:gd name="connsiteY2336" fmla="*/ 34195 h 2495550"/>
                <a:gd name="connsiteX2337" fmla="*/ 2691384 w 3219450"/>
                <a:gd name="connsiteY2337" fmla="*/ 33338 h 2495550"/>
                <a:gd name="connsiteX2338" fmla="*/ 2690908 w 3219450"/>
                <a:gd name="connsiteY2338" fmla="*/ 32861 h 2495550"/>
                <a:gd name="connsiteX2339" fmla="*/ 2689479 w 3219450"/>
                <a:gd name="connsiteY2339" fmla="*/ 32004 h 2495550"/>
                <a:gd name="connsiteX2340" fmla="*/ 2688908 w 3219450"/>
                <a:gd name="connsiteY2340" fmla="*/ 31909 h 2495550"/>
                <a:gd name="connsiteX2341" fmla="*/ 2683002 w 3219450"/>
                <a:gd name="connsiteY2341" fmla="*/ 31909 h 2495550"/>
                <a:gd name="connsiteX2342" fmla="*/ 2681573 w 3219450"/>
                <a:gd name="connsiteY2342" fmla="*/ 31623 h 2495550"/>
                <a:gd name="connsiteX2343" fmla="*/ 2679097 w 3219450"/>
                <a:gd name="connsiteY2343" fmla="*/ 30385 h 2495550"/>
                <a:gd name="connsiteX2344" fmla="*/ 2676716 w 3219450"/>
                <a:gd name="connsiteY2344" fmla="*/ 29718 h 2495550"/>
                <a:gd name="connsiteX2345" fmla="*/ 2675478 w 3219450"/>
                <a:gd name="connsiteY2345" fmla="*/ 28766 h 2495550"/>
                <a:gd name="connsiteX2346" fmla="*/ 2674239 w 3219450"/>
                <a:gd name="connsiteY2346" fmla="*/ 27622 h 2495550"/>
                <a:gd name="connsiteX2347" fmla="*/ 2673287 w 3219450"/>
                <a:gd name="connsiteY2347" fmla="*/ 26480 h 2495550"/>
                <a:gd name="connsiteX2348" fmla="*/ 2672429 w 3219450"/>
                <a:gd name="connsiteY2348" fmla="*/ 23527 h 2495550"/>
                <a:gd name="connsiteX2349" fmla="*/ 2672239 w 3219450"/>
                <a:gd name="connsiteY2349" fmla="*/ 23241 h 2495550"/>
                <a:gd name="connsiteX2350" fmla="*/ 2671382 w 3219450"/>
                <a:gd name="connsiteY2350" fmla="*/ 21527 h 2495550"/>
                <a:gd name="connsiteX2351" fmla="*/ 2670810 w 3219450"/>
                <a:gd name="connsiteY2351" fmla="*/ 19526 h 2495550"/>
                <a:gd name="connsiteX2352" fmla="*/ 2669858 w 3219450"/>
                <a:gd name="connsiteY2352" fmla="*/ 18383 h 2495550"/>
                <a:gd name="connsiteX2353" fmla="*/ 2668715 w 3219450"/>
                <a:gd name="connsiteY2353" fmla="*/ 17431 h 2495550"/>
                <a:gd name="connsiteX2354" fmla="*/ 2667667 w 3219450"/>
                <a:gd name="connsiteY2354" fmla="*/ 16859 h 2495550"/>
                <a:gd name="connsiteX2355" fmla="*/ 2666429 w 3219450"/>
                <a:gd name="connsiteY2355" fmla="*/ 16764 h 2495550"/>
                <a:gd name="connsiteX2356" fmla="*/ 2665000 w 3219450"/>
                <a:gd name="connsiteY2356" fmla="*/ 17145 h 2495550"/>
                <a:gd name="connsiteX2357" fmla="*/ 2663762 w 3219450"/>
                <a:gd name="connsiteY2357" fmla="*/ 17907 h 2495550"/>
                <a:gd name="connsiteX2358" fmla="*/ 2662809 w 3219450"/>
                <a:gd name="connsiteY2358" fmla="*/ 18955 h 2495550"/>
                <a:gd name="connsiteX2359" fmla="*/ 2661857 w 3219450"/>
                <a:gd name="connsiteY2359" fmla="*/ 19431 h 2495550"/>
                <a:gd name="connsiteX2360" fmla="*/ 2660714 w 3219450"/>
                <a:gd name="connsiteY2360" fmla="*/ 18479 h 2495550"/>
                <a:gd name="connsiteX2361" fmla="*/ 2659095 w 3219450"/>
                <a:gd name="connsiteY2361" fmla="*/ 16193 h 2495550"/>
                <a:gd name="connsiteX2362" fmla="*/ 2658428 w 3219450"/>
                <a:gd name="connsiteY2362" fmla="*/ 15716 h 2495550"/>
                <a:gd name="connsiteX2363" fmla="*/ 2657094 w 3219450"/>
                <a:gd name="connsiteY2363" fmla="*/ 15240 h 2495550"/>
                <a:gd name="connsiteX2364" fmla="*/ 2656428 w 3219450"/>
                <a:gd name="connsiteY2364" fmla="*/ 14573 h 2495550"/>
                <a:gd name="connsiteX2365" fmla="*/ 2656046 w 3219450"/>
                <a:gd name="connsiteY2365" fmla="*/ 13907 h 2495550"/>
                <a:gd name="connsiteX2366" fmla="*/ 2654999 w 3219450"/>
                <a:gd name="connsiteY2366" fmla="*/ 11525 h 2495550"/>
                <a:gd name="connsiteX2367" fmla="*/ 2653951 w 3219450"/>
                <a:gd name="connsiteY2367" fmla="*/ 10287 h 2495550"/>
                <a:gd name="connsiteX2368" fmla="*/ 2648998 w 3219450"/>
                <a:gd name="connsiteY2368" fmla="*/ 7334 h 2495550"/>
                <a:gd name="connsiteX2369" fmla="*/ 2647569 w 3219450"/>
                <a:gd name="connsiteY2369" fmla="*/ 6763 h 2495550"/>
                <a:gd name="connsiteX2370" fmla="*/ 2641378 w 3219450"/>
                <a:gd name="connsiteY2370" fmla="*/ 6001 h 2495550"/>
                <a:gd name="connsiteX2371" fmla="*/ 2639759 w 3219450"/>
                <a:gd name="connsiteY2371" fmla="*/ 5429 h 2495550"/>
                <a:gd name="connsiteX2372" fmla="*/ 2638520 w 3219450"/>
                <a:gd name="connsiteY2372" fmla="*/ 4572 h 2495550"/>
                <a:gd name="connsiteX2373" fmla="*/ 2636520 w 3219450"/>
                <a:gd name="connsiteY2373" fmla="*/ 1810 h 2495550"/>
                <a:gd name="connsiteX2374" fmla="*/ 2635187 w 3219450"/>
                <a:gd name="connsiteY2374" fmla="*/ 762 h 2495550"/>
                <a:gd name="connsiteX2375" fmla="*/ 2634044 w 3219450"/>
                <a:gd name="connsiteY2375" fmla="*/ 1238 h 2495550"/>
                <a:gd name="connsiteX2376" fmla="*/ 2632424 w 3219450"/>
                <a:gd name="connsiteY2376" fmla="*/ 4191 h 2495550"/>
                <a:gd name="connsiteX2377" fmla="*/ 2631472 w 3219450"/>
                <a:gd name="connsiteY2377" fmla="*/ 5048 h 2495550"/>
                <a:gd name="connsiteX2378" fmla="*/ 2630329 w 3219450"/>
                <a:gd name="connsiteY2378" fmla="*/ 4572 h 2495550"/>
                <a:gd name="connsiteX2379" fmla="*/ 2630996 w 3219450"/>
                <a:gd name="connsiteY2379" fmla="*/ 3429 h 2495550"/>
                <a:gd name="connsiteX2380" fmla="*/ 2631377 w 3219450"/>
                <a:gd name="connsiteY2380" fmla="*/ 3048 h 2495550"/>
                <a:gd name="connsiteX2381" fmla="*/ 2631758 w 3219450"/>
                <a:gd name="connsiteY2381" fmla="*/ 2762 h 2495550"/>
                <a:gd name="connsiteX2382" fmla="*/ 2631091 w 3219450"/>
                <a:gd name="connsiteY2382" fmla="*/ 1524 h 2495550"/>
                <a:gd name="connsiteX2383" fmla="*/ 2629948 w 3219450"/>
                <a:gd name="connsiteY2383" fmla="*/ 857 h 2495550"/>
                <a:gd name="connsiteX2384" fmla="*/ 2628900 w 3219450"/>
                <a:gd name="connsiteY2384" fmla="*/ 1048 h 2495550"/>
                <a:gd name="connsiteX2385" fmla="*/ 2628424 w 3219450"/>
                <a:gd name="connsiteY2385" fmla="*/ 2477 h 2495550"/>
                <a:gd name="connsiteX2386" fmla="*/ 2628424 w 3219450"/>
                <a:gd name="connsiteY2386" fmla="*/ 4096 h 2495550"/>
                <a:gd name="connsiteX2387" fmla="*/ 2628233 w 3219450"/>
                <a:gd name="connsiteY2387" fmla="*/ 4763 h 2495550"/>
                <a:gd name="connsiteX2388" fmla="*/ 2627662 w 3219450"/>
                <a:gd name="connsiteY2388" fmla="*/ 4667 h 2495550"/>
                <a:gd name="connsiteX2389" fmla="*/ 2625566 w 3219450"/>
                <a:gd name="connsiteY2389" fmla="*/ 3143 h 2495550"/>
                <a:gd name="connsiteX2390" fmla="*/ 2624995 w 3219450"/>
                <a:gd name="connsiteY2390" fmla="*/ 2857 h 2495550"/>
                <a:gd name="connsiteX2391" fmla="*/ 2622899 w 3219450"/>
                <a:gd name="connsiteY2391" fmla="*/ 2477 h 2495550"/>
                <a:gd name="connsiteX2392" fmla="*/ 2622233 w 3219450"/>
                <a:gd name="connsiteY2392" fmla="*/ 2191 h 2495550"/>
                <a:gd name="connsiteX2393" fmla="*/ 2620804 w 3219450"/>
                <a:gd name="connsiteY2393" fmla="*/ 762 h 2495550"/>
                <a:gd name="connsiteX2394" fmla="*/ 2619185 w 3219450"/>
                <a:gd name="connsiteY2394" fmla="*/ 191 h 2495550"/>
                <a:gd name="connsiteX2395" fmla="*/ 2617470 w 3219450"/>
                <a:gd name="connsiteY2395" fmla="*/ 0 h 2495550"/>
                <a:gd name="connsiteX2396" fmla="*/ 2616137 w 3219450"/>
                <a:gd name="connsiteY2396" fmla="*/ 191 h 2495550"/>
                <a:gd name="connsiteX2397" fmla="*/ 2615184 w 3219450"/>
                <a:gd name="connsiteY2397" fmla="*/ 857 h 2495550"/>
                <a:gd name="connsiteX2398" fmla="*/ 2613565 w 3219450"/>
                <a:gd name="connsiteY2398" fmla="*/ 2857 h 2495550"/>
                <a:gd name="connsiteX2399" fmla="*/ 2612327 w 3219450"/>
                <a:gd name="connsiteY2399" fmla="*/ 3524 h 2495550"/>
                <a:gd name="connsiteX2400" fmla="*/ 2611470 w 3219450"/>
                <a:gd name="connsiteY2400" fmla="*/ 4763 h 2495550"/>
                <a:gd name="connsiteX2401" fmla="*/ 2610898 w 3219450"/>
                <a:gd name="connsiteY2401" fmla="*/ 5048 h 2495550"/>
                <a:gd name="connsiteX2402" fmla="*/ 2602992 w 3219450"/>
                <a:gd name="connsiteY2402" fmla="*/ 5524 h 2495550"/>
                <a:gd name="connsiteX2403" fmla="*/ 2595468 w 3219450"/>
                <a:gd name="connsiteY2403" fmla="*/ 8477 h 2495550"/>
                <a:gd name="connsiteX2404" fmla="*/ 2574989 w 3219450"/>
                <a:gd name="connsiteY2404" fmla="*/ 9334 h 2495550"/>
                <a:gd name="connsiteX2405" fmla="*/ 2572607 w 3219450"/>
                <a:gd name="connsiteY2405" fmla="*/ 10382 h 2495550"/>
                <a:gd name="connsiteX2406" fmla="*/ 2571369 w 3219450"/>
                <a:gd name="connsiteY2406" fmla="*/ 10478 h 2495550"/>
                <a:gd name="connsiteX2407" fmla="*/ 2570226 w 3219450"/>
                <a:gd name="connsiteY2407" fmla="*/ 9525 h 2495550"/>
                <a:gd name="connsiteX2408" fmla="*/ 2569083 w 3219450"/>
                <a:gd name="connsiteY2408" fmla="*/ 7906 h 2495550"/>
                <a:gd name="connsiteX2409" fmla="*/ 2568036 w 3219450"/>
                <a:gd name="connsiteY2409" fmla="*/ 6858 h 2495550"/>
                <a:gd name="connsiteX2410" fmla="*/ 2566893 w 3219450"/>
                <a:gd name="connsiteY2410" fmla="*/ 6477 h 2495550"/>
                <a:gd name="connsiteX2411" fmla="*/ 2565654 w 3219450"/>
                <a:gd name="connsiteY2411" fmla="*/ 6763 h 2495550"/>
                <a:gd name="connsiteX2412" fmla="*/ 2562035 w 3219450"/>
                <a:gd name="connsiteY2412" fmla="*/ 8382 h 2495550"/>
                <a:gd name="connsiteX2413" fmla="*/ 2558987 w 3219450"/>
                <a:gd name="connsiteY2413" fmla="*/ 8763 h 2495550"/>
                <a:gd name="connsiteX2414" fmla="*/ 2557844 w 3219450"/>
                <a:gd name="connsiteY2414" fmla="*/ 9430 h 2495550"/>
                <a:gd name="connsiteX2415" fmla="*/ 2555748 w 3219450"/>
                <a:gd name="connsiteY2415" fmla="*/ 11430 h 2495550"/>
                <a:gd name="connsiteX2416" fmla="*/ 2554320 w 3219450"/>
                <a:gd name="connsiteY2416" fmla="*/ 12192 h 2495550"/>
                <a:gd name="connsiteX2417" fmla="*/ 2551367 w 3219450"/>
                <a:gd name="connsiteY2417" fmla="*/ 12192 h 2495550"/>
                <a:gd name="connsiteX2418" fmla="*/ 2544223 w 3219450"/>
                <a:gd name="connsiteY2418" fmla="*/ 12097 h 2495550"/>
                <a:gd name="connsiteX2419" fmla="*/ 2531174 w 3219450"/>
                <a:gd name="connsiteY2419" fmla="*/ 16097 h 2495550"/>
                <a:gd name="connsiteX2420" fmla="*/ 2524411 w 3219450"/>
                <a:gd name="connsiteY2420" fmla="*/ 20955 h 2495550"/>
                <a:gd name="connsiteX2421" fmla="*/ 2521649 w 3219450"/>
                <a:gd name="connsiteY2421" fmla="*/ 21812 h 2495550"/>
                <a:gd name="connsiteX2422" fmla="*/ 2519268 w 3219450"/>
                <a:gd name="connsiteY2422" fmla="*/ 22098 h 2495550"/>
                <a:gd name="connsiteX2423" fmla="*/ 2518886 w 3219450"/>
                <a:gd name="connsiteY2423" fmla="*/ 22098 h 2495550"/>
                <a:gd name="connsiteX2424" fmla="*/ 2516315 w 3219450"/>
                <a:gd name="connsiteY2424" fmla="*/ 21431 h 2495550"/>
                <a:gd name="connsiteX2425" fmla="*/ 2515457 w 3219450"/>
                <a:gd name="connsiteY2425" fmla="*/ 21431 h 2495550"/>
                <a:gd name="connsiteX2426" fmla="*/ 2514791 w 3219450"/>
                <a:gd name="connsiteY2426" fmla="*/ 21717 h 2495550"/>
                <a:gd name="connsiteX2427" fmla="*/ 2513267 w 3219450"/>
                <a:gd name="connsiteY2427" fmla="*/ 23241 h 2495550"/>
                <a:gd name="connsiteX2428" fmla="*/ 2510790 w 3219450"/>
                <a:gd name="connsiteY2428" fmla="*/ 24575 h 2495550"/>
                <a:gd name="connsiteX2429" fmla="*/ 2508123 w 3219450"/>
                <a:gd name="connsiteY2429" fmla="*/ 25432 h 2495550"/>
                <a:gd name="connsiteX2430" fmla="*/ 2505361 w 3219450"/>
                <a:gd name="connsiteY2430" fmla="*/ 25622 h 2495550"/>
                <a:gd name="connsiteX2431" fmla="*/ 2500218 w 3219450"/>
                <a:gd name="connsiteY2431" fmla="*/ 24289 h 2495550"/>
                <a:gd name="connsiteX2432" fmla="*/ 2490693 w 3219450"/>
                <a:gd name="connsiteY2432" fmla="*/ 25146 h 2495550"/>
                <a:gd name="connsiteX2433" fmla="*/ 2489169 w 3219450"/>
                <a:gd name="connsiteY2433" fmla="*/ 25718 h 2495550"/>
                <a:gd name="connsiteX2434" fmla="*/ 2488121 w 3219450"/>
                <a:gd name="connsiteY2434" fmla="*/ 26765 h 2495550"/>
                <a:gd name="connsiteX2435" fmla="*/ 2488311 w 3219450"/>
                <a:gd name="connsiteY2435" fmla="*/ 28289 h 2495550"/>
                <a:gd name="connsiteX2436" fmla="*/ 2487930 w 3219450"/>
                <a:gd name="connsiteY2436" fmla="*/ 29146 h 2495550"/>
                <a:gd name="connsiteX2437" fmla="*/ 2484120 w 3219450"/>
                <a:gd name="connsiteY2437" fmla="*/ 31623 h 2495550"/>
                <a:gd name="connsiteX2438" fmla="*/ 2482120 w 3219450"/>
                <a:gd name="connsiteY2438" fmla="*/ 33528 h 2495550"/>
                <a:gd name="connsiteX2439" fmla="*/ 2478881 w 3219450"/>
                <a:gd name="connsiteY2439" fmla="*/ 38957 h 2495550"/>
                <a:gd name="connsiteX2440" fmla="*/ 2476881 w 3219450"/>
                <a:gd name="connsiteY2440" fmla="*/ 41243 h 2495550"/>
                <a:gd name="connsiteX2441" fmla="*/ 2472309 w 3219450"/>
                <a:gd name="connsiteY2441" fmla="*/ 44863 h 2495550"/>
                <a:gd name="connsiteX2442" fmla="*/ 2468213 w 3219450"/>
                <a:gd name="connsiteY2442" fmla="*/ 49054 h 2495550"/>
                <a:gd name="connsiteX2443" fmla="*/ 2465165 w 3219450"/>
                <a:gd name="connsiteY2443" fmla="*/ 53531 h 2495550"/>
                <a:gd name="connsiteX2444" fmla="*/ 2463546 w 3219450"/>
                <a:gd name="connsiteY2444" fmla="*/ 55055 h 2495550"/>
                <a:gd name="connsiteX2445" fmla="*/ 2463165 w 3219450"/>
                <a:gd name="connsiteY2445" fmla="*/ 55626 h 2495550"/>
                <a:gd name="connsiteX2446" fmla="*/ 2462784 w 3219450"/>
                <a:gd name="connsiteY2446" fmla="*/ 56483 h 2495550"/>
                <a:gd name="connsiteX2447" fmla="*/ 2462594 w 3219450"/>
                <a:gd name="connsiteY2447" fmla="*/ 57150 h 2495550"/>
                <a:gd name="connsiteX2448" fmla="*/ 2462308 w 3219450"/>
                <a:gd name="connsiteY2448" fmla="*/ 57817 h 2495550"/>
                <a:gd name="connsiteX2449" fmla="*/ 2461736 w 3219450"/>
                <a:gd name="connsiteY2449" fmla="*/ 58579 h 2495550"/>
                <a:gd name="connsiteX2450" fmla="*/ 2460498 w 3219450"/>
                <a:gd name="connsiteY2450" fmla="*/ 59245 h 2495550"/>
                <a:gd name="connsiteX2451" fmla="*/ 2459927 w 3219450"/>
                <a:gd name="connsiteY2451" fmla="*/ 59722 h 2495550"/>
                <a:gd name="connsiteX2452" fmla="*/ 2459641 w 3219450"/>
                <a:gd name="connsiteY2452" fmla="*/ 60674 h 2495550"/>
                <a:gd name="connsiteX2453" fmla="*/ 2459355 w 3219450"/>
                <a:gd name="connsiteY2453" fmla="*/ 61436 h 2495550"/>
                <a:gd name="connsiteX2454" fmla="*/ 2458688 w 3219450"/>
                <a:gd name="connsiteY2454" fmla="*/ 62103 h 2495550"/>
                <a:gd name="connsiteX2455" fmla="*/ 2457927 w 3219450"/>
                <a:gd name="connsiteY2455" fmla="*/ 62579 h 2495550"/>
                <a:gd name="connsiteX2456" fmla="*/ 2456212 w 3219450"/>
                <a:gd name="connsiteY2456" fmla="*/ 63246 h 2495550"/>
                <a:gd name="connsiteX2457" fmla="*/ 2454021 w 3219450"/>
                <a:gd name="connsiteY2457" fmla="*/ 65627 h 2495550"/>
                <a:gd name="connsiteX2458" fmla="*/ 2452878 w 3219450"/>
                <a:gd name="connsiteY2458" fmla="*/ 66389 h 2495550"/>
                <a:gd name="connsiteX2459" fmla="*/ 2448116 w 3219450"/>
                <a:gd name="connsiteY2459" fmla="*/ 68675 h 2495550"/>
                <a:gd name="connsiteX2460" fmla="*/ 2446401 w 3219450"/>
                <a:gd name="connsiteY2460" fmla="*/ 70676 h 2495550"/>
                <a:gd name="connsiteX2461" fmla="*/ 2447068 w 3219450"/>
                <a:gd name="connsiteY2461" fmla="*/ 72962 h 2495550"/>
                <a:gd name="connsiteX2462" fmla="*/ 2446973 w 3219450"/>
                <a:gd name="connsiteY2462" fmla="*/ 73914 h 2495550"/>
                <a:gd name="connsiteX2463" fmla="*/ 2447354 w 3219450"/>
                <a:gd name="connsiteY2463" fmla="*/ 75533 h 2495550"/>
                <a:gd name="connsiteX2464" fmla="*/ 2447449 w 3219450"/>
                <a:gd name="connsiteY2464" fmla="*/ 76581 h 2495550"/>
                <a:gd name="connsiteX2465" fmla="*/ 2446211 w 3219450"/>
                <a:gd name="connsiteY2465" fmla="*/ 79153 h 2495550"/>
                <a:gd name="connsiteX2466" fmla="*/ 2446020 w 3219450"/>
                <a:gd name="connsiteY2466" fmla="*/ 79915 h 2495550"/>
                <a:gd name="connsiteX2467" fmla="*/ 2445925 w 3219450"/>
                <a:gd name="connsiteY2467" fmla="*/ 81629 h 2495550"/>
                <a:gd name="connsiteX2468" fmla="*/ 2446115 w 3219450"/>
                <a:gd name="connsiteY2468" fmla="*/ 82868 h 2495550"/>
                <a:gd name="connsiteX2469" fmla="*/ 2446592 w 3219450"/>
                <a:gd name="connsiteY2469" fmla="*/ 83915 h 2495550"/>
                <a:gd name="connsiteX2470" fmla="*/ 2447354 w 3219450"/>
                <a:gd name="connsiteY2470" fmla="*/ 85058 h 2495550"/>
                <a:gd name="connsiteX2471" fmla="*/ 2448592 w 3219450"/>
                <a:gd name="connsiteY2471" fmla="*/ 86011 h 2495550"/>
                <a:gd name="connsiteX2472" fmla="*/ 2450402 w 3219450"/>
                <a:gd name="connsiteY2472" fmla="*/ 86487 h 2495550"/>
                <a:gd name="connsiteX2473" fmla="*/ 2453736 w 3219450"/>
                <a:gd name="connsiteY2473" fmla="*/ 86582 h 2495550"/>
                <a:gd name="connsiteX2474" fmla="*/ 2454878 w 3219450"/>
                <a:gd name="connsiteY2474" fmla="*/ 86106 h 2495550"/>
                <a:gd name="connsiteX2475" fmla="*/ 2457164 w 3219450"/>
                <a:gd name="connsiteY2475" fmla="*/ 84582 h 2495550"/>
                <a:gd name="connsiteX2476" fmla="*/ 2458117 w 3219450"/>
                <a:gd name="connsiteY2476" fmla="*/ 84296 h 2495550"/>
                <a:gd name="connsiteX2477" fmla="*/ 2463737 w 3219450"/>
                <a:gd name="connsiteY2477" fmla="*/ 83725 h 2495550"/>
                <a:gd name="connsiteX2478" fmla="*/ 2464880 w 3219450"/>
                <a:gd name="connsiteY2478" fmla="*/ 83344 h 2495550"/>
                <a:gd name="connsiteX2479" fmla="*/ 2466975 w 3219450"/>
                <a:gd name="connsiteY2479" fmla="*/ 82106 h 2495550"/>
                <a:gd name="connsiteX2480" fmla="*/ 2468213 w 3219450"/>
                <a:gd name="connsiteY2480" fmla="*/ 81820 h 2495550"/>
                <a:gd name="connsiteX2481" fmla="*/ 2468785 w 3219450"/>
                <a:gd name="connsiteY2481" fmla="*/ 82106 h 2495550"/>
                <a:gd name="connsiteX2482" fmla="*/ 2470214 w 3219450"/>
                <a:gd name="connsiteY2482" fmla="*/ 83725 h 2495550"/>
                <a:gd name="connsiteX2483" fmla="*/ 2472690 w 3219450"/>
                <a:gd name="connsiteY2483" fmla="*/ 84868 h 2495550"/>
                <a:gd name="connsiteX2484" fmla="*/ 2476310 w 3219450"/>
                <a:gd name="connsiteY2484" fmla="*/ 87440 h 2495550"/>
                <a:gd name="connsiteX2485" fmla="*/ 2478691 w 3219450"/>
                <a:gd name="connsiteY2485" fmla="*/ 88011 h 2495550"/>
                <a:gd name="connsiteX2486" fmla="*/ 2481453 w 3219450"/>
                <a:gd name="connsiteY2486" fmla="*/ 89440 h 2495550"/>
                <a:gd name="connsiteX2487" fmla="*/ 2482311 w 3219450"/>
                <a:gd name="connsiteY2487" fmla="*/ 90107 h 2495550"/>
                <a:gd name="connsiteX2488" fmla="*/ 2481453 w 3219450"/>
                <a:gd name="connsiteY2488" fmla="*/ 92202 h 2495550"/>
                <a:gd name="connsiteX2489" fmla="*/ 2481263 w 3219450"/>
                <a:gd name="connsiteY2489" fmla="*/ 92964 h 2495550"/>
                <a:gd name="connsiteX2490" fmla="*/ 2481263 w 3219450"/>
                <a:gd name="connsiteY2490" fmla="*/ 93917 h 2495550"/>
                <a:gd name="connsiteX2491" fmla="*/ 2481168 w 3219450"/>
                <a:gd name="connsiteY2491" fmla="*/ 94679 h 2495550"/>
                <a:gd name="connsiteX2492" fmla="*/ 2480691 w 3219450"/>
                <a:gd name="connsiteY2492" fmla="*/ 95917 h 2495550"/>
                <a:gd name="connsiteX2493" fmla="*/ 2480596 w 3219450"/>
                <a:gd name="connsiteY2493" fmla="*/ 96298 h 2495550"/>
                <a:gd name="connsiteX2494" fmla="*/ 2480596 w 3219450"/>
                <a:gd name="connsiteY2494" fmla="*/ 98965 h 2495550"/>
                <a:gd name="connsiteX2495" fmla="*/ 2480120 w 3219450"/>
                <a:gd name="connsiteY2495" fmla="*/ 100394 h 2495550"/>
                <a:gd name="connsiteX2496" fmla="*/ 2478977 w 3219450"/>
                <a:gd name="connsiteY2496" fmla="*/ 102489 h 2495550"/>
                <a:gd name="connsiteX2497" fmla="*/ 2478786 w 3219450"/>
                <a:gd name="connsiteY2497" fmla="*/ 104013 h 2495550"/>
                <a:gd name="connsiteX2498" fmla="*/ 2478596 w 3219450"/>
                <a:gd name="connsiteY2498" fmla="*/ 104775 h 2495550"/>
                <a:gd name="connsiteX2499" fmla="*/ 2478120 w 3219450"/>
                <a:gd name="connsiteY2499" fmla="*/ 105346 h 2495550"/>
                <a:gd name="connsiteX2500" fmla="*/ 2477643 w 3219450"/>
                <a:gd name="connsiteY2500" fmla="*/ 105728 h 2495550"/>
                <a:gd name="connsiteX2501" fmla="*/ 2477357 w 3219450"/>
                <a:gd name="connsiteY2501" fmla="*/ 106013 h 2495550"/>
                <a:gd name="connsiteX2502" fmla="*/ 2477262 w 3219450"/>
                <a:gd name="connsiteY2502" fmla="*/ 106966 h 2495550"/>
                <a:gd name="connsiteX2503" fmla="*/ 2477453 w 3219450"/>
                <a:gd name="connsiteY2503" fmla="*/ 107442 h 2495550"/>
                <a:gd name="connsiteX2504" fmla="*/ 2477643 w 3219450"/>
                <a:gd name="connsiteY2504" fmla="*/ 107918 h 2495550"/>
                <a:gd name="connsiteX2505" fmla="*/ 2477738 w 3219450"/>
                <a:gd name="connsiteY2505" fmla="*/ 108680 h 2495550"/>
                <a:gd name="connsiteX2506" fmla="*/ 2478786 w 3219450"/>
                <a:gd name="connsiteY2506" fmla="*/ 110966 h 2495550"/>
                <a:gd name="connsiteX2507" fmla="*/ 2483168 w 3219450"/>
                <a:gd name="connsiteY2507" fmla="*/ 114586 h 2495550"/>
                <a:gd name="connsiteX2508" fmla="*/ 2484215 w 3219450"/>
                <a:gd name="connsiteY2508" fmla="*/ 116205 h 2495550"/>
                <a:gd name="connsiteX2509" fmla="*/ 2484120 w 3219450"/>
                <a:gd name="connsiteY2509" fmla="*/ 117062 h 2495550"/>
                <a:gd name="connsiteX2510" fmla="*/ 2483835 w 3219450"/>
                <a:gd name="connsiteY2510" fmla="*/ 118396 h 2495550"/>
                <a:gd name="connsiteX2511" fmla="*/ 2483739 w 3219450"/>
                <a:gd name="connsiteY2511" fmla="*/ 119158 h 2495550"/>
                <a:gd name="connsiteX2512" fmla="*/ 2483835 w 3219450"/>
                <a:gd name="connsiteY2512" fmla="*/ 119920 h 2495550"/>
                <a:gd name="connsiteX2513" fmla="*/ 2484501 w 3219450"/>
                <a:gd name="connsiteY2513" fmla="*/ 121158 h 2495550"/>
                <a:gd name="connsiteX2514" fmla="*/ 2484787 w 3219450"/>
                <a:gd name="connsiteY2514" fmla="*/ 121825 h 2495550"/>
                <a:gd name="connsiteX2515" fmla="*/ 2485073 w 3219450"/>
                <a:gd name="connsiteY2515" fmla="*/ 122396 h 2495550"/>
                <a:gd name="connsiteX2516" fmla="*/ 2485358 w 3219450"/>
                <a:gd name="connsiteY2516" fmla="*/ 122682 h 2495550"/>
                <a:gd name="connsiteX2517" fmla="*/ 2485358 w 3219450"/>
                <a:gd name="connsiteY2517" fmla="*/ 123063 h 2495550"/>
                <a:gd name="connsiteX2518" fmla="*/ 2484882 w 3219450"/>
                <a:gd name="connsiteY2518" fmla="*/ 123920 h 2495550"/>
                <a:gd name="connsiteX2519" fmla="*/ 2484692 w 3219450"/>
                <a:gd name="connsiteY2519" fmla="*/ 124587 h 2495550"/>
                <a:gd name="connsiteX2520" fmla="*/ 2484692 w 3219450"/>
                <a:gd name="connsiteY2520" fmla="*/ 125349 h 2495550"/>
                <a:gd name="connsiteX2521" fmla="*/ 2484882 w 3219450"/>
                <a:gd name="connsiteY2521" fmla="*/ 126016 h 2495550"/>
                <a:gd name="connsiteX2522" fmla="*/ 2485168 w 3219450"/>
                <a:gd name="connsiteY2522" fmla="*/ 126587 h 2495550"/>
                <a:gd name="connsiteX2523" fmla="*/ 2484501 w 3219450"/>
                <a:gd name="connsiteY2523" fmla="*/ 127349 h 2495550"/>
                <a:gd name="connsiteX2524" fmla="*/ 2483739 w 3219450"/>
                <a:gd name="connsiteY2524" fmla="*/ 129254 h 2495550"/>
                <a:gd name="connsiteX2525" fmla="*/ 2483358 w 3219450"/>
                <a:gd name="connsiteY2525" fmla="*/ 130112 h 2495550"/>
                <a:gd name="connsiteX2526" fmla="*/ 2482691 w 3219450"/>
                <a:gd name="connsiteY2526" fmla="*/ 130683 h 2495550"/>
                <a:gd name="connsiteX2527" fmla="*/ 2481929 w 3219450"/>
                <a:gd name="connsiteY2527" fmla="*/ 130969 h 2495550"/>
                <a:gd name="connsiteX2528" fmla="*/ 2481263 w 3219450"/>
                <a:gd name="connsiteY2528" fmla="*/ 131445 h 2495550"/>
                <a:gd name="connsiteX2529" fmla="*/ 2480786 w 3219450"/>
                <a:gd name="connsiteY2529" fmla="*/ 132493 h 2495550"/>
                <a:gd name="connsiteX2530" fmla="*/ 2480786 w 3219450"/>
                <a:gd name="connsiteY2530" fmla="*/ 133731 h 2495550"/>
                <a:gd name="connsiteX2531" fmla="*/ 2481072 w 3219450"/>
                <a:gd name="connsiteY2531" fmla="*/ 134684 h 2495550"/>
                <a:gd name="connsiteX2532" fmla="*/ 2481453 w 3219450"/>
                <a:gd name="connsiteY2532" fmla="*/ 135541 h 2495550"/>
                <a:gd name="connsiteX2533" fmla="*/ 2481644 w 3219450"/>
                <a:gd name="connsiteY2533" fmla="*/ 136493 h 2495550"/>
                <a:gd name="connsiteX2534" fmla="*/ 2481644 w 3219450"/>
                <a:gd name="connsiteY2534" fmla="*/ 137636 h 2495550"/>
                <a:gd name="connsiteX2535" fmla="*/ 2481358 w 3219450"/>
                <a:gd name="connsiteY2535" fmla="*/ 138303 h 2495550"/>
                <a:gd name="connsiteX2536" fmla="*/ 2480215 w 3219450"/>
                <a:gd name="connsiteY2536" fmla="*/ 140017 h 2495550"/>
                <a:gd name="connsiteX2537" fmla="*/ 2479072 w 3219450"/>
                <a:gd name="connsiteY2537" fmla="*/ 142970 h 2495550"/>
                <a:gd name="connsiteX2538" fmla="*/ 2478310 w 3219450"/>
                <a:gd name="connsiteY2538" fmla="*/ 144209 h 2495550"/>
                <a:gd name="connsiteX2539" fmla="*/ 2477072 w 3219450"/>
                <a:gd name="connsiteY2539" fmla="*/ 144685 h 2495550"/>
                <a:gd name="connsiteX2540" fmla="*/ 2474690 w 3219450"/>
                <a:gd name="connsiteY2540" fmla="*/ 144494 h 2495550"/>
                <a:gd name="connsiteX2541" fmla="*/ 2474024 w 3219450"/>
                <a:gd name="connsiteY2541" fmla="*/ 144685 h 2495550"/>
                <a:gd name="connsiteX2542" fmla="*/ 2473452 w 3219450"/>
                <a:gd name="connsiteY2542" fmla="*/ 145256 h 2495550"/>
                <a:gd name="connsiteX2543" fmla="*/ 2473071 w 3219450"/>
                <a:gd name="connsiteY2543" fmla="*/ 145923 h 2495550"/>
                <a:gd name="connsiteX2544" fmla="*/ 2472595 w 3219450"/>
                <a:gd name="connsiteY2544" fmla="*/ 146590 h 2495550"/>
                <a:gd name="connsiteX2545" fmla="*/ 2471833 w 3219450"/>
                <a:gd name="connsiteY2545" fmla="*/ 147066 h 2495550"/>
                <a:gd name="connsiteX2546" fmla="*/ 2471071 w 3219450"/>
                <a:gd name="connsiteY2546" fmla="*/ 147161 h 2495550"/>
                <a:gd name="connsiteX2547" fmla="*/ 2470595 w 3219450"/>
                <a:gd name="connsiteY2547" fmla="*/ 147066 h 2495550"/>
                <a:gd name="connsiteX2548" fmla="*/ 2470119 w 3219450"/>
                <a:gd name="connsiteY2548" fmla="*/ 147161 h 2495550"/>
                <a:gd name="connsiteX2549" fmla="*/ 2469452 w 3219450"/>
                <a:gd name="connsiteY2549" fmla="*/ 147923 h 2495550"/>
                <a:gd name="connsiteX2550" fmla="*/ 2469166 w 3219450"/>
                <a:gd name="connsiteY2550" fmla="*/ 148590 h 2495550"/>
                <a:gd name="connsiteX2551" fmla="*/ 2468976 w 3219450"/>
                <a:gd name="connsiteY2551" fmla="*/ 149447 h 2495550"/>
                <a:gd name="connsiteX2552" fmla="*/ 2468595 w 3219450"/>
                <a:gd name="connsiteY2552" fmla="*/ 150209 h 2495550"/>
                <a:gd name="connsiteX2553" fmla="*/ 2468023 w 3219450"/>
                <a:gd name="connsiteY2553" fmla="*/ 150495 h 2495550"/>
                <a:gd name="connsiteX2554" fmla="*/ 2466594 w 3219450"/>
                <a:gd name="connsiteY2554" fmla="*/ 150686 h 2495550"/>
                <a:gd name="connsiteX2555" fmla="*/ 2465546 w 3219450"/>
                <a:gd name="connsiteY2555" fmla="*/ 151352 h 2495550"/>
                <a:gd name="connsiteX2556" fmla="*/ 2463737 w 3219450"/>
                <a:gd name="connsiteY2556" fmla="*/ 153353 h 2495550"/>
                <a:gd name="connsiteX2557" fmla="*/ 2460879 w 3219450"/>
                <a:gd name="connsiteY2557" fmla="*/ 155543 h 2495550"/>
                <a:gd name="connsiteX2558" fmla="*/ 2453640 w 3219450"/>
                <a:gd name="connsiteY2558" fmla="*/ 163449 h 2495550"/>
                <a:gd name="connsiteX2559" fmla="*/ 2452783 w 3219450"/>
                <a:gd name="connsiteY2559" fmla="*/ 164687 h 2495550"/>
                <a:gd name="connsiteX2560" fmla="*/ 2452116 w 3219450"/>
                <a:gd name="connsiteY2560" fmla="*/ 165068 h 2495550"/>
                <a:gd name="connsiteX2561" fmla="*/ 2450497 w 3219450"/>
                <a:gd name="connsiteY2561" fmla="*/ 164783 h 2495550"/>
                <a:gd name="connsiteX2562" fmla="*/ 2449735 w 3219450"/>
                <a:gd name="connsiteY2562" fmla="*/ 164973 h 2495550"/>
                <a:gd name="connsiteX2563" fmla="*/ 2449354 w 3219450"/>
                <a:gd name="connsiteY2563" fmla="*/ 165449 h 2495550"/>
                <a:gd name="connsiteX2564" fmla="*/ 2448592 w 3219450"/>
                <a:gd name="connsiteY2564" fmla="*/ 166783 h 2495550"/>
                <a:gd name="connsiteX2565" fmla="*/ 2447449 w 3219450"/>
                <a:gd name="connsiteY2565" fmla="*/ 169259 h 2495550"/>
                <a:gd name="connsiteX2566" fmla="*/ 2446973 w 3219450"/>
                <a:gd name="connsiteY2566" fmla="*/ 170783 h 2495550"/>
                <a:gd name="connsiteX2567" fmla="*/ 2446782 w 3219450"/>
                <a:gd name="connsiteY2567" fmla="*/ 172403 h 2495550"/>
                <a:gd name="connsiteX2568" fmla="*/ 2446782 w 3219450"/>
                <a:gd name="connsiteY2568" fmla="*/ 174498 h 2495550"/>
                <a:gd name="connsiteX2569" fmla="*/ 2446211 w 3219450"/>
                <a:gd name="connsiteY2569" fmla="*/ 175641 h 2495550"/>
                <a:gd name="connsiteX2570" fmla="*/ 2443544 w 3219450"/>
                <a:gd name="connsiteY2570" fmla="*/ 178594 h 2495550"/>
                <a:gd name="connsiteX2571" fmla="*/ 2442782 w 3219450"/>
                <a:gd name="connsiteY2571" fmla="*/ 179927 h 2495550"/>
                <a:gd name="connsiteX2572" fmla="*/ 2442591 w 3219450"/>
                <a:gd name="connsiteY2572" fmla="*/ 181832 h 2495550"/>
                <a:gd name="connsiteX2573" fmla="*/ 2442972 w 3219450"/>
                <a:gd name="connsiteY2573" fmla="*/ 182785 h 2495550"/>
                <a:gd name="connsiteX2574" fmla="*/ 2443068 w 3219450"/>
                <a:gd name="connsiteY2574" fmla="*/ 183642 h 2495550"/>
                <a:gd name="connsiteX2575" fmla="*/ 2442210 w 3219450"/>
                <a:gd name="connsiteY2575" fmla="*/ 185357 h 2495550"/>
                <a:gd name="connsiteX2576" fmla="*/ 2441829 w 3219450"/>
                <a:gd name="connsiteY2576" fmla="*/ 186118 h 2495550"/>
                <a:gd name="connsiteX2577" fmla="*/ 2441639 w 3219450"/>
                <a:gd name="connsiteY2577" fmla="*/ 186785 h 2495550"/>
                <a:gd name="connsiteX2578" fmla="*/ 2441448 w 3219450"/>
                <a:gd name="connsiteY2578" fmla="*/ 187357 h 2495550"/>
                <a:gd name="connsiteX2579" fmla="*/ 2440972 w 3219450"/>
                <a:gd name="connsiteY2579" fmla="*/ 187928 h 2495550"/>
                <a:gd name="connsiteX2580" fmla="*/ 2438495 w 3219450"/>
                <a:gd name="connsiteY2580" fmla="*/ 188500 h 2495550"/>
                <a:gd name="connsiteX2581" fmla="*/ 2438781 w 3219450"/>
                <a:gd name="connsiteY2581" fmla="*/ 189643 h 2495550"/>
                <a:gd name="connsiteX2582" fmla="*/ 2439448 w 3219450"/>
                <a:gd name="connsiteY2582" fmla="*/ 191357 h 2495550"/>
                <a:gd name="connsiteX2583" fmla="*/ 2439638 w 3219450"/>
                <a:gd name="connsiteY2583" fmla="*/ 192977 h 2495550"/>
                <a:gd name="connsiteX2584" fmla="*/ 2438400 w 3219450"/>
                <a:gd name="connsiteY2584" fmla="*/ 193643 h 2495550"/>
                <a:gd name="connsiteX2585" fmla="*/ 2437924 w 3219450"/>
                <a:gd name="connsiteY2585" fmla="*/ 194024 h 2495550"/>
                <a:gd name="connsiteX2586" fmla="*/ 2436686 w 3219450"/>
                <a:gd name="connsiteY2586" fmla="*/ 196501 h 2495550"/>
                <a:gd name="connsiteX2587" fmla="*/ 2436114 w 3219450"/>
                <a:gd name="connsiteY2587" fmla="*/ 196882 h 2495550"/>
                <a:gd name="connsiteX2588" fmla="*/ 2434971 w 3219450"/>
                <a:gd name="connsiteY2588" fmla="*/ 197263 h 2495550"/>
                <a:gd name="connsiteX2589" fmla="*/ 2434495 w 3219450"/>
                <a:gd name="connsiteY2589" fmla="*/ 197644 h 2495550"/>
                <a:gd name="connsiteX2590" fmla="*/ 2434304 w 3219450"/>
                <a:gd name="connsiteY2590" fmla="*/ 198120 h 2495550"/>
                <a:gd name="connsiteX2591" fmla="*/ 2433733 w 3219450"/>
                <a:gd name="connsiteY2591" fmla="*/ 200215 h 2495550"/>
                <a:gd name="connsiteX2592" fmla="*/ 2433923 w 3219450"/>
                <a:gd name="connsiteY2592" fmla="*/ 201168 h 2495550"/>
                <a:gd name="connsiteX2593" fmla="*/ 2434209 w 3219450"/>
                <a:gd name="connsiteY2593" fmla="*/ 202025 h 2495550"/>
                <a:gd name="connsiteX2594" fmla="*/ 2434209 w 3219450"/>
                <a:gd name="connsiteY2594" fmla="*/ 202597 h 2495550"/>
                <a:gd name="connsiteX2595" fmla="*/ 2433543 w 3219450"/>
                <a:gd name="connsiteY2595" fmla="*/ 202787 h 2495550"/>
                <a:gd name="connsiteX2596" fmla="*/ 2431923 w 3219450"/>
                <a:gd name="connsiteY2596" fmla="*/ 202311 h 2495550"/>
                <a:gd name="connsiteX2597" fmla="*/ 2431352 w 3219450"/>
                <a:gd name="connsiteY2597" fmla="*/ 202597 h 2495550"/>
                <a:gd name="connsiteX2598" fmla="*/ 2431161 w 3219450"/>
                <a:gd name="connsiteY2598" fmla="*/ 203930 h 2495550"/>
                <a:gd name="connsiteX2599" fmla="*/ 2432590 w 3219450"/>
                <a:gd name="connsiteY2599" fmla="*/ 206216 h 2495550"/>
                <a:gd name="connsiteX2600" fmla="*/ 2431923 w 3219450"/>
                <a:gd name="connsiteY2600" fmla="*/ 206978 h 2495550"/>
                <a:gd name="connsiteX2601" fmla="*/ 2431637 w 3219450"/>
                <a:gd name="connsiteY2601" fmla="*/ 207264 h 2495550"/>
                <a:gd name="connsiteX2602" fmla="*/ 2431161 w 3219450"/>
                <a:gd name="connsiteY2602" fmla="*/ 207359 h 2495550"/>
                <a:gd name="connsiteX2603" fmla="*/ 2431542 w 3219450"/>
                <a:gd name="connsiteY2603" fmla="*/ 208693 h 2495550"/>
                <a:gd name="connsiteX2604" fmla="*/ 2431352 w 3219450"/>
                <a:gd name="connsiteY2604" fmla="*/ 209931 h 2495550"/>
                <a:gd name="connsiteX2605" fmla="*/ 2430971 w 3219450"/>
                <a:gd name="connsiteY2605" fmla="*/ 211074 h 2495550"/>
                <a:gd name="connsiteX2606" fmla="*/ 2430780 w 3219450"/>
                <a:gd name="connsiteY2606" fmla="*/ 212312 h 2495550"/>
                <a:gd name="connsiteX2607" fmla="*/ 2430685 w 3219450"/>
                <a:gd name="connsiteY2607" fmla="*/ 213741 h 2495550"/>
                <a:gd name="connsiteX2608" fmla="*/ 2430304 w 3219450"/>
                <a:gd name="connsiteY2608" fmla="*/ 214693 h 2495550"/>
                <a:gd name="connsiteX2609" fmla="*/ 2429637 w 3219450"/>
                <a:gd name="connsiteY2609" fmla="*/ 215265 h 2495550"/>
                <a:gd name="connsiteX2610" fmla="*/ 2428685 w 3219450"/>
                <a:gd name="connsiteY2610" fmla="*/ 215456 h 2495550"/>
                <a:gd name="connsiteX2611" fmla="*/ 2428685 w 3219450"/>
                <a:gd name="connsiteY2611" fmla="*/ 217456 h 2495550"/>
                <a:gd name="connsiteX2612" fmla="*/ 2427256 w 3219450"/>
                <a:gd name="connsiteY2612" fmla="*/ 219361 h 2495550"/>
                <a:gd name="connsiteX2613" fmla="*/ 2423065 w 3219450"/>
                <a:gd name="connsiteY2613" fmla="*/ 222504 h 2495550"/>
                <a:gd name="connsiteX2614" fmla="*/ 2422494 w 3219450"/>
                <a:gd name="connsiteY2614" fmla="*/ 223266 h 2495550"/>
                <a:gd name="connsiteX2615" fmla="*/ 2421351 w 3219450"/>
                <a:gd name="connsiteY2615" fmla="*/ 225266 h 2495550"/>
                <a:gd name="connsiteX2616" fmla="*/ 2418398 w 3219450"/>
                <a:gd name="connsiteY2616" fmla="*/ 228695 h 2495550"/>
                <a:gd name="connsiteX2617" fmla="*/ 2419064 w 3219450"/>
                <a:gd name="connsiteY2617" fmla="*/ 230124 h 2495550"/>
                <a:gd name="connsiteX2618" fmla="*/ 2418969 w 3219450"/>
                <a:gd name="connsiteY2618" fmla="*/ 231838 h 2495550"/>
                <a:gd name="connsiteX2619" fmla="*/ 2418303 w 3219450"/>
                <a:gd name="connsiteY2619" fmla="*/ 233363 h 2495550"/>
                <a:gd name="connsiteX2620" fmla="*/ 2417350 w 3219450"/>
                <a:gd name="connsiteY2620" fmla="*/ 234410 h 2495550"/>
                <a:gd name="connsiteX2621" fmla="*/ 2418207 w 3219450"/>
                <a:gd name="connsiteY2621" fmla="*/ 236315 h 2495550"/>
                <a:gd name="connsiteX2622" fmla="*/ 2418207 w 3219450"/>
                <a:gd name="connsiteY2622" fmla="*/ 238125 h 2495550"/>
                <a:gd name="connsiteX2623" fmla="*/ 2417731 w 3219450"/>
                <a:gd name="connsiteY2623" fmla="*/ 241554 h 2495550"/>
                <a:gd name="connsiteX2624" fmla="*/ 2417350 w 3219450"/>
                <a:gd name="connsiteY2624" fmla="*/ 242697 h 2495550"/>
                <a:gd name="connsiteX2625" fmla="*/ 2415254 w 3219450"/>
                <a:gd name="connsiteY2625" fmla="*/ 246126 h 2495550"/>
                <a:gd name="connsiteX2626" fmla="*/ 2414493 w 3219450"/>
                <a:gd name="connsiteY2626" fmla="*/ 247079 h 2495550"/>
                <a:gd name="connsiteX2627" fmla="*/ 2413159 w 3219450"/>
                <a:gd name="connsiteY2627" fmla="*/ 247840 h 2495550"/>
                <a:gd name="connsiteX2628" fmla="*/ 2412397 w 3219450"/>
                <a:gd name="connsiteY2628" fmla="*/ 248126 h 2495550"/>
                <a:gd name="connsiteX2629" fmla="*/ 2411730 w 3219450"/>
                <a:gd name="connsiteY2629" fmla="*/ 248222 h 2495550"/>
                <a:gd name="connsiteX2630" fmla="*/ 2411254 w 3219450"/>
                <a:gd name="connsiteY2630" fmla="*/ 248698 h 2495550"/>
                <a:gd name="connsiteX2631" fmla="*/ 2410778 w 3219450"/>
                <a:gd name="connsiteY2631" fmla="*/ 250698 h 2495550"/>
                <a:gd name="connsiteX2632" fmla="*/ 2410302 w 3219450"/>
                <a:gd name="connsiteY2632" fmla="*/ 251174 h 2495550"/>
                <a:gd name="connsiteX2633" fmla="*/ 2409539 w 3219450"/>
                <a:gd name="connsiteY2633" fmla="*/ 251365 h 2495550"/>
                <a:gd name="connsiteX2634" fmla="*/ 2409158 w 3219450"/>
                <a:gd name="connsiteY2634" fmla="*/ 251936 h 2495550"/>
                <a:gd name="connsiteX2635" fmla="*/ 2408873 w 3219450"/>
                <a:gd name="connsiteY2635" fmla="*/ 252698 h 2495550"/>
                <a:gd name="connsiteX2636" fmla="*/ 2408396 w 3219450"/>
                <a:gd name="connsiteY2636" fmla="*/ 253460 h 2495550"/>
                <a:gd name="connsiteX2637" fmla="*/ 2408111 w 3219450"/>
                <a:gd name="connsiteY2637" fmla="*/ 253937 h 2495550"/>
                <a:gd name="connsiteX2638" fmla="*/ 2407539 w 3219450"/>
                <a:gd name="connsiteY2638" fmla="*/ 254127 h 2495550"/>
                <a:gd name="connsiteX2639" fmla="*/ 2407063 w 3219450"/>
                <a:gd name="connsiteY2639" fmla="*/ 254413 h 2495550"/>
                <a:gd name="connsiteX2640" fmla="*/ 2406587 w 3219450"/>
                <a:gd name="connsiteY2640" fmla="*/ 255270 h 2495550"/>
                <a:gd name="connsiteX2641" fmla="*/ 2406682 w 3219450"/>
                <a:gd name="connsiteY2641" fmla="*/ 256223 h 2495550"/>
                <a:gd name="connsiteX2642" fmla="*/ 2405539 w 3219450"/>
                <a:gd name="connsiteY2642" fmla="*/ 260985 h 2495550"/>
                <a:gd name="connsiteX2643" fmla="*/ 2405348 w 3219450"/>
                <a:gd name="connsiteY2643" fmla="*/ 261461 h 2495550"/>
                <a:gd name="connsiteX2644" fmla="*/ 2405063 w 3219450"/>
                <a:gd name="connsiteY2644" fmla="*/ 261842 h 2495550"/>
                <a:gd name="connsiteX2645" fmla="*/ 2404872 w 3219450"/>
                <a:gd name="connsiteY2645" fmla="*/ 262223 h 2495550"/>
                <a:gd name="connsiteX2646" fmla="*/ 2405063 w 3219450"/>
                <a:gd name="connsiteY2646" fmla="*/ 262795 h 2495550"/>
                <a:gd name="connsiteX2647" fmla="*/ 2405348 w 3219450"/>
                <a:gd name="connsiteY2647" fmla="*/ 263081 h 2495550"/>
                <a:gd name="connsiteX2648" fmla="*/ 2405539 w 3219450"/>
                <a:gd name="connsiteY2648" fmla="*/ 263176 h 2495550"/>
                <a:gd name="connsiteX2649" fmla="*/ 2405634 w 3219450"/>
                <a:gd name="connsiteY2649" fmla="*/ 263366 h 2495550"/>
                <a:gd name="connsiteX2650" fmla="*/ 2405634 w 3219450"/>
                <a:gd name="connsiteY2650" fmla="*/ 263938 h 2495550"/>
                <a:gd name="connsiteX2651" fmla="*/ 2405444 w 3219450"/>
                <a:gd name="connsiteY2651" fmla="*/ 264224 h 2495550"/>
                <a:gd name="connsiteX2652" fmla="*/ 2404491 w 3219450"/>
                <a:gd name="connsiteY2652" fmla="*/ 266986 h 2495550"/>
                <a:gd name="connsiteX2653" fmla="*/ 2403062 w 3219450"/>
                <a:gd name="connsiteY2653" fmla="*/ 268700 h 2495550"/>
                <a:gd name="connsiteX2654" fmla="*/ 2402586 w 3219450"/>
                <a:gd name="connsiteY2654" fmla="*/ 269462 h 2495550"/>
                <a:gd name="connsiteX2655" fmla="*/ 2402110 w 3219450"/>
                <a:gd name="connsiteY2655" fmla="*/ 269653 h 2495550"/>
                <a:gd name="connsiteX2656" fmla="*/ 2400491 w 3219450"/>
                <a:gd name="connsiteY2656" fmla="*/ 269558 h 2495550"/>
                <a:gd name="connsiteX2657" fmla="*/ 2399824 w 3219450"/>
                <a:gd name="connsiteY2657" fmla="*/ 269748 h 2495550"/>
                <a:gd name="connsiteX2658" fmla="*/ 2399348 w 3219450"/>
                <a:gd name="connsiteY2658" fmla="*/ 270320 h 2495550"/>
                <a:gd name="connsiteX2659" fmla="*/ 2398871 w 3219450"/>
                <a:gd name="connsiteY2659" fmla="*/ 271272 h 2495550"/>
                <a:gd name="connsiteX2660" fmla="*/ 2398681 w 3219450"/>
                <a:gd name="connsiteY2660" fmla="*/ 272225 h 2495550"/>
                <a:gd name="connsiteX2661" fmla="*/ 2399062 w 3219450"/>
                <a:gd name="connsiteY2661" fmla="*/ 272606 h 2495550"/>
                <a:gd name="connsiteX2662" fmla="*/ 2400681 w 3219450"/>
                <a:gd name="connsiteY2662" fmla="*/ 272701 h 2495550"/>
                <a:gd name="connsiteX2663" fmla="*/ 2401157 w 3219450"/>
                <a:gd name="connsiteY2663" fmla="*/ 273177 h 2495550"/>
                <a:gd name="connsiteX2664" fmla="*/ 2400872 w 3219450"/>
                <a:gd name="connsiteY2664" fmla="*/ 274320 h 2495550"/>
                <a:gd name="connsiteX2665" fmla="*/ 2401538 w 3219450"/>
                <a:gd name="connsiteY2665" fmla="*/ 274415 h 2495550"/>
                <a:gd name="connsiteX2666" fmla="*/ 2402872 w 3219450"/>
                <a:gd name="connsiteY2666" fmla="*/ 274225 h 2495550"/>
                <a:gd name="connsiteX2667" fmla="*/ 2403444 w 3219450"/>
                <a:gd name="connsiteY2667" fmla="*/ 274225 h 2495550"/>
                <a:gd name="connsiteX2668" fmla="*/ 2403920 w 3219450"/>
                <a:gd name="connsiteY2668" fmla="*/ 274511 h 2495550"/>
                <a:gd name="connsiteX2669" fmla="*/ 2404586 w 3219450"/>
                <a:gd name="connsiteY2669" fmla="*/ 275177 h 2495550"/>
                <a:gd name="connsiteX2670" fmla="*/ 2404777 w 3219450"/>
                <a:gd name="connsiteY2670" fmla="*/ 275273 h 2495550"/>
                <a:gd name="connsiteX2671" fmla="*/ 2408111 w 3219450"/>
                <a:gd name="connsiteY2671" fmla="*/ 274511 h 2495550"/>
                <a:gd name="connsiteX2672" fmla="*/ 2409158 w 3219450"/>
                <a:gd name="connsiteY2672" fmla="*/ 274701 h 2495550"/>
                <a:gd name="connsiteX2673" fmla="*/ 2410206 w 3219450"/>
                <a:gd name="connsiteY2673" fmla="*/ 275082 h 2495550"/>
                <a:gd name="connsiteX2674" fmla="*/ 2410397 w 3219450"/>
                <a:gd name="connsiteY2674" fmla="*/ 275463 h 2495550"/>
                <a:gd name="connsiteX2675" fmla="*/ 2410778 w 3219450"/>
                <a:gd name="connsiteY2675" fmla="*/ 277178 h 2495550"/>
                <a:gd name="connsiteX2676" fmla="*/ 2410873 w 3219450"/>
                <a:gd name="connsiteY2676" fmla="*/ 277844 h 2495550"/>
                <a:gd name="connsiteX2677" fmla="*/ 2410682 w 3219450"/>
                <a:gd name="connsiteY2677" fmla="*/ 278416 h 2495550"/>
                <a:gd name="connsiteX2678" fmla="*/ 2410016 w 3219450"/>
                <a:gd name="connsiteY2678" fmla="*/ 278606 h 2495550"/>
                <a:gd name="connsiteX2679" fmla="*/ 2409349 w 3219450"/>
                <a:gd name="connsiteY2679" fmla="*/ 279178 h 2495550"/>
                <a:gd name="connsiteX2680" fmla="*/ 2409063 w 3219450"/>
                <a:gd name="connsiteY2680" fmla="*/ 280607 h 2495550"/>
                <a:gd name="connsiteX2681" fmla="*/ 2408968 w 3219450"/>
                <a:gd name="connsiteY2681" fmla="*/ 285464 h 2495550"/>
                <a:gd name="connsiteX2682" fmla="*/ 2409063 w 3219450"/>
                <a:gd name="connsiteY2682" fmla="*/ 285941 h 2495550"/>
                <a:gd name="connsiteX2683" fmla="*/ 2409539 w 3219450"/>
                <a:gd name="connsiteY2683" fmla="*/ 286703 h 2495550"/>
                <a:gd name="connsiteX2684" fmla="*/ 2409730 w 3219450"/>
                <a:gd name="connsiteY2684" fmla="*/ 287274 h 2495550"/>
                <a:gd name="connsiteX2685" fmla="*/ 2409825 w 3219450"/>
                <a:gd name="connsiteY2685" fmla="*/ 288131 h 2495550"/>
                <a:gd name="connsiteX2686" fmla="*/ 2409635 w 3219450"/>
                <a:gd name="connsiteY2686" fmla="*/ 291560 h 2495550"/>
                <a:gd name="connsiteX2687" fmla="*/ 2409349 w 3219450"/>
                <a:gd name="connsiteY2687" fmla="*/ 293084 h 2495550"/>
                <a:gd name="connsiteX2688" fmla="*/ 2408873 w 3219450"/>
                <a:gd name="connsiteY2688" fmla="*/ 294418 h 2495550"/>
                <a:gd name="connsiteX2689" fmla="*/ 2408206 w 3219450"/>
                <a:gd name="connsiteY2689" fmla="*/ 295656 h 2495550"/>
                <a:gd name="connsiteX2690" fmla="*/ 2407444 w 3219450"/>
                <a:gd name="connsiteY2690" fmla="*/ 296704 h 2495550"/>
                <a:gd name="connsiteX2691" fmla="*/ 2404777 w 3219450"/>
                <a:gd name="connsiteY2691" fmla="*/ 299276 h 2495550"/>
                <a:gd name="connsiteX2692" fmla="*/ 2403348 w 3219450"/>
                <a:gd name="connsiteY2692" fmla="*/ 301181 h 2495550"/>
                <a:gd name="connsiteX2693" fmla="*/ 2402586 w 3219450"/>
                <a:gd name="connsiteY2693" fmla="*/ 301943 h 2495550"/>
                <a:gd name="connsiteX2694" fmla="*/ 2401538 w 3219450"/>
                <a:gd name="connsiteY2694" fmla="*/ 302609 h 2495550"/>
                <a:gd name="connsiteX2695" fmla="*/ 2396395 w 3219450"/>
                <a:gd name="connsiteY2695" fmla="*/ 304324 h 2495550"/>
                <a:gd name="connsiteX2696" fmla="*/ 2391061 w 3219450"/>
                <a:gd name="connsiteY2696" fmla="*/ 304895 h 2495550"/>
                <a:gd name="connsiteX2697" fmla="*/ 2389632 w 3219450"/>
                <a:gd name="connsiteY2697" fmla="*/ 304705 h 2495550"/>
                <a:gd name="connsiteX2698" fmla="*/ 2388870 w 3219450"/>
                <a:gd name="connsiteY2698" fmla="*/ 304419 h 2495550"/>
                <a:gd name="connsiteX2699" fmla="*/ 2388203 w 3219450"/>
                <a:gd name="connsiteY2699" fmla="*/ 304038 h 2495550"/>
                <a:gd name="connsiteX2700" fmla="*/ 2387537 w 3219450"/>
                <a:gd name="connsiteY2700" fmla="*/ 303848 h 2495550"/>
                <a:gd name="connsiteX2701" fmla="*/ 2386965 w 3219450"/>
                <a:gd name="connsiteY2701" fmla="*/ 304133 h 2495550"/>
                <a:gd name="connsiteX2702" fmla="*/ 2386394 w 3219450"/>
                <a:gd name="connsiteY2702" fmla="*/ 304610 h 2495550"/>
                <a:gd name="connsiteX2703" fmla="*/ 2385822 w 3219450"/>
                <a:gd name="connsiteY2703" fmla="*/ 304800 h 2495550"/>
                <a:gd name="connsiteX2704" fmla="*/ 2380583 w 3219450"/>
                <a:gd name="connsiteY2704" fmla="*/ 306419 h 2495550"/>
                <a:gd name="connsiteX2705" fmla="*/ 2377916 w 3219450"/>
                <a:gd name="connsiteY2705" fmla="*/ 307467 h 2495550"/>
                <a:gd name="connsiteX2706" fmla="*/ 2376393 w 3219450"/>
                <a:gd name="connsiteY2706" fmla="*/ 307753 h 2495550"/>
                <a:gd name="connsiteX2707" fmla="*/ 2374202 w 3219450"/>
                <a:gd name="connsiteY2707" fmla="*/ 306705 h 2495550"/>
                <a:gd name="connsiteX2708" fmla="*/ 2372868 w 3219450"/>
                <a:gd name="connsiteY2708" fmla="*/ 307277 h 2495550"/>
                <a:gd name="connsiteX2709" fmla="*/ 2370487 w 3219450"/>
                <a:gd name="connsiteY2709" fmla="*/ 309182 h 2495550"/>
                <a:gd name="connsiteX2710" fmla="*/ 2368963 w 3219450"/>
                <a:gd name="connsiteY2710" fmla="*/ 310039 h 2495550"/>
                <a:gd name="connsiteX2711" fmla="*/ 2368106 w 3219450"/>
                <a:gd name="connsiteY2711" fmla="*/ 310896 h 2495550"/>
                <a:gd name="connsiteX2712" fmla="*/ 2366391 w 3219450"/>
                <a:gd name="connsiteY2712" fmla="*/ 312134 h 2495550"/>
                <a:gd name="connsiteX2713" fmla="*/ 2365153 w 3219450"/>
                <a:gd name="connsiteY2713" fmla="*/ 313563 h 2495550"/>
                <a:gd name="connsiteX2714" fmla="*/ 2364772 w 3219450"/>
                <a:gd name="connsiteY2714" fmla="*/ 314135 h 2495550"/>
                <a:gd name="connsiteX2715" fmla="*/ 2364581 w 3219450"/>
                <a:gd name="connsiteY2715" fmla="*/ 314897 h 2495550"/>
                <a:gd name="connsiteX2716" fmla="*/ 2364296 w 3219450"/>
                <a:gd name="connsiteY2716" fmla="*/ 316421 h 2495550"/>
                <a:gd name="connsiteX2717" fmla="*/ 2364105 w 3219450"/>
                <a:gd name="connsiteY2717" fmla="*/ 316992 h 2495550"/>
                <a:gd name="connsiteX2718" fmla="*/ 2362962 w 3219450"/>
                <a:gd name="connsiteY2718" fmla="*/ 317563 h 2495550"/>
                <a:gd name="connsiteX2719" fmla="*/ 2359724 w 3219450"/>
                <a:gd name="connsiteY2719" fmla="*/ 318230 h 2495550"/>
                <a:gd name="connsiteX2720" fmla="*/ 2359057 w 3219450"/>
                <a:gd name="connsiteY2720" fmla="*/ 318897 h 2495550"/>
                <a:gd name="connsiteX2721" fmla="*/ 2358676 w 3219450"/>
                <a:gd name="connsiteY2721" fmla="*/ 320993 h 2495550"/>
                <a:gd name="connsiteX2722" fmla="*/ 2357628 w 3219450"/>
                <a:gd name="connsiteY2722" fmla="*/ 321755 h 2495550"/>
                <a:gd name="connsiteX2723" fmla="*/ 2356295 w 3219450"/>
                <a:gd name="connsiteY2723" fmla="*/ 322040 h 2495550"/>
                <a:gd name="connsiteX2724" fmla="*/ 2355056 w 3219450"/>
                <a:gd name="connsiteY2724" fmla="*/ 322517 h 2495550"/>
                <a:gd name="connsiteX2725" fmla="*/ 2351723 w 3219450"/>
                <a:gd name="connsiteY2725" fmla="*/ 325565 h 2495550"/>
                <a:gd name="connsiteX2726" fmla="*/ 2351056 w 3219450"/>
                <a:gd name="connsiteY2726" fmla="*/ 325565 h 2495550"/>
                <a:gd name="connsiteX2727" fmla="*/ 2350770 w 3219450"/>
                <a:gd name="connsiteY2727" fmla="*/ 326993 h 2495550"/>
                <a:gd name="connsiteX2728" fmla="*/ 2350008 w 3219450"/>
                <a:gd name="connsiteY2728" fmla="*/ 328327 h 2495550"/>
                <a:gd name="connsiteX2729" fmla="*/ 2348961 w 3219450"/>
                <a:gd name="connsiteY2729" fmla="*/ 329470 h 2495550"/>
                <a:gd name="connsiteX2730" fmla="*/ 2347913 w 3219450"/>
                <a:gd name="connsiteY2730" fmla="*/ 330232 h 2495550"/>
                <a:gd name="connsiteX2731" fmla="*/ 2344674 w 3219450"/>
                <a:gd name="connsiteY2731" fmla="*/ 331851 h 2495550"/>
                <a:gd name="connsiteX2732" fmla="*/ 2343722 w 3219450"/>
                <a:gd name="connsiteY2732" fmla="*/ 332804 h 2495550"/>
                <a:gd name="connsiteX2733" fmla="*/ 2342769 w 3219450"/>
                <a:gd name="connsiteY2733" fmla="*/ 334042 h 2495550"/>
                <a:gd name="connsiteX2734" fmla="*/ 2341912 w 3219450"/>
                <a:gd name="connsiteY2734" fmla="*/ 334899 h 2495550"/>
                <a:gd name="connsiteX2735" fmla="*/ 2339912 w 3219450"/>
                <a:gd name="connsiteY2735" fmla="*/ 336423 h 2495550"/>
                <a:gd name="connsiteX2736" fmla="*/ 2335340 w 3219450"/>
                <a:gd name="connsiteY2736" fmla="*/ 338709 h 2495550"/>
                <a:gd name="connsiteX2737" fmla="*/ 2334006 w 3219450"/>
                <a:gd name="connsiteY2737" fmla="*/ 339852 h 2495550"/>
                <a:gd name="connsiteX2738" fmla="*/ 2333435 w 3219450"/>
                <a:gd name="connsiteY2738" fmla="*/ 340328 h 2495550"/>
                <a:gd name="connsiteX2739" fmla="*/ 2332387 w 3219450"/>
                <a:gd name="connsiteY2739" fmla="*/ 342995 h 2495550"/>
                <a:gd name="connsiteX2740" fmla="*/ 2330672 w 3219450"/>
                <a:gd name="connsiteY2740" fmla="*/ 343281 h 2495550"/>
                <a:gd name="connsiteX2741" fmla="*/ 2330482 w 3219450"/>
                <a:gd name="connsiteY2741" fmla="*/ 343281 h 2495550"/>
                <a:gd name="connsiteX2742" fmla="*/ 2330196 w 3219450"/>
                <a:gd name="connsiteY2742" fmla="*/ 343186 h 2495550"/>
                <a:gd name="connsiteX2743" fmla="*/ 2329720 w 3219450"/>
                <a:gd name="connsiteY2743" fmla="*/ 343186 h 2495550"/>
                <a:gd name="connsiteX2744" fmla="*/ 2329339 w 3219450"/>
                <a:gd name="connsiteY2744" fmla="*/ 343091 h 2495550"/>
                <a:gd name="connsiteX2745" fmla="*/ 2328672 w 3219450"/>
                <a:gd name="connsiteY2745" fmla="*/ 342519 h 2495550"/>
                <a:gd name="connsiteX2746" fmla="*/ 2328196 w 3219450"/>
                <a:gd name="connsiteY2746" fmla="*/ 342519 h 2495550"/>
                <a:gd name="connsiteX2747" fmla="*/ 2327244 w 3219450"/>
                <a:gd name="connsiteY2747" fmla="*/ 342995 h 2495550"/>
                <a:gd name="connsiteX2748" fmla="*/ 2326767 w 3219450"/>
                <a:gd name="connsiteY2748" fmla="*/ 343186 h 2495550"/>
                <a:gd name="connsiteX2749" fmla="*/ 2326196 w 3219450"/>
                <a:gd name="connsiteY2749" fmla="*/ 343091 h 2495550"/>
                <a:gd name="connsiteX2750" fmla="*/ 2311146 w 3219450"/>
                <a:gd name="connsiteY2750" fmla="*/ 334899 h 2495550"/>
                <a:gd name="connsiteX2751" fmla="*/ 2299526 w 3219450"/>
                <a:gd name="connsiteY2751" fmla="*/ 334232 h 2495550"/>
                <a:gd name="connsiteX2752" fmla="*/ 2289239 w 3219450"/>
                <a:gd name="connsiteY2752" fmla="*/ 330137 h 2495550"/>
                <a:gd name="connsiteX2753" fmla="*/ 2271618 w 3219450"/>
                <a:gd name="connsiteY2753" fmla="*/ 319659 h 2495550"/>
                <a:gd name="connsiteX2754" fmla="*/ 2269617 w 3219450"/>
                <a:gd name="connsiteY2754" fmla="*/ 317945 h 2495550"/>
                <a:gd name="connsiteX2755" fmla="*/ 2258473 w 3219450"/>
                <a:gd name="connsiteY2755" fmla="*/ 342805 h 2495550"/>
                <a:gd name="connsiteX2756" fmla="*/ 2257711 w 3219450"/>
                <a:gd name="connsiteY2756" fmla="*/ 344710 h 2495550"/>
                <a:gd name="connsiteX2757" fmla="*/ 2246662 w 3219450"/>
                <a:gd name="connsiteY2757" fmla="*/ 369856 h 2495550"/>
                <a:gd name="connsiteX2758" fmla="*/ 2235613 w 3219450"/>
                <a:gd name="connsiteY2758" fmla="*/ 394811 h 2495550"/>
                <a:gd name="connsiteX2759" fmla="*/ 2235422 w 3219450"/>
                <a:gd name="connsiteY2759" fmla="*/ 396240 h 2495550"/>
                <a:gd name="connsiteX2760" fmla="*/ 2236185 w 3219450"/>
                <a:gd name="connsiteY2760" fmla="*/ 399002 h 2495550"/>
                <a:gd name="connsiteX2761" fmla="*/ 2236185 w 3219450"/>
                <a:gd name="connsiteY2761" fmla="*/ 400431 h 2495550"/>
                <a:gd name="connsiteX2762" fmla="*/ 2235137 w 3219450"/>
                <a:gd name="connsiteY2762" fmla="*/ 403003 h 2495550"/>
                <a:gd name="connsiteX2763" fmla="*/ 2223135 w 3219450"/>
                <a:gd name="connsiteY2763" fmla="*/ 421862 h 2495550"/>
                <a:gd name="connsiteX2764" fmla="*/ 2222659 w 3219450"/>
                <a:gd name="connsiteY2764" fmla="*/ 423196 h 2495550"/>
                <a:gd name="connsiteX2765" fmla="*/ 2222373 w 3219450"/>
                <a:gd name="connsiteY2765" fmla="*/ 424815 h 2495550"/>
                <a:gd name="connsiteX2766" fmla="*/ 2222373 w 3219450"/>
                <a:gd name="connsiteY2766" fmla="*/ 426434 h 2495550"/>
                <a:gd name="connsiteX2767" fmla="*/ 2223611 w 3219450"/>
                <a:gd name="connsiteY2767" fmla="*/ 442151 h 2495550"/>
                <a:gd name="connsiteX2768" fmla="*/ 2223135 w 3219450"/>
                <a:gd name="connsiteY2768" fmla="*/ 444627 h 2495550"/>
                <a:gd name="connsiteX2769" fmla="*/ 2221611 w 3219450"/>
                <a:gd name="connsiteY2769" fmla="*/ 446056 h 2495550"/>
                <a:gd name="connsiteX2770" fmla="*/ 2209229 w 3219450"/>
                <a:gd name="connsiteY2770" fmla="*/ 451961 h 2495550"/>
                <a:gd name="connsiteX2771" fmla="*/ 2208086 w 3219450"/>
                <a:gd name="connsiteY2771" fmla="*/ 453390 h 2495550"/>
                <a:gd name="connsiteX2772" fmla="*/ 2208086 w 3219450"/>
                <a:gd name="connsiteY2772" fmla="*/ 454152 h 2495550"/>
                <a:gd name="connsiteX2773" fmla="*/ 2209705 w 3219450"/>
                <a:gd name="connsiteY2773" fmla="*/ 464344 h 2495550"/>
                <a:gd name="connsiteX2774" fmla="*/ 2210562 w 3219450"/>
                <a:gd name="connsiteY2774" fmla="*/ 469011 h 2495550"/>
                <a:gd name="connsiteX2775" fmla="*/ 2211324 w 3219450"/>
                <a:gd name="connsiteY2775" fmla="*/ 470821 h 2495550"/>
                <a:gd name="connsiteX2776" fmla="*/ 2212562 w 3219450"/>
                <a:gd name="connsiteY2776" fmla="*/ 472535 h 2495550"/>
                <a:gd name="connsiteX2777" fmla="*/ 2225897 w 3219450"/>
                <a:gd name="connsiteY2777" fmla="*/ 486728 h 2495550"/>
                <a:gd name="connsiteX2778" fmla="*/ 2229136 w 3219450"/>
                <a:gd name="connsiteY2778" fmla="*/ 488442 h 2495550"/>
                <a:gd name="connsiteX2779" fmla="*/ 2232184 w 3219450"/>
                <a:gd name="connsiteY2779" fmla="*/ 486442 h 2495550"/>
                <a:gd name="connsiteX2780" fmla="*/ 2238089 w 3219450"/>
                <a:gd name="connsiteY2780" fmla="*/ 478822 h 2495550"/>
                <a:gd name="connsiteX2781" fmla="*/ 2243233 w 3219450"/>
                <a:gd name="connsiteY2781" fmla="*/ 475488 h 2495550"/>
                <a:gd name="connsiteX2782" fmla="*/ 2246471 w 3219450"/>
                <a:gd name="connsiteY2782" fmla="*/ 474440 h 2495550"/>
                <a:gd name="connsiteX2783" fmla="*/ 2256187 w 3219450"/>
                <a:gd name="connsiteY2783" fmla="*/ 476631 h 2495550"/>
                <a:gd name="connsiteX2784" fmla="*/ 2259902 w 3219450"/>
                <a:gd name="connsiteY2784" fmla="*/ 476536 h 2495550"/>
                <a:gd name="connsiteX2785" fmla="*/ 2273141 w 3219450"/>
                <a:gd name="connsiteY2785" fmla="*/ 473583 h 2495550"/>
                <a:gd name="connsiteX2786" fmla="*/ 2276856 w 3219450"/>
                <a:gd name="connsiteY2786" fmla="*/ 473393 h 2495550"/>
                <a:gd name="connsiteX2787" fmla="*/ 2278476 w 3219450"/>
                <a:gd name="connsiteY2787" fmla="*/ 473678 h 2495550"/>
                <a:gd name="connsiteX2788" fmla="*/ 2284762 w 3219450"/>
                <a:gd name="connsiteY2788" fmla="*/ 476345 h 2495550"/>
                <a:gd name="connsiteX2789" fmla="*/ 2288667 w 3219450"/>
                <a:gd name="connsiteY2789" fmla="*/ 477774 h 2495550"/>
                <a:gd name="connsiteX2790" fmla="*/ 2289810 w 3219450"/>
                <a:gd name="connsiteY2790" fmla="*/ 478536 h 2495550"/>
                <a:gd name="connsiteX2791" fmla="*/ 2302860 w 3219450"/>
                <a:gd name="connsiteY2791" fmla="*/ 490728 h 2495550"/>
                <a:gd name="connsiteX2792" fmla="*/ 2305145 w 3219450"/>
                <a:gd name="connsiteY2792" fmla="*/ 491014 h 2495550"/>
                <a:gd name="connsiteX2793" fmla="*/ 2307241 w 3219450"/>
                <a:gd name="connsiteY2793" fmla="*/ 488251 h 2495550"/>
                <a:gd name="connsiteX2794" fmla="*/ 2309146 w 3219450"/>
                <a:gd name="connsiteY2794" fmla="*/ 484727 h 2495550"/>
                <a:gd name="connsiteX2795" fmla="*/ 2311051 w 3219450"/>
                <a:gd name="connsiteY2795" fmla="*/ 482632 h 2495550"/>
                <a:gd name="connsiteX2796" fmla="*/ 2313908 w 3219450"/>
                <a:gd name="connsiteY2796" fmla="*/ 480346 h 2495550"/>
                <a:gd name="connsiteX2797" fmla="*/ 2325243 w 3219450"/>
                <a:gd name="connsiteY2797" fmla="*/ 465392 h 2495550"/>
                <a:gd name="connsiteX2798" fmla="*/ 2326577 w 3219450"/>
                <a:gd name="connsiteY2798" fmla="*/ 464153 h 2495550"/>
                <a:gd name="connsiteX2799" fmla="*/ 2329148 w 3219450"/>
                <a:gd name="connsiteY2799" fmla="*/ 463201 h 2495550"/>
                <a:gd name="connsiteX2800" fmla="*/ 2337435 w 3219450"/>
                <a:gd name="connsiteY2800" fmla="*/ 463772 h 2495550"/>
                <a:gd name="connsiteX2801" fmla="*/ 2338673 w 3219450"/>
                <a:gd name="connsiteY2801" fmla="*/ 463582 h 2495550"/>
                <a:gd name="connsiteX2802" fmla="*/ 2342198 w 3219450"/>
                <a:gd name="connsiteY2802" fmla="*/ 462058 h 2495550"/>
                <a:gd name="connsiteX2803" fmla="*/ 2345246 w 3219450"/>
                <a:gd name="connsiteY2803" fmla="*/ 461391 h 2495550"/>
                <a:gd name="connsiteX2804" fmla="*/ 2348389 w 3219450"/>
                <a:gd name="connsiteY2804" fmla="*/ 461296 h 2495550"/>
                <a:gd name="connsiteX2805" fmla="*/ 2349627 w 3219450"/>
                <a:gd name="connsiteY2805" fmla="*/ 461677 h 2495550"/>
                <a:gd name="connsiteX2806" fmla="*/ 2352199 w 3219450"/>
                <a:gd name="connsiteY2806" fmla="*/ 463296 h 2495550"/>
                <a:gd name="connsiteX2807" fmla="*/ 2353532 w 3219450"/>
                <a:gd name="connsiteY2807" fmla="*/ 463677 h 2495550"/>
                <a:gd name="connsiteX2808" fmla="*/ 2363724 w 3219450"/>
                <a:gd name="connsiteY2808" fmla="*/ 464344 h 2495550"/>
                <a:gd name="connsiteX2809" fmla="*/ 2367344 w 3219450"/>
                <a:gd name="connsiteY2809" fmla="*/ 466153 h 2495550"/>
                <a:gd name="connsiteX2810" fmla="*/ 2370678 w 3219450"/>
                <a:gd name="connsiteY2810" fmla="*/ 470154 h 2495550"/>
                <a:gd name="connsiteX2811" fmla="*/ 2376393 w 3219450"/>
                <a:gd name="connsiteY2811" fmla="*/ 479584 h 2495550"/>
                <a:gd name="connsiteX2812" fmla="*/ 2379250 w 3219450"/>
                <a:gd name="connsiteY2812" fmla="*/ 482536 h 2495550"/>
                <a:gd name="connsiteX2813" fmla="*/ 2390013 w 3219450"/>
                <a:gd name="connsiteY2813" fmla="*/ 487299 h 2495550"/>
                <a:gd name="connsiteX2814" fmla="*/ 2394585 w 3219450"/>
                <a:gd name="connsiteY2814" fmla="*/ 489013 h 2495550"/>
                <a:gd name="connsiteX2815" fmla="*/ 2395823 w 3219450"/>
                <a:gd name="connsiteY2815" fmla="*/ 489966 h 2495550"/>
                <a:gd name="connsiteX2816" fmla="*/ 2396586 w 3219450"/>
                <a:gd name="connsiteY2816" fmla="*/ 491109 h 2495550"/>
                <a:gd name="connsiteX2817" fmla="*/ 2396966 w 3219450"/>
                <a:gd name="connsiteY2817" fmla="*/ 492538 h 2495550"/>
                <a:gd name="connsiteX2818" fmla="*/ 2397633 w 3219450"/>
                <a:gd name="connsiteY2818" fmla="*/ 498157 h 2495550"/>
                <a:gd name="connsiteX2819" fmla="*/ 2397919 w 3219450"/>
                <a:gd name="connsiteY2819" fmla="*/ 499491 h 2495550"/>
                <a:gd name="connsiteX2820" fmla="*/ 2398586 w 3219450"/>
                <a:gd name="connsiteY2820" fmla="*/ 500729 h 2495550"/>
                <a:gd name="connsiteX2821" fmla="*/ 2399824 w 3219450"/>
                <a:gd name="connsiteY2821" fmla="*/ 501491 h 2495550"/>
                <a:gd name="connsiteX2822" fmla="*/ 2404777 w 3219450"/>
                <a:gd name="connsiteY2822" fmla="*/ 503396 h 2495550"/>
                <a:gd name="connsiteX2823" fmla="*/ 2406872 w 3219450"/>
                <a:gd name="connsiteY2823" fmla="*/ 504063 h 2495550"/>
                <a:gd name="connsiteX2824" fmla="*/ 2407920 w 3219450"/>
                <a:gd name="connsiteY2824" fmla="*/ 504730 h 2495550"/>
                <a:gd name="connsiteX2825" fmla="*/ 2408301 w 3219450"/>
                <a:gd name="connsiteY2825" fmla="*/ 505778 h 2495550"/>
                <a:gd name="connsiteX2826" fmla="*/ 2408015 w 3219450"/>
                <a:gd name="connsiteY2826" fmla="*/ 506540 h 2495550"/>
                <a:gd name="connsiteX2827" fmla="*/ 2406777 w 3219450"/>
                <a:gd name="connsiteY2827" fmla="*/ 508349 h 2495550"/>
                <a:gd name="connsiteX2828" fmla="*/ 2406396 w 3219450"/>
                <a:gd name="connsiteY2828" fmla="*/ 509492 h 2495550"/>
                <a:gd name="connsiteX2829" fmla="*/ 2408396 w 3219450"/>
                <a:gd name="connsiteY2829" fmla="*/ 510064 h 2495550"/>
                <a:gd name="connsiteX2830" fmla="*/ 2416588 w 3219450"/>
                <a:gd name="connsiteY2830" fmla="*/ 517684 h 2495550"/>
                <a:gd name="connsiteX2831" fmla="*/ 2417350 w 3219450"/>
                <a:gd name="connsiteY2831" fmla="*/ 518636 h 2495550"/>
                <a:gd name="connsiteX2832" fmla="*/ 2418017 w 3219450"/>
                <a:gd name="connsiteY2832" fmla="*/ 520065 h 2495550"/>
                <a:gd name="connsiteX2833" fmla="*/ 2418493 w 3219450"/>
                <a:gd name="connsiteY2833" fmla="*/ 521303 h 2495550"/>
                <a:gd name="connsiteX2834" fmla="*/ 2419160 w 3219450"/>
                <a:gd name="connsiteY2834" fmla="*/ 522256 h 2495550"/>
                <a:gd name="connsiteX2835" fmla="*/ 2422398 w 3219450"/>
                <a:gd name="connsiteY2835" fmla="*/ 523208 h 2495550"/>
                <a:gd name="connsiteX2836" fmla="*/ 2424589 w 3219450"/>
                <a:gd name="connsiteY2836" fmla="*/ 524923 h 2495550"/>
                <a:gd name="connsiteX2837" fmla="*/ 2428304 w 3219450"/>
                <a:gd name="connsiteY2837" fmla="*/ 529304 h 2495550"/>
                <a:gd name="connsiteX2838" fmla="*/ 2429828 w 3219450"/>
                <a:gd name="connsiteY2838" fmla="*/ 531686 h 2495550"/>
                <a:gd name="connsiteX2839" fmla="*/ 2431161 w 3219450"/>
                <a:gd name="connsiteY2839" fmla="*/ 534353 h 2495550"/>
                <a:gd name="connsiteX2840" fmla="*/ 2431542 w 3219450"/>
                <a:gd name="connsiteY2840" fmla="*/ 535876 h 2495550"/>
                <a:gd name="connsiteX2841" fmla="*/ 2431637 w 3219450"/>
                <a:gd name="connsiteY2841" fmla="*/ 540449 h 2495550"/>
                <a:gd name="connsiteX2842" fmla="*/ 2431828 w 3219450"/>
                <a:gd name="connsiteY2842" fmla="*/ 541306 h 2495550"/>
                <a:gd name="connsiteX2843" fmla="*/ 2431923 w 3219450"/>
                <a:gd name="connsiteY2843" fmla="*/ 541782 h 2495550"/>
                <a:gd name="connsiteX2844" fmla="*/ 2432114 w 3219450"/>
                <a:gd name="connsiteY2844" fmla="*/ 542163 h 2495550"/>
                <a:gd name="connsiteX2845" fmla="*/ 2432876 w 3219450"/>
                <a:gd name="connsiteY2845" fmla="*/ 543306 h 2495550"/>
                <a:gd name="connsiteX2846" fmla="*/ 2434590 w 3219450"/>
                <a:gd name="connsiteY2846" fmla="*/ 545116 h 2495550"/>
                <a:gd name="connsiteX2847" fmla="*/ 2435352 w 3219450"/>
                <a:gd name="connsiteY2847" fmla="*/ 546068 h 2495550"/>
                <a:gd name="connsiteX2848" fmla="*/ 2435638 w 3219450"/>
                <a:gd name="connsiteY2848" fmla="*/ 546735 h 2495550"/>
                <a:gd name="connsiteX2849" fmla="*/ 2435828 w 3219450"/>
                <a:gd name="connsiteY2849" fmla="*/ 547307 h 2495550"/>
                <a:gd name="connsiteX2850" fmla="*/ 2436019 w 3219450"/>
                <a:gd name="connsiteY2850" fmla="*/ 547878 h 2495550"/>
                <a:gd name="connsiteX2851" fmla="*/ 2436495 w 3219450"/>
                <a:gd name="connsiteY2851" fmla="*/ 548450 h 2495550"/>
                <a:gd name="connsiteX2852" fmla="*/ 2437067 w 3219450"/>
                <a:gd name="connsiteY2852" fmla="*/ 548545 h 2495550"/>
                <a:gd name="connsiteX2853" fmla="*/ 2437924 w 3219450"/>
                <a:gd name="connsiteY2853" fmla="*/ 548640 h 2495550"/>
                <a:gd name="connsiteX2854" fmla="*/ 2438686 w 3219450"/>
                <a:gd name="connsiteY2854" fmla="*/ 548831 h 2495550"/>
                <a:gd name="connsiteX2855" fmla="*/ 2438877 w 3219450"/>
                <a:gd name="connsiteY2855" fmla="*/ 549402 h 2495550"/>
                <a:gd name="connsiteX2856" fmla="*/ 2438591 w 3219450"/>
                <a:gd name="connsiteY2856" fmla="*/ 550164 h 2495550"/>
                <a:gd name="connsiteX2857" fmla="*/ 2438305 w 3219450"/>
                <a:gd name="connsiteY2857" fmla="*/ 550736 h 2495550"/>
                <a:gd name="connsiteX2858" fmla="*/ 2438114 w 3219450"/>
                <a:gd name="connsiteY2858" fmla="*/ 551307 h 2495550"/>
                <a:gd name="connsiteX2859" fmla="*/ 2438114 w 3219450"/>
                <a:gd name="connsiteY2859" fmla="*/ 552260 h 2495550"/>
                <a:gd name="connsiteX2860" fmla="*/ 2438210 w 3219450"/>
                <a:gd name="connsiteY2860" fmla="*/ 552641 h 2495550"/>
                <a:gd name="connsiteX2861" fmla="*/ 2438400 w 3219450"/>
                <a:gd name="connsiteY2861" fmla="*/ 552926 h 2495550"/>
                <a:gd name="connsiteX2862" fmla="*/ 2438686 w 3219450"/>
                <a:gd name="connsiteY2862" fmla="*/ 553117 h 2495550"/>
                <a:gd name="connsiteX2863" fmla="*/ 2438972 w 3219450"/>
                <a:gd name="connsiteY2863" fmla="*/ 553307 h 2495550"/>
                <a:gd name="connsiteX2864" fmla="*/ 2439257 w 3219450"/>
                <a:gd name="connsiteY2864" fmla="*/ 553593 h 2495550"/>
                <a:gd name="connsiteX2865" fmla="*/ 2439257 w 3219450"/>
                <a:gd name="connsiteY2865" fmla="*/ 553974 h 2495550"/>
                <a:gd name="connsiteX2866" fmla="*/ 2439067 w 3219450"/>
                <a:gd name="connsiteY2866" fmla="*/ 554450 h 2495550"/>
                <a:gd name="connsiteX2867" fmla="*/ 2439067 w 3219450"/>
                <a:gd name="connsiteY2867" fmla="*/ 555022 h 2495550"/>
                <a:gd name="connsiteX2868" fmla="*/ 2439067 w 3219450"/>
                <a:gd name="connsiteY2868" fmla="*/ 556736 h 2495550"/>
                <a:gd name="connsiteX2869" fmla="*/ 2438400 w 3219450"/>
                <a:gd name="connsiteY2869" fmla="*/ 559213 h 2495550"/>
                <a:gd name="connsiteX2870" fmla="*/ 2438210 w 3219450"/>
                <a:gd name="connsiteY2870" fmla="*/ 560546 h 2495550"/>
                <a:gd name="connsiteX2871" fmla="*/ 2438400 w 3219450"/>
                <a:gd name="connsiteY2871" fmla="*/ 561213 h 2495550"/>
                <a:gd name="connsiteX2872" fmla="*/ 2439257 w 3219450"/>
                <a:gd name="connsiteY2872" fmla="*/ 562547 h 2495550"/>
                <a:gd name="connsiteX2873" fmla="*/ 2439448 w 3219450"/>
                <a:gd name="connsiteY2873" fmla="*/ 563118 h 2495550"/>
                <a:gd name="connsiteX2874" fmla="*/ 2439257 w 3219450"/>
                <a:gd name="connsiteY2874" fmla="*/ 563880 h 2495550"/>
                <a:gd name="connsiteX2875" fmla="*/ 2438972 w 3219450"/>
                <a:gd name="connsiteY2875" fmla="*/ 564451 h 2495550"/>
                <a:gd name="connsiteX2876" fmla="*/ 2438591 w 3219450"/>
                <a:gd name="connsiteY2876" fmla="*/ 565023 h 2495550"/>
                <a:gd name="connsiteX2877" fmla="*/ 2437638 w 3219450"/>
                <a:gd name="connsiteY2877" fmla="*/ 566642 h 2495550"/>
                <a:gd name="connsiteX2878" fmla="*/ 2436686 w 3219450"/>
                <a:gd name="connsiteY2878" fmla="*/ 567690 h 2495550"/>
                <a:gd name="connsiteX2879" fmla="*/ 2435638 w 3219450"/>
                <a:gd name="connsiteY2879" fmla="*/ 568357 h 2495550"/>
                <a:gd name="connsiteX2880" fmla="*/ 2434686 w 3219450"/>
                <a:gd name="connsiteY2880" fmla="*/ 568262 h 2495550"/>
                <a:gd name="connsiteX2881" fmla="*/ 2433543 w 3219450"/>
                <a:gd name="connsiteY2881" fmla="*/ 567690 h 2495550"/>
                <a:gd name="connsiteX2882" fmla="*/ 2432780 w 3219450"/>
                <a:gd name="connsiteY2882" fmla="*/ 567976 h 2495550"/>
                <a:gd name="connsiteX2883" fmla="*/ 2432114 w 3219450"/>
                <a:gd name="connsiteY2883" fmla="*/ 568928 h 2495550"/>
                <a:gd name="connsiteX2884" fmla="*/ 2431256 w 3219450"/>
                <a:gd name="connsiteY2884" fmla="*/ 570357 h 2495550"/>
                <a:gd name="connsiteX2885" fmla="*/ 2430495 w 3219450"/>
                <a:gd name="connsiteY2885" fmla="*/ 571214 h 2495550"/>
                <a:gd name="connsiteX2886" fmla="*/ 2429447 w 3219450"/>
                <a:gd name="connsiteY2886" fmla="*/ 571976 h 2495550"/>
                <a:gd name="connsiteX2887" fmla="*/ 2428304 w 3219450"/>
                <a:gd name="connsiteY2887" fmla="*/ 572548 h 2495550"/>
                <a:gd name="connsiteX2888" fmla="*/ 2427351 w 3219450"/>
                <a:gd name="connsiteY2888" fmla="*/ 572834 h 2495550"/>
                <a:gd name="connsiteX2889" fmla="*/ 2426208 w 3219450"/>
                <a:gd name="connsiteY2889" fmla="*/ 572453 h 2495550"/>
                <a:gd name="connsiteX2890" fmla="*/ 2424303 w 3219450"/>
                <a:gd name="connsiteY2890" fmla="*/ 570929 h 2495550"/>
                <a:gd name="connsiteX2891" fmla="*/ 2423160 w 3219450"/>
                <a:gd name="connsiteY2891" fmla="*/ 570643 h 2495550"/>
                <a:gd name="connsiteX2892" fmla="*/ 2421731 w 3219450"/>
                <a:gd name="connsiteY2892" fmla="*/ 570643 h 2495550"/>
                <a:gd name="connsiteX2893" fmla="*/ 2417826 w 3219450"/>
                <a:gd name="connsiteY2893" fmla="*/ 569976 h 2495550"/>
                <a:gd name="connsiteX2894" fmla="*/ 2415254 w 3219450"/>
                <a:gd name="connsiteY2894" fmla="*/ 569976 h 2495550"/>
                <a:gd name="connsiteX2895" fmla="*/ 2410492 w 3219450"/>
                <a:gd name="connsiteY2895" fmla="*/ 571119 h 2495550"/>
                <a:gd name="connsiteX2896" fmla="*/ 2408015 w 3219450"/>
                <a:gd name="connsiteY2896" fmla="*/ 571214 h 2495550"/>
                <a:gd name="connsiteX2897" fmla="*/ 2394585 w 3219450"/>
                <a:gd name="connsiteY2897" fmla="*/ 567404 h 2495550"/>
                <a:gd name="connsiteX2898" fmla="*/ 2393252 w 3219450"/>
                <a:gd name="connsiteY2898" fmla="*/ 566833 h 2495550"/>
                <a:gd name="connsiteX2899" fmla="*/ 2392013 w 3219450"/>
                <a:gd name="connsiteY2899" fmla="*/ 565690 h 2495550"/>
                <a:gd name="connsiteX2900" fmla="*/ 2390489 w 3219450"/>
                <a:gd name="connsiteY2900" fmla="*/ 562547 h 2495550"/>
                <a:gd name="connsiteX2901" fmla="*/ 2389537 w 3219450"/>
                <a:gd name="connsiteY2901" fmla="*/ 561308 h 2495550"/>
                <a:gd name="connsiteX2902" fmla="*/ 2388489 w 3219450"/>
                <a:gd name="connsiteY2902" fmla="*/ 561594 h 2495550"/>
                <a:gd name="connsiteX2903" fmla="*/ 2387156 w 3219450"/>
                <a:gd name="connsiteY2903" fmla="*/ 563213 h 2495550"/>
                <a:gd name="connsiteX2904" fmla="*/ 2386394 w 3219450"/>
                <a:gd name="connsiteY2904" fmla="*/ 563690 h 2495550"/>
                <a:gd name="connsiteX2905" fmla="*/ 2385822 w 3219450"/>
                <a:gd name="connsiteY2905" fmla="*/ 563594 h 2495550"/>
                <a:gd name="connsiteX2906" fmla="*/ 2385251 w 3219450"/>
                <a:gd name="connsiteY2906" fmla="*/ 562547 h 2495550"/>
                <a:gd name="connsiteX2907" fmla="*/ 2385060 w 3219450"/>
                <a:gd name="connsiteY2907" fmla="*/ 561308 h 2495550"/>
                <a:gd name="connsiteX2908" fmla="*/ 2384679 w 3219450"/>
                <a:gd name="connsiteY2908" fmla="*/ 560165 h 2495550"/>
                <a:gd name="connsiteX2909" fmla="*/ 2383536 w 3219450"/>
                <a:gd name="connsiteY2909" fmla="*/ 559594 h 2495550"/>
                <a:gd name="connsiteX2910" fmla="*/ 2381917 w 3219450"/>
                <a:gd name="connsiteY2910" fmla="*/ 560165 h 2495550"/>
                <a:gd name="connsiteX2911" fmla="*/ 2380679 w 3219450"/>
                <a:gd name="connsiteY2911" fmla="*/ 561689 h 2495550"/>
                <a:gd name="connsiteX2912" fmla="*/ 2378678 w 3219450"/>
                <a:gd name="connsiteY2912" fmla="*/ 565309 h 2495550"/>
                <a:gd name="connsiteX2913" fmla="*/ 2376869 w 3219450"/>
                <a:gd name="connsiteY2913" fmla="*/ 566452 h 2495550"/>
                <a:gd name="connsiteX2914" fmla="*/ 2374964 w 3219450"/>
                <a:gd name="connsiteY2914" fmla="*/ 565976 h 2495550"/>
                <a:gd name="connsiteX2915" fmla="*/ 2372963 w 3219450"/>
                <a:gd name="connsiteY2915" fmla="*/ 564928 h 2495550"/>
                <a:gd name="connsiteX2916" fmla="*/ 2370963 w 3219450"/>
                <a:gd name="connsiteY2916" fmla="*/ 564356 h 2495550"/>
                <a:gd name="connsiteX2917" fmla="*/ 2370201 w 3219450"/>
                <a:gd name="connsiteY2917" fmla="*/ 564547 h 2495550"/>
                <a:gd name="connsiteX2918" fmla="*/ 2368772 w 3219450"/>
                <a:gd name="connsiteY2918" fmla="*/ 565595 h 2495550"/>
                <a:gd name="connsiteX2919" fmla="*/ 2367915 w 3219450"/>
                <a:gd name="connsiteY2919" fmla="*/ 565880 h 2495550"/>
                <a:gd name="connsiteX2920" fmla="*/ 2363724 w 3219450"/>
                <a:gd name="connsiteY2920" fmla="*/ 565880 h 2495550"/>
                <a:gd name="connsiteX2921" fmla="*/ 2361724 w 3219450"/>
                <a:gd name="connsiteY2921" fmla="*/ 565499 h 2495550"/>
                <a:gd name="connsiteX2922" fmla="*/ 2358390 w 3219450"/>
                <a:gd name="connsiteY2922" fmla="*/ 563594 h 2495550"/>
                <a:gd name="connsiteX2923" fmla="*/ 2356485 w 3219450"/>
                <a:gd name="connsiteY2923" fmla="*/ 562928 h 2495550"/>
                <a:gd name="connsiteX2924" fmla="*/ 2354676 w 3219450"/>
                <a:gd name="connsiteY2924" fmla="*/ 562737 h 2495550"/>
                <a:gd name="connsiteX2925" fmla="*/ 2352961 w 3219450"/>
                <a:gd name="connsiteY2925" fmla="*/ 562928 h 2495550"/>
                <a:gd name="connsiteX2926" fmla="*/ 2351342 w 3219450"/>
                <a:gd name="connsiteY2926" fmla="*/ 563499 h 2495550"/>
                <a:gd name="connsiteX2927" fmla="*/ 2349627 w 3219450"/>
                <a:gd name="connsiteY2927" fmla="*/ 564642 h 2495550"/>
                <a:gd name="connsiteX2928" fmla="*/ 2347722 w 3219450"/>
                <a:gd name="connsiteY2928" fmla="*/ 566357 h 2495550"/>
                <a:gd name="connsiteX2929" fmla="*/ 2346960 w 3219450"/>
                <a:gd name="connsiteY2929" fmla="*/ 566642 h 2495550"/>
                <a:gd name="connsiteX2930" fmla="*/ 2344103 w 3219450"/>
                <a:gd name="connsiteY2930" fmla="*/ 566738 h 2495550"/>
                <a:gd name="connsiteX2931" fmla="*/ 2343150 w 3219450"/>
                <a:gd name="connsiteY2931" fmla="*/ 567119 h 2495550"/>
                <a:gd name="connsiteX2932" fmla="*/ 2339054 w 3219450"/>
                <a:gd name="connsiteY2932" fmla="*/ 570262 h 2495550"/>
                <a:gd name="connsiteX2933" fmla="*/ 2337340 w 3219450"/>
                <a:gd name="connsiteY2933" fmla="*/ 570548 h 2495550"/>
                <a:gd name="connsiteX2934" fmla="*/ 2334768 w 3219450"/>
                <a:gd name="connsiteY2934" fmla="*/ 571214 h 2495550"/>
                <a:gd name="connsiteX2935" fmla="*/ 2333530 w 3219450"/>
                <a:gd name="connsiteY2935" fmla="*/ 571786 h 2495550"/>
                <a:gd name="connsiteX2936" fmla="*/ 2332387 w 3219450"/>
                <a:gd name="connsiteY2936" fmla="*/ 572643 h 2495550"/>
                <a:gd name="connsiteX2937" fmla="*/ 2331339 w 3219450"/>
                <a:gd name="connsiteY2937" fmla="*/ 573881 h 2495550"/>
                <a:gd name="connsiteX2938" fmla="*/ 2329911 w 3219450"/>
                <a:gd name="connsiteY2938" fmla="*/ 576739 h 2495550"/>
                <a:gd name="connsiteX2939" fmla="*/ 2329053 w 3219450"/>
                <a:gd name="connsiteY2939" fmla="*/ 577882 h 2495550"/>
                <a:gd name="connsiteX2940" fmla="*/ 2328005 w 3219450"/>
                <a:gd name="connsiteY2940" fmla="*/ 578453 h 2495550"/>
                <a:gd name="connsiteX2941" fmla="*/ 2322671 w 3219450"/>
                <a:gd name="connsiteY2941" fmla="*/ 579025 h 2495550"/>
                <a:gd name="connsiteX2942" fmla="*/ 2321433 w 3219450"/>
                <a:gd name="connsiteY2942" fmla="*/ 578739 h 2495550"/>
                <a:gd name="connsiteX2943" fmla="*/ 2318861 w 3219450"/>
                <a:gd name="connsiteY2943" fmla="*/ 577215 h 2495550"/>
                <a:gd name="connsiteX2944" fmla="*/ 2317909 w 3219450"/>
                <a:gd name="connsiteY2944" fmla="*/ 576072 h 2495550"/>
                <a:gd name="connsiteX2945" fmla="*/ 2316576 w 3219450"/>
                <a:gd name="connsiteY2945" fmla="*/ 572929 h 2495550"/>
                <a:gd name="connsiteX2946" fmla="*/ 2315813 w 3219450"/>
                <a:gd name="connsiteY2946" fmla="*/ 572072 h 2495550"/>
                <a:gd name="connsiteX2947" fmla="*/ 2315147 w 3219450"/>
                <a:gd name="connsiteY2947" fmla="*/ 572262 h 2495550"/>
                <a:gd name="connsiteX2948" fmla="*/ 2312670 w 3219450"/>
                <a:gd name="connsiteY2948" fmla="*/ 574072 h 2495550"/>
                <a:gd name="connsiteX2949" fmla="*/ 2312289 w 3219450"/>
                <a:gd name="connsiteY2949" fmla="*/ 574167 h 2495550"/>
                <a:gd name="connsiteX2950" fmla="*/ 2311718 w 3219450"/>
                <a:gd name="connsiteY2950" fmla="*/ 574072 h 2495550"/>
                <a:gd name="connsiteX2951" fmla="*/ 2310765 w 3219450"/>
                <a:gd name="connsiteY2951" fmla="*/ 573691 h 2495550"/>
                <a:gd name="connsiteX2952" fmla="*/ 2306574 w 3219450"/>
                <a:gd name="connsiteY2952" fmla="*/ 574739 h 2495550"/>
                <a:gd name="connsiteX2953" fmla="*/ 2307431 w 3219450"/>
                <a:gd name="connsiteY2953" fmla="*/ 577120 h 2495550"/>
                <a:gd name="connsiteX2954" fmla="*/ 2307527 w 3219450"/>
                <a:gd name="connsiteY2954" fmla="*/ 578263 h 2495550"/>
                <a:gd name="connsiteX2955" fmla="*/ 2307146 w 3219450"/>
                <a:gd name="connsiteY2955" fmla="*/ 579311 h 2495550"/>
                <a:gd name="connsiteX2956" fmla="*/ 2305241 w 3219450"/>
                <a:gd name="connsiteY2956" fmla="*/ 581978 h 2495550"/>
                <a:gd name="connsiteX2957" fmla="*/ 2304574 w 3219450"/>
                <a:gd name="connsiteY2957" fmla="*/ 584073 h 2495550"/>
                <a:gd name="connsiteX2958" fmla="*/ 2304383 w 3219450"/>
                <a:gd name="connsiteY2958" fmla="*/ 589312 h 2495550"/>
                <a:gd name="connsiteX2959" fmla="*/ 2303526 w 3219450"/>
                <a:gd name="connsiteY2959" fmla="*/ 591026 h 2495550"/>
                <a:gd name="connsiteX2960" fmla="*/ 2301621 w 3219450"/>
                <a:gd name="connsiteY2960" fmla="*/ 591598 h 2495550"/>
                <a:gd name="connsiteX2961" fmla="*/ 2283524 w 3219450"/>
                <a:gd name="connsiteY2961" fmla="*/ 590360 h 2495550"/>
                <a:gd name="connsiteX2962" fmla="*/ 2276856 w 3219450"/>
                <a:gd name="connsiteY2962" fmla="*/ 588836 h 2495550"/>
                <a:gd name="connsiteX2963" fmla="*/ 2275999 w 3219450"/>
                <a:gd name="connsiteY2963" fmla="*/ 588836 h 2495550"/>
                <a:gd name="connsiteX2964" fmla="*/ 2275523 w 3219450"/>
                <a:gd name="connsiteY2964" fmla="*/ 589121 h 2495550"/>
                <a:gd name="connsiteX2965" fmla="*/ 2274475 w 3219450"/>
                <a:gd name="connsiteY2965" fmla="*/ 590455 h 2495550"/>
                <a:gd name="connsiteX2966" fmla="*/ 2271141 w 3219450"/>
                <a:gd name="connsiteY2966" fmla="*/ 593312 h 2495550"/>
                <a:gd name="connsiteX2967" fmla="*/ 2270379 w 3219450"/>
                <a:gd name="connsiteY2967" fmla="*/ 593693 h 2495550"/>
                <a:gd name="connsiteX2968" fmla="*/ 2267141 w 3219450"/>
                <a:gd name="connsiteY2968" fmla="*/ 594170 h 2495550"/>
                <a:gd name="connsiteX2969" fmla="*/ 2264950 w 3219450"/>
                <a:gd name="connsiteY2969" fmla="*/ 594836 h 2495550"/>
                <a:gd name="connsiteX2970" fmla="*/ 2263807 w 3219450"/>
                <a:gd name="connsiteY2970" fmla="*/ 595694 h 2495550"/>
                <a:gd name="connsiteX2971" fmla="*/ 2263045 w 3219450"/>
                <a:gd name="connsiteY2971" fmla="*/ 596265 h 2495550"/>
                <a:gd name="connsiteX2972" fmla="*/ 2261997 w 3219450"/>
                <a:gd name="connsiteY2972" fmla="*/ 598646 h 2495550"/>
                <a:gd name="connsiteX2973" fmla="*/ 2261521 w 3219450"/>
                <a:gd name="connsiteY2973" fmla="*/ 599980 h 2495550"/>
                <a:gd name="connsiteX2974" fmla="*/ 2260759 w 3219450"/>
                <a:gd name="connsiteY2974" fmla="*/ 601123 h 2495550"/>
                <a:gd name="connsiteX2975" fmla="*/ 2251901 w 3219450"/>
                <a:gd name="connsiteY2975" fmla="*/ 610267 h 2495550"/>
                <a:gd name="connsiteX2976" fmla="*/ 2244281 w 3219450"/>
                <a:gd name="connsiteY2976" fmla="*/ 625221 h 2495550"/>
                <a:gd name="connsiteX2977" fmla="*/ 2243995 w 3219450"/>
                <a:gd name="connsiteY2977" fmla="*/ 627317 h 2495550"/>
                <a:gd name="connsiteX2978" fmla="*/ 2244757 w 3219450"/>
                <a:gd name="connsiteY2978" fmla="*/ 629698 h 2495550"/>
                <a:gd name="connsiteX2979" fmla="*/ 2245900 w 3219450"/>
                <a:gd name="connsiteY2979" fmla="*/ 631412 h 2495550"/>
                <a:gd name="connsiteX2980" fmla="*/ 2246376 w 3219450"/>
                <a:gd name="connsiteY2980" fmla="*/ 633222 h 2495550"/>
                <a:gd name="connsiteX2981" fmla="*/ 2245233 w 3219450"/>
                <a:gd name="connsiteY2981" fmla="*/ 635699 h 2495550"/>
                <a:gd name="connsiteX2982" fmla="*/ 2242471 w 3219450"/>
                <a:gd name="connsiteY2982" fmla="*/ 639794 h 2495550"/>
                <a:gd name="connsiteX2983" fmla="*/ 2241137 w 3219450"/>
                <a:gd name="connsiteY2983" fmla="*/ 640842 h 2495550"/>
                <a:gd name="connsiteX2984" fmla="*/ 2238566 w 3219450"/>
                <a:gd name="connsiteY2984" fmla="*/ 642176 h 2495550"/>
                <a:gd name="connsiteX2985" fmla="*/ 2237708 w 3219450"/>
                <a:gd name="connsiteY2985" fmla="*/ 642366 h 2495550"/>
                <a:gd name="connsiteX2986" fmla="*/ 2236946 w 3219450"/>
                <a:gd name="connsiteY2986" fmla="*/ 642366 h 2495550"/>
                <a:gd name="connsiteX2987" fmla="*/ 2234279 w 3219450"/>
                <a:gd name="connsiteY2987" fmla="*/ 641985 h 2495550"/>
                <a:gd name="connsiteX2988" fmla="*/ 2233803 w 3219450"/>
                <a:gd name="connsiteY2988" fmla="*/ 642176 h 2495550"/>
                <a:gd name="connsiteX2989" fmla="*/ 2232755 w 3219450"/>
                <a:gd name="connsiteY2989" fmla="*/ 643414 h 2495550"/>
                <a:gd name="connsiteX2990" fmla="*/ 2221421 w 3219450"/>
                <a:gd name="connsiteY2990" fmla="*/ 653129 h 2495550"/>
                <a:gd name="connsiteX2991" fmla="*/ 2217515 w 3219450"/>
                <a:gd name="connsiteY2991" fmla="*/ 657701 h 2495550"/>
                <a:gd name="connsiteX2992" fmla="*/ 2216182 w 3219450"/>
                <a:gd name="connsiteY2992" fmla="*/ 658844 h 2495550"/>
                <a:gd name="connsiteX2993" fmla="*/ 2214658 w 3219450"/>
                <a:gd name="connsiteY2993" fmla="*/ 659606 h 2495550"/>
                <a:gd name="connsiteX2994" fmla="*/ 2205990 w 3219450"/>
                <a:gd name="connsiteY2994" fmla="*/ 661988 h 2495550"/>
                <a:gd name="connsiteX2995" fmla="*/ 2198561 w 3219450"/>
                <a:gd name="connsiteY2995" fmla="*/ 663416 h 2495550"/>
                <a:gd name="connsiteX2996" fmla="*/ 2187416 w 3219450"/>
                <a:gd name="connsiteY2996" fmla="*/ 663416 h 2495550"/>
                <a:gd name="connsiteX2997" fmla="*/ 2177511 w 3219450"/>
                <a:gd name="connsiteY2997" fmla="*/ 664940 h 2495550"/>
                <a:gd name="connsiteX2998" fmla="*/ 2175701 w 3219450"/>
                <a:gd name="connsiteY2998" fmla="*/ 664655 h 2495550"/>
                <a:gd name="connsiteX2999" fmla="*/ 2166843 w 3219450"/>
                <a:gd name="connsiteY2999" fmla="*/ 661130 h 2495550"/>
                <a:gd name="connsiteX3000" fmla="*/ 2165033 w 3219450"/>
                <a:gd name="connsiteY3000" fmla="*/ 660940 h 2495550"/>
                <a:gd name="connsiteX3001" fmla="*/ 2163223 w 3219450"/>
                <a:gd name="connsiteY3001" fmla="*/ 661226 h 2495550"/>
                <a:gd name="connsiteX3002" fmla="*/ 2156079 w 3219450"/>
                <a:gd name="connsiteY3002" fmla="*/ 663988 h 2495550"/>
                <a:gd name="connsiteX3003" fmla="*/ 2155603 w 3219450"/>
                <a:gd name="connsiteY3003" fmla="*/ 664369 h 2495550"/>
                <a:gd name="connsiteX3004" fmla="*/ 2155412 w 3219450"/>
                <a:gd name="connsiteY3004" fmla="*/ 665036 h 2495550"/>
                <a:gd name="connsiteX3005" fmla="*/ 2155031 w 3219450"/>
                <a:gd name="connsiteY3005" fmla="*/ 668465 h 2495550"/>
                <a:gd name="connsiteX3006" fmla="*/ 2154555 w 3219450"/>
                <a:gd name="connsiteY3006" fmla="*/ 670084 h 2495550"/>
                <a:gd name="connsiteX3007" fmla="*/ 2153031 w 3219450"/>
                <a:gd name="connsiteY3007" fmla="*/ 673418 h 2495550"/>
                <a:gd name="connsiteX3008" fmla="*/ 2150174 w 3219450"/>
                <a:gd name="connsiteY3008" fmla="*/ 677704 h 2495550"/>
                <a:gd name="connsiteX3009" fmla="*/ 2139220 w 3219450"/>
                <a:gd name="connsiteY3009" fmla="*/ 688086 h 2495550"/>
                <a:gd name="connsiteX3010" fmla="*/ 2136648 w 3219450"/>
                <a:gd name="connsiteY3010" fmla="*/ 689705 h 2495550"/>
                <a:gd name="connsiteX3011" fmla="*/ 2135886 w 3219450"/>
                <a:gd name="connsiteY3011" fmla="*/ 690467 h 2495550"/>
                <a:gd name="connsiteX3012" fmla="*/ 2135315 w 3219450"/>
                <a:gd name="connsiteY3012" fmla="*/ 691229 h 2495550"/>
                <a:gd name="connsiteX3013" fmla="*/ 2134362 w 3219450"/>
                <a:gd name="connsiteY3013" fmla="*/ 693134 h 2495550"/>
                <a:gd name="connsiteX3014" fmla="*/ 2132743 w 3219450"/>
                <a:gd name="connsiteY3014" fmla="*/ 695516 h 2495550"/>
                <a:gd name="connsiteX3015" fmla="*/ 2130933 w 3219450"/>
                <a:gd name="connsiteY3015" fmla="*/ 697135 h 2495550"/>
                <a:gd name="connsiteX3016" fmla="*/ 2128933 w 3219450"/>
                <a:gd name="connsiteY3016" fmla="*/ 698087 h 2495550"/>
                <a:gd name="connsiteX3017" fmla="*/ 2126647 w 3219450"/>
                <a:gd name="connsiteY3017" fmla="*/ 698659 h 2495550"/>
                <a:gd name="connsiteX3018" fmla="*/ 2123504 w 3219450"/>
                <a:gd name="connsiteY3018" fmla="*/ 698945 h 2495550"/>
                <a:gd name="connsiteX3019" fmla="*/ 2122170 w 3219450"/>
                <a:gd name="connsiteY3019" fmla="*/ 699516 h 2495550"/>
                <a:gd name="connsiteX3020" fmla="*/ 2119408 w 3219450"/>
                <a:gd name="connsiteY3020" fmla="*/ 702469 h 2495550"/>
                <a:gd name="connsiteX3021" fmla="*/ 2114074 w 3219450"/>
                <a:gd name="connsiteY3021" fmla="*/ 706279 h 2495550"/>
                <a:gd name="connsiteX3022" fmla="*/ 2110740 w 3219450"/>
                <a:gd name="connsiteY3022" fmla="*/ 709803 h 2495550"/>
                <a:gd name="connsiteX3023" fmla="*/ 2108740 w 3219450"/>
                <a:gd name="connsiteY3023" fmla="*/ 711422 h 2495550"/>
                <a:gd name="connsiteX3024" fmla="*/ 2107121 w 3219450"/>
                <a:gd name="connsiteY3024" fmla="*/ 711899 h 2495550"/>
                <a:gd name="connsiteX3025" fmla="*/ 2103311 w 3219450"/>
                <a:gd name="connsiteY3025" fmla="*/ 711518 h 2495550"/>
                <a:gd name="connsiteX3026" fmla="*/ 2102549 w 3219450"/>
                <a:gd name="connsiteY3026" fmla="*/ 711232 h 2495550"/>
                <a:gd name="connsiteX3027" fmla="*/ 2101025 w 3219450"/>
                <a:gd name="connsiteY3027" fmla="*/ 709994 h 2495550"/>
                <a:gd name="connsiteX3028" fmla="*/ 2100168 w 3219450"/>
                <a:gd name="connsiteY3028" fmla="*/ 709708 h 2495550"/>
                <a:gd name="connsiteX3029" fmla="*/ 2080736 w 3219450"/>
                <a:gd name="connsiteY3029" fmla="*/ 707993 h 2495550"/>
                <a:gd name="connsiteX3030" fmla="*/ 2076069 w 3219450"/>
                <a:gd name="connsiteY3030" fmla="*/ 705993 h 2495550"/>
                <a:gd name="connsiteX3031" fmla="*/ 2073783 w 3219450"/>
                <a:gd name="connsiteY3031" fmla="*/ 705993 h 2495550"/>
                <a:gd name="connsiteX3032" fmla="*/ 2061972 w 3219450"/>
                <a:gd name="connsiteY3032" fmla="*/ 702755 h 2495550"/>
                <a:gd name="connsiteX3033" fmla="*/ 2054924 w 3219450"/>
                <a:gd name="connsiteY3033" fmla="*/ 699516 h 2495550"/>
                <a:gd name="connsiteX3034" fmla="*/ 2053400 w 3219450"/>
                <a:gd name="connsiteY3034" fmla="*/ 698373 h 2495550"/>
                <a:gd name="connsiteX3035" fmla="*/ 2052543 w 3219450"/>
                <a:gd name="connsiteY3035" fmla="*/ 696944 h 2495550"/>
                <a:gd name="connsiteX3036" fmla="*/ 2050447 w 3219450"/>
                <a:gd name="connsiteY3036" fmla="*/ 693325 h 2495550"/>
                <a:gd name="connsiteX3037" fmla="*/ 2046065 w 3219450"/>
                <a:gd name="connsiteY3037" fmla="*/ 688943 h 2495550"/>
                <a:gd name="connsiteX3038" fmla="*/ 2044541 w 3219450"/>
                <a:gd name="connsiteY3038" fmla="*/ 687896 h 2495550"/>
                <a:gd name="connsiteX3039" fmla="*/ 2042827 w 3219450"/>
                <a:gd name="connsiteY3039" fmla="*/ 687515 h 2495550"/>
                <a:gd name="connsiteX3040" fmla="*/ 2028539 w 3219450"/>
                <a:gd name="connsiteY3040" fmla="*/ 687800 h 2495550"/>
                <a:gd name="connsiteX3041" fmla="*/ 2023491 w 3219450"/>
                <a:gd name="connsiteY3041" fmla="*/ 686276 h 2495550"/>
                <a:gd name="connsiteX3042" fmla="*/ 2022062 w 3219450"/>
                <a:gd name="connsiteY3042" fmla="*/ 686276 h 2495550"/>
                <a:gd name="connsiteX3043" fmla="*/ 2021491 w 3219450"/>
                <a:gd name="connsiteY3043" fmla="*/ 686276 h 2495550"/>
                <a:gd name="connsiteX3044" fmla="*/ 2020729 w 3219450"/>
                <a:gd name="connsiteY3044" fmla="*/ 686467 h 2495550"/>
                <a:gd name="connsiteX3045" fmla="*/ 2020157 w 3219450"/>
                <a:gd name="connsiteY3045" fmla="*/ 686943 h 2495550"/>
                <a:gd name="connsiteX3046" fmla="*/ 2019681 w 3219450"/>
                <a:gd name="connsiteY3046" fmla="*/ 687610 h 2495550"/>
                <a:gd name="connsiteX3047" fmla="*/ 2019014 w 3219450"/>
                <a:gd name="connsiteY3047" fmla="*/ 688181 h 2495550"/>
                <a:gd name="connsiteX3048" fmla="*/ 2017967 w 3219450"/>
                <a:gd name="connsiteY3048" fmla="*/ 688658 h 2495550"/>
                <a:gd name="connsiteX3049" fmla="*/ 2015681 w 3219450"/>
                <a:gd name="connsiteY3049" fmla="*/ 689229 h 2495550"/>
                <a:gd name="connsiteX3050" fmla="*/ 2014633 w 3219450"/>
                <a:gd name="connsiteY3050" fmla="*/ 689705 h 2495550"/>
                <a:gd name="connsiteX3051" fmla="*/ 2011680 w 3219450"/>
                <a:gd name="connsiteY3051" fmla="*/ 691991 h 2495550"/>
                <a:gd name="connsiteX3052" fmla="*/ 2010347 w 3219450"/>
                <a:gd name="connsiteY3052" fmla="*/ 693420 h 2495550"/>
                <a:gd name="connsiteX3053" fmla="*/ 2009204 w 3219450"/>
                <a:gd name="connsiteY3053" fmla="*/ 695135 h 2495550"/>
                <a:gd name="connsiteX3054" fmla="*/ 1999298 w 3219450"/>
                <a:gd name="connsiteY3054" fmla="*/ 715328 h 2495550"/>
                <a:gd name="connsiteX3055" fmla="*/ 1998536 w 3219450"/>
                <a:gd name="connsiteY3055" fmla="*/ 717328 h 2495550"/>
                <a:gd name="connsiteX3056" fmla="*/ 1998536 w 3219450"/>
                <a:gd name="connsiteY3056" fmla="*/ 718471 h 2495550"/>
                <a:gd name="connsiteX3057" fmla="*/ 1998726 w 3219450"/>
                <a:gd name="connsiteY3057" fmla="*/ 720947 h 2495550"/>
                <a:gd name="connsiteX3058" fmla="*/ 1998726 w 3219450"/>
                <a:gd name="connsiteY3058" fmla="*/ 722186 h 2495550"/>
                <a:gd name="connsiteX3059" fmla="*/ 1998440 w 3219450"/>
                <a:gd name="connsiteY3059" fmla="*/ 723519 h 2495550"/>
                <a:gd name="connsiteX3060" fmla="*/ 1998059 w 3219450"/>
                <a:gd name="connsiteY3060" fmla="*/ 724472 h 2495550"/>
                <a:gd name="connsiteX3061" fmla="*/ 1996916 w 3219450"/>
                <a:gd name="connsiteY3061" fmla="*/ 726281 h 2495550"/>
                <a:gd name="connsiteX3062" fmla="*/ 1995583 w 3219450"/>
                <a:gd name="connsiteY3062" fmla="*/ 729234 h 2495550"/>
                <a:gd name="connsiteX3063" fmla="*/ 1995011 w 3219450"/>
                <a:gd name="connsiteY3063" fmla="*/ 730091 h 2495550"/>
                <a:gd name="connsiteX3064" fmla="*/ 1994916 w 3219450"/>
                <a:gd name="connsiteY3064" fmla="*/ 730282 h 2495550"/>
                <a:gd name="connsiteX3065" fmla="*/ 1993678 w 3219450"/>
                <a:gd name="connsiteY3065" fmla="*/ 731520 h 2495550"/>
                <a:gd name="connsiteX3066" fmla="*/ 1992439 w 3219450"/>
                <a:gd name="connsiteY3066" fmla="*/ 733520 h 2495550"/>
                <a:gd name="connsiteX3067" fmla="*/ 1991487 w 3219450"/>
                <a:gd name="connsiteY3067" fmla="*/ 735806 h 2495550"/>
                <a:gd name="connsiteX3068" fmla="*/ 1991011 w 3219450"/>
                <a:gd name="connsiteY3068" fmla="*/ 737902 h 2495550"/>
                <a:gd name="connsiteX3069" fmla="*/ 1991011 w 3219450"/>
                <a:gd name="connsiteY3069" fmla="*/ 740855 h 2495550"/>
                <a:gd name="connsiteX3070" fmla="*/ 1991773 w 3219450"/>
                <a:gd name="connsiteY3070" fmla="*/ 742379 h 2495550"/>
                <a:gd name="connsiteX3071" fmla="*/ 1995107 w 3219450"/>
                <a:gd name="connsiteY3071" fmla="*/ 744379 h 2495550"/>
                <a:gd name="connsiteX3072" fmla="*/ 1996059 w 3219450"/>
                <a:gd name="connsiteY3072" fmla="*/ 745617 h 2495550"/>
                <a:gd name="connsiteX3073" fmla="*/ 1996440 w 3219450"/>
                <a:gd name="connsiteY3073" fmla="*/ 746951 h 2495550"/>
                <a:gd name="connsiteX3074" fmla="*/ 1996726 w 3219450"/>
                <a:gd name="connsiteY3074" fmla="*/ 749808 h 2495550"/>
                <a:gd name="connsiteX3075" fmla="*/ 1997583 w 3219450"/>
                <a:gd name="connsiteY3075" fmla="*/ 752570 h 2495550"/>
                <a:gd name="connsiteX3076" fmla="*/ 1998821 w 3219450"/>
                <a:gd name="connsiteY3076" fmla="*/ 754856 h 2495550"/>
                <a:gd name="connsiteX3077" fmla="*/ 2003584 w 3219450"/>
                <a:gd name="connsiteY3077" fmla="*/ 761524 h 2495550"/>
                <a:gd name="connsiteX3078" fmla="*/ 2005394 w 3219450"/>
                <a:gd name="connsiteY3078" fmla="*/ 763334 h 2495550"/>
                <a:gd name="connsiteX3079" fmla="*/ 2011299 w 3219450"/>
                <a:gd name="connsiteY3079" fmla="*/ 767334 h 2495550"/>
                <a:gd name="connsiteX3080" fmla="*/ 2012918 w 3219450"/>
                <a:gd name="connsiteY3080" fmla="*/ 768953 h 2495550"/>
                <a:gd name="connsiteX3081" fmla="*/ 2014347 w 3219450"/>
                <a:gd name="connsiteY3081" fmla="*/ 770858 h 2495550"/>
                <a:gd name="connsiteX3082" fmla="*/ 2019205 w 3219450"/>
                <a:gd name="connsiteY3082" fmla="*/ 779526 h 2495550"/>
                <a:gd name="connsiteX3083" fmla="*/ 2019967 w 3219450"/>
                <a:gd name="connsiteY3083" fmla="*/ 782003 h 2495550"/>
                <a:gd name="connsiteX3084" fmla="*/ 2020157 w 3219450"/>
                <a:gd name="connsiteY3084" fmla="*/ 784098 h 2495550"/>
                <a:gd name="connsiteX3085" fmla="*/ 2020062 w 3219450"/>
                <a:gd name="connsiteY3085" fmla="*/ 786479 h 2495550"/>
                <a:gd name="connsiteX3086" fmla="*/ 2019395 w 3219450"/>
                <a:gd name="connsiteY3086" fmla="*/ 788480 h 2495550"/>
                <a:gd name="connsiteX3087" fmla="*/ 2018157 w 3219450"/>
                <a:gd name="connsiteY3087" fmla="*/ 789337 h 2495550"/>
                <a:gd name="connsiteX3088" fmla="*/ 2017300 w 3219450"/>
                <a:gd name="connsiteY3088" fmla="*/ 789527 h 2495550"/>
                <a:gd name="connsiteX3089" fmla="*/ 2014823 w 3219450"/>
                <a:gd name="connsiteY3089" fmla="*/ 790670 h 2495550"/>
                <a:gd name="connsiteX3090" fmla="*/ 2010918 w 3219450"/>
                <a:gd name="connsiteY3090" fmla="*/ 790480 h 2495550"/>
                <a:gd name="connsiteX3091" fmla="*/ 2009966 w 3219450"/>
                <a:gd name="connsiteY3091" fmla="*/ 790956 h 2495550"/>
                <a:gd name="connsiteX3092" fmla="*/ 2001679 w 3219450"/>
                <a:gd name="connsiteY3092" fmla="*/ 801053 h 2495550"/>
                <a:gd name="connsiteX3093" fmla="*/ 2000155 w 3219450"/>
                <a:gd name="connsiteY3093" fmla="*/ 802576 h 2495550"/>
                <a:gd name="connsiteX3094" fmla="*/ 1998440 w 3219450"/>
                <a:gd name="connsiteY3094" fmla="*/ 803434 h 2495550"/>
                <a:gd name="connsiteX3095" fmla="*/ 1992821 w 3219450"/>
                <a:gd name="connsiteY3095" fmla="*/ 803910 h 2495550"/>
                <a:gd name="connsiteX3096" fmla="*/ 1991392 w 3219450"/>
                <a:gd name="connsiteY3096" fmla="*/ 804482 h 2495550"/>
                <a:gd name="connsiteX3097" fmla="*/ 1988058 w 3219450"/>
                <a:gd name="connsiteY3097" fmla="*/ 807149 h 2495550"/>
                <a:gd name="connsiteX3098" fmla="*/ 1975295 w 3219450"/>
                <a:gd name="connsiteY3098" fmla="*/ 812292 h 2495550"/>
                <a:gd name="connsiteX3099" fmla="*/ 1968818 w 3219450"/>
                <a:gd name="connsiteY3099" fmla="*/ 816007 h 2495550"/>
                <a:gd name="connsiteX3100" fmla="*/ 1966722 w 3219450"/>
                <a:gd name="connsiteY3100" fmla="*/ 818007 h 2495550"/>
                <a:gd name="connsiteX3101" fmla="*/ 1959483 w 3219450"/>
                <a:gd name="connsiteY3101" fmla="*/ 828008 h 2495550"/>
                <a:gd name="connsiteX3102" fmla="*/ 1953292 w 3219450"/>
                <a:gd name="connsiteY3102" fmla="*/ 834581 h 2495550"/>
                <a:gd name="connsiteX3103" fmla="*/ 1952530 w 3219450"/>
                <a:gd name="connsiteY3103" fmla="*/ 836009 h 2495550"/>
                <a:gd name="connsiteX3104" fmla="*/ 1951196 w 3219450"/>
                <a:gd name="connsiteY3104" fmla="*/ 839534 h 2495550"/>
                <a:gd name="connsiteX3105" fmla="*/ 1949482 w 3219450"/>
                <a:gd name="connsiteY3105" fmla="*/ 842582 h 2495550"/>
                <a:gd name="connsiteX3106" fmla="*/ 1947291 w 3219450"/>
                <a:gd name="connsiteY3106" fmla="*/ 845058 h 2495550"/>
                <a:gd name="connsiteX3107" fmla="*/ 1942338 w 3219450"/>
                <a:gd name="connsiteY3107" fmla="*/ 849059 h 2495550"/>
                <a:gd name="connsiteX3108" fmla="*/ 1941100 w 3219450"/>
                <a:gd name="connsiteY3108" fmla="*/ 850297 h 2495550"/>
                <a:gd name="connsiteX3109" fmla="*/ 1939766 w 3219450"/>
                <a:gd name="connsiteY3109" fmla="*/ 854012 h 2495550"/>
                <a:gd name="connsiteX3110" fmla="*/ 1938814 w 3219450"/>
                <a:gd name="connsiteY3110" fmla="*/ 855250 h 2495550"/>
                <a:gd name="connsiteX3111" fmla="*/ 1924717 w 3219450"/>
                <a:gd name="connsiteY3111" fmla="*/ 861346 h 2495550"/>
                <a:gd name="connsiteX3112" fmla="*/ 1922907 w 3219450"/>
                <a:gd name="connsiteY3112" fmla="*/ 862489 h 2495550"/>
                <a:gd name="connsiteX3113" fmla="*/ 1922240 w 3219450"/>
                <a:gd name="connsiteY3113" fmla="*/ 863156 h 2495550"/>
                <a:gd name="connsiteX3114" fmla="*/ 1921764 w 3219450"/>
                <a:gd name="connsiteY3114" fmla="*/ 863727 h 2495550"/>
                <a:gd name="connsiteX3115" fmla="*/ 1921288 w 3219450"/>
                <a:gd name="connsiteY3115" fmla="*/ 864203 h 2495550"/>
                <a:gd name="connsiteX3116" fmla="*/ 1920526 w 3219450"/>
                <a:gd name="connsiteY3116" fmla="*/ 864584 h 2495550"/>
                <a:gd name="connsiteX3117" fmla="*/ 1919573 w 3219450"/>
                <a:gd name="connsiteY3117" fmla="*/ 864775 h 2495550"/>
                <a:gd name="connsiteX3118" fmla="*/ 1916621 w 3219450"/>
                <a:gd name="connsiteY3118" fmla="*/ 864775 h 2495550"/>
                <a:gd name="connsiteX3119" fmla="*/ 1912715 w 3219450"/>
                <a:gd name="connsiteY3119" fmla="*/ 865346 h 2495550"/>
                <a:gd name="connsiteX3120" fmla="*/ 1899761 w 3219450"/>
                <a:gd name="connsiteY3120" fmla="*/ 871061 h 2495550"/>
                <a:gd name="connsiteX3121" fmla="*/ 1891951 w 3219450"/>
                <a:gd name="connsiteY3121" fmla="*/ 876872 h 2495550"/>
                <a:gd name="connsiteX3122" fmla="*/ 1891570 w 3219450"/>
                <a:gd name="connsiteY3122" fmla="*/ 877062 h 2495550"/>
                <a:gd name="connsiteX3123" fmla="*/ 1891284 w 3219450"/>
                <a:gd name="connsiteY3123" fmla="*/ 877062 h 2495550"/>
                <a:gd name="connsiteX3124" fmla="*/ 1890998 w 3219450"/>
                <a:gd name="connsiteY3124" fmla="*/ 877157 h 2495550"/>
                <a:gd name="connsiteX3125" fmla="*/ 1890713 w 3219450"/>
                <a:gd name="connsiteY3125" fmla="*/ 877729 h 2495550"/>
                <a:gd name="connsiteX3126" fmla="*/ 1890522 w 3219450"/>
                <a:gd name="connsiteY3126" fmla="*/ 878015 h 2495550"/>
                <a:gd name="connsiteX3127" fmla="*/ 1890236 w 3219450"/>
                <a:gd name="connsiteY3127" fmla="*/ 878205 h 2495550"/>
                <a:gd name="connsiteX3128" fmla="*/ 1881950 w 3219450"/>
                <a:gd name="connsiteY3128" fmla="*/ 878872 h 2495550"/>
                <a:gd name="connsiteX3129" fmla="*/ 1879378 w 3219450"/>
                <a:gd name="connsiteY3129" fmla="*/ 879729 h 2495550"/>
                <a:gd name="connsiteX3130" fmla="*/ 1877949 w 3219450"/>
                <a:gd name="connsiteY3130" fmla="*/ 879920 h 2495550"/>
                <a:gd name="connsiteX3131" fmla="*/ 1864328 w 3219450"/>
                <a:gd name="connsiteY3131" fmla="*/ 878205 h 2495550"/>
                <a:gd name="connsiteX3132" fmla="*/ 1862614 w 3219450"/>
                <a:gd name="connsiteY3132" fmla="*/ 878396 h 2495550"/>
                <a:gd name="connsiteX3133" fmla="*/ 1857375 w 3219450"/>
                <a:gd name="connsiteY3133" fmla="*/ 881158 h 2495550"/>
                <a:gd name="connsiteX3134" fmla="*/ 1855565 w 3219450"/>
                <a:gd name="connsiteY3134" fmla="*/ 881825 h 2495550"/>
                <a:gd name="connsiteX3135" fmla="*/ 1853946 w 3219450"/>
                <a:gd name="connsiteY3135" fmla="*/ 881920 h 2495550"/>
                <a:gd name="connsiteX3136" fmla="*/ 1840230 w 3219450"/>
                <a:gd name="connsiteY3136" fmla="*/ 879348 h 2495550"/>
                <a:gd name="connsiteX3137" fmla="*/ 1828800 w 3219450"/>
                <a:gd name="connsiteY3137" fmla="*/ 879539 h 2495550"/>
                <a:gd name="connsiteX3138" fmla="*/ 1824323 w 3219450"/>
                <a:gd name="connsiteY3138" fmla="*/ 878300 h 2495550"/>
                <a:gd name="connsiteX3139" fmla="*/ 1821276 w 3219450"/>
                <a:gd name="connsiteY3139" fmla="*/ 878015 h 2495550"/>
                <a:gd name="connsiteX3140" fmla="*/ 1814513 w 3219450"/>
                <a:gd name="connsiteY3140" fmla="*/ 879062 h 2495550"/>
                <a:gd name="connsiteX3141" fmla="*/ 1792034 w 3219450"/>
                <a:gd name="connsiteY3141" fmla="*/ 882682 h 2495550"/>
                <a:gd name="connsiteX3142" fmla="*/ 1769555 w 3219450"/>
                <a:gd name="connsiteY3142" fmla="*/ 886301 h 2495550"/>
                <a:gd name="connsiteX3143" fmla="*/ 1747076 w 3219450"/>
                <a:gd name="connsiteY3143" fmla="*/ 889921 h 2495550"/>
                <a:gd name="connsiteX3144" fmla="*/ 1723358 w 3219450"/>
                <a:gd name="connsiteY3144" fmla="*/ 900303 h 2495550"/>
                <a:gd name="connsiteX3145" fmla="*/ 1699641 w 3219450"/>
                <a:gd name="connsiteY3145" fmla="*/ 910685 h 2495550"/>
                <a:gd name="connsiteX3146" fmla="*/ 1678877 w 3219450"/>
                <a:gd name="connsiteY3146" fmla="*/ 921449 h 2495550"/>
                <a:gd name="connsiteX3147" fmla="*/ 1675162 w 3219450"/>
                <a:gd name="connsiteY3147" fmla="*/ 923449 h 2495550"/>
                <a:gd name="connsiteX3148" fmla="*/ 1672781 w 3219450"/>
                <a:gd name="connsiteY3148" fmla="*/ 925259 h 2495550"/>
                <a:gd name="connsiteX3149" fmla="*/ 1672019 w 3219450"/>
                <a:gd name="connsiteY3149" fmla="*/ 925640 h 2495550"/>
                <a:gd name="connsiteX3150" fmla="*/ 1671066 w 3219450"/>
                <a:gd name="connsiteY3150" fmla="*/ 925925 h 2495550"/>
                <a:gd name="connsiteX3151" fmla="*/ 1668399 w 3219450"/>
                <a:gd name="connsiteY3151" fmla="*/ 927449 h 2495550"/>
                <a:gd name="connsiteX3152" fmla="*/ 1665446 w 3219450"/>
                <a:gd name="connsiteY3152" fmla="*/ 927926 h 2495550"/>
                <a:gd name="connsiteX3153" fmla="*/ 1664494 w 3219450"/>
                <a:gd name="connsiteY3153" fmla="*/ 928307 h 2495550"/>
                <a:gd name="connsiteX3154" fmla="*/ 1654683 w 3219450"/>
                <a:gd name="connsiteY3154" fmla="*/ 938689 h 2495550"/>
                <a:gd name="connsiteX3155" fmla="*/ 1652493 w 3219450"/>
                <a:gd name="connsiteY3155" fmla="*/ 939356 h 2495550"/>
                <a:gd name="connsiteX3156" fmla="*/ 1650492 w 3219450"/>
                <a:gd name="connsiteY3156" fmla="*/ 936784 h 2495550"/>
                <a:gd name="connsiteX3157" fmla="*/ 1649349 w 3219450"/>
                <a:gd name="connsiteY3157" fmla="*/ 935641 h 2495550"/>
                <a:gd name="connsiteX3158" fmla="*/ 1648206 w 3219450"/>
                <a:gd name="connsiteY3158" fmla="*/ 935165 h 2495550"/>
                <a:gd name="connsiteX3159" fmla="*/ 1632871 w 3219450"/>
                <a:gd name="connsiteY3159" fmla="*/ 935165 h 2495550"/>
                <a:gd name="connsiteX3160" fmla="*/ 1627823 w 3219450"/>
                <a:gd name="connsiteY3160" fmla="*/ 934403 h 2495550"/>
                <a:gd name="connsiteX3161" fmla="*/ 1627442 w 3219450"/>
                <a:gd name="connsiteY3161" fmla="*/ 933736 h 2495550"/>
                <a:gd name="connsiteX3162" fmla="*/ 1627632 w 3219450"/>
                <a:gd name="connsiteY3162" fmla="*/ 919353 h 2495550"/>
                <a:gd name="connsiteX3163" fmla="*/ 1607058 w 3219450"/>
                <a:gd name="connsiteY3163" fmla="*/ 923449 h 2495550"/>
                <a:gd name="connsiteX3164" fmla="*/ 1586484 w 3219450"/>
                <a:gd name="connsiteY3164" fmla="*/ 927545 h 2495550"/>
                <a:gd name="connsiteX3165" fmla="*/ 1584960 w 3219450"/>
                <a:gd name="connsiteY3165" fmla="*/ 927259 h 2495550"/>
                <a:gd name="connsiteX3166" fmla="*/ 1569530 w 3219450"/>
                <a:gd name="connsiteY3166" fmla="*/ 918972 h 2495550"/>
                <a:gd name="connsiteX3167" fmla="*/ 1554099 w 3219450"/>
                <a:gd name="connsiteY3167" fmla="*/ 910685 h 2495550"/>
                <a:gd name="connsiteX3168" fmla="*/ 1554099 w 3219450"/>
                <a:gd name="connsiteY3168" fmla="*/ 910685 h 2495550"/>
                <a:gd name="connsiteX3169" fmla="*/ 1554099 w 3219450"/>
                <a:gd name="connsiteY3169" fmla="*/ 910685 h 2495550"/>
                <a:gd name="connsiteX3170" fmla="*/ 1552480 w 3219450"/>
                <a:gd name="connsiteY3170" fmla="*/ 909923 h 2495550"/>
                <a:gd name="connsiteX3171" fmla="*/ 1534192 w 3219450"/>
                <a:gd name="connsiteY3171" fmla="*/ 905637 h 2495550"/>
                <a:gd name="connsiteX3172" fmla="*/ 1515904 w 3219450"/>
                <a:gd name="connsiteY3172" fmla="*/ 901351 h 2495550"/>
                <a:gd name="connsiteX3173" fmla="*/ 1497616 w 3219450"/>
                <a:gd name="connsiteY3173" fmla="*/ 897065 h 2495550"/>
                <a:gd name="connsiteX3174" fmla="*/ 1494473 w 3219450"/>
                <a:gd name="connsiteY3174" fmla="*/ 895445 h 2495550"/>
                <a:gd name="connsiteX3175" fmla="*/ 1489805 w 3219450"/>
                <a:gd name="connsiteY3175" fmla="*/ 890492 h 2495550"/>
                <a:gd name="connsiteX3176" fmla="*/ 1481804 w 3219450"/>
                <a:gd name="connsiteY3176" fmla="*/ 877443 h 2495550"/>
                <a:gd name="connsiteX3177" fmla="*/ 1476661 w 3219450"/>
                <a:gd name="connsiteY3177" fmla="*/ 873538 h 2495550"/>
                <a:gd name="connsiteX3178" fmla="*/ 1470755 w 3219450"/>
                <a:gd name="connsiteY3178" fmla="*/ 872014 h 2495550"/>
                <a:gd name="connsiteX3179" fmla="*/ 1464755 w 3219450"/>
                <a:gd name="connsiteY3179" fmla="*/ 871442 h 2495550"/>
                <a:gd name="connsiteX3180" fmla="*/ 1454658 w 3219450"/>
                <a:gd name="connsiteY3180" fmla="*/ 872490 h 2495550"/>
                <a:gd name="connsiteX3181" fmla="*/ 1433513 w 3219450"/>
                <a:gd name="connsiteY3181" fmla="*/ 868966 h 2495550"/>
                <a:gd name="connsiteX3182" fmla="*/ 1412367 w 3219450"/>
                <a:gd name="connsiteY3182" fmla="*/ 865442 h 2495550"/>
                <a:gd name="connsiteX3183" fmla="*/ 1391222 w 3219450"/>
                <a:gd name="connsiteY3183" fmla="*/ 861917 h 2495550"/>
                <a:gd name="connsiteX3184" fmla="*/ 1388840 w 3219450"/>
                <a:gd name="connsiteY3184" fmla="*/ 861917 h 2495550"/>
                <a:gd name="connsiteX3185" fmla="*/ 1370457 w 3219450"/>
                <a:gd name="connsiteY3185" fmla="*/ 867537 h 2495550"/>
                <a:gd name="connsiteX3186" fmla="*/ 1362647 w 3219450"/>
                <a:gd name="connsiteY3186" fmla="*/ 869918 h 2495550"/>
                <a:gd name="connsiteX3187" fmla="*/ 1341215 w 3219450"/>
                <a:gd name="connsiteY3187" fmla="*/ 867061 h 2495550"/>
                <a:gd name="connsiteX3188" fmla="*/ 1319784 w 3219450"/>
                <a:gd name="connsiteY3188" fmla="*/ 864203 h 2495550"/>
                <a:gd name="connsiteX3189" fmla="*/ 1298353 w 3219450"/>
                <a:gd name="connsiteY3189" fmla="*/ 861346 h 2495550"/>
                <a:gd name="connsiteX3190" fmla="*/ 1276922 w 3219450"/>
                <a:gd name="connsiteY3190" fmla="*/ 858488 h 2495550"/>
                <a:gd name="connsiteX3191" fmla="*/ 1259586 w 3219450"/>
                <a:gd name="connsiteY3191" fmla="*/ 856202 h 2495550"/>
                <a:gd name="connsiteX3192" fmla="*/ 1242251 w 3219450"/>
                <a:gd name="connsiteY3192" fmla="*/ 853916 h 2495550"/>
                <a:gd name="connsiteX3193" fmla="*/ 1242155 w 3219450"/>
                <a:gd name="connsiteY3193" fmla="*/ 853916 h 2495550"/>
                <a:gd name="connsiteX3194" fmla="*/ 1223296 w 3219450"/>
                <a:gd name="connsiteY3194" fmla="*/ 855917 h 2495550"/>
                <a:gd name="connsiteX3195" fmla="*/ 1204436 w 3219450"/>
                <a:gd name="connsiteY3195" fmla="*/ 857917 h 2495550"/>
                <a:gd name="connsiteX3196" fmla="*/ 1199388 w 3219450"/>
                <a:gd name="connsiteY3196" fmla="*/ 858774 h 2495550"/>
                <a:gd name="connsiteX3197" fmla="*/ 1198721 w 3219450"/>
                <a:gd name="connsiteY3197" fmla="*/ 858584 h 2495550"/>
                <a:gd name="connsiteX3198" fmla="*/ 1198245 w 3219450"/>
                <a:gd name="connsiteY3198" fmla="*/ 858488 h 2495550"/>
                <a:gd name="connsiteX3199" fmla="*/ 1197864 w 3219450"/>
                <a:gd name="connsiteY3199" fmla="*/ 857345 h 2495550"/>
                <a:gd name="connsiteX3200" fmla="*/ 1197197 w 3219450"/>
                <a:gd name="connsiteY3200" fmla="*/ 848392 h 2495550"/>
                <a:gd name="connsiteX3201" fmla="*/ 1196816 w 3219450"/>
                <a:gd name="connsiteY3201" fmla="*/ 846773 h 2495550"/>
                <a:gd name="connsiteX3202" fmla="*/ 1196150 w 3219450"/>
                <a:gd name="connsiteY3202" fmla="*/ 845344 h 2495550"/>
                <a:gd name="connsiteX3203" fmla="*/ 1194911 w 3219450"/>
                <a:gd name="connsiteY3203" fmla="*/ 843725 h 2495550"/>
                <a:gd name="connsiteX3204" fmla="*/ 1174623 w 3219450"/>
                <a:gd name="connsiteY3204" fmla="*/ 823532 h 2495550"/>
                <a:gd name="connsiteX3205" fmla="*/ 1172813 w 3219450"/>
                <a:gd name="connsiteY3205" fmla="*/ 821150 h 2495550"/>
                <a:gd name="connsiteX3206" fmla="*/ 1171766 w 3219450"/>
                <a:gd name="connsiteY3206" fmla="*/ 818483 h 2495550"/>
                <a:gd name="connsiteX3207" fmla="*/ 1171289 w 3219450"/>
                <a:gd name="connsiteY3207" fmla="*/ 815435 h 2495550"/>
                <a:gd name="connsiteX3208" fmla="*/ 1171099 w 3219450"/>
                <a:gd name="connsiteY3208" fmla="*/ 812101 h 2495550"/>
                <a:gd name="connsiteX3209" fmla="*/ 1170623 w 3219450"/>
                <a:gd name="connsiteY3209" fmla="*/ 809435 h 2495550"/>
                <a:gd name="connsiteX3210" fmla="*/ 1163193 w 3219450"/>
                <a:gd name="connsiteY3210" fmla="*/ 793337 h 2495550"/>
                <a:gd name="connsiteX3211" fmla="*/ 1157764 w 3219450"/>
                <a:gd name="connsiteY3211" fmla="*/ 776002 h 2495550"/>
                <a:gd name="connsiteX3212" fmla="*/ 1154906 w 3219450"/>
                <a:gd name="connsiteY3212" fmla="*/ 769620 h 2495550"/>
                <a:gd name="connsiteX3213" fmla="*/ 1153573 w 3219450"/>
                <a:gd name="connsiteY3213" fmla="*/ 768096 h 2495550"/>
                <a:gd name="connsiteX3214" fmla="*/ 1151668 w 3219450"/>
                <a:gd name="connsiteY3214" fmla="*/ 767525 h 2495550"/>
                <a:gd name="connsiteX3215" fmla="*/ 1148906 w 3219450"/>
                <a:gd name="connsiteY3215" fmla="*/ 767334 h 2495550"/>
                <a:gd name="connsiteX3216" fmla="*/ 1143857 w 3219450"/>
                <a:gd name="connsiteY3216" fmla="*/ 766001 h 2495550"/>
                <a:gd name="connsiteX3217" fmla="*/ 1143381 w 3219450"/>
                <a:gd name="connsiteY3217" fmla="*/ 765239 h 2495550"/>
                <a:gd name="connsiteX3218" fmla="*/ 1143381 w 3219450"/>
                <a:gd name="connsiteY3218" fmla="*/ 763524 h 2495550"/>
                <a:gd name="connsiteX3219" fmla="*/ 1143857 w 3219450"/>
                <a:gd name="connsiteY3219" fmla="*/ 759333 h 2495550"/>
                <a:gd name="connsiteX3220" fmla="*/ 1143476 w 3219450"/>
                <a:gd name="connsiteY3220" fmla="*/ 755618 h 2495550"/>
                <a:gd name="connsiteX3221" fmla="*/ 1143572 w 3219450"/>
                <a:gd name="connsiteY3221" fmla="*/ 754856 h 2495550"/>
                <a:gd name="connsiteX3222" fmla="*/ 1143762 w 3219450"/>
                <a:gd name="connsiteY3222" fmla="*/ 754094 h 2495550"/>
                <a:gd name="connsiteX3223" fmla="*/ 1144429 w 3219450"/>
                <a:gd name="connsiteY3223" fmla="*/ 752666 h 2495550"/>
                <a:gd name="connsiteX3224" fmla="*/ 1144810 w 3219450"/>
                <a:gd name="connsiteY3224" fmla="*/ 750665 h 2495550"/>
                <a:gd name="connsiteX3225" fmla="*/ 1145477 w 3219450"/>
                <a:gd name="connsiteY3225" fmla="*/ 749427 h 2495550"/>
                <a:gd name="connsiteX3226" fmla="*/ 1147001 w 3219450"/>
                <a:gd name="connsiteY3226" fmla="*/ 747332 h 2495550"/>
                <a:gd name="connsiteX3227" fmla="*/ 1147477 w 3219450"/>
                <a:gd name="connsiteY3227" fmla="*/ 745903 h 2495550"/>
                <a:gd name="connsiteX3228" fmla="*/ 1146524 w 3219450"/>
                <a:gd name="connsiteY3228" fmla="*/ 745426 h 2495550"/>
                <a:gd name="connsiteX3229" fmla="*/ 1128522 w 3219450"/>
                <a:gd name="connsiteY3229" fmla="*/ 747808 h 2495550"/>
                <a:gd name="connsiteX3230" fmla="*/ 1126236 w 3219450"/>
                <a:gd name="connsiteY3230" fmla="*/ 747522 h 2495550"/>
                <a:gd name="connsiteX3231" fmla="*/ 1121569 w 3219450"/>
                <a:gd name="connsiteY3231" fmla="*/ 744950 h 2495550"/>
                <a:gd name="connsiteX3232" fmla="*/ 1111853 w 3219450"/>
                <a:gd name="connsiteY3232" fmla="*/ 741902 h 2495550"/>
                <a:gd name="connsiteX3233" fmla="*/ 1110615 w 3219450"/>
                <a:gd name="connsiteY3233" fmla="*/ 741331 h 2495550"/>
                <a:gd name="connsiteX3234" fmla="*/ 1109853 w 3219450"/>
                <a:gd name="connsiteY3234" fmla="*/ 740378 h 2495550"/>
                <a:gd name="connsiteX3235" fmla="*/ 1109282 w 3219450"/>
                <a:gd name="connsiteY3235" fmla="*/ 739140 h 2495550"/>
                <a:gd name="connsiteX3236" fmla="*/ 1108424 w 3219450"/>
                <a:gd name="connsiteY3236" fmla="*/ 737997 h 2495550"/>
                <a:gd name="connsiteX3237" fmla="*/ 1104805 w 3219450"/>
                <a:gd name="connsiteY3237" fmla="*/ 734568 h 2495550"/>
                <a:gd name="connsiteX3238" fmla="*/ 1098042 w 3219450"/>
                <a:gd name="connsiteY3238" fmla="*/ 730377 h 2495550"/>
                <a:gd name="connsiteX3239" fmla="*/ 1096423 w 3219450"/>
                <a:gd name="connsiteY3239" fmla="*/ 729520 h 2495550"/>
                <a:gd name="connsiteX3240" fmla="*/ 1093089 w 3219450"/>
                <a:gd name="connsiteY3240" fmla="*/ 729520 h 2495550"/>
                <a:gd name="connsiteX3241" fmla="*/ 1091660 w 3219450"/>
                <a:gd name="connsiteY3241" fmla="*/ 728948 h 2495550"/>
                <a:gd name="connsiteX3242" fmla="*/ 1090803 w 3219450"/>
                <a:gd name="connsiteY3242" fmla="*/ 727805 h 2495550"/>
                <a:gd name="connsiteX3243" fmla="*/ 1089374 w 3219450"/>
                <a:gd name="connsiteY3243" fmla="*/ 724662 h 2495550"/>
                <a:gd name="connsiteX3244" fmla="*/ 1088422 w 3219450"/>
                <a:gd name="connsiteY3244" fmla="*/ 723329 h 2495550"/>
                <a:gd name="connsiteX3245" fmla="*/ 1084040 w 3219450"/>
                <a:gd name="connsiteY3245" fmla="*/ 718566 h 2495550"/>
                <a:gd name="connsiteX3246" fmla="*/ 1083374 w 3219450"/>
                <a:gd name="connsiteY3246" fmla="*/ 718090 h 2495550"/>
                <a:gd name="connsiteX3247" fmla="*/ 1082516 w 3219450"/>
                <a:gd name="connsiteY3247" fmla="*/ 717709 h 2495550"/>
                <a:gd name="connsiteX3248" fmla="*/ 1081659 w 3219450"/>
                <a:gd name="connsiteY3248" fmla="*/ 717614 h 2495550"/>
                <a:gd name="connsiteX3249" fmla="*/ 1079278 w 3219450"/>
                <a:gd name="connsiteY3249" fmla="*/ 718757 h 2495550"/>
                <a:gd name="connsiteX3250" fmla="*/ 1076897 w 3219450"/>
                <a:gd name="connsiteY3250" fmla="*/ 718757 h 2495550"/>
                <a:gd name="connsiteX3251" fmla="*/ 1072515 w 3219450"/>
                <a:gd name="connsiteY3251" fmla="*/ 718090 h 2495550"/>
                <a:gd name="connsiteX3252" fmla="*/ 1070039 w 3219450"/>
                <a:gd name="connsiteY3252" fmla="*/ 717137 h 2495550"/>
                <a:gd name="connsiteX3253" fmla="*/ 1067276 w 3219450"/>
                <a:gd name="connsiteY3253" fmla="*/ 714089 h 2495550"/>
                <a:gd name="connsiteX3254" fmla="*/ 1058799 w 3219450"/>
                <a:gd name="connsiteY3254" fmla="*/ 702183 h 2495550"/>
                <a:gd name="connsiteX3255" fmla="*/ 1057466 w 3219450"/>
                <a:gd name="connsiteY3255" fmla="*/ 700945 h 2495550"/>
                <a:gd name="connsiteX3256" fmla="*/ 1048893 w 3219450"/>
                <a:gd name="connsiteY3256" fmla="*/ 696468 h 2495550"/>
                <a:gd name="connsiteX3257" fmla="*/ 1043369 w 3219450"/>
                <a:gd name="connsiteY3257" fmla="*/ 696182 h 2495550"/>
                <a:gd name="connsiteX3258" fmla="*/ 1042321 w 3219450"/>
                <a:gd name="connsiteY3258" fmla="*/ 695801 h 2495550"/>
                <a:gd name="connsiteX3259" fmla="*/ 1040321 w 3219450"/>
                <a:gd name="connsiteY3259" fmla="*/ 694468 h 2495550"/>
                <a:gd name="connsiteX3260" fmla="*/ 1039273 w 3219450"/>
                <a:gd name="connsiteY3260" fmla="*/ 693992 h 2495550"/>
                <a:gd name="connsiteX3261" fmla="*/ 1038035 w 3219450"/>
                <a:gd name="connsiteY3261" fmla="*/ 693896 h 2495550"/>
                <a:gd name="connsiteX3262" fmla="*/ 1035463 w 3219450"/>
                <a:gd name="connsiteY3262" fmla="*/ 694277 h 2495550"/>
                <a:gd name="connsiteX3263" fmla="*/ 1034129 w 3219450"/>
                <a:gd name="connsiteY3263" fmla="*/ 694182 h 2495550"/>
                <a:gd name="connsiteX3264" fmla="*/ 1030034 w 3219450"/>
                <a:gd name="connsiteY3264" fmla="*/ 692277 h 2495550"/>
                <a:gd name="connsiteX3265" fmla="*/ 1028605 w 3219450"/>
                <a:gd name="connsiteY3265" fmla="*/ 692087 h 2495550"/>
                <a:gd name="connsiteX3266" fmla="*/ 1025271 w 3219450"/>
                <a:gd name="connsiteY3266" fmla="*/ 692468 h 2495550"/>
                <a:gd name="connsiteX3267" fmla="*/ 1024033 w 3219450"/>
                <a:gd name="connsiteY3267" fmla="*/ 692563 h 2495550"/>
                <a:gd name="connsiteX3268" fmla="*/ 1022985 w 3219450"/>
                <a:gd name="connsiteY3268" fmla="*/ 692277 h 2495550"/>
                <a:gd name="connsiteX3269" fmla="*/ 1021937 w 3219450"/>
                <a:gd name="connsiteY3269" fmla="*/ 692182 h 2495550"/>
                <a:gd name="connsiteX3270" fmla="*/ 1020889 w 3219450"/>
                <a:gd name="connsiteY3270" fmla="*/ 692277 h 2495550"/>
                <a:gd name="connsiteX3271" fmla="*/ 1019842 w 3219450"/>
                <a:gd name="connsiteY3271" fmla="*/ 692563 h 2495550"/>
                <a:gd name="connsiteX3272" fmla="*/ 1018222 w 3219450"/>
                <a:gd name="connsiteY3272" fmla="*/ 692468 h 2495550"/>
                <a:gd name="connsiteX3273" fmla="*/ 1016699 w 3219450"/>
                <a:gd name="connsiteY3273" fmla="*/ 691801 h 2495550"/>
                <a:gd name="connsiteX3274" fmla="*/ 1013746 w 3219450"/>
                <a:gd name="connsiteY3274" fmla="*/ 690086 h 2495550"/>
                <a:gd name="connsiteX3275" fmla="*/ 1013079 w 3219450"/>
                <a:gd name="connsiteY3275" fmla="*/ 689991 h 2495550"/>
                <a:gd name="connsiteX3276" fmla="*/ 1011364 w 3219450"/>
                <a:gd name="connsiteY3276" fmla="*/ 690372 h 2495550"/>
                <a:gd name="connsiteX3277" fmla="*/ 1010603 w 3219450"/>
                <a:gd name="connsiteY3277" fmla="*/ 690467 h 2495550"/>
                <a:gd name="connsiteX3278" fmla="*/ 1008126 w 3219450"/>
                <a:gd name="connsiteY3278" fmla="*/ 690086 h 2495550"/>
                <a:gd name="connsiteX3279" fmla="*/ 1002125 w 3219450"/>
                <a:gd name="connsiteY3279" fmla="*/ 691706 h 2495550"/>
                <a:gd name="connsiteX3280" fmla="*/ 998601 w 3219450"/>
                <a:gd name="connsiteY3280" fmla="*/ 691896 h 2495550"/>
                <a:gd name="connsiteX3281" fmla="*/ 993458 w 3219450"/>
                <a:gd name="connsiteY3281" fmla="*/ 693039 h 2495550"/>
                <a:gd name="connsiteX3282" fmla="*/ 992600 w 3219450"/>
                <a:gd name="connsiteY3282" fmla="*/ 693039 h 2495550"/>
                <a:gd name="connsiteX3283" fmla="*/ 990219 w 3219450"/>
                <a:gd name="connsiteY3283" fmla="*/ 692087 h 2495550"/>
                <a:gd name="connsiteX3284" fmla="*/ 989267 w 3219450"/>
                <a:gd name="connsiteY3284" fmla="*/ 691991 h 2495550"/>
                <a:gd name="connsiteX3285" fmla="*/ 986695 w 3219450"/>
                <a:gd name="connsiteY3285" fmla="*/ 692372 h 2495550"/>
                <a:gd name="connsiteX3286" fmla="*/ 985838 w 3219450"/>
                <a:gd name="connsiteY3286" fmla="*/ 692372 h 2495550"/>
                <a:gd name="connsiteX3287" fmla="*/ 983456 w 3219450"/>
                <a:gd name="connsiteY3287" fmla="*/ 691515 h 2495550"/>
                <a:gd name="connsiteX3288" fmla="*/ 982504 w 3219450"/>
                <a:gd name="connsiteY3288" fmla="*/ 691515 h 2495550"/>
                <a:gd name="connsiteX3289" fmla="*/ 979932 w 3219450"/>
                <a:gd name="connsiteY3289" fmla="*/ 692182 h 2495550"/>
                <a:gd name="connsiteX3290" fmla="*/ 978599 w 3219450"/>
                <a:gd name="connsiteY3290" fmla="*/ 691896 h 2495550"/>
                <a:gd name="connsiteX3291" fmla="*/ 974122 w 3219450"/>
                <a:gd name="connsiteY3291" fmla="*/ 688658 h 2495550"/>
                <a:gd name="connsiteX3292" fmla="*/ 972407 w 3219450"/>
                <a:gd name="connsiteY3292" fmla="*/ 687896 h 2495550"/>
                <a:gd name="connsiteX3293" fmla="*/ 970693 w 3219450"/>
                <a:gd name="connsiteY3293" fmla="*/ 687419 h 2495550"/>
                <a:gd name="connsiteX3294" fmla="*/ 968883 w 3219450"/>
                <a:gd name="connsiteY3294" fmla="*/ 687324 h 2495550"/>
                <a:gd name="connsiteX3295" fmla="*/ 967073 w 3219450"/>
                <a:gd name="connsiteY3295" fmla="*/ 687515 h 2495550"/>
                <a:gd name="connsiteX3296" fmla="*/ 964121 w 3219450"/>
                <a:gd name="connsiteY3296" fmla="*/ 688086 h 2495550"/>
                <a:gd name="connsiteX3297" fmla="*/ 955739 w 3219450"/>
                <a:gd name="connsiteY3297" fmla="*/ 687419 h 2495550"/>
                <a:gd name="connsiteX3298" fmla="*/ 954596 w 3219450"/>
                <a:gd name="connsiteY3298" fmla="*/ 687515 h 2495550"/>
                <a:gd name="connsiteX3299" fmla="*/ 952405 w 3219450"/>
                <a:gd name="connsiteY3299" fmla="*/ 688181 h 2495550"/>
                <a:gd name="connsiteX3300" fmla="*/ 951357 w 3219450"/>
                <a:gd name="connsiteY3300" fmla="*/ 688276 h 2495550"/>
                <a:gd name="connsiteX3301" fmla="*/ 946118 w 3219450"/>
                <a:gd name="connsiteY3301" fmla="*/ 686943 h 2495550"/>
                <a:gd name="connsiteX3302" fmla="*/ 945547 w 3219450"/>
                <a:gd name="connsiteY3302" fmla="*/ 687038 h 2495550"/>
                <a:gd name="connsiteX3303" fmla="*/ 944975 w 3219450"/>
                <a:gd name="connsiteY3303" fmla="*/ 687419 h 2495550"/>
                <a:gd name="connsiteX3304" fmla="*/ 944499 w 3219450"/>
                <a:gd name="connsiteY3304" fmla="*/ 687515 h 2495550"/>
                <a:gd name="connsiteX3305" fmla="*/ 943832 w 3219450"/>
                <a:gd name="connsiteY3305" fmla="*/ 687038 h 2495550"/>
                <a:gd name="connsiteX3306" fmla="*/ 940403 w 3219450"/>
                <a:gd name="connsiteY3306" fmla="*/ 682562 h 2495550"/>
                <a:gd name="connsiteX3307" fmla="*/ 939451 w 3219450"/>
                <a:gd name="connsiteY3307" fmla="*/ 681895 h 2495550"/>
                <a:gd name="connsiteX3308" fmla="*/ 938308 w 3219450"/>
                <a:gd name="connsiteY3308" fmla="*/ 681895 h 2495550"/>
                <a:gd name="connsiteX3309" fmla="*/ 937451 w 3219450"/>
                <a:gd name="connsiteY3309" fmla="*/ 682562 h 2495550"/>
                <a:gd name="connsiteX3310" fmla="*/ 936593 w 3219450"/>
                <a:gd name="connsiteY3310" fmla="*/ 683514 h 2495550"/>
                <a:gd name="connsiteX3311" fmla="*/ 935736 w 3219450"/>
                <a:gd name="connsiteY3311" fmla="*/ 684276 h 2495550"/>
                <a:gd name="connsiteX3312" fmla="*/ 934688 w 3219450"/>
                <a:gd name="connsiteY3312" fmla="*/ 684276 h 2495550"/>
                <a:gd name="connsiteX3313" fmla="*/ 929545 w 3219450"/>
                <a:gd name="connsiteY3313" fmla="*/ 683133 h 2495550"/>
                <a:gd name="connsiteX3314" fmla="*/ 926116 w 3219450"/>
                <a:gd name="connsiteY3314" fmla="*/ 681323 h 2495550"/>
                <a:gd name="connsiteX3315" fmla="*/ 925354 w 3219450"/>
                <a:gd name="connsiteY3315" fmla="*/ 680561 h 2495550"/>
                <a:gd name="connsiteX3316" fmla="*/ 924211 w 3219450"/>
                <a:gd name="connsiteY3316" fmla="*/ 678751 h 2495550"/>
                <a:gd name="connsiteX3317" fmla="*/ 923544 w 3219450"/>
                <a:gd name="connsiteY3317" fmla="*/ 677990 h 2495550"/>
                <a:gd name="connsiteX3318" fmla="*/ 921734 w 3219450"/>
                <a:gd name="connsiteY3318" fmla="*/ 677037 h 2495550"/>
                <a:gd name="connsiteX3319" fmla="*/ 919353 w 3219450"/>
                <a:gd name="connsiteY3319" fmla="*/ 676561 h 2495550"/>
                <a:gd name="connsiteX3320" fmla="*/ 916972 w 3219450"/>
                <a:gd name="connsiteY3320" fmla="*/ 676466 h 2495550"/>
                <a:gd name="connsiteX3321" fmla="*/ 915067 w 3219450"/>
                <a:gd name="connsiteY3321" fmla="*/ 676751 h 2495550"/>
                <a:gd name="connsiteX3322" fmla="*/ 911352 w 3219450"/>
                <a:gd name="connsiteY3322" fmla="*/ 678942 h 2495550"/>
                <a:gd name="connsiteX3323" fmla="*/ 909638 w 3219450"/>
                <a:gd name="connsiteY3323" fmla="*/ 678942 h 2495550"/>
                <a:gd name="connsiteX3324" fmla="*/ 908780 w 3219450"/>
                <a:gd name="connsiteY3324" fmla="*/ 676751 h 2495550"/>
                <a:gd name="connsiteX3325" fmla="*/ 908971 w 3219450"/>
                <a:gd name="connsiteY3325" fmla="*/ 675513 h 2495550"/>
                <a:gd name="connsiteX3326" fmla="*/ 909257 w 3219450"/>
                <a:gd name="connsiteY3326" fmla="*/ 674656 h 2495550"/>
                <a:gd name="connsiteX3327" fmla="*/ 909257 w 3219450"/>
                <a:gd name="connsiteY3327" fmla="*/ 673799 h 2495550"/>
                <a:gd name="connsiteX3328" fmla="*/ 908590 w 3219450"/>
                <a:gd name="connsiteY3328" fmla="*/ 672560 h 2495550"/>
                <a:gd name="connsiteX3329" fmla="*/ 907637 w 3219450"/>
                <a:gd name="connsiteY3329" fmla="*/ 671894 h 2495550"/>
                <a:gd name="connsiteX3330" fmla="*/ 905542 w 3219450"/>
                <a:gd name="connsiteY3330" fmla="*/ 670941 h 2495550"/>
                <a:gd name="connsiteX3331" fmla="*/ 905256 w 3219450"/>
                <a:gd name="connsiteY3331" fmla="*/ 670084 h 2495550"/>
                <a:gd name="connsiteX3332" fmla="*/ 905256 w 3219450"/>
                <a:gd name="connsiteY3332" fmla="*/ 667607 h 2495550"/>
                <a:gd name="connsiteX3333" fmla="*/ 904589 w 3219450"/>
                <a:gd name="connsiteY3333" fmla="*/ 665512 h 2495550"/>
                <a:gd name="connsiteX3334" fmla="*/ 903732 w 3219450"/>
                <a:gd name="connsiteY3334" fmla="*/ 663512 h 2495550"/>
                <a:gd name="connsiteX3335" fmla="*/ 903256 w 3219450"/>
                <a:gd name="connsiteY3335" fmla="*/ 661321 h 2495550"/>
                <a:gd name="connsiteX3336" fmla="*/ 902494 w 3219450"/>
                <a:gd name="connsiteY3336" fmla="*/ 659797 h 2495550"/>
                <a:gd name="connsiteX3337" fmla="*/ 899065 w 3219450"/>
                <a:gd name="connsiteY3337" fmla="*/ 657225 h 2495550"/>
                <a:gd name="connsiteX3338" fmla="*/ 897922 w 3219450"/>
                <a:gd name="connsiteY3338" fmla="*/ 655892 h 2495550"/>
                <a:gd name="connsiteX3339" fmla="*/ 900303 w 3219450"/>
                <a:gd name="connsiteY3339" fmla="*/ 638080 h 2495550"/>
                <a:gd name="connsiteX3340" fmla="*/ 901065 w 3219450"/>
                <a:gd name="connsiteY3340" fmla="*/ 636365 h 2495550"/>
                <a:gd name="connsiteX3341" fmla="*/ 912019 w 3219450"/>
                <a:gd name="connsiteY3341" fmla="*/ 621411 h 2495550"/>
                <a:gd name="connsiteX3342" fmla="*/ 914972 w 3219450"/>
                <a:gd name="connsiteY3342" fmla="*/ 618554 h 2495550"/>
                <a:gd name="connsiteX3343" fmla="*/ 915543 w 3219450"/>
                <a:gd name="connsiteY3343" fmla="*/ 618077 h 2495550"/>
                <a:gd name="connsiteX3344" fmla="*/ 916400 w 3219450"/>
                <a:gd name="connsiteY3344" fmla="*/ 615887 h 2495550"/>
                <a:gd name="connsiteX3345" fmla="*/ 916591 w 3219450"/>
                <a:gd name="connsiteY3345" fmla="*/ 612362 h 2495550"/>
                <a:gd name="connsiteX3346" fmla="*/ 916115 w 3219450"/>
                <a:gd name="connsiteY3346" fmla="*/ 608933 h 2495550"/>
                <a:gd name="connsiteX3347" fmla="*/ 914972 w 3219450"/>
                <a:gd name="connsiteY3347" fmla="*/ 606933 h 2495550"/>
                <a:gd name="connsiteX3348" fmla="*/ 913543 w 3219450"/>
                <a:gd name="connsiteY3348" fmla="*/ 604838 h 2495550"/>
                <a:gd name="connsiteX3349" fmla="*/ 910971 w 3219450"/>
                <a:gd name="connsiteY3349" fmla="*/ 596265 h 2495550"/>
                <a:gd name="connsiteX3350" fmla="*/ 910781 w 3219450"/>
                <a:gd name="connsiteY3350" fmla="*/ 594741 h 2495550"/>
                <a:gd name="connsiteX3351" fmla="*/ 911257 w 3219450"/>
                <a:gd name="connsiteY3351" fmla="*/ 593598 h 2495550"/>
                <a:gd name="connsiteX3352" fmla="*/ 912781 w 3219450"/>
                <a:gd name="connsiteY3352" fmla="*/ 591598 h 2495550"/>
                <a:gd name="connsiteX3353" fmla="*/ 914876 w 3219450"/>
                <a:gd name="connsiteY3353" fmla="*/ 586073 h 2495550"/>
                <a:gd name="connsiteX3354" fmla="*/ 915448 w 3219450"/>
                <a:gd name="connsiteY3354" fmla="*/ 584645 h 2495550"/>
                <a:gd name="connsiteX3355" fmla="*/ 916210 w 3219450"/>
                <a:gd name="connsiteY3355" fmla="*/ 581597 h 2495550"/>
                <a:gd name="connsiteX3356" fmla="*/ 916877 w 3219450"/>
                <a:gd name="connsiteY3356" fmla="*/ 580263 h 2495550"/>
                <a:gd name="connsiteX3357" fmla="*/ 918020 w 3219450"/>
                <a:gd name="connsiteY3357" fmla="*/ 577501 h 2495550"/>
                <a:gd name="connsiteX3358" fmla="*/ 918496 w 3219450"/>
                <a:gd name="connsiteY3358" fmla="*/ 575786 h 2495550"/>
                <a:gd name="connsiteX3359" fmla="*/ 918591 w 3219450"/>
                <a:gd name="connsiteY3359" fmla="*/ 574643 h 2495550"/>
                <a:gd name="connsiteX3360" fmla="*/ 917829 w 3219450"/>
                <a:gd name="connsiteY3360" fmla="*/ 573596 h 2495550"/>
                <a:gd name="connsiteX3361" fmla="*/ 916686 w 3219450"/>
                <a:gd name="connsiteY3361" fmla="*/ 573215 h 2495550"/>
                <a:gd name="connsiteX3362" fmla="*/ 915924 w 3219450"/>
                <a:gd name="connsiteY3362" fmla="*/ 572548 h 2495550"/>
                <a:gd name="connsiteX3363" fmla="*/ 916019 w 3219450"/>
                <a:gd name="connsiteY3363" fmla="*/ 570548 h 2495550"/>
                <a:gd name="connsiteX3364" fmla="*/ 916781 w 3219450"/>
                <a:gd name="connsiteY3364" fmla="*/ 567309 h 2495550"/>
                <a:gd name="connsiteX3365" fmla="*/ 916877 w 3219450"/>
                <a:gd name="connsiteY3365" fmla="*/ 565214 h 2495550"/>
                <a:gd name="connsiteX3366" fmla="*/ 916972 w 3219450"/>
                <a:gd name="connsiteY3366" fmla="*/ 564166 h 2495550"/>
                <a:gd name="connsiteX3367" fmla="*/ 916400 w 3219450"/>
                <a:gd name="connsiteY3367" fmla="*/ 561308 h 2495550"/>
                <a:gd name="connsiteX3368" fmla="*/ 914876 w 3219450"/>
                <a:gd name="connsiteY3368" fmla="*/ 558737 h 2495550"/>
                <a:gd name="connsiteX3369" fmla="*/ 912971 w 3219450"/>
                <a:gd name="connsiteY3369" fmla="*/ 556832 h 2495550"/>
                <a:gd name="connsiteX3370" fmla="*/ 912209 w 3219450"/>
                <a:gd name="connsiteY3370" fmla="*/ 555689 h 2495550"/>
                <a:gd name="connsiteX3371" fmla="*/ 911924 w 3219450"/>
                <a:gd name="connsiteY3371" fmla="*/ 554069 h 2495550"/>
                <a:gd name="connsiteX3372" fmla="*/ 912114 w 3219450"/>
                <a:gd name="connsiteY3372" fmla="*/ 553498 h 2495550"/>
                <a:gd name="connsiteX3373" fmla="*/ 912686 w 3219450"/>
                <a:gd name="connsiteY3373" fmla="*/ 552355 h 2495550"/>
                <a:gd name="connsiteX3374" fmla="*/ 912781 w 3219450"/>
                <a:gd name="connsiteY3374" fmla="*/ 551783 h 2495550"/>
                <a:gd name="connsiteX3375" fmla="*/ 912590 w 3219450"/>
                <a:gd name="connsiteY3375" fmla="*/ 551021 h 2495550"/>
                <a:gd name="connsiteX3376" fmla="*/ 912209 w 3219450"/>
                <a:gd name="connsiteY3376" fmla="*/ 550545 h 2495550"/>
                <a:gd name="connsiteX3377" fmla="*/ 911828 w 3219450"/>
                <a:gd name="connsiteY3377" fmla="*/ 550164 h 2495550"/>
                <a:gd name="connsiteX3378" fmla="*/ 911447 w 3219450"/>
                <a:gd name="connsiteY3378" fmla="*/ 549593 h 2495550"/>
                <a:gd name="connsiteX3379" fmla="*/ 910971 w 3219450"/>
                <a:gd name="connsiteY3379" fmla="*/ 548164 h 2495550"/>
                <a:gd name="connsiteX3380" fmla="*/ 910590 w 3219450"/>
                <a:gd name="connsiteY3380" fmla="*/ 546830 h 2495550"/>
                <a:gd name="connsiteX3381" fmla="*/ 910114 w 3219450"/>
                <a:gd name="connsiteY3381" fmla="*/ 545592 h 2495550"/>
                <a:gd name="connsiteX3382" fmla="*/ 909352 w 3219450"/>
                <a:gd name="connsiteY3382" fmla="*/ 544354 h 2495550"/>
                <a:gd name="connsiteX3383" fmla="*/ 908304 w 3219450"/>
                <a:gd name="connsiteY3383" fmla="*/ 543401 h 2495550"/>
                <a:gd name="connsiteX3384" fmla="*/ 907161 w 3219450"/>
                <a:gd name="connsiteY3384" fmla="*/ 542735 h 2495550"/>
                <a:gd name="connsiteX3385" fmla="*/ 905923 w 3219450"/>
                <a:gd name="connsiteY3385" fmla="*/ 542354 h 2495550"/>
                <a:gd name="connsiteX3386" fmla="*/ 904685 w 3219450"/>
                <a:gd name="connsiteY3386" fmla="*/ 542354 h 2495550"/>
                <a:gd name="connsiteX3387" fmla="*/ 902589 w 3219450"/>
                <a:gd name="connsiteY3387" fmla="*/ 541973 h 2495550"/>
                <a:gd name="connsiteX3388" fmla="*/ 900970 w 3219450"/>
                <a:gd name="connsiteY3388" fmla="*/ 540258 h 2495550"/>
                <a:gd name="connsiteX3389" fmla="*/ 888111 w 3219450"/>
                <a:gd name="connsiteY3389" fmla="*/ 517493 h 2495550"/>
                <a:gd name="connsiteX3390" fmla="*/ 888016 w 3219450"/>
                <a:gd name="connsiteY3390" fmla="*/ 516922 h 2495550"/>
                <a:gd name="connsiteX3391" fmla="*/ 888111 w 3219450"/>
                <a:gd name="connsiteY3391" fmla="*/ 516350 h 2495550"/>
                <a:gd name="connsiteX3392" fmla="*/ 888492 w 3219450"/>
                <a:gd name="connsiteY3392" fmla="*/ 515874 h 2495550"/>
                <a:gd name="connsiteX3393" fmla="*/ 889064 w 3219450"/>
                <a:gd name="connsiteY3393" fmla="*/ 514731 h 2495550"/>
                <a:gd name="connsiteX3394" fmla="*/ 889254 w 3219450"/>
                <a:gd name="connsiteY3394" fmla="*/ 513398 h 2495550"/>
                <a:gd name="connsiteX3395" fmla="*/ 889064 w 3219450"/>
                <a:gd name="connsiteY3395" fmla="*/ 512159 h 2495550"/>
                <a:gd name="connsiteX3396" fmla="*/ 888397 w 3219450"/>
                <a:gd name="connsiteY3396" fmla="*/ 511111 h 2495550"/>
                <a:gd name="connsiteX3397" fmla="*/ 886968 w 3219450"/>
                <a:gd name="connsiteY3397" fmla="*/ 510064 h 2495550"/>
                <a:gd name="connsiteX3398" fmla="*/ 886587 w 3219450"/>
                <a:gd name="connsiteY3398" fmla="*/ 507968 h 2495550"/>
                <a:gd name="connsiteX3399" fmla="*/ 886682 w 3219450"/>
                <a:gd name="connsiteY3399" fmla="*/ 505492 h 2495550"/>
                <a:gd name="connsiteX3400" fmla="*/ 886587 w 3219450"/>
                <a:gd name="connsiteY3400" fmla="*/ 503111 h 2495550"/>
                <a:gd name="connsiteX3401" fmla="*/ 885825 w 3219450"/>
                <a:gd name="connsiteY3401" fmla="*/ 502063 h 2495550"/>
                <a:gd name="connsiteX3402" fmla="*/ 884111 w 3219450"/>
                <a:gd name="connsiteY3402" fmla="*/ 500634 h 2495550"/>
                <a:gd name="connsiteX3403" fmla="*/ 883444 w 3219450"/>
                <a:gd name="connsiteY3403" fmla="*/ 499586 h 2495550"/>
                <a:gd name="connsiteX3404" fmla="*/ 881920 w 3219450"/>
                <a:gd name="connsiteY3404" fmla="*/ 495681 h 2495550"/>
                <a:gd name="connsiteX3405" fmla="*/ 881158 w 3219450"/>
                <a:gd name="connsiteY3405" fmla="*/ 494538 h 2495550"/>
                <a:gd name="connsiteX3406" fmla="*/ 880586 w 3219450"/>
                <a:gd name="connsiteY3406" fmla="*/ 492919 h 2495550"/>
                <a:gd name="connsiteX3407" fmla="*/ 881158 w 3219450"/>
                <a:gd name="connsiteY3407" fmla="*/ 491871 h 2495550"/>
                <a:gd name="connsiteX3408" fmla="*/ 881825 w 3219450"/>
                <a:gd name="connsiteY3408" fmla="*/ 491014 h 2495550"/>
                <a:gd name="connsiteX3409" fmla="*/ 881539 w 3219450"/>
                <a:gd name="connsiteY3409" fmla="*/ 490157 h 2495550"/>
                <a:gd name="connsiteX3410" fmla="*/ 880396 w 3219450"/>
                <a:gd name="connsiteY3410" fmla="*/ 489299 h 2495550"/>
                <a:gd name="connsiteX3411" fmla="*/ 879253 w 3219450"/>
                <a:gd name="connsiteY3411" fmla="*/ 488632 h 2495550"/>
                <a:gd name="connsiteX3412" fmla="*/ 874395 w 3219450"/>
                <a:gd name="connsiteY3412" fmla="*/ 487299 h 2495550"/>
                <a:gd name="connsiteX3413" fmla="*/ 871919 w 3219450"/>
                <a:gd name="connsiteY3413" fmla="*/ 486156 h 2495550"/>
                <a:gd name="connsiteX3414" fmla="*/ 869633 w 3219450"/>
                <a:gd name="connsiteY3414" fmla="*/ 484632 h 2495550"/>
                <a:gd name="connsiteX3415" fmla="*/ 867632 w 3219450"/>
                <a:gd name="connsiteY3415" fmla="*/ 482632 h 2495550"/>
                <a:gd name="connsiteX3416" fmla="*/ 866966 w 3219450"/>
                <a:gd name="connsiteY3416" fmla="*/ 481584 h 2495550"/>
                <a:gd name="connsiteX3417" fmla="*/ 866299 w 3219450"/>
                <a:gd name="connsiteY3417" fmla="*/ 480060 h 2495550"/>
                <a:gd name="connsiteX3418" fmla="*/ 865918 w 3219450"/>
                <a:gd name="connsiteY3418" fmla="*/ 478441 h 2495550"/>
                <a:gd name="connsiteX3419" fmla="*/ 866108 w 3219450"/>
                <a:gd name="connsiteY3419" fmla="*/ 477012 h 2495550"/>
                <a:gd name="connsiteX3420" fmla="*/ 866585 w 3219450"/>
                <a:gd name="connsiteY3420" fmla="*/ 475298 h 2495550"/>
                <a:gd name="connsiteX3421" fmla="*/ 866394 w 3219450"/>
                <a:gd name="connsiteY3421" fmla="*/ 473869 h 2495550"/>
                <a:gd name="connsiteX3422" fmla="*/ 865632 w 3219450"/>
                <a:gd name="connsiteY3422" fmla="*/ 473011 h 2495550"/>
                <a:gd name="connsiteX3423" fmla="*/ 863441 w 3219450"/>
                <a:gd name="connsiteY3423" fmla="*/ 472916 h 2495550"/>
                <a:gd name="connsiteX3424" fmla="*/ 861346 w 3219450"/>
                <a:gd name="connsiteY3424" fmla="*/ 472250 h 2495550"/>
                <a:gd name="connsiteX3425" fmla="*/ 860489 w 3219450"/>
                <a:gd name="connsiteY3425" fmla="*/ 472630 h 2495550"/>
                <a:gd name="connsiteX3426" fmla="*/ 860108 w 3219450"/>
                <a:gd name="connsiteY3426" fmla="*/ 473583 h 2495550"/>
                <a:gd name="connsiteX3427" fmla="*/ 860012 w 3219450"/>
                <a:gd name="connsiteY3427" fmla="*/ 474631 h 2495550"/>
                <a:gd name="connsiteX3428" fmla="*/ 859822 w 3219450"/>
                <a:gd name="connsiteY3428" fmla="*/ 475678 h 2495550"/>
                <a:gd name="connsiteX3429" fmla="*/ 859155 w 3219450"/>
                <a:gd name="connsiteY3429" fmla="*/ 476631 h 2495550"/>
                <a:gd name="connsiteX3430" fmla="*/ 857441 w 3219450"/>
                <a:gd name="connsiteY3430" fmla="*/ 477203 h 2495550"/>
                <a:gd name="connsiteX3431" fmla="*/ 851916 w 3219450"/>
                <a:gd name="connsiteY3431" fmla="*/ 477679 h 2495550"/>
                <a:gd name="connsiteX3432" fmla="*/ 850202 w 3219450"/>
                <a:gd name="connsiteY3432" fmla="*/ 477203 h 2495550"/>
                <a:gd name="connsiteX3433" fmla="*/ 849630 w 3219450"/>
                <a:gd name="connsiteY3433" fmla="*/ 476250 h 2495550"/>
                <a:gd name="connsiteX3434" fmla="*/ 849154 w 3219450"/>
                <a:gd name="connsiteY3434" fmla="*/ 474059 h 2495550"/>
                <a:gd name="connsiteX3435" fmla="*/ 848773 w 3219450"/>
                <a:gd name="connsiteY3435" fmla="*/ 473011 h 2495550"/>
                <a:gd name="connsiteX3436" fmla="*/ 847916 w 3219450"/>
                <a:gd name="connsiteY3436" fmla="*/ 472154 h 2495550"/>
                <a:gd name="connsiteX3437" fmla="*/ 846106 w 3219450"/>
                <a:gd name="connsiteY3437" fmla="*/ 471773 h 2495550"/>
                <a:gd name="connsiteX3438" fmla="*/ 845249 w 3219450"/>
                <a:gd name="connsiteY3438" fmla="*/ 471297 h 2495550"/>
                <a:gd name="connsiteX3439" fmla="*/ 844677 w 3219450"/>
                <a:gd name="connsiteY3439" fmla="*/ 470249 h 2495550"/>
                <a:gd name="connsiteX3440" fmla="*/ 844296 w 3219450"/>
                <a:gd name="connsiteY3440" fmla="*/ 468916 h 2495550"/>
                <a:gd name="connsiteX3441" fmla="*/ 843820 w 3219450"/>
                <a:gd name="connsiteY3441" fmla="*/ 467773 h 2495550"/>
                <a:gd name="connsiteX3442" fmla="*/ 843058 w 3219450"/>
                <a:gd name="connsiteY3442" fmla="*/ 467297 h 2495550"/>
                <a:gd name="connsiteX3443" fmla="*/ 842201 w 3219450"/>
                <a:gd name="connsiteY3443" fmla="*/ 467106 h 2495550"/>
                <a:gd name="connsiteX3444" fmla="*/ 841534 w 3219450"/>
                <a:gd name="connsiteY3444" fmla="*/ 466344 h 2495550"/>
                <a:gd name="connsiteX3445" fmla="*/ 841153 w 3219450"/>
                <a:gd name="connsiteY3445" fmla="*/ 465201 h 2495550"/>
                <a:gd name="connsiteX3446" fmla="*/ 841153 w 3219450"/>
                <a:gd name="connsiteY3446" fmla="*/ 463868 h 2495550"/>
                <a:gd name="connsiteX3447" fmla="*/ 840962 w 3219450"/>
                <a:gd name="connsiteY3447" fmla="*/ 461677 h 2495550"/>
                <a:gd name="connsiteX3448" fmla="*/ 839343 w 3219450"/>
                <a:gd name="connsiteY3448" fmla="*/ 460820 h 2495550"/>
                <a:gd name="connsiteX3449" fmla="*/ 837343 w 3219450"/>
                <a:gd name="connsiteY3449" fmla="*/ 460915 h 2495550"/>
                <a:gd name="connsiteX3450" fmla="*/ 835819 w 3219450"/>
                <a:gd name="connsiteY3450" fmla="*/ 461486 h 2495550"/>
                <a:gd name="connsiteX3451" fmla="*/ 833152 w 3219450"/>
                <a:gd name="connsiteY3451" fmla="*/ 461582 h 2495550"/>
                <a:gd name="connsiteX3452" fmla="*/ 832295 w 3219450"/>
                <a:gd name="connsiteY3452" fmla="*/ 461486 h 2495550"/>
                <a:gd name="connsiteX3453" fmla="*/ 830199 w 3219450"/>
                <a:gd name="connsiteY3453" fmla="*/ 460343 h 2495550"/>
                <a:gd name="connsiteX3454" fmla="*/ 829437 w 3219450"/>
                <a:gd name="connsiteY3454" fmla="*/ 460343 h 2495550"/>
                <a:gd name="connsiteX3455" fmla="*/ 828389 w 3219450"/>
                <a:gd name="connsiteY3455" fmla="*/ 460820 h 2495550"/>
                <a:gd name="connsiteX3456" fmla="*/ 825818 w 3219450"/>
                <a:gd name="connsiteY3456" fmla="*/ 462915 h 2495550"/>
                <a:gd name="connsiteX3457" fmla="*/ 824960 w 3219450"/>
                <a:gd name="connsiteY3457" fmla="*/ 463868 h 2495550"/>
                <a:gd name="connsiteX3458" fmla="*/ 823627 w 3219450"/>
                <a:gd name="connsiteY3458" fmla="*/ 464915 h 2495550"/>
                <a:gd name="connsiteX3459" fmla="*/ 822293 w 3219450"/>
                <a:gd name="connsiteY3459" fmla="*/ 465201 h 2495550"/>
                <a:gd name="connsiteX3460" fmla="*/ 819531 w 3219450"/>
                <a:gd name="connsiteY3460" fmla="*/ 464630 h 2495550"/>
                <a:gd name="connsiteX3461" fmla="*/ 814673 w 3219450"/>
                <a:gd name="connsiteY3461" fmla="*/ 464630 h 2495550"/>
                <a:gd name="connsiteX3462" fmla="*/ 813149 w 3219450"/>
                <a:gd name="connsiteY3462" fmla="*/ 463963 h 2495550"/>
                <a:gd name="connsiteX3463" fmla="*/ 813149 w 3219450"/>
                <a:gd name="connsiteY3463" fmla="*/ 463963 h 2495550"/>
                <a:gd name="connsiteX3464" fmla="*/ 813149 w 3219450"/>
                <a:gd name="connsiteY3464" fmla="*/ 463963 h 2495550"/>
                <a:gd name="connsiteX3465" fmla="*/ 807149 w 3219450"/>
                <a:gd name="connsiteY3465" fmla="*/ 455771 h 2495550"/>
                <a:gd name="connsiteX3466" fmla="*/ 806291 w 3219450"/>
                <a:gd name="connsiteY3466" fmla="*/ 455105 h 2495550"/>
                <a:gd name="connsiteX3467" fmla="*/ 804863 w 3219450"/>
                <a:gd name="connsiteY3467" fmla="*/ 454724 h 2495550"/>
                <a:gd name="connsiteX3468" fmla="*/ 801815 w 3219450"/>
                <a:gd name="connsiteY3468" fmla="*/ 455200 h 2495550"/>
                <a:gd name="connsiteX3469" fmla="*/ 800481 w 3219450"/>
                <a:gd name="connsiteY3469" fmla="*/ 455105 h 2495550"/>
                <a:gd name="connsiteX3470" fmla="*/ 798862 w 3219450"/>
                <a:gd name="connsiteY3470" fmla="*/ 453961 h 2495550"/>
                <a:gd name="connsiteX3471" fmla="*/ 795338 w 3219450"/>
                <a:gd name="connsiteY3471" fmla="*/ 450342 h 2495550"/>
                <a:gd name="connsiteX3472" fmla="*/ 793814 w 3219450"/>
                <a:gd name="connsiteY3472" fmla="*/ 449771 h 2495550"/>
                <a:gd name="connsiteX3473" fmla="*/ 792480 w 3219450"/>
                <a:gd name="connsiteY3473" fmla="*/ 449961 h 2495550"/>
                <a:gd name="connsiteX3474" fmla="*/ 791432 w 3219450"/>
                <a:gd name="connsiteY3474" fmla="*/ 449580 h 2495550"/>
                <a:gd name="connsiteX3475" fmla="*/ 789337 w 3219450"/>
                <a:gd name="connsiteY3475" fmla="*/ 447866 h 2495550"/>
                <a:gd name="connsiteX3476" fmla="*/ 788861 w 3219450"/>
                <a:gd name="connsiteY3476" fmla="*/ 447199 h 2495550"/>
                <a:gd name="connsiteX3477" fmla="*/ 788480 w 3219450"/>
                <a:gd name="connsiteY3477" fmla="*/ 445770 h 2495550"/>
                <a:gd name="connsiteX3478" fmla="*/ 788194 w 3219450"/>
                <a:gd name="connsiteY3478" fmla="*/ 444246 h 2495550"/>
                <a:gd name="connsiteX3479" fmla="*/ 787813 w 3219450"/>
                <a:gd name="connsiteY3479" fmla="*/ 442722 h 2495550"/>
                <a:gd name="connsiteX3480" fmla="*/ 787718 w 3219450"/>
                <a:gd name="connsiteY3480" fmla="*/ 441198 h 2495550"/>
                <a:gd name="connsiteX3481" fmla="*/ 788480 w 3219450"/>
                <a:gd name="connsiteY3481" fmla="*/ 438245 h 2495550"/>
                <a:gd name="connsiteX3482" fmla="*/ 788099 w 3219450"/>
                <a:gd name="connsiteY3482" fmla="*/ 436817 h 2495550"/>
                <a:gd name="connsiteX3483" fmla="*/ 784765 w 3219450"/>
                <a:gd name="connsiteY3483" fmla="*/ 432911 h 2495550"/>
                <a:gd name="connsiteX3484" fmla="*/ 783527 w 3219450"/>
                <a:gd name="connsiteY3484" fmla="*/ 432340 h 2495550"/>
                <a:gd name="connsiteX3485" fmla="*/ 782479 w 3219450"/>
                <a:gd name="connsiteY3485" fmla="*/ 432530 h 2495550"/>
                <a:gd name="connsiteX3486" fmla="*/ 781431 w 3219450"/>
                <a:gd name="connsiteY3486" fmla="*/ 432911 h 2495550"/>
                <a:gd name="connsiteX3487" fmla="*/ 780193 w 3219450"/>
                <a:gd name="connsiteY3487" fmla="*/ 432911 h 2495550"/>
                <a:gd name="connsiteX3488" fmla="*/ 778478 w 3219450"/>
                <a:gd name="connsiteY3488" fmla="*/ 431768 h 2495550"/>
                <a:gd name="connsiteX3489" fmla="*/ 775811 w 3219450"/>
                <a:gd name="connsiteY3489" fmla="*/ 428149 h 2495550"/>
                <a:gd name="connsiteX3490" fmla="*/ 774383 w 3219450"/>
                <a:gd name="connsiteY3490" fmla="*/ 426911 h 2495550"/>
                <a:gd name="connsiteX3491" fmla="*/ 770763 w 3219450"/>
                <a:gd name="connsiteY3491" fmla="*/ 425006 h 2495550"/>
                <a:gd name="connsiteX3492" fmla="*/ 769811 w 3219450"/>
                <a:gd name="connsiteY3492" fmla="*/ 424815 h 2495550"/>
                <a:gd name="connsiteX3493" fmla="*/ 768001 w 3219450"/>
                <a:gd name="connsiteY3493" fmla="*/ 425006 h 2495550"/>
                <a:gd name="connsiteX3494" fmla="*/ 767048 w 3219450"/>
                <a:gd name="connsiteY3494" fmla="*/ 424910 h 2495550"/>
                <a:gd name="connsiteX3495" fmla="*/ 766096 w 3219450"/>
                <a:gd name="connsiteY3495" fmla="*/ 424434 h 2495550"/>
                <a:gd name="connsiteX3496" fmla="*/ 764381 w 3219450"/>
                <a:gd name="connsiteY3496" fmla="*/ 423101 h 2495550"/>
                <a:gd name="connsiteX3497" fmla="*/ 762953 w 3219450"/>
                <a:gd name="connsiteY3497" fmla="*/ 422338 h 2495550"/>
                <a:gd name="connsiteX3498" fmla="*/ 762095 w 3219450"/>
                <a:gd name="connsiteY3498" fmla="*/ 421291 h 2495550"/>
                <a:gd name="connsiteX3499" fmla="*/ 761619 w 3219450"/>
                <a:gd name="connsiteY3499" fmla="*/ 421005 h 2495550"/>
                <a:gd name="connsiteX3500" fmla="*/ 761048 w 3219450"/>
                <a:gd name="connsiteY3500" fmla="*/ 421005 h 2495550"/>
                <a:gd name="connsiteX3501" fmla="*/ 759809 w 3219450"/>
                <a:gd name="connsiteY3501" fmla="*/ 421291 h 2495550"/>
                <a:gd name="connsiteX3502" fmla="*/ 759238 w 3219450"/>
                <a:gd name="connsiteY3502" fmla="*/ 421291 h 2495550"/>
                <a:gd name="connsiteX3503" fmla="*/ 757428 w 3219450"/>
                <a:gd name="connsiteY3503" fmla="*/ 420338 h 2495550"/>
                <a:gd name="connsiteX3504" fmla="*/ 755809 w 3219450"/>
                <a:gd name="connsiteY3504" fmla="*/ 418529 h 2495550"/>
                <a:gd name="connsiteX3505" fmla="*/ 755333 w 3219450"/>
                <a:gd name="connsiteY3505" fmla="*/ 416624 h 2495550"/>
                <a:gd name="connsiteX3506" fmla="*/ 757047 w 3219450"/>
                <a:gd name="connsiteY3506" fmla="*/ 415290 h 2495550"/>
                <a:gd name="connsiteX3507" fmla="*/ 757809 w 3219450"/>
                <a:gd name="connsiteY3507" fmla="*/ 414719 h 2495550"/>
                <a:gd name="connsiteX3508" fmla="*/ 758190 w 3219450"/>
                <a:gd name="connsiteY3508" fmla="*/ 413861 h 2495550"/>
                <a:gd name="connsiteX3509" fmla="*/ 758476 w 3219450"/>
                <a:gd name="connsiteY3509" fmla="*/ 413004 h 2495550"/>
                <a:gd name="connsiteX3510" fmla="*/ 758857 w 3219450"/>
                <a:gd name="connsiteY3510" fmla="*/ 412433 h 2495550"/>
                <a:gd name="connsiteX3511" fmla="*/ 761238 w 3219450"/>
                <a:gd name="connsiteY3511" fmla="*/ 410813 h 2495550"/>
                <a:gd name="connsiteX3512" fmla="*/ 761714 w 3219450"/>
                <a:gd name="connsiteY3512" fmla="*/ 410051 h 2495550"/>
                <a:gd name="connsiteX3513" fmla="*/ 761524 w 3219450"/>
                <a:gd name="connsiteY3513" fmla="*/ 408051 h 2495550"/>
                <a:gd name="connsiteX3514" fmla="*/ 760190 w 3219450"/>
                <a:gd name="connsiteY3514" fmla="*/ 406337 h 2495550"/>
                <a:gd name="connsiteX3515" fmla="*/ 757142 w 3219450"/>
                <a:gd name="connsiteY3515" fmla="*/ 404241 h 2495550"/>
                <a:gd name="connsiteX3516" fmla="*/ 755904 w 3219450"/>
                <a:gd name="connsiteY3516" fmla="*/ 403860 h 2495550"/>
                <a:gd name="connsiteX3517" fmla="*/ 753523 w 3219450"/>
                <a:gd name="connsiteY3517" fmla="*/ 404051 h 2495550"/>
                <a:gd name="connsiteX3518" fmla="*/ 750094 w 3219450"/>
                <a:gd name="connsiteY3518" fmla="*/ 402431 h 2495550"/>
                <a:gd name="connsiteX3519" fmla="*/ 749046 w 3219450"/>
                <a:gd name="connsiteY3519" fmla="*/ 401765 h 2495550"/>
                <a:gd name="connsiteX3520" fmla="*/ 748284 w 3219450"/>
                <a:gd name="connsiteY3520" fmla="*/ 400812 h 2495550"/>
                <a:gd name="connsiteX3521" fmla="*/ 748094 w 3219450"/>
                <a:gd name="connsiteY3521" fmla="*/ 400050 h 2495550"/>
                <a:gd name="connsiteX3522" fmla="*/ 747998 w 3219450"/>
                <a:gd name="connsiteY3522" fmla="*/ 398431 h 2495550"/>
                <a:gd name="connsiteX3523" fmla="*/ 747808 w 3219450"/>
                <a:gd name="connsiteY3523" fmla="*/ 397669 h 2495550"/>
                <a:gd name="connsiteX3524" fmla="*/ 747332 w 3219450"/>
                <a:gd name="connsiteY3524" fmla="*/ 397097 h 2495550"/>
                <a:gd name="connsiteX3525" fmla="*/ 746760 w 3219450"/>
                <a:gd name="connsiteY3525" fmla="*/ 396716 h 2495550"/>
                <a:gd name="connsiteX3526" fmla="*/ 745617 w 3219450"/>
                <a:gd name="connsiteY3526" fmla="*/ 396240 h 2495550"/>
                <a:gd name="connsiteX3527" fmla="*/ 744760 w 3219450"/>
                <a:gd name="connsiteY3527" fmla="*/ 395288 h 2495550"/>
                <a:gd name="connsiteX3528" fmla="*/ 744665 w 3219450"/>
                <a:gd name="connsiteY3528" fmla="*/ 393859 h 2495550"/>
                <a:gd name="connsiteX3529" fmla="*/ 745046 w 3219450"/>
                <a:gd name="connsiteY3529" fmla="*/ 392335 h 2495550"/>
                <a:gd name="connsiteX3530" fmla="*/ 745712 w 3219450"/>
                <a:gd name="connsiteY3530" fmla="*/ 391097 h 2495550"/>
                <a:gd name="connsiteX3531" fmla="*/ 749903 w 3219450"/>
                <a:gd name="connsiteY3531" fmla="*/ 389096 h 2495550"/>
                <a:gd name="connsiteX3532" fmla="*/ 751808 w 3219450"/>
                <a:gd name="connsiteY3532" fmla="*/ 387287 h 2495550"/>
                <a:gd name="connsiteX3533" fmla="*/ 751808 w 3219450"/>
                <a:gd name="connsiteY3533" fmla="*/ 384429 h 2495550"/>
                <a:gd name="connsiteX3534" fmla="*/ 751046 w 3219450"/>
                <a:gd name="connsiteY3534" fmla="*/ 383477 h 2495550"/>
                <a:gd name="connsiteX3535" fmla="*/ 749999 w 3219450"/>
                <a:gd name="connsiteY3535" fmla="*/ 383096 h 2495550"/>
                <a:gd name="connsiteX3536" fmla="*/ 749141 w 3219450"/>
                <a:gd name="connsiteY3536" fmla="*/ 382429 h 2495550"/>
                <a:gd name="connsiteX3537" fmla="*/ 748856 w 3219450"/>
                <a:gd name="connsiteY3537" fmla="*/ 380714 h 2495550"/>
                <a:gd name="connsiteX3538" fmla="*/ 749141 w 3219450"/>
                <a:gd name="connsiteY3538" fmla="*/ 379000 h 2495550"/>
                <a:gd name="connsiteX3539" fmla="*/ 749618 w 3219450"/>
                <a:gd name="connsiteY3539" fmla="*/ 377857 h 2495550"/>
                <a:gd name="connsiteX3540" fmla="*/ 749903 w 3219450"/>
                <a:gd name="connsiteY3540" fmla="*/ 376714 h 2495550"/>
                <a:gd name="connsiteX3541" fmla="*/ 749713 w 3219450"/>
                <a:gd name="connsiteY3541" fmla="*/ 374809 h 2495550"/>
                <a:gd name="connsiteX3542" fmla="*/ 748951 w 3219450"/>
                <a:gd name="connsiteY3542" fmla="*/ 372428 h 2495550"/>
                <a:gd name="connsiteX3543" fmla="*/ 748856 w 3219450"/>
                <a:gd name="connsiteY3543" fmla="*/ 371475 h 2495550"/>
                <a:gd name="connsiteX3544" fmla="*/ 743617 w 3219450"/>
                <a:gd name="connsiteY3544" fmla="*/ 372047 h 2495550"/>
                <a:gd name="connsiteX3545" fmla="*/ 733520 w 3219450"/>
                <a:gd name="connsiteY3545" fmla="*/ 375190 h 2495550"/>
                <a:gd name="connsiteX3546" fmla="*/ 732949 w 3219450"/>
                <a:gd name="connsiteY3546" fmla="*/ 375190 h 2495550"/>
                <a:gd name="connsiteX3547" fmla="*/ 732568 w 3219450"/>
                <a:gd name="connsiteY3547" fmla="*/ 375095 h 2495550"/>
                <a:gd name="connsiteX3548" fmla="*/ 732282 w 3219450"/>
                <a:gd name="connsiteY3548" fmla="*/ 375190 h 2495550"/>
                <a:gd name="connsiteX3549" fmla="*/ 731806 w 3219450"/>
                <a:gd name="connsiteY3549" fmla="*/ 376428 h 2495550"/>
                <a:gd name="connsiteX3550" fmla="*/ 731615 w 3219450"/>
                <a:gd name="connsiteY3550" fmla="*/ 376904 h 2495550"/>
                <a:gd name="connsiteX3551" fmla="*/ 731330 w 3219450"/>
                <a:gd name="connsiteY3551" fmla="*/ 377285 h 2495550"/>
                <a:gd name="connsiteX3552" fmla="*/ 731044 w 3219450"/>
                <a:gd name="connsiteY3552" fmla="*/ 377571 h 2495550"/>
                <a:gd name="connsiteX3553" fmla="*/ 729044 w 3219450"/>
                <a:gd name="connsiteY3553" fmla="*/ 378619 h 2495550"/>
                <a:gd name="connsiteX3554" fmla="*/ 727043 w 3219450"/>
                <a:gd name="connsiteY3554" fmla="*/ 378905 h 2495550"/>
                <a:gd name="connsiteX3555" fmla="*/ 725043 w 3219450"/>
                <a:gd name="connsiteY3555" fmla="*/ 378619 h 2495550"/>
                <a:gd name="connsiteX3556" fmla="*/ 723043 w 3219450"/>
                <a:gd name="connsiteY3556" fmla="*/ 377762 h 2495550"/>
                <a:gd name="connsiteX3557" fmla="*/ 716566 w 3219450"/>
                <a:gd name="connsiteY3557" fmla="*/ 375857 h 2495550"/>
                <a:gd name="connsiteX3558" fmla="*/ 714566 w 3219450"/>
                <a:gd name="connsiteY3558" fmla="*/ 374713 h 2495550"/>
                <a:gd name="connsiteX3559" fmla="*/ 712184 w 3219450"/>
                <a:gd name="connsiteY3559" fmla="*/ 374142 h 2495550"/>
                <a:gd name="connsiteX3560" fmla="*/ 704755 w 3219450"/>
                <a:gd name="connsiteY3560" fmla="*/ 377095 h 2495550"/>
                <a:gd name="connsiteX3561" fmla="*/ 703231 w 3219450"/>
                <a:gd name="connsiteY3561" fmla="*/ 376904 h 2495550"/>
                <a:gd name="connsiteX3562" fmla="*/ 700088 w 3219450"/>
                <a:gd name="connsiteY3562" fmla="*/ 375952 h 2495550"/>
                <a:gd name="connsiteX3563" fmla="*/ 698659 w 3219450"/>
                <a:gd name="connsiteY3563" fmla="*/ 376047 h 2495550"/>
                <a:gd name="connsiteX3564" fmla="*/ 697516 w 3219450"/>
                <a:gd name="connsiteY3564" fmla="*/ 377000 h 2495550"/>
                <a:gd name="connsiteX3565" fmla="*/ 696373 w 3219450"/>
                <a:gd name="connsiteY3565" fmla="*/ 379857 h 2495550"/>
                <a:gd name="connsiteX3566" fmla="*/ 695420 w 3219450"/>
                <a:gd name="connsiteY3566" fmla="*/ 381191 h 2495550"/>
                <a:gd name="connsiteX3567" fmla="*/ 693420 w 3219450"/>
                <a:gd name="connsiteY3567" fmla="*/ 383000 h 2495550"/>
                <a:gd name="connsiteX3568" fmla="*/ 692563 w 3219450"/>
                <a:gd name="connsiteY3568" fmla="*/ 383953 h 2495550"/>
                <a:gd name="connsiteX3569" fmla="*/ 691706 w 3219450"/>
                <a:gd name="connsiteY3569" fmla="*/ 385382 h 2495550"/>
                <a:gd name="connsiteX3570" fmla="*/ 690944 w 3219450"/>
                <a:gd name="connsiteY3570" fmla="*/ 387001 h 2495550"/>
                <a:gd name="connsiteX3571" fmla="*/ 690753 w 3219450"/>
                <a:gd name="connsiteY3571" fmla="*/ 388239 h 2495550"/>
                <a:gd name="connsiteX3572" fmla="*/ 690848 w 3219450"/>
                <a:gd name="connsiteY3572" fmla="*/ 389573 h 2495550"/>
                <a:gd name="connsiteX3573" fmla="*/ 691229 w 3219450"/>
                <a:gd name="connsiteY3573" fmla="*/ 391573 h 2495550"/>
                <a:gd name="connsiteX3574" fmla="*/ 692468 w 3219450"/>
                <a:gd name="connsiteY3574" fmla="*/ 394240 h 2495550"/>
                <a:gd name="connsiteX3575" fmla="*/ 694182 w 3219450"/>
                <a:gd name="connsiteY3575" fmla="*/ 395859 h 2495550"/>
                <a:gd name="connsiteX3576" fmla="*/ 695039 w 3219450"/>
                <a:gd name="connsiteY3576" fmla="*/ 397383 h 2495550"/>
                <a:gd name="connsiteX3577" fmla="*/ 693706 w 3219450"/>
                <a:gd name="connsiteY3577" fmla="*/ 399860 h 2495550"/>
                <a:gd name="connsiteX3578" fmla="*/ 692753 w 3219450"/>
                <a:gd name="connsiteY3578" fmla="*/ 401003 h 2495550"/>
                <a:gd name="connsiteX3579" fmla="*/ 692372 w 3219450"/>
                <a:gd name="connsiteY3579" fmla="*/ 401765 h 2495550"/>
                <a:gd name="connsiteX3580" fmla="*/ 692468 w 3219450"/>
                <a:gd name="connsiteY3580" fmla="*/ 402717 h 2495550"/>
                <a:gd name="connsiteX3581" fmla="*/ 693039 w 3219450"/>
                <a:gd name="connsiteY3581" fmla="*/ 406146 h 2495550"/>
                <a:gd name="connsiteX3582" fmla="*/ 693039 w 3219450"/>
                <a:gd name="connsiteY3582" fmla="*/ 407194 h 2495550"/>
                <a:gd name="connsiteX3583" fmla="*/ 692658 w 3219450"/>
                <a:gd name="connsiteY3583" fmla="*/ 408146 h 2495550"/>
                <a:gd name="connsiteX3584" fmla="*/ 688658 w 3219450"/>
                <a:gd name="connsiteY3584" fmla="*/ 413671 h 2495550"/>
                <a:gd name="connsiteX3585" fmla="*/ 686181 w 3219450"/>
                <a:gd name="connsiteY3585" fmla="*/ 416147 h 2495550"/>
                <a:gd name="connsiteX3586" fmla="*/ 685324 w 3219450"/>
                <a:gd name="connsiteY3586" fmla="*/ 417195 h 2495550"/>
                <a:gd name="connsiteX3587" fmla="*/ 684657 w 3219450"/>
                <a:gd name="connsiteY3587" fmla="*/ 418433 h 2495550"/>
                <a:gd name="connsiteX3588" fmla="*/ 683705 w 3219450"/>
                <a:gd name="connsiteY3588" fmla="*/ 421196 h 2495550"/>
                <a:gd name="connsiteX3589" fmla="*/ 683133 w 3219450"/>
                <a:gd name="connsiteY3589" fmla="*/ 422148 h 2495550"/>
                <a:gd name="connsiteX3590" fmla="*/ 682181 w 3219450"/>
                <a:gd name="connsiteY3590" fmla="*/ 422910 h 2495550"/>
                <a:gd name="connsiteX3591" fmla="*/ 676085 w 3219450"/>
                <a:gd name="connsiteY3591" fmla="*/ 425387 h 2495550"/>
                <a:gd name="connsiteX3592" fmla="*/ 670941 w 3219450"/>
                <a:gd name="connsiteY3592" fmla="*/ 425006 h 2495550"/>
                <a:gd name="connsiteX3593" fmla="*/ 669512 w 3219450"/>
                <a:gd name="connsiteY3593" fmla="*/ 425577 h 2495550"/>
                <a:gd name="connsiteX3594" fmla="*/ 668369 w 3219450"/>
                <a:gd name="connsiteY3594" fmla="*/ 426625 h 2495550"/>
                <a:gd name="connsiteX3595" fmla="*/ 666274 w 3219450"/>
                <a:gd name="connsiteY3595" fmla="*/ 429197 h 2495550"/>
                <a:gd name="connsiteX3596" fmla="*/ 663416 w 3219450"/>
                <a:gd name="connsiteY3596" fmla="*/ 430721 h 2495550"/>
                <a:gd name="connsiteX3597" fmla="*/ 653606 w 3219450"/>
                <a:gd name="connsiteY3597" fmla="*/ 429863 h 2495550"/>
                <a:gd name="connsiteX3598" fmla="*/ 641890 w 3219450"/>
                <a:gd name="connsiteY3598" fmla="*/ 431578 h 2495550"/>
                <a:gd name="connsiteX3599" fmla="*/ 639985 w 3219450"/>
                <a:gd name="connsiteY3599" fmla="*/ 433007 h 2495550"/>
                <a:gd name="connsiteX3600" fmla="*/ 638461 w 3219450"/>
                <a:gd name="connsiteY3600" fmla="*/ 435483 h 2495550"/>
                <a:gd name="connsiteX3601" fmla="*/ 631508 w 3219450"/>
                <a:gd name="connsiteY3601" fmla="*/ 452628 h 2495550"/>
                <a:gd name="connsiteX3602" fmla="*/ 630174 w 3219450"/>
                <a:gd name="connsiteY3602" fmla="*/ 461296 h 2495550"/>
                <a:gd name="connsiteX3603" fmla="*/ 629412 w 3219450"/>
                <a:gd name="connsiteY3603" fmla="*/ 464249 h 2495550"/>
                <a:gd name="connsiteX3604" fmla="*/ 628460 w 3219450"/>
                <a:gd name="connsiteY3604" fmla="*/ 466344 h 2495550"/>
                <a:gd name="connsiteX3605" fmla="*/ 627888 w 3219450"/>
                <a:gd name="connsiteY3605" fmla="*/ 468059 h 2495550"/>
                <a:gd name="connsiteX3606" fmla="*/ 627793 w 3219450"/>
                <a:gd name="connsiteY3606" fmla="*/ 469963 h 2495550"/>
                <a:gd name="connsiteX3607" fmla="*/ 631984 w 3219450"/>
                <a:gd name="connsiteY3607" fmla="*/ 493109 h 2495550"/>
                <a:gd name="connsiteX3608" fmla="*/ 631984 w 3219450"/>
                <a:gd name="connsiteY3608" fmla="*/ 495681 h 2495550"/>
                <a:gd name="connsiteX3609" fmla="*/ 631127 w 3219450"/>
                <a:gd name="connsiteY3609" fmla="*/ 500920 h 2495550"/>
                <a:gd name="connsiteX3610" fmla="*/ 631412 w 3219450"/>
                <a:gd name="connsiteY3610" fmla="*/ 503301 h 2495550"/>
                <a:gd name="connsiteX3611" fmla="*/ 631412 w 3219450"/>
                <a:gd name="connsiteY3611" fmla="*/ 503301 h 2495550"/>
                <a:gd name="connsiteX3612" fmla="*/ 632270 w 3219450"/>
                <a:gd name="connsiteY3612" fmla="*/ 505587 h 2495550"/>
                <a:gd name="connsiteX3613" fmla="*/ 635984 w 3219450"/>
                <a:gd name="connsiteY3613" fmla="*/ 511683 h 2495550"/>
                <a:gd name="connsiteX3614" fmla="*/ 636461 w 3219450"/>
                <a:gd name="connsiteY3614" fmla="*/ 513302 h 2495550"/>
                <a:gd name="connsiteX3615" fmla="*/ 636175 w 3219450"/>
                <a:gd name="connsiteY3615" fmla="*/ 514826 h 2495550"/>
                <a:gd name="connsiteX3616" fmla="*/ 635794 w 3219450"/>
                <a:gd name="connsiteY3616" fmla="*/ 516255 h 2495550"/>
                <a:gd name="connsiteX3617" fmla="*/ 635984 w 3219450"/>
                <a:gd name="connsiteY3617" fmla="*/ 517588 h 2495550"/>
                <a:gd name="connsiteX3618" fmla="*/ 636461 w 3219450"/>
                <a:gd name="connsiteY3618" fmla="*/ 519017 h 2495550"/>
                <a:gd name="connsiteX3619" fmla="*/ 636461 w 3219450"/>
                <a:gd name="connsiteY3619" fmla="*/ 520255 h 2495550"/>
                <a:gd name="connsiteX3620" fmla="*/ 635889 w 3219450"/>
                <a:gd name="connsiteY3620" fmla="*/ 522827 h 2495550"/>
                <a:gd name="connsiteX3621" fmla="*/ 635699 w 3219450"/>
                <a:gd name="connsiteY3621" fmla="*/ 524447 h 2495550"/>
                <a:gd name="connsiteX3622" fmla="*/ 635413 w 3219450"/>
                <a:gd name="connsiteY3622" fmla="*/ 525590 h 2495550"/>
                <a:gd name="connsiteX3623" fmla="*/ 634746 w 3219450"/>
                <a:gd name="connsiteY3623" fmla="*/ 526256 h 2495550"/>
                <a:gd name="connsiteX3624" fmla="*/ 632365 w 3219450"/>
                <a:gd name="connsiteY3624" fmla="*/ 526542 h 2495550"/>
                <a:gd name="connsiteX3625" fmla="*/ 631127 w 3219450"/>
                <a:gd name="connsiteY3625" fmla="*/ 526923 h 2495550"/>
                <a:gd name="connsiteX3626" fmla="*/ 630079 w 3219450"/>
                <a:gd name="connsiteY3626" fmla="*/ 527685 h 2495550"/>
                <a:gd name="connsiteX3627" fmla="*/ 629603 w 3219450"/>
                <a:gd name="connsiteY3627" fmla="*/ 529019 h 2495550"/>
                <a:gd name="connsiteX3628" fmla="*/ 629412 w 3219450"/>
                <a:gd name="connsiteY3628" fmla="*/ 530447 h 2495550"/>
                <a:gd name="connsiteX3629" fmla="*/ 629126 w 3219450"/>
                <a:gd name="connsiteY3629" fmla="*/ 531590 h 2495550"/>
                <a:gd name="connsiteX3630" fmla="*/ 628650 w 3219450"/>
                <a:gd name="connsiteY3630" fmla="*/ 532638 h 2495550"/>
                <a:gd name="connsiteX3631" fmla="*/ 627983 w 3219450"/>
                <a:gd name="connsiteY3631" fmla="*/ 533686 h 2495550"/>
                <a:gd name="connsiteX3632" fmla="*/ 627507 w 3219450"/>
                <a:gd name="connsiteY3632" fmla="*/ 535019 h 2495550"/>
                <a:gd name="connsiteX3633" fmla="*/ 626936 w 3219450"/>
                <a:gd name="connsiteY3633" fmla="*/ 536639 h 2495550"/>
                <a:gd name="connsiteX3634" fmla="*/ 626555 w 3219450"/>
                <a:gd name="connsiteY3634" fmla="*/ 537591 h 2495550"/>
                <a:gd name="connsiteX3635" fmla="*/ 623030 w 3219450"/>
                <a:gd name="connsiteY3635" fmla="*/ 537496 h 2495550"/>
                <a:gd name="connsiteX3636" fmla="*/ 616268 w 3219450"/>
                <a:gd name="connsiteY3636" fmla="*/ 538544 h 2495550"/>
                <a:gd name="connsiteX3637" fmla="*/ 613220 w 3219450"/>
                <a:gd name="connsiteY3637" fmla="*/ 538163 h 2495550"/>
                <a:gd name="connsiteX3638" fmla="*/ 612172 w 3219450"/>
                <a:gd name="connsiteY3638" fmla="*/ 538353 h 2495550"/>
                <a:gd name="connsiteX3639" fmla="*/ 611124 w 3219450"/>
                <a:gd name="connsiteY3639" fmla="*/ 538925 h 2495550"/>
                <a:gd name="connsiteX3640" fmla="*/ 610362 w 3219450"/>
                <a:gd name="connsiteY3640" fmla="*/ 539687 h 2495550"/>
                <a:gd name="connsiteX3641" fmla="*/ 609124 w 3219450"/>
                <a:gd name="connsiteY3641" fmla="*/ 541973 h 2495550"/>
                <a:gd name="connsiteX3642" fmla="*/ 607981 w 3219450"/>
                <a:gd name="connsiteY3642" fmla="*/ 543116 h 2495550"/>
                <a:gd name="connsiteX3643" fmla="*/ 604361 w 3219450"/>
                <a:gd name="connsiteY3643" fmla="*/ 545783 h 2495550"/>
                <a:gd name="connsiteX3644" fmla="*/ 602837 w 3219450"/>
                <a:gd name="connsiteY3644" fmla="*/ 547497 h 2495550"/>
                <a:gd name="connsiteX3645" fmla="*/ 602171 w 3219450"/>
                <a:gd name="connsiteY3645" fmla="*/ 547973 h 2495550"/>
                <a:gd name="connsiteX3646" fmla="*/ 599789 w 3219450"/>
                <a:gd name="connsiteY3646" fmla="*/ 548545 h 2495550"/>
                <a:gd name="connsiteX3647" fmla="*/ 599027 w 3219450"/>
                <a:gd name="connsiteY3647" fmla="*/ 549021 h 2495550"/>
                <a:gd name="connsiteX3648" fmla="*/ 598170 w 3219450"/>
                <a:gd name="connsiteY3648" fmla="*/ 549878 h 2495550"/>
                <a:gd name="connsiteX3649" fmla="*/ 596932 w 3219450"/>
                <a:gd name="connsiteY3649" fmla="*/ 552164 h 2495550"/>
                <a:gd name="connsiteX3650" fmla="*/ 595884 w 3219450"/>
                <a:gd name="connsiteY3650" fmla="*/ 552926 h 2495550"/>
                <a:gd name="connsiteX3651" fmla="*/ 591884 w 3219450"/>
                <a:gd name="connsiteY3651" fmla="*/ 553784 h 2495550"/>
                <a:gd name="connsiteX3652" fmla="*/ 588074 w 3219450"/>
                <a:gd name="connsiteY3652" fmla="*/ 555403 h 2495550"/>
                <a:gd name="connsiteX3653" fmla="*/ 586645 w 3219450"/>
                <a:gd name="connsiteY3653" fmla="*/ 555689 h 2495550"/>
                <a:gd name="connsiteX3654" fmla="*/ 585597 w 3219450"/>
                <a:gd name="connsiteY3654" fmla="*/ 555212 h 2495550"/>
                <a:gd name="connsiteX3655" fmla="*/ 585407 w 3219450"/>
                <a:gd name="connsiteY3655" fmla="*/ 554165 h 2495550"/>
                <a:gd name="connsiteX3656" fmla="*/ 585883 w 3219450"/>
                <a:gd name="connsiteY3656" fmla="*/ 553022 h 2495550"/>
                <a:gd name="connsiteX3657" fmla="*/ 586645 w 3219450"/>
                <a:gd name="connsiteY3657" fmla="*/ 551783 h 2495550"/>
                <a:gd name="connsiteX3658" fmla="*/ 587216 w 3219450"/>
                <a:gd name="connsiteY3658" fmla="*/ 550545 h 2495550"/>
                <a:gd name="connsiteX3659" fmla="*/ 587312 w 3219450"/>
                <a:gd name="connsiteY3659" fmla="*/ 547783 h 2495550"/>
                <a:gd name="connsiteX3660" fmla="*/ 586264 w 3219450"/>
                <a:gd name="connsiteY3660" fmla="*/ 545497 h 2495550"/>
                <a:gd name="connsiteX3661" fmla="*/ 584549 w 3219450"/>
                <a:gd name="connsiteY3661" fmla="*/ 543782 h 2495550"/>
                <a:gd name="connsiteX3662" fmla="*/ 582644 w 3219450"/>
                <a:gd name="connsiteY3662" fmla="*/ 542735 h 2495550"/>
                <a:gd name="connsiteX3663" fmla="*/ 580168 w 3219450"/>
                <a:gd name="connsiteY3663" fmla="*/ 542544 h 2495550"/>
                <a:gd name="connsiteX3664" fmla="*/ 575120 w 3219450"/>
                <a:gd name="connsiteY3664" fmla="*/ 543782 h 2495550"/>
                <a:gd name="connsiteX3665" fmla="*/ 572738 w 3219450"/>
                <a:gd name="connsiteY3665" fmla="*/ 543401 h 2495550"/>
                <a:gd name="connsiteX3666" fmla="*/ 569881 w 3219450"/>
                <a:gd name="connsiteY3666" fmla="*/ 542068 h 2495550"/>
                <a:gd name="connsiteX3667" fmla="*/ 569024 w 3219450"/>
                <a:gd name="connsiteY3667" fmla="*/ 541973 h 2495550"/>
                <a:gd name="connsiteX3668" fmla="*/ 568166 w 3219450"/>
                <a:gd name="connsiteY3668" fmla="*/ 542068 h 2495550"/>
                <a:gd name="connsiteX3669" fmla="*/ 568166 w 3219450"/>
                <a:gd name="connsiteY3669" fmla="*/ 542068 h 2495550"/>
                <a:gd name="connsiteX3670" fmla="*/ 561689 w 3219450"/>
                <a:gd name="connsiteY3670" fmla="*/ 541496 h 2495550"/>
                <a:gd name="connsiteX3671" fmla="*/ 556070 w 3219450"/>
                <a:gd name="connsiteY3671" fmla="*/ 542068 h 2495550"/>
                <a:gd name="connsiteX3672" fmla="*/ 556070 w 3219450"/>
                <a:gd name="connsiteY3672" fmla="*/ 542068 h 2495550"/>
                <a:gd name="connsiteX3673" fmla="*/ 556070 w 3219450"/>
                <a:gd name="connsiteY3673" fmla="*/ 542068 h 2495550"/>
                <a:gd name="connsiteX3674" fmla="*/ 556070 w 3219450"/>
                <a:gd name="connsiteY3674" fmla="*/ 542068 h 2495550"/>
                <a:gd name="connsiteX3675" fmla="*/ 552736 w 3219450"/>
                <a:gd name="connsiteY3675" fmla="*/ 544068 h 2495550"/>
                <a:gd name="connsiteX3676" fmla="*/ 551498 w 3219450"/>
                <a:gd name="connsiteY3676" fmla="*/ 544259 h 2495550"/>
                <a:gd name="connsiteX3677" fmla="*/ 547783 w 3219450"/>
                <a:gd name="connsiteY3677" fmla="*/ 543497 h 2495550"/>
                <a:gd name="connsiteX3678" fmla="*/ 542830 w 3219450"/>
                <a:gd name="connsiteY3678" fmla="*/ 543497 h 2495550"/>
                <a:gd name="connsiteX3679" fmla="*/ 522732 w 3219450"/>
                <a:gd name="connsiteY3679" fmla="*/ 536353 h 2495550"/>
                <a:gd name="connsiteX3680" fmla="*/ 513683 w 3219450"/>
                <a:gd name="connsiteY3680" fmla="*/ 530352 h 2495550"/>
                <a:gd name="connsiteX3681" fmla="*/ 511588 w 3219450"/>
                <a:gd name="connsiteY3681" fmla="*/ 529304 h 2495550"/>
                <a:gd name="connsiteX3682" fmla="*/ 506730 w 3219450"/>
                <a:gd name="connsiteY3682" fmla="*/ 528257 h 2495550"/>
                <a:gd name="connsiteX3683" fmla="*/ 505682 w 3219450"/>
                <a:gd name="connsiteY3683" fmla="*/ 527590 h 2495550"/>
                <a:gd name="connsiteX3684" fmla="*/ 502920 w 3219450"/>
                <a:gd name="connsiteY3684" fmla="*/ 525209 h 2495550"/>
                <a:gd name="connsiteX3685" fmla="*/ 501682 w 3219450"/>
                <a:gd name="connsiteY3685" fmla="*/ 524732 h 2495550"/>
                <a:gd name="connsiteX3686" fmla="*/ 500253 w 3219450"/>
                <a:gd name="connsiteY3686" fmla="*/ 524542 h 2495550"/>
                <a:gd name="connsiteX3687" fmla="*/ 498824 w 3219450"/>
                <a:gd name="connsiteY3687" fmla="*/ 524637 h 2495550"/>
                <a:gd name="connsiteX3688" fmla="*/ 497491 w 3219450"/>
                <a:gd name="connsiteY3688" fmla="*/ 524923 h 2495550"/>
                <a:gd name="connsiteX3689" fmla="*/ 496157 w 3219450"/>
                <a:gd name="connsiteY3689" fmla="*/ 525590 h 2495550"/>
                <a:gd name="connsiteX3690" fmla="*/ 495776 w 3219450"/>
                <a:gd name="connsiteY3690" fmla="*/ 526447 h 2495550"/>
                <a:gd name="connsiteX3691" fmla="*/ 495872 w 3219450"/>
                <a:gd name="connsiteY3691" fmla="*/ 529590 h 2495550"/>
                <a:gd name="connsiteX3692" fmla="*/ 495681 w 3219450"/>
                <a:gd name="connsiteY3692" fmla="*/ 530447 h 2495550"/>
                <a:gd name="connsiteX3693" fmla="*/ 495110 w 3219450"/>
                <a:gd name="connsiteY3693" fmla="*/ 532067 h 2495550"/>
                <a:gd name="connsiteX3694" fmla="*/ 494919 w 3219450"/>
                <a:gd name="connsiteY3694" fmla="*/ 532924 h 2495550"/>
                <a:gd name="connsiteX3695" fmla="*/ 495014 w 3219450"/>
                <a:gd name="connsiteY3695" fmla="*/ 533686 h 2495550"/>
                <a:gd name="connsiteX3696" fmla="*/ 495395 w 3219450"/>
                <a:gd name="connsiteY3696" fmla="*/ 535210 h 2495550"/>
                <a:gd name="connsiteX3697" fmla="*/ 495395 w 3219450"/>
                <a:gd name="connsiteY3697" fmla="*/ 536067 h 2495550"/>
                <a:gd name="connsiteX3698" fmla="*/ 494633 w 3219450"/>
                <a:gd name="connsiteY3698" fmla="*/ 538925 h 2495550"/>
                <a:gd name="connsiteX3699" fmla="*/ 494348 w 3219450"/>
                <a:gd name="connsiteY3699" fmla="*/ 540449 h 2495550"/>
                <a:gd name="connsiteX3700" fmla="*/ 494538 w 3219450"/>
                <a:gd name="connsiteY3700" fmla="*/ 541973 h 2495550"/>
                <a:gd name="connsiteX3701" fmla="*/ 494824 w 3219450"/>
                <a:gd name="connsiteY3701" fmla="*/ 543306 h 2495550"/>
                <a:gd name="connsiteX3702" fmla="*/ 494729 w 3219450"/>
                <a:gd name="connsiteY3702" fmla="*/ 544640 h 2495550"/>
                <a:gd name="connsiteX3703" fmla="*/ 494443 w 3219450"/>
                <a:gd name="connsiteY3703" fmla="*/ 545878 h 2495550"/>
                <a:gd name="connsiteX3704" fmla="*/ 486728 w 3219450"/>
                <a:gd name="connsiteY3704" fmla="*/ 561975 h 2495550"/>
                <a:gd name="connsiteX3705" fmla="*/ 481870 w 3219450"/>
                <a:gd name="connsiteY3705" fmla="*/ 580263 h 2495550"/>
                <a:gd name="connsiteX3706" fmla="*/ 479774 w 3219450"/>
                <a:gd name="connsiteY3706" fmla="*/ 584740 h 2495550"/>
                <a:gd name="connsiteX3707" fmla="*/ 479393 w 3219450"/>
                <a:gd name="connsiteY3707" fmla="*/ 586073 h 2495550"/>
                <a:gd name="connsiteX3708" fmla="*/ 478727 w 3219450"/>
                <a:gd name="connsiteY3708" fmla="*/ 590169 h 2495550"/>
                <a:gd name="connsiteX3709" fmla="*/ 477965 w 3219450"/>
                <a:gd name="connsiteY3709" fmla="*/ 592550 h 2495550"/>
                <a:gd name="connsiteX3710" fmla="*/ 474440 w 3219450"/>
                <a:gd name="connsiteY3710" fmla="*/ 598361 h 2495550"/>
                <a:gd name="connsiteX3711" fmla="*/ 472345 w 3219450"/>
                <a:gd name="connsiteY3711" fmla="*/ 602837 h 2495550"/>
                <a:gd name="connsiteX3712" fmla="*/ 470916 w 3219450"/>
                <a:gd name="connsiteY3712" fmla="*/ 607790 h 2495550"/>
                <a:gd name="connsiteX3713" fmla="*/ 469583 w 3219450"/>
                <a:gd name="connsiteY3713" fmla="*/ 618268 h 2495550"/>
                <a:gd name="connsiteX3714" fmla="*/ 469583 w 3219450"/>
                <a:gd name="connsiteY3714" fmla="*/ 618268 h 2495550"/>
                <a:gd name="connsiteX3715" fmla="*/ 468154 w 3219450"/>
                <a:gd name="connsiteY3715" fmla="*/ 625221 h 2495550"/>
                <a:gd name="connsiteX3716" fmla="*/ 467487 w 3219450"/>
                <a:gd name="connsiteY3716" fmla="*/ 627412 h 2495550"/>
                <a:gd name="connsiteX3717" fmla="*/ 465963 w 3219450"/>
                <a:gd name="connsiteY3717" fmla="*/ 631031 h 2495550"/>
                <a:gd name="connsiteX3718" fmla="*/ 461963 w 3219450"/>
                <a:gd name="connsiteY3718" fmla="*/ 637889 h 2495550"/>
                <a:gd name="connsiteX3719" fmla="*/ 460058 w 3219450"/>
                <a:gd name="connsiteY3719" fmla="*/ 645319 h 2495550"/>
                <a:gd name="connsiteX3720" fmla="*/ 458248 w 3219450"/>
                <a:gd name="connsiteY3720" fmla="*/ 649319 h 2495550"/>
                <a:gd name="connsiteX3721" fmla="*/ 457867 w 3219450"/>
                <a:gd name="connsiteY3721" fmla="*/ 651415 h 2495550"/>
                <a:gd name="connsiteX3722" fmla="*/ 457581 w 3219450"/>
                <a:gd name="connsiteY3722" fmla="*/ 653034 h 2495550"/>
                <a:gd name="connsiteX3723" fmla="*/ 459486 w 3219450"/>
                <a:gd name="connsiteY3723" fmla="*/ 655987 h 2495550"/>
                <a:gd name="connsiteX3724" fmla="*/ 459486 w 3219450"/>
                <a:gd name="connsiteY3724" fmla="*/ 655987 h 2495550"/>
                <a:gd name="connsiteX3725" fmla="*/ 459486 w 3219450"/>
                <a:gd name="connsiteY3725" fmla="*/ 655987 h 2495550"/>
                <a:gd name="connsiteX3726" fmla="*/ 461296 w 3219450"/>
                <a:gd name="connsiteY3726" fmla="*/ 656939 h 2495550"/>
                <a:gd name="connsiteX3727" fmla="*/ 469202 w 3219450"/>
                <a:gd name="connsiteY3727" fmla="*/ 658082 h 2495550"/>
                <a:gd name="connsiteX3728" fmla="*/ 474631 w 3219450"/>
                <a:gd name="connsiteY3728" fmla="*/ 660368 h 2495550"/>
                <a:gd name="connsiteX3729" fmla="*/ 475488 w 3219450"/>
                <a:gd name="connsiteY3729" fmla="*/ 661797 h 2495550"/>
                <a:gd name="connsiteX3730" fmla="*/ 475679 w 3219450"/>
                <a:gd name="connsiteY3730" fmla="*/ 664559 h 2495550"/>
                <a:gd name="connsiteX3731" fmla="*/ 475583 w 3219450"/>
                <a:gd name="connsiteY3731" fmla="*/ 667512 h 2495550"/>
                <a:gd name="connsiteX3732" fmla="*/ 474536 w 3219450"/>
                <a:gd name="connsiteY3732" fmla="*/ 674275 h 2495550"/>
                <a:gd name="connsiteX3733" fmla="*/ 473012 w 3219450"/>
                <a:gd name="connsiteY3733" fmla="*/ 679609 h 2495550"/>
                <a:gd name="connsiteX3734" fmla="*/ 470630 w 3219450"/>
                <a:gd name="connsiteY3734" fmla="*/ 683609 h 2495550"/>
                <a:gd name="connsiteX3735" fmla="*/ 467297 w 3219450"/>
                <a:gd name="connsiteY3735" fmla="*/ 684181 h 2495550"/>
                <a:gd name="connsiteX3736" fmla="*/ 464725 w 3219450"/>
                <a:gd name="connsiteY3736" fmla="*/ 682562 h 2495550"/>
                <a:gd name="connsiteX3737" fmla="*/ 460248 w 3219450"/>
                <a:gd name="connsiteY3737" fmla="*/ 677513 h 2495550"/>
                <a:gd name="connsiteX3738" fmla="*/ 457772 w 3219450"/>
                <a:gd name="connsiteY3738" fmla="*/ 675799 h 2495550"/>
                <a:gd name="connsiteX3739" fmla="*/ 455200 w 3219450"/>
                <a:gd name="connsiteY3739" fmla="*/ 675513 h 2495550"/>
                <a:gd name="connsiteX3740" fmla="*/ 452342 w 3219450"/>
                <a:gd name="connsiteY3740" fmla="*/ 676275 h 2495550"/>
                <a:gd name="connsiteX3741" fmla="*/ 442246 w 3219450"/>
                <a:gd name="connsiteY3741" fmla="*/ 681419 h 2495550"/>
                <a:gd name="connsiteX3742" fmla="*/ 439579 w 3219450"/>
                <a:gd name="connsiteY3742" fmla="*/ 682085 h 2495550"/>
                <a:gd name="connsiteX3743" fmla="*/ 437483 w 3219450"/>
                <a:gd name="connsiteY3743" fmla="*/ 681038 h 2495550"/>
                <a:gd name="connsiteX3744" fmla="*/ 436436 w 3219450"/>
                <a:gd name="connsiteY3744" fmla="*/ 679895 h 2495550"/>
                <a:gd name="connsiteX3745" fmla="*/ 435578 w 3219450"/>
                <a:gd name="connsiteY3745" fmla="*/ 679323 h 2495550"/>
                <a:gd name="connsiteX3746" fmla="*/ 431959 w 3219450"/>
                <a:gd name="connsiteY3746" fmla="*/ 678751 h 2495550"/>
                <a:gd name="connsiteX3747" fmla="*/ 431197 w 3219450"/>
                <a:gd name="connsiteY3747" fmla="*/ 678275 h 2495550"/>
                <a:gd name="connsiteX3748" fmla="*/ 430911 w 3219450"/>
                <a:gd name="connsiteY3748" fmla="*/ 677228 h 2495550"/>
                <a:gd name="connsiteX3749" fmla="*/ 430816 w 3219450"/>
                <a:gd name="connsiteY3749" fmla="*/ 675513 h 2495550"/>
                <a:gd name="connsiteX3750" fmla="*/ 430530 w 3219450"/>
                <a:gd name="connsiteY3750" fmla="*/ 672941 h 2495550"/>
                <a:gd name="connsiteX3751" fmla="*/ 429673 w 3219450"/>
                <a:gd name="connsiteY3751" fmla="*/ 669893 h 2495550"/>
                <a:gd name="connsiteX3752" fmla="*/ 428339 w 3219450"/>
                <a:gd name="connsiteY3752" fmla="*/ 667607 h 2495550"/>
                <a:gd name="connsiteX3753" fmla="*/ 426530 w 3219450"/>
                <a:gd name="connsiteY3753" fmla="*/ 667512 h 2495550"/>
                <a:gd name="connsiteX3754" fmla="*/ 424434 w 3219450"/>
                <a:gd name="connsiteY3754" fmla="*/ 666941 h 2495550"/>
                <a:gd name="connsiteX3755" fmla="*/ 422148 w 3219450"/>
                <a:gd name="connsiteY3755" fmla="*/ 667988 h 2495550"/>
                <a:gd name="connsiteX3756" fmla="*/ 417862 w 3219450"/>
                <a:gd name="connsiteY3756" fmla="*/ 671036 h 2495550"/>
                <a:gd name="connsiteX3757" fmla="*/ 396907 w 3219450"/>
                <a:gd name="connsiteY3757" fmla="*/ 677609 h 2495550"/>
                <a:gd name="connsiteX3758" fmla="*/ 392621 w 3219450"/>
                <a:gd name="connsiteY3758" fmla="*/ 679990 h 2495550"/>
                <a:gd name="connsiteX3759" fmla="*/ 390525 w 3219450"/>
                <a:gd name="connsiteY3759" fmla="*/ 680752 h 2495550"/>
                <a:gd name="connsiteX3760" fmla="*/ 388144 w 3219450"/>
                <a:gd name="connsiteY3760" fmla="*/ 680752 h 2495550"/>
                <a:gd name="connsiteX3761" fmla="*/ 381667 w 3219450"/>
                <a:gd name="connsiteY3761" fmla="*/ 683324 h 2495550"/>
                <a:gd name="connsiteX3762" fmla="*/ 380238 w 3219450"/>
                <a:gd name="connsiteY3762" fmla="*/ 683419 h 2495550"/>
                <a:gd name="connsiteX3763" fmla="*/ 375952 w 3219450"/>
                <a:gd name="connsiteY3763" fmla="*/ 682085 h 2495550"/>
                <a:gd name="connsiteX3764" fmla="*/ 373380 w 3219450"/>
                <a:gd name="connsiteY3764" fmla="*/ 682085 h 2495550"/>
                <a:gd name="connsiteX3765" fmla="*/ 364903 w 3219450"/>
                <a:gd name="connsiteY3765" fmla="*/ 685229 h 2495550"/>
                <a:gd name="connsiteX3766" fmla="*/ 361283 w 3219450"/>
                <a:gd name="connsiteY3766" fmla="*/ 684848 h 2495550"/>
                <a:gd name="connsiteX3767" fmla="*/ 360140 w 3219450"/>
                <a:gd name="connsiteY3767" fmla="*/ 685038 h 2495550"/>
                <a:gd name="connsiteX3768" fmla="*/ 359093 w 3219450"/>
                <a:gd name="connsiteY3768" fmla="*/ 685895 h 2495550"/>
                <a:gd name="connsiteX3769" fmla="*/ 358140 w 3219450"/>
                <a:gd name="connsiteY3769" fmla="*/ 688562 h 2495550"/>
                <a:gd name="connsiteX3770" fmla="*/ 357283 w 3219450"/>
                <a:gd name="connsiteY3770" fmla="*/ 689324 h 2495550"/>
                <a:gd name="connsiteX3771" fmla="*/ 355949 w 3219450"/>
                <a:gd name="connsiteY3771" fmla="*/ 689515 h 2495550"/>
                <a:gd name="connsiteX3772" fmla="*/ 352044 w 3219450"/>
                <a:gd name="connsiteY3772" fmla="*/ 689324 h 2495550"/>
                <a:gd name="connsiteX3773" fmla="*/ 348234 w 3219450"/>
                <a:gd name="connsiteY3773" fmla="*/ 690848 h 2495550"/>
                <a:gd name="connsiteX3774" fmla="*/ 344424 w 3219450"/>
                <a:gd name="connsiteY3774" fmla="*/ 690182 h 2495550"/>
                <a:gd name="connsiteX3775" fmla="*/ 342138 w 3219450"/>
                <a:gd name="connsiteY3775" fmla="*/ 690372 h 2495550"/>
                <a:gd name="connsiteX3776" fmla="*/ 339947 w 3219450"/>
                <a:gd name="connsiteY3776" fmla="*/ 691325 h 2495550"/>
                <a:gd name="connsiteX3777" fmla="*/ 337947 w 3219450"/>
                <a:gd name="connsiteY3777" fmla="*/ 693230 h 2495550"/>
                <a:gd name="connsiteX3778" fmla="*/ 337947 w 3219450"/>
                <a:gd name="connsiteY3778" fmla="*/ 693230 h 2495550"/>
                <a:gd name="connsiteX3779" fmla="*/ 332708 w 3219450"/>
                <a:gd name="connsiteY3779" fmla="*/ 697801 h 2495550"/>
                <a:gd name="connsiteX3780" fmla="*/ 330232 w 3219450"/>
                <a:gd name="connsiteY3780" fmla="*/ 699040 h 2495550"/>
                <a:gd name="connsiteX3781" fmla="*/ 329184 w 3219450"/>
                <a:gd name="connsiteY3781" fmla="*/ 699897 h 2495550"/>
                <a:gd name="connsiteX3782" fmla="*/ 328422 w 3219450"/>
                <a:gd name="connsiteY3782" fmla="*/ 702088 h 2495550"/>
                <a:gd name="connsiteX3783" fmla="*/ 329756 w 3219450"/>
                <a:gd name="connsiteY3783" fmla="*/ 703898 h 2495550"/>
                <a:gd name="connsiteX3784" fmla="*/ 336233 w 3219450"/>
                <a:gd name="connsiteY3784" fmla="*/ 707993 h 2495550"/>
                <a:gd name="connsiteX3785" fmla="*/ 338709 w 3219450"/>
                <a:gd name="connsiteY3785" fmla="*/ 708184 h 2495550"/>
                <a:gd name="connsiteX3786" fmla="*/ 348139 w 3219450"/>
                <a:gd name="connsiteY3786" fmla="*/ 706184 h 2495550"/>
                <a:gd name="connsiteX3787" fmla="*/ 349758 w 3219450"/>
                <a:gd name="connsiteY3787" fmla="*/ 706469 h 2495550"/>
                <a:gd name="connsiteX3788" fmla="*/ 350711 w 3219450"/>
                <a:gd name="connsiteY3788" fmla="*/ 706946 h 2495550"/>
                <a:gd name="connsiteX3789" fmla="*/ 353378 w 3219450"/>
                <a:gd name="connsiteY3789" fmla="*/ 709136 h 2495550"/>
                <a:gd name="connsiteX3790" fmla="*/ 361855 w 3219450"/>
                <a:gd name="connsiteY3790" fmla="*/ 712470 h 2495550"/>
                <a:gd name="connsiteX3791" fmla="*/ 362712 w 3219450"/>
                <a:gd name="connsiteY3791" fmla="*/ 713042 h 2495550"/>
                <a:gd name="connsiteX3792" fmla="*/ 362998 w 3219450"/>
                <a:gd name="connsiteY3792" fmla="*/ 713994 h 2495550"/>
                <a:gd name="connsiteX3793" fmla="*/ 362712 w 3219450"/>
                <a:gd name="connsiteY3793" fmla="*/ 714947 h 2495550"/>
                <a:gd name="connsiteX3794" fmla="*/ 361855 w 3219450"/>
                <a:gd name="connsiteY3794" fmla="*/ 715518 h 2495550"/>
                <a:gd name="connsiteX3795" fmla="*/ 358426 w 3219450"/>
                <a:gd name="connsiteY3795" fmla="*/ 716280 h 2495550"/>
                <a:gd name="connsiteX3796" fmla="*/ 356616 w 3219450"/>
                <a:gd name="connsiteY3796" fmla="*/ 717137 h 2495550"/>
                <a:gd name="connsiteX3797" fmla="*/ 355568 w 3219450"/>
                <a:gd name="connsiteY3797" fmla="*/ 718471 h 2495550"/>
                <a:gd name="connsiteX3798" fmla="*/ 355473 w 3219450"/>
                <a:gd name="connsiteY3798" fmla="*/ 719328 h 2495550"/>
                <a:gd name="connsiteX3799" fmla="*/ 355759 w 3219450"/>
                <a:gd name="connsiteY3799" fmla="*/ 719995 h 2495550"/>
                <a:gd name="connsiteX3800" fmla="*/ 356711 w 3219450"/>
                <a:gd name="connsiteY3800" fmla="*/ 721233 h 2495550"/>
                <a:gd name="connsiteX3801" fmla="*/ 357092 w 3219450"/>
                <a:gd name="connsiteY3801" fmla="*/ 722186 h 2495550"/>
                <a:gd name="connsiteX3802" fmla="*/ 356902 w 3219450"/>
                <a:gd name="connsiteY3802" fmla="*/ 723043 h 2495550"/>
                <a:gd name="connsiteX3803" fmla="*/ 356045 w 3219450"/>
                <a:gd name="connsiteY3803" fmla="*/ 724662 h 2495550"/>
                <a:gd name="connsiteX3804" fmla="*/ 354616 w 3219450"/>
                <a:gd name="connsiteY3804" fmla="*/ 730187 h 2495550"/>
                <a:gd name="connsiteX3805" fmla="*/ 354235 w 3219450"/>
                <a:gd name="connsiteY3805" fmla="*/ 733235 h 2495550"/>
                <a:gd name="connsiteX3806" fmla="*/ 354330 w 3219450"/>
                <a:gd name="connsiteY3806" fmla="*/ 735901 h 2495550"/>
                <a:gd name="connsiteX3807" fmla="*/ 356426 w 3219450"/>
                <a:gd name="connsiteY3807" fmla="*/ 746665 h 2495550"/>
                <a:gd name="connsiteX3808" fmla="*/ 356426 w 3219450"/>
                <a:gd name="connsiteY3808" fmla="*/ 749522 h 2495550"/>
                <a:gd name="connsiteX3809" fmla="*/ 354997 w 3219450"/>
                <a:gd name="connsiteY3809" fmla="*/ 754761 h 2495550"/>
                <a:gd name="connsiteX3810" fmla="*/ 354616 w 3219450"/>
                <a:gd name="connsiteY3810" fmla="*/ 757523 h 2495550"/>
                <a:gd name="connsiteX3811" fmla="*/ 354902 w 3219450"/>
                <a:gd name="connsiteY3811" fmla="*/ 758857 h 2495550"/>
                <a:gd name="connsiteX3812" fmla="*/ 355664 w 3219450"/>
                <a:gd name="connsiteY3812" fmla="*/ 759905 h 2495550"/>
                <a:gd name="connsiteX3813" fmla="*/ 357378 w 3219450"/>
                <a:gd name="connsiteY3813" fmla="*/ 761619 h 2495550"/>
                <a:gd name="connsiteX3814" fmla="*/ 357950 w 3219450"/>
                <a:gd name="connsiteY3814" fmla="*/ 762857 h 2495550"/>
                <a:gd name="connsiteX3815" fmla="*/ 358235 w 3219450"/>
                <a:gd name="connsiteY3815" fmla="*/ 764096 h 2495550"/>
                <a:gd name="connsiteX3816" fmla="*/ 358331 w 3219450"/>
                <a:gd name="connsiteY3816" fmla="*/ 765429 h 2495550"/>
                <a:gd name="connsiteX3817" fmla="*/ 358331 w 3219450"/>
                <a:gd name="connsiteY3817" fmla="*/ 766953 h 2495550"/>
                <a:gd name="connsiteX3818" fmla="*/ 358331 w 3219450"/>
                <a:gd name="connsiteY3818" fmla="*/ 766953 h 2495550"/>
                <a:gd name="connsiteX3819" fmla="*/ 358902 w 3219450"/>
                <a:gd name="connsiteY3819" fmla="*/ 768477 h 2495550"/>
                <a:gd name="connsiteX3820" fmla="*/ 359759 w 3219450"/>
                <a:gd name="connsiteY3820" fmla="*/ 770192 h 2495550"/>
                <a:gd name="connsiteX3821" fmla="*/ 361664 w 3219450"/>
                <a:gd name="connsiteY3821" fmla="*/ 773049 h 2495550"/>
                <a:gd name="connsiteX3822" fmla="*/ 367856 w 3219450"/>
                <a:gd name="connsiteY3822" fmla="*/ 789432 h 2495550"/>
                <a:gd name="connsiteX3823" fmla="*/ 374047 w 3219450"/>
                <a:gd name="connsiteY3823" fmla="*/ 805815 h 2495550"/>
                <a:gd name="connsiteX3824" fmla="*/ 373952 w 3219450"/>
                <a:gd name="connsiteY3824" fmla="*/ 808196 h 2495550"/>
                <a:gd name="connsiteX3825" fmla="*/ 373094 w 3219450"/>
                <a:gd name="connsiteY3825" fmla="*/ 810482 h 2495550"/>
                <a:gd name="connsiteX3826" fmla="*/ 370427 w 3219450"/>
                <a:gd name="connsiteY3826" fmla="*/ 815435 h 2495550"/>
                <a:gd name="connsiteX3827" fmla="*/ 371285 w 3219450"/>
                <a:gd name="connsiteY3827" fmla="*/ 816578 h 2495550"/>
                <a:gd name="connsiteX3828" fmla="*/ 373285 w 3219450"/>
                <a:gd name="connsiteY3828" fmla="*/ 817150 h 2495550"/>
                <a:gd name="connsiteX3829" fmla="*/ 375380 w 3219450"/>
                <a:gd name="connsiteY3829" fmla="*/ 818198 h 2495550"/>
                <a:gd name="connsiteX3830" fmla="*/ 376047 w 3219450"/>
                <a:gd name="connsiteY3830" fmla="*/ 819150 h 2495550"/>
                <a:gd name="connsiteX3831" fmla="*/ 376428 w 3219450"/>
                <a:gd name="connsiteY3831" fmla="*/ 820388 h 2495550"/>
                <a:gd name="connsiteX3832" fmla="*/ 376619 w 3219450"/>
                <a:gd name="connsiteY3832" fmla="*/ 821817 h 2495550"/>
                <a:gd name="connsiteX3833" fmla="*/ 376619 w 3219450"/>
                <a:gd name="connsiteY3833" fmla="*/ 823246 h 2495550"/>
                <a:gd name="connsiteX3834" fmla="*/ 376904 w 3219450"/>
                <a:gd name="connsiteY3834" fmla="*/ 824579 h 2495550"/>
                <a:gd name="connsiteX3835" fmla="*/ 378143 w 3219450"/>
                <a:gd name="connsiteY3835" fmla="*/ 826865 h 2495550"/>
                <a:gd name="connsiteX3836" fmla="*/ 378428 w 3219450"/>
                <a:gd name="connsiteY3836" fmla="*/ 828199 h 2495550"/>
                <a:gd name="connsiteX3837" fmla="*/ 378143 w 3219450"/>
                <a:gd name="connsiteY3837" fmla="*/ 829723 h 2495550"/>
                <a:gd name="connsiteX3838" fmla="*/ 377381 w 3219450"/>
                <a:gd name="connsiteY3838" fmla="*/ 830771 h 2495550"/>
                <a:gd name="connsiteX3839" fmla="*/ 376333 w 3219450"/>
                <a:gd name="connsiteY3839" fmla="*/ 831437 h 2495550"/>
                <a:gd name="connsiteX3840" fmla="*/ 375190 w 3219450"/>
                <a:gd name="connsiteY3840" fmla="*/ 831628 h 2495550"/>
                <a:gd name="connsiteX3841" fmla="*/ 374047 w 3219450"/>
                <a:gd name="connsiteY3841" fmla="*/ 831342 h 2495550"/>
                <a:gd name="connsiteX3842" fmla="*/ 371380 w 3219450"/>
                <a:gd name="connsiteY3842" fmla="*/ 829342 h 2495550"/>
                <a:gd name="connsiteX3843" fmla="*/ 369189 w 3219450"/>
                <a:gd name="connsiteY3843" fmla="*/ 829247 h 2495550"/>
                <a:gd name="connsiteX3844" fmla="*/ 366903 w 3219450"/>
                <a:gd name="connsiteY3844" fmla="*/ 830294 h 2495550"/>
                <a:gd name="connsiteX3845" fmla="*/ 362807 w 3219450"/>
                <a:gd name="connsiteY3845" fmla="*/ 833438 h 2495550"/>
                <a:gd name="connsiteX3846" fmla="*/ 358235 w 3219450"/>
                <a:gd name="connsiteY3846" fmla="*/ 835438 h 2495550"/>
                <a:gd name="connsiteX3847" fmla="*/ 356045 w 3219450"/>
                <a:gd name="connsiteY3847" fmla="*/ 836867 h 2495550"/>
                <a:gd name="connsiteX3848" fmla="*/ 355378 w 3219450"/>
                <a:gd name="connsiteY3848" fmla="*/ 838867 h 2495550"/>
                <a:gd name="connsiteX3849" fmla="*/ 356330 w 3219450"/>
                <a:gd name="connsiteY3849" fmla="*/ 840676 h 2495550"/>
                <a:gd name="connsiteX3850" fmla="*/ 358140 w 3219450"/>
                <a:gd name="connsiteY3850" fmla="*/ 842105 h 2495550"/>
                <a:gd name="connsiteX3851" fmla="*/ 361760 w 3219450"/>
                <a:gd name="connsiteY3851" fmla="*/ 843820 h 2495550"/>
                <a:gd name="connsiteX3852" fmla="*/ 364141 w 3219450"/>
                <a:gd name="connsiteY3852" fmla="*/ 844201 h 2495550"/>
                <a:gd name="connsiteX3853" fmla="*/ 365284 w 3219450"/>
                <a:gd name="connsiteY3853" fmla="*/ 844868 h 2495550"/>
                <a:gd name="connsiteX3854" fmla="*/ 365855 w 3219450"/>
                <a:gd name="connsiteY3854" fmla="*/ 846106 h 2495550"/>
                <a:gd name="connsiteX3855" fmla="*/ 365570 w 3219450"/>
                <a:gd name="connsiteY3855" fmla="*/ 847535 h 2495550"/>
                <a:gd name="connsiteX3856" fmla="*/ 364427 w 3219450"/>
                <a:gd name="connsiteY3856" fmla="*/ 848297 h 2495550"/>
                <a:gd name="connsiteX3857" fmla="*/ 361760 w 3219450"/>
                <a:gd name="connsiteY3857" fmla="*/ 848582 h 2495550"/>
                <a:gd name="connsiteX3858" fmla="*/ 357759 w 3219450"/>
                <a:gd name="connsiteY3858" fmla="*/ 850106 h 2495550"/>
                <a:gd name="connsiteX3859" fmla="*/ 356807 w 3219450"/>
                <a:gd name="connsiteY3859" fmla="*/ 850964 h 2495550"/>
                <a:gd name="connsiteX3860" fmla="*/ 354330 w 3219450"/>
                <a:gd name="connsiteY3860" fmla="*/ 852011 h 2495550"/>
                <a:gd name="connsiteX3861" fmla="*/ 353378 w 3219450"/>
                <a:gd name="connsiteY3861" fmla="*/ 852107 h 2495550"/>
                <a:gd name="connsiteX3862" fmla="*/ 351568 w 3219450"/>
                <a:gd name="connsiteY3862" fmla="*/ 851630 h 2495550"/>
                <a:gd name="connsiteX3863" fmla="*/ 350711 w 3219450"/>
                <a:gd name="connsiteY3863" fmla="*/ 851535 h 2495550"/>
                <a:gd name="connsiteX3864" fmla="*/ 349853 w 3219450"/>
                <a:gd name="connsiteY3864" fmla="*/ 852107 h 2495550"/>
                <a:gd name="connsiteX3865" fmla="*/ 348806 w 3219450"/>
                <a:gd name="connsiteY3865" fmla="*/ 853916 h 2495550"/>
                <a:gd name="connsiteX3866" fmla="*/ 347663 w 3219450"/>
                <a:gd name="connsiteY3866" fmla="*/ 858203 h 2495550"/>
                <a:gd name="connsiteX3867" fmla="*/ 346805 w 3219450"/>
                <a:gd name="connsiteY3867" fmla="*/ 860298 h 2495550"/>
                <a:gd name="connsiteX3868" fmla="*/ 344900 w 3219450"/>
                <a:gd name="connsiteY3868" fmla="*/ 863251 h 2495550"/>
                <a:gd name="connsiteX3869" fmla="*/ 344424 w 3219450"/>
                <a:gd name="connsiteY3869" fmla="*/ 864394 h 2495550"/>
                <a:gd name="connsiteX3870" fmla="*/ 344234 w 3219450"/>
                <a:gd name="connsiteY3870" fmla="*/ 865918 h 2495550"/>
                <a:gd name="connsiteX3871" fmla="*/ 344519 w 3219450"/>
                <a:gd name="connsiteY3871" fmla="*/ 867061 h 2495550"/>
                <a:gd name="connsiteX3872" fmla="*/ 344900 w 3219450"/>
                <a:gd name="connsiteY3872" fmla="*/ 868204 h 2495550"/>
                <a:gd name="connsiteX3873" fmla="*/ 345377 w 3219450"/>
                <a:gd name="connsiteY3873" fmla="*/ 870966 h 2495550"/>
                <a:gd name="connsiteX3874" fmla="*/ 345948 w 3219450"/>
                <a:gd name="connsiteY3874" fmla="*/ 872109 h 2495550"/>
                <a:gd name="connsiteX3875" fmla="*/ 347377 w 3219450"/>
                <a:gd name="connsiteY3875" fmla="*/ 874109 h 2495550"/>
                <a:gd name="connsiteX3876" fmla="*/ 347948 w 3219450"/>
                <a:gd name="connsiteY3876" fmla="*/ 875348 h 2495550"/>
                <a:gd name="connsiteX3877" fmla="*/ 348044 w 3219450"/>
                <a:gd name="connsiteY3877" fmla="*/ 876205 h 2495550"/>
                <a:gd name="connsiteX3878" fmla="*/ 347758 w 3219450"/>
                <a:gd name="connsiteY3878" fmla="*/ 877157 h 2495550"/>
                <a:gd name="connsiteX3879" fmla="*/ 347186 w 3219450"/>
                <a:gd name="connsiteY3879" fmla="*/ 878586 h 2495550"/>
                <a:gd name="connsiteX3880" fmla="*/ 347282 w 3219450"/>
                <a:gd name="connsiteY3880" fmla="*/ 879443 h 2495550"/>
                <a:gd name="connsiteX3881" fmla="*/ 348425 w 3219450"/>
                <a:gd name="connsiteY3881" fmla="*/ 885063 h 2495550"/>
                <a:gd name="connsiteX3882" fmla="*/ 348806 w 3219450"/>
                <a:gd name="connsiteY3882" fmla="*/ 886206 h 2495550"/>
                <a:gd name="connsiteX3883" fmla="*/ 349377 w 3219450"/>
                <a:gd name="connsiteY3883" fmla="*/ 887254 h 2495550"/>
                <a:gd name="connsiteX3884" fmla="*/ 350139 w 3219450"/>
                <a:gd name="connsiteY3884" fmla="*/ 888301 h 2495550"/>
                <a:gd name="connsiteX3885" fmla="*/ 351092 w 3219450"/>
                <a:gd name="connsiteY3885" fmla="*/ 893445 h 2495550"/>
                <a:gd name="connsiteX3886" fmla="*/ 350711 w 3219450"/>
                <a:gd name="connsiteY3886" fmla="*/ 894969 h 2495550"/>
                <a:gd name="connsiteX3887" fmla="*/ 350139 w 3219450"/>
                <a:gd name="connsiteY3887" fmla="*/ 895826 h 2495550"/>
                <a:gd name="connsiteX3888" fmla="*/ 348139 w 3219450"/>
                <a:gd name="connsiteY3888" fmla="*/ 896874 h 2495550"/>
                <a:gd name="connsiteX3889" fmla="*/ 348425 w 3219450"/>
                <a:gd name="connsiteY3889" fmla="*/ 897922 h 2495550"/>
                <a:gd name="connsiteX3890" fmla="*/ 348615 w 3219450"/>
                <a:gd name="connsiteY3890" fmla="*/ 900208 h 2495550"/>
                <a:gd name="connsiteX3891" fmla="*/ 348901 w 3219450"/>
                <a:gd name="connsiteY3891" fmla="*/ 901351 h 2495550"/>
                <a:gd name="connsiteX3892" fmla="*/ 349472 w 3219450"/>
                <a:gd name="connsiteY3892" fmla="*/ 902399 h 2495550"/>
                <a:gd name="connsiteX3893" fmla="*/ 350139 w 3219450"/>
                <a:gd name="connsiteY3893" fmla="*/ 903256 h 2495550"/>
                <a:gd name="connsiteX3894" fmla="*/ 350615 w 3219450"/>
                <a:gd name="connsiteY3894" fmla="*/ 904208 h 2495550"/>
                <a:gd name="connsiteX3895" fmla="*/ 350711 w 3219450"/>
                <a:gd name="connsiteY3895" fmla="*/ 905542 h 2495550"/>
                <a:gd name="connsiteX3896" fmla="*/ 349282 w 3219450"/>
                <a:gd name="connsiteY3896" fmla="*/ 907733 h 2495550"/>
                <a:gd name="connsiteX3897" fmla="*/ 346710 w 3219450"/>
                <a:gd name="connsiteY3897" fmla="*/ 908590 h 2495550"/>
                <a:gd name="connsiteX3898" fmla="*/ 333470 w 3219450"/>
                <a:gd name="connsiteY3898" fmla="*/ 908399 h 2495550"/>
                <a:gd name="connsiteX3899" fmla="*/ 330803 w 3219450"/>
                <a:gd name="connsiteY3899" fmla="*/ 909066 h 2495550"/>
                <a:gd name="connsiteX3900" fmla="*/ 328898 w 3219450"/>
                <a:gd name="connsiteY3900" fmla="*/ 909828 h 2495550"/>
                <a:gd name="connsiteX3901" fmla="*/ 328041 w 3219450"/>
                <a:gd name="connsiteY3901" fmla="*/ 910495 h 2495550"/>
                <a:gd name="connsiteX3902" fmla="*/ 327279 w 3219450"/>
                <a:gd name="connsiteY3902" fmla="*/ 911543 h 2495550"/>
                <a:gd name="connsiteX3903" fmla="*/ 326803 w 3219450"/>
                <a:gd name="connsiteY3903" fmla="*/ 912781 h 2495550"/>
                <a:gd name="connsiteX3904" fmla="*/ 326231 w 3219450"/>
                <a:gd name="connsiteY3904" fmla="*/ 915448 h 2495550"/>
                <a:gd name="connsiteX3905" fmla="*/ 325755 w 3219450"/>
                <a:gd name="connsiteY3905" fmla="*/ 916686 h 2495550"/>
                <a:gd name="connsiteX3906" fmla="*/ 323850 w 3219450"/>
                <a:gd name="connsiteY3906" fmla="*/ 918496 h 2495550"/>
                <a:gd name="connsiteX3907" fmla="*/ 321469 w 3219450"/>
                <a:gd name="connsiteY3907" fmla="*/ 918877 h 2495550"/>
                <a:gd name="connsiteX3908" fmla="*/ 318992 w 3219450"/>
                <a:gd name="connsiteY3908" fmla="*/ 918782 h 2495550"/>
                <a:gd name="connsiteX3909" fmla="*/ 316611 w 3219450"/>
                <a:gd name="connsiteY3909" fmla="*/ 919353 h 2495550"/>
                <a:gd name="connsiteX3910" fmla="*/ 313658 w 3219450"/>
                <a:gd name="connsiteY3910" fmla="*/ 921449 h 2495550"/>
                <a:gd name="connsiteX3911" fmla="*/ 310229 w 3219450"/>
                <a:gd name="connsiteY3911" fmla="*/ 922782 h 2495550"/>
                <a:gd name="connsiteX3912" fmla="*/ 306038 w 3219450"/>
                <a:gd name="connsiteY3912" fmla="*/ 925640 h 2495550"/>
                <a:gd name="connsiteX3913" fmla="*/ 304991 w 3219450"/>
                <a:gd name="connsiteY3913" fmla="*/ 926021 h 2495550"/>
                <a:gd name="connsiteX3914" fmla="*/ 303752 w 3219450"/>
                <a:gd name="connsiteY3914" fmla="*/ 926021 h 2495550"/>
                <a:gd name="connsiteX3915" fmla="*/ 300419 w 3219450"/>
                <a:gd name="connsiteY3915" fmla="*/ 924973 h 2495550"/>
                <a:gd name="connsiteX3916" fmla="*/ 299276 w 3219450"/>
                <a:gd name="connsiteY3916" fmla="*/ 925259 h 2495550"/>
                <a:gd name="connsiteX3917" fmla="*/ 298323 w 3219450"/>
                <a:gd name="connsiteY3917" fmla="*/ 925925 h 2495550"/>
                <a:gd name="connsiteX3918" fmla="*/ 295847 w 3219450"/>
                <a:gd name="connsiteY3918" fmla="*/ 928307 h 2495550"/>
                <a:gd name="connsiteX3919" fmla="*/ 294704 w 3219450"/>
                <a:gd name="connsiteY3919" fmla="*/ 929164 h 2495550"/>
                <a:gd name="connsiteX3920" fmla="*/ 293561 w 3219450"/>
                <a:gd name="connsiteY3920" fmla="*/ 929640 h 2495550"/>
                <a:gd name="connsiteX3921" fmla="*/ 291084 w 3219450"/>
                <a:gd name="connsiteY3921" fmla="*/ 930212 h 2495550"/>
                <a:gd name="connsiteX3922" fmla="*/ 288989 w 3219450"/>
                <a:gd name="connsiteY3922" fmla="*/ 931069 h 2495550"/>
                <a:gd name="connsiteX3923" fmla="*/ 283083 w 3219450"/>
                <a:gd name="connsiteY3923" fmla="*/ 935355 h 2495550"/>
                <a:gd name="connsiteX3924" fmla="*/ 279940 w 3219450"/>
                <a:gd name="connsiteY3924" fmla="*/ 935926 h 2495550"/>
                <a:gd name="connsiteX3925" fmla="*/ 278987 w 3219450"/>
                <a:gd name="connsiteY3925" fmla="*/ 936403 h 2495550"/>
                <a:gd name="connsiteX3926" fmla="*/ 274225 w 3219450"/>
                <a:gd name="connsiteY3926" fmla="*/ 939737 h 2495550"/>
                <a:gd name="connsiteX3927" fmla="*/ 267081 w 3219450"/>
                <a:gd name="connsiteY3927" fmla="*/ 942499 h 2495550"/>
                <a:gd name="connsiteX3928" fmla="*/ 266319 w 3219450"/>
                <a:gd name="connsiteY3928" fmla="*/ 942880 h 2495550"/>
                <a:gd name="connsiteX3929" fmla="*/ 265652 w 3219450"/>
                <a:gd name="connsiteY3929" fmla="*/ 943451 h 2495550"/>
                <a:gd name="connsiteX3930" fmla="*/ 265271 w 3219450"/>
                <a:gd name="connsiteY3930" fmla="*/ 944213 h 2495550"/>
                <a:gd name="connsiteX3931" fmla="*/ 264795 w 3219450"/>
                <a:gd name="connsiteY3931" fmla="*/ 945928 h 2495550"/>
                <a:gd name="connsiteX3932" fmla="*/ 264224 w 3219450"/>
                <a:gd name="connsiteY3932" fmla="*/ 946595 h 2495550"/>
                <a:gd name="connsiteX3933" fmla="*/ 262414 w 3219450"/>
                <a:gd name="connsiteY3933" fmla="*/ 947452 h 2495550"/>
                <a:gd name="connsiteX3934" fmla="*/ 258509 w 3219450"/>
                <a:gd name="connsiteY3934" fmla="*/ 948214 h 2495550"/>
                <a:gd name="connsiteX3935" fmla="*/ 253651 w 3219450"/>
                <a:gd name="connsiteY3935" fmla="*/ 952024 h 2495550"/>
                <a:gd name="connsiteX3936" fmla="*/ 251555 w 3219450"/>
                <a:gd name="connsiteY3936" fmla="*/ 952976 h 2495550"/>
                <a:gd name="connsiteX3937" fmla="*/ 250603 w 3219450"/>
                <a:gd name="connsiteY3937" fmla="*/ 953643 h 2495550"/>
                <a:gd name="connsiteX3938" fmla="*/ 249746 w 3219450"/>
                <a:gd name="connsiteY3938" fmla="*/ 954691 h 2495550"/>
                <a:gd name="connsiteX3939" fmla="*/ 249555 w 3219450"/>
                <a:gd name="connsiteY3939" fmla="*/ 955929 h 2495550"/>
                <a:gd name="connsiteX3940" fmla="*/ 250508 w 3219450"/>
                <a:gd name="connsiteY3940" fmla="*/ 958596 h 2495550"/>
                <a:gd name="connsiteX3941" fmla="*/ 250698 w 3219450"/>
                <a:gd name="connsiteY3941" fmla="*/ 959834 h 2495550"/>
                <a:gd name="connsiteX3942" fmla="*/ 250127 w 3219450"/>
                <a:gd name="connsiteY3942" fmla="*/ 961073 h 2495550"/>
                <a:gd name="connsiteX3943" fmla="*/ 249174 w 3219450"/>
                <a:gd name="connsiteY3943" fmla="*/ 961930 h 2495550"/>
                <a:gd name="connsiteX3944" fmla="*/ 247079 w 3219450"/>
                <a:gd name="connsiteY3944" fmla="*/ 963168 h 2495550"/>
                <a:gd name="connsiteX3945" fmla="*/ 246221 w 3219450"/>
                <a:gd name="connsiteY3945" fmla="*/ 964025 h 2495550"/>
                <a:gd name="connsiteX3946" fmla="*/ 244888 w 3219450"/>
                <a:gd name="connsiteY3946" fmla="*/ 966026 h 2495550"/>
                <a:gd name="connsiteX3947" fmla="*/ 243840 w 3219450"/>
                <a:gd name="connsiteY3947" fmla="*/ 967931 h 2495550"/>
                <a:gd name="connsiteX3948" fmla="*/ 242411 w 3219450"/>
                <a:gd name="connsiteY3948" fmla="*/ 970693 h 2495550"/>
                <a:gd name="connsiteX3949" fmla="*/ 241649 w 3219450"/>
                <a:gd name="connsiteY3949" fmla="*/ 971836 h 2495550"/>
                <a:gd name="connsiteX3950" fmla="*/ 240887 w 3219450"/>
                <a:gd name="connsiteY3950" fmla="*/ 972693 h 2495550"/>
                <a:gd name="connsiteX3951" fmla="*/ 235553 w 3219450"/>
                <a:gd name="connsiteY3951" fmla="*/ 977265 h 2495550"/>
                <a:gd name="connsiteX3952" fmla="*/ 234601 w 3219450"/>
                <a:gd name="connsiteY3952" fmla="*/ 977646 h 2495550"/>
                <a:gd name="connsiteX3953" fmla="*/ 233553 w 3219450"/>
                <a:gd name="connsiteY3953" fmla="*/ 977551 h 2495550"/>
                <a:gd name="connsiteX3954" fmla="*/ 231553 w 3219450"/>
                <a:gd name="connsiteY3954" fmla="*/ 976598 h 2495550"/>
                <a:gd name="connsiteX3955" fmla="*/ 224695 w 3219450"/>
                <a:gd name="connsiteY3955" fmla="*/ 975646 h 2495550"/>
                <a:gd name="connsiteX3956" fmla="*/ 222790 w 3219450"/>
                <a:gd name="connsiteY3956" fmla="*/ 975741 h 2495550"/>
                <a:gd name="connsiteX3957" fmla="*/ 220980 w 3219450"/>
                <a:gd name="connsiteY3957" fmla="*/ 976313 h 2495550"/>
                <a:gd name="connsiteX3958" fmla="*/ 214027 w 3219450"/>
                <a:gd name="connsiteY3958" fmla="*/ 980027 h 2495550"/>
                <a:gd name="connsiteX3959" fmla="*/ 213265 w 3219450"/>
                <a:gd name="connsiteY3959" fmla="*/ 980313 h 2495550"/>
                <a:gd name="connsiteX3960" fmla="*/ 212312 w 3219450"/>
                <a:gd name="connsiteY3960" fmla="*/ 980408 h 2495550"/>
                <a:gd name="connsiteX3961" fmla="*/ 209645 w 3219450"/>
                <a:gd name="connsiteY3961" fmla="*/ 980313 h 2495550"/>
                <a:gd name="connsiteX3962" fmla="*/ 205550 w 3219450"/>
                <a:gd name="connsiteY3962" fmla="*/ 981456 h 2495550"/>
                <a:gd name="connsiteX3963" fmla="*/ 204026 w 3219450"/>
                <a:gd name="connsiteY3963" fmla="*/ 981361 h 2495550"/>
                <a:gd name="connsiteX3964" fmla="*/ 202502 w 3219450"/>
                <a:gd name="connsiteY3964" fmla="*/ 980599 h 2495550"/>
                <a:gd name="connsiteX3965" fmla="*/ 199549 w 3219450"/>
                <a:gd name="connsiteY3965" fmla="*/ 979361 h 2495550"/>
                <a:gd name="connsiteX3966" fmla="*/ 196596 w 3219450"/>
                <a:gd name="connsiteY3966" fmla="*/ 978694 h 2495550"/>
                <a:gd name="connsiteX3967" fmla="*/ 194882 w 3219450"/>
                <a:gd name="connsiteY3967" fmla="*/ 978789 h 2495550"/>
                <a:gd name="connsiteX3968" fmla="*/ 191834 w 3219450"/>
                <a:gd name="connsiteY3968" fmla="*/ 979742 h 2495550"/>
                <a:gd name="connsiteX3969" fmla="*/ 185261 w 3219450"/>
                <a:gd name="connsiteY3969" fmla="*/ 979361 h 2495550"/>
                <a:gd name="connsiteX3970" fmla="*/ 183642 w 3219450"/>
                <a:gd name="connsiteY3970" fmla="*/ 978789 h 2495550"/>
                <a:gd name="connsiteX3971" fmla="*/ 180785 w 3219450"/>
                <a:gd name="connsiteY3971" fmla="*/ 977360 h 2495550"/>
                <a:gd name="connsiteX3972" fmla="*/ 179356 w 3219450"/>
                <a:gd name="connsiteY3972" fmla="*/ 977075 h 2495550"/>
                <a:gd name="connsiteX3973" fmla="*/ 173641 w 3219450"/>
                <a:gd name="connsiteY3973" fmla="*/ 978313 h 2495550"/>
                <a:gd name="connsiteX3974" fmla="*/ 171545 w 3219450"/>
                <a:gd name="connsiteY3974" fmla="*/ 979170 h 2495550"/>
                <a:gd name="connsiteX3975" fmla="*/ 170212 w 3219450"/>
                <a:gd name="connsiteY3975" fmla="*/ 980504 h 2495550"/>
                <a:gd name="connsiteX3976" fmla="*/ 169450 w 3219450"/>
                <a:gd name="connsiteY3976" fmla="*/ 981551 h 2495550"/>
                <a:gd name="connsiteX3977" fmla="*/ 167545 w 3219450"/>
                <a:gd name="connsiteY3977" fmla="*/ 982980 h 2495550"/>
                <a:gd name="connsiteX3978" fmla="*/ 166592 w 3219450"/>
                <a:gd name="connsiteY3978" fmla="*/ 983837 h 2495550"/>
                <a:gd name="connsiteX3979" fmla="*/ 166116 w 3219450"/>
                <a:gd name="connsiteY3979" fmla="*/ 985171 h 2495550"/>
                <a:gd name="connsiteX3980" fmla="*/ 166307 w 3219450"/>
                <a:gd name="connsiteY3980" fmla="*/ 986504 h 2495550"/>
                <a:gd name="connsiteX3981" fmla="*/ 166688 w 3219450"/>
                <a:gd name="connsiteY3981" fmla="*/ 987838 h 2495550"/>
                <a:gd name="connsiteX3982" fmla="*/ 166783 w 3219450"/>
                <a:gd name="connsiteY3982" fmla="*/ 989171 h 2495550"/>
                <a:gd name="connsiteX3983" fmla="*/ 166307 w 3219450"/>
                <a:gd name="connsiteY3983" fmla="*/ 990600 h 2495550"/>
                <a:gd name="connsiteX3984" fmla="*/ 165449 w 3219450"/>
                <a:gd name="connsiteY3984" fmla="*/ 991457 h 2495550"/>
                <a:gd name="connsiteX3985" fmla="*/ 163354 w 3219450"/>
                <a:gd name="connsiteY3985" fmla="*/ 992600 h 2495550"/>
                <a:gd name="connsiteX3986" fmla="*/ 161639 w 3219450"/>
                <a:gd name="connsiteY3986" fmla="*/ 994124 h 2495550"/>
                <a:gd name="connsiteX3987" fmla="*/ 160211 w 3219450"/>
                <a:gd name="connsiteY3987" fmla="*/ 996220 h 2495550"/>
                <a:gd name="connsiteX3988" fmla="*/ 159353 w 3219450"/>
                <a:gd name="connsiteY3988" fmla="*/ 998696 h 2495550"/>
                <a:gd name="connsiteX3989" fmla="*/ 158972 w 3219450"/>
                <a:gd name="connsiteY3989" fmla="*/ 1005745 h 2495550"/>
                <a:gd name="connsiteX3990" fmla="*/ 158782 w 3219450"/>
                <a:gd name="connsiteY3990" fmla="*/ 1006888 h 2495550"/>
                <a:gd name="connsiteX3991" fmla="*/ 158210 w 3219450"/>
                <a:gd name="connsiteY3991" fmla="*/ 1007840 h 2495550"/>
                <a:gd name="connsiteX3992" fmla="*/ 155448 w 3219450"/>
                <a:gd name="connsiteY3992" fmla="*/ 1010031 h 2495550"/>
                <a:gd name="connsiteX3993" fmla="*/ 154115 w 3219450"/>
                <a:gd name="connsiteY3993" fmla="*/ 1012126 h 2495550"/>
                <a:gd name="connsiteX3994" fmla="*/ 152400 w 3219450"/>
                <a:gd name="connsiteY3994" fmla="*/ 1016984 h 2495550"/>
                <a:gd name="connsiteX3995" fmla="*/ 151257 w 3219450"/>
                <a:gd name="connsiteY3995" fmla="*/ 1018985 h 2495550"/>
                <a:gd name="connsiteX3996" fmla="*/ 149828 w 3219450"/>
                <a:gd name="connsiteY3996" fmla="*/ 1020413 h 2495550"/>
                <a:gd name="connsiteX3997" fmla="*/ 145256 w 3219450"/>
                <a:gd name="connsiteY3997" fmla="*/ 1023461 h 2495550"/>
                <a:gd name="connsiteX3998" fmla="*/ 143542 w 3219450"/>
                <a:gd name="connsiteY3998" fmla="*/ 1025081 h 2495550"/>
                <a:gd name="connsiteX3999" fmla="*/ 142685 w 3219450"/>
                <a:gd name="connsiteY3999" fmla="*/ 1025366 h 2495550"/>
                <a:gd name="connsiteX4000" fmla="*/ 141923 w 3219450"/>
                <a:gd name="connsiteY4000" fmla="*/ 1024509 h 2495550"/>
                <a:gd name="connsiteX4001" fmla="*/ 141065 w 3219450"/>
                <a:gd name="connsiteY4001" fmla="*/ 1020223 h 2495550"/>
                <a:gd name="connsiteX4002" fmla="*/ 140589 w 3219450"/>
                <a:gd name="connsiteY4002" fmla="*/ 1019080 h 2495550"/>
                <a:gd name="connsiteX4003" fmla="*/ 139065 w 3219450"/>
                <a:gd name="connsiteY4003" fmla="*/ 1018604 h 2495550"/>
                <a:gd name="connsiteX4004" fmla="*/ 137541 w 3219450"/>
                <a:gd name="connsiteY4004" fmla="*/ 1020318 h 2495550"/>
                <a:gd name="connsiteX4005" fmla="*/ 135922 w 3219450"/>
                <a:gd name="connsiteY4005" fmla="*/ 1022509 h 2495550"/>
                <a:gd name="connsiteX4006" fmla="*/ 134112 w 3219450"/>
                <a:gd name="connsiteY4006" fmla="*/ 1023652 h 2495550"/>
                <a:gd name="connsiteX4007" fmla="*/ 133160 w 3219450"/>
                <a:gd name="connsiteY4007" fmla="*/ 1023461 h 2495550"/>
                <a:gd name="connsiteX4008" fmla="*/ 131159 w 3219450"/>
                <a:gd name="connsiteY4008" fmla="*/ 1022414 h 2495550"/>
                <a:gd name="connsiteX4009" fmla="*/ 130112 w 3219450"/>
                <a:gd name="connsiteY4009" fmla="*/ 1022128 h 2495550"/>
                <a:gd name="connsiteX4010" fmla="*/ 128778 w 3219450"/>
                <a:gd name="connsiteY4010" fmla="*/ 1022223 h 2495550"/>
                <a:gd name="connsiteX4011" fmla="*/ 124111 w 3219450"/>
                <a:gd name="connsiteY4011" fmla="*/ 1024509 h 2495550"/>
                <a:gd name="connsiteX4012" fmla="*/ 123444 w 3219450"/>
                <a:gd name="connsiteY4012" fmla="*/ 1025462 h 2495550"/>
                <a:gd name="connsiteX4013" fmla="*/ 122873 w 3219450"/>
                <a:gd name="connsiteY4013" fmla="*/ 1026605 h 2495550"/>
                <a:gd name="connsiteX4014" fmla="*/ 122015 w 3219450"/>
                <a:gd name="connsiteY4014" fmla="*/ 1027748 h 2495550"/>
                <a:gd name="connsiteX4015" fmla="*/ 120968 w 3219450"/>
                <a:gd name="connsiteY4015" fmla="*/ 1028414 h 2495550"/>
                <a:gd name="connsiteX4016" fmla="*/ 119825 w 3219450"/>
                <a:gd name="connsiteY4016" fmla="*/ 1028700 h 2495550"/>
                <a:gd name="connsiteX4017" fmla="*/ 118682 w 3219450"/>
                <a:gd name="connsiteY4017" fmla="*/ 1028605 h 2495550"/>
                <a:gd name="connsiteX4018" fmla="*/ 115253 w 3219450"/>
                <a:gd name="connsiteY4018" fmla="*/ 1027748 h 2495550"/>
                <a:gd name="connsiteX4019" fmla="*/ 114110 w 3219450"/>
                <a:gd name="connsiteY4019" fmla="*/ 1027652 h 2495550"/>
                <a:gd name="connsiteX4020" fmla="*/ 112967 w 3219450"/>
                <a:gd name="connsiteY4020" fmla="*/ 1027748 h 2495550"/>
                <a:gd name="connsiteX4021" fmla="*/ 110585 w 3219450"/>
                <a:gd name="connsiteY4021" fmla="*/ 1028795 h 2495550"/>
                <a:gd name="connsiteX4022" fmla="*/ 109347 w 3219450"/>
                <a:gd name="connsiteY4022" fmla="*/ 1028891 h 2495550"/>
                <a:gd name="connsiteX4023" fmla="*/ 108490 w 3219450"/>
                <a:gd name="connsiteY4023" fmla="*/ 1027938 h 2495550"/>
                <a:gd name="connsiteX4024" fmla="*/ 108014 w 3219450"/>
                <a:gd name="connsiteY4024" fmla="*/ 1026700 h 2495550"/>
                <a:gd name="connsiteX4025" fmla="*/ 107156 w 3219450"/>
                <a:gd name="connsiteY4025" fmla="*/ 1023652 h 2495550"/>
                <a:gd name="connsiteX4026" fmla="*/ 107061 w 3219450"/>
                <a:gd name="connsiteY4026" fmla="*/ 1022318 h 2495550"/>
                <a:gd name="connsiteX4027" fmla="*/ 107442 w 3219450"/>
                <a:gd name="connsiteY4027" fmla="*/ 1020985 h 2495550"/>
                <a:gd name="connsiteX4028" fmla="*/ 108109 w 3219450"/>
                <a:gd name="connsiteY4028" fmla="*/ 1020032 h 2495550"/>
                <a:gd name="connsiteX4029" fmla="*/ 108585 w 3219450"/>
                <a:gd name="connsiteY4029" fmla="*/ 1019080 h 2495550"/>
                <a:gd name="connsiteX4030" fmla="*/ 108490 w 3219450"/>
                <a:gd name="connsiteY4030" fmla="*/ 1017842 h 2495550"/>
                <a:gd name="connsiteX4031" fmla="*/ 108014 w 3219450"/>
                <a:gd name="connsiteY4031" fmla="*/ 1017080 h 2495550"/>
                <a:gd name="connsiteX4032" fmla="*/ 106490 w 3219450"/>
                <a:gd name="connsiteY4032" fmla="*/ 1015651 h 2495550"/>
                <a:gd name="connsiteX4033" fmla="*/ 105918 w 3219450"/>
                <a:gd name="connsiteY4033" fmla="*/ 1014794 h 2495550"/>
                <a:gd name="connsiteX4034" fmla="*/ 105537 w 3219450"/>
                <a:gd name="connsiteY4034" fmla="*/ 1013460 h 2495550"/>
                <a:gd name="connsiteX4035" fmla="*/ 105251 w 3219450"/>
                <a:gd name="connsiteY4035" fmla="*/ 1009555 h 2495550"/>
                <a:gd name="connsiteX4036" fmla="*/ 104299 w 3219450"/>
                <a:gd name="connsiteY4036" fmla="*/ 1006602 h 2495550"/>
                <a:gd name="connsiteX4037" fmla="*/ 102870 w 3219450"/>
                <a:gd name="connsiteY4037" fmla="*/ 1005173 h 2495550"/>
                <a:gd name="connsiteX4038" fmla="*/ 100965 w 3219450"/>
                <a:gd name="connsiteY4038" fmla="*/ 1005173 h 2495550"/>
                <a:gd name="connsiteX4039" fmla="*/ 98774 w 3219450"/>
                <a:gd name="connsiteY4039" fmla="*/ 1006507 h 2495550"/>
                <a:gd name="connsiteX4040" fmla="*/ 87249 w 3219450"/>
                <a:gd name="connsiteY4040" fmla="*/ 1015746 h 2495550"/>
                <a:gd name="connsiteX4041" fmla="*/ 86678 w 3219450"/>
                <a:gd name="connsiteY4041" fmla="*/ 1016032 h 2495550"/>
                <a:gd name="connsiteX4042" fmla="*/ 86106 w 3219450"/>
                <a:gd name="connsiteY4042" fmla="*/ 1016127 h 2495550"/>
                <a:gd name="connsiteX4043" fmla="*/ 85439 w 3219450"/>
                <a:gd name="connsiteY4043" fmla="*/ 1016413 h 2495550"/>
                <a:gd name="connsiteX4044" fmla="*/ 85154 w 3219450"/>
                <a:gd name="connsiteY4044" fmla="*/ 1016984 h 2495550"/>
                <a:gd name="connsiteX4045" fmla="*/ 84963 w 3219450"/>
                <a:gd name="connsiteY4045" fmla="*/ 1017651 h 2495550"/>
                <a:gd name="connsiteX4046" fmla="*/ 84582 w 3219450"/>
                <a:gd name="connsiteY4046" fmla="*/ 1018223 h 2495550"/>
                <a:gd name="connsiteX4047" fmla="*/ 83630 w 3219450"/>
                <a:gd name="connsiteY4047" fmla="*/ 1018413 h 2495550"/>
                <a:gd name="connsiteX4048" fmla="*/ 82677 w 3219450"/>
                <a:gd name="connsiteY4048" fmla="*/ 1017937 h 2495550"/>
                <a:gd name="connsiteX4049" fmla="*/ 81725 w 3219450"/>
                <a:gd name="connsiteY4049" fmla="*/ 1017270 h 2495550"/>
                <a:gd name="connsiteX4050" fmla="*/ 80772 w 3219450"/>
                <a:gd name="connsiteY4050" fmla="*/ 1016889 h 2495550"/>
                <a:gd name="connsiteX4051" fmla="*/ 79439 w 3219450"/>
                <a:gd name="connsiteY4051" fmla="*/ 1017080 h 2495550"/>
                <a:gd name="connsiteX4052" fmla="*/ 76867 w 3219450"/>
                <a:gd name="connsiteY4052" fmla="*/ 1018223 h 2495550"/>
                <a:gd name="connsiteX4053" fmla="*/ 75533 w 3219450"/>
                <a:gd name="connsiteY4053" fmla="*/ 1018413 h 2495550"/>
                <a:gd name="connsiteX4054" fmla="*/ 73628 w 3219450"/>
                <a:gd name="connsiteY4054" fmla="*/ 1018032 h 2495550"/>
                <a:gd name="connsiteX4055" fmla="*/ 71723 w 3219450"/>
                <a:gd name="connsiteY4055" fmla="*/ 1017175 h 2495550"/>
                <a:gd name="connsiteX4056" fmla="*/ 67151 w 3219450"/>
                <a:gd name="connsiteY4056" fmla="*/ 1014032 h 2495550"/>
                <a:gd name="connsiteX4057" fmla="*/ 65913 w 3219450"/>
                <a:gd name="connsiteY4057" fmla="*/ 1013460 h 2495550"/>
                <a:gd name="connsiteX4058" fmla="*/ 64770 w 3219450"/>
                <a:gd name="connsiteY4058" fmla="*/ 1013555 h 2495550"/>
                <a:gd name="connsiteX4059" fmla="*/ 64580 w 3219450"/>
                <a:gd name="connsiteY4059" fmla="*/ 1013841 h 2495550"/>
                <a:gd name="connsiteX4060" fmla="*/ 63913 w 3219450"/>
                <a:gd name="connsiteY4060" fmla="*/ 1014794 h 2495550"/>
                <a:gd name="connsiteX4061" fmla="*/ 63722 w 3219450"/>
                <a:gd name="connsiteY4061" fmla="*/ 1015460 h 2495550"/>
                <a:gd name="connsiteX4062" fmla="*/ 63627 w 3219450"/>
                <a:gd name="connsiteY4062" fmla="*/ 1015746 h 2495550"/>
                <a:gd name="connsiteX4063" fmla="*/ 63246 w 3219450"/>
                <a:gd name="connsiteY4063" fmla="*/ 1016984 h 2495550"/>
                <a:gd name="connsiteX4064" fmla="*/ 62579 w 3219450"/>
                <a:gd name="connsiteY4064" fmla="*/ 1018413 h 2495550"/>
                <a:gd name="connsiteX4065" fmla="*/ 62198 w 3219450"/>
                <a:gd name="connsiteY4065" fmla="*/ 1019842 h 2495550"/>
                <a:gd name="connsiteX4066" fmla="*/ 62579 w 3219450"/>
                <a:gd name="connsiteY4066" fmla="*/ 1020890 h 2495550"/>
                <a:gd name="connsiteX4067" fmla="*/ 65056 w 3219450"/>
                <a:gd name="connsiteY4067" fmla="*/ 1023176 h 2495550"/>
                <a:gd name="connsiteX4068" fmla="*/ 65723 w 3219450"/>
                <a:gd name="connsiteY4068" fmla="*/ 1024128 h 2495550"/>
                <a:gd name="connsiteX4069" fmla="*/ 66199 w 3219450"/>
                <a:gd name="connsiteY4069" fmla="*/ 1026414 h 2495550"/>
                <a:gd name="connsiteX4070" fmla="*/ 64580 w 3219450"/>
                <a:gd name="connsiteY4070" fmla="*/ 1026890 h 2495550"/>
                <a:gd name="connsiteX4071" fmla="*/ 60103 w 3219450"/>
                <a:gd name="connsiteY4071" fmla="*/ 1025747 h 2495550"/>
                <a:gd name="connsiteX4072" fmla="*/ 58960 w 3219450"/>
                <a:gd name="connsiteY4072" fmla="*/ 1025652 h 2495550"/>
                <a:gd name="connsiteX4073" fmla="*/ 57912 w 3219450"/>
                <a:gd name="connsiteY4073" fmla="*/ 1026128 h 2495550"/>
                <a:gd name="connsiteX4074" fmla="*/ 55245 w 3219450"/>
                <a:gd name="connsiteY4074" fmla="*/ 1028891 h 2495550"/>
                <a:gd name="connsiteX4075" fmla="*/ 54388 w 3219450"/>
                <a:gd name="connsiteY4075" fmla="*/ 1029557 h 2495550"/>
                <a:gd name="connsiteX4076" fmla="*/ 52292 w 3219450"/>
                <a:gd name="connsiteY4076" fmla="*/ 1030605 h 2495550"/>
                <a:gd name="connsiteX4077" fmla="*/ 50578 w 3219450"/>
                <a:gd name="connsiteY4077" fmla="*/ 1031939 h 2495550"/>
                <a:gd name="connsiteX4078" fmla="*/ 45911 w 3219450"/>
                <a:gd name="connsiteY4078" fmla="*/ 1037082 h 2495550"/>
                <a:gd name="connsiteX4079" fmla="*/ 40291 w 3219450"/>
                <a:gd name="connsiteY4079" fmla="*/ 1041654 h 2495550"/>
                <a:gd name="connsiteX4080" fmla="*/ 38386 w 3219450"/>
                <a:gd name="connsiteY4080" fmla="*/ 1042511 h 2495550"/>
                <a:gd name="connsiteX4081" fmla="*/ 36767 w 3219450"/>
                <a:gd name="connsiteY4081" fmla="*/ 1042797 h 2495550"/>
                <a:gd name="connsiteX4082" fmla="*/ 35147 w 3219450"/>
                <a:gd name="connsiteY4082" fmla="*/ 1042511 h 2495550"/>
                <a:gd name="connsiteX4083" fmla="*/ 33338 w 3219450"/>
                <a:gd name="connsiteY4083" fmla="*/ 1041845 h 2495550"/>
                <a:gd name="connsiteX4084" fmla="*/ 31528 w 3219450"/>
                <a:gd name="connsiteY4084" fmla="*/ 1041464 h 2495550"/>
                <a:gd name="connsiteX4085" fmla="*/ 29623 w 3219450"/>
                <a:gd name="connsiteY4085" fmla="*/ 1041654 h 2495550"/>
                <a:gd name="connsiteX4086" fmla="*/ 27813 w 3219450"/>
                <a:gd name="connsiteY4086" fmla="*/ 1042416 h 2495550"/>
                <a:gd name="connsiteX4087" fmla="*/ 26099 w 3219450"/>
                <a:gd name="connsiteY4087" fmla="*/ 1043559 h 2495550"/>
                <a:gd name="connsiteX4088" fmla="*/ 24384 w 3219450"/>
                <a:gd name="connsiteY4088" fmla="*/ 1044321 h 2495550"/>
                <a:gd name="connsiteX4089" fmla="*/ 20955 w 3219450"/>
                <a:gd name="connsiteY4089" fmla="*/ 1044797 h 2495550"/>
                <a:gd name="connsiteX4090" fmla="*/ 19526 w 3219450"/>
                <a:gd name="connsiteY4090" fmla="*/ 1045940 h 2495550"/>
                <a:gd name="connsiteX4091" fmla="*/ 18955 w 3219450"/>
                <a:gd name="connsiteY4091" fmla="*/ 1046607 h 2495550"/>
                <a:gd name="connsiteX4092" fmla="*/ 18479 w 3219450"/>
                <a:gd name="connsiteY4092" fmla="*/ 1047464 h 2495550"/>
                <a:gd name="connsiteX4093" fmla="*/ 18193 w 3219450"/>
                <a:gd name="connsiteY4093" fmla="*/ 1048322 h 2495550"/>
                <a:gd name="connsiteX4094" fmla="*/ 18098 w 3219450"/>
                <a:gd name="connsiteY4094" fmla="*/ 1049274 h 2495550"/>
                <a:gd name="connsiteX4095" fmla="*/ 17812 w 3219450"/>
                <a:gd name="connsiteY4095" fmla="*/ 1050893 h 2495550"/>
                <a:gd name="connsiteX4096" fmla="*/ 16955 w 3219450"/>
                <a:gd name="connsiteY4096" fmla="*/ 1052036 h 2495550"/>
                <a:gd name="connsiteX4097" fmla="*/ 15907 w 3219450"/>
                <a:gd name="connsiteY4097" fmla="*/ 1053084 h 2495550"/>
                <a:gd name="connsiteX4098" fmla="*/ 15145 w 3219450"/>
                <a:gd name="connsiteY4098" fmla="*/ 1054418 h 2495550"/>
                <a:gd name="connsiteX4099" fmla="*/ 14764 w 3219450"/>
                <a:gd name="connsiteY4099" fmla="*/ 1057275 h 2495550"/>
                <a:gd name="connsiteX4100" fmla="*/ 14478 w 3219450"/>
                <a:gd name="connsiteY4100" fmla="*/ 1058037 h 2495550"/>
                <a:gd name="connsiteX4101" fmla="*/ 14097 w 3219450"/>
                <a:gd name="connsiteY4101" fmla="*/ 1058609 h 2495550"/>
                <a:gd name="connsiteX4102" fmla="*/ 12573 w 3219450"/>
                <a:gd name="connsiteY4102" fmla="*/ 1059847 h 2495550"/>
                <a:gd name="connsiteX4103" fmla="*/ 11906 w 3219450"/>
                <a:gd name="connsiteY4103" fmla="*/ 1060799 h 2495550"/>
                <a:gd name="connsiteX4104" fmla="*/ 11430 w 3219450"/>
                <a:gd name="connsiteY4104" fmla="*/ 1062038 h 2495550"/>
                <a:gd name="connsiteX4105" fmla="*/ 11240 w 3219450"/>
                <a:gd name="connsiteY4105" fmla="*/ 1063371 h 2495550"/>
                <a:gd name="connsiteX4106" fmla="*/ 11335 w 3219450"/>
                <a:gd name="connsiteY4106" fmla="*/ 1064705 h 2495550"/>
                <a:gd name="connsiteX4107" fmla="*/ 11811 w 3219450"/>
                <a:gd name="connsiteY4107" fmla="*/ 1066038 h 2495550"/>
                <a:gd name="connsiteX4108" fmla="*/ 12478 w 3219450"/>
                <a:gd name="connsiteY4108" fmla="*/ 1066514 h 2495550"/>
                <a:gd name="connsiteX4109" fmla="*/ 13335 w 3219450"/>
                <a:gd name="connsiteY4109" fmla="*/ 1066705 h 2495550"/>
                <a:gd name="connsiteX4110" fmla="*/ 14383 w 3219450"/>
                <a:gd name="connsiteY4110" fmla="*/ 1067372 h 2495550"/>
                <a:gd name="connsiteX4111" fmla="*/ 15145 w 3219450"/>
                <a:gd name="connsiteY4111" fmla="*/ 1068610 h 2495550"/>
                <a:gd name="connsiteX4112" fmla="*/ 15431 w 3219450"/>
                <a:gd name="connsiteY4112" fmla="*/ 1070039 h 2495550"/>
                <a:gd name="connsiteX4113" fmla="*/ 15716 w 3219450"/>
                <a:gd name="connsiteY4113" fmla="*/ 1072991 h 2495550"/>
                <a:gd name="connsiteX4114" fmla="*/ 16859 w 3219450"/>
                <a:gd name="connsiteY4114" fmla="*/ 1076611 h 2495550"/>
                <a:gd name="connsiteX4115" fmla="*/ 16574 w 3219450"/>
                <a:gd name="connsiteY4115" fmla="*/ 1077373 h 2495550"/>
                <a:gd name="connsiteX4116" fmla="*/ 15431 w 3219450"/>
                <a:gd name="connsiteY4116" fmla="*/ 1078135 h 2495550"/>
                <a:gd name="connsiteX4117" fmla="*/ 14573 w 3219450"/>
                <a:gd name="connsiteY4117" fmla="*/ 1078802 h 2495550"/>
                <a:gd name="connsiteX4118" fmla="*/ 13907 w 3219450"/>
                <a:gd name="connsiteY4118" fmla="*/ 1079754 h 2495550"/>
                <a:gd name="connsiteX4119" fmla="*/ 13335 w 3219450"/>
                <a:gd name="connsiteY4119" fmla="*/ 1081278 h 2495550"/>
                <a:gd name="connsiteX4120" fmla="*/ 12764 w 3219450"/>
                <a:gd name="connsiteY4120" fmla="*/ 1083659 h 2495550"/>
                <a:gd name="connsiteX4121" fmla="*/ 12287 w 3219450"/>
                <a:gd name="connsiteY4121" fmla="*/ 1084612 h 2495550"/>
                <a:gd name="connsiteX4122" fmla="*/ 11335 w 3219450"/>
                <a:gd name="connsiteY4122" fmla="*/ 1085088 h 2495550"/>
                <a:gd name="connsiteX4123" fmla="*/ 1429 w 3219450"/>
                <a:gd name="connsiteY4123" fmla="*/ 1086422 h 2495550"/>
                <a:gd name="connsiteX4124" fmla="*/ 1429 w 3219450"/>
                <a:gd name="connsiteY4124" fmla="*/ 1087755 h 2495550"/>
                <a:gd name="connsiteX4125" fmla="*/ 2000 w 3219450"/>
                <a:gd name="connsiteY4125" fmla="*/ 1091660 h 2495550"/>
                <a:gd name="connsiteX4126" fmla="*/ 2096 w 3219450"/>
                <a:gd name="connsiteY4126" fmla="*/ 1093089 h 2495550"/>
                <a:gd name="connsiteX4127" fmla="*/ 2000 w 3219450"/>
                <a:gd name="connsiteY4127" fmla="*/ 1094137 h 2495550"/>
                <a:gd name="connsiteX4128" fmla="*/ 381 w 3219450"/>
                <a:gd name="connsiteY4128" fmla="*/ 1098899 h 2495550"/>
                <a:gd name="connsiteX4129" fmla="*/ 0 w 3219450"/>
                <a:gd name="connsiteY4129" fmla="*/ 1100900 h 2495550"/>
                <a:gd name="connsiteX4130" fmla="*/ 286 w 3219450"/>
                <a:gd name="connsiteY4130" fmla="*/ 1102805 h 2495550"/>
                <a:gd name="connsiteX4131" fmla="*/ 1524 w 3219450"/>
                <a:gd name="connsiteY4131" fmla="*/ 1104995 h 2495550"/>
                <a:gd name="connsiteX4132" fmla="*/ 3715 w 3219450"/>
                <a:gd name="connsiteY4132" fmla="*/ 1107186 h 2495550"/>
                <a:gd name="connsiteX4133" fmla="*/ 4191 w 3219450"/>
                <a:gd name="connsiteY4133" fmla="*/ 1108139 h 2495550"/>
                <a:gd name="connsiteX4134" fmla="*/ 4667 w 3219450"/>
                <a:gd name="connsiteY4134" fmla="*/ 1110425 h 2495550"/>
                <a:gd name="connsiteX4135" fmla="*/ 4953 w 3219450"/>
                <a:gd name="connsiteY4135" fmla="*/ 1111472 h 2495550"/>
                <a:gd name="connsiteX4136" fmla="*/ 5525 w 3219450"/>
                <a:gd name="connsiteY4136" fmla="*/ 1112330 h 2495550"/>
                <a:gd name="connsiteX4137" fmla="*/ 8668 w 3219450"/>
                <a:gd name="connsiteY4137" fmla="*/ 1114711 h 2495550"/>
                <a:gd name="connsiteX4138" fmla="*/ 10382 w 3219450"/>
                <a:gd name="connsiteY4138" fmla="*/ 1116616 h 2495550"/>
                <a:gd name="connsiteX4139" fmla="*/ 11144 w 3219450"/>
                <a:gd name="connsiteY4139" fmla="*/ 1117092 h 2495550"/>
                <a:gd name="connsiteX4140" fmla="*/ 11716 w 3219450"/>
                <a:gd name="connsiteY4140" fmla="*/ 1118235 h 2495550"/>
                <a:gd name="connsiteX4141" fmla="*/ 11906 w 3219450"/>
                <a:gd name="connsiteY4141" fmla="*/ 1119378 h 2495550"/>
                <a:gd name="connsiteX4142" fmla="*/ 11621 w 3219450"/>
                <a:gd name="connsiteY4142" fmla="*/ 1120426 h 2495550"/>
                <a:gd name="connsiteX4143" fmla="*/ 10859 w 3219450"/>
                <a:gd name="connsiteY4143" fmla="*/ 1121283 h 2495550"/>
                <a:gd name="connsiteX4144" fmla="*/ 9716 w 3219450"/>
                <a:gd name="connsiteY4144" fmla="*/ 1121664 h 2495550"/>
                <a:gd name="connsiteX4145" fmla="*/ 7144 w 3219450"/>
                <a:gd name="connsiteY4145" fmla="*/ 1121664 h 2495550"/>
                <a:gd name="connsiteX4146" fmla="*/ 5906 w 3219450"/>
                <a:gd name="connsiteY4146" fmla="*/ 1122236 h 2495550"/>
                <a:gd name="connsiteX4147" fmla="*/ 5144 w 3219450"/>
                <a:gd name="connsiteY4147" fmla="*/ 1122998 h 2495550"/>
                <a:gd name="connsiteX4148" fmla="*/ 4382 w 3219450"/>
                <a:gd name="connsiteY4148" fmla="*/ 1124045 h 2495550"/>
                <a:gd name="connsiteX4149" fmla="*/ 4001 w 3219450"/>
                <a:gd name="connsiteY4149" fmla="*/ 1125284 h 2495550"/>
                <a:gd name="connsiteX4150" fmla="*/ 4191 w 3219450"/>
                <a:gd name="connsiteY4150" fmla="*/ 1126522 h 2495550"/>
                <a:gd name="connsiteX4151" fmla="*/ 4858 w 3219450"/>
                <a:gd name="connsiteY4151" fmla="*/ 1127474 h 2495550"/>
                <a:gd name="connsiteX4152" fmla="*/ 6382 w 3219450"/>
                <a:gd name="connsiteY4152" fmla="*/ 1129189 h 2495550"/>
                <a:gd name="connsiteX4153" fmla="*/ 6953 w 3219450"/>
                <a:gd name="connsiteY4153" fmla="*/ 1130141 h 2495550"/>
                <a:gd name="connsiteX4154" fmla="*/ 7144 w 3219450"/>
                <a:gd name="connsiteY4154" fmla="*/ 1131475 h 2495550"/>
                <a:gd name="connsiteX4155" fmla="*/ 6763 w 3219450"/>
                <a:gd name="connsiteY4155" fmla="*/ 1134427 h 2495550"/>
                <a:gd name="connsiteX4156" fmla="*/ 6953 w 3219450"/>
                <a:gd name="connsiteY4156" fmla="*/ 1135475 h 2495550"/>
                <a:gd name="connsiteX4157" fmla="*/ 8858 w 3219450"/>
                <a:gd name="connsiteY4157" fmla="*/ 1138619 h 2495550"/>
                <a:gd name="connsiteX4158" fmla="*/ 9239 w 3219450"/>
                <a:gd name="connsiteY4158" fmla="*/ 1139571 h 2495550"/>
                <a:gd name="connsiteX4159" fmla="*/ 9716 w 3219450"/>
                <a:gd name="connsiteY4159" fmla="*/ 1142333 h 2495550"/>
                <a:gd name="connsiteX4160" fmla="*/ 10192 w 3219450"/>
                <a:gd name="connsiteY4160" fmla="*/ 1143381 h 2495550"/>
                <a:gd name="connsiteX4161" fmla="*/ 11240 w 3219450"/>
                <a:gd name="connsiteY4161" fmla="*/ 1144429 h 2495550"/>
                <a:gd name="connsiteX4162" fmla="*/ 12097 w 3219450"/>
                <a:gd name="connsiteY4162" fmla="*/ 1145000 h 2495550"/>
                <a:gd name="connsiteX4163" fmla="*/ 14002 w 3219450"/>
                <a:gd name="connsiteY4163" fmla="*/ 1145762 h 2495550"/>
                <a:gd name="connsiteX4164" fmla="*/ 14954 w 3219450"/>
                <a:gd name="connsiteY4164" fmla="*/ 1146239 h 2495550"/>
                <a:gd name="connsiteX4165" fmla="*/ 16574 w 3219450"/>
                <a:gd name="connsiteY4165" fmla="*/ 1147667 h 2495550"/>
                <a:gd name="connsiteX4166" fmla="*/ 17431 w 3219450"/>
                <a:gd name="connsiteY4166" fmla="*/ 1148144 h 2495550"/>
                <a:gd name="connsiteX4167" fmla="*/ 22479 w 3219450"/>
                <a:gd name="connsiteY4167" fmla="*/ 1148334 h 2495550"/>
                <a:gd name="connsiteX4168" fmla="*/ 23336 w 3219450"/>
                <a:gd name="connsiteY4168" fmla="*/ 1148144 h 2495550"/>
                <a:gd name="connsiteX4169" fmla="*/ 24003 w 3219450"/>
                <a:gd name="connsiteY4169" fmla="*/ 1147001 h 2495550"/>
                <a:gd name="connsiteX4170" fmla="*/ 23622 w 3219450"/>
                <a:gd name="connsiteY4170" fmla="*/ 1145953 h 2495550"/>
                <a:gd name="connsiteX4171" fmla="*/ 22955 w 3219450"/>
                <a:gd name="connsiteY4171" fmla="*/ 1144810 h 2495550"/>
                <a:gd name="connsiteX4172" fmla="*/ 22955 w 3219450"/>
                <a:gd name="connsiteY4172" fmla="*/ 1143476 h 2495550"/>
                <a:gd name="connsiteX4173" fmla="*/ 23336 w 3219450"/>
                <a:gd name="connsiteY4173" fmla="*/ 1143095 h 2495550"/>
                <a:gd name="connsiteX4174" fmla="*/ 25432 w 3219450"/>
                <a:gd name="connsiteY4174" fmla="*/ 1142429 h 2495550"/>
                <a:gd name="connsiteX4175" fmla="*/ 25813 w 3219450"/>
                <a:gd name="connsiteY4175" fmla="*/ 1141952 h 2495550"/>
                <a:gd name="connsiteX4176" fmla="*/ 25908 w 3219450"/>
                <a:gd name="connsiteY4176" fmla="*/ 1141381 h 2495550"/>
                <a:gd name="connsiteX4177" fmla="*/ 25908 w 3219450"/>
                <a:gd name="connsiteY4177" fmla="*/ 1140809 h 2495550"/>
                <a:gd name="connsiteX4178" fmla="*/ 26003 w 3219450"/>
                <a:gd name="connsiteY4178" fmla="*/ 1140238 h 2495550"/>
                <a:gd name="connsiteX4179" fmla="*/ 26765 w 3219450"/>
                <a:gd name="connsiteY4179" fmla="*/ 1139095 h 2495550"/>
                <a:gd name="connsiteX4180" fmla="*/ 27527 w 3219450"/>
                <a:gd name="connsiteY4180" fmla="*/ 1138619 h 2495550"/>
                <a:gd name="connsiteX4181" fmla="*/ 28385 w 3219450"/>
                <a:gd name="connsiteY4181" fmla="*/ 1138619 h 2495550"/>
                <a:gd name="connsiteX4182" fmla="*/ 31623 w 3219450"/>
                <a:gd name="connsiteY4182" fmla="*/ 1139762 h 2495550"/>
                <a:gd name="connsiteX4183" fmla="*/ 32671 w 3219450"/>
                <a:gd name="connsiteY4183" fmla="*/ 1139952 h 2495550"/>
                <a:gd name="connsiteX4184" fmla="*/ 33814 w 3219450"/>
                <a:gd name="connsiteY4184" fmla="*/ 1139952 h 2495550"/>
                <a:gd name="connsiteX4185" fmla="*/ 37529 w 3219450"/>
                <a:gd name="connsiteY4185" fmla="*/ 1138714 h 2495550"/>
                <a:gd name="connsiteX4186" fmla="*/ 38672 w 3219450"/>
                <a:gd name="connsiteY4186" fmla="*/ 1138904 h 2495550"/>
                <a:gd name="connsiteX4187" fmla="*/ 46196 w 3219450"/>
                <a:gd name="connsiteY4187" fmla="*/ 1142619 h 2495550"/>
                <a:gd name="connsiteX4188" fmla="*/ 55150 w 3219450"/>
                <a:gd name="connsiteY4188" fmla="*/ 1146048 h 2495550"/>
                <a:gd name="connsiteX4189" fmla="*/ 56102 w 3219450"/>
                <a:gd name="connsiteY4189" fmla="*/ 1146810 h 2495550"/>
                <a:gd name="connsiteX4190" fmla="*/ 56864 w 3219450"/>
                <a:gd name="connsiteY4190" fmla="*/ 1147763 h 2495550"/>
                <a:gd name="connsiteX4191" fmla="*/ 57722 w 3219450"/>
                <a:gd name="connsiteY4191" fmla="*/ 1148525 h 2495550"/>
                <a:gd name="connsiteX4192" fmla="*/ 58960 w 3219450"/>
                <a:gd name="connsiteY4192" fmla="*/ 1148715 h 2495550"/>
                <a:gd name="connsiteX4193" fmla="*/ 60198 w 3219450"/>
                <a:gd name="connsiteY4193" fmla="*/ 1148620 h 2495550"/>
                <a:gd name="connsiteX4194" fmla="*/ 61151 w 3219450"/>
                <a:gd name="connsiteY4194" fmla="*/ 1148810 h 2495550"/>
                <a:gd name="connsiteX4195" fmla="*/ 62008 w 3219450"/>
                <a:gd name="connsiteY4195" fmla="*/ 1149477 h 2495550"/>
                <a:gd name="connsiteX4196" fmla="*/ 62865 w 3219450"/>
                <a:gd name="connsiteY4196" fmla="*/ 1150620 h 2495550"/>
                <a:gd name="connsiteX4197" fmla="*/ 62865 w 3219450"/>
                <a:gd name="connsiteY4197" fmla="*/ 1150620 h 2495550"/>
                <a:gd name="connsiteX4198" fmla="*/ 62865 w 3219450"/>
                <a:gd name="connsiteY4198" fmla="*/ 1150620 h 2495550"/>
                <a:gd name="connsiteX4199" fmla="*/ 62865 w 3219450"/>
                <a:gd name="connsiteY4199" fmla="*/ 1150620 h 2495550"/>
                <a:gd name="connsiteX4200" fmla="*/ 63341 w 3219450"/>
                <a:gd name="connsiteY4200" fmla="*/ 1151382 h 2495550"/>
                <a:gd name="connsiteX4201" fmla="*/ 63722 w 3219450"/>
                <a:gd name="connsiteY4201" fmla="*/ 1151763 h 2495550"/>
                <a:gd name="connsiteX4202" fmla="*/ 64675 w 3219450"/>
                <a:gd name="connsiteY4202" fmla="*/ 1152335 h 2495550"/>
                <a:gd name="connsiteX4203" fmla="*/ 65056 w 3219450"/>
                <a:gd name="connsiteY4203" fmla="*/ 1152716 h 2495550"/>
                <a:gd name="connsiteX4204" fmla="*/ 65246 w 3219450"/>
                <a:gd name="connsiteY4204" fmla="*/ 1153287 h 2495550"/>
                <a:gd name="connsiteX4205" fmla="*/ 65342 w 3219450"/>
                <a:gd name="connsiteY4205" fmla="*/ 1153954 h 2495550"/>
                <a:gd name="connsiteX4206" fmla="*/ 65723 w 3219450"/>
                <a:gd name="connsiteY4206" fmla="*/ 1155859 h 2495550"/>
                <a:gd name="connsiteX4207" fmla="*/ 65723 w 3219450"/>
                <a:gd name="connsiteY4207" fmla="*/ 1157192 h 2495550"/>
                <a:gd name="connsiteX4208" fmla="*/ 65437 w 3219450"/>
                <a:gd name="connsiteY4208" fmla="*/ 1158431 h 2495550"/>
                <a:gd name="connsiteX4209" fmla="*/ 64865 w 3219450"/>
                <a:gd name="connsiteY4209" fmla="*/ 1159478 h 2495550"/>
                <a:gd name="connsiteX4210" fmla="*/ 62675 w 3219450"/>
                <a:gd name="connsiteY4210" fmla="*/ 1161955 h 2495550"/>
                <a:gd name="connsiteX4211" fmla="*/ 62198 w 3219450"/>
                <a:gd name="connsiteY4211" fmla="*/ 1163002 h 2495550"/>
                <a:gd name="connsiteX4212" fmla="*/ 62008 w 3219450"/>
                <a:gd name="connsiteY4212" fmla="*/ 1164241 h 2495550"/>
                <a:gd name="connsiteX4213" fmla="*/ 62008 w 3219450"/>
                <a:gd name="connsiteY4213" fmla="*/ 1170623 h 2495550"/>
                <a:gd name="connsiteX4214" fmla="*/ 63056 w 3219450"/>
                <a:gd name="connsiteY4214" fmla="*/ 1178243 h 2495550"/>
                <a:gd name="connsiteX4215" fmla="*/ 64103 w 3219450"/>
                <a:gd name="connsiteY4215" fmla="*/ 1180148 h 2495550"/>
                <a:gd name="connsiteX4216" fmla="*/ 67818 w 3219450"/>
                <a:gd name="connsiteY4216" fmla="*/ 1182243 h 2495550"/>
                <a:gd name="connsiteX4217" fmla="*/ 68485 w 3219450"/>
                <a:gd name="connsiteY4217" fmla="*/ 1184053 h 2495550"/>
                <a:gd name="connsiteX4218" fmla="*/ 68294 w 3219450"/>
                <a:gd name="connsiteY4218" fmla="*/ 1188244 h 2495550"/>
                <a:gd name="connsiteX4219" fmla="*/ 68390 w 3219450"/>
                <a:gd name="connsiteY4219" fmla="*/ 1190054 h 2495550"/>
                <a:gd name="connsiteX4220" fmla="*/ 68390 w 3219450"/>
                <a:gd name="connsiteY4220" fmla="*/ 1190530 h 2495550"/>
                <a:gd name="connsiteX4221" fmla="*/ 68580 w 3219450"/>
                <a:gd name="connsiteY4221" fmla="*/ 1190911 h 2495550"/>
                <a:gd name="connsiteX4222" fmla="*/ 69152 w 3219450"/>
                <a:gd name="connsiteY4222" fmla="*/ 1191292 h 2495550"/>
                <a:gd name="connsiteX4223" fmla="*/ 69628 w 3219450"/>
                <a:gd name="connsiteY4223" fmla="*/ 1191673 h 2495550"/>
                <a:gd name="connsiteX4224" fmla="*/ 69533 w 3219450"/>
                <a:gd name="connsiteY4224" fmla="*/ 1192149 h 2495550"/>
                <a:gd name="connsiteX4225" fmla="*/ 68675 w 3219450"/>
                <a:gd name="connsiteY4225" fmla="*/ 1193578 h 2495550"/>
                <a:gd name="connsiteX4226" fmla="*/ 68294 w 3219450"/>
                <a:gd name="connsiteY4226" fmla="*/ 1193768 h 2495550"/>
                <a:gd name="connsiteX4227" fmla="*/ 68104 w 3219450"/>
                <a:gd name="connsiteY4227" fmla="*/ 1194149 h 2495550"/>
                <a:gd name="connsiteX4228" fmla="*/ 68294 w 3219450"/>
                <a:gd name="connsiteY4228" fmla="*/ 1195006 h 2495550"/>
                <a:gd name="connsiteX4229" fmla="*/ 68580 w 3219450"/>
                <a:gd name="connsiteY4229" fmla="*/ 1195483 h 2495550"/>
                <a:gd name="connsiteX4230" fmla="*/ 68961 w 3219450"/>
                <a:gd name="connsiteY4230" fmla="*/ 1195864 h 2495550"/>
                <a:gd name="connsiteX4231" fmla="*/ 71628 w 3219450"/>
                <a:gd name="connsiteY4231" fmla="*/ 1197388 h 2495550"/>
                <a:gd name="connsiteX4232" fmla="*/ 72295 w 3219450"/>
                <a:gd name="connsiteY4232" fmla="*/ 1198055 h 2495550"/>
                <a:gd name="connsiteX4233" fmla="*/ 72485 w 3219450"/>
                <a:gd name="connsiteY4233" fmla="*/ 1199293 h 2495550"/>
                <a:gd name="connsiteX4234" fmla="*/ 72295 w 3219450"/>
                <a:gd name="connsiteY4234" fmla="*/ 1199960 h 2495550"/>
                <a:gd name="connsiteX4235" fmla="*/ 71914 w 3219450"/>
                <a:gd name="connsiteY4235" fmla="*/ 1200626 h 2495550"/>
                <a:gd name="connsiteX4236" fmla="*/ 71057 w 3219450"/>
                <a:gd name="connsiteY4236" fmla="*/ 1201769 h 2495550"/>
                <a:gd name="connsiteX4237" fmla="*/ 70676 w 3219450"/>
                <a:gd name="connsiteY4237" fmla="*/ 1202341 h 2495550"/>
                <a:gd name="connsiteX4238" fmla="*/ 70485 w 3219450"/>
                <a:gd name="connsiteY4238" fmla="*/ 1202912 h 2495550"/>
                <a:gd name="connsiteX4239" fmla="*/ 70390 w 3219450"/>
                <a:gd name="connsiteY4239" fmla="*/ 1203484 h 2495550"/>
                <a:gd name="connsiteX4240" fmla="*/ 70199 w 3219450"/>
                <a:gd name="connsiteY4240" fmla="*/ 1204055 h 2495550"/>
                <a:gd name="connsiteX4241" fmla="*/ 69533 w 3219450"/>
                <a:gd name="connsiteY4241" fmla="*/ 1205008 h 2495550"/>
                <a:gd name="connsiteX4242" fmla="*/ 68771 w 3219450"/>
                <a:gd name="connsiteY4242" fmla="*/ 1205865 h 2495550"/>
                <a:gd name="connsiteX4243" fmla="*/ 68199 w 3219450"/>
                <a:gd name="connsiteY4243" fmla="*/ 1206818 h 2495550"/>
                <a:gd name="connsiteX4244" fmla="*/ 68009 w 3219450"/>
                <a:gd name="connsiteY4244" fmla="*/ 1208056 h 2495550"/>
                <a:gd name="connsiteX4245" fmla="*/ 68485 w 3219450"/>
                <a:gd name="connsiteY4245" fmla="*/ 1210342 h 2495550"/>
                <a:gd name="connsiteX4246" fmla="*/ 69723 w 3219450"/>
                <a:gd name="connsiteY4246" fmla="*/ 1212247 h 2495550"/>
                <a:gd name="connsiteX4247" fmla="*/ 71342 w 3219450"/>
                <a:gd name="connsiteY4247" fmla="*/ 1213676 h 2495550"/>
                <a:gd name="connsiteX4248" fmla="*/ 76105 w 3219450"/>
                <a:gd name="connsiteY4248" fmla="*/ 1216438 h 2495550"/>
                <a:gd name="connsiteX4249" fmla="*/ 77057 w 3219450"/>
                <a:gd name="connsiteY4249" fmla="*/ 1217295 h 2495550"/>
                <a:gd name="connsiteX4250" fmla="*/ 79724 w 3219450"/>
                <a:gd name="connsiteY4250" fmla="*/ 1220819 h 2495550"/>
                <a:gd name="connsiteX4251" fmla="*/ 81248 w 3219450"/>
                <a:gd name="connsiteY4251" fmla="*/ 1222248 h 2495550"/>
                <a:gd name="connsiteX4252" fmla="*/ 82868 w 3219450"/>
                <a:gd name="connsiteY4252" fmla="*/ 1223391 h 2495550"/>
                <a:gd name="connsiteX4253" fmla="*/ 80296 w 3219450"/>
                <a:gd name="connsiteY4253" fmla="*/ 1224248 h 2495550"/>
                <a:gd name="connsiteX4254" fmla="*/ 79058 w 3219450"/>
                <a:gd name="connsiteY4254" fmla="*/ 1224820 h 2495550"/>
                <a:gd name="connsiteX4255" fmla="*/ 78391 w 3219450"/>
                <a:gd name="connsiteY4255" fmla="*/ 1225963 h 2495550"/>
                <a:gd name="connsiteX4256" fmla="*/ 78296 w 3219450"/>
                <a:gd name="connsiteY4256" fmla="*/ 1228439 h 2495550"/>
                <a:gd name="connsiteX4257" fmla="*/ 77819 w 3219450"/>
                <a:gd name="connsiteY4257" fmla="*/ 1229201 h 2495550"/>
                <a:gd name="connsiteX4258" fmla="*/ 72962 w 3219450"/>
                <a:gd name="connsiteY4258" fmla="*/ 1231011 h 2495550"/>
                <a:gd name="connsiteX4259" fmla="*/ 71723 w 3219450"/>
                <a:gd name="connsiteY4259" fmla="*/ 1231202 h 2495550"/>
                <a:gd name="connsiteX4260" fmla="*/ 70771 w 3219450"/>
                <a:gd name="connsiteY4260" fmla="*/ 1231773 h 2495550"/>
                <a:gd name="connsiteX4261" fmla="*/ 70295 w 3219450"/>
                <a:gd name="connsiteY4261" fmla="*/ 1232916 h 2495550"/>
                <a:gd name="connsiteX4262" fmla="*/ 69723 w 3219450"/>
                <a:gd name="connsiteY4262" fmla="*/ 1233964 h 2495550"/>
                <a:gd name="connsiteX4263" fmla="*/ 68675 w 3219450"/>
                <a:gd name="connsiteY4263" fmla="*/ 1234440 h 2495550"/>
                <a:gd name="connsiteX4264" fmla="*/ 64484 w 3219450"/>
                <a:gd name="connsiteY4264" fmla="*/ 1235488 h 2495550"/>
                <a:gd name="connsiteX4265" fmla="*/ 63437 w 3219450"/>
                <a:gd name="connsiteY4265" fmla="*/ 1235583 h 2495550"/>
                <a:gd name="connsiteX4266" fmla="*/ 62865 w 3219450"/>
                <a:gd name="connsiteY4266" fmla="*/ 1235202 h 2495550"/>
                <a:gd name="connsiteX4267" fmla="*/ 60770 w 3219450"/>
                <a:gd name="connsiteY4267" fmla="*/ 1230630 h 2495550"/>
                <a:gd name="connsiteX4268" fmla="*/ 60389 w 3219450"/>
                <a:gd name="connsiteY4268" fmla="*/ 1230154 h 2495550"/>
                <a:gd name="connsiteX4269" fmla="*/ 59531 w 3219450"/>
                <a:gd name="connsiteY4269" fmla="*/ 1230059 h 2495550"/>
                <a:gd name="connsiteX4270" fmla="*/ 58865 w 3219450"/>
                <a:gd name="connsiteY4270" fmla="*/ 1230535 h 2495550"/>
                <a:gd name="connsiteX4271" fmla="*/ 58293 w 3219450"/>
                <a:gd name="connsiteY4271" fmla="*/ 1231202 h 2495550"/>
                <a:gd name="connsiteX4272" fmla="*/ 57055 w 3219450"/>
                <a:gd name="connsiteY4272" fmla="*/ 1232249 h 2495550"/>
                <a:gd name="connsiteX4273" fmla="*/ 56769 w 3219450"/>
                <a:gd name="connsiteY4273" fmla="*/ 1232440 h 2495550"/>
                <a:gd name="connsiteX4274" fmla="*/ 55721 w 3219450"/>
                <a:gd name="connsiteY4274" fmla="*/ 1232535 h 2495550"/>
                <a:gd name="connsiteX4275" fmla="*/ 55436 w 3219450"/>
                <a:gd name="connsiteY4275" fmla="*/ 1232821 h 2495550"/>
                <a:gd name="connsiteX4276" fmla="*/ 55245 w 3219450"/>
                <a:gd name="connsiteY4276" fmla="*/ 1233202 h 2495550"/>
                <a:gd name="connsiteX4277" fmla="*/ 54578 w 3219450"/>
                <a:gd name="connsiteY4277" fmla="*/ 1233869 h 2495550"/>
                <a:gd name="connsiteX4278" fmla="*/ 54388 w 3219450"/>
                <a:gd name="connsiteY4278" fmla="*/ 1234154 h 2495550"/>
                <a:gd name="connsiteX4279" fmla="*/ 54197 w 3219450"/>
                <a:gd name="connsiteY4279" fmla="*/ 1234345 h 2495550"/>
                <a:gd name="connsiteX4280" fmla="*/ 53721 w 3219450"/>
                <a:gd name="connsiteY4280" fmla="*/ 1234535 h 2495550"/>
                <a:gd name="connsiteX4281" fmla="*/ 53435 w 3219450"/>
                <a:gd name="connsiteY4281" fmla="*/ 1234440 h 2495550"/>
                <a:gd name="connsiteX4282" fmla="*/ 52769 w 3219450"/>
                <a:gd name="connsiteY4282" fmla="*/ 1233773 h 2495550"/>
                <a:gd name="connsiteX4283" fmla="*/ 52388 w 3219450"/>
                <a:gd name="connsiteY4283" fmla="*/ 1233583 h 2495550"/>
                <a:gd name="connsiteX4284" fmla="*/ 51626 w 3219450"/>
                <a:gd name="connsiteY4284" fmla="*/ 1233678 h 2495550"/>
                <a:gd name="connsiteX4285" fmla="*/ 49340 w 3219450"/>
                <a:gd name="connsiteY4285" fmla="*/ 1234345 h 2495550"/>
                <a:gd name="connsiteX4286" fmla="*/ 47625 w 3219450"/>
                <a:gd name="connsiteY4286" fmla="*/ 1234345 h 2495550"/>
                <a:gd name="connsiteX4287" fmla="*/ 46958 w 3219450"/>
                <a:gd name="connsiteY4287" fmla="*/ 1234726 h 2495550"/>
                <a:gd name="connsiteX4288" fmla="*/ 46387 w 3219450"/>
                <a:gd name="connsiteY4288" fmla="*/ 1235774 h 2495550"/>
                <a:gd name="connsiteX4289" fmla="*/ 45911 w 3219450"/>
                <a:gd name="connsiteY4289" fmla="*/ 1237107 h 2495550"/>
                <a:gd name="connsiteX4290" fmla="*/ 45339 w 3219450"/>
                <a:gd name="connsiteY4290" fmla="*/ 1237964 h 2495550"/>
                <a:gd name="connsiteX4291" fmla="*/ 44577 w 3219450"/>
                <a:gd name="connsiteY4291" fmla="*/ 1238441 h 2495550"/>
                <a:gd name="connsiteX4292" fmla="*/ 43434 w 3219450"/>
                <a:gd name="connsiteY4292" fmla="*/ 1238631 h 2495550"/>
                <a:gd name="connsiteX4293" fmla="*/ 41434 w 3219450"/>
                <a:gd name="connsiteY4293" fmla="*/ 1238345 h 2495550"/>
                <a:gd name="connsiteX4294" fmla="*/ 40672 w 3219450"/>
                <a:gd name="connsiteY4294" fmla="*/ 1238631 h 2495550"/>
                <a:gd name="connsiteX4295" fmla="*/ 40577 w 3219450"/>
                <a:gd name="connsiteY4295" fmla="*/ 1239869 h 2495550"/>
                <a:gd name="connsiteX4296" fmla="*/ 41434 w 3219450"/>
                <a:gd name="connsiteY4296" fmla="*/ 1241298 h 2495550"/>
                <a:gd name="connsiteX4297" fmla="*/ 43148 w 3219450"/>
                <a:gd name="connsiteY4297" fmla="*/ 1242536 h 2495550"/>
                <a:gd name="connsiteX4298" fmla="*/ 46387 w 3219450"/>
                <a:gd name="connsiteY4298" fmla="*/ 1244156 h 2495550"/>
                <a:gd name="connsiteX4299" fmla="*/ 47339 w 3219450"/>
                <a:gd name="connsiteY4299" fmla="*/ 1245299 h 2495550"/>
                <a:gd name="connsiteX4300" fmla="*/ 47911 w 3219450"/>
                <a:gd name="connsiteY4300" fmla="*/ 1246537 h 2495550"/>
                <a:gd name="connsiteX4301" fmla="*/ 48578 w 3219450"/>
                <a:gd name="connsiteY4301" fmla="*/ 1247680 h 2495550"/>
                <a:gd name="connsiteX4302" fmla="*/ 49816 w 3219450"/>
                <a:gd name="connsiteY4302" fmla="*/ 1248251 h 2495550"/>
                <a:gd name="connsiteX4303" fmla="*/ 50864 w 3219450"/>
                <a:gd name="connsiteY4303" fmla="*/ 1247680 h 2495550"/>
                <a:gd name="connsiteX4304" fmla="*/ 54293 w 3219450"/>
                <a:gd name="connsiteY4304" fmla="*/ 1246823 h 2495550"/>
                <a:gd name="connsiteX4305" fmla="*/ 56198 w 3219450"/>
                <a:gd name="connsiteY4305" fmla="*/ 1246061 h 2495550"/>
                <a:gd name="connsiteX4306" fmla="*/ 57055 w 3219450"/>
                <a:gd name="connsiteY4306" fmla="*/ 1246251 h 2495550"/>
                <a:gd name="connsiteX4307" fmla="*/ 57817 w 3219450"/>
                <a:gd name="connsiteY4307" fmla="*/ 1247299 h 2495550"/>
                <a:gd name="connsiteX4308" fmla="*/ 59246 w 3219450"/>
                <a:gd name="connsiteY4308" fmla="*/ 1248537 h 2495550"/>
                <a:gd name="connsiteX4309" fmla="*/ 63151 w 3219450"/>
                <a:gd name="connsiteY4309" fmla="*/ 1248632 h 2495550"/>
                <a:gd name="connsiteX4310" fmla="*/ 64865 w 3219450"/>
                <a:gd name="connsiteY4310" fmla="*/ 1250061 h 2495550"/>
                <a:gd name="connsiteX4311" fmla="*/ 64865 w 3219450"/>
                <a:gd name="connsiteY4311" fmla="*/ 1250061 h 2495550"/>
                <a:gd name="connsiteX4312" fmla="*/ 66389 w 3219450"/>
                <a:gd name="connsiteY4312" fmla="*/ 1252347 h 2495550"/>
                <a:gd name="connsiteX4313" fmla="*/ 66770 w 3219450"/>
                <a:gd name="connsiteY4313" fmla="*/ 1253109 h 2495550"/>
                <a:gd name="connsiteX4314" fmla="*/ 67056 w 3219450"/>
                <a:gd name="connsiteY4314" fmla="*/ 1255109 h 2495550"/>
                <a:gd name="connsiteX4315" fmla="*/ 67342 w 3219450"/>
                <a:gd name="connsiteY4315" fmla="*/ 1255776 h 2495550"/>
                <a:gd name="connsiteX4316" fmla="*/ 68009 w 3219450"/>
                <a:gd name="connsiteY4316" fmla="*/ 1255490 h 2495550"/>
                <a:gd name="connsiteX4317" fmla="*/ 68294 w 3219450"/>
                <a:gd name="connsiteY4317" fmla="*/ 1254824 h 2495550"/>
                <a:gd name="connsiteX4318" fmla="*/ 68771 w 3219450"/>
                <a:gd name="connsiteY4318" fmla="*/ 1252919 h 2495550"/>
                <a:gd name="connsiteX4319" fmla="*/ 69247 w 3219450"/>
                <a:gd name="connsiteY4319" fmla="*/ 1252061 h 2495550"/>
                <a:gd name="connsiteX4320" fmla="*/ 70009 w 3219450"/>
                <a:gd name="connsiteY4320" fmla="*/ 1251490 h 2495550"/>
                <a:gd name="connsiteX4321" fmla="*/ 70961 w 3219450"/>
                <a:gd name="connsiteY4321" fmla="*/ 1251109 h 2495550"/>
                <a:gd name="connsiteX4322" fmla="*/ 72771 w 3219450"/>
                <a:gd name="connsiteY4322" fmla="*/ 1250633 h 2495550"/>
                <a:gd name="connsiteX4323" fmla="*/ 74771 w 3219450"/>
                <a:gd name="connsiteY4323" fmla="*/ 1250633 h 2495550"/>
                <a:gd name="connsiteX4324" fmla="*/ 79248 w 3219450"/>
                <a:gd name="connsiteY4324" fmla="*/ 1249966 h 2495550"/>
                <a:gd name="connsiteX4325" fmla="*/ 80201 w 3219450"/>
                <a:gd name="connsiteY4325" fmla="*/ 1250156 h 2495550"/>
                <a:gd name="connsiteX4326" fmla="*/ 80963 w 3219450"/>
                <a:gd name="connsiteY4326" fmla="*/ 1250537 h 2495550"/>
                <a:gd name="connsiteX4327" fmla="*/ 82487 w 3219450"/>
                <a:gd name="connsiteY4327" fmla="*/ 1251871 h 2495550"/>
                <a:gd name="connsiteX4328" fmla="*/ 84296 w 3219450"/>
                <a:gd name="connsiteY4328" fmla="*/ 1252919 h 2495550"/>
                <a:gd name="connsiteX4329" fmla="*/ 90488 w 3219450"/>
                <a:gd name="connsiteY4329" fmla="*/ 1254252 h 2495550"/>
                <a:gd name="connsiteX4330" fmla="*/ 92488 w 3219450"/>
                <a:gd name="connsiteY4330" fmla="*/ 1255109 h 2495550"/>
                <a:gd name="connsiteX4331" fmla="*/ 93917 w 3219450"/>
                <a:gd name="connsiteY4331" fmla="*/ 1256538 h 2495550"/>
                <a:gd name="connsiteX4332" fmla="*/ 94774 w 3219450"/>
                <a:gd name="connsiteY4332" fmla="*/ 1258538 h 2495550"/>
                <a:gd name="connsiteX4333" fmla="*/ 95155 w 3219450"/>
                <a:gd name="connsiteY4333" fmla="*/ 1261015 h 2495550"/>
                <a:gd name="connsiteX4334" fmla="*/ 95250 w 3219450"/>
                <a:gd name="connsiteY4334" fmla="*/ 1263682 h 2495550"/>
                <a:gd name="connsiteX4335" fmla="*/ 95631 w 3219450"/>
                <a:gd name="connsiteY4335" fmla="*/ 1266158 h 2495550"/>
                <a:gd name="connsiteX4336" fmla="*/ 96774 w 3219450"/>
                <a:gd name="connsiteY4336" fmla="*/ 1267777 h 2495550"/>
                <a:gd name="connsiteX4337" fmla="*/ 100013 w 3219450"/>
                <a:gd name="connsiteY4337" fmla="*/ 1267968 h 2495550"/>
                <a:gd name="connsiteX4338" fmla="*/ 100298 w 3219450"/>
                <a:gd name="connsiteY4338" fmla="*/ 1267492 h 2495550"/>
                <a:gd name="connsiteX4339" fmla="*/ 100489 w 3219450"/>
                <a:gd name="connsiteY4339" fmla="*/ 1266825 h 2495550"/>
                <a:gd name="connsiteX4340" fmla="*/ 100775 w 3219450"/>
                <a:gd name="connsiteY4340" fmla="*/ 1266158 h 2495550"/>
                <a:gd name="connsiteX4341" fmla="*/ 104108 w 3219450"/>
                <a:gd name="connsiteY4341" fmla="*/ 1264920 h 2495550"/>
                <a:gd name="connsiteX4342" fmla="*/ 108299 w 3219450"/>
                <a:gd name="connsiteY4342" fmla="*/ 1265777 h 2495550"/>
                <a:gd name="connsiteX4343" fmla="*/ 112490 w 3219450"/>
                <a:gd name="connsiteY4343" fmla="*/ 1267777 h 2495550"/>
                <a:gd name="connsiteX4344" fmla="*/ 115729 w 3219450"/>
                <a:gd name="connsiteY4344" fmla="*/ 1270064 h 2495550"/>
                <a:gd name="connsiteX4345" fmla="*/ 118872 w 3219450"/>
                <a:gd name="connsiteY4345" fmla="*/ 1272921 h 2495550"/>
                <a:gd name="connsiteX4346" fmla="*/ 120206 w 3219450"/>
                <a:gd name="connsiteY4346" fmla="*/ 1274540 h 2495550"/>
                <a:gd name="connsiteX4347" fmla="*/ 125540 w 3219450"/>
                <a:gd name="connsiteY4347" fmla="*/ 1284827 h 2495550"/>
                <a:gd name="connsiteX4348" fmla="*/ 125540 w 3219450"/>
                <a:gd name="connsiteY4348" fmla="*/ 1284923 h 2495550"/>
                <a:gd name="connsiteX4349" fmla="*/ 125730 w 3219450"/>
                <a:gd name="connsiteY4349" fmla="*/ 1285970 h 2495550"/>
                <a:gd name="connsiteX4350" fmla="*/ 126111 w 3219450"/>
                <a:gd name="connsiteY4350" fmla="*/ 1287590 h 2495550"/>
                <a:gd name="connsiteX4351" fmla="*/ 125159 w 3219450"/>
                <a:gd name="connsiteY4351" fmla="*/ 1292733 h 2495550"/>
                <a:gd name="connsiteX4352" fmla="*/ 125159 w 3219450"/>
                <a:gd name="connsiteY4352" fmla="*/ 1295305 h 2495550"/>
                <a:gd name="connsiteX4353" fmla="*/ 125540 w 3219450"/>
                <a:gd name="connsiteY4353" fmla="*/ 1296257 h 2495550"/>
                <a:gd name="connsiteX4354" fmla="*/ 126873 w 3219450"/>
                <a:gd name="connsiteY4354" fmla="*/ 1297877 h 2495550"/>
                <a:gd name="connsiteX4355" fmla="*/ 127445 w 3219450"/>
                <a:gd name="connsiteY4355" fmla="*/ 1298734 h 2495550"/>
                <a:gd name="connsiteX4356" fmla="*/ 127540 w 3219450"/>
                <a:gd name="connsiteY4356" fmla="*/ 1299877 h 2495550"/>
                <a:gd name="connsiteX4357" fmla="*/ 126873 w 3219450"/>
                <a:gd name="connsiteY4357" fmla="*/ 1300448 h 2495550"/>
                <a:gd name="connsiteX4358" fmla="*/ 125921 w 3219450"/>
                <a:gd name="connsiteY4358" fmla="*/ 1300925 h 2495550"/>
                <a:gd name="connsiteX4359" fmla="*/ 125254 w 3219450"/>
                <a:gd name="connsiteY4359" fmla="*/ 1301782 h 2495550"/>
                <a:gd name="connsiteX4360" fmla="*/ 125159 w 3219450"/>
                <a:gd name="connsiteY4360" fmla="*/ 1302449 h 2495550"/>
                <a:gd name="connsiteX4361" fmla="*/ 125635 w 3219450"/>
                <a:gd name="connsiteY4361" fmla="*/ 1303592 h 2495550"/>
                <a:gd name="connsiteX4362" fmla="*/ 125635 w 3219450"/>
                <a:gd name="connsiteY4362" fmla="*/ 1304258 h 2495550"/>
                <a:gd name="connsiteX4363" fmla="*/ 125349 w 3219450"/>
                <a:gd name="connsiteY4363" fmla="*/ 1304735 h 2495550"/>
                <a:gd name="connsiteX4364" fmla="*/ 124968 w 3219450"/>
                <a:gd name="connsiteY4364" fmla="*/ 1305116 h 2495550"/>
                <a:gd name="connsiteX4365" fmla="*/ 122396 w 3219450"/>
                <a:gd name="connsiteY4365" fmla="*/ 1306830 h 2495550"/>
                <a:gd name="connsiteX4366" fmla="*/ 121730 w 3219450"/>
                <a:gd name="connsiteY4366" fmla="*/ 1307497 h 2495550"/>
                <a:gd name="connsiteX4367" fmla="*/ 121349 w 3219450"/>
                <a:gd name="connsiteY4367" fmla="*/ 1308545 h 2495550"/>
                <a:gd name="connsiteX4368" fmla="*/ 121634 w 3219450"/>
                <a:gd name="connsiteY4368" fmla="*/ 1310735 h 2495550"/>
                <a:gd name="connsiteX4369" fmla="*/ 122777 w 3219450"/>
                <a:gd name="connsiteY4369" fmla="*/ 1312831 h 2495550"/>
                <a:gd name="connsiteX4370" fmla="*/ 124397 w 3219450"/>
                <a:gd name="connsiteY4370" fmla="*/ 1314450 h 2495550"/>
                <a:gd name="connsiteX4371" fmla="*/ 126016 w 3219450"/>
                <a:gd name="connsiteY4371" fmla="*/ 1315212 h 2495550"/>
                <a:gd name="connsiteX4372" fmla="*/ 130112 w 3219450"/>
                <a:gd name="connsiteY4372" fmla="*/ 1315498 h 2495550"/>
                <a:gd name="connsiteX4373" fmla="*/ 131636 w 3219450"/>
                <a:gd name="connsiteY4373" fmla="*/ 1316355 h 2495550"/>
                <a:gd name="connsiteX4374" fmla="*/ 132969 w 3219450"/>
                <a:gd name="connsiteY4374" fmla="*/ 1318736 h 2495550"/>
                <a:gd name="connsiteX4375" fmla="*/ 133445 w 3219450"/>
                <a:gd name="connsiteY4375" fmla="*/ 1321213 h 2495550"/>
                <a:gd name="connsiteX4376" fmla="*/ 133636 w 3219450"/>
                <a:gd name="connsiteY4376" fmla="*/ 1323880 h 2495550"/>
                <a:gd name="connsiteX4377" fmla="*/ 134207 w 3219450"/>
                <a:gd name="connsiteY4377" fmla="*/ 1326166 h 2495550"/>
                <a:gd name="connsiteX4378" fmla="*/ 135636 w 3219450"/>
                <a:gd name="connsiteY4378" fmla="*/ 1327499 h 2495550"/>
                <a:gd name="connsiteX4379" fmla="*/ 136874 w 3219450"/>
                <a:gd name="connsiteY4379" fmla="*/ 1327595 h 2495550"/>
                <a:gd name="connsiteX4380" fmla="*/ 139351 w 3219450"/>
                <a:gd name="connsiteY4380" fmla="*/ 1326928 h 2495550"/>
                <a:gd name="connsiteX4381" fmla="*/ 140589 w 3219450"/>
                <a:gd name="connsiteY4381" fmla="*/ 1326737 h 2495550"/>
                <a:gd name="connsiteX4382" fmla="*/ 141637 w 3219450"/>
                <a:gd name="connsiteY4382" fmla="*/ 1326928 h 2495550"/>
                <a:gd name="connsiteX4383" fmla="*/ 142494 w 3219450"/>
                <a:gd name="connsiteY4383" fmla="*/ 1327214 h 2495550"/>
                <a:gd name="connsiteX4384" fmla="*/ 143351 w 3219450"/>
                <a:gd name="connsiteY4384" fmla="*/ 1327214 h 2495550"/>
                <a:gd name="connsiteX4385" fmla="*/ 145256 w 3219450"/>
                <a:gd name="connsiteY4385" fmla="*/ 1325785 h 2495550"/>
                <a:gd name="connsiteX4386" fmla="*/ 146209 w 3219450"/>
                <a:gd name="connsiteY4386" fmla="*/ 1325785 h 2495550"/>
                <a:gd name="connsiteX4387" fmla="*/ 147161 w 3219450"/>
                <a:gd name="connsiteY4387" fmla="*/ 1325975 h 2495550"/>
                <a:gd name="connsiteX4388" fmla="*/ 148114 w 3219450"/>
                <a:gd name="connsiteY4388" fmla="*/ 1325785 h 2495550"/>
                <a:gd name="connsiteX4389" fmla="*/ 148495 w 3219450"/>
                <a:gd name="connsiteY4389" fmla="*/ 1325404 h 2495550"/>
                <a:gd name="connsiteX4390" fmla="*/ 149162 w 3219450"/>
                <a:gd name="connsiteY4390" fmla="*/ 1324261 h 2495550"/>
                <a:gd name="connsiteX4391" fmla="*/ 149638 w 3219450"/>
                <a:gd name="connsiteY4391" fmla="*/ 1323880 h 2495550"/>
                <a:gd name="connsiteX4392" fmla="*/ 150209 w 3219450"/>
                <a:gd name="connsiteY4392" fmla="*/ 1323689 h 2495550"/>
                <a:gd name="connsiteX4393" fmla="*/ 150781 w 3219450"/>
                <a:gd name="connsiteY4393" fmla="*/ 1323594 h 2495550"/>
                <a:gd name="connsiteX4394" fmla="*/ 152019 w 3219450"/>
                <a:gd name="connsiteY4394" fmla="*/ 1323594 h 2495550"/>
                <a:gd name="connsiteX4395" fmla="*/ 153257 w 3219450"/>
                <a:gd name="connsiteY4395" fmla="*/ 1323213 h 2495550"/>
                <a:gd name="connsiteX4396" fmla="*/ 155162 w 3219450"/>
                <a:gd name="connsiteY4396" fmla="*/ 1321213 h 2495550"/>
                <a:gd name="connsiteX4397" fmla="*/ 156115 w 3219450"/>
                <a:gd name="connsiteY4397" fmla="*/ 1321499 h 2495550"/>
                <a:gd name="connsiteX4398" fmla="*/ 156591 w 3219450"/>
                <a:gd name="connsiteY4398" fmla="*/ 1323594 h 2495550"/>
                <a:gd name="connsiteX4399" fmla="*/ 155829 w 3219450"/>
                <a:gd name="connsiteY4399" fmla="*/ 1328833 h 2495550"/>
                <a:gd name="connsiteX4400" fmla="*/ 156877 w 3219450"/>
                <a:gd name="connsiteY4400" fmla="*/ 1330928 h 2495550"/>
                <a:gd name="connsiteX4401" fmla="*/ 158687 w 3219450"/>
                <a:gd name="connsiteY4401" fmla="*/ 1331976 h 2495550"/>
                <a:gd name="connsiteX4402" fmla="*/ 162497 w 3219450"/>
                <a:gd name="connsiteY4402" fmla="*/ 1333405 h 2495550"/>
                <a:gd name="connsiteX4403" fmla="*/ 164211 w 3219450"/>
                <a:gd name="connsiteY4403" fmla="*/ 1334643 h 2495550"/>
                <a:gd name="connsiteX4404" fmla="*/ 165449 w 3219450"/>
                <a:gd name="connsiteY4404" fmla="*/ 1336453 h 2495550"/>
                <a:gd name="connsiteX4405" fmla="*/ 166116 w 3219450"/>
                <a:gd name="connsiteY4405" fmla="*/ 1337215 h 2495550"/>
                <a:gd name="connsiteX4406" fmla="*/ 167069 w 3219450"/>
                <a:gd name="connsiteY4406" fmla="*/ 1337691 h 2495550"/>
                <a:gd name="connsiteX4407" fmla="*/ 167831 w 3219450"/>
                <a:gd name="connsiteY4407" fmla="*/ 1337786 h 2495550"/>
                <a:gd name="connsiteX4408" fmla="*/ 168116 w 3219450"/>
                <a:gd name="connsiteY4408" fmla="*/ 1337786 h 2495550"/>
                <a:gd name="connsiteX4409" fmla="*/ 170307 w 3219450"/>
                <a:gd name="connsiteY4409" fmla="*/ 1337691 h 2495550"/>
                <a:gd name="connsiteX4410" fmla="*/ 171260 w 3219450"/>
                <a:gd name="connsiteY4410" fmla="*/ 1338072 h 2495550"/>
                <a:gd name="connsiteX4411" fmla="*/ 172022 w 3219450"/>
                <a:gd name="connsiteY4411" fmla="*/ 1338929 h 2495550"/>
                <a:gd name="connsiteX4412" fmla="*/ 173260 w 3219450"/>
                <a:gd name="connsiteY4412" fmla="*/ 1340739 h 2495550"/>
                <a:gd name="connsiteX4413" fmla="*/ 174117 w 3219450"/>
                <a:gd name="connsiteY4413" fmla="*/ 1341501 h 2495550"/>
                <a:gd name="connsiteX4414" fmla="*/ 175070 w 3219450"/>
                <a:gd name="connsiteY4414" fmla="*/ 1341882 h 2495550"/>
                <a:gd name="connsiteX4415" fmla="*/ 176117 w 3219450"/>
                <a:gd name="connsiteY4415" fmla="*/ 1342073 h 2495550"/>
                <a:gd name="connsiteX4416" fmla="*/ 178213 w 3219450"/>
                <a:gd name="connsiteY4416" fmla="*/ 1342168 h 2495550"/>
                <a:gd name="connsiteX4417" fmla="*/ 180404 w 3219450"/>
                <a:gd name="connsiteY4417" fmla="*/ 1341787 h 2495550"/>
                <a:gd name="connsiteX4418" fmla="*/ 181547 w 3219450"/>
                <a:gd name="connsiteY4418" fmla="*/ 1341787 h 2495550"/>
                <a:gd name="connsiteX4419" fmla="*/ 182594 w 3219450"/>
                <a:gd name="connsiteY4419" fmla="*/ 1342073 h 2495550"/>
                <a:gd name="connsiteX4420" fmla="*/ 183261 w 3219450"/>
                <a:gd name="connsiteY4420" fmla="*/ 1342644 h 2495550"/>
                <a:gd name="connsiteX4421" fmla="*/ 184404 w 3219450"/>
                <a:gd name="connsiteY4421" fmla="*/ 1344168 h 2495550"/>
                <a:gd name="connsiteX4422" fmla="*/ 185071 w 3219450"/>
                <a:gd name="connsiteY4422" fmla="*/ 1344835 h 2495550"/>
                <a:gd name="connsiteX4423" fmla="*/ 186976 w 3219450"/>
                <a:gd name="connsiteY4423" fmla="*/ 1345692 h 2495550"/>
                <a:gd name="connsiteX4424" fmla="*/ 188881 w 3219450"/>
                <a:gd name="connsiteY4424" fmla="*/ 1345883 h 2495550"/>
                <a:gd name="connsiteX4425" fmla="*/ 192786 w 3219450"/>
                <a:gd name="connsiteY4425" fmla="*/ 1345406 h 2495550"/>
                <a:gd name="connsiteX4426" fmla="*/ 194405 w 3219450"/>
                <a:gd name="connsiteY4426" fmla="*/ 1345597 h 2495550"/>
                <a:gd name="connsiteX4427" fmla="*/ 195644 w 3219450"/>
                <a:gd name="connsiteY4427" fmla="*/ 1346264 h 2495550"/>
                <a:gd name="connsiteX4428" fmla="*/ 198120 w 3219450"/>
                <a:gd name="connsiteY4428" fmla="*/ 1348264 h 2495550"/>
                <a:gd name="connsiteX4429" fmla="*/ 199835 w 3219450"/>
                <a:gd name="connsiteY4429" fmla="*/ 1349216 h 2495550"/>
                <a:gd name="connsiteX4430" fmla="*/ 201359 w 3219450"/>
                <a:gd name="connsiteY4430" fmla="*/ 1349407 h 2495550"/>
                <a:gd name="connsiteX4431" fmla="*/ 204692 w 3219450"/>
                <a:gd name="connsiteY4431" fmla="*/ 1348931 h 2495550"/>
                <a:gd name="connsiteX4432" fmla="*/ 206597 w 3219450"/>
                <a:gd name="connsiteY4432" fmla="*/ 1348835 h 2495550"/>
                <a:gd name="connsiteX4433" fmla="*/ 206978 w 3219450"/>
                <a:gd name="connsiteY4433" fmla="*/ 1348931 h 2495550"/>
                <a:gd name="connsiteX4434" fmla="*/ 214408 w 3219450"/>
                <a:gd name="connsiteY4434" fmla="*/ 1350169 h 2495550"/>
                <a:gd name="connsiteX4435" fmla="*/ 215932 w 3219450"/>
                <a:gd name="connsiteY4435" fmla="*/ 1349883 h 2495550"/>
                <a:gd name="connsiteX4436" fmla="*/ 217361 w 3219450"/>
                <a:gd name="connsiteY4436" fmla="*/ 1349026 h 2495550"/>
                <a:gd name="connsiteX4437" fmla="*/ 218980 w 3219450"/>
                <a:gd name="connsiteY4437" fmla="*/ 1347788 h 2495550"/>
                <a:gd name="connsiteX4438" fmla="*/ 219647 w 3219450"/>
                <a:gd name="connsiteY4438" fmla="*/ 1347502 h 2495550"/>
                <a:gd name="connsiteX4439" fmla="*/ 220313 w 3219450"/>
                <a:gd name="connsiteY4439" fmla="*/ 1347406 h 2495550"/>
                <a:gd name="connsiteX4440" fmla="*/ 221742 w 3219450"/>
                <a:gd name="connsiteY4440" fmla="*/ 1347597 h 2495550"/>
                <a:gd name="connsiteX4441" fmla="*/ 222504 w 3219450"/>
                <a:gd name="connsiteY4441" fmla="*/ 1349026 h 2495550"/>
                <a:gd name="connsiteX4442" fmla="*/ 223457 w 3219450"/>
                <a:gd name="connsiteY4442" fmla="*/ 1350359 h 2495550"/>
                <a:gd name="connsiteX4443" fmla="*/ 224695 w 3219450"/>
                <a:gd name="connsiteY4443" fmla="*/ 1351407 h 2495550"/>
                <a:gd name="connsiteX4444" fmla="*/ 226028 w 3219450"/>
                <a:gd name="connsiteY4444" fmla="*/ 1351788 h 2495550"/>
                <a:gd name="connsiteX4445" fmla="*/ 227552 w 3219450"/>
                <a:gd name="connsiteY4445" fmla="*/ 1351121 h 2495550"/>
                <a:gd name="connsiteX4446" fmla="*/ 229934 w 3219450"/>
                <a:gd name="connsiteY4446" fmla="*/ 1348454 h 2495550"/>
                <a:gd name="connsiteX4447" fmla="*/ 231458 w 3219450"/>
                <a:gd name="connsiteY4447" fmla="*/ 1347692 h 2495550"/>
                <a:gd name="connsiteX4448" fmla="*/ 234506 w 3219450"/>
                <a:gd name="connsiteY4448" fmla="*/ 1347883 h 2495550"/>
                <a:gd name="connsiteX4449" fmla="*/ 235077 w 3219450"/>
                <a:gd name="connsiteY4449" fmla="*/ 1350359 h 2495550"/>
                <a:gd name="connsiteX4450" fmla="*/ 234125 w 3219450"/>
                <a:gd name="connsiteY4450" fmla="*/ 1353884 h 2495550"/>
                <a:gd name="connsiteX4451" fmla="*/ 232601 w 3219450"/>
                <a:gd name="connsiteY4451" fmla="*/ 1357122 h 2495550"/>
                <a:gd name="connsiteX4452" fmla="*/ 232124 w 3219450"/>
                <a:gd name="connsiteY4452" fmla="*/ 1362170 h 2495550"/>
                <a:gd name="connsiteX4453" fmla="*/ 233934 w 3219450"/>
                <a:gd name="connsiteY4453" fmla="*/ 1366933 h 2495550"/>
                <a:gd name="connsiteX4454" fmla="*/ 238887 w 3219450"/>
                <a:gd name="connsiteY4454" fmla="*/ 1375791 h 2495550"/>
                <a:gd name="connsiteX4455" fmla="*/ 239363 w 3219450"/>
                <a:gd name="connsiteY4455" fmla="*/ 1378172 h 2495550"/>
                <a:gd name="connsiteX4456" fmla="*/ 239840 w 3219450"/>
                <a:gd name="connsiteY4456" fmla="*/ 1383030 h 2495550"/>
                <a:gd name="connsiteX4457" fmla="*/ 240602 w 3219450"/>
                <a:gd name="connsiteY4457" fmla="*/ 1385221 h 2495550"/>
                <a:gd name="connsiteX4458" fmla="*/ 242697 w 3219450"/>
                <a:gd name="connsiteY4458" fmla="*/ 1387983 h 2495550"/>
                <a:gd name="connsiteX4459" fmla="*/ 243173 w 3219450"/>
                <a:gd name="connsiteY4459" fmla="*/ 1389126 h 2495550"/>
                <a:gd name="connsiteX4460" fmla="*/ 246412 w 3219450"/>
                <a:gd name="connsiteY4460" fmla="*/ 1401223 h 2495550"/>
                <a:gd name="connsiteX4461" fmla="*/ 247650 w 3219450"/>
                <a:gd name="connsiteY4461" fmla="*/ 1403414 h 2495550"/>
                <a:gd name="connsiteX4462" fmla="*/ 249746 w 3219450"/>
                <a:gd name="connsiteY4462" fmla="*/ 1405319 h 2495550"/>
                <a:gd name="connsiteX4463" fmla="*/ 252032 w 3219450"/>
                <a:gd name="connsiteY4463" fmla="*/ 1406366 h 2495550"/>
                <a:gd name="connsiteX4464" fmla="*/ 264033 w 3219450"/>
                <a:gd name="connsiteY4464" fmla="*/ 1408462 h 2495550"/>
                <a:gd name="connsiteX4465" fmla="*/ 267081 w 3219450"/>
                <a:gd name="connsiteY4465" fmla="*/ 1409700 h 2495550"/>
                <a:gd name="connsiteX4466" fmla="*/ 271653 w 3219450"/>
                <a:gd name="connsiteY4466" fmla="*/ 1413224 h 2495550"/>
                <a:gd name="connsiteX4467" fmla="*/ 274320 w 3219450"/>
                <a:gd name="connsiteY4467" fmla="*/ 1416844 h 2495550"/>
                <a:gd name="connsiteX4468" fmla="*/ 276320 w 3219450"/>
                <a:gd name="connsiteY4468" fmla="*/ 1417987 h 2495550"/>
                <a:gd name="connsiteX4469" fmla="*/ 278797 w 3219450"/>
                <a:gd name="connsiteY4469" fmla="*/ 1418654 h 2495550"/>
                <a:gd name="connsiteX4470" fmla="*/ 280702 w 3219450"/>
                <a:gd name="connsiteY4470" fmla="*/ 1419511 h 2495550"/>
                <a:gd name="connsiteX4471" fmla="*/ 282226 w 3219450"/>
                <a:gd name="connsiteY4471" fmla="*/ 1420940 h 2495550"/>
                <a:gd name="connsiteX4472" fmla="*/ 282512 w 3219450"/>
                <a:gd name="connsiteY4472" fmla="*/ 1421511 h 2495550"/>
                <a:gd name="connsiteX4473" fmla="*/ 283559 w 3219450"/>
                <a:gd name="connsiteY4473" fmla="*/ 1423511 h 2495550"/>
                <a:gd name="connsiteX4474" fmla="*/ 284036 w 3219450"/>
                <a:gd name="connsiteY4474" fmla="*/ 1424940 h 2495550"/>
                <a:gd name="connsiteX4475" fmla="*/ 284226 w 3219450"/>
                <a:gd name="connsiteY4475" fmla="*/ 1426369 h 2495550"/>
                <a:gd name="connsiteX4476" fmla="*/ 284036 w 3219450"/>
                <a:gd name="connsiteY4476" fmla="*/ 1427798 h 2495550"/>
                <a:gd name="connsiteX4477" fmla="*/ 283559 w 3219450"/>
                <a:gd name="connsiteY4477" fmla="*/ 1429226 h 2495550"/>
                <a:gd name="connsiteX4478" fmla="*/ 279749 w 3219450"/>
                <a:gd name="connsiteY4478" fmla="*/ 1432941 h 2495550"/>
                <a:gd name="connsiteX4479" fmla="*/ 274606 w 3219450"/>
                <a:gd name="connsiteY4479" fmla="*/ 1435132 h 2495550"/>
                <a:gd name="connsiteX4480" fmla="*/ 270605 w 3219450"/>
                <a:gd name="connsiteY4480" fmla="*/ 1437894 h 2495550"/>
                <a:gd name="connsiteX4481" fmla="*/ 270129 w 3219450"/>
                <a:gd name="connsiteY4481" fmla="*/ 1443228 h 2495550"/>
                <a:gd name="connsiteX4482" fmla="*/ 272701 w 3219450"/>
                <a:gd name="connsiteY4482" fmla="*/ 1450943 h 2495550"/>
                <a:gd name="connsiteX4483" fmla="*/ 273558 w 3219450"/>
                <a:gd name="connsiteY4483" fmla="*/ 1454944 h 2495550"/>
                <a:gd name="connsiteX4484" fmla="*/ 273939 w 3219450"/>
                <a:gd name="connsiteY4484" fmla="*/ 1459040 h 2495550"/>
                <a:gd name="connsiteX4485" fmla="*/ 273272 w 3219450"/>
                <a:gd name="connsiteY4485" fmla="*/ 1471041 h 2495550"/>
                <a:gd name="connsiteX4486" fmla="*/ 274320 w 3219450"/>
                <a:gd name="connsiteY4486" fmla="*/ 1474756 h 2495550"/>
                <a:gd name="connsiteX4487" fmla="*/ 275558 w 3219450"/>
                <a:gd name="connsiteY4487" fmla="*/ 1476851 h 2495550"/>
                <a:gd name="connsiteX4488" fmla="*/ 280416 w 3219450"/>
                <a:gd name="connsiteY4488" fmla="*/ 1481423 h 2495550"/>
                <a:gd name="connsiteX4489" fmla="*/ 280511 w 3219450"/>
                <a:gd name="connsiteY4489" fmla="*/ 1481519 h 2495550"/>
                <a:gd name="connsiteX4490" fmla="*/ 283464 w 3219450"/>
                <a:gd name="connsiteY4490" fmla="*/ 1486376 h 2495550"/>
                <a:gd name="connsiteX4491" fmla="*/ 284321 w 3219450"/>
                <a:gd name="connsiteY4491" fmla="*/ 1486852 h 2495550"/>
                <a:gd name="connsiteX4492" fmla="*/ 286226 w 3219450"/>
                <a:gd name="connsiteY4492" fmla="*/ 1487424 h 2495550"/>
                <a:gd name="connsiteX4493" fmla="*/ 287179 w 3219450"/>
                <a:gd name="connsiteY4493" fmla="*/ 1487805 h 2495550"/>
                <a:gd name="connsiteX4494" fmla="*/ 288036 w 3219450"/>
                <a:gd name="connsiteY4494" fmla="*/ 1488377 h 2495550"/>
                <a:gd name="connsiteX4495" fmla="*/ 288703 w 3219450"/>
                <a:gd name="connsiteY4495" fmla="*/ 1489234 h 2495550"/>
                <a:gd name="connsiteX4496" fmla="*/ 288893 w 3219450"/>
                <a:gd name="connsiteY4496" fmla="*/ 1490377 h 2495550"/>
                <a:gd name="connsiteX4497" fmla="*/ 288989 w 3219450"/>
                <a:gd name="connsiteY4497" fmla="*/ 1491806 h 2495550"/>
                <a:gd name="connsiteX4498" fmla="*/ 289465 w 3219450"/>
                <a:gd name="connsiteY4498" fmla="*/ 1492187 h 2495550"/>
                <a:gd name="connsiteX4499" fmla="*/ 291275 w 3219450"/>
                <a:gd name="connsiteY4499" fmla="*/ 1491329 h 2495550"/>
                <a:gd name="connsiteX4500" fmla="*/ 292894 w 3219450"/>
                <a:gd name="connsiteY4500" fmla="*/ 1491425 h 2495550"/>
                <a:gd name="connsiteX4501" fmla="*/ 296894 w 3219450"/>
                <a:gd name="connsiteY4501" fmla="*/ 1493615 h 2495550"/>
                <a:gd name="connsiteX4502" fmla="*/ 298704 w 3219450"/>
                <a:gd name="connsiteY4502" fmla="*/ 1494282 h 2495550"/>
                <a:gd name="connsiteX4503" fmla="*/ 302895 w 3219450"/>
                <a:gd name="connsiteY4503" fmla="*/ 1494473 h 2495550"/>
                <a:gd name="connsiteX4504" fmla="*/ 304705 w 3219450"/>
                <a:gd name="connsiteY4504" fmla="*/ 1495425 h 2495550"/>
                <a:gd name="connsiteX4505" fmla="*/ 304895 w 3219450"/>
                <a:gd name="connsiteY4505" fmla="*/ 1497711 h 2495550"/>
                <a:gd name="connsiteX4506" fmla="*/ 304419 w 3219450"/>
                <a:gd name="connsiteY4506" fmla="*/ 1498664 h 2495550"/>
                <a:gd name="connsiteX4507" fmla="*/ 303276 w 3219450"/>
                <a:gd name="connsiteY4507" fmla="*/ 1500378 h 2495550"/>
                <a:gd name="connsiteX4508" fmla="*/ 302895 w 3219450"/>
                <a:gd name="connsiteY4508" fmla="*/ 1501521 h 2495550"/>
                <a:gd name="connsiteX4509" fmla="*/ 302705 w 3219450"/>
                <a:gd name="connsiteY4509" fmla="*/ 1504855 h 2495550"/>
                <a:gd name="connsiteX4510" fmla="*/ 302419 w 3219450"/>
                <a:gd name="connsiteY4510" fmla="*/ 1505998 h 2495550"/>
                <a:gd name="connsiteX4511" fmla="*/ 302419 w 3219450"/>
                <a:gd name="connsiteY4511" fmla="*/ 1508379 h 2495550"/>
                <a:gd name="connsiteX4512" fmla="*/ 303467 w 3219450"/>
                <a:gd name="connsiteY4512" fmla="*/ 1509998 h 2495550"/>
                <a:gd name="connsiteX4513" fmla="*/ 306515 w 3219450"/>
                <a:gd name="connsiteY4513" fmla="*/ 1512761 h 2495550"/>
                <a:gd name="connsiteX4514" fmla="*/ 307562 w 3219450"/>
                <a:gd name="connsiteY4514" fmla="*/ 1514666 h 2495550"/>
                <a:gd name="connsiteX4515" fmla="*/ 307943 w 3219450"/>
                <a:gd name="connsiteY4515" fmla="*/ 1516571 h 2495550"/>
                <a:gd name="connsiteX4516" fmla="*/ 308515 w 3219450"/>
                <a:gd name="connsiteY4516" fmla="*/ 1518380 h 2495550"/>
                <a:gd name="connsiteX4517" fmla="*/ 309944 w 3219450"/>
                <a:gd name="connsiteY4517" fmla="*/ 1520000 h 2495550"/>
                <a:gd name="connsiteX4518" fmla="*/ 311182 w 3219450"/>
                <a:gd name="connsiteY4518" fmla="*/ 1521428 h 2495550"/>
                <a:gd name="connsiteX4519" fmla="*/ 311468 w 3219450"/>
                <a:gd name="connsiteY4519" fmla="*/ 1523429 h 2495550"/>
                <a:gd name="connsiteX4520" fmla="*/ 310991 w 3219450"/>
                <a:gd name="connsiteY4520" fmla="*/ 1525619 h 2495550"/>
                <a:gd name="connsiteX4521" fmla="*/ 309944 w 3219450"/>
                <a:gd name="connsiteY4521" fmla="*/ 1527620 h 2495550"/>
                <a:gd name="connsiteX4522" fmla="*/ 307753 w 3219450"/>
                <a:gd name="connsiteY4522" fmla="*/ 1530287 h 2495550"/>
                <a:gd name="connsiteX4523" fmla="*/ 302609 w 3219450"/>
                <a:gd name="connsiteY4523" fmla="*/ 1534477 h 2495550"/>
                <a:gd name="connsiteX4524" fmla="*/ 300419 w 3219450"/>
                <a:gd name="connsiteY4524" fmla="*/ 1537049 h 2495550"/>
                <a:gd name="connsiteX4525" fmla="*/ 299466 w 3219450"/>
                <a:gd name="connsiteY4525" fmla="*/ 1537335 h 2495550"/>
                <a:gd name="connsiteX4526" fmla="*/ 298418 w 3219450"/>
                <a:gd name="connsiteY4526" fmla="*/ 1536954 h 2495550"/>
                <a:gd name="connsiteX4527" fmla="*/ 297371 w 3219450"/>
                <a:gd name="connsiteY4527" fmla="*/ 1536383 h 2495550"/>
                <a:gd name="connsiteX4528" fmla="*/ 296323 w 3219450"/>
                <a:gd name="connsiteY4528" fmla="*/ 1536192 h 2495550"/>
                <a:gd name="connsiteX4529" fmla="*/ 295085 w 3219450"/>
                <a:gd name="connsiteY4529" fmla="*/ 1536383 h 2495550"/>
                <a:gd name="connsiteX4530" fmla="*/ 293561 w 3219450"/>
                <a:gd name="connsiteY4530" fmla="*/ 1536859 h 2495550"/>
                <a:gd name="connsiteX4531" fmla="*/ 292037 w 3219450"/>
                <a:gd name="connsiteY4531" fmla="*/ 1537526 h 2495550"/>
                <a:gd name="connsiteX4532" fmla="*/ 290989 w 3219450"/>
                <a:gd name="connsiteY4532" fmla="*/ 1538383 h 2495550"/>
                <a:gd name="connsiteX4533" fmla="*/ 290417 w 3219450"/>
                <a:gd name="connsiteY4533" fmla="*/ 1539812 h 2495550"/>
                <a:gd name="connsiteX4534" fmla="*/ 289846 w 3219450"/>
                <a:gd name="connsiteY4534" fmla="*/ 1543526 h 2495550"/>
                <a:gd name="connsiteX4535" fmla="*/ 288989 w 3219450"/>
                <a:gd name="connsiteY4535" fmla="*/ 1544765 h 2495550"/>
                <a:gd name="connsiteX4536" fmla="*/ 288512 w 3219450"/>
                <a:gd name="connsiteY4536" fmla="*/ 1544765 h 2495550"/>
                <a:gd name="connsiteX4537" fmla="*/ 287084 w 3219450"/>
                <a:gd name="connsiteY4537" fmla="*/ 1544384 h 2495550"/>
                <a:gd name="connsiteX4538" fmla="*/ 286512 w 3219450"/>
                <a:gd name="connsiteY4538" fmla="*/ 1544288 h 2495550"/>
                <a:gd name="connsiteX4539" fmla="*/ 285845 w 3219450"/>
                <a:gd name="connsiteY4539" fmla="*/ 1544479 h 2495550"/>
                <a:gd name="connsiteX4540" fmla="*/ 284512 w 3219450"/>
                <a:gd name="connsiteY4540" fmla="*/ 1545050 h 2495550"/>
                <a:gd name="connsiteX4541" fmla="*/ 283750 w 3219450"/>
                <a:gd name="connsiteY4541" fmla="*/ 1545241 h 2495550"/>
                <a:gd name="connsiteX4542" fmla="*/ 282035 w 3219450"/>
                <a:gd name="connsiteY4542" fmla="*/ 1546193 h 2495550"/>
                <a:gd name="connsiteX4543" fmla="*/ 280321 w 3219450"/>
                <a:gd name="connsiteY4543" fmla="*/ 1545717 h 2495550"/>
                <a:gd name="connsiteX4544" fmla="*/ 278797 w 3219450"/>
                <a:gd name="connsiteY4544" fmla="*/ 1544384 h 2495550"/>
                <a:gd name="connsiteX4545" fmla="*/ 277463 w 3219450"/>
                <a:gd name="connsiteY4545" fmla="*/ 1542860 h 2495550"/>
                <a:gd name="connsiteX4546" fmla="*/ 272987 w 3219450"/>
                <a:gd name="connsiteY4546" fmla="*/ 1539050 h 2495550"/>
                <a:gd name="connsiteX4547" fmla="*/ 272129 w 3219450"/>
                <a:gd name="connsiteY4547" fmla="*/ 1537049 h 2495550"/>
                <a:gd name="connsiteX4548" fmla="*/ 271177 w 3219450"/>
                <a:gd name="connsiteY4548" fmla="*/ 1533811 h 2495550"/>
                <a:gd name="connsiteX4549" fmla="*/ 271082 w 3219450"/>
                <a:gd name="connsiteY4549" fmla="*/ 1532858 h 2495550"/>
                <a:gd name="connsiteX4550" fmla="*/ 271367 w 3219450"/>
                <a:gd name="connsiteY4550" fmla="*/ 1531715 h 2495550"/>
                <a:gd name="connsiteX4551" fmla="*/ 271844 w 3219450"/>
                <a:gd name="connsiteY4551" fmla="*/ 1530668 h 2495550"/>
                <a:gd name="connsiteX4552" fmla="*/ 271939 w 3219450"/>
                <a:gd name="connsiteY4552" fmla="*/ 1529620 h 2495550"/>
                <a:gd name="connsiteX4553" fmla="*/ 271177 w 3219450"/>
                <a:gd name="connsiteY4553" fmla="*/ 1528572 h 2495550"/>
                <a:gd name="connsiteX4554" fmla="*/ 269939 w 3219450"/>
                <a:gd name="connsiteY4554" fmla="*/ 1528096 h 2495550"/>
                <a:gd name="connsiteX4555" fmla="*/ 268986 w 3219450"/>
                <a:gd name="connsiteY4555" fmla="*/ 1528572 h 2495550"/>
                <a:gd name="connsiteX4556" fmla="*/ 267462 w 3219450"/>
                <a:gd name="connsiteY4556" fmla="*/ 1530477 h 2495550"/>
                <a:gd name="connsiteX4557" fmla="*/ 266510 w 3219450"/>
                <a:gd name="connsiteY4557" fmla="*/ 1531334 h 2495550"/>
                <a:gd name="connsiteX4558" fmla="*/ 265557 w 3219450"/>
                <a:gd name="connsiteY4558" fmla="*/ 1531811 h 2495550"/>
                <a:gd name="connsiteX4559" fmla="*/ 263462 w 3219450"/>
                <a:gd name="connsiteY4559" fmla="*/ 1532287 h 2495550"/>
                <a:gd name="connsiteX4560" fmla="*/ 255937 w 3219450"/>
                <a:gd name="connsiteY4560" fmla="*/ 1532477 h 2495550"/>
                <a:gd name="connsiteX4561" fmla="*/ 253841 w 3219450"/>
                <a:gd name="connsiteY4561" fmla="*/ 1532954 h 2495550"/>
                <a:gd name="connsiteX4562" fmla="*/ 252603 w 3219450"/>
                <a:gd name="connsiteY4562" fmla="*/ 1533620 h 2495550"/>
                <a:gd name="connsiteX4563" fmla="*/ 252413 w 3219450"/>
                <a:gd name="connsiteY4563" fmla="*/ 1534859 h 2495550"/>
                <a:gd name="connsiteX4564" fmla="*/ 253937 w 3219450"/>
                <a:gd name="connsiteY4564" fmla="*/ 1538097 h 2495550"/>
                <a:gd name="connsiteX4565" fmla="*/ 256032 w 3219450"/>
                <a:gd name="connsiteY4565" fmla="*/ 1541240 h 2495550"/>
                <a:gd name="connsiteX4566" fmla="*/ 256223 w 3219450"/>
                <a:gd name="connsiteY4566" fmla="*/ 1541907 h 2495550"/>
                <a:gd name="connsiteX4567" fmla="*/ 256032 w 3219450"/>
                <a:gd name="connsiteY4567" fmla="*/ 1542288 h 2495550"/>
                <a:gd name="connsiteX4568" fmla="*/ 255651 w 3219450"/>
                <a:gd name="connsiteY4568" fmla="*/ 1542669 h 2495550"/>
                <a:gd name="connsiteX4569" fmla="*/ 255365 w 3219450"/>
                <a:gd name="connsiteY4569" fmla="*/ 1543241 h 2495550"/>
                <a:gd name="connsiteX4570" fmla="*/ 255270 w 3219450"/>
                <a:gd name="connsiteY4570" fmla="*/ 1544002 h 2495550"/>
                <a:gd name="connsiteX4571" fmla="*/ 255365 w 3219450"/>
                <a:gd name="connsiteY4571" fmla="*/ 1544384 h 2495550"/>
                <a:gd name="connsiteX4572" fmla="*/ 255556 w 3219450"/>
                <a:gd name="connsiteY4572" fmla="*/ 1544669 h 2495550"/>
                <a:gd name="connsiteX4573" fmla="*/ 256794 w 3219450"/>
                <a:gd name="connsiteY4573" fmla="*/ 1550384 h 2495550"/>
                <a:gd name="connsiteX4574" fmla="*/ 256699 w 3219450"/>
                <a:gd name="connsiteY4574" fmla="*/ 1551718 h 2495550"/>
                <a:gd name="connsiteX4575" fmla="*/ 256413 w 3219450"/>
                <a:gd name="connsiteY4575" fmla="*/ 1552861 h 2495550"/>
                <a:gd name="connsiteX4576" fmla="*/ 256508 w 3219450"/>
                <a:gd name="connsiteY4576" fmla="*/ 1553623 h 2495550"/>
                <a:gd name="connsiteX4577" fmla="*/ 257080 w 3219450"/>
                <a:gd name="connsiteY4577" fmla="*/ 1553813 h 2495550"/>
                <a:gd name="connsiteX4578" fmla="*/ 257080 w 3219450"/>
                <a:gd name="connsiteY4578" fmla="*/ 1553813 h 2495550"/>
                <a:gd name="connsiteX4579" fmla="*/ 257461 w 3219450"/>
                <a:gd name="connsiteY4579" fmla="*/ 1553909 h 2495550"/>
                <a:gd name="connsiteX4580" fmla="*/ 259366 w 3219450"/>
                <a:gd name="connsiteY4580" fmla="*/ 1554956 h 2495550"/>
                <a:gd name="connsiteX4581" fmla="*/ 260509 w 3219450"/>
                <a:gd name="connsiteY4581" fmla="*/ 1556576 h 2495550"/>
                <a:gd name="connsiteX4582" fmla="*/ 261366 w 3219450"/>
                <a:gd name="connsiteY4582" fmla="*/ 1558481 h 2495550"/>
                <a:gd name="connsiteX4583" fmla="*/ 266510 w 3219450"/>
                <a:gd name="connsiteY4583" fmla="*/ 1565529 h 2495550"/>
                <a:gd name="connsiteX4584" fmla="*/ 268034 w 3219450"/>
                <a:gd name="connsiteY4584" fmla="*/ 1566767 h 2495550"/>
                <a:gd name="connsiteX4585" fmla="*/ 270320 w 3219450"/>
                <a:gd name="connsiteY4585" fmla="*/ 1568101 h 2495550"/>
                <a:gd name="connsiteX4586" fmla="*/ 270891 w 3219450"/>
                <a:gd name="connsiteY4586" fmla="*/ 1568672 h 2495550"/>
                <a:gd name="connsiteX4587" fmla="*/ 271463 w 3219450"/>
                <a:gd name="connsiteY4587" fmla="*/ 1569911 h 2495550"/>
                <a:gd name="connsiteX4588" fmla="*/ 271367 w 3219450"/>
                <a:gd name="connsiteY4588" fmla="*/ 1571054 h 2495550"/>
                <a:gd name="connsiteX4589" fmla="*/ 270224 w 3219450"/>
                <a:gd name="connsiteY4589" fmla="*/ 1573721 h 2495550"/>
                <a:gd name="connsiteX4590" fmla="*/ 269939 w 3219450"/>
                <a:gd name="connsiteY4590" fmla="*/ 1574959 h 2495550"/>
                <a:gd name="connsiteX4591" fmla="*/ 269558 w 3219450"/>
                <a:gd name="connsiteY4591" fmla="*/ 1577531 h 2495550"/>
                <a:gd name="connsiteX4592" fmla="*/ 269177 w 3219450"/>
                <a:gd name="connsiteY4592" fmla="*/ 1578674 h 2495550"/>
                <a:gd name="connsiteX4593" fmla="*/ 267843 w 3219450"/>
                <a:gd name="connsiteY4593" fmla="*/ 1580864 h 2495550"/>
                <a:gd name="connsiteX4594" fmla="*/ 267653 w 3219450"/>
                <a:gd name="connsiteY4594" fmla="*/ 1581912 h 2495550"/>
                <a:gd name="connsiteX4595" fmla="*/ 268986 w 3219450"/>
                <a:gd name="connsiteY4595" fmla="*/ 1583341 h 2495550"/>
                <a:gd name="connsiteX4596" fmla="*/ 268986 w 3219450"/>
                <a:gd name="connsiteY4596" fmla="*/ 1583912 h 2495550"/>
                <a:gd name="connsiteX4597" fmla="*/ 268891 w 3219450"/>
                <a:gd name="connsiteY4597" fmla="*/ 1584484 h 2495550"/>
                <a:gd name="connsiteX4598" fmla="*/ 268891 w 3219450"/>
                <a:gd name="connsiteY4598" fmla="*/ 1585055 h 2495550"/>
                <a:gd name="connsiteX4599" fmla="*/ 269177 w 3219450"/>
                <a:gd name="connsiteY4599" fmla="*/ 1585531 h 2495550"/>
                <a:gd name="connsiteX4600" fmla="*/ 269843 w 3219450"/>
                <a:gd name="connsiteY4600" fmla="*/ 1586294 h 2495550"/>
                <a:gd name="connsiteX4601" fmla="*/ 270224 w 3219450"/>
                <a:gd name="connsiteY4601" fmla="*/ 1587341 h 2495550"/>
                <a:gd name="connsiteX4602" fmla="*/ 270510 w 3219450"/>
                <a:gd name="connsiteY4602" fmla="*/ 1587818 h 2495550"/>
                <a:gd name="connsiteX4603" fmla="*/ 270891 w 3219450"/>
                <a:gd name="connsiteY4603" fmla="*/ 1588103 h 2495550"/>
                <a:gd name="connsiteX4604" fmla="*/ 271367 w 3219450"/>
                <a:gd name="connsiteY4604" fmla="*/ 1588199 h 2495550"/>
                <a:gd name="connsiteX4605" fmla="*/ 272320 w 3219450"/>
                <a:gd name="connsiteY4605" fmla="*/ 1588199 h 2495550"/>
                <a:gd name="connsiteX4606" fmla="*/ 274320 w 3219450"/>
                <a:gd name="connsiteY4606" fmla="*/ 1590199 h 2495550"/>
                <a:gd name="connsiteX4607" fmla="*/ 275558 w 3219450"/>
                <a:gd name="connsiteY4607" fmla="*/ 1591818 h 2495550"/>
                <a:gd name="connsiteX4608" fmla="*/ 275273 w 3219450"/>
                <a:gd name="connsiteY4608" fmla="*/ 1592580 h 2495550"/>
                <a:gd name="connsiteX4609" fmla="*/ 274415 w 3219450"/>
                <a:gd name="connsiteY4609" fmla="*/ 1593533 h 2495550"/>
                <a:gd name="connsiteX4610" fmla="*/ 269272 w 3219450"/>
                <a:gd name="connsiteY4610" fmla="*/ 1597724 h 2495550"/>
                <a:gd name="connsiteX4611" fmla="*/ 269081 w 3219450"/>
                <a:gd name="connsiteY4611" fmla="*/ 1599057 h 2495550"/>
                <a:gd name="connsiteX4612" fmla="*/ 271082 w 3219450"/>
                <a:gd name="connsiteY4612" fmla="*/ 1600295 h 2495550"/>
                <a:gd name="connsiteX4613" fmla="*/ 272606 w 3219450"/>
                <a:gd name="connsiteY4613" fmla="*/ 1601724 h 2495550"/>
                <a:gd name="connsiteX4614" fmla="*/ 272510 w 3219450"/>
                <a:gd name="connsiteY4614" fmla="*/ 1603724 h 2495550"/>
                <a:gd name="connsiteX4615" fmla="*/ 271748 w 3219450"/>
                <a:gd name="connsiteY4615" fmla="*/ 1606106 h 2495550"/>
                <a:gd name="connsiteX4616" fmla="*/ 271367 w 3219450"/>
                <a:gd name="connsiteY4616" fmla="*/ 1608487 h 2495550"/>
                <a:gd name="connsiteX4617" fmla="*/ 271463 w 3219450"/>
                <a:gd name="connsiteY4617" fmla="*/ 1609535 h 2495550"/>
                <a:gd name="connsiteX4618" fmla="*/ 271653 w 3219450"/>
                <a:gd name="connsiteY4618" fmla="*/ 1610106 h 2495550"/>
                <a:gd name="connsiteX4619" fmla="*/ 272034 w 3219450"/>
                <a:gd name="connsiteY4619" fmla="*/ 1610487 h 2495550"/>
                <a:gd name="connsiteX4620" fmla="*/ 273653 w 3219450"/>
                <a:gd name="connsiteY4620" fmla="*/ 1611344 h 2495550"/>
                <a:gd name="connsiteX4621" fmla="*/ 274225 w 3219450"/>
                <a:gd name="connsiteY4621" fmla="*/ 1611344 h 2495550"/>
                <a:gd name="connsiteX4622" fmla="*/ 275558 w 3219450"/>
                <a:gd name="connsiteY4622" fmla="*/ 1610963 h 2495550"/>
                <a:gd name="connsiteX4623" fmla="*/ 276987 w 3219450"/>
                <a:gd name="connsiteY4623" fmla="*/ 1611154 h 2495550"/>
                <a:gd name="connsiteX4624" fmla="*/ 277654 w 3219450"/>
                <a:gd name="connsiteY4624" fmla="*/ 1611154 h 2495550"/>
                <a:gd name="connsiteX4625" fmla="*/ 278511 w 3219450"/>
                <a:gd name="connsiteY4625" fmla="*/ 1610773 h 2495550"/>
                <a:gd name="connsiteX4626" fmla="*/ 278606 w 3219450"/>
                <a:gd name="connsiteY4626" fmla="*/ 1610677 h 2495550"/>
                <a:gd name="connsiteX4627" fmla="*/ 279178 w 3219450"/>
                <a:gd name="connsiteY4627" fmla="*/ 1610106 h 2495550"/>
                <a:gd name="connsiteX4628" fmla="*/ 279749 w 3219450"/>
                <a:gd name="connsiteY4628" fmla="*/ 1609249 h 2495550"/>
                <a:gd name="connsiteX4629" fmla="*/ 280607 w 3219450"/>
                <a:gd name="connsiteY4629" fmla="*/ 1607344 h 2495550"/>
                <a:gd name="connsiteX4630" fmla="*/ 281464 w 3219450"/>
                <a:gd name="connsiteY4630" fmla="*/ 1607820 h 2495550"/>
                <a:gd name="connsiteX4631" fmla="*/ 282797 w 3219450"/>
                <a:gd name="connsiteY4631" fmla="*/ 1609154 h 2495550"/>
                <a:gd name="connsiteX4632" fmla="*/ 283655 w 3219450"/>
                <a:gd name="connsiteY4632" fmla="*/ 1609439 h 2495550"/>
                <a:gd name="connsiteX4633" fmla="*/ 284321 w 3219450"/>
                <a:gd name="connsiteY4633" fmla="*/ 1608011 h 2495550"/>
                <a:gd name="connsiteX4634" fmla="*/ 284702 w 3219450"/>
                <a:gd name="connsiteY4634" fmla="*/ 1605344 h 2495550"/>
                <a:gd name="connsiteX4635" fmla="*/ 285750 w 3219450"/>
                <a:gd name="connsiteY4635" fmla="*/ 1602962 h 2495550"/>
                <a:gd name="connsiteX4636" fmla="*/ 288322 w 3219450"/>
                <a:gd name="connsiteY4636" fmla="*/ 1602486 h 2495550"/>
                <a:gd name="connsiteX4637" fmla="*/ 289084 w 3219450"/>
                <a:gd name="connsiteY4637" fmla="*/ 1602867 h 2495550"/>
                <a:gd name="connsiteX4638" fmla="*/ 290513 w 3219450"/>
                <a:gd name="connsiteY4638" fmla="*/ 1604201 h 2495550"/>
                <a:gd name="connsiteX4639" fmla="*/ 292322 w 3219450"/>
                <a:gd name="connsiteY4639" fmla="*/ 1605248 h 2495550"/>
                <a:gd name="connsiteX4640" fmla="*/ 292608 w 3219450"/>
                <a:gd name="connsiteY4640" fmla="*/ 1606106 h 2495550"/>
                <a:gd name="connsiteX4641" fmla="*/ 292799 w 3219450"/>
                <a:gd name="connsiteY4641" fmla="*/ 1607058 h 2495550"/>
                <a:gd name="connsiteX4642" fmla="*/ 293370 w 3219450"/>
                <a:gd name="connsiteY4642" fmla="*/ 1608011 h 2495550"/>
                <a:gd name="connsiteX4643" fmla="*/ 293751 w 3219450"/>
                <a:gd name="connsiteY4643" fmla="*/ 1608201 h 2495550"/>
                <a:gd name="connsiteX4644" fmla="*/ 294704 w 3219450"/>
                <a:gd name="connsiteY4644" fmla="*/ 1608296 h 2495550"/>
                <a:gd name="connsiteX4645" fmla="*/ 295085 w 3219450"/>
                <a:gd name="connsiteY4645" fmla="*/ 1608582 h 2495550"/>
                <a:gd name="connsiteX4646" fmla="*/ 295370 w 3219450"/>
                <a:gd name="connsiteY4646" fmla="*/ 1609249 h 2495550"/>
                <a:gd name="connsiteX4647" fmla="*/ 295370 w 3219450"/>
                <a:gd name="connsiteY4647" fmla="*/ 1609820 h 2495550"/>
                <a:gd name="connsiteX4648" fmla="*/ 295180 w 3219450"/>
                <a:gd name="connsiteY4648" fmla="*/ 1610392 h 2495550"/>
                <a:gd name="connsiteX4649" fmla="*/ 295180 w 3219450"/>
                <a:gd name="connsiteY4649" fmla="*/ 1611059 h 2495550"/>
                <a:gd name="connsiteX4650" fmla="*/ 295370 w 3219450"/>
                <a:gd name="connsiteY4650" fmla="*/ 1611535 h 2495550"/>
                <a:gd name="connsiteX4651" fmla="*/ 296228 w 3219450"/>
                <a:gd name="connsiteY4651" fmla="*/ 1612202 h 2495550"/>
                <a:gd name="connsiteX4652" fmla="*/ 296513 w 3219450"/>
                <a:gd name="connsiteY4652" fmla="*/ 1612678 h 2495550"/>
                <a:gd name="connsiteX4653" fmla="*/ 296513 w 3219450"/>
                <a:gd name="connsiteY4653" fmla="*/ 1613249 h 2495550"/>
                <a:gd name="connsiteX4654" fmla="*/ 296418 w 3219450"/>
                <a:gd name="connsiteY4654" fmla="*/ 1613726 h 2495550"/>
                <a:gd name="connsiteX4655" fmla="*/ 296323 w 3219450"/>
                <a:gd name="connsiteY4655" fmla="*/ 1614297 h 2495550"/>
                <a:gd name="connsiteX4656" fmla="*/ 296513 w 3219450"/>
                <a:gd name="connsiteY4656" fmla="*/ 1614869 h 2495550"/>
                <a:gd name="connsiteX4657" fmla="*/ 297275 w 3219450"/>
                <a:gd name="connsiteY4657" fmla="*/ 1615535 h 2495550"/>
                <a:gd name="connsiteX4658" fmla="*/ 298133 w 3219450"/>
                <a:gd name="connsiteY4658" fmla="*/ 1615726 h 2495550"/>
                <a:gd name="connsiteX4659" fmla="*/ 298895 w 3219450"/>
                <a:gd name="connsiteY4659" fmla="*/ 1616202 h 2495550"/>
                <a:gd name="connsiteX4660" fmla="*/ 299180 w 3219450"/>
                <a:gd name="connsiteY4660" fmla="*/ 1617536 h 2495550"/>
                <a:gd name="connsiteX4661" fmla="*/ 299180 w 3219450"/>
                <a:gd name="connsiteY4661" fmla="*/ 1618679 h 2495550"/>
                <a:gd name="connsiteX4662" fmla="*/ 299371 w 3219450"/>
                <a:gd name="connsiteY4662" fmla="*/ 1619726 h 2495550"/>
                <a:gd name="connsiteX4663" fmla="*/ 299752 w 3219450"/>
                <a:gd name="connsiteY4663" fmla="*/ 1620679 h 2495550"/>
                <a:gd name="connsiteX4664" fmla="*/ 300419 w 3219450"/>
                <a:gd name="connsiteY4664" fmla="*/ 1621536 h 2495550"/>
                <a:gd name="connsiteX4665" fmla="*/ 301752 w 3219450"/>
                <a:gd name="connsiteY4665" fmla="*/ 1622298 h 2495550"/>
                <a:gd name="connsiteX4666" fmla="*/ 303181 w 3219450"/>
                <a:gd name="connsiteY4666" fmla="*/ 1622679 h 2495550"/>
                <a:gd name="connsiteX4667" fmla="*/ 304419 w 3219450"/>
                <a:gd name="connsiteY4667" fmla="*/ 1623346 h 2495550"/>
                <a:gd name="connsiteX4668" fmla="*/ 304991 w 3219450"/>
                <a:gd name="connsiteY4668" fmla="*/ 1624298 h 2495550"/>
                <a:gd name="connsiteX4669" fmla="*/ 305276 w 3219450"/>
                <a:gd name="connsiteY4669" fmla="*/ 1624870 h 2495550"/>
                <a:gd name="connsiteX4670" fmla="*/ 305657 w 3219450"/>
                <a:gd name="connsiteY4670" fmla="*/ 1626870 h 2495550"/>
                <a:gd name="connsiteX4671" fmla="*/ 306038 w 3219450"/>
                <a:gd name="connsiteY4671" fmla="*/ 1627632 h 2495550"/>
                <a:gd name="connsiteX4672" fmla="*/ 306705 w 3219450"/>
                <a:gd name="connsiteY4672" fmla="*/ 1627823 h 2495550"/>
                <a:gd name="connsiteX4673" fmla="*/ 307562 w 3219450"/>
                <a:gd name="connsiteY4673" fmla="*/ 1627632 h 2495550"/>
                <a:gd name="connsiteX4674" fmla="*/ 308420 w 3219450"/>
                <a:gd name="connsiteY4674" fmla="*/ 1627632 h 2495550"/>
                <a:gd name="connsiteX4675" fmla="*/ 309182 w 3219450"/>
                <a:gd name="connsiteY4675" fmla="*/ 1627823 h 2495550"/>
                <a:gd name="connsiteX4676" fmla="*/ 309944 w 3219450"/>
                <a:gd name="connsiteY4676" fmla="*/ 1628299 h 2495550"/>
                <a:gd name="connsiteX4677" fmla="*/ 310134 w 3219450"/>
                <a:gd name="connsiteY4677" fmla="*/ 1628585 h 2495550"/>
                <a:gd name="connsiteX4678" fmla="*/ 310325 w 3219450"/>
                <a:gd name="connsiteY4678" fmla="*/ 1628870 h 2495550"/>
                <a:gd name="connsiteX4679" fmla="*/ 310420 w 3219450"/>
                <a:gd name="connsiteY4679" fmla="*/ 1629156 h 2495550"/>
                <a:gd name="connsiteX4680" fmla="*/ 310515 w 3219450"/>
                <a:gd name="connsiteY4680" fmla="*/ 1629537 h 2495550"/>
                <a:gd name="connsiteX4681" fmla="*/ 310991 w 3219450"/>
                <a:gd name="connsiteY4681" fmla="*/ 1630394 h 2495550"/>
                <a:gd name="connsiteX4682" fmla="*/ 311753 w 3219450"/>
                <a:gd name="connsiteY4682" fmla="*/ 1631347 h 2495550"/>
                <a:gd name="connsiteX4683" fmla="*/ 312611 w 3219450"/>
                <a:gd name="connsiteY4683" fmla="*/ 1632109 h 2495550"/>
                <a:gd name="connsiteX4684" fmla="*/ 313373 w 3219450"/>
                <a:gd name="connsiteY4684" fmla="*/ 1632490 h 2495550"/>
                <a:gd name="connsiteX4685" fmla="*/ 314516 w 3219450"/>
                <a:gd name="connsiteY4685" fmla="*/ 1632776 h 2495550"/>
                <a:gd name="connsiteX4686" fmla="*/ 315182 w 3219450"/>
                <a:gd name="connsiteY4686" fmla="*/ 1633061 h 2495550"/>
                <a:gd name="connsiteX4687" fmla="*/ 315754 w 3219450"/>
                <a:gd name="connsiteY4687" fmla="*/ 1632966 h 2495550"/>
                <a:gd name="connsiteX4688" fmla="*/ 317945 w 3219450"/>
                <a:gd name="connsiteY4688" fmla="*/ 1631633 h 2495550"/>
                <a:gd name="connsiteX4689" fmla="*/ 318897 w 3219450"/>
                <a:gd name="connsiteY4689" fmla="*/ 1631442 h 2495550"/>
                <a:gd name="connsiteX4690" fmla="*/ 320993 w 3219450"/>
                <a:gd name="connsiteY4690" fmla="*/ 1631347 h 2495550"/>
                <a:gd name="connsiteX4691" fmla="*/ 323660 w 3219450"/>
                <a:gd name="connsiteY4691" fmla="*/ 1630585 h 2495550"/>
                <a:gd name="connsiteX4692" fmla="*/ 324803 w 3219450"/>
                <a:gd name="connsiteY4692" fmla="*/ 1630680 h 2495550"/>
                <a:gd name="connsiteX4693" fmla="*/ 328613 w 3219450"/>
                <a:gd name="connsiteY4693" fmla="*/ 1631633 h 2495550"/>
                <a:gd name="connsiteX4694" fmla="*/ 329470 w 3219450"/>
                <a:gd name="connsiteY4694" fmla="*/ 1632109 h 2495550"/>
                <a:gd name="connsiteX4695" fmla="*/ 330137 w 3219450"/>
                <a:gd name="connsiteY4695" fmla="*/ 1632871 h 2495550"/>
                <a:gd name="connsiteX4696" fmla="*/ 331089 w 3219450"/>
                <a:gd name="connsiteY4696" fmla="*/ 1634585 h 2495550"/>
                <a:gd name="connsiteX4697" fmla="*/ 332327 w 3219450"/>
                <a:gd name="connsiteY4697" fmla="*/ 1636014 h 2495550"/>
                <a:gd name="connsiteX4698" fmla="*/ 332899 w 3219450"/>
                <a:gd name="connsiteY4698" fmla="*/ 1636395 h 2495550"/>
                <a:gd name="connsiteX4699" fmla="*/ 333185 w 3219450"/>
                <a:gd name="connsiteY4699" fmla="*/ 1636586 h 2495550"/>
                <a:gd name="connsiteX4700" fmla="*/ 334042 w 3219450"/>
                <a:gd name="connsiteY4700" fmla="*/ 1637157 h 2495550"/>
                <a:gd name="connsiteX4701" fmla="*/ 337757 w 3219450"/>
                <a:gd name="connsiteY4701" fmla="*/ 1638681 h 2495550"/>
                <a:gd name="connsiteX4702" fmla="*/ 338995 w 3219450"/>
                <a:gd name="connsiteY4702" fmla="*/ 1639729 h 2495550"/>
                <a:gd name="connsiteX4703" fmla="*/ 339852 w 3219450"/>
                <a:gd name="connsiteY4703" fmla="*/ 1641158 h 2495550"/>
                <a:gd name="connsiteX4704" fmla="*/ 340805 w 3219450"/>
                <a:gd name="connsiteY4704" fmla="*/ 1642491 h 2495550"/>
                <a:gd name="connsiteX4705" fmla="*/ 342329 w 3219450"/>
                <a:gd name="connsiteY4705" fmla="*/ 1643158 h 2495550"/>
                <a:gd name="connsiteX4706" fmla="*/ 343186 w 3219450"/>
                <a:gd name="connsiteY4706" fmla="*/ 1642967 h 2495550"/>
                <a:gd name="connsiteX4707" fmla="*/ 344805 w 3219450"/>
                <a:gd name="connsiteY4707" fmla="*/ 1642015 h 2495550"/>
                <a:gd name="connsiteX4708" fmla="*/ 345662 w 3219450"/>
                <a:gd name="connsiteY4708" fmla="*/ 1642015 h 2495550"/>
                <a:gd name="connsiteX4709" fmla="*/ 346329 w 3219450"/>
                <a:gd name="connsiteY4709" fmla="*/ 1642491 h 2495550"/>
                <a:gd name="connsiteX4710" fmla="*/ 347758 w 3219450"/>
                <a:gd name="connsiteY4710" fmla="*/ 1644777 h 2495550"/>
                <a:gd name="connsiteX4711" fmla="*/ 349282 w 3219450"/>
                <a:gd name="connsiteY4711" fmla="*/ 1645634 h 2495550"/>
                <a:gd name="connsiteX4712" fmla="*/ 349663 w 3219450"/>
                <a:gd name="connsiteY4712" fmla="*/ 1646206 h 2495550"/>
                <a:gd name="connsiteX4713" fmla="*/ 348425 w 3219450"/>
                <a:gd name="connsiteY4713" fmla="*/ 1648587 h 2495550"/>
                <a:gd name="connsiteX4714" fmla="*/ 348044 w 3219450"/>
                <a:gd name="connsiteY4714" fmla="*/ 1648873 h 2495550"/>
                <a:gd name="connsiteX4715" fmla="*/ 347663 w 3219450"/>
                <a:gd name="connsiteY4715" fmla="*/ 1648968 h 2495550"/>
                <a:gd name="connsiteX4716" fmla="*/ 347186 w 3219450"/>
                <a:gd name="connsiteY4716" fmla="*/ 1648968 h 2495550"/>
                <a:gd name="connsiteX4717" fmla="*/ 346710 w 3219450"/>
                <a:gd name="connsiteY4717" fmla="*/ 1649063 h 2495550"/>
                <a:gd name="connsiteX4718" fmla="*/ 346424 w 3219450"/>
                <a:gd name="connsiteY4718" fmla="*/ 1649349 h 2495550"/>
                <a:gd name="connsiteX4719" fmla="*/ 346424 w 3219450"/>
                <a:gd name="connsiteY4719" fmla="*/ 1650111 h 2495550"/>
                <a:gd name="connsiteX4720" fmla="*/ 346996 w 3219450"/>
                <a:gd name="connsiteY4720" fmla="*/ 1650873 h 2495550"/>
                <a:gd name="connsiteX4721" fmla="*/ 347663 w 3219450"/>
                <a:gd name="connsiteY4721" fmla="*/ 1651635 h 2495550"/>
                <a:gd name="connsiteX4722" fmla="*/ 348139 w 3219450"/>
                <a:gd name="connsiteY4722" fmla="*/ 1652397 h 2495550"/>
                <a:gd name="connsiteX4723" fmla="*/ 348329 w 3219450"/>
                <a:gd name="connsiteY4723" fmla="*/ 1653540 h 2495550"/>
                <a:gd name="connsiteX4724" fmla="*/ 348044 w 3219450"/>
                <a:gd name="connsiteY4724" fmla="*/ 1654493 h 2495550"/>
                <a:gd name="connsiteX4725" fmla="*/ 347567 w 3219450"/>
                <a:gd name="connsiteY4725" fmla="*/ 1655350 h 2495550"/>
                <a:gd name="connsiteX4726" fmla="*/ 347091 w 3219450"/>
                <a:gd name="connsiteY4726" fmla="*/ 1656398 h 2495550"/>
                <a:gd name="connsiteX4727" fmla="*/ 348996 w 3219450"/>
                <a:gd name="connsiteY4727" fmla="*/ 1655921 h 2495550"/>
                <a:gd name="connsiteX4728" fmla="*/ 350901 w 3219450"/>
                <a:gd name="connsiteY4728" fmla="*/ 1656017 h 2495550"/>
                <a:gd name="connsiteX4729" fmla="*/ 354711 w 3219450"/>
                <a:gd name="connsiteY4729" fmla="*/ 1657160 h 2495550"/>
                <a:gd name="connsiteX4730" fmla="*/ 359950 w 3219450"/>
                <a:gd name="connsiteY4730" fmla="*/ 1660112 h 2495550"/>
                <a:gd name="connsiteX4731" fmla="*/ 362617 w 3219450"/>
                <a:gd name="connsiteY4731" fmla="*/ 1661160 h 2495550"/>
                <a:gd name="connsiteX4732" fmla="*/ 364331 w 3219450"/>
                <a:gd name="connsiteY4732" fmla="*/ 1662303 h 2495550"/>
                <a:gd name="connsiteX4733" fmla="*/ 365189 w 3219450"/>
                <a:gd name="connsiteY4733" fmla="*/ 1662494 h 2495550"/>
                <a:gd name="connsiteX4734" fmla="*/ 366236 w 3219450"/>
                <a:gd name="connsiteY4734" fmla="*/ 1662303 h 2495550"/>
                <a:gd name="connsiteX4735" fmla="*/ 366998 w 3219450"/>
                <a:gd name="connsiteY4735" fmla="*/ 1662017 h 2495550"/>
                <a:gd name="connsiteX4736" fmla="*/ 367760 w 3219450"/>
                <a:gd name="connsiteY4736" fmla="*/ 1661922 h 2495550"/>
                <a:gd name="connsiteX4737" fmla="*/ 368903 w 3219450"/>
                <a:gd name="connsiteY4737" fmla="*/ 1662303 h 2495550"/>
                <a:gd name="connsiteX4738" fmla="*/ 374047 w 3219450"/>
                <a:gd name="connsiteY4738" fmla="*/ 1665256 h 2495550"/>
                <a:gd name="connsiteX4739" fmla="*/ 375571 w 3219450"/>
                <a:gd name="connsiteY4739" fmla="*/ 1666494 h 2495550"/>
                <a:gd name="connsiteX4740" fmla="*/ 376238 w 3219450"/>
                <a:gd name="connsiteY4740" fmla="*/ 1667351 h 2495550"/>
                <a:gd name="connsiteX4741" fmla="*/ 377285 w 3219450"/>
                <a:gd name="connsiteY4741" fmla="*/ 1669352 h 2495550"/>
                <a:gd name="connsiteX4742" fmla="*/ 377952 w 3219450"/>
                <a:gd name="connsiteY4742" fmla="*/ 1670209 h 2495550"/>
                <a:gd name="connsiteX4743" fmla="*/ 378714 w 3219450"/>
                <a:gd name="connsiteY4743" fmla="*/ 1670876 h 2495550"/>
                <a:gd name="connsiteX4744" fmla="*/ 383191 w 3219450"/>
                <a:gd name="connsiteY4744" fmla="*/ 1672876 h 2495550"/>
                <a:gd name="connsiteX4745" fmla="*/ 387191 w 3219450"/>
                <a:gd name="connsiteY4745" fmla="*/ 1674019 h 2495550"/>
                <a:gd name="connsiteX4746" fmla="*/ 388906 w 3219450"/>
                <a:gd name="connsiteY4746" fmla="*/ 1674971 h 2495550"/>
                <a:gd name="connsiteX4747" fmla="*/ 389954 w 3219450"/>
                <a:gd name="connsiteY4747" fmla="*/ 1676686 h 2495550"/>
                <a:gd name="connsiteX4748" fmla="*/ 390335 w 3219450"/>
                <a:gd name="connsiteY4748" fmla="*/ 1677543 h 2495550"/>
                <a:gd name="connsiteX4749" fmla="*/ 389954 w 3219450"/>
                <a:gd name="connsiteY4749" fmla="*/ 1678496 h 2495550"/>
                <a:gd name="connsiteX4750" fmla="*/ 390525 w 3219450"/>
                <a:gd name="connsiteY4750" fmla="*/ 1678972 h 2495550"/>
                <a:gd name="connsiteX4751" fmla="*/ 391192 w 3219450"/>
                <a:gd name="connsiteY4751" fmla="*/ 1680020 h 2495550"/>
                <a:gd name="connsiteX4752" fmla="*/ 391763 w 3219450"/>
                <a:gd name="connsiteY4752" fmla="*/ 1681163 h 2495550"/>
                <a:gd name="connsiteX4753" fmla="*/ 392430 w 3219450"/>
                <a:gd name="connsiteY4753" fmla="*/ 1683163 h 2495550"/>
                <a:gd name="connsiteX4754" fmla="*/ 393668 w 3219450"/>
                <a:gd name="connsiteY4754" fmla="*/ 1685163 h 2495550"/>
                <a:gd name="connsiteX4755" fmla="*/ 394049 w 3219450"/>
                <a:gd name="connsiteY4755" fmla="*/ 1686116 h 2495550"/>
                <a:gd name="connsiteX4756" fmla="*/ 394621 w 3219450"/>
                <a:gd name="connsiteY4756" fmla="*/ 1688783 h 2495550"/>
                <a:gd name="connsiteX4757" fmla="*/ 394621 w 3219450"/>
                <a:gd name="connsiteY4757" fmla="*/ 1688878 h 2495550"/>
                <a:gd name="connsiteX4758" fmla="*/ 395288 w 3219450"/>
                <a:gd name="connsiteY4758" fmla="*/ 1689449 h 2495550"/>
                <a:gd name="connsiteX4759" fmla="*/ 396716 w 3219450"/>
                <a:gd name="connsiteY4759" fmla="*/ 1689068 h 2495550"/>
                <a:gd name="connsiteX4760" fmla="*/ 397955 w 3219450"/>
                <a:gd name="connsiteY4760" fmla="*/ 1689068 h 2495550"/>
                <a:gd name="connsiteX4761" fmla="*/ 400431 w 3219450"/>
                <a:gd name="connsiteY4761" fmla="*/ 1690211 h 2495550"/>
                <a:gd name="connsiteX4762" fmla="*/ 401574 w 3219450"/>
                <a:gd name="connsiteY4762" fmla="*/ 1690021 h 2495550"/>
                <a:gd name="connsiteX4763" fmla="*/ 402146 w 3219450"/>
                <a:gd name="connsiteY4763" fmla="*/ 1689164 h 2495550"/>
                <a:gd name="connsiteX4764" fmla="*/ 402050 w 3219450"/>
                <a:gd name="connsiteY4764" fmla="*/ 1687449 h 2495550"/>
                <a:gd name="connsiteX4765" fmla="*/ 402812 w 3219450"/>
                <a:gd name="connsiteY4765" fmla="*/ 1686973 h 2495550"/>
                <a:gd name="connsiteX4766" fmla="*/ 403765 w 3219450"/>
                <a:gd name="connsiteY4766" fmla="*/ 1686687 h 2495550"/>
                <a:gd name="connsiteX4767" fmla="*/ 404241 w 3219450"/>
                <a:gd name="connsiteY4767" fmla="*/ 1686306 h 2495550"/>
                <a:gd name="connsiteX4768" fmla="*/ 404336 w 3219450"/>
                <a:gd name="connsiteY4768" fmla="*/ 1686211 h 2495550"/>
                <a:gd name="connsiteX4769" fmla="*/ 404527 w 3219450"/>
                <a:gd name="connsiteY4769" fmla="*/ 1685735 h 2495550"/>
                <a:gd name="connsiteX4770" fmla="*/ 404717 w 3219450"/>
                <a:gd name="connsiteY4770" fmla="*/ 1684782 h 2495550"/>
                <a:gd name="connsiteX4771" fmla="*/ 404622 w 3219450"/>
                <a:gd name="connsiteY4771" fmla="*/ 1684401 h 2495550"/>
                <a:gd name="connsiteX4772" fmla="*/ 404241 w 3219450"/>
                <a:gd name="connsiteY4772" fmla="*/ 1683449 h 2495550"/>
                <a:gd name="connsiteX4773" fmla="*/ 404241 w 3219450"/>
                <a:gd name="connsiteY4773" fmla="*/ 1682972 h 2495550"/>
                <a:gd name="connsiteX4774" fmla="*/ 404813 w 3219450"/>
                <a:gd name="connsiteY4774" fmla="*/ 1682591 h 2495550"/>
                <a:gd name="connsiteX4775" fmla="*/ 405670 w 3219450"/>
                <a:gd name="connsiteY4775" fmla="*/ 1682496 h 2495550"/>
                <a:gd name="connsiteX4776" fmla="*/ 406527 w 3219450"/>
                <a:gd name="connsiteY4776" fmla="*/ 1682496 h 2495550"/>
                <a:gd name="connsiteX4777" fmla="*/ 407194 w 3219450"/>
                <a:gd name="connsiteY4777" fmla="*/ 1682401 h 2495550"/>
                <a:gd name="connsiteX4778" fmla="*/ 408051 w 3219450"/>
                <a:gd name="connsiteY4778" fmla="*/ 1681829 h 2495550"/>
                <a:gd name="connsiteX4779" fmla="*/ 408718 w 3219450"/>
                <a:gd name="connsiteY4779" fmla="*/ 1680972 h 2495550"/>
                <a:gd name="connsiteX4780" fmla="*/ 409099 w 3219450"/>
                <a:gd name="connsiteY4780" fmla="*/ 1680020 h 2495550"/>
                <a:gd name="connsiteX4781" fmla="*/ 409385 w 3219450"/>
                <a:gd name="connsiteY4781" fmla="*/ 1678115 h 2495550"/>
                <a:gd name="connsiteX4782" fmla="*/ 410051 w 3219450"/>
                <a:gd name="connsiteY4782" fmla="*/ 1676972 h 2495550"/>
                <a:gd name="connsiteX4783" fmla="*/ 410242 w 3219450"/>
                <a:gd name="connsiteY4783" fmla="*/ 1676400 h 2495550"/>
                <a:gd name="connsiteX4784" fmla="*/ 410242 w 3219450"/>
                <a:gd name="connsiteY4784" fmla="*/ 1675924 h 2495550"/>
                <a:gd name="connsiteX4785" fmla="*/ 409861 w 3219450"/>
                <a:gd name="connsiteY4785" fmla="*/ 1674971 h 2495550"/>
                <a:gd name="connsiteX4786" fmla="*/ 409766 w 3219450"/>
                <a:gd name="connsiteY4786" fmla="*/ 1674400 h 2495550"/>
                <a:gd name="connsiteX4787" fmla="*/ 409670 w 3219450"/>
                <a:gd name="connsiteY4787" fmla="*/ 1672304 h 2495550"/>
                <a:gd name="connsiteX4788" fmla="*/ 409861 w 3219450"/>
                <a:gd name="connsiteY4788" fmla="*/ 1671352 h 2495550"/>
                <a:gd name="connsiteX4789" fmla="*/ 410432 w 3219450"/>
                <a:gd name="connsiteY4789" fmla="*/ 1670495 h 2495550"/>
                <a:gd name="connsiteX4790" fmla="*/ 410718 w 3219450"/>
                <a:gd name="connsiteY4790" fmla="*/ 1669637 h 2495550"/>
                <a:gd name="connsiteX4791" fmla="*/ 410623 w 3219450"/>
                <a:gd name="connsiteY4791" fmla="*/ 1668685 h 2495550"/>
                <a:gd name="connsiteX4792" fmla="*/ 410718 w 3219450"/>
                <a:gd name="connsiteY4792" fmla="*/ 1667923 h 2495550"/>
                <a:gd name="connsiteX4793" fmla="*/ 411766 w 3219450"/>
                <a:gd name="connsiteY4793" fmla="*/ 1667637 h 2495550"/>
                <a:gd name="connsiteX4794" fmla="*/ 412718 w 3219450"/>
                <a:gd name="connsiteY4794" fmla="*/ 1668018 h 2495550"/>
                <a:gd name="connsiteX4795" fmla="*/ 414623 w 3219450"/>
                <a:gd name="connsiteY4795" fmla="*/ 1669923 h 2495550"/>
                <a:gd name="connsiteX4796" fmla="*/ 415671 w 3219450"/>
                <a:gd name="connsiteY4796" fmla="*/ 1670495 h 2495550"/>
                <a:gd name="connsiteX4797" fmla="*/ 417100 w 3219450"/>
                <a:gd name="connsiteY4797" fmla="*/ 1670685 h 2495550"/>
                <a:gd name="connsiteX4798" fmla="*/ 417671 w 3219450"/>
                <a:gd name="connsiteY4798" fmla="*/ 1670495 h 2495550"/>
                <a:gd name="connsiteX4799" fmla="*/ 418243 w 3219450"/>
                <a:gd name="connsiteY4799" fmla="*/ 1668113 h 2495550"/>
                <a:gd name="connsiteX4800" fmla="*/ 418529 w 3219450"/>
                <a:gd name="connsiteY4800" fmla="*/ 1667637 h 2495550"/>
                <a:gd name="connsiteX4801" fmla="*/ 418910 w 3219450"/>
                <a:gd name="connsiteY4801" fmla="*/ 1667351 h 2495550"/>
                <a:gd name="connsiteX4802" fmla="*/ 419862 w 3219450"/>
                <a:gd name="connsiteY4802" fmla="*/ 1667161 h 2495550"/>
                <a:gd name="connsiteX4803" fmla="*/ 420529 w 3219450"/>
                <a:gd name="connsiteY4803" fmla="*/ 1666875 h 2495550"/>
                <a:gd name="connsiteX4804" fmla="*/ 420815 w 3219450"/>
                <a:gd name="connsiteY4804" fmla="*/ 1666399 h 2495550"/>
                <a:gd name="connsiteX4805" fmla="*/ 421005 w 3219450"/>
                <a:gd name="connsiteY4805" fmla="*/ 1665827 h 2495550"/>
                <a:gd name="connsiteX4806" fmla="*/ 421386 w 3219450"/>
                <a:gd name="connsiteY4806" fmla="*/ 1665446 h 2495550"/>
                <a:gd name="connsiteX4807" fmla="*/ 422529 w 3219450"/>
                <a:gd name="connsiteY4807" fmla="*/ 1665256 h 2495550"/>
                <a:gd name="connsiteX4808" fmla="*/ 423672 w 3219450"/>
                <a:gd name="connsiteY4808" fmla="*/ 1665637 h 2495550"/>
                <a:gd name="connsiteX4809" fmla="*/ 430054 w 3219450"/>
                <a:gd name="connsiteY4809" fmla="*/ 1668590 h 2495550"/>
                <a:gd name="connsiteX4810" fmla="*/ 431197 w 3219450"/>
                <a:gd name="connsiteY4810" fmla="*/ 1668875 h 2495550"/>
                <a:gd name="connsiteX4811" fmla="*/ 432340 w 3219450"/>
                <a:gd name="connsiteY4811" fmla="*/ 1668685 h 2495550"/>
                <a:gd name="connsiteX4812" fmla="*/ 433483 w 3219450"/>
                <a:gd name="connsiteY4812" fmla="*/ 1668304 h 2495550"/>
                <a:gd name="connsiteX4813" fmla="*/ 434626 w 3219450"/>
                <a:gd name="connsiteY4813" fmla="*/ 1668113 h 2495550"/>
                <a:gd name="connsiteX4814" fmla="*/ 436912 w 3219450"/>
                <a:gd name="connsiteY4814" fmla="*/ 1669066 h 2495550"/>
                <a:gd name="connsiteX4815" fmla="*/ 438722 w 3219450"/>
                <a:gd name="connsiteY4815" fmla="*/ 1668875 h 2495550"/>
                <a:gd name="connsiteX4816" fmla="*/ 439769 w 3219450"/>
                <a:gd name="connsiteY4816" fmla="*/ 1669066 h 2495550"/>
                <a:gd name="connsiteX4817" fmla="*/ 440246 w 3219450"/>
                <a:gd name="connsiteY4817" fmla="*/ 1669447 h 2495550"/>
                <a:gd name="connsiteX4818" fmla="*/ 440912 w 3219450"/>
                <a:gd name="connsiteY4818" fmla="*/ 1670304 h 2495550"/>
                <a:gd name="connsiteX4819" fmla="*/ 441293 w 3219450"/>
                <a:gd name="connsiteY4819" fmla="*/ 1670590 h 2495550"/>
                <a:gd name="connsiteX4820" fmla="*/ 441770 w 3219450"/>
                <a:gd name="connsiteY4820" fmla="*/ 1670685 h 2495550"/>
                <a:gd name="connsiteX4821" fmla="*/ 442246 w 3219450"/>
                <a:gd name="connsiteY4821" fmla="*/ 1670495 h 2495550"/>
                <a:gd name="connsiteX4822" fmla="*/ 442722 w 3219450"/>
                <a:gd name="connsiteY4822" fmla="*/ 1670209 h 2495550"/>
                <a:gd name="connsiteX4823" fmla="*/ 443198 w 3219450"/>
                <a:gd name="connsiteY4823" fmla="*/ 1670018 h 2495550"/>
                <a:gd name="connsiteX4824" fmla="*/ 445389 w 3219450"/>
                <a:gd name="connsiteY4824" fmla="*/ 1669828 h 2495550"/>
                <a:gd name="connsiteX4825" fmla="*/ 446627 w 3219450"/>
                <a:gd name="connsiteY4825" fmla="*/ 1669923 h 2495550"/>
                <a:gd name="connsiteX4826" fmla="*/ 447485 w 3219450"/>
                <a:gd name="connsiteY4826" fmla="*/ 1670399 h 2495550"/>
                <a:gd name="connsiteX4827" fmla="*/ 447675 w 3219450"/>
                <a:gd name="connsiteY4827" fmla="*/ 1671352 h 2495550"/>
                <a:gd name="connsiteX4828" fmla="*/ 447104 w 3219450"/>
                <a:gd name="connsiteY4828" fmla="*/ 1674876 h 2495550"/>
                <a:gd name="connsiteX4829" fmla="*/ 447294 w 3219450"/>
                <a:gd name="connsiteY4829" fmla="*/ 1676495 h 2495550"/>
                <a:gd name="connsiteX4830" fmla="*/ 447866 w 3219450"/>
                <a:gd name="connsiteY4830" fmla="*/ 1677543 h 2495550"/>
                <a:gd name="connsiteX4831" fmla="*/ 448818 w 3219450"/>
                <a:gd name="connsiteY4831" fmla="*/ 1678210 h 2495550"/>
                <a:gd name="connsiteX4832" fmla="*/ 450152 w 3219450"/>
                <a:gd name="connsiteY4832" fmla="*/ 1678686 h 2495550"/>
                <a:gd name="connsiteX4833" fmla="*/ 450914 w 3219450"/>
                <a:gd name="connsiteY4833" fmla="*/ 1679448 h 2495550"/>
                <a:gd name="connsiteX4834" fmla="*/ 450628 w 3219450"/>
                <a:gd name="connsiteY4834" fmla="*/ 1680591 h 2495550"/>
                <a:gd name="connsiteX4835" fmla="*/ 449390 w 3219450"/>
                <a:gd name="connsiteY4835" fmla="*/ 1682877 h 2495550"/>
                <a:gd name="connsiteX4836" fmla="*/ 449485 w 3219450"/>
                <a:gd name="connsiteY4836" fmla="*/ 1683734 h 2495550"/>
                <a:gd name="connsiteX4837" fmla="*/ 449866 w 3219450"/>
                <a:gd name="connsiteY4837" fmla="*/ 1684973 h 2495550"/>
                <a:gd name="connsiteX4838" fmla="*/ 450342 w 3219450"/>
                <a:gd name="connsiteY4838" fmla="*/ 1686211 h 2495550"/>
                <a:gd name="connsiteX4839" fmla="*/ 450818 w 3219450"/>
                <a:gd name="connsiteY4839" fmla="*/ 1686877 h 2495550"/>
                <a:gd name="connsiteX4840" fmla="*/ 451866 w 3219450"/>
                <a:gd name="connsiteY4840" fmla="*/ 1687068 h 2495550"/>
                <a:gd name="connsiteX4841" fmla="*/ 452819 w 3219450"/>
                <a:gd name="connsiteY4841" fmla="*/ 1686687 h 2495550"/>
                <a:gd name="connsiteX4842" fmla="*/ 453771 w 3219450"/>
                <a:gd name="connsiteY4842" fmla="*/ 1686497 h 2495550"/>
                <a:gd name="connsiteX4843" fmla="*/ 456152 w 3219450"/>
                <a:gd name="connsiteY4843" fmla="*/ 1688021 h 2495550"/>
                <a:gd name="connsiteX4844" fmla="*/ 457200 w 3219450"/>
                <a:gd name="connsiteY4844" fmla="*/ 1688211 h 2495550"/>
                <a:gd name="connsiteX4845" fmla="*/ 458248 w 3219450"/>
                <a:gd name="connsiteY4845" fmla="*/ 1688211 h 2495550"/>
                <a:gd name="connsiteX4846" fmla="*/ 459391 w 3219450"/>
                <a:gd name="connsiteY4846" fmla="*/ 1688497 h 2495550"/>
                <a:gd name="connsiteX4847" fmla="*/ 459867 w 3219450"/>
                <a:gd name="connsiteY4847" fmla="*/ 1688878 h 2495550"/>
                <a:gd name="connsiteX4848" fmla="*/ 460534 w 3219450"/>
                <a:gd name="connsiteY4848" fmla="*/ 1689830 h 2495550"/>
                <a:gd name="connsiteX4849" fmla="*/ 461010 w 3219450"/>
                <a:gd name="connsiteY4849" fmla="*/ 1690211 h 2495550"/>
                <a:gd name="connsiteX4850" fmla="*/ 461867 w 3219450"/>
                <a:gd name="connsiteY4850" fmla="*/ 1690306 h 2495550"/>
                <a:gd name="connsiteX4851" fmla="*/ 462725 w 3219450"/>
                <a:gd name="connsiteY4851" fmla="*/ 1690211 h 2495550"/>
                <a:gd name="connsiteX4852" fmla="*/ 463487 w 3219450"/>
                <a:gd name="connsiteY4852" fmla="*/ 1690211 h 2495550"/>
                <a:gd name="connsiteX4853" fmla="*/ 464344 w 3219450"/>
                <a:gd name="connsiteY4853" fmla="*/ 1690688 h 2495550"/>
                <a:gd name="connsiteX4854" fmla="*/ 465011 w 3219450"/>
                <a:gd name="connsiteY4854" fmla="*/ 1691545 h 2495550"/>
                <a:gd name="connsiteX4855" fmla="*/ 465868 w 3219450"/>
                <a:gd name="connsiteY4855" fmla="*/ 1692402 h 2495550"/>
                <a:gd name="connsiteX4856" fmla="*/ 466820 w 3219450"/>
                <a:gd name="connsiteY4856" fmla="*/ 1693069 h 2495550"/>
                <a:gd name="connsiteX4857" fmla="*/ 467773 w 3219450"/>
                <a:gd name="connsiteY4857" fmla="*/ 1693545 h 2495550"/>
                <a:gd name="connsiteX4858" fmla="*/ 470345 w 3219450"/>
                <a:gd name="connsiteY4858" fmla="*/ 1694307 h 2495550"/>
                <a:gd name="connsiteX4859" fmla="*/ 471297 w 3219450"/>
                <a:gd name="connsiteY4859" fmla="*/ 1694879 h 2495550"/>
                <a:gd name="connsiteX4860" fmla="*/ 475298 w 3219450"/>
                <a:gd name="connsiteY4860" fmla="*/ 1699927 h 2495550"/>
                <a:gd name="connsiteX4861" fmla="*/ 476250 w 3219450"/>
                <a:gd name="connsiteY4861" fmla="*/ 1700594 h 2495550"/>
                <a:gd name="connsiteX4862" fmla="*/ 476822 w 3219450"/>
                <a:gd name="connsiteY4862" fmla="*/ 1700594 h 2495550"/>
                <a:gd name="connsiteX4863" fmla="*/ 477869 w 3219450"/>
                <a:gd name="connsiteY4863" fmla="*/ 1700213 h 2495550"/>
                <a:gd name="connsiteX4864" fmla="*/ 478441 w 3219450"/>
                <a:gd name="connsiteY4864" fmla="*/ 1700213 h 2495550"/>
                <a:gd name="connsiteX4865" fmla="*/ 479012 w 3219450"/>
                <a:gd name="connsiteY4865" fmla="*/ 1700594 h 2495550"/>
                <a:gd name="connsiteX4866" fmla="*/ 479012 w 3219450"/>
                <a:gd name="connsiteY4866" fmla="*/ 1701070 h 2495550"/>
                <a:gd name="connsiteX4867" fmla="*/ 478727 w 3219450"/>
                <a:gd name="connsiteY4867" fmla="*/ 1701641 h 2495550"/>
                <a:gd name="connsiteX4868" fmla="*/ 478536 w 3219450"/>
                <a:gd name="connsiteY4868" fmla="*/ 1702403 h 2495550"/>
                <a:gd name="connsiteX4869" fmla="*/ 479012 w 3219450"/>
                <a:gd name="connsiteY4869" fmla="*/ 1703451 h 2495550"/>
                <a:gd name="connsiteX4870" fmla="*/ 482156 w 3219450"/>
                <a:gd name="connsiteY4870" fmla="*/ 1705927 h 2495550"/>
                <a:gd name="connsiteX4871" fmla="*/ 483108 w 3219450"/>
                <a:gd name="connsiteY4871" fmla="*/ 1707452 h 2495550"/>
                <a:gd name="connsiteX4872" fmla="*/ 483680 w 3219450"/>
                <a:gd name="connsiteY4872" fmla="*/ 1708023 h 2495550"/>
                <a:gd name="connsiteX4873" fmla="*/ 484346 w 3219450"/>
                <a:gd name="connsiteY4873" fmla="*/ 1708404 h 2495550"/>
                <a:gd name="connsiteX4874" fmla="*/ 485013 w 3219450"/>
                <a:gd name="connsiteY4874" fmla="*/ 1708595 h 2495550"/>
                <a:gd name="connsiteX4875" fmla="*/ 485585 w 3219450"/>
                <a:gd name="connsiteY4875" fmla="*/ 1708976 h 2495550"/>
                <a:gd name="connsiteX4876" fmla="*/ 485966 w 3219450"/>
                <a:gd name="connsiteY4876" fmla="*/ 1709738 h 2495550"/>
                <a:gd name="connsiteX4877" fmla="*/ 486728 w 3219450"/>
                <a:gd name="connsiteY4877" fmla="*/ 1710785 h 2495550"/>
                <a:gd name="connsiteX4878" fmla="*/ 487871 w 3219450"/>
                <a:gd name="connsiteY4878" fmla="*/ 1710404 h 2495550"/>
                <a:gd name="connsiteX4879" fmla="*/ 489109 w 3219450"/>
                <a:gd name="connsiteY4879" fmla="*/ 1709547 h 2495550"/>
                <a:gd name="connsiteX4880" fmla="*/ 490157 w 3219450"/>
                <a:gd name="connsiteY4880" fmla="*/ 1709071 h 2495550"/>
                <a:gd name="connsiteX4881" fmla="*/ 490633 w 3219450"/>
                <a:gd name="connsiteY4881" fmla="*/ 1709261 h 2495550"/>
                <a:gd name="connsiteX4882" fmla="*/ 491395 w 3219450"/>
                <a:gd name="connsiteY4882" fmla="*/ 1710119 h 2495550"/>
                <a:gd name="connsiteX4883" fmla="*/ 491871 w 3219450"/>
                <a:gd name="connsiteY4883" fmla="*/ 1710500 h 2495550"/>
                <a:gd name="connsiteX4884" fmla="*/ 492443 w 3219450"/>
                <a:gd name="connsiteY4884" fmla="*/ 1710595 h 2495550"/>
                <a:gd name="connsiteX4885" fmla="*/ 493586 w 3219450"/>
                <a:gd name="connsiteY4885" fmla="*/ 1710404 h 2495550"/>
                <a:gd name="connsiteX4886" fmla="*/ 494157 w 3219450"/>
                <a:gd name="connsiteY4886" fmla="*/ 1710500 h 2495550"/>
                <a:gd name="connsiteX4887" fmla="*/ 497205 w 3219450"/>
                <a:gd name="connsiteY4887" fmla="*/ 1713167 h 2495550"/>
                <a:gd name="connsiteX4888" fmla="*/ 497586 w 3219450"/>
                <a:gd name="connsiteY4888" fmla="*/ 1713738 h 2495550"/>
                <a:gd name="connsiteX4889" fmla="*/ 498348 w 3219450"/>
                <a:gd name="connsiteY4889" fmla="*/ 1715167 h 2495550"/>
                <a:gd name="connsiteX4890" fmla="*/ 498920 w 3219450"/>
                <a:gd name="connsiteY4890" fmla="*/ 1715643 h 2495550"/>
                <a:gd name="connsiteX4891" fmla="*/ 499682 w 3219450"/>
                <a:gd name="connsiteY4891" fmla="*/ 1715548 h 2495550"/>
                <a:gd name="connsiteX4892" fmla="*/ 499967 w 3219450"/>
                <a:gd name="connsiteY4892" fmla="*/ 1714881 h 2495550"/>
                <a:gd name="connsiteX4893" fmla="*/ 500158 w 3219450"/>
                <a:gd name="connsiteY4893" fmla="*/ 1714024 h 2495550"/>
                <a:gd name="connsiteX4894" fmla="*/ 500444 w 3219450"/>
                <a:gd name="connsiteY4894" fmla="*/ 1713357 h 2495550"/>
                <a:gd name="connsiteX4895" fmla="*/ 500825 w 3219450"/>
                <a:gd name="connsiteY4895" fmla="*/ 1713167 h 2495550"/>
                <a:gd name="connsiteX4896" fmla="*/ 502253 w 3219450"/>
                <a:gd name="connsiteY4896" fmla="*/ 1712786 h 2495550"/>
                <a:gd name="connsiteX4897" fmla="*/ 503492 w 3219450"/>
                <a:gd name="connsiteY4897" fmla="*/ 1712690 h 2495550"/>
                <a:gd name="connsiteX4898" fmla="*/ 504158 w 3219450"/>
                <a:gd name="connsiteY4898" fmla="*/ 1712690 h 2495550"/>
                <a:gd name="connsiteX4899" fmla="*/ 504730 w 3219450"/>
                <a:gd name="connsiteY4899" fmla="*/ 1712881 h 2495550"/>
                <a:gd name="connsiteX4900" fmla="*/ 505492 w 3219450"/>
                <a:gd name="connsiteY4900" fmla="*/ 1713452 h 2495550"/>
                <a:gd name="connsiteX4901" fmla="*/ 505682 w 3219450"/>
                <a:gd name="connsiteY4901" fmla="*/ 1713738 h 2495550"/>
                <a:gd name="connsiteX4902" fmla="*/ 505873 w 3219450"/>
                <a:gd name="connsiteY4902" fmla="*/ 1714500 h 2495550"/>
                <a:gd name="connsiteX4903" fmla="*/ 505968 w 3219450"/>
                <a:gd name="connsiteY4903" fmla="*/ 1714786 h 2495550"/>
                <a:gd name="connsiteX4904" fmla="*/ 506349 w 3219450"/>
                <a:gd name="connsiteY4904" fmla="*/ 1715072 h 2495550"/>
                <a:gd name="connsiteX4905" fmla="*/ 507206 w 3219450"/>
                <a:gd name="connsiteY4905" fmla="*/ 1715357 h 2495550"/>
                <a:gd name="connsiteX4906" fmla="*/ 507587 w 3219450"/>
                <a:gd name="connsiteY4906" fmla="*/ 1715548 h 2495550"/>
                <a:gd name="connsiteX4907" fmla="*/ 508826 w 3219450"/>
                <a:gd name="connsiteY4907" fmla="*/ 1716786 h 2495550"/>
                <a:gd name="connsiteX4908" fmla="*/ 509302 w 3219450"/>
                <a:gd name="connsiteY4908" fmla="*/ 1717548 h 2495550"/>
                <a:gd name="connsiteX4909" fmla="*/ 509397 w 3219450"/>
                <a:gd name="connsiteY4909" fmla="*/ 1718405 h 2495550"/>
                <a:gd name="connsiteX4910" fmla="*/ 509207 w 3219450"/>
                <a:gd name="connsiteY4910" fmla="*/ 1718881 h 2495550"/>
                <a:gd name="connsiteX4911" fmla="*/ 508921 w 3219450"/>
                <a:gd name="connsiteY4911" fmla="*/ 1719167 h 2495550"/>
                <a:gd name="connsiteX4912" fmla="*/ 508635 w 3219450"/>
                <a:gd name="connsiteY4912" fmla="*/ 1719548 h 2495550"/>
                <a:gd name="connsiteX4913" fmla="*/ 508540 w 3219450"/>
                <a:gd name="connsiteY4913" fmla="*/ 1720310 h 2495550"/>
                <a:gd name="connsiteX4914" fmla="*/ 509397 w 3219450"/>
                <a:gd name="connsiteY4914" fmla="*/ 1721644 h 2495550"/>
                <a:gd name="connsiteX4915" fmla="*/ 512731 w 3219450"/>
                <a:gd name="connsiteY4915" fmla="*/ 1720882 h 2495550"/>
                <a:gd name="connsiteX4916" fmla="*/ 514160 w 3219450"/>
                <a:gd name="connsiteY4916" fmla="*/ 1722311 h 2495550"/>
                <a:gd name="connsiteX4917" fmla="*/ 514255 w 3219450"/>
                <a:gd name="connsiteY4917" fmla="*/ 1723358 h 2495550"/>
                <a:gd name="connsiteX4918" fmla="*/ 514160 w 3219450"/>
                <a:gd name="connsiteY4918" fmla="*/ 1724216 h 2495550"/>
                <a:gd name="connsiteX4919" fmla="*/ 514255 w 3219450"/>
                <a:gd name="connsiteY4919" fmla="*/ 1724977 h 2495550"/>
                <a:gd name="connsiteX4920" fmla="*/ 515874 w 3219450"/>
                <a:gd name="connsiteY4920" fmla="*/ 1726311 h 2495550"/>
                <a:gd name="connsiteX4921" fmla="*/ 515969 w 3219450"/>
                <a:gd name="connsiteY4921" fmla="*/ 1726978 h 2495550"/>
                <a:gd name="connsiteX4922" fmla="*/ 515874 w 3219450"/>
                <a:gd name="connsiteY4922" fmla="*/ 1727740 h 2495550"/>
                <a:gd name="connsiteX4923" fmla="*/ 516160 w 3219450"/>
                <a:gd name="connsiteY4923" fmla="*/ 1728597 h 2495550"/>
                <a:gd name="connsiteX4924" fmla="*/ 516827 w 3219450"/>
                <a:gd name="connsiteY4924" fmla="*/ 1729169 h 2495550"/>
                <a:gd name="connsiteX4925" fmla="*/ 517493 w 3219450"/>
                <a:gd name="connsiteY4925" fmla="*/ 1729550 h 2495550"/>
                <a:gd name="connsiteX4926" fmla="*/ 518065 w 3219450"/>
                <a:gd name="connsiteY4926" fmla="*/ 1730026 h 2495550"/>
                <a:gd name="connsiteX4927" fmla="*/ 518541 w 3219450"/>
                <a:gd name="connsiteY4927" fmla="*/ 1731740 h 2495550"/>
                <a:gd name="connsiteX4928" fmla="*/ 519113 w 3219450"/>
                <a:gd name="connsiteY4928" fmla="*/ 1732217 h 2495550"/>
                <a:gd name="connsiteX4929" fmla="*/ 520541 w 3219450"/>
                <a:gd name="connsiteY4929" fmla="*/ 1732788 h 2495550"/>
                <a:gd name="connsiteX4930" fmla="*/ 521494 w 3219450"/>
                <a:gd name="connsiteY4930" fmla="*/ 1733455 h 2495550"/>
                <a:gd name="connsiteX4931" fmla="*/ 521970 w 3219450"/>
                <a:gd name="connsiteY4931" fmla="*/ 1734407 h 2495550"/>
                <a:gd name="connsiteX4932" fmla="*/ 522446 w 3219450"/>
                <a:gd name="connsiteY4932" fmla="*/ 1736693 h 2495550"/>
                <a:gd name="connsiteX4933" fmla="*/ 522542 w 3219450"/>
                <a:gd name="connsiteY4933" fmla="*/ 1738027 h 2495550"/>
                <a:gd name="connsiteX4934" fmla="*/ 522637 w 3219450"/>
                <a:gd name="connsiteY4934" fmla="*/ 1738598 h 2495550"/>
                <a:gd name="connsiteX4935" fmla="*/ 523018 w 3219450"/>
                <a:gd name="connsiteY4935" fmla="*/ 1739075 h 2495550"/>
                <a:gd name="connsiteX4936" fmla="*/ 523685 w 3219450"/>
                <a:gd name="connsiteY4936" fmla="*/ 1739360 h 2495550"/>
                <a:gd name="connsiteX4937" fmla="*/ 525018 w 3219450"/>
                <a:gd name="connsiteY4937" fmla="*/ 1739551 h 2495550"/>
                <a:gd name="connsiteX4938" fmla="*/ 525590 w 3219450"/>
                <a:gd name="connsiteY4938" fmla="*/ 1740027 h 2495550"/>
                <a:gd name="connsiteX4939" fmla="*/ 526161 w 3219450"/>
                <a:gd name="connsiteY4939" fmla="*/ 1740408 h 2495550"/>
                <a:gd name="connsiteX4940" fmla="*/ 528352 w 3219450"/>
                <a:gd name="connsiteY4940" fmla="*/ 1740789 h 2495550"/>
                <a:gd name="connsiteX4941" fmla="*/ 529114 w 3219450"/>
                <a:gd name="connsiteY4941" fmla="*/ 1740789 h 2495550"/>
                <a:gd name="connsiteX4942" fmla="*/ 529971 w 3219450"/>
                <a:gd name="connsiteY4942" fmla="*/ 1740408 h 2495550"/>
                <a:gd name="connsiteX4943" fmla="*/ 530066 w 3219450"/>
                <a:gd name="connsiteY4943" fmla="*/ 1740408 h 2495550"/>
                <a:gd name="connsiteX4944" fmla="*/ 530447 w 3219450"/>
                <a:gd name="connsiteY4944" fmla="*/ 1739551 h 2495550"/>
                <a:gd name="connsiteX4945" fmla="*/ 530638 w 3219450"/>
                <a:gd name="connsiteY4945" fmla="*/ 1738503 h 2495550"/>
                <a:gd name="connsiteX4946" fmla="*/ 531019 w 3219450"/>
                <a:gd name="connsiteY4946" fmla="*/ 1737551 h 2495550"/>
                <a:gd name="connsiteX4947" fmla="*/ 532067 w 3219450"/>
                <a:gd name="connsiteY4947" fmla="*/ 1736503 h 2495550"/>
                <a:gd name="connsiteX4948" fmla="*/ 533305 w 3219450"/>
                <a:gd name="connsiteY4948" fmla="*/ 1736027 h 2495550"/>
                <a:gd name="connsiteX4949" fmla="*/ 534638 w 3219450"/>
                <a:gd name="connsiteY4949" fmla="*/ 1735931 h 2495550"/>
                <a:gd name="connsiteX4950" fmla="*/ 535972 w 3219450"/>
                <a:gd name="connsiteY4950" fmla="*/ 1736027 h 2495550"/>
                <a:gd name="connsiteX4951" fmla="*/ 537115 w 3219450"/>
                <a:gd name="connsiteY4951" fmla="*/ 1735836 h 2495550"/>
                <a:gd name="connsiteX4952" fmla="*/ 539496 w 3219450"/>
                <a:gd name="connsiteY4952" fmla="*/ 1734693 h 2495550"/>
                <a:gd name="connsiteX4953" fmla="*/ 540734 w 3219450"/>
                <a:gd name="connsiteY4953" fmla="*/ 1734312 h 2495550"/>
                <a:gd name="connsiteX4954" fmla="*/ 541115 w 3219450"/>
                <a:gd name="connsiteY4954" fmla="*/ 1734122 h 2495550"/>
                <a:gd name="connsiteX4955" fmla="*/ 541592 w 3219450"/>
                <a:gd name="connsiteY4955" fmla="*/ 1733360 h 2495550"/>
                <a:gd name="connsiteX4956" fmla="*/ 541877 w 3219450"/>
                <a:gd name="connsiteY4956" fmla="*/ 1733074 h 2495550"/>
                <a:gd name="connsiteX4957" fmla="*/ 543497 w 3219450"/>
                <a:gd name="connsiteY4957" fmla="*/ 1732598 h 2495550"/>
                <a:gd name="connsiteX4958" fmla="*/ 544449 w 3219450"/>
                <a:gd name="connsiteY4958" fmla="*/ 1732407 h 2495550"/>
                <a:gd name="connsiteX4959" fmla="*/ 545116 w 3219450"/>
                <a:gd name="connsiteY4959" fmla="*/ 1732407 h 2495550"/>
                <a:gd name="connsiteX4960" fmla="*/ 545783 w 3219450"/>
                <a:gd name="connsiteY4960" fmla="*/ 1732598 h 2495550"/>
                <a:gd name="connsiteX4961" fmla="*/ 546259 w 3219450"/>
                <a:gd name="connsiteY4961" fmla="*/ 1732883 h 2495550"/>
                <a:gd name="connsiteX4962" fmla="*/ 546545 w 3219450"/>
                <a:gd name="connsiteY4962" fmla="*/ 1733360 h 2495550"/>
                <a:gd name="connsiteX4963" fmla="*/ 546640 w 3219450"/>
                <a:gd name="connsiteY4963" fmla="*/ 1734122 h 2495550"/>
                <a:gd name="connsiteX4964" fmla="*/ 547307 w 3219450"/>
                <a:gd name="connsiteY4964" fmla="*/ 1733741 h 2495550"/>
                <a:gd name="connsiteX4965" fmla="*/ 547973 w 3219450"/>
                <a:gd name="connsiteY4965" fmla="*/ 1733550 h 2495550"/>
                <a:gd name="connsiteX4966" fmla="*/ 548545 w 3219450"/>
                <a:gd name="connsiteY4966" fmla="*/ 1733645 h 2495550"/>
                <a:gd name="connsiteX4967" fmla="*/ 549021 w 3219450"/>
                <a:gd name="connsiteY4967" fmla="*/ 1734312 h 2495550"/>
                <a:gd name="connsiteX4968" fmla="*/ 549783 w 3219450"/>
                <a:gd name="connsiteY4968" fmla="*/ 1735074 h 2495550"/>
                <a:gd name="connsiteX4969" fmla="*/ 550736 w 3219450"/>
                <a:gd name="connsiteY4969" fmla="*/ 1734884 h 2495550"/>
                <a:gd name="connsiteX4970" fmla="*/ 551688 w 3219450"/>
                <a:gd name="connsiteY4970" fmla="*/ 1734502 h 2495550"/>
                <a:gd name="connsiteX4971" fmla="*/ 552641 w 3219450"/>
                <a:gd name="connsiteY4971" fmla="*/ 1734502 h 2495550"/>
                <a:gd name="connsiteX4972" fmla="*/ 553117 w 3219450"/>
                <a:gd name="connsiteY4972" fmla="*/ 1735074 h 2495550"/>
                <a:gd name="connsiteX4973" fmla="*/ 553403 w 3219450"/>
                <a:gd name="connsiteY4973" fmla="*/ 1736693 h 2495550"/>
                <a:gd name="connsiteX4974" fmla="*/ 553784 w 3219450"/>
                <a:gd name="connsiteY4974" fmla="*/ 1737360 h 2495550"/>
                <a:gd name="connsiteX4975" fmla="*/ 554546 w 3219450"/>
                <a:gd name="connsiteY4975" fmla="*/ 1737551 h 2495550"/>
                <a:gd name="connsiteX4976" fmla="*/ 555403 w 3219450"/>
                <a:gd name="connsiteY4976" fmla="*/ 1737455 h 2495550"/>
                <a:gd name="connsiteX4977" fmla="*/ 556070 w 3219450"/>
                <a:gd name="connsiteY4977" fmla="*/ 1737551 h 2495550"/>
                <a:gd name="connsiteX4978" fmla="*/ 556355 w 3219450"/>
                <a:gd name="connsiteY4978" fmla="*/ 1738408 h 2495550"/>
                <a:gd name="connsiteX4979" fmla="*/ 555974 w 3219450"/>
                <a:gd name="connsiteY4979" fmla="*/ 1739360 h 2495550"/>
                <a:gd name="connsiteX4980" fmla="*/ 555308 w 3219450"/>
                <a:gd name="connsiteY4980" fmla="*/ 1740313 h 2495550"/>
                <a:gd name="connsiteX4981" fmla="*/ 554831 w 3219450"/>
                <a:gd name="connsiteY4981" fmla="*/ 1741265 h 2495550"/>
                <a:gd name="connsiteX4982" fmla="*/ 555117 w 3219450"/>
                <a:gd name="connsiteY4982" fmla="*/ 1742408 h 2495550"/>
                <a:gd name="connsiteX4983" fmla="*/ 556260 w 3219450"/>
                <a:gd name="connsiteY4983" fmla="*/ 1743551 h 2495550"/>
                <a:gd name="connsiteX4984" fmla="*/ 556546 w 3219450"/>
                <a:gd name="connsiteY4984" fmla="*/ 1743932 h 2495550"/>
                <a:gd name="connsiteX4985" fmla="*/ 556736 w 3219450"/>
                <a:gd name="connsiteY4985" fmla="*/ 1744504 h 2495550"/>
                <a:gd name="connsiteX4986" fmla="*/ 557022 w 3219450"/>
                <a:gd name="connsiteY4986" fmla="*/ 1746409 h 2495550"/>
                <a:gd name="connsiteX4987" fmla="*/ 558260 w 3219450"/>
                <a:gd name="connsiteY4987" fmla="*/ 1747171 h 2495550"/>
                <a:gd name="connsiteX4988" fmla="*/ 559403 w 3219450"/>
                <a:gd name="connsiteY4988" fmla="*/ 1747552 h 2495550"/>
                <a:gd name="connsiteX4989" fmla="*/ 559975 w 3219450"/>
                <a:gd name="connsiteY4989" fmla="*/ 1748314 h 2495550"/>
                <a:gd name="connsiteX4990" fmla="*/ 558641 w 3219450"/>
                <a:gd name="connsiteY4990" fmla="*/ 1753457 h 2495550"/>
                <a:gd name="connsiteX4991" fmla="*/ 559594 w 3219450"/>
                <a:gd name="connsiteY4991" fmla="*/ 1755077 h 2495550"/>
                <a:gd name="connsiteX4992" fmla="*/ 560070 w 3219450"/>
                <a:gd name="connsiteY4992" fmla="*/ 1755934 h 2495550"/>
                <a:gd name="connsiteX4993" fmla="*/ 562737 w 3219450"/>
                <a:gd name="connsiteY4993" fmla="*/ 1757553 h 2495550"/>
                <a:gd name="connsiteX4994" fmla="*/ 566357 w 3219450"/>
                <a:gd name="connsiteY4994" fmla="*/ 1758315 h 2495550"/>
                <a:gd name="connsiteX4995" fmla="*/ 567023 w 3219450"/>
                <a:gd name="connsiteY4995" fmla="*/ 1758601 h 2495550"/>
                <a:gd name="connsiteX4996" fmla="*/ 567595 w 3219450"/>
                <a:gd name="connsiteY4996" fmla="*/ 1759077 h 2495550"/>
                <a:gd name="connsiteX4997" fmla="*/ 568452 w 3219450"/>
                <a:gd name="connsiteY4997" fmla="*/ 1760506 h 2495550"/>
                <a:gd name="connsiteX4998" fmla="*/ 569595 w 3219450"/>
                <a:gd name="connsiteY4998" fmla="*/ 1761458 h 2495550"/>
                <a:gd name="connsiteX4999" fmla="*/ 570071 w 3219450"/>
                <a:gd name="connsiteY4999" fmla="*/ 1762030 h 2495550"/>
                <a:gd name="connsiteX5000" fmla="*/ 570833 w 3219450"/>
                <a:gd name="connsiteY5000" fmla="*/ 1764792 h 2495550"/>
                <a:gd name="connsiteX5001" fmla="*/ 571500 w 3219450"/>
                <a:gd name="connsiteY5001" fmla="*/ 1765935 h 2495550"/>
                <a:gd name="connsiteX5002" fmla="*/ 572834 w 3219450"/>
                <a:gd name="connsiteY5002" fmla="*/ 1766316 h 2495550"/>
                <a:gd name="connsiteX5003" fmla="*/ 574072 w 3219450"/>
                <a:gd name="connsiteY5003" fmla="*/ 1766316 h 2495550"/>
                <a:gd name="connsiteX5004" fmla="*/ 574929 w 3219450"/>
                <a:gd name="connsiteY5004" fmla="*/ 1766697 h 2495550"/>
                <a:gd name="connsiteX5005" fmla="*/ 575786 w 3219450"/>
                <a:gd name="connsiteY5005" fmla="*/ 1767173 h 2495550"/>
                <a:gd name="connsiteX5006" fmla="*/ 576834 w 3219450"/>
                <a:gd name="connsiteY5006" fmla="*/ 1767554 h 2495550"/>
                <a:gd name="connsiteX5007" fmla="*/ 579787 w 3219450"/>
                <a:gd name="connsiteY5007" fmla="*/ 1768031 h 2495550"/>
                <a:gd name="connsiteX5008" fmla="*/ 580263 w 3219450"/>
                <a:gd name="connsiteY5008" fmla="*/ 1768316 h 2495550"/>
                <a:gd name="connsiteX5009" fmla="*/ 580739 w 3219450"/>
                <a:gd name="connsiteY5009" fmla="*/ 1769364 h 2495550"/>
                <a:gd name="connsiteX5010" fmla="*/ 581120 w 3219450"/>
                <a:gd name="connsiteY5010" fmla="*/ 1769840 h 2495550"/>
                <a:gd name="connsiteX5011" fmla="*/ 582168 w 3219450"/>
                <a:gd name="connsiteY5011" fmla="*/ 1770221 h 2495550"/>
                <a:gd name="connsiteX5012" fmla="*/ 583121 w 3219450"/>
                <a:gd name="connsiteY5012" fmla="*/ 1770412 h 2495550"/>
                <a:gd name="connsiteX5013" fmla="*/ 583787 w 3219450"/>
                <a:gd name="connsiteY5013" fmla="*/ 1770888 h 2495550"/>
                <a:gd name="connsiteX5014" fmla="*/ 583502 w 3219450"/>
                <a:gd name="connsiteY5014" fmla="*/ 1773650 h 2495550"/>
                <a:gd name="connsiteX5015" fmla="*/ 584168 w 3219450"/>
                <a:gd name="connsiteY5015" fmla="*/ 1774127 h 2495550"/>
                <a:gd name="connsiteX5016" fmla="*/ 586550 w 3219450"/>
                <a:gd name="connsiteY5016" fmla="*/ 1774222 h 2495550"/>
                <a:gd name="connsiteX5017" fmla="*/ 587597 w 3219450"/>
                <a:gd name="connsiteY5017" fmla="*/ 1774698 h 2495550"/>
                <a:gd name="connsiteX5018" fmla="*/ 588931 w 3219450"/>
                <a:gd name="connsiteY5018" fmla="*/ 1776317 h 2495550"/>
                <a:gd name="connsiteX5019" fmla="*/ 589883 w 3219450"/>
                <a:gd name="connsiteY5019" fmla="*/ 1777079 h 2495550"/>
                <a:gd name="connsiteX5020" fmla="*/ 590550 w 3219450"/>
                <a:gd name="connsiteY5020" fmla="*/ 1777365 h 2495550"/>
                <a:gd name="connsiteX5021" fmla="*/ 591217 w 3219450"/>
                <a:gd name="connsiteY5021" fmla="*/ 1777460 h 2495550"/>
                <a:gd name="connsiteX5022" fmla="*/ 594170 w 3219450"/>
                <a:gd name="connsiteY5022" fmla="*/ 1777270 h 2495550"/>
                <a:gd name="connsiteX5023" fmla="*/ 594836 w 3219450"/>
                <a:gd name="connsiteY5023" fmla="*/ 1777365 h 2495550"/>
                <a:gd name="connsiteX5024" fmla="*/ 595694 w 3219450"/>
                <a:gd name="connsiteY5024" fmla="*/ 1777651 h 2495550"/>
                <a:gd name="connsiteX5025" fmla="*/ 596265 w 3219450"/>
                <a:gd name="connsiteY5025" fmla="*/ 1777746 h 2495550"/>
                <a:gd name="connsiteX5026" fmla="*/ 596741 w 3219450"/>
                <a:gd name="connsiteY5026" fmla="*/ 1777556 h 2495550"/>
                <a:gd name="connsiteX5027" fmla="*/ 597122 w 3219450"/>
                <a:gd name="connsiteY5027" fmla="*/ 1777175 h 2495550"/>
                <a:gd name="connsiteX5028" fmla="*/ 597789 w 3219450"/>
                <a:gd name="connsiteY5028" fmla="*/ 1775746 h 2495550"/>
                <a:gd name="connsiteX5029" fmla="*/ 598075 w 3219450"/>
                <a:gd name="connsiteY5029" fmla="*/ 1775365 h 2495550"/>
                <a:gd name="connsiteX5030" fmla="*/ 599599 w 3219450"/>
                <a:gd name="connsiteY5030" fmla="*/ 1774508 h 2495550"/>
                <a:gd name="connsiteX5031" fmla="*/ 600075 w 3219450"/>
                <a:gd name="connsiteY5031" fmla="*/ 1774412 h 2495550"/>
                <a:gd name="connsiteX5032" fmla="*/ 600551 w 3219450"/>
                <a:gd name="connsiteY5032" fmla="*/ 1774222 h 2495550"/>
                <a:gd name="connsiteX5033" fmla="*/ 600932 w 3219450"/>
                <a:gd name="connsiteY5033" fmla="*/ 1773746 h 2495550"/>
                <a:gd name="connsiteX5034" fmla="*/ 601409 w 3219450"/>
                <a:gd name="connsiteY5034" fmla="*/ 1772698 h 2495550"/>
                <a:gd name="connsiteX5035" fmla="*/ 601790 w 3219450"/>
                <a:gd name="connsiteY5035" fmla="*/ 1772222 h 2495550"/>
                <a:gd name="connsiteX5036" fmla="*/ 602171 w 3219450"/>
                <a:gd name="connsiteY5036" fmla="*/ 1771841 h 2495550"/>
                <a:gd name="connsiteX5037" fmla="*/ 603409 w 3219450"/>
                <a:gd name="connsiteY5037" fmla="*/ 1771555 h 2495550"/>
                <a:gd name="connsiteX5038" fmla="*/ 604457 w 3219450"/>
                <a:gd name="connsiteY5038" fmla="*/ 1771936 h 2495550"/>
                <a:gd name="connsiteX5039" fmla="*/ 606362 w 3219450"/>
                <a:gd name="connsiteY5039" fmla="*/ 1773269 h 2495550"/>
                <a:gd name="connsiteX5040" fmla="*/ 608933 w 3219450"/>
                <a:gd name="connsiteY5040" fmla="*/ 1774127 h 2495550"/>
                <a:gd name="connsiteX5041" fmla="*/ 609314 w 3219450"/>
                <a:gd name="connsiteY5041" fmla="*/ 1774793 h 2495550"/>
                <a:gd name="connsiteX5042" fmla="*/ 608743 w 3219450"/>
                <a:gd name="connsiteY5042" fmla="*/ 1777746 h 2495550"/>
                <a:gd name="connsiteX5043" fmla="*/ 608552 w 3219450"/>
                <a:gd name="connsiteY5043" fmla="*/ 1778222 h 2495550"/>
                <a:gd name="connsiteX5044" fmla="*/ 608267 w 3219450"/>
                <a:gd name="connsiteY5044" fmla="*/ 1778794 h 2495550"/>
                <a:gd name="connsiteX5045" fmla="*/ 607886 w 3219450"/>
                <a:gd name="connsiteY5045" fmla="*/ 1779080 h 2495550"/>
                <a:gd name="connsiteX5046" fmla="*/ 606933 w 3219450"/>
                <a:gd name="connsiteY5046" fmla="*/ 1779461 h 2495550"/>
                <a:gd name="connsiteX5047" fmla="*/ 606647 w 3219450"/>
                <a:gd name="connsiteY5047" fmla="*/ 1779937 h 2495550"/>
                <a:gd name="connsiteX5048" fmla="*/ 606552 w 3219450"/>
                <a:gd name="connsiteY5048" fmla="*/ 1780318 h 2495550"/>
                <a:gd name="connsiteX5049" fmla="*/ 606552 w 3219450"/>
                <a:gd name="connsiteY5049" fmla="*/ 1781461 h 2495550"/>
                <a:gd name="connsiteX5050" fmla="*/ 606266 w 3219450"/>
                <a:gd name="connsiteY5050" fmla="*/ 1782223 h 2495550"/>
                <a:gd name="connsiteX5051" fmla="*/ 604933 w 3219450"/>
                <a:gd name="connsiteY5051" fmla="*/ 1783080 h 2495550"/>
                <a:gd name="connsiteX5052" fmla="*/ 604647 w 3219450"/>
                <a:gd name="connsiteY5052" fmla="*/ 1783652 h 2495550"/>
                <a:gd name="connsiteX5053" fmla="*/ 605123 w 3219450"/>
                <a:gd name="connsiteY5053" fmla="*/ 1786890 h 2495550"/>
                <a:gd name="connsiteX5054" fmla="*/ 605123 w 3219450"/>
                <a:gd name="connsiteY5054" fmla="*/ 1788033 h 2495550"/>
                <a:gd name="connsiteX5055" fmla="*/ 604933 w 3219450"/>
                <a:gd name="connsiteY5055" fmla="*/ 1789843 h 2495550"/>
                <a:gd name="connsiteX5056" fmla="*/ 604838 w 3219450"/>
                <a:gd name="connsiteY5056" fmla="*/ 1790605 h 2495550"/>
                <a:gd name="connsiteX5057" fmla="*/ 605219 w 3219450"/>
                <a:gd name="connsiteY5057" fmla="*/ 1791462 h 2495550"/>
                <a:gd name="connsiteX5058" fmla="*/ 606362 w 3219450"/>
                <a:gd name="connsiteY5058" fmla="*/ 1792129 h 2495550"/>
                <a:gd name="connsiteX5059" fmla="*/ 607695 w 3219450"/>
                <a:gd name="connsiteY5059" fmla="*/ 1792129 h 2495550"/>
                <a:gd name="connsiteX5060" fmla="*/ 608743 w 3219450"/>
                <a:gd name="connsiteY5060" fmla="*/ 1791557 h 2495550"/>
                <a:gd name="connsiteX5061" fmla="*/ 609695 w 3219450"/>
                <a:gd name="connsiteY5061" fmla="*/ 1791367 h 2495550"/>
                <a:gd name="connsiteX5062" fmla="*/ 611410 w 3219450"/>
                <a:gd name="connsiteY5062" fmla="*/ 1792891 h 2495550"/>
                <a:gd name="connsiteX5063" fmla="*/ 612362 w 3219450"/>
                <a:gd name="connsiteY5063" fmla="*/ 1793272 h 2495550"/>
                <a:gd name="connsiteX5064" fmla="*/ 613410 w 3219450"/>
                <a:gd name="connsiteY5064" fmla="*/ 1793462 h 2495550"/>
                <a:gd name="connsiteX5065" fmla="*/ 614267 w 3219450"/>
                <a:gd name="connsiteY5065" fmla="*/ 1793558 h 2495550"/>
                <a:gd name="connsiteX5066" fmla="*/ 615029 w 3219450"/>
                <a:gd name="connsiteY5066" fmla="*/ 1793367 h 2495550"/>
                <a:gd name="connsiteX5067" fmla="*/ 616458 w 3219450"/>
                <a:gd name="connsiteY5067" fmla="*/ 1792700 h 2495550"/>
                <a:gd name="connsiteX5068" fmla="*/ 617030 w 3219450"/>
                <a:gd name="connsiteY5068" fmla="*/ 1792605 h 2495550"/>
                <a:gd name="connsiteX5069" fmla="*/ 617696 w 3219450"/>
                <a:gd name="connsiteY5069" fmla="*/ 1792891 h 2495550"/>
                <a:gd name="connsiteX5070" fmla="*/ 618173 w 3219450"/>
                <a:gd name="connsiteY5070" fmla="*/ 1793367 h 2495550"/>
                <a:gd name="connsiteX5071" fmla="*/ 618744 w 3219450"/>
                <a:gd name="connsiteY5071" fmla="*/ 1793843 h 2495550"/>
                <a:gd name="connsiteX5072" fmla="*/ 619697 w 3219450"/>
                <a:gd name="connsiteY5072" fmla="*/ 1793939 h 2495550"/>
                <a:gd name="connsiteX5073" fmla="*/ 620459 w 3219450"/>
                <a:gd name="connsiteY5073" fmla="*/ 1793558 h 2495550"/>
                <a:gd name="connsiteX5074" fmla="*/ 621697 w 3219450"/>
                <a:gd name="connsiteY5074" fmla="*/ 1792224 h 2495550"/>
                <a:gd name="connsiteX5075" fmla="*/ 622459 w 3219450"/>
                <a:gd name="connsiteY5075" fmla="*/ 1791748 h 2495550"/>
                <a:gd name="connsiteX5076" fmla="*/ 623316 w 3219450"/>
                <a:gd name="connsiteY5076" fmla="*/ 1791748 h 2495550"/>
                <a:gd name="connsiteX5077" fmla="*/ 624078 w 3219450"/>
                <a:gd name="connsiteY5077" fmla="*/ 1792034 h 2495550"/>
                <a:gd name="connsiteX5078" fmla="*/ 625602 w 3219450"/>
                <a:gd name="connsiteY5078" fmla="*/ 1792796 h 2495550"/>
                <a:gd name="connsiteX5079" fmla="*/ 626745 w 3219450"/>
                <a:gd name="connsiteY5079" fmla="*/ 1792605 h 2495550"/>
                <a:gd name="connsiteX5080" fmla="*/ 627983 w 3219450"/>
                <a:gd name="connsiteY5080" fmla="*/ 1792605 h 2495550"/>
                <a:gd name="connsiteX5081" fmla="*/ 629222 w 3219450"/>
                <a:gd name="connsiteY5081" fmla="*/ 1792796 h 2495550"/>
                <a:gd name="connsiteX5082" fmla="*/ 630365 w 3219450"/>
                <a:gd name="connsiteY5082" fmla="*/ 1793081 h 2495550"/>
                <a:gd name="connsiteX5083" fmla="*/ 631412 w 3219450"/>
                <a:gd name="connsiteY5083" fmla="*/ 1793843 h 2495550"/>
                <a:gd name="connsiteX5084" fmla="*/ 632079 w 3219450"/>
                <a:gd name="connsiteY5084" fmla="*/ 1794605 h 2495550"/>
                <a:gd name="connsiteX5085" fmla="*/ 632746 w 3219450"/>
                <a:gd name="connsiteY5085" fmla="*/ 1794605 h 2495550"/>
                <a:gd name="connsiteX5086" fmla="*/ 634175 w 3219450"/>
                <a:gd name="connsiteY5086" fmla="*/ 1792415 h 2495550"/>
                <a:gd name="connsiteX5087" fmla="*/ 634556 w 3219450"/>
                <a:gd name="connsiteY5087" fmla="*/ 1792034 h 2495550"/>
                <a:gd name="connsiteX5088" fmla="*/ 635699 w 3219450"/>
                <a:gd name="connsiteY5088" fmla="*/ 1791652 h 2495550"/>
                <a:gd name="connsiteX5089" fmla="*/ 636080 w 3219450"/>
                <a:gd name="connsiteY5089" fmla="*/ 1791272 h 2495550"/>
                <a:gd name="connsiteX5090" fmla="*/ 636175 w 3219450"/>
                <a:gd name="connsiteY5090" fmla="*/ 1790795 h 2495550"/>
                <a:gd name="connsiteX5091" fmla="*/ 636175 w 3219450"/>
                <a:gd name="connsiteY5091" fmla="*/ 1790224 h 2495550"/>
                <a:gd name="connsiteX5092" fmla="*/ 636365 w 3219450"/>
                <a:gd name="connsiteY5092" fmla="*/ 1789748 h 2495550"/>
                <a:gd name="connsiteX5093" fmla="*/ 637127 w 3219450"/>
                <a:gd name="connsiteY5093" fmla="*/ 1789652 h 2495550"/>
                <a:gd name="connsiteX5094" fmla="*/ 637413 w 3219450"/>
                <a:gd name="connsiteY5094" fmla="*/ 1790986 h 2495550"/>
                <a:gd name="connsiteX5095" fmla="*/ 637508 w 3219450"/>
                <a:gd name="connsiteY5095" fmla="*/ 1793653 h 2495550"/>
                <a:gd name="connsiteX5096" fmla="*/ 638366 w 3219450"/>
                <a:gd name="connsiteY5096" fmla="*/ 1795177 h 2495550"/>
                <a:gd name="connsiteX5097" fmla="*/ 639318 w 3219450"/>
                <a:gd name="connsiteY5097" fmla="*/ 1796510 h 2495550"/>
                <a:gd name="connsiteX5098" fmla="*/ 640461 w 3219450"/>
                <a:gd name="connsiteY5098" fmla="*/ 1797558 h 2495550"/>
                <a:gd name="connsiteX5099" fmla="*/ 641795 w 3219450"/>
                <a:gd name="connsiteY5099" fmla="*/ 1798415 h 2495550"/>
                <a:gd name="connsiteX5100" fmla="*/ 644081 w 3219450"/>
                <a:gd name="connsiteY5100" fmla="*/ 1799463 h 2495550"/>
                <a:gd name="connsiteX5101" fmla="*/ 645224 w 3219450"/>
                <a:gd name="connsiteY5101" fmla="*/ 1800130 h 2495550"/>
                <a:gd name="connsiteX5102" fmla="*/ 645986 w 3219450"/>
                <a:gd name="connsiteY5102" fmla="*/ 1801082 h 2495550"/>
                <a:gd name="connsiteX5103" fmla="*/ 646176 w 3219450"/>
                <a:gd name="connsiteY5103" fmla="*/ 1801654 h 2495550"/>
                <a:gd name="connsiteX5104" fmla="*/ 646462 w 3219450"/>
                <a:gd name="connsiteY5104" fmla="*/ 1802987 h 2495550"/>
                <a:gd name="connsiteX5105" fmla="*/ 647414 w 3219450"/>
                <a:gd name="connsiteY5105" fmla="*/ 1804226 h 2495550"/>
                <a:gd name="connsiteX5106" fmla="*/ 647510 w 3219450"/>
                <a:gd name="connsiteY5106" fmla="*/ 1804797 h 2495550"/>
                <a:gd name="connsiteX5107" fmla="*/ 647414 w 3219450"/>
                <a:gd name="connsiteY5107" fmla="*/ 1805369 h 2495550"/>
                <a:gd name="connsiteX5108" fmla="*/ 647414 w 3219450"/>
                <a:gd name="connsiteY5108" fmla="*/ 1806131 h 2495550"/>
                <a:gd name="connsiteX5109" fmla="*/ 647795 w 3219450"/>
                <a:gd name="connsiteY5109" fmla="*/ 1807464 h 2495550"/>
                <a:gd name="connsiteX5110" fmla="*/ 648367 w 3219450"/>
                <a:gd name="connsiteY5110" fmla="*/ 1808226 h 2495550"/>
                <a:gd name="connsiteX5111" fmla="*/ 650177 w 3219450"/>
                <a:gd name="connsiteY5111" fmla="*/ 1809845 h 2495550"/>
                <a:gd name="connsiteX5112" fmla="*/ 650843 w 3219450"/>
                <a:gd name="connsiteY5112" fmla="*/ 1810988 h 2495550"/>
                <a:gd name="connsiteX5113" fmla="*/ 650843 w 3219450"/>
                <a:gd name="connsiteY5113" fmla="*/ 1812131 h 2495550"/>
                <a:gd name="connsiteX5114" fmla="*/ 650653 w 3219450"/>
                <a:gd name="connsiteY5114" fmla="*/ 1813370 h 2495550"/>
                <a:gd name="connsiteX5115" fmla="*/ 650653 w 3219450"/>
                <a:gd name="connsiteY5115" fmla="*/ 1814608 h 2495550"/>
                <a:gd name="connsiteX5116" fmla="*/ 651224 w 3219450"/>
                <a:gd name="connsiteY5116" fmla="*/ 1816037 h 2495550"/>
                <a:gd name="connsiteX5117" fmla="*/ 652177 w 3219450"/>
                <a:gd name="connsiteY5117" fmla="*/ 1816418 h 2495550"/>
                <a:gd name="connsiteX5118" fmla="*/ 654653 w 3219450"/>
                <a:gd name="connsiteY5118" fmla="*/ 1816132 h 2495550"/>
                <a:gd name="connsiteX5119" fmla="*/ 655987 w 3219450"/>
                <a:gd name="connsiteY5119" fmla="*/ 1816227 h 2495550"/>
                <a:gd name="connsiteX5120" fmla="*/ 656177 w 3219450"/>
                <a:gd name="connsiteY5120" fmla="*/ 1816227 h 2495550"/>
                <a:gd name="connsiteX5121" fmla="*/ 656558 w 3219450"/>
                <a:gd name="connsiteY5121" fmla="*/ 1816132 h 2495550"/>
                <a:gd name="connsiteX5122" fmla="*/ 657320 w 3219450"/>
                <a:gd name="connsiteY5122" fmla="*/ 1815751 h 2495550"/>
                <a:gd name="connsiteX5123" fmla="*/ 658940 w 3219450"/>
                <a:gd name="connsiteY5123" fmla="*/ 1814131 h 2495550"/>
                <a:gd name="connsiteX5124" fmla="*/ 659225 w 3219450"/>
                <a:gd name="connsiteY5124" fmla="*/ 1813941 h 2495550"/>
                <a:gd name="connsiteX5125" fmla="*/ 659225 w 3219450"/>
                <a:gd name="connsiteY5125" fmla="*/ 1813370 h 2495550"/>
                <a:gd name="connsiteX5126" fmla="*/ 658940 w 3219450"/>
                <a:gd name="connsiteY5126" fmla="*/ 1812989 h 2495550"/>
                <a:gd name="connsiteX5127" fmla="*/ 658559 w 3219450"/>
                <a:gd name="connsiteY5127" fmla="*/ 1812608 h 2495550"/>
                <a:gd name="connsiteX5128" fmla="*/ 658273 w 3219450"/>
                <a:gd name="connsiteY5128" fmla="*/ 1812131 h 2495550"/>
                <a:gd name="connsiteX5129" fmla="*/ 658273 w 3219450"/>
                <a:gd name="connsiteY5129" fmla="*/ 1811465 h 2495550"/>
                <a:gd name="connsiteX5130" fmla="*/ 658463 w 3219450"/>
                <a:gd name="connsiteY5130" fmla="*/ 1810988 h 2495550"/>
                <a:gd name="connsiteX5131" fmla="*/ 658463 w 3219450"/>
                <a:gd name="connsiteY5131" fmla="*/ 1810512 h 2495550"/>
                <a:gd name="connsiteX5132" fmla="*/ 657987 w 3219450"/>
                <a:gd name="connsiteY5132" fmla="*/ 1809941 h 2495550"/>
                <a:gd name="connsiteX5133" fmla="*/ 657987 w 3219450"/>
                <a:gd name="connsiteY5133" fmla="*/ 1809941 h 2495550"/>
                <a:gd name="connsiteX5134" fmla="*/ 657987 w 3219450"/>
                <a:gd name="connsiteY5134" fmla="*/ 1809941 h 2495550"/>
                <a:gd name="connsiteX5135" fmla="*/ 657987 w 3219450"/>
                <a:gd name="connsiteY5135" fmla="*/ 1809941 h 2495550"/>
                <a:gd name="connsiteX5136" fmla="*/ 657416 w 3219450"/>
                <a:gd name="connsiteY5136" fmla="*/ 1809560 h 2495550"/>
                <a:gd name="connsiteX5137" fmla="*/ 657320 w 3219450"/>
                <a:gd name="connsiteY5137" fmla="*/ 1809179 h 2495550"/>
                <a:gd name="connsiteX5138" fmla="*/ 657416 w 3219450"/>
                <a:gd name="connsiteY5138" fmla="*/ 1808798 h 2495550"/>
                <a:gd name="connsiteX5139" fmla="*/ 657416 w 3219450"/>
                <a:gd name="connsiteY5139" fmla="*/ 1808321 h 2495550"/>
                <a:gd name="connsiteX5140" fmla="*/ 657606 w 3219450"/>
                <a:gd name="connsiteY5140" fmla="*/ 1807274 h 2495550"/>
                <a:gd name="connsiteX5141" fmla="*/ 657606 w 3219450"/>
                <a:gd name="connsiteY5141" fmla="*/ 1806988 h 2495550"/>
                <a:gd name="connsiteX5142" fmla="*/ 657416 w 3219450"/>
                <a:gd name="connsiteY5142" fmla="*/ 1806512 h 2495550"/>
                <a:gd name="connsiteX5143" fmla="*/ 656844 w 3219450"/>
                <a:gd name="connsiteY5143" fmla="*/ 1805654 h 2495550"/>
                <a:gd name="connsiteX5144" fmla="*/ 656749 w 3219450"/>
                <a:gd name="connsiteY5144" fmla="*/ 1805083 h 2495550"/>
                <a:gd name="connsiteX5145" fmla="*/ 661321 w 3219450"/>
                <a:gd name="connsiteY5145" fmla="*/ 1800320 h 2495550"/>
                <a:gd name="connsiteX5146" fmla="*/ 662369 w 3219450"/>
                <a:gd name="connsiteY5146" fmla="*/ 1800511 h 2495550"/>
                <a:gd name="connsiteX5147" fmla="*/ 662940 w 3219450"/>
                <a:gd name="connsiteY5147" fmla="*/ 1801654 h 2495550"/>
                <a:gd name="connsiteX5148" fmla="*/ 663035 w 3219450"/>
                <a:gd name="connsiteY5148" fmla="*/ 1803178 h 2495550"/>
                <a:gd name="connsiteX5149" fmla="*/ 662654 w 3219450"/>
                <a:gd name="connsiteY5149" fmla="*/ 1804321 h 2495550"/>
                <a:gd name="connsiteX5150" fmla="*/ 662178 w 3219450"/>
                <a:gd name="connsiteY5150" fmla="*/ 1805369 h 2495550"/>
                <a:gd name="connsiteX5151" fmla="*/ 662273 w 3219450"/>
                <a:gd name="connsiteY5151" fmla="*/ 1805940 h 2495550"/>
                <a:gd name="connsiteX5152" fmla="*/ 662654 w 3219450"/>
                <a:gd name="connsiteY5152" fmla="*/ 1806416 h 2495550"/>
                <a:gd name="connsiteX5153" fmla="*/ 663035 w 3219450"/>
                <a:gd name="connsiteY5153" fmla="*/ 1807083 h 2495550"/>
                <a:gd name="connsiteX5154" fmla="*/ 663416 w 3219450"/>
                <a:gd name="connsiteY5154" fmla="*/ 1808798 h 2495550"/>
                <a:gd name="connsiteX5155" fmla="*/ 663797 w 3219450"/>
                <a:gd name="connsiteY5155" fmla="*/ 1809464 h 2495550"/>
                <a:gd name="connsiteX5156" fmla="*/ 664559 w 3219450"/>
                <a:gd name="connsiteY5156" fmla="*/ 1809941 h 2495550"/>
                <a:gd name="connsiteX5157" fmla="*/ 664559 w 3219450"/>
                <a:gd name="connsiteY5157" fmla="*/ 1809941 h 2495550"/>
                <a:gd name="connsiteX5158" fmla="*/ 664559 w 3219450"/>
                <a:gd name="connsiteY5158" fmla="*/ 1809941 h 2495550"/>
                <a:gd name="connsiteX5159" fmla="*/ 665607 w 3219450"/>
                <a:gd name="connsiteY5159" fmla="*/ 1810226 h 2495550"/>
                <a:gd name="connsiteX5160" fmla="*/ 666655 w 3219450"/>
                <a:gd name="connsiteY5160" fmla="*/ 1810322 h 2495550"/>
                <a:gd name="connsiteX5161" fmla="*/ 667703 w 3219450"/>
                <a:gd name="connsiteY5161" fmla="*/ 1810512 h 2495550"/>
                <a:gd name="connsiteX5162" fmla="*/ 668560 w 3219450"/>
                <a:gd name="connsiteY5162" fmla="*/ 1811179 h 2495550"/>
                <a:gd name="connsiteX5163" fmla="*/ 669798 w 3219450"/>
                <a:gd name="connsiteY5163" fmla="*/ 1812798 h 2495550"/>
                <a:gd name="connsiteX5164" fmla="*/ 670274 w 3219450"/>
                <a:gd name="connsiteY5164" fmla="*/ 1813179 h 2495550"/>
                <a:gd name="connsiteX5165" fmla="*/ 670751 w 3219450"/>
                <a:gd name="connsiteY5165" fmla="*/ 1813274 h 2495550"/>
                <a:gd name="connsiteX5166" fmla="*/ 671132 w 3219450"/>
                <a:gd name="connsiteY5166" fmla="*/ 1813084 h 2495550"/>
                <a:gd name="connsiteX5167" fmla="*/ 671513 w 3219450"/>
                <a:gd name="connsiteY5167" fmla="*/ 1812893 h 2495550"/>
                <a:gd name="connsiteX5168" fmla="*/ 671989 w 3219450"/>
                <a:gd name="connsiteY5168" fmla="*/ 1812798 h 2495550"/>
                <a:gd name="connsiteX5169" fmla="*/ 672465 w 3219450"/>
                <a:gd name="connsiteY5169" fmla="*/ 1813084 h 2495550"/>
                <a:gd name="connsiteX5170" fmla="*/ 674275 w 3219450"/>
                <a:gd name="connsiteY5170" fmla="*/ 1814608 h 2495550"/>
                <a:gd name="connsiteX5171" fmla="*/ 675323 w 3219450"/>
                <a:gd name="connsiteY5171" fmla="*/ 1814989 h 2495550"/>
                <a:gd name="connsiteX5172" fmla="*/ 675989 w 3219450"/>
                <a:gd name="connsiteY5172" fmla="*/ 1814894 h 2495550"/>
                <a:gd name="connsiteX5173" fmla="*/ 677894 w 3219450"/>
                <a:gd name="connsiteY5173" fmla="*/ 1813941 h 2495550"/>
                <a:gd name="connsiteX5174" fmla="*/ 679037 w 3219450"/>
                <a:gd name="connsiteY5174" fmla="*/ 1813370 h 2495550"/>
                <a:gd name="connsiteX5175" fmla="*/ 679799 w 3219450"/>
                <a:gd name="connsiteY5175" fmla="*/ 1812512 h 2495550"/>
                <a:gd name="connsiteX5176" fmla="*/ 680085 w 3219450"/>
                <a:gd name="connsiteY5176" fmla="*/ 1811369 h 2495550"/>
                <a:gd name="connsiteX5177" fmla="*/ 680085 w 3219450"/>
                <a:gd name="connsiteY5177" fmla="*/ 1811369 h 2495550"/>
                <a:gd name="connsiteX5178" fmla="*/ 680085 w 3219450"/>
                <a:gd name="connsiteY5178" fmla="*/ 1809941 h 2495550"/>
                <a:gd name="connsiteX5179" fmla="*/ 680085 w 3219450"/>
                <a:gd name="connsiteY5179" fmla="*/ 1808893 h 2495550"/>
                <a:gd name="connsiteX5180" fmla="*/ 680371 w 3219450"/>
                <a:gd name="connsiteY5180" fmla="*/ 1808226 h 2495550"/>
                <a:gd name="connsiteX5181" fmla="*/ 680847 w 3219450"/>
                <a:gd name="connsiteY5181" fmla="*/ 1807655 h 2495550"/>
                <a:gd name="connsiteX5182" fmla="*/ 681228 w 3219450"/>
                <a:gd name="connsiteY5182" fmla="*/ 1806893 h 2495550"/>
                <a:gd name="connsiteX5183" fmla="*/ 681323 w 3219450"/>
                <a:gd name="connsiteY5183" fmla="*/ 1806035 h 2495550"/>
                <a:gd name="connsiteX5184" fmla="*/ 681323 w 3219450"/>
                <a:gd name="connsiteY5184" fmla="*/ 1805083 h 2495550"/>
                <a:gd name="connsiteX5185" fmla="*/ 681514 w 3219450"/>
                <a:gd name="connsiteY5185" fmla="*/ 1804226 h 2495550"/>
                <a:gd name="connsiteX5186" fmla="*/ 681990 w 3219450"/>
                <a:gd name="connsiteY5186" fmla="*/ 1803559 h 2495550"/>
                <a:gd name="connsiteX5187" fmla="*/ 682847 w 3219450"/>
                <a:gd name="connsiteY5187" fmla="*/ 1803368 h 2495550"/>
                <a:gd name="connsiteX5188" fmla="*/ 683514 w 3219450"/>
                <a:gd name="connsiteY5188" fmla="*/ 1803845 h 2495550"/>
                <a:gd name="connsiteX5189" fmla="*/ 684276 w 3219450"/>
                <a:gd name="connsiteY5189" fmla="*/ 1804511 h 2495550"/>
                <a:gd name="connsiteX5190" fmla="*/ 685133 w 3219450"/>
                <a:gd name="connsiteY5190" fmla="*/ 1804892 h 2495550"/>
                <a:gd name="connsiteX5191" fmla="*/ 685895 w 3219450"/>
                <a:gd name="connsiteY5191" fmla="*/ 1804702 h 2495550"/>
                <a:gd name="connsiteX5192" fmla="*/ 687038 w 3219450"/>
                <a:gd name="connsiteY5192" fmla="*/ 1803654 h 2495550"/>
                <a:gd name="connsiteX5193" fmla="*/ 687705 w 3219450"/>
                <a:gd name="connsiteY5193" fmla="*/ 1803273 h 2495550"/>
                <a:gd name="connsiteX5194" fmla="*/ 688658 w 3219450"/>
                <a:gd name="connsiteY5194" fmla="*/ 1803368 h 2495550"/>
                <a:gd name="connsiteX5195" fmla="*/ 689705 w 3219450"/>
                <a:gd name="connsiteY5195" fmla="*/ 1803749 h 2495550"/>
                <a:gd name="connsiteX5196" fmla="*/ 690658 w 3219450"/>
                <a:gd name="connsiteY5196" fmla="*/ 1804416 h 2495550"/>
                <a:gd name="connsiteX5197" fmla="*/ 691420 w 3219450"/>
                <a:gd name="connsiteY5197" fmla="*/ 1805083 h 2495550"/>
                <a:gd name="connsiteX5198" fmla="*/ 691610 w 3219450"/>
                <a:gd name="connsiteY5198" fmla="*/ 1805845 h 2495550"/>
                <a:gd name="connsiteX5199" fmla="*/ 691420 w 3219450"/>
                <a:gd name="connsiteY5199" fmla="*/ 1807655 h 2495550"/>
                <a:gd name="connsiteX5200" fmla="*/ 691801 w 3219450"/>
                <a:gd name="connsiteY5200" fmla="*/ 1808417 h 2495550"/>
                <a:gd name="connsiteX5201" fmla="*/ 693420 w 3219450"/>
                <a:gd name="connsiteY5201" fmla="*/ 1808988 h 2495550"/>
                <a:gd name="connsiteX5202" fmla="*/ 697135 w 3219450"/>
                <a:gd name="connsiteY5202" fmla="*/ 1808798 h 2495550"/>
                <a:gd name="connsiteX5203" fmla="*/ 698564 w 3219450"/>
                <a:gd name="connsiteY5203" fmla="*/ 1809941 h 2495550"/>
                <a:gd name="connsiteX5204" fmla="*/ 698564 w 3219450"/>
                <a:gd name="connsiteY5204" fmla="*/ 1809941 h 2495550"/>
                <a:gd name="connsiteX5205" fmla="*/ 699040 w 3219450"/>
                <a:gd name="connsiteY5205" fmla="*/ 1811369 h 2495550"/>
                <a:gd name="connsiteX5206" fmla="*/ 699897 w 3219450"/>
                <a:gd name="connsiteY5206" fmla="*/ 1812322 h 2495550"/>
                <a:gd name="connsiteX5207" fmla="*/ 701040 w 3219450"/>
                <a:gd name="connsiteY5207" fmla="*/ 1812893 h 2495550"/>
                <a:gd name="connsiteX5208" fmla="*/ 702374 w 3219450"/>
                <a:gd name="connsiteY5208" fmla="*/ 1812989 h 2495550"/>
                <a:gd name="connsiteX5209" fmla="*/ 703993 w 3219450"/>
                <a:gd name="connsiteY5209" fmla="*/ 1812703 h 2495550"/>
                <a:gd name="connsiteX5210" fmla="*/ 704660 w 3219450"/>
                <a:gd name="connsiteY5210" fmla="*/ 1812512 h 2495550"/>
                <a:gd name="connsiteX5211" fmla="*/ 705041 w 3219450"/>
                <a:gd name="connsiteY5211" fmla="*/ 1812417 h 2495550"/>
                <a:gd name="connsiteX5212" fmla="*/ 705898 w 3219450"/>
                <a:gd name="connsiteY5212" fmla="*/ 1812512 h 2495550"/>
                <a:gd name="connsiteX5213" fmla="*/ 707231 w 3219450"/>
                <a:gd name="connsiteY5213" fmla="*/ 1813274 h 2495550"/>
                <a:gd name="connsiteX5214" fmla="*/ 708851 w 3219450"/>
                <a:gd name="connsiteY5214" fmla="*/ 1814989 h 2495550"/>
                <a:gd name="connsiteX5215" fmla="*/ 711708 w 3219450"/>
                <a:gd name="connsiteY5215" fmla="*/ 1818799 h 2495550"/>
                <a:gd name="connsiteX5216" fmla="*/ 713804 w 3219450"/>
                <a:gd name="connsiteY5216" fmla="*/ 1819942 h 2495550"/>
                <a:gd name="connsiteX5217" fmla="*/ 715232 w 3219450"/>
                <a:gd name="connsiteY5217" fmla="*/ 1820037 h 2495550"/>
                <a:gd name="connsiteX5218" fmla="*/ 717899 w 3219450"/>
                <a:gd name="connsiteY5218" fmla="*/ 1819751 h 2495550"/>
                <a:gd name="connsiteX5219" fmla="*/ 720947 w 3219450"/>
                <a:gd name="connsiteY5219" fmla="*/ 1820513 h 2495550"/>
                <a:gd name="connsiteX5220" fmla="*/ 722186 w 3219450"/>
                <a:gd name="connsiteY5220" fmla="*/ 1819751 h 2495550"/>
                <a:gd name="connsiteX5221" fmla="*/ 723329 w 3219450"/>
                <a:gd name="connsiteY5221" fmla="*/ 1818704 h 2495550"/>
                <a:gd name="connsiteX5222" fmla="*/ 724853 w 3219450"/>
                <a:gd name="connsiteY5222" fmla="*/ 1818132 h 2495550"/>
                <a:gd name="connsiteX5223" fmla="*/ 725996 w 3219450"/>
                <a:gd name="connsiteY5223" fmla="*/ 1818513 h 2495550"/>
                <a:gd name="connsiteX5224" fmla="*/ 725710 w 3219450"/>
                <a:gd name="connsiteY5224" fmla="*/ 1819275 h 2495550"/>
                <a:gd name="connsiteX5225" fmla="*/ 725138 w 3219450"/>
                <a:gd name="connsiteY5225" fmla="*/ 1820227 h 2495550"/>
                <a:gd name="connsiteX5226" fmla="*/ 725138 w 3219450"/>
                <a:gd name="connsiteY5226" fmla="*/ 1821085 h 2495550"/>
                <a:gd name="connsiteX5227" fmla="*/ 726091 w 3219450"/>
                <a:gd name="connsiteY5227" fmla="*/ 1821085 h 2495550"/>
                <a:gd name="connsiteX5228" fmla="*/ 730758 w 3219450"/>
                <a:gd name="connsiteY5228" fmla="*/ 1819751 h 2495550"/>
                <a:gd name="connsiteX5229" fmla="*/ 732854 w 3219450"/>
                <a:gd name="connsiteY5229" fmla="*/ 1819275 h 2495550"/>
                <a:gd name="connsiteX5230" fmla="*/ 733711 w 3219450"/>
                <a:gd name="connsiteY5230" fmla="*/ 1819180 h 2495550"/>
                <a:gd name="connsiteX5231" fmla="*/ 734759 w 3219450"/>
                <a:gd name="connsiteY5231" fmla="*/ 1819466 h 2495550"/>
                <a:gd name="connsiteX5232" fmla="*/ 735044 w 3219450"/>
                <a:gd name="connsiteY5232" fmla="*/ 1819751 h 2495550"/>
                <a:gd name="connsiteX5233" fmla="*/ 735235 w 3219450"/>
                <a:gd name="connsiteY5233" fmla="*/ 1820227 h 2495550"/>
                <a:gd name="connsiteX5234" fmla="*/ 735521 w 3219450"/>
                <a:gd name="connsiteY5234" fmla="*/ 1820704 h 2495550"/>
                <a:gd name="connsiteX5235" fmla="*/ 735997 w 3219450"/>
                <a:gd name="connsiteY5235" fmla="*/ 1821085 h 2495550"/>
                <a:gd name="connsiteX5236" fmla="*/ 736854 w 3219450"/>
                <a:gd name="connsiteY5236" fmla="*/ 1821085 h 2495550"/>
                <a:gd name="connsiteX5237" fmla="*/ 738473 w 3219450"/>
                <a:gd name="connsiteY5237" fmla="*/ 1820227 h 2495550"/>
                <a:gd name="connsiteX5238" fmla="*/ 739235 w 3219450"/>
                <a:gd name="connsiteY5238" fmla="*/ 1819942 h 2495550"/>
                <a:gd name="connsiteX5239" fmla="*/ 740474 w 3219450"/>
                <a:gd name="connsiteY5239" fmla="*/ 1820132 h 2495550"/>
                <a:gd name="connsiteX5240" fmla="*/ 741426 w 3219450"/>
                <a:gd name="connsiteY5240" fmla="*/ 1820513 h 2495550"/>
                <a:gd name="connsiteX5241" fmla="*/ 742569 w 3219450"/>
                <a:gd name="connsiteY5241" fmla="*/ 1820990 h 2495550"/>
                <a:gd name="connsiteX5242" fmla="*/ 743998 w 3219450"/>
                <a:gd name="connsiteY5242" fmla="*/ 1820894 h 2495550"/>
                <a:gd name="connsiteX5243" fmla="*/ 745522 w 3219450"/>
                <a:gd name="connsiteY5243" fmla="*/ 1820132 h 2495550"/>
                <a:gd name="connsiteX5244" fmla="*/ 746760 w 3219450"/>
                <a:gd name="connsiteY5244" fmla="*/ 1818989 h 2495550"/>
                <a:gd name="connsiteX5245" fmla="*/ 747713 w 3219450"/>
                <a:gd name="connsiteY5245" fmla="*/ 1817561 h 2495550"/>
                <a:gd name="connsiteX5246" fmla="*/ 748570 w 3219450"/>
                <a:gd name="connsiteY5246" fmla="*/ 1815941 h 2495550"/>
                <a:gd name="connsiteX5247" fmla="*/ 749141 w 3219450"/>
                <a:gd name="connsiteY5247" fmla="*/ 1814989 h 2495550"/>
                <a:gd name="connsiteX5248" fmla="*/ 749713 w 3219450"/>
                <a:gd name="connsiteY5248" fmla="*/ 1814894 h 2495550"/>
                <a:gd name="connsiteX5249" fmla="*/ 750761 w 3219450"/>
                <a:gd name="connsiteY5249" fmla="*/ 1815465 h 2495550"/>
                <a:gd name="connsiteX5250" fmla="*/ 754856 w 3219450"/>
                <a:gd name="connsiteY5250" fmla="*/ 1815656 h 2495550"/>
                <a:gd name="connsiteX5251" fmla="*/ 755428 w 3219450"/>
                <a:gd name="connsiteY5251" fmla="*/ 1815846 h 2495550"/>
                <a:gd name="connsiteX5252" fmla="*/ 756571 w 3219450"/>
                <a:gd name="connsiteY5252" fmla="*/ 1816418 h 2495550"/>
                <a:gd name="connsiteX5253" fmla="*/ 757238 w 3219450"/>
                <a:gd name="connsiteY5253" fmla="*/ 1816513 h 2495550"/>
                <a:gd name="connsiteX5254" fmla="*/ 757904 w 3219450"/>
                <a:gd name="connsiteY5254" fmla="*/ 1816418 h 2495550"/>
                <a:gd name="connsiteX5255" fmla="*/ 759333 w 3219450"/>
                <a:gd name="connsiteY5255" fmla="*/ 1815846 h 2495550"/>
                <a:gd name="connsiteX5256" fmla="*/ 760000 w 3219450"/>
                <a:gd name="connsiteY5256" fmla="*/ 1815751 h 2495550"/>
                <a:gd name="connsiteX5257" fmla="*/ 761238 w 3219450"/>
                <a:gd name="connsiteY5257" fmla="*/ 1816132 h 2495550"/>
                <a:gd name="connsiteX5258" fmla="*/ 763524 w 3219450"/>
                <a:gd name="connsiteY5258" fmla="*/ 1817370 h 2495550"/>
                <a:gd name="connsiteX5259" fmla="*/ 764667 w 3219450"/>
                <a:gd name="connsiteY5259" fmla="*/ 1817656 h 2495550"/>
                <a:gd name="connsiteX5260" fmla="*/ 764000 w 3219450"/>
                <a:gd name="connsiteY5260" fmla="*/ 1816513 h 2495550"/>
                <a:gd name="connsiteX5261" fmla="*/ 763619 w 3219450"/>
                <a:gd name="connsiteY5261" fmla="*/ 1815084 h 2495550"/>
                <a:gd name="connsiteX5262" fmla="*/ 763715 w 3219450"/>
                <a:gd name="connsiteY5262" fmla="*/ 1813655 h 2495550"/>
                <a:gd name="connsiteX5263" fmla="*/ 764572 w 3219450"/>
                <a:gd name="connsiteY5263" fmla="*/ 1812512 h 2495550"/>
                <a:gd name="connsiteX5264" fmla="*/ 765143 w 3219450"/>
                <a:gd name="connsiteY5264" fmla="*/ 1812322 h 2495550"/>
                <a:gd name="connsiteX5265" fmla="*/ 766477 w 3219450"/>
                <a:gd name="connsiteY5265" fmla="*/ 1812512 h 2495550"/>
                <a:gd name="connsiteX5266" fmla="*/ 767144 w 3219450"/>
                <a:gd name="connsiteY5266" fmla="*/ 1812512 h 2495550"/>
                <a:gd name="connsiteX5267" fmla="*/ 767810 w 3219450"/>
                <a:gd name="connsiteY5267" fmla="*/ 1812322 h 2495550"/>
                <a:gd name="connsiteX5268" fmla="*/ 769049 w 3219450"/>
                <a:gd name="connsiteY5268" fmla="*/ 1811846 h 2495550"/>
                <a:gd name="connsiteX5269" fmla="*/ 778574 w 3219450"/>
                <a:gd name="connsiteY5269" fmla="*/ 1810417 h 2495550"/>
                <a:gd name="connsiteX5270" fmla="*/ 779717 w 3219450"/>
                <a:gd name="connsiteY5270" fmla="*/ 1809655 h 2495550"/>
                <a:gd name="connsiteX5271" fmla="*/ 779717 w 3219450"/>
                <a:gd name="connsiteY5271" fmla="*/ 1809655 h 2495550"/>
                <a:gd name="connsiteX5272" fmla="*/ 779717 w 3219450"/>
                <a:gd name="connsiteY5272" fmla="*/ 1809655 h 2495550"/>
                <a:gd name="connsiteX5273" fmla="*/ 782669 w 3219450"/>
                <a:gd name="connsiteY5273" fmla="*/ 1807464 h 2495550"/>
                <a:gd name="connsiteX5274" fmla="*/ 783717 w 3219450"/>
                <a:gd name="connsiteY5274" fmla="*/ 1807178 h 2495550"/>
                <a:gd name="connsiteX5275" fmla="*/ 785146 w 3219450"/>
                <a:gd name="connsiteY5275" fmla="*/ 1807655 h 2495550"/>
                <a:gd name="connsiteX5276" fmla="*/ 785908 w 3219450"/>
                <a:gd name="connsiteY5276" fmla="*/ 1806988 h 2495550"/>
                <a:gd name="connsiteX5277" fmla="*/ 786670 w 3219450"/>
                <a:gd name="connsiteY5277" fmla="*/ 1805845 h 2495550"/>
                <a:gd name="connsiteX5278" fmla="*/ 787813 w 3219450"/>
                <a:gd name="connsiteY5278" fmla="*/ 1804702 h 2495550"/>
                <a:gd name="connsiteX5279" fmla="*/ 790004 w 3219450"/>
                <a:gd name="connsiteY5279" fmla="*/ 1802987 h 2495550"/>
                <a:gd name="connsiteX5280" fmla="*/ 790861 w 3219450"/>
                <a:gd name="connsiteY5280" fmla="*/ 1802987 h 2495550"/>
                <a:gd name="connsiteX5281" fmla="*/ 792004 w 3219450"/>
                <a:gd name="connsiteY5281" fmla="*/ 1804321 h 2495550"/>
                <a:gd name="connsiteX5282" fmla="*/ 793052 w 3219450"/>
                <a:gd name="connsiteY5282" fmla="*/ 1805178 h 2495550"/>
                <a:gd name="connsiteX5283" fmla="*/ 796100 w 3219450"/>
                <a:gd name="connsiteY5283" fmla="*/ 1805654 h 2495550"/>
                <a:gd name="connsiteX5284" fmla="*/ 797433 w 3219450"/>
                <a:gd name="connsiteY5284" fmla="*/ 1806035 h 2495550"/>
                <a:gd name="connsiteX5285" fmla="*/ 799814 w 3219450"/>
                <a:gd name="connsiteY5285" fmla="*/ 1807655 h 2495550"/>
                <a:gd name="connsiteX5286" fmla="*/ 801053 w 3219450"/>
                <a:gd name="connsiteY5286" fmla="*/ 1808702 h 2495550"/>
                <a:gd name="connsiteX5287" fmla="*/ 801815 w 3219450"/>
                <a:gd name="connsiteY5287" fmla="*/ 1809655 h 2495550"/>
                <a:gd name="connsiteX5288" fmla="*/ 801815 w 3219450"/>
                <a:gd name="connsiteY5288" fmla="*/ 1809655 h 2495550"/>
                <a:gd name="connsiteX5289" fmla="*/ 801815 w 3219450"/>
                <a:gd name="connsiteY5289" fmla="*/ 1809655 h 2495550"/>
                <a:gd name="connsiteX5290" fmla="*/ 801910 w 3219450"/>
                <a:gd name="connsiteY5290" fmla="*/ 1810702 h 2495550"/>
                <a:gd name="connsiteX5291" fmla="*/ 801434 w 3219450"/>
                <a:gd name="connsiteY5291" fmla="*/ 1812608 h 2495550"/>
                <a:gd name="connsiteX5292" fmla="*/ 801434 w 3219450"/>
                <a:gd name="connsiteY5292" fmla="*/ 1813560 h 2495550"/>
                <a:gd name="connsiteX5293" fmla="*/ 801910 w 3219450"/>
                <a:gd name="connsiteY5293" fmla="*/ 1814322 h 2495550"/>
                <a:gd name="connsiteX5294" fmla="*/ 803148 w 3219450"/>
                <a:gd name="connsiteY5294" fmla="*/ 1815656 h 2495550"/>
                <a:gd name="connsiteX5295" fmla="*/ 803624 w 3219450"/>
                <a:gd name="connsiteY5295" fmla="*/ 1816513 h 2495550"/>
                <a:gd name="connsiteX5296" fmla="*/ 803815 w 3219450"/>
                <a:gd name="connsiteY5296" fmla="*/ 1817561 h 2495550"/>
                <a:gd name="connsiteX5297" fmla="*/ 803720 w 3219450"/>
                <a:gd name="connsiteY5297" fmla="*/ 1818513 h 2495550"/>
                <a:gd name="connsiteX5298" fmla="*/ 801148 w 3219450"/>
                <a:gd name="connsiteY5298" fmla="*/ 1829657 h 2495550"/>
                <a:gd name="connsiteX5299" fmla="*/ 800005 w 3219450"/>
                <a:gd name="connsiteY5299" fmla="*/ 1831658 h 2495550"/>
                <a:gd name="connsiteX5300" fmla="*/ 799148 w 3219450"/>
                <a:gd name="connsiteY5300" fmla="*/ 1833753 h 2495550"/>
                <a:gd name="connsiteX5301" fmla="*/ 798100 w 3219450"/>
                <a:gd name="connsiteY5301" fmla="*/ 1835277 h 2495550"/>
                <a:gd name="connsiteX5302" fmla="*/ 797719 w 3219450"/>
                <a:gd name="connsiteY5302" fmla="*/ 1836134 h 2495550"/>
                <a:gd name="connsiteX5303" fmla="*/ 797719 w 3219450"/>
                <a:gd name="connsiteY5303" fmla="*/ 1836992 h 2495550"/>
                <a:gd name="connsiteX5304" fmla="*/ 798576 w 3219450"/>
                <a:gd name="connsiteY5304" fmla="*/ 1838230 h 2495550"/>
                <a:gd name="connsiteX5305" fmla="*/ 798576 w 3219450"/>
                <a:gd name="connsiteY5305" fmla="*/ 1839182 h 2495550"/>
                <a:gd name="connsiteX5306" fmla="*/ 798386 w 3219450"/>
                <a:gd name="connsiteY5306" fmla="*/ 1840992 h 2495550"/>
                <a:gd name="connsiteX5307" fmla="*/ 798671 w 3219450"/>
                <a:gd name="connsiteY5307" fmla="*/ 1842706 h 2495550"/>
                <a:gd name="connsiteX5308" fmla="*/ 799433 w 3219450"/>
                <a:gd name="connsiteY5308" fmla="*/ 1844231 h 2495550"/>
                <a:gd name="connsiteX5309" fmla="*/ 800576 w 3219450"/>
                <a:gd name="connsiteY5309" fmla="*/ 1845564 h 2495550"/>
                <a:gd name="connsiteX5310" fmla="*/ 801243 w 3219450"/>
                <a:gd name="connsiteY5310" fmla="*/ 1846040 h 2495550"/>
                <a:gd name="connsiteX5311" fmla="*/ 801815 w 3219450"/>
                <a:gd name="connsiteY5311" fmla="*/ 1846326 h 2495550"/>
                <a:gd name="connsiteX5312" fmla="*/ 802386 w 3219450"/>
                <a:gd name="connsiteY5312" fmla="*/ 1846707 h 2495550"/>
                <a:gd name="connsiteX5313" fmla="*/ 803529 w 3219450"/>
                <a:gd name="connsiteY5313" fmla="*/ 1848231 h 2495550"/>
                <a:gd name="connsiteX5314" fmla="*/ 804196 w 3219450"/>
                <a:gd name="connsiteY5314" fmla="*/ 1848802 h 2495550"/>
                <a:gd name="connsiteX5315" fmla="*/ 805625 w 3219450"/>
                <a:gd name="connsiteY5315" fmla="*/ 1849755 h 2495550"/>
                <a:gd name="connsiteX5316" fmla="*/ 806863 w 3219450"/>
                <a:gd name="connsiteY5316" fmla="*/ 1848898 h 2495550"/>
                <a:gd name="connsiteX5317" fmla="*/ 808768 w 3219450"/>
                <a:gd name="connsiteY5317" fmla="*/ 1849088 h 2495550"/>
                <a:gd name="connsiteX5318" fmla="*/ 809911 w 3219450"/>
                <a:gd name="connsiteY5318" fmla="*/ 1850041 h 2495550"/>
                <a:gd name="connsiteX5319" fmla="*/ 811244 w 3219450"/>
                <a:gd name="connsiteY5319" fmla="*/ 1848993 h 2495550"/>
                <a:gd name="connsiteX5320" fmla="*/ 810387 w 3219450"/>
                <a:gd name="connsiteY5320" fmla="*/ 1847564 h 2495550"/>
                <a:gd name="connsiteX5321" fmla="*/ 809435 w 3219450"/>
                <a:gd name="connsiteY5321" fmla="*/ 1845278 h 2495550"/>
                <a:gd name="connsiteX5322" fmla="*/ 808768 w 3219450"/>
                <a:gd name="connsiteY5322" fmla="*/ 1842897 h 2495550"/>
                <a:gd name="connsiteX5323" fmla="*/ 809149 w 3219450"/>
                <a:gd name="connsiteY5323" fmla="*/ 1841468 h 2495550"/>
                <a:gd name="connsiteX5324" fmla="*/ 809625 w 3219450"/>
                <a:gd name="connsiteY5324" fmla="*/ 1840230 h 2495550"/>
                <a:gd name="connsiteX5325" fmla="*/ 810482 w 3219450"/>
                <a:gd name="connsiteY5325" fmla="*/ 1839373 h 2495550"/>
                <a:gd name="connsiteX5326" fmla="*/ 810292 w 3219450"/>
                <a:gd name="connsiteY5326" fmla="*/ 1839087 h 2495550"/>
                <a:gd name="connsiteX5327" fmla="*/ 810006 w 3219450"/>
                <a:gd name="connsiteY5327" fmla="*/ 1838611 h 2495550"/>
                <a:gd name="connsiteX5328" fmla="*/ 809911 w 3219450"/>
                <a:gd name="connsiteY5328" fmla="*/ 1837944 h 2495550"/>
                <a:gd name="connsiteX5329" fmla="*/ 810197 w 3219450"/>
                <a:gd name="connsiteY5329" fmla="*/ 1837182 h 2495550"/>
                <a:gd name="connsiteX5330" fmla="*/ 810959 w 3219450"/>
                <a:gd name="connsiteY5330" fmla="*/ 1836801 h 2495550"/>
                <a:gd name="connsiteX5331" fmla="*/ 811625 w 3219450"/>
                <a:gd name="connsiteY5331" fmla="*/ 1836039 h 2495550"/>
                <a:gd name="connsiteX5332" fmla="*/ 811530 w 3219450"/>
                <a:gd name="connsiteY5332" fmla="*/ 1835372 h 2495550"/>
                <a:gd name="connsiteX5333" fmla="*/ 812197 w 3219450"/>
                <a:gd name="connsiteY5333" fmla="*/ 1834420 h 2495550"/>
                <a:gd name="connsiteX5334" fmla="*/ 813054 w 3219450"/>
                <a:gd name="connsiteY5334" fmla="*/ 1834229 h 2495550"/>
                <a:gd name="connsiteX5335" fmla="*/ 813435 w 3219450"/>
                <a:gd name="connsiteY5335" fmla="*/ 1833372 h 2495550"/>
                <a:gd name="connsiteX5336" fmla="*/ 814007 w 3219450"/>
                <a:gd name="connsiteY5336" fmla="*/ 1832515 h 2495550"/>
                <a:gd name="connsiteX5337" fmla="*/ 814673 w 3219450"/>
                <a:gd name="connsiteY5337" fmla="*/ 1832039 h 2495550"/>
                <a:gd name="connsiteX5338" fmla="*/ 816102 w 3219450"/>
                <a:gd name="connsiteY5338" fmla="*/ 1831467 h 2495550"/>
                <a:gd name="connsiteX5339" fmla="*/ 816674 w 3219450"/>
                <a:gd name="connsiteY5339" fmla="*/ 1831562 h 2495550"/>
                <a:gd name="connsiteX5340" fmla="*/ 816864 w 3219450"/>
                <a:gd name="connsiteY5340" fmla="*/ 1831562 h 2495550"/>
                <a:gd name="connsiteX5341" fmla="*/ 817055 w 3219450"/>
                <a:gd name="connsiteY5341" fmla="*/ 1831562 h 2495550"/>
                <a:gd name="connsiteX5342" fmla="*/ 817626 w 3219450"/>
                <a:gd name="connsiteY5342" fmla="*/ 1831848 h 2495550"/>
                <a:gd name="connsiteX5343" fmla="*/ 817912 w 3219450"/>
                <a:gd name="connsiteY5343" fmla="*/ 1832039 h 2495550"/>
                <a:gd name="connsiteX5344" fmla="*/ 818102 w 3219450"/>
                <a:gd name="connsiteY5344" fmla="*/ 1831277 h 2495550"/>
                <a:gd name="connsiteX5345" fmla="*/ 819626 w 3219450"/>
                <a:gd name="connsiteY5345" fmla="*/ 1828991 h 2495550"/>
                <a:gd name="connsiteX5346" fmla="*/ 821817 w 3219450"/>
                <a:gd name="connsiteY5346" fmla="*/ 1825181 h 2495550"/>
                <a:gd name="connsiteX5347" fmla="*/ 822770 w 3219450"/>
                <a:gd name="connsiteY5347" fmla="*/ 1822799 h 2495550"/>
                <a:gd name="connsiteX5348" fmla="*/ 823246 w 3219450"/>
                <a:gd name="connsiteY5348" fmla="*/ 1820609 h 2495550"/>
                <a:gd name="connsiteX5349" fmla="*/ 825056 w 3219450"/>
                <a:gd name="connsiteY5349" fmla="*/ 1819466 h 2495550"/>
                <a:gd name="connsiteX5350" fmla="*/ 827246 w 3219450"/>
                <a:gd name="connsiteY5350" fmla="*/ 1818513 h 2495550"/>
                <a:gd name="connsiteX5351" fmla="*/ 829151 w 3219450"/>
                <a:gd name="connsiteY5351" fmla="*/ 1817084 h 2495550"/>
                <a:gd name="connsiteX5352" fmla="*/ 830961 w 3219450"/>
                <a:gd name="connsiteY5352" fmla="*/ 1814703 h 2495550"/>
                <a:gd name="connsiteX5353" fmla="*/ 833438 w 3219450"/>
                <a:gd name="connsiteY5353" fmla="*/ 1810036 h 2495550"/>
                <a:gd name="connsiteX5354" fmla="*/ 833628 w 3219450"/>
                <a:gd name="connsiteY5354" fmla="*/ 1809655 h 2495550"/>
                <a:gd name="connsiteX5355" fmla="*/ 833628 w 3219450"/>
                <a:gd name="connsiteY5355" fmla="*/ 1809655 h 2495550"/>
                <a:gd name="connsiteX5356" fmla="*/ 834866 w 3219450"/>
                <a:gd name="connsiteY5356" fmla="*/ 1807464 h 2495550"/>
                <a:gd name="connsiteX5357" fmla="*/ 835628 w 3219450"/>
                <a:gd name="connsiteY5357" fmla="*/ 1806512 h 2495550"/>
                <a:gd name="connsiteX5358" fmla="*/ 836486 w 3219450"/>
                <a:gd name="connsiteY5358" fmla="*/ 1805750 h 2495550"/>
                <a:gd name="connsiteX5359" fmla="*/ 837533 w 3219450"/>
                <a:gd name="connsiteY5359" fmla="*/ 1805369 h 2495550"/>
                <a:gd name="connsiteX5360" fmla="*/ 838581 w 3219450"/>
                <a:gd name="connsiteY5360" fmla="*/ 1804511 h 2495550"/>
                <a:gd name="connsiteX5361" fmla="*/ 841058 w 3219450"/>
                <a:gd name="connsiteY5361" fmla="*/ 1801368 h 2495550"/>
                <a:gd name="connsiteX5362" fmla="*/ 842010 w 3219450"/>
                <a:gd name="connsiteY5362" fmla="*/ 1800797 h 2495550"/>
                <a:gd name="connsiteX5363" fmla="*/ 842963 w 3219450"/>
                <a:gd name="connsiteY5363" fmla="*/ 1800511 h 2495550"/>
                <a:gd name="connsiteX5364" fmla="*/ 849249 w 3219450"/>
                <a:gd name="connsiteY5364" fmla="*/ 1799368 h 2495550"/>
                <a:gd name="connsiteX5365" fmla="*/ 851249 w 3219450"/>
                <a:gd name="connsiteY5365" fmla="*/ 1798415 h 2495550"/>
                <a:gd name="connsiteX5366" fmla="*/ 852202 w 3219450"/>
                <a:gd name="connsiteY5366" fmla="*/ 1796701 h 2495550"/>
                <a:gd name="connsiteX5367" fmla="*/ 852583 w 3219450"/>
                <a:gd name="connsiteY5367" fmla="*/ 1795748 h 2495550"/>
                <a:gd name="connsiteX5368" fmla="*/ 853345 w 3219450"/>
                <a:gd name="connsiteY5368" fmla="*/ 1795081 h 2495550"/>
                <a:gd name="connsiteX5369" fmla="*/ 855155 w 3219450"/>
                <a:gd name="connsiteY5369" fmla="*/ 1793939 h 2495550"/>
                <a:gd name="connsiteX5370" fmla="*/ 855631 w 3219450"/>
                <a:gd name="connsiteY5370" fmla="*/ 1793462 h 2495550"/>
                <a:gd name="connsiteX5371" fmla="*/ 856488 w 3219450"/>
                <a:gd name="connsiteY5371" fmla="*/ 1792319 h 2495550"/>
                <a:gd name="connsiteX5372" fmla="*/ 856964 w 3219450"/>
                <a:gd name="connsiteY5372" fmla="*/ 1791843 h 2495550"/>
                <a:gd name="connsiteX5373" fmla="*/ 857536 w 3219450"/>
                <a:gd name="connsiteY5373" fmla="*/ 1791557 h 2495550"/>
                <a:gd name="connsiteX5374" fmla="*/ 857917 w 3219450"/>
                <a:gd name="connsiteY5374" fmla="*/ 1791748 h 2495550"/>
                <a:gd name="connsiteX5375" fmla="*/ 859727 w 3219450"/>
                <a:gd name="connsiteY5375" fmla="*/ 1790700 h 2495550"/>
                <a:gd name="connsiteX5376" fmla="*/ 861632 w 3219450"/>
                <a:gd name="connsiteY5376" fmla="*/ 1791176 h 2495550"/>
                <a:gd name="connsiteX5377" fmla="*/ 862679 w 3219450"/>
                <a:gd name="connsiteY5377" fmla="*/ 1790605 h 2495550"/>
                <a:gd name="connsiteX5378" fmla="*/ 863632 w 3219450"/>
                <a:gd name="connsiteY5378" fmla="*/ 1790414 h 2495550"/>
                <a:gd name="connsiteX5379" fmla="*/ 867823 w 3219450"/>
                <a:gd name="connsiteY5379" fmla="*/ 1788986 h 2495550"/>
                <a:gd name="connsiteX5380" fmla="*/ 870585 w 3219450"/>
                <a:gd name="connsiteY5380" fmla="*/ 1789557 h 2495550"/>
                <a:gd name="connsiteX5381" fmla="*/ 872109 w 3219450"/>
                <a:gd name="connsiteY5381" fmla="*/ 1790319 h 2495550"/>
                <a:gd name="connsiteX5382" fmla="*/ 873347 w 3219450"/>
                <a:gd name="connsiteY5382" fmla="*/ 1790129 h 2495550"/>
                <a:gd name="connsiteX5383" fmla="*/ 874586 w 3219450"/>
                <a:gd name="connsiteY5383" fmla="*/ 1788795 h 2495550"/>
                <a:gd name="connsiteX5384" fmla="*/ 876014 w 3219450"/>
                <a:gd name="connsiteY5384" fmla="*/ 1788224 h 2495550"/>
                <a:gd name="connsiteX5385" fmla="*/ 877919 w 3219450"/>
                <a:gd name="connsiteY5385" fmla="*/ 1789557 h 2495550"/>
                <a:gd name="connsiteX5386" fmla="*/ 877919 w 3219450"/>
                <a:gd name="connsiteY5386" fmla="*/ 1791748 h 2495550"/>
                <a:gd name="connsiteX5387" fmla="*/ 879443 w 3219450"/>
                <a:gd name="connsiteY5387" fmla="*/ 1794034 h 2495550"/>
                <a:gd name="connsiteX5388" fmla="*/ 881444 w 3219450"/>
                <a:gd name="connsiteY5388" fmla="*/ 1794320 h 2495550"/>
                <a:gd name="connsiteX5389" fmla="*/ 882777 w 3219450"/>
                <a:gd name="connsiteY5389" fmla="*/ 1791748 h 2495550"/>
                <a:gd name="connsiteX5390" fmla="*/ 884111 w 3219450"/>
                <a:gd name="connsiteY5390" fmla="*/ 1791748 h 2495550"/>
                <a:gd name="connsiteX5391" fmla="*/ 885635 w 3219450"/>
                <a:gd name="connsiteY5391" fmla="*/ 1792700 h 2495550"/>
                <a:gd name="connsiteX5392" fmla="*/ 887730 w 3219450"/>
                <a:gd name="connsiteY5392" fmla="*/ 1792700 h 2495550"/>
                <a:gd name="connsiteX5393" fmla="*/ 890302 w 3219450"/>
                <a:gd name="connsiteY5393" fmla="*/ 1794701 h 2495550"/>
                <a:gd name="connsiteX5394" fmla="*/ 892588 w 3219450"/>
                <a:gd name="connsiteY5394" fmla="*/ 1794891 h 2495550"/>
                <a:gd name="connsiteX5395" fmla="*/ 894683 w 3219450"/>
                <a:gd name="connsiteY5395" fmla="*/ 1795653 h 2495550"/>
                <a:gd name="connsiteX5396" fmla="*/ 895160 w 3219450"/>
                <a:gd name="connsiteY5396" fmla="*/ 1797653 h 2495550"/>
                <a:gd name="connsiteX5397" fmla="*/ 893636 w 3219450"/>
                <a:gd name="connsiteY5397" fmla="*/ 1798225 h 2495550"/>
                <a:gd name="connsiteX5398" fmla="*/ 892588 w 3219450"/>
                <a:gd name="connsiteY5398" fmla="*/ 1800225 h 2495550"/>
                <a:gd name="connsiteX5399" fmla="*/ 890873 w 3219450"/>
                <a:gd name="connsiteY5399" fmla="*/ 1800416 h 2495550"/>
                <a:gd name="connsiteX5400" fmla="*/ 889349 w 3219450"/>
                <a:gd name="connsiteY5400" fmla="*/ 1802225 h 2495550"/>
                <a:gd name="connsiteX5401" fmla="*/ 888778 w 3219450"/>
                <a:gd name="connsiteY5401" fmla="*/ 1805369 h 2495550"/>
                <a:gd name="connsiteX5402" fmla="*/ 889730 w 3219450"/>
                <a:gd name="connsiteY5402" fmla="*/ 1805273 h 2495550"/>
                <a:gd name="connsiteX5403" fmla="*/ 890683 w 3219450"/>
                <a:gd name="connsiteY5403" fmla="*/ 1805273 h 2495550"/>
                <a:gd name="connsiteX5404" fmla="*/ 894112 w 3219450"/>
                <a:gd name="connsiteY5404" fmla="*/ 1805750 h 2495550"/>
                <a:gd name="connsiteX5405" fmla="*/ 895255 w 3219450"/>
                <a:gd name="connsiteY5405" fmla="*/ 1805464 h 2495550"/>
                <a:gd name="connsiteX5406" fmla="*/ 896588 w 3219450"/>
                <a:gd name="connsiteY5406" fmla="*/ 1805369 h 2495550"/>
                <a:gd name="connsiteX5407" fmla="*/ 898112 w 3219450"/>
                <a:gd name="connsiteY5407" fmla="*/ 1804511 h 2495550"/>
                <a:gd name="connsiteX5408" fmla="*/ 898970 w 3219450"/>
                <a:gd name="connsiteY5408" fmla="*/ 1804321 h 2495550"/>
                <a:gd name="connsiteX5409" fmla="*/ 899827 w 3219450"/>
                <a:gd name="connsiteY5409" fmla="*/ 1804511 h 2495550"/>
                <a:gd name="connsiteX5410" fmla="*/ 902113 w 3219450"/>
                <a:gd name="connsiteY5410" fmla="*/ 1806035 h 2495550"/>
                <a:gd name="connsiteX5411" fmla="*/ 903637 w 3219450"/>
                <a:gd name="connsiteY5411" fmla="*/ 1806416 h 2495550"/>
                <a:gd name="connsiteX5412" fmla="*/ 905351 w 3219450"/>
                <a:gd name="connsiteY5412" fmla="*/ 1806893 h 2495550"/>
                <a:gd name="connsiteX5413" fmla="*/ 908590 w 3219450"/>
                <a:gd name="connsiteY5413" fmla="*/ 1807083 h 2495550"/>
                <a:gd name="connsiteX5414" fmla="*/ 911638 w 3219450"/>
                <a:gd name="connsiteY5414" fmla="*/ 1807750 h 2495550"/>
                <a:gd name="connsiteX5415" fmla="*/ 914305 w 3219450"/>
                <a:gd name="connsiteY5415" fmla="*/ 1810036 h 2495550"/>
                <a:gd name="connsiteX5416" fmla="*/ 915067 w 3219450"/>
                <a:gd name="connsiteY5416" fmla="*/ 1810798 h 2495550"/>
                <a:gd name="connsiteX5417" fmla="*/ 916877 w 3219450"/>
                <a:gd name="connsiteY5417" fmla="*/ 1811750 h 2495550"/>
                <a:gd name="connsiteX5418" fmla="*/ 919163 w 3219450"/>
                <a:gd name="connsiteY5418" fmla="*/ 1811941 h 2495550"/>
                <a:gd name="connsiteX5419" fmla="*/ 921353 w 3219450"/>
                <a:gd name="connsiteY5419" fmla="*/ 1811369 h 2495550"/>
                <a:gd name="connsiteX5420" fmla="*/ 922782 w 3219450"/>
                <a:gd name="connsiteY5420" fmla="*/ 1810036 h 2495550"/>
                <a:gd name="connsiteX5421" fmla="*/ 922782 w 3219450"/>
                <a:gd name="connsiteY5421" fmla="*/ 1810036 h 2495550"/>
                <a:gd name="connsiteX5422" fmla="*/ 922782 w 3219450"/>
                <a:gd name="connsiteY5422" fmla="*/ 1810036 h 2495550"/>
                <a:gd name="connsiteX5423" fmla="*/ 923544 w 3219450"/>
                <a:gd name="connsiteY5423" fmla="*/ 1808893 h 2495550"/>
                <a:gd name="connsiteX5424" fmla="*/ 925735 w 3219450"/>
                <a:gd name="connsiteY5424" fmla="*/ 1806321 h 2495550"/>
                <a:gd name="connsiteX5425" fmla="*/ 926687 w 3219450"/>
                <a:gd name="connsiteY5425" fmla="*/ 1805559 h 2495550"/>
                <a:gd name="connsiteX5426" fmla="*/ 928021 w 3219450"/>
                <a:gd name="connsiteY5426" fmla="*/ 1805273 h 2495550"/>
                <a:gd name="connsiteX5427" fmla="*/ 929354 w 3219450"/>
                <a:gd name="connsiteY5427" fmla="*/ 1805464 h 2495550"/>
                <a:gd name="connsiteX5428" fmla="*/ 930593 w 3219450"/>
                <a:gd name="connsiteY5428" fmla="*/ 1805369 h 2495550"/>
                <a:gd name="connsiteX5429" fmla="*/ 931640 w 3219450"/>
                <a:gd name="connsiteY5429" fmla="*/ 1804226 h 2495550"/>
                <a:gd name="connsiteX5430" fmla="*/ 932688 w 3219450"/>
                <a:gd name="connsiteY5430" fmla="*/ 1806321 h 2495550"/>
                <a:gd name="connsiteX5431" fmla="*/ 934403 w 3219450"/>
                <a:gd name="connsiteY5431" fmla="*/ 1807845 h 2495550"/>
                <a:gd name="connsiteX5432" fmla="*/ 938498 w 3219450"/>
                <a:gd name="connsiteY5432" fmla="*/ 1809941 h 2495550"/>
                <a:gd name="connsiteX5433" fmla="*/ 939451 w 3219450"/>
                <a:gd name="connsiteY5433" fmla="*/ 1810226 h 2495550"/>
                <a:gd name="connsiteX5434" fmla="*/ 939927 w 3219450"/>
                <a:gd name="connsiteY5434" fmla="*/ 1810417 h 2495550"/>
                <a:gd name="connsiteX5435" fmla="*/ 940689 w 3219450"/>
                <a:gd name="connsiteY5435" fmla="*/ 1810512 h 2495550"/>
                <a:gd name="connsiteX5436" fmla="*/ 942594 w 3219450"/>
                <a:gd name="connsiteY5436" fmla="*/ 1810512 h 2495550"/>
                <a:gd name="connsiteX5437" fmla="*/ 944690 w 3219450"/>
                <a:gd name="connsiteY5437" fmla="*/ 1811369 h 2495550"/>
                <a:gd name="connsiteX5438" fmla="*/ 946880 w 3219450"/>
                <a:gd name="connsiteY5438" fmla="*/ 1811655 h 2495550"/>
                <a:gd name="connsiteX5439" fmla="*/ 948023 w 3219450"/>
                <a:gd name="connsiteY5439" fmla="*/ 1811941 h 2495550"/>
                <a:gd name="connsiteX5440" fmla="*/ 949166 w 3219450"/>
                <a:gd name="connsiteY5440" fmla="*/ 1812417 h 2495550"/>
                <a:gd name="connsiteX5441" fmla="*/ 950024 w 3219450"/>
                <a:gd name="connsiteY5441" fmla="*/ 1813084 h 2495550"/>
                <a:gd name="connsiteX5442" fmla="*/ 950786 w 3219450"/>
                <a:gd name="connsiteY5442" fmla="*/ 1814417 h 2495550"/>
                <a:gd name="connsiteX5443" fmla="*/ 950595 w 3219450"/>
                <a:gd name="connsiteY5443" fmla="*/ 1815560 h 2495550"/>
                <a:gd name="connsiteX5444" fmla="*/ 949928 w 3219450"/>
                <a:gd name="connsiteY5444" fmla="*/ 1816703 h 2495550"/>
                <a:gd name="connsiteX5445" fmla="*/ 949452 w 3219450"/>
                <a:gd name="connsiteY5445" fmla="*/ 1818132 h 2495550"/>
                <a:gd name="connsiteX5446" fmla="*/ 949357 w 3219450"/>
                <a:gd name="connsiteY5446" fmla="*/ 1819466 h 2495550"/>
                <a:gd name="connsiteX5447" fmla="*/ 949643 w 3219450"/>
                <a:gd name="connsiteY5447" fmla="*/ 1823656 h 2495550"/>
                <a:gd name="connsiteX5448" fmla="*/ 957072 w 3219450"/>
                <a:gd name="connsiteY5448" fmla="*/ 1823371 h 2495550"/>
                <a:gd name="connsiteX5449" fmla="*/ 959263 w 3219450"/>
                <a:gd name="connsiteY5449" fmla="*/ 1823942 h 2495550"/>
                <a:gd name="connsiteX5450" fmla="*/ 961073 w 3219450"/>
                <a:gd name="connsiteY5450" fmla="*/ 1825085 h 2495550"/>
                <a:gd name="connsiteX5451" fmla="*/ 961930 w 3219450"/>
                <a:gd name="connsiteY5451" fmla="*/ 1825371 h 2495550"/>
                <a:gd name="connsiteX5452" fmla="*/ 964216 w 3219450"/>
                <a:gd name="connsiteY5452" fmla="*/ 1825276 h 2495550"/>
                <a:gd name="connsiteX5453" fmla="*/ 966502 w 3219450"/>
                <a:gd name="connsiteY5453" fmla="*/ 1825657 h 2495550"/>
                <a:gd name="connsiteX5454" fmla="*/ 967740 w 3219450"/>
                <a:gd name="connsiteY5454" fmla="*/ 1825562 h 2495550"/>
                <a:gd name="connsiteX5455" fmla="*/ 969740 w 3219450"/>
                <a:gd name="connsiteY5455" fmla="*/ 1824704 h 2495550"/>
                <a:gd name="connsiteX5456" fmla="*/ 972788 w 3219450"/>
                <a:gd name="connsiteY5456" fmla="*/ 1821561 h 2495550"/>
                <a:gd name="connsiteX5457" fmla="*/ 974693 w 3219450"/>
                <a:gd name="connsiteY5457" fmla="*/ 1820609 h 2495550"/>
                <a:gd name="connsiteX5458" fmla="*/ 975741 w 3219450"/>
                <a:gd name="connsiteY5458" fmla="*/ 1820513 h 2495550"/>
                <a:gd name="connsiteX5459" fmla="*/ 980123 w 3219450"/>
                <a:gd name="connsiteY5459" fmla="*/ 1820894 h 2495550"/>
                <a:gd name="connsiteX5460" fmla="*/ 980694 w 3219450"/>
                <a:gd name="connsiteY5460" fmla="*/ 1820799 h 2495550"/>
                <a:gd name="connsiteX5461" fmla="*/ 981075 w 3219450"/>
                <a:gd name="connsiteY5461" fmla="*/ 1820609 h 2495550"/>
                <a:gd name="connsiteX5462" fmla="*/ 981361 w 3219450"/>
                <a:gd name="connsiteY5462" fmla="*/ 1819942 h 2495550"/>
                <a:gd name="connsiteX5463" fmla="*/ 981266 w 3219450"/>
                <a:gd name="connsiteY5463" fmla="*/ 1819370 h 2495550"/>
                <a:gd name="connsiteX5464" fmla="*/ 981075 w 3219450"/>
                <a:gd name="connsiteY5464" fmla="*/ 1818799 h 2495550"/>
                <a:gd name="connsiteX5465" fmla="*/ 981075 w 3219450"/>
                <a:gd name="connsiteY5465" fmla="*/ 1818227 h 2495550"/>
                <a:gd name="connsiteX5466" fmla="*/ 981647 w 3219450"/>
                <a:gd name="connsiteY5466" fmla="*/ 1817275 h 2495550"/>
                <a:gd name="connsiteX5467" fmla="*/ 982123 w 3219450"/>
                <a:gd name="connsiteY5467" fmla="*/ 1817465 h 2495550"/>
                <a:gd name="connsiteX5468" fmla="*/ 982599 w 3219450"/>
                <a:gd name="connsiteY5468" fmla="*/ 1818323 h 2495550"/>
                <a:gd name="connsiteX5469" fmla="*/ 983456 w 3219450"/>
                <a:gd name="connsiteY5469" fmla="*/ 1820513 h 2495550"/>
                <a:gd name="connsiteX5470" fmla="*/ 984123 w 3219450"/>
                <a:gd name="connsiteY5470" fmla="*/ 1821656 h 2495550"/>
                <a:gd name="connsiteX5471" fmla="*/ 984885 w 3219450"/>
                <a:gd name="connsiteY5471" fmla="*/ 1822037 h 2495550"/>
                <a:gd name="connsiteX5472" fmla="*/ 985552 w 3219450"/>
                <a:gd name="connsiteY5472" fmla="*/ 1820990 h 2495550"/>
                <a:gd name="connsiteX5473" fmla="*/ 986219 w 3219450"/>
                <a:gd name="connsiteY5473" fmla="*/ 1819275 h 2495550"/>
                <a:gd name="connsiteX5474" fmla="*/ 986504 w 3219450"/>
                <a:gd name="connsiteY5474" fmla="*/ 1819370 h 2495550"/>
                <a:gd name="connsiteX5475" fmla="*/ 986790 w 3219450"/>
                <a:gd name="connsiteY5475" fmla="*/ 1820323 h 2495550"/>
                <a:gd name="connsiteX5476" fmla="*/ 987362 w 3219450"/>
                <a:gd name="connsiteY5476" fmla="*/ 1821085 h 2495550"/>
                <a:gd name="connsiteX5477" fmla="*/ 988314 w 3219450"/>
                <a:gd name="connsiteY5477" fmla="*/ 1820990 h 2495550"/>
                <a:gd name="connsiteX5478" fmla="*/ 988695 w 3219450"/>
                <a:gd name="connsiteY5478" fmla="*/ 1819942 h 2495550"/>
                <a:gd name="connsiteX5479" fmla="*/ 988981 w 3219450"/>
                <a:gd name="connsiteY5479" fmla="*/ 1818704 h 2495550"/>
                <a:gd name="connsiteX5480" fmla="*/ 989552 w 3219450"/>
                <a:gd name="connsiteY5480" fmla="*/ 1817942 h 2495550"/>
                <a:gd name="connsiteX5481" fmla="*/ 990124 w 3219450"/>
                <a:gd name="connsiteY5481" fmla="*/ 1818037 h 2495550"/>
                <a:gd name="connsiteX5482" fmla="*/ 990791 w 3219450"/>
                <a:gd name="connsiteY5482" fmla="*/ 1819466 h 2495550"/>
                <a:gd name="connsiteX5483" fmla="*/ 991362 w 3219450"/>
                <a:gd name="connsiteY5483" fmla="*/ 1819942 h 2495550"/>
                <a:gd name="connsiteX5484" fmla="*/ 991934 w 3219450"/>
                <a:gd name="connsiteY5484" fmla="*/ 1819847 h 2495550"/>
                <a:gd name="connsiteX5485" fmla="*/ 993839 w 3219450"/>
                <a:gd name="connsiteY5485" fmla="*/ 1818513 h 2495550"/>
                <a:gd name="connsiteX5486" fmla="*/ 996410 w 3219450"/>
                <a:gd name="connsiteY5486" fmla="*/ 1817751 h 2495550"/>
                <a:gd name="connsiteX5487" fmla="*/ 997172 w 3219450"/>
                <a:gd name="connsiteY5487" fmla="*/ 1817180 h 2495550"/>
                <a:gd name="connsiteX5488" fmla="*/ 998601 w 3219450"/>
                <a:gd name="connsiteY5488" fmla="*/ 1815656 h 2495550"/>
                <a:gd name="connsiteX5489" fmla="*/ 999268 w 3219450"/>
                <a:gd name="connsiteY5489" fmla="*/ 1815275 h 2495550"/>
                <a:gd name="connsiteX5490" fmla="*/ 1000506 w 3219450"/>
                <a:gd name="connsiteY5490" fmla="*/ 1815084 h 2495550"/>
                <a:gd name="connsiteX5491" fmla="*/ 1001935 w 3219450"/>
                <a:gd name="connsiteY5491" fmla="*/ 1814417 h 2495550"/>
                <a:gd name="connsiteX5492" fmla="*/ 1003745 w 3219450"/>
                <a:gd name="connsiteY5492" fmla="*/ 1812989 h 2495550"/>
                <a:gd name="connsiteX5493" fmla="*/ 1005078 w 3219450"/>
                <a:gd name="connsiteY5493" fmla="*/ 1811274 h 2495550"/>
                <a:gd name="connsiteX5494" fmla="*/ 1005269 w 3219450"/>
                <a:gd name="connsiteY5494" fmla="*/ 1809655 h 2495550"/>
                <a:gd name="connsiteX5495" fmla="*/ 1005269 w 3219450"/>
                <a:gd name="connsiteY5495" fmla="*/ 1809655 h 2495550"/>
                <a:gd name="connsiteX5496" fmla="*/ 1005269 w 3219450"/>
                <a:gd name="connsiteY5496" fmla="*/ 1809655 h 2495550"/>
                <a:gd name="connsiteX5497" fmla="*/ 1005269 w 3219450"/>
                <a:gd name="connsiteY5497" fmla="*/ 1809655 h 2495550"/>
                <a:gd name="connsiteX5498" fmla="*/ 1005840 w 3219450"/>
                <a:gd name="connsiteY5498" fmla="*/ 1807845 h 2495550"/>
                <a:gd name="connsiteX5499" fmla="*/ 1005840 w 3219450"/>
                <a:gd name="connsiteY5499" fmla="*/ 1807083 h 2495550"/>
                <a:gd name="connsiteX5500" fmla="*/ 1005173 w 3219450"/>
                <a:gd name="connsiteY5500" fmla="*/ 1806416 h 2495550"/>
                <a:gd name="connsiteX5501" fmla="*/ 1003364 w 3219450"/>
                <a:gd name="connsiteY5501" fmla="*/ 1806226 h 2495550"/>
                <a:gd name="connsiteX5502" fmla="*/ 1002602 w 3219450"/>
                <a:gd name="connsiteY5502" fmla="*/ 1805940 h 2495550"/>
                <a:gd name="connsiteX5503" fmla="*/ 1002506 w 3219450"/>
                <a:gd name="connsiteY5503" fmla="*/ 1805083 h 2495550"/>
                <a:gd name="connsiteX5504" fmla="*/ 1003459 w 3219450"/>
                <a:gd name="connsiteY5504" fmla="*/ 1803083 h 2495550"/>
                <a:gd name="connsiteX5505" fmla="*/ 1004697 w 3219450"/>
                <a:gd name="connsiteY5505" fmla="*/ 1801463 h 2495550"/>
                <a:gd name="connsiteX5506" fmla="*/ 1006221 w 3219450"/>
                <a:gd name="connsiteY5506" fmla="*/ 1800130 h 2495550"/>
                <a:gd name="connsiteX5507" fmla="*/ 1009460 w 3219450"/>
                <a:gd name="connsiteY5507" fmla="*/ 1797939 h 2495550"/>
                <a:gd name="connsiteX5508" fmla="*/ 1009936 w 3219450"/>
                <a:gd name="connsiteY5508" fmla="*/ 1797749 h 2495550"/>
                <a:gd name="connsiteX5509" fmla="*/ 1010126 w 3219450"/>
                <a:gd name="connsiteY5509" fmla="*/ 1798034 h 2495550"/>
                <a:gd name="connsiteX5510" fmla="*/ 1010222 w 3219450"/>
                <a:gd name="connsiteY5510" fmla="*/ 1798511 h 2495550"/>
                <a:gd name="connsiteX5511" fmla="*/ 1010507 w 3219450"/>
                <a:gd name="connsiteY5511" fmla="*/ 1798796 h 2495550"/>
                <a:gd name="connsiteX5512" fmla="*/ 1011269 w 3219450"/>
                <a:gd name="connsiteY5512" fmla="*/ 1798892 h 2495550"/>
                <a:gd name="connsiteX5513" fmla="*/ 1012031 w 3219450"/>
                <a:gd name="connsiteY5513" fmla="*/ 1798796 h 2495550"/>
                <a:gd name="connsiteX5514" fmla="*/ 1012793 w 3219450"/>
                <a:gd name="connsiteY5514" fmla="*/ 1798511 h 2495550"/>
                <a:gd name="connsiteX5515" fmla="*/ 1013651 w 3219450"/>
                <a:gd name="connsiteY5515" fmla="*/ 1798034 h 2495550"/>
                <a:gd name="connsiteX5516" fmla="*/ 1014413 w 3219450"/>
                <a:gd name="connsiteY5516" fmla="*/ 1797272 h 2495550"/>
                <a:gd name="connsiteX5517" fmla="*/ 1015651 w 3219450"/>
                <a:gd name="connsiteY5517" fmla="*/ 1795463 h 2495550"/>
                <a:gd name="connsiteX5518" fmla="*/ 1016413 w 3219450"/>
                <a:gd name="connsiteY5518" fmla="*/ 1794605 h 2495550"/>
                <a:gd name="connsiteX5519" fmla="*/ 1017365 w 3219450"/>
                <a:gd name="connsiteY5519" fmla="*/ 1794034 h 2495550"/>
                <a:gd name="connsiteX5520" fmla="*/ 1019366 w 3219450"/>
                <a:gd name="connsiteY5520" fmla="*/ 1793367 h 2495550"/>
                <a:gd name="connsiteX5521" fmla="*/ 1020128 w 3219450"/>
                <a:gd name="connsiteY5521" fmla="*/ 1792605 h 2495550"/>
                <a:gd name="connsiteX5522" fmla="*/ 1021461 w 3219450"/>
                <a:gd name="connsiteY5522" fmla="*/ 1791081 h 2495550"/>
                <a:gd name="connsiteX5523" fmla="*/ 1026319 w 3219450"/>
                <a:gd name="connsiteY5523" fmla="*/ 1787652 h 2495550"/>
                <a:gd name="connsiteX5524" fmla="*/ 1027557 w 3219450"/>
                <a:gd name="connsiteY5524" fmla="*/ 1786223 h 2495550"/>
                <a:gd name="connsiteX5525" fmla="*/ 1028605 w 3219450"/>
                <a:gd name="connsiteY5525" fmla="*/ 1784223 h 2495550"/>
                <a:gd name="connsiteX5526" fmla="*/ 1029272 w 3219450"/>
                <a:gd name="connsiteY5526" fmla="*/ 1782032 h 2495550"/>
                <a:gd name="connsiteX5527" fmla="*/ 1029557 w 3219450"/>
                <a:gd name="connsiteY5527" fmla="*/ 1780032 h 2495550"/>
                <a:gd name="connsiteX5528" fmla="*/ 1031272 w 3219450"/>
                <a:gd name="connsiteY5528" fmla="*/ 1778603 h 2495550"/>
                <a:gd name="connsiteX5529" fmla="*/ 1032986 w 3219450"/>
                <a:gd name="connsiteY5529" fmla="*/ 1777175 h 2495550"/>
                <a:gd name="connsiteX5530" fmla="*/ 1035272 w 3219450"/>
                <a:gd name="connsiteY5530" fmla="*/ 1775936 h 2495550"/>
                <a:gd name="connsiteX5531" fmla="*/ 1038035 w 3219450"/>
                <a:gd name="connsiteY5531" fmla="*/ 1773460 h 2495550"/>
                <a:gd name="connsiteX5532" fmla="*/ 1040035 w 3219450"/>
                <a:gd name="connsiteY5532" fmla="*/ 1772222 h 2495550"/>
                <a:gd name="connsiteX5533" fmla="*/ 1044797 w 3219450"/>
                <a:gd name="connsiteY5533" fmla="*/ 1769364 h 2495550"/>
                <a:gd name="connsiteX5534" fmla="*/ 1050322 w 3219450"/>
                <a:gd name="connsiteY5534" fmla="*/ 1768983 h 2495550"/>
                <a:gd name="connsiteX5535" fmla="*/ 1053275 w 3219450"/>
                <a:gd name="connsiteY5535" fmla="*/ 1769364 h 2495550"/>
                <a:gd name="connsiteX5536" fmla="*/ 1054227 w 3219450"/>
                <a:gd name="connsiteY5536" fmla="*/ 1769364 h 2495550"/>
                <a:gd name="connsiteX5537" fmla="*/ 1055180 w 3219450"/>
                <a:gd name="connsiteY5537" fmla="*/ 1768888 h 2495550"/>
                <a:gd name="connsiteX5538" fmla="*/ 1056037 w 3219450"/>
                <a:gd name="connsiteY5538" fmla="*/ 1768126 h 2495550"/>
                <a:gd name="connsiteX5539" fmla="*/ 1056799 w 3219450"/>
                <a:gd name="connsiteY5539" fmla="*/ 1767554 h 2495550"/>
                <a:gd name="connsiteX5540" fmla="*/ 1057561 w 3219450"/>
                <a:gd name="connsiteY5540" fmla="*/ 1767745 h 2495550"/>
                <a:gd name="connsiteX5541" fmla="*/ 1058418 w 3219450"/>
                <a:gd name="connsiteY5541" fmla="*/ 1768221 h 2495550"/>
                <a:gd name="connsiteX5542" fmla="*/ 1059276 w 3219450"/>
                <a:gd name="connsiteY5542" fmla="*/ 1767935 h 2495550"/>
                <a:gd name="connsiteX5543" fmla="*/ 1062895 w 3219450"/>
                <a:gd name="connsiteY5543" fmla="*/ 1764697 h 2495550"/>
                <a:gd name="connsiteX5544" fmla="*/ 1063752 w 3219450"/>
                <a:gd name="connsiteY5544" fmla="*/ 1764221 h 2495550"/>
                <a:gd name="connsiteX5545" fmla="*/ 1066800 w 3219450"/>
                <a:gd name="connsiteY5545" fmla="*/ 1763268 h 2495550"/>
                <a:gd name="connsiteX5546" fmla="*/ 1067181 w 3219450"/>
                <a:gd name="connsiteY5546" fmla="*/ 1762887 h 2495550"/>
                <a:gd name="connsiteX5547" fmla="*/ 1067372 w 3219450"/>
                <a:gd name="connsiteY5547" fmla="*/ 1762220 h 2495550"/>
                <a:gd name="connsiteX5548" fmla="*/ 1067943 w 3219450"/>
                <a:gd name="connsiteY5548" fmla="*/ 1762030 h 2495550"/>
                <a:gd name="connsiteX5549" fmla="*/ 1068610 w 3219450"/>
                <a:gd name="connsiteY5549" fmla="*/ 1762030 h 2495550"/>
                <a:gd name="connsiteX5550" fmla="*/ 1069086 w 3219450"/>
                <a:gd name="connsiteY5550" fmla="*/ 1761839 h 2495550"/>
                <a:gd name="connsiteX5551" fmla="*/ 1069277 w 3219450"/>
                <a:gd name="connsiteY5551" fmla="*/ 1761363 h 2495550"/>
                <a:gd name="connsiteX5552" fmla="*/ 1069181 w 3219450"/>
                <a:gd name="connsiteY5552" fmla="*/ 1760982 h 2495550"/>
                <a:gd name="connsiteX5553" fmla="*/ 1068991 w 3219450"/>
                <a:gd name="connsiteY5553" fmla="*/ 1760601 h 2495550"/>
                <a:gd name="connsiteX5554" fmla="*/ 1068991 w 3219450"/>
                <a:gd name="connsiteY5554" fmla="*/ 1760125 h 2495550"/>
                <a:gd name="connsiteX5555" fmla="*/ 1069562 w 3219450"/>
                <a:gd name="connsiteY5555" fmla="*/ 1759649 h 2495550"/>
                <a:gd name="connsiteX5556" fmla="*/ 1070610 w 3219450"/>
                <a:gd name="connsiteY5556" fmla="*/ 1759458 h 2495550"/>
                <a:gd name="connsiteX5557" fmla="*/ 1071753 w 3219450"/>
                <a:gd name="connsiteY5557" fmla="*/ 1759458 h 2495550"/>
                <a:gd name="connsiteX5558" fmla="*/ 1072515 w 3219450"/>
                <a:gd name="connsiteY5558" fmla="*/ 1759553 h 2495550"/>
                <a:gd name="connsiteX5559" fmla="*/ 1073372 w 3219450"/>
                <a:gd name="connsiteY5559" fmla="*/ 1758982 h 2495550"/>
                <a:gd name="connsiteX5560" fmla="*/ 1074420 w 3219450"/>
                <a:gd name="connsiteY5560" fmla="*/ 1758506 h 2495550"/>
                <a:gd name="connsiteX5561" fmla="*/ 1075182 w 3219450"/>
                <a:gd name="connsiteY5561" fmla="*/ 1757839 h 2495550"/>
                <a:gd name="connsiteX5562" fmla="*/ 1077944 w 3219450"/>
                <a:gd name="connsiteY5562" fmla="*/ 1756696 h 2495550"/>
                <a:gd name="connsiteX5563" fmla="*/ 1080897 w 3219450"/>
                <a:gd name="connsiteY5563" fmla="*/ 1755839 h 2495550"/>
                <a:gd name="connsiteX5564" fmla="*/ 1082897 w 3219450"/>
                <a:gd name="connsiteY5564" fmla="*/ 1753934 h 2495550"/>
                <a:gd name="connsiteX5565" fmla="*/ 1086898 w 3219450"/>
                <a:gd name="connsiteY5565" fmla="*/ 1753743 h 2495550"/>
                <a:gd name="connsiteX5566" fmla="*/ 1089089 w 3219450"/>
                <a:gd name="connsiteY5566" fmla="*/ 1751076 h 2495550"/>
                <a:gd name="connsiteX5567" fmla="*/ 1092041 w 3219450"/>
                <a:gd name="connsiteY5567" fmla="*/ 1748219 h 2495550"/>
                <a:gd name="connsiteX5568" fmla="*/ 1090041 w 3219450"/>
                <a:gd name="connsiteY5568" fmla="*/ 1746123 h 2495550"/>
                <a:gd name="connsiteX5569" fmla="*/ 1088041 w 3219450"/>
                <a:gd name="connsiteY5569" fmla="*/ 1743837 h 2495550"/>
                <a:gd name="connsiteX5570" fmla="*/ 1088898 w 3219450"/>
                <a:gd name="connsiteY5570" fmla="*/ 1740789 h 2495550"/>
                <a:gd name="connsiteX5571" fmla="*/ 1090803 w 3219450"/>
                <a:gd name="connsiteY5571" fmla="*/ 1740884 h 2495550"/>
                <a:gd name="connsiteX5572" fmla="*/ 1091470 w 3219450"/>
                <a:gd name="connsiteY5572" fmla="*/ 1740694 h 2495550"/>
                <a:gd name="connsiteX5573" fmla="*/ 1092041 w 3219450"/>
                <a:gd name="connsiteY5573" fmla="*/ 1740122 h 2495550"/>
                <a:gd name="connsiteX5574" fmla="*/ 1092899 w 3219450"/>
                <a:gd name="connsiteY5574" fmla="*/ 1738503 h 2495550"/>
                <a:gd name="connsiteX5575" fmla="*/ 1093470 w 3219450"/>
                <a:gd name="connsiteY5575" fmla="*/ 1737836 h 2495550"/>
                <a:gd name="connsiteX5576" fmla="*/ 1094708 w 3219450"/>
                <a:gd name="connsiteY5576" fmla="*/ 1737170 h 2495550"/>
                <a:gd name="connsiteX5577" fmla="*/ 1096042 w 3219450"/>
                <a:gd name="connsiteY5577" fmla="*/ 1736979 h 2495550"/>
                <a:gd name="connsiteX5578" fmla="*/ 1098804 w 3219450"/>
                <a:gd name="connsiteY5578" fmla="*/ 1736979 h 2495550"/>
                <a:gd name="connsiteX5579" fmla="*/ 1100043 w 3219450"/>
                <a:gd name="connsiteY5579" fmla="*/ 1736693 h 2495550"/>
                <a:gd name="connsiteX5580" fmla="*/ 1100900 w 3219450"/>
                <a:gd name="connsiteY5580" fmla="*/ 1736312 h 2495550"/>
                <a:gd name="connsiteX5581" fmla="*/ 1101662 w 3219450"/>
                <a:gd name="connsiteY5581" fmla="*/ 1735741 h 2495550"/>
                <a:gd name="connsiteX5582" fmla="*/ 1104519 w 3219450"/>
                <a:gd name="connsiteY5582" fmla="*/ 1731455 h 2495550"/>
                <a:gd name="connsiteX5583" fmla="*/ 1105472 w 3219450"/>
                <a:gd name="connsiteY5583" fmla="*/ 1730597 h 2495550"/>
                <a:gd name="connsiteX5584" fmla="*/ 1107091 w 3219450"/>
                <a:gd name="connsiteY5584" fmla="*/ 1730407 h 2495550"/>
                <a:gd name="connsiteX5585" fmla="*/ 1109091 w 3219450"/>
                <a:gd name="connsiteY5585" fmla="*/ 1731169 h 2495550"/>
                <a:gd name="connsiteX5586" fmla="*/ 1110996 w 3219450"/>
                <a:gd name="connsiteY5586" fmla="*/ 1732502 h 2495550"/>
                <a:gd name="connsiteX5587" fmla="*/ 1113758 w 3219450"/>
                <a:gd name="connsiteY5587" fmla="*/ 1735741 h 2495550"/>
                <a:gd name="connsiteX5588" fmla="*/ 1114330 w 3219450"/>
                <a:gd name="connsiteY5588" fmla="*/ 1736789 h 2495550"/>
                <a:gd name="connsiteX5589" fmla="*/ 1114044 w 3219450"/>
                <a:gd name="connsiteY5589" fmla="*/ 1739170 h 2495550"/>
                <a:gd name="connsiteX5590" fmla="*/ 1114806 w 3219450"/>
                <a:gd name="connsiteY5590" fmla="*/ 1739646 h 2495550"/>
                <a:gd name="connsiteX5591" fmla="*/ 1115949 w 3219450"/>
                <a:gd name="connsiteY5591" fmla="*/ 1739646 h 2495550"/>
                <a:gd name="connsiteX5592" fmla="*/ 1116806 w 3219450"/>
                <a:gd name="connsiteY5592" fmla="*/ 1739456 h 2495550"/>
                <a:gd name="connsiteX5593" fmla="*/ 1118807 w 3219450"/>
                <a:gd name="connsiteY5593" fmla="*/ 1739360 h 2495550"/>
                <a:gd name="connsiteX5594" fmla="*/ 1120807 w 3219450"/>
                <a:gd name="connsiteY5594" fmla="*/ 1739932 h 2495550"/>
                <a:gd name="connsiteX5595" fmla="*/ 1124712 w 3219450"/>
                <a:gd name="connsiteY5595" fmla="*/ 1741742 h 2495550"/>
                <a:gd name="connsiteX5596" fmla="*/ 1125855 w 3219450"/>
                <a:gd name="connsiteY5596" fmla="*/ 1742123 h 2495550"/>
                <a:gd name="connsiteX5597" fmla="*/ 1125474 w 3219450"/>
                <a:gd name="connsiteY5597" fmla="*/ 1741551 h 2495550"/>
                <a:gd name="connsiteX5598" fmla="*/ 1124617 w 3219450"/>
                <a:gd name="connsiteY5598" fmla="*/ 1740503 h 2495550"/>
                <a:gd name="connsiteX5599" fmla="*/ 1124045 w 3219450"/>
                <a:gd name="connsiteY5599" fmla="*/ 1739360 h 2495550"/>
                <a:gd name="connsiteX5600" fmla="*/ 1124998 w 3219450"/>
                <a:gd name="connsiteY5600" fmla="*/ 1739932 h 2495550"/>
                <a:gd name="connsiteX5601" fmla="*/ 1125855 w 3219450"/>
                <a:gd name="connsiteY5601" fmla="*/ 1740313 h 2495550"/>
                <a:gd name="connsiteX5602" fmla="*/ 1128903 w 3219450"/>
                <a:gd name="connsiteY5602" fmla="*/ 1741075 h 2495550"/>
                <a:gd name="connsiteX5603" fmla="*/ 1131570 w 3219450"/>
                <a:gd name="connsiteY5603" fmla="*/ 1742694 h 2495550"/>
                <a:gd name="connsiteX5604" fmla="*/ 1132523 w 3219450"/>
                <a:gd name="connsiteY5604" fmla="*/ 1743075 h 2495550"/>
                <a:gd name="connsiteX5605" fmla="*/ 1136428 w 3219450"/>
                <a:gd name="connsiteY5605" fmla="*/ 1743742 h 2495550"/>
                <a:gd name="connsiteX5606" fmla="*/ 1136809 w 3219450"/>
                <a:gd name="connsiteY5606" fmla="*/ 1743932 h 2495550"/>
                <a:gd name="connsiteX5607" fmla="*/ 1137190 w 3219450"/>
                <a:gd name="connsiteY5607" fmla="*/ 1744218 h 2495550"/>
                <a:gd name="connsiteX5608" fmla="*/ 1137476 w 3219450"/>
                <a:gd name="connsiteY5608" fmla="*/ 1744694 h 2495550"/>
                <a:gd name="connsiteX5609" fmla="*/ 1137571 w 3219450"/>
                <a:gd name="connsiteY5609" fmla="*/ 1745266 h 2495550"/>
                <a:gd name="connsiteX5610" fmla="*/ 1137666 w 3219450"/>
                <a:gd name="connsiteY5610" fmla="*/ 1745742 h 2495550"/>
                <a:gd name="connsiteX5611" fmla="*/ 1138143 w 3219450"/>
                <a:gd name="connsiteY5611" fmla="*/ 1746123 h 2495550"/>
                <a:gd name="connsiteX5612" fmla="*/ 1141095 w 3219450"/>
                <a:gd name="connsiteY5612" fmla="*/ 1746504 h 2495550"/>
                <a:gd name="connsiteX5613" fmla="*/ 1140714 w 3219450"/>
                <a:gd name="connsiteY5613" fmla="*/ 1742885 h 2495550"/>
                <a:gd name="connsiteX5614" fmla="*/ 1142429 w 3219450"/>
                <a:gd name="connsiteY5614" fmla="*/ 1741456 h 2495550"/>
                <a:gd name="connsiteX5615" fmla="*/ 1145858 w 3219450"/>
                <a:gd name="connsiteY5615" fmla="*/ 1741265 h 2495550"/>
                <a:gd name="connsiteX5616" fmla="*/ 1147858 w 3219450"/>
                <a:gd name="connsiteY5616" fmla="*/ 1741837 h 2495550"/>
                <a:gd name="connsiteX5617" fmla="*/ 1148620 w 3219450"/>
                <a:gd name="connsiteY5617" fmla="*/ 1738979 h 2495550"/>
                <a:gd name="connsiteX5618" fmla="*/ 1149668 w 3219450"/>
                <a:gd name="connsiteY5618" fmla="*/ 1738408 h 2495550"/>
                <a:gd name="connsiteX5619" fmla="*/ 1149858 w 3219450"/>
                <a:gd name="connsiteY5619" fmla="*/ 1740694 h 2495550"/>
                <a:gd name="connsiteX5620" fmla="*/ 1150811 w 3219450"/>
                <a:gd name="connsiteY5620" fmla="*/ 1742218 h 2495550"/>
                <a:gd name="connsiteX5621" fmla="*/ 1151287 w 3219450"/>
                <a:gd name="connsiteY5621" fmla="*/ 1741361 h 2495550"/>
                <a:gd name="connsiteX5622" fmla="*/ 1153192 w 3219450"/>
                <a:gd name="connsiteY5622" fmla="*/ 1741646 h 2495550"/>
                <a:gd name="connsiteX5623" fmla="*/ 1153763 w 3219450"/>
                <a:gd name="connsiteY5623" fmla="*/ 1741265 h 2495550"/>
                <a:gd name="connsiteX5624" fmla="*/ 1153859 w 3219450"/>
                <a:gd name="connsiteY5624" fmla="*/ 1739837 h 2495550"/>
                <a:gd name="connsiteX5625" fmla="*/ 1153287 w 3219450"/>
                <a:gd name="connsiteY5625" fmla="*/ 1737646 h 2495550"/>
                <a:gd name="connsiteX5626" fmla="*/ 1153478 w 3219450"/>
                <a:gd name="connsiteY5626" fmla="*/ 1736979 h 2495550"/>
                <a:gd name="connsiteX5627" fmla="*/ 1155287 w 3219450"/>
                <a:gd name="connsiteY5627" fmla="*/ 1736789 h 2495550"/>
                <a:gd name="connsiteX5628" fmla="*/ 1155383 w 3219450"/>
                <a:gd name="connsiteY5628" fmla="*/ 1736312 h 2495550"/>
                <a:gd name="connsiteX5629" fmla="*/ 1155287 w 3219450"/>
                <a:gd name="connsiteY5629" fmla="*/ 1735741 h 2495550"/>
                <a:gd name="connsiteX5630" fmla="*/ 1155478 w 3219450"/>
                <a:gd name="connsiteY5630" fmla="*/ 1735169 h 2495550"/>
                <a:gd name="connsiteX5631" fmla="*/ 1156049 w 3219450"/>
                <a:gd name="connsiteY5631" fmla="*/ 1734788 h 2495550"/>
                <a:gd name="connsiteX5632" fmla="*/ 1156526 w 3219450"/>
                <a:gd name="connsiteY5632" fmla="*/ 1734693 h 2495550"/>
                <a:gd name="connsiteX5633" fmla="*/ 1157002 w 3219450"/>
                <a:gd name="connsiteY5633" fmla="*/ 1734693 h 2495550"/>
                <a:gd name="connsiteX5634" fmla="*/ 1157573 w 3219450"/>
                <a:gd name="connsiteY5634" fmla="*/ 1734598 h 2495550"/>
                <a:gd name="connsiteX5635" fmla="*/ 1160431 w 3219450"/>
                <a:gd name="connsiteY5635" fmla="*/ 1735836 h 2495550"/>
                <a:gd name="connsiteX5636" fmla="*/ 1164146 w 3219450"/>
                <a:gd name="connsiteY5636" fmla="*/ 1736408 h 2495550"/>
                <a:gd name="connsiteX5637" fmla="*/ 1165765 w 3219450"/>
                <a:gd name="connsiteY5637" fmla="*/ 1733074 h 2495550"/>
                <a:gd name="connsiteX5638" fmla="*/ 1165670 w 3219450"/>
                <a:gd name="connsiteY5638" fmla="*/ 1729073 h 2495550"/>
                <a:gd name="connsiteX5639" fmla="*/ 1167289 w 3219450"/>
                <a:gd name="connsiteY5639" fmla="*/ 1728788 h 2495550"/>
                <a:gd name="connsiteX5640" fmla="*/ 1168337 w 3219450"/>
                <a:gd name="connsiteY5640" fmla="*/ 1728311 h 2495550"/>
                <a:gd name="connsiteX5641" fmla="*/ 1171861 w 3219450"/>
                <a:gd name="connsiteY5641" fmla="*/ 1730026 h 2495550"/>
                <a:gd name="connsiteX5642" fmla="*/ 1176623 w 3219450"/>
                <a:gd name="connsiteY5642" fmla="*/ 1727930 h 2495550"/>
                <a:gd name="connsiteX5643" fmla="*/ 1179767 w 3219450"/>
                <a:gd name="connsiteY5643" fmla="*/ 1727645 h 2495550"/>
                <a:gd name="connsiteX5644" fmla="*/ 1182910 w 3219450"/>
                <a:gd name="connsiteY5644" fmla="*/ 1727359 h 2495550"/>
                <a:gd name="connsiteX5645" fmla="*/ 1186434 w 3219450"/>
                <a:gd name="connsiteY5645" fmla="*/ 1727454 h 2495550"/>
                <a:gd name="connsiteX5646" fmla="*/ 1186910 w 3219450"/>
                <a:gd name="connsiteY5646" fmla="*/ 1728311 h 2495550"/>
                <a:gd name="connsiteX5647" fmla="*/ 1187672 w 3219450"/>
                <a:gd name="connsiteY5647" fmla="*/ 1731359 h 2495550"/>
                <a:gd name="connsiteX5648" fmla="*/ 1188244 w 3219450"/>
                <a:gd name="connsiteY5648" fmla="*/ 1732407 h 2495550"/>
                <a:gd name="connsiteX5649" fmla="*/ 1189768 w 3219450"/>
                <a:gd name="connsiteY5649" fmla="*/ 1734217 h 2495550"/>
                <a:gd name="connsiteX5650" fmla="*/ 1191292 w 3219450"/>
                <a:gd name="connsiteY5650" fmla="*/ 1735169 h 2495550"/>
                <a:gd name="connsiteX5651" fmla="*/ 1193006 w 3219450"/>
                <a:gd name="connsiteY5651" fmla="*/ 1735169 h 2495550"/>
                <a:gd name="connsiteX5652" fmla="*/ 1194911 w 3219450"/>
                <a:gd name="connsiteY5652" fmla="*/ 1734026 h 2495550"/>
                <a:gd name="connsiteX5653" fmla="*/ 1195959 w 3219450"/>
                <a:gd name="connsiteY5653" fmla="*/ 1733169 h 2495550"/>
                <a:gd name="connsiteX5654" fmla="*/ 1196721 w 3219450"/>
                <a:gd name="connsiteY5654" fmla="*/ 1732883 h 2495550"/>
                <a:gd name="connsiteX5655" fmla="*/ 1197388 w 3219450"/>
                <a:gd name="connsiteY5655" fmla="*/ 1733169 h 2495550"/>
                <a:gd name="connsiteX5656" fmla="*/ 1198245 w 3219450"/>
                <a:gd name="connsiteY5656" fmla="*/ 1734217 h 2495550"/>
                <a:gd name="connsiteX5657" fmla="*/ 1198245 w 3219450"/>
                <a:gd name="connsiteY5657" fmla="*/ 1734979 h 2495550"/>
                <a:gd name="connsiteX5658" fmla="*/ 1196912 w 3219450"/>
                <a:gd name="connsiteY5658" fmla="*/ 1736979 h 2495550"/>
                <a:gd name="connsiteX5659" fmla="*/ 1196150 w 3219450"/>
                <a:gd name="connsiteY5659" fmla="*/ 1738789 h 2495550"/>
                <a:gd name="connsiteX5660" fmla="*/ 1195578 w 3219450"/>
                <a:gd name="connsiteY5660" fmla="*/ 1739265 h 2495550"/>
                <a:gd name="connsiteX5661" fmla="*/ 1189958 w 3219450"/>
                <a:gd name="connsiteY5661" fmla="*/ 1740789 h 2495550"/>
                <a:gd name="connsiteX5662" fmla="*/ 1189101 w 3219450"/>
                <a:gd name="connsiteY5662" fmla="*/ 1741361 h 2495550"/>
                <a:gd name="connsiteX5663" fmla="*/ 1188530 w 3219450"/>
                <a:gd name="connsiteY5663" fmla="*/ 1742123 h 2495550"/>
                <a:gd name="connsiteX5664" fmla="*/ 1188053 w 3219450"/>
                <a:gd name="connsiteY5664" fmla="*/ 1742980 h 2495550"/>
                <a:gd name="connsiteX5665" fmla="*/ 1189196 w 3219450"/>
                <a:gd name="connsiteY5665" fmla="*/ 1747933 h 2495550"/>
                <a:gd name="connsiteX5666" fmla="*/ 1193673 w 3219450"/>
                <a:gd name="connsiteY5666" fmla="*/ 1744885 h 2495550"/>
                <a:gd name="connsiteX5667" fmla="*/ 1197388 w 3219450"/>
                <a:gd name="connsiteY5667" fmla="*/ 1743647 h 2495550"/>
                <a:gd name="connsiteX5668" fmla="*/ 1198150 w 3219450"/>
                <a:gd name="connsiteY5668" fmla="*/ 1747266 h 2495550"/>
                <a:gd name="connsiteX5669" fmla="*/ 1202912 w 3219450"/>
                <a:gd name="connsiteY5669" fmla="*/ 1749743 h 2495550"/>
                <a:gd name="connsiteX5670" fmla="*/ 1202531 w 3219450"/>
                <a:gd name="connsiteY5670" fmla="*/ 1750505 h 2495550"/>
                <a:gd name="connsiteX5671" fmla="*/ 1202531 w 3219450"/>
                <a:gd name="connsiteY5671" fmla="*/ 1751171 h 2495550"/>
                <a:gd name="connsiteX5672" fmla="*/ 1202912 w 3219450"/>
                <a:gd name="connsiteY5672" fmla="*/ 1751552 h 2495550"/>
                <a:gd name="connsiteX5673" fmla="*/ 1203674 w 3219450"/>
                <a:gd name="connsiteY5673" fmla="*/ 1751648 h 2495550"/>
                <a:gd name="connsiteX5674" fmla="*/ 1204627 w 3219450"/>
                <a:gd name="connsiteY5674" fmla="*/ 1752505 h 2495550"/>
                <a:gd name="connsiteX5675" fmla="*/ 1205103 w 3219450"/>
                <a:gd name="connsiteY5675" fmla="*/ 1753648 h 2495550"/>
                <a:gd name="connsiteX5676" fmla="*/ 1205675 w 3219450"/>
                <a:gd name="connsiteY5676" fmla="*/ 1756220 h 2495550"/>
                <a:gd name="connsiteX5677" fmla="*/ 1206341 w 3219450"/>
                <a:gd name="connsiteY5677" fmla="*/ 1757458 h 2495550"/>
                <a:gd name="connsiteX5678" fmla="*/ 1209104 w 3219450"/>
                <a:gd name="connsiteY5678" fmla="*/ 1760792 h 2495550"/>
                <a:gd name="connsiteX5679" fmla="*/ 1209961 w 3219450"/>
                <a:gd name="connsiteY5679" fmla="*/ 1763840 h 2495550"/>
                <a:gd name="connsiteX5680" fmla="*/ 1210247 w 3219450"/>
                <a:gd name="connsiteY5680" fmla="*/ 1766697 h 2495550"/>
                <a:gd name="connsiteX5681" fmla="*/ 1205198 w 3219450"/>
                <a:gd name="connsiteY5681" fmla="*/ 1770602 h 2495550"/>
                <a:gd name="connsiteX5682" fmla="*/ 1201674 w 3219450"/>
                <a:gd name="connsiteY5682" fmla="*/ 1772602 h 2495550"/>
                <a:gd name="connsiteX5683" fmla="*/ 1203389 w 3219450"/>
                <a:gd name="connsiteY5683" fmla="*/ 1775460 h 2495550"/>
                <a:gd name="connsiteX5684" fmla="*/ 1201293 w 3219450"/>
                <a:gd name="connsiteY5684" fmla="*/ 1778127 h 2495550"/>
                <a:gd name="connsiteX5685" fmla="*/ 1203103 w 3219450"/>
                <a:gd name="connsiteY5685" fmla="*/ 1779937 h 2495550"/>
                <a:gd name="connsiteX5686" fmla="*/ 1204818 w 3219450"/>
                <a:gd name="connsiteY5686" fmla="*/ 1783937 h 2495550"/>
                <a:gd name="connsiteX5687" fmla="*/ 1205675 w 3219450"/>
                <a:gd name="connsiteY5687" fmla="*/ 1783461 h 2495550"/>
                <a:gd name="connsiteX5688" fmla="*/ 1205960 w 3219450"/>
                <a:gd name="connsiteY5688" fmla="*/ 1779937 h 2495550"/>
                <a:gd name="connsiteX5689" fmla="*/ 1206532 w 3219450"/>
                <a:gd name="connsiteY5689" fmla="*/ 1777270 h 2495550"/>
                <a:gd name="connsiteX5690" fmla="*/ 1208151 w 3219450"/>
                <a:gd name="connsiteY5690" fmla="*/ 1774222 h 2495550"/>
                <a:gd name="connsiteX5691" fmla="*/ 1211104 w 3219450"/>
                <a:gd name="connsiteY5691" fmla="*/ 1772698 h 2495550"/>
                <a:gd name="connsiteX5692" fmla="*/ 1215581 w 3219450"/>
                <a:gd name="connsiteY5692" fmla="*/ 1773936 h 2495550"/>
                <a:gd name="connsiteX5693" fmla="*/ 1219295 w 3219450"/>
                <a:gd name="connsiteY5693" fmla="*/ 1778127 h 2495550"/>
                <a:gd name="connsiteX5694" fmla="*/ 1223010 w 3219450"/>
                <a:gd name="connsiteY5694" fmla="*/ 1780508 h 2495550"/>
                <a:gd name="connsiteX5695" fmla="*/ 1225391 w 3219450"/>
                <a:gd name="connsiteY5695" fmla="*/ 1783556 h 2495550"/>
                <a:gd name="connsiteX5696" fmla="*/ 1226058 w 3219450"/>
                <a:gd name="connsiteY5696" fmla="*/ 1787938 h 2495550"/>
                <a:gd name="connsiteX5697" fmla="*/ 1227963 w 3219450"/>
                <a:gd name="connsiteY5697" fmla="*/ 1788986 h 2495550"/>
                <a:gd name="connsiteX5698" fmla="*/ 1229678 w 3219450"/>
                <a:gd name="connsiteY5698" fmla="*/ 1789367 h 2495550"/>
                <a:gd name="connsiteX5699" fmla="*/ 1231392 w 3219450"/>
                <a:gd name="connsiteY5699" fmla="*/ 1788986 h 2495550"/>
                <a:gd name="connsiteX5700" fmla="*/ 1233297 w 3219450"/>
                <a:gd name="connsiteY5700" fmla="*/ 1787747 h 2495550"/>
                <a:gd name="connsiteX5701" fmla="*/ 1235678 w 3219450"/>
                <a:gd name="connsiteY5701" fmla="*/ 1786700 h 2495550"/>
                <a:gd name="connsiteX5702" fmla="*/ 1237679 w 3219450"/>
                <a:gd name="connsiteY5702" fmla="*/ 1787176 h 2495550"/>
                <a:gd name="connsiteX5703" fmla="*/ 1241203 w 3219450"/>
                <a:gd name="connsiteY5703" fmla="*/ 1790224 h 2495550"/>
                <a:gd name="connsiteX5704" fmla="*/ 1241774 w 3219450"/>
                <a:gd name="connsiteY5704" fmla="*/ 1790414 h 2495550"/>
                <a:gd name="connsiteX5705" fmla="*/ 1242251 w 3219450"/>
                <a:gd name="connsiteY5705" fmla="*/ 1790414 h 2495550"/>
                <a:gd name="connsiteX5706" fmla="*/ 1242632 w 3219450"/>
                <a:gd name="connsiteY5706" fmla="*/ 1790605 h 2495550"/>
                <a:gd name="connsiteX5707" fmla="*/ 1243203 w 3219450"/>
                <a:gd name="connsiteY5707" fmla="*/ 1792034 h 2495550"/>
                <a:gd name="connsiteX5708" fmla="*/ 1243679 w 3219450"/>
                <a:gd name="connsiteY5708" fmla="*/ 1792510 h 2495550"/>
                <a:gd name="connsiteX5709" fmla="*/ 1246632 w 3219450"/>
                <a:gd name="connsiteY5709" fmla="*/ 1794796 h 2495550"/>
                <a:gd name="connsiteX5710" fmla="*/ 1248632 w 3219450"/>
                <a:gd name="connsiteY5710" fmla="*/ 1795844 h 2495550"/>
                <a:gd name="connsiteX5711" fmla="*/ 1249204 w 3219450"/>
                <a:gd name="connsiteY5711" fmla="*/ 1794796 h 2495550"/>
                <a:gd name="connsiteX5712" fmla="*/ 1251109 w 3219450"/>
                <a:gd name="connsiteY5712" fmla="*/ 1793748 h 2495550"/>
                <a:gd name="connsiteX5713" fmla="*/ 1251490 w 3219450"/>
                <a:gd name="connsiteY5713" fmla="*/ 1793177 h 2495550"/>
                <a:gd name="connsiteX5714" fmla="*/ 1251871 w 3219450"/>
                <a:gd name="connsiteY5714" fmla="*/ 1791938 h 2495550"/>
                <a:gd name="connsiteX5715" fmla="*/ 1252633 w 3219450"/>
                <a:gd name="connsiteY5715" fmla="*/ 1791748 h 2495550"/>
                <a:gd name="connsiteX5716" fmla="*/ 1253585 w 3219450"/>
                <a:gd name="connsiteY5716" fmla="*/ 1791938 h 2495550"/>
                <a:gd name="connsiteX5717" fmla="*/ 1254633 w 3219450"/>
                <a:gd name="connsiteY5717" fmla="*/ 1791938 h 2495550"/>
                <a:gd name="connsiteX5718" fmla="*/ 1255205 w 3219450"/>
                <a:gd name="connsiteY5718" fmla="*/ 1791272 h 2495550"/>
                <a:gd name="connsiteX5719" fmla="*/ 1255395 w 3219450"/>
                <a:gd name="connsiteY5719" fmla="*/ 1790033 h 2495550"/>
                <a:gd name="connsiteX5720" fmla="*/ 1255395 w 3219450"/>
                <a:gd name="connsiteY5720" fmla="*/ 1787747 h 2495550"/>
                <a:gd name="connsiteX5721" fmla="*/ 1255300 w 3219450"/>
                <a:gd name="connsiteY5721" fmla="*/ 1787176 h 2495550"/>
                <a:gd name="connsiteX5722" fmla="*/ 1255109 w 3219450"/>
                <a:gd name="connsiteY5722" fmla="*/ 1786604 h 2495550"/>
                <a:gd name="connsiteX5723" fmla="*/ 1255014 w 3219450"/>
                <a:gd name="connsiteY5723" fmla="*/ 1786033 h 2495550"/>
                <a:gd name="connsiteX5724" fmla="*/ 1255300 w 3219450"/>
                <a:gd name="connsiteY5724" fmla="*/ 1785461 h 2495550"/>
                <a:gd name="connsiteX5725" fmla="*/ 1256157 w 3219450"/>
                <a:gd name="connsiteY5725" fmla="*/ 1784604 h 2495550"/>
                <a:gd name="connsiteX5726" fmla="*/ 1256443 w 3219450"/>
                <a:gd name="connsiteY5726" fmla="*/ 1784128 h 2495550"/>
                <a:gd name="connsiteX5727" fmla="*/ 1256633 w 3219450"/>
                <a:gd name="connsiteY5727" fmla="*/ 1783461 h 2495550"/>
                <a:gd name="connsiteX5728" fmla="*/ 1257395 w 3219450"/>
                <a:gd name="connsiteY5728" fmla="*/ 1782509 h 2495550"/>
                <a:gd name="connsiteX5729" fmla="*/ 1258157 w 3219450"/>
                <a:gd name="connsiteY5729" fmla="*/ 1780413 h 2495550"/>
                <a:gd name="connsiteX5730" fmla="*/ 1258729 w 3219450"/>
                <a:gd name="connsiteY5730" fmla="*/ 1779365 h 2495550"/>
                <a:gd name="connsiteX5731" fmla="*/ 1259491 w 3219450"/>
                <a:gd name="connsiteY5731" fmla="*/ 1777270 h 2495550"/>
                <a:gd name="connsiteX5732" fmla="*/ 1260443 w 3219450"/>
                <a:gd name="connsiteY5732" fmla="*/ 1776698 h 2495550"/>
                <a:gd name="connsiteX5733" fmla="*/ 1261586 w 3219450"/>
                <a:gd name="connsiteY5733" fmla="*/ 1777460 h 2495550"/>
                <a:gd name="connsiteX5734" fmla="*/ 1262729 w 3219450"/>
                <a:gd name="connsiteY5734" fmla="*/ 1779270 h 2495550"/>
                <a:gd name="connsiteX5735" fmla="*/ 1263968 w 3219450"/>
                <a:gd name="connsiteY5735" fmla="*/ 1780032 h 2495550"/>
                <a:gd name="connsiteX5736" fmla="*/ 1265396 w 3219450"/>
                <a:gd name="connsiteY5736" fmla="*/ 1779080 h 2495550"/>
                <a:gd name="connsiteX5737" fmla="*/ 1266920 w 3219450"/>
                <a:gd name="connsiteY5737" fmla="*/ 1778318 h 2495550"/>
                <a:gd name="connsiteX5738" fmla="*/ 1268444 w 3219450"/>
                <a:gd name="connsiteY5738" fmla="*/ 1779746 h 2495550"/>
                <a:gd name="connsiteX5739" fmla="*/ 1270540 w 3219450"/>
                <a:gd name="connsiteY5739" fmla="*/ 1786033 h 2495550"/>
                <a:gd name="connsiteX5740" fmla="*/ 1271873 w 3219450"/>
                <a:gd name="connsiteY5740" fmla="*/ 1787843 h 2495550"/>
                <a:gd name="connsiteX5741" fmla="*/ 1273588 w 3219450"/>
                <a:gd name="connsiteY5741" fmla="*/ 1788319 h 2495550"/>
                <a:gd name="connsiteX5742" fmla="*/ 1276826 w 3219450"/>
                <a:gd name="connsiteY5742" fmla="*/ 1786795 h 2495550"/>
                <a:gd name="connsiteX5743" fmla="*/ 1278827 w 3219450"/>
                <a:gd name="connsiteY5743" fmla="*/ 1787652 h 2495550"/>
                <a:gd name="connsiteX5744" fmla="*/ 1281303 w 3219450"/>
                <a:gd name="connsiteY5744" fmla="*/ 1790986 h 2495550"/>
                <a:gd name="connsiteX5745" fmla="*/ 1283113 w 3219450"/>
                <a:gd name="connsiteY5745" fmla="*/ 1792034 h 2495550"/>
                <a:gd name="connsiteX5746" fmla="*/ 1283875 w 3219450"/>
                <a:gd name="connsiteY5746" fmla="*/ 1792700 h 2495550"/>
                <a:gd name="connsiteX5747" fmla="*/ 1283875 w 3219450"/>
                <a:gd name="connsiteY5747" fmla="*/ 1793653 h 2495550"/>
                <a:gd name="connsiteX5748" fmla="*/ 1283399 w 3219450"/>
                <a:gd name="connsiteY5748" fmla="*/ 1795367 h 2495550"/>
                <a:gd name="connsiteX5749" fmla="*/ 1283684 w 3219450"/>
                <a:gd name="connsiteY5749" fmla="*/ 1795939 h 2495550"/>
                <a:gd name="connsiteX5750" fmla="*/ 1285780 w 3219450"/>
                <a:gd name="connsiteY5750" fmla="*/ 1796320 h 2495550"/>
                <a:gd name="connsiteX5751" fmla="*/ 1286732 w 3219450"/>
                <a:gd name="connsiteY5751" fmla="*/ 1796796 h 2495550"/>
                <a:gd name="connsiteX5752" fmla="*/ 1290257 w 3219450"/>
                <a:gd name="connsiteY5752" fmla="*/ 1800130 h 2495550"/>
                <a:gd name="connsiteX5753" fmla="*/ 1290447 w 3219450"/>
                <a:gd name="connsiteY5753" fmla="*/ 1800320 h 2495550"/>
                <a:gd name="connsiteX5754" fmla="*/ 1290923 w 3219450"/>
                <a:gd name="connsiteY5754" fmla="*/ 1801273 h 2495550"/>
                <a:gd name="connsiteX5755" fmla="*/ 1291019 w 3219450"/>
                <a:gd name="connsiteY5755" fmla="*/ 1802416 h 2495550"/>
                <a:gd name="connsiteX5756" fmla="*/ 1290733 w 3219450"/>
                <a:gd name="connsiteY5756" fmla="*/ 1807750 h 2495550"/>
                <a:gd name="connsiteX5757" fmla="*/ 1290543 w 3219450"/>
                <a:gd name="connsiteY5757" fmla="*/ 1808988 h 2495550"/>
                <a:gd name="connsiteX5758" fmla="*/ 1289971 w 3219450"/>
                <a:gd name="connsiteY5758" fmla="*/ 1810226 h 2495550"/>
                <a:gd name="connsiteX5759" fmla="*/ 1290352 w 3219450"/>
                <a:gd name="connsiteY5759" fmla="*/ 1810893 h 2495550"/>
                <a:gd name="connsiteX5760" fmla="*/ 1292257 w 3219450"/>
                <a:gd name="connsiteY5760" fmla="*/ 1811941 h 2495550"/>
                <a:gd name="connsiteX5761" fmla="*/ 1293114 w 3219450"/>
                <a:gd name="connsiteY5761" fmla="*/ 1812798 h 2495550"/>
                <a:gd name="connsiteX5762" fmla="*/ 1293686 w 3219450"/>
                <a:gd name="connsiteY5762" fmla="*/ 1813751 h 2495550"/>
                <a:gd name="connsiteX5763" fmla="*/ 1293686 w 3219450"/>
                <a:gd name="connsiteY5763" fmla="*/ 1814608 h 2495550"/>
                <a:gd name="connsiteX5764" fmla="*/ 1292638 w 3219450"/>
                <a:gd name="connsiteY5764" fmla="*/ 1815179 h 2495550"/>
                <a:gd name="connsiteX5765" fmla="*/ 1291781 w 3219450"/>
                <a:gd name="connsiteY5765" fmla="*/ 1815846 h 2495550"/>
                <a:gd name="connsiteX5766" fmla="*/ 1292066 w 3219450"/>
                <a:gd name="connsiteY5766" fmla="*/ 1816894 h 2495550"/>
                <a:gd name="connsiteX5767" fmla="*/ 1292924 w 3219450"/>
                <a:gd name="connsiteY5767" fmla="*/ 1817942 h 2495550"/>
                <a:gd name="connsiteX5768" fmla="*/ 1294733 w 3219450"/>
                <a:gd name="connsiteY5768" fmla="*/ 1819085 h 2495550"/>
                <a:gd name="connsiteX5769" fmla="*/ 1294924 w 3219450"/>
                <a:gd name="connsiteY5769" fmla="*/ 1819656 h 2495550"/>
                <a:gd name="connsiteX5770" fmla="*/ 1294829 w 3219450"/>
                <a:gd name="connsiteY5770" fmla="*/ 1820418 h 2495550"/>
                <a:gd name="connsiteX5771" fmla="*/ 1294829 w 3219450"/>
                <a:gd name="connsiteY5771" fmla="*/ 1821561 h 2495550"/>
                <a:gd name="connsiteX5772" fmla="*/ 1295019 w 3219450"/>
                <a:gd name="connsiteY5772" fmla="*/ 1822133 h 2495550"/>
                <a:gd name="connsiteX5773" fmla="*/ 1295400 w 3219450"/>
                <a:gd name="connsiteY5773" fmla="*/ 1822418 h 2495550"/>
                <a:gd name="connsiteX5774" fmla="*/ 1295591 w 3219450"/>
                <a:gd name="connsiteY5774" fmla="*/ 1822799 h 2495550"/>
                <a:gd name="connsiteX5775" fmla="*/ 1295114 w 3219450"/>
                <a:gd name="connsiteY5775" fmla="*/ 1824228 h 2495550"/>
                <a:gd name="connsiteX5776" fmla="*/ 1295210 w 3219450"/>
                <a:gd name="connsiteY5776" fmla="*/ 1824800 h 2495550"/>
                <a:gd name="connsiteX5777" fmla="*/ 1297019 w 3219450"/>
                <a:gd name="connsiteY5777" fmla="*/ 1827562 h 2495550"/>
                <a:gd name="connsiteX5778" fmla="*/ 1297877 w 3219450"/>
                <a:gd name="connsiteY5778" fmla="*/ 1829467 h 2495550"/>
                <a:gd name="connsiteX5779" fmla="*/ 1299020 w 3219450"/>
                <a:gd name="connsiteY5779" fmla="*/ 1834039 h 2495550"/>
                <a:gd name="connsiteX5780" fmla="*/ 1299972 w 3219450"/>
                <a:gd name="connsiteY5780" fmla="*/ 1836039 h 2495550"/>
                <a:gd name="connsiteX5781" fmla="*/ 1301782 w 3219450"/>
                <a:gd name="connsiteY5781" fmla="*/ 1836801 h 2495550"/>
                <a:gd name="connsiteX5782" fmla="*/ 1303687 w 3219450"/>
                <a:gd name="connsiteY5782" fmla="*/ 1836230 h 2495550"/>
                <a:gd name="connsiteX5783" fmla="*/ 1304735 w 3219450"/>
                <a:gd name="connsiteY5783" fmla="*/ 1834801 h 2495550"/>
                <a:gd name="connsiteX5784" fmla="*/ 1305211 w 3219450"/>
                <a:gd name="connsiteY5784" fmla="*/ 1832991 h 2495550"/>
                <a:gd name="connsiteX5785" fmla="*/ 1305497 w 3219450"/>
                <a:gd name="connsiteY5785" fmla="*/ 1831086 h 2495550"/>
                <a:gd name="connsiteX5786" fmla="*/ 1305497 w 3219450"/>
                <a:gd name="connsiteY5786" fmla="*/ 1828895 h 2495550"/>
                <a:gd name="connsiteX5787" fmla="*/ 1305592 w 3219450"/>
                <a:gd name="connsiteY5787" fmla="*/ 1827752 h 2495550"/>
                <a:gd name="connsiteX5788" fmla="*/ 1306163 w 3219450"/>
                <a:gd name="connsiteY5788" fmla="*/ 1827276 h 2495550"/>
                <a:gd name="connsiteX5789" fmla="*/ 1306830 w 3219450"/>
                <a:gd name="connsiteY5789" fmla="*/ 1827467 h 2495550"/>
                <a:gd name="connsiteX5790" fmla="*/ 1309593 w 3219450"/>
                <a:gd name="connsiteY5790" fmla="*/ 1828895 h 2495550"/>
                <a:gd name="connsiteX5791" fmla="*/ 1310545 w 3219450"/>
                <a:gd name="connsiteY5791" fmla="*/ 1829752 h 2495550"/>
                <a:gd name="connsiteX5792" fmla="*/ 1312164 w 3219450"/>
                <a:gd name="connsiteY5792" fmla="*/ 1828991 h 2495550"/>
                <a:gd name="connsiteX5793" fmla="*/ 1313307 w 3219450"/>
                <a:gd name="connsiteY5793" fmla="*/ 1829848 h 2495550"/>
                <a:gd name="connsiteX5794" fmla="*/ 1314450 w 3219450"/>
                <a:gd name="connsiteY5794" fmla="*/ 1832134 h 2495550"/>
                <a:gd name="connsiteX5795" fmla="*/ 1315212 w 3219450"/>
                <a:gd name="connsiteY5795" fmla="*/ 1832801 h 2495550"/>
                <a:gd name="connsiteX5796" fmla="*/ 1316546 w 3219450"/>
                <a:gd name="connsiteY5796" fmla="*/ 1832705 h 2495550"/>
                <a:gd name="connsiteX5797" fmla="*/ 1317212 w 3219450"/>
                <a:gd name="connsiteY5797" fmla="*/ 1832324 h 2495550"/>
                <a:gd name="connsiteX5798" fmla="*/ 1317689 w 3219450"/>
                <a:gd name="connsiteY5798" fmla="*/ 1831943 h 2495550"/>
                <a:gd name="connsiteX5799" fmla="*/ 1318165 w 3219450"/>
                <a:gd name="connsiteY5799" fmla="*/ 1831658 h 2495550"/>
                <a:gd name="connsiteX5800" fmla="*/ 1318832 w 3219450"/>
                <a:gd name="connsiteY5800" fmla="*/ 1831658 h 2495550"/>
                <a:gd name="connsiteX5801" fmla="*/ 1319308 w 3219450"/>
                <a:gd name="connsiteY5801" fmla="*/ 1831943 h 2495550"/>
                <a:gd name="connsiteX5802" fmla="*/ 1319784 w 3219450"/>
                <a:gd name="connsiteY5802" fmla="*/ 1832515 h 2495550"/>
                <a:gd name="connsiteX5803" fmla="*/ 1320260 w 3219450"/>
                <a:gd name="connsiteY5803" fmla="*/ 1833181 h 2495550"/>
                <a:gd name="connsiteX5804" fmla="*/ 1320546 w 3219450"/>
                <a:gd name="connsiteY5804" fmla="*/ 1833658 h 2495550"/>
                <a:gd name="connsiteX5805" fmla="*/ 1320641 w 3219450"/>
                <a:gd name="connsiteY5805" fmla="*/ 1834896 h 2495550"/>
                <a:gd name="connsiteX5806" fmla="*/ 1320070 w 3219450"/>
                <a:gd name="connsiteY5806" fmla="*/ 1837277 h 2495550"/>
                <a:gd name="connsiteX5807" fmla="*/ 1319975 w 3219450"/>
                <a:gd name="connsiteY5807" fmla="*/ 1839659 h 2495550"/>
                <a:gd name="connsiteX5808" fmla="*/ 1320260 w 3219450"/>
                <a:gd name="connsiteY5808" fmla="*/ 1844897 h 2495550"/>
                <a:gd name="connsiteX5809" fmla="*/ 1320451 w 3219450"/>
                <a:gd name="connsiteY5809" fmla="*/ 1845564 h 2495550"/>
                <a:gd name="connsiteX5810" fmla="*/ 1320832 w 3219450"/>
                <a:gd name="connsiteY5810" fmla="*/ 1845659 h 2495550"/>
                <a:gd name="connsiteX5811" fmla="*/ 1321213 w 3219450"/>
                <a:gd name="connsiteY5811" fmla="*/ 1845659 h 2495550"/>
                <a:gd name="connsiteX5812" fmla="*/ 1321594 w 3219450"/>
                <a:gd name="connsiteY5812" fmla="*/ 1845945 h 2495550"/>
                <a:gd name="connsiteX5813" fmla="*/ 1322165 w 3219450"/>
                <a:gd name="connsiteY5813" fmla="*/ 1847850 h 2495550"/>
                <a:gd name="connsiteX5814" fmla="*/ 1321975 w 3219450"/>
                <a:gd name="connsiteY5814" fmla="*/ 1849850 h 2495550"/>
                <a:gd name="connsiteX5815" fmla="*/ 1320737 w 3219450"/>
                <a:gd name="connsiteY5815" fmla="*/ 1853851 h 2495550"/>
                <a:gd name="connsiteX5816" fmla="*/ 1320356 w 3219450"/>
                <a:gd name="connsiteY5816" fmla="*/ 1855565 h 2495550"/>
                <a:gd name="connsiteX5817" fmla="*/ 1320356 w 3219450"/>
                <a:gd name="connsiteY5817" fmla="*/ 1857470 h 2495550"/>
                <a:gd name="connsiteX5818" fmla="*/ 1320927 w 3219450"/>
                <a:gd name="connsiteY5818" fmla="*/ 1861376 h 2495550"/>
                <a:gd name="connsiteX5819" fmla="*/ 1321403 w 3219450"/>
                <a:gd name="connsiteY5819" fmla="*/ 1862423 h 2495550"/>
                <a:gd name="connsiteX5820" fmla="*/ 1321975 w 3219450"/>
                <a:gd name="connsiteY5820" fmla="*/ 1862804 h 2495550"/>
                <a:gd name="connsiteX5821" fmla="*/ 1322737 w 3219450"/>
                <a:gd name="connsiteY5821" fmla="*/ 1863090 h 2495550"/>
                <a:gd name="connsiteX5822" fmla="*/ 1323499 w 3219450"/>
                <a:gd name="connsiteY5822" fmla="*/ 1863852 h 2495550"/>
                <a:gd name="connsiteX5823" fmla="*/ 1323880 w 3219450"/>
                <a:gd name="connsiteY5823" fmla="*/ 1864995 h 2495550"/>
                <a:gd name="connsiteX5824" fmla="*/ 1323594 w 3219450"/>
                <a:gd name="connsiteY5824" fmla="*/ 1866043 h 2495550"/>
                <a:gd name="connsiteX5825" fmla="*/ 1323023 w 3219450"/>
                <a:gd name="connsiteY5825" fmla="*/ 1867091 h 2495550"/>
                <a:gd name="connsiteX5826" fmla="*/ 1322642 w 3219450"/>
                <a:gd name="connsiteY5826" fmla="*/ 1868234 h 2495550"/>
                <a:gd name="connsiteX5827" fmla="*/ 1323880 w 3219450"/>
                <a:gd name="connsiteY5827" fmla="*/ 1873377 h 2495550"/>
                <a:gd name="connsiteX5828" fmla="*/ 1323880 w 3219450"/>
                <a:gd name="connsiteY5828" fmla="*/ 1873949 h 2495550"/>
                <a:gd name="connsiteX5829" fmla="*/ 1323689 w 3219450"/>
                <a:gd name="connsiteY5829" fmla="*/ 1874520 h 2495550"/>
                <a:gd name="connsiteX5830" fmla="*/ 1322927 w 3219450"/>
                <a:gd name="connsiteY5830" fmla="*/ 1875377 h 2495550"/>
                <a:gd name="connsiteX5831" fmla="*/ 1322737 w 3219450"/>
                <a:gd name="connsiteY5831" fmla="*/ 1876044 h 2495550"/>
                <a:gd name="connsiteX5832" fmla="*/ 1322927 w 3219450"/>
                <a:gd name="connsiteY5832" fmla="*/ 1877187 h 2495550"/>
                <a:gd name="connsiteX5833" fmla="*/ 1324166 w 3219450"/>
                <a:gd name="connsiteY5833" fmla="*/ 1879092 h 2495550"/>
                <a:gd name="connsiteX5834" fmla="*/ 1324547 w 3219450"/>
                <a:gd name="connsiteY5834" fmla="*/ 1880140 h 2495550"/>
                <a:gd name="connsiteX5835" fmla="*/ 1324451 w 3219450"/>
                <a:gd name="connsiteY5835" fmla="*/ 1881378 h 2495550"/>
                <a:gd name="connsiteX5836" fmla="*/ 1323689 w 3219450"/>
                <a:gd name="connsiteY5836" fmla="*/ 1883569 h 2495550"/>
                <a:gd name="connsiteX5837" fmla="*/ 1323594 w 3219450"/>
                <a:gd name="connsiteY5837" fmla="*/ 1884807 h 2495550"/>
                <a:gd name="connsiteX5838" fmla="*/ 1324356 w 3219450"/>
                <a:gd name="connsiteY5838" fmla="*/ 1886712 h 2495550"/>
                <a:gd name="connsiteX5839" fmla="*/ 1324356 w 3219450"/>
                <a:gd name="connsiteY5839" fmla="*/ 1887188 h 2495550"/>
                <a:gd name="connsiteX5840" fmla="*/ 1324356 w 3219450"/>
                <a:gd name="connsiteY5840" fmla="*/ 1887665 h 2495550"/>
                <a:gd name="connsiteX5841" fmla="*/ 1324356 w 3219450"/>
                <a:gd name="connsiteY5841" fmla="*/ 1888141 h 2495550"/>
                <a:gd name="connsiteX5842" fmla="*/ 1324547 w 3219450"/>
                <a:gd name="connsiteY5842" fmla="*/ 1888712 h 2495550"/>
                <a:gd name="connsiteX5843" fmla="*/ 1324832 w 3219450"/>
                <a:gd name="connsiteY5843" fmla="*/ 1889951 h 2495550"/>
                <a:gd name="connsiteX5844" fmla="*/ 1324451 w 3219450"/>
                <a:gd name="connsiteY5844" fmla="*/ 1891094 h 2495550"/>
                <a:gd name="connsiteX5845" fmla="*/ 1323404 w 3219450"/>
                <a:gd name="connsiteY5845" fmla="*/ 1893094 h 2495550"/>
                <a:gd name="connsiteX5846" fmla="*/ 1323023 w 3219450"/>
                <a:gd name="connsiteY5846" fmla="*/ 1895094 h 2495550"/>
                <a:gd name="connsiteX5847" fmla="*/ 1322832 w 3219450"/>
                <a:gd name="connsiteY5847" fmla="*/ 1902714 h 2495550"/>
                <a:gd name="connsiteX5848" fmla="*/ 1322642 w 3219450"/>
                <a:gd name="connsiteY5848" fmla="*/ 1903857 h 2495550"/>
                <a:gd name="connsiteX5849" fmla="*/ 1322356 w 3219450"/>
                <a:gd name="connsiteY5849" fmla="*/ 1904905 h 2495550"/>
                <a:gd name="connsiteX5850" fmla="*/ 1321880 w 3219450"/>
                <a:gd name="connsiteY5850" fmla="*/ 1905857 h 2495550"/>
                <a:gd name="connsiteX5851" fmla="*/ 1319784 w 3219450"/>
                <a:gd name="connsiteY5851" fmla="*/ 1908334 h 2495550"/>
                <a:gd name="connsiteX5852" fmla="*/ 1319308 w 3219450"/>
                <a:gd name="connsiteY5852" fmla="*/ 1909572 h 2495550"/>
                <a:gd name="connsiteX5853" fmla="*/ 1319022 w 3219450"/>
                <a:gd name="connsiteY5853" fmla="*/ 1910715 h 2495550"/>
                <a:gd name="connsiteX5854" fmla="*/ 1318927 w 3219450"/>
                <a:gd name="connsiteY5854" fmla="*/ 1911668 h 2495550"/>
                <a:gd name="connsiteX5855" fmla="*/ 1319213 w 3219450"/>
                <a:gd name="connsiteY5855" fmla="*/ 1912239 h 2495550"/>
                <a:gd name="connsiteX5856" fmla="*/ 1320260 w 3219450"/>
                <a:gd name="connsiteY5856" fmla="*/ 1912049 h 2495550"/>
                <a:gd name="connsiteX5857" fmla="*/ 1320737 w 3219450"/>
                <a:gd name="connsiteY5857" fmla="*/ 1912525 h 2495550"/>
                <a:gd name="connsiteX5858" fmla="*/ 1321975 w 3219450"/>
                <a:gd name="connsiteY5858" fmla="*/ 1915382 h 2495550"/>
                <a:gd name="connsiteX5859" fmla="*/ 1322165 w 3219450"/>
                <a:gd name="connsiteY5859" fmla="*/ 1916335 h 2495550"/>
                <a:gd name="connsiteX5860" fmla="*/ 1321880 w 3219450"/>
                <a:gd name="connsiteY5860" fmla="*/ 1916906 h 2495550"/>
                <a:gd name="connsiteX5861" fmla="*/ 1321499 w 3219450"/>
                <a:gd name="connsiteY5861" fmla="*/ 1917192 h 2495550"/>
                <a:gd name="connsiteX5862" fmla="*/ 1321213 w 3219450"/>
                <a:gd name="connsiteY5862" fmla="*/ 1917573 h 2495550"/>
                <a:gd name="connsiteX5863" fmla="*/ 1321213 w 3219450"/>
                <a:gd name="connsiteY5863" fmla="*/ 1918811 h 2495550"/>
                <a:gd name="connsiteX5864" fmla="*/ 1320927 w 3219450"/>
                <a:gd name="connsiteY5864" fmla="*/ 1919288 h 2495550"/>
                <a:gd name="connsiteX5865" fmla="*/ 1319022 w 3219450"/>
                <a:gd name="connsiteY5865" fmla="*/ 1920907 h 2495550"/>
                <a:gd name="connsiteX5866" fmla="*/ 1318260 w 3219450"/>
                <a:gd name="connsiteY5866" fmla="*/ 1921002 h 2495550"/>
                <a:gd name="connsiteX5867" fmla="*/ 1317879 w 3219450"/>
                <a:gd name="connsiteY5867" fmla="*/ 1920335 h 2495550"/>
                <a:gd name="connsiteX5868" fmla="*/ 1317974 w 3219450"/>
                <a:gd name="connsiteY5868" fmla="*/ 1918240 h 2495550"/>
                <a:gd name="connsiteX5869" fmla="*/ 1317593 w 3219450"/>
                <a:gd name="connsiteY5869" fmla="*/ 1918145 h 2495550"/>
                <a:gd name="connsiteX5870" fmla="*/ 1316736 w 3219450"/>
                <a:gd name="connsiteY5870" fmla="*/ 1918526 h 2495550"/>
                <a:gd name="connsiteX5871" fmla="*/ 1314641 w 3219450"/>
                <a:gd name="connsiteY5871" fmla="*/ 1919002 h 2495550"/>
                <a:gd name="connsiteX5872" fmla="*/ 1313974 w 3219450"/>
                <a:gd name="connsiteY5872" fmla="*/ 1919573 h 2495550"/>
                <a:gd name="connsiteX5873" fmla="*/ 1313688 w 3219450"/>
                <a:gd name="connsiteY5873" fmla="*/ 1920431 h 2495550"/>
                <a:gd name="connsiteX5874" fmla="*/ 1313783 w 3219450"/>
                <a:gd name="connsiteY5874" fmla="*/ 1921478 h 2495550"/>
                <a:gd name="connsiteX5875" fmla="*/ 1314164 w 3219450"/>
                <a:gd name="connsiteY5875" fmla="*/ 1922526 h 2495550"/>
                <a:gd name="connsiteX5876" fmla="*/ 1315117 w 3219450"/>
                <a:gd name="connsiteY5876" fmla="*/ 1924622 h 2495550"/>
                <a:gd name="connsiteX5877" fmla="*/ 1315307 w 3219450"/>
                <a:gd name="connsiteY5877" fmla="*/ 1925669 h 2495550"/>
                <a:gd name="connsiteX5878" fmla="*/ 1315212 w 3219450"/>
                <a:gd name="connsiteY5878" fmla="*/ 1927003 h 2495550"/>
                <a:gd name="connsiteX5879" fmla="*/ 1315593 w 3219450"/>
                <a:gd name="connsiteY5879" fmla="*/ 1927765 h 2495550"/>
                <a:gd name="connsiteX5880" fmla="*/ 1316164 w 3219450"/>
                <a:gd name="connsiteY5880" fmla="*/ 1927860 h 2495550"/>
                <a:gd name="connsiteX5881" fmla="*/ 1316831 w 3219450"/>
                <a:gd name="connsiteY5881" fmla="*/ 1927765 h 2495550"/>
                <a:gd name="connsiteX5882" fmla="*/ 1317498 w 3219450"/>
                <a:gd name="connsiteY5882" fmla="*/ 1927955 h 2495550"/>
                <a:gd name="connsiteX5883" fmla="*/ 1317974 w 3219450"/>
                <a:gd name="connsiteY5883" fmla="*/ 1928527 h 2495550"/>
                <a:gd name="connsiteX5884" fmla="*/ 1319689 w 3219450"/>
                <a:gd name="connsiteY5884" fmla="*/ 1931194 h 2495550"/>
                <a:gd name="connsiteX5885" fmla="*/ 1320165 w 3219450"/>
                <a:gd name="connsiteY5885" fmla="*/ 1932337 h 2495550"/>
                <a:gd name="connsiteX5886" fmla="*/ 1320451 w 3219450"/>
                <a:gd name="connsiteY5886" fmla="*/ 1932527 h 2495550"/>
                <a:gd name="connsiteX5887" fmla="*/ 1321118 w 3219450"/>
                <a:gd name="connsiteY5887" fmla="*/ 1932813 h 2495550"/>
                <a:gd name="connsiteX5888" fmla="*/ 1321403 w 3219450"/>
                <a:gd name="connsiteY5888" fmla="*/ 1933194 h 2495550"/>
                <a:gd name="connsiteX5889" fmla="*/ 1321499 w 3219450"/>
                <a:gd name="connsiteY5889" fmla="*/ 1933956 h 2495550"/>
                <a:gd name="connsiteX5890" fmla="*/ 1321403 w 3219450"/>
                <a:gd name="connsiteY5890" fmla="*/ 1934718 h 2495550"/>
                <a:gd name="connsiteX5891" fmla="*/ 1321118 w 3219450"/>
                <a:gd name="connsiteY5891" fmla="*/ 1935480 h 2495550"/>
                <a:gd name="connsiteX5892" fmla="*/ 1320737 w 3219450"/>
                <a:gd name="connsiteY5892" fmla="*/ 1936052 h 2495550"/>
                <a:gd name="connsiteX5893" fmla="*/ 1317974 w 3219450"/>
                <a:gd name="connsiteY5893" fmla="*/ 1938242 h 2495550"/>
                <a:gd name="connsiteX5894" fmla="*/ 1317117 w 3219450"/>
                <a:gd name="connsiteY5894" fmla="*/ 1938623 h 2495550"/>
                <a:gd name="connsiteX5895" fmla="*/ 1316641 w 3219450"/>
                <a:gd name="connsiteY5895" fmla="*/ 1938528 h 2495550"/>
                <a:gd name="connsiteX5896" fmla="*/ 1316164 w 3219450"/>
                <a:gd name="connsiteY5896" fmla="*/ 1938242 h 2495550"/>
                <a:gd name="connsiteX5897" fmla="*/ 1314641 w 3219450"/>
                <a:gd name="connsiteY5897" fmla="*/ 1937671 h 2495550"/>
                <a:gd name="connsiteX5898" fmla="*/ 1313402 w 3219450"/>
                <a:gd name="connsiteY5898" fmla="*/ 1936623 h 2495550"/>
                <a:gd name="connsiteX5899" fmla="*/ 1312736 w 3219450"/>
                <a:gd name="connsiteY5899" fmla="*/ 1936337 h 2495550"/>
                <a:gd name="connsiteX5900" fmla="*/ 1311783 w 3219450"/>
                <a:gd name="connsiteY5900" fmla="*/ 1936337 h 2495550"/>
                <a:gd name="connsiteX5901" fmla="*/ 1311212 w 3219450"/>
                <a:gd name="connsiteY5901" fmla="*/ 1936718 h 2495550"/>
                <a:gd name="connsiteX5902" fmla="*/ 1309973 w 3219450"/>
                <a:gd name="connsiteY5902" fmla="*/ 1938147 h 2495550"/>
                <a:gd name="connsiteX5903" fmla="*/ 1309307 w 3219450"/>
                <a:gd name="connsiteY5903" fmla="*/ 1938814 h 2495550"/>
                <a:gd name="connsiteX5904" fmla="*/ 1308830 w 3219450"/>
                <a:gd name="connsiteY5904" fmla="*/ 1939766 h 2495550"/>
                <a:gd name="connsiteX5905" fmla="*/ 1308164 w 3219450"/>
                <a:gd name="connsiteY5905" fmla="*/ 1941767 h 2495550"/>
                <a:gd name="connsiteX5906" fmla="*/ 1307783 w 3219450"/>
                <a:gd name="connsiteY5906" fmla="*/ 1942243 h 2495550"/>
                <a:gd name="connsiteX5907" fmla="*/ 1307402 w 3219450"/>
                <a:gd name="connsiteY5907" fmla="*/ 1942529 h 2495550"/>
                <a:gd name="connsiteX5908" fmla="*/ 1307116 w 3219450"/>
                <a:gd name="connsiteY5908" fmla="*/ 1942910 h 2495550"/>
                <a:gd name="connsiteX5909" fmla="*/ 1307021 w 3219450"/>
                <a:gd name="connsiteY5909" fmla="*/ 1943576 h 2495550"/>
                <a:gd name="connsiteX5910" fmla="*/ 1307021 w 3219450"/>
                <a:gd name="connsiteY5910" fmla="*/ 1944338 h 2495550"/>
                <a:gd name="connsiteX5911" fmla="*/ 1306830 w 3219450"/>
                <a:gd name="connsiteY5911" fmla="*/ 1944815 h 2495550"/>
                <a:gd name="connsiteX5912" fmla="*/ 1304830 w 3219450"/>
                <a:gd name="connsiteY5912" fmla="*/ 1947291 h 2495550"/>
                <a:gd name="connsiteX5913" fmla="*/ 1304544 w 3219450"/>
                <a:gd name="connsiteY5913" fmla="*/ 1948053 h 2495550"/>
                <a:gd name="connsiteX5914" fmla="*/ 1303877 w 3219450"/>
                <a:gd name="connsiteY5914" fmla="*/ 1950625 h 2495550"/>
                <a:gd name="connsiteX5915" fmla="*/ 1303306 w 3219450"/>
                <a:gd name="connsiteY5915" fmla="*/ 1951482 h 2495550"/>
                <a:gd name="connsiteX5916" fmla="*/ 1302544 w 3219450"/>
                <a:gd name="connsiteY5916" fmla="*/ 1952149 h 2495550"/>
                <a:gd name="connsiteX5917" fmla="*/ 1301496 w 3219450"/>
                <a:gd name="connsiteY5917" fmla="*/ 1952720 h 2495550"/>
                <a:gd name="connsiteX5918" fmla="*/ 1300258 w 3219450"/>
                <a:gd name="connsiteY5918" fmla="*/ 1953101 h 2495550"/>
                <a:gd name="connsiteX5919" fmla="*/ 1299591 w 3219450"/>
                <a:gd name="connsiteY5919" fmla="*/ 1953006 h 2495550"/>
                <a:gd name="connsiteX5920" fmla="*/ 1298067 w 3219450"/>
                <a:gd name="connsiteY5920" fmla="*/ 1951482 h 2495550"/>
                <a:gd name="connsiteX5921" fmla="*/ 1297305 w 3219450"/>
                <a:gd name="connsiteY5921" fmla="*/ 1951101 h 2495550"/>
                <a:gd name="connsiteX5922" fmla="*/ 1293019 w 3219450"/>
                <a:gd name="connsiteY5922" fmla="*/ 1949577 h 2495550"/>
                <a:gd name="connsiteX5923" fmla="*/ 1292447 w 3219450"/>
                <a:gd name="connsiteY5923" fmla="*/ 1949672 h 2495550"/>
                <a:gd name="connsiteX5924" fmla="*/ 1292352 w 3219450"/>
                <a:gd name="connsiteY5924" fmla="*/ 1950434 h 2495550"/>
                <a:gd name="connsiteX5925" fmla="*/ 1292447 w 3219450"/>
                <a:gd name="connsiteY5925" fmla="*/ 1953292 h 2495550"/>
                <a:gd name="connsiteX5926" fmla="*/ 1292162 w 3219450"/>
                <a:gd name="connsiteY5926" fmla="*/ 1954149 h 2495550"/>
                <a:gd name="connsiteX5927" fmla="*/ 1291590 w 3219450"/>
                <a:gd name="connsiteY5927" fmla="*/ 1954911 h 2495550"/>
                <a:gd name="connsiteX5928" fmla="*/ 1290638 w 3219450"/>
                <a:gd name="connsiteY5928" fmla="*/ 1955768 h 2495550"/>
                <a:gd name="connsiteX5929" fmla="*/ 1290352 w 3219450"/>
                <a:gd name="connsiteY5929" fmla="*/ 1956149 h 2495550"/>
                <a:gd name="connsiteX5930" fmla="*/ 1290352 w 3219450"/>
                <a:gd name="connsiteY5930" fmla="*/ 1956530 h 2495550"/>
                <a:gd name="connsiteX5931" fmla="*/ 1290638 w 3219450"/>
                <a:gd name="connsiteY5931" fmla="*/ 1958054 h 2495550"/>
                <a:gd name="connsiteX5932" fmla="*/ 1290828 w 3219450"/>
                <a:gd name="connsiteY5932" fmla="*/ 1958531 h 2495550"/>
                <a:gd name="connsiteX5933" fmla="*/ 1291019 w 3219450"/>
                <a:gd name="connsiteY5933" fmla="*/ 1959102 h 2495550"/>
                <a:gd name="connsiteX5934" fmla="*/ 1290923 w 3219450"/>
                <a:gd name="connsiteY5934" fmla="*/ 1961293 h 2495550"/>
                <a:gd name="connsiteX5935" fmla="*/ 1291019 w 3219450"/>
                <a:gd name="connsiteY5935" fmla="*/ 1962150 h 2495550"/>
                <a:gd name="connsiteX5936" fmla="*/ 1290828 w 3219450"/>
                <a:gd name="connsiteY5936" fmla="*/ 1962531 h 2495550"/>
                <a:gd name="connsiteX5937" fmla="*/ 1289876 w 3219450"/>
                <a:gd name="connsiteY5937" fmla="*/ 1962722 h 2495550"/>
                <a:gd name="connsiteX5938" fmla="*/ 1289114 w 3219450"/>
                <a:gd name="connsiteY5938" fmla="*/ 1963293 h 2495550"/>
                <a:gd name="connsiteX5939" fmla="*/ 1288447 w 3219450"/>
                <a:gd name="connsiteY5939" fmla="*/ 1964531 h 2495550"/>
                <a:gd name="connsiteX5940" fmla="*/ 1287494 w 3219450"/>
                <a:gd name="connsiteY5940" fmla="*/ 1967008 h 2495550"/>
                <a:gd name="connsiteX5941" fmla="*/ 1286923 w 3219450"/>
                <a:gd name="connsiteY5941" fmla="*/ 1967579 h 2495550"/>
                <a:gd name="connsiteX5942" fmla="*/ 1284732 w 3219450"/>
                <a:gd name="connsiteY5942" fmla="*/ 1968627 h 2495550"/>
                <a:gd name="connsiteX5943" fmla="*/ 1283875 w 3219450"/>
                <a:gd name="connsiteY5943" fmla="*/ 1969199 h 2495550"/>
                <a:gd name="connsiteX5944" fmla="*/ 1281494 w 3219450"/>
                <a:gd name="connsiteY5944" fmla="*/ 1972342 h 2495550"/>
                <a:gd name="connsiteX5945" fmla="*/ 1280351 w 3219450"/>
                <a:gd name="connsiteY5945" fmla="*/ 1973009 h 2495550"/>
                <a:gd name="connsiteX5946" fmla="*/ 1279208 w 3219450"/>
                <a:gd name="connsiteY5946" fmla="*/ 1973104 h 2495550"/>
                <a:gd name="connsiteX5947" fmla="*/ 1278636 w 3219450"/>
                <a:gd name="connsiteY5947" fmla="*/ 1972627 h 2495550"/>
                <a:gd name="connsiteX5948" fmla="*/ 1278255 w 3219450"/>
                <a:gd name="connsiteY5948" fmla="*/ 1971770 h 2495550"/>
                <a:gd name="connsiteX5949" fmla="*/ 1277684 w 3219450"/>
                <a:gd name="connsiteY5949" fmla="*/ 1970818 h 2495550"/>
                <a:gd name="connsiteX5950" fmla="*/ 1275779 w 3219450"/>
                <a:gd name="connsiteY5950" fmla="*/ 1969770 h 2495550"/>
                <a:gd name="connsiteX5951" fmla="*/ 1274540 w 3219450"/>
                <a:gd name="connsiteY5951" fmla="*/ 1971199 h 2495550"/>
                <a:gd name="connsiteX5952" fmla="*/ 1273302 w 3219450"/>
                <a:gd name="connsiteY5952" fmla="*/ 1975771 h 2495550"/>
                <a:gd name="connsiteX5953" fmla="*/ 1272064 w 3219450"/>
                <a:gd name="connsiteY5953" fmla="*/ 1978343 h 2495550"/>
                <a:gd name="connsiteX5954" fmla="*/ 1271207 w 3219450"/>
                <a:gd name="connsiteY5954" fmla="*/ 1979676 h 2495550"/>
                <a:gd name="connsiteX5955" fmla="*/ 1270349 w 3219450"/>
                <a:gd name="connsiteY5955" fmla="*/ 1980343 h 2495550"/>
                <a:gd name="connsiteX5956" fmla="*/ 1269397 w 3219450"/>
                <a:gd name="connsiteY5956" fmla="*/ 1980629 h 2495550"/>
                <a:gd name="connsiteX5957" fmla="*/ 1269206 w 3219450"/>
                <a:gd name="connsiteY5957" fmla="*/ 1981105 h 2495550"/>
                <a:gd name="connsiteX5958" fmla="*/ 1269492 w 3219450"/>
                <a:gd name="connsiteY5958" fmla="*/ 1983200 h 2495550"/>
                <a:gd name="connsiteX5959" fmla="*/ 1269397 w 3219450"/>
                <a:gd name="connsiteY5959" fmla="*/ 1987201 h 2495550"/>
                <a:gd name="connsiteX5960" fmla="*/ 1269683 w 3219450"/>
                <a:gd name="connsiteY5960" fmla="*/ 1989106 h 2495550"/>
                <a:gd name="connsiteX5961" fmla="*/ 1270540 w 3219450"/>
                <a:gd name="connsiteY5961" fmla="*/ 1990820 h 2495550"/>
                <a:gd name="connsiteX5962" fmla="*/ 1272445 w 3219450"/>
                <a:gd name="connsiteY5962" fmla="*/ 1992344 h 2495550"/>
                <a:gd name="connsiteX5963" fmla="*/ 1273112 w 3219450"/>
                <a:gd name="connsiteY5963" fmla="*/ 1993202 h 2495550"/>
                <a:gd name="connsiteX5964" fmla="*/ 1272731 w 3219450"/>
                <a:gd name="connsiteY5964" fmla="*/ 1994345 h 2495550"/>
                <a:gd name="connsiteX5965" fmla="*/ 1271873 w 3219450"/>
                <a:gd name="connsiteY5965" fmla="*/ 1994821 h 2495550"/>
                <a:gd name="connsiteX5966" fmla="*/ 1270730 w 3219450"/>
                <a:gd name="connsiteY5966" fmla="*/ 1994821 h 2495550"/>
                <a:gd name="connsiteX5967" fmla="*/ 1268539 w 3219450"/>
                <a:gd name="connsiteY5967" fmla="*/ 1994440 h 2495550"/>
                <a:gd name="connsiteX5968" fmla="*/ 1267397 w 3219450"/>
                <a:gd name="connsiteY5968" fmla="*/ 1994630 h 2495550"/>
                <a:gd name="connsiteX5969" fmla="*/ 1266254 w 3219450"/>
                <a:gd name="connsiteY5969" fmla="*/ 1995392 h 2495550"/>
                <a:gd name="connsiteX5970" fmla="*/ 1264253 w 3219450"/>
                <a:gd name="connsiteY5970" fmla="*/ 1997107 h 2495550"/>
                <a:gd name="connsiteX5971" fmla="*/ 1260634 w 3219450"/>
                <a:gd name="connsiteY5971" fmla="*/ 1999488 h 2495550"/>
                <a:gd name="connsiteX5972" fmla="*/ 1260634 w 3219450"/>
                <a:gd name="connsiteY5972" fmla="*/ 1999488 h 2495550"/>
                <a:gd name="connsiteX5973" fmla="*/ 1260443 w 3219450"/>
                <a:gd name="connsiteY5973" fmla="*/ 2000726 h 2495550"/>
                <a:gd name="connsiteX5974" fmla="*/ 1260729 w 3219450"/>
                <a:gd name="connsiteY5974" fmla="*/ 2007965 h 2495550"/>
                <a:gd name="connsiteX5975" fmla="*/ 1259396 w 3219450"/>
                <a:gd name="connsiteY5975" fmla="*/ 2015776 h 2495550"/>
                <a:gd name="connsiteX5976" fmla="*/ 1259396 w 3219450"/>
                <a:gd name="connsiteY5976" fmla="*/ 2017109 h 2495550"/>
                <a:gd name="connsiteX5977" fmla="*/ 1259777 w 3219450"/>
                <a:gd name="connsiteY5977" fmla="*/ 2017586 h 2495550"/>
                <a:gd name="connsiteX5978" fmla="*/ 1264063 w 3219450"/>
                <a:gd name="connsiteY5978" fmla="*/ 2016919 h 2495550"/>
                <a:gd name="connsiteX5979" fmla="*/ 1265301 w 3219450"/>
                <a:gd name="connsiteY5979" fmla="*/ 2016919 h 2495550"/>
                <a:gd name="connsiteX5980" fmla="*/ 1266158 w 3219450"/>
                <a:gd name="connsiteY5980" fmla="*/ 2017109 h 2495550"/>
                <a:gd name="connsiteX5981" fmla="*/ 1266539 w 3219450"/>
                <a:gd name="connsiteY5981" fmla="*/ 2017490 h 2495550"/>
                <a:gd name="connsiteX5982" fmla="*/ 1266825 w 3219450"/>
                <a:gd name="connsiteY5982" fmla="*/ 2018062 h 2495550"/>
                <a:gd name="connsiteX5983" fmla="*/ 1267016 w 3219450"/>
                <a:gd name="connsiteY5983" fmla="*/ 2018633 h 2495550"/>
                <a:gd name="connsiteX5984" fmla="*/ 1267111 w 3219450"/>
                <a:gd name="connsiteY5984" fmla="*/ 2019205 h 2495550"/>
                <a:gd name="connsiteX5985" fmla="*/ 1267397 w 3219450"/>
                <a:gd name="connsiteY5985" fmla="*/ 2019872 h 2495550"/>
                <a:gd name="connsiteX5986" fmla="*/ 1268349 w 3219450"/>
                <a:gd name="connsiteY5986" fmla="*/ 2020538 h 2495550"/>
                <a:gd name="connsiteX5987" fmla="*/ 1268730 w 3219450"/>
                <a:gd name="connsiteY5987" fmla="*/ 2021110 h 2495550"/>
                <a:gd name="connsiteX5988" fmla="*/ 1268826 w 3219450"/>
                <a:gd name="connsiteY5988" fmla="*/ 2022348 h 2495550"/>
                <a:gd name="connsiteX5989" fmla="*/ 1268063 w 3219450"/>
                <a:gd name="connsiteY5989" fmla="*/ 2022634 h 2495550"/>
                <a:gd name="connsiteX5990" fmla="*/ 1267016 w 3219450"/>
                <a:gd name="connsiteY5990" fmla="*/ 2022729 h 2495550"/>
                <a:gd name="connsiteX5991" fmla="*/ 1266254 w 3219450"/>
                <a:gd name="connsiteY5991" fmla="*/ 2023301 h 2495550"/>
                <a:gd name="connsiteX5992" fmla="*/ 1266635 w 3219450"/>
                <a:gd name="connsiteY5992" fmla="*/ 2024825 h 2495550"/>
                <a:gd name="connsiteX5993" fmla="*/ 1270540 w 3219450"/>
                <a:gd name="connsiteY5993" fmla="*/ 2026253 h 2495550"/>
                <a:gd name="connsiteX5994" fmla="*/ 1270826 w 3219450"/>
                <a:gd name="connsiteY5994" fmla="*/ 2028349 h 2495550"/>
                <a:gd name="connsiteX5995" fmla="*/ 1270540 w 3219450"/>
                <a:gd name="connsiteY5995" fmla="*/ 2028730 h 2495550"/>
                <a:gd name="connsiteX5996" fmla="*/ 1270159 w 3219450"/>
                <a:gd name="connsiteY5996" fmla="*/ 2029016 h 2495550"/>
                <a:gd name="connsiteX5997" fmla="*/ 1269778 w 3219450"/>
                <a:gd name="connsiteY5997" fmla="*/ 2029397 h 2495550"/>
                <a:gd name="connsiteX5998" fmla="*/ 1269587 w 3219450"/>
                <a:gd name="connsiteY5998" fmla="*/ 2030063 h 2495550"/>
                <a:gd name="connsiteX5999" fmla="*/ 1269778 w 3219450"/>
                <a:gd name="connsiteY5999" fmla="*/ 2030730 h 2495550"/>
                <a:gd name="connsiteX6000" fmla="*/ 1270540 w 3219450"/>
                <a:gd name="connsiteY6000" fmla="*/ 2031778 h 2495550"/>
                <a:gd name="connsiteX6001" fmla="*/ 1270730 w 3219450"/>
                <a:gd name="connsiteY6001" fmla="*/ 2032349 h 2495550"/>
                <a:gd name="connsiteX6002" fmla="*/ 1270540 w 3219450"/>
                <a:gd name="connsiteY6002" fmla="*/ 2033683 h 2495550"/>
                <a:gd name="connsiteX6003" fmla="*/ 1269873 w 3219450"/>
                <a:gd name="connsiteY6003" fmla="*/ 2034921 h 2495550"/>
                <a:gd name="connsiteX6004" fmla="*/ 1259777 w 3219450"/>
                <a:gd name="connsiteY6004" fmla="*/ 2045399 h 2495550"/>
                <a:gd name="connsiteX6005" fmla="*/ 1260634 w 3219450"/>
                <a:gd name="connsiteY6005" fmla="*/ 2046542 h 2495550"/>
                <a:gd name="connsiteX6006" fmla="*/ 1262729 w 3219450"/>
                <a:gd name="connsiteY6006" fmla="*/ 2047494 h 2495550"/>
                <a:gd name="connsiteX6007" fmla="*/ 1264730 w 3219450"/>
                <a:gd name="connsiteY6007" fmla="*/ 2048923 h 2495550"/>
                <a:gd name="connsiteX6008" fmla="*/ 1265015 w 3219450"/>
                <a:gd name="connsiteY6008" fmla="*/ 2049399 h 2495550"/>
                <a:gd name="connsiteX6009" fmla="*/ 1265206 w 3219450"/>
                <a:gd name="connsiteY6009" fmla="*/ 2049971 h 2495550"/>
                <a:gd name="connsiteX6010" fmla="*/ 1265492 w 3219450"/>
                <a:gd name="connsiteY6010" fmla="*/ 2051114 h 2495550"/>
                <a:gd name="connsiteX6011" fmla="*/ 1266158 w 3219450"/>
                <a:gd name="connsiteY6011" fmla="*/ 2050161 h 2495550"/>
                <a:gd name="connsiteX6012" fmla="*/ 1266730 w 3219450"/>
                <a:gd name="connsiteY6012" fmla="*/ 2049875 h 2495550"/>
                <a:gd name="connsiteX6013" fmla="*/ 1267206 w 3219450"/>
                <a:gd name="connsiteY6013" fmla="*/ 2049685 h 2495550"/>
                <a:gd name="connsiteX6014" fmla="*/ 1268349 w 3219450"/>
                <a:gd name="connsiteY6014" fmla="*/ 2049304 h 2495550"/>
                <a:gd name="connsiteX6015" fmla="*/ 1269397 w 3219450"/>
                <a:gd name="connsiteY6015" fmla="*/ 2048827 h 2495550"/>
                <a:gd name="connsiteX6016" fmla="*/ 1272064 w 3219450"/>
                <a:gd name="connsiteY6016" fmla="*/ 2046161 h 2495550"/>
                <a:gd name="connsiteX6017" fmla="*/ 1273112 w 3219450"/>
                <a:gd name="connsiteY6017" fmla="*/ 2045494 h 2495550"/>
                <a:gd name="connsiteX6018" fmla="*/ 1274255 w 3219450"/>
                <a:gd name="connsiteY6018" fmla="*/ 2045113 h 2495550"/>
                <a:gd name="connsiteX6019" fmla="*/ 1275017 w 3219450"/>
                <a:gd name="connsiteY6019" fmla="*/ 2045018 h 2495550"/>
                <a:gd name="connsiteX6020" fmla="*/ 1275779 w 3219450"/>
                <a:gd name="connsiteY6020" fmla="*/ 2044827 h 2495550"/>
                <a:gd name="connsiteX6021" fmla="*/ 1276731 w 3219450"/>
                <a:gd name="connsiteY6021" fmla="*/ 2044065 h 2495550"/>
                <a:gd name="connsiteX6022" fmla="*/ 1278827 w 3219450"/>
                <a:gd name="connsiteY6022" fmla="*/ 2041589 h 2495550"/>
                <a:gd name="connsiteX6023" fmla="*/ 1279493 w 3219450"/>
                <a:gd name="connsiteY6023" fmla="*/ 2041112 h 2495550"/>
                <a:gd name="connsiteX6024" fmla="*/ 1290828 w 3219450"/>
                <a:gd name="connsiteY6024" fmla="*/ 2036540 h 2495550"/>
                <a:gd name="connsiteX6025" fmla="*/ 1294829 w 3219450"/>
                <a:gd name="connsiteY6025" fmla="*/ 2035588 h 2495550"/>
                <a:gd name="connsiteX6026" fmla="*/ 1296829 w 3219450"/>
                <a:gd name="connsiteY6026" fmla="*/ 2035683 h 2495550"/>
                <a:gd name="connsiteX6027" fmla="*/ 1300734 w 3219450"/>
                <a:gd name="connsiteY6027" fmla="*/ 2036636 h 2495550"/>
                <a:gd name="connsiteX6028" fmla="*/ 1302734 w 3219450"/>
                <a:gd name="connsiteY6028" fmla="*/ 2036636 h 2495550"/>
                <a:gd name="connsiteX6029" fmla="*/ 1303592 w 3219450"/>
                <a:gd name="connsiteY6029" fmla="*/ 2036350 h 2495550"/>
                <a:gd name="connsiteX6030" fmla="*/ 1305211 w 3219450"/>
                <a:gd name="connsiteY6030" fmla="*/ 2035302 h 2495550"/>
                <a:gd name="connsiteX6031" fmla="*/ 1306068 w 3219450"/>
                <a:gd name="connsiteY6031" fmla="*/ 2035016 h 2495550"/>
                <a:gd name="connsiteX6032" fmla="*/ 1308164 w 3219450"/>
                <a:gd name="connsiteY6032" fmla="*/ 2034921 h 2495550"/>
                <a:gd name="connsiteX6033" fmla="*/ 1310259 w 3219450"/>
                <a:gd name="connsiteY6033" fmla="*/ 2035016 h 2495550"/>
                <a:gd name="connsiteX6034" fmla="*/ 1311783 w 3219450"/>
                <a:gd name="connsiteY6034" fmla="*/ 2035397 h 2495550"/>
                <a:gd name="connsiteX6035" fmla="*/ 1313879 w 3219450"/>
                <a:gd name="connsiteY6035" fmla="*/ 2037017 h 2495550"/>
                <a:gd name="connsiteX6036" fmla="*/ 1315307 w 3219450"/>
                <a:gd name="connsiteY6036" fmla="*/ 2037683 h 2495550"/>
                <a:gd name="connsiteX6037" fmla="*/ 1316069 w 3219450"/>
                <a:gd name="connsiteY6037" fmla="*/ 2038064 h 2495550"/>
                <a:gd name="connsiteX6038" fmla="*/ 1316736 w 3219450"/>
                <a:gd name="connsiteY6038" fmla="*/ 2037683 h 2495550"/>
                <a:gd name="connsiteX6039" fmla="*/ 1317498 w 3219450"/>
                <a:gd name="connsiteY6039" fmla="*/ 2037398 h 2495550"/>
                <a:gd name="connsiteX6040" fmla="*/ 1319022 w 3219450"/>
                <a:gd name="connsiteY6040" fmla="*/ 2036636 h 2495550"/>
                <a:gd name="connsiteX6041" fmla="*/ 1321213 w 3219450"/>
                <a:gd name="connsiteY6041" fmla="*/ 2036255 h 2495550"/>
                <a:gd name="connsiteX6042" fmla="*/ 1323023 w 3219450"/>
                <a:gd name="connsiteY6042" fmla="*/ 2035397 h 2495550"/>
                <a:gd name="connsiteX6043" fmla="*/ 1328357 w 3219450"/>
                <a:gd name="connsiteY6043" fmla="*/ 2034921 h 2495550"/>
                <a:gd name="connsiteX6044" fmla="*/ 1330357 w 3219450"/>
                <a:gd name="connsiteY6044" fmla="*/ 2034350 h 2495550"/>
                <a:gd name="connsiteX6045" fmla="*/ 1330928 w 3219450"/>
                <a:gd name="connsiteY6045" fmla="*/ 2033969 h 2495550"/>
                <a:gd name="connsiteX6046" fmla="*/ 1331024 w 3219450"/>
                <a:gd name="connsiteY6046" fmla="*/ 2034064 h 2495550"/>
                <a:gd name="connsiteX6047" fmla="*/ 1331405 w 3219450"/>
                <a:gd name="connsiteY6047" fmla="*/ 2035683 h 2495550"/>
                <a:gd name="connsiteX6048" fmla="*/ 1330452 w 3219450"/>
                <a:gd name="connsiteY6048" fmla="*/ 2037398 h 2495550"/>
                <a:gd name="connsiteX6049" fmla="*/ 1325689 w 3219450"/>
                <a:gd name="connsiteY6049" fmla="*/ 2040636 h 2495550"/>
                <a:gd name="connsiteX6050" fmla="*/ 1323118 w 3219450"/>
                <a:gd name="connsiteY6050" fmla="*/ 2042827 h 2495550"/>
                <a:gd name="connsiteX6051" fmla="*/ 1322165 w 3219450"/>
                <a:gd name="connsiteY6051" fmla="*/ 2043208 h 2495550"/>
                <a:gd name="connsiteX6052" fmla="*/ 1321118 w 3219450"/>
                <a:gd name="connsiteY6052" fmla="*/ 2043494 h 2495550"/>
                <a:gd name="connsiteX6053" fmla="*/ 1320260 w 3219450"/>
                <a:gd name="connsiteY6053" fmla="*/ 2043875 h 2495550"/>
                <a:gd name="connsiteX6054" fmla="*/ 1320070 w 3219450"/>
                <a:gd name="connsiteY6054" fmla="*/ 2044351 h 2495550"/>
                <a:gd name="connsiteX6055" fmla="*/ 1320451 w 3219450"/>
                <a:gd name="connsiteY6055" fmla="*/ 2044827 h 2495550"/>
                <a:gd name="connsiteX6056" fmla="*/ 1320927 w 3219450"/>
                <a:gd name="connsiteY6056" fmla="*/ 2045780 h 2495550"/>
                <a:gd name="connsiteX6057" fmla="*/ 1320832 w 3219450"/>
                <a:gd name="connsiteY6057" fmla="*/ 2046256 h 2495550"/>
                <a:gd name="connsiteX6058" fmla="*/ 1320451 w 3219450"/>
                <a:gd name="connsiteY6058" fmla="*/ 2047685 h 2495550"/>
                <a:gd name="connsiteX6059" fmla="*/ 1320451 w 3219450"/>
                <a:gd name="connsiteY6059" fmla="*/ 2048447 h 2495550"/>
                <a:gd name="connsiteX6060" fmla="*/ 1320832 w 3219450"/>
                <a:gd name="connsiteY6060" fmla="*/ 2052638 h 2495550"/>
                <a:gd name="connsiteX6061" fmla="*/ 1320641 w 3219450"/>
                <a:gd name="connsiteY6061" fmla="*/ 2053114 h 2495550"/>
                <a:gd name="connsiteX6062" fmla="*/ 1320356 w 3219450"/>
                <a:gd name="connsiteY6062" fmla="*/ 2053400 h 2495550"/>
                <a:gd name="connsiteX6063" fmla="*/ 1320356 w 3219450"/>
                <a:gd name="connsiteY6063" fmla="*/ 2053781 h 2495550"/>
                <a:gd name="connsiteX6064" fmla="*/ 1321022 w 3219450"/>
                <a:gd name="connsiteY6064" fmla="*/ 2054352 h 2495550"/>
                <a:gd name="connsiteX6065" fmla="*/ 1321499 w 3219450"/>
                <a:gd name="connsiteY6065" fmla="*/ 2054543 h 2495550"/>
                <a:gd name="connsiteX6066" fmla="*/ 1322737 w 3219450"/>
                <a:gd name="connsiteY6066" fmla="*/ 2054543 h 2495550"/>
                <a:gd name="connsiteX6067" fmla="*/ 1324356 w 3219450"/>
                <a:gd name="connsiteY6067" fmla="*/ 2055114 h 2495550"/>
                <a:gd name="connsiteX6068" fmla="*/ 1326452 w 3219450"/>
                <a:gd name="connsiteY6068" fmla="*/ 2055495 h 2495550"/>
                <a:gd name="connsiteX6069" fmla="*/ 1327214 w 3219450"/>
                <a:gd name="connsiteY6069" fmla="*/ 2056162 h 2495550"/>
                <a:gd name="connsiteX6070" fmla="*/ 1327499 w 3219450"/>
                <a:gd name="connsiteY6070" fmla="*/ 2057019 h 2495550"/>
                <a:gd name="connsiteX6071" fmla="*/ 1327595 w 3219450"/>
                <a:gd name="connsiteY6071" fmla="*/ 2059877 h 2495550"/>
                <a:gd name="connsiteX6072" fmla="*/ 1327976 w 3219450"/>
                <a:gd name="connsiteY6072" fmla="*/ 2060829 h 2495550"/>
                <a:gd name="connsiteX6073" fmla="*/ 1330166 w 3219450"/>
                <a:gd name="connsiteY6073" fmla="*/ 2064353 h 2495550"/>
                <a:gd name="connsiteX6074" fmla="*/ 1330547 w 3219450"/>
                <a:gd name="connsiteY6074" fmla="*/ 2064639 h 2495550"/>
                <a:gd name="connsiteX6075" fmla="*/ 1330643 w 3219450"/>
                <a:gd name="connsiteY6075" fmla="*/ 2064925 h 2495550"/>
                <a:gd name="connsiteX6076" fmla="*/ 1330262 w 3219450"/>
                <a:gd name="connsiteY6076" fmla="*/ 2065687 h 2495550"/>
                <a:gd name="connsiteX6077" fmla="*/ 1329881 w 3219450"/>
                <a:gd name="connsiteY6077" fmla="*/ 2066068 h 2495550"/>
                <a:gd name="connsiteX6078" fmla="*/ 1327404 w 3219450"/>
                <a:gd name="connsiteY6078" fmla="*/ 2067592 h 2495550"/>
                <a:gd name="connsiteX6079" fmla="*/ 1326737 w 3219450"/>
                <a:gd name="connsiteY6079" fmla="*/ 2068259 h 2495550"/>
                <a:gd name="connsiteX6080" fmla="*/ 1326547 w 3219450"/>
                <a:gd name="connsiteY6080" fmla="*/ 2069021 h 2495550"/>
                <a:gd name="connsiteX6081" fmla="*/ 1327595 w 3219450"/>
                <a:gd name="connsiteY6081" fmla="*/ 2071973 h 2495550"/>
                <a:gd name="connsiteX6082" fmla="*/ 1328071 w 3219450"/>
                <a:gd name="connsiteY6082" fmla="*/ 2072354 h 2495550"/>
                <a:gd name="connsiteX6083" fmla="*/ 1329119 w 3219450"/>
                <a:gd name="connsiteY6083" fmla="*/ 2071973 h 2495550"/>
                <a:gd name="connsiteX6084" fmla="*/ 1330071 w 3219450"/>
                <a:gd name="connsiteY6084" fmla="*/ 2071973 h 2495550"/>
                <a:gd name="connsiteX6085" fmla="*/ 1330833 w 3219450"/>
                <a:gd name="connsiteY6085" fmla="*/ 2072735 h 2495550"/>
                <a:gd name="connsiteX6086" fmla="*/ 1331405 w 3219450"/>
                <a:gd name="connsiteY6086" fmla="*/ 2073878 h 2495550"/>
                <a:gd name="connsiteX6087" fmla="*/ 1332167 w 3219450"/>
                <a:gd name="connsiteY6087" fmla="*/ 2076164 h 2495550"/>
                <a:gd name="connsiteX6088" fmla="*/ 1332262 w 3219450"/>
                <a:gd name="connsiteY6088" fmla="*/ 2077307 h 2495550"/>
                <a:gd name="connsiteX6089" fmla="*/ 1332167 w 3219450"/>
                <a:gd name="connsiteY6089" fmla="*/ 2078355 h 2495550"/>
                <a:gd name="connsiteX6090" fmla="*/ 1331690 w 3219450"/>
                <a:gd name="connsiteY6090" fmla="*/ 2079403 h 2495550"/>
                <a:gd name="connsiteX6091" fmla="*/ 1331309 w 3219450"/>
                <a:gd name="connsiteY6091" fmla="*/ 2079689 h 2495550"/>
                <a:gd name="connsiteX6092" fmla="*/ 1330738 w 3219450"/>
                <a:gd name="connsiteY6092" fmla="*/ 2079879 h 2495550"/>
                <a:gd name="connsiteX6093" fmla="*/ 1330262 w 3219450"/>
                <a:gd name="connsiteY6093" fmla="*/ 2080165 h 2495550"/>
                <a:gd name="connsiteX6094" fmla="*/ 1330262 w 3219450"/>
                <a:gd name="connsiteY6094" fmla="*/ 2080736 h 2495550"/>
                <a:gd name="connsiteX6095" fmla="*/ 1330643 w 3219450"/>
                <a:gd name="connsiteY6095" fmla="*/ 2080831 h 2495550"/>
                <a:gd name="connsiteX6096" fmla="*/ 1332548 w 3219450"/>
                <a:gd name="connsiteY6096" fmla="*/ 2080736 h 2495550"/>
                <a:gd name="connsiteX6097" fmla="*/ 1333310 w 3219450"/>
                <a:gd name="connsiteY6097" fmla="*/ 2082165 h 2495550"/>
                <a:gd name="connsiteX6098" fmla="*/ 1330643 w 3219450"/>
                <a:gd name="connsiteY6098" fmla="*/ 2087023 h 2495550"/>
                <a:gd name="connsiteX6099" fmla="*/ 1330547 w 3219450"/>
                <a:gd name="connsiteY6099" fmla="*/ 2088928 h 2495550"/>
                <a:gd name="connsiteX6100" fmla="*/ 1334453 w 3219450"/>
                <a:gd name="connsiteY6100" fmla="*/ 2089309 h 2495550"/>
                <a:gd name="connsiteX6101" fmla="*/ 1336453 w 3219450"/>
                <a:gd name="connsiteY6101" fmla="*/ 2089880 h 2495550"/>
                <a:gd name="connsiteX6102" fmla="*/ 1337501 w 3219450"/>
                <a:gd name="connsiteY6102" fmla="*/ 2089976 h 2495550"/>
                <a:gd name="connsiteX6103" fmla="*/ 1338453 w 3219450"/>
                <a:gd name="connsiteY6103" fmla="*/ 2089880 h 2495550"/>
                <a:gd name="connsiteX6104" fmla="*/ 1339310 w 3219450"/>
                <a:gd name="connsiteY6104" fmla="*/ 2089976 h 2495550"/>
                <a:gd name="connsiteX6105" fmla="*/ 1339691 w 3219450"/>
                <a:gd name="connsiteY6105" fmla="*/ 2090738 h 2495550"/>
                <a:gd name="connsiteX6106" fmla="*/ 1339977 w 3219450"/>
                <a:gd name="connsiteY6106" fmla="*/ 2091881 h 2495550"/>
                <a:gd name="connsiteX6107" fmla="*/ 1340834 w 3219450"/>
                <a:gd name="connsiteY6107" fmla="*/ 2092928 h 2495550"/>
                <a:gd name="connsiteX6108" fmla="*/ 1341882 w 3219450"/>
                <a:gd name="connsiteY6108" fmla="*/ 2093405 h 2495550"/>
                <a:gd name="connsiteX6109" fmla="*/ 1342835 w 3219450"/>
                <a:gd name="connsiteY6109" fmla="*/ 2093405 h 2495550"/>
                <a:gd name="connsiteX6110" fmla="*/ 1344835 w 3219450"/>
                <a:gd name="connsiteY6110" fmla="*/ 2093119 h 2495550"/>
                <a:gd name="connsiteX6111" fmla="*/ 1345311 w 3219450"/>
                <a:gd name="connsiteY6111" fmla="*/ 2093214 h 2495550"/>
                <a:gd name="connsiteX6112" fmla="*/ 1346645 w 3219450"/>
                <a:gd name="connsiteY6112" fmla="*/ 2093595 h 2495550"/>
                <a:gd name="connsiteX6113" fmla="*/ 1347407 w 3219450"/>
                <a:gd name="connsiteY6113" fmla="*/ 2093690 h 2495550"/>
                <a:gd name="connsiteX6114" fmla="*/ 1347597 w 3219450"/>
                <a:gd name="connsiteY6114" fmla="*/ 2093786 h 2495550"/>
                <a:gd name="connsiteX6115" fmla="*/ 1347693 w 3219450"/>
                <a:gd name="connsiteY6115" fmla="*/ 2093786 h 2495550"/>
                <a:gd name="connsiteX6116" fmla="*/ 1348169 w 3219450"/>
                <a:gd name="connsiteY6116" fmla="*/ 2093690 h 2495550"/>
                <a:gd name="connsiteX6117" fmla="*/ 1348454 w 3219450"/>
                <a:gd name="connsiteY6117" fmla="*/ 2093881 h 2495550"/>
                <a:gd name="connsiteX6118" fmla="*/ 1348454 w 3219450"/>
                <a:gd name="connsiteY6118" fmla="*/ 2094929 h 2495550"/>
                <a:gd name="connsiteX6119" fmla="*/ 1348550 w 3219450"/>
                <a:gd name="connsiteY6119" fmla="*/ 2095310 h 2495550"/>
                <a:gd name="connsiteX6120" fmla="*/ 1348931 w 3219450"/>
                <a:gd name="connsiteY6120" fmla="*/ 2095595 h 2495550"/>
                <a:gd name="connsiteX6121" fmla="*/ 1349312 w 3219450"/>
                <a:gd name="connsiteY6121" fmla="*/ 2095881 h 2495550"/>
                <a:gd name="connsiteX6122" fmla="*/ 1349788 w 3219450"/>
                <a:gd name="connsiteY6122" fmla="*/ 2095881 h 2495550"/>
                <a:gd name="connsiteX6123" fmla="*/ 1350359 w 3219450"/>
                <a:gd name="connsiteY6123" fmla="*/ 2095595 h 2495550"/>
                <a:gd name="connsiteX6124" fmla="*/ 1351502 w 3219450"/>
                <a:gd name="connsiteY6124" fmla="*/ 2094643 h 2495550"/>
                <a:gd name="connsiteX6125" fmla="*/ 1351979 w 3219450"/>
                <a:gd name="connsiteY6125" fmla="*/ 2094357 h 2495550"/>
                <a:gd name="connsiteX6126" fmla="*/ 1352931 w 3219450"/>
                <a:gd name="connsiteY6126" fmla="*/ 2094071 h 2495550"/>
                <a:gd name="connsiteX6127" fmla="*/ 1353407 w 3219450"/>
                <a:gd name="connsiteY6127" fmla="*/ 2093595 h 2495550"/>
                <a:gd name="connsiteX6128" fmla="*/ 1353788 w 3219450"/>
                <a:gd name="connsiteY6128" fmla="*/ 2092738 h 2495550"/>
                <a:gd name="connsiteX6129" fmla="*/ 1354455 w 3219450"/>
                <a:gd name="connsiteY6129" fmla="*/ 2091976 h 2495550"/>
                <a:gd name="connsiteX6130" fmla="*/ 1355503 w 3219450"/>
                <a:gd name="connsiteY6130" fmla="*/ 2091785 h 2495550"/>
                <a:gd name="connsiteX6131" fmla="*/ 1356360 w 3219450"/>
                <a:gd name="connsiteY6131" fmla="*/ 2092357 h 2495550"/>
                <a:gd name="connsiteX6132" fmla="*/ 1357979 w 3219450"/>
                <a:gd name="connsiteY6132" fmla="*/ 2094452 h 2495550"/>
                <a:gd name="connsiteX6133" fmla="*/ 1359122 w 3219450"/>
                <a:gd name="connsiteY6133" fmla="*/ 2095214 h 2495550"/>
                <a:gd name="connsiteX6134" fmla="*/ 1363028 w 3219450"/>
                <a:gd name="connsiteY6134" fmla="*/ 2095310 h 2495550"/>
                <a:gd name="connsiteX6135" fmla="*/ 1363789 w 3219450"/>
                <a:gd name="connsiteY6135" fmla="*/ 2095786 h 2495550"/>
                <a:gd name="connsiteX6136" fmla="*/ 1363885 w 3219450"/>
                <a:gd name="connsiteY6136" fmla="*/ 2096548 h 2495550"/>
                <a:gd name="connsiteX6137" fmla="*/ 1363694 w 3219450"/>
                <a:gd name="connsiteY6137" fmla="*/ 2097405 h 2495550"/>
                <a:gd name="connsiteX6138" fmla="*/ 1363599 w 3219450"/>
                <a:gd name="connsiteY6138" fmla="*/ 2098358 h 2495550"/>
                <a:gd name="connsiteX6139" fmla="*/ 1364076 w 3219450"/>
                <a:gd name="connsiteY6139" fmla="*/ 2099310 h 2495550"/>
                <a:gd name="connsiteX6140" fmla="*/ 1365980 w 3219450"/>
                <a:gd name="connsiteY6140" fmla="*/ 2101882 h 2495550"/>
                <a:gd name="connsiteX6141" fmla="*/ 1366171 w 3219450"/>
                <a:gd name="connsiteY6141" fmla="*/ 2103215 h 2495550"/>
                <a:gd name="connsiteX6142" fmla="*/ 1364933 w 3219450"/>
                <a:gd name="connsiteY6142" fmla="*/ 2104168 h 2495550"/>
                <a:gd name="connsiteX6143" fmla="*/ 1363313 w 3219450"/>
                <a:gd name="connsiteY6143" fmla="*/ 2104073 h 2495550"/>
                <a:gd name="connsiteX6144" fmla="*/ 1360456 w 3219450"/>
                <a:gd name="connsiteY6144" fmla="*/ 2102549 h 2495550"/>
                <a:gd name="connsiteX6145" fmla="*/ 1359599 w 3219450"/>
                <a:gd name="connsiteY6145" fmla="*/ 2102930 h 2495550"/>
                <a:gd name="connsiteX6146" fmla="*/ 1359503 w 3219450"/>
                <a:gd name="connsiteY6146" fmla="*/ 2103596 h 2495550"/>
                <a:gd name="connsiteX6147" fmla="*/ 1359789 w 3219450"/>
                <a:gd name="connsiteY6147" fmla="*/ 2106168 h 2495550"/>
                <a:gd name="connsiteX6148" fmla="*/ 1359694 w 3219450"/>
                <a:gd name="connsiteY6148" fmla="*/ 2107121 h 2495550"/>
                <a:gd name="connsiteX6149" fmla="*/ 1359122 w 3219450"/>
                <a:gd name="connsiteY6149" fmla="*/ 2107978 h 2495550"/>
                <a:gd name="connsiteX6150" fmla="*/ 1357789 w 3219450"/>
                <a:gd name="connsiteY6150" fmla="*/ 2109597 h 2495550"/>
                <a:gd name="connsiteX6151" fmla="*/ 1356741 w 3219450"/>
                <a:gd name="connsiteY6151" fmla="*/ 2111788 h 2495550"/>
                <a:gd name="connsiteX6152" fmla="*/ 1356265 w 3219450"/>
                <a:gd name="connsiteY6152" fmla="*/ 2112169 h 2495550"/>
                <a:gd name="connsiteX6153" fmla="*/ 1355598 w 3219450"/>
                <a:gd name="connsiteY6153" fmla="*/ 2112359 h 2495550"/>
                <a:gd name="connsiteX6154" fmla="*/ 1355027 w 3219450"/>
                <a:gd name="connsiteY6154" fmla="*/ 2112645 h 2495550"/>
                <a:gd name="connsiteX6155" fmla="*/ 1354455 w 3219450"/>
                <a:gd name="connsiteY6155" fmla="*/ 2113026 h 2495550"/>
                <a:gd name="connsiteX6156" fmla="*/ 1353979 w 3219450"/>
                <a:gd name="connsiteY6156" fmla="*/ 2113502 h 2495550"/>
                <a:gd name="connsiteX6157" fmla="*/ 1353979 w 3219450"/>
                <a:gd name="connsiteY6157" fmla="*/ 2114931 h 2495550"/>
                <a:gd name="connsiteX6158" fmla="*/ 1356455 w 3219450"/>
                <a:gd name="connsiteY6158" fmla="*/ 2121218 h 2495550"/>
                <a:gd name="connsiteX6159" fmla="*/ 1356551 w 3219450"/>
                <a:gd name="connsiteY6159" fmla="*/ 2122456 h 2495550"/>
                <a:gd name="connsiteX6160" fmla="*/ 1355979 w 3219450"/>
                <a:gd name="connsiteY6160" fmla="*/ 2124361 h 2495550"/>
                <a:gd name="connsiteX6161" fmla="*/ 1355789 w 3219450"/>
                <a:gd name="connsiteY6161" fmla="*/ 2125504 h 2495550"/>
                <a:gd name="connsiteX6162" fmla="*/ 1355884 w 3219450"/>
                <a:gd name="connsiteY6162" fmla="*/ 2126075 h 2495550"/>
                <a:gd name="connsiteX6163" fmla="*/ 1356360 w 3219450"/>
                <a:gd name="connsiteY6163" fmla="*/ 2127028 h 2495550"/>
                <a:gd name="connsiteX6164" fmla="*/ 1356455 w 3219450"/>
                <a:gd name="connsiteY6164" fmla="*/ 2127599 h 2495550"/>
                <a:gd name="connsiteX6165" fmla="*/ 1356265 w 3219450"/>
                <a:gd name="connsiteY6165" fmla="*/ 2128266 h 2495550"/>
                <a:gd name="connsiteX6166" fmla="*/ 1355789 w 3219450"/>
                <a:gd name="connsiteY6166" fmla="*/ 2128933 h 2495550"/>
                <a:gd name="connsiteX6167" fmla="*/ 1352550 w 3219450"/>
                <a:gd name="connsiteY6167" fmla="*/ 2132362 h 2495550"/>
                <a:gd name="connsiteX6168" fmla="*/ 1350455 w 3219450"/>
                <a:gd name="connsiteY6168" fmla="*/ 2133410 h 2495550"/>
                <a:gd name="connsiteX6169" fmla="*/ 1350169 w 3219450"/>
                <a:gd name="connsiteY6169" fmla="*/ 2134172 h 2495550"/>
                <a:gd name="connsiteX6170" fmla="*/ 1350359 w 3219450"/>
                <a:gd name="connsiteY6170" fmla="*/ 2134553 h 2495550"/>
                <a:gd name="connsiteX6171" fmla="*/ 1350645 w 3219450"/>
                <a:gd name="connsiteY6171" fmla="*/ 2134934 h 2495550"/>
                <a:gd name="connsiteX6172" fmla="*/ 1350740 w 3219450"/>
                <a:gd name="connsiteY6172" fmla="*/ 2135600 h 2495550"/>
                <a:gd name="connsiteX6173" fmla="*/ 1350455 w 3219450"/>
                <a:gd name="connsiteY6173" fmla="*/ 2136267 h 2495550"/>
                <a:gd name="connsiteX6174" fmla="*/ 1349502 w 3219450"/>
                <a:gd name="connsiteY6174" fmla="*/ 2137410 h 2495550"/>
                <a:gd name="connsiteX6175" fmla="*/ 1349121 w 3219450"/>
                <a:gd name="connsiteY6175" fmla="*/ 2138077 h 2495550"/>
                <a:gd name="connsiteX6176" fmla="*/ 1348454 w 3219450"/>
                <a:gd name="connsiteY6176" fmla="*/ 2140839 h 2495550"/>
                <a:gd name="connsiteX6177" fmla="*/ 1348073 w 3219450"/>
                <a:gd name="connsiteY6177" fmla="*/ 2141696 h 2495550"/>
                <a:gd name="connsiteX6178" fmla="*/ 1346359 w 3219450"/>
                <a:gd name="connsiteY6178" fmla="*/ 2143982 h 2495550"/>
                <a:gd name="connsiteX6179" fmla="*/ 1345978 w 3219450"/>
                <a:gd name="connsiteY6179" fmla="*/ 2145125 h 2495550"/>
                <a:gd name="connsiteX6180" fmla="*/ 1346835 w 3219450"/>
                <a:gd name="connsiteY6180" fmla="*/ 2145983 h 2495550"/>
                <a:gd name="connsiteX6181" fmla="*/ 1345216 w 3219450"/>
                <a:gd name="connsiteY6181" fmla="*/ 2146840 h 2495550"/>
                <a:gd name="connsiteX6182" fmla="*/ 1346359 w 3219450"/>
                <a:gd name="connsiteY6182" fmla="*/ 2148078 h 2495550"/>
                <a:gd name="connsiteX6183" fmla="*/ 1348740 w 3219450"/>
                <a:gd name="connsiteY6183" fmla="*/ 2149221 h 2495550"/>
                <a:gd name="connsiteX6184" fmla="*/ 1350836 w 3219450"/>
                <a:gd name="connsiteY6184" fmla="*/ 2149793 h 2495550"/>
                <a:gd name="connsiteX6185" fmla="*/ 1354931 w 3219450"/>
                <a:gd name="connsiteY6185" fmla="*/ 2150174 h 2495550"/>
                <a:gd name="connsiteX6186" fmla="*/ 1356741 w 3219450"/>
                <a:gd name="connsiteY6186" fmla="*/ 2149983 h 2495550"/>
                <a:gd name="connsiteX6187" fmla="*/ 1359884 w 3219450"/>
                <a:gd name="connsiteY6187" fmla="*/ 2148650 h 2495550"/>
                <a:gd name="connsiteX6188" fmla="*/ 1360646 w 3219450"/>
                <a:gd name="connsiteY6188" fmla="*/ 2148554 h 2495550"/>
                <a:gd name="connsiteX6189" fmla="*/ 1363409 w 3219450"/>
                <a:gd name="connsiteY6189" fmla="*/ 2149697 h 2495550"/>
                <a:gd name="connsiteX6190" fmla="*/ 1364171 w 3219450"/>
                <a:gd name="connsiteY6190" fmla="*/ 2149793 h 2495550"/>
                <a:gd name="connsiteX6191" fmla="*/ 1365980 w 3219450"/>
                <a:gd name="connsiteY6191" fmla="*/ 2149602 h 2495550"/>
                <a:gd name="connsiteX6192" fmla="*/ 1370933 w 3219450"/>
                <a:gd name="connsiteY6192" fmla="*/ 2150840 h 2495550"/>
                <a:gd name="connsiteX6193" fmla="*/ 1371410 w 3219450"/>
                <a:gd name="connsiteY6193" fmla="*/ 2151126 h 2495550"/>
                <a:gd name="connsiteX6194" fmla="*/ 1371791 w 3219450"/>
                <a:gd name="connsiteY6194" fmla="*/ 2151602 h 2495550"/>
                <a:gd name="connsiteX6195" fmla="*/ 1372267 w 3219450"/>
                <a:gd name="connsiteY6195" fmla="*/ 2152555 h 2495550"/>
                <a:gd name="connsiteX6196" fmla="*/ 1372553 w 3219450"/>
                <a:gd name="connsiteY6196" fmla="*/ 2152841 h 2495550"/>
                <a:gd name="connsiteX6197" fmla="*/ 1373601 w 3219450"/>
                <a:gd name="connsiteY6197" fmla="*/ 2153412 h 2495550"/>
                <a:gd name="connsiteX6198" fmla="*/ 1374077 w 3219450"/>
                <a:gd name="connsiteY6198" fmla="*/ 2152936 h 2495550"/>
                <a:gd name="connsiteX6199" fmla="*/ 1374648 w 3219450"/>
                <a:gd name="connsiteY6199" fmla="*/ 2152174 h 2495550"/>
                <a:gd name="connsiteX6200" fmla="*/ 1375696 w 3219450"/>
                <a:gd name="connsiteY6200" fmla="*/ 2151602 h 2495550"/>
                <a:gd name="connsiteX6201" fmla="*/ 1376553 w 3219450"/>
                <a:gd name="connsiteY6201" fmla="*/ 2151793 h 2495550"/>
                <a:gd name="connsiteX6202" fmla="*/ 1379792 w 3219450"/>
                <a:gd name="connsiteY6202" fmla="*/ 2153412 h 2495550"/>
                <a:gd name="connsiteX6203" fmla="*/ 1380173 w 3219450"/>
                <a:gd name="connsiteY6203" fmla="*/ 2153793 h 2495550"/>
                <a:gd name="connsiteX6204" fmla="*/ 1380458 w 3219450"/>
                <a:gd name="connsiteY6204" fmla="*/ 2154269 h 2495550"/>
                <a:gd name="connsiteX6205" fmla="*/ 1380839 w 3219450"/>
                <a:gd name="connsiteY6205" fmla="*/ 2154555 h 2495550"/>
                <a:gd name="connsiteX6206" fmla="*/ 1381506 w 3219450"/>
                <a:gd name="connsiteY6206" fmla="*/ 2154460 h 2495550"/>
                <a:gd name="connsiteX6207" fmla="*/ 1381887 w 3219450"/>
                <a:gd name="connsiteY6207" fmla="*/ 2154079 h 2495550"/>
                <a:gd name="connsiteX6208" fmla="*/ 1381887 w 3219450"/>
                <a:gd name="connsiteY6208" fmla="*/ 2152936 h 2495550"/>
                <a:gd name="connsiteX6209" fmla="*/ 1382173 w 3219450"/>
                <a:gd name="connsiteY6209" fmla="*/ 2152460 h 2495550"/>
                <a:gd name="connsiteX6210" fmla="*/ 1383221 w 3219450"/>
                <a:gd name="connsiteY6210" fmla="*/ 2152269 h 2495550"/>
                <a:gd name="connsiteX6211" fmla="*/ 1387221 w 3219450"/>
                <a:gd name="connsiteY6211" fmla="*/ 2152936 h 2495550"/>
                <a:gd name="connsiteX6212" fmla="*/ 1386840 w 3219450"/>
                <a:gd name="connsiteY6212" fmla="*/ 2153698 h 2495550"/>
                <a:gd name="connsiteX6213" fmla="*/ 1386840 w 3219450"/>
                <a:gd name="connsiteY6213" fmla="*/ 2154460 h 2495550"/>
                <a:gd name="connsiteX6214" fmla="*/ 1387126 w 3219450"/>
                <a:gd name="connsiteY6214" fmla="*/ 2155222 h 2495550"/>
                <a:gd name="connsiteX6215" fmla="*/ 1387697 w 3219450"/>
                <a:gd name="connsiteY6215" fmla="*/ 2155793 h 2495550"/>
                <a:gd name="connsiteX6216" fmla="*/ 1388459 w 3219450"/>
                <a:gd name="connsiteY6216" fmla="*/ 2157603 h 2495550"/>
                <a:gd name="connsiteX6217" fmla="*/ 1387888 w 3219450"/>
                <a:gd name="connsiteY6217" fmla="*/ 2159794 h 2495550"/>
                <a:gd name="connsiteX6218" fmla="*/ 1386078 w 3219450"/>
                <a:gd name="connsiteY6218" fmla="*/ 2163890 h 2495550"/>
                <a:gd name="connsiteX6219" fmla="*/ 1385983 w 3219450"/>
                <a:gd name="connsiteY6219" fmla="*/ 2165128 h 2495550"/>
                <a:gd name="connsiteX6220" fmla="*/ 1386173 w 3219450"/>
                <a:gd name="connsiteY6220" fmla="*/ 2166080 h 2495550"/>
                <a:gd name="connsiteX6221" fmla="*/ 1387031 w 3219450"/>
                <a:gd name="connsiteY6221" fmla="*/ 2168081 h 2495550"/>
                <a:gd name="connsiteX6222" fmla="*/ 1387602 w 3219450"/>
                <a:gd name="connsiteY6222" fmla="*/ 2171224 h 2495550"/>
                <a:gd name="connsiteX6223" fmla="*/ 1388174 w 3219450"/>
                <a:gd name="connsiteY6223" fmla="*/ 2172176 h 2495550"/>
                <a:gd name="connsiteX6224" fmla="*/ 1390079 w 3219450"/>
                <a:gd name="connsiteY6224" fmla="*/ 2173224 h 2495550"/>
                <a:gd name="connsiteX6225" fmla="*/ 1394555 w 3219450"/>
                <a:gd name="connsiteY6225" fmla="*/ 2173319 h 2495550"/>
                <a:gd name="connsiteX6226" fmla="*/ 1396556 w 3219450"/>
                <a:gd name="connsiteY6226" fmla="*/ 2173891 h 2495550"/>
                <a:gd name="connsiteX6227" fmla="*/ 1397318 w 3219450"/>
                <a:gd name="connsiteY6227" fmla="*/ 2174558 h 2495550"/>
                <a:gd name="connsiteX6228" fmla="*/ 1397699 w 3219450"/>
                <a:gd name="connsiteY6228" fmla="*/ 2174939 h 2495550"/>
                <a:gd name="connsiteX6229" fmla="*/ 1397889 w 3219450"/>
                <a:gd name="connsiteY6229" fmla="*/ 2175224 h 2495550"/>
                <a:gd name="connsiteX6230" fmla="*/ 1397794 w 3219450"/>
                <a:gd name="connsiteY6230" fmla="*/ 2175701 h 2495550"/>
                <a:gd name="connsiteX6231" fmla="*/ 1397413 w 3219450"/>
                <a:gd name="connsiteY6231" fmla="*/ 2175891 h 2495550"/>
                <a:gd name="connsiteX6232" fmla="*/ 1396841 w 3219450"/>
                <a:gd name="connsiteY6232" fmla="*/ 2175986 h 2495550"/>
                <a:gd name="connsiteX6233" fmla="*/ 1396270 w 3219450"/>
                <a:gd name="connsiteY6233" fmla="*/ 2176272 h 2495550"/>
                <a:gd name="connsiteX6234" fmla="*/ 1395603 w 3219450"/>
                <a:gd name="connsiteY6234" fmla="*/ 2177034 h 2495550"/>
                <a:gd name="connsiteX6235" fmla="*/ 1395127 w 3219450"/>
                <a:gd name="connsiteY6235" fmla="*/ 2177987 h 2495550"/>
                <a:gd name="connsiteX6236" fmla="*/ 1394841 w 3219450"/>
                <a:gd name="connsiteY6236" fmla="*/ 2178939 h 2495550"/>
                <a:gd name="connsiteX6237" fmla="*/ 1394651 w 3219450"/>
                <a:gd name="connsiteY6237" fmla="*/ 2179701 h 2495550"/>
                <a:gd name="connsiteX6238" fmla="*/ 1394651 w 3219450"/>
                <a:gd name="connsiteY6238" fmla="*/ 2180654 h 2495550"/>
                <a:gd name="connsiteX6239" fmla="*/ 1394841 w 3219450"/>
                <a:gd name="connsiteY6239" fmla="*/ 2181892 h 2495550"/>
                <a:gd name="connsiteX6240" fmla="*/ 1395222 w 3219450"/>
                <a:gd name="connsiteY6240" fmla="*/ 2183035 h 2495550"/>
                <a:gd name="connsiteX6241" fmla="*/ 1395794 w 3219450"/>
                <a:gd name="connsiteY6241" fmla="*/ 2183797 h 2495550"/>
                <a:gd name="connsiteX6242" fmla="*/ 1396841 w 3219450"/>
                <a:gd name="connsiteY6242" fmla="*/ 2184559 h 2495550"/>
                <a:gd name="connsiteX6243" fmla="*/ 1398651 w 3219450"/>
                <a:gd name="connsiteY6243" fmla="*/ 2187131 h 2495550"/>
                <a:gd name="connsiteX6244" fmla="*/ 1399985 w 3219450"/>
                <a:gd name="connsiteY6244" fmla="*/ 2187607 h 2495550"/>
                <a:gd name="connsiteX6245" fmla="*/ 1400556 w 3219450"/>
                <a:gd name="connsiteY6245" fmla="*/ 2187321 h 2495550"/>
                <a:gd name="connsiteX6246" fmla="*/ 1402271 w 3219450"/>
                <a:gd name="connsiteY6246" fmla="*/ 2185988 h 2495550"/>
                <a:gd name="connsiteX6247" fmla="*/ 1403033 w 3219450"/>
                <a:gd name="connsiteY6247" fmla="*/ 2185607 h 2495550"/>
                <a:gd name="connsiteX6248" fmla="*/ 1404652 w 3219450"/>
                <a:gd name="connsiteY6248" fmla="*/ 2185035 h 2495550"/>
                <a:gd name="connsiteX6249" fmla="*/ 1405414 w 3219450"/>
                <a:gd name="connsiteY6249" fmla="*/ 2184559 h 2495550"/>
                <a:gd name="connsiteX6250" fmla="*/ 1406081 w 3219450"/>
                <a:gd name="connsiteY6250" fmla="*/ 2183892 h 2495550"/>
                <a:gd name="connsiteX6251" fmla="*/ 1406081 w 3219450"/>
                <a:gd name="connsiteY6251" fmla="*/ 2183892 h 2495550"/>
                <a:gd name="connsiteX6252" fmla="*/ 1406081 w 3219450"/>
                <a:gd name="connsiteY6252" fmla="*/ 2183892 h 2495550"/>
                <a:gd name="connsiteX6253" fmla="*/ 1406081 w 3219450"/>
                <a:gd name="connsiteY6253" fmla="*/ 2183892 h 2495550"/>
                <a:gd name="connsiteX6254" fmla="*/ 1406747 w 3219450"/>
                <a:gd name="connsiteY6254" fmla="*/ 2182940 h 2495550"/>
                <a:gd name="connsiteX6255" fmla="*/ 1407414 w 3219450"/>
                <a:gd name="connsiteY6255" fmla="*/ 2182273 h 2495550"/>
                <a:gd name="connsiteX6256" fmla="*/ 1408176 w 3219450"/>
                <a:gd name="connsiteY6256" fmla="*/ 2181892 h 2495550"/>
                <a:gd name="connsiteX6257" fmla="*/ 1409319 w 3219450"/>
                <a:gd name="connsiteY6257" fmla="*/ 2181797 h 2495550"/>
                <a:gd name="connsiteX6258" fmla="*/ 1410367 w 3219450"/>
                <a:gd name="connsiteY6258" fmla="*/ 2181987 h 2495550"/>
                <a:gd name="connsiteX6259" fmla="*/ 1411224 w 3219450"/>
                <a:gd name="connsiteY6259" fmla="*/ 2182463 h 2495550"/>
                <a:gd name="connsiteX6260" fmla="*/ 1412843 w 3219450"/>
                <a:gd name="connsiteY6260" fmla="*/ 2183797 h 2495550"/>
                <a:gd name="connsiteX6261" fmla="*/ 1413129 w 3219450"/>
                <a:gd name="connsiteY6261" fmla="*/ 2184749 h 2495550"/>
                <a:gd name="connsiteX6262" fmla="*/ 1413605 w 3219450"/>
                <a:gd name="connsiteY6262" fmla="*/ 2185607 h 2495550"/>
                <a:gd name="connsiteX6263" fmla="*/ 1414272 w 3219450"/>
                <a:gd name="connsiteY6263" fmla="*/ 2186083 h 2495550"/>
                <a:gd name="connsiteX6264" fmla="*/ 1415225 w 3219450"/>
                <a:gd name="connsiteY6264" fmla="*/ 2185988 h 2495550"/>
                <a:gd name="connsiteX6265" fmla="*/ 1416463 w 3219450"/>
                <a:gd name="connsiteY6265" fmla="*/ 2185702 h 2495550"/>
                <a:gd name="connsiteX6266" fmla="*/ 1419035 w 3219450"/>
                <a:gd name="connsiteY6266" fmla="*/ 2186178 h 2495550"/>
                <a:gd name="connsiteX6267" fmla="*/ 1420368 w 3219450"/>
                <a:gd name="connsiteY6267" fmla="*/ 2186083 h 2495550"/>
                <a:gd name="connsiteX6268" fmla="*/ 1423035 w 3219450"/>
                <a:gd name="connsiteY6268" fmla="*/ 2185321 h 2495550"/>
                <a:gd name="connsiteX6269" fmla="*/ 1424273 w 3219450"/>
                <a:gd name="connsiteY6269" fmla="*/ 2184749 h 2495550"/>
                <a:gd name="connsiteX6270" fmla="*/ 1425131 w 3219450"/>
                <a:gd name="connsiteY6270" fmla="*/ 2183892 h 2495550"/>
                <a:gd name="connsiteX6271" fmla="*/ 1425131 w 3219450"/>
                <a:gd name="connsiteY6271" fmla="*/ 2183892 h 2495550"/>
                <a:gd name="connsiteX6272" fmla="*/ 1425131 w 3219450"/>
                <a:gd name="connsiteY6272" fmla="*/ 2183892 h 2495550"/>
                <a:gd name="connsiteX6273" fmla="*/ 1425131 w 3219450"/>
                <a:gd name="connsiteY6273" fmla="*/ 2183892 h 2495550"/>
                <a:gd name="connsiteX6274" fmla="*/ 1427321 w 3219450"/>
                <a:gd name="connsiteY6274" fmla="*/ 2182749 h 2495550"/>
                <a:gd name="connsiteX6275" fmla="*/ 1430084 w 3219450"/>
                <a:gd name="connsiteY6275" fmla="*/ 2179701 h 2495550"/>
                <a:gd name="connsiteX6276" fmla="*/ 1432179 w 3219450"/>
                <a:gd name="connsiteY6276" fmla="*/ 2176558 h 2495550"/>
                <a:gd name="connsiteX6277" fmla="*/ 1434179 w 3219450"/>
                <a:gd name="connsiteY6277" fmla="*/ 2174748 h 2495550"/>
                <a:gd name="connsiteX6278" fmla="*/ 1436465 w 3219450"/>
                <a:gd name="connsiteY6278" fmla="*/ 2173605 h 2495550"/>
                <a:gd name="connsiteX6279" fmla="*/ 1441609 w 3219450"/>
                <a:gd name="connsiteY6279" fmla="*/ 2172081 h 2495550"/>
                <a:gd name="connsiteX6280" fmla="*/ 1442561 w 3219450"/>
                <a:gd name="connsiteY6280" fmla="*/ 2171700 h 2495550"/>
                <a:gd name="connsiteX6281" fmla="*/ 1445228 w 3219450"/>
                <a:gd name="connsiteY6281" fmla="*/ 2169795 h 2495550"/>
                <a:gd name="connsiteX6282" fmla="*/ 1445895 w 3219450"/>
                <a:gd name="connsiteY6282" fmla="*/ 2169319 h 2495550"/>
                <a:gd name="connsiteX6283" fmla="*/ 1446562 w 3219450"/>
                <a:gd name="connsiteY6283" fmla="*/ 2168938 h 2495550"/>
                <a:gd name="connsiteX6284" fmla="*/ 1447324 w 3219450"/>
                <a:gd name="connsiteY6284" fmla="*/ 2168652 h 2495550"/>
                <a:gd name="connsiteX6285" fmla="*/ 1449229 w 3219450"/>
                <a:gd name="connsiteY6285" fmla="*/ 2169033 h 2495550"/>
                <a:gd name="connsiteX6286" fmla="*/ 1449514 w 3219450"/>
                <a:gd name="connsiteY6286" fmla="*/ 2169890 h 2495550"/>
                <a:gd name="connsiteX6287" fmla="*/ 1449705 w 3219450"/>
                <a:gd name="connsiteY6287" fmla="*/ 2172653 h 2495550"/>
                <a:gd name="connsiteX6288" fmla="*/ 1450181 w 3219450"/>
                <a:gd name="connsiteY6288" fmla="*/ 2173224 h 2495550"/>
                <a:gd name="connsiteX6289" fmla="*/ 1450848 w 3219450"/>
                <a:gd name="connsiteY6289" fmla="*/ 2173700 h 2495550"/>
                <a:gd name="connsiteX6290" fmla="*/ 1451515 w 3219450"/>
                <a:gd name="connsiteY6290" fmla="*/ 2174748 h 2495550"/>
                <a:gd name="connsiteX6291" fmla="*/ 1451896 w 3219450"/>
                <a:gd name="connsiteY6291" fmla="*/ 2175891 h 2495550"/>
                <a:gd name="connsiteX6292" fmla="*/ 1451801 w 3219450"/>
                <a:gd name="connsiteY6292" fmla="*/ 2176748 h 2495550"/>
                <a:gd name="connsiteX6293" fmla="*/ 1452182 w 3219450"/>
                <a:gd name="connsiteY6293" fmla="*/ 2177415 h 2495550"/>
                <a:gd name="connsiteX6294" fmla="*/ 1451896 w 3219450"/>
                <a:gd name="connsiteY6294" fmla="*/ 2178082 h 2495550"/>
                <a:gd name="connsiteX6295" fmla="*/ 1451420 w 3219450"/>
                <a:gd name="connsiteY6295" fmla="*/ 2178844 h 2495550"/>
                <a:gd name="connsiteX6296" fmla="*/ 1451229 w 3219450"/>
                <a:gd name="connsiteY6296" fmla="*/ 2179892 h 2495550"/>
                <a:gd name="connsiteX6297" fmla="*/ 1451515 w 3219450"/>
                <a:gd name="connsiteY6297" fmla="*/ 2180749 h 2495550"/>
                <a:gd name="connsiteX6298" fmla="*/ 1452372 w 3219450"/>
                <a:gd name="connsiteY6298" fmla="*/ 2180844 h 2495550"/>
                <a:gd name="connsiteX6299" fmla="*/ 1453039 w 3219450"/>
                <a:gd name="connsiteY6299" fmla="*/ 2181797 h 2495550"/>
                <a:gd name="connsiteX6300" fmla="*/ 1453134 w 3219450"/>
                <a:gd name="connsiteY6300" fmla="*/ 2183416 h 2495550"/>
                <a:gd name="connsiteX6301" fmla="*/ 1452086 w 3219450"/>
                <a:gd name="connsiteY6301" fmla="*/ 2187988 h 2495550"/>
                <a:gd name="connsiteX6302" fmla="*/ 1452277 w 3219450"/>
                <a:gd name="connsiteY6302" fmla="*/ 2189226 h 2495550"/>
                <a:gd name="connsiteX6303" fmla="*/ 1452658 w 3219450"/>
                <a:gd name="connsiteY6303" fmla="*/ 2189512 h 2495550"/>
                <a:gd name="connsiteX6304" fmla="*/ 1454182 w 3219450"/>
                <a:gd name="connsiteY6304" fmla="*/ 2190369 h 2495550"/>
                <a:gd name="connsiteX6305" fmla="*/ 1455134 w 3219450"/>
                <a:gd name="connsiteY6305" fmla="*/ 2191036 h 2495550"/>
                <a:gd name="connsiteX6306" fmla="*/ 1455325 w 3219450"/>
                <a:gd name="connsiteY6306" fmla="*/ 2191036 h 2495550"/>
                <a:gd name="connsiteX6307" fmla="*/ 1455420 w 3219450"/>
                <a:gd name="connsiteY6307" fmla="*/ 2191036 h 2495550"/>
                <a:gd name="connsiteX6308" fmla="*/ 1455515 w 3219450"/>
                <a:gd name="connsiteY6308" fmla="*/ 2191512 h 2495550"/>
                <a:gd name="connsiteX6309" fmla="*/ 1454849 w 3219450"/>
                <a:gd name="connsiteY6309" fmla="*/ 2193131 h 2495550"/>
                <a:gd name="connsiteX6310" fmla="*/ 1454087 w 3219450"/>
                <a:gd name="connsiteY6310" fmla="*/ 2194274 h 2495550"/>
                <a:gd name="connsiteX6311" fmla="*/ 1454182 w 3219450"/>
                <a:gd name="connsiteY6311" fmla="*/ 2194655 h 2495550"/>
                <a:gd name="connsiteX6312" fmla="*/ 1454658 w 3219450"/>
                <a:gd name="connsiteY6312" fmla="*/ 2195132 h 2495550"/>
                <a:gd name="connsiteX6313" fmla="*/ 1454753 w 3219450"/>
                <a:gd name="connsiteY6313" fmla="*/ 2195322 h 2495550"/>
                <a:gd name="connsiteX6314" fmla="*/ 1454658 w 3219450"/>
                <a:gd name="connsiteY6314" fmla="*/ 2196084 h 2495550"/>
                <a:gd name="connsiteX6315" fmla="*/ 1454087 w 3219450"/>
                <a:gd name="connsiteY6315" fmla="*/ 2198180 h 2495550"/>
                <a:gd name="connsiteX6316" fmla="*/ 1454658 w 3219450"/>
                <a:gd name="connsiteY6316" fmla="*/ 2198846 h 2495550"/>
                <a:gd name="connsiteX6317" fmla="*/ 1455420 w 3219450"/>
                <a:gd name="connsiteY6317" fmla="*/ 2200370 h 2495550"/>
                <a:gd name="connsiteX6318" fmla="*/ 1455896 w 3219450"/>
                <a:gd name="connsiteY6318" fmla="*/ 2201132 h 2495550"/>
                <a:gd name="connsiteX6319" fmla="*/ 1456658 w 3219450"/>
                <a:gd name="connsiteY6319" fmla="*/ 2201894 h 2495550"/>
                <a:gd name="connsiteX6320" fmla="*/ 1457516 w 3219450"/>
                <a:gd name="connsiteY6320" fmla="*/ 2202180 h 2495550"/>
                <a:gd name="connsiteX6321" fmla="*/ 1458468 w 3219450"/>
                <a:gd name="connsiteY6321" fmla="*/ 2202085 h 2495550"/>
                <a:gd name="connsiteX6322" fmla="*/ 1459611 w 3219450"/>
                <a:gd name="connsiteY6322" fmla="*/ 2201609 h 2495550"/>
                <a:gd name="connsiteX6323" fmla="*/ 1462183 w 3219450"/>
                <a:gd name="connsiteY6323" fmla="*/ 2199894 h 2495550"/>
                <a:gd name="connsiteX6324" fmla="*/ 1463231 w 3219450"/>
                <a:gd name="connsiteY6324" fmla="*/ 2199513 h 2495550"/>
                <a:gd name="connsiteX6325" fmla="*/ 1469231 w 3219450"/>
                <a:gd name="connsiteY6325" fmla="*/ 2198370 h 2495550"/>
                <a:gd name="connsiteX6326" fmla="*/ 1470374 w 3219450"/>
                <a:gd name="connsiteY6326" fmla="*/ 2198370 h 2495550"/>
                <a:gd name="connsiteX6327" fmla="*/ 1471518 w 3219450"/>
                <a:gd name="connsiteY6327" fmla="*/ 2198561 h 2495550"/>
                <a:gd name="connsiteX6328" fmla="*/ 1473327 w 3219450"/>
                <a:gd name="connsiteY6328" fmla="*/ 2199132 h 2495550"/>
                <a:gd name="connsiteX6329" fmla="*/ 1473708 w 3219450"/>
                <a:gd name="connsiteY6329" fmla="*/ 2199132 h 2495550"/>
                <a:gd name="connsiteX6330" fmla="*/ 1473899 w 3219450"/>
                <a:gd name="connsiteY6330" fmla="*/ 2199323 h 2495550"/>
                <a:gd name="connsiteX6331" fmla="*/ 1474089 w 3219450"/>
                <a:gd name="connsiteY6331" fmla="*/ 2199989 h 2495550"/>
                <a:gd name="connsiteX6332" fmla="*/ 1473994 w 3219450"/>
                <a:gd name="connsiteY6332" fmla="*/ 2200466 h 2495550"/>
                <a:gd name="connsiteX6333" fmla="*/ 1473708 w 3219450"/>
                <a:gd name="connsiteY6333" fmla="*/ 2201037 h 2495550"/>
                <a:gd name="connsiteX6334" fmla="*/ 1473518 w 3219450"/>
                <a:gd name="connsiteY6334" fmla="*/ 2201609 h 2495550"/>
                <a:gd name="connsiteX6335" fmla="*/ 1473708 w 3219450"/>
                <a:gd name="connsiteY6335" fmla="*/ 2202180 h 2495550"/>
                <a:gd name="connsiteX6336" fmla="*/ 1474470 w 3219450"/>
                <a:gd name="connsiteY6336" fmla="*/ 2202275 h 2495550"/>
                <a:gd name="connsiteX6337" fmla="*/ 1476566 w 3219450"/>
                <a:gd name="connsiteY6337" fmla="*/ 2201418 h 2495550"/>
                <a:gd name="connsiteX6338" fmla="*/ 1477613 w 3219450"/>
                <a:gd name="connsiteY6338" fmla="*/ 2201418 h 2495550"/>
                <a:gd name="connsiteX6339" fmla="*/ 1478376 w 3219450"/>
                <a:gd name="connsiteY6339" fmla="*/ 2202085 h 2495550"/>
                <a:gd name="connsiteX6340" fmla="*/ 1479328 w 3219450"/>
                <a:gd name="connsiteY6340" fmla="*/ 2203799 h 2495550"/>
                <a:gd name="connsiteX6341" fmla="*/ 1480185 w 3219450"/>
                <a:gd name="connsiteY6341" fmla="*/ 2204371 h 2495550"/>
                <a:gd name="connsiteX6342" fmla="*/ 1480947 w 3219450"/>
                <a:gd name="connsiteY6342" fmla="*/ 2204371 h 2495550"/>
                <a:gd name="connsiteX6343" fmla="*/ 1481995 w 3219450"/>
                <a:gd name="connsiteY6343" fmla="*/ 2204180 h 2495550"/>
                <a:gd name="connsiteX6344" fmla="*/ 1482947 w 3219450"/>
                <a:gd name="connsiteY6344" fmla="*/ 2203895 h 2495550"/>
                <a:gd name="connsiteX6345" fmla="*/ 1483519 w 3219450"/>
                <a:gd name="connsiteY6345" fmla="*/ 2203514 h 2495550"/>
                <a:gd name="connsiteX6346" fmla="*/ 1483614 w 3219450"/>
                <a:gd name="connsiteY6346" fmla="*/ 2202942 h 2495550"/>
                <a:gd name="connsiteX6347" fmla="*/ 1483709 w 3219450"/>
                <a:gd name="connsiteY6347" fmla="*/ 2202371 h 2495550"/>
                <a:gd name="connsiteX6348" fmla="*/ 1483328 w 3219450"/>
                <a:gd name="connsiteY6348" fmla="*/ 2201609 h 2495550"/>
                <a:gd name="connsiteX6349" fmla="*/ 1483138 w 3219450"/>
                <a:gd name="connsiteY6349" fmla="*/ 2200942 h 2495550"/>
                <a:gd name="connsiteX6350" fmla="*/ 1483900 w 3219450"/>
                <a:gd name="connsiteY6350" fmla="*/ 2200275 h 2495550"/>
                <a:gd name="connsiteX6351" fmla="*/ 1485043 w 3219450"/>
                <a:gd name="connsiteY6351" fmla="*/ 2200561 h 2495550"/>
                <a:gd name="connsiteX6352" fmla="*/ 1485519 w 3219450"/>
                <a:gd name="connsiteY6352" fmla="*/ 2200466 h 2495550"/>
                <a:gd name="connsiteX6353" fmla="*/ 1485900 w 3219450"/>
                <a:gd name="connsiteY6353" fmla="*/ 2200180 h 2495550"/>
                <a:gd name="connsiteX6354" fmla="*/ 1486186 w 3219450"/>
                <a:gd name="connsiteY6354" fmla="*/ 2199799 h 2495550"/>
                <a:gd name="connsiteX6355" fmla="*/ 1486281 w 3219450"/>
                <a:gd name="connsiteY6355" fmla="*/ 2199513 h 2495550"/>
                <a:gd name="connsiteX6356" fmla="*/ 1486376 w 3219450"/>
                <a:gd name="connsiteY6356" fmla="*/ 2199323 h 2495550"/>
                <a:gd name="connsiteX6357" fmla="*/ 1486376 w 3219450"/>
                <a:gd name="connsiteY6357" fmla="*/ 2198751 h 2495550"/>
                <a:gd name="connsiteX6358" fmla="*/ 1486186 w 3219450"/>
                <a:gd name="connsiteY6358" fmla="*/ 2197989 h 2495550"/>
                <a:gd name="connsiteX6359" fmla="*/ 1485805 w 3219450"/>
                <a:gd name="connsiteY6359" fmla="*/ 2197418 h 2495550"/>
                <a:gd name="connsiteX6360" fmla="*/ 1485233 w 3219450"/>
                <a:gd name="connsiteY6360" fmla="*/ 2196941 h 2495550"/>
                <a:gd name="connsiteX6361" fmla="*/ 1484567 w 3219450"/>
                <a:gd name="connsiteY6361" fmla="*/ 2196560 h 2495550"/>
                <a:gd name="connsiteX6362" fmla="*/ 1481804 w 3219450"/>
                <a:gd name="connsiteY6362" fmla="*/ 2195513 h 2495550"/>
                <a:gd name="connsiteX6363" fmla="*/ 1481043 w 3219450"/>
                <a:gd name="connsiteY6363" fmla="*/ 2194846 h 2495550"/>
                <a:gd name="connsiteX6364" fmla="*/ 1480661 w 3219450"/>
                <a:gd name="connsiteY6364" fmla="*/ 2193893 h 2495550"/>
                <a:gd name="connsiteX6365" fmla="*/ 1480661 w 3219450"/>
                <a:gd name="connsiteY6365" fmla="*/ 2192941 h 2495550"/>
                <a:gd name="connsiteX6366" fmla="*/ 1481233 w 3219450"/>
                <a:gd name="connsiteY6366" fmla="*/ 2190845 h 2495550"/>
                <a:gd name="connsiteX6367" fmla="*/ 1481423 w 3219450"/>
                <a:gd name="connsiteY6367" fmla="*/ 2185321 h 2495550"/>
                <a:gd name="connsiteX6368" fmla="*/ 1482185 w 3219450"/>
                <a:gd name="connsiteY6368" fmla="*/ 2184083 h 2495550"/>
                <a:gd name="connsiteX6369" fmla="*/ 1482376 w 3219450"/>
                <a:gd name="connsiteY6369" fmla="*/ 2183035 h 2495550"/>
                <a:gd name="connsiteX6370" fmla="*/ 1481709 w 3219450"/>
                <a:gd name="connsiteY6370" fmla="*/ 2180749 h 2495550"/>
                <a:gd name="connsiteX6371" fmla="*/ 1481804 w 3219450"/>
                <a:gd name="connsiteY6371" fmla="*/ 2179796 h 2495550"/>
                <a:gd name="connsiteX6372" fmla="*/ 1482566 w 3219450"/>
                <a:gd name="connsiteY6372" fmla="*/ 2179320 h 2495550"/>
                <a:gd name="connsiteX6373" fmla="*/ 1483709 w 3219450"/>
                <a:gd name="connsiteY6373" fmla="*/ 2179130 h 2495550"/>
                <a:gd name="connsiteX6374" fmla="*/ 1484852 w 3219450"/>
                <a:gd name="connsiteY6374" fmla="*/ 2178844 h 2495550"/>
                <a:gd name="connsiteX6375" fmla="*/ 1485519 w 3219450"/>
                <a:gd name="connsiteY6375" fmla="*/ 2177796 h 2495550"/>
                <a:gd name="connsiteX6376" fmla="*/ 1485424 w 3219450"/>
                <a:gd name="connsiteY6376" fmla="*/ 2176653 h 2495550"/>
                <a:gd name="connsiteX6377" fmla="*/ 1484662 w 3219450"/>
                <a:gd name="connsiteY6377" fmla="*/ 2176177 h 2495550"/>
                <a:gd name="connsiteX6378" fmla="*/ 1483709 w 3219450"/>
                <a:gd name="connsiteY6378" fmla="*/ 2175891 h 2495550"/>
                <a:gd name="connsiteX6379" fmla="*/ 1482947 w 3219450"/>
                <a:gd name="connsiteY6379" fmla="*/ 2175320 h 2495550"/>
                <a:gd name="connsiteX6380" fmla="*/ 1482757 w 3219450"/>
                <a:gd name="connsiteY6380" fmla="*/ 2174748 h 2495550"/>
                <a:gd name="connsiteX6381" fmla="*/ 1482947 w 3219450"/>
                <a:gd name="connsiteY6381" fmla="*/ 2173605 h 2495550"/>
                <a:gd name="connsiteX6382" fmla="*/ 1482947 w 3219450"/>
                <a:gd name="connsiteY6382" fmla="*/ 2173034 h 2495550"/>
                <a:gd name="connsiteX6383" fmla="*/ 1482662 w 3219450"/>
                <a:gd name="connsiteY6383" fmla="*/ 2172557 h 2495550"/>
                <a:gd name="connsiteX6384" fmla="*/ 1481804 w 3219450"/>
                <a:gd name="connsiteY6384" fmla="*/ 2171795 h 2495550"/>
                <a:gd name="connsiteX6385" fmla="*/ 1481614 w 3219450"/>
                <a:gd name="connsiteY6385" fmla="*/ 2171414 h 2495550"/>
                <a:gd name="connsiteX6386" fmla="*/ 1481614 w 3219450"/>
                <a:gd name="connsiteY6386" fmla="*/ 2170557 h 2495550"/>
                <a:gd name="connsiteX6387" fmla="*/ 1481804 w 3219450"/>
                <a:gd name="connsiteY6387" fmla="*/ 2169509 h 2495550"/>
                <a:gd name="connsiteX6388" fmla="*/ 1482852 w 3219450"/>
                <a:gd name="connsiteY6388" fmla="*/ 2166366 h 2495550"/>
                <a:gd name="connsiteX6389" fmla="*/ 1482852 w 3219450"/>
                <a:gd name="connsiteY6389" fmla="*/ 2165795 h 2495550"/>
                <a:gd name="connsiteX6390" fmla="*/ 1481519 w 3219450"/>
                <a:gd name="connsiteY6390" fmla="*/ 2164556 h 2495550"/>
                <a:gd name="connsiteX6391" fmla="*/ 1481233 w 3219450"/>
                <a:gd name="connsiteY6391" fmla="*/ 2164175 h 2495550"/>
                <a:gd name="connsiteX6392" fmla="*/ 1480566 w 3219450"/>
                <a:gd name="connsiteY6392" fmla="*/ 2162747 h 2495550"/>
                <a:gd name="connsiteX6393" fmla="*/ 1479328 w 3219450"/>
                <a:gd name="connsiteY6393" fmla="*/ 2161127 h 2495550"/>
                <a:gd name="connsiteX6394" fmla="*/ 1479137 w 3219450"/>
                <a:gd name="connsiteY6394" fmla="*/ 2160651 h 2495550"/>
                <a:gd name="connsiteX6395" fmla="*/ 1479137 w 3219450"/>
                <a:gd name="connsiteY6395" fmla="*/ 2160175 h 2495550"/>
                <a:gd name="connsiteX6396" fmla="*/ 1479042 w 3219450"/>
                <a:gd name="connsiteY6396" fmla="*/ 2159699 h 2495550"/>
                <a:gd name="connsiteX6397" fmla="*/ 1478661 w 3219450"/>
                <a:gd name="connsiteY6397" fmla="*/ 2159222 h 2495550"/>
                <a:gd name="connsiteX6398" fmla="*/ 1476756 w 3219450"/>
                <a:gd name="connsiteY6398" fmla="*/ 2158651 h 2495550"/>
                <a:gd name="connsiteX6399" fmla="*/ 1475613 w 3219450"/>
                <a:gd name="connsiteY6399" fmla="*/ 2157889 h 2495550"/>
                <a:gd name="connsiteX6400" fmla="*/ 1475137 w 3219450"/>
                <a:gd name="connsiteY6400" fmla="*/ 2157127 h 2495550"/>
                <a:gd name="connsiteX6401" fmla="*/ 1474756 w 3219450"/>
                <a:gd name="connsiteY6401" fmla="*/ 2154841 h 2495550"/>
                <a:gd name="connsiteX6402" fmla="*/ 1474280 w 3219450"/>
                <a:gd name="connsiteY6402" fmla="*/ 2153698 h 2495550"/>
                <a:gd name="connsiteX6403" fmla="*/ 1472851 w 3219450"/>
                <a:gd name="connsiteY6403" fmla="*/ 2151317 h 2495550"/>
                <a:gd name="connsiteX6404" fmla="*/ 1472375 w 3219450"/>
                <a:gd name="connsiteY6404" fmla="*/ 2150174 h 2495550"/>
                <a:gd name="connsiteX6405" fmla="*/ 1472375 w 3219450"/>
                <a:gd name="connsiteY6405" fmla="*/ 2148935 h 2495550"/>
                <a:gd name="connsiteX6406" fmla="*/ 1472756 w 3219450"/>
                <a:gd name="connsiteY6406" fmla="*/ 2147983 h 2495550"/>
                <a:gd name="connsiteX6407" fmla="*/ 1473041 w 3219450"/>
                <a:gd name="connsiteY6407" fmla="*/ 2146935 h 2495550"/>
                <a:gd name="connsiteX6408" fmla="*/ 1472756 w 3219450"/>
                <a:gd name="connsiteY6408" fmla="*/ 2145411 h 2495550"/>
                <a:gd name="connsiteX6409" fmla="*/ 1472089 w 3219450"/>
                <a:gd name="connsiteY6409" fmla="*/ 2144459 h 2495550"/>
                <a:gd name="connsiteX6410" fmla="*/ 1470470 w 3219450"/>
                <a:gd name="connsiteY6410" fmla="*/ 2142458 h 2495550"/>
                <a:gd name="connsiteX6411" fmla="*/ 1470374 w 3219450"/>
                <a:gd name="connsiteY6411" fmla="*/ 2141506 h 2495550"/>
                <a:gd name="connsiteX6412" fmla="*/ 1471232 w 3219450"/>
                <a:gd name="connsiteY6412" fmla="*/ 2140458 h 2495550"/>
                <a:gd name="connsiteX6413" fmla="*/ 1471708 w 3219450"/>
                <a:gd name="connsiteY6413" fmla="*/ 2139982 h 2495550"/>
                <a:gd name="connsiteX6414" fmla="*/ 1472279 w 3219450"/>
                <a:gd name="connsiteY6414" fmla="*/ 2139696 h 2495550"/>
                <a:gd name="connsiteX6415" fmla="*/ 1472946 w 3219450"/>
                <a:gd name="connsiteY6415" fmla="*/ 2139696 h 2495550"/>
                <a:gd name="connsiteX6416" fmla="*/ 1473613 w 3219450"/>
                <a:gd name="connsiteY6416" fmla="*/ 2139887 h 2495550"/>
                <a:gd name="connsiteX6417" fmla="*/ 1474280 w 3219450"/>
                <a:gd name="connsiteY6417" fmla="*/ 2139982 h 2495550"/>
                <a:gd name="connsiteX6418" fmla="*/ 1474946 w 3219450"/>
                <a:gd name="connsiteY6418" fmla="*/ 2139696 h 2495550"/>
                <a:gd name="connsiteX6419" fmla="*/ 1475232 w 3219450"/>
                <a:gd name="connsiteY6419" fmla="*/ 2139220 h 2495550"/>
                <a:gd name="connsiteX6420" fmla="*/ 1475994 w 3219450"/>
                <a:gd name="connsiteY6420" fmla="*/ 2136839 h 2495550"/>
                <a:gd name="connsiteX6421" fmla="*/ 1476089 w 3219450"/>
                <a:gd name="connsiteY6421" fmla="*/ 2135981 h 2495550"/>
                <a:gd name="connsiteX6422" fmla="*/ 1476185 w 3219450"/>
                <a:gd name="connsiteY6422" fmla="*/ 2135696 h 2495550"/>
                <a:gd name="connsiteX6423" fmla="*/ 1477137 w 3219450"/>
                <a:gd name="connsiteY6423" fmla="*/ 2134743 h 2495550"/>
                <a:gd name="connsiteX6424" fmla="*/ 1477232 w 3219450"/>
                <a:gd name="connsiteY6424" fmla="*/ 2134648 h 2495550"/>
                <a:gd name="connsiteX6425" fmla="*/ 1477328 w 3219450"/>
                <a:gd name="connsiteY6425" fmla="*/ 2133505 h 2495550"/>
                <a:gd name="connsiteX6426" fmla="*/ 1477232 w 3219450"/>
                <a:gd name="connsiteY6426" fmla="*/ 2132362 h 2495550"/>
                <a:gd name="connsiteX6427" fmla="*/ 1477232 w 3219450"/>
                <a:gd name="connsiteY6427" fmla="*/ 2131219 h 2495550"/>
                <a:gd name="connsiteX6428" fmla="*/ 1477709 w 3219450"/>
                <a:gd name="connsiteY6428" fmla="*/ 2129981 h 2495550"/>
                <a:gd name="connsiteX6429" fmla="*/ 1478471 w 3219450"/>
                <a:gd name="connsiteY6429" fmla="*/ 2129028 h 2495550"/>
                <a:gd name="connsiteX6430" fmla="*/ 1479518 w 3219450"/>
                <a:gd name="connsiteY6430" fmla="*/ 2128076 h 2495550"/>
                <a:gd name="connsiteX6431" fmla="*/ 1480757 w 3219450"/>
                <a:gd name="connsiteY6431" fmla="*/ 2127314 h 2495550"/>
                <a:gd name="connsiteX6432" fmla="*/ 1482281 w 3219450"/>
                <a:gd name="connsiteY6432" fmla="*/ 2127028 h 2495550"/>
                <a:gd name="connsiteX6433" fmla="*/ 1482757 w 3219450"/>
                <a:gd name="connsiteY6433" fmla="*/ 2127028 h 2495550"/>
                <a:gd name="connsiteX6434" fmla="*/ 1482947 w 3219450"/>
                <a:gd name="connsiteY6434" fmla="*/ 2127028 h 2495550"/>
                <a:gd name="connsiteX6435" fmla="*/ 1484567 w 3219450"/>
                <a:gd name="connsiteY6435" fmla="*/ 2128361 h 2495550"/>
                <a:gd name="connsiteX6436" fmla="*/ 1486281 w 3219450"/>
                <a:gd name="connsiteY6436" fmla="*/ 2132076 h 2495550"/>
                <a:gd name="connsiteX6437" fmla="*/ 1487614 w 3219450"/>
                <a:gd name="connsiteY6437" fmla="*/ 2133410 h 2495550"/>
                <a:gd name="connsiteX6438" fmla="*/ 1488948 w 3219450"/>
                <a:gd name="connsiteY6438" fmla="*/ 2133695 h 2495550"/>
                <a:gd name="connsiteX6439" fmla="*/ 1489424 w 3219450"/>
                <a:gd name="connsiteY6439" fmla="*/ 2132933 h 2495550"/>
                <a:gd name="connsiteX6440" fmla="*/ 1489615 w 3219450"/>
                <a:gd name="connsiteY6440" fmla="*/ 2131790 h 2495550"/>
                <a:gd name="connsiteX6441" fmla="*/ 1490186 w 3219450"/>
                <a:gd name="connsiteY6441" fmla="*/ 2130838 h 2495550"/>
                <a:gd name="connsiteX6442" fmla="*/ 1491139 w 3219450"/>
                <a:gd name="connsiteY6442" fmla="*/ 2130457 h 2495550"/>
                <a:gd name="connsiteX6443" fmla="*/ 1493425 w 3219450"/>
                <a:gd name="connsiteY6443" fmla="*/ 2130362 h 2495550"/>
                <a:gd name="connsiteX6444" fmla="*/ 1494568 w 3219450"/>
                <a:gd name="connsiteY6444" fmla="*/ 2129885 h 2495550"/>
                <a:gd name="connsiteX6445" fmla="*/ 1495711 w 3219450"/>
                <a:gd name="connsiteY6445" fmla="*/ 2129790 h 2495550"/>
                <a:gd name="connsiteX6446" fmla="*/ 1496759 w 3219450"/>
                <a:gd name="connsiteY6446" fmla="*/ 2129885 h 2495550"/>
                <a:gd name="connsiteX6447" fmla="*/ 1499997 w 3219450"/>
                <a:gd name="connsiteY6447" fmla="*/ 2130647 h 2495550"/>
                <a:gd name="connsiteX6448" fmla="*/ 1500473 w 3219450"/>
                <a:gd name="connsiteY6448" fmla="*/ 2130838 h 2495550"/>
                <a:gd name="connsiteX6449" fmla="*/ 1500950 w 3219450"/>
                <a:gd name="connsiteY6449" fmla="*/ 2131219 h 2495550"/>
                <a:gd name="connsiteX6450" fmla="*/ 1501235 w 3219450"/>
                <a:gd name="connsiteY6450" fmla="*/ 2131695 h 2495550"/>
                <a:gd name="connsiteX6451" fmla="*/ 1501235 w 3219450"/>
                <a:gd name="connsiteY6451" fmla="*/ 2132171 h 2495550"/>
                <a:gd name="connsiteX6452" fmla="*/ 1501616 w 3219450"/>
                <a:gd name="connsiteY6452" fmla="*/ 2132648 h 2495550"/>
                <a:gd name="connsiteX6453" fmla="*/ 1502188 w 3219450"/>
                <a:gd name="connsiteY6453" fmla="*/ 2132648 h 2495550"/>
                <a:gd name="connsiteX6454" fmla="*/ 1502759 w 3219450"/>
                <a:gd name="connsiteY6454" fmla="*/ 2131886 h 2495550"/>
                <a:gd name="connsiteX6455" fmla="*/ 1503712 w 3219450"/>
                <a:gd name="connsiteY6455" fmla="*/ 2131314 h 2495550"/>
                <a:gd name="connsiteX6456" fmla="*/ 1504664 w 3219450"/>
                <a:gd name="connsiteY6456" fmla="*/ 2131028 h 2495550"/>
                <a:gd name="connsiteX6457" fmla="*/ 1505807 w 3219450"/>
                <a:gd name="connsiteY6457" fmla="*/ 2131314 h 2495550"/>
                <a:gd name="connsiteX6458" fmla="*/ 1506664 w 3219450"/>
                <a:gd name="connsiteY6458" fmla="*/ 2131790 h 2495550"/>
                <a:gd name="connsiteX6459" fmla="*/ 1507427 w 3219450"/>
                <a:gd name="connsiteY6459" fmla="*/ 2131886 h 2495550"/>
                <a:gd name="connsiteX6460" fmla="*/ 1508093 w 3219450"/>
                <a:gd name="connsiteY6460" fmla="*/ 2131028 h 2495550"/>
                <a:gd name="connsiteX6461" fmla="*/ 1508379 w 3219450"/>
                <a:gd name="connsiteY6461" fmla="*/ 2130076 h 2495550"/>
                <a:gd name="connsiteX6462" fmla="*/ 1508665 w 3219450"/>
                <a:gd name="connsiteY6462" fmla="*/ 2128171 h 2495550"/>
                <a:gd name="connsiteX6463" fmla="*/ 1509236 w 3219450"/>
                <a:gd name="connsiteY6463" fmla="*/ 2127123 h 2495550"/>
                <a:gd name="connsiteX6464" fmla="*/ 1515809 w 3219450"/>
                <a:gd name="connsiteY6464" fmla="*/ 2120265 h 2495550"/>
                <a:gd name="connsiteX6465" fmla="*/ 1516189 w 3219450"/>
                <a:gd name="connsiteY6465" fmla="*/ 2119503 h 2495550"/>
                <a:gd name="connsiteX6466" fmla="*/ 1516094 w 3219450"/>
                <a:gd name="connsiteY6466" fmla="*/ 2119408 h 2495550"/>
                <a:gd name="connsiteX6467" fmla="*/ 1515904 w 3219450"/>
                <a:gd name="connsiteY6467" fmla="*/ 2118932 h 2495550"/>
                <a:gd name="connsiteX6468" fmla="*/ 1515618 w 3219450"/>
                <a:gd name="connsiteY6468" fmla="*/ 2118551 h 2495550"/>
                <a:gd name="connsiteX6469" fmla="*/ 1515142 w 3219450"/>
                <a:gd name="connsiteY6469" fmla="*/ 2118265 h 2495550"/>
                <a:gd name="connsiteX6470" fmla="*/ 1514761 w 3219450"/>
                <a:gd name="connsiteY6470" fmla="*/ 2117884 h 2495550"/>
                <a:gd name="connsiteX6471" fmla="*/ 1514761 w 3219450"/>
                <a:gd name="connsiteY6471" fmla="*/ 2117217 h 2495550"/>
                <a:gd name="connsiteX6472" fmla="*/ 1515142 w 3219450"/>
                <a:gd name="connsiteY6472" fmla="*/ 2116836 h 2495550"/>
                <a:gd name="connsiteX6473" fmla="*/ 1515713 w 3219450"/>
                <a:gd name="connsiteY6473" fmla="*/ 2116741 h 2495550"/>
                <a:gd name="connsiteX6474" fmla="*/ 1516285 w 3219450"/>
                <a:gd name="connsiteY6474" fmla="*/ 2116741 h 2495550"/>
                <a:gd name="connsiteX6475" fmla="*/ 1516856 w 3219450"/>
                <a:gd name="connsiteY6475" fmla="*/ 2116550 h 2495550"/>
                <a:gd name="connsiteX6476" fmla="*/ 1517523 w 3219450"/>
                <a:gd name="connsiteY6476" fmla="*/ 2115788 h 2495550"/>
                <a:gd name="connsiteX6477" fmla="*/ 1517904 w 3219450"/>
                <a:gd name="connsiteY6477" fmla="*/ 2114836 h 2495550"/>
                <a:gd name="connsiteX6478" fmla="*/ 1518476 w 3219450"/>
                <a:gd name="connsiteY6478" fmla="*/ 2112836 h 2495550"/>
                <a:gd name="connsiteX6479" fmla="*/ 1518476 w 3219450"/>
                <a:gd name="connsiteY6479" fmla="*/ 2112836 h 2495550"/>
                <a:gd name="connsiteX6480" fmla="*/ 1519333 w 3219450"/>
                <a:gd name="connsiteY6480" fmla="*/ 2111693 h 2495550"/>
                <a:gd name="connsiteX6481" fmla="*/ 1520666 w 3219450"/>
                <a:gd name="connsiteY6481" fmla="*/ 2111502 h 2495550"/>
                <a:gd name="connsiteX6482" fmla="*/ 1522095 w 3219450"/>
                <a:gd name="connsiteY6482" fmla="*/ 2111978 h 2495550"/>
                <a:gd name="connsiteX6483" fmla="*/ 1523238 w 3219450"/>
                <a:gd name="connsiteY6483" fmla="*/ 2112836 h 2495550"/>
                <a:gd name="connsiteX6484" fmla="*/ 1523810 w 3219450"/>
                <a:gd name="connsiteY6484" fmla="*/ 2113979 h 2495550"/>
                <a:gd name="connsiteX6485" fmla="*/ 1523905 w 3219450"/>
                <a:gd name="connsiteY6485" fmla="*/ 2115026 h 2495550"/>
                <a:gd name="connsiteX6486" fmla="*/ 1524286 w 3219450"/>
                <a:gd name="connsiteY6486" fmla="*/ 2115693 h 2495550"/>
                <a:gd name="connsiteX6487" fmla="*/ 1525524 w 3219450"/>
                <a:gd name="connsiteY6487" fmla="*/ 2115693 h 2495550"/>
                <a:gd name="connsiteX6488" fmla="*/ 1525905 w 3219450"/>
                <a:gd name="connsiteY6488" fmla="*/ 2115407 h 2495550"/>
                <a:gd name="connsiteX6489" fmla="*/ 1526191 w 3219450"/>
                <a:gd name="connsiteY6489" fmla="*/ 2115026 h 2495550"/>
                <a:gd name="connsiteX6490" fmla="*/ 1526477 w 3219450"/>
                <a:gd name="connsiteY6490" fmla="*/ 2114645 h 2495550"/>
                <a:gd name="connsiteX6491" fmla="*/ 1527048 w 3219450"/>
                <a:gd name="connsiteY6491" fmla="*/ 2114550 h 2495550"/>
                <a:gd name="connsiteX6492" fmla="*/ 1527334 w 3219450"/>
                <a:gd name="connsiteY6492" fmla="*/ 2114741 h 2495550"/>
                <a:gd name="connsiteX6493" fmla="*/ 1528096 w 3219450"/>
                <a:gd name="connsiteY6493" fmla="*/ 2115598 h 2495550"/>
                <a:gd name="connsiteX6494" fmla="*/ 1528477 w 3219450"/>
                <a:gd name="connsiteY6494" fmla="*/ 2115884 h 2495550"/>
                <a:gd name="connsiteX6495" fmla="*/ 1529525 w 3219450"/>
                <a:gd name="connsiteY6495" fmla="*/ 2116265 h 2495550"/>
                <a:gd name="connsiteX6496" fmla="*/ 1531620 w 3219450"/>
                <a:gd name="connsiteY6496" fmla="*/ 2116646 h 2495550"/>
                <a:gd name="connsiteX6497" fmla="*/ 1532668 w 3219450"/>
                <a:gd name="connsiteY6497" fmla="*/ 2117122 h 2495550"/>
                <a:gd name="connsiteX6498" fmla="*/ 1535811 w 3219450"/>
                <a:gd name="connsiteY6498" fmla="*/ 2119694 h 2495550"/>
                <a:gd name="connsiteX6499" fmla="*/ 1536859 w 3219450"/>
                <a:gd name="connsiteY6499" fmla="*/ 2120075 h 2495550"/>
                <a:gd name="connsiteX6500" fmla="*/ 1539050 w 3219450"/>
                <a:gd name="connsiteY6500" fmla="*/ 2120551 h 2495550"/>
                <a:gd name="connsiteX6501" fmla="*/ 1540002 w 3219450"/>
                <a:gd name="connsiteY6501" fmla="*/ 2121027 h 2495550"/>
                <a:gd name="connsiteX6502" fmla="*/ 1540669 w 3219450"/>
                <a:gd name="connsiteY6502" fmla="*/ 2121884 h 2495550"/>
                <a:gd name="connsiteX6503" fmla="*/ 1541050 w 3219450"/>
                <a:gd name="connsiteY6503" fmla="*/ 2122837 h 2495550"/>
                <a:gd name="connsiteX6504" fmla="*/ 1541336 w 3219450"/>
                <a:gd name="connsiteY6504" fmla="*/ 2123885 h 2495550"/>
                <a:gd name="connsiteX6505" fmla="*/ 1543145 w 3219450"/>
                <a:gd name="connsiteY6505" fmla="*/ 2127504 h 2495550"/>
                <a:gd name="connsiteX6506" fmla="*/ 1543622 w 3219450"/>
                <a:gd name="connsiteY6506" fmla="*/ 2128076 h 2495550"/>
                <a:gd name="connsiteX6507" fmla="*/ 1544479 w 3219450"/>
                <a:gd name="connsiteY6507" fmla="*/ 2128552 h 2495550"/>
                <a:gd name="connsiteX6508" fmla="*/ 1546384 w 3219450"/>
                <a:gd name="connsiteY6508" fmla="*/ 2129123 h 2495550"/>
                <a:gd name="connsiteX6509" fmla="*/ 1548098 w 3219450"/>
                <a:gd name="connsiteY6509" fmla="*/ 2130362 h 2495550"/>
                <a:gd name="connsiteX6510" fmla="*/ 1549146 w 3219450"/>
                <a:gd name="connsiteY6510" fmla="*/ 2130743 h 2495550"/>
                <a:gd name="connsiteX6511" fmla="*/ 1550194 w 3219450"/>
                <a:gd name="connsiteY6511" fmla="*/ 2130743 h 2495550"/>
                <a:gd name="connsiteX6512" fmla="*/ 1551051 w 3219450"/>
                <a:gd name="connsiteY6512" fmla="*/ 2130171 h 2495550"/>
                <a:gd name="connsiteX6513" fmla="*/ 1551242 w 3219450"/>
                <a:gd name="connsiteY6513" fmla="*/ 2129219 h 2495550"/>
                <a:gd name="connsiteX6514" fmla="*/ 1551051 w 3219450"/>
                <a:gd name="connsiteY6514" fmla="*/ 2128266 h 2495550"/>
                <a:gd name="connsiteX6515" fmla="*/ 1551051 w 3219450"/>
                <a:gd name="connsiteY6515" fmla="*/ 2127504 h 2495550"/>
                <a:gd name="connsiteX6516" fmla="*/ 1551813 w 3219450"/>
                <a:gd name="connsiteY6516" fmla="*/ 2127028 h 2495550"/>
                <a:gd name="connsiteX6517" fmla="*/ 1552670 w 3219450"/>
                <a:gd name="connsiteY6517" fmla="*/ 2126837 h 2495550"/>
                <a:gd name="connsiteX6518" fmla="*/ 1553528 w 3219450"/>
                <a:gd name="connsiteY6518" fmla="*/ 2126456 h 2495550"/>
                <a:gd name="connsiteX6519" fmla="*/ 1556195 w 3219450"/>
                <a:gd name="connsiteY6519" fmla="*/ 2124647 h 2495550"/>
                <a:gd name="connsiteX6520" fmla="*/ 1556385 w 3219450"/>
                <a:gd name="connsiteY6520" fmla="*/ 2124170 h 2495550"/>
                <a:gd name="connsiteX6521" fmla="*/ 1556290 w 3219450"/>
                <a:gd name="connsiteY6521" fmla="*/ 2123599 h 2495550"/>
                <a:gd name="connsiteX6522" fmla="*/ 1555623 w 3219450"/>
                <a:gd name="connsiteY6522" fmla="*/ 2122837 h 2495550"/>
                <a:gd name="connsiteX6523" fmla="*/ 1555528 w 3219450"/>
                <a:gd name="connsiteY6523" fmla="*/ 2122361 h 2495550"/>
                <a:gd name="connsiteX6524" fmla="*/ 1556099 w 3219450"/>
                <a:gd name="connsiteY6524" fmla="*/ 2120741 h 2495550"/>
                <a:gd name="connsiteX6525" fmla="*/ 1557528 w 3219450"/>
                <a:gd name="connsiteY6525" fmla="*/ 2119598 h 2495550"/>
                <a:gd name="connsiteX6526" fmla="*/ 1560671 w 3219450"/>
                <a:gd name="connsiteY6526" fmla="*/ 2117979 h 2495550"/>
                <a:gd name="connsiteX6527" fmla="*/ 1561529 w 3219450"/>
                <a:gd name="connsiteY6527" fmla="*/ 2117217 h 2495550"/>
                <a:gd name="connsiteX6528" fmla="*/ 1561910 w 3219450"/>
                <a:gd name="connsiteY6528" fmla="*/ 2116646 h 2495550"/>
                <a:gd name="connsiteX6529" fmla="*/ 1562862 w 3219450"/>
                <a:gd name="connsiteY6529" fmla="*/ 2114074 h 2495550"/>
                <a:gd name="connsiteX6530" fmla="*/ 1564958 w 3219450"/>
                <a:gd name="connsiteY6530" fmla="*/ 2110359 h 2495550"/>
                <a:gd name="connsiteX6531" fmla="*/ 1565624 w 3219450"/>
                <a:gd name="connsiteY6531" fmla="*/ 2110264 h 2495550"/>
                <a:gd name="connsiteX6532" fmla="*/ 1566863 w 3219450"/>
                <a:gd name="connsiteY6532" fmla="*/ 2110645 h 2495550"/>
                <a:gd name="connsiteX6533" fmla="*/ 1567529 w 3219450"/>
                <a:gd name="connsiteY6533" fmla="*/ 2111026 h 2495550"/>
                <a:gd name="connsiteX6534" fmla="*/ 1568101 w 3219450"/>
                <a:gd name="connsiteY6534" fmla="*/ 2111502 h 2495550"/>
                <a:gd name="connsiteX6535" fmla="*/ 1568672 w 3219450"/>
                <a:gd name="connsiteY6535" fmla="*/ 2112074 h 2495550"/>
                <a:gd name="connsiteX6536" fmla="*/ 1569149 w 3219450"/>
                <a:gd name="connsiteY6536" fmla="*/ 2112740 h 2495550"/>
                <a:gd name="connsiteX6537" fmla="*/ 1569911 w 3219450"/>
                <a:gd name="connsiteY6537" fmla="*/ 2113121 h 2495550"/>
                <a:gd name="connsiteX6538" fmla="*/ 1570006 w 3219450"/>
                <a:gd name="connsiteY6538" fmla="*/ 2113883 h 2495550"/>
                <a:gd name="connsiteX6539" fmla="*/ 1569911 w 3219450"/>
                <a:gd name="connsiteY6539" fmla="*/ 2114836 h 2495550"/>
                <a:gd name="connsiteX6540" fmla="*/ 1570006 w 3219450"/>
                <a:gd name="connsiteY6540" fmla="*/ 2115884 h 2495550"/>
                <a:gd name="connsiteX6541" fmla="*/ 1570387 w 3219450"/>
                <a:gd name="connsiteY6541" fmla="*/ 2116646 h 2495550"/>
                <a:gd name="connsiteX6542" fmla="*/ 1572292 w 3219450"/>
                <a:gd name="connsiteY6542" fmla="*/ 2119884 h 2495550"/>
                <a:gd name="connsiteX6543" fmla="*/ 1573626 w 3219450"/>
                <a:gd name="connsiteY6543" fmla="*/ 2121408 h 2495550"/>
                <a:gd name="connsiteX6544" fmla="*/ 1574292 w 3219450"/>
                <a:gd name="connsiteY6544" fmla="*/ 2121789 h 2495550"/>
                <a:gd name="connsiteX6545" fmla="*/ 1575245 w 3219450"/>
                <a:gd name="connsiteY6545" fmla="*/ 2121980 h 2495550"/>
                <a:gd name="connsiteX6546" fmla="*/ 1575816 w 3219450"/>
                <a:gd name="connsiteY6546" fmla="*/ 2121599 h 2495550"/>
                <a:gd name="connsiteX6547" fmla="*/ 1577531 w 3219450"/>
                <a:gd name="connsiteY6547" fmla="*/ 2119122 h 2495550"/>
                <a:gd name="connsiteX6548" fmla="*/ 1577816 w 3219450"/>
                <a:gd name="connsiteY6548" fmla="*/ 2118551 h 2495550"/>
                <a:gd name="connsiteX6549" fmla="*/ 1577721 w 3219450"/>
                <a:gd name="connsiteY6549" fmla="*/ 2118074 h 2495550"/>
                <a:gd name="connsiteX6550" fmla="*/ 1577435 w 3219450"/>
                <a:gd name="connsiteY6550" fmla="*/ 2115693 h 2495550"/>
                <a:gd name="connsiteX6551" fmla="*/ 1577531 w 3219450"/>
                <a:gd name="connsiteY6551" fmla="*/ 2115122 h 2495550"/>
                <a:gd name="connsiteX6552" fmla="*/ 1578674 w 3219450"/>
                <a:gd name="connsiteY6552" fmla="*/ 2113788 h 2495550"/>
                <a:gd name="connsiteX6553" fmla="*/ 1579150 w 3219450"/>
                <a:gd name="connsiteY6553" fmla="*/ 2112931 h 2495550"/>
                <a:gd name="connsiteX6554" fmla="*/ 1579436 w 3219450"/>
                <a:gd name="connsiteY6554" fmla="*/ 2112074 h 2495550"/>
                <a:gd name="connsiteX6555" fmla="*/ 1579817 w 3219450"/>
                <a:gd name="connsiteY6555" fmla="*/ 2111407 h 2495550"/>
                <a:gd name="connsiteX6556" fmla="*/ 1580579 w 3219450"/>
                <a:gd name="connsiteY6556" fmla="*/ 2110931 h 2495550"/>
                <a:gd name="connsiteX6557" fmla="*/ 1582864 w 3219450"/>
                <a:gd name="connsiteY6557" fmla="*/ 2109597 h 2495550"/>
                <a:gd name="connsiteX6558" fmla="*/ 1583436 w 3219450"/>
                <a:gd name="connsiteY6558" fmla="*/ 2109978 h 2495550"/>
                <a:gd name="connsiteX6559" fmla="*/ 1587056 w 3219450"/>
                <a:gd name="connsiteY6559" fmla="*/ 2114360 h 2495550"/>
                <a:gd name="connsiteX6560" fmla="*/ 1590675 w 3219450"/>
                <a:gd name="connsiteY6560" fmla="*/ 2117598 h 2495550"/>
                <a:gd name="connsiteX6561" fmla="*/ 1591247 w 3219450"/>
                <a:gd name="connsiteY6561" fmla="*/ 2118265 h 2495550"/>
                <a:gd name="connsiteX6562" fmla="*/ 1591437 w 3219450"/>
                <a:gd name="connsiteY6562" fmla="*/ 2118741 h 2495550"/>
                <a:gd name="connsiteX6563" fmla="*/ 1592485 w 3219450"/>
                <a:gd name="connsiteY6563" fmla="*/ 2120456 h 2495550"/>
                <a:gd name="connsiteX6564" fmla="*/ 1592866 w 3219450"/>
                <a:gd name="connsiteY6564" fmla="*/ 2120837 h 2495550"/>
                <a:gd name="connsiteX6565" fmla="*/ 1593247 w 3219450"/>
                <a:gd name="connsiteY6565" fmla="*/ 2121027 h 2495550"/>
                <a:gd name="connsiteX6566" fmla="*/ 1594485 w 3219450"/>
                <a:gd name="connsiteY6566" fmla="*/ 2122361 h 2495550"/>
                <a:gd name="connsiteX6567" fmla="*/ 1594771 w 3219450"/>
                <a:gd name="connsiteY6567" fmla="*/ 2122456 h 2495550"/>
                <a:gd name="connsiteX6568" fmla="*/ 1595628 w 3219450"/>
                <a:gd name="connsiteY6568" fmla="*/ 2122551 h 2495550"/>
                <a:gd name="connsiteX6569" fmla="*/ 1595914 w 3219450"/>
                <a:gd name="connsiteY6569" fmla="*/ 2122646 h 2495550"/>
                <a:gd name="connsiteX6570" fmla="*/ 1596390 w 3219450"/>
                <a:gd name="connsiteY6570" fmla="*/ 2123218 h 2495550"/>
                <a:gd name="connsiteX6571" fmla="*/ 1597152 w 3219450"/>
                <a:gd name="connsiteY6571" fmla="*/ 2124647 h 2495550"/>
                <a:gd name="connsiteX6572" fmla="*/ 1597628 w 3219450"/>
                <a:gd name="connsiteY6572" fmla="*/ 2124932 h 2495550"/>
                <a:gd name="connsiteX6573" fmla="*/ 1598390 w 3219450"/>
                <a:gd name="connsiteY6573" fmla="*/ 2125123 h 2495550"/>
                <a:gd name="connsiteX6574" fmla="*/ 1598962 w 3219450"/>
                <a:gd name="connsiteY6574" fmla="*/ 2125599 h 2495550"/>
                <a:gd name="connsiteX6575" fmla="*/ 1599438 w 3219450"/>
                <a:gd name="connsiteY6575" fmla="*/ 2126171 h 2495550"/>
                <a:gd name="connsiteX6576" fmla="*/ 1600200 w 3219450"/>
                <a:gd name="connsiteY6576" fmla="*/ 2125694 h 2495550"/>
                <a:gd name="connsiteX6577" fmla="*/ 1600772 w 3219450"/>
                <a:gd name="connsiteY6577" fmla="*/ 2125028 h 2495550"/>
                <a:gd name="connsiteX6578" fmla="*/ 1600867 w 3219450"/>
                <a:gd name="connsiteY6578" fmla="*/ 2124266 h 2495550"/>
                <a:gd name="connsiteX6579" fmla="*/ 1600772 w 3219450"/>
                <a:gd name="connsiteY6579" fmla="*/ 2123504 h 2495550"/>
                <a:gd name="connsiteX6580" fmla="*/ 1600772 w 3219450"/>
                <a:gd name="connsiteY6580" fmla="*/ 2125694 h 2495550"/>
                <a:gd name="connsiteX6581" fmla="*/ 1601057 w 3219450"/>
                <a:gd name="connsiteY6581" fmla="*/ 2124837 h 2495550"/>
                <a:gd name="connsiteX6582" fmla="*/ 1601724 w 3219450"/>
                <a:gd name="connsiteY6582" fmla="*/ 2123123 h 2495550"/>
                <a:gd name="connsiteX6583" fmla="*/ 1601914 w 3219450"/>
                <a:gd name="connsiteY6583" fmla="*/ 2122265 h 2495550"/>
                <a:gd name="connsiteX6584" fmla="*/ 1602296 w 3219450"/>
                <a:gd name="connsiteY6584" fmla="*/ 2118836 h 2495550"/>
                <a:gd name="connsiteX6585" fmla="*/ 1602772 w 3219450"/>
                <a:gd name="connsiteY6585" fmla="*/ 2117217 h 2495550"/>
                <a:gd name="connsiteX6586" fmla="*/ 1603915 w 3219450"/>
                <a:gd name="connsiteY6586" fmla="*/ 2115693 h 2495550"/>
                <a:gd name="connsiteX6587" fmla="*/ 1604391 w 3219450"/>
                <a:gd name="connsiteY6587" fmla="*/ 2115217 h 2495550"/>
                <a:gd name="connsiteX6588" fmla="*/ 1605058 w 3219450"/>
                <a:gd name="connsiteY6588" fmla="*/ 2114074 h 2495550"/>
                <a:gd name="connsiteX6589" fmla="*/ 1605439 w 3219450"/>
                <a:gd name="connsiteY6589" fmla="*/ 2113598 h 2495550"/>
                <a:gd name="connsiteX6590" fmla="*/ 1606201 w 3219450"/>
                <a:gd name="connsiteY6590" fmla="*/ 2113121 h 2495550"/>
                <a:gd name="connsiteX6591" fmla="*/ 1606868 w 3219450"/>
                <a:gd name="connsiteY6591" fmla="*/ 2112931 h 2495550"/>
                <a:gd name="connsiteX6592" fmla="*/ 1608392 w 3219450"/>
                <a:gd name="connsiteY6592" fmla="*/ 2112836 h 2495550"/>
                <a:gd name="connsiteX6593" fmla="*/ 1612868 w 3219450"/>
                <a:gd name="connsiteY6593" fmla="*/ 2111216 h 2495550"/>
                <a:gd name="connsiteX6594" fmla="*/ 1614297 w 3219450"/>
                <a:gd name="connsiteY6594" fmla="*/ 2111216 h 2495550"/>
                <a:gd name="connsiteX6595" fmla="*/ 1613821 w 3219450"/>
                <a:gd name="connsiteY6595" fmla="*/ 2112359 h 2495550"/>
                <a:gd name="connsiteX6596" fmla="*/ 1613630 w 3219450"/>
                <a:gd name="connsiteY6596" fmla="*/ 2113598 h 2495550"/>
                <a:gd name="connsiteX6597" fmla="*/ 1613630 w 3219450"/>
                <a:gd name="connsiteY6597" fmla="*/ 2114836 h 2495550"/>
                <a:gd name="connsiteX6598" fmla="*/ 1614011 w 3219450"/>
                <a:gd name="connsiteY6598" fmla="*/ 2115979 h 2495550"/>
                <a:gd name="connsiteX6599" fmla="*/ 1614678 w 3219450"/>
                <a:gd name="connsiteY6599" fmla="*/ 2116741 h 2495550"/>
                <a:gd name="connsiteX6600" fmla="*/ 1617536 w 3219450"/>
                <a:gd name="connsiteY6600" fmla="*/ 2118074 h 2495550"/>
                <a:gd name="connsiteX6601" fmla="*/ 1618679 w 3219450"/>
                <a:gd name="connsiteY6601" fmla="*/ 2118741 h 2495550"/>
                <a:gd name="connsiteX6602" fmla="*/ 1619441 w 3219450"/>
                <a:gd name="connsiteY6602" fmla="*/ 2119122 h 2495550"/>
                <a:gd name="connsiteX6603" fmla="*/ 1620203 w 3219450"/>
                <a:gd name="connsiteY6603" fmla="*/ 2119027 h 2495550"/>
                <a:gd name="connsiteX6604" fmla="*/ 1620584 w 3219450"/>
                <a:gd name="connsiteY6604" fmla="*/ 2118836 h 2495550"/>
                <a:gd name="connsiteX6605" fmla="*/ 1625156 w 3219450"/>
                <a:gd name="connsiteY6605" fmla="*/ 2115884 h 2495550"/>
                <a:gd name="connsiteX6606" fmla="*/ 1626203 w 3219450"/>
                <a:gd name="connsiteY6606" fmla="*/ 2114741 h 2495550"/>
                <a:gd name="connsiteX6607" fmla="*/ 1629632 w 3219450"/>
                <a:gd name="connsiteY6607" fmla="*/ 2111883 h 2495550"/>
                <a:gd name="connsiteX6608" fmla="*/ 1630585 w 3219450"/>
                <a:gd name="connsiteY6608" fmla="*/ 2110835 h 2495550"/>
                <a:gd name="connsiteX6609" fmla="*/ 1630680 w 3219450"/>
                <a:gd name="connsiteY6609" fmla="*/ 2110645 h 2495550"/>
                <a:gd name="connsiteX6610" fmla="*/ 1631156 w 3219450"/>
                <a:gd name="connsiteY6610" fmla="*/ 2110740 h 2495550"/>
                <a:gd name="connsiteX6611" fmla="*/ 1631156 w 3219450"/>
                <a:gd name="connsiteY6611" fmla="*/ 2111026 h 2495550"/>
                <a:gd name="connsiteX6612" fmla="*/ 1631061 w 3219450"/>
                <a:gd name="connsiteY6612" fmla="*/ 2111312 h 2495550"/>
                <a:gd name="connsiteX6613" fmla="*/ 1631252 w 3219450"/>
                <a:gd name="connsiteY6613" fmla="*/ 2111597 h 2495550"/>
                <a:gd name="connsiteX6614" fmla="*/ 1631537 w 3219450"/>
                <a:gd name="connsiteY6614" fmla="*/ 2111788 h 2495550"/>
                <a:gd name="connsiteX6615" fmla="*/ 1631728 w 3219450"/>
                <a:gd name="connsiteY6615" fmla="*/ 2111978 h 2495550"/>
                <a:gd name="connsiteX6616" fmla="*/ 1632014 w 3219450"/>
                <a:gd name="connsiteY6616" fmla="*/ 2112169 h 2495550"/>
                <a:gd name="connsiteX6617" fmla="*/ 1632490 w 3219450"/>
                <a:gd name="connsiteY6617" fmla="*/ 2112264 h 2495550"/>
                <a:gd name="connsiteX6618" fmla="*/ 1632776 w 3219450"/>
                <a:gd name="connsiteY6618" fmla="*/ 2112169 h 2495550"/>
                <a:gd name="connsiteX6619" fmla="*/ 1633347 w 3219450"/>
                <a:gd name="connsiteY6619" fmla="*/ 2111502 h 2495550"/>
                <a:gd name="connsiteX6620" fmla="*/ 1633633 w 3219450"/>
                <a:gd name="connsiteY6620" fmla="*/ 2111312 h 2495550"/>
                <a:gd name="connsiteX6621" fmla="*/ 1634681 w 3219450"/>
                <a:gd name="connsiteY6621" fmla="*/ 2111407 h 2495550"/>
                <a:gd name="connsiteX6622" fmla="*/ 1636490 w 3219450"/>
                <a:gd name="connsiteY6622" fmla="*/ 2111978 h 2495550"/>
                <a:gd name="connsiteX6623" fmla="*/ 1637538 w 3219450"/>
                <a:gd name="connsiteY6623" fmla="*/ 2111883 h 2495550"/>
                <a:gd name="connsiteX6624" fmla="*/ 1638491 w 3219450"/>
                <a:gd name="connsiteY6624" fmla="*/ 2111502 h 2495550"/>
                <a:gd name="connsiteX6625" fmla="*/ 1639253 w 3219450"/>
                <a:gd name="connsiteY6625" fmla="*/ 2111026 h 2495550"/>
                <a:gd name="connsiteX6626" fmla="*/ 1639919 w 3219450"/>
                <a:gd name="connsiteY6626" fmla="*/ 2110359 h 2495550"/>
                <a:gd name="connsiteX6627" fmla="*/ 1641729 w 3219450"/>
                <a:gd name="connsiteY6627" fmla="*/ 2107787 h 2495550"/>
                <a:gd name="connsiteX6628" fmla="*/ 1642301 w 3219450"/>
                <a:gd name="connsiteY6628" fmla="*/ 2107121 h 2495550"/>
                <a:gd name="connsiteX6629" fmla="*/ 1644872 w 3219450"/>
                <a:gd name="connsiteY6629" fmla="*/ 2105501 h 2495550"/>
                <a:gd name="connsiteX6630" fmla="*/ 1645063 w 3219450"/>
                <a:gd name="connsiteY6630" fmla="*/ 2104930 h 2495550"/>
                <a:gd name="connsiteX6631" fmla="*/ 1644968 w 3219450"/>
                <a:gd name="connsiteY6631" fmla="*/ 2103787 h 2495550"/>
                <a:gd name="connsiteX6632" fmla="*/ 1643444 w 3219450"/>
                <a:gd name="connsiteY6632" fmla="*/ 2096357 h 2495550"/>
                <a:gd name="connsiteX6633" fmla="*/ 1644110 w 3219450"/>
                <a:gd name="connsiteY6633" fmla="*/ 2095786 h 2495550"/>
                <a:gd name="connsiteX6634" fmla="*/ 1645444 w 3219450"/>
                <a:gd name="connsiteY6634" fmla="*/ 2095595 h 2495550"/>
                <a:gd name="connsiteX6635" fmla="*/ 1646777 w 3219450"/>
                <a:gd name="connsiteY6635" fmla="*/ 2094452 h 2495550"/>
                <a:gd name="connsiteX6636" fmla="*/ 1646968 w 3219450"/>
                <a:gd name="connsiteY6636" fmla="*/ 2093690 h 2495550"/>
                <a:gd name="connsiteX6637" fmla="*/ 1647063 w 3219450"/>
                <a:gd name="connsiteY6637" fmla="*/ 2092738 h 2495550"/>
                <a:gd name="connsiteX6638" fmla="*/ 1647254 w 3219450"/>
                <a:gd name="connsiteY6638" fmla="*/ 2091881 h 2495550"/>
                <a:gd name="connsiteX6639" fmla="*/ 1647825 w 3219450"/>
                <a:gd name="connsiteY6639" fmla="*/ 2091404 h 2495550"/>
                <a:gd name="connsiteX6640" fmla="*/ 1648587 w 3219450"/>
                <a:gd name="connsiteY6640" fmla="*/ 2091500 h 2495550"/>
                <a:gd name="connsiteX6641" fmla="*/ 1650016 w 3219450"/>
                <a:gd name="connsiteY6641" fmla="*/ 2092357 h 2495550"/>
                <a:gd name="connsiteX6642" fmla="*/ 1650778 w 3219450"/>
                <a:gd name="connsiteY6642" fmla="*/ 2092452 h 2495550"/>
                <a:gd name="connsiteX6643" fmla="*/ 1651349 w 3219450"/>
                <a:gd name="connsiteY6643" fmla="*/ 2092166 h 2495550"/>
                <a:gd name="connsiteX6644" fmla="*/ 1653254 w 3219450"/>
                <a:gd name="connsiteY6644" fmla="*/ 2090452 h 2495550"/>
                <a:gd name="connsiteX6645" fmla="*/ 1655064 w 3219450"/>
                <a:gd name="connsiteY6645" fmla="*/ 2089499 h 2495550"/>
                <a:gd name="connsiteX6646" fmla="*/ 1656683 w 3219450"/>
                <a:gd name="connsiteY6646" fmla="*/ 2088356 h 2495550"/>
                <a:gd name="connsiteX6647" fmla="*/ 1657445 w 3219450"/>
                <a:gd name="connsiteY6647" fmla="*/ 2088071 h 2495550"/>
                <a:gd name="connsiteX6648" fmla="*/ 1661732 w 3219450"/>
                <a:gd name="connsiteY6648" fmla="*/ 2086832 h 2495550"/>
                <a:gd name="connsiteX6649" fmla="*/ 1661922 w 3219450"/>
                <a:gd name="connsiteY6649" fmla="*/ 2086642 h 2495550"/>
                <a:gd name="connsiteX6650" fmla="*/ 1662018 w 3219450"/>
                <a:gd name="connsiteY6650" fmla="*/ 2086356 h 2495550"/>
                <a:gd name="connsiteX6651" fmla="*/ 1662113 w 3219450"/>
                <a:gd name="connsiteY6651" fmla="*/ 2086166 h 2495550"/>
                <a:gd name="connsiteX6652" fmla="*/ 1662398 w 3219450"/>
                <a:gd name="connsiteY6652" fmla="*/ 2086070 h 2495550"/>
                <a:gd name="connsiteX6653" fmla="*/ 1662494 w 3219450"/>
                <a:gd name="connsiteY6653" fmla="*/ 2086166 h 2495550"/>
                <a:gd name="connsiteX6654" fmla="*/ 1662875 w 3219450"/>
                <a:gd name="connsiteY6654" fmla="*/ 2086451 h 2495550"/>
                <a:gd name="connsiteX6655" fmla="*/ 1663065 w 3219450"/>
                <a:gd name="connsiteY6655" fmla="*/ 2086547 h 2495550"/>
                <a:gd name="connsiteX6656" fmla="*/ 1663446 w 3219450"/>
                <a:gd name="connsiteY6656" fmla="*/ 2086642 h 2495550"/>
                <a:gd name="connsiteX6657" fmla="*/ 1663732 w 3219450"/>
                <a:gd name="connsiteY6657" fmla="*/ 2086832 h 2495550"/>
                <a:gd name="connsiteX6658" fmla="*/ 1664113 w 3219450"/>
                <a:gd name="connsiteY6658" fmla="*/ 2086927 h 2495550"/>
                <a:gd name="connsiteX6659" fmla="*/ 1664684 w 3219450"/>
                <a:gd name="connsiteY6659" fmla="*/ 2086832 h 2495550"/>
                <a:gd name="connsiteX6660" fmla="*/ 1665542 w 3219450"/>
                <a:gd name="connsiteY6660" fmla="*/ 2086166 h 2495550"/>
                <a:gd name="connsiteX6661" fmla="*/ 1665923 w 3219450"/>
                <a:gd name="connsiteY6661" fmla="*/ 2085213 h 2495550"/>
                <a:gd name="connsiteX6662" fmla="*/ 1666113 w 3219450"/>
                <a:gd name="connsiteY6662" fmla="*/ 2084165 h 2495550"/>
                <a:gd name="connsiteX6663" fmla="*/ 1666494 w 3219450"/>
                <a:gd name="connsiteY6663" fmla="*/ 2083118 h 2495550"/>
                <a:gd name="connsiteX6664" fmla="*/ 1666970 w 3219450"/>
                <a:gd name="connsiteY6664" fmla="*/ 2082546 h 2495550"/>
                <a:gd name="connsiteX6665" fmla="*/ 1668780 w 3219450"/>
                <a:gd name="connsiteY6665" fmla="*/ 2080927 h 2495550"/>
                <a:gd name="connsiteX6666" fmla="*/ 1669447 w 3219450"/>
                <a:gd name="connsiteY6666" fmla="*/ 2080546 h 2495550"/>
                <a:gd name="connsiteX6667" fmla="*/ 1670399 w 3219450"/>
                <a:gd name="connsiteY6667" fmla="*/ 2080546 h 2495550"/>
                <a:gd name="connsiteX6668" fmla="*/ 1670780 w 3219450"/>
                <a:gd name="connsiteY6668" fmla="*/ 2081213 h 2495550"/>
                <a:gd name="connsiteX6669" fmla="*/ 1670971 w 3219450"/>
                <a:gd name="connsiteY6669" fmla="*/ 2082260 h 2495550"/>
                <a:gd name="connsiteX6670" fmla="*/ 1671352 w 3219450"/>
                <a:gd name="connsiteY6670" fmla="*/ 2083308 h 2495550"/>
                <a:gd name="connsiteX6671" fmla="*/ 1672019 w 3219450"/>
                <a:gd name="connsiteY6671" fmla="*/ 2084070 h 2495550"/>
                <a:gd name="connsiteX6672" fmla="*/ 1672876 w 3219450"/>
                <a:gd name="connsiteY6672" fmla="*/ 2084832 h 2495550"/>
                <a:gd name="connsiteX6673" fmla="*/ 1673733 w 3219450"/>
                <a:gd name="connsiteY6673" fmla="*/ 2085404 h 2495550"/>
                <a:gd name="connsiteX6674" fmla="*/ 1674495 w 3219450"/>
                <a:gd name="connsiteY6674" fmla="*/ 2085785 h 2495550"/>
                <a:gd name="connsiteX6675" fmla="*/ 1674971 w 3219450"/>
                <a:gd name="connsiteY6675" fmla="*/ 2085785 h 2495550"/>
                <a:gd name="connsiteX6676" fmla="*/ 1675352 w 3219450"/>
                <a:gd name="connsiteY6676" fmla="*/ 2085594 h 2495550"/>
                <a:gd name="connsiteX6677" fmla="*/ 1675733 w 3219450"/>
                <a:gd name="connsiteY6677" fmla="*/ 2085499 h 2495550"/>
                <a:gd name="connsiteX6678" fmla="*/ 1676305 w 3219450"/>
                <a:gd name="connsiteY6678" fmla="*/ 2085785 h 2495550"/>
                <a:gd name="connsiteX6679" fmla="*/ 1676591 w 3219450"/>
                <a:gd name="connsiteY6679" fmla="*/ 2086070 h 2495550"/>
                <a:gd name="connsiteX6680" fmla="*/ 1677257 w 3219450"/>
                <a:gd name="connsiteY6680" fmla="*/ 2087309 h 2495550"/>
                <a:gd name="connsiteX6681" fmla="*/ 1677257 w 3219450"/>
                <a:gd name="connsiteY6681" fmla="*/ 2087309 h 2495550"/>
                <a:gd name="connsiteX6682" fmla="*/ 1678305 w 3219450"/>
                <a:gd name="connsiteY6682" fmla="*/ 2089499 h 2495550"/>
                <a:gd name="connsiteX6683" fmla="*/ 1678781 w 3219450"/>
                <a:gd name="connsiteY6683" fmla="*/ 2090166 h 2495550"/>
                <a:gd name="connsiteX6684" fmla="*/ 1681068 w 3219450"/>
                <a:gd name="connsiteY6684" fmla="*/ 2091690 h 2495550"/>
                <a:gd name="connsiteX6685" fmla="*/ 1681258 w 3219450"/>
                <a:gd name="connsiteY6685" fmla="*/ 2091976 h 2495550"/>
                <a:gd name="connsiteX6686" fmla="*/ 1681639 w 3219450"/>
                <a:gd name="connsiteY6686" fmla="*/ 2092452 h 2495550"/>
                <a:gd name="connsiteX6687" fmla="*/ 1682020 w 3219450"/>
                <a:gd name="connsiteY6687" fmla="*/ 2093595 h 2495550"/>
                <a:gd name="connsiteX6688" fmla="*/ 1682020 w 3219450"/>
                <a:gd name="connsiteY6688" fmla="*/ 2095691 h 2495550"/>
                <a:gd name="connsiteX6689" fmla="*/ 1682020 w 3219450"/>
                <a:gd name="connsiteY6689" fmla="*/ 2095976 h 2495550"/>
                <a:gd name="connsiteX6690" fmla="*/ 1682210 w 3219450"/>
                <a:gd name="connsiteY6690" fmla="*/ 2097024 h 2495550"/>
                <a:gd name="connsiteX6691" fmla="*/ 1682877 w 3219450"/>
                <a:gd name="connsiteY6691" fmla="*/ 2097881 h 2495550"/>
                <a:gd name="connsiteX6692" fmla="*/ 1683639 w 3219450"/>
                <a:gd name="connsiteY6692" fmla="*/ 2098167 h 2495550"/>
                <a:gd name="connsiteX6693" fmla="*/ 1687354 w 3219450"/>
                <a:gd name="connsiteY6693" fmla="*/ 2098358 h 2495550"/>
                <a:gd name="connsiteX6694" fmla="*/ 1688878 w 3219450"/>
                <a:gd name="connsiteY6694" fmla="*/ 2098834 h 2495550"/>
                <a:gd name="connsiteX6695" fmla="*/ 1690211 w 3219450"/>
                <a:gd name="connsiteY6695" fmla="*/ 2098834 h 2495550"/>
                <a:gd name="connsiteX6696" fmla="*/ 1690783 w 3219450"/>
                <a:gd name="connsiteY6696" fmla="*/ 2099215 h 2495550"/>
                <a:gd name="connsiteX6697" fmla="*/ 1691735 w 3219450"/>
                <a:gd name="connsiteY6697" fmla="*/ 2100263 h 2495550"/>
                <a:gd name="connsiteX6698" fmla="*/ 1692402 w 3219450"/>
                <a:gd name="connsiteY6698" fmla="*/ 2100548 h 2495550"/>
                <a:gd name="connsiteX6699" fmla="*/ 1692974 w 3219450"/>
                <a:gd name="connsiteY6699" fmla="*/ 2100739 h 2495550"/>
                <a:gd name="connsiteX6700" fmla="*/ 1693545 w 3219450"/>
                <a:gd name="connsiteY6700" fmla="*/ 2101025 h 2495550"/>
                <a:gd name="connsiteX6701" fmla="*/ 1694117 w 3219450"/>
                <a:gd name="connsiteY6701" fmla="*/ 2101596 h 2495550"/>
                <a:gd name="connsiteX6702" fmla="*/ 1694117 w 3219450"/>
                <a:gd name="connsiteY6702" fmla="*/ 2101596 h 2495550"/>
                <a:gd name="connsiteX6703" fmla="*/ 1694117 w 3219450"/>
                <a:gd name="connsiteY6703" fmla="*/ 2101596 h 2495550"/>
                <a:gd name="connsiteX6704" fmla="*/ 1694117 w 3219450"/>
                <a:gd name="connsiteY6704" fmla="*/ 2101596 h 2495550"/>
                <a:gd name="connsiteX6705" fmla="*/ 1694783 w 3219450"/>
                <a:gd name="connsiteY6705" fmla="*/ 2102644 h 2495550"/>
                <a:gd name="connsiteX6706" fmla="*/ 1697736 w 3219450"/>
                <a:gd name="connsiteY6706" fmla="*/ 2105978 h 2495550"/>
                <a:gd name="connsiteX6707" fmla="*/ 1698689 w 3219450"/>
                <a:gd name="connsiteY6707" fmla="*/ 2106740 h 2495550"/>
                <a:gd name="connsiteX6708" fmla="*/ 1699165 w 3219450"/>
                <a:gd name="connsiteY6708" fmla="*/ 2106549 h 2495550"/>
                <a:gd name="connsiteX6709" fmla="*/ 1699355 w 3219450"/>
                <a:gd name="connsiteY6709" fmla="*/ 2106168 h 2495550"/>
                <a:gd name="connsiteX6710" fmla="*/ 1699546 w 3219450"/>
                <a:gd name="connsiteY6710" fmla="*/ 2105692 h 2495550"/>
                <a:gd name="connsiteX6711" fmla="*/ 1699832 w 3219450"/>
                <a:gd name="connsiteY6711" fmla="*/ 2105406 h 2495550"/>
                <a:gd name="connsiteX6712" fmla="*/ 1700403 w 3219450"/>
                <a:gd name="connsiteY6712" fmla="*/ 2105311 h 2495550"/>
                <a:gd name="connsiteX6713" fmla="*/ 1701260 w 3219450"/>
                <a:gd name="connsiteY6713" fmla="*/ 2105597 h 2495550"/>
                <a:gd name="connsiteX6714" fmla="*/ 1701737 w 3219450"/>
                <a:gd name="connsiteY6714" fmla="*/ 2105692 h 2495550"/>
                <a:gd name="connsiteX6715" fmla="*/ 1703356 w 3219450"/>
                <a:gd name="connsiteY6715" fmla="*/ 2105501 h 2495550"/>
                <a:gd name="connsiteX6716" fmla="*/ 1704213 w 3219450"/>
                <a:gd name="connsiteY6716" fmla="*/ 2105216 h 2495550"/>
                <a:gd name="connsiteX6717" fmla="*/ 1704880 w 3219450"/>
                <a:gd name="connsiteY6717" fmla="*/ 2104835 h 2495550"/>
                <a:gd name="connsiteX6718" fmla="*/ 1705737 w 3219450"/>
                <a:gd name="connsiteY6718" fmla="*/ 2103120 h 2495550"/>
                <a:gd name="connsiteX6719" fmla="*/ 1706213 w 3219450"/>
                <a:gd name="connsiteY6719" fmla="*/ 2102834 h 2495550"/>
                <a:gd name="connsiteX6720" fmla="*/ 1710309 w 3219450"/>
                <a:gd name="connsiteY6720" fmla="*/ 2102549 h 2495550"/>
                <a:gd name="connsiteX6721" fmla="*/ 1713167 w 3219450"/>
                <a:gd name="connsiteY6721" fmla="*/ 2102930 h 2495550"/>
                <a:gd name="connsiteX6722" fmla="*/ 1715167 w 3219450"/>
                <a:gd name="connsiteY6722" fmla="*/ 2103406 h 2495550"/>
                <a:gd name="connsiteX6723" fmla="*/ 1716881 w 3219450"/>
                <a:gd name="connsiteY6723" fmla="*/ 2104454 h 2495550"/>
                <a:gd name="connsiteX6724" fmla="*/ 1717929 w 3219450"/>
                <a:gd name="connsiteY6724" fmla="*/ 2106454 h 2495550"/>
                <a:gd name="connsiteX6725" fmla="*/ 1718120 w 3219450"/>
                <a:gd name="connsiteY6725" fmla="*/ 2108549 h 2495550"/>
                <a:gd name="connsiteX6726" fmla="*/ 1718501 w 3219450"/>
                <a:gd name="connsiteY6726" fmla="*/ 2109216 h 2495550"/>
                <a:gd name="connsiteX6727" fmla="*/ 1719644 w 3219450"/>
                <a:gd name="connsiteY6727" fmla="*/ 2109692 h 2495550"/>
                <a:gd name="connsiteX6728" fmla="*/ 1720787 w 3219450"/>
                <a:gd name="connsiteY6728" fmla="*/ 2109883 h 2495550"/>
                <a:gd name="connsiteX6729" fmla="*/ 1721834 w 3219450"/>
                <a:gd name="connsiteY6729" fmla="*/ 2109883 h 2495550"/>
                <a:gd name="connsiteX6730" fmla="*/ 1722882 w 3219450"/>
                <a:gd name="connsiteY6730" fmla="*/ 2109692 h 2495550"/>
                <a:gd name="connsiteX6731" fmla="*/ 1730407 w 3219450"/>
                <a:gd name="connsiteY6731" fmla="*/ 2107692 h 2495550"/>
                <a:gd name="connsiteX6732" fmla="*/ 1731264 w 3219450"/>
                <a:gd name="connsiteY6732" fmla="*/ 2107216 h 2495550"/>
                <a:gd name="connsiteX6733" fmla="*/ 1731455 w 3219450"/>
                <a:gd name="connsiteY6733" fmla="*/ 2105978 h 2495550"/>
                <a:gd name="connsiteX6734" fmla="*/ 1731931 w 3219450"/>
                <a:gd name="connsiteY6734" fmla="*/ 2105692 h 2495550"/>
                <a:gd name="connsiteX6735" fmla="*/ 1732598 w 3219450"/>
                <a:gd name="connsiteY6735" fmla="*/ 2105882 h 2495550"/>
                <a:gd name="connsiteX6736" fmla="*/ 1733455 w 3219450"/>
                <a:gd name="connsiteY6736" fmla="*/ 2106263 h 2495550"/>
                <a:gd name="connsiteX6737" fmla="*/ 1736122 w 3219450"/>
                <a:gd name="connsiteY6737" fmla="*/ 2106930 h 2495550"/>
                <a:gd name="connsiteX6738" fmla="*/ 1736884 w 3219450"/>
                <a:gd name="connsiteY6738" fmla="*/ 2107406 h 2495550"/>
                <a:gd name="connsiteX6739" fmla="*/ 1737455 w 3219450"/>
                <a:gd name="connsiteY6739" fmla="*/ 2108264 h 2495550"/>
                <a:gd name="connsiteX6740" fmla="*/ 1737836 w 3219450"/>
                <a:gd name="connsiteY6740" fmla="*/ 2109121 h 2495550"/>
                <a:gd name="connsiteX6741" fmla="*/ 1738408 w 3219450"/>
                <a:gd name="connsiteY6741" fmla="*/ 2109788 h 2495550"/>
                <a:gd name="connsiteX6742" fmla="*/ 1739551 w 3219450"/>
                <a:gd name="connsiteY6742" fmla="*/ 2109978 h 2495550"/>
                <a:gd name="connsiteX6743" fmla="*/ 1739932 w 3219450"/>
                <a:gd name="connsiteY6743" fmla="*/ 2109788 h 2495550"/>
                <a:gd name="connsiteX6744" fmla="*/ 1740313 w 3219450"/>
                <a:gd name="connsiteY6744" fmla="*/ 2109026 h 2495550"/>
                <a:gd name="connsiteX6745" fmla="*/ 1740789 w 3219450"/>
                <a:gd name="connsiteY6745" fmla="*/ 2108835 h 2495550"/>
                <a:gd name="connsiteX6746" fmla="*/ 1741361 w 3219450"/>
                <a:gd name="connsiteY6746" fmla="*/ 2108930 h 2495550"/>
                <a:gd name="connsiteX6747" fmla="*/ 1741742 w 3219450"/>
                <a:gd name="connsiteY6747" fmla="*/ 2109311 h 2495550"/>
                <a:gd name="connsiteX6748" fmla="*/ 1742313 w 3219450"/>
                <a:gd name="connsiteY6748" fmla="*/ 2110073 h 2495550"/>
                <a:gd name="connsiteX6749" fmla="*/ 1743932 w 3219450"/>
                <a:gd name="connsiteY6749" fmla="*/ 2111312 h 2495550"/>
                <a:gd name="connsiteX6750" fmla="*/ 1744789 w 3219450"/>
                <a:gd name="connsiteY6750" fmla="*/ 2112836 h 2495550"/>
                <a:gd name="connsiteX6751" fmla="*/ 1744789 w 3219450"/>
                <a:gd name="connsiteY6751" fmla="*/ 2112931 h 2495550"/>
                <a:gd name="connsiteX6752" fmla="*/ 1745552 w 3219450"/>
                <a:gd name="connsiteY6752" fmla="*/ 2112931 h 2495550"/>
                <a:gd name="connsiteX6753" fmla="*/ 1746790 w 3219450"/>
                <a:gd name="connsiteY6753" fmla="*/ 2112836 h 2495550"/>
                <a:gd name="connsiteX6754" fmla="*/ 1747933 w 3219450"/>
                <a:gd name="connsiteY6754" fmla="*/ 2112931 h 2495550"/>
                <a:gd name="connsiteX6755" fmla="*/ 1748409 w 3219450"/>
                <a:gd name="connsiteY6755" fmla="*/ 2113693 h 2495550"/>
                <a:gd name="connsiteX6756" fmla="*/ 1748028 w 3219450"/>
                <a:gd name="connsiteY6756" fmla="*/ 2114360 h 2495550"/>
                <a:gd name="connsiteX6757" fmla="*/ 1746314 w 3219450"/>
                <a:gd name="connsiteY6757" fmla="*/ 2115407 h 2495550"/>
                <a:gd name="connsiteX6758" fmla="*/ 1745647 w 3219450"/>
                <a:gd name="connsiteY6758" fmla="*/ 2115979 h 2495550"/>
                <a:gd name="connsiteX6759" fmla="*/ 1745266 w 3219450"/>
                <a:gd name="connsiteY6759" fmla="*/ 2117027 h 2495550"/>
                <a:gd name="connsiteX6760" fmla="*/ 1745076 w 3219450"/>
                <a:gd name="connsiteY6760" fmla="*/ 2118836 h 2495550"/>
                <a:gd name="connsiteX6761" fmla="*/ 1744599 w 3219450"/>
                <a:gd name="connsiteY6761" fmla="*/ 2119884 h 2495550"/>
                <a:gd name="connsiteX6762" fmla="*/ 1743456 w 3219450"/>
                <a:gd name="connsiteY6762" fmla="*/ 2121694 h 2495550"/>
                <a:gd name="connsiteX6763" fmla="*/ 1743075 w 3219450"/>
                <a:gd name="connsiteY6763" fmla="*/ 2122551 h 2495550"/>
                <a:gd name="connsiteX6764" fmla="*/ 1742123 w 3219450"/>
                <a:gd name="connsiteY6764" fmla="*/ 2125504 h 2495550"/>
                <a:gd name="connsiteX6765" fmla="*/ 1741456 w 3219450"/>
                <a:gd name="connsiteY6765" fmla="*/ 2126075 h 2495550"/>
                <a:gd name="connsiteX6766" fmla="*/ 1740313 w 3219450"/>
                <a:gd name="connsiteY6766" fmla="*/ 2126075 h 2495550"/>
                <a:gd name="connsiteX6767" fmla="*/ 1739456 w 3219450"/>
                <a:gd name="connsiteY6767" fmla="*/ 2125409 h 2495550"/>
                <a:gd name="connsiteX6768" fmla="*/ 1738884 w 3219450"/>
                <a:gd name="connsiteY6768" fmla="*/ 2124456 h 2495550"/>
                <a:gd name="connsiteX6769" fmla="*/ 1738218 w 3219450"/>
                <a:gd name="connsiteY6769" fmla="*/ 2123694 h 2495550"/>
                <a:gd name="connsiteX6770" fmla="*/ 1737170 w 3219450"/>
                <a:gd name="connsiteY6770" fmla="*/ 2123789 h 2495550"/>
                <a:gd name="connsiteX6771" fmla="*/ 1736598 w 3219450"/>
                <a:gd name="connsiteY6771" fmla="*/ 2124456 h 2495550"/>
                <a:gd name="connsiteX6772" fmla="*/ 1736122 w 3219450"/>
                <a:gd name="connsiteY6772" fmla="*/ 2125599 h 2495550"/>
                <a:gd name="connsiteX6773" fmla="*/ 1734884 w 3219450"/>
                <a:gd name="connsiteY6773" fmla="*/ 2131409 h 2495550"/>
                <a:gd name="connsiteX6774" fmla="*/ 1734693 w 3219450"/>
                <a:gd name="connsiteY6774" fmla="*/ 2131886 h 2495550"/>
                <a:gd name="connsiteX6775" fmla="*/ 1734122 w 3219450"/>
                <a:gd name="connsiteY6775" fmla="*/ 2132743 h 2495550"/>
                <a:gd name="connsiteX6776" fmla="*/ 1733931 w 3219450"/>
                <a:gd name="connsiteY6776" fmla="*/ 2133410 h 2495550"/>
                <a:gd name="connsiteX6777" fmla="*/ 1733931 w 3219450"/>
                <a:gd name="connsiteY6777" fmla="*/ 2133981 h 2495550"/>
                <a:gd name="connsiteX6778" fmla="*/ 1734217 w 3219450"/>
                <a:gd name="connsiteY6778" fmla="*/ 2135315 h 2495550"/>
                <a:gd name="connsiteX6779" fmla="*/ 1734312 w 3219450"/>
                <a:gd name="connsiteY6779" fmla="*/ 2135696 h 2495550"/>
                <a:gd name="connsiteX6780" fmla="*/ 1734407 w 3219450"/>
                <a:gd name="connsiteY6780" fmla="*/ 2137791 h 2495550"/>
                <a:gd name="connsiteX6781" fmla="*/ 1734693 w 3219450"/>
                <a:gd name="connsiteY6781" fmla="*/ 2138648 h 2495550"/>
                <a:gd name="connsiteX6782" fmla="*/ 1735455 w 3219450"/>
                <a:gd name="connsiteY6782" fmla="*/ 2139410 h 2495550"/>
                <a:gd name="connsiteX6783" fmla="*/ 1736598 w 3219450"/>
                <a:gd name="connsiteY6783" fmla="*/ 2139791 h 2495550"/>
                <a:gd name="connsiteX6784" fmla="*/ 1738694 w 3219450"/>
                <a:gd name="connsiteY6784" fmla="*/ 2139887 h 2495550"/>
                <a:gd name="connsiteX6785" fmla="*/ 1739551 w 3219450"/>
                <a:gd name="connsiteY6785" fmla="*/ 2140649 h 2495550"/>
                <a:gd name="connsiteX6786" fmla="*/ 1739837 w 3219450"/>
                <a:gd name="connsiteY6786" fmla="*/ 2141411 h 2495550"/>
                <a:gd name="connsiteX6787" fmla="*/ 1741075 w 3219450"/>
                <a:gd name="connsiteY6787" fmla="*/ 2145602 h 2495550"/>
                <a:gd name="connsiteX6788" fmla="*/ 1740980 w 3219450"/>
                <a:gd name="connsiteY6788" fmla="*/ 2146173 h 2495550"/>
                <a:gd name="connsiteX6789" fmla="*/ 1740503 w 3219450"/>
                <a:gd name="connsiteY6789" fmla="*/ 2146649 h 2495550"/>
                <a:gd name="connsiteX6790" fmla="*/ 1739837 w 3219450"/>
                <a:gd name="connsiteY6790" fmla="*/ 2147507 h 2495550"/>
                <a:gd name="connsiteX6791" fmla="*/ 1740027 w 3219450"/>
                <a:gd name="connsiteY6791" fmla="*/ 2148364 h 2495550"/>
                <a:gd name="connsiteX6792" fmla="*/ 1740313 w 3219450"/>
                <a:gd name="connsiteY6792" fmla="*/ 2149031 h 2495550"/>
                <a:gd name="connsiteX6793" fmla="*/ 1740694 w 3219450"/>
                <a:gd name="connsiteY6793" fmla="*/ 2149602 h 2495550"/>
                <a:gd name="connsiteX6794" fmla="*/ 1740980 w 3219450"/>
                <a:gd name="connsiteY6794" fmla="*/ 2150269 h 2495550"/>
                <a:gd name="connsiteX6795" fmla="*/ 1740980 w 3219450"/>
                <a:gd name="connsiteY6795" fmla="*/ 2150650 h 2495550"/>
                <a:gd name="connsiteX6796" fmla="*/ 1740789 w 3219450"/>
                <a:gd name="connsiteY6796" fmla="*/ 2151602 h 2495550"/>
                <a:gd name="connsiteX6797" fmla="*/ 1740789 w 3219450"/>
                <a:gd name="connsiteY6797" fmla="*/ 2152079 h 2495550"/>
                <a:gd name="connsiteX6798" fmla="*/ 1740884 w 3219450"/>
                <a:gd name="connsiteY6798" fmla="*/ 2152364 h 2495550"/>
                <a:gd name="connsiteX6799" fmla="*/ 1741361 w 3219450"/>
                <a:gd name="connsiteY6799" fmla="*/ 2152936 h 2495550"/>
                <a:gd name="connsiteX6800" fmla="*/ 1741456 w 3219450"/>
                <a:gd name="connsiteY6800" fmla="*/ 2153126 h 2495550"/>
                <a:gd name="connsiteX6801" fmla="*/ 1741456 w 3219450"/>
                <a:gd name="connsiteY6801" fmla="*/ 2154650 h 2495550"/>
                <a:gd name="connsiteX6802" fmla="*/ 1741170 w 3219450"/>
                <a:gd name="connsiteY6802" fmla="*/ 2155984 h 2495550"/>
                <a:gd name="connsiteX6803" fmla="*/ 1740122 w 3219450"/>
                <a:gd name="connsiteY6803" fmla="*/ 2158651 h 2495550"/>
                <a:gd name="connsiteX6804" fmla="*/ 1740122 w 3219450"/>
                <a:gd name="connsiteY6804" fmla="*/ 2159127 h 2495550"/>
                <a:gd name="connsiteX6805" fmla="*/ 1740218 w 3219450"/>
                <a:gd name="connsiteY6805" fmla="*/ 2159699 h 2495550"/>
                <a:gd name="connsiteX6806" fmla="*/ 1740408 w 3219450"/>
                <a:gd name="connsiteY6806" fmla="*/ 2160175 h 2495550"/>
                <a:gd name="connsiteX6807" fmla="*/ 1740694 w 3219450"/>
                <a:gd name="connsiteY6807" fmla="*/ 2160556 h 2495550"/>
                <a:gd name="connsiteX6808" fmla="*/ 1741551 w 3219450"/>
                <a:gd name="connsiteY6808" fmla="*/ 2160556 h 2495550"/>
                <a:gd name="connsiteX6809" fmla="*/ 1742313 w 3219450"/>
                <a:gd name="connsiteY6809" fmla="*/ 2159984 h 2495550"/>
                <a:gd name="connsiteX6810" fmla="*/ 1744028 w 3219450"/>
                <a:gd name="connsiteY6810" fmla="*/ 2158079 h 2495550"/>
                <a:gd name="connsiteX6811" fmla="*/ 1744409 w 3219450"/>
                <a:gd name="connsiteY6811" fmla="*/ 2157984 h 2495550"/>
                <a:gd name="connsiteX6812" fmla="*/ 1745171 w 3219450"/>
                <a:gd name="connsiteY6812" fmla="*/ 2158270 h 2495550"/>
                <a:gd name="connsiteX6813" fmla="*/ 1745456 w 3219450"/>
                <a:gd name="connsiteY6813" fmla="*/ 2158460 h 2495550"/>
                <a:gd name="connsiteX6814" fmla="*/ 1745837 w 3219450"/>
                <a:gd name="connsiteY6814" fmla="*/ 2159032 h 2495550"/>
                <a:gd name="connsiteX6815" fmla="*/ 1746123 w 3219450"/>
                <a:gd name="connsiteY6815" fmla="*/ 2159318 h 2495550"/>
                <a:gd name="connsiteX6816" fmla="*/ 1747171 w 3219450"/>
                <a:gd name="connsiteY6816" fmla="*/ 2159889 h 2495550"/>
                <a:gd name="connsiteX6817" fmla="*/ 1748123 w 3219450"/>
                <a:gd name="connsiteY6817" fmla="*/ 2159984 h 2495550"/>
                <a:gd name="connsiteX6818" fmla="*/ 1750314 w 3219450"/>
                <a:gd name="connsiteY6818" fmla="*/ 2159889 h 2495550"/>
                <a:gd name="connsiteX6819" fmla="*/ 1751552 w 3219450"/>
                <a:gd name="connsiteY6819" fmla="*/ 2160175 h 2495550"/>
                <a:gd name="connsiteX6820" fmla="*/ 1752219 w 3219450"/>
                <a:gd name="connsiteY6820" fmla="*/ 2160746 h 2495550"/>
                <a:gd name="connsiteX6821" fmla="*/ 1752695 w 3219450"/>
                <a:gd name="connsiteY6821" fmla="*/ 2161508 h 2495550"/>
                <a:gd name="connsiteX6822" fmla="*/ 1753362 w 3219450"/>
                <a:gd name="connsiteY6822" fmla="*/ 2162366 h 2495550"/>
                <a:gd name="connsiteX6823" fmla="*/ 1754505 w 3219450"/>
                <a:gd name="connsiteY6823" fmla="*/ 2162937 h 2495550"/>
                <a:gd name="connsiteX6824" fmla="*/ 1755458 w 3219450"/>
                <a:gd name="connsiteY6824" fmla="*/ 2162747 h 2495550"/>
                <a:gd name="connsiteX6825" fmla="*/ 1756315 w 3219450"/>
                <a:gd name="connsiteY6825" fmla="*/ 2162270 h 2495550"/>
                <a:gd name="connsiteX6826" fmla="*/ 1757268 w 3219450"/>
                <a:gd name="connsiteY6826" fmla="*/ 2161889 h 2495550"/>
                <a:gd name="connsiteX6827" fmla="*/ 1758315 w 3219450"/>
                <a:gd name="connsiteY6827" fmla="*/ 2161889 h 2495550"/>
                <a:gd name="connsiteX6828" fmla="*/ 1759268 w 3219450"/>
                <a:gd name="connsiteY6828" fmla="*/ 2162366 h 2495550"/>
                <a:gd name="connsiteX6829" fmla="*/ 1759839 w 3219450"/>
                <a:gd name="connsiteY6829" fmla="*/ 2163223 h 2495550"/>
                <a:gd name="connsiteX6830" fmla="*/ 1759839 w 3219450"/>
                <a:gd name="connsiteY6830" fmla="*/ 2164366 h 2495550"/>
                <a:gd name="connsiteX6831" fmla="*/ 1759363 w 3219450"/>
                <a:gd name="connsiteY6831" fmla="*/ 2165318 h 2495550"/>
                <a:gd name="connsiteX6832" fmla="*/ 1758601 w 3219450"/>
                <a:gd name="connsiteY6832" fmla="*/ 2166176 h 2495550"/>
                <a:gd name="connsiteX6833" fmla="*/ 1758029 w 3219450"/>
                <a:gd name="connsiteY6833" fmla="*/ 2167033 h 2495550"/>
                <a:gd name="connsiteX6834" fmla="*/ 1758125 w 3219450"/>
                <a:gd name="connsiteY6834" fmla="*/ 2168176 h 2495550"/>
                <a:gd name="connsiteX6835" fmla="*/ 1758887 w 3219450"/>
                <a:gd name="connsiteY6835" fmla="*/ 2168938 h 2495550"/>
                <a:gd name="connsiteX6836" fmla="*/ 1760030 w 3219450"/>
                <a:gd name="connsiteY6836" fmla="*/ 2169319 h 2495550"/>
                <a:gd name="connsiteX6837" fmla="*/ 1762220 w 3219450"/>
                <a:gd name="connsiteY6837" fmla="*/ 2169795 h 2495550"/>
                <a:gd name="connsiteX6838" fmla="*/ 1763744 w 3219450"/>
                <a:gd name="connsiteY6838" fmla="*/ 2170748 h 2495550"/>
                <a:gd name="connsiteX6839" fmla="*/ 1767840 w 3219450"/>
                <a:gd name="connsiteY6839" fmla="*/ 2174367 h 2495550"/>
                <a:gd name="connsiteX6840" fmla="*/ 1769936 w 3219450"/>
                <a:gd name="connsiteY6840" fmla="*/ 2174939 h 2495550"/>
                <a:gd name="connsiteX6841" fmla="*/ 1771650 w 3219450"/>
                <a:gd name="connsiteY6841" fmla="*/ 2174367 h 2495550"/>
                <a:gd name="connsiteX6842" fmla="*/ 1773174 w 3219450"/>
                <a:gd name="connsiteY6842" fmla="*/ 2174177 h 2495550"/>
                <a:gd name="connsiteX6843" fmla="*/ 1774793 w 3219450"/>
                <a:gd name="connsiteY6843" fmla="*/ 2175891 h 2495550"/>
                <a:gd name="connsiteX6844" fmla="*/ 1776222 w 3219450"/>
                <a:gd name="connsiteY6844" fmla="*/ 2179987 h 2495550"/>
                <a:gd name="connsiteX6845" fmla="*/ 1776413 w 3219450"/>
                <a:gd name="connsiteY6845" fmla="*/ 2180177 h 2495550"/>
                <a:gd name="connsiteX6846" fmla="*/ 1777175 w 3219450"/>
                <a:gd name="connsiteY6846" fmla="*/ 2180939 h 2495550"/>
                <a:gd name="connsiteX6847" fmla="*/ 1778984 w 3219450"/>
                <a:gd name="connsiteY6847" fmla="*/ 2179796 h 2495550"/>
                <a:gd name="connsiteX6848" fmla="*/ 1780413 w 3219450"/>
                <a:gd name="connsiteY6848" fmla="*/ 2178272 h 2495550"/>
                <a:gd name="connsiteX6849" fmla="*/ 1781270 w 3219450"/>
                <a:gd name="connsiteY6849" fmla="*/ 2177891 h 2495550"/>
                <a:gd name="connsiteX6850" fmla="*/ 1782318 w 3219450"/>
                <a:gd name="connsiteY6850" fmla="*/ 2178177 h 2495550"/>
                <a:gd name="connsiteX6851" fmla="*/ 1782889 w 3219450"/>
                <a:gd name="connsiteY6851" fmla="*/ 2179034 h 2495550"/>
                <a:gd name="connsiteX6852" fmla="*/ 1783080 w 3219450"/>
                <a:gd name="connsiteY6852" fmla="*/ 2181035 h 2495550"/>
                <a:gd name="connsiteX6853" fmla="*/ 1783747 w 3219450"/>
                <a:gd name="connsiteY6853" fmla="*/ 2181416 h 2495550"/>
                <a:gd name="connsiteX6854" fmla="*/ 1784699 w 3219450"/>
                <a:gd name="connsiteY6854" fmla="*/ 2181797 h 2495550"/>
                <a:gd name="connsiteX6855" fmla="*/ 1785271 w 3219450"/>
                <a:gd name="connsiteY6855" fmla="*/ 2181892 h 2495550"/>
                <a:gd name="connsiteX6856" fmla="*/ 1785747 w 3219450"/>
                <a:gd name="connsiteY6856" fmla="*/ 2181892 h 2495550"/>
                <a:gd name="connsiteX6857" fmla="*/ 1786223 w 3219450"/>
                <a:gd name="connsiteY6857" fmla="*/ 2181606 h 2495550"/>
                <a:gd name="connsiteX6858" fmla="*/ 1786700 w 3219450"/>
                <a:gd name="connsiteY6858" fmla="*/ 2180749 h 2495550"/>
                <a:gd name="connsiteX6859" fmla="*/ 1787081 w 3219450"/>
                <a:gd name="connsiteY6859" fmla="*/ 2180463 h 2495550"/>
                <a:gd name="connsiteX6860" fmla="*/ 1788033 w 3219450"/>
                <a:gd name="connsiteY6860" fmla="*/ 2180368 h 2495550"/>
                <a:gd name="connsiteX6861" fmla="*/ 1790224 w 3219450"/>
                <a:gd name="connsiteY6861" fmla="*/ 2180654 h 2495550"/>
                <a:gd name="connsiteX6862" fmla="*/ 1791272 w 3219450"/>
                <a:gd name="connsiteY6862" fmla="*/ 2180654 h 2495550"/>
                <a:gd name="connsiteX6863" fmla="*/ 1794415 w 3219450"/>
                <a:gd name="connsiteY6863" fmla="*/ 2179987 h 2495550"/>
                <a:gd name="connsiteX6864" fmla="*/ 1795368 w 3219450"/>
                <a:gd name="connsiteY6864" fmla="*/ 2179606 h 2495550"/>
                <a:gd name="connsiteX6865" fmla="*/ 1797463 w 3219450"/>
                <a:gd name="connsiteY6865" fmla="*/ 2178082 h 2495550"/>
                <a:gd name="connsiteX6866" fmla="*/ 1798225 w 3219450"/>
                <a:gd name="connsiteY6866" fmla="*/ 2177796 h 2495550"/>
                <a:gd name="connsiteX6867" fmla="*/ 1798987 w 3219450"/>
                <a:gd name="connsiteY6867" fmla="*/ 2177796 h 2495550"/>
                <a:gd name="connsiteX6868" fmla="*/ 1799939 w 3219450"/>
                <a:gd name="connsiteY6868" fmla="*/ 2177891 h 2495550"/>
                <a:gd name="connsiteX6869" fmla="*/ 1801749 w 3219450"/>
                <a:gd name="connsiteY6869" fmla="*/ 2178368 h 2495550"/>
                <a:gd name="connsiteX6870" fmla="*/ 1802892 w 3219450"/>
                <a:gd name="connsiteY6870" fmla="*/ 2178844 h 2495550"/>
                <a:gd name="connsiteX6871" fmla="*/ 1803273 w 3219450"/>
                <a:gd name="connsiteY6871" fmla="*/ 2179415 h 2495550"/>
                <a:gd name="connsiteX6872" fmla="*/ 1803559 w 3219450"/>
                <a:gd name="connsiteY6872" fmla="*/ 2180082 h 2495550"/>
                <a:gd name="connsiteX6873" fmla="*/ 1804130 w 3219450"/>
                <a:gd name="connsiteY6873" fmla="*/ 2181035 h 2495550"/>
                <a:gd name="connsiteX6874" fmla="*/ 1804797 w 3219450"/>
                <a:gd name="connsiteY6874" fmla="*/ 2181701 h 2495550"/>
                <a:gd name="connsiteX6875" fmla="*/ 1806321 w 3219450"/>
                <a:gd name="connsiteY6875" fmla="*/ 2182844 h 2495550"/>
                <a:gd name="connsiteX6876" fmla="*/ 1808131 w 3219450"/>
                <a:gd name="connsiteY6876" fmla="*/ 2184845 h 2495550"/>
                <a:gd name="connsiteX6877" fmla="*/ 1808798 w 3219450"/>
                <a:gd name="connsiteY6877" fmla="*/ 2185035 h 2495550"/>
                <a:gd name="connsiteX6878" fmla="*/ 1811274 w 3219450"/>
                <a:gd name="connsiteY6878" fmla="*/ 2187607 h 2495550"/>
                <a:gd name="connsiteX6879" fmla="*/ 1811274 w 3219450"/>
                <a:gd name="connsiteY6879" fmla="*/ 2187893 h 2495550"/>
                <a:gd name="connsiteX6880" fmla="*/ 1810322 w 3219450"/>
                <a:gd name="connsiteY6880" fmla="*/ 2189036 h 2495550"/>
                <a:gd name="connsiteX6881" fmla="*/ 1809941 w 3219450"/>
                <a:gd name="connsiteY6881" fmla="*/ 2189798 h 2495550"/>
                <a:gd name="connsiteX6882" fmla="*/ 1809845 w 3219450"/>
                <a:gd name="connsiteY6882" fmla="*/ 2190655 h 2495550"/>
                <a:gd name="connsiteX6883" fmla="*/ 1810226 w 3219450"/>
                <a:gd name="connsiteY6883" fmla="*/ 2190655 h 2495550"/>
                <a:gd name="connsiteX6884" fmla="*/ 1812608 w 3219450"/>
                <a:gd name="connsiteY6884" fmla="*/ 2188464 h 2495550"/>
                <a:gd name="connsiteX6885" fmla="*/ 1814036 w 3219450"/>
                <a:gd name="connsiteY6885" fmla="*/ 2187797 h 2495550"/>
                <a:gd name="connsiteX6886" fmla="*/ 1816037 w 3219450"/>
                <a:gd name="connsiteY6886" fmla="*/ 2187607 h 2495550"/>
                <a:gd name="connsiteX6887" fmla="*/ 1816037 w 3219450"/>
                <a:gd name="connsiteY6887" fmla="*/ 2187226 h 2495550"/>
                <a:gd name="connsiteX6888" fmla="*/ 1814989 w 3219450"/>
                <a:gd name="connsiteY6888" fmla="*/ 2187035 h 2495550"/>
                <a:gd name="connsiteX6889" fmla="*/ 1814322 w 3219450"/>
                <a:gd name="connsiteY6889" fmla="*/ 2187226 h 2495550"/>
                <a:gd name="connsiteX6890" fmla="*/ 1813751 w 3219450"/>
                <a:gd name="connsiteY6890" fmla="*/ 2187512 h 2495550"/>
                <a:gd name="connsiteX6891" fmla="*/ 1812989 w 3219450"/>
                <a:gd name="connsiteY6891" fmla="*/ 2187702 h 2495550"/>
                <a:gd name="connsiteX6892" fmla="*/ 1812512 w 3219450"/>
                <a:gd name="connsiteY6892" fmla="*/ 2187321 h 2495550"/>
                <a:gd name="connsiteX6893" fmla="*/ 1812417 w 3219450"/>
                <a:gd name="connsiteY6893" fmla="*/ 2186559 h 2495550"/>
                <a:gd name="connsiteX6894" fmla="*/ 1812798 w 3219450"/>
                <a:gd name="connsiteY6894" fmla="*/ 2185892 h 2495550"/>
                <a:gd name="connsiteX6895" fmla="*/ 1813941 w 3219450"/>
                <a:gd name="connsiteY6895" fmla="*/ 2185797 h 2495550"/>
                <a:gd name="connsiteX6896" fmla="*/ 1813274 w 3219450"/>
                <a:gd name="connsiteY6896" fmla="*/ 2185607 h 2495550"/>
                <a:gd name="connsiteX6897" fmla="*/ 1811369 w 3219450"/>
                <a:gd name="connsiteY6897" fmla="*/ 2184178 h 2495550"/>
                <a:gd name="connsiteX6898" fmla="*/ 1811941 w 3219450"/>
                <a:gd name="connsiteY6898" fmla="*/ 2183797 h 2495550"/>
                <a:gd name="connsiteX6899" fmla="*/ 1812703 w 3219450"/>
                <a:gd name="connsiteY6899" fmla="*/ 2183702 h 2495550"/>
                <a:gd name="connsiteX6900" fmla="*/ 1813465 w 3219450"/>
                <a:gd name="connsiteY6900" fmla="*/ 2183892 h 2495550"/>
                <a:gd name="connsiteX6901" fmla="*/ 1814798 w 3219450"/>
                <a:gd name="connsiteY6901" fmla="*/ 2184749 h 2495550"/>
                <a:gd name="connsiteX6902" fmla="*/ 1815560 w 3219450"/>
                <a:gd name="connsiteY6902" fmla="*/ 2184749 h 2495550"/>
                <a:gd name="connsiteX6903" fmla="*/ 1815846 w 3219450"/>
                <a:gd name="connsiteY6903" fmla="*/ 2184273 h 2495550"/>
                <a:gd name="connsiteX6904" fmla="*/ 1815275 w 3219450"/>
                <a:gd name="connsiteY6904" fmla="*/ 2183321 h 2495550"/>
                <a:gd name="connsiteX6905" fmla="*/ 1815941 w 3219450"/>
                <a:gd name="connsiteY6905" fmla="*/ 2183225 h 2495550"/>
                <a:gd name="connsiteX6906" fmla="*/ 1816703 w 3219450"/>
                <a:gd name="connsiteY6906" fmla="*/ 2183511 h 2495550"/>
                <a:gd name="connsiteX6907" fmla="*/ 1817370 w 3219450"/>
                <a:gd name="connsiteY6907" fmla="*/ 2183511 h 2495550"/>
                <a:gd name="connsiteX6908" fmla="*/ 1817846 w 3219450"/>
                <a:gd name="connsiteY6908" fmla="*/ 2182654 h 2495550"/>
                <a:gd name="connsiteX6909" fmla="*/ 1818132 w 3219450"/>
                <a:gd name="connsiteY6909" fmla="*/ 2183130 h 2495550"/>
                <a:gd name="connsiteX6910" fmla="*/ 1818513 w 3219450"/>
                <a:gd name="connsiteY6910" fmla="*/ 2183321 h 2495550"/>
                <a:gd name="connsiteX6911" fmla="*/ 1818704 w 3219450"/>
                <a:gd name="connsiteY6911" fmla="*/ 2183130 h 2495550"/>
                <a:gd name="connsiteX6912" fmla="*/ 1818513 w 3219450"/>
                <a:gd name="connsiteY6912" fmla="*/ 2182559 h 2495550"/>
                <a:gd name="connsiteX6913" fmla="*/ 1818894 w 3219450"/>
                <a:gd name="connsiteY6913" fmla="*/ 2182178 h 2495550"/>
                <a:gd name="connsiteX6914" fmla="*/ 1820132 w 3219450"/>
                <a:gd name="connsiteY6914" fmla="*/ 2182749 h 2495550"/>
                <a:gd name="connsiteX6915" fmla="*/ 1821085 w 3219450"/>
                <a:gd name="connsiteY6915" fmla="*/ 2182463 h 2495550"/>
                <a:gd name="connsiteX6916" fmla="*/ 1822895 w 3219450"/>
                <a:gd name="connsiteY6916" fmla="*/ 2180939 h 2495550"/>
                <a:gd name="connsiteX6917" fmla="*/ 1822609 w 3219450"/>
                <a:gd name="connsiteY6917" fmla="*/ 2180939 h 2495550"/>
                <a:gd name="connsiteX6918" fmla="*/ 1822609 w 3219450"/>
                <a:gd name="connsiteY6918" fmla="*/ 2180558 h 2495550"/>
                <a:gd name="connsiteX6919" fmla="*/ 1822895 w 3219450"/>
                <a:gd name="connsiteY6919" fmla="*/ 2180177 h 2495550"/>
                <a:gd name="connsiteX6920" fmla="*/ 1822895 w 3219450"/>
                <a:gd name="connsiteY6920" fmla="*/ 2179701 h 2495550"/>
                <a:gd name="connsiteX6921" fmla="*/ 1822704 w 3219450"/>
                <a:gd name="connsiteY6921" fmla="*/ 2179320 h 2495550"/>
                <a:gd name="connsiteX6922" fmla="*/ 1822323 w 3219450"/>
                <a:gd name="connsiteY6922" fmla="*/ 2179034 h 2495550"/>
                <a:gd name="connsiteX6923" fmla="*/ 1822514 w 3219450"/>
                <a:gd name="connsiteY6923" fmla="*/ 2178939 h 2495550"/>
                <a:gd name="connsiteX6924" fmla="*/ 1822799 w 3219450"/>
                <a:gd name="connsiteY6924" fmla="*/ 2178749 h 2495550"/>
                <a:gd name="connsiteX6925" fmla="*/ 1822990 w 3219450"/>
                <a:gd name="connsiteY6925" fmla="*/ 2178653 h 2495550"/>
                <a:gd name="connsiteX6926" fmla="*/ 1822990 w 3219450"/>
                <a:gd name="connsiteY6926" fmla="*/ 2179225 h 2495550"/>
                <a:gd name="connsiteX6927" fmla="*/ 1822990 w 3219450"/>
                <a:gd name="connsiteY6927" fmla="*/ 2179415 h 2495550"/>
                <a:gd name="connsiteX6928" fmla="*/ 1823371 w 3219450"/>
                <a:gd name="connsiteY6928" fmla="*/ 2179130 h 2495550"/>
                <a:gd name="connsiteX6929" fmla="*/ 1824514 w 3219450"/>
                <a:gd name="connsiteY6929" fmla="*/ 2178653 h 2495550"/>
                <a:gd name="connsiteX6930" fmla="*/ 1823943 w 3219450"/>
                <a:gd name="connsiteY6930" fmla="*/ 2179320 h 2495550"/>
                <a:gd name="connsiteX6931" fmla="*/ 1823847 w 3219450"/>
                <a:gd name="connsiteY6931" fmla="*/ 2179701 h 2495550"/>
                <a:gd name="connsiteX6932" fmla="*/ 1824609 w 3219450"/>
                <a:gd name="connsiteY6932" fmla="*/ 2180463 h 2495550"/>
                <a:gd name="connsiteX6933" fmla="*/ 1824990 w 3219450"/>
                <a:gd name="connsiteY6933" fmla="*/ 2181035 h 2495550"/>
                <a:gd name="connsiteX6934" fmla="*/ 1825181 w 3219450"/>
                <a:gd name="connsiteY6934" fmla="*/ 2181511 h 2495550"/>
                <a:gd name="connsiteX6935" fmla="*/ 1825181 w 3219450"/>
                <a:gd name="connsiteY6935" fmla="*/ 2181892 h 2495550"/>
                <a:gd name="connsiteX6936" fmla="*/ 1825181 w 3219450"/>
                <a:gd name="connsiteY6936" fmla="*/ 2182273 h 2495550"/>
                <a:gd name="connsiteX6937" fmla="*/ 1824800 w 3219450"/>
                <a:gd name="connsiteY6937" fmla="*/ 2183225 h 2495550"/>
                <a:gd name="connsiteX6938" fmla="*/ 1823466 w 3219450"/>
                <a:gd name="connsiteY6938" fmla="*/ 2185226 h 2495550"/>
                <a:gd name="connsiteX6939" fmla="*/ 1822990 w 3219450"/>
                <a:gd name="connsiteY6939" fmla="*/ 2186083 h 2495550"/>
                <a:gd name="connsiteX6940" fmla="*/ 1822990 w 3219450"/>
                <a:gd name="connsiteY6940" fmla="*/ 2186845 h 2495550"/>
                <a:gd name="connsiteX6941" fmla="*/ 1823752 w 3219450"/>
                <a:gd name="connsiteY6941" fmla="*/ 2186464 h 2495550"/>
                <a:gd name="connsiteX6942" fmla="*/ 1825466 w 3219450"/>
                <a:gd name="connsiteY6942" fmla="*/ 2185035 h 2495550"/>
                <a:gd name="connsiteX6943" fmla="*/ 1826038 w 3219450"/>
                <a:gd name="connsiteY6943" fmla="*/ 2184749 h 2495550"/>
                <a:gd name="connsiteX6944" fmla="*/ 1826514 w 3219450"/>
                <a:gd name="connsiteY6944" fmla="*/ 2184654 h 2495550"/>
                <a:gd name="connsiteX6945" fmla="*/ 1826800 w 3219450"/>
                <a:gd name="connsiteY6945" fmla="*/ 2184368 h 2495550"/>
                <a:gd name="connsiteX6946" fmla="*/ 1827086 w 3219450"/>
                <a:gd name="connsiteY6946" fmla="*/ 2182844 h 2495550"/>
                <a:gd name="connsiteX6947" fmla="*/ 1827276 w 3219450"/>
                <a:gd name="connsiteY6947" fmla="*/ 2182559 h 2495550"/>
                <a:gd name="connsiteX6948" fmla="*/ 1828229 w 3219450"/>
                <a:gd name="connsiteY6948" fmla="*/ 2181797 h 2495550"/>
                <a:gd name="connsiteX6949" fmla="*/ 1828610 w 3219450"/>
                <a:gd name="connsiteY6949" fmla="*/ 2181606 h 2495550"/>
                <a:gd name="connsiteX6950" fmla="*/ 1828610 w 3219450"/>
                <a:gd name="connsiteY6950" fmla="*/ 2181225 h 2495550"/>
                <a:gd name="connsiteX6951" fmla="*/ 1828324 w 3219450"/>
                <a:gd name="connsiteY6951" fmla="*/ 2181225 h 2495550"/>
                <a:gd name="connsiteX6952" fmla="*/ 1827467 w 3219450"/>
                <a:gd name="connsiteY6952" fmla="*/ 2181225 h 2495550"/>
                <a:gd name="connsiteX6953" fmla="*/ 1827657 w 3219450"/>
                <a:gd name="connsiteY6953" fmla="*/ 2180654 h 2495550"/>
                <a:gd name="connsiteX6954" fmla="*/ 1827848 w 3219450"/>
                <a:gd name="connsiteY6954" fmla="*/ 2180177 h 2495550"/>
                <a:gd name="connsiteX6955" fmla="*/ 1828133 w 3219450"/>
                <a:gd name="connsiteY6955" fmla="*/ 2179892 h 2495550"/>
                <a:gd name="connsiteX6956" fmla="*/ 1828514 w 3219450"/>
                <a:gd name="connsiteY6956" fmla="*/ 2179701 h 2495550"/>
                <a:gd name="connsiteX6957" fmla="*/ 1828324 w 3219450"/>
                <a:gd name="connsiteY6957" fmla="*/ 2179511 h 2495550"/>
                <a:gd name="connsiteX6958" fmla="*/ 1828038 w 3219450"/>
                <a:gd name="connsiteY6958" fmla="*/ 2178939 h 2495550"/>
                <a:gd name="connsiteX6959" fmla="*/ 1829181 w 3219450"/>
                <a:gd name="connsiteY6959" fmla="*/ 2178939 h 2495550"/>
                <a:gd name="connsiteX6960" fmla="*/ 1828419 w 3219450"/>
                <a:gd name="connsiteY6960" fmla="*/ 2177701 h 2495550"/>
                <a:gd name="connsiteX6961" fmla="*/ 1828324 w 3219450"/>
                <a:gd name="connsiteY6961" fmla="*/ 2175986 h 2495550"/>
                <a:gd name="connsiteX6962" fmla="*/ 1828895 w 3219450"/>
                <a:gd name="connsiteY6962" fmla="*/ 2174367 h 2495550"/>
                <a:gd name="connsiteX6963" fmla="*/ 1829943 w 3219450"/>
                <a:gd name="connsiteY6963" fmla="*/ 2173415 h 2495550"/>
                <a:gd name="connsiteX6964" fmla="*/ 1829657 w 3219450"/>
                <a:gd name="connsiteY6964" fmla="*/ 2174462 h 2495550"/>
                <a:gd name="connsiteX6965" fmla="*/ 1829753 w 3219450"/>
                <a:gd name="connsiteY6965" fmla="*/ 2175034 h 2495550"/>
                <a:gd name="connsiteX6966" fmla="*/ 1832324 w 3219450"/>
                <a:gd name="connsiteY6966" fmla="*/ 2176463 h 2495550"/>
                <a:gd name="connsiteX6967" fmla="*/ 1832991 w 3219450"/>
                <a:gd name="connsiteY6967" fmla="*/ 2176463 h 2495550"/>
                <a:gd name="connsiteX6968" fmla="*/ 1833277 w 3219450"/>
                <a:gd name="connsiteY6968" fmla="*/ 2175796 h 2495550"/>
                <a:gd name="connsiteX6969" fmla="*/ 1833468 w 3219450"/>
                <a:gd name="connsiteY6969" fmla="*/ 2175891 h 2495550"/>
                <a:gd name="connsiteX6970" fmla="*/ 1833563 w 3219450"/>
                <a:gd name="connsiteY6970" fmla="*/ 2175891 h 2495550"/>
                <a:gd name="connsiteX6971" fmla="*/ 1833658 w 3219450"/>
                <a:gd name="connsiteY6971" fmla="*/ 2176177 h 2495550"/>
                <a:gd name="connsiteX6972" fmla="*/ 1833848 w 3219450"/>
                <a:gd name="connsiteY6972" fmla="*/ 2175796 h 2495550"/>
                <a:gd name="connsiteX6973" fmla="*/ 1834229 w 3219450"/>
                <a:gd name="connsiteY6973" fmla="*/ 2175320 h 2495550"/>
                <a:gd name="connsiteX6974" fmla="*/ 1834420 w 3219450"/>
                <a:gd name="connsiteY6974" fmla="*/ 2175034 h 2495550"/>
                <a:gd name="connsiteX6975" fmla="*/ 1834610 w 3219450"/>
                <a:gd name="connsiteY6975" fmla="*/ 2175605 h 2495550"/>
                <a:gd name="connsiteX6976" fmla="*/ 1834420 w 3219450"/>
                <a:gd name="connsiteY6976" fmla="*/ 2176082 h 2495550"/>
                <a:gd name="connsiteX6977" fmla="*/ 1833658 w 3219450"/>
                <a:gd name="connsiteY6977" fmla="*/ 2176939 h 2495550"/>
                <a:gd name="connsiteX6978" fmla="*/ 1834420 w 3219450"/>
                <a:gd name="connsiteY6978" fmla="*/ 2177034 h 2495550"/>
                <a:gd name="connsiteX6979" fmla="*/ 1836896 w 3219450"/>
                <a:gd name="connsiteY6979" fmla="*/ 2176558 h 2495550"/>
                <a:gd name="connsiteX6980" fmla="*/ 1836896 w 3219450"/>
                <a:gd name="connsiteY6980" fmla="*/ 2176939 h 2495550"/>
                <a:gd name="connsiteX6981" fmla="*/ 1836325 w 3219450"/>
                <a:gd name="connsiteY6981" fmla="*/ 2177034 h 2495550"/>
                <a:gd name="connsiteX6982" fmla="*/ 1835753 w 3219450"/>
                <a:gd name="connsiteY6982" fmla="*/ 2177225 h 2495550"/>
                <a:gd name="connsiteX6983" fmla="*/ 1835372 w 3219450"/>
                <a:gd name="connsiteY6983" fmla="*/ 2177606 h 2495550"/>
                <a:gd name="connsiteX6984" fmla="*/ 1835468 w 3219450"/>
                <a:gd name="connsiteY6984" fmla="*/ 2178082 h 2495550"/>
                <a:gd name="connsiteX6985" fmla="*/ 1834991 w 3219450"/>
                <a:gd name="connsiteY6985" fmla="*/ 2178177 h 2495550"/>
                <a:gd name="connsiteX6986" fmla="*/ 1834610 w 3219450"/>
                <a:gd name="connsiteY6986" fmla="*/ 2178368 h 2495550"/>
                <a:gd name="connsiteX6987" fmla="*/ 1834325 w 3219450"/>
                <a:gd name="connsiteY6987" fmla="*/ 2178558 h 2495550"/>
                <a:gd name="connsiteX6988" fmla="*/ 1834039 w 3219450"/>
                <a:gd name="connsiteY6988" fmla="*/ 2178844 h 2495550"/>
                <a:gd name="connsiteX6989" fmla="*/ 1834039 w 3219450"/>
                <a:gd name="connsiteY6989" fmla="*/ 2179225 h 2495550"/>
                <a:gd name="connsiteX6990" fmla="*/ 1834325 w 3219450"/>
                <a:gd name="connsiteY6990" fmla="*/ 2179511 h 2495550"/>
                <a:gd name="connsiteX6991" fmla="*/ 1834610 w 3219450"/>
                <a:gd name="connsiteY6991" fmla="*/ 2179606 h 2495550"/>
                <a:gd name="connsiteX6992" fmla="*/ 1834896 w 3219450"/>
                <a:gd name="connsiteY6992" fmla="*/ 2179511 h 2495550"/>
                <a:gd name="connsiteX6993" fmla="*/ 1835182 w 3219450"/>
                <a:gd name="connsiteY6993" fmla="*/ 2179225 h 2495550"/>
                <a:gd name="connsiteX6994" fmla="*/ 1835468 w 3219450"/>
                <a:gd name="connsiteY6994" fmla="*/ 2179225 h 2495550"/>
                <a:gd name="connsiteX6995" fmla="*/ 1835182 w 3219450"/>
                <a:gd name="connsiteY6995" fmla="*/ 2180844 h 2495550"/>
                <a:gd name="connsiteX6996" fmla="*/ 1834801 w 3219450"/>
                <a:gd name="connsiteY6996" fmla="*/ 2181416 h 2495550"/>
                <a:gd name="connsiteX6997" fmla="*/ 1833944 w 3219450"/>
                <a:gd name="connsiteY6997" fmla="*/ 2181511 h 2495550"/>
                <a:gd name="connsiteX6998" fmla="*/ 1834229 w 3219450"/>
                <a:gd name="connsiteY6998" fmla="*/ 2180844 h 2495550"/>
                <a:gd name="connsiteX6999" fmla="*/ 1833468 w 3219450"/>
                <a:gd name="connsiteY6999" fmla="*/ 2180463 h 2495550"/>
                <a:gd name="connsiteX7000" fmla="*/ 1832610 w 3219450"/>
                <a:gd name="connsiteY7000" fmla="*/ 2180749 h 2495550"/>
                <a:gd name="connsiteX7001" fmla="*/ 1832515 w 3219450"/>
                <a:gd name="connsiteY7001" fmla="*/ 2181892 h 2495550"/>
                <a:gd name="connsiteX7002" fmla="*/ 1833182 w 3219450"/>
                <a:gd name="connsiteY7002" fmla="*/ 2182749 h 2495550"/>
                <a:gd name="connsiteX7003" fmla="*/ 1834134 w 3219450"/>
                <a:gd name="connsiteY7003" fmla="*/ 2182940 h 2495550"/>
                <a:gd name="connsiteX7004" fmla="*/ 1836801 w 3219450"/>
                <a:gd name="connsiteY7004" fmla="*/ 2182654 h 2495550"/>
                <a:gd name="connsiteX7005" fmla="*/ 1836801 w 3219450"/>
                <a:gd name="connsiteY7005" fmla="*/ 2182273 h 2495550"/>
                <a:gd name="connsiteX7006" fmla="*/ 1836325 w 3219450"/>
                <a:gd name="connsiteY7006" fmla="*/ 2182273 h 2495550"/>
                <a:gd name="connsiteX7007" fmla="*/ 1836134 w 3219450"/>
                <a:gd name="connsiteY7007" fmla="*/ 2182273 h 2495550"/>
                <a:gd name="connsiteX7008" fmla="*/ 1836134 w 3219450"/>
                <a:gd name="connsiteY7008" fmla="*/ 2181892 h 2495550"/>
                <a:gd name="connsiteX7009" fmla="*/ 1836611 w 3219450"/>
                <a:gd name="connsiteY7009" fmla="*/ 2181797 h 2495550"/>
                <a:gd name="connsiteX7010" fmla="*/ 1836801 w 3219450"/>
                <a:gd name="connsiteY7010" fmla="*/ 2181606 h 2495550"/>
                <a:gd name="connsiteX7011" fmla="*/ 1836706 w 3219450"/>
                <a:gd name="connsiteY7011" fmla="*/ 2181320 h 2495550"/>
                <a:gd name="connsiteX7012" fmla="*/ 1836325 w 3219450"/>
                <a:gd name="connsiteY7012" fmla="*/ 2180844 h 2495550"/>
                <a:gd name="connsiteX7013" fmla="*/ 1836801 w 3219450"/>
                <a:gd name="connsiteY7013" fmla="*/ 2180558 h 2495550"/>
                <a:gd name="connsiteX7014" fmla="*/ 1837182 w 3219450"/>
                <a:gd name="connsiteY7014" fmla="*/ 2180273 h 2495550"/>
                <a:gd name="connsiteX7015" fmla="*/ 1837849 w 3219450"/>
                <a:gd name="connsiteY7015" fmla="*/ 2179320 h 2495550"/>
                <a:gd name="connsiteX7016" fmla="*/ 1838611 w 3219450"/>
                <a:gd name="connsiteY7016" fmla="*/ 2180082 h 2495550"/>
                <a:gd name="connsiteX7017" fmla="*/ 1838611 w 3219450"/>
                <a:gd name="connsiteY7017" fmla="*/ 2180463 h 2495550"/>
                <a:gd name="connsiteX7018" fmla="*/ 1837754 w 3219450"/>
                <a:gd name="connsiteY7018" fmla="*/ 2180177 h 2495550"/>
                <a:gd name="connsiteX7019" fmla="*/ 1837373 w 3219450"/>
                <a:gd name="connsiteY7019" fmla="*/ 2180654 h 2495550"/>
                <a:gd name="connsiteX7020" fmla="*/ 1837277 w 3219450"/>
                <a:gd name="connsiteY7020" fmla="*/ 2181320 h 2495550"/>
                <a:gd name="connsiteX7021" fmla="*/ 1837373 w 3219450"/>
                <a:gd name="connsiteY7021" fmla="*/ 2181701 h 2495550"/>
                <a:gd name="connsiteX7022" fmla="*/ 1837849 w 3219450"/>
                <a:gd name="connsiteY7022" fmla="*/ 2181606 h 2495550"/>
                <a:gd name="connsiteX7023" fmla="*/ 1839373 w 3219450"/>
                <a:gd name="connsiteY7023" fmla="*/ 2180939 h 2495550"/>
                <a:gd name="connsiteX7024" fmla="*/ 1839278 w 3219450"/>
                <a:gd name="connsiteY7024" fmla="*/ 2180749 h 2495550"/>
                <a:gd name="connsiteX7025" fmla="*/ 1838992 w 3219450"/>
                <a:gd name="connsiteY7025" fmla="*/ 2180177 h 2495550"/>
                <a:gd name="connsiteX7026" fmla="*/ 1839468 w 3219450"/>
                <a:gd name="connsiteY7026" fmla="*/ 2180082 h 2495550"/>
                <a:gd name="connsiteX7027" fmla="*/ 1839754 w 3219450"/>
                <a:gd name="connsiteY7027" fmla="*/ 2179892 h 2495550"/>
                <a:gd name="connsiteX7028" fmla="*/ 1839944 w 3219450"/>
                <a:gd name="connsiteY7028" fmla="*/ 2179511 h 2495550"/>
                <a:gd name="connsiteX7029" fmla="*/ 1840039 w 3219450"/>
                <a:gd name="connsiteY7029" fmla="*/ 2178939 h 2495550"/>
                <a:gd name="connsiteX7030" fmla="*/ 1839659 w 3219450"/>
                <a:gd name="connsiteY7030" fmla="*/ 2178939 h 2495550"/>
                <a:gd name="connsiteX7031" fmla="*/ 1839468 w 3219450"/>
                <a:gd name="connsiteY7031" fmla="*/ 2178844 h 2495550"/>
                <a:gd name="connsiteX7032" fmla="*/ 1839278 w 3219450"/>
                <a:gd name="connsiteY7032" fmla="*/ 2178749 h 2495550"/>
                <a:gd name="connsiteX7033" fmla="*/ 1838992 w 3219450"/>
                <a:gd name="connsiteY7033" fmla="*/ 2178653 h 2495550"/>
                <a:gd name="connsiteX7034" fmla="*/ 1838992 w 3219450"/>
                <a:gd name="connsiteY7034" fmla="*/ 2178272 h 2495550"/>
                <a:gd name="connsiteX7035" fmla="*/ 1839563 w 3219450"/>
                <a:gd name="connsiteY7035" fmla="*/ 2178558 h 2495550"/>
                <a:gd name="connsiteX7036" fmla="*/ 1840230 w 3219450"/>
                <a:gd name="connsiteY7036" fmla="*/ 2178653 h 2495550"/>
                <a:gd name="connsiteX7037" fmla="*/ 1840802 w 3219450"/>
                <a:gd name="connsiteY7037" fmla="*/ 2178368 h 2495550"/>
                <a:gd name="connsiteX7038" fmla="*/ 1841087 w 3219450"/>
                <a:gd name="connsiteY7038" fmla="*/ 2177510 h 2495550"/>
                <a:gd name="connsiteX7039" fmla="*/ 1840897 w 3219450"/>
                <a:gd name="connsiteY7039" fmla="*/ 2177606 h 2495550"/>
                <a:gd name="connsiteX7040" fmla="*/ 1840421 w 3219450"/>
                <a:gd name="connsiteY7040" fmla="*/ 2177987 h 2495550"/>
                <a:gd name="connsiteX7041" fmla="*/ 1840706 w 3219450"/>
                <a:gd name="connsiteY7041" fmla="*/ 2177129 h 2495550"/>
                <a:gd name="connsiteX7042" fmla="*/ 1841373 w 3219450"/>
                <a:gd name="connsiteY7042" fmla="*/ 2176844 h 2495550"/>
                <a:gd name="connsiteX7043" fmla="*/ 1841849 w 3219450"/>
                <a:gd name="connsiteY7043" fmla="*/ 2176463 h 2495550"/>
                <a:gd name="connsiteX7044" fmla="*/ 1841564 w 3219450"/>
                <a:gd name="connsiteY7044" fmla="*/ 2175320 h 2495550"/>
                <a:gd name="connsiteX7045" fmla="*/ 1841183 w 3219450"/>
                <a:gd name="connsiteY7045" fmla="*/ 2175320 h 2495550"/>
                <a:gd name="connsiteX7046" fmla="*/ 1840611 w 3219450"/>
                <a:gd name="connsiteY7046" fmla="*/ 2176177 h 2495550"/>
                <a:gd name="connsiteX7047" fmla="*/ 1840421 w 3219450"/>
                <a:gd name="connsiteY7047" fmla="*/ 2176463 h 2495550"/>
                <a:gd name="connsiteX7048" fmla="*/ 1840421 w 3219450"/>
                <a:gd name="connsiteY7048" fmla="*/ 2176082 h 2495550"/>
                <a:gd name="connsiteX7049" fmla="*/ 1840326 w 3219450"/>
                <a:gd name="connsiteY7049" fmla="*/ 2175986 h 2495550"/>
                <a:gd name="connsiteX7050" fmla="*/ 1840135 w 3219450"/>
                <a:gd name="connsiteY7050" fmla="*/ 2175986 h 2495550"/>
                <a:gd name="connsiteX7051" fmla="*/ 1840039 w 3219450"/>
                <a:gd name="connsiteY7051" fmla="*/ 2176272 h 2495550"/>
                <a:gd name="connsiteX7052" fmla="*/ 1839849 w 3219450"/>
                <a:gd name="connsiteY7052" fmla="*/ 2176367 h 2495550"/>
                <a:gd name="connsiteX7053" fmla="*/ 1839659 w 3219450"/>
                <a:gd name="connsiteY7053" fmla="*/ 2176463 h 2495550"/>
                <a:gd name="connsiteX7054" fmla="*/ 1839373 w 3219450"/>
                <a:gd name="connsiteY7054" fmla="*/ 2176748 h 2495550"/>
                <a:gd name="connsiteX7055" fmla="*/ 1839468 w 3219450"/>
                <a:gd name="connsiteY7055" fmla="*/ 2176177 h 2495550"/>
                <a:gd name="connsiteX7056" fmla="*/ 1839278 w 3219450"/>
                <a:gd name="connsiteY7056" fmla="*/ 2175701 h 2495550"/>
                <a:gd name="connsiteX7057" fmla="*/ 1839278 w 3219450"/>
                <a:gd name="connsiteY7057" fmla="*/ 2175129 h 2495550"/>
                <a:gd name="connsiteX7058" fmla="*/ 1839373 w 3219450"/>
                <a:gd name="connsiteY7058" fmla="*/ 2174939 h 2495550"/>
                <a:gd name="connsiteX7059" fmla="*/ 1839563 w 3219450"/>
                <a:gd name="connsiteY7059" fmla="*/ 2174748 h 2495550"/>
                <a:gd name="connsiteX7060" fmla="*/ 1839849 w 3219450"/>
                <a:gd name="connsiteY7060" fmla="*/ 2174462 h 2495550"/>
                <a:gd name="connsiteX7061" fmla="*/ 1839944 w 3219450"/>
                <a:gd name="connsiteY7061" fmla="*/ 2173986 h 2495550"/>
                <a:gd name="connsiteX7062" fmla="*/ 1839278 w 3219450"/>
                <a:gd name="connsiteY7062" fmla="*/ 2174367 h 2495550"/>
                <a:gd name="connsiteX7063" fmla="*/ 1838897 w 3219450"/>
                <a:gd name="connsiteY7063" fmla="*/ 2175034 h 2495550"/>
                <a:gd name="connsiteX7064" fmla="*/ 1838516 w 3219450"/>
                <a:gd name="connsiteY7064" fmla="*/ 2176653 h 2495550"/>
                <a:gd name="connsiteX7065" fmla="*/ 1838325 w 3219450"/>
                <a:gd name="connsiteY7065" fmla="*/ 2176177 h 2495550"/>
                <a:gd name="connsiteX7066" fmla="*/ 1838230 w 3219450"/>
                <a:gd name="connsiteY7066" fmla="*/ 2176082 h 2495550"/>
                <a:gd name="connsiteX7067" fmla="*/ 1838230 w 3219450"/>
                <a:gd name="connsiteY7067" fmla="*/ 2176082 h 2495550"/>
                <a:gd name="connsiteX7068" fmla="*/ 1838420 w 3219450"/>
                <a:gd name="connsiteY7068" fmla="*/ 2175796 h 2495550"/>
                <a:gd name="connsiteX7069" fmla="*/ 1838420 w 3219450"/>
                <a:gd name="connsiteY7069" fmla="*/ 2175415 h 2495550"/>
                <a:gd name="connsiteX7070" fmla="*/ 1837944 w 3219450"/>
                <a:gd name="connsiteY7070" fmla="*/ 2175320 h 2495550"/>
                <a:gd name="connsiteX7071" fmla="*/ 1837373 w 3219450"/>
                <a:gd name="connsiteY7071" fmla="*/ 2175034 h 2495550"/>
                <a:gd name="connsiteX7072" fmla="*/ 1836896 w 3219450"/>
                <a:gd name="connsiteY7072" fmla="*/ 2174939 h 2495550"/>
                <a:gd name="connsiteX7073" fmla="*/ 1836896 w 3219450"/>
                <a:gd name="connsiteY7073" fmla="*/ 2174558 h 2495550"/>
                <a:gd name="connsiteX7074" fmla="*/ 1837754 w 3219450"/>
                <a:gd name="connsiteY7074" fmla="*/ 2174558 h 2495550"/>
                <a:gd name="connsiteX7075" fmla="*/ 1837849 w 3219450"/>
                <a:gd name="connsiteY7075" fmla="*/ 2174558 h 2495550"/>
                <a:gd name="connsiteX7076" fmla="*/ 1837944 w 3219450"/>
                <a:gd name="connsiteY7076" fmla="*/ 2174558 h 2495550"/>
                <a:gd name="connsiteX7077" fmla="*/ 1837849 w 3219450"/>
                <a:gd name="connsiteY7077" fmla="*/ 2174558 h 2495550"/>
                <a:gd name="connsiteX7078" fmla="*/ 1837754 w 3219450"/>
                <a:gd name="connsiteY7078" fmla="*/ 2174558 h 2495550"/>
                <a:gd name="connsiteX7079" fmla="*/ 1837658 w 3219450"/>
                <a:gd name="connsiteY7079" fmla="*/ 2174367 h 2495550"/>
                <a:gd name="connsiteX7080" fmla="*/ 1837658 w 3219450"/>
                <a:gd name="connsiteY7080" fmla="*/ 2174177 h 2495550"/>
                <a:gd name="connsiteX7081" fmla="*/ 1838420 w 3219450"/>
                <a:gd name="connsiteY7081" fmla="*/ 2174177 h 2495550"/>
                <a:gd name="connsiteX7082" fmla="*/ 1838420 w 3219450"/>
                <a:gd name="connsiteY7082" fmla="*/ 2173796 h 2495550"/>
                <a:gd name="connsiteX7083" fmla="*/ 1838039 w 3219450"/>
                <a:gd name="connsiteY7083" fmla="*/ 2173415 h 2495550"/>
                <a:gd name="connsiteX7084" fmla="*/ 1837468 w 3219450"/>
                <a:gd name="connsiteY7084" fmla="*/ 2173034 h 2495550"/>
                <a:gd name="connsiteX7085" fmla="*/ 1836896 w 3219450"/>
                <a:gd name="connsiteY7085" fmla="*/ 2172748 h 2495550"/>
                <a:gd name="connsiteX7086" fmla="*/ 1836230 w 3219450"/>
                <a:gd name="connsiteY7086" fmla="*/ 2172557 h 2495550"/>
                <a:gd name="connsiteX7087" fmla="*/ 1836611 w 3219450"/>
                <a:gd name="connsiteY7087" fmla="*/ 2172367 h 2495550"/>
                <a:gd name="connsiteX7088" fmla="*/ 1836896 w 3219450"/>
                <a:gd name="connsiteY7088" fmla="*/ 2172272 h 2495550"/>
                <a:gd name="connsiteX7089" fmla="*/ 1837182 w 3219450"/>
                <a:gd name="connsiteY7089" fmla="*/ 2172272 h 2495550"/>
                <a:gd name="connsiteX7090" fmla="*/ 1837658 w 3219450"/>
                <a:gd name="connsiteY7090" fmla="*/ 2172462 h 2495550"/>
                <a:gd name="connsiteX7091" fmla="*/ 1837658 w 3219450"/>
                <a:gd name="connsiteY7091" fmla="*/ 2171510 h 2495550"/>
                <a:gd name="connsiteX7092" fmla="*/ 1837944 w 3219450"/>
                <a:gd name="connsiteY7092" fmla="*/ 2170938 h 2495550"/>
                <a:gd name="connsiteX7093" fmla="*/ 1838230 w 3219450"/>
                <a:gd name="connsiteY7093" fmla="*/ 2170462 h 2495550"/>
                <a:gd name="connsiteX7094" fmla="*/ 1838420 w 3219450"/>
                <a:gd name="connsiteY7094" fmla="*/ 2169795 h 2495550"/>
                <a:gd name="connsiteX7095" fmla="*/ 1838325 w 3219450"/>
                <a:gd name="connsiteY7095" fmla="*/ 2169224 h 2495550"/>
                <a:gd name="connsiteX7096" fmla="*/ 1838039 w 3219450"/>
                <a:gd name="connsiteY7096" fmla="*/ 2168557 h 2495550"/>
                <a:gd name="connsiteX7097" fmla="*/ 1837563 w 3219450"/>
                <a:gd name="connsiteY7097" fmla="*/ 2168271 h 2495550"/>
                <a:gd name="connsiteX7098" fmla="*/ 1836992 w 3219450"/>
                <a:gd name="connsiteY7098" fmla="*/ 2168652 h 2495550"/>
                <a:gd name="connsiteX7099" fmla="*/ 1836896 w 3219450"/>
                <a:gd name="connsiteY7099" fmla="*/ 2168462 h 2495550"/>
                <a:gd name="connsiteX7100" fmla="*/ 1836801 w 3219450"/>
                <a:gd name="connsiteY7100" fmla="*/ 2168271 h 2495550"/>
                <a:gd name="connsiteX7101" fmla="*/ 1836706 w 3219450"/>
                <a:gd name="connsiteY7101" fmla="*/ 2168081 h 2495550"/>
                <a:gd name="connsiteX7102" fmla="*/ 1836611 w 3219450"/>
                <a:gd name="connsiteY7102" fmla="*/ 2167795 h 2495550"/>
                <a:gd name="connsiteX7103" fmla="*/ 1837182 w 3219450"/>
                <a:gd name="connsiteY7103" fmla="*/ 2167795 h 2495550"/>
                <a:gd name="connsiteX7104" fmla="*/ 1837373 w 3219450"/>
                <a:gd name="connsiteY7104" fmla="*/ 2167795 h 2495550"/>
                <a:gd name="connsiteX7105" fmla="*/ 1836611 w 3219450"/>
                <a:gd name="connsiteY7105" fmla="*/ 2167223 h 2495550"/>
                <a:gd name="connsiteX7106" fmla="*/ 1835849 w 3219450"/>
                <a:gd name="connsiteY7106" fmla="*/ 2166366 h 2495550"/>
                <a:gd name="connsiteX7107" fmla="*/ 1835468 w 3219450"/>
                <a:gd name="connsiteY7107" fmla="*/ 2165414 h 2495550"/>
                <a:gd name="connsiteX7108" fmla="*/ 1835944 w 3219450"/>
                <a:gd name="connsiteY7108" fmla="*/ 2164175 h 2495550"/>
                <a:gd name="connsiteX7109" fmla="*/ 1835944 w 3219450"/>
                <a:gd name="connsiteY7109" fmla="*/ 2162556 h 2495550"/>
                <a:gd name="connsiteX7110" fmla="*/ 1836134 w 3219450"/>
                <a:gd name="connsiteY7110" fmla="*/ 2162080 h 2495550"/>
                <a:gd name="connsiteX7111" fmla="*/ 1836325 w 3219450"/>
                <a:gd name="connsiteY7111" fmla="*/ 2161699 h 2495550"/>
                <a:gd name="connsiteX7112" fmla="*/ 1836611 w 3219450"/>
                <a:gd name="connsiteY7112" fmla="*/ 2161318 h 2495550"/>
                <a:gd name="connsiteX7113" fmla="*/ 1836992 w 3219450"/>
                <a:gd name="connsiteY7113" fmla="*/ 2161032 h 2495550"/>
                <a:gd name="connsiteX7114" fmla="*/ 1836134 w 3219450"/>
                <a:gd name="connsiteY7114" fmla="*/ 2164271 h 2495550"/>
                <a:gd name="connsiteX7115" fmla="*/ 1836230 w 3219450"/>
                <a:gd name="connsiteY7115" fmla="*/ 2165604 h 2495550"/>
                <a:gd name="connsiteX7116" fmla="*/ 1837754 w 3219450"/>
                <a:gd name="connsiteY7116" fmla="*/ 2165985 h 2495550"/>
                <a:gd name="connsiteX7117" fmla="*/ 1837087 w 3219450"/>
                <a:gd name="connsiteY7117" fmla="*/ 2165414 h 2495550"/>
                <a:gd name="connsiteX7118" fmla="*/ 1837468 w 3219450"/>
                <a:gd name="connsiteY7118" fmla="*/ 2164842 h 2495550"/>
                <a:gd name="connsiteX7119" fmla="*/ 1838325 w 3219450"/>
                <a:gd name="connsiteY7119" fmla="*/ 2164366 h 2495550"/>
                <a:gd name="connsiteX7120" fmla="*/ 1839182 w 3219450"/>
                <a:gd name="connsiteY7120" fmla="*/ 2164080 h 2495550"/>
                <a:gd name="connsiteX7121" fmla="*/ 1838992 w 3219450"/>
                <a:gd name="connsiteY7121" fmla="*/ 2163794 h 2495550"/>
                <a:gd name="connsiteX7122" fmla="*/ 1838897 w 3219450"/>
                <a:gd name="connsiteY7122" fmla="*/ 2163604 h 2495550"/>
                <a:gd name="connsiteX7123" fmla="*/ 1838801 w 3219450"/>
                <a:gd name="connsiteY7123" fmla="*/ 2163413 h 2495550"/>
                <a:gd name="connsiteX7124" fmla="*/ 1838516 w 3219450"/>
                <a:gd name="connsiteY7124" fmla="*/ 2163223 h 2495550"/>
                <a:gd name="connsiteX7125" fmla="*/ 1838516 w 3219450"/>
                <a:gd name="connsiteY7125" fmla="*/ 2162842 h 2495550"/>
                <a:gd name="connsiteX7126" fmla="*/ 1839373 w 3219450"/>
                <a:gd name="connsiteY7126" fmla="*/ 2163032 h 2495550"/>
                <a:gd name="connsiteX7127" fmla="*/ 1839563 w 3219450"/>
                <a:gd name="connsiteY7127" fmla="*/ 2163128 h 2495550"/>
                <a:gd name="connsiteX7128" fmla="*/ 1840230 w 3219450"/>
                <a:gd name="connsiteY7128" fmla="*/ 2162556 h 2495550"/>
                <a:gd name="connsiteX7129" fmla="*/ 1840611 w 3219450"/>
                <a:gd name="connsiteY7129" fmla="*/ 2161985 h 2495550"/>
                <a:gd name="connsiteX7130" fmla="*/ 1840897 w 3219450"/>
                <a:gd name="connsiteY7130" fmla="*/ 2161318 h 2495550"/>
                <a:gd name="connsiteX7131" fmla="*/ 1840992 w 3219450"/>
                <a:gd name="connsiteY7131" fmla="*/ 2160365 h 2495550"/>
                <a:gd name="connsiteX7132" fmla="*/ 1841278 w 3219450"/>
                <a:gd name="connsiteY7132" fmla="*/ 2160842 h 2495550"/>
                <a:gd name="connsiteX7133" fmla="*/ 1841373 w 3219450"/>
                <a:gd name="connsiteY7133" fmla="*/ 2161032 h 2495550"/>
                <a:gd name="connsiteX7134" fmla="*/ 1841754 w 3219450"/>
                <a:gd name="connsiteY7134" fmla="*/ 2161032 h 2495550"/>
                <a:gd name="connsiteX7135" fmla="*/ 1841754 w 3219450"/>
                <a:gd name="connsiteY7135" fmla="*/ 2160842 h 2495550"/>
                <a:gd name="connsiteX7136" fmla="*/ 1841754 w 3219450"/>
                <a:gd name="connsiteY7136" fmla="*/ 2160461 h 2495550"/>
                <a:gd name="connsiteX7137" fmla="*/ 1841754 w 3219450"/>
                <a:gd name="connsiteY7137" fmla="*/ 2160270 h 2495550"/>
                <a:gd name="connsiteX7138" fmla="*/ 1842040 w 3219450"/>
                <a:gd name="connsiteY7138" fmla="*/ 2160270 h 2495550"/>
                <a:gd name="connsiteX7139" fmla="*/ 1842040 w 3219450"/>
                <a:gd name="connsiteY7139" fmla="*/ 2161223 h 2495550"/>
                <a:gd name="connsiteX7140" fmla="*/ 1841659 w 3219450"/>
                <a:gd name="connsiteY7140" fmla="*/ 2161699 h 2495550"/>
                <a:gd name="connsiteX7141" fmla="*/ 1841183 w 3219450"/>
                <a:gd name="connsiteY7141" fmla="*/ 2161889 h 2495550"/>
                <a:gd name="connsiteX7142" fmla="*/ 1840897 w 3219450"/>
                <a:gd name="connsiteY7142" fmla="*/ 2162270 h 2495550"/>
                <a:gd name="connsiteX7143" fmla="*/ 1840897 w 3219450"/>
                <a:gd name="connsiteY7143" fmla="*/ 2163032 h 2495550"/>
                <a:gd name="connsiteX7144" fmla="*/ 1841278 w 3219450"/>
                <a:gd name="connsiteY7144" fmla="*/ 2163509 h 2495550"/>
                <a:gd name="connsiteX7145" fmla="*/ 1841849 w 3219450"/>
                <a:gd name="connsiteY7145" fmla="*/ 2163604 h 2495550"/>
                <a:gd name="connsiteX7146" fmla="*/ 1842421 w 3219450"/>
                <a:gd name="connsiteY7146" fmla="*/ 2163318 h 2495550"/>
                <a:gd name="connsiteX7147" fmla="*/ 1842230 w 3219450"/>
                <a:gd name="connsiteY7147" fmla="*/ 2163223 h 2495550"/>
                <a:gd name="connsiteX7148" fmla="*/ 1842040 w 3219450"/>
                <a:gd name="connsiteY7148" fmla="*/ 2163223 h 2495550"/>
                <a:gd name="connsiteX7149" fmla="*/ 1841849 w 3219450"/>
                <a:gd name="connsiteY7149" fmla="*/ 2163128 h 2495550"/>
                <a:gd name="connsiteX7150" fmla="*/ 1841659 w 3219450"/>
                <a:gd name="connsiteY7150" fmla="*/ 2162937 h 2495550"/>
                <a:gd name="connsiteX7151" fmla="*/ 1842326 w 3219450"/>
                <a:gd name="connsiteY7151" fmla="*/ 2163128 h 2495550"/>
                <a:gd name="connsiteX7152" fmla="*/ 1842516 w 3219450"/>
                <a:gd name="connsiteY7152" fmla="*/ 2163223 h 2495550"/>
                <a:gd name="connsiteX7153" fmla="*/ 1842707 w 3219450"/>
                <a:gd name="connsiteY7153" fmla="*/ 2163413 h 2495550"/>
                <a:gd name="connsiteX7154" fmla="*/ 1842802 w 3219450"/>
                <a:gd name="connsiteY7154" fmla="*/ 2163128 h 2495550"/>
                <a:gd name="connsiteX7155" fmla="*/ 1842897 w 3219450"/>
                <a:gd name="connsiteY7155" fmla="*/ 2162937 h 2495550"/>
                <a:gd name="connsiteX7156" fmla="*/ 1842993 w 3219450"/>
                <a:gd name="connsiteY7156" fmla="*/ 2162651 h 2495550"/>
                <a:gd name="connsiteX7157" fmla="*/ 1842993 w 3219450"/>
                <a:gd name="connsiteY7157" fmla="*/ 2162270 h 2495550"/>
                <a:gd name="connsiteX7158" fmla="*/ 1844516 w 3219450"/>
                <a:gd name="connsiteY7158" fmla="*/ 2163509 h 2495550"/>
                <a:gd name="connsiteX7159" fmla="*/ 1845183 w 3219450"/>
                <a:gd name="connsiteY7159" fmla="*/ 2163890 h 2495550"/>
                <a:gd name="connsiteX7160" fmla="*/ 1845183 w 3219450"/>
                <a:gd name="connsiteY7160" fmla="*/ 2164271 h 2495550"/>
                <a:gd name="connsiteX7161" fmla="*/ 1844516 w 3219450"/>
                <a:gd name="connsiteY7161" fmla="*/ 2165033 h 2495550"/>
                <a:gd name="connsiteX7162" fmla="*/ 1843373 w 3219450"/>
                <a:gd name="connsiteY7162" fmla="*/ 2167319 h 2495550"/>
                <a:gd name="connsiteX7163" fmla="*/ 1842516 w 3219450"/>
                <a:gd name="connsiteY7163" fmla="*/ 2167795 h 2495550"/>
                <a:gd name="connsiteX7164" fmla="*/ 1841849 w 3219450"/>
                <a:gd name="connsiteY7164" fmla="*/ 2168271 h 2495550"/>
                <a:gd name="connsiteX7165" fmla="*/ 1841754 w 3219450"/>
                <a:gd name="connsiteY7165" fmla="*/ 2169319 h 2495550"/>
                <a:gd name="connsiteX7166" fmla="*/ 1842326 w 3219450"/>
                <a:gd name="connsiteY7166" fmla="*/ 2170081 h 2495550"/>
                <a:gd name="connsiteX7167" fmla="*/ 1843754 w 3219450"/>
                <a:gd name="connsiteY7167" fmla="*/ 2169700 h 2495550"/>
                <a:gd name="connsiteX7168" fmla="*/ 1843278 w 3219450"/>
                <a:gd name="connsiteY7168" fmla="*/ 2170938 h 2495550"/>
                <a:gd name="connsiteX7169" fmla="*/ 1843088 w 3219450"/>
                <a:gd name="connsiteY7169" fmla="*/ 2171605 h 2495550"/>
                <a:gd name="connsiteX7170" fmla="*/ 1843088 w 3219450"/>
                <a:gd name="connsiteY7170" fmla="*/ 2172462 h 2495550"/>
                <a:gd name="connsiteX7171" fmla="*/ 1844897 w 3219450"/>
                <a:gd name="connsiteY7171" fmla="*/ 2172081 h 2495550"/>
                <a:gd name="connsiteX7172" fmla="*/ 1844897 w 3219450"/>
                <a:gd name="connsiteY7172" fmla="*/ 2171510 h 2495550"/>
                <a:gd name="connsiteX7173" fmla="*/ 1844707 w 3219450"/>
                <a:gd name="connsiteY7173" fmla="*/ 2170843 h 2495550"/>
                <a:gd name="connsiteX7174" fmla="*/ 1844231 w 3219450"/>
                <a:gd name="connsiteY7174" fmla="*/ 2169700 h 2495550"/>
                <a:gd name="connsiteX7175" fmla="*/ 1844612 w 3219450"/>
                <a:gd name="connsiteY7175" fmla="*/ 2169700 h 2495550"/>
                <a:gd name="connsiteX7176" fmla="*/ 1844707 w 3219450"/>
                <a:gd name="connsiteY7176" fmla="*/ 2169986 h 2495550"/>
                <a:gd name="connsiteX7177" fmla="*/ 1844993 w 3219450"/>
                <a:gd name="connsiteY7177" fmla="*/ 2170462 h 2495550"/>
                <a:gd name="connsiteX7178" fmla="*/ 1845374 w 3219450"/>
                <a:gd name="connsiteY7178" fmla="*/ 2170462 h 2495550"/>
                <a:gd name="connsiteX7179" fmla="*/ 1845564 w 3219450"/>
                <a:gd name="connsiteY7179" fmla="*/ 2169890 h 2495550"/>
                <a:gd name="connsiteX7180" fmla="*/ 1845659 w 3219450"/>
                <a:gd name="connsiteY7180" fmla="*/ 2169224 h 2495550"/>
                <a:gd name="connsiteX7181" fmla="*/ 1845659 w 3219450"/>
                <a:gd name="connsiteY7181" fmla="*/ 2168557 h 2495550"/>
                <a:gd name="connsiteX7182" fmla="*/ 1845659 w 3219450"/>
                <a:gd name="connsiteY7182" fmla="*/ 2167795 h 2495550"/>
                <a:gd name="connsiteX7183" fmla="*/ 1846040 w 3219450"/>
                <a:gd name="connsiteY7183" fmla="*/ 2167795 h 2495550"/>
                <a:gd name="connsiteX7184" fmla="*/ 1846040 w 3219450"/>
                <a:gd name="connsiteY7184" fmla="*/ 2168271 h 2495550"/>
                <a:gd name="connsiteX7185" fmla="*/ 1846421 w 3219450"/>
                <a:gd name="connsiteY7185" fmla="*/ 2169414 h 2495550"/>
                <a:gd name="connsiteX7186" fmla="*/ 1846612 w 3219450"/>
                <a:gd name="connsiteY7186" fmla="*/ 2169033 h 2495550"/>
                <a:gd name="connsiteX7187" fmla="*/ 1846993 w 3219450"/>
                <a:gd name="connsiteY7187" fmla="*/ 2168557 h 2495550"/>
                <a:gd name="connsiteX7188" fmla="*/ 1847088 w 3219450"/>
                <a:gd name="connsiteY7188" fmla="*/ 2168271 h 2495550"/>
                <a:gd name="connsiteX7189" fmla="*/ 1847469 w 3219450"/>
                <a:gd name="connsiteY7189" fmla="*/ 2168271 h 2495550"/>
                <a:gd name="connsiteX7190" fmla="*/ 1847279 w 3219450"/>
                <a:gd name="connsiteY7190" fmla="*/ 2169224 h 2495550"/>
                <a:gd name="connsiteX7191" fmla="*/ 1846802 w 3219450"/>
                <a:gd name="connsiteY7191" fmla="*/ 2169795 h 2495550"/>
                <a:gd name="connsiteX7192" fmla="*/ 1846326 w 3219450"/>
                <a:gd name="connsiteY7192" fmla="*/ 2170271 h 2495550"/>
                <a:gd name="connsiteX7193" fmla="*/ 1845945 w 3219450"/>
                <a:gd name="connsiteY7193" fmla="*/ 2170938 h 2495550"/>
                <a:gd name="connsiteX7194" fmla="*/ 1845755 w 3219450"/>
                <a:gd name="connsiteY7194" fmla="*/ 2171795 h 2495550"/>
                <a:gd name="connsiteX7195" fmla="*/ 1846136 w 3219450"/>
                <a:gd name="connsiteY7195" fmla="*/ 2171891 h 2495550"/>
                <a:gd name="connsiteX7196" fmla="*/ 1846802 w 3219450"/>
                <a:gd name="connsiteY7196" fmla="*/ 2171795 h 2495550"/>
                <a:gd name="connsiteX7197" fmla="*/ 1847755 w 3219450"/>
                <a:gd name="connsiteY7197" fmla="*/ 2172081 h 2495550"/>
                <a:gd name="connsiteX7198" fmla="*/ 1847755 w 3219450"/>
                <a:gd name="connsiteY7198" fmla="*/ 2172462 h 2495550"/>
                <a:gd name="connsiteX7199" fmla="*/ 1846898 w 3219450"/>
                <a:gd name="connsiteY7199" fmla="*/ 2172748 h 2495550"/>
                <a:gd name="connsiteX7200" fmla="*/ 1846517 w 3219450"/>
                <a:gd name="connsiteY7200" fmla="*/ 2172843 h 2495550"/>
                <a:gd name="connsiteX7201" fmla="*/ 1846040 w 3219450"/>
                <a:gd name="connsiteY7201" fmla="*/ 2172843 h 2495550"/>
                <a:gd name="connsiteX7202" fmla="*/ 1846326 w 3219450"/>
                <a:gd name="connsiteY7202" fmla="*/ 2173415 h 2495550"/>
                <a:gd name="connsiteX7203" fmla="*/ 1847374 w 3219450"/>
                <a:gd name="connsiteY7203" fmla="*/ 2173891 h 2495550"/>
                <a:gd name="connsiteX7204" fmla="*/ 1847850 w 3219450"/>
                <a:gd name="connsiteY7204" fmla="*/ 2174462 h 2495550"/>
                <a:gd name="connsiteX7205" fmla="*/ 1848422 w 3219450"/>
                <a:gd name="connsiteY7205" fmla="*/ 2174081 h 2495550"/>
                <a:gd name="connsiteX7206" fmla="*/ 1848803 w 3219450"/>
                <a:gd name="connsiteY7206" fmla="*/ 2173510 h 2495550"/>
                <a:gd name="connsiteX7207" fmla="*/ 1849374 w 3219450"/>
                <a:gd name="connsiteY7207" fmla="*/ 2172176 h 2495550"/>
                <a:gd name="connsiteX7208" fmla="*/ 1849755 w 3219450"/>
                <a:gd name="connsiteY7208" fmla="*/ 2172367 h 2495550"/>
                <a:gd name="connsiteX7209" fmla="*/ 1850136 w 3219450"/>
                <a:gd name="connsiteY7209" fmla="*/ 2172176 h 2495550"/>
                <a:gd name="connsiteX7210" fmla="*/ 1850136 w 3219450"/>
                <a:gd name="connsiteY7210" fmla="*/ 2173129 h 2495550"/>
                <a:gd name="connsiteX7211" fmla="*/ 1849660 w 3219450"/>
                <a:gd name="connsiteY7211" fmla="*/ 2174272 h 2495550"/>
                <a:gd name="connsiteX7212" fmla="*/ 1849564 w 3219450"/>
                <a:gd name="connsiteY7212" fmla="*/ 2175415 h 2495550"/>
                <a:gd name="connsiteX7213" fmla="*/ 1850612 w 3219450"/>
                <a:gd name="connsiteY7213" fmla="*/ 2176367 h 2495550"/>
                <a:gd name="connsiteX7214" fmla="*/ 1850993 w 3219450"/>
                <a:gd name="connsiteY7214" fmla="*/ 2176367 h 2495550"/>
                <a:gd name="connsiteX7215" fmla="*/ 1851089 w 3219450"/>
                <a:gd name="connsiteY7215" fmla="*/ 2175891 h 2495550"/>
                <a:gd name="connsiteX7216" fmla="*/ 1851184 w 3219450"/>
                <a:gd name="connsiteY7216" fmla="*/ 2175701 h 2495550"/>
                <a:gd name="connsiteX7217" fmla="*/ 1851660 w 3219450"/>
                <a:gd name="connsiteY7217" fmla="*/ 2175320 h 2495550"/>
                <a:gd name="connsiteX7218" fmla="*/ 1851660 w 3219450"/>
                <a:gd name="connsiteY7218" fmla="*/ 2177701 h 2495550"/>
                <a:gd name="connsiteX7219" fmla="*/ 1851374 w 3219450"/>
                <a:gd name="connsiteY7219" fmla="*/ 2177701 h 2495550"/>
                <a:gd name="connsiteX7220" fmla="*/ 1851089 w 3219450"/>
                <a:gd name="connsiteY7220" fmla="*/ 2177129 h 2495550"/>
                <a:gd name="connsiteX7221" fmla="*/ 1850708 w 3219450"/>
                <a:gd name="connsiteY7221" fmla="*/ 2177034 h 2495550"/>
                <a:gd name="connsiteX7222" fmla="*/ 1849564 w 3219450"/>
                <a:gd name="connsiteY7222" fmla="*/ 2177320 h 2495550"/>
                <a:gd name="connsiteX7223" fmla="*/ 1849564 w 3219450"/>
                <a:gd name="connsiteY7223" fmla="*/ 2177701 h 2495550"/>
                <a:gd name="connsiteX7224" fmla="*/ 1850422 w 3219450"/>
                <a:gd name="connsiteY7224" fmla="*/ 2177987 h 2495550"/>
                <a:gd name="connsiteX7225" fmla="*/ 1850612 w 3219450"/>
                <a:gd name="connsiteY7225" fmla="*/ 2178844 h 2495550"/>
                <a:gd name="connsiteX7226" fmla="*/ 1850708 w 3219450"/>
                <a:gd name="connsiteY7226" fmla="*/ 2179796 h 2495550"/>
                <a:gd name="connsiteX7227" fmla="*/ 1851374 w 3219450"/>
                <a:gd name="connsiteY7227" fmla="*/ 2180368 h 2495550"/>
                <a:gd name="connsiteX7228" fmla="*/ 1850993 w 3219450"/>
                <a:gd name="connsiteY7228" fmla="*/ 2179606 h 2495550"/>
                <a:gd name="connsiteX7229" fmla="*/ 1851374 w 3219450"/>
                <a:gd name="connsiteY7229" fmla="*/ 2179415 h 2495550"/>
                <a:gd name="connsiteX7230" fmla="*/ 1852232 w 3219450"/>
                <a:gd name="connsiteY7230" fmla="*/ 2179415 h 2495550"/>
                <a:gd name="connsiteX7231" fmla="*/ 1852708 w 3219450"/>
                <a:gd name="connsiteY7231" fmla="*/ 2179225 h 2495550"/>
                <a:gd name="connsiteX7232" fmla="*/ 1852994 w 3219450"/>
                <a:gd name="connsiteY7232" fmla="*/ 2178939 h 2495550"/>
                <a:gd name="connsiteX7233" fmla="*/ 1853184 w 3219450"/>
                <a:gd name="connsiteY7233" fmla="*/ 2178558 h 2495550"/>
                <a:gd name="connsiteX7234" fmla="*/ 1853470 w 3219450"/>
                <a:gd name="connsiteY7234" fmla="*/ 2178177 h 2495550"/>
                <a:gd name="connsiteX7235" fmla="*/ 1853946 w 3219450"/>
                <a:gd name="connsiteY7235" fmla="*/ 2178082 h 2495550"/>
                <a:gd name="connsiteX7236" fmla="*/ 1854899 w 3219450"/>
                <a:gd name="connsiteY7236" fmla="*/ 2178463 h 2495550"/>
                <a:gd name="connsiteX7237" fmla="*/ 1855851 w 3219450"/>
                <a:gd name="connsiteY7237" fmla="*/ 2179034 h 2495550"/>
                <a:gd name="connsiteX7238" fmla="*/ 1856708 w 3219450"/>
                <a:gd name="connsiteY7238" fmla="*/ 2179130 h 2495550"/>
                <a:gd name="connsiteX7239" fmla="*/ 1857280 w 3219450"/>
                <a:gd name="connsiteY7239" fmla="*/ 2178082 h 2495550"/>
                <a:gd name="connsiteX7240" fmla="*/ 1856804 w 3219450"/>
                <a:gd name="connsiteY7240" fmla="*/ 2177987 h 2495550"/>
                <a:gd name="connsiteX7241" fmla="*/ 1856327 w 3219450"/>
                <a:gd name="connsiteY7241" fmla="*/ 2177987 h 2495550"/>
                <a:gd name="connsiteX7242" fmla="*/ 1855184 w 3219450"/>
                <a:gd name="connsiteY7242" fmla="*/ 2178082 h 2495550"/>
                <a:gd name="connsiteX7243" fmla="*/ 1856137 w 3219450"/>
                <a:gd name="connsiteY7243" fmla="*/ 2176748 h 2495550"/>
                <a:gd name="connsiteX7244" fmla="*/ 1855946 w 3219450"/>
                <a:gd name="connsiteY7244" fmla="*/ 2175796 h 2495550"/>
                <a:gd name="connsiteX7245" fmla="*/ 1854994 w 3219450"/>
                <a:gd name="connsiteY7245" fmla="*/ 2175034 h 2495550"/>
                <a:gd name="connsiteX7246" fmla="*/ 1853756 w 3219450"/>
                <a:gd name="connsiteY7246" fmla="*/ 2174272 h 2495550"/>
                <a:gd name="connsiteX7247" fmla="*/ 1853756 w 3219450"/>
                <a:gd name="connsiteY7247" fmla="*/ 2173891 h 2495550"/>
                <a:gd name="connsiteX7248" fmla="*/ 1854137 w 3219450"/>
                <a:gd name="connsiteY7248" fmla="*/ 2173891 h 2495550"/>
                <a:gd name="connsiteX7249" fmla="*/ 1854137 w 3219450"/>
                <a:gd name="connsiteY7249" fmla="*/ 2173510 h 2495550"/>
                <a:gd name="connsiteX7250" fmla="*/ 1853089 w 3219450"/>
                <a:gd name="connsiteY7250" fmla="*/ 2173510 h 2495550"/>
                <a:gd name="connsiteX7251" fmla="*/ 1853279 w 3219450"/>
                <a:gd name="connsiteY7251" fmla="*/ 2173415 h 2495550"/>
                <a:gd name="connsiteX7252" fmla="*/ 1853470 w 3219450"/>
                <a:gd name="connsiteY7252" fmla="*/ 2173415 h 2495550"/>
                <a:gd name="connsiteX7253" fmla="*/ 1853660 w 3219450"/>
                <a:gd name="connsiteY7253" fmla="*/ 2173319 h 2495550"/>
                <a:gd name="connsiteX7254" fmla="*/ 1853851 w 3219450"/>
                <a:gd name="connsiteY7254" fmla="*/ 2173034 h 2495550"/>
                <a:gd name="connsiteX7255" fmla="*/ 1853565 w 3219450"/>
                <a:gd name="connsiteY7255" fmla="*/ 2172653 h 2495550"/>
                <a:gd name="connsiteX7256" fmla="*/ 1853851 w 3219450"/>
                <a:gd name="connsiteY7256" fmla="*/ 2172748 h 2495550"/>
                <a:gd name="connsiteX7257" fmla="*/ 1853946 w 3219450"/>
                <a:gd name="connsiteY7257" fmla="*/ 2172748 h 2495550"/>
                <a:gd name="connsiteX7258" fmla="*/ 1854041 w 3219450"/>
                <a:gd name="connsiteY7258" fmla="*/ 2172843 h 2495550"/>
                <a:gd name="connsiteX7259" fmla="*/ 1854232 w 3219450"/>
                <a:gd name="connsiteY7259" fmla="*/ 2173034 h 2495550"/>
                <a:gd name="connsiteX7260" fmla="*/ 1854232 w 3219450"/>
                <a:gd name="connsiteY7260" fmla="*/ 2172367 h 2495550"/>
                <a:gd name="connsiteX7261" fmla="*/ 1854137 w 3219450"/>
                <a:gd name="connsiteY7261" fmla="*/ 2172176 h 2495550"/>
                <a:gd name="connsiteX7262" fmla="*/ 1853851 w 3219450"/>
                <a:gd name="connsiteY7262" fmla="*/ 2171891 h 2495550"/>
                <a:gd name="connsiteX7263" fmla="*/ 1854518 w 3219450"/>
                <a:gd name="connsiteY7263" fmla="*/ 2171605 h 2495550"/>
                <a:gd name="connsiteX7264" fmla="*/ 1854803 w 3219450"/>
                <a:gd name="connsiteY7264" fmla="*/ 2171986 h 2495550"/>
                <a:gd name="connsiteX7265" fmla="*/ 1854899 w 3219450"/>
                <a:gd name="connsiteY7265" fmla="*/ 2172653 h 2495550"/>
                <a:gd name="connsiteX7266" fmla="*/ 1854899 w 3219450"/>
                <a:gd name="connsiteY7266" fmla="*/ 2173319 h 2495550"/>
                <a:gd name="connsiteX7267" fmla="*/ 1854994 w 3219450"/>
                <a:gd name="connsiteY7267" fmla="*/ 2174081 h 2495550"/>
                <a:gd name="connsiteX7268" fmla="*/ 1855280 w 3219450"/>
                <a:gd name="connsiteY7268" fmla="*/ 2174177 h 2495550"/>
                <a:gd name="connsiteX7269" fmla="*/ 1855661 w 3219450"/>
                <a:gd name="connsiteY7269" fmla="*/ 2173891 h 2495550"/>
                <a:gd name="connsiteX7270" fmla="*/ 1855946 w 3219450"/>
                <a:gd name="connsiteY7270" fmla="*/ 2173605 h 2495550"/>
                <a:gd name="connsiteX7271" fmla="*/ 1856423 w 3219450"/>
                <a:gd name="connsiteY7271" fmla="*/ 2172557 h 2495550"/>
                <a:gd name="connsiteX7272" fmla="*/ 1856327 w 3219450"/>
                <a:gd name="connsiteY7272" fmla="*/ 2171224 h 2495550"/>
                <a:gd name="connsiteX7273" fmla="*/ 1855851 w 3219450"/>
                <a:gd name="connsiteY7273" fmla="*/ 2170367 h 2495550"/>
                <a:gd name="connsiteX7274" fmla="*/ 1854899 w 3219450"/>
                <a:gd name="connsiteY7274" fmla="*/ 2170557 h 2495550"/>
                <a:gd name="connsiteX7275" fmla="*/ 1854994 w 3219450"/>
                <a:gd name="connsiteY7275" fmla="*/ 2170081 h 2495550"/>
                <a:gd name="connsiteX7276" fmla="*/ 1854994 w 3219450"/>
                <a:gd name="connsiteY7276" fmla="*/ 2169795 h 2495550"/>
                <a:gd name="connsiteX7277" fmla="*/ 1855089 w 3219450"/>
                <a:gd name="connsiteY7277" fmla="*/ 2169605 h 2495550"/>
                <a:gd name="connsiteX7278" fmla="*/ 1855280 w 3219450"/>
                <a:gd name="connsiteY7278" fmla="*/ 2169319 h 2495550"/>
                <a:gd name="connsiteX7279" fmla="*/ 1853565 w 3219450"/>
                <a:gd name="connsiteY7279" fmla="*/ 2168747 h 2495550"/>
                <a:gd name="connsiteX7280" fmla="*/ 1853089 w 3219450"/>
                <a:gd name="connsiteY7280" fmla="*/ 2168462 h 2495550"/>
                <a:gd name="connsiteX7281" fmla="*/ 1854232 w 3219450"/>
                <a:gd name="connsiteY7281" fmla="*/ 2168271 h 2495550"/>
                <a:gd name="connsiteX7282" fmla="*/ 1856327 w 3219450"/>
                <a:gd name="connsiteY7282" fmla="*/ 2168652 h 2495550"/>
                <a:gd name="connsiteX7283" fmla="*/ 1857375 w 3219450"/>
                <a:gd name="connsiteY7283" fmla="*/ 2168462 h 2495550"/>
                <a:gd name="connsiteX7284" fmla="*/ 1857089 w 3219450"/>
                <a:gd name="connsiteY7284" fmla="*/ 2168843 h 2495550"/>
                <a:gd name="connsiteX7285" fmla="*/ 1856899 w 3219450"/>
                <a:gd name="connsiteY7285" fmla="*/ 2169224 h 2495550"/>
                <a:gd name="connsiteX7286" fmla="*/ 1856899 w 3219450"/>
                <a:gd name="connsiteY7286" fmla="*/ 2169700 h 2495550"/>
                <a:gd name="connsiteX7287" fmla="*/ 1857185 w 3219450"/>
                <a:gd name="connsiteY7287" fmla="*/ 2170271 h 2495550"/>
                <a:gd name="connsiteX7288" fmla="*/ 1857375 w 3219450"/>
                <a:gd name="connsiteY7288" fmla="*/ 2169890 h 2495550"/>
                <a:gd name="connsiteX7289" fmla="*/ 1857947 w 3219450"/>
                <a:gd name="connsiteY7289" fmla="*/ 2169128 h 2495550"/>
                <a:gd name="connsiteX7290" fmla="*/ 1858232 w 3219450"/>
                <a:gd name="connsiteY7290" fmla="*/ 2169128 h 2495550"/>
                <a:gd name="connsiteX7291" fmla="*/ 1857756 w 3219450"/>
                <a:gd name="connsiteY7291" fmla="*/ 2170652 h 2495550"/>
                <a:gd name="connsiteX7292" fmla="*/ 1857470 w 3219450"/>
                <a:gd name="connsiteY7292" fmla="*/ 2171033 h 2495550"/>
                <a:gd name="connsiteX7293" fmla="*/ 1857470 w 3219450"/>
                <a:gd name="connsiteY7293" fmla="*/ 2171414 h 2495550"/>
                <a:gd name="connsiteX7294" fmla="*/ 1857851 w 3219450"/>
                <a:gd name="connsiteY7294" fmla="*/ 2171795 h 2495550"/>
                <a:gd name="connsiteX7295" fmla="*/ 1858137 w 3219450"/>
                <a:gd name="connsiteY7295" fmla="*/ 2171795 h 2495550"/>
                <a:gd name="connsiteX7296" fmla="*/ 1858423 w 3219450"/>
                <a:gd name="connsiteY7296" fmla="*/ 2171414 h 2495550"/>
                <a:gd name="connsiteX7297" fmla="*/ 1858709 w 3219450"/>
                <a:gd name="connsiteY7297" fmla="*/ 2171033 h 2495550"/>
                <a:gd name="connsiteX7298" fmla="*/ 1859089 w 3219450"/>
                <a:gd name="connsiteY7298" fmla="*/ 2170748 h 2495550"/>
                <a:gd name="connsiteX7299" fmla="*/ 1859566 w 3219450"/>
                <a:gd name="connsiteY7299" fmla="*/ 2170557 h 2495550"/>
                <a:gd name="connsiteX7300" fmla="*/ 1859280 w 3219450"/>
                <a:gd name="connsiteY7300" fmla="*/ 2171319 h 2495550"/>
                <a:gd name="connsiteX7301" fmla="*/ 1859661 w 3219450"/>
                <a:gd name="connsiteY7301" fmla="*/ 2171129 h 2495550"/>
                <a:gd name="connsiteX7302" fmla="*/ 1860328 w 3219450"/>
                <a:gd name="connsiteY7302" fmla="*/ 2171033 h 2495550"/>
                <a:gd name="connsiteX7303" fmla="*/ 1860709 w 3219450"/>
                <a:gd name="connsiteY7303" fmla="*/ 2170938 h 2495550"/>
                <a:gd name="connsiteX7304" fmla="*/ 1860614 w 3219450"/>
                <a:gd name="connsiteY7304" fmla="*/ 2171129 h 2495550"/>
                <a:gd name="connsiteX7305" fmla="*/ 1860328 w 3219450"/>
                <a:gd name="connsiteY7305" fmla="*/ 2171605 h 2495550"/>
                <a:gd name="connsiteX7306" fmla="*/ 1858709 w 3219450"/>
                <a:gd name="connsiteY7306" fmla="*/ 2171795 h 2495550"/>
                <a:gd name="connsiteX7307" fmla="*/ 1858137 w 3219450"/>
                <a:gd name="connsiteY7307" fmla="*/ 2171986 h 2495550"/>
                <a:gd name="connsiteX7308" fmla="*/ 1857851 w 3219450"/>
                <a:gd name="connsiteY7308" fmla="*/ 2172176 h 2495550"/>
                <a:gd name="connsiteX7309" fmla="*/ 1857756 w 3219450"/>
                <a:gd name="connsiteY7309" fmla="*/ 2172272 h 2495550"/>
                <a:gd name="connsiteX7310" fmla="*/ 1857661 w 3219450"/>
                <a:gd name="connsiteY7310" fmla="*/ 2172367 h 2495550"/>
                <a:gd name="connsiteX7311" fmla="*/ 1857470 w 3219450"/>
                <a:gd name="connsiteY7311" fmla="*/ 2172748 h 2495550"/>
                <a:gd name="connsiteX7312" fmla="*/ 1857661 w 3219450"/>
                <a:gd name="connsiteY7312" fmla="*/ 2172843 h 2495550"/>
                <a:gd name="connsiteX7313" fmla="*/ 1857947 w 3219450"/>
                <a:gd name="connsiteY7313" fmla="*/ 2174367 h 2495550"/>
                <a:gd name="connsiteX7314" fmla="*/ 1857756 w 3219450"/>
                <a:gd name="connsiteY7314" fmla="*/ 2174653 h 2495550"/>
                <a:gd name="connsiteX7315" fmla="*/ 1857470 w 3219450"/>
                <a:gd name="connsiteY7315" fmla="*/ 2174748 h 2495550"/>
                <a:gd name="connsiteX7316" fmla="*/ 1857185 w 3219450"/>
                <a:gd name="connsiteY7316" fmla="*/ 2174939 h 2495550"/>
                <a:gd name="connsiteX7317" fmla="*/ 1857185 w 3219450"/>
                <a:gd name="connsiteY7317" fmla="*/ 2175510 h 2495550"/>
                <a:gd name="connsiteX7318" fmla="*/ 1857280 w 3219450"/>
                <a:gd name="connsiteY7318" fmla="*/ 2175605 h 2495550"/>
                <a:gd name="connsiteX7319" fmla="*/ 1857947 w 3219450"/>
                <a:gd name="connsiteY7319" fmla="*/ 2176272 h 2495550"/>
                <a:gd name="connsiteX7320" fmla="*/ 1858232 w 3219450"/>
                <a:gd name="connsiteY7320" fmla="*/ 2176367 h 2495550"/>
                <a:gd name="connsiteX7321" fmla="*/ 1859089 w 3219450"/>
                <a:gd name="connsiteY7321" fmla="*/ 2176272 h 2495550"/>
                <a:gd name="connsiteX7322" fmla="*/ 1859376 w 3219450"/>
                <a:gd name="connsiteY7322" fmla="*/ 2176367 h 2495550"/>
                <a:gd name="connsiteX7323" fmla="*/ 1859566 w 3219450"/>
                <a:gd name="connsiteY7323" fmla="*/ 2176748 h 2495550"/>
                <a:gd name="connsiteX7324" fmla="*/ 1859852 w 3219450"/>
                <a:gd name="connsiteY7324" fmla="*/ 2177606 h 2495550"/>
                <a:gd name="connsiteX7325" fmla="*/ 1860614 w 3219450"/>
                <a:gd name="connsiteY7325" fmla="*/ 2179225 h 2495550"/>
                <a:gd name="connsiteX7326" fmla="*/ 1860995 w 3219450"/>
                <a:gd name="connsiteY7326" fmla="*/ 2179606 h 2495550"/>
                <a:gd name="connsiteX7327" fmla="*/ 1861852 w 3219450"/>
                <a:gd name="connsiteY7327" fmla="*/ 2179987 h 2495550"/>
                <a:gd name="connsiteX7328" fmla="*/ 1862614 w 3219450"/>
                <a:gd name="connsiteY7328" fmla="*/ 2180082 h 2495550"/>
                <a:gd name="connsiteX7329" fmla="*/ 1863185 w 3219450"/>
                <a:gd name="connsiteY7329" fmla="*/ 2180082 h 2495550"/>
                <a:gd name="connsiteX7330" fmla="*/ 1864328 w 3219450"/>
                <a:gd name="connsiteY7330" fmla="*/ 2179892 h 2495550"/>
                <a:gd name="connsiteX7331" fmla="*/ 1865471 w 3219450"/>
                <a:gd name="connsiteY7331" fmla="*/ 2179511 h 2495550"/>
                <a:gd name="connsiteX7332" fmla="*/ 1867281 w 3219450"/>
                <a:gd name="connsiteY7332" fmla="*/ 2178272 h 2495550"/>
                <a:gd name="connsiteX7333" fmla="*/ 1868234 w 3219450"/>
                <a:gd name="connsiteY7333" fmla="*/ 2177891 h 2495550"/>
                <a:gd name="connsiteX7334" fmla="*/ 1868234 w 3219450"/>
                <a:gd name="connsiteY7334" fmla="*/ 2178272 h 2495550"/>
                <a:gd name="connsiteX7335" fmla="*/ 1867567 w 3219450"/>
                <a:gd name="connsiteY7335" fmla="*/ 2179130 h 2495550"/>
                <a:gd name="connsiteX7336" fmla="*/ 1867281 w 3219450"/>
                <a:gd name="connsiteY7336" fmla="*/ 2179606 h 2495550"/>
                <a:gd name="connsiteX7337" fmla="*/ 1867091 w 3219450"/>
                <a:gd name="connsiteY7337" fmla="*/ 2180273 h 2495550"/>
                <a:gd name="connsiteX7338" fmla="*/ 1867662 w 3219450"/>
                <a:gd name="connsiteY7338" fmla="*/ 2179796 h 2495550"/>
                <a:gd name="connsiteX7339" fmla="*/ 1867853 w 3219450"/>
                <a:gd name="connsiteY7339" fmla="*/ 2179511 h 2495550"/>
                <a:gd name="connsiteX7340" fmla="*/ 1868234 w 3219450"/>
                <a:gd name="connsiteY7340" fmla="*/ 2179511 h 2495550"/>
                <a:gd name="connsiteX7341" fmla="*/ 1868424 w 3219450"/>
                <a:gd name="connsiteY7341" fmla="*/ 2180273 h 2495550"/>
                <a:gd name="connsiteX7342" fmla="*/ 1868805 w 3219450"/>
                <a:gd name="connsiteY7342" fmla="*/ 2180558 h 2495550"/>
                <a:gd name="connsiteX7343" fmla="*/ 1869281 w 3219450"/>
                <a:gd name="connsiteY7343" fmla="*/ 2180368 h 2495550"/>
                <a:gd name="connsiteX7344" fmla="*/ 1869662 w 3219450"/>
                <a:gd name="connsiteY7344" fmla="*/ 2179796 h 2495550"/>
                <a:gd name="connsiteX7345" fmla="*/ 1870043 w 3219450"/>
                <a:gd name="connsiteY7345" fmla="*/ 2179796 h 2495550"/>
                <a:gd name="connsiteX7346" fmla="*/ 1870329 w 3219450"/>
                <a:gd name="connsiteY7346" fmla="*/ 2180463 h 2495550"/>
                <a:gd name="connsiteX7347" fmla="*/ 1870805 w 3219450"/>
                <a:gd name="connsiteY7347" fmla="*/ 2180844 h 2495550"/>
                <a:gd name="connsiteX7348" fmla="*/ 1871282 w 3219450"/>
                <a:gd name="connsiteY7348" fmla="*/ 2180844 h 2495550"/>
                <a:gd name="connsiteX7349" fmla="*/ 1871472 w 3219450"/>
                <a:gd name="connsiteY7349" fmla="*/ 2180177 h 2495550"/>
                <a:gd name="connsiteX7350" fmla="*/ 1871853 w 3219450"/>
                <a:gd name="connsiteY7350" fmla="*/ 2180177 h 2495550"/>
                <a:gd name="connsiteX7351" fmla="*/ 1872234 w 3219450"/>
                <a:gd name="connsiteY7351" fmla="*/ 2182940 h 2495550"/>
                <a:gd name="connsiteX7352" fmla="*/ 1872234 w 3219450"/>
                <a:gd name="connsiteY7352" fmla="*/ 2185416 h 2495550"/>
                <a:gd name="connsiteX7353" fmla="*/ 1871758 w 3219450"/>
                <a:gd name="connsiteY7353" fmla="*/ 2186178 h 2495550"/>
                <a:gd name="connsiteX7354" fmla="*/ 1870520 w 3219450"/>
                <a:gd name="connsiteY7354" fmla="*/ 2186559 h 2495550"/>
                <a:gd name="connsiteX7355" fmla="*/ 1869091 w 3219450"/>
                <a:gd name="connsiteY7355" fmla="*/ 2186750 h 2495550"/>
                <a:gd name="connsiteX7356" fmla="*/ 1867853 w 3219450"/>
                <a:gd name="connsiteY7356" fmla="*/ 2187131 h 2495550"/>
                <a:gd name="connsiteX7357" fmla="*/ 1866995 w 3219450"/>
                <a:gd name="connsiteY7357" fmla="*/ 2187893 h 2495550"/>
                <a:gd name="connsiteX7358" fmla="*/ 1866805 w 3219450"/>
                <a:gd name="connsiteY7358" fmla="*/ 2188750 h 2495550"/>
                <a:gd name="connsiteX7359" fmla="*/ 1867376 w 3219450"/>
                <a:gd name="connsiteY7359" fmla="*/ 2189512 h 2495550"/>
                <a:gd name="connsiteX7360" fmla="*/ 1868805 w 3219450"/>
                <a:gd name="connsiteY7360" fmla="*/ 2189798 h 2495550"/>
                <a:gd name="connsiteX7361" fmla="*/ 1869853 w 3219450"/>
                <a:gd name="connsiteY7361" fmla="*/ 2190179 h 2495550"/>
                <a:gd name="connsiteX7362" fmla="*/ 1872044 w 3219450"/>
                <a:gd name="connsiteY7362" fmla="*/ 2191512 h 2495550"/>
                <a:gd name="connsiteX7363" fmla="*/ 1872996 w 3219450"/>
                <a:gd name="connsiteY7363" fmla="*/ 2191417 h 2495550"/>
                <a:gd name="connsiteX7364" fmla="*/ 1872615 w 3219450"/>
                <a:gd name="connsiteY7364" fmla="*/ 2191036 h 2495550"/>
                <a:gd name="connsiteX7365" fmla="*/ 1872425 w 3219450"/>
                <a:gd name="connsiteY7365" fmla="*/ 2190560 h 2495550"/>
                <a:gd name="connsiteX7366" fmla="*/ 1872425 w 3219450"/>
                <a:gd name="connsiteY7366" fmla="*/ 2189988 h 2495550"/>
                <a:gd name="connsiteX7367" fmla="*/ 1872710 w 3219450"/>
                <a:gd name="connsiteY7367" fmla="*/ 2189417 h 2495550"/>
                <a:gd name="connsiteX7368" fmla="*/ 1873091 w 3219450"/>
                <a:gd name="connsiteY7368" fmla="*/ 2190274 h 2495550"/>
                <a:gd name="connsiteX7369" fmla="*/ 1873853 w 3219450"/>
                <a:gd name="connsiteY7369" fmla="*/ 2190655 h 2495550"/>
                <a:gd name="connsiteX7370" fmla="*/ 1876139 w 3219450"/>
                <a:gd name="connsiteY7370" fmla="*/ 2190655 h 2495550"/>
                <a:gd name="connsiteX7371" fmla="*/ 1876425 w 3219450"/>
                <a:gd name="connsiteY7371" fmla="*/ 2188845 h 2495550"/>
                <a:gd name="connsiteX7372" fmla="*/ 1876806 w 3219450"/>
                <a:gd name="connsiteY7372" fmla="*/ 2187512 h 2495550"/>
                <a:gd name="connsiteX7373" fmla="*/ 1877473 w 3219450"/>
                <a:gd name="connsiteY7373" fmla="*/ 2186750 h 2495550"/>
                <a:gd name="connsiteX7374" fmla="*/ 1877378 w 3219450"/>
                <a:gd name="connsiteY7374" fmla="*/ 2188274 h 2495550"/>
                <a:gd name="connsiteX7375" fmla="*/ 1877473 w 3219450"/>
                <a:gd name="connsiteY7375" fmla="*/ 2189798 h 2495550"/>
                <a:gd name="connsiteX7376" fmla="*/ 1877759 w 3219450"/>
                <a:gd name="connsiteY7376" fmla="*/ 2189798 h 2495550"/>
                <a:gd name="connsiteX7377" fmla="*/ 1877854 w 3219450"/>
                <a:gd name="connsiteY7377" fmla="*/ 2189512 h 2495550"/>
                <a:gd name="connsiteX7378" fmla="*/ 1877949 w 3219450"/>
                <a:gd name="connsiteY7378" fmla="*/ 2189417 h 2495550"/>
                <a:gd name="connsiteX7379" fmla="*/ 1878139 w 3219450"/>
                <a:gd name="connsiteY7379" fmla="*/ 2189321 h 2495550"/>
                <a:gd name="connsiteX7380" fmla="*/ 1878426 w 3219450"/>
                <a:gd name="connsiteY7380" fmla="*/ 2189036 h 2495550"/>
                <a:gd name="connsiteX7381" fmla="*/ 1879378 w 3219450"/>
                <a:gd name="connsiteY7381" fmla="*/ 2189512 h 2495550"/>
                <a:gd name="connsiteX7382" fmla="*/ 1880521 w 3219450"/>
                <a:gd name="connsiteY7382" fmla="*/ 2189131 h 2495550"/>
                <a:gd name="connsiteX7383" fmla="*/ 1881378 w 3219450"/>
                <a:gd name="connsiteY7383" fmla="*/ 2188274 h 2495550"/>
                <a:gd name="connsiteX7384" fmla="*/ 1881664 w 3219450"/>
                <a:gd name="connsiteY7384" fmla="*/ 2187035 h 2495550"/>
                <a:gd name="connsiteX7385" fmla="*/ 1882426 w 3219450"/>
                <a:gd name="connsiteY7385" fmla="*/ 2188274 h 2495550"/>
                <a:gd name="connsiteX7386" fmla="*/ 1882902 w 3219450"/>
                <a:gd name="connsiteY7386" fmla="*/ 2188559 h 2495550"/>
                <a:gd name="connsiteX7387" fmla="*/ 1887188 w 3219450"/>
                <a:gd name="connsiteY7387" fmla="*/ 2188655 h 2495550"/>
                <a:gd name="connsiteX7388" fmla="*/ 1887951 w 3219450"/>
                <a:gd name="connsiteY7388" fmla="*/ 2188464 h 2495550"/>
                <a:gd name="connsiteX7389" fmla="*/ 1888236 w 3219450"/>
                <a:gd name="connsiteY7389" fmla="*/ 2188083 h 2495550"/>
                <a:gd name="connsiteX7390" fmla="*/ 1888427 w 3219450"/>
                <a:gd name="connsiteY7390" fmla="*/ 2187607 h 2495550"/>
                <a:gd name="connsiteX7391" fmla="*/ 1888808 w 3219450"/>
                <a:gd name="connsiteY7391" fmla="*/ 2186940 h 2495550"/>
                <a:gd name="connsiteX7392" fmla="*/ 1889284 w 3219450"/>
                <a:gd name="connsiteY7392" fmla="*/ 2186273 h 2495550"/>
                <a:gd name="connsiteX7393" fmla="*/ 1889760 w 3219450"/>
                <a:gd name="connsiteY7393" fmla="*/ 2185892 h 2495550"/>
                <a:gd name="connsiteX7394" fmla="*/ 1889570 w 3219450"/>
                <a:gd name="connsiteY7394" fmla="*/ 2186369 h 2495550"/>
                <a:gd name="connsiteX7395" fmla="*/ 1889474 w 3219450"/>
                <a:gd name="connsiteY7395" fmla="*/ 2186845 h 2495550"/>
                <a:gd name="connsiteX7396" fmla="*/ 1889570 w 3219450"/>
                <a:gd name="connsiteY7396" fmla="*/ 2187321 h 2495550"/>
                <a:gd name="connsiteX7397" fmla="*/ 1889855 w 3219450"/>
                <a:gd name="connsiteY7397" fmla="*/ 2187797 h 2495550"/>
                <a:gd name="connsiteX7398" fmla="*/ 1890618 w 3219450"/>
                <a:gd name="connsiteY7398" fmla="*/ 2187321 h 2495550"/>
                <a:gd name="connsiteX7399" fmla="*/ 1892999 w 3219450"/>
                <a:gd name="connsiteY7399" fmla="*/ 2186369 h 2495550"/>
                <a:gd name="connsiteX7400" fmla="*/ 1893475 w 3219450"/>
                <a:gd name="connsiteY7400" fmla="*/ 2185702 h 2495550"/>
                <a:gd name="connsiteX7401" fmla="*/ 1893665 w 3219450"/>
                <a:gd name="connsiteY7401" fmla="*/ 2185416 h 2495550"/>
                <a:gd name="connsiteX7402" fmla="*/ 1894427 w 3219450"/>
                <a:gd name="connsiteY7402" fmla="*/ 2184654 h 2495550"/>
                <a:gd name="connsiteX7403" fmla="*/ 1894618 w 3219450"/>
                <a:gd name="connsiteY7403" fmla="*/ 2184368 h 2495550"/>
                <a:gd name="connsiteX7404" fmla="*/ 1894713 w 3219450"/>
                <a:gd name="connsiteY7404" fmla="*/ 2183797 h 2495550"/>
                <a:gd name="connsiteX7405" fmla="*/ 1894618 w 3219450"/>
                <a:gd name="connsiteY7405" fmla="*/ 2182082 h 2495550"/>
                <a:gd name="connsiteX7406" fmla="*/ 1894808 w 3219450"/>
                <a:gd name="connsiteY7406" fmla="*/ 2181797 h 2495550"/>
                <a:gd name="connsiteX7407" fmla="*/ 1895094 w 3219450"/>
                <a:gd name="connsiteY7407" fmla="*/ 2181606 h 2495550"/>
                <a:gd name="connsiteX7408" fmla="*/ 1895189 w 3219450"/>
                <a:gd name="connsiteY7408" fmla="*/ 2181320 h 2495550"/>
                <a:gd name="connsiteX7409" fmla="*/ 1893665 w 3219450"/>
                <a:gd name="connsiteY7409" fmla="*/ 2179225 h 2495550"/>
                <a:gd name="connsiteX7410" fmla="*/ 1893570 w 3219450"/>
                <a:gd name="connsiteY7410" fmla="*/ 2178844 h 2495550"/>
                <a:gd name="connsiteX7411" fmla="*/ 1892999 w 3219450"/>
                <a:gd name="connsiteY7411" fmla="*/ 2178368 h 2495550"/>
                <a:gd name="connsiteX7412" fmla="*/ 1889570 w 3219450"/>
                <a:gd name="connsiteY7412" fmla="*/ 2177129 h 2495550"/>
                <a:gd name="connsiteX7413" fmla="*/ 1889570 w 3219450"/>
                <a:gd name="connsiteY7413" fmla="*/ 2176748 h 2495550"/>
                <a:gd name="connsiteX7414" fmla="*/ 1890618 w 3219450"/>
                <a:gd name="connsiteY7414" fmla="*/ 2177129 h 2495550"/>
                <a:gd name="connsiteX7415" fmla="*/ 1891760 w 3219450"/>
                <a:gd name="connsiteY7415" fmla="*/ 2177129 h 2495550"/>
                <a:gd name="connsiteX7416" fmla="*/ 1892522 w 3219450"/>
                <a:gd name="connsiteY7416" fmla="*/ 2176653 h 2495550"/>
                <a:gd name="connsiteX7417" fmla="*/ 1892427 w 3219450"/>
                <a:gd name="connsiteY7417" fmla="*/ 2175605 h 2495550"/>
                <a:gd name="connsiteX7418" fmla="*/ 1892046 w 3219450"/>
                <a:gd name="connsiteY7418" fmla="*/ 2175701 h 2495550"/>
                <a:gd name="connsiteX7419" fmla="*/ 1891284 w 3219450"/>
                <a:gd name="connsiteY7419" fmla="*/ 2175891 h 2495550"/>
                <a:gd name="connsiteX7420" fmla="*/ 1890903 w 3219450"/>
                <a:gd name="connsiteY7420" fmla="*/ 2175986 h 2495550"/>
                <a:gd name="connsiteX7421" fmla="*/ 1890903 w 3219450"/>
                <a:gd name="connsiteY7421" fmla="*/ 2175605 h 2495550"/>
                <a:gd name="connsiteX7422" fmla="*/ 1891094 w 3219450"/>
                <a:gd name="connsiteY7422" fmla="*/ 2175605 h 2495550"/>
                <a:gd name="connsiteX7423" fmla="*/ 1891475 w 3219450"/>
                <a:gd name="connsiteY7423" fmla="*/ 2175605 h 2495550"/>
                <a:gd name="connsiteX7424" fmla="*/ 1891665 w 3219450"/>
                <a:gd name="connsiteY7424" fmla="*/ 2175605 h 2495550"/>
                <a:gd name="connsiteX7425" fmla="*/ 1891475 w 3219450"/>
                <a:gd name="connsiteY7425" fmla="*/ 2175415 h 2495550"/>
                <a:gd name="connsiteX7426" fmla="*/ 1891379 w 3219450"/>
                <a:gd name="connsiteY7426" fmla="*/ 2175224 h 2495550"/>
                <a:gd name="connsiteX7427" fmla="*/ 1891189 w 3219450"/>
                <a:gd name="connsiteY7427" fmla="*/ 2175034 h 2495550"/>
                <a:gd name="connsiteX7428" fmla="*/ 1890903 w 3219450"/>
                <a:gd name="connsiteY7428" fmla="*/ 2174843 h 2495550"/>
                <a:gd name="connsiteX7429" fmla="*/ 1894904 w 3219450"/>
                <a:gd name="connsiteY7429" fmla="*/ 2171414 h 2495550"/>
                <a:gd name="connsiteX7430" fmla="*/ 1894999 w 3219450"/>
                <a:gd name="connsiteY7430" fmla="*/ 2171986 h 2495550"/>
                <a:gd name="connsiteX7431" fmla="*/ 1895285 w 3219450"/>
                <a:gd name="connsiteY7431" fmla="*/ 2172272 h 2495550"/>
                <a:gd name="connsiteX7432" fmla="*/ 1895761 w 3219450"/>
                <a:gd name="connsiteY7432" fmla="*/ 2172367 h 2495550"/>
                <a:gd name="connsiteX7433" fmla="*/ 1896332 w 3219450"/>
                <a:gd name="connsiteY7433" fmla="*/ 2172272 h 2495550"/>
                <a:gd name="connsiteX7434" fmla="*/ 1896332 w 3219450"/>
                <a:gd name="connsiteY7434" fmla="*/ 2172653 h 2495550"/>
                <a:gd name="connsiteX7435" fmla="*/ 1895666 w 3219450"/>
                <a:gd name="connsiteY7435" fmla="*/ 2173129 h 2495550"/>
                <a:gd name="connsiteX7436" fmla="*/ 1894904 w 3219450"/>
                <a:gd name="connsiteY7436" fmla="*/ 2173796 h 2495550"/>
                <a:gd name="connsiteX7437" fmla="*/ 1894523 w 3219450"/>
                <a:gd name="connsiteY7437" fmla="*/ 2174462 h 2495550"/>
                <a:gd name="connsiteX7438" fmla="*/ 1894904 w 3219450"/>
                <a:gd name="connsiteY7438" fmla="*/ 2174939 h 2495550"/>
                <a:gd name="connsiteX7439" fmla="*/ 1894713 w 3219450"/>
                <a:gd name="connsiteY7439" fmla="*/ 2175320 h 2495550"/>
                <a:gd name="connsiteX7440" fmla="*/ 1894523 w 3219450"/>
                <a:gd name="connsiteY7440" fmla="*/ 2176463 h 2495550"/>
                <a:gd name="connsiteX7441" fmla="*/ 1894999 w 3219450"/>
                <a:gd name="connsiteY7441" fmla="*/ 2176748 h 2495550"/>
                <a:gd name="connsiteX7442" fmla="*/ 1895380 w 3219450"/>
                <a:gd name="connsiteY7442" fmla="*/ 2177129 h 2495550"/>
                <a:gd name="connsiteX7443" fmla="*/ 1895570 w 3219450"/>
                <a:gd name="connsiteY7443" fmla="*/ 2177606 h 2495550"/>
                <a:gd name="connsiteX7444" fmla="*/ 1895666 w 3219450"/>
                <a:gd name="connsiteY7444" fmla="*/ 2178177 h 2495550"/>
                <a:gd name="connsiteX7445" fmla="*/ 1895856 w 3219450"/>
                <a:gd name="connsiteY7445" fmla="*/ 2178749 h 2495550"/>
                <a:gd name="connsiteX7446" fmla="*/ 1896332 w 3219450"/>
                <a:gd name="connsiteY7446" fmla="*/ 2178558 h 2495550"/>
                <a:gd name="connsiteX7447" fmla="*/ 1897476 w 3219450"/>
                <a:gd name="connsiteY7447" fmla="*/ 2177701 h 2495550"/>
                <a:gd name="connsiteX7448" fmla="*/ 1896809 w 3219450"/>
                <a:gd name="connsiteY7448" fmla="*/ 2179320 h 2495550"/>
                <a:gd name="connsiteX7449" fmla="*/ 1896904 w 3219450"/>
                <a:gd name="connsiteY7449" fmla="*/ 2179606 h 2495550"/>
                <a:gd name="connsiteX7450" fmla="*/ 1897189 w 3219450"/>
                <a:gd name="connsiteY7450" fmla="*/ 2179892 h 2495550"/>
                <a:gd name="connsiteX7451" fmla="*/ 1897285 w 3219450"/>
                <a:gd name="connsiteY7451" fmla="*/ 2180463 h 2495550"/>
                <a:gd name="connsiteX7452" fmla="*/ 1897285 w 3219450"/>
                <a:gd name="connsiteY7452" fmla="*/ 2181130 h 2495550"/>
                <a:gd name="connsiteX7453" fmla="*/ 1896999 w 3219450"/>
                <a:gd name="connsiteY7453" fmla="*/ 2181606 h 2495550"/>
                <a:gd name="connsiteX7454" fmla="*/ 1896999 w 3219450"/>
                <a:gd name="connsiteY7454" fmla="*/ 2181987 h 2495550"/>
                <a:gd name="connsiteX7455" fmla="*/ 1897380 w 3219450"/>
                <a:gd name="connsiteY7455" fmla="*/ 2182273 h 2495550"/>
                <a:gd name="connsiteX7456" fmla="*/ 1897761 w 3219450"/>
                <a:gd name="connsiteY7456" fmla="*/ 2182463 h 2495550"/>
                <a:gd name="connsiteX7457" fmla="*/ 1898142 w 3219450"/>
                <a:gd name="connsiteY7457" fmla="*/ 2182559 h 2495550"/>
                <a:gd name="connsiteX7458" fmla="*/ 1898523 w 3219450"/>
                <a:gd name="connsiteY7458" fmla="*/ 2182463 h 2495550"/>
                <a:gd name="connsiteX7459" fmla="*/ 1897952 w 3219450"/>
                <a:gd name="connsiteY7459" fmla="*/ 2181511 h 2495550"/>
                <a:gd name="connsiteX7460" fmla="*/ 1898618 w 3219450"/>
                <a:gd name="connsiteY7460" fmla="*/ 2180558 h 2495550"/>
                <a:gd name="connsiteX7461" fmla="*/ 1899761 w 3219450"/>
                <a:gd name="connsiteY7461" fmla="*/ 2179796 h 2495550"/>
                <a:gd name="connsiteX7462" fmla="*/ 1900714 w 3219450"/>
                <a:gd name="connsiteY7462" fmla="*/ 2179320 h 2495550"/>
                <a:gd name="connsiteX7463" fmla="*/ 1900714 w 3219450"/>
                <a:gd name="connsiteY7463" fmla="*/ 2179796 h 2495550"/>
                <a:gd name="connsiteX7464" fmla="*/ 1900619 w 3219450"/>
                <a:gd name="connsiteY7464" fmla="*/ 2180082 h 2495550"/>
                <a:gd name="connsiteX7465" fmla="*/ 1900428 w 3219450"/>
                <a:gd name="connsiteY7465" fmla="*/ 2180273 h 2495550"/>
                <a:gd name="connsiteX7466" fmla="*/ 1900238 w 3219450"/>
                <a:gd name="connsiteY7466" fmla="*/ 2180463 h 2495550"/>
                <a:gd name="connsiteX7467" fmla="*/ 1900333 w 3219450"/>
                <a:gd name="connsiteY7467" fmla="*/ 2180844 h 2495550"/>
                <a:gd name="connsiteX7468" fmla="*/ 1900428 w 3219450"/>
                <a:gd name="connsiteY7468" fmla="*/ 2181701 h 2495550"/>
                <a:gd name="connsiteX7469" fmla="*/ 1900619 w 3219450"/>
                <a:gd name="connsiteY7469" fmla="*/ 2182082 h 2495550"/>
                <a:gd name="connsiteX7470" fmla="*/ 1900143 w 3219450"/>
                <a:gd name="connsiteY7470" fmla="*/ 2182940 h 2495550"/>
                <a:gd name="connsiteX7471" fmla="*/ 1899666 w 3219450"/>
                <a:gd name="connsiteY7471" fmla="*/ 2184749 h 2495550"/>
                <a:gd name="connsiteX7472" fmla="*/ 1899095 w 3219450"/>
                <a:gd name="connsiteY7472" fmla="*/ 2185130 h 2495550"/>
                <a:gd name="connsiteX7473" fmla="*/ 1902238 w 3219450"/>
                <a:gd name="connsiteY7473" fmla="*/ 2187226 h 2495550"/>
                <a:gd name="connsiteX7474" fmla="*/ 1903952 w 3219450"/>
                <a:gd name="connsiteY7474" fmla="*/ 2187702 h 2495550"/>
                <a:gd name="connsiteX7475" fmla="*/ 1904905 w 3219450"/>
                <a:gd name="connsiteY7475" fmla="*/ 2186654 h 2495550"/>
                <a:gd name="connsiteX7476" fmla="*/ 1905191 w 3219450"/>
                <a:gd name="connsiteY7476" fmla="*/ 2186654 h 2495550"/>
                <a:gd name="connsiteX7477" fmla="*/ 1905191 w 3219450"/>
                <a:gd name="connsiteY7477" fmla="*/ 2187035 h 2495550"/>
                <a:gd name="connsiteX7478" fmla="*/ 1905572 w 3219450"/>
                <a:gd name="connsiteY7478" fmla="*/ 2187035 h 2495550"/>
                <a:gd name="connsiteX7479" fmla="*/ 1905572 w 3219450"/>
                <a:gd name="connsiteY7479" fmla="*/ 2186654 h 2495550"/>
                <a:gd name="connsiteX7480" fmla="*/ 1904905 w 3219450"/>
                <a:gd name="connsiteY7480" fmla="*/ 2185607 h 2495550"/>
                <a:gd name="connsiteX7481" fmla="*/ 1904238 w 3219450"/>
                <a:gd name="connsiteY7481" fmla="*/ 2183702 h 2495550"/>
                <a:gd name="connsiteX7482" fmla="*/ 1904238 w 3219450"/>
                <a:gd name="connsiteY7482" fmla="*/ 2182082 h 2495550"/>
                <a:gd name="connsiteX7483" fmla="*/ 1904238 w 3219450"/>
                <a:gd name="connsiteY7483" fmla="*/ 2182082 h 2495550"/>
                <a:gd name="connsiteX7484" fmla="*/ 1905572 w 3219450"/>
                <a:gd name="connsiteY7484" fmla="*/ 2181701 h 2495550"/>
                <a:gd name="connsiteX7485" fmla="*/ 1905572 w 3219450"/>
                <a:gd name="connsiteY7485" fmla="*/ 2182082 h 2495550"/>
                <a:gd name="connsiteX7486" fmla="*/ 1905191 w 3219450"/>
                <a:gd name="connsiteY7486" fmla="*/ 2182749 h 2495550"/>
                <a:gd name="connsiteX7487" fmla="*/ 1905476 w 3219450"/>
                <a:gd name="connsiteY7487" fmla="*/ 2183416 h 2495550"/>
                <a:gd name="connsiteX7488" fmla="*/ 1906143 w 3219450"/>
                <a:gd name="connsiteY7488" fmla="*/ 2183702 h 2495550"/>
                <a:gd name="connsiteX7489" fmla="*/ 1907096 w 3219450"/>
                <a:gd name="connsiteY7489" fmla="*/ 2183225 h 2495550"/>
                <a:gd name="connsiteX7490" fmla="*/ 1907001 w 3219450"/>
                <a:gd name="connsiteY7490" fmla="*/ 2186369 h 2495550"/>
                <a:gd name="connsiteX7491" fmla="*/ 1907191 w 3219450"/>
                <a:gd name="connsiteY7491" fmla="*/ 2187797 h 2495550"/>
                <a:gd name="connsiteX7492" fmla="*/ 1907762 w 3219450"/>
                <a:gd name="connsiteY7492" fmla="*/ 2188655 h 2495550"/>
                <a:gd name="connsiteX7493" fmla="*/ 1908143 w 3219450"/>
                <a:gd name="connsiteY7493" fmla="*/ 2188655 h 2495550"/>
                <a:gd name="connsiteX7494" fmla="*/ 1908239 w 3219450"/>
                <a:gd name="connsiteY7494" fmla="*/ 2188274 h 2495550"/>
                <a:gd name="connsiteX7495" fmla="*/ 1908429 w 3219450"/>
                <a:gd name="connsiteY7495" fmla="*/ 2187988 h 2495550"/>
                <a:gd name="connsiteX7496" fmla="*/ 1908905 w 3219450"/>
                <a:gd name="connsiteY7496" fmla="*/ 2187416 h 2495550"/>
                <a:gd name="connsiteX7497" fmla="*/ 1908905 w 3219450"/>
                <a:gd name="connsiteY7497" fmla="*/ 2187131 h 2495550"/>
                <a:gd name="connsiteX7498" fmla="*/ 1908524 w 3219450"/>
                <a:gd name="connsiteY7498" fmla="*/ 2187131 h 2495550"/>
                <a:gd name="connsiteX7499" fmla="*/ 1908524 w 3219450"/>
                <a:gd name="connsiteY7499" fmla="*/ 2186750 h 2495550"/>
                <a:gd name="connsiteX7500" fmla="*/ 1909286 w 3219450"/>
                <a:gd name="connsiteY7500" fmla="*/ 2185988 h 2495550"/>
                <a:gd name="connsiteX7501" fmla="*/ 1910239 w 3219450"/>
                <a:gd name="connsiteY7501" fmla="*/ 2187321 h 2495550"/>
                <a:gd name="connsiteX7502" fmla="*/ 1911668 w 3219450"/>
                <a:gd name="connsiteY7502" fmla="*/ 2187416 h 2495550"/>
                <a:gd name="connsiteX7503" fmla="*/ 1913287 w 3219450"/>
                <a:gd name="connsiteY7503" fmla="*/ 2186940 h 2495550"/>
                <a:gd name="connsiteX7504" fmla="*/ 1914716 w 3219450"/>
                <a:gd name="connsiteY7504" fmla="*/ 2186750 h 2495550"/>
                <a:gd name="connsiteX7505" fmla="*/ 1914716 w 3219450"/>
                <a:gd name="connsiteY7505" fmla="*/ 2187131 h 2495550"/>
                <a:gd name="connsiteX7506" fmla="*/ 1913763 w 3219450"/>
                <a:gd name="connsiteY7506" fmla="*/ 2187416 h 2495550"/>
                <a:gd name="connsiteX7507" fmla="*/ 1913668 w 3219450"/>
                <a:gd name="connsiteY7507" fmla="*/ 2188274 h 2495550"/>
                <a:gd name="connsiteX7508" fmla="*/ 1914144 w 3219450"/>
                <a:gd name="connsiteY7508" fmla="*/ 2188940 h 2495550"/>
                <a:gd name="connsiteX7509" fmla="*/ 1915097 w 3219450"/>
                <a:gd name="connsiteY7509" fmla="*/ 2188655 h 2495550"/>
                <a:gd name="connsiteX7510" fmla="*/ 1914525 w 3219450"/>
                <a:gd name="connsiteY7510" fmla="*/ 2189893 h 2495550"/>
                <a:gd name="connsiteX7511" fmla="*/ 1913287 w 3219450"/>
                <a:gd name="connsiteY7511" fmla="*/ 2191226 h 2495550"/>
                <a:gd name="connsiteX7512" fmla="*/ 1912620 w 3219450"/>
                <a:gd name="connsiteY7512" fmla="*/ 2192560 h 2495550"/>
                <a:gd name="connsiteX7513" fmla="*/ 1913668 w 3219450"/>
                <a:gd name="connsiteY7513" fmla="*/ 2193703 h 2495550"/>
                <a:gd name="connsiteX7514" fmla="*/ 1913668 w 3219450"/>
                <a:gd name="connsiteY7514" fmla="*/ 2194084 h 2495550"/>
                <a:gd name="connsiteX7515" fmla="*/ 1909286 w 3219450"/>
                <a:gd name="connsiteY7515" fmla="*/ 2194465 h 2495550"/>
                <a:gd name="connsiteX7516" fmla="*/ 1907953 w 3219450"/>
                <a:gd name="connsiteY7516" fmla="*/ 2194370 h 2495550"/>
                <a:gd name="connsiteX7517" fmla="*/ 1907477 w 3219450"/>
                <a:gd name="connsiteY7517" fmla="*/ 2194465 h 2495550"/>
                <a:gd name="connsiteX7518" fmla="*/ 1907286 w 3219450"/>
                <a:gd name="connsiteY7518" fmla="*/ 2194846 h 2495550"/>
                <a:gd name="connsiteX7519" fmla="*/ 1907286 w 3219450"/>
                <a:gd name="connsiteY7519" fmla="*/ 2195322 h 2495550"/>
                <a:gd name="connsiteX7520" fmla="*/ 1907096 w 3219450"/>
                <a:gd name="connsiteY7520" fmla="*/ 2195798 h 2495550"/>
                <a:gd name="connsiteX7521" fmla="*/ 1906429 w 3219450"/>
                <a:gd name="connsiteY7521" fmla="*/ 2195989 h 2495550"/>
                <a:gd name="connsiteX7522" fmla="*/ 1906429 w 3219450"/>
                <a:gd name="connsiteY7522" fmla="*/ 2195322 h 2495550"/>
                <a:gd name="connsiteX7523" fmla="*/ 1906238 w 3219450"/>
                <a:gd name="connsiteY7523" fmla="*/ 2194846 h 2495550"/>
                <a:gd name="connsiteX7524" fmla="*/ 1905857 w 3219450"/>
                <a:gd name="connsiteY7524" fmla="*/ 2194560 h 2495550"/>
                <a:gd name="connsiteX7525" fmla="*/ 1905286 w 3219450"/>
                <a:gd name="connsiteY7525" fmla="*/ 2194465 h 2495550"/>
                <a:gd name="connsiteX7526" fmla="*/ 1905762 w 3219450"/>
                <a:gd name="connsiteY7526" fmla="*/ 2196560 h 2495550"/>
                <a:gd name="connsiteX7527" fmla="*/ 1905762 w 3219450"/>
                <a:gd name="connsiteY7527" fmla="*/ 2197608 h 2495550"/>
                <a:gd name="connsiteX7528" fmla="*/ 1905381 w 3219450"/>
                <a:gd name="connsiteY7528" fmla="*/ 2198275 h 2495550"/>
                <a:gd name="connsiteX7529" fmla="*/ 1905381 w 3219450"/>
                <a:gd name="connsiteY7529" fmla="*/ 2198656 h 2495550"/>
                <a:gd name="connsiteX7530" fmla="*/ 1905667 w 3219450"/>
                <a:gd name="connsiteY7530" fmla="*/ 2199227 h 2495550"/>
                <a:gd name="connsiteX7531" fmla="*/ 1905857 w 3219450"/>
                <a:gd name="connsiteY7531" fmla="*/ 2202371 h 2495550"/>
                <a:gd name="connsiteX7532" fmla="*/ 1905572 w 3219450"/>
                <a:gd name="connsiteY7532" fmla="*/ 2202942 h 2495550"/>
                <a:gd name="connsiteX7533" fmla="*/ 1904905 w 3219450"/>
                <a:gd name="connsiteY7533" fmla="*/ 2203609 h 2495550"/>
                <a:gd name="connsiteX7534" fmla="*/ 1904429 w 3219450"/>
                <a:gd name="connsiteY7534" fmla="*/ 2204371 h 2495550"/>
                <a:gd name="connsiteX7535" fmla="*/ 1904714 w 3219450"/>
                <a:gd name="connsiteY7535" fmla="*/ 2205228 h 2495550"/>
                <a:gd name="connsiteX7536" fmla="*/ 1903857 w 3219450"/>
                <a:gd name="connsiteY7536" fmla="*/ 2204942 h 2495550"/>
                <a:gd name="connsiteX7537" fmla="*/ 1903476 w 3219450"/>
                <a:gd name="connsiteY7537" fmla="*/ 2204466 h 2495550"/>
                <a:gd name="connsiteX7538" fmla="*/ 1903095 w 3219450"/>
                <a:gd name="connsiteY7538" fmla="*/ 2204180 h 2495550"/>
                <a:gd name="connsiteX7539" fmla="*/ 1902238 w 3219450"/>
                <a:gd name="connsiteY7539" fmla="*/ 2204466 h 2495550"/>
                <a:gd name="connsiteX7540" fmla="*/ 1901762 w 3219450"/>
                <a:gd name="connsiteY7540" fmla="*/ 2204942 h 2495550"/>
                <a:gd name="connsiteX7541" fmla="*/ 1900714 w 3219450"/>
                <a:gd name="connsiteY7541" fmla="*/ 2206752 h 2495550"/>
                <a:gd name="connsiteX7542" fmla="*/ 1900333 w 3219450"/>
                <a:gd name="connsiteY7542" fmla="*/ 2207609 h 2495550"/>
                <a:gd name="connsiteX7543" fmla="*/ 1901095 w 3219450"/>
                <a:gd name="connsiteY7543" fmla="*/ 2208562 h 2495550"/>
                <a:gd name="connsiteX7544" fmla="*/ 1901857 w 3219450"/>
                <a:gd name="connsiteY7544" fmla="*/ 2209895 h 2495550"/>
                <a:gd name="connsiteX7545" fmla="*/ 1902333 w 3219450"/>
                <a:gd name="connsiteY7545" fmla="*/ 2211324 h 2495550"/>
                <a:gd name="connsiteX7546" fmla="*/ 1902428 w 3219450"/>
                <a:gd name="connsiteY7546" fmla="*/ 2212658 h 2495550"/>
                <a:gd name="connsiteX7547" fmla="*/ 1902238 w 3219450"/>
                <a:gd name="connsiteY7547" fmla="*/ 2212562 h 2495550"/>
                <a:gd name="connsiteX7548" fmla="*/ 1901857 w 3219450"/>
                <a:gd name="connsiteY7548" fmla="*/ 2212372 h 2495550"/>
                <a:gd name="connsiteX7549" fmla="*/ 1901666 w 3219450"/>
                <a:gd name="connsiteY7549" fmla="*/ 2212277 h 2495550"/>
                <a:gd name="connsiteX7550" fmla="*/ 1900809 w 3219450"/>
                <a:gd name="connsiteY7550" fmla="*/ 2214848 h 2495550"/>
                <a:gd name="connsiteX7551" fmla="*/ 1900714 w 3219450"/>
                <a:gd name="connsiteY7551" fmla="*/ 2215991 h 2495550"/>
                <a:gd name="connsiteX7552" fmla="*/ 1901381 w 3219450"/>
                <a:gd name="connsiteY7552" fmla="*/ 2216849 h 2495550"/>
                <a:gd name="connsiteX7553" fmla="*/ 1899761 w 3219450"/>
                <a:gd name="connsiteY7553" fmla="*/ 2218563 h 2495550"/>
                <a:gd name="connsiteX7554" fmla="*/ 1899952 w 3219450"/>
                <a:gd name="connsiteY7554" fmla="*/ 2221135 h 2495550"/>
                <a:gd name="connsiteX7555" fmla="*/ 1901190 w 3219450"/>
                <a:gd name="connsiteY7555" fmla="*/ 2223707 h 2495550"/>
                <a:gd name="connsiteX7556" fmla="*/ 1902714 w 3219450"/>
                <a:gd name="connsiteY7556" fmla="*/ 2225231 h 2495550"/>
                <a:gd name="connsiteX7557" fmla="*/ 1902143 w 3219450"/>
                <a:gd name="connsiteY7557" fmla="*/ 2223897 h 2495550"/>
                <a:gd name="connsiteX7558" fmla="*/ 1902047 w 3219450"/>
                <a:gd name="connsiteY7558" fmla="*/ 2223326 h 2495550"/>
                <a:gd name="connsiteX7559" fmla="*/ 1902524 w 3219450"/>
                <a:gd name="connsiteY7559" fmla="*/ 2223802 h 2495550"/>
                <a:gd name="connsiteX7560" fmla="*/ 1903286 w 3219450"/>
                <a:gd name="connsiteY7560" fmla="*/ 2224850 h 2495550"/>
                <a:gd name="connsiteX7561" fmla="*/ 1903857 w 3219450"/>
                <a:gd name="connsiteY7561" fmla="*/ 2225231 h 2495550"/>
                <a:gd name="connsiteX7562" fmla="*/ 1903476 w 3219450"/>
                <a:gd name="connsiteY7562" fmla="*/ 2222564 h 2495550"/>
                <a:gd name="connsiteX7563" fmla="*/ 1903762 w 3219450"/>
                <a:gd name="connsiteY7563" fmla="*/ 2221992 h 2495550"/>
                <a:gd name="connsiteX7564" fmla="*/ 1904143 w 3219450"/>
                <a:gd name="connsiteY7564" fmla="*/ 2221897 h 2495550"/>
                <a:gd name="connsiteX7565" fmla="*/ 1904524 w 3219450"/>
                <a:gd name="connsiteY7565" fmla="*/ 2222087 h 2495550"/>
                <a:gd name="connsiteX7566" fmla="*/ 1904905 w 3219450"/>
                <a:gd name="connsiteY7566" fmla="*/ 2222564 h 2495550"/>
                <a:gd name="connsiteX7567" fmla="*/ 1904905 w 3219450"/>
                <a:gd name="connsiteY7567" fmla="*/ 2222945 h 2495550"/>
                <a:gd name="connsiteX7568" fmla="*/ 1904524 w 3219450"/>
                <a:gd name="connsiteY7568" fmla="*/ 2222945 h 2495550"/>
                <a:gd name="connsiteX7569" fmla="*/ 1904524 w 3219450"/>
                <a:gd name="connsiteY7569" fmla="*/ 2223326 h 2495550"/>
                <a:gd name="connsiteX7570" fmla="*/ 1905667 w 3219450"/>
                <a:gd name="connsiteY7570" fmla="*/ 2224469 h 2495550"/>
                <a:gd name="connsiteX7571" fmla="*/ 1905667 w 3219450"/>
                <a:gd name="connsiteY7571" fmla="*/ 2224850 h 2495550"/>
                <a:gd name="connsiteX7572" fmla="*/ 1905000 w 3219450"/>
                <a:gd name="connsiteY7572" fmla="*/ 2225231 h 2495550"/>
                <a:gd name="connsiteX7573" fmla="*/ 1904905 w 3219450"/>
                <a:gd name="connsiteY7573" fmla="*/ 2226088 h 2495550"/>
                <a:gd name="connsiteX7574" fmla="*/ 1905191 w 3219450"/>
                <a:gd name="connsiteY7574" fmla="*/ 2226945 h 2495550"/>
                <a:gd name="connsiteX7575" fmla="*/ 1905667 w 3219450"/>
                <a:gd name="connsiteY7575" fmla="*/ 2227517 h 2495550"/>
                <a:gd name="connsiteX7576" fmla="*/ 1904810 w 3219450"/>
                <a:gd name="connsiteY7576" fmla="*/ 2228469 h 2495550"/>
                <a:gd name="connsiteX7577" fmla="*/ 1905000 w 3219450"/>
                <a:gd name="connsiteY7577" fmla="*/ 2229612 h 2495550"/>
                <a:gd name="connsiteX7578" fmla="*/ 1906429 w 3219450"/>
                <a:gd name="connsiteY7578" fmla="*/ 2231803 h 2495550"/>
                <a:gd name="connsiteX7579" fmla="*/ 1906810 w 3219450"/>
                <a:gd name="connsiteY7579" fmla="*/ 2231803 h 2495550"/>
                <a:gd name="connsiteX7580" fmla="*/ 1907191 w 3219450"/>
                <a:gd name="connsiteY7580" fmla="*/ 2230946 h 2495550"/>
                <a:gd name="connsiteX7581" fmla="*/ 1907858 w 3219450"/>
                <a:gd name="connsiteY7581" fmla="*/ 2230850 h 2495550"/>
                <a:gd name="connsiteX7582" fmla="*/ 1908620 w 3219450"/>
                <a:gd name="connsiteY7582" fmla="*/ 2230850 h 2495550"/>
                <a:gd name="connsiteX7583" fmla="*/ 1909953 w 3219450"/>
                <a:gd name="connsiteY7583" fmla="*/ 2230184 h 2495550"/>
                <a:gd name="connsiteX7584" fmla="*/ 1910239 w 3219450"/>
                <a:gd name="connsiteY7584" fmla="*/ 2230469 h 2495550"/>
                <a:gd name="connsiteX7585" fmla="*/ 1910334 w 3219450"/>
                <a:gd name="connsiteY7585" fmla="*/ 2230850 h 2495550"/>
                <a:gd name="connsiteX7586" fmla="*/ 1910144 w 3219450"/>
                <a:gd name="connsiteY7586" fmla="*/ 2231041 h 2495550"/>
                <a:gd name="connsiteX7587" fmla="*/ 1909858 w 3219450"/>
                <a:gd name="connsiteY7587" fmla="*/ 2231136 h 2495550"/>
                <a:gd name="connsiteX7588" fmla="*/ 1909572 w 3219450"/>
                <a:gd name="connsiteY7588" fmla="*/ 2231422 h 2495550"/>
                <a:gd name="connsiteX7589" fmla="*/ 1909286 w 3219450"/>
                <a:gd name="connsiteY7589" fmla="*/ 2231803 h 2495550"/>
                <a:gd name="connsiteX7590" fmla="*/ 1909096 w 3219450"/>
                <a:gd name="connsiteY7590" fmla="*/ 2232089 h 2495550"/>
                <a:gd name="connsiteX7591" fmla="*/ 1908905 w 3219450"/>
                <a:gd name="connsiteY7591" fmla="*/ 2231803 h 2495550"/>
                <a:gd name="connsiteX7592" fmla="*/ 1908524 w 3219450"/>
                <a:gd name="connsiteY7592" fmla="*/ 2231517 h 2495550"/>
                <a:gd name="connsiteX7593" fmla="*/ 1908334 w 3219450"/>
                <a:gd name="connsiteY7593" fmla="*/ 2231327 h 2495550"/>
                <a:gd name="connsiteX7594" fmla="*/ 1907572 w 3219450"/>
                <a:gd name="connsiteY7594" fmla="*/ 2232089 h 2495550"/>
                <a:gd name="connsiteX7595" fmla="*/ 1907191 w 3219450"/>
                <a:gd name="connsiteY7595" fmla="*/ 2232374 h 2495550"/>
                <a:gd name="connsiteX7596" fmla="*/ 1906714 w 3219450"/>
                <a:gd name="connsiteY7596" fmla="*/ 2232470 h 2495550"/>
                <a:gd name="connsiteX7597" fmla="*/ 1906048 w 3219450"/>
                <a:gd name="connsiteY7597" fmla="*/ 2232374 h 2495550"/>
                <a:gd name="connsiteX7598" fmla="*/ 1905762 w 3219450"/>
                <a:gd name="connsiteY7598" fmla="*/ 2232184 h 2495550"/>
                <a:gd name="connsiteX7599" fmla="*/ 1905476 w 3219450"/>
                <a:gd name="connsiteY7599" fmla="*/ 2232089 h 2495550"/>
                <a:gd name="connsiteX7600" fmla="*/ 1905000 w 3219450"/>
                <a:gd name="connsiteY7600" fmla="*/ 2232184 h 2495550"/>
                <a:gd name="connsiteX7601" fmla="*/ 1904238 w 3219450"/>
                <a:gd name="connsiteY7601" fmla="*/ 2232755 h 2495550"/>
                <a:gd name="connsiteX7602" fmla="*/ 1904143 w 3219450"/>
                <a:gd name="connsiteY7602" fmla="*/ 2233517 h 2495550"/>
                <a:gd name="connsiteX7603" fmla="*/ 1904238 w 3219450"/>
                <a:gd name="connsiteY7603" fmla="*/ 2234375 h 2495550"/>
                <a:gd name="connsiteX7604" fmla="*/ 1903952 w 3219450"/>
                <a:gd name="connsiteY7604" fmla="*/ 2235232 h 2495550"/>
                <a:gd name="connsiteX7605" fmla="*/ 1905572 w 3219450"/>
                <a:gd name="connsiteY7605" fmla="*/ 2235137 h 2495550"/>
                <a:gd name="connsiteX7606" fmla="*/ 1906905 w 3219450"/>
                <a:gd name="connsiteY7606" fmla="*/ 2235994 h 2495550"/>
                <a:gd name="connsiteX7607" fmla="*/ 1907762 w 3219450"/>
                <a:gd name="connsiteY7607" fmla="*/ 2237518 h 2495550"/>
                <a:gd name="connsiteX7608" fmla="*/ 1907858 w 3219450"/>
                <a:gd name="connsiteY7608" fmla="*/ 2239423 h 2495550"/>
                <a:gd name="connsiteX7609" fmla="*/ 1908239 w 3219450"/>
                <a:gd name="connsiteY7609" fmla="*/ 2239423 h 2495550"/>
                <a:gd name="connsiteX7610" fmla="*/ 1909001 w 3219450"/>
                <a:gd name="connsiteY7610" fmla="*/ 2237137 h 2495550"/>
                <a:gd name="connsiteX7611" fmla="*/ 1909382 w 3219450"/>
                <a:gd name="connsiteY7611" fmla="*/ 2237137 h 2495550"/>
                <a:gd name="connsiteX7612" fmla="*/ 1909191 w 3219450"/>
                <a:gd name="connsiteY7612" fmla="*/ 2237994 h 2495550"/>
                <a:gd name="connsiteX7613" fmla="*/ 1909096 w 3219450"/>
                <a:gd name="connsiteY7613" fmla="*/ 2239328 h 2495550"/>
                <a:gd name="connsiteX7614" fmla="*/ 1909001 w 3219450"/>
                <a:gd name="connsiteY7614" fmla="*/ 2239899 h 2495550"/>
                <a:gd name="connsiteX7615" fmla="*/ 1908810 w 3219450"/>
                <a:gd name="connsiteY7615" fmla="*/ 2240090 h 2495550"/>
                <a:gd name="connsiteX7616" fmla="*/ 1908524 w 3219450"/>
                <a:gd name="connsiteY7616" fmla="*/ 2240090 h 2495550"/>
                <a:gd name="connsiteX7617" fmla="*/ 1908239 w 3219450"/>
                <a:gd name="connsiteY7617" fmla="*/ 2240185 h 2495550"/>
                <a:gd name="connsiteX7618" fmla="*/ 1907953 w 3219450"/>
                <a:gd name="connsiteY7618" fmla="*/ 2240661 h 2495550"/>
                <a:gd name="connsiteX7619" fmla="*/ 1907858 w 3219450"/>
                <a:gd name="connsiteY7619" fmla="*/ 2241233 h 2495550"/>
                <a:gd name="connsiteX7620" fmla="*/ 1907953 w 3219450"/>
                <a:gd name="connsiteY7620" fmla="*/ 2241614 h 2495550"/>
                <a:gd name="connsiteX7621" fmla="*/ 1908239 w 3219450"/>
                <a:gd name="connsiteY7621" fmla="*/ 2241899 h 2495550"/>
                <a:gd name="connsiteX7622" fmla="*/ 1908620 w 3219450"/>
                <a:gd name="connsiteY7622" fmla="*/ 2242185 h 2495550"/>
                <a:gd name="connsiteX7623" fmla="*/ 1909382 w 3219450"/>
                <a:gd name="connsiteY7623" fmla="*/ 2242471 h 2495550"/>
                <a:gd name="connsiteX7624" fmla="*/ 1911096 w 3219450"/>
                <a:gd name="connsiteY7624" fmla="*/ 2242661 h 2495550"/>
                <a:gd name="connsiteX7625" fmla="*/ 1911763 w 3219450"/>
                <a:gd name="connsiteY7625" fmla="*/ 2242947 h 2495550"/>
                <a:gd name="connsiteX7626" fmla="*/ 1912144 w 3219450"/>
                <a:gd name="connsiteY7626" fmla="*/ 2243423 h 2495550"/>
                <a:gd name="connsiteX7627" fmla="*/ 1912525 w 3219450"/>
                <a:gd name="connsiteY7627" fmla="*/ 2244185 h 2495550"/>
                <a:gd name="connsiteX7628" fmla="*/ 1912811 w 3219450"/>
                <a:gd name="connsiteY7628" fmla="*/ 2244947 h 2495550"/>
                <a:gd name="connsiteX7629" fmla="*/ 1912906 w 3219450"/>
                <a:gd name="connsiteY7629" fmla="*/ 2245614 h 2495550"/>
                <a:gd name="connsiteX7630" fmla="*/ 1913382 w 3219450"/>
                <a:gd name="connsiteY7630" fmla="*/ 2245043 h 2495550"/>
                <a:gd name="connsiteX7631" fmla="*/ 1913573 w 3219450"/>
                <a:gd name="connsiteY7631" fmla="*/ 2244090 h 2495550"/>
                <a:gd name="connsiteX7632" fmla="*/ 1913573 w 3219450"/>
                <a:gd name="connsiteY7632" fmla="*/ 2242185 h 2495550"/>
                <a:gd name="connsiteX7633" fmla="*/ 1913954 w 3219450"/>
                <a:gd name="connsiteY7633" fmla="*/ 2243138 h 2495550"/>
                <a:gd name="connsiteX7634" fmla="*/ 1914049 w 3219450"/>
                <a:gd name="connsiteY7634" fmla="*/ 2243995 h 2495550"/>
                <a:gd name="connsiteX7635" fmla="*/ 1914239 w 3219450"/>
                <a:gd name="connsiteY7635" fmla="*/ 2244757 h 2495550"/>
                <a:gd name="connsiteX7636" fmla="*/ 1915001 w 3219450"/>
                <a:gd name="connsiteY7636" fmla="*/ 2245233 h 2495550"/>
                <a:gd name="connsiteX7637" fmla="*/ 1915001 w 3219450"/>
                <a:gd name="connsiteY7637" fmla="*/ 2244757 h 2495550"/>
                <a:gd name="connsiteX7638" fmla="*/ 1915097 w 3219450"/>
                <a:gd name="connsiteY7638" fmla="*/ 2244376 h 2495550"/>
                <a:gd name="connsiteX7639" fmla="*/ 1915192 w 3219450"/>
                <a:gd name="connsiteY7639" fmla="*/ 2244090 h 2495550"/>
                <a:gd name="connsiteX7640" fmla="*/ 1915287 w 3219450"/>
                <a:gd name="connsiteY7640" fmla="*/ 2243709 h 2495550"/>
                <a:gd name="connsiteX7641" fmla="*/ 1915668 w 3219450"/>
                <a:gd name="connsiteY7641" fmla="*/ 2244471 h 2495550"/>
                <a:gd name="connsiteX7642" fmla="*/ 1916335 w 3219450"/>
                <a:gd name="connsiteY7642" fmla="*/ 2245138 h 2495550"/>
                <a:gd name="connsiteX7643" fmla="*/ 1917668 w 3219450"/>
                <a:gd name="connsiteY7643" fmla="*/ 2246186 h 2495550"/>
                <a:gd name="connsiteX7644" fmla="*/ 1917954 w 3219450"/>
                <a:gd name="connsiteY7644" fmla="*/ 2247043 h 2495550"/>
                <a:gd name="connsiteX7645" fmla="*/ 1917478 w 3219450"/>
                <a:gd name="connsiteY7645" fmla="*/ 2247995 h 2495550"/>
                <a:gd name="connsiteX7646" fmla="*/ 1916716 w 3219450"/>
                <a:gd name="connsiteY7646" fmla="*/ 2248948 h 2495550"/>
                <a:gd name="connsiteX7647" fmla="*/ 1916335 w 3219450"/>
                <a:gd name="connsiteY7647" fmla="*/ 2249710 h 2495550"/>
                <a:gd name="connsiteX7648" fmla="*/ 1916144 w 3219450"/>
                <a:gd name="connsiteY7648" fmla="*/ 2250853 h 2495550"/>
                <a:gd name="connsiteX7649" fmla="*/ 1915763 w 3219450"/>
                <a:gd name="connsiteY7649" fmla="*/ 2250662 h 2495550"/>
                <a:gd name="connsiteX7650" fmla="*/ 1914906 w 3219450"/>
                <a:gd name="connsiteY7650" fmla="*/ 2249043 h 2495550"/>
                <a:gd name="connsiteX7651" fmla="*/ 1914239 w 3219450"/>
                <a:gd name="connsiteY7651" fmla="*/ 2248281 h 2495550"/>
                <a:gd name="connsiteX7652" fmla="*/ 1912620 w 3219450"/>
                <a:gd name="connsiteY7652" fmla="*/ 2247043 h 2495550"/>
                <a:gd name="connsiteX7653" fmla="*/ 1912049 w 3219450"/>
                <a:gd name="connsiteY7653" fmla="*/ 2246376 h 2495550"/>
                <a:gd name="connsiteX7654" fmla="*/ 1911668 w 3219450"/>
                <a:gd name="connsiteY7654" fmla="*/ 2246376 h 2495550"/>
                <a:gd name="connsiteX7655" fmla="*/ 1911572 w 3219450"/>
                <a:gd name="connsiteY7655" fmla="*/ 2246948 h 2495550"/>
                <a:gd name="connsiteX7656" fmla="*/ 1911287 w 3219450"/>
                <a:gd name="connsiteY7656" fmla="*/ 2247329 h 2495550"/>
                <a:gd name="connsiteX7657" fmla="*/ 1910810 w 3219450"/>
                <a:gd name="connsiteY7657" fmla="*/ 2247519 h 2495550"/>
                <a:gd name="connsiteX7658" fmla="*/ 1910144 w 3219450"/>
                <a:gd name="connsiteY7658" fmla="*/ 2247519 h 2495550"/>
                <a:gd name="connsiteX7659" fmla="*/ 1909953 w 3219450"/>
                <a:gd name="connsiteY7659" fmla="*/ 2247710 h 2495550"/>
                <a:gd name="connsiteX7660" fmla="*/ 1911382 w 3219450"/>
                <a:gd name="connsiteY7660" fmla="*/ 2249043 h 2495550"/>
                <a:gd name="connsiteX7661" fmla="*/ 1910525 w 3219450"/>
                <a:gd name="connsiteY7661" fmla="*/ 2249424 h 2495550"/>
                <a:gd name="connsiteX7662" fmla="*/ 1911096 w 3219450"/>
                <a:gd name="connsiteY7662" fmla="*/ 2249996 h 2495550"/>
                <a:gd name="connsiteX7663" fmla="*/ 1912715 w 3219450"/>
                <a:gd name="connsiteY7663" fmla="*/ 2250758 h 2495550"/>
                <a:gd name="connsiteX7664" fmla="*/ 1912811 w 3219450"/>
                <a:gd name="connsiteY7664" fmla="*/ 2251329 h 2495550"/>
                <a:gd name="connsiteX7665" fmla="*/ 1913287 w 3219450"/>
                <a:gd name="connsiteY7665" fmla="*/ 2252186 h 2495550"/>
                <a:gd name="connsiteX7666" fmla="*/ 1913382 w 3219450"/>
                <a:gd name="connsiteY7666" fmla="*/ 2252663 h 2495550"/>
                <a:gd name="connsiteX7667" fmla="*/ 1913287 w 3219450"/>
                <a:gd name="connsiteY7667" fmla="*/ 2253996 h 2495550"/>
                <a:gd name="connsiteX7668" fmla="*/ 1913001 w 3219450"/>
                <a:gd name="connsiteY7668" fmla="*/ 2255139 h 2495550"/>
                <a:gd name="connsiteX7669" fmla="*/ 1912906 w 3219450"/>
                <a:gd name="connsiteY7669" fmla="*/ 2255330 h 2495550"/>
                <a:gd name="connsiteX7670" fmla="*/ 1912715 w 3219450"/>
                <a:gd name="connsiteY7670" fmla="*/ 2255901 h 2495550"/>
                <a:gd name="connsiteX7671" fmla="*/ 1912525 w 3219450"/>
                <a:gd name="connsiteY7671" fmla="*/ 2256568 h 2495550"/>
                <a:gd name="connsiteX7672" fmla="*/ 1912715 w 3219450"/>
                <a:gd name="connsiteY7672" fmla="*/ 2257044 h 2495550"/>
                <a:gd name="connsiteX7673" fmla="*/ 1913096 w 3219450"/>
                <a:gd name="connsiteY7673" fmla="*/ 2257139 h 2495550"/>
                <a:gd name="connsiteX7674" fmla="*/ 1913573 w 3219450"/>
                <a:gd name="connsiteY7674" fmla="*/ 2256758 h 2495550"/>
                <a:gd name="connsiteX7675" fmla="*/ 1913954 w 3219450"/>
                <a:gd name="connsiteY7675" fmla="*/ 2256377 h 2495550"/>
                <a:gd name="connsiteX7676" fmla="*/ 1914144 w 3219450"/>
                <a:gd name="connsiteY7676" fmla="*/ 2256187 h 2495550"/>
                <a:gd name="connsiteX7677" fmla="*/ 1914525 w 3219450"/>
                <a:gd name="connsiteY7677" fmla="*/ 2255330 h 2495550"/>
                <a:gd name="connsiteX7678" fmla="*/ 1915287 w 3219450"/>
                <a:gd name="connsiteY7678" fmla="*/ 2254853 h 2495550"/>
                <a:gd name="connsiteX7679" fmla="*/ 1916716 w 3219450"/>
                <a:gd name="connsiteY7679" fmla="*/ 2254568 h 2495550"/>
                <a:gd name="connsiteX7680" fmla="*/ 1916716 w 3219450"/>
                <a:gd name="connsiteY7680" fmla="*/ 2254663 h 2495550"/>
                <a:gd name="connsiteX7681" fmla="*/ 1916906 w 3219450"/>
                <a:gd name="connsiteY7681" fmla="*/ 2254758 h 2495550"/>
                <a:gd name="connsiteX7682" fmla="*/ 1917192 w 3219450"/>
                <a:gd name="connsiteY7682" fmla="*/ 2254853 h 2495550"/>
                <a:gd name="connsiteX7683" fmla="*/ 1917478 w 3219450"/>
                <a:gd name="connsiteY7683" fmla="*/ 2254853 h 2495550"/>
                <a:gd name="connsiteX7684" fmla="*/ 1917764 w 3219450"/>
                <a:gd name="connsiteY7684" fmla="*/ 2254663 h 2495550"/>
                <a:gd name="connsiteX7685" fmla="*/ 1918240 w 3219450"/>
                <a:gd name="connsiteY7685" fmla="*/ 2253901 h 2495550"/>
                <a:gd name="connsiteX7686" fmla="*/ 1918526 w 3219450"/>
                <a:gd name="connsiteY7686" fmla="*/ 2253710 h 2495550"/>
                <a:gd name="connsiteX7687" fmla="*/ 1919097 w 3219450"/>
                <a:gd name="connsiteY7687" fmla="*/ 2253710 h 2495550"/>
                <a:gd name="connsiteX7688" fmla="*/ 1919669 w 3219450"/>
                <a:gd name="connsiteY7688" fmla="*/ 2253806 h 2495550"/>
                <a:gd name="connsiteX7689" fmla="*/ 1920145 w 3219450"/>
                <a:gd name="connsiteY7689" fmla="*/ 2253996 h 2495550"/>
                <a:gd name="connsiteX7690" fmla="*/ 1920335 w 3219450"/>
                <a:gd name="connsiteY7690" fmla="*/ 2254377 h 2495550"/>
                <a:gd name="connsiteX7691" fmla="*/ 1920431 w 3219450"/>
                <a:gd name="connsiteY7691" fmla="*/ 2254758 h 2495550"/>
                <a:gd name="connsiteX7692" fmla="*/ 1920716 w 3219450"/>
                <a:gd name="connsiteY7692" fmla="*/ 2255044 h 2495550"/>
                <a:gd name="connsiteX7693" fmla="*/ 1921097 w 3219450"/>
                <a:gd name="connsiteY7693" fmla="*/ 2255234 h 2495550"/>
                <a:gd name="connsiteX7694" fmla="*/ 1921478 w 3219450"/>
                <a:gd name="connsiteY7694" fmla="*/ 2255330 h 2495550"/>
                <a:gd name="connsiteX7695" fmla="*/ 1921859 w 3219450"/>
                <a:gd name="connsiteY7695" fmla="*/ 2255520 h 2495550"/>
                <a:gd name="connsiteX7696" fmla="*/ 1922717 w 3219450"/>
                <a:gd name="connsiteY7696" fmla="*/ 2256473 h 2495550"/>
                <a:gd name="connsiteX7697" fmla="*/ 1923669 w 3219450"/>
                <a:gd name="connsiteY7697" fmla="*/ 2256758 h 2495550"/>
                <a:gd name="connsiteX7698" fmla="*/ 1926812 w 3219450"/>
                <a:gd name="connsiteY7698" fmla="*/ 2256473 h 2495550"/>
                <a:gd name="connsiteX7699" fmla="*/ 1927003 w 3219450"/>
                <a:gd name="connsiteY7699" fmla="*/ 2256282 h 2495550"/>
                <a:gd name="connsiteX7700" fmla="*/ 1927098 w 3219450"/>
                <a:gd name="connsiteY7700" fmla="*/ 2255901 h 2495550"/>
                <a:gd name="connsiteX7701" fmla="*/ 1927289 w 3219450"/>
                <a:gd name="connsiteY7701" fmla="*/ 2255520 h 2495550"/>
                <a:gd name="connsiteX7702" fmla="*/ 1927860 w 3219450"/>
                <a:gd name="connsiteY7702" fmla="*/ 2255330 h 2495550"/>
                <a:gd name="connsiteX7703" fmla="*/ 1929384 w 3219450"/>
                <a:gd name="connsiteY7703" fmla="*/ 2255234 h 2495550"/>
                <a:gd name="connsiteX7704" fmla="*/ 1929860 w 3219450"/>
                <a:gd name="connsiteY7704" fmla="*/ 2255330 h 2495550"/>
                <a:gd name="connsiteX7705" fmla="*/ 1930432 w 3219450"/>
                <a:gd name="connsiteY7705" fmla="*/ 2255520 h 2495550"/>
                <a:gd name="connsiteX7706" fmla="*/ 1930908 w 3219450"/>
                <a:gd name="connsiteY7706" fmla="*/ 2255806 h 2495550"/>
                <a:gd name="connsiteX7707" fmla="*/ 1931670 w 3219450"/>
                <a:gd name="connsiteY7707" fmla="*/ 2256473 h 2495550"/>
                <a:gd name="connsiteX7708" fmla="*/ 1932432 w 3219450"/>
                <a:gd name="connsiteY7708" fmla="*/ 2255901 h 2495550"/>
                <a:gd name="connsiteX7709" fmla="*/ 1933766 w 3219450"/>
                <a:gd name="connsiteY7709" fmla="*/ 2255520 h 2495550"/>
                <a:gd name="connsiteX7710" fmla="*/ 1935099 w 3219450"/>
                <a:gd name="connsiteY7710" fmla="*/ 2254949 h 2495550"/>
                <a:gd name="connsiteX7711" fmla="*/ 1935671 w 3219450"/>
                <a:gd name="connsiteY7711" fmla="*/ 2253901 h 2495550"/>
                <a:gd name="connsiteX7712" fmla="*/ 1936052 w 3219450"/>
                <a:gd name="connsiteY7712" fmla="*/ 2253520 h 2495550"/>
                <a:gd name="connsiteX7713" fmla="*/ 1936814 w 3219450"/>
                <a:gd name="connsiteY7713" fmla="*/ 2253520 h 2495550"/>
                <a:gd name="connsiteX7714" fmla="*/ 1938052 w 3219450"/>
                <a:gd name="connsiteY7714" fmla="*/ 2253806 h 2495550"/>
                <a:gd name="connsiteX7715" fmla="*/ 1938433 w 3219450"/>
                <a:gd name="connsiteY7715" fmla="*/ 2253520 h 2495550"/>
                <a:gd name="connsiteX7716" fmla="*/ 1941195 w 3219450"/>
                <a:gd name="connsiteY7716" fmla="*/ 2250281 h 2495550"/>
                <a:gd name="connsiteX7717" fmla="*/ 1942052 w 3219450"/>
                <a:gd name="connsiteY7717" fmla="*/ 2248281 h 2495550"/>
                <a:gd name="connsiteX7718" fmla="*/ 1942433 w 3219450"/>
                <a:gd name="connsiteY7718" fmla="*/ 2247995 h 2495550"/>
                <a:gd name="connsiteX7719" fmla="*/ 1943481 w 3219450"/>
                <a:gd name="connsiteY7719" fmla="*/ 2247424 h 2495550"/>
                <a:gd name="connsiteX7720" fmla="*/ 1944148 w 3219450"/>
                <a:gd name="connsiteY7720" fmla="*/ 2246186 h 2495550"/>
                <a:gd name="connsiteX7721" fmla="*/ 1945101 w 3219450"/>
                <a:gd name="connsiteY7721" fmla="*/ 2243709 h 2495550"/>
                <a:gd name="connsiteX7722" fmla="*/ 1943862 w 3219450"/>
                <a:gd name="connsiteY7722" fmla="*/ 2240947 h 2495550"/>
                <a:gd name="connsiteX7723" fmla="*/ 1943005 w 3219450"/>
                <a:gd name="connsiteY7723" fmla="*/ 2239518 h 2495550"/>
                <a:gd name="connsiteX7724" fmla="*/ 1942148 w 3219450"/>
                <a:gd name="connsiteY7724" fmla="*/ 2238661 h 2495550"/>
                <a:gd name="connsiteX7725" fmla="*/ 1941862 w 3219450"/>
                <a:gd name="connsiteY7725" fmla="*/ 2238661 h 2495550"/>
                <a:gd name="connsiteX7726" fmla="*/ 1941100 w 3219450"/>
                <a:gd name="connsiteY7726" fmla="*/ 2238756 h 2495550"/>
                <a:gd name="connsiteX7727" fmla="*/ 1940814 w 3219450"/>
                <a:gd name="connsiteY7727" fmla="*/ 2238756 h 2495550"/>
                <a:gd name="connsiteX7728" fmla="*/ 1940338 w 3219450"/>
                <a:gd name="connsiteY7728" fmla="*/ 2238566 h 2495550"/>
                <a:gd name="connsiteX7729" fmla="*/ 1939385 w 3219450"/>
                <a:gd name="connsiteY7729" fmla="*/ 2238089 h 2495550"/>
                <a:gd name="connsiteX7730" fmla="*/ 1938528 w 3219450"/>
                <a:gd name="connsiteY7730" fmla="*/ 2237804 h 2495550"/>
                <a:gd name="connsiteX7731" fmla="*/ 1937957 w 3219450"/>
                <a:gd name="connsiteY7731" fmla="*/ 2237232 h 2495550"/>
                <a:gd name="connsiteX7732" fmla="*/ 1937671 w 3219450"/>
                <a:gd name="connsiteY7732" fmla="*/ 2236565 h 2495550"/>
                <a:gd name="connsiteX7733" fmla="*/ 1937957 w 3219450"/>
                <a:gd name="connsiteY7733" fmla="*/ 2235994 h 2495550"/>
                <a:gd name="connsiteX7734" fmla="*/ 1937576 w 3219450"/>
                <a:gd name="connsiteY7734" fmla="*/ 2235422 h 2495550"/>
                <a:gd name="connsiteX7735" fmla="*/ 1937099 w 3219450"/>
                <a:gd name="connsiteY7735" fmla="*/ 2234946 h 2495550"/>
                <a:gd name="connsiteX7736" fmla="*/ 1936623 w 3219450"/>
                <a:gd name="connsiteY7736" fmla="*/ 2234946 h 2495550"/>
                <a:gd name="connsiteX7737" fmla="*/ 1936147 w 3219450"/>
                <a:gd name="connsiteY7737" fmla="*/ 2235613 h 2495550"/>
                <a:gd name="connsiteX7738" fmla="*/ 1936147 w 3219450"/>
                <a:gd name="connsiteY7738" fmla="*/ 2234470 h 2495550"/>
                <a:gd name="connsiteX7739" fmla="*/ 1935576 w 3219450"/>
                <a:gd name="connsiteY7739" fmla="*/ 2234851 h 2495550"/>
                <a:gd name="connsiteX7740" fmla="*/ 1934909 w 3219450"/>
                <a:gd name="connsiteY7740" fmla="*/ 2235137 h 2495550"/>
                <a:gd name="connsiteX7741" fmla="*/ 1934242 w 3219450"/>
                <a:gd name="connsiteY7741" fmla="*/ 2235137 h 2495550"/>
                <a:gd name="connsiteX7742" fmla="*/ 1933670 w 3219450"/>
                <a:gd name="connsiteY7742" fmla="*/ 2234851 h 2495550"/>
                <a:gd name="connsiteX7743" fmla="*/ 1934147 w 3219450"/>
                <a:gd name="connsiteY7743" fmla="*/ 2234470 h 2495550"/>
                <a:gd name="connsiteX7744" fmla="*/ 1934432 w 3219450"/>
                <a:gd name="connsiteY7744" fmla="*/ 2233898 h 2495550"/>
                <a:gd name="connsiteX7745" fmla="*/ 1934528 w 3219450"/>
                <a:gd name="connsiteY7745" fmla="*/ 2233232 h 2495550"/>
                <a:gd name="connsiteX7746" fmla="*/ 1934432 w 3219450"/>
                <a:gd name="connsiteY7746" fmla="*/ 2232470 h 2495550"/>
                <a:gd name="connsiteX7747" fmla="*/ 1934051 w 3219450"/>
                <a:gd name="connsiteY7747" fmla="*/ 2232470 h 2495550"/>
                <a:gd name="connsiteX7748" fmla="*/ 1933861 w 3219450"/>
                <a:gd name="connsiteY7748" fmla="*/ 2232851 h 2495550"/>
                <a:gd name="connsiteX7749" fmla="*/ 1933670 w 3219450"/>
                <a:gd name="connsiteY7749" fmla="*/ 2233136 h 2495550"/>
                <a:gd name="connsiteX7750" fmla="*/ 1933385 w 3219450"/>
                <a:gd name="connsiteY7750" fmla="*/ 2233422 h 2495550"/>
                <a:gd name="connsiteX7751" fmla="*/ 1933004 w 3219450"/>
                <a:gd name="connsiteY7751" fmla="*/ 2233613 h 2495550"/>
                <a:gd name="connsiteX7752" fmla="*/ 1933385 w 3219450"/>
                <a:gd name="connsiteY7752" fmla="*/ 2232089 h 2495550"/>
                <a:gd name="connsiteX7753" fmla="*/ 1934432 w 3219450"/>
                <a:gd name="connsiteY7753" fmla="*/ 2230755 h 2495550"/>
                <a:gd name="connsiteX7754" fmla="*/ 1934813 w 3219450"/>
                <a:gd name="connsiteY7754" fmla="*/ 2229707 h 2495550"/>
                <a:gd name="connsiteX7755" fmla="*/ 1933194 w 3219450"/>
                <a:gd name="connsiteY7755" fmla="*/ 2228945 h 2495550"/>
                <a:gd name="connsiteX7756" fmla="*/ 1933194 w 3219450"/>
                <a:gd name="connsiteY7756" fmla="*/ 2228660 h 2495550"/>
                <a:gd name="connsiteX7757" fmla="*/ 1933194 w 3219450"/>
                <a:gd name="connsiteY7757" fmla="*/ 2228564 h 2495550"/>
                <a:gd name="connsiteX7758" fmla="*/ 1933289 w 3219450"/>
                <a:gd name="connsiteY7758" fmla="*/ 2228564 h 2495550"/>
                <a:gd name="connsiteX7759" fmla="*/ 1933480 w 3219450"/>
                <a:gd name="connsiteY7759" fmla="*/ 2228469 h 2495550"/>
                <a:gd name="connsiteX7760" fmla="*/ 1933099 w 3219450"/>
                <a:gd name="connsiteY7760" fmla="*/ 2228088 h 2495550"/>
                <a:gd name="connsiteX7761" fmla="*/ 1933861 w 3219450"/>
                <a:gd name="connsiteY7761" fmla="*/ 2227707 h 2495550"/>
                <a:gd name="connsiteX7762" fmla="*/ 1934337 w 3219450"/>
                <a:gd name="connsiteY7762" fmla="*/ 2227231 h 2495550"/>
                <a:gd name="connsiteX7763" fmla="*/ 1934337 w 3219450"/>
                <a:gd name="connsiteY7763" fmla="*/ 2226659 h 2495550"/>
                <a:gd name="connsiteX7764" fmla="*/ 1933766 w 3219450"/>
                <a:gd name="connsiteY7764" fmla="*/ 2225802 h 2495550"/>
                <a:gd name="connsiteX7765" fmla="*/ 1934147 w 3219450"/>
                <a:gd name="connsiteY7765" fmla="*/ 2225516 h 2495550"/>
                <a:gd name="connsiteX7766" fmla="*/ 1934432 w 3219450"/>
                <a:gd name="connsiteY7766" fmla="*/ 2225135 h 2495550"/>
                <a:gd name="connsiteX7767" fmla="*/ 1934813 w 3219450"/>
                <a:gd name="connsiteY7767" fmla="*/ 2224278 h 2495550"/>
                <a:gd name="connsiteX7768" fmla="*/ 1935194 w 3219450"/>
                <a:gd name="connsiteY7768" fmla="*/ 2225326 h 2495550"/>
                <a:gd name="connsiteX7769" fmla="*/ 1935194 w 3219450"/>
                <a:gd name="connsiteY7769" fmla="*/ 2227612 h 2495550"/>
                <a:gd name="connsiteX7770" fmla="*/ 1935289 w 3219450"/>
                <a:gd name="connsiteY7770" fmla="*/ 2228469 h 2495550"/>
                <a:gd name="connsiteX7771" fmla="*/ 1935671 w 3219450"/>
                <a:gd name="connsiteY7771" fmla="*/ 2229231 h 2495550"/>
                <a:gd name="connsiteX7772" fmla="*/ 1936337 w 3219450"/>
                <a:gd name="connsiteY7772" fmla="*/ 2229898 h 2495550"/>
                <a:gd name="connsiteX7773" fmla="*/ 1937099 w 3219450"/>
                <a:gd name="connsiteY7773" fmla="*/ 2230279 h 2495550"/>
                <a:gd name="connsiteX7774" fmla="*/ 1937766 w 3219450"/>
                <a:gd name="connsiteY7774" fmla="*/ 2229993 h 2495550"/>
                <a:gd name="connsiteX7775" fmla="*/ 1938433 w 3219450"/>
                <a:gd name="connsiteY7775" fmla="*/ 2228183 h 2495550"/>
                <a:gd name="connsiteX7776" fmla="*/ 1938052 w 3219450"/>
                <a:gd name="connsiteY7776" fmla="*/ 2225993 h 2495550"/>
                <a:gd name="connsiteX7777" fmla="*/ 1937195 w 3219450"/>
                <a:gd name="connsiteY7777" fmla="*/ 2223992 h 2495550"/>
                <a:gd name="connsiteX7778" fmla="*/ 1936242 w 3219450"/>
                <a:gd name="connsiteY7778" fmla="*/ 2222754 h 2495550"/>
                <a:gd name="connsiteX7779" fmla="*/ 1936052 w 3219450"/>
                <a:gd name="connsiteY7779" fmla="*/ 2223326 h 2495550"/>
                <a:gd name="connsiteX7780" fmla="*/ 1935766 w 3219450"/>
                <a:gd name="connsiteY7780" fmla="*/ 2223516 h 2495550"/>
                <a:gd name="connsiteX7781" fmla="*/ 1935480 w 3219450"/>
                <a:gd name="connsiteY7781" fmla="*/ 2223326 h 2495550"/>
                <a:gd name="connsiteX7782" fmla="*/ 1935099 w 3219450"/>
                <a:gd name="connsiteY7782" fmla="*/ 2222849 h 2495550"/>
                <a:gd name="connsiteX7783" fmla="*/ 1934718 w 3219450"/>
                <a:gd name="connsiteY7783" fmla="*/ 2223230 h 2495550"/>
                <a:gd name="connsiteX7784" fmla="*/ 1934432 w 3219450"/>
                <a:gd name="connsiteY7784" fmla="*/ 2222278 h 2495550"/>
                <a:gd name="connsiteX7785" fmla="*/ 1933575 w 3219450"/>
                <a:gd name="connsiteY7785" fmla="*/ 2222183 h 2495550"/>
                <a:gd name="connsiteX7786" fmla="*/ 1932623 w 3219450"/>
                <a:gd name="connsiteY7786" fmla="*/ 2222659 h 2495550"/>
                <a:gd name="connsiteX7787" fmla="*/ 1931861 w 3219450"/>
                <a:gd name="connsiteY7787" fmla="*/ 2223230 h 2495550"/>
                <a:gd name="connsiteX7788" fmla="*/ 1927860 w 3219450"/>
                <a:gd name="connsiteY7788" fmla="*/ 2223326 h 2495550"/>
                <a:gd name="connsiteX7789" fmla="*/ 1926812 w 3219450"/>
                <a:gd name="connsiteY7789" fmla="*/ 2223611 h 2495550"/>
                <a:gd name="connsiteX7790" fmla="*/ 1926812 w 3219450"/>
                <a:gd name="connsiteY7790" fmla="*/ 2222849 h 2495550"/>
                <a:gd name="connsiteX7791" fmla="*/ 1926431 w 3219450"/>
                <a:gd name="connsiteY7791" fmla="*/ 2223040 h 2495550"/>
                <a:gd name="connsiteX7792" fmla="*/ 1926241 w 3219450"/>
                <a:gd name="connsiteY7792" fmla="*/ 2223040 h 2495550"/>
                <a:gd name="connsiteX7793" fmla="*/ 1926146 w 3219450"/>
                <a:gd name="connsiteY7793" fmla="*/ 2222945 h 2495550"/>
                <a:gd name="connsiteX7794" fmla="*/ 1925764 w 3219450"/>
                <a:gd name="connsiteY7794" fmla="*/ 2222849 h 2495550"/>
                <a:gd name="connsiteX7795" fmla="*/ 1925669 w 3219450"/>
                <a:gd name="connsiteY7795" fmla="*/ 2223040 h 2495550"/>
                <a:gd name="connsiteX7796" fmla="*/ 1925669 w 3219450"/>
                <a:gd name="connsiteY7796" fmla="*/ 2223135 h 2495550"/>
                <a:gd name="connsiteX7797" fmla="*/ 1925669 w 3219450"/>
                <a:gd name="connsiteY7797" fmla="*/ 2223230 h 2495550"/>
                <a:gd name="connsiteX7798" fmla="*/ 1925384 w 3219450"/>
                <a:gd name="connsiteY7798" fmla="*/ 2223230 h 2495550"/>
                <a:gd name="connsiteX7799" fmla="*/ 1925384 w 3219450"/>
                <a:gd name="connsiteY7799" fmla="*/ 2222945 h 2495550"/>
                <a:gd name="connsiteX7800" fmla="*/ 1925288 w 3219450"/>
                <a:gd name="connsiteY7800" fmla="*/ 2222849 h 2495550"/>
                <a:gd name="connsiteX7801" fmla="*/ 1925193 w 3219450"/>
                <a:gd name="connsiteY7801" fmla="*/ 2222849 h 2495550"/>
                <a:gd name="connsiteX7802" fmla="*/ 1925003 w 3219450"/>
                <a:gd name="connsiteY7802" fmla="*/ 2222754 h 2495550"/>
                <a:gd name="connsiteX7803" fmla="*/ 1925193 w 3219450"/>
                <a:gd name="connsiteY7803" fmla="*/ 2222278 h 2495550"/>
                <a:gd name="connsiteX7804" fmla="*/ 1925288 w 3219450"/>
                <a:gd name="connsiteY7804" fmla="*/ 2221992 h 2495550"/>
                <a:gd name="connsiteX7805" fmla="*/ 1925193 w 3219450"/>
                <a:gd name="connsiteY7805" fmla="*/ 2221706 h 2495550"/>
                <a:gd name="connsiteX7806" fmla="*/ 1925003 w 3219450"/>
                <a:gd name="connsiteY7806" fmla="*/ 2221230 h 2495550"/>
                <a:gd name="connsiteX7807" fmla="*/ 1925384 w 3219450"/>
                <a:gd name="connsiteY7807" fmla="*/ 2221230 h 2495550"/>
                <a:gd name="connsiteX7808" fmla="*/ 1925574 w 3219450"/>
                <a:gd name="connsiteY7808" fmla="*/ 2221421 h 2495550"/>
                <a:gd name="connsiteX7809" fmla="*/ 1926051 w 3219450"/>
                <a:gd name="connsiteY7809" fmla="*/ 2221992 h 2495550"/>
                <a:gd name="connsiteX7810" fmla="*/ 1925764 w 3219450"/>
                <a:gd name="connsiteY7810" fmla="*/ 2221135 h 2495550"/>
                <a:gd name="connsiteX7811" fmla="*/ 1924812 w 3219450"/>
                <a:gd name="connsiteY7811" fmla="*/ 2219516 h 2495550"/>
                <a:gd name="connsiteX7812" fmla="*/ 1924526 w 3219450"/>
                <a:gd name="connsiteY7812" fmla="*/ 2218563 h 2495550"/>
                <a:gd name="connsiteX7813" fmla="*/ 1924622 w 3219450"/>
                <a:gd name="connsiteY7813" fmla="*/ 2217515 h 2495550"/>
                <a:gd name="connsiteX7814" fmla="*/ 1924812 w 3219450"/>
                <a:gd name="connsiteY7814" fmla="*/ 2216468 h 2495550"/>
                <a:gd name="connsiteX7815" fmla="*/ 1924812 w 3219450"/>
                <a:gd name="connsiteY7815" fmla="*/ 2215610 h 2495550"/>
                <a:gd name="connsiteX7816" fmla="*/ 1924241 w 3219450"/>
                <a:gd name="connsiteY7816" fmla="*/ 2215134 h 2495550"/>
                <a:gd name="connsiteX7817" fmla="*/ 1924241 w 3219450"/>
                <a:gd name="connsiteY7817" fmla="*/ 2214753 h 2495550"/>
                <a:gd name="connsiteX7818" fmla="*/ 1925003 w 3219450"/>
                <a:gd name="connsiteY7818" fmla="*/ 2215134 h 2495550"/>
                <a:gd name="connsiteX7819" fmla="*/ 1926146 w 3219450"/>
                <a:gd name="connsiteY7819" fmla="*/ 2213229 h 2495550"/>
                <a:gd name="connsiteX7820" fmla="*/ 1926431 w 3219450"/>
                <a:gd name="connsiteY7820" fmla="*/ 2212467 h 2495550"/>
                <a:gd name="connsiteX7821" fmla="*/ 1926812 w 3219450"/>
                <a:gd name="connsiteY7821" fmla="*/ 2211038 h 2495550"/>
                <a:gd name="connsiteX7822" fmla="*/ 1927098 w 3219450"/>
                <a:gd name="connsiteY7822" fmla="*/ 2210372 h 2495550"/>
                <a:gd name="connsiteX7823" fmla="*/ 1927574 w 3219450"/>
                <a:gd name="connsiteY7823" fmla="*/ 2209800 h 2495550"/>
                <a:gd name="connsiteX7824" fmla="*/ 1927574 w 3219450"/>
                <a:gd name="connsiteY7824" fmla="*/ 2210657 h 2495550"/>
                <a:gd name="connsiteX7825" fmla="*/ 1927670 w 3219450"/>
                <a:gd name="connsiteY7825" fmla="*/ 2211610 h 2495550"/>
                <a:gd name="connsiteX7826" fmla="*/ 1927955 w 3219450"/>
                <a:gd name="connsiteY7826" fmla="*/ 2212467 h 2495550"/>
                <a:gd name="connsiteX7827" fmla="*/ 1928432 w 3219450"/>
                <a:gd name="connsiteY7827" fmla="*/ 2212848 h 2495550"/>
                <a:gd name="connsiteX7828" fmla="*/ 1928622 w 3219450"/>
                <a:gd name="connsiteY7828" fmla="*/ 2212562 h 2495550"/>
                <a:gd name="connsiteX7829" fmla="*/ 1931099 w 3219450"/>
                <a:gd name="connsiteY7829" fmla="*/ 2209419 h 2495550"/>
                <a:gd name="connsiteX7830" fmla="*/ 1931670 w 3219450"/>
                <a:gd name="connsiteY7830" fmla="*/ 2209038 h 2495550"/>
                <a:gd name="connsiteX7831" fmla="*/ 1933480 w 3219450"/>
                <a:gd name="connsiteY7831" fmla="*/ 2208371 h 2495550"/>
                <a:gd name="connsiteX7832" fmla="*/ 1934432 w 3219450"/>
                <a:gd name="connsiteY7832" fmla="*/ 2207895 h 2495550"/>
                <a:gd name="connsiteX7833" fmla="*/ 1935194 w 3219450"/>
                <a:gd name="connsiteY7833" fmla="*/ 2206943 h 2495550"/>
                <a:gd name="connsiteX7834" fmla="*/ 1936623 w 3219450"/>
                <a:gd name="connsiteY7834" fmla="*/ 2205800 h 2495550"/>
                <a:gd name="connsiteX7835" fmla="*/ 1937195 w 3219450"/>
                <a:gd name="connsiteY7835" fmla="*/ 2205609 h 2495550"/>
                <a:gd name="connsiteX7836" fmla="*/ 1937576 w 3219450"/>
                <a:gd name="connsiteY7836" fmla="*/ 2205323 h 2495550"/>
                <a:gd name="connsiteX7837" fmla="*/ 1937861 w 3219450"/>
                <a:gd name="connsiteY7837" fmla="*/ 2204561 h 2495550"/>
                <a:gd name="connsiteX7838" fmla="*/ 1938052 w 3219450"/>
                <a:gd name="connsiteY7838" fmla="*/ 2203609 h 2495550"/>
                <a:gd name="connsiteX7839" fmla="*/ 1938052 w 3219450"/>
                <a:gd name="connsiteY7839" fmla="*/ 2202752 h 2495550"/>
                <a:gd name="connsiteX7840" fmla="*/ 1938147 w 3219450"/>
                <a:gd name="connsiteY7840" fmla="*/ 2202561 h 2495550"/>
                <a:gd name="connsiteX7841" fmla="*/ 1938338 w 3219450"/>
                <a:gd name="connsiteY7841" fmla="*/ 2202275 h 2495550"/>
                <a:gd name="connsiteX7842" fmla="*/ 1938433 w 3219450"/>
                <a:gd name="connsiteY7842" fmla="*/ 2201894 h 2495550"/>
                <a:gd name="connsiteX7843" fmla="*/ 1938433 w 3219450"/>
                <a:gd name="connsiteY7843" fmla="*/ 2201418 h 2495550"/>
                <a:gd name="connsiteX7844" fmla="*/ 1938338 w 3219450"/>
                <a:gd name="connsiteY7844" fmla="*/ 2201132 h 2495550"/>
                <a:gd name="connsiteX7845" fmla="*/ 1937861 w 3219450"/>
                <a:gd name="connsiteY7845" fmla="*/ 2200751 h 2495550"/>
                <a:gd name="connsiteX7846" fmla="*/ 1937766 w 3219450"/>
                <a:gd name="connsiteY7846" fmla="*/ 2200561 h 2495550"/>
                <a:gd name="connsiteX7847" fmla="*/ 1937576 w 3219450"/>
                <a:gd name="connsiteY7847" fmla="*/ 2199989 h 2495550"/>
                <a:gd name="connsiteX7848" fmla="*/ 1937099 w 3219450"/>
                <a:gd name="connsiteY7848" fmla="*/ 2199418 h 2495550"/>
                <a:gd name="connsiteX7849" fmla="*/ 1936528 w 3219450"/>
                <a:gd name="connsiteY7849" fmla="*/ 2198846 h 2495550"/>
                <a:gd name="connsiteX7850" fmla="*/ 1935956 w 3219450"/>
                <a:gd name="connsiteY7850" fmla="*/ 2198465 h 2495550"/>
                <a:gd name="connsiteX7851" fmla="*/ 1935956 w 3219450"/>
                <a:gd name="connsiteY7851" fmla="*/ 2198084 h 2495550"/>
                <a:gd name="connsiteX7852" fmla="*/ 1936147 w 3219450"/>
                <a:gd name="connsiteY7852" fmla="*/ 2197418 h 2495550"/>
                <a:gd name="connsiteX7853" fmla="*/ 1935671 w 3219450"/>
                <a:gd name="connsiteY7853" fmla="*/ 2196656 h 2495550"/>
                <a:gd name="connsiteX7854" fmla="*/ 1934909 w 3219450"/>
                <a:gd name="connsiteY7854" fmla="*/ 2196084 h 2495550"/>
                <a:gd name="connsiteX7855" fmla="*/ 1934242 w 3219450"/>
                <a:gd name="connsiteY7855" fmla="*/ 2195798 h 2495550"/>
                <a:gd name="connsiteX7856" fmla="*/ 1934242 w 3219450"/>
                <a:gd name="connsiteY7856" fmla="*/ 2195417 h 2495550"/>
                <a:gd name="connsiteX7857" fmla="*/ 1935099 w 3219450"/>
                <a:gd name="connsiteY7857" fmla="*/ 2195608 h 2495550"/>
                <a:gd name="connsiteX7858" fmla="*/ 1936337 w 3219450"/>
                <a:gd name="connsiteY7858" fmla="*/ 2196370 h 2495550"/>
                <a:gd name="connsiteX7859" fmla="*/ 1937099 w 3219450"/>
                <a:gd name="connsiteY7859" fmla="*/ 2196560 h 2495550"/>
                <a:gd name="connsiteX7860" fmla="*/ 1936814 w 3219450"/>
                <a:gd name="connsiteY7860" fmla="*/ 2195798 h 2495550"/>
                <a:gd name="connsiteX7861" fmla="*/ 1937290 w 3219450"/>
                <a:gd name="connsiteY7861" fmla="*/ 2195989 h 2495550"/>
                <a:gd name="connsiteX7862" fmla="*/ 1937480 w 3219450"/>
                <a:gd name="connsiteY7862" fmla="*/ 2196179 h 2495550"/>
                <a:gd name="connsiteX7863" fmla="*/ 1937766 w 3219450"/>
                <a:gd name="connsiteY7863" fmla="*/ 2194179 h 2495550"/>
                <a:gd name="connsiteX7864" fmla="*/ 1936623 w 3219450"/>
                <a:gd name="connsiteY7864" fmla="*/ 2191988 h 2495550"/>
                <a:gd name="connsiteX7865" fmla="*/ 1935861 w 3219450"/>
                <a:gd name="connsiteY7865" fmla="*/ 2190179 h 2495550"/>
                <a:gd name="connsiteX7866" fmla="*/ 1937480 w 3219450"/>
                <a:gd name="connsiteY7866" fmla="*/ 2189226 h 2495550"/>
                <a:gd name="connsiteX7867" fmla="*/ 1937480 w 3219450"/>
                <a:gd name="connsiteY7867" fmla="*/ 2189607 h 2495550"/>
                <a:gd name="connsiteX7868" fmla="*/ 1937099 w 3219450"/>
                <a:gd name="connsiteY7868" fmla="*/ 2189798 h 2495550"/>
                <a:gd name="connsiteX7869" fmla="*/ 1936909 w 3219450"/>
                <a:gd name="connsiteY7869" fmla="*/ 2189988 h 2495550"/>
                <a:gd name="connsiteX7870" fmla="*/ 1936433 w 3219450"/>
                <a:gd name="connsiteY7870" fmla="*/ 2190655 h 2495550"/>
                <a:gd name="connsiteX7871" fmla="*/ 1938147 w 3219450"/>
                <a:gd name="connsiteY7871" fmla="*/ 2192750 h 2495550"/>
                <a:gd name="connsiteX7872" fmla="*/ 1939100 w 3219450"/>
                <a:gd name="connsiteY7872" fmla="*/ 2193322 h 2495550"/>
                <a:gd name="connsiteX7873" fmla="*/ 1939671 w 3219450"/>
                <a:gd name="connsiteY7873" fmla="*/ 2192179 h 2495550"/>
                <a:gd name="connsiteX7874" fmla="*/ 1939957 w 3219450"/>
                <a:gd name="connsiteY7874" fmla="*/ 2192179 h 2495550"/>
                <a:gd name="connsiteX7875" fmla="*/ 1939290 w 3219450"/>
                <a:gd name="connsiteY7875" fmla="*/ 2195322 h 2495550"/>
                <a:gd name="connsiteX7876" fmla="*/ 1939290 w 3219450"/>
                <a:gd name="connsiteY7876" fmla="*/ 2196084 h 2495550"/>
                <a:gd name="connsiteX7877" fmla="*/ 1939766 w 3219450"/>
                <a:gd name="connsiteY7877" fmla="*/ 2197227 h 2495550"/>
                <a:gd name="connsiteX7878" fmla="*/ 1940147 w 3219450"/>
                <a:gd name="connsiteY7878" fmla="*/ 2196941 h 2495550"/>
                <a:gd name="connsiteX7879" fmla="*/ 1940624 w 3219450"/>
                <a:gd name="connsiteY7879" fmla="*/ 2195989 h 2495550"/>
                <a:gd name="connsiteX7880" fmla="*/ 1941386 w 3219450"/>
                <a:gd name="connsiteY7880" fmla="*/ 2195036 h 2495550"/>
                <a:gd name="connsiteX7881" fmla="*/ 1941386 w 3219450"/>
                <a:gd name="connsiteY7881" fmla="*/ 2196179 h 2495550"/>
                <a:gd name="connsiteX7882" fmla="*/ 1941576 w 3219450"/>
                <a:gd name="connsiteY7882" fmla="*/ 2195989 h 2495550"/>
                <a:gd name="connsiteX7883" fmla="*/ 1941767 w 3219450"/>
                <a:gd name="connsiteY7883" fmla="*/ 2195798 h 2495550"/>
                <a:gd name="connsiteX7884" fmla="*/ 1942052 w 3219450"/>
                <a:gd name="connsiteY7884" fmla="*/ 2195703 h 2495550"/>
                <a:gd name="connsiteX7885" fmla="*/ 1942529 w 3219450"/>
                <a:gd name="connsiteY7885" fmla="*/ 2195703 h 2495550"/>
                <a:gd name="connsiteX7886" fmla="*/ 1942529 w 3219450"/>
                <a:gd name="connsiteY7886" fmla="*/ 2196084 h 2495550"/>
                <a:gd name="connsiteX7887" fmla="*/ 1940338 w 3219450"/>
                <a:gd name="connsiteY7887" fmla="*/ 2197322 h 2495550"/>
                <a:gd name="connsiteX7888" fmla="*/ 1940338 w 3219450"/>
                <a:gd name="connsiteY7888" fmla="*/ 2197703 h 2495550"/>
                <a:gd name="connsiteX7889" fmla="*/ 1941005 w 3219450"/>
                <a:gd name="connsiteY7889" fmla="*/ 2197799 h 2495550"/>
                <a:gd name="connsiteX7890" fmla="*/ 1941481 w 3219450"/>
                <a:gd name="connsiteY7890" fmla="*/ 2197989 h 2495550"/>
                <a:gd name="connsiteX7891" fmla="*/ 1941862 w 3219450"/>
                <a:gd name="connsiteY7891" fmla="*/ 2197989 h 2495550"/>
                <a:gd name="connsiteX7892" fmla="*/ 1942148 w 3219450"/>
                <a:gd name="connsiteY7892" fmla="*/ 2197608 h 2495550"/>
                <a:gd name="connsiteX7893" fmla="*/ 1942529 w 3219450"/>
                <a:gd name="connsiteY7893" fmla="*/ 2197608 h 2495550"/>
                <a:gd name="connsiteX7894" fmla="*/ 1942529 w 3219450"/>
                <a:gd name="connsiteY7894" fmla="*/ 2197989 h 2495550"/>
                <a:gd name="connsiteX7895" fmla="*/ 1942338 w 3219450"/>
                <a:gd name="connsiteY7895" fmla="*/ 2198370 h 2495550"/>
                <a:gd name="connsiteX7896" fmla="*/ 1942243 w 3219450"/>
                <a:gd name="connsiteY7896" fmla="*/ 2198656 h 2495550"/>
                <a:gd name="connsiteX7897" fmla="*/ 1942148 w 3219450"/>
                <a:gd name="connsiteY7897" fmla="*/ 2199132 h 2495550"/>
                <a:gd name="connsiteX7898" fmla="*/ 1941862 w 3219450"/>
                <a:gd name="connsiteY7898" fmla="*/ 2199132 h 2495550"/>
                <a:gd name="connsiteX7899" fmla="*/ 1941481 w 3219450"/>
                <a:gd name="connsiteY7899" fmla="*/ 2198561 h 2495550"/>
                <a:gd name="connsiteX7900" fmla="*/ 1941005 w 3219450"/>
                <a:gd name="connsiteY7900" fmla="*/ 2198275 h 2495550"/>
                <a:gd name="connsiteX7901" fmla="*/ 1940433 w 3219450"/>
                <a:gd name="connsiteY7901" fmla="*/ 2198180 h 2495550"/>
                <a:gd name="connsiteX7902" fmla="*/ 1939957 w 3219450"/>
                <a:gd name="connsiteY7902" fmla="*/ 2197989 h 2495550"/>
                <a:gd name="connsiteX7903" fmla="*/ 1939671 w 3219450"/>
                <a:gd name="connsiteY7903" fmla="*/ 2197989 h 2495550"/>
                <a:gd name="connsiteX7904" fmla="*/ 1939671 w 3219450"/>
                <a:gd name="connsiteY7904" fmla="*/ 2198275 h 2495550"/>
                <a:gd name="connsiteX7905" fmla="*/ 1939576 w 3219450"/>
                <a:gd name="connsiteY7905" fmla="*/ 2198370 h 2495550"/>
                <a:gd name="connsiteX7906" fmla="*/ 1939481 w 3219450"/>
                <a:gd name="connsiteY7906" fmla="*/ 2198370 h 2495550"/>
                <a:gd name="connsiteX7907" fmla="*/ 1939290 w 3219450"/>
                <a:gd name="connsiteY7907" fmla="*/ 2198370 h 2495550"/>
                <a:gd name="connsiteX7908" fmla="*/ 1939576 w 3219450"/>
                <a:gd name="connsiteY7908" fmla="*/ 2198465 h 2495550"/>
                <a:gd name="connsiteX7909" fmla="*/ 1939766 w 3219450"/>
                <a:gd name="connsiteY7909" fmla="*/ 2198561 h 2495550"/>
                <a:gd name="connsiteX7910" fmla="*/ 1939957 w 3219450"/>
                <a:gd name="connsiteY7910" fmla="*/ 2198751 h 2495550"/>
                <a:gd name="connsiteX7911" fmla="*/ 1940052 w 3219450"/>
                <a:gd name="connsiteY7911" fmla="*/ 2199037 h 2495550"/>
                <a:gd name="connsiteX7912" fmla="*/ 1939481 w 3219450"/>
                <a:gd name="connsiteY7912" fmla="*/ 2199227 h 2495550"/>
                <a:gd name="connsiteX7913" fmla="*/ 1939576 w 3219450"/>
                <a:gd name="connsiteY7913" fmla="*/ 2199704 h 2495550"/>
                <a:gd name="connsiteX7914" fmla="*/ 1939957 w 3219450"/>
                <a:gd name="connsiteY7914" fmla="*/ 2200275 h 2495550"/>
                <a:gd name="connsiteX7915" fmla="*/ 1940147 w 3219450"/>
                <a:gd name="connsiteY7915" fmla="*/ 2200942 h 2495550"/>
                <a:gd name="connsiteX7916" fmla="*/ 1940052 w 3219450"/>
                <a:gd name="connsiteY7916" fmla="*/ 2201704 h 2495550"/>
                <a:gd name="connsiteX7917" fmla="*/ 1939576 w 3219450"/>
                <a:gd name="connsiteY7917" fmla="*/ 2202847 h 2495550"/>
                <a:gd name="connsiteX7918" fmla="*/ 1939481 w 3219450"/>
                <a:gd name="connsiteY7918" fmla="*/ 2203704 h 2495550"/>
                <a:gd name="connsiteX7919" fmla="*/ 1939862 w 3219450"/>
                <a:gd name="connsiteY7919" fmla="*/ 2203704 h 2495550"/>
                <a:gd name="connsiteX7920" fmla="*/ 1940719 w 3219450"/>
                <a:gd name="connsiteY7920" fmla="*/ 2203037 h 2495550"/>
                <a:gd name="connsiteX7921" fmla="*/ 1941576 w 3219450"/>
                <a:gd name="connsiteY7921" fmla="*/ 2202561 h 2495550"/>
                <a:gd name="connsiteX7922" fmla="*/ 1942529 w 3219450"/>
                <a:gd name="connsiteY7922" fmla="*/ 2202275 h 2495550"/>
                <a:gd name="connsiteX7923" fmla="*/ 1948148 w 3219450"/>
                <a:gd name="connsiteY7923" fmla="*/ 2201799 h 2495550"/>
                <a:gd name="connsiteX7924" fmla="*/ 1947863 w 3219450"/>
                <a:gd name="connsiteY7924" fmla="*/ 2201609 h 2495550"/>
                <a:gd name="connsiteX7925" fmla="*/ 1947672 w 3219450"/>
                <a:gd name="connsiteY7925" fmla="*/ 2201323 h 2495550"/>
                <a:gd name="connsiteX7926" fmla="*/ 1947482 w 3219450"/>
                <a:gd name="connsiteY7926" fmla="*/ 2201037 h 2495550"/>
                <a:gd name="connsiteX7927" fmla="*/ 1947386 w 3219450"/>
                <a:gd name="connsiteY7927" fmla="*/ 2200656 h 2495550"/>
                <a:gd name="connsiteX7928" fmla="*/ 1949577 w 3219450"/>
                <a:gd name="connsiteY7928" fmla="*/ 2201609 h 2495550"/>
                <a:gd name="connsiteX7929" fmla="*/ 1950625 w 3219450"/>
                <a:gd name="connsiteY7929" fmla="*/ 2201609 h 2495550"/>
                <a:gd name="connsiteX7930" fmla="*/ 1951006 w 3219450"/>
                <a:gd name="connsiteY7930" fmla="*/ 2200370 h 2495550"/>
                <a:gd name="connsiteX7931" fmla="*/ 1949768 w 3219450"/>
                <a:gd name="connsiteY7931" fmla="*/ 2198275 h 2495550"/>
                <a:gd name="connsiteX7932" fmla="*/ 1949577 w 3219450"/>
                <a:gd name="connsiteY7932" fmla="*/ 2197703 h 2495550"/>
                <a:gd name="connsiteX7933" fmla="*/ 1949577 w 3219450"/>
                <a:gd name="connsiteY7933" fmla="*/ 2195227 h 2495550"/>
                <a:gd name="connsiteX7934" fmla="*/ 1950530 w 3219450"/>
                <a:gd name="connsiteY7934" fmla="*/ 2193227 h 2495550"/>
                <a:gd name="connsiteX7935" fmla="*/ 1955387 w 3219450"/>
                <a:gd name="connsiteY7935" fmla="*/ 2191131 h 2495550"/>
                <a:gd name="connsiteX7936" fmla="*/ 1957102 w 3219450"/>
                <a:gd name="connsiteY7936" fmla="*/ 2189702 h 2495550"/>
                <a:gd name="connsiteX7937" fmla="*/ 1957483 w 3219450"/>
                <a:gd name="connsiteY7937" fmla="*/ 2189702 h 2495550"/>
                <a:gd name="connsiteX7938" fmla="*/ 1956911 w 3219450"/>
                <a:gd name="connsiteY7938" fmla="*/ 2191512 h 2495550"/>
                <a:gd name="connsiteX7939" fmla="*/ 1955292 w 3219450"/>
                <a:gd name="connsiteY7939" fmla="*/ 2192084 h 2495550"/>
                <a:gd name="connsiteX7940" fmla="*/ 1953578 w 3219450"/>
                <a:gd name="connsiteY7940" fmla="*/ 2192274 h 2495550"/>
                <a:gd name="connsiteX7941" fmla="*/ 1952435 w 3219450"/>
                <a:gd name="connsiteY7941" fmla="*/ 2193322 h 2495550"/>
                <a:gd name="connsiteX7942" fmla="*/ 1951006 w 3219450"/>
                <a:gd name="connsiteY7942" fmla="*/ 2193703 h 2495550"/>
                <a:gd name="connsiteX7943" fmla="*/ 1950530 w 3219450"/>
                <a:gd name="connsiteY7943" fmla="*/ 2193989 h 2495550"/>
                <a:gd name="connsiteX7944" fmla="*/ 1950244 w 3219450"/>
                <a:gd name="connsiteY7944" fmla="*/ 2194846 h 2495550"/>
                <a:gd name="connsiteX7945" fmla="*/ 1950434 w 3219450"/>
                <a:gd name="connsiteY7945" fmla="*/ 2195322 h 2495550"/>
                <a:gd name="connsiteX7946" fmla="*/ 1950720 w 3219450"/>
                <a:gd name="connsiteY7946" fmla="*/ 2195798 h 2495550"/>
                <a:gd name="connsiteX7947" fmla="*/ 1950815 w 3219450"/>
                <a:gd name="connsiteY7947" fmla="*/ 2196656 h 2495550"/>
                <a:gd name="connsiteX7948" fmla="*/ 1951101 w 3219450"/>
                <a:gd name="connsiteY7948" fmla="*/ 2195989 h 2495550"/>
                <a:gd name="connsiteX7949" fmla="*/ 1951482 w 3219450"/>
                <a:gd name="connsiteY7949" fmla="*/ 2195417 h 2495550"/>
                <a:gd name="connsiteX7950" fmla="*/ 1951958 w 3219450"/>
                <a:gd name="connsiteY7950" fmla="*/ 2195132 h 2495550"/>
                <a:gd name="connsiteX7951" fmla="*/ 1952625 w 3219450"/>
                <a:gd name="connsiteY7951" fmla="*/ 2195132 h 2495550"/>
                <a:gd name="connsiteX7952" fmla="*/ 1951863 w 3219450"/>
                <a:gd name="connsiteY7952" fmla="*/ 2195798 h 2495550"/>
                <a:gd name="connsiteX7953" fmla="*/ 1951482 w 3219450"/>
                <a:gd name="connsiteY7953" fmla="*/ 2197037 h 2495550"/>
                <a:gd name="connsiteX7954" fmla="*/ 1951292 w 3219450"/>
                <a:gd name="connsiteY7954" fmla="*/ 2200085 h 2495550"/>
                <a:gd name="connsiteX7955" fmla="*/ 1951577 w 3219450"/>
                <a:gd name="connsiteY7955" fmla="*/ 2200085 h 2495550"/>
                <a:gd name="connsiteX7956" fmla="*/ 1951958 w 3219450"/>
                <a:gd name="connsiteY7956" fmla="*/ 2198656 h 2495550"/>
                <a:gd name="connsiteX7957" fmla="*/ 1952530 w 3219450"/>
                <a:gd name="connsiteY7957" fmla="*/ 2197322 h 2495550"/>
                <a:gd name="connsiteX7958" fmla="*/ 1953292 w 3219450"/>
                <a:gd name="connsiteY7958" fmla="*/ 2196084 h 2495550"/>
                <a:gd name="connsiteX7959" fmla="*/ 1954054 w 3219450"/>
                <a:gd name="connsiteY7959" fmla="*/ 2195132 h 2495550"/>
                <a:gd name="connsiteX7960" fmla="*/ 1956149 w 3219450"/>
                <a:gd name="connsiteY7960" fmla="*/ 2193227 h 2495550"/>
                <a:gd name="connsiteX7961" fmla="*/ 1957388 w 3219450"/>
                <a:gd name="connsiteY7961" fmla="*/ 2192369 h 2495550"/>
                <a:gd name="connsiteX7962" fmla="*/ 1958531 w 3219450"/>
                <a:gd name="connsiteY7962" fmla="*/ 2191988 h 2495550"/>
                <a:gd name="connsiteX7963" fmla="*/ 1959388 w 3219450"/>
                <a:gd name="connsiteY7963" fmla="*/ 2192084 h 2495550"/>
                <a:gd name="connsiteX7964" fmla="*/ 1960626 w 3219450"/>
                <a:gd name="connsiteY7964" fmla="*/ 2192655 h 2495550"/>
                <a:gd name="connsiteX7965" fmla="*/ 1960626 w 3219450"/>
                <a:gd name="connsiteY7965" fmla="*/ 2192655 h 2495550"/>
                <a:gd name="connsiteX7966" fmla="*/ 1961864 w 3219450"/>
                <a:gd name="connsiteY7966" fmla="*/ 2192846 h 2495550"/>
                <a:gd name="connsiteX7967" fmla="*/ 1962722 w 3219450"/>
                <a:gd name="connsiteY7967" fmla="*/ 2193131 h 2495550"/>
                <a:gd name="connsiteX7968" fmla="*/ 1962722 w 3219450"/>
                <a:gd name="connsiteY7968" fmla="*/ 2193227 h 2495550"/>
                <a:gd name="connsiteX7969" fmla="*/ 1963103 w 3219450"/>
                <a:gd name="connsiteY7969" fmla="*/ 2193036 h 2495550"/>
                <a:gd name="connsiteX7970" fmla="*/ 1963769 w 3219450"/>
                <a:gd name="connsiteY7970" fmla="*/ 2192465 h 2495550"/>
                <a:gd name="connsiteX7971" fmla="*/ 1963960 w 3219450"/>
                <a:gd name="connsiteY7971" fmla="*/ 2192369 h 2495550"/>
                <a:gd name="connsiteX7972" fmla="*/ 1965198 w 3219450"/>
                <a:gd name="connsiteY7972" fmla="*/ 2191893 h 2495550"/>
                <a:gd name="connsiteX7973" fmla="*/ 1966436 w 3219450"/>
                <a:gd name="connsiteY7973" fmla="*/ 2190941 h 2495550"/>
                <a:gd name="connsiteX7974" fmla="*/ 1967770 w 3219450"/>
                <a:gd name="connsiteY7974" fmla="*/ 2190369 h 2495550"/>
                <a:gd name="connsiteX7975" fmla="*/ 1969199 w 3219450"/>
                <a:gd name="connsiteY7975" fmla="*/ 2190845 h 2495550"/>
                <a:gd name="connsiteX7976" fmla="*/ 1970913 w 3219450"/>
                <a:gd name="connsiteY7976" fmla="*/ 2189036 h 2495550"/>
                <a:gd name="connsiteX7977" fmla="*/ 1971866 w 3219450"/>
                <a:gd name="connsiteY7977" fmla="*/ 2188274 h 2495550"/>
                <a:gd name="connsiteX7978" fmla="*/ 1973199 w 3219450"/>
                <a:gd name="connsiteY7978" fmla="*/ 2188083 h 2495550"/>
                <a:gd name="connsiteX7979" fmla="*/ 1972628 w 3219450"/>
                <a:gd name="connsiteY7979" fmla="*/ 2187512 h 2495550"/>
                <a:gd name="connsiteX7980" fmla="*/ 1971770 w 3219450"/>
                <a:gd name="connsiteY7980" fmla="*/ 2187416 h 2495550"/>
                <a:gd name="connsiteX7981" fmla="*/ 1970913 w 3219450"/>
                <a:gd name="connsiteY7981" fmla="*/ 2187702 h 2495550"/>
                <a:gd name="connsiteX7982" fmla="*/ 1970532 w 3219450"/>
                <a:gd name="connsiteY7982" fmla="*/ 2188274 h 2495550"/>
                <a:gd name="connsiteX7983" fmla="*/ 1970342 w 3219450"/>
                <a:gd name="connsiteY7983" fmla="*/ 2188940 h 2495550"/>
                <a:gd name="connsiteX7984" fmla="*/ 1969865 w 3219450"/>
                <a:gd name="connsiteY7984" fmla="*/ 2189417 h 2495550"/>
                <a:gd name="connsiteX7985" fmla="*/ 1969199 w 3219450"/>
                <a:gd name="connsiteY7985" fmla="*/ 2189702 h 2495550"/>
                <a:gd name="connsiteX7986" fmla="*/ 1968341 w 3219450"/>
                <a:gd name="connsiteY7986" fmla="*/ 2189702 h 2495550"/>
                <a:gd name="connsiteX7987" fmla="*/ 1968341 w 3219450"/>
                <a:gd name="connsiteY7987" fmla="*/ 2189321 h 2495550"/>
                <a:gd name="connsiteX7988" fmla="*/ 1969008 w 3219450"/>
                <a:gd name="connsiteY7988" fmla="*/ 2189131 h 2495550"/>
                <a:gd name="connsiteX7989" fmla="*/ 1969484 w 3219450"/>
                <a:gd name="connsiteY7989" fmla="*/ 2188655 h 2495550"/>
                <a:gd name="connsiteX7990" fmla="*/ 1970151 w 3219450"/>
                <a:gd name="connsiteY7990" fmla="*/ 2187416 h 2495550"/>
                <a:gd name="connsiteX7991" fmla="*/ 1969580 w 3219450"/>
                <a:gd name="connsiteY7991" fmla="*/ 2187131 h 2495550"/>
                <a:gd name="connsiteX7992" fmla="*/ 1969199 w 3219450"/>
                <a:gd name="connsiteY7992" fmla="*/ 2186178 h 2495550"/>
                <a:gd name="connsiteX7993" fmla="*/ 1968722 w 3219450"/>
                <a:gd name="connsiteY7993" fmla="*/ 2185797 h 2495550"/>
                <a:gd name="connsiteX7994" fmla="*/ 1970056 w 3219450"/>
                <a:gd name="connsiteY7994" fmla="*/ 2185416 h 2495550"/>
                <a:gd name="connsiteX7995" fmla="*/ 1970627 w 3219450"/>
                <a:gd name="connsiteY7995" fmla="*/ 2185035 h 2495550"/>
                <a:gd name="connsiteX7996" fmla="*/ 1970818 w 3219450"/>
                <a:gd name="connsiteY7996" fmla="*/ 2184273 h 2495550"/>
                <a:gd name="connsiteX7997" fmla="*/ 1971199 w 3219450"/>
                <a:gd name="connsiteY7997" fmla="*/ 2184845 h 2495550"/>
                <a:gd name="connsiteX7998" fmla="*/ 1973389 w 3219450"/>
                <a:gd name="connsiteY7998" fmla="*/ 2185892 h 2495550"/>
                <a:gd name="connsiteX7999" fmla="*/ 1973580 w 3219450"/>
                <a:gd name="connsiteY7999" fmla="*/ 2186178 h 2495550"/>
                <a:gd name="connsiteX8000" fmla="*/ 1973580 w 3219450"/>
                <a:gd name="connsiteY8000" fmla="*/ 2186464 h 2495550"/>
                <a:gd name="connsiteX8001" fmla="*/ 1973580 w 3219450"/>
                <a:gd name="connsiteY8001" fmla="*/ 2186750 h 2495550"/>
                <a:gd name="connsiteX8002" fmla="*/ 1974056 w 3219450"/>
                <a:gd name="connsiteY8002" fmla="*/ 2187035 h 2495550"/>
                <a:gd name="connsiteX8003" fmla="*/ 1974533 w 3219450"/>
                <a:gd name="connsiteY8003" fmla="*/ 2187035 h 2495550"/>
                <a:gd name="connsiteX8004" fmla="*/ 1975009 w 3219450"/>
                <a:gd name="connsiteY8004" fmla="*/ 2186845 h 2495550"/>
                <a:gd name="connsiteX8005" fmla="*/ 1975485 w 3219450"/>
                <a:gd name="connsiteY8005" fmla="*/ 2186559 h 2495550"/>
                <a:gd name="connsiteX8006" fmla="*/ 1975866 w 3219450"/>
                <a:gd name="connsiteY8006" fmla="*/ 2186273 h 2495550"/>
                <a:gd name="connsiteX8007" fmla="*/ 1976057 w 3219450"/>
                <a:gd name="connsiteY8007" fmla="*/ 2186464 h 2495550"/>
                <a:gd name="connsiteX8008" fmla="*/ 1976247 w 3219450"/>
                <a:gd name="connsiteY8008" fmla="*/ 2186654 h 2495550"/>
                <a:gd name="connsiteX8009" fmla="*/ 1976247 w 3219450"/>
                <a:gd name="connsiteY8009" fmla="*/ 2187035 h 2495550"/>
                <a:gd name="connsiteX8010" fmla="*/ 1974056 w 3219450"/>
                <a:gd name="connsiteY8010" fmla="*/ 2187797 h 2495550"/>
                <a:gd name="connsiteX8011" fmla="*/ 1974056 w 3219450"/>
                <a:gd name="connsiteY8011" fmla="*/ 2188178 h 2495550"/>
                <a:gd name="connsiteX8012" fmla="*/ 1975676 w 3219450"/>
                <a:gd name="connsiteY8012" fmla="*/ 2188178 h 2495550"/>
                <a:gd name="connsiteX8013" fmla="*/ 1976438 w 3219450"/>
                <a:gd name="connsiteY8013" fmla="*/ 2188274 h 2495550"/>
                <a:gd name="connsiteX8014" fmla="*/ 1976914 w 3219450"/>
                <a:gd name="connsiteY8014" fmla="*/ 2188559 h 2495550"/>
                <a:gd name="connsiteX8015" fmla="*/ 1977866 w 3219450"/>
                <a:gd name="connsiteY8015" fmla="*/ 2187988 h 2495550"/>
                <a:gd name="connsiteX8016" fmla="*/ 1979105 w 3219450"/>
                <a:gd name="connsiteY8016" fmla="*/ 2187512 h 2495550"/>
                <a:gd name="connsiteX8017" fmla="*/ 1981295 w 3219450"/>
                <a:gd name="connsiteY8017" fmla="*/ 2186750 h 2495550"/>
                <a:gd name="connsiteX8018" fmla="*/ 1980629 w 3219450"/>
                <a:gd name="connsiteY8018" fmla="*/ 2186369 h 2495550"/>
                <a:gd name="connsiteX8019" fmla="*/ 1979867 w 3219450"/>
                <a:gd name="connsiteY8019" fmla="*/ 2186273 h 2495550"/>
                <a:gd name="connsiteX8020" fmla="*/ 1979105 w 3219450"/>
                <a:gd name="connsiteY8020" fmla="*/ 2186369 h 2495550"/>
                <a:gd name="connsiteX8021" fmla="*/ 1978438 w 3219450"/>
                <a:gd name="connsiteY8021" fmla="*/ 2186750 h 2495550"/>
                <a:gd name="connsiteX8022" fmla="*/ 1978057 w 3219450"/>
                <a:gd name="connsiteY8022" fmla="*/ 2186369 h 2495550"/>
                <a:gd name="connsiteX8023" fmla="*/ 1978152 w 3219450"/>
                <a:gd name="connsiteY8023" fmla="*/ 2186273 h 2495550"/>
                <a:gd name="connsiteX8024" fmla="*/ 1978343 w 3219450"/>
                <a:gd name="connsiteY8024" fmla="*/ 2185988 h 2495550"/>
                <a:gd name="connsiteX8025" fmla="*/ 1977581 w 3219450"/>
                <a:gd name="connsiteY8025" fmla="*/ 2185988 h 2495550"/>
                <a:gd name="connsiteX8026" fmla="*/ 1977581 w 3219450"/>
                <a:gd name="connsiteY8026" fmla="*/ 2185607 h 2495550"/>
                <a:gd name="connsiteX8027" fmla="*/ 1979390 w 3219450"/>
                <a:gd name="connsiteY8027" fmla="*/ 2185035 h 2495550"/>
                <a:gd name="connsiteX8028" fmla="*/ 1980152 w 3219450"/>
                <a:gd name="connsiteY8028" fmla="*/ 2185035 h 2495550"/>
                <a:gd name="connsiteX8029" fmla="*/ 1980533 w 3219450"/>
                <a:gd name="connsiteY8029" fmla="*/ 2185702 h 2495550"/>
                <a:gd name="connsiteX8030" fmla="*/ 1981581 w 3219450"/>
                <a:gd name="connsiteY8030" fmla="*/ 2185511 h 2495550"/>
                <a:gd name="connsiteX8031" fmla="*/ 1982819 w 3219450"/>
                <a:gd name="connsiteY8031" fmla="*/ 2185892 h 2495550"/>
                <a:gd name="connsiteX8032" fmla="*/ 1984058 w 3219450"/>
                <a:gd name="connsiteY8032" fmla="*/ 2186559 h 2495550"/>
                <a:gd name="connsiteX8033" fmla="*/ 1985201 w 3219450"/>
                <a:gd name="connsiteY8033" fmla="*/ 2186940 h 2495550"/>
                <a:gd name="connsiteX8034" fmla="*/ 1984058 w 3219450"/>
                <a:gd name="connsiteY8034" fmla="*/ 2188845 h 2495550"/>
                <a:gd name="connsiteX8035" fmla="*/ 1983486 w 3219450"/>
                <a:gd name="connsiteY8035" fmla="*/ 2189607 h 2495550"/>
                <a:gd name="connsiteX8036" fmla="*/ 1982629 w 3219450"/>
                <a:gd name="connsiteY8036" fmla="*/ 2189988 h 2495550"/>
                <a:gd name="connsiteX8037" fmla="*/ 1983391 w 3219450"/>
                <a:gd name="connsiteY8037" fmla="*/ 2190274 h 2495550"/>
                <a:gd name="connsiteX8038" fmla="*/ 1984724 w 3219450"/>
                <a:gd name="connsiteY8038" fmla="*/ 2189607 h 2495550"/>
                <a:gd name="connsiteX8039" fmla="*/ 1987487 w 3219450"/>
                <a:gd name="connsiteY8039" fmla="*/ 2187512 h 2495550"/>
                <a:gd name="connsiteX8040" fmla="*/ 1988153 w 3219450"/>
                <a:gd name="connsiteY8040" fmla="*/ 2186750 h 2495550"/>
                <a:gd name="connsiteX8041" fmla="*/ 1988534 w 3219450"/>
                <a:gd name="connsiteY8041" fmla="*/ 2186464 h 2495550"/>
                <a:gd name="connsiteX8042" fmla="*/ 1990154 w 3219450"/>
                <a:gd name="connsiteY8042" fmla="*/ 2185702 h 2495550"/>
                <a:gd name="connsiteX8043" fmla="*/ 1990725 w 3219450"/>
                <a:gd name="connsiteY8043" fmla="*/ 2185321 h 2495550"/>
                <a:gd name="connsiteX8044" fmla="*/ 1989296 w 3219450"/>
                <a:gd name="connsiteY8044" fmla="*/ 2184940 h 2495550"/>
                <a:gd name="connsiteX8045" fmla="*/ 1988630 w 3219450"/>
                <a:gd name="connsiteY8045" fmla="*/ 2184940 h 2495550"/>
                <a:gd name="connsiteX8046" fmla="*/ 1987963 w 3219450"/>
                <a:gd name="connsiteY8046" fmla="*/ 2185226 h 2495550"/>
                <a:gd name="connsiteX8047" fmla="*/ 1988630 w 3219450"/>
                <a:gd name="connsiteY8047" fmla="*/ 2184368 h 2495550"/>
                <a:gd name="connsiteX8048" fmla="*/ 1989963 w 3219450"/>
                <a:gd name="connsiteY8048" fmla="*/ 2184368 h 2495550"/>
                <a:gd name="connsiteX8049" fmla="*/ 1992630 w 3219450"/>
                <a:gd name="connsiteY8049" fmla="*/ 2184749 h 2495550"/>
                <a:gd name="connsiteX8050" fmla="*/ 1992249 w 3219450"/>
                <a:gd name="connsiteY8050" fmla="*/ 2184178 h 2495550"/>
                <a:gd name="connsiteX8051" fmla="*/ 1991487 w 3219450"/>
                <a:gd name="connsiteY8051" fmla="*/ 2183416 h 2495550"/>
                <a:gd name="connsiteX8052" fmla="*/ 1991297 w 3219450"/>
                <a:gd name="connsiteY8052" fmla="*/ 2182844 h 2495550"/>
                <a:gd name="connsiteX8053" fmla="*/ 1991297 w 3219450"/>
                <a:gd name="connsiteY8053" fmla="*/ 2182368 h 2495550"/>
                <a:gd name="connsiteX8054" fmla="*/ 1991963 w 3219450"/>
                <a:gd name="connsiteY8054" fmla="*/ 2181606 h 2495550"/>
                <a:gd name="connsiteX8055" fmla="*/ 1992344 w 3219450"/>
                <a:gd name="connsiteY8055" fmla="*/ 2180844 h 2495550"/>
                <a:gd name="connsiteX8056" fmla="*/ 1993011 w 3219450"/>
                <a:gd name="connsiteY8056" fmla="*/ 2183035 h 2495550"/>
                <a:gd name="connsiteX8057" fmla="*/ 1993583 w 3219450"/>
                <a:gd name="connsiteY8057" fmla="*/ 2183702 h 2495550"/>
                <a:gd name="connsiteX8058" fmla="*/ 1994535 w 3219450"/>
                <a:gd name="connsiteY8058" fmla="*/ 2183511 h 2495550"/>
                <a:gd name="connsiteX8059" fmla="*/ 1994249 w 3219450"/>
                <a:gd name="connsiteY8059" fmla="*/ 2184940 h 2495550"/>
                <a:gd name="connsiteX8060" fmla="*/ 1994345 w 3219450"/>
                <a:gd name="connsiteY8060" fmla="*/ 2185607 h 2495550"/>
                <a:gd name="connsiteX8061" fmla="*/ 1994726 w 3219450"/>
                <a:gd name="connsiteY8061" fmla="*/ 2185892 h 2495550"/>
                <a:gd name="connsiteX8062" fmla="*/ 1995393 w 3219450"/>
                <a:gd name="connsiteY8062" fmla="*/ 2185797 h 2495550"/>
                <a:gd name="connsiteX8063" fmla="*/ 1996154 w 3219450"/>
                <a:gd name="connsiteY8063" fmla="*/ 2185607 h 2495550"/>
                <a:gd name="connsiteX8064" fmla="*/ 1996821 w 3219450"/>
                <a:gd name="connsiteY8064" fmla="*/ 2185226 h 2495550"/>
                <a:gd name="connsiteX8065" fmla="*/ 1997012 w 3219450"/>
                <a:gd name="connsiteY8065" fmla="*/ 2184654 h 2495550"/>
                <a:gd name="connsiteX8066" fmla="*/ 1997297 w 3219450"/>
                <a:gd name="connsiteY8066" fmla="*/ 2184654 h 2495550"/>
                <a:gd name="connsiteX8067" fmla="*/ 1997869 w 3219450"/>
                <a:gd name="connsiteY8067" fmla="*/ 2185416 h 2495550"/>
                <a:gd name="connsiteX8068" fmla="*/ 1998821 w 3219450"/>
                <a:gd name="connsiteY8068" fmla="*/ 2185321 h 2495550"/>
                <a:gd name="connsiteX8069" fmla="*/ 1999964 w 3219450"/>
                <a:gd name="connsiteY8069" fmla="*/ 2184940 h 2495550"/>
                <a:gd name="connsiteX8070" fmla="*/ 2000917 w 3219450"/>
                <a:gd name="connsiteY8070" fmla="*/ 2184749 h 2495550"/>
                <a:gd name="connsiteX8071" fmla="*/ 2000441 w 3219450"/>
                <a:gd name="connsiteY8071" fmla="*/ 2184178 h 2495550"/>
                <a:gd name="connsiteX8072" fmla="*/ 2000250 w 3219450"/>
                <a:gd name="connsiteY8072" fmla="*/ 2183511 h 2495550"/>
                <a:gd name="connsiteX8073" fmla="*/ 2000155 w 3219450"/>
                <a:gd name="connsiteY8073" fmla="*/ 2182749 h 2495550"/>
                <a:gd name="connsiteX8074" fmla="*/ 2000250 w 3219450"/>
                <a:gd name="connsiteY8074" fmla="*/ 2181987 h 2495550"/>
                <a:gd name="connsiteX8075" fmla="*/ 2000726 w 3219450"/>
                <a:gd name="connsiteY8075" fmla="*/ 2182368 h 2495550"/>
                <a:gd name="connsiteX8076" fmla="*/ 2001012 w 3219450"/>
                <a:gd name="connsiteY8076" fmla="*/ 2182940 h 2495550"/>
                <a:gd name="connsiteX8077" fmla="*/ 2001203 w 3219450"/>
                <a:gd name="connsiteY8077" fmla="*/ 2183606 h 2495550"/>
                <a:gd name="connsiteX8078" fmla="*/ 2001488 w 3219450"/>
                <a:gd name="connsiteY8078" fmla="*/ 2184178 h 2495550"/>
                <a:gd name="connsiteX8079" fmla="*/ 2002155 w 3219450"/>
                <a:gd name="connsiteY8079" fmla="*/ 2184845 h 2495550"/>
                <a:gd name="connsiteX8080" fmla="*/ 2002727 w 3219450"/>
                <a:gd name="connsiteY8080" fmla="*/ 2185035 h 2495550"/>
                <a:gd name="connsiteX8081" fmla="*/ 2003298 w 3219450"/>
                <a:gd name="connsiteY8081" fmla="*/ 2184845 h 2495550"/>
                <a:gd name="connsiteX8082" fmla="*/ 2003870 w 3219450"/>
                <a:gd name="connsiteY8082" fmla="*/ 2184368 h 2495550"/>
                <a:gd name="connsiteX8083" fmla="*/ 2004632 w 3219450"/>
                <a:gd name="connsiteY8083" fmla="*/ 2183416 h 2495550"/>
                <a:gd name="connsiteX8084" fmla="*/ 2005965 w 3219450"/>
                <a:gd name="connsiteY8084" fmla="*/ 2180844 h 2495550"/>
                <a:gd name="connsiteX8085" fmla="*/ 2007108 w 3219450"/>
                <a:gd name="connsiteY8085" fmla="*/ 2179701 h 2495550"/>
                <a:gd name="connsiteX8086" fmla="*/ 2007965 w 3219450"/>
                <a:gd name="connsiteY8086" fmla="*/ 2180082 h 2495550"/>
                <a:gd name="connsiteX8087" fmla="*/ 2009013 w 3219450"/>
                <a:gd name="connsiteY8087" fmla="*/ 2180177 h 2495550"/>
                <a:gd name="connsiteX8088" fmla="*/ 2011109 w 3219450"/>
                <a:gd name="connsiteY8088" fmla="*/ 2180082 h 2495550"/>
                <a:gd name="connsiteX8089" fmla="*/ 2010823 w 3219450"/>
                <a:gd name="connsiteY8089" fmla="*/ 2179415 h 2495550"/>
                <a:gd name="connsiteX8090" fmla="*/ 2010347 w 3219450"/>
                <a:gd name="connsiteY8090" fmla="*/ 2179034 h 2495550"/>
                <a:gd name="connsiteX8091" fmla="*/ 2009680 w 3219450"/>
                <a:gd name="connsiteY8091" fmla="*/ 2178749 h 2495550"/>
                <a:gd name="connsiteX8092" fmla="*/ 2009013 w 3219450"/>
                <a:gd name="connsiteY8092" fmla="*/ 2178558 h 2495550"/>
                <a:gd name="connsiteX8093" fmla="*/ 2010442 w 3219450"/>
                <a:gd name="connsiteY8093" fmla="*/ 2178177 h 2495550"/>
                <a:gd name="connsiteX8094" fmla="*/ 2010728 w 3219450"/>
                <a:gd name="connsiteY8094" fmla="*/ 2176748 h 2495550"/>
                <a:gd name="connsiteX8095" fmla="*/ 2010347 w 3219450"/>
                <a:gd name="connsiteY8095" fmla="*/ 2175034 h 2495550"/>
                <a:gd name="connsiteX8096" fmla="*/ 2009680 w 3219450"/>
                <a:gd name="connsiteY8096" fmla="*/ 2173891 h 2495550"/>
                <a:gd name="connsiteX8097" fmla="*/ 2006251 w 3219450"/>
                <a:gd name="connsiteY8097" fmla="*/ 2171891 h 2495550"/>
                <a:gd name="connsiteX8098" fmla="*/ 2005298 w 3219450"/>
                <a:gd name="connsiteY8098" fmla="*/ 2170748 h 2495550"/>
                <a:gd name="connsiteX8099" fmla="*/ 2006537 w 3219450"/>
                <a:gd name="connsiteY8099" fmla="*/ 2171510 h 2495550"/>
                <a:gd name="connsiteX8100" fmla="*/ 2007584 w 3219450"/>
                <a:gd name="connsiteY8100" fmla="*/ 2171795 h 2495550"/>
                <a:gd name="connsiteX8101" fmla="*/ 2007870 w 3219450"/>
                <a:gd name="connsiteY8101" fmla="*/ 2171510 h 2495550"/>
                <a:gd name="connsiteX8102" fmla="*/ 2009585 w 3219450"/>
                <a:gd name="connsiteY8102" fmla="*/ 2172272 h 2495550"/>
                <a:gd name="connsiteX8103" fmla="*/ 2010251 w 3219450"/>
                <a:gd name="connsiteY8103" fmla="*/ 2172272 h 2495550"/>
                <a:gd name="connsiteX8104" fmla="*/ 2011204 w 3219450"/>
                <a:gd name="connsiteY8104" fmla="*/ 2171891 h 2495550"/>
                <a:gd name="connsiteX8105" fmla="*/ 2011489 w 3219450"/>
                <a:gd name="connsiteY8105" fmla="*/ 2172748 h 2495550"/>
                <a:gd name="connsiteX8106" fmla="*/ 2012156 w 3219450"/>
                <a:gd name="connsiteY8106" fmla="*/ 2172843 h 2495550"/>
                <a:gd name="connsiteX8107" fmla="*/ 2013014 w 3219450"/>
                <a:gd name="connsiteY8107" fmla="*/ 2172367 h 2495550"/>
                <a:gd name="connsiteX8108" fmla="*/ 2013680 w 3219450"/>
                <a:gd name="connsiteY8108" fmla="*/ 2171510 h 2495550"/>
                <a:gd name="connsiteX8109" fmla="*/ 2013395 w 3219450"/>
                <a:gd name="connsiteY8109" fmla="*/ 2172462 h 2495550"/>
                <a:gd name="connsiteX8110" fmla="*/ 2013395 w 3219450"/>
                <a:gd name="connsiteY8110" fmla="*/ 2173605 h 2495550"/>
                <a:gd name="connsiteX8111" fmla="*/ 2013776 w 3219450"/>
                <a:gd name="connsiteY8111" fmla="*/ 2174272 h 2495550"/>
                <a:gd name="connsiteX8112" fmla="*/ 2014443 w 3219450"/>
                <a:gd name="connsiteY8112" fmla="*/ 2173796 h 2495550"/>
                <a:gd name="connsiteX8113" fmla="*/ 2015014 w 3219450"/>
                <a:gd name="connsiteY8113" fmla="*/ 2174081 h 2495550"/>
                <a:gd name="connsiteX8114" fmla="*/ 2015490 w 3219450"/>
                <a:gd name="connsiteY8114" fmla="*/ 2174367 h 2495550"/>
                <a:gd name="connsiteX8115" fmla="*/ 2015776 w 3219450"/>
                <a:gd name="connsiteY8115" fmla="*/ 2174748 h 2495550"/>
                <a:gd name="connsiteX8116" fmla="*/ 2015871 w 3219450"/>
                <a:gd name="connsiteY8116" fmla="*/ 2175415 h 2495550"/>
                <a:gd name="connsiteX8117" fmla="*/ 2015490 w 3219450"/>
                <a:gd name="connsiteY8117" fmla="*/ 2175415 h 2495550"/>
                <a:gd name="connsiteX8118" fmla="*/ 2014633 w 3219450"/>
                <a:gd name="connsiteY8118" fmla="*/ 2174939 h 2495550"/>
                <a:gd name="connsiteX8119" fmla="*/ 2014061 w 3219450"/>
                <a:gd name="connsiteY8119" fmla="*/ 2175415 h 2495550"/>
                <a:gd name="connsiteX8120" fmla="*/ 2013776 w 3219450"/>
                <a:gd name="connsiteY8120" fmla="*/ 2176177 h 2495550"/>
                <a:gd name="connsiteX8121" fmla="*/ 2013871 w 3219450"/>
                <a:gd name="connsiteY8121" fmla="*/ 2176558 h 2495550"/>
                <a:gd name="connsiteX8122" fmla="*/ 2015395 w 3219450"/>
                <a:gd name="connsiteY8122" fmla="*/ 2176653 h 2495550"/>
                <a:gd name="connsiteX8123" fmla="*/ 2015871 w 3219450"/>
                <a:gd name="connsiteY8123" fmla="*/ 2176558 h 2495550"/>
                <a:gd name="connsiteX8124" fmla="*/ 2016252 w 3219450"/>
                <a:gd name="connsiteY8124" fmla="*/ 2176272 h 2495550"/>
                <a:gd name="connsiteX8125" fmla="*/ 2016824 w 3219450"/>
                <a:gd name="connsiteY8125" fmla="*/ 2175510 h 2495550"/>
                <a:gd name="connsiteX8126" fmla="*/ 2017109 w 3219450"/>
                <a:gd name="connsiteY8126" fmla="*/ 2175320 h 2495550"/>
                <a:gd name="connsiteX8127" fmla="*/ 2017300 w 3219450"/>
                <a:gd name="connsiteY8127" fmla="*/ 2175129 h 2495550"/>
                <a:gd name="connsiteX8128" fmla="*/ 2017300 w 3219450"/>
                <a:gd name="connsiteY8128" fmla="*/ 2174748 h 2495550"/>
                <a:gd name="connsiteX8129" fmla="*/ 2017395 w 3219450"/>
                <a:gd name="connsiteY8129" fmla="*/ 2174367 h 2495550"/>
                <a:gd name="connsiteX8130" fmla="*/ 2017871 w 3219450"/>
                <a:gd name="connsiteY8130" fmla="*/ 2174177 h 2495550"/>
                <a:gd name="connsiteX8131" fmla="*/ 2021967 w 3219450"/>
                <a:gd name="connsiteY8131" fmla="*/ 2171700 h 2495550"/>
                <a:gd name="connsiteX8132" fmla="*/ 2022443 w 3219450"/>
                <a:gd name="connsiteY8132" fmla="*/ 2171129 h 2495550"/>
                <a:gd name="connsiteX8133" fmla="*/ 2021110 w 3219450"/>
                <a:gd name="connsiteY8133" fmla="*/ 2171033 h 2495550"/>
                <a:gd name="connsiteX8134" fmla="*/ 2019586 w 3219450"/>
                <a:gd name="connsiteY8134" fmla="*/ 2170462 h 2495550"/>
                <a:gd name="connsiteX8135" fmla="*/ 2018252 w 3219450"/>
                <a:gd name="connsiteY8135" fmla="*/ 2169700 h 2495550"/>
                <a:gd name="connsiteX8136" fmla="*/ 2017395 w 3219450"/>
                <a:gd name="connsiteY8136" fmla="*/ 2168843 h 2495550"/>
                <a:gd name="connsiteX8137" fmla="*/ 2016919 w 3219450"/>
                <a:gd name="connsiteY8137" fmla="*/ 2167604 h 2495550"/>
                <a:gd name="connsiteX8138" fmla="*/ 2016633 w 3219450"/>
                <a:gd name="connsiteY8138" fmla="*/ 2165890 h 2495550"/>
                <a:gd name="connsiteX8139" fmla="*/ 2016538 w 3219450"/>
                <a:gd name="connsiteY8139" fmla="*/ 2164080 h 2495550"/>
                <a:gd name="connsiteX8140" fmla="*/ 2016633 w 3219450"/>
                <a:gd name="connsiteY8140" fmla="*/ 2162651 h 2495550"/>
                <a:gd name="connsiteX8141" fmla="*/ 2017776 w 3219450"/>
                <a:gd name="connsiteY8141" fmla="*/ 2163318 h 2495550"/>
                <a:gd name="connsiteX8142" fmla="*/ 2018919 w 3219450"/>
                <a:gd name="connsiteY8142" fmla="*/ 2164652 h 2495550"/>
                <a:gd name="connsiteX8143" fmla="*/ 2019872 w 3219450"/>
                <a:gd name="connsiteY8143" fmla="*/ 2166080 h 2495550"/>
                <a:gd name="connsiteX8144" fmla="*/ 2020824 w 3219450"/>
                <a:gd name="connsiteY8144" fmla="*/ 2168366 h 2495550"/>
                <a:gd name="connsiteX8145" fmla="*/ 2022062 w 3219450"/>
                <a:gd name="connsiteY8145" fmla="*/ 2167795 h 2495550"/>
                <a:gd name="connsiteX8146" fmla="*/ 2023396 w 3219450"/>
                <a:gd name="connsiteY8146" fmla="*/ 2166366 h 2495550"/>
                <a:gd name="connsiteX8147" fmla="*/ 2024253 w 3219450"/>
                <a:gd name="connsiteY8147" fmla="*/ 2165033 h 2495550"/>
                <a:gd name="connsiteX8148" fmla="*/ 2024634 w 3219450"/>
                <a:gd name="connsiteY8148" fmla="*/ 2165033 h 2495550"/>
                <a:gd name="connsiteX8149" fmla="*/ 2024444 w 3219450"/>
                <a:gd name="connsiteY8149" fmla="*/ 2166271 h 2495550"/>
                <a:gd name="connsiteX8150" fmla="*/ 2023205 w 3219450"/>
                <a:gd name="connsiteY8150" fmla="*/ 2167795 h 2495550"/>
                <a:gd name="connsiteX8151" fmla="*/ 2022920 w 3219450"/>
                <a:gd name="connsiteY8151" fmla="*/ 2168652 h 2495550"/>
                <a:gd name="connsiteX8152" fmla="*/ 2023205 w 3219450"/>
                <a:gd name="connsiteY8152" fmla="*/ 2169414 h 2495550"/>
                <a:gd name="connsiteX8153" fmla="*/ 2023968 w 3219450"/>
                <a:gd name="connsiteY8153" fmla="*/ 2169795 h 2495550"/>
                <a:gd name="connsiteX8154" fmla="*/ 2025015 w 3219450"/>
                <a:gd name="connsiteY8154" fmla="*/ 2169890 h 2495550"/>
                <a:gd name="connsiteX8155" fmla="*/ 2027015 w 3219450"/>
                <a:gd name="connsiteY8155" fmla="*/ 2169795 h 2495550"/>
                <a:gd name="connsiteX8156" fmla="*/ 2031587 w 3219450"/>
                <a:gd name="connsiteY8156" fmla="*/ 2168747 h 2495550"/>
                <a:gd name="connsiteX8157" fmla="*/ 2032064 w 3219450"/>
                <a:gd name="connsiteY8157" fmla="*/ 2168271 h 2495550"/>
                <a:gd name="connsiteX8158" fmla="*/ 2032635 w 3219450"/>
                <a:gd name="connsiteY8158" fmla="*/ 2167128 h 2495550"/>
                <a:gd name="connsiteX8159" fmla="*/ 2033111 w 3219450"/>
                <a:gd name="connsiteY8159" fmla="*/ 2168081 h 2495550"/>
                <a:gd name="connsiteX8160" fmla="*/ 2033207 w 3219450"/>
                <a:gd name="connsiteY8160" fmla="*/ 2169224 h 2495550"/>
                <a:gd name="connsiteX8161" fmla="*/ 2033016 w 3219450"/>
                <a:gd name="connsiteY8161" fmla="*/ 2170367 h 2495550"/>
                <a:gd name="connsiteX8162" fmla="*/ 2032540 w 3219450"/>
                <a:gd name="connsiteY8162" fmla="*/ 2171319 h 2495550"/>
                <a:gd name="connsiteX8163" fmla="*/ 2032159 w 3219450"/>
                <a:gd name="connsiteY8163" fmla="*/ 2172272 h 2495550"/>
                <a:gd name="connsiteX8164" fmla="*/ 2032921 w 3219450"/>
                <a:gd name="connsiteY8164" fmla="*/ 2172843 h 2495550"/>
                <a:gd name="connsiteX8165" fmla="*/ 2033969 w 3219450"/>
                <a:gd name="connsiteY8165" fmla="*/ 2173224 h 2495550"/>
                <a:gd name="connsiteX8166" fmla="*/ 2034540 w 3219450"/>
                <a:gd name="connsiteY8166" fmla="*/ 2173605 h 2495550"/>
                <a:gd name="connsiteX8167" fmla="*/ 2035493 w 3219450"/>
                <a:gd name="connsiteY8167" fmla="*/ 2174939 h 2495550"/>
                <a:gd name="connsiteX8168" fmla="*/ 2037683 w 3219450"/>
                <a:gd name="connsiteY8168" fmla="*/ 2174843 h 2495550"/>
                <a:gd name="connsiteX8169" fmla="*/ 2040064 w 3219450"/>
                <a:gd name="connsiteY8169" fmla="*/ 2173986 h 2495550"/>
                <a:gd name="connsiteX8170" fmla="*/ 2041684 w 3219450"/>
                <a:gd name="connsiteY8170" fmla="*/ 2173415 h 2495550"/>
                <a:gd name="connsiteX8171" fmla="*/ 2042160 w 3219450"/>
                <a:gd name="connsiteY8171" fmla="*/ 2172938 h 2495550"/>
                <a:gd name="connsiteX8172" fmla="*/ 2042636 w 3219450"/>
                <a:gd name="connsiteY8172" fmla="*/ 2172557 h 2495550"/>
                <a:gd name="connsiteX8173" fmla="*/ 2043018 w 3219450"/>
                <a:gd name="connsiteY8173" fmla="*/ 2172176 h 2495550"/>
                <a:gd name="connsiteX8174" fmla="*/ 2043303 w 3219450"/>
                <a:gd name="connsiteY8174" fmla="*/ 2170557 h 2495550"/>
                <a:gd name="connsiteX8175" fmla="*/ 2043779 w 3219450"/>
                <a:gd name="connsiteY8175" fmla="*/ 2169605 h 2495550"/>
                <a:gd name="connsiteX8176" fmla="*/ 2043875 w 3219450"/>
                <a:gd name="connsiteY8176" fmla="*/ 2169033 h 2495550"/>
                <a:gd name="connsiteX8177" fmla="*/ 2043684 w 3219450"/>
                <a:gd name="connsiteY8177" fmla="*/ 2167604 h 2495550"/>
                <a:gd name="connsiteX8178" fmla="*/ 2043494 w 3219450"/>
                <a:gd name="connsiteY8178" fmla="*/ 2166842 h 2495550"/>
                <a:gd name="connsiteX8179" fmla="*/ 2043303 w 3219450"/>
                <a:gd name="connsiteY8179" fmla="*/ 2166557 h 2495550"/>
                <a:gd name="connsiteX8180" fmla="*/ 2043018 w 3219450"/>
                <a:gd name="connsiteY8180" fmla="*/ 2166176 h 2495550"/>
                <a:gd name="connsiteX8181" fmla="*/ 2043018 w 3219450"/>
                <a:gd name="connsiteY8181" fmla="*/ 2165414 h 2495550"/>
                <a:gd name="connsiteX8182" fmla="*/ 2043208 w 3219450"/>
                <a:gd name="connsiteY8182" fmla="*/ 2163985 h 2495550"/>
                <a:gd name="connsiteX8183" fmla="*/ 2043018 w 3219450"/>
                <a:gd name="connsiteY8183" fmla="*/ 2163604 h 2495550"/>
                <a:gd name="connsiteX8184" fmla="*/ 2042065 w 3219450"/>
                <a:gd name="connsiteY8184" fmla="*/ 2161889 h 2495550"/>
                <a:gd name="connsiteX8185" fmla="*/ 2041303 w 3219450"/>
                <a:gd name="connsiteY8185" fmla="*/ 2159603 h 2495550"/>
                <a:gd name="connsiteX8186" fmla="*/ 2041303 w 3219450"/>
                <a:gd name="connsiteY8186" fmla="*/ 2158175 h 2495550"/>
                <a:gd name="connsiteX8187" fmla="*/ 2041684 w 3219450"/>
                <a:gd name="connsiteY8187" fmla="*/ 2156555 h 2495550"/>
                <a:gd name="connsiteX8188" fmla="*/ 2042351 w 3219450"/>
                <a:gd name="connsiteY8188" fmla="*/ 2155222 h 2495550"/>
                <a:gd name="connsiteX8189" fmla="*/ 2043398 w 3219450"/>
                <a:gd name="connsiteY8189" fmla="*/ 2154650 h 2495550"/>
                <a:gd name="connsiteX8190" fmla="*/ 2043113 w 3219450"/>
                <a:gd name="connsiteY8190" fmla="*/ 2155317 h 2495550"/>
                <a:gd name="connsiteX8191" fmla="*/ 2042541 w 3219450"/>
                <a:gd name="connsiteY8191" fmla="*/ 2158079 h 2495550"/>
                <a:gd name="connsiteX8192" fmla="*/ 2042351 w 3219450"/>
                <a:gd name="connsiteY8192" fmla="*/ 2158746 h 2495550"/>
                <a:gd name="connsiteX8193" fmla="*/ 2042351 w 3219450"/>
                <a:gd name="connsiteY8193" fmla="*/ 2159222 h 2495550"/>
                <a:gd name="connsiteX8194" fmla="*/ 2042446 w 3219450"/>
                <a:gd name="connsiteY8194" fmla="*/ 2159794 h 2495550"/>
                <a:gd name="connsiteX8195" fmla="*/ 2042922 w 3219450"/>
                <a:gd name="connsiteY8195" fmla="*/ 2160556 h 2495550"/>
                <a:gd name="connsiteX8196" fmla="*/ 2043018 w 3219450"/>
                <a:gd name="connsiteY8196" fmla="*/ 2161032 h 2495550"/>
                <a:gd name="connsiteX8197" fmla="*/ 2043779 w 3219450"/>
                <a:gd name="connsiteY8197" fmla="*/ 2161699 h 2495550"/>
                <a:gd name="connsiteX8198" fmla="*/ 2045399 w 3219450"/>
                <a:gd name="connsiteY8198" fmla="*/ 2161508 h 2495550"/>
                <a:gd name="connsiteX8199" fmla="*/ 2047113 w 3219450"/>
                <a:gd name="connsiteY8199" fmla="*/ 2160937 h 2495550"/>
                <a:gd name="connsiteX8200" fmla="*/ 2048066 w 3219450"/>
                <a:gd name="connsiteY8200" fmla="*/ 2160365 h 2495550"/>
                <a:gd name="connsiteX8201" fmla="*/ 2048447 w 3219450"/>
                <a:gd name="connsiteY8201" fmla="*/ 2160365 h 2495550"/>
                <a:gd name="connsiteX8202" fmla="*/ 2047780 w 3219450"/>
                <a:gd name="connsiteY8202" fmla="*/ 2161604 h 2495550"/>
                <a:gd name="connsiteX8203" fmla="*/ 2044732 w 3219450"/>
                <a:gd name="connsiteY8203" fmla="*/ 2163128 h 2495550"/>
                <a:gd name="connsiteX8204" fmla="*/ 2044065 w 3219450"/>
                <a:gd name="connsiteY8204" fmla="*/ 2164080 h 2495550"/>
                <a:gd name="connsiteX8205" fmla="*/ 2044256 w 3219450"/>
                <a:gd name="connsiteY8205" fmla="*/ 2165890 h 2495550"/>
                <a:gd name="connsiteX8206" fmla="*/ 2044827 w 3219450"/>
                <a:gd name="connsiteY8206" fmla="*/ 2167223 h 2495550"/>
                <a:gd name="connsiteX8207" fmla="*/ 2045780 w 3219450"/>
                <a:gd name="connsiteY8207" fmla="*/ 2168176 h 2495550"/>
                <a:gd name="connsiteX8208" fmla="*/ 2051399 w 3219450"/>
                <a:gd name="connsiteY8208" fmla="*/ 2171319 h 2495550"/>
                <a:gd name="connsiteX8209" fmla="*/ 2052923 w 3219450"/>
                <a:gd name="connsiteY8209" fmla="*/ 2171700 h 2495550"/>
                <a:gd name="connsiteX8210" fmla="*/ 2054447 w 3219450"/>
                <a:gd name="connsiteY8210" fmla="*/ 2171224 h 2495550"/>
                <a:gd name="connsiteX8211" fmla="*/ 2055781 w 3219450"/>
                <a:gd name="connsiteY8211" fmla="*/ 2170081 h 2495550"/>
                <a:gd name="connsiteX8212" fmla="*/ 2056543 w 3219450"/>
                <a:gd name="connsiteY8212" fmla="*/ 2168557 h 2495550"/>
                <a:gd name="connsiteX8213" fmla="*/ 2056448 w 3219450"/>
                <a:gd name="connsiteY8213" fmla="*/ 2167033 h 2495550"/>
                <a:gd name="connsiteX8214" fmla="*/ 2058543 w 3219450"/>
                <a:gd name="connsiteY8214" fmla="*/ 2165890 h 2495550"/>
                <a:gd name="connsiteX8215" fmla="*/ 2058829 w 3219450"/>
                <a:gd name="connsiteY8215" fmla="*/ 2165604 h 2495550"/>
                <a:gd name="connsiteX8216" fmla="*/ 2059114 w 3219450"/>
                <a:gd name="connsiteY8216" fmla="*/ 2165033 h 2495550"/>
                <a:gd name="connsiteX8217" fmla="*/ 2059305 w 3219450"/>
                <a:gd name="connsiteY8217" fmla="*/ 2164747 h 2495550"/>
                <a:gd name="connsiteX8218" fmla="*/ 2059591 w 3219450"/>
                <a:gd name="connsiteY8218" fmla="*/ 2164652 h 2495550"/>
                <a:gd name="connsiteX8219" fmla="*/ 2060924 w 3219450"/>
                <a:gd name="connsiteY8219" fmla="*/ 2164747 h 2495550"/>
                <a:gd name="connsiteX8220" fmla="*/ 2061305 w 3219450"/>
                <a:gd name="connsiteY8220" fmla="*/ 2164366 h 2495550"/>
                <a:gd name="connsiteX8221" fmla="*/ 2061401 w 3219450"/>
                <a:gd name="connsiteY8221" fmla="*/ 2162747 h 2495550"/>
                <a:gd name="connsiteX8222" fmla="*/ 2061591 w 3219450"/>
                <a:gd name="connsiteY8222" fmla="*/ 2162366 h 2495550"/>
                <a:gd name="connsiteX8223" fmla="*/ 2063972 w 3219450"/>
                <a:gd name="connsiteY8223" fmla="*/ 2161223 h 2495550"/>
                <a:gd name="connsiteX8224" fmla="*/ 2064639 w 3219450"/>
                <a:gd name="connsiteY8224" fmla="*/ 2161508 h 2495550"/>
                <a:gd name="connsiteX8225" fmla="*/ 2065020 w 3219450"/>
                <a:gd name="connsiteY8225" fmla="*/ 2161223 h 2495550"/>
                <a:gd name="connsiteX8226" fmla="*/ 2065401 w 3219450"/>
                <a:gd name="connsiteY8226" fmla="*/ 2160746 h 2495550"/>
                <a:gd name="connsiteX8227" fmla="*/ 2065973 w 3219450"/>
                <a:gd name="connsiteY8227" fmla="*/ 2160461 h 2495550"/>
                <a:gd name="connsiteX8228" fmla="*/ 2066735 w 3219450"/>
                <a:gd name="connsiteY8228" fmla="*/ 2160746 h 2495550"/>
                <a:gd name="connsiteX8229" fmla="*/ 2067306 w 3219450"/>
                <a:gd name="connsiteY8229" fmla="*/ 2161413 h 2495550"/>
                <a:gd name="connsiteX8230" fmla="*/ 2067687 w 3219450"/>
                <a:gd name="connsiteY8230" fmla="*/ 2162270 h 2495550"/>
                <a:gd name="connsiteX8231" fmla="*/ 2068354 w 3219450"/>
                <a:gd name="connsiteY8231" fmla="*/ 2164461 h 2495550"/>
                <a:gd name="connsiteX8232" fmla="*/ 2068830 w 3219450"/>
                <a:gd name="connsiteY8232" fmla="*/ 2165509 h 2495550"/>
                <a:gd name="connsiteX8233" fmla="*/ 2070545 w 3219450"/>
                <a:gd name="connsiteY8233" fmla="*/ 2166557 h 2495550"/>
                <a:gd name="connsiteX8234" fmla="*/ 2071402 w 3219450"/>
                <a:gd name="connsiteY8234" fmla="*/ 2166080 h 2495550"/>
                <a:gd name="connsiteX8235" fmla="*/ 2072926 w 3219450"/>
                <a:gd name="connsiteY8235" fmla="*/ 2165509 h 2495550"/>
                <a:gd name="connsiteX8236" fmla="*/ 2073783 w 3219450"/>
                <a:gd name="connsiteY8236" fmla="*/ 2164556 h 2495550"/>
                <a:gd name="connsiteX8237" fmla="*/ 2074164 w 3219450"/>
                <a:gd name="connsiteY8237" fmla="*/ 2164080 h 2495550"/>
                <a:gd name="connsiteX8238" fmla="*/ 2074259 w 3219450"/>
                <a:gd name="connsiteY8238" fmla="*/ 2163699 h 2495550"/>
                <a:gd name="connsiteX8239" fmla="*/ 2074545 w 3219450"/>
                <a:gd name="connsiteY8239" fmla="*/ 2162937 h 2495550"/>
                <a:gd name="connsiteX8240" fmla="*/ 2074640 w 3219450"/>
                <a:gd name="connsiteY8240" fmla="*/ 2162461 h 2495550"/>
                <a:gd name="connsiteX8241" fmla="*/ 2074736 w 3219450"/>
                <a:gd name="connsiteY8241" fmla="*/ 2161985 h 2495550"/>
                <a:gd name="connsiteX8242" fmla="*/ 2075021 w 3219450"/>
                <a:gd name="connsiteY8242" fmla="*/ 2161889 h 2495550"/>
                <a:gd name="connsiteX8243" fmla="*/ 2075402 w 3219450"/>
                <a:gd name="connsiteY8243" fmla="*/ 2161889 h 2495550"/>
                <a:gd name="connsiteX8244" fmla="*/ 2076164 w 3219450"/>
                <a:gd name="connsiteY8244" fmla="*/ 2161699 h 2495550"/>
                <a:gd name="connsiteX8245" fmla="*/ 2076641 w 3219450"/>
                <a:gd name="connsiteY8245" fmla="*/ 2161318 h 2495550"/>
                <a:gd name="connsiteX8246" fmla="*/ 2076831 w 3219450"/>
                <a:gd name="connsiteY8246" fmla="*/ 2160651 h 2495550"/>
                <a:gd name="connsiteX8247" fmla="*/ 2076450 w 3219450"/>
                <a:gd name="connsiteY8247" fmla="*/ 2159984 h 2495550"/>
                <a:gd name="connsiteX8248" fmla="*/ 2076355 w 3219450"/>
                <a:gd name="connsiteY8248" fmla="*/ 2159699 h 2495550"/>
                <a:gd name="connsiteX8249" fmla="*/ 2076450 w 3219450"/>
                <a:gd name="connsiteY8249" fmla="*/ 2159318 h 2495550"/>
                <a:gd name="connsiteX8250" fmla="*/ 2076545 w 3219450"/>
                <a:gd name="connsiteY8250" fmla="*/ 2158270 h 2495550"/>
                <a:gd name="connsiteX8251" fmla="*/ 2076355 w 3219450"/>
                <a:gd name="connsiteY8251" fmla="*/ 2157222 h 2495550"/>
                <a:gd name="connsiteX8252" fmla="*/ 2076355 w 3219450"/>
                <a:gd name="connsiteY8252" fmla="*/ 2156460 h 2495550"/>
                <a:gd name="connsiteX8253" fmla="*/ 2076260 w 3219450"/>
                <a:gd name="connsiteY8253" fmla="*/ 2155222 h 2495550"/>
                <a:gd name="connsiteX8254" fmla="*/ 2076355 w 3219450"/>
                <a:gd name="connsiteY8254" fmla="*/ 2153888 h 2495550"/>
                <a:gd name="connsiteX8255" fmla="*/ 2076641 w 3219450"/>
                <a:gd name="connsiteY8255" fmla="*/ 2152841 h 2495550"/>
                <a:gd name="connsiteX8256" fmla="*/ 2076545 w 3219450"/>
                <a:gd name="connsiteY8256" fmla="*/ 2151412 h 2495550"/>
                <a:gd name="connsiteX8257" fmla="*/ 2076831 w 3219450"/>
                <a:gd name="connsiteY8257" fmla="*/ 2150459 h 2495550"/>
                <a:gd name="connsiteX8258" fmla="*/ 2078451 w 3219450"/>
                <a:gd name="connsiteY8258" fmla="*/ 2151698 h 2495550"/>
                <a:gd name="connsiteX8259" fmla="*/ 2079498 w 3219450"/>
                <a:gd name="connsiteY8259" fmla="*/ 2150174 h 2495550"/>
                <a:gd name="connsiteX8260" fmla="*/ 2079879 w 3219450"/>
                <a:gd name="connsiteY8260" fmla="*/ 2146745 h 2495550"/>
                <a:gd name="connsiteX8261" fmla="*/ 2081213 w 3219450"/>
                <a:gd name="connsiteY8261" fmla="*/ 2146078 h 2495550"/>
                <a:gd name="connsiteX8262" fmla="*/ 2081213 w 3219450"/>
                <a:gd name="connsiteY8262" fmla="*/ 2146935 h 2495550"/>
                <a:gd name="connsiteX8263" fmla="*/ 2081403 w 3219450"/>
                <a:gd name="connsiteY8263" fmla="*/ 2147888 h 2495550"/>
                <a:gd name="connsiteX8264" fmla="*/ 2081689 w 3219450"/>
                <a:gd name="connsiteY8264" fmla="*/ 2148745 h 2495550"/>
                <a:gd name="connsiteX8265" fmla="*/ 2082165 w 3219450"/>
                <a:gd name="connsiteY8265" fmla="*/ 2149412 h 2495550"/>
                <a:gd name="connsiteX8266" fmla="*/ 2081689 w 3219450"/>
                <a:gd name="connsiteY8266" fmla="*/ 2150364 h 2495550"/>
                <a:gd name="connsiteX8267" fmla="*/ 2082070 w 3219450"/>
                <a:gd name="connsiteY8267" fmla="*/ 2151126 h 2495550"/>
                <a:gd name="connsiteX8268" fmla="*/ 2081594 w 3219450"/>
                <a:gd name="connsiteY8268" fmla="*/ 2152079 h 2495550"/>
                <a:gd name="connsiteX8269" fmla="*/ 2081308 w 3219450"/>
                <a:gd name="connsiteY8269" fmla="*/ 2152936 h 2495550"/>
                <a:gd name="connsiteX8270" fmla="*/ 2081689 w 3219450"/>
                <a:gd name="connsiteY8270" fmla="*/ 2154841 h 2495550"/>
                <a:gd name="connsiteX8271" fmla="*/ 2082832 w 3219450"/>
                <a:gd name="connsiteY8271" fmla="*/ 2156460 h 2495550"/>
                <a:gd name="connsiteX8272" fmla="*/ 2083784 w 3219450"/>
                <a:gd name="connsiteY8272" fmla="*/ 2157127 h 2495550"/>
                <a:gd name="connsiteX8273" fmla="*/ 2084927 w 3219450"/>
                <a:gd name="connsiteY8273" fmla="*/ 2156174 h 2495550"/>
                <a:gd name="connsiteX8274" fmla="*/ 2085785 w 3219450"/>
                <a:gd name="connsiteY8274" fmla="*/ 2155889 h 2495550"/>
                <a:gd name="connsiteX8275" fmla="*/ 2086832 w 3219450"/>
                <a:gd name="connsiteY8275" fmla="*/ 2155984 h 2495550"/>
                <a:gd name="connsiteX8276" fmla="*/ 2087689 w 3219450"/>
                <a:gd name="connsiteY8276" fmla="*/ 2156079 h 2495550"/>
                <a:gd name="connsiteX8277" fmla="*/ 2088547 w 3219450"/>
                <a:gd name="connsiteY8277" fmla="*/ 2155412 h 2495550"/>
                <a:gd name="connsiteX8278" fmla="*/ 2088737 w 3219450"/>
                <a:gd name="connsiteY8278" fmla="*/ 2155031 h 2495550"/>
                <a:gd name="connsiteX8279" fmla="*/ 2088928 w 3219450"/>
                <a:gd name="connsiteY8279" fmla="*/ 2154460 h 2495550"/>
                <a:gd name="connsiteX8280" fmla="*/ 2089023 w 3219450"/>
                <a:gd name="connsiteY8280" fmla="*/ 2153793 h 2495550"/>
                <a:gd name="connsiteX8281" fmla="*/ 2088547 w 3219450"/>
                <a:gd name="connsiteY8281" fmla="*/ 2152650 h 2495550"/>
                <a:gd name="connsiteX8282" fmla="*/ 2088737 w 3219450"/>
                <a:gd name="connsiteY8282" fmla="*/ 2151983 h 2495550"/>
                <a:gd name="connsiteX8283" fmla="*/ 2089404 w 3219450"/>
                <a:gd name="connsiteY8283" fmla="*/ 2150745 h 2495550"/>
                <a:gd name="connsiteX8284" fmla="*/ 2089976 w 3219450"/>
                <a:gd name="connsiteY8284" fmla="*/ 2150650 h 2495550"/>
                <a:gd name="connsiteX8285" fmla="*/ 2090261 w 3219450"/>
                <a:gd name="connsiteY8285" fmla="*/ 2150555 h 2495550"/>
                <a:gd name="connsiteX8286" fmla="*/ 2090452 w 3219450"/>
                <a:gd name="connsiteY8286" fmla="*/ 2150269 h 2495550"/>
                <a:gd name="connsiteX8287" fmla="*/ 2090643 w 3219450"/>
                <a:gd name="connsiteY8287" fmla="*/ 2149793 h 2495550"/>
                <a:gd name="connsiteX8288" fmla="*/ 2091119 w 3219450"/>
                <a:gd name="connsiteY8288" fmla="*/ 2148935 h 2495550"/>
                <a:gd name="connsiteX8289" fmla="*/ 2091309 w 3219450"/>
                <a:gd name="connsiteY8289" fmla="*/ 2148459 h 2495550"/>
                <a:gd name="connsiteX8290" fmla="*/ 2091595 w 3219450"/>
                <a:gd name="connsiteY8290" fmla="*/ 2148078 h 2495550"/>
                <a:gd name="connsiteX8291" fmla="*/ 2092166 w 3219450"/>
                <a:gd name="connsiteY8291" fmla="*/ 2147983 h 2495550"/>
                <a:gd name="connsiteX8292" fmla="*/ 2092833 w 3219450"/>
                <a:gd name="connsiteY8292" fmla="*/ 2148078 h 2495550"/>
                <a:gd name="connsiteX8293" fmla="*/ 2094167 w 3219450"/>
                <a:gd name="connsiteY8293" fmla="*/ 2148745 h 2495550"/>
                <a:gd name="connsiteX8294" fmla="*/ 2094738 w 3219450"/>
                <a:gd name="connsiteY8294" fmla="*/ 2148745 h 2495550"/>
                <a:gd name="connsiteX8295" fmla="*/ 2096834 w 3219450"/>
                <a:gd name="connsiteY8295" fmla="*/ 2148269 h 2495550"/>
                <a:gd name="connsiteX8296" fmla="*/ 2094833 w 3219450"/>
                <a:gd name="connsiteY8296" fmla="*/ 2145411 h 2495550"/>
                <a:gd name="connsiteX8297" fmla="*/ 2094262 w 3219450"/>
                <a:gd name="connsiteY8297" fmla="*/ 2144649 h 2495550"/>
                <a:gd name="connsiteX8298" fmla="*/ 2092928 w 3219450"/>
                <a:gd name="connsiteY8298" fmla="*/ 2143220 h 2495550"/>
                <a:gd name="connsiteX8299" fmla="*/ 2092357 w 3219450"/>
                <a:gd name="connsiteY8299" fmla="*/ 2142077 h 2495550"/>
                <a:gd name="connsiteX8300" fmla="*/ 2091595 w 3219450"/>
                <a:gd name="connsiteY8300" fmla="*/ 2140934 h 2495550"/>
                <a:gd name="connsiteX8301" fmla="*/ 2087594 w 3219450"/>
                <a:gd name="connsiteY8301" fmla="*/ 2134362 h 2495550"/>
                <a:gd name="connsiteX8302" fmla="*/ 2085594 w 3219450"/>
                <a:gd name="connsiteY8302" fmla="*/ 2132267 h 2495550"/>
                <a:gd name="connsiteX8303" fmla="*/ 2084356 w 3219450"/>
                <a:gd name="connsiteY8303" fmla="*/ 2131314 h 2495550"/>
                <a:gd name="connsiteX8304" fmla="*/ 2084070 w 3219450"/>
                <a:gd name="connsiteY8304" fmla="*/ 2130838 h 2495550"/>
                <a:gd name="connsiteX8305" fmla="*/ 2083975 w 3219450"/>
                <a:gd name="connsiteY8305" fmla="*/ 2129790 h 2495550"/>
                <a:gd name="connsiteX8306" fmla="*/ 2084356 w 3219450"/>
                <a:gd name="connsiteY8306" fmla="*/ 2125885 h 2495550"/>
                <a:gd name="connsiteX8307" fmla="*/ 2085023 w 3219450"/>
                <a:gd name="connsiteY8307" fmla="*/ 2126552 h 2495550"/>
                <a:gd name="connsiteX8308" fmla="*/ 2087880 w 3219450"/>
                <a:gd name="connsiteY8308" fmla="*/ 2131409 h 2495550"/>
                <a:gd name="connsiteX8309" fmla="*/ 2088452 w 3219450"/>
                <a:gd name="connsiteY8309" fmla="*/ 2132648 h 2495550"/>
                <a:gd name="connsiteX8310" fmla="*/ 2089118 w 3219450"/>
                <a:gd name="connsiteY8310" fmla="*/ 2135696 h 2495550"/>
                <a:gd name="connsiteX8311" fmla="*/ 2090261 w 3219450"/>
                <a:gd name="connsiteY8311" fmla="*/ 2137505 h 2495550"/>
                <a:gd name="connsiteX8312" fmla="*/ 2091690 w 3219450"/>
                <a:gd name="connsiteY8312" fmla="*/ 2139125 h 2495550"/>
                <a:gd name="connsiteX8313" fmla="*/ 2094262 w 3219450"/>
                <a:gd name="connsiteY8313" fmla="*/ 2141125 h 2495550"/>
                <a:gd name="connsiteX8314" fmla="*/ 2094548 w 3219450"/>
                <a:gd name="connsiteY8314" fmla="*/ 2141506 h 2495550"/>
                <a:gd name="connsiteX8315" fmla="*/ 2094738 w 3219450"/>
                <a:gd name="connsiteY8315" fmla="*/ 2141982 h 2495550"/>
                <a:gd name="connsiteX8316" fmla="*/ 2094833 w 3219450"/>
                <a:gd name="connsiteY8316" fmla="*/ 2143030 h 2495550"/>
                <a:gd name="connsiteX8317" fmla="*/ 2094929 w 3219450"/>
                <a:gd name="connsiteY8317" fmla="*/ 2143411 h 2495550"/>
                <a:gd name="connsiteX8318" fmla="*/ 2097405 w 3219450"/>
                <a:gd name="connsiteY8318" fmla="*/ 2145792 h 2495550"/>
                <a:gd name="connsiteX8319" fmla="*/ 2097786 w 3219450"/>
                <a:gd name="connsiteY8319" fmla="*/ 2146745 h 2495550"/>
                <a:gd name="connsiteX8320" fmla="*/ 2098167 w 3219450"/>
                <a:gd name="connsiteY8320" fmla="*/ 2147983 h 2495550"/>
                <a:gd name="connsiteX8321" fmla="*/ 2099977 w 3219450"/>
                <a:gd name="connsiteY8321" fmla="*/ 2149602 h 2495550"/>
                <a:gd name="connsiteX8322" fmla="*/ 2101311 w 3219450"/>
                <a:gd name="connsiteY8322" fmla="*/ 2149793 h 2495550"/>
                <a:gd name="connsiteX8323" fmla="*/ 2102072 w 3219450"/>
                <a:gd name="connsiteY8323" fmla="*/ 2148840 h 2495550"/>
                <a:gd name="connsiteX8324" fmla="*/ 2103311 w 3219450"/>
                <a:gd name="connsiteY8324" fmla="*/ 2147697 h 2495550"/>
                <a:gd name="connsiteX8325" fmla="*/ 2103692 w 3219450"/>
                <a:gd name="connsiteY8325" fmla="*/ 2147221 h 2495550"/>
                <a:gd name="connsiteX8326" fmla="*/ 2103787 w 3219450"/>
                <a:gd name="connsiteY8326" fmla="*/ 2147126 h 2495550"/>
                <a:gd name="connsiteX8327" fmla="*/ 2103787 w 3219450"/>
                <a:gd name="connsiteY8327" fmla="*/ 2147126 h 2495550"/>
                <a:gd name="connsiteX8328" fmla="*/ 2103406 w 3219450"/>
                <a:gd name="connsiteY8328" fmla="*/ 2146554 h 2495550"/>
                <a:gd name="connsiteX8329" fmla="*/ 2103406 w 3219450"/>
                <a:gd name="connsiteY8329" fmla="*/ 2146554 h 2495550"/>
                <a:gd name="connsiteX8330" fmla="*/ 2104263 w 3219450"/>
                <a:gd name="connsiteY8330" fmla="*/ 2146078 h 2495550"/>
                <a:gd name="connsiteX8331" fmla="*/ 2105025 w 3219450"/>
                <a:gd name="connsiteY8331" fmla="*/ 2146268 h 2495550"/>
                <a:gd name="connsiteX8332" fmla="*/ 2105502 w 3219450"/>
                <a:gd name="connsiteY8332" fmla="*/ 2145411 h 2495550"/>
                <a:gd name="connsiteX8333" fmla="*/ 2106930 w 3219450"/>
                <a:gd name="connsiteY8333" fmla="*/ 2145125 h 2495550"/>
                <a:gd name="connsiteX8334" fmla="*/ 2107026 w 3219450"/>
                <a:gd name="connsiteY8334" fmla="*/ 2144268 h 2495550"/>
                <a:gd name="connsiteX8335" fmla="*/ 2106740 w 3219450"/>
                <a:gd name="connsiteY8335" fmla="*/ 2143697 h 2495550"/>
                <a:gd name="connsiteX8336" fmla="*/ 2106359 w 3219450"/>
                <a:gd name="connsiteY8336" fmla="*/ 2143506 h 2495550"/>
                <a:gd name="connsiteX8337" fmla="*/ 2106263 w 3219450"/>
                <a:gd name="connsiteY8337" fmla="*/ 2142458 h 2495550"/>
                <a:gd name="connsiteX8338" fmla="*/ 2106168 w 3219450"/>
                <a:gd name="connsiteY8338" fmla="*/ 2141601 h 2495550"/>
                <a:gd name="connsiteX8339" fmla="*/ 2106645 w 3219450"/>
                <a:gd name="connsiteY8339" fmla="*/ 2141125 h 2495550"/>
                <a:gd name="connsiteX8340" fmla="*/ 2107121 w 3219450"/>
                <a:gd name="connsiteY8340" fmla="*/ 2140744 h 2495550"/>
                <a:gd name="connsiteX8341" fmla="*/ 2107311 w 3219450"/>
                <a:gd name="connsiteY8341" fmla="*/ 2140172 h 2495550"/>
                <a:gd name="connsiteX8342" fmla="*/ 2107311 w 3219450"/>
                <a:gd name="connsiteY8342" fmla="*/ 2139315 h 2495550"/>
                <a:gd name="connsiteX8343" fmla="*/ 2107406 w 3219450"/>
                <a:gd name="connsiteY8343" fmla="*/ 2138839 h 2495550"/>
                <a:gd name="connsiteX8344" fmla="*/ 2107978 w 3219450"/>
                <a:gd name="connsiteY8344" fmla="*/ 2137696 h 2495550"/>
                <a:gd name="connsiteX8345" fmla="*/ 2106454 w 3219450"/>
                <a:gd name="connsiteY8345" fmla="*/ 2137601 h 2495550"/>
                <a:gd name="connsiteX8346" fmla="*/ 2105216 w 3219450"/>
                <a:gd name="connsiteY8346" fmla="*/ 2137029 h 2495550"/>
                <a:gd name="connsiteX8347" fmla="*/ 2104835 w 3219450"/>
                <a:gd name="connsiteY8347" fmla="*/ 2136172 h 2495550"/>
                <a:gd name="connsiteX8348" fmla="*/ 2104549 w 3219450"/>
                <a:gd name="connsiteY8348" fmla="*/ 2133791 h 2495550"/>
                <a:gd name="connsiteX8349" fmla="*/ 2105406 w 3219450"/>
                <a:gd name="connsiteY8349" fmla="*/ 2131409 h 2495550"/>
                <a:gd name="connsiteX8350" fmla="*/ 2107121 w 3219450"/>
                <a:gd name="connsiteY8350" fmla="*/ 2128933 h 2495550"/>
                <a:gd name="connsiteX8351" fmla="*/ 2107311 w 3219450"/>
                <a:gd name="connsiteY8351" fmla="*/ 2125980 h 2495550"/>
                <a:gd name="connsiteX8352" fmla="*/ 2105406 w 3219450"/>
                <a:gd name="connsiteY8352" fmla="*/ 2123789 h 2495550"/>
                <a:gd name="connsiteX8353" fmla="*/ 2104835 w 3219450"/>
                <a:gd name="connsiteY8353" fmla="*/ 2122456 h 2495550"/>
                <a:gd name="connsiteX8354" fmla="*/ 2102930 w 3219450"/>
                <a:gd name="connsiteY8354" fmla="*/ 2120551 h 2495550"/>
                <a:gd name="connsiteX8355" fmla="*/ 2100834 w 3219450"/>
                <a:gd name="connsiteY8355" fmla="*/ 2118932 h 2495550"/>
                <a:gd name="connsiteX8356" fmla="*/ 2100358 w 3219450"/>
                <a:gd name="connsiteY8356" fmla="*/ 2117979 h 2495550"/>
                <a:gd name="connsiteX8357" fmla="*/ 2099691 w 3219450"/>
                <a:gd name="connsiteY8357" fmla="*/ 2117503 h 2495550"/>
                <a:gd name="connsiteX8358" fmla="*/ 2096643 w 3219450"/>
                <a:gd name="connsiteY8358" fmla="*/ 2116265 h 2495550"/>
                <a:gd name="connsiteX8359" fmla="*/ 2095691 w 3219450"/>
                <a:gd name="connsiteY8359" fmla="*/ 2115217 h 2495550"/>
                <a:gd name="connsiteX8360" fmla="*/ 2098262 w 3219450"/>
                <a:gd name="connsiteY8360" fmla="*/ 2116265 h 2495550"/>
                <a:gd name="connsiteX8361" fmla="*/ 2099024 w 3219450"/>
                <a:gd name="connsiteY8361" fmla="*/ 2116836 h 2495550"/>
                <a:gd name="connsiteX8362" fmla="*/ 2099691 w 3219450"/>
                <a:gd name="connsiteY8362" fmla="*/ 2115979 h 2495550"/>
                <a:gd name="connsiteX8363" fmla="*/ 2100263 w 3219450"/>
                <a:gd name="connsiteY8363" fmla="*/ 2115598 h 2495550"/>
                <a:gd name="connsiteX8364" fmla="*/ 2101882 w 3219450"/>
                <a:gd name="connsiteY8364" fmla="*/ 2114931 h 2495550"/>
                <a:gd name="connsiteX8365" fmla="*/ 2099024 w 3219450"/>
                <a:gd name="connsiteY8365" fmla="*/ 2113312 h 2495550"/>
                <a:gd name="connsiteX8366" fmla="*/ 2098262 w 3219450"/>
                <a:gd name="connsiteY8366" fmla="*/ 2112645 h 2495550"/>
                <a:gd name="connsiteX8367" fmla="*/ 2095214 w 3219450"/>
                <a:gd name="connsiteY8367" fmla="*/ 2108930 h 2495550"/>
                <a:gd name="connsiteX8368" fmla="*/ 2094262 w 3219450"/>
                <a:gd name="connsiteY8368" fmla="*/ 2108454 h 2495550"/>
                <a:gd name="connsiteX8369" fmla="*/ 2093309 w 3219450"/>
                <a:gd name="connsiteY8369" fmla="*/ 2108549 h 2495550"/>
                <a:gd name="connsiteX8370" fmla="*/ 2092262 w 3219450"/>
                <a:gd name="connsiteY8370" fmla="*/ 2108930 h 2495550"/>
                <a:gd name="connsiteX8371" fmla="*/ 2091214 w 3219450"/>
                <a:gd name="connsiteY8371" fmla="*/ 2109121 h 2495550"/>
                <a:gd name="connsiteX8372" fmla="*/ 2090738 w 3219450"/>
                <a:gd name="connsiteY8372" fmla="*/ 2108930 h 2495550"/>
                <a:gd name="connsiteX8373" fmla="*/ 2089690 w 3219450"/>
                <a:gd name="connsiteY8373" fmla="*/ 2108168 h 2495550"/>
                <a:gd name="connsiteX8374" fmla="*/ 2089404 w 3219450"/>
                <a:gd name="connsiteY8374" fmla="*/ 2107978 h 2495550"/>
                <a:gd name="connsiteX8375" fmla="*/ 2088166 w 3219450"/>
                <a:gd name="connsiteY8375" fmla="*/ 2107883 h 2495550"/>
                <a:gd name="connsiteX8376" fmla="*/ 2087023 w 3219450"/>
                <a:gd name="connsiteY8376" fmla="*/ 2107597 h 2495550"/>
                <a:gd name="connsiteX8377" fmla="*/ 2087023 w 3219450"/>
                <a:gd name="connsiteY8377" fmla="*/ 2107216 h 2495550"/>
                <a:gd name="connsiteX8378" fmla="*/ 2091976 w 3219450"/>
                <a:gd name="connsiteY8378" fmla="*/ 2108264 h 2495550"/>
                <a:gd name="connsiteX8379" fmla="*/ 2093500 w 3219450"/>
                <a:gd name="connsiteY8379" fmla="*/ 2108073 h 2495550"/>
                <a:gd name="connsiteX8380" fmla="*/ 2098453 w 3219450"/>
                <a:gd name="connsiteY8380" fmla="*/ 2106168 h 2495550"/>
                <a:gd name="connsiteX8381" fmla="*/ 2099310 w 3219450"/>
                <a:gd name="connsiteY8381" fmla="*/ 2106359 h 2495550"/>
                <a:gd name="connsiteX8382" fmla="*/ 2100453 w 3219450"/>
                <a:gd name="connsiteY8382" fmla="*/ 2106930 h 2495550"/>
                <a:gd name="connsiteX8383" fmla="*/ 2100739 w 3219450"/>
                <a:gd name="connsiteY8383" fmla="*/ 2106930 h 2495550"/>
                <a:gd name="connsiteX8384" fmla="*/ 2101311 w 3219450"/>
                <a:gd name="connsiteY8384" fmla="*/ 2106549 h 2495550"/>
                <a:gd name="connsiteX8385" fmla="*/ 2101311 w 3219450"/>
                <a:gd name="connsiteY8385" fmla="*/ 2106263 h 2495550"/>
                <a:gd name="connsiteX8386" fmla="*/ 2101120 w 3219450"/>
                <a:gd name="connsiteY8386" fmla="*/ 2105882 h 2495550"/>
                <a:gd name="connsiteX8387" fmla="*/ 2101691 w 3219450"/>
                <a:gd name="connsiteY8387" fmla="*/ 2104835 h 2495550"/>
                <a:gd name="connsiteX8388" fmla="*/ 2102358 w 3219450"/>
                <a:gd name="connsiteY8388" fmla="*/ 2102834 h 2495550"/>
                <a:gd name="connsiteX8389" fmla="*/ 2102263 w 3219450"/>
                <a:gd name="connsiteY8389" fmla="*/ 2101120 h 2495550"/>
                <a:gd name="connsiteX8390" fmla="*/ 2101120 w 3219450"/>
                <a:gd name="connsiteY8390" fmla="*/ 2099310 h 2495550"/>
                <a:gd name="connsiteX8391" fmla="*/ 2099596 w 3219450"/>
                <a:gd name="connsiteY8391" fmla="*/ 2098739 h 2495550"/>
                <a:gd name="connsiteX8392" fmla="*/ 2097881 w 3219450"/>
                <a:gd name="connsiteY8392" fmla="*/ 2098548 h 2495550"/>
                <a:gd name="connsiteX8393" fmla="*/ 2096834 w 3219450"/>
                <a:gd name="connsiteY8393" fmla="*/ 2097500 h 2495550"/>
                <a:gd name="connsiteX8394" fmla="*/ 2097786 w 3219450"/>
                <a:gd name="connsiteY8394" fmla="*/ 2096738 h 2495550"/>
                <a:gd name="connsiteX8395" fmla="*/ 2099215 w 3219450"/>
                <a:gd name="connsiteY8395" fmla="*/ 2097215 h 2495550"/>
                <a:gd name="connsiteX8396" fmla="*/ 2101787 w 3219450"/>
                <a:gd name="connsiteY8396" fmla="*/ 2098739 h 2495550"/>
                <a:gd name="connsiteX8397" fmla="*/ 2102549 w 3219450"/>
                <a:gd name="connsiteY8397" fmla="*/ 2098739 h 2495550"/>
                <a:gd name="connsiteX8398" fmla="*/ 2103406 w 3219450"/>
                <a:gd name="connsiteY8398" fmla="*/ 2098453 h 2495550"/>
                <a:gd name="connsiteX8399" fmla="*/ 2104073 w 3219450"/>
                <a:gd name="connsiteY8399" fmla="*/ 2097977 h 2495550"/>
                <a:gd name="connsiteX8400" fmla="*/ 2104358 w 3219450"/>
                <a:gd name="connsiteY8400" fmla="*/ 2097310 h 2495550"/>
                <a:gd name="connsiteX8401" fmla="*/ 2104835 w 3219450"/>
                <a:gd name="connsiteY8401" fmla="*/ 2097215 h 2495550"/>
                <a:gd name="connsiteX8402" fmla="*/ 2106740 w 3219450"/>
                <a:gd name="connsiteY8402" fmla="*/ 2096167 h 2495550"/>
                <a:gd name="connsiteX8403" fmla="*/ 2107026 w 3219450"/>
                <a:gd name="connsiteY8403" fmla="*/ 2095881 h 2495550"/>
                <a:gd name="connsiteX8404" fmla="*/ 2108740 w 3219450"/>
                <a:gd name="connsiteY8404" fmla="*/ 2095500 h 2495550"/>
                <a:gd name="connsiteX8405" fmla="*/ 2111216 w 3219450"/>
                <a:gd name="connsiteY8405" fmla="*/ 2093690 h 2495550"/>
                <a:gd name="connsiteX8406" fmla="*/ 2112740 w 3219450"/>
                <a:gd name="connsiteY8406" fmla="*/ 2093309 h 2495550"/>
                <a:gd name="connsiteX8407" fmla="*/ 2113598 w 3219450"/>
                <a:gd name="connsiteY8407" fmla="*/ 2093405 h 2495550"/>
                <a:gd name="connsiteX8408" fmla="*/ 2114931 w 3219450"/>
                <a:gd name="connsiteY8408" fmla="*/ 2094071 h 2495550"/>
                <a:gd name="connsiteX8409" fmla="*/ 2115788 w 3219450"/>
                <a:gd name="connsiteY8409" fmla="*/ 2094357 h 2495550"/>
                <a:gd name="connsiteX8410" fmla="*/ 2117694 w 3219450"/>
                <a:gd name="connsiteY8410" fmla="*/ 2094548 h 2495550"/>
                <a:gd name="connsiteX8411" fmla="*/ 2118455 w 3219450"/>
                <a:gd name="connsiteY8411" fmla="*/ 2094833 h 2495550"/>
                <a:gd name="connsiteX8412" fmla="*/ 2119313 w 3219450"/>
                <a:gd name="connsiteY8412" fmla="*/ 2095500 h 2495550"/>
                <a:gd name="connsiteX8413" fmla="*/ 2117789 w 3219450"/>
                <a:gd name="connsiteY8413" fmla="*/ 2094929 h 2495550"/>
                <a:gd name="connsiteX8414" fmla="*/ 2116931 w 3219450"/>
                <a:gd name="connsiteY8414" fmla="*/ 2094738 h 2495550"/>
                <a:gd name="connsiteX8415" fmla="*/ 2115503 w 3219450"/>
                <a:gd name="connsiteY8415" fmla="*/ 2095310 h 2495550"/>
                <a:gd name="connsiteX8416" fmla="*/ 2114741 w 3219450"/>
                <a:gd name="connsiteY8416" fmla="*/ 2095024 h 2495550"/>
                <a:gd name="connsiteX8417" fmla="*/ 2114074 w 3219450"/>
                <a:gd name="connsiteY8417" fmla="*/ 2094548 h 2495550"/>
                <a:gd name="connsiteX8418" fmla="*/ 2113503 w 3219450"/>
                <a:gd name="connsiteY8418" fmla="*/ 2094357 h 2495550"/>
                <a:gd name="connsiteX8419" fmla="*/ 2111978 w 3219450"/>
                <a:gd name="connsiteY8419" fmla="*/ 2094643 h 2495550"/>
                <a:gd name="connsiteX8420" fmla="*/ 2109121 w 3219450"/>
                <a:gd name="connsiteY8420" fmla="*/ 2095976 h 2495550"/>
                <a:gd name="connsiteX8421" fmla="*/ 2106168 w 3219450"/>
                <a:gd name="connsiteY8421" fmla="*/ 2096548 h 2495550"/>
                <a:gd name="connsiteX8422" fmla="*/ 2104835 w 3219450"/>
                <a:gd name="connsiteY8422" fmla="*/ 2097405 h 2495550"/>
                <a:gd name="connsiteX8423" fmla="*/ 2103787 w 3219450"/>
                <a:gd name="connsiteY8423" fmla="*/ 2098643 h 2495550"/>
                <a:gd name="connsiteX8424" fmla="*/ 2103406 w 3219450"/>
                <a:gd name="connsiteY8424" fmla="*/ 2100072 h 2495550"/>
                <a:gd name="connsiteX8425" fmla="*/ 2103406 w 3219450"/>
                <a:gd name="connsiteY8425" fmla="*/ 2101596 h 2495550"/>
                <a:gd name="connsiteX8426" fmla="*/ 2103596 w 3219450"/>
                <a:gd name="connsiteY8426" fmla="*/ 2102453 h 2495550"/>
                <a:gd name="connsiteX8427" fmla="*/ 2104073 w 3219450"/>
                <a:gd name="connsiteY8427" fmla="*/ 2102930 h 2495550"/>
                <a:gd name="connsiteX8428" fmla="*/ 2104739 w 3219450"/>
                <a:gd name="connsiteY8428" fmla="*/ 2102834 h 2495550"/>
                <a:gd name="connsiteX8429" fmla="*/ 2105311 w 3219450"/>
                <a:gd name="connsiteY8429" fmla="*/ 2102358 h 2495550"/>
                <a:gd name="connsiteX8430" fmla="*/ 2106263 w 3219450"/>
                <a:gd name="connsiteY8430" fmla="*/ 2100929 h 2495550"/>
                <a:gd name="connsiteX8431" fmla="*/ 2106263 w 3219450"/>
                <a:gd name="connsiteY8431" fmla="*/ 2103311 h 2495550"/>
                <a:gd name="connsiteX8432" fmla="*/ 2106168 w 3219450"/>
                <a:gd name="connsiteY8432" fmla="*/ 2104549 h 2495550"/>
                <a:gd name="connsiteX8433" fmla="*/ 2105882 w 3219450"/>
                <a:gd name="connsiteY8433" fmla="*/ 2105597 h 2495550"/>
                <a:gd name="connsiteX8434" fmla="*/ 2106454 w 3219450"/>
                <a:gd name="connsiteY8434" fmla="*/ 2104739 h 2495550"/>
                <a:gd name="connsiteX8435" fmla="*/ 2107121 w 3219450"/>
                <a:gd name="connsiteY8435" fmla="*/ 2101596 h 2495550"/>
                <a:gd name="connsiteX8436" fmla="*/ 2108073 w 3219450"/>
                <a:gd name="connsiteY8436" fmla="*/ 2100167 h 2495550"/>
                <a:gd name="connsiteX8437" fmla="*/ 2107406 w 3219450"/>
                <a:gd name="connsiteY8437" fmla="*/ 2102072 h 2495550"/>
                <a:gd name="connsiteX8438" fmla="*/ 2107311 w 3219450"/>
                <a:gd name="connsiteY8438" fmla="*/ 2102834 h 2495550"/>
                <a:gd name="connsiteX8439" fmla="*/ 2107406 w 3219450"/>
                <a:gd name="connsiteY8439" fmla="*/ 2103596 h 2495550"/>
                <a:gd name="connsiteX8440" fmla="*/ 2107121 w 3219450"/>
                <a:gd name="connsiteY8440" fmla="*/ 2104358 h 2495550"/>
                <a:gd name="connsiteX8441" fmla="*/ 2106930 w 3219450"/>
                <a:gd name="connsiteY8441" fmla="*/ 2105216 h 2495550"/>
                <a:gd name="connsiteX8442" fmla="*/ 2106930 w 3219450"/>
                <a:gd name="connsiteY8442" fmla="*/ 2106073 h 2495550"/>
                <a:gd name="connsiteX8443" fmla="*/ 2107026 w 3219450"/>
                <a:gd name="connsiteY8443" fmla="*/ 2106740 h 2495550"/>
                <a:gd name="connsiteX8444" fmla="*/ 2107311 w 3219450"/>
                <a:gd name="connsiteY8444" fmla="*/ 2106073 h 2495550"/>
                <a:gd name="connsiteX8445" fmla="*/ 2107692 w 3219450"/>
                <a:gd name="connsiteY8445" fmla="*/ 2104263 h 2495550"/>
                <a:gd name="connsiteX8446" fmla="*/ 2107883 w 3219450"/>
                <a:gd name="connsiteY8446" fmla="*/ 2102453 h 2495550"/>
                <a:gd name="connsiteX8447" fmla="*/ 2108169 w 3219450"/>
                <a:gd name="connsiteY8447" fmla="*/ 2101691 h 2495550"/>
                <a:gd name="connsiteX8448" fmla="*/ 2108930 w 3219450"/>
                <a:gd name="connsiteY8448" fmla="*/ 2100167 h 2495550"/>
                <a:gd name="connsiteX8449" fmla="*/ 2109311 w 3219450"/>
                <a:gd name="connsiteY8449" fmla="*/ 2100167 h 2495550"/>
                <a:gd name="connsiteX8450" fmla="*/ 2108549 w 3219450"/>
                <a:gd name="connsiteY8450" fmla="*/ 2102168 h 2495550"/>
                <a:gd name="connsiteX8451" fmla="*/ 2108264 w 3219450"/>
                <a:gd name="connsiteY8451" fmla="*/ 2103311 h 2495550"/>
                <a:gd name="connsiteX8452" fmla="*/ 2108169 w 3219450"/>
                <a:gd name="connsiteY8452" fmla="*/ 2104644 h 2495550"/>
                <a:gd name="connsiteX8453" fmla="*/ 2107883 w 3219450"/>
                <a:gd name="connsiteY8453" fmla="*/ 2105882 h 2495550"/>
                <a:gd name="connsiteX8454" fmla="*/ 2106835 w 3219450"/>
                <a:gd name="connsiteY8454" fmla="*/ 2108454 h 2495550"/>
                <a:gd name="connsiteX8455" fmla="*/ 2107026 w 3219450"/>
                <a:gd name="connsiteY8455" fmla="*/ 2108930 h 2495550"/>
                <a:gd name="connsiteX8456" fmla="*/ 2107121 w 3219450"/>
                <a:gd name="connsiteY8456" fmla="*/ 2108454 h 2495550"/>
                <a:gd name="connsiteX8457" fmla="*/ 2107406 w 3219450"/>
                <a:gd name="connsiteY8457" fmla="*/ 2107978 h 2495550"/>
                <a:gd name="connsiteX8458" fmla="*/ 2107787 w 3219450"/>
                <a:gd name="connsiteY8458" fmla="*/ 2107597 h 2495550"/>
                <a:gd name="connsiteX8459" fmla="*/ 2107502 w 3219450"/>
                <a:gd name="connsiteY8459" fmla="*/ 2108549 h 2495550"/>
                <a:gd name="connsiteX8460" fmla="*/ 2107406 w 3219450"/>
                <a:gd name="connsiteY8460" fmla="*/ 2109788 h 2495550"/>
                <a:gd name="connsiteX8461" fmla="*/ 2107597 w 3219450"/>
                <a:gd name="connsiteY8461" fmla="*/ 2110835 h 2495550"/>
                <a:gd name="connsiteX8462" fmla="*/ 2108169 w 3219450"/>
                <a:gd name="connsiteY8462" fmla="*/ 2111502 h 2495550"/>
                <a:gd name="connsiteX8463" fmla="*/ 2107978 w 3219450"/>
                <a:gd name="connsiteY8463" fmla="*/ 2110835 h 2495550"/>
                <a:gd name="connsiteX8464" fmla="*/ 2107787 w 3219450"/>
                <a:gd name="connsiteY8464" fmla="*/ 2110073 h 2495550"/>
                <a:gd name="connsiteX8465" fmla="*/ 2107787 w 3219450"/>
                <a:gd name="connsiteY8465" fmla="*/ 2109311 h 2495550"/>
                <a:gd name="connsiteX8466" fmla="*/ 2108169 w 3219450"/>
                <a:gd name="connsiteY8466" fmla="*/ 2108549 h 2495550"/>
                <a:gd name="connsiteX8467" fmla="*/ 2108930 w 3219450"/>
                <a:gd name="connsiteY8467" fmla="*/ 2110645 h 2495550"/>
                <a:gd name="connsiteX8468" fmla="*/ 2109502 w 3219450"/>
                <a:gd name="connsiteY8468" fmla="*/ 2111693 h 2495550"/>
                <a:gd name="connsiteX8469" fmla="*/ 2110169 w 3219450"/>
                <a:gd name="connsiteY8469" fmla="*/ 2112550 h 2495550"/>
                <a:gd name="connsiteX8470" fmla="*/ 2110550 w 3219450"/>
                <a:gd name="connsiteY8470" fmla="*/ 2113788 h 2495550"/>
                <a:gd name="connsiteX8471" fmla="*/ 2110169 w 3219450"/>
                <a:gd name="connsiteY8471" fmla="*/ 2115026 h 2495550"/>
                <a:gd name="connsiteX8472" fmla="*/ 2110073 w 3219450"/>
                <a:gd name="connsiteY8472" fmla="*/ 2116074 h 2495550"/>
                <a:gd name="connsiteX8473" fmla="*/ 2111026 w 3219450"/>
                <a:gd name="connsiteY8473" fmla="*/ 2116741 h 2495550"/>
                <a:gd name="connsiteX8474" fmla="*/ 2111693 w 3219450"/>
                <a:gd name="connsiteY8474" fmla="*/ 2116741 h 2495550"/>
                <a:gd name="connsiteX8475" fmla="*/ 2112074 w 3219450"/>
                <a:gd name="connsiteY8475" fmla="*/ 2116455 h 2495550"/>
                <a:gd name="connsiteX8476" fmla="*/ 2112264 w 3219450"/>
                <a:gd name="connsiteY8476" fmla="*/ 2116074 h 2495550"/>
                <a:gd name="connsiteX8477" fmla="*/ 2112550 w 3219450"/>
                <a:gd name="connsiteY8477" fmla="*/ 2115884 h 2495550"/>
                <a:gd name="connsiteX8478" fmla="*/ 2113217 w 3219450"/>
                <a:gd name="connsiteY8478" fmla="*/ 2115788 h 2495550"/>
                <a:gd name="connsiteX8479" fmla="*/ 2114931 w 3219450"/>
                <a:gd name="connsiteY8479" fmla="*/ 2115884 h 2495550"/>
                <a:gd name="connsiteX8480" fmla="*/ 2115693 w 3219450"/>
                <a:gd name="connsiteY8480" fmla="*/ 2116360 h 2495550"/>
                <a:gd name="connsiteX8481" fmla="*/ 2116074 w 3219450"/>
                <a:gd name="connsiteY8481" fmla="*/ 2117408 h 2495550"/>
                <a:gd name="connsiteX8482" fmla="*/ 2116551 w 3219450"/>
                <a:gd name="connsiteY8482" fmla="*/ 2120932 h 2495550"/>
                <a:gd name="connsiteX8483" fmla="*/ 2117598 w 3219450"/>
                <a:gd name="connsiteY8483" fmla="*/ 2121503 h 2495550"/>
                <a:gd name="connsiteX8484" fmla="*/ 2117884 w 3219450"/>
                <a:gd name="connsiteY8484" fmla="*/ 2123218 h 2495550"/>
                <a:gd name="connsiteX8485" fmla="*/ 2118646 w 3219450"/>
                <a:gd name="connsiteY8485" fmla="*/ 2124742 h 2495550"/>
                <a:gd name="connsiteX8486" fmla="*/ 2119122 w 3219450"/>
                <a:gd name="connsiteY8486" fmla="*/ 2125694 h 2495550"/>
                <a:gd name="connsiteX8487" fmla="*/ 2119694 w 3219450"/>
                <a:gd name="connsiteY8487" fmla="*/ 2126552 h 2495550"/>
                <a:gd name="connsiteX8488" fmla="*/ 2120170 w 3219450"/>
                <a:gd name="connsiteY8488" fmla="*/ 2127123 h 2495550"/>
                <a:gd name="connsiteX8489" fmla="*/ 2122075 w 3219450"/>
                <a:gd name="connsiteY8489" fmla="*/ 2128552 h 2495550"/>
                <a:gd name="connsiteX8490" fmla="*/ 2122837 w 3219450"/>
                <a:gd name="connsiteY8490" fmla="*/ 2129409 h 2495550"/>
                <a:gd name="connsiteX8491" fmla="*/ 2122170 w 3219450"/>
                <a:gd name="connsiteY8491" fmla="*/ 2129790 h 2495550"/>
                <a:gd name="connsiteX8492" fmla="*/ 2121313 w 3219450"/>
                <a:gd name="connsiteY8492" fmla="*/ 2129981 h 2495550"/>
                <a:gd name="connsiteX8493" fmla="*/ 2121408 w 3219450"/>
                <a:gd name="connsiteY8493" fmla="*/ 2130933 h 2495550"/>
                <a:gd name="connsiteX8494" fmla="*/ 2121789 w 3219450"/>
                <a:gd name="connsiteY8494" fmla="*/ 2131886 h 2495550"/>
                <a:gd name="connsiteX8495" fmla="*/ 2122170 w 3219450"/>
                <a:gd name="connsiteY8495" fmla="*/ 2132171 h 2495550"/>
                <a:gd name="connsiteX8496" fmla="*/ 2122646 w 3219450"/>
                <a:gd name="connsiteY8496" fmla="*/ 2133314 h 2495550"/>
                <a:gd name="connsiteX8497" fmla="*/ 2123694 w 3219450"/>
                <a:gd name="connsiteY8497" fmla="*/ 2131886 h 2495550"/>
                <a:gd name="connsiteX8498" fmla="*/ 2123694 w 3219450"/>
                <a:gd name="connsiteY8498" fmla="*/ 2131409 h 2495550"/>
                <a:gd name="connsiteX8499" fmla="*/ 2123885 w 3219450"/>
                <a:gd name="connsiteY8499" fmla="*/ 2131314 h 2495550"/>
                <a:gd name="connsiteX8500" fmla="*/ 2123980 w 3219450"/>
                <a:gd name="connsiteY8500" fmla="*/ 2131219 h 2495550"/>
                <a:gd name="connsiteX8501" fmla="*/ 2124456 w 3219450"/>
                <a:gd name="connsiteY8501" fmla="*/ 2131314 h 2495550"/>
                <a:gd name="connsiteX8502" fmla="*/ 2125028 w 3219450"/>
                <a:gd name="connsiteY8502" fmla="*/ 2131219 h 2495550"/>
                <a:gd name="connsiteX8503" fmla="*/ 2125695 w 3219450"/>
                <a:gd name="connsiteY8503" fmla="*/ 2131124 h 2495550"/>
                <a:gd name="connsiteX8504" fmla="*/ 2125790 w 3219450"/>
                <a:gd name="connsiteY8504" fmla="*/ 2130552 h 2495550"/>
                <a:gd name="connsiteX8505" fmla="*/ 2125790 w 3219450"/>
                <a:gd name="connsiteY8505" fmla="*/ 2129981 h 2495550"/>
                <a:gd name="connsiteX8506" fmla="*/ 2125980 w 3219450"/>
                <a:gd name="connsiteY8506" fmla="*/ 2129219 h 2495550"/>
                <a:gd name="connsiteX8507" fmla="*/ 2126456 w 3219450"/>
                <a:gd name="connsiteY8507" fmla="*/ 2128933 h 2495550"/>
                <a:gd name="connsiteX8508" fmla="*/ 2126647 w 3219450"/>
                <a:gd name="connsiteY8508" fmla="*/ 2128361 h 2495550"/>
                <a:gd name="connsiteX8509" fmla="*/ 2127028 w 3219450"/>
                <a:gd name="connsiteY8509" fmla="*/ 2128647 h 2495550"/>
                <a:gd name="connsiteX8510" fmla="*/ 2127790 w 3219450"/>
                <a:gd name="connsiteY8510" fmla="*/ 2128647 h 2495550"/>
                <a:gd name="connsiteX8511" fmla="*/ 2127980 w 3219450"/>
                <a:gd name="connsiteY8511" fmla="*/ 2128742 h 2495550"/>
                <a:gd name="connsiteX8512" fmla="*/ 2128647 w 3219450"/>
                <a:gd name="connsiteY8512" fmla="*/ 2128838 h 2495550"/>
                <a:gd name="connsiteX8513" fmla="*/ 2129695 w 3219450"/>
                <a:gd name="connsiteY8513" fmla="*/ 2129314 h 2495550"/>
                <a:gd name="connsiteX8514" fmla="*/ 2130552 w 3219450"/>
                <a:gd name="connsiteY8514" fmla="*/ 2129790 h 2495550"/>
                <a:gd name="connsiteX8515" fmla="*/ 2130552 w 3219450"/>
                <a:gd name="connsiteY8515" fmla="*/ 2129790 h 2495550"/>
                <a:gd name="connsiteX8516" fmla="*/ 2130552 w 3219450"/>
                <a:gd name="connsiteY8516" fmla="*/ 2129790 h 2495550"/>
                <a:gd name="connsiteX8517" fmla="*/ 2130647 w 3219450"/>
                <a:gd name="connsiteY8517" fmla="*/ 2129885 h 2495550"/>
                <a:gd name="connsiteX8518" fmla="*/ 2130647 w 3219450"/>
                <a:gd name="connsiteY8518" fmla="*/ 2129885 h 2495550"/>
                <a:gd name="connsiteX8519" fmla="*/ 2130838 w 3219450"/>
                <a:gd name="connsiteY8519" fmla="*/ 2130076 h 2495550"/>
                <a:gd name="connsiteX8520" fmla="*/ 2131505 w 3219450"/>
                <a:gd name="connsiteY8520" fmla="*/ 2130076 h 2495550"/>
                <a:gd name="connsiteX8521" fmla="*/ 2131695 w 3219450"/>
                <a:gd name="connsiteY8521" fmla="*/ 2129504 h 2495550"/>
                <a:gd name="connsiteX8522" fmla="*/ 2132171 w 3219450"/>
                <a:gd name="connsiteY8522" fmla="*/ 2129219 h 2495550"/>
                <a:gd name="connsiteX8523" fmla="*/ 2132838 w 3219450"/>
                <a:gd name="connsiteY8523" fmla="*/ 2129123 h 2495550"/>
                <a:gd name="connsiteX8524" fmla="*/ 2132838 w 3219450"/>
                <a:gd name="connsiteY8524" fmla="*/ 2128933 h 2495550"/>
                <a:gd name="connsiteX8525" fmla="*/ 2133029 w 3219450"/>
                <a:gd name="connsiteY8525" fmla="*/ 2128838 h 2495550"/>
                <a:gd name="connsiteX8526" fmla="*/ 2133219 w 3219450"/>
                <a:gd name="connsiteY8526" fmla="*/ 2129219 h 2495550"/>
                <a:gd name="connsiteX8527" fmla="*/ 2132838 w 3219450"/>
                <a:gd name="connsiteY8527" fmla="*/ 2129409 h 2495550"/>
                <a:gd name="connsiteX8528" fmla="*/ 2132553 w 3219450"/>
                <a:gd name="connsiteY8528" fmla="*/ 2129504 h 2495550"/>
                <a:gd name="connsiteX8529" fmla="*/ 2132171 w 3219450"/>
                <a:gd name="connsiteY8529" fmla="*/ 2129600 h 2495550"/>
                <a:gd name="connsiteX8530" fmla="*/ 2131981 w 3219450"/>
                <a:gd name="connsiteY8530" fmla="*/ 2129981 h 2495550"/>
                <a:gd name="connsiteX8531" fmla="*/ 2131790 w 3219450"/>
                <a:gd name="connsiteY8531" fmla="*/ 2130171 h 2495550"/>
                <a:gd name="connsiteX8532" fmla="*/ 2130933 w 3219450"/>
                <a:gd name="connsiteY8532" fmla="*/ 2130362 h 2495550"/>
                <a:gd name="connsiteX8533" fmla="*/ 2130362 w 3219450"/>
                <a:gd name="connsiteY8533" fmla="*/ 2130647 h 2495550"/>
                <a:gd name="connsiteX8534" fmla="*/ 2130362 w 3219450"/>
                <a:gd name="connsiteY8534" fmla="*/ 2131124 h 2495550"/>
                <a:gd name="connsiteX8535" fmla="*/ 2130362 w 3219450"/>
                <a:gd name="connsiteY8535" fmla="*/ 2131409 h 2495550"/>
                <a:gd name="connsiteX8536" fmla="*/ 2130266 w 3219450"/>
                <a:gd name="connsiteY8536" fmla="*/ 2131600 h 2495550"/>
                <a:gd name="connsiteX8537" fmla="*/ 2130076 w 3219450"/>
                <a:gd name="connsiteY8537" fmla="*/ 2131600 h 2495550"/>
                <a:gd name="connsiteX8538" fmla="*/ 2129409 w 3219450"/>
                <a:gd name="connsiteY8538" fmla="*/ 2131790 h 2495550"/>
                <a:gd name="connsiteX8539" fmla="*/ 2129219 w 3219450"/>
                <a:gd name="connsiteY8539" fmla="*/ 2131886 h 2495550"/>
                <a:gd name="connsiteX8540" fmla="*/ 2129219 w 3219450"/>
                <a:gd name="connsiteY8540" fmla="*/ 2131505 h 2495550"/>
                <a:gd name="connsiteX8541" fmla="*/ 2129219 w 3219450"/>
                <a:gd name="connsiteY8541" fmla="*/ 2131124 h 2495550"/>
                <a:gd name="connsiteX8542" fmla="*/ 2128838 w 3219450"/>
                <a:gd name="connsiteY8542" fmla="*/ 2131028 h 2495550"/>
                <a:gd name="connsiteX8543" fmla="*/ 2128457 w 3219450"/>
                <a:gd name="connsiteY8543" fmla="*/ 2131028 h 2495550"/>
                <a:gd name="connsiteX8544" fmla="*/ 2127314 w 3219450"/>
                <a:gd name="connsiteY8544" fmla="*/ 2132743 h 2495550"/>
                <a:gd name="connsiteX8545" fmla="*/ 2126076 w 3219450"/>
                <a:gd name="connsiteY8545" fmla="*/ 2133314 h 2495550"/>
                <a:gd name="connsiteX8546" fmla="*/ 2125409 w 3219450"/>
                <a:gd name="connsiteY8546" fmla="*/ 2134553 h 2495550"/>
                <a:gd name="connsiteX8547" fmla="*/ 2124837 w 3219450"/>
                <a:gd name="connsiteY8547" fmla="*/ 2134934 h 2495550"/>
                <a:gd name="connsiteX8548" fmla="*/ 2123694 w 3219450"/>
                <a:gd name="connsiteY8548" fmla="*/ 2135029 h 2495550"/>
                <a:gd name="connsiteX8549" fmla="*/ 2123028 w 3219450"/>
                <a:gd name="connsiteY8549" fmla="*/ 2135600 h 2495550"/>
                <a:gd name="connsiteX8550" fmla="*/ 2123789 w 3219450"/>
                <a:gd name="connsiteY8550" fmla="*/ 2136172 h 2495550"/>
                <a:gd name="connsiteX8551" fmla="*/ 2124170 w 3219450"/>
                <a:gd name="connsiteY8551" fmla="*/ 2136743 h 2495550"/>
                <a:gd name="connsiteX8552" fmla="*/ 2123980 w 3219450"/>
                <a:gd name="connsiteY8552" fmla="*/ 2137410 h 2495550"/>
                <a:gd name="connsiteX8553" fmla="*/ 2124552 w 3219450"/>
                <a:gd name="connsiteY8553" fmla="*/ 2137791 h 2495550"/>
                <a:gd name="connsiteX8554" fmla="*/ 2124837 w 3219450"/>
                <a:gd name="connsiteY8554" fmla="*/ 2137791 h 2495550"/>
                <a:gd name="connsiteX8555" fmla="*/ 2125599 w 3219450"/>
                <a:gd name="connsiteY8555" fmla="*/ 2138172 h 2495550"/>
                <a:gd name="connsiteX8556" fmla="*/ 2126171 w 3219450"/>
                <a:gd name="connsiteY8556" fmla="*/ 2137696 h 2495550"/>
                <a:gd name="connsiteX8557" fmla="*/ 2127219 w 3219450"/>
                <a:gd name="connsiteY8557" fmla="*/ 2137601 h 2495550"/>
                <a:gd name="connsiteX8558" fmla="*/ 2126647 w 3219450"/>
                <a:gd name="connsiteY8558" fmla="*/ 2137124 h 2495550"/>
                <a:gd name="connsiteX8559" fmla="*/ 2126933 w 3219450"/>
                <a:gd name="connsiteY8559" fmla="*/ 2136743 h 2495550"/>
                <a:gd name="connsiteX8560" fmla="*/ 2127028 w 3219450"/>
                <a:gd name="connsiteY8560" fmla="*/ 2137124 h 2495550"/>
                <a:gd name="connsiteX8561" fmla="*/ 2127219 w 3219450"/>
                <a:gd name="connsiteY8561" fmla="*/ 2137124 h 2495550"/>
                <a:gd name="connsiteX8562" fmla="*/ 2127504 w 3219450"/>
                <a:gd name="connsiteY8562" fmla="*/ 2137791 h 2495550"/>
                <a:gd name="connsiteX8563" fmla="*/ 2127980 w 3219450"/>
                <a:gd name="connsiteY8563" fmla="*/ 2137982 h 2495550"/>
                <a:gd name="connsiteX8564" fmla="*/ 2128361 w 3219450"/>
                <a:gd name="connsiteY8564" fmla="*/ 2138267 h 2495550"/>
                <a:gd name="connsiteX8565" fmla="*/ 2129219 w 3219450"/>
                <a:gd name="connsiteY8565" fmla="*/ 2138267 h 2495550"/>
                <a:gd name="connsiteX8566" fmla="*/ 2129219 w 3219450"/>
                <a:gd name="connsiteY8566" fmla="*/ 2138553 h 2495550"/>
                <a:gd name="connsiteX8567" fmla="*/ 2129504 w 3219450"/>
                <a:gd name="connsiteY8567" fmla="*/ 2138744 h 2495550"/>
                <a:gd name="connsiteX8568" fmla="*/ 2130552 w 3219450"/>
                <a:gd name="connsiteY8568" fmla="*/ 2138458 h 2495550"/>
                <a:gd name="connsiteX8569" fmla="*/ 2131124 w 3219450"/>
                <a:gd name="connsiteY8569" fmla="*/ 2138267 h 2495550"/>
                <a:gd name="connsiteX8570" fmla="*/ 2131505 w 3219450"/>
                <a:gd name="connsiteY8570" fmla="*/ 2138172 h 2495550"/>
                <a:gd name="connsiteX8571" fmla="*/ 2131981 w 3219450"/>
                <a:gd name="connsiteY8571" fmla="*/ 2138267 h 2495550"/>
                <a:gd name="connsiteX8572" fmla="*/ 2132171 w 3219450"/>
                <a:gd name="connsiteY8572" fmla="*/ 2138077 h 2495550"/>
                <a:gd name="connsiteX8573" fmla="*/ 2132553 w 3219450"/>
                <a:gd name="connsiteY8573" fmla="*/ 2138077 h 2495550"/>
                <a:gd name="connsiteX8574" fmla="*/ 2132553 w 3219450"/>
                <a:gd name="connsiteY8574" fmla="*/ 2137886 h 2495550"/>
                <a:gd name="connsiteX8575" fmla="*/ 2133505 w 3219450"/>
                <a:gd name="connsiteY8575" fmla="*/ 2138077 h 2495550"/>
                <a:gd name="connsiteX8576" fmla="*/ 2133886 w 3219450"/>
                <a:gd name="connsiteY8576" fmla="*/ 2137696 h 2495550"/>
                <a:gd name="connsiteX8577" fmla="*/ 2134172 w 3219450"/>
                <a:gd name="connsiteY8577" fmla="*/ 2137886 h 2495550"/>
                <a:gd name="connsiteX8578" fmla="*/ 2134267 w 3219450"/>
                <a:gd name="connsiteY8578" fmla="*/ 2138648 h 2495550"/>
                <a:gd name="connsiteX8579" fmla="*/ 2134838 w 3219450"/>
                <a:gd name="connsiteY8579" fmla="*/ 2139506 h 2495550"/>
                <a:gd name="connsiteX8580" fmla="*/ 2134838 w 3219450"/>
                <a:gd name="connsiteY8580" fmla="*/ 2139220 h 2495550"/>
                <a:gd name="connsiteX8581" fmla="*/ 2135601 w 3219450"/>
                <a:gd name="connsiteY8581" fmla="*/ 2139601 h 2495550"/>
                <a:gd name="connsiteX8582" fmla="*/ 2136362 w 3219450"/>
                <a:gd name="connsiteY8582" fmla="*/ 2139982 h 2495550"/>
                <a:gd name="connsiteX8583" fmla="*/ 2136744 w 3219450"/>
                <a:gd name="connsiteY8583" fmla="*/ 2140363 h 2495550"/>
                <a:gd name="connsiteX8584" fmla="*/ 2136744 w 3219450"/>
                <a:gd name="connsiteY8584" fmla="*/ 2140744 h 2495550"/>
                <a:gd name="connsiteX8585" fmla="*/ 2137029 w 3219450"/>
                <a:gd name="connsiteY8585" fmla="*/ 2140744 h 2495550"/>
                <a:gd name="connsiteX8586" fmla="*/ 2137029 w 3219450"/>
                <a:gd name="connsiteY8586" fmla="*/ 2141030 h 2495550"/>
                <a:gd name="connsiteX8587" fmla="*/ 2137124 w 3219450"/>
                <a:gd name="connsiteY8587" fmla="*/ 2141315 h 2495550"/>
                <a:gd name="connsiteX8588" fmla="*/ 2137124 w 3219450"/>
                <a:gd name="connsiteY8588" fmla="*/ 2141982 h 2495550"/>
                <a:gd name="connsiteX8589" fmla="*/ 2137410 w 3219450"/>
                <a:gd name="connsiteY8589" fmla="*/ 2142268 h 2495550"/>
                <a:gd name="connsiteX8590" fmla="*/ 2137696 w 3219450"/>
                <a:gd name="connsiteY8590" fmla="*/ 2142173 h 2495550"/>
                <a:gd name="connsiteX8591" fmla="*/ 2137982 w 3219450"/>
                <a:gd name="connsiteY8591" fmla="*/ 2141982 h 2495550"/>
                <a:gd name="connsiteX8592" fmla="*/ 2138077 w 3219450"/>
                <a:gd name="connsiteY8592" fmla="*/ 2141601 h 2495550"/>
                <a:gd name="connsiteX8593" fmla="*/ 2138458 w 3219450"/>
                <a:gd name="connsiteY8593" fmla="*/ 2141792 h 2495550"/>
                <a:gd name="connsiteX8594" fmla="*/ 2138458 w 3219450"/>
                <a:gd name="connsiteY8594" fmla="*/ 2141601 h 2495550"/>
                <a:gd name="connsiteX8595" fmla="*/ 2138172 w 3219450"/>
                <a:gd name="connsiteY8595" fmla="*/ 2141220 h 2495550"/>
                <a:gd name="connsiteX8596" fmla="*/ 2138648 w 3219450"/>
                <a:gd name="connsiteY8596" fmla="*/ 2140649 h 2495550"/>
                <a:gd name="connsiteX8597" fmla="*/ 2139506 w 3219450"/>
                <a:gd name="connsiteY8597" fmla="*/ 2141601 h 2495550"/>
                <a:gd name="connsiteX8598" fmla="*/ 2139601 w 3219450"/>
                <a:gd name="connsiteY8598" fmla="*/ 2141601 h 2495550"/>
                <a:gd name="connsiteX8599" fmla="*/ 2139411 w 3219450"/>
                <a:gd name="connsiteY8599" fmla="*/ 2141030 h 2495550"/>
                <a:gd name="connsiteX8600" fmla="*/ 2140268 w 3219450"/>
                <a:gd name="connsiteY8600" fmla="*/ 2142077 h 2495550"/>
                <a:gd name="connsiteX8601" fmla="*/ 2140839 w 3219450"/>
                <a:gd name="connsiteY8601" fmla="*/ 2142649 h 2495550"/>
                <a:gd name="connsiteX8602" fmla="*/ 2141601 w 3219450"/>
                <a:gd name="connsiteY8602" fmla="*/ 2141887 h 2495550"/>
                <a:gd name="connsiteX8603" fmla="*/ 2141506 w 3219450"/>
                <a:gd name="connsiteY8603" fmla="*/ 2141315 h 2495550"/>
                <a:gd name="connsiteX8604" fmla="*/ 2141696 w 3219450"/>
                <a:gd name="connsiteY8604" fmla="*/ 2140363 h 2495550"/>
                <a:gd name="connsiteX8605" fmla="*/ 2142268 w 3219450"/>
                <a:gd name="connsiteY8605" fmla="*/ 2140744 h 2495550"/>
                <a:gd name="connsiteX8606" fmla="*/ 2142268 w 3219450"/>
                <a:gd name="connsiteY8606" fmla="*/ 2141125 h 2495550"/>
                <a:gd name="connsiteX8607" fmla="*/ 2142268 w 3219450"/>
                <a:gd name="connsiteY8607" fmla="*/ 2141601 h 2495550"/>
                <a:gd name="connsiteX8608" fmla="*/ 2142744 w 3219450"/>
                <a:gd name="connsiteY8608" fmla="*/ 2141982 h 2495550"/>
                <a:gd name="connsiteX8609" fmla="*/ 2143125 w 3219450"/>
                <a:gd name="connsiteY8609" fmla="*/ 2142935 h 2495550"/>
                <a:gd name="connsiteX8610" fmla="*/ 2143030 w 3219450"/>
                <a:gd name="connsiteY8610" fmla="*/ 2143411 h 2495550"/>
                <a:gd name="connsiteX8611" fmla="*/ 2143602 w 3219450"/>
                <a:gd name="connsiteY8611" fmla="*/ 2143792 h 2495550"/>
                <a:gd name="connsiteX8612" fmla="*/ 2143982 w 3219450"/>
                <a:gd name="connsiteY8612" fmla="*/ 2144173 h 2495550"/>
                <a:gd name="connsiteX8613" fmla="*/ 2144363 w 3219450"/>
                <a:gd name="connsiteY8613" fmla="*/ 2143982 h 2495550"/>
                <a:gd name="connsiteX8614" fmla="*/ 2144363 w 3219450"/>
                <a:gd name="connsiteY8614" fmla="*/ 2143601 h 2495550"/>
                <a:gd name="connsiteX8615" fmla="*/ 2144173 w 3219450"/>
                <a:gd name="connsiteY8615" fmla="*/ 2143125 h 2495550"/>
                <a:gd name="connsiteX8616" fmla="*/ 2143602 w 3219450"/>
                <a:gd name="connsiteY8616" fmla="*/ 2143316 h 2495550"/>
                <a:gd name="connsiteX8617" fmla="*/ 2143602 w 3219450"/>
                <a:gd name="connsiteY8617" fmla="*/ 2142839 h 2495550"/>
                <a:gd name="connsiteX8618" fmla="*/ 2143602 w 3219450"/>
                <a:gd name="connsiteY8618" fmla="*/ 2142554 h 2495550"/>
                <a:gd name="connsiteX8619" fmla="*/ 2143697 w 3219450"/>
                <a:gd name="connsiteY8619" fmla="*/ 2142554 h 2495550"/>
                <a:gd name="connsiteX8620" fmla="*/ 2144078 w 3219450"/>
                <a:gd name="connsiteY8620" fmla="*/ 2142649 h 2495550"/>
                <a:gd name="connsiteX8621" fmla="*/ 2144459 w 3219450"/>
                <a:gd name="connsiteY8621" fmla="*/ 2142363 h 2495550"/>
                <a:gd name="connsiteX8622" fmla="*/ 2144745 w 3219450"/>
                <a:gd name="connsiteY8622" fmla="*/ 2141982 h 2495550"/>
                <a:gd name="connsiteX8623" fmla="*/ 2144363 w 3219450"/>
                <a:gd name="connsiteY8623" fmla="*/ 2141411 h 2495550"/>
                <a:gd name="connsiteX8624" fmla="*/ 2143982 w 3219450"/>
                <a:gd name="connsiteY8624" fmla="*/ 2141506 h 2495550"/>
                <a:gd name="connsiteX8625" fmla="*/ 2143792 w 3219450"/>
                <a:gd name="connsiteY8625" fmla="*/ 2141506 h 2495550"/>
                <a:gd name="connsiteX8626" fmla="*/ 2143792 w 3219450"/>
                <a:gd name="connsiteY8626" fmla="*/ 2140839 h 2495550"/>
                <a:gd name="connsiteX8627" fmla="*/ 2143030 w 3219450"/>
                <a:gd name="connsiteY8627" fmla="*/ 2140649 h 2495550"/>
                <a:gd name="connsiteX8628" fmla="*/ 2142744 w 3219450"/>
                <a:gd name="connsiteY8628" fmla="*/ 2140553 h 2495550"/>
                <a:gd name="connsiteX8629" fmla="*/ 2142363 w 3219450"/>
                <a:gd name="connsiteY8629" fmla="*/ 2139125 h 2495550"/>
                <a:gd name="connsiteX8630" fmla="*/ 2141792 w 3219450"/>
                <a:gd name="connsiteY8630" fmla="*/ 2138553 h 2495550"/>
                <a:gd name="connsiteX8631" fmla="*/ 2141982 w 3219450"/>
                <a:gd name="connsiteY8631" fmla="*/ 2138172 h 2495550"/>
                <a:gd name="connsiteX8632" fmla="*/ 2142363 w 3219450"/>
                <a:gd name="connsiteY8632" fmla="*/ 2137982 h 2495550"/>
                <a:gd name="connsiteX8633" fmla="*/ 2142363 w 3219450"/>
                <a:gd name="connsiteY8633" fmla="*/ 2138553 h 2495550"/>
                <a:gd name="connsiteX8634" fmla="*/ 2142839 w 3219450"/>
                <a:gd name="connsiteY8634" fmla="*/ 2139029 h 2495550"/>
                <a:gd name="connsiteX8635" fmla="*/ 2143030 w 3219450"/>
                <a:gd name="connsiteY8635" fmla="*/ 2138648 h 2495550"/>
                <a:gd name="connsiteX8636" fmla="*/ 2142649 w 3219450"/>
                <a:gd name="connsiteY8636" fmla="*/ 2138172 h 2495550"/>
                <a:gd name="connsiteX8637" fmla="*/ 2142363 w 3219450"/>
                <a:gd name="connsiteY8637" fmla="*/ 2137315 h 2495550"/>
                <a:gd name="connsiteX8638" fmla="*/ 2142839 w 3219450"/>
                <a:gd name="connsiteY8638" fmla="*/ 2136553 h 2495550"/>
                <a:gd name="connsiteX8639" fmla="*/ 2143220 w 3219450"/>
                <a:gd name="connsiteY8639" fmla="*/ 2136553 h 2495550"/>
                <a:gd name="connsiteX8640" fmla="*/ 2143982 w 3219450"/>
                <a:gd name="connsiteY8640" fmla="*/ 2137124 h 2495550"/>
                <a:gd name="connsiteX8641" fmla="*/ 2144554 w 3219450"/>
                <a:gd name="connsiteY8641" fmla="*/ 2137029 h 2495550"/>
                <a:gd name="connsiteX8642" fmla="*/ 2145030 w 3219450"/>
                <a:gd name="connsiteY8642" fmla="*/ 2136743 h 2495550"/>
                <a:gd name="connsiteX8643" fmla="*/ 2145126 w 3219450"/>
                <a:gd name="connsiteY8643" fmla="*/ 2137220 h 2495550"/>
                <a:gd name="connsiteX8644" fmla="*/ 2145887 w 3219450"/>
                <a:gd name="connsiteY8644" fmla="*/ 2137505 h 2495550"/>
                <a:gd name="connsiteX8645" fmla="*/ 2145792 w 3219450"/>
                <a:gd name="connsiteY8645" fmla="*/ 2138363 h 2495550"/>
                <a:gd name="connsiteX8646" fmla="*/ 2146173 w 3219450"/>
                <a:gd name="connsiteY8646" fmla="*/ 2138744 h 2495550"/>
                <a:gd name="connsiteX8647" fmla="*/ 2146364 w 3219450"/>
                <a:gd name="connsiteY8647" fmla="*/ 2139125 h 2495550"/>
                <a:gd name="connsiteX8648" fmla="*/ 2146935 w 3219450"/>
                <a:gd name="connsiteY8648" fmla="*/ 2138744 h 2495550"/>
                <a:gd name="connsiteX8649" fmla="*/ 2146935 w 3219450"/>
                <a:gd name="connsiteY8649" fmla="*/ 2139410 h 2495550"/>
                <a:gd name="connsiteX8650" fmla="*/ 2147221 w 3219450"/>
                <a:gd name="connsiteY8650" fmla="*/ 2139791 h 2495550"/>
                <a:gd name="connsiteX8651" fmla="*/ 2147411 w 3219450"/>
                <a:gd name="connsiteY8651" fmla="*/ 2139029 h 2495550"/>
                <a:gd name="connsiteX8652" fmla="*/ 2147888 w 3219450"/>
                <a:gd name="connsiteY8652" fmla="*/ 2138839 h 2495550"/>
                <a:gd name="connsiteX8653" fmla="*/ 2148173 w 3219450"/>
                <a:gd name="connsiteY8653" fmla="*/ 2138553 h 2495550"/>
                <a:gd name="connsiteX8654" fmla="*/ 2148364 w 3219450"/>
                <a:gd name="connsiteY8654" fmla="*/ 2138077 h 2495550"/>
                <a:gd name="connsiteX8655" fmla="*/ 2148173 w 3219450"/>
                <a:gd name="connsiteY8655" fmla="*/ 2137601 h 2495550"/>
                <a:gd name="connsiteX8656" fmla="*/ 2148650 w 3219450"/>
                <a:gd name="connsiteY8656" fmla="*/ 2137601 h 2495550"/>
                <a:gd name="connsiteX8657" fmla="*/ 2148650 w 3219450"/>
                <a:gd name="connsiteY8657" fmla="*/ 2137886 h 2495550"/>
                <a:gd name="connsiteX8658" fmla="*/ 2148840 w 3219450"/>
                <a:gd name="connsiteY8658" fmla="*/ 2137886 h 2495550"/>
                <a:gd name="connsiteX8659" fmla="*/ 2148554 w 3219450"/>
                <a:gd name="connsiteY8659" fmla="*/ 2136648 h 2495550"/>
                <a:gd name="connsiteX8660" fmla="*/ 2147983 w 3219450"/>
                <a:gd name="connsiteY8660" fmla="*/ 2135886 h 2495550"/>
                <a:gd name="connsiteX8661" fmla="*/ 2147697 w 3219450"/>
                <a:gd name="connsiteY8661" fmla="*/ 2136077 h 2495550"/>
                <a:gd name="connsiteX8662" fmla="*/ 2148269 w 3219450"/>
                <a:gd name="connsiteY8662" fmla="*/ 2134838 h 2495550"/>
                <a:gd name="connsiteX8663" fmla="*/ 2148650 w 3219450"/>
                <a:gd name="connsiteY8663" fmla="*/ 2134934 h 2495550"/>
                <a:gd name="connsiteX8664" fmla="*/ 2149316 w 3219450"/>
                <a:gd name="connsiteY8664" fmla="*/ 2135219 h 2495550"/>
                <a:gd name="connsiteX8665" fmla="*/ 2149126 w 3219450"/>
                <a:gd name="connsiteY8665" fmla="*/ 2134362 h 2495550"/>
                <a:gd name="connsiteX8666" fmla="*/ 2149221 w 3219450"/>
                <a:gd name="connsiteY8666" fmla="*/ 2133886 h 2495550"/>
                <a:gd name="connsiteX8667" fmla="*/ 2148459 w 3219450"/>
                <a:gd name="connsiteY8667" fmla="*/ 2133695 h 2495550"/>
                <a:gd name="connsiteX8668" fmla="*/ 2147602 w 3219450"/>
                <a:gd name="connsiteY8668" fmla="*/ 2133695 h 2495550"/>
                <a:gd name="connsiteX8669" fmla="*/ 2147411 w 3219450"/>
                <a:gd name="connsiteY8669" fmla="*/ 2133314 h 2495550"/>
                <a:gd name="connsiteX8670" fmla="*/ 2147411 w 3219450"/>
                <a:gd name="connsiteY8670" fmla="*/ 2132838 h 2495550"/>
                <a:gd name="connsiteX8671" fmla="*/ 2147030 w 3219450"/>
                <a:gd name="connsiteY8671" fmla="*/ 2132457 h 2495550"/>
                <a:gd name="connsiteX8672" fmla="*/ 2146554 w 3219450"/>
                <a:gd name="connsiteY8672" fmla="*/ 2133600 h 2495550"/>
                <a:gd name="connsiteX8673" fmla="*/ 2146554 w 3219450"/>
                <a:gd name="connsiteY8673" fmla="*/ 2134553 h 2495550"/>
                <a:gd name="connsiteX8674" fmla="*/ 2146269 w 3219450"/>
                <a:gd name="connsiteY8674" fmla="*/ 2134553 h 2495550"/>
                <a:gd name="connsiteX8675" fmla="*/ 2145983 w 3219450"/>
                <a:gd name="connsiteY8675" fmla="*/ 2133695 h 2495550"/>
                <a:gd name="connsiteX8676" fmla="*/ 2145697 w 3219450"/>
                <a:gd name="connsiteY8676" fmla="*/ 2134076 h 2495550"/>
                <a:gd name="connsiteX8677" fmla="*/ 2145411 w 3219450"/>
                <a:gd name="connsiteY8677" fmla="*/ 2133600 h 2495550"/>
                <a:gd name="connsiteX8678" fmla="*/ 2145697 w 3219450"/>
                <a:gd name="connsiteY8678" fmla="*/ 2133219 h 2495550"/>
                <a:gd name="connsiteX8679" fmla="*/ 2145602 w 3219450"/>
                <a:gd name="connsiteY8679" fmla="*/ 2132362 h 2495550"/>
                <a:gd name="connsiteX8680" fmla="*/ 2145030 w 3219450"/>
                <a:gd name="connsiteY8680" fmla="*/ 2132267 h 2495550"/>
                <a:gd name="connsiteX8681" fmla="*/ 2145316 w 3219450"/>
                <a:gd name="connsiteY8681" fmla="*/ 2131695 h 2495550"/>
                <a:gd name="connsiteX8682" fmla="*/ 2145030 w 3219450"/>
                <a:gd name="connsiteY8682" fmla="*/ 2131600 h 2495550"/>
                <a:gd name="connsiteX8683" fmla="*/ 2144935 w 3219450"/>
                <a:gd name="connsiteY8683" fmla="*/ 2131314 h 2495550"/>
                <a:gd name="connsiteX8684" fmla="*/ 2143697 w 3219450"/>
                <a:gd name="connsiteY8684" fmla="*/ 2132171 h 2495550"/>
                <a:gd name="connsiteX8685" fmla="*/ 2143697 w 3219450"/>
                <a:gd name="connsiteY8685" fmla="*/ 2132648 h 2495550"/>
                <a:gd name="connsiteX8686" fmla="*/ 2143030 w 3219450"/>
                <a:gd name="connsiteY8686" fmla="*/ 2132838 h 2495550"/>
                <a:gd name="connsiteX8687" fmla="*/ 2142363 w 3219450"/>
                <a:gd name="connsiteY8687" fmla="*/ 2133314 h 2495550"/>
                <a:gd name="connsiteX8688" fmla="*/ 2143030 w 3219450"/>
                <a:gd name="connsiteY8688" fmla="*/ 2134362 h 2495550"/>
                <a:gd name="connsiteX8689" fmla="*/ 2142363 w 3219450"/>
                <a:gd name="connsiteY8689" fmla="*/ 2134743 h 2495550"/>
                <a:gd name="connsiteX8690" fmla="*/ 2142173 w 3219450"/>
                <a:gd name="connsiteY8690" fmla="*/ 2135315 h 2495550"/>
                <a:gd name="connsiteX8691" fmla="*/ 2141887 w 3219450"/>
                <a:gd name="connsiteY8691" fmla="*/ 2134934 h 2495550"/>
                <a:gd name="connsiteX8692" fmla="*/ 2141982 w 3219450"/>
                <a:gd name="connsiteY8692" fmla="*/ 2134362 h 2495550"/>
                <a:gd name="connsiteX8693" fmla="*/ 2141887 w 3219450"/>
                <a:gd name="connsiteY8693" fmla="*/ 2134076 h 2495550"/>
                <a:gd name="connsiteX8694" fmla="*/ 2141411 w 3219450"/>
                <a:gd name="connsiteY8694" fmla="*/ 2134076 h 2495550"/>
                <a:gd name="connsiteX8695" fmla="*/ 2141030 w 3219450"/>
                <a:gd name="connsiteY8695" fmla="*/ 2133791 h 2495550"/>
                <a:gd name="connsiteX8696" fmla="*/ 2140744 w 3219450"/>
                <a:gd name="connsiteY8696" fmla="*/ 2133791 h 2495550"/>
                <a:gd name="connsiteX8697" fmla="*/ 2140553 w 3219450"/>
                <a:gd name="connsiteY8697" fmla="*/ 2134362 h 2495550"/>
                <a:gd name="connsiteX8698" fmla="*/ 2139982 w 3219450"/>
                <a:gd name="connsiteY8698" fmla="*/ 2134934 h 2495550"/>
                <a:gd name="connsiteX8699" fmla="*/ 2139601 w 3219450"/>
                <a:gd name="connsiteY8699" fmla="*/ 2135791 h 2495550"/>
                <a:gd name="connsiteX8700" fmla="*/ 2139315 w 3219450"/>
                <a:gd name="connsiteY8700" fmla="*/ 2135886 h 2495550"/>
                <a:gd name="connsiteX8701" fmla="*/ 2139601 w 3219450"/>
                <a:gd name="connsiteY8701" fmla="*/ 2135315 h 2495550"/>
                <a:gd name="connsiteX8702" fmla="*/ 2139315 w 3219450"/>
                <a:gd name="connsiteY8702" fmla="*/ 2135124 h 2495550"/>
                <a:gd name="connsiteX8703" fmla="*/ 2139411 w 3219450"/>
                <a:gd name="connsiteY8703" fmla="*/ 2134648 h 2495550"/>
                <a:gd name="connsiteX8704" fmla="*/ 2138839 w 3219450"/>
                <a:gd name="connsiteY8704" fmla="*/ 2134267 h 2495550"/>
                <a:gd name="connsiteX8705" fmla="*/ 2138172 w 3219450"/>
                <a:gd name="connsiteY8705" fmla="*/ 2133791 h 2495550"/>
                <a:gd name="connsiteX8706" fmla="*/ 2137601 w 3219450"/>
                <a:gd name="connsiteY8706" fmla="*/ 2133410 h 2495550"/>
                <a:gd name="connsiteX8707" fmla="*/ 2137124 w 3219450"/>
                <a:gd name="connsiteY8707" fmla="*/ 2133124 h 2495550"/>
                <a:gd name="connsiteX8708" fmla="*/ 2138172 w 3219450"/>
                <a:gd name="connsiteY8708" fmla="*/ 2132933 h 2495550"/>
                <a:gd name="connsiteX8709" fmla="*/ 2138363 w 3219450"/>
                <a:gd name="connsiteY8709" fmla="*/ 2132648 h 2495550"/>
                <a:gd name="connsiteX8710" fmla="*/ 2138934 w 3219450"/>
                <a:gd name="connsiteY8710" fmla="*/ 2132552 h 2495550"/>
                <a:gd name="connsiteX8711" fmla="*/ 2139315 w 3219450"/>
                <a:gd name="connsiteY8711" fmla="*/ 2132743 h 2495550"/>
                <a:gd name="connsiteX8712" fmla="*/ 2139315 w 3219450"/>
                <a:gd name="connsiteY8712" fmla="*/ 2133029 h 2495550"/>
                <a:gd name="connsiteX8713" fmla="*/ 2139696 w 3219450"/>
                <a:gd name="connsiteY8713" fmla="*/ 2133124 h 2495550"/>
                <a:gd name="connsiteX8714" fmla="*/ 2139601 w 3219450"/>
                <a:gd name="connsiteY8714" fmla="*/ 2132743 h 2495550"/>
                <a:gd name="connsiteX8715" fmla="*/ 2139315 w 3219450"/>
                <a:gd name="connsiteY8715" fmla="*/ 2132648 h 2495550"/>
                <a:gd name="connsiteX8716" fmla="*/ 2139220 w 3219450"/>
                <a:gd name="connsiteY8716" fmla="*/ 2132171 h 2495550"/>
                <a:gd name="connsiteX8717" fmla="*/ 2139315 w 3219450"/>
                <a:gd name="connsiteY8717" fmla="*/ 2131886 h 2495550"/>
                <a:gd name="connsiteX8718" fmla="*/ 2139601 w 3219450"/>
                <a:gd name="connsiteY8718" fmla="*/ 2132076 h 2495550"/>
                <a:gd name="connsiteX8719" fmla="*/ 2140363 w 3219450"/>
                <a:gd name="connsiteY8719" fmla="*/ 2131981 h 2495550"/>
                <a:gd name="connsiteX8720" fmla="*/ 2141125 w 3219450"/>
                <a:gd name="connsiteY8720" fmla="*/ 2133029 h 2495550"/>
                <a:gd name="connsiteX8721" fmla="*/ 2141506 w 3219450"/>
                <a:gd name="connsiteY8721" fmla="*/ 2133029 h 2495550"/>
                <a:gd name="connsiteX8722" fmla="*/ 2142078 w 3219450"/>
                <a:gd name="connsiteY8722" fmla="*/ 2132648 h 2495550"/>
                <a:gd name="connsiteX8723" fmla="*/ 2142363 w 3219450"/>
                <a:gd name="connsiteY8723" fmla="*/ 2132267 h 2495550"/>
                <a:gd name="connsiteX8724" fmla="*/ 2143030 w 3219450"/>
                <a:gd name="connsiteY8724" fmla="*/ 2131790 h 2495550"/>
                <a:gd name="connsiteX8725" fmla="*/ 2143697 w 3219450"/>
                <a:gd name="connsiteY8725" fmla="*/ 2131505 h 2495550"/>
                <a:gd name="connsiteX8726" fmla="*/ 2144363 w 3219450"/>
                <a:gd name="connsiteY8726" fmla="*/ 2131219 h 2495550"/>
                <a:gd name="connsiteX8727" fmla="*/ 2144935 w 3219450"/>
                <a:gd name="connsiteY8727" fmla="*/ 2130647 h 2495550"/>
                <a:gd name="connsiteX8728" fmla="*/ 2145887 w 3219450"/>
                <a:gd name="connsiteY8728" fmla="*/ 2129885 h 2495550"/>
                <a:gd name="connsiteX8729" fmla="*/ 2145792 w 3219450"/>
                <a:gd name="connsiteY8729" fmla="*/ 2129600 h 2495550"/>
                <a:gd name="connsiteX8730" fmla="*/ 2145506 w 3219450"/>
                <a:gd name="connsiteY8730" fmla="*/ 2129790 h 2495550"/>
                <a:gd name="connsiteX8731" fmla="*/ 2143982 w 3219450"/>
                <a:gd name="connsiteY8731" fmla="*/ 2130266 h 2495550"/>
                <a:gd name="connsiteX8732" fmla="*/ 2143506 w 3219450"/>
                <a:gd name="connsiteY8732" fmla="*/ 2129981 h 2495550"/>
                <a:gd name="connsiteX8733" fmla="*/ 2143316 w 3219450"/>
                <a:gd name="connsiteY8733" fmla="*/ 2129600 h 2495550"/>
                <a:gd name="connsiteX8734" fmla="*/ 2142935 w 3219450"/>
                <a:gd name="connsiteY8734" fmla="*/ 2129600 h 2495550"/>
                <a:gd name="connsiteX8735" fmla="*/ 2143030 w 3219450"/>
                <a:gd name="connsiteY8735" fmla="*/ 2129123 h 2495550"/>
                <a:gd name="connsiteX8736" fmla="*/ 2143030 w 3219450"/>
                <a:gd name="connsiteY8736" fmla="*/ 2128742 h 2495550"/>
                <a:gd name="connsiteX8737" fmla="*/ 2142935 w 3219450"/>
                <a:gd name="connsiteY8737" fmla="*/ 2128552 h 2495550"/>
                <a:gd name="connsiteX8738" fmla="*/ 2142554 w 3219450"/>
                <a:gd name="connsiteY8738" fmla="*/ 2128838 h 2495550"/>
                <a:gd name="connsiteX8739" fmla="*/ 2142268 w 3219450"/>
                <a:gd name="connsiteY8739" fmla="*/ 2128647 h 2495550"/>
                <a:gd name="connsiteX8740" fmla="*/ 2142268 w 3219450"/>
                <a:gd name="connsiteY8740" fmla="*/ 2128266 h 2495550"/>
                <a:gd name="connsiteX8741" fmla="*/ 2141887 w 3219450"/>
                <a:gd name="connsiteY8741" fmla="*/ 2127980 h 2495550"/>
                <a:gd name="connsiteX8742" fmla="*/ 2141601 w 3219450"/>
                <a:gd name="connsiteY8742" fmla="*/ 2128076 h 2495550"/>
                <a:gd name="connsiteX8743" fmla="*/ 2141792 w 3219450"/>
                <a:gd name="connsiteY8743" fmla="*/ 2127599 h 2495550"/>
                <a:gd name="connsiteX8744" fmla="*/ 2141601 w 3219450"/>
                <a:gd name="connsiteY8744" fmla="*/ 2127409 h 2495550"/>
                <a:gd name="connsiteX8745" fmla="*/ 2141315 w 3219450"/>
                <a:gd name="connsiteY8745" fmla="*/ 2127599 h 2495550"/>
                <a:gd name="connsiteX8746" fmla="*/ 2141125 w 3219450"/>
                <a:gd name="connsiteY8746" fmla="*/ 2127409 h 2495550"/>
                <a:gd name="connsiteX8747" fmla="*/ 2140935 w 3219450"/>
                <a:gd name="connsiteY8747" fmla="*/ 2127409 h 2495550"/>
                <a:gd name="connsiteX8748" fmla="*/ 2140553 w 3219450"/>
                <a:gd name="connsiteY8748" fmla="*/ 2128171 h 2495550"/>
                <a:gd name="connsiteX8749" fmla="*/ 2140363 w 3219450"/>
                <a:gd name="connsiteY8749" fmla="*/ 2128361 h 2495550"/>
                <a:gd name="connsiteX8750" fmla="*/ 2139791 w 3219450"/>
                <a:gd name="connsiteY8750" fmla="*/ 2128552 h 2495550"/>
                <a:gd name="connsiteX8751" fmla="*/ 2139791 w 3219450"/>
                <a:gd name="connsiteY8751" fmla="*/ 2128742 h 2495550"/>
                <a:gd name="connsiteX8752" fmla="*/ 2139315 w 3219450"/>
                <a:gd name="connsiteY8752" fmla="*/ 2128838 h 2495550"/>
                <a:gd name="connsiteX8753" fmla="*/ 2139315 w 3219450"/>
                <a:gd name="connsiteY8753" fmla="*/ 2128266 h 2495550"/>
                <a:gd name="connsiteX8754" fmla="*/ 2139601 w 3219450"/>
                <a:gd name="connsiteY8754" fmla="*/ 2128266 h 2495550"/>
                <a:gd name="connsiteX8755" fmla="*/ 2139982 w 3219450"/>
                <a:gd name="connsiteY8755" fmla="*/ 2127885 h 2495550"/>
                <a:gd name="connsiteX8756" fmla="*/ 2140268 w 3219450"/>
                <a:gd name="connsiteY8756" fmla="*/ 2127599 h 2495550"/>
                <a:gd name="connsiteX8757" fmla="*/ 2140649 w 3219450"/>
                <a:gd name="connsiteY8757" fmla="*/ 2127123 h 2495550"/>
                <a:gd name="connsiteX8758" fmla="*/ 2140363 w 3219450"/>
                <a:gd name="connsiteY8758" fmla="*/ 2127123 h 2495550"/>
                <a:gd name="connsiteX8759" fmla="*/ 2140839 w 3219450"/>
                <a:gd name="connsiteY8759" fmla="*/ 2126933 h 2495550"/>
                <a:gd name="connsiteX8760" fmla="*/ 2141411 w 3219450"/>
                <a:gd name="connsiteY8760" fmla="*/ 2126361 h 2495550"/>
                <a:gd name="connsiteX8761" fmla="*/ 2142458 w 3219450"/>
                <a:gd name="connsiteY8761" fmla="*/ 2125694 h 2495550"/>
                <a:gd name="connsiteX8762" fmla="*/ 2142839 w 3219450"/>
                <a:gd name="connsiteY8762" fmla="*/ 2125409 h 2495550"/>
                <a:gd name="connsiteX8763" fmla="*/ 2144173 w 3219450"/>
                <a:gd name="connsiteY8763" fmla="*/ 2125694 h 2495550"/>
                <a:gd name="connsiteX8764" fmla="*/ 2144459 w 3219450"/>
                <a:gd name="connsiteY8764" fmla="*/ 2125599 h 2495550"/>
                <a:gd name="connsiteX8765" fmla="*/ 2144363 w 3219450"/>
                <a:gd name="connsiteY8765" fmla="*/ 2125123 h 2495550"/>
                <a:gd name="connsiteX8766" fmla="*/ 2144935 w 3219450"/>
                <a:gd name="connsiteY8766" fmla="*/ 2124647 h 2495550"/>
                <a:gd name="connsiteX8767" fmla="*/ 2144935 w 3219450"/>
                <a:gd name="connsiteY8767" fmla="*/ 2124647 h 2495550"/>
                <a:gd name="connsiteX8768" fmla="*/ 2144935 w 3219450"/>
                <a:gd name="connsiteY8768" fmla="*/ 2124647 h 2495550"/>
                <a:gd name="connsiteX8769" fmla="*/ 2145316 w 3219450"/>
                <a:gd name="connsiteY8769" fmla="*/ 2124837 h 2495550"/>
                <a:gd name="connsiteX8770" fmla="*/ 2145506 w 3219450"/>
                <a:gd name="connsiteY8770" fmla="*/ 2124456 h 2495550"/>
                <a:gd name="connsiteX8771" fmla="*/ 2145506 w 3219450"/>
                <a:gd name="connsiteY8771" fmla="*/ 2124456 h 2495550"/>
                <a:gd name="connsiteX8772" fmla="*/ 2145506 w 3219450"/>
                <a:gd name="connsiteY8772" fmla="*/ 2124456 h 2495550"/>
                <a:gd name="connsiteX8773" fmla="*/ 2146078 w 3219450"/>
                <a:gd name="connsiteY8773" fmla="*/ 2124837 h 2495550"/>
                <a:gd name="connsiteX8774" fmla="*/ 2147126 w 3219450"/>
                <a:gd name="connsiteY8774" fmla="*/ 2124456 h 2495550"/>
                <a:gd name="connsiteX8775" fmla="*/ 2148173 w 3219450"/>
                <a:gd name="connsiteY8775" fmla="*/ 2124170 h 2495550"/>
                <a:gd name="connsiteX8776" fmla="*/ 2148936 w 3219450"/>
                <a:gd name="connsiteY8776" fmla="*/ 2123980 h 2495550"/>
                <a:gd name="connsiteX8777" fmla="*/ 2148936 w 3219450"/>
                <a:gd name="connsiteY8777" fmla="*/ 2123980 h 2495550"/>
                <a:gd name="connsiteX8778" fmla="*/ 2149602 w 3219450"/>
                <a:gd name="connsiteY8778" fmla="*/ 2124075 h 2495550"/>
                <a:gd name="connsiteX8779" fmla="*/ 2149888 w 3219450"/>
                <a:gd name="connsiteY8779" fmla="*/ 2124456 h 2495550"/>
                <a:gd name="connsiteX8780" fmla="*/ 2150460 w 3219450"/>
                <a:gd name="connsiteY8780" fmla="*/ 2124647 h 2495550"/>
                <a:gd name="connsiteX8781" fmla="*/ 2150936 w 3219450"/>
                <a:gd name="connsiteY8781" fmla="*/ 2125218 h 2495550"/>
                <a:gd name="connsiteX8782" fmla="*/ 2151221 w 3219450"/>
                <a:gd name="connsiteY8782" fmla="*/ 2125694 h 2495550"/>
                <a:gd name="connsiteX8783" fmla="*/ 2151126 w 3219450"/>
                <a:gd name="connsiteY8783" fmla="*/ 2125885 h 2495550"/>
                <a:gd name="connsiteX8784" fmla="*/ 2151126 w 3219450"/>
                <a:gd name="connsiteY8784" fmla="*/ 2125980 h 2495550"/>
                <a:gd name="connsiteX8785" fmla="*/ 2151317 w 3219450"/>
                <a:gd name="connsiteY8785" fmla="*/ 2126456 h 2495550"/>
                <a:gd name="connsiteX8786" fmla="*/ 2151603 w 3219450"/>
                <a:gd name="connsiteY8786" fmla="*/ 2126266 h 2495550"/>
                <a:gd name="connsiteX8787" fmla="*/ 2151698 w 3219450"/>
                <a:gd name="connsiteY8787" fmla="*/ 2126266 h 2495550"/>
                <a:gd name="connsiteX8788" fmla="*/ 2152174 w 3219450"/>
                <a:gd name="connsiteY8788" fmla="*/ 2126361 h 2495550"/>
                <a:gd name="connsiteX8789" fmla="*/ 2152555 w 3219450"/>
                <a:gd name="connsiteY8789" fmla="*/ 2126837 h 2495550"/>
                <a:gd name="connsiteX8790" fmla="*/ 2153031 w 3219450"/>
                <a:gd name="connsiteY8790" fmla="*/ 2127409 h 2495550"/>
                <a:gd name="connsiteX8791" fmla="*/ 2153507 w 3219450"/>
                <a:gd name="connsiteY8791" fmla="*/ 2127695 h 2495550"/>
                <a:gd name="connsiteX8792" fmla="*/ 2153507 w 3219450"/>
                <a:gd name="connsiteY8792" fmla="*/ 2128076 h 2495550"/>
                <a:gd name="connsiteX8793" fmla="*/ 2153793 w 3219450"/>
                <a:gd name="connsiteY8793" fmla="*/ 2128361 h 2495550"/>
                <a:gd name="connsiteX8794" fmla="*/ 2153888 w 3219450"/>
                <a:gd name="connsiteY8794" fmla="*/ 2129028 h 2495550"/>
                <a:gd name="connsiteX8795" fmla="*/ 2153793 w 3219450"/>
                <a:gd name="connsiteY8795" fmla="*/ 2129314 h 2495550"/>
                <a:gd name="connsiteX8796" fmla="*/ 2153412 w 3219450"/>
                <a:gd name="connsiteY8796" fmla="*/ 2129695 h 2495550"/>
                <a:gd name="connsiteX8797" fmla="*/ 2153603 w 3219450"/>
                <a:gd name="connsiteY8797" fmla="*/ 2130171 h 2495550"/>
                <a:gd name="connsiteX8798" fmla="*/ 2153412 w 3219450"/>
                <a:gd name="connsiteY8798" fmla="*/ 2130743 h 2495550"/>
                <a:gd name="connsiteX8799" fmla="*/ 2153412 w 3219450"/>
                <a:gd name="connsiteY8799" fmla="*/ 2130743 h 2495550"/>
                <a:gd name="connsiteX8800" fmla="*/ 2153412 w 3219450"/>
                <a:gd name="connsiteY8800" fmla="*/ 2130743 h 2495550"/>
                <a:gd name="connsiteX8801" fmla="*/ 2153698 w 3219450"/>
                <a:gd name="connsiteY8801" fmla="*/ 2131028 h 2495550"/>
                <a:gd name="connsiteX8802" fmla="*/ 2153793 w 3219450"/>
                <a:gd name="connsiteY8802" fmla="*/ 2131600 h 2495550"/>
                <a:gd name="connsiteX8803" fmla="*/ 2153793 w 3219450"/>
                <a:gd name="connsiteY8803" fmla="*/ 2131981 h 2495550"/>
                <a:gd name="connsiteX8804" fmla="*/ 2154079 w 3219450"/>
                <a:gd name="connsiteY8804" fmla="*/ 2132171 h 2495550"/>
                <a:gd name="connsiteX8805" fmla="*/ 2154174 w 3219450"/>
                <a:gd name="connsiteY8805" fmla="*/ 2132171 h 2495550"/>
                <a:gd name="connsiteX8806" fmla="*/ 2154651 w 3219450"/>
                <a:gd name="connsiteY8806" fmla="*/ 2132838 h 2495550"/>
                <a:gd name="connsiteX8807" fmla="*/ 2155412 w 3219450"/>
                <a:gd name="connsiteY8807" fmla="*/ 2132838 h 2495550"/>
                <a:gd name="connsiteX8808" fmla="*/ 2156174 w 3219450"/>
                <a:gd name="connsiteY8808" fmla="*/ 2131981 h 2495550"/>
                <a:gd name="connsiteX8809" fmla="*/ 2156841 w 3219450"/>
                <a:gd name="connsiteY8809" fmla="*/ 2131409 h 2495550"/>
                <a:gd name="connsiteX8810" fmla="*/ 2158365 w 3219450"/>
                <a:gd name="connsiteY8810" fmla="*/ 2131028 h 2495550"/>
                <a:gd name="connsiteX8811" fmla="*/ 2159222 w 3219450"/>
                <a:gd name="connsiteY8811" fmla="*/ 2130362 h 2495550"/>
                <a:gd name="connsiteX8812" fmla="*/ 2160270 w 3219450"/>
                <a:gd name="connsiteY8812" fmla="*/ 2129885 h 2495550"/>
                <a:gd name="connsiteX8813" fmla="*/ 2160842 w 3219450"/>
                <a:gd name="connsiteY8813" fmla="*/ 2129314 h 2495550"/>
                <a:gd name="connsiteX8814" fmla="*/ 2160556 w 3219450"/>
                <a:gd name="connsiteY8814" fmla="*/ 2128457 h 2495550"/>
                <a:gd name="connsiteX8815" fmla="*/ 2159603 w 3219450"/>
                <a:gd name="connsiteY8815" fmla="*/ 2127695 h 2495550"/>
                <a:gd name="connsiteX8816" fmla="*/ 2158556 w 3219450"/>
                <a:gd name="connsiteY8816" fmla="*/ 2127123 h 2495550"/>
                <a:gd name="connsiteX8817" fmla="*/ 2157889 w 3219450"/>
                <a:gd name="connsiteY8817" fmla="*/ 2126933 h 2495550"/>
                <a:gd name="connsiteX8818" fmla="*/ 2157603 w 3219450"/>
                <a:gd name="connsiteY8818" fmla="*/ 2126837 h 2495550"/>
                <a:gd name="connsiteX8819" fmla="*/ 2157222 w 3219450"/>
                <a:gd name="connsiteY8819" fmla="*/ 2126266 h 2495550"/>
                <a:gd name="connsiteX8820" fmla="*/ 2157032 w 3219450"/>
                <a:gd name="connsiteY8820" fmla="*/ 2126171 h 2495550"/>
                <a:gd name="connsiteX8821" fmla="*/ 2156746 w 3219450"/>
                <a:gd name="connsiteY8821" fmla="*/ 2126266 h 2495550"/>
                <a:gd name="connsiteX8822" fmla="*/ 2156460 w 3219450"/>
                <a:gd name="connsiteY8822" fmla="*/ 2126552 h 2495550"/>
                <a:gd name="connsiteX8823" fmla="*/ 2156365 w 3219450"/>
                <a:gd name="connsiteY8823" fmla="*/ 2126837 h 2495550"/>
                <a:gd name="connsiteX8824" fmla="*/ 2156365 w 3219450"/>
                <a:gd name="connsiteY8824" fmla="*/ 2126933 h 2495550"/>
                <a:gd name="connsiteX8825" fmla="*/ 2155794 w 3219450"/>
                <a:gd name="connsiteY8825" fmla="*/ 2127028 h 2495550"/>
                <a:gd name="connsiteX8826" fmla="*/ 2155317 w 3219450"/>
                <a:gd name="connsiteY8826" fmla="*/ 2127218 h 2495550"/>
                <a:gd name="connsiteX8827" fmla="*/ 2154936 w 3219450"/>
                <a:gd name="connsiteY8827" fmla="*/ 2127123 h 2495550"/>
                <a:gd name="connsiteX8828" fmla="*/ 2154555 w 3219450"/>
                <a:gd name="connsiteY8828" fmla="*/ 2126456 h 2495550"/>
                <a:gd name="connsiteX8829" fmla="*/ 2154936 w 3219450"/>
                <a:gd name="connsiteY8829" fmla="*/ 2125790 h 2495550"/>
                <a:gd name="connsiteX8830" fmla="*/ 2155508 w 3219450"/>
                <a:gd name="connsiteY8830" fmla="*/ 2125028 h 2495550"/>
                <a:gd name="connsiteX8831" fmla="*/ 2156270 w 3219450"/>
                <a:gd name="connsiteY8831" fmla="*/ 2124456 h 2495550"/>
                <a:gd name="connsiteX8832" fmla="*/ 2157222 w 3219450"/>
                <a:gd name="connsiteY8832" fmla="*/ 2124170 h 2495550"/>
                <a:gd name="connsiteX8833" fmla="*/ 2157984 w 3219450"/>
                <a:gd name="connsiteY8833" fmla="*/ 2123885 h 2495550"/>
                <a:gd name="connsiteX8834" fmla="*/ 2158841 w 3219450"/>
                <a:gd name="connsiteY8834" fmla="*/ 2122361 h 2495550"/>
                <a:gd name="connsiteX8835" fmla="*/ 2159508 w 3219450"/>
                <a:gd name="connsiteY8835" fmla="*/ 2121884 h 2495550"/>
                <a:gd name="connsiteX8836" fmla="*/ 2159127 w 3219450"/>
                <a:gd name="connsiteY8836" fmla="*/ 2121218 h 2495550"/>
                <a:gd name="connsiteX8837" fmla="*/ 2158651 w 3219450"/>
                <a:gd name="connsiteY8837" fmla="*/ 2121218 h 2495550"/>
                <a:gd name="connsiteX8838" fmla="*/ 2158079 w 3219450"/>
                <a:gd name="connsiteY8838" fmla="*/ 2121599 h 2495550"/>
                <a:gd name="connsiteX8839" fmla="*/ 2157318 w 3219450"/>
                <a:gd name="connsiteY8839" fmla="*/ 2121789 h 2495550"/>
                <a:gd name="connsiteX8840" fmla="*/ 2155984 w 3219450"/>
                <a:gd name="connsiteY8840" fmla="*/ 2121694 h 2495550"/>
                <a:gd name="connsiteX8841" fmla="*/ 2156555 w 3219450"/>
                <a:gd name="connsiteY8841" fmla="*/ 2121789 h 2495550"/>
                <a:gd name="connsiteX8842" fmla="*/ 2155031 w 3219450"/>
                <a:gd name="connsiteY8842" fmla="*/ 2121694 h 2495550"/>
                <a:gd name="connsiteX8843" fmla="*/ 2154651 w 3219450"/>
                <a:gd name="connsiteY8843" fmla="*/ 2121313 h 2495550"/>
                <a:gd name="connsiteX8844" fmla="*/ 2155031 w 3219450"/>
                <a:gd name="connsiteY8844" fmla="*/ 2120741 h 2495550"/>
                <a:gd name="connsiteX8845" fmla="*/ 2155603 w 3219450"/>
                <a:gd name="connsiteY8845" fmla="*/ 2119979 h 2495550"/>
                <a:gd name="connsiteX8846" fmla="*/ 2155984 w 3219450"/>
                <a:gd name="connsiteY8846" fmla="*/ 2119408 h 2495550"/>
                <a:gd name="connsiteX8847" fmla="*/ 2155889 w 3219450"/>
                <a:gd name="connsiteY8847" fmla="*/ 2118360 h 2495550"/>
                <a:gd name="connsiteX8848" fmla="*/ 2156460 w 3219450"/>
                <a:gd name="connsiteY8848" fmla="*/ 2118741 h 2495550"/>
                <a:gd name="connsiteX8849" fmla="*/ 2156936 w 3219450"/>
                <a:gd name="connsiteY8849" fmla="*/ 2119027 h 2495550"/>
                <a:gd name="connsiteX8850" fmla="*/ 2157508 w 3219450"/>
                <a:gd name="connsiteY8850" fmla="*/ 2119027 h 2495550"/>
                <a:gd name="connsiteX8851" fmla="*/ 2158461 w 3219450"/>
                <a:gd name="connsiteY8851" fmla="*/ 2118551 h 2495550"/>
                <a:gd name="connsiteX8852" fmla="*/ 2158175 w 3219450"/>
                <a:gd name="connsiteY8852" fmla="*/ 2117693 h 2495550"/>
                <a:gd name="connsiteX8853" fmla="*/ 2158079 w 3219450"/>
                <a:gd name="connsiteY8853" fmla="*/ 2116836 h 2495550"/>
                <a:gd name="connsiteX8854" fmla="*/ 2158937 w 3219450"/>
                <a:gd name="connsiteY8854" fmla="*/ 2116836 h 2495550"/>
                <a:gd name="connsiteX8855" fmla="*/ 2160175 w 3219450"/>
                <a:gd name="connsiteY8855" fmla="*/ 2116455 h 2495550"/>
                <a:gd name="connsiteX8856" fmla="*/ 2160937 w 3219450"/>
                <a:gd name="connsiteY8856" fmla="*/ 2115884 h 2495550"/>
                <a:gd name="connsiteX8857" fmla="*/ 2161985 w 3219450"/>
                <a:gd name="connsiteY8857" fmla="*/ 2115598 h 2495550"/>
                <a:gd name="connsiteX8858" fmla="*/ 2162366 w 3219450"/>
                <a:gd name="connsiteY8858" fmla="*/ 2114931 h 2495550"/>
                <a:gd name="connsiteX8859" fmla="*/ 2163318 w 3219450"/>
                <a:gd name="connsiteY8859" fmla="*/ 2114550 h 2495550"/>
                <a:gd name="connsiteX8860" fmla="*/ 2164366 w 3219450"/>
                <a:gd name="connsiteY8860" fmla="*/ 2114169 h 2495550"/>
                <a:gd name="connsiteX8861" fmla="*/ 2165033 w 3219450"/>
                <a:gd name="connsiteY8861" fmla="*/ 2113502 h 2495550"/>
                <a:gd name="connsiteX8862" fmla="*/ 2166176 w 3219450"/>
                <a:gd name="connsiteY8862" fmla="*/ 2113598 h 2495550"/>
                <a:gd name="connsiteX8863" fmla="*/ 2167128 w 3219450"/>
                <a:gd name="connsiteY8863" fmla="*/ 2114455 h 2495550"/>
                <a:gd name="connsiteX8864" fmla="*/ 2168271 w 3219450"/>
                <a:gd name="connsiteY8864" fmla="*/ 2114074 h 2495550"/>
                <a:gd name="connsiteX8865" fmla="*/ 2168652 w 3219450"/>
                <a:gd name="connsiteY8865" fmla="*/ 2113502 h 2495550"/>
                <a:gd name="connsiteX8866" fmla="*/ 2169033 w 3219450"/>
                <a:gd name="connsiteY8866" fmla="*/ 2112359 h 2495550"/>
                <a:gd name="connsiteX8867" fmla="*/ 2169319 w 3219450"/>
                <a:gd name="connsiteY8867" fmla="*/ 2112074 h 2495550"/>
                <a:gd name="connsiteX8868" fmla="*/ 2169795 w 3219450"/>
                <a:gd name="connsiteY8868" fmla="*/ 2112074 h 2495550"/>
                <a:gd name="connsiteX8869" fmla="*/ 2170176 w 3219450"/>
                <a:gd name="connsiteY8869" fmla="*/ 2112359 h 2495550"/>
                <a:gd name="connsiteX8870" fmla="*/ 2170462 w 3219450"/>
                <a:gd name="connsiteY8870" fmla="*/ 2112455 h 2495550"/>
                <a:gd name="connsiteX8871" fmla="*/ 2170938 w 3219450"/>
                <a:gd name="connsiteY8871" fmla="*/ 2112645 h 2495550"/>
                <a:gd name="connsiteX8872" fmla="*/ 2171414 w 3219450"/>
                <a:gd name="connsiteY8872" fmla="*/ 2112931 h 2495550"/>
                <a:gd name="connsiteX8873" fmla="*/ 2171605 w 3219450"/>
                <a:gd name="connsiteY8873" fmla="*/ 2113502 h 2495550"/>
                <a:gd name="connsiteX8874" fmla="*/ 2171414 w 3219450"/>
                <a:gd name="connsiteY8874" fmla="*/ 2114169 h 2495550"/>
                <a:gd name="connsiteX8875" fmla="*/ 2171224 w 3219450"/>
                <a:gd name="connsiteY8875" fmla="*/ 2114455 h 2495550"/>
                <a:gd name="connsiteX8876" fmla="*/ 2170653 w 3219450"/>
                <a:gd name="connsiteY8876" fmla="*/ 2114550 h 2495550"/>
                <a:gd name="connsiteX8877" fmla="*/ 2170271 w 3219450"/>
                <a:gd name="connsiteY8877" fmla="*/ 2114741 h 2495550"/>
                <a:gd name="connsiteX8878" fmla="*/ 2169414 w 3219450"/>
                <a:gd name="connsiteY8878" fmla="*/ 2115122 h 2495550"/>
                <a:gd name="connsiteX8879" fmla="*/ 2168081 w 3219450"/>
                <a:gd name="connsiteY8879" fmla="*/ 2115884 h 2495550"/>
                <a:gd name="connsiteX8880" fmla="*/ 2167509 w 3219450"/>
                <a:gd name="connsiteY8880" fmla="*/ 2116836 h 2495550"/>
                <a:gd name="connsiteX8881" fmla="*/ 2167319 w 3219450"/>
                <a:gd name="connsiteY8881" fmla="*/ 2118074 h 2495550"/>
                <a:gd name="connsiteX8882" fmla="*/ 2168081 w 3219450"/>
                <a:gd name="connsiteY8882" fmla="*/ 2119027 h 2495550"/>
                <a:gd name="connsiteX8883" fmla="*/ 2167890 w 3219450"/>
                <a:gd name="connsiteY8883" fmla="*/ 2119884 h 2495550"/>
                <a:gd name="connsiteX8884" fmla="*/ 2167223 w 3219450"/>
                <a:gd name="connsiteY8884" fmla="*/ 2120456 h 2495550"/>
                <a:gd name="connsiteX8885" fmla="*/ 2167509 w 3219450"/>
                <a:gd name="connsiteY8885" fmla="*/ 2121694 h 2495550"/>
                <a:gd name="connsiteX8886" fmla="*/ 2167509 w 3219450"/>
                <a:gd name="connsiteY8886" fmla="*/ 2122837 h 2495550"/>
                <a:gd name="connsiteX8887" fmla="*/ 2167604 w 3219450"/>
                <a:gd name="connsiteY8887" fmla="*/ 2123885 h 2495550"/>
                <a:gd name="connsiteX8888" fmla="*/ 2168176 w 3219450"/>
                <a:gd name="connsiteY8888" fmla="*/ 2125028 h 2495550"/>
                <a:gd name="connsiteX8889" fmla="*/ 2169224 w 3219450"/>
                <a:gd name="connsiteY8889" fmla="*/ 2124551 h 2495550"/>
                <a:gd name="connsiteX8890" fmla="*/ 2170938 w 3219450"/>
                <a:gd name="connsiteY8890" fmla="*/ 2124837 h 2495550"/>
                <a:gd name="connsiteX8891" fmla="*/ 2172272 w 3219450"/>
                <a:gd name="connsiteY8891" fmla="*/ 2124266 h 2495550"/>
                <a:gd name="connsiteX8892" fmla="*/ 2174081 w 3219450"/>
                <a:gd name="connsiteY8892" fmla="*/ 2124266 h 2495550"/>
                <a:gd name="connsiteX8893" fmla="*/ 2175224 w 3219450"/>
                <a:gd name="connsiteY8893" fmla="*/ 2124837 h 2495550"/>
                <a:gd name="connsiteX8894" fmla="*/ 2175320 w 3219450"/>
                <a:gd name="connsiteY8894" fmla="*/ 2125885 h 2495550"/>
                <a:gd name="connsiteX8895" fmla="*/ 2174844 w 3219450"/>
                <a:gd name="connsiteY8895" fmla="*/ 2126647 h 2495550"/>
                <a:gd name="connsiteX8896" fmla="*/ 2175034 w 3219450"/>
                <a:gd name="connsiteY8896" fmla="*/ 2127123 h 2495550"/>
                <a:gd name="connsiteX8897" fmla="*/ 2175701 w 3219450"/>
                <a:gd name="connsiteY8897" fmla="*/ 2127314 h 2495550"/>
                <a:gd name="connsiteX8898" fmla="*/ 2176939 w 3219450"/>
                <a:gd name="connsiteY8898" fmla="*/ 2126552 h 2495550"/>
                <a:gd name="connsiteX8899" fmla="*/ 2176177 w 3219450"/>
                <a:gd name="connsiteY8899" fmla="*/ 2125599 h 2495550"/>
                <a:gd name="connsiteX8900" fmla="*/ 2175986 w 3219450"/>
                <a:gd name="connsiteY8900" fmla="*/ 2124456 h 2495550"/>
                <a:gd name="connsiteX8901" fmla="*/ 2177225 w 3219450"/>
                <a:gd name="connsiteY8901" fmla="*/ 2122170 h 2495550"/>
                <a:gd name="connsiteX8902" fmla="*/ 2177987 w 3219450"/>
                <a:gd name="connsiteY8902" fmla="*/ 2121122 h 2495550"/>
                <a:gd name="connsiteX8903" fmla="*/ 2178653 w 3219450"/>
                <a:gd name="connsiteY8903" fmla="*/ 2120646 h 2495550"/>
                <a:gd name="connsiteX8904" fmla="*/ 2179511 w 3219450"/>
                <a:gd name="connsiteY8904" fmla="*/ 2119979 h 2495550"/>
                <a:gd name="connsiteX8905" fmla="*/ 2178939 w 3219450"/>
                <a:gd name="connsiteY8905" fmla="*/ 2119503 h 2495550"/>
                <a:gd name="connsiteX8906" fmla="*/ 2178463 w 3219450"/>
                <a:gd name="connsiteY8906" fmla="*/ 2118836 h 2495550"/>
                <a:gd name="connsiteX8907" fmla="*/ 2177987 w 3219450"/>
                <a:gd name="connsiteY8907" fmla="*/ 2118074 h 2495550"/>
                <a:gd name="connsiteX8908" fmla="*/ 2177415 w 3219450"/>
                <a:gd name="connsiteY8908" fmla="*/ 2117693 h 2495550"/>
                <a:gd name="connsiteX8909" fmla="*/ 2176558 w 3219450"/>
                <a:gd name="connsiteY8909" fmla="*/ 2117312 h 2495550"/>
                <a:gd name="connsiteX8910" fmla="*/ 2176177 w 3219450"/>
                <a:gd name="connsiteY8910" fmla="*/ 2117884 h 2495550"/>
                <a:gd name="connsiteX8911" fmla="*/ 2175510 w 3219450"/>
                <a:gd name="connsiteY8911" fmla="*/ 2117884 h 2495550"/>
                <a:gd name="connsiteX8912" fmla="*/ 2175034 w 3219450"/>
                <a:gd name="connsiteY8912" fmla="*/ 2117503 h 2495550"/>
                <a:gd name="connsiteX8913" fmla="*/ 2174939 w 3219450"/>
                <a:gd name="connsiteY8913" fmla="*/ 2117027 h 2495550"/>
                <a:gd name="connsiteX8914" fmla="*/ 2175320 w 3219450"/>
                <a:gd name="connsiteY8914" fmla="*/ 2116646 h 2495550"/>
                <a:gd name="connsiteX8915" fmla="*/ 2175129 w 3219450"/>
                <a:gd name="connsiteY8915" fmla="*/ 2115979 h 2495550"/>
                <a:gd name="connsiteX8916" fmla="*/ 2174558 w 3219450"/>
                <a:gd name="connsiteY8916" fmla="*/ 2115598 h 2495550"/>
                <a:gd name="connsiteX8917" fmla="*/ 2174177 w 3219450"/>
                <a:gd name="connsiteY8917" fmla="*/ 2115026 h 2495550"/>
                <a:gd name="connsiteX8918" fmla="*/ 2174939 w 3219450"/>
                <a:gd name="connsiteY8918" fmla="*/ 2114741 h 2495550"/>
                <a:gd name="connsiteX8919" fmla="*/ 2175605 w 3219450"/>
                <a:gd name="connsiteY8919" fmla="*/ 2115026 h 2495550"/>
                <a:gd name="connsiteX8920" fmla="*/ 2176368 w 3219450"/>
                <a:gd name="connsiteY8920" fmla="*/ 2115884 h 2495550"/>
                <a:gd name="connsiteX8921" fmla="*/ 2177129 w 3219450"/>
                <a:gd name="connsiteY8921" fmla="*/ 2116169 h 2495550"/>
                <a:gd name="connsiteX8922" fmla="*/ 2177701 w 3219450"/>
                <a:gd name="connsiteY8922" fmla="*/ 2115217 h 2495550"/>
                <a:gd name="connsiteX8923" fmla="*/ 2178463 w 3219450"/>
                <a:gd name="connsiteY8923" fmla="*/ 2115598 h 2495550"/>
                <a:gd name="connsiteX8924" fmla="*/ 2178653 w 3219450"/>
                <a:gd name="connsiteY8924" fmla="*/ 2116265 h 2495550"/>
                <a:gd name="connsiteX8925" fmla="*/ 2179035 w 3219450"/>
                <a:gd name="connsiteY8925" fmla="*/ 2117027 h 2495550"/>
                <a:gd name="connsiteX8926" fmla="*/ 2179225 w 3219450"/>
                <a:gd name="connsiteY8926" fmla="*/ 2117789 h 2495550"/>
                <a:gd name="connsiteX8927" fmla="*/ 2179130 w 3219450"/>
                <a:gd name="connsiteY8927" fmla="*/ 2118455 h 2495550"/>
                <a:gd name="connsiteX8928" fmla="*/ 2179415 w 3219450"/>
                <a:gd name="connsiteY8928" fmla="*/ 2118836 h 2495550"/>
                <a:gd name="connsiteX8929" fmla="*/ 2179987 w 3219450"/>
                <a:gd name="connsiteY8929" fmla="*/ 2119027 h 2495550"/>
                <a:gd name="connsiteX8930" fmla="*/ 2180463 w 3219450"/>
                <a:gd name="connsiteY8930" fmla="*/ 2119313 h 2495550"/>
                <a:gd name="connsiteX8931" fmla="*/ 2180749 w 3219450"/>
                <a:gd name="connsiteY8931" fmla="*/ 2119313 h 2495550"/>
                <a:gd name="connsiteX8932" fmla="*/ 2181130 w 3219450"/>
                <a:gd name="connsiteY8932" fmla="*/ 2118836 h 2495550"/>
                <a:gd name="connsiteX8933" fmla="*/ 2181416 w 3219450"/>
                <a:gd name="connsiteY8933" fmla="*/ 2118551 h 2495550"/>
                <a:gd name="connsiteX8934" fmla="*/ 2181892 w 3219450"/>
                <a:gd name="connsiteY8934" fmla="*/ 2118455 h 2495550"/>
                <a:gd name="connsiteX8935" fmla="*/ 2182368 w 3219450"/>
                <a:gd name="connsiteY8935" fmla="*/ 2118265 h 2495550"/>
                <a:gd name="connsiteX8936" fmla="*/ 2182940 w 3219450"/>
                <a:gd name="connsiteY8936" fmla="*/ 2118170 h 2495550"/>
                <a:gd name="connsiteX8937" fmla="*/ 2183035 w 3219450"/>
                <a:gd name="connsiteY8937" fmla="*/ 2117693 h 2495550"/>
                <a:gd name="connsiteX8938" fmla="*/ 2182559 w 3219450"/>
                <a:gd name="connsiteY8938" fmla="*/ 2117217 h 2495550"/>
                <a:gd name="connsiteX8939" fmla="*/ 2182368 w 3219450"/>
                <a:gd name="connsiteY8939" fmla="*/ 2116646 h 2495550"/>
                <a:gd name="connsiteX8940" fmla="*/ 2182654 w 3219450"/>
                <a:gd name="connsiteY8940" fmla="*/ 2116265 h 2495550"/>
                <a:gd name="connsiteX8941" fmla="*/ 2183416 w 3219450"/>
                <a:gd name="connsiteY8941" fmla="*/ 2115693 h 2495550"/>
                <a:gd name="connsiteX8942" fmla="*/ 2183606 w 3219450"/>
                <a:gd name="connsiteY8942" fmla="*/ 2115217 h 2495550"/>
                <a:gd name="connsiteX8943" fmla="*/ 2183892 w 3219450"/>
                <a:gd name="connsiteY8943" fmla="*/ 2114455 h 2495550"/>
                <a:gd name="connsiteX8944" fmla="*/ 2184178 w 3219450"/>
                <a:gd name="connsiteY8944" fmla="*/ 2114074 h 2495550"/>
                <a:gd name="connsiteX8945" fmla="*/ 2184940 w 3219450"/>
                <a:gd name="connsiteY8945" fmla="*/ 2113312 h 2495550"/>
                <a:gd name="connsiteX8946" fmla="*/ 2186845 w 3219450"/>
                <a:gd name="connsiteY8946" fmla="*/ 2113121 h 2495550"/>
                <a:gd name="connsiteX8947" fmla="*/ 2187416 w 3219450"/>
                <a:gd name="connsiteY8947" fmla="*/ 2113026 h 2495550"/>
                <a:gd name="connsiteX8948" fmla="*/ 2188560 w 3219450"/>
                <a:gd name="connsiteY8948" fmla="*/ 2112455 h 2495550"/>
                <a:gd name="connsiteX8949" fmla="*/ 2189512 w 3219450"/>
                <a:gd name="connsiteY8949" fmla="*/ 2112550 h 2495550"/>
                <a:gd name="connsiteX8950" fmla="*/ 2189893 w 3219450"/>
                <a:gd name="connsiteY8950" fmla="*/ 2113502 h 2495550"/>
                <a:gd name="connsiteX8951" fmla="*/ 2191036 w 3219450"/>
                <a:gd name="connsiteY8951" fmla="*/ 2113883 h 2495550"/>
                <a:gd name="connsiteX8952" fmla="*/ 2190750 w 3219450"/>
                <a:gd name="connsiteY8952" fmla="*/ 2112645 h 2495550"/>
                <a:gd name="connsiteX8953" fmla="*/ 2190655 w 3219450"/>
                <a:gd name="connsiteY8953" fmla="*/ 2111788 h 2495550"/>
                <a:gd name="connsiteX8954" fmla="*/ 2191893 w 3219450"/>
                <a:gd name="connsiteY8954" fmla="*/ 2111216 h 2495550"/>
                <a:gd name="connsiteX8955" fmla="*/ 2193036 w 3219450"/>
                <a:gd name="connsiteY8955" fmla="*/ 2111026 h 2495550"/>
                <a:gd name="connsiteX8956" fmla="*/ 2193798 w 3219450"/>
                <a:gd name="connsiteY8956" fmla="*/ 2111312 h 2495550"/>
                <a:gd name="connsiteX8957" fmla="*/ 2194560 w 3219450"/>
                <a:gd name="connsiteY8957" fmla="*/ 2111026 h 2495550"/>
                <a:gd name="connsiteX8958" fmla="*/ 2195132 w 3219450"/>
                <a:gd name="connsiteY8958" fmla="*/ 2110359 h 2495550"/>
                <a:gd name="connsiteX8959" fmla="*/ 2195989 w 3219450"/>
                <a:gd name="connsiteY8959" fmla="*/ 2108835 h 2495550"/>
                <a:gd name="connsiteX8960" fmla="*/ 2197037 w 3219450"/>
                <a:gd name="connsiteY8960" fmla="*/ 2107597 h 2495550"/>
                <a:gd name="connsiteX8961" fmla="*/ 2197608 w 3219450"/>
                <a:gd name="connsiteY8961" fmla="*/ 2107121 h 2495550"/>
                <a:gd name="connsiteX8962" fmla="*/ 2198275 w 3219450"/>
                <a:gd name="connsiteY8962" fmla="*/ 2107025 h 2495550"/>
                <a:gd name="connsiteX8963" fmla="*/ 2197894 w 3219450"/>
                <a:gd name="connsiteY8963" fmla="*/ 2108264 h 2495550"/>
                <a:gd name="connsiteX8964" fmla="*/ 2197799 w 3219450"/>
                <a:gd name="connsiteY8964" fmla="*/ 2109026 h 2495550"/>
                <a:gd name="connsiteX8965" fmla="*/ 2197989 w 3219450"/>
                <a:gd name="connsiteY8965" fmla="*/ 2109407 h 2495550"/>
                <a:gd name="connsiteX8966" fmla="*/ 2198561 w 3219450"/>
                <a:gd name="connsiteY8966" fmla="*/ 2109597 h 2495550"/>
                <a:gd name="connsiteX8967" fmla="*/ 2198275 w 3219450"/>
                <a:gd name="connsiteY8967" fmla="*/ 2110073 h 2495550"/>
                <a:gd name="connsiteX8968" fmla="*/ 2197418 w 3219450"/>
                <a:gd name="connsiteY8968" fmla="*/ 2110740 h 2495550"/>
                <a:gd name="connsiteX8969" fmla="*/ 2195036 w 3219450"/>
                <a:gd name="connsiteY8969" fmla="*/ 2111788 h 2495550"/>
                <a:gd name="connsiteX8970" fmla="*/ 2193703 w 3219450"/>
                <a:gd name="connsiteY8970" fmla="*/ 2112645 h 2495550"/>
                <a:gd name="connsiteX8971" fmla="*/ 2193703 w 3219450"/>
                <a:gd name="connsiteY8971" fmla="*/ 2113598 h 2495550"/>
                <a:gd name="connsiteX8972" fmla="*/ 2194655 w 3219450"/>
                <a:gd name="connsiteY8972" fmla="*/ 2113598 h 2495550"/>
                <a:gd name="connsiteX8973" fmla="*/ 2196656 w 3219450"/>
                <a:gd name="connsiteY8973" fmla="*/ 2113407 h 2495550"/>
                <a:gd name="connsiteX8974" fmla="*/ 2198846 w 3219450"/>
                <a:gd name="connsiteY8974" fmla="*/ 2113598 h 2495550"/>
                <a:gd name="connsiteX8975" fmla="*/ 2200561 w 3219450"/>
                <a:gd name="connsiteY8975" fmla="*/ 2115026 h 2495550"/>
                <a:gd name="connsiteX8976" fmla="*/ 2201132 w 3219450"/>
                <a:gd name="connsiteY8976" fmla="*/ 2114455 h 2495550"/>
                <a:gd name="connsiteX8977" fmla="*/ 2201704 w 3219450"/>
                <a:gd name="connsiteY8977" fmla="*/ 2113883 h 2495550"/>
                <a:gd name="connsiteX8978" fmla="*/ 2203037 w 3219450"/>
                <a:gd name="connsiteY8978" fmla="*/ 2113598 h 2495550"/>
                <a:gd name="connsiteX8979" fmla="*/ 2203609 w 3219450"/>
                <a:gd name="connsiteY8979" fmla="*/ 2114550 h 2495550"/>
                <a:gd name="connsiteX8980" fmla="*/ 2203704 w 3219450"/>
                <a:gd name="connsiteY8980" fmla="*/ 2115122 h 2495550"/>
                <a:gd name="connsiteX8981" fmla="*/ 2202942 w 3219450"/>
                <a:gd name="connsiteY8981" fmla="*/ 2115312 h 2495550"/>
                <a:gd name="connsiteX8982" fmla="*/ 2202276 w 3219450"/>
                <a:gd name="connsiteY8982" fmla="*/ 2115788 h 2495550"/>
                <a:gd name="connsiteX8983" fmla="*/ 2201799 w 3219450"/>
                <a:gd name="connsiteY8983" fmla="*/ 2115884 h 2495550"/>
                <a:gd name="connsiteX8984" fmla="*/ 2200180 w 3219450"/>
                <a:gd name="connsiteY8984" fmla="*/ 2115788 h 2495550"/>
                <a:gd name="connsiteX8985" fmla="*/ 2199799 w 3219450"/>
                <a:gd name="connsiteY8985" fmla="*/ 2115884 h 2495550"/>
                <a:gd name="connsiteX8986" fmla="*/ 2199132 w 3219450"/>
                <a:gd name="connsiteY8986" fmla="*/ 2116646 h 2495550"/>
                <a:gd name="connsiteX8987" fmla="*/ 2199608 w 3219450"/>
                <a:gd name="connsiteY8987" fmla="*/ 2117503 h 2495550"/>
                <a:gd name="connsiteX8988" fmla="*/ 2200275 w 3219450"/>
                <a:gd name="connsiteY8988" fmla="*/ 2118265 h 2495550"/>
                <a:gd name="connsiteX8989" fmla="*/ 2200942 w 3219450"/>
                <a:gd name="connsiteY8989" fmla="*/ 2118836 h 2495550"/>
                <a:gd name="connsiteX8990" fmla="*/ 2202085 w 3219450"/>
                <a:gd name="connsiteY8990" fmla="*/ 2119122 h 2495550"/>
                <a:gd name="connsiteX8991" fmla="*/ 2203514 w 3219450"/>
                <a:gd name="connsiteY8991" fmla="*/ 2119122 h 2495550"/>
                <a:gd name="connsiteX8992" fmla="*/ 2204371 w 3219450"/>
                <a:gd name="connsiteY8992" fmla="*/ 2118551 h 2495550"/>
                <a:gd name="connsiteX8993" fmla="*/ 2205800 w 3219450"/>
                <a:gd name="connsiteY8993" fmla="*/ 2118551 h 2495550"/>
                <a:gd name="connsiteX8994" fmla="*/ 2207228 w 3219450"/>
                <a:gd name="connsiteY8994" fmla="*/ 2119313 h 2495550"/>
                <a:gd name="connsiteX8995" fmla="*/ 2208848 w 3219450"/>
                <a:gd name="connsiteY8995" fmla="*/ 2119979 h 2495550"/>
                <a:gd name="connsiteX8996" fmla="*/ 2209610 w 3219450"/>
                <a:gd name="connsiteY8996" fmla="*/ 2120456 h 2495550"/>
                <a:gd name="connsiteX8997" fmla="*/ 2211705 w 3219450"/>
                <a:gd name="connsiteY8997" fmla="*/ 2120456 h 2495550"/>
                <a:gd name="connsiteX8998" fmla="*/ 2211134 w 3219450"/>
                <a:gd name="connsiteY8998" fmla="*/ 2119503 h 2495550"/>
                <a:gd name="connsiteX8999" fmla="*/ 2211038 w 3219450"/>
                <a:gd name="connsiteY8999" fmla="*/ 2118360 h 2495550"/>
                <a:gd name="connsiteX9000" fmla="*/ 2211991 w 3219450"/>
                <a:gd name="connsiteY9000" fmla="*/ 2117312 h 2495550"/>
                <a:gd name="connsiteX9001" fmla="*/ 2212467 w 3219450"/>
                <a:gd name="connsiteY9001" fmla="*/ 2116550 h 2495550"/>
                <a:gd name="connsiteX9002" fmla="*/ 2212277 w 3219450"/>
                <a:gd name="connsiteY9002" fmla="*/ 2116074 h 2495550"/>
                <a:gd name="connsiteX9003" fmla="*/ 2211324 w 3219450"/>
                <a:gd name="connsiteY9003" fmla="*/ 2115979 h 2495550"/>
                <a:gd name="connsiteX9004" fmla="*/ 2211229 w 3219450"/>
                <a:gd name="connsiteY9004" fmla="*/ 2116550 h 2495550"/>
                <a:gd name="connsiteX9005" fmla="*/ 2210657 w 3219450"/>
                <a:gd name="connsiteY9005" fmla="*/ 2117789 h 2495550"/>
                <a:gd name="connsiteX9006" fmla="*/ 2209038 w 3219450"/>
                <a:gd name="connsiteY9006" fmla="*/ 2116265 h 2495550"/>
                <a:gd name="connsiteX9007" fmla="*/ 2209229 w 3219450"/>
                <a:gd name="connsiteY9007" fmla="*/ 2114836 h 2495550"/>
                <a:gd name="connsiteX9008" fmla="*/ 2209895 w 3219450"/>
                <a:gd name="connsiteY9008" fmla="*/ 2113598 h 2495550"/>
                <a:gd name="connsiteX9009" fmla="*/ 2210848 w 3219450"/>
                <a:gd name="connsiteY9009" fmla="*/ 2112550 h 2495550"/>
                <a:gd name="connsiteX9010" fmla="*/ 2212658 w 3219450"/>
                <a:gd name="connsiteY9010" fmla="*/ 2110264 h 2495550"/>
                <a:gd name="connsiteX9011" fmla="*/ 2213705 w 3219450"/>
                <a:gd name="connsiteY9011" fmla="*/ 2109311 h 2495550"/>
                <a:gd name="connsiteX9012" fmla="*/ 2213134 w 3219450"/>
                <a:gd name="connsiteY9012" fmla="*/ 2109407 h 2495550"/>
                <a:gd name="connsiteX9013" fmla="*/ 2212753 w 3219450"/>
                <a:gd name="connsiteY9013" fmla="*/ 2109692 h 2495550"/>
                <a:gd name="connsiteX9014" fmla="*/ 2212372 w 3219450"/>
                <a:gd name="connsiteY9014" fmla="*/ 2110073 h 2495550"/>
                <a:gd name="connsiteX9015" fmla="*/ 2211896 w 3219450"/>
                <a:gd name="connsiteY9015" fmla="*/ 2110454 h 2495550"/>
                <a:gd name="connsiteX9016" fmla="*/ 2211229 w 3219450"/>
                <a:gd name="connsiteY9016" fmla="*/ 2110740 h 2495550"/>
                <a:gd name="connsiteX9017" fmla="*/ 2210848 w 3219450"/>
                <a:gd name="connsiteY9017" fmla="*/ 2110835 h 2495550"/>
                <a:gd name="connsiteX9018" fmla="*/ 2209800 w 3219450"/>
                <a:gd name="connsiteY9018" fmla="*/ 2110835 h 2495550"/>
                <a:gd name="connsiteX9019" fmla="*/ 2209324 w 3219450"/>
                <a:gd name="connsiteY9019" fmla="*/ 2110740 h 2495550"/>
                <a:gd name="connsiteX9020" fmla="*/ 2208562 w 3219450"/>
                <a:gd name="connsiteY9020" fmla="*/ 2110264 h 2495550"/>
                <a:gd name="connsiteX9021" fmla="*/ 2208086 w 3219450"/>
                <a:gd name="connsiteY9021" fmla="*/ 2110169 h 2495550"/>
                <a:gd name="connsiteX9022" fmla="*/ 2206657 w 3219450"/>
                <a:gd name="connsiteY9022" fmla="*/ 2110264 h 2495550"/>
                <a:gd name="connsiteX9023" fmla="*/ 2206086 w 3219450"/>
                <a:gd name="connsiteY9023" fmla="*/ 2110169 h 2495550"/>
                <a:gd name="connsiteX9024" fmla="*/ 2206086 w 3219450"/>
                <a:gd name="connsiteY9024" fmla="*/ 2109788 h 2495550"/>
                <a:gd name="connsiteX9025" fmla="*/ 2207419 w 3219450"/>
                <a:gd name="connsiteY9025" fmla="*/ 2109597 h 2495550"/>
                <a:gd name="connsiteX9026" fmla="*/ 2207514 w 3219450"/>
                <a:gd name="connsiteY9026" fmla="*/ 2108454 h 2495550"/>
                <a:gd name="connsiteX9027" fmla="*/ 2206847 w 3219450"/>
                <a:gd name="connsiteY9027" fmla="*/ 2107216 h 2495550"/>
                <a:gd name="connsiteX9028" fmla="*/ 2205895 w 3219450"/>
                <a:gd name="connsiteY9028" fmla="*/ 2106644 h 2495550"/>
                <a:gd name="connsiteX9029" fmla="*/ 2205419 w 3219450"/>
                <a:gd name="connsiteY9029" fmla="*/ 2106740 h 2495550"/>
                <a:gd name="connsiteX9030" fmla="*/ 2204943 w 3219450"/>
                <a:gd name="connsiteY9030" fmla="*/ 2107311 h 2495550"/>
                <a:gd name="connsiteX9031" fmla="*/ 2204466 w 3219450"/>
                <a:gd name="connsiteY9031" fmla="*/ 2107406 h 2495550"/>
                <a:gd name="connsiteX9032" fmla="*/ 2203990 w 3219450"/>
                <a:gd name="connsiteY9032" fmla="*/ 2107216 h 2495550"/>
                <a:gd name="connsiteX9033" fmla="*/ 2203514 w 3219450"/>
                <a:gd name="connsiteY9033" fmla="*/ 2106835 h 2495550"/>
                <a:gd name="connsiteX9034" fmla="*/ 2202847 w 3219450"/>
                <a:gd name="connsiteY9034" fmla="*/ 2105882 h 2495550"/>
                <a:gd name="connsiteX9035" fmla="*/ 2203799 w 3219450"/>
                <a:gd name="connsiteY9035" fmla="*/ 2106263 h 2495550"/>
                <a:gd name="connsiteX9036" fmla="*/ 2204180 w 3219450"/>
                <a:gd name="connsiteY9036" fmla="*/ 2106263 h 2495550"/>
                <a:gd name="connsiteX9037" fmla="*/ 2204561 w 3219450"/>
                <a:gd name="connsiteY9037" fmla="*/ 2106168 h 2495550"/>
                <a:gd name="connsiteX9038" fmla="*/ 2204752 w 3219450"/>
                <a:gd name="connsiteY9038" fmla="*/ 2105597 h 2495550"/>
                <a:gd name="connsiteX9039" fmla="*/ 2205228 w 3219450"/>
                <a:gd name="connsiteY9039" fmla="*/ 2105501 h 2495550"/>
                <a:gd name="connsiteX9040" fmla="*/ 2206181 w 3219450"/>
                <a:gd name="connsiteY9040" fmla="*/ 2105787 h 2495550"/>
                <a:gd name="connsiteX9041" fmla="*/ 2207705 w 3219450"/>
                <a:gd name="connsiteY9041" fmla="*/ 2107121 h 2495550"/>
                <a:gd name="connsiteX9042" fmla="*/ 2208181 w 3219450"/>
                <a:gd name="connsiteY9042" fmla="*/ 2107406 h 2495550"/>
                <a:gd name="connsiteX9043" fmla="*/ 2209705 w 3219450"/>
                <a:gd name="connsiteY9043" fmla="*/ 2107406 h 2495550"/>
                <a:gd name="connsiteX9044" fmla="*/ 2210467 w 3219450"/>
                <a:gd name="connsiteY9044" fmla="*/ 2107597 h 2495550"/>
                <a:gd name="connsiteX9045" fmla="*/ 2210467 w 3219450"/>
                <a:gd name="connsiteY9045" fmla="*/ 2108073 h 2495550"/>
                <a:gd name="connsiteX9046" fmla="*/ 2209895 w 3219450"/>
                <a:gd name="connsiteY9046" fmla="*/ 2108835 h 2495550"/>
                <a:gd name="connsiteX9047" fmla="*/ 2209705 w 3219450"/>
                <a:gd name="connsiteY9047" fmla="*/ 2109502 h 2495550"/>
                <a:gd name="connsiteX9048" fmla="*/ 2210086 w 3219450"/>
                <a:gd name="connsiteY9048" fmla="*/ 2109978 h 2495550"/>
                <a:gd name="connsiteX9049" fmla="*/ 2211134 w 3219450"/>
                <a:gd name="connsiteY9049" fmla="*/ 2110169 h 2495550"/>
                <a:gd name="connsiteX9050" fmla="*/ 2211324 w 3219450"/>
                <a:gd name="connsiteY9050" fmla="*/ 2109978 h 2495550"/>
                <a:gd name="connsiteX9051" fmla="*/ 2211801 w 3219450"/>
                <a:gd name="connsiteY9051" fmla="*/ 2108930 h 2495550"/>
                <a:gd name="connsiteX9052" fmla="*/ 2211991 w 3219450"/>
                <a:gd name="connsiteY9052" fmla="*/ 2108645 h 2495550"/>
                <a:gd name="connsiteX9053" fmla="*/ 2212277 w 3219450"/>
                <a:gd name="connsiteY9053" fmla="*/ 2108454 h 2495550"/>
                <a:gd name="connsiteX9054" fmla="*/ 2215229 w 3219450"/>
                <a:gd name="connsiteY9054" fmla="*/ 2107978 h 2495550"/>
                <a:gd name="connsiteX9055" fmla="*/ 2215991 w 3219450"/>
                <a:gd name="connsiteY9055" fmla="*/ 2107692 h 2495550"/>
                <a:gd name="connsiteX9056" fmla="*/ 2216658 w 3219450"/>
                <a:gd name="connsiteY9056" fmla="*/ 2107121 h 2495550"/>
                <a:gd name="connsiteX9057" fmla="*/ 2217515 w 3219450"/>
                <a:gd name="connsiteY9057" fmla="*/ 2105978 h 2495550"/>
                <a:gd name="connsiteX9058" fmla="*/ 2217992 w 3219450"/>
                <a:gd name="connsiteY9058" fmla="*/ 2105692 h 2495550"/>
                <a:gd name="connsiteX9059" fmla="*/ 2219992 w 3219450"/>
                <a:gd name="connsiteY9059" fmla="*/ 2105406 h 2495550"/>
                <a:gd name="connsiteX9060" fmla="*/ 2220182 w 3219450"/>
                <a:gd name="connsiteY9060" fmla="*/ 2105501 h 2495550"/>
                <a:gd name="connsiteX9061" fmla="*/ 2219897 w 3219450"/>
                <a:gd name="connsiteY9061" fmla="*/ 2105978 h 2495550"/>
                <a:gd name="connsiteX9062" fmla="*/ 2219611 w 3219450"/>
                <a:gd name="connsiteY9062" fmla="*/ 2107025 h 2495550"/>
                <a:gd name="connsiteX9063" fmla="*/ 2219230 w 3219450"/>
                <a:gd name="connsiteY9063" fmla="*/ 2107025 h 2495550"/>
                <a:gd name="connsiteX9064" fmla="*/ 2218754 w 3219450"/>
                <a:gd name="connsiteY9064" fmla="*/ 2106835 h 2495550"/>
                <a:gd name="connsiteX9065" fmla="*/ 2218087 w 3219450"/>
                <a:gd name="connsiteY9065" fmla="*/ 2107216 h 2495550"/>
                <a:gd name="connsiteX9066" fmla="*/ 2217515 w 3219450"/>
                <a:gd name="connsiteY9066" fmla="*/ 2107883 h 2495550"/>
                <a:gd name="connsiteX9067" fmla="*/ 2217611 w 3219450"/>
                <a:gd name="connsiteY9067" fmla="*/ 2108454 h 2495550"/>
                <a:gd name="connsiteX9068" fmla="*/ 2218658 w 3219450"/>
                <a:gd name="connsiteY9068" fmla="*/ 2108930 h 2495550"/>
                <a:gd name="connsiteX9069" fmla="*/ 2218278 w 3219450"/>
                <a:gd name="connsiteY9069" fmla="*/ 2109978 h 2495550"/>
                <a:gd name="connsiteX9070" fmla="*/ 2220373 w 3219450"/>
                <a:gd name="connsiteY9070" fmla="*/ 2109883 h 2495550"/>
                <a:gd name="connsiteX9071" fmla="*/ 2221802 w 3219450"/>
                <a:gd name="connsiteY9071" fmla="*/ 2110454 h 2495550"/>
                <a:gd name="connsiteX9072" fmla="*/ 2222469 w 3219450"/>
                <a:gd name="connsiteY9072" fmla="*/ 2110931 h 2495550"/>
                <a:gd name="connsiteX9073" fmla="*/ 2222945 w 3219450"/>
                <a:gd name="connsiteY9073" fmla="*/ 2111312 h 2495550"/>
                <a:gd name="connsiteX9074" fmla="*/ 2223230 w 3219450"/>
                <a:gd name="connsiteY9074" fmla="*/ 2111502 h 2495550"/>
                <a:gd name="connsiteX9075" fmla="*/ 2223611 w 3219450"/>
                <a:gd name="connsiteY9075" fmla="*/ 2111597 h 2495550"/>
                <a:gd name="connsiteX9076" fmla="*/ 2223993 w 3219450"/>
                <a:gd name="connsiteY9076" fmla="*/ 2111883 h 2495550"/>
                <a:gd name="connsiteX9077" fmla="*/ 2224278 w 3219450"/>
                <a:gd name="connsiteY9077" fmla="*/ 2112264 h 2495550"/>
                <a:gd name="connsiteX9078" fmla="*/ 2224469 w 3219450"/>
                <a:gd name="connsiteY9078" fmla="*/ 2112740 h 2495550"/>
                <a:gd name="connsiteX9079" fmla="*/ 2224564 w 3219450"/>
                <a:gd name="connsiteY9079" fmla="*/ 2113502 h 2495550"/>
                <a:gd name="connsiteX9080" fmla="*/ 2224469 w 3219450"/>
                <a:gd name="connsiteY9080" fmla="*/ 2114074 h 2495550"/>
                <a:gd name="connsiteX9081" fmla="*/ 2224088 w 3219450"/>
                <a:gd name="connsiteY9081" fmla="*/ 2113979 h 2495550"/>
                <a:gd name="connsiteX9082" fmla="*/ 2223802 w 3219450"/>
                <a:gd name="connsiteY9082" fmla="*/ 2113502 h 2495550"/>
                <a:gd name="connsiteX9083" fmla="*/ 2223707 w 3219450"/>
                <a:gd name="connsiteY9083" fmla="*/ 2113026 h 2495550"/>
                <a:gd name="connsiteX9084" fmla="*/ 2223516 w 3219450"/>
                <a:gd name="connsiteY9084" fmla="*/ 2112740 h 2495550"/>
                <a:gd name="connsiteX9085" fmla="*/ 2223135 w 3219450"/>
                <a:gd name="connsiteY9085" fmla="*/ 2112836 h 2495550"/>
                <a:gd name="connsiteX9086" fmla="*/ 2223230 w 3219450"/>
                <a:gd name="connsiteY9086" fmla="*/ 2113407 h 2495550"/>
                <a:gd name="connsiteX9087" fmla="*/ 2223516 w 3219450"/>
                <a:gd name="connsiteY9087" fmla="*/ 2114360 h 2495550"/>
                <a:gd name="connsiteX9088" fmla="*/ 2223611 w 3219450"/>
                <a:gd name="connsiteY9088" fmla="*/ 2115217 h 2495550"/>
                <a:gd name="connsiteX9089" fmla="*/ 2224278 w 3219450"/>
                <a:gd name="connsiteY9089" fmla="*/ 2115693 h 2495550"/>
                <a:gd name="connsiteX9090" fmla="*/ 2225136 w 3219450"/>
                <a:gd name="connsiteY9090" fmla="*/ 2115693 h 2495550"/>
                <a:gd name="connsiteX9091" fmla="*/ 2226088 w 3219450"/>
                <a:gd name="connsiteY9091" fmla="*/ 2114360 h 2495550"/>
                <a:gd name="connsiteX9092" fmla="*/ 2226660 w 3219450"/>
                <a:gd name="connsiteY9092" fmla="*/ 2113883 h 2495550"/>
                <a:gd name="connsiteX9093" fmla="*/ 2228183 w 3219450"/>
                <a:gd name="connsiteY9093" fmla="*/ 2113026 h 2495550"/>
                <a:gd name="connsiteX9094" fmla="*/ 2229231 w 3219450"/>
                <a:gd name="connsiteY9094" fmla="*/ 2113312 h 2495550"/>
                <a:gd name="connsiteX9095" fmla="*/ 2230755 w 3219450"/>
                <a:gd name="connsiteY9095" fmla="*/ 2112359 h 2495550"/>
                <a:gd name="connsiteX9096" fmla="*/ 2231136 w 3219450"/>
                <a:gd name="connsiteY9096" fmla="*/ 2112264 h 2495550"/>
                <a:gd name="connsiteX9097" fmla="*/ 2232089 w 3219450"/>
                <a:gd name="connsiteY9097" fmla="*/ 2112455 h 2495550"/>
                <a:gd name="connsiteX9098" fmla="*/ 2232470 w 3219450"/>
                <a:gd name="connsiteY9098" fmla="*/ 2111788 h 2495550"/>
                <a:gd name="connsiteX9099" fmla="*/ 2234089 w 3219450"/>
                <a:gd name="connsiteY9099" fmla="*/ 2110645 h 2495550"/>
                <a:gd name="connsiteX9100" fmla="*/ 2234851 w 3219450"/>
                <a:gd name="connsiteY9100" fmla="*/ 2110550 h 2495550"/>
                <a:gd name="connsiteX9101" fmla="*/ 2235613 w 3219450"/>
                <a:gd name="connsiteY9101" fmla="*/ 2110169 h 2495550"/>
                <a:gd name="connsiteX9102" fmla="*/ 2236185 w 3219450"/>
                <a:gd name="connsiteY9102" fmla="*/ 2109788 h 2495550"/>
                <a:gd name="connsiteX9103" fmla="*/ 2236756 w 3219450"/>
                <a:gd name="connsiteY9103" fmla="*/ 2109788 h 2495550"/>
                <a:gd name="connsiteX9104" fmla="*/ 2237042 w 3219450"/>
                <a:gd name="connsiteY9104" fmla="*/ 2109597 h 2495550"/>
                <a:gd name="connsiteX9105" fmla="*/ 2238185 w 3219450"/>
                <a:gd name="connsiteY9105" fmla="*/ 2108835 h 2495550"/>
                <a:gd name="connsiteX9106" fmla="*/ 2238756 w 3219450"/>
                <a:gd name="connsiteY9106" fmla="*/ 2107597 h 2495550"/>
                <a:gd name="connsiteX9107" fmla="*/ 2237899 w 3219450"/>
                <a:gd name="connsiteY9107" fmla="*/ 2107121 h 2495550"/>
                <a:gd name="connsiteX9108" fmla="*/ 2236375 w 3219450"/>
                <a:gd name="connsiteY9108" fmla="*/ 2105692 h 2495550"/>
                <a:gd name="connsiteX9109" fmla="*/ 2236375 w 3219450"/>
                <a:gd name="connsiteY9109" fmla="*/ 2105120 h 2495550"/>
                <a:gd name="connsiteX9110" fmla="*/ 2238756 w 3219450"/>
                <a:gd name="connsiteY9110" fmla="*/ 2106644 h 2495550"/>
                <a:gd name="connsiteX9111" fmla="*/ 2240661 w 3219450"/>
                <a:gd name="connsiteY9111" fmla="*/ 2107311 h 2495550"/>
                <a:gd name="connsiteX9112" fmla="*/ 2238947 w 3219450"/>
                <a:gd name="connsiteY9112" fmla="*/ 2108835 h 2495550"/>
                <a:gd name="connsiteX9113" fmla="*/ 2238566 w 3219450"/>
                <a:gd name="connsiteY9113" fmla="*/ 2109883 h 2495550"/>
                <a:gd name="connsiteX9114" fmla="*/ 2239137 w 3219450"/>
                <a:gd name="connsiteY9114" fmla="*/ 2111216 h 2495550"/>
                <a:gd name="connsiteX9115" fmla="*/ 2240090 w 3219450"/>
                <a:gd name="connsiteY9115" fmla="*/ 2110835 h 2495550"/>
                <a:gd name="connsiteX9116" fmla="*/ 2240947 w 3219450"/>
                <a:gd name="connsiteY9116" fmla="*/ 2110454 h 2495550"/>
                <a:gd name="connsiteX9117" fmla="*/ 2241709 w 3219450"/>
                <a:gd name="connsiteY9117" fmla="*/ 2109978 h 2495550"/>
                <a:gd name="connsiteX9118" fmla="*/ 2243043 w 3219450"/>
                <a:gd name="connsiteY9118" fmla="*/ 2109026 h 2495550"/>
                <a:gd name="connsiteX9119" fmla="*/ 2244566 w 3219450"/>
                <a:gd name="connsiteY9119" fmla="*/ 2107216 h 2495550"/>
                <a:gd name="connsiteX9120" fmla="*/ 2245328 w 3219450"/>
                <a:gd name="connsiteY9120" fmla="*/ 2106549 h 2495550"/>
                <a:gd name="connsiteX9121" fmla="*/ 2245710 w 3219450"/>
                <a:gd name="connsiteY9121" fmla="*/ 2105978 h 2495550"/>
                <a:gd name="connsiteX9122" fmla="*/ 2247043 w 3219450"/>
                <a:gd name="connsiteY9122" fmla="*/ 2105216 h 2495550"/>
                <a:gd name="connsiteX9123" fmla="*/ 2248853 w 3219450"/>
                <a:gd name="connsiteY9123" fmla="*/ 2103692 h 2495550"/>
                <a:gd name="connsiteX9124" fmla="*/ 2248186 w 3219450"/>
                <a:gd name="connsiteY9124" fmla="*/ 2103215 h 2495550"/>
                <a:gd name="connsiteX9125" fmla="*/ 2247329 w 3219450"/>
                <a:gd name="connsiteY9125" fmla="*/ 2103596 h 2495550"/>
                <a:gd name="connsiteX9126" fmla="*/ 2246376 w 3219450"/>
                <a:gd name="connsiteY9126" fmla="*/ 2103501 h 2495550"/>
                <a:gd name="connsiteX9127" fmla="*/ 2244566 w 3219450"/>
                <a:gd name="connsiteY9127" fmla="*/ 2102739 h 2495550"/>
                <a:gd name="connsiteX9128" fmla="*/ 2245233 w 3219450"/>
                <a:gd name="connsiteY9128" fmla="*/ 2102168 h 2495550"/>
                <a:gd name="connsiteX9129" fmla="*/ 2246376 w 3219450"/>
                <a:gd name="connsiteY9129" fmla="*/ 2102263 h 2495550"/>
                <a:gd name="connsiteX9130" fmla="*/ 2247805 w 3219450"/>
                <a:gd name="connsiteY9130" fmla="*/ 2102644 h 2495550"/>
                <a:gd name="connsiteX9131" fmla="*/ 2249234 w 3219450"/>
                <a:gd name="connsiteY9131" fmla="*/ 2102358 h 2495550"/>
                <a:gd name="connsiteX9132" fmla="*/ 2249710 w 3219450"/>
                <a:gd name="connsiteY9132" fmla="*/ 2103215 h 2495550"/>
                <a:gd name="connsiteX9133" fmla="*/ 2251805 w 3219450"/>
                <a:gd name="connsiteY9133" fmla="*/ 2103882 h 2495550"/>
                <a:gd name="connsiteX9134" fmla="*/ 2252568 w 3219450"/>
                <a:gd name="connsiteY9134" fmla="*/ 2104644 h 2495550"/>
                <a:gd name="connsiteX9135" fmla="*/ 2253996 w 3219450"/>
                <a:gd name="connsiteY9135" fmla="*/ 2105120 h 2495550"/>
                <a:gd name="connsiteX9136" fmla="*/ 2256473 w 3219450"/>
                <a:gd name="connsiteY9136" fmla="*/ 2104644 h 2495550"/>
                <a:gd name="connsiteX9137" fmla="*/ 2258187 w 3219450"/>
                <a:gd name="connsiteY9137" fmla="*/ 2104073 h 2495550"/>
                <a:gd name="connsiteX9138" fmla="*/ 2260092 w 3219450"/>
                <a:gd name="connsiteY9138" fmla="*/ 2104549 h 2495550"/>
                <a:gd name="connsiteX9139" fmla="*/ 2261330 w 3219450"/>
                <a:gd name="connsiteY9139" fmla="*/ 2102930 h 2495550"/>
                <a:gd name="connsiteX9140" fmla="*/ 2261521 w 3219450"/>
                <a:gd name="connsiteY9140" fmla="*/ 2101120 h 2495550"/>
                <a:gd name="connsiteX9141" fmla="*/ 2262854 w 3219450"/>
                <a:gd name="connsiteY9141" fmla="*/ 2100739 h 2495550"/>
                <a:gd name="connsiteX9142" fmla="*/ 2263712 w 3219450"/>
                <a:gd name="connsiteY9142" fmla="*/ 2099977 h 2495550"/>
                <a:gd name="connsiteX9143" fmla="*/ 2263236 w 3219450"/>
                <a:gd name="connsiteY9143" fmla="*/ 2099024 h 2495550"/>
                <a:gd name="connsiteX9144" fmla="*/ 2262854 w 3219450"/>
                <a:gd name="connsiteY9144" fmla="*/ 2097310 h 2495550"/>
                <a:gd name="connsiteX9145" fmla="*/ 2263045 w 3219450"/>
                <a:gd name="connsiteY9145" fmla="*/ 2096167 h 2495550"/>
                <a:gd name="connsiteX9146" fmla="*/ 2262093 w 3219450"/>
                <a:gd name="connsiteY9146" fmla="*/ 2094929 h 2495550"/>
                <a:gd name="connsiteX9147" fmla="*/ 2262664 w 3219450"/>
                <a:gd name="connsiteY9147" fmla="*/ 2092928 h 2495550"/>
                <a:gd name="connsiteX9148" fmla="*/ 2263997 w 3219450"/>
                <a:gd name="connsiteY9148" fmla="*/ 2091023 h 2495550"/>
                <a:gd name="connsiteX9149" fmla="*/ 2265617 w 3219450"/>
                <a:gd name="connsiteY9149" fmla="*/ 2089976 h 2495550"/>
                <a:gd name="connsiteX9150" fmla="*/ 2265807 w 3219450"/>
                <a:gd name="connsiteY9150" fmla="*/ 2089214 h 2495550"/>
                <a:gd name="connsiteX9151" fmla="*/ 2265712 w 3219450"/>
                <a:gd name="connsiteY9151" fmla="*/ 2088737 h 2495550"/>
                <a:gd name="connsiteX9152" fmla="*/ 2264188 w 3219450"/>
                <a:gd name="connsiteY9152" fmla="*/ 2088356 h 2495550"/>
                <a:gd name="connsiteX9153" fmla="*/ 2263616 w 3219450"/>
                <a:gd name="connsiteY9153" fmla="*/ 2088452 h 2495550"/>
                <a:gd name="connsiteX9154" fmla="*/ 2263045 w 3219450"/>
                <a:gd name="connsiteY9154" fmla="*/ 2088833 h 2495550"/>
                <a:gd name="connsiteX9155" fmla="*/ 2262473 w 3219450"/>
                <a:gd name="connsiteY9155" fmla="*/ 2089214 h 2495550"/>
                <a:gd name="connsiteX9156" fmla="*/ 2261711 w 3219450"/>
                <a:gd name="connsiteY9156" fmla="*/ 2089785 h 2495550"/>
                <a:gd name="connsiteX9157" fmla="*/ 2260759 w 3219450"/>
                <a:gd name="connsiteY9157" fmla="*/ 2088928 h 2495550"/>
                <a:gd name="connsiteX9158" fmla="*/ 2260759 w 3219450"/>
                <a:gd name="connsiteY9158" fmla="*/ 2087880 h 2495550"/>
                <a:gd name="connsiteX9159" fmla="*/ 2261140 w 3219450"/>
                <a:gd name="connsiteY9159" fmla="*/ 2087785 h 2495550"/>
                <a:gd name="connsiteX9160" fmla="*/ 2263902 w 3219450"/>
                <a:gd name="connsiteY9160" fmla="*/ 2087118 h 2495550"/>
                <a:gd name="connsiteX9161" fmla="*/ 2264855 w 3219450"/>
                <a:gd name="connsiteY9161" fmla="*/ 2087213 h 2495550"/>
                <a:gd name="connsiteX9162" fmla="*/ 2266093 w 3219450"/>
                <a:gd name="connsiteY9162" fmla="*/ 2087594 h 2495550"/>
                <a:gd name="connsiteX9163" fmla="*/ 2266474 w 3219450"/>
                <a:gd name="connsiteY9163" fmla="*/ 2088547 h 2495550"/>
                <a:gd name="connsiteX9164" fmla="*/ 2266379 w 3219450"/>
                <a:gd name="connsiteY9164" fmla="*/ 2089595 h 2495550"/>
                <a:gd name="connsiteX9165" fmla="*/ 2266188 w 3219450"/>
                <a:gd name="connsiteY9165" fmla="*/ 2090261 h 2495550"/>
                <a:gd name="connsiteX9166" fmla="*/ 2266283 w 3219450"/>
                <a:gd name="connsiteY9166" fmla="*/ 2090928 h 2495550"/>
                <a:gd name="connsiteX9167" fmla="*/ 2267045 w 3219450"/>
                <a:gd name="connsiteY9167" fmla="*/ 2091214 h 2495550"/>
                <a:gd name="connsiteX9168" fmla="*/ 2267427 w 3219450"/>
                <a:gd name="connsiteY9168" fmla="*/ 2091785 h 2495550"/>
                <a:gd name="connsiteX9169" fmla="*/ 2267903 w 3219450"/>
                <a:gd name="connsiteY9169" fmla="*/ 2091881 h 2495550"/>
                <a:gd name="connsiteX9170" fmla="*/ 2268665 w 3219450"/>
                <a:gd name="connsiteY9170" fmla="*/ 2090166 h 2495550"/>
                <a:gd name="connsiteX9171" fmla="*/ 2269141 w 3219450"/>
                <a:gd name="connsiteY9171" fmla="*/ 2088928 h 2495550"/>
                <a:gd name="connsiteX9172" fmla="*/ 2270094 w 3219450"/>
                <a:gd name="connsiteY9172" fmla="*/ 2088071 h 2495550"/>
                <a:gd name="connsiteX9173" fmla="*/ 2270951 w 3219450"/>
                <a:gd name="connsiteY9173" fmla="*/ 2087594 h 2495550"/>
                <a:gd name="connsiteX9174" fmla="*/ 2271427 w 3219450"/>
                <a:gd name="connsiteY9174" fmla="*/ 2087309 h 2495550"/>
                <a:gd name="connsiteX9175" fmla="*/ 2271141 w 3219450"/>
                <a:gd name="connsiteY9175" fmla="*/ 2086451 h 2495550"/>
                <a:gd name="connsiteX9176" fmla="*/ 2270379 w 3219450"/>
                <a:gd name="connsiteY9176" fmla="*/ 2086070 h 2495550"/>
                <a:gd name="connsiteX9177" fmla="*/ 2269522 w 3219450"/>
                <a:gd name="connsiteY9177" fmla="*/ 2085785 h 2495550"/>
                <a:gd name="connsiteX9178" fmla="*/ 2268855 w 3219450"/>
                <a:gd name="connsiteY9178" fmla="*/ 2085213 h 2495550"/>
                <a:gd name="connsiteX9179" fmla="*/ 2270855 w 3219450"/>
                <a:gd name="connsiteY9179" fmla="*/ 2085499 h 2495550"/>
                <a:gd name="connsiteX9180" fmla="*/ 2272189 w 3219450"/>
                <a:gd name="connsiteY9180" fmla="*/ 2086547 h 2495550"/>
                <a:gd name="connsiteX9181" fmla="*/ 2273427 w 3219450"/>
                <a:gd name="connsiteY9181" fmla="*/ 2087975 h 2495550"/>
                <a:gd name="connsiteX9182" fmla="*/ 2275046 w 3219450"/>
                <a:gd name="connsiteY9182" fmla="*/ 2089214 h 2495550"/>
                <a:gd name="connsiteX9183" fmla="*/ 2276189 w 3219450"/>
                <a:gd name="connsiteY9183" fmla="*/ 2087880 h 2495550"/>
                <a:gd name="connsiteX9184" fmla="*/ 2275618 w 3219450"/>
                <a:gd name="connsiteY9184" fmla="*/ 2087690 h 2495550"/>
                <a:gd name="connsiteX9185" fmla="*/ 2275237 w 3219450"/>
                <a:gd name="connsiteY9185" fmla="*/ 2087880 h 2495550"/>
                <a:gd name="connsiteX9186" fmla="*/ 2274761 w 3219450"/>
                <a:gd name="connsiteY9186" fmla="*/ 2087594 h 2495550"/>
                <a:gd name="connsiteX9187" fmla="*/ 2274285 w 3219450"/>
                <a:gd name="connsiteY9187" fmla="*/ 2085785 h 2495550"/>
                <a:gd name="connsiteX9188" fmla="*/ 2274094 w 3219450"/>
                <a:gd name="connsiteY9188" fmla="*/ 2084356 h 2495550"/>
                <a:gd name="connsiteX9189" fmla="*/ 2273237 w 3219450"/>
                <a:gd name="connsiteY9189" fmla="*/ 2082737 h 2495550"/>
                <a:gd name="connsiteX9190" fmla="*/ 2272284 w 3219450"/>
                <a:gd name="connsiteY9190" fmla="*/ 2082451 h 2495550"/>
                <a:gd name="connsiteX9191" fmla="*/ 2272094 w 3219450"/>
                <a:gd name="connsiteY9191" fmla="*/ 2083308 h 2495550"/>
                <a:gd name="connsiteX9192" fmla="*/ 2271141 w 3219450"/>
                <a:gd name="connsiteY9192" fmla="*/ 2083118 h 2495550"/>
                <a:gd name="connsiteX9193" fmla="*/ 2270189 w 3219450"/>
                <a:gd name="connsiteY9193" fmla="*/ 2081975 h 2495550"/>
                <a:gd name="connsiteX9194" fmla="*/ 2268570 w 3219450"/>
                <a:gd name="connsiteY9194" fmla="*/ 2082070 h 2495550"/>
                <a:gd name="connsiteX9195" fmla="*/ 2267522 w 3219450"/>
                <a:gd name="connsiteY9195" fmla="*/ 2083118 h 2495550"/>
                <a:gd name="connsiteX9196" fmla="*/ 2265712 w 3219450"/>
                <a:gd name="connsiteY9196" fmla="*/ 2083022 h 2495550"/>
                <a:gd name="connsiteX9197" fmla="*/ 2264664 w 3219450"/>
                <a:gd name="connsiteY9197" fmla="*/ 2083308 h 2495550"/>
                <a:gd name="connsiteX9198" fmla="*/ 2263902 w 3219450"/>
                <a:gd name="connsiteY9198" fmla="*/ 2082927 h 2495550"/>
                <a:gd name="connsiteX9199" fmla="*/ 2262759 w 3219450"/>
                <a:gd name="connsiteY9199" fmla="*/ 2081879 h 2495550"/>
                <a:gd name="connsiteX9200" fmla="*/ 2261711 w 3219450"/>
                <a:gd name="connsiteY9200" fmla="*/ 2080736 h 2495550"/>
                <a:gd name="connsiteX9201" fmla="*/ 2261235 w 3219450"/>
                <a:gd name="connsiteY9201" fmla="*/ 2079879 h 2495550"/>
                <a:gd name="connsiteX9202" fmla="*/ 2261140 w 3219450"/>
                <a:gd name="connsiteY9202" fmla="*/ 2077974 h 2495550"/>
                <a:gd name="connsiteX9203" fmla="*/ 2261235 w 3219450"/>
                <a:gd name="connsiteY9203" fmla="*/ 2077593 h 2495550"/>
                <a:gd name="connsiteX9204" fmla="*/ 2261711 w 3219450"/>
                <a:gd name="connsiteY9204" fmla="*/ 2077402 h 2495550"/>
                <a:gd name="connsiteX9205" fmla="*/ 2262283 w 3219450"/>
                <a:gd name="connsiteY9205" fmla="*/ 2077498 h 2495550"/>
                <a:gd name="connsiteX9206" fmla="*/ 2262854 w 3219450"/>
                <a:gd name="connsiteY9206" fmla="*/ 2077879 h 2495550"/>
                <a:gd name="connsiteX9207" fmla="*/ 2263045 w 3219450"/>
                <a:gd name="connsiteY9207" fmla="*/ 2078641 h 2495550"/>
                <a:gd name="connsiteX9208" fmla="*/ 2263616 w 3219450"/>
                <a:gd name="connsiteY9208" fmla="*/ 2079212 h 2495550"/>
                <a:gd name="connsiteX9209" fmla="*/ 2266379 w 3219450"/>
                <a:gd name="connsiteY9209" fmla="*/ 2080451 h 2495550"/>
                <a:gd name="connsiteX9210" fmla="*/ 2268284 w 3219450"/>
                <a:gd name="connsiteY9210" fmla="*/ 2081308 h 2495550"/>
                <a:gd name="connsiteX9211" fmla="*/ 2269522 w 3219450"/>
                <a:gd name="connsiteY9211" fmla="*/ 2081213 h 2495550"/>
                <a:gd name="connsiteX9212" fmla="*/ 2270189 w 3219450"/>
                <a:gd name="connsiteY9212" fmla="*/ 2081022 h 2495550"/>
                <a:gd name="connsiteX9213" fmla="*/ 2271236 w 3219450"/>
                <a:gd name="connsiteY9213" fmla="*/ 2081308 h 2495550"/>
                <a:gd name="connsiteX9214" fmla="*/ 2272284 w 3219450"/>
                <a:gd name="connsiteY9214" fmla="*/ 2081594 h 2495550"/>
                <a:gd name="connsiteX9215" fmla="*/ 2273046 w 3219450"/>
                <a:gd name="connsiteY9215" fmla="*/ 2081689 h 2495550"/>
                <a:gd name="connsiteX9216" fmla="*/ 2273427 w 3219450"/>
                <a:gd name="connsiteY9216" fmla="*/ 2081594 h 2495550"/>
                <a:gd name="connsiteX9217" fmla="*/ 2274475 w 3219450"/>
                <a:gd name="connsiteY9217" fmla="*/ 2081594 h 2495550"/>
                <a:gd name="connsiteX9218" fmla="*/ 2279428 w 3219450"/>
                <a:gd name="connsiteY9218" fmla="*/ 2075879 h 2495550"/>
                <a:gd name="connsiteX9219" fmla="*/ 2279714 w 3219450"/>
                <a:gd name="connsiteY9219" fmla="*/ 2074545 h 2495550"/>
                <a:gd name="connsiteX9220" fmla="*/ 2278761 w 3219450"/>
                <a:gd name="connsiteY9220" fmla="*/ 2073212 h 2495550"/>
                <a:gd name="connsiteX9221" fmla="*/ 2278476 w 3219450"/>
                <a:gd name="connsiteY9221" fmla="*/ 2072450 h 2495550"/>
                <a:gd name="connsiteX9222" fmla="*/ 2278761 w 3219450"/>
                <a:gd name="connsiteY9222" fmla="*/ 2071688 h 2495550"/>
                <a:gd name="connsiteX9223" fmla="*/ 2279809 w 3219450"/>
                <a:gd name="connsiteY9223" fmla="*/ 2070449 h 2495550"/>
                <a:gd name="connsiteX9224" fmla="*/ 2280190 w 3219450"/>
                <a:gd name="connsiteY9224" fmla="*/ 2069687 h 2495550"/>
                <a:gd name="connsiteX9225" fmla="*/ 2280380 w 3219450"/>
                <a:gd name="connsiteY9225" fmla="*/ 2068925 h 2495550"/>
                <a:gd name="connsiteX9226" fmla="*/ 2280285 w 3219450"/>
                <a:gd name="connsiteY9226" fmla="*/ 2068163 h 2495550"/>
                <a:gd name="connsiteX9227" fmla="*/ 2279999 w 3219450"/>
                <a:gd name="connsiteY9227" fmla="*/ 2067782 h 2495550"/>
                <a:gd name="connsiteX9228" fmla="*/ 2279714 w 3219450"/>
                <a:gd name="connsiteY9228" fmla="*/ 2067497 h 2495550"/>
                <a:gd name="connsiteX9229" fmla="*/ 2279619 w 3219450"/>
                <a:gd name="connsiteY9229" fmla="*/ 2067020 h 2495550"/>
                <a:gd name="connsiteX9230" fmla="*/ 2279904 w 3219450"/>
                <a:gd name="connsiteY9230" fmla="*/ 2066354 h 2495550"/>
                <a:gd name="connsiteX9231" fmla="*/ 2281143 w 3219450"/>
                <a:gd name="connsiteY9231" fmla="*/ 2065401 h 2495550"/>
                <a:gd name="connsiteX9232" fmla="*/ 2281428 w 3219450"/>
                <a:gd name="connsiteY9232" fmla="*/ 2065020 h 2495550"/>
                <a:gd name="connsiteX9233" fmla="*/ 2281619 w 3219450"/>
                <a:gd name="connsiteY9233" fmla="*/ 2064258 h 2495550"/>
                <a:gd name="connsiteX9234" fmla="*/ 2282000 w 3219450"/>
                <a:gd name="connsiteY9234" fmla="*/ 2063782 h 2495550"/>
                <a:gd name="connsiteX9235" fmla="*/ 2282571 w 3219450"/>
                <a:gd name="connsiteY9235" fmla="*/ 2063687 h 2495550"/>
                <a:gd name="connsiteX9236" fmla="*/ 2283238 w 3219450"/>
                <a:gd name="connsiteY9236" fmla="*/ 2064068 h 2495550"/>
                <a:gd name="connsiteX9237" fmla="*/ 2282000 w 3219450"/>
                <a:gd name="connsiteY9237" fmla="*/ 2065211 h 2495550"/>
                <a:gd name="connsiteX9238" fmla="*/ 2282571 w 3219450"/>
                <a:gd name="connsiteY9238" fmla="*/ 2065973 h 2495550"/>
                <a:gd name="connsiteX9239" fmla="*/ 2283810 w 3219450"/>
                <a:gd name="connsiteY9239" fmla="*/ 2066735 h 2495550"/>
                <a:gd name="connsiteX9240" fmla="*/ 2284571 w 3219450"/>
                <a:gd name="connsiteY9240" fmla="*/ 2066449 h 2495550"/>
                <a:gd name="connsiteX9241" fmla="*/ 2285619 w 3219450"/>
                <a:gd name="connsiteY9241" fmla="*/ 2065020 h 2495550"/>
                <a:gd name="connsiteX9242" fmla="*/ 2286857 w 3219450"/>
                <a:gd name="connsiteY9242" fmla="*/ 2064734 h 2495550"/>
                <a:gd name="connsiteX9243" fmla="*/ 2287334 w 3219450"/>
                <a:gd name="connsiteY9243" fmla="*/ 2064544 h 2495550"/>
                <a:gd name="connsiteX9244" fmla="*/ 2287620 w 3219450"/>
                <a:gd name="connsiteY9244" fmla="*/ 2063972 h 2495550"/>
                <a:gd name="connsiteX9245" fmla="*/ 2288191 w 3219450"/>
                <a:gd name="connsiteY9245" fmla="*/ 2063782 h 2495550"/>
                <a:gd name="connsiteX9246" fmla="*/ 2288762 w 3219450"/>
                <a:gd name="connsiteY9246" fmla="*/ 2064068 h 2495550"/>
                <a:gd name="connsiteX9247" fmla="*/ 2289429 w 3219450"/>
                <a:gd name="connsiteY9247" fmla="*/ 2064163 h 2495550"/>
                <a:gd name="connsiteX9248" fmla="*/ 2290001 w 3219450"/>
                <a:gd name="connsiteY9248" fmla="*/ 2064353 h 2495550"/>
                <a:gd name="connsiteX9249" fmla="*/ 2290477 w 3219450"/>
                <a:gd name="connsiteY9249" fmla="*/ 2065115 h 2495550"/>
                <a:gd name="connsiteX9250" fmla="*/ 2290572 w 3219450"/>
                <a:gd name="connsiteY9250" fmla="*/ 2066068 h 2495550"/>
                <a:gd name="connsiteX9251" fmla="*/ 2290382 w 3219450"/>
                <a:gd name="connsiteY9251" fmla="*/ 2067116 h 2495550"/>
                <a:gd name="connsiteX9252" fmla="*/ 2290763 w 3219450"/>
                <a:gd name="connsiteY9252" fmla="*/ 2067973 h 2495550"/>
                <a:gd name="connsiteX9253" fmla="*/ 2290572 w 3219450"/>
                <a:gd name="connsiteY9253" fmla="*/ 2068830 h 2495550"/>
                <a:gd name="connsiteX9254" fmla="*/ 2290477 w 3219450"/>
                <a:gd name="connsiteY9254" fmla="*/ 2069402 h 2495550"/>
                <a:gd name="connsiteX9255" fmla="*/ 2290763 w 3219450"/>
                <a:gd name="connsiteY9255" fmla="*/ 2070164 h 2495550"/>
                <a:gd name="connsiteX9256" fmla="*/ 2291525 w 3219450"/>
                <a:gd name="connsiteY9256" fmla="*/ 2069973 h 2495550"/>
                <a:gd name="connsiteX9257" fmla="*/ 2293049 w 3219450"/>
                <a:gd name="connsiteY9257" fmla="*/ 2068925 h 2495550"/>
                <a:gd name="connsiteX9258" fmla="*/ 2294192 w 3219450"/>
                <a:gd name="connsiteY9258" fmla="*/ 2066925 h 2495550"/>
                <a:gd name="connsiteX9259" fmla="*/ 2295430 w 3219450"/>
                <a:gd name="connsiteY9259" fmla="*/ 2066354 h 2495550"/>
                <a:gd name="connsiteX9260" fmla="*/ 2296002 w 3219450"/>
                <a:gd name="connsiteY9260" fmla="*/ 2066068 h 2495550"/>
                <a:gd name="connsiteX9261" fmla="*/ 2297716 w 3219450"/>
                <a:gd name="connsiteY9261" fmla="*/ 2065592 h 2495550"/>
                <a:gd name="connsiteX9262" fmla="*/ 2297811 w 3219450"/>
                <a:gd name="connsiteY9262" fmla="*/ 2065020 h 2495550"/>
                <a:gd name="connsiteX9263" fmla="*/ 2297621 w 3219450"/>
                <a:gd name="connsiteY9263" fmla="*/ 2064353 h 2495550"/>
                <a:gd name="connsiteX9264" fmla="*/ 2297145 w 3219450"/>
                <a:gd name="connsiteY9264" fmla="*/ 2063591 h 2495550"/>
                <a:gd name="connsiteX9265" fmla="*/ 2298002 w 3219450"/>
                <a:gd name="connsiteY9265" fmla="*/ 2062448 h 2495550"/>
                <a:gd name="connsiteX9266" fmla="*/ 2298192 w 3219450"/>
                <a:gd name="connsiteY9266" fmla="*/ 2061972 h 2495550"/>
                <a:gd name="connsiteX9267" fmla="*/ 2298478 w 3219450"/>
                <a:gd name="connsiteY9267" fmla="*/ 2063210 h 2495550"/>
                <a:gd name="connsiteX9268" fmla="*/ 2298954 w 3219450"/>
                <a:gd name="connsiteY9268" fmla="*/ 2063972 h 2495550"/>
                <a:gd name="connsiteX9269" fmla="*/ 2298478 w 3219450"/>
                <a:gd name="connsiteY9269" fmla="*/ 2065020 h 2495550"/>
                <a:gd name="connsiteX9270" fmla="*/ 2298478 w 3219450"/>
                <a:gd name="connsiteY9270" fmla="*/ 2065877 h 2495550"/>
                <a:gd name="connsiteX9271" fmla="*/ 2298669 w 3219450"/>
                <a:gd name="connsiteY9271" fmla="*/ 2066925 h 2495550"/>
                <a:gd name="connsiteX9272" fmla="*/ 2299621 w 3219450"/>
                <a:gd name="connsiteY9272" fmla="*/ 2066354 h 2495550"/>
                <a:gd name="connsiteX9273" fmla="*/ 2300764 w 3219450"/>
                <a:gd name="connsiteY9273" fmla="*/ 2065211 h 2495550"/>
                <a:gd name="connsiteX9274" fmla="*/ 2300002 w 3219450"/>
                <a:gd name="connsiteY9274" fmla="*/ 2064163 h 2495550"/>
                <a:gd name="connsiteX9275" fmla="*/ 2300193 w 3219450"/>
                <a:gd name="connsiteY9275" fmla="*/ 2062734 h 2495550"/>
                <a:gd name="connsiteX9276" fmla="*/ 2300669 w 3219450"/>
                <a:gd name="connsiteY9276" fmla="*/ 2062258 h 2495550"/>
                <a:gd name="connsiteX9277" fmla="*/ 2300478 w 3219450"/>
                <a:gd name="connsiteY9277" fmla="*/ 2060353 h 2495550"/>
                <a:gd name="connsiteX9278" fmla="*/ 2301240 w 3219450"/>
                <a:gd name="connsiteY9278" fmla="*/ 2058924 h 2495550"/>
                <a:gd name="connsiteX9279" fmla="*/ 2301621 w 3219450"/>
                <a:gd name="connsiteY9279" fmla="*/ 2058067 h 2495550"/>
                <a:gd name="connsiteX9280" fmla="*/ 2300859 w 3219450"/>
                <a:gd name="connsiteY9280" fmla="*/ 2056924 h 2495550"/>
                <a:gd name="connsiteX9281" fmla="*/ 2301621 w 3219450"/>
                <a:gd name="connsiteY9281" fmla="*/ 2056543 h 2495550"/>
                <a:gd name="connsiteX9282" fmla="*/ 2302193 w 3219450"/>
                <a:gd name="connsiteY9282" fmla="*/ 2057305 h 2495550"/>
                <a:gd name="connsiteX9283" fmla="*/ 2302955 w 3219450"/>
                <a:gd name="connsiteY9283" fmla="*/ 2058067 h 2495550"/>
                <a:gd name="connsiteX9284" fmla="*/ 2304383 w 3219450"/>
                <a:gd name="connsiteY9284" fmla="*/ 2057686 h 2495550"/>
                <a:gd name="connsiteX9285" fmla="*/ 2304860 w 3219450"/>
                <a:gd name="connsiteY9285" fmla="*/ 2057210 h 2495550"/>
                <a:gd name="connsiteX9286" fmla="*/ 2305241 w 3219450"/>
                <a:gd name="connsiteY9286" fmla="*/ 2056733 h 2495550"/>
                <a:gd name="connsiteX9287" fmla="*/ 2305622 w 3219450"/>
                <a:gd name="connsiteY9287" fmla="*/ 2056352 h 2495550"/>
                <a:gd name="connsiteX9288" fmla="*/ 2306288 w 3219450"/>
                <a:gd name="connsiteY9288" fmla="*/ 2056162 h 2495550"/>
                <a:gd name="connsiteX9289" fmla="*/ 2309051 w 3219450"/>
                <a:gd name="connsiteY9289" fmla="*/ 2057305 h 2495550"/>
                <a:gd name="connsiteX9290" fmla="*/ 2310575 w 3219450"/>
                <a:gd name="connsiteY9290" fmla="*/ 2056638 h 2495550"/>
                <a:gd name="connsiteX9291" fmla="*/ 2312003 w 3219450"/>
                <a:gd name="connsiteY9291" fmla="*/ 2054066 h 2495550"/>
                <a:gd name="connsiteX9292" fmla="*/ 2312480 w 3219450"/>
                <a:gd name="connsiteY9292" fmla="*/ 2051685 h 2495550"/>
                <a:gd name="connsiteX9293" fmla="*/ 2310861 w 3219450"/>
                <a:gd name="connsiteY9293" fmla="*/ 2049494 h 2495550"/>
                <a:gd name="connsiteX9294" fmla="*/ 2309908 w 3219450"/>
                <a:gd name="connsiteY9294" fmla="*/ 2049399 h 2495550"/>
                <a:gd name="connsiteX9295" fmla="*/ 2308670 w 3219450"/>
                <a:gd name="connsiteY9295" fmla="*/ 2049590 h 2495550"/>
                <a:gd name="connsiteX9296" fmla="*/ 2307717 w 3219450"/>
                <a:gd name="connsiteY9296" fmla="*/ 2049399 h 2495550"/>
                <a:gd name="connsiteX9297" fmla="*/ 2307622 w 3219450"/>
                <a:gd name="connsiteY9297" fmla="*/ 2048256 h 2495550"/>
                <a:gd name="connsiteX9298" fmla="*/ 2308098 w 3219450"/>
                <a:gd name="connsiteY9298" fmla="*/ 2047494 h 2495550"/>
                <a:gd name="connsiteX9299" fmla="*/ 2308860 w 3219450"/>
                <a:gd name="connsiteY9299" fmla="*/ 2047685 h 2495550"/>
                <a:gd name="connsiteX9300" fmla="*/ 2310194 w 3219450"/>
                <a:gd name="connsiteY9300" fmla="*/ 2048732 h 2495550"/>
                <a:gd name="connsiteX9301" fmla="*/ 2311241 w 3219450"/>
                <a:gd name="connsiteY9301" fmla="*/ 2049018 h 2495550"/>
                <a:gd name="connsiteX9302" fmla="*/ 2314575 w 3219450"/>
                <a:gd name="connsiteY9302" fmla="*/ 2049113 h 2495550"/>
                <a:gd name="connsiteX9303" fmla="*/ 2315623 w 3219450"/>
                <a:gd name="connsiteY9303" fmla="*/ 2049494 h 2495550"/>
                <a:gd name="connsiteX9304" fmla="*/ 2316385 w 3219450"/>
                <a:gd name="connsiteY9304" fmla="*/ 2050066 h 2495550"/>
                <a:gd name="connsiteX9305" fmla="*/ 2316956 w 3219450"/>
                <a:gd name="connsiteY9305" fmla="*/ 2050828 h 2495550"/>
                <a:gd name="connsiteX9306" fmla="*/ 2317433 w 3219450"/>
                <a:gd name="connsiteY9306" fmla="*/ 2051876 h 2495550"/>
                <a:gd name="connsiteX9307" fmla="*/ 2317719 w 3219450"/>
                <a:gd name="connsiteY9307" fmla="*/ 2052923 h 2495550"/>
                <a:gd name="connsiteX9308" fmla="*/ 2317814 w 3219450"/>
                <a:gd name="connsiteY9308" fmla="*/ 2053971 h 2495550"/>
                <a:gd name="connsiteX9309" fmla="*/ 2317909 w 3219450"/>
                <a:gd name="connsiteY9309" fmla="*/ 2055971 h 2495550"/>
                <a:gd name="connsiteX9310" fmla="*/ 2317147 w 3219450"/>
                <a:gd name="connsiteY9310" fmla="*/ 2057210 h 2495550"/>
                <a:gd name="connsiteX9311" fmla="*/ 2317242 w 3219450"/>
                <a:gd name="connsiteY9311" fmla="*/ 2058448 h 2495550"/>
                <a:gd name="connsiteX9312" fmla="*/ 2317337 w 3219450"/>
                <a:gd name="connsiteY9312" fmla="*/ 2059591 h 2495550"/>
                <a:gd name="connsiteX9313" fmla="*/ 2318480 w 3219450"/>
                <a:gd name="connsiteY9313" fmla="*/ 2058162 h 2495550"/>
                <a:gd name="connsiteX9314" fmla="*/ 2318861 w 3219450"/>
                <a:gd name="connsiteY9314" fmla="*/ 2057495 h 2495550"/>
                <a:gd name="connsiteX9315" fmla="*/ 2319909 w 3219450"/>
                <a:gd name="connsiteY9315" fmla="*/ 2056352 h 2495550"/>
                <a:gd name="connsiteX9316" fmla="*/ 2319243 w 3219450"/>
                <a:gd name="connsiteY9316" fmla="*/ 2055305 h 2495550"/>
                <a:gd name="connsiteX9317" fmla="*/ 2319243 w 3219450"/>
                <a:gd name="connsiteY9317" fmla="*/ 2053685 h 2495550"/>
                <a:gd name="connsiteX9318" fmla="*/ 2319623 w 3219450"/>
                <a:gd name="connsiteY9318" fmla="*/ 2051780 h 2495550"/>
                <a:gd name="connsiteX9319" fmla="*/ 2320386 w 3219450"/>
                <a:gd name="connsiteY9319" fmla="*/ 2049780 h 2495550"/>
                <a:gd name="connsiteX9320" fmla="*/ 2321624 w 3219450"/>
                <a:gd name="connsiteY9320" fmla="*/ 2048542 h 2495550"/>
                <a:gd name="connsiteX9321" fmla="*/ 2322862 w 3219450"/>
                <a:gd name="connsiteY9321" fmla="*/ 2047304 h 2495550"/>
                <a:gd name="connsiteX9322" fmla="*/ 2322481 w 3219450"/>
                <a:gd name="connsiteY9322" fmla="*/ 2045875 h 2495550"/>
                <a:gd name="connsiteX9323" fmla="*/ 2322576 w 3219450"/>
                <a:gd name="connsiteY9323" fmla="*/ 2044827 h 2495550"/>
                <a:gd name="connsiteX9324" fmla="*/ 2323624 w 3219450"/>
                <a:gd name="connsiteY9324" fmla="*/ 2042636 h 2495550"/>
                <a:gd name="connsiteX9325" fmla="*/ 2322767 w 3219450"/>
                <a:gd name="connsiteY9325" fmla="*/ 2042636 h 2495550"/>
                <a:gd name="connsiteX9326" fmla="*/ 2322100 w 3219450"/>
                <a:gd name="connsiteY9326" fmla="*/ 2042446 h 2495550"/>
                <a:gd name="connsiteX9327" fmla="*/ 2321624 w 3219450"/>
                <a:gd name="connsiteY9327" fmla="*/ 2041970 h 2495550"/>
                <a:gd name="connsiteX9328" fmla="*/ 2321433 w 3219450"/>
                <a:gd name="connsiteY9328" fmla="*/ 2041112 h 2495550"/>
                <a:gd name="connsiteX9329" fmla="*/ 2322767 w 3219450"/>
                <a:gd name="connsiteY9329" fmla="*/ 2042065 h 2495550"/>
                <a:gd name="connsiteX9330" fmla="*/ 2324481 w 3219450"/>
                <a:gd name="connsiteY9330" fmla="*/ 2042827 h 2495550"/>
                <a:gd name="connsiteX9331" fmla="*/ 2325815 w 3219450"/>
                <a:gd name="connsiteY9331" fmla="*/ 2042636 h 2495550"/>
                <a:gd name="connsiteX9332" fmla="*/ 2326196 w 3219450"/>
                <a:gd name="connsiteY9332" fmla="*/ 2040731 h 2495550"/>
                <a:gd name="connsiteX9333" fmla="*/ 2326481 w 3219450"/>
                <a:gd name="connsiteY9333" fmla="*/ 2040731 h 2495550"/>
                <a:gd name="connsiteX9334" fmla="*/ 2326862 w 3219450"/>
                <a:gd name="connsiteY9334" fmla="*/ 2041779 h 2495550"/>
                <a:gd name="connsiteX9335" fmla="*/ 2327053 w 3219450"/>
                <a:gd name="connsiteY9335" fmla="*/ 2042160 h 2495550"/>
                <a:gd name="connsiteX9336" fmla="*/ 2327148 w 3219450"/>
                <a:gd name="connsiteY9336" fmla="*/ 2042636 h 2495550"/>
                <a:gd name="connsiteX9337" fmla="*/ 2326767 w 3219450"/>
                <a:gd name="connsiteY9337" fmla="*/ 2043017 h 2495550"/>
                <a:gd name="connsiteX9338" fmla="*/ 2326101 w 3219450"/>
                <a:gd name="connsiteY9338" fmla="*/ 2043398 h 2495550"/>
                <a:gd name="connsiteX9339" fmla="*/ 2326386 w 3219450"/>
                <a:gd name="connsiteY9339" fmla="*/ 2043970 h 2495550"/>
                <a:gd name="connsiteX9340" fmla="*/ 2327720 w 3219450"/>
                <a:gd name="connsiteY9340" fmla="*/ 2043208 h 2495550"/>
                <a:gd name="connsiteX9341" fmla="*/ 2328291 w 3219450"/>
                <a:gd name="connsiteY9341" fmla="*/ 2043589 h 2495550"/>
                <a:gd name="connsiteX9342" fmla="*/ 2327910 w 3219450"/>
                <a:gd name="connsiteY9342" fmla="*/ 2044732 h 2495550"/>
                <a:gd name="connsiteX9343" fmla="*/ 2325053 w 3219450"/>
                <a:gd name="connsiteY9343" fmla="*/ 2047685 h 2495550"/>
                <a:gd name="connsiteX9344" fmla="*/ 2324577 w 3219450"/>
                <a:gd name="connsiteY9344" fmla="*/ 2049494 h 2495550"/>
                <a:gd name="connsiteX9345" fmla="*/ 2324957 w 3219450"/>
                <a:gd name="connsiteY9345" fmla="*/ 2050161 h 2495550"/>
                <a:gd name="connsiteX9346" fmla="*/ 2325529 w 3219450"/>
                <a:gd name="connsiteY9346" fmla="*/ 2050161 h 2495550"/>
                <a:gd name="connsiteX9347" fmla="*/ 2326101 w 3219450"/>
                <a:gd name="connsiteY9347" fmla="*/ 2049685 h 2495550"/>
                <a:gd name="connsiteX9348" fmla="*/ 2326386 w 3219450"/>
                <a:gd name="connsiteY9348" fmla="*/ 2048923 h 2495550"/>
                <a:gd name="connsiteX9349" fmla="*/ 2326481 w 3219450"/>
                <a:gd name="connsiteY9349" fmla="*/ 2047875 h 2495550"/>
                <a:gd name="connsiteX9350" fmla="*/ 2326862 w 3219450"/>
                <a:gd name="connsiteY9350" fmla="*/ 2047208 h 2495550"/>
                <a:gd name="connsiteX9351" fmla="*/ 2328196 w 3219450"/>
                <a:gd name="connsiteY9351" fmla="*/ 2045970 h 2495550"/>
                <a:gd name="connsiteX9352" fmla="*/ 2330387 w 3219450"/>
                <a:gd name="connsiteY9352" fmla="*/ 2043494 h 2495550"/>
                <a:gd name="connsiteX9353" fmla="*/ 2331625 w 3219450"/>
                <a:gd name="connsiteY9353" fmla="*/ 2042827 h 2495550"/>
                <a:gd name="connsiteX9354" fmla="*/ 2333244 w 3219450"/>
                <a:gd name="connsiteY9354" fmla="*/ 2043208 h 2495550"/>
                <a:gd name="connsiteX9355" fmla="*/ 2333530 w 3219450"/>
                <a:gd name="connsiteY9355" fmla="*/ 2042541 h 2495550"/>
                <a:gd name="connsiteX9356" fmla="*/ 2333530 w 3219450"/>
                <a:gd name="connsiteY9356" fmla="*/ 2041970 h 2495550"/>
                <a:gd name="connsiteX9357" fmla="*/ 2333339 w 3219450"/>
                <a:gd name="connsiteY9357" fmla="*/ 2041398 h 2495550"/>
                <a:gd name="connsiteX9358" fmla="*/ 2333244 w 3219450"/>
                <a:gd name="connsiteY9358" fmla="*/ 2040731 h 2495550"/>
                <a:gd name="connsiteX9359" fmla="*/ 2333339 w 3219450"/>
                <a:gd name="connsiteY9359" fmla="*/ 2039969 h 2495550"/>
                <a:gd name="connsiteX9360" fmla="*/ 2333625 w 3219450"/>
                <a:gd name="connsiteY9360" fmla="*/ 2039302 h 2495550"/>
                <a:gd name="connsiteX9361" fmla="*/ 2335149 w 3219450"/>
                <a:gd name="connsiteY9361" fmla="*/ 2036826 h 2495550"/>
                <a:gd name="connsiteX9362" fmla="*/ 2335530 w 3219450"/>
                <a:gd name="connsiteY9362" fmla="*/ 2035683 h 2495550"/>
                <a:gd name="connsiteX9363" fmla="*/ 2335245 w 3219450"/>
                <a:gd name="connsiteY9363" fmla="*/ 2034731 h 2495550"/>
                <a:gd name="connsiteX9364" fmla="*/ 2333911 w 3219450"/>
                <a:gd name="connsiteY9364" fmla="*/ 2034254 h 2495550"/>
                <a:gd name="connsiteX9365" fmla="*/ 2334673 w 3219450"/>
                <a:gd name="connsiteY9365" fmla="*/ 2033683 h 2495550"/>
                <a:gd name="connsiteX9366" fmla="*/ 2335245 w 3219450"/>
                <a:gd name="connsiteY9366" fmla="*/ 2033016 h 2495550"/>
                <a:gd name="connsiteX9367" fmla="*/ 2335816 w 3219450"/>
                <a:gd name="connsiteY9367" fmla="*/ 2032730 h 2495550"/>
                <a:gd name="connsiteX9368" fmla="*/ 2336578 w 3219450"/>
                <a:gd name="connsiteY9368" fmla="*/ 2033302 h 2495550"/>
                <a:gd name="connsiteX9369" fmla="*/ 2336769 w 3219450"/>
                <a:gd name="connsiteY9369" fmla="*/ 2035016 h 2495550"/>
                <a:gd name="connsiteX9370" fmla="*/ 2337054 w 3219450"/>
                <a:gd name="connsiteY9370" fmla="*/ 2035778 h 2495550"/>
                <a:gd name="connsiteX9371" fmla="*/ 2337626 w 3219450"/>
                <a:gd name="connsiteY9371" fmla="*/ 2035683 h 2495550"/>
                <a:gd name="connsiteX9372" fmla="*/ 2337816 w 3219450"/>
                <a:gd name="connsiteY9372" fmla="*/ 2035302 h 2495550"/>
                <a:gd name="connsiteX9373" fmla="*/ 2338007 w 3219450"/>
                <a:gd name="connsiteY9373" fmla="*/ 2034254 h 2495550"/>
                <a:gd name="connsiteX9374" fmla="*/ 2338197 w 3219450"/>
                <a:gd name="connsiteY9374" fmla="*/ 2033873 h 2495550"/>
                <a:gd name="connsiteX9375" fmla="*/ 2338578 w 3219450"/>
                <a:gd name="connsiteY9375" fmla="*/ 2033588 h 2495550"/>
                <a:gd name="connsiteX9376" fmla="*/ 2339626 w 3219450"/>
                <a:gd name="connsiteY9376" fmla="*/ 2033302 h 2495550"/>
                <a:gd name="connsiteX9377" fmla="*/ 2340007 w 3219450"/>
                <a:gd name="connsiteY9377" fmla="*/ 2033111 h 2495550"/>
                <a:gd name="connsiteX9378" fmla="*/ 2340769 w 3219450"/>
                <a:gd name="connsiteY9378" fmla="*/ 2032349 h 2495550"/>
                <a:gd name="connsiteX9379" fmla="*/ 2341912 w 3219450"/>
                <a:gd name="connsiteY9379" fmla="*/ 2030921 h 2495550"/>
                <a:gd name="connsiteX9380" fmla="*/ 2342579 w 3219450"/>
                <a:gd name="connsiteY9380" fmla="*/ 2030444 h 2495550"/>
                <a:gd name="connsiteX9381" fmla="*/ 2343245 w 3219450"/>
                <a:gd name="connsiteY9381" fmla="*/ 2030730 h 2495550"/>
                <a:gd name="connsiteX9382" fmla="*/ 2344484 w 3219450"/>
                <a:gd name="connsiteY9382" fmla="*/ 2030063 h 2495550"/>
                <a:gd name="connsiteX9383" fmla="*/ 2345436 w 3219450"/>
                <a:gd name="connsiteY9383" fmla="*/ 2029968 h 2495550"/>
                <a:gd name="connsiteX9384" fmla="*/ 2345246 w 3219450"/>
                <a:gd name="connsiteY9384" fmla="*/ 2029492 h 2495550"/>
                <a:gd name="connsiteX9385" fmla="*/ 2345151 w 3219450"/>
                <a:gd name="connsiteY9385" fmla="*/ 2029016 h 2495550"/>
                <a:gd name="connsiteX9386" fmla="*/ 2345055 w 3219450"/>
                <a:gd name="connsiteY9386" fmla="*/ 2027873 h 2495550"/>
                <a:gd name="connsiteX9387" fmla="*/ 2344865 w 3219450"/>
                <a:gd name="connsiteY9387" fmla="*/ 2027587 h 2495550"/>
                <a:gd name="connsiteX9388" fmla="*/ 2344103 w 3219450"/>
                <a:gd name="connsiteY9388" fmla="*/ 2027015 h 2495550"/>
                <a:gd name="connsiteX9389" fmla="*/ 2343912 w 3219450"/>
                <a:gd name="connsiteY9389" fmla="*/ 2026730 h 2495550"/>
                <a:gd name="connsiteX9390" fmla="*/ 2343436 w 3219450"/>
                <a:gd name="connsiteY9390" fmla="*/ 2025491 h 2495550"/>
                <a:gd name="connsiteX9391" fmla="*/ 2342483 w 3219450"/>
                <a:gd name="connsiteY9391" fmla="*/ 2025110 h 2495550"/>
                <a:gd name="connsiteX9392" fmla="*/ 2341531 w 3219450"/>
                <a:gd name="connsiteY9392" fmla="*/ 2025206 h 2495550"/>
                <a:gd name="connsiteX9393" fmla="*/ 2341055 w 3219450"/>
                <a:gd name="connsiteY9393" fmla="*/ 2025587 h 2495550"/>
                <a:gd name="connsiteX9394" fmla="*/ 2340674 w 3219450"/>
                <a:gd name="connsiteY9394" fmla="*/ 2026158 h 2495550"/>
                <a:gd name="connsiteX9395" fmla="*/ 2340007 w 3219450"/>
                <a:gd name="connsiteY9395" fmla="*/ 2026634 h 2495550"/>
                <a:gd name="connsiteX9396" fmla="*/ 2339531 w 3219450"/>
                <a:gd name="connsiteY9396" fmla="*/ 2026444 h 2495550"/>
                <a:gd name="connsiteX9397" fmla="*/ 2339912 w 3219450"/>
                <a:gd name="connsiteY9397" fmla="*/ 2025110 h 2495550"/>
                <a:gd name="connsiteX9398" fmla="*/ 2340197 w 3219450"/>
                <a:gd name="connsiteY9398" fmla="*/ 2024729 h 2495550"/>
                <a:gd name="connsiteX9399" fmla="*/ 2340483 w 3219450"/>
                <a:gd name="connsiteY9399" fmla="*/ 2024539 h 2495550"/>
                <a:gd name="connsiteX9400" fmla="*/ 2340769 w 3219450"/>
                <a:gd name="connsiteY9400" fmla="*/ 2024253 h 2495550"/>
                <a:gd name="connsiteX9401" fmla="*/ 2341055 w 3219450"/>
                <a:gd name="connsiteY9401" fmla="*/ 2022824 h 2495550"/>
                <a:gd name="connsiteX9402" fmla="*/ 2341055 w 3219450"/>
                <a:gd name="connsiteY9402" fmla="*/ 2022253 h 2495550"/>
                <a:gd name="connsiteX9403" fmla="*/ 2340864 w 3219450"/>
                <a:gd name="connsiteY9403" fmla="*/ 2021777 h 2495550"/>
                <a:gd name="connsiteX9404" fmla="*/ 2340197 w 3219450"/>
                <a:gd name="connsiteY9404" fmla="*/ 2021396 h 2495550"/>
                <a:gd name="connsiteX9405" fmla="*/ 2339626 w 3219450"/>
                <a:gd name="connsiteY9405" fmla="*/ 2021777 h 2495550"/>
                <a:gd name="connsiteX9406" fmla="*/ 2338007 w 3219450"/>
                <a:gd name="connsiteY9406" fmla="*/ 2022443 h 2495550"/>
                <a:gd name="connsiteX9407" fmla="*/ 2333720 w 3219450"/>
                <a:gd name="connsiteY9407" fmla="*/ 2023015 h 2495550"/>
                <a:gd name="connsiteX9408" fmla="*/ 2332006 w 3219450"/>
                <a:gd name="connsiteY9408" fmla="*/ 2022348 h 2495550"/>
                <a:gd name="connsiteX9409" fmla="*/ 2327624 w 3219450"/>
                <a:gd name="connsiteY9409" fmla="*/ 2018633 h 2495550"/>
                <a:gd name="connsiteX9410" fmla="*/ 2327624 w 3219450"/>
                <a:gd name="connsiteY9410" fmla="*/ 2018252 h 2495550"/>
                <a:gd name="connsiteX9411" fmla="*/ 2328863 w 3219450"/>
                <a:gd name="connsiteY9411" fmla="*/ 2017967 h 2495550"/>
                <a:gd name="connsiteX9412" fmla="*/ 2333339 w 3219450"/>
                <a:gd name="connsiteY9412" fmla="*/ 2019014 h 2495550"/>
                <a:gd name="connsiteX9413" fmla="*/ 2332482 w 3219450"/>
                <a:gd name="connsiteY9413" fmla="*/ 2018157 h 2495550"/>
                <a:gd name="connsiteX9414" fmla="*/ 2331530 w 3219450"/>
                <a:gd name="connsiteY9414" fmla="*/ 2017871 h 2495550"/>
                <a:gd name="connsiteX9415" fmla="*/ 2330482 w 3219450"/>
                <a:gd name="connsiteY9415" fmla="*/ 2017776 h 2495550"/>
                <a:gd name="connsiteX9416" fmla="*/ 2329434 w 3219450"/>
                <a:gd name="connsiteY9416" fmla="*/ 2017490 h 2495550"/>
                <a:gd name="connsiteX9417" fmla="*/ 2331625 w 3219450"/>
                <a:gd name="connsiteY9417" fmla="*/ 2017014 h 2495550"/>
                <a:gd name="connsiteX9418" fmla="*/ 2333911 w 3219450"/>
                <a:gd name="connsiteY9418" fmla="*/ 2017586 h 2495550"/>
                <a:gd name="connsiteX9419" fmla="*/ 2338388 w 3219450"/>
                <a:gd name="connsiteY9419" fmla="*/ 2019395 h 2495550"/>
                <a:gd name="connsiteX9420" fmla="*/ 2339721 w 3219450"/>
                <a:gd name="connsiteY9420" fmla="*/ 2019491 h 2495550"/>
                <a:gd name="connsiteX9421" fmla="*/ 2339626 w 3219450"/>
                <a:gd name="connsiteY9421" fmla="*/ 2019014 h 2495550"/>
                <a:gd name="connsiteX9422" fmla="*/ 2338959 w 3219450"/>
                <a:gd name="connsiteY9422" fmla="*/ 2018348 h 2495550"/>
                <a:gd name="connsiteX9423" fmla="*/ 2338578 w 3219450"/>
                <a:gd name="connsiteY9423" fmla="*/ 2018062 h 2495550"/>
                <a:gd name="connsiteX9424" fmla="*/ 2338959 w 3219450"/>
                <a:gd name="connsiteY9424" fmla="*/ 2017490 h 2495550"/>
                <a:gd name="connsiteX9425" fmla="*/ 2339054 w 3219450"/>
                <a:gd name="connsiteY9425" fmla="*/ 2017205 h 2495550"/>
                <a:gd name="connsiteX9426" fmla="*/ 2339340 w 3219450"/>
                <a:gd name="connsiteY9426" fmla="*/ 2017109 h 2495550"/>
                <a:gd name="connsiteX9427" fmla="*/ 2340007 w 3219450"/>
                <a:gd name="connsiteY9427" fmla="*/ 2017109 h 2495550"/>
                <a:gd name="connsiteX9428" fmla="*/ 2340483 w 3219450"/>
                <a:gd name="connsiteY9428" fmla="*/ 2016919 h 2495550"/>
                <a:gd name="connsiteX9429" fmla="*/ 2340864 w 3219450"/>
                <a:gd name="connsiteY9429" fmla="*/ 2016538 h 2495550"/>
                <a:gd name="connsiteX9430" fmla="*/ 2341626 w 3219450"/>
                <a:gd name="connsiteY9430" fmla="*/ 2015490 h 2495550"/>
                <a:gd name="connsiteX9431" fmla="*/ 2340864 w 3219450"/>
                <a:gd name="connsiteY9431" fmla="*/ 2014728 h 2495550"/>
                <a:gd name="connsiteX9432" fmla="*/ 2339626 w 3219450"/>
                <a:gd name="connsiteY9432" fmla="*/ 2014252 h 2495550"/>
                <a:gd name="connsiteX9433" fmla="*/ 2337435 w 3219450"/>
                <a:gd name="connsiteY9433" fmla="*/ 2013871 h 2495550"/>
                <a:gd name="connsiteX9434" fmla="*/ 2337245 w 3219450"/>
                <a:gd name="connsiteY9434" fmla="*/ 2013299 h 2495550"/>
                <a:gd name="connsiteX9435" fmla="*/ 2338197 w 3219450"/>
                <a:gd name="connsiteY9435" fmla="*/ 2012252 h 2495550"/>
                <a:gd name="connsiteX9436" fmla="*/ 2339054 w 3219450"/>
                <a:gd name="connsiteY9436" fmla="*/ 2011680 h 2495550"/>
                <a:gd name="connsiteX9437" fmla="*/ 2338673 w 3219450"/>
                <a:gd name="connsiteY9437" fmla="*/ 2012728 h 2495550"/>
                <a:gd name="connsiteX9438" fmla="*/ 2339626 w 3219450"/>
                <a:gd name="connsiteY9438" fmla="*/ 2013109 h 2495550"/>
                <a:gd name="connsiteX9439" fmla="*/ 2340483 w 3219450"/>
                <a:gd name="connsiteY9439" fmla="*/ 2012823 h 2495550"/>
                <a:gd name="connsiteX9440" fmla="*/ 2340864 w 3219450"/>
                <a:gd name="connsiteY9440" fmla="*/ 2011966 h 2495550"/>
                <a:gd name="connsiteX9441" fmla="*/ 2340483 w 3219450"/>
                <a:gd name="connsiteY9441" fmla="*/ 2010727 h 2495550"/>
                <a:gd name="connsiteX9442" fmla="*/ 2340864 w 3219450"/>
                <a:gd name="connsiteY9442" fmla="*/ 2009585 h 2495550"/>
                <a:gd name="connsiteX9443" fmla="*/ 2343341 w 3219450"/>
                <a:gd name="connsiteY9443" fmla="*/ 2010727 h 2495550"/>
                <a:gd name="connsiteX9444" fmla="*/ 2343912 w 3219450"/>
                <a:gd name="connsiteY9444" fmla="*/ 2011490 h 2495550"/>
                <a:gd name="connsiteX9445" fmla="*/ 2344293 w 3219450"/>
                <a:gd name="connsiteY9445" fmla="*/ 2011490 h 2495550"/>
                <a:gd name="connsiteX9446" fmla="*/ 2344388 w 3219450"/>
                <a:gd name="connsiteY9446" fmla="*/ 2010727 h 2495550"/>
                <a:gd name="connsiteX9447" fmla="*/ 2344865 w 3219450"/>
                <a:gd name="connsiteY9447" fmla="*/ 2010156 h 2495550"/>
                <a:gd name="connsiteX9448" fmla="*/ 2345341 w 3219450"/>
                <a:gd name="connsiteY9448" fmla="*/ 2009489 h 2495550"/>
                <a:gd name="connsiteX9449" fmla="*/ 2345722 w 3219450"/>
                <a:gd name="connsiteY9449" fmla="*/ 2008727 h 2495550"/>
                <a:gd name="connsiteX9450" fmla="*/ 2345912 w 3219450"/>
                <a:gd name="connsiteY9450" fmla="*/ 2007394 h 2495550"/>
                <a:gd name="connsiteX9451" fmla="*/ 2346103 w 3219450"/>
                <a:gd name="connsiteY9451" fmla="*/ 2007299 h 2495550"/>
                <a:gd name="connsiteX9452" fmla="*/ 2346389 w 3219450"/>
                <a:gd name="connsiteY9452" fmla="*/ 2007299 h 2495550"/>
                <a:gd name="connsiteX9453" fmla="*/ 2346770 w 3219450"/>
                <a:gd name="connsiteY9453" fmla="*/ 2007108 h 2495550"/>
                <a:gd name="connsiteX9454" fmla="*/ 2346960 w 3219450"/>
                <a:gd name="connsiteY9454" fmla="*/ 2005298 h 2495550"/>
                <a:gd name="connsiteX9455" fmla="*/ 2348103 w 3219450"/>
                <a:gd name="connsiteY9455" fmla="*/ 2006537 h 2495550"/>
                <a:gd name="connsiteX9456" fmla="*/ 2348389 w 3219450"/>
                <a:gd name="connsiteY9456" fmla="*/ 2007394 h 2495550"/>
                <a:gd name="connsiteX9457" fmla="*/ 2348198 w 3219450"/>
                <a:gd name="connsiteY9457" fmla="*/ 2008251 h 2495550"/>
                <a:gd name="connsiteX9458" fmla="*/ 2347722 w 3219450"/>
                <a:gd name="connsiteY9458" fmla="*/ 2009299 h 2495550"/>
                <a:gd name="connsiteX9459" fmla="*/ 2348389 w 3219450"/>
                <a:gd name="connsiteY9459" fmla="*/ 2009299 h 2495550"/>
                <a:gd name="connsiteX9460" fmla="*/ 2349246 w 3219450"/>
                <a:gd name="connsiteY9460" fmla="*/ 2009489 h 2495550"/>
                <a:gd name="connsiteX9461" fmla="*/ 2349818 w 3219450"/>
                <a:gd name="connsiteY9461" fmla="*/ 2009870 h 2495550"/>
                <a:gd name="connsiteX9462" fmla="*/ 2349818 w 3219450"/>
                <a:gd name="connsiteY9462" fmla="*/ 2010537 h 2495550"/>
                <a:gd name="connsiteX9463" fmla="*/ 2349246 w 3219450"/>
                <a:gd name="connsiteY9463" fmla="*/ 2010823 h 2495550"/>
                <a:gd name="connsiteX9464" fmla="*/ 2348579 w 3219450"/>
                <a:gd name="connsiteY9464" fmla="*/ 2010727 h 2495550"/>
                <a:gd name="connsiteX9465" fmla="*/ 2348008 w 3219450"/>
                <a:gd name="connsiteY9465" fmla="*/ 2010918 h 2495550"/>
                <a:gd name="connsiteX9466" fmla="*/ 2348008 w 3219450"/>
                <a:gd name="connsiteY9466" fmla="*/ 2012156 h 2495550"/>
                <a:gd name="connsiteX9467" fmla="*/ 2348675 w 3219450"/>
                <a:gd name="connsiteY9467" fmla="*/ 2013299 h 2495550"/>
                <a:gd name="connsiteX9468" fmla="*/ 2350008 w 3219450"/>
                <a:gd name="connsiteY9468" fmla="*/ 2014156 h 2495550"/>
                <a:gd name="connsiteX9469" fmla="*/ 2351246 w 3219450"/>
                <a:gd name="connsiteY9469" fmla="*/ 2014061 h 2495550"/>
                <a:gd name="connsiteX9470" fmla="*/ 2351628 w 3219450"/>
                <a:gd name="connsiteY9470" fmla="*/ 2012156 h 2495550"/>
                <a:gd name="connsiteX9471" fmla="*/ 2352294 w 3219450"/>
                <a:gd name="connsiteY9471" fmla="*/ 2012537 h 2495550"/>
                <a:gd name="connsiteX9472" fmla="*/ 2352770 w 3219450"/>
                <a:gd name="connsiteY9472" fmla="*/ 2012347 h 2495550"/>
                <a:gd name="connsiteX9473" fmla="*/ 2353152 w 3219450"/>
                <a:gd name="connsiteY9473" fmla="*/ 2011775 h 2495550"/>
                <a:gd name="connsiteX9474" fmla="*/ 2353342 w 3219450"/>
                <a:gd name="connsiteY9474" fmla="*/ 2011013 h 2495550"/>
                <a:gd name="connsiteX9475" fmla="*/ 2354580 w 3219450"/>
                <a:gd name="connsiteY9475" fmla="*/ 2011585 h 2495550"/>
                <a:gd name="connsiteX9476" fmla="*/ 2355152 w 3219450"/>
                <a:gd name="connsiteY9476" fmla="*/ 2011680 h 2495550"/>
                <a:gd name="connsiteX9477" fmla="*/ 2355533 w 3219450"/>
                <a:gd name="connsiteY9477" fmla="*/ 2011490 h 2495550"/>
                <a:gd name="connsiteX9478" fmla="*/ 2356961 w 3219450"/>
                <a:gd name="connsiteY9478" fmla="*/ 2011966 h 2495550"/>
                <a:gd name="connsiteX9479" fmla="*/ 2358486 w 3219450"/>
                <a:gd name="connsiteY9479" fmla="*/ 2011490 h 2495550"/>
                <a:gd name="connsiteX9480" fmla="*/ 2359819 w 3219450"/>
                <a:gd name="connsiteY9480" fmla="*/ 2010537 h 2495550"/>
                <a:gd name="connsiteX9481" fmla="*/ 2360676 w 3219450"/>
                <a:gd name="connsiteY9481" fmla="*/ 2009489 h 2495550"/>
                <a:gd name="connsiteX9482" fmla="*/ 2359533 w 3219450"/>
                <a:gd name="connsiteY9482" fmla="*/ 2006727 h 2495550"/>
                <a:gd name="connsiteX9483" fmla="*/ 2360105 w 3219450"/>
                <a:gd name="connsiteY9483" fmla="*/ 2006251 h 2495550"/>
                <a:gd name="connsiteX9484" fmla="*/ 2360676 w 3219450"/>
                <a:gd name="connsiteY9484" fmla="*/ 2005489 h 2495550"/>
                <a:gd name="connsiteX9485" fmla="*/ 2361153 w 3219450"/>
                <a:gd name="connsiteY9485" fmla="*/ 2005108 h 2495550"/>
                <a:gd name="connsiteX9486" fmla="*/ 2361343 w 3219450"/>
                <a:gd name="connsiteY9486" fmla="*/ 2005679 h 2495550"/>
                <a:gd name="connsiteX9487" fmla="*/ 2361343 w 3219450"/>
                <a:gd name="connsiteY9487" fmla="*/ 2007394 h 2495550"/>
                <a:gd name="connsiteX9488" fmla="*/ 2361248 w 3219450"/>
                <a:gd name="connsiteY9488" fmla="*/ 2008251 h 2495550"/>
                <a:gd name="connsiteX9489" fmla="*/ 2360962 w 3219450"/>
                <a:gd name="connsiteY9489" fmla="*/ 2009013 h 2495550"/>
                <a:gd name="connsiteX9490" fmla="*/ 2361914 w 3219450"/>
                <a:gd name="connsiteY9490" fmla="*/ 2009108 h 2495550"/>
                <a:gd name="connsiteX9491" fmla="*/ 2363438 w 3219450"/>
                <a:gd name="connsiteY9491" fmla="*/ 2009966 h 2495550"/>
                <a:gd name="connsiteX9492" fmla="*/ 2364010 w 3219450"/>
                <a:gd name="connsiteY9492" fmla="*/ 2010156 h 2495550"/>
                <a:gd name="connsiteX9493" fmla="*/ 2364772 w 3219450"/>
                <a:gd name="connsiteY9493" fmla="*/ 2010347 h 2495550"/>
                <a:gd name="connsiteX9494" fmla="*/ 2368487 w 3219450"/>
                <a:gd name="connsiteY9494" fmla="*/ 2012633 h 2495550"/>
                <a:gd name="connsiteX9495" fmla="*/ 2368868 w 3219450"/>
                <a:gd name="connsiteY9495" fmla="*/ 2013109 h 2495550"/>
                <a:gd name="connsiteX9496" fmla="*/ 2368011 w 3219450"/>
                <a:gd name="connsiteY9496" fmla="*/ 2013299 h 2495550"/>
                <a:gd name="connsiteX9497" fmla="*/ 2367629 w 3219450"/>
                <a:gd name="connsiteY9497" fmla="*/ 2013490 h 2495550"/>
                <a:gd name="connsiteX9498" fmla="*/ 2367439 w 3219450"/>
                <a:gd name="connsiteY9498" fmla="*/ 2013871 h 2495550"/>
                <a:gd name="connsiteX9499" fmla="*/ 2367439 w 3219450"/>
                <a:gd name="connsiteY9499" fmla="*/ 2014347 h 2495550"/>
                <a:gd name="connsiteX9500" fmla="*/ 2367439 w 3219450"/>
                <a:gd name="connsiteY9500" fmla="*/ 2014823 h 2495550"/>
                <a:gd name="connsiteX9501" fmla="*/ 2367534 w 3219450"/>
                <a:gd name="connsiteY9501" fmla="*/ 2015490 h 2495550"/>
                <a:gd name="connsiteX9502" fmla="*/ 2367725 w 3219450"/>
                <a:gd name="connsiteY9502" fmla="*/ 2015490 h 2495550"/>
                <a:gd name="connsiteX9503" fmla="*/ 2367915 w 3219450"/>
                <a:gd name="connsiteY9503" fmla="*/ 2015300 h 2495550"/>
                <a:gd name="connsiteX9504" fmla="*/ 2368106 w 3219450"/>
                <a:gd name="connsiteY9504" fmla="*/ 2015204 h 2495550"/>
                <a:gd name="connsiteX9505" fmla="*/ 2369439 w 3219450"/>
                <a:gd name="connsiteY9505" fmla="*/ 2014919 h 2495550"/>
                <a:gd name="connsiteX9506" fmla="*/ 2370963 w 3219450"/>
                <a:gd name="connsiteY9506" fmla="*/ 2013871 h 2495550"/>
                <a:gd name="connsiteX9507" fmla="*/ 2372297 w 3219450"/>
                <a:gd name="connsiteY9507" fmla="*/ 2012537 h 2495550"/>
                <a:gd name="connsiteX9508" fmla="*/ 2373059 w 3219450"/>
                <a:gd name="connsiteY9508" fmla="*/ 2011299 h 2495550"/>
                <a:gd name="connsiteX9509" fmla="*/ 2373154 w 3219450"/>
                <a:gd name="connsiteY9509" fmla="*/ 2010061 h 2495550"/>
                <a:gd name="connsiteX9510" fmla="*/ 2372582 w 3219450"/>
                <a:gd name="connsiteY9510" fmla="*/ 2009775 h 2495550"/>
                <a:gd name="connsiteX9511" fmla="*/ 2371820 w 3219450"/>
                <a:gd name="connsiteY9511" fmla="*/ 2009775 h 2495550"/>
                <a:gd name="connsiteX9512" fmla="*/ 2371439 w 3219450"/>
                <a:gd name="connsiteY9512" fmla="*/ 2009108 h 2495550"/>
                <a:gd name="connsiteX9513" fmla="*/ 2371439 w 3219450"/>
                <a:gd name="connsiteY9513" fmla="*/ 2007965 h 2495550"/>
                <a:gd name="connsiteX9514" fmla="*/ 2371535 w 3219450"/>
                <a:gd name="connsiteY9514" fmla="*/ 2007013 h 2495550"/>
                <a:gd name="connsiteX9515" fmla="*/ 2371820 w 3219450"/>
                <a:gd name="connsiteY9515" fmla="*/ 2006156 h 2495550"/>
                <a:gd name="connsiteX9516" fmla="*/ 2372487 w 3219450"/>
                <a:gd name="connsiteY9516" fmla="*/ 2005298 h 2495550"/>
                <a:gd name="connsiteX9517" fmla="*/ 2373154 w 3219450"/>
                <a:gd name="connsiteY9517" fmla="*/ 2005870 h 2495550"/>
                <a:gd name="connsiteX9518" fmla="*/ 2373630 w 3219450"/>
                <a:gd name="connsiteY9518" fmla="*/ 2006537 h 2495550"/>
                <a:gd name="connsiteX9519" fmla="*/ 2374106 w 3219450"/>
                <a:gd name="connsiteY9519" fmla="*/ 2006822 h 2495550"/>
                <a:gd name="connsiteX9520" fmla="*/ 2374773 w 3219450"/>
                <a:gd name="connsiteY9520" fmla="*/ 2006251 h 2495550"/>
                <a:gd name="connsiteX9521" fmla="*/ 2375916 w 3219450"/>
                <a:gd name="connsiteY9521" fmla="*/ 2004536 h 2495550"/>
                <a:gd name="connsiteX9522" fmla="*/ 2376583 w 3219450"/>
                <a:gd name="connsiteY9522" fmla="*/ 2003870 h 2495550"/>
                <a:gd name="connsiteX9523" fmla="*/ 2377345 w 3219450"/>
                <a:gd name="connsiteY9523" fmla="*/ 2003584 h 2495550"/>
                <a:gd name="connsiteX9524" fmla="*/ 2377440 w 3219450"/>
                <a:gd name="connsiteY9524" fmla="*/ 2003298 h 2495550"/>
                <a:gd name="connsiteX9525" fmla="*/ 2378297 w 3219450"/>
                <a:gd name="connsiteY9525" fmla="*/ 2001774 h 2495550"/>
                <a:gd name="connsiteX9526" fmla="*/ 2378297 w 3219450"/>
                <a:gd name="connsiteY9526" fmla="*/ 2001107 h 2495550"/>
                <a:gd name="connsiteX9527" fmla="*/ 2378107 w 3219450"/>
                <a:gd name="connsiteY9527" fmla="*/ 2000822 h 2495550"/>
                <a:gd name="connsiteX9528" fmla="*/ 2377250 w 3219450"/>
                <a:gd name="connsiteY9528" fmla="*/ 2000345 h 2495550"/>
                <a:gd name="connsiteX9529" fmla="*/ 2376488 w 3219450"/>
                <a:gd name="connsiteY9529" fmla="*/ 2000726 h 2495550"/>
                <a:gd name="connsiteX9530" fmla="*/ 2376011 w 3219450"/>
                <a:gd name="connsiteY9530" fmla="*/ 2000726 h 2495550"/>
                <a:gd name="connsiteX9531" fmla="*/ 2375821 w 3219450"/>
                <a:gd name="connsiteY9531" fmla="*/ 2000155 h 2495550"/>
                <a:gd name="connsiteX9532" fmla="*/ 2375821 w 3219450"/>
                <a:gd name="connsiteY9532" fmla="*/ 1999488 h 2495550"/>
                <a:gd name="connsiteX9533" fmla="*/ 2375726 w 3219450"/>
                <a:gd name="connsiteY9533" fmla="*/ 1999012 h 2495550"/>
                <a:gd name="connsiteX9534" fmla="*/ 2375535 w 3219450"/>
                <a:gd name="connsiteY9534" fmla="*/ 1998631 h 2495550"/>
                <a:gd name="connsiteX9535" fmla="*/ 2375059 w 3219450"/>
                <a:gd name="connsiteY9535" fmla="*/ 1998345 h 2495550"/>
                <a:gd name="connsiteX9536" fmla="*/ 2374869 w 3219450"/>
                <a:gd name="connsiteY9536" fmla="*/ 1998821 h 2495550"/>
                <a:gd name="connsiteX9537" fmla="*/ 2374297 w 3219450"/>
                <a:gd name="connsiteY9537" fmla="*/ 1999298 h 2495550"/>
                <a:gd name="connsiteX9538" fmla="*/ 2373345 w 3219450"/>
                <a:gd name="connsiteY9538" fmla="*/ 1999869 h 2495550"/>
                <a:gd name="connsiteX9539" fmla="*/ 2372963 w 3219450"/>
                <a:gd name="connsiteY9539" fmla="*/ 1999869 h 2495550"/>
                <a:gd name="connsiteX9540" fmla="*/ 2372487 w 3219450"/>
                <a:gd name="connsiteY9540" fmla="*/ 1999869 h 2495550"/>
                <a:gd name="connsiteX9541" fmla="*/ 2372106 w 3219450"/>
                <a:gd name="connsiteY9541" fmla="*/ 1999869 h 2495550"/>
                <a:gd name="connsiteX9542" fmla="*/ 2371916 w 3219450"/>
                <a:gd name="connsiteY9542" fmla="*/ 2000060 h 2495550"/>
                <a:gd name="connsiteX9543" fmla="*/ 2371820 w 3219450"/>
                <a:gd name="connsiteY9543" fmla="*/ 2000441 h 2495550"/>
                <a:gd name="connsiteX9544" fmla="*/ 2371535 w 3219450"/>
                <a:gd name="connsiteY9544" fmla="*/ 2000155 h 2495550"/>
                <a:gd name="connsiteX9545" fmla="*/ 2370773 w 3219450"/>
                <a:gd name="connsiteY9545" fmla="*/ 1998536 h 2495550"/>
                <a:gd name="connsiteX9546" fmla="*/ 2370773 w 3219450"/>
                <a:gd name="connsiteY9546" fmla="*/ 1997869 h 2495550"/>
                <a:gd name="connsiteX9547" fmla="*/ 2370868 w 3219450"/>
                <a:gd name="connsiteY9547" fmla="*/ 1997202 h 2495550"/>
                <a:gd name="connsiteX9548" fmla="*/ 2370868 w 3219450"/>
                <a:gd name="connsiteY9548" fmla="*/ 1996345 h 2495550"/>
                <a:gd name="connsiteX9549" fmla="*/ 2370487 w 3219450"/>
                <a:gd name="connsiteY9549" fmla="*/ 1995678 h 2495550"/>
                <a:gd name="connsiteX9550" fmla="*/ 2368296 w 3219450"/>
                <a:gd name="connsiteY9550" fmla="*/ 1993964 h 2495550"/>
                <a:gd name="connsiteX9551" fmla="*/ 2369535 w 3219450"/>
                <a:gd name="connsiteY9551" fmla="*/ 1994535 h 2495550"/>
                <a:gd name="connsiteX9552" fmla="*/ 2371058 w 3219450"/>
                <a:gd name="connsiteY9552" fmla="*/ 1994916 h 2495550"/>
                <a:gd name="connsiteX9553" fmla="*/ 2372487 w 3219450"/>
                <a:gd name="connsiteY9553" fmla="*/ 1995011 h 2495550"/>
                <a:gd name="connsiteX9554" fmla="*/ 2373535 w 3219450"/>
                <a:gd name="connsiteY9554" fmla="*/ 1994535 h 2495550"/>
                <a:gd name="connsiteX9555" fmla="*/ 2373630 w 3219450"/>
                <a:gd name="connsiteY9555" fmla="*/ 1993868 h 2495550"/>
                <a:gd name="connsiteX9556" fmla="*/ 2373059 w 3219450"/>
                <a:gd name="connsiteY9556" fmla="*/ 1993202 h 2495550"/>
                <a:gd name="connsiteX9557" fmla="*/ 2372297 w 3219450"/>
                <a:gd name="connsiteY9557" fmla="*/ 1992630 h 2495550"/>
                <a:gd name="connsiteX9558" fmla="*/ 2371916 w 3219450"/>
                <a:gd name="connsiteY9558" fmla="*/ 1992249 h 2495550"/>
                <a:gd name="connsiteX9559" fmla="*/ 2372106 w 3219450"/>
                <a:gd name="connsiteY9559" fmla="*/ 1991773 h 2495550"/>
                <a:gd name="connsiteX9560" fmla="*/ 2373059 w 3219450"/>
                <a:gd name="connsiteY9560" fmla="*/ 1990820 h 2495550"/>
                <a:gd name="connsiteX9561" fmla="*/ 2373345 w 3219450"/>
                <a:gd name="connsiteY9561" fmla="*/ 1990058 h 2495550"/>
                <a:gd name="connsiteX9562" fmla="*/ 2373821 w 3219450"/>
                <a:gd name="connsiteY9562" fmla="*/ 1991011 h 2495550"/>
                <a:gd name="connsiteX9563" fmla="*/ 2374106 w 3219450"/>
                <a:gd name="connsiteY9563" fmla="*/ 1991392 h 2495550"/>
                <a:gd name="connsiteX9564" fmla="*/ 2374392 w 3219450"/>
                <a:gd name="connsiteY9564" fmla="*/ 1991677 h 2495550"/>
                <a:gd name="connsiteX9565" fmla="*/ 2374202 w 3219450"/>
                <a:gd name="connsiteY9565" fmla="*/ 1992249 h 2495550"/>
                <a:gd name="connsiteX9566" fmla="*/ 2374202 w 3219450"/>
                <a:gd name="connsiteY9566" fmla="*/ 1992916 h 2495550"/>
                <a:gd name="connsiteX9567" fmla="*/ 2374392 w 3219450"/>
                <a:gd name="connsiteY9567" fmla="*/ 1993392 h 2495550"/>
                <a:gd name="connsiteX9568" fmla="*/ 2374773 w 3219450"/>
                <a:gd name="connsiteY9568" fmla="*/ 1993202 h 2495550"/>
                <a:gd name="connsiteX9569" fmla="*/ 2374869 w 3219450"/>
                <a:gd name="connsiteY9569" fmla="*/ 1992725 h 2495550"/>
                <a:gd name="connsiteX9570" fmla="*/ 2374773 w 3219450"/>
                <a:gd name="connsiteY9570" fmla="*/ 1990820 h 2495550"/>
                <a:gd name="connsiteX9571" fmla="*/ 2375440 w 3219450"/>
                <a:gd name="connsiteY9571" fmla="*/ 1991392 h 2495550"/>
                <a:gd name="connsiteX9572" fmla="*/ 2376107 w 3219450"/>
                <a:gd name="connsiteY9572" fmla="*/ 1992249 h 2495550"/>
                <a:gd name="connsiteX9573" fmla="*/ 2376583 w 3219450"/>
                <a:gd name="connsiteY9573" fmla="*/ 1993202 h 2495550"/>
                <a:gd name="connsiteX9574" fmla="*/ 2376583 w 3219450"/>
                <a:gd name="connsiteY9574" fmla="*/ 1994059 h 2495550"/>
                <a:gd name="connsiteX9575" fmla="*/ 2376297 w 3219450"/>
                <a:gd name="connsiteY9575" fmla="*/ 1994154 h 2495550"/>
                <a:gd name="connsiteX9576" fmla="*/ 2375345 w 3219450"/>
                <a:gd name="connsiteY9576" fmla="*/ 1994440 h 2495550"/>
                <a:gd name="connsiteX9577" fmla="*/ 2375059 w 3219450"/>
                <a:gd name="connsiteY9577" fmla="*/ 1994821 h 2495550"/>
                <a:gd name="connsiteX9578" fmla="*/ 2374869 w 3219450"/>
                <a:gd name="connsiteY9578" fmla="*/ 1995488 h 2495550"/>
                <a:gd name="connsiteX9579" fmla="*/ 2374964 w 3219450"/>
                <a:gd name="connsiteY9579" fmla="*/ 1995964 h 2495550"/>
                <a:gd name="connsiteX9580" fmla="*/ 2375345 w 3219450"/>
                <a:gd name="connsiteY9580" fmla="*/ 1996250 h 2495550"/>
                <a:gd name="connsiteX9581" fmla="*/ 2375821 w 3219450"/>
                <a:gd name="connsiteY9581" fmla="*/ 1996440 h 2495550"/>
                <a:gd name="connsiteX9582" fmla="*/ 2376869 w 3219450"/>
                <a:gd name="connsiteY9582" fmla="*/ 1995964 h 2495550"/>
                <a:gd name="connsiteX9583" fmla="*/ 2378202 w 3219450"/>
                <a:gd name="connsiteY9583" fmla="*/ 1995583 h 2495550"/>
                <a:gd name="connsiteX9584" fmla="*/ 2379155 w 3219450"/>
                <a:gd name="connsiteY9584" fmla="*/ 1995011 h 2495550"/>
                <a:gd name="connsiteX9585" fmla="*/ 2379060 w 3219450"/>
                <a:gd name="connsiteY9585" fmla="*/ 1993964 h 2495550"/>
                <a:gd name="connsiteX9586" fmla="*/ 2379821 w 3219450"/>
                <a:gd name="connsiteY9586" fmla="*/ 1993583 h 2495550"/>
                <a:gd name="connsiteX9587" fmla="*/ 2380393 w 3219450"/>
                <a:gd name="connsiteY9587" fmla="*/ 1993773 h 2495550"/>
                <a:gd name="connsiteX9588" fmla="*/ 2380964 w 3219450"/>
                <a:gd name="connsiteY9588" fmla="*/ 1994154 h 2495550"/>
                <a:gd name="connsiteX9589" fmla="*/ 2381631 w 3219450"/>
                <a:gd name="connsiteY9589" fmla="*/ 1994345 h 2495550"/>
                <a:gd name="connsiteX9590" fmla="*/ 2382298 w 3219450"/>
                <a:gd name="connsiteY9590" fmla="*/ 1994154 h 2495550"/>
                <a:gd name="connsiteX9591" fmla="*/ 2383822 w 3219450"/>
                <a:gd name="connsiteY9591" fmla="*/ 1993583 h 2495550"/>
                <a:gd name="connsiteX9592" fmla="*/ 2384394 w 3219450"/>
                <a:gd name="connsiteY9592" fmla="*/ 1993678 h 2495550"/>
                <a:gd name="connsiteX9593" fmla="*/ 2385441 w 3219450"/>
                <a:gd name="connsiteY9593" fmla="*/ 1994440 h 2495550"/>
                <a:gd name="connsiteX9594" fmla="*/ 2386870 w 3219450"/>
                <a:gd name="connsiteY9594" fmla="*/ 1994821 h 2495550"/>
                <a:gd name="connsiteX9595" fmla="*/ 2388299 w 3219450"/>
                <a:gd name="connsiteY9595" fmla="*/ 1994821 h 2495550"/>
                <a:gd name="connsiteX9596" fmla="*/ 2389537 w 3219450"/>
                <a:gd name="connsiteY9596" fmla="*/ 1994440 h 2495550"/>
                <a:gd name="connsiteX9597" fmla="*/ 2389537 w 3219450"/>
                <a:gd name="connsiteY9597" fmla="*/ 1994154 h 2495550"/>
                <a:gd name="connsiteX9598" fmla="*/ 2389537 w 3219450"/>
                <a:gd name="connsiteY9598" fmla="*/ 1994059 h 2495550"/>
                <a:gd name="connsiteX9599" fmla="*/ 2389442 w 3219450"/>
                <a:gd name="connsiteY9599" fmla="*/ 1994059 h 2495550"/>
                <a:gd name="connsiteX9600" fmla="*/ 2389251 w 3219450"/>
                <a:gd name="connsiteY9600" fmla="*/ 1993964 h 2495550"/>
                <a:gd name="connsiteX9601" fmla="*/ 2389346 w 3219450"/>
                <a:gd name="connsiteY9601" fmla="*/ 1993678 h 2495550"/>
                <a:gd name="connsiteX9602" fmla="*/ 2389442 w 3219450"/>
                <a:gd name="connsiteY9602" fmla="*/ 1993583 h 2495550"/>
                <a:gd name="connsiteX9603" fmla="*/ 2389442 w 3219450"/>
                <a:gd name="connsiteY9603" fmla="*/ 1993487 h 2495550"/>
                <a:gd name="connsiteX9604" fmla="*/ 2389251 w 3219450"/>
                <a:gd name="connsiteY9604" fmla="*/ 1993202 h 2495550"/>
                <a:gd name="connsiteX9605" fmla="*/ 2387346 w 3219450"/>
                <a:gd name="connsiteY9605" fmla="*/ 1993964 h 2495550"/>
                <a:gd name="connsiteX9606" fmla="*/ 2386108 w 3219450"/>
                <a:gd name="connsiteY9606" fmla="*/ 1992725 h 2495550"/>
                <a:gd name="connsiteX9607" fmla="*/ 2385632 w 3219450"/>
                <a:gd name="connsiteY9607" fmla="*/ 1990916 h 2495550"/>
                <a:gd name="connsiteX9608" fmla="*/ 2386203 w 3219450"/>
                <a:gd name="connsiteY9608" fmla="*/ 1990058 h 2495550"/>
                <a:gd name="connsiteX9609" fmla="*/ 2388108 w 3219450"/>
                <a:gd name="connsiteY9609" fmla="*/ 1989868 h 2495550"/>
                <a:gd name="connsiteX9610" fmla="*/ 2388870 w 3219450"/>
                <a:gd name="connsiteY9610" fmla="*/ 1989963 h 2495550"/>
                <a:gd name="connsiteX9611" fmla="*/ 2389156 w 3219450"/>
                <a:gd name="connsiteY9611" fmla="*/ 1990630 h 2495550"/>
                <a:gd name="connsiteX9612" fmla="*/ 2389537 w 3219450"/>
                <a:gd name="connsiteY9612" fmla="*/ 1991201 h 2495550"/>
                <a:gd name="connsiteX9613" fmla="*/ 2390394 w 3219450"/>
                <a:gd name="connsiteY9613" fmla="*/ 1991011 h 2495550"/>
                <a:gd name="connsiteX9614" fmla="*/ 2391252 w 3219450"/>
                <a:gd name="connsiteY9614" fmla="*/ 1990439 h 2495550"/>
                <a:gd name="connsiteX9615" fmla="*/ 2391728 w 3219450"/>
                <a:gd name="connsiteY9615" fmla="*/ 1989677 h 2495550"/>
                <a:gd name="connsiteX9616" fmla="*/ 2391537 w 3219450"/>
                <a:gd name="connsiteY9616" fmla="*/ 1989773 h 2495550"/>
                <a:gd name="connsiteX9617" fmla="*/ 2390680 w 3219450"/>
                <a:gd name="connsiteY9617" fmla="*/ 1990058 h 2495550"/>
                <a:gd name="connsiteX9618" fmla="*/ 2390204 w 3219450"/>
                <a:gd name="connsiteY9618" fmla="*/ 1988534 h 2495550"/>
                <a:gd name="connsiteX9619" fmla="*/ 2390013 w 3219450"/>
                <a:gd name="connsiteY9619" fmla="*/ 1987677 h 2495550"/>
                <a:gd name="connsiteX9620" fmla="*/ 2390204 w 3219450"/>
                <a:gd name="connsiteY9620" fmla="*/ 1987296 h 2495550"/>
                <a:gd name="connsiteX9621" fmla="*/ 2390585 w 3219450"/>
                <a:gd name="connsiteY9621" fmla="*/ 1986915 h 2495550"/>
                <a:gd name="connsiteX9622" fmla="*/ 2390870 w 3219450"/>
                <a:gd name="connsiteY9622" fmla="*/ 1986058 h 2495550"/>
                <a:gd name="connsiteX9623" fmla="*/ 2391061 w 3219450"/>
                <a:gd name="connsiteY9623" fmla="*/ 1985105 h 2495550"/>
                <a:gd name="connsiteX9624" fmla="*/ 2391061 w 3219450"/>
                <a:gd name="connsiteY9624" fmla="*/ 1984534 h 2495550"/>
                <a:gd name="connsiteX9625" fmla="*/ 2390680 w 3219450"/>
                <a:gd name="connsiteY9625" fmla="*/ 1984343 h 2495550"/>
                <a:gd name="connsiteX9626" fmla="*/ 2390299 w 3219450"/>
                <a:gd name="connsiteY9626" fmla="*/ 1985105 h 2495550"/>
                <a:gd name="connsiteX9627" fmla="*/ 2389728 w 3219450"/>
                <a:gd name="connsiteY9627" fmla="*/ 1986725 h 2495550"/>
                <a:gd name="connsiteX9628" fmla="*/ 2389061 w 3219450"/>
                <a:gd name="connsiteY9628" fmla="*/ 1987106 h 2495550"/>
                <a:gd name="connsiteX9629" fmla="*/ 2388394 w 3219450"/>
                <a:gd name="connsiteY9629" fmla="*/ 1987201 h 2495550"/>
                <a:gd name="connsiteX9630" fmla="*/ 2387727 w 3219450"/>
                <a:gd name="connsiteY9630" fmla="*/ 1987010 h 2495550"/>
                <a:gd name="connsiteX9631" fmla="*/ 2387061 w 3219450"/>
                <a:gd name="connsiteY9631" fmla="*/ 1986534 h 2495550"/>
                <a:gd name="connsiteX9632" fmla="*/ 2387441 w 3219450"/>
                <a:gd name="connsiteY9632" fmla="*/ 1986058 h 2495550"/>
                <a:gd name="connsiteX9633" fmla="*/ 2385346 w 3219450"/>
                <a:gd name="connsiteY9633" fmla="*/ 1985391 h 2495550"/>
                <a:gd name="connsiteX9634" fmla="*/ 2384394 w 3219450"/>
                <a:gd name="connsiteY9634" fmla="*/ 1985010 h 2495550"/>
                <a:gd name="connsiteX9635" fmla="*/ 2383441 w 3219450"/>
                <a:gd name="connsiteY9635" fmla="*/ 1984058 h 2495550"/>
                <a:gd name="connsiteX9636" fmla="*/ 2382870 w 3219450"/>
                <a:gd name="connsiteY9636" fmla="*/ 1983010 h 2495550"/>
                <a:gd name="connsiteX9637" fmla="*/ 2382870 w 3219450"/>
                <a:gd name="connsiteY9637" fmla="*/ 1982248 h 2495550"/>
                <a:gd name="connsiteX9638" fmla="*/ 2383346 w 3219450"/>
                <a:gd name="connsiteY9638" fmla="*/ 1981581 h 2495550"/>
                <a:gd name="connsiteX9639" fmla="*/ 2383917 w 3219450"/>
                <a:gd name="connsiteY9639" fmla="*/ 1981486 h 2495550"/>
                <a:gd name="connsiteX9640" fmla="*/ 2384870 w 3219450"/>
                <a:gd name="connsiteY9640" fmla="*/ 1981105 h 2495550"/>
                <a:gd name="connsiteX9641" fmla="*/ 2385822 w 3219450"/>
                <a:gd name="connsiteY9641" fmla="*/ 1981295 h 2495550"/>
                <a:gd name="connsiteX9642" fmla="*/ 2386775 w 3219450"/>
                <a:gd name="connsiteY9642" fmla="*/ 1981391 h 2495550"/>
                <a:gd name="connsiteX9643" fmla="*/ 2387537 w 3219450"/>
                <a:gd name="connsiteY9643" fmla="*/ 1981200 h 2495550"/>
                <a:gd name="connsiteX9644" fmla="*/ 2387918 w 3219450"/>
                <a:gd name="connsiteY9644" fmla="*/ 1980914 h 2495550"/>
                <a:gd name="connsiteX9645" fmla="*/ 2388108 w 3219450"/>
                <a:gd name="connsiteY9645" fmla="*/ 1980629 h 2495550"/>
                <a:gd name="connsiteX9646" fmla="*/ 2388203 w 3219450"/>
                <a:gd name="connsiteY9646" fmla="*/ 1980248 h 2495550"/>
                <a:gd name="connsiteX9647" fmla="*/ 2388203 w 3219450"/>
                <a:gd name="connsiteY9647" fmla="*/ 1979200 h 2495550"/>
                <a:gd name="connsiteX9648" fmla="*/ 2388585 w 3219450"/>
                <a:gd name="connsiteY9648" fmla="*/ 1978343 h 2495550"/>
                <a:gd name="connsiteX9649" fmla="*/ 2389442 w 3219450"/>
                <a:gd name="connsiteY9649" fmla="*/ 1977200 h 2495550"/>
                <a:gd name="connsiteX9650" fmla="*/ 2389537 w 3219450"/>
                <a:gd name="connsiteY9650" fmla="*/ 1976628 h 2495550"/>
                <a:gd name="connsiteX9651" fmla="*/ 2388965 w 3219450"/>
                <a:gd name="connsiteY9651" fmla="*/ 1975961 h 2495550"/>
                <a:gd name="connsiteX9652" fmla="*/ 2388203 w 3219450"/>
                <a:gd name="connsiteY9652" fmla="*/ 1975771 h 2495550"/>
                <a:gd name="connsiteX9653" fmla="*/ 2387441 w 3219450"/>
                <a:gd name="connsiteY9653" fmla="*/ 1975961 h 2495550"/>
                <a:gd name="connsiteX9654" fmla="*/ 2386775 w 3219450"/>
                <a:gd name="connsiteY9654" fmla="*/ 1976342 h 2495550"/>
                <a:gd name="connsiteX9655" fmla="*/ 2386489 w 3219450"/>
                <a:gd name="connsiteY9655" fmla="*/ 1976819 h 2495550"/>
                <a:gd name="connsiteX9656" fmla="*/ 2386203 w 3219450"/>
                <a:gd name="connsiteY9656" fmla="*/ 1975866 h 2495550"/>
                <a:gd name="connsiteX9657" fmla="*/ 2386489 w 3219450"/>
                <a:gd name="connsiteY9657" fmla="*/ 1975104 h 2495550"/>
                <a:gd name="connsiteX9658" fmla="*/ 2386394 w 3219450"/>
                <a:gd name="connsiteY9658" fmla="*/ 1974628 h 2495550"/>
                <a:gd name="connsiteX9659" fmla="*/ 2384965 w 3219450"/>
                <a:gd name="connsiteY9659" fmla="*/ 1974437 h 2495550"/>
                <a:gd name="connsiteX9660" fmla="*/ 2383917 w 3219450"/>
                <a:gd name="connsiteY9660" fmla="*/ 1973961 h 2495550"/>
                <a:gd name="connsiteX9661" fmla="*/ 2384489 w 3219450"/>
                <a:gd name="connsiteY9661" fmla="*/ 1973009 h 2495550"/>
                <a:gd name="connsiteX9662" fmla="*/ 2385632 w 3219450"/>
                <a:gd name="connsiteY9662" fmla="*/ 1972247 h 2495550"/>
                <a:gd name="connsiteX9663" fmla="*/ 2386203 w 3219450"/>
                <a:gd name="connsiteY9663" fmla="*/ 1972151 h 2495550"/>
                <a:gd name="connsiteX9664" fmla="*/ 2386775 w 3219450"/>
                <a:gd name="connsiteY9664" fmla="*/ 1971770 h 2495550"/>
                <a:gd name="connsiteX9665" fmla="*/ 2390204 w 3219450"/>
                <a:gd name="connsiteY9665" fmla="*/ 1970723 h 2495550"/>
                <a:gd name="connsiteX9666" fmla="*/ 2392490 w 3219450"/>
                <a:gd name="connsiteY9666" fmla="*/ 1971008 h 2495550"/>
                <a:gd name="connsiteX9667" fmla="*/ 2392395 w 3219450"/>
                <a:gd name="connsiteY9667" fmla="*/ 1972151 h 2495550"/>
                <a:gd name="connsiteX9668" fmla="*/ 2391061 w 3219450"/>
                <a:gd name="connsiteY9668" fmla="*/ 1972437 h 2495550"/>
                <a:gd name="connsiteX9669" fmla="*/ 2390013 w 3219450"/>
                <a:gd name="connsiteY9669" fmla="*/ 1973009 h 2495550"/>
                <a:gd name="connsiteX9670" fmla="*/ 2389442 w 3219450"/>
                <a:gd name="connsiteY9670" fmla="*/ 1974056 h 2495550"/>
                <a:gd name="connsiteX9671" fmla="*/ 2390394 w 3219450"/>
                <a:gd name="connsiteY9671" fmla="*/ 1974342 h 2495550"/>
                <a:gd name="connsiteX9672" fmla="*/ 2392871 w 3219450"/>
                <a:gd name="connsiteY9672" fmla="*/ 1974056 h 2495550"/>
                <a:gd name="connsiteX9673" fmla="*/ 2394109 w 3219450"/>
                <a:gd name="connsiteY9673" fmla="*/ 1974247 h 2495550"/>
                <a:gd name="connsiteX9674" fmla="*/ 2394680 w 3219450"/>
                <a:gd name="connsiteY9674" fmla="*/ 1974723 h 2495550"/>
                <a:gd name="connsiteX9675" fmla="*/ 2394680 w 3219450"/>
                <a:gd name="connsiteY9675" fmla="*/ 1975485 h 2495550"/>
                <a:gd name="connsiteX9676" fmla="*/ 2394109 w 3219450"/>
                <a:gd name="connsiteY9676" fmla="*/ 1976533 h 2495550"/>
                <a:gd name="connsiteX9677" fmla="*/ 2392776 w 3219450"/>
                <a:gd name="connsiteY9677" fmla="*/ 1978152 h 2495550"/>
                <a:gd name="connsiteX9678" fmla="*/ 2392490 w 3219450"/>
                <a:gd name="connsiteY9678" fmla="*/ 1979200 h 2495550"/>
                <a:gd name="connsiteX9679" fmla="*/ 2393252 w 3219450"/>
                <a:gd name="connsiteY9679" fmla="*/ 1980152 h 2495550"/>
                <a:gd name="connsiteX9680" fmla="*/ 2393347 w 3219450"/>
                <a:gd name="connsiteY9680" fmla="*/ 1979105 h 2495550"/>
                <a:gd name="connsiteX9681" fmla="*/ 2393728 w 3219450"/>
                <a:gd name="connsiteY9681" fmla="*/ 1978247 h 2495550"/>
                <a:gd name="connsiteX9682" fmla="*/ 2394299 w 3219450"/>
                <a:gd name="connsiteY9682" fmla="*/ 1977962 h 2495550"/>
                <a:gd name="connsiteX9683" fmla="*/ 2395061 w 3219450"/>
                <a:gd name="connsiteY9683" fmla="*/ 1978533 h 2495550"/>
                <a:gd name="connsiteX9684" fmla="*/ 2394776 w 3219450"/>
                <a:gd name="connsiteY9684" fmla="*/ 1978914 h 2495550"/>
                <a:gd name="connsiteX9685" fmla="*/ 2394299 w 3219450"/>
                <a:gd name="connsiteY9685" fmla="*/ 1980152 h 2495550"/>
                <a:gd name="connsiteX9686" fmla="*/ 2395633 w 3219450"/>
                <a:gd name="connsiteY9686" fmla="*/ 1980819 h 2495550"/>
                <a:gd name="connsiteX9687" fmla="*/ 2396109 w 3219450"/>
                <a:gd name="connsiteY9687" fmla="*/ 1981010 h 2495550"/>
                <a:gd name="connsiteX9688" fmla="*/ 2395919 w 3219450"/>
                <a:gd name="connsiteY9688" fmla="*/ 1980819 h 2495550"/>
                <a:gd name="connsiteX9689" fmla="*/ 2395823 w 3219450"/>
                <a:gd name="connsiteY9689" fmla="*/ 1980629 h 2495550"/>
                <a:gd name="connsiteX9690" fmla="*/ 2395633 w 3219450"/>
                <a:gd name="connsiteY9690" fmla="*/ 1980438 h 2495550"/>
                <a:gd name="connsiteX9691" fmla="*/ 2395347 w 3219450"/>
                <a:gd name="connsiteY9691" fmla="*/ 1980248 h 2495550"/>
                <a:gd name="connsiteX9692" fmla="*/ 2395728 w 3219450"/>
                <a:gd name="connsiteY9692" fmla="*/ 1979581 h 2495550"/>
                <a:gd name="connsiteX9693" fmla="*/ 2396300 w 3219450"/>
                <a:gd name="connsiteY9693" fmla="*/ 1979676 h 2495550"/>
                <a:gd name="connsiteX9694" fmla="*/ 2396966 w 3219450"/>
                <a:gd name="connsiteY9694" fmla="*/ 1980057 h 2495550"/>
                <a:gd name="connsiteX9695" fmla="*/ 2397824 w 3219450"/>
                <a:gd name="connsiteY9695" fmla="*/ 1980152 h 2495550"/>
                <a:gd name="connsiteX9696" fmla="*/ 2398681 w 3219450"/>
                <a:gd name="connsiteY9696" fmla="*/ 1979771 h 2495550"/>
                <a:gd name="connsiteX9697" fmla="*/ 2398871 w 3219450"/>
                <a:gd name="connsiteY9697" fmla="*/ 1979295 h 2495550"/>
                <a:gd name="connsiteX9698" fmla="*/ 2398490 w 3219450"/>
                <a:gd name="connsiteY9698" fmla="*/ 1979105 h 2495550"/>
                <a:gd name="connsiteX9699" fmla="*/ 2397824 w 3219450"/>
                <a:gd name="connsiteY9699" fmla="*/ 1979390 h 2495550"/>
                <a:gd name="connsiteX9700" fmla="*/ 2397538 w 3219450"/>
                <a:gd name="connsiteY9700" fmla="*/ 1978819 h 2495550"/>
                <a:gd name="connsiteX9701" fmla="*/ 2397347 w 3219450"/>
                <a:gd name="connsiteY9701" fmla="*/ 1978438 h 2495550"/>
                <a:gd name="connsiteX9702" fmla="*/ 2397062 w 3219450"/>
                <a:gd name="connsiteY9702" fmla="*/ 1978152 h 2495550"/>
                <a:gd name="connsiteX9703" fmla="*/ 2396776 w 3219450"/>
                <a:gd name="connsiteY9703" fmla="*/ 1977390 h 2495550"/>
                <a:gd name="connsiteX9704" fmla="*/ 2396204 w 3219450"/>
                <a:gd name="connsiteY9704" fmla="*/ 1976819 h 2495550"/>
                <a:gd name="connsiteX9705" fmla="*/ 2396109 w 3219450"/>
                <a:gd name="connsiteY9705" fmla="*/ 1976056 h 2495550"/>
                <a:gd name="connsiteX9706" fmla="*/ 2396871 w 3219450"/>
                <a:gd name="connsiteY9706" fmla="*/ 1975104 h 2495550"/>
                <a:gd name="connsiteX9707" fmla="*/ 2398205 w 3219450"/>
                <a:gd name="connsiteY9707" fmla="*/ 1974723 h 2495550"/>
                <a:gd name="connsiteX9708" fmla="*/ 2398776 w 3219450"/>
                <a:gd name="connsiteY9708" fmla="*/ 1975580 h 2495550"/>
                <a:gd name="connsiteX9709" fmla="*/ 2399348 w 3219450"/>
                <a:gd name="connsiteY9709" fmla="*/ 1976438 h 2495550"/>
                <a:gd name="connsiteX9710" fmla="*/ 2399919 w 3219450"/>
                <a:gd name="connsiteY9710" fmla="*/ 1977295 h 2495550"/>
                <a:gd name="connsiteX9711" fmla="*/ 2400872 w 3219450"/>
                <a:gd name="connsiteY9711" fmla="*/ 1976914 h 2495550"/>
                <a:gd name="connsiteX9712" fmla="*/ 2401920 w 3219450"/>
                <a:gd name="connsiteY9712" fmla="*/ 1976723 h 2495550"/>
                <a:gd name="connsiteX9713" fmla="*/ 2402777 w 3219450"/>
                <a:gd name="connsiteY9713" fmla="*/ 1976342 h 2495550"/>
                <a:gd name="connsiteX9714" fmla="*/ 2403444 w 3219450"/>
                <a:gd name="connsiteY9714" fmla="*/ 1976533 h 2495550"/>
                <a:gd name="connsiteX9715" fmla="*/ 2404110 w 3219450"/>
                <a:gd name="connsiteY9715" fmla="*/ 1977390 h 2495550"/>
                <a:gd name="connsiteX9716" fmla="*/ 2405444 w 3219450"/>
                <a:gd name="connsiteY9716" fmla="*/ 1977200 h 2495550"/>
                <a:gd name="connsiteX9717" fmla="*/ 2405825 w 3219450"/>
                <a:gd name="connsiteY9717" fmla="*/ 1976628 h 2495550"/>
                <a:gd name="connsiteX9718" fmla="*/ 2404968 w 3219450"/>
                <a:gd name="connsiteY9718" fmla="*/ 1974152 h 2495550"/>
                <a:gd name="connsiteX9719" fmla="*/ 2405444 w 3219450"/>
                <a:gd name="connsiteY9719" fmla="*/ 1973580 h 2495550"/>
                <a:gd name="connsiteX9720" fmla="*/ 2407635 w 3219450"/>
                <a:gd name="connsiteY9720" fmla="*/ 1973771 h 2495550"/>
                <a:gd name="connsiteX9721" fmla="*/ 2408682 w 3219450"/>
                <a:gd name="connsiteY9721" fmla="*/ 1973485 h 2495550"/>
                <a:gd name="connsiteX9722" fmla="*/ 2409158 w 3219450"/>
                <a:gd name="connsiteY9722" fmla="*/ 1972532 h 2495550"/>
                <a:gd name="connsiteX9723" fmla="*/ 2408873 w 3219450"/>
                <a:gd name="connsiteY9723" fmla="*/ 1971961 h 2495550"/>
                <a:gd name="connsiteX9724" fmla="*/ 2408206 w 3219450"/>
                <a:gd name="connsiteY9724" fmla="*/ 1971675 h 2495550"/>
                <a:gd name="connsiteX9725" fmla="*/ 2407635 w 3219450"/>
                <a:gd name="connsiteY9725" fmla="*/ 1971485 h 2495550"/>
                <a:gd name="connsiteX9726" fmla="*/ 2407349 w 3219450"/>
                <a:gd name="connsiteY9726" fmla="*/ 1971199 h 2495550"/>
                <a:gd name="connsiteX9727" fmla="*/ 2406206 w 3219450"/>
                <a:gd name="connsiteY9727" fmla="*/ 1969580 h 2495550"/>
                <a:gd name="connsiteX9728" fmla="*/ 2405920 w 3219450"/>
                <a:gd name="connsiteY9728" fmla="*/ 1969008 h 2495550"/>
                <a:gd name="connsiteX9729" fmla="*/ 2406301 w 3219450"/>
                <a:gd name="connsiteY9729" fmla="*/ 1969008 h 2495550"/>
                <a:gd name="connsiteX9730" fmla="*/ 2406015 w 3219450"/>
                <a:gd name="connsiteY9730" fmla="*/ 1968722 h 2495550"/>
                <a:gd name="connsiteX9731" fmla="*/ 2405729 w 3219450"/>
                <a:gd name="connsiteY9731" fmla="*/ 1968532 h 2495550"/>
                <a:gd name="connsiteX9732" fmla="*/ 2405158 w 3219450"/>
                <a:gd name="connsiteY9732" fmla="*/ 1968246 h 2495550"/>
                <a:gd name="connsiteX9733" fmla="*/ 2404968 w 3219450"/>
                <a:gd name="connsiteY9733" fmla="*/ 1968913 h 2495550"/>
                <a:gd name="connsiteX9734" fmla="*/ 2404491 w 3219450"/>
                <a:gd name="connsiteY9734" fmla="*/ 1969008 h 2495550"/>
                <a:gd name="connsiteX9735" fmla="*/ 2403920 w 3219450"/>
                <a:gd name="connsiteY9735" fmla="*/ 1968722 h 2495550"/>
                <a:gd name="connsiteX9736" fmla="*/ 2403348 w 3219450"/>
                <a:gd name="connsiteY9736" fmla="*/ 1968341 h 2495550"/>
                <a:gd name="connsiteX9737" fmla="*/ 2403253 w 3219450"/>
                <a:gd name="connsiteY9737" fmla="*/ 1969389 h 2495550"/>
                <a:gd name="connsiteX9738" fmla="*/ 2402872 w 3219450"/>
                <a:gd name="connsiteY9738" fmla="*/ 1970437 h 2495550"/>
                <a:gd name="connsiteX9739" fmla="*/ 2402396 w 3219450"/>
                <a:gd name="connsiteY9739" fmla="*/ 1971294 h 2495550"/>
                <a:gd name="connsiteX9740" fmla="*/ 2401920 w 3219450"/>
                <a:gd name="connsiteY9740" fmla="*/ 1971866 h 2495550"/>
                <a:gd name="connsiteX9741" fmla="*/ 2401157 w 3219450"/>
                <a:gd name="connsiteY9741" fmla="*/ 1972437 h 2495550"/>
                <a:gd name="connsiteX9742" fmla="*/ 2400967 w 3219450"/>
                <a:gd name="connsiteY9742" fmla="*/ 1972247 h 2495550"/>
                <a:gd name="connsiteX9743" fmla="*/ 2400777 w 3219450"/>
                <a:gd name="connsiteY9743" fmla="*/ 1971580 h 2495550"/>
                <a:gd name="connsiteX9744" fmla="*/ 2400110 w 3219450"/>
                <a:gd name="connsiteY9744" fmla="*/ 1970723 h 2495550"/>
                <a:gd name="connsiteX9745" fmla="*/ 2400681 w 3219450"/>
                <a:gd name="connsiteY9745" fmla="*/ 1970151 h 2495550"/>
                <a:gd name="connsiteX9746" fmla="*/ 2401157 w 3219450"/>
                <a:gd name="connsiteY9746" fmla="*/ 1969770 h 2495550"/>
                <a:gd name="connsiteX9747" fmla="*/ 2402301 w 3219450"/>
                <a:gd name="connsiteY9747" fmla="*/ 1969199 h 2495550"/>
                <a:gd name="connsiteX9748" fmla="*/ 2401253 w 3219450"/>
                <a:gd name="connsiteY9748" fmla="*/ 1966817 h 2495550"/>
                <a:gd name="connsiteX9749" fmla="*/ 2400872 w 3219450"/>
                <a:gd name="connsiteY9749" fmla="*/ 1966817 h 2495550"/>
                <a:gd name="connsiteX9750" fmla="*/ 2400681 w 3219450"/>
                <a:gd name="connsiteY9750" fmla="*/ 1967770 h 2495550"/>
                <a:gd name="connsiteX9751" fmla="*/ 2400205 w 3219450"/>
                <a:gd name="connsiteY9751" fmla="*/ 1968532 h 2495550"/>
                <a:gd name="connsiteX9752" fmla="*/ 2399633 w 3219450"/>
                <a:gd name="connsiteY9752" fmla="*/ 1968818 h 2495550"/>
                <a:gd name="connsiteX9753" fmla="*/ 2399348 w 3219450"/>
                <a:gd name="connsiteY9753" fmla="*/ 1968341 h 2495550"/>
                <a:gd name="connsiteX9754" fmla="*/ 2399157 w 3219450"/>
                <a:gd name="connsiteY9754" fmla="*/ 1967389 h 2495550"/>
                <a:gd name="connsiteX9755" fmla="*/ 2398681 w 3219450"/>
                <a:gd name="connsiteY9755" fmla="*/ 1966627 h 2495550"/>
                <a:gd name="connsiteX9756" fmla="*/ 2396204 w 3219450"/>
                <a:gd name="connsiteY9756" fmla="*/ 1964055 h 2495550"/>
                <a:gd name="connsiteX9757" fmla="*/ 2395823 w 3219450"/>
                <a:gd name="connsiteY9757" fmla="*/ 1963293 h 2495550"/>
                <a:gd name="connsiteX9758" fmla="*/ 2396586 w 3219450"/>
                <a:gd name="connsiteY9758" fmla="*/ 1962912 h 2495550"/>
                <a:gd name="connsiteX9759" fmla="*/ 2397252 w 3219450"/>
                <a:gd name="connsiteY9759" fmla="*/ 1962722 h 2495550"/>
                <a:gd name="connsiteX9760" fmla="*/ 2398967 w 3219450"/>
                <a:gd name="connsiteY9760" fmla="*/ 1961579 h 2495550"/>
                <a:gd name="connsiteX9761" fmla="*/ 2399538 w 3219450"/>
                <a:gd name="connsiteY9761" fmla="*/ 1961102 h 2495550"/>
                <a:gd name="connsiteX9762" fmla="*/ 2400110 w 3219450"/>
                <a:gd name="connsiteY9762" fmla="*/ 1960626 h 2495550"/>
                <a:gd name="connsiteX9763" fmla="*/ 2401824 w 3219450"/>
                <a:gd name="connsiteY9763" fmla="*/ 1960340 h 2495550"/>
                <a:gd name="connsiteX9764" fmla="*/ 2402586 w 3219450"/>
                <a:gd name="connsiteY9764" fmla="*/ 1960055 h 2495550"/>
                <a:gd name="connsiteX9765" fmla="*/ 2403062 w 3219450"/>
                <a:gd name="connsiteY9765" fmla="*/ 1959674 h 2495550"/>
                <a:gd name="connsiteX9766" fmla="*/ 2404301 w 3219450"/>
                <a:gd name="connsiteY9766" fmla="*/ 1957864 h 2495550"/>
                <a:gd name="connsiteX9767" fmla="*/ 2404682 w 3219450"/>
                <a:gd name="connsiteY9767" fmla="*/ 1957006 h 2495550"/>
                <a:gd name="connsiteX9768" fmla="*/ 2404872 w 3219450"/>
                <a:gd name="connsiteY9768" fmla="*/ 1955197 h 2495550"/>
                <a:gd name="connsiteX9769" fmla="*/ 2405158 w 3219450"/>
                <a:gd name="connsiteY9769" fmla="*/ 1954435 h 2495550"/>
                <a:gd name="connsiteX9770" fmla="*/ 2406872 w 3219450"/>
                <a:gd name="connsiteY9770" fmla="*/ 1954054 h 2495550"/>
                <a:gd name="connsiteX9771" fmla="*/ 2407444 w 3219450"/>
                <a:gd name="connsiteY9771" fmla="*/ 1953482 h 2495550"/>
                <a:gd name="connsiteX9772" fmla="*/ 2406587 w 3219450"/>
                <a:gd name="connsiteY9772" fmla="*/ 1952435 h 2495550"/>
                <a:gd name="connsiteX9773" fmla="*/ 2407539 w 3219450"/>
                <a:gd name="connsiteY9773" fmla="*/ 1952054 h 2495550"/>
                <a:gd name="connsiteX9774" fmla="*/ 2408587 w 3219450"/>
                <a:gd name="connsiteY9774" fmla="*/ 1952149 h 2495550"/>
                <a:gd name="connsiteX9775" fmla="*/ 2409254 w 3219450"/>
                <a:gd name="connsiteY9775" fmla="*/ 1952720 h 2495550"/>
                <a:gd name="connsiteX9776" fmla="*/ 2409063 w 3219450"/>
                <a:gd name="connsiteY9776" fmla="*/ 1953577 h 2495550"/>
                <a:gd name="connsiteX9777" fmla="*/ 2409444 w 3219450"/>
                <a:gd name="connsiteY9777" fmla="*/ 1953959 h 2495550"/>
                <a:gd name="connsiteX9778" fmla="*/ 2409635 w 3219450"/>
                <a:gd name="connsiteY9778" fmla="*/ 1953673 h 2495550"/>
                <a:gd name="connsiteX9779" fmla="*/ 2409825 w 3219450"/>
                <a:gd name="connsiteY9779" fmla="*/ 1953482 h 2495550"/>
                <a:gd name="connsiteX9780" fmla="*/ 2410492 w 3219450"/>
                <a:gd name="connsiteY9780" fmla="*/ 1953101 h 2495550"/>
                <a:gd name="connsiteX9781" fmla="*/ 2409158 w 3219450"/>
                <a:gd name="connsiteY9781" fmla="*/ 1955387 h 2495550"/>
                <a:gd name="connsiteX9782" fmla="*/ 2408968 w 3219450"/>
                <a:gd name="connsiteY9782" fmla="*/ 1956054 h 2495550"/>
                <a:gd name="connsiteX9783" fmla="*/ 2409158 w 3219450"/>
                <a:gd name="connsiteY9783" fmla="*/ 1956816 h 2495550"/>
                <a:gd name="connsiteX9784" fmla="*/ 2409635 w 3219450"/>
                <a:gd name="connsiteY9784" fmla="*/ 1957197 h 2495550"/>
                <a:gd name="connsiteX9785" fmla="*/ 2413635 w 3219450"/>
                <a:gd name="connsiteY9785" fmla="*/ 1957864 h 2495550"/>
                <a:gd name="connsiteX9786" fmla="*/ 2414016 w 3219450"/>
                <a:gd name="connsiteY9786" fmla="*/ 1958150 h 2495550"/>
                <a:gd name="connsiteX9787" fmla="*/ 2413826 w 3219450"/>
                <a:gd name="connsiteY9787" fmla="*/ 1959007 h 2495550"/>
                <a:gd name="connsiteX9788" fmla="*/ 2413159 w 3219450"/>
                <a:gd name="connsiteY9788" fmla="*/ 1960817 h 2495550"/>
                <a:gd name="connsiteX9789" fmla="*/ 2413254 w 3219450"/>
                <a:gd name="connsiteY9789" fmla="*/ 1961579 h 2495550"/>
                <a:gd name="connsiteX9790" fmla="*/ 2413826 w 3219450"/>
                <a:gd name="connsiteY9790" fmla="*/ 1962055 h 2495550"/>
                <a:gd name="connsiteX9791" fmla="*/ 2414111 w 3219450"/>
                <a:gd name="connsiteY9791" fmla="*/ 1961388 h 2495550"/>
                <a:gd name="connsiteX9792" fmla="*/ 2414397 w 3219450"/>
                <a:gd name="connsiteY9792" fmla="*/ 1960436 h 2495550"/>
                <a:gd name="connsiteX9793" fmla="*/ 2414778 w 3219450"/>
                <a:gd name="connsiteY9793" fmla="*/ 1959959 h 2495550"/>
                <a:gd name="connsiteX9794" fmla="*/ 2416778 w 3219450"/>
                <a:gd name="connsiteY9794" fmla="*/ 1959959 h 2495550"/>
                <a:gd name="connsiteX9795" fmla="*/ 2416874 w 3219450"/>
                <a:gd name="connsiteY9795" fmla="*/ 1959959 h 2495550"/>
                <a:gd name="connsiteX9796" fmla="*/ 2416778 w 3219450"/>
                <a:gd name="connsiteY9796" fmla="*/ 1960055 h 2495550"/>
                <a:gd name="connsiteX9797" fmla="*/ 2416683 w 3219450"/>
                <a:gd name="connsiteY9797" fmla="*/ 1960626 h 2495550"/>
                <a:gd name="connsiteX9798" fmla="*/ 2416207 w 3219450"/>
                <a:gd name="connsiteY9798" fmla="*/ 1961102 h 2495550"/>
                <a:gd name="connsiteX9799" fmla="*/ 2416016 w 3219450"/>
                <a:gd name="connsiteY9799" fmla="*/ 1961483 h 2495550"/>
                <a:gd name="connsiteX9800" fmla="*/ 2416112 w 3219450"/>
                <a:gd name="connsiteY9800" fmla="*/ 1961864 h 2495550"/>
                <a:gd name="connsiteX9801" fmla="*/ 2416397 w 3219450"/>
                <a:gd name="connsiteY9801" fmla="*/ 1962055 h 2495550"/>
                <a:gd name="connsiteX9802" fmla="*/ 2416683 w 3219450"/>
                <a:gd name="connsiteY9802" fmla="*/ 1962245 h 2495550"/>
                <a:gd name="connsiteX9803" fmla="*/ 2416778 w 3219450"/>
                <a:gd name="connsiteY9803" fmla="*/ 1962531 h 2495550"/>
                <a:gd name="connsiteX9804" fmla="*/ 2416683 w 3219450"/>
                <a:gd name="connsiteY9804" fmla="*/ 1963293 h 2495550"/>
                <a:gd name="connsiteX9805" fmla="*/ 2416397 w 3219450"/>
                <a:gd name="connsiteY9805" fmla="*/ 1964246 h 2495550"/>
                <a:gd name="connsiteX9806" fmla="*/ 2416016 w 3219450"/>
                <a:gd name="connsiteY9806" fmla="*/ 1965198 h 2495550"/>
                <a:gd name="connsiteX9807" fmla="*/ 2415636 w 3219450"/>
                <a:gd name="connsiteY9807" fmla="*/ 1965865 h 2495550"/>
                <a:gd name="connsiteX9808" fmla="*/ 2416683 w 3219450"/>
                <a:gd name="connsiteY9808" fmla="*/ 1965674 h 2495550"/>
                <a:gd name="connsiteX9809" fmla="*/ 2417921 w 3219450"/>
                <a:gd name="connsiteY9809" fmla="*/ 1965674 h 2495550"/>
                <a:gd name="connsiteX9810" fmla="*/ 2418874 w 3219450"/>
                <a:gd name="connsiteY9810" fmla="*/ 1965484 h 2495550"/>
                <a:gd name="connsiteX9811" fmla="*/ 2419255 w 3219450"/>
                <a:gd name="connsiteY9811" fmla="*/ 1964817 h 2495550"/>
                <a:gd name="connsiteX9812" fmla="*/ 2419541 w 3219450"/>
                <a:gd name="connsiteY9812" fmla="*/ 1963865 h 2495550"/>
                <a:gd name="connsiteX9813" fmla="*/ 2419445 w 3219450"/>
                <a:gd name="connsiteY9813" fmla="*/ 1963484 h 2495550"/>
                <a:gd name="connsiteX9814" fmla="*/ 2418683 w 3219450"/>
                <a:gd name="connsiteY9814" fmla="*/ 1963388 h 2495550"/>
                <a:gd name="connsiteX9815" fmla="*/ 2418398 w 3219450"/>
                <a:gd name="connsiteY9815" fmla="*/ 1963007 h 2495550"/>
                <a:gd name="connsiteX9816" fmla="*/ 2418303 w 3219450"/>
                <a:gd name="connsiteY9816" fmla="*/ 1962150 h 2495550"/>
                <a:gd name="connsiteX9817" fmla="*/ 2418398 w 3219450"/>
                <a:gd name="connsiteY9817" fmla="*/ 1961198 h 2495550"/>
                <a:gd name="connsiteX9818" fmla="*/ 2418493 w 3219450"/>
                <a:gd name="connsiteY9818" fmla="*/ 1960531 h 2495550"/>
                <a:gd name="connsiteX9819" fmla="*/ 2418874 w 3219450"/>
                <a:gd name="connsiteY9819" fmla="*/ 1960721 h 2495550"/>
                <a:gd name="connsiteX9820" fmla="*/ 2418969 w 3219450"/>
                <a:gd name="connsiteY9820" fmla="*/ 1960817 h 2495550"/>
                <a:gd name="connsiteX9821" fmla="*/ 2419160 w 3219450"/>
                <a:gd name="connsiteY9821" fmla="*/ 1961007 h 2495550"/>
                <a:gd name="connsiteX9822" fmla="*/ 2419350 w 3219450"/>
                <a:gd name="connsiteY9822" fmla="*/ 1960721 h 2495550"/>
                <a:gd name="connsiteX9823" fmla="*/ 2419636 w 3219450"/>
                <a:gd name="connsiteY9823" fmla="*/ 1960436 h 2495550"/>
                <a:gd name="connsiteX9824" fmla="*/ 2420017 w 3219450"/>
                <a:gd name="connsiteY9824" fmla="*/ 1960245 h 2495550"/>
                <a:gd name="connsiteX9825" fmla="*/ 2420398 w 3219450"/>
                <a:gd name="connsiteY9825" fmla="*/ 1960150 h 2495550"/>
                <a:gd name="connsiteX9826" fmla="*/ 2420398 w 3219450"/>
                <a:gd name="connsiteY9826" fmla="*/ 1960436 h 2495550"/>
                <a:gd name="connsiteX9827" fmla="*/ 2421065 w 3219450"/>
                <a:gd name="connsiteY9827" fmla="*/ 1961579 h 2495550"/>
                <a:gd name="connsiteX9828" fmla="*/ 2421255 w 3219450"/>
                <a:gd name="connsiteY9828" fmla="*/ 1961769 h 2495550"/>
                <a:gd name="connsiteX9829" fmla="*/ 2421065 w 3219450"/>
                <a:gd name="connsiteY9829" fmla="*/ 1962245 h 2495550"/>
                <a:gd name="connsiteX9830" fmla="*/ 2420684 w 3219450"/>
                <a:gd name="connsiteY9830" fmla="*/ 1962626 h 2495550"/>
                <a:gd name="connsiteX9831" fmla="*/ 2420398 w 3219450"/>
                <a:gd name="connsiteY9831" fmla="*/ 1963007 h 2495550"/>
                <a:gd name="connsiteX9832" fmla="*/ 2420970 w 3219450"/>
                <a:gd name="connsiteY9832" fmla="*/ 1964055 h 2495550"/>
                <a:gd name="connsiteX9833" fmla="*/ 2421541 w 3219450"/>
                <a:gd name="connsiteY9833" fmla="*/ 1965770 h 2495550"/>
                <a:gd name="connsiteX9834" fmla="*/ 2421255 w 3219450"/>
                <a:gd name="connsiteY9834" fmla="*/ 1965960 h 2495550"/>
                <a:gd name="connsiteX9835" fmla="*/ 2420970 w 3219450"/>
                <a:gd name="connsiteY9835" fmla="*/ 1966341 h 2495550"/>
                <a:gd name="connsiteX9836" fmla="*/ 2420684 w 3219450"/>
                <a:gd name="connsiteY9836" fmla="*/ 1966817 h 2495550"/>
                <a:gd name="connsiteX9837" fmla="*/ 2420493 w 3219450"/>
                <a:gd name="connsiteY9837" fmla="*/ 1967294 h 2495550"/>
                <a:gd name="connsiteX9838" fmla="*/ 2421731 w 3219450"/>
                <a:gd name="connsiteY9838" fmla="*/ 1967198 h 2495550"/>
                <a:gd name="connsiteX9839" fmla="*/ 2424494 w 3219450"/>
                <a:gd name="connsiteY9839" fmla="*/ 1966531 h 2495550"/>
                <a:gd name="connsiteX9840" fmla="*/ 2424018 w 3219450"/>
                <a:gd name="connsiteY9840" fmla="*/ 1966341 h 2495550"/>
                <a:gd name="connsiteX9841" fmla="*/ 2423636 w 3219450"/>
                <a:gd name="connsiteY9841" fmla="*/ 1966246 h 2495550"/>
                <a:gd name="connsiteX9842" fmla="*/ 2422684 w 3219450"/>
                <a:gd name="connsiteY9842" fmla="*/ 1966151 h 2495550"/>
                <a:gd name="connsiteX9843" fmla="*/ 2423541 w 3219450"/>
                <a:gd name="connsiteY9843" fmla="*/ 1965389 h 2495550"/>
                <a:gd name="connsiteX9844" fmla="*/ 2424018 w 3219450"/>
                <a:gd name="connsiteY9844" fmla="*/ 1964531 h 2495550"/>
                <a:gd name="connsiteX9845" fmla="*/ 2424018 w 3219450"/>
                <a:gd name="connsiteY9845" fmla="*/ 1963484 h 2495550"/>
                <a:gd name="connsiteX9846" fmla="*/ 2423446 w 3219450"/>
                <a:gd name="connsiteY9846" fmla="*/ 1962150 h 2495550"/>
                <a:gd name="connsiteX9847" fmla="*/ 2422970 w 3219450"/>
                <a:gd name="connsiteY9847" fmla="*/ 1961864 h 2495550"/>
                <a:gd name="connsiteX9848" fmla="*/ 2422494 w 3219450"/>
                <a:gd name="connsiteY9848" fmla="*/ 1961864 h 2495550"/>
                <a:gd name="connsiteX9849" fmla="*/ 2422398 w 3219450"/>
                <a:gd name="connsiteY9849" fmla="*/ 1961769 h 2495550"/>
                <a:gd name="connsiteX9850" fmla="*/ 2422874 w 3219450"/>
                <a:gd name="connsiteY9850" fmla="*/ 1961102 h 2495550"/>
                <a:gd name="connsiteX9851" fmla="*/ 2423160 w 3219450"/>
                <a:gd name="connsiteY9851" fmla="*/ 1960436 h 2495550"/>
                <a:gd name="connsiteX9852" fmla="*/ 2422874 w 3219450"/>
                <a:gd name="connsiteY9852" fmla="*/ 1959959 h 2495550"/>
                <a:gd name="connsiteX9853" fmla="*/ 2422303 w 3219450"/>
                <a:gd name="connsiteY9853" fmla="*/ 1959674 h 2495550"/>
                <a:gd name="connsiteX9854" fmla="*/ 2421731 w 3219450"/>
                <a:gd name="connsiteY9854" fmla="*/ 1959674 h 2495550"/>
                <a:gd name="connsiteX9855" fmla="*/ 2421731 w 3219450"/>
                <a:gd name="connsiteY9855" fmla="*/ 1959293 h 2495550"/>
                <a:gd name="connsiteX9856" fmla="*/ 2421922 w 3219450"/>
                <a:gd name="connsiteY9856" fmla="*/ 1958721 h 2495550"/>
                <a:gd name="connsiteX9857" fmla="*/ 2421636 w 3219450"/>
                <a:gd name="connsiteY9857" fmla="*/ 1958626 h 2495550"/>
                <a:gd name="connsiteX9858" fmla="*/ 2420303 w 3219450"/>
                <a:gd name="connsiteY9858" fmla="*/ 1958912 h 2495550"/>
                <a:gd name="connsiteX9859" fmla="*/ 2420303 w 3219450"/>
                <a:gd name="connsiteY9859" fmla="*/ 1958531 h 2495550"/>
                <a:gd name="connsiteX9860" fmla="*/ 2420779 w 3219450"/>
                <a:gd name="connsiteY9860" fmla="*/ 1958435 h 2495550"/>
                <a:gd name="connsiteX9861" fmla="*/ 2421065 w 3219450"/>
                <a:gd name="connsiteY9861" fmla="*/ 1958245 h 2495550"/>
                <a:gd name="connsiteX9862" fmla="*/ 2421731 w 3219450"/>
                <a:gd name="connsiteY9862" fmla="*/ 1957673 h 2495550"/>
                <a:gd name="connsiteX9863" fmla="*/ 2421160 w 3219450"/>
                <a:gd name="connsiteY9863" fmla="*/ 1957673 h 2495550"/>
                <a:gd name="connsiteX9864" fmla="*/ 2420779 w 3219450"/>
                <a:gd name="connsiteY9864" fmla="*/ 1957578 h 2495550"/>
                <a:gd name="connsiteX9865" fmla="*/ 2420017 w 3219450"/>
                <a:gd name="connsiteY9865" fmla="*/ 1957197 h 2495550"/>
                <a:gd name="connsiteX9866" fmla="*/ 2420588 w 3219450"/>
                <a:gd name="connsiteY9866" fmla="*/ 1957197 h 2495550"/>
                <a:gd name="connsiteX9867" fmla="*/ 2420874 w 3219450"/>
                <a:gd name="connsiteY9867" fmla="*/ 1957102 h 2495550"/>
                <a:gd name="connsiteX9868" fmla="*/ 2421065 w 3219450"/>
                <a:gd name="connsiteY9868" fmla="*/ 1956816 h 2495550"/>
                <a:gd name="connsiteX9869" fmla="*/ 2421351 w 3219450"/>
                <a:gd name="connsiteY9869" fmla="*/ 1956340 h 2495550"/>
                <a:gd name="connsiteX9870" fmla="*/ 2420207 w 3219450"/>
                <a:gd name="connsiteY9870" fmla="*/ 1956149 h 2495550"/>
                <a:gd name="connsiteX9871" fmla="*/ 2420017 w 3219450"/>
                <a:gd name="connsiteY9871" fmla="*/ 1955387 h 2495550"/>
                <a:gd name="connsiteX9872" fmla="*/ 2420588 w 3219450"/>
                <a:gd name="connsiteY9872" fmla="*/ 1953197 h 2495550"/>
                <a:gd name="connsiteX9873" fmla="*/ 2420398 w 3219450"/>
                <a:gd name="connsiteY9873" fmla="*/ 1953577 h 2495550"/>
                <a:gd name="connsiteX9874" fmla="*/ 2420017 w 3219450"/>
                <a:gd name="connsiteY9874" fmla="*/ 1954054 h 2495550"/>
                <a:gd name="connsiteX9875" fmla="*/ 2419541 w 3219450"/>
                <a:gd name="connsiteY9875" fmla="*/ 1954340 h 2495550"/>
                <a:gd name="connsiteX9876" fmla="*/ 2419064 w 3219450"/>
                <a:gd name="connsiteY9876" fmla="*/ 1954149 h 2495550"/>
                <a:gd name="connsiteX9877" fmla="*/ 2418303 w 3219450"/>
                <a:gd name="connsiteY9877" fmla="*/ 1953673 h 2495550"/>
                <a:gd name="connsiteX9878" fmla="*/ 2417921 w 3219450"/>
                <a:gd name="connsiteY9878" fmla="*/ 1953959 h 2495550"/>
                <a:gd name="connsiteX9879" fmla="*/ 2417636 w 3219450"/>
                <a:gd name="connsiteY9879" fmla="*/ 1954530 h 2495550"/>
                <a:gd name="connsiteX9880" fmla="*/ 2417350 w 3219450"/>
                <a:gd name="connsiteY9880" fmla="*/ 1954816 h 2495550"/>
                <a:gd name="connsiteX9881" fmla="*/ 2416016 w 3219450"/>
                <a:gd name="connsiteY9881" fmla="*/ 1954340 h 2495550"/>
                <a:gd name="connsiteX9882" fmla="*/ 2415445 w 3219450"/>
                <a:gd name="connsiteY9882" fmla="*/ 1953387 h 2495550"/>
                <a:gd name="connsiteX9883" fmla="*/ 2415350 w 3219450"/>
                <a:gd name="connsiteY9883" fmla="*/ 1952149 h 2495550"/>
                <a:gd name="connsiteX9884" fmla="*/ 2415540 w 3219450"/>
                <a:gd name="connsiteY9884" fmla="*/ 1950720 h 2495550"/>
                <a:gd name="connsiteX9885" fmla="*/ 2414683 w 3219450"/>
                <a:gd name="connsiteY9885" fmla="*/ 1951387 h 2495550"/>
                <a:gd name="connsiteX9886" fmla="*/ 2414302 w 3219450"/>
                <a:gd name="connsiteY9886" fmla="*/ 1950244 h 2495550"/>
                <a:gd name="connsiteX9887" fmla="*/ 2414111 w 3219450"/>
                <a:gd name="connsiteY9887" fmla="*/ 1948434 h 2495550"/>
                <a:gd name="connsiteX9888" fmla="*/ 2413730 w 3219450"/>
                <a:gd name="connsiteY9888" fmla="*/ 1947101 h 2495550"/>
                <a:gd name="connsiteX9889" fmla="*/ 2414493 w 3219450"/>
                <a:gd name="connsiteY9889" fmla="*/ 1947196 h 2495550"/>
                <a:gd name="connsiteX9890" fmla="*/ 2414778 w 3219450"/>
                <a:gd name="connsiteY9890" fmla="*/ 1947291 h 2495550"/>
                <a:gd name="connsiteX9891" fmla="*/ 2415159 w 3219450"/>
                <a:gd name="connsiteY9891" fmla="*/ 1947481 h 2495550"/>
                <a:gd name="connsiteX9892" fmla="*/ 2415731 w 3219450"/>
                <a:gd name="connsiteY9892" fmla="*/ 1947005 h 2495550"/>
                <a:gd name="connsiteX9893" fmla="*/ 2416493 w 3219450"/>
                <a:gd name="connsiteY9893" fmla="*/ 1946910 h 2495550"/>
                <a:gd name="connsiteX9894" fmla="*/ 2417350 w 3219450"/>
                <a:gd name="connsiteY9894" fmla="*/ 1946910 h 2495550"/>
                <a:gd name="connsiteX9895" fmla="*/ 2417636 w 3219450"/>
                <a:gd name="connsiteY9895" fmla="*/ 1946053 h 2495550"/>
                <a:gd name="connsiteX9896" fmla="*/ 2418303 w 3219450"/>
                <a:gd name="connsiteY9896" fmla="*/ 1946053 h 2495550"/>
                <a:gd name="connsiteX9897" fmla="*/ 2419827 w 3219450"/>
                <a:gd name="connsiteY9897" fmla="*/ 1947005 h 2495550"/>
                <a:gd name="connsiteX9898" fmla="*/ 2420017 w 3219450"/>
                <a:gd name="connsiteY9898" fmla="*/ 1947481 h 2495550"/>
                <a:gd name="connsiteX9899" fmla="*/ 2420303 w 3219450"/>
                <a:gd name="connsiteY9899" fmla="*/ 1947577 h 2495550"/>
                <a:gd name="connsiteX9900" fmla="*/ 2420684 w 3219450"/>
                <a:gd name="connsiteY9900" fmla="*/ 1947577 h 2495550"/>
                <a:gd name="connsiteX9901" fmla="*/ 2420874 w 3219450"/>
                <a:gd name="connsiteY9901" fmla="*/ 1947386 h 2495550"/>
                <a:gd name="connsiteX9902" fmla="*/ 2421065 w 3219450"/>
                <a:gd name="connsiteY9902" fmla="*/ 1947196 h 2495550"/>
                <a:gd name="connsiteX9903" fmla="*/ 2421255 w 3219450"/>
                <a:gd name="connsiteY9903" fmla="*/ 1947101 h 2495550"/>
                <a:gd name="connsiteX9904" fmla="*/ 2421446 w 3219450"/>
                <a:gd name="connsiteY9904" fmla="*/ 1946720 h 2495550"/>
                <a:gd name="connsiteX9905" fmla="*/ 2421446 w 3219450"/>
                <a:gd name="connsiteY9905" fmla="*/ 1945100 h 2495550"/>
                <a:gd name="connsiteX9906" fmla="*/ 2421541 w 3219450"/>
                <a:gd name="connsiteY9906" fmla="*/ 1944529 h 2495550"/>
                <a:gd name="connsiteX9907" fmla="*/ 2422589 w 3219450"/>
                <a:gd name="connsiteY9907" fmla="*/ 1943291 h 2495550"/>
                <a:gd name="connsiteX9908" fmla="*/ 2422779 w 3219450"/>
                <a:gd name="connsiteY9908" fmla="*/ 1942814 h 2495550"/>
                <a:gd name="connsiteX9909" fmla="*/ 2422589 w 3219450"/>
                <a:gd name="connsiteY9909" fmla="*/ 1942529 h 2495550"/>
                <a:gd name="connsiteX9910" fmla="*/ 2422208 w 3219450"/>
                <a:gd name="connsiteY9910" fmla="*/ 1942433 h 2495550"/>
                <a:gd name="connsiteX9911" fmla="*/ 2422017 w 3219450"/>
                <a:gd name="connsiteY9911" fmla="*/ 1942338 h 2495550"/>
                <a:gd name="connsiteX9912" fmla="*/ 2422112 w 3219450"/>
                <a:gd name="connsiteY9912" fmla="*/ 1941005 h 2495550"/>
                <a:gd name="connsiteX9913" fmla="*/ 2422112 w 3219450"/>
                <a:gd name="connsiteY9913" fmla="*/ 1940243 h 2495550"/>
                <a:gd name="connsiteX9914" fmla="*/ 2421827 w 3219450"/>
                <a:gd name="connsiteY9914" fmla="*/ 1939957 h 2495550"/>
                <a:gd name="connsiteX9915" fmla="*/ 2420779 w 3219450"/>
                <a:gd name="connsiteY9915" fmla="*/ 1939385 h 2495550"/>
                <a:gd name="connsiteX9916" fmla="*/ 2420588 w 3219450"/>
                <a:gd name="connsiteY9916" fmla="*/ 1938147 h 2495550"/>
                <a:gd name="connsiteX9917" fmla="*/ 2420493 w 3219450"/>
                <a:gd name="connsiteY9917" fmla="*/ 1936909 h 2495550"/>
                <a:gd name="connsiteX9918" fmla="*/ 2419922 w 3219450"/>
                <a:gd name="connsiteY9918" fmla="*/ 1936337 h 2495550"/>
                <a:gd name="connsiteX9919" fmla="*/ 2420303 w 3219450"/>
                <a:gd name="connsiteY9919" fmla="*/ 1935575 h 2495550"/>
                <a:gd name="connsiteX9920" fmla="*/ 2420779 w 3219450"/>
                <a:gd name="connsiteY9920" fmla="*/ 1936052 h 2495550"/>
                <a:gd name="connsiteX9921" fmla="*/ 2421636 w 3219450"/>
                <a:gd name="connsiteY9921" fmla="*/ 1937956 h 2495550"/>
                <a:gd name="connsiteX9922" fmla="*/ 2422494 w 3219450"/>
                <a:gd name="connsiteY9922" fmla="*/ 1935099 h 2495550"/>
                <a:gd name="connsiteX9923" fmla="*/ 2422874 w 3219450"/>
                <a:gd name="connsiteY9923" fmla="*/ 1934718 h 2495550"/>
                <a:gd name="connsiteX9924" fmla="*/ 2423732 w 3219450"/>
                <a:gd name="connsiteY9924" fmla="*/ 1934623 h 2495550"/>
                <a:gd name="connsiteX9925" fmla="*/ 2424494 w 3219450"/>
                <a:gd name="connsiteY9925" fmla="*/ 1934337 h 2495550"/>
                <a:gd name="connsiteX9926" fmla="*/ 2425065 w 3219450"/>
                <a:gd name="connsiteY9926" fmla="*/ 1933861 h 2495550"/>
                <a:gd name="connsiteX9927" fmla="*/ 2425541 w 3219450"/>
                <a:gd name="connsiteY9927" fmla="*/ 1933194 h 2495550"/>
                <a:gd name="connsiteX9928" fmla="*/ 2426780 w 3219450"/>
                <a:gd name="connsiteY9928" fmla="*/ 1930527 h 2495550"/>
                <a:gd name="connsiteX9929" fmla="*/ 2426970 w 3219450"/>
                <a:gd name="connsiteY9929" fmla="*/ 1929765 h 2495550"/>
                <a:gd name="connsiteX9930" fmla="*/ 2426875 w 3219450"/>
                <a:gd name="connsiteY9930" fmla="*/ 1929194 h 2495550"/>
                <a:gd name="connsiteX9931" fmla="*/ 2426589 w 3219450"/>
                <a:gd name="connsiteY9931" fmla="*/ 1928717 h 2495550"/>
                <a:gd name="connsiteX9932" fmla="*/ 2425541 w 3219450"/>
                <a:gd name="connsiteY9932" fmla="*/ 1927574 h 2495550"/>
                <a:gd name="connsiteX9933" fmla="*/ 2424113 w 3219450"/>
                <a:gd name="connsiteY9933" fmla="*/ 1927955 h 2495550"/>
                <a:gd name="connsiteX9934" fmla="*/ 2422589 w 3219450"/>
                <a:gd name="connsiteY9934" fmla="*/ 1927479 h 2495550"/>
                <a:gd name="connsiteX9935" fmla="*/ 2419827 w 3219450"/>
                <a:gd name="connsiteY9935" fmla="*/ 1925955 h 2495550"/>
                <a:gd name="connsiteX9936" fmla="*/ 2419160 w 3219450"/>
                <a:gd name="connsiteY9936" fmla="*/ 1926241 h 2495550"/>
                <a:gd name="connsiteX9937" fmla="*/ 2417255 w 3219450"/>
                <a:gd name="connsiteY9937" fmla="*/ 1926336 h 2495550"/>
                <a:gd name="connsiteX9938" fmla="*/ 2416493 w 3219450"/>
                <a:gd name="connsiteY9938" fmla="*/ 1926812 h 2495550"/>
                <a:gd name="connsiteX9939" fmla="*/ 2416397 w 3219450"/>
                <a:gd name="connsiteY9939" fmla="*/ 1927193 h 2495550"/>
                <a:gd name="connsiteX9940" fmla="*/ 2416302 w 3219450"/>
                <a:gd name="connsiteY9940" fmla="*/ 1928336 h 2495550"/>
                <a:gd name="connsiteX9941" fmla="*/ 2416112 w 3219450"/>
                <a:gd name="connsiteY9941" fmla="*/ 1928813 h 2495550"/>
                <a:gd name="connsiteX9942" fmla="*/ 2415731 w 3219450"/>
                <a:gd name="connsiteY9942" fmla="*/ 1929289 h 2495550"/>
                <a:gd name="connsiteX9943" fmla="*/ 2413159 w 3219450"/>
                <a:gd name="connsiteY9943" fmla="*/ 1931099 h 2495550"/>
                <a:gd name="connsiteX9944" fmla="*/ 2411540 w 3219450"/>
                <a:gd name="connsiteY9944" fmla="*/ 1931956 h 2495550"/>
                <a:gd name="connsiteX9945" fmla="*/ 2409825 w 3219450"/>
                <a:gd name="connsiteY9945" fmla="*/ 1932432 h 2495550"/>
                <a:gd name="connsiteX9946" fmla="*/ 2408206 w 3219450"/>
                <a:gd name="connsiteY9946" fmla="*/ 1932527 h 2495550"/>
                <a:gd name="connsiteX9947" fmla="*/ 2407349 w 3219450"/>
                <a:gd name="connsiteY9947" fmla="*/ 1932337 h 2495550"/>
                <a:gd name="connsiteX9948" fmla="*/ 2405539 w 3219450"/>
                <a:gd name="connsiteY9948" fmla="*/ 1931575 h 2495550"/>
                <a:gd name="connsiteX9949" fmla="*/ 2403348 w 3219450"/>
                <a:gd name="connsiteY9949" fmla="*/ 1931194 h 2495550"/>
                <a:gd name="connsiteX9950" fmla="*/ 2402967 w 3219450"/>
                <a:gd name="connsiteY9950" fmla="*/ 1931003 h 2495550"/>
                <a:gd name="connsiteX9951" fmla="*/ 2402777 w 3219450"/>
                <a:gd name="connsiteY9951" fmla="*/ 1929384 h 2495550"/>
                <a:gd name="connsiteX9952" fmla="*/ 2402491 w 3219450"/>
                <a:gd name="connsiteY9952" fmla="*/ 1928717 h 2495550"/>
                <a:gd name="connsiteX9953" fmla="*/ 2401443 w 3219450"/>
                <a:gd name="connsiteY9953" fmla="*/ 1927384 h 2495550"/>
                <a:gd name="connsiteX9954" fmla="*/ 2400967 w 3219450"/>
                <a:gd name="connsiteY9954" fmla="*/ 1926527 h 2495550"/>
                <a:gd name="connsiteX9955" fmla="*/ 2400491 w 3219450"/>
                <a:gd name="connsiteY9955" fmla="*/ 1924622 h 2495550"/>
                <a:gd name="connsiteX9956" fmla="*/ 2400205 w 3219450"/>
                <a:gd name="connsiteY9956" fmla="*/ 1923955 h 2495550"/>
                <a:gd name="connsiteX9957" fmla="*/ 2399443 w 3219450"/>
                <a:gd name="connsiteY9957" fmla="*/ 1923288 h 2495550"/>
                <a:gd name="connsiteX9958" fmla="*/ 2398205 w 3219450"/>
                <a:gd name="connsiteY9958" fmla="*/ 1923764 h 2495550"/>
                <a:gd name="connsiteX9959" fmla="*/ 2397157 w 3219450"/>
                <a:gd name="connsiteY9959" fmla="*/ 1923002 h 2495550"/>
                <a:gd name="connsiteX9960" fmla="*/ 2396109 w 3219450"/>
                <a:gd name="connsiteY9960" fmla="*/ 1921859 h 2495550"/>
                <a:gd name="connsiteX9961" fmla="*/ 2394966 w 3219450"/>
                <a:gd name="connsiteY9961" fmla="*/ 1920907 h 2495550"/>
                <a:gd name="connsiteX9962" fmla="*/ 2394966 w 3219450"/>
                <a:gd name="connsiteY9962" fmla="*/ 1920526 h 2495550"/>
                <a:gd name="connsiteX9963" fmla="*/ 2395538 w 3219450"/>
                <a:gd name="connsiteY9963" fmla="*/ 1920716 h 2495550"/>
                <a:gd name="connsiteX9964" fmla="*/ 2396395 w 3219450"/>
                <a:gd name="connsiteY9964" fmla="*/ 1921097 h 2495550"/>
                <a:gd name="connsiteX9965" fmla="*/ 2398014 w 3219450"/>
                <a:gd name="connsiteY9965" fmla="*/ 1922240 h 2495550"/>
                <a:gd name="connsiteX9966" fmla="*/ 2398490 w 3219450"/>
                <a:gd name="connsiteY9966" fmla="*/ 1922526 h 2495550"/>
                <a:gd name="connsiteX9967" fmla="*/ 2400586 w 3219450"/>
                <a:gd name="connsiteY9967" fmla="*/ 1922907 h 2495550"/>
                <a:gd name="connsiteX9968" fmla="*/ 2401348 w 3219450"/>
                <a:gd name="connsiteY9968" fmla="*/ 1923193 h 2495550"/>
                <a:gd name="connsiteX9969" fmla="*/ 2402301 w 3219450"/>
                <a:gd name="connsiteY9969" fmla="*/ 1923955 h 2495550"/>
                <a:gd name="connsiteX9970" fmla="*/ 2403824 w 3219450"/>
                <a:gd name="connsiteY9970" fmla="*/ 1925574 h 2495550"/>
                <a:gd name="connsiteX9971" fmla="*/ 2404682 w 3219450"/>
                <a:gd name="connsiteY9971" fmla="*/ 1926050 h 2495550"/>
                <a:gd name="connsiteX9972" fmla="*/ 2407349 w 3219450"/>
                <a:gd name="connsiteY9972" fmla="*/ 1926336 h 2495550"/>
                <a:gd name="connsiteX9973" fmla="*/ 2408206 w 3219450"/>
                <a:gd name="connsiteY9973" fmla="*/ 1926717 h 2495550"/>
                <a:gd name="connsiteX9974" fmla="*/ 2409825 w 3219450"/>
                <a:gd name="connsiteY9974" fmla="*/ 1927860 h 2495550"/>
                <a:gd name="connsiteX9975" fmla="*/ 2410302 w 3219450"/>
                <a:gd name="connsiteY9975" fmla="*/ 1928051 h 2495550"/>
                <a:gd name="connsiteX9976" fmla="*/ 2411445 w 3219450"/>
                <a:gd name="connsiteY9976" fmla="*/ 1928336 h 2495550"/>
                <a:gd name="connsiteX9977" fmla="*/ 2412016 w 3219450"/>
                <a:gd name="connsiteY9977" fmla="*/ 1928622 h 2495550"/>
                <a:gd name="connsiteX9978" fmla="*/ 2412397 w 3219450"/>
                <a:gd name="connsiteY9978" fmla="*/ 1929003 h 2495550"/>
                <a:gd name="connsiteX9979" fmla="*/ 2412969 w 3219450"/>
                <a:gd name="connsiteY9979" fmla="*/ 1929956 h 2495550"/>
                <a:gd name="connsiteX9980" fmla="*/ 2413159 w 3219450"/>
                <a:gd name="connsiteY9980" fmla="*/ 1930146 h 2495550"/>
                <a:gd name="connsiteX9981" fmla="*/ 2414397 w 3219450"/>
                <a:gd name="connsiteY9981" fmla="*/ 1930051 h 2495550"/>
                <a:gd name="connsiteX9982" fmla="*/ 2415159 w 3219450"/>
                <a:gd name="connsiteY9982" fmla="*/ 1929194 h 2495550"/>
                <a:gd name="connsiteX9983" fmla="*/ 2416207 w 3219450"/>
                <a:gd name="connsiteY9983" fmla="*/ 1927098 h 2495550"/>
                <a:gd name="connsiteX9984" fmla="*/ 2417540 w 3219450"/>
                <a:gd name="connsiteY9984" fmla="*/ 1925193 h 2495550"/>
                <a:gd name="connsiteX9985" fmla="*/ 2418588 w 3219450"/>
                <a:gd name="connsiteY9985" fmla="*/ 1923288 h 2495550"/>
                <a:gd name="connsiteX9986" fmla="*/ 2419827 w 3219450"/>
                <a:gd name="connsiteY9986" fmla="*/ 1921669 h 2495550"/>
                <a:gd name="connsiteX9987" fmla="*/ 2421827 w 3219450"/>
                <a:gd name="connsiteY9987" fmla="*/ 1920431 h 2495550"/>
                <a:gd name="connsiteX9988" fmla="*/ 2421446 w 3219450"/>
                <a:gd name="connsiteY9988" fmla="*/ 1919192 h 2495550"/>
                <a:gd name="connsiteX9989" fmla="*/ 2421922 w 3219450"/>
                <a:gd name="connsiteY9989" fmla="*/ 1918621 h 2495550"/>
                <a:gd name="connsiteX9990" fmla="*/ 2422589 w 3219450"/>
                <a:gd name="connsiteY9990" fmla="*/ 1918240 h 2495550"/>
                <a:gd name="connsiteX9991" fmla="*/ 2422970 w 3219450"/>
                <a:gd name="connsiteY9991" fmla="*/ 1917764 h 2495550"/>
                <a:gd name="connsiteX9992" fmla="*/ 2423255 w 3219450"/>
                <a:gd name="connsiteY9992" fmla="*/ 1917002 h 2495550"/>
                <a:gd name="connsiteX9993" fmla="*/ 2423922 w 3219450"/>
                <a:gd name="connsiteY9993" fmla="*/ 1916525 h 2495550"/>
                <a:gd name="connsiteX9994" fmla="*/ 2424779 w 3219450"/>
                <a:gd name="connsiteY9994" fmla="*/ 1916144 h 2495550"/>
                <a:gd name="connsiteX9995" fmla="*/ 2425637 w 3219450"/>
                <a:gd name="connsiteY9995" fmla="*/ 1915954 h 2495550"/>
                <a:gd name="connsiteX9996" fmla="*/ 2425446 w 3219450"/>
                <a:gd name="connsiteY9996" fmla="*/ 1915382 h 2495550"/>
                <a:gd name="connsiteX9997" fmla="*/ 2425637 w 3219450"/>
                <a:gd name="connsiteY9997" fmla="*/ 1914811 h 2495550"/>
                <a:gd name="connsiteX9998" fmla="*/ 2424779 w 3219450"/>
                <a:gd name="connsiteY9998" fmla="*/ 1914335 h 2495550"/>
                <a:gd name="connsiteX9999" fmla="*/ 2423827 w 3219450"/>
                <a:gd name="connsiteY9999" fmla="*/ 1914049 h 2495550"/>
                <a:gd name="connsiteX10000" fmla="*/ 2424875 w 3219450"/>
                <a:gd name="connsiteY10000" fmla="*/ 1913001 h 2495550"/>
                <a:gd name="connsiteX10001" fmla="*/ 2425922 w 3219450"/>
                <a:gd name="connsiteY10001" fmla="*/ 1912525 h 2495550"/>
                <a:gd name="connsiteX10002" fmla="*/ 2427065 w 3219450"/>
                <a:gd name="connsiteY10002" fmla="*/ 1912334 h 2495550"/>
                <a:gd name="connsiteX10003" fmla="*/ 2428399 w 3219450"/>
                <a:gd name="connsiteY10003" fmla="*/ 1912334 h 2495550"/>
                <a:gd name="connsiteX10004" fmla="*/ 2429066 w 3219450"/>
                <a:gd name="connsiteY10004" fmla="*/ 1912239 h 2495550"/>
                <a:gd name="connsiteX10005" fmla="*/ 2430209 w 3219450"/>
                <a:gd name="connsiteY10005" fmla="*/ 1911668 h 2495550"/>
                <a:gd name="connsiteX10006" fmla="*/ 2430780 w 3219450"/>
                <a:gd name="connsiteY10006" fmla="*/ 1911572 h 2495550"/>
                <a:gd name="connsiteX10007" fmla="*/ 2431447 w 3219450"/>
                <a:gd name="connsiteY10007" fmla="*/ 1911763 h 2495550"/>
                <a:gd name="connsiteX10008" fmla="*/ 2431828 w 3219450"/>
                <a:gd name="connsiteY10008" fmla="*/ 1912144 h 2495550"/>
                <a:gd name="connsiteX10009" fmla="*/ 2432209 w 3219450"/>
                <a:gd name="connsiteY10009" fmla="*/ 1912334 h 2495550"/>
                <a:gd name="connsiteX10010" fmla="*/ 2432876 w 3219450"/>
                <a:gd name="connsiteY10010" fmla="*/ 1911953 h 2495550"/>
                <a:gd name="connsiteX10011" fmla="*/ 2432114 w 3219450"/>
                <a:gd name="connsiteY10011" fmla="*/ 1911668 h 2495550"/>
                <a:gd name="connsiteX10012" fmla="*/ 2431828 w 3219450"/>
                <a:gd name="connsiteY10012" fmla="*/ 1911572 h 2495550"/>
                <a:gd name="connsiteX10013" fmla="*/ 2432685 w 3219450"/>
                <a:gd name="connsiteY10013" fmla="*/ 1910334 h 2495550"/>
                <a:gd name="connsiteX10014" fmla="*/ 2434019 w 3219450"/>
                <a:gd name="connsiteY10014" fmla="*/ 1909667 h 2495550"/>
                <a:gd name="connsiteX10015" fmla="*/ 2435543 w 3219450"/>
                <a:gd name="connsiteY10015" fmla="*/ 1909667 h 2495550"/>
                <a:gd name="connsiteX10016" fmla="*/ 2436781 w 3219450"/>
                <a:gd name="connsiteY10016" fmla="*/ 1910525 h 2495550"/>
                <a:gd name="connsiteX10017" fmla="*/ 2437353 w 3219450"/>
                <a:gd name="connsiteY10017" fmla="*/ 1910239 h 2495550"/>
                <a:gd name="connsiteX10018" fmla="*/ 2440591 w 3219450"/>
                <a:gd name="connsiteY10018" fmla="*/ 1907572 h 2495550"/>
                <a:gd name="connsiteX10019" fmla="*/ 2440591 w 3219450"/>
                <a:gd name="connsiteY10019" fmla="*/ 1907191 h 2495550"/>
                <a:gd name="connsiteX10020" fmla="*/ 2439829 w 3219450"/>
                <a:gd name="connsiteY10020" fmla="*/ 1907286 h 2495550"/>
                <a:gd name="connsiteX10021" fmla="*/ 2438400 w 3219450"/>
                <a:gd name="connsiteY10021" fmla="*/ 1907858 h 2495550"/>
                <a:gd name="connsiteX10022" fmla="*/ 2437638 w 3219450"/>
                <a:gd name="connsiteY10022" fmla="*/ 1907953 h 2495550"/>
                <a:gd name="connsiteX10023" fmla="*/ 2436876 w 3219450"/>
                <a:gd name="connsiteY10023" fmla="*/ 1907667 h 2495550"/>
                <a:gd name="connsiteX10024" fmla="*/ 2435638 w 3219450"/>
                <a:gd name="connsiteY10024" fmla="*/ 1906810 h 2495550"/>
                <a:gd name="connsiteX10025" fmla="*/ 2434781 w 3219450"/>
                <a:gd name="connsiteY10025" fmla="*/ 1906715 h 2495550"/>
                <a:gd name="connsiteX10026" fmla="*/ 2435352 w 3219450"/>
                <a:gd name="connsiteY10026" fmla="*/ 1905857 h 2495550"/>
                <a:gd name="connsiteX10027" fmla="*/ 2435066 w 3219450"/>
                <a:gd name="connsiteY10027" fmla="*/ 1905286 h 2495550"/>
                <a:gd name="connsiteX10028" fmla="*/ 2434495 w 3219450"/>
                <a:gd name="connsiteY10028" fmla="*/ 1904714 h 2495550"/>
                <a:gd name="connsiteX10029" fmla="*/ 2434019 w 3219450"/>
                <a:gd name="connsiteY10029" fmla="*/ 1903857 h 2495550"/>
                <a:gd name="connsiteX10030" fmla="*/ 2432495 w 3219450"/>
                <a:gd name="connsiteY10030" fmla="*/ 1904810 h 2495550"/>
                <a:gd name="connsiteX10031" fmla="*/ 2432209 w 3219450"/>
                <a:gd name="connsiteY10031" fmla="*/ 1905095 h 2495550"/>
                <a:gd name="connsiteX10032" fmla="*/ 2432019 w 3219450"/>
                <a:gd name="connsiteY10032" fmla="*/ 1905667 h 2495550"/>
                <a:gd name="connsiteX10033" fmla="*/ 2431923 w 3219450"/>
                <a:gd name="connsiteY10033" fmla="*/ 1906334 h 2495550"/>
                <a:gd name="connsiteX10034" fmla="*/ 2431637 w 3219450"/>
                <a:gd name="connsiteY10034" fmla="*/ 1907000 h 2495550"/>
                <a:gd name="connsiteX10035" fmla="*/ 2431161 w 3219450"/>
                <a:gd name="connsiteY10035" fmla="*/ 1907572 h 2495550"/>
                <a:gd name="connsiteX10036" fmla="*/ 2430304 w 3219450"/>
                <a:gd name="connsiteY10036" fmla="*/ 1907191 h 2495550"/>
                <a:gd name="connsiteX10037" fmla="*/ 2430018 w 3219450"/>
                <a:gd name="connsiteY10037" fmla="*/ 1907953 h 2495550"/>
                <a:gd name="connsiteX10038" fmla="*/ 2429923 w 3219450"/>
                <a:gd name="connsiteY10038" fmla="*/ 1909763 h 2495550"/>
                <a:gd name="connsiteX10039" fmla="*/ 2429352 w 3219450"/>
                <a:gd name="connsiteY10039" fmla="*/ 1910048 h 2495550"/>
                <a:gd name="connsiteX10040" fmla="*/ 2427256 w 3219450"/>
                <a:gd name="connsiteY10040" fmla="*/ 1910334 h 2495550"/>
                <a:gd name="connsiteX10041" fmla="*/ 2426494 w 3219450"/>
                <a:gd name="connsiteY10041" fmla="*/ 1910334 h 2495550"/>
                <a:gd name="connsiteX10042" fmla="*/ 2426589 w 3219450"/>
                <a:gd name="connsiteY10042" fmla="*/ 1910048 h 2495550"/>
                <a:gd name="connsiteX10043" fmla="*/ 2426685 w 3219450"/>
                <a:gd name="connsiteY10043" fmla="*/ 1909381 h 2495550"/>
                <a:gd name="connsiteX10044" fmla="*/ 2426780 w 3219450"/>
                <a:gd name="connsiteY10044" fmla="*/ 1909096 h 2495550"/>
                <a:gd name="connsiteX10045" fmla="*/ 2425541 w 3219450"/>
                <a:gd name="connsiteY10045" fmla="*/ 1908905 h 2495550"/>
                <a:gd name="connsiteX10046" fmla="*/ 2425065 w 3219450"/>
                <a:gd name="connsiteY10046" fmla="*/ 1908048 h 2495550"/>
                <a:gd name="connsiteX10047" fmla="*/ 2424970 w 3219450"/>
                <a:gd name="connsiteY10047" fmla="*/ 1903762 h 2495550"/>
                <a:gd name="connsiteX10048" fmla="*/ 2424684 w 3219450"/>
                <a:gd name="connsiteY10048" fmla="*/ 1903286 h 2495550"/>
                <a:gd name="connsiteX10049" fmla="*/ 2424208 w 3219450"/>
                <a:gd name="connsiteY10049" fmla="*/ 1902905 h 2495550"/>
                <a:gd name="connsiteX10050" fmla="*/ 2423732 w 3219450"/>
                <a:gd name="connsiteY10050" fmla="*/ 1902619 h 2495550"/>
                <a:gd name="connsiteX10051" fmla="*/ 2423541 w 3219450"/>
                <a:gd name="connsiteY10051" fmla="*/ 1902905 h 2495550"/>
                <a:gd name="connsiteX10052" fmla="*/ 2422970 w 3219450"/>
                <a:gd name="connsiteY10052" fmla="*/ 1903286 h 2495550"/>
                <a:gd name="connsiteX10053" fmla="*/ 2421827 w 3219450"/>
                <a:gd name="connsiteY10053" fmla="*/ 1903476 h 2495550"/>
                <a:gd name="connsiteX10054" fmla="*/ 2420684 w 3219450"/>
                <a:gd name="connsiteY10054" fmla="*/ 1903190 h 2495550"/>
                <a:gd name="connsiteX10055" fmla="*/ 2420303 w 3219450"/>
                <a:gd name="connsiteY10055" fmla="*/ 1902143 h 2495550"/>
                <a:gd name="connsiteX10056" fmla="*/ 2420588 w 3219450"/>
                <a:gd name="connsiteY10056" fmla="*/ 1901476 h 2495550"/>
                <a:gd name="connsiteX10057" fmla="*/ 2421065 w 3219450"/>
                <a:gd name="connsiteY10057" fmla="*/ 1901190 h 2495550"/>
                <a:gd name="connsiteX10058" fmla="*/ 2422112 w 3219450"/>
                <a:gd name="connsiteY10058" fmla="*/ 1901000 h 2495550"/>
                <a:gd name="connsiteX10059" fmla="*/ 2422398 w 3219450"/>
                <a:gd name="connsiteY10059" fmla="*/ 1901000 h 2495550"/>
                <a:gd name="connsiteX10060" fmla="*/ 2423160 w 3219450"/>
                <a:gd name="connsiteY10060" fmla="*/ 1901381 h 2495550"/>
                <a:gd name="connsiteX10061" fmla="*/ 2423446 w 3219450"/>
                <a:gd name="connsiteY10061" fmla="*/ 1901190 h 2495550"/>
                <a:gd name="connsiteX10062" fmla="*/ 2424018 w 3219450"/>
                <a:gd name="connsiteY10062" fmla="*/ 1900714 h 2495550"/>
                <a:gd name="connsiteX10063" fmla="*/ 2424303 w 3219450"/>
                <a:gd name="connsiteY10063" fmla="*/ 1900523 h 2495550"/>
                <a:gd name="connsiteX10064" fmla="*/ 2424589 w 3219450"/>
                <a:gd name="connsiteY10064" fmla="*/ 1899856 h 2495550"/>
                <a:gd name="connsiteX10065" fmla="*/ 2424970 w 3219450"/>
                <a:gd name="connsiteY10065" fmla="*/ 1899666 h 2495550"/>
                <a:gd name="connsiteX10066" fmla="*/ 2425541 w 3219450"/>
                <a:gd name="connsiteY10066" fmla="*/ 1900047 h 2495550"/>
                <a:gd name="connsiteX10067" fmla="*/ 2426875 w 3219450"/>
                <a:gd name="connsiteY10067" fmla="*/ 1901952 h 2495550"/>
                <a:gd name="connsiteX10068" fmla="*/ 2427351 w 3219450"/>
                <a:gd name="connsiteY10068" fmla="*/ 1902238 h 2495550"/>
                <a:gd name="connsiteX10069" fmla="*/ 2428399 w 3219450"/>
                <a:gd name="connsiteY10069" fmla="*/ 1902428 h 2495550"/>
                <a:gd name="connsiteX10070" fmla="*/ 2429352 w 3219450"/>
                <a:gd name="connsiteY10070" fmla="*/ 1902905 h 2495550"/>
                <a:gd name="connsiteX10071" fmla="*/ 2430113 w 3219450"/>
                <a:gd name="connsiteY10071" fmla="*/ 1903667 h 2495550"/>
                <a:gd name="connsiteX10072" fmla="*/ 2430590 w 3219450"/>
                <a:gd name="connsiteY10072" fmla="*/ 1905095 h 2495550"/>
                <a:gd name="connsiteX10073" fmla="*/ 2431161 w 3219450"/>
                <a:gd name="connsiteY10073" fmla="*/ 1905095 h 2495550"/>
                <a:gd name="connsiteX10074" fmla="*/ 2432209 w 3219450"/>
                <a:gd name="connsiteY10074" fmla="*/ 1904714 h 2495550"/>
                <a:gd name="connsiteX10075" fmla="*/ 2432209 w 3219450"/>
                <a:gd name="connsiteY10075" fmla="*/ 1904524 h 2495550"/>
                <a:gd name="connsiteX10076" fmla="*/ 2432114 w 3219450"/>
                <a:gd name="connsiteY10076" fmla="*/ 1903762 h 2495550"/>
                <a:gd name="connsiteX10077" fmla="*/ 2432114 w 3219450"/>
                <a:gd name="connsiteY10077" fmla="*/ 1903571 h 2495550"/>
                <a:gd name="connsiteX10078" fmla="*/ 2432304 w 3219450"/>
                <a:gd name="connsiteY10078" fmla="*/ 1903571 h 2495550"/>
                <a:gd name="connsiteX10079" fmla="*/ 2432971 w 3219450"/>
                <a:gd name="connsiteY10079" fmla="*/ 1903667 h 2495550"/>
                <a:gd name="connsiteX10080" fmla="*/ 2433161 w 3219450"/>
                <a:gd name="connsiteY10080" fmla="*/ 1903667 h 2495550"/>
                <a:gd name="connsiteX10081" fmla="*/ 2433352 w 3219450"/>
                <a:gd name="connsiteY10081" fmla="*/ 1903000 h 2495550"/>
                <a:gd name="connsiteX10082" fmla="*/ 2433447 w 3219450"/>
                <a:gd name="connsiteY10082" fmla="*/ 1902524 h 2495550"/>
                <a:gd name="connsiteX10083" fmla="*/ 2433352 w 3219450"/>
                <a:gd name="connsiteY10083" fmla="*/ 1901952 h 2495550"/>
                <a:gd name="connsiteX10084" fmla="*/ 2433066 w 3219450"/>
                <a:gd name="connsiteY10084" fmla="*/ 1901190 h 2495550"/>
                <a:gd name="connsiteX10085" fmla="*/ 2432495 w 3219450"/>
                <a:gd name="connsiteY10085" fmla="*/ 1900333 h 2495550"/>
                <a:gd name="connsiteX10086" fmla="*/ 2432114 w 3219450"/>
                <a:gd name="connsiteY10086" fmla="*/ 1899856 h 2495550"/>
                <a:gd name="connsiteX10087" fmla="*/ 2431637 w 3219450"/>
                <a:gd name="connsiteY10087" fmla="*/ 1899571 h 2495550"/>
                <a:gd name="connsiteX10088" fmla="*/ 2431923 w 3219450"/>
                <a:gd name="connsiteY10088" fmla="*/ 1899380 h 2495550"/>
                <a:gd name="connsiteX10089" fmla="*/ 2432114 w 3219450"/>
                <a:gd name="connsiteY10089" fmla="*/ 1899190 h 2495550"/>
                <a:gd name="connsiteX10090" fmla="*/ 2432209 w 3219450"/>
                <a:gd name="connsiteY10090" fmla="*/ 1898999 h 2495550"/>
                <a:gd name="connsiteX10091" fmla="*/ 2432399 w 3219450"/>
                <a:gd name="connsiteY10091" fmla="*/ 1898714 h 2495550"/>
                <a:gd name="connsiteX10092" fmla="*/ 2431352 w 3219450"/>
                <a:gd name="connsiteY10092" fmla="*/ 1898428 h 2495550"/>
                <a:gd name="connsiteX10093" fmla="*/ 2430685 w 3219450"/>
                <a:gd name="connsiteY10093" fmla="*/ 1897666 h 2495550"/>
                <a:gd name="connsiteX10094" fmla="*/ 2430495 w 3219450"/>
                <a:gd name="connsiteY10094" fmla="*/ 1896713 h 2495550"/>
                <a:gd name="connsiteX10095" fmla="*/ 2430971 w 3219450"/>
                <a:gd name="connsiteY10095" fmla="*/ 1895951 h 2495550"/>
                <a:gd name="connsiteX10096" fmla="*/ 2431161 w 3219450"/>
                <a:gd name="connsiteY10096" fmla="*/ 1896237 h 2495550"/>
                <a:gd name="connsiteX10097" fmla="*/ 2431733 w 3219450"/>
                <a:gd name="connsiteY10097" fmla="*/ 1896713 h 2495550"/>
                <a:gd name="connsiteX10098" fmla="*/ 2431637 w 3219450"/>
                <a:gd name="connsiteY10098" fmla="*/ 1896142 h 2495550"/>
                <a:gd name="connsiteX10099" fmla="*/ 2431637 w 3219450"/>
                <a:gd name="connsiteY10099" fmla="*/ 1895856 h 2495550"/>
                <a:gd name="connsiteX10100" fmla="*/ 2431733 w 3219450"/>
                <a:gd name="connsiteY10100" fmla="*/ 1895094 h 2495550"/>
                <a:gd name="connsiteX10101" fmla="*/ 2431066 w 3219450"/>
                <a:gd name="connsiteY10101" fmla="*/ 1894713 h 2495550"/>
                <a:gd name="connsiteX10102" fmla="*/ 2429828 w 3219450"/>
                <a:gd name="connsiteY10102" fmla="*/ 1894427 h 2495550"/>
                <a:gd name="connsiteX10103" fmla="*/ 2429161 w 3219450"/>
                <a:gd name="connsiteY10103" fmla="*/ 1894237 h 2495550"/>
                <a:gd name="connsiteX10104" fmla="*/ 2429542 w 3219450"/>
                <a:gd name="connsiteY10104" fmla="*/ 1893665 h 2495550"/>
                <a:gd name="connsiteX10105" fmla="*/ 2429542 w 3219450"/>
                <a:gd name="connsiteY10105" fmla="*/ 1893284 h 2495550"/>
                <a:gd name="connsiteX10106" fmla="*/ 2429161 w 3219450"/>
                <a:gd name="connsiteY10106" fmla="*/ 1893094 h 2495550"/>
                <a:gd name="connsiteX10107" fmla="*/ 2428494 w 3219450"/>
                <a:gd name="connsiteY10107" fmla="*/ 1893094 h 2495550"/>
                <a:gd name="connsiteX10108" fmla="*/ 2428875 w 3219450"/>
                <a:gd name="connsiteY10108" fmla="*/ 1893094 h 2495550"/>
                <a:gd name="connsiteX10109" fmla="*/ 2427351 w 3219450"/>
                <a:gd name="connsiteY10109" fmla="*/ 1893284 h 2495550"/>
                <a:gd name="connsiteX10110" fmla="*/ 2426685 w 3219450"/>
                <a:gd name="connsiteY10110" fmla="*/ 1893094 h 2495550"/>
                <a:gd name="connsiteX10111" fmla="*/ 2427161 w 3219450"/>
                <a:gd name="connsiteY10111" fmla="*/ 1892332 h 2495550"/>
                <a:gd name="connsiteX10112" fmla="*/ 2426303 w 3219450"/>
                <a:gd name="connsiteY10112" fmla="*/ 1892999 h 2495550"/>
                <a:gd name="connsiteX10113" fmla="*/ 2425256 w 3219450"/>
                <a:gd name="connsiteY10113" fmla="*/ 1893475 h 2495550"/>
                <a:gd name="connsiteX10114" fmla="*/ 2424303 w 3219450"/>
                <a:gd name="connsiteY10114" fmla="*/ 1894142 h 2495550"/>
                <a:gd name="connsiteX10115" fmla="*/ 2423636 w 3219450"/>
                <a:gd name="connsiteY10115" fmla="*/ 1895189 h 2495550"/>
                <a:gd name="connsiteX10116" fmla="*/ 2423351 w 3219450"/>
                <a:gd name="connsiteY10116" fmla="*/ 1895189 h 2495550"/>
                <a:gd name="connsiteX10117" fmla="*/ 2422970 w 3219450"/>
                <a:gd name="connsiteY10117" fmla="*/ 1893951 h 2495550"/>
                <a:gd name="connsiteX10118" fmla="*/ 2420970 w 3219450"/>
                <a:gd name="connsiteY10118" fmla="*/ 1892522 h 2495550"/>
                <a:gd name="connsiteX10119" fmla="*/ 2420493 w 3219450"/>
                <a:gd name="connsiteY10119" fmla="*/ 1891284 h 2495550"/>
                <a:gd name="connsiteX10120" fmla="*/ 2420303 w 3219450"/>
                <a:gd name="connsiteY10120" fmla="*/ 1890141 h 2495550"/>
                <a:gd name="connsiteX10121" fmla="*/ 2420493 w 3219450"/>
                <a:gd name="connsiteY10121" fmla="*/ 1889760 h 2495550"/>
                <a:gd name="connsiteX10122" fmla="*/ 2421255 w 3219450"/>
                <a:gd name="connsiteY10122" fmla="*/ 1889474 h 2495550"/>
                <a:gd name="connsiteX10123" fmla="*/ 2421731 w 3219450"/>
                <a:gd name="connsiteY10123" fmla="*/ 1889570 h 2495550"/>
                <a:gd name="connsiteX10124" fmla="*/ 2423446 w 3219450"/>
                <a:gd name="connsiteY10124" fmla="*/ 1890617 h 2495550"/>
                <a:gd name="connsiteX10125" fmla="*/ 2423827 w 3219450"/>
                <a:gd name="connsiteY10125" fmla="*/ 1889189 h 2495550"/>
                <a:gd name="connsiteX10126" fmla="*/ 2423922 w 3219450"/>
                <a:gd name="connsiteY10126" fmla="*/ 1888427 h 2495550"/>
                <a:gd name="connsiteX10127" fmla="*/ 2423827 w 3219450"/>
                <a:gd name="connsiteY10127" fmla="*/ 1887760 h 2495550"/>
                <a:gd name="connsiteX10128" fmla="*/ 2423255 w 3219450"/>
                <a:gd name="connsiteY10128" fmla="*/ 1887284 h 2495550"/>
                <a:gd name="connsiteX10129" fmla="*/ 2422589 w 3219450"/>
                <a:gd name="connsiteY10129" fmla="*/ 1887284 h 2495550"/>
                <a:gd name="connsiteX10130" fmla="*/ 2421922 w 3219450"/>
                <a:gd name="connsiteY10130" fmla="*/ 1887284 h 2495550"/>
                <a:gd name="connsiteX10131" fmla="*/ 2421255 w 3219450"/>
                <a:gd name="connsiteY10131" fmla="*/ 1886998 h 2495550"/>
                <a:gd name="connsiteX10132" fmla="*/ 2421065 w 3219450"/>
                <a:gd name="connsiteY10132" fmla="*/ 1886617 h 2495550"/>
                <a:gd name="connsiteX10133" fmla="*/ 2420874 w 3219450"/>
                <a:gd name="connsiteY10133" fmla="*/ 1886045 h 2495550"/>
                <a:gd name="connsiteX10134" fmla="*/ 2420779 w 3219450"/>
                <a:gd name="connsiteY10134" fmla="*/ 1885379 h 2495550"/>
                <a:gd name="connsiteX10135" fmla="*/ 2420874 w 3219450"/>
                <a:gd name="connsiteY10135" fmla="*/ 1884712 h 2495550"/>
                <a:gd name="connsiteX10136" fmla="*/ 2421160 w 3219450"/>
                <a:gd name="connsiteY10136" fmla="*/ 1884140 h 2495550"/>
                <a:gd name="connsiteX10137" fmla="*/ 2421922 w 3219450"/>
                <a:gd name="connsiteY10137" fmla="*/ 1883664 h 2495550"/>
                <a:gd name="connsiteX10138" fmla="*/ 2422303 w 3219450"/>
                <a:gd name="connsiteY10138" fmla="*/ 1883093 h 2495550"/>
                <a:gd name="connsiteX10139" fmla="*/ 2422112 w 3219450"/>
                <a:gd name="connsiteY10139" fmla="*/ 1882426 h 2495550"/>
                <a:gd name="connsiteX10140" fmla="*/ 2422589 w 3219450"/>
                <a:gd name="connsiteY10140" fmla="*/ 1882045 h 2495550"/>
                <a:gd name="connsiteX10141" fmla="*/ 2423255 w 3219450"/>
                <a:gd name="connsiteY10141" fmla="*/ 1881950 h 2495550"/>
                <a:gd name="connsiteX10142" fmla="*/ 2423732 w 3219450"/>
                <a:gd name="connsiteY10142" fmla="*/ 1881950 h 2495550"/>
                <a:gd name="connsiteX10143" fmla="*/ 2424589 w 3219450"/>
                <a:gd name="connsiteY10143" fmla="*/ 1882521 h 2495550"/>
                <a:gd name="connsiteX10144" fmla="*/ 2424589 w 3219450"/>
                <a:gd name="connsiteY10144" fmla="*/ 1883093 h 2495550"/>
                <a:gd name="connsiteX10145" fmla="*/ 2424494 w 3219450"/>
                <a:gd name="connsiteY10145" fmla="*/ 1883759 h 2495550"/>
                <a:gd name="connsiteX10146" fmla="*/ 2424779 w 3219450"/>
                <a:gd name="connsiteY10146" fmla="*/ 1884712 h 2495550"/>
                <a:gd name="connsiteX10147" fmla="*/ 2425827 w 3219450"/>
                <a:gd name="connsiteY10147" fmla="*/ 1884426 h 2495550"/>
                <a:gd name="connsiteX10148" fmla="*/ 2426780 w 3219450"/>
                <a:gd name="connsiteY10148" fmla="*/ 1885188 h 2495550"/>
                <a:gd name="connsiteX10149" fmla="*/ 2427637 w 3219450"/>
                <a:gd name="connsiteY10149" fmla="*/ 1886331 h 2495550"/>
                <a:gd name="connsiteX10150" fmla="*/ 2428494 w 3219450"/>
                <a:gd name="connsiteY10150" fmla="*/ 1887093 h 2495550"/>
                <a:gd name="connsiteX10151" fmla="*/ 2429352 w 3219450"/>
                <a:gd name="connsiteY10151" fmla="*/ 1887569 h 2495550"/>
                <a:gd name="connsiteX10152" fmla="*/ 2429923 w 3219450"/>
                <a:gd name="connsiteY10152" fmla="*/ 1887665 h 2495550"/>
                <a:gd name="connsiteX10153" fmla="*/ 2430209 w 3219450"/>
                <a:gd name="connsiteY10153" fmla="*/ 1887284 h 2495550"/>
                <a:gd name="connsiteX10154" fmla="*/ 2430018 w 3219450"/>
                <a:gd name="connsiteY10154" fmla="*/ 1886522 h 2495550"/>
                <a:gd name="connsiteX10155" fmla="*/ 2429637 w 3219450"/>
                <a:gd name="connsiteY10155" fmla="*/ 1886141 h 2495550"/>
                <a:gd name="connsiteX10156" fmla="*/ 2429066 w 3219450"/>
                <a:gd name="connsiteY10156" fmla="*/ 1885855 h 2495550"/>
                <a:gd name="connsiteX10157" fmla="*/ 2427637 w 3219450"/>
                <a:gd name="connsiteY10157" fmla="*/ 1884426 h 2495550"/>
                <a:gd name="connsiteX10158" fmla="*/ 2427351 w 3219450"/>
                <a:gd name="connsiteY10158" fmla="*/ 1883950 h 2495550"/>
                <a:gd name="connsiteX10159" fmla="*/ 2427161 w 3219450"/>
                <a:gd name="connsiteY10159" fmla="*/ 1883188 h 2495550"/>
                <a:gd name="connsiteX10160" fmla="*/ 2427256 w 3219450"/>
                <a:gd name="connsiteY10160" fmla="*/ 1882616 h 2495550"/>
                <a:gd name="connsiteX10161" fmla="*/ 2427446 w 3219450"/>
                <a:gd name="connsiteY10161" fmla="*/ 1881854 h 2495550"/>
                <a:gd name="connsiteX10162" fmla="*/ 2427732 w 3219450"/>
                <a:gd name="connsiteY10162" fmla="*/ 1881092 h 2495550"/>
                <a:gd name="connsiteX10163" fmla="*/ 2428113 w 3219450"/>
                <a:gd name="connsiteY10163" fmla="*/ 1880806 h 2495550"/>
                <a:gd name="connsiteX10164" fmla="*/ 2429161 w 3219450"/>
                <a:gd name="connsiteY10164" fmla="*/ 1881378 h 2495550"/>
                <a:gd name="connsiteX10165" fmla="*/ 2429923 w 3219450"/>
                <a:gd name="connsiteY10165" fmla="*/ 1882616 h 2495550"/>
                <a:gd name="connsiteX10166" fmla="*/ 2430304 w 3219450"/>
                <a:gd name="connsiteY10166" fmla="*/ 1883950 h 2495550"/>
                <a:gd name="connsiteX10167" fmla="*/ 2430209 w 3219450"/>
                <a:gd name="connsiteY10167" fmla="*/ 1884807 h 2495550"/>
                <a:gd name="connsiteX10168" fmla="*/ 2430209 w 3219450"/>
                <a:gd name="connsiteY10168" fmla="*/ 1885188 h 2495550"/>
                <a:gd name="connsiteX10169" fmla="*/ 2430876 w 3219450"/>
                <a:gd name="connsiteY10169" fmla="*/ 1885569 h 2495550"/>
                <a:gd name="connsiteX10170" fmla="*/ 2431542 w 3219450"/>
                <a:gd name="connsiteY10170" fmla="*/ 1885569 h 2495550"/>
                <a:gd name="connsiteX10171" fmla="*/ 2432114 w 3219450"/>
                <a:gd name="connsiteY10171" fmla="*/ 1885188 h 2495550"/>
                <a:gd name="connsiteX10172" fmla="*/ 2432304 w 3219450"/>
                <a:gd name="connsiteY10172" fmla="*/ 1884331 h 2495550"/>
                <a:gd name="connsiteX10173" fmla="*/ 2432209 w 3219450"/>
                <a:gd name="connsiteY10173" fmla="*/ 1883474 h 2495550"/>
                <a:gd name="connsiteX10174" fmla="*/ 2432019 w 3219450"/>
                <a:gd name="connsiteY10174" fmla="*/ 1882902 h 2495550"/>
                <a:gd name="connsiteX10175" fmla="*/ 2432019 w 3219450"/>
                <a:gd name="connsiteY10175" fmla="*/ 1882331 h 2495550"/>
                <a:gd name="connsiteX10176" fmla="*/ 2432304 w 3219450"/>
                <a:gd name="connsiteY10176" fmla="*/ 1881378 h 2495550"/>
                <a:gd name="connsiteX10177" fmla="*/ 2432876 w 3219450"/>
                <a:gd name="connsiteY10177" fmla="*/ 1880330 h 2495550"/>
                <a:gd name="connsiteX10178" fmla="*/ 2433733 w 3219450"/>
                <a:gd name="connsiteY10178" fmla="*/ 1879568 h 2495550"/>
                <a:gd name="connsiteX10179" fmla="*/ 2434876 w 3219450"/>
                <a:gd name="connsiteY10179" fmla="*/ 1879092 h 2495550"/>
                <a:gd name="connsiteX10180" fmla="*/ 2436305 w 3219450"/>
                <a:gd name="connsiteY10180" fmla="*/ 1878902 h 2495550"/>
                <a:gd name="connsiteX10181" fmla="*/ 2435733 w 3219450"/>
                <a:gd name="connsiteY10181" fmla="*/ 1880045 h 2495550"/>
                <a:gd name="connsiteX10182" fmla="*/ 2434686 w 3219450"/>
                <a:gd name="connsiteY10182" fmla="*/ 1880426 h 2495550"/>
                <a:gd name="connsiteX10183" fmla="*/ 2433733 w 3219450"/>
                <a:gd name="connsiteY10183" fmla="*/ 1880997 h 2495550"/>
                <a:gd name="connsiteX10184" fmla="*/ 2433447 w 3219450"/>
                <a:gd name="connsiteY10184" fmla="*/ 1882521 h 2495550"/>
                <a:gd name="connsiteX10185" fmla="*/ 2434019 w 3219450"/>
                <a:gd name="connsiteY10185" fmla="*/ 1882140 h 2495550"/>
                <a:gd name="connsiteX10186" fmla="*/ 2434686 w 3219450"/>
                <a:gd name="connsiteY10186" fmla="*/ 1882045 h 2495550"/>
                <a:gd name="connsiteX10187" fmla="*/ 2435352 w 3219450"/>
                <a:gd name="connsiteY10187" fmla="*/ 1882140 h 2495550"/>
                <a:gd name="connsiteX10188" fmla="*/ 2436019 w 3219450"/>
                <a:gd name="connsiteY10188" fmla="*/ 1882426 h 2495550"/>
                <a:gd name="connsiteX10189" fmla="*/ 2434495 w 3219450"/>
                <a:gd name="connsiteY10189" fmla="*/ 1883283 h 2495550"/>
                <a:gd name="connsiteX10190" fmla="*/ 2434019 w 3219450"/>
                <a:gd name="connsiteY10190" fmla="*/ 1883855 h 2495550"/>
                <a:gd name="connsiteX10191" fmla="*/ 2433447 w 3219450"/>
                <a:gd name="connsiteY10191" fmla="*/ 1887474 h 2495550"/>
                <a:gd name="connsiteX10192" fmla="*/ 2433447 w 3219450"/>
                <a:gd name="connsiteY10192" fmla="*/ 1888522 h 2495550"/>
                <a:gd name="connsiteX10193" fmla="*/ 2434019 w 3219450"/>
                <a:gd name="connsiteY10193" fmla="*/ 1888141 h 2495550"/>
                <a:gd name="connsiteX10194" fmla="*/ 2434876 w 3219450"/>
                <a:gd name="connsiteY10194" fmla="*/ 1887093 h 2495550"/>
                <a:gd name="connsiteX10195" fmla="*/ 2435352 w 3219450"/>
                <a:gd name="connsiteY10195" fmla="*/ 1886902 h 2495550"/>
                <a:gd name="connsiteX10196" fmla="*/ 2436495 w 3219450"/>
                <a:gd name="connsiteY10196" fmla="*/ 1888427 h 2495550"/>
                <a:gd name="connsiteX10197" fmla="*/ 2436686 w 3219450"/>
                <a:gd name="connsiteY10197" fmla="*/ 1888522 h 2495550"/>
                <a:gd name="connsiteX10198" fmla="*/ 2436876 w 3219450"/>
                <a:gd name="connsiteY10198" fmla="*/ 1890522 h 2495550"/>
                <a:gd name="connsiteX10199" fmla="*/ 2438114 w 3219450"/>
                <a:gd name="connsiteY10199" fmla="*/ 1890427 h 2495550"/>
                <a:gd name="connsiteX10200" fmla="*/ 2439257 w 3219450"/>
                <a:gd name="connsiteY10200" fmla="*/ 1890141 h 2495550"/>
                <a:gd name="connsiteX10201" fmla="*/ 2438495 w 3219450"/>
                <a:gd name="connsiteY10201" fmla="*/ 1888522 h 2495550"/>
                <a:gd name="connsiteX10202" fmla="*/ 2439257 w 3219450"/>
                <a:gd name="connsiteY10202" fmla="*/ 1887188 h 2495550"/>
                <a:gd name="connsiteX10203" fmla="*/ 2440401 w 3219450"/>
                <a:gd name="connsiteY10203" fmla="*/ 1885855 h 2495550"/>
                <a:gd name="connsiteX10204" fmla="*/ 2440972 w 3219450"/>
                <a:gd name="connsiteY10204" fmla="*/ 1884331 h 2495550"/>
                <a:gd name="connsiteX10205" fmla="*/ 2440305 w 3219450"/>
                <a:gd name="connsiteY10205" fmla="*/ 1882997 h 2495550"/>
                <a:gd name="connsiteX10206" fmla="*/ 2440401 w 3219450"/>
                <a:gd name="connsiteY10206" fmla="*/ 1882331 h 2495550"/>
                <a:gd name="connsiteX10207" fmla="*/ 2441544 w 3219450"/>
                <a:gd name="connsiteY10207" fmla="*/ 1882045 h 2495550"/>
                <a:gd name="connsiteX10208" fmla="*/ 2445163 w 3219450"/>
                <a:gd name="connsiteY10208" fmla="*/ 1882426 h 2495550"/>
                <a:gd name="connsiteX10209" fmla="*/ 2447925 w 3219450"/>
                <a:gd name="connsiteY10209" fmla="*/ 1881854 h 2495550"/>
                <a:gd name="connsiteX10210" fmla="*/ 2448592 w 3219450"/>
                <a:gd name="connsiteY10210" fmla="*/ 1882045 h 2495550"/>
                <a:gd name="connsiteX10211" fmla="*/ 2448497 w 3219450"/>
                <a:gd name="connsiteY10211" fmla="*/ 1882712 h 2495550"/>
                <a:gd name="connsiteX10212" fmla="*/ 2446115 w 3219450"/>
                <a:gd name="connsiteY10212" fmla="*/ 1886045 h 2495550"/>
                <a:gd name="connsiteX10213" fmla="*/ 2446020 w 3219450"/>
                <a:gd name="connsiteY10213" fmla="*/ 1886236 h 2495550"/>
                <a:gd name="connsiteX10214" fmla="*/ 2446115 w 3219450"/>
                <a:gd name="connsiteY10214" fmla="*/ 1886522 h 2495550"/>
                <a:gd name="connsiteX10215" fmla="*/ 2446115 w 3219450"/>
                <a:gd name="connsiteY10215" fmla="*/ 1886712 h 2495550"/>
                <a:gd name="connsiteX10216" fmla="*/ 2445925 w 3219450"/>
                <a:gd name="connsiteY10216" fmla="*/ 1886807 h 2495550"/>
                <a:gd name="connsiteX10217" fmla="*/ 2445353 w 3219450"/>
                <a:gd name="connsiteY10217" fmla="*/ 1886712 h 2495550"/>
                <a:gd name="connsiteX10218" fmla="*/ 2445068 w 3219450"/>
                <a:gd name="connsiteY10218" fmla="*/ 1886617 h 2495550"/>
                <a:gd name="connsiteX10219" fmla="*/ 2445068 w 3219450"/>
                <a:gd name="connsiteY10219" fmla="*/ 1886522 h 2495550"/>
                <a:gd name="connsiteX10220" fmla="*/ 2444496 w 3219450"/>
                <a:gd name="connsiteY10220" fmla="*/ 1887284 h 2495550"/>
                <a:gd name="connsiteX10221" fmla="*/ 2443734 w 3219450"/>
                <a:gd name="connsiteY10221" fmla="*/ 1888903 h 2495550"/>
                <a:gd name="connsiteX10222" fmla="*/ 2443258 w 3219450"/>
                <a:gd name="connsiteY10222" fmla="*/ 1889189 h 2495550"/>
                <a:gd name="connsiteX10223" fmla="*/ 2443353 w 3219450"/>
                <a:gd name="connsiteY10223" fmla="*/ 1889474 h 2495550"/>
                <a:gd name="connsiteX10224" fmla="*/ 2443544 w 3219450"/>
                <a:gd name="connsiteY10224" fmla="*/ 1890141 h 2495550"/>
                <a:gd name="connsiteX10225" fmla="*/ 2443639 w 3219450"/>
                <a:gd name="connsiteY10225" fmla="*/ 1890427 h 2495550"/>
                <a:gd name="connsiteX10226" fmla="*/ 2442782 w 3219450"/>
                <a:gd name="connsiteY10226" fmla="*/ 1890713 h 2495550"/>
                <a:gd name="connsiteX10227" fmla="*/ 2441544 w 3219450"/>
                <a:gd name="connsiteY10227" fmla="*/ 1891665 h 2495550"/>
                <a:gd name="connsiteX10228" fmla="*/ 2440686 w 3219450"/>
                <a:gd name="connsiteY10228" fmla="*/ 1892046 h 2495550"/>
                <a:gd name="connsiteX10229" fmla="*/ 2438591 w 3219450"/>
                <a:gd name="connsiteY10229" fmla="*/ 1892522 h 2495550"/>
                <a:gd name="connsiteX10230" fmla="*/ 2437543 w 3219450"/>
                <a:gd name="connsiteY10230" fmla="*/ 1892903 h 2495550"/>
                <a:gd name="connsiteX10231" fmla="*/ 2436781 w 3219450"/>
                <a:gd name="connsiteY10231" fmla="*/ 1893570 h 2495550"/>
                <a:gd name="connsiteX10232" fmla="*/ 2436686 w 3219450"/>
                <a:gd name="connsiteY10232" fmla="*/ 1894046 h 2495550"/>
                <a:gd name="connsiteX10233" fmla="*/ 2436876 w 3219450"/>
                <a:gd name="connsiteY10233" fmla="*/ 1895189 h 2495550"/>
                <a:gd name="connsiteX10234" fmla="*/ 2436781 w 3219450"/>
                <a:gd name="connsiteY10234" fmla="*/ 1895666 h 2495550"/>
                <a:gd name="connsiteX10235" fmla="*/ 2436495 w 3219450"/>
                <a:gd name="connsiteY10235" fmla="*/ 1895856 h 2495550"/>
                <a:gd name="connsiteX10236" fmla="*/ 2436114 w 3219450"/>
                <a:gd name="connsiteY10236" fmla="*/ 1895761 h 2495550"/>
                <a:gd name="connsiteX10237" fmla="*/ 2435828 w 3219450"/>
                <a:gd name="connsiteY10237" fmla="*/ 1895856 h 2495550"/>
                <a:gd name="connsiteX10238" fmla="*/ 2435638 w 3219450"/>
                <a:gd name="connsiteY10238" fmla="*/ 1896523 h 2495550"/>
                <a:gd name="connsiteX10239" fmla="*/ 2435828 w 3219450"/>
                <a:gd name="connsiteY10239" fmla="*/ 1897666 h 2495550"/>
                <a:gd name="connsiteX10240" fmla="*/ 2436400 w 3219450"/>
                <a:gd name="connsiteY10240" fmla="*/ 1898142 h 2495550"/>
                <a:gd name="connsiteX10241" fmla="*/ 2438305 w 3219450"/>
                <a:gd name="connsiteY10241" fmla="*/ 1898142 h 2495550"/>
                <a:gd name="connsiteX10242" fmla="*/ 2440972 w 3219450"/>
                <a:gd name="connsiteY10242" fmla="*/ 1895951 h 2495550"/>
                <a:gd name="connsiteX10243" fmla="*/ 2441067 w 3219450"/>
                <a:gd name="connsiteY10243" fmla="*/ 1894999 h 2495550"/>
                <a:gd name="connsiteX10244" fmla="*/ 2441258 w 3219450"/>
                <a:gd name="connsiteY10244" fmla="*/ 1894046 h 2495550"/>
                <a:gd name="connsiteX10245" fmla="*/ 2441639 w 3219450"/>
                <a:gd name="connsiteY10245" fmla="*/ 1893284 h 2495550"/>
                <a:gd name="connsiteX10246" fmla="*/ 2442210 w 3219450"/>
                <a:gd name="connsiteY10246" fmla="*/ 1892999 h 2495550"/>
                <a:gd name="connsiteX10247" fmla="*/ 2445068 w 3219450"/>
                <a:gd name="connsiteY10247" fmla="*/ 1892999 h 2495550"/>
                <a:gd name="connsiteX10248" fmla="*/ 2445735 w 3219450"/>
                <a:gd name="connsiteY10248" fmla="*/ 1892808 h 2495550"/>
                <a:gd name="connsiteX10249" fmla="*/ 2448497 w 3219450"/>
                <a:gd name="connsiteY10249" fmla="*/ 1890998 h 2495550"/>
                <a:gd name="connsiteX10250" fmla="*/ 2448878 w 3219450"/>
                <a:gd name="connsiteY10250" fmla="*/ 1891379 h 2495550"/>
                <a:gd name="connsiteX10251" fmla="*/ 2448306 w 3219450"/>
                <a:gd name="connsiteY10251" fmla="*/ 1891951 h 2495550"/>
                <a:gd name="connsiteX10252" fmla="*/ 2448211 w 3219450"/>
                <a:gd name="connsiteY10252" fmla="*/ 1892427 h 2495550"/>
                <a:gd name="connsiteX10253" fmla="*/ 2448497 w 3219450"/>
                <a:gd name="connsiteY10253" fmla="*/ 1892713 h 2495550"/>
                <a:gd name="connsiteX10254" fmla="*/ 2448973 w 3219450"/>
                <a:gd name="connsiteY10254" fmla="*/ 1892427 h 2495550"/>
                <a:gd name="connsiteX10255" fmla="*/ 2449449 w 3219450"/>
                <a:gd name="connsiteY10255" fmla="*/ 1892046 h 2495550"/>
                <a:gd name="connsiteX10256" fmla="*/ 2451354 w 3219450"/>
                <a:gd name="connsiteY10256" fmla="*/ 1890998 h 2495550"/>
                <a:gd name="connsiteX10257" fmla="*/ 2451354 w 3219450"/>
                <a:gd name="connsiteY10257" fmla="*/ 1890522 h 2495550"/>
                <a:gd name="connsiteX10258" fmla="*/ 2450592 w 3219450"/>
                <a:gd name="connsiteY10258" fmla="*/ 1890998 h 2495550"/>
                <a:gd name="connsiteX10259" fmla="*/ 2450021 w 3219450"/>
                <a:gd name="connsiteY10259" fmla="*/ 1890141 h 2495550"/>
                <a:gd name="connsiteX10260" fmla="*/ 2449640 w 3219450"/>
                <a:gd name="connsiteY10260" fmla="*/ 1889284 h 2495550"/>
                <a:gd name="connsiteX10261" fmla="*/ 2449545 w 3219450"/>
                <a:gd name="connsiteY10261" fmla="*/ 1888427 h 2495550"/>
                <a:gd name="connsiteX10262" fmla="*/ 2449830 w 3219450"/>
                <a:gd name="connsiteY10262" fmla="*/ 1887665 h 2495550"/>
                <a:gd name="connsiteX10263" fmla="*/ 2450402 w 3219450"/>
                <a:gd name="connsiteY10263" fmla="*/ 1887379 h 2495550"/>
                <a:gd name="connsiteX10264" fmla="*/ 2451069 w 3219450"/>
                <a:gd name="connsiteY10264" fmla="*/ 1887379 h 2495550"/>
                <a:gd name="connsiteX10265" fmla="*/ 2451640 w 3219450"/>
                <a:gd name="connsiteY10265" fmla="*/ 1887188 h 2495550"/>
                <a:gd name="connsiteX10266" fmla="*/ 2451926 w 3219450"/>
                <a:gd name="connsiteY10266" fmla="*/ 1886522 h 2495550"/>
                <a:gd name="connsiteX10267" fmla="*/ 2451640 w 3219450"/>
                <a:gd name="connsiteY10267" fmla="*/ 1885855 h 2495550"/>
                <a:gd name="connsiteX10268" fmla="*/ 2450878 w 3219450"/>
                <a:gd name="connsiteY10268" fmla="*/ 1885760 h 2495550"/>
                <a:gd name="connsiteX10269" fmla="*/ 2450021 w 3219450"/>
                <a:gd name="connsiteY10269" fmla="*/ 1885760 h 2495550"/>
                <a:gd name="connsiteX10270" fmla="*/ 2449354 w 3219450"/>
                <a:gd name="connsiteY10270" fmla="*/ 1885379 h 2495550"/>
                <a:gd name="connsiteX10271" fmla="*/ 2449259 w 3219450"/>
                <a:gd name="connsiteY10271" fmla="*/ 1884426 h 2495550"/>
                <a:gd name="connsiteX10272" fmla="*/ 2449735 w 3219450"/>
                <a:gd name="connsiteY10272" fmla="*/ 1883664 h 2495550"/>
                <a:gd name="connsiteX10273" fmla="*/ 2450402 w 3219450"/>
                <a:gd name="connsiteY10273" fmla="*/ 1882902 h 2495550"/>
                <a:gd name="connsiteX10274" fmla="*/ 2450878 w 3219450"/>
                <a:gd name="connsiteY10274" fmla="*/ 1882140 h 2495550"/>
                <a:gd name="connsiteX10275" fmla="*/ 2449926 w 3219450"/>
                <a:gd name="connsiteY10275" fmla="*/ 1882045 h 2495550"/>
                <a:gd name="connsiteX10276" fmla="*/ 2449163 w 3219450"/>
                <a:gd name="connsiteY10276" fmla="*/ 1881664 h 2495550"/>
                <a:gd name="connsiteX10277" fmla="*/ 2448592 w 3219450"/>
                <a:gd name="connsiteY10277" fmla="*/ 1881188 h 2495550"/>
                <a:gd name="connsiteX10278" fmla="*/ 2448116 w 3219450"/>
                <a:gd name="connsiteY10278" fmla="*/ 1880997 h 2495550"/>
                <a:gd name="connsiteX10279" fmla="*/ 2447449 w 3219450"/>
                <a:gd name="connsiteY10279" fmla="*/ 1880902 h 2495550"/>
                <a:gd name="connsiteX10280" fmla="*/ 2446687 w 3219450"/>
                <a:gd name="connsiteY10280" fmla="*/ 1880616 h 2495550"/>
                <a:gd name="connsiteX10281" fmla="*/ 2445925 w 3219450"/>
                <a:gd name="connsiteY10281" fmla="*/ 1880235 h 2495550"/>
                <a:gd name="connsiteX10282" fmla="*/ 2445449 w 3219450"/>
                <a:gd name="connsiteY10282" fmla="*/ 1879759 h 2495550"/>
                <a:gd name="connsiteX10283" fmla="*/ 2445449 w 3219450"/>
                <a:gd name="connsiteY10283" fmla="*/ 1878425 h 2495550"/>
                <a:gd name="connsiteX10284" fmla="*/ 2446496 w 3219450"/>
                <a:gd name="connsiteY10284" fmla="*/ 1877473 h 2495550"/>
                <a:gd name="connsiteX10285" fmla="*/ 2447068 w 3219450"/>
                <a:gd name="connsiteY10285" fmla="*/ 1876711 h 2495550"/>
                <a:gd name="connsiteX10286" fmla="*/ 2445830 w 3219450"/>
                <a:gd name="connsiteY10286" fmla="*/ 1876044 h 2495550"/>
                <a:gd name="connsiteX10287" fmla="*/ 2447068 w 3219450"/>
                <a:gd name="connsiteY10287" fmla="*/ 1876044 h 2495550"/>
                <a:gd name="connsiteX10288" fmla="*/ 2447639 w 3219450"/>
                <a:gd name="connsiteY10288" fmla="*/ 1876139 h 2495550"/>
                <a:gd name="connsiteX10289" fmla="*/ 2448020 w 3219450"/>
                <a:gd name="connsiteY10289" fmla="*/ 1876425 h 2495550"/>
                <a:gd name="connsiteX10290" fmla="*/ 2448306 w 3219450"/>
                <a:gd name="connsiteY10290" fmla="*/ 1876711 h 2495550"/>
                <a:gd name="connsiteX10291" fmla="*/ 2448497 w 3219450"/>
                <a:gd name="connsiteY10291" fmla="*/ 1876806 h 2495550"/>
                <a:gd name="connsiteX10292" fmla="*/ 2449163 w 3219450"/>
                <a:gd name="connsiteY10292" fmla="*/ 1876711 h 2495550"/>
                <a:gd name="connsiteX10293" fmla="*/ 2449545 w 3219450"/>
                <a:gd name="connsiteY10293" fmla="*/ 1876520 h 2495550"/>
                <a:gd name="connsiteX10294" fmla="*/ 2449926 w 3219450"/>
                <a:gd name="connsiteY10294" fmla="*/ 1876235 h 2495550"/>
                <a:gd name="connsiteX10295" fmla="*/ 2450497 w 3219450"/>
                <a:gd name="connsiteY10295" fmla="*/ 1875949 h 2495550"/>
                <a:gd name="connsiteX10296" fmla="*/ 2450116 w 3219450"/>
                <a:gd name="connsiteY10296" fmla="*/ 1874806 h 2495550"/>
                <a:gd name="connsiteX10297" fmla="*/ 2450783 w 3219450"/>
                <a:gd name="connsiteY10297" fmla="*/ 1874330 h 2495550"/>
                <a:gd name="connsiteX10298" fmla="*/ 2451926 w 3219450"/>
                <a:gd name="connsiteY10298" fmla="*/ 1874234 h 2495550"/>
                <a:gd name="connsiteX10299" fmla="*/ 2453069 w 3219450"/>
                <a:gd name="connsiteY10299" fmla="*/ 1874330 h 2495550"/>
                <a:gd name="connsiteX10300" fmla="*/ 2454783 w 3219450"/>
                <a:gd name="connsiteY10300" fmla="*/ 1874996 h 2495550"/>
                <a:gd name="connsiteX10301" fmla="*/ 2455260 w 3219450"/>
                <a:gd name="connsiteY10301" fmla="*/ 1875092 h 2495550"/>
                <a:gd name="connsiteX10302" fmla="*/ 2455736 w 3219450"/>
                <a:gd name="connsiteY10302" fmla="*/ 1874996 h 2495550"/>
                <a:gd name="connsiteX10303" fmla="*/ 2456021 w 3219450"/>
                <a:gd name="connsiteY10303" fmla="*/ 1874806 h 2495550"/>
                <a:gd name="connsiteX10304" fmla="*/ 2456212 w 3219450"/>
                <a:gd name="connsiteY10304" fmla="*/ 1874520 h 2495550"/>
                <a:gd name="connsiteX10305" fmla="*/ 2456688 w 3219450"/>
                <a:gd name="connsiteY10305" fmla="*/ 1874234 h 2495550"/>
                <a:gd name="connsiteX10306" fmla="*/ 2456307 w 3219450"/>
                <a:gd name="connsiteY10306" fmla="*/ 1873377 h 2495550"/>
                <a:gd name="connsiteX10307" fmla="*/ 2456593 w 3219450"/>
                <a:gd name="connsiteY10307" fmla="*/ 1873091 h 2495550"/>
                <a:gd name="connsiteX10308" fmla="*/ 2456879 w 3219450"/>
                <a:gd name="connsiteY10308" fmla="*/ 1872710 h 2495550"/>
                <a:gd name="connsiteX10309" fmla="*/ 2457069 w 3219450"/>
                <a:gd name="connsiteY10309" fmla="*/ 1872520 h 2495550"/>
                <a:gd name="connsiteX10310" fmla="*/ 2456688 w 3219450"/>
                <a:gd name="connsiteY10310" fmla="*/ 1871853 h 2495550"/>
                <a:gd name="connsiteX10311" fmla="*/ 2456212 w 3219450"/>
                <a:gd name="connsiteY10311" fmla="*/ 1871758 h 2495550"/>
                <a:gd name="connsiteX10312" fmla="*/ 2455545 w 3219450"/>
                <a:gd name="connsiteY10312" fmla="*/ 1871948 h 2495550"/>
                <a:gd name="connsiteX10313" fmla="*/ 2454783 w 3219450"/>
                <a:gd name="connsiteY10313" fmla="*/ 1872044 h 2495550"/>
                <a:gd name="connsiteX10314" fmla="*/ 2454116 w 3219450"/>
                <a:gd name="connsiteY10314" fmla="*/ 1871948 h 2495550"/>
                <a:gd name="connsiteX10315" fmla="*/ 2452116 w 3219450"/>
                <a:gd name="connsiteY10315" fmla="*/ 1870901 h 2495550"/>
                <a:gd name="connsiteX10316" fmla="*/ 2454497 w 3219450"/>
                <a:gd name="connsiteY10316" fmla="*/ 1870901 h 2495550"/>
                <a:gd name="connsiteX10317" fmla="*/ 2455736 w 3219450"/>
                <a:gd name="connsiteY10317" fmla="*/ 1870710 h 2495550"/>
                <a:gd name="connsiteX10318" fmla="*/ 2456498 w 3219450"/>
                <a:gd name="connsiteY10318" fmla="*/ 1870424 h 2495550"/>
                <a:gd name="connsiteX10319" fmla="*/ 2456879 w 3219450"/>
                <a:gd name="connsiteY10319" fmla="*/ 1870901 h 2495550"/>
                <a:gd name="connsiteX10320" fmla="*/ 2457831 w 3219450"/>
                <a:gd name="connsiteY10320" fmla="*/ 1870043 h 2495550"/>
                <a:gd name="connsiteX10321" fmla="*/ 2457831 w 3219450"/>
                <a:gd name="connsiteY10321" fmla="*/ 1868805 h 2495550"/>
                <a:gd name="connsiteX10322" fmla="*/ 2457069 w 3219450"/>
                <a:gd name="connsiteY10322" fmla="*/ 1867852 h 2495550"/>
                <a:gd name="connsiteX10323" fmla="*/ 2455736 w 3219450"/>
                <a:gd name="connsiteY10323" fmla="*/ 1867662 h 2495550"/>
                <a:gd name="connsiteX10324" fmla="*/ 2455736 w 3219450"/>
                <a:gd name="connsiteY10324" fmla="*/ 1867281 h 2495550"/>
                <a:gd name="connsiteX10325" fmla="*/ 2456593 w 3219450"/>
                <a:gd name="connsiteY10325" fmla="*/ 1866900 h 2495550"/>
                <a:gd name="connsiteX10326" fmla="*/ 2457260 w 3219450"/>
                <a:gd name="connsiteY10326" fmla="*/ 1866043 h 2495550"/>
                <a:gd name="connsiteX10327" fmla="*/ 2457927 w 3219450"/>
                <a:gd name="connsiteY10327" fmla="*/ 1865662 h 2495550"/>
                <a:gd name="connsiteX10328" fmla="*/ 2458688 w 3219450"/>
                <a:gd name="connsiteY10328" fmla="*/ 1866519 h 2495550"/>
                <a:gd name="connsiteX10329" fmla="*/ 2459070 w 3219450"/>
                <a:gd name="connsiteY10329" fmla="*/ 1866138 h 2495550"/>
                <a:gd name="connsiteX10330" fmla="*/ 2458307 w 3219450"/>
                <a:gd name="connsiteY10330" fmla="*/ 1864138 h 2495550"/>
                <a:gd name="connsiteX10331" fmla="*/ 2458022 w 3219450"/>
                <a:gd name="connsiteY10331" fmla="*/ 1863662 h 2495550"/>
                <a:gd name="connsiteX10332" fmla="*/ 2457736 w 3219450"/>
                <a:gd name="connsiteY10332" fmla="*/ 1863281 h 2495550"/>
                <a:gd name="connsiteX10333" fmla="*/ 2457450 w 3219450"/>
                <a:gd name="connsiteY10333" fmla="*/ 1862804 h 2495550"/>
                <a:gd name="connsiteX10334" fmla="*/ 2457260 w 3219450"/>
                <a:gd name="connsiteY10334" fmla="*/ 1862138 h 2495550"/>
                <a:gd name="connsiteX10335" fmla="*/ 2457831 w 3219450"/>
                <a:gd name="connsiteY10335" fmla="*/ 1862138 h 2495550"/>
                <a:gd name="connsiteX10336" fmla="*/ 2458212 w 3219450"/>
                <a:gd name="connsiteY10336" fmla="*/ 1862328 h 2495550"/>
                <a:gd name="connsiteX10337" fmla="*/ 2458879 w 3219450"/>
                <a:gd name="connsiteY10337" fmla="*/ 1863185 h 2495550"/>
                <a:gd name="connsiteX10338" fmla="*/ 2459260 w 3219450"/>
                <a:gd name="connsiteY10338" fmla="*/ 1863376 h 2495550"/>
                <a:gd name="connsiteX10339" fmla="*/ 2463261 w 3219450"/>
                <a:gd name="connsiteY10339" fmla="*/ 1864233 h 2495550"/>
                <a:gd name="connsiteX10340" fmla="*/ 2464308 w 3219450"/>
                <a:gd name="connsiteY10340" fmla="*/ 1864233 h 2495550"/>
                <a:gd name="connsiteX10341" fmla="*/ 2465261 w 3219450"/>
                <a:gd name="connsiteY10341" fmla="*/ 1863757 h 2495550"/>
                <a:gd name="connsiteX10342" fmla="*/ 2464118 w 3219450"/>
                <a:gd name="connsiteY10342" fmla="*/ 1863757 h 2495550"/>
                <a:gd name="connsiteX10343" fmla="*/ 2464118 w 3219450"/>
                <a:gd name="connsiteY10343" fmla="*/ 1863376 h 2495550"/>
                <a:gd name="connsiteX10344" fmla="*/ 2464499 w 3219450"/>
                <a:gd name="connsiteY10344" fmla="*/ 1863376 h 2495550"/>
                <a:gd name="connsiteX10345" fmla="*/ 2464499 w 3219450"/>
                <a:gd name="connsiteY10345" fmla="*/ 1862995 h 2495550"/>
                <a:gd name="connsiteX10346" fmla="*/ 2463737 w 3219450"/>
                <a:gd name="connsiteY10346" fmla="*/ 1862614 h 2495550"/>
                <a:gd name="connsiteX10347" fmla="*/ 2464118 w 3219450"/>
                <a:gd name="connsiteY10347" fmla="*/ 1862138 h 2495550"/>
                <a:gd name="connsiteX10348" fmla="*/ 2464499 w 3219450"/>
                <a:gd name="connsiteY10348" fmla="*/ 1862614 h 2495550"/>
                <a:gd name="connsiteX10349" fmla="*/ 2465928 w 3219450"/>
                <a:gd name="connsiteY10349" fmla="*/ 1862138 h 2495550"/>
                <a:gd name="connsiteX10350" fmla="*/ 2465928 w 3219450"/>
                <a:gd name="connsiteY10350" fmla="*/ 1861756 h 2495550"/>
                <a:gd name="connsiteX10351" fmla="*/ 2464118 w 3219450"/>
                <a:gd name="connsiteY10351" fmla="*/ 1861280 h 2495550"/>
                <a:gd name="connsiteX10352" fmla="*/ 2464689 w 3219450"/>
                <a:gd name="connsiteY10352" fmla="*/ 1861090 h 2495550"/>
                <a:gd name="connsiteX10353" fmla="*/ 2465832 w 3219450"/>
                <a:gd name="connsiteY10353" fmla="*/ 1861280 h 2495550"/>
                <a:gd name="connsiteX10354" fmla="*/ 2466594 w 3219450"/>
                <a:gd name="connsiteY10354" fmla="*/ 1861280 h 2495550"/>
                <a:gd name="connsiteX10355" fmla="*/ 2466594 w 3219450"/>
                <a:gd name="connsiteY10355" fmla="*/ 1860899 h 2495550"/>
                <a:gd name="connsiteX10356" fmla="*/ 2465546 w 3219450"/>
                <a:gd name="connsiteY10356" fmla="*/ 1860137 h 2495550"/>
                <a:gd name="connsiteX10357" fmla="*/ 2464689 w 3219450"/>
                <a:gd name="connsiteY10357" fmla="*/ 1859280 h 2495550"/>
                <a:gd name="connsiteX10358" fmla="*/ 2463832 w 3219450"/>
                <a:gd name="connsiteY10358" fmla="*/ 1858804 h 2495550"/>
                <a:gd name="connsiteX10359" fmla="*/ 2462594 w 3219450"/>
                <a:gd name="connsiteY10359" fmla="*/ 1859185 h 2495550"/>
                <a:gd name="connsiteX10360" fmla="*/ 2463546 w 3219450"/>
                <a:gd name="connsiteY10360" fmla="*/ 1857470 h 2495550"/>
                <a:gd name="connsiteX10361" fmla="*/ 2463546 w 3219450"/>
                <a:gd name="connsiteY10361" fmla="*/ 1856518 h 2495550"/>
                <a:gd name="connsiteX10362" fmla="*/ 2462594 w 3219450"/>
                <a:gd name="connsiteY10362" fmla="*/ 1855470 h 2495550"/>
                <a:gd name="connsiteX10363" fmla="*/ 2462403 w 3219450"/>
                <a:gd name="connsiteY10363" fmla="*/ 1855851 h 2495550"/>
                <a:gd name="connsiteX10364" fmla="*/ 2462308 w 3219450"/>
                <a:gd name="connsiteY10364" fmla="*/ 1856042 h 2495550"/>
                <a:gd name="connsiteX10365" fmla="*/ 2462213 w 3219450"/>
                <a:gd name="connsiteY10365" fmla="*/ 1856327 h 2495550"/>
                <a:gd name="connsiteX10366" fmla="*/ 2461927 w 3219450"/>
                <a:gd name="connsiteY10366" fmla="*/ 1856327 h 2495550"/>
                <a:gd name="connsiteX10367" fmla="*/ 2461927 w 3219450"/>
                <a:gd name="connsiteY10367" fmla="*/ 1855946 h 2495550"/>
                <a:gd name="connsiteX10368" fmla="*/ 2461165 w 3219450"/>
                <a:gd name="connsiteY10368" fmla="*/ 1856518 h 2495550"/>
                <a:gd name="connsiteX10369" fmla="*/ 2460498 w 3219450"/>
                <a:gd name="connsiteY10369" fmla="*/ 1857185 h 2495550"/>
                <a:gd name="connsiteX10370" fmla="*/ 2460022 w 3219450"/>
                <a:gd name="connsiteY10370" fmla="*/ 1856518 h 2495550"/>
                <a:gd name="connsiteX10371" fmla="*/ 2458593 w 3219450"/>
                <a:gd name="connsiteY10371" fmla="*/ 1855756 h 2495550"/>
                <a:gd name="connsiteX10372" fmla="*/ 2458307 w 3219450"/>
                <a:gd name="connsiteY10372" fmla="*/ 1854994 h 2495550"/>
                <a:gd name="connsiteX10373" fmla="*/ 2457927 w 3219450"/>
                <a:gd name="connsiteY10373" fmla="*/ 1854708 h 2495550"/>
                <a:gd name="connsiteX10374" fmla="*/ 2456974 w 3219450"/>
                <a:gd name="connsiteY10374" fmla="*/ 1855089 h 2495550"/>
                <a:gd name="connsiteX10375" fmla="*/ 2455355 w 3219450"/>
                <a:gd name="connsiteY10375" fmla="*/ 1856042 h 2495550"/>
                <a:gd name="connsiteX10376" fmla="*/ 2455164 w 3219450"/>
                <a:gd name="connsiteY10376" fmla="*/ 1856327 h 2495550"/>
                <a:gd name="connsiteX10377" fmla="*/ 2455069 w 3219450"/>
                <a:gd name="connsiteY10377" fmla="*/ 1856708 h 2495550"/>
                <a:gd name="connsiteX10378" fmla="*/ 2454878 w 3219450"/>
                <a:gd name="connsiteY10378" fmla="*/ 1857089 h 2495550"/>
                <a:gd name="connsiteX10379" fmla="*/ 2454402 w 3219450"/>
                <a:gd name="connsiteY10379" fmla="*/ 1857280 h 2495550"/>
                <a:gd name="connsiteX10380" fmla="*/ 2453831 w 3219450"/>
                <a:gd name="connsiteY10380" fmla="*/ 1857185 h 2495550"/>
                <a:gd name="connsiteX10381" fmla="*/ 2453545 w 3219450"/>
                <a:gd name="connsiteY10381" fmla="*/ 1856899 h 2495550"/>
                <a:gd name="connsiteX10382" fmla="*/ 2453450 w 3219450"/>
                <a:gd name="connsiteY10382" fmla="*/ 1856423 h 2495550"/>
                <a:gd name="connsiteX10383" fmla="*/ 2453450 w 3219450"/>
                <a:gd name="connsiteY10383" fmla="*/ 1855851 h 2495550"/>
                <a:gd name="connsiteX10384" fmla="*/ 2454307 w 3219450"/>
                <a:gd name="connsiteY10384" fmla="*/ 1854803 h 2495550"/>
                <a:gd name="connsiteX10385" fmla="*/ 2454593 w 3219450"/>
                <a:gd name="connsiteY10385" fmla="*/ 1854422 h 2495550"/>
                <a:gd name="connsiteX10386" fmla="*/ 2454593 w 3219450"/>
                <a:gd name="connsiteY10386" fmla="*/ 1854041 h 2495550"/>
                <a:gd name="connsiteX10387" fmla="*/ 2454497 w 3219450"/>
                <a:gd name="connsiteY10387" fmla="*/ 1853565 h 2495550"/>
                <a:gd name="connsiteX10388" fmla="*/ 2454497 w 3219450"/>
                <a:gd name="connsiteY10388" fmla="*/ 1852994 h 2495550"/>
                <a:gd name="connsiteX10389" fmla="*/ 2454688 w 3219450"/>
                <a:gd name="connsiteY10389" fmla="*/ 1852422 h 2495550"/>
                <a:gd name="connsiteX10390" fmla="*/ 2455545 w 3219450"/>
                <a:gd name="connsiteY10390" fmla="*/ 1853279 h 2495550"/>
                <a:gd name="connsiteX10391" fmla="*/ 2455831 w 3219450"/>
                <a:gd name="connsiteY10391" fmla="*/ 1854041 h 2495550"/>
                <a:gd name="connsiteX10392" fmla="*/ 2456212 w 3219450"/>
                <a:gd name="connsiteY10392" fmla="*/ 1854137 h 2495550"/>
                <a:gd name="connsiteX10393" fmla="*/ 2457164 w 3219450"/>
                <a:gd name="connsiteY10393" fmla="*/ 1853279 h 2495550"/>
                <a:gd name="connsiteX10394" fmla="*/ 2457164 w 3219450"/>
                <a:gd name="connsiteY10394" fmla="*/ 1852898 h 2495550"/>
                <a:gd name="connsiteX10395" fmla="*/ 2456783 w 3219450"/>
                <a:gd name="connsiteY10395" fmla="*/ 1852708 h 2495550"/>
                <a:gd name="connsiteX10396" fmla="*/ 2456498 w 3219450"/>
                <a:gd name="connsiteY10396" fmla="*/ 1852422 h 2495550"/>
                <a:gd name="connsiteX10397" fmla="*/ 2456307 w 3219450"/>
                <a:gd name="connsiteY10397" fmla="*/ 1852041 h 2495550"/>
                <a:gd name="connsiteX10398" fmla="*/ 2456117 w 3219450"/>
                <a:gd name="connsiteY10398" fmla="*/ 1851565 h 2495550"/>
                <a:gd name="connsiteX10399" fmla="*/ 2456879 w 3219450"/>
                <a:gd name="connsiteY10399" fmla="*/ 1851660 h 2495550"/>
                <a:gd name="connsiteX10400" fmla="*/ 2457450 w 3219450"/>
                <a:gd name="connsiteY10400" fmla="*/ 1852041 h 2495550"/>
                <a:gd name="connsiteX10401" fmla="*/ 2458022 w 3219450"/>
                <a:gd name="connsiteY10401" fmla="*/ 1852231 h 2495550"/>
                <a:gd name="connsiteX10402" fmla="*/ 2458688 w 3219450"/>
                <a:gd name="connsiteY10402" fmla="*/ 1852041 h 2495550"/>
                <a:gd name="connsiteX10403" fmla="*/ 2458498 w 3219450"/>
                <a:gd name="connsiteY10403" fmla="*/ 1851755 h 2495550"/>
                <a:gd name="connsiteX10404" fmla="*/ 2458403 w 3219450"/>
                <a:gd name="connsiteY10404" fmla="*/ 1851565 h 2495550"/>
                <a:gd name="connsiteX10405" fmla="*/ 2458403 w 3219450"/>
                <a:gd name="connsiteY10405" fmla="*/ 1851279 h 2495550"/>
                <a:gd name="connsiteX10406" fmla="*/ 2458307 w 3219450"/>
                <a:gd name="connsiteY10406" fmla="*/ 1850803 h 2495550"/>
                <a:gd name="connsiteX10407" fmla="*/ 2458974 w 3219450"/>
                <a:gd name="connsiteY10407" fmla="*/ 1851279 h 2495550"/>
                <a:gd name="connsiteX10408" fmla="*/ 2459260 w 3219450"/>
                <a:gd name="connsiteY10408" fmla="*/ 1851565 h 2495550"/>
                <a:gd name="connsiteX10409" fmla="*/ 2459451 w 3219450"/>
                <a:gd name="connsiteY10409" fmla="*/ 1852041 h 2495550"/>
                <a:gd name="connsiteX10410" fmla="*/ 2459831 w 3219450"/>
                <a:gd name="connsiteY10410" fmla="*/ 1851755 h 2495550"/>
                <a:gd name="connsiteX10411" fmla="*/ 2460879 w 3219450"/>
                <a:gd name="connsiteY10411" fmla="*/ 1851279 h 2495550"/>
                <a:gd name="connsiteX10412" fmla="*/ 2460689 w 3219450"/>
                <a:gd name="connsiteY10412" fmla="*/ 1852136 h 2495550"/>
                <a:gd name="connsiteX10413" fmla="*/ 2460498 w 3219450"/>
                <a:gd name="connsiteY10413" fmla="*/ 1852327 h 2495550"/>
                <a:gd name="connsiteX10414" fmla="*/ 2460117 w 3219450"/>
                <a:gd name="connsiteY10414" fmla="*/ 1852517 h 2495550"/>
                <a:gd name="connsiteX10415" fmla="*/ 2460498 w 3219450"/>
                <a:gd name="connsiteY10415" fmla="*/ 1852994 h 2495550"/>
                <a:gd name="connsiteX10416" fmla="*/ 2460689 w 3219450"/>
                <a:gd name="connsiteY10416" fmla="*/ 1852803 h 2495550"/>
                <a:gd name="connsiteX10417" fmla="*/ 2460689 w 3219450"/>
                <a:gd name="connsiteY10417" fmla="*/ 1852708 h 2495550"/>
                <a:gd name="connsiteX10418" fmla="*/ 2460784 w 3219450"/>
                <a:gd name="connsiteY10418" fmla="*/ 1852803 h 2495550"/>
                <a:gd name="connsiteX10419" fmla="*/ 2461165 w 3219450"/>
                <a:gd name="connsiteY10419" fmla="*/ 1852994 h 2495550"/>
                <a:gd name="connsiteX10420" fmla="*/ 2460594 w 3219450"/>
                <a:gd name="connsiteY10420" fmla="*/ 1853375 h 2495550"/>
                <a:gd name="connsiteX10421" fmla="*/ 2459927 w 3219450"/>
                <a:gd name="connsiteY10421" fmla="*/ 1853851 h 2495550"/>
                <a:gd name="connsiteX10422" fmla="*/ 2459546 w 3219450"/>
                <a:gd name="connsiteY10422" fmla="*/ 1854518 h 2495550"/>
                <a:gd name="connsiteX10423" fmla="*/ 2459736 w 3219450"/>
                <a:gd name="connsiteY10423" fmla="*/ 1855375 h 2495550"/>
                <a:gd name="connsiteX10424" fmla="*/ 2460308 w 3219450"/>
                <a:gd name="connsiteY10424" fmla="*/ 1855756 h 2495550"/>
                <a:gd name="connsiteX10425" fmla="*/ 2461070 w 3219450"/>
                <a:gd name="connsiteY10425" fmla="*/ 1855661 h 2495550"/>
                <a:gd name="connsiteX10426" fmla="*/ 2461832 w 3219450"/>
                <a:gd name="connsiteY10426" fmla="*/ 1855375 h 2495550"/>
                <a:gd name="connsiteX10427" fmla="*/ 2462594 w 3219450"/>
                <a:gd name="connsiteY10427" fmla="*/ 1855280 h 2495550"/>
                <a:gd name="connsiteX10428" fmla="*/ 2464118 w 3219450"/>
                <a:gd name="connsiteY10428" fmla="*/ 1856042 h 2495550"/>
                <a:gd name="connsiteX10429" fmla="*/ 2465737 w 3219450"/>
                <a:gd name="connsiteY10429" fmla="*/ 1859090 h 2495550"/>
                <a:gd name="connsiteX10430" fmla="*/ 2466880 w 3219450"/>
                <a:gd name="connsiteY10430" fmla="*/ 1859756 h 2495550"/>
                <a:gd name="connsiteX10431" fmla="*/ 2466404 w 3219450"/>
                <a:gd name="connsiteY10431" fmla="*/ 1858327 h 2495550"/>
                <a:gd name="connsiteX10432" fmla="*/ 2466308 w 3219450"/>
                <a:gd name="connsiteY10432" fmla="*/ 1857851 h 2495550"/>
                <a:gd name="connsiteX10433" fmla="*/ 2466308 w 3219450"/>
                <a:gd name="connsiteY10433" fmla="*/ 1857661 h 2495550"/>
                <a:gd name="connsiteX10434" fmla="*/ 2466499 w 3219450"/>
                <a:gd name="connsiteY10434" fmla="*/ 1856899 h 2495550"/>
                <a:gd name="connsiteX10435" fmla="*/ 2467261 w 3219450"/>
                <a:gd name="connsiteY10435" fmla="*/ 1857089 h 2495550"/>
                <a:gd name="connsiteX10436" fmla="*/ 2467928 w 3219450"/>
                <a:gd name="connsiteY10436" fmla="*/ 1856899 h 2495550"/>
                <a:gd name="connsiteX10437" fmla="*/ 2468404 w 3219450"/>
                <a:gd name="connsiteY10437" fmla="*/ 1857089 h 2495550"/>
                <a:gd name="connsiteX10438" fmla="*/ 2468595 w 3219450"/>
                <a:gd name="connsiteY10438" fmla="*/ 1858423 h 2495550"/>
                <a:gd name="connsiteX10439" fmla="*/ 2468880 w 3219450"/>
                <a:gd name="connsiteY10439" fmla="*/ 1859375 h 2495550"/>
                <a:gd name="connsiteX10440" fmla="*/ 2469547 w 3219450"/>
                <a:gd name="connsiteY10440" fmla="*/ 1859090 h 2495550"/>
                <a:gd name="connsiteX10441" fmla="*/ 2470499 w 3219450"/>
                <a:gd name="connsiteY10441" fmla="*/ 1858423 h 2495550"/>
                <a:gd name="connsiteX10442" fmla="*/ 2471452 w 3219450"/>
                <a:gd name="connsiteY10442" fmla="*/ 1858137 h 2495550"/>
                <a:gd name="connsiteX10443" fmla="*/ 2470976 w 3219450"/>
                <a:gd name="connsiteY10443" fmla="*/ 1857280 h 2495550"/>
                <a:gd name="connsiteX10444" fmla="*/ 2471166 w 3219450"/>
                <a:gd name="connsiteY10444" fmla="*/ 1856804 h 2495550"/>
                <a:gd name="connsiteX10445" fmla="*/ 2471643 w 3219450"/>
                <a:gd name="connsiteY10445" fmla="*/ 1856423 h 2495550"/>
                <a:gd name="connsiteX10446" fmla="*/ 2471928 w 3219450"/>
                <a:gd name="connsiteY10446" fmla="*/ 1855851 h 2495550"/>
                <a:gd name="connsiteX10447" fmla="*/ 2471738 w 3219450"/>
                <a:gd name="connsiteY10447" fmla="*/ 1854994 h 2495550"/>
                <a:gd name="connsiteX10448" fmla="*/ 2471643 w 3219450"/>
                <a:gd name="connsiteY10448" fmla="*/ 1854518 h 2495550"/>
                <a:gd name="connsiteX10449" fmla="*/ 2471547 w 3219450"/>
                <a:gd name="connsiteY10449" fmla="*/ 1854422 h 2495550"/>
                <a:gd name="connsiteX10450" fmla="*/ 2471738 w 3219450"/>
                <a:gd name="connsiteY10450" fmla="*/ 1854137 h 2495550"/>
                <a:gd name="connsiteX10451" fmla="*/ 2472023 w 3219450"/>
                <a:gd name="connsiteY10451" fmla="*/ 1853851 h 2495550"/>
                <a:gd name="connsiteX10452" fmla="*/ 2472309 w 3219450"/>
                <a:gd name="connsiteY10452" fmla="*/ 1853565 h 2495550"/>
                <a:gd name="connsiteX10453" fmla="*/ 2472500 w 3219450"/>
                <a:gd name="connsiteY10453" fmla="*/ 1853375 h 2495550"/>
                <a:gd name="connsiteX10454" fmla="*/ 2472786 w 3219450"/>
                <a:gd name="connsiteY10454" fmla="*/ 1853279 h 2495550"/>
                <a:gd name="connsiteX10455" fmla="*/ 2472976 w 3219450"/>
                <a:gd name="connsiteY10455" fmla="*/ 1852994 h 2495550"/>
                <a:gd name="connsiteX10456" fmla="*/ 2473071 w 3219450"/>
                <a:gd name="connsiteY10456" fmla="*/ 1852517 h 2495550"/>
                <a:gd name="connsiteX10457" fmla="*/ 2473071 w 3219450"/>
                <a:gd name="connsiteY10457" fmla="*/ 1851660 h 2495550"/>
                <a:gd name="connsiteX10458" fmla="*/ 2473071 w 3219450"/>
                <a:gd name="connsiteY10458" fmla="*/ 1851279 h 2495550"/>
                <a:gd name="connsiteX10459" fmla="*/ 2473262 w 3219450"/>
                <a:gd name="connsiteY10459" fmla="*/ 1850993 h 2495550"/>
                <a:gd name="connsiteX10460" fmla="*/ 2473166 w 3219450"/>
                <a:gd name="connsiteY10460" fmla="*/ 1850612 h 2495550"/>
                <a:gd name="connsiteX10461" fmla="*/ 2472500 w 3219450"/>
                <a:gd name="connsiteY10461" fmla="*/ 1850327 h 2495550"/>
                <a:gd name="connsiteX10462" fmla="*/ 2471643 w 3219450"/>
                <a:gd name="connsiteY10462" fmla="*/ 1850041 h 2495550"/>
                <a:gd name="connsiteX10463" fmla="*/ 2470976 w 3219450"/>
                <a:gd name="connsiteY10463" fmla="*/ 1849946 h 2495550"/>
                <a:gd name="connsiteX10464" fmla="*/ 2470976 w 3219450"/>
                <a:gd name="connsiteY10464" fmla="*/ 1849565 h 2495550"/>
                <a:gd name="connsiteX10465" fmla="*/ 2472119 w 3219450"/>
                <a:gd name="connsiteY10465" fmla="*/ 1849279 h 2495550"/>
                <a:gd name="connsiteX10466" fmla="*/ 2472786 w 3219450"/>
                <a:gd name="connsiteY10466" fmla="*/ 1848326 h 2495550"/>
                <a:gd name="connsiteX10467" fmla="*/ 2473071 w 3219450"/>
                <a:gd name="connsiteY10467" fmla="*/ 1847183 h 2495550"/>
                <a:gd name="connsiteX10468" fmla="*/ 2473071 w 3219450"/>
                <a:gd name="connsiteY10468" fmla="*/ 1846136 h 2495550"/>
                <a:gd name="connsiteX10469" fmla="*/ 2473833 w 3219450"/>
                <a:gd name="connsiteY10469" fmla="*/ 1846231 h 2495550"/>
                <a:gd name="connsiteX10470" fmla="*/ 2477167 w 3219450"/>
                <a:gd name="connsiteY10470" fmla="*/ 1847469 h 2495550"/>
                <a:gd name="connsiteX10471" fmla="*/ 2477834 w 3219450"/>
                <a:gd name="connsiteY10471" fmla="*/ 1847469 h 2495550"/>
                <a:gd name="connsiteX10472" fmla="*/ 2478024 w 3219450"/>
                <a:gd name="connsiteY10472" fmla="*/ 1847183 h 2495550"/>
                <a:gd name="connsiteX10473" fmla="*/ 2478501 w 3219450"/>
                <a:gd name="connsiteY10473" fmla="*/ 1846231 h 2495550"/>
                <a:gd name="connsiteX10474" fmla="*/ 2478024 w 3219450"/>
                <a:gd name="connsiteY10474" fmla="*/ 1845755 h 2495550"/>
                <a:gd name="connsiteX10475" fmla="*/ 2477834 w 3219450"/>
                <a:gd name="connsiteY10475" fmla="*/ 1845278 h 2495550"/>
                <a:gd name="connsiteX10476" fmla="*/ 2477929 w 3219450"/>
                <a:gd name="connsiteY10476" fmla="*/ 1844802 h 2495550"/>
                <a:gd name="connsiteX10477" fmla="*/ 2478405 w 3219450"/>
                <a:gd name="connsiteY10477" fmla="*/ 1843564 h 2495550"/>
                <a:gd name="connsiteX10478" fmla="*/ 2478596 w 3219450"/>
                <a:gd name="connsiteY10478" fmla="*/ 1843469 h 2495550"/>
                <a:gd name="connsiteX10479" fmla="*/ 2478881 w 3219450"/>
                <a:gd name="connsiteY10479" fmla="*/ 1843469 h 2495550"/>
                <a:gd name="connsiteX10480" fmla="*/ 2479358 w 3219450"/>
                <a:gd name="connsiteY10480" fmla="*/ 1843183 h 2495550"/>
                <a:gd name="connsiteX10481" fmla="*/ 2480024 w 3219450"/>
                <a:gd name="connsiteY10481" fmla="*/ 1842326 h 2495550"/>
                <a:gd name="connsiteX10482" fmla="*/ 2480215 w 3219450"/>
                <a:gd name="connsiteY10482" fmla="*/ 1841468 h 2495550"/>
                <a:gd name="connsiteX10483" fmla="*/ 2479929 w 3219450"/>
                <a:gd name="connsiteY10483" fmla="*/ 1840706 h 2495550"/>
                <a:gd name="connsiteX10484" fmla="*/ 2479167 w 3219450"/>
                <a:gd name="connsiteY10484" fmla="*/ 1840230 h 2495550"/>
                <a:gd name="connsiteX10485" fmla="*/ 2478691 w 3219450"/>
                <a:gd name="connsiteY10485" fmla="*/ 1840230 h 2495550"/>
                <a:gd name="connsiteX10486" fmla="*/ 2477738 w 3219450"/>
                <a:gd name="connsiteY10486" fmla="*/ 1840040 h 2495550"/>
                <a:gd name="connsiteX10487" fmla="*/ 2476977 w 3219450"/>
                <a:gd name="connsiteY10487" fmla="*/ 1839468 h 2495550"/>
                <a:gd name="connsiteX10488" fmla="*/ 2476691 w 3219450"/>
                <a:gd name="connsiteY10488" fmla="*/ 1838706 h 2495550"/>
                <a:gd name="connsiteX10489" fmla="*/ 2476310 w 3219450"/>
                <a:gd name="connsiteY10489" fmla="*/ 1837468 h 2495550"/>
                <a:gd name="connsiteX10490" fmla="*/ 2475833 w 3219450"/>
                <a:gd name="connsiteY10490" fmla="*/ 1836230 h 2495550"/>
                <a:gd name="connsiteX10491" fmla="*/ 2476405 w 3219450"/>
                <a:gd name="connsiteY10491" fmla="*/ 1835563 h 2495550"/>
                <a:gd name="connsiteX10492" fmla="*/ 2476977 w 3219450"/>
                <a:gd name="connsiteY10492" fmla="*/ 1834801 h 2495550"/>
                <a:gd name="connsiteX10493" fmla="*/ 2477834 w 3219450"/>
                <a:gd name="connsiteY10493" fmla="*/ 1833944 h 2495550"/>
                <a:gd name="connsiteX10494" fmla="*/ 2479453 w 3219450"/>
                <a:gd name="connsiteY10494" fmla="*/ 1832991 h 2495550"/>
                <a:gd name="connsiteX10495" fmla="*/ 2479929 w 3219450"/>
                <a:gd name="connsiteY10495" fmla="*/ 1830991 h 2495550"/>
                <a:gd name="connsiteX10496" fmla="*/ 2479834 w 3219450"/>
                <a:gd name="connsiteY10496" fmla="*/ 1830991 h 2495550"/>
                <a:gd name="connsiteX10497" fmla="*/ 2479548 w 3219450"/>
                <a:gd name="connsiteY10497" fmla="*/ 1830515 h 2495550"/>
                <a:gd name="connsiteX10498" fmla="*/ 2479644 w 3219450"/>
                <a:gd name="connsiteY10498" fmla="*/ 1829943 h 2495550"/>
                <a:gd name="connsiteX10499" fmla="*/ 2480215 w 3219450"/>
                <a:gd name="connsiteY10499" fmla="*/ 1829372 h 2495550"/>
                <a:gd name="connsiteX10500" fmla="*/ 2479834 w 3219450"/>
                <a:gd name="connsiteY10500" fmla="*/ 1828324 h 2495550"/>
                <a:gd name="connsiteX10501" fmla="*/ 2479739 w 3219450"/>
                <a:gd name="connsiteY10501" fmla="*/ 1827848 h 2495550"/>
                <a:gd name="connsiteX10502" fmla="*/ 2478310 w 3219450"/>
                <a:gd name="connsiteY10502" fmla="*/ 1826514 h 2495550"/>
                <a:gd name="connsiteX10503" fmla="*/ 2477834 w 3219450"/>
                <a:gd name="connsiteY10503" fmla="*/ 1825847 h 2495550"/>
                <a:gd name="connsiteX10504" fmla="*/ 2477738 w 3219450"/>
                <a:gd name="connsiteY10504" fmla="*/ 1824800 h 2495550"/>
                <a:gd name="connsiteX10505" fmla="*/ 2478691 w 3219450"/>
                <a:gd name="connsiteY10505" fmla="*/ 1825371 h 2495550"/>
                <a:gd name="connsiteX10506" fmla="*/ 2480501 w 3219450"/>
                <a:gd name="connsiteY10506" fmla="*/ 1826895 h 2495550"/>
                <a:gd name="connsiteX10507" fmla="*/ 2481358 w 3219450"/>
                <a:gd name="connsiteY10507" fmla="*/ 1827752 h 2495550"/>
                <a:gd name="connsiteX10508" fmla="*/ 2482311 w 3219450"/>
                <a:gd name="connsiteY10508" fmla="*/ 1827562 h 2495550"/>
                <a:gd name="connsiteX10509" fmla="*/ 2483263 w 3219450"/>
                <a:gd name="connsiteY10509" fmla="*/ 1826514 h 2495550"/>
                <a:gd name="connsiteX10510" fmla="*/ 2484787 w 3219450"/>
                <a:gd name="connsiteY10510" fmla="*/ 1824133 h 2495550"/>
                <a:gd name="connsiteX10511" fmla="*/ 2486216 w 3219450"/>
                <a:gd name="connsiteY10511" fmla="*/ 1822228 h 2495550"/>
                <a:gd name="connsiteX10512" fmla="*/ 2486787 w 3219450"/>
                <a:gd name="connsiteY10512" fmla="*/ 1820513 h 2495550"/>
                <a:gd name="connsiteX10513" fmla="*/ 2487835 w 3219450"/>
                <a:gd name="connsiteY10513" fmla="*/ 1819656 h 2495550"/>
                <a:gd name="connsiteX10514" fmla="*/ 2489169 w 3219450"/>
                <a:gd name="connsiteY10514" fmla="*/ 1819085 h 2495550"/>
                <a:gd name="connsiteX10515" fmla="*/ 2490026 w 3219450"/>
                <a:gd name="connsiteY10515" fmla="*/ 1817656 h 2495550"/>
                <a:gd name="connsiteX10516" fmla="*/ 2489740 w 3219450"/>
                <a:gd name="connsiteY10516" fmla="*/ 1816418 h 2495550"/>
                <a:gd name="connsiteX10517" fmla="*/ 2489835 w 3219450"/>
                <a:gd name="connsiteY10517" fmla="*/ 1815465 h 2495550"/>
                <a:gd name="connsiteX10518" fmla="*/ 2489359 w 3219450"/>
                <a:gd name="connsiteY10518" fmla="*/ 1814513 h 2495550"/>
                <a:gd name="connsiteX10519" fmla="*/ 2488978 w 3219450"/>
                <a:gd name="connsiteY10519" fmla="*/ 1813655 h 2495550"/>
                <a:gd name="connsiteX10520" fmla="*/ 2488311 w 3219450"/>
                <a:gd name="connsiteY10520" fmla="*/ 1813274 h 2495550"/>
                <a:gd name="connsiteX10521" fmla="*/ 2483835 w 3219450"/>
                <a:gd name="connsiteY10521" fmla="*/ 1812131 h 2495550"/>
                <a:gd name="connsiteX10522" fmla="*/ 2483168 w 3219450"/>
                <a:gd name="connsiteY10522" fmla="*/ 1811655 h 2495550"/>
                <a:gd name="connsiteX10523" fmla="*/ 2481548 w 3219450"/>
                <a:gd name="connsiteY10523" fmla="*/ 1810036 h 2495550"/>
                <a:gd name="connsiteX10524" fmla="*/ 2479739 w 3219450"/>
                <a:gd name="connsiteY10524" fmla="*/ 1809274 h 2495550"/>
                <a:gd name="connsiteX10525" fmla="*/ 2478977 w 3219450"/>
                <a:gd name="connsiteY10525" fmla="*/ 1809179 h 2495550"/>
                <a:gd name="connsiteX10526" fmla="*/ 2476119 w 3219450"/>
                <a:gd name="connsiteY10526" fmla="*/ 1809179 h 2495550"/>
                <a:gd name="connsiteX10527" fmla="*/ 2475357 w 3219450"/>
                <a:gd name="connsiteY10527" fmla="*/ 1808988 h 2495550"/>
                <a:gd name="connsiteX10528" fmla="*/ 2474976 w 3219450"/>
                <a:gd name="connsiteY10528" fmla="*/ 1808512 h 2495550"/>
                <a:gd name="connsiteX10529" fmla="*/ 2474881 w 3219450"/>
                <a:gd name="connsiteY10529" fmla="*/ 1807845 h 2495550"/>
                <a:gd name="connsiteX10530" fmla="*/ 2474881 w 3219450"/>
                <a:gd name="connsiteY10530" fmla="*/ 1805273 h 2495550"/>
                <a:gd name="connsiteX10531" fmla="*/ 2474595 w 3219450"/>
                <a:gd name="connsiteY10531" fmla="*/ 1804702 h 2495550"/>
                <a:gd name="connsiteX10532" fmla="*/ 2473833 w 3219450"/>
                <a:gd name="connsiteY10532" fmla="*/ 1803940 h 2495550"/>
                <a:gd name="connsiteX10533" fmla="*/ 2474786 w 3219450"/>
                <a:gd name="connsiteY10533" fmla="*/ 1803749 h 2495550"/>
                <a:gd name="connsiteX10534" fmla="*/ 2475167 w 3219450"/>
                <a:gd name="connsiteY10534" fmla="*/ 1804988 h 2495550"/>
                <a:gd name="connsiteX10535" fmla="*/ 2475453 w 3219450"/>
                <a:gd name="connsiteY10535" fmla="*/ 1807464 h 2495550"/>
                <a:gd name="connsiteX10536" fmla="*/ 2476310 w 3219450"/>
                <a:gd name="connsiteY10536" fmla="*/ 1808226 h 2495550"/>
                <a:gd name="connsiteX10537" fmla="*/ 2477072 w 3219450"/>
                <a:gd name="connsiteY10537" fmla="*/ 1808321 h 2495550"/>
                <a:gd name="connsiteX10538" fmla="*/ 2479262 w 3219450"/>
                <a:gd name="connsiteY10538" fmla="*/ 1808036 h 2495550"/>
                <a:gd name="connsiteX10539" fmla="*/ 2481644 w 3219450"/>
                <a:gd name="connsiteY10539" fmla="*/ 1808226 h 2495550"/>
                <a:gd name="connsiteX10540" fmla="*/ 2482882 w 3219450"/>
                <a:gd name="connsiteY10540" fmla="*/ 1808512 h 2495550"/>
                <a:gd name="connsiteX10541" fmla="*/ 2483739 w 3219450"/>
                <a:gd name="connsiteY10541" fmla="*/ 1808988 h 2495550"/>
                <a:gd name="connsiteX10542" fmla="*/ 2484501 w 3219450"/>
                <a:gd name="connsiteY10542" fmla="*/ 1809750 h 2495550"/>
                <a:gd name="connsiteX10543" fmla="*/ 2485454 w 3219450"/>
                <a:gd name="connsiteY10543" fmla="*/ 1810417 h 2495550"/>
                <a:gd name="connsiteX10544" fmla="*/ 2486502 w 3219450"/>
                <a:gd name="connsiteY10544" fmla="*/ 1810988 h 2495550"/>
                <a:gd name="connsiteX10545" fmla="*/ 2487454 w 3219450"/>
                <a:gd name="connsiteY10545" fmla="*/ 1811274 h 2495550"/>
                <a:gd name="connsiteX10546" fmla="*/ 2489359 w 3219450"/>
                <a:gd name="connsiteY10546" fmla="*/ 1810798 h 2495550"/>
                <a:gd name="connsiteX10547" fmla="*/ 2490597 w 3219450"/>
                <a:gd name="connsiteY10547" fmla="*/ 1810702 h 2495550"/>
                <a:gd name="connsiteX10548" fmla="*/ 2491550 w 3219450"/>
                <a:gd name="connsiteY10548" fmla="*/ 1811084 h 2495550"/>
                <a:gd name="connsiteX10549" fmla="*/ 2492788 w 3219450"/>
                <a:gd name="connsiteY10549" fmla="*/ 1811750 h 2495550"/>
                <a:gd name="connsiteX10550" fmla="*/ 2495074 w 3219450"/>
                <a:gd name="connsiteY10550" fmla="*/ 1811465 h 2495550"/>
                <a:gd name="connsiteX10551" fmla="*/ 2495931 w 3219450"/>
                <a:gd name="connsiteY10551" fmla="*/ 1810417 h 2495550"/>
                <a:gd name="connsiteX10552" fmla="*/ 2496598 w 3219450"/>
                <a:gd name="connsiteY10552" fmla="*/ 1809179 h 2495550"/>
                <a:gd name="connsiteX10553" fmla="*/ 2496979 w 3219450"/>
                <a:gd name="connsiteY10553" fmla="*/ 1807750 h 2495550"/>
                <a:gd name="connsiteX10554" fmla="*/ 2497074 w 3219450"/>
                <a:gd name="connsiteY10554" fmla="*/ 1805654 h 2495550"/>
                <a:gd name="connsiteX10555" fmla="*/ 2497455 w 3219450"/>
                <a:gd name="connsiteY10555" fmla="*/ 1804606 h 2495550"/>
                <a:gd name="connsiteX10556" fmla="*/ 2498598 w 3219450"/>
                <a:gd name="connsiteY10556" fmla="*/ 1803273 h 2495550"/>
                <a:gd name="connsiteX10557" fmla="*/ 2499741 w 3219450"/>
                <a:gd name="connsiteY10557" fmla="*/ 1801940 h 2495550"/>
                <a:gd name="connsiteX10558" fmla="*/ 2501456 w 3219450"/>
                <a:gd name="connsiteY10558" fmla="*/ 1800892 h 2495550"/>
                <a:gd name="connsiteX10559" fmla="*/ 2502218 w 3219450"/>
                <a:gd name="connsiteY10559" fmla="*/ 1799844 h 2495550"/>
                <a:gd name="connsiteX10560" fmla="*/ 2502694 w 3219450"/>
                <a:gd name="connsiteY10560" fmla="*/ 1798987 h 2495550"/>
                <a:gd name="connsiteX10561" fmla="*/ 2503265 w 3219450"/>
                <a:gd name="connsiteY10561" fmla="*/ 1797844 h 2495550"/>
                <a:gd name="connsiteX10562" fmla="*/ 2503551 w 3219450"/>
                <a:gd name="connsiteY10562" fmla="*/ 1796891 h 2495550"/>
                <a:gd name="connsiteX10563" fmla="*/ 2503837 w 3219450"/>
                <a:gd name="connsiteY10563" fmla="*/ 1795081 h 2495550"/>
                <a:gd name="connsiteX10564" fmla="*/ 2503361 w 3219450"/>
                <a:gd name="connsiteY10564" fmla="*/ 1794034 h 2495550"/>
                <a:gd name="connsiteX10565" fmla="*/ 2501075 w 3219450"/>
                <a:gd name="connsiteY10565" fmla="*/ 1794415 h 2495550"/>
                <a:gd name="connsiteX10566" fmla="*/ 2499932 w 3219450"/>
                <a:gd name="connsiteY10566" fmla="*/ 1794320 h 2495550"/>
                <a:gd name="connsiteX10567" fmla="*/ 2498979 w 3219450"/>
                <a:gd name="connsiteY10567" fmla="*/ 1794034 h 2495550"/>
                <a:gd name="connsiteX10568" fmla="*/ 2498217 w 3219450"/>
                <a:gd name="connsiteY10568" fmla="*/ 1792891 h 2495550"/>
                <a:gd name="connsiteX10569" fmla="*/ 2498694 w 3219450"/>
                <a:gd name="connsiteY10569" fmla="*/ 1792700 h 2495550"/>
                <a:gd name="connsiteX10570" fmla="*/ 2499932 w 3219450"/>
                <a:gd name="connsiteY10570" fmla="*/ 1792510 h 2495550"/>
                <a:gd name="connsiteX10571" fmla="*/ 2500313 w 3219450"/>
                <a:gd name="connsiteY10571" fmla="*/ 1792510 h 2495550"/>
                <a:gd name="connsiteX10572" fmla="*/ 2500598 w 3219450"/>
                <a:gd name="connsiteY10572" fmla="*/ 1793653 h 2495550"/>
                <a:gd name="connsiteX10573" fmla="*/ 2501456 w 3219450"/>
                <a:gd name="connsiteY10573" fmla="*/ 1793558 h 2495550"/>
                <a:gd name="connsiteX10574" fmla="*/ 2503646 w 3219450"/>
                <a:gd name="connsiteY10574" fmla="*/ 1792796 h 2495550"/>
                <a:gd name="connsiteX10575" fmla="*/ 2504408 w 3219450"/>
                <a:gd name="connsiteY10575" fmla="*/ 1790510 h 2495550"/>
                <a:gd name="connsiteX10576" fmla="*/ 2505742 w 3219450"/>
                <a:gd name="connsiteY10576" fmla="*/ 1789557 h 2495550"/>
                <a:gd name="connsiteX10577" fmla="*/ 2505361 w 3219450"/>
                <a:gd name="connsiteY10577" fmla="*/ 1788509 h 2495550"/>
                <a:gd name="connsiteX10578" fmla="*/ 2505742 w 3219450"/>
                <a:gd name="connsiteY10578" fmla="*/ 1788033 h 2495550"/>
                <a:gd name="connsiteX10579" fmla="*/ 2506504 w 3219450"/>
                <a:gd name="connsiteY10579" fmla="*/ 1788224 h 2495550"/>
                <a:gd name="connsiteX10580" fmla="*/ 2508123 w 3219450"/>
                <a:gd name="connsiteY10580" fmla="*/ 1789557 h 2495550"/>
                <a:gd name="connsiteX10581" fmla="*/ 2508980 w 3219450"/>
                <a:gd name="connsiteY10581" fmla="*/ 1789652 h 2495550"/>
                <a:gd name="connsiteX10582" fmla="*/ 2510790 w 3219450"/>
                <a:gd name="connsiteY10582" fmla="*/ 1789271 h 2495550"/>
                <a:gd name="connsiteX10583" fmla="*/ 2510314 w 3219450"/>
                <a:gd name="connsiteY10583" fmla="*/ 1789938 h 2495550"/>
                <a:gd name="connsiteX10584" fmla="*/ 2509647 w 3219450"/>
                <a:gd name="connsiteY10584" fmla="*/ 1790319 h 2495550"/>
                <a:gd name="connsiteX10585" fmla="*/ 2508885 w 3219450"/>
                <a:gd name="connsiteY10585" fmla="*/ 1790414 h 2495550"/>
                <a:gd name="connsiteX10586" fmla="*/ 2508219 w 3219450"/>
                <a:gd name="connsiteY10586" fmla="*/ 1790129 h 2495550"/>
                <a:gd name="connsiteX10587" fmla="*/ 2507837 w 3219450"/>
                <a:gd name="connsiteY10587" fmla="*/ 1790605 h 2495550"/>
                <a:gd name="connsiteX10588" fmla="*/ 2507456 w 3219450"/>
                <a:gd name="connsiteY10588" fmla="*/ 1791272 h 2495550"/>
                <a:gd name="connsiteX10589" fmla="*/ 2509266 w 3219450"/>
                <a:gd name="connsiteY10589" fmla="*/ 1792796 h 2495550"/>
                <a:gd name="connsiteX10590" fmla="*/ 2509933 w 3219450"/>
                <a:gd name="connsiteY10590" fmla="*/ 1794891 h 2495550"/>
                <a:gd name="connsiteX10591" fmla="*/ 2508695 w 3219450"/>
                <a:gd name="connsiteY10591" fmla="*/ 1796796 h 2495550"/>
                <a:gd name="connsiteX10592" fmla="*/ 2510600 w 3219450"/>
                <a:gd name="connsiteY10592" fmla="*/ 1797558 h 2495550"/>
                <a:gd name="connsiteX10593" fmla="*/ 2511266 w 3219450"/>
                <a:gd name="connsiteY10593" fmla="*/ 1798606 h 2495550"/>
                <a:gd name="connsiteX10594" fmla="*/ 2511933 w 3219450"/>
                <a:gd name="connsiteY10594" fmla="*/ 1800225 h 2495550"/>
                <a:gd name="connsiteX10595" fmla="*/ 2512410 w 3219450"/>
                <a:gd name="connsiteY10595" fmla="*/ 1800511 h 2495550"/>
                <a:gd name="connsiteX10596" fmla="*/ 2513076 w 3219450"/>
                <a:gd name="connsiteY10596" fmla="*/ 1800606 h 2495550"/>
                <a:gd name="connsiteX10597" fmla="*/ 2513933 w 3219450"/>
                <a:gd name="connsiteY10597" fmla="*/ 1801940 h 2495550"/>
                <a:gd name="connsiteX10598" fmla="*/ 2514124 w 3219450"/>
                <a:gd name="connsiteY10598" fmla="*/ 1802225 h 2495550"/>
                <a:gd name="connsiteX10599" fmla="*/ 2514695 w 3219450"/>
                <a:gd name="connsiteY10599" fmla="*/ 1802321 h 2495550"/>
                <a:gd name="connsiteX10600" fmla="*/ 2514981 w 3219450"/>
                <a:gd name="connsiteY10600" fmla="*/ 1802416 h 2495550"/>
                <a:gd name="connsiteX10601" fmla="*/ 2515267 w 3219450"/>
                <a:gd name="connsiteY10601" fmla="*/ 1802321 h 2495550"/>
                <a:gd name="connsiteX10602" fmla="*/ 2515743 w 3219450"/>
                <a:gd name="connsiteY10602" fmla="*/ 1801940 h 2495550"/>
                <a:gd name="connsiteX10603" fmla="*/ 2516124 w 3219450"/>
                <a:gd name="connsiteY10603" fmla="*/ 1801463 h 2495550"/>
                <a:gd name="connsiteX10604" fmla="*/ 2516410 w 3219450"/>
                <a:gd name="connsiteY10604" fmla="*/ 1800797 h 2495550"/>
                <a:gd name="connsiteX10605" fmla="*/ 2516505 w 3219450"/>
                <a:gd name="connsiteY10605" fmla="*/ 1800130 h 2495550"/>
                <a:gd name="connsiteX10606" fmla="*/ 2516410 w 3219450"/>
                <a:gd name="connsiteY10606" fmla="*/ 1799463 h 2495550"/>
                <a:gd name="connsiteX10607" fmla="*/ 2516124 w 3219450"/>
                <a:gd name="connsiteY10607" fmla="*/ 1799654 h 2495550"/>
                <a:gd name="connsiteX10608" fmla="*/ 2515362 w 3219450"/>
                <a:gd name="connsiteY10608" fmla="*/ 1799939 h 2495550"/>
                <a:gd name="connsiteX10609" fmla="*/ 2515648 w 3219450"/>
                <a:gd name="connsiteY10609" fmla="*/ 1799082 h 2495550"/>
                <a:gd name="connsiteX10610" fmla="*/ 2515743 w 3219450"/>
                <a:gd name="connsiteY10610" fmla="*/ 1798320 h 2495550"/>
                <a:gd name="connsiteX10611" fmla="*/ 2515934 w 3219450"/>
                <a:gd name="connsiteY10611" fmla="*/ 1797653 h 2495550"/>
                <a:gd name="connsiteX10612" fmla="*/ 2516410 w 3219450"/>
                <a:gd name="connsiteY10612" fmla="*/ 1797082 h 2495550"/>
                <a:gd name="connsiteX10613" fmla="*/ 2517077 w 3219450"/>
                <a:gd name="connsiteY10613" fmla="*/ 1796701 h 2495550"/>
                <a:gd name="connsiteX10614" fmla="*/ 2517648 w 3219450"/>
                <a:gd name="connsiteY10614" fmla="*/ 1796606 h 2495550"/>
                <a:gd name="connsiteX10615" fmla="*/ 2518124 w 3219450"/>
                <a:gd name="connsiteY10615" fmla="*/ 1796415 h 2495550"/>
                <a:gd name="connsiteX10616" fmla="*/ 2518505 w 3219450"/>
                <a:gd name="connsiteY10616" fmla="*/ 1795844 h 2495550"/>
                <a:gd name="connsiteX10617" fmla="*/ 2518601 w 3219450"/>
                <a:gd name="connsiteY10617" fmla="*/ 1795081 h 2495550"/>
                <a:gd name="connsiteX10618" fmla="*/ 2518220 w 3219450"/>
                <a:gd name="connsiteY10618" fmla="*/ 1794796 h 2495550"/>
                <a:gd name="connsiteX10619" fmla="*/ 2517648 w 3219450"/>
                <a:gd name="connsiteY10619" fmla="*/ 1794701 h 2495550"/>
                <a:gd name="connsiteX10620" fmla="*/ 2517362 w 3219450"/>
                <a:gd name="connsiteY10620" fmla="*/ 1794224 h 2495550"/>
                <a:gd name="connsiteX10621" fmla="*/ 2517553 w 3219450"/>
                <a:gd name="connsiteY10621" fmla="*/ 1793367 h 2495550"/>
                <a:gd name="connsiteX10622" fmla="*/ 2518124 w 3219450"/>
                <a:gd name="connsiteY10622" fmla="*/ 1792986 h 2495550"/>
                <a:gd name="connsiteX10623" fmla="*/ 2518696 w 3219450"/>
                <a:gd name="connsiteY10623" fmla="*/ 1792986 h 2495550"/>
                <a:gd name="connsiteX10624" fmla="*/ 2519172 w 3219450"/>
                <a:gd name="connsiteY10624" fmla="*/ 1793367 h 2495550"/>
                <a:gd name="connsiteX10625" fmla="*/ 2519458 w 3219450"/>
                <a:gd name="connsiteY10625" fmla="*/ 1793367 h 2495550"/>
                <a:gd name="connsiteX10626" fmla="*/ 2519553 w 3219450"/>
                <a:gd name="connsiteY10626" fmla="*/ 1792891 h 2495550"/>
                <a:gd name="connsiteX10627" fmla="*/ 2519744 w 3219450"/>
                <a:gd name="connsiteY10627" fmla="*/ 1792510 h 2495550"/>
                <a:gd name="connsiteX10628" fmla="*/ 2520125 w 3219450"/>
                <a:gd name="connsiteY10628" fmla="*/ 1792224 h 2495550"/>
                <a:gd name="connsiteX10629" fmla="*/ 2520601 w 3219450"/>
                <a:gd name="connsiteY10629" fmla="*/ 1792034 h 2495550"/>
                <a:gd name="connsiteX10630" fmla="*/ 2521458 w 3219450"/>
                <a:gd name="connsiteY10630" fmla="*/ 1791367 h 2495550"/>
                <a:gd name="connsiteX10631" fmla="*/ 2522887 w 3219450"/>
                <a:gd name="connsiteY10631" fmla="*/ 1791272 h 2495550"/>
                <a:gd name="connsiteX10632" fmla="*/ 2524030 w 3219450"/>
                <a:gd name="connsiteY10632" fmla="*/ 1791652 h 2495550"/>
                <a:gd name="connsiteX10633" fmla="*/ 2525078 w 3219450"/>
                <a:gd name="connsiteY10633" fmla="*/ 1791938 h 2495550"/>
                <a:gd name="connsiteX10634" fmla="*/ 2526411 w 3219450"/>
                <a:gd name="connsiteY10634" fmla="*/ 1792986 h 2495550"/>
                <a:gd name="connsiteX10635" fmla="*/ 2527078 w 3219450"/>
                <a:gd name="connsiteY10635" fmla="*/ 1793177 h 2495550"/>
                <a:gd name="connsiteX10636" fmla="*/ 2526983 w 3219450"/>
                <a:gd name="connsiteY10636" fmla="*/ 1795558 h 2495550"/>
                <a:gd name="connsiteX10637" fmla="*/ 2527364 w 3219450"/>
                <a:gd name="connsiteY10637" fmla="*/ 1795748 h 2495550"/>
                <a:gd name="connsiteX10638" fmla="*/ 2528507 w 3219450"/>
                <a:gd name="connsiteY10638" fmla="*/ 1794891 h 2495550"/>
                <a:gd name="connsiteX10639" fmla="*/ 2529173 w 3219450"/>
                <a:gd name="connsiteY10639" fmla="*/ 1794034 h 2495550"/>
                <a:gd name="connsiteX10640" fmla="*/ 2530221 w 3219450"/>
                <a:gd name="connsiteY10640" fmla="*/ 1791843 h 2495550"/>
                <a:gd name="connsiteX10641" fmla="*/ 2530983 w 3219450"/>
                <a:gd name="connsiteY10641" fmla="*/ 1790795 h 2495550"/>
                <a:gd name="connsiteX10642" fmla="*/ 2530507 w 3219450"/>
                <a:gd name="connsiteY10642" fmla="*/ 1790224 h 2495550"/>
                <a:gd name="connsiteX10643" fmla="*/ 2530126 w 3219450"/>
                <a:gd name="connsiteY10643" fmla="*/ 1790129 h 2495550"/>
                <a:gd name="connsiteX10644" fmla="*/ 2529745 w 3219450"/>
                <a:gd name="connsiteY10644" fmla="*/ 1790319 h 2495550"/>
                <a:gd name="connsiteX10645" fmla="*/ 2529650 w 3219450"/>
                <a:gd name="connsiteY10645" fmla="*/ 1789843 h 2495550"/>
                <a:gd name="connsiteX10646" fmla="*/ 2529459 w 3219450"/>
                <a:gd name="connsiteY10646" fmla="*/ 1789367 h 2495550"/>
                <a:gd name="connsiteX10647" fmla="*/ 2529650 w 3219450"/>
                <a:gd name="connsiteY10647" fmla="*/ 1788414 h 2495550"/>
                <a:gd name="connsiteX10648" fmla="*/ 2528793 w 3219450"/>
                <a:gd name="connsiteY10648" fmla="*/ 1787366 h 2495550"/>
                <a:gd name="connsiteX10649" fmla="*/ 2528316 w 3219450"/>
                <a:gd name="connsiteY10649" fmla="*/ 1786033 h 2495550"/>
                <a:gd name="connsiteX10650" fmla="*/ 2527554 w 3219450"/>
                <a:gd name="connsiteY10650" fmla="*/ 1785366 h 2495550"/>
                <a:gd name="connsiteX10651" fmla="*/ 2527078 w 3219450"/>
                <a:gd name="connsiteY10651" fmla="*/ 1784699 h 2495550"/>
                <a:gd name="connsiteX10652" fmla="*/ 2527078 w 3219450"/>
                <a:gd name="connsiteY10652" fmla="*/ 1784033 h 2495550"/>
                <a:gd name="connsiteX10653" fmla="*/ 2527935 w 3219450"/>
                <a:gd name="connsiteY10653" fmla="*/ 1783366 h 2495550"/>
                <a:gd name="connsiteX10654" fmla="*/ 2528316 w 3219450"/>
                <a:gd name="connsiteY10654" fmla="*/ 1782699 h 2495550"/>
                <a:gd name="connsiteX10655" fmla="*/ 2527078 w 3219450"/>
                <a:gd name="connsiteY10655" fmla="*/ 1782032 h 2495550"/>
                <a:gd name="connsiteX10656" fmla="*/ 2524982 w 3219450"/>
                <a:gd name="connsiteY10656" fmla="*/ 1781842 h 2495550"/>
                <a:gd name="connsiteX10657" fmla="*/ 2523744 w 3219450"/>
                <a:gd name="connsiteY10657" fmla="*/ 1781937 h 2495550"/>
                <a:gd name="connsiteX10658" fmla="*/ 2523268 w 3219450"/>
                <a:gd name="connsiteY10658" fmla="*/ 1782032 h 2495550"/>
                <a:gd name="connsiteX10659" fmla="*/ 2523744 w 3219450"/>
                <a:gd name="connsiteY10659" fmla="*/ 1781366 h 2495550"/>
                <a:gd name="connsiteX10660" fmla="*/ 2524506 w 3219450"/>
                <a:gd name="connsiteY10660" fmla="*/ 1781270 h 2495550"/>
                <a:gd name="connsiteX10661" fmla="*/ 2525363 w 3219450"/>
                <a:gd name="connsiteY10661" fmla="*/ 1781366 h 2495550"/>
                <a:gd name="connsiteX10662" fmla="*/ 2526983 w 3219450"/>
                <a:gd name="connsiteY10662" fmla="*/ 1781175 h 2495550"/>
                <a:gd name="connsiteX10663" fmla="*/ 2526506 w 3219450"/>
                <a:gd name="connsiteY10663" fmla="*/ 1779937 h 2495550"/>
                <a:gd name="connsiteX10664" fmla="*/ 2525268 w 3219450"/>
                <a:gd name="connsiteY10664" fmla="*/ 1778413 h 2495550"/>
                <a:gd name="connsiteX10665" fmla="*/ 2524697 w 3219450"/>
                <a:gd name="connsiteY10665" fmla="*/ 1777175 h 2495550"/>
                <a:gd name="connsiteX10666" fmla="*/ 2524316 w 3219450"/>
                <a:gd name="connsiteY10666" fmla="*/ 1775460 h 2495550"/>
                <a:gd name="connsiteX10667" fmla="*/ 2524030 w 3219450"/>
                <a:gd name="connsiteY10667" fmla="*/ 1773936 h 2495550"/>
                <a:gd name="connsiteX10668" fmla="*/ 2523268 w 3219450"/>
                <a:gd name="connsiteY10668" fmla="*/ 1772031 h 2495550"/>
                <a:gd name="connsiteX10669" fmla="*/ 2522220 w 3219450"/>
                <a:gd name="connsiteY10669" fmla="*/ 1771555 h 2495550"/>
                <a:gd name="connsiteX10670" fmla="*/ 2520411 w 3219450"/>
                <a:gd name="connsiteY10670" fmla="*/ 1770126 h 2495550"/>
                <a:gd name="connsiteX10671" fmla="*/ 2518220 w 3219450"/>
                <a:gd name="connsiteY10671" fmla="*/ 1769745 h 2495550"/>
                <a:gd name="connsiteX10672" fmla="*/ 2516505 w 3219450"/>
                <a:gd name="connsiteY10672" fmla="*/ 1770602 h 2495550"/>
                <a:gd name="connsiteX10673" fmla="*/ 2515648 w 3219450"/>
                <a:gd name="connsiteY10673" fmla="*/ 1769745 h 2495550"/>
                <a:gd name="connsiteX10674" fmla="*/ 2513648 w 3219450"/>
                <a:gd name="connsiteY10674" fmla="*/ 1769936 h 2495550"/>
                <a:gd name="connsiteX10675" fmla="*/ 2510028 w 3219450"/>
                <a:gd name="connsiteY10675" fmla="*/ 1770983 h 2495550"/>
                <a:gd name="connsiteX10676" fmla="*/ 2510695 w 3219450"/>
                <a:gd name="connsiteY10676" fmla="*/ 1770221 h 2495550"/>
                <a:gd name="connsiteX10677" fmla="*/ 2511552 w 3219450"/>
                <a:gd name="connsiteY10677" fmla="*/ 1769936 h 2495550"/>
                <a:gd name="connsiteX10678" fmla="*/ 2512219 w 3219450"/>
                <a:gd name="connsiteY10678" fmla="*/ 1769459 h 2495550"/>
                <a:gd name="connsiteX10679" fmla="*/ 2512219 w 3219450"/>
                <a:gd name="connsiteY10679" fmla="*/ 1768126 h 2495550"/>
                <a:gd name="connsiteX10680" fmla="*/ 2511552 w 3219450"/>
                <a:gd name="connsiteY10680" fmla="*/ 1767173 h 2495550"/>
                <a:gd name="connsiteX10681" fmla="*/ 2509171 w 3219450"/>
                <a:gd name="connsiteY10681" fmla="*/ 1766316 h 2495550"/>
                <a:gd name="connsiteX10682" fmla="*/ 2508695 w 3219450"/>
                <a:gd name="connsiteY10682" fmla="*/ 1765840 h 2495550"/>
                <a:gd name="connsiteX10683" fmla="*/ 2508504 w 3219450"/>
                <a:gd name="connsiteY10683" fmla="*/ 1765173 h 2495550"/>
                <a:gd name="connsiteX10684" fmla="*/ 2508028 w 3219450"/>
                <a:gd name="connsiteY10684" fmla="*/ 1764316 h 2495550"/>
                <a:gd name="connsiteX10685" fmla="*/ 2507361 w 3219450"/>
                <a:gd name="connsiteY10685" fmla="*/ 1763554 h 2495550"/>
                <a:gd name="connsiteX10686" fmla="*/ 2506695 w 3219450"/>
                <a:gd name="connsiteY10686" fmla="*/ 1763173 h 2495550"/>
                <a:gd name="connsiteX10687" fmla="*/ 2505552 w 3219450"/>
                <a:gd name="connsiteY10687" fmla="*/ 1763077 h 2495550"/>
                <a:gd name="connsiteX10688" fmla="*/ 2504885 w 3219450"/>
                <a:gd name="connsiteY10688" fmla="*/ 1762697 h 2495550"/>
                <a:gd name="connsiteX10689" fmla="*/ 2503932 w 3219450"/>
                <a:gd name="connsiteY10689" fmla="*/ 1761173 h 2495550"/>
                <a:gd name="connsiteX10690" fmla="*/ 2503932 w 3219450"/>
                <a:gd name="connsiteY10690" fmla="*/ 1760792 h 2495550"/>
                <a:gd name="connsiteX10691" fmla="*/ 2504408 w 3219450"/>
                <a:gd name="connsiteY10691" fmla="*/ 1760982 h 2495550"/>
                <a:gd name="connsiteX10692" fmla="*/ 2504599 w 3219450"/>
                <a:gd name="connsiteY10692" fmla="*/ 1761268 h 2495550"/>
                <a:gd name="connsiteX10693" fmla="*/ 2504694 w 3219450"/>
                <a:gd name="connsiteY10693" fmla="*/ 1761649 h 2495550"/>
                <a:gd name="connsiteX10694" fmla="*/ 2504980 w 3219450"/>
                <a:gd name="connsiteY10694" fmla="*/ 1762030 h 2495550"/>
                <a:gd name="connsiteX10695" fmla="*/ 2505552 w 3219450"/>
                <a:gd name="connsiteY10695" fmla="*/ 1762506 h 2495550"/>
                <a:gd name="connsiteX10696" fmla="*/ 2506409 w 3219450"/>
                <a:gd name="connsiteY10696" fmla="*/ 1762887 h 2495550"/>
                <a:gd name="connsiteX10697" fmla="*/ 2506980 w 3219450"/>
                <a:gd name="connsiteY10697" fmla="*/ 1762982 h 2495550"/>
                <a:gd name="connsiteX10698" fmla="*/ 2507361 w 3219450"/>
                <a:gd name="connsiteY10698" fmla="*/ 1762982 h 2495550"/>
                <a:gd name="connsiteX10699" fmla="*/ 2507742 w 3219450"/>
                <a:gd name="connsiteY10699" fmla="*/ 1763077 h 2495550"/>
                <a:gd name="connsiteX10700" fmla="*/ 2508219 w 3219450"/>
                <a:gd name="connsiteY10700" fmla="*/ 1763649 h 2495550"/>
                <a:gd name="connsiteX10701" fmla="*/ 2508409 w 3219450"/>
                <a:gd name="connsiteY10701" fmla="*/ 1764030 h 2495550"/>
                <a:gd name="connsiteX10702" fmla="*/ 2508790 w 3219450"/>
                <a:gd name="connsiteY10702" fmla="*/ 1765268 h 2495550"/>
                <a:gd name="connsiteX10703" fmla="*/ 2508980 w 3219450"/>
                <a:gd name="connsiteY10703" fmla="*/ 1765649 h 2495550"/>
                <a:gd name="connsiteX10704" fmla="*/ 2509457 w 3219450"/>
                <a:gd name="connsiteY10704" fmla="*/ 1765840 h 2495550"/>
                <a:gd name="connsiteX10705" fmla="*/ 2510600 w 3219450"/>
                <a:gd name="connsiteY10705" fmla="*/ 1765935 h 2495550"/>
                <a:gd name="connsiteX10706" fmla="*/ 2511171 w 3219450"/>
                <a:gd name="connsiteY10706" fmla="*/ 1766030 h 2495550"/>
                <a:gd name="connsiteX10707" fmla="*/ 2511743 w 3219450"/>
                <a:gd name="connsiteY10707" fmla="*/ 1766316 h 2495550"/>
                <a:gd name="connsiteX10708" fmla="*/ 2512028 w 3219450"/>
                <a:gd name="connsiteY10708" fmla="*/ 1766506 h 2495550"/>
                <a:gd name="connsiteX10709" fmla="*/ 2512219 w 3219450"/>
                <a:gd name="connsiteY10709" fmla="*/ 1766792 h 2495550"/>
                <a:gd name="connsiteX10710" fmla="*/ 2512600 w 3219450"/>
                <a:gd name="connsiteY10710" fmla="*/ 1767269 h 2495550"/>
                <a:gd name="connsiteX10711" fmla="*/ 2513362 w 3219450"/>
                <a:gd name="connsiteY10711" fmla="*/ 1767935 h 2495550"/>
                <a:gd name="connsiteX10712" fmla="*/ 2514124 w 3219450"/>
                <a:gd name="connsiteY10712" fmla="*/ 1768412 h 2495550"/>
                <a:gd name="connsiteX10713" fmla="*/ 2514981 w 3219450"/>
                <a:gd name="connsiteY10713" fmla="*/ 1768697 h 2495550"/>
                <a:gd name="connsiteX10714" fmla="*/ 2522982 w 3219450"/>
                <a:gd name="connsiteY10714" fmla="*/ 1769364 h 2495550"/>
                <a:gd name="connsiteX10715" fmla="*/ 2528411 w 3219450"/>
                <a:gd name="connsiteY10715" fmla="*/ 1767935 h 2495550"/>
                <a:gd name="connsiteX10716" fmla="*/ 2529269 w 3219450"/>
                <a:gd name="connsiteY10716" fmla="*/ 1767269 h 2495550"/>
                <a:gd name="connsiteX10717" fmla="*/ 2529364 w 3219450"/>
                <a:gd name="connsiteY10717" fmla="*/ 1766888 h 2495550"/>
                <a:gd name="connsiteX10718" fmla="*/ 2529269 w 3219450"/>
                <a:gd name="connsiteY10718" fmla="*/ 1766506 h 2495550"/>
                <a:gd name="connsiteX10719" fmla="*/ 2528983 w 3219450"/>
                <a:gd name="connsiteY10719" fmla="*/ 1766030 h 2495550"/>
                <a:gd name="connsiteX10720" fmla="*/ 2529173 w 3219450"/>
                <a:gd name="connsiteY10720" fmla="*/ 1765745 h 2495550"/>
                <a:gd name="connsiteX10721" fmla="*/ 2529364 w 3219450"/>
                <a:gd name="connsiteY10721" fmla="*/ 1765554 h 2495550"/>
                <a:gd name="connsiteX10722" fmla="*/ 2529554 w 3219450"/>
                <a:gd name="connsiteY10722" fmla="*/ 1765364 h 2495550"/>
                <a:gd name="connsiteX10723" fmla="*/ 2529745 w 3219450"/>
                <a:gd name="connsiteY10723" fmla="*/ 1765173 h 2495550"/>
                <a:gd name="connsiteX10724" fmla="*/ 2530126 w 3219450"/>
                <a:gd name="connsiteY10724" fmla="*/ 1764697 h 2495550"/>
                <a:gd name="connsiteX10725" fmla="*/ 2530507 w 3219450"/>
                <a:gd name="connsiteY10725" fmla="*/ 1764411 h 2495550"/>
                <a:gd name="connsiteX10726" fmla="*/ 2530983 w 3219450"/>
                <a:gd name="connsiteY10726" fmla="*/ 1764221 h 2495550"/>
                <a:gd name="connsiteX10727" fmla="*/ 2531555 w 3219450"/>
                <a:gd name="connsiteY10727" fmla="*/ 1764030 h 2495550"/>
                <a:gd name="connsiteX10728" fmla="*/ 2531555 w 3219450"/>
                <a:gd name="connsiteY10728" fmla="*/ 1763554 h 2495550"/>
                <a:gd name="connsiteX10729" fmla="*/ 2530126 w 3219450"/>
                <a:gd name="connsiteY10729" fmla="*/ 1763554 h 2495550"/>
                <a:gd name="connsiteX10730" fmla="*/ 2530126 w 3219450"/>
                <a:gd name="connsiteY10730" fmla="*/ 1763173 h 2495550"/>
                <a:gd name="connsiteX10731" fmla="*/ 2530697 w 3219450"/>
                <a:gd name="connsiteY10731" fmla="*/ 1762982 h 2495550"/>
                <a:gd name="connsiteX10732" fmla="*/ 2531078 w 3219450"/>
                <a:gd name="connsiteY10732" fmla="*/ 1762697 h 2495550"/>
                <a:gd name="connsiteX10733" fmla="*/ 2531936 w 3219450"/>
                <a:gd name="connsiteY10733" fmla="*/ 1761935 h 2495550"/>
                <a:gd name="connsiteX10734" fmla="*/ 2531555 w 3219450"/>
                <a:gd name="connsiteY10734" fmla="*/ 1761458 h 2495550"/>
                <a:gd name="connsiteX10735" fmla="*/ 2531269 w 3219450"/>
                <a:gd name="connsiteY10735" fmla="*/ 1761173 h 2495550"/>
                <a:gd name="connsiteX10736" fmla="*/ 2530507 w 3219450"/>
                <a:gd name="connsiteY10736" fmla="*/ 1760696 h 2495550"/>
                <a:gd name="connsiteX10737" fmla="*/ 2530126 w 3219450"/>
                <a:gd name="connsiteY10737" fmla="*/ 1760696 h 2495550"/>
                <a:gd name="connsiteX10738" fmla="*/ 2529745 w 3219450"/>
                <a:gd name="connsiteY10738" fmla="*/ 1760887 h 2495550"/>
                <a:gd name="connsiteX10739" fmla="*/ 2529459 w 3219450"/>
                <a:gd name="connsiteY10739" fmla="*/ 1760792 h 2495550"/>
                <a:gd name="connsiteX10740" fmla="*/ 2529364 w 3219450"/>
                <a:gd name="connsiteY10740" fmla="*/ 1759934 h 2495550"/>
                <a:gd name="connsiteX10741" fmla="*/ 2529459 w 3219450"/>
                <a:gd name="connsiteY10741" fmla="*/ 1759649 h 2495550"/>
                <a:gd name="connsiteX10742" fmla="*/ 2529745 w 3219450"/>
                <a:gd name="connsiteY10742" fmla="*/ 1759077 h 2495550"/>
                <a:gd name="connsiteX10743" fmla="*/ 2529840 w 3219450"/>
                <a:gd name="connsiteY10743" fmla="*/ 1758696 h 2495550"/>
                <a:gd name="connsiteX10744" fmla="*/ 2529745 w 3219450"/>
                <a:gd name="connsiteY10744" fmla="*/ 1758506 h 2495550"/>
                <a:gd name="connsiteX10745" fmla="*/ 2529269 w 3219450"/>
                <a:gd name="connsiteY10745" fmla="*/ 1758506 h 2495550"/>
                <a:gd name="connsiteX10746" fmla="*/ 2528983 w 3219450"/>
                <a:gd name="connsiteY10746" fmla="*/ 1757839 h 2495550"/>
                <a:gd name="connsiteX10747" fmla="*/ 2528507 w 3219450"/>
                <a:gd name="connsiteY10747" fmla="*/ 1757648 h 2495550"/>
                <a:gd name="connsiteX10748" fmla="*/ 2527935 w 3219450"/>
                <a:gd name="connsiteY10748" fmla="*/ 1757744 h 2495550"/>
                <a:gd name="connsiteX10749" fmla="*/ 2527459 w 3219450"/>
                <a:gd name="connsiteY10749" fmla="*/ 1758029 h 2495550"/>
                <a:gd name="connsiteX10750" fmla="*/ 2526697 w 3219450"/>
                <a:gd name="connsiteY10750" fmla="*/ 1757648 h 2495550"/>
                <a:gd name="connsiteX10751" fmla="*/ 2525840 w 3219450"/>
                <a:gd name="connsiteY10751" fmla="*/ 1757363 h 2495550"/>
                <a:gd name="connsiteX10752" fmla="*/ 2525078 w 3219450"/>
                <a:gd name="connsiteY10752" fmla="*/ 1756981 h 2495550"/>
                <a:gd name="connsiteX10753" fmla="*/ 2524602 w 3219450"/>
                <a:gd name="connsiteY10753" fmla="*/ 1756315 h 2495550"/>
                <a:gd name="connsiteX10754" fmla="*/ 2524125 w 3219450"/>
                <a:gd name="connsiteY10754" fmla="*/ 1756410 h 2495550"/>
                <a:gd name="connsiteX10755" fmla="*/ 2523839 w 3219450"/>
                <a:gd name="connsiteY10755" fmla="*/ 1756124 h 2495550"/>
                <a:gd name="connsiteX10756" fmla="*/ 2523649 w 3219450"/>
                <a:gd name="connsiteY10756" fmla="*/ 1755648 h 2495550"/>
                <a:gd name="connsiteX10757" fmla="*/ 2523458 w 3219450"/>
                <a:gd name="connsiteY10757" fmla="*/ 1755077 h 2495550"/>
                <a:gd name="connsiteX10758" fmla="*/ 2522792 w 3219450"/>
                <a:gd name="connsiteY10758" fmla="*/ 1755458 h 2495550"/>
                <a:gd name="connsiteX10759" fmla="*/ 2523078 w 3219450"/>
                <a:gd name="connsiteY10759" fmla="*/ 1754219 h 2495550"/>
                <a:gd name="connsiteX10760" fmla="*/ 2524125 w 3219450"/>
                <a:gd name="connsiteY10760" fmla="*/ 1753838 h 2495550"/>
                <a:gd name="connsiteX10761" fmla="*/ 2525173 w 3219450"/>
                <a:gd name="connsiteY10761" fmla="*/ 1753934 h 2495550"/>
                <a:gd name="connsiteX10762" fmla="*/ 2525649 w 3219450"/>
                <a:gd name="connsiteY10762" fmla="*/ 1754124 h 2495550"/>
                <a:gd name="connsiteX10763" fmla="*/ 2526030 w 3219450"/>
                <a:gd name="connsiteY10763" fmla="*/ 1755077 h 2495550"/>
                <a:gd name="connsiteX10764" fmla="*/ 2526887 w 3219450"/>
                <a:gd name="connsiteY10764" fmla="*/ 1755458 h 2495550"/>
                <a:gd name="connsiteX10765" fmla="*/ 2527649 w 3219450"/>
                <a:gd name="connsiteY10765" fmla="*/ 1754981 h 2495550"/>
                <a:gd name="connsiteX10766" fmla="*/ 2527745 w 3219450"/>
                <a:gd name="connsiteY10766" fmla="*/ 1753457 h 2495550"/>
                <a:gd name="connsiteX10767" fmla="*/ 2528697 w 3219450"/>
                <a:gd name="connsiteY10767" fmla="*/ 1754696 h 2495550"/>
                <a:gd name="connsiteX10768" fmla="*/ 2529936 w 3219450"/>
                <a:gd name="connsiteY10768" fmla="*/ 1755362 h 2495550"/>
                <a:gd name="connsiteX10769" fmla="*/ 2532888 w 3219450"/>
                <a:gd name="connsiteY10769" fmla="*/ 1756410 h 2495550"/>
                <a:gd name="connsiteX10770" fmla="*/ 2533174 w 3219450"/>
                <a:gd name="connsiteY10770" fmla="*/ 1755648 h 2495550"/>
                <a:gd name="connsiteX10771" fmla="*/ 2533555 w 3219450"/>
                <a:gd name="connsiteY10771" fmla="*/ 1755077 h 2495550"/>
                <a:gd name="connsiteX10772" fmla="*/ 2534603 w 3219450"/>
                <a:gd name="connsiteY10772" fmla="*/ 1754315 h 2495550"/>
                <a:gd name="connsiteX10773" fmla="*/ 2534127 w 3219450"/>
                <a:gd name="connsiteY10773" fmla="*/ 1754124 h 2495550"/>
                <a:gd name="connsiteX10774" fmla="*/ 2533174 w 3219450"/>
                <a:gd name="connsiteY10774" fmla="*/ 1754029 h 2495550"/>
                <a:gd name="connsiteX10775" fmla="*/ 2532793 w 3219450"/>
                <a:gd name="connsiteY10775" fmla="*/ 1753934 h 2495550"/>
                <a:gd name="connsiteX10776" fmla="*/ 2532698 w 3219450"/>
                <a:gd name="connsiteY10776" fmla="*/ 1753743 h 2495550"/>
                <a:gd name="connsiteX10777" fmla="*/ 2532793 w 3219450"/>
                <a:gd name="connsiteY10777" fmla="*/ 1753457 h 2495550"/>
                <a:gd name="connsiteX10778" fmla="*/ 2532793 w 3219450"/>
                <a:gd name="connsiteY10778" fmla="*/ 1753172 h 2495550"/>
                <a:gd name="connsiteX10779" fmla="*/ 2532603 w 3219450"/>
                <a:gd name="connsiteY10779" fmla="*/ 1753076 h 2495550"/>
                <a:gd name="connsiteX10780" fmla="*/ 2532031 w 3219450"/>
                <a:gd name="connsiteY10780" fmla="*/ 1753076 h 2495550"/>
                <a:gd name="connsiteX10781" fmla="*/ 2531745 w 3219450"/>
                <a:gd name="connsiteY10781" fmla="*/ 1752981 h 2495550"/>
                <a:gd name="connsiteX10782" fmla="*/ 2531555 w 3219450"/>
                <a:gd name="connsiteY10782" fmla="*/ 1752791 h 2495550"/>
                <a:gd name="connsiteX10783" fmla="*/ 2531269 w 3219450"/>
                <a:gd name="connsiteY10783" fmla="*/ 1751838 h 2495550"/>
                <a:gd name="connsiteX10784" fmla="*/ 2531650 w 3219450"/>
                <a:gd name="connsiteY10784" fmla="*/ 1750981 h 2495550"/>
                <a:gd name="connsiteX10785" fmla="*/ 2532412 w 3219450"/>
                <a:gd name="connsiteY10785" fmla="*/ 1750314 h 2495550"/>
                <a:gd name="connsiteX10786" fmla="*/ 2533174 w 3219450"/>
                <a:gd name="connsiteY10786" fmla="*/ 1750124 h 2495550"/>
                <a:gd name="connsiteX10787" fmla="*/ 2532793 w 3219450"/>
                <a:gd name="connsiteY10787" fmla="*/ 1749552 h 2495550"/>
                <a:gd name="connsiteX10788" fmla="*/ 2530697 w 3219450"/>
                <a:gd name="connsiteY10788" fmla="*/ 1748123 h 2495550"/>
                <a:gd name="connsiteX10789" fmla="*/ 2529459 w 3219450"/>
                <a:gd name="connsiteY10789" fmla="*/ 1748790 h 2495550"/>
                <a:gd name="connsiteX10790" fmla="*/ 2526316 w 3219450"/>
                <a:gd name="connsiteY10790" fmla="*/ 1748219 h 2495550"/>
                <a:gd name="connsiteX10791" fmla="*/ 2525363 w 3219450"/>
                <a:gd name="connsiteY10791" fmla="*/ 1748885 h 2495550"/>
                <a:gd name="connsiteX10792" fmla="*/ 2526030 w 3219450"/>
                <a:gd name="connsiteY10792" fmla="*/ 1749457 h 2495550"/>
                <a:gd name="connsiteX10793" fmla="*/ 2525840 w 3219450"/>
                <a:gd name="connsiteY10793" fmla="*/ 1749933 h 2495550"/>
                <a:gd name="connsiteX10794" fmla="*/ 2525268 w 3219450"/>
                <a:gd name="connsiteY10794" fmla="*/ 1750124 h 2495550"/>
                <a:gd name="connsiteX10795" fmla="*/ 2524982 w 3219450"/>
                <a:gd name="connsiteY10795" fmla="*/ 1749933 h 2495550"/>
                <a:gd name="connsiteX10796" fmla="*/ 2524887 w 3219450"/>
                <a:gd name="connsiteY10796" fmla="*/ 1748123 h 2495550"/>
                <a:gd name="connsiteX10797" fmla="*/ 2525268 w 3219450"/>
                <a:gd name="connsiteY10797" fmla="*/ 1747552 h 2495550"/>
                <a:gd name="connsiteX10798" fmla="*/ 2526316 w 3219450"/>
                <a:gd name="connsiteY10798" fmla="*/ 1747361 h 2495550"/>
                <a:gd name="connsiteX10799" fmla="*/ 2527078 w 3219450"/>
                <a:gd name="connsiteY10799" fmla="*/ 1747647 h 2495550"/>
                <a:gd name="connsiteX10800" fmla="*/ 2527840 w 3219450"/>
                <a:gd name="connsiteY10800" fmla="*/ 1748123 h 2495550"/>
                <a:gd name="connsiteX10801" fmla="*/ 2528602 w 3219450"/>
                <a:gd name="connsiteY10801" fmla="*/ 1748314 h 2495550"/>
                <a:gd name="connsiteX10802" fmla="*/ 2529459 w 3219450"/>
                <a:gd name="connsiteY10802" fmla="*/ 1747838 h 2495550"/>
                <a:gd name="connsiteX10803" fmla="*/ 2529840 w 3219450"/>
                <a:gd name="connsiteY10803" fmla="*/ 1747076 h 2495550"/>
                <a:gd name="connsiteX10804" fmla="*/ 2530031 w 3219450"/>
                <a:gd name="connsiteY10804" fmla="*/ 1746028 h 2495550"/>
                <a:gd name="connsiteX10805" fmla="*/ 2530031 w 3219450"/>
                <a:gd name="connsiteY10805" fmla="*/ 1745075 h 2495550"/>
                <a:gd name="connsiteX10806" fmla="*/ 2529840 w 3219450"/>
                <a:gd name="connsiteY10806" fmla="*/ 1744504 h 2495550"/>
                <a:gd name="connsiteX10807" fmla="*/ 2524982 w 3219450"/>
                <a:gd name="connsiteY10807" fmla="*/ 1744409 h 2495550"/>
                <a:gd name="connsiteX10808" fmla="*/ 2523268 w 3219450"/>
                <a:gd name="connsiteY10808" fmla="*/ 1745075 h 2495550"/>
                <a:gd name="connsiteX10809" fmla="*/ 2518220 w 3219450"/>
                <a:gd name="connsiteY10809" fmla="*/ 1744980 h 2495550"/>
                <a:gd name="connsiteX10810" fmla="*/ 2518982 w 3219450"/>
                <a:gd name="connsiteY10810" fmla="*/ 1744218 h 2495550"/>
                <a:gd name="connsiteX10811" fmla="*/ 2519648 w 3219450"/>
                <a:gd name="connsiteY10811" fmla="*/ 1743742 h 2495550"/>
                <a:gd name="connsiteX10812" fmla="*/ 2520315 w 3219450"/>
                <a:gd name="connsiteY10812" fmla="*/ 1743551 h 2495550"/>
                <a:gd name="connsiteX10813" fmla="*/ 2521077 w 3219450"/>
                <a:gd name="connsiteY10813" fmla="*/ 1743361 h 2495550"/>
                <a:gd name="connsiteX10814" fmla="*/ 2521077 w 3219450"/>
                <a:gd name="connsiteY10814" fmla="*/ 1742980 h 2495550"/>
                <a:gd name="connsiteX10815" fmla="*/ 2520029 w 3219450"/>
                <a:gd name="connsiteY10815" fmla="*/ 1742980 h 2495550"/>
                <a:gd name="connsiteX10816" fmla="*/ 2520125 w 3219450"/>
                <a:gd name="connsiteY10816" fmla="*/ 1742789 h 2495550"/>
                <a:gd name="connsiteX10817" fmla="*/ 2520125 w 3219450"/>
                <a:gd name="connsiteY10817" fmla="*/ 1742694 h 2495550"/>
                <a:gd name="connsiteX10818" fmla="*/ 2520125 w 3219450"/>
                <a:gd name="connsiteY10818" fmla="*/ 1742694 h 2495550"/>
                <a:gd name="connsiteX10819" fmla="*/ 2520315 w 3219450"/>
                <a:gd name="connsiteY10819" fmla="*/ 1742599 h 2495550"/>
                <a:gd name="connsiteX10820" fmla="*/ 2518505 w 3219450"/>
                <a:gd name="connsiteY10820" fmla="*/ 1741742 h 2495550"/>
                <a:gd name="connsiteX10821" fmla="*/ 2519077 w 3219450"/>
                <a:gd name="connsiteY10821" fmla="*/ 1741075 h 2495550"/>
                <a:gd name="connsiteX10822" fmla="*/ 2519648 w 3219450"/>
                <a:gd name="connsiteY10822" fmla="*/ 1741075 h 2495550"/>
                <a:gd name="connsiteX10823" fmla="*/ 2520982 w 3219450"/>
                <a:gd name="connsiteY10823" fmla="*/ 1741742 h 2495550"/>
                <a:gd name="connsiteX10824" fmla="*/ 2521268 w 3219450"/>
                <a:gd name="connsiteY10824" fmla="*/ 1740789 h 2495550"/>
                <a:gd name="connsiteX10825" fmla="*/ 2521744 w 3219450"/>
                <a:gd name="connsiteY10825" fmla="*/ 1739932 h 2495550"/>
                <a:gd name="connsiteX10826" fmla="*/ 2522220 w 3219450"/>
                <a:gd name="connsiteY10826" fmla="*/ 1739551 h 2495550"/>
                <a:gd name="connsiteX10827" fmla="*/ 2522411 w 3219450"/>
                <a:gd name="connsiteY10827" fmla="*/ 1740313 h 2495550"/>
                <a:gd name="connsiteX10828" fmla="*/ 2522792 w 3219450"/>
                <a:gd name="connsiteY10828" fmla="*/ 1740884 h 2495550"/>
                <a:gd name="connsiteX10829" fmla="*/ 2523458 w 3219450"/>
                <a:gd name="connsiteY10829" fmla="*/ 1740694 h 2495550"/>
                <a:gd name="connsiteX10830" fmla="*/ 2523935 w 3219450"/>
                <a:gd name="connsiteY10830" fmla="*/ 1740027 h 2495550"/>
                <a:gd name="connsiteX10831" fmla="*/ 2523554 w 3219450"/>
                <a:gd name="connsiteY10831" fmla="*/ 1739265 h 2495550"/>
                <a:gd name="connsiteX10832" fmla="*/ 2523554 w 3219450"/>
                <a:gd name="connsiteY10832" fmla="*/ 1738884 h 2495550"/>
                <a:gd name="connsiteX10833" fmla="*/ 2524220 w 3219450"/>
                <a:gd name="connsiteY10833" fmla="*/ 1738313 h 2495550"/>
                <a:gd name="connsiteX10834" fmla="*/ 2524982 w 3219450"/>
                <a:gd name="connsiteY10834" fmla="*/ 1737170 h 2495550"/>
                <a:gd name="connsiteX10835" fmla="*/ 2525268 w 3219450"/>
                <a:gd name="connsiteY10835" fmla="*/ 1735931 h 2495550"/>
                <a:gd name="connsiteX10836" fmla="*/ 2524697 w 3219450"/>
                <a:gd name="connsiteY10836" fmla="*/ 1735169 h 2495550"/>
                <a:gd name="connsiteX10837" fmla="*/ 2524697 w 3219450"/>
                <a:gd name="connsiteY10837" fmla="*/ 1734788 h 2495550"/>
                <a:gd name="connsiteX10838" fmla="*/ 2526030 w 3219450"/>
                <a:gd name="connsiteY10838" fmla="*/ 1735169 h 2495550"/>
                <a:gd name="connsiteX10839" fmla="*/ 2526697 w 3219450"/>
                <a:gd name="connsiteY10839" fmla="*/ 1735169 h 2495550"/>
                <a:gd name="connsiteX10840" fmla="*/ 2527269 w 3219450"/>
                <a:gd name="connsiteY10840" fmla="*/ 1734788 h 2495550"/>
                <a:gd name="connsiteX10841" fmla="*/ 2526887 w 3219450"/>
                <a:gd name="connsiteY10841" fmla="*/ 1734312 h 2495550"/>
                <a:gd name="connsiteX10842" fmla="*/ 2526602 w 3219450"/>
                <a:gd name="connsiteY10842" fmla="*/ 1733645 h 2495550"/>
                <a:gd name="connsiteX10843" fmla="*/ 2526697 w 3219450"/>
                <a:gd name="connsiteY10843" fmla="*/ 1733169 h 2495550"/>
                <a:gd name="connsiteX10844" fmla="*/ 2527269 w 3219450"/>
                <a:gd name="connsiteY10844" fmla="*/ 1733074 h 2495550"/>
                <a:gd name="connsiteX10845" fmla="*/ 2527745 w 3219450"/>
                <a:gd name="connsiteY10845" fmla="*/ 1733360 h 2495550"/>
                <a:gd name="connsiteX10846" fmla="*/ 2528030 w 3219450"/>
                <a:gd name="connsiteY10846" fmla="*/ 1733836 h 2495550"/>
                <a:gd name="connsiteX10847" fmla="*/ 2528983 w 3219450"/>
                <a:gd name="connsiteY10847" fmla="*/ 1737646 h 2495550"/>
                <a:gd name="connsiteX10848" fmla="*/ 2529364 w 3219450"/>
                <a:gd name="connsiteY10848" fmla="*/ 1738884 h 2495550"/>
                <a:gd name="connsiteX10849" fmla="*/ 2530126 w 3219450"/>
                <a:gd name="connsiteY10849" fmla="*/ 1739932 h 2495550"/>
                <a:gd name="connsiteX10850" fmla="*/ 2530316 w 3219450"/>
                <a:gd name="connsiteY10850" fmla="*/ 1738598 h 2495550"/>
                <a:gd name="connsiteX10851" fmla="*/ 2529840 w 3219450"/>
                <a:gd name="connsiteY10851" fmla="*/ 1735360 h 2495550"/>
                <a:gd name="connsiteX10852" fmla="*/ 2530126 w 3219450"/>
                <a:gd name="connsiteY10852" fmla="*/ 1734122 h 2495550"/>
                <a:gd name="connsiteX10853" fmla="*/ 2529936 w 3219450"/>
                <a:gd name="connsiteY10853" fmla="*/ 1733074 h 2495550"/>
                <a:gd name="connsiteX10854" fmla="*/ 2530793 w 3219450"/>
                <a:gd name="connsiteY10854" fmla="*/ 1732788 h 2495550"/>
                <a:gd name="connsiteX10855" fmla="*/ 2531555 w 3219450"/>
                <a:gd name="connsiteY10855" fmla="*/ 1733169 h 2495550"/>
                <a:gd name="connsiteX10856" fmla="*/ 2531078 w 3219450"/>
                <a:gd name="connsiteY10856" fmla="*/ 1734312 h 2495550"/>
                <a:gd name="connsiteX10857" fmla="*/ 2530888 w 3219450"/>
                <a:gd name="connsiteY10857" fmla="*/ 1735169 h 2495550"/>
                <a:gd name="connsiteX10858" fmla="*/ 2530793 w 3219450"/>
                <a:gd name="connsiteY10858" fmla="*/ 1738217 h 2495550"/>
                <a:gd name="connsiteX10859" fmla="*/ 2530888 w 3219450"/>
                <a:gd name="connsiteY10859" fmla="*/ 1739170 h 2495550"/>
                <a:gd name="connsiteX10860" fmla="*/ 2531460 w 3219450"/>
                <a:gd name="connsiteY10860" fmla="*/ 1740313 h 2495550"/>
                <a:gd name="connsiteX10861" fmla="*/ 2532412 w 3219450"/>
                <a:gd name="connsiteY10861" fmla="*/ 1740789 h 2495550"/>
                <a:gd name="connsiteX10862" fmla="*/ 2534222 w 3219450"/>
                <a:gd name="connsiteY10862" fmla="*/ 1740884 h 2495550"/>
                <a:gd name="connsiteX10863" fmla="*/ 2535270 w 3219450"/>
                <a:gd name="connsiteY10863" fmla="*/ 1740408 h 2495550"/>
                <a:gd name="connsiteX10864" fmla="*/ 2536031 w 3219450"/>
                <a:gd name="connsiteY10864" fmla="*/ 1739551 h 2495550"/>
                <a:gd name="connsiteX10865" fmla="*/ 2536412 w 3219450"/>
                <a:gd name="connsiteY10865" fmla="*/ 1739170 h 2495550"/>
                <a:gd name="connsiteX10866" fmla="*/ 2537079 w 3219450"/>
                <a:gd name="connsiteY10866" fmla="*/ 1737455 h 2495550"/>
                <a:gd name="connsiteX10867" fmla="*/ 2537936 w 3219450"/>
                <a:gd name="connsiteY10867" fmla="*/ 1736027 h 2495550"/>
                <a:gd name="connsiteX10868" fmla="*/ 2538127 w 3219450"/>
                <a:gd name="connsiteY10868" fmla="*/ 1733455 h 2495550"/>
                <a:gd name="connsiteX10869" fmla="*/ 2537746 w 3219450"/>
                <a:gd name="connsiteY10869" fmla="*/ 1730978 h 2495550"/>
                <a:gd name="connsiteX10870" fmla="*/ 2537079 w 3219450"/>
                <a:gd name="connsiteY10870" fmla="*/ 1729645 h 2495550"/>
                <a:gd name="connsiteX10871" fmla="*/ 2537555 w 3219450"/>
                <a:gd name="connsiteY10871" fmla="*/ 1729169 h 2495550"/>
                <a:gd name="connsiteX10872" fmla="*/ 2538032 w 3219450"/>
                <a:gd name="connsiteY10872" fmla="*/ 1728883 h 2495550"/>
                <a:gd name="connsiteX10873" fmla="*/ 2538603 w 3219450"/>
                <a:gd name="connsiteY10873" fmla="*/ 1728788 h 2495550"/>
                <a:gd name="connsiteX10874" fmla="*/ 2539270 w 3219450"/>
                <a:gd name="connsiteY10874" fmla="*/ 1728788 h 2495550"/>
                <a:gd name="connsiteX10875" fmla="*/ 2538603 w 3219450"/>
                <a:gd name="connsiteY10875" fmla="*/ 1730693 h 2495550"/>
                <a:gd name="connsiteX10876" fmla="*/ 2538603 w 3219450"/>
                <a:gd name="connsiteY10876" fmla="*/ 1731550 h 2495550"/>
                <a:gd name="connsiteX10877" fmla="*/ 2539175 w 3219450"/>
                <a:gd name="connsiteY10877" fmla="*/ 1732121 h 2495550"/>
                <a:gd name="connsiteX10878" fmla="*/ 2539461 w 3219450"/>
                <a:gd name="connsiteY10878" fmla="*/ 1731836 h 2495550"/>
                <a:gd name="connsiteX10879" fmla="*/ 2540127 w 3219450"/>
                <a:gd name="connsiteY10879" fmla="*/ 1731359 h 2495550"/>
                <a:gd name="connsiteX10880" fmla="*/ 2540889 w 3219450"/>
                <a:gd name="connsiteY10880" fmla="*/ 1731264 h 2495550"/>
                <a:gd name="connsiteX10881" fmla="*/ 2541461 w 3219450"/>
                <a:gd name="connsiteY10881" fmla="*/ 1732217 h 2495550"/>
                <a:gd name="connsiteX10882" fmla="*/ 2540794 w 3219450"/>
                <a:gd name="connsiteY10882" fmla="*/ 1732217 h 2495550"/>
                <a:gd name="connsiteX10883" fmla="*/ 2540222 w 3219450"/>
                <a:gd name="connsiteY10883" fmla="*/ 1732312 h 2495550"/>
                <a:gd name="connsiteX10884" fmla="*/ 2539746 w 3219450"/>
                <a:gd name="connsiteY10884" fmla="*/ 1732598 h 2495550"/>
                <a:gd name="connsiteX10885" fmla="*/ 2539270 w 3219450"/>
                <a:gd name="connsiteY10885" fmla="*/ 1732979 h 2495550"/>
                <a:gd name="connsiteX10886" fmla="*/ 2539365 w 3219450"/>
                <a:gd name="connsiteY10886" fmla="*/ 1733741 h 2495550"/>
                <a:gd name="connsiteX10887" fmla="*/ 2539079 w 3219450"/>
                <a:gd name="connsiteY10887" fmla="*/ 1735360 h 2495550"/>
                <a:gd name="connsiteX10888" fmla="*/ 2539079 w 3219450"/>
                <a:gd name="connsiteY10888" fmla="*/ 1736693 h 2495550"/>
                <a:gd name="connsiteX10889" fmla="*/ 2538794 w 3219450"/>
                <a:gd name="connsiteY10889" fmla="*/ 1738408 h 2495550"/>
                <a:gd name="connsiteX10890" fmla="*/ 2538698 w 3219450"/>
                <a:gd name="connsiteY10890" fmla="*/ 1739265 h 2495550"/>
                <a:gd name="connsiteX10891" fmla="*/ 2538603 w 3219450"/>
                <a:gd name="connsiteY10891" fmla="*/ 1741265 h 2495550"/>
                <a:gd name="connsiteX10892" fmla="*/ 2540032 w 3219450"/>
                <a:gd name="connsiteY10892" fmla="*/ 1741646 h 2495550"/>
                <a:gd name="connsiteX10893" fmla="*/ 2541556 w 3219450"/>
                <a:gd name="connsiteY10893" fmla="*/ 1741646 h 2495550"/>
                <a:gd name="connsiteX10894" fmla="*/ 2544318 w 3219450"/>
                <a:gd name="connsiteY10894" fmla="*/ 1740122 h 2495550"/>
                <a:gd name="connsiteX10895" fmla="*/ 2545842 w 3219450"/>
                <a:gd name="connsiteY10895" fmla="*/ 1739646 h 2495550"/>
                <a:gd name="connsiteX10896" fmla="*/ 2546985 w 3219450"/>
                <a:gd name="connsiteY10896" fmla="*/ 1739646 h 2495550"/>
                <a:gd name="connsiteX10897" fmla="*/ 2546795 w 3219450"/>
                <a:gd name="connsiteY10897" fmla="*/ 1739170 h 2495550"/>
                <a:gd name="connsiteX10898" fmla="*/ 2546795 w 3219450"/>
                <a:gd name="connsiteY10898" fmla="*/ 1738789 h 2495550"/>
                <a:gd name="connsiteX10899" fmla="*/ 2546985 w 3219450"/>
                <a:gd name="connsiteY10899" fmla="*/ 1738027 h 2495550"/>
                <a:gd name="connsiteX10900" fmla="*/ 2547747 w 3219450"/>
                <a:gd name="connsiteY10900" fmla="*/ 1738408 h 2495550"/>
                <a:gd name="connsiteX10901" fmla="*/ 2547366 w 3219450"/>
                <a:gd name="connsiteY10901" fmla="*/ 1737170 h 2495550"/>
                <a:gd name="connsiteX10902" fmla="*/ 2547461 w 3219450"/>
                <a:gd name="connsiteY10902" fmla="*/ 1736408 h 2495550"/>
                <a:gd name="connsiteX10903" fmla="*/ 2548128 w 3219450"/>
                <a:gd name="connsiteY10903" fmla="*/ 1736027 h 2495550"/>
                <a:gd name="connsiteX10904" fmla="*/ 2549462 w 3219450"/>
                <a:gd name="connsiteY10904" fmla="*/ 1735931 h 2495550"/>
                <a:gd name="connsiteX10905" fmla="*/ 2549176 w 3219450"/>
                <a:gd name="connsiteY10905" fmla="*/ 1735550 h 2495550"/>
                <a:gd name="connsiteX10906" fmla="*/ 2548604 w 3219450"/>
                <a:gd name="connsiteY10906" fmla="*/ 1734502 h 2495550"/>
                <a:gd name="connsiteX10907" fmla="*/ 2548509 w 3219450"/>
                <a:gd name="connsiteY10907" fmla="*/ 1734312 h 2495550"/>
                <a:gd name="connsiteX10908" fmla="*/ 2547938 w 3219450"/>
                <a:gd name="connsiteY10908" fmla="*/ 1734502 h 2495550"/>
                <a:gd name="connsiteX10909" fmla="*/ 2547271 w 3219450"/>
                <a:gd name="connsiteY10909" fmla="*/ 1735360 h 2495550"/>
                <a:gd name="connsiteX10910" fmla="*/ 2546795 w 3219450"/>
                <a:gd name="connsiteY10910" fmla="*/ 1735550 h 2495550"/>
                <a:gd name="connsiteX10911" fmla="*/ 2545842 w 3219450"/>
                <a:gd name="connsiteY10911" fmla="*/ 1735169 h 2495550"/>
                <a:gd name="connsiteX10912" fmla="*/ 2544985 w 3219450"/>
                <a:gd name="connsiteY10912" fmla="*/ 1734312 h 2495550"/>
                <a:gd name="connsiteX10913" fmla="*/ 2544699 w 3219450"/>
                <a:gd name="connsiteY10913" fmla="*/ 1733455 h 2495550"/>
                <a:gd name="connsiteX10914" fmla="*/ 2545461 w 3219450"/>
                <a:gd name="connsiteY10914" fmla="*/ 1733074 h 2495550"/>
                <a:gd name="connsiteX10915" fmla="*/ 2545271 w 3219450"/>
                <a:gd name="connsiteY10915" fmla="*/ 1732502 h 2495550"/>
                <a:gd name="connsiteX10916" fmla="*/ 2545176 w 3219450"/>
                <a:gd name="connsiteY10916" fmla="*/ 1732312 h 2495550"/>
                <a:gd name="connsiteX10917" fmla="*/ 2546033 w 3219450"/>
                <a:gd name="connsiteY10917" fmla="*/ 1732312 h 2495550"/>
                <a:gd name="connsiteX10918" fmla="*/ 2546414 w 3219450"/>
                <a:gd name="connsiteY10918" fmla="*/ 1732026 h 2495550"/>
                <a:gd name="connsiteX10919" fmla="*/ 2546414 w 3219450"/>
                <a:gd name="connsiteY10919" fmla="*/ 1731550 h 2495550"/>
                <a:gd name="connsiteX10920" fmla="*/ 2546319 w 3219450"/>
                <a:gd name="connsiteY10920" fmla="*/ 1731074 h 2495550"/>
                <a:gd name="connsiteX10921" fmla="*/ 2546223 w 3219450"/>
                <a:gd name="connsiteY10921" fmla="*/ 1731074 h 2495550"/>
                <a:gd name="connsiteX10922" fmla="*/ 2545652 w 3219450"/>
                <a:gd name="connsiteY10922" fmla="*/ 1730407 h 2495550"/>
                <a:gd name="connsiteX10923" fmla="*/ 2545652 w 3219450"/>
                <a:gd name="connsiteY10923" fmla="*/ 1729550 h 2495550"/>
                <a:gd name="connsiteX10924" fmla="*/ 2545937 w 3219450"/>
                <a:gd name="connsiteY10924" fmla="*/ 1728502 h 2495550"/>
                <a:gd name="connsiteX10925" fmla="*/ 2545652 w 3219450"/>
                <a:gd name="connsiteY10925" fmla="*/ 1727930 h 2495550"/>
                <a:gd name="connsiteX10926" fmla="*/ 2545937 w 3219450"/>
                <a:gd name="connsiteY10926" fmla="*/ 1727454 h 2495550"/>
                <a:gd name="connsiteX10927" fmla="*/ 2546319 w 3219450"/>
                <a:gd name="connsiteY10927" fmla="*/ 1726883 h 2495550"/>
                <a:gd name="connsiteX10928" fmla="*/ 2545937 w 3219450"/>
                <a:gd name="connsiteY10928" fmla="*/ 1726311 h 2495550"/>
                <a:gd name="connsiteX10929" fmla="*/ 2546319 w 3219450"/>
                <a:gd name="connsiteY10929" fmla="*/ 1725835 h 2495550"/>
                <a:gd name="connsiteX10930" fmla="*/ 2546699 w 3219450"/>
                <a:gd name="connsiteY10930" fmla="*/ 1725644 h 2495550"/>
                <a:gd name="connsiteX10931" fmla="*/ 2547271 w 3219450"/>
                <a:gd name="connsiteY10931" fmla="*/ 1726025 h 2495550"/>
                <a:gd name="connsiteX10932" fmla="*/ 2547747 w 3219450"/>
                <a:gd name="connsiteY10932" fmla="*/ 1726787 h 2495550"/>
                <a:gd name="connsiteX10933" fmla="*/ 2547747 w 3219450"/>
                <a:gd name="connsiteY10933" fmla="*/ 1725930 h 2495550"/>
                <a:gd name="connsiteX10934" fmla="*/ 2548033 w 3219450"/>
                <a:gd name="connsiteY10934" fmla="*/ 1725359 h 2495550"/>
                <a:gd name="connsiteX10935" fmla="*/ 2548319 w 3219450"/>
                <a:gd name="connsiteY10935" fmla="*/ 1724882 h 2495550"/>
                <a:gd name="connsiteX10936" fmla="*/ 2548414 w 3219450"/>
                <a:gd name="connsiteY10936" fmla="*/ 1724311 h 2495550"/>
                <a:gd name="connsiteX10937" fmla="*/ 2546890 w 3219450"/>
                <a:gd name="connsiteY10937" fmla="*/ 1722501 h 2495550"/>
                <a:gd name="connsiteX10938" fmla="*/ 2546699 w 3219450"/>
                <a:gd name="connsiteY10938" fmla="*/ 1722025 h 2495550"/>
                <a:gd name="connsiteX10939" fmla="*/ 2546890 w 3219450"/>
                <a:gd name="connsiteY10939" fmla="*/ 1721358 h 2495550"/>
                <a:gd name="connsiteX10940" fmla="*/ 2546414 w 3219450"/>
                <a:gd name="connsiteY10940" fmla="*/ 1720977 h 2495550"/>
                <a:gd name="connsiteX10941" fmla="*/ 2545747 w 3219450"/>
                <a:gd name="connsiteY10941" fmla="*/ 1720691 h 2495550"/>
                <a:gd name="connsiteX10942" fmla="*/ 2545271 w 3219450"/>
                <a:gd name="connsiteY10942" fmla="*/ 1720406 h 2495550"/>
                <a:gd name="connsiteX10943" fmla="*/ 2545176 w 3219450"/>
                <a:gd name="connsiteY10943" fmla="*/ 1719739 h 2495550"/>
                <a:gd name="connsiteX10944" fmla="*/ 2545747 w 3219450"/>
                <a:gd name="connsiteY10944" fmla="*/ 1719358 h 2495550"/>
                <a:gd name="connsiteX10945" fmla="*/ 2547176 w 3219450"/>
                <a:gd name="connsiteY10945" fmla="*/ 1718881 h 2495550"/>
                <a:gd name="connsiteX10946" fmla="*/ 2546699 w 3219450"/>
                <a:gd name="connsiteY10946" fmla="*/ 1718120 h 2495550"/>
                <a:gd name="connsiteX10947" fmla="*/ 2547176 w 3219450"/>
                <a:gd name="connsiteY10947" fmla="*/ 1717834 h 2495550"/>
                <a:gd name="connsiteX10948" fmla="*/ 2547938 w 3219450"/>
                <a:gd name="connsiteY10948" fmla="*/ 1717643 h 2495550"/>
                <a:gd name="connsiteX10949" fmla="*/ 2548319 w 3219450"/>
                <a:gd name="connsiteY10949" fmla="*/ 1717072 h 2495550"/>
                <a:gd name="connsiteX10950" fmla="*/ 2548319 w 3219450"/>
                <a:gd name="connsiteY10950" fmla="*/ 1715643 h 2495550"/>
                <a:gd name="connsiteX10951" fmla="*/ 2548033 w 3219450"/>
                <a:gd name="connsiteY10951" fmla="*/ 1715072 h 2495550"/>
                <a:gd name="connsiteX10952" fmla="*/ 2547366 w 3219450"/>
                <a:gd name="connsiteY10952" fmla="*/ 1714881 h 2495550"/>
                <a:gd name="connsiteX10953" fmla="*/ 2546795 w 3219450"/>
                <a:gd name="connsiteY10953" fmla="*/ 1714595 h 2495550"/>
                <a:gd name="connsiteX10954" fmla="*/ 2545937 w 3219450"/>
                <a:gd name="connsiteY10954" fmla="*/ 1713167 h 2495550"/>
                <a:gd name="connsiteX10955" fmla="*/ 2545366 w 3219450"/>
                <a:gd name="connsiteY10955" fmla="*/ 1712786 h 2495550"/>
                <a:gd name="connsiteX10956" fmla="*/ 2544509 w 3219450"/>
                <a:gd name="connsiteY10956" fmla="*/ 1713548 h 2495550"/>
                <a:gd name="connsiteX10957" fmla="*/ 2543461 w 3219450"/>
                <a:gd name="connsiteY10957" fmla="*/ 1713833 h 2495550"/>
                <a:gd name="connsiteX10958" fmla="*/ 2542794 w 3219450"/>
                <a:gd name="connsiteY10958" fmla="*/ 1713643 h 2495550"/>
                <a:gd name="connsiteX10959" fmla="*/ 2542032 w 3219450"/>
                <a:gd name="connsiteY10959" fmla="*/ 1714310 h 2495550"/>
                <a:gd name="connsiteX10960" fmla="*/ 2540985 w 3219450"/>
                <a:gd name="connsiteY10960" fmla="*/ 1714310 h 2495550"/>
                <a:gd name="connsiteX10961" fmla="*/ 2540127 w 3219450"/>
                <a:gd name="connsiteY10961" fmla="*/ 1714881 h 2495550"/>
                <a:gd name="connsiteX10962" fmla="*/ 2538984 w 3219450"/>
                <a:gd name="connsiteY10962" fmla="*/ 1715262 h 2495550"/>
                <a:gd name="connsiteX10963" fmla="*/ 2537841 w 3219450"/>
                <a:gd name="connsiteY10963" fmla="*/ 1716786 h 2495550"/>
                <a:gd name="connsiteX10964" fmla="*/ 2536508 w 3219450"/>
                <a:gd name="connsiteY10964" fmla="*/ 1717548 h 2495550"/>
                <a:gd name="connsiteX10965" fmla="*/ 2536317 w 3219450"/>
                <a:gd name="connsiteY10965" fmla="*/ 1718596 h 2495550"/>
                <a:gd name="connsiteX10966" fmla="*/ 2536984 w 3219450"/>
                <a:gd name="connsiteY10966" fmla="*/ 1718405 h 2495550"/>
                <a:gd name="connsiteX10967" fmla="*/ 2537365 w 3219450"/>
                <a:gd name="connsiteY10967" fmla="*/ 1718596 h 2495550"/>
                <a:gd name="connsiteX10968" fmla="*/ 2538222 w 3219450"/>
                <a:gd name="connsiteY10968" fmla="*/ 1718691 h 2495550"/>
                <a:gd name="connsiteX10969" fmla="*/ 2539079 w 3219450"/>
                <a:gd name="connsiteY10969" fmla="*/ 1718596 h 2495550"/>
                <a:gd name="connsiteX10970" fmla="*/ 2539841 w 3219450"/>
                <a:gd name="connsiteY10970" fmla="*/ 1718215 h 2495550"/>
                <a:gd name="connsiteX10971" fmla="*/ 2540413 w 3219450"/>
                <a:gd name="connsiteY10971" fmla="*/ 1718596 h 2495550"/>
                <a:gd name="connsiteX10972" fmla="*/ 2540985 w 3219450"/>
                <a:gd name="connsiteY10972" fmla="*/ 1718881 h 2495550"/>
                <a:gd name="connsiteX10973" fmla="*/ 2541461 w 3219450"/>
                <a:gd name="connsiteY10973" fmla="*/ 1719263 h 2495550"/>
                <a:gd name="connsiteX10974" fmla="*/ 2541556 w 3219450"/>
                <a:gd name="connsiteY10974" fmla="*/ 1720025 h 2495550"/>
                <a:gd name="connsiteX10975" fmla="*/ 2540699 w 3219450"/>
                <a:gd name="connsiteY10975" fmla="*/ 1719834 h 2495550"/>
                <a:gd name="connsiteX10976" fmla="*/ 2540222 w 3219450"/>
                <a:gd name="connsiteY10976" fmla="*/ 1720596 h 2495550"/>
                <a:gd name="connsiteX10977" fmla="*/ 2539746 w 3219450"/>
                <a:gd name="connsiteY10977" fmla="*/ 1722025 h 2495550"/>
                <a:gd name="connsiteX10978" fmla="*/ 2538603 w 3219450"/>
                <a:gd name="connsiteY10978" fmla="*/ 1722882 h 2495550"/>
                <a:gd name="connsiteX10979" fmla="*/ 2537936 w 3219450"/>
                <a:gd name="connsiteY10979" fmla="*/ 1723263 h 2495550"/>
                <a:gd name="connsiteX10980" fmla="*/ 2537174 w 3219450"/>
                <a:gd name="connsiteY10980" fmla="*/ 1722787 h 2495550"/>
                <a:gd name="connsiteX10981" fmla="*/ 2536984 w 3219450"/>
                <a:gd name="connsiteY10981" fmla="*/ 1722215 h 2495550"/>
                <a:gd name="connsiteX10982" fmla="*/ 2536794 w 3219450"/>
                <a:gd name="connsiteY10982" fmla="*/ 1721453 h 2495550"/>
                <a:gd name="connsiteX10983" fmla="*/ 2537270 w 3219450"/>
                <a:gd name="connsiteY10983" fmla="*/ 1720120 h 2495550"/>
                <a:gd name="connsiteX10984" fmla="*/ 2537174 w 3219450"/>
                <a:gd name="connsiteY10984" fmla="*/ 1719548 h 2495550"/>
                <a:gd name="connsiteX10985" fmla="*/ 2536222 w 3219450"/>
                <a:gd name="connsiteY10985" fmla="*/ 1720025 h 2495550"/>
                <a:gd name="connsiteX10986" fmla="*/ 2535746 w 3219450"/>
                <a:gd name="connsiteY10986" fmla="*/ 1720310 h 2495550"/>
                <a:gd name="connsiteX10987" fmla="*/ 2535365 w 3219450"/>
                <a:gd name="connsiteY10987" fmla="*/ 1720406 h 2495550"/>
                <a:gd name="connsiteX10988" fmla="*/ 2535079 w 3219450"/>
                <a:gd name="connsiteY10988" fmla="*/ 1720120 h 2495550"/>
                <a:gd name="connsiteX10989" fmla="*/ 2534984 w 3219450"/>
                <a:gd name="connsiteY10989" fmla="*/ 1719739 h 2495550"/>
                <a:gd name="connsiteX10990" fmla="*/ 2534984 w 3219450"/>
                <a:gd name="connsiteY10990" fmla="*/ 1719358 h 2495550"/>
                <a:gd name="connsiteX10991" fmla="*/ 2534984 w 3219450"/>
                <a:gd name="connsiteY10991" fmla="*/ 1719167 h 2495550"/>
                <a:gd name="connsiteX10992" fmla="*/ 2534222 w 3219450"/>
                <a:gd name="connsiteY10992" fmla="*/ 1719167 h 2495550"/>
                <a:gd name="connsiteX10993" fmla="*/ 2533650 w 3219450"/>
                <a:gd name="connsiteY10993" fmla="*/ 1719453 h 2495550"/>
                <a:gd name="connsiteX10994" fmla="*/ 2532698 w 3219450"/>
                <a:gd name="connsiteY10994" fmla="*/ 1720120 h 2495550"/>
                <a:gd name="connsiteX10995" fmla="*/ 2532317 w 3219450"/>
                <a:gd name="connsiteY10995" fmla="*/ 1720310 h 2495550"/>
                <a:gd name="connsiteX10996" fmla="*/ 2532412 w 3219450"/>
                <a:gd name="connsiteY10996" fmla="*/ 1720882 h 2495550"/>
                <a:gd name="connsiteX10997" fmla="*/ 2530697 w 3219450"/>
                <a:gd name="connsiteY10997" fmla="*/ 1721834 h 2495550"/>
                <a:gd name="connsiteX10998" fmla="*/ 2528602 w 3219450"/>
                <a:gd name="connsiteY10998" fmla="*/ 1722596 h 2495550"/>
                <a:gd name="connsiteX10999" fmla="*/ 2527554 w 3219450"/>
                <a:gd name="connsiteY10999" fmla="*/ 1722882 h 2495550"/>
                <a:gd name="connsiteX11000" fmla="*/ 2526983 w 3219450"/>
                <a:gd name="connsiteY11000" fmla="*/ 1723073 h 2495550"/>
                <a:gd name="connsiteX11001" fmla="*/ 2526411 w 3219450"/>
                <a:gd name="connsiteY11001" fmla="*/ 1723739 h 2495550"/>
                <a:gd name="connsiteX11002" fmla="*/ 2526126 w 3219450"/>
                <a:gd name="connsiteY11002" fmla="*/ 1724501 h 2495550"/>
                <a:gd name="connsiteX11003" fmla="*/ 2525840 w 3219450"/>
                <a:gd name="connsiteY11003" fmla="*/ 1725168 h 2495550"/>
                <a:gd name="connsiteX11004" fmla="*/ 2525268 w 3219450"/>
                <a:gd name="connsiteY11004" fmla="*/ 1726025 h 2495550"/>
                <a:gd name="connsiteX11005" fmla="*/ 2524887 w 3219450"/>
                <a:gd name="connsiteY11005" fmla="*/ 1726502 h 2495550"/>
                <a:gd name="connsiteX11006" fmla="*/ 2524316 w 3219450"/>
                <a:gd name="connsiteY11006" fmla="*/ 1727073 h 2495550"/>
                <a:gd name="connsiteX11007" fmla="*/ 2523744 w 3219450"/>
                <a:gd name="connsiteY11007" fmla="*/ 1727549 h 2495550"/>
                <a:gd name="connsiteX11008" fmla="*/ 2523173 w 3219450"/>
                <a:gd name="connsiteY11008" fmla="*/ 1727835 h 2495550"/>
                <a:gd name="connsiteX11009" fmla="*/ 2522506 w 3219450"/>
                <a:gd name="connsiteY11009" fmla="*/ 1728026 h 2495550"/>
                <a:gd name="connsiteX11010" fmla="*/ 2522220 w 3219450"/>
                <a:gd name="connsiteY11010" fmla="*/ 1727264 h 2495550"/>
                <a:gd name="connsiteX11011" fmla="*/ 2522125 w 3219450"/>
                <a:gd name="connsiteY11011" fmla="*/ 1726978 h 2495550"/>
                <a:gd name="connsiteX11012" fmla="*/ 2522220 w 3219450"/>
                <a:gd name="connsiteY11012" fmla="*/ 1726692 h 2495550"/>
                <a:gd name="connsiteX11013" fmla="*/ 2522411 w 3219450"/>
                <a:gd name="connsiteY11013" fmla="*/ 1726597 h 2495550"/>
                <a:gd name="connsiteX11014" fmla="*/ 2523268 w 3219450"/>
                <a:gd name="connsiteY11014" fmla="*/ 1726121 h 2495550"/>
                <a:gd name="connsiteX11015" fmla="*/ 2524030 w 3219450"/>
                <a:gd name="connsiteY11015" fmla="*/ 1725168 h 2495550"/>
                <a:gd name="connsiteX11016" fmla="*/ 2524125 w 3219450"/>
                <a:gd name="connsiteY11016" fmla="*/ 1724311 h 2495550"/>
                <a:gd name="connsiteX11017" fmla="*/ 2522982 w 3219450"/>
                <a:gd name="connsiteY11017" fmla="*/ 1724120 h 2495550"/>
                <a:gd name="connsiteX11018" fmla="*/ 2523458 w 3219450"/>
                <a:gd name="connsiteY11018" fmla="*/ 1722882 h 2495550"/>
                <a:gd name="connsiteX11019" fmla="*/ 2523744 w 3219450"/>
                <a:gd name="connsiteY11019" fmla="*/ 1722406 h 2495550"/>
                <a:gd name="connsiteX11020" fmla="*/ 2522411 w 3219450"/>
                <a:gd name="connsiteY11020" fmla="*/ 1722977 h 2495550"/>
                <a:gd name="connsiteX11021" fmla="*/ 2522030 w 3219450"/>
                <a:gd name="connsiteY11021" fmla="*/ 1724501 h 2495550"/>
                <a:gd name="connsiteX11022" fmla="*/ 2521553 w 3219450"/>
                <a:gd name="connsiteY11022" fmla="*/ 1726216 h 2495550"/>
                <a:gd name="connsiteX11023" fmla="*/ 2520315 w 3219450"/>
                <a:gd name="connsiteY11023" fmla="*/ 1726597 h 2495550"/>
                <a:gd name="connsiteX11024" fmla="*/ 2520315 w 3219450"/>
                <a:gd name="connsiteY11024" fmla="*/ 1725168 h 2495550"/>
                <a:gd name="connsiteX11025" fmla="*/ 2519553 w 3219450"/>
                <a:gd name="connsiteY11025" fmla="*/ 1723454 h 2495550"/>
                <a:gd name="connsiteX11026" fmla="*/ 2520220 w 3219450"/>
                <a:gd name="connsiteY11026" fmla="*/ 1722596 h 2495550"/>
                <a:gd name="connsiteX11027" fmla="*/ 2520982 w 3219450"/>
                <a:gd name="connsiteY11027" fmla="*/ 1722120 h 2495550"/>
                <a:gd name="connsiteX11028" fmla="*/ 2521077 w 3219450"/>
                <a:gd name="connsiteY11028" fmla="*/ 1721453 h 2495550"/>
                <a:gd name="connsiteX11029" fmla="*/ 2520601 w 3219450"/>
                <a:gd name="connsiteY11029" fmla="*/ 1720691 h 2495550"/>
                <a:gd name="connsiteX11030" fmla="*/ 2520315 w 3219450"/>
                <a:gd name="connsiteY11030" fmla="*/ 1720501 h 2495550"/>
                <a:gd name="connsiteX11031" fmla="*/ 2520315 w 3219450"/>
                <a:gd name="connsiteY11031" fmla="*/ 1720120 h 2495550"/>
                <a:gd name="connsiteX11032" fmla="*/ 2521077 w 3219450"/>
                <a:gd name="connsiteY11032" fmla="*/ 1720025 h 2495550"/>
                <a:gd name="connsiteX11033" fmla="*/ 2521553 w 3219450"/>
                <a:gd name="connsiteY11033" fmla="*/ 1719644 h 2495550"/>
                <a:gd name="connsiteX11034" fmla="*/ 2521935 w 3219450"/>
                <a:gd name="connsiteY11034" fmla="*/ 1719167 h 2495550"/>
                <a:gd name="connsiteX11035" fmla="*/ 2522411 w 3219450"/>
                <a:gd name="connsiteY11035" fmla="*/ 1718786 h 2495550"/>
                <a:gd name="connsiteX11036" fmla="*/ 2523173 w 3219450"/>
                <a:gd name="connsiteY11036" fmla="*/ 1718501 h 2495550"/>
                <a:gd name="connsiteX11037" fmla="*/ 2523839 w 3219450"/>
                <a:gd name="connsiteY11037" fmla="*/ 1718501 h 2495550"/>
                <a:gd name="connsiteX11038" fmla="*/ 2524125 w 3219450"/>
                <a:gd name="connsiteY11038" fmla="*/ 1718691 h 2495550"/>
                <a:gd name="connsiteX11039" fmla="*/ 2524316 w 3219450"/>
                <a:gd name="connsiteY11039" fmla="*/ 1719739 h 2495550"/>
                <a:gd name="connsiteX11040" fmla="*/ 2524411 w 3219450"/>
                <a:gd name="connsiteY11040" fmla="*/ 1720691 h 2495550"/>
                <a:gd name="connsiteX11041" fmla="*/ 2524887 w 3219450"/>
                <a:gd name="connsiteY11041" fmla="*/ 1720882 h 2495550"/>
                <a:gd name="connsiteX11042" fmla="*/ 2527173 w 3219450"/>
                <a:gd name="connsiteY11042" fmla="*/ 1718310 h 2495550"/>
                <a:gd name="connsiteX11043" fmla="*/ 2528126 w 3219450"/>
                <a:gd name="connsiteY11043" fmla="*/ 1718786 h 2495550"/>
                <a:gd name="connsiteX11044" fmla="*/ 2528983 w 3219450"/>
                <a:gd name="connsiteY11044" fmla="*/ 1718691 h 2495550"/>
                <a:gd name="connsiteX11045" fmla="*/ 2529745 w 3219450"/>
                <a:gd name="connsiteY11045" fmla="*/ 1718120 h 2495550"/>
                <a:gd name="connsiteX11046" fmla="*/ 2530412 w 3219450"/>
                <a:gd name="connsiteY11046" fmla="*/ 1718120 h 2495550"/>
                <a:gd name="connsiteX11047" fmla="*/ 2531078 w 3219450"/>
                <a:gd name="connsiteY11047" fmla="*/ 1718024 h 2495550"/>
                <a:gd name="connsiteX11048" fmla="*/ 2532031 w 3219450"/>
                <a:gd name="connsiteY11048" fmla="*/ 1718024 h 2495550"/>
                <a:gd name="connsiteX11049" fmla="*/ 2533079 w 3219450"/>
                <a:gd name="connsiteY11049" fmla="*/ 1717643 h 2495550"/>
                <a:gd name="connsiteX11050" fmla="*/ 2533936 w 3219450"/>
                <a:gd name="connsiteY11050" fmla="*/ 1717072 h 2495550"/>
                <a:gd name="connsiteX11051" fmla="*/ 2534698 w 3219450"/>
                <a:gd name="connsiteY11051" fmla="*/ 1716024 h 2495550"/>
                <a:gd name="connsiteX11052" fmla="*/ 2537746 w 3219450"/>
                <a:gd name="connsiteY11052" fmla="*/ 1712119 h 2495550"/>
                <a:gd name="connsiteX11053" fmla="*/ 2540794 w 3219450"/>
                <a:gd name="connsiteY11053" fmla="*/ 1710023 h 2495550"/>
                <a:gd name="connsiteX11054" fmla="*/ 2542223 w 3219450"/>
                <a:gd name="connsiteY11054" fmla="*/ 1708785 h 2495550"/>
                <a:gd name="connsiteX11055" fmla="*/ 2542413 w 3219450"/>
                <a:gd name="connsiteY11055" fmla="*/ 1707071 h 2495550"/>
                <a:gd name="connsiteX11056" fmla="*/ 2542794 w 3219450"/>
                <a:gd name="connsiteY11056" fmla="*/ 1706023 h 2495550"/>
                <a:gd name="connsiteX11057" fmla="*/ 2543461 w 3219450"/>
                <a:gd name="connsiteY11057" fmla="*/ 1705547 h 2495550"/>
                <a:gd name="connsiteX11058" fmla="*/ 2544318 w 3219450"/>
                <a:gd name="connsiteY11058" fmla="*/ 1706118 h 2495550"/>
                <a:gd name="connsiteX11059" fmla="*/ 2545461 w 3219450"/>
                <a:gd name="connsiteY11059" fmla="*/ 1704880 h 2495550"/>
                <a:gd name="connsiteX11060" fmla="*/ 2546128 w 3219450"/>
                <a:gd name="connsiteY11060" fmla="*/ 1703737 h 2495550"/>
                <a:gd name="connsiteX11061" fmla="*/ 2547652 w 3219450"/>
                <a:gd name="connsiteY11061" fmla="*/ 1702594 h 2495550"/>
                <a:gd name="connsiteX11062" fmla="*/ 2548509 w 3219450"/>
                <a:gd name="connsiteY11062" fmla="*/ 1701832 h 2495550"/>
                <a:gd name="connsiteX11063" fmla="*/ 2550890 w 3219450"/>
                <a:gd name="connsiteY11063" fmla="*/ 1701070 h 2495550"/>
                <a:gd name="connsiteX11064" fmla="*/ 2552986 w 3219450"/>
                <a:gd name="connsiteY11064" fmla="*/ 1700117 h 2495550"/>
                <a:gd name="connsiteX11065" fmla="*/ 2555367 w 3219450"/>
                <a:gd name="connsiteY11065" fmla="*/ 1698879 h 2495550"/>
                <a:gd name="connsiteX11066" fmla="*/ 2556510 w 3219450"/>
                <a:gd name="connsiteY11066" fmla="*/ 1698117 h 2495550"/>
                <a:gd name="connsiteX11067" fmla="*/ 2556129 w 3219450"/>
                <a:gd name="connsiteY11067" fmla="*/ 1696974 h 2495550"/>
                <a:gd name="connsiteX11068" fmla="*/ 2554891 w 3219450"/>
                <a:gd name="connsiteY11068" fmla="*/ 1696784 h 2495550"/>
                <a:gd name="connsiteX11069" fmla="*/ 2553843 w 3219450"/>
                <a:gd name="connsiteY11069" fmla="*/ 1697260 h 2495550"/>
                <a:gd name="connsiteX11070" fmla="*/ 2552891 w 3219450"/>
                <a:gd name="connsiteY11070" fmla="*/ 1697831 h 2495550"/>
                <a:gd name="connsiteX11071" fmla="*/ 2552319 w 3219450"/>
                <a:gd name="connsiteY11071" fmla="*/ 1697927 h 2495550"/>
                <a:gd name="connsiteX11072" fmla="*/ 2548414 w 3219450"/>
                <a:gd name="connsiteY11072" fmla="*/ 1697736 h 2495550"/>
                <a:gd name="connsiteX11073" fmla="*/ 2547366 w 3219450"/>
                <a:gd name="connsiteY11073" fmla="*/ 1697831 h 2495550"/>
                <a:gd name="connsiteX11074" fmla="*/ 2546699 w 3219450"/>
                <a:gd name="connsiteY11074" fmla="*/ 1697927 h 2495550"/>
                <a:gd name="connsiteX11075" fmla="*/ 2545937 w 3219450"/>
                <a:gd name="connsiteY11075" fmla="*/ 1697927 h 2495550"/>
                <a:gd name="connsiteX11076" fmla="*/ 2544795 w 3219450"/>
                <a:gd name="connsiteY11076" fmla="*/ 1696022 h 2495550"/>
                <a:gd name="connsiteX11077" fmla="*/ 2543937 w 3219450"/>
                <a:gd name="connsiteY11077" fmla="*/ 1695736 h 2495550"/>
                <a:gd name="connsiteX11078" fmla="*/ 2542604 w 3219450"/>
                <a:gd name="connsiteY11078" fmla="*/ 1695164 h 2495550"/>
                <a:gd name="connsiteX11079" fmla="*/ 2541365 w 3219450"/>
                <a:gd name="connsiteY11079" fmla="*/ 1694688 h 2495550"/>
                <a:gd name="connsiteX11080" fmla="*/ 2539651 w 3219450"/>
                <a:gd name="connsiteY11080" fmla="*/ 1694021 h 2495550"/>
                <a:gd name="connsiteX11081" fmla="*/ 2538603 w 3219450"/>
                <a:gd name="connsiteY11081" fmla="*/ 1693355 h 2495550"/>
                <a:gd name="connsiteX11082" fmla="*/ 2537079 w 3219450"/>
                <a:gd name="connsiteY11082" fmla="*/ 1692783 h 2495550"/>
                <a:gd name="connsiteX11083" fmla="*/ 2536127 w 3219450"/>
                <a:gd name="connsiteY11083" fmla="*/ 1692783 h 2495550"/>
                <a:gd name="connsiteX11084" fmla="*/ 2535174 w 3219450"/>
                <a:gd name="connsiteY11084" fmla="*/ 1693450 h 2495550"/>
                <a:gd name="connsiteX11085" fmla="*/ 2534603 w 3219450"/>
                <a:gd name="connsiteY11085" fmla="*/ 1693545 h 2495550"/>
                <a:gd name="connsiteX11086" fmla="*/ 2535174 w 3219450"/>
                <a:gd name="connsiteY11086" fmla="*/ 1692497 h 2495550"/>
                <a:gd name="connsiteX11087" fmla="*/ 2533841 w 3219450"/>
                <a:gd name="connsiteY11087" fmla="*/ 1692116 h 2495550"/>
                <a:gd name="connsiteX11088" fmla="*/ 2532317 w 3219450"/>
                <a:gd name="connsiteY11088" fmla="*/ 1691164 h 2495550"/>
                <a:gd name="connsiteX11089" fmla="*/ 2531269 w 3219450"/>
                <a:gd name="connsiteY11089" fmla="*/ 1690116 h 2495550"/>
                <a:gd name="connsiteX11090" fmla="*/ 2530507 w 3219450"/>
                <a:gd name="connsiteY11090" fmla="*/ 1688973 h 2495550"/>
                <a:gd name="connsiteX11091" fmla="*/ 2529459 w 3219450"/>
                <a:gd name="connsiteY11091" fmla="*/ 1687544 h 2495550"/>
                <a:gd name="connsiteX11092" fmla="*/ 2527554 w 3219450"/>
                <a:gd name="connsiteY11092" fmla="*/ 1684401 h 2495550"/>
                <a:gd name="connsiteX11093" fmla="*/ 2525840 w 3219450"/>
                <a:gd name="connsiteY11093" fmla="*/ 1681448 h 2495550"/>
                <a:gd name="connsiteX11094" fmla="*/ 2523363 w 3219450"/>
                <a:gd name="connsiteY11094" fmla="*/ 1677829 h 2495550"/>
                <a:gd name="connsiteX11095" fmla="*/ 2519268 w 3219450"/>
                <a:gd name="connsiteY11095" fmla="*/ 1673447 h 2495550"/>
                <a:gd name="connsiteX11096" fmla="*/ 2516505 w 3219450"/>
                <a:gd name="connsiteY11096" fmla="*/ 1671542 h 2495550"/>
                <a:gd name="connsiteX11097" fmla="*/ 2513076 w 3219450"/>
                <a:gd name="connsiteY11097" fmla="*/ 1670780 h 2495550"/>
                <a:gd name="connsiteX11098" fmla="*/ 2509933 w 3219450"/>
                <a:gd name="connsiteY11098" fmla="*/ 1670209 h 2495550"/>
                <a:gd name="connsiteX11099" fmla="*/ 2506313 w 3219450"/>
                <a:gd name="connsiteY11099" fmla="*/ 1670876 h 2495550"/>
                <a:gd name="connsiteX11100" fmla="*/ 2504408 w 3219450"/>
                <a:gd name="connsiteY11100" fmla="*/ 1671638 h 2495550"/>
                <a:gd name="connsiteX11101" fmla="*/ 2503265 w 3219450"/>
                <a:gd name="connsiteY11101" fmla="*/ 1673066 h 2495550"/>
                <a:gd name="connsiteX11102" fmla="*/ 2502218 w 3219450"/>
                <a:gd name="connsiteY11102" fmla="*/ 1674209 h 2495550"/>
                <a:gd name="connsiteX11103" fmla="*/ 2496217 w 3219450"/>
                <a:gd name="connsiteY11103" fmla="*/ 1678591 h 2495550"/>
                <a:gd name="connsiteX11104" fmla="*/ 2494407 w 3219450"/>
                <a:gd name="connsiteY11104" fmla="*/ 1679543 h 2495550"/>
                <a:gd name="connsiteX11105" fmla="*/ 2494121 w 3219450"/>
                <a:gd name="connsiteY11105" fmla="*/ 1679734 h 2495550"/>
                <a:gd name="connsiteX11106" fmla="*/ 2492502 w 3219450"/>
                <a:gd name="connsiteY11106" fmla="*/ 1680115 h 2495550"/>
                <a:gd name="connsiteX11107" fmla="*/ 2490883 w 3219450"/>
                <a:gd name="connsiteY11107" fmla="*/ 1681067 h 2495550"/>
                <a:gd name="connsiteX11108" fmla="*/ 2488787 w 3219450"/>
                <a:gd name="connsiteY11108" fmla="*/ 1680781 h 2495550"/>
                <a:gd name="connsiteX11109" fmla="*/ 2487454 w 3219450"/>
                <a:gd name="connsiteY11109" fmla="*/ 1680115 h 2495550"/>
                <a:gd name="connsiteX11110" fmla="*/ 2486692 w 3219450"/>
                <a:gd name="connsiteY11110" fmla="*/ 1678400 h 2495550"/>
                <a:gd name="connsiteX11111" fmla="*/ 2483453 w 3219450"/>
                <a:gd name="connsiteY11111" fmla="*/ 1677638 h 2495550"/>
                <a:gd name="connsiteX11112" fmla="*/ 2480786 w 3219450"/>
                <a:gd name="connsiteY11112" fmla="*/ 1680115 h 2495550"/>
                <a:gd name="connsiteX11113" fmla="*/ 2478786 w 3219450"/>
                <a:gd name="connsiteY11113" fmla="*/ 1682782 h 2495550"/>
                <a:gd name="connsiteX11114" fmla="*/ 2477929 w 3219450"/>
                <a:gd name="connsiteY11114" fmla="*/ 1683639 h 2495550"/>
                <a:gd name="connsiteX11115" fmla="*/ 2478881 w 3219450"/>
                <a:gd name="connsiteY11115" fmla="*/ 1684687 h 2495550"/>
                <a:gd name="connsiteX11116" fmla="*/ 2480120 w 3219450"/>
                <a:gd name="connsiteY11116" fmla="*/ 1685449 h 2495550"/>
                <a:gd name="connsiteX11117" fmla="*/ 2481453 w 3219450"/>
                <a:gd name="connsiteY11117" fmla="*/ 1685735 h 2495550"/>
                <a:gd name="connsiteX11118" fmla="*/ 2484120 w 3219450"/>
                <a:gd name="connsiteY11118" fmla="*/ 1685544 h 2495550"/>
                <a:gd name="connsiteX11119" fmla="*/ 2485073 w 3219450"/>
                <a:gd name="connsiteY11119" fmla="*/ 1686020 h 2495550"/>
                <a:gd name="connsiteX11120" fmla="*/ 2485549 w 3219450"/>
                <a:gd name="connsiteY11120" fmla="*/ 1687449 h 2495550"/>
                <a:gd name="connsiteX11121" fmla="*/ 2485073 w 3219450"/>
                <a:gd name="connsiteY11121" fmla="*/ 1687068 h 2495550"/>
                <a:gd name="connsiteX11122" fmla="*/ 2484406 w 3219450"/>
                <a:gd name="connsiteY11122" fmla="*/ 1686401 h 2495550"/>
                <a:gd name="connsiteX11123" fmla="*/ 2484025 w 3219450"/>
                <a:gd name="connsiteY11123" fmla="*/ 1686211 h 2495550"/>
                <a:gd name="connsiteX11124" fmla="*/ 2483549 w 3219450"/>
                <a:gd name="connsiteY11124" fmla="*/ 1686211 h 2495550"/>
                <a:gd name="connsiteX11125" fmla="*/ 2481929 w 3219450"/>
                <a:gd name="connsiteY11125" fmla="*/ 1686592 h 2495550"/>
                <a:gd name="connsiteX11126" fmla="*/ 2480786 w 3219450"/>
                <a:gd name="connsiteY11126" fmla="*/ 1686497 h 2495550"/>
                <a:gd name="connsiteX11127" fmla="*/ 2479834 w 3219450"/>
                <a:gd name="connsiteY11127" fmla="*/ 1686211 h 2495550"/>
                <a:gd name="connsiteX11128" fmla="*/ 2478310 w 3219450"/>
                <a:gd name="connsiteY11128" fmla="*/ 1685163 h 2495550"/>
                <a:gd name="connsiteX11129" fmla="*/ 2477167 w 3219450"/>
                <a:gd name="connsiteY11129" fmla="*/ 1683925 h 2495550"/>
                <a:gd name="connsiteX11130" fmla="*/ 2477072 w 3219450"/>
                <a:gd name="connsiteY11130" fmla="*/ 1683163 h 2495550"/>
                <a:gd name="connsiteX11131" fmla="*/ 2477834 w 3219450"/>
                <a:gd name="connsiteY11131" fmla="*/ 1682496 h 2495550"/>
                <a:gd name="connsiteX11132" fmla="*/ 2478977 w 3219450"/>
                <a:gd name="connsiteY11132" fmla="*/ 1681258 h 2495550"/>
                <a:gd name="connsiteX11133" fmla="*/ 2480310 w 3219450"/>
                <a:gd name="connsiteY11133" fmla="*/ 1679353 h 2495550"/>
                <a:gd name="connsiteX11134" fmla="*/ 2482596 w 3219450"/>
                <a:gd name="connsiteY11134" fmla="*/ 1677257 h 2495550"/>
                <a:gd name="connsiteX11135" fmla="*/ 2482120 w 3219450"/>
                <a:gd name="connsiteY11135" fmla="*/ 1676591 h 2495550"/>
                <a:gd name="connsiteX11136" fmla="*/ 2480691 w 3219450"/>
                <a:gd name="connsiteY11136" fmla="*/ 1676019 h 2495550"/>
                <a:gd name="connsiteX11137" fmla="*/ 2479929 w 3219450"/>
                <a:gd name="connsiteY11137" fmla="*/ 1674781 h 2495550"/>
                <a:gd name="connsiteX11138" fmla="*/ 2478501 w 3219450"/>
                <a:gd name="connsiteY11138" fmla="*/ 1670876 h 2495550"/>
                <a:gd name="connsiteX11139" fmla="*/ 2478215 w 3219450"/>
                <a:gd name="connsiteY11139" fmla="*/ 1669447 h 2495550"/>
                <a:gd name="connsiteX11140" fmla="*/ 2476595 w 3219450"/>
                <a:gd name="connsiteY11140" fmla="*/ 1668685 h 2495550"/>
                <a:gd name="connsiteX11141" fmla="*/ 2471547 w 3219450"/>
                <a:gd name="connsiteY11141" fmla="*/ 1668399 h 2495550"/>
                <a:gd name="connsiteX11142" fmla="*/ 2469071 w 3219450"/>
                <a:gd name="connsiteY11142" fmla="*/ 1668590 h 2495550"/>
                <a:gd name="connsiteX11143" fmla="*/ 2467642 w 3219450"/>
                <a:gd name="connsiteY11143" fmla="*/ 1668971 h 2495550"/>
                <a:gd name="connsiteX11144" fmla="*/ 2466118 w 3219450"/>
                <a:gd name="connsiteY11144" fmla="*/ 1672781 h 2495550"/>
                <a:gd name="connsiteX11145" fmla="*/ 2465261 w 3219450"/>
                <a:gd name="connsiteY11145" fmla="*/ 1674305 h 2495550"/>
                <a:gd name="connsiteX11146" fmla="*/ 2464785 w 3219450"/>
                <a:gd name="connsiteY11146" fmla="*/ 1675257 h 2495550"/>
                <a:gd name="connsiteX11147" fmla="*/ 2464213 w 3219450"/>
                <a:gd name="connsiteY11147" fmla="*/ 1676210 h 2495550"/>
                <a:gd name="connsiteX11148" fmla="*/ 2463356 w 3219450"/>
                <a:gd name="connsiteY11148" fmla="*/ 1676781 h 2495550"/>
                <a:gd name="connsiteX11149" fmla="*/ 2462403 w 3219450"/>
                <a:gd name="connsiteY11149" fmla="*/ 1676781 h 2495550"/>
                <a:gd name="connsiteX11150" fmla="*/ 2461355 w 3219450"/>
                <a:gd name="connsiteY11150" fmla="*/ 1676305 h 2495550"/>
                <a:gd name="connsiteX11151" fmla="*/ 2460498 w 3219450"/>
                <a:gd name="connsiteY11151" fmla="*/ 1675448 h 2495550"/>
                <a:gd name="connsiteX11152" fmla="*/ 2459451 w 3219450"/>
                <a:gd name="connsiteY11152" fmla="*/ 1674495 h 2495550"/>
                <a:gd name="connsiteX11153" fmla="*/ 2458307 w 3219450"/>
                <a:gd name="connsiteY11153" fmla="*/ 1674590 h 2495550"/>
                <a:gd name="connsiteX11154" fmla="*/ 2456974 w 3219450"/>
                <a:gd name="connsiteY11154" fmla="*/ 1675067 h 2495550"/>
                <a:gd name="connsiteX11155" fmla="*/ 2455926 w 3219450"/>
                <a:gd name="connsiteY11155" fmla="*/ 1677162 h 2495550"/>
                <a:gd name="connsiteX11156" fmla="*/ 2454307 w 3219450"/>
                <a:gd name="connsiteY11156" fmla="*/ 1678305 h 2495550"/>
                <a:gd name="connsiteX11157" fmla="*/ 2453164 w 3219450"/>
                <a:gd name="connsiteY11157" fmla="*/ 1679353 h 2495550"/>
                <a:gd name="connsiteX11158" fmla="*/ 2451449 w 3219450"/>
                <a:gd name="connsiteY11158" fmla="*/ 1679448 h 2495550"/>
                <a:gd name="connsiteX11159" fmla="*/ 2454021 w 3219450"/>
                <a:gd name="connsiteY11159" fmla="*/ 1677352 h 2495550"/>
                <a:gd name="connsiteX11160" fmla="*/ 2456307 w 3219450"/>
                <a:gd name="connsiteY11160" fmla="*/ 1673924 h 2495550"/>
                <a:gd name="connsiteX11161" fmla="*/ 2457260 w 3219450"/>
                <a:gd name="connsiteY11161" fmla="*/ 1673352 h 2495550"/>
                <a:gd name="connsiteX11162" fmla="*/ 2458688 w 3219450"/>
                <a:gd name="connsiteY11162" fmla="*/ 1673352 h 2495550"/>
                <a:gd name="connsiteX11163" fmla="*/ 2460308 w 3219450"/>
                <a:gd name="connsiteY11163" fmla="*/ 1673828 h 2495550"/>
                <a:gd name="connsiteX11164" fmla="*/ 2461641 w 3219450"/>
                <a:gd name="connsiteY11164" fmla="*/ 1674876 h 2495550"/>
                <a:gd name="connsiteX11165" fmla="*/ 2462784 w 3219450"/>
                <a:gd name="connsiteY11165" fmla="*/ 1675257 h 2495550"/>
                <a:gd name="connsiteX11166" fmla="*/ 2463546 w 3219450"/>
                <a:gd name="connsiteY11166" fmla="*/ 1674971 h 2495550"/>
                <a:gd name="connsiteX11167" fmla="*/ 2464022 w 3219450"/>
                <a:gd name="connsiteY11167" fmla="*/ 1673924 h 2495550"/>
                <a:gd name="connsiteX11168" fmla="*/ 2464499 w 3219450"/>
                <a:gd name="connsiteY11168" fmla="*/ 1672019 h 2495550"/>
                <a:gd name="connsiteX11169" fmla="*/ 2464975 w 3219450"/>
                <a:gd name="connsiteY11169" fmla="*/ 1670018 h 2495550"/>
                <a:gd name="connsiteX11170" fmla="*/ 2465451 w 3219450"/>
                <a:gd name="connsiteY11170" fmla="*/ 1669161 h 2495550"/>
                <a:gd name="connsiteX11171" fmla="*/ 2466213 w 3219450"/>
                <a:gd name="connsiteY11171" fmla="*/ 1667827 h 2495550"/>
                <a:gd name="connsiteX11172" fmla="*/ 2468785 w 3219450"/>
                <a:gd name="connsiteY11172" fmla="*/ 1666970 h 2495550"/>
                <a:gd name="connsiteX11173" fmla="*/ 2476214 w 3219450"/>
                <a:gd name="connsiteY11173" fmla="*/ 1666780 h 2495550"/>
                <a:gd name="connsiteX11174" fmla="*/ 2478691 w 3219450"/>
                <a:gd name="connsiteY11174" fmla="*/ 1667066 h 2495550"/>
                <a:gd name="connsiteX11175" fmla="*/ 2480310 w 3219450"/>
                <a:gd name="connsiteY11175" fmla="*/ 1667542 h 2495550"/>
                <a:gd name="connsiteX11176" fmla="*/ 2481834 w 3219450"/>
                <a:gd name="connsiteY11176" fmla="*/ 1668685 h 2495550"/>
                <a:gd name="connsiteX11177" fmla="*/ 2482787 w 3219450"/>
                <a:gd name="connsiteY11177" fmla="*/ 1669637 h 2495550"/>
                <a:gd name="connsiteX11178" fmla="*/ 2483263 w 3219450"/>
                <a:gd name="connsiteY11178" fmla="*/ 1671638 h 2495550"/>
                <a:gd name="connsiteX11179" fmla="*/ 2484120 w 3219450"/>
                <a:gd name="connsiteY11179" fmla="*/ 1672876 h 2495550"/>
                <a:gd name="connsiteX11180" fmla="*/ 2485073 w 3219450"/>
                <a:gd name="connsiteY11180" fmla="*/ 1673638 h 2495550"/>
                <a:gd name="connsiteX11181" fmla="*/ 2486311 w 3219450"/>
                <a:gd name="connsiteY11181" fmla="*/ 1673447 h 2495550"/>
                <a:gd name="connsiteX11182" fmla="*/ 2487454 w 3219450"/>
                <a:gd name="connsiteY11182" fmla="*/ 1672876 h 2495550"/>
                <a:gd name="connsiteX11183" fmla="*/ 2488406 w 3219450"/>
                <a:gd name="connsiteY11183" fmla="*/ 1671352 h 2495550"/>
                <a:gd name="connsiteX11184" fmla="*/ 2490407 w 3219450"/>
                <a:gd name="connsiteY11184" fmla="*/ 1669066 h 2495550"/>
                <a:gd name="connsiteX11185" fmla="*/ 2491073 w 3219450"/>
                <a:gd name="connsiteY11185" fmla="*/ 1668780 h 2495550"/>
                <a:gd name="connsiteX11186" fmla="*/ 2491836 w 3219450"/>
                <a:gd name="connsiteY11186" fmla="*/ 1668685 h 2495550"/>
                <a:gd name="connsiteX11187" fmla="*/ 2491836 w 3219450"/>
                <a:gd name="connsiteY11187" fmla="*/ 1668304 h 2495550"/>
                <a:gd name="connsiteX11188" fmla="*/ 2491550 w 3219450"/>
                <a:gd name="connsiteY11188" fmla="*/ 1668113 h 2495550"/>
                <a:gd name="connsiteX11189" fmla="*/ 2491359 w 3219450"/>
                <a:gd name="connsiteY11189" fmla="*/ 1667827 h 2495550"/>
                <a:gd name="connsiteX11190" fmla="*/ 2490883 w 3219450"/>
                <a:gd name="connsiteY11190" fmla="*/ 1667066 h 2495550"/>
                <a:gd name="connsiteX11191" fmla="*/ 2491264 w 3219450"/>
                <a:gd name="connsiteY11191" fmla="*/ 1666970 h 2495550"/>
                <a:gd name="connsiteX11192" fmla="*/ 2492312 w 3219450"/>
                <a:gd name="connsiteY11192" fmla="*/ 1666875 h 2495550"/>
                <a:gd name="connsiteX11193" fmla="*/ 2492693 w 3219450"/>
                <a:gd name="connsiteY11193" fmla="*/ 1666685 h 2495550"/>
                <a:gd name="connsiteX11194" fmla="*/ 2493264 w 3219450"/>
                <a:gd name="connsiteY11194" fmla="*/ 1665827 h 2495550"/>
                <a:gd name="connsiteX11195" fmla="*/ 2493169 w 3219450"/>
                <a:gd name="connsiteY11195" fmla="*/ 1665256 h 2495550"/>
                <a:gd name="connsiteX11196" fmla="*/ 2492883 w 3219450"/>
                <a:gd name="connsiteY11196" fmla="*/ 1664684 h 2495550"/>
                <a:gd name="connsiteX11197" fmla="*/ 2492693 w 3219450"/>
                <a:gd name="connsiteY11197" fmla="*/ 1663827 h 2495550"/>
                <a:gd name="connsiteX11198" fmla="*/ 2492883 w 3219450"/>
                <a:gd name="connsiteY11198" fmla="*/ 1662589 h 2495550"/>
                <a:gd name="connsiteX11199" fmla="*/ 2493836 w 3219450"/>
                <a:gd name="connsiteY11199" fmla="*/ 1660493 h 2495550"/>
                <a:gd name="connsiteX11200" fmla="*/ 2495360 w 3219450"/>
                <a:gd name="connsiteY11200" fmla="*/ 1658302 h 2495550"/>
                <a:gd name="connsiteX11201" fmla="*/ 2496407 w 3219450"/>
                <a:gd name="connsiteY11201" fmla="*/ 1657445 h 2495550"/>
                <a:gd name="connsiteX11202" fmla="*/ 2497551 w 3219450"/>
                <a:gd name="connsiteY11202" fmla="*/ 1656683 h 2495550"/>
                <a:gd name="connsiteX11203" fmla="*/ 2498979 w 3219450"/>
                <a:gd name="connsiteY11203" fmla="*/ 1656017 h 2495550"/>
                <a:gd name="connsiteX11204" fmla="*/ 2501837 w 3219450"/>
                <a:gd name="connsiteY11204" fmla="*/ 1655636 h 2495550"/>
                <a:gd name="connsiteX11205" fmla="*/ 2502885 w 3219450"/>
                <a:gd name="connsiteY11205" fmla="*/ 1655350 h 2495550"/>
                <a:gd name="connsiteX11206" fmla="*/ 2503361 w 3219450"/>
                <a:gd name="connsiteY11206" fmla="*/ 1654969 h 2495550"/>
                <a:gd name="connsiteX11207" fmla="*/ 2503646 w 3219450"/>
                <a:gd name="connsiteY11207" fmla="*/ 1654493 h 2495550"/>
                <a:gd name="connsiteX11208" fmla="*/ 2503932 w 3219450"/>
                <a:gd name="connsiteY11208" fmla="*/ 1653921 h 2495550"/>
                <a:gd name="connsiteX11209" fmla="*/ 2504313 w 3219450"/>
                <a:gd name="connsiteY11209" fmla="*/ 1653350 h 2495550"/>
                <a:gd name="connsiteX11210" fmla="*/ 2504885 w 3219450"/>
                <a:gd name="connsiteY11210" fmla="*/ 1652778 h 2495550"/>
                <a:gd name="connsiteX11211" fmla="*/ 2505837 w 3219450"/>
                <a:gd name="connsiteY11211" fmla="*/ 1652206 h 2495550"/>
                <a:gd name="connsiteX11212" fmla="*/ 2507171 w 3219450"/>
                <a:gd name="connsiteY11212" fmla="*/ 1651064 h 2495550"/>
                <a:gd name="connsiteX11213" fmla="*/ 2508219 w 3219450"/>
                <a:gd name="connsiteY11213" fmla="*/ 1650492 h 2495550"/>
                <a:gd name="connsiteX11214" fmla="*/ 2510504 w 3219450"/>
                <a:gd name="connsiteY11214" fmla="*/ 1649635 h 2495550"/>
                <a:gd name="connsiteX11215" fmla="*/ 2514124 w 3219450"/>
                <a:gd name="connsiteY11215" fmla="*/ 1648777 h 2495550"/>
                <a:gd name="connsiteX11216" fmla="*/ 2514981 w 3219450"/>
                <a:gd name="connsiteY11216" fmla="*/ 1648111 h 2495550"/>
                <a:gd name="connsiteX11217" fmla="*/ 2518124 w 3219450"/>
                <a:gd name="connsiteY11217" fmla="*/ 1644777 h 2495550"/>
                <a:gd name="connsiteX11218" fmla="*/ 2520506 w 3219450"/>
                <a:gd name="connsiteY11218" fmla="*/ 1643825 h 2495550"/>
                <a:gd name="connsiteX11219" fmla="*/ 2522411 w 3219450"/>
                <a:gd name="connsiteY11219" fmla="*/ 1642967 h 2495550"/>
                <a:gd name="connsiteX11220" fmla="*/ 2525078 w 3219450"/>
                <a:gd name="connsiteY11220" fmla="*/ 1641824 h 2495550"/>
                <a:gd name="connsiteX11221" fmla="*/ 2529745 w 3219450"/>
                <a:gd name="connsiteY11221" fmla="*/ 1640586 h 2495550"/>
                <a:gd name="connsiteX11222" fmla="*/ 2535079 w 3219450"/>
                <a:gd name="connsiteY11222" fmla="*/ 1640015 h 2495550"/>
                <a:gd name="connsiteX11223" fmla="*/ 2539175 w 3219450"/>
                <a:gd name="connsiteY11223" fmla="*/ 1639634 h 2495550"/>
                <a:gd name="connsiteX11224" fmla="*/ 2544223 w 3219450"/>
                <a:gd name="connsiteY11224" fmla="*/ 1639443 h 2495550"/>
                <a:gd name="connsiteX11225" fmla="*/ 2546985 w 3219450"/>
                <a:gd name="connsiteY11225" fmla="*/ 1638395 h 2495550"/>
                <a:gd name="connsiteX11226" fmla="*/ 2547938 w 3219450"/>
                <a:gd name="connsiteY11226" fmla="*/ 1635919 h 2495550"/>
                <a:gd name="connsiteX11227" fmla="*/ 2546509 w 3219450"/>
                <a:gd name="connsiteY11227" fmla="*/ 1631823 h 2495550"/>
                <a:gd name="connsiteX11228" fmla="*/ 2542604 w 3219450"/>
                <a:gd name="connsiteY11228" fmla="*/ 1624679 h 2495550"/>
                <a:gd name="connsiteX11229" fmla="*/ 2537365 w 3219450"/>
                <a:gd name="connsiteY11229" fmla="*/ 1617631 h 2495550"/>
                <a:gd name="connsiteX11230" fmla="*/ 2534603 w 3219450"/>
                <a:gd name="connsiteY11230" fmla="*/ 1613535 h 2495550"/>
                <a:gd name="connsiteX11231" fmla="*/ 2531650 w 3219450"/>
                <a:gd name="connsiteY11231" fmla="*/ 1611630 h 2495550"/>
                <a:gd name="connsiteX11232" fmla="*/ 2529650 w 3219450"/>
                <a:gd name="connsiteY11232" fmla="*/ 1610201 h 2495550"/>
                <a:gd name="connsiteX11233" fmla="*/ 2525173 w 3219450"/>
                <a:gd name="connsiteY11233" fmla="*/ 1608296 h 2495550"/>
                <a:gd name="connsiteX11234" fmla="*/ 2520029 w 3219450"/>
                <a:gd name="connsiteY11234" fmla="*/ 1604581 h 2495550"/>
                <a:gd name="connsiteX11235" fmla="*/ 2518410 w 3219450"/>
                <a:gd name="connsiteY11235" fmla="*/ 1602962 h 2495550"/>
                <a:gd name="connsiteX11236" fmla="*/ 2515457 w 3219450"/>
                <a:gd name="connsiteY11236" fmla="*/ 1601438 h 2495550"/>
                <a:gd name="connsiteX11237" fmla="*/ 2514410 w 3219450"/>
                <a:gd name="connsiteY11237" fmla="*/ 1600581 h 2495550"/>
                <a:gd name="connsiteX11238" fmla="*/ 2513362 w 3219450"/>
                <a:gd name="connsiteY11238" fmla="*/ 1599724 h 2495550"/>
                <a:gd name="connsiteX11239" fmla="*/ 2509361 w 3219450"/>
                <a:gd name="connsiteY11239" fmla="*/ 1593818 h 2495550"/>
                <a:gd name="connsiteX11240" fmla="*/ 2507647 w 3219450"/>
                <a:gd name="connsiteY11240" fmla="*/ 1592104 h 2495550"/>
                <a:gd name="connsiteX11241" fmla="*/ 2504123 w 3219450"/>
                <a:gd name="connsiteY11241" fmla="*/ 1588580 h 2495550"/>
                <a:gd name="connsiteX11242" fmla="*/ 2500027 w 3219450"/>
                <a:gd name="connsiteY11242" fmla="*/ 1586103 h 2495550"/>
                <a:gd name="connsiteX11243" fmla="*/ 2497265 w 3219450"/>
                <a:gd name="connsiteY11243" fmla="*/ 1584960 h 2495550"/>
                <a:gd name="connsiteX11244" fmla="*/ 2495550 w 3219450"/>
                <a:gd name="connsiteY11244" fmla="*/ 1584484 h 2495550"/>
                <a:gd name="connsiteX11245" fmla="*/ 2493836 w 3219450"/>
                <a:gd name="connsiteY11245" fmla="*/ 1584103 h 2495550"/>
                <a:gd name="connsiteX11246" fmla="*/ 2491073 w 3219450"/>
                <a:gd name="connsiteY11246" fmla="*/ 1583722 h 2495550"/>
                <a:gd name="connsiteX11247" fmla="*/ 2487740 w 3219450"/>
                <a:gd name="connsiteY11247" fmla="*/ 1582865 h 2495550"/>
                <a:gd name="connsiteX11248" fmla="*/ 2483358 w 3219450"/>
                <a:gd name="connsiteY11248" fmla="*/ 1581341 h 2495550"/>
                <a:gd name="connsiteX11249" fmla="*/ 2482501 w 3219450"/>
                <a:gd name="connsiteY11249" fmla="*/ 1580579 h 2495550"/>
                <a:gd name="connsiteX11250" fmla="*/ 2481929 w 3219450"/>
                <a:gd name="connsiteY11250" fmla="*/ 1579436 h 2495550"/>
                <a:gd name="connsiteX11251" fmla="*/ 2481739 w 3219450"/>
                <a:gd name="connsiteY11251" fmla="*/ 1577626 h 2495550"/>
                <a:gd name="connsiteX11252" fmla="*/ 2482311 w 3219450"/>
                <a:gd name="connsiteY11252" fmla="*/ 1578293 h 2495550"/>
                <a:gd name="connsiteX11253" fmla="*/ 2482882 w 3219450"/>
                <a:gd name="connsiteY11253" fmla="*/ 1579150 h 2495550"/>
                <a:gd name="connsiteX11254" fmla="*/ 2483549 w 3219450"/>
                <a:gd name="connsiteY11254" fmla="*/ 1579912 h 2495550"/>
                <a:gd name="connsiteX11255" fmla="*/ 2486502 w 3219450"/>
                <a:gd name="connsiteY11255" fmla="*/ 1580864 h 2495550"/>
                <a:gd name="connsiteX11256" fmla="*/ 2487359 w 3219450"/>
                <a:gd name="connsiteY11256" fmla="*/ 1579721 h 2495550"/>
                <a:gd name="connsiteX11257" fmla="*/ 2486406 w 3219450"/>
                <a:gd name="connsiteY11257" fmla="*/ 1576959 h 2495550"/>
                <a:gd name="connsiteX11258" fmla="*/ 2484978 w 3219450"/>
                <a:gd name="connsiteY11258" fmla="*/ 1574387 h 2495550"/>
                <a:gd name="connsiteX11259" fmla="*/ 2483453 w 3219450"/>
                <a:gd name="connsiteY11259" fmla="*/ 1570482 h 2495550"/>
                <a:gd name="connsiteX11260" fmla="*/ 2480310 w 3219450"/>
                <a:gd name="connsiteY11260" fmla="*/ 1569244 h 2495550"/>
                <a:gd name="connsiteX11261" fmla="*/ 2479262 w 3219450"/>
                <a:gd name="connsiteY11261" fmla="*/ 1569244 h 2495550"/>
                <a:gd name="connsiteX11262" fmla="*/ 2475833 w 3219450"/>
                <a:gd name="connsiteY11262" fmla="*/ 1569720 h 2495550"/>
                <a:gd name="connsiteX11263" fmla="*/ 2471261 w 3219450"/>
                <a:gd name="connsiteY11263" fmla="*/ 1568006 h 2495550"/>
                <a:gd name="connsiteX11264" fmla="*/ 2468690 w 3219450"/>
                <a:gd name="connsiteY11264" fmla="*/ 1567625 h 2495550"/>
                <a:gd name="connsiteX11265" fmla="*/ 2467928 w 3219450"/>
                <a:gd name="connsiteY11265" fmla="*/ 1567815 h 2495550"/>
                <a:gd name="connsiteX11266" fmla="*/ 2467832 w 3219450"/>
                <a:gd name="connsiteY11266" fmla="*/ 1568958 h 2495550"/>
                <a:gd name="connsiteX11267" fmla="*/ 2467928 w 3219450"/>
                <a:gd name="connsiteY11267" fmla="*/ 1570196 h 2495550"/>
                <a:gd name="connsiteX11268" fmla="*/ 2466689 w 3219450"/>
                <a:gd name="connsiteY11268" fmla="*/ 1570673 h 2495550"/>
                <a:gd name="connsiteX11269" fmla="*/ 2465928 w 3219450"/>
                <a:gd name="connsiteY11269" fmla="*/ 1571054 h 2495550"/>
                <a:gd name="connsiteX11270" fmla="*/ 2461832 w 3219450"/>
                <a:gd name="connsiteY11270" fmla="*/ 1571911 h 2495550"/>
                <a:gd name="connsiteX11271" fmla="*/ 2455926 w 3219450"/>
                <a:gd name="connsiteY11271" fmla="*/ 1574864 h 2495550"/>
                <a:gd name="connsiteX11272" fmla="*/ 2453164 w 3219450"/>
                <a:gd name="connsiteY11272" fmla="*/ 1575149 h 2495550"/>
                <a:gd name="connsiteX11273" fmla="*/ 2450687 w 3219450"/>
                <a:gd name="connsiteY11273" fmla="*/ 1574673 h 2495550"/>
                <a:gd name="connsiteX11274" fmla="*/ 2445830 w 3219450"/>
                <a:gd name="connsiteY11274" fmla="*/ 1572768 h 2495550"/>
                <a:gd name="connsiteX11275" fmla="*/ 2444115 w 3219450"/>
                <a:gd name="connsiteY11275" fmla="*/ 1572292 h 2495550"/>
                <a:gd name="connsiteX11276" fmla="*/ 2442686 w 3219450"/>
                <a:gd name="connsiteY11276" fmla="*/ 1571149 h 2495550"/>
                <a:gd name="connsiteX11277" fmla="*/ 2441734 w 3219450"/>
                <a:gd name="connsiteY11277" fmla="*/ 1569815 h 2495550"/>
                <a:gd name="connsiteX11278" fmla="*/ 2440496 w 3219450"/>
                <a:gd name="connsiteY11278" fmla="*/ 1568101 h 2495550"/>
                <a:gd name="connsiteX11279" fmla="*/ 2438877 w 3219450"/>
                <a:gd name="connsiteY11279" fmla="*/ 1566386 h 2495550"/>
                <a:gd name="connsiteX11280" fmla="*/ 2436781 w 3219450"/>
                <a:gd name="connsiteY11280" fmla="*/ 1564386 h 2495550"/>
                <a:gd name="connsiteX11281" fmla="*/ 2436210 w 3219450"/>
                <a:gd name="connsiteY11281" fmla="*/ 1563815 h 2495550"/>
                <a:gd name="connsiteX11282" fmla="*/ 2432495 w 3219450"/>
                <a:gd name="connsiteY11282" fmla="*/ 1562100 h 2495550"/>
                <a:gd name="connsiteX11283" fmla="*/ 2431828 w 3219450"/>
                <a:gd name="connsiteY11283" fmla="*/ 1561338 h 2495550"/>
                <a:gd name="connsiteX11284" fmla="*/ 2431447 w 3219450"/>
                <a:gd name="connsiteY11284" fmla="*/ 1560290 h 2495550"/>
                <a:gd name="connsiteX11285" fmla="*/ 2431447 w 3219450"/>
                <a:gd name="connsiteY11285" fmla="*/ 1559147 h 2495550"/>
                <a:gd name="connsiteX11286" fmla="*/ 2432780 w 3219450"/>
                <a:gd name="connsiteY11286" fmla="*/ 1556956 h 2495550"/>
                <a:gd name="connsiteX11287" fmla="*/ 2432209 w 3219450"/>
                <a:gd name="connsiteY11287" fmla="*/ 1556576 h 2495550"/>
                <a:gd name="connsiteX11288" fmla="*/ 2430971 w 3219450"/>
                <a:gd name="connsiteY11288" fmla="*/ 1556480 h 2495550"/>
                <a:gd name="connsiteX11289" fmla="*/ 2429637 w 3219450"/>
                <a:gd name="connsiteY11289" fmla="*/ 1556195 h 2495550"/>
                <a:gd name="connsiteX11290" fmla="*/ 2428685 w 3219450"/>
                <a:gd name="connsiteY11290" fmla="*/ 1555433 h 2495550"/>
                <a:gd name="connsiteX11291" fmla="*/ 2428113 w 3219450"/>
                <a:gd name="connsiteY11291" fmla="*/ 1554766 h 2495550"/>
                <a:gd name="connsiteX11292" fmla="*/ 2427542 w 3219450"/>
                <a:gd name="connsiteY11292" fmla="*/ 1554671 h 2495550"/>
                <a:gd name="connsiteX11293" fmla="*/ 2426589 w 3219450"/>
                <a:gd name="connsiteY11293" fmla="*/ 1555528 h 2495550"/>
                <a:gd name="connsiteX11294" fmla="*/ 2425922 w 3219450"/>
                <a:gd name="connsiteY11294" fmla="*/ 1556290 h 2495550"/>
                <a:gd name="connsiteX11295" fmla="*/ 2425161 w 3219450"/>
                <a:gd name="connsiteY11295" fmla="*/ 1557052 h 2495550"/>
                <a:gd name="connsiteX11296" fmla="*/ 2424208 w 3219450"/>
                <a:gd name="connsiteY11296" fmla="*/ 1557433 h 2495550"/>
                <a:gd name="connsiteX11297" fmla="*/ 2423065 w 3219450"/>
                <a:gd name="connsiteY11297" fmla="*/ 1556956 h 2495550"/>
                <a:gd name="connsiteX11298" fmla="*/ 2423827 w 3219450"/>
                <a:gd name="connsiteY11298" fmla="*/ 1556480 h 2495550"/>
                <a:gd name="connsiteX11299" fmla="*/ 2424684 w 3219450"/>
                <a:gd name="connsiteY11299" fmla="*/ 1556099 h 2495550"/>
                <a:gd name="connsiteX11300" fmla="*/ 2425351 w 3219450"/>
                <a:gd name="connsiteY11300" fmla="*/ 1555528 h 2495550"/>
                <a:gd name="connsiteX11301" fmla="*/ 2425637 w 3219450"/>
                <a:gd name="connsiteY11301" fmla="*/ 1554575 h 2495550"/>
                <a:gd name="connsiteX11302" fmla="*/ 2426780 w 3219450"/>
                <a:gd name="connsiteY11302" fmla="*/ 1551908 h 2495550"/>
                <a:gd name="connsiteX11303" fmla="*/ 2426875 w 3219450"/>
                <a:gd name="connsiteY11303" fmla="*/ 1551432 h 2495550"/>
                <a:gd name="connsiteX11304" fmla="*/ 2427256 w 3219450"/>
                <a:gd name="connsiteY11304" fmla="*/ 1551051 h 2495550"/>
                <a:gd name="connsiteX11305" fmla="*/ 2426875 w 3219450"/>
                <a:gd name="connsiteY11305" fmla="*/ 1550194 h 2495550"/>
                <a:gd name="connsiteX11306" fmla="*/ 2425922 w 3219450"/>
                <a:gd name="connsiteY11306" fmla="*/ 1548860 h 2495550"/>
                <a:gd name="connsiteX11307" fmla="*/ 2425256 w 3219450"/>
                <a:gd name="connsiteY11307" fmla="*/ 1548289 h 2495550"/>
                <a:gd name="connsiteX11308" fmla="*/ 2423351 w 3219450"/>
                <a:gd name="connsiteY11308" fmla="*/ 1547146 h 2495550"/>
                <a:gd name="connsiteX11309" fmla="*/ 2424779 w 3219450"/>
                <a:gd name="connsiteY11309" fmla="*/ 1546860 h 2495550"/>
                <a:gd name="connsiteX11310" fmla="*/ 2425827 w 3219450"/>
                <a:gd name="connsiteY11310" fmla="*/ 1547717 h 2495550"/>
                <a:gd name="connsiteX11311" fmla="*/ 2426685 w 3219450"/>
                <a:gd name="connsiteY11311" fmla="*/ 1548765 h 2495550"/>
                <a:gd name="connsiteX11312" fmla="*/ 2427542 w 3219450"/>
                <a:gd name="connsiteY11312" fmla="*/ 1549337 h 2495550"/>
                <a:gd name="connsiteX11313" fmla="*/ 2430304 w 3219450"/>
                <a:gd name="connsiteY11313" fmla="*/ 1548860 h 2495550"/>
                <a:gd name="connsiteX11314" fmla="*/ 2431066 w 3219450"/>
                <a:gd name="connsiteY11314" fmla="*/ 1548860 h 2495550"/>
                <a:gd name="connsiteX11315" fmla="*/ 2432304 w 3219450"/>
                <a:gd name="connsiteY11315" fmla="*/ 1549241 h 2495550"/>
                <a:gd name="connsiteX11316" fmla="*/ 2432971 w 3219450"/>
                <a:gd name="connsiteY11316" fmla="*/ 1549337 h 2495550"/>
                <a:gd name="connsiteX11317" fmla="*/ 2434209 w 3219450"/>
                <a:gd name="connsiteY11317" fmla="*/ 1549718 h 2495550"/>
                <a:gd name="connsiteX11318" fmla="*/ 2435447 w 3219450"/>
                <a:gd name="connsiteY11318" fmla="*/ 1550670 h 2495550"/>
                <a:gd name="connsiteX11319" fmla="*/ 2436495 w 3219450"/>
                <a:gd name="connsiteY11319" fmla="*/ 1551813 h 2495550"/>
                <a:gd name="connsiteX11320" fmla="*/ 2437162 w 3219450"/>
                <a:gd name="connsiteY11320" fmla="*/ 1552766 h 2495550"/>
                <a:gd name="connsiteX11321" fmla="*/ 2437829 w 3219450"/>
                <a:gd name="connsiteY11321" fmla="*/ 1555909 h 2495550"/>
                <a:gd name="connsiteX11322" fmla="*/ 2438495 w 3219450"/>
                <a:gd name="connsiteY11322" fmla="*/ 1556861 h 2495550"/>
                <a:gd name="connsiteX11323" fmla="*/ 2439638 w 3219450"/>
                <a:gd name="connsiteY11323" fmla="*/ 1555623 h 2495550"/>
                <a:gd name="connsiteX11324" fmla="*/ 2439638 w 3219450"/>
                <a:gd name="connsiteY11324" fmla="*/ 1556956 h 2495550"/>
                <a:gd name="connsiteX11325" fmla="*/ 2439067 w 3219450"/>
                <a:gd name="connsiteY11325" fmla="*/ 1559338 h 2495550"/>
                <a:gd name="connsiteX11326" fmla="*/ 2438972 w 3219450"/>
                <a:gd name="connsiteY11326" fmla="*/ 1560576 h 2495550"/>
                <a:gd name="connsiteX11327" fmla="*/ 2439162 w 3219450"/>
                <a:gd name="connsiteY11327" fmla="*/ 1561529 h 2495550"/>
                <a:gd name="connsiteX11328" fmla="*/ 2439638 w 3219450"/>
                <a:gd name="connsiteY11328" fmla="*/ 1562481 h 2495550"/>
                <a:gd name="connsiteX11329" fmla="*/ 2443353 w 3219450"/>
                <a:gd name="connsiteY11329" fmla="*/ 1568196 h 2495550"/>
                <a:gd name="connsiteX11330" fmla="*/ 2444877 w 3219450"/>
                <a:gd name="connsiteY11330" fmla="*/ 1569720 h 2495550"/>
                <a:gd name="connsiteX11331" fmla="*/ 2446592 w 3219450"/>
                <a:gd name="connsiteY11331" fmla="*/ 1570958 h 2495550"/>
                <a:gd name="connsiteX11332" fmla="*/ 2448592 w 3219450"/>
                <a:gd name="connsiteY11332" fmla="*/ 1571911 h 2495550"/>
                <a:gd name="connsiteX11333" fmla="*/ 2450783 w 3219450"/>
                <a:gd name="connsiteY11333" fmla="*/ 1572673 h 2495550"/>
                <a:gd name="connsiteX11334" fmla="*/ 2453164 w 3219450"/>
                <a:gd name="connsiteY11334" fmla="*/ 1573054 h 2495550"/>
                <a:gd name="connsiteX11335" fmla="*/ 2455640 w 3219450"/>
                <a:gd name="connsiteY11335" fmla="*/ 1573054 h 2495550"/>
                <a:gd name="connsiteX11336" fmla="*/ 2457927 w 3219450"/>
                <a:gd name="connsiteY11336" fmla="*/ 1572292 h 2495550"/>
                <a:gd name="connsiteX11337" fmla="*/ 2459641 w 3219450"/>
                <a:gd name="connsiteY11337" fmla="*/ 1570863 h 2495550"/>
                <a:gd name="connsiteX11338" fmla="*/ 2462879 w 3219450"/>
                <a:gd name="connsiteY11338" fmla="*/ 1567529 h 2495550"/>
                <a:gd name="connsiteX11339" fmla="*/ 2466404 w 3219450"/>
                <a:gd name="connsiteY11339" fmla="*/ 1565815 h 2495550"/>
                <a:gd name="connsiteX11340" fmla="*/ 2469737 w 3219450"/>
                <a:gd name="connsiteY11340" fmla="*/ 1564005 h 2495550"/>
                <a:gd name="connsiteX11341" fmla="*/ 2471357 w 3219450"/>
                <a:gd name="connsiteY11341" fmla="*/ 1564005 h 2495550"/>
                <a:gd name="connsiteX11342" fmla="*/ 2473643 w 3219450"/>
                <a:gd name="connsiteY11342" fmla="*/ 1564386 h 2495550"/>
                <a:gd name="connsiteX11343" fmla="*/ 2477262 w 3219450"/>
                <a:gd name="connsiteY11343" fmla="*/ 1564386 h 2495550"/>
                <a:gd name="connsiteX11344" fmla="*/ 2482977 w 3219450"/>
                <a:gd name="connsiteY11344" fmla="*/ 1566958 h 2495550"/>
                <a:gd name="connsiteX11345" fmla="*/ 2486502 w 3219450"/>
                <a:gd name="connsiteY11345" fmla="*/ 1567815 h 2495550"/>
                <a:gd name="connsiteX11346" fmla="*/ 2488406 w 3219450"/>
                <a:gd name="connsiteY11346" fmla="*/ 1569720 h 2495550"/>
                <a:gd name="connsiteX11347" fmla="*/ 2491454 w 3219450"/>
                <a:gd name="connsiteY11347" fmla="*/ 1573721 h 2495550"/>
                <a:gd name="connsiteX11348" fmla="*/ 2491740 w 3219450"/>
                <a:gd name="connsiteY11348" fmla="*/ 1574197 h 2495550"/>
                <a:gd name="connsiteX11349" fmla="*/ 2492216 w 3219450"/>
                <a:gd name="connsiteY11349" fmla="*/ 1575340 h 2495550"/>
                <a:gd name="connsiteX11350" fmla="*/ 2492597 w 3219450"/>
                <a:gd name="connsiteY11350" fmla="*/ 1575530 h 2495550"/>
                <a:gd name="connsiteX11351" fmla="*/ 2493455 w 3219450"/>
                <a:gd name="connsiteY11351" fmla="*/ 1575721 h 2495550"/>
                <a:gd name="connsiteX11352" fmla="*/ 2493645 w 3219450"/>
                <a:gd name="connsiteY11352" fmla="*/ 1576197 h 2495550"/>
                <a:gd name="connsiteX11353" fmla="*/ 2493550 w 3219450"/>
                <a:gd name="connsiteY11353" fmla="*/ 1576769 h 2495550"/>
                <a:gd name="connsiteX11354" fmla="*/ 2493550 w 3219450"/>
                <a:gd name="connsiteY11354" fmla="*/ 1577245 h 2495550"/>
                <a:gd name="connsiteX11355" fmla="*/ 2493455 w 3219450"/>
                <a:gd name="connsiteY11355" fmla="*/ 1578674 h 2495550"/>
                <a:gd name="connsiteX11356" fmla="*/ 2494026 w 3219450"/>
                <a:gd name="connsiteY11356" fmla="*/ 1579912 h 2495550"/>
                <a:gd name="connsiteX11357" fmla="*/ 2495455 w 3219450"/>
                <a:gd name="connsiteY11357" fmla="*/ 1580579 h 2495550"/>
                <a:gd name="connsiteX11358" fmla="*/ 2496884 w 3219450"/>
                <a:gd name="connsiteY11358" fmla="*/ 1580198 h 2495550"/>
                <a:gd name="connsiteX11359" fmla="*/ 2498694 w 3219450"/>
                <a:gd name="connsiteY11359" fmla="*/ 1580293 h 2495550"/>
                <a:gd name="connsiteX11360" fmla="*/ 2499836 w 3219450"/>
                <a:gd name="connsiteY11360" fmla="*/ 1580674 h 2495550"/>
                <a:gd name="connsiteX11361" fmla="*/ 2501075 w 3219450"/>
                <a:gd name="connsiteY11361" fmla="*/ 1581436 h 2495550"/>
                <a:gd name="connsiteX11362" fmla="*/ 2502599 w 3219450"/>
                <a:gd name="connsiteY11362" fmla="*/ 1581817 h 2495550"/>
                <a:gd name="connsiteX11363" fmla="*/ 2506313 w 3219450"/>
                <a:gd name="connsiteY11363" fmla="*/ 1579340 h 2495550"/>
                <a:gd name="connsiteX11364" fmla="*/ 2508599 w 3219450"/>
                <a:gd name="connsiteY11364" fmla="*/ 1577531 h 2495550"/>
                <a:gd name="connsiteX11365" fmla="*/ 2511647 w 3219450"/>
                <a:gd name="connsiteY11365" fmla="*/ 1576006 h 2495550"/>
                <a:gd name="connsiteX11366" fmla="*/ 2513267 w 3219450"/>
                <a:gd name="connsiteY11366" fmla="*/ 1576483 h 2495550"/>
                <a:gd name="connsiteX11367" fmla="*/ 2518505 w 3219450"/>
                <a:gd name="connsiteY11367" fmla="*/ 1579150 h 2495550"/>
                <a:gd name="connsiteX11368" fmla="*/ 2521839 w 3219450"/>
                <a:gd name="connsiteY11368" fmla="*/ 1580960 h 2495550"/>
                <a:gd name="connsiteX11369" fmla="*/ 2522601 w 3219450"/>
                <a:gd name="connsiteY11369" fmla="*/ 1581245 h 2495550"/>
                <a:gd name="connsiteX11370" fmla="*/ 2522887 w 3219450"/>
                <a:gd name="connsiteY11370" fmla="*/ 1581531 h 2495550"/>
                <a:gd name="connsiteX11371" fmla="*/ 2523268 w 3219450"/>
                <a:gd name="connsiteY11371" fmla="*/ 1582102 h 2495550"/>
                <a:gd name="connsiteX11372" fmla="*/ 2523744 w 3219450"/>
                <a:gd name="connsiteY11372" fmla="*/ 1582674 h 2495550"/>
                <a:gd name="connsiteX11373" fmla="*/ 2524316 w 3219450"/>
                <a:gd name="connsiteY11373" fmla="*/ 1582960 h 2495550"/>
                <a:gd name="connsiteX11374" fmla="*/ 2525554 w 3219450"/>
                <a:gd name="connsiteY11374" fmla="*/ 1583341 h 2495550"/>
                <a:gd name="connsiteX11375" fmla="*/ 2526792 w 3219450"/>
                <a:gd name="connsiteY11375" fmla="*/ 1583817 h 2495550"/>
                <a:gd name="connsiteX11376" fmla="*/ 2528507 w 3219450"/>
                <a:gd name="connsiteY11376" fmla="*/ 1584865 h 2495550"/>
                <a:gd name="connsiteX11377" fmla="*/ 2530983 w 3219450"/>
                <a:gd name="connsiteY11377" fmla="*/ 1585817 h 2495550"/>
                <a:gd name="connsiteX11378" fmla="*/ 2532031 w 3219450"/>
                <a:gd name="connsiteY11378" fmla="*/ 1586389 h 2495550"/>
                <a:gd name="connsiteX11379" fmla="*/ 2533460 w 3219450"/>
                <a:gd name="connsiteY11379" fmla="*/ 1586579 h 2495550"/>
                <a:gd name="connsiteX11380" fmla="*/ 2535841 w 3219450"/>
                <a:gd name="connsiteY11380" fmla="*/ 1587151 h 2495550"/>
                <a:gd name="connsiteX11381" fmla="*/ 2539461 w 3219450"/>
                <a:gd name="connsiteY11381" fmla="*/ 1588389 h 2495550"/>
                <a:gd name="connsiteX11382" fmla="*/ 2542318 w 3219450"/>
                <a:gd name="connsiteY11382" fmla="*/ 1588389 h 2495550"/>
                <a:gd name="connsiteX11383" fmla="*/ 2544604 w 3219450"/>
                <a:gd name="connsiteY11383" fmla="*/ 1587437 h 2495550"/>
                <a:gd name="connsiteX11384" fmla="*/ 2545461 w 3219450"/>
                <a:gd name="connsiteY11384" fmla="*/ 1586198 h 2495550"/>
                <a:gd name="connsiteX11385" fmla="*/ 2544985 w 3219450"/>
                <a:gd name="connsiteY11385" fmla="*/ 1584484 h 2495550"/>
                <a:gd name="connsiteX11386" fmla="*/ 2543937 w 3219450"/>
                <a:gd name="connsiteY11386" fmla="*/ 1582484 h 2495550"/>
                <a:gd name="connsiteX11387" fmla="*/ 2542508 w 3219450"/>
                <a:gd name="connsiteY11387" fmla="*/ 1580007 h 2495550"/>
                <a:gd name="connsiteX11388" fmla="*/ 2542508 w 3219450"/>
                <a:gd name="connsiteY11388" fmla="*/ 1577626 h 2495550"/>
                <a:gd name="connsiteX11389" fmla="*/ 2541080 w 3219450"/>
                <a:gd name="connsiteY11389" fmla="*/ 1575054 h 2495550"/>
                <a:gd name="connsiteX11390" fmla="*/ 2539841 w 3219450"/>
                <a:gd name="connsiteY11390" fmla="*/ 1573625 h 2495550"/>
                <a:gd name="connsiteX11391" fmla="*/ 2539651 w 3219450"/>
                <a:gd name="connsiteY11391" fmla="*/ 1572101 h 2495550"/>
                <a:gd name="connsiteX11392" fmla="*/ 2538413 w 3219450"/>
                <a:gd name="connsiteY11392" fmla="*/ 1570958 h 2495550"/>
                <a:gd name="connsiteX11393" fmla="*/ 2536603 w 3219450"/>
                <a:gd name="connsiteY11393" fmla="*/ 1569434 h 2495550"/>
                <a:gd name="connsiteX11394" fmla="*/ 2534603 w 3219450"/>
                <a:gd name="connsiteY11394" fmla="*/ 1568101 h 2495550"/>
                <a:gd name="connsiteX11395" fmla="*/ 2534127 w 3219450"/>
                <a:gd name="connsiteY11395" fmla="*/ 1567529 h 2495550"/>
                <a:gd name="connsiteX11396" fmla="*/ 2532317 w 3219450"/>
                <a:gd name="connsiteY11396" fmla="*/ 1566481 h 2495550"/>
                <a:gd name="connsiteX11397" fmla="*/ 2530888 w 3219450"/>
                <a:gd name="connsiteY11397" fmla="*/ 1565243 h 2495550"/>
                <a:gd name="connsiteX11398" fmla="*/ 2527649 w 3219450"/>
                <a:gd name="connsiteY11398" fmla="*/ 1563719 h 2495550"/>
                <a:gd name="connsiteX11399" fmla="*/ 2525554 w 3219450"/>
                <a:gd name="connsiteY11399" fmla="*/ 1562767 h 2495550"/>
                <a:gd name="connsiteX11400" fmla="*/ 2524316 w 3219450"/>
                <a:gd name="connsiteY11400" fmla="*/ 1562386 h 2495550"/>
                <a:gd name="connsiteX11401" fmla="*/ 2522506 w 3219450"/>
                <a:gd name="connsiteY11401" fmla="*/ 1562291 h 2495550"/>
                <a:gd name="connsiteX11402" fmla="*/ 2522030 w 3219450"/>
                <a:gd name="connsiteY11402" fmla="*/ 1562386 h 2495550"/>
                <a:gd name="connsiteX11403" fmla="*/ 2521744 w 3219450"/>
                <a:gd name="connsiteY11403" fmla="*/ 1562291 h 2495550"/>
                <a:gd name="connsiteX11404" fmla="*/ 2521268 w 3219450"/>
                <a:gd name="connsiteY11404" fmla="*/ 1561719 h 2495550"/>
                <a:gd name="connsiteX11405" fmla="*/ 2520982 w 3219450"/>
                <a:gd name="connsiteY11405" fmla="*/ 1561624 h 2495550"/>
                <a:gd name="connsiteX11406" fmla="*/ 2520696 w 3219450"/>
                <a:gd name="connsiteY11406" fmla="*/ 1561719 h 2495550"/>
                <a:gd name="connsiteX11407" fmla="*/ 2520411 w 3219450"/>
                <a:gd name="connsiteY11407" fmla="*/ 1562005 h 2495550"/>
                <a:gd name="connsiteX11408" fmla="*/ 2520029 w 3219450"/>
                <a:gd name="connsiteY11408" fmla="*/ 1562195 h 2495550"/>
                <a:gd name="connsiteX11409" fmla="*/ 2519744 w 3219450"/>
                <a:gd name="connsiteY11409" fmla="*/ 1562100 h 2495550"/>
                <a:gd name="connsiteX11410" fmla="*/ 2519172 w 3219450"/>
                <a:gd name="connsiteY11410" fmla="*/ 1560862 h 2495550"/>
                <a:gd name="connsiteX11411" fmla="*/ 2519172 w 3219450"/>
                <a:gd name="connsiteY11411" fmla="*/ 1559814 h 2495550"/>
                <a:gd name="connsiteX11412" fmla="*/ 2518886 w 3219450"/>
                <a:gd name="connsiteY11412" fmla="*/ 1559052 h 2495550"/>
                <a:gd name="connsiteX11413" fmla="*/ 2517458 w 3219450"/>
                <a:gd name="connsiteY11413" fmla="*/ 1558766 h 2495550"/>
                <a:gd name="connsiteX11414" fmla="*/ 2515838 w 3219450"/>
                <a:gd name="connsiteY11414" fmla="*/ 1555147 h 2495550"/>
                <a:gd name="connsiteX11415" fmla="*/ 2515457 w 3219450"/>
                <a:gd name="connsiteY11415" fmla="*/ 1554861 h 2495550"/>
                <a:gd name="connsiteX11416" fmla="*/ 2515743 w 3219450"/>
                <a:gd name="connsiteY11416" fmla="*/ 1554385 h 2495550"/>
                <a:gd name="connsiteX11417" fmla="*/ 2516315 w 3219450"/>
                <a:gd name="connsiteY11417" fmla="*/ 1554194 h 2495550"/>
                <a:gd name="connsiteX11418" fmla="*/ 2517648 w 3219450"/>
                <a:gd name="connsiteY11418" fmla="*/ 1554004 h 2495550"/>
                <a:gd name="connsiteX11419" fmla="*/ 2518410 w 3219450"/>
                <a:gd name="connsiteY11419" fmla="*/ 1553718 h 2495550"/>
                <a:gd name="connsiteX11420" fmla="*/ 2518601 w 3219450"/>
                <a:gd name="connsiteY11420" fmla="*/ 1553623 h 2495550"/>
                <a:gd name="connsiteX11421" fmla="*/ 2518505 w 3219450"/>
                <a:gd name="connsiteY11421" fmla="*/ 1553337 h 2495550"/>
                <a:gd name="connsiteX11422" fmla="*/ 2518410 w 3219450"/>
                <a:gd name="connsiteY11422" fmla="*/ 1552480 h 2495550"/>
                <a:gd name="connsiteX11423" fmla="*/ 2517648 w 3219450"/>
                <a:gd name="connsiteY11423" fmla="*/ 1547336 h 2495550"/>
                <a:gd name="connsiteX11424" fmla="*/ 2517077 w 3219450"/>
                <a:gd name="connsiteY11424" fmla="*/ 1545336 h 2495550"/>
                <a:gd name="connsiteX11425" fmla="*/ 2515172 w 3219450"/>
                <a:gd name="connsiteY11425" fmla="*/ 1543526 h 2495550"/>
                <a:gd name="connsiteX11426" fmla="*/ 2510790 w 3219450"/>
                <a:gd name="connsiteY11426" fmla="*/ 1541526 h 2495550"/>
                <a:gd name="connsiteX11427" fmla="*/ 2507837 w 3219450"/>
                <a:gd name="connsiteY11427" fmla="*/ 1540002 h 2495550"/>
                <a:gd name="connsiteX11428" fmla="*/ 2506599 w 3219450"/>
                <a:gd name="connsiteY11428" fmla="*/ 1539621 h 2495550"/>
                <a:gd name="connsiteX11429" fmla="*/ 2505647 w 3219450"/>
                <a:gd name="connsiteY11429" fmla="*/ 1539050 h 2495550"/>
                <a:gd name="connsiteX11430" fmla="*/ 2504789 w 3219450"/>
                <a:gd name="connsiteY11430" fmla="*/ 1538573 h 2495550"/>
                <a:gd name="connsiteX11431" fmla="*/ 2502789 w 3219450"/>
                <a:gd name="connsiteY11431" fmla="*/ 1537811 h 2495550"/>
                <a:gd name="connsiteX11432" fmla="*/ 2502122 w 3219450"/>
                <a:gd name="connsiteY11432" fmla="*/ 1538383 h 2495550"/>
                <a:gd name="connsiteX11433" fmla="*/ 2501741 w 3219450"/>
                <a:gd name="connsiteY11433" fmla="*/ 1538383 h 2495550"/>
                <a:gd name="connsiteX11434" fmla="*/ 2501646 w 3219450"/>
                <a:gd name="connsiteY11434" fmla="*/ 1536954 h 2495550"/>
                <a:gd name="connsiteX11435" fmla="*/ 2500979 w 3219450"/>
                <a:gd name="connsiteY11435" fmla="*/ 1536002 h 2495550"/>
                <a:gd name="connsiteX11436" fmla="*/ 2499932 w 3219450"/>
                <a:gd name="connsiteY11436" fmla="*/ 1535525 h 2495550"/>
                <a:gd name="connsiteX11437" fmla="*/ 2498694 w 3219450"/>
                <a:gd name="connsiteY11437" fmla="*/ 1534668 h 2495550"/>
                <a:gd name="connsiteX11438" fmla="*/ 2497551 w 3219450"/>
                <a:gd name="connsiteY11438" fmla="*/ 1534001 h 2495550"/>
                <a:gd name="connsiteX11439" fmla="*/ 2495169 w 3219450"/>
                <a:gd name="connsiteY11439" fmla="*/ 1532382 h 2495550"/>
                <a:gd name="connsiteX11440" fmla="*/ 2493550 w 3219450"/>
                <a:gd name="connsiteY11440" fmla="*/ 1531715 h 2495550"/>
                <a:gd name="connsiteX11441" fmla="*/ 2491836 w 3219450"/>
                <a:gd name="connsiteY11441" fmla="*/ 1530191 h 2495550"/>
                <a:gd name="connsiteX11442" fmla="*/ 2491550 w 3219450"/>
                <a:gd name="connsiteY11442" fmla="*/ 1528381 h 2495550"/>
                <a:gd name="connsiteX11443" fmla="*/ 2489264 w 3219450"/>
                <a:gd name="connsiteY11443" fmla="*/ 1527715 h 2495550"/>
                <a:gd name="connsiteX11444" fmla="*/ 2487454 w 3219450"/>
                <a:gd name="connsiteY11444" fmla="*/ 1526096 h 2495550"/>
                <a:gd name="connsiteX11445" fmla="*/ 2487454 w 3219450"/>
                <a:gd name="connsiteY11445" fmla="*/ 1525334 h 2495550"/>
                <a:gd name="connsiteX11446" fmla="*/ 2488026 w 3219450"/>
                <a:gd name="connsiteY11446" fmla="*/ 1524381 h 2495550"/>
                <a:gd name="connsiteX11447" fmla="*/ 2488406 w 3219450"/>
                <a:gd name="connsiteY11447" fmla="*/ 1524762 h 2495550"/>
                <a:gd name="connsiteX11448" fmla="*/ 2488121 w 3219450"/>
                <a:gd name="connsiteY11448" fmla="*/ 1525143 h 2495550"/>
                <a:gd name="connsiteX11449" fmla="*/ 2488216 w 3219450"/>
                <a:gd name="connsiteY11449" fmla="*/ 1525619 h 2495550"/>
                <a:gd name="connsiteX11450" fmla="*/ 2488597 w 3219450"/>
                <a:gd name="connsiteY11450" fmla="*/ 1526096 h 2495550"/>
                <a:gd name="connsiteX11451" fmla="*/ 2489169 w 3219450"/>
                <a:gd name="connsiteY11451" fmla="*/ 1526477 h 2495550"/>
                <a:gd name="connsiteX11452" fmla="*/ 2489169 w 3219450"/>
                <a:gd name="connsiteY11452" fmla="*/ 1524572 h 2495550"/>
                <a:gd name="connsiteX11453" fmla="*/ 2488692 w 3219450"/>
                <a:gd name="connsiteY11453" fmla="*/ 1522286 h 2495550"/>
                <a:gd name="connsiteX11454" fmla="*/ 2490121 w 3219450"/>
                <a:gd name="connsiteY11454" fmla="*/ 1521333 h 2495550"/>
                <a:gd name="connsiteX11455" fmla="*/ 2491454 w 3219450"/>
                <a:gd name="connsiteY11455" fmla="*/ 1518761 h 2495550"/>
                <a:gd name="connsiteX11456" fmla="*/ 2491645 w 3219450"/>
                <a:gd name="connsiteY11456" fmla="*/ 1516856 h 2495550"/>
                <a:gd name="connsiteX11457" fmla="*/ 2490597 w 3219450"/>
                <a:gd name="connsiteY11457" fmla="*/ 1509427 h 2495550"/>
                <a:gd name="connsiteX11458" fmla="*/ 2490597 w 3219450"/>
                <a:gd name="connsiteY11458" fmla="*/ 1508474 h 2495550"/>
                <a:gd name="connsiteX11459" fmla="*/ 2490978 w 3219450"/>
                <a:gd name="connsiteY11459" fmla="*/ 1506188 h 2495550"/>
                <a:gd name="connsiteX11460" fmla="*/ 2490693 w 3219450"/>
                <a:gd name="connsiteY11460" fmla="*/ 1505426 h 2495550"/>
                <a:gd name="connsiteX11461" fmla="*/ 2489454 w 3219450"/>
                <a:gd name="connsiteY11461" fmla="*/ 1505045 h 2495550"/>
                <a:gd name="connsiteX11462" fmla="*/ 2488311 w 3219450"/>
                <a:gd name="connsiteY11462" fmla="*/ 1505236 h 2495550"/>
                <a:gd name="connsiteX11463" fmla="*/ 2487645 w 3219450"/>
                <a:gd name="connsiteY11463" fmla="*/ 1505522 h 2495550"/>
                <a:gd name="connsiteX11464" fmla="*/ 2487263 w 3219450"/>
                <a:gd name="connsiteY11464" fmla="*/ 1505236 h 2495550"/>
                <a:gd name="connsiteX11465" fmla="*/ 2486882 w 3219450"/>
                <a:gd name="connsiteY11465" fmla="*/ 1503712 h 2495550"/>
                <a:gd name="connsiteX11466" fmla="*/ 2486882 w 3219450"/>
                <a:gd name="connsiteY11466" fmla="*/ 1501331 h 2495550"/>
                <a:gd name="connsiteX11467" fmla="*/ 2486502 w 3219450"/>
                <a:gd name="connsiteY11467" fmla="*/ 1500473 h 2495550"/>
                <a:gd name="connsiteX11468" fmla="*/ 2485454 w 3219450"/>
                <a:gd name="connsiteY11468" fmla="*/ 1500283 h 2495550"/>
                <a:gd name="connsiteX11469" fmla="*/ 2486216 w 3219450"/>
                <a:gd name="connsiteY11469" fmla="*/ 1498473 h 2495550"/>
                <a:gd name="connsiteX11470" fmla="*/ 2485073 w 3219450"/>
                <a:gd name="connsiteY11470" fmla="*/ 1496759 h 2495550"/>
                <a:gd name="connsiteX11471" fmla="*/ 2482215 w 3219450"/>
                <a:gd name="connsiteY11471" fmla="*/ 1494282 h 2495550"/>
                <a:gd name="connsiteX11472" fmla="*/ 2482691 w 3219450"/>
                <a:gd name="connsiteY11472" fmla="*/ 1494282 h 2495550"/>
                <a:gd name="connsiteX11473" fmla="*/ 2482882 w 3219450"/>
                <a:gd name="connsiteY11473" fmla="*/ 1494092 h 2495550"/>
                <a:gd name="connsiteX11474" fmla="*/ 2482882 w 3219450"/>
                <a:gd name="connsiteY11474" fmla="*/ 1493139 h 2495550"/>
                <a:gd name="connsiteX11475" fmla="*/ 2482787 w 3219450"/>
                <a:gd name="connsiteY11475" fmla="*/ 1492949 h 2495550"/>
                <a:gd name="connsiteX11476" fmla="*/ 2482215 w 3219450"/>
                <a:gd name="connsiteY11476" fmla="*/ 1492377 h 2495550"/>
                <a:gd name="connsiteX11477" fmla="*/ 2482120 w 3219450"/>
                <a:gd name="connsiteY11477" fmla="*/ 1492091 h 2495550"/>
                <a:gd name="connsiteX11478" fmla="*/ 2482215 w 3219450"/>
                <a:gd name="connsiteY11478" fmla="*/ 1491710 h 2495550"/>
                <a:gd name="connsiteX11479" fmla="*/ 2482501 w 3219450"/>
                <a:gd name="connsiteY11479" fmla="*/ 1491520 h 2495550"/>
                <a:gd name="connsiteX11480" fmla="*/ 2482787 w 3219450"/>
                <a:gd name="connsiteY11480" fmla="*/ 1491425 h 2495550"/>
                <a:gd name="connsiteX11481" fmla="*/ 2483072 w 3219450"/>
                <a:gd name="connsiteY11481" fmla="*/ 1491234 h 2495550"/>
                <a:gd name="connsiteX11482" fmla="*/ 2483168 w 3219450"/>
                <a:gd name="connsiteY11482" fmla="*/ 1490377 h 2495550"/>
                <a:gd name="connsiteX11483" fmla="*/ 2482501 w 3219450"/>
                <a:gd name="connsiteY11483" fmla="*/ 1489805 h 2495550"/>
                <a:gd name="connsiteX11484" fmla="*/ 2481548 w 3219450"/>
                <a:gd name="connsiteY11484" fmla="*/ 1489424 h 2495550"/>
                <a:gd name="connsiteX11485" fmla="*/ 2480882 w 3219450"/>
                <a:gd name="connsiteY11485" fmla="*/ 1489329 h 2495550"/>
                <a:gd name="connsiteX11486" fmla="*/ 2480215 w 3219450"/>
                <a:gd name="connsiteY11486" fmla="*/ 1488948 h 2495550"/>
                <a:gd name="connsiteX11487" fmla="*/ 2479453 w 3219450"/>
                <a:gd name="connsiteY11487" fmla="*/ 1487996 h 2495550"/>
                <a:gd name="connsiteX11488" fmla="*/ 2478786 w 3219450"/>
                <a:gd name="connsiteY11488" fmla="*/ 1486948 h 2495550"/>
                <a:gd name="connsiteX11489" fmla="*/ 2478501 w 3219450"/>
                <a:gd name="connsiteY11489" fmla="*/ 1486091 h 2495550"/>
                <a:gd name="connsiteX11490" fmla="*/ 2478215 w 3219450"/>
                <a:gd name="connsiteY11490" fmla="*/ 1481328 h 2495550"/>
                <a:gd name="connsiteX11491" fmla="*/ 2478024 w 3219450"/>
                <a:gd name="connsiteY11491" fmla="*/ 1480376 h 2495550"/>
                <a:gd name="connsiteX11492" fmla="*/ 2477072 w 3219450"/>
                <a:gd name="connsiteY11492" fmla="*/ 1477899 h 2495550"/>
                <a:gd name="connsiteX11493" fmla="*/ 2476691 w 3219450"/>
                <a:gd name="connsiteY11493" fmla="*/ 1477232 h 2495550"/>
                <a:gd name="connsiteX11494" fmla="*/ 2473833 w 3219450"/>
                <a:gd name="connsiteY11494" fmla="*/ 1473803 h 2495550"/>
                <a:gd name="connsiteX11495" fmla="*/ 2473357 w 3219450"/>
                <a:gd name="connsiteY11495" fmla="*/ 1472851 h 2495550"/>
                <a:gd name="connsiteX11496" fmla="*/ 2472119 w 3219450"/>
                <a:gd name="connsiteY11496" fmla="*/ 1469898 h 2495550"/>
                <a:gd name="connsiteX11497" fmla="*/ 2471452 w 3219450"/>
                <a:gd name="connsiteY11497" fmla="*/ 1468850 h 2495550"/>
                <a:gd name="connsiteX11498" fmla="*/ 2469261 w 3219450"/>
                <a:gd name="connsiteY11498" fmla="*/ 1466374 h 2495550"/>
                <a:gd name="connsiteX11499" fmla="*/ 2469547 w 3219450"/>
                <a:gd name="connsiteY11499" fmla="*/ 1465802 h 2495550"/>
                <a:gd name="connsiteX11500" fmla="*/ 2469833 w 3219450"/>
                <a:gd name="connsiteY11500" fmla="*/ 1465517 h 2495550"/>
                <a:gd name="connsiteX11501" fmla="*/ 2470214 w 3219450"/>
                <a:gd name="connsiteY11501" fmla="*/ 1465517 h 2495550"/>
                <a:gd name="connsiteX11502" fmla="*/ 2470690 w 3219450"/>
                <a:gd name="connsiteY11502" fmla="*/ 1465802 h 2495550"/>
                <a:gd name="connsiteX11503" fmla="*/ 2470404 w 3219450"/>
                <a:gd name="connsiteY11503" fmla="*/ 1463231 h 2495550"/>
                <a:gd name="connsiteX11504" fmla="*/ 2470309 w 3219450"/>
                <a:gd name="connsiteY11504" fmla="*/ 1460849 h 2495550"/>
                <a:gd name="connsiteX11505" fmla="*/ 2469928 w 3219450"/>
                <a:gd name="connsiteY11505" fmla="*/ 1459706 h 2495550"/>
                <a:gd name="connsiteX11506" fmla="*/ 2469071 w 3219450"/>
                <a:gd name="connsiteY11506" fmla="*/ 1458944 h 2495550"/>
                <a:gd name="connsiteX11507" fmla="*/ 2468118 w 3219450"/>
                <a:gd name="connsiteY11507" fmla="*/ 1458277 h 2495550"/>
                <a:gd name="connsiteX11508" fmla="*/ 2467356 w 3219450"/>
                <a:gd name="connsiteY11508" fmla="*/ 1457516 h 2495550"/>
                <a:gd name="connsiteX11509" fmla="*/ 2467452 w 3219450"/>
                <a:gd name="connsiteY11509" fmla="*/ 1456563 h 2495550"/>
                <a:gd name="connsiteX11510" fmla="*/ 2467070 w 3219450"/>
                <a:gd name="connsiteY11510" fmla="*/ 1455134 h 2495550"/>
                <a:gd name="connsiteX11511" fmla="*/ 2466404 w 3219450"/>
                <a:gd name="connsiteY11511" fmla="*/ 1453801 h 2495550"/>
                <a:gd name="connsiteX11512" fmla="*/ 2465737 w 3219450"/>
                <a:gd name="connsiteY11512" fmla="*/ 1453229 h 2495550"/>
                <a:gd name="connsiteX11513" fmla="*/ 2465070 w 3219450"/>
                <a:gd name="connsiteY11513" fmla="*/ 1452944 h 2495550"/>
                <a:gd name="connsiteX11514" fmla="*/ 2464689 w 3219450"/>
                <a:gd name="connsiteY11514" fmla="*/ 1452372 h 2495550"/>
                <a:gd name="connsiteX11515" fmla="*/ 2464594 w 3219450"/>
                <a:gd name="connsiteY11515" fmla="*/ 1451801 h 2495550"/>
                <a:gd name="connsiteX11516" fmla="*/ 2465356 w 3219450"/>
                <a:gd name="connsiteY11516" fmla="*/ 1451229 h 2495550"/>
                <a:gd name="connsiteX11517" fmla="*/ 2465356 w 3219450"/>
                <a:gd name="connsiteY11517" fmla="*/ 1450562 h 2495550"/>
                <a:gd name="connsiteX11518" fmla="*/ 2465070 w 3219450"/>
                <a:gd name="connsiteY11518" fmla="*/ 1449324 h 2495550"/>
                <a:gd name="connsiteX11519" fmla="*/ 2463832 w 3219450"/>
                <a:gd name="connsiteY11519" fmla="*/ 1445895 h 2495550"/>
                <a:gd name="connsiteX11520" fmla="*/ 2463070 w 3219450"/>
                <a:gd name="connsiteY11520" fmla="*/ 1441704 h 2495550"/>
                <a:gd name="connsiteX11521" fmla="*/ 2462784 w 3219450"/>
                <a:gd name="connsiteY11521" fmla="*/ 1441133 h 2495550"/>
                <a:gd name="connsiteX11522" fmla="*/ 2462403 w 3219450"/>
                <a:gd name="connsiteY11522" fmla="*/ 1440656 h 2495550"/>
                <a:gd name="connsiteX11523" fmla="*/ 2462118 w 3219450"/>
                <a:gd name="connsiteY11523" fmla="*/ 1440180 h 2495550"/>
                <a:gd name="connsiteX11524" fmla="*/ 2461832 w 3219450"/>
                <a:gd name="connsiteY11524" fmla="*/ 1439132 h 2495550"/>
                <a:gd name="connsiteX11525" fmla="*/ 2460594 w 3219450"/>
                <a:gd name="connsiteY11525" fmla="*/ 1436942 h 2495550"/>
                <a:gd name="connsiteX11526" fmla="*/ 2460594 w 3219450"/>
                <a:gd name="connsiteY11526" fmla="*/ 1435322 h 2495550"/>
                <a:gd name="connsiteX11527" fmla="*/ 2460212 w 3219450"/>
                <a:gd name="connsiteY11527" fmla="*/ 1434370 h 2495550"/>
                <a:gd name="connsiteX11528" fmla="*/ 2459831 w 3219450"/>
                <a:gd name="connsiteY11528" fmla="*/ 1432941 h 2495550"/>
                <a:gd name="connsiteX11529" fmla="*/ 2459260 w 3219450"/>
                <a:gd name="connsiteY11529" fmla="*/ 1431036 h 2495550"/>
                <a:gd name="connsiteX11530" fmla="*/ 2457927 w 3219450"/>
                <a:gd name="connsiteY11530" fmla="*/ 1428464 h 2495550"/>
                <a:gd name="connsiteX11531" fmla="*/ 2457545 w 3219450"/>
                <a:gd name="connsiteY11531" fmla="*/ 1427036 h 2495550"/>
                <a:gd name="connsiteX11532" fmla="*/ 2457450 w 3219450"/>
                <a:gd name="connsiteY11532" fmla="*/ 1425512 h 2495550"/>
                <a:gd name="connsiteX11533" fmla="*/ 2457069 w 3219450"/>
                <a:gd name="connsiteY11533" fmla="*/ 1424178 h 2495550"/>
                <a:gd name="connsiteX11534" fmla="*/ 2456117 w 3219450"/>
                <a:gd name="connsiteY11534" fmla="*/ 1423416 h 2495550"/>
                <a:gd name="connsiteX11535" fmla="*/ 2449735 w 3219450"/>
                <a:gd name="connsiteY11535" fmla="*/ 1421130 h 2495550"/>
                <a:gd name="connsiteX11536" fmla="*/ 2447639 w 3219450"/>
                <a:gd name="connsiteY11536" fmla="*/ 1419987 h 2495550"/>
                <a:gd name="connsiteX11537" fmla="*/ 2444687 w 3219450"/>
                <a:gd name="connsiteY11537" fmla="*/ 1417320 h 2495550"/>
                <a:gd name="connsiteX11538" fmla="*/ 2442591 w 3219450"/>
                <a:gd name="connsiteY11538" fmla="*/ 1415987 h 2495550"/>
                <a:gd name="connsiteX11539" fmla="*/ 2440305 w 3219450"/>
                <a:gd name="connsiteY11539" fmla="*/ 1414939 h 2495550"/>
                <a:gd name="connsiteX11540" fmla="*/ 2438495 w 3219450"/>
                <a:gd name="connsiteY11540" fmla="*/ 1414463 h 2495550"/>
                <a:gd name="connsiteX11541" fmla="*/ 2436210 w 3219450"/>
                <a:gd name="connsiteY11541" fmla="*/ 1414367 h 2495550"/>
                <a:gd name="connsiteX11542" fmla="*/ 2434304 w 3219450"/>
                <a:gd name="connsiteY11542" fmla="*/ 1414081 h 2495550"/>
                <a:gd name="connsiteX11543" fmla="*/ 2432685 w 3219450"/>
                <a:gd name="connsiteY11543" fmla="*/ 1413320 h 2495550"/>
                <a:gd name="connsiteX11544" fmla="*/ 2430399 w 3219450"/>
                <a:gd name="connsiteY11544" fmla="*/ 1411224 h 2495550"/>
                <a:gd name="connsiteX11545" fmla="*/ 2429256 w 3219450"/>
                <a:gd name="connsiteY11545" fmla="*/ 1410557 h 2495550"/>
                <a:gd name="connsiteX11546" fmla="*/ 2428018 w 3219450"/>
                <a:gd name="connsiteY11546" fmla="*/ 1410081 h 2495550"/>
                <a:gd name="connsiteX11547" fmla="*/ 2426970 w 3219450"/>
                <a:gd name="connsiteY11547" fmla="*/ 1409891 h 2495550"/>
                <a:gd name="connsiteX11548" fmla="*/ 2425541 w 3219450"/>
                <a:gd name="connsiteY11548" fmla="*/ 1410081 h 2495550"/>
                <a:gd name="connsiteX11549" fmla="*/ 2424970 w 3219450"/>
                <a:gd name="connsiteY11549" fmla="*/ 1409891 h 2495550"/>
                <a:gd name="connsiteX11550" fmla="*/ 2424779 w 3219450"/>
                <a:gd name="connsiteY11550" fmla="*/ 1409700 h 2495550"/>
                <a:gd name="connsiteX11551" fmla="*/ 2424684 w 3219450"/>
                <a:gd name="connsiteY11551" fmla="*/ 1409414 h 2495550"/>
                <a:gd name="connsiteX11552" fmla="*/ 2424684 w 3219450"/>
                <a:gd name="connsiteY11552" fmla="*/ 1409129 h 2495550"/>
                <a:gd name="connsiteX11553" fmla="*/ 2424684 w 3219450"/>
                <a:gd name="connsiteY11553" fmla="*/ 1408843 h 2495550"/>
                <a:gd name="connsiteX11554" fmla="*/ 2422970 w 3219450"/>
                <a:gd name="connsiteY11554" fmla="*/ 1408081 h 2495550"/>
                <a:gd name="connsiteX11555" fmla="*/ 2422494 w 3219450"/>
                <a:gd name="connsiteY11555" fmla="*/ 1407700 h 2495550"/>
                <a:gd name="connsiteX11556" fmla="*/ 2421922 w 3219450"/>
                <a:gd name="connsiteY11556" fmla="*/ 1406843 h 2495550"/>
                <a:gd name="connsiteX11557" fmla="*/ 2418874 w 3219450"/>
                <a:gd name="connsiteY11557" fmla="*/ 1404747 h 2495550"/>
                <a:gd name="connsiteX11558" fmla="*/ 2414873 w 3219450"/>
                <a:gd name="connsiteY11558" fmla="*/ 1400366 h 2495550"/>
                <a:gd name="connsiteX11559" fmla="*/ 2415731 w 3219450"/>
                <a:gd name="connsiteY11559" fmla="*/ 1399508 h 2495550"/>
                <a:gd name="connsiteX11560" fmla="*/ 2415826 w 3219450"/>
                <a:gd name="connsiteY11560" fmla="*/ 1398461 h 2495550"/>
                <a:gd name="connsiteX11561" fmla="*/ 2415254 w 3219450"/>
                <a:gd name="connsiteY11561" fmla="*/ 1397413 h 2495550"/>
                <a:gd name="connsiteX11562" fmla="*/ 2414111 w 3219450"/>
                <a:gd name="connsiteY11562" fmla="*/ 1396556 h 2495550"/>
                <a:gd name="connsiteX11563" fmla="*/ 2413349 w 3219450"/>
                <a:gd name="connsiteY11563" fmla="*/ 1396270 h 2495550"/>
                <a:gd name="connsiteX11564" fmla="*/ 2411921 w 3219450"/>
                <a:gd name="connsiteY11564" fmla="*/ 1396175 h 2495550"/>
                <a:gd name="connsiteX11565" fmla="*/ 2411159 w 3219450"/>
                <a:gd name="connsiteY11565" fmla="*/ 1395984 h 2495550"/>
                <a:gd name="connsiteX11566" fmla="*/ 2410492 w 3219450"/>
                <a:gd name="connsiteY11566" fmla="*/ 1395603 h 2495550"/>
                <a:gd name="connsiteX11567" fmla="*/ 2409539 w 3219450"/>
                <a:gd name="connsiteY11567" fmla="*/ 1394651 h 2495550"/>
                <a:gd name="connsiteX11568" fmla="*/ 2408968 w 3219450"/>
                <a:gd name="connsiteY11568" fmla="*/ 1394270 h 2495550"/>
                <a:gd name="connsiteX11569" fmla="*/ 2408396 w 3219450"/>
                <a:gd name="connsiteY11569" fmla="*/ 1395031 h 2495550"/>
                <a:gd name="connsiteX11570" fmla="*/ 2407825 w 3219450"/>
                <a:gd name="connsiteY11570" fmla="*/ 1395603 h 2495550"/>
                <a:gd name="connsiteX11571" fmla="*/ 2407158 w 3219450"/>
                <a:gd name="connsiteY11571" fmla="*/ 1395889 h 2495550"/>
                <a:gd name="connsiteX11572" fmla="*/ 2406111 w 3219450"/>
                <a:gd name="connsiteY11572" fmla="*/ 1395984 h 2495550"/>
                <a:gd name="connsiteX11573" fmla="*/ 2403539 w 3219450"/>
                <a:gd name="connsiteY11573" fmla="*/ 1395508 h 2495550"/>
                <a:gd name="connsiteX11574" fmla="*/ 2402872 w 3219450"/>
                <a:gd name="connsiteY11574" fmla="*/ 1395603 h 2495550"/>
                <a:gd name="connsiteX11575" fmla="*/ 2402396 w 3219450"/>
                <a:gd name="connsiteY11575" fmla="*/ 1396270 h 2495550"/>
                <a:gd name="connsiteX11576" fmla="*/ 2401824 w 3219450"/>
                <a:gd name="connsiteY11576" fmla="*/ 1398270 h 2495550"/>
                <a:gd name="connsiteX11577" fmla="*/ 2401443 w 3219450"/>
                <a:gd name="connsiteY11577" fmla="*/ 1398651 h 2495550"/>
                <a:gd name="connsiteX11578" fmla="*/ 2400872 w 3219450"/>
                <a:gd name="connsiteY11578" fmla="*/ 1398270 h 2495550"/>
                <a:gd name="connsiteX11579" fmla="*/ 2400681 w 3219450"/>
                <a:gd name="connsiteY11579" fmla="*/ 1397318 h 2495550"/>
                <a:gd name="connsiteX11580" fmla="*/ 2400777 w 3219450"/>
                <a:gd name="connsiteY11580" fmla="*/ 1396270 h 2495550"/>
                <a:gd name="connsiteX11581" fmla="*/ 2401062 w 3219450"/>
                <a:gd name="connsiteY11581" fmla="*/ 1395603 h 2495550"/>
                <a:gd name="connsiteX11582" fmla="*/ 2400681 w 3219450"/>
                <a:gd name="connsiteY11582" fmla="*/ 1395127 h 2495550"/>
                <a:gd name="connsiteX11583" fmla="*/ 2401348 w 3219450"/>
                <a:gd name="connsiteY11583" fmla="*/ 1393984 h 2495550"/>
                <a:gd name="connsiteX11584" fmla="*/ 2400872 w 3219450"/>
                <a:gd name="connsiteY11584" fmla="*/ 1392365 h 2495550"/>
                <a:gd name="connsiteX11585" fmla="*/ 2400681 w 3219450"/>
                <a:gd name="connsiteY11585" fmla="*/ 1389412 h 2495550"/>
                <a:gd name="connsiteX11586" fmla="*/ 2401443 w 3219450"/>
                <a:gd name="connsiteY11586" fmla="*/ 1384554 h 2495550"/>
                <a:gd name="connsiteX11587" fmla="*/ 2401062 w 3219450"/>
                <a:gd name="connsiteY11587" fmla="*/ 1383506 h 2495550"/>
                <a:gd name="connsiteX11588" fmla="*/ 2400872 w 3219450"/>
                <a:gd name="connsiteY11588" fmla="*/ 1381792 h 2495550"/>
                <a:gd name="connsiteX11589" fmla="*/ 2400872 w 3219450"/>
                <a:gd name="connsiteY11589" fmla="*/ 1380077 h 2495550"/>
                <a:gd name="connsiteX11590" fmla="*/ 2401253 w 3219450"/>
                <a:gd name="connsiteY11590" fmla="*/ 1379030 h 2495550"/>
                <a:gd name="connsiteX11591" fmla="*/ 2401538 w 3219450"/>
                <a:gd name="connsiteY11591" fmla="*/ 1378458 h 2495550"/>
                <a:gd name="connsiteX11592" fmla="*/ 2401729 w 3219450"/>
                <a:gd name="connsiteY11592" fmla="*/ 1376934 h 2495550"/>
                <a:gd name="connsiteX11593" fmla="*/ 2402015 w 3219450"/>
                <a:gd name="connsiteY11593" fmla="*/ 1376363 h 2495550"/>
                <a:gd name="connsiteX11594" fmla="*/ 2402491 w 3219450"/>
                <a:gd name="connsiteY11594" fmla="*/ 1375981 h 2495550"/>
                <a:gd name="connsiteX11595" fmla="*/ 2402872 w 3219450"/>
                <a:gd name="connsiteY11595" fmla="*/ 1375886 h 2495550"/>
                <a:gd name="connsiteX11596" fmla="*/ 2404015 w 3219450"/>
                <a:gd name="connsiteY11596" fmla="*/ 1375791 h 2495550"/>
                <a:gd name="connsiteX11597" fmla="*/ 2405634 w 3219450"/>
                <a:gd name="connsiteY11597" fmla="*/ 1375220 h 2495550"/>
                <a:gd name="connsiteX11598" fmla="*/ 2407444 w 3219450"/>
                <a:gd name="connsiteY11598" fmla="*/ 1374648 h 2495550"/>
                <a:gd name="connsiteX11599" fmla="*/ 2408587 w 3219450"/>
                <a:gd name="connsiteY11599" fmla="*/ 1374458 h 2495550"/>
                <a:gd name="connsiteX11600" fmla="*/ 2409730 w 3219450"/>
                <a:gd name="connsiteY11600" fmla="*/ 1373886 h 2495550"/>
                <a:gd name="connsiteX11601" fmla="*/ 2410397 w 3219450"/>
                <a:gd name="connsiteY11601" fmla="*/ 1372552 h 2495550"/>
                <a:gd name="connsiteX11602" fmla="*/ 2411254 w 3219450"/>
                <a:gd name="connsiteY11602" fmla="*/ 1366933 h 2495550"/>
                <a:gd name="connsiteX11603" fmla="*/ 2412111 w 3219450"/>
                <a:gd name="connsiteY11603" fmla="*/ 1363790 h 2495550"/>
                <a:gd name="connsiteX11604" fmla="*/ 2412873 w 3219450"/>
                <a:gd name="connsiteY11604" fmla="*/ 1362647 h 2495550"/>
                <a:gd name="connsiteX11605" fmla="*/ 2413064 w 3219450"/>
                <a:gd name="connsiteY11605" fmla="*/ 1362266 h 2495550"/>
                <a:gd name="connsiteX11606" fmla="*/ 2413064 w 3219450"/>
                <a:gd name="connsiteY11606" fmla="*/ 1360742 h 2495550"/>
                <a:gd name="connsiteX11607" fmla="*/ 2413159 w 3219450"/>
                <a:gd name="connsiteY11607" fmla="*/ 1359884 h 2495550"/>
                <a:gd name="connsiteX11608" fmla="*/ 2413445 w 3219450"/>
                <a:gd name="connsiteY11608" fmla="*/ 1359408 h 2495550"/>
                <a:gd name="connsiteX11609" fmla="*/ 2413826 w 3219450"/>
                <a:gd name="connsiteY11609" fmla="*/ 1359313 h 2495550"/>
                <a:gd name="connsiteX11610" fmla="*/ 2415636 w 3219450"/>
                <a:gd name="connsiteY11610" fmla="*/ 1359408 h 2495550"/>
                <a:gd name="connsiteX11611" fmla="*/ 2417636 w 3219450"/>
                <a:gd name="connsiteY11611" fmla="*/ 1358741 h 2495550"/>
                <a:gd name="connsiteX11612" fmla="*/ 2417921 w 3219450"/>
                <a:gd name="connsiteY11612" fmla="*/ 1358265 h 2495550"/>
                <a:gd name="connsiteX11613" fmla="*/ 2418398 w 3219450"/>
                <a:gd name="connsiteY11613" fmla="*/ 1357408 h 2495550"/>
                <a:gd name="connsiteX11614" fmla="*/ 2419922 w 3219450"/>
                <a:gd name="connsiteY11614" fmla="*/ 1355693 h 2495550"/>
                <a:gd name="connsiteX11615" fmla="*/ 2420303 w 3219450"/>
                <a:gd name="connsiteY11615" fmla="*/ 1355027 h 2495550"/>
                <a:gd name="connsiteX11616" fmla="*/ 2420493 w 3219450"/>
                <a:gd name="connsiteY11616" fmla="*/ 1354360 h 2495550"/>
                <a:gd name="connsiteX11617" fmla="*/ 2420588 w 3219450"/>
                <a:gd name="connsiteY11617" fmla="*/ 1352836 h 2495550"/>
                <a:gd name="connsiteX11618" fmla="*/ 2420874 w 3219450"/>
                <a:gd name="connsiteY11618" fmla="*/ 1352169 h 2495550"/>
                <a:gd name="connsiteX11619" fmla="*/ 2422303 w 3219450"/>
                <a:gd name="connsiteY11619" fmla="*/ 1350455 h 2495550"/>
                <a:gd name="connsiteX11620" fmla="*/ 2422494 w 3219450"/>
                <a:gd name="connsiteY11620" fmla="*/ 1349978 h 2495550"/>
                <a:gd name="connsiteX11621" fmla="*/ 2422684 w 3219450"/>
                <a:gd name="connsiteY11621" fmla="*/ 1348740 h 2495550"/>
                <a:gd name="connsiteX11622" fmla="*/ 2424303 w 3219450"/>
                <a:gd name="connsiteY11622" fmla="*/ 1344835 h 2495550"/>
                <a:gd name="connsiteX11623" fmla="*/ 2424684 w 3219450"/>
                <a:gd name="connsiteY11623" fmla="*/ 1343311 h 2495550"/>
                <a:gd name="connsiteX11624" fmla="*/ 2425065 w 3219450"/>
                <a:gd name="connsiteY11624" fmla="*/ 1342549 h 2495550"/>
                <a:gd name="connsiteX11625" fmla="*/ 2425541 w 3219450"/>
                <a:gd name="connsiteY11625" fmla="*/ 1342263 h 2495550"/>
                <a:gd name="connsiteX11626" fmla="*/ 2426113 w 3219450"/>
                <a:gd name="connsiteY11626" fmla="*/ 1342168 h 2495550"/>
                <a:gd name="connsiteX11627" fmla="*/ 2426875 w 3219450"/>
                <a:gd name="connsiteY11627" fmla="*/ 1341977 h 2495550"/>
                <a:gd name="connsiteX11628" fmla="*/ 2427542 w 3219450"/>
                <a:gd name="connsiteY11628" fmla="*/ 1341596 h 2495550"/>
                <a:gd name="connsiteX11629" fmla="*/ 2427828 w 3219450"/>
                <a:gd name="connsiteY11629" fmla="*/ 1341215 h 2495550"/>
                <a:gd name="connsiteX11630" fmla="*/ 2428113 w 3219450"/>
                <a:gd name="connsiteY11630" fmla="*/ 1340644 h 2495550"/>
                <a:gd name="connsiteX11631" fmla="*/ 2428685 w 3219450"/>
                <a:gd name="connsiteY11631" fmla="*/ 1340263 h 2495550"/>
                <a:gd name="connsiteX11632" fmla="*/ 2429447 w 3219450"/>
                <a:gd name="connsiteY11632" fmla="*/ 1340168 h 2495550"/>
                <a:gd name="connsiteX11633" fmla="*/ 2430018 w 3219450"/>
                <a:gd name="connsiteY11633" fmla="*/ 1340453 h 2495550"/>
                <a:gd name="connsiteX11634" fmla="*/ 2430209 w 3219450"/>
                <a:gd name="connsiteY11634" fmla="*/ 1340930 h 2495550"/>
                <a:gd name="connsiteX11635" fmla="*/ 2430209 w 3219450"/>
                <a:gd name="connsiteY11635" fmla="*/ 1341501 h 2495550"/>
                <a:gd name="connsiteX11636" fmla="*/ 2430018 w 3219450"/>
                <a:gd name="connsiteY11636" fmla="*/ 1343025 h 2495550"/>
                <a:gd name="connsiteX11637" fmla="*/ 2431447 w 3219450"/>
                <a:gd name="connsiteY11637" fmla="*/ 1341882 h 2495550"/>
                <a:gd name="connsiteX11638" fmla="*/ 2433543 w 3219450"/>
                <a:gd name="connsiteY11638" fmla="*/ 1338358 h 2495550"/>
                <a:gd name="connsiteX11639" fmla="*/ 2435066 w 3219450"/>
                <a:gd name="connsiteY11639" fmla="*/ 1337691 h 2495550"/>
                <a:gd name="connsiteX11640" fmla="*/ 2434781 w 3219450"/>
                <a:gd name="connsiteY11640" fmla="*/ 1339120 h 2495550"/>
                <a:gd name="connsiteX11641" fmla="*/ 2435257 w 3219450"/>
                <a:gd name="connsiteY11641" fmla="*/ 1340358 h 2495550"/>
                <a:gd name="connsiteX11642" fmla="*/ 2436114 w 3219450"/>
                <a:gd name="connsiteY11642" fmla="*/ 1341025 h 2495550"/>
                <a:gd name="connsiteX11643" fmla="*/ 2436971 w 3219450"/>
                <a:gd name="connsiteY11643" fmla="*/ 1340549 h 2495550"/>
                <a:gd name="connsiteX11644" fmla="*/ 2437353 w 3219450"/>
                <a:gd name="connsiteY11644" fmla="*/ 1340263 h 2495550"/>
                <a:gd name="connsiteX11645" fmla="*/ 2437924 w 3219450"/>
                <a:gd name="connsiteY11645" fmla="*/ 1340072 h 2495550"/>
                <a:gd name="connsiteX11646" fmla="*/ 2438400 w 3219450"/>
                <a:gd name="connsiteY11646" fmla="*/ 1339787 h 2495550"/>
                <a:gd name="connsiteX11647" fmla="*/ 2438591 w 3219450"/>
                <a:gd name="connsiteY11647" fmla="*/ 1339215 h 2495550"/>
                <a:gd name="connsiteX11648" fmla="*/ 2438495 w 3219450"/>
                <a:gd name="connsiteY11648" fmla="*/ 1338548 h 2495550"/>
                <a:gd name="connsiteX11649" fmla="*/ 2438305 w 3219450"/>
                <a:gd name="connsiteY11649" fmla="*/ 1338072 h 2495550"/>
                <a:gd name="connsiteX11650" fmla="*/ 2438210 w 3219450"/>
                <a:gd name="connsiteY11650" fmla="*/ 1337596 h 2495550"/>
                <a:gd name="connsiteX11651" fmla="*/ 2438305 w 3219450"/>
                <a:gd name="connsiteY11651" fmla="*/ 1336929 h 2495550"/>
                <a:gd name="connsiteX11652" fmla="*/ 2438686 w 3219450"/>
                <a:gd name="connsiteY11652" fmla="*/ 1336358 h 2495550"/>
                <a:gd name="connsiteX11653" fmla="*/ 2439829 w 3219450"/>
                <a:gd name="connsiteY11653" fmla="*/ 1335119 h 2495550"/>
                <a:gd name="connsiteX11654" fmla="*/ 2440115 w 3219450"/>
                <a:gd name="connsiteY11654" fmla="*/ 1334738 h 2495550"/>
                <a:gd name="connsiteX11655" fmla="*/ 2439924 w 3219450"/>
                <a:gd name="connsiteY11655" fmla="*/ 1334357 h 2495550"/>
                <a:gd name="connsiteX11656" fmla="*/ 2438305 w 3219450"/>
                <a:gd name="connsiteY11656" fmla="*/ 1332738 h 2495550"/>
                <a:gd name="connsiteX11657" fmla="*/ 2438686 w 3219450"/>
                <a:gd name="connsiteY11657" fmla="*/ 1332167 h 2495550"/>
                <a:gd name="connsiteX11658" fmla="*/ 2439638 w 3219450"/>
                <a:gd name="connsiteY11658" fmla="*/ 1331405 h 2495550"/>
                <a:gd name="connsiteX11659" fmla="*/ 2440305 w 3219450"/>
                <a:gd name="connsiteY11659" fmla="*/ 1331119 h 2495550"/>
                <a:gd name="connsiteX11660" fmla="*/ 2440972 w 3219450"/>
                <a:gd name="connsiteY11660" fmla="*/ 1331595 h 2495550"/>
                <a:gd name="connsiteX11661" fmla="*/ 2442020 w 3219450"/>
                <a:gd name="connsiteY11661" fmla="*/ 1333024 h 2495550"/>
                <a:gd name="connsiteX11662" fmla="*/ 2443734 w 3219450"/>
                <a:gd name="connsiteY11662" fmla="*/ 1333310 h 2495550"/>
                <a:gd name="connsiteX11663" fmla="*/ 2444591 w 3219450"/>
                <a:gd name="connsiteY11663" fmla="*/ 1331214 h 2495550"/>
                <a:gd name="connsiteX11664" fmla="*/ 2445639 w 3219450"/>
                <a:gd name="connsiteY11664" fmla="*/ 1325880 h 2495550"/>
                <a:gd name="connsiteX11665" fmla="*/ 2446306 w 3219450"/>
                <a:gd name="connsiteY11665" fmla="*/ 1324642 h 2495550"/>
                <a:gd name="connsiteX11666" fmla="*/ 2448687 w 3219450"/>
                <a:gd name="connsiteY11666" fmla="*/ 1322165 h 2495550"/>
                <a:gd name="connsiteX11667" fmla="*/ 2449163 w 3219450"/>
                <a:gd name="connsiteY11667" fmla="*/ 1321975 h 2495550"/>
                <a:gd name="connsiteX11668" fmla="*/ 2450687 w 3219450"/>
                <a:gd name="connsiteY11668" fmla="*/ 1321975 h 2495550"/>
                <a:gd name="connsiteX11669" fmla="*/ 2450973 w 3219450"/>
                <a:gd name="connsiteY11669" fmla="*/ 1321689 h 2495550"/>
                <a:gd name="connsiteX11670" fmla="*/ 2451164 w 3219450"/>
                <a:gd name="connsiteY11670" fmla="*/ 1321308 h 2495550"/>
                <a:gd name="connsiteX11671" fmla="*/ 2452116 w 3219450"/>
                <a:gd name="connsiteY11671" fmla="*/ 1320070 h 2495550"/>
                <a:gd name="connsiteX11672" fmla="*/ 2452402 w 3219450"/>
                <a:gd name="connsiteY11672" fmla="*/ 1319784 h 2495550"/>
                <a:gd name="connsiteX11673" fmla="*/ 2453450 w 3219450"/>
                <a:gd name="connsiteY11673" fmla="*/ 1319308 h 2495550"/>
                <a:gd name="connsiteX11674" fmla="*/ 2453450 w 3219450"/>
                <a:gd name="connsiteY11674" fmla="*/ 1320165 h 2495550"/>
                <a:gd name="connsiteX11675" fmla="*/ 2452878 w 3219450"/>
                <a:gd name="connsiteY11675" fmla="*/ 1320927 h 2495550"/>
                <a:gd name="connsiteX11676" fmla="*/ 2452402 w 3219450"/>
                <a:gd name="connsiteY11676" fmla="*/ 1321784 h 2495550"/>
                <a:gd name="connsiteX11677" fmla="*/ 2452688 w 3219450"/>
                <a:gd name="connsiteY11677" fmla="*/ 1322927 h 2495550"/>
                <a:gd name="connsiteX11678" fmla="*/ 2453164 w 3219450"/>
                <a:gd name="connsiteY11678" fmla="*/ 1322070 h 2495550"/>
                <a:gd name="connsiteX11679" fmla="*/ 2455355 w 3219450"/>
                <a:gd name="connsiteY11679" fmla="*/ 1319594 h 2495550"/>
                <a:gd name="connsiteX11680" fmla="*/ 2456307 w 3219450"/>
                <a:gd name="connsiteY11680" fmla="*/ 1318831 h 2495550"/>
                <a:gd name="connsiteX11681" fmla="*/ 2458403 w 3219450"/>
                <a:gd name="connsiteY11681" fmla="*/ 1318260 h 2495550"/>
                <a:gd name="connsiteX11682" fmla="*/ 2459165 w 3219450"/>
                <a:gd name="connsiteY11682" fmla="*/ 1317593 h 2495550"/>
                <a:gd name="connsiteX11683" fmla="*/ 2459451 w 3219450"/>
                <a:gd name="connsiteY11683" fmla="*/ 1317117 h 2495550"/>
                <a:gd name="connsiteX11684" fmla="*/ 2459546 w 3219450"/>
                <a:gd name="connsiteY11684" fmla="*/ 1316736 h 2495550"/>
                <a:gd name="connsiteX11685" fmla="*/ 2459451 w 3219450"/>
                <a:gd name="connsiteY11685" fmla="*/ 1316260 h 2495550"/>
                <a:gd name="connsiteX11686" fmla="*/ 2459070 w 3219450"/>
                <a:gd name="connsiteY11686" fmla="*/ 1315688 h 2495550"/>
                <a:gd name="connsiteX11687" fmla="*/ 2458498 w 3219450"/>
                <a:gd name="connsiteY11687" fmla="*/ 1315212 h 2495550"/>
                <a:gd name="connsiteX11688" fmla="*/ 2458307 w 3219450"/>
                <a:gd name="connsiteY11688" fmla="*/ 1315498 h 2495550"/>
                <a:gd name="connsiteX11689" fmla="*/ 2458212 w 3219450"/>
                <a:gd name="connsiteY11689" fmla="*/ 1316069 h 2495550"/>
                <a:gd name="connsiteX11690" fmla="*/ 2457927 w 3219450"/>
                <a:gd name="connsiteY11690" fmla="*/ 1316355 h 2495550"/>
                <a:gd name="connsiteX11691" fmla="*/ 2456212 w 3219450"/>
                <a:gd name="connsiteY11691" fmla="*/ 1317689 h 2495550"/>
                <a:gd name="connsiteX11692" fmla="*/ 2455545 w 3219450"/>
                <a:gd name="connsiteY11692" fmla="*/ 1317784 h 2495550"/>
                <a:gd name="connsiteX11693" fmla="*/ 2455545 w 3219450"/>
                <a:gd name="connsiteY11693" fmla="*/ 1316069 h 2495550"/>
                <a:gd name="connsiteX11694" fmla="*/ 2453831 w 3219450"/>
                <a:gd name="connsiteY11694" fmla="*/ 1317022 h 2495550"/>
                <a:gd name="connsiteX11695" fmla="*/ 2453164 w 3219450"/>
                <a:gd name="connsiteY11695" fmla="*/ 1317022 h 2495550"/>
                <a:gd name="connsiteX11696" fmla="*/ 2452593 w 3219450"/>
                <a:gd name="connsiteY11696" fmla="*/ 1316450 h 2495550"/>
                <a:gd name="connsiteX11697" fmla="*/ 2452402 w 3219450"/>
                <a:gd name="connsiteY11697" fmla="*/ 1315498 h 2495550"/>
                <a:gd name="connsiteX11698" fmla="*/ 2452497 w 3219450"/>
                <a:gd name="connsiteY11698" fmla="*/ 1313117 h 2495550"/>
                <a:gd name="connsiteX11699" fmla="*/ 2452307 w 3219450"/>
                <a:gd name="connsiteY11699" fmla="*/ 1312069 h 2495550"/>
                <a:gd name="connsiteX11700" fmla="*/ 2451545 w 3219450"/>
                <a:gd name="connsiteY11700" fmla="*/ 1311116 h 2495550"/>
                <a:gd name="connsiteX11701" fmla="*/ 2450592 w 3219450"/>
                <a:gd name="connsiteY11701" fmla="*/ 1310735 h 2495550"/>
                <a:gd name="connsiteX11702" fmla="*/ 2449640 w 3219450"/>
                <a:gd name="connsiteY11702" fmla="*/ 1310450 h 2495550"/>
                <a:gd name="connsiteX11703" fmla="*/ 2448782 w 3219450"/>
                <a:gd name="connsiteY11703" fmla="*/ 1309878 h 2495550"/>
                <a:gd name="connsiteX11704" fmla="*/ 2448211 w 3219450"/>
                <a:gd name="connsiteY11704" fmla="*/ 1308830 h 2495550"/>
                <a:gd name="connsiteX11705" fmla="*/ 2448020 w 3219450"/>
                <a:gd name="connsiteY11705" fmla="*/ 1307687 h 2495550"/>
                <a:gd name="connsiteX11706" fmla="*/ 2448211 w 3219450"/>
                <a:gd name="connsiteY11706" fmla="*/ 1306544 h 2495550"/>
                <a:gd name="connsiteX11707" fmla="*/ 2449068 w 3219450"/>
                <a:gd name="connsiteY11707" fmla="*/ 1304830 h 2495550"/>
                <a:gd name="connsiteX11708" fmla="*/ 2449259 w 3219450"/>
                <a:gd name="connsiteY11708" fmla="*/ 1303877 h 2495550"/>
                <a:gd name="connsiteX11709" fmla="*/ 2449068 w 3219450"/>
                <a:gd name="connsiteY11709" fmla="*/ 1303115 h 2495550"/>
                <a:gd name="connsiteX11710" fmla="*/ 2448306 w 3219450"/>
                <a:gd name="connsiteY11710" fmla="*/ 1302734 h 2495550"/>
                <a:gd name="connsiteX11711" fmla="*/ 2448116 w 3219450"/>
                <a:gd name="connsiteY11711" fmla="*/ 1302544 h 2495550"/>
                <a:gd name="connsiteX11712" fmla="*/ 2448211 w 3219450"/>
                <a:gd name="connsiteY11712" fmla="*/ 1302068 h 2495550"/>
                <a:gd name="connsiteX11713" fmla="*/ 2448497 w 3219450"/>
                <a:gd name="connsiteY11713" fmla="*/ 1301591 h 2495550"/>
                <a:gd name="connsiteX11714" fmla="*/ 2448687 w 3219450"/>
                <a:gd name="connsiteY11714" fmla="*/ 1301401 h 2495550"/>
                <a:gd name="connsiteX11715" fmla="*/ 2449259 w 3219450"/>
                <a:gd name="connsiteY11715" fmla="*/ 1301496 h 2495550"/>
                <a:gd name="connsiteX11716" fmla="*/ 2449449 w 3219450"/>
                <a:gd name="connsiteY11716" fmla="*/ 1301687 h 2495550"/>
                <a:gd name="connsiteX11717" fmla="*/ 2449545 w 3219450"/>
                <a:gd name="connsiteY11717" fmla="*/ 1302068 h 2495550"/>
                <a:gd name="connsiteX11718" fmla="*/ 2449830 w 3219450"/>
                <a:gd name="connsiteY11718" fmla="*/ 1302544 h 2495550"/>
                <a:gd name="connsiteX11719" fmla="*/ 2451259 w 3219450"/>
                <a:gd name="connsiteY11719" fmla="*/ 1302639 h 2495550"/>
                <a:gd name="connsiteX11720" fmla="*/ 2453450 w 3219450"/>
                <a:gd name="connsiteY11720" fmla="*/ 1301972 h 2495550"/>
                <a:gd name="connsiteX11721" fmla="*/ 2455164 w 3219450"/>
                <a:gd name="connsiteY11721" fmla="*/ 1301782 h 2495550"/>
                <a:gd name="connsiteX11722" fmla="*/ 2455069 w 3219450"/>
                <a:gd name="connsiteY11722" fmla="*/ 1303306 h 2495550"/>
                <a:gd name="connsiteX11723" fmla="*/ 2455355 w 3219450"/>
                <a:gd name="connsiteY11723" fmla="*/ 1303306 h 2495550"/>
                <a:gd name="connsiteX11724" fmla="*/ 2455450 w 3219450"/>
                <a:gd name="connsiteY11724" fmla="*/ 1303401 h 2495550"/>
                <a:gd name="connsiteX11725" fmla="*/ 2455545 w 3219450"/>
                <a:gd name="connsiteY11725" fmla="*/ 1303592 h 2495550"/>
                <a:gd name="connsiteX11726" fmla="*/ 2455736 w 3219450"/>
                <a:gd name="connsiteY11726" fmla="*/ 1303782 h 2495550"/>
                <a:gd name="connsiteX11727" fmla="*/ 2456498 w 3219450"/>
                <a:gd name="connsiteY11727" fmla="*/ 1303782 h 2495550"/>
                <a:gd name="connsiteX11728" fmla="*/ 2457545 w 3219450"/>
                <a:gd name="connsiteY11728" fmla="*/ 1304449 h 2495550"/>
                <a:gd name="connsiteX11729" fmla="*/ 2458593 w 3219450"/>
                <a:gd name="connsiteY11729" fmla="*/ 1304735 h 2495550"/>
                <a:gd name="connsiteX11730" fmla="*/ 2459355 w 3219450"/>
                <a:gd name="connsiteY11730" fmla="*/ 1303687 h 2495550"/>
                <a:gd name="connsiteX11731" fmla="*/ 2458117 w 3219450"/>
                <a:gd name="connsiteY11731" fmla="*/ 1302925 h 2495550"/>
                <a:gd name="connsiteX11732" fmla="*/ 2458022 w 3219450"/>
                <a:gd name="connsiteY11732" fmla="*/ 1300925 h 2495550"/>
                <a:gd name="connsiteX11733" fmla="*/ 2458688 w 3219450"/>
                <a:gd name="connsiteY11733" fmla="*/ 1299020 h 2495550"/>
                <a:gd name="connsiteX11734" fmla="*/ 2459736 w 3219450"/>
                <a:gd name="connsiteY11734" fmla="*/ 1298353 h 2495550"/>
                <a:gd name="connsiteX11735" fmla="*/ 2460022 w 3219450"/>
                <a:gd name="connsiteY11735" fmla="*/ 1298924 h 2495550"/>
                <a:gd name="connsiteX11736" fmla="*/ 2460594 w 3219450"/>
                <a:gd name="connsiteY11736" fmla="*/ 1301496 h 2495550"/>
                <a:gd name="connsiteX11737" fmla="*/ 2461451 w 3219450"/>
                <a:gd name="connsiteY11737" fmla="*/ 1301782 h 2495550"/>
                <a:gd name="connsiteX11738" fmla="*/ 2461927 w 3219450"/>
                <a:gd name="connsiteY11738" fmla="*/ 1302353 h 2495550"/>
                <a:gd name="connsiteX11739" fmla="*/ 2462594 w 3219450"/>
                <a:gd name="connsiteY11739" fmla="*/ 1303782 h 2495550"/>
                <a:gd name="connsiteX11740" fmla="*/ 2461165 w 3219450"/>
                <a:gd name="connsiteY11740" fmla="*/ 1307402 h 2495550"/>
                <a:gd name="connsiteX11741" fmla="*/ 2460498 w 3219450"/>
                <a:gd name="connsiteY11741" fmla="*/ 1308449 h 2495550"/>
                <a:gd name="connsiteX11742" fmla="*/ 2460022 w 3219450"/>
                <a:gd name="connsiteY11742" fmla="*/ 1309497 h 2495550"/>
                <a:gd name="connsiteX11743" fmla="*/ 2459927 w 3219450"/>
                <a:gd name="connsiteY11743" fmla="*/ 1310354 h 2495550"/>
                <a:gd name="connsiteX11744" fmla="*/ 2459736 w 3219450"/>
                <a:gd name="connsiteY11744" fmla="*/ 1311116 h 2495550"/>
                <a:gd name="connsiteX11745" fmla="*/ 2458879 w 3219450"/>
                <a:gd name="connsiteY11745" fmla="*/ 1311878 h 2495550"/>
                <a:gd name="connsiteX11746" fmla="*/ 2458879 w 3219450"/>
                <a:gd name="connsiteY11746" fmla="*/ 1312259 h 2495550"/>
                <a:gd name="connsiteX11747" fmla="*/ 2459736 w 3219450"/>
                <a:gd name="connsiteY11747" fmla="*/ 1312259 h 2495550"/>
                <a:gd name="connsiteX11748" fmla="*/ 2460594 w 3219450"/>
                <a:gd name="connsiteY11748" fmla="*/ 1312545 h 2495550"/>
                <a:gd name="connsiteX11749" fmla="*/ 2461355 w 3219450"/>
                <a:gd name="connsiteY11749" fmla="*/ 1313021 h 2495550"/>
                <a:gd name="connsiteX11750" fmla="*/ 2462118 w 3219450"/>
                <a:gd name="connsiteY11750" fmla="*/ 1313593 h 2495550"/>
                <a:gd name="connsiteX11751" fmla="*/ 2462975 w 3219450"/>
                <a:gd name="connsiteY11751" fmla="*/ 1313117 h 2495550"/>
                <a:gd name="connsiteX11752" fmla="*/ 2465737 w 3219450"/>
                <a:gd name="connsiteY11752" fmla="*/ 1312259 h 2495550"/>
                <a:gd name="connsiteX11753" fmla="*/ 2466499 w 3219450"/>
                <a:gd name="connsiteY11753" fmla="*/ 1311878 h 2495550"/>
                <a:gd name="connsiteX11754" fmla="*/ 2467928 w 3219450"/>
                <a:gd name="connsiteY11754" fmla="*/ 1310735 h 2495550"/>
                <a:gd name="connsiteX11755" fmla="*/ 2468499 w 3219450"/>
                <a:gd name="connsiteY11755" fmla="*/ 1310545 h 2495550"/>
                <a:gd name="connsiteX11756" fmla="*/ 2470595 w 3219450"/>
                <a:gd name="connsiteY11756" fmla="*/ 1310545 h 2495550"/>
                <a:gd name="connsiteX11757" fmla="*/ 2471738 w 3219450"/>
                <a:gd name="connsiteY11757" fmla="*/ 1310354 h 2495550"/>
                <a:gd name="connsiteX11758" fmla="*/ 2472214 w 3219450"/>
                <a:gd name="connsiteY11758" fmla="*/ 1309783 h 2495550"/>
                <a:gd name="connsiteX11759" fmla="*/ 2472500 w 3219450"/>
                <a:gd name="connsiteY11759" fmla="*/ 1308830 h 2495550"/>
                <a:gd name="connsiteX11760" fmla="*/ 2473262 w 3219450"/>
                <a:gd name="connsiteY11760" fmla="*/ 1308735 h 2495550"/>
                <a:gd name="connsiteX11761" fmla="*/ 2474786 w 3219450"/>
                <a:gd name="connsiteY11761" fmla="*/ 1309116 h 2495550"/>
                <a:gd name="connsiteX11762" fmla="*/ 2476024 w 3219450"/>
                <a:gd name="connsiteY11762" fmla="*/ 1308259 h 2495550"/>
                <a:gd name="connsiteX11763" fmla="*/ 2476214 w 3219450"/>
                <a:gd name="connsiteY11763" fmla="*/ 1308354 h 2495550"/>
                <a:gd name="connsiteX11764" fmla="*/ 2476405 w 3219450"/>
                <a:gd name="connsiteY11764" fmla="*/ 1308545 h 2495550"/>
                <a:gd name="connsiteX11765" fmla="*/ 2476595 w 3219450"/>
                <a:gd name="connsiteY11765" fmla="*/ 1308640 h 2495550"/>
                <a:gd name="connsiteX11766" fmla="*/ 2480215 w 3219450"/>
                <a:gd name="connsiteY11766" fmla="*/ 1306830 h 2495550"/>
                <a:gd name="connsiteX11767" fmla="*/ 2480596 w 3219450"/>
                <a:gd name="connsiteY11767" fmla="*/ 1306068 h 2495550"/>
                <a:gd name="connsiteX11768" fmla="*/ 2480024 w 3219450"/>
                <a:gd name="connsiteY11768" fmla="*/ 1304830 h 2495550"/>
                <a:gd name="connsiteX11769" fmla="*/ 2479739 w 3219450"/>
                <a:gd name="connsiteY11769" fmla="*/ 1303973 h 2495550"/>
                <a:gd name="connsiteX11770" fmla="*/ 2479072 w 3219450"/>
                <a:gd name="connsiteY11770" fmla="*/ 1299877 h 2495550"/>
                <a:gd name="connsiteX11771" fmla="*/ 2478786 w 3219450"/>
                <a:gd name="connsiteY11771" fmla="*/ 1298924 h 2495550"/>
                <a:gd name="connsiteX11772" fmla="*/ 2478215 w 3219450"/>
                <a:gd name="connsiteY11772" fmla="*/ 1298162 h 2495550"/>
                <a:gd name="connsiteX11773" fmla="*/ 2477929 w 3219450"/>
                <a:gd name="connsiteY11773" fmla="*/ 1297496 h 2495550"/>
                <a:gd name="connsiteX11774" fmla="*/ 2478310 w 3219450"/>
                <a:gd name="connsiteY11774" fmla="*/ 1296638 h 2495550"/>
                <a:gd name="connsiteX11775" fmla="*/ 2477643 w 3219450"/>
                <a:gd name="connsiteY11775" fmla="*/ 1295972 h 2495550"/>
                <a:gd name="connsiteX11776" fmla="*/ 2477357 w 3219450"/>
                <a:gd name="connsiteY11776" fmla="*/ 1295305 h 2495550"/>
                <a:gd name="connsiteX11777" fmla="*/ 2477548 w 3219450"/>
                <a:gd name="connsiteY11777" fmla="*/ 1294733 h 2495550"/>
                <a:gd name="connsiteX11778" fmla="*/ 2478310 w 3219450"/>
                <a:gd name="connsiteY11778" fmla="*/ 1294352 h 2495550"/>
                <a:gd name="connsiteX11779" fmla="*/ 2478691 w 3219450"/>
                <a:gd name="connsiteY11779" fmla="*/ 1294448 h 2495550"/>
                <a:gd name="connsiteX11780" fmla="*/ 2480024 w 3219450"/>
                <a:gd name="connsiteY11780" fmla="*/ 1295114 h 2495550"/>
                <a:gd name="connsiteX11781" fmla="*/ 2480691 w 3219450"/>
                <a:gd name="connsiteY11781" fmla="*/ 1295305 h 2495550"/>
                <a:gd name="connsiteX11782" fmla="*/ 2481453 w 3219450"/>
                <a:gd name="connsiteY11782" fmla="*/ 1294829 h 2495550"/>
                <a:gd name="connsiteX11783" fmla="*/ 2480786 w 3219450"/>
                <a:gd name="connsiteY11783" fmla="*/ 1293590 h 2495550"/>
                <a:gd name="connsiteX11784" fmla="*/ 2479834 w 3219450"/>
                <a:gd name="connsiteY11784" fmla="*/ 1292162 h 2495550"/>
                <a:gd name="connsiteX11785" fmla="*/ 2479644 w 3219450"/>
                <a:gd name="connsiteY11785" fmla="*/ 1291114 h 2495550"/>
                <a:gd name="connsiteX11786" fmla="*/ 2481072 w 3219450"/>
                <a:gd name="connsiteY11786" fmla="*/ 1288447 h 2495550"/>
                <a:gd name="connsiteX11787" fmla="*/ 2481358 w 3219450"/>
                <a:gd name="connsiteY11787" fmla="*/ 1288161 h 2495550"/>
                <a:gd name="connsiteX11788" fmla="*/ 2482025 w 3219450"/>
                <a:gd name="connsiteY11788" fmla="*/ 1287875 h 2495550"/>
                <a:gd name="connsiteX11789" fmla="*/ 2482311 w 3219450"/>
                <a:gd name="connsiteY11789" fmla="*/ 1287685 h 2495550"/>
                <a:gd name="connsiteX11790" fmla="*/ 2482501 w 3219450"/>
                <a:gd name="connsiteY11790" fmla="*/ 1287399 h 2495550"/>
                <a:gd name="connsiteX11791" fmla="*/ 2482882 w 3219450"/>
                <a:gd name="connsiteY11791" fmla="*/ 1286542 h 2495550"/>
                <a:gd name="connsiteX11792" fmla="*/ 2483072 w 3219450"/>
                <a:gd name="connsiteY11792" fmla="*/ 1286351 h 2495550"/>
                <a:gd name="connsiteX11793" fmla="*/ 2484215 w 3219450"/>
                <a:gd name="connsiteY11793" fmla="*/ 1286066 h 2495550"/>
                <a:gd name="connsiteX11794" fmla="*/ 2486025 w 3219450"/>
                <a:gd name="connsiteY11794" fmla="*/ 1286066 h 2495550"/>
                <a:gd name="connsiteX11795" fmla="*/ 2487359 w 3219450"/>
                <a:gd name="connsiteY11795" fmla="*/ 1286637 h 2495550"/>
                <a:gd name="connsiteX11796" fmla="*/ 2487073 w 3219450"/>
                <a:gd name="connsiteY11796" fmla="*/ 1288161 h 2495550"/>
                <a:gd name="connsiteX11797" fmla="*/ 2488026 w 3219450"/>
                <a:gd name="connsiteY11797" fmla="*/ 1288828 h 2495550"/>
                <a:gd name="connsiteX11798" fmla="*/ 2488311 w 3219450"/>
                <a:gd name="connsiteY11798" fmla="*/ 1291209 h 2495550"/>
                <a:gd name="connsiteX11799" fmla="*/ 2489264 w 3219450"/>
                <a:gd name="connsiteY11799" fmla="*/ 1291781 h 2495550"/>
                <a:gd name="connsiteX11800" fmla="*/ 2489645 w 3219450"/>
                <a:gd name="connsiteY11800" fmla="*/ 1291590 h 2495550"/>
                <a:gd name="connsiteX11801" fmla="*/ 2490121 w 3219450"/>
                <a:gd name="connsiteY11801" fmla="*/ 1291019 h 2495550"/>
                <a:gd name="connsiteX11802" fmla="*/ 2490502 w 3219450"/>
                <a:gd name="connsiteY11802" fmla="*/ 1290447 h 2495550"/>
                <a:gd name="connsiteX11803" fmla="*/ 2490883 w 3219450"/>
                <a:gd name="connsiteY11803" fmla="*/ 1289590 h 2495550"/>
                <a:gd name="connsiteX11804" fmla="*/ 2491073 w 3219450"/>
                <a:gd name="connsiteY11804" fmla="*/ 1289114 h 2495550"/>
                <a:gd name="connsiteX11805" fmla="*/ 2491073 w 3219450"/>
                <a:gd name="connsiteY11805" fmla="*/ 1288542 h 2495550"/>
                <a:gd name="connsiteX11806" fmla="*/ 2490693 w 3219450"/>
                <a:gd name="connsiteY11806" fmla="*/ 1287780 h 2495550"/>
                <a:gd name="connsiteX11807" fmla="*/ 2491264 w 3219450"/>
                <a:gd name="connsiteY11807" fmla="*/ 1286923 h 2495550"/>
                <a:gd name="connsiteX11808" fmla="*/ 2491931 w 3219450"/>
                <a:gd name="connsiteY11808" fmla="*/ 1286637 h 2495550"/>
                <a:gd name="connsiteX11809" fmla="*/ 2492693 w 3219450"/>
                <a:gd name="connsiteY11809" fmla="*/ 1286637 h 2495550"/>
                <a:gd name="connsiteX11810" fmla="*/ 2493550 w 3219450"/>
                <a:gd name="connsiteY11810" fmla="*/ 1286447 h 2495550"/>
                <a:gd name="connsiteX11811" fmla="*/ 2492883 w 3219450"/>
                <a:gd name="connsiteY11811" fmla="*/ 1284542 h 2495550"/>
                <a:gd name="connsiteX11812" fmla="*/ 2492788 w 3219450"/>
                <a:gd name="connsiteY11812" fmla="*/ 1283970 h 2495550"/>
                <a:gd name="connsiteX11813" fmla="*/ 2493074 w 3219450"/>
                <a:gd name="connsiteY11813" fmla="*/ 1283113 h 2495550"/>
                <a:gd name="connsiteX11814" fmla="*/ 2493645 w 3219450"/>
                <a:gd name="connsiteY11814" fmla="*/ 1282446 h 2495550"/>
                <a:gd name="connsiteX11815" fmla="*/ 2494121 w 3219450"/>
                <a:gd name="connsiteY11815" fmla="*/ 1281684 h 2495550"/>
                <a:gd name="connsiteX11816" fmla="*/ 2494217 w 3219450"/>
                <a:gd name="connsiteY11816" fmla="*/ 1280636 h 2495550"/>
                <a:gd name="connsiteX11817" fmla="*/ 2493836 w 3219450"/>
                <a:gd name="connsiteY11817" fmla="*/ 1280636 h 2495550"/>
                <a:gd name="connsiteX11818" fmla="*/ 2493455 w 3219450"/>
                <a:gd name="connsiteY11818" fmla="*/ 1281113 h 2495550"/>
                <a:gd name="connsiteX11819" fmla="*/ 2492883 w 3219450"/>
                <a:gd name="connsiteY11819" fmla="*/ 1281494 h 2495550"/>
                <a:gd name="connsiteX11820" fmla="*/ 2492312 w 3219450"/>
                <a:gd name="connsiteY11820" fmla="*/ 1281589 h 2495550"/>
                <a:gd name="connsiteX11821" fmla="*/ 2492026 w 3219450"/>
                <a:gd name="connsiteY11821" fmla="*/ 1281303 h 2495550"/>
                <a:gd name="connsiteX11822" fmla="*/ 2491931 w 3219450"/>
                <a:gd name="connsiteY11822" fmla="*/ 1280255 h 2495550"/>
                <a:gd name="connsiteX11823" fmla="*/ 2491645 w 3219450"/>
                <a:gd name="connsiteY11823" fmla="*/ 1279970 h 2495550"/>
                <a:gd name="connsiteX11824" fmla="*/ 2491169 w 3219450"/>
                <a:gd name="connsiteY11824" fmla="*/ 1279970 h 2495550"/>
                <a:gd name="connsiteX11825" fmla="*/ 2490597 w 3219450"/>
                <a:gd name="connsiteY11825" fmla="*/ 1279684 h 2495550"/>
                <a:gd name="connsiteX11826" fmla="*/ 2488978 w 3219450"/>
                <a:gd name="connsiteY11826" fmla="*/ 1277302 h 2495550"/>
                <a:gd name="connsiteX11827" fmla="*/ 2488216 w 3219450"/>
                <a:gd name="connsiteY11827" fmla="*/ 1276826 h 2495550"/>
                <a:gd name="connsiteX11828" fmla="*/ 2486978 w 3219450"/>
                <a:gd name="connsiteY11828" fmla="*/ 1277398 h 2495550"/>
                <a:gd name="connsiteX11829" fmla="*/ 2486311 w 3219450"/>
                <a:gd name="connsiteY11829" fmla="*/ 1278255 h 2495550"/>
                <a:gd name="connsiteX11830" fmla="*/ 2485263 w 3219450"/>
                <a:gd name="connsiteY11830" fmla="*/ 1280351 h 2495550"/>
                <a:gd name="connsiteX11831" fmla="*/ 2484501 w 3219450"/>
                <a:gd name="connsiteY11831" fmla="*/ 1281017 h 2495550"/>
                <a:gd name="connsiteX11832" fmla="*/ 2482977 w 3219450"/>
                <a:gd name="connsiteY11832" fmla="*/ 1281017 h 2495550"/>
                <a:gd name="connsiteX11833" fmla="*/ 2482596 w 3219450"/>
                <a:gd name="connsiteY11833" fmla="*/ 1280065 h 2495550"/>
                <a:gd name="connsiteX11834" fmla="*/ 2482882 w 3219450"/>
                <a:gd name="connsiteY11834" fmla="*/ 1278636 h 2495550"/>
                <a:gd name="connsiteX11835" fmla="*/ 2483453 w 3219450"/>
                <a:gd name="connsiteY11835" fmla="*/ 1277398 h 2495550"/>
                <a:gd name="connsiteX11836" fmla="*/ 2483072 w 3219450"/>
                <a:gd name="connsiteY11836" fmla="*/ 1277207 h 2495550"/>
                <a:gd name="connsiteX11837" fmla="*/ 2482882 w 3219450"/>
                <a:gd name="connsiteY11837" fmla="*/ 1277017 h 2495550"/>
                <a:gd name="connsiteX11838" fmla="*/ 2482882 w 3219450"/>
                <a:gd name="connsiteY11838" fmla="*/ 1276731 h 2495550"/>
                <a:gd name="connsiteX11839" fmla="*/ 2483072 w 3219450"/>
                <a:gd name="connsiteY11839" fmla="*/ 1276160 h 2495550"/>
                <a:gd name="connsiteX11840" fmla="*/ 2484120 w 3219450"/>
                <a:gd name="connsiteY11840" fmla="*/ 1276160 h 2495550"/>
                <a:gd name="connsiteX11841" fmla="*/ 2486882 w 3219450"/>
                <a:gd name="connsiteY11841" fmla="*/ 1274445 h 2495550"/>
                <a:gd name="connsiteX11842" fmla="*/ 2488311 w 3219450"/>
                <a:gd name="connsiteY11842" fmla="*/ 1273969 h 2495550"/>
                <a:gd name="connsiteX11843" fmla="*/ 2489073 w 3219450"/>
                <a:gd name="connsiteY11843" fmla="*/ 1274255 h 2495550"/>
                <a:gd name="connsiteX11844" fmla="*/ 2490502 w 3219450"/>
                <a:gd name="connsiteY11844" fmla="*/ 1275493 h 2495550"/>
                <a:gd name="connsiteX11845" fmla="*/ 2491169 w 3219450"/>
                <a:gd name="connsiteY11845" fmla="*/ 1275779 h 2495550"/>
                <a:gd name="connsiteX11846" fmla="*/ 2492026 w 3219450"/>
                <a:gd name="connsiteY11846" fmla="*/ 1275779 h 2495550"/>
                <a:gd name="connsiteX11847" fmla="*/ 2492597 w 3219450"/>
                <a:gd name="connsiteY11847" fmla="*/ 1275969 h 2495550"/>
                <a:gd name="connsiteX11848" fmla="*/ 2492788 w 3219450"/>
                <a:gd name="connsiteY11848" fmla="*/ 1276541 h 2495550"/>
                <a:gd name="connsiteX11849" fmla="*/ 2492407 w 3219450"/>
                <a:gd name="connsiteY11849" fmla="*/ 1277588 h 2495550"/>
                <a:gd name="connsiteX11850" fmla="*/ 2493264 w 3219450"/>
                <a:gd name="connsiteY11850" fmla="*/ 1277969 h 2495550"/>
                <a:gd name="connsiteX11851" fmla="*/ 2496122 w 3219450"/>
                <a:gd name="connsiteY11851" fmla="*/ 1278065 h 2495550"/>
                <a:gd name="connsiteX11852" fmla="*/ 2496503 w 3219450"/>
                <a:gd name="connsiteY11852" fmla="*/ 1278160 h 2495550"/>
                <a:gd name="connsiteX11853" fmla="*/ 2496979 w 3219450"/>
                <a:gd name="connsiteY11853" fmla="*/ 1278350 h 2495550"/>
                <a:gd name="connsiteX11854" fmla="*/ 2497455 w 3219450"/>
                <a:gd name="connsiteY11854" fmla="*/ 1278350 h 2495550"/>
                <a:gd name="connsiteX11855" fmla="*/ 2497931 w 3219450"/>
                <a:gd name="connsiteY11855" fmla="*/ 1277969 h 2495550"/>
                <a:gd name="connsiteX11856" fmla="*/ 2498027 w 3219450"/>
                <a:gd name="connsiteY11856" fmla="*/ 1277493 h 2495550"/>
                <a:gd name="connsiteX11857" fmla="*/ 2497836 w 3219450"/>
                <a:gd name="connsiteY11857" fmla="*/ 1276160 h 2495550"/>
                <a:gd name="connsiteX11858" fmla="*/ 2497931 w 3219450"/>
                <a:gd name="connsiteY11858" fmla="*/ 1275683 h 2495550"/>
                <a:gd name="connsiteX11859" fmla="*/ 2498503 w 3219450"/>
                <a:gd name="connsiteY11859" fmla="*/ 1275493 h 2495550"/>
                <a:gd name="connsiteX11860" fmla="*/ 2499551 w 3219450"/>
                <a:gd name="connsiteY11860" fmla="*/ 1276636 h 2495550"/>
                <a:gd name="connsiteX11861" fmla="*/ 2500503 w 3219450"/>
                <a:gd name="connsiteY11861" fmla="*/ 1276636 h 2495550"/>
                <a:gd name="connsiteX11862" fmla="*/ 2500979 w 3219450"/>
                <a:gd name="connsiteY11862" fmla="*/ 1276255 h 2495550"/>
                <a:gd name="connsiteX11863" fmla="*/ 2502980 w 3219450"/>
                <a:gd name="connsiteY11863" fmla="*/ 1273969 h 2495550"/>
                <a:gd name="connsiteX11864" fmla="*/ 2504504 w 3219450"/>
                <a:gd name="connsiteY11864" fmla="*/ 1272826 h 2495550"/>
                <a:gd name="connsiteX11865" fmla="*/ 2512790 w 3219450"/>
                <a:gd name="connsiteY11865" fmla="*/ 1269968 h 2495550"/>
                <a:gd name="connsiteX11866" fmla="*/ 2513838 w 3219450"/>
                <a:gd name="connsiteY11866" fmla="*/ 1269968 h 2495550"/>
                <a:gd name="connsiteX11867" fmla="*/ 2515648 w 3219450"/>
                <a:gd name="connsiteY11867" fmla="*/ 1270349 h 2495550"/>
                <a:gd name="connsiteX11868" fmla="*/ 2516505 w 3219450"/>
                <a:gd name="connsiteY11868" fmla="*/ 1270349 h 2495550"/>
                <a:gd name="connsiteX11869" fmla="*/ 2517362 w 3219450"/>
                <a:gd name="connsiteY11869" fmla="*/ 1269968 h 2495550"/>
                <a:gd name="connsiteX11870" fmla="*/ 2516220 w 3219450"/>
                <a:gd name="connsiteY11870" fmla="*/ 1269683 h 2495550"/>
                <a:gd name="connsiteX11871" fmla="*/ 2516124 w 3219450"/>
                <a:gd name="connsiteY11871" fmla="*/ 1268730 h 2495550"/>
                <a:gd name="connsiteX11872" fmla="*/ 2516791 w 3219450"/>
                <a:gd name="connsiteY11872" fmla="*/ 1267777 h 2495550"/>
                <a:gd name="connsiteX11873" fmla="*/ 2517744 w 3219450"/>
                <a:gd name="connsiteY11873" fmla="*/ 1267301 h 2495550"/>
                <a:gd name="connsiteX11874" fmla="*/ 2518982 w 3219450"/>
                <a:gd name="connsiteY11874" fmla="*/ 1267397 h 2495550"/>
                <a:gd name="connsiteX11875" fmla="*/ 2519648 w 3219450"/>
                <a:gd name="connsiteY11875" fmla="*/ 1267397 h 2495550"/>
                <a:gd name="connsiteX11876" fmla="*/ 2520125 w 3219450"/>
                <a:gd name="connsiteY11876" fmla="*/ 1267111 h 2495550"/>
                <a:gd name="connsiteX11877" fmla="*/ 2520791 w 3219450"/>
                <a:gd name="connsiteY11877" fmla="*/ 1265777 h 2495550"/>
                <a:gd name="connsiteX11878" fmla="*/ 2521077 w 3219450"/>
                <a:gd name="connsiteY11878" fmla="*/ 1265015 h 2495550"/>
                <a:gd name="connsiteX11879" fmla="*/ 2520887 w 3219450"/>
                <a:gd name="connsiteY11879" fmla="*/ 1264634 h 2495550"/>
                <a:gd name="connsiteX11880" fmla="*/ 2520411 w 3219450"/>
                <a:gd name="connsiteY11880" fmla="*/ 1264158 h 2495550"/>
                <a:gd name="connsiteX11881" fmla="*/ 2520125 w 3219450"/>
                <a:gd name="connsiteY11881" fmla="*/ 1263206 h 2495550"/>
                <a:gd name="connsiteX11882" fmla="*/ 2520506 w 3219450"/>
                <a:gd name="connsiteY11882" fmla="*/ 1262444 h 2495550"/>
                <a:gd name="connsiteX11883" fmla="*/ 2521839 w 3219450"/>
                <a:gd name="connsiteY11883" fmla="*/ 1262444 h 2495550"/>
                <a:gd name="connsiteX11884" fmla="*/ 2522220 w 3219450"/>
                <a:gd name="connsiteY11884" fmla="*/ 1262825 h 2495550"/>
                <a:gd name="connsiteX11885" fmla="*/ 2522315 w 3219450"/>
                <a:gd name="connsiteY11885" fmla="*/ 1263301 h 2495550"/>
                <a:gd name="connsiteX11886" fmla="*/ 2522506 w 3219450"/>
                <a:gd name="connsiteY11886" fmla="*/ 1263682 h 2495550"/>
                <a:gd name="connsiteX11887" fmla="*/ 2523173 w 3219450"/>
                <a:gd name="connsiteY11887" fmla="*/ 1263872 h 2495550"/>
                <a:gd name="connsiteX11888" fmla="*/ 2523744 w 3219450"/>
                <a:gd name="connsiteY11888" fmla="*/ 1263682 h 2495550"/>
                <a:gd name="connsiteX11889" fmla="*/ 2524220 w 3219450"/>
                <a:gd name="connsiteY11889" fmla="*/ 1263206 h 2495550"/>
                <a:gd name="connsiteX11890" fmla="*/ 2524602 w 3219450"/>
                <a:gd name="connsiteY11890" fmla="*/ 1262634 h 2495550"/>
                <a:gd name="connsiteX11891" fmla="*/ 2525078 w 3219450"/>
                <a:gd name="connsiteY11891" fmla="*/ 1262158 h 2495550"/>
                <a:gd name="connsiteX11892" fmla="*/ 2525935 w 3219450"/>
                <a:gd name="connsiteY11892" fmla="*/ 1261777 h 2495550"/>
                <a:gd name="connsiteX11893" fmla="*/ 2527269 w 3219450"/>
                <a:gd name="connsiteY11893" fmla="*/ 1261491 h 2495550"/>
                <a:gd name="connsiteX11894" fmla="*/ 2528221 w 3219450"/>
                <a:gd name="connsiteY11894" fmla="*/ 1261586 h 2495550"/>
                <a:gd name="connsiteX11895" fmla="*/ 2528126 w 3219450"/>
                <a:gd name="connsiteY11895" fmla="*/ 1262444 h 2495550"/>
                <a:gd name="connsiteX11896" fmla="*/ 2527649 w 3219450"/>
                <a:gd name="connsiteY11896" fmla="*/ 1262825 h 2495550"/>
                <a:gd name="connsiteX11897" fmla="*/ 2526506 w 3219450"/>
                <a:gd name="connsiteY11897" fmla="*/ 1263301 h 2495550"/>
                <a:gd name="connsiteX11898" fmla="*/ 2526030 w 3219450"/>
                <a:gd name="connsiteY11898" fmla="*/ 1263777 h 2495550"/>
                <a:gd name="connsiteX11899" fmla="*/ 2525649 w 3219450"/>
                <a:gd name="connsiteY11899" fmla="*/ 1264349 h 2495550"/>
                <a:gd name="connsiteX11900" fmla="*/ 2525268 w 3219450"/>
                <a:gd name="connsiteY11900" fmla="*/ 1264730 h 2495550"/>
                <a:gd name="connsiteX11901" fmla="*/ 2524697 w 3219450"/>
                <a:gd name="connsiteY11901" fmla="*/ 1264920 h 2495550"/>
                <a:gd name="connsiteX11902" fmla="*/ 2523935 w 3219450"/>
                <a:gd name="connsiteY11902" fmla="*/ 1264920 h 2495550"/>
                <a:gd name="connsiteX11903" fmla="*/ 2522887 w 3219450"/>
                <a:gd name="connsiteY11903" fmla="*/ 1265301 h 2495550"/>
                <a:gd name="connsiteX11904" fmla="*/ 2522506 w 3219450"/>
                <a:gd name="connsiteY11904" fmla="*/ 1266254 h 2495550"/>
                <a:gd name="connsiteX11905" fmla="*/ 2522887 w 3219450"/>
                <a:gd name="connsiteY11905" fmla="*/ 1267206 h 2495550"/>
                <a:gd name="connsiteX11906" fmla="*/ 2524030 w 3219450"/>
                <a:gd name="connsiteY11906" fmla="*/ 1267587 h 2495550"/>
                <a:gd name="connsiteX11907" fmla="*/ 2524602 w 3219450"/>
                <a:gd name="connsiteY11907" fmla="*/ 1267492 h 2495550"/>
                <a:gd name="connsiteX11908" fmla="*/ 2525268 w 3219450"/>
                <a:gd name="connsiteY11908" fmla="*/ 1266920 h 2495550"/>
                <a:gd name="connsiteX11909" fmla="*/ 2525745 w 3219450"/>
                <a:gd name="connsiteY11909" fmla="*/ 1266730 h 2495550"/>
                <a:gd name="connsiteX11910" fmla="*/ 2526411 w 3219450"/>
                <a:gd name="connsiteY11910" fmla="*/ 1267016 h 2495550"/>
                <a:gd name="connsiteX11911" fmla="*/ 2526983 w 3219450"/>
                <a:gd name="connsiteY11911" fmla="*/ 1267111 h 2495550"/>
                <a:gd name="connsiteX11912" fmla="*/ 2527554 w 3219450"/>
                <a:gd name="connsiteY11912" fmla="*/ 1266825 h 2495550"/>
                <a:gd name="connsiteX11913" fmla="*/ 2527745 w 3219450"/>
                <a:gd name="connsiteY11913" fmla="*/ 1267397 h 2495550"/>
                <a:gd name="connsiteX11914" fmla="*/ 2528030 w 3219450"/>
                <a:gd name="connsiteY11914" fmla="*/ 1267968 h 2495550"/>
                <a:gd name="connsiteX11915" fmla="*/ 2528507 w 3219450"/>
                <a:gd name="connsiteY11915" fmla="*/ 1268444 h 2495550"/>
                <a:gd name="connsiteX11916" fmla="*/ 2529173 w 3219450"/>
                <a:gd name="connsiteY11916" fmla="*/ 1268635 h 2495550"/>
                <a:gd name="connsiteX11917" fmla="*/ 2529650 w 3219450"/>
                <a:gd name="connsiteY11917" fmla="*/ 1268254 h 2495550"/>
                <a:gd name="connsiteX11918" fmla="*/ 2529554 w 3219450"/>
                <a:gd name="connsiteY11918" fmla="*/ 1267301 h 2495550"/>
                <a:gd name="connsiteX11919" fmla="*/ 2528983 w 3219450"/>
                <a:gd name="connsiteY11919" fmla="*/ 1265492 h 2495550"/>
                <a:gd name="connsiteX11920" fmla="*/ 2529173 w 3219450"/>
                <a:gd name="connsiteY11920" fmla="*/ 1263777 h 2495550"/>
                <a:gd name="connsiteX11921" fmla="*/ 2529840 w 3219450"/>
                <a:gd name="connsiteY11921" fmla="*/ 1262729 h 2495550"/>
                <a:gd name="connsiteX11922" fmla="*/ 2530983 w 3219450"/>
                <a:gd name="connsiteY11922" fmla="*/ 1262158 h 2495550"/>
                <a:gd name="connsiteX11923" fmla="*/ 2532317 w 3219450"/>
                <a:gd name="connsiteY11923" fmla="*/ 1261967 h 2495550"/>
                <a:gd name="connsiteX11924" fmla="*/ 2532317 w 3219450"/>
                <a:gd name="connsiteY11924" fmla="*/ 1262444 h 2495550"/>
                <a:gd name="connsiteX11925" fmla="*/ 2531745 w 3219450"/>
                <a:gd name="connsiteY11925" fmla="*/ 1262634 h 2495550"/>
                <a:gd name="connsiteX11926" fmla="*/ 2530412 w 3219450"/>
                <a:gd name="connsiteY11926" fmla="*/ 1263396 h 2495550"/>
                <a:gd name="connsiteX11927" fmla="*/ 2530412 w 3219450"/>
                <a:gd name="connsiteY11927" fmla="*/ 1263777 h 2495550"/>
                <a:gd name="connsiteX11928" fmla="*/ 2531555 w 3219450"/>
                <a:gd name="connsiteY11928" fmla="*/ 1263587 h 2495550"/>
                <a:gd name="connsiteX11929" fmla="*/ 2533460 w 3219450"/>
                <a:gd name="connsiteY11929" fmla="*/ 1262729 h 2495550"/>
                <a:gd name="connsiteX11930" fmla="*/ 2534507 w 3219450"/>
                <a:gd name="connsiteY11930" fmla="*/ 1262539 h 2495550"/>
                <a:gd name="connsiteX11931" fmla="*/ 2534984 w 3219450"/>
                <a:gd name="connsiteY11931" fmla="*/ 1262348 h 2495550"/>
                <a:gd name="connsiteX11932" fmla="*/ 2535365 w 3219450"/>
                <a:gd name="connsiteY11932" fmla="*/ 1261777 h 2495550"/>
                <a:gd name="connsiteX11933" fmla="*/ 2535651 w 3219450"/>
                <a:gd name="connsiteY11933" fmla="*/ 1261110 h 2495550"/>
                <a:gd name="connsiteX11934" fmla="*/ 2535746 w 3219450"/>
                <a:gd name="connsiteY11934" fmla="*/ 1260443 h 2495550"/>
                <a:gd name="connsiteX11935" fmla="*/ 2535936 w 3219450"/>
                <a:gd name="connsiteY11935" fmla="*/ 1260062 h 2495550"/>
                <a:gd name="connsiteX11936" fmla="*/ 2537079 w 3219450"/>
                <a:gd name="connsiteY11936" fmla="*/ 1259110 h 2495550"/>
                <a:gd name="connsiteX11937" fmla="*/ 2537555 w 3219450"/>
                <a:gd name="connsiteY11937" fmla="*/ 1258824 h 2495550"/>
                <a:gd name="connsiteX11938" fmla="*/ 2544318 w 3219450"/>
                <a:gd name="connsiteY11938" fmla="*/ 1256919 h 2495550"/>
                <a:gd name="connsiteX11939" fmla="*/ 2546128 w 3219450"/>
                <a:gd name="connsiteY11939" fmla="*/ 1255681 h 2495550"/>
                <a:gd name="connsiteX11940" fmla="*/ 2544699 w 3219450"/>
                <a:gd name="connsiteY11940" fmla="*/ 1253776 h 2495550"/>
                <a:gd name="connsiteX11941" fmla="*/ 2544223 w 3219450"/>
                <a:gd name="connsiteY11941" fmla="*/ 1252633 h 2495550"/>
                <a:gd name="connsiteX11942" fmla="*/ 2544795 w 3219450"/>
                <a:gd name="connsiteY11942" fmla="*/ 1252156 h 2495550"/>
                <a:gd name="connsiteX11943" fmla="*/ 2546604 w 3219450"/>
                <a:gd name="connsiteY11943" fmla="*/ 1252156 h 2495550"/>
                <a:gd name="connsiteX11944" fmla="*/ 2548890 w 3219450"/>
                <a:gd name="connsiteY11944" fmla="*/ 1252633 h 2495550"/>
                <a:gd name="connsiteX11945" fmla="*/ 2550224 w 3219450"/>
                <a:gd name="connsiteY11945" fmla="*/ 1252538 h 2495550"/>
                <a:gd name="connsiteX11946" fmla="*/ 2550795 w 3219450"/>
                <a:gd name="connsiteY11946" fmla="*/ 1252728 h 2495550"/>
                <a:gd name="connsiteX11947" fmla="*/ 2551271 w 3219450"/>
                <a:gd name="connsiteY11947" fmla="*/ 1253014 h 2495550"/>
                <a:gd name="connsiteX11948" fmla="*/ 2551557 w 3219450"/>
                <a:gd name="connsiteY11948" fmla="*/ 1253300 h 2495550"/>
                <a:gd name="connsiteX11949" fmla="*/ 2551367 w 3219450"/>
                <a:gd name="connsiteY11949" fmla="*/ 1253395 h 2495550"/>
                <a:gd name="connsiteX11950" fmla="*/ 2550700 w 3219450"/>
                <a:gd name="connsiteY11950" fmla="*/ 1253966 h 2495550"/>
                <a:gd name="connsiteX11951" fmla="*/ 2550510 w 3219450"/>
                <a:gd name="connsiteY11951" fmla="*/ 1255395 h 2495550"/>
                <a:gd name="connsiteX11952" fmla="*/ 2550510 w 3219450"/>
                <a:gd name="connsiteY11952" fmla="*/ 1257014 h 2495550"/>
                <a:gd name="connsiteX11953" fmla="*/ 2550414 w 3219450"/>
                <a:gd name="connsiteY11953" fmla="*/ 1258252 h 2495550"/>
                <a:gd name="connsiteX11954" fmla="*/ 2551176 w 3219450"/>
                <a:gd name="connsiteY11954" fmla="*/ 1258062 h 2495550"/>
                <a:gd name="connsiteX11955" fmla="*/ 2552129 w 3219450"/>
                <a:gd name="connsiteY11955" fmla="*/ 1257681 h 2495550"/>
                <a:gd name="connsiteX11956" fmla="*/ 2552986 w 3219450"/>
                <a:gd name="connsiteY11956" fmla="*/ 1257014 h 2495550"/>
                <a:gd name="connsiteX11957" fmla="*/ 2553367 w 3219450"/>
                <a:gd name="connsiteY11957" fmla="*/ 1256157 h 2495550"/>
                <a:gd name="connsiteX11958" fmla="*/ 2553748 w 3219450"/>
                <a:gd name="connsiteY11958" fmla="*/ 1254728 h 2495550"/>
                <a:gd name="connsiteX11959" fmla="*/ 2554605 w 3219450"/>
                <a:gd name="connsiteY11959" fmla="*/ 1254633 h 2495550"/>
                <a:gd name="connsiteX11960" fmla="*/ 2555558 w 3219450"/>
                <a:gd name="connsiteY11960" fmla="*/ 1255014 h 2495550"/>
                <a:gd name="connsiteX11961" fmla="*/ 2556320 w 3219450"/>
                <a:gd name="connsiteY11961" fmla="*/ 1255014 h 2495550"/>
                <a:gd name="connsiteX11962" fmla="*/ 2556605 w 3219450"/>
                <a:gd name="connsiteY11962" fmla="*/ 1253966 h 2495550"/>
                <a:gd name="connsiteX11963" fmla="*/ 2556510 w 3219450"/>
                <a:gd name="connsiteY11963" fmla="*/ 1252442 h 2495550"/>
                <a:gd name="connsiteX11964" fmla="*/ 2556605 w 3219450"/>
                <a:gd name="connsiteY11964" fmla="*/ 1251109 h 2495550"/>
                <a:gd name="connsiteX11965" fmla="*/ 2557463 w 3219450"/>
                <a:gd name="connsiteY11965" fmla="*/ 1250537 h 2495550"/>
                <a:gd name="connsiteX11966" fmla="*/ 2558225 w 3219450"/>
                <a:gd name="connsiteY11966" fmla="*/ 1251109 h 2495550"/>
                <a:gd name="connsiteX11967" fmla="*/ 2558129 w 3219450"/>
                <a:gd name="connsiteY11967" fmla="*/ 1252347 h 2495550"/>
                <a:gd name="connsiteX11968" fmla="*/ 2557272 w 3219450"/>
                <a:gd name="connsiteY11968" fmla="*/ 1255014 h 2495550"/>
                <a:gd name="connsiteX11969" fmla="*/ 2557939 w 3219450"/>
                <a:gd name="connsiteY11969" fmla="*/ 1255300 h 2495550"/>
                <a:gd name="connsiteX11970" fmla="*/ 2559844 w 3219450"/>
                <a:gd name="connsiteY11970" fmla="*/ 1256824 h 2495550"/>
                <a:gd name="connsiteX11971" fmla="*/ 2562035 w 3219450"/>
                <a:gd name="connsiteY11971" fmla="*/ 1257681 h 2495550"/>
                <a:gd name="connsiteX11972" fmla="*/ 2562702 w 3219450"/>
                <a:gd name="connsiteY11972" fmla="*/ 1258157 h 2495550"/>
                <a:gd name="connsiteX11973" fmla="*/ 2559082 w 3219450"/>
                <a:gd name="connsiteY11973" fmla="*/ 1258157 h 2495550"/>
                <a:gd name="connsiteX11974" fmla="*/ 2558415 w 3219450"/>
                <a:gd name="connsiteY11974" fmla="*/ 1259015 h 2495550"/>
                <a:gd name="connsiteX11975" fmla="*/ 2558225 w 3219450"/>
                <a:gd name="connsiteY11975" fmla="*/ 1260253 h 2495550"/>
                <a:gd name="connsiteX11976" fmla="*/ 2558511 w 3219450"/>
                <a:gd name="connsiteY11976" fmla="*/ 1261301 h 2495550"/>
                <a:gd name="connsiteX11977" fmla="*/ 2559272 w 3219450"/>
                <a:gd name="connsiteY11977" fmla="*/ 1261777 h 2495550"/>
                <a:gd name="connsiteX11978" fmla="*/ 2565559 w 3219450"/>
                <a:gd name="connsiteY11978" fmla="*/ 1263110 h 2495550"/>
                <a:gd name="connsiteX11979" fmla="*/ 2567464 w 3219450"/>
                <a:gd name="connsiteY11979" fmla="*/ 1262729 h 2495550"/>
                <a:gd name="connsiteX11980" fmla="*/ 2567750 w 3219450"/>
                <a:gd name="connsiteY11980" fmla="*/ 1262444 h 2495550"/>
                <a:gd name="connsiteX11981" fmla="*/ 2568321 w 3219450"/>
                <a:gd name="connsiteY11981" fmla="*/ 1261681 h 2495550"/>
                <a:gd name="connsiteX11982" fmla="*/ 2568607 w 3219450"/>
                <a:gd name="connsiteY11982" fmla="*/ 1261396 h 2495550"/>
                <a:gd name="connsiteX11983" fmla="*/ 2568702 w 3219450"/>
                <a:gd name="connsiteY11983" fmla="*/ 1261205 h 2495550"/>
                <a:gd name="connsiteX11984" fmla="*/ 2568702 w 3219450"/>
                <a:gd name="connsiteY11984" fmla="*/ 1260920 h 2495550"/>
                <a:gd name="connsiteX11985" fmla="*/ 2568797 w 3219450"/>
                <a:gd name="connsiteY11985" fmla="*/ 1260634 h 2495550"/>
                <a:gd name="connsiteX11986" fmla="*/ 2569083 w 3219450"/>
                <a:gd name="connsiteY11986" fmla="*/ 1260539 h 2495550"/>
                <a:gd name="connsiteX11987" fmla="*/ 2569274 w 3219450"/>
                <a:gd name="connsiteY11987" fmla="*/ 1260634 h 2495550"/>
                <a:gd name="connsiteX11988" fmla="*/ 2569464 w 3219450"/>
                <a:gd name="connsiteY11988" fmla="*/ 1260824 h 2495550"/>
                <a:gd name="connsiteX11989" fmla="*/ 2569655 w 3219450"/>
                <a:gd name="connsiteY11989" fmla="*/ 1261015 h 2495550"/>
                <a:gd name="connsiteX11990" fmla="*/ 2569940 w 3219450"/>
                <a:gd name="connsiteY11990" fmla="*/ 1261015 h 2495550"/>
                <a:gd name="connsiteX11991" fmla="*/ 2570893 w 3219450"/>
                <a:gd name="connsiteY11991" fmla="*/ 1260729 h 2495550"/>
                <a:gd name="connsiteX11992" fmla="*/ 2571464 w 3219450"/>
                <a:gd name="connsiteY11992" fmla="*/ 1260443 h 2495550"/>
                <a:gd name="connsiteX11993" fmla="*/ 2571750 w 3219450"/>
                <a:gd name="connsiteY11993" fmla="*/ 1260062 h 2495550"/>
                <a:gd name="connsiteX11994" fmla="*/ 2571655 w 3219450"/>
                <a:gd name="connsiteY11994" fmla="*/ 1259491 h 2495550"/>
                <a:gd name="connsiteX11995" fmla="*/ 2571369 w 3219450"/>
                <a:gd name="connsiteY11995" fmla="*/ 1258919 h 2495550"/>
                <a:gd name="connsiteX11996" fmla="*/ 2570988 w 3219450"/>
                <a:gd name="connsiteY11996" fmla="*/ 1258443 h 2495550"/>
                <a:gd name="connsiteX11997" fmla="*/ 2570512 w 3219450"/>
                <a:gd name="connsiteY11997" fmla="*/ 1258252 h 2495550"/>
                <a:gd name="connsiteX11998" fmla="*/ 2570226 w 3219450"/>
                <a:gd name="connsiteY11998" fmla="*/ 1258062 h 2495550"/>
                <a:gd name="connsiteX11999" fmla="*/ 2570036 w 3219450"/>
                <a:gd name="connsiteY11999" fmla="*/ 1257681 h 2495550"/>
                <a:gd name="connsiteX12000" fmla="*/ 2569940 w 3219450"/>
                <a:gd name="connsiteY12000" fmla="*/ 1257205 h 2495550"/>
                <a:gd name="connsiteX12001" fmla="*/ 2570131 w 3219450"/>
                <a:gd name="connsiteY12001" fmla="*/ 1256729 h 2495550"/>
                <a:gd name="connsiteX12002" fmla="*/ 2570512 w 3219450"/>
                <a:gd name="connsiteY12002" fmla="*/ 1256538 h 2495550"/>
                <a:gd name="connsiteX12003" fmla="*/ 2570988 w 3219450"/>
                <a:gd name="connsiteY12003" fmla="*/ 1256633 h 2495550"/>
                <a:gd name="connsiteX12004" fmla="*/ 2571464 w 3219450"/>
                <a:gd name="connsiteY12004" fmla="*/ 1256824 h 2495550"/>
                <a:gd name="connsiteX12005" fmla="*/ 2571941 w 3219450"/>
                <a:gd name="connsiteY12005" fmla="*/ 1256919 h 2495550"/>
                <a:gd name="connsiteX12006" fmla="*/ 2572798 w 3219450"/>
                <a:gd name="connsiteY12006" fmla="*/ 1256729 h 2495550"/>
                <a:gd name="connsiteX12007" fmla="*/ 2573846 w 3219450"/>
                <a:gd name="connsiteY12007" fmla="*/ 1256348 h 2495550"/>
                <a:gd name="connsiteX12008" fmla="*/ 2574703 w 3219450"/>
                <a:gd name="connsiteY12008" fmla="*/ 1255871 h 2495550"/>
                <a:gd name="connsiteX12009" fmla="*/ 2574989 w 3219450"/>
                <a:gd name="connsiteY12009" fmla="*/ 1255490 h 2495550"/>
                <a:gd name="connsiteX12010" fmla="*/ 2575751 w 3219450"/>
                <a:gd name="connsiteY12010" fmla="*/ 1255776 h 2495550"/>
                <a:gd name="connsiteX12011" fmla="*/ 2575560 w 3219450"/>
                <a:gd name="connsiteY12011" fmla="*/ 1256348 h 2495550"/>
                <a:gd name="connsiteX12012" fmla="*/ 2575084 w 3219450"/>
                <a:gd name="connsiteY12012" fmla="*/ 1257014 h 2495550"/>
                <a:gd name="connsiteX12013" fmla="*/ 2574989 w 3219450"/>
                <a:gd name="connsiteY12013" fmla="*/ 1257776 h 2495550"/>
                <a:gd name="connsiteX12014" fmla="*/ 2575465 w 3219450"/>
                <a:gd name="connsiteY12014" fmla="*/ 1258157 h 2495550"/>
                <a:gd name="connsiteX12015" fmla="*/ 2576036 w 3219450"/>
                <a:gd name="connsiteY12015" fmla="*/ 1257776 h 2495550"/>
                <a:gd name="connsiteX12016" fmla="*/ 2576513 w 3219450"/>
                <a:gd name="connsiteY12016" fmla="*/ 1257014 h 2495550"/>
                <a:gd name="connsiteX12017" fmla="*/ 2576894 w 3219450"/>
                <a:gd name="connsiteY12017" fmla="*/ 1256252 h 2495550"/>
                <a:gd name="connsiteX12018" fmla="*/ 2576513 w 3219450"/>
                <a:gd name="connsiteY12018" fmla="*/ 1255014 h 2495550"/>
                <a:gd name="connsiteX12019" fmla="*/ 2577275 w 3219450"/>
                <a:gd name="connsiteY12019" fmla="*/ 1249585 h 2495550"/>
                <a:gd name="connsiteX12020" fmla="*/ 2575846 w 3219450"/>
                <a:gd name="connsiteY12020" fmla="*/ 1250061 h 2495550"/>
                <a:gd name="connsiteX12021" fmla="*/ 2573084 w 3219450"/>
                <a:gd name="connsiteY12021" fmla="*/ 1249394 h 2495550"/>
                <a:gd name="connsiteX12022" fmla="*/ 2571750 w 3219450"/>
                <a:gd name="connsiteY12022" fmla="*/ 1249585 h 2495550"/>
                <a:gd name="connsiteX12023" fmla="*/ 2571750 w 3219450"/>
                <a:gd name="connsiteY12023" fmla="*/ 1250633 h 2495550"/>
                <a:gd name="connsiteX12024" fmla="*/ 2571083 w 3219450"/>
                <a:gd name="connsiteY12024" fmla="*/ 1251204 h 2495550"/>
                <a:gd name="connsiteX12025" fmla="*/ 2570321 w 3219450"/>
                <a:gd name="connsiteY12025" fmla="*/ 1251014 h 2495550"/>
                <a:gd name="connsiteX12026" fmla="*/ 2569940 w 3219450"/>
                <a:gd name="connsiteY12026" fmla="*/ 1250061 h 2495550"/>
                <a:gd name="connsiteX12027" fmla="*/ 2570417 w 3219450"/>
                <a:gd name="connsiteY12027" fmla="*/ 1249109 h 2495550"/>
                <a:gd name="connsiteX12028" fmla="*/ 2572417 w 3219450"/>
                <a:gd name="connsiteY12028" fmla="*/ 1247775 h 2495550"/>
                <a:gd name="connsiteX12029" fmla="*/ 2572893 w 3219450"/>
                <a:gd name="connsiteY12029" fmla="*/ 1247204 h 2495550"/>
                <a:gd name="connsiteX12030" fmla="*/ 2572703 w 3219450"/>
                <a:gd name="connsiteY12030" fmla="*/ 1246442 h 2495550"/>
                <a:gd name="connsiteX12031" fmla="*/ 2572322 w 3219450"/>
                <a:gd name="connsiteY12031" fmla="*/ 1246156 h 2495550"/>
                <a:gd name="connsiteX12032" fmla="*/ 2571941 w 3219450"/>
                <a:gd name="connsiteY12032" fmla="*/ 1245965 h 2495550"/>
                <a:gd name="connsiteX12033" fmla="*/ 2571750 w 3219450"/>
                <a:gd name="connsiteY12033" fmla="*/ 1245680 h 2495550"/>
                <a:gd name="connsiteX12034" fmla="*/ 2571750 w 3219450"/>
                <a:gd name="connsiteY12034" fmla="*/ 1245108 h 2495550"/>
                <a:gd name="connsiteX12035" fmla="*/ 2572036 w 3219450"/>
                <a:gd name="connsiteY12035" fmla="*/ 1243965 h 2495550"/>
                <a:gd name="connsiteX12036" fmla="*/ 2572131 w 3219450"/>
                <a:gd name="connsiteY12036" fmla="*/ 1242727 h 2495550"/>
                <a:gd name="connsiteX12037" fmla="*/ 2572322 w 3219450"/>
                <a:gd name="connsiteY12037" fmla="*/ 1241965 h 2495550"/>
                <a:gd name="connsiteX12038" fmla="*/ 2572703 w 3219450"/>
                <a:gd name="connsiteY12038" fmla="*/ 1241489 h 2495550"/>
                <a:gd name="connsiteX12039" fmla="*/ 2573274 w 3219450"/>
                <a:gd name="connsiteY12039" fmla="*/ 1241679 h 2495550"/>
                <a:gd name="connsiteX12040" fmla="*/ 2573370 w 3219450"/>
                <a:gd name="connsiteY12040" fmla="*/ 1242155 h 2495550"/>
                <a:gd name="connsiteX12041" fmla="*/ 2573274 w 3219450"/>
                <a:gd name="connsiteY12041" fmla="*/ 1244441 h 2495550"/>
                <a:gd name="connsiteX12042" fmla="*/ 2573655 w 3219450"/>
                <a:gd name="connsiteY12042" fmla="*/ 1244441 h 2495550"/>
                <a:gd name="connsiteX12043" fmla="*/ 2574322 w 3219450"/>
                <a:gd name="connsiteY12043" fmla="*/ 1242536 h 2495550"/>
                <a:gd name="connsiteX12044" fmla="*/ 2575751 w 3219450"/>
                <a:gd name="connsiteY12044" fmla="*/ 1241489 h 2495550"/>
                <a:gd name="connsiteX12045" fmla="*/ 2577561 w 3219450"/>
                <a:gd name="connsiteY12045" fmla="*/ 1241393 h 2495550"/>
                <a:gd name="connsiteX12046" fmla="*/ 2579180 w 3219450"/>
                <a:gd name="connsiteY12046" fmla="*/ 1242155 h 2495550"/>
                <a:gd name="connsiteX12047" fmla="*/ 2579370 w 3219450"/>
                <a:gd name="connsiteY12047" fmla="*/ 1241298 h 2495550"/>
                <a:gd name="connsiteX12048" fmla="*/ 2578894 w 3219450"/>
                <a:gd name="connsiteY12048" fmla="*/ 1240822 h 2495550"/>
                <a:gd name="connsiteX12049" fmla="*/ 2578608 w 3219450"/>
                <a:gd name="connsiteY12049" fmla="*/ 1240346 h 2495550"/>
                <a:gd name="connsiteX12050" fmla="*/ 2579180 w 3219450"/>
                <a:gd name="connsiteY12050" fmla="*/ 1239584 h 2495550"/>
                <a:gd name="connsiteX12051" fmla="*/ 2579751 w 3219450"/>
                <a:gd name="connsiteY12051" fmla="*/ 1239393 h 2495550"/>
                <a:gd name="connsiteX12052" fmla="*/ 2582037 w 3219450"/>
                <a:gd name="connsiteY12052" fmla="*/ 1239107 h 2495550"/>
                <a:gd name="connsiteX12053" fmla="*/ 2582037 w 3219450"/>
                <a:gd name="connsiteY12053" fmla="*/ 1238631 h 2495550"/>
                <a:gd name="connsiteX12054" fmla="*/ 2581275 w 3219450"/>
                <a:gd name="connsiteY12054" fmla="*/ 1238441 h 2495550"/>
                <a:gd name="connsiteX12055" fmla="*/ 2580704 w 3219450"/>
                <a:gd name="connsiteY12055" fmla="*/ 1237964 h 2495550"/>
                <a:gd name="connsiteX12056" fmla="*/ 2580418 w 3219450"/>
                <a:gd name="connsiteY12056" fmla="*/ 1237202 h 2495550"/>
                <a:gd name="connsiteX12057" fmla="*/ 2580323 w 3219450"/>
                <a:gd name="connsiteY12057" fmla="*/ 1236155 h 2495550"/>
                <a:gd name="connsiteX12058" fmla="*/ 2580037 w 3219450"/>
                <a:gd name="connsiteY12058" fmla="*/ 1235774 h 2495550"/>
                <a:gd name="connsiteX12059" fmla="*/ 2578799 w 3219450"/>
                <a:gd name="connsiteY12059" fmla="*/ 1234250 h 2495550"/>
                <a:gd name="connsiteX12060" fmla="*/ 2578418 w 3219450"/>
                <a:gd name="connsiteY12060" fmla="*/ 1233678 h 2495550"/>
                <a:gd name="connsiteX12061" fmla="*/ 2577846 w 3219450"/>
                <a:gd name="connsiteY12061" fmla="*/ 1231297 h 2495550"/>
                <a:gd name="connsiteX12062" fmla="*/ 2577846 w 3219450"/>
                <a:gd name="connsiteY12062" fmla="*/ 1230725 h 2495550"/>
                <a:gd name="connsiteX12063" fmla="*/ 2578227 w 3219450"/>
                <a:gd name="connsiteY12063" fmla="*/ 1230725 h 2495550"/>
                <a:gd name="connsiteX12064" fmla="*/ 2580228 w 3219450"/>
                <a:gd name="connsiteY12064" fmla="*/ 1232249 h 2495550"/>
                <a:gd name="connsiteX12065" fmla="*/ 2580037 w 3219450"/>
                <a:gd name="connsiteY12065" fmla="*/ 1231011 h 2495550"/>
                <a:gd name="connsiteX12066" fmla="*/ 2578989 w 3219450"/>
                <a:gd name="connsiteY12066" fmla="*/ 1229011 h 2495550"/>
                <a:gd name="connsiteX12067" fmla="*/ 2579370 w 3219450"/>
                <a:gd name="connsiteY12067" fmla="*/ 1228725 h 2495550"/>
                <a:gd name="connsiteX12068" fmla="*/ 2579751 w 3219450"/>
                <a:gd name="connsiteY12068" fmla="*/ 1228535 h 2495550"/>
                <a:gd name="connsiteX12069" fmla="*/ 2581275 w 3219450"/>
                <a:gd name="connsiteY12069" fmla="*/ 1227296 h 2495550"/>
                <a:gd name="connsiteX12070" fmla="*/ 2583466 w 3219450"/>
                <a:gd name="connsiteY12070" fmla="*/ 1226439 h 2495550"/>
                <a:gd name="connsiteX12071" fmla="*/ 2584704 w 3219450"/>
                <a:gd name="connsiteY12071" fmla="*/ 1227106 h 2495550"/>
                <a:gd name="connsiteX12072" fmla="*/ 2585180 w 3219450"/>
                <a:gd name="connsiteY12072" fmla="*/ 1226153 h 2495550"/>
                <a:gd name="connsiteX12073" fmla="*/ 2585180 w 3219450"/>
                <a:gd name="connsiteY12073" fmla="*/ 1224820 h 2495550"/>
                <a:gd name="connsiteX12074" fmla="*/ 2584799 w 3219450"/>
                <a:gd name="connsiteY12074" fmla="*/ 1224439 h 2495550"/>
                <a:gd name="connsiteX12075" fmla="*/ 2584037 w 3219450"/>
                <a:gd name="connsiteY12075" fmla="*/ 1224534 h 2495550"/>
                <a:gd name="connsiteX12076" fmla="*/ 2581275 w 3219450"/>
                <a:gd name="connsiteY12076" fmla="*/ 1224248 h 2495550"/>
                <a:gd name="connsiteX12077" fmla="*/ 2580704 w 3219450"/>
                <a:gd name="connsiteY12077" fmla="*/ 1224439 h 2495550"/>
                <a:gd name="connsiteX12078" fmla="*/ 2580228 w 3219450"/>
                <a:gd name="connsiteY12078" fmla="*/ 1225106 h 2495550"/>
                <a:gd name="connsiteX12079" fmla="*/ 2579085 w 3219450"/>
                <a:gd name="connsiteY12079" fmla="*/ 1225296 h 2495550"/>
                <a:gd name="connsiteX12080" fmla="*/ 2574703 w 3219450"/>
                <a:gd name="connsiteY12080" fmla="*/ 1224629 h 2495550"/>
                <a:gd name="connsiteX12081" fmla="*/ 2574512 w 3219450"/>
                <a:gd name="connsiteY12081" fmla="*/ 1224534 h 2495550"/>
                <a:gd name="connsiteX12082" fmla="*/ 2574417 w 3219450"/>
                <a:gd name="connsiteY12082" fmla="*/ 1223963 h 2495550"/>
                <a:gd name="connsiteX12083" fmla="*/ 2574227 w 3219450"/>
                <a:gd name="connsiteY12083" fmla="*/ 1223772 h 2495550"/>
                <a:gd name="connsiteX12084" fmla="*/ 2573846 w 3219450"/>
                <a:gd name="connsiteY12084" fmla="*/ 1223772 h 2495550"/>
                <a:gd name="connsiteX12085" fmla="*/ 2573560 w 3219450"/>
                <a:gd name="connsiteY12085" fmla="*/ 1223963 h 2495550"/>
                <a:gd name="connsiteX12086" fmla="*/ 2573274 w 3219450"/>
                <a:gd name="connsiteY12086" fmla="*/ 1224153 h 2495550"/>
                <a:gd name="connsiteX12087" fmla="*/ 2573084 w 3219450"/>
                <a:gd name="connsiteY12087" fmla="*/ 1224248 h 2495550"/>
                <a:gd name="connsiteX12088" fmla="*/ 2564606 w 3219450"/>
                <a:gd name="connsiteY12088" fmla="*/ 1224248 h 2495550"/>
                <a:gd name="connsiteX12089" fmla="*/ 2563654 w 3219450"/>
                <a:gd name="connsiteY12089" fmla="*/ 1223867 h 2495550"/>
                <a:gd name="connsiteX12090" fmla="*/ 2562797 w 3219450"/>
                <a:gd name="connsiteY12090" fmla="*/ 1222058 h 2495550"/>
                <a:gd name="connsiteX12091" fmla="*/ 2561939 w 3219450"/>
                <a:gd name="connsiteY12091" fmla="*/ 1221486 h 2495550"/>
                <a:gd name="connsiteX12092" fmla="*/ 2560796 w 3219450"/>
                <a:gd name="connsiteY12092" fmla="*/ 1221581 h 2495550"/>
                <a:gd name="connsiteX12093" fmla="*/ 2560035 w 3219450"/>
                <a:gd name="connsiteY12093" fmla="*/ 1222248 h 2495550"/>
                <a:gd name="connsiteX12094" fmla="*/ 2559368 w 3219450"/>
                <a:gd name="connsiteY12094" fmla="*/ 1223201 h 2495550"/>
                <a:gd name="connsiteX12095" fmla="*/ 2558606 w 3219450"/>
                <a:gd name="connsiteY12095" fmla="*/ 1224153 h 2495550"/>
                <a:gd name="connsiteX12096" fmla="*/ 2557463 w 3219450"/>
                <a:gd name="connsiteY12096" fmla="*/ 1223201 h 2495550"/>
                <a:gd name="connsiteX12097" fmla="*/ 2556415 w 3219450"/>
                <a:gd name="connsiteY12097" fmla="*/ 1221677 h 2495550"/>
                <a:gd name="connsiteX12098" fmla="*/ 2555844 w 3219450"/>
                <a:gd name="connsiteY12098" fmla="*/ 1219867 h 2495550"/>
                <a:gd name="connsiteX12099" fmla="*/ 2556129 w 3219450"/>
                <a:gd name="connsiteY12099" fmla="*/ 1218724 h 2495550"/>
                <a:gd name="connsiteX12100" fmla="*/ 2556986 w 3219450"/>
                <a:gd name="connsiteY12100" fmla="*/ 1217771 h 2495550"/>
                <a:gd name="connsiteX12101" fmla="*/ 2556986 w 3219450"/>
                <a:gd name="connsiteY12101" fmla="*/ 1216533 h 2495550"/>
                <a:gd name="connsiteX12102" fmla="*/ 2556320 w 3219450"/>
                <a:gd name="connsiteY12102" fmla="*/ 1215390 h 2495550"/>
                <a:gd name="connsiteX12103" fmla="*/ 2555367 w 3219450"/>
                <a:gd name="connsiteY12103" fmla="*/ 1214628 h 2495550"/>
                <a:gd name="connsiteX12104" fmla="*/ 2554701 w 3219450"/>
                <a:gd name="connsiteY12104" fmla="*/ 1215295 h 2495550"/>
                <a:gd name="connsiteX12105" fmla="*/ 2553938 w 3219450"/>
                <a:gd name="connsiteY12105" fmla="*/ 1215485 h 2495550"/>
                <a:gd name="connsiteX12106" fmla="*/ 2553272 w 3219450"/>
                <a:gd name="connsiteY12106" fmla="*/ 1215200 h 2495550"/>
                <a:gd name="connsiteX12107" fmla="*/ 2552795 w 3219450"/>
                <a:gd name="connsiteY12107" fmla="*/ 1214533 h 2495550"/>
                <a:gd name="connsiteX12108" fmla="*/ 2552510 w 3219450"/>
                <a:gd name="connsiteY12108" fmla="*/ 1214533 h 2495550"/>
                <a:gd name="connsiteX12109" fmla="*/ 2552795 w 3219450"/>
                <a:gd name="connsiteY12109" fmla="*/ 1215771 h 2495550"/>
                <a:gd name="connsiteX12110" fmla="*/ 2552224 w 3219450"/>
                <a:gd name="connsiteY12110" fmla="*/ 1216247 h 2495550"/>
                <a:gd name="connsiteX12111" fmla="*/ 2551271 w 3219450"/>
                <a:gd name="connsiteY12111" fmla="*/ 1216438 h 2495550"/>
                <a:gd name="connsiteX12112" fmla="*/ 2550319 w 3219450"/>
                <a:gd name="connsiteY12112" fmla="*/ 1216819 h 2495550"/>
                <a:gd name="connsiteX12113" fmla="*/ 2549843 w 3219450"/>
                <a:gd name="connsiteY12113" fmla="*/ 1217486 h 2495550"/>
                <a:gd name="connsiteX12114" fmla="*/ 2548700 w 3219450"/>
                <a:gd name="connsiteY12114" fmla="*/ 1219486 h 2495550"/>
                <a:gd name="connsiteX12115" fmla="*/ 2548033 w 3219450"/>
                <a:gd name="connsiteY12115" fmla="*/ 1219962 h 2495550"/>
                <a:gd name="connsiteX12116" fmla="*/ 2547843 w 3219450"/>
                <a:gd name="connsiteY12116" fmla="*/ 1220534 h 2495550"/>
                <a:gd name="connsiteX12117" fmla="*/ 2548890 w 3219450"/>
                <a:gd name="connsiteY12117" fmla="*/ 1223010 h 2495550"/>
                <a:gd name="connsiteX12118" fmla="*/ 2548414 w 3219450"/>
                <a:gd name="connsiteY12118" fmla="*/ 1223581 h 2495550"/>
                <a:gd name="connsiteX12119" fmla="*/ 2546795 w 3219450"/>
                <a:gd name="connsiteY12119" fmla="*/ 1223677 h 2495550"/>
                <a:gd name="connsiteX12120" fmla="*/ 2546414 w 3219450"/>
                <a:gd name="connsiteY12120" fmla="*/ 1223581 h 2495550"/>
                <a:gd name="connsiteX12121" fmla="*/ 2546128 w 3219450"/>
                <a:gd name="connsiteY12121" fmla="*/ 1223105 h 2495550"/>
                <a:gd name="connsiteX12122" fmla="*/ 2546128 w 3219450"/>
                <a:gd name="connsiteY12122" fmla="*/ 1222534 h 2495550"/>
                <a:gd name="connsiteX12123" fmla="*/ 2546319 w 3219450"/>
                <a:gd name="connsiteY12123" fmla="*/ 1222058 h 2495550"/>
                <a:gd name="connsiteX12124" fmla="*/ 2546699 w 3219450"/>
                <a:gd name="connsiteY12124" fmla="*/ 1221677 h 2495550"/>
                <a:gd name="connsiteX12125" fmla="*/ 2546699 w 3219450"/>
                <a:gd name="connsiteY12125" fmla="*/ 1221296 h 2495550"/>
                <a:gd name="connsiteX12126" fmla="*/ 2545652 w 3219450"/>
                <a:gd name="connsiteY12126" fmla="*/ 1221010 h 2495550"/>
                <a:gd name="connsiteX12127" fmla="*/ 2534793 w 3219450"/>
                <a:gd name="connsiteY12127" fmla="*/ 1221200 h 2495550"/>
                <a:gd name="connsiteX12128" fmla="*/ 2530983 w 3219450"/>
                <a:gd name="connsiteY12128" fmla="*/ 1220438 h 2495550"/>
                <a:gd name="connsiteX12129" fmla="*/ 2530602 w 3219450"/>
                <a:gd name="connsiteY12129" fmla="*/ 1220343 h 2495550"/>
                <a:gd name="connsiteX12130" fmla="*/ 2530221 w 3219450"/>
                <a:gd name="connsiteY12130" fmla="*/ 1220057 h 2495550"/>
                <a:gd name="connsiteX12131" fmla="*/ 2529745 w 3219450"/>
                <a:gd name="connsiteY12131" fmla="*/ 1219867 h 2495550"/>
                <a:gd name="connsiteX12132" fmla="*/ 2528983 w 3219450"/>
                <a:gd name="connsiteY12132" fmla="*/ 1219962 h 2495550"/>
                <a:gd name="connsiteX12133" fmla="*/ 2528507 w 3219450"/>
                <a:gd name="connsiteY12133" fmla="*/ 1220152 h 2495550"/>
                <a:gd name="connsiteX12134" fmla="*/ 2527935 w 3219450"/>
                <a:gd name="connsiteY12134" fmla="*/ 1220534 h 2495550"/>
                <a:gd name="connsiteX12135" fmla="*/ 2527459 w 3219450"/>
                <a:gd name="connsiteY12135" fmla="*/ 1221105 h 2495550"/>
                <a:gd name="connsiteX12136" fmla="*/ 2527173 w 3219450"/>
                <a:gd name="connsiteY12136" fmla="*/ 1221772 h 2495550"/>
                <a:gd name="connsiteX12137" fmla="*/ 2529650 w 3219450"/>
                <a:gd name="connsiteY12137" fmla="*/ 1221200 h 2495550"/>
                <a:gd name="connsiteX12138" fmla="*/ 2530697 w 3219450"/>
                <a:gd name="connsiteY12138" fmla="*/ 1221486 h 2495550"/>
                <a:gd name="connsiteX12139" fmla="*/ 2531840 w 3219450"/>
                <a:gd name="connsiteY12139" fmla="*/ 1222724 h 2495550"/>
                <a:gd name="connsiteX12140" fmla="*/ 2530507 w 3219450"/>
                <a:gd name="connsiteY12140" fmla="*/ 1222820 h 2495550"/>
                <a:gd name="connsiteX12141" fmla="*/ 2527364 w 3219450"/>
                <a:gd name="connsiteY12141" fmla="*/ 1223677 h 2495550"/>
                <a:gd name="connsiteX12142" fmla="*/ 2526221 w 3219450"/>
                <a:gd name="connsiteY12142" fmla="*/ 1223391 h 2495550"/>
                <a:gd name="connsiteX12143" fmla="*/ 2525173 w 3219450"/>
                <a:gd name="connsiteY12143" fmla="*/ 1222153 h 2495550"/>
                <a:gd name="connsiteX12144" fmla="*/ 2524506 w 3219450"/>
                <a:gd name="connsiteY12144" fmla="*/ 1221581 h 2495550"/>
                <a:gd name="connsiteX12145" fmla="*/ 2523744 w 3219450"/>
                <a:gd name="connsiteY12145" fmla="*/ 1221391 h 2495550"/>
                <a:gd name="connsiteX12146" fmla="*/ 2522125 w 3219450"/>
                <a:gd name="connsiteY12146" fmla="*/ 1221200 h 2495550"/>
                <a:gd name="connsiteX12147" fmla="*/ 2521363 w 3219450"/>
                <a:gd name="connsiteY12147" fmla="*/ 1220915 h 2495550"/>
                <a:gd name="connsiteX12148" fmla="*/ 2521077 w 3219450"/>
                <a:gd name="connsiteY12148" fmla="*/ 1220343 h 2495550"/>
                <a:gd name="connsiteX12149" fmla="*/ 2520696 w 3219450"/>
                <a:gd name="connsiteY12149" fmla="*/ 1218819 h 2495550"/>
                <a:gd name="connsiteX12150" fmla="*/ 2519839 w 3219450"/>
                <a:gd name="connsiteY12150" fmla="*/ 1217486 h 2495550"/>
                <a:gd name="connsiteX12151" fmla="*/ 2518696 w 3219450"/>
                <a:gd name="connsiteY12151" fmla="*/ 1216343 h 2495550"/>
                <a:gd name="connsiteX12152" fmla="*/ 2517458 w 3219450"/>
                <a:gd name="connsiteY12152" fmla="*/ 1215485 h 2495550"/>
                <a:gd name="connsiteX12153" fmla="*/ 2516410 w 3219450"/>
                <a:gd name="connsiteY12153" fmla="*/ 1214342 h 2495550"/>
                <a:gd name="connsiteX12154" fmla="*/ 2516410 w 3219450"/>
                <a:gd name="connsiteY12154" fmla="*/ 1213199 h 2495550"/>
                <a:gd name="connsiteX12155" fmla="*/ 2517267 w 3219450"/>
                <a:gd name="connsiteY12155" fmla="*/ 1212437 h 2495550"/>
                <a:gd name="connsiteX12156" fmla="*/ 2518886 w 3219450"/>
                <a:gd name="connsiteY12156" fmla="*/ 1212342 h 2495550"/>
                <a:gd name="connsiteX12157" fmla="*/ 2518029 w 3219450"/>
                <a:gd name="connsiteY12157" fmla="*/ 1211485 h 2495550"/>
                <a:gd name="connsiteX12158" fmla="*/ 2516981 w 3219450"/>
                <a:gd name="connsiteY12158" fmla="*/ 1210627 h 2495550"/>
                <a:gd name="connsiteX12159" fmla="*/ 2515838 w 3219450"/>
                <a:gd name="connsiteY12159" fmla="*/ 1209961 h 2495550"/>
                <a:gd name="connsiteX12160" fmla="*/ 2514886 w 3219450"/>
                <a:gd name="connsiteY12160" fmla="*/ 1209580 h 2495550"/>
                <a:gd name="connsiteX12161" fmla="*/ 2515267 w 3219450"/>
                <a:gd name="connsiteY12161" fmla="*/ 1210056 h 2495550"/>
                <a:gd name="connsiteX12162" fmla="*/ 2516029 w 3219450"/>
                <a:gd name="connsiteY12162" fmla="*/ 1211390 h 2495550"/>
                <a:gd name="connsiteX12163" fmla="*/ 2514410 w 3219450"/>
                <a:gd name="connsiteY12163" fmla="*/ 1212723 h 2495550"/>
                <a:gd name="connsiteX12164" fmla="*/ 2512505 w 3219450"/>
                <a:gd name="connsiteY12164" fmla="*/ 1213390 h 2495550"/>
                <a:gd name="connsiteX12165" fmla="*/ 2506313 w 3219450"/>
                <a:gd name="connsiteY12165" fmla="*/ 1213771 h 2495550"/>
                <a:gd name="connsiteX12166" fmla="*/ 2505266 w 3219450"/>
                <a:gd name="connsiteY12166" fmla="*/ 1213676 h 2495550"/>
                <a:gd name="connsiteX12167" fmla="*/ 2504408 w 3219450"/>
                <a:gd name="connsiteY12167" fmla="*/ 1213295 h 2495550"/>
                <a:gd name="connsiteX12168" fmla="*/ 2503742 w 3219450"/>
                <a:gd name="connsiteY12168" fmla="*/ 1212533 h 2495550"/>
                <a:gd name="connsiteX12169" fmla="*/ 2503361 w 3219450"/>
                <a:gd name="connsiteY12169" fmla="*/ 1211485 h 2495550"/>
                <a:gd name="connsiteX12170" fmla="*/ 2503456 w 3219450"/>
                <a:gd name="connsiteY12170" fmla="*/ 1210437 h 2495550"/>
                <a:gd name="connsiteX12171" fmla="*/ 2504123 w 3219450"/>
                <a:gd name="connsiteY12171" fmla="*/ 1209675 h 2495550"/>
                <a:gd name="connsiteX12172" fmla="*/ 2503170 w 3219450"/>
                <a:gd name="connsiteY12172" fmla="*/ 1208723 h 2495550"/>
                <a:gd name="connsiteX12173" fmla="*/ 2503265 w 3219450"/>
                <a:gd name="connsiteY12173" fmla="*/ 1207865 h 2495550"/>
                <a:gd name="connsiteX12174" fmla="*/ 2503837 w 3219450"/>
                <a:gd name="connsiteY12174" fmla="*/ 1207008 h 2495550"/>
                <a:gd name="connsiteX12175" fmla="*/ 2504123 w 3219450"/>
                <a:gd name="connsiteY12175" fmla="*/ 1206151 h 2495550"/>
                <a:gd name="connsiteX12176" fmla="*/ 2503551 w 3219450"/>
                <a:gd name="connsiteY12176" fmla="*/ 1205389 h 2495550"/>
                <a:gd name="connsiteX12177" fmla="*/ 2502218 w 3219450"/>
                <a:gd name="connsiteY12177" fmla="*/ 1204913 h 2495550"/>
                <a:gd name="connsiteX12178" fmla="*/ 2499741 w 3219450"/>
                <a:gd name="connsiteY12178" fmla="*/ 1204531 h 2495550"/>
                <a:gd name="connsiteX12179" fmla="*/ 2499074 w 3219450"/>
                <a:gd name="connsiteY12179" fmla="*/ 1204627 h 2495550"/>
                <a:gd name="connsiteX12180" fmla="*/ 2498503 w 3219450"/>
                <a:gd name="connsiteY12180" fmla="*/ 1204817 h 2495550"/>
                <a:gd name="connsiteX12181" fmla="*/ 2497931 w 3219450"/>
                <a:gd name="connsiteY12181" fmla="*/ 1204817 h 2495550"/>
                <a:gd name="connsiteX12182" fmla="*/ 2497360 w 3219450"/>
                <a:gd name="connsiteY12182" fmla="*/ 1204436 h 2495550"/>
                <a:gd name="connsiteX12183" fmla="*/ 2497074 w 3219450"/>
                <a:gd name="connsiteY12183" fmla="*/ 1203865 h 2495550"/>
                <a:gd name="connsiteX12184" fmla="*/ 2496788 w 3219450"/>
                <a:gd name="connsiteY12184" fmla="*/ 1203198 h 2495550"/>
                <a:gd name="connsiteX12185" fmla="*/ 2496503 w 3219450"/>
                <a:gd name="connsiteY12185" fmla="*/ 1202627 h 2495550"/>
                <a:gd name="connsiteX12186" fmla="*/ 2495931 w 3219450"/>
                <a:gd name="connsiteY12186" fmla="*/ 1202436 h 2495550"/>
                <a:gd name="connsiteX12187" fmla="*/ 2494883 w 3219450"/>
                <a:gd name="connsiteY12187" fmla="*/ 1202246 h 2495550"/>
                <a:gd name="connsiteX12188" fmla="*/ 2493931 w 3219450"/>
                <a:gd name="connsiteY12188" fmla="*/ 1201579 h 2495550"/>
                <a:gd name="connsiteX12189" fmla="*/ 2493074 w 3219450"/>
                <a:gd name="connsiteY12189" fmla="*/ 1200722 h 2495550"/>
                <a:gd name="connsiteX12190" fmla="*/ 2492407 w 3219450"/>
                <a:gd name="connsiteY12190" fmla="*/ 1199769 h 2495550"/>
                <a:gd name="connsiteX12191" fmla="*/ 2493074 w 3219450"/>
                <a:gd name="connsiteY12191" fmla="*/ 1198626 h 2495550"/>
                <a:gd name="connsiteX12192" fmla="*/ 2492312 w 3219450"/>
                <a:gd name="connsiteY12192" fmla="*/ 1197769 h 2495550"/>
                <a:gd name="connsiteX12193" fmla="*/ 2490883 w 3219450"/>
                <a:gd name="connsiteY12193" fmla="*/ 1197293 h 2495550"/>
                <a:gd name="connsiteX12194" fmla="*/ 2489740 w 3219450"/>
                <a:gd name="connsiteY12194" fmla="*/ 1197102 h 2495550"/>
                <a:gd name="connsiteX12195" fmla="*/ 2489073 w 3219450"/>
                <a:gd name="connsiteY12195" fmla="*/ 1197197 h 2495550"/>
                <a:gd name="connsiteX12196" fmla="*/ 2488026 w 3219450"/>
                <a:gd name="connsiteY12196" fmla="*/ 1197864 h 2495550"/>
                <a:gd name="connsiteX12197" fmla="*/ 2487549 w 3219450"/>
                <a:gd name="connsiteY12197" fmla="*/ 1197959 h 2495550"/>
                <a:gd name="connsiteX12198" fmla="*/ 2486787 w 3219450"/>
                <a:gd name="connsiteY12198" fmla="*/ 1197864 h 2495550"/>
                <a:gd name="connsiteX12199" fmla="*/ 2484882 w 3219450"/>
                <a:gd name="connsiteY12199" fmla="*/ 1197007 h 2495550"/>
                <a:gd name="connsiteX12200" fmla="*/ 2482406 w 3219450"/>
                <a:gd name="connsiteY12200" fmla="*/ 1196721 h 2495550"/>
                <a:gd name="connsiteX12201" fmla="*/ 2480691 w 3219450"/>
                <a:gd name="connsiteY12201" fmla="*/ 1197578 h 2495550"/>
                <a:gd name="connsiteX12202" fmla="*/ 2479072 w 3219450"/>
                <a:gd name="connsiteY12202" fmla="*/ 1198817 h 2495550"/>
                <a:gd name="connsiteX12203" fmla="*/ 2476977 w 3219450"/>
                <a:gd name="connsiteY12203" fmla="*/ 1199674 h 2495550"/>
                <a:gd name="connsiteX12204" fmla="*/ 2474786 w 3219450"/>
                <a:gd name="connsiteY12204" fmla="*/ 1200150 h 2495550"/>
                <a:gd name="connsiteX12205" fmla="*/ 2473262 w 3219450"/>
                <a:gd name="connsiteY12205" fmla="*/ 1201293 h 2495550"/>
                <a:gd name="connsiteX12206" fmla="*/ 2472786 w 3219450"/>
                <a:gd name="connsiteY12206" fmla="*/ 1201484 h 2495550"/>
                <a:gd name="connsiteX12207" fmla="*/ 2467928 w 3219450"/>
                <a:gd name="connsiteY12207" fmla="*/ 1202341 h 2495550"/>
                <a:gd name="connsiteX12208" fmla="*/ 2466880 w 3219450"/>
                <a:gd name="connsiteY12208" fmla="*/ 1203008 h 2495550"/>
                <a:gd name="connsiteX12209" fmla="*/ 2465165 w 3219450"/>
                <a:gd name="connsiteY12209" fmla="*/ 1204722 h 2495550"/>
                <a:gd name="connsiteX12210" fmla="*/ 2464118 w 3219450"/>
                <a:gd name="connsiteY12210" fmla="*/ 1205103 h 2495550"/>
                <a:gd name="connsiteX12211" fmla="*/ 2463832 w 3219450"/>
                <a:gd name="connsiteY12211" fmla="*/ 1205294 h 2495550"/>
                <a:gd name="connsiteX12212" fmla="*/ 2462879 w 3219450"/>
                <a:gd name="connsiteY12212" fmla="*/ 1205960 h 2495550"/>
                <a:gd name="connsiteX12213" fmla="*/ 2459927 w 3219450"/>
                <a:gd name="connsiteY12213" fmla="*/ 1206532 h 2495550"/>
                <a:gd name="connsiteX12214" fmla="*/ 2455069 w 3219450"/>
                <a:gd name="connsiteY12214" fmla="*/ 1206532 h 2495550"/>
                <a:gd name="connsiteX12215" fmla="*/ 2454878 w 3219450"/>
                <a:gd name="connsiteY12215" fmla="*/ 1206722 h 2495550"/>
                <a:gd name="connsiteX12216" fmla="*/ 2455260 w 3219450"/>
                <a:gd name="connsiteY12216" fmla="*/ 1207008 h 2495550"/>
                <a:gd name="connsiteX12217" fmla="*/ 2455926 w 3219450"/>
                <a:gd name="connsiteY12217" fmla="*/ 1207294 h 2495550"/>
                <a:gd name="connsiteX12218" fmla="*/ 2456593 w 3219450"/>
                <a:gd name="connsiteY12218" fmla="*/ 1207484 h 2495550"/>
                <a:gd name="connsiteX12219" fmla="*/ 2458212 w 3219450"/>
                <a:gd name="connsiteY12219" fmla="*/ 1207484 h 2495550"/>
                <a:gd name="connsiteX12220" fmla="*/ 2458974 w 3219450"/>
                <a:gd name="connsiteY12220" fmla="*/ 1207580 h 2495550"/>
                <a:gd name="connsiteX12221" fmla="*/ 2459641 w 3219450"/>
                <a:gd name="connsiteY12221" fmla="*/ 1207961 h 2495550"/>
                <a:gd name="connsiteX12222" fmla="*/ 2460498 w 3219450"/>
                <a:gd name="connsiteY12222" fmla="*/ 1210151 h 2495550"/>
                <a:gd name="connsiteX12223" fmla="*/ 2459165 w 3219450"/>
                <a:gd name="connsiteY12223" fmla="*/ 1212437 h 2495550"/>
                <a:gd name="connsiteX12224" fmla="*/ 2453354 w 3219450"/>
                <a:gd name="connsiteY12224" fmla="*/ 1218152 h 2495550"/>
                <a:gd name="connsiteX12225" fmla="*/ 2446592 w 3219450"/>
                <a:gd name="connsiteY12225" fmla="*/ 1222915 h 2495550"/>
                <a:gd name="connsiteX12226" fmla="*/ 2443925 w 3219450"/>
                <a:gd name="connsiteY12226" fmla="*/ 1224153 h 2495550"/>
                <a:gd name="connsiteX12227" fmla="*/ 2443353 w 3219450"/>
                <a:gd name="connsiteY12227" fmla="*/ 1224153 h 2495550"/>
                <a:gd name="connsiteX12228" fmla="*/ 2442877 w 3219450"/>
                <a:gd name="connsiteY12228" fmla="*/ 1224725 h 2495550"/>
                <a:gd name="connsiteX12229" fmla="*/ 2439734 w 3219450"/>
                <a:gd name="connsiteY12229" fmla="*/ 1226630 h 2495550"/>
                <a:gd name="connsiteX12230" fmla="*/ 2437257 w 3219450"/>
                <a:gd name="connsiteY12230" fmla="*/ 1227582 h 2495550"/>
                <a:gd name="connsiteX12231" fmla="*/ 2436019 w 3219450"/>
                <a:gd name="connsiteY12231" fmla="*/ 1228249 h 2495550"/>
                <a:gd name="connsiteX12232" fmla="*/ 2435352 w 3219450"/>
                <a:gd name="connsiteY12232" fmla="*/ 1229297 h 2495550"/>
                <a:gd name="connsiteX12233" fmla="*/ 2436305 w 3219450"/>
                <a:gd name="connsiteY12233" fmla="*/ 1230725 h 2495550"/>
                <a:gd name="connsiteX12234" fmla="*/ 2437543 w 3219450"/>
                <a:gd name="connsiteY12234" fmla="*/ 1233202 h 2495550"/>
                <a:gd name="connsiteX12235" fmla="*/ 2438114 w 3219450"/>
                <a:gd name="connsiteY12235" fmla="*/ 1235488 h 2495550"/>
                <a:gd name="connsiteX12236" fmla="*/ 2437067 w 3219450"/>
                <a:gd name="connsiteY12236" fmla="*/ 1236536 h 2495550"/>
                <a:gd name="connsiteX12237" fmla="*/ 2432590 w 3219450"/>
                <a:gd name="connsiteY12237" fmla="*/ 1240060 h 2495550"/>
                <a:gd name="connsiteX12238" fmla="*/ 2431923 w 3219450"/>
                <a:gd name="connsiteY12238" fmla="*/ 1240917 h 2495550"/>
                <a:gd name="connsiteX12239" fmla="*/ 2431447 w 3219450"/>
                <a:gd name="connsiteY12239" fmla="*/ 1241870 h 2495550"/>
                <a:gd name="connsiteX12240" fmla="*/ 2428589 w 3219450"/>
                <a:gd name="connsiteY12240" fmla="*/ 1242536 h 2495550"/>
                <a:gd name="connsiteX12241" fmla="*/ 2425637 w 3219450"/>
                <a:gd name="connsiteY12241" fmla="*/ 1242822 h 2495550"/>
                <a:gd name="connsiteX12242" fmla="*/ 2420493 w 3219450"/>
                <a:gd name="connsiteY12242" fmla="*/ 1242536 h 2495550"/>
                <a:gd name="connsiteX12243" fmla="*/ 2419160 w 3219450"/>
                <a:gd name="connsiteY12243" fmla="*/ 1242822 h 2495550"/>
                <a:gd name="connsiteX12244" fmla="*/ 2418398 w 3219450"/>
                <a:gd name="connsiteY12244" fmla="*/ 1242727 h 2495550"/>
                <a:gd name="connsiteX12245" fmla="*/ 2415826 w 3219450"/>
                <a:gd name="connsiteY12245" fmla="*/ 1243108 h 2495550"/>
                <a:gd name="connsiteX12246" fmla="*/ 2414016 w 3219450"/>
                <a:gd name="connsiteY12246" fmla="*/ 1243965 h 2495550"/>
                <a:gd name="connsiteX12247" fmla="*/ 2405920 w 3219450"/>
                <a:gd name="connsiteY12247" fmla="*/ 1242822 h 2495550"/>
                <a:gd name="connsiteX12248" fmla="*/ 2398490 w 3219450"/>
                <a:gd name="connsiteY12248" fmla="*/ 1240060 h 2495550"/>
                <a:gd name="connsiteX12249" fmla="*/ 2396871 w 3219450"/>
                <a:gd name="connsiteY12249" fmla="*/ 1238631 h 2495550"/>
                <a:gd name="connsiteX12250" fmla="*/ 2393919 w 3219450"/>
                <a:gd name="connsiteY12250" fmla="*/ 1236917 h 2495550"/>
                <a:gd name="connsiteX12251" fmla="*/ 2393061 w 3219450"/>
                <a:gd name="connsiteY12251" fmla="*/ 1235964 h 2495550"/>
                <a:gd name="connsiteX12252" fmla="*/ 2392395 w 3219450"/>
                <a:gd name="connsiteY12252" fmla="*/ 1234916 h 2495550"/>
                <a:gd name="connsiteX12253" fmla="*/ 2391632 w 3219450"/>
                <a:gd name="connsiteY12253" fmla="*/ 1234154 h 2495550"/>
                <a:gd name="connsiteX12254" fmla="*/ 2390394 w 3219450"/>
                <a:gd name="connsiteY12254" fmla="*/ 1233869 h 2495550"/>
                <a:gd name="connsiteX12255" fmla="*/ 2389442 w 3219450"/>
                <a:gd name="connsiteY12255" fmla="*/ 1233488 h 2495550"/>
                <a:gd name="connsiteX12256" fmla="*/ 2388870 w 3219450"/>
                <a:gd name="connsiteY12256" fmla="*/ 1232535 h 2495550"/>
                <a:gd name="connsiteX12257" fmla="*/ 2388203 w 3219450"/>
                <a:gd name="connsiteY12257" fmla="*/ 1229868 h 2495550"/>
                <a:gd name="connsiteX12258" fmla="*/ 2387918 w 3219450"/>
                <a:gd name="connsiteY12258" fmla="*/ 1227106 h 2495550"/>
                <a:gd name="connsiteX12259" fmla="*/ 2388585 w 3219450"/>
                <a:gd name="connsiteY12259" fmla="*/ 1217009 h 2495550"/>
                <a:gd name="connsiteX12260" fmla="*/ 2389061 w 3219450"/>
                <a:gd name="connsiteY12260" fmla="*/ 1214247 h 2495550"/>
                <a:gd name="connsiteX12261" fmla="*/ 2389156 w 3219450"/>
                <a:gd name="connsiteY12261" fmla="*/ 1212914 h 2495550"/>
                <a:gd name="connsiteX12262" fmla="*/ 2389537 w 3219450"/>
                <a:gd name="connsiteY12262" fmla="*/ 1211771 h 2495550"/>
                <a:gd name="connsiteX12263" fmla="*/ 2390394 w 3219450"/>
                <a:gd name="connsiteY12263" fmla="*/ 1210247 h 2495550"/>
                <a:gd name="connsiteX12264" fmla="*/ 2391347 w 3219450"/>
                <a:gd name="connsiteY12264" fmla="*/ 1208913 h 2495550"/>
                <a:gd name="connsiteX12265" fmla="*/ 2392109 w 3219450"/>
                <a:gd name="connsiteY12265" fmla="*/ 1206532 h 2495550"/>
                <a:gd name="connsiteX12266" fmla="*/ 2392204 w 3219450"/>
                <a:gd name="connsiteY12266" fmla="*/ 1205579 h 2495550"/>
                <a:gd name="connsiteX12267" fmla="*/ 2392680 w 3219450"/>
                <a:gd name="connsiteY12267" fmla="*/ 1204341 h 2495550"/>
                <a:gd name="connsiteX12268" fmla="*/ 2394395 w 3219450"/>
                <a:gd name="connsiteY12268" fmla="*/ 1203103 h 2495550"/>
                <a:gd name="connsiteX12269" fmla="*/ 2397062 w 3219450"/>
                <a:gd name="connsiteY12269" fmla="*/ 1203293 h 2495550"/>
                <a:gd name="connsiteX12270" fmla="*/ 2400681 w 3219450"/>
                <a:gd name="connsiteY12270" fmla="*/ 1205770 h 2495550"/>
                <a:gd name="connsiteX12271" fmla="*/ 2402205 w 3219450"/>
                <a:gd name="connsiteY12271" fmla="*/ 1207484 h 2495550"/>
                <a:gd name="connsiteX12272" fmla="*/ 2404205 w 3219450"/>
                <a:gd name="connsiteY12272" fmla="*/ 1207675 h 2495550"/>
                <a:gd name="connsiteX12273" fmla="*/ 2404396 w 3219450"/>
                <a:gd name="connsiteY12273" fmla="*/ 1204722 h 2495550"/>
                <a:gd name="connsiteX12274" fmla="*/ 2403539 w 3219450"/>
                <a:gd name="connsiteY12274" fmla="*/ 1201198 h 2495550"/>
                <a:gd name="connsiteX12275" fmla="*/ 2401634 w 3219450"/>
                <a:gd name="connsiteY12275" fmla="*/ 1199007 h 2495550"/>
                <a:gd name="connsiteX12276" fmla="*/ 2398967 w 3219450"/>
                <a:gd name="connsiteY12276" fmla="*/ 1197578 h 2495550"/>
                <a:gd name="connsiteX12277" fmla="*/ 2396966 w 3219450"/>
                <a:gd name="connsiteY12277" fmla="*/ 1195673 h 2495550"/>
                <a:gd name="connsiteX12278" fmla="*/ 2395633 w 3219450"/>
                <a:gd name="connsiteY12278" fmla="*/ 1191673 h 2495550"/>
                <a:gd name="connsiteX12279" fmla="*/ 2393347 w 3219450"/>
                <a:gd name="connsiteY12279" fmla="*/ 1189292 h 2495550"/>
                <a:gd name="connsiteX12280" fmla="*/ 2390585 w 3219450"/>
                <a:gd name="connsiteY12280" fmla="*/ 1188244 h 2495550"/>
                <a:gd name="connsiteX12281" fmla="*/ 2389346 w 3219450"/>
                <a:gd name="connsiteY12281" fmla="*/ 1186053 h 2495550"/>
                <a:gd name="connsiteX12282" fmla="*/ 2388394 w 3219450"/>
                <a:gd name="connsiteY12282" fmla="*/ 1183577 h 2495550"/>
                <a:gd name="connsiteX12283" fmla="*/ 2387632 w 3219450"/>
                <a:gd name="connsiteY12283" fmla="*/ 1182529 h 2495550"/>
                <a:gd name="connsiteX12284" fmla="*/ 2386775 w 3219450"/>
                <a:gd name="connsiteY12284" fmla="*/ 1181957 h 2495550"/>
                <a:gd name="connsiteX12285" fmla="*/ 2388108 w 3219450"/>
                <a:gd name="connsiteY12285" fmla="*/ 1179290 h 2495550"/>
                <a:gd name="connsiteX12286" fmla="*/ 2385346 w 3219450"/>
                <a:gd name="connsiteY12286" fmla="*/ 1177576 h 2495550"/>
                <a:gd name="connsiteX12287" fmla="*/ 2382298 w 3219450"/>
                <a:gd name="connsiteY12287" fmla="*/ 1175576 h 2495550"/>
                <a:gd name="connsiteX12288" fmla="*/ 2381536 w 3219450"/>
                <a:gd name="connsiteY12288" fmla="*/ 1175671 h 2495550"/>
                <a:gd name="connsiteX12289" fmla="*/ 2380488 w 3219450"/>
                <a:gd name="connsiteY12289" fmla="*/ 1175671 h 2495550"/>
                <a:gd name="connsiteX12290" fmla="*/ 2378107 w 3219450"/>
                <a:gd name="connsiteY12290" fmla="*/ 1175480 h 2495550"/>
                <a:gd name="connsiteX12291" fmla="*/ 2372582 w 3219450"/>
                <a:gd name="connsiteY12291" fmla="*/ 1176147 h 2495550"/>
                <a:gd name="connsiteX12292" fmla="*/ 2370487 w 3219450"/>
                <a:gd name="connsiteY12292" fmla="*/ 1177481 h 2495550"/>
                <a:gd name="connsiteX12293" fmla="*/ 2369630 w 3219450"/>
                <a:gd name="connsiteY12293" fmla="*/ 1178433 h 2495550"/>
                <a:gd name="connsiteX12294" fmla="*/ 2368772 w 3219450"/>
                <a:gd name="connsiteY12294" fmla="*/ 1179862 h 2495550"/>
                <a:gd name="connsiteX12295" fmla="*/ 2368201 w 3219450"/>
                <a:gd name="connsiteY12295" fmla="*/ 1180529 h 2495550"/>
                <a:gd name="connsiteX12296" fmla="*/ 2367629 w 3219450"/>
                <a:gd name="connsiteY12296" fmla="*/ 1180814 h 2495550"/>
                <a:gd name="connsiteX12297" fmla="*/ 2367344 w 3219450"/>
                <a:gd name="connsiteY12297" fmla="*/ 1181005 h 2495550"/>
                <a:gd name="connsiteX12298" fmla="*/ 2366963 w 3219450"/>
                <a:gd name="connsiteY12298" fmla="*/ 1181291 h 2495550"/>
                <a:gd name="connsiteX12299" fmla="*/ 2366582 w 3219450"/>
                <a:gd name="connsiteY12299" fmla="*/ 1181386 h 2495550"/>
                <a:gd name="connsiteX12300" fmla="*/ 2366105 w 3219450"/>
                <a:gd name="connsiteY12300" fmla="*/ 1181100 h 2495550"/>
                <a:gd name="connsiteX12301" fmla="*/ 2364962 w 3219450"/>
                <a:gd name="connsiteY12301" fmla="*/ 1180052 h 2495550"/>
                <a:gd name="connsiteX12302" fmla="*/ 2364010 w 3219450"/>
                <a:gd name="connsiteY12302" fmla="*/ 1179671 h 2495550"/>
                <a:gd name="connsiteX12303" fmla="*/ 2362867 w 3219450"/>
                <a:gd name="connsiteY12303" fmla="*/ 1179100 h 2495550"/>
                <a:gd name="connsiteX12304" fmla="*/ 2361629 w 3219450"/>
                <a:gd name="connsiteY12304" fmla="*/ 1178719 h 2495550"/>
                <a:gd name="connsiteX12305" fmla="*/ 2360295 w 3219450"/>
                <a:gd name="connsiteY12305" fmla="*/ 1178433 h 2495550"/>
                <a:gd name="connsiteX12306" fmla="*/ 2354390 w 3219450"/>
                <a:gd name="connsiteY12306" fmla="*/ 1177385 h 2495550"/>
                <a:gd name="connsiteX12307" fmla="*/ 2349341 w 3219450"/>
                <a:gd name="connsiteY12307" fmla="*/ 1176242 h 2495550"/>
                <a:gd name="connsiteX12308" fmla="*/ 2345627 w 3219450"/>
                <a:gd name="connsiteY12308" fmla="*/ 1176433 h 2495550"/>
                <a:gd name="connsiteX12309" fmla="*/ 2344198 w 3219450"/>
                <a:gd name="connsiteY12309" fmla="*/ 1175766 h 2495550"/>
                <a:gd name="connsiteX12310" fmla="*/ 2343627 w 3219450"/>
                <a:gd name="connsiteY12310" fmla="*/ 1176052 h 2495550"/>
                <a:gd name="connsiteX12311" fmla="*/ 2342960 w 3219450"/>
                <a:gd name="connsiteY12311" fmla="*/ 1176433 h 2495550"/>
                <a:gd name="connsiteX12312" fmla="*/ 2342388 w 3219450"/>
                <a:gd name="connsiteY12312" fmla="*/ 1176623 h 2495550"/>
                <a:gd name="connsiteX12313" fmla="*/ 2342198 w 3219450"/>
                <a:gd name="connsiteY12313" fmla="*/ 1176528 h 2495550"/>
                <a:gd name="connsiteX12314" fmla="*/ 2341340 w 3219450"/>
                <a:gd name="connsiteY12314" fmla="*/ 1176338 h 2495550"/>
                <a:gd name="connsiteX12315" fmla="*/ 2340674 w 3219450"/>
                <a:gd name="connsiteY12315" fmla="*/ 1175671 h 2495550"/>
                <a:gd name="connsiteX12316" fmla="*/ 2340960 w 3219450"/>
                <a:gd name="connsiteY12316" fmla="*/ 1175195 h 2495550"/>
                <a:gd name="connsiteX12317" fmla="*/ 2340769 w 3219450"/>
                <a:gd name="connsiteY12317" fmla="*/ 1174337 h 2495550"/>
                <a:gd name="connsiteX12318" fmla="*/ 2339912 w 3219450"/>
                <a:gd name="connsiteY12318" fmla="*/ 1173861 h 2495550"/>
                <a:gd name="connsiteX12319" fmla="*/ 2338293 w 3219450"/>
                <a:gd name="connsiteY12319" fmla="*/ 1172813 h 2495550"/>
                <a:gd name="connsiteX12320" fmla="*/ 2337340 w 3219450"/>
                <a:gd name="connsiteY12320" fmla="*/ 1172718 h 2495550"/>
                <a:gd name="connsiteX12321" fmla="*/ 2336769 w 3219450"/>
                <a:gd name="connsiteY12321" fmla="*/ 1173004 h 2495550"/>
                <a:gd name="connsiteX12322" fmla="*/ 2336006 w 3219450"/>
                <a:gd name="connsiteY12322" fmla="*/ 1171956 h 2495550"/>
                <a:gd name="connsiteX12323" fmla="*/ 2334863 w 3219450"/>
                <a:gd name="connsiteY12323" fmla="*/ 1170432 h 2495550"/>
                <a:gd name="connsiteX12324" fmla="*/ 2332673 w 3219450"/>
                <a:gd name="connsiteY12324" fmla="*/ 1169575 h 2495550"/>
                <a:gd name="connsiteX12325" fmla="*/ 2329339 w 3219450"/>
                <a:gd name="connsiteY12325" fmla="*/ 1167956 h 2495550"/>
                <a:gd name="connsiteX12326" fmla="*/ 2327624 w 3219450"/>
                <a:gd name="connsiteY12326" fmla="*/ 1166431 h 2495550"/>
                <a:gd name="connsiteX12327" fmla="*/ 2322957 w 3219450"/>
                <a:gd name="connsiteY12327" fmla="*/ 1160812 h 2495550"/>
                <a:gd name="connsiteX12328" fmla="*/ 2320386 w 3219450"/>
                <a:gd name="connsiteY12328" fmla="*/ 1156240 h 2495550"/>
                <a:gd name="connsiteX12329" fmla="*/ 2315813 w 3219450"/>
                <a:gd name="connsiteY12329" fmla="*/ 1146905 h 2495550"/>
                <a:gd name="connsiteX12330" fmla="*/ 2315052 w 3219450"/>
                <a:gd name="connsiteY12330" fmla="*/ 1145000 h 2495550"/>
                <a:gd name="connsiteX12331" fmla="*/ 2313908 w 3219450"/>
                <a:gd name="connsiteY12331" fmla="*/ 1144429 h 2495550"/>
                <a:gd name="connsiteX12332" fmla="*/ 2314385 w 3219450"/>
                <a:gd name="connsiteY12332" fmla="*/ 1142905 h 2495550"/>
                <a:gd name="connsiteX12333" fmla="*/ 2314766 w 3219450"/>
                <a:gd name="connsiteY12333" fmla="*/ 1141952 h 2495550"/>
                <a:gd name="connsiteX12334" fmla="*/ 2314575 w 3219450"/>
                <a:gd name="connsiteY12334" fmla="*/ 1140905 h 2495550"/>
                <a:gd name="connsiteX12335" fmla="*/ 2314670 w 3219450"/>
                <a:gd name="connsiteY12335" fmla="*/ 1139666 h 2495550"/>
                <a:gd name="connsiteX12336" fmla="*/ 2315432 w 3219450"/>
                <a:gd name="connsiteY12336" fmla="*/ 1138142 h 2495550"/>
                <a:gd name="connsiteX12337" fmla="*/ 2315623 w 3219450"/>
                <a:gd name="connsiteY12337" fmla="*/ 1134142 h 2495550"/>
                <a:gd name="connsiteX12338" fmla="*/ 2315718 w 3219450"/>
                <a:gd name="connsiteY12338" fmla="*/ 1132904 h 2495550"/>
                <a:gd name="connsiteX12339" fmla="*/ 2316004 w 3219450"/>
                <a:gd name="connsiteY12339" fmla="*/ 1131665 h 2495550"/>
                <a:gd name="connsiteX12340" fmla="*/ 2322576 w 3219450"/>
                <a:gd name="connsiteY12340" fmla="*/ 1120235 h 2495550"/>
                <a:gd name="connsiteX12341" fmla="*/ 2322386 w 3219450"/>
                <a:gd name="connsiteY12341" fmla="*/ 1120045 h 2495550"/>
                <a:gd name="connsiteX12342" fmla="*/ 2322290 w 3219450"/>
                <a:gd name="connsiteY12342" fmla="*/ 1119950 h 2495550"/>
                <a:gd name="connsiteX12343" fmla="*/ 2322195 w 3219450"/>
                <a:gd name="connsiteY12343" fmla="*/ 1119378 h 2495550"/>
                <a:gd name="connsiteX12344" fmla="*/ 2323624 w 3219450"/>
                <a:gd name="connsiteY12344" fmla="*/ 1120140 h 2495550"/>
                <a:gd name="connsiteX12345" fmla="*/ 2324386 w 3219450"/>
                <a:gd name="connsiteY12345" fmla="*/ 1120235 h 2495550"/>
                <a:gd name="connsiteX12346" fmla="*/ 2326101 w 3219450"/>
                <a:gd name="connsiteY12346" fmla="*/ 1120331 h 2495550"/>
                <a:gd name="connsiteX12347" fmla="*/ 2326005 w 3219450"/>
                <a:gd name="connsiteY12347" fmla="*/ 1119092 h 2495550"/>
                <a:gd name="connsiteX12348" fmla="*/ 2325624 w 3219450"/>
                <a:gd name="connsiteY12348" fmla="*/ 1117283 h 2495550"/>
                <a:gd name="connsiteX12349" fmla="*/ 2325148 w 3219450"/>
                <a:gd name="connsiteY12349" fmla="*/ 1116044 h 2495550"/>
                <a:gd name="connsiteX12350" fmla="*/ 2324862 w 3219450"/>
                <a:gd name="connsiteY12350" fmla="*/ 1114520 h 2495550"/>
                <a:gd name="connsiteX12351" fmla="*/ 2324100 w 3219450"/>
                <a:gd name="connsiteY12351" fmla="*/ 1113854 h 2495550"/>
                <a:gd name="connsiteX12352" fmla="*/ 2323529 w 3219450"/>
                <a:gd name="connsiteY12352" fmla="*/ 1113187 h 2495550"/>
                <a:gd name="connsiteX12353" fmla="*/ 2323053 w 3219450"/>
                <a:gd name="connsiteY12353" fmla="*/ 1112901 h 2495550"/>
                <a:gd name="connsiteX12354" fmla="*/ 2322862 w 3219450"/>
                <a:gd name="connsiteY12354" fmla="*/ 1111663 h 2495550"/>
                <a:gd name="connsiteX12355" fmla="*/ 2324005 w 3219450"/>
                <a:gd name="connsiteY12355" fmla="*/ 1112044 h 2495550"/>
                <a:gd name="connsiteX12356" fmla="*/ 2325053 w 3219450"/>
                <a:gd name="connsiteY12356" fmla="*/ 1111472 h 2495550"/>
                <a:gd name="connsiteX12357" fmla="*/ 2327910 w 3219450"/>
                <a:gd name="connsiteY12357" fmla="*/ 1108996 h 2495550"/>
                <a:gd name="connsiteX12358" fmla="*/ 2331815 w 3219450"/>
                <a:gd name="connsiteY12358" fmla="*/ 1105662 h 2495550"/>
                <a:gd name="connsiteX12359" fmla="*/ 2334197 w 3219450"/>
                <a:gd name="connsiteY12359" fmla="*/ 1104900 h 2495550"/>
                <a:gd name="connsiteX12360" fmla="*/ 2336483 w 3219450"/>
                <a:gd name="connsiteY12360" fmla="*/ 1104614 h 2495550"/>
                <a:gd name="connsiteX12361" fmla="*/ 2339340 w 3219450"/>
                <a:gd name="connsiteY12361" fmla="*/ 1104329 h 2495550"/>
                <a:gd name="connsiteX12362" fmla="*/ 2340293 w 3219450"/>
                <a:gd name="connsiteY12362" fmla="*/ 1104424 h 2495550"/>
                <a:gd name="connsiteX12363" fmla="*/ 2342960 w 3219450"/>
                <a:gd name="connsiteY12363" fmla="*/ 1105567 h 2495550"/>
                <a:gd name="connsiteX12364" fmla="*/ 2345246 w 3219450"/>
                <a:gd name="connsiteY12364" fmla="*/ 1107567 h 2495550"/>
                <a:gd name="connsiteX12365" fmla="*/ 2346865 w 3219450"/>
                <a:gd name="connsiteY12365" fmla="*/ 1110139 h 2495550"/>
                <a:gd name="connsiteX12366" fmla="*/ 2347722 w 3219450"/>
                <a:gd name="connsiteY12366" fmla="*/ 1111853 h 2495550"/>
                <a:gd name="connsiteX12367" fmla="*/ 2348770 w 3219450"/>
                <a:gd name="connsiteY12367" fmla="*/ 1114139 h 2495550"/>
                <a:gd name="connsiteX12368" fmla="*/ 2350294 w 3219450"/>
                <a:gd name="connsiteY12368" fmla="*/ 1115759 h 2495550"/>
                <a:gd name="connsiteX12369" fmla="*/ 2352008 w 3219450"/>
                <a:gd name="connsiteY12369" fmla="*/ 1116425 h 2495550"/>
                <a:gd name="connsiteX12370" fmla="*/ 2353723 w 3219450"/>
                <a:gd name="connsiteY12370" fmla="*/ 1116616 h 2495550"/>
                <a:gd name="connsiteX12371" fmla="*/ 2355056 w 3219450"/>
                <a:gd name="connsiteY12371" fmla="*/ 1117283 h 2495550"/>
                <a:gd name="connsiteX12372" fmla="*/ 2356009 w 3219450"/>
                <a:gd name="connsiteY12372" fmla="*/ 1117283 h 2495550"/>
                <a:gd name="connsiteX12373" fmla="*/ 2356866 w 3219450"/>
                <a:gd name="connsiteY12373" fmla="*/ 1116521 h 2495550"/>
                <a:gd name="connsiteX12374" fmla="*/ 2357914 w 3219450"/>
                <a:gd name="connsiteY12374" fmla="*/ 1115949 h 2495550"/>
                <a:gd name="connsiteX12375" fmla="*/ 2359533 w 3219450"/>
                <a:gd name="connsiteY12375" fmla="*/ 1115092 h 2495550"/>
                <a:gd name="connsiteX12376" fmla="*/ 2362677 w 3219450"/>
                <a:gd name="connsiteY12376" fmla="*/ 1112711 h 2495550"/>
                <a:gd name="connsiteX12377" fmla="*/ 2363629 w 3219450"/>
                <a:gd name="connsiteY12377" fmla="*/ 1112425 h 2495550"/>
                <a:gd name="connsiteX12378" fmla="*/ 2364962 w 3219450"/>
                <a:gd name="connsiteY12378" fmla="*/ 1111472 h 2495550"/>
                <a:gd name="connsiteX12379" fmla="*/ 2365820 w 3219450"/>
                <a:gd name="connsiteY12379" fmla="*/ 1110901 h 2495550"/>
                <a:gd name="connsiteX12380" fmla="*/ 2365344 w 3219450"/>
                <a:gd name="connsiteY12380" fmla="*/ 1109948 h 2495550"/>
                <a:gd name="connsiteX12381" fmla="*/ 2365724 w 3219450"/>
                <a:gd name="connsiteY12381" fmla="*/ 1109281 h 2495550"/>
                <a:gd name="connsiteX12382" fmla="*/ 2367439 w 3219450"/>
                <a:gd name="connsiteY12382" fmla="*/ 1109472 h 2495550"/>
                <a:gd name="connsiteX12383" fmla="*/ 2368963 w 3219450"/>
                <a:gd name="connsiteY12383" fmla="*/ 1109377 h 2495550"/>
                <a:gd name="connsiteX12384" fmla="*/ 2370487 w 3219450"/>
                <a:gd name="connsiteY12384" fmla="*/ 1108520 h 2495550"/>
                <a:gd name="connsiteX12385" fmla="*/ 2372106 w 3219450"/>
                <a:gd name="connsiteY12385" fmla="*/ 1108615 h 2495550"/>
                <a:gd name="connsiteX12386" fmla="*/ 2374106 w 3219450"/>
                <a:gd name="connsiteY12386" fmla="*/ 1108996 h 2495550"/>
                <a:gd name="connsiteX12387" fmla="*/ 2376202 w 3219450"/>
                <a:gd name="connsiteY12387" fmla="*/ 1109377 h 2495550"/>
                <a:gd name="connsiteX12388" fmla="*/ 2378678 w 3219450"/>
                <a:gd name="connsiteY12388" fmla="*/ 1109281 h 2495550"/>
                <a:gd name="connsiteX12389" fmla="*/ 2379821 w 3219450"/>
                <a:gd name="connsiteY12389" fmla="*/ 1108996 h 2495550"/>
                <a:gd name="connsiteX12390" fmla="*/ 2380869 w 3219450"/>
                <a:gd name="connsiteY12390" fmla="*/ 1108234 h 2495550"/>
                <a:gd name="connsiteX12391" fmla="*/ 2382107 w 3219450"/>
                <a:gd name="connsiteY12391" fmla="*/ 1107472 h 2495550"/>
                <a:gd name="connsiteX12392" fmla="*/ 2383060 w 3219450"/>
                <a:gd name="connsiteY12392" fmla="*/ 1105281 h 2495550"/>
                <a:gd name="connsiteX12393" fmla="*/ 2383822 w 3219450"/>
                <a:gd name="connsiteY12393" fmla="*/ 1104900 h 2495550"/>
                <a:gd name="connsiteX12394" fmla="*/ 2383727 w 3219450"/>
                <a:gd name="connsiteY12394" fmla="*/ 1105852 h 2495550"/>
                <a:gd name="connsiteX12395" fmla="*/ 2384489 w 3219450"/>
                <a:gd name="connsiteY12395" fmla="*/ 1106900 h 2495550"/>
                <a:gd name="connsiteX12396" fmla="*/ 2384203 w 3219450"/>
                <a:gd name="connsiteY12396" fmla="*/ 1107758 h 2495550"/>
                <a:gd name="connsiteX12397" fmla="*/ 2385346 w 3219450"/>
                <a:gd name="connsiteY12397" fmla="*/ 1107472 h 2495550"/>
                <a:gd name="connsiteX12398" fmla="*/ 2387632 w 3219450"/>
                <a:gd name="connsiteY12398" fmla="*/ 1106424 h 2495550"/>
                <a:gd name="connsiteX12399" fmla="*/ 2388870 w 3219450"/>
                <a:gd name="connsiteY12399" fmla="*/ 1106329 h 2495550"/>
                <a:gd name="connsiteX12400" fmla="*/ 2388108 w 3219450"/>
                <a:gd name="connsiteY12400" fmla="*/ 1106710 h 2495550"/>
                <a:gd name="connsiteX12401" fmla="*/ 2387822 w 3219450"/>
                <a:gd name="connsiteY12401" fmla="*/ 1107281 h 2495550"/>
                <a:gd name="connsiteX12402" fmla="*/ 2387632 w 3219450"/>
                <a:gd name="connsiteY12402" fmla="*/ 1107948 h 2495550"/>
                <a:gd name="connsiteX12403" fmla="*/ 2387346 w 3219450"/>
                <a:gd name="connsiteY12403" fmla="*/ 1108615 h 2495550"/>
                <a:gd name="connsiteX12404" fmla="*/ 2386775 w 3219450"/>
                <a:gd name="connsiteY12404" fmla="*/ 1109091 h 2495550"/>
                <a:gd name="connsiteX12405" fmla="*/ 2384774 w 3219450"/>
                <a:gd name="connsiteY12405" fmla="*/ 1110425 h 2495550"/>
                <a:gd name="connsiteX12406" fmla="*/ 2384774 w 3219450"/>
                <a:gd name="connsiteY12406" fmla="*/ 1110901 h 2495550"/>
                <a:gd name="connsiteX12407" fmla="*/ 2385632 w 3219450"/>
                <a:gd name="connsiteY12407" fmla="*/ 1110806 h 2495550"/>
                <a:gd name="connsiteX12408" fmla="*/ 2386489 w 3219450"/>
                <a:gd name="connsiteY12408" fmla="*/ 1110425 h 2495550"/>
                <a:gd name="connsiteX12409" fmla="*/ 2387251 w 3219450"/>
                <a:gd name="connsiteY12409" fmla="*/ 1109853 h 2495550"/>
                <a:gd name="connsiteX12410" fmla="*/ 2390013 w 3219450"/>
                <a:gd name="connsiteY12410" fmla="*/ 1107091 h 2495550"/>
                <a:gd name="connsiteX12411" fmla="*/ 2391156 w 3219450"/>
                <a:gd name="connsiteY12411" fmla="*/ 1106424 h 2495550"/>
                <a:gd name="connsiteX12412" fmla="*/ 2392395 w 3219450"/>
                <a:gd name="connsiteY12412" fmla="*/ 1104900 h 2495550"/>
                <a:gd name="connsiteX12413" fmla="*/ 2393633 w 3219450"/>
                <a:gd name="connsiteY12413" fmla="*/ 1103662 h 2495550"/>
                <a:gd name="connsiteX12414" fmla="*/ 2395252 w 3219450"/>
                <a:gd name="connsiteY12414" fmla="*/ 1101662 h 2495550"/>
                <a:gd name="connsiteX12415" fmla="*/ 2397157 w 3219450"/>
                <a:gd name="connsiteY12415" fmla="*/ 1099376 h 2495550"/>
                <a:gd name="connsiteX12416" fmla="*/ 2400110 w 3219450"/>
                <a:gd name="connsiteY12416" fmla="*/ 1095280 h 2495550"/>
                <a:gd name="connsiteX12417" fmla="*/ 2401062 w 3219450"/>
                <a:gd name="connsiteY12417" fmla="*/ 1094708 h 2495550"/>
                <a:gd name="connsiteX12418" fmla="*/ 2402301 w 3219450"/>
                <a:gd name="connsiteY12418" fmla="*/ 1095089 h 2495550"/>
                <a:gd name="connsiteX12419" fmla="*/ 2403824 w 3219450"/>
                <a:gd name="connsiteY12419" fmla="*/ 1094518 h 2495550"/>
                <a:gd name="connsiteX12420" fmla="*/ 2405063 w 3219450"/>
                <a:gd name="connsiteY12420" fmla="*/ 1093280 h 2495550"/>
                <a:gd name="connsiteX12421" fmla="*/ 2405920 w 3219450"/>
                <a:gd name="connsiteY12421" fmla="*/ 1091375 h 2495550"/>
                <a:gd name="connsiteX12422" fmla="*/ 2406396 w 3219450"/>
                <a:gd name="connsiteY12422" fmla="*/ 1089946 h 2495550"/>
                <a:gd name="connsiteX12423" fmla="*/ 2406015 w 3219450"/>
                <a:gd name="connsiteY12423" fmla="*/ 1088422 h 2495550"/>
                <a:gd name="connsiteX12424" fmla="*/ 2404586 w 3219450"/>
                <a:gd name="connsiteY12424" fmla="*/ 1086136 h 2495550"/>
                <a:gd name="connsiteX12425" fmla="*/ 2403824 w 3219450"/>
                <a:gd name="connsiteY12425" fmla="*/ 1085850 h 2495550"/>
                <a:gd name="connsiteX12426" fmla="*/ 2404110 w 3219450"/>
                <a:gd name="connsiteY12426" fmla="*/ 1082993 h 2495550"/>
                <a:gd name="connsiteX12427" fmla="*/ 2405158 w 3219450"/>
                <a:gd name="connsiteY12427" fmla="*/ 1080230 h 2495550"/>
                <a:gd name="connsiteX12428" fmla="*/ 2404586 w 3219450"/>
                <a:gd name="connsiteY12428" fmla="*/ 1079849 h 2495550"/>
                <a:gd name="connsiteX12429" fmla="*/ 2404205 w 3219450"/>
                <a:gd name="connsiteY12429" fmla="*/ 1080040 h 2495550"/>
                <a:gd name="connsiteX12430" fmla="*/ 2403158 w 3219450"/>
                <a:gd name="connsiteY12430" fmla="*/ 1082231 h 2495550"/>
                <a:gd name="connsiteX12431" fmla="*/ 2402491 w 3219450"/>
                <a:gd name="connsiteY12431" fmla="*/ 1082897 h 2495550"/>
                <a:gd name="connsiteX12432" fmla="*/ 2402586 w 3219450"/>
                <a:gd name="connsiteY12432" fmla="*/ 1082231 h 2495550"/>
                <a:gd name="connsiteX12433" fmla="*/ 2402777 w 3219450"/>
                <a:gd name="connsiteY12433" fmla="*/ 1081659 h 2495550"/>
                <a:gd name="connsiteX12434" fmla="*/ 2402967 w 3219450"/>
                <a:gd name="connsiteY12434" fmla="*/ 1081088 h 2495550"/>
                <a:gd name="connsiteX12435" fmla="*/ 2403253 w 3219450"/>
                <a:gd name="connsiteY12435" fmla="*/ 1080516 h 2495550"/>
                <a:gd name="connsiteX12436" fmla="*/ 2402681 w 3219450"/>
                <a:gd name="connsiteY12436" fmla="*/ 1080802 h 2495550"/>
                <a:gd name="connsiteX12437" fmla="*/ 2401443 w 3219450"/>
                <a:gd name="connsiteY12437" fmla="*/ 1081850 h 2495550"/>
                <a:gd name="connsiteX12438" fmla="*/ 2401443 w 3219450"/>
                <a:gd name="connsiteY12438" fmla="*/ 1080516 h 2495550"/>
                <a:gd name="connsiteX12439" fmla="*/ 2402205 w 3219450"/>
                <a:gd name="connsiteY12439" fmla="*/ 1079468 h 2495550"/>
                <a:gd name="connsiteX12440" fmla="*/ 2403348 w 3219450"/>
                <a:gd name="connsiteY12440" fmla="*/ 1078802 h 2495550"/>
                <a:gd name="connsiteX12441" fmla="*/ 2404491 w 3219450"/>
                <a:gd name="connsiteY12441" fmla="*/ 1078516 h 2495550"/>
                <a:gd name="connsiteX12442" fmla="*/ 2405158 w 3219450"/>
                <a:gd name="connsiteY12442" fmla="*/ 1078611 h 2495550"/>
                <a:gd name="connsiteX12443" fmla="*/ 2405348 w 3219450"/>
                <a:gd name="connsiteY12443" fmla="*/ 1078706 h 2495550"/>
                <a:gd name="connsiteX12444" fmla="*/ 2406301 w 3219450"/>
                <a:gd name="connsiteY12444" fmla="*/ 1077182 h 2495550"/>
                <a:gd name="connsiteX12445" fmla="*/ 2406872 w 3219450"/>
                <a:gd name="connsiteY12445" fmla="*/ 1075563 h 2495550"/>
                <a:gd name="connsiteX12446" fmla="*/ 2408206 w 3219450"/>
                <a:gd name="connsiteY12446" fmla="*/ 1070515 h 2495550"/>
                <a:gd name="connsiteX12447" fmla="*/ 2408778 w 3219450"/>
                <a:gd name="connsiteY12447" fmla="*/ 1069372 h 2495550"/>
                <a:gd name="connsiteX12448" fmla="*/ 2409063 w 3219450"/>
                <a:gd name="connsiteY12448" fmla="*/ 1069086 h 2495550"/>
                <a:gd name="connsiteX12449" fmla="*/ 2409730 w 3219450"/>
                <a:gd name="connsiteY12449" fmla="*/ 1068229 h 2495550"/>
                <a:gd name="connsiteX12450" fmla="*/ 2410682 w 3219450"/>
                <a:gd name="connsiteY12450" fmla="*/ 1067467 h 2495550"/>
                <a:gd name="connsiteX12451" fmla="*/ 2412016 w 3219450"/>
                <a:gd name="connsiteY12451" fmla="*/ 1066229 h 2495550"/>
                <a:gd name="connsiteX12452" fmla="*/ 2412969 w 3219450"/>
                <a:gd name="connsiteY12452" fmla="*/ 1065086 h 2495550"/>
                <a:gd name="connsiteX12453" fmla="*/ 2414969 w 3219450"/>
                <a:gd name="connsiteY12453" fmla="*/ 1063752 h 2495550"/>
                <a:gd name="connsiteX12454" fmla="*/ 2416493 w 3219450"/>
                <a:gd name="connsiteY12454" fmla="*/ 1063847 h 2495550"/>
                <a:gd name="connsiteX12455" fmla="*/ 2418303 w 3219450"/>
                <a:gd name="connsiteY12455" fmla="*/ 1063752 h 2495550"/>
                <a:gd name="connsiteX12456" fmla="*/ 2418017 w 3219450"/>
                <a:gd name="connsiteY12456" fmla="*/ 1061942 h 2495550"/>
                <a:gd name="connsiteX12457" fmla="*/ 2417731 w 3219450"/>
                <a:gd name="connsiteY12457" fmla="*/ 1060799 h 2495550"/>
                <a:gd name="connsiteX12458" fmla="*/ 2418017 w 3219450"/>
                <a:gd name="connsiteY12458" fmla="*/ 1059847 h 2495550"/>
                <a:gd name="connsiteX12459" fmla="*/ 2418588 w 3219450"/>
                <a:gd name="connsiteY12459" fmla="*/ 1058513 h 2495550"/>
                <a:gd name="connsiteX12460" fmla="*/ 2419541 w 3219450"/>
                <a:gd name="connsiteY12460" fmla="*/ 1057942 h 2495550"/>
                <a:gd name="connsiteX12461" fmla="*/ 2420493 w 3219450"/>
                <a:gd name="connsiteY12461" fmla="*/ 1057561 h 2495550"/>
                <a:gd name="connsiteX12462" fmla="*/ 2422112 w 3219450"/>
                <a:gd name="connsiteY12462" fmla="*/ 1057370 h 2495550"/>
                <a:gd name="connsiteX12463" fmla="*/ 2423065 w 3219450"/>
                <a:gd name="connsiteY12463" fmla="*/ 1057085 h 2495550"/>
                <a:gd name="connsiteX12464" fmla="*/ 2425161 w 3219450"/>
                <a:gd name="connsiteY12464" fmla="*/ 1055561 h 2495550"/>
                <a:gd name="connsiteX12465" fmla="*/ 2427637 w 3219450"/>
                <a:gd name="connsiteY12465" fmla="*/ 1055370 h 2495550"/>
                <a:gd name="connsiteX12466" fmla="*/ 2429828 w 3219450"/>
                <a:gd name="connsiteY12466" fmla="*/ 1054132 h 2495550"/>
                <a:gd name="connsiteX12467" fmla="*/ 2431161 w 3219450"/>
                <a:gd name="connsiteY12467" fmla="*/ 1054227 h 2495550"/>
                <a:gd name="connsiteX12468" fmla="*/ 2432114 w 3219450"/>
                <a:gd name="connsiteY12468" fmla="*/ 1053370 h 2495550"/>
                <a:gd name="connsiteX12469" fmla="*/ 2433066 w 3219450"/>
                <a:gd name="connsiteY12469" fmla="*/ 1052703 h 2495550"/>
                <a:gd name="connsiteX12470" fmla="*/ 2435162 w 3219450"/>
                <a:gd name="connsiteY12470" fmla="*/ 1051751 h 2495550"/>
                <a:gd name="connsiteX12471" fmla="*/ 2436495 w 3219450"/>
                <a:gd name="connsiteY12471" fmla="*/ 1051179 h 2495550"/>
                <a:gd name="connsiteX12472" fmla="*/ 2438400 w 3219450"/>
                <a:gd name="connsiteY12472" fmla="*/ 1050989 h 2495550"/>
                <a:gd name="connsiteX12473" fmla="*/ 2438400 w 3219450"/>
                <a:gd name="connsiteY12473" fmla="*/ 1050131 h 2495550"/>
                <a:gd name="connsiteX12474" fmla="*/ 2438591 w 3219450"/>
                <a:gd name="connsiteY12474" fmla="*/ 1048417 h 2495550"/>
                <a:gd name="connsiteX12475" fmla="*/ 2440401 w 3219450"/>
                <a:gd name="connsiteY12475" fmla="*/ 1046988 h 2495550"/>
                <a:gd name="connsiteX12476" fmla="*/ 2449259 w 3219450"/>
                <a:gd name="connsiteY12476" fmla="*/ 1044035 h 2495550"/>
                <a:gd name="connsiteX12477" fmla="*/ 2451164 w 3219450"/>
                <a:gd name="connsiteY12477" fmla="*/ 1043273 h 2495550"/>
                <a:gd name="connsiteX12478" fmla="*/ 2452688 w 3219450"/>
                <a:gd name="connsiteY12478" fmla="*/ 1042416 h 2495550"/>
                <a:gd name="connsiteX12479" fmla="*/ 2452973 w 3219450"/>
                <a:gd name="connsiteY12479" fmla="*/ 1042226 h 2495550"/>
                <a:gd name="connsiteX12480" fmla="*/ 2453259 w 3219450"/>
                <a:gd name="connsiteY12480" fmla="*/ 1042226 h 2495550"/>
                <a:gd name="connsiteX12481" fmla="*/ 2454878 w 3219450"/>
                <a:gd name="connsiteY12481" fmla="*/ 1041654 h 2495550"/>
                <a:gd name="connsiteX12482" fmla="*/ 2456021 w 3219450"/>
                <a:gd name="connsiteY12482" fmla="*/ 1040987 h 2495550"/>
                <a:gd name="connsiteX12483" fmla="*/ 2456783 w 3219450"/>
                <a:gd name="connsiteY12483" fmla="*/ 1040797 h 2495550"/>
                <a:gd name="connsiteX12484" fmla="*/ 2458307 w 3219450"/>
                <a:gd name="connsiteY12484" fmla="*/ 1039654 h 2495550"/>
                <a:gd name="connsiteX12485" fmla="*/ 2459355 w 3219450"/>
                <a:gd name="connsiteY12485" fmla="*/ 1038511 h 2495550"/>
                <a:gd name="connsiteX12486" fmla="*/ 2460689 w 3219450"/>
                <a:gd name="connsiteY12486" fmla="*/ 1038035 h 2495550"/>
                <a:gd name="connsiteX12487" fmla="*/ 2461927 w 3219450"/>
                <a:gd name="connsiteY12487" fmla="*/ 1037749 h 2495550"/>
                <a:gd name="connsiteX12488" fmla="*/ 2463832 w 3219450"/>
                <a:gd name="connsiteY12488" fmla="*/ 1037558 h 2495550"/>
                <a:gd name="connsiteX12489" fmla="*/ 2466023 w 3219450"/>
                <a:gd name="connsiteY12489" fmla="*/ 1037558 h 2495550"/>
                <a:gd name="connsiteX12490" fmla="*/ 2466785 w 3219450"/>
                <a:gd name="connsiteY12490" fmla="*/ 1037082 h 2495550"/>
                <a:gd name="connsiteX12491" fmla="*/ 2467928 w 3219450"/>
                <a:gd name="connsiteY12491" fmla="*/ 1036130 h 2495550"/>
                <a:gd name="connsiteX12492" fmla="*/ 2468976 w 3219450"/>
                <a:gd name="connsiteY12492" fmla="*/ 1034987 h 2495550"/>
                <a:gd name="connsiteX12493" fmla="*/ 2469642 w 3219450"/>
                <a:gd name="connsiteY12493" fmla="*/ 1033748 h 2495550"/>
                <a:gd name="connsiteX12494" fmla="*/ 2469737 w 3219450"/>
                <a:gd name="connsiteY12494" fmla="*/ 1032034 h 2495550"/>
                <a:gd name="connsiteX12495" fmla="*/ 2469452 w 3219450"/>
                <a:gd name="connsiteY12495" fmla="*/ 1030796 h 2495550"/>
                <a:gd name="connsiteX12496" fmla="*/ 2469452 w 3219450"/>
                <a:gd name="connsiteY12496" fmla="*/ 1029748 h 2495550"/>
                <a:gd name="connsiteX12497" fmla="*/ 2469452 w 3219450"/>
                <a:gd name="connsiteY12497" fmla="*/ 1028414 h 2495550"/>
                <a:gd name="connsiteX12498" fmla="*/ 2471166 w 3219450"/>
                <a:gd name="connsiteY12498" fmla="*/ 1027271 h 2495550"/>
                <a:gd name="connsiteX12499" fmla="*/ 2472786 w 3219450"/>
                <a:gd name="connsiteY12499" fmla="*/ 1026605 h 2495550"/>
                <a:gd name="connsiteX12500" fmla="*/ 2474214 w 3219450"/>
                <a:gd name="connsiteY12500" fmla="*/ 1025652 h 2495550"/>
                <a:gd name="connsiteX12501" fmla="*/ 2474024 w 3219450"/>
                <a:gd name="connsiteY12501" fmla="*/ 1024509 h 2495550"/>
                <a:gd name="connsiteX12502" fmla="*/ 2472881 w 3219450"/>
                <a:gd name="connsiteY12502" fmla="*/ 1024795 h 2495550"/>
                <a:gd name="connsiteX12503" fmla="*/ 2471833 w 3219450"/>
                <a:gd name="connsiteY12503" fmla="*/ 1025081 h 2495550"/>
                <a:gd name="connsiteX12504" fmla="*/ 2471357 w 3219450"/>
                <a:gd name="connsiteY12504" fmla="*/ 1024604 h 2495550"/>
                <a:gd name="connsiteX12505" fmla="*/ 2471738 w 3219450"/>
                <a:gd name="connsiteY12505" fmla="*/ 1023271 h 2495550"/>
                <a:gd name="connsiteX12506" fmla="*/ 2472595 w 3219450"/>
                <a:gd name="connsiteY12506" fmla="*/ 1022699 h 2495550"/>
                <a:gd name="connsiteX12507" fmla="*/ 2473738 w 3219450"/>
                <a:gd name="connsiteY12507" fmla="*/ 1022509 h 2495550"/>
                <a:gd name="connsiteX12508" fmla="*/ 2474405 w 3219450"/>
                <a:gd name="connsiteY12508" fmla="*/ 1021937 h 2495550"/>
                <a:gd name="connsiteX12509" fmla="*/ 2474500 w 3219450"/>
                <a:gd name="connsiteY12509" fmla="*/ 1021271 h 2495550"/>
                <a:gd name="connsiteX12510" fmla="*/ 2474405 w 3219450"/>
                <a:gd name="connsiteY12510" fmla="*/ 1020032 h 2495550"/>
                <a:gd name="connsiteX12511" fmla="*/ 2474786 w 3219450"/>
                <a:gd name="connsiteY12511" fmla="*/ 1018985 h 2495550"/>
                <a:gd name="connsiteX12512" fmla="*/ 2475643 w 3219450"/>
                <a:gd name="connsiteY12512" fmla="*/ 1018318 h 2495550"/>
                <a:gd name="connsiteX12513" fmla="*/ 2476310 w 3219450"/>
                <a:gd name="connsiteY12513" fmla="*/ 1018223 h 2495550"/>
                <a:gd name="connsiteX12514" fmla="*/ 2477643 w 3219450"/>
                <a:gd name="connsiteY12514" fmla="*/ 1017651 h 2495550"/>
                <a:gd name="connsiteX12515" fmla="*/ 2478024 w 3219450"/>
                <a:gd name="connsiteY12515" fmla="*/ 1017175 h 2495550"/>
                <a:gd name="connsiteX12516" fmla="*/ 2478215 w 3219450"/>
                <a:gd name="connsiteY12516" fmla="*/ 1016318 h 2495550"/>
                <a:gd name="connsiteX12517" fmla="*/ 2478691 w 3219450"/>
                <a:gd name="connsiteY12517" fmla="*/ 1014984 h 2495550"/>
                <a:gd name="connsiteX12518" fmla="*/ 2479834 w 3219450"/>
                <a:gd name="connsiteY12518" fmla="*/ 1013936 h 2495550"/>
                <a:gd name="connsiteX12519" fmla="*/ 2483549 w 3219450"/>
                <a:gd name="connsiteY12519" fmla="*/ 1010603 h 2495550"/>
                <a:gd name="connsiteX12520" fmla="*/ 2484501 w 3219450"/>
                <a:gd name="connsiteY12520" fmla="*/ 1010222 h 2495550"/>
                <a:gd name="connsiteX12521" fmla="*/ 2484978 w 3219450"/>
                <a:gd name="connsiteY12521" fmla="*/ 1009650 h 2495550"/>
                <a:gd name="connsiteX12522" fmla="*/ 2485549 w 3219450"/>
                <a:gd name="connsiteY12522" fmla="*/ 1008317 h 2495550"/>
                <a:gd name="connsiteX12523" fmla="*/ 2485930 w 3219450"/>
                <a:gd name="connsiteY12523" fmla="*/ 1006793 h 2495550"/>
                <a:gd name="connsiteX12524" fmla="*/ 2486120 w 3219450"/>
                <a:gd name="connsiteY12524" fmla="*/ 1005650 h 2495550"/>
                <a:gd name="connsiteX12525" fmla="*/ 2486406 w 3219450"/>
                <a:gd name="connsiteY12525" fmla="*/ 1004507 h 2495550"/>
                <a:gd name="connsiteX12526" fmla="*/ 2487549 w 3219450"/>
                <a:gd name="connsiteY12526" fmla="*/ 1003840 h 2495550"/>
                <a:gd name="connsiteX12527" fmla="*/ 2488597 w 3219450"/>
                <a:gd name="connsiteY12527" fmla="*/ 1004126 h 2495550"/>
                <a:gd name="connsiteX12528" fmla="*/ 2489454 w 3219450"/>
                <a:gd name="connsiteY12528" fmla="*/ 1004030 h 2495550"/>
                <a:gd name="connsiteX12529" fmla="*/ 2490026 w 3219450"/>
                <a:gd name="connsiteY12529" fmla="*/ 1003745 h 2495550"/>
                <a:gd name="connsiteX12530" fmla="*/ 2491454 w 3219450"/>
                <a:gd name="connsiteY12530" fmla="*/ 1003459 h 2495550"/>
                <a:gd name="connsiteX12531" fmla="*/ 2492407 w 3219450"/>
                <a:gd name="connsiteY12531" fmla="*/ 1003364 h 2495550"/>
                <a:gd name="connsiteX12532" fmla="*/ 2493550 w 3219450"/>
                <a:gd name="connsiteY12532" fmla="*/ 1002125 h 2495550"/>
                <a:gd name="connsiteX12533" fmla="*/ 2495264 w 3219450"/>
                <a:gd name="connsiteY12533" fmla="*/ 1001744 h 2495550"/>
                <a:gd name="connsiteX12534" fmla="*/ 2496598 w 3219450"/>
                <a:gd name="connsiteY12534" fmla="*/ 1001459 h 2495550"/>
                <a:gd name="connsiteX12535" fmla="*/ 2496027 w 3219450"/>
                <a:gd name="connsiteY12535" fmla="*/ 1000697 h 2495550"/>
                <a:gd name="connsiteX12536" fmla="*/ 2495169 w 3219450"/>
                <a:gd name="connsiteY12536" fmla="*/ 1000316 h 2495550"/>
                <a:gd name="connsiteX12537" fmla="*/ 2494217 w 3219450"/>
                <a:gd name="connsiteY12537" fmla="*/ 1000125 h 2495550"/>
                <a:gd name="connsiteX12538" fmla="*/ 2493169 w 3219450"/>
                <a:gd name="connsiteY12538" fmla="*/ 1000220 h 2495550"/>
                <a:gd name="connsiteX12539" fmla="*/ 2492312 w 3219450"/>
                <a:gd name="connsiteY12539" fmla="*/ 1000030 h 2495550"/>
                <a:gd name="connsiteX12540" fmla="*/ 2492121 w 3219450"/>
                <a:gd name="connsiteY12540" fmla="*/ 998982 h 2495550"/>
                <a:gd name="connsiteX12541" fmla="*/ 2492502 w 3219450"/>
                <a:gd name="connsiteY12541" fmla="*/ 998220 h 2495550"/>
                <a:gd name="connsiteX12542" fmla="*/ 2493264 w 3219450"/>
                <a:gd name="connsiteY12542" fmla="*/ 997649 h 2495550"/>
                <a:gd name="connsiteX12543" fmla="*/ 2493836 w 3219450"/>
                <a:gd name="connsiteY12543" fmla="*/ 997077 h 2495550"/>
                <a:gd name="connsiteX12544" fmla="*/ 2493740 w 3219450"/>
                <a:gd name="connsiteY12544" fmla="*/ 996315 h 2495550"/>
                <a:gd name="connsiteX12545" fmla="*/ 2493550 w 3219450"/>
                <a:gd name="connsiteY12545" fmla="*/ 995458 h 2495550"/>
                <a:gd name="connsiteX12546" fmla="*/ 2493931 w 3219450"/>
                <a:gd name="connsiteY12546" fmla="*/ 994696 h 2495550"/>
                <a:gd name="connsiteX12547" fmla="*/ 2494503 w 3219450"/>
                <a:gd name="connsiteY12547" fmla="*/ 994124 h 2495550"/>
                <a:gd name="connsiteX12548" fmla="*/ 2494979 w 3219450"/>
                <a:gd name="connsiteY12548" fmla="*/ 993839 h 2495550"/>
                <a:gd name="connsiteX12549" fmla="*/ 2495741 w 3219450"/>
                <a:gd name="connsiteY12549" fmla="*/ 993743 h 2495550"/>
                <a:gd name="connsiteX12550" fmla="*/ 2497074 w 3219450"/>
                <a:gd name="connsiteY12550" fmla="*/ 994220 h 2495550"/>
                <a:gd name="connsiteX12551" fmla="*/ 2497741 w 3219450"/>
                <a:gd name="connsiteY12551" fmla="*/ 995077 h 2495550"/>
                <a:gd name="connsiteX12552" fmla="*/ 2498122 w 3219450"/>
                <a:gd name="connsiteY12552" fmla="*/ 996220 h 2495550"/>
                <a:gd name="connsiteX12553" fmla="*/ 2499074 w 3219450"/>
                <a:gd name="connsiteY12553" fmla="*/ 995839 h 2495550"/>
                <a:gd name="connsiteX12554" fmla="*/ 2498979 w 3219450"/>
                <a:gd name="connsiteY12554" fmla="*/ 994791 h 2495550"/>
                <a:gd name="connsiteX12555" fmla="*/ 2499741 w 3219450"/>
                <a:gd name="connsiteY12555" fmla="*/ 994124 h 2495550"/>
                <a:gd name="connsiteX12556" fmla="*/ 2499741 w 3219450"/>
                <a:gd name="connsiteY12556" fmla="*/ 992981 h 2495550"/>
                <a:gd name="connsiteX12557" fmla="*/ 2499836 w 3219450"/>
                <a:gd name="connsiteY12557" fmla="*/ 992600 h 2495550"/>
                <a:gd name="connsiteX12558" fmla="*/ 2499741 w 3219450"/>
                <a:gd name="connsiteY12558" fmla="*/ 992124 h 2495550"/>
                <a:gd name="connsiteX12559" fmla="*/ 2499741 w 3219450"/>
                <a:gd name="connsiteY12559" fmla="*/ 991743 h 2495550"/>
                <a:gd name="connsiteX12560" fmla="*/ 2499932 w 3219450"/>
                <a:gd name="connsiteY12560" fmla="*/ 991553 h 2495550"/>
                <a:gd name="connsiteX12561" fmla="*/ 2501075 w 3219450"/>
                <a:gd name="connsiteY12561" fmla="*/ 990981 h 2495550"/>
                <a:gd name="connsiteX12562" fmla="*/ 2501361 w 3219450"/>
                <a:gd name="connsiteY12562" fmla="*/ 990791 h 2495550"/>
                <a:gd name="connsiteX12563" fmla="*/ 2501837 w 3219450"/>
                <a:gd name="connsiteY12563" fmla="*/ 990219 h 2495550"/>
                <a:gd name="connsiteX12564" fmla="*/ 2502408 w 3219450"/>
                <a:gd name="connsiteY12564" fmla="*/ 989648 h 2495550"/>
                <a:gd name="connsiteX12565" fmla="*/ 2503075 w 3219450"/>
                <a:gd name="connsiteY12565" fmla="*/ 989171 h 2495550"/>
                <a:gd name="connsiteX12566" fmla="*/ 2503742 w 3219450"/>
                <a:gd name="connsiteY12566" fmla="*/ 988790 h 2495550"/>
                <a:gd name="connsiteX12567" fmla="*/ 2504789 w 3219450"/>
                <a:gd name="connsiteY12567" fmla="*/ 987647 h 2495550"/>
                <a:gd name="connsiteX12568" fmla="*/ 2506123 w 3219450"/>
                <a:gd name="connsiteY12568" fmla="*/ 987076 h 2495550"/>
                <a:gd name="connsiteX12569" fmla="*/ 2507456 w 3219450"/>
                <a:gd name="connsiteY12569" fmla="*/ 987362 h 2495550"/>
                <a:gd name="connsiteX12570" fmla="*/ 2508504 w 3219450"/>
                <a:gd name="connsiteY12570" fmla="*/ 988790 h 2495550"/>
                <a:gd name="connsiteX12571" fmla="*/ 2509266 w 3219450"/>
                <a:gd name="connsiteY12571" fmla="*/ 987838 h 2495550"/>
                <a:gd name="connsiteX12572" fmla="*/ 2509647 w 3219450"/>
                <a:gd name="connsiteY12572" fmla="*/ 988505 h 2495550"/>
                <a:gd name="connsiteX12573" fmla="*/ 2510123 w 3219450"/>
                <a:gd name="connsiteY12573" fmla="*/ 988981 h 2495550"/>
                <a:gd name="connsiteX12574" fmla="*/ 2510695 w 3219450"/>
                <a:gd name="connsiteY12574" fmla="*/ 989267 h 2495550"/>
                <a:gd name="connsiteX12575" fmla="*/ 2511457 w 3219450"/>
                <a:gd name="connsiteY12575" fmla="*/ 989267 h 2495550"/>
                <a:gd name="connsiteX12576" fmla="*/ 2512314 w 3219450"/>
                <a:gd name="connsiteY12576" fmla="*/ 988505 h 2495550"/>
                <a:gd name="connsiteX12577" fmla="*/ 2513457 w 3219450"/>
                <a:gd name="connsiteY12577" fmla="*/ 987266 h 2495550"/>
                <a:gd name="connsiteX12578" fmla="*/ 2514695 w 3219450"/>
                <a:gd name="connsiteY12578" fmla="*/ 986504 h 2495550"/>
                <a:gd name="connsiteX12579" fmla="*/ 2515934 w 3219450"/>
                <a:gd name="connsiteY12579" fmla="*/ 987171 h 2495550"/>
                <a:gd name="connsiteX12580" fmla="*/ 2516410 w 3219450"/>
                <a:gd name="connsiteY12580" fmla="*/ 987647 h 2495550"/>
                <a:gd name="connsiteX12581" fmla="*/ 2517648 w 3219450"/>
                <a:gd name="connsiteY12581" fmla="*/ 988028 h 2495550"/>
                <a:gd name="connsiteX12582" fmla="*/ 2518220 w 3219450"/>
                <a:gd name="connsiteY12582" fmla="*/ 988409 h 2495550"/>
                <a:gd name="connsiteX12583" fmla="*/ 2518505 w 3219450"/>
                <a:gd name="connsiteY12583" fmla="*/ 988886 h 2495550"/>
                <a:gd name="connsiteX12584" fmla="*/ 2518601 w 3219450"/>
                <a:gd name="connsiteY12584" fmla="*/ 989457 h 2495550"/>
                <a:gd name="connsiteX12585" fmla="*/ 2518791 w 3219450"/>
                <a:gd name="connsiteY12585" fmla="*/ 990029 h 2495550"/>
                <a:gd name="connsiteX12586" fmla="*/ 2519268 w 3219450"/>
                <a:gd name="connsiteY12586" fmla="*/ 990410 h 2495550"/>
                <a:gd name="connsiteX12587" fmla="*/ 2520887 w 3219450"/>
                <a:gd name="connsiteY12587" fmla="*/ 990505 h 2495550"/>
                <a:gd name="connsiteX12588" fmla="*/ 2522506 w 3219450"/>
                <a:gd name="connsiteY12588" fmla="*/ 990886 h 2495550"/>
                <a:gd name="connsiteX12589" fmla="*/ 2523458 w 3219450"/>
                <a:gd name="connsiteY12589" fmla="*/ 991743 h 2495550"/>
                <a:gd name="connsiteX12590" fmla="*/ 2525459 w 3219450"/>
                <a:gd name="connsiteY12590" fmla="*/ 993267 h 2495550"/>
                <a:gd name="connsiteX12591" fmla="*/ 2525840 w 3219450"/>
                <a:gd name="connsiteY12591" fmla="*/ 993553 h 2495550"/>
                <a:gd name="connsiteX12592" fmla="*/ 2526887 w 3219450"/>
                <a:gd name="connsiteY12592" fmla="*/ 993267 h 2495550"/>
                <a:gd name="connsiteX12593" fmla="*/ 2532126 w 3219450"/>
                <a:gd name="connsiteY12593" fmla="*/ 993076 h 2495550"/>
                <a:gd name="connsiteX12594" fmla="*/ 2534507 w 3219450"/>
                <a:gd name="connsiteY12594" fmla="*/ 992981 h 2495550"/>
                <a:gd name="connsiteX12595" fmla="*/ 2535460 w 3219450"/>
                <a:gd name="connsiteY12595" fmla="*/ 991362 h 2495550"/>
                <a:gd name="connsiteX12596" fmla="*/ 2536031 w 3219450"/>
                <a:gd name="connsiteY12596" fmla="*/ 990219 h 2495550"/>
                <a:gd name="connsiteX12597" fmla="*/ 2536603 w 3219450"/>
                <a:gd name="connsiteY12597" fmla="*/ 988886 h 2495550"/>
                <a:gd name="connsiteX12598" fmla="*/ 2536508 w 3219450"/>
                <a:gd name="connsiteY12598" fmla="*/ 986981 h 2495550"/>
                <a:gd name="connsiteX12599" fmla="*/ 2538127 w 3219450"/>
                <a:gd name="connsiteY12599" fmla="*/ 985266 h 2495550"/>
                <a:gd name="connsiteX12600" fmla="*/ 2539079 w 3219450"/>
                <a:gd name="connsiteY12600" fmla="*/ 984314 h 2495550"/>
                <a:gd name="connsiteX12601" fmla="*/ 2541270 w 3219450"/>
                <a:gd name="connsiteY12601" fmla="*/ 982790 h 2495550"/>
                <a:gd name="connsiteX12602" fmla="*/ 2541651 w 3219450"/>
                <a:gd name="connsiteY12602" fmla="*/ 983266 h 2495550"/>
                <a:gd name="connsiteX12603" fmla="*/ 2540794 w 3219450"/>
                <a:gd name="connsiteY12603" fmla="*/ 984790 h 2495550"/>
                <a:gd name="connsiteX12604" fmla="*/ 2540318 w 3219450"/>
                <a:gd name="connsiteY12604" fmla="*/ 985457 h 2495550"/>
                <a:gd name="connsiteX12605" fmla="*/ 2539746 w 3219450"/>
                <a:gd name="connsiteY12605" fmla="*/ 985742 h 2495550"/>
                <a:gd name="connsiteX12606" fmla="*/ 2539175 w 3219450"/>
                <a:gd name="connsiteY12606" fmla="*/ 986219 h 2495550"/>
                <a:gd name="connsiteX12607" fmla="*/ 2539270 w 3219450"/>
                <a:gd name="connsiteY12607" fmla="*/ 987171 h 2495550"/>
                <a:gd name="connsiteX12608" fmla="*/ 2539651 w 3219450"/>
                <a:gd name="connsiteY12608" fmla="*/ 988124 h 2495550"/>
                <a:gd name="connsiteX12609" fmla="*/ 2539841 w 3219450"/>
                <a:gd name="connsiteY12609" fmla="*/ 988505 h 2495550"/>
                <a:gd name="connsiteX12610" fmla="*/ 2540032 w 3219450"/>
                <a:gd name="connsiteY12610" fmla="*/ 992219 h 2495550"/>
                <a:gd name="connsiteX12611" fmla="*/ 2540413 w 3219450"/>
                <a:gd name="connsiteY12611" fmla="*/ 994124 h 2495550"/>
                <a:gd name="connsiteX12612" fmla="*/ 2541556 w 3219450"/>
                <a:gd name="connsiteY12612" fmla="*/ 995363 h 2495550"/>
                <a:gd name="connsiteX12613" fmla="*/ 2542889 w 3219450"/>
                <a:gd name="connsiteY12613" fmla="*/ 995839 h 2495550"/>
                <a:gd name="connsiteX12614" fmla="*/ 2550890 w 3219450"/>
                <a:gd name="connsiteY12614" fmla="*/ 1000125 h 2495550"/>
                <a:gd name="connsiteX12615" fmla="*/ 2551843 w 3219450"/>
                <a:gd name="connsiteY12615" fmla="*/ 1000887 h 2495550"/>
                <a:gd name="connsiteX12616" fmla="*/ 2554034 w 3219450"/>
                <a:gd name="connsiteY12616" fmla="*/ 1003364 h 2495550"/>
                <a:gd name="connsiteX12617" fmla="*/ 2554701 w 3219450"/>
                <a:gd name="connsiteY12617" fmla="*/ 1004697 h 2495550"/>
                <a:gd name="connsiteX12618" fmla="*/ 2555462 w 3219450"/>
                <a:gd name="connsiteY12618" fmla="*/ 1004316 h 2495550"/>
                <a:gd name="connsiteX12619" fmla="*/ 2556701 w 3219450"/>
                <a:gd name="connsiteY12619" fmla="*/ 1003173 h 2495550"/>
                <a:gd name="connsiteX12620" fmla="*/ 2557272 w 3219450"/>
                <a:gd name="connsiteY12620" fmla="*/ 1004221 h 2495550"/>
                <a:gd name="connsiteX12621" fmla="*/ 2557177 w 3219450"/>
                <a:gd name="connsiteY12621" fmla="*/ 1006507 h 2495550"/>
                <a:gd name="connsiteX12622" fmla="*/ 2555558 w 3219450"/>
                <a:gd name="connsiteY12622" fmla="*/ 1008507 h 2495550"/>
                <a:gd name="connsiteX12623" fmla="*/ 2556224 w 3219450"/>
                <a:gd name="connsiteY12623" fmla="*/ 1009936 h 2495550"/>
                <a:gd name="connsiteX12624" fmla="*/ 2557558 w 3219450"/>
                <a:gd name="connsiteY12624" fmla="*/ 1011174 h 2495550"/>
                <a:gd name="connsiteX12625" fmla="*/ 2560130 w 3219450"/>
                <a:gd name="connsiteY12625" fmla="*/ 1011746 h 2495550"/>
                <a:gd name="connsiteX12626" fmla="*/ 2562797 w 3219450"/>
                <a:gd name="connsiteY12626" fmla="*/ 1014127 h 2495550"/>
                <a:gd name="connsiteX12627" fmla="*/ 2563749 w 3219450"/>
                <a:gd name="connsiteY12627" fmla="*/ 1015556 h 2495550"/>
                <a:gd name="connsiteX12628" fmla="*/ 2564130 w 3219450"/>
                <a:gd name="connsiteY12628" fmla="*/ 1016984 h 2495550"/>
                <a:gd name="connsiteX12629" fmla="*/ 2563368 w 3219450"/>
                <a:gd name="connsiteY12629" fmla="*/ 1017937 h 2495550"/>
                <a:gd name="connsiteX12630" fmla="*/ 2563463 w 3219450"/>
                <a:gd name="connsiteY12630" fmla="*/ 1018985 h 2495550"/>
                <a:gd name="connsiteX12631" fmla="*/ 2562987 w 3219450"/>
                <a:gd name="connsiteY12631" fmla="*/ 1019461 h 2495550"/>
                <a:gd name="connsiteX12632" fmla="*/ 2562225 w 3219450"/>
                <a:gd name="connsiteY12632" fmla="*/ 1019747 h 2495550"/>
                <a:gd name="connsiteX12633" fmla="*/ 2561463 w 3219450"/>
                <a:gd name="connsiteY12633" fmla="*/ 1020223 h 2495550"/>
                <a:gd name="connsiteX12634" fmla="*/ 2561368 w 3219450"/>
                <a:gd name="connsiteY12634" fmla="*/ 1020699 h 2495550"/>
                <a:gd name="connsiteX12635" fmla="*/ 2561463 w 3219450"/>
                <a:gd name="connsiteY12635" fmla="*/ 1021271 h 2495550"/>
                <a:gd name="connsiteX12636" fmla="*/ 2561463 w 3219450"/>
                <a:gd name="connsiteY12636" fmla="*/ 1021842 h 2495550"/>
                <a:gd name="connsiteX12637" fmla="*/ 2561082 w 3219450"/>
                <a:gd name="connsiteY12637" fmla="*/ 1022033 h 2495550"/>
                <a:gd name="connsiteX12638" fmla="*/ 2559082 w 3219450"/>
                <a:gd name="connsiteY12638" fmla="*/ 1022033 h 2495550"/>
                <a:gd name="connsiteX12639" fmla="*/ 2559463 w 3219450"/>
                <a:gd name="connsiteY12639" fmla="*/ 1025271 h 2495550"/>
                <a:gd name="connsiteX12640" fmla="*/ 2557844 w 3219450"/>
                <a:gd name="connsiteY12640" fmla="*/ 1027176 h 2495550"/>
                <a:gd name="connsiteX12641" fmla="*/ 2555081 w 3219450"/>
                <a:gd name="connsiteY12641" fmla="*/ 1028986 h 2495550"/>
                <a:gd name="connsiteX12642" fmla="*/ 2553938 w 3219450"/>
                <a:gd name="connsiteY12642" fmla="*/ 1030034 h 2495550"/>
                <a:gd name="connsiteX12643" fmla="*/ 2554034 w 3219450"/>
                <a:gd name="connsiteY12643" fmla="*/ 1031272 h 2495550"/>
                <a:gd name="connsiteX12644" fmla="*/ 2554034 w 3219450"/>
                <a:gd name="connsiteY12644" fmla="*/ 1031843 h 2495550"/>
                <a:gd name="connsiteX12645" fmla="*/ 2554129 w 3219450"/>
                <a:gd name="connsiteY12645" fmla="*/ 1032415 h 2495550"/>
                <a:gd name="connsiteX12646" fmla="*/ 2554034 w 3219450"/>
                <a:gd name="connsiteY12646" fmla="*/ 1033367 h 2495550"/>
                <a:gd name="connsiteX12647" fmla="*/ 2553748 w 3219450"/>
                <a:gd name="connsiteY12647" fmla="*/ 1034320 h 2495550"/>
                <a:gd name="connsiteX12648" fmla="*/ 2553177 w 3219450"/>
                <a:gd name="connsiteY12648" fmla="*/ 1035844 h 2495550"/>
                <a:gd name="connsiteX12649" fmla="*/ 2551462 w 3219450"/>
                <a:gd name="connsiteY12649" fmla="*/ 1037082 h 2495550"/>
                <a:gd name="connsiteX12650" fmla="*/ 2550414 w 3219450"/>
                <a:gd name="connsiteY12650" fmla="*/ 1037939 h 2495550"/>
                <a:gd name="connsiteX12651" fmla="*/ 2549176 w 3219450"/>
                <a:gd name="connsiteY12651" fmla="*/ 1038511 h 2495550"/>
                <a:gd name="connsiteX12652" fmla="*/ 2547843 w 3219450"/>
                <a:gd name="connsiteY12652" fmla="*/ 1038606 h 2495550"/>
                <a:gd name="connsiteX12653" fmla="*/ 2548604 w 3219450"/>
                <a:gd name="connsiteY12653" fmla="*/ 1040701 h 2495550"/>
                <a:gd name="connsiteX12654" fmla="*/ 2548033 w 3219450"/>
                <a:gd name="connsiteY12654" fmla="*/ 1042892 h 2495550"/>
                <a:gd name="connsiteX12655" fmla="*/ 2544699 w 3219450"/>
                <a:gd name="connsiteY12655" fmla="*/ 1044416 h 2495550"/>
                <a:gd name="connsiteX12656" fmla="*/ 2544509 w 3219450"/>
                <a:gd name="connsiteY12656" fmla="*/ 1046036 h 2495550"/>
                <a:gd name="connsiteX12657" fmla="*/ 2541937 w 3219450"/>
                <a:gd name="connsiteY12657" fmla="*/ 1048512 h 2495550"/>
                <a:gd name="connsiteX12658" fmla="*/ 2539079 w 3219450"/>
                <a:gd name="connsiteY12658" fmla="*/ 1049846 h 2495550"/>
                <a:gd name="connsiteX12659" fmla="*/ 2539651 w 3219450"/>
                <a:gd name="connsiteY12659" fmla="*/ 1050036 h 2495550"/>
                <a:gd name="connsiteX12660" fmla="*/ 2541080 w 3219450"/>
                <a:gd name="connsiteY12660" fmla="*/ 1050131 h 2495550"/>
                <a:gd name="connsiteX12661" fmla="*/ 2541651 w 3219450"/>
                <a:gd name="connsiteY12661" fmla="*/ 1050322 h 2495550"/>
                <a:gd name="connsiteX12662" fmla="*/ 2541937 w 3219450"/>
                <a:gd name="connsiteY12662" fmla="*/ 1050893 h 2495550"/>
                <a:gd name="connsiteX12663" fmla="*/ 2541937 w 3219450"/>
                <a:gd name="connsiteY12663" fmla="*/ 1051560 h 2495550"/>
                <a:gd name="connsiteX12664" fmla="*/ 2541556 w 3219450"/>
                <a:gd name="connsiteY12664" fmla="*/ 1052036 h 2495550"/>
                <a:gd name="connsiteX12665" fmla="*/ 2540508 w 3219450"/>
                <a:gd name="connsiteY12665" fmla="*/ 1052417 h 2495550"/>
                <a:gd name="connsiteX12666" fmla="*/ 2539556 w 3219450"/>
                <a:gd name="connsiteY12666" fmla="*/ 1053370 h 2495550"/>
                <a:gd name="connsiteX12667" fmla="*/ 2538127 w 3219450"/>
                <a:gd name="connsiteY12667" fmla="*/ 1053751 h 2495550"/>
                <a:gd name="connsiteX12668" fmla="*/ 2537936 w 3219450"/>
                <a:gd name="connsiteY12668" fmla="*/ 1054227 h 2495550"/>
                <a:gd name="connsiteX12669" fmla="*/ 2537841 w 3219450"/>
                <a:gd name="connsiteY12669" fmla="*/ 1054894 h 2495550"/>
                <a:gd name="connsiteX12670" fmla="*/ 2537651 w 3219450"/>
                <a:gd name="connsiteY12670" fmla="*/ 1055465 h 2495550"/>
                <a:gd name="connsiteX12671" fmla="*/ 2536317 w 3219450"/>
                <a:gd name="connsiteY12671" fmla="*/ 1056799 h 2495550"/>
                <a:gd name="connsiteX12672" fmla="*/ 2535270 w 3219450"/>
                <a:gd name="connsiteY12672" fmla="*/ 1056989 h 2495550"/>
                <a:gd name="connsiteX12673" fmla="*/ 2534222 w 3219450"/>
                <a:gd name="connsiteY12673" fmla="*/ 1056608 h 2495550"/>
                <a:gd name="connsiteX12674" fmla="*/ 2532793 w 3219450"/>
                <a:gd name="connsiteY12674" fmla="*/ 1056323 h 2495550"/>
                <a:gd name="connsiteX12675" fmla="*/ 2531650 w 3219450"/>
                <a:gd name="connsiteY12675" fmla="*/ 1056608 h 2495550"/>
                <a:gd name="connsiteX12676" fmla="*/ 2529078 w 3219450"/>
                <a:gd name="connsiteY12676" fmla="*/ 1058418 h 2495550"/>
                <a:gd name="connsiteX12677" fmla="*/ 2528030 w 3219450"/>
                <a:gd name="connsiteY12677" fmla="*/ 1060133 h 2495550"/>
                <a:gd name="connsiteX12678" fmla="*/ 2525363 w 3219450"/>
                <a:gd name="connsiteY12678" fmla="*/ 1060990 h 2495550"/>
                <a:gd name="connsiteX12679" fmla="*/ 2523744 w 3219450"/>
                <a:gd name="connsiteY12679" fmla="*/ 1060799 h 2495550"/>
                <a:gd name="connsiteX12680" fmla="*/ 2522411 w 3219450"/>
                <a:gd name="connsiteY12680" fmla="*/ 1063371 h 2495550"/>
                <a:gd name="connsiteX12681" fmla="*/ 2520315 w 3219450"/>
                <a:gd name="connsiteY12681" fmla="*/ 1064324 h 2495550"/>
                <a:gd name="connsiteX12682" fmla="*/ 2520315 w 3219450"/>
                <a:gd name="connsiteY12682" fmla="*/ 1064705 h 2495550"/>
                <a:gd name="connsiteX12683" fmla="*/ 2520601 w 3219450"/>
                <a:gd name="connsiteY12683" fmla="*/ 1065943 h 2495550"/>
                <a:gd name="connsiteX12684" fmla="*/ 2521077 w 3219450"/>
                <a:gd name="connsiteY12684" fmla="*/ 1066514 h 2495550"/>
                <a:gd name="connsiteX12685" fmla="*/ 2520887 w 3219450"/>
                <a:gd name="connsiteY12685" fmla="*/ 1067467 h 2495550"/>
                <a:gd name="connsiteX12686" fmla="*/ 2520315 w 3219450"/>
                <a:gd name="connsiteY12686" fmla="*/ 1068038 h 2495550"/>
                <a:gd name="connsiteX12687" fmla="*/ 2519458 w 3219450"/>
                <a:gd name="connsiteY12687" fmla="*/ 1068515 h 2495550"/>
                <a:gd name="connsiteX12688" fmla="*/ 2519553 w 3219450"/>
                <a:gd name="connsiteY12688" fmla="*/ 1068800 h 2495550"/>
                <a:gd name="connsiteX12689" fmla="*/ 2519744 w 3219450"/>
                <a:gd name="connsiteY12689" fmla="*/ 1068991 h 2495550"/>
                <a:gd name="connsiteX12690" fmla="*/ 2519839 w 3219450"/>
                <a:gd name="connsiteY12690" fmla="*/ 1069181 h 2495550"/>
                <a:gd name="connsiteX12691" fmla="*/ 2521268 w 3219450"/>
                <a:gd name="connsiteY12691" fmla="*/ 1070420 h 2495550"/>
                <a:gd name="connsiteX12692" fmla="*/ 2522125 w 3219450"/>
                <a:gd name="connsiteY12692" fmla="*/ 1072229 h 2495550"/>
                <a:gd name="connsiteX12693" fmla="*/ 2522696 w 3219450"/>
                <a:gd name="connsiteY12693" fmla="*/ 1072706 h 2495550"/>
                <a:gd name="connsiteX12694" fmla="*/ 2522982 w 3219450"/>
                <a:gd name="connsiteY12694" fmla="*/ 1072706 h 2495550"/>
                <a:gd name="connsiteX12695" fmla="*/ 2523363 w 3219450"/>
                <a:gd name="connsiteY12695" fmla="*/ 1072420 h 2495550"/>
                <a:gd name="connsiteX12696" fmla="*/ 2523744 w 3219450"/>
                <a:gd name="connsiteY12696" fmla="*/ 1072325 h 2495550"/>
                <a:gd name="connsiteX12697" fmla="*/ 2524220 w 3219450"/>
                <a:gd name="connsiteY12697" fmla="*/ 1072706 h 2495550"/>
                <a:gd name="connsiteX12698" fmla="*/ 2524411 w 3219450"/>
                <a:gd name="connsiteY12698" fmla="*/ 1073277 h 2495550"/>
                <a:gd name="connsiteX12699" fmla="*/ 2524316 w 3219450"/>
                <a:gd name="connsiteY12699" fmla="*/ 1073658 h 2495550"/>
                <a:gd name="connsiteX12700" fmla="*/ 2524030 w 3219450"/>
                <a:gd name="connsiteY12700" fmla="*/ 1073944 h 2495550"/>
                <a:gd name="connsiteX12701" fmla="*/ 2523839 w 3219450"/>
                <a:gd name="connsiteY12701" fmla="*/ 1074134 h 2495550"/>
                <a:gd name="connsiteX12702" fmla="*/ 2523744 w 3219450"/>
                <a:gd name="connsiteY12702" fmla="*/ 1074325 h 2495550"/>
                <a:gd name="connsiteX12703" fmla="*/ 2523268 w 3219450"/>
                <a:gd name="connsiteY12703" fmla="*/ 1074801 h 2495550"/>
                <a:gd name="connsiteX12704" fmla="*/ 2523078 w 3219450"/>
                <a:gd name="connsiteY12704" fmla="*/ 1074992 h 2495550"/>
                <a:gd name="connsiteX12705" fmla="*/ 2523173 w 3219450"/>
                <a:gd name="connsiteY12705" fmla="*/ 1075182 h 2495550"/>
                <a:gd name="connsiteX12706" fmla="*/ 2523649 w 3219450"/>
                <a:gd name="connsiteY12706" fmla="*/ 1075754 h 2495550"/>
                <a:gd name="connsiteX12707" fmla="*/ 2523744 w 3219450"/>
                <a:gd name="connsiteY12707" fmla="*/ 1075944 h 2495550"/>
                <a:gd name="connsiteX12708" fmla="*/ 2523649 w 3219450"/>
                <a:gd name="connsiteY12708" fmla="*/ 1076420 h 2495550"/>
                <a:gd name="connsiteX12709" fmla="*/ 2523554 w 3219450"/>
                <a:gd name="connsiteY12709" fmla="*/ 1076801 h 2495550"/>
                <a:gd name="connsiteX12710" fmla="*/ 2523363 w 3219450"/>
                <a:gd name="connsiteY12710" fmla="*/ 1077087 h 2495550"/>
                <a:gd name="connsiteX12711" fmla="*/ 2522982 w 3219450"/>
                <a:gd name="connsiteY12711" fmla="*/ 1077373 h 2495550"/>
                <a:gd name="connsiteX12712" fmla="*/ 2521553 w 3219450"/>
                <a:gd name="connsiteY12712" fmla="*/ 1074992 h 2495550"/>
                <a:gd name="connsiteX12713" fmla="*/ 2519744 w 3219450"/>
                <a:gd name="connsiteY12713" fmla="*/ 1075468 h 2495550"/>
                <a:gd name="connsiteX12714" fmla="*/ 2520125 w 3219450"/>
                <a:gd name="connsiteY12714" fmla="*/ 1076420 h 2495550"/>
                <a:gd name="connsiteX12715" fmla="*/ 2518982 w 3219450"/>
                <a:gd name="connsiteY12715" fmla="*/ 1077563 h 2495550"/>
                <a:gd name="connsiteX12716" fmla="*/ 2515457 w 3219450"/>
                <a:gd name="connsiteY12716" fmla="*/ 1078516 h 2495550"/>
                <a:gd name="connsiteX12717" fmla="*/ 2512505 w 3219450"/>
                <a:gd name="connsiteY12717" fmla="*/ 1078421 h 2495550"/>
                <a:gd name="connsiteX12718" fmla="*/ 2511457 w 3219450"/>
                <a:gd name="connsiteY12718" fmla="*/ 1078706 h 2495550"/>
                <a:gd name="connsiteX12719" fmla="*/ 2510695 w 3219450"/>
                <a:gd name="connsiteY12719" fmla="*/ 1079468 h 2495550"/>
                <a:gd name="connsiteX12720" fmla="*/ 2509076 w 3219450"/>
                <a:gd name="connsiteY12720" fmla="*/ 1080992 h 2495550"/>
                <a:gd name="connsiteX12721" fmla="*/ 2508504 w 3219450"/>
                <a:gd name="connsiteY12721" fmla="*/ 1082326 h 2495550"/>
                <a:gd name="connsiteX12722" fmla="*/ 2507933 w 3219450"/>
                <a:gd name="connsiteY12722" fmla="*/ 1082421 h 2495550"/>
                <a:gd name="connsiteX12723" fmla="*/ 2507456 w 3219450"/>
                <a:gd name="connsiteY12723" fmla="*/ 1082802 h 2495550"/>
                <a:gd name="connsiteX12724" fmla="*/ 2507171 w 3219450"/>
                <a:gd name="connsiteY12724" fmla="*/ 1083374 h 2495550"/>
                <a:gd name="connsiteX12725" fmla="*/ 2507361 w 3219450"/>
                <a:gd name="connsiteY12725" fmla="*/ 1084040 h 2495550"/>
                <a:gd name="connsiteX12726" fmla="*/ 2507837 w 3219450"/>
                <a:gd name="connsiteY12726" fmla="*/ 1084326 h 2495550"/>
                <a:gd name="connsiteX12727" fmla="*/ 2509743 w 3219450"/>
                <a:gd name="connsiteY12727" fmla="*/ 1084231 h 2495550"/>
                <a:gd name="connsiteX12728" fmla="*/ 2510219 w 3219450"/>
                <a:gd name="connsiteY12728" fmla="*/ 1084421 h 2495550"/>
                <a:gd name="connsiteX12729" fmla="*/ 2511171 w 3219450"/>
                <a:gd name="connsiteY12729" fmla="*/ 1084993 h 2495550"/>
                <a:gd name="connsiteX12730" fmla="*/ 2511457 w 3219450"/>
                <a:gd name="connsiteY12730" fmla="*/ 1085088 h 2495550"/>
                <a:gd name="connsiteX12731" fmla="*/ 2512124 w 3219450"/>
                <a:gd name="connsiteY12731" fmla="*/ 1084802 h 2495550"/>
                <a:gd name="connsiteX12732" fmla="*/ 2513267 w 3219450"/>
                <a:gd name="connsiteY12732" fmla="*/ 1083850 h 2495550"/>
                <a:gd name="connsiteX12733" fmla="*/ 2514029 w 3219450"/>
                <a:gd name="connsiteY12733" fmla="*/ 1083659 h 2495550"/>
                <a:gd name="connsiteX12734" fmla="*/ 2516410 w 3219450"/>
                <a:gd name="connsiteY12734" fmla="*/ 1083755 h 2495550"/>
                <a:gd name="connsiteX12735" fmla="*/ 2517458 w 3219450"/>
                <a:gd name="connsiteY12735" fmla="*/ 1084040 h 2495550"/>
                <a:gd name="connsiteX12736" fmla="*/ 2518315 w 3219450"/>
                <a:gd name="connsiteY12736" fmla="*/ 1084517 h 2495550"/>
                <a:gd name="connsiteX12737" fmla="*/ 2519648 w 3219450"/>
                <a:gd name="connsiteY12737" fmla="*/ 1086898 h 2495550"/>
                <a:gd name="connsiteX12738" fmla="*/ 2521268 w 3219450"/>
                <a:gd name="connsiteY12738" fmla="*/ 1092613 h 2495550"/>
                <a:gd name="connsiteX12739" fmla="*/ 2523078 w 3219450"/>
                <a:gd name="connsiteY12739" fmla="*/ 1094232 h 2495550"/>
                <a:gd name="connsiteX12740" fmla="*/ 2524316 w 3219450"/>
                <a:gd name="connsiteY12740" fmla="*/ 1094423 h 2495550"/>
                <a:gd name="connsiteX12741" fmla="*/ 2533174 w 3219450"/>
                <a:gd name="connsiteY12741" fmla="*/ 1093756 h 2495550"/>
                <a:gd name="connsiteX12742" fmla="*/ 2532603 w 3219450"/>
                <a:gd name="connsiteY12742" fmla="*/ 1092137 h 2495550"/>
                <a:gd name="connsiteX12743" fmla="*/ 2534603 w 3219450"/>
                <a:gd name="connsiteY12743" fmla="*/ 1091946 h 2495550"/>
                <a:gd name="connsiteX12744" fmla="*/ 2539079 w 3219450"/>
                <a:gd name="connsiteY12744" fmla="*/ 1092803 h 2495550"/>
                <a:gd name="connsiteX12745" fmla="*/ 2540032 w 3219450"/>
                <a:gd name="connsiteY12745" fmla="*/ 1092613 h 2495550"/>
                <a:gd name="connsiteX12746" fmla="*/ 2541746 w 3219450"/>
                <a:gd name="connsiteY12746" fmla="*/ 1091946 h 2495550"/>
                <a:gd name="connsiteX12747" fmla="*/ 2542699 w 3219450"/>
                <a:gd name="connsiteY12747" fmla="*/ 1091756 h 2495550"/>
                <a:gd name="connsiteX12748" fmla="*/ 2543461 w 3219450"/>
                <a:gd name="connsiteY12748" fmla="*/ 1091375 h 2495550"/>
                <a:gd name="connsiteX12749" fmla="*/ 2543937 w 3219450"/>
                <a:gd name="connsiteY12749" fmla="*/ 1090708 h 2495550"/>
                <a:gd name="connsiteX12750" fmla="*/ 2544413 w 3219450"/>
                <a:gd name="connsiteY12750" fmla="*/ 1090613 h 2495550"/>
                <a:gd name="connsiteX12751" fmla="*/ 2544985 w 3219450"/>
                <a:gd name="connsiteY12751" fmla="*/ 1091851 h 2495550"/>
                <a:gd name="connsiteX12752" fmla="*/ 2543556 w 3219450"/>
                <a:gd name="connsiteY12752" fmla="*/ 1092137 h 2495550"/>
                <a:gd name="connsiteX12753" fmla="*/ 2540985 w 3219450"/>
                <a:gd name="connsiteY12753" fmla="*/ 1093851 h 2495550"/>
                <a:gd name="connsiteX12754" fmla="*/ 2539461 w 3219450"/>
                <a:gd name="connsiteY12754" fmla="*/ 1094232 h 2495550"/>
                <a:gd name="connsiteX12755" fmla="*/ 2536984 w 3219450"/>
                <a:gd name="connsiteY12755" fmla="*/ 1093756 h 2495550"/>
                <a:gd name="connsiteX12756" fmla="*/ 2536412 w 3219450"/>
                <a:gd name="connsiteY12756" fmla="*/ 1093756 h 2495550"/>
                <a:gd name="connsiteX12757" fmla="*/ 2535651 w 3219450"/>
                <a:gd name="connsiteY12757" fmla="*/ 1094137 h 2495550"/>
                <a:gd name="connsiteX12758" fmla="*/ 2535079 w 3219450"/>
                <a:gd name="connsiteY12758" fmla="*/ 1094804 h 2495550"/>
                <a:gd name="connsiteX12759" fmla="*/ 2533936 w 3219450"/>
                <a:gd name="connsiteY12759" fmla="*/ 1096518 h 2495550"/>
                <a:gd name="connsiteX12760" fmla="*/ 2534317 w 3219450"/>
                <a:gd name="connsiteY12760" fmla="*/ 1097280 h 2495550"/>
                <a:gd name="connsiteX12761" fmla="*/ 2534222 w 3219450"/>
                <a:gd name="connsiteY12761" fmla="*/ 1097852 h 2495550"/>
                <a:gd name="connsiteX12762" fmla="*/ 2533269 w 3219450"/>
                <a:gd name="connsiteY12762" fmla="*/ 1098899 h 2495550"/>
                <a:gd name="connsiteX12763" fmla="*/ 2531269 w 3219450"/>
                <a:gd name="connsiteY12763" fmla="*/ 1100328 h 2495550"/>
                <a:gd name="connsiteX12764" fmla="*/ 2530126 w 3219450"/>
                <a:gd name="connsiteY12764" fmla="*/ 1100900 h 2495550"/>
                <a:gd name="connsiteX12765" fmla="*/ 2529554 w 3219450"/>
                <a:gd name="connsiteY12765" fmla="*/ 1100995 h 2495550"/>
                <a:gd name="connsiteX12766" fmla="*/ 2529269 w 3219450"/>
                <a:gd name="connsiteY12766" fmla="*/ 1100519 h 2495550"/>
                <a:gd name="connsiteX12767" fmla="*/ 2528983 w 3219450"/>
                <a:gd name="connsiteY12767" fmla="*/ 1100519 h 2495550"/>
                <a:gd name="connsiteX12768" fmla="*/ 2527649 w 3219450"/>
                <a:gd name="connsiteY12768" fmla="*/ 1100328 h 2495550"/>
                <a:gd name="connsiteX12769" fmla="*/ 2526506 w 3219450"/>
                <a:gd name="connsiteY12769" fmla="*/ 1101090 h 2495550"/>
                <a:gd name="connsiteX12770" fmla="*/ 2527269 w 3219450"/>
                <a:gd name="connsiteY12770" fmla="*/ 1101852 h 2495550"/>
                <a:gd name="connsiteX12771" fmla="*/ 2528793 w 3219450"/>
                <a:gd name="connsiteY12771" fmla="*/ 1102995 h 2495550"/>
                <a:gd name="connsiteX12772" fmla="*/ 2528411 w 3219450"/>
                <a:gd name="connsiteY12772" fmla="*/ 1103757 h 2495550"/>
                <a:gd name="connsiteX12773" fmla="*/ 2527078 w 3219450"/>
                <a:gd name="connsiteY12773" fmla="*/ 1103948 h 2495550"/>
                <a:gd name="connsiteX12774" fmla="*/ 2527173 w 3219450"/>
                <a:gd name="connsiteY12774" fmla="*/ 1104233 h 2495550"/>
                <a:gd name="connsiteX12775" fmla="*/ 2527269 w 3219450"/>
                <a:gd name="connsiteY12775" fmla="*/ 1104995 h 2495550"/>
                <a:gd name="connsiteX12776" fmla="*/ 2527364 w 3219450"/>
                <a:gd name="connsiteY12776" fmla="*/ 1105281 h 2495550"/>
                <a:gd name="connsiteX12777" fmla="*/ 2526602 w 3219450"/>
                <a:gd name="connsiteY12777" fmla="*/ 1105852 h 2495550"/>
                <a:gd name="connsiteX12778" fmla="*/ 2527364 w 3219450"/>
                <a:gd name="connsiteY12778" fmla="*/ 1106615 h 2495550"/>
                <a:gd name="connsiteX12779" fmla="*/ 2528602 w 3219450"/>
                <a:gd name="connsiteY12779" fmla="*/ 1107091 h 2495550"/>
                <a:gd name="connsiteX12780" fmla="*/ 2529269 w 3219450"/>
                <a:gd name="connsiteY12780" fmla="*/ 1106900 h 2495550"/>
                <a:gd name="connsiteX12781" fmla="*/ 2529650 w 3219450"/>
                <a:gd name="connsiteY12781" fmla="*/ 1108139 h 2495550"/>
                <a:gd name="connsiteX12782" fmla="*/ 2531364 w 3219450"/>
                <a:gd name="connsiteY12782" fmla="*/ 1109567 h 2495550"/>
                <a:gd name="connsiteX12783" fmla="*/ 2531840 w 3219450"/>
                <a:gd name="connsiteY12783" fmla="*/ 1110806 h 2495550"/>
                <a:gd name="connsiteX12784" fmla="*/ 2530983 w 3219450"/>
                <a:gd name="connsiteY12784" fmla="*/ 1112806 h 2495550"/>
                <a:gd name="connsiteX12785" fmla="*/ 2528793 w 3219450"/>
                <a:gd name="connsiteY12785" fmla="*/ 1114044 h 2495550"/>
                <a:gd name="connsiteX12786" fmla="*/ 2524316 w 3219450"/>
                <a:gd name="connsiteY12786" fmla="*/ 1115377 h 2495550"/>
                <a:gd name="connsiteX12787" fmla="*/ 2521172 w 3219450"/>
                <a:gd name="connsiteY12787" fmla="*/ 1117378 h 2495550"/>
                <a:gd name="connsiteX12788" fmla="*/ 2520125 w 3219450"/>
                <a:gd name="connsiteY12788" fmla="*/ 1117664 h 2495550"/>
                <a:gd name="connsiteX12789" fmla="*/ 2518791 w 3219450"/>
                <a:gd name="connsiteY12789" fmla="*/ 1117759 h 2495550"/>
                <a:gd name="connsiteX12790" fmla="*/ 2518124 w 3219450"/>
                <a:gd name="connsiteY12790" fmla="*/ 1117664 h 2495550"/>
                <a:gd name="connsiteX12791" fmla="*/ 2517648 w 3219450"/>
                <a:gd name="connsiteY12791" fmla="*/ 1117378 h 2495550"/>
                <a:gd name="connsiteX12792" fmla="*/ 2517077 w 3219450"/>
                <a:gd name="connsiteY12792" fmla="*/ 1116425 h 2495550"/>
                <a:gd name="connsiteX12793" fmla="*/ 2516791 w 3219450"/>
                <a:gd name="connsiteY12793" fmla="*/ 1116044 h 2495550"/>
                <a:gd name="connsiteX12794" fmla="*/ 2516410 w 3219450"/>
                <a:gd name="connsiteY12794" fmla="*/ 1115759 h 2495550"/>
                <a:gd name="connsiteX12795" fmla="*/ 2515362 w 3219450"/>
                <a:gd name="connsiteY12795" fmla="*/ 1115663 h 2495550"/>
                <a:gd name="connsiteX12796" fmla="*/ 2514124 w 3219450"/>
                <a:gd name="connsiteY12796" fmla="*/ 1116044 h 2495550"/>
                <a:gd name="connsiteX12797" fmla="*/ 2513171 w 3219450"/>
                <a:gd name="connsiteY12797" fmla="*/ 1116806 h 2495550"/>
                <a:gd name="connsiteX12798" fmla="*/ 2512790 w 3219450"/>
                <a:gd name="connsiteY12798" fmla="*/ 1117759 h 2495550"/>
                <a:gd name="connsiteX12799" fmla="*/ 2512886 w 3219450"/>
                <a:gd name="connsiteY12799" fmla="*/ 1118521 h 2495550"/>
                <a:gd name="connsiteX12800" fmla="*/ 2513362 w 3219450"/>
                <a:gd name="connsiteY12800" fmla="*/ 1119569 h 2495550"/>
                <a:gd name="connsiteX12801" fmla="*/ 2513457 w 3219450"/>
                <a:gd name="connsiteY12801" fmla="*/ 1120045 h 2495550"/>
                <a:gd name="connsiteX12802" fmla="*/ 2513171 w 3219450"/>
                <a:gd name="connsiteY12802" fmla="*/ 1120616 h 2495550"/>
                <a:gd name="connsiteX12803" fmla="*/ 2512410 w 3219450"/>
                <a:gd name="connsiteY12803" fmla="*/ 1120712 h 2495550"/>
                <a:gd name="connsiteX12804" fmla="*/ 2510886 w 3219450"/>
                <a:gd name="connsiteY12804" fmla="*/ 1120616 h 2495550"/>
                <a:gd name="connsiteX12805" fmla="*/ 2509076 w 3219450"/>
                <a:gd name="connsiteY12805" fmla="*/ 1121855 h 2495550"/>
                <a:gd name="connsiteX12806" fmla="*/ 2507933 w 3219450"/>
                <a:gd name="connsiteY12806" fmla="*/ 1122140 h 2495550"/>
                <a:gd name="connsiteX12807" fmla="*/ 2507171 w 3219450"/>
                <a:gd name="connsiteY12807" fmla="*/ 1122521 h 2495550"/>
                <a:gd name="connsiteX12808" fmla="*/ 2506695 w 3219450"/>
                <a:gd name="connsiteY12808" fmla="*/ 1122521 h 2495550"/>
                <a:gd name="connsiteX12809" fmla="*/ 2506218 w 3219450"/>
                <a:gd name="connsiteY12809" fmla="*/ 1122331 h 2495550"/>
                <a:gd name="connsiteX12810" fmla="*/ 2505552 w 3219450"/>
                <a:gd name="connsiteY12810" fmla="*/ 1121664 h 2495550"/>
                <a:gd name="connsiteX12811" fmla="*/ 2505075 w 3219450"/>
                <a:gd name="connsiteY12811" fmla="*/ 1121569 h 2495550"/>
                <a:gd name="connsiteX12812" fmla="*/ 2502408 w 3219450"/>
                <a:gd name="connsiteY12812" fmla="*/ 1122045 h 2495550"/>
                <a:gd name="connsiteX12813" fmla="*/ 2501837 w 3219450"/>
                <a:gd name="connsiteY12813" fmla="*/ 1122331 h 2495550"/>
                <a:gd name="connsiteX12814" fmla="*/ 2500694 w 3219450"/>
                <a:gd name="connsiteY12814" fmla="*/ 1123855 h 2495550"/>
                <a:gd name="connsiteX12815" fmla="*/ 2500218 w 3219450"/>
                <a:gd name="connsiteY12815" fmla="*/ 1124902 h 2495550"/>
                <a:gd name="connsiteX12816" fmla="*/ 2500408 w 3219450"/>
                <a:gd name="connsiteY12816" fmla="*/ 1125379 h 2495550"/>
                <a:gd name="connsiteX12817" fmla="*/ 2503456 w 3219450"/>
                <a:gd name="connsiteY12817" fmla="*/ 1125379 h 2495550"/>
                <a:gd name="connsiteX12818" fmla="*/ 2503646 w 3219450"/>
                <a:gd name="connsiteY12818" fmla="*/ 1126236 h 2495550"/>
                <a:gd name="connsiteX12819" fmla="*/ 2504313 w 3219450"/>
                <a:gd name="connsiteY12819" fmla="*/ 1125569 h 2495550"/>
                <a:gd name="connsiteX12820" fmla="*/ 2502980 w 3219450"/>
                <a:gd name="connsiteY12820" fmla="*/ 1126617 h 2495550"/>
                <a:gd name="connsiteX12821" fmla="*/ 2502789 w 3219450"/>
                <a:gd name="connsiteY12821" fmla="*/ 1127855 h 2495550"/>
                <a:gd name="connsiteX12822" fmla="*/ 2503170 w 3219450"/>
                <a:gd name="connsiteY12822" fmla="*/ 1128713 h 2495550"/>
                <a:gd name="connsiteX12823" fmla="*/ 2503646 w 3219450"/>
                <a:gd name="connsiteY12823" fmla="*/ 1129379 h 2495550"/>
                <a:gd name="connsiteX12824" fmla="*/ 2504028 w 3219450"/>
                <a:gd name="connsiteY12824" fmla="*/ 1130046 h 2495550"/>
                <a:gd name="connsiteX12825" fmla="*/ 2504218 w 3219450"/>
                <a:gd name="connsiteY12825" fmla="*/ 1131380 h 2495550"/>
                <a:gd name="connsiteX12826" fmla="*/ 2503932 w 3219450"/>
                <a:gd name="connsiteY12826" fmla="*/ 1131856 h 2495550"/>
                <a:gd name="connsiteX12827" fmla="*/ 2503361 w 3219450"/>
                <a:gd name="connsiteY12827" fmla="*/ 1132142 h 2495550"/>
                <a:gd name="connsiteX12828" fmla="*/ 2502885 w 3219450"/>
                <a:gd name="connsiteY12828" fmla="*/ 1132808 h 2495550"/>
                <a:gd name="connsiteX12829" fmla="*/ 2503837 w 3219450"/>
                <a:gd name="connsiteY12829" fmla="*/ 1133475 h 2495550"/>
                <a:gd name="connsiteX12830" fmla="*/ 2504313 w 3219450"/>
                <a:gd name="connsiteY12830" fmla="*/ 1134523 h 2495550"/>
                <a:gd name="connsiteX12831" fmla="*/ 2504980 w 3219450"/>
                <a:gd name="connsiteY12831" fmla="*/ 1135571 h 2495550"/>
                <a:gd name="connsiteX12832" fmla="*/ 2506409 w 3219450"/>
                <a:gd name="connsiteY12832" fmla="*/ 1136047 h 2495550"/>
                <a:gd name="connsiteX12833" fmla="*/ 2507456 w 3219450"/>
                <a:gd name="connsiteY12833" fmla="*/ 1135571 h 2495550"/>
                <a:gd name="connsiteX12834" fmla="*/ 2509933 w 3219450"/>
                <a:gd name="connsiteY12834" fmla="*/ 1132332 h 2495550"/>
                <a:gd name="connsiteX12835" fmla="*/ 2508885 w 3219450"/>
                <a:gd name="connsiteY12835" fmla="*/ 1132237 h 2495550"/>
                <a:gd name="connsiteX12836" fmla="*/ 2508504 w 3219450"/>
                <a:gd name="connsiteY12836" fmla="*/ 1132332 h 2495550"/>
                <a:gd name="connsiteX12837" fmla="*/ 2509552 w 3219450"/>
                <a:gd name="connsiteY12837" fmla="*/ 1130808 h 2495550"/>
                <a:gd name="connsiteX12838" fmla="*/ 2510790 w 3219450"/>
                <a:gd name="connsiteY12838" fmla="*/ 1130999 h 2495550"/>
                <a:gd name="connsiteX12839" fmla="*/ 2512219 w 3219450"/>
                <a:gd name="connsiteY12839" fmla="*/ 1131475 h 2495550"/>
                <a:gd name="connsiteX12840" fmla="*/ 2515267 w 3219450"/>
                <a:gd name="connsiteY12840" fmla="*/ 1129665 h 2495550"/>
                <a:gd name="connsiteX12841" fmla="*/ 2517172 w 3219450"/>
                <a:gd name="connsiteY12841" fmla="*/ 1129570 h 2495550"/>
                <a:gd name="connsiteX12842" fmla="*/ 2522696 w 3219450"/>
                <a:gd name="connsiteY12842" fmla="*/ 1130046 h 2495550"/>
                <a:gd name="connsiteX12843" fmla="*/ 2523458 w 3219450"/>
                <a:gd name="connsiteY12843" fmla="*/ 1129760 h 2495550"/>
                <a:gd name="connsiteX12844" fmla="*/ 2523744 w 3219450"/>
                <a:gd name="connsiteY12844" fmla="*/ 1128998 h 2495550"/>
                <a:gd name="connsiteX12845" fmla="*/ 2524125 w 3219450"/>
                <a:gd name="connsiteY12845" fmla="*/ 1128998 h 2495550"/>
                <a:gd name="connsiteX12846" fmla="*/ 2526221 w 3219450"/>
                <a:gd name="connsiteY12846" fmla="*/ 1126903 h 2495550"/>
                <a:gd name="connsiteX12847" fmla="*/ 2527745 w 3219450"/>
                <a:gd name="connsiteY12847" fmla="*/ 1126617 h 2495550"/>
                <a:gd name="connsiteX12848" fmla="*/ 2531650 w 3219450"/>
                <a:gd name="connsiteY12848" fmla="*/ 1126998 h 2495550"/>
                <a:gd name="connsiteX12849" fmla="*/ 2532793 w 3219450"/>
                <a:gd name="connsiteY12849" fmla="*/ 1126141 h 2495550"/>
                <a:gd name="connsiteX12850" fmla="*/ 2533841 w 3219450"/>
                <a:gd name="connsiteY12850" fmla="*/ 1126712 h 2495550"/>
                <a:gd name="connsiteX12851" fmla="*/ 2534317 w 3219450"/>
                <a:gd name="connsiteY12851" fmla="*/ 1126046 h 2495550"/>
                <a:gd name="connsiteX12852" fmla="*/ 2534222 w 3219450"/>
                <a:gd name="connsiteY12852" fmla="*/ 1124807 h 2495550"/>
                <a:gd name="connsiteX12853" fmla="*/ 2533650 w 3219450"/>
                <a:gd name="connsiteY12853" fmla="*/ 1123569 h 2495550"/>
                <a:gd name="connsiteX12854" fmla="*/ 2532793 w 3219450"/>
                <a:gd name="connsiteY12854" fmla="*/ 1122807 h 2495550"/>
                <a:gd name="connsiteX12855" fmla="*/ 2531840 w 3219450"/>
                <a:gd name="connsiteY12855" fmla="*/ 1122521 h 2495550"/>
                <a:gd name="connsiteX12856" fmla="*/ 2529650 w 3219450"/>
                <a:gd name="connsiteY12856" fmla="*/ 1122521 h 2495550"/>
                <a:gd name="connsiteX12857" fmla="*/ 2528316 w 3219450"/>
                <a:gd name="connsiteY12857" fmla="*/ 1121855 h 2495550"/>
                <a:gd name="connsiteX12858" fmla="*/ 2528030 w 3219450"/>
                <a:gd name="connsiteY12858" fmla="*/ 1121569 h 2495550"/>
                <a:gd name="connsiteX12859" fmla="*/ 2528316 w 3219450"/>
                <a:gd name="connsiteY12859" fmla="*/ 1120997 h 2495550"/>
                <a:gd name="connsiteX12860" fmla="*/ 2528983 w 3219450"/>
                <a:gd name="connsiteY12860" fmla="*/ 1120807 h 2495550"/>
                <a:gd name="connsiteX12861" fmla="*/ 2530316 w 3219450"/>
                <a:gd name="connsiteY12861" fmla="*/ 1120616 h 2495550"/>
                <a:gd name="connsiteX12862" fmla="*/ 2531269 w 3219450"/>
                <a:gd name="connsiteY12862" fmla="*/ 1120235 h 2495550"/>
                <a:gd name="connsiteX12863" fmla="*/ 2531555 w 3219450"/>
                <a:gd name="connsiteY12863" fmla="*/ 1119950 h 2495550"/>
                <a:gd name="connsiteX12864" fmla="*/ 2531745 w 3219450"/>
                <a:gd name="connsiteY12864" fmla="*/ 1119188 h 2495550"/>
                <a:gd name="connsiteX12865" fmla="*/ 2531840 w 3219450"/>
                <a:gd name="connsiteY12865" fmla="*/ 1118521 h 2495550"/>
                <a:gd name="connsiteX12866" fmla="*/ 2531745 w 3219450"/>
                <a:gd name="connsiteY12866" fmla="*/ 1118045 h 2495550"/>
                <a:gd name="connsiteX12867" fmla="*/ 2531364 w 3219450"/>
                <a:gd name="connsiteY12867" fmla="*/ 1117759 h 2495550"/>
                <a:gd name="connsiteX12868" fmla="*/ 2530602 w 3219450"/>
                <a:gd name="connsiteY12868" fmla="*/ 1117664 h 2495550"/>
                <a:gd name="connsiteX12869" fmla="*/ 2532412 w 3219450"/>
                <a:gd name="connsiteY12869" fmla="*/ 1116806 h 2495550"/>
                <a:gd name="connsiteX12870" fmla="*/ 2532888 w 3219450"/>
                <a:gd name="connsiteY12870" fmla="*/ 1116711 h 2495550"/>
                <a:gd name="connsiteX12871" fmla="*/ 2534507 w 3219450"/>
                <a:gd name="connsiteY12871" fmla="*/ 1116902 h 2495550"/>
                <a:gd name="connsiteX12872" fmla="*/ 2536031 w 3219450"/>
                <a:gd name="connsiteY12872" fmla="*/ 1117283 h 2495550"/>
                <a:gd name="connsiteX12873" fmla="*/ 2536031 w 3219450"/>
                <a:gd name="connsiteY12873" fmla="*/ 1116806 h 2495550"/>
                <a:gd name="connsiteX12874" fmla="*/ 2535079 w 3219450"/>
                <a:gd name="connsiteY12874" fmla="*/ 1116140 h 2495550"/>
                <a:gd name="connsiteX12875" fmla="*/ 2535365 w 3219450"/>
                <a:gd name="connsiteY12875" fmla="*/ 1115377 h 2495550"/>
                <a:gd name="connsiteX12876" fmla="*/ 2536412 w 3219450"/>
                <a:gd name="connsiteY12876" fmla="*/ 1115187 h 2495550"/>
                <a:gd name="connsiteX12877" fmla="*/ 2537841 w 3219450"/>
                <a:gd name="connsiteY12877" fmla="*/ 1115949 h 2495550"/>
                <a:gd name="connsiteX12878" fmla="*/ 2538603 w 3219450"/>
                <a:gd name="connsiteY12878" fmla="*/ 1116997 h 2495550"/>
                <a:gd name="connsiteX12879" fmla="*/ 2539841 w 3219450"/>
                <a:gd name="connsiteY12879" fmla="*/ 1119283 h 2495550"/>
                <a:gd name="connsiteX12880" fmla="*/ 2541746 w 3219450"/>
                <a:gd name="connsiteY12880" fmla="*/ 1120997 h 2495550"/>
                <a:gd name="connsiteX12881" fmla="*/ 2542413 w 3219450"/>
                <a:gd name="connsiteY12881" fmla="*/ 1121188 h 2495550"/>
                <a:gd name="connsiteX12882" fmla="*/ 2542985 w 3219450"/>
                <a:gd name="connsiteY12882" fmla="*/ 1120807 h 2495550"/>
                <a:gd name="connsiteX12883" fmla="*/ 2543842 w 3219450"/>
                <a:gd name="connsiteY12883" fmla="*/ 1120045 h 2495550"/>
                <a:gd name="connsiteX12884" fmla="*/ 2544223 w 3219450"/>
                <a:gd name="connsiteY12884" fmla="*/ 1119473 h 2495550"/>
                <a:gd name="connsiteX12885" fmla="*/ 2544223 w 3219450"/>
                <a:gd name="connsiteY12885" fmla="*/ 1118806 h 2495550"/>
                <a:gd name="connsiteX12886" fmla="*/ 2543461 w 3219450"/>
                <a:gd name="connsiteY12886" fmla="*/ 1117759 h 2495550"/>
                <a:gd name="connsiteX12887" fmla="*/ 2541270 w 3219450"/>
                <a:gd name="connsiteY12887" fmla="*/ 1116521 h 2495550"/>
                <a:gd name="connsiteX12888" fmla="*/ 2540699 w 3219450"/>
                <a:gd name="connsiteY12888" fmla="*/ 1115092 h 2495550"/>
                <a:gd name="connsiteX12889" fmla="*/ 2542223 w 3219450"/>
                <a:gd name="connsiteY12889" fmla="*/ 1115282 h 2495550"/>
                <a:gd name="connsiteX12890" fmla="*/ 2543461 w 3219450"/>
                <a:gd name="connsiteY12890" fmla="*/ 1115663 h 2495550"/>
                <a:gd name="connsiteX12891" fmla="*/ 2545747 w 3219450"/>
                <a:gd name="connsiteY12891" fmla="*/ 1116902 h 2495550"/>
                <a:gd name="connsiteX12892" fmla="*/ 2545556 w 3219450"/>
                <a:gd name="connsiteY12892" fmla="*/ 1116140 h 2495550"/>
                <a:gd name="connsiteX12893" fmla="*/ 2545176 w 3219450"/>
                <a:gd name="connsiteY12893" fmla="*/ 1115473 h 2495550"/>
                <a:gd name="connsiteX12894" fmla="*/ 2544604 w 3219450"/>
                <a:gd name="connsiteY12894" fmla="*/ 1114997 h 2495550"/>
                <a:gd name="connsiteX12895" fmla="*/ 2543842 w 3219450"/>
                <a:gd name="connsiteY12895" fmla="*/ 1114711 h 2495550"/>
                <a:gd name="connsiteX12896" fmla="*/ 2544699 w 3219450"/>
                <a:gd name="connsiteY12896" fmla="*/ 1114235 h 2495550"/>
                <a:gd name="connsiteX12897" fmla="*/ 2545366 w 3219450"/>
                <a:gd name="connsiteY12897" fmla="*/ 1114425 h 2495550"/>
                <a:gd name="connsiteX12898" fmla="*/ 2546033 w 3219450"/>
                <a:gd name="connsiteY12898" fmla="*/ 1114901 h 2495550"/>
                <a:gd name="connsiteX12899" fmla="*/ 2546699 w 3219450"/>
                <a:gd name="connsiteY12899" fmla="*/ 1115187 h 2495550"/>
                <a:gd name="connsiteX12900" fmla="*/ 2547557 w 3219450"/>
                <a:gd name="connsiteY12900" fmla="*/ 1114901 h 2495550"/>
                <a:gd name="connsiteX12901" fmla="*/ 2548223 w 3219450"/>
                <a:gd name="connsiteY12901" fmla="*/ 1114235 h 2495550"/>
                <a:gd name="connsiteX12902" fmla="*/ 2548700 w 3219450"/>
                <a:gd name="connsiteY12902" fmla="*/ 1113663 h 2495550"/>
                <a:gd name="connsiteX12903" fmla="*/ 2549081 w 3219450"/>
                <a:gd name="connsiteY12903" fmla="*/ 1113377 h 2495550"/>
                <a:gd name="connsiteX12904" fmla="*/ 2551938 w 3219450"/>
                <a:gd name="connsiteY12904" fmla="*/ 1113568 h 2495550"/>
                <a:gd name="connsiteX12905" fmla="*/ 2552414 w 3219450"/>
                <a:gd name="connsiteY12905" fmla="*/ 1113092 h 2495550"/>
                <a:gd name="connsiteX12906" fmla="*/ 2551748 w 3219450"/>
                <a:gd name="connsiteY12906" fmla="*/ 1111472 h 2495550"/>
                <a:gd name="connsiteX12907" fmla="*/ 2552224 w 3219450"/>
                <a:gd name="connsiteY12907" fmla="*/ 1110901 h 2495550"/>
                <a:gd name="connsiteX12908" fmla="*/ 2552605 w 3219450"/>
                <a:gd name="connsiteY12908" fmla="*/ 1110710 h 2495550"/>
                <a:gd name="connsiteX12909" fmla="*/ 2553081 w 3219450"/>
                <a:gd name="connsiteY12909" fmla="*/ 1110710 h 2495550"/>
                <a:gd name="connsiteX12910" fmla="*/ 2553557 w 3219450"/>
                <a:gd name="connsiteY12910" fmla="*/ 1110520 h 2495550"/>
                <a:gd name="connsiteX12911" fmla="*/ 2556415 w 3219450"/>
                <a:gd name="connsiteY12911" fmla="*/ 1107948 h 2495550"/>
                <a:gd name="connsiteX12912" fmla="*/ 2557177 w 3219450"/>
                <a:gd name="connsiteY12912" fmla="*/ 1107662 h 2495550"/>
                <a:gd name="connsiteX12913" fmla="*/ 2558225 w 3219450"/>
                <a:gd name="connsiteY12913" fmla="*/ 1107662 h 2495550"/>
                <a:gd name="connsiteX12914" fmla="*/ 2557558 w 3219450"/>
                <a:gd name="connsiteY12914" fmla="*/ 1107091 h 2495550"/>
                <a:gd name="connsiteX12915" fmla="*/ 2556796 w 3219450"/>
                <a:gd name="connsiteY12915" fmla="*/ 1106805 h 2495550"/>
                <a:gd name="connsiteX12916" fmla="*/ 2555177 w 3219450"/>
                <a:gd name="connsiteY12916" fmla="*/ 1106710 h 2495550"/>
                <a:gd name="connsiteX12917" fmla="*/ 2555177 w 3219450"/>
                <a:gd name="connsiteY12917" fmla="*/ 1106424 h 2495550"/>
                <a:gd name="connsiteX12918" fmla="*/ 2555558 w 3219450"/>
                <a:gd name="connsiteY12918" fmla="*/ 1105662 h 2495550"/>
                <a:gd name="connsiteX12919" fmla="*/ 2555844 w 3219450"/>
                <a:gd name="connsiteY12919" fmla="*/ 1104710 h 2495550"/>
                <a:gd name="connsiteX12920" fmla="*/ 2555748 w 3219450"/>
                <a:gd name="connsiteY12920" fmla="*/ 1103852 h 2495550"/>
                <a:gd name="connsiteX12921" fmla="*/ 2560130 w 3219450"/>
                <a:gd name="connsiteY12921" fmla="*/ 1100423 h 2495550"/>
                <a:gd name="connsiteX12922" fmla="*/ 2562320 w 3219450"/>
                <a:gd name="connsiteY12922" fmla="*/ 1098137 h 2495550"/>
                <a:gd name="connsiteX12923" fmla="*/ 2562606 w 3219450"/>
                <a:gd name="connsiteY12923" fmla="*/ 1096423 h 2495550"/>
                <a:gd name="connsiteX12924" fmla="*/ 2562797 w 3219450"/>
                <a:gd name="connsiteY12924" fmla="*/ 1096042 h 2495550"/>
                <a:gd name="connsiteX12925" fmla="*/ 2562892 w 3219450"/>
                <a:gd name="connsiteY12925" fmla="*/ 1095851 h 2495550"/>
                <a:gd name="connsiteX12926" fmla="*/ 2562892 w 3219450"/>
                <a:gd name="connsiteY12926" fmla="*/ 1095566 h 2495550"/>
                <a:gd name="connsiteX12927" fmla="*/ 2563749 w 3219450"/>
                <a:gd name="connsiteY12927" fmla="*/ 1095947 h 2495550"/>
                <a:gd name="connsiteX12928" fmla="*/ 2564226 w 3219450"/>
                <a:gd name="connsiteY12928" fmla="*/ 1095185 h 2495550"/>
                <a:gd name="connsiteX12929" fmla="*/ 2564606 w 3219450"/>
                <a:gd name="connsiteY12929" fmla="*/ 1094137 h 2495550"/>
                <a:gd name="connsiteX12930" fmla="*/ 2564987 w 3219450"/>
                <a:gd name="connsiteY12930" fmla="*/ 1093661 h 2495550"/>
                <a:gd name="connsiteX12931" fmla="*/ 2565749 w 3219450"/>
                <a:gd name="connsiteY12931" fmla="*/ 1093470 h 2495550"/>
                <a:gd name="connsiteX12932" fmla="*/ 2566511 w 3219450"/>
                <a:gd name="connsiteY12932" fmla="*/ 1092899 h 2495550"/>
                <a:gd name="connsiteX12933" fmla="*/ 2567273 w 3219450"/>
                <a:gd name="connsiteY12933" fmla="*/ 1092232 h 2495550"/>
                <a:gd name="connsiteX12934" fmla="*/ 2567845 w 3219450"/>
                <a:gd name="connsiteY12934" fmla="*/ 1091565 h 2495550"/>
                <a:gd name="connsiteX12935" fmla="*/ 2568416 w 3219450"/>
                <a:gd name="connsiteY12935" fmla="*/ 1091184 h 2495550"/>
                <a:gd name="connsiteX12936" fmla="*/ 2569845 w 3219450"/>
                <a:gd name="connsiteY12936" fmla="*/ 1090613 h 2495550"/>
                <a:gd name="connsiteX12937" fmla="*/ 2570512 w 3219450"/>
                <a:gd name="connsiteY12937" fmla="*/ 1089565 h 2495550"/>
                <a:gd name="connsiteX12938" fmla="*/ 2571464 w 3219450"/>
                <a:gd name="connsiteY12938" fmla="*/ 1089374 h 2495550"/>
                <a:gd name="connsiteX12939" fmla="*/ 2573179 w 3219450"/>
                <a:gd name="connsiteY12939" fmla="*/ 1089470 h 2495550"/>
                <a:gd name="connsiteX12940" fmla="*/ 2574417 w 3219450"/>
                <a:gd name="connsiteY12940" fmla="*/ 1089184 h 2495550"/>
                <a:gd name="connsiteX12941" fmla="*/ 2575751 w 3219450"/>
                <a:gd name="connsiteY12941" fmla="*/ 1088517 h 2495550"/>
                <a:gd name="connsiteX12942" fmla="*/ 2578132 w 3219450"/>
                <a:gd name="connsiteY12942" fmla="*/ 1086707 h 2495550"/>
                <a:gd name="connsiteX12943" fmla="*/ 2578513 w 3219450"/>
                <a:gd name="connsiteY12943" fmla="*/ 1086517 h 2495550"/>
                <a:gd name="connsiteX12944" fmla="*/ 2578799 w 3219450"/>
                <a:gd name="connsiteY12944" fmla="*/ 1086517 h 2495550"/>
                <a:gd name="connsiteX12945" fmla="*/ 2578989 w 3219450"/>
                <a:gd name="connsiteY12945" fmla="*/ 1086517 h 2495550"/>
                <a:gd name="connsiteX12946" fmla="*/ 2579275 w 3219450"/>
                <a:gd name="connsiteY12946" fmla="*/ 1086231 h 2495550"/>
                <a:gd name="connsiteX12947" fmla="*/ 2579275 w 3219450"/>
                <a:gd name="connsiteY12947" fmla="*/ 1085755 h 2495550"/>
                <a:gd name="connsiteX12948" fmla="*/ 2579085 w 3219450"/>
                <a:gd name="connsiteY12948" fmla="*/ 1085374 h 2495550"/>
                <a:gd name="connsiteX12949" fmla="*/ 2578894 w 3219450"/>
                <a:gd name="connsiteY12949" fmla="*/ 1085088 h 2495550"/>
                <a:gd name="connsiteX12950" fmla="*/ 2578894 w 3219450"/>
                <a:gd name="connsiteY12950" fmla="*/ 1084802 h 2495550"/>
                <a:gd name="connsiteX12951" fmla="*/ 2579370 w 3219450"/>
                <a:gd name="connsiteY12951" fmla="*/ 1084421 h 2495550"/>
                <a:gd name="connsiteX12952" fmla="*/ 2579751 w 3219450"/>
                <a:gd name="connsiteY12952" fmla="*/ 1084612 h 2495550"/>
                <a:gd name="connsiteX12953" fmla="*/ 2580132 w 3219450"/>
                <a:gd name="connsiteY12953" fmla="*/ 1085183 h 2495550"/>
                <a:gd name="connsiteX12954" fmla="*/ 2580704 w 3219450"/>
                <a:gd name="connsiteY12954" fmla="*/ 1085755 h 2495550"/>
                <a:gd name="connsiteX12955" fmla="*/ 2583276 w 3219450"/>
                <a:gd name="connsiteY12955" fmla="*/ 1082897 h 2495550"/>
                <a:gd name="connsiteX12956" fmla="*/ 2583561 w 3219450"/>
                <a:gd name="connsiteY12956" fmla="*/ 1081659 h 2495550"/>
                <a:gd name="connsiteX12957" fmla="*/ 2583847 w 3219450"/>
                <a:gd name="connsiteY12957" fmla="*/ 1081183 h 2495550"/>
                <a:gd name="connsiteX12958" fmla="*/ 2584514 w 3219450"/>
                <a:gd name="connsiteY12958" fmla="*/ 1081469 h 2495550"/>
                <a:gd name="connsiteX12959" fmla="*/ 2585180 w 3219450"/>
                <a:gd name="connsiteY12959" fmla="*/ 1082040 h 2495550"/>
                <a:gd name="connsiteX12960" fmla="*/ 2585371 w 3219450"/>
                <a:gd name="connsiteY12960" fmla="*/ 1082326 h 2495550"/>
                <a:gd name="connsiteX12961" fmla="*/ 2585943 w 3219450"/>
                <a:gd name="connsiteY12961" fmla="*/ 1082135 h 2495550"/>
                <a:gd name="connsiteX12962" fmla="*/ 2586419 w 3219450"/>
                <a:gd name="connsiteY12962" fmla="*/ 1081754 h 2495550"/>
                <a:gd name="connsiteX12963" fmla="*/ 2587181 w 3219450"/>
                <a:gd name="connsiteY12963" fmla="*/ 1080897 h 2495550"/>
                <a:gd name="connsiteX12964" fmla="*/ 2590229 w 3219450"/>
                <a:gd name="connsiteY12964" fmla="*/ 1079373 h 2495550"/>
                <a:gd name="connsiteX12965" fmla="*/ 2590800 w 3219450"/>
                <a:gd name="connsiteY12965" fmla="*/ 1079183 h 2495550"/>
                <a:gd name="connsiteX12966" fmla="*/ 2591277 w 3219450"/>
                <a:gd name="connsiteY12966" fmla="*/ 1078421 h 2495550"/>
                <a:gd name="connsiteX12967" fmla="*/ 2594420 w 3219450"/>
                <a:gd name="connsiteY12967" fmla="*/ 1075277 h 2495550"/>
                <a:gd name="connsiteX12968" fmla="*/ 2595658 w 3219450"/>
                <a:gd name="connsiteY12968" fmla="*/ 1076135 h 2495550"/>
                <a:gd name="connsiteX12969" fmla="*/ 2599563 w 3219450"/>
                <a:gd name="connsiteY12969" fmla="*/ 1075182 h 2495550"/>
                <a:gd name="connsiteX12970" fmla="*/ 2600611 w 3219450"/>
                <a:gd name="connsiteY12970" fmla="*/ 1075754 h 2495550"/>
                <a:gd name="connsiteX12971" fmla="*/ 2602135 w 3219450"/>
                <a:gd name="connsiteY12971" fmla="*/ 1074039 h 2495550"/>
                <a:gd name="connsiteX12972" fmla="*/ 2602326 w 3219450"/>
                <a:gd name="connsiteY12972" fmla="*/ 1073182 h 2495550"/>
                <a:gd name="connsiteX12973" fmla="*/ 2601373 w 3219450"/>
                <a:gd name="connsiteY12973" fmla="*/ 1072515 h 2495550"/>
                <a:gd name="connsiteX12974" fmla="*/ 2601373 w 3219450"/>
                <a:gd name="connsiteY12974" fmla="*/ 1072039 h 2495550"/>
                <a:gd name="connsiteX12975" fmla="*/ 2602135 w 3219450"/>
                <a:gd name="connsiteY12975" fmla="*/ 1072039 h 2495550"/>
                <a:gd name="connsiteX12976" fmla="*/ 2602611 w 3219450"/>
                <a:gd name="connsiteY12976" fmla="*/ 1071658 h 2495550"/>
                <a:gd name="connsiteX12977" fmla="*/ 2602897 w 3219450"/>
                <a:gd name="connsiteY12977" fmla="*/ 1071181 h 2495550"/>
                <a:gd name="connsiteX12978" fmla="*/ 2603087 w 3219450"/>
                <a:gd name="connsiteY12978" fmla="*/ 1070991 h 2495550"/>
                <a:gd name="connsiteX12979" fmla="*/ 2603469 w 3219450"/>
                <a:gd name="connsiteY12979" fmla="*/ 1071086 h 2495550"/>
                <a:gd name="connsiteX12980" fmla="*/ 2604135 w 3219450"/>
                <a:gd name="connsiteY12980" fmla="*/ 1071372 h 2495550"/>
                <a:gd name="connsiteX12981" fmla="*/ 2604707 w 3219450"/>
                <a:gd name="connsiteY12981" fmla="*/ 1071467 h 2495550"/>
                <a:gd name="connsiteX12982" fmla="*/ 2605659 w 3219450"/>
                <a:gd name="connsiteY12982" fmla="*/ 1071372 h 2495550"/>
                <a:gd name="connsiteX12983" fmla="*/ 2607850 w 3219450"/>
                <a:gd name="connsiteY12983" fmla="*/ 1070610 h 2495550"/>
                <a:gd name="connsiteX12984" fmla="*/ 2608231 w 3219450"/>
                <a:gd name="connsiteY12984" fmla="*/ 1070324 h 2495550"/>
                <a:gd name="connsiteX12985" fmla="*/ 2609279 w 3219450"/>
                <a:gd name="connsiteY12985" fmla="*/ 1072039 h 2495550"/>
                <a:gd name="connsiteX12986" fmla="*/ 2611660 w 3219450"/>
                <a:gd name="connsiteY12986" fmla="*/ 1071944 h 2495550"/>
                <a:gd name="connsiteX12987" fmla="*/ 2614232 w 3219450"/>
                <a:gd name="connsiteY12987" fmla="*/ 1070991 h 2495550"/>
                <a:gd name="connsiteX12988" fmla="*/ 2616518 w 3219450"/>
                <a:gd name="connsiteY12988" fmla="*/ 1069562 h 2495550"/>
                <a:gd name="connsiteX12989" fmla="*/ 2616708 w 3219450"/>
                <a:gd name="connsiteY12989" fmla="*/ 1069086 h 2495550"/>
                <a:gd name="connsiteX12990" fmla="*/ 2616422 w 3219450"/>
                <a:gd name="connsiteY12990" fmla="*/ 1068324 h 2495550"/>
                <a:gd name="connsiteX12991" fmla="*/ 2616041 w 3219450"/>
                <a:gd name="connsiteY12991" fmla="*/ 1067943 h 2495550"/>
                <a:gd name="connsiteX12992" fmla="*/ 2615756 w 3219450"/>
                <a:gd name="connsiteY12992" fmla="*/ 1067848 h 2495550"/>
                <a:gd name="connsiteX12993" fmla="*/ 2615375 w 3219450"/>
                <a:gd name="connsiteY12993" fmla="*/ 1067848 h 2495550"/>
                <a:gd name="connsiteX12994" fmla="*/ 2614232 w 3219450"/>
                <a:gd name="connsiteY12994" fmla="*/ 1067467 h 2495550"/>
                <a:gd name="connsiteX12995" fmla="*/ 2613755 w 3219450"/>
                <a:gd name="connsiteY12995" fmla="*/ 1067467 h 2495550"/>
                <a:gd name="connsiteX12996" fmla="*/ 2613470 w 3219450"/>
                <a:gd name="connsiteY12996" fmla="*/ 1067276 h 2495550"/>
                <a:gd name="connsiteX12997" fmla="*/ 2613374 w 3219450"/>
                <a:gd name="connsiteY12997" fmla="*/ 1066610 h 2495550"/>
                <a:gd name="connsiteX12998" fmla="*/ 2613660 w 3219450"/>
                <a:gd name="connsiteY12998" fmla="*/ 1065943 h 2495550"/>
                <a:gd name="connsiteX12999" fmla="*/ 2614327 w 3219450"/>
                <a:gd name="connsiteY12999" fmla="*/ 1065943 h 2495550"/>
                <a:gd name="connsiteX13000" fmla="*/ 2615661 w 3219450"/>
                <a:gd name="connsiteY13000" fmla="*/ 1066419 h 2495550"/>
                <a:gd name="connsiteX13001" fmla="*/ 2616518 w 3219450"/>
                <a:gd name="connsiteY13001" fmla="*/ 1066038 h 2495550"/>
                <a:gd name="connsiteX13002" fmla="*/ 2616422 w 3219450"/>
                <a:gd name="connsiteY13002" fmla="*/ 1065086 h 2495550"/>
                <a:gd name="connsiteX13003" fmla="*/ 2615851 w 3219450"/>
                <a:gd name="connsiteY13003" fmla="*/ 1064038 h 2495550"/>
                <a:gd name="connsiteX13004" fmla="*/ 2615279 w 3219450"/>
                <a:gd name="connsiteY13004" fmla="*/ 1063276 h 2495550"/>
                <a:gd name="connsiteX13005" fmla="*/ 2614898 w 3219450"/>
                <a:gd name="connsiteY13005" fmla="*/ 1062704 h 2495550"/>
                <a:gd name="connsiteX13006" fmla="*/ 2614994 w 3219450"/>
                <a:gd name="connsiteY13006" fmla="*/ 1062228 h 2495550"/>
                <a:gd name="connsiteX13007" fmla="*/ 2615375 w 3219450"/>
                <a:gd name="connsiteY13007" fmla="*/ 1061942 h 2495550"/>
                <a:gd name="connsiteX13008" fmla="*/ 2615756 w 3219450"/>
                <a:gd name="connsiteY13008" fmla="*/ 1061752 h 2495550"/>
                <a:gd name="connsiteX13009" fmla="*/ 2615756 w 3219450"/>
                <a:gd name="connsiteY13009" fmla="*/ 1062133 h 2495550"/>
                <a:gd name="connsiteX13010" fmla="*/ 2615946 w 3219450"/>
                <a:gd name="connsiteY13010" fmla="*/ 1062800 h 2495550"/>
                <a:gd name="connsiteX13011" fmla="*/ 2616327 w 3219450"/>
                <a:gd name="connsiteY13011" fmla="*/ 1063085 h 2495550"/>
                <a:gd name="connsiteX13012" fmla="*/ 2616803 w 3219450"/>
                <a:gd name="connsiteY13012" fmla="*/ 1062228 h 2495550"/>
                <a:gd name="connsiteX13013" fmla="*/ 2617470 w 3219450"/>
                <a:gd name="connsiteY13013" fmla="*/ 1062704 h 2495550"/>
                <a:gd name="connsiteX13014" fmla="*/ 2618423 w 3219450"/>
                <a:gd name="connsiteY13014" fmla="*/ 1064038 h 2495550"/>
                <a:gd name="connsiteX13015" fmla="*/ 2618994 w 3219450"/>
                <a:gd name="connsiteY13015" fmla="*/ 1064609 h 2495550"/>
                <a:gd name="connsiteX13016" fmla="*/ 2620328 w 3219450"/>
                <a:gd name="connsiteY13016" fmla="*/ 1064038 h 2495550"/>
                <a:gd name="connsiteX13017" fmla="*/ 2621661 w 3219450"/>
                <a:gd name="connsiteY13017" fmla="*/ 1064038 h 2495550"/>
                <a:gd name="connsiteX13018" fmla="*/ 2622804 w 3219450"/>
                <a:gd name="connsiteY13018" fmla="*/ 1063752 h 2495550"/>
                <a:gd name="connsiteX13019" fmla="*/ 2623661 w 3219450"/>
                <a:gd name="connsiteY13019" fmla="*/ 1062323 h 2495550"/>
                <a:gd name="connsiteX13020" fmla="*/ 2623376 w 3219450"/>
                <a:gd name="connsiteY13020" fmla="*/ 1061752 h 2495550"/>
                <a:gd name="connsiteX13021" fmla="*/ 2623661 w 3219450"/>
                <a:gd name="connsiteY13021" fmla="*/ 1061371 h 2495550"/>
                <a:gd name="connsiteX13022" fmla="*/ 2624138 w 3219450"/>
                <a:gd name="connsiteY13022" fmla="*/ 1061180 h 2495550"/>
                <a:gd name="connsiteX13023" fmla="*/ 2624423 w 3219450"/>
                <a:gd name="connsiteY13023" fmla="*/ 1061276 h 2495550"/>
                <a:gd name="connsiteX13024" fmla="*/ 2624614 w 3219450"/>
                <a:gd name="connsiteY13024" fmla="*/ 1062038 h 2495550"/>
                <a:gd name="connsiteX13025" fmla="*/ 2624423 w 3219450"/>
                <a:gd name="connsiteY13025" fmla="*/ 1062514 h 2495550"/>
                <a:gd name="connsiteX13026" fmla="*/ 2624138 w 3219450"/>
                <a:gd name="connsiteY13026" fmla="*/ 1062800 h 2495550"/>
                <a:gd name="connsiteX13027" fmla="*/ 2624043 w 3219450"/>
                <a:gd name="connsiteY13027" fmla="*/ 1063181 h 2495550"/>
                <a:gd name="connsiteX13028" fmla="*/ 2623947 w 3219450"/>
                <a:gd name="connsiteY13028" fmla="*/ 1066610 h 2495550"/>
                <a:gd name="connsiteX13029" fmla="*/ 2624043 w 3219450"/>
                <a:gd name="connsiteY13029" fmla="*/ 1067372 h 2495550"/>
                <a:gd name="connsiteX13030" fmla="*/ 2624995 w 3219450"/>
                <a:gd name="connsiteY13030" fmla="*/ 1067943 h 2495550"/>
                <a:gd name="connsiteX13031" fmla="*/ 2625947 w 3219450"/>
                <a:gd name="connsiteY13031" fmla="*/ 1067276 h 2495550"/>
                <a:gd name="connsiteX13032" fmla="*/ 2627853 w 3219450"/>
                <a:gd name="connsiteY13032" fmla="*/ 1064324 h 2495550"/>
                <a:gd name="connsiteX13033" fmla="*/ 2628614 w 3219450"/>
                <a:gd name="connsiteY13033" fmla="*/ 1063562 h 2495550"/>
                <a:gd name="connsiteX13034" fmla="*/ 2629567 w 3219450"/>
                <a:gd name="connsiteY13034" fmla="*/ 1063085 h 2495550"/>
                <a:gd name="connsiteX13035" fmla="*/ 2630615 w 3219450"/>
                <a:gd name="connsiteY13035" fmla="*/ 1063181 h 2495550"/>
                <a:gd name="connsiteX13036" fmla="*/ 2631091 w 3219450"/>
                <a:gd name="connsiteY13036" fmla="*/ 1063562 h 2495550"/>
                <a:gd name="connsiteX13037" fmla="*/ 2631377 w 3219450"/>
                <a:gd name="connsiteY13037" fmla="*/ 1064038 h 2495550"/>
                <a:gd name="connsiteX13038" fmla="*/ 2631567 w 3219450"/>
                <a:gd name="connsiteY13038" fmla="*/ 1064419 h 2495550"/>
                <a:gd name="connsiteX13039" fmla="*/ 2631758 w 3219450"/>
                <a:gd name="connsiteY13039" fmla="*/ 1064609 h 2495550"/>
                <a:gd name="connsiteX13040" fmla="*/ 2632234 w 3219450"/>
                <a:gd name="connsiteY13040" fmla="*/ 1064990 h 2495550"/>
                <a:gd name="connsiteX13041" fmla="*/ 2632234 w 3219450"/>
                <a:gd name="connsiteY13041" fmla="*/ 1065086 h 2495550"/>
                <a:gd name="connsiteX13042" fmla="*/ 2632234 w 3219450"/>
                <a:gd name="connsiteY13042" fmla="*/ 1064895 h 2495550"/>
                <a:gd name="connsiteX13043" fmla="*/ 2633663 w 3219450"/>
                <a:gd name="connsiteY13043" fmla="*/ 1063943 h 2495550"/>
                <a:gd name="connsiteX13044" fmla="*/ 2634044 w 3219450"/>
                <a:gd name="connsiteY13044" fmla="*/ 1063371 h 2495550"/>
                <a:gd name="connsiteX13045" fmla="*/ 2634234 w 3219450"/>
                <a:gd name="connsiteY13045" fmla="*/ 1061656 h 2495550"/>
                <a:gd name="connsiteX13046" fmla="*/ 2635377 w 3219450"/>
                <a:gd name="connsiteY13046" fmla="*/ 1057942 h 2495550"/>
                <a:gd name="connsiteX13047" fmla="*/ 2635568 w 3219450"/>
                <a:gd name="connsiteY13047" fmla="*/ 1056704 h 2495550"/>
                <a:gd name="connsiteX13048" fmla="*/ 2635853 w 3219450"/>
                <a:gd name="connsiteY13048" fmla="*/ 1055656 h 2495550"/>
                <a:gd name="connsiteX13049" fmla="*/ 2636330 w 3219450"/>
                <a:gd name="connsiteY13049" fmla="*/ 1054894 h 2495550"/>
                <a:gd name="connsiteX13050" fmla="*/ 2637187 w 3219450"/>
                <a:gd name="connsiteY13050" fmla="*/ 1054608 h 2495550"/>
                <a:gd name="connsiteX13051" fmla="*/ 2636425 w 3219450"/>
                <a:gd name="connsiteY13051" fmla="*/ 1057370 h 2495550"/>
                <a:gd name="connsiteX13052" fmla="*/ 2637854 w 3219450"/>
                <a:gd name="connsiteY13052" fmla="*/ 1058894 h 2495550"/>
                <a:gd name="connsiteX13053" fmla="*/ 2640521 w 3219450"/>
                <a:gd name="connsiteY13053" fmla="*/ 1060704 h 2495550"/>
                <a:gd name="connsiteX13054" fmla="*/ 2643283 w 3219450"/>
                <a:gd name="connsiteY13054" fmla="*/ 1061561 h 2495550"/>
                <a:gd name="connsiteX13055" fmla="*/ 2645093 w 3219450"/>
                <a:gd name="connsiteY13055" fmla="*/ 1060228 h 2495550"/>
                <a:gd name="connsiteX13056" fmla="*/ 2645474 w 3219450"/>
                <a:gd name="connsiteY13056" fmla="*/ 1060228 h 2495550"/>
                <a:gd name="connsiteX13057" fmla="*/ 2646521 w 3219450"/>
                <a:gd name="connsiteY13057" fmla="*/ 1060799 h 2495550"/>
                <a:gd name="connsiteX13058" fmla="*/ 2647950 w 3219450"/>
                <a:gd name="connsiteY13058" fmla="*/ 1061085 h 2495550"/>
                <a:gd name="connsiteX13059" fmla="*/ 2649379 w 3219450"/>
                <a:gd name="connsiteY13059" fmla="*/ 1061180 h 2495550"/>
                <a:gd name="connsiteX13060" fmla="*/ 2650617 w 3219450"/>
                <a:gd name="connsiteY13060" fmla="*/ 1061085 h 2495550"/>
                <a:gd name="connsiteX13061" fmla="*/ 2651094 w 3219450"/>
                <a:gd name="connsiteY13061" fmla="*/ 1060704 h 2495550"/>
                <a:gd name="connsiteX13062" fmla="*/ 2651665 w 3219450"/>
                <a:gd name="connsiteY13062" fmla="*/ 1060228 h 2495550"/>
                <a:gd name="connsiteX13063" fmla="*/ 2652236 w 3219450"/>
                <a:gd name="connsiteY13063" fmla="*/ 1059942 h 2495550"/>
                <a:gd name="connsiteX13064" fmla="*/ 2652903 w 3219450"/>
                <a:gd name="connsiteY13064" fmla="*/ 1060418 h 2495550"/>
                <a:gd name="connsiteX13065" fmla="*/ 2653570 w 3219450"/>
                <a:gd name="connsiteY13065" fmla="*/ 1061371 h 2495550"/>
                <a:gd name="connsiteX13066" fmla="*/ 2653951 w 3219450"/>
                <a:gd name="connsiteY13066" fmla="*/ 1061752 h 2495550"/>
                <a:gd name="connsiteX13067" fmla="*/ 2654522 w 3219450"/>
                <a:gd name="connsiteY13067" fmla="*/ 1062038 h 2495550"/>
                <a:gd name="connsiteX13068" fmla="*/ 2655189 w 3219450"/>
                <a:gd name="connsiteY13068" fmla="*/ 1061656 h 2495550"/>
                <a:gd name="connsiteX13069" fmla="*/ 2657475 w 3219450"/>
                <a:gd name="connsiteY13069" fmla="*/ 1061085 h 2495550"/>
                <a:gd name="connsiteX13070" fmla="*/ 2658237 w 3219450"/>
                <a:gd name="connsiteY13070" fmla="*/ 1060704 h 2495550"/>
                <a:gd name="connsiteX13071" fmla="*/ 2658809 w 3219450"/>
                <a:gd name="connsiteY13071" fmla="*/ 1060323 h 2495550"/>
                <a:gd name="connsiteX13072" fmla="*/ 2659952 w 3219450"/>
                <a:gd name="connsiteY13072" fmla="*/ 1059275 h 2495550"/>
                <a:gd name="connsiteX13073" fmla="*/ 2661571 w 3219450"/>
                <a:gd name="connsiteY13073" fmla="*/ 1060514 h 2495550"/>
                <a:gd name="connsiteX13074" fmla="*/ 2662619 w 3219450"/>
                <a:gd name="connsiteY13074" fmla="*/ 1059847 h 2495550"/>
                <a:gd name="connsiteX13075" fmla="*/ 2663571 w 3219450"/>
                <a:gd name="connsiteY13075" fmla="*/ 1058513 h 2495550"/>
                <a:gd name="connsiteX13076" fmla="*/ 2666048 w 3219450"/>
                <a:gd name="connsiteY13076" fmla="*/ 1057370 h 2495550"/>
                <a:gd name="connsiteX13077" fmla="*/ 2669381 w 3219450"/>
                <a:gd name="connsiteY13077" fmla="*/ 1054037 h 2495550"/>
                <a:gd name="connsiteX13078" fmla="*/ 2669762 w 3219450"/>
                <a:gd name="connsiteY13078" fmla="*/ 1053941 h 2495550"/>
                <a:gd name="connsiteX13079" fmla="*/ 2670144 w 3219450"/>
                <a:gd name="connsiteY13079" fmla="*/ 1053941 h 2495550"/>
                <a:gd name="connsiteX13080" fmla="*/ 2670524 w 3219450"/>
                <a:gd name="connsiteY13080" fmla="*/ 1053941 h 2495550"/>
                <a:gd name="connsiteX13081" fmla="*/ 2670905 w 3219450"/>
                <a:gd name="connsiteY13081" fmla="*/ 1053656 h 2495550"/>
                <a:gd name="connsiteX13082" fmla="*/ 2671191 w 3219450"/>
                <a:gd name="connsiteY13082" fmla="*/ 1053179 h 2495550"/>
                <a:gd name="connsiteX13083" fmla="*/ 2671382 w 3219450"/>
                <a:gd name="connsiteY13083" fmla="*/ 1052227 h 2495550"/>
                <a:gd name="connsiteX13084" fmla="*/ 2671668 w 3219450"/>
                <a:gd name="connsiteY13084" fmla="*/ 1051751 h 2495550"/>
                <a:gd name="connsiteX13085" fmla="*/ 2674049 w 3219450"/>
                <a:gd name="connsiteY13085" fmla="*/ 1049179 h 2495550"/>
                <a:gd name="connsiteX13086" fmla="*/ 2674525 w 3219450"/>
                <a:gd name="connsiteY13086" fmla="*/ 1048322 h 2495550"/>
                <a:gd name="connsiteX13087" fmla="*/ 2674620 w 3219450"/>
                <a:gd name="connsiteY13087" fmla="*/ 1047655 h 2495550"/>
                <a:gd name="connsiteX13088" fmla="*/ 2674525 w 3219450"/>
                <a:gd name="connsiteY13088" fmla="*/ 1045845 h 2495550"/>
                <a:gd name="connsiteX13089" fmla="*/ 2674239 w 3219450"/>
                <a:gd name="connsiteY13089" fmla="*/ 1043845 h 2495550"/>
                <a:gd name="connsiteX13090" fmla="*/ 2674335 w 3219450"/>
                <a:gd name="connsiteY13090" fmla="*/ 1042988 h 2495550"/>
                <a:gd name="connsiteX13091" fmla="*/ 2674906 w 3219450"/>
                <a:gd name="connsiteY13091" fmla="*/ 1042321 h 2495550"/>
                <a:gd name="connsiteX13092" fmla="*/ 2675763 w 3219450"/>
                <a:gd name="connsiteY13092" fmla="*/ 1041464 h 2495550"/>
                <a:gd name="connsiteX13093" fmla="*/ 2683288 w 3219450"/>
                <a:gd name="connsiteY13093" fmla="*/ 1034320 h 2495550"/>
                <a:gd name="connsiteX13094" fmla="*/ 2683478 w 3219450"/>
                <a:gd name="connsiteY13094" fmla="*/ 1034225 h 2495550"/>
                <a:gd name="connsiteX13095" fmla="*/ 2684050 w 3219450"/>
                <a:gd name="connsiteY13095" fmla="*/ 1034129 h 2495550"/>
                <a:gd name="connsiteX13096" fmla="*/ 2684336 w 3219450"/>
                <a:gd name="connsiteY13096" fmla="*/ 1033939 h 2495550"/>
                <a:gd name="connsiteX13097" fmla="*/ 2684431 w 3219450"/>
                <a:gd name="connsiteY13097" fmla="*/ 1033653 h 2495550"/>
                <a:gd name="connsiteX13098" fmla="*/ 2684526 w 3219450"/>
                <a:gd name="connsiteY13098" fmla="*/ 1032891 h 2495550"/>
                <a:gd name="connsiteX13099" fmla="*/ 2684717 w 3219450"/>
                <a:gd name="connsiteY13099" fmla="*/ 1032510 h 2495550"/>
                <a:gd name="connsiteX13100" fmla="*/ 2685574 w 3219450"/>
                <a:gd name="connsiteY13100" fmla="*/ 1031748 h 2495550"/>
                <a:gd name="connsiteX13101" fmla="*/ 2687670 w 3219450"/>
                <a:gd name="connsiteY13101" fmla="*/ 1030415 h 2495550"/>
                <a:gd name="connsiteX13102" fmla="*/ 2688527 w 3219450"/>
                <a:gd name="connsiteY13102" fmla="*/ 1029462 h 2495550"/>
                <a:gd name="connsiteX13103" fmla="*/ 2689384 w 3219450"/>
                <a:gd name="connsiteY13103" fmla="*/ 1028891 h 2495550"/>
                <a:gd name="connsiteX13104" fmla="*/ 2692051 w 3219450"/>
                <a:gd name="connsiteY13104" fmla="*/ 1028319 h 2495550"/>
                <a:gd name="connsiteX13105" fmla="*/ 2693099 w 3219450"/>
                <a:gd name="connsiteY13105" fmla="*/ 1027843 h 2495550"/>
                <a:gd name="connsiteX13106" fmla="*/ 2693670 w 3219450"/>
                <a:gd name="connsiteY13106" fmla="*/ 1026700 h 2495550"/>
                <a:gd name="connsiteX13107" fmla="*/ 2694146 w 3219450"/>
                <a:gd name="connsiteY13107" fmla="*/ 1025081 h 2495550"/>
                <a:gd name="connsiteX13108" fmla="*/ 2694718 w 3219450"/>
                <a:gd name="connsiteY13108" fmla="*/ 1023652 h 2495550"/>
                <a:gd name="connsiteX13109" fmla="*/ 2695575 w 3219450"/>
                <a:gd name="connsiteY13109" fmla="*/ 1023080 h 2495550"/>
                <a:gd name="connsiteX13110" fmla="*/ 2696813 w 3219450"/>
                <a:gd name="connsiteY13110" fmla="*/ 1022795 h 2495550"/>
                <a:gd name="connsiteX13111" fmla="*/ 2697956 w 3219450"/>
                <a:gd name="connsiteY13111" fmla="*/ 1022033 h 2495550"/>
                <a:gd name="connsiteX13112" fmla="*/ 2700528 w 3219450"/>
                <a:gd name="connsiteY13112" fmla="*/ 1019461 h 2495550"/>
                <a:gd name="connsiteX13113" fmla="*/ 2702338 w 3219450"/>
                <a:gd name="connsiteY13113" fmla="*/ 1017080 h 2495550"/>
                <a:gd name="connsiteX13114" fmla="*/ 2702719 w 3219450"/>
                <a:gd name="connsiteY13114" fmla="*/ 1016222 h 2495550"/>
                <a:gd name="connsiteX13115" fmla="*/ 2703005 w 3219450"/>
                <a:gd name="connsiteY13115" fmla="*/ 1015841 h 2495550"/>
                <a:gd name="connsiteX13116" fmla="*/ 2703576 w 3219450"/>
                <a:gd name="connsiteY13116" fmla="*/ 1016318 h 2495550"/>
                <a:gd name="connsiteX13117" fmla="*/ 2704053 w 3219450"/>
                <a:gd name="connsiteY13117" fmla="*/ 1017080 h 2495550"/>
                <a:gd name="connsiteX13118" fmla="*/ 2704243 w 3219450"/>
                <a:gd name="connsiteY13118" fmla="*/ 1017365 h 2495550"/>
                <a:gd name="connsiteX13119" fmla="*/ 2704624 w 3219450"/>
                <a:gd name="connsiteY13119" fmla="*/ 1017556 h 2495550"/>
                <a:gd name="connsiteX13120" fmla="*/ 2705100 w 3219450"/>
                <a:gd name="connsiteY13120" fmla="*/ 1017746 h 2495550"/>
                <a:gd name="connsiteX13121" fmla="*/ 2706338 w 3219450"/>
                <a:gd name="connsiteY13121" fmla="*/ 1017842 h 2495550"/>
                <a:gd name="connsiteX13122" fmla="*/ 2707767 w 3219450"/>
                <a:gd name="connsiteY13122" fmla="*/ 1017556 h 2495550"/>
                <a:gd name="connsiteX13123" fmla="*/ 2708815 w 3219450"/>
                <a:gd name="connsiteY13123" fmla="*/ 1017651 h 2495550"/>
                <a:gd name="connsiteX13124" fmla="*/ 2709863 w 3219450"/>
                <a:gd name="connsiteY13124" fmla="*/ 1017556 h 2495550"/>
                <a:gd name="connsiteX13125" fmla="*/ 2710625 w 3219450"/>
                <a:gd name="connsiteY13125" fmla="*/ 1017270 h 2495550"/>
                <a:gd name="connsiteX13126" fmla="*/ 2710911 w 3219450"/>
                <a:gd name="connsiteY13126" fmla="*/ 1016603 h 2495550"/>
                <a:gd name="connsiteX13127" fmla="*/ 2710529 w 3219450"/>
                <a:gd name="connsiteY13127" fmla="*/ 1015746 h 2495550"/>
                <a:gd name="connsiteX13128" fmla="*/ 2709958 w 3219450"/>
                <a:gd name="connsiteY13128" fmla="*/ 1014889 h 2495550"/>
                <a:gd name="connsiteX13129" fmla="*/ 2709291 w 3219450"/>
                <a:gd name="connsiteY13129" fmla="*/ 1014032 h 2495550"/>
                <a:gd name="connsiteX13130" fmla="*/ 2709291 w 3219450"/>
                <a:gd name="connsiteY13130" fmla="*/ 1013079 h 2495550"/>
                <a:gd name="connsiteX13131" fmla="*/ 2709768 w 3219450"/>
                <a:gd name="connsiteY13131" fmla="*/ 1012222 h 2495550"/>
                <a:gd name="connsiteX13132" fmla="*/ 2711101 w 3219450"/>
                <a:gd name="connsiteY13132" fmla="*/ 1011746 h 2495550"/>
                <a:gd name="connsiteX13133" fmla="*/ 2712339 w 3219450"/>
                <a:gd name="connsiteY13133" fmla="*/ 1011365 h 2495550"/>
                <a:gd name="connsiteX13134" fmla="*/ 2713196 w 3219450"/>
                <a:gd name="connsiteY13134" fmla="*/ 1010888 h 2495550"/>
                <a:gd name="connsiteX13135" fmla="*/ 2714530 w 3219450"/>
                <a:gd name="connsiteY13135" fmla="*/ 1010317 h 2495550"/>
                <a:gd name="connsiteX13136" fmla="*/ 2715482 w 3219450"/>
                <a:gd name="connsiteY13136" fmla="*/ 1009745 h 2495550"/>
                <a:gd name="connsiteX13137" fmla="*/ 2716530 w 3219450"/>
                <a:gd name="connsiteY13137" fmla="*/ 1008983 h 2495550"/>
                <a:gd name="connsiteX13138" fmla="*/ 2718054 w 3219450"/>
                <a:gd name="connsiteY13138" fmla="*/ 1008317 h 2495550"/>
                <a:gd name="connsiteX13139" fmla="*/ 2719864 w 3219450"/>
                <a:gd name="connsiteY13139" fmla="*/ 1007745 h 2495550"/>
                <a:gd name="connsiteX13140" fmla="*/ 2721197 w 3219450"/>
                <a:gd name="connsiteY13140" fmla="*/ 1007174 h 2495550"/>
                <a:gd name="connsiteX13141" fmla="*/ 2721960 w 3219450"/>
                <a:gd name="connsiteY13141" fmla="*/ 1006888 h 2495550"/>
                <a:gd name="connsiteX13142" fmla="*/ 2722436 w 3219450"/>
                <a:gd name="connsiteY13142" fmla="*/ 1006412 h 2495550"/>
                <a:gd name="connsiteX13143" fmla="*/ 2722721 w 3219450"/>
                <a:gd name="connsiteY13143" fmla="*/ 1005745 h 2495550"/>
                <a:gd name="connsiteX13144" fmla="*/ 2723007 w 3219450"/>
                <a:gd name="connsiteY13144" fmla="*/ 1004983 h 2495550"/>
                <a:gd name="connsiteX13145" fmla="*/ 2723864 w 3219450"/>
                <a:gd name="connsiteY13145" fmla="*/ 1004602 h 2495550"/>
                <a:gd name="connsiteX13146" fmla="*/ 2724627 w 3219450"/>
                <a:gd name="connsiteY13146" fmla="*/ 1004507 h 2495550"/>
                <a:gd name="connsiteX13147" fmla="*/ 2725388 w 3219450"/>
                <a:gd name="connsiteY13147" fmla="*/ 1004888 h 2495550"/>
                <a:gd name="connsiteX13148" fmla="*/ 2726055 w 3219450"/>
                <a:gd name="connsiteY13148" fmla="*/ 1005173 h 2495550"/>
                <a:gd name="connsiteX13149" fmla="*/ 2727103 w 3219450"/>
                <a:gd name="connsiteY13149" fmla="*/ 1004792 h 2495550"/>
                <a:gd name="connsiteX13150" fmla="*/ 2727484 w 3219450"/>
                <a:gd name="connsiteY13150" fmla="*/ 1004792 h 2495550"/>
                <a:gd name="connsiteX13151" fmla="*/ 2727960 w 3219450"/>
                <a:gd name="connsiteY13151" fmla="*/ 1004983 h 2495550"/>
                <a:gd name="connsiteX13152" fmla="*/ 2728627 w 3219450"/>
                <a:gd name="connsiteY13152" fmla="*/ 1005554 h 2495550"/>
                <a:gd name="connsiteX13153" fmla="*/ 2728913 w 3219450"/>
                <a:gd name="connsiteY13153" fmla="*/ 1005745 h 2495550"/>
                <a:gd name="connsiteX13154" fmla="*/ 2730056 w 3219450"/>
                <a:gd name="connsiteY13154" fmla="*/ 1005745 h 2495550"/>
                <a:gd name="connsiteX13155" fmla="*/ 2730246 w 3219450"/>
                <a:gd name="connsiteY13155" fmla="*/ 1005269 h 2495550"/>
                <a:gd name="connsiteX13156" fmla="*/ 2730151 w 3219450"/>
                <a:gd name="connsiteY13156" fmla="*/ 1004411 h 2495550"/>
                <a:gd name="connsiteX13157" fmla="*/ 2730151 w 3219450"/>
                <a:gd name="connsiteY13157" fmla="*/ 1004316 h 2495550"/>
                <a:gd name="connsiteX13158" fmla="*/ 2730341 w 3219450"/>
                <a:gd name="connsiteY13158" fmla="*/ 1003364 h 2495550"/>
                <a:gd name="connsiteX13159" fmla="*/ 2730722 w 3219450"/>
                <a:gd name="connsiteY13159" fmla="*/ 1003078 h 2495550"/>
                <a:gd name="connsiteX13160" fmla="*/ 2731675 w 3219450"/>
                <a:gd name="connsiteY13160" fmla="*/ 1003268 h 2495550"/>
                <a:gd name="connsiteX13161" fmla="*/ 2732151 w 3219450"/>
                <a:gd name="connsiteY13161" fmla="*/ 1002983 h 2495550"/>
                <a:gd name="connsiteX13162" fmla="*/ 2732342 w 3219450"/>
                <a:gd name="connsiteY13162" fmla="*/ 1002506 h 2495550"/>
                <a:gd name="connsiteX13163" fmla="*/ 2732342 w 3219450"/>
                <a:gd name="connsiteY13163" fmla="*/ 1001554 h 2495550"/>
                <a:gd name="connsiteX13164" fmla="*/ 2732532 w 3219450"/>
                <a:gd name="connsiteY13164" fmla="*/ 1000982 h 2495550"/>
                <a:gd name="connsiteX13165" fmla="*/ 2733008 w 3219450"/>
                <a:gd name="connsiteY13165" fmla="*/ 1000220 h 2495550"/>
                <a:gd name="connsiteX13166" fmla="*/ 2733485 w 3219450"/>
                <a:gd name="connsiteY13166" fmla="*/ 999839 h 2495550"/>
                <a:gd name="connsiteX13167" fmla="*/ 2734152 w 3219450"/>
                <a:gd name="connsiteY13167" fmla="*/ 999649 h 2495550"/>
                <a:gd name="connsiteX13168" fmla="*/ 2736342 w 3219450"/>
                <a:gd name="connsiteY13168" fmla="*/ 999554 h 2495550"/>
                <a:gd name="connsiteX13169" fmla="*/ 2737009 w 3219450"/>
                <a:gd name="connsiteY13169" fmla="*/ 999268 h 2495550"/>
                <a:gd name="connsiteX13170" fmla="*/ 2737390 w 3219450"/>
                <a:gd name="connsiteY13170" fmla="*/ 998506 h 2495550"/>
                <a:gd name="connsiteX13171" fmla="*/ 2737485 w 3219450"/>
                <a:gd name="connsiteY13171" fmla="*/ 996982 h 2495550"/>
                <a:gd name="connsiteX13172" fmla="*/ 2737771 w 3219450"/>
                <a:gd name="connsiteY13172" fmla="*/ 995648 h 2495550"/>
                <a:gd name="connsiteX13173" fmla="*/ 2738343 w 3219450"/>
                <a:gd name="connsiteY13173" fmla="*/ 995172 h 2495550"/>
                <a:gd name="connsiteX13174" fmla="*/ 2739104 w 3219450"/>
                <a:gd name="connsiteY13174" fmla="*/ 995363 h 2495550"/>
                <a:gd name="connsiteX13175" fmla="*/ 2739866 w 3219450"/>
                <a:gd name="connsiteY13175" fmla="*/ 996029 h 2495550"/>
                <a:gd name="connsiteX13176" fmla="*/ 2740247 w 3219450"/>
                <a:gd name="connsiteY13176" fmla="*/ 996601 h 2495550"/>
                <a:gd name="connsiteX13177" fmla="*/ 2740343 w 3219450"/>
                <a:gd name="connsiteY13177" fmla="*/ 996791 h 2495550"/>
                <a:gd name="connsiteX13178" fmla="*/ 2743486 w 3219450"/>
                <a:gd name="connsiteY13178" fmla="*/ 996696 h 2495550"/>
                <a:gd name="connsiteX13179" fmla="*/ 2744248 w 3219450"/>
                <a:gd name="connsiteY13179" fmla="*/ 996220 h 2495550"/>
                <a:gd name="connsiteX13180" fmla="*/ 2743772 w 3219450"/>
                <a:gd name="connsiteY13180" fmla="*/ 995172 h 2495550"/>
                <a:gd name="connsiteX13181" fmla="*/ 2742248 w 3219450"/>
                <a:gd name="connsiteY13181" fmla="*/ 993362 h 2495550"/>
                <a:gd name="connsiteX13182" fmla="*/ 2744248 w 3219450"/>
                <a:gd name="connsiteY13182" fmla="*/ 990791 h 2495550"/>
                <a:gd name="connsiteX13183" fmla="*/ 2745391 w 3219450"/>
                <a:gd name="connsiteY13183" fmla="*/ 990029 h 2495550"/>
                <a:gd name="connsiteX13184" fmla="*/ 2745486 w 3219450"/>
                <a:gd name="connsiteY13184" fmla="*/ 989933 h 2495550"/>
                <a:gd name="connsiteX13185" fmla="*/ 2747105 w 3219450"/>
                <a:gd name="connsiteY13185" fmla="*/ 989648 h 2495550"/>
                <a:gd name="connsiteX13186" fmla="*/ 2747582 w 3219450"/>
                <a:gd name="connsiteY13186" fmla="*/ 989457 h 2495550"/>
                <a:gd name="connsiteX13187" fmla="*/ 2747868 w 3219450"/>
                <a:gd name="connsiteY13187" fmla="*/ 988981 h 2495550"/>
                <a:gd name="connsiteX13188" fmla="*/ 2748058 w 3219450"/>
                <a:gd name="connsiteY13188" fmla="*/ 988505 h 2495550"/>
                <a:gd name="connsiteX13189" fmla="*/ 2748344 w 3219450"/>
                <a:gd name="connsiteY13189" fmla="*/ 988219 h 2495550"/>
                <a:gd name="connsiteX13190" fmla="*/ 2748820 w 3219450"/>
                <a:gd name="connsiteY13190" fmla="*/ 988219 h 2495550"/>
                <a:gd name="connsiteX13191" fmla="*/ 2749296 w 3219450"/>
                <a:gd name="connsiteY13191" fmla="*/ 988314 h 2495550"/>
                <a:gd name="connsiteX13192" fmla="*/ 2751582 w 3219450"/>
                <a:gd name="connsiteY13192" fmla="*/ 989362 h 2495550"/>
                <a:gd name="connsiteX13193" fmla="*/ 2752058 w 3219450"/>
                <a:gd name="connsiteY13193" fmla="*/ 989267 h 2495550"/>
                <a:gd name="connsiteX13194" fmla="*/ 2754249 w 3219450"/>
                <a:gd name="connsiteY13194" fmla="*/ 987743 h 2495550"/>
                <a:gd name="connsiteX13195" fmla="*/ 2754916 w 3219450"/>
                <a:gd name="connsiteY13195" fmla="*/ 987457 h 2495550"/>
                <a:gd name="connsiteX13196" fmla="*/ 2755773 w 3219450"/>
                <a:gd name="connsiteY13196" fmla="*/ 987362 h 2495550"/>
                <a:gd name="connsiteX13197" fmla="*/ 2756345 w 3219450"/>
                <a:gd name="connsiteY13197" fmla="*/ 987743 h 2495550"/>
                <a:gd name="connsiteX13198" fmla="*/ 2756916 w 3219450"/>
                <a:gd name="connsiteY13198" fmla="*/ 988409 h 2495550"/>
                <a:gd name="connsiteX13199" fmla="*/ 2757583 w 3219450"/>
                <a:gd name="connsiteY13199" fmla="*/ 988886 h 2495550"/>
                <a:gd name="connsiteX13200" fmla="*/ 2758250 w 3219450"/>
                <a:gd name="connsiteY13200" fmla="*/ 988505 h 2495550"/>
                <a:gd name="connsiteX13201" fmla="*/ 2759012 w 3219450"/>
                <a:gd name="connsiteY13201" fmla="*/ 987933 h 2495550"/>
                <a:gd name="connsiteX13202" fmla="*/ 2760631 w 3219450"/>
                <a:gd name="connsiteY13202" fmla="*/ 987743 h 2495550"/>
                <a:gd name="connsiteX13203" fmla="*/ 2761298 w 3219450"/>
                <a:gd name="connsiteY13203" fmla="*/ 987362 h 2495550"/>
                <a:gd name="connsiteX13204" fmla="*/ 2761679 w 3219450"/>
                <a:gd name="connsiteY13204" fmla="*/ 986695 h 2495550"/>
                <a:gd name="connsiteX13205" fmla="*/ 2761393 w 3219450"/>
                <a:gd name="connsiteY13205" fmla="*/ 986409 h 2495550"/>
                <a:gd name="connsiteX13206" fmla="*/ 2760726 w 3219450"/>
                <a:gd name="connsiteY13206" fmla="*/ 986314 h 2495550"/>
                <a:gd name="connsiteX13207" fmla="*/ 2759869 w 3219450"/>
                <a:gd name="connsiteY13207" fmla="*/ 986409 h 2495550"/>
                <a:gd name="connsiteX13208" fmla="*/ 2760440 w 3219450"/>
                <a:gd name="connsiteY13208" fmla="*/ 985361 h 2495550"/>
                <a:gd name="connsiteX13209" fmla="*/ 2761393 w 3219450"/>
                <a:gd name="connsiteY13209" fmla="*/ 985076 h 2495550"/>
                <a:gd name="connsiteX13210" fmla="*/ 2762345 w 3219450"/>
                <a:gd name="connsiteY13210" fmla="*/ 984885 h 2495550"/>
                <a:gd name="connsiteX13211" fmla="*/ 2763203 w 3219450"/>
                <a:gd name="connsiteY13211" fmla="*/ 984218 h 2495550"/>
                <a:gd name="connsiteX13212" fmla="*/ 2764251 w 3219450"/>
                <a:gd name="connsiteY13212" fmla="*/ 982599 h 2495550"/>
                <a:gd name="connsiteX13213" fmla="*/ 2764536 w 3219450"/>
                <a:gd name="connsiteY13213" fmla="*/ 981742 h 2495550"/>
                <a:gd name="connsiteX13214" fmla="*/ 2764441 w 3219450"/>
                <a:gd name="connsiteY13214" fmla="*/ 981170 h 2495550"/>
                <a:gd name="connsiteX13215" fmla="*/ 2764822 w 3219450"/>
                <a:gd name="connsiteY13215" fmla="*/ 980599 h 2495550"/>
                <a:gd name="connsiteX13216" fmla="*/ 2765203 w 3219450"/>
                <a:gd name="connsiteY13216" fmla="*/ 980218 h 2495550"/>
                <a:gd name="connsiteX13217" fmla="*/ 2765679 w 3219450"/>
                <a:gd name="connsiteY13217" fmla="*/ 979932 h 2495550"/>
                <a:gd name="connsiteX13218" fmla="*/ 2766251 w 3219450"/>
                <a:gd name="connsiteY13218" fmla="*/ 979742 h 2495550"/>
                <a:gd name="connsiteX13219" fmla="*/ 2766060 w 3219450"/>
                <a:gd name="connsiteY13219" fmla="*/ 978884 h 2495550"/>
                <a:gd name="connsiteX13220" fmla="*/ 2766632 w 3219450"/>
                <a:gd name="connsiteY13220" fmla="*/ 978122 h 2495550"/>
                <a:gd name="connsiteX13221" fmla="*/ 2767394 w 3219450"/>
                <a:gd name="connsiteY13221" fmla="*/ 977360 h 2495550"/>
                <a:gd name="connsiteX13222" fmla="*/ 2767965 w 3219450"/>
                <a:gd name="connsiteY13222" fmla="*/ 976408 h 2495550"/>
                <a:gd name="connsiteX13223" fmla="*/ 2767203 w 3219450"/>
                <a:gd name="connsiteY13223" fmla="*/ 975074 h 2495550"/>
                <a:gd name="connsiteX13224" fmla="*/ 2768441 w 3219450"/>
                <a:gd name="connsiteY13224" fmla="*/ 973931 h 2495550"/>
                <a:gd name="connsiteX13225" fmla="*/ 2774442 w 3219450"/>
                <a:gd name="connsiteY13225" fmla="*/ 970407 h 2495550"/>
                <a:gd name="connsiteX13226" fmla="*/ 2775204 w 3219450"/>
                <a:gd name="connsiteY13226" fmla="*/ 969740 h 2495550"/>
                <a:gd name="connsiteX13227" fmla="*/ 2775680 w 3219450"/>
                <a:gd name="connsiteY13227" fmla="*/ 968978 h 2495550"/>
                <a:gd name="connsiteX13228" fmla="*/ 2777014 w 3219450"/>
                <a:gd name="connsiteY13228" fmla="*/ 965930 h 2495550"/>
                <a:gd name="connsiteX13229" fmla="*/ 2777586 w 3219450"/>
                <a:gd name="connsiteY13229" fmla="*/ 965168 h 2495550"/>
                <a:gd name="connsiteX13230" fmla="*/ 2778919 w 3219450"/>
                <a:gd name="connsiteY13230" fmla="*/ 963835 h 2495550"/>
                <a:gd name="connsiteX13231" fmla="*/ 2779490 w 3219450"/>
                <a:gd name="connsiteY13231" fmla="*/ 962978 h 2495550"/>
                <a:gd name="connsiteX13232" fmla="*/ 2780729 w 3219450"/>
                <a:gd name="connsiteY13232" fmla="*/ 960120 h 2495550"/>
                <a:gd name="connsiteX13233" fmla="*/ 2781300 w 3219450"/>
                <a:gd name="connsiteY13233" fmla="*/ 959263 h 2495550"/>
                <a:gd name="connsiteX13234" fmla="*/ 2783872 w 3219450"/>
                <a:gd name="connsiteY13234" fmla="*/ 956120 h 2495550"/>
                <a:gd name="connsiteX13235" fmla="*/ 2785491 w 3219450"/>
                <a:gd name="connsiteY13235" fmla="*/ 954881 h 2495550"/>
                <a:gd name="connsiteX13236" fmla="*/ 2787015 w 3219450"/>
                <a:gd name="connsiteY13236" fmla="*/ 954881 h 2495550"/>
                <a:gd name="connsiteX13237" fmla="*/ 2786825 w 3219450"/>
                <a:gd name="connsiteY13237" fmla="*/ 955167 h 2495550"/>
                <a:gd name="connsiteX13238" fmla="*/ 2786729 w 3219450"/>
                <a:gd name="connsiteY13238" fmla="*/ 955453 h 2495550"/>
                <a:gd name="connsiteX13239" fmla="*/ 2786539 w 3219450"/>
                <a:gd name="connsiteY13239" fmla="*/ 955643 h 2495550"/>
                <a:gd name="connsiteX13240" fmla="*/ 2786253 w 3219450"/>
                <a:gd name="connsiteY13240" fmla="*/ 955834 h 2495550"/>
                <a:gd name="connsiteX13241" fmla="*/ 2786253 w 3219450"/>
                <a:gd name="connsiteY13241" fmla="*/ 956310 h 2495550"/>
                <a:gd name="connsiteX13242" fmla="*/ 2788063 w 3219450"/>
                <a:gd name="connsiteY13242" fmla="*/ 955739 h 2495550"/>
                <a:gd name="connsiteX13243" fmla="*/ 2788063 w 3219450"/>
                <a:gd name="connsiteY13243" fmla="*/ 953929 h 2495550"/>
                <a:gd name="connsiteX13244" fmla="*/ 2787301 w 3219450"/>
                <a:gd name="connsiteY13244" fmla="*/ 951738 h 2495550"/>
                <a:gd name="connsiteX13245" fmla="*/ 2786920 w 3219450"/>
                <a:gd name="connsiteY13245" fmla="*/ 949928 h 2495550"/>
                <a:gd name="connsiteX13246" fmla="*/ 2787301 w 3219450"/>
                <a:gd name="connsiteY13246" fmla="*/ 949071 h 2495550"/>
                <a:gd name="connsiteX13247" fmla="*/ 2789111 w 3219450"/>
                <a:gd name="connsiteY13247" fmla="*/ 946118 h 2495550"/>
                <a:gd name="connsiteX13248" fmla="*/ 2789968 w 3219450"/>
                <a:gd name="connsiteY13248" fmla="*/ 942975 h 2495550"/>
                <a:gd name="connsiteX13249" fmla="*/ 2790920 w 3219450"/>
                <a:gd name="connsiteY13249" fmla="*/ 941070 h 2495550"/>
                <a:gd name="connsiteX13250" fmla="*/ 2791111 w 3219450"/>
                <a:gd name="connsiteY13250" fmla="*/ 940118 h 2495550"/>
                <a:gd name="connsiteX13251" fmla="*/ 2790920 w 3219450"/>
                <a:gd name="connsiteY13251" fmla="*/ 939165 h 2495550"/>
                <a:gd name="connsiteX13252" fmla="*/ 2790349 w 3219450"/>
                <a:gd name="connsiteY13252" fmla="*/ 938213 h 2495550"/>
                <a:gd name="connsiteX13253" fmla="*/ 2790349 w 3219450"/>
                <a:gd name="connsiteY13253" fmla="*/ 937355 h 2495550"/>
                <a:gd name="connsiteX13254" fmla="*/ 2792159 w 3219450"/>
                <a:gd name="connsiteY13254" fmla="*/ 935355 h 2495550"/>
                <a:gd name="connsiteX13255" fmla="*/ 2793016 w 3219450"/>
                <a:gd name="connsiteY13255" fmla="*/ 933641 h 2495550"/>
                <a:gd name="connsiteX13256" fmla="*/ 2793873 w 3219450"/>
                <a:gd name="connsiteY13256" fmla="*/ 933450 h 2495550"/>
                <a:gd name="connsiteX13257" fmla="*/ 2795778 w 3219450"/>
                <a:gd name="connsiteY13257" fmla="*/ 933545 h 2495550"/>
                <a:gd name="connsiteX13258" fmla="*/ 2796350 w 3219450"/>
                <a:gd name="connsiteY13258" fmla="*/ 933164 h 2495550"/>
                <a:gd name="connsiteX13259" fmla="*/ 2798064 w 3219450"/>
                <a:gd name="connsiteY13259" fmla="*/ 931640 h 2495550"/>
                <a:gd name="connsiteX13260" fmla="*/ 2798921 w 3219450"/>
                <a:gd name="connsiteY13260" fmla="*/ 931164 h 2495550"/>
                <a:gd name="connsiteX13261" fmla="*/ 2798160 w 3219450"/>
                <a:gd name="connsiteY13261" fmla="*/ 930593 h 2495550"/>
                <a:gd name="connsiteX13262" fmla="*/ 2797397 w 3219450"/>
                <a:gd name="connsiteY13262" fmla="*/ 930116 h 2495550"/>
                <a:gd name="connsiteX13263" fmla="*/ 2796731 w 3219450"/>
                <a:gd name="connsiteY13263" fmla="*/ 929545 h 2495550"/>
                <a:gd name="connsiteX13264" fmla="*/ 2796350 w 3219450"/>
                <a:gd name="connsiteY13264" fmla="*/ 928688 h 2495550"/>
                <a:gd name="connsiteX13265" fmla="*/ 2797207 w 3219450"/>
                <a:gd name="connsiteY13265" fmla="*/ 928307 h 2495550"/>
                <a:gd name="connsiteX13266" fmla="*/ 2798064 w 3219450"/>
                <a:gd name="connsiteY13266" fmla="*/ 928307 h 2495550"/>
                <a:gd name="connsiteX13267" fmla="*/ 2798826 w 3219450"/>
                <a:gd name="connsiteY13267" fmla="*/ 928592 h 2495550"/>
                <a:gd name="connsiteX13268" fmla="*/ 2799588 w 3219450"/>
                <a:gd name="connsiteY13268" fmla="*/ 929164 h 2495550"/>
                <a:gd name="connsiteX13269" fmla="*/ 2801207 w 3219450"/>
                <a:gd name="connsiteY13269" fmla="*/ 930878 h 2495550"/>
                <a:gd name="connsiteX13270" fmla="*/ 2802065 w 3219450"/>
                <a:gd name="connsiteY13270" fmla="*/ 931450 h 2495550"/>
                <a:gd name="connsiteX13271" fmla="*/ 2802446 w 3219450"/>
                <a:gd name="connsiteY13271" fmla="*/ 930783 h 2495550"/>
                <a:gd name="connsiteX13272" fmla="*/ 2803112 w 3219450"/>
                <a:gd name="connsiteY13272" fmla="*/ 929069 h 2495550"/>
                <a:gd name="connsiteX13273" fmla="*/ 2806065 w 3219450"/>
                <a:gd name="connsiteY13273" fmla="*/ 927830 h 2495550"/>
                <a:gd name="connsiteX13274" fmla="*/ 2806732 w 3219450"/>
                <a:gd name="connsiteY13274" fmla="*/ 926021 h 2495550"/>
                <a:gd name="connsiteX13275" fmla="*/ 2807208 w 3219450"/>
                <a:gd name="connsiteY13275" fmla="*/ 925259 h 2495550"/>
                <a:gd name="connsiteX13276" fmla="*/ 2808351 w 3219450"/>
                <a:gd name="connsiteY13276" fmla="*/ 924497 h 2495550"/>
                <a:gd name="connsiteX13277" fmla="*/ 2809494 w 3219450"/>
                <a:gd name="connsiteY13277" fmla="*/ 924116 h 2495550"/>
                <a:gd name="connsiteX13278" fmla="*/ 2809970 w 3219450"/>
                <a:gd name="connsiteY13278" fmla="*/ 924592 h 2495550"/>
                <a:gd name="connsiteX13279" fmla="*/ 2810066 w 3219450"/>
                <a:gd name="connsiteY13279" fmla="*/ 926116 h 2495550"/>
                <a:gd name="connsiteX13280" fmla="*/ 2810352 w 3219450"/>
                <a:gd name="connsiteY13280" fmla="*/ 926497 h 2495550"/>
                <a:gd name="connsiteX13281" fmla="*/ 2811018 w 3219450"/>
                <a:gd name="connsiteY13281" fmla="*/ 926497 h 2495550"/>
                <a:gd name="connsiteX13282" fmla="*/ 2812256 w 3219450"/>
                <a:gd name="connsiteY13282" fmla="*/ 926783 h 2495550"/>
                <a:gd name="connsiteX13283" fmla="*/ 2813209 w 3219450"/>
                <a:gd name="connsiteY13283" fmla="*/ 927545 h 2495550"/>
                <a:gd name="connsiteX13284" fmla="*/ 2815019 w 3219450"/>
                <a:gd name="connsiteY13284" fmla="*/ 928973 h 2495550"/>
                <a:gd name="connsiteX13285" fmla="*/ 2815495 w 3219450"/>
                <a:gd name="connsiteY13285" fmla="*/ 928878 h 2495550"/>
                <a:gd name="connsiteX13286" fmla="*/ 2815686 w 3219450"/>
                <a:gd name="connsiteY13286" fmla="*/ 929831 h 2495550"/>
                <a:gd name="connsiteX13287" fmla="*/ 2816828 w 3219450"/>
                <a:gd name="connsiteY13287" fmla="*/ 931640 h 2495550"/>
                <a:gd name="connsiteX13288" fmla="*/ 2817305 w 3219450"/>
                <a:gd name="connsiteY13288" fmla="*/ 932498 h 2495550"/>
                <a:gd name="connsiteX13289" fmla="*/ 2816447 w 3219450"/>
                <a:gd name="connsiteY13289" fmla="*/ 932402 h 2495550"/>
                <a:gd name="connsiteX13290" fmla="*/ 2815876 w 3219450"/>
                <a:gd name="connsiteY13290" fmla="*/ 932688 h 2495550"/>
                <a:gd name="connsiteX13291" fmla="*/ 2815686 w 3219450"/>
                <a:gd name="connsiteY13291" fmla="*/ 933355 h 2495550"/>
                <a:gd name="connsiteX13292" fmla="*/ 2815876 w 3219450"/>
                <a:gd name="connsiteY13292" fmla="*/ 934403 h 2495550"/>
                <a:gd name="connsiteX13293" fmla="*/ 2816352 w 3219450"/>
                <a:gd name="connsiteY13293" fmla="*/ 935069 h 2495550"/>
                <a:gd name="connsiteX13294" fmla="*/ 2817114 w 3219450"/>
                <a:gd name="connsiteY13294" fmla="*/ 935641 h 2495550"/>
                <a:gd name="connsiteX13295" fmla="*/ 2818733 w 3219450"/>
                <a:gd name="connsiteY13295" fmla="*/ 936308 h 2495550"/>
                <a:gd name="connsiteX13296" fmla="*/ 2818638 w 3219450"/>
                <a:gd name="connsiteY13296" fmla="*/ 936593 h 2495550"/>
                <a:gd name="connsiteX13297" fmla="*/ 2818353 w 3219450"/>
                <a:gd name="connsiteY13297" fmla="*/ 937260 h 2495550"/>
                <a:gd name="connsiteX13298" fmla="*/ 2819210 w 3219450"/>
                <a:gd name="connsiteY13298" fmla="*/ 937451 h 2495550"/>
                <a:gd name="connsiteX13299" fmla="*/ 2821972 w 3219450"/>
                <a:gd name="connsiteY13299" fmla="*/ 938498 h 2495550"/>
                <a:gd name="connsiteX13300" fmla="*/ 2822734 w 3219450"/>
                <a:gd name="connsiteY13300" fmla="*/ 939165 h 2495550"/>
                <a:gd name="connsiteX13301" fmla="*/ 2821591 w 3219450"/>
                <a:gd name="connsiteY13301" fmla="*/ 939641 h 2495550"/>
                <a:gd name="connsiteX13302" fmla="*/ 2820448 w 3219450"/>
                <a:gd name="connsiteY13302" fmla="*/ 940308 h 2495550"/>
                <a:gd name="connsiteX13303" fmla="*/ 2819495 w 3219450"/>
                <a:gd name="connsiteY13303" fmla="*/ 941261 h 2495550"/>
                <a:gd name="connsiteX13304" fmla="*/ 2818829 w 3219450"/>
                <a:gd name="connsiteY13304" fmla="*/ 942499 h 2495550"/>
                <a:gd name="connsiteX13305" fmla="*/ 2819210 w 3219450"/>
                <a:gd name="connsiteY13305" fmla="*/ 942594 h 2495550"/>
                <a:gd name="connsiteX13306" fmla="*/ 2819686 w 3219450"/>
                <a:gd name="connsiteY13306" fmla="*/ 942689 h 2495550"/>
                <a:gd name="connsiteX13307" fmla="*/ 2820067 w 3219450"/>
                <a:gd name="connsiteY13307" fmla="*/ 942880 h 2495550"/>
                <a:gd name="connsiteX13308" fmla="*/ 2820448 w 3219450"/>
                <a:gd name="connsiteY13308" fmla="*/ 943547 h 2495550"/>
                <a:gd name="connsiteX13309" fmla="*/ 2820829 w 3219450"/>
                <a:gd name="connsiteY13309" fmla="*/ 943451 h 2495550"/>
                <a:gd name="connsiteX13310" fmla="*/ 2821591 w 3219450"/>
                <a:gd name="connsiteY13310" fmla="*/ 942975 h 2495550"/>
                <a:gd name="connsiteX13311" fmla="*/ 2822067 w 3219450"/>
                <a:gd name="connsiteY13311" fmla="*/ 943070 h 2495550"/>
                <a:gd name="connsiteX13312" fmla="*/ 2822353 w 3219450"/>
                <a:gd name="connsiteY13312" fmla="*/ 943356 h 2495550"/>
                <a:gd name="connsiteX13313" fmla="*/ 2822544 w 3219450"/>
                <a:gd name="connsiteY13313" fmla="*/ 943642 h 2495550"/>
                <a:gd name="connsiteX13314" fmla="*/ 2822829 w 3219450"/>
                <a:gd name="connsiteY13314" fmla="*/ 943832 h 2495550"/>
                <a:gd name="connsiteX13315" fmla="*/ 2823210 w 3219450"/>
                <a:gd name="connsiteY13315" fmla="*/ 943547 h 2495550"/>
                <a:gd name="connsiteX13316" fmla="*/ 2823877 w 3219450"/>
                <a:gd name="connsiteY13316" fmla="*/ 942118 h 2495550"/>
                <a:gd name="connsiteX13317" fmla="*/ 2824258 w 3219450"/>
                <a:gd name="connsiteY13317" fmla="*/ 941832 h 2495550"/>
                <a:gd name="connsiteX13318" fmla="*/ 2825020 w 3219450"/>
                <a:gd name="connsiteY13318" fmla="*/ 942213 h 2495550"/>
                <a:gd name="connsiteX13319" fmla="*/ 2826163 w 3219450"/>
                <a:gd name="connsiteY13319" fmla="*/ 943070 h 2495550"/>
                <a:gd name="connsiteX13320" fmla="*/ 2826925 w 3219450"/>
                <a:gd name="connsiteY13320" fmla="*/ 943261 h 2495550"/>
                <a:gd name="connsiteX13321" fmla="*/ 2827401 w 3219450"/>
                <a:gd name="connsiteY13321" fmla="*/ 943166 h 2495550"/>
                <a:gd name="connsiteX13322" fmla="*/ 2827782 w 3219450"/>
                <a:gd name="connsiteY13322" fmla="*/ 942975 h 2495550"/>
                <a:gd name="connsiteX13323" fmla="*/ 2828163 w 3219450"/>
                <a:gd name="connsiteY13323" fmla="*/ 942975 h 2495550"/>
                <a:gd name="connsiteX13324" fmla="*/ 2828544 w 3219450"/>
                <a:gd name="connsiteY13324" fmla="*/ 943356 h 2495550"/>
                <a:gd name="connsiteX13325" fmla="*/ 2828544 w 3219450"/>
                <a:gd name="connsiteY13325" fmla="*/ 943832 h 2495550"/>
                <a:gd name="connsiteX13326" fmla="*/ 2828258 w 3219450"/>
                <a:gd name="connsiteY13326" fmla="*/ 944309 h 2495550"/>
                <a:gd name="connsiteX13327" fmla="*/ 2827782 w 3219450"/>
                <a:gd name="connsiteY13327" fmla="*/ 944690 h 2495550"/>
                <a:gd name="connsiteX13328" fmla="*/ 2827496 w 3219450"/>
                <a:gd name="connsiteY13328" fmla="*/ 944880 h 2495550"/>
                <a:gd name="connsiteX13329" fmla="*/ 2828449 w 3219450"/>
                <a:gd name="connsiteY13329" fmla="*/ 945261 h 2495550"/>
                <a:gd name="connsiteX13330" fmla="*/ 2829402 w 3219450"/>
                <a:gd name="connsiteY13330" fmla="*/ 945547 h 2495550"/>
                <a:gd name="connsiteX13331" fmla="*/ 2831497 w 3219450"/>
                <a:gd name="connsiteY13331" fmla="*/ 945737 h 2495550"/>
                <a:gd name="connsiteX13332" fmla="*/ 2831973 w 3219450"/>
                <a:gd name="connsiteY13332" fmla="*/ 945642 h 2495550"/>
                <a:gd name="connsiteX13333" fmla="*/ 2832926 w 3219450"/>
                <a:gd name="connsiteY13333" fmla="*/ 945261 h 2495550"/>
                <a:gd name="connsiteX13334" fmla="*/ 2833307 w 3219450"/>
                <a:gd name="connsiteY13334" fmla="*/ 945166 h 2495550"/>
                <a:gd name="connsiteX13335" fmla="*/ 2833783 w 3219450"/>
                <a:gd name="connsiteY13335" fmla="*/ 945356 h 2495550"/>
                <a:gd name="connsiteX13336" fmla="*/ 2834164 w 3219450"/>
                <a:gd name="connsiteY13336" fmla="*/ 945642 h 2495550"/>
                <a:gd name="connsiteX13337" fmla="*/ 2834450 w 3219450"/>
                <a:gd name="connsiteY13337" fmla="*/ 945928 h 2495550"/>
                <a:gd name="connsiteX13338" fmla="*/ 2834640 w 3219450"/>
                <a:gd name="connsiteY13338" fmla="*/ 946118 h 2495550"/>
                <a:gd name="connsiteX13339" fmla="*/ 2835783 w 3219450"/>
                <a:gd name="connsiteY13339" fmla="*/ 946214 h 2495550"/>
                <a:gd name="connsiteX13340" fmla="*/ 2836640 w 3219450"/>
                <a:gd name="connsiteY13340" fmla="*/ 945833 h 2495550"/>
                <a:gd name="connsiteX13341" fmla="*/ 2837403 w 3219450"/>
                <a:gd name="connsiteY13341" fmla="*/ 945356 h 2495550"/>
                <a:gd name="connsiteX13342" fmla="*/ 2838260 w 3219450"/>
                <a:gd name="connsiteY13342" fmla="*/ 945071 h 2495550"/>
                <a:gd name="connsiteX13343" fmla="*/ 2839117 w 3219450"/>
                <a:gd name="connsiteY13343" fmla="*/ 945356 h 2495550"/>
                <a:gd name="connsiteX13344" fmla="*/ 2840070 w 3219450"/>
                <a:gd name="connsiteY13344" fmla="*/ 945833 h 2495550"/>
                <a:gd name="connsiteX13345" fmla="*/ 2841022 w 3219450"/>
                <a:gd name="connsiteY13345" fmla="*/ 946118 h 2495550"/>
                <a:gd name="connsiteX13346" fmla="*/ 2841879 w 3219450"/>
                <a:gd name="connsiteY13346" fmla="*/ 945642 h 2495550"/>
                <a:gd name="connsiteX13347" fmla="*/ 2841974 w 3219450"/>
                <a:gd name="connsiteY13347" fmla="*/ 947166 h 2495550"/>
                <a:gd name="connsiteX13348" fmla="*/ 2842736 w 3219450"/>
                <a:gd name="connsiteY13348" fmla="*/ 947928 h 2495550"/>
                <a:gd name="connsiteX13349" fmla="*/ 2844737 w 3219450"/>
                <a:gd name="connsiteY13349" fmla="*/ 948500 h 2495550"/>
                <a:gd name="connsiteX13350" fmla="*/ 2846451 w 3219450"/>
                <a:gd name="connsiteY13350" fmla="*/ 949738 h 2495550"/>
                <a:gd name="connsiteX13351" fmla="*/ 2846832 w 3219450"/>
                <a:gd name="connsiteY13351" fmla="*/ 949928 h 2495550"/>
                <a:gd name="connsiteX13352" fmla="*/ 2847308 w 3219450"/>
                <a:gd name="connsiteY13352" fmla="*/ 949738 h 2495550"/>
                <a:gd name="connsiteX13353" fmla="*/ 2847880 w 3219450"/>
                <a:gd name="connsiteY13353" fmla="*/ 948785 h 2495550"/>
                <a:gd name="connsiteX13354" fmla="*/ 2848166 w 3219450"/>
                <a:gd name="connsiteY13354" fmla="*/ 948785 h 2495550"/>
                <a:gd name="connsiteX13355" fmla="*/ 2849595 w 3219450"/>
                <a:gd name="connsiteY13355" fmla="*/ 949357 h 2495550"/>
                <a:gd name="connsiteX13356" fmla="*/ 2854547 w 3219450"/>
                <a:gd name="connsiteY13356" fmla="*/ 949547 h 2495550"/>
                <a:gd name="connsiteX13357" fmla="*/ 2855881 w 3219450"/>
                <a:gd name="connsiteY13357" fmla="*/ 949071 h 2495550"/>
                <a:gd name="connsiteX13358" fmla="*/ 2856833 w 3219450"/>
                <a:gd name="connsiteY13358" fmla="*/ 949738 h 2495550"/>
                <a:gd name="connsiteX13359" fmla="*/ 2857881 w 3219450"/>
                <a:gd name="connsiteY13359" fmla="*/ 949928 h 2495550"/>
                <a:gd name="connsiteX13360" fmla="*/ 2858738 w 3219450"/>
                <a:gd name="connsiteY13360" fmla="*/ 949547 h 2495550"/>
                <a:gd name="connsiteX13361" fmla="*/ 2859120 w 3219450"/>
                <a:gd name="connsiteY13361" fmla="*/ 948404 h 2495550"/>
                <a:gd name="connsiteX13362" fmla="*/ 2859596 w 3219450"/>
                <a:gd name="connsiteY13362" fmla="*/ 947928 h 2495550"/>
                <a:gd name="connsiteX13363" fmla="*/ 2860739 w 3219450"/>
                <a:gd name="connsiteY13363" fmla="*/ 947547 h 2495550"/>
                <a:gd name="connsiteX13364" fmla="*/ 2862834 w 3219450"/>
                <a:gd name="connsiteY13364" fmla="*/ 947261 h 2495550"/>
                <a:gd name="connsiteX13365" fmla="*/ 2864453 w 3219450"/>
                <a:gd name="connsiteY13365" fmla="*/ 948690 h 2495550"/>
                <a:gd name="connsiteX13366" fmla="*/ 2865025 w 3219450"/>
                <a:gd name="connsiteY13366" fmla="*/ 948404 h 2495550"/>
                <a:gd name="connsiteX13367" fmla="*/ 2865406 w 3219450"/>
                <a:gd name="connsiteY13367" fmla="*/ 947928 h 2495550"/>
                <a:gd name="connsiteX13368" fmla="*/ 2865882 w 3219450"/>
                <a:gd name="connsiteY13368" fmla="*/ 947261 h 2495550"/>
                <a:gd name="connsiteX13369" fmla="*/ 2866454 w 3219450"/>
                <a:gd name="connsiteY13369" fmla="*/ 948023 h 2495550"/>
                <a:gd name="connsiteX13370" fmla="*/ 2866454 w 3219450"/>
                <a:gd name="connsiteY13370" fmla="*/ 949262 h 2495550"/>
                <a:gd name="connsiteX13371" fmla="*/ 2866358 w 3219450"/>
                <a:gd name="connsiteY13371" fmla="*/ 950500 h 2495550"/>
                <a:gd name="connsiteX13372" fmla="*/ 2866549 w 3219450"/>
                <a:gd name="connsiteY13372" fmla="*/ 951262 h 2495550"/>
                <a:gd name="connsiteX13373" fmla="*/ 2867025 w 3219450"/>
                <a:gd name="connsiteY13373" fmla="*/ 951357 h 2495550"/>
                <a:gd name="connsiteX13374" fmla="*/ 2867502 w 3219450"/>
                <a:gd name="connsiteY13374" fmla="*/ 951167 h 2495550"/>
                <a:gd name="connsiteX13375" fmla="*/ 2868359 w 3219450"/>
                <a:gd name="connsiteY13375" fmla="*/ 950690 h 2495550"/>
                <a:gd name="connsiteX13376" fmla="*/ 2868168 w 3219450"/>
                <a:gd name="connsiteY13376" fmla="*/ 952214 h 2495550"/>
                <a:gd name="connsiteX13377" fmla="*/ 2869121 w 3219450"/>
                <a:gd name="connsiteY13377" fmla="*/ 952976 h 2495550"/>
                <a:gd name="connsiteX13378" fmla="*/ 2870359 w 3219450"/>
                <a:gd name="connsiteY13378" fmla="*/ 952976 h 2495550"/>
                <a:gd name="connsiteX13379" fmla="*/ 2871216 w 3219450"/>
                <a:gd name="connsiteY13379" fmla="*/ 952214 h 2495550"/>
                <a:gd name="connsiteX13380" fmla="*/ 2871978 w 3219450"/>
                <a:gd name="connsiteY13380" fmla="*/ 952691 h 2495550"/>
                <a:gd name="connsiteX13381" fmla="*/ 2871216 w 3219450"/>
                <a:gd name="connsiteY13381" fmla="*/ 953643 h 2495550"/>
                <a:gd name="connsiteX13382" fmla="*/ 2873407 w 3219450"/>
                <a:gd name="connsiteY13382" fmla="*/ 953834 h 2495550"/>
                <a:gd name="connsiteX13383" fmla="*/ 2875503 w 3219450"/>
                <a:gd name="connsiteY13383" fmla="*/ 951833 h 2495550"/>
                <a:gd name="connsiteX13384" fmla="*/ 2880836 w 3219450"/>
                <a:gd name="connsiteY13384" fmla="*/ 942023 h 2495550"/>
                <a:gd name="connsiteX13385" fmla="*/ 2881598 w 3219450"/>
                <a:gd name="connsiteY13385" fmla="*/ 939260 h 2495550"/>
                <a:gd name="connsiteX13386" fmla="*/ 2880551 w 3219450"/>
                <a:gd name="connsiteY13386" fmla="*/ 937736 h 2495550"/>
                <a:gd name="connsiteX13387" fmla="*/ 2880455 w 3219450"/>
                <a:gd name="connsiteY13387" fmla="*/ 936498 h 2495550"/>
                <a:gd name="connsiteX13388" fmla="*/ 2879789 w 3219450"/>
                <a:gd name="connsiteY13388" fmla="*/ 935069 h 2495550"/>
                <a:gd name="connsiteX13389" fmla="*/ 2878836 w 3219450"/>
                <a:gd name="connsiteY13389" fmla="*/ 933926 h 2495550"/>
                <a:gd name="connsiteX13390" fmla="*/ 2877407 w 3219450"/>
                <a:gd name="connsiteY13390" fmla="*/ 933260 h 2495550"/>
                <a:gd name="connsiteX13391" fmla="*/ 2875407 w 3219450"/>
                <a:gd name="connsiteY13391" fmla="*/ 931640 h 2495550"/>
                <a:gd name="connsiteX13392" fmla="*/ 2873978 w 3219450"/>
                <a:gd name="connsiteY13392" fmla="*/ 930307 h 2495550"/>
                <a:gd name="connsiteX13393" fmla="*/ 2873788 w 3219450"/>
                <a:gd name="connsiteY13393" fmla="*/ 928783 h 2495550"/>
                <a:gd name="connsiteX13394" fmla="*/ 2873216 w 3219450"/>
                <a:gd name="connsiteY13394" fmla="*/ 927354 h 2495550"/>
                <a:gd name="connsiteX13395" fmla="*/ 2870740 w 3219450"/>
                <a:gd name="connsiteY13395" fmla="*/ 922592 h 2495550"/>
                <a:gd name="connsiteX13396" fmla="*/ 2870454 w 3219450"/>
                <a:gd name="connsiteY13396" fmla="*/ 921258 h 2495550"/>
                <a:gd name="connsiteX13397" fmla="*/ 2868740 w 3219450"/>
                <a:gd name="connsiteY13397" fmla="*/ 920687 h 2495550"/>
                <a:gd name="connsiteX13398" fmla="*/ 2868263 w 3219450"/>
                <a:gd name="connsiteY13398" fmla="*/ 919734 h 2495550"/>
                <a:gd name="connsiteX13399" fmla="*/ 2867882 w 3219450"/>
                <a:gd name="connsiteY13399" fmla="*/ 918591 h 2495550"/>
                <a:gd name="connsiteX13400" fmla="*/ 2866835 w 3219450"/>
                <a:gd name="connsiteY13400" fmla="*/ 912590 h 2495550"/>
                <a:gd name="connsiteX13401" fmla="*/ 2866930 w 3219450"/>
                <a:gd name="connsiteY13401" fmla="*/ 911543 h 2495550"/>
                <a:gd name="connsiteX13402" fmla="*/ 2867597 w 3219450"/>
                <a:gd name="connsiteY13402" fmla="*/ 910590 h 2495550"/>
                <a:gd name="connsiteX13403" fmla="*/ 2868645 w 3219450"/>
                <a:gd name="connsiteY13403" fmla="*/ 910304 h 2495550"/>
                <a:gd name="connsiteX13404" fmla="*/ 2871026 w 3219450"/>
                <a:gd name="connsiteY13404" fmla="*/ 910209 h 2495550"/>
                <a:gd name="connsiteX13405" fmla="*/ 2879503 w 3219450"/>
                <a:gd name="connsiteY13405" fmla="*/ 907828 h 2495550"/>
                <a:gd name="connsiteX13406" fmla="*/ 2884837 w 3219450"/>
                <a:gd name="connsiteY13406" fmla="*/ 908304 h 2495550"/>
                <a:gd name="connsiteX13407" fmla="*/ 2886075 w 3219450"/>
                <a:gd name="connsiteY13407" fmla="*/ 908685 h 2495550"/>
                <a:gd name="connsiteX13408" fmla="*/ 2887123 w 3219450"/>
                <a:gd name="connsiteY13408" fmla="*/ 909542 h 2495550"/>
                <a:gd name="connsiteX13409" fmla="*/ 2889599 w 3219450"/>
                <a:gd name="connsiteY13409" fmla="*/ 909447 h 2495550"/>
                <a:gd name="connsiteX13410" fmla="*/ 2891409 w 3219450"/>
                <a:gd name="connsiteY13410" fmla="*/ 910304 h 2495550"/>
                <a:gd name="connsiteX13411" fmla="*/ 2892171 w 3219450"/>
                <a:gd name="connsiteY13411" fmla="*/ 910400 h 2495550"/>
                <a:gd name="connsiteX13412" fmla="*/ 2894362 w 3219450"/>
                <a:gd name="connsiteY13412" fmla="*/ 909542 h 2495550"/>
                <a:gd name="connsiteX13413" fmla="*/ 2894838 w 3219450"/>
                <a:gd name="connsiteY13413" fmla="*/ 909638 h 2495550"/>
                <a:gd name="connsiteX13414" fmla="*/ 2895410 w 3219450"/>
                <a:gd name="connsiteY13414" fmla="*/ 910019 h 2495550"/>
                <a:gd name="connsiteX13415" fmla="*/ 2895886 w 3219450"/>
                <a:gd name="connsiteY13415" fmla="*/ 909733 h 2495550"/>
                <a:gd name="connsiteX13416" fmla="*/ 2896648 w 3219450"/>
                <a:gd name="connsiteY13416" fmla="*/ 908590 h 2495550"/>
                <a:gd name="connsiteX13417" fmla="*/ 2897124 w 3219450"/>
                <a:gd name="connsiteY13417" fmla="*/ 908114 h 2495550"/>
                <a:gd name="connsiteX13418" fmla="*/ 2897696 w 3219450"/>
                <a:gd name="connsiteY13418" fmla="*/ 907923 h 2495550"/>
                <a:gd name="connsiteX13419" fmla="*/ 2901601 w 3219450"/>
                <a:gd name="connsiteY13419" fmla="*/ 908209 h 2495550"/>
                <a:gd name="connsiteX13420" fmla="*/ 2903030 w 3219450"/>
                <a:gd name="connsiteY13420" fmla="*/ 907923 h 2495550"/>
                <a:gd name="connsiteX13421" fmla="*/ 2903601 w 3219450"/>
                <a:gd name="connsiteY13421" fmla="*/ 906685 h 2495550"/>
                <a:gd name="connsiteX13422" fmla="*/ 2908649 w 3219450"/>
                <a:gd name="connsiteY13422" fmla="*/ 906971 h 2495550"/>
                <a:gd name="connsiteX13423" fmla="*/ 2912174 w 3219450"/>
                <a:gd name="connsiteY13423" fmla="*/ 907923 h 2495550"/>
                <a:gd name="connsiteX13424" fmla="*/ 2913221 w 3219450"/>
                <a:gd name="connsiteY13424" fmla="*/ 908209 h 2495550"/>
                <a:gd name="connsiteX13425" fmla="*/ 2915127 w 3219450"/>
                <a:gd name="connsiteY13425" fmla="*/ 907542 h 2495550"/>
                <a:gd name="connsiteX13426" fmla="*/ 2915888 w 3219450"/>
                <a:gd name="connsiteY13426" fmla="*/ 904685 h 2495550"/>
                <a:gd name="connsiteX13427" fmla="*/ 2916365 w 3219450"/>
                <a:gd name="connsiteY13427" fmla="*/ 903732 h 2495550"/>
                <a:gd name="connsiteX13428" fmla="*/ 2917508 w 3219450"/>
                <a:gd name="connsiteY13428" fmla="*/ 903446 h 2495550"/>
                <a:gd name="connsiteX13429" fmla="*/ 2918746 w 3219450"/>
                <a:gd name="connsiteY13429" fmla="*/ 903256 h 2495550"/>
                <a:gd name="connsiteX13430" fmla="*/ 2919698 w 3219450"/>
                <a:gd name="connsiteY13430" fmla="*/ 902780 h 2495550"/>
                <a:gd name="connsiteX13431" fmla="*/ 2921127 w 3219450"/>
                <a:gd name="connsiteY13431" fmla="*/ 901256 h 2495550"/>
                <a:gd name="connsiteX13432" fmla="*/ 2921699 w 3219450"/>
                <a:gd name="connsiteY13432" fmla="*/ 900303 h 2495550"/>
                <a:gd name="connsiteX13433" fmla="*/ 2921794 w 3219450"/>
                <a:gd name="connsiteY13433" fmla="*/ 899065 h 2495550"/>
                <a:gd name="connsiteX13434" fmla="*/ 2923032 w 3219450"/>
                <a:gd name="connsiteY13434" fmla="*/ 899827 h 2495550"/>
                <a:gd name="connsiteX13435" fmla="*/ 2923889 w 3219450"/>
                <a:gd name="connsiteY13435" fmla="*/ 899922 h 2495550"/>
                <a:gd name="connsiteX13436" fmla="*/ 2924652 w 3219450"/>
                <a:gd name="connsiteY13436" fmla="*/ 899446 h 2495550"/>
                <a:gd name="connsiteX13437" fmla="*/ 2926176 w 3219450"/>
                <a:gd name="connsiteY13437" fmla="*/ 897731 h 2495550"/>
                <a:gd name="connsiteX13438" fmla="*/ 2927699 w 3219450"/>
                <a:gd name="connsiteY13438" fmla="*/ 896303 h 2495550"/>
                <a:gd name="connsiteX13439" fmla="*/ 2928652 w 3219450"/>
                <a:gd name="connsiteY13439" fmla="*/ 895160 h 2495550"/>
                <a:gd name="connsiteX13440" fmla="*/ 2929033 w 3219450"/>
                <a:gd name="connsiteY13440" fmla="*/ 894779 h 2495550"/>
                <a:gd name="connsiteX13441" fmla="*/ 2929414 w 3219450"/>
                <a:gd name="connsiteY13441" fmla="*/ 894398 h 2495550"/>
                <a:gd name="connsiteX13442" fmla="*/ 2929604 w 3219450"/>
                <a:gd name="connsiteY13442" fmla="*/ 894017 h 2495550"/>
                <a:gd name="connsiteX13443" fmla="*/ 2929319 w 3219450"/>
                <a:gd name="connsiteY13443" fmla="*/ 893350 h 2495550"/>
                <a:gd name="connsiteX13444" fmla="*/ 2928176 w 3219450"/>
                <a:gd name="connsiteY13444" fmla="*/ 893255 h 2495550"/>
                <a:gd name="connsiteX13445" fmla="*/ 2927890 w 3219450"/>
                <a:gd name="connsiteY13445" fmla="*/ 892778 h 2495550"/>
                <a:gd name="connsiteX13446" fmla="*/ 2927985 w 3219450"/>
                <a:gd name="connsiteY13446" fmla="*/ 891921 h 2495550"/>
                <a:gd name="connsiteX13447" fmla="*/ 2928461 w 3219450"/>
                <a:gd name="connsiteY13447" fmla="*/ 891540 h 2495550"/>
                <a:gd name="connsiteX13448" fmla="*/ 2929033 w 3219450"/>
                <a:gd name="connsiteY13448" fmla="*/ 891350 h 2495550"/>
                <a:gd name="connsiteX13449" fmla="*/ 2929509 w 3219450"/>
                <a:gd name="connsiteY13449" fmla="*/ 891064 h 2495550"/>
                <a:gd name="connsiteX13450" fmla="*/ 2929700 w 3219450"/>
                <a:gd name="connsiteY13450" fmla="*/ 890492 h 2495550"/>
                <a:gd name="connsiteX13451" fmla="*/ 2929700 w 3219450"/>
                <a:gd name="connsiteY13451" fmla="*/ 889921 h 2495550"/>
                <a:gd name="connsiteX13452" fmla="*/ 2929795 w 3219450"/>
                <a:gd name="connsiteY13452" fmla="*/ 889445 h 2495550"/>
                <a:gd name="connsiteX13453" fmla="*/ 2930462 w 3219450"/>
                <a:gd name="connsiteY13453" fmla="*/ 888968 h 2495550"/>
                <a:gd name="connsiteX13454" fmla="*/ 2930081 w 3219450"/>
                <a:gd name="connsiteY13454" fmla="*/ 888587 h 2495550"/>
                <a:gd name="connsiteX13455" fmla="*/ 2929700 w 3219450"/>
                <a:gd name="connsiteY13455" fmla="*/ 888301 h 2495550"/>
                <a:gd name="connsiteX13456" fmla="*/ 2929223 w 3219450"/>
                <a:gd name="connsiteY13456" fmla="*/ 888111 h 2495550"/>
                <a:gd name="connsiteX13457" fmla="*/ 2928747 w 3219450"/>
                <a:gd name="connsiteY13457" fmla="*/ 888111 h 2495550"/>
                <a:gd name="connsiteX13458" fmla="*/ 2928747 w 3219450"/>
                <a:gd name="connsiteY13458" fmla="*/ 887444 h 2495550"/>
                <a:gd name="connsiteX13459" fmla="*/ 2930462 w 3219450"/>
                <a:gd name="connsiteY13459" fmla="*/ 887444 h 2495550"/>
                <a:gd name="connsiteX13460" fmla="*/ 2931033 w 3219450"/>
                <a:gd name="connsiteY13460" fmla="*/ 887063 h 2495550"/>
                <a:gd name="connsiteX13461" fmla="*/ 2931319 w 3219450"/>
                <a:gd name="connsiteY13461" fmla="*/ 886016 h 2495550"/>
                <a:gd name="connsiteX13462" fmla="*/ 2931224 w 3219450"/>
                <a:gd name="connsiteY13462" fmla="*/ 885635 h 2495550"/>
                <a:gd name="connsiteX13463" fmla="*/ 2930938 w 3219450"/>
                <a:gd name="connsiteY13463" fmla="*/ 885444 h 2495550"/>
                <a:gd name="connsiteX13464" fmla="*/ 2930652 w 3219450"/>
                <a:gd name="connsiteY13464" fmla="*/ 885158 h 2495550"/>
                <a:gd name="connsiteX13465" fmla="*/ 2930652 w 3219450"/>
                <a:gd name="connsiteY13465" fmla="*/ 884492 h 2495550"/>
                <a:gd name="connsiteX13466" fmla="*/ 2930843 w 3219450"/>
                <a:gd name="connsiteY13466" fmla="*/ 883920 h 2495550"/>
                <a:gd name="connsiteX13467" fmla="*/ 2931128 w 3219450"/>
                <a:gd name="connsiteY13467" fmla="*/ 883444 h 2495550"/>
                <a:gd name="connsiteX13468" fmla="*/ 2931510 w 3219450"/>
                <a:gd name="connsiteY13468" fmla="*/ 883158 h 2495550"/>
                <a:gd name="connsiteX13469" fmla="*/ 2934367 w 3219450"/>
                <a:gd name="connsiteY13469" fmla="*/ 882587 h 2495550"/>
                <a:gd name="connsiteX13470" fmla="*/ 2934748 w 3219450"/>
                <a:gd name="connsiteY13470" fmla="*/ 882396 h 2495550"/>
                <a:gd name="connsiteX13471" fmla="*/ 2934938 w 3219450"/>
                <a:gd name="connsiteY13471" fmla="*/ 881158 h 2495550"/>
                <a:gd name="connsiteX13472" fmla="*/ 2935415 w 3219450"/>
                <a:gd name="connsiteY13472" fmla="*/ 880110 h 2495550"/>
                <a:gd name="connsiteX13473" fmla="*/ 2935986 w 3219450"/>
                <a:gd name="connsiteY13473" fmla="*/ 879824 h 2495550"/>
                <a:gd name="connsiteX13474" fmla="*/ 2936558 w 3219450"/>
                <a:gd name="connsiteY13474" fmla="*/ 880682 h 2495550"/>
                <a:gd name="connsiteX13475" fmla="*/ 2937320 w 3219450"/>
                <a:gd name="connsiteY13475" fmla="*/ 880205 h 2495550"/>
                <a:gd name="connsiteX13476" fmla="*/ 2936844 w 3219450"/>
                <a:gd name="connsiteY13476" fmla="*/ 879634 h 2495550"/>
                <a:gd name="connsiteX13477" fmla="*/ 2936558 w 3219450"/>
                <a:gd name="connsiteY13477" fmla="*/ 878967 h 2495550"/>
                <a:gd name="connsiteX13478" fmla="*/ 2936653 w 3219450"/>
                <a:gd name="connsiteY13478" fmla="*/ 878491 h 2495550"/>
                <a:gd name="connsiteX13479" fmla="*/ 2937320 w 3219450"/>
                <a:gd name="connsiteY13479" fmla="*/ 878300 h 2495550"/>
                <a:gd name="connsiteX13480" fmla="*/ 2937891 w 3219450"/>
                <a:gd name="connsiteY13480" fmla="*/ 878491 h 2495550"/>
                <a:gd name="connsiteX13481" fmla="*/ 2938368 w 3219450"/>
                <a:gd name="connsiteY13481" fmla="*/ 879348 h 2495550"/>
                <a:gd name="connsiteX13482" fmla="*/ 2939129 w 3219450"/>
                <a:gd name="connsiteY13482" fmla="*/ 879634 h 2495550"/>
                <a:gd name="connsiteX13483" fmla="*/ 2939606 w 3219450"/>
                <a:gd name="connsiteY13483" fmla="*/ 879443 h 2495550"/>
                <a:gd name="connsiteX13484" fmla="*/ 2940177 w 3219450"/>
                <a:gd name="connsiteY13484" fmla="*/ 879062 h 2495550"/>
                <a:gd name="connsiteX13485" fmla="*/ 2940844 w 3219450"/>
                <a:gd name="connsiteY13485" fmla="*/ 878681 h 2495550"/>
                <a:gd name="connsiteX13486" fmla="*/ 2941606 w 3219450"/>
                <a:gd name="connsiteY13486" fmla="*/ 878681 h 2495550"/>
                <a:gd name="connsiteX13487" fmla="*/ 2944178 w 3219450"/>
                <a:gd name="connsiteY13487" fmla="*/ 880872 h 2495550"/>
                <a:gd name="connsiteX13488" fmla="*/ 2944559 w 3219450"/>
                <a:gd name="connsiteY13488" fmla="*/ 881444 h 2495550"/>
                <a:gd name="connsiteX13489" fmla="*/ 2946083 w 3219450"/>
                <a:gd name="connsiteY13489" fmla="*/ 882301 h 2495550"/>
                <a:gd name="connsiteX13490" fmla="*/ 2946464 w 3219450"/>
                <a:gd name="connsiteY13490" fmla="*/ 882872 h 2495550"/>
                <a:gd name="connsiteX13491" fmla="*/ 2946654 w 3219450"/>
                <a:gd name="connsiteY13491" fmla="*/ 883634 h 2495550"/>
                <a:gd name="connsiteX13492" fmla="*/ 2947130 w 3219450"/>
                <a:gd name="connsiteY13492" fmla="*/ 883920 h 2495550"/>
                <a:gd name="connsiteX13493" fmla="*/ 2947702 w 3219450"/>
                <a:gd name="connsiteY13493" fmla="*/ 883825 h 2495550"/>
                <a:gd name="connsiteX13494" fmla="*/ 2948178 w 3219450"/>
                <a:gd name="connsiteY13494" fmla="*/ 883444 h 2495550"/>
                <a:gd name="connsiteX13495" fmla="*/ 2948464 w 3219450"/>
                <a:gd name="connsiteY13495" fmla="*/ 882682 h 2495550"/>
                <a:gd name="connsiteX13496" fmla="*/ 2948464 w 3219450"/>
                <a:gd name="connsiteY13496" fmla="*/ 882015 h 2495550"/>
                <a:gd name="connsiteX13497" fmla="*/ 2948654 w 3219450"/>
                <a:gd name="connsiteY13497" fmla="*/ 881539 h 2495550"/>
                <a:gd name="connsiteX13498" fmla="*/ 2949988 w 3219450"/>
                <a:gd name="connsiteY13498" fmla="*/ 881063 h 2495550"/>
                <a:gd name="connsiteX13499" fmla="*/ 2950369 w 3219450"/>
                <a:gd name="connsiteY13499" fmla="*/ 880301 h 2495550"/>
                <a:gd name="connsiteX13500" fmla="*/ 2950464 w 3219450"/>
                <a:gd name="connsiteY13500" fmla="*/ 879348 h 2495550"/>
                <a:gd name="connsiteX13501" fmla="*/ 2950274 w 3219450"/>
                <a:gd name="connsiteY13501" fmla="*/ 878491 h 2495550"/>
                <a:gd name="connsiteX13502" fmla="*/ 2952464 w 3219450"/>
                <a:gd name="connsiteY13502" fmla="*/ 878681 h 2495550"/>
                <a:gd name="connsiteX13503" fmla="*/ 2954465 w 3219450"/>
                <a:gd name="connsiteY13503" fmla="*/ 879253 h 2495550"/>
                <a:gd name="connsiteX13504" fmla="*/ 2956179 w 3219450"/>
                <a:gd name="connsiteY13504" fmla="*/ 878967 h 2495550"/>
                <a:gd name="connsiteX13505" fmla="*/ 2957513 w 3219450"/>
                <a:gd name="connsiteY13505" fmla="*/ 876586 h 2495550"/>
                <a:gd name="connsiteX13506" fmla="*/ 2957798 w 3219450"/>
                <a:gd name="connsiteY13506" fmla="*/ 874014 h 2495550"/>
                <a:gd name="connsiteX13507" fmla="*/ 2957703 w 3219450"/>
                <a:gd name="connsiteY13507" fmla="*/ 871252 h 2495550"/>
                <a:gd name="connsiteX13508" fmla="*/ 2957989 w 3219450"/>
                <a:gd name="connsiteY13508" fmla="*/ 868775 h 2495550"/>
                <a:gd name="connsiteX13509" fmla="*/ 2959418 w 3219450"/>
                <a:gd name="connsiteY13509" fmla="*/ 867251 h 2495550"/>
                <a:gd name="connsiteX13510" fmla="*/ 2959418 w 3219450"/>
                <a:gd name="connsiteY13510" fmla="*/ 866775 h 2495550"/>
                <a:gd name="connsiteX13511" fmla="*/ 2958561 w 3219450"/>
                <a:gd name="connsiteY13511" fmla="*/ 866585 h 2495550"/>
                <a:gd name="connsiteX13512" fmla="*/ 2958275 w 3219450"/>
                <a:gd name="connsiteY13512" fmla="*/ 865632 h 2495550"/>
                <a:gd name="connsiteX13513" fmla="*/ 2958751 w 3219450"/>
                <a:gd name="connsiteY13513" fmla="*/ 864680 h 2495550"/>
                <a:gd name="connsiteX13514" fmla="*/ 2960085 w 3219450"/>
                <a:gd name="connsiteY13514" fmla="*/ 864394 h 2495550"/>
                <a:gd name="connsiteX13515" fmla="*/ 2959894 w 3219450"/>
                <a:gd name="connsiteY13515" fmla="*/ 863346 h 2495550"/>
                <a:gd name="connsiteX13516" fmla="*/ 2960275 w 3219450"/>
                <a:gd name="connsiteY13516" fmla="*/ 862679 h 2495550"/>
                <a:gd name="connsiteX13517" fmla="*/ 2960656 w 3219450"/>
                <a:gd name="connsiteY13517" fmla="*/ 862203 h 2495550"/>
                <a:gd name="connsiteX13518" fmla="*/ 2960561 w 3219450"/>
                <a:gd name="connsiteY13518" fmla="*/ 861632 h 2495550"/>
                <a:gd name="connsiteX13519" fmla="*/ 2959894 w 3219450"/>
                <a:gd name="connsiteY13519" fmla="*/ 861060 h 2495550"/>
                <a:gd name="connsiteX13520" fmla="*/ 2959322 w 3219450"/>
                <a:gd name="connsiteY13520" fmla="*/ 860774 h 2495550"/>
                <a:gd name="connsiteX13521" fmla="*/ 2958941 w 3219450"/>
                <a:gd name="connsiteY13521" fmla="*/ 860298 h 2495550"/>
                <a:gd name="connsiteX13522" fmla="*/ 2958846 w 3219450"/>
                <a:gd name="connsiteY13522" fmla="*/ 858965 h 2495550"/>
                <a:gd name="connsiteX13523" fmla="*/ 2958941 w 3219450"/>
                <a:gd name="connsiteY13523" fmla="*/ 858107 h 2495550"/>
                <a:gd name="connsiteX13524" fmla="*/ 2959132 w 3219450"/>
                <a:gd name="connsiteY13524" fmla="*/ 857345 h 2495550"/>
                <a:gd name="connsiteX13525" fmla="*/ 2959799 w 3219450"/>
                <a:gd name="connsiteY13525" fmla="*/ 855821 h 2495550"/>
                <a:gd name="connsiteX13526" fmla="*/ 2960656 w 3219450"/>
                <a:gd name="connsiteY13526" fmla="*/ 854012 h 2495550"/>
                <a:gd name="connsiteX13527" fmla="*/ 2960942 w 3219450"/>
                <a:gd name="connsiteY13527" fmla="*/ 853059 h 2495550"/>
                <a:gd name="connsiteX13528" fmla="*/ 2961132 w 3219450"/>
                <a:gd name="connsiteY13528" fmla="*/ 850868 h 2495550"/>
                <a:gd name="connsiteX13529" fmla="*/ 2962942 w 3219450"/>
                <a:gd name="connsiteY13529" fmla="*/ 845820 h 2495550"/>
                <a:gd name="connsiteX13530" fmla="*/ 2963323 w 3219450"/>
                <a:gd name="connsiteY13530" fmla="*/ 845058 h 2495550"/>
                <a:gd name="connsiteX13531" fmla="*/ 2963609 w 3219450"/>
                <a:gd name="connsiteY13531" fmla="*/ 844296 h 2495550"/>
                <a:gd name="connsiteX13532" fmla="*/ 2963609 w 3219450"/>
                <a:gd name="connsiteY13532" fmla="*/ 842677 h 2495550"/>
                <a:gd name="connsiteX13533" fmla="*/ 2963799 w 3219450"/>
                <a:gd name="connsiteY13533" fmla="*/ 841915 h 2495550"/>
                <a:gd name="connsiteX13534" fmla="*/ 2964371 w 3219450"/>
                <a:gd name="connsiteY13534" fmla="*/ 841439 h 2495550"/>
                <a:gd name="connsiteX13535" fmla="*/ 2965990 w 3219450"/>
                <a:gd name="connsiteY13535" fmla="*/ 841248 h 2495550"/>
                <a:gd name="connsiteX13536" fmla="*/ 2966752 w 3219450"/>
                <a:gd name="connsiteY13536" fmla="*/ 840962 h 2495550"/>
                <a:gd name="connsiteX13537" fmla="*/ 2966276 w 3219450"/>
                <a:gd name="connsiteY13537" fmla="*/ 840772 h 2495550"/>
                <a:gd name="connsiteX13538" fmla="*/ 2965895 w 3219450"/>
                <a:gd name="connsiteY13538" fmla="*/ 840486 h 2495550"/>
                <a:gd name="connsiteX13539" fmla="*/ 2965609 w 3219450"/>
                <a:gd name="connsiteY13539" fmla="*/ 840105 h 2495550"/>
                <a:gd name="connsiteX13540" fmla="*/ 2965419 w 3219450"/>
                <a:gd name="connsiteY13540" fmla="*/ 839534 h 2495550"/>
                <a:gd name="connsiteX13541" fmla="*/ 2965990 w 3219450"/>
                <a:gd name="connsiteY13541" fmla="*/ 839248 h 2495550"/>
                <a:gd name="connsiteX13542" fmla="*/ 2966943 w 3219450"/>
                <a:gd name="connsiteY13542" fmla="*/ 838581 h 2495550"/>
                <a:gd name="connsiteX13543" fmla="*/ 2967514 w 3219450"/>
                <a:gd name="connsiteY13543" fmla="*/ 838486 h 2495550"/>
                <a:gd name="connsiteX13544" fmla="*/ 2968181 w 3219450"/>
                <a:gd name="connsiteY13544" fmla="*/ 838581 h 2495550"/>
                <a:gd name="connsiteX13545" fmla="*/ 2968562 w 3219450"/>
                <a:gd name="connsiteY13545" fmla="*/ 838962 h 2495550"/>
                <a:gd name="connsiteX13546" fmla="*/ 2970181 w 3219450"/>
                <a:gd name="connsiteY13546" fmla="*/ 841153 h 2495550"/>
                <a:gd name="connsiteX13547" fmla="*/ 2970657 w 3219450"/>
                <a:gd name="connsiteY13547" fmla="*/ 841629 h 2495550"/>
                <a:gd name="connsiteX13548" fmla="*/ 2971419 w 3219450"/>
                <a:gd name="connsiteY13548" fmla="*/ 842010 h 2495550"/>
                <a:gd name="connsiteX13549" fmla="*/ 2972086 w 3219450"/>
                <a:gd name="connsiteY13549" fmla="*/ 842105 h 2495550"/>
                <a:gd name="connsiteX13550" fmla="*/ 2974181 w 3219450"/>
                <a:gd name="connsiteY13550" fmla="*/ 842010 h 2495550"/>
                <a:gd name="connsiteX13551" fmla="*/ 2976658 w 3219450"/>
                <a:gd name="connsiteY13551" fmla="*/ 840962 h 2495550"/>
                <a:gd name="connsiteX13552" fmla="*/ 2978087 w 3219450"/>
                <a:gd name="connsiteY13552" fmla="*/ 840581 h 2495550"/>
                <a:gd name="connsiteX13553" fmla="*/ 2978753 w 3219450"/>
                <a:gd name="connsiteY13553" fmla="*/ 841248 h 2495550"/>
                <a:gd name="connsiteX13554" fmla="*/ 2978563 w 3219450"/>
                <a:gd name="connsiteY13554" fmla="*/ 842201 h 2495550"/>
                <a:gd name="connsiteX13555" fmla="*/ 2978182 w 3219450"/>
                <a:gd name="connsiteY13555" fmla="*/ 843344 h 2495550"/>
                <a:gd name="connsiteX13556" fmla="*/ 2977611 w 3219450"/>
                <a:gd name="connsiteY13556" fmla="*/ 844391 h 2495550"/>
                <a:gd name="connsiteX13557" fmla="*/ 2976944 w 3219450"/>
                <a:gd name="connsiteY13557" fmla="*/ 844963 h 2495550"/>
                <a:gd name="connsiteX13558" fmla="*/ 2979135 w 3219450"/>
                <a:gd name="connsiteY13558" fmla="*/ 846011 h 2495550"/>
                <a:gd name="connsiteX13559" fmla="*/ 2981897 w 3219450"/>
                <a:gd name="connsiteY13559" fmla="*/ 845915 h 2495550"/>
                <a:gd name="connsiteX13560" fmla="*/ 2984278 w 3219450"/>
                <a:gd name="connsiteY13560" fmla="*/ 846296 h 2495550"/>
                <a:gd name="connsiteX13561" fmla="*/ 2985230 w 3219450"/>
                <a:gd name="connsiteY13561" fmla="*/ 848868 h 2495550"/>
                <a:gd name="connsiteX13562" fmla="*/ 2984469 w 3219450"/>
                <a:gd name="connsiteY13562" fmla="*/ 854964 h 2495550"/>
                <a:gd name="connsiteX13563" fmla="*/ 2984469 w 3219450"/>
                <a:gd name="connsiteY13563" fmla="*/ 857726 h 2495550"/>
                <a:gd name="connsiteX13564" fmla="*/ 2985516 w 3219450"/>
                <a:gd name="connsiteY13564" fmla="*/ 860203 h 2495550"/>
                <a:gd name="connsiteX13565" fmla="*/ 2988374 w 3219450"/>
                <a:gd name="connsiteY13565" fmla="*/ 863156 h 2495550"/>
                <a:gd name="connsiteX13566" fmla="*/ 2988755 w 3219450"/>
                <a:gd name="connsiteY13566" fmla="*/ 864394 h 2495550"/>
                <a:gd name="connsiteX13567" fmla="*/ 2992374 w 3219450"/>
                <a:gd name="connsiteY13567" fmla="*/ 867537 h 2495550"/>
                <a:gd name="connsiteX13568" fmla="*/ 2992946 w 3219450"/>
                <a:gd name="connsiteY13568" fmla="*/ 867728 h 2495550"/>
                <a:gd name="connsiteX13569" fmla="*/ 2993422 w 3219450"/>
                <a:gd name="connsiteY13569" fmla="*/ 867728 h 2495550"/>
                <a:gd name="connsiteX13570" fmla="*/ 2993803 w 3219450"/>
                <a:gd name="connsiteY13570" fmla="*/ 867728 h 2495550"/>
                <a:gd name="connsiteX13571" fmla="*/ 2994184 w 3219450"/>
                <a:gd name="connsiteY13571" fmla="*/ 868109 h 2495550"/>
                <a:gd name="connsiteX13572" fmla="*/ 2994279 w 3219450"/>
                <a:gd name="connsiteY13572" fmla="*/ 868680 h 2495550"/>
                <a:gd name="connsiteX13573" fmla="*/ 2994089 w 3219450"/>
                <a:gd name="connsiteY13573" fmla="*/ 870109 h 2495550"/>
                <a:gd name="connsiteX13574" fmla="*/ 2994374 w 3219450"/>
                <a:gd name="connsiteY13574" fmla="*/ 870871 h 2495550"/>
                <a:gd name="connsiteX13575" fmla="*/ 2995518 w 3219450"/>
                <a:gd name="connsiteY13575" fmla="*/ 871728 h 2495550"/>
                <a:gd name="connsiteX13576" fmla="*/ 2996279 w 3219450"/>
                <a:gd name="connsiteY13576" fmla="*/ 871347 h 2495550"/>
                <a:gd name="connsiteX13577" fmla="*/ 2996470 w 3219450"/>
                <a:gd name="connsiteY13577" fmla="*/ 870299 h 2495550"/>
                <a:gd name="connsiteX13578" fmla="*/ 2995613 w 3219450"/>
                <a:gd name="connsiteY13578" fmla="*/ 869156 h 2495550"/>
                <a:gd name="connsiteX13579" fmla="*/ 2996279 w 3219450"/>
                <a:gd name="connsiteY13579" fmla="*/ 868109 h 2495550"/>
                <a:gd name="connsiteX13580" fmla="*/ 2997137 w 3219450"/>
                <a:gd name="connsiteY13580" fmla="*/ 867442 h 2495550"/>
                <a:gd name="connsiteX13581" fmla="*/ 2998089 w 3219450"/>
                <a:gd name="connsiteY13581" fmla="*/ 867347 h 2495550"/>
                <a:gd name="connsiteX13582" fmla="*/ 2998851 w 3219450"/>
                <a:gd name="connsiteY13582" fmla="*/ 868204 h 2495550"/>
                <a:gd name="connsiteX13583" fmla="*/ 2999042 w 3219450"/>
                <a:gd name="connsiteY13583" fmla="*/ 868966 h 2495550"/>
                <a:gd name="connsiteX13584" fmla="*/ 2999328 w 3219450"/>
                <a:gd name="connsiteY13584" fmla="*/ 871728 h 2495550"/>
                <a:gd name="connsiteX13585" fmla="*/ 2999613 w 3219450"/>
                <a:gd name="connsiteY13585" fmla="*/ 873062 h 2495550"/>
                <a:gd name="connsiteX13586" fmla="*/ 3001518 w 3219450"/>
                <a:gd name="connsiteY13586" fmla="*/ 871442 h 2495550"/>
                <a:gd name="connsiteX13587" fmla="*/ 3002376 w 3219450"/>
                <a:gd name="connsiteY13587" fmla="*/ 870299 h 2495550"/>
                <a:gd name="connsiteX13588" fmla="*/ 3002376 w 3219450"/>
                <a:gd name="connsiteY13588" fmla="*/ 868204 h 2495550"/>
                <a:gd name="connsiteX13589" fmla="*/ 3001709 w 3219450"/>
                <a:gd name="connsiteY13589" fmla="*/ 866585 h 2495550"/>
                <a:gd name="connsiteX13590" fmla="*/ 3000566 w 3219450"/>
                <a:gd name="connsiteY13590" fmla="*/ 864870 h 2495550"/>
                <a:gd name="connsiteX13591" fmla="*/ 2999328 w 3219450"/>
                <a:gd name="connsiteY13591" fmla="*/ 863441 h 2495550"/>
                <a:gd name="connsiteX13592" fmla="*/ 2998089 w 3219450"/>
                <a:gd name="connsiteY13592" fmla="*/ 862584 h 2495550"/>
                <a:gd name="connsiteX13593" fmla="*/ 2996565 w 3219450"/>
                <a:gd name="connsiteY13593" fmla="*/ 862489 h 2495550"/>
                <a:gd name="connsiteX13594" fmla="*/ 2994660 w 3219450"/>
                <a:gd name="connsiteY13594" fmla="*/ 862775 h 2495550"/>
                <a:gd name="connsiteX13595" fmla="*/ 2992851 w 3219450"/>
                <a:gd name="connsiteY13595" fmla="*/ 862584 h 2495550"/>
                <a:gd name="connsiteX13596" fmla="*/ 2991612 w 3219450"/>
                <a:gd name="connsiteY13596" fmla="*/ 861251 h 2495550"/>
                <a:gd name="connsiteX13597" fmla="*/ 2993041 w 3219450"/>
                <a:gd name="connsiteY13597" fmla="*/ 858488 h 2495550"/>
                <a:gd name="connsiteX13598" fmla="*/ 2997422 w 3219450"/>
                <a:gd name="connsiteY13598" fmla="*/ 855250 h 2495550"/>
                <a:gd name="connsiteX13599" fmla="*/ 3002471 w 3219450"/>
                <a:gd name="connsiteY13599" fmla="*/ 852678 h 2495550"/>
                <a:gd name="connsiteX13600" fmla="*/ 3005804 w 3219450"/>
                <a:gd name="connsiteY13600" fmla="*/ 851821 h 2495550"/>
                <a:gd name="connsiteX13601" fmla="*/ 3010091 w 3219450"/>
                <a:gd name="connsiteY13601" fmla="*/ 852011 h 2495550"/>
                <a:gd name="connsiteX13602" fmla="*/ 3010281 w 3219450"/>
                <a:gd name="connsiteY13602" fmla="*/ 852107 h 2495550"/>
                <a:gd name="connsiteX13603" fmla="*/ 3010948 w 3219450"/>
                <a:gd name="connsiteY13603" fmla="*/ 851154 h 2495550"/>
                <a:gd name="connsiteX13604" fmla="*/ 3011424 w 3219450"/>
                <a:gd name="connsiteY13604" fmla="*/ 850011 h 2495550"/>
                <a:gd name="connsiteX13605" fmla="*/ 3012091 w 3219450"/>
                <a:gd name="connsiteY13605" fmla="*/ 849154 h 2495550"/>
                <a:gd name="connsiteX13606" fmla="*/ 3013424 w 3219450"/>
                <a:gd name="connsiteY13606" fmla="*/ 848963 h 2495550"/>
                <a:gd name="connsiteX13607" fmla="*/ 3014568 w 3219450"/>
                <a:gd name="connsiteY13607" fmla="*/ 849344 h 2495550"/>
                <a:gd name="connsiteX13608" fmla="*/ 3016663 w 3219450"/>
                <a:gd name="connsiteY13608" fmla="*/ 850392 h 2495550"/>
                <a:gd name="connsiteX13609" fmla="*/ 3023807 w 3219450"/>
                <a:gd name="connsiteY13609" fmla="*/ 850487 h 2495550"/>
                <a:gd name="connsiteX13610" fmla="*/ 3024188 w 3219450"/>
                <a:gd name="connsiteY13610" fmla="*/ 849725 h 2495550"/>
                <a:gd name="connsiteX13611" fmla="*/ 3024283 w 3219450"/>
                <a:gd name="connsiteY13611" fmla="*/ 848678 h 2495550"/>
                <a:gd name="connsiteX13612" fmla="*/ 3024664 w 3219450"/>
                <a:gd name="connsiteY13612" fmla="*/ 847725 h 2495550"/>
                <a:gd name="connsiteX13613" fmla="*/ 3025426 w 3219450"/>
                <a:gd name="connsiteY13613" fmla="*/ 847058 h 2495550"/>
                <a:gd name="connsiteX13614" fmla="*/ 3026283 w 3219450"/>
                <a:gd name="connsiteY13614" fmla="*/ 846963 h 2495550"/>
                <a:gd name="connsiteX13615" fmla="*/ 3028093 w 3219450"/>
                <a:gd name="connsiteY13615" fmla="*/ 847058 h 2495550"/>
                <a:gd name="connsiteX13616" fmla="*/ 3029617 w 3219450"/>
                <a:gd name="connsiteY13616" fmla="*/ 846106 h 2495550"/>
                <a:gd name="connsiteX13617" fmla="*/ 3029427 w 3219450"/>
                <a:gd name="connsiteY13617" fmla="*/ 844296 h 2495550"/>
                <a:gd name="connsiteX13618" fmla="*/ 3028569 w 3219450"/>
                <a:gd name="connsiteY13618" fmla="*/ 842201 h 2495550"/>
                <a:gd name="connsiteX13619" fmla="*/ 3028093 w 3219450"/>
                <a:gd name="connsiteY13619" fmla="*/ 840200 h 2495550"/>
                <a:gd name="connsiteX13620" fmla="*/ 3028188 w 3219450"/>
                <a:gd name="connsiteY13620" fmla="*/ 838295 h 2495550"/>
                <a:gd name="connsiteX13621" fmla="*/ 3028379 w 3219450"/>
                <a:gd name="connsiteY13621" fmla="*/ 837438 h 2495550"/>
                <a:gd name="connsiteX13622" fmla="*/ 3028760 w 3219450"/>
                <a:gd name="connsiteY13622" fmla="*/ 836676 h 2495550"/>
                <a:gd name="connsiteX13623" fmla="*/ 3029236 w 3219450"/>
                <a:gd name="connsiteY13623" fmla="*/ 836295 h 2495550"/>
                <a:gd name="connsiteX13624" fmla="*/ 3030188 w 3219450"/>
                <a:gd name="connsiteY13624" fmla="*/ 835914 h 2495550"/>
                <a:gd name="connsiteX13625" fmla="*/ 3030570 w 3219450"/>
                <a:gd name="connsiteY13625" fmla="*/ 835438 h 2495550"/>
                <a:gd name="connsiteX13626" fmla="*/ 3030760 w 3219450"/>
                <a:gd name="connsiteY13626" fmla="*/ 834771 h 2495550"/>
                <a:gd name="connsiteX13627" fmla="*/ 3030855 w 3219450"/>
                <a:gd name="connsiteY13627" fmla="*/ 834200 h 2495550"/>
                <a:gd name="connsiteX13628" fmla="*/ 3030951 w 3219450"/>
                <a:gd name="connsiteY13628" fmla="*/ 833723 h 2495550"/>
                <a:gd name="connsiteX13629" fmla="*/ 3031331 w 3219450"/>
                <a:gd name="connsiteY13629" fmla="*/ 833247 h 2495550"/>
                <a:gd name="connsiteX13630" fmla="*/ 3033141 w 3219450"/>
                <a:gd name="connsiteY13630" fmla="*/ 831914 h 2495550"/>
                <a:gd name="connsiteX13631" fmla="*/ 3033903 w 3219450"/>
                <a:gd name="connsiteY13631" fmla="*/ 830961 h 2495550"/>
                <a:gd name="connsiteX13632" fmla="*/ 3034189 w 3219450"/>
                <a:gd name="connsiteY13632" fmla="*/ 829628 h 2495550"/>
                <a:gd name="connsiteX13633" fmla="*/ 3033903 w 3219450"/>
                <a:gd name="connsiteY13633" fmla="*/ 828389 h 2495550"/>
                <a:gd name="connsiteX13634" fmla="*/ 3033427 w 3219450"/>
                <a:gd name="connsiteY13634" fmla="*/ 827532 h 2495550"/>
                <a:gd name="connsiteX13635" fmla="*/ 3033046 w 3219450"/>
                <a:gd name="connsiteY13635" fmla="*/ 826580 h 2495550"/>
                <a:gd name="connsiteX13636" fmla="*/ 3033141 w 3219450"/>
                <a:gd name="connsiteY13636" fmla="*/ 825151 h 2495550"/>
                <a:gd name="connsiteX13637" fmla="*/ 3033618 w 3219450"/>
                <a:gd name="connsiteY13637" fmla="*/ 824008 h 2495550"/>
                <a:gd name="connsiteX13638" fmla="*/ 3034379 w 3219450"/>
                <a:gd name="connsiteY13638" fmla="*/ 823055 h 2495550"/>
                <a:gd name="connsiteX13639" fmla="*/ 3036094 w 3219450"/>
                <a:gd name="connsiteY13639" fmla="*/ 821531 h 2495550"/>
                <a:gd name="connsiteX13640" fmla="*/ 3036761 w 3219450"/>
                <a:gd name="connsiteY13640" fmla="*/ 820579 h 2495550"/>
                <a:gd name="connsiteX13641" fmla="*/ 3036951 w 3219450"/>
                <a:gd name="connsiteY13641" fmla="*/ 819245 h 2495550"/>
                <a:gd name="connsiteX13642" fmla="*/ 3036951 w 3219450"/>
                <a:gd name="connsiteY13642" fmla="*/ 816483 h 2495550"/>
                <a:gd name="connsiteX13643" fmla="*/ 3037237 w 3219450"/>
                <a:gd name="connsiteY13643" fmla="*/ 814864 h 2495550"/>
                <a:gd name="connsiteX13644" fmla="*/ 3037713 w 3219450"/>
                <a:gd name="connsiteY13644" fmla="*/ 814007 h 2495550"/>
                <a:gd name="connsiteX13645" fmla="*/ 3038380 w 3219450"/>
                <a:gd name="connsiteY13645" fmla="*/ 813340 h 2495550"/>
                <a:gd name="connsiteX13646" fmla="*/ 3038952 w 3219450"/>
                <a:gd name="connsiteY13646" fmla="*/ 812197 h 2495550"/>
                <a:gd name="connsiteX13647" fmla="*/ 3038952 w 3219450"/>
                <a:gd name="connsiteY13647" fmla="*/ 811244 h 2495550"/>
                <a:gd name="connsiteX13648" fmla="*/ 3038761 w 3219450"/>
                <a:gd name="connsiteY13648" fmla="*/ 808006 h 2495550"/>
                <a:gd name="connsiteX13649" fmla="*/ 3038570 w 3219450"/>
                <a:gd name="connsiteY13649" fmla="*/ 807053 h 2495550"/>
                <a:gd name="connsiteX13650" fmla="*/ 3037904 w 3219450"/>
                <a:gd name="connsiteY13650" fmla="*/ 806101 h 2495550"/>
                <a:gd name="connsiteX13651" fmla="*/ 3037428 w 3219450"/>
                <a:gd name="connsiteY13651" fmla="*/ 805720 h 2495550"/>
                <a:gd name="connsiteX13652" fmla="*/ 3032855 w 3219450"/>
                <a:gd name="connsiteY13652" fmla="*/ 802005 h 2495550"/>
                <a:gd name="connsiteX13653" fmla="*/ 3032570 w 3219450"/>
                <a:gd name="connsiteY13653" fmla="*/ 801148 h 2495550"/>
                <a:gd name="connsiteX13654" fmla="*/ 3032855 w 3219450"/>
                <a:gd name="connsiteY13654" fmla="*/ 800005 h 2495550"/>
                <a:gd name="connsiteX13655" fmla="*/ 3033903 w 3219450"/>
                <a:gd name="connsiteY13655" fmla="*/ 798195 h 2495550"/>
                <a:gd name="connsiteX13656" fmla="*/ 3034284 w 3219450"/>
                <a:gd name="connsiteY13656" fmla="*/ 797147 h 2495550"/>
                <a:gd name="connsiteX13657" fmla="*/ 3034189 w 3219450"/>
                <a:gd name="connsiteY13657" fmla="*/ 796576 h 2495550"/>
                <a:gd name="connsiteX13658" fmla="*/ 3033713 w 3219450"/>
                <a:gd name="connsiteY13658" fmla="*/ 795242 h 2495550"/>
                <a:gd name="connsiteX13659" fmla="*/ 3033618 w 3219450"/>
                <a:gd name="connsiteY13659" fmla="*/ 794576 h 2495550"/>
                <a:gd name="connsiteX13660" fmla="*/ 3033713 w 3219450"/>
                <a:gd name="connsiteY13660" fmla="*/ 794099 h 2495550"/>
                <a:gd name="connsiteX13661" fmla="*/ 3033998 w 3219450"/>
                <a:gd name="connsiteY13661" fmla="*/ 792766 h 2495550"/>
                <a:gd name="connsiteX13662" fmla="*/ 3033998 w 3219450"/>
                <a:gd name="connsiteY13662" fmla="*/ 792099 h 2495550"/>
                <a:gd name="connsiteX13663" fmla="*/ 3033903 w 3219450"/>
                <a:gd name="connsiteY13663" fmla="*/ 791432 h 2495550"/>
                <a:gd name="connsiteX13664" fmla="*/ 3033522 w 3219450"/>
                <a:gd name="connsiteY13664" fmla="*/ 790099 h 2495550"/>
                <a:gd name="connsiteX13665" fmla="*/ 3033427 w 3219450"/>
                <a:gd name="connsiteY13665" fmla="*/ 789432 h 2495550"/>
                <a:gd name="connsiteX13666" fmla="*/ 3033427 w 3219450"/>
                <a:gd name="connsiteY13666" fmla="*/ 788861 h 2495550"/>
                <a:gd name="connsiteX13667" fmla="*/ 3033618 w 3219450"/>
                <a:gd name="connsiteY13667" fmla="*/ 787146 h 2495550"/>
                <a:gd name="connsiteX13668" fmla="*/ 3033236 w 3219450"/>
                <a:gd name="connsiteY13668" fmla="*/ 783146 h 2495550"/>
                <a:gd name="connsiteX13669" fmla="*/ 3033332 w 3219450"/>
                <a:gd name="connsiteY13669" fmla="*/ 781812 h 2495550"/>
                <a:gd name="connsiteX13670" fmla="*/ 3034379 w 3219450"/>
                <a:gd name="connsiteY13670" fmla="*/ 777335 h 2495550"/>
                <a:gd name="connsiteX13671" fmla="*/ 3035713 w 3219450"/>
                <a:gd name="connsiteY13671" fmla="*/ 773811 h 2495550"/>
                <a:gd name="connsiteX13672" fmla="*/ 3035713 w 3219450"/>
                <a:gd name="connsiteY13672" fmla="*/ 772573 h 2495550"/>
                <a:gd name="connsiteX13673" fmla="*/ 3035141 w 3219450"/>
                <a:gd name="connsiteY13673" fmla="*/ 770096 h 2495550"/>
                <a:gd name="connsiteX13674" fmla="*/ 3035046 w 3219450"/>
                <a:gd name="connsiteY13674" fmla="*/ 768953 h 2495550"/>
                <a:gd name="connsiteX13675" fmla="*/ 3035332 w 3219450"/>
                <a:gd name="connsiteY13675" fmla="*/ 767620 h 2495550"/>
                <a:gd name="connsiteX13676" fmla="*/ 3035332 w 3219450"/>
                <a:gd name="connsiteY13676" fmla="*/ 766572 h 2495550"/>
                <a:gd name="connsiteX13677" fmla="*/ 3035618 w 3219450"/>
                <a:gd name="connsiteY13677" fmla="*/ 765905 h 2495550"/>
                <a:gd name="connsiteX13678" fmla="*/ 3036570 w 3219450"/>
                <a:gd name="connsiteY13678" fmla="*/ 764762 h 2495550"/>
                <a:gd name="connsiteX13679" fmla="*/ 3037428 w 3219450"/>
                <a:gd name="connsiteY13679" fmla="*/ 764000 h 2495550"/>
                <a:gd name="connsiteX13680" fmla="*/ 3037999 w 3219450"/>
                <a:gd name="connsiteY13680" fmla="*/ 763715 h 2495550"/>
                <a:gd name="connsiteX13681" fmla="*/ 3038189 w 3219450"/>
                <a:gd name="connsiteY13681" fmla="*/ 763143 h 2495550"/>
                <a:gd name="connsiteX13682" fmla="*/ 3032951 w 3219450"/>
                <a:gd name="connsiteY13682" fmla="*/ 740188 h 2495550"/>
                <a:gd name="connsiteX13683" fmla="*/ 3027236 w 3219450"/>
                <a:gd name="connsiteY13683" fmla="*/ 716375 h 2495550"/>
                <a:gd name="connsiteX13684" fmla="*/ 3024854 w 3219450"/>
                <a:gd name="connsiteY13684" fmla="*/ 711613 h 2495550"/>
                <a:gd name="connsiteX13685" fmla="*/ 3024093 w 3219450"/>
                <a:gd name="connsiteY13685" fmla="*/ 710851 h 2495550"/>
                <a:gd name="connsiteX13686" fmla="*/ 3022187 w 3219450"/>
                <a:gd name="connsiteY13686" fmla="*/ 709517 h 2495550"/>
                <a:gd name="connsiteX13687" fmla="*/ 3019997 w 3219450"/>
                <a:gd name="connsiteY13687" fmla="*/ 705898 h 2495550"/>
                <a:gd name="connsiteX13688" fmla="*/ 3020187 w 3219450"/>
                <a:gd name="connsiteY13688" fmla="*/ 704660 h 2495550"/>
                <a:gd name="connsiteX13689" fmla="*/ 3022187 w 3219450"/>
                <a:gd name="connsiteY13689" fmla="*/ 703707 h 2495550"/>
                <a:gd name="connsiteX13690" fmla="*/ 3023140 w 3219450"/>
                <a:gd name="connsiteY13690" fmla="*/ 703707 h 2495550"/>
                <a:gd name="connsiteX13691" fmla="*/ 3024093 w 3219450"/>
                <a:gd name="connsiteY13691" fmla="*/ 703517 h 2495550"/>
                <a:gd name="connsiteX13692" fmla="*/ 3024950 w 3219450"/>
                <a:gd name="connsiteY13692" fmla="*/ 703040 h 2495550"/>
                <a:gd name="connsiteX13693" fmla="*/ 3025712 w 3219450"/>
                <a:gd name="connsiteY13693" fmla="*/ 702183 h 2495550"/>
                <a:gd name="connsiteX13694" fmla="*/ 3025902 w 3219450"/>
                <a:gd name="connsiteY13694" fmla="*/ 701612 h 2495550"/>
                <a:gd name="connsiteX13695" fmla="*/ 3025902 w 3219450"/>
                <a:gd name="connsiteY13695" fmla="*/ 700469 h 2495550"/>
                <a:gd name="connsiteX13696" fmla="*/ 3026093 w 3219450"/>
                <a:gd name="connsiteY13696" fmla="*/ 699897 h 2495550"/>
                <a:gd name="connsiteX13697" fmla="*/ 3026378 w 3219450"/>
                <a:gd name="connsiteY13697" fmla="*/ 699611 h 2495550"/>
                <a:gd name="connsiteX13698" fmla="*/ 3028664 w 3219450"/>
                <a:gd name="connsiteY13698" fmla="*/ 698849 h 2495550"/>
                <a:gd name="connsiteX13699" fmla="*/ 3029427 w 3219450"/>
                <a:gd name="connsiteY13699" fmla="*/ 698849 h 2495550"/>
                <a:gd name="connsiteX13700" fmla="*/ 3030188 w 3219450"/>
                <a:gd name="connsiteY13700" fmla="*/ 699135 h 2495550"/>
                <a:gd name="connsiteX13701" fmla="*/ 3031046 w 3219450"/>
                <a:gd name="connsiteY13701" fmla="*/ 699802 h 2495550"/>
                <a:gd name="connsiteX13702" fmla="*/ 3031998 w 3219450"/>
                <a:gd name="connsiteY13702" fmla="*/ 700183 h 2495550"/>
                <a:gd name="connsiteX13703" fmla="*/ 3032951 w 3219450"/>
                <a:gd name="connsiteY13703" fmla="*/ 700088 h 2495550"/>
                <a:gd name="connsiteX13704" fmla="*/ 3036570 w 3219450"/>
                <a:gd name="connsiteY13704" fmla="*/ 698659 h 2495550"/>
                <a:gd name="connsiteX13705" fmla="*/ 3037332 w 3219450"/>
                <a:gd name="connsiteY13705" fmla="*/ 698183 h 2495550"/>
                <a:gd name="connsiteX13706" fmla="*/ 3039523 w 3219450"/>
                <a:gd name="connsiteY13706" fmla="*/ 696087 h 2495550"/>
                <a:gd name="connsiteX13707" fmla="*/ 3040190 w 3219450"/>
                <a:gd name="connsiteY13707" fmla="*/ 695516 h 2495550"/>
                <a:gd name="connsiteX13708" fmla="*/ 3041047 w 3219450"/>
                <a:gd name="connsiteY13708" fmla="*/ 695230 h 2495550"/>
                <a:gd name="connsiteX13709" fmla="*/ 3042190 w 3219450"/>
                <a:gd name="connsiteY13709" fmla="*/ 695230 h 2495550"/>
                <a:gd name="connsiteX13710" fmla="*/ 3045810 w 3219450"/>
                <a:gd name="connsiteY13710" fmla="*/ 695897 h 2495550"/>
                <a:gd name="connsiteX13711" fmla="*/ 3046571 w 3219450"/>
                <a:gd name="connsiteY13711" fmla="*/ 695706 h 2495550"/>
                <a:gd name="connsiteX13712" fmla="*/ 3047048 w 3219450"/>
                <a:gd name="connsiteY13712" fmla="*/ 694944 h 2495550"/>
                <a:gd name="connsiteX13713" fmla="*/ 3047524 w 3219450"/>
                <a:gd name="connsiteY13713" fmla="*/ 693992 h 2495550"/>
                <a:gd name="connsiteX13714" fmla="*/ 3048191 w 3219450"/>
                <a:gd name="connsiteY13714" fmla="*/ 693325 h 2495550"/>
                <a:gd name="connsiteX13715" fmla="*/ 3048477 w 3219450"/>
                <a:gd name="connsiteY13715" fmla="*/ 693039 h 2495550"/>
                <a:gd name="connsiteX13716" fmla="*/ 3055715 w 3219450"/>
                <a:gd name="connsiteY13716" fmla="*/ 686086 h 2495550"/>
                <a:gd name="connsiteX13717" fmla="*/ 3056287 w 3219450"/>
                <a:gd name="connsiteY13717" fmla="*/ 685038 h 2495550"/>
                <a:gd name="connsiteX13718" fmla="*/ 3056382 w 3219450"/>
                <a:gd name="connsiteY13718" fmla="*/ 683514 h 2495550"/>
                <a:gd name="connsiteX13719" fmla="*/ 3055430 w 3219450"/>
                <a:gd name="connsiteY13719" fmla="*/ 681704 h 2495550"/>
                <a:gd name="connsiteX13720" fmla="*/ 3055430 w 3219450"/>
                <a:gd name="connsiteY13720" fmla="*/ 680466 h 2495550"/>
                <a:gd name="connsiteX13721" fmla="*/ 3055906 w 3219450"/>
                <a:gd name="connsiteY13721" fmla="*/ 678942 h 2495550"/>
                <a:gd name="connsiteX13722" fmla="*/ 3056573 w 3219450"/>
                <a:gd name="connsiteY13722" fmla="*/ 677894 h 2495550"/>
                <a:gd name="connsiteX13723" fmla="*/ 3057430 w 3219450"/>
                <a:gd name="connsiteY13723" fmla="*/ 677323 h 2495550"/>
                <a:gd name="connsiteX13724" fmla="*/ 3058573 w 3219450"/>
                <a:gd name="connsiteY13724" fmla="*/ 677132 h 2495550"/>
                <a:gd name="connsiteX13725" fmla="*/ 3060954 w 3219450"/>
                <a:gd name="connsiteY13725" fmla="*/ 677228 h 2495550"/>
                <a:gd name="connsiteX13726" fmla="*/ 3061621 w 3219450"/>
                <a:gd name="connsiteY13726" fmla="*/ 676751 h 2495550"/>
                <a:gd name="connsiteX13727" fmla="*/ 3064860 w 3219450"/>
                <a:gd name="connsiteY13727" fmla="*/ 670084 h 2495550"/>
                <a:gd name="connsiteX13728" fmla="*/ 3066574 w 3219450"/>
                <a:gd name="connsiteY13728" fmla="*/ 667988 h 2495550"/>
                <a:gd name="connsiteX13729" fmla="*/ 3068384 w 3219450"/>
                <a:gd name="connsiteY13729" fmla="*/ 667607 h 2495550"/>
                <a:gd name="connsiteX13730" fmla="*/ 3069336 w 3219450"/>
                <a:gd name="connsiteY13730" fmla="*/ 668465 h 2495550"/>
                <a:gd name="connsiteX13731" fmla="*/ 3069812 w 3219450"/>
                <a:gd name="connsiteY13731" fmla="*/ 669703 h 2495550"/>
                <a:gd name="connsiteX13732" fmla="*/ 3070194 w 3219450"/>
                <a:gd name="connsiteY13732" fmla="*/ 671132 h 2495550"/>
                <a:gd name="connsiteX13733" fmla="*/ 3070860 w 3219450"/>
                <a:gd name="connsiteY13733" fmla="*/ 672465 h 2495550"/>
                <a:gd name="connsiteX13734" fmla="*/ 3071622 w 3219450"/>
                <a:gd name="connsiteY13734" fmla="*/ 673418 h 2495550"/>
                <a:gd name="connsiteX13735" fmla="*/ 3072479 w 3219450"/>
                <a:gd name="connsiteY13735" fmla="*/ 674275 h 2495550"/>
                <a:gd name="connsiteX13736" fmla="*/ 3073432 w 3219450"/>
                <a:gd name="connsiteY13736" fmla="*/ 674942 h 2495550"/>
                <a:gd name="connsiteX13737" fmla="*/ 3074385 w 3219450"/>
                <a:gd name="connsiteY13737" fmla="*/ 675323 h 2495550"/>
                <a:gd name="connsiteX13738" fmla="*/ 3074385 w 3219450"/>
                <a:gd name="connsiteY13738" fmla="*/ 675323 h 2495550"/>
                <a:gd name="connsiteX13739" fmla="*/ 3097340 w 3219450"/>
                <a:gd name="connsiteY13739" fmla="*/ 681800 h 2495550"/>
                <a:gd name="connsiteX13740" fmla="*/ 3120295 w 3219450"/>
                <a:gd name="connsiteY13740" fmla="*/ 688276 h 2495550"/>
                <a:gd name="connsiteX13741" fmla="*/ 3124581 w 3219450"/>
                <a:gd name="connsiteY13741" fmla="*/ 690563 h 2495550"/>
                <a:gd name="connsiteX13742" fmla="*/ 3126296 w 3219450"/>
                <a:gd name="connsiteY13742" fmla="*/ 690848 h 2495550"/>
                <a:gd name="connsiteX13743" fmla="*/ 3126962 w 3219450"/>
                <a:gd name="connsiteY13743" fmla="*/ 690467 h 2495550"/>
                <a:gd name="connsiteX13744" fmla="*/ 3128391 w 3219450"/>
                <a:gd name="connsiteY13744" fmla="*/ 689039 h 2495550"/>
                <a:gd name="connsiteX13745" fmla="*/ 3130011 w 3219450"/>
                <a:gd name="connsiteY13745" fmla="*/ 688276 h 2495550"/>
                <a:gd name="connsiteX13746" fmla="*/ 3131344 w 3219450"/>
                <a:gd name="connsiteY13746" fmla="*/ 686562 h 2495550"/>
                <a:gd name="connsiteX13747" fmla="*/ 3132582 w 3219450"/>
                <a:gd name="connsiteY13747" fmla="*/ 685895 h 2495550"/>
                <a:gd name="connsiteX13748" fmla="*/ 3133916 w 3219450"/>
                <a:gd name="connsiteY13748" fmla="*/ 684657 h 2495550"/>
                <a:gd name="connsiteX13749" fmla="*/ 3134773 w 3219450"/>
                <a:gd name="connsiteY13749" fmla="*/ 683514 h 2495550"/>
                <a:gd name="connsiteX13750" fmla="*/ 3135059 w 3219450"/>
                <a:gd name="connsiteY13750" fmla="*/ 682943 h 2495550"/>
                <a:gd name="connsiteX13751" fmla="*/ 3135249 w 3219450"/>
                <a:gd name="connsiteY13751" fmla="*/ 682181 h 2495550"/>
                <a:gd name="connsiteX13752" fmla="*/ 3135345 w 3219450"/>
                <a:gd name="connsiteY13752" fmla="*/ 681133 h 2495550"/>
                <a:gd name="connsiteX13753" fmla="*/ 3134963 w 3219450"/>
                <a:gd name="connsiteY13753" fmla="*/ 679037 h 2495550"/>
                <a:gd name="connsiteX13754" fmla="*/ 3134202 w 3219450"/>
                <a:gd name="connsiteY13754" fmla="*/ 676751 h 2495550"/>
                <a:gd name="connsiteX13755" fmla="*/ 3133725 w 3219450"/>
                <a:gd name="connsiteY13755" fmla="*/ 674561 h 2495550"/>
                <a:gd name="connsiteX13756" fmla="*/ 3134202 w 3219450"/>
                <a:gd name="connsiteY13756" fmla="*/ 672941 h 2495550"/>
                <a:gd name="connsiteX13757" fmla="*/ 3133916 w 3219450"/>
                <a:gd name="connsiteY13757" fmla="*/ 671227 h 2495550"/>
                <a:gd name="connsiteX13758" fmla="*/ 3135249 w 3219450"/>
                <a:gd name="connsiteY13758" fmla="*/ 663893 h 2495550"/>
                <a:gd name="connsiteX13759" fmla="*/ 3135345 w 3219450"/>
                <a:gd name="connsiteY13759" fmla="*/ 662559 h 2495550"/>
                <a:gd name="connsiteX13760" fmla="*/ 3135535 w 3219450"/>
                <a:gd name="connsiteY13760" fmla="*/ 661321 h 2495550"/>
                <a:gd name="connsiteX13761" fmla="*/ 3135916 w 3219450"/>
                <a:gd name="connsiteY13761" fmla="*/ 660178 h 2495550"/>
                <a:gd name="connsiteX13762" fmla="*/ 3138011 w 3219450"/>
                <a:gd name="connsiteY13762" fmla="*/ 655796 h 2495550"/>
                <a:gd name="connsiteX13763" fmla="*/ 3138488 w 3219450"/>
                <a:gd name="connsiteY13763" fmla="*/ 655034 h 2495550"/>
                <a:gd name="connsiteX13764" fmla="*/ 3139154 w 3219450"/>
                <a:gd name="connsiteY13764" fmla="*/ 654463 h 2495550"/>
                <a:gd name="connsiteX13765" fmla="*/ 3141155 w 3219450"/>
                <a:gd name="connsiteY13765" fmla="*/ 653606 h 2495550"/>
                <a:gd name="connsiteX13766" fmla="*/ 3142774 w 3219450"/>
                <a:gd name="connsiteY13766" fmla="*/ 653225 h 2495550"/>
                <a:gd name="connsiteX13767" fmla="*/ 3144203 w 3219450"/>
                <a:gd name="connsiteY13767" fmla="*/ 652177 h 2495550"/>
                <a:gd name="connsiteX13768" fmla="*/ 3145822 w 3219450"/>
                <a:gd name="connsiteY13768" fmla="*/ 651605 h 2495550"/>
                <a:gd name="connsiteX13769" fmla="*/ 3147536 w 3219450"/>
                <a:gd name="connsiteY13769" fmla="*/ 650176 h 2495550"/>
                <a:gd name="connsiteX13770" fmla="*/ 3148203 w 3219450"/>
                <a:gd name="connsiteY13770" fmla="*/ 649796 h 2495550"/>
                <a:gd name="connsiteX13771" fmla="*/ 3150203 w 3219450"/>
                <a:gd name="connsiteY13771" fmla="*/ 649796 h 2495550"/>
                <a:gd name="connsiteX13772" fmla="*/ 3150775 w 3219450"/>
                <a:gd name="connsiteY13772" fmla="*/ 649224 h 2495550"/>
                <a:gd name="connsiteX13773" fmla="*/ 3151061 w 3219450"/>
                <a:gd name="connsiteY13773" fmla="*/ 647986 h 2495550"/>
                <a:gd name="connsiteX13774" fmla="*/ 3151728 w 3219450"/>
                <a:gd name="connsiteY13774" fmla="*/ 646843 h 2495550"/>
                <a:gd name="connsiteX13775" fmla="*/ 3152489 w 3219450"/>
                <a:gd name="connsiteY13775" fmla="*/ 646462 h 2495550"/>
                <a:gd name="connsiteX13776" fmla="*/ 3153347 w 3219450"/>
                <a:gd name="connsiteY13776" fmla="*/ 646271 h 2495550"/>
                <a:gd name="connsiteX13777" fmla="*/ 3154299 w 3219450"/>
                <a:gd name="connsiteY13777" fmla="*/ 645890 h 2495550"/>
                <a:gd name="connsiteX13778" fmla="*/ 3154013 w 3219450"/>
                <a:gd name="connsiteY13778" fmla="*/ 645509 h 2495550"/>
                <a:gd name="connsiteX13779" fmla="*/ 3153537 w 3219450"/>
                <a:gd name="connsiteY13779" fmla="*/ 644652 h 2495550"/>
                <a:gd name="connsiteX13780" fmla="*/ 3153252 w 3219450"/>
                <a:gd name="connsiteY13780" fmla="*/ 644271 h 2495550"/>
                <a:gd name="connsiteX13781" fmla="*/ 3154585 w 3219450"/>
                <a:gd name="connsiteY13781" fmla="*/ 643223 h 2495550"/>
                <a:gd name="connsiteX13782" fmla="*/ 3155061 w 3219450"/>
                <a:gd name="connsiteY13782" fmla="*/ 642461 h 2495550"/>
                <a:gd name="connsiteX13783" fmla="*/ 3154871 w 3219450"/>
                <a:gd name="connsiteY13783" fmla="*/ 641509 h 2495550"/>
                <a:gd name="connsiteX13784" fmla="*/ 3154299 w 3219450"/>
                <a:gd name="connsiteY13784" fmla="*/ 641033 h 2495550"/>
                <a:gd name="connsiteX13785" fmla="*/ 3152966 w 3219450"/>
                <a:gd name="connsiteY13785" fmla="*/ 640651 h 2495550"/>
                <a:gd name="connsiteX13786" fmla="*/ 3152489 w 3219450"/>
                <a:gd name="connsiteY13786" fmla="*/ 639794 h 2495550"/>
                <a:gd name="connsiteX13787" fmla="*/ 3153918 w 3219450"/>
                <a:gd name="connsiteY13787" fmla="*/ 638366 h 2495550"/>
                <a:gd name="connsiteX13788" fmla="*/ 3154680 w 3219450"/>
                <a:gd name="connsiteY13788" fmla="*/ 635413 h 2495550"/>
                <a:gd name="connsiteX13789" fmla="*/ 3156109 w 3219450"/>
                <a:gd name="connsiteY13789" fmla="*/ 634651 h 2495550"/>
                <a:gd name="connsiteX13790" fmla="*/ 3155728 w 3219450"/>
                <a:gd name="connsiteY13790" fmla="*/ 633984 h 2495550"/>
                <a:gd name="connsiteX13791" fmla="*/ 3154680 w 3219450"/>
                <a:gd name="connsiteY13791" fmla="*/ 633317 h 2495550"/>
                <a:gd name="connsiteX13792" fmla="*/ 3154299 w 3219450"/>
                <a:gd name="connsiteY13792" fmla="*/ 632651 h 2495550"/>
                <a:gd name="connsiteX13793" fmla="*/ 3154299 w 3219450"/>
                <a:gd name="connsiteY13793" fmla="*/ 631603 h 2495550"/>
                <a:gd name="connsiteX13794" fmla="*/ 3154680 w 3219450"/>
                <a:gd name="connsiteY13794" fmla="*/ 630936 h 2495550"/>
                <a:gd name="connsiteX13795" fmla="*/ 3155156 w 3219450"/>
                <a:gd name="connsiteY13795" fmla="*/ 630555 h 2495550"/>
                <a:gd name="connsiteX13796" fmla="*/ 3155347 w 3219450"/>
                <a:gd name="connsiteY13796" fmla="*/ 630269 h 2495550"/>
                <a:gd name="connsiteX13797" fmla="*/ 3155537 w 3219450"/>
                <a:gd name="connsiteY13797" fmla="*/ 628364 h 2495550"/>
                <a:gd name="connsiteX13798" fmla="*/ 3156109 w 3219450"/>
                <a:gd name="connsiteY13798" fmla="*/ 627031 h 2495550"/>
                <a:gd name="connsiteX13799" fmla="*/ 3157061 w 3219450"/>
                <a:gd name="connsiteY13799" fmla="*/ 626364 h 2495550"/>
                <a:gd name="connsiteX13800" fmla="*/ 3158109 w 3219450"/>
                <a:gd name="connsiteY13800" fmla="*/ 626364 h 2495550"/>
                <a:gd name="connsiteX13801" fmla="*/ 3158490 w 3219450"/>
                <a:gd name="connsiteY13801" fmla="*/ 626650 h 2495550"/>
                <a:gd name="connsiteX13802" fmla="*/ 3158776 w 3219450"/>
                <a:gd name="connsiteY13802" fmla="*/ 627031 h 2495550"/>
                <a:gd name="connsiteX13803" fmla="*/ 3159062 w 3219450"/>
                <a:gd name="connsiteY13803" fmla="*/ 627317 h 2495550"/>
                <a:gd name="connsiteX13804" fmla="*/ 3159538 w 3219450"/>
                <a:gd name="connsiteY13804" fmla="*/ 627412 h 2495550"/>
                <a:gd name="connsiteX13805" fmla="*/ 3159824 w 3219450"/>
                <a:gd name="connsiteY13805" fmla="*/ 627317 h 2495550"/>
                <a:gd name="connsiteX13806" fmla="*/ 3159824 w 3219450"/>
                <a:gd name="connsiteY13806" fmla="*/ 627031 h 2495550"/>
                <a:gd name="connsiteX13807" fmla="*/ 3159728 w 3219450"/>
                <a:gd name="connsiteY13807" fmla="*/ 626745 h 2495550"/>
                <a:gd name="connsiteX13808" fmla="*/ 3159824 w 3219450"/>
                <a:gd name="connsiteY13808" fmla="*/ 626459 h 2495550"/>
                <a:gd name="connsiteX13809" fmla="*/ 3160681 w 3219450"/>
                <a:gd name="connsiteY13809" fmla="*/ 625697 h 2495550"/>
                <a:gd name="connsiteX13810" fmla="*/ 3160871 w 3219450"/>
                <a:gd name="connsiteY13810" fmla="*/ 625221 h 2495550"/>
                <a:gd name="connsiteX13811" fmla="*/ 3160871 w 3219450"/>
                <a:gd name="connsiteY13811" fmla="*/ 624173 h 2495550"/>
                <a:gd name="connsiteX13812" fmla="*/ 3161062 w 3219450"/>
                <a:gd name="connsiteY13812" fmla="*/ 623411 h 2495550"/>
                <a:gd name="connsiteX13813" fmla="*/ 3161443 w 3219450"/>
                <a:gd name="connsiteY13813" fmla="*/ 622935 h 2495550"/>
                <a:gd name="connsiteX13814" fmla="*/ 3162014 w 3219450"/>
                <a:gd name="connsiteY13814" fmla="*/ 622840 h 2495550"/>
                <a:gd name="connsiteX13815" fmla="*/ 3163157 w 3219450"/>
                <a:gd name="connsiteY13815" fmla="*/ 623602 h 2495550"/>
                <a:gd name="connsiteX13816" fmla="*/ 3163634 w 3219450"/>
                <a:gd name="connsiteY13816" fmla="*/ 623126 h 2495550"/>
                <a:gd name="connsiteX13817" fmla="*/ 3165539 w 3219450"/>
                <a:gd name="connsiteY13817" fmla="*/ 616458 h 2495550"/>
                <a:gd name="connsiteX13818" fmla="*/ 3166872 w 3219450"/>
                <a:gd name="connsiteY13818" fmla="*/ 613315 h 2495550"/>
                <a:gd name="connsiteX13819" fmla="*/ 3166872 w 3219450"/>
                <a:gd name="connsiteY13819" fmla="*/ 612172 h 2495550"/>
                <a:gd name="connsiteX13820" fmla="*/ 3165634 w 3219450"/>
                <a:gd name="connsiteY13820" fmla="*/ 609505 h 2495550"/>
                <a:gd name="connsiteX13821" fmla="*/ 3165158 w 3219450"/>
                <a:gd name="connsiteY13821" fmla="*/ 607505 h 2495550"/>
                <a:gd name="connsiteX13822" fmla="*/ 3165729 w 3219450"/>
                <a:gd name="connsiteY13822" fmla="*/ 606933 h 2495550"/>
                <a:gd name="connsiteX13823" fmla="*/ 3166872 w 3219450"/>
                <a:gd name="connsiteY13823" fmla="*/ 606838 h 2495550"/>
                <a:gd name="connsiteX13824" fmla="*/ 3168015 w 3219450"/>
                <a:gd name="connsiteY13824" fmla="*/ 606171 h 2495550"/>
                <a:gd name="connsiteX13825" fmla="*/ 3169349 w 3219450"/>
                <a:gd name="connsiteY13825" fmla="*/ 604742 h 2495550"/>
                <a:gd name="connsiteX13826" fmla="*/ 3169825 w 3219450"/>
                <a:gd name="connsiteY13826" fmla="*/ 604076 h 2495550"/>
                <a:gd name="connsiteX13827" fmla="*/ 3170206 w 3219450"/>
                <a:gd name="connsiteY13827" fmla="*/ 603314 h 2495550"/>
                <a:gd name="connsiteX13828" fmla="*/ 3170492 w 3219450"/>
                <a:gd name="connsiteY13828" fmla="*/ 602551 h 2495550"/>
                <a:gd name="connsiteX13829" fmla="*/ 3170873 w 3219450"/>
                <a:gd name="connsiteY13829" fmla="*/ 601980 h 2495550"/>
                <a:gd name="connsiteX13830" fmla="*/ 3171539 w 3219450"/>
                <a:gd name="connsiteY13830" fmla="*/ 601790 h 2495550"/>
                <a:gd name="connsiteX13831" fmla="*/ 3172016 w 3219450"/>
                <a:gd name="connsiteY13831" fmla="*/ 601694 h 2495550"/>
                <a:gd name="connsiteX13832" fmla="*/ 3172492 w 3219450"/>
                <a:gd name="connsiteY13832" fmla="*/ 602742 h 2495550"/>
                <a:gd name="connsiteX13833" fmla="*/ 3172968 w 3219450"/>
                <a:gd name="connsiteY13833" fmla="*/ 603028 h 2495550"/>
                <a:gd name="connsiteX13834" fmla="*/ 3173349 w 3219450"/>
                <a:gd name="connsiteY13834" fmla="*/ 602742 h 2495550"/>
                <a:gd name="connsiteX13835" fmla="*/ 3174206 w 3219450"/>
                <a:gd name="connsiteY13835" fmla="*/ 601409 h 2495550"/>
                <a:gd name="connsiteX13836" fmla="*/ 3174587 w 3219450"/>
                <a:gd name="connsiteY13836" fmla="*/ 600932 h 2495550"/>
                <a:gd name="connsiteX13837" fmla="*/ 3174302 w 3219450"/>
                <a:gd name="connsiteY13837" fmla="*/ 599980 h 2495550"/>
                <a:gd name="connsiteX13838" fmla="*/ 3175064 w 3219450"/>
                <a:gd name="connsiteY13838" fmla="*/ 599408 h 2495550"/>
                <a:gd name="connsiteX13839" fmla="*/ 3176111 w 3219450"/>
                <a:gd name="connsiteY13839" fmla="*/ 598932 h 2495550"/>
                <a:gd name="connsiteX13840" fmla="*/ 3176778 w 3219450"/>
                <a:gd name="connsiteY13840" fmla="*/ 598265 h 2495550"/>
                <a:gd name="connsiteX13841" fmla="*/ 3176778 w 3219450"/>
                <a:gd name="connsiteY13841" fmla="*/ 596837 h 2495550"/>
                <a:gd name="connsiteX13842" fmla="*/ 3176397 w 3219450"/>
                <a:gd name="connsiteY13842" fmla="*/ 595789 h 2495550"/>
                <a:gd name="connsiteX13843" fmla="*/ 3176397 w 3219450"/>
                <a:gd name="connsiteY13843" fmla="*/ 595027 h 2495550"/>
                <a:gd name="connsiteX13844" fmla="*/ 3177540 w 3219450"/>
                <a:gd name="connsiteY13844" fmla="*/ 594170 h 2495550"/>
                <a:gd name="connsiteX13845" fmla="*/ 3177064 w 3219450"/>
                <a:gd name="connsiteY13845" fmla="*/ 593408 h 2495550"/>
                <a:gd name="connsiteX13846" fmla="*/ 3176493 w 3219450"/>
                <a:gd name="connsiteY13846" fmla="*/ 593026 h 2495550"/>
                <a:gd name="connsiteX13847" fmla="*/ 3175921 w 3219450"/>
                <a:gd name="connsiteY13847" fmla="*/ 593026 h 2495550"/>
                <a:gd name="connsiteX13848" fmla="*/ 3175349 w 3219450"/>
                <a:gd name="connsiteY13848" fmla="*/ 593503 h 2495550"/>
                <a:gd name="connsiteX13849" fmla="*/ 3174683 w 3219450"/>
                <a:gd name="connsiteY13849" fmla="*/ 592169 h 2495550"/>
                <a:gd name="connsiteX13850" fmla="*/ 3175635 w 3219450"/>
                <a:gd name="connsiteY13850" fmla="*/ 591026 h 2495550"/>
                <a:gd name="connsiteX13851" fmla="*/ 3178016 w 3219450"/>
                <a:gd name="connsiteY13851" fmla="*/ 589693 h 2495550"/>
                <a:gd name="connsiteX13852" fmla="*/ 3178397 w 3219450"/>
                <a:gd name="connsiteY13852" fmla="*/ 588169 h 2495550"/>
                <a:gd name="connsiteX13853" fmla="*/ 3177731 w 3219450"/>
                <a:gd name="connsiteY13853" fmla="*/ 586740 h 2495550"/>
                <a:gd name="connsiteX13854" fmla="*/ 3176588 w 3219450"/>
                <a:gd name="connsiteY13854" fmla="*/ 585502 h 2495550"/>
                <a:gd name="connsiteX13855" fmla="*/ 3175635 w 3219450"/>
                <a:gd name="connsiteY13855" fmla="*/ 584740 h 2495550"/>
                <a:gd name="connsiteX13856" fmla="*/ 3175064 w 3219450"/>
                <a:gd name="connsiteY13856" fmla="*/ 584454 h 2495550"/>
                <a:gd name="connsiteX13857" fmla="*/ 3174587 w 3219450"/>
                <a:gd name="connsiteY13857" fmla="*/ 584454 h 2495550"/>
                <a:gd name="connsiteX13858" fmla="*/ 3174206 w 3219450"/>
                <a:gd name="connsiteY13858" fmla="*/ 584168 h 2495550"/>
                <a:gd name="connsiteX13859" fmla="*/ 3173826 w 3219450"/>
                <a:gd name="connsiteY13859" fmla="*/ 583216 h 2495550"/>
                <a:gd name="connsiteX13860" fmla="*/ 3173730 w 3219450"/>
                <a:gd name="connsiteY13860" fmla="*/ 582168 h 2495550"/>
                <a:gd name="connsiteX13861" fmla="*/ 3173921 w 3219450"/>
                <a:gd name="connsiteY13861" fmla="*/ 581406 h 2495550"/>
                <a:gd name="connsiteX13862" fmla="*/ 3176207 w 3219450"/>
                <a:gd name="connsiteY13862" fmla="*/ 577691 h 2495550"/>
                <a:gd name="connsiteX13863" fmla="*/ 3176493 w 3219450"/>
                <a:gd name="connsiteY13863" fmla="*/ 577025 h 2495550"/>
                <a:gd name="connsiteX13864" fmla="*/ 3176588 w 3219450"/>
                <a:gd name="connsiteY13864" fmla="*/ 575120 h 2495550"/>
                <a:gd name="connsiteX13865" fmla="*/ 3176778 w 3219450"/>
                <a:gd name="connsiteY13865" fmla="*/ 574358 h 2495550"/>
                <a:gd name="connsiteX13866" fmla="*/ 3177731 w 3219450"/>
                <a:gd name="connsiteY13866" fmla="*/ 573119 h 2495550"/>
                <a:gd name="connsiteX13867" fmla="*/ 3180207 w 3219450"/>
                <a:gd name="connsiteY13867" fmla="*/ 571500 h 2495550"/>
                <a:gd name="connsiteX13868" fmla="*/ 3181255 w 3219450"/>
                <a:gd name="connsiteY13868" fmla="*/ 570452 h 2495550"/>
                <a:gd name="connsiteX13869" fmla="*/ 3181827 w 3219450"/>
                <a:gd name="connsiteY13869" fmla="*/ 569500 h 2495550"/>
                <a:gd name="connsiteX13870" fmla="*/ 3182207 w 3219450"/>
                <a:gd name="connsiteY13870" fmla="*/ 568833 h 2495550"/>
                <a:gd name="connsiteX13871" fmla="*/ 3182684 w 3219450"/>
                <a:gd name="connsiteY13871" fmla="*/ 567404 h 2495550"/>
                <a:gd name="connsiteX13872" fmla="*/ 3183255 w 3219450"/>
                <a:gd name="connsiteY13872" fmla="*/ 563880 h 2495550"/>
                <a:gd name="connsiteX13873" fmla="*/ 3184112 w 3219450"/>
                <a:gd name="connsiteY13873" fmla="*/ 560642 h 2495550"/>
                <a:gd name="connsiteX13874" fmla="*/ 3184303 w 3219450"/>
                <a:gd name="connsiteY13874" fmla="*/ 559118 h 2495550"/>
                <a:gd name="connsiteX13875" fmla="*/ 3183827 w 3219450"/>
                <a:gd name="connsiteY13875" fmla="*/ 557784 h 2495550"/>
                <a:gd name="connsiteX13876" fmla="*/ 3183065 w 3219450"/>
                <a:gd name="connsiteY13876" fmla="*/ 556546 h 2495550"/>
                <a:gd name="connsiteX13877" fmla="*/ 3182779 w 3219450"/>
                <a:gd name="connsiteY13877" fmla="*/ 555498 h 2495550"/>
                <a:gd name="connsiteX13878" fmla="*/ 3182970 w 3219450"/>
                <a:gd name="connsiteY13878" fmla="*/ 554355 h 2495550"/>
                <a:gd name="connsiteX13879" fmla="*/ 3185160 w 3219450"/>
                <a:gd name="connsiteY13879" fmla="*/ 548735 h 2495550"/>
                <a:gd name="connsiteX13880" fmla="*/ 3185351 w 3219450"/>
                <a:gd name="connsiteY13880" fmla="*/ 547211 h 2495550"/>
                <a:gd name="connsiteX13881" fmla="*/ 3185351 w 3219450"/>
                <a:gd name="connsiteY13881" fmla="*/ 544068 h 2495550"/>
                <a:gd name="connsiteX13882" fmla="*/ 3185446 w 3219450"/>
                <a:gd name="connsiteY13882" fmla="*/ 543020 h 2495550"/>
                <a:gd name="connsiteX13883" fmla="*/ 3185732 w 3219450"/>
                <a:gd name="connsiteY13883" fmla="*/ 542449 h 2495550"/>
                <a:gd name="connsiteX13884" fmla="*/ 3186113 w 3219450"/>
                <a:gd name="connsiteY13884" fmla="*/ 542068 h 2495550"/>
                <a:gd name="connsiteX13885" fmla="*/ 3186494 w 3219450"/>
                <a:gd name="connsiteY13885" fmla="*/ 541592 h 2495550"/>
                <a:gd name="connsiteX13886" fmla="*/ 3187922 w 3219450"/>
                <a:gd name="connsiteY13886" fmla="*/ 537210 h 2495550"/>
                <a:gd name="connsiteX13887" fmla="*/ 3188399 w 3219450"/>
                <a:gd name="connsiteY13887" fmla="*/ 536067 h 2495550"/>
                <a:gd name="connsiteX13888" fmla="*/ 3189542 w 3219450"/>
                <a:gd name="connsiteY13888" fmla="*/ 535210 h 2495550"/>
                <a:gd name="connsiteX13889" fmla="*/ 3192209 w 3219450"/>
                <a:gd name="connsiteY13889" fmla="*/ 534924 h 2495550"/>
                <a:gd name="connsiteX13890" fmla="*/ 3193256 w 3219450"/>
                <a:gd name="connsiteY13890" fmla="*/ 534162 h 2495550"/>
                <a:gd name="connsiteX13891" fmla="*/ 3193828 w 3219450"/>
                <a:gd name="connsiteY13891" fmla="*/ 532352 h 2495550"/>
                <a:gd name="connsiteX13892" fmla="*/ 3193256 w 3219450"/>
                <a:gd name="connsiteY13892" fmla="*/ 530828 h 2495550"/>
                <a:gd name="connsiteX13893" fmla="*/ 3192304 w 3219450"/>
                <a:gd name="connsiteY13893" fmla="*/ 529495 h 2495550"/>
                <a:gd name="connsiteX13894" fmla="*/ 3191828 w 3219450"/>
                <a:gd name="connsiteY13894" fmla="*/ 528161 h 2495550"/>
                <a:gd name="connsiteX13895" fmla="*/ 3192113 w 3219450"/>
                <a:gd name="connsiteY13895" fmla="*/ 526542 h 2495550"/>
                <a:gd name="connsiteX13896" fmla="*/ 3192209 w 3219450"/>
                <a:gd name="connsiteY13896" fmla="*/ 525685 h 2495550"/>
                <a:gd name="connsiteX13897" fmla="*/ 3192018 w 3219450"/>
                <a:gd name="connsiteY13897" fmla="*/ 525304 h 2495550"/>
                <a:gd name="connsiteX13898" fmla="*/ 3191637 w 3219450"/>
                <a:gd name="connsiteY13898" fmla="*/ 525018 h 2495550"/>
                <a:gd name="connsiteX13899" fmla="*/ 3190685 w 3219450"/>
                <a:gd name="connsiteY13899" fmla="*/ 523684 h 2495550"/>
                <a:gd name="connsiteX13900" fmla="*/ 3190304 w 3219450"/>
                <a:gd name="connsiteY13900" fmla="*/ 523113 h 2495550"/>
                <a:gd name="connsiteX13901" fmla="*/ 3189923 w 3219450"/>
                <a:gd name="connsiteY13901" fmla="*/ 521589 h 2495550"/>
                <a:gd name="connsiteX13902" fmla="*/ 3190208 w 3219450"/>
                <a:gd name="connsiteY13902" fmla="*/ 520541 h 2495550"/>
                <a:gd name="connsiteX13903" fmla="*/ 3190780 w 3219450"/>
                <a:gd name="connsiteY13903" fmla="*/ 519398 h 2495550"/>
                <a:gd name="connsiteX13904" fmla="*/ 3191066 w 3219450"/>
                <a:gd name="connsiteY13904" fmla="*/ 517588 h 2495550"/>
                <a:gd name="connsiteX13905" fmla="*/ 3191447 w 3219450"/>
                <a:gd name="connsiteY13905" fmla="*/ 516255 h 2495550"/>
                <a:gd name="connsiteX13906" fmla="*/ 3192495 w 3219450"/>
                <a:gd name="connsiteY13906" fmla="*/ 515398 h 2495550"/>
                <a:gd name="connsiteX13907" fmla="*/ 3194685 w 3219450"/>
                <a:gd name="connsiteY13907" fmla="*/ 514064 h 2495550"/>
                <a:gd name="connsiteX13908" fmla="*/ 3195352 w 3219450"/>
                <a:gd name="connsiteY13908" fmla="*/ 513112 h 2495550"/>
                <a:gd name="connsiteX13909" fmla="*/ 3196495 w 3219450"/>
                <a:gd name="connsiteY13909" fmla="*/ 510730 h 2495550"/>
                <a:gd name="connsiteX13910" fmla="*/ 3197162 w 3219450"/>
                <a:gd name="connsiteY13910" fmla="*/ 509778 h 2495550"/>
                <a:gd name="connsiteX13911" fmla="*/ 3198210 w 3219450"/>
                <a:gd name="connsiteY13911" fmla="*/ 509016 h 2495550"/>
                <a:gd name="connsiteX13912" fmla="*/ 3199257 w 3219450"/>
                <a:gd name="connsiteY13912" fmla="*/ 508540 h 2495550"/>
                <a:gd name="connsiteX13913" fmla="*/ 3200400 w 3219450"/>
                <a:gd name="connsiteY13913" fmla="*/ 508349 h 2495550"/>
                <a:gd name="connsiteX13914" fmla="*/ 3201638 w 3219450"/>
                <a:gd name="connsiteY13914" fmla="*/ 508254 h 2495550"/>
                <a:gd name="connsiteX13915" fmla="*/ 3202210 w 3219450"/>
                <a:gd name="connsiteY13915" fmla="*/ 508063 h 2495550"/>
                <a:gd name="connsiteX13916" fmla="*/ 3202877 w 3219450"/>
                <a:gd name="connsiteY13916" fmla="*/ 507682 h 2495550"/>
                <a:gd name="connsiteX13917" fmla="*/ 3203544 w 3219450"/>
                <a:gd name="connsiteY13917" fmla="*/ 507492 h 2495550"/>
                <a:gd name="connsiteX13918" fmla="*/ 3204686 w 3219450"/>
                <a:gd name="connsiteY13918" fmla="*/ 508254 h 2495550"/>
                <a:gd name="connsiteX13919" fmla="*/ 3206591 w 3219450"/>
                <a:gd name="connsiteY13919" fmla="*/ 508349 h 2495550"/>
                <a:gd name="connsiteX13920" fmla="*/ 3207258 w 3219450"/>
                <a:gd name="connsiteY13920" fmla="*/ 508254 h 2495550"/>
                <a:gd name="connsiteX13921" fmla="*/ 3208115 w 3219450"/>
                <a:gd name="connsiteY13921" fmla="*/ 507587 h 2495550"/>
                <a:gd name="connsiteX13922" fmla="*/ 3209925 w 3219450"/>
                <a:gd name="connsiteY13922" fmla="*/ 505492 h 2495550"/>
                <a:gd name="connsiteX13923" fmla="*/ 3211068 w 3219450"/>
                <a:gd name="connsiteY13923" fmla="*/ 505016 h 2495550"/>
                <a:gd name="connsiteX13924" fmla="*/ 3211259 w 3219450"/>
                <a:gd name="connsiteY13924" fmla="*/ 504158 h 2495550"/>
                <a:gd name="connsiteX13925" fmla="*/ 3213545 w 3219450"/>
                <a:gd name="connsiteY13925" fmla="*/ 500634 h 2495550"/>
                <a:gd name="connsiteX13926" fmla="*/ 3214116 w 3219450"/>
                <a:gd name="connsiteY13926" fmla="*/ 499967 h 2495550"/>
                <a:gd name="connsiteX13927" fmla="*/ 3214593 w 3219450"/>
                <a:gd name="connsiteY13927" fmla="*/ 498920 h 2495550"/>
                <a:gd name="connsiteX13928" fmla="*/ 3216878 w 3219450"/>
                <a:gd name="connsiteY13928" fmla="*/ 497015 h 2495550"/>
                <a:gd name="connsiteX13929" fmla="*/ 3217640 w 3219450"/>
                <a:gd name="connsiteY13929" fmla="*/ 495967 h 2495550"/>
                <a:gd name="connsiteX13930" fmla="*/ 3217831 w 3219450"/>
                <a:gd name="connsiteY13930" fmla="*/ 494348 h 2495550"/>
                <a:gd name="connsiteX13931" fmla="*/ 3217831 w 3219450"/>
                <a:gd name="connsiteY13931" fmla="*/ 492633 h 2495550"/>
                <a:gd name="connsiteX13932" fmla="*/ 3218117 w 3219450"/>
                <a:gd name="connsiteY13932" fmla="*/ 491300 h 2495550"/>
                <a:gd name="connsiteX13933" fmla="*/ 3219260 w 3219450"/>
                <a:gd name="connsiteY13933" fmla="*/ 490728 h 2495550"/>
                <a:gd name="connsiteX13934" fmla="*/ 3219831 w 3219450"/>
                <a:gd name="connsiteY13934" fmla="*/ 490157 h 2495550"/>
                <a:gd name="connsiteX13935" fmla="*/ 3222308 w 3219450"/>
                <a:gd name="connsiteY13935" fmla="*/ 486442 h 2495550"/>
                <a:gd name="connsiteX13936" fmla="*/ 3222117 w 3219450"/>
                <a:gd name="connsiteY13936" fmla="*/ 485870 h 2495550"/>
                <a:gd name="connsiteX13937" fmla="*/ 2476214 w 3219450"/>
                <a:gd name="connsiteY13937" fmla="*/ 1185481 h 2495550"/>
                <a:gd name="connsiteX13938" fmla="*/ 2475929 w 3219450"/>
                <a:gd name="connsiteY13938" fmla="*/ 1186148 h 2495550"/>
                <a:gd name="connsiteX13939" fmla="*/ 2476310 w 3219450"/>
                <a:gd name="connsiteY13939" fmla="*/ 1187101 h 2495550"/>
                <a:gd name="connsiteX13940" fmla="*/ 2476595 w 3219450"/>
                <a:gd name="connsiteY13940" fmla="*/ 1187577 h 2495550"/>
                <a:gd name="connsiteX13941" fmla="*/ 2476786 w 3219450"/>
                <a:gd name="connsiteY13941" fmla="*/ 1187672 h 2495550"/>
                <a:gd name="connsiteX13942" fmla="*/ 2476977 w 3219450"/>
                <a:gd name="connsiteY13942" fmla="*/ 1187577 h 2495550"/>
                <a:gd name="connsiteX13943" fmla="*/ 2477167 w 3219450"/>
                <a:gd name="connsiteY13943" fmla="*/ 1186910 h 2495550"/>
                <a:gd name="connsiteX13944" fmla="*/ 2477167 w 3219450"/>
                <a:gd name="connsiteY13944" fmla="*/ 1185958 h 2495550"/>
                <a:gd name="connsiteX13945" fmla="*/ 2476786 w 3219450"/>
                <a:gd name="connsiteY13945" fmla="*/ 1185386 h 2495550"/>
                <a:gd name="connsiteX13946" fmla="*/ 2476214 w 3219450"/>
                <a:gd name="connsiteY13946" fmla="*/ 1185481 h 2495550"/>
                <a:gd name="connsiteX13947" fmla="*/ 2540794 w 3219450"/>
                <a:gd name="connsiteY13947" fmla="*/ 1690211 h 2495550"/>
                <a:gd name="connsiteX13948" fmla="*/ 2540603 w 3219450"/>
                <a:gd name="connsiteY13948" fmla="*/ 1690497 h 2495550"/>
                <a:gd name="connsiteX13949" fmla="*/ 2540508 w 3219450"/>
                <a:gd name="connsiteY13949" fmla="*/ 1690783 h 2495550"/>
                <a:gd name="connsiteX13950" fmla="*/ 2540603 w 3219450"/>
                <a:gd name="connsiteY13950" fmla="*/ 1691164 h 2495550"/>
                <a:gd name="connsiteX13951" fmla="*/ 2540985 w 3219450"/>
                <a:gd name="connsiteY13951" fmla="*/ 1691735 h 2495550"/>
                <a:gd name="connsiteX13952" fmla="*/ 2541556 w 3219450"/>
                <a:gd name="connsiteY13952" fmla="*/ 1692116 h 2495550"/>
                <a:gd name="connsiteX13953" fmla="*/ 2542223 w 3219450"/>
                <a:gd name="connsiteY13953" fmla="*/ 1692402 h 2495550"/>
                <a:gd name="connsiteX13954" fmla="*/ 2542794 w 3219450"/>
                <a:gd name="connsiteY13954" fmla="*/ 1692497 h 2495550"/>
                <a:gd name="connsiteX13955" fmla="*/ 2543747 w 3219450"/>
                <a:gd name="connsiteY13955" fmla="*/ 1692021 h 2495550"/>
                <a:gd name="connsiteX13956" fmla="*/ 2544509 w 3219450"/>
                <a:gd name="connsiteY13956" fmla="*/ 1690973 h 2495550"/>
                <a:gd name="connsiteX13957" fmla="*/ 2544890 w 3219450"/>
                <a:gd name="connsiteY13957" fmla="*/ 1689640 h 2495550"/>
                <a:gd name="connsiteX13958" fmla="*/ 2544795 w 3219450"/>
                <a:gd name="connsiteY13958" fmla="*/ 1688402 h 2495550"/>
                <a:gd name="connsiteX13959" fmla="*/ 2544413 w 3219450"/>
                <a:gd name="connsiteY13959" fmla="*/ 1687925 h 2495550"/>
                <a:gd name="connsiteX13960" fmla="*/ 2543937 w 3219450"/>
                <a:gd name="connsiteY13960" fmla="*/ 1687735 h 2495550"/>
                <a:gd name="connsiteX13961" fmla="*/ 2543556 w 3219450"/>
                <a:gd name="connsiteY13961" fmla="*/ 1687449 h 2495550"/>
                <a:gd name="connsiteX13962" fmla="*/ 2543366 w 3219450"/>
                <a:gd name="connsiteY13962" fmla="*/ 1686497 h 2495550"/>
                <a:gd name="connsiteX13963" fmla="*/ 2543080 w 3219450"/>
                <a:gd name="connsiteY13963" fmla="*/ 1686211 h 2495550"/>
                <a:gd name="connsiteX13964" fmla="*/ 2542413 w 3219450"/>
                <a:gd name="connsiteY13964" fmla="*/ 1685925 h 2495550"/>
                <a:gd name="connsiteX13965" fmla="*/ 2541842 w 3219450"/>
                <a:gd name="connsiteY13965" fmla="*/ 1685830 h 2495550"/>
                <a:gd name="connsiteX13966" fmla="*/ 2541556 w 3219450"/>
                <a:gd name="connsiteY13966" fmla="*/ 1686116 h 2495550"/>
                <a:gd name="connsiteX13967" fmla="*/ 2540985 w 3219450"/>
                <a:gd name="connsiteY13967" fmla="*/ 1687735 h 2495550"/>
                <a:gd name="connsiteX13968" fmla="*/ 2540794 w 3219450"/>
                <a:gd name="connsiteY13968" fmla="*/ 1688402 h 2495550"/>
                <a:gd name="connsiteX13969" fmla="*/ 2540794 w 3219450"/>
                <a:gd name="connsiteY13969" fmla="*/ 1688783 h 2495550"/>
                <a:gd name="connsiteX13970" fmla="*/ 2540889 w 3219450"/>
                <a:gd name="connsiteY13970" fmla="*/ 1689545 h 2495550"/>
                <a:gd name="connsiteX13971" fmla="*/ 2540889 w 3219450"/>
                <a:gd name="connsiteY13971" fmla="*/ 1689926 h 2495550"/>
                <a:gd name="connsiteX13972" fmla="*/ 2540794 w 3219450"/>
                <a:gd name="connsiteY13972" fmla="*/ 1690211 h 2495550"/>
                <a:gd name="connsiteX13973" fmla="*/ 2423827 w 3219450"/>
                <a:gd name="connsiteY13973" fmla="*/ 1921478 h 2495550"/>
                <a:gd name="connsiteX13974" fmla="*/ 2423065 w 3219450"/>
                <a:gd name="connsiteY13974" fmla="*/ 1921097 h 2495550"/>
                <a:gd name="connsiteX13975" fmla="*/ 2421731 w 3219450"/>
                <a:gd name="connsiteY13975" fmla="*/ 1921574 h 2495550"/>
                <a:gd name="connsiteX13976" fmla="*/ 2420588 w 3219450"/>
                <a:gd name="connsiteY13976" fmla="*/ 1923002 h 2495550"/>
                <a:gd name="connsiteX13977" fmla="*/ 2421160 w 3219450"/>
                <a:gd name="connsiteY13977" fmla="*/ 1923860 h 2495550"/>
                <a:gd name="connsiteX13978" fmla="*/ 2424018 w 3219450"/>
                <a:gd name="connsiteY13978" fmla="*/ 1924812 h 2495550"/>
                <a:gd name="connsiteX13979" fmla="*/ 2424970 w 3219450"/>
                <a:gd name="connsiteY13979" fmla="*/ 1924431 h 2495550"/>
                <a:gd name="connsiteX13980" fmla="*/ 2425256 w 3219450"/>
                <a:gd name="connsiteY13980" fmla="*/ 1923955 h 2495550"/>
                <a:gd name="connsiteX13981" fmla="*/ 2424970 w 3219450"/>
                <a:gd name="connsiteY13981" fmla="*/ 1923383 h 2495550"/>
                <a:gd name="connsiteX13982" fmla="*/ 2424303 w 3219450"/>
                <a:gd name="connsiteY13982" fmla="*/ 1922240 h 2495550"/>
                <a:gd name="connsiteX13983" fmla="*/ 2423827 w 3219450"/>
                <a:gd name="connsiteY13983" fmla="*/ 1921478 h 2495550"/>
                <a:gd name="connsiteX13984" fmla="*/ 2411063 w 3219450"/>
                <a:gd name="connsiteY13984" fmla="*/ 1927670 h 2495550"/>
                <a:gd name="connsiteX13985" fmla="*/ 2407635 w 3219450"/>
                <a:gd name="connsiteY13985" fmla="*/ 1926431 h 2495550"/>
                <a:gd name="connsiteX13986" fmla="*/ 2405920 w 3219450"/>
                <a:gd name="connsiteY13986" fmla="*/ 1926050 h 2495550"/>
                <a:gd name="connsiteX13987" fmla="*/ 2405158 w 3219450"/>
                <a:gd name="connsiteY13987" fmla="*/ 1925765 h 2495550"/>
                <a:gd name="connsiteX13988" fmla="*/ 2404396 w 3219450"/>
                <a:gd name="connsiteY13988" fmla="*/ 1925193 h 2495550"/>
                <a:gd name="connsiteX13989" fmla="*/ 2403253 w 3219450"/>
                <a:gd name="connsiteY13989" fmla="*/ 1923288 h 2495550"/>
                <a:gd name="connsiteX13990" fmla="*/ 2402586 w 3219450"/>
                <a:gd name="connsiteY13990" fmla="*/ 1922812 h 2495550"/>
                <a:gd name="connsiteX13991" fmla="*/ 2403062 w 3219450"/>
                <a:gd name="connsiteY13991" fmla="*/ 1925098 h 2495550"/>
                <a:gd name="connsiteX13992" fmla="*/ 2403539 w 3219450"/>
                <a:gd name="connsiteY13992" fmla="*/ 1925765 h 2495550"/>
                <a:gd name="connsiteX13993" fmla="*/ 2404110 w 3219450"/>
                <a:gd name="connsiteY13993" fmla="*/ 1926336 h 2495550"/>
                <a:gd name="connsiteX13994" fmla="*/ 2404586 w 3219450"/>
                <a:gd name="connsiteY13994" fmla="*/ 1927003 h 2495550"/>
                <a:gd name="connsiteX13995" fmla="*/ 2404777 w 3219450"/>
                <a:gd name="connsiteY13995" fmla="*/ 1927860 h 2495550"/>
                <a:gd name="connsiteX13996" fmla="*/ 2405158 w 3219450"/>
                <a:gd name="connsiteY13996" fmla="*/ 1928527 h 2495550"/>
                <a:gd name="connsiteX13997" fmla="*/ 2406015 w 3219450"/>
                <a:gd name="connsiteY13997" fmla="*/ 1928813 h 2495550"/>
                <a:gd name="connsiteX13998" fmla="*/ 2406968 w 3219450"/>
                <a:gd name="connsiteY13998" fmla="*/ 1928908 h 2495550"/>
                <a:gd name="connsiteX13999" fmla="*/ 2407539 w 3219450"/>
                <a:gd name="connsiteY13999" fmla="*/ 1929098 h 2495550"/>
                <a:gd name="connsiteX14000" fmla="*/ 2408111 w 3219450"/>
                <a:gd name="connsiteY14000" fmla="*/ 1929384 h 2495550"/>
                <a:gd name="connsiteX14001" fmla="*/ 2409920 w 3219450"/>
                <a:gd name="connsiteY14001" fmla="*/ 1929956 h 2495550"/>
                <a:gd name="connsiteX14002" fmla="*/ 2411254 w 3219450"/>
                <a:gd name="connsiteY14002" fmla="*/ 1930241 h 2495550"/>
                <a:gd name="connsiteX14003" fmla="*/ 2411730 w 3219450"/>
                <a:gd name="connsiteY14003" fmla="*/ 1930527 h 2495550"/>
                <a:gd name="connsiteX14004" fmla="*/ 2412206 w 3219450"/>
                <a:gd name="connsiteY14004" fmla="*/ 1930527 h 2495550"/>
                <a:gd name="connsiteX14005" fmla="*/ 2412969 w 3219450"/>
                <a:gd name="connsiteY14005" fmla="*/ 1929860 h 2495550"/>
                <a:gd name="connsiteX14006" fmla="*/ 2412778 w 3219450"/>
                <a:gd name="connsiteY14006" fmla="*/ 1928813 h 2495550"/>
                <a:gd name="connsiteX14007" fmla="*/ 2411063 w 3219450"/>
                <a:gd name="connsiteY14007" fmla="*/ 1927670 h 2495550"/>
                <a:gd name="connsiteX14008" fmla="*/ 2409635 w 3219450"/>
                <a:gd name="connsiteY14008" fmla="*/ 1956721 h 2495550"/>
                <a:gd name="connsiteX14009" fmla="*/ 2409920 w 3219450"/>
                <a:gd name="connsiteY14009" fmla="*/ 1955102 h 2495550"/>
                <a:gd name="connsiteX14010" fmla="*/ 2410111 w 3219450"/>
                <a:gd name="connsiteY14010" fmla="*/ 1954625 h 2495550"/>
                <a:gd name="connsiteX14011" fmla="*/ 2409825 w 3219450"/>
                <a:gd name="connsiteY14011" fmla="*/ 1954149 h 2495550"/>
                <a:gd name="connsiteX14012" fmla="*/ 2409825 w 3219450"/>
                <a:gd name="connsiteY14012" fmla="*/ 1953863 h 2495550"/>
                <a:gd name="connsiteX14013" fmla="*/ 2409635 w 3219450"/>
                <a:gd name="connsiteY14013" fmla="*/ 1953482 h 2495550"/>
                <a:gd name="connsiteX14014" fmla="*/ 2409063 w 3219450"/>
                <a:gd name="connsiteY14014" fmla="*/ 1953577 h 2495550"/>
                <a:gd name="connsiteX14015" fmla="*/ 2408492 w 3219450"/>
                <a:gd name="connsiteY14015" fmla="*/ 1954149 h 2495550"/>
                <a:gd name="connsiteX14016" fmla="*/ 2408301 w 3219450"/>
                <a:gd name="connsiteY14016" fmla="*/ 1954435 h 2495550"/>
                <a:gd name="connsiteX14017" fmla="*/ 2407920 w 3219450"/>
                <a:gd name="connsiteY14017" fmla="*/ 1954911 h 2495550"/>
                <a:gd name="connsiteX14018" fmla="*/ 2407730 w 3219450"/>
                <a:gd name="connsiteY14018" fmla="*/ 1955006 h 2495550"/>
                <a:gd name="connsiteX14019" fmla="*/ 2407635 w 3219450"/>
                <a:gd name="connsiteY14019" fmla="*/ 1955197 h 2495550"/>
                <a:gd name="connsiteX14020" fmla="*/ 2407539 w 3219450"/>
                <a:gd name="connsiteY14020" fmla="*/ 1955483 h 2495550"/>
                <a:gd name="connsiteX14021" fmla="*/ 2406396 w 3219450"/>
                <a:gd name="connsiteY14021" fmla="*/ 1958626 h 2495550"/>
                <a:gd name="connsiteX14022" fmla="*/ 2406396 w 3219450"/>
                <a:gd name="connsiteY14022" fmla="*/ 1959769 h 2495550"/>
                <a:gd name="connsiteX14023" fmla="*/ 2406587 w 3219450"/>
                <a:gd name="connsiteY14023" fmla="*/ 1960245 h 2495550"/>
                <a:gd name="connsiteX14024" fmla="*/ 2406777 w 3219450"/>
                <a:gd name="connsiteY14024" fmla="*/ 1960912 h 2495550"/>
                <a:gd name="connsiteX14025" fmla="*/ 2407253 w 3219450"/>
                <a:gd name="connsiteY14025" fmla="*/ 1962150 h 2495550"/>
                <a:gd name="connsiteX14026" fmla="*/ 2407539 w 3219450"/>
                <a:gd name="connsiteY14026" fmla="*/ 1962150 h 2495550"/>
                <a:gd name="connsiteX14027" fmla="*/ 2408111 w 3219450"/>
                <a:gd name="connsiteY14027" fmla="*/ 1961769 h 2495550"/>
                <a:gd name="connsiteX14028" fmla="*/ 2408778 w 3219450"/>
                <a:gd name="connsiteY14028" fmla="*/ 1961579 h 2495550"/>
                <a:gd name="connsiteX14029" fmla="*/ 2409254 w 3219450"/>
                <a:gd name="connsiteY14029" fmla="*/ 1961388 h 2495550"/>
                <a:gd name="connsiteX14030" fmla="*/ 2409254 w 3219450"/>
                <a:gd name="connsiteY14030" fmla="*/ 1960721 h 2495550"/>
                <a:gd name="connsiteX14031" fmla="*/ 2409063 w 3219450"/>
                <a:gd name="connsiteY14031" fmla="*/ 1959674 h 2495550"/>
                <a:gd name="connsiteX14032" fmla="*/ 2409254 w 3219450"/>
                <a:gd name="connsiteY14032" fmla="*/ 1958340 h 2495550"/>
                <a:gd name="connsiteX14033" fmla="*/ 2409635 w 3219450"/>
                <a:gd name="connsiteY14033" fmla="*/ 1956721 h 2495550"/>
                <a:gd name="connsiteX14034" fmla="*/ 2585657 w 3219450"/>
                <a:gd name="connsiteY14034" fmla="*/ 1099376 h 2495550"/>
                <a:gd name="connsiteX14035" fmla="*/ 2584514 w 3219450"/>
                <a:gd name="connsiteY14035" fmla="*/ 1098709 h 2495550"/>
                <a:gd name="connsiteX14036" fmla="*/ 2583466 w 3219450"/>
                <a:gd name="connsiteY14036" fmla="*/ 1098328 h 2495550"/>
                <a:gd name="connsiteX14037" fmla="*/ 2580323 w 3219450"/>
                <a:gd name="connsiteY14037" fmla="*/ 1097947 h 2495550"/>
                <a:gd name="connsiteX14038" fmla="*/ 2578322 w 3219450"/>
                <a:gd name="connsiteY14038" fmla="*/ 1097090 h 2495550"/>
                <a:gd name="connsiteX14039" fmla="*/ 2577846 w 3219450"/>
                <a:gd name="connsiteY14039" fmla="*/ 1096994 h 2495550"/>
                <a:gd name="connsiteX14040" fmla="*/ 2576227 w 3219450"/>
                <a:gd name="connsiteY14040" fmla="*/ 1097090 h 2495550"/>
                <a:gd name="connsiteX14041" fmla="*/ 2577751 w 3219450"/>
                <a:gd name="connsiteY14041" fmla="*/ 1098804 h 2495550"/>
                <a:gd name="connsiteX14042" fmla="*/ 2580513 w 3219450"/>
                <a:gd name="connsiteY14042" fmla="*/ 1099756 h 2495550"/>
                <a:gd name="connsiteX14043" fmla="*/ 2583466 w 3219450"/>
                <a:gd name="connsiteY14043" fmla="*/ 1099947 h 2495550"/>
                <a:gd name="connsiteX14044" fmla="*/ 2585657 w 3219450"/>
                <a:gd name="connsiteY14044" fmla="*/ 1099376 h 2495550"/>
                <a:gd name="connsiteX14045" fmla="*/ 2484978 w 3219450"/>
                <a:gd name="connsiteY14045" fmla="*/ 1173480 h 2495550"/>
                <a:gd name="connsiteX14046" fmla="*/ 2484978 w 3219450"/>
                <a:gd name="connsiteY14046" fmla="*/ 1173099 h 2495550"/>
                <a:gd name="connsiteX14047" fmla="*/ 2484311 w 3219450"/>
                <a:gd name="connsiteY14047" fmla="*/ 1172718 h 2495550"/>
                <a:gd name="connsiteX14048" fmla="*/ 2483358 w 3219450"/>
                <a:gd name="connsiteY14048" fmla="*/ 1171575 h 2495550"/>
                <a:gd name="connsiteX14049" fmla="*/ 2483168 w 3219450"/>
                <a:gd name="connsiteY14049" fmla="*/ 1172337 h 2495550"/>
                <a:gd name="connsiteX14050" fmla="*/ 2483549 w 3219450"/>
                <a:gd name="connsiteY14050" fmla="*/ 1173290 h 2495550"/>
                <a:gd name="connsiteX14051" fmla="*/ 2483930 w 3219450"/>
                <a:gd name="connsiteY14051" fmla="*/ 1173575 h 2495550"/>
                <a:gd name="connsiteX14052" fmla="*/ 2484311 w 3219450"/>
                <a:gd name="connsiteY14052" fmla="*/ 1173575 h 2495550"/>
                <a:gd name="connsiteX14053" fmla="*/ 2484978 w 3219450"/>
                <a:gd name="connsiteY14053" fmla="*/ 1173480 h 2495550"/>
                <a:gd name="connsiteX14054" fmla="*/ 2365344 w 3219450"/>
                <a:gd name="connsiteY14054" fmla="*/ 1122617 h 2495550"/>
                <a:gd name="connsiteX14055" fmla="*/ 2365915 w 3219450"/>
                <a:gd name="connsiteY14055" fmla="*/ 1122617 h 2495550"/>
                <a:gd name="connsiteX14056" fmla="*/ 2370106 w 3219450"/>
                <a:gd name="connsiteY14056" fmla="*/ 1119092 h 2495550"/>
                <a:gd name="connsiteX14057" fmla="*/ 2372963 w 3219450"/>
                <a:gd name="connsiteY14057" fmla="*/ 1114235 h 2495550"/>
                <a:gd name="connsiteX14058" fmla="*/ 2372963 w 3219450"/>
                <a:gd name="connsiteY14058" fmla="*/ 1113473 h 2495550"/>
                <a:gd name="connsiteX14059" fmla="*/ 2372106 w 3219450"/>
                <a:gd name="connsiteY14059" fmla="*/ 1112234 h 2495550"/>
                <a:gd name="connsiteX14060" fmla="*/ 2371154 w 3219450"/>
                <a:gd name="connsiteY14060" fmla="*/ 1112711 h 2495550"/>
                <a:gd name="connsiteX14061" fmla="*/ 2371916 w 3219450"/>
                <a:gd name="connsiteY14061" fmla="*/ 1114044 h 2495550"/>
                <a:gd name="connsiteX14062" fmla="*/ 2370963 w 3219450"/>
                <a:gd name="connsiteY14062" fmla="*/ 1114997 h 2495550"/>
                <a:gd name="connsiteX14063" fmla="*/ 2369249 w 3219450"/>
                <a:gd name="connsiteY14063" fmla="*/ 1116711 h 2495550"/>
                <a:gd name="connsiteX14064" fmla="*/ 2368296 w 3219450"/>
                <a:gd name="connsiteY14064" fmla="*/ 1117092 h 2495550"/>
                <a:gd name="connsiteX14065" fmla="*/ 2366582 w 3219450"/>
                <a:gd name="connsiteY14065" fmla="*/ 1114139 h 2495550"/>
                <a:gd name="connsiteX14066" fmla="*/ 2364581 w 3219450"/>
                <a:gd name="connsiteY14066" fmla="*/ 1113854 h 2495550"/>
                <a:gd name="connsiteX14067" fmla="*/ 2364105 w 3219450"/>
                <a:gd name="connsiteY14067" fmla="*/ 1114330 h 2495550"/>
                <a:gd name="connsiteX14068" fmla="*/ 2363629 w 3219450"/>
                <a:gd name="connsiteY14068" fmla="*/ 1116806 h 2495550"/>
                <a:gd name="connsiteX14069" fmla="*/ 2363724 w 3219450"/>
                <a:gd name="connsiteY14069" fmla="*/ 1119188 h 2495550"/>
                <a:gd name="connsiteX14070" fmla="*/ 2364772 w 3219450"/>
                <a:gd name="connsiteY14070" fmla="*/ 1120997 h 2495550"/>
                <a:gd name="connsiteX14071" fmla="*/ 2364201 w 3219450"/>
                <a:gd name="connsiteY14071" fmla="*/ 1121569 h 2495550"/>
                <a:gd name="connsiteX14072" fmla="*/ 2365344 w 3219450"/>
                <a:gd name="connsiteY14072" fmla="*/ 1122617 h 2495550"/>
                <a:gd name="connsiteX14073" fmla="*/ 2433066 w 3219450"/>
                <a:gd name="connsiteY14073" fmla="*/ 1560386 h 2495550"/>
                <a:gd name="connsiteX14074" fmla="*/ 2432971 w 3219450"/>
                <a:gd name="connsiteY14074" fmla="*/ 1560671 h 2495550"/>
                <a:gd name="connsiteX14075" fmla="*/ 2433257 w 3219450"/>
                <a:gd name="connsiteY14075" fmla="*/ 1561148 h 2495550"/>
                <a:gd name="connsiteX14076" fmla="*/ 2433447 w 3219450"/>
                <a:gd name="connsiteY14076" fmla="*/ 1561243 h 2495550"/>
                <a:gd name="connsiteX14077" fmla="*/ 2433923 w 3219450"/>
                <a:gd name="connsiteY14077" fmla="*/ 1561243 h 2495550"/>
                <a:gd name="connsiteX14078" fmla="*/ 2434495 w 3219450"/>
                <a:gd name="connsiteY14078" fmla="*/ 1561529 h 2495550"/>
                <a:gd name="connsiteX14079" fmla="*/ 2436019 w 3219450"/>
                <a:gd name="connsiteY14079" fmla="*/ 1562005 h 2495550"/>
                <a:gd name="connsiteX14080" fmla="*/ 2436781 w 3219450"/>
                <a:gd name="connsiteY14080" fmla="*/ 1562386 h 2495550"/>
                <a:gd name="connsiteX14081" fmla="*/ 2438400 w 3219450"/>
                <a:gd name="connsiteY14081" fmla="*/ 1564005 h 2495550"/>
                <a:gd name="connsiteX14082" fmla="*/ 2438972 w 3219450"/>
                <a:gd name="connsiteY14082" fmla="*/ 1564100 h 2495550"/>
                <a:gd name="connsiteX14083" fmla="*/ 2438972 w 3219450"/>
                <a:gd name="connsiteY14083" fmla="*/ 1563529 h 2495550"/>
                <a:gd name="connsiteX14084" fmla="*/ 2437924 w 3219450"/>
                <a:gd name="connsiteY14084" fmla="*/ 1560862 h 2495550"/>
                <a:gd name="connsiteX14085" fmla="*/ 2437638 w 3219450"/>
                <a:gd name="connsiteY14085" fmla="*/ 1558957 h 2495550"/>
                <a:gd name="connsiteX14086" fmla="*/ 2435447 w 3219450"/>
                <a:gd name="connsiteY14086" fmla="*/ 1552956 h 2495550"/>
                <a:gd name="connsiteX14087" fmla="*/ 2434495 w 3219450"/>
                <a:gd name="connsiteY14087" fmla="*/ 1551527 h 2495550"/>
                <a:gd name="connsiteX14088" fmla="*/ 2432971 w 3219450"/>
                <a:gd name="connsiteY14088" fmla="*/ 1550575 h 2495550"/>
                <a:gd name="connsiteX14089" fmla="*/ 2431161 w 3219450"/>
                <a:gd name="connsiteY14089" fmla="*/ 1550480 h 2495550"/>
                <a:gd name="connsiteX14090" fmla="*/ 2429352 w 3219450"/>
                <a:gd name="connsiteY14090" fmla="*/ 1551718 h 2495550"/>
                <a:gd name="connsiteX14091" fmla="*/ 2429542 w 3219450"/>
                <a:gd name="connsiteY14091" fmla="*/ 1553147 h 2495550"/>
                <a:gd name="connsiteX14092" fmla="*/ 2431161 w 3219450"/>
                <a:gd name="connsiteY14092" fmla="*/ 1554480 h 2495550"/>
                <a:gd name="connsiteX14093" fmla="*/ 2433257 w 3219450"/>
                <a:gd name="connsiteY14093" fmla="*/ 1555528 h 2495550"/>
                <a:gd name="connsiteX14094" fmla="*/ 2434876 w 3219450"/>
                <a:gd name="connsiteY14094" fmla="*/ 1556004 h 2495550"/>
                <a:gd name="connsiteX14095" fmla="*/ 2434400 w 3219450"/>
                <a:gd name="connsiteY14095" fmla="*/ 1556956 h 2495550"/>
                <a:gd name="connsiteX14096" fmla="*/ 2433828 w 3219450"/>
                <a:gd name="connsiteY14096" fmla="*/ 1557623 h 2495550"/>
                <a:gd name="connsiteX14097" fmla="*/ 2433447 w 3219450"/>
                <a:gd name="connsiteY14097" fmla="*/ 1558481 h 2495550"/>
                <a:gd name="connsiteX14098" fmla="*/ 2433447 w 3219450"/>
                <a:gd name="connsiteY14098" fmla="*/ 1559909 h 2495550"/>
                <a:gd name="connsiteX14099" fmla="*/ 2433447 w 3219450"/>
                <a:gd name="connsiteY14099" fmla="*/ 1560290 h 2495550"/>
                <a:gd name="connsiteX14100" fmla="*/ 2433066 w 3219450"/>
                <a:gd name="connsiteY14100" fmla="*/ 1560386 h 2495550"/>
                <a:gd name="connsiteX14101" fmla="*/ 2520220 w 3219450"/>
                <a:gd name="connsiteY14101" fmla="*/ 1087184 h 2495550"/>
                <a:gd name="connsiteX14102" fmla="*/ 2520601 w 3219450"/>
                <a:gd name="connsiteY14102" fmla="*/ 1086517 h 2495550"/>
                <a:gd name="connsiteX14103" fmla="*/ 2520220 w 3219450"/>
                <a:gd name="connsiteY14103" fmla="*/ 1085660 h 2495550"/>
                <a:gd name="connsiteX14104" fmla="*/ 2519172 w 3219450"/>
                <a:gd name="connsiteY14104" fmla="*/ 1084898 h 2495550"/>
                <a:gd name="connsiteX14105" fmla="*/ 2518696 w 3219450"/>
                <a:gd name="connsiteY14105" fmla="*/ 1084802 h 2495550"/>
                <a:gd name="connsiteX14106" fmla="*/ 2517362 w 3219450"/>
                <a:gd name="connsiteY14106" fmla="*/ 1084898 h 2495550"/>
                <a:gd name="connsiteX14107" fmla="*/ 2515457 w 3219450"/>
                <a:gd name="connsiteY14107" fmla="*/ 1084326 h 2495550"/>
                <a:gd name="connsiteX14108" fmla="*/ 2514791 w 3219450"/>
                <a:gd name="connsiteY14108" fmla="*/ 1084421 h 2495550"/>
                <a:gd name="connsiteX14109" fmla="*/ 2514314 w 3219450"/>
                <a:gd name="connsiteY14109" fmla="*/ 1084802 h 2495550"/>
                <a:gd name="connsiteX14110" fmla="*/ 2514124 w 3219450"/>
                <a:gd name="connsiteY14110" fmla="*/ 1085279 h 2495550"/>
                <a:gd name="connsiteX14111" fmla="*/ 2514029 w 3219450"/>
                <a:gd name="connsiteY14111" fmla="*/ 1085850 h 2495550"/>
                <a:gd name="connsiteX14112" fmla="*/ 2513743 w 3219450"/>
                <a:gd name="connsiteY14112" fmla="*/ 1086326 h 2495550"/>
                <a:gd name="connsiteX14113" fmla="*/ 2513267 w 3219450"/>
                <a:gd name="connsiteY14113" fmla="*/ 1086707 h 2495550"/>
                <a:gd name="connsiteX14114" fmla="*/ 2512886 w 3219450"/>
                <a:gd name="connsiteY14114" fmla="*/ 1086898 h 2495550"/>
                <a:gd name="connsiteX14115" fmla="*/ 2512505 w 3219450"/>
                <a:gd name="connsiteY14115" fmla="*/ 1086993 h 2495550"/>
                <a:gd name="connsiteX14116" fmla="*/ 2510981 w 3219450"/>
                <a:gd name="connsiteY14116" fmla="*/ 1087660 h 2495550"/>
                <a:gd name="connsiteX14117" fmla="*/ 2510790 w 3219450"/>
                <a:gd name="connsiteY14117" fmla="*/ 1088041 h 2495550"/>
                <a:gd name="connsiteX14118" fmla="*/ 2510600 w 3219450"/>
                <a:gd name="connsiteY14118" fmla="*/ 1089089 h 2495550"/>
                <a:gd name="connsiteX14119" fmla="*/ 2510504 w 3219450"/>
                <a:gd name="connsiteY14119" fmla="*/ 1089946 h 2495550"/>
                <a:gd name="connsiteX14120" fmla="*/ 2510600 w 3219450"/>
                <a:gd name="connsiteY14120" fmla="*/ 1090517 h 2495550"/>
                <a:gd name="connsiteX14121" fmla="*/ 2510886 w 3219450"/>
                <a:gd name="connsiteY14121" fmla="*/ 1090803 h 2495550"/>
                <a:gd name="connsiteX14122" fmla="*/ 2511362 w 3219450"/>
                <a:gd name="connsiteY14122" fmla="*/ 1090898 h 2495550"/>
                <a:gd name="connsiteX14123" fmla="*/ 2512600 w 3219450"/>
                <a:gd name="connsiteY14123" fmla="*/ 1090517 h 2495550"/>
                <a:gd name="connsiteX14124" fmla="*/ 2513457 w 3219450"/>
                <a:gd name="connsiteY14124" fmla="*/ 1089374 h 2495550"/>
                <a:gd name="connsiteX14125" fmla="*/ 2514219 w 3219450"/>
                <a:gd name="connsiteY14125" fmla="*/ 1088041 h 2495550"/>
                <a:gd name="connsiteX14126" fmla="*/ 2514886 w 3219450"/>
                <a:gd name="connsiteY14126" fmla="*/ 1087184 h 2495550"/>
                <a:gd name="connsiteX14127" fmla="*/ 2515457 w 3219450"/>
                <a:gd name="connsiteY14127" fmla="*/ 1086898 h 2495550"/>
                <a:gd name="connsiteX14128" fmla="*/ 2516124 w 3219450"/>
                <a:gd name="connsiteY14128" fmla="*/ 1086802 h 2495550"/>
                <a:gd name="connsiteX14129" fmla="*/ 2516696 w 3219450"/>
                <a:gd name="connsiteY14129" fmla="*/ 1086993 h 2495550"/>
                <a:gd name="connsiteX14130" fmla="*/ 2517077 w 3219450"/>
                <a:gd name="connsiteY14130" fmla="*/ 1087565 h 2495550"/>
                <a:gd name="connsiteX14131" fmla="*/ 2516981 w 3219450"/>
                <a:gd name="connsiteY14131" fmla="*/ 1088136 h 2495550"/>
                <a:gd name="connsiteX14132" fmla="*/ 2516601 w 3219450"/>
                <a:gd name="connsiteY14132" fmla="*/ 1088612 h 2495550"/>
                <a:gd name="connsiteX14133" fmla="*/ 2515648 w 3219450"/>
                <a:gd name="connsiteY14133" fmla="*/ 1089374 h 2495550"/>
                <a:gd name="connsiteX14134" fmla="*/ 2514695 w 3219450"/>
                <a:gd name="connsiteY14134" fmla="*/ 1090613 h 2495550"/>
                <a:gd name="connsiteX14135" fmla="*/ 2514695 w 3219450"/>
                <a:gd name="connsiteY14135" fmla="*/ 1091279 h 2495550"/>
                <a:gd name="connsiteX14136" fmla="*/ 2515553 w 3219450"/>
                <a:gd name="connsiteY14136" fmla="*/ 1091565 h 2495550"/>
                <a:gd name="connsiteX14137" fmla="*/ 2518220 w 3219450"/>
                <a:gd name="connsiteY14137" fmla="*/ 1091756 h 2495550"/>
                <a:gd name="connsiteX14138" fmla="*/ 2519172 w 3219450"/>
                <a:gd name="connsiteY14138" fmla="*/ 1091565 h 2495550"/>
                <a:gd name="connsiteX14139" fmla="*/ 2519839 w 3219450"/>
                <a:gd name="connsiteY14139" fmla="*/ 1090708 h 2495550"/>
                <a:gd name="connsiteX14140" fmla="*/ 2519934 w 3219450"/>
                <a:gd name="connsiteY14140" fmla="*/ 1089089 h 2495550"/>
                <a:gd name="connsiteX14141" fmla="*/ 2519934 w 3219450"/>
                <a:gd name="connsiteY14141" fmla="*/ 1088612 h 2495550"/>
                <a:gd name="connsiteX14142" fmla="*/ 2519744 w 3219450"/>
                <a:gd name="connsiteY14142" fmla="*/ 1088041 h 2495550"/>
                <a:gd name="connsiteX14143" fmla="*/ 2519363 w 3219450"/>
                <a:gd name="connsiteY14143" fmla="*/ 1087660 h 2495550"/>
                <a:gd name="connsiteX14144" fmla="*/ 2518886 w 3219450"/>
                <a:gd name="connsiteY14144" fmla="*/ 1087469 h 2495550"/>
                <a:gd name="connsiteX14145" fmla="*/ 2518886 w 3219450"/>
                <a:gd name="connsiteY14145" fmla="*/ 1086993 h 2495550"/>
                <a:gd name="connsiteX14146" fmla="*/ 2520220 w 3219450"/>
                <a:gd name="connsiteY14146" fmla="*/ 1087184 h 2495550"/>
                <a:gd name="connsiteX14147" fmla="*/ 2564226 w 3219450"/>
                <a:gd name="connsiteY14147" fmla="*/ 1694593 h 2495550"/>
                <a:gd name="connsiteX14148" fmla="*/ 2565083 w 3219450"/>
                <a:gd name="connsiteY14148" fmla="*/ 1694974 h 2495550"/>
                <a:gd name="connsiteX14149" fmla="*/ 2565464 w 3219450"/>
                <a:gd name="connsiteY14149" fmla="*/ 1693831 h 2495550"/>
                <a:gd name="connsiteX14150" fmla="*/ 2565559 w 3219450"/>
                <a:gd name="connsiteY14150" fmla="*/ 1692402 h 2495550"/>
                <a:gd name="connsiteX14151" fmla="*/ 2565654 w 3219450"/>
                <a:gd name="connsiteY14151" fmla="*/ 1691735 h 2495550"/>
                <a:gd name="connsiteX14152" fmla="*/ 2565845 w 3219450"/>
                <a:gd name="connsiteY14152" fmla="*/ 1691069 h 2495550"/>
                <a:gd name="connsiteX14153" fmla="*/ 2566226 w 3219450"/>
                <a:gd name="connsiteY14153" fmla="*/ 1690688 h 2495550"/>
                <a:gd name="connsiteX14154" fmla="*/ 2566607 w 3219450"/>
                <a:gd name="connsiteY14154" fmla="*/ 1690497 h 2495550"/>
                <a:gd name="connsiteX14155" fmla="*/ 2566893 w 3219450"/>
                <a:gd name="connsiteY14155" fmla="*/ 1690211 h 2495550"/>
                <a:gd name="connsiteX14156" fmla="*/ 2566893 w 3219450"/>
                <a:gd name="connsiteY14156" fmla="*/ 1689354 h 2495550"/>
                <a:gd name="connsiteX14157" fmla="*/ 2566607 w 3219450"/>
                <a:gd name="connsiteY14157" fmla="*/ 1688878 h 2495550"/>
                <a:gd name="connsiteX14158" fmla="*/ 2565654 w 3219450"/>
                <a:gd name="connsiteY14158" fmla="*/ 1688306 h 2495550"/>
                <a:gd name="connsiteX14159" fmla="*/ 2565464 w 3219450"/>
                <a:gd name="connsiteY14159" fmla="*/ 1687925 h 2495550"/>
                <a:gd name="connsiteX14160" fmla="*/ 2565273 w 3219450"/>
                <a:gd name="connsiteY14160" fmla="*/ 1687068 h 2495550"/>
                <a:gd name="connsiteX14161" fmla="*/ 2564892 w 3219450"/>
                <a:gd name="connsiteY14161" fmla="*/ 1686782 h 2495550"/>
                <a:gd name="connsiteX14162" fmla="*/ 2563845 w 3219450"/>
                <a:gd name="connsiteY14162" fmla="*/ 1686877 h 2495550"/>
                <a:gd name="connsiteX14163" fmla="*/ 2563178 w 3219450"/>
                <a:gd name="connsiteY14163" fmla="*/ 1686782 h 2495550"/>
                <a:gd name="connsiteX14164" fmla="*/ 2562797 w 3219450"/>
                <a:gd name="connsiteY14164" fmla="*/ 1686497 h 2495550"/>
                <a:gd name="connsiteX14165" fmla="*/ 2562606 w 3219450"/>
                <a:gd name="connsiteY14165" fmla="*/ 1686116 h 2495550"/>
                <a:gd name="connsiteX14166" fmla="*/ 2562225 w 3219450"/>
                <a:gd name="connsiteY14166" fmla="*/ 1685735 h 2495550"/>
                <a:gd name="connsiteX14167" fmla="*/ 2561749 w 3219450"/>
                <a:gd name="connsiteY14167" fmla="*/ 1685449 h 2495550"/>
                <a:gd name="connsiteX14168" fmla="*/ 2560415 w 3219450"/>
                <a:gd name="connsiteY14168" fmla="*/ 1684973 h 2495550"/>
                <a:gd name="connsiteX14169" fmla="*/ 2559844 w 3219450"/>
                <a:gd name="connsiteY14169" fmla="*/ 1684973 h 2495550"/>
                <a:gd name="connsiteX14170" fmla="*/ 2559272 w 3219450"/>
                <a:gd name="connsiteY14170" fmla="*/ 1685068 h 2495550"/>
                <a:gd name="connsiteX14171" fmla="*/ 2558796 w 3219450"/>
                <a:gd name="connsiteY14171" fmla="*/ 1684877 h 2495550"/>
                <a:gd name="connsiteX14172" fmla="*/ 2558606 w 3219450"/>
                <a:gd name="connsiteY14172" fmla="*/ 1683925 h 2495550"/>
                <a:gd name="connsiteX14173" fmla="*/ 2558320 w 3219450"/>
                <a:gd name="connsiteY14173" fmla="*/ 1683734 h 2495550"/>
                <a:gd name="connsiteX14174" fmla="*/ 2557082 w 3219450"/>
                <a:gd name="connsiteY14174" fmla="*/ 1683639 h 2495550"/>
                <a:gd name="connsiteX14175" fmla="*/ 2556605 w 3219450"/>
                <a:gd name="connsiteY14175" fmla="*/ 1683449 h 2495550"/>
                <a:gd name="connsiteX14176" fmla="*/ 2555844 w 3219450"/>
                <a:gd name="connsiteY14176" fmla="*/ 1682687 h 2495550"/>
                <a:gd name="connsiteX14177" fmla="*/ 2555081 w 3219450"/>
                <a:gd name="connsiteY14177" fmla="*/ 1682210 h 2495550"/>
                <a:gd name="connsiteX14178" fmla="*/ 2554224 w 3219450"/>
                <a:gd name="connsiteY14178" fmla="*/ 1682020 h 2495550"/>
                <a:gd name="connsiteX14179" fmla="*/ 2548319 w 3219450"/>
                <a:gd name="connsiteY14179" fmla="*/ 1682020 h 2495550"/>
                <a:gd name="connsiteX14180" fmla="*/ 2547747 w 3219450"/>
                <a:gd name="connsiteY14180" fmla="*/ 1682401 h 2495550"/>
                <a:gd name="connsiteX14181" fmla="*/ 2547843 w 3219450"/>
                <a:gd name="connsiteY14181" fmla="*/ 1683163 h 2495550"/>
                <a:gd name="connsiteX14182" fmla="*/ 2548509 w 3219450"/>
                <a:gd name="connsiteY14182" fmla="*/ 1684496 h 2495550"/>
                <a:gd name="connsiteX14183" fmla="*/ 2548700 w 3219450"/>
                <a:gd name="connsiteY14183" fmla="*/ 1685544 h 2495550"/>
                <a:gd name="connsiteX14184" fmla="*/ 2548700 w 3219450"/>
                <a:gd name="connsiteY14184" fmla="*/ 1685830 h 2495550"/>
                <a:gd name="connsiteX14185" fmla="*/ 2548509 w 3219450"/>
                <a:gd name="connsiteY14185" fmla="*/ 1686306 h 2495550"/>
                <a:gd name="connsiteX14186" fmla="*/ 2548319 w 3219450"/>
                <a:gd name="connsiteY14186" fmla="*/ 1686592 h 2495550"/>
                <a:gd name="connsiteX14187" fmla="*/ 2548223 w 3219450"/>
                <a:gd name="connsiteY14187" fmla="*/ 1686877 h 2495550"/>
                <a:gd name="connsiteX14188" fmla="*/ 2548319 w 3219450"/>
                <a:gd name="connsiteY14188" fmla="*/ 1687354 h 2495550"/>
                <a:gd name="connsiteX14189" fmla="*/ 2548509 w 3219450"/>
                <a:gd name="connsiteY14189" fmla="*/ 1687735 h 2495550"/>
                <a:gd name="connsiteX14190" fmla="*/ 2549271 w 3219450"/>
                <a:gd name="connsiteY14190" fmla="*/ 1688687 h 2495550"/>
                <a:gd name="connsiteX14191" fmla="*/ 2549462 w 3219450"/>
                <a:gd name="connsiteY14191" fmla="*/ 1688783 h 2495550"/>
                <a:gd name="connsiteX14192" fmla="*/ 2550128 w 3219450"/>
                <a:gd name="connsiteY14192" fmla="*/ 1688973 h 2495550"/>
                <a:gd name="connsiteX14193" fmla="*/ 2550319 w 3219450"/>
                <a:gd name="connsiteY14193" fmla="*/ 1689068 h 2495550"/>
                <a:gd name="connsiteX14194" fmla="*/ 2550414 w 3219450"/>
                <a:gd name="connsiteY14194" fmla="*/ 1689449 h 2495550"/>
                <a:gd name="connsiteX14195" fmla="*/ 2550319 w 3219450"/>
                <a:gd name="connsiteY14195" fmla="*/ 1690116 h 2495550"/>
                <a:gd name="connsiteX14196" fmla="*/ 2550414 w 3219450"/>
                <a:gd name="connsiteY14196" fmla="*/ 1690306 h 2495550"/>
                <a:gd name="connsiteX14197" fmla="*/ 2550414 w 3219450"/>
                <a:gd name="connsiteY14197" fmla="*/ 1690497 h 2495550"/>
                <a:gd name="connsiteX14198" fmla="*/ 2550319 w 3219450"/>
                <a:gd name="connsiteY14198" fmla="*/ 1690783 h 2495550"/>
                <a:gd name="connsiteX14199" fmla="*/ 2550319 w 3219450"/>
                <a:gd name="connsiteY14199" fmla="*/ 1691069 h 2495550"/>
                <a:gd name="connsiteX14200" fmla="*/ 2550795 w 3219450"/>
                <a:gd name="connsiteY14200" fmla="*/ 1691259 h 2495550"/>
                <a:gd name="connsiteX14201" fmla="*/ 2551176 w 3219450"/>
                <a:gd name="connsiteY14201" fmla="*/ 1691259 h 2495550"/>
                <a:gd name="connsiteX14202" fmla="*/ 2551462 w 3219450"/>
                <a:gd name="connsiteY14202" fmla="*/ 1691164 h 2495550"/>
                <a:gd name="connsiteX14203" fmla="*/ 2551653 w 3219450"/>
                <a:gd name="connsiteY14203" fmla="*/ 1690973 h 2495550"/>
                <a:gd name="connsiteX14204" fmla="*/ 2552414 w 3219450"/>
                <a:gd name="connsiteY14204" fmla="*/ 1690688 h 2495550"/>
                <a:gd name="connsiteX14205" fmla="*/ 2553272 w 3219450"/>
                <a:gd name="connsiteY14205" fmla="*/ 1690211 h 2495550"/>
                <a:gd name="connsiteX14206" fmla="*/ 2553938 w 3219450"/>
                <a:gd name="connsiteY14206" fmla="*/ 1690116 h 2495550"/>
                <a:gd name="connsiteX14207" fmla="*/ 2555081 w 3219450"/>
                <a:gd name="connsiteY14207" fmla="*/ 1690306 h 2495550"/>
                <a:gd name="connsiteX14208" fmla="*/ 2557463 w 3219450"/>
                <a:gd name="connsiteY14208" fmla="*/ 1691164 h 2495550"/>
                <a:gd name="connsiteX14209" fmla="*/ 2559558 w 3219450"/>
                <a:gd name="connsiteY14209" fmla="*/ 1691545 h 2495550"/>
                <a:gd name="connsiteX14210" fmla="*/ 2561939 w 3219450"/>
                <a:gd name="connsiteY14210" fmla="*/ 1692497 h 2495550"/>
                <a:gd name="connsiteX14211" fmla="*/ 2562797 w 3219450"/>
                <a:gd name="connsiteY14211" fmla="*/ 1693069 h 2495550"/>
                <a:gd name="connsiteX14212" fmla="*/ 2564226 w 3219450"/>
                <a:gd name="connsiteY14212" fmla="*/ 1694593 h 2495550"/>
                <a:gd name="connsiteX14213" fmla="*/ 2557177 w 3219450"/>
                <a:gd name="connsiteY14213" fmla="*/ 1707166 h 2495550"/>
                <a:gd name="connsiteX14214" fmla="*/ 2556986 w 3219450"/>
                <a:gd name="connsiteY14214" fmla="*/ 1707071 h 2495550"/>
                <a:gd name="connsiteX14215" fmla="*/ 2556224 w 3219450"/>
                <a:gd name="connsiteY14215" fmla="*/ 1706404 h 2495550"/>
                <a:gd name="connsiteX14216" fmla="*/ 2556034 w 3219450"/>
                <a:gd name="connsiteY14216" fmla="*/ 1706023 h 2495550"/>
                <a:gd name="connsiteX14217" fmla="*/ 2555939 w 3219450"/>
                <a:gd name="connsiteY14217" fmla="*/ 1705642 h 2495550"/>
                <a:gd name="connsiteX14218" fmla="*/ 2556129 w 3219450"/>
                <a:gd name="connsiteY14218" fmla="*/ 1704880 h 2495550"/>
                <a:gd name="connsiteX14219" fmla="*/ 2556034 w 3219450"/>
                <a:gd name="connsiteY14219" fmla="*/ 1704404 h 2495550"/>
                <a:gd name="connsiteX14220" fmla="*/ 2555653 w 3219450"/>
                <a:gd name="connsiteY14220" fmla="*/ 1703832 h 2495550"/>
                <a:gd name="connsiteX14221" fmla="*/ 2555272 w 3219450"/>
                <a:gd name="connsiteY14221" fmla="*/ 1703737 h 2495550"/>
                <a:gd name="connsiteX14222" fmla="*/ 2554796 w 3219450"/>
                <a:gd name="connsiteY14222" fmla="*/ 1703927 h 2495550"/>
                <a:gd name="connsiteX14223" fmla="*/ 2554034 w 3219450"/>
                <a:gd name="connsiteY14223" fmla="*/ 1704023 h 2495550"/>
                <a:gd name="connsiteX14224" fmla="*/ 2553177 w 3219450"/>
                <a:gd name="connsiteY14224" fmla="*/ 1704308 h 2495550"/>
                <a:gd name="connsiteX14225" fmla="*/ 2552605 w 3219450"/>
                <a:gd name="connsiteY14225" fmla="*/ 1704975 h 2495550"/>
                <a:gd name="connsiteX14226" fmla="*/ 2552224 w 3219450"/>
                <a:gd name="connsiteY14226" fmla="*/ 1705642 h 2495550"/>
                <a:gd name="connsiteX14227" fmla="*/ 2551938 w 3219450"/>
                <a:gd name="connsiteY14227" fmla="*/ 1705927 h 2495550"/>
                <a:gd name="connsiteX14228" fmla="*/ 2551748 w 3219450"/>
                <a:gd name="connsiteY14228" fmla="*/ 1706118 h 2495550"/>
                <a:gd name="connsiteX14229" fmla="*/ 2551557 w 3219450"/>
                <a:gd name="connsiteY14229" fmla="*/ 1706594 h 2495550"/>
                <a:gd name="connsiteX14230" fmla="*/ 2551462 w 3219450"/>
                <a:gd name="connsiteY14230" fmla="*/ 1707166 h 2495550"/>
                <a:gd name="connsiteX14231" fmla="*/ 2551462 w 3219450"/>
                <a:gd name="connsiteY14231" fmla="*/ 1707642 h 2495550"/>
                <a:gd name="connsiteX14232" fmla="*/ 2551653 w 3219450"/>
                <a:gd name="connsiteY14232" fmla="*/ 1708023 h 2495550"/>
                <a:gd name="connsiteX14233" fmla="*/ 2551843 w 3219450"/>
                <a:gd name="connsiteY14233" fmla="*/ 1708118 h 2495550"/>
                <a:gd name="connsiteX14234" fmla="*/ 2552129 w 3219450"/>
                <a:gd name="connsiteY14234" fmla="*/ 1708118 h 2495550"/>
                <a:gd name="connsiteX14235" fmla="*/ 2552510 w 3219450"/>
                <a:gd name="connsiteY14235" fmla="*/ 1708214 h 2495550"/>
                <a:gd name="connsiteX14236" fmla="*/ 2552700 w 3219450"/>
                <a:gd name="connsiteY14236" fmla="*/ 1708023 h 2495550"/>
                <a:gd name="connsiteX14237" fmla="*/ 2553557 w 3219450"/>
                <a:gd name="connsiteY14237" fmla="*/ 1707737 h 2495550"/>
                <a:gd name="connsiteX14238" fmla="*/ 2554510 w 3219450"/>
                <a:gd name="connsiteY14238" fmla="*/ 1707642 h 2495550"/>
                <a:gd name="connsiteX14239" fmla="*/ 2554986 w 3219450"/>
                <a:gd name="connsiteY14239" fmla="*/ 1708023 h 2495550"/>
                <a:gd name="connsiteX14240" fmla="*/ 2555081 w 3219450"/>
                <a:gd name="connsiteY14240" fmla="*/ 1708595 h 2495550"/>
                <a:gd name="connsiteX14241" fmla="*/ 2555367 w 3219450"/>
                <a:gd name="connsiteY14241" fmla="*/ 1708976 h 2495550"/>
                <a:gd name="connsiteX14242" fmla="*/ 2555748 w 3219450"/>
                <a:gd name="connsiteY14242" fmla="*/ 1709356 h 2495550"/>
                <a:gd name="connsiteX14243" fmla="*/ 2556034 w 3219450"/>
                <a:gd name="connsiteY14243" fmla="*/ 1709738 h 2495550"/>
                <a:gd name="connsiteX14244" fmla="*/ 2556129 w 3219450"/>
                <a:gd name="connsiteY14244" fmla="*/ 1710023 h 2495550"/>
                <a:gd name="connsiteX14245" fmla="*/ 2556224 w 3219450"/>
                <a:gd name="connsiteY14245" fmla="*/ 1710785 h 2495550"/>
                <a:gd name="connsiteX14246" fmla="*/ 2556320 w 3219450"/>
                <a:gd name="connsiteY14246" fmla="*/ 1711071 h 2495550"/>
                <a:gd name="connsiteX14247" fmla="*/ 2556605 w 3219450"/>
                <a:gd name="connsiteY14247" fmla="*/ 1711071 h 2495550"/>
                <a:gd name="connsiteX14248" fmla="*/ 2556986 w 3219450"/>
                <a:gd name="connsiteY14248" fmla="*/ 1710881 h 2495550"/>
                <a:gd name="connsiteX14249" fmla="*/ 2557558 w 3219450"/>
                <a:gd name="connsiteY14249" fmla="*/ 1710309 h 2495550"/>
                <a:gd name="connsiteX14250" fmla="*/ 2557558 w 3219450"/>
                <a:gd name="connsiteY14250" fmla="*/ 1711071 h 2495550"/>
                <a:gd name="connsiteX14251" fmla="*/ 2558415 w 3219450"/>
                <a:gd name="connsiteY14251" fmla="*/ 1710785 h 2495550"/>
                <a:gd name="connsiteX14252" fmla="*/ 2558701 w 3219450"/>
                <a:gd name="connsiteY14252" fmla="*/ 1710690 h 2495550"/>
                <a:gd name="connsiteX14253" fmla="*/ 2558320 w 3219450"/>
                <a:gd name="connsiteY14253" fmla="*/ 1711928 h 2495550"/>
                <a:gd name="connsiteX14254" fmla="*/ 2559558 w 3219450"/>
                <a:gd name="connsiteY14254" fmla="*/ 1710785 h 2495550"/>
                <a:gd name="connsiteX14255" fmla="*/ 2559082 w 3219450"/>
                <a:gd name="connsiteY14255" fmla="*/ 1709356 h 2495550"/>
                <a:gd name="connsiteX14256" fmla="*/ 2557177 w 3219450"/>
                <a:gd name="connsiteY14256" fmla="*/ 1707166 h 2495550"/>
                <a:gd name="connsiteX14257" fmla="*/ 2547271 w 3219450"/>
                <a:gd name="connsiteY14257" fmla="*/ 1742599 h 2495550"/>
                <a:gd name="connsiteX14258" fmla="*/ 2547080 w 3219450"/>
                <a:gd name="connsiteY14258" fmla="*/ 1742027 h 2495550"/>
                <a:gd name="connsiteX14259" fmla="*/ 2546604 w 3219450"/>
                <a:gd name="connsiteY14259" fmla="*/ 1741456 h 2495550"/>
                <a:gd name="connsiteX14260" fmla="*/ 2545747 w 3219450"/>
                <a:gd name="connsiteY14260" fmla="*/ 1741075 h 2495550"/>
                <a:gd name="connsiteX14261" fmla="*/ 2544509 w 3219450"/>
                <a:gd name="connsiteY14261" fmla="*/ 1741075 h 2495550"/>
                <a:gd name="connsiteX14262" fmla="*/ 2543366 w 3219450"/>
                <a:gd name="connsiteY14262" fmla="*/ 1741456 h 2495550"/>
                <a:gd name="connsiteX14263" fmla="*/ 2542699 w 3219450"/>
                <a:gd name="connsiteY14263" fmla="*/ 1742218 h 2495550"/>
                <a:gd name="connsiteX14264" fmla="*/ 2542889 w 3219450"/>
                <a:gd name="connsiteY14264" fmla="*/ 1743456 h 2495550"/>
                <a:gd name="connsiteX14265" fmla="*/ 2543747 w 3219450"/>
                <a:gd name="connsiteY14265" fmla="*/ 1744409 h 2495550"/>
                <a:gd name="connsiteX14266" fmla="*/ 2544413 w 3219450"/>
                <a:gd name="connsiteY14266" fmla="*/ 1745361 h 2495550"/>
                <a:gd name="connsiteX14267" fmla="*/ 2543842 w 3219450"/>
                <a:gd name="connsiteY14267" fmla="*/ 1746599 h 2495550"/>
                <a:gd name="connsiteX14268" fmla="*/ 2545080 w 3219450"/>
                <a:gd name="connsiteY14268" fmla="*/ 1746695 h 2495550"/>
                <a:gd name="connsiteX14269" fmla="*/ 2545747 w 3219450"/>
                <a:gd name="connsiteY14269" fmla="*/ 1747171 h 2495550"/>
                <a:gd name="connsiteX14270" fmla="*/ 2546319 w 3219450"/>
                <a:gd name="connsiteY14270" fmla="*/ 1747171 h 2495550"/>
                <a:gd name="connsiteX14271" fmla="*/ 2547557 w 3219450"/>
                <a:gd name="connsiteY14271" fmla="*/ 1744790 h 2495550"/>
                <a:gd name="connsiteX14272" fmla="*/ 2547557 w 3219450"/>
                <a:gd name="connsiteY14272" fmla="*/ 1744409 h 2495550"/>
                <a:gd name="connsiteX14273" fmla="*/ 2547461 w 3219450"/>
                <a:gd name="connsiteY14273" fmla="*/ 1743742 h 2495550"/>
                <a:gd name="connsiteX14274" fmla="*/ 2547271 w 3219450"/>
                <a:gd name="connsiteY14274" fmla="*/ 1742599 h 2495550"/>
                <a:gd name="connsiteX14275" fmla="*/ 2548128 w 3219450"/>
                <a:gd name="connsiteY14275" fmla="*/ 1694307 h 2495550"/>
                <a:gd name="connsiteX14276" fmla="*/ 2548033 w 3219450"/>
                <a:gd name="connsiteY14276" fmla="*/ 1694212 h 2495550"/>
                <a:gd name="connsiteX14277" fmla="*/ 2547843 w 3219450"/>
                <a:gd name="connsiteY14277" fmla="*/ 1693926 h 2495550"/>
                <a:gd name="connsiteX14278" fmla="*/ 2547461 w 3219450"/>
                <a:gd name="connsiteY14278" fmla="*/ 1693831 h 2495550"/>
                <a:gd name="connsiteX14279" fmla="*/ 2547080 w 3219450"/>
                <a:gd name="connsiteY14279" fmla="*/ 1694117 h 2495550"/>
                <a:gd name="connsiteX14280" fmla="*/ 2546509 w 3219450"/>
                <a:gd name="connsiteY14280" fmla="*/ 1694783 h 2495550"/>
                <a:gd name="connsiteX14281" fmla="*/ 2546128 w 3219450"/>
                <a:gd name="connsiteY14281" fmla="*/ 1695736 h 2495550"/>
                <a:gd name="connsiteX14282" fmla="*/ 2546795 w 3219450"/>
                <a:gd name="connsiteY14282" fmla="*/ 1696784 h 2495550"/>
                <a:gd name="connsiteX14283" fmla="*/ 2548319 w 3219450"/>
                <a:gd name="connsiteY14283" fmla="*/ 1697069 h 2495550"/>
                <a:gd name="connsiteX14284" fmla="*/ 2549271 w 3219450"/>
                <a:gd name="connsiteY14284" fmla="*/ 1696593 h 2495550"/>
                <a:gd name="connsiteX14285" fmla="*/ 2549366 w 3219450"/>
                <a:gd name="connsiteY14285" fmla="*/ 1695926 h 2495550"/>
                <a:gd name="connsiteX14286" fmla="*/ 2548986 w 3219450"/>
                <a:gd name="connsiteY14286" fmla="*/ 1695260 h 2495550"/>
                <a:gd name="connsiteX14287" fmla="*/ 2548128 w 3219450"/>
                <a:gd name="connsiteY14287" fmla="*/ 1694307 h 2495550"/>
                <a:gd name="connsiteX14288" fmla="*/ 2542318 w 3219450"/>
                <a:gd name="connsiteY14288" fmla="*/ 1743456 h 2495550"/>
                <a:gd name="connsiteX14289" fmla="*/ 2542032 w 3219450"/>
                <a:gd name="connsiteY14289" fmla="*/ 1743170 h 2495550"/>
                <a:gd name="connsiteX14290" fmla="*/ 2541365 w 3219450"/>
                <a:gd name="connsiteY14290" fmla="*/ 1742694 h 2495550"/>
                <a:gd name="connsiteX14291" fmla="*/ 2538889 w 3219450"/>
                <a:gd name="connsiteY14291" fmla="*/ 1742218 h 2495550"/>
                <a:gd name="connsiteX14292" fmla="*/ 2538508 w 3219450"/>
                <a:gd name="connsiteY14292" fmla="*/ 1742218 h 2495550"/>
                <a:gd name="connsiteX14293" fmla="*/ 2538318 w 3219450"/>
                <a:gd name="connsiteY14293" fmla="*/ 1742599 h 2495550"/>
                <a:gd name="connsiteX14294" fmla="*/ 2538222 w 3219450"/>
                <a:gd name="connsiteY14294" fmla="*/ 1743266 h 2495550"/>
                <a:gd name="connsiteX14295" fmla="*/ 2538222 w 3219450"/>
                <a:gd name="connsiteY14295" fmla="*/ 1743742 h 2495550"/>
                <a:gd name="connsiteX14296" fmla="*/ 2538413 w 3219450"/>
                <a:gd name="connsiteY14296" fmla="*/ 1744027 h 2495550"/>
                <a:gd name="connsiteX14297" fmla="*/ 2538794 w 3219450"/>
                <a:gd name="connsiteY14297" fmla="*/ 1744123 h 2495550"/>
                <a:gd name="connsiteX14298" fmla="*/ 2539270 w 3219450"/>
                <a:gd name="connsiteY14298" fmla="*/ 1744123 h 2495550"/>
                <a:gd name="connsiteX14299" fmla="*/ 2539937 w 3219450"/>
                <a:gd name="connsiteY14299" fmla="*/ 1744313 h 2495550"/>
                <a:gd name="connsiteX14300" fmla="*/ 2540603 w 3219450"/>
                <a:gd name="connsiteY14300" fmla="*/ 1744790 h 2495550"/>
                <a:gd name="connsiteX14301" fmla="*/ 2541175 w 3219450"/>
                <a:gd name="connsiteY14301" fmla="*/ 1745266 h 2495550"/>
                <a:gd name="connsiteX14302" fmla="*/ 2541461 w 3219450"/>
                <a:gd name="connsiteY14302" fmla="*/ 1745552 h 2495550"/>
                <a:gd name="connsiteX14303" fmla="*/ 2542032 w 3219450"/>
                <a:gd name="connsiteY14303" fmla="*/ 1745361 h 2495550"/>
                <a:gd name="connsiteX14304" fmla="*/ 2542413 w 3219450"/>
                <a:gd name="connsiteY14304" fmla="*/ 1744790 h 2495550"/>
                <a:gd name="connsiteX14305" fmla="*/ 2542794 w 3219450"/>
                <a:gd name="connsiteY14305" fmla="*/ 1744218 h 2495550"/>
                <a:gd name="connsiteX14306" fmla="*/ 2542604 w 3219450"/>
                <a:gd name="connsiteY14306" fmla="*/ 1743742 h 2495550"/>
                <a:gd name="connsiteX14307" fmla="*/ 2542318 w 3219450"/>
                <a:gd name="connsiteY14307" fmla="*/ 1743456 h 2495550"/>
                <a:gd name="connsiteX14308" fmla="*/ 2506504 w 3219450"/>
                <a:gd name="connsiteY14308" fmla="*/ 1818894 h 2495550"/>
                <a:gd name="connsiteX14309" fmla="*/ 2505742 w 3219450"/>
                <a:gd name="connsiteY14309" fmla="*/ 1819180 h 2495550"/>
                <a:gd name="connsiteX14310" fmla="*/ 2505266 w 3219450"/>
                <a:gd name="connsiteY14310" fmla="*/ 1819275 h 2495550"/>
                <a:gd name="connsiteX14311" fmla="*/ 2504980 w 3219450"/>
                <a:gd name="connsiteY14311" fmla="*/ 1819370 h 2495550"/>
                <a:gd name="connsiteX14312" fmla="*/ 2504885 w 3219450"/>
                <a:gd name="connsiteY14312" fmla="*/ 1819561 h 2495550"/>
                <a:gd name="connsiteX14313" fmla="*/ 2505075 w 3219450"/>
                <a:gd name="connsiteY14313" fmla="*/ 1819751 h 2495550"/>
                <a:gd name="connsiteX14314" fmla="*/ 2504694 w 3219450"/>
                <a:gd name="connsiteY14314" fmla="*/ 1819942 h 2495550"/>
                <a:gd name="connsiteX14315" fmla="*/ 2503837 w 3219450"/>
                <a:gd name="connsiteY14315" fmla="*/ 1819847 h 2495550"/>
                <a:gd name="connsiteX14316" fmla="*/ 2502789 w 3219450"/>
                <a:gd name="connsiteY14316" fmla="*/ 1820037 h 2495550"/>
                <a:gd name="connsiteX14317" fmla="*/ 2501837 w 3219450"/>
                <a:gd name="connsiteY14317" fmla="*/ 1820990 h 2495550"/>
                <a:gd name="connsiteX14318" fmla="*/ 2501932 w 3219450"/>
                <a:gd name="connsiteY14318" fmla="*/ 1821561 h 2495550"/>
                <a:gd name="connsiteX14319" fmla="*/ 2502885 w 3219450"/>
                <a:gd name="connsiteY14319" fmla="*/ 1821561 h 2495550"/>
                <a:gd name="connsiteX14320" fmla="*/ 2503646 w 3219450"/>
                <a:gd name="connsiteY14320" fmla="*/ 1821371 h 2495550"/>
                <a:gd name="connsiteX14321" fmla="*/ 2504123 w 3219450"/>
                <a:gd name="connsiteY14321" fmla="*/ 1821085 h 2495550"/>
                <a:gd name="connsiteX14322" fmla="*/ 2504599 w 3219450"/>
                <a:gd name="connsiteY14322" fmla="*/ 1821085 h 2495550"/>
                <a:gd name="connsiteX14323" fmla="*/ 2505266 w 3219450"/>
                <a:gd name="connsiteY14323" fmla="*/ 1821466 h 2495550"/>
                <a:gd name="connsiteX14324" fmla="*/ 2505837 w 3219450"/>
                <a:gd name="connsiteY14324" fmla="*/ 1821466 h 2495550"/>
                <a:gd name="connsiteX14325" fmla="*/ 2506028 w 3219450"/>
                <a:gd name="connsiteY14325" fmla="*/ 1821085 h 2495550"/>
                <a:gd name="connsiteX14326" fmla="*/ 2505932 w 3219450"/>
                <a:gd name="connsiteY14326" fmla="*/ 1820227 h 2495550"/>
                <a:gd name="connsiteX14327" fmla="*/ 2506028 w 3219450"/>
                <a:gd name="connsiteY14327" fmla="*/ 1820037 h 2495550"/>
                <a:gd name="connsiteX14328" fmla="*/ 2506313 w 3219450"/>
                <a:gd name="connsiteY14328" fmla="*/ 1820132 h 2495550"/>
                <a:gd name="connsiteX14329" fmla="*/ 2506599 w 3219450"/>
                <a:gd name="connsiteY14329" fmla="*/ 1820037 h 2495550"/>
                <a:gd name="connsiteX14330" fmla="*/ 2506695 w 3219450"/>
                <a:gd name="connsiteY14330" fmla="*/ 1819942 h 2495550"/>
                <a:gd name="connsiteX14331" fmla="*/ 2506790 w 3219450"/>
                <a:gd name="connsiteY14331" fmla="*/ 1819751 h 2495550"/>
                <a:gd name="connsiteX14332" fmla="*/ 2506790 w 3219450"/>
                <a:gd name="connsiteY14332" fmla="*/ 1819370 h 2495550"/>
                <a:gd name="connsiteX14333" fmla="*/ 2506695 w 3219450"/>
                <a:gd name="connsiteY14333" fmla="*/ 1818894 h 2495550"/>
                <a:gd name="connsiteX14334" fmla="*/ 2506504 w 3219450"/>
                <a:gd name="connsiteY14334" fmla="*/ 1818894 h 2495550"/>
                <a:gd name="connsiteX14335" fmla="*/ 2548414 w 3219450"/>
                <a:gd name="connsiteY14335" fmla="*/ 1600867 h 2495550"/>
                <a:gd name="connsiteX14336" fmla="*/ 2548890 w 3219450"/>
                <a:gd name="connsiteY14336" fmla="*/ 1599248 h 2495550"/>
                <a:gd name="connsiteX14337" fmla="*/ 2548509 w 3219450"/>
                <a:gd name="connsiteY14337" fmla="*/ 1597057 h 2495550"/>
                <a:gd name="connsiteX14338" fmla="*/ 2545271 w 3219450"/>
                <a:gd name="connsiteY14338" fmla="*/ 1594676 h 2495550"/>
                <a:gd name="connsiteX14339" fmla="*/ 2541365 w 3219450"/>
                <a:gd name="connsiteY14339" fmla="*/ 1592866 h 2495550"/>
                <a:gd name="connsiteX14340" fmla="*/ 2534888 w 3219450"/>
                <a:gd name="connsiteY14340" fmla="*/ 1591532 h 2495550"/>
                <a:gd name="connsiteX14341" fmla="*/ 2531840 w 3219450"/>
                <a:gd name="connsiteY14341" fmla="*/ 1590199 h 2495550"/>
                <a:gd name="connsiteX14342" fmla="*/ 2530697 w 3219450"/>
                <a:gd name="connsiteY14342" fmla="*/ 1589342 h 2495550"/>
                <a:gd name="connsiteX14343" fmla="*/ 2529936 w 3219450"/>
                <a:gd name="connsiteY14343" fmla="*/ 1588675 h 2495550"/>
                <a:gd name="connsiteX14344" fmla="*/ 2528888 w 3219450"/>
                <a:gd name="connsiteY14344" fmla="*/ 1587722 h 2495550"/>
                <a:gd name="connsiteX14345" fmla="*/ 2527078 w 3219450"/>
                <a:gd name="connsiteY14345" fmla="*/ 1586389 h 2495550"/>
                <a:gd name="connsiteX14346" fmla="*/ 2525173 w 3219450"/>
                <a:gd name="connsiteY14346" fmla="*/ 1585531 h 2495550"/>
                <a:gd name="connsiteX14347" fmla="*/ 2523363 w 3219450"/>
                <a:gd name="connsiteY14347" fmla="*/ 1584198 h 2495550"/>
                <a:gd name="connsiteX14348" fmla="*/ 2522030 w 3219450"/>
                <a:gd name="connsiteY14348" fmla="*/ 1582960 h 2495550"/>
                <a:gd name="connsiteX14349" fmla="*/ 2519268 w 3219450"/>
                <a:gd name="connsiteY14349" fmla="*/ 1581436 h 2495550"/>
                <a:gd name="connsiteX14350" fmla="*/ 2517267 w 3219450"/>
                <a:gd name="connsiteY14350" fmla="*/ 1580483 h 2495550"/>
                <a:gd name="connsiteX14351" fmla="*/ 2516029 w 3219450"/>
                <a:gd name="connsiteY14351" fmla="*/ 1580102 h 2495550"/>
                <a:gd name="connsiteX14352" fmla="*/ 2513933 w 3219450"/>
                <a:gd name="connsiteY14352" fmla="*/ 1579340 h 2495550"/>
                <a:gd name="connsiteX14353" fmla="*/ 2510886 w 3219450"/>
                <a:gd name="connsiteY14353" fmla="*/ 1578578 h 2495550"/>
                <a:gd name="connsiteX14354" fmla="*/ 2508504 w 3219450"/>
                <a:gd name="connsiteY14354" fmla="*/ 1579340 h 2495550"/>
                <a:gd name="connsiteX14355" fmla="*/ 2507266 w 3219450"/>
                <a:gd name="connsiteY14355" fmla="*/ 1580864 h 2495550"/>
                <a:gd name="connsiteX14356" fmla="*/ 2506504 w 3219450"/>
                <a:gd name="connsiteY14356" fmla="*/ 1581436 h 2495550"/>
                <a:gd name="connsiteX14357" fmla="*/ 2506218 w 3219450"/>
                <a:gd name="connsiteY14357" fmla="*/ 1582198 h 2495550"/>
                <a:gd name="connsiteX14358" fmla="*/ 2506790 w 3219450"/>
                <a:gd name="connsiteY14358" fmla="*/ 1582865 h 2495550"/>
                <a:gd name="connsiteX14359" fmla="*/ 2507837 w 3219450"/>
                <a:gd name="connsiteY14359" fmla="*/ 1583912 h 2495550"/>
                <a:gd name="connsiteX14360" fmla="*/ 2508790 w 3219450"/>
                <a:gd name="connsiteY14360" fmla="*/ 1585055 h 2495550"/>
                <a:gd name="connsiteX14361" fmla="*/ 2512028 w 3219450"/>
                <a:gd name="connsiteY14361" fmla="*/ 1587151 h 2495550"/>
                <a:gd name="connsiteX14362" fmla="*/ 2512886 w 3219450"/>
                <a:gd name="connsiteY14362" fmla="*/ 1589151 h 2495550"/>
                <a:gd name="connsiteX14363" fmla="*/ 2513457 w 3219450"/>
                <a:gd name="connsiteY14363" fmla="*/ 1590104 h 2495550"/>
                <a:gd name="connsiteX14364" fmla="*/ 2515077 w 3219450"/>
                <a:gd name="connsiteY14364" fmla="*/ 1590961 h 2495550"/>
                <a:gd name="connsiteX14365" fmla="*/ 2516696 w 3219450"/>
                <a:gd name="connsiteY14365" fmla="*/ 1591437 h 2495550"/>
                <a:gd name="connsiteX14366" fmla="*/ 2518220 w 3219450"/>
                <a:gd name="connsiteY14366" fmla="*/ 1592675 h 2495550"/>
                <a:gd name="connsiteX14367" fmla="*/ 2522411 w 3219450"/>
                <a:gd name="connsiteY14367" fmla="*/ 1594771 h 2495550"/>
                <a:gd name="connsiteX14368" fmla="*/ 2524125 w 3219450"/>
                <a:gd name="connsiteY14368" fmla="*/ 1595438 h 2495550"/>
                <a:gd name="connsiteX14369" fmla="*/ 2525363 w 3219450"/>
                <a:gd name="connsiteY14369" fmla="*/ 1596295 h 2495550"/>
                <a:gd name="connsiteX14370" fmla="*/ 2526983 w 3219450"/>
                <a:gd name="connsiteY14370" fmla="*/ 1597819 h 2495550"/>
                <a:gd name="connsiteX14371" fmla="*/ 2529269 w 3219450"/>
                <a:gd name="connsiteY14371" fmla="*/ 1598295 h 2495550"/>
                <a:gd name="connsiteX14372" fmla="*/ 2532983 w 3219450"/>
                <a:gd name="connsiteY14372" fmla="*/ 1599248 h 2495550"/>
                <a:gd name="connsiteX14373" fmla="*/ 2534317 w 3219450"/>
                <a:gd name="connsiteY14373" fmla="*/ 1600010 h 2495550"/>
                <a:gd name="connsiteX14374" fmla="*/ 2535365 w 3219450"/>
                <a:gd name="connsiteY14374" fmla="*/ 1600676 h 2495550"/>
                <a:gd name="connsiteX14375" fmla="*/ 2538127 w 3219450"/>
                <a:gd name="connsiteY14375" fmla="*/ 1601819 h 2495550"/>
                <a:gd name="connsiteX14376" fmla="*/ 2539937 w 3219450"/>
                <a:gd name="connsiteY14376" fmla="*/ 1602962 h 2495550"/>
                <a:gd name="connsiteX14377" fmla="*/ 2541746 w 3219450"/>
                <a:gd name="connsiteY14377" fmla="*/ 1603439 h 2495550"/>
                <a:gd name="connsiteX14378" fmla="*/ 2544985 w 3219450"/>
                <a:gd name="connsiteY14378" fmla="*/ 1602391 h 2495550"/>
                <a:gd name="connsiteX14379" fmla="*/ 2548414 w 3219450"/>
                <a:gd name="connsiteY14379" fmla="*/ 1600867 h 2495550"/>
                <a:gd name="connsiteX14380" fmla="*/ 2501265 w 3219450"/>
                <a:gd name="connsiteY14380" fmla="*/ 1842040 h 2495550"/>
                <a:gd name="connsiteX14381" fmla="*/ 2500789 w 3219450"/>
                <a:gd name="connsiteY14381" fmla="*/ 1841659 h 2495550"/>
                <a:gd name="connsiteX14382" fmla="*/ 2499741 w 3219450"/>
                <a:gd name="connsiteY14382" fmla="*/ 1842040 h 2495550"/>
                <a:gd name="connsiteX14383" fmla="*/ 2499360 w 3219450"/>
                <a:gd name="connsiteY14383" fmla="*/ 1842516 h 2495550"/>
                <a:gd name="connsiteX14384" fmla="*/ 2499551 w 3219450"/>
                <a:gd name="connsiteY14384" fmla="*/ 1843088 h 2495550"/>
                <a:gd name="connsiteX14385" fmla="*/ 2500027 w 3219450"/>
                <a:gd name="connsiteY14385" fmla="*/ 1843754 h 2495550"/>
                <a:gd name="connsiteX14386" fmla="*/ 2500408 w 3219450"/>
                <a:gd name="connsiteY14386" fmla="*/ 1844231 h 2495550"/>
                <a:gd name="connsiteX14387" fmla="*/ 2500884 w 3219450"/>
                <a:gd name="connsiteY14387" fmla="*/ 1844135 h 2495550"/>
                <a:gd name="connsiteX14388" fmla="*/ 2500503 w 3219450"/>
                <a:gd name="connsiteY14388" fmla="*/ 1843659 h 2495550"/>
                <a:gd name="connsiteX14389" fmla="*/ 2500313 w 3219450"/>
                <a:gd name="connsiteY14389" fmla="*/ 1843183 h 2495550"/>
                <a:gd name="connsiteX14390" fmla="*/ 2500789 w 3219450"/>
                <a:gd name="connsiteY14390" fmla="*/ 1843088 h 2495550"/>
                <a:gd name="connsiteX14391" fmla="*/ 2501741 w 3219450"/>
                <a:gd name="connsiteY14391" fmla="*/ 1843278 h 2495550"/>
                <a:gd name="connsiteX14392" fmla="*/ 2502313 w 3219450"/>
                <a:gd name="connsiteY14392" fmla="*/ 1843373 h 2495550"/>
                <a:gd name="connsiteX14393" fmla="*/ 2502313 w 3219450"/>
                <a:gd name="connsiteY14393" fmla="*/ 1842897 h 2495550"/>
                <a:gd name="connsiteX14394" fmla="*/ 2501837 w 3219450"/>
                <a:gd name="connsiteY14394" fmla="*/ 1842516 h 2495550"/>
                <a:gd name="connsiteX14395" fmla="*/ 2501265 w 3219450"/>
                <a:gd name="connsiteY14395" fmla="*/ 1842040 h 2495550"/>
                <a:gd name="connsiteX14396" fmla="*/ 2510409 w 3219450"/>
                <a:gd name="connsiteY14396" fmla="*/ 1802511 h 2495550"/>
                <a:gd name="connsiteX14397" fmla="*/ 2510790 w 3219450"/>
                <a:gd name="connsiteY14397" fmla="*/ 1800797 h 2495550"/>
                <a:gd name="connsiteX14398" fmla="*/ 2511266 w 3219450"/>
                <a:gd name="connsiteY14398" fmla="*/ 1800035 h 2495550"/>
                <a:gd name="connsiteX14399" fmla="*/ 2511171 w 3219450"/>
                <a:gd name="connsiteY14399" fmla="*/ 1799368 h 2495550"/>
                <a:gd name="connsiteX14400" fmla="*/ 2510504 w 3219450"/>
                <a:gd name="connsiteY14400" fmla="*/ 1798130 h 2495550"/>
                <a:gd name="connsiteX14401" fmla="*/ 2509171 w 3219450"/>
                <a:gd name="connsiteY14401" fmla="*/ 1797844 h 2495550"/>
                <a:gd name="connsiteX14402" fmla="*/ 2508123 w 3219450"/>
                <a:gd name="connsiteY14402" fmla="*/ 1798511 h 2495550"/>
                <a:gd name="connsiteX14403" fmla="*/ 2508028 w 3219450"/>
                <a:gd name="connsiteY14403" fmla="*/ 1799082 h 2495550"/>
                <a:gd name="connsiteX14404" fmla="*/ 2507742 w 3219450"/>
                <a:gd name="connsiteY14404" fmla="*/ 1799654 h 2495550"/>
                <a:gd name="connsiteX14405" fmla="*/ 2506885 w 3219450"/>
                <a:gd name="connsiteY14405" fmla="*/ 1800892 h 2495550"/>
                <a:gd name="connsiteX14406" fmla="*/ 2505742 w 3219450"/>
                <a:gd name="connsiteY14406" fmla="*/ 1801940 h 2495550"/>
                <a:gd name="connsiteX14407" fmla="*/ 2504123 w 3219450"/>
                <a:gd name="connsiteY14407" fmla="*/ 1802416 h 2495550"/>
                <a:gd name="connsiteX14408" fmla="*/ 2503551 w 3219450"/>
                <a:gd name="connsiteY14408" fmla="*/ 1802606 h 2495550"/>
                <a:gd name="connsiteX14409" fmla="*/ 2503265 w 3219450"/>
                <a:gd name="connsiteY14409" fmla="*/ 1802892 h 2495550"/>
                <a:gd name="connsiteX14410" fmla="*/ 2503646 w 3219450"/>
                <a:gd name="connsiteY14410" fmla="*/ 1803464 h 2495550"/>
                <a:gd name="connsiteX14411" fmla="*/ 2503932 w 3219450"/>
                <a:gd name="connsiteY14411" fmla="*/ 1804226 h 2495550"/>
                <a:gd name="connsiteX14412" fmla="*/ 2503837 w 3219450"/>
                <a:gd name="connsiteY14412" fmla="*/ 1804892 h 2495550"/>
                <a:gd name="connsiteX14413" fmla="*/ 2504218 w 3219450"/>
                <a:gd name="connsiteY14413" fmla="*/ 1805464 h 2495550"/>
                <a:gd name="connsiteX14414" fmla="*/ 2504504 w 3219450"/>
                <a:gd name="connsiteY14414" fmla="*/ 1806131 h 2495550"/>
                <a:gd name="connsiteX14415" fmla="*/ 2504980 w 3219450"/>
                <a:gd name="connsiteY14415" fmla="*/ 1806416 h 2495550"/>
                <a:gd name="connsiteX14416" fmla="*/ 2505170 w 3219450"/>
                <a:gd name="connsiteY14416" fmla="*/ 1806797 h 2495550"/>
                <a:gd name="connsiteX14417" fmla="*/ 2504694 w 3219450"/>
                <a:gd name="connsiteY14417" fmla="*/ 1807559 h 2495550"/>
                <a:gd name="connsiteX14418" fmla="*/ 2504980 w 3219450"/>
                <a:gd name="connsiteY14418" fmla="*/ 1808512 h 2495550"/>
                <a:gd name="connsiteX14419" fmla="*/ 2505742 w 3219450"/>
                <a:gd name="connsiteY14419" fmla="*/ 1808417 h 2495550"/>
                <a:gd name="connsiteX14420" fmla="*/ 2506790 w 3219450"/>
                <a:gd name="connsiteY14420" fmla="*/ 1808417 h 2495550"/>
                <a:gd name="connsiteX14421" fmla="*/ 2507647 w 3219450"/>
                <a:gd name="connsiteY14421" fmla="*/ 1807750 h 2495550"/>
                <a:gd name="connsiteX14422" fmla="*/ 2508504 w 3219450"/>
                <a:gd name="connsiteY14422" fmla="*/ 1807559 h 2495550"/>
                <a:gd name="connsiteX14423" fmla="*/ 2508504 w 3219450"/>
                <a:gd name="connsiteY14423" fmla="*/ 1806988 h 2495550"/>
                <a:gd name="connsiteX14424" fmla="*/ 2509171 w 3219450"/>
                <a:gd name="connsiteY14424" fmla="*/ 1807178 h 2495550"/>
                <a:gd name="connsiteX14425" fmla="*/ 2509552 w 3219450"/>
                <a:gd name="connsiteY14425" fmla="*/ 1806797 h 2495550"/>
                <a:gd name="connsiteX14426" fmla="*/ 2509361 w 3219450"/>
                <a:gd name="connsiteY14426" fmla="*/ 1806321 h 2495550"/>
                <a:gd name="connsiteX14427" fmla="*/ 2509361 w 3219450"/>
                <a:gd name="connsiteY14427" fmla="*/ 1806131 h 2495550"/>
                <a:gd name="connsiteX14428" fmla="*/ 2509457 w 3219450"/>
                <a:gd name="connsiteY14428" fmla="*/ 1805940 h 2495550"/>
                <a:gd name="connsiteX14429" fmla="*/ 2509552 w 3219450"/>
                <a:gd name="connsiteY14429" fmla="*/ 1805464 h 2495550"/>
                <a:gd name="connsiteX14430" fmla="*/ 2510028 w 3219450"/>
                <a:gd name="connsiteY14430" fmla="*/ 1805750 h 2495550"/>
                <a:gd name="connsiteX14431" fmla="*/ 2510504 w 3219450"/>
                <a:gd name="connsiteY14431" fmla="*/ 1805940 h 2495550"/>
                <a:gd name="connsiteX14432" fmla="*/ 2511076 w 3219450"/>
                <a:gd name="connsiteY14432" fmla="*/ 1805940 h 2495550"/>
                <a:gd name="connsiteX14433" fmla="*/ 2511647 w 3219450"/>
                <a:gd name="connsiteY14433" fmla="*/ 1805845 h 2495550"/>
                <a:gd name="connsiteX14434" fmla="*/ 2511933 w 3219450"/>
                <a:gd name="connsiteY14434" fmla="*/ 1804892 h 2495550"/>
                <a:gd name="connsiteX14435" fmla="*/ 2510790 w 3219450"/>
                <a:gd name="connsiteY14435" fmla="*/ 1803749 h 2495550"/>
                <a:gd name="connsiteX14436" fmla="*/ 2510409 w 3219450"/>
                <a:gd name="connsiteY14436" fmla="*/ 1802511 h 2495550"/>
                <a:gd name="connsiteX14437" fmla="*/ 2560701 w 3219450"/>
                <a:gd name="connsiteY14437" fmla="*/ 1670018 h 2495550"/>
                <a:gd name="connsiteX14438" fmla="*/ 2559844 w 3219450"/>
                <a:gd name="connsiteY14438" fmla="*/ 1670495 h 2495550"/>
                <a:gd name="connsiteX14439" fmla="*/ 2558320 w 3219450"/>
                <a:gd name="connsiteY14439" fmla="*/ 1670876 h 2495550"/>
                <a:gd name="connsiteX14440" fmla="*/ 2557653 w 3219450"/>
                <a:gd name="connsiteY14440" fmla="*/ 1671447 h 2495550"/>
                <a:gd name="connsiteX14441" fmla="*/ 2557368 w 3219450"/>
                <a:gd name="connsiteY14441" fmla="*/ 1671542 h 2495550"/>
                <a:gd name="connsiteX14442" fmla="*/ 2556034 w 3219450"/>
                <a:gd name="connsiteY14442" fmla="*/ 1671638 h 2495550"/>
                <a:gd name="connsiteX14443" fmla="*/ 2555081 w 3219450"/>
                <a:gd name="connsiteY14443" fmla="*/ 1671923 h 2495550"/>
                <a:gd name="connsiteX14444" fmla="*/ 2554605 w 3219450"/>
                <a:gd name="connsiteY14444" fmla="*/ 1672114 h 2495550"/>
                <a:gd name="connsiteX14445" fmla="*/ 2554224 w 3219450"/>
                <a:gd name="connsiteY14445" fmla="*/ 1672400 h 2495550"/>
                <a:gd name="connsiteX14446" fmla="*/ 2554034 w 3219450"/>
                <a:gd name="connsiteY14446" fmla="*/ 1672590 h 2495550"/>
                <a:gd name="connsiteX14447" fmla="*/ 2553462 w 3219450"/>
                <a:gd name="connsiteY14447" fmla="*/ 1673257 h 2495550"/>
                <a:gd name="connsiteX14448" fmla="*/ 2555558 w 3219450"/>
                <a:gd name="connsiteY14448" fmla="*/ 1674876 h 2495550"/>
                <a:gd name="connsiteX14449" fmla="*/ 2556796 w 3219450"/>
                <a:gd name="connsiteY14449" fmla="*/ 1675543 h 2495550"/>
                <a:gd name="connsiteX14450" fmla="*/ 2558701 w 3219450"/>
                <a:gd name="connsiteY14450" fmla="*/ 1675924 h 2495550"/>
                <a:gd name="connsiteX14451" fmla="*/ 2559463 w 3219450"/>
                <a:gd name="connsiteY14451" fmla="*/ 1676210 h 2495550"/>
                <a:gd name="connsiteX14452" fmla="*/ 2560225 w 3219450"/>
                <a:gd name="connsiteY14452" fmla="*/ 1676305 h 2495550"/>
                <a:gd name="connsiteX14453" fmla="*/ 2560892 w 3219450"/>
                <a:gd name="connsiteY14453" fmla="*/ 1676019 h 2495550"/>
                <a:gd name="connsiteX14454" fmla="*/ 2561082 w 3219450"/>
                <a:gd name="connsiteY14454" fmla="*/ 1675543 h 2495550"/>
                <a:gd name="connsiteX14455" fmla="*/ 2561082 w 3219450"/>
                <a:gd name="connsiteY14455" fmla="*/ 1675067 h 2495550"/>
                <a:gd name="connsiteX14456" fmla="*/ 2561178 w 3219450"/>
                <a:gd name="connsiteY14456" fmla="*/ 1674590 h 2495550"/>
                <a:gd name="connsiteX14457" fmla="*/ 2561844 w 3219450"/>
                <a:gd name="connsiteY14457" fmla="*/ 1674114 h 2495550"/>
                <a:gd name="connsiteX14458" fmla="*/ 2561463 w 3219450"/>
                <a:gd name="connsiteY14458" fmla="*/ 1674019 h 2495550"/>
                <a:gd name="connsiteX14459" fmla="*/ 2560415 w 3219450"/>
                <a:gd name="connsiteY14459" fmla="*/ 1673638 h 2495550"/>
                <a:gd name="connsiteX14460" fmla="*/ 2560415 w 3219450"/>
                <a:gd name="connsiteY14460" fmla="*/ 1673257 h 2495550"/>
                <a:gd name="connsiteX14461" fmla="*/ 2562225 w 3219450"/>
                <a:gd name="connsiteY14461" fmla="*/ 1671923 h 2495550"/>
                <a:gd name="connsiteX14462" fmla="*/ 2561654 w 3219450"/>
                <a:gd name="connsiteY14462" fmla="*/ 1671733 h 2495550"/>
                <a:gd name="connsiteX14463" fmla="*/ 2561273 w 3219450"/>
                <a:gd name="connsiteY14463" fmla="*/ 1671447 h 2495550"/>
                <a:gd name="connsiteX14464" fmla="*/ 2561178 w 3219450"/>
                <a:gd name="connsiteY14464" fmla="*/ 1671161 h 2495550"/>
                <a:gd name="connsiteX14465" fmla="*/ 2561558 w 3219450"/>
                <a:gd name="connsiteY14465" fmla="*/ 1670780 h 2495550"/>
                <a:gd name="connsiteX14466" fmla="*/ 2560701 w 3219450"/>
                <a:gd name="connsiteY14466" fmla="*/ 1670018 h 2495550"/>
                <a:gd name="connsiteX14467" fmla="*/ 2571274 w 3219450"/>
                <a:gd name="connsiteY14467" fmla="*/ 1663541 h 2495550"/>
                <a:gd name="connsiteX14468" fmla="*/ 2570607 w 3219450"/>
                <a:gd name="connsiteY14468" fmla="*/ 1663256 h 2495550"/>
                <a:gd name="connsiteX14469" fmla="*/ 2569940 w 3219450"/>
                <a:gd name="connsiteY14469" fmla="*/ 1663256 h 2495550"/>
                <a:gd name="connsiteX14470" fmla="*/ 2569369 w 3219450"/>
                <a:gd name="connsiteY14470" fmla="*/ 1663160 h 2495550"/>
                <a:gd name="connsiteX14471" fmla="*/ 2569083 w 3219450"/>
                <a:gd name="connsiteY14471" fmla="*/ 1662779 h 2495550"/>
                <a:gd name="connsiteX14472" fmla="*/ 2569083 w 3219450"/>
                <a:gd name="connsiteY14472" fmla="*/ 1661922 h 2495550"/>
                <a:gd name="connsiteX14473" fmla="*/ 2568036 w 3219450"/>
                <a:gd name="connsiteY14473" fmla="*/ 1662875 h 2495550"/>
                <a:gd name="connsiteX14474" fmla="*/ 2567464 w 3219450"/>
                <a:gd name="connsiteY14474" fmla="*/ 1662970 h 2495550"/>
                <a:gd name="connsiteX14475" fmla="*/ 2566130 w 3219450"/>
                <a:gd name="connsiteY14475" fmla="*/ 1662113 h 2495550"/>
                <a:gd name="connsiteX14476" fmla="*/ 2565464 w 3219450"/>
                <a:gd name="connsiteY14476" fmla="*/ 1662208 h 2495550"/>
                <a:gd name="connsiteX14477" fmla="*/ 2564987 w 3219450"/>
                <a:gd name="connsiteY14477" fmla="*/ 1662208 h 2495550"/>
                <a:gd name="connsiteX14478" fmla="*/ 2564797 w 3219450"/>
                <a:gd name="connsiteY14478" fmla="*/ 1661541 h 2495550"/>
                <a:gd name="connsiteX14479" fmla="*/ 2564416 w 3219450"/>
                <a:gd name="connsiteY14479" fmla="*/ 1661541 h 2495550"/>
                <a:gd name="connsiteX14480" fmla="*/ 2564226 w 3219450"/>
                <a:gd name="connsiteY14480" fmla="*/ 1661731 h 2495550"/>
                <a:gd name="connsiteX14481" fmla="*/ 2564035 w 3219450"/>
                <a:gd name="connsiteY14481" fmla="*/ 1662398 h 2495550"/>
                <a:gd name="connsiteX14482" fmla="*/ 2564035 w 3219450"/>
                <a:gd name="connsiteY14482" fmla="*/ 1663065 h 2495550"/>
                <a:gd name="connsiteX14483" fmla="*/ 2564035 w 3219450"/>
                <a:gd name="connsiteY14483" fmla="*/ 1663541 h 2495550"/>
                <a:gd name="connsiteX14484" fmla="*/ 2564226 w 3219450"/>
                <a:gd name="connsiteY14484" fmla="*/ 1663922 h 2495550"/>
                <a:gd name="connsiteX14485" fmla="*/ 2564702 w 3219450"/>
                <a:gd name="connsiteY14485" fmla="*/ 1664113 h 2495550"/>
                <a:gd name="connsiteX14486" fmla="*/ 2564226 w 3219450"/>
                <a:gd name="connsiteY14486" fmla="*/ 1664494 h 2495550"/>
                <a:gd name="connsiteX14487" fmla="*/ 2564035 w 3219450"/>
                <a:gd name="connsiteY14487" fmla="*/ 1664494 h 2495550"/>
                <a:gd name="connsiteX14488" fmla="*/ 2564702 w 3219450"/>
                <a:gd name="connsiteY14488" fmla="*/ 1665351 h 2495550"/>
                <a:gd name="connsiteX14489" fmla="*/ 2565749 w 3219450"/>
                <a:gd name="connsiteY14489" fmla="*/ 1665256 h 2495550"/>
                <a:gd name="connsiteX14490" fmla="*/ 2567940 w 3219450"/>
                <a:gd name="connsiteY14490" fmla="*/ 1664494 h 2495550"/>
                <a:gd name="connsiteX14491" fmla="*/ 2568797 w 3219450"/>
                <a:gd name="connsiteY14491" fmla="*/ 1664684 h 2495550"/>
                <a:gd name="connsiteX14492" fmla="*/ 2570893 w 3219450"/>
                <a:gd name="connsiteY14492" fmla="*/ 1665542 h 2495550"/>
                <a:gd name="connsiteX14493" fmla="*/ 2571941 w 3219450"/>
                <a:gd name="connsiteY14493" fmla="*/ 1665732 h 2495550"/>
                <a:gd name="connsiteX14494" fmla="*/ 2571560 w 3219450"/>
                <a:gd name="connsiteY14494" fmla="*/ 1664113 h 2495550"/>
                <a:gd name="connsiteX14495" fmla="*/ 2571274 w 3219450"/>
                <a:gd name="connsiteY14495" fmla="*/ 1663541 h 2495550"/>
                <a:gd name="connsiteX14496" fmla="*/ 2541937 w 3219450"/>
                <a:gd name="connsiteY14496" fmla="*/ 1607344 h 2495550"/>
                <a:gd name="connsiteX14497" fmla="*/ 2541080 w 3219450"/>
                <a:gd name="connsiteY14497" fmla="*/ 1607249 h 2495550"/>
                <a:gd name="connsiteX14498" fmla="*/ 2539365 w 3219450"/>
                <a:gd name="connsiteY14498" fmla="*/ 1607249 h 2495550"/>
                <a:gd name="connsiteX14499" fmla="*/ 2538794 w 3219450"/>
                <a:gd name="connsiteY14499" fmla="*/ 1607630 h 2495550"/>
                <a:gd name="connsiteX14500" fmla="*/ 2539841 w 3219450"/>
                <a:gd name="connsiteY14500" fmla="*/ 1610582 h 2495550"/>
                <a:gd name="connsiteX14501" fmla="*/ 2540413 w 3219450"/>
                <a:gd name="connsiteY14501" fmla="*/ 1611725 h 2495550"/>
                <a:gd name="connsiteX14502" fmla="*/ 2540985 w 3219450"/>
                <a:gd name="connsiteY14502" fmla="*/ 1612297 h 2495550"/>
                <a:gd name="connsiteX14503" fmla="*/ 2541842 w 3219450"/>
                <a:gd name="connsiteY14503" fmla="*/ 1612202 h 2495550"/>
                <a:gd name="connsiteX14504" fmla="*/ 2542604 w 3219450"/>
                <a:gd name="connsiteY14504" fmla="*/ 1611535 h 2495550"/>
                <a:gd name="connsiteX14505" fmla="*/ 2543175 w 3219450"/>
                <a:gd name="connsiteY14505" fmla="*/ 1610582 h 2495550"/>
                <a:gd name="connsiteX14506" fmla="*/ 2543366 w 3219450"/>
                <a:gd name="connsiteY14506" fmla="*/ 1609535 h 2495550"/>
                <a:gd name="connsiteX14507" fmla="*/ 2543175 w 3219450"/>
                <a:gd name="connsiteY14507" fmla="*/ 1608487 h 2495550"/>
                <a:gd name="connsiteX14508" fmla="*/ 2542604 w 3219450"/>
                <a:gd name="connsiteY14508" fmla="*/ 1607725 h 2495550"/>
                <a:gd name="connsiteX14509" fmla="*/ 2541937 w 3219450"/>
                <a:gd name="connsiteY14509" fmla="*/ 1607344 h 2495550"/>
                <a:gd name="connsiteX14510" fmla="*/ 2570703 w 3219450"/>
                <a:gd name="connsiteY14510" fmla="*/ 1674400 h 2495550"/>
                <a:gd name="connsiteX14511" fmla="*/ 2569750 w 3219450"/>
                <a:gd name="connsiteY14511" fmla="*/ 1674209 h 2495550"/>
                <a:gd name="connsiteX14512" fmla="*/ 2567654 w 3219450"/>
                <a:gd name="connsiteY14512" fmla="*/ 1674400 h 2495550"/>
                <a:gd name="connsiteX14513" fmla="*/ 2567083 w 3219450"/>
                <a:gd name="connsiteY14513" fmla="*/ 1674400 h 2495550"/>
                <a:gd name="connsiteX14514" fmla="*/ 2566702 w 3219450"/>
                <a:gd name="connsiteY14514" fmla="*/ 1674495 h 2495550"/>
                <a:gd name="connsiteX14515" fmla="*/ 2566416 w 3219450"/>
                <a:gd name="connsiteY14515" fmla="*/ 1674686 h 2495550"/>
                <a:gd name="connsiteX14516" fmla="*/ 2566130 w 3219450"/>
                <a:gd name="connsiteY14516" fmla="*/ 1675162 h 2495550"/>
                <a:gd name="connsiteX14517" fmla="*/ 2565559 w 3219450"/>
                <a:gd name="connsiteY14517" fmla="*/ 1675638 h 2495550"/>
                <a:gd name="connsiteX14518" fmla="*/ 2564797 w 3219450"/>
                <a:gd name="connsiteY14518" fmla="*/ 1675924 h 2495550"/>
                <a:gd name="connsiteX14519" fmla="*/ 2564321 w 3219450"/>
                <a:gd name="connsiteY14519" fmla="*/ 1676400 h 2495550"/>
                <a:gd name="connsiteX14520" fmla="*/ 2564321 w 3219450"/>
                <a:gd name="connsiteY14520" fmla="*/ 1676686 h 2495550"/>
                <a:gd name="connsiteX14521" fmla="*/ 2564606 w 3219450"/>
                <a:gd name="connsiteY14521" fmla="*/ 1676686 h 2495550"/>
                <a:gd name="connsiteX14522" fmla="*/ 2565178 w 3219450"/>
                <a:gd name="connsiteY14522" fmla="*/ 1676591 h 2495550"/>
                <a:gd name="connsiteX14523" fmla="*/ 2565749 w 3219450"/>
                <a:gd name="connsiteY14523" fmla="*/ 1676400 h 2495550"/>
                <a:gd name="connsiteX14524" fmla="*/ 2566321 w 3219450"/>
                <a:gd name="connsiteY14524" fmla="*/ 1676400 h 2495550"/>
                <a:gd name="connsiteX14525" fmla="*/ 2566988 w 3219450"/>
                <a:gd name="connsiteY14525" fmla="*/ 1676495 h 2495550"/>
                <a:gd name="connsiteX14526" fmla="*/ 2567845 w 3219450"/>
                <a:gd name="connsiteY14526" fmla="*/ 1676305 h 2495550"/>
                <a:gd name="connsiteX14527" fmla="*/ 2568416 w 3219450"/>
                <a:gd name="connsiteY14527" fmla="*/ 1675924 h 2495550"/>
                <a:gd name="connsiteX14528" fmla="*/ 2569369 w 3219450"/>
                <a:gd name="connsiteY14528" fmla="*/ 1675067 h 2495550"/>
                <a:gd name="connsiteX14529" fmla="*/ 2569655 w 3219450"/>
                <a:gd name="connsiteY14529" fmla="*/ 1674971 h 2495550"/>
                <a:gd name="connsiteX14530" fmla="*/ 2569845 w 3219450"/>
                <a:gd name="connsiteY14530" fmla="*/ 1675067 h 2495550"/>
                <a:gd name="connsiteX14531" fmla="*/ 2569845 w 3219450"/>
                <a:gd name="connsiteY14531" fmla="*/ 1675733 h 2495550"/>
                <a:gd name="connsiteX14532" fmla="*/ 2570417 w 3219450"/>
                <a:gd name="connsiteY14532" fmla="*/ 1676400 h 2495550"/>
                <a:gd name="connsiteX14533" fmla="*/ 2571083 w 3219450"/>
                <a:gd name="connsiteY14533" fmla="*/ 1676114 h 2495550"/>
                <a:gd name="connsiteX14534" fmla="*/ 2571179 w 3219450"/>
                <a:gd name="connsiteY14534" fmla="*/ 1675448 h 2495550"/>
                <a:gd name="connsiteX14535" fmla="*/ 2570988 w 3219450"/>
                <a:gd name="connsiteY14535" fmla="*/ 1674781 h 2495550"/>
                <a:gd name="connsiteX14536" fmla="*/ 2570703 w 3219450"/>
                <a:gd name="connsiteY14536" fmla="*/ 1674400 h 2495550"/>
                <a:gd name="connsiteX14537" fmla="*/ 2577465 w 3219450"/>
                <a:gd name="connsiteY14537" fmla="*/ 1647254 h 2495550"/>
                <a:gd name="connsiteX14538" fmla="*/ 2577179 w 3219450"/>
                <a:gd name="connsiteY14538" fmla="*/ 1647063 h 2495550"/>
                <a:gd name="connsiteX14539" fmla="*/ 2576418 w 3219450"/>
                <a:gd name="connsiteY14539" fmla="*/ 1647254 h 2495550"/>
                <a:gd name="connsiteX14540" fmla="*/ 2576036 w 3219450"/>
                <a:gd name="connsiteY14540" fmla="*/ 1647349 h 2495550"/>
                <a:gd name="connsiteX14541" fmla="*/ 2575751 w 3219450"/>
                <a:gd name="connsiteY14541" fmla="*/ 1647444 h 2495550"/>
                <a:gd name="connsiteX14542" fmla="*/ 2575084 w 3219450"/>
                <a:gd name="connsiteY14542" fmla="*/ 1647539 h 2495550"/>
                <a:gd name="connsiteX14543" fmla="*/ 2574512 w 3219450"/>
                <a:gd name="connsiteY14543" fmla="*/ 1647349 h 2495550"/>
                <a:gd name="connsiteX14544" fmla="*/ 2573751 w 3219450"/>
                <a:gd name="connsiteY14544" fmla="*/ 1646492 h 2495550"/>
                <a:gd name="connsiteX14545" fmla="*/ 2572798 w 3219450"/>
                <a:gd name="connsiteY14545" fmla="*/ 1645825 h 2495550"/>
                <a:gd name="connsiteX14546" fmla="*/ 2572227 w 3219450"/>
                <a:gd name="connsiteY14546" fmla="*/ 1645730 h 2495550"/>
                <a:gd name="connsiteX14547" fmla="*/ 2572227 w 3219450"/>
                <a:gd name="connsiteY14547" fmla="*/ 1646015 h 2495550"/>
                <a:gd name="connsiteX14548" fmla="*/ 2572512 w 3219450"/>
                <a:gd name="connsiteY14548" fmla="*/ 1646682 h 2495550"/>
                <a:gd name="connsiteX14549" fmla="*/ 2572417 w 3219450"/>
                <a:gd name="connsiteY14549" fmla="*/ 1647444 h 2495550"/>
                <a:gd name="connsiteX14550" fmla="*/ 2572131 w 3219450"/>
                <a:gd name="connsiteY14550" fmla="*/ 1648111 h 2495550"/>
                <a:gd name="connsiteX14551" fmla="*/ 2572417 w 3219450"/>
                <a:gd name="connsiteY14551" fmla="*/ 1648492 h 2495550"/>
                <a:gd name="connsiteX14552" fmla="*/ 2573084 w 3219450"/>
                <a:gd name="connsiteY14552" fmla="*/ 1648587 h 2495550"/>
                <a:gd name="connsiteX14553" fmla="*/ 2573655 w 3219450"/>
                <a:gd name="connsiteY14553" fmla="*/ 1648777 h 2495550"/>
                <a:gd name="connsiteX14554" fmla="*/ 2573941 w 3219450"/>
                <a:gd name="connsiteY14554" fmla="*/ 1648777 h 2495550"/>
                <a:gd name="connsiteX14555" fmla="*/ 2574036 w 3219450"/>
                <a:gd name="connsiteY14555" fmla="*/ 1648682 h 2495550"/>
                <a:gd name="connsiteX14556" fmla="*/ 2574227 w 3219450"/>
                <a:gd name="connsiteY14556" fmla="*/ 1648492 h 2495550"/>
                <a:gd name="connsiteX14557" fmla="*/ 2574608 w 3219450"/>
                <a:gd name="connsiteY14557" fmla="*/ 1648301 h 2495550"/>
                <a:gd name="connsiteX14558" fmla="*/ 2575274 w 3219450"/>
                <a:gd name="connsiteY14558" fmla="*/ 1648301 h 2495550"/>
                <a:gd name="connsiteX14559" fmla="*/ 2575560 w 3219450"/>
                <a:gd name="connsiteY14559" fmla="*/ 1648206 h 2495550"/>
                <a:gd name="connsiteX14560" fmla="*/ 2577179 w 3219450"/>
                <a:gd name="connsiteY14560" fmla="*/ 1648301 h 2495550"/>
                <a:gd name="connsiteX14561" fmla="*/ 2577561 w 3219450"/>
                <a:gd name="connsiteY14561" fmla="*/ 1648111 h 2495550"/>
                <a:gd name="connsiteX14562" fmla="*/ 2577275 w 3219450"/>
                <a:gd name="connsiteY14562" fmla="*/ 1647539 h 2495550"/>
                <a:gd name="connsiteX14563" fmla="*/ 2577465 w 3219450"/>
                <a:gd name="connsiteY14563" fmla="*/ 1647254 h 2495550"/>
                <a:gd name="connsiteX14564" fmla="*/ 2570893 w 3219450"/>
                <a:gd name="connsiteY14564" fmla="*/ 1695450 h 2495550"/>
                <a:gd name="connsiteX14565" fmla="*/ 2571083 w 3219450"/>
                <a:gd name="connsiteY14565" fmla="*/ 1695164 h 2495550"/>
                <a:gd name="connsiteX14566" fmla="*/ 2571179 w 3219450"/>
                <a:gd name="connsiteY14566" fmla="*/ 1694783 h 2495550"/>
                <a:gd name="connsiteX14567" fmla="*/ 2571179 w 3219450"/>
                <a:gd name="connsiteY14567" fmla="*/ 1694212 h 2495550"/>
                <a:gd name="connsiteX14568" fmla="*/ 2571083 w 3219450"/>
                <a:gd name="connsiteY14568" fmla="*/ 1693831 h 2495550"/>
                <a:gd name="connsiteX14569" fmla="*/ 2570798 w 3219450"/>
                <a:gd name="connsiteY14569" fmla="*/ 1693831 h 2495550"/>
                <a:gd name="connsiteX14570" fmla="*/ 2570131 w 3219450"/>
                <a:gd name="connsiteY14570" fmla="*/ 1694117 h 2495550"/>
                <a:gd name="connsiteX14571" fmla="*/ 2568607 w 3219450"/>
                <a:gd name="connsiteY14571" fmla="*/ 1694307 h 2495550"/>
                <a:gd name="connsiteX14572" fmla="*/ 2567940 w 3219450"/>
                <a:gd name="connsiteY14572" fmla="*/ 1694117 h 2495550"/>
                <a:gd name="connsiteX14573" fmla="*/ 2567654 w 3219450"/>
                <a:gd name="connsiteY14573" fmla="*/ 1693259 h 2495550"/>
                <a:gd name="connsiteX14574" fmla="*/ 2567273 w 3219450"/>
                <a:gd name="connsiteY14574" fmla="*/ 1693355 h 2495550"/>
                <a:gd name="connsiteX14575" fmla="*/ 2566988 w 3219450"/>
                <a:gd name="connsiteY14575" fmla="*/ 1693545 h 2495550"/>
                <a:gd name="connsiteX14576" fmla="*/ 2566702 w 3219450"/>
                <a:gd name="connsiteY14576" fmla="*/ 1693831 h 2495550"/>
                <a:gd name="connsiteX14577" fmla="*/ 2566511 w 3219450"/>
                <a:gd name="connsiteY14577" fmla="*/ 1694117 h 2495550"/>
                <a:gd name="connsiteX14578" fmla="*/ 2566416 w 3219450"/>
                <a:gd name="connsiteY14578" fmla="*/ 1694783 h 2495550"/>
                <a:gd name="connsiteX14579" fmla="*/ 2566702 w 3219450"/>
                <a:gd name="connsiteY14579" fmla="*/ 1695355 h 2495550"/>
                <a:gd name="connsiteX14580" fmla="*/ 2567178 w 3219450"/>
                <a:gd name="connsiteY14580" fmla="*/ 1695831 h 2495550"/>
                <a:gd name="connsiteX14581" fmla="*/ 2568226 w 3219450"/>
                <a:gd name="connsiteY14581" fmla="*/ 1696402 h 2495550"/>
                <a:gd name="connsiteX14582" fmla="*/ 2568607 w 3219450"/>
                <a:gd name="connsiteY14582" fmla="*/ 1696784 h 2495550"/>
                <a:gd name="connsiteX14583" fmla="*/ 2568893 w 3219450"/>
                <a:gd name="connsiteY14583" fmla="*/ 1697260 h 2495550"/>
                <a:gd name="connsiteX14584" fmla="*/ 2568988 w 3219450"/>
                <a:gd name="connsiteY14584" fmla="*/ 1698022 h 2495550"/>
                <a:gd name="connsiteX14585" fmla="*/ 2568797 w 3219450"/>
                <a:gd name="connsiteY14585" fmla="*/ 1698498 h 2495550"/>
                <a:gd name="connsiteX14586" fmla="*/ 2568416 w 3219450"/>
                <a:gd name="connsiteY14586" fmla="*/ 1698879 h 2495550"/>
                <a:gd name="connsiteX14587" fmla="*/ 2568321 w 3219450"/>
                <a:gd name="connsiteY14587" fmla="*/ 1699355 h 2495550"/>
                <a:gd name="connsiteX14588" fmla="*/ 2568797 w 3219450"/>
                <a:gd name="connsiteY14588" fmla="*/ 1700117 h 2495550"/>
                <a:gd name="connsiteX14589" fmla="*/ 2569464 w 3219450"/>
                <a:gd name="connsiteY14589" fmla="*/ 1700784 h 2495550"/>
                <a:gd name="connsiteX14590" fmla="*/ 2569845 w 3219450"/>
                <a:gd name="connsiteY14590" fmla="*/ 1700975 h 2495550"/>
                <a:gd name="connsiteX14591" fmla="*/ 2570417 w 3219450"/>
                <a:gd name="connsiteY14591" fmla="*/ 1701070 h 2495550"/>
                <a:gd name="connsiteX14592" fmla="*/ 2570417 w 3219450"/>
                <a:gd name="connsiteY14592" fmla="*/ 1700498 h 2495550"/>
                <a:gd name="connsiteX14593" fmla="*/ 2570321 w 3219450"/>
                <a:gd name="connsiteY14593" fmla="*/ 1700213 h 2495550"/>
                <a:gd name="connsiteX14594" fmla="*/ 2569940 w 3219450"/>
                <a:gd name="connsiteY14594" fmla="*/ 1699641 h 2495550"/>
                <a:gd name="connsiteX14595" fmla="*/ 2569750 w 3219450"/>
                <a:gd name="connsiteY14595" fmla="*/ 1699165 h 2495550"/>
                <a:gd name="connsiteX14596" fmla="*/ 2569940 w 3219450"/>
                <a:gd name="connsiteY14596" fmla="*/ 1698784 h 2495550"/>
                <a:gd name="connsiteX14597" fmla="*/ 2570226 w 3219450"/>
                <a:gd name="connsiteY14597" fmla="*/ 1698403 h 2495550"/>
                <a:gd name="connsiteX14598" fmla="*/ 2570417 w 3219450"/>
                <a:gd name="connsiteY14598" fmla="*/ 1697927 h 2495550"/>
                <a:gd name="connsiteX14599" fmla="*/ 2571083 w 3219450"/>
                <a:gd name="connsiteY14599" fmla="*/ 1696974 h 2495550"/>
                <a:gd name="connsiteX14600" fmla="*/ 2571179 w 3219450"/>
                <a:gd name="connsiteY14600" fmla="*/ 1696307 h 2495550"/>
                <a:gd name="connsiteX14601" fmla="*/ 2570417 w 3219450"/>
                <a:gd name="connsiteY14601" fmla="*/ 1695641 h 2495550"/>
                <a:gd name="connsiteX14602" fmla="*/ 2570893 w 3219450"/>
                <a:gd name="connsiteY14602" fmla="*/ 1695450 h 2495550"/>
                <a:gd name="connsiteX14603" fmla="*/ 2536222 w 3219450"/>
                <a:gd name="connsiteY14603" fmla="*/ 1606391 h 2495550"/>
                <a:gd name="connsiteX14604" fmla="*/ 2535174 w 3219450"/>
                <a:gd name="connsiteY14604" fmla="*/ 1605534 h 2495550"/>
                <a:gd name="connsiteX14605" fmla="*/ 2533364 w 3219450"/>
                <a:gd name="connsiteY14605" fmla="*/ 1604486 h 2495550"/>
                <a:gd name="connsiteX14606" fmla="*/ 2529554 w 3219450"/>
                <a:gd name="connsiteY14606" fmla="*/ 1602962 h 2495550"/>
                <a:gd name="connsiteX14607" fmla="*/ 2528697 w 3219450"/>
                <a:gd name="connsiteY14607" fmla="*/ 1602962 h 2495550"/>
                <a:gd name="connsiteX14608" fmla="*/ 2528126 w 3219450"/>
                <a:gd name="connsiteY14608" fmla="*/ 1602867 h 2495550"/>
                <a:gd name="connsiteX14609" fmla="*/ 2527745 w 3219450"/>
                <a:gd name="connsiteY14609" fmla="*/ 1603153 h 2495550"/>
                <a:gd name="connsiteX14610" fmla="*/ 2528507 w 3219450"/>
                <a:gd name="connsiteY14610" fmla="*/ 1603915 h 2495550"/>
                <a:gd name="connsiteX14611" fmla="*/ 2534888 w 3219450"/>
                <a:gd name="connsiteY14611" fmla="*/ 1608296 h 2495550"/>
                <a:gd name="connsiteX14612" fmla="*/ 2536508 w 3219450"/>
                <a:gd name="connsiteY14612" fmla="*/ 1610011 h 2495550"/>
                <a:gd name="connsiteX14613" fmla="*/ 2537270 w 3219450"/>
                <a:gd name="connsiteY14613" fmla="*/ 1610582 h 2495550"/>
                <a:gd name="connsiteX14614" fmla="*/ 2538032 w 3219450"/>
                <a:gd name="connsiteY14614" fmla="*/ 1610297 h 2495550"/>
                <a:gd name="connsiteX14615" fmla="*/ 2538127 w 3219450"/>
                <a:gd name="connsiteY14615" fmla="*/ 1609249 h 2495550"/>
                <a:gd name="connsiteX14616" fmla="*/ 2537746 w 3219450"/>
                <a:gd name="connsiteY14616" fmla="*/ 1608201 h 2495550"/>
                <a:gd name="connsiteX14617" fmla="*/ 2537174 w 3219450"/>
                <a:gd name="connsiteY14617" fmla="*/ 1607344 h 2495550"/>
                <a:gd name="connsiteX14618" fmla="*/ 2536222 w 3219450"/>
                <a:gd name="connsiteY14618" fmla="*/ 1606391 h 2495550"/>
                <a:gd name="connsiteX14619" fmla="*/ 2565654 w 3219450"/>
                <a:gd name="connsiteY14619" fmla="*/ 1702022 h 2495550"/>
                <a:gd name="connsiteX14620" fmla="*/ 2565940 w 3219450"/>
                <a:gd name="connsiteY14620" fmla="*/ 1701546 h 2495550"/>
                <a:gd name="connsiteX14621" fmla="*/ 2566035 w 3219450"/>
                <a:gd name="connsiteY14621" fmla="*/ 1701260 h 2495550"/>
                <a:gd name="connsiteX14622" fmla="*/ 2564606 w 3219450"/>
                <a:gd name="connsiteY14622" fmla="*/ 1700403 h 2495550"/>
                <a:gd name="connsiteX14623" fmla="*/ 2563940 w 3219450"/>
                <a:gd name="connsiteY14623" fmla="*/ 1700117 h 2495550"/>
                <a:gd name="connsiteX14624" fmla="*/ 2562702 w 3219450"/>
                <a:gd name="connsiteY14624" fmla="*/ 1700117 h 2495550"/>
                <a:gd name="connsiteX14625" fmla="*/ 2561844 w 3219450"/>
                <a:gd name="connsiteY14625" fmla="*/ 1700689 h 2495550"/>
                <a:gd name="connsiteX14626" fmla="*/ 2561844 w 3219450"/>
                <a:gd name="connsiteY14626" fmla="*/ 1701165 h 2495550"/>
                <a:gd name="connsiteX14627" fmla="*/ 2562130 w 3219450"/>
                <a:gd name="connsiteY14627" fmla="*/ 1701451 h 2495550"/>
                <a:gd name="connsiteX14628" fmla="*/ 2562892 w 3219450"/>
                <a:gd name="connsiteY14628" fmla="*/ 1702499 h 2495550"/>
                <a:gd name="connsiteX14629" fmla="*/ 2563654 w 3219450"/>
                <a:gd name="connsiteY14629" fmla="*/ 1702975 h 2495550"/>
                <a:gd name="connsiteX14630" fmla="*/ 2564035 w 3219450"/>
                <a:gd name="connsiteY14630" fmla="*/ 1703356 h 2495550"/>
                <a:gd name="connsiteX14631" fmla="*/ 2565273 w 3219450"/>
                <a:gd name="connsiteY14631" fmla="*/ 1704118 h 2495550"/>
                <a:gd name="connsiteX14632" fmla="*/ 2565940 w 3219450"/>
                <a:gd name="connsiteY14632" fmla="*/ 1704308 h 2495550"/>
                <a:gd name="connsiteX14633" fmla="*/ 2566321 w 3219450"/>
                <a:gd name="connsiteY14633" fmla="*/ 1703832 h 2495550"/>
                <a:gd name="connsiteX14634" fmla="*/ 2566226 w 3219450"/>
                <a:gd name="connsiteY14634" fmla="*/ 1703165 h 2495550"/>
                <a:gd name="connsiteX14635" fmla="*/ 2565654 w 3219450"/>
                <a:gd name="connsiteY14635" fmla="*/ 1702022 h 2495550"/>
                <a:gd name="connsiteX14636" fmla="*/ 2584514 w 3219450"/>
                <a:gd name="connsiteY14636" fmla="*/ 1101376 h 2495550"/>
                <a:gd name="connsiteX14637" fmla="*/ 2583180 w 3219450"/>
                <a:gd name="connsiteY14637" fmla="*/ 1101281 h 2495550"/>
                <a:gd name="connsiteX14638" fmla="*/ 2583180 w 3219450"/>
                <a:gd name="connsiteY14638" fmla="*/ 1101662 h 2495550"/>
                <a:gd name="connsiteX14639" fmla="*/ 2585657 w 3219450"/>
                <a:gd name="connsiteY14639" fmla="*/ 1101947 h 2495550"/>
                <a:gd name="connsiteX14640" fmla="*/ 2586419 w 3219450"/>
                <a:gd name="connsiteY14640" fmla="*/ 1102138 h 2495550"/>
                <a:gd name="connsiteX14641" fmla="*/ 2586228 w 3219450"/>
                <a:gd name="connsiteY14641" fmla="*/ 1102614 h 2495550"/>
                <a:gd name="connsiteX14642" fmla="*/ 2586133 w 3219450"/>
                <a:gd name="connsiteY14642" fmla="*/ 1102995 h 2495550"/>
                <a:gd name="connsiteX14643" fmla="*/ 2586133 w 3219450"/>
                <a:gd name="connsiteY14643" fmla="*/ 1103376 h 2495550"/>
                <a:gd name="connsiteX14644" fmla="*/ 2586038 w 3219450"/>
                <a:gd name="connsiteY14644" fmla="*/ 1103948 h 2495550"/>
                <a:gd name="connsiteX14645" fmla="*/ 2587847 w 3219450"/>
                <a:gd name="connsiteY14645" fmla="*/ 1102805 h 2495550"/>
                <a:gd name="connsiteX14646" fmla="*/ 2588610 w 3219450"/>
                <a:gd name="connsiteY14646" fmla="*/ 1101947 h 2495550"/>
                <a:gd name="connsiteX14647" fmla="*/ 2588705 w 3219450"/>
                <a:gd name="connsiteY14647" fmla="*/ 1100995 h 2495550"/>
                <a:gd name="connsiteX14648" fmla="*/ 2587466 w 3219450"/>
                <a:gd name="connsiteY14648" fmla="*/ 1100614 h 2495550"/>
                <a:gd name="connsiteX14649" fmla="*/ 2584514 w 3219450"/>
                <a:gd name="connsiteY14649" fmla="*/ 1101376 h 2495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  <a:cxn ang="0">
                  <a:pos x="connsiteX10233" y="connsiteY10233"/>
                </a:cxn>
                <a:cxn ang="0">
                  <a:pos x="connsiteX10234" y="connsiteY10234"/>
                </a:cxn>
                <a:cxn ang="0">
                  <a:pos x="connsiteX10235" y="connsiteY10235"/>
                </a:cxn>
                <a:cxn ang="0">
                  <a:pos x="connsiteX10236" y="connsiteY10236"/>
                </a:cxn>
                <a:cxn ang="0">
                  <a:pos x="connsiteX10237" y="connsiteY10237"/>
                </a:cxn>
                <a:cxn ang="0">
                  <a:pos x="connsiteX10238" y="connsiteY10238"/>
                </a:cxn>
                <a:cxn ang="0">
                  <a:pos x="connsiteX10239" y="connsiteY10239"/>
                </a:cxn>
                <a:cxn ang="0">
                  <a:pos x="connsiteX10240" y="connsiteY10240"/>
                </a:cxn>
                <a:cxn ang="0">
                  <a:pos x="connsiteX10241" y="connsiteY10241"/>
                </a:cxn>
                <a:cxn ang="0">
                  <a:pos x="connsiteX10242" y="connsiteY10242"/>
                </a:cxn>
                <a:cxn ang="0">
                  <a:pos x="connsiteX10243" y="connsiteY10243"/>
                </a:cxn>
                <a:cxn ang="0">
                  <a:pos x="connsiteX10244" y="connsiteY10244"/>
                </a:cxn>
                <a:cxn ang="0">
                  <a:pos x="connsiteX10245" y="connsiteY10245"/>
                </a:cxn>
                <a:cxn ang="0">
                  <a:pos x="connsiteX10246" y="connsiteY10246"/>
                </a:cxn>
                <a:cxn ang="0">
                  <a:pos x="connsiteX10247" y="connsiteY10247"/>
                </a:cxn>
                <a:cxn ang="0">
                  <a:pos x="connsiteX10248" y="connsiteY10248"/>
                </a:cxn>
                <a:cxn ang="0">
                  <a:pos x="connsiteX10249" y="connsiteY10249"/>
                </a:cxn>
                <a:cxn ang="0">
                  <a:pos x="connsiteX10250" y="connsiteY10250"/>
                </a:cxn>
                <a:cxn ang="0">
                  <a:pos x="connsiteX10251" y="connsiteY10251"/>
                </a:cxn>
                <a:cxn ang="0">
                  <a:pos x="connsiteX10252" y="connsiteY10252"/>
                </a:cxn>
                <a:cxn ang="0">
                  <a:pos x="connsiteX10253" y="connsiteY10253"/>
                </a:cxn>
                <a:cxn ang="0">
                  <a:pos x="connsiteX10254" y="connsiteY10254"/>
                </a:cxn>
                <a:cxn ang="0">
                  <a:pos x="connsiteX10255" y="connsiteY10255"/>
                </a:cxn>
                <a:cxn ang="0">
                  <a:pos x="connsiteX10256" y="connsiteY10256"/>
                </a:cxn>
                <a:cxn ang="0">
                  <a:pos x="connsiteX10257" y="connsiteY10257"/>
                </a:cxn>
                <a:cxn ang="0">
                  <a:pos x="connsiteX10258" y="connsiteY10258"/>
                </a:cxn>
                <a:cxn ang="0">
                  <a:pos x="connsiteX10259" y="connsiteY10259"/>
                </a:cxn>
                <a:cxn ang="0">
                  <a:pos x="connsiteX10260" y="connsiteY10260"/>
                </a:cxn>
                <a:cxn ang="0">
                  <a:pos x="connsiteX10261" y="connsiteY10261"/>
                </a:cxn>
                <a:cxn ang="0">
                  <a:pos x="connsiteX10262" y="connsiteY10262"/>
                </a:cxn>
                <a:cxn ang="0">
                  <a:pos x="connsiteX10263" y="connsiteY10263"/>
                </a:cxn>
                <a:cxn ang="0">
                  <a:pos x="connsiteX10264" y="connsiteY10264"/>
                </a:cxn>
                <a:cxn ang="0">
                  <a:pos x="connsiteX10265" y="connsiteY10265"/>
                </a:cxn>
                <a:cxn ang="0">
                  <a:pos x="connsiteX10266" y="connsiteY10266"/>
                </a:cxn>
                <a:cxn ang="0">
                  <a:pos x="connsiteX10267" y="connsiteY10267"/>
                </a:cxn>
                <a:cxn ang="0">
                  <a:pos x="connsiteX10268" y="connsiteY10268"/>
                </a:cxn>
                <a:cxn ang="0">
                  <a:pos x="connsiteX10269" y="connsiteY10269"/>
                </a:cxn>
                <a:cxn ang="0">
                  <a:pos x="connsiteX10270" y="connsiteY10270"/>
                </a:cxn>
                <a:cxn ang="0">
                  <a:pos x="connsiteX10271" y="connsiteY10271"/>
                </a:cxn>
                <a:cxn ang="0">
                  <a:pos x="connsiteX10272" y="connsiteY10272"/>
                </a:cxn>
                <a:cxn ang="0">
                  <a:pos x="connsiteX10273" y="connsiteY10273"/>
                </a:cxn>
                <a:cxn ang="0">
                  <a:pos x="connsiteX10274" y="connsiteY10274"/>
                </a:cxn>
                <a:cxn ang="0">
                  <a:pos x="connsiteX10275" y="connsiteY10275"/>
                </a:cxn>
                <a:cxn ang="0">
                  <a:pos x="connsiteX10276" y="connsiteY10276"/>
                </a:cxn>
                <a:cxn ang="0">
                  <a:pos x="connsiteX10277" y="connsiteY10277"/>
                </a:cxn>
                <a:cxn ang="0">
                  <a:pos x="connsiteX10278" y="connsiteY10278"/>
                </a:cxn>
                <a:cxn ang="0">
                  <a:pos x="connsiteX10279" y="connsiteY10279"/>
                </a:cxn>
                <a:cxn ang="0">
                  <a:pos x="connsiteX10280" y="connsiteY10280"/>
                </a:cxn>
                <a:cxn ang="0">
                  <a:pos x="connsiteX10281" y="connsiteY10281"/>
                </a:cxn>
                <a:cxn ang="0">
                  <a:pos x="connsiteX10282" y="connsiteY10282"/>
                </a:cxn>
                <a:cxn ang="0">
                  <a:pos x="connsiteX10283" y="connsiteY10283"/>
                </a:cxn>
                <a:cxn ang="0">
                  <a:pos x="connsiteX10284" y="connsiteY10284"/>
                </a:cxn>
                <a:cxn ang="0">
                  <a:pos x="connsiteX10285" y="connsiteY10285"/>
                </a:cxn>
                <a:cxn ang="0">
                  <a:pos x="connsiteX10286" y="connsiteY10286"/>
                </a:cxn>
                <a:cxn ang="0">
                  <a:pos x="connsiteX10287" y="connsiteY10287"/>
                </a:cxn>
                <a:cxn ang="0">
                  <a:pos x="connsiteX10288" y="connsiteY10288"/>
                </a:cxn>
                <a:cxn ang="0">
                  <a:pos x="connsiteX10289" y="connsiteY10289"/>
                </a:cxn>
                <a:cxn ang="0">
                  <a:pos x="connsiteX10290" y="connsiteY10290"/>
                </a:cxn>
                <a:cxn ang="0">
                  <a:pos x="connsiteX10291" y="connsiteY10291"/>
                </a:cxn>
                <a:cxn ang="0">
                  <a:pos x="connsiteX10292" y="connsiteY10292"/>
                </a:cxn>
                <a:cxn ang="0">
                  <a:pos x="connsiteX10293" y="connsiteY10293"/>
                </a:cxn>
                <a:cxn ang="0">
                  <a:pos x="connsiteX10294" y="connsiteY10294"/>
                </a:cxn>
                <a:cxn ang="0">
                  <a:pos x="connsiteX10295" y="connsiteY10295"/>
                </a:cxn>
                <a:cxn ang="0">
                  <a:pos x="connsiteX10296" y="connsiteY10296"/>
                </a:cxn>
                <a:cxn ang="0">
                  <a:pos x="connsiteX10297" y="connsiteY10297"/>
                </a:cxn>
                <a:cxn ang="0">
                  <a:pos x="connsiteX10298" y="connsiteY10298"/>
                </a:cxn>
                <a:cxn ang="0">
                  <a:pos x="connsiteX10299" y="connsiteY10299"/>
                </a:cxn>
                <a:cxn ang="0">
                  <a:pos x="connsiteX10300" y="connsiteY10300"/>
                </a:cxn>
                <a:cxn ang="0">
                  <a:pos x="connsiteX10301" y="connsiteY10301"/>
                </a:cxn>
                <a:cxn ang="0">
                  <a:pos x="connsiteX10302" y="connsiteY10302"/>
                </a:cxn>
                <a:cxn ang="0">
                  <a:pos x="connsiteX10303" y="connsiteY10303"/>
                </a:cxn>
                <a:cxn ang="0">
                  <a:pos x="connsiteX10304" y="connsiteY10304"/>
                </a:cxn>
                <a:cxn ang="0">
                  <a:pos x="connsiteX10305" y="connsiteY10305"/>
                </a:cxn>
                <a:cxn ang="0">
                  <a:pos x="connsiteX10306" y="connsiteY10306"/>
                </a:cxn>
                <a:cxn ang="0">
                  <a:pos x="connsiteX10307" y="connsiteY10307"/>
                </a:cxn>
                <a:cxn ang="0">
                  <a:pos x="connsiteX10308" y="connsiteY10308"/>
                </a:cxn>
                <a:cxn ang="0">
                  <a:pos x="connsiteX10309" y="connsiteY10309"/>
                </a:cxn>
                <a:cxn ang="0">
                  <a:pos x="connsiteX10310" y="connsiteY10310"/>
                </a:cxn>
                <a:cxn ang="0">
                  <a:pos x="connsiteX10311" y="connsiteY10311"/>
                </a:cxn>
                <a:cxn ang="0">
                  <a:pos x="connsiteX10312" y="connsiteY10312"/>
                </a:cxn>
                <a:cxn ang="0">
                  <a:pos x="connsiteX10313" y="connsiteY10313"/>
                </a:cxn>
                <a:cxn ang="0">
                  <a:pos x="connsiteX10314" y="connsiteY10314"/>
                </a:cxn>
                <a:cxn ang="0">
                  <a:pos x="connsiteX10315" y="connsiteY10315"/>
                </a:cxn>
                <a:cxn ang="0">
                  <a:pos x="connsiteX10316" y="connsiteY10316"/>
                </a:cxn>
                <a:cxn ang="0">
                  <a:pos x="connsiteX10317" y="connsiteY10317"/>
                </a:cxn>
                <a:cxn ang="0">
                  <a:pos x="connsiteX10318" y="connsiteY10318"/>
                </a:cxn>
                <a:cxn ang="0">
                  <a:pos x="connsiteX10319" y="connsiteY10319"/>
                </a:cxn>
                <a:cxn ang="0">
                  <a:pos x="connsiteX10320" y="connsiteY10320"/>
                </a:cxn>
                <a:cxn ang="0">
                  <a:pos x="connsiteX10321" y="connsiteY10321"/>
                </a:cxn>
                <a:cxn ang="0">
                  <a:pos x="connsiteX10322" y="connsiteY10322"/>
                </a:cxn>
                <a:cxn ang="0">
                  <a:pos x="connsiteX10323" y="connsiteY10323"/>
                </a:cxn>
                <a:cxn ang="0">
                  <a:pos x="connsiteX10324" y="connsiteY10324"/>
                </a:cxn>
                <a:cxn ang="0">
                  <a:pos x="connsiteX10325" y="connsiteY10325"/>
                </a:cxn>
                <a:cxn ang="0">
                  <a:pos x="connsiteX10326" y="connsiteY10326"/>
                </a:cxn>
                <a:cxn ang="0">
                  <a:pos x="connsiteX10327" y="connsiteY10327"/>
                </a:cxn>
                <a:cxn ang="0">
                  <a:pos x="connsiteX10328" y="connsiteY10328"/>
                </a:cxn>
                <a:cxn ang="0">
                  <a:pos x="connsiteX10329" y="connsiteY10329"/>
                </a:cxn>
                <a:cxn ang="0">
                  <a:pos x="connsiteX10330" y="connsiteY10330"/>
                </a:cxn>
                <a:cxn ang="0">
                  <a:pos x="connsiteX10331" y="connsiteY10331"/>
                </a:cxn>
                <a:cxn ang="0">
                  <a:pos x="connsiteX10332" y="connsiteY10332"/>
                </a:cxn>
                <a:cxn ang="0">
                  <a:pos x="connsiteX10333" y="connsiteY10333"/>
                </a:cxn>
                <a:cxn ang="0">
                  <a:pos x="connsiteX10334" y="connsiteY10334"/>
                </a:cxn>
                <a:cxn ang="0">
                  <a:pos x="connsiteX10335" y="connsiteY10335"/>
                </a:cxn>
                <a:cxn ang="0">
                  <a:pos x="connsiteX10336" y="connsiteY10336"/>
                </a:cxn>
                <a:cxn ang="0">
                  <a:pos x="connsiteX10337" y="connsiteY10337"/>
                </a:cxn>
                <a:cxn ang="0">
                  <a:pos x="connsiteX10338" y="connsiteY10338"/>
                </a:cxn>
                <a:cxn ang="0">
                  <a:pos x="connsiteX10339" y="connsiteY10339"/>
                </a:cxn>
                <a:cxn ang="0">
                  <a:pos x="connsiteX10340" y="connsiteY10340"/>
                </a:cxn>
                <a:cxn ang="0">
                  <a:pos x="connsiteX10341" y="connsiteY10341"/>
                </a:cxn>
                <a:cxn ang="0">
                  <a:pos x="connsiteX10342" y="connsiteY10342"/>
                </a:cxn>
                <a:cxn ang="0">
                  <a:pos x="connsiteX10343" y="connsiteY10343"/>
                </a:cxn>
                <a:cxn ang="0">
                  <a:pos x="connsiteX10344" y="connsiteY10344"/>
                </a:cxn>
                <a:cxn ang="0">
                  <a:pos x="connsiteX10345" y="connsiteY10345"/>
                </a:cxn>
                <a:cxn ang="0">
                  <a:pos x="connsiteX10346" y="connsiteY10346"/>
                </a:cxn>
                <a:cxn ang="0">
                  <a:pos x="connsiteX10347" y="connsiteY10347"/>
                </a:cxn>
                <a:cxn ang="0">
                  <a:pos x="connsiteX10348" y="connsiteY10348"/>
                </a:cxn>
                <a:cxn ang="0">
                  <a:pos x="connsiteX10349" y="connsiteY10349"/>
                </a:cxn>
                <a:cxn ang="0">
                  <a:pos x="connsiteX10350" y="connsiteY10350"/>
                </a:cxn>
                <a:cxn ang="0">
                  <a:pos x="connsiteX10351" y="connsiteY10351"/>
                </a:cxn>
                <a:cxn ang="0">
                  <a:pos x="connsiteX10352" y="connsiteY10352"/>
                </a:cxn>
                <a:cxn ang="0">
                  <a:pos x="connsiteX10353" y="connsiteY10353"/>
                </a:cxn>
                <a:cxn ang="0">
                  <a:pos x="connsiteX10354" y="connsiteY10354"/>
                </a:cxn>
                <a:cxn ang="0">
                  <a:pos x="connsiteX10355" y="connsiteY10355"/>
                </a:cxn>
                <a:cxn ang="0">
                  <a:pos x="connsiteX10356" y="connsiteY10356"/>
                </a:cxn>
                <a:cxn ang="0">
                  <a:pos x="connsiteX10357" y="connsiteY10357"/>
                </a:cxn>
                <a:cxn ang="0">
                  <a:pos x="connsiteX10358" y="connsiteY10358"/>
                </a:cxn>
                <a:cxn ang="0">
                  <a:pos x="connsiteX10359" y="connsiteY10359"/>
                </a:cxn>
                <a:cxn ang="0">
                  <a:pos x="connsiteX10360" y="connsiteY10360"/>
                </a:cxn>
                <a:cxn ang="0">
                  <a:pos x="connsiteX10361" y="connsiteY10361"/>
                </a:cxn>
                <a:cxn ang="0">
                  <a:pos x="connsiteX10362" y="connsiteY10362"/>
                </a:cxn>
                <a:cxn ang="0">
                  <a:pos x="connsiteX10363" y="connsiteY10363"/>
                </a:cxn>
                <a:cxn ang="0">
                  <a:pos x="connsiteX10364" y="connsiteY10364"/>
                </a:cxn>
                <a:cxn ang="0">
                  <a:pos x="connsiteX10365" y="connsiteY10365"/>
                </a:cxn>
                <a:cxn ang="0">
                  <a:pos x="connsiteX10366" y="connsiteY10366"/>
                </a:cxn>
                <a:cxn ang="0">
                  <a:pos x="connsiteX10367" y="connsiteY10367"/>
                </a:cxn>
                <a:cxn ang="0">
                  <a:pos x="connsiteX10368" y="connsiteY10368"/>
                </a:cxn>
                <a:cxn ang="0">
                  <a:pos x="connsiteX10369" y="connsiteY10369"/>
                </a:cxn>
                <a:cxn ang="0">
                  <a:pos x="connsiteX10370" y="connsiteY10370"/>
                </a:cxn>
                <a:cxn ang="0">
                  <a:pos x="connsiteX10371" y="connsiteY10371"/>
                </a:cxn>
                <a:cxn ang="0">
                  <a:pos x="connsiteX10372" y="connsiteY10372"/>
                </a:cxn>
                <a:cxn ang="0">
                  <a:pos x="connsiteX10373" y="connsiteY10373"/>
                </a:cxn>
                <a:cxn ang="0">
                  <a:pos x="connsiteX10374" y="connsiteY10374"/>
                </a:cxn>
                <a:cxn ang="0">
                  <a:pos x="connsiteX10375" y="connsiteY10375"/>
                </a:cxn>
                <a:cxn ang="0">
                  <a:pos x="connsiteX10376" y="connsiteY10376"/>
                </a:cxn>
                <a:cxn ang="0">
                  <a:pos x="connsiteX10377" y="connsiteY10377"/>
                </a:cxn>
                <a:cxn ang="0">
                  <a:pos x="connsiteX10378" y="connsiteY10378"/>
                </a:cxn>
                <a:cxn ang="0">
                  <a:pos x="connsiteX10379" y="connsiteY10379"/>
                </a:cxn>
                <a:cxn ang="0">
                  <a:pos x="connsiteX10380" y="connsiteY10380"/>
                </a:cxn>
                <a:cxn ang="0">
                  <a:pos x="connsiteX10381" y="connsiteY10381"/>
                </a:cxn>
                <a:cxn ang="0">
                  <a:pos x="connsiteX10382" y="connsiteY10382"/>
                </a:cxn>
                <a:cxn ang="0">
                  <a:pos x="connsiteX10383" y="connsiteY10383"/>
                </a:cxn>
                <a:cxn ang="0">
                  <a:pos x="connsiteX10384" y="connsiteY10384"/>
                </a:cxn>
                <a:cxn ang="0">
                  <a:pos x="connsiteX10385" y="connsiteY10385"/>
                </a:cxn>
                <a:cxn ang="0">
                  <a:pos x="connsiteX10386" y="connsiteY10386"/>
                </a:cxn>
                <a:cxn ang="0">
                  <a:pos x="connsiteX10387" y="connsiteY10387"/>
                </a:cxn>
                <a:cxn ang="0">
                  <a:pos x="connsiteX10388" y="connsiteY10388"/>
                </a:cxn>
                <a:cxn ang="0">
                  <a:pos x="connsiteX10389" y="connsiteY10389"/>
                </a:cxn>
                <a:cxn ang="0">
                  <a:pos x="connsiteX10390" y="connsiteY10390"/>
                </a:cxn>
                <a:cxn ang="0">
                  <a:pos x="connsiteX10391" y="connsiteY10391"/>
                </a:cxn>
                <a:cxn ang="0">
                  <a:pos x="connsiteX10392" y="connsiteY10392"/>
                </a:cxn>
                <a:cxn ang="0">
                  <a:pos x="connsiteX10393" y="connsiteY10393"/>
                </a:cxn>
                <a:cxn ang="0">
                  <a:pos x="connsiteX10394" y="connsiteY10394"/>
                </a:cxn>
                <a:cxn ang="0">
                  <a:pos x="connsiteX10395" y="connsiteY10395"/>
                </a:cxn>
                <a:cxn ang="0">
                  <a:pos x="connsiteX10396" y="connsiteY10396"/>
                </a:cxn>
                <a:cxn ang="0">
                  <a:pos x="connsiteX10397" y="connsiteY10397"/>
                </a:cxn>
                <a:cxn ang="0">
                  <a:pos x="connsiteX10398" y="connsiteY10398"/>
                </a:cxn>
                <a:cxn ang="0">
                  <a:pos x="connsiteX10399" y="connsiteY10399"/>
                </a:cxn>
                <a:cxn ang="0">
                  <a:pos x="connsiteX10400" y="connsiteY10400"/>
                </a:cxn>
                <a:cxn ang="0">
                  <a:pos x="connsiteX10401" y="connsiteY10401"/>
                </a:cxn>
                <a:cxn ang="0">
                  <a:pos x="connsiteX10402" y="connsiteY10402"/>
                </a:cxn>
                <a:cxn ang="0">
                  <a:pos x="connsiteX10403" y="connsiteY10403"/>
                </a:cxn>
                <a:cxn ang="0">
                  <a:pos x="connsiteX10404" y="connsiteY10404"/>
                </a:cxn>
                <a:cxn ang="0">
                  <a:pos x="connsiteX10405" y="connsiteY10405"/>
                </a:cxn>
                <a:cxn ang="0">
                  <a:pos x="connsiteX10406" y="connsiteY10406"/>
                </a:cxn>
                <a:cxn ang="0">
                  <a:pos x="connsiteX10407" y="connsiteY10407"/>
                </a:cxn>
                <a:cxn ang="0">
                  <a:pos x="connsiteX10408" y="connsiteY10408"/>
                </a:cxn>
                <a:cxn ang="0">
                  <a:pos x="connsiteX10409" y="connsiteY10409"/>
                </a:cxn>
                <a:cxn ang="0">
                  <a:pos x="connsiteX10410" y="connsiteY10410"/>
                </a:cxn>
                <a:cxn ang="0">
                  <a:pos x="connsiteX10411" y="connsiteY10411"/>
                </a:cxn>
                <a:cxn ang="0">
                  <a:pos x="connsiteX10412" y="connsiteY10412"/>
                </a:cxn>
                <a:cxn ang="0">
                  <a:pos x="connsiteX10413" y="connsiteY10413"/>
                </a:cxn>
                <a:cxn ang="0">
                  <a:pos x="connsiteX10414" y="connsiteY10414"/>
                </a:cxn>
                <a:cxn ang="0">
                  <a:pos x="connsiteX10415" y="connsiteY10415"/>
                </a:cxn>
                <a:cxn ang="0">
                  <a:pos x="connsiteX10416" y="connsiteY10416"/>
                </a:cxn>
                <a:cxn ang="0">
                  <a:pos x="connsiteX10417" y="connsiteY10417"/>
                </a:cxn>
                <a:cxn ang="0">
                  <a:pos x="connsiteX10418" y="connsiteY10418"/>
                </a:cxn>
                <a:cxn ang="0">
                  <a:pos x="connsiteX10419" y="connsiteY10419"/>
                </a:cxn>
                <a:cxn ang="0">
                  <a:pos x="connsiteX10420" y="connsiteY10420"/>
                </a:cxn>
                <a:cxn ang="0">
                  <a:pos x="connsiteX10421" y="connsiteY10421"/>
                </a:cxn>
                <a:cxn ang="0">
                  <a:pos x="connsiteX10422" y="connsiteY10422"/>
                </a:cxn>
                <a:cxn ang="0">
                  <a:pos x="connsiteX10423" y="connsiteY10423"/>
                </a:cxn>
                <a:cxn ang="0">
                  <a:pos x="connsiteX10424" y="connsiteY10424"/>
                </a:cxn>
                <a:cxn ang="0">
                  <a:pos x="connsiteX10425" y="connsiteY10425"/>
                </a:cxn>
                <a:cxn ang="0">
                  <a:pos x="connsiteX10426" y="connsiteY10426"/>
                </a:cxn>
                <a:cxn ang="0">
                  <a:pos x="connsiteX10427" y="connsiteY10427"/>
                </a:cxn>
                <a:cxn ang="0">
                  <a:pos x="connsiteX10428" y="connsiteY10428"/>
                </a:cxn>
                <a:cxn ang="0">
                  <a:pos x="connsiteX10429" y="connsiteY10429"/>
                </a:cxn>
                <a:cxn ang="0">
                  <a:pos x="connsiteX10430" y="connsiteY10430"/>
                </a:cxn>
                <a:cxn ang="0">
                  <a:pos x="connsiteX10431" y="connsiteY10431"/>
                </a:cxn>
                <a:cxn ang="0">
                  <a:pos x="connsiteX10432" y="connsiteY10432"/>
                </a:cxn>
                <a:cxn ang="0">
                  <a:pos x="connsiteX10433" y="connsiteY10433"/>
                </a:cxn>
                <a:cxn ang="0">
                  <a:pos x="connsiteX10434" y="connsiteY10434"/>
                </a:cxn>
                <a:cxn ang="0">
                  <a:pos x="connsiteX10435" y="connsiteY10435"/>
                </a:cxn>
                <a:cxn ang="0">
                  <a:pos x="connsiteX10436" y="connsiteY10436"/>
                </a:cxn>
                <a:cxn ang="0">
                  <a:pos x="connsiteX10437" y="connsiteY10437"/>
                </a:cxn>
                <a:cxn ang="0">
                  <a:pos x="connsiteX10438" y="connsiteY10438"/>
                </a:cxn>
                <a:cxn ang="0">
                  <a:pos x="connsiteX10439" y="connsiteY10439"/>
                </a:cxn>
                <a:cxn ang="0">
                  <a:pos x="connsiteX10440" y="connsiteY10440"/>
                </a:cxn>
                <a:cxn ang="0">
                  <a:pos x="connsiteX10441" y="connsiteY10441"/>
                </a:cxn>
                <a:cxn ang="0">
                  <a:pos x="connsiteX10442" y="connsiteY10442"/>
                </a:cxn>
                <a:cxn ang="0">
                  <a:pos x="connsiteX10443" y="connsiteY10443"/>
                </a:cxn>
                <a:cxn ang="0">
                  <a:pos x="connsiteX10444" y="connsiteY10444"/>
                </a:cxn>
                <a:cxn ang="0">
                  <a:pos x="connsiteX10445" y="connsiteY10445"/>
                </a:cxn>
                <a:cxn ang="0">
                  <a:pos x="connsiteX10446" y="connsiteY10446"/>
                </a:cxn>
                <a:cxn ang="0">
                  <a:pos x="connsiteX10447" y="connsiteY10447"/>
                </a:cxn>
                <a:cxn ang="0">
                  <a:pos x="connsiteX10448" y="connsiteY10448"/>
                </a:cxn>
                <a:cxn ang="0">
                  <a:pos x="connsiteX10449" y="connsiteY10449"/>
                </a:cxn>
                <a:cxn ang="0">
                  <a:pos x="connsiteX10450" y="connsiteY10450"/>
                </a:cxn>
                <a:cxn ang="0">
                  <a:pos x="connsiteX10451" y="connsiteY10451"/>
                </a:cxn>
                <a:cxn ang="0">
                  <a:pos x="connsiteX10452" y="connsiteY10452"/>
                </a:cxn>
                <a:cxn ang="0">
                  <a:pos x="connsiteX10453" y="connsiteY10453"/>
                </a:cxn>
                <a:cxn ang="0">
                  <a:pos x="connsiteX10454" y="connsiteY10454"/>
                </a:cxn>
                <a:cxn ang="0">
                  <a:pos x="connsiteX10455" y="connsiteY10455"/>
                </a:cxn>
                <a:cxn ang="0">
                  <a:pos x="connsiteX10456" y="connsiteY10456"/>
                </a:cxn>
                <a:cxn ang="0">
                  <a:pos x="connsiteX10457" y="connsiteY10457"/>
                </a:cxn>
                <a:cxn ang="0">
                  <a:pos x="connsiteX10458" y="connsiteY10458"/>
                </a:cxn>
                <a:cxn ang="0">
                  <a:pos x="connsiteX10459" y="connsiteY10459"/>
                </a:cxn>
                <a:cxn ang="0">
                  <a:pos x="connsiteX10460" y="connsiteY10460"/>
                </a:cxn>
                <a:cxn ang="0">
                  <a:pos x="connsiteX10461" y="connsiteY10461"/>
                </a:cxn>
                <a:cxn ang="0">
                  <a:pos x="connsiteX10462" y="connsiteY10462"/>
                </a:cxn>
                <a:cxn ang="0">
                  <a:pos x="connsiteX10463" y="connsiteY10463"/>
                </a:cxn>
                <a:cxn ang="0">
                  <a:pos x="connsiteX10464" y="connsiteY10464"/>
                </a:cxn>
                <a:cxn ang="0">
                  <a:pos x="connsiteX10465" y="connsiteY10465"/>
                </a:cxn>
                <a:cxn ang="0">
                  <a:pos x="connsiteX10466" y="connsiteY10466"/>
                </a:cxn>
                <a:cxn ang="0">
                  <a:pos x="connsiteX10467" y="connsiteY10467"/>
                </a:cxn>
                <a:cxn ang="0">
                  <a:pos x="connsiteX10468" y="connsiteY10468"/>
                </a:cxn>
                <a:cxn ang="0">
                  <a:pos x="connsiteX10469" y="connsiteY10469"/>
                </a:cxn>
                <a:cxn ang="0">
                  <a:pos x="connsiteX10470" y="connsiteY10470"/>
                </a:cxn>
                <a:cxn ang="0">
                  <a:pos x="connsiteX10471" y="connsiteY10471"/>
                </a:cxn>
                <a:cxn ang="0">
                  <a:pos x="connsiteX10472" y="connsiteY10472"/>
                </a:cxn>
                <a:cxn ang="0">
                  <a:pos x="connsiteX10473" y="connsiteY10473"/>
                </a:cxn>
                <a:cxn ang="0">
                  <a:pos x="connsiteX10474" y="connsiteY10474"/>
                </a:cxn>
                <a:cxn ang="0">
                  <a:pos x="connsiteX10475" y="connsiteY10475"/>
                </a:cxn>
                <a:cxn ang="0">
                  <a:pos x="connsiteX10476" y="connsiteY10476"/>
                </a:cxn>
                <a:cxn ang="0">
                  <a:pos x="connsiteX10477" y="connsiteY10477"/>
                </a:cxn>
                <a:cxn ang="0">
                  <a:pos x="connsiteX10478" y="connsiteY10478"/>
                </a:cxn>
                <a:cxn ang="0">
                  <a:pos x="connsiteX10479" y="connsiteY10479"/>
                </a:cxn>
                <a:cxn ang="0">
                  <a:pos x="connsiteX10480" y="connsiteY10480"/>
                </a:cxn>
                <a:cxn ang="0">
                  <a:pos x="connsiteX10481" y="connsiteY10481"/>
                </a:cxn>
                <a:cxn ang="0">
                  <a:pos x="connsiteX10482" y="connsiteY10482"/>
                </a:cxn>
                <a:cxn ang="0">
                  <a:pos x="connsiteX10483" y="connsiteY10483"/>
                </a:cxn>
                <a:cxn ang="0">
                  <a:pos x="connsiteX10484" y="connsiteY10484"/>
                </a:cxn>
                <a:cxn ang="0">
                  <a:pos x="connsiteX10485" y="connsiteY10485"/>
                </a:cxn>
                <a:cxn ang="0">
                  <a:pos x="connsiteX10486" y="connsiteY10486"/>
                </a:cxn>
                <a:cxn ang="0">
                  <a:pos x="connsiteX10487" y="connsiteY10487"/>
                </a:cxn>
                <a:cxn ang="0">
                  <a:pos x="connsiteX10488" y="connsiteY10488"/>
                </a:cxn>
                <a:cxn ang="0">
                  <a:pos x="connsiteX10489" y="connsiteY10489"/>
                </a:cxn>
                <a:cxn ang="0">
                  <a:pos x="connsiteX10490" y="connsiteY10490"/>
                </a:cxn>
                <a:cxn ang="0">
                  <a:pos x="connsiteX10491" y="connsiteY10491"/>
                </a:cxn>
                <a:cxn ang="0">
                  <a:pos x="connsiteX10492" y="connsiteY10492"/>
                </a:cxn>
                <a:cxn ang="0">
                  <a:pos x="connsiteX10493" y="connsiteY10493"/>
                </a:cxn>
                <a:cxn ang="0">
                  <a:pos x="connsiteX10494" y="connsiteY10494"/>
                </a:cxn>
                <a:cxn ang="0">
                  <a:pos x="connsiteX10495" y="connsiteY10495"/>
                </a:cxn>
                <a:cxn ang="0">
                  <a:pos x="connsiteX10496" y="connsiteY10496"/>
                </a:cxn>
                <a:cxn ang="0">
                  <a:pos x="connsiteX10497" y="connsiteY10497"/>
                </a:cxn>
                <a:cxn ang="0">
                  <a:pos x="connsiteX10498" y="connsiteY10498"/>
                </a:cxn>
                <a:cxn ang="0">
                  <a:pos x="connsiteX10499" y="connsiteY10499"/>
                </a:cxn>
                <a:cxn ang="0">
                  <a:pos x="connsiteX10500" y="connsiteY10500"/>
                </a:cxn>
                <a:cxn ang="0">
                  <a:pos x="connsiteX10501" y="connsiteY10501"/>
                </a:cxn>
                <a:cxn ang="0">
                  <a:pos x="connsiteX10502" y="connsiteY10502"/>
                </a:cxn>
                <a:cxn ang="0">
                  <a:pos x="connsiteX10503" y="connsiteY10503"/>
                </a:cxn>
                <a:cxn ang="0">
                  <a:pos x="connsiteX10504" y="connsiteY10504"/>
                </a:cxn>
                <a:cxn ang="0">
                  <a:pos x="connsiteX10505" y="connsiteY10505"/>
                </a:cxn>
                <a:cxn ang="0">
                  <a:pos x="connsiteX10506" y="connsiteY10506"/>
                </a:cxn>
                <a:cxn ang="0">
                  <a:pos x="connsiteX10507" y="connsiteY10507"/>
                </a:cxn>
                <a:cxn ang="0">
                  <a:pos x="connsiteX10508" y="connsiteY10508"/>
                </a:cxn>
                <a:cxn ang="0">
                  <a:pos x="connsiteX10509" y="connsiteY10509"/>
                </a:cxn>
                <a:cxn ang="0">
                  <a:pos x="connsiteX10510" y="connsiteY10510"/>
                </a:cxn>
                <a:cxn ang="0">
                  <a:pos x="connsiteX10511" y="connsiteY10511"/>
                </a:cxn>
                <a:cxn ang="0">
                  <a:pos x="connsiteX10512" y="connsiteY10512"/>
                </a:cxn>
                <a:cxn ang="0">
                  <a:pos x="connsiteX10513" y="connsiteY10513"/>
                </a:cxn>
                <a:cxn ang="0">
                  <a:pos x="connsiteX10514" y="connsiteY10514"/>
                </a:cxn>
                <a:cxn ang="0">
                  <a:pos x="connsiteX10515" y="connsiteY10515"/>
                </a:cxn>
                <a:cxn ang="0">
                  <a:pos x="connsiteX10516" y="connsiteY10516"/>
                </a:cxn>
                <a:cxn ang="0">
                  <a:pos x="connsiteX10517" y="connsiteY10517"/>
                </a:cxn>
                <a:cxn ang="0">
                  <a:pos x="connsiteX10518" y="connsiteY10518"/>
                </a:cxn>
                <a:cxn ang="0">
                  <a:pos x="connsiteX10519" y="connsiteY10519"/>
                </a:cxn>
                <a:cxn ang="0">
                  <a:pos x="connsiteX10520" y="connsiteY10520"/>
                </a:cxn>
                <a:cxn ang="0">
                  <a:pos x="connsiteX10521" y="connsiteY10521"/>
                </a:cxn>
                <a:cxn ang="0">
                  <a:pos x="connsiteX10522" y="connsiteY10522"/>
                </a:cxn>
                <a:cxn ang="0">
                  <a:pos x="connsiteX10523" y="connsiteY10523"/>
                </a:cxn>
                <a:cxn ang="0">
                  <a:pos x="connsiteX10524" y="connsiteY10524"/>
                </a:cxn>
                <a:cxn ang="0">
                  <a:pos x="connsiteX10525" y="connsiteY10525"/>
                </a:cxn>
                <a:cxn ang="0">
                  <a:pos x="connsiteX10526" y="connsiteY10526"/>
                </a:cxn>
                <a:cxn ang="0">
                  <a:pos x="connsiteX10527" y="connsiteY10527"/>
                </a:cxn>
                <a:cxn ang="0">
                  <a:pos x="connsiteX10528" y="connsiteY10528"/>
                </a:cxn>
                <a:cxn ang="0">
                  <a:pos x="connsiteX10529" y="connsiteY10529"/>
                </a:cxn>
                <a:cxn ang="0">
                  <a:pos x="connsiteX10530" y="connsiteY10530"/>
                </a:cxn>
                <a:cxn ang="0">
                  <a:pos x="connsiteX10531" y="connsiteY10531"/>
                </a:cxn>
                <a:cxn ang="0">
                  <a:pos x="connsiteX10532" y="connsiteY10532"/>
                </a:cxn>
                <a:cxn ang="0">
                  <a:pos x="connsiteX10533" y="connsiteY10533"/>
                </a:cxn>
                <a:cxn ang="0">
                  <a:pos x="connsiteX10534" y="connsiteY10534"/>
                </a:cxn>
                <a:cxn ang="0">
                  <a:pos x="connsiteX10535" y="connsiteY10535"/>
                </a:cxn>
                <a:cxn ang="0">
                  <a:pos x="connsiteX10536" y="connsiteY10536"/>
                </a:cxn>
                <a:cxn ang="0">
                  <a:pos x="connsiteX10537" y="connsiteY10537"/>
                </a:cxn>
                <a:cxn ang="0">
                  <a:pos x="connsiteX10538" y="connsiteY10538"/>
                </a:cxn>
                <a:cxn ang="0">
                  <a:pos x="connsiteX10539" y="connsiteY10539"/>
                </a:cxn>
                <a:cxn ang="0">
                  <a:pos x="connsiteX10540" y="connsiteY10540"/>
                </a:cxn>
                <a:cxn ang="0">
                  <a:pos x="connsiteX10541" y="connsiteY10541"/>
                </a:cxn>
                <a:cxn ang="0">
                  <a:pos x="connsiteX10542" y="connsiteY10542"/>
                </a:cxn>
                <a:cxn ang="0">
                  <a:pos x="connsiteX10543" y="connsiteY10543"/>
                </a:cxn>
                <a:cxn ang="0">
                  <a:pos x="connsiteX10544" y="connsiteY10544"/>
                </a:cxn>
                <a:cxn ang="0">
                  <a:pos x="connsiteX10545" y="connsiteY10545"/>
                </a:cxn>
                <a:cxn ang="0">
                  <a:pos x="connsiteX10546" y="connsiteY10546"/>
                </a:cxn>
                <a:cxn ang="0">
                  <a:pos x="connsiteX10547" y="connsiteY10547"/>
                </a:cxn>
                <a:cxn ang="0">
                  <a:pos x="connsiteX10548" y="connsiteY10548"/>
                </a:cxn>
                <a:cxn ang="0">
                  <a:pos x="connsiteX10549" y="connsiteY10549"/>
                </a:cxn>
                <a:cxn ang="0">
                  <a:pos x="connsiteX10550" y="connsiteY10550"/>
                </a:cxn>
                <a:cxn ang="0">
                  <a:pos x="connsiteX10551" y="connsiteY10551"/>
                </a:cxn>
                <a:cxn ang="0">
                  <a:pos x="connsiteX10552" y="connsiteY10552"/>
                </a:cxn>
                <a:cxn ang="0">
                  <a:pos x="connsiteX10553" y="connsiteY10553"/>
                </a:cxn>
                <a:cxn ang="0">
                  <a:pos x="connsiteX10554" y="connsiteY10554"/>
                </a:cxn>
                <a:cxn ang="0">
                  <a:pos x="connsiteX10555" y="connsiteY10555"/>
                </a:cxn>
                <a:cxn ang="0">
                  <a:pos x="connsiteX10556" y="connsiteY10556"/>
                </a:cxn>
                <a:cxn ang="0">
                  <a:pos x="connsiteX10557" y="connsiteY10557"/>
                </a:cxn>
                <a:cxn ang="0">
                  <a:pos x="connsiteX10558" y="connsiteY10558"/>
                </a:cxn>
                <a:cxn ang="0">
                  <a:pos x="connsiteX10559" y="connsiteY10559"/>
                </a:cxn>
                <a:cxn ang="0">
                  <a:pos x="connsiteX10560" y="connsiteY10560"/>
                </a:cxn>
                <a:cxn ang="0">
                  <a:pos x="connsiteX10561" y="connsiteY10561"/>
                </a:cxn>
                <a:cxn ang="0">
                  <a:pos x="connsiteX10562" y="connsiteY10562"/>
                </a:cxn>
                <a:cxn ang="0">
                  <a:pos x="connsiteX10563" y="connsiteY10563"/>
                </a:cxn>
                <a:cxn ang="0">
                  <a:pos x="connsiteX10564" y="connsiteY10564"/>
                </a:cxn>
                <a:cxn ang="0">
                  <a:pos x="connsiteX10565" y="connsiteY10565"/>
                </a:cxn>
                <a:cxn ang="0">
                  <a:pos x="connsiteX10566" y="connsiteY10566"/>
                </a:cxn>
                <a:cxn ang="0">
                  <a:pos x="connsiteX10567" y="connsiteY10567"/>
                </a:cxn>
                <a:cxn ang="0">
                  <a:pos x="connsiteX10568" y="connsiteY10568"/>
                </a:cxn>
                <a:cxn ang="0">
                  <a:pos x="connsiteX10569" y="connsiteY10569"/>
                </a:cxn>
                <a:cxn ang="0">
                  <a:pos x="connsiteX10570" y="connsiteY10570"/>
                </a:cxn>
                <a:cxn ang="0">
                  <a:pos x="connsiteX10571" y="connsiteY10571"/>
                </a:cxn>
                <a:cxn ang="0">
                  <a:pos x="connsiteX10572" y="connsiteY10572"/>
                </a:cxn>
                <a:cxn ang="0">
                  <a:pos x="connsiteX10573" y="connsiteY10573"/>
                </a:cxn>
                <a:cxn ang="0">
                  <a:pos x="connsiteX10574" y="connsiteY10574"/>
                </a:cxn>
                <a:cxn ang="0">
                  <a:pos x="connsiteX10575" y="connsiteY10575"/>
                </a:cxn>
                <a:cxn ang="0">
                  <a:pos x="connsiteX10576" y="connsiteY10576"/>
                </a:cxn>
                <a:cxn ang="0">
                  <a:pos x="connsiteX10577" y="connsiteY10577"/>
                </a:cxn>
                <a:cxn ang="0">
                  <a:pos x="connsiteX10578" y="connsiteY10578"/>
                </a:cxn>
                <a:cxn ang="0">
                  <a:pos x="connsiteX10579" y="connsiteY10579"/>
                </a:cxn>
                <a:cxn ang="0">
                  <a:pos x="connsiteX10580" y="connsiteY10580"/>
                </a:cxn>
                <a:cxn ang="0">
                  <a:pos x="connsiteX10581" y="connsiteY10581"/>
                </a:cxn>
                <a:cxn ang="0">
                  <a:pos x="connsiteX10582" y="connsiteY10582"/>
                </a:cxn>
                <a:cxn ang="0">
                  <a:pos x="connsiteX10583" y="connsiteY10583"/>
                </a:cxn>
                <a:cxn ang="0">
                  <a:pos x="connsiteX10584" y="connsiteY10584"/>
                </a:cxn>
                <a:cxn ang="0">
                  <a:pos x="connsiteX10585" y="connsiteY10585"/>
                </a:cxn>
                <a:cxn ang="0">
                  <a:pos x="connsiteX10586" y="connsiteY10586"/>
                </a:cxn>
                <a:cxn ang="0">
                  <a:pos x="connsiteX10587" y="connsiteY10587"/>
                </a:cxn>
                <a:cxn ang="0">
                  <a:pos x="connsiteX10588" y="connsiteY10588"/>
                </a:cxn>
                <a:cxn ang="0">
                  <a:pos x="connsiteX10589" y="connsiteY10589"/>
                </a:cxn>
                <a:cxn ang="0">
                  <a:pos x="connsiteX10590" y="connsiteY10590"/>
                </a:cxn>
                <a:cxn ang="0">
                  <a:pos x="connsiteX10591" y="connsiteY10591"/>
                </a:cxn>
                <a:cxn ang="0">
                  <a:pos x="connsiteX10592" y="connsiteY10592"/>
                </a:cxn>
                <a:cxn ang="0">
                  <a:pos x="connsiteX10593" y="connsiteY10593"/>
                </a:cxn>
                <a:cxn ang="0">
                  <a:pos x="connsiteX10594" y="connsiteY10594"/>
                </a:cxn>
                <a:cxn ang="0">
                  <a:pos x="connsiteX10595" y="connsiteY10595"/>
                </a:cxn>
                <a:cxn ang="0">
                  <a:pos x="connsiteX10596" y="connsiteY10596"/>
                </a:cxn>
                <a:cxn ang="0">
                  <a:pos x="connsiteX10597" y="connsiteY10597"/>
                </a:cxn>
                <a:cxn ang="0">
                  <a:pos x="connsiteX10598" y="connsiteY10598"/>
                </a:cxn>
                <a:cxn ang="0">
                  <a:pos x="connsiteX10599" y="connsiteY10599"/>
                </a:cxn>
                <a:cxn ang="0">
                  <a:pos x="connsiteX10600" y="connsiteY10600"/>
                </a:cxn>
                <a:cxn ang="0">
                  <a:pos x="connsiteX10601" y="connsiteY10601"/>
                </a:cxn>
                <a:cxn ang="0">
                  <a:pos x="connsiteX10602" y="connsiteY10602"/>
                </a:cxn>
                <a:cxn ang="0">
                  <a:pos x="connsiteX10603" y="connsiteY10603"/>
                </a:cxn>
                <a:cxn ang="0">
                  <a:pos x="connsiteX10604" y="connsiteY10604"/>
                </a:cxn>
                <a:cxn ang="0">
                  <a:pos x="connsiteX10605" y="connsiteY10605"/>
                </a:cxn>
                <a:cxn ang="0">
                  <a:pos x="connsiteX10606" y="connsiteY10606"/>
                </a:cxn>
                <a:cxn ang="0">
                  <a:pos x="connsiteX10607" y="connsiteY10607"/>
                </a:cxn>
                <a:cxn ang="0">
                  <a:pos x="connsiteX10608" y="connsiteY10608"/>
                </a:cxn>
                <a:cxn ang="0">
                  <a:pos x="connsiteX10609" y="connsiteY10609"/>
                </a:cxn>
                <a:cxn ang="0">
                  <a:pos x="connsiteX10610" y="connsiteY10610"/>
                </a:cxn>
                <a:cxn ang="0">
                  <a:pos x="connsiteX10611" y="connsiteY10611"/>
                </a:cxn>
                <a:cxn ang="0">
                  <a:pos x="connsiteX10612" y="connsiteY10612"/>
                </a:cxn>
                <a:cxn ang="0">
                  <a:pos x="connsiteX10613" y="connsiteY10613"/>
                </a:cxn>
                <a:cxn ang="0">
                  <a:pos x="connsiteX10614" y="connsiteY10614"/>
                </a:cxn>
                <a:cxn ang="0">
                  <a:pos x="connsiteX10615" y="connsiteY10615"/>
                </a:cxn>
                <a:cxn ang="0">
                  <a:pos x="connsiteX10616" y="connsiteY10616"/>
                </a:cxn>
                <a:cxn ang="0">
                  <a:pos x="connsiteX10617" y="connsiteY10617"/>
                </a:cxn>
                <a:cxn ang="0">
                  <a:pos x="connsiteX10618" y="connsiteY10618"/>
                </a:cxn>
                <a:cxn ang="0">
                  <a:pos x="connsiteX10619" y="connsiteY10619"/>
                </a:cxn>
                <a:cxn ang="0">
                  <a:pos x="connsiteX10620" y="connsiteY10620"/>
                </a:cxn>
                <a:cxn ang="0">
                  <a:pos x="connsiteX10621" y="connsiteY10621"/>
                </a:cxn>
                <a:cxn ang="0">
                  <a:pos x="connsiteX10622" y="connsiteY10622"/>
                </a:cxn>
                <a:cxn ang="0">
                  <a:pos x="connsiteX10623" y="connsiteY10623"/>
                </a:cxn>
                <a:cxn ang="0">
                  <a:pos x="connsiteX10624" y="connsiteY10624"/>
                </a:cxn>
                <a:cxn ang="0">
                  <a:pos x="connsiteX10625" y="connsiteY10625"/>
                </a:cxn>
                <a:cxn ang="0">
                  <a:pos x="connsiteX10626" y="connsiteY10626"/>
                </a:cxn>
                <a:cxn ang="0">
                  <a:pos x="connsiteX10627" y="connsiteY10627"/>
                </a:cxn>
                <a:cxn ang="0">
                  <a:pos x="connsiteX10628" y="connsiteY10628"/>
                </a:cxn>
                <a:cxn ang="0">
                  <a:pos x="connsiteX10629" y="connsiteY10629"/>
                </a:cxn>
                <a:cxn ang="0">
                  <a:pos x="connsiteX10630" y="connsiteY10630"/>
                </a:cxn>
                <a:cxn ang="0">
                  <a:pos x="connsiteX10631" y="connsiteY10631"/>
                </a:cxn>
                <a:cxn ang="0">
                  <a:pos x="connsiteX10632" y="connsiteY10632"/>
                </a:cxn>
                <a:cxn ang="0">
                  <a:pos x="connsiteX10633" y="connsiteY10633"/>
                </a:cxn>
                <a:cxn ang="0">
                  <a:pos x="connsiteX10634" y="connsiteY10634"/>
                </a:cxn>
                <a:cxn ang="0">
                  <a:pos x="connsiteX10635" y="connsiteY10635"/>
                </a:cxn>
                <a:cxn ang="0">
                  <a:pos x="connsiteX10636" y="connsiteY10636"/>
                </a:cxn>
                <a:cxn ang="0">
                  <a:pos x="connsiteX10637" y="connsiteY10637"/>
                </a:cxn>
                <a:cxn ang="0">
                  <a:pos x="connsiteX10638" y="connsiteY10638"/>
                </a:cxn>
                <a:cxn ang="0">
                  <a:pos x="connsiteX10639" y="connsiteY10639"/>
                </a:cxn>
                <a:cxn ang="0">
                  <a:pos x="connsiteX10640" y="connsiteY10640"/>
                </a:cxn>
                <a:cxn ang="0">
                  <a:pos x="connsiteX10641" y="connsiteY10641"/>
                </a:cxn>
                <a:cxn ang="0">
                  <a:pos x="connsiteX10642" y="connsiteY10642"/>
                </a:cxn>
                <a:cxn ang="0">
                  <a:pos x="connsiteX10643" y="connsiteY10643"/>
                </a:cxn>
                <a:cxn ang="0">
                  <a:pos x="connsiteX10644" y="connsiteY10644"/>
                </a:cxn>
                <a:cxn ang="0">
                  <a:pos x="connsiteX10645" y="connsiteY10645"/>
                </a:cxn>
                <a:cxn ang="0">
                  <a:pos x="connsiteX10646" y="connsiteY10646"/>
                </a:cxn>
                <a:cxn ang="0">
                  <a:pos x="connsiteX10647" y="connsiteY10647"/>
                </a:cxn>
                <a:cxn ang="0">
                  <a:pos x="connsiteX10648" y="connsiteY10648"/>
                </a:cxn>
                <a:cxn ang="0">
                  <a:pos x="connsiteX10649" y="connsiteY10649"/>
                </a:cxn>
                <a:cxn ang="0">
                  <a:pos x="connsiteX10650" y="connsiteY10650"/>
                </a:cxn>
                <a:cxn ang="0">
                  <a:pos x="connsiteX10651" y="connsiteY10651"/>
                </a:cxn>
                <a:cxn ang="0">
                  <a:pos x="connsiteX10652" y="connsiteY10652"/>
                </a:cxn>
                <a:cxn ang="0">
                  <a:pos x="connsiteX10653" y="connsiteY10653"/>
                </a:cxn>
                <a:cxn ang="0">
                  <a:pos x="connsiteX10654" y="connsiteY10654"/>
                </a:cxn>
                <a:cxn ang="0">
                  <a:pos x="connsiteX10655" y="connsiteY10655"/>
                </a:cxn>
                <a:cxn ang="0">
                  <a:pos x="connsiteX10656" y="connsiteY10656"/>
                </a:cxn>
                <a:cxn ang="0">
                  <a:pos x="connsiteX10657" y="connsiteY10657"/>
                </a:cxn>
                <a:cxn ang="0">
                  <a:pos x="connsiteX10658" y="connsiteY10658"/>
                </a:cxn>
                <a:cxn ang="0">
                  <a:pos x="connsiteX10659" y="connsiteY10659"/>
                </a:cxn>
                <a:cxn ang="0">
                  <a:pos x="connsiteX10660" y="connsiteY10660"/>
                </a:cxn>
                <a:cxn ang="0">
                  <a:pos x="connsiteX10661" y="connsiteY10661"/>
                </a:cxn>
                <a:cxn ang="0">
                  <a:pos x="connsiteX10662" y="connsiteY10662"/>
                </a:cxn>
                <a:cxn ang="0">
                  <a:pos x="connsiteX10663" y="connsiteY10663"/>
                </a:cxn>
                <a:cxn ang="0">
                  <a:pos x="connsiteX10664" y="connsiteY10664"/>
                </a:cxn>
                <a:cxn ang="0">
                  <a:pos x="connsiteX10665" y="connsiteY10665"/>
                </a:cxn>
                <a:cxn ang="0">
                  <a:pos x="connsiteX10666" y="connsiteY10666"/>
                </a:cxn>
                <a:cxn ang="0">
                  <a:pos x="connsiteX10667" y="connsiteY10667"/>
                </a:cxn>
                <a:cxn ang="0">
                  <a:pos x="connsiteX10668" y="connsiteY10668"/>
                </a:cxn>
                <a:cxn ang="0">
                  <a:pos x="connsiteX10669" y="connsiteY10669"/>
                </a:cxn>
                <a:cxn ang="0">
                  <a:pos x="connsiteX10670" y="connsiteY10670"/>
                </a:cxn>
                <a:cxn ang="0">
                  <a:pos x="connsiteX10671" y="connsiteY10671"/>
                </a:cxn>
                <a:cxn ang="0">
                  <a:pos x="connsiteX10672" y="connsiteY10672"/>
                </a:cxn>
                <a:cxn ang="0">
                  <a:pos x="connsiteX10673" y="connsiteY10673"/>
                </a:cxn>
                <a:cxn ang="0">
                  <a:pos x="connsiteX10674" y="connsiteY10674"/>
                </a:cxn>
                <a:cxn ang="0">
                  <a:pos x="connsiteX10675" y="connsiteY10675"/>
                </a:cxn>
                <a:cxn ang="0">
                  <a:pos x="connsiteX10676" y="connsiteY10676"/>
                </a:cxn>
                <a:cxn ang="0">
                  <a:pos x="connsiteX10677" y="connsiteY10677"/>
                </a:cxn>
                <a:cxn ang="0">
                  <a:pos x="connsiteX10678" y="connsiteY10678"/>
                </a:cxn>
                <a:cxn ang="0">
                  <a:pos x="connsiteX10679" y="connsiteY10679"/>
                </a:cxn>
                <a:cxn ang="0">
                  <a:pos x="connsiteX10680" y="connsiteY10680"/>
                </a:cxn>
                <a:cxn ang="0">
                  <a:pos x="connsiteX10681" y="connsiteY10681"/>
                </a:cxn>
                <a:cxn ang="0">
                  <a:pos x="connsiteX10682" y="connsiteY10682"/>
                </a:cxn>
                <a:cxn ang="0">
                  <a:pos x="connsiteX10683" y="connsiteY10683"/>
                </a:cxn>
                <a:cxn ang="0">
                  <a:pos x="connsiteX10684" y="connsiteY10684"/>
                </a:cxn>
                <a:cxn ang="0">
                  <a:pos x="connsiteX10685" y="connsiteY10685"/>
                </a:cxn>
                <a:cxn ang="0">
                  <a:pos x="connsiteX10686" y="connsiteY10686"/>
                </a:cxn>
                <a:cxn ang="0">
                  <a:pos x="connsiteX10687" y="connsiteY10687"/>
                </a:cxn>
                <a:cxn ang="0">
                  <a:pos x="connsiteX10688" y="connsiteY10688"/>
                </a:cxn>
                <a:cxn ang="0">
                  <a:pos x="connsiteX10689" y="connsiteY10689"/>
                </a:cxn>
                <a:cxn ang="0">
                  <a:pos x="connsiteX10690" y="connsiteY10690"/>
                </a:cxn>
                <a:cxn ang="0">
                  <a:pos x="connsiteX10691" y="connsiteY10691"/>
                </a:cxn>
                <a:cxn ang="0">
                  <a:pos x="connsiteX10692" y="connsiteY10692"/>
                </a:cxn>
                <a:cxn ang="0">
                  <a:pos x="connsiteX10693" y="connsiteY10693"/>
                </a:cxn>
                <a:cxn ang="0">
                  <a:pos x="connsiteX10694" y="connsiteY10694"/>
                </a:cxn>
                <a:cxn ang="0">
                  <a:pos x="connsiteX10695" y="connsiteY10695"/>
                </a:cxn>
                <a:cxn ang="0">
                  <a:pos x="connsiteX10696" y="connsiteY10696"/>
                </a:cxn>
                <a:cxn ang="0">
                  <a:pos x="connsiteX10697" y="connsiteY10697"/>
                </a:cxn>
                <a:cxn ang="0">
                  <a:pos x="connsiteX10698" y="connsiteY10698"/>
                </a:cxn>
                <a:cxn ang="0">
                  <a:pos x="connsiteX10699" y="connsiteY10699"/>
                </a:cxn>
                <a:cxn ang="0">
                  <a:pos x="connsiteX10700" y="connsiteY10700"/>
                </a:cxn>
                <a:cxn ang="0">
                  <a:pos x="connsiteX10701" y="connsiteY10701"/>
                </a:cxn>
                <a:cxn ang="0">
                  <a:pos x="connsiteX10702" y="connsiteY10702"/>
                </a:cxn>
                <a:cxn ang="0">
                  <a:pos x="connsiteX10703" y="connsiteY10703"/>
                </a:cxn>
                <a:cxn ang="0">
                  <a:pos x="connsiteX10704" y="connsiteY10704"/>
                </a:cxn>
                <a:cxn ang="0">
                  <a:pos x="connsiteX10705" y="connsiteY10705"/>
                </a:cxn>
                <a:cxn ang="0">
                  <a:pos x="connsiteX10706" y="connsiteY10706"/>
                </a:cxn>
                <a:cxn ang="0">
                  <a:pos x="connsiteX10707" y="connsiteY10707"/>
                </a:cxn>
                <a:cxn ang="0">
                  <a:pos x="connsiteX10708" y="connsiteY10708"/>
                </a:cxn>
                <a:cxn ang="0">
                  <a:pos x="connsiteX10709" y="connsiteY10709"/>
                </a:cxn>
                <a:cxn ang="0">
                  <a:pos x="connsiteX10710" y="connsiteY10710"/>
                </a:cxn>
                <a:cxn ang="0">
                  <a:pos x="connsiteX10711" y="connsiteY10711"/>
                </a:cxn>
                <a:cxn ang="0">
                  <a:pos x="connsiteX10712" y="connsiteY10712"/>
                </a:cxn>
                <a:cxn ang="0">
                  <a:pos x="connsiteX10713" y="connsiteY10713"/>
                </a:cxn>
                <a:cxn ang="0">
                  <a:pos x="connsiteX10714" y="connsiteY10714"/>
                </a:cxn>
                <a:cxn ang="0">
                  <a:pos x="connsiteX10715" y="connsiteY10715"/>
                </a:cxn>
                <a:cxn ang="0">
                  <a:pos x="connsiteX10716" y="connsiteY10716"/>
                </a:cxn>
                <a:cxn ang="0">
                  <a:pos x="connsiteX10717" y="connsiteY10717"/>
                </a:cxn>
                <a:cxn ang="0">
                  <a:pos x="connsiteX10718" y="connsiteY10718"/>
                </a:cxn>
                <a:cxn ang="0">
                  <a:pos x="connsiteX10719" y="connsiteY10719"/>
                </a:cxn>
                <a:cxn ang="0">
                  <a:pos x="connsiteX10720" y="connsiteY10720"/>
                </a:cxn>
                <a:cxn ang="0">
                  <a:pos x="connsiteX10721" y="connsiteY10721"/>
                </a:cxn>
                <a:cxn ang="0">
                  <a:pos x="connsiteX10722" y="connsiteY10722"/>
                </a:cxn>
                <a:cxn ang="0">
                  <a:pos x="connsiteX10723" y="connsiteY10723"/>
                </a:cxn>
                <a:cxn ang="0">
                  <a:pos x="connsiteX10724" y="connsiteY10724"/>
                </a:cxn>
                <a:cxn ang="0">
                  <a:pos x="connsiteX10725" y="connsiteY10725"/>
                </a:cxn>
                <a:cxn ang="0">
                  <a:pos x="connsiteX10726" y="connsiteY10726"/>
                </a:cxn>
                <a:cxn ang="0">
                  <a:pos x="connsiteX10727" y="connsiteY10727"/>
                </a:cxn>
                <a:cxn ang="0">
                  <a:pos x="connsiteX10728" y="connsiteY10728"/>
                </a:cxn>
                <a:cxn ang="0">
                  <a:pos x="connsiteX10729" y="connsiteY10729"/>
                </a:cxn>
                <a:cxn ang="0">
                  <a:pos x="connsiteX10730" y="connsiteY10730"/>
                </a:cxn>
                <a:cxn ang="0">
                  <a:pos x="connsiteX10731" y="connsiteY10731"/>
                </a:cxn>
                <a:cxn ang="0">
                  <a:pos x="connsiteX10732" y="connsiteY10732"/>
                </a:cxn>
                <a:cxn ang="0">
                  <a:pos x="connsiteX10733" y="connsiteY10733"/>
                </a:cxn>
                <a:cxn ang="0">
                  <a:pos x="connsiteX10734" y="connsiteY10734"/>
                </a:cxn>
                <a:cxn ang="0">
                  <a:pos x="connsiteX10735" y="connsiteY10735"/>
                </a:cxn>
                <a:cxn ang="0">
                  <a:pos x="connsiteX10736" y="connsiteY10736"/>
                </a:cxn>
                <a:cxn ang="0">
                  <a:pos x="connsiteX10737" y="connsiteY10737"/>
                </a:cxn>
                <a:cxn ang="0">
                  <a:pos x="connsiteX10738" y="connsiteY10738"/>
                </a:cxn>
                <a:cxn ang="0">
                  <a:pos x="connsiteX10739" y="connsiteY10739"/>
                </a:cxn>
                <a:cxn ang="0">
                  <a:pos x="connsiteX10740" y="connsiteY10740"/>
                </a:cxn>
                <a:cxn ang="0">
                  <a:pos x="connsiteX10741" y="connsiteY10741"/>
                </a:cxn>
                <a:cxn ang="0">
                  <a:pos x="connsiteX10742" y="connsiteY10742"/>
                </a:cxn>
                <a:cxn ang="0">
                  <a:pos x="connsiteX10743" y="connsiteY10743"/>
                </a:cxn>
                <a:cxn ang="0">
                  <a:pos x="connsiteX10744" y="connsiteY10744"/>
                </a:cxn>
                <a:cxn ang="0">
                  <a:pos x="connsiteX10745" y="connsiteY10745"/>
                </a:cxn>
                <a:cxn ang="0">
                  <a:pos x="connsiteX10746" y="connsiteY10746"/>
                </a:cxn>
                <a:cxn ang="0">
                  <a:pos x="connsiteX10747" y="connsiteY10747"/>
                </a:cxn>
                <a:cxn ang="0">
                  <a:pos x="connsiteX10748" y="connsiteY10748"/>
                </a:cxn>
                <a:cxn ang="0">
                  <a:pos x="connsiteX10749" y="connsiteY10749"/>
                </a:cxn>
                <a:cxn ang="0">
                  <a:pos x="connsiteX10750" y="connsiteY10750"/>
                </a:cxn>
                <a:cxn ang="0">
                  <a:pos x="connsiteX10751" y="connsiteY10751"/>
                </a:cxn>
                <a:cxn ang="0">
                  <a:pos x="connsiteX10752" y="connsiteY10752"/>
                </a:cxn>
                <a:cxn ang="0">
                  <a:pos x="connsiteX10753" y="connsiteY10753"/>
                </a:cxn>
                <a:cxn ang="0">
                  <a:pos x="connsiteX10754" y="connsiteY10754"/>
                </a:cxn>
                <a:cxn ang="0">
                  <a:pos x="connsiteX10755" y="connsiteY10755"/>
                </a:cxn>
                <a:cxn ang="0">
                  <a:pos x="connsiteX10756" y="connsiteY10756"/>
                </a:cxn>
                <a:cxn ang="0">
                  <a:pos x="connsiteX10757" y="connsiteY10757"/>
                </a:cxn>
                <a:cxn ang="0">
                  <a:pos x="connsiteX10758" y="connsiteY10758"/>
                </a:cxn>
                <a:cxn ang="0">
                  <a:pos x="connsiteX10759" y="connsiteY10759"/>
                </a:cxn>
                <a:cxn ang="0">
                  <a:pos x="connsiteX10760" y="connsiteY10760"/>
                </a:cxn>
                <a:cxn ang="0">
                  <a:pos x="connsiteX10761" y="connsiteY10761"/>
                </a:cxn>
                <a:cxn ang="0">
                  <a:pos x="connsiteX10762" y="connsiteY10762"/>
                </a:cxn>
                <a:cxn ang="0">
                  <a:pos x="connsiteX10763" y="connsiteY10763"/>
                </a:cxn>
                <a:cxn ang="0">
                  <a:pos x="connsiteX10764" y="connsiteY10764"/>
                </a:cxn>
                <a:cxn ang="0">
                  <a:pos x="connsiteX10765" y="connsiteY10765"/>
                </a:cxn>
                <a:cxn ang="0">
                  <a:pos x="connsiteX10766" y="connsiteY10766"/>
                </a:cxn>
                <a:cxn ang="0">
                  <a:pos x="connsiteX10767" y="connsiteY10767"/>
                </a:cxn>
                <a:cxn ang="0">
                  <a:pos x="connsiteX10768" y="connsiteY10768"/>
                </a:cxn>
                <a:cxn ang="0">
                  <a:pos x="connsiteX10769" y="connsiteY10769"/>
                </a:cxn>
                <a:cxn ang="0">
                  <a:pos x="connsiteX10770" y="connsiteY10770"/>
                </a:cxn>
                <a:cxn ang="0">
                  <a:pos x="connsiteX10771" y="connsiteY10771"/>
                </a:cxn>
                <a:cxn ang="0">
                  <a:pos x="connsiteX10772" y="connsiteY10772"/>
                </a:cxn>
                <a:cxn ang="0">
                  <a:pos x="connsiteX10773" y="connsiteY10773"/>
                </a:cxn>
                <a:cxn ang="0">
                  <a:pos x="connsiteX10774" y="connsiteY10774"/>
                </a:cxn>
                <a:cxn ang="0">
                  <a:pos x="connsiteX10775" y="connsiteY10775"/>
                </a:cxn>
                <a:cxn ang="0">
                  <a:pos x="connsiteX10776" y="connsiteY10776"/>
                </a:cxn>
                <a:cxn ang="0">
                  <a:pos x="connsiteX10777" y="connsiteY10777"/>
                </a:cxn>
                <a:cxn ang="0">
                  <a:pos x="connsiteX10778" y="connsiteY10778"/>
                </a:cxn>
                <a:cxn ang="0">
                  <a:pos x="connsiteX10779" y="connsiteY10779"/>
                </a:cxn>
                <a:cxn ang="0">
                  <a:pos x="connsiteX10780" y="connsiteY10780"/>
                </a:cxn>
                <a:cxn ang="0">
                  <a:pos x="connsiteX10781" y="connsiteY10781"/>
                </a:cxn>
                <a:cxn ang="0">
                  <a:pos x="connsiteX10782" y="connsiteY10782"/>
                </a:cxn>
                <a:cxn ang="0">
                  <a:pos x="connsiteX10783" y="connsiteY10783"/>
                </a:cxn>
                <a:cxn ang="0">
                  <a:pos x="connsiteX10784" y="connsiteY10784"/>
                </a:cxn>
                <a:cxn ang="0">
                  <a:pos x="connsiteX10785" y="connsiteY10785"/>
                </a:cxn>
                <a:cxn ang="0">
                  <a:pos x="connsiteX10786" y="connsiteY10786"/>
                </a:cxn>
                <a:cxn ang="0">
                  <a:pos x="connsiteX10787" y="connsiteY10787"/>
                </a:cxn>
                <a:cxn ang="0">
                  <a:pos x="connsiteX10788" y="connsiteY10788"/>
                </a:cxn>
                <a:cxn ang="0">
                  <a:pos x="connsiteX10789" y="connsiteY10789"/>
                </a:cxn>
                <a:cxn ang="0">
                  <a:pos x="connsiteX10790" y="connsiteY10790"/>
                </a:cxn>
                <a:cxn ang="0">
                  <a:pos x="connsiteX10791" y="connsiteY10791"/>
                </a:cxn>
                <a:cxn ang="0">
                  <a:pos x="connsiteX10792" y="connsiteY10792"/>
                </a:cxn>
                <a:cxn ang="0">
                  <a:pos x="connsiteX10793" y="connsiteY10793"/>
                </a:cxn>
                <a:cxn ang="0">
                  <a:pos x="connsiteX10794" y="connsiteY10794"/>
                </a:cxn>
                <a:cxn ang="0">
                  <a:pos x="connsiteX10795" y="connsiteY10795"/>
                </a:cxn>
                <a:cxn ang="0">
                  <a:pos x="connsiteX10796" y="connsiteY10796"/>
                </a:cxn>
                <a:cxn ang="0">
                  <a:pos x="connsiteX10797" y="connsiteY10797"/>
                </a:cxn>
                <a:cxn ang="0">
                  <a:pos x="connsiteX10798" y="connsiteY10798"/>
                </a:cxn>
                <a:cxn ang="0">
                  <a:pos x="connsiteX10799" y="connsiteY10799"/>
                </a:cxn>
                <a:cxn ang="0">
                  <a:pos x="connsiteX10800" y="connsiteY10800"/>
                </a:cxn>
                <a:cxn ang="0">
                  <a:pos x="connsiteX10801" y="connsiteY10801"/>
                </a:cxn>
                <a:cxn ang="0">
                  <a:pos x="connsiteX10802" y="connsiteY10802"/>
                </a:cxn>
                <a:cxn ang="0">
                  <a:pos x="connsiteX10803" y="connsiteY10803"/>
                </a:cxn>
                <a:cxn ang="0">
                  <a:pos x="connsiteX10804" y="connsiteY10804"/>
                </a:cxn>
                <a:cxn ang="0">
                  <a:pos x="connsiteX10805" y="connsiteY10805"/>
                </a:cxn>
                <a:cxn ang="0">
                  <a:pos x="connsiteX10806" y="connsiteY10806"/>
                </a:cxn>
                <a:cxn ang="0">
                  <a:pos x="connsiteX10807" y="connsiteY10807"/>
                </a:cxn>
                <a:cxn ang="0">
                  <a:pos x="connsiteX10808" y="connsiteY10808"/>
                </a:cxn>
                <a:cxn ang="0">
                  <a:pos x="connsiteX10809" y="connsiteY10809"/>
                </a:cxn>
                <a:cxn ang="0">
                  <a:pos x="connsiteX10810" y="connsiteY10810"/>
                </a:cxn>
                <a:cxn ang="0">
                  <a:pos x="connsiteX10811" y="connsiteY10811"/>
                </a:cxn>
                <a:cxn ang="0">
                  <a:pos x="connsiteX10812" y="connsiteY10812"/>
                </a:cxn>
                <a:cxn ang="0">
                  <a:pos x="connsiteX10813" y="connsiteY10813"/>
                </a:cxn>
                <a:cxn ang="0">
                  <a:pos x="connsiteX10814" y="connsiteY10814"/>
                </a:cxn>
                <a:cxn ang="0">
                  <a:pos x="connsiteX10815" y="connsiteY10815"/>
                </a:cxn>
                <a:cxn ang="0">
                  <a:pos x="connsiteX10816" y="connsiteY10816"/>
                </a:cxn>
                <a:cxn ang="0">
                  <a:pos x="connsiteX10817" y="connsiteY10817"/>
                </a:cxn>
                <a:cxn ang="0">
                  <a:pos x="connsiteX10818" y="connsiteY10818"/>
                </a:cxn>
                <a:cxn ang="0">
                  <a:pos x="connsiteX10819" y="connsiteY10819"/>
                </a:cxn>
                <a:cxn ang="0">
                  <a:pos x="connsiteX10820" y="connsiteY10820"/>
                </a:cxn>
                <a:cxn ang="0">
                  <a:pos x="connsiteX10821" y="connsiteY10821"/>
                </a:cxn>
                <a:cxn ang="0">
                  <a:pos x="connsiteX10822" y="connsiteY10822"/>
                </a:cxn>
                <a:cxn ang="0">
                  <a:pos x="connsiteX10823" y="connsiteY10823"/>
                </a:cxn>
                <a:cxn ang="0">
                  <a:pos x="connsiteX10824" y="connsiteY10824"/>
                </a:cxn>
                <a:cxn ang="0">
                  <a:pos x="connsiteX10825" y="connsiteY10825"/>
                </a:cxn>
                <a:cxn ang="0">
                  <a:pos x="connsiteX10826" y="connsiteY10826"/>
                </a:cxn>
                <a:cxn ang="0">
                  <a:pos x="connsiteX10827" y="connsiteY10827"/>
                </a:cxn>
                <a:cxn ang="0">
                  <a:pos x="connsiteX10828" y="connsiteY10828"/>
                </a:cxn>
                <a:cxn ang="0">
                  <a:pos x="connsiteX10829" y="connsiteY10829"/>
                </a:cxn>
                <a:cxn ang="0">
                  <a:pos x="connsiteX10830" y="connsiteY10830"/>
                </a:cxn>
                <a:cxn ang="0">
                  <a:pos x="connsiteX10831" y="connsiteY10831"/>
                </a:cxn>
                <a:cxn ang="0">
                  <a:pos x="connsiteX10832" y="connsiteY10832"/>
                </a:cxn>
                <a:cxn ang="0">
                  <a:pos x="connsiteX10833" y="connsiteY10833"/>
                </a:cxn>
                <a:cxn ang="0">
                  <a:pos x="connsiteX10834" y="connsiteY10834"/>
                </a:cxn>
                <a:cxn ang="0">
                  <a:pos x="connsiteX10835" y="connsiteY10835"/>
                </a:cxn>
                <a:cxn ang="0">
                  <a:pos x="connsiteX10836" y="connsiteY10836"/>
                </a:cxn>
                <a:cxn ang="0">
                  <a:pos x="connsiteX10837" y="connsiteY10837"/>
                </a:cxn>
                <a:cxn ang="0">
                  <a:pos x="connsiteX10838" y="connsiteY10838"/>
                </a:cxn>
                <a:cxn ang="0">
                  <a:pos x="connsiteX10839" y="connsiteY10839"/>
                </a:cxn>
                <a:cxn ang="0">
                  <a:pos x="connsiteX10840" y="connsiteY10840"/>
                </a:cxn>
                <a:cxn ang="0">
                  <a:pos x="connsiteX10841" y="connsiteY10841"/>
                </a:cxn>
                <a:cxn ang="0">
                  <a:pos x="connsiteX10842" y="connsiteY10842"/>
                </a:cxn>
                <a:cxn ang="0">
                  <a:pos x="connsiteX10843" y="connsiteY10843"/>
                </a:cxn>
                <a:cxn ang="0">
                  <a:pos x="connsiteX10844" y="connsiteY10844"/>
                </a:cxn>
                <a:cxn ang="0">
                  <a:pos x="connsiteX10845" y="connsiteY10845"/>
                </a:cxn>
                <a:cxn ang="0">
                  <a:pos x="connsiteX10846" y="connsiteY10846"/>
                </a:cxn>
                <a:cxn ang="0">
                  <a:pos x="connsiteX10847" y="connsiteY10847"/>
                </a:cxn>
                <a:cxn ang="0">
                  <a:pos x="connsiteX10848" y="connsiteY10848"/>
                </a:cxn>
                <a:cxn ang="0">
                  <a:pos x="connsiteX10849" y="connsiteY10849"/>
                </a:cxn>
                <a:cxn ang="0">
                  <a:pos x="connsiteX10850" y="connsiteY10850"/>
                </a:cxn>
                <a:cxn ang="0">
                  <a:pos x="connsiteX10851" y="connsiteY10851"/>
                </a:cxn>
                <a:cxn ang="0">
                  <a:pos x="connsiteX10852" y="connsiteY10852"/>
                </a:cxn>
                <a:cxn ang="0">
                  <a:pos x="connsiteX10853" y="connsiteY10853"/>
                </a:cxn>
                <a:cxn ang="0">
                  <a:pos x="connsiteX10854" y="connsiteY10854"/>
                </a:cxn>
                <a:cxn ang="0">
                  <a:pos x="connsiteX10855" y="connsiteY10855"/>
                </a:cxn>
                <a:cxn ang="0">
                  <a:pos x="connsiteX10856" y="connsiteY10856"/>
                </a:cxn>
                <a:cxn ang="0">
                  <a:pos x="connsiteX10857" y="connsiteY10857"/>
                </a:cxn>
                <a:cxn ang="0">
                  <a:pos x="connsiteX10858" y="connsiteY10858"/>
                </a:cxn>
                <a:cxn ang="0">
                  <a:pos x="connsiteX10859" y="connsiteY10859"/>
                </a:cxn>
                <a:cxn ang="0">
                  <a:pos x="connsiteX10860" y="connsiteY10860"/>
                </a:cxn>
                <a:cxn ang="0">
                  <a:pos x="connsiteX10861" y="connsiteY10861"/>
                </a:cxn>
                <a:cxn ang="0">
                  <a:pos x="connsiteX10862" y="connsiteY10862"/>
                </a:cxn>
                <a:cxn ang="0">
                  <a:pos x="connsiteX10863" y="connsiteY10863"/>
                </a:cxn>
                <a:cxn ang="0">
                  <a:pos x="connsiteX10864" y="connsiteY10864"/>
                </a:cxn>
                <a:cxn ang="0">
                  <a:pos x="connsiteX10865" y="connsiteY10865"/>
                </a:cxn>
                <a:cxn ang="0">
                  <a:pos x="connsiteX10866" y="connsiteY10866"/>
                </a:cxn>
                <a:cxn ang="0">
                  <a:pos x="connsiteX10867" y="connsiteY10867"/>
                </a:cxn>
                <a:cxn ang="0">
                  <a:pos x="connsiteX10868" y="connsiteY10868"/>
                </a:cxn>
                <a:cxn ang="0">
                  <a:pos x="connsiteX10869" y="connsiteY10869"/>
                </a:cxn>
                <a:cxn ang="0">
                  <a:pos x="connsiteX10870" y="connsiteY10870"/>
                </a:cxn>
                <a:cxn ang="0">
                  <a:pos x="connsiteX10871" y="connsiteY10871"/>
                </a:cxn>
                <a:cxn ang="0">
                  <a:pos x="connsiteX10872" y="connsiteY10872"/>
                </a:cxn>
                <a:cxn ang="0">
                  <a:pos x="connsiteX10873" y="connsiteY10873"/>
                </a:cxn>
                <a:cxn ang="0">
                  <a:pos x="connsiteX10874" y="connsiteY10874"/>
                </a:cxn>
                <a:cxn ang="0">
                  <a:pos x="connsiteX10875" y="connsiteY10875"/>
                </a:cxn>
                <a:cxn ang="0">
                  <a:pos x="connsiteX10876" y="connsiteY10876"/>
                </a:cxn>
                <a:cxn ang="0">
                  <a:pos x="connsiteX10877" y="connsiteY10877"/>
                </a:cxn>
                <a:cxn ang="0">
                  <a:pos x="connsiteX10878" y="connsiteY10878"/>
                </a:cxn>
                <a:cxn ang="0">
                  <a:pos x="connsiteX10879" y="connsiteY10879"/>
                </a:cxn>
                <a:cxn ang="0">
                  <a:pos x="connsiteX10880" y="connsiteY10880"/>
                </a:cxn>
                <a:cxn ang="0">
                  <a:pos x="connsiteX10881" y="connsiteY10881"/>
                </a:cxn>
                <a:cxn ang="0">
                  <a:pos x="connsiteX10882" y="connsiteY10882"/>
                </a:cxn>
                <a:cxn ang="0">
                  <a:pos x="connsiteX10883" y="connsiteY10883"/>
                </a:cxn>
                <a:cxn ang="0">
                  <a:pos x="connsiteX10884" y="connsiteY10884"/>
                </a:cxn>
                <a:cxn ang="0">
                  <a:pos x="connsiteX10885" y="connsiteY10885"/>
                </a:cxn>
                <a:cxn ang="0">
                  <a:pos x="connsiteX10886" y="connsiteY10886"/>
                </a:cxn>
                <a:cxn ang="0">
                  <a:pos x="connsiteX10887" y="connsiteY10887"/>
                </a:cxn>
                <a:cxn ang="0">
                  <a:pos x="connsiteX10888" y="connsiteY10888"/>
                </a:cxn>
                <a:cxn ang="0">
                  <a:pos x="connsiteX10889" y="connsiteY10889"/>
                </a:cxn>
                <a:cxn ang="0">
                  <a:pos x="connsiteX10890" y="connsiteY10890"/>
                </a:cxn>
                <a:cxn ang="0">
                  <a:pos x="connsiteX10891" y="connsiteY10891"/>
                </a:cxn>
                <a:cxn ang="0">
                  <a:pos x="connsiteX10892" y="connsiteY10892"/>
                </a:cxn>
                <a:cxn ang="0">
                  <a:pos x="connsiteX10893" y="connsiteY10893"/>
                </a:cxn>
                <a:cxn ang="0">
                  <a:pos x="connsiteX10894" y="connsiteY10894"/>
                </a:cxn>
                <a:cxn ang="0">
                  <a:pos x="connsiteX10895" y="connsiteY10895"/>
                </a:cxn>
                <a:cxn ang="0">
                  <a:pos x="connsiteX10896" y="connsiteY10896"/>
                </a:cxn>
                <a:cxn ang="0">
                  <a:pos x="connsiteX10897" y="connsiteY10897"/>
                </a:cxn>
                <a:cxn ang="0">
                  <a:pos x="connsiteX10898" y="connsiteY10898"/>
                </a:cxn>
                <a:cxn ang="0">
                  <a:pos x="connsiteX10899" y="connsiteY10899"/>
                </a:cxn>
                <a:cxn ang="0">
                  <a:pos x="connsiteX10900" y="connsiteY10900"/>
                </a:cxn>
                <a:cxn ang="0">
                  <a:pos x="connsiteX10901" y="connsiteY10901"/>
                </a:cxn>
                <a:cxn ang="0">
                  <a:pos x="connsiteX10902" y="connsiteY10902"/>
                </a:cxn>
                <a:cxn ang="0">
                  <a:pos x="connsiteX10903" y="connsiteY10903"/>
                </a:cxn>
                <a:cxn ang="0">
                  <a:pos x="connsiteX10904" y="connsiteY10904"/>
                </a:cxn>
                <a:cxn ang="0">
                  <a:pos x="connsiteX10905" y="connsiteY10905"/>
                </a:cxn>
                <a:cxn ang="0">
                  <a:pos x="connsiteX10906" y="connsiteY10906"/>
                </a:cxn>
                <a:cxn ang="0">
                  <a:pos x="connsiteX10907" y="connsiteY10907"/>
                </a:cxn>
                <a:cxn ang="0">
                  <a:pos x="connsiteX10908" y="connsiteY10908"/>
                </a:cxn>
                <a:cxn ang="0">
                  <a:pos x="connsiteX10909" y="connsiteY10909"/>
                </a:cxn>
                <a:cxn ang="0">
                  <a:pos x="connsiteX10910" y="connsiteY10910"/>
                </a:cxn>
                <a:cxn ang="0">
                  <a:pos x="connsiteX10911" y="connsiteY10911"/>
                </a:cxn>
                <a:cxn ang="0">
                  <a:pos x="connsiteX10912" y="connsiteY10912"/>
                </a:cxn>
                <a:cxn ang="0">
                  <a:pos x="connsiteX10913" y="connsiteY10913"/>
                </a:cxn>
                <a:cxn ang="0">
                  <a:pos x="connsiteX10914" y="connsiteY10914"/>
                </a:cxn>
                <a:cxn ang="0">
                  <a:pos x="connsiteX10915" y="connsiteY10915"/>
                </a:cxn>
                <a:cxn ang="0">
                  <a:pos x="connsiteX10916" y="connsiteY10916"/>
                </a:cxn>
                <a:cxn ang="0">
                  <a:pos x="connsiteX10917" y="connsiteY10917"/>
                </a:cxn>
                <a:cxn ang="0">
                  <a:pos x="connsiteX10918" y="connsiteY10918"/>
                </a:cxn>
                <a:cxn ang="0">
                  <a:pos x="connsiteX10919" y="connsiteY10919"/>
                </a:cxn>
                <a:cxn ang="0">
                  <a:pos x="connsiteX10920" y="connsiteY10920"/>
                </a:cxn>
                <a:cxn ang="0">
                  <a:pos x="connsiteX10921" y="connsiteY10921"/>
                </a:cxn>
                <a:cxn ang="0">
                  <a:pos x="connsiteX10922" y="connsiteY10922"/>
                </a:cxn>
                <a:cxn ang="0">
                  <a:pos x="connsiteX10923" y="connsiteY10923"/>
                </a:cxn>
                <a:cxn ang="0">
                  <a:pos x="connsiteX10924" y="connsiteY10924"/>
                </a:cxn>
                <a:cxn ang="0">
                  <a:pos x="connsiteX10925" y="connsiteY10925"/>
                </a:cxn>
                <a:cxn ang="0">
                  <a:pos x="connsiteX10926" y="connsiteY10926"/>
                </a:cxn>
                <a:cxn ang="0">
                  <a:pos x="connsiteX10927" y="connsiteY10927"/>
                </a:cxn>
                <a:cxn ang="0">
                  <a:pos x="connsiteX10928" y="connsiteY10928"/>
                </a:cxn>
                <a:cxn ang="0">
                  <a:pos x="connsiteX10929" y="connsiteY10929"/>
                </a:cxn>
                <a:cxn ang="0">
                  <a:pos x="connsiteX10930" y="connsiteY10930"/>
                </a:cxn>
                <a:cxn ang="0">
                  <a:pos x="connsiteX10931" y="connsiteY10931"/>
                </a:cxn>
                <a:cxn ang="0">
                  <a:pos x="connsiteX10932" y="connsiteY10932"/>
                </a:cxn>
                <a:cxn ang="0">
                  <a:pos x="connsiteX10933" y="connsiteY10933"/>
                </a:cxn>
                <a:cxn ang="0">
                  <a:pos x="connsiteX10934" y="connsiteY10934"/>
                </a:cxn>
                <a:cxn ang="0">
                  <a:pos x="connsiteX10935" y="connsiteY10935"/>
                </a:cxn>
                <a:cxn ang="0">
                  <a:pos x="connsiteX10936" y="connsiteY10936"/>
                </a:cxn>
                <a:cxn ang="0">
                  <a:pos x="connsiteX10937" y="connsiteY10937"/>
                </a:cxn>
                <a:cxn ang="0">
                  <a:pos x="connsiteX10938" y="connsiteY10938"/>
                </a:cxn>
                <a:cxn ang="0">
                  <a:pos x="connsiteX10939" y="connsiteY10939"/>
                </a:cxn>
                <a:cxn ang="0">
                  <a:pos x="connsiteX10940" y="connsiteY10940"/>
                </a:cxn>
                <a:cxn ang="0">
                  <a:pos x="connsiteX10941" y="connsiteY10941"/>
                </a:cxn>
                <a:cxn ang="0">
                  <a:pos x="connsiteX10942" y="connsiteY10942"/>
                </a:cxn>
                <a:cxn ang="0">
                  <a:pos x="connsiteX10943" y="connsiteY10943"/>
                </a:cxn>
                <a:cxn ang="0">
                  <a:pos x="connsiteX10944" y="connsiteY10944"/>
                </a:cxn>
                <a:cxn ang="0">
                  <a:pos x="connsiteX10945" y="connsiteY10945"/>
                </a:cxn>
                <a:cxn ang="0">
                  <a:pos x="connsiteX10946" y="connsiteY10946"/>
                </a:cxn>
                <a:cxn ang="0">
                  <a:pos x="connsiteX10947" y="connsiteY10947"/>
                </a:cxn>
                <a:cxn ang="0">
                  <a:pos x="connsiteX10948" y="connsiteY10948"/>
                </a:cxn>
                <a:cxn ang="0">
                  <a:pos x="connsiteX10949" y="connsiteY10949"/>
                </a:cxn>
                <a:cxn ang="0">
                  <a:pos x="connsiteX10950" y="connsiteY10950"/>
                </a:cxn>
                <a:cxn ang="0">
                  <a:pos x="connsiteX10951" y="connsiteY10951"/>
                </a:cxn>
                <a:cxn ang="0">
                  <a:pos x="connsiteX10952" y="connsiteY10952"/>
                </a:cxn>
                <a:cxn ang="0">
                  <a:pos x="connsiteX10953" y="connsiteY10953"/>
                </a:cxn>
                <a:cxn ang="0">
                  <a:pos x="connsiteX10954" y="connsiteY10954"/>
                </a:cxn>
                <a:cxn ang="0">
                  <a:pos x="connsiteX10955" y="connsiteY10955"/>
                </a:cxn>
                <a:cxn ang="0">
                  <a:pos x="connsiteX10956" y="connsiteY10956"/>
                </a:cxn>
                <a:cxn ang="0">
                  <a:pos x="connsiteX10957" y="connsiteY10957"/>
                </a:cxn>
                <a:cxn ang="0">
                  <a:pos x="connsiteX10958" y="connsiteY10958"/>
                </a:cxn>
                <a:cxn ang="0">
                  <a:pos x="connsiteX10959" y="connsiteY10959"/>
                </a:cxn>
                <a:cxn ang="0">
                  <a:pos x="connsiteX10960" y="connsiteY10960"/>
                </a:cxn>
                <a:cxn ang="0">
                  <a:pos x="connsiteX10961" y="connsiteY10961"/>
                </a:cxn>
                <a:cxn ang="0">
                  <a:pos x="connsiteX10962" y="connsiteY10962"/>
                </a:cxn>
                <a:cxn ang="0">
                  <a:pos x="connsiteX10963" y="connsiteY10963"/>
                </a:cxn>
                <a:cxn ang="0">
                  <a:pos x="connsiteX10964" y="connsiteY10964"/>
                </a:cxn>
                <a:cxn ang="0">
                  <a:pos x="connsiteX10965" y="connsiteY10965"/>
                </a:cxn>
                <a:cxn ang="0">
                  <a:pos x="connsiteX10966" y="connsiteY10966"/>
                </a:cxn>
                <a:cxn ang="0">
                  <a:pos x="connsiteX10967" y="connsiteY10967"/>
                </a:cxn>
                <a:cxn ang="0">
                  <a:pos x="connsiteX10968" y="connsiteY10968"/>
                </a:cxn>
                <a:cxn ang="0">
                  <a:pos x="connsiteX10969" y="connsiteY10969"/>
                </a:cxn>
                <a:cxn ang="0">
                  <a:pos x="connsiteX10970" y="connsiteY10970"/>
                </a:cxn>
                <a:cxn ang="0">
                  <a:pos x="connsiteX10971" y="connsiteY10971"/>
                </a:cxn>
                <a:cxn ang="0">
                  <a:pos x="connsiteX10972" y="connsiteY10972"/>
                </a:cxn>
                <a:cxn ang="0">
                  <a:pos x="connsiteX10973" y="connsiteY10973"/>
                </a:cxn>
                <a:cxn ang="0">
                  <a:pos x="connsiteX10974" y="connsiteY10974"/>
                </a:cxn>
                <a:cxn ang="0">
                  <a:pos x="connsiteX10975" y="connsiteY10975"/>
                </a:cxn>
                <a:cxn ang="0">
                  <a:pos x="connsiteX10976" y="connsiteY10976"/>
                </a:cxn>
                <a:cxn ang="0">
                  <a:pos x="connsiteX10977" y="connsiteY10977"/>
                </a:cxn>
                <a:cxn ang="0">
                  <a:pos x="connsiteX10978" y="connsiteY10978"/>
                </a:cxn>
                <a:cxn ang="0">
                  <a:pos x="connsiteX10979" y="connsiteY10979"/>
                </a:cxn>
                <a:cxn ang="0">
                  <a:pos x="connsiteX10980" y="connsiteY10980"/>
                </a:cxn>
                <a:cxn ang="0">
                  <a:pos x="connsiteX10981" y="connsiteY10981"/>
                </a:cxn>
                <a:cxn ang="0">
                  <a:pos x="connsiteX10982" y="connsiteY10982"/>
                </a:cxn>
                <a:cxn ang="0">
                  <a:pos x="connsiteX10983" y="connsiteY10983"/>
                </a:cxn>
                <a:cxn ang="0">
                  <a:pos x="connsiteX10984" y="connsiteY10984"/>
                </a:cxn>
                <a:cxn ang="0">
                  <a:pos x="connsiteX10985" y="connsiteY10985"/>
                </a:cxn>
                <a:cxn ang="0">
                  <a:pos x="connsiteX10986" y="connsiteY10986"/>
                </a:cxn>
                <a:cxn ang="0">
                  <a:pos x="connsiteX10987" y="connsiteY10987"/>
                </a:cxn>
                <a:cxn ang="0">
                  <a:pos x="connsiteX10988" y="connsiteY10988"/>
                </a:cxn>
                <a:cxn ang="0">
                  <a:pos x="connsiteX10989" y="connsiteY10989"/>
                </a:cxn>
                <a:cxn ang="0">
                  <a:pos x="connsiteX10990" y="connsiteY10990"/>
                </a:cxn>
                <a:cxn ang="0">
                  <a:pos x="connsiteX10991" y="connsiteY10991"/>
                </a:cxn>
                <a:cxn ang="0">
                  <a:pos x="connsiteX10992" y="connsiteY10992"/>
                </a:cxn>
                <a:cxn ang="0">
                  <a:pos x="connsiteX10993" y="connsiteY10993"/>
                </a:cxn>
                <a:cxn ang="0">
                  <a:pos x="connsiteX10994" y="connsiteY10994"/>
                </a:cxn>
                <a:cxn ang="0">
                  <a:pos x="connsiteX10995" y="connsiteY10995"/>
                </a:cxn>
                <a:cxn ang="0">
                  <a:pos x="connsiteX10996" y="connsiteY10996"/>
                </a:cxn>
                <a:cxn ang="0">
                  <a:pos x="connsiteX10997" y="connsiteY10997"/>
                </a:cxn>
                <a:cxn ang="0">
                  <a:pos x="connsiteX10998" y="connsiteY10998"/>
                </a:cxn>
                <a:cxn ang="0">
                  <a:pos x="connsiteX10999" y="connsiteY10999"/>
                </a:cxn>
                <a:cxn ang="0">
                  <a:pos x="connsiteX11000" y="connsiteY11000"/>
                </a:cxn>
                <a:cxn ang="0">
                  <a:pos x="connsiteX11001" y="connsiteY11001"/>
                </a:cxn>
                <a:cxn ang="0">
                  <a:pos x="connsiteX11002" y="connsiteY11002"/>
                </a:cxn>
                <a:cxn ang="0">
                  <a:pos x="connsiteX11003" y="connsiteY11003"/>
                </a:cxn>
                <a:cxn ang="0">
                  <a:pos x="connsiteX11004" y="connsiteY11004"/>
                </a:cxn>
                <a:cxn ang="0">
                  <a:pos x="connsiteX11005" y="connsiteY11005"/>
                </a:cxn>
                <a:cxn ang="0">
                  <a:pos x="connsiteX11006" y="connsiteY11006"/>
                </a:cxn>
                <a:cxn ang="0">
                  <a:pos x="connsiteX11007" y="connsiteY11007"/>
                </a:cxn>
                <a:cxn ang="0">
                  <a:pos x="connsiteX11008" y="connsiteY11008"/>
                </a:cxn>
                <a:cxn ang="0">
                  <a:pos x="connsiteX11009" y="connsiteY11009"/>
                </a:cxn>
                <a:cxn ang="0">
                  <a:pos x="connsiteX11010" y="connsiteY11010"/>
                </a:cxn>
                <a:cxn ang="0">
                  <a:pos x="connsiteX11011" y="connsiteY11011"/>
                </a:cxn>
                <a:cxn ang="0">
                  <a:pos x="connsiteX11012" y="connsiteY11012"/>
                </a:cxn>
                <a:cxn ang="0">
                  <a:pos x="connsiteX11013" y="connsiteY11013"/>
                </a:cxn>
                <a:cxn ang="0">
                  <a:pos x="connsiteX11014" y="connsiteY11014"/>
                </a:cxn>
                <a:cxn ang="0">
                  <a:pos x="connsiteX11015" y="connsiteY11015"/>
                </a:cxn>
                <a:cxn ang="0">
                  <a:pos x="connsiteX11016" y="connsiteY11016"/>
                </a:cxn>
                <a:cxn ang="0">
                  <a:pos x="connsiteX11017" y="connsiteY11017"/>
                </a:cxn>
                <a:cxn ang="0">
                  <a:pos x="connsiteX11018" y="connsiteY11018"/>
                </a:cxn>
                <a:cxn ang="0">
                  <a:pos x="connsiteX11019" y="connsiteY11019"/>
                </a:cxn>
                <a:cxn ang="0">
                  <a:pos x="connsiteX11020" y="connsiteY11020"/>
                </a:cxn>
                <a:cxn ang="0">
                  <a:pos x="connsiteX11021" y="connsiteY11021"/>
                </a:cxn>
                <a:cxn ang="0">
                  <a:pos x="connsiteX11022" y="connsiteY11022"/>
                </a:cxn>
                <a:cxn ang="0">
                  <a:pos x="connsiteX11023" y="connsiteY11023"/>
                </a:cxn>
                <a:cxn ang="0">
                  <a:pos x="connsiteX11024" y="connsiteY11024"/>
                </a:cxn>
                <a:cxn ang="0">
                  <a:pos x="connsiteX11025" y="connsiteY11025"/>
                </a:cxn>
                <a:cxn ang="0">
                  <a:pos x="connsiteX11026" y="connsiteY11026"/>
                </a:cxn>
                <a:cxn ang="0">
                  <a:pos x="connsiteX11027" y="connsiteY11027"/>
                </a:cxn>
                <a:cxn ang="0">
                  <a:pos x="connsiteX11028" y="connsiteY11028"/>
                </a:cxn>
                <a:cxn ang="0">
                  <a:pos x="connsiteX11029" y="connsiteY11029"/>
                </a:cxn>
                <a:cxn ang="0">
                  <a:pos x="connsiteX11030" y="connsiteY11030"/>
                </a:cxn>
                <a:cxn ang="0">
                  <a:pos x="connsiteX11031" y="connsiteY11031"/>
                </a:cxn>
                <a:cxn ang="0">
                  <a:pos x="connsiteX11032" y="connsiteY11032"/>
                </a:cxn>
                <a:cxn ang="0">
                  <a:pos x="connsiteX11033" y="connsiteY11033"/>
                </a:cxn>
                <a:cxn ang="0">
                  <a:pos x="connsiteX11034" y="connsiteY11034"/>
                </a:cxn>
                <a:cxn ang="0">
                  <a:pos x="connsiteX11035" y="connsiteY11035"/>
                </a:cxn>
                <a:cxn ang="0">
                  <a:pos x="connsiteX11036" y="connsiteY11036"/>
                </a:cxn>
                <a:cxn ang="0">
                  <a:pos x="connsiteX11037" y="connsiteY11037"/>
                </a:cxn>
                <a:cxn ang="0">
                  <a:pos x="connsiteX11038" y="connsiteY11038"/>
                </a:cxn>
                <a:cxn ang="0">
                  <a:pos x="connsiteX11039" y="connsiteY11039"/>
                </a:cxn>
                <a:cxn ang="0">
                  <a:pos x="connsiteX11040" y="connsiteY11040"/>
                </a:cxn>
                <a:cxn ang="0">
                  <a:pos x="connsiteX11041" y="connsiteY11041"/>
                </a:cxn>
                <a:cxn ang="0">
                  <a:pos x="connsiteX11042" y="connsiteY11042"/>
                </a:cxn>
                <a:cxn ang="0">
                  <a:pos x="connsiteX11043" y="connsiteY11043"/>
                </a:cxn>
                <a:cxn ang="0">
                  <a:pos x="connsiteX11044" y="connsiteY11044"/>
                </a:cxn>
                <a:cxn ang="0">
                  <a:pos x="connsiteX11045" y="connsiteY11045"/>
                </a:cxn>
                <a:cxn ang="0">
                  <a:pos x="connsiteX11046" y="connsiteY11046"/>
                </a:cxn>
                <a:cxn ang="0">
                  <a:pos x="connsiteX11047" y="connsiteY11047"/>
                </a:cxn>
                <a:cxn ang="0">
                  <a:pos x="connsiteX11048" y="connsiteY11048"/>
                </a:cxn>
                <a:cxn ang="0">
                  <a:pos x="connsiteX11049" y="connsiteY11049"/>
                </a:cxn>
                <a:cxn ang="0">
                  <a:pos x="connsiteX11050" y="connsiteY11050"/>
                </a:cxn>
                <a:cxn ang="0">
                  <a:pos x="connsiteX11051" y="connsiteY11051"/>
                </a:cxn>
                <a:cxn ang="0">
                  <a:pos x="connsiteX11052" y="connsiteY11052"/>
                </a:cxn>
                <a:cxn ang="0">
                  <a:pos x="connsiteX11053" y="connsiteY11053"/>
                </a:cxn>
                <a:cxn ang="0">
                  <a:pos x="connsiteX11054" y="connsiteY11054"/>
                </a:cxn>
                <a:cxn ang="0">
                  <a:pos x="connsiteX11055" y="connsiteY11055"/>
                </a:cxn>
                <a:cxn ang="0">
                  <a:pos x="connsiteX11056" y="connsiteY11056"/>
                </a:cxn>
                <a:cxn ang="0">
                  <a:pos x="connsiteX11057" y="connsiteY11057"/>
                </a:cxn>
                <a:cxn ang="0">
                  <a:pos x="connsiteX11058" y="connsiteY11058"/>
                </a:cxn>
                <a:cxn ang="0">
                  <a:pos x="connsiteX11059" y="connsiteY11059"/>
                </a:cxn>
                <a:cxn ang="0">
                  <a:pos x="connsiteX11060" y="connsiteY11060"/>
                </a:cxn>
                <a:cxn ang="0">
                  <a:pos x="connsiteX11061" y="connsiteY11061"/>
                </a:cxn>
                <a:cxn ang="0">
                  <a:pos x="connsiteX11062" y="connsiteY11062"/>
                </a:cxn>
                <a:cxn ang="0">
                  <a:pos x="connsiteX11063" y="connsiteY11063"/>
                </a:cxn>
                <a:cxn ang="0">
                  <a:pos x="connsiteX11064" y="connsiteY11064"/>
                </a:cxn>
                <a:cxn ang="0">
                  <a:pos x="connsiteX11065" y="connsiteY11065"/>
                </a:cxn>
                <a:cxn ang="0">
                  <a:pos x="connsiteX11066" y="connsiteY11066"/>
                </a:cxn>
                <a:cxn ang="0">
                  <a:pos x="connsiteX11067" y="connsiteY11067"/>
                </a:cxn>
                <a:cxn ang="0">
                  <a:pos x="connsiteX11068" y="connsiteY11068"/>
                </a:cxn>
                <a:cxn ang="0">
                  <a:pos x="connsiteX11069" y="connsiteY11069"/>
                </a:cxn>
                <a:cxn ang="0">
                  <a:pos x="connsiteX11070" y="connsiteY11070"/>
                </a:cxn>
                <a:cxn ang="0">
                  <a:pos x="connsiteX11071" y="connsiteY11071"/>
                </a:cxn>
                <a:cxn ang="0">
                  <a:pos x="connsiteX11072" y="connsiteY11072"/>
                </a:cxn>
                <a:cxn ang="0">
                  <a:pos x="connsiteX11073" y="connsiteY11073"/>
                </a:cxn>
                <a:cxn ang="0">
                  <a:pos x="connsiteX11074" y="connsiteY11074"/>
                </a:cxn>
                <a:cxn ang="0">
                  <a:pos x="connsiteX11075" y="connsiteY11075"/>
                </a:cxn>
                <a:cxn ang="0">
                  <a:pos x="connsiteX11076" y="connsiteY11076"/>
                </a:cxn>
                <a:cxn ang="0">
                  <a:pos x="connsiteX11077" y="connsiteY11077"/>
                </a:cxn>
                <a:cxn ang="0">
                  <a:pos x="connsiteX11078" y="connsiteY11078"/>
                </a:cxn>
                <a:cxn ang="0">
                  <a:pos x="connsiteX11079" y="connsiteY11079"/>
                </a:cxn>
                <a:cxn ang="0">
                  <a:pos x="connsiteX11080" y="connsiteY11080"/>
                </a:cxn>
                <a:cxn ang="0">
                  <a:pos x="connsiteX11081" y="connsiteY11081"/>
                </a:cxn>
                <a:cxn ang="0">
                  <a:pos x="connsiteX11082" y="connsiteY11082"/>
                </a:cxn>
                <a:cxn ang="0">
                  <a:pos x="connsiteX11083" y="connsiteY11083"/>
                </a:cxn>
                <a:cxn ang="0">
                  <a:pos x="connsiteX11084" y="connsiteY11084"/>
                </a:cxn>
                <a:cxn ang="0">
                  <a:pos x="connsiteX11085" y="connsiteY11085"/>
                </a:cxn>
                <a:cxn ang="0">
                  <a:pos x="connsiteX11086" y="connsiteY11086"/>
                </a:cxn>
                <a:cxn ang="0">
                  <a:pos x="connsiteX11087" y="connsiteY11087"/>
                </a:cxn>
                <a:cxn ang="0">
                  <a:pos x="connsiteX11088" y="connsiteY11088"/>
                </a:cxn>
                <a:cxn ang="0">
                  <a:pos x="connsiteX11089" y="connsiteY11089"/>
                </a:cxn>
                <a:cxn ang="0">
                  <a:pos x="connsiteX11090" y="connsiteY11090"/>
                </a:cxn>
                <a:cxn ang="0">
                  <a:pos x="connsiteX11091" y="connsiteY11091"/>
                </a:cxn>
                <a:cxn ang="0">
                  <a:pos x="connsiteX11092" y="connsiteY11092"/>
                </a:cxn>
                <a:cxn ang="0">
                  <a:pos x="connsiteX11093" y="connsiteY11093"/>
                </a:cxn>
                <a:cxn ang="0">
                  <a:pos x="connsiteX11094" y="connsiteY11094"/>
                </a:cxn>
                <a:cxn ang="0">
                  <a:pos x="connsiteX11095" y="connsiteY11095"/>
                </a:cxn>
                <a:cxn ang="0">
                  <a:pos x="connsiteX11096" y="connsiteY11096"/>
                </a:cxn>
                <a:cxn ang="0">
                  <a:pos x="connsiteX11097" y="connsiteY11097"/>
                </a:cxn>
                <a:cxn ang="0">
                  <a:pos x="connsiteX11098" y="connsiteY11098"/>
                </a:cxn>
                <a:cxn ang="0">
                  <a:pos x="connsiteX11099" y="connsiteY11099"/>
                </a:cxn>
                <a:cxn ang="0">
                  <a:pos x="connsiteX11100" y="connsiteY11100"/>
                </a:cxn>
                <a:cxn ang="0">
                  <a:pos x="connsiteX11101" y="connsiteY11101"/>
                </a:cxn>
                <a:cxn ang="0">
                  <a:pos x="connsiteX11102" y="connsiteY11102"/>
                </a:cxn>
                <a:cxn ang="0">
                  <a:pos x="connsiteX11103" y="connsiteY11103"/>
                </a:cxn>
                <a:cxn ang="0">
                  <a:pos x="connsiteX11104" y="connsiteY11104"/>
                </a:cxn>
                <a:cxn ang="0">
                  <a:pos x="connsiteX11105" y="connsiteY11105"/>
                </a:cxn>
                <a:cxn ang="0">
                  <a:pos x="connsiteX11106" y="connsiteY11106"/>
                </a:cxn>
                <a:cxn ang="0">
                  <a:pos x="connsiteX11107" y="connsiteY11107"/>
                </a:cxn>
                <a:cxn ang="0">
                  <a:pos x="connsiteX11108" y="connsiteY11108"/>
                </a:cxn>
                <a:cxn ang="0">
                  <a:pos x="connsiteX11109" y="connsiteY11109"/>
                </a:cxn>
                <a:cxn ang="0">
                  <a:pos x="connsiteX11110" y="connsiteY11110"/>
                </a:cxn>
                <a:cxn ang="0">
                  <a:pos x="connsiteX11111" y="connsiteY11111"/>
                </a:cxn>
                <a:cxn ang="0">
                  <a:pos x="connsiteX11112" y="connsiteY11112"/>
                </a:cxn>
                <a:cxn ang="0">
                  <a:pos x="connsiteX11113" y="connsiteY11113"/>
                </a:cxn>
                <a:cxn ang="0">
                  <a:pos x="connsiteX11114" y="connsiteY11114"/>
                </a:cxn>
                <a:cxn ang="0">
                  <a:pos x="connsiteX11115" y="connsiteY11115"/>
                </a:cxn>
                <a:cxn ang="0">
                  <a:pos x="connsiteX11116" y="connsiteY11116"/>
                </a:cxn>
                <a:cxn ang="0">
                  <a:pos x="connsiteX11117" y="connsiteY11117"/>
                </a:cxn>
                <a:cxn ang="0">
                  <a:pos x="connsiteX11118" y="connsiteY11118"/>
                </a:cxn>
                <a:cxn ang="0">
                  <a:pos x="connsiteX11119" y="connsiteY11119"/>
                </a:cxn>
                <a:cxn ang="0">
                  <a:pos x="connsiteX11120" y="connsiteY11120"/>
                </a:cxn>
                <a:cxn ang="0">
                  <a:pos x="connsiteX11121" y="connsiteY11121"/>
                </a:cxn>
                <a:cxn ang="0">
                  <a:pos x="connsiteX11122" y="connsiteY11122"/>
                </a:cxn>
                <a:cxn ang="0">
                  <a:pos x="connsiteX11123" y="connsiteY11123"/>
                </a:cxn>
                <a:cxn ang="0">
                  <a:pos x="connsiteX11124" y="connsiteY11124"/>
                </a:cxn>
                <a:cxn ang="0">
                  <a:pos x="connsiteX11125" y="connsiteY11125"/>
                </a:cxn>
                <a:cxn ang="0">
                  <a:pos x="connsiteX11126" y="connsiteY11126"/>
                </a:cxn>
                <a:cxn ang="0">
                  <a:pos x="connsiteX11127" y="connsiteY11127"/>
                </a:cxn>
                <a:cxn ang="0">
                  <a:pos x="connsiteX11128" y="connsiteY11128"/>
                </a:cxn>
                <a:cxn ang="0">
                  <a:pos x="connsiteX11129" y="connsiteY11129"/>
                </a:cxn>
                <a:cxn ang="0">
                  <a:pos x="connsiteX11130" y="connsiteY11130"/>
                </a:cxn>
                <a:cxn ang="0">
                  <a:pos x="connsiteX11131" y="connsiteY11131"/>
                </a:cxn>
                <a:cxn ang="0">
                  <a:pos x="connsiteX11132" y="connsiteY11132"/>
                </a:cxn>
                <a:cxn ang="0">
                  <a:pos x="connsiteX11133" y="connsiteY11133"/>
                </a:cxn>
                <a:cxn ang="0">
                  <a:pos x="connsiteX11134" y="connsiteY11134"/>
                </a:cxn>
                <a:cxn ang="0">
                  <a:pos x="connsiteX11135" y="connsiteY11135"/>
                </a:cxn>
                <a:cxn ang="0">
                  <a:pos x="connsiteX11136" y="connsiteY11136"/>
                </a:cxn>
                <a:cxn ang="0">
                  <a:pos x="connsiteX11137" y="connsiteY11137"/>
                </a:cxn>
                <a:cxn ang="0">
                  <a:pos x="connsiteX11138" y="connsiteY11138"/>
                </a:cxn>
                <a:cxn ang="0">
                  <a:pos x="connsiteX11139" y="connsiteY11139"/>
                </a:cxn>
                <a:cxn ang="0">
                  <a:pos x="connsiteX11140" y="connsiteY11140"/>
                </a:cxn>
                <a:cxn ang="0">
                  <a:pos x="connsiteX11141" y="connsiteY11141"/>
                </a:cxn>
                <a:cxn ang="0">
                  <a:pos x="connsiteX11142" y="connsiteY11142"/>
                </a:cxn>
                <a:cxn ang="0">
                  <a:pos x="connsiteX11143" y="connsiteY11143"/>
                </a:cxn>
                <a:cxn ang="0">
                  <a:pos x="connsiteX11144" y="connsiteY11144"/>
                </a:cxn>
                <a:cxn ang="0">
                  <a:pos x="connsiteX11145" y="connsiteY11145"/>
                </a:cxn>
                <a:cxn ang="0">
                  <a:pos x="connsiteX11146" y="connsiteY11146"/>
                </a:cxn>
                <a:cxn ang="0">
                  <a:pos x="connsiteX11147" y="connsiteY11147"/>
                </a:cxn>
                <a:cxn ang="0">
                  <a:pos x="connsiteX11148" y="connsiteY11148"/>
                </a:cxn>
                <a:cxn ang="0">
                  <a:pos x="connsiteX11149" y="connsiteY11149"/>
                </a:cxn>
                <a:cxn ang="0">
                  <a:pos x="connsiteX11150" y="connsiteY11150"/>
                </a:cxn>
                <a:cxn ang="0">
                  <a:pos x="connsiteX11151" y="connsiteY11151"/>
                </a:cxn>
                <a:cxn ang="0">
                  <a:pos x="connsiteX11152" y="connsiteY11152"/>
                </a:cxn>
                <a:cxn ang="0">
                  <a:pos x="connsiteX11153" y="connsiteY11153"/>
                </a:cxn>
                <a:cxn ang="0">
                  <a:pos x="connsiteX11154" y="connsiteY11154"/>
                </a:cxn>
                <a:cxn ang="0">
                  <a:pos x="connsiteX11155" y="connsiteY11155"/>
                </a:cxn>
                <a:cxn ang="0">
                  <a:pos x="connsiteX11156" y="connsiteY11156"/>
                </a:cxn>
                <a:cxn ang="0">
                  <a:pos x="connsiteX11157" y="connsiteY11157"/>
                </a:cxn>
                <a:cxn ang="0">
                  <a:pos x="connsiteX11158" y="connsiteY11158"/>
                </a:cxn>
                <a:cxn ang="0">
                  <a:pos x="connsiteX11159" y="connsiteY11159"/>
                </a:cxn>
                <a:cxn ang="0">
                  <a:pos x="connsiteX11160" y="connsiteY11160"/>
                </a:cxn>
                <a:cxn ang="0">
                  <a:pos x="connsiteX11161" y="connsiteY11161"/>
                </a:cxn>
                <a:cxn ang="0">
                  <a:pos x="connsiteX11162" y="connsiteY11162"/>
                </a:cxn>
                <a:cxn ang="0">
                  <a:pos x="connsiteX11163" y="connsiteY11163"/>
                </a:cxn>
                <a:cxn ang="0">
                  <a:pos x="connsiteX11164" y="connsiteY11164"/>
                </a:cxn>
                <a:cxn ang="0">
                  <a:pos x="connsiteX11165" y="connsiteY11165"/>
                </a:cxn>
                <a:cxn ang="0">
                  <a:pos x="connsiteX11166" y="connsiteY11166"/>
                </a:cxn>
                <a:cxn ang="0">
                  <a:pos x="connsiteX11167" y="connsiteY11167"/>
                </a:cxn>
                <a:cxn ang="0">
                  <a:pos x="connsiteX11168" y="connsiteY11168"/>
                </a:cxn>
                <a:cxn ang="0">
                  <a:pos x="connsiteX11169" y="connsiteY11169"/>
                </a:cxn>
                <a:cxn ang="0">
                  <a:pos x="connsiteX11170" y="connsiteY11170"/>
                </a:cxn>
                <a:cxn ang="0">
                  <a:pos x="connsiteX11171" y="connsiteY11171"/>
                </a:cxn>
                <a:cxn ang="0">
                  <a:pos x="connsiteX11172" y="connsiteY11172"/>
                </a:cxn>
                <a:cxn ang="0">
                  <a:pos x="connsiteX11173" y="connsiteY11173"/>
                </a:cxn>
                <a:cxn ang="0">
                  <a:pos x="connsiteX11174" y="connsiteY11174"/>
                </a:cxn>
                <a:cxn ang="0">
                  <a:pos x="connsiteX11175" y="connsiteY11175"/>
                </a:cxn>
                <a:cxn ang="0">
                  <a:pos x="connsiteX11176" y="connsiteY11176"/>
                </a:cxn>
                <a:cxn ang="0">
                  <a:pos x="connsiteX11177" y="connsiteY11177"/>
                </a:cxn>
                <a:cxn ang="0">
                  <a:pos x="connsiteX11178" y="connsiteY11178"/>
                </a:cxn>
                <a:cxn ang="0">
                  <a:pos x="connsiteX11179" y="connsiteY11179"/>
                </a:cxn>
                <a:cxn ang="0">
                  <a:pos x="connsiteX11180" y="connsiteY11180"/>
                </a:cxn>
                <a:cxn ang="0">
                  <a:pos x="connsiteX11181" y="connsiteY11181"/>
                </a:cxn>
                <a:cxn ang="0">
                  <a:pos x="connsiteX11182" y="connsiteY11182"/>
                </a:cxn>
                <a:cxn ang="0">
                  <a:pos x="connsiteX11183" y="connsiteY11183"/>
                </a:cxn>
                <a:cxn ang="0">
                  <a:pos x="connsiteX11184" y="connsiteY11184"/>
                </a:cxn>
                <a:cxn ang="0">
                  <a:pos x="connsiteX11185" y="connsiteY11185"/>
                </a:cxn>
                <a:cxn ang="0">
                  <a:pos x="connsiteX11186" y="connsiteY11186"/>
                </a:cxn>
                <a:cxn ang="0">
                  <a:pos x="connsiteX11187" y="connsiteY11187"/>
                </a:cxn>
                <a:cxn ang="0">
                  <a:pos x="connsiteX11188" y="connsiteY11188"/>
                </a:cxn>
                <a:cxn ang="0">
                  <a:pos x="connsiteX11189" y="connsiteY11189"/>
                </a:cxn>
                <a:cxn ang="0">
                  <a:pos x="connsiteX11190" y="connsiteY11190"/>
                </a:cxn>
                <a:cxn ang="0">
                  <a:pos x="connsiteX11191" y="connsiteY11191"/>
                </a:cxn>
                <a:cxn ang="0">
                  <a:pos x="connsiteX11192" y="connsiteY11192"/>
                </a:cxn>
                <a:cxn ang="0">
                  <a:pos x="connsiteX11193" y="connsiteY11193"/>
                </a:cxn>
                <a:cxn ang="0">
                  <a:pos x="connsiteX11194" y="connsiteY11194"/>
                </a:cxn>
                <a:cxn ang="0">
                  <a:pos x="connsiteX11195" y="connsiteY11195"/>
                </a:cxn>
                <a:cxn ang="0">
                  <a:pos x="connsiteX11196" y="connsiteY11196"/>
                </a:cxn>
                <a:cxn ang="0">
                  <a:pos x="connsiteX11197" y="connsiteY11197"/>
                </a:cxn>
                <a:cxn ang="0">
                  <a:pos x="connsiteX11198" y="connsiteY11198"/>
                </a:cxn>
                <a:cxn ang="0">
                  <a:pos x="connsiteX11199" y="connsiteY11199"/>
                </a:cxn>
                <a:cxn ang="0">
                  <a:pos x="connsiteX11200" y="connsiteY11200"/>
                </a:cxn>
                <a:cxn ang="0">
                  <a:pos x="connsiteX11201" y="connsiteY11201"/>
                </a:cxn>
                <a:cxn ang="0">
                  <a:pos x="connsiteX11202" y="connsiteY11202"/>
                </a:cxn>
                <a:cxn ang="0">
                  <a:pos x="connsiteX11203" y="connsiteY11203"/>
                </a:cxn>
                <a:cxn ang="0">
                  <a:pos x="connsiteX11204" y="connsiteY11204"/>
                </a:cxn>
                <a:cxn ang="0">
                  <a:pos x="connsiteX11205" y="connsiteY11205"/>
                </a:cxn>
                <a:cxn ang="0">
                  <a:pos x="connsiteX11206" y="connsiteY11206"/>
                </a:cxn>
                <a:cxn ang="0">
                  <a:pos x="connsiteX11207" y="connsiteY11207"/>
                </a:cxn>
                <a:cxn ang="0">
                  <a:pos x="connsiteX11208" y="connsiteY11208"/>
                </a:cxn>
                <a:cxn ang="0">
                  <a:pos x="connsiteX11209" y="connsiteY11209"/>
                </a:cxn>
                <a:cxn ang="0">
                  <a:pos x="connsiteX11210" y="connsiteY11210"/>
                </a:cxn>
                <a:cxn ang="0">
                  <a:pos x="connsiteX11211" y="connsiteY11211"/>
                </a:cxn>
                <a:cxn ang="0">
                  <a:pos x="connsiteX11212" y="connsiteY11212"/>
                </a:cxn>
                <a:cxn ang="0">
                  <a:pos x="connsiteX11213" y="connsiteY11213"/>
                </a:cxn>
                <a:cxn ang="0">
                  <a:pos x="connsiteX11214" y="connsiteY11214"/>
                </a:cxn>
                <a:cxn ang="0">
                  <a:pos x="connsiteX11215" y="connsiteY11215"/>
                </a:cxn>
                <a:cxn ang="0">
                  <a:pos x="connsiteX11216" y="connsiteY11216"/>
                </a:cxn>
                <a:cxn ang="0">
                  <a:pos x="connsiteX11217" y="connsiteY11217"/>
                </a:cxn>
                <a:cxn ang="0">
                  <a:pos x="connsiteX11218" y="connsiteY11218"/>
                </a:cxn>
                <a:cxn ang="0">
                  <a:pos x="connsiteX11219" y="connsiteY11219"/>
                </a:cxn>
                <a:cxn ang="0">
                  <a:pos x="connsiteX11220" y="connsiteY11220"/>
                </a:cxn>
                <a:cxn ang="0">
                  <a:pos x="connsiteX11221" y="connsiteY11221"/>
                </a:cxn>
                <a:cxn ang="0">
                  <a:pos x="connsiteX11222" y="connsiteY11222"/>
                </a:cxn>
                <a:cxn ang="0">
                  <a:pos x="connsiteX11223" y="connsiteY11223"/>
                </a:cxn>
                <a:cxn ang="0">
                  <a:pos x="connsiteX11224" y="connsiteY11224"/>
                </a:cxn>
                <a:cxn ang="0">
                  <a:pos x="connsiteX11225" y="connsiteY11225"/>
                </a:cxn>
                <a:cxn ang="0">
                  <a:pos x="connsiteX11226" y="connsiteY11226"/>
                </a:cxn>
                <a:cxn ang="0">
                  <a:pos x="connsiteX11227" y="connsiteY11227"/>
                </a:cxn>
                <a:cxn ang="0">
                  <a:pos x="connsiteX11228" y="connsiteY11228"/>
                </a:cxn>
                <a:cxn ang="0">
                  <a:pos x="connsiteX11229" y="connsiteY11229"/>
                </a:cxn>
                <a:cxn ang="0">
                  <a:pos x="connsiteX11230" y="connsiteY11230"/>
                </a:cxn>
                <a:cxn ang="0">
                  <a:pos x="connsiteX11231" y="connsiteY11231"/>
                </a:cxn>
                <a:cxn ang="0">
                  <a:pos x="connsiteX11232" y="connsiteY11232"/>
                </a:cxn>
                <a:cxn ang="0">
                  <a:pos x="connsiteX11233" y="connsiteY11233"/>
                </a:cxn>
                <a:cxn ang="0">
                  <a:pos x="connsiteX11234" y="connsiteY11234"/>
                </a:cxn>
                <a:cxn ang="0">
                  <a:pos x="connsiteX11235" y="connsiteY11235"/>
                </a:cxn>
                <a:cxn ang="0">
                  <a:pos x="connsiteX11236" y="connsiteY11236"/>
                </a:cxn>
                <a:cxn ang="0">
                  <a:pos x="connsiteX11237" y="connsiteY11237"/>
                </a:cxn>
                <a:cxn ang="0">
                  <a:pos x="connsiteX11238" y="connsiteY11238"/>
                </a:cxn>
                <a:cxn ang="0">
                  <a:pos x="connsiteX11239" y="connsiteY11239"/>
                </a:cxn>
                <a:cxn ang="0">
                  <a:pos x="connsiteX11240" y="connsiteY11240"/>
                </a:cxn>
                <a:cxn ang="0">
                  <a:pos x="connsiteX11241" y="connsiteY11241"/>
                </a:cxn>
                <a:cxn ang="0">
                  <a:pos x="connsiteX11242" y="connsiteY11242"/>
                </a:cxn>
                <a:cxn ang="0">
                  <a:pos x="connsiteX11243" y="connsiteY11243"/>
                </a:cxn>
                <a:cxn ang="0">
                  <a:pos x="connsiteX11244" y="connsiteY11244"/>
                </a:cxn>
                <a:cxn ang="0">
                  <a:pos x="connsiteX11245" y="connsiteY11245"/>
                </a:cxn>
                <a:cxn ang="0">
                  <a:pos x="connsiteX11246" y="connsiteY11246"/>
                </a:cxn>
                <a:cxn ang="0">
                  <a:pos x="connsiteX11247" y="connsiteY11247"/>
                </a:cxn>
                <a:cxn ang="0">
                  <a:pos x="connsiteX11248" y="connsiteY11248"/>
                </a:cxn>
                <a:cxn ang="0">
                  <a:pos x="connsiteX11249" y="connsiteY11249"/>
                </a:cxn>
                <a:cxn ang="0">
                  <a:pos x="connsiteX11250" y="connsiteY11250"/>
                </a:cxn>
                <a:cxn ang="0">
                  <a:pos x="connsiteX11251" y="connsiteY11251"/>
                </a:cxn>
                <a:cxn ang="0">
                  <a:pos x="connsiteX11252" y="connsiteY11252"/>
                </a:cxn>
                <a:cxn ang="0">
                  <a:pos x="connsiteX11253" y="connsiteY11253"/>
                </a:cxn>
                <a:cxn ang="0">
                  <a:pos x="connsiteX11254" y="connsiteY11254"/>
                </a:cxn>
                <a:cxn ang="0">
                  <a:pos x="connsiteX11255" y="connsiteY11255"/>
                </a:cxn>
                <a:cxn ang="0">
                  <a:pos x="connsiteX11256" y="connsiteY11256"/>
                </a:cxn>
                <a:cxn ang="0">
                  <a:pos x="connsiteX11257" y="connsiteY11257"/>
                </a:cxn>
                <a:cxn ang="0">
                  <a:pos x="connsiteX11258" y="connsiteY11258"/>
                </a:cxn>
                <a:cxn ang="0">
                  <a:pos x="connsiteX11259" y="connsiteY11259"/>
                </a:cxn>
                <a:cxn ang="0">
                  <a:pos x="connsiteX11260" y="connsiteY11260"/>
                </a:cxn>
                <a:cxn ang="0">
                  <a:pos x="connsiteX11261" y="connsiteY11261"/>
                </a:cxn>
                <a:cxn ang="0">
                  <a:pos x="connsiteX11262" y="connsiteY11262"/>
                </a:cxn>
                <a:cxn ang="0">
                  <a:pos x="connsiteX11263" y="connsiteY11263"/>
                </a:cxn>
                <a:cxn ang="0">
                  <a:pos x="connsiteX11264" y="connsiteY11264"/>
                </a:cxn>
                <a:cxn ang="0">
                  <a:pos x="connsiteX11265" y="connsiteY11265"/>
                </a:cxn>
                <a:cxn ang="0">
                  <a:pos x="connsiteX11266" y="connsiteY11266"/>
                </a:cxn>
                <a:cxn ang="0">
                  <a:pos x="connsiteX11267" y="connsiteY11267"/>
                </a:cxn>
                <a:cxn ang="0">
                  <a:pos x="connsiteX11268" y="connsiteY11268"/>
                </a:cxn>
                <a:cxn ang="0">
                  <a:pos x="connsiteX11269" y="connsiteY11269"/>
                </a:cxn>
                <a:cxn ang="0">
                  <a:pos x="connsiteX11270" y="connsiteY11270"/>
                </a:cxn>
                <a:cxn ang="0">
                  <a:pos x="connsiteX11271" y="connsiteY11271"/>
                </a:cxn>
                <a:cxn ang="0">
                  <a:pos x="connsiteX11272" y="connsiteY11272"/>
                </a:cxn>
                <a:cxn ang="0">
                  <a:pos x="connsiteX11273" y="connsiteY11273"/>
                </a:cxn>
                <a:cxn ang="0">
                  <a:pos x="connsiteX11274" y="connsiteY11274"/>
                </a:cxn>
                <a:cxn ang="0">
                  <a:pos x="connsiteX11275" y="connsiteY11275"/>
                </a:cxn>
                <a:cxn ang="0">
                  <a:pos x="connsiteX11276" y="connsiteY11276"/>
                </a:cxn>
                <a:cxn ang="0">
                  <a:pos x="connsiteX11277" y="connsiteY11277"/>
                </a:cxn>
                <a:cxn ang="0">
                  <a:pos x="connsiteX11278" y="connsiteY11278"/>
                </a:cxn>
                <a:cxn ang="0">
                  <a:pos x="connsiteX11279" y="connsiteY11279"/>
                </a:cxn>
                <a:cxn ang="0">
                  <a:pos x="connsiteX11280" y="connsiteY11280"/>
                </a:cxn>
                <a:cxn ang="0">
                  <a:pos x="connsiteX11281" y="connsiteY11281"/>
                </a:cxn>
                <a:cxn ang="0">
                  <a:pos x="connsiteX11282" y="connsiteY11282"/>
                </a:cxn>
                <a:cxn ang="0">
                  <a:pos x="connsiteX11283" y="connsiteY11283"/>
                </a:cxn>
                <a:cxn ang="0">
                  <a:pos x="connsiteX11284" y="connsiteY11284"/>
                </a:cxn>
                <a:cxn ang="0">
                  <a:pos x="connsiteX11285" y="connsiteY11285"/>
                </a:cxn>
                <a:cxn ang="0">
                  <a:pos x="connsiteX11286" y="connsiteY11286"/>
                </a:cxn>
                <a:cxn ang="0">
                  <a:pos x="connsiteX11287" y="connsiteY11287"/>
                </a:cxn>
                <a:cxn ang="0">
                  <a:pos x="connsiteX11288" y="connsiteY11288"/>
                </a:cxn>
                <a:cxn ang="0">
                  <a:pos x="connsiteX11289" y="connsiteY11289"/>
                </a:cxn>
                <a:cxn ang="0">
                  <a:pos x="connsiteX11290" y="connsiteY11290"/>
                </a:cxn>
                <a:cxn ang="0">
                  <a:pos x="connsiteX11291" y="connsiteY11291"/>
                </a:cxn>
                <a:cxn ang="0">
                  <a:pos x="connsiteX11292" y="connsiteY11292"/>
                </a:cxn>
                <a:cxn ang="0">
                  <a:pos x="connsiteX11293" y="connsiteY11293"/>
                </a:cxn>
                <a:cxn ang="0">
                  <a:pos x="connsiteX11294" y="connsiteY11294"/>
                </a:cxn>
                <a:cxn ang="0">
                  <a:pos x="connsiteX11295" y="connsiteY11295"/>
                </a:cxn>
                <a:cxn ang="0">
                  <a:pos x="connsiteX11296" y="connsiteY11296"/>
                </a:cxn>
                <a:cxn ang="0">
                  <a:pos x="connsiteX11297" y="connsiteY11297"/>
                </a:cxn>
                <a:cxn ang="0">
                  <a:pos x="connsiteX11298" y="connsiteY11298"/>
                </a:cxn>
                <a:cxn ang="0">
                  <a:pos x="connsiteX11299" y="connsiteY11299"/>
                </a:cxn>
                <a:cxn ang="0">
                  <a:pos x="connsiteX11300" y="connsiteY11300"/>
                </a:cxn>
                <a:cxn ang="0">
                  <a:pos x="connsiteX11301" y="connsiteY11301"/>
                </a:cxn>
                <a:cxn ang="0">
                  <a:pos x="connsiteX11302" y="connsiteY11302"/>
                </a:cxn>
                <a:cxn ang="0">
                  <a:pos x="connsiteX11303" y="connsiteY11303"/>
                </a:cxn>
                <a:cxn ang="0">
                  <a:pos x="connsiteX11304" y="connsiteY11304"/>
                </a:cxn>
                <a:cxn ang="0">
                  <a:pos x="connsiteX11305" y="connsiteY11305"/>
                </a:cxn>
                <a:cxn ang="0">
                  <a:pos x="connsiteX11306" y="connsiteY11306"/>
                </a:cxn>
                <a:cxn ang="0">
                  <a:pos x="connsiteX11307" y="connsiteY11307"/>
                </a:cxn>
                <a:cxn ang="0">
                  <a:pos x="connsiteX11308" y="connsiteY11308"/>
                </a:cxn>
                <a:cxn ang="0">
                  <a:pos x="connsiteX11309" y="connsiteY11309"/>
                </a:cxn>
                <a:cxn ang="0">
                  <a:pos x="connsiteX11310" y="connsiteY11310"/>
                </a:cxn>
                <a:cxn ang="0">
                  <a:pos x="connsiteX11311" y="connsiteY11311"/>
                </a:cxn>
                <a:cxn ang="0">
                  <a:pos x="connsiteX11312" y="connsiteY11312"/>
                </a:cxn>
                <a:cxn ang="0">
                  <a:pos x="connsiteX11313" y="connsiteY11313"/>
                </a:cxn>
                <a:cxn ang="0">
                  <a:pos x="connsiteX11314" y="connsiteY11314"/>
                </a:cxn>
                <a:cxn ang="0">
                  <a:pos x="connsiteX11315" y="connsiteY11315"/>
                </a:cxn>
                <a:cxn ang="0">
                  <a:pos x="connsiteX11316" y="connsiteY11316"/>
                </a:cxn>
                <a:cxn ang="0">
                  <a:pos x="connsiteX11317" y="connsiteY11317"/>
                </a:cxn>
                <a:cxn ang="0">
                  <a:pos x="connsiteX11318" y="connsiteY11318"/>
                </a:cxn>
                <a:cxn ang="0">
                  <a:pos x="connsiteX11319" y="connsiteY11319"/>
                </a:cxn>
                <a:cxn ang="0">
                  <a:pos x="connsiteX11320" y="connsiteY11320"/>
                </a:cxn>
                <a:cxn ang="0">
                  <a:pos x="connsiteX11321" y="connsiteY11321"/>
                </a:cxn>
                <a:cxn ang="0">
                  <a:pos x="connsiteX11322" y="connsiteY11322"/>
                </a:cxn>
                <a:cxn ang="0">
                  <a:pos x="connsiteX11323" y="connsiteY11323"/>
                </a:cxn>
                <a:cxn ang="0">
                  <a:pos x="connsiteX11324" y="connsiteY11324"/>
                </a:cxn>
                <a:cxn ang="0">
                  <a:pos x="connsiteX11325" y="connsiteY11325"/>
                </a:cxn>
                <a:cxn ang="0">
                  <a:pos x="connsiteX11326" y="connsiteY11326"/>
                </a:cxn>
                <a:cxn ang="0">
                  <a:pos x="connsiteX11327" y="connsiteY11327"/>
                </a:cxn>
                <a:cxn ang="0">
                  <a:pos x="connsiteX11328" y="connsiteY11328"/>
                </a:cxn>
                <a:cxn ang="0">
                  <a:pos x="connsiteX11329" y="connsiteY11329"/>
                </a:cxn>
                <a:cxn ang="0">
                  <a:pos x="connsiteX11330" y="connsiteY11330"/>
                </a:cxn>
                <a:cxn ang="0">
                  <a:pos x="connsiteX11331" y="connsiteY11331"/>
                </a:cxn>
                <a:cxn ang="0">
                  <a:pos x="connsiteX11332" y="connsiteY11332"/>
                </a:cxn>
                <a:cxn ang="0">
                  <a:pos x="connsiteX11333" y="connsiteY11333"/>
                </a:cxn>
                <a:cxn ang="0">
                  <a:pos x="connsiteX11334" y="connsiteY11334"/>
                </a:cxn>
                <a:cxn ang="0">
                  <a:pos x="connsiteX11335" y="connsiteY11335"/>
                </a:cxn>
                <a:cxn ang="0">
                  <a:pos x="connsiteX11336" y="connsiteY11336"/>
                </a:cxn>
                <a:cxn ang="0">
                  <a:pos x="connsiteX11337" y="connsiteY11337"/>
                </a:cxn>
                <a:cxn ang="0">
                  <a:pos x="connsiteX11338" y="connsiteY11338"/>
                </a:cxn>
                <a:cxn ang="0">
                  <a:pos x="connsiteX11339" y="connsiteY11339"/>
                </a:cxn>
                <a:cxn ang="0">
                  <a:pos x="connsiteX11340" y="connsiteY11340"/>
                </a:cxn>
                <a:cxn ang="0">
                  <a:pos x="connsiteX11341" y="connsiteY11341"/>
                </a:cxn>
                <a:cxn ang="0">
                  <a:pos x="connsiteX11342" y="connsiteY11342"/>
                </a:cxn>
                <a:cxn ang="0">
                  <a:pos x="connsiteX11343" y="connsiteY11343"/>
                </a:cxn>
                <a:cxn ang="0">
                  <a:pos x="connsiteX11344" y="connsiteY11344"/>
                </a:cxn>
                <a:cxn ang="0">
                  <a:pos x="connsiteX11345" y="connsiteY11345"/>
                </a:cxn>
                <a:cxn ang="0">
                  <a:pos x="connsiteX11346" y="connsiteY11346"/>
                </a:cxn>
                <a:cxn ang="0">
                  <a:pos x="connsiteX11347" y="connsiteY11347"/>
                </a:cxn>
                <a:cxn ang="0">
                  <a:pos x="connsiteX11348" y="connsiteY11348"/>
                </a:cxn>
                <a:cxn ang="0">
                  <a:pos x="connsiteX11349" y="connsiteY11349"/>
                </a:cxn>
                <a:cxn ang="0">
                  <a:pos x="connsiteX11350" y="connsiteY11350"/>
                </a:cxn>
                <a:cxn ang="0">
                  <a:pos x="connsiteX11351" y="connsiteY11351"/>
                </a:cxn>
                <a:cxn ang="0">
                  <a:pos x="connsiteX11352" y="connsiteY11352"/>
                </a:cxn>
                <a:cxn ang="0">
                  <a:pos x="connsiteX11353" y="connsiteY11353"/>
                </a:cxn>
                <a:cxn ang="0">
                  <a:pos x="connsiteX11354" y="connsiteY11354"/>
                </a:cxn>
                <a:cxn ang="0">
                  <a:pos x="connsiteX11355" y="connsiteY11355"/>
                </a:cxn>
                <a:cxn ang="0">
                  <a:pos x="connsiteX11356" y="connsiteY11356"/>
                </a:cxn>
                <a:cxn ang="0">
                  <a:pos x="connsiteX11357" y="connsiteY11357"/>
                </a:cxn>
                <a:cxn ang="0">
                  <a:pos x="connsiteX11358" y="connsiteY11358"/>
                </a:cxn>
                <a:cxn ang="0">
                  <a:pos x="connsiteX11359" y="connsiteY11359"/>
                </a:cxn>
                <a:cxn ang="0">
                  <a:pos x="connsiteX11360" y="connsiteY11360"/>
                </a:cxn>
                <a:cxn ang="0">
                  <a:pos x="connsiteX11361" y="connsiteY11361"/>
                </a:cxn>
                <a:cxn ang="0">
                  <a:pos x="connsiteX11362" y="connsiteY11362"/>
                </a:cxn>
                <a:cxn ang="0">
                  <a:pos x="connsiteX11363" y="connsiteY11363"/>
                </a:cxn>
                <a:cxn ang="0">
                  <a:pos x="connsiteX11364" y="connsiteY11364"/>
                </a:cxn>
                <a:cxn ang="0">
                  <a:pos x="connsiteX11365" y="connsiteY11365"/>
                </a:cxn>
                <a:cxn ang="0">
                  <a:pos x="connsiteX11366" y="connsiteY11366"/>
                </a:cxn>
                <a:cxn ang="0">
                  <a:pos x="connsiteX11367" y="connsiteY11367"/>
                </a:cxn>
                <a:cxn ang="0">
                  <a:pos x="connsiteX11368" y="connsiteY11368"/>
                </a:cxn>
                <a:cxn ang="0">
                  <a:pos x="connsiteX11369" y="connsiteY11369"/>
                </a:cxn>
                <a:cxn ang="0">
                  <a:pos x="connsiteX11370" y="connsiteY11370"/>
                </a:cxn>
                <a:cxn ang="0">
                  <a:pos x="connsiteX11371" y="connsiteY11371"/>
                </a:cxn>
                <a:cxn ang="0">
                  <a:pos x="connsiteX11372" y="connsiteY11372"/>
                </a:cxn>
                <a:cxn ang="0">
                  <a:pos x="connsiteX11373" y="connsiteY11373"/>
                </a:cxn>
                <a:cxn ang="0">
                  <a:pos x="connsiteX11374" y="connsiteY11374"/>
                </a:cxn>
                <a:cxn ang="0">
                  <a:pos x="connsiteX11375" y="connsiteY11375"/>
                </a:cxn>
                <a:cxn ang="0">
                  <a:pos x="connsiteX11376" y="connsiteY11376"/>
                </a:cxn>
                <a:cxn ang="0">
                  <a:pos x="connsiteX11377" y="connsiteY11377"/>
                </a:cxn>
                <a:cxn ang="0">
                  <a:pos x="connsiteX11378" y="connsiteY11378"/>
                </a:cxn>
                <a:cxn ang="0">
                  <a:pos x="connsiteX11379" y="connsiteY11379"/>
                </a:cxn>
                <a:cxn ang="0">
                  <a:pos x="connsiteX11380" y="connsiteY11380"/>
                </a:cxn>
                <a:cxn ang="0">
                  <a:pos x="connsiteX11381" y="connsiteY11381"/>
                </a:cxn>
                <a:cxn ang="0">
                  <a:pos x="connsiteX11382" y="connsiteY11382"/>
                </a:cxn>
                <a:cxn ang="0">
                  <a:pos x="connsiteX11383" y="connsiteY11383"/>
                </a:cxn>
                <a:cxn ang="0">
                  <a:pos x="connsiteX11384" y="connsiteY11384"/>
                </a:cxn>
                <a:cxn ang="0">
                  <a:pos x="connsiteX11385" y="connsiteY11385"/>
                </a:cxn>
                <a:cxn ang="0">
                  <a:pos x="connsiteX11386" y="connsiteY11386"/>
                </a:cxn>
                <a:cxn ang="0">
                  <a:pos x="connsiteX11387" y="connsiteY11387"/>
                </a:cxn>
                <a:cxn ang="0">
                  <a:pos x="connsiteX11388" y="connsiteY11388"/>
                </a:cxn>
                <a:cxn ang="0">
                  <a:pos x="connsiteX11389" y="connsiteY11389"/>
                </a:cxn>
                <a:cxn ang="0">
                  <a:pos x="connsiteX11390" y="connsiteY11390"/>
                </a:cxn>
                <a:cxn ang="0">
                  <a:pos x="connsiteX11391" y="connsiteY11391"/>
                </a:cxn>
                <a:cxn ang="0">
                  <a:pos x="connsiteX11392" y="connsiteY11392"/>
                </a:cxn>
                <a:cxn ang="0">
                  <a:pos x="connsiteX11393" y="connsiteY11393"/>
                </a:cxn>
                <a:cxn ang="0">
                  <a:pos x="connsiteX11394" y="connsiteY11394"/>
                </a:cxn>
                <a:cxn ang="0">
                  <a:pos x="connsiteX11395" y="connsiteY11395"/>
                </a:cxn>
                <a:cxn ang="0">
                  <a:pos x="connsiteX11396" y="connsiteY11396"/>
                </a:cxn>
                <a:cxn ang="0">
                  <a:pos x="connsiteX11397" y="connsiteY11397"/>
                </a:cxn>
                <a:cxn ang="0">
                  <a:pos x="connsiteX11398" y="connsiteY11398"/>
                </a:cxn>
                <a:cxn ang="0">
                  <a:pos x="connsiteX11399" y="connsiteY11399"/>
                </a:cxn>
                <a:cxn ang="0">
                  <a:pos x="connsiteX11400" y="connsiteY11400"/>
                </a:cxn>
                <a:cxn ang="0">
                  <a:pos x="connsiteX11401" y="connsiteY11401"/>
                </a:cxn>
                <a:cxn ang="0">
                  <a:pos x="connsiteX11402" y="connsiteY11402"/>
                </a:cxn>
                <a:cxn ang="0">
                  <a:pos x="connsiteX11403" y="connsiteY11403"/>
                </a:cxn>
                <a:cxn ang="0">
                  <a:pos x="connsiteX11404" y="connsiteY11404"/>
                </a:cxn>
                <a:cxn ang="0">
                  <a:pos x="connsiteX11405" y="connsiteY11405"/>
                </a:cxn>
                <a:cxn ang="0">
                  <a:pos x="connsiteX11406" y="connsiteY11406"/>
                </a:cxn>
                <a:cxn ang="0">
                  <a:pos x="connsiteX11407" y="connsiteY11407"/>
                </a:cxn>
                <a:cxn ang="0">
                  <a:pos x="connsiteX11408" y="connsiteY11408"/>
                </a:cxn>
                <a:cxn ang="0">
                  <a:pos x="connsiteX11409" y="connsiteY11409"/>
                </a:cxn>
                <a:cxn ang="0">
                  <a:pos x="connsiteX11410" y="connsiteY11410"/>
                </a:cxn>
                <a:cxn ang="0">
                  <a:pos x="connsiteX11411" y="connsiteY11411"/>
                </a:cxn>
                <a:cxn ang="0">
                  <a:pos x="connsiteX11412" y="connsiteY11412"/>
                </a:cxn>
                <a:cxn ang="0">
                  <a:pos x="connsiteX11413" y="connsiteY11413"/>
                </a:cxn>
                <a:cxn ang="0">
                  <a:pos x="connsiteX11414" y="connsiteY11414"/>
                </a:cxn>
                <a:cxn ang="0">
                  <a:pos x="connsiteX11415" y="connsiteY11415"/>
                </a:cxn>
                <a:cxn ang="0">
                  <a:pos x="connsiteX11416" y="connsiteY11416"/>
                </a:cxn>
                <a:cxn ang="0">
                  <a:pos x="connsiteX11417" y="connsiteY11417"/>
                </a:cxn>
                <a:cxn ang="0">
                  <a:pos x="connsiteX11418" y="connsiteY11418"/>
                </a:cxn>
                <a:cxn ang="0">
                  <a:pos x="connsiteX11419" y="connsiteY11419"/>
                </a:cxn>
                <a:cxn ang="0">
                  <a:pos x="connsiteX11420" y="connsiteY11420"/>
                </a:cxn>
                <a:cxn ang="0">
                  <a:pos x="connsiteX11421" y="connsiteY11421"/>
                </a:cxn>
                <a:cxn ang="0">
                  <a:pos x="connsiteX11422" y="connsiteY11422"/>
                </a:cxn>
                <a:cxn ang="0">
                  <a:pos x="connsiteX11423" y="connsiteY11423"/>
                </a:cxn>
                <a:cxn ang="0">
                  <a:pos x="connsiteX11424" y="connsiteY11424"/>
                </a:cxn>
                <a:cxn ang="0">
                  <a:pos x="connsiteX11425" y="connsiteY11425"/>
                </a:cxn>
                <a:cxn ang="0">
                  <a:pos x="connsiteX11426" y="connsiteY11426"/>
                </a:cxn>
                <a:cxn ang="0">
                  <a:pos x="connsiteX11427" y="connsiteY11427"/>
                </a:cxn>
                <a:cxn ang="0">
                  <a:pos x="connsiteX11428" y="connsiteY11428"/>
                </a:cxn>
                <a:cxn ang="0">
                  <a:pos x="connsiteX11429" y="connsiteY11429"/>
                </a:cxn>
                <a:cxn ang="0">
                  <a:pos x="connsiteX11430" y="connsiteY11430"/>
                </a:cxn>
                <a:cxn ang="0">
                  <a:pos x="connsiteX11431" y="connsiteY11431"/>
                </a:cxn>
                <a:cxn ang="0">
                  <a:pos x="connsiteX11432" y="connsiteY11432"/>
                </a:cxn>
                <a:cxn ang="0">
                  <a:pos x="connsiteX11433" y="connsiteY11433"/>
                </a:cxn>
                <a:cxn ang="0">
                  <a:pos x="connsiteX11434" y="connsiteY11434"/>
                </a:cxn>
                <a:cxn ang="0">
                  <a:pos x="connsiteX11435" y="connsiteY11435"/>
                </a:cxn>
                <a:cxn ang="0">
                  <a:pos x="connsiteX11436" y="connsiteY11436"/>
                </a:cxn>
                <a:cxn ang="0">
                  <a:pos x="connsiteX11437" y="connsiteY11437"/>
                </a:cxn>
                <a:cxn ang="0">
                  <a:pos x="connsiteX11438" y="connsiteY11438"/>
                </a:cxn>
                <a:cxn ang="0">
                  <a:pos x="connsiteX11439" y="connsiteY11439"/>
                </a:cxn>
                <a:cxn ang="0">
                  <a:pos x="connsiteX11440" y="connsiteY11440"/>
                </a:cxn>
                <a:cxn ang="0">
                  <a:pos x="connsiteX11441" y="connsiteY11441"/>
                </a:cxn>
                <a:cxn ang="0">
                  <a:pos x="connsiteX11442" y="connsiteY11442"/>
                </a:cxn>
                <a:cxn ang="0">
                  <a:pos x="connsiteX11443" y="connsiteY11443"/>
                </a:cxn>
                <a:cxn ang="0">
                  <a:pos x="connsiteX11444" y="connsiteY11444"/>
                </a:cxn>
                <a:cxn ang="0">
                  <a:pos x="connsiteX11445" y="connsiteY11445"/>
                </a:cxn>
                <a:cxn ang="0">
                  <a:pos x="connsiteX11446" y="connsiteY11446"/>
                </a:cxn>
                <a:cxn ang="0">
                  <a:pos x="connsiteX11447" y="connsiteY11447"/>
                </a:cxn>
                <a:cxn ang="0">
                  <a:pos x="connsiteX11448" y="connsiteY11448"/>
                </a:cxn>
                <a:cxn ang="0">
                  <a:pos x="connsiteX11449" y="connsiteY11449"/>
                </a:cxn>
                <a:cxn ang="0">
                  <a:pos x="connsiteX11450" y="connsiteY11450"/>
                </a:cxn>
                <a:cxn ang="0">
                  <a:pos x="connsiteX11451" y="connsiteY11451"/>
                </a:cxn>
                <a:cxn ang="0">
                  <a:pos x="connsiteX11452" y="connsiteY11452"/>
                </a:cxn>
                <a:cxn ang="0">
                  <a:pos x="connsiteX11453" y="connsiteY11453"/>
                </a:cxn>
                <a:cxn ang="0">
                  <a:pos x="connsiteX11454" y="connsiteY11454"/>
                </a:cxn>
                <a:cxn ang="0">
                  <a:pos x="connsiteX11455" y="connsiteY11455"/>
                </a:cxn>
                <a:cxn ang="0">
                  <a:pos x="connsiteX11456" y="connsiteY11456"/>
                </a:cxn>
                <a:cxn ang="0">
                  <a:pos x="connsiteX11457" y="connsiteY11457"/>
                </a:cxn>
                <a:cxn ang="0">
                  <a:pos x="connsiteX11458" y="connsiteY11458"/>
                </a:cxn>
                <a:cxn ang="0">
                  <a:pos x="connsiteX11459" y="connsiteY11459"/>
                </a:cxn>
                <a:cxn ang="0">
                  <a:pos x="connsiteX11460" y="connsiteY11460"/>
                </a:cxn>
                <a:cxn ang="0">
                  <a:pos x="connsiteX11461" y="connsiteY11461"/>
                </a:cxn>
                <a:cxn ang="0">
                  <a:pos x="connsiteX11462" y="connsiteY11462"/>
                </a:cxn>
                <a:cxn ang="0">
                  <a:pos x="connsiteX11463" y="connsiteY11463"/>
                </a:cxn>
                <a:cxn ang="0">
                  <a:pos x="connsiteX11464" y="connsiteY11464"/>
                </a:cxn>
                <a:cxn ang="0">
                  <a:pos x="connsiteX11465" y="connsiteY11465"/>
                </a:cxn>
                <a:cxn ang="0">
                  <a:pos x="connsiteX11466" y="connsiteY11466"/>
                </a:cxn>
                <a:cxn ang="0">
                  <a:pos x="connsiteX11467" y="connsiteY11467"/>
                </a:cxn>
                <a:cxn ang="0">
                  <a:pos x="connsiteX11468" y="connsiteY11468"/>
                </a:cxn>
                <a:cxn ang="0">
                  <a:pos x="connsiteX11469" y="connsiteY11469"/>
                </a:cxn>
                <a:cxn ang="0">
                  <a:pos x="connsiteX11470" y="connsiteY11470"/>
                </a:cxn>
                <a:cxn ang="0">
                  <a:pos x="connsiteX11471" y="connsiteY11471"/>
                </a:cxn>
                <a:cxn ang="0">
                  <a:pos x="connsiteX11472" y="connsiteY11472"/>
                </a:cxn>
                <a:cxn ang="0">
                  <a:pos x="connsiteX11473" y="connsiteY11473"/>
                </a:cxn>
                <a:cxn ang="0">
                  <a:pos x="connsiteX11474" y="connsiteY11474"/>
                </a:cxn>
                <a:cxn ang="0">
                  <a:pos x="connsiteX11475" y="connsiteY11475"/>
                </a:cxn>
                <a:cxn ang="0">
                  <a:pos x="connsiteX11476" y="connsiteY11476"/>
                </a:cxn>
                <a:cxn ang="0">
                  <a:pos x="connsiteX11477" y="connsiteY11477"/>
                </a:cxn>
                <a:cxn ang="0">
                  <a:pos x="connsiteX11478" y="connsiteY11478"/>
                </a:cxn>
                <a:cxn ang="0">
                  <a:pos x="connsiteX11479" y="connsiteY11479"/>
                </a:cxn>
                <a:cxn ang="0">
                  <a:pos x="connsiteX11480" y="connsiteY11480"/>
                </a:cxn>
                <a:cxn ang="0">
                  <a:pos x="connsiteX11481" y="connsiteY11481"/>
                </a:cxn>
                <a:cxn ang="0">
                  <a:pos x="connsiteX11482" y="connsiteY11482"/>
                </a:cxn>
                <a:cxn ang="0">
                  <a:pos x="connsiteX11483" y="connsiteY11483"/>
                </a:cxn>
                <a:cxn ang="0">
                  <a:pos x="connsiteX11484" y="connsiteY11484"/>
                </a:cxn>
                <a:cxn ang="0">
                  <a:pos x="connsiteX11485" y="connsiteY11485"/>
                </a:cxn>
                <a:cxn ang="0">
                  <a:pos x="connsiteX11486" y="connsiteY11486"/>
                </a:cxn>
                <a:cxn ang="0">
                  <a:pos x="connsiteX11487" y="connsiteY11487"/>
                </a:cxn>
                <a:cxn ang="0">
                  <a:pos x="connsiteX11488" y="connsiteY11488"/>
                </a:cxn>
                <a:cxn ang="0">
                  <a:pos x="connsiteX11489" y="connsiteY11489"/>
                </a:cxn>
                <a:cxn ang="0">
                  <a:pos x="connsiteX11490" y="connsiteY11490"/>
                </a:cxn>
                <a:cxn ang="0">
                  <a:pos x="connsiteX11491" y="connsiteY11491"/>
                </a:cxn>
                <a:cxn ang="0">
                  <a:pos x="connsiteX11492" y="connsiteY11492"/>
                </a:cxn>
                <a:cxn ang="0">
                  <a:pos x="connsiteX11493" y="connsiteY11493"/>
                </a:cxn>
                <a:cxn ang="0">
                  <a:pos x="connsiteX11494" y="connsiteY11494"/>
                </a:cxn>
                <a:cxn ang="0">
                  <a:pos x="connsiteX11495" y="connsiteY11495"/>
                </a:cxn>
                <a:cxn ang="0">
                  <a:pos x="connsiteX11496" y="connsiteY11496"/>
                </a:cxn>
                <a:cxn ang="0">
                  <a:pos x="connsiteX11497" y="connsiteY11497"/>
                </a:cxn>
                <a:cxn ang="0">
                  <a:pos x="connsiteX11498" y="connsiteY11498"/>
                </a:cxn>
                <a:cxn ang="0">
                  <a:pos x="connsiteX11499" y="connsiteY11499"/>
                </a:cxn>
                <a:cxn ang="0">
                  <a:pos x="connsiteX11500" y="connsiteY11500"/>
                </a:cxn>
                <a:cxn ang="0">
                  <a:pos x="connsiteX11501" y="connsiteY11501"/>
                </a:cxn>
                <a:cxn ang="0">
                  <a:pos x="connsiteX11502" y="connsiteY11502"/>
                </a:cxn>
                <a:cxn ang="0">
                  <a:pos x="connsiteX11503" y="connsiteY11503"/>
                </a:cxn>
                <a:cxn ang="0">
                  <a:pos x="connsiteX11504" y="connsiteY11504"/>
                </a:cxn>
                <a:cxn ang="0">
                  <a:pos x="connsiteX11505" y="connsiteY11505"/>
                </a:cxn>
                <a:cxn ang="0">
                  <a:pos x="connsiteX11506" y="connsiteY11506"/>
                </a:cxn>
                <a:cxn ang="0">
                  <a:pos x="connsiteX11507" y="connsiteY11507"/>
                </a:cxn>
                <a:cxn ang="0">
                  <a:pos x="connsiteX11508" y="connsiteY11508"/>
                </a:cxn>
                <a:cxn ang="0">
                  <a:pos x="connsiteX11509" y="connsiteY11509"/>
                </a:cxn>
                <a:cxn ang="0">
                  <a:pos x="connsiteX11510" y="connsiteY11510"/>
                </a:cxn>
                <a:cxn ang="0">
                  <a:pos x="connsiteX11511" y="connsiteY11511"/>
                </a:cxn>
                <a:cxn ang="0">
                  <a:pos x="connsiteX11512" y="connsiteY11512"/>
                </a:cxn>
                <a:cxn ang="0">
                  <a:pos x="connsiteX11513" y="connsiteY11513"/>
                </a:cxn>
                <a:cxn ang="0">
                  <a:pos x="connsiteX11514" y="connsiteY11514"/>
                </a:cxn>
                <a:cxn ang="0">
                  <a:pos x="connsiteX11515" y="connsiteY11515"/>
                </a:cxn>
                <a:cxn ang="0">
                  <a:pos x="connsiteX11516" y="connsiteY11516"/>
                </a:cxn>
                <a:cxn ang="0">
                  <a:pos x="connsiteX11517" y="connsiteY11517"/>
                </a:cxn>
                <a:cxn ang="0">
                  <a:pos x="connsiteX11518" y="connsiteY11518"/>
                </a:cxn>
                <a:cxn ang="0">
                  <a:pos x="connsiteX11519" y="connsiteY11519"/>
                </a:cxn>
                <a:cxn ang="0">
                  <a:pos x="connsiteX11520" y="connsiteY11520"/>
                </a:cxn>
                <a:cxn ang="0">
                  <a:pos x="connsiteX11521" y="connsiteY11521"/>
                </a:cxn>
                <a:cxn ang="0">
                  <a:pos x="connsiteX11522" y="connsiteY11522"/>
                </a:cxn>
                <a:cxn ang="0">
                  <a:pos x="connsiteX11523" y="connsiteY11523"/>
                </a:cxn>
                <a:cxn ang="0">
                  <a:pos x="connsiteX11524" y="connsiteY11524"/>
                </a:cxn>
                <a:cxn ang="0">
                  <a:pos x="connsiteX11525" y="connsiteY11525"/>
                </a:cxn>
                <a:cxn ang="0">
                  <a:pos x="connsiteX11526" y="connsiteY11526"/>
                </a:cxn>
                <a:cxn ang="0">
                  <a:pos x="connsiteX11527" y="connsiteY11527"/>
                </a:cxn>
                <a:cxn ang="0">
                  <a:pos x="connsiteX11528" y="connsiteY11528"/>
                </a:cxn>
                <a:cxn ang="0">
                  <a:pos x="connsiteX11529" y="connsiteY11529"/>
                </a:cxn>
                <a:cxn ang="0">
                  <a:pos x="connsiteX11530" y="connsiteY11530"/>
                </a:cxn>
                <a:cxn ang="0">
                  <a:pos x="connsiteX11531" y="connsiteY11531"/>
                </a:cxn>
                <a:cxn ang="0">
                  <a:pos x="connsiteX11532" y="connsiteY11532"/>
                </a:cxn>
                <a:cxn ang="0">
                  <a:pos x="connsiteX11533" y="connsiteY11533"/>
                </a:cxn>
                <a:cxn ang="0">
                  <a:pos x="connsiteX11534" y="connsiteY11534"/>
                </a:cxn>
                <a:cxn ang="0">
                  <a:pos x="connsiteX11535" y="connsiteY11535"/>
                </a:cxn>
                <a:cxn ang="0">
                  <a:pos x="connsiteX11536" y="connsiteY11536"/>
                </a:cxn>
                <a:cxn ang="0">
                  <a:pos x="connsiteX11537" y="connsiteY11537"/>
                </a:cxn>
                <a:cxn ang="0">
                  <a:pos x="connsiteX11538" y="connsiteY11538"/>
                </a:cxn>
                <a:cxn ang="0">
                  <a:pos x="connsiteX11539" y="connsiteY11539"/>
                </a:cxn>
                <a:cxn ang="0">
                  <a:pos x="connsiteX11540" y="connsiteY11540"/>
                </a:cxn>
                <a:cxn ang="0">
                  <a:pos x="connsiteX11541" y="connsiteY11541"/>
                </a:cxn>
                <a:cxn ang="0">
                  <a:pos x="connsiteX11542" y="connsiteY11542"/>
                </a:cxn>
                <a:cxn ang="0">
                  <a:pos x="connsiteX11543" y="connsiteY11543"/>
                </a:cxn>
                <a:cxn ang="0">
                  <a:pos x="connsiteX11544" y="connsiteY11544"/>
                </a:cxn>
                <a:cxn ang="0">
                  <a:pos x="connsiteX11545" y="connsiteY11545"/>
                </a:cxn>
                <a:cxn ang="0">
                  <a:pos x="connsiteX11546" y="connsiteY11546"/>
                </a:cxn>
                <a:cxn ang="0">
                  <a:pos x="connsiteX11547" y="connsiteY11547"/>
                </a:cxn>
                <a:cxn ang="0">
                  <a:pos x="connsiteX11548" y="connsiteY11548"/>
                </a:cxn>
                <a:cxn ang="0">
                  <a:pos x="connsiteX11549" y="connsiteY11549"/>
                </a:cxn>
                <a:cxn ang="0">
                  <a:pos x="connsiteX11550" y="connsiteY11550"/>
                </a:cxn>
                <a:cxn ang="0">
                  <a:pos x="connsiteX11551" y="connsiteY11551"/>
                </a:cxn>
                <a:cxn ang="0">
                  <a:pos x="connsiteX11552" y="connsiteY11552"/>
                </a:cxn>
                <a:cxn ang="0">
                  <a:pos x="connsiteX11553" y="connsiteY11553"/>
                </a:cxn>
                <a:cxn ang="0">
                  <a:pos x="connsiteX11554" y="connsiteY11554"/>
                </a:cxn>
                <a:cxn ang="0">
                  <a:pos x="connsiteX11555" y="connsiteY11555"/>
                </a:cxn>
                <a:cxn ang="0">
                  <a:pos x="connsiteX11556" y="connsiteY11556"/>
                </a:cxn>
                <a:cxn ang="0">
                  <a:pos x="connsiteX11557" y="connsiteY11557"/>
                </a:cxn>
                <a:cxn ang="0">
                  <a:pos x="connsiteX11558" y="connsiteY11558"/>
                </a:cxn>
                <a:cxn ang="0">
                  <a:pos x="connsiteX11559" y="connsiteY11559"/>
                </a:cxn>
                <a:cxn ang="0">
                  <a:pos x="connsiteX11560" y="connsiteY11560"/>
                </a:cxn>
                <a:cxn ang="0">
                  <a:pos x="connsiteX11561" y="connsiteY11561"/>
                </a:cxn>
                <a:cxn ang="0">
                  <a:pos x="connsiteX11562" y="connsiteY11562"/>
                </a:cxn>
                <a:cxn ang="0">
                  <a:pos x="connsiteX11563" y="connsiteY11563"/>
                </a:cxn>
                <a:cxn ang="0">
                  <a:pos x="connsiteX11564" y="connsiteY11564"/>
                </a:cxn>
                <a:cxn ang="0">
                  <a:pos x="connsiteX11565" y="connsiteY11565"/>
                </a:cxn>
                <a:cxn ang="0">
                  <a:pos x="connsiteX11566" y="connsiteY11566"/>
                </a:cxn>
                <a:cxn ang="0">
                  <a:pos x="connsiteX11567" y="connsiteY11567"/>
                </a:cxn>
                <a:cxn ang="0">
                  <a:pos x="connsiteX11568" y="connsiteY11568"/>
                </a:cxn>
                <a:cxn ang="0">
                  <a:pos x="connsiteX11569" y="connsiteY11569"/>
                </a:cxn>
                <a:cxn ang="0">
                  <a:pos x="connsiteX11570" y="connsiteY11570"/>
                </a:cxn>
                <a:cxn ang="0">
                  <a:pos x="connsiteX11571" y="connsiteY11571"/>
                </a:cxn>
                <a:cxn ang="0">
                  <a:pos x="connsiteX11572" y="connsiteY11572"/>
                </a:cxn>
                <a:cxn ang="0">
                  <a:pos x="connsiteX11573" y="connsiteY11573"/>
                </a:cxn>
                <a:cxn ang="0">
                  <a:pos x="connsiteX11574" y="connsiteY11574"/>
                </a:cxn>
                <a:cxn ang="0">
                  <a:pos x="connsiteX11575" y="connsiteY11575"/>
                </a:cxn>
                <a:cxn ang="0">
                  <a:pos x="connsiteX11576" y="connsiteY11576"/>
                </a:cxn>
                <a:cxn ang="0">
                  <a:pos x="connsiteX11577" y="connsiteY11577"/>
                </a:cxn>
                <a:cxn ang="0">
                  <a:pos x="connsiteX11578" y="connsiteY11578"/>
                </a:cxn>
                <a:cxn ang="0">
                  <a:pos x="connsiteX11579" y="connsiteY11579"/>
                </a:cxn>
                <a:cxn ang="0">
                  <a:pos x="connsiteX11580" y="connsiteY11580"/>
                </a:cxn>
                <a:cxn ang="0">
                  <a:pos x="connsiteX11581" y="connsiteY11581"/>
                </a:cxn>
                <a:cxn ang="0">
                  <a:pos x="connsiteX11582" y="connsiteY11582"/>
                </a:cxn>
                <a:cxn ang="0">
                  <a:pos x="connsiteX11583" y="connsiteY11583"/>
                </a:cxn>
                <a:cxn ang="0">
                  <a:pos x="connsiteX11584" y="connsiteY11584"/>
                </a:cxn>
                <a:cxn ang="0">
                  <a:pos x="connsiteX11585" y="connsiteY11585"/>
                </a:cxn>
                <a:cxn ang="0">
                  <a:pos x="connsiteX11586" y="connsiteY11586"/>
                </a:cxn>
                <a:cxn ang="0">
                  <a:pos x="connsiteX11587" y="connsiteY11587"/>
                </a:cxn>
                <a:cxn ang="0">
                  <a:pos x="connsiteX11588" y="connsiteY11588"/>
                </a:cxn>
                <a:cxn ang="0">
                  <a:pos x="connsiteX11589" y="connsiteY11589"/>
                </a:cxn>
                <a:cxn ang="0">
                  <a:pos x="connsiteX11590" y="connsiteY11590"/>
                </a:cxn>
                <a:cxn ang="0">
                  <a:pos x="connsiteX11591" y="connsiteY11591"/>
                </a:cxn>
                <a:cxn ang="0">
                  <a:pos x="connsiteX11592" y="connsiteY11592"/>
                </a:cxn>
                <a:cxn ang="0">
                  <a:pos x="connsiteX11593" y="connsiteY11593"/>
                </a:cxn>
                <a:cxn ang="0">
                  <a:pos x="connsiteX11594" y="connsiteY11594"/>
                </a:cxn>
                <a:cxn ang="0">
                  <a:pos x="connsiteX11595" y="connsiteY11595"/>
                </a:cxn>
                <a:cxn ang="0">
                  <a:pos x="connsiteX11596" y="connsiteY11596"/>
                </a:cxn>
                <a:cxn ang="0">
                  <a:pos x="connsiteX11597" y="connsiteY11597"/>
                </a:cxn>
                <a:cxn ang="0">
                  <a:pos x="connsiteX11598" y="connsiteY11598"/>
                </a:cxn>
                <a:cxn ang="0">
                  <a:pos x="connsiteX11599" y="connsiteY11599"/>
                </a:cxn>
                <a:cxn ang="0">
                  <a:pos x="connsiteX11600" y="connsiteY11600"/>
                </a:cxn>
                <a:cxn ang="0">
                  <a:pos x="connsiteX11601" y="connsiteY11601"/>
                </a:cxn>
                <a:cxn ang="0">
                  <a:pos x="connsiteX11602" y="connsiteY11602"/>
                </a:cxn>
                <a:cxn ang="0">
                  <a:pos x="connsiteX11603" y="connsiteY11603"/>
                </a:cxn>
                <a:cxn ang="0">
                  <a:pos x="connsiteX11604" y="connsiteY11604"/>
                </a:cxn>
                <a:cxn ang="0">
                  <a:pos x="connsiteX11605" y="connsiteY11605"/>
                </a:cxn>
                <a:cxn ang="0">
                  <a:pos x="connsiteX11606" y="connsiteY11606"/>
                </a:cxn>
                <a:cxn ang="0">
                  <a:pos x="connsiteX11607" y="connsiteY11607"/>
                </a:cxn>
                <a:cxn ang="0">
                  <a:pos x="connsiteX11608" y="connsiteY11608"/>
                </a:cxn>
                <a:cxn ang="0">
                  <a:pos x="connsiteX11609" y="connsiteY11609"/>
                </a:cxn>
                <a:cxn ang="0">
                  <a:pos x="connsiteX11610" y="connsiteY11610"/>
                </a:cxn>
                <a:cxn ang="0">
                  <a:pos x="connsiteX11611" y="connsiteY11611"/>
                </a:cxn>
                <a:cxn ang="0">
                  <a:pos x="connsiteX11612" y="connsiteY11612"/>
                </a:cxn>
                <a:cxn ang="0">
                  <a:pos x="connsiteX11613" y="connsiteY11613"/>
                </a:cxn>
                <a:cxn ang="0">
                  <a:pos x="connsiteX11614" y="connsiteY11614"/>
                </a:cxn>
                <a:cxn ang="0">
                  <a:pos x="connsiteX11615" y="connsiteY11615"/>
                </a:cxn>
                <a:cxn ang="0">
                  <a:pos x="connsiteX11616" y="connsiteY11616"/>
                </a:cxn>
                <a:cxn ang="0">
                  <a:pos x="connsiteX11617" y="connsiteY11617"/>
                </a:cxn>
                <a:cxn ang="0">
                  <a:pos x="connsiteX11618" y="connsiteY11618"/>
                </a:cxn>
                <a:cxn ang="0">
                  <a:pos x="connsiteX11619" y="connsiteY11619"/>
                </a:cxn>
                <a:cxn ang="0">
                  <a:pos x="connsiteX11620" y="connsiteY11620"/>
                </a:cxn>
                <a:cxn ang="0">
                  <a:pos x="connsiteX11621" y="connsiteY11621"/>
                </a:cxn>
                <a:cxn ang="0">
                  <a:pos x="connsiteX11622" y="connsiteY11622"/>
                </a:cxn>
                <a:cxn ang="0">
                  <a:pos x="connsiteX11623" y="connsiteY11623"/>
                </a:cxn>
                <a:cxn ang="0">
                  <a:pos x="connsiteX11624" y="connsiteY11624"/>
                </a:cxn>
                <a:cxn ang="0">
                  <a:pos x="connsiteX11625" y="connsiteY11625"/>
                </a:cxn>
                <a:cxn ang="0">
                  <a:pos x="connsiteX11626" y="connsiteY11626"/>
                </a:cxn>
                <a:cxn ang="0">
                  <a:pos x="connsiteX11627" y="connsiteY11627"/>
                </a:cxn>
                <a:cxn ang="0">
                  <a:pos x="connsiteX11628" y="connsiteY11628"/>
                </a:cxn>
                <a:cxn ang="0">
                  <a:pos x="connsiteX11629" y="connsiteY11629"/>
                </a:cxn>
                <a:cxn ang="0">
                  <a:pos x="connsiteX11630" y="connsiteY11630"/>
                </a:cxn>
                <a:cxn ang="0">
                  <a:pos x="connsiteX11631" y="connsiteY11631"/>
                </a:cxn>
                <a:cxn ang="0">
                  <a:pos x="connsiteX11632" y="connsiteY11632"/>
                </a:cxn>
                <a:cxn ang="0">
                  <a:pos x="connsiteX11633" y="connsiteY11633"/>
                </a:cxn>
                <a:cxn ang="0">
                  <a:pos x="connsiteX11634" y="connsiteY11634"/>
                </a:cxn>
                <a:cxn ang="0">
                  <a:pos x="connsiteX11635" y="connsiteY11635"/>
                </a:cxn>
                <a:cxn ang="0">
                  <a:pos x="connsiteX11636" y="connsiteY11636"/>
                </a:cxn>
                <a:cxn ang="0">
                  <a:pos x="connsiteX11637" y="connsiteY11637"/>
                </a:cxn>
                <a:cxn ang="0">
                  <a:pos x="connsiteX11638" y="connsiteY11638"/>
                </a:cxn>
                <a:cxn ang="0">
                  <a:pos x="connsiteX11639" y="connsiteY11639"/>
                </a:cxn>
                <a:cxn ang="0">
                  <a:pos x="connsiteX11640" y="connsiteY11640"/>
                </a:cxn>
                <a:cxn ang="0">
                  <a:pos x="connsiteX11641" y="connsiteY11641"/>
                </a:cxn>
                <a:cxn ang="0">
                  <a:pos x="connsiteX11642" y="connsiteY11642"/>
                </a:cxn>
                <a:cxn ang="0">
                  <a:pos x="connsiteX11643" y="connsiteY11643"/>
                </a:cxn>
                <a:cxn ang="0">
                  <a:pos x="connsiteX11644" y="connsiteY11644"/>
                </a:cxn>
                <a:cxn ang="0">
                  <a:pos x="connsiteX11645" y="connsiteY11645"/>
                </a:cxn>
                <a:cxn ang="0">
                  <a:pos x="connsiteX11646" y="connsiteY11646"/>
                </a:cxn>
                <a:cxn ang="0">
                  <a:pos x="connsiteX11647" y="connsiteY11647"/>
                </a:cxn>
                <a:cxn ang="0">
                  <a:pos x="connsiteX11648" y="connsiteY11648"/>
                </a:cxn>
                <a:cxn ang="0">
                  <a:pos x="connsiteX11649" y="connsiteY11649"/>
                </a:cxn>
                <a:cxn ang="0">
                  <a:pos x="connsiteX11650" y="connsiteY11650"/>
                </a:cxn>
                <a:cxn ang="0">
                  <a:pos x="connsiteX11651" y="connsiteY11651"/>
                </a:cxn>
                <a:cxn ang="0">
                  <a:pos x="connsiteX11652" y="connsiteY11652"/>
                </a:cxn>
                <a:cxn ang="0">
                  <a:pos x="connsiteX11653" y="connsiteY11653"/>
                </a:cxn>
                <a:cxn ang="0">
                  <a:pos x="connsiteX11654" y="connsiteY11654"/>
                </a:cxn>
                <a:cxn ang="0">
                  <a:pos x="connsiteX11655" y="connsiteY11655"/>
                </a:cxn>
                <a:cxn ang="0">
                  <a:pos x="connsiteX11656" y="connsiteY11656"/>
                </a:cxn>
                <a:cxn ang="0">
                  <a:pos x="connsiteX11657" y="connsiteY11657"/>
                </a:cxn>
                <a:cxn ang="0">
                  <a:pos x="connsiteX11658" y="connsiteY11658"/>
                </a:cxn>
                <a:cxn ang="0">
                  <a:pos x="connsiteX11659" y="connsiteY11659"/>
                </a:cxn>
                <a:cxn ang="0">
                  <a:pos x="connsiteX11660" y="connsiteY11660"/>
                </a:cxn>
                <a:cxn ang="0">
                  <a:pos x="connsiteX11661" y="connsiteY11661"/>
                </a:cxn>
                <a:cxn ang="0">
                  <a:pos x="connsiteX11662" y="connsiteY11662"/>
                </a:cxn>
                <a:cxn ang="0">
                  <a:pos x="connsiteX11663" y="connsiteY11663"/>
                </a:cxn>
                <a:cxn ang="0">
                  <a:pos x="connsiteX11664" y="connsiteY11664"/>
                </a:cxn>
                <a:cxn ang="0">
                  <a:pos x="connsiteX11665" y="connsiteY11665"/>
                </a:cxn>
                <a:cxn ang="0">
                  <a:pos x="connsiteX11666" y="connsiteY11666"/>
                </a:cxn>
                <a:cxn ang="0">
                  <a:pos x="connsiteX11667" y="connsiteY11667"/>
                </a:cxn>
                <a:cxn ang="0">
                  <a:pos x="connsiteX11668" y="connsiteY11668"/>
                </a:cxn>
                <a:cxn ang="0">
                  <a:pos x="connsiteX11669" y="connsiteY11669"/>
                </a:cxn>
                <a:cxn ang="0">
                  <a:pos x="connsiteX11670" y="connsiteY11670"/>
                </a:cxn>
                <a:cxn ang="0">
                  <a:pos x="connsiteX11671" y="connsiteY11671"/>
                </a:cxn>
                <a:cxn ang="0">
                  <a:pos x="connsiteX11672" y="connsiteY11672"/>
                </a:cxn>
                <a:cxn ang="0">
                  <a:pos x="connsiteX11673" y="connsiteY11673"/>
                </a:cxn>
                <a:cxn ang="0">
                  <a:pos x="connsiteX11674" y="connsiteY11674"/>
                </a:cxn>
                <a:cxn ang="0">
                  <a:pos x="connsiteX11675" y="connsiteY11675"/>
                </a:cxn>
                <a:cxn ang="0">
                  <a:pos x="connsiteX11676" y="connsiteY11676"/>
                </a:cxn>
                <a:cxn ang="0">
                  <a:pos x="connsiteX11677" y="connsiteY11677"/>
                </a:cxn>
                <a:cxn ang="0">
                  <a:pos x="connsiteX11678" y="connsiteY11678"/>
                </a:cxn>
                <a:cxn ang="0">
                  <a:pos x="connsiteX11679" y="connsiteY11679"/>
                </a:cxn>
                <a:cxn ang="0">
                  <a:pos x="connsiteX11680" y="connsiteY11680"/>
                </a:cxn>
                <a:cxn ang="0">
                  <a:pos x="connsiteX11681" y="connsiteY11681"/>
                </a:cxn>
                <a:cxn ang="0">
                  <a:pos x="connsiteX11682" y="connsiteY11682"/>
                </a:cxn>
                <a:cxn ang="0">
                  <a:pos x="connsiteX11683" y="connsiteY11683"/>
                </a:cxn>
                <a:cxn ang="0">
                  <a:pos x="connsiteX11684" y="connsiteY11684"/>
                </a:cxn>
                <a:cxn ang="0">
                  <a:pos x="connsiteX11685" y="connsiteY11685"/>
                </a:cxn>
                <a:cxn ang="0">
                  <a:pos x="connsiteX11686" y="connsiteY11686"/>
                </a:cxn>
                <a:cxn ang="0">
                  <a:pos x="connsiteX11687" y="connsiteY11687"/>
                </a:cxn>
                <a:cxn ang="0">
                  <a:pos x="connsiteX11688" y="connsiteY11688"/>
                </a:cxn>
                <a:cxn ang="0">
                  <a:pos x="connsiteX11689" y="connsiteY11689"/>
                </a:cxn>
                <a:cxn ang="0">
                  <a:pos x="connsiteX11690" y="connsiteY11690"/>
                </a:cxn>
                <a:cxn ang="0">
                  <a:pos x="connsiteX11691" y="connsiteY11691"/>
                </a:cxn>
                <a:cxn ang="0">
                  <a:pos x="connsiteX11692" y="connsiteY11692"/>
                </a:cxn>
                <a:cxn ang="0">
                  <a:pos x="connsiteX11693" y="connsiteY11693"/>
                </a:cxn>
                <a:cxn ang="0">
                  <a:pos x="connsiteX11694" y="connsiteY11694"/>
                </a:cxn>
                <a:cxn ang="0">
                  <a:pos x="connsiteX11695" y="connsiteY11695"/>
                </a:cxn>
                <a:cxn ang="0">
                  <a:pos x="connsiteX11696" y="connsiteY11696"/>
                </a:cxn>
                <a:cxn ang="0">
                  <a:pos x="connsiteX11697" y="connsiteY11697"/>
                </a:cxn>
                <a:cxn ang="0">
                  <a:pos x="connsiteX11698" y="connsiteY11698"/>
                </a:cxn>
                <a:cxn ang="0">
                  <a:pos x="connsiteX11699" y="connsiteY11699"/>
                </a:cxn>
                <a:cxn ang="0">
                  <a:pos x="connsiteX11700" y="connsiteY11700"/>
                </a:cxn>
                <a:cxn ang="0">
                  <a:pos x="connsiteX11701" y="connsiteY11701"/>
                </a:cxn>
                <a:cxn ang="0">
                  <a:pos x="connsiteX11702" y="connsiteY11702"/>
                </a:cxn>
                <a:cxn ang="0">
                  <a:pos x="connsiteX11703" y="connsiteY11703"/>
                </a:cxn>
                <a:cxn ang="0">
                  <a:pos x="connsiteX11704" y="connsiteY11704"/>
                </a:cxn>
                <a:cxn ang="0">
                  <a:pos x="connsiteX11705" y="connsiteY11705"/>
                </a:cxn>
                <a:cxn ang="0">
                  <a:pos x="connsiteX11706" y="connsiteY11706"/>
                </a:cxn>
                <a:cxn ang="0">
                  <a:pos x="connsiteX11707" y="connsiteY11707"/>
                </a:cxn>
                <a:cxn ang="0">
                  <a:pos x="connsiteX11708" y="connsiteY11708"/>
                </a:cxn>
                <a:cxn ang="0">
                  <a:pos x="connsiteX11709" y="connsiteY11709"/>
                </a:cxn>
                <a:cxn ang="0">
                  <a:pos x="connsiteX11710" y="connsiteY11710"/>
                </a:cxn>
                <a:cxn ang="0">
                  <a:pos x="connsiteX11711" y="connsiteY11711"/>
                </a:cxn>
                <a:cxn ang="0">
                  <a:pos x="connsiteX11712" y="connsiteY11712"/>
                </a:cxn>
                <a:cxn ang="0">
                  <a:pos x="connsiteX11713" y="connsiteY11713"/>
                </a:cxn>
                <a:cxn ang="0">
                  <a:pos x="connsiteX11714" y="connsiteY11714"/>
                </a:cxn>
                <a:cxn ang="0">
                  <a:pos x="connsiteX11715" y="connsiteY11715"/>
                </a:cxn>
                <a:cxn ang="0">
                  <a:pos x="connsiteX11716" y="connsiteY11716"/>
                </a:cxn>
                <a:cxn ang="0">
                  <a:pos x="connsiteX11717" y="connsiteY11717"/>
                </a:cxn>
                <a:cxn ang="0">
                  <a:pos x="connsiteX11718" y="connsiteY11718"/>
                </a:cxn>
                <a:cxn ang="0">
                  <a:pos x="connsiteX11719" y="connsiteY11719"/>
                </a:cxn>
                <a:cxn ang="0">
                  <a:pos x="connsiteX11720" y="connsiteY11720"/>
                </a:cxn>
                <a:cxn ang="0">
                  <a:pos x="connsiteX11721" y="connsiteY11721"/>
                </a:cxn>
                <a:cxn ang="0">
                  <a:pos x="connsiteX11722" y="connsiteY11722"/>
                </a:cxn>
                <a:cxn ang="0">
                  <a:pos x="connsiteX11723" y="connsiteY11723"/>
                </a:cxn>
                <a:cxn ang="0">
                  <a:pos x="connsiteX11724" y="connsiteY11724"/>
                </a:cxn>
                <a:cxn ang="0">
                  <a:pos x="connsiteX11725" y="connsiteY11725"/>
                </a:cxn>
                <a:cxn ang="0">
                  <a:pos x="connsiteX11726" y="connsiteY11726"/>
                </a:cxn>
                <a:cxn ang="0">
                  <a:pos x="connsiteX11727" y="connsiteY11727"/>
                </a:cxn>
                <a:cxn ang="0">
                  <a:pos x="connsiteX11728" y="connsiteY11728"/>
                </a:cxn>
                <a:cxn ang="0">
                  <a:pos x="connsiteX11729" y="connsiteY11729"/>
                </a:cxn>
                <a:cxn ang="0">
                  <a:pos x="connsiteX11730" y="connsiteY11730"/>
                </a:cxn>
                <a:cxn ang="0">
                  <a:pos x="connsiteX11731" y="connsiteY11731"/>
                </a:cxn>
                <a:cxn ang="0">
                  <a:pos x="connsiteX11732" y="connsiteY11732"/>
                </a:cxn>
                <a:cxn ang="0">
                  <a:pos x="connsiteX11733" y="connsiteY11733"/>
                </a:cxn>
                <a:cxn ang="0">
                  <a:pos x="connsiteX11734" y="connsiteY11734"/>
                </a:cxn>
                <a:cxn ang="0">
                  <a:pos x="connsiteX11735" y="connsiteY11735"/>
                </a:cxn>
                <a:cxn ang="0">
                  <a:pos x="connsiteX11736" y="connsiteY11736"/>
                </a:cxn>
                <a:cxn ang="0">
                  <a:pos x="connsiteX11737" y="connsiteY11737"/>
                </a:cxn>
                <a:cxn ang="0">
                  <a:pos x="connsiteX11738" y="connsiteY11738"/>
                </a:cxn>
                <a:cxn ang="0">
                  <a:pos x="connsiteX11739" y="connsiteY11739"/>
                </a:cxn>
                <a:cxn ang="0">
                  <a:pos x="connsiteX11740" y="connsiteY11740"/>
                </a:cxn>
                <a:cxn ang="0">
                  <a:pos x="connsiteX11741" y="connsiteY11741"/>
                </a:cxn>
                <a:cxn ang="0">
                  <a:pos x="connsiteX11742" y="connsiteY11742"/>
                </a:cxn>
                <a:cxn ang="0">
                  <a:pos x="connsiteX11743" y="connsiteY11743"/>
                </a:cxn>
                <a:cxn ang="0">
                  <a:pos x="connsiteX11744" y="connsiteY11744"/>
                </a:cxn>
                <a:cxn ang="0">
                  <a:pos x="connsiteX11745" y="connsiteY11745"/>
                </a:cxn>
                <a:cxn ang="0">
                  <a:pos x="connsiteX11746" y="connsiteY11746"/>
                </a:cxn>
                <a:cxn ang="0">
                  <a:pos x="connsiteX11747" y="connsiteY11747"/>
                </a:cxn>
                <a:cxn ang="0">
                  <a:pos x="connsiteX11748" y="connsiteY11748"/>
                </a:cxn>
                <a:cxn ang="0">
                  <a:pos x="connsiteX11749" y="connsiteY11749"/>
                </a:cxn>
                <a:cxn ang="0">
                  <a:pos x="connsiteX11750" y="connsiteY11750"/>
                </a:cxn>
                <a:cxn ang="0">
                  <a:pos x="connsiteX11751" y="connsiteY11751"/>
                </a:cxn>
                <a:cxn ang="0">
                  <a:pos x="connsiteX11752" y="connsiteY11752"/>
                </a:cxn>
                <a:cxn ang="0">
                  <a:pos x="connsiteX11753" y="connsiteY11753"/>
                </a:cxn>
                <a:cxn ang="0">
                  <a:pos x="connsiteX11754" y="connsiteY11754"/>
                </a:cxn>
                <a:cxn ang="0">
                  <a:pos x="connsiteX11755" y="connsiteY11755"/>
                </a:cxn>
                <a:cxn ang="0">
                  <a:pos x="connsiteX11756" y="connsiteY11756"/>
                </a:cxn>
                <a:cxn ang="0">
                  <a:pos x="connsiteX11757" y="connsiteY11757"/>
                </a:cxn>
                <a:cxn ang="0">
                  <a:pos x="connsiteX11758" y="connsiteY11758"/>
                </a:cxn>
                <a:cxn ang="0">
                  <a:pos x="connsiteX11759" y="connsiteY11759"/>
                </a:cxn>
                <a:cxn ang="0">
                  <a:pos x="connsiteX11760" y="connsiteY11760"/>
                </a:cxn>
                <a:cxn ang="0">
                  <a:pos x="connsiteX11761" y="connsiteY11761"/>
                </a:cxn>
                <a:cxn ang="0">
                  <a:pos x="connsiteX11762" y="connsiteY11762"/>
                </a:cxn>
                <a:cxn ang="0">
                  <a:pos x="connsiteX11763" y="connsiteY11763"/>
                </a:cxn>
                <a:cxn ang="0">
                  <a:pos x="connsiteX11764" y="connsiteY11764"/>
                </a:cxn>
                <a:cxn ang="0">
                  <a:pos x="connsiteX11765" y="connsiteY11765"/>
                </a:cxn>
                <a:cxn ang="0">
                  <a:pos x="connsiteX11766" y="connsiteY11766"/>
                </a:cxn>
                <a:cxn ang="0">
                  <a:pos x="connsiteX11767" y="connsiteY11767"/>
                </a:cxn>
                <a:cxn ang="0">
                  <a:pos x="connsiteX11768" y="connsiteY11768"/>
                </a:cxn>
                <a:cxn ang="0">
                  <a:pos x="connsiteX11769" y="connsiteY11769"/>
                </a:cxn>
                <a:cxn ang="0">
                  <a:pos x="connsiteX11770" y="connsiteY11770"/>
                </a:cxn>
                <a:cxn ang="0">
                  <a:pos x="connsiteX11771" y="connsiteY11771"/>
                </a:cxn>
                <a:cxn ang="0">
                  <a:pos x="connsiteX11772" y="connsiteY11772"/>
                </a:cxn>
                <a:cxn ang="0">
                  <a:pos x="connsiteX11773" y="connsiteY11773"/>
                </a:cxn>
                <a:cxn ang="0">
                  <a:pos x="connsiteX11774" y="connsiteY11774"/>
                </a:cxn>
                <a:cxn ang="0">
                  <a:pos x="connsiteX11775" y="connsiteY11775"/>
                </a:cxn>
                <a:cxn ang="0">
                  <a:pos x="connsiteX11776" y="connsiteY11776"/>
                </a:cxn>
                <a:cxn ang="0">
                  <a:pos x="connsiteX11777" y="connsiteY11777"/>
                </a:cxn>
                <a:cxn ang="0">
                  <a:pos x="connsiteX11778" y="connsiteY11778"/>
                </a:cxn>
                <a:cxn ang="0">
                  <a:pos x="connsiteX11779" y="connsiteY11779"/>
                </a:cxn>
                <a:cxn ang="0">
                  <a:pos x="connsiteX11780" y="connsiteY11780"/>
                </a:cxn>
                <a:cxn ang="0">
                  <a:pos x="connsiteX11781" y="connsiteY11781"/>
                </a:cxn>
                <a:cxn ang="0">
                  <a:pos x="connsiteX11782" y="connsiteY11782"/>
                </a:cxn>
                <a:cxn ang="0">
                  <a:pos x="connsiteX11783" y="connsiteY11783"/>
                </a:cxn>
                <a:cxn ang="0">
                  <a:pos x="connsiteX11784" y="connsiteY11784"/>
                </a:cxn>
                <a:cxn ang="0">
                  <a:pos x="connsiteX11785" y="connsiteY11785"/>
                </a:cxn>
                <a:cxn ang="0">
                  <a:pos x="connsiteX11786" y="connsiteY11786"/>
                </a:cxn>
                <a:cxn ang="0">
                  <a:pos x="connsiteX11787" y="connsiteY11787"/>
                </a:cxn>
                <a:cxn ang="0">
                  <a:pos x="connsiteX11788" y="connsiteY11788"/>
                </a:cxn>
                <a:cxn ang="0">
                  <a:pos x="connsiteX11789" y="connsiteY11789"/>
                </a:cxn>
                <a:cxn ang="0">
                  <a:pos x="connsiteX11790" y="connsiteY11790"/>
                </a:cxn>
                <a:cxn ang="0">
                  <a:pos x="connsiteX11791" y="connsiteY11791"/>
                </a:cxn>
                <a:cxn ang="0">
                  <a:pos x="connsiteX11792" y="connsiteY11792"/>
                </a:cxn>
                <a:cxn ang="0">
                  <a:pos x="connsiteX11793" y="connsiteY11793"/>
                </a:cxn>
                <a:cxn ang="0">
                  <a:pos x="connsiteX11794" y="connsiteY11794"/>
                </a:cxn>
                <a:cxn ang="0">
                  <a:pos x="connsiteX11795" y="connsiteY11795"/>
                </a:cxn>
                <a:cxn ang="0">
                  <a:pos x="connsiteX11796" y="connsiteY11796"/>
                </a:cxn>
                <a:cxn ang="0">
                  <a:pos x="connsiteX11797" y="connsiteY11797"/>
                </a:cxn>
                <a:cxn ang="0">
                  <a:pos x="connsiteX11798" y="connsiteY11798"/>
                </a:cxn>
                <a:cxn ang="0">
                  <a:pos x="connsiteX11799" y="connsiteY11799"/>
                </a:cxn>
                <a:cxn ang="0">
                  <a:pos x="connsiteX11800" y="connsiteY11800"/>
                </a:cxn>
                <a:cxn ang="0">
                  <a:pos x="connsiteX11801" y="connsiteY11801"/>
                </a:cxn>
                <a:cxn ang="0">
                  <a:pos x="connsiteX11802" y="connsiteY11802"/>
                </a:cxn>
                <a:cxn ang="0">
                  <a:pos x="connsiteX11803" y="connsiteY11803"/>
                </a:cxn>
                <a:cxn ang="0">
                  <a:pos x="connsiteX11804" y="connsiteY11804"/>
                </a:cxn>
                <a:cxn ang="0">
                  <a:pos x="connsiteX11805" y="connsiteY11805"/>
                </a:cxn>
                <a:cxn ang="0">
                  <a:pos x="connsiteX11806" y="connsiteY11806"/>
                </a:cxn>
                <a:cxn ang="0">
                  <a:pos x="connsiteX11807" y="connsiteY11807"/>
                </a:cxn>
                <a:cxn ang="0">
                  <a:pos x="connsiteX11808" y="connsiteY11808"/>
                </a:cxn>
                <a:cxn ang="0">
                  <a:pos x="connsiteX11809" y="connsiteY11809"/>
                </a:cxn>
                <a:cxn ang="0">
                  <a:pos x="connsiteX11810" y="connsiteY11810"/>
                </a:cxn>
                <a:cxn ang="0">
                  <a:pos x="connsiteX11811" y="connsiteY11811"/>
                </a:cxn>
                <a:cxn ang="0">
                  <a:pos x="connsiteX11812" y="connsiteY11812"/>
                </a:cxn>
                <a:cxn ang="0">
                  <a:pos x="connsiteX11813" y="connsiteY11813"/>
                </a:cxn>
                <a:cxn ang="0">
                  <a:pos x="connsiteX11814" y="connsiteY11814"/>
                </a:cxn>
                <a:cxn ang="0">
                  <a:pos x="connsiteX11815" y="connsiteY11815"/>
                </a:cxn>
                <a:cxn ang="0">
                  <a:pos x="connsiteX11816" y="connsiteY11816"/>
                </a:cxn>
                <a:cxn ang="0">
                  <a:pos x="connsiteX11817" y="connsiteY11817"/>
                </a:cxn>
                <a:cxn ang="0">
                  <a:pos x="connsiteX11818" y="connsiteY11818"/>
                </a:cxn>
                <a:cxn ang="0">
                  <a:pos x="connsiteX11819" y="connsiteY11819"/>
                </a:cxn>
                <a:cxn ang="0">
                  <a:pos x="connsiteX11820" y="connsiteY11820"/>
                </a:cxn>
                <a:cxn ang="0">
                  <a:pos x="connsiteX11821" y="connsiteY11821"/>
                </a:cxn>
                <a:cxn ang="0">
                  <a:pos x="connsiteX11822" y="connsiteY11822"/>
                </a:cxn>
                <a:cxn ang="0">
                  <a:pos x="connsiteX11823" y="connsiteY11823"/>
                </a:cxn>
                <a:cxn ang="0">
                  <a:pos x="connsiteX11824" y="connsiteY11824"/>
                </a:cxn>
                <a:cxn ang="0">
                  <a:pos x="connsiteX11825" y="connsiteY11825"/>
                </a:cxn>
                <a:cxn ang="0">
                  <a:pos x="connsiteX11826" y="connsiteY11826"/>
                </a:cxn>
                <a:cxn ang="0">
                  <a:pos x="connsiteX11827" y="connsiteY11827"/>
                </a:cxn>
                <a:cxn ang="0">
                  <a:pos x="connsiteX11828" y="connsiteY11828"/>
                </a:cxn>
                <a:cxn ang="0">
                  <a:pos x="connsiteX11829" y="connsiteY11829"/>
                </a:cxn>
                <a:cxn ang="0">
                  <a:pos x="connsiteX11830" y="connsiteY11830"/>
                </a:cxn>
                <a:cxn ang="0">
                  <a:pos x="connsiteX11831" y="connsiteY11831"/>
                </a:cxn>
                <a:cxn ang="0">
                  <a:pos x="connsiteX11832" y="connsiteY11832"/>
                </a:cxn>
                <a:cxn ang="0">
                  <a:pos x="connsiteX11833" y="connsiteY11833"/>
                </a:cxn>
                <a:cxn ang="0">
                  <a:pos x="connsiteX11834" y="connsiteY11834"/>
                </a:cxn>
                <a:cxn ang="0">
                  <a:pos x="connsiteX11835" y="connsiteY11835"/>
                </a:cxn>
                <a:cxn ang="0">
                  <a:pos x="connsiteX11836" y="connsiteY11836"/>
                </a:cxn>
                <a:cxn ang="0">
                  <a:pos x="connsiteX11837" y="connsiteY11837"/>
                </a:cxn>
                <a:cxn ang="0">
                  <a:pos x="connsiteX11838" y="connsiteY11838"/>
                </a:cxn>
                <a:cxn ang="0">
                  <a:pos x="connsiteX11839" y="connsiteY11839"/>
                </a:cxn>
                <a:cxn ang="0">
                  <a:pos x="connsiteX11840" y="connsiteY11840"/>
                </a:cxn>
                <a:cxn ang="0">
                  <a:pos x="connsiteX11841" y="connsiteY11841"/>
                </a:cxn>
                <a:cxn ang="0">
                  <a:pos x="connsiteX11842" y="connsiteY11842"/>
                </a:cxn>
                <a:cxn ang="0">
                  <a:pos x="connsiteX11843" y="connsiteY11843"/>
                </a:cxn>
                <a:cxn ang="0">
                  <a:pos x="connsiteX11844" y="connsiteY11844"/>
                </a:cxn>
                <a:cxn ang="0">
                  <a:pos x="connsiteX11845" y="connsiteY11845"/>
                </a:cxn>
                <a:cxn ang="0">
                  <a:pos x="connsiteX11846" y="connsiteY11846"/>
                </a:cxn>
                <a:cxn ang="0">
                  <a:pos x="connsiteX11847" y="connsiteY11847"/>
                </a:cxn>
                <a:cxn ang="0">
                  <a:pos x="connsiteX11848" y="connsiteY11848"/>
                </a:cxn>
                <a:cxn ang="0">
                  <a:pos x="connsiteX11849" y="connsiteY11849"/>
                </a:cxn>
                <a:cxn ang="0">
                  <a:pos x="connsiteX11850" y="connsiteY11850"/>
                </a:cxn>
                <a:cxn ang="0">
                  <a:pos x="connsiteX11851" y="connsiteY11851"/>
                </a:cxn>
                <a:cxn ang="0">
                  <a:pos x="connsiteX11852" y="connsiteY11852"/>
                </a:cxn>
                <a:cxn ang="0">
                  <a:pos x="connsiteX11853" y="connsiteY11853"/>
                </a:cxn>
                <a:cxn ang="0">
                  <a:pos x="connsiteX11854" y="connsiteY11854"/>
                </a:cxn>
                <a:cxn ang="0">
                  <a:pos x="connsiteX11855" y="connsiteY11855"/>
                </a:cxn>
                <a:cxn ang="0">
                  <a:pos x="connsiteX11856" y="connsiteY11856"/>
                </a:cxn>
                <a:cxn ang="0">
                  <a:pos x="connsiteX11857" y="connsiteY11857"/>
                </a:cxn>
                <a:cxn ang="0">
                  <a:pos x="connsiteX11858" y="connsiteY11858"/>
                </a:cxn>
                <a:cxn ang="0">
                  <a:pos x="connsiteX11859" y="connsiteY11859"/>
                </a:cxn>
                <a:cxn ang="0">
                  <a:pos x="connsiteX11860" y="connsiteY11860"/>
                </a:cxn>
                <a:cxn ang="0">
                  <a:pos x="connsiteX11861" y="connsiteY11861"/>
                </a:cxn>
                <a:cxn ang="0">
                  <a:pos x="connsiteX11862" y="connsiteY11862"/>
                </a:cxn>
                <a:cxn ang="0">
                  <a:pos x="connsiteX11863" y="connsiteY11863"/>
                </a:cxn>
                <a:cxn ang="0">
                  <a:pos x="connsiteX11864" y="connsiteY11864"/>
                </a:cxn>
                <a:cxn ang="0">
                  <a:pos x="connsiteX11865" y="connsiteY11865"/>
                </a:cxn>
                <a:cxn ang="0">
                  <a:pos x="connsiteX11866" y="connsiteY11866"/>
                </a:cxn>
                <a:cxn ang="0">
                  <a:pos x="connsiteX11867" y="connsiteY11867"/>
                </a:cxn>
                <a:cxn ang="0">
                  <a:pos x="connsiteX11868" y="connsiteY11868"/>
                </a:cxn>
                <a:cxn ang="0">
                  <a:pos x="connsiteX11869" y="connsiteY11869"/>
                </a:cxn>
                <a:cxn ang="0">
                  <a:pos x="connsiteX11870" y="connsiteY11870"/>
                </a:cxn>
                <a:cxn ang="0">
                  <a:pos x="connsiteX11871" y="connsiteY11871"/>
                </a:cxn>
                <a:cxn ang="0">
                  <a:pos x="connsiteX11872" y="connsiteY11872"/>
                </a:cxn>
                <a:cxn ang="0">
                  <a:pos x="connsiteX11873" y="connsiteY11873"/>
                </a:cxn>
                <a:cxn ang="0">
                  <a:pos x="connsiteX11874" y="connsiteY11874"/>
                </a:cxn>
                <a:cxn ang="0">
                  <a:pos x="connsiteX11875" y="connsiteY11875"/>
                </a:cxn>
                <a:cxn ang="0">
                  <a:pos x="connsiteX11876" y="connsiteY11876"/>
                </a:cxn>
                <a:cxn ang="0">
                  <a:pos x="connsiteX11877" y="connsiteY11877"/>
                </a:cxn>
                <a:cxn ang="0">
                  <a:pos x="connsiteX11878" y="connsiteY11878"/>
                </a:cxn>
                <a:cxn ang="0">
                  <a:pos x="connsiteX11879" y="connsiteY11879"/>
                </a:cxn>
                <a:cxn ang="0">
                  <a:pos x="connsiteX11880" y="connsiteY11880"/>
                </a:cxn>
                <a:cxn ang="0">
                  <a:pos x="connsiteX11881" y="connsiteY11881"/>
                </a:cxn>
                <a:cxn ang="0">
                  <a:pos x="connsiteX11882" y="connsiteY11882"/>
                </a:cxn>
                <a:cxn ang="0">
                  <a:pos x="connsiteX11883" y="connsiteY11883"/>
                </a:cxn>
                <a:cxn ang="0">
                  <a:pos x="connsiteX11884" y="connsiteY11884"/>
                </a:cxn>
                <a:cxn ang="0">
                  <a:pos x="connsiteX11885" y="connsiteY11885"/>
                </a:cxn>
                <a:cxn ang="0">
                  <a:pos x="connsiteX11886" y="connsiteY11886"/>
                </a:cxn>
                <a:cxn ang="0">
                  <a:pos x="connsiteX11887" y="connsiteY11887"/>
                </a:cxn>
                <a:cxn ang="0">
                  <a:pos x="connsiteX11888" y="connsiteY11888"/>
                </a:cxn>
                <a:cxn ang="0">
                  <a:pos x="connsiteX11889" y="connsiteY11889"/>
                </a:cxn>
                <a:cxn ang="0">
                  <a:pos x="connsiteX11890" y="connsiteY11890"/>
                </a:cxn>
                <a:cxn ang="0">
                  <a:pos x="connsiteX11891" y="connsiteY11891"/>
                </a:cxn>
                <a:cxn ang="0">
                  <a:pos x="connsiteX11892" y="connsiteY11892"/>
                </a:cxn>
                <a:cxn ang="0">
                  <a:pos x="connsiteX11893" y="connsiteY11893"/>
                </a:cxn>
                <a:cxn ang="0">
                  <a:pos x="connsiteX11894" y="connsiteY11894"/>
                </a:cxn>
                <a:cxn ang="0">
                  <a:pos x="connsiteX11895" y="connsiteY11895"/>
                </a:cxn>
                <a:cxn ang="0">
                  <a:pos x="connsiteX11896" y="connsiteY11896"/>
                </a:cxn>
                <a:cxn ang="0">
                  <a:pos x="connsiteX11897" y="connsiteY11897"/>
                </a:cxn>
                <a:cxn ang="0">
                  <a:pos x="connsiteX11898" y="connsiteY11898"/>
                </a:cxn>
                <a:cxn ang="0">
                  <a:pos x="connsiteX11899" y="connsiteY11899"/>
                </a:cxn>
                <a:cxn ang="0">
                  <a:pos x="connsiteX11900" y="connsiteY11900"/>
                </a:cxn>
                <a:cxn ang="0">
                  <a:pos x="connsiteX11901" y="connsiteY11901"/>
                </a:cxn>
                <a:cxn ang="0">
                  <a:pos x="connsiteX11902" y="connsiteY11902"/>
                </a:cxn>
                <a:cxn ang="0">
                  <a:pos x="connsiteX11903" y="connsiteY11903"/>
                </a:cxn>
                <a:cxn ang="0">
                  <a:pos x="connsiteX11904" y="connsiteY11904"/>
                </a:cxn>
                <a:cxn ang="0">
                  <a:pos x="connsiteX11905" y="connsiteY11905"/>
                </a:cxn>
                <a:cxn ang="0">
                  <a:pos x="connsiteX11906" y="connsiteY11906"/>
                </a:cxn>
                <a:cxn ang="0">
                  <a:pos x="connsiteX11907" y="connsiteY11907"/>
                </a:cxn>
                <a:cxn ang="0">
                  <a:pos x="connsiteX11908" y="connsiteY11908"/>
                </a:cxn>
                <a:cxn ang="0">
                  <a:pos x="connsiteX11909" y="connsiteY11909"/>
                </a:cxn>
                <a:cxn ang="0">
                  <a:pos x="connsiteX11910" y="connsiteY11910"/>
                </a:cxn>
                <a:cxn ang="0">
                  <a:pos x="connsiteX11911" y="connsiteY11911"/>
                </a:cxn>
                <a:cxn ang="0">
                  <a:pos x="connsiteX11912" y="connsiteY11912"/>
                </a:cxn>
                <a:cxn ang="0">
                  <a:pos x="connsiteX11913" y="connsiteY11913"/>
                </a:cxn>
                <a:cxn ang="0">
                  <a:pos x="connsiteX11914" y="connsiteY11914"/>
                </a:cxn>
                <a:cxn ang="0">
                  <a:pos x="connsiteX11915" y="connsiteY11915"/>
                </a:cxn>
                <a:cxn ang="0">
                  <a:pos x="connsiteX11916" y="connsiteY11916"/>
                </a:cxn>
                <a:cxn ang="0">
                  <a:pos x="connsiteX11917" y="connsiteY11917"/>
                </a:cxn>
                <a:cxn ang="0">
                  <a:pos x="connsiteX11918" y="connsiteY11918"/>
                </a:cxn>
                <a:cxn ang="0">
                  <a:pos x="connsiteX11919" y="connsiteY11919"/>
                </a:cxn>
                <a:cxn ang="0">
                  <a:pos x="connsiteX11920" y="connsiteY11920"/>
                </a:cxn>
                <a:cxn ang="0">
                  <a:pos x="connsiteX11921" y="connsiteY11921"/>
                </a:cxn>
                <a:cxn ang="0">
                  <a:pos x="connsiteX11922" y="connsiteY11922"/>
                </a:cxn>
                <a:cxn ang="0">
                  <a:pos x="connsiteX11923" y="connsiteY11923"/>
                </a:cxn>
                <a:cxn ang="0">
                  <a:pos x="connsiteX11924" y="connsiteY11924"/>
                </a:cxn>
                <a:cxn ang="0">
                  <a:pos x="connsiteX11925" y="connsiteY11925"/>
                </a:cxn>
                <a:cxn ang="0">
                  <a:pos x="connsiteX11926" y="connsiteY11926"/>
                </a:cxn>
                <a:cxn ang="0">
                  <a:pos x="connsiteX11927" y="connsiteY11927"/>
                </a:cxn>
                <a:cxn ang="0">
                  <a:pos x="connsiteX11928" y="connsiteY11928"/>
                </a:cxn>
                <a:cxn ang="0">
                  <a:pos x="connsiteX11929" y="connsiteY11929"/>
                </a:cxn>
                <a:cxn ang="0">
                  <a:pos x="connsiteX11930" y="connsiteY11930"/>
                </a:cxn>
                <a:cxn ang="0">
                  <a:pos x="connsiteX11931" y="connsiteY11931"/>
                </a:cxn>
                <a:cxn ang="0">
                  <a:pos x="connsiteX11932" y="connsiteY11932"/>
                </a:cxn>
                <a:cxn ang="0">
                  <a:pos x="connsiteX11933" y="connsiteY11933"/>
                </a:cxn>
                <a:cxn ang="0">
                  <a:pos x="connsiteX11934" y="connsiteY11934"/>
                </a:cxn>
                <a:cxn ang="0">
                  <a:pos x="connsiteX11935" y="connsiteY11935"/>
                </a:cxn>
                <a:cxn ang="0">
                  <a:pos x="connsiteX11936" y="connsiteY11936"/>
                </a:cxn>
                <a:cxn ang="0">
                  <a:pos x="connsiteX11937" y="connsiteY11937"/>
                </a:cxn>
                <a:cxn ang="0">
                  <a:pos x="connsiteX11938" y="connsiteY11938"/>
                </a:cxn>
                <a:cxn ang="0">
                  <a:pos x="connsiteX11939" y="connsiteY11939"/>
                </a:cxn>
                <a:cxn ang="0">
                  <a:pos x="connsiteX11940" y="connsiteY11940"/>
                </a:cxn>
                <a:cxn ang="0">
                  <a:pos x="connsiteX11941" y="connsiteY11941"/>
                </a:cxn>
                <a:cxn ang="0">
                  <a:pos x="connsiteX11942" y="connsiteY11942"/>
                </a:cxn>
                <a:cxn ang="0">
                  <a:pos x="connsiteX11943" y="connsiteY11943"/>
                </a:cxn>
                <a:cxn ang="0">
                  <a:pos x="connsiteX11944" y="connsiteY11944"/>
                </a:cxn>
                <a:cxn ang="0">
                  <a:pos x="connsiteX11945" y="connsiteY11945"/>
                </a:cxn>
                <a:cxn ang="0">
                  <a:pos x="connsiteX11946" y="connsiteY11946"/>
                </a:cxn>
                <a:cxn ang="0">
                  <a:pos x="connsiteX11947" y="connsiteY11947"/>
                </a:cxn>
                <a:cxn ang="0">
                  <a:pos x="connsiteX11948" y="connsiteY11948"/>
                </a:cxn>
                <a:cxn ang="0">
                  <a:pos x="connsiteX11949" y="connsiteY11949"/>
                </a:cxn>
                <a:cxn ang="0">
                  <a:pos x="connsiteX11950" y="connsiteY11950"/>
                </a:cxn>
                <a:cxn ang="0">
                  <a:pos x="connsiteX11951" y="connsiteY11951"/>
                </a:cxn>
                <a:cxn ang="0">
                  <a:pos x="connsiteX11952" y="connsiteY11952"/>
                </a:cxn>
                <a:cxn ang="0">
                  <a:pos x="connsiteX11953" y="connsiteY11953"/>
                </a:cxn>
                <a:cxn ang="0">
                  <a:pos x="connsiteX11954" y="connsiteY11954"/>
                </a:cxn>
                <a:cxn ang="0">
                  <a:pos x="connsiteX11955" y="connsiteY11955"/>
                </a:cxn>
                <a:cxn ang="0">
                  <a:pos x="connsiteX11956" y="connsiteY11956"/>
                </a:cxn>
                <a:cxn ang="0">
                  <a:pos x="connsiteX11957" y="connsiteY11957"/>
                </a:cxn>
                <a:cxn ang="0">
                  <a:pos x="connsiteX11958" y="connsiteY11958"/>
                </a:cxn>
                <a:cxn ang="0">
                  <a:pos x="connsiteX11959" y="connsiteY11959"/>
                </a:cxn>
                <a:cxn ang="0">
                  <a:pos x="connsiteX11960" y="connsiteY11960"/>
                </a:cxn>
                <a:cxn ang="0">
                  <a:pos x="connsiteX11961" y="connsiteY11961"/>
                </a:cxn>
                <a:cxn ang="0">
                  <a:pos x="connsiteX11962" y="connsiteY11962"/>
                </a:cxn>
                <a:cxn ang="0">
                  <a:pos x="connsiteX11963" y="connsiteY11963"/>
                </a:cxn>
                <a:cxn ang="0">
                  <a:pos x="connsiteX11964" y="connsiteY11964"/>
                </a:cxn>
                <a:cxn ang="0">
                  <a:pos x="connsiteX11965" y="connsiteY11965"/>
                </a:cxn>
                <a:cxn ang="0">
                  <a:pos x="connsiteX11966" y="connsiteY11966"/>
                </a:cxn>
                <a:cxn ang="0">
                  <a:pos x="connsiteX11967" y="connsiteY11967"/>
                </a:cxn>
                <a:cxn ang="0">
                  <a:pos x="connsiteX11968" y="connsiteY11968"/>
                </a:cxn>
                <a:cxn ang="0">
                  <a:pos x="connsiteX11969" y="connsiteY11969"/>
                </a:cxn>
                <a:cxn ang="0">
                  <a:pos x="connsiteX11970" y="connsiteY11970"/>
                </a:cxn>
                <a:cxn ang="0">
                  <a:pos x="connsiteX11971" y="connsiteY11971"/>
                </a:cxn>
                <a:cxn ang="0">
                  <a:pos x="connsiteX11972" y="connsiteY11972"/>
                </a:cxn>
                <a:cxn ang="0">
                  <a:pos x="connsiteX11973" y="connsiteY11973"/>
                </a:cxn>
                <a:cxn ang="0">
                  <a:pos x="connsiteX11974" y="connsiteY11974"/>
                </a:cxn>
                <a:cxn ang="0">
                  <a:pos x="connsiteX11975" y="connsiteY11975"/>
                </a:cxn>
                <a:cxn ang="0">
                  <a:pos x="connsiteX11976" y="connsiteY11976"/>
                </a:cxn>
                <a:cxn ang="0">
                  <a:pos x="connsiteX11977" y="connsiteY11977"/>
                </a:cxn>
                <a:cxn ang="0">
                  <a:pos x="connsiteX11978" y="connsiteY11978"/>
                </a:cxn>
                <a:cxn ang="0">
                  <a:pos x="connsiteX11979" y="connsiteY11979"/>
                </a:cxn>
                <a:cxn ang="0">
                  <a:pos x="connsiteX11980" y="connsiteY11980"/>
                </a:cxn>
                <a:cxn ang="0">
                  <a:pos x="connsiteX11981" y="connsiteY11981"/>
                </a:cxn>
                <a:cxn ang="0">
                  <a:pos x="connsiteX11982" y="connsiteY11982"/>
                </a:cxn>
                <a:cxn ang="0">
                  <a:pos x="connsiteX11983" y="connsiteY11983"/>
                </a:cxn>
                <a:cxn ang="0">
                  <a:pos x="connsiteX11984" y="connsiteY11984"/>
                </a:cxn>
                <a:cxn ang="0">
                  <a:pos x="connsiteX11985" y="connsiteY11985"/>
                </a:cxn>
                <a:cxn ang="0">
                  <a:pos x="connsiteX11986" y="connsiteY11986"/>
                </a:cxn>
                <a:cxn ang="0">
                  <a:pos x="connsiteX11987" y="connsiteY11987"/>
                </a:cxn>
                <a:cxn ang="0">
                  <a:pos x="connsiteX11988" y="connsiteY11988"/>
                </a:cxn>
                <a:cxn ang="0">
                  <a:pos x="connsiteX11989" y="connsiteY11989"/>
                </a:cxn>
                <a:cxn ang="0">
                  <a:pos x="connsiteX11990" y="connsiteY11990"/>
                </a:cxn>
                <a:cxn ang="0">
                  <a:pos x="connsiteX11991" y="connsiteY11991"/>
                </a:cxn>
                <a:cxn ang="0">
                  <a:pos x="connsiteX11992" y="connsiteY11992"/>
                </a:cxn>
                <a:cxn ang="0">
                  <a:pos x="connsiteX11993" y="connsiteY11993"/>
                </a:cxn>
                <a:cxn ang="0">
                  <a:pos x="connsiteX11994" y="connsiteY11994"/>
                </a:cxn>
                <a:cxn ang="0">
                  <a:pos x="connsiteX11995" y="connsiteY11995"/>
                </a:cxn>
                <a:cxn ang="0">
                  <a:pos x="connsiteX11996" y="connsiteY11996"/>
                </a:cxn>
                <a:cxn ang="0">
                  <a:pos x="connsiteX11997" y="connsiteY11997"/>
                </a:cxn>
                <a:cxn ang="0">
                  <a:pos x="connsiteX11998" y="connsiteY11998"/>
                </a:cxn>
                <a:cxn ang="0">
                  <a:pos x="connsiteX11999" y="connsiteY11999"/>
                </a:cxn>
                <a:cxn ang="0">
                  <a:pos x="connsiteX12000" y="connsiteY12000"/>
                </a:cxn>
                <a:cxn ang="0">
                  <a:pos x="connsiteX12001" y="connsiteY12001"/>
                </a:cxn>
                <a:cxn ang="0">
                  <a:pos x="connsiteX12002" y="connsiteY12002"/>
                </a:cxn>
                <a:cxn ang="0">
                  <a:pos x="connsiteX12003" y="connsiteY12003"/>
                </a:cxn>
                <a:cxn ang="0">
                  <a:pos x="connsiteX12004" y="connsiteY12004"/>
                </a:cxn>
                <a:cxn ang="0">
                  <a:pos x="connsiteX12005" y="connsiteY12005"/>
                </a:cxn>
                <a:cxn ang="0">
                  <a:pos x="connsiteX12006" y="connsiteY12006"/>
                </a:cxn>
                <a:cxn ang="0">
                  <a:pos x="connsiteX12007" y="connsiteY12007"/>
                </a:cxn>
                <a:cxn ang="0">
                  <a:pos x="connsiteX12008" y="connsiteY12008"/>
                </a:cxn>
                <a:cxn ang="0">
                  <a:pos x="connsiteX12009" y="connsiteY12009"/>
                </a:cxn>
                <a:cxn ang="0">
                  <a:pos x="connsiteX12010" y="connsiteY12010"/>
                </a:cxn>
                <a:cxn ang="0">
                  <a:pos x="connsiteX12011" y="connsiteY12011"/>
                </a:cxn>
                <a:cxn ang="0">
                  <a:pos x="connsiteX12012" y="connsiteY12012"/>
                </a:cxn>
                <a:cxn ang="0">
                  <a:pos x="connsiteX12013" y="connsiteY12013"/>
                </a:cxn>
                <a:cxn ang="0">
                  <a:pos x="connsiteX12014" y="connsiteY12014"/>
                </a:cxn>
                <a:cxn ang="0">
                  <a:pos x="connsiteX12015" y="connsiteY12015"/>
                </a:cxn>
                <a:cxn ang="0">
                  <a:pos x="connsiteX12016" y="connsiteY12016"/>
                </a:cxn>
                <a:cxn ang="0">
                  <a:pos x="connsiteX12017" y="connsiteY12017"/>
                </a:cxn>
                <a:cxn ang="0">
                  <a:pos x="connsiteX12018" y="connsiteY12018"/>
                </a:cxn>
                <a:cxn ang="0">
                  <a:pos x="connsiteX12019" y="connsiteY12019"/>
                </a:cxn>
                <a:cxn ang="0">
                  <a:pos x="connsiteX12020" y="connsiteY12020"/>
                </a:cxn>
                <a:cxn ang="0">
                  <a:pos x="connsiteX12021" y="connsiteY12021"/>
                </a:cxn>
                <a:cxn ang="0">
                  <a:pos x="connsiteX12022" y="connsiteY12022"/>
                </a:cxn>
                <a:cxn ang="0">
                  <a:pos x="connsiteX12023" y="connsiteY12023"/>
                </a:cxn>
                <a:cxn ang="0">
                  <a:pos x="connsiteX12024" y="connsiteY12024"/>
                </a:cxn>
                <a:cxn ang="0">
                  <a:pos x="connsiteX12025" y="connsiteY12025"/>
                </a:cxn>
                <a:cxn ang="0">
                  <a:pos x="connsiteX12026" y="connsiteY12026"/>
                </a:cxn>
                <a:cxn ang="0">
                  <a:pos x="connsiteX12027" y="connsiteY12027"/>
                </a:cxn>
                <a:cxn ang="0">
                  <a:pos x="connsiteX12028" y="connsiteY12028"/>
                </a:cxn>
                <a:cxn ang="0">
                  <a:pos x="connsiteX12029" y="connsiteY12029"/>
                </a:cxn>
                <a:cxn ang="0">
                  <a:pos x="connsiteX12030" y="connsiteY12030"/>
                </a:cxn>
                <a:cxn ang="0">
                  <a:pos x="connsiteX12031" y="connsiteY12031"/>
                </a:cxn>
                <a:cxn ang="0">
                  <a:pos x="connsiteX12032" y="connsiteY12032"/>
                </a:cxn>
                <a:cxn ang="0">
                  <a:pos x="connsiteX12033" y="connsiteY12033"/>
                </a:cxn>
                <a:cxn ang="0">
                  <a:pos x="connsiteX12034" y="connsiteY12034"/>
                </a:cxn>
                <a:cxn ang="0">
                  <a:pos x="connsiteX12035" y="connsiteY12035"/>
                </a:cxn>
                <a:cxn ang="0">
                  <a:pos x="connsiteX12036" y="connsiteY12036"/>
                </a:cxn>
                <a:cxn ang="0">
                  <a:pos x="connsiteX12037" y="connsiteY12037"/>
                </a:cxn>
                <a:cxn ang="0">
                  <a:pos x="connsiteX12038" y="connsiteY12038"/>
                </a:cxn>
                <a:cxn ang="0">
                  <a:pos x="connsiteX12039" y="connsiteY12039"/>
                </a:cxn>
                <a:cxn ang="0">
                  <a:pos x="connsiteX12040" y="connsiteY12040"/>
                </a:cxn>
                <a:cxn ang="0">
                  <a:pos x="connsiteX12041" y="connsiteY12041"/>
                </a:cxn>
                <a:cxn ang="0">
                  <a:pos x="connsiteX12042" y="connsiteY12042"/>
                </a:cxn>
                <a:cxn ang="0">
                  <a:pos x="connsiteX12043" y="connsiteY12043"/>
                </a:cxn>
                <a:cxn ang="0">
                  <a:pos x="connsiteX12044" y="connsiteY12044"/>
                </a:cxn>
                <a:cxn ang="0">
                  <a:pos x="connsiteX12045" y="connsiteY12045"/>
                </a:cxn>
                <a:cxn ang="0">
                  <a:pos x="connsiteX12046" y="connsiteY12046"/>
                </a:cxn>
                <a:cxn ang="0">
                  <a:pos x="connsiteX12047" y="connsiteY12047"/>
                </a:cxn>
                <a:cxn ang="0">
                  <a:pos x="connsiteX12048" y="connsiteY12048"/>
                </a:cxn>
                <a:cxn ang="0">
                  <a:pos x="connsiteX12049" y="connsiteY12049"/>
                </a:cxn>
                <a:cxn ang="0">
                  <a:pos x="connsiteX12050" y="connsiteY12050"/>
                </a:cxn>
                <a:cxn ang="0">
                  <a:pos x="connsiteX12051" y="connsiteY12051"/>
                </a:cxn>
                <a:cxn ang="0">
                  <a:pos x="connsiteX12052" y="connsiteY12052"/>
                </a:cxn>
                <a:cxn ang="0">
                  <a:pos x="connsiteX12053" y="connsiteY12053"/>
                </a:cxn>
                <a:cxn ang="0">
                  <a:pos x="connsiteX12054" y="connsiteY12054"/>
                </a:cxn>
                <a:cxn ang="0">
                  <a:pos x="connsiteX12055" y="connsiteY12055"/>
                </a:cxn>
                <a:cxn ang="0">
                  <a:pos x="connsiteX12056" y="connsiteY12056"/>
                </a:cxn>
                <a:cxn ang="0">
                  <a:pos x="connsiteX12057" y="connsiteY12057"/>
                </a:cxn>
                <a:cxn ang="0">
                  <a:pos x="connsiteX12058" y="connsiteY12058"/>
                </a:cxn>
                <a:cxn ang="0">
                  <a:pos x="connsiteX12059" y="connsiteY12059"/>
                </a:cxn>
                <a:cxn ang="0">
                  <a:pos x="connsiteX12060" y="connsiteY12060"/>
                </a:cxn>
                <a:cxn ang="0">
                  <a:pos x="connsiteX12061" y="connsiteY12061"/>
                </a:cxn>
                <a:cxn ang="0">
                  <a:pos x="connsiteX12062" y="connsiteY12062"/>
                </a:cxn>
                <a:cxn ang="0">
                  <a:pos x="connsiteX12063" y="connsiteY12063"/>
                </a:cxn>
                <a:cxn ang="0">
                  <a:pos x="connsiteX12064" y="connsiteY12064"/>
                </a:cxn>
                <a:cxn ang="0">
                  <a:pos x="connsiteX12065" y="connsiteY12065"/>
                </a:cxn>
                <a:cxn ang="0">
                  <a:pos x="connsiteX12066" y="connsiteY12066"/>
                </a:cxn>
                <a:cxn ang="0">
                  <a:pos x="connsiteX12067" y="connsiteY12067"/>
                </a:cxn>
                <a:cxn ang="0">
                  <a:pos x="connsiteX12068" y="connsiteY12068"/>
                </a:cxn>
                <a:cxn ang="0">
                  <a:pos x="connsiteX12069" y="connsiteY12069"/>
                </a:cxn>
                <a:cxn ang="0">
                  <a:pos x="connsiteX12070" y="connsiteY12070"/>
                </a:cxn>
                <a:cxn ang="0">
                  <a:pos x="connsiteX12071" y="connsiteY12071"/>
                </a:cxn>
                <a:cxn ang="0">
                  <a:pos x="connsiteX12072" y="connsiteY12072"/>
                </a:cxn>
                <a:cxn ang="0">
                  <a:pos x="connsiteX12073" y="connsiteY12073"/>
                </a:cxn>
                <a:cxn ang="0">
                  <a:pos x="connsiteX12074" y="connsiteY12074"/>
                </a:cxn>
                <a:cxn ang="0">
                  <a:pos x="connsiteX12075" y="connsiteY12075"/>
                </a:cxn>
                <a:cxn ang="0">
                  <a:pos x="connsiteX12076" y="connsiteY12076"/>
                </a:cxn>
                <a:cxn ang="0">
                  <a:pos x="connsiteX12077" y="connsiteY12077"/>
                </a:cxn>
                <a:cxn ang="0">
                  <a:pos x="connsiteX12078" y="connsiteY12078"/>
                </a:cxn>
                <a:cxn ang="0">
                  <a:pos x="connsiteX12079" y="connsiteY12079"/>
                </a:cxn>
                <a:cxn ang="0">
                  <a:pos x="connsiteX12080" y="connsiteY12080"/>
                </a:cxn>
                <a:cxn ang="0">
                  <a:pos x="connsiteX12081" y="connsiteY12081"/>
                </a:cxn>
                <a:cxn ang="0">
                  <a:pos x="connsiteX12082" y="connsiteY12082"/>
                </a:cxn>
                <a:cxn ang="0">
                  <a:pos x="connsiteX12083" y="connsiteY12083"/>
                </a:cxn>
                <a:cxn ang="0">
                  <a:pos x="connsiteX12084" y="connsiteY12084"/>
                </a:cxn>
                <a:cxn ang="0">
                  <a:pos x="connsiteX12085" y="connsiteY12085"/>
                </a:cxn>
                <a:cxn ang="0">
                  <a:pos x="connsiteX12086" y="connsiteY12086"/>
                </a:cxn>
                <a:cxn ang="0">
                  <a:pos x="connsiteX12087" y="connsiteY12087"/>
                </a:cxn>
                <a:cxn ang="0">
                  <a:pos x="connsiteX12088" y="connsiteY12088"/>
                </a:cxn>
                <a:cxn ang="0">
                  <a:pos x="connsiteX12089" y="connsiteY12089"/>
                </a:cxn>
                <a:cxn ang="0">
                  <a:pos x="connsiteX12090" y="connsiteY12090"/>
                </a:cxn>
                <a:cxn ang="0">
                  <a:pos x="connsiteX12091" y="connsiteY12091"/>
                </a:cxn>
                <a:cxn ang="0">
                  <a:pos x="connsiteX12092" y="connsiteY12092"/>
                </a:cxn>
                <a:cxn ang="0">
                  <a:pos x="connsiteX12093" y="connsiteY12093"/>
                </a:cxn>
                <a:cxn ang="0">
                  <a:pos x="connsiteX12094" y="connsiteY12094"/>
                </a:cxn>
                <a:cxn ang="0">
                  <a:pos x="connsiteX12095" y="connsiteY12095"/>
                </a:cxn>
                <a:cxn ang="0">
                  <a:pos x="connsiteX12096" y="connsiteY12096"/>
                </a:cxn>
                <a:cxn ang="0">
                  <a:pos x="connsiteX12097" y="connsiteY12097"/>
                </a:cxn>
                <a:cxn ang="0">
                  <a:pos x="connsiteX12098" y="connsiteY12098"/>
                </a:cxn>
                <a:cxn ang="0">
                  <a:pos x="connsiteX12099" y="connsiteY12099"/>
                </a:cxn>
                <a:cxn ang="0">
                  <a:pos x="connsiteX12100" y="connsiteY12100"/>
                </a:cxn>
                <a:cxn ang="0">
                  <a:pos x="connsiteX12101" y="connsiteY12101"/>
                </a:cxn>
                <a:cxn ang="0">
                  <a:pos x="connsiteX12102" y="connsiteY12102"/>
                </a:cxn>
                <a:cxn ang="0">
                  <a:pos x="connsiteX12103" y="connsiteY12103"/>
                </a:cxn>
                <a:cxn ang="0">
                  <a:pos x="connsiteX12104" y="connsiteY12104"/>
                </a:cxn>
                <a:cxn ang="0">
                  <a:pos x="connsiteX12105" y="connsiteY12105"/>
                </a:cxn>
                <a:cxn ang="0">
                  <a:pos x="connsiteX12106" y="connsiteY12106"/>
                </a:cxn>
                <a:cxn ang="0">
                  <a:pos x="connsiteX12107" y="connsiteY12107"/>
                </a:cxn>
                <a:cxn ang="0">
                  <a:pos x="connsiteX12108" y="connsiteY12108"/>
                </a:cxn>
                <a:cxn ang="0">
                  <a:pos x="connsiteX12109" y="connsiteY12109"/>
                </a:cxn>
                <a:cxn ang="0">
                  <a:pos x="connsiteX12110" y="connsiteY12110"/>
                </a:cxn>
                <a:cxn ang="0">
                  <a:pos x="connsiteX12111" y="connsiteY12111"/>
                </a:cxn>
                <a:cxn ang="0">
                  <a:pos x="connsiteX12112" y="connsiteY12112"/>
                </a:cxn>
                <a:cxn ang="0">
                  <a:pos x="connsiteX12113" y="connsiteY12113"/>
                </a:cxn>
                <a:cxn ang="0">
                  <a:pos x="connsiteX12114" y="connsiteY12114"/>
                </a:cxn>
                <a:cxn ang="0">
                  <a:pos x="connsiteX12115" y="connsiteY12115"/>
                </a:cxn>
                <a:cxn ang="0">
                  <a:pos x="connsiteX12116" y="connsiteY12116"/>
                </a:cxn>
                <a:cxn ang="0">
                  <a:pos x="connsiteX12117" y="connsiteY12117"/>
                </a:cxn>
                <a:cxn ang="0">
                  <a:pos x="connsiteX12118" y="connsiteY12118"/>
                </a:cxn>
                <a:cxn ang="0">
                  <a:pos x="connsiteX12119" y="connsiteY12119"/>
                </a:cxn>
                <a:cxn ang="0">
                  <a:pos x="connsiteX12120" y="connsiteY12120"/>
                </a:cxn>
                <a:cxn ang="0">
                  <a:pos x="connsiteX12121" y="connsiteY12121"/>
                </a:cxn>
                <a:cxn ang="0">
                  <a:pos x="connsiteX12122" y="connsiteY12122"/>
                </a:cxn>
                <a:cxn ang="0">
                  <a:pos x="connsiteX12123" y="connsiteY12123"/>
                </a:cxn>
                <a:cxn ang="0">
                  <a:pos x="connsiteX12124" y="connsiteY12124"/>
                </a:cxn>
                <a:cxn ang="0">
                  <a:pos x="connsiteX12125" y="connsiteY12125"/>
                </a:cxn>
                <a:cxn ang="0">
                  <a:pos x="connsiteX12126" y="connsiteY12126"/>
                </a:cxn>
                <a:cxn ang="0">
                  <a:pos x="connsiteX12127" y="connsiteY12127"/>
                </a:cxn>
                <a:cxn ang="0">
                  <a:pos x="connsiteX12128" y="connsiteY12128"/>
                </a:cxn>
                <a:cxn ang="0">
                  <a:pos x="connsiteX12129" y="connsiteY12129"/>
                </a:cxn>
                <a:cxn ang="0">
                  <a:pos x="connsiteX12130" y="connsiteY12130"/>
                </a:cxn>
                <a:cxn ang="0">
                  <a:pos x="connsiteX12131" y="connsiteY12131"/>
                </a:cxn>
                <a:cxn ang="0">
                  <a:pos x="connsiteX12132" y="connsiteY12132"/>
                </a:cxn>
                <a:cxn ang="0">
                  <a:pos x="connsiteX12133" y="connsiteY12133"/>
                </a:cxn>
                <a:cxn ang="0">
                  <a:pos x="connsiteX12134" y="connsiteY12134"/>
                </a:cxn>
                <a:cxn ang="0">
                  <a:pos x="connsiteX12135" y="connsiteY12135"/>
                </a:cxn>
                <a:cxn ang="0">
                  <a:pos x="connsiteX12136" y="connsiteY12136"/>
                </a:cxn>
                <a:cxn ang="0">
                  <a:pos x="connsiteX12137" y="connsiteY12137"/>
                </a:cxn>
                <a:cxn ang="0">
                  <a:pos x="connsiteX12138" y="connsiteY12138"/>
                </a:cxn>
                <a:cxn ang="0">
                  <a:pos x="connsiteX12139" y="connsiteY12139"/>
                </a:cxn>
                <a:cxn ang="0">
                  <a:pos x="connsiteX12140" y="connsiteY12140"/>
                </a:cxn>
                <a:cxn ang="0">
                  <a:pos x="connsiteX12141" y="connsiteY12141"/>
                </a:cxn>
                <a:cxn ang="0">
                  <a:pos x="connsiteX12142" y="connsiteY12142"/>
                </a:cxn>
                <a:cxn ang="0">
                  <a:pos x="connsiteX12143" y="connsiteY12143"/>
                </a:cxn>
                <a:cxn ang="0">
                  <a:pos x="connsiteX12144" y="connsiteY12144"/>
                </a:cxn>
                <a:cxn ang="0">
                  <a:pos x="connsiteX12145" y="connsiteY12145"/>
                </a:cxn>
                <a:cxn ang="0">
                  <a:pos x="connsiteX12146" y="connsiteY12146"/>
                </a:cxn>
                <a:cxn ang="0">
                  <a:pos x="connsiteX12147" y="connsiteY12147"/>
                </a:cxn>
                <a:cxn ang="0">
                  <a:pos x="connsiteX12148" y="connsiteY12148"/>
                </a:cxn>
                <a:cxn ang="0">
                  <a:pos x="connsiteX12149" y="connsiteY12149"/>
                </a:cxn>
                <a:cxn ang="0">
                  <a:pos x="connsiteX12150" y="connsiteY12150"/>
                </a:cxn>
                <a:cxn ang="0">
                  <a:pos x="connsiteX12151" y="connsiteY12151"/>
                </a:cxn>
                <a:cxn ang="0">
                  <a:pos x="connsiteX12152" y="connsiteY12152"/>
                </a:cxn>
                <a:cxn ang="0">
                  <a:pos x="connsiteX12153" y="connsiteY12153"/>
                </a:cxn>
                <a:cxn ang="0">
                  <a:pos x="connsiteX12154" y="connsiteY12154"/>
                </a:cxn>
                <a:cxn ang="0">
                  <a:pos x="connsiteX12155" y="connsiteY12155"/>
                </a:cxn>
                <a:cxn ang="0">
                  <a:pos x="connsiteX12156" y="connsiteY12156"/>
                </a:cxn>
                <a:cxn ang="0">
                  <a:pos x="connsiteX12157" y="connsiteY12157"/>
                </a:cxn>
                <a:cxn ang="0">
                  <a:pos x="connsiteX12158" y="connsiteY12158"/>
                </a:cxn>
                <a:cxn ang="0">
                  <a:pos x="connsiteX12159" y="connsiteY12159"/>
                </a:cxn>
                <a:cxn ang="0">
                  <a:pos x="connsiteX12160" y="connsiteY12160"/>
                </a:cxn>
                <a:cxn ang="0">
                  <a:pos x="connsiteX12161" y="connsiteY12161"/>
                </a:cxn>
                <a:cxn ang="0">
                  <a:pos x="connsiteX12162" y="connsiteY12162"/>
                </a:cxn>
                <a:cxn ang="0">
                  <a:pos x="connsiteX12163" y="connsiteY12163"/>
                </a:cxn>
                <a:cxn ang="0">
                  <a:pos x="connsiteX12164" y="connsiteY12164"/>
                </a:cxn>
                <a:cxn ang="0">
                  <a:pos x="connsiteX12165" y="connsiteY12165"/>
                </a:cxn>
                <a:cxn ang="0">
                  <a:pos x="connsiteX12166" y="connsiteY12166"/>
                </a:cxn>
                <a:cxn ang="0">
                  <a:pos x="connsiteX12167" y="connsiteY12167"/>
                </a:cxn>
                <a:cxn ang="0">
                  <a:pos x="connsiteX12168" y="connsiteY12168"/>
                </a:cxn>
                <a:cxn ang="0">
                  <a:pos x="connsiteX12169" y="connsiteY12169"/>
                </a:cxn>
                <a:cxn ang="0">
                  <a:pos x="connsiteX12170" y="connsiteY12170"/>
                </a:cxn>
                <a:cxn ang="0">
                  <a:pos x="connsiteX12171" y="connsiteY12171"/>
                </a:cxn>
                <a:cxn ang="0">
                  <a:pos x="connsiteX12172" y="connsiteY12172"/>
                </a:cxn>
                <a:cxn ang="0">
                  <a:pos x="connsiteX12173" y="connsiteY12173"/>
                </a:cxn>
                <a:cxn ang="0">
                  <a:pos x="connsiteX12174" y="connsiteY12174"/>
                </a:cxn>
                <a:cxn ang="0">
                  <a:pos x="connsiteX12175" y="connsiteY12175"/>
                </a:cxn>
                <a:cxn ang="0">
                  <a:pos x="connsiteX12176" y="connsiteY12176"/>
                </a:cxn>
                <a:cxn ang="0">
                  <a:pos x="connsiteX12177" y="connsiteY12177"/>
                </a:cxn>
                <a:cxn ang="0">
                  <a:pos x="connsiteX12178" y="connsiteY12178"/>
                </a:cxn>
                <a:cxn ang="0">
                  <a:pos x="connsiteX12179" y="connsiteY12179"/>
                </a:cxn>
                <a:cxn ang="0">
                  <a:pos x="connsiteX12180" y="connsiteY12180"/>
                </a:cxn>
                <a:cxn ang="0">
                  <a:pos x="connsiteX12181" y="connsiteY12181"/>
                </a:cxn>
                <a:cxn ang="0">
                  <a:pos x="connsiteX12182" y="connsiteY12182"/>
                </a:cxn>
                <a:cxn ang="0">
                  <a:pos x="connsiteX12183" y="connsiteY12183"/>
                </a:cxn>
                <a:cxn ang="0">
                  <a:pos x="connsiteX12184" y="connsiteY12184"/>
                </a:cxn>
                <a:cxn ang="0">
                  <a:pos x="connsiteX12185" y="connsiteY12185"/>
                </a:cxn>
                <a:cxn ang="0">
                  <a:pos x="connsiteX12186" y="connsiteY12186"/>
                </a:cxn>
                <a:cxn ang="0">
                  <a:pos x="connsiteX12187" y="connsiteY12187"/>
                </a:cxn>
                <a:cxn ang="0">
                  <a:pos x="connsiteX12188" y="connsiteY12188"/>
                </a:cxn>
                <a:cxn ang="0">
                  <a:pos x="connsiteX12189" y="connsiteY12189"/>
                </a:cxn>
                <a:cxn ang="0">
                  <a:pos x="connsiteX12190" y="connsiteY12190"/>
                </a:cxn>
                <a:cxn ang="0">
                  <a:pos x="connsiteX12191" y="connsiteY12191"/>
                </a:cxn>
                <a:cxn ang="0">
                  <a:pos x="connsiteX12192" y="connsiteY12192"/>
                </a:cxn>
                <a:cxn ang="0">
                  <a:pos x="connsiteX12193" y="connsiteY12193"/>
                </a:cxn>
                <a:cxn ang="0">
                  <a:pos x="connsiteX12194" y="connsiteY12194"/>
                </a:cxn>
                <a:cxn ang="0">
                  <a:pos x="connsiteX12195" y="connsiteY12195"/>
                </a:cxn>
                <a:cxn ang="0">
                  <a:pos x="connsiteX12196" y="connsiteY12196"/>
                </a:cxn>
                <a:cxn ang="0">
                  <a:pos x="connsiteX12197" y="connsiteY12197"/>
                </a:cxn>
                <a:cxn ang="0">
                  <a:pos x="connsiteX12198" y="connsiteY12198"/>
                </a:cxn>
                <a:cxn ang="0">
                  <a:pos x="connsiteX12199" y="connsiteY12199"/>
                </a:cxn>
                <a:cxn ang="0">
                  <a:pos x="connsiteX12200" y="connsiteY12200"/>
                </a:cxn>
                <a:cxn ang="0">
                  <a:pos x="connsiteX12201" y="connsiteY12201"/>
                </a:cxn>
                <a:cxn ang="0">
                  <a:pos x="connsiteX12202" y="connsiteY12202"/>
                </a:cxn>
                <a:cxn ang="0">
                  <a:pos x="connsiteX12203" y="connsiteY12203"/>
                </a:cxn>
                <a:cxn ang="0">
                  <a:pos x="connsiteX12204" y="connsiteY12204"/>
                </a:cxn>
                <a:cxn ang="0">
                  <a:pos x="connsiteX12205" y="connsiteY12205"/>
                </a:cxn>
                <a:cxn ang="0">
                  <a:pos x="connsiteX12206" y="connsiteY12206"/>
                </a:cxn>
                <a:cxn ang="0">
                  <a:pos x="connsiteX12207" y="connsiteY12207"/>
                </a:cxn>
                <a:cxn ang="0">
                  <a:pos x="connsiteX12208" y="connsiteY12208"/>
                </a:cxn>
                <a:cxn ang="0">
                  <a:pos x="connsiteX12209" y="connsiteY12209"/>
                </a:cxn>
                <a:cxn ang="0">
                  <a:pos x="connsiteX12210" y="connsiteY12210"/>
                </a:cxn>
                <a:cxn ang="0">
                  <a:pos x="connsiteX12211" y="connsiteY12211"/>
                </a:cxn>
                <a:cxn ang="0">
                  <a:pos x="connsiteX12212" y="connsiteY12212"/>
                </a:cxn>
                <a:cxn ang="0">
                  <a:pos x="connsiteX12213" y="connsiteY12213"/>
                </a:cxn>
                <a:cxn ang="0">
                  <a:pos x="connsiteX12214" y="connsiteY12214"/>
                </a:cxn>
                <a:cxn ang="0">
                  <a:pos x="connsiteX12215" y="connsiteY12215"/>
                </a:cxn>
                <a:cxn ang="0">
                  <a:pos x="connsiteX12216" y="connsiteY12216"/>
                </a:cxn>
                <a:cxn ang="0">
                  <a:pos x="connsiteX12217" y="connsiteY12217"/>
                </a:cxn>
                <a:cxn ang="0">
                  <a:pos x="connsiteX12218" y="connsiteY12218"/>
                </a:cxn>
                <a:cxn ang="0">
                  <a:pos x="connsiteX12219" y="connsiteY12219"/>
                </a:cxn>
                <a:cxn ang="0">
                  <a:pos x="connsiteX12220" y="connsiteY12220"/>
                </a:cxn>
                <a:cxn ang="0">
                  <a:pos x="connsiteX12221" y="connsiteY12221"/>
                </a:cxn>
                <a:cxn ang="0">
                  <a:pos x="connsiteX12222" y="connsiteY12222"/>
                </a:cxn>
                <a:cxn ang="0">
                  <a:pos x="connsiteX12223" y="connsiteY12223"/>
                </a:cxn>
                <a:cxn ang="0">
                  <a:pos x="connsiteX12224" y="connsiteY12224"/>
                </a:cxn>
                <a:cxn ang="0">
                  <a:pos x="connsiteX12225" y="connsiteY12225"/>
                </a:cxn>
                <a:cxn ang="0">
                  <a:pos x="connsiteX12226" y="connsiteY12226"/>
                </a:cxn>
                <a:cxn ang="0">
                  <a:pos x="connsiteX12227" y="connsiteY12227"/>
                </a:cxn>
                <a:cxn ang="0">
                  <a:pos x="connsiteX12228" y="connsiteY12228"/>
                </a:cxn>
                <a:cxn ang="0">
                  <a:pos x="connsiteX12229" y="connsiteY12229"/>
                </a:cxn>
                <a:cxn ang="0">
                  <a:pos x="connsiteX12230" y="connsiteY12230"/>
                </a:cxn>
                <a:cxn ang="0">
                  <a:pos x="connsiteX12231" y="connsiteY12231"/>
                </a:cxn>
                <a:cxn ang="0">
                  <a:pos x="connsiteX12232" y="connsiteY12232"/>
                </a:cxn>
                <a:cxn ang="0">
                  <a:pos x="connsiteX12233" y="connsiteY12233"/>
                </a:cxn>
                <a:cxn ang="0">
                  <a:pos x="connsiteX12234" y="connsiteY12234"/>
                </a:cxn>
                <a:cxn ang="0">
                  <a:pos x="connsiteX12235" y="connsiteY12235"/>
                </a:cxn>
                <a:cxn ang="0">
                  <a:pos x="connsiteX12236" y="connsiteY12236"/>
                </a:cxn>
                <a:cxn ang="0">
                  <a:pos x="connsiteX12237" y="connsiteY12237"/>
                </a:cxn>
                <a:cxn ang="0">
                  <a:pos x="connsiteX12238" y="connsiteY12238"/>
                </a:cxn>
                <a:cxn ang="0">
                  <a:pos x="connsiteX12239" y="connsiteY12239"/>
                </a:cxn>
                <a:cxn ang="0">
                  <a:pos x="connsiteX12240" y="connsiteY12240"/>
                </a:cxn>
                <a:cxn ang="0">
                  <a:pos x="connsiteX12241" y="connsiteY12241"/>
                </a:cxn>
                <a:cxn ang="0">
                  <a:pos x="connsiteX12242" y="connsiteY12242"/>
                </a:cxn>
                <a:cxn ang="0">
                  <a:pos x="connsiteX12243" y="connsiteY12243"/>
                </a:cxn>
                <a:cxn ang="0">
                  <a:pos x="connsiteX12244" y="connsiteY12244"/>
                </a:cxn>
                <a:cxn ang="0">
                  <a:pos x="connsiteX12245" y="connsiteY12245"/>
                </a:cxn>
                <a:cxn ang="0">
                  <a:pos x="connsiteX12246" y="connsiteY12246"/>
                </a:cxn>
                <a:cxn ang="0">
                  <a:pos x="connsiteX12247" y="connsiteY12247"/>
                </a:cxn>
                <a:cxn ang="0">
                  <a:pos x="connsiteX12248" y="connsiteY12248"/>
                </a:cxn>
                <a:cxn ang="0">
                  <a:pos x="connsiteX12249" y="connsiteY12249"/>
                </a:cxn>
                <a:cxn ang="0">
                  <a:pos x="connsiteX12250" y="connsiteY12250"/>
                </a:cxn>
                <a:cxn ang="0">
                  <a:pos x="connsiteX12251" y="connsiteY12251"/>
                </a:cxn>
                <a:cxn ang="0">
                  <a:pos x="connsiteX12252" y="connsiteY12252"/>
                </a:cxn>
                <a:cxn ang="0">
                  <a:pos x="connsiteX12253" y="connsiteY12253"/>
                </a:cxn>
                <a:cxn ang="0">
                  <a:pos x="connsiteX12254" y="connsiteY12254"/>
                </a:cxn>
                <a:cxn ang="0">
                  <a:pos x="connsiteX12255" y="connsiteY12255"/>
                </a:cxn>
                <a:cxn ang="0">
                  <a:pos x="connsiteX12256" y="connsiteY12256"/>
                </a:cxn>
                <a:cxn ang="0">
                  <a:pos x="connsiteX12257" y="connsiteY12257"/>
                </a:cxn>
                <a:cxn ang="0">
                  <a:pos x="connsiteX12258" y="connsiteY12258"/>
                </a:cxn>
                <a:cxn ang="0">
                  <a:pos x="connsiteX12259" y="connsiteY12259"/>
                </a:cxn>
                <a:cxn ang="0">
                  <a:pos x="connsiteX12260" y="connsiteY12260"/>
                </a:cxn>
                <a:cxn ang="0">
                  <a:pos x="connsiteX12261" y="connsiteY12261"/>
                </a:cxn>
                <a:cxn ang="0">
                  <a:pos x="connsiteX12262" y="connsiteY12262"/>
                </a:cxn>
                <a:cxn ang="0">
                  <a:pos x="connsiteX12263" y="connsiteY12263"/>
                </a:cxn>
                <a:cxn ang="0">
                  <a:pos x="connsiteX12264" y="connsiteY12264"/>
                </a:cxn>
                <a:cxn ang="0">
                  <a:pos x="connsiteX12265" y="connsiteY12265"/>
                </a:cxn>
                <a:cxn ang="0">
                  <a:pos x="connsiteX12266" y="connsiteY12266"/>
                </a:cxn>
                <a:cxn ang="0">
                  <a:pos x="connsiteX12267" y="connsiteY12267"/>
                </a:cxn>
                <a:cxn ang="0">
                  <a:pos x="connsiteX12268" y="connsiteY12268"/>
                </a:cxn>
                <a:cxn ang="0">
                  <a:pos x="connsiteX12269" y="connsiteY12269"/>
                </a:cxn>
                <a:cxn ang="0">
                  <a:pos x="connsiteX12270" y="connsiteY12270"/>
                </a:cxn>
                <a:cxn ang="0">
                  <a:pos x="connsiteX12271" y="connsiteY12271"/>
                </a:cxn>
                <a:cxn ang="0">
                  <a:pos x="connsiteX12272" y="connsiteY12272"/>
                </a:cxn>
                <a:cxn ang="0">
                  <a:pos x="connsiteX12273" y="connsiteY12273"/>
                </a:cxn>
                <a:cxn ang="0">
                  <a:pos x="connsiteX12274" y="connsiteY12274"/>
                </a:cxn>
                <a:cxn ang="0">
                  <a:pos x="connsiteX12275" y="connsiteY12275"/>
                </a:cxn>
                <a:cxn ang="0">
                  <a:pos x="connsiteX12276" y="connsiteY12276"/>
                </a:cxn>
                <a:cxn ang="0">
                  <a:pos x="connsiteX12277" y="connsiteY12277"/>
                </a:cxn>
                <a:cxn ang="0">
                  <a:pos x="connsiteX12278" y="connsiteY12278"/>
                </a:cxn>
                <a:cxn ang="0">
                  <a:pos x="connsiteX12279" y="connsiteY12279"/>
                </a:cxn>
                <a:cxn ang="0">
                  <a:pos x="connsiteX12280" y="connsiteY12280"/>
                </a:cxn>
                <a:cxn ang="0">
                  <a:pos x="connsiteX12281" y="connsiteY12281"/>
                </a:cxn>
                <a:cxn ang="0">
                  <a:pos x="connsiteX12282" y="connsiteY12282"/>
                </a:cxn>
                <a:cxn ang="0">
                  <a:pos x="connsiteX12283" y="connsiteY12283"/>
                </a:cxn>
                <a:cxn ang="0">
                  <a:pos x="connsiteX12284" y="connsiteY12284"/>
                </a:cxn>
                <a:cxn ang="0">
                  <a:pos x="connsiteX12285" y="connsiteY12285"/>
                </a:cxn>
                <a:cxn ang="0">
                  <a:pos x="connsiteX12286" y="connsiteY12286"/>
                </a:cxn>
                <a:cxn ang="0">
                  <a:pos x="connsiteX12287" y="connsiteY12287"/>
                </a:cxn>
                <a:cxn ang="0">
                  <a:pos x="connsiteX12288" y="connsiteY12288"/>
                </a:cxn>
                <a:cxn ang="0">
                  <a:pos x="connsiteX12289" y="connsiteY12289"/>
                </a:cxn>
                <a:cxn ang="0">
                  <a:pos x="connsiteX12290" y="connsiteY12290"/>
                </a:cxn>
                <a:cxn ang="0">
                  <a:pos x="connsiteX12291" y="connsiteY12291"/>
                </a:cxn>
                <a:cxn ang="0">
                  <a:pos x="connsiteX12292" y="connsiteY12292"/>
                </a:cxn>
                <a:cxn ang="0">
                  <a:pos x="connsiteX12293" y="connsiteY12293"/>
                </a:cxn>
                <a:cxn ang="0">
                  <a:pos x="connsiteX12294" y="connsiteY12294"/>
                </a:cxn>
                <a:cxn ang="0">
                  <a:pos x="connsiteX12295" y="connsiteY12295"/>
                </a:cxn>
                <a:cxn ang="0">
                  <a:pos x="connsiteX12296" y="connsiteY12296"/>
                </a:cxn>
                <a:cxn ang="0">
                  <a:pos x="connsiteX12297" y="connsiteY12297"/>
                </a:cxn>
                <a:cxn ang="0">
                  <a:pos x="connsiteX12298" y="connsiteY12298"/>
                </a:cxn>
                <a:cxn ang="0">
                  <a:pos x="connsiteX12299" y="connsiteY12299"/>
                </a:cxn>
                <a:cxn ang="0">
                  <a:pos x="connsiteX12300" y="connsiteY12300"/>
                </a:cxn>
                <a:cxn ang="0">
                  <a:pos x="connsiteX12301" y="connsiteY12301"/>
                </a:cxn>
                <a:cxn ang="0">
                  <a:pos x="connsiteX12302" y="connsiteY12302"/>
                </a:cxn>
                <a:cxn ang="0">
                  <a:pos x="connsiteX12303" y="connsiteY12303"/>
                </a:cxn>
                <a:cxn ang="0">
                  <a:pos x="connsiteX12304" y="connsiteY12304"/>
                </a:cxn>
                <a:cxn ang="0">
                  <a:pos x="connsiteX12305" y="connsiteY12305"/>
                </a:cxn>
                <a:cxn ang="0">
                  <a:pos x="connsiteX12306" y="connsiteY12306"/>
                </a:cxn>
                <a:cxn ang="0">
                  <a:pos x="connsiteX12307" y="connsiteY12307"/>
                </a:cxn>
                <a:cxn ang="0">
                  <a:pos x="connsiteX12308" y="connsiteY12308"/>
                </a:cxn>
                <a:cxn ang="0">
                  <a:pos x="connsiteX12309" y="connsiteY12309"/>
                </a:cxn>
                <a:cxn ang="0">
                  <a:pos x="connsiteX12310" y="connsiteY12310"/>
                </a:cxn>
                <a:cxn ang="0">
                  <a:pos x="connsiteX12311" y="connsiteY12311"/>
                </a:cxn>
                <a:cxn ang="0">
                  <a:pos x="connsiteX12312" y="connsiteY12312"/>
                </a:cxn>
                <a:cxn ang="0">
                  <a:pos x="connsiteX12313" y="connsiteY12313"/>
                </a:cxn>
                <a:cxn ang="0">
                  <a:pos x="connsiteX12314" y="connsiteY12314"/>
                </a:cxn>
                <a:cxn ang="0">
                  <a:pos x="connsiteX12315" y="connsiteY12315"/>
                </a:cxn>
                <a:cxn ang="0">
                  <a:pos x="connsiteX12316" y="connsiteY12316"/>
                </a:cxn>
                <a:cxn ang="0">
                  <a:pos x="connsiteX12317" y="connsiteY12317"/>
                </a:cxn>
                <a:cxn ang="0">
                  <a:pos x="connsiteX12318" y="connsiteY12318"/>
                </a:cxn>
                <a:cxn ang="0">
                  <a:pos x="connsiteX12319" y="connsiteY12319"/>
                </a:cxn>
                <a:cxn ang="0">
                  <a:pos x="connsiteX12320" y="connsiteY12320"/>
                </a:cxn>
                <a:cxn ang="0">
                  <a:pos x="connsiteX12321" y="connsiteY12321"/>
                </a:cxn>
                <a:cxn ang="0">
                  <a:pos x="connsiteX12322" y="connsiteY12322"/>
                </a:cxn>
                <a:cxn ang="0">
                  <a:pos x="connsiteX12323" y="connsiteY12323"/>
                </a:cxn>
                <a:cxn ang="0">
                  <a:pos x="connsiteX12324" y="connsiteY12324"/>
                </a:cxn>
                <a:cxn ang="0">
                  <a:pos x="connsiteX12325" y="connsiteY12325"/>
                </a:cxn>
                <a:cxn ang="0">
                  <a:pos x="connsiteX12326" y="connsiteY12326"/>
                </a:cxn>
                <a:cxn ang="0">
                  <a:pos x="connsiteX12327" y="connsiteY12327"/>
                </a:cxn>
                <a:cxn ang="0">
                  <a:pos x="connsiteX12328" y="connsiteY12328"/>
                </a:cxn>
                <a:cxn ang="0">
                  <a:pos x="connsiteX12329" y="connsiteY12329"/>
                </a:cxn>
                <a:cxn ang="0">
                  <a:pos x="connsiteX12330" y="connsiteY12330"/>
                </a:cxn>
                <a:cxn ang="0">
                  <a:pos x="connsiteX12331" y="connsiteY12331"/>
                </a:cxn>
                <a:cxn ang="0">
                  <a:pos x="connsiteX12332" y="connsiteY12332"/>
                </a:cxn>
                <a:cxn ang="0">
                  <a:pos x="connsiteX12333" y="connsiteY12333"/>
                </a:cxn>
                <a:cxn ang="0">
                  <a:pos x="connsiteX12334" y="connsiteY12334"/>
                </a:cxn>
                <a:cxn ang="0">
                  <a:pos x="connsiteX12335" y="connsiteY12335"/>
                </a:cxn>
                <a:cxn ang="0">
                  <a:pos x="connsiteX12336" y="connsiteY12336"/>
                </a:cxn>
                <a:cxn ang="0">
                  <a:pos x="connsiteX12337" y="connsiteY12337"/>
                </a:cxn>
                <a:cxn ang="0">
                  <a:pos x="connsiteX12338" y="connsiteY12338"/>
                </a:cxn>
                <a:cxn ang="0">
                  <a:pos x="connsiteX12339" y="connsiteY12339"/>
                </a:cxn>
                <a:cxn ang="0">
                  <a:pos x="connsiteX12340" y="connsiteY12340"/>
                </a:cxn>
                <a:cxn ang="0">
                  <a:pos x="connsiteX12341" y="connsiteY12341"/>
                </a:cxn>
                <a:cxn ang="0">
                  <a:pos x="connsiteX12342" y="connsiteY12342"/>
                </a:cxn>
                <a:cxn ang="0">
                  <a:pos x="connsiteX12343" y="connsiteY12343"/>
                </a:cxn>
                <a:cxn ang="0">
                  <a:pos x="connsiteX12344" y="connsiteY12344"/>
                </a:cxn>
                <a:cxn ang="0">
                  <a:pos x="connsiteX12345" y="connsiteY12345"/>
                </a:cxn>
                <a:cxn ang="0">
                  <a:pos x="connsiteX12346" y="connsiteY12346"/>
                </a:cxn>
                <a:cxn ang="0">
                  <a:pos x="connsiteX12347" y="connsiteY12347"/>
                </a:cxn>
                <a:cxn ang="0">
                  <a:pos x="connsiteX12348" y="connsiteY12348"/>
                </a:cxn>
                <a:cxn ang="0">
                  <a:pos x="connsiteX12349" y="connsiteY12349"/>
                </a:cxn>
                <a:cxn ang="0">
                  <a:pos x="connsiteX12350" y="connsiteY12350"/>
                </a:cxn>
                <a:cxn ang="0">
                  <a:pos x="connsiteX12351" y="connsiteY12351"/>
                </a:cxn>
                <a:cxn ang="0">
                  <a:pos x="connsiteX12352" y="connsiteY12352"/>
                </a:cxn>
                <a:cxn ang="0">
                  <a:pos x="connsiteX12353" y="connsiteY12353"/>
                </a:cxn>
                <a:cxn ang="0">
                  <a:pos x="connsiteX12354" y="connsiteY12354"/>
                </a:cxn>
                <a:cxn ang="0">
                  <a:pos x="connsiteX12355" y="connsiteY12355"/>
                </a:cxn>
                <a:cxn ang="0">
                  <a:pos x="connsiteX12356" y="connsiteY12356"/>
                </a:cxn>
                <a:cxn ang="0">
                  <a:pos x="connsiteX12357" y="connsiteY12357"/>
                </a:cxn>
                <a:cxn ang="0">
                  <a:pos x="connsiteX12358" y="connsiteY12358"/>
                </a:cxn>
                <a:cxn ang="0">
                  <a:pos x="connsiteX12359" y="connsiteY12359"/>
                </a:cxn>
                <a:cxn ang="0">
                  <a:pos x="connsiteX12360" y="connsiteY12360"/>
                </a:cxn>
                <a:cxn ang="0">
                  <a:pos x="connsiteX12361" y="connsiteY12361"/>
                </a:cxn>
                <a:cxn ang="0">
                  <a:pos x="connsiteX12362" y="connsiteY12362"/>
                </a:cxn>
                <a:cxn ang="0">
                  <a:pos x="connsiteX12363" y="connsiteY12363"/>
                </a:cxn>
                <a:cxn ang="0">
                  <a:pos x="connsiteX12364" y="connsiteY12364"/>
                </a:cxn>
                <a:cxn ang="0">
                  <a:pos x="connsiteX12365" y="connsiteY12365"/>
                </a:cxn>
                <a:cxn ang="0">
                  <a:pos x="connsiteX12366" y="connsiteY12366"/>
                </a:cxn>
                <a:cxn ang="0">
                  <a:pos x="connsiteX12367" y="connsiteY12367"/>
                </a:cxn>
                <a:cxn ang="0">
                  <a:pos x="connsiteX12368" y="connsiteY12368"/>
                </a:cxn>
                <a:cxn ang="0">
                  <a:pos x="connsiteX12369" y="connsiteY12369"/>
                </a:cxn>
                <a:cxn ang="0">
                  <a:pos x="connsiteX12370" y="connsiteY12370"/>
                </a:cxn>
                <a:cxn ang="0">
                  <a:pos x="connsiteX12371" y="connsiteY12371"/>
                </a:cxn>
                <a:cxn ang="0">
                  <a:pos x="connsiteX12372" y="connsiteY12372"/>
                </a:cxn>
                <a:cxn ang="0">
                  <a:pos x="connsiteX12373" y="connsiteY12373"/>
                </a:cxn>
                <a:cxn ang="0">
                  <a:pos x="connsiteX12374" y="connsiteY12374"/>
                </a:cxn>
                <a:cxn ang="0">
                  <a:pos x="connsiteX12375" y="connsiteY12375"/>
                </a:cxn>
                <a:cxn ang="0">
                  <a:pos x="connsiteX12376" y="connsiteY12376"/>
                </a:cxn>
                <a:cxn ang="0">
                  <a:pos x="connsiteX12377" y="connsiteY12377"/>
                </a:cxn>
                <a:cxn ang="0">
                  <a:pos x="connsiteX12378" y="connsiteY12378"/>
                </a:cxn>
                <a:cxn ang="0">
                  <a:pos x="connsiteX12379" y="connsiteY12379"/>
                </a:cxn>
                <a:cxn ang="0">
                  <a:pos x="connsiteX12380" y="connsiteY12380"/>
                </a:cxn>
                <a:cxn ang="0">
                  <a:pos x="connsiteX12381" y="connsiteY12381"/>
                </a:cxn>
                <a:cxn ang="0">
                  <a:pos x="connsiteX12382" y="connsiteY12382"/>
                </a:cxn>
                <a:cxn ang="0">
                  <a:pos x="connsiteX12383" y="connsiteY12383"/>
                </a:cxn>
                <a:cxn ang="0">
                  <a:pos x="connsiteX12384" y="connsiteY12384"/>
                </a:cxn>
                <a:cxn ang="0">
                  <a:pos x="connsiteX12385" y="connsiteY12385"/>
                </a:cxn>
                <a:cxn ang="0">
                  <a:pos x="connsiteX12386" y="connsiteY12386"/>
                </a:cxn>
                <a:cxn ang="0">
                  <a:pos x="connsiteX12387" y="connsiteY12387"/>
                </a:cxn>
                <a:cxn ang="0">
                  <a:pos x="connsiteX12388" y="connsiteY12388"/>
                </a:cxn>
                <a:cxn ang="0">
                  <a:pos x="connsiteX12389" y="connsiteY12389"/>
                </a:cxn>
                <a:cxn ang="0">
                  <a:pos x="connsiteX12390" y="connsiteY12390"/>
                </a:cxn>
                <a:cxn ang="0">
                  <a:pos x="connsiteX12391" y="connsiteY12391"/>
                </a:cxn>
                <a:cxn ang="0">
                  <a:pos x="connsiteX12392" y="connsiteY12392"/>
                </a:cxn>
                <a:cxn ang="0">
                  <a:pos x="connsiteX12393" y="connsiteY12393"/>
                </a:cxn>
                <a:cxn ang="0">
                  <a:pos x="connsiteX12394" y="connsiteY12394"/>
                </a:cxn>
                <a:cxn ang="0">
                  <a:pos x="connsiteX12395" y="connsiteY12395"/>
                </a:cxn>
                <a:cxn ang="0">
                  <a:pos x="connsiteX12396" y="connsiteY12396"/>
                </a:cxn>
                <a:cxn ang="0">
                  <a:pos x="connsiteX12397" y="connsiteY12397"/>
                </a:cxn>
                <a:cxn ang="0">
                  <a:pos x="connsiteX12398" y="connsiteY12398"/>
                </a:cxn>
                <a:cxn ang="0">
                  <a:pos x="connsiteX12399" y="connsiteY12399"/>
                </a:cxn>
                <a:cxn ang="0">
                  <a:pos x="connsiteX12400" y="connsiteY12400"/>
                </a:cxn>
                <a:cxn ang="0">
                  <a:pos x="connsiteX12401" y="connsiteY12401"/>
                </a:cxn>
                <a:cxn ang="0">
                  <a:pos x="connsiteX12402" y="connsiteY12402"/>
                </a:cxn>
                <a:cxn ang="0">
                  <a:pos x="connsiteX12403" y="connsiteY12403"/>
                </a:cxn>
                <a:cxn ang="0">
                  <a:pos x="connsiteX12404" y="connsiteY12404"/>
                </a:cxn>
                <a:cxn ang="0">
                  <a:pos x="connsiteX12405" y="connsiteY12405"/>
                </a:cxn>
                <a:cxn ang="0">
                  <a:pos x="connsiteX12406" y="connsiteY12406"/>
                </a:cxn>
                <a:cxn ang="0">
                  <a:pos x="connsiteX12407" y="connsiteY12407"/>
                </a:cxn>
                <a:cxn ang="0">
                  <a:pos x="connsiteX12408" y="connsiteY12408"/>
                </a:cxn>
                <a:cxn ang="0">
                  <a:pos x="connsiteX12409" y="connsiteY12409"/>
                </a:cxn>
                <a:cxn ang="0">
                  <a:pos x="connsiteX12410" y="connsiteY12410"/>
                </a:cxn>
                <a:cxn ang="0">
                  <a:pos x="connsiteX12411" y="connsiteY12411"/>
                </a:cxn>
                <a:cxn ang="0">
                  <a:pos x="connsiteX12412" y="connsiteY12412"/>
                </a:cxn>
                <a:cxn ang="0">
                  <a:pos x="connsiteX12413" y="connsiteY12413"/>
                </a:cxn>
                <a:cxn ang="0">
                  <a:pos x="connsiteX12414" y="connsiteY12414"/>
                </a:cxn>
                <a:cxn ang="0">
                  <a:pos x="connsiteX12415" y="connsiteY12415"/>
                </a:cxn>
                <a:cxn ang="0">
                  <a:pos x="connsiteX12416" y="connsiteY12416"/>
                </a:cxn>
                <a:cxn ang="0">
                  <a:pos x="connsiteX12417" y="connsiteY12417"/>
                </a:cxn>
                <a:cxn ang="0">
                  <a:pos x="connsiteX12418" y="connsiteY12418"/>
                </a:cxn>
                <a:cxn ang="0">
                  <a:pos x="connsiteX12419" y="connsiteY12419"/>
                </a:cxn>
                <a:cxn ang="0">
                  <a:pos x="connsiteX12420" y="connsiteY12420"/>
                </a:cxn>
                <a:cxn ang="0">
                  <a:pos x="connsiteX12421" y="connsiteY12421"/>
                </a:cxn>
                <a:cxn ang="0">
                  <a:pos x="connsiteX12422" y="connsiteY12422"/>
                </a:cxn>
                <a:cxn ang="0">
                  <a:pos x="connsiteX12423" y="connsiteY12423"/>
                </a:cxn>
                <a:cxn ang="0">
                  <a:pos x="connsiteX12424" y="connsiteY12424"/>
                </a:cxn>
                <a:cxn ang="0">
                  <a:pos x="connsiteX12425" y="connsiteY12425"/>
                </a:cxn>
                <a:cxn ang="0">
                  <a:pos x="connsiteX12426" y="connsiteY12426"/>
                </a:cxn>
                <a:cxn ang="0">
                  <a:pos x="connsiteX12427" y="connsiteY12427"/>
                </a:cxn>
                <a:cxn ang="0">
                  <a:pos x="connsiteX12428" y="connsiteY12428"/>
                </a:cxn>
                <a:cxn ang="0">
                  <a:pos x="connsiteX12429" y="connsiteY12429"/>
                </a:cxn>
                <a:cxn ang="0">
                  <a:pos x="connsiteX12430" y="connsiteY12430"/>
                </a:cxn>
                <a:cxn ang="0">
                  <a:pos x="connsiteX12431" y="connsiteY12431"/>
                </a:cxn>
                <a:cxn ang="0">
                  <a:pos x="connsiteX12432" y="connsiteY12432"/>
                </a:cxn>
                <a:cxn ang="0">
                  <a:pos x="connsiteX12433" y="connsiteY12433"/>
                </a:cxn>
                <a:cxn ang="0">
                  <a:pos x="connsiteX12434" y="connsiteY12434"/>
                </a:cxn>
                <a:cxn ang="0">
                  <a:pos x="connsiteX12435" y="connsiteY12435"/>
                </a:cxn>
                <a:cxn ang="0">
                  <a:pos x="connsiteX12436" y="connsiteY12436"/>
                </a:cxn>
                <a:cxn ang="0">
                  <a:pos x="connsiteX12437" y="connsiteY12437"/>
                </a:cxn>
                <a:cxn ang="0">
                  <a:pos x="connsiteX12438" y="connsiteY12438"/>
                </a:cxn>
                <a:cxn ang="0">
                  <a:pos x="connsiteX12439" y="connsiteY12439"/>
                </a:cxn>
                <a:cxn ang="0">
                  <a:pos x="connsiteX12440" y="connsiteY12440"/>
                </a:cxn>
                <a:cxn ang="0">
                  <a:pos x="connsiteX12441" y="connsiteY12441"/>
                </a:cxn>
                <a:cxn ang="0">
                  <a:pos x="connsiteX12442" y="connsiteY12442"/>
                </a:cxn>
                <a:cxn ang="0">
                  <a:pos x="connsiteX12443" y="connsiteY12443"/>
                </a:cxn>
                <a:cxn ang="0">
                  <a:pos x="connsiteX12444" y="connsiteY12444"/>
                </a:cxn>
                <a:cxn ang="0">
                  <a:pos x="connsiteX12445" y="connsiteY12445"/>
                </a:cxn>
                <a:cxn ang="0">
                  <a:pos x="connsiteX12446" y="connsiteY12446"/>
                </a:cxn>
                <a:cxn ang="0">
                  <a:pos x="connsiteX12447" y="connsiteY12447"/>
                </a:cxn>
                <a:cxn ang="0">
                  <a:pos x="connsiteX12448" y="connsiteY12448"/>
                </a:cxn>
                <a:cxn ang="0">
                  <a:pos x="connsiteX12449" y="connsiteY12449"/>
                </a:cxn>
                <a:cxn ang="0">
                  <a:pos x="connsiteX12450" y="connsiteY12450"/>
                </a:cxn>
                <a:cxn ang="0">
                  <a:pos x="connsiteX12451" y="connsiteY12451"/>
                </a:cxn>
                <a:cxn ang="0">
                  <a:pos x="connsiteX12452" y="connsiteY12452"/>
                </a:cxn>
                <a:cxn ang="0">
                  <a:pos x="connsiteX12453" y="connsiteY12453"/>
                </a:cxn>
                <a:cxn ang="0">
                  <a:pos x="connsiteX12454" y="connsiteY12454"/>
                </a:cxn>
                <a:cxn ang="0">
                  <a:pos x="connsiteX12455" y="connsiteY12455"/>
                </a:cxn>
                <a:cxn ang="0">
                  <a:pos x="connsiteX12456" y="connsiteY12456"/>
                </a:cxn>
                <a:cxn ang="0">
                  <a:pos x="connsiteX12457" y="connsiteY12457"/>
                </a:cxn>
                <a:cxn ang="0">
                  <a:pos x="connsiteX12458" y="connsiteY12458"/>
                </a:cxn>
                <a:cxn ang="0">
                  <a:pos x="connsiteX12459" y="connsiteY12459"/>
                </a:cxn>
                <a:cxn ang="0">
                  <a:pos x="connsiteX12460" y="connsiteY12460"/>
                </a:cxn>
                <a:cxn ang="0">
                  <a:pos x="connsiteX12461" y="connsiteY12461"/>
                </a:cxn>
                <a:cxn ang="0">
                  <a:pos x="connsiteX12462" y="connsiteY12462"/>
                </a:cxn>
                <a:cxn ang="0">
                  <a:pos x="connsiteX12463" y="connsiteY12463"/>
                </a:cxn>
                <a:cxn ang="0">
                  <a:pos x="connsiteX12464" y="connsiteY12464"/>
                </a:cxn>
                <a:cxn ang="0">
                  <a:pos x="connsiteX12465" y="connsiteY12465"/>
                </a:cxn>
                <a:cxn ang="0">
                  <a:pos x="connsiteX12466" y="connsiteY12466"/>
                </a:cxn>
                <a:cxn ang="0">
                  <a:pos x="connsiteX12467" y="connsiteY12467"/>
                </a:cxn>
                <a:cxn ang="0">
                  <a:pos x="connsiteX12468" y="connsiteY12468"/>
                </a:cxn>
                <a:cxn ang="0">
                  <a:pos x="connsiteX12469" y="connsiteY12469"/>
                </a:cxn>
                <a:cxn ang="0">
                  <a:pos x="connsiteX12470" y="connsiteY12470"/>
                </a:cxn>
                <a:cxn ang="0">
                  <a:pos x="connsiteX12471" y="connsiteY12471"/>
                </a:cxn>
                <a:cxn ang="0">
                  <a:pos x="connsiteX12472" y="connsiteY12472"/>
                </a:cxn>
                <a:cxn ang="0">
                  <a:pos x="connsiteX12473" y="connsiteY12473"/>
                </a:cxn>
                <a:cxn ang="0">
                  <a:pos x="connsiteX12474" y="connsiteY12474"/>
                </a:cxn>
                <a:cxn ang="0">
                  <a:pos x="connsiteX12475" y="connsiteY12475"/>
                </a:cxn>
                <a:cxn ang="0">
                  <a:pos x="connsiteX12476" y="connsiteY12476"/>
                </a:cxn>
                <a:cxn ang="0">
                  <a:pos x="connsiteX12477" y="connsiteY12477"/>
                </a:cxn>
                <a:cxn ang="0">
                  <a:pos x="connsiteX12478" y="connsiteY12478"/>
                </a:cxn>
                <a:cxn ang="0">
                  <a:pos x="connsiteX12479" y="connsiteY12479"/>
                </a:cxn>
                <a:cxn ang="0">
                  <a:pos x="connsiteX12480" y="connsiteY12480"/>
                </a:cxn>
                <a:cxn ang="0">
                  <a:pos x="connsiteX12481" y="connsiteY12481"/>
                </a:cxn>
                <a:cxn ang="0">
                  <a:pos x="connsiteX12482" y="connsiteY12482"/>
                </a:cxn>
                <a:cxn ang="0">
                  <a:pos x="connsiteX12483" y="connsiteY12483"/>
                </a:cxn>
                <a:cxn ang="0">
                  <a:pos x="connsiteX12484" y="connsiteY12484"/>
                </a:cxn>
                <a:cxn ang="0">
                  <a:pos x="connsiteX12485" y="connsiteY12485"/>
                </a:cxn>
                <a:cxn ang="0">
                  <a:pos x="connsiteX12486" y="connsiteY12486"/>
                </a:cxn>
                <a:cxn ang="0">
                  <a:pos x="connsiteX12487" y="connsiteY12487"/>
                </a:cxn>
                <a:cxn ang="0">
                  <a:pos x="connsiteX12488" y="connsiteY12488"/>
                </a:cxn>
                <a:cxn ang="0">
                  <a:pos x="connsiteX12489" y="connsiteY12489"/>
                </a:cxn>
                <a:cxn ang="0">
                  <a:pos x="connsiteX12490" y="connsiteY12490"/>
                </a:cxn>
                <a:cxn ang="0">
                  <a:pos x="connsiteX12491" y="connsiteY12491"/>
                </a:cxn>
                <a:cxn ang="0">
                  <a:pos x="connsiteX12492" y="connsiteY12492"/>
                </a:cxn>
                <a:cxn ang="0">
                  <a:pos x="connsiteX12493" y="connsiteY12493"/>
                </a:cxn>
                <a:cxn ang="0">
                  <a:pos x="connsiteX12494" y="connsiteY12494"/>
                </a:cxn>
                <a:cxn ang="0">
                  <a:pos x="connsiteX12495" y="connsiteY12495"/>
                </a:cxn>
                <a:cxn ang="0">
                  <a:pos x="connsiteX12496" y="connsiteY12496"/>
                </a:cxn>
                <a:cxn ang="0">
                  <a:pos x="connsiteX12497" y="connsiteY12497"/>
                </a:cxn>
                <a:cxn ang="0">
                  <a:pos x="connsiteX12498" y="connsiteY12498"/>
                </a:cxn>
                <a:cxn ang="0">
                  <a:pos x="connsiteX12499" y="connsiteY12499"/>
                </a:cxn>
                <a:cxn ang="0">
                  <a:pos x="connsiteX12500" y="connsiteY12500"/>
                </a:cxn>
                <a:cxn ang="0">
                  <a:pos x="connsiteX12501" y="connsiteY12501"/>
                </a:cxn>
                <a:cxn ang="0">
                  <a:pos x="connsiteX12502" y="connsiteY12502"/>
                </a:cxn>
                <a:cxn ang="0">
                  <a:pos x="connsiteX12503" y="connsiteY12503"/>
                </a:cxn>
                <a:cxn ang="0">
                  <a:pos x="connsiteX12504" y="connsiteY12504"/>
                </a:cxn>
                <a:cxn ang="0">
                  <a:pos x="connsiteX12505" y="connsiteY12505"/>
                </a:cxn>
                <a:cxn ang="0">
                  <a:pos x="connsiteX12506" y="connsiteY12506"/>
                </a:cxn>
                <a:cxn ang="0">
                  <a:pos x="connsiteX12507" y="connsiteY12507"/>
                </a:cxn>
                <a:cxn ang="0">
                  <a:pos x="connsiteX12508" y="connsiteY12508"/>
                </a:cxn>
                <a:cxn ang="0">
                  <a:pos x="connsiteX12509" y="connsiteY12509"/>
                </a:cxn>
                <a:cxn ang="0">
                  <a:pos x="connsiteX12510" y="connsiteY12510"/>
                </a:cxn>
                <a:cxn ang="0">
                  <a:pos x="connsiteX12511" y="connsiteY12511"/>
                </a:cxn>
                <a:cxn ang="0">
                  <a:pos x="connsiteX12512" y="connsiteY12512"/>
                </a:cxn>
                <a:cxn ang="0">
                  <a:pos x="connsiteX12513" y="connsiteY12513"/>
                </a:cxn>
                <a:cxn ang="0">
                  <a:pos x="connsiteX12514" y="connsiteY12514"/>
                </a:cxn>
                <a:cxn ang="0">
                  <a:pos x="connsiteX12515" y="connsiteY12515"/>
                </a:cxn>
                <a:cxn ang="0">
                  <a:pos x="connsiteX12516" y="connsiteY12516"/>
                </a:cxn>
                <a:cxn ang="0">
                  <a:pos x="connsiteX12517" y="connsiteY12517"/>
                </a:cxn>
                <a:cxn ang="0">
                  <a:pos x="connsiteX12518" y="connsiteY12518"/>
                </a:cxn>
                <a:cxn ang="0">
                  <a:pos x="connsiteX12519" y="connsiteY12519"/>
                </a:cxn>
                <a:cxn ang="0">
                  <a:pos x="connsiteX12520" y="connsiteY12520"/>
                </a:cxn>
                <a:cxn ang="0">
                  <a:pos x="connsiteX12521" y="connsiteY12521"/>
                </a:cxn>
                <a:cxn ang="0">
                  <a:pos x="connsiteX12522" y="connsiteY12522"/>
                </a:cxn>
                <a:cxn ang="0">
                  <a:pos x="connsiteX12523" y="connsiteY12523"/>
                </a:cxn>
                <a:cxn ang="0">
                  <a:pos x="connsiteX12524" y="connsiteY12524"/>
                </a:cxn>
                <a:cxn ang="0">
                  <a:pos x="connsiteX12525" y="connsiteY12525"/>
                </a:cxn>
                <a:cxn ang="0">
                  <a:pos x="connsiteX12526" y="connsiteY12526"/>
                </a:cxn>
                <a:cxn ang="0">
                  <a:pos x="connsiteX12527" y="connsiteY12527"/>
                </a:cxn>
                <a:cxn ang="0">
                  <a:pos x="connsiteX12528" y="connsiteY12528"/>
                </a:cxn>
                <a:cxn ang="0">
                  <a:pos x="connsiteX12529" y="connsiteY12529"/>
                </a:cxn>
                <a:cxn ang="0">
                  <a:pos x="connsiteX12530" y="connsiteY12530"/>
                </a:cxn>
                <a:cxn ang="0">
                  <a:pos x="connsiteX12531" y="connsiteY12531"/>
                </a:cxn>
                <a:cxn ang="0">
                  <a:pos x="connsiteX12532" y="connsiteY12532"/>
                </a:cxn>
                <a:cxn ang="0">
                  <a:pos x="connsiteX12533" y="connsiteY12533"/>
                </a:cxn>
                <a:cxn ang="0">
                  <a:pos x="connsiteX12534" y="connsiteY12534"/>
                </a:cxn>
                <a:cxn ang="0">
                  <a:pos x="connsiteX12535" y="connsiteY12535"/>
                </a:cxn>
                <a:cxn ang="0">
                  <a:pos x="connsiteX12536" y="connsiteY12536"/>
                </a:cxn>
                <a:cxn ang="0">
                  <a:pos x="connsiteX12537" y="connsiteY12537"/>
                </a:cxn>
                <a:cxn ang="0">
                  <a:pos x="connsiteX12538" y="connsiteY12538"/>
                </a:cxn>
                <a:cxn ang="0">
                  <a:pos x="connsiteX12539" y="connsiteY12539"/>
                </a:cxn>
                <a:cxn ang="0">
                  <a:pos x="connsiteX12540" y="connsiteY12540"/>
                </a:cxn>
                <a:cxn ang="0">
                  <a:pos x="connsiteX12541" y="connsiteY12541"/>
                </a:cxn>
                <a:cxn ang="0">
                  <a:pos x="connsiteX12542" y="connsiteY12542"/>
                </a:cxn>
                <a:cxn ang="0">
                  <a:pos x="connsiteX12543" y="connsiteY12543"/>
                </a:cxn>
                <a:cxn ang="0">
                  <a:pos x="connsiteX12544" y="connsiteY12544"/>
                </a:cxn>
                <a:cxn ang="0">
                  <a:pos x="connsiteX12545" y="connsiteY12545"/>
                </a:cxn>
                <a:cxn ang="0">
                  <a:pos x="connsiteX12546" y="connsiteY12546"/>
                </a:cxn>
                <a:cxn ang="0">
                  <a:pos x="connsiteX12547" y="connsiteY12547"/>
                </a:cxn>
                <a:cxn ang="0">
                  <a:pos x="connsiteX12548" y="connsiteY12548"/>
                </a:cxn>
                <a:cxn ang="0">
                  <a:pos x="connsiteX12549" y="connsiteY12549"/>
                </a:cxn>
                <a:cxn ang="0">
                  <a:pos x="connsiteX12550" y="connsiteY12550"/>
                </a:cxn>
                <a:cxn ang="0">
                  <a:pos x="connsiteX12551" y="connsiteY12551"/>
                </a:cxn>
                <a:cxn ang="0">
                  <a:pos x="connsiteX12552" y="connsiteY12552"/>
                </a:cxn>
                <a:cxn ang="0">
                  <a:pos x="connsiteX12553" y="connsiteY12553"/>
                </a:cxn>
                <a:cxn ang="0">
                  <a:pos x="connsiteX12554" y="connsiteY12554"/>
                </a:cxn>
                <a:cxn ang="0">
                  <a:pos x="connsiteX12555" y="connsiteY12555"/>
                </a:cxn>
                <a:cxn ang="0">
                  <a:pos x="connsiteX12556" y="connsiteY12556"/>
                </a:cxn>
                <a:cxn ang="0">
                  <a:pos x="connsiteX12557" y="connsiteY12557"/>
                </a:cxn>
                <a:cxn ang="0">
                  <a:pos x="connsiteX12558" y="connsiteY12558"/>
                </a:cxn>
                <a:cxn ang="0">
                  <a:pos x="connsiteX12559" y="connsiteY12559"/>
                </a:cxn>
                <a:cxn ang="0">
                  <a:pos x="connsiteX12560" y="connsiteY12560"/>
                </a:cxn>
                <a:cxn ang="0">
                  <a:pos x="connsiteX12561" y="connsiteY12561"/>
                </a:cxn>
                <a:cxn ang="0">
                  <a:pos x="connsiteX12562" y="connsiteY12562"/>
                </a:cxn>
                <a:cxn ang="0">
                  <a:pos x="connsiteX12563" y="connsiteY12563"/>
                </a:cxn>
                <a:cxn ang="0">
                  <a:pos x="connsiteX12564" y="connsiteY12564"/>
                </a:cxn>
                <a:cxn ang="0">
                  <a:pos x="connsiteX12565" y="connsiteY12565"/>
                </a:cxn>
                <a:cxn ang="0">
                  <a:pos x="connsiteX12566" y="connsiteY12566"/>
                </a:cxn>
                <a:cxn ang="0">
                  <a:pos x="connsiteX12567" y="connsiteY12567"/>
                </a:cxn>
                <a:cxn ang="0">
                  <a:pos x="connsiteX12568" y="connsiteY12568"/>
                </a:cxn>
                <a:cxn ang="0">
                  <a:pos x="connsiteX12569" y="connsiteY12569"/>
                </a:cxn>
                <a:cxn ang="0">
                  <a:pos x="connsiteX12570" y="connsiteY12570"/>
                </a:cxn>
                <a:cxn ang="0">
                  <a:pos x="connsiteX12571" y="connsiteY12571"/>
                </a:cxn>
                <a:cxn ang="0">
                  <a:pos x="connsiteX12572" y="connsiteY12572"/>
                </a:cxn>
                <a:cxn ang="0">
                  <a:pos x="connsiteX12573" y="connsiteY12573"/>
                </a:cxn>
                <a:cxn ang="0">
                  <a:pos x="connsiteX12574" y="connsiteY12574"/>
                </a:cxn>
                <a:cxn ang="0">
                  <a:pos x="connsiteX12575" y="connsiteY12575"/>
                </a:cxn>
                <a:cxn ang="0">
                  <a:pos x="connsiteX12576" y="connsiteY12576"/>
                </a:cxn>
                <a:cxn ang="0">
                  <a:pos x="connsiteX12577" y="connsiteY12577"/>
                </a:cxn>
                <a:cxn ang="0">
                  <a:pos x="connsiteX12578" y="connsiteY12578"/>
                </a:cxn>
                <a:cxn ang="0">
                  <a:pos x="connsiteX12579" y="connsiteY12579"/>
                </a:cxn>
                <a:cxn ang="0">
                  <a:pos x="connsiteX12580" y="connsiteY12580"/>
                </a:cxn>
                <a:cxn ang="0">
                  <a:pos x="connsiteX12581" y="connsiteY12581"/>
                </a:cxn>
                <a:cxn ang="0">
                  <a:pos x="connsiteX12582" y="connsiteY12582"/>
                </a:cxn>
                <a:cxn ang="0">
                  <a:pos x="connsiteX12583" y="connsiteY12583"/>
                </a:cxn>
                <a:cxn ang="0">
                  <a:pos x="connsiteX12584" y="connsiteY12584"/>
                </a:cxn>
                <a:cxn ang="0">
                  <a:pos x="connsiteX12585" y="connsiteY12585"/>
                </a:cxn>
                <a:cxn ang="0">
                  <a:pos x="connsiteX12586" y="connsiteY12586"/>
                </a:cxn>
                <a:cxn ang="0">
                  <a:pos x="connsiteX12587" y="connsiteY12587"/>
                </a:cxn>
                <a:cxn ang="0">
                  <a:pos x="connsiteX12588" y="connsiteY12588"/>
                </a:cxn>
                <a:cxn ang="0">
                  <a:pos x="connsiteX12589" y="connsiteY12589"/>
                </a:cxn>
                <a:cxn ang="0">
                  <a:pos x="connsiteX12590" y="connsiteY12590"/>
                </a:cxn>
                <a:cxn ang="0">
                  <a:pos x="connsiteX12591" y="connsiteY12591"/>
                </a:cxn>
                <a:cxn ang="0">
                  <a:pos x="connsiteX12592" y="connsiteY12592"/>
                </a:cxn>
                <a:cxn ang="0">
                  <a:pos x="connsiteX12593" y="connsiteY12593"/>
                </a:cxn>
                <a:cxn ang="0">
                  <a:pos x="connsiteX12594" y="connsiteY12594"/>
                </a:cxn>
                <a:cxn ang="0">
                  <a:pos x="connsiteX12595" y="connsiteY12595"/>
                </a:cxn>
                <a:cxn ang="0">
                  <a:pos x="connsiteX12596" y="connsiteY12596"/>
                </a:cxn>
                <a:cxn ang="0">
                  <a:pos x="connsiteX12597" y="connsiteY12597"/>
                </a:cxn>
                <a:cxn ang="0">
                  <a:pos x="connsiteX12598" y="connsiteY12598"/>
                </a:cxn>
                <a:cxn ang="0">
                  <a:pos x="connsiteX12599" y="connsiteY12599"/>
                </a:cxn>
                <a:cxn ang="0">
                  <a:pos x="connsiteX12600" y="connsiteY12600"/>
                </a:cxn>
                <a:cxn ang="0">
                  <a:pos x="connsiteX12601" y="connsiteY12601"/>
                </a:cxn>
                <a:cxn ang="0">
                  <a:pos x="connsiteX12602" y="connsiteY12602"/>
                </a:cxn>
                <a:cxn ang="0">
                  <a:pos x="connsiteX12603" y="connsiteY12603"/>
                </a:cxn>
                <a:cxn ang="0">
                  <a:pos x="connsiteX12604" y="connsiteY12604"/>
                </a:cxn>
                <a:cxn ang="0">
                  <a:pos x="connsiteX12605" y="connsiteY12605"/>
                </a:cxn>
                <a:cxn ang="0">
                  <a:pos x="connsiteX12606" y="connsiteY12606"/>
                </a:cxn>
                <a:cxn ang="0">
                  <a:pos x="connsiteX12607" y="connsiteY12607"/>
                </a:cxn>
                <a:cxn ang="0">
                  <a:pos x="connsiteX12608" y="connsiteY12608"/>
                </a:cxn>
                <a:cxn ang="0">
                  <a:pos x="connsiteX12609" y="connsiteY12609"/>
                </a:cxn>
                <a:cxn ang="0">
                  <a:pos x="connsiteX12610" y="connsiteY12610"/>
                </a:cxn>
                <a:cxn ang="0">
                  <a:pos x="connsiteX12611" y="connsiteY12611"/>
                </a:cxn>
                <a:cxn ang="0">
                  <a:pos x="connsiteX12612" y="connsiteY12612"/>
                </a:cxn>
                <a:cxn ang="0">
                  <a:pos x="connsiteX12613" y="connsiteY12613"/>
                </a:cxn>
                <a:cxn ang="0">
                  <a:pos x="connsiteX12614" y="connsiteY12614"/>
                </a:cxn>
                <a:cxn ang="0">
                  <a:pos x="connsiteX12615" y="connsiteY12615"/>
                </a:cxn>
                <a:cxn ang="0">
                  <a:pos x="connsiteX12616" y="connsiteY12616"/>
                </a:cxn>
                <a:cxn ang="0">
                  <a:pos x="connsiteX12617" y="connsiteY12617"/>
                </a:cxn>
                <a:cxn ang="0">
                  <a:pos x="connsiteX12618" y="connsiteY12618"/>
                </a:cxn>
                <a:cxn ang="0">
                  <a:pos x="connsiteX12619" y="connsiteY12619"/>
                </a:cxn>
                <a:cxn ang="0">
                  <a:pos x="connsiteX12620" y="connsiteY12620"/>
                </a:cxn>
                <a:cxn ang="0">
                  <a:pos x="connsiteX12621" y="connsiteY12621"/>
                </a:cxn>
                <a:cxn ang="0">
                  <a:pos x="connsiteX12622" y="connsiteY12622"/>
                </a:cxn>
                <a:cxn ang="0">
                  <a:pos x="connsiteX12623" y="connsiteY12623"/>
                </a:cxn>
                <a:cxn ang="0">
                  <a:pos x="connsiteX12624" y="connsiteY12624"/>
                </a:cxn>
                <a:cxn ang="0">
                  <a:pos x="connsiteX12625" y="connsiteY12625"/>
                </a:cxn>
                <a:cxn ang="0">
                  <a:pos x="connsiteX12626" y="connsiteY12626"/>
                </a:cxn>
                <a:cxn ang="0">
                  <a:pos x="connsiteX12627" y="connsiteY12627"/>
                </a:cxn>
                <a:cxn ang="0">
                  <a:pos x="connsiteX12628" y="connsiteY12628"/>
                </a:cxn>
                <a:cxn ang="0">
                  <a:pos x="connsiteX12629" y="connsiteY12629"/>
                </a:cxn>
                <a:cxn ang="0">
                  <a:pos x="connsiteX12630" y="connsiteY12630"/>
                </a:cxn>
                <a:cxn ang="0">
                  <a:pos x="connsiteX12631" y="connsiteY12631"/>
                </a:cxn>
                <a:cxn ang="0">
                  <a:pos x="connsiteX12632" y="connsiteY12632"/>
                </a:cxn>
                <a:cxn ang="0">
                  <a:pos x="connsiteX12633" y="connsiteY12633"/>
                </a:cxn>
                <a:cxn ang="0">
                  <a:pos x="connsiteX12634" y="connsiteY12634"/>
                </a:cxn>
                <a:cxn ang="0">
                  <a:pos x="connsiteX12635" y="connsiteY12635"/>
                </a:cxn>
                <a:cxn ang="0">
                  <a:pos x="connsiteX12636" y="connsiteY12636"/>
                </a:cxn>
                <a:cxn ang="0">
                  <a:pos x="connsiteX12637" y="connsiteY12637"/>
                </a:cxn>
                <a:cxn ang="0">
                  <a:pos x="connsiteX12638" y="connsiteY12638"/>
                </a:cxn>
                <a:cxn ang="0">
                  <a:pos x="connsiteX12639" y="connsiteY12639"/>
                </a:cxn>
                <a:cxn ang="0">
                  <a:pos x="connsiteX12640" y="connsiteY12640"/>
                </a:cxn>
                <a:cxn ang="0">
                  <a:pos x="connsiteX12641" y="connsiteY12641"/>
                </a:cxn>
                <a:cxn ang="0">
                  <a:pos x="connsiteX12642" y="connsiteY12642"/>
                </a:cxn>
                <a:cxn ang="0">
                  <a:pos x="connsiteX12643" y="connsiteY12643"/>
                </a:cxn>
                <a:cxn ang="0">
                  <a:pos x="connsiteX12644" y="connsiteY12644"/>
                </a:cxn>
                <a:cxn ang="0">
                  <a:pos x="connsiteX12645" y="connsiteY12645"/>
                </a:cxn>
                <a:cxn ang="0">
                  <a:pos x="connsiteX12646" y="connsiteY12646"/>
                </a:cxn>
                <a:cxn ang="0">
                  <a:pos x="connsiteX12647" y="connsiteY12647"/>
                </a:cxn>
                <a:cxn ang="0">
                  <a:pos x="connsiteX12648" y="connsiteY12648"/>
                </a:cxn>
                <a:cxn ang="0">
                  <a:pos x="connsiteX12649" y="connsiteY12649"/>
                </a:cxn>
                <a:cxn ang="0">
                  <a:pos x="connsiteX12650" y="connsiteY12650"/>
                </a:cxn>
                <a:cxn ang="0">
                  <a:pos x="connsiteX12651" y="connsiteY12651"/>
                </a:cxn>
                <a:cxn ang="0">
                  <a:pos x="connsiteX12652" y="connsiteY12652"/>
                </a:cxn>
                <a:cxn ang="0">
                  <a:pos x="connsiteX12653" y="connsiteY12653"/>
                </a:cxn>
                <a:cxn ang="0">
                  <a:pos x="connsiteX12654" y="connsiteY12654"/>
                </a:cxn>
                <a:cxn ang="0">
                  <a:pos x="connsiteX12655" y="connsiteY12655"/>
                </a:cxn>
                <a:cxn ang="0">
                  <a:pos x="connsiteX12656" y="connsiteY12656"/>
                </a:cxn>
                <a:cxn ang="0">
                  <a:pos x="connsiteX12657" y="connsiteY12657"/>
                </a:cxn>
                <a:cxn ang="0">
                  <a:pos x="connsiteX12658" y="connsiteY12658"/>
                </a:cxn>
                <a:cxn ang="0">
                  <a:pos x="connsiteX12659" y="connsiteY12659"/>
                </a:cxn>
                <a:cxn ang="0">
                  <a:pos x="connsiteX12660" y="connsiteY12660"/>
                </a:cxn>
                <a:cxn ang="0">
                  <a:pos x="connsiteX12661" y="connsiteY12661"/>
                </a:cxn>
                <a:cxn ang="0">
                  <a:pos x="connsiteX12662" y="connsiteY12662"/>
                </a:cxn>
                <a:cxn ang="0">
                  <a:pos x="connsiteX12663" y="connsiteY12663"/>
                </a:cxn>
                <a:cxn ang="0">
                  <a:pos x="connsiteX12664" y="connsiteY12664"/>
                </a:cxn>
                <a:cxn ang="0">
                  <a:pos x="connsiteX12665" y="connsiteY12665"/>
                </a:cxn>
                <a:cxn ang="0">
                  <a:pos x="connsiteX12666" y="connsiteY12666"/>
                </a:cxn>
                <a:cxn ang="0">
                  <a:pos x="connsiteX12667" y="connsiteY12667"/>
                </a:cxn>
                <a:cxn ang="0">
                  <a:pos x="connsiteX12668" y="connsiteY12668"/>
                </a:cxn>
                <a:cxn ang="0">
                  <a:pos x="connsiteX12669" y="connsiteY12669"/>
                </a:cxn>
                <a:cxn ang="0">
                  <a:pos x="connsiteX12670" y="connsiteY12670"/>
                </a:cxn>
                <a:cxn ang="0">
                  <a:pos x="connsiteX12671" y="connsiteY12671"/>
                </a:cxn>
                <a:cxn ang="0">
                  <a:pos x="connsiteX12672" y="connsiteY12672"/>
                </a:cxn>
                <a:cxn ang="0">
                  <a:pos x="connsiteX12673" y="connsiteY12673"/>
                </a:cxn>
                <a:cxn ang="0">
                  <a:pos x="connsiteX12674" y="connsiteY12674"/>
                </a:cxn>
                <a:cxn ang="0">
                  <a:pos x="connsiteX12675" y="connsiteY12675"/>
                </a:cxn>
                <a:cxn ang="0">
                  <a:pos x="connsiteX12676" y="connsiteY12676"/>
                </a:cxn>
                <a:cxn ang="0">
                  <a:pos x="connsiteX12677" y="connsiteY12677"/>
                </a:cxn>
                <a:cxn ang="0">
                  <a:pos x="connsiteX12678" y="connsiteY12678"/>
                </a:cxn>
                <a:cxn ang="0">
                  <a:pos x="connsiteX12679" y="connsiteY12679"/>
                </a:cxn>
                <a:cxn ang="0">
                  <a:pos x="connsiteX12680" y="connsiteY12680"/>
                </a:cxn>
                <a:cxn ang="0">
                  <a:pos x="connsiteX12681" y="connsiteY12681"/>
                </a:cxn>
                <a:cxn ang="0">
                  <a:pos x="connsiteX12682" y="connsiteY12682"/>
                </a:cxn>
                <a:cxn ang="0">
                  <a:pos x="connsiteX12683" y="connsiteY12683"/>
                </a:cxn>
                <a:cxn ang="0">
                  <a:pos x="connsiteX12684" y="connsiteY12684"/>
                </a:cxn>
                <a:cxn ang="0">
                  <a:pos x="connsiteX12685" y="connsiteY12685"/>
                </a:cxn>
                <a:cxn ang="0">
                  <a:pos x="connsiteX12686" y="connsiteY12686"/>
                </a:cxn>
                <a:cxn ang="0">
                  <a:pos x="connsiteX12687" y="connsiteY12687"/>
                </a:cxn>
                <a:cxn ang="0">
                  <a:pos x="connsiteX12688" y="connsiteY12688"/>
                </a:cxn>
                <a:cxn ang="0">
                  <a:pos x="connsiteX12689" y="connsiteY12689"/>
                </a:cxn>
                <a:cxn ang="0">
                  <a:pos x="connsiteX12690" y="connsiteY12690"/>
                </a:cxn>
                <a:cxn ang="0">
                  <a:pos x="connsiteX12691" y="connsiteY12691"/>
                </a:cxn>
                <a:cxn ang="0">
                  <a:pos x="connsiteX12692" y="connsiteY12692"/>
                </a:cxn>
                <a:cxn ang="0">
                  <a:pos x="connsiteX12693" y="connsiteY12693"/>
                </a:cxn>
                <a:cxn ang="0">
                  <a:pos x="connsiteX12694" y="connsiteY12694"/>
                </a:cxn>
                <a:cxn ang="0">
                  <a:pos x="connsiteX12695" y="connsiteY12695"/>
                </a:cxn>
                <a:cxn ang="0">
                  <a:pos x="connsiteX12696" y="connsiteY12696"/>
                </a:cxn>
                <a:cxn ang="0">
                  <a:pos x="connsiteX12697" y="connsiteY12697"/>
                </a:cxn>
                <a:cxn ang="0">
                  <a:pos x="connsiteX12698" y="connsiteY12698"/>
                </a:cxn>
                <a:cxn ang="0">
                  <a:pos x="connsiteX12699" y="connsiteY12699"/>
                </a:cxn>
                <a:cxn ang="0">
                  <a:pos x="connsiteX12700" y="connsiteY12700"/>
                </a:cxn>
                <a:cxn ang="0">
                  <a:pos x="connsiteX12701" y="connsiteY12701"/>
                </a:cxn>
                <a:cxn ang="0">
                  <a:pos x="connsiteX12702" y="connsiteY12702"/>
                </a:cxn>
                <a:cxn ang="0">
                  <a:pos x="connsiteX12703" y="connsiteY12703"/>
                </a:cxn>
                <a:cxn ang="0">
                  <a:pos x="connsiteX12704" y="connsiteY12704"/>
                </a:cxn>
                <a:cxn ang="0">
                  <a:pos x="connsiteX12705" y="connsiteY12705"/>
                </a:cxn>
                <a:cxn ang="0">
                  <a:pos x="connsiteX12706" y="connsiteY12706"/>
                </a:cxn>
                <a:cxn ang="0">
                  <a:pos x="connsiteX12707" y="connsiteY12707"/>
                </a:cxn>
                <a:cxn ang="0">
                  <a:pos x="connsiteX12708" y="connsiteY12708"/>
                </a:cxn>
                <a:cxn ang="0">
                  <a:pos x="connsiteX12709" y="connsiteY12709"/>
                </a:cxn>
                <a:cxn ang="0">
                  <a:pos x="connsiteX12710" y="connsiteY12710"/>
                </a:cxn>
                <a:cxn ang="0">
                  <a:pos x="connsiteX12711" y="connsiteY12711"/>
                </a:cxn>
                <a:cxn ang="0">
                  <a:pos x="connsiteX12712" y="connsiteY12712"/>
                </a:cxn>
                <a:cxn ang="0">
                  <a:pos x="connsiteX12713" y="connsiteY12713"/>
                </a:cxn>
                <a:cxn ang="0">
                  <a:pos x="connsiteX12714" y="connsiteY12714"/>
                </a:cxn>
                <a:cxn ang="0">
                  <a:pos x="connsiteX12715" y="connsiteY12715"/>
                </a:cxn>
                <a:cxn ang="0">
                  <a:pos x="connsiteX12716" y="connsiteY12716"/>
                </a:cxn>
                <a:cxn ang="0">
                  <a:pos x="connsiteX12717" y="connsiteY12717"/>
                </a:cxn>
                <a:cxn ang="0">
                  <a:pos x="connsiteX12718" y="connsiteY12718"/>
                </a:cxn>
                <a:cxn ang="0">
                  <a:pos x="connsiteX12719" y="connsiteY12719"/>
                </a:cxn>
                <a:cxn ang="0">
                  <a:pos x="connsiteX12720" y="connsiteY12720"/>
                </a:cxn>
                <a:cxn ang="0">
                  <a:pos x="connsiteX12721" y="connsiteY12721"/>
                </a:cxn>
                <a:cxn ang="0">
                  <a:pos x="connsiteX12722" y="connsiteY12722"/>
                </a:cxn>
                <a:cxn ang="0">
                  <a:pos x="connsiteX12723" y="connsiteY12723"/>
                </a:cxn>
                <a:cxn ang="0">
                  <a:pos x="connsiteX12724" y="connsiteY12724"/>
                </a:cxn>
                <a:cxn ang="0">
                  <a:pos x="connsiteX12725" y="connsiteY12725"/>
                </a:cxn>
                <a:cxn ang="0">
                  <a:pos x="connsiteX12726" y="connsiteY12726"/>
                </a:cxn>
                <a:cxn ang="0">
                  <a:pos x="connsiteX12727" y="connsiteY12727"/>
                </a:cxn>
                <a:cxn ang="0">
                  <a:pos x="connsiteX12728" y="connsiteY12728"/>
                </a:cxn>
                <a:cxn ang="0">
                  <a:pos x="connsiteX12729" y="connsiteY12729"/>
                </a:cxn>
                <a:cxn ang="0">
                  <a:pos x="connsiteX12730" y="connsiteY12730"/>
                </a:cxn>
                <a:cxn ang="0">
                  <a:pos x="connsiteX12731" y="connsiteY12731"/>
                </a:cxn>
                <a:cxn ang="0">
                  <a:pos x="connsiteX12732" y="connsiteY12732"/>
                </a:cxn>
                <a:cxn ang="0">
                  <a:pos x="connsiteX12733" y="connsiteY12733"/>
                </a:cxn>
                <a:cxn ang="0">
                  <a:pos x="connsiteX12734" y="connsiteY12734"/>
                </a:cxn>
                <a:cxn ang="0">
                  <a:pos x="connsiteX12735" y="connsiteY12735"/>
                </a:cxn>
                <a:cxn ang="0">
                  <a:pos x="connsiteX12736" y="connsiteY12736"/>
                </a:cxn>
                <a:cxn ang="0">
                  <a:pos x="connsiteX12737" y="connsiteY12737"/>
                </a:cxn>
                <a:cxn ang="0">
                  <a:pos x="connsiteX12738" y="connsiteY12738"/>
                </a:cxn>
                <a:cxn ang="0">
                  <a:pos x="connsiteX12739" y="connsiteY12739"/>
                </a:cxn>
                <a:cxn ang="0">
                  <a:pos x="connsiteX12740" y="connsiteY12740"/>
                </a:cxn>
                <a:cxn ang="0">
                  <a:pos x="connsiteX12741" y="connsiteY12741"/>
                </a:cxn>
                <a:cxn ang="0">
                  <a:pos x="connsiteX12742" y="connsiteY12742"/>
                </a:cxn>
                <a:cxn ang="0">
                  <a:pos x="connsiteX12743" y="connsiteY12743"/>
                </a:cxn>
                <a:cxn ang="0">
                  <a:pos x="connsiteX12744" y="connsiteY12744"/>
                </a:cxn>
                <a:cxn ang="0">
                  <a:pos x="connsiteX12745" y="connsiteY12745"/>
                </a:cxn>
                <a:cxn ang="0">
                  <a:pos x="connsiteX12746" y="connsiteY12746"/>
                </a:cxn>
                <a:cxn ang="0">
                  <a:pos x="connsiteX12747" y="connsiteY12747"/>
                </a:cxn>
                <a:cxn ang="0">
                  <a:pos x="connsiteX12748" y="connsiteY12748"/>
                </a:cxn>
                <a:cxn ang="0">
                  <a:pos x="connsiteX12749" y="connsiteY12749"/>
                </a:cxn>
                <a:cxn ang="0">
                  <a:pos x="connsiteX12750" y="connsiteY12750"/>
                </a:cxn>
                <a:cxn ang="0">
                  <a:pos x="connsiteX12751" y="connsiteY12751"/>
                </a:cxn>
                <a:cxn ang="0">
                  <a:pos x="connsiteX12752" y="connsiteY12752"/>
                </a:cxn>
                <a:cxn ang="0">
                  <a:pos x="connsiteX12753" y="connsiteY12753"/>
                </a:cxn>
                <a:cxn ang="0">
                  <a:pos x="connsiteX12754" y="connsiteY12754"/>
                </a:cxn>
                <a:cxn ang="0">
                  <a:pos x="connsiteX12755" y="connsiteY12755"/>
                </a:cxn>
                <a:cxn ang="0">
                  <a:pos x="connsiteX12756" y="connsiteY12756"/>
                </a:cxn>
                <a:cxn ang="0">
                  <a:pos x="connsiteX12757" y="connsiteY12757"/>
                </a:cxn>
                <a:cxn ang="0">
                  <a:pos x="connsiteX12758" y="connsiteY12758"/>
                </a:cxn>
                <a:cxn ang="0">
                  <a:pos x="connsiteX12759" y="connsiteY12759"/>
                </a:cxn>
                <a:cxn ang="0">
                  <a:pos x="connsiteX12760" y="connsiteY12760"/>
                </a:cxn>
                <a:cxn ang="0">
                  <a:pos x="connsiteX12761" y="connsiteY12761"/>
                </a:cxn>
                <a:cxn ang="0">
                  <a:pos x="connsiteX12762" y="connsiteY12762"/>
                </a:cxn>
                <a:cxn ang="0">
                  <a:pos x="connsiteX12763" y="connsiteY12763"/>
                </a:cxn>
                <a:cxn ang="0">
                  <a:pos x="connsiteX12764" y="connsiteY12764"/>
                </a:cxn>
                <a:cxn ang="0">
                  <a:pos x="connsiteX12765" y="connsiteY12765"/>
                </a:cxn>
                <a:cxn ang="0">
                  <a:pos x="connsiteX12766" y="connsiteY12766"/>
                </a:cxn>
                <a:cxn ang="0">
                  <a:pos x="connsiteX12767" y="connsiteY12767"/>
                </a:cxn>
                <a:cxn ang="0">
                  <a:pos x="connsiteX12768" y="connsiteY12768"/>
                </a:cxn>
                <a:cxn ang="0">
                  <a:pos x="connsiteX12769" y="connsiteY12769"/>
                </a:cxn>
                <a:cxn ang="0">
                  <a:pos x="connsiteX12770" y="connsiteY12770"/>
                </a:cxn>
                <a:cxn ang="0">
                  <a:pos x="connsiteX12771" y="connsiteY12771"/>
                </a:cxn>
                <a:cxn ang="0">
                  <a:pos x="connsiteX12772" y="connsiteY12772"/>
                </a:cxn>
                <a:cxn ang="0">
                  <a:pos x="connsiteX12773" y="connsiteY12773"/>
                </a:cxn>
                <a:cxn ang="0">
                  <a:pos x="connsiteX12774" y="connsiteY12774"/>
                </a:cxn>
                <a:cxn ang="0">
                  <a:pos x="connsiteX12775" y="connsiteY12775"/>
                </a:cxn>
                <a:cxn ang="0">
                  <a:pos x="connsiteX12776" y="connsiteY12776"/>
                </a:cxn>
                <a:cxn ang="0">
                  <a:pos x="connsiteX12777" y="connsiteY12777"/>
                </a:cxn>
                <a:cxn ang="0">
                  <a:pos x="connsiteX12778" y="connsiteY12778"/>
                </a:cxn>
                <a:cxn ang="0">
                  <a:pos x="connsiteX12779" y="connsiteY12779"/>
                </a:cxn>
                <a:cxn ang="0">
                  <a:pos x="connsiteX12780" y="connsiteY12780"/>
                </a:cxn>
                <a:cxn ang="0">
                  <a:pos x="connsiteX12781" y="connsiteY12781"/>
                </a:cxn>
                <a:cxn ang="0">
                  <a:pos x="connsiteX12782" y="connsiteY12782"/>
                </a:cxn>
                <a:cxn ang="0">
                  <a:pos x="connsiteX12783" y="connsiteY12783"/>
                </a:cxn>
                <a:cxn ang="0">
                  <a:pos x="connsiteX12784" y="connsiteY12784"/>
                </a:cxn>
                <a:cxn ang="0">
                  <a:pos x="connsiteX12785" y="connsiteY12785"/>
                </a:cxn>
                <a:cxn ang="0">
                  <a:pos x="connsiteX12786" y="connsiteY12786"/>
                </a:cxn>
                <a:cxn ang="0">
                  <a:pos x="connsiteX12787" y="connsiteY12787"/>
                </a:cxn>
                <a:cxn ang="0">
                  <a:pos x="connsiteX12788" y="connsiteY12788"/>
                </a:cxn>
                <a:cxn ang="0">
                  <a:pos x="connsiteX12789" y="connsiteY12789"/>
                </a:cxn>
                <a:cxn ang="0">
                  <a:pos x="connsiteX12790" y="connsiteY12790"/>
                </a:cxn>
                <a:cxn ang="0">
                  <a:pos x="connsiteX12791" y="connsiteY12791"/>
                </a:cxn>
                <a:cxn ang="0">
                  <a:pos x="connsiteX12792" y="connsiteY12792"/>
                </a:cxn>
                <a:cxn ang="0">
                  <a:pos x="connsiteX12793" y="connsiteY12793"/>
                </a:cxn>
                <a:cxn ang="0">
                  <a:pos x="connsiteX12794" y="connsiteY12794"/>
                </a:cxn>
                <a:cxn ang="0">
                  <a:pos x="connsiteX12795" y="connsiteY12795"/>
                </a:cxn>
                <a:cxn ang="0">
                  <a:pos x="connsiteX12796" y="connsiteY12796"/>
                </a:cxn>
                <a:cxn ang="0">
                  <a:pos x="connsiteX12797" y="connsiteY12797"/>
                </a:cxn>
                <a:cxn ang="0">
                  <a:pos x="connsiteX12798" y="connsiteY12798"/>
                </a:cxn>
                <a:cxn ang="0">
                  <a:pos x="connsiteX12799" y="connsiteY12799"/>
                </a:cxn>
                <a:cxn ang="0">
                  <a:pos x="connsiteX12800" y="connsiteY12800"/>
                </a:cxn>
                <a:cxn ang="0">
                  <a:pos x="connsiteX12801" y="connsiteY12801"/>
                </a:cxn>
                <a:cxn ang="0">
                  <a:pos x="connsiteX12802" y="connsiteY12802"/>
                </a:cxn>
                <a:cxn ang="0">
                  <a:pos x="connsiteX12803" y="connsiteY12803"/>
                </a:cxn>
                <a:cxn ang="0">
                  <a:pos x="connsiteX12804" y="connsiteY12804"/>
                </a:cxn>
                <a:cxn ang="0">
                  <a:pos x="connsiteX12805" y="connsiteY12805"/>
                </a:cxn>
                <a:cxn ang="0">
                  <a:pos x="connsiteX12806" y="connsiteY12806"/>
                </a:cxn>
                <a:cxn ang="0">
                  <a:pos x="connsiteX12807" y="connsiteY12807"/>
                </a:cxn>
                <a:cxn ang="0">
                  <a:pos x="connsiteX12808" y="connsiteY12808"/>
                </a:cxn>
                <a:cxn ang="0">
                  <a:pos x="connsiteX12809" y="connsiteY12809"/>
                </a:cxn>
                <a:cxn ang="0">
                  <a:pos x="connsiteX12810" y="connsiteY12810"/>
                </a:cxn>
                <a:cxn ang="0">
                  <a:pos x="connsiteX12811" y="connsiteY12811"/>
                </a:cxn>
                <a:cxn ang="0">
                  <a:pos x="connsiteX12812" y="connsiteY12812"/>
                </a:cxn>
                <a:cxn ang="0">
                  <a:pos x="connsiteX12813" y="connsiteY12813"/>
                </a:cxn>
                <a:cxn ang="0">
                  <a:pos x="connsiteX12814" y="connsiteY12814"/>
                </a:cxn>
                <a:cxn ang="0">
                  <a:pos x="connsiteX12815" y="connsiteY12815"/>
                </a:cxn>
                <a:cxn ang="0">
                  <a:pos x="connsiteX12816" y="connsiteY12816"/>
                </a:cxn>
                <a:cxn ang="0">
                  <a:pos x="connsiteX12817" y="connsiteY12817"/>
                </a:cxn>
                <a:cxn ang="0">
                  <a:pos x="connsiteX12818" y="connsiteY12818"/>
                </a:cxn>
                <a:cxn ang="0">
                  <a:pos x="connsiteX12819" y="connsiteY12819"/>
                </a:cxn>
                <a:cxn ang="0">
                  <a:pos x="connsiteX12820" y="connsiteY12820"/>
                </a:cxn>
                <a:cxn ang="0">
                  <a:pos x="connsiteX12821" y="connsiteY12821"/>
                </a:cxn>
                <a:cxn ang="0">
                  <a:pos x="connsiteX12822" y="connsiteY12822"/>
                </a:cxn>
                <a:cxn ang="0">
                  <a:pos x="connsiteX12823" y="connsiteY12823"/>
                </a:cxn>
                <a:cxn ang="0">
                  <a:pos x="connsiteX12824" y="connsiteY12824"/>
                </a:cxn>
                <a:cxn ang="0">
                  <a:pos x="connsiteX12825" y="connsiteY12825"/>
                </a:cxn>
                <a:cxn ang="0">
                  <a:pos x="connsiteX12826" y="connsiteY12826"/>
                </a:cxn>
                <a:cxn ang="0">
                  <a:pos x="connsiteX12827" y="connsiteY12827"/>
                </a:cxn>
                <a:cxn ang="0">
                  <a:pos x="connsiteX12828" y="connsiteY12828"/>
                </a:cxn>
                <a:cxn ang="0">
                  <a:pos x="connsiteX12829" y="connsiteY12829"/>
                </a:cxn>
                <a:cxn ang="0">
                  <a:pos x="connsiteX12830" y="connsiteY12830"/>
                </a:cxn>
                <a:cxn ang="0">
                  <a:pos x="connsiteX12831" y="connsiteY12831"/>
                </a:cxn>
                <a:cxn ang="0">
                  <a:pos x="connsiteX12832" y="connsiteY12832"/>
                </a:cxn>
                <a:cxn ang="0">
                  <a:pos x="connsiteX12833" y="connsiteY12833"/>
                </a:cxn>
                <a:cxn ang="0">
                  <a:pos x="connsiteX12834" y="connsiteY12834"/>
                </a:cxn>
                <a:cxn ang="0">
                  <a:pos x="connsiteX12835" y="connsiteY12835"/>
                </a:cxn>
                <a:cxn ang="0">
                  <a:pos x="connsiteX12836" y="connsiteY12836"/>
                </a:cxn>
                <a:cxn ang="0">
                  <a:pos x="connsiteX12837" y="connsiteY12837"/>
                </a:cxn>
                <a:cxn ang="0">
                  <a:pos x="connsiteX12838" y="connsiteY12838"/>
                </a:cxn>
                <a:cxn ang="0">
                  <a:pos x="connsiteX12839" y="connsiteY12839"/>
                </a:cxn>
                <a:cxn ang="0">
                  <a:pos x="connsiteX12840" y="connsiteY12840"/>
                </a:cxn>
                <a:cxn ang="0">
                  <a:pos x="connsiteX12841" y="connsiteY12841"/>
                </a:cxn>
                <a:cxn ang="0">
                  <a:pos x="connsiteX12842" y="connsiteY12842"/>
                </a:cxn>
                <a:cxn ang="0">
                  <a:pos x="connsiteX12843" y="connsiteY12843"/>
                </a:cxn>
                <a:cxn ang="0">
                  <a:pos x="connsiteX12844" y="connsiteY12844"/>
                </a:cxn>
                <a:cxn ang="0">
                  <a:pos x="connsiteX12845" y="connsiteY12845"/>
                </a:cxn>
                <a:cxn ang="0">
                  <a:pos x="connsiteX12846" y="connsiteY12846"/>
                </a:cxn>
                <a:cxn ang="0">
                  <a:pos x="connsiteX12847" y="connsiteY12847"/>
                </a:cxn>
                <a:cxn ang="0">
                  <a:pos x="connsiteX12848" y="connsiteY12848"/>
                </a:cxn>
                <a:cxn ang="0">
                  <a:pos x="connsiteX12849" y="connsiteY12849"/>
                </a:cxn>
                <a:cxn ang="0">
                  <a:pos x="connsiteX12850" y="connsiteY12850"/>
                </a:cxn>
                <a:cxn ang="0">
                  <a:pos x="connsiteX12851" y="connsiteY12851"/>
                </a:cxn>
                <a:cxn ang="0">
                  <a:pos x="connsiteX12852" y="connsiteY12852"/>
                </a:cxn>
                <a:cxn ang="0">
                  <a:pos x="connsiteX12853" y="connsiteY12853"/>
                </a:cxn>
                <a:cxn ang="0">
                  <a:pos x="connsiteX12854" y="connsiteY12854"/>
                </a:cxn>
                <a:cxn ang="0">
                  <a:pos x="connsiteX12855" y="connsiteY12855"/>
                </a:cxn>
                <a:cxn ang="0">
                  <a:pos x="connsiteX12856" y="connsiteY12856"/>
                </a:cxn>
                <a:cxn ang="0">
                  <a:pos x="connsiteX12857" y="connsiteY12857"/>
                </a:cxn>
                <a:cxn ang="0">
                  <a:pos x="connsiteX12858" y="connsiteY12858"/>
                </a:cxn>
                <a:cxn ang="0">
                  <a:pos x="connsiteX12859" y="connsiteY12859"/>
                </a:cxn>
                <a:cxn ang="0">
                  <a:pos x="connsiteX12860" y="connsiteY12860"/>
                </a:cxn>
                <a:cxn ang="0">
                  <a:pos x="connsiteX12861" y="connsiteY12861"/>
                </a:cxn>
                <a:cxn ang="0">
                  <a:pos x="connsiteX12862" y="connsiteY12862"/>
                </a:cxn>
                <a:cxn ang="0">
                  <a:pos x="connsiteX12863" y="connsiteY12863"/>
                </a:cxn>
                <a:cxn ang="0">
                  <a:pos x="connsiteX12864" y="connsiteY12864"/>
                </a:cxn>
                <a:cxn ang="0">
                  <a:pos x="connsiteX12865" y="connsiteY12865"/>
                </a:cxn>
                <a:cxn ang="0">
                  <a:pos x="connsiteX12866" y="connsiteY12866"/>
                </a:cxn>
                <a:cxn ang="0">
                  <a:pos x="connsiteX12867" y="connsiteY12867"/>
                </a:cxn>
                <a:cxn ang="0">
                  <a:pos x="connsiteX12868" y="connsiteY12868"/>
                </a:cxn>
                <a:cxn ang="0">
                  <a:pos x="connsiteX12869" y="connsiteY12869"/>
                </a:cxn>
                <a:cxn ang="0">
                  <a:pos x="connsiteX12870" y="connsiteY12870"/>
                </a:cxn>
                <a:cxn ang="0">
                  <a:pos x="connsiteX12871" y="connsiteY12871"/>
                </a:cxn>
                <a:cxn ang="0">
                  <a:pos x="connsiteX12872" y="connsiteY12872"/>
                </a:cxn>
                <a:cxn ang="0">
                  <a:pos x="connsiteX12873" y="connsiteY12873"/>
                </a:cxn>
                <a:cxn ang="0">
                  <a:pos x="connsiteX12874" y="connsiteY12874"/>
                </a:cxn>
                <a:cxn ang="0">
                  <a:pos x="connsiteX12875" y="connsiteY12875"/>
                </a:cxn>
                <a:cxn ang="0">
                  <a:pos x="connsiteX12876" y="connsiteY12876"/>
                </a:cxn>
                <a:cxn ang="0">
                  <a:pos x="connsiteX12877" y="connsiteY12877"/>
                </a:cxn>
                <a:cxn ang="0">
                  <a:pos x="connsiteX12878" y="connsiteY12878"/>
                </a:cxn>
                <a:cxn ang="0">
                  <a:pos x="connsiteX12879" y="connsiteY12879"/>
                </a:cxn>
                <a:cxn ang="0">
                  <a:pos x="connsiteX12880" y="connsiteY12880"/>
                </a:cxn>
                <a:cxn ang="0">
                  <a:pos x="connsiteX12881" y="connsiteY12881"/>
                </a:cxn>
                <a:cxn ang="0">
                  <a:pos x="connsiteX12882" y="connsiteY12882"/>
                </a:cxn>
                <a:cxn ang="0">
                  <a:pos x="connsiteX12883" y="connsiteY12883"/>
                </a:cxn>
                <a:cxn ang="0">
                  <a:pos x="connsiteX12884" y="connsiteY12884"/>
                </a:cxn>
                <a:cxn ang="0">
                  <a:pos x="connsiteX12885" y="connsiteY12885"/>
                </a:cxn>
                <a:cxn ang="0">
                  <a:pos x="connsiteX12886" y="connsiteY12886"/>
                </a:cxn>
                <a:cxn ang="0">
                  <a:pos x="connsiteX12887" y="connsiteY12887"/>
                </a:cxn>
                <a:cxn ang="0">
                  <a:pos x="connsiteX12888" y="connsiteY12888"/>
                </a:cxn>
                <a:cxn ang="0">
                  <a:pos x="connsiteX12889" y="connsiteY12889"/>
                </a:cxn>
                <a:cxn ang="0">
                  <a:pos x="connsiteX12890" y="connsiteY12890"/>
                </a:cxn>
                <a:cxn ang="0">
                  <a:pos x="connsiteX12891" y="connsiteY12891"/>
                </a:cxn>
                <a:cxn ang="0">
                  <a:pos x="connsiteX12892" y="connsiteY12892"/>
                </a:cxn>
                <a:cxn ang="0">
                  <a:pos x="connsiteX12893" y="connsiteY12893"/>
                </a:cxn>
                <a:cxn ang="0">
                  <a:pos x="connsiteX12894" y="connsiteY12894"/>
                </a:cxn>
                <a:cxn ang="0">
                  <a:pos x="connsiteX12895" y="connsiteY12895"/>
                </a:cxn>
                <a:cxn ang="0">
                  <a:pos x="connsiteX12896" y="connsiteY12896"/>
                </a:cxn>
                <a:cxn ang="0">
                  <a:pos x="connsiteX12897" y="connsiteY12897"/>
                </a:cxn>
                <a:cxn ang="0">
                  <a:pos x="connsiteX12898" y="connsiteY12898"/>
                </a:cxn>
                <a:cxn ang="0">
                  <a:pos x="connsiteX12899" y="connsiteY12899"/>
                </a:cxn>
                <a:cxn ang="0">
                  <a:pos x="connsiteX12900" y="connsiteY12900"/>
                </a:cxn>
                <a:cxn ang="0">
                  <a:pos x="connsiteX12901" y="connsiteY12901"/>
                </a:cxn>
                <a:cxn ang="0">
                  <a:pos x="connsiteX12902" y="connsiteY12902"/>
                </a:cxn>
                <a:cxn ang="0">
                  <a:pos x="connsiteX12903" y="connsiteY12903"/>
                </a:cxn>
                <a:cxn ang="0">
                  <a:pos x="connsiteX12904" y="connsiteY12904"/>
                </a:cxn>
                <a:cxn ang="0">
                  <a:pos x="connsiteX12905" y="connsiteY12905"/>
                </a:cxn>
                <a:cxn ang="0">
                  <a:pos x="connsiteX12906" y="connsiteY12906"/>
                </a:cxn>
                <a:cxn ang="0">
                  <a:pos x="connsiteX12907" y="connsiteY12907"/>
                </a:cxn>
                <a:cxn ang="0">
                  <a:pos x="connsiteX12908" y="connsiteY12908"/>
                </a:cxn>
                <a:cxn ang="0">
                  <a:pos x="connsiteX12909" y="connsiteY12909"/>
                </a:cxn>
                <a:cxn ang="0">
                  <a:pos x="connsiteX12910" y="connsiteY12910"/>
                </a:cxn>
                <a:cxn ang="0">
                  <a:pos x="connsiteX12911" y="connsiteY12911"/>
                </a:cxn>
                <a:cxn ang="0">
                  <a:pos x="connsiteX12912" y="connsiteY12912"/>
                </a:cxn>
                <a:cxn ang="0">
                  <a:pos x="connsiteX12913" y="connsiteY12913"/>
                </a:cxn>
                <a:cxn ang="0">
                  <a:pos x="connsiteX12914" y="connsiteY12914"/>
                </a:cxn>
                <a:cxn ang="0">
                  <a:pos x="connsiteX12915" y="connsiteY12915"/>
                </a:cxn>
                <a:cxn ang="0">
                  <a:pos x="connsiteX12916" y="connsiteY12916"/>
                </a:cxn>
                <a:cxn ang="0">
                  <a:pos x="connsiteX12917" y="connsiteY12917"/>
                </a:cxn>
                <a:cxn ang="0">
                  <a:pos x="connsiteX12918" y="connsiteY12918"/>
                </a:cxn>
                <a:cxn ang="0">
                  <a:pos x="connsiteX12919" y="connsiteY12919"/>
                </a:cxn>
                <a:cxn ang="0">
                  <a:pos x="connsiteX12920" y="connsiteY12920"/>
                </a:cxn>
                <a:cxn ang="0">
                  <a:pos x="connsiteX12921" y="connsiteY12921"/>
                </a:cxn>
                <a:cxn ang="0">
                  <a:pos x="connsiteX12922" y="connsiteY12922"/>
                </a:cxn>
                <a:cxn ang="0">
                  <a:pos x="connsiteX12923" y="connsiteY12923"/>
                </a:cxn>
                <a:cxn ang="0">
                  <a:pos x="connsiteX12924" y="connsiteY12924"/>
                </a:cxn>
                <a:cxn ang="0">
                  <a:pos x="connsiteX12925" y="connsiteY12925"/>
                </a:cxn>
                <a:cxn ang="0">
                  <a:pos x="connsiteX12926" y="connsiteY12926"/>
                </a:cxn>
                <a:cxn ang="0">
                  <a:pos x="connsiteX12927" y="connsiteY12927"/>
                </a:cxn>
                <a:cxn ang="0">
                  <a:pos x="connsiteX12928" y="connsiteY12928"/>
                </a:cxn>
                <a:cxn ang="0">
                  <a:pos x="connsiteX12929" y="connsiteY12929"/>
                </a:cxn>
                <a:cxn ang="0">
                  <a:pos x="connsiteX12930" y="connsiteY12930"/>
                </a:cxn>
                <a:cxn ang="0">
                  <a:pos x="connsiteX12931" y="connsiteY12931"/>
                </a:cxn>
                <a:cxn ang="0">
                  <a:pos x="connsiteX12932" y="connsiteY12932"/>
                </a:cxn>
                <a:cxn ang="0">
                  <a:pos x="connsiteX12933" y="connsiteY12933"/>
                </a:cxn>
                <a:cxn ang="0">
                  <a:pos x="connsiteX12934" y="connsiteY12934"/>
                </a:cxn>
                <a:cxn ang="0">
                  <a:pos x="connsiteX12935" y="connsiteY12935"/>
                </a:cxn>
                <a:cxn ang="0">
                  <a:pos x="connsiteX12936" y="connsiteY12936"/>
                </a:cxn>
                <a:cxn ang="0">
                  <a:pos x="connsiteX12937" y="connsiteY12937"/>
                </a:cxn>
                <a:cxn ang="0">
                  <a:pos x="connsiteX12938" y="connsiteY12938"/>
                </a:cxn>
                <a:cxn ang="0">
                  <a:pos x="connsiteX12939" y="connsiteY12939"/>
                </a:cxn>
                <a:cxn ang="0">
                  <a:pos x="connsiteX12940" y="connsiteY12940"/>
                </a:cxn>
                <a:cxn ang="0">
                  <a:pos x="connsiteX12941" y="connsiteY12941"/>
                </a:cxn>
                <a:cxn ang="0">
                  <a:pos x="connsiteX12942" y="connsiteY12942"/>
                </a:cxn>
                <a:cxn ang="0">
                  <a:pos x="connsiteX12943" y="connsiteY12943"/>
                </a:cxn>
                <a:cxn ang="0">
                  <a:pos x="connsiteX12944" y="connsiteY12944"/>
                </a:cxn>
                <a:cxn ang="0">
                  <a:pos x="connsiteX12945" y="connsiteY12945"/>
                </a:cxn>
                <a:cxn ang="0">
                  <a:pos x="connsiteX12946" y="connsiteY12946"/>
                </a:cxn>
                <a:cxn ang="0">
                  <a:pos x="connsiteX12947" y="connsiteY12947"/>
                </a:cxn>
                <a:cxn ang="0">
                  <a:pos x="connsiteX12948" y="connsiteY12948"/>
                </a:cxn>
                <a:cxn ang="0">
                  <a:pos x="connsiteX12949" y="connsiteY12949"/>
                </a:cxn>
                <a:cxn ang="0">
                  <a:pos x="connsiteX12950" y="connsiteY12950"/>
                </a:cxn>
                <a:cxn ang="0">
                  <a:pos x="connsiteX12951" y="connsiteY12951"/>
                </a:cxn>
                <a:cxn ang="0">
                  <a:pos x="connsiteX12952" y="connsiteY12952"/>
                </a:cxn>
                <a:cxn ang="0">
                  <a:pos x="connsiteX12953" y="connsiteY12953"/>
                </a:cxn>
                <a:cxn ang="0">
                  <a:pos x="connsiteX12954" y="connsiteY12954"/>
                </a:cxn>
                <a:cxn ang="0">
                  <a:pos x="connsiteX12955" y="connsiteY12955"/>
                </a:cxn>
                <a:cxn ang="0">
                  <a:pos x="connsiteX12956" y="connsiteY12956"/>
                </a:cxn>
                <a:cxn ang="0">
                  <a:pos x="connsiteX12957" y="connsiteY12957"/>
                </a:cxn>
                <a:cxn ang="0">
                  <a:pos x="connsiteX12958" y="connsiteY12958"/>
                </a:cxn>
                <a:cxn ang="0">
                  <a:pos x="connsiteX12959" y="connsiteY12959"/>
                </a:cxn>
                <a:cxn ang="0">
                  <a:pos x="connsiteX12960" y="connsiteY12960"/>
                </a:cxn>
                <a:cxn ang="0">
                  <a:pos x="connsiteX12961" y="connsiteY12961"/>
                </a:cxn>
                <a:cxn ang="0">
                  <a:pos x="connsiteX12962" y="connsiteY12962"/>
                </a:cxn>
                <a:cxn ang="0">
                  <a:pos x="connsiteX12963" y="connsiteY12963"/>
                </a:cxn>
                <a:cxn ang="0">
                  <a:pos x="connsiteX12964" y="connsiteY12964"/>
                </a:cxn>
                <a:cxn ang="0">
                  <a:pos x="connsiteX12965" y="connsiteY12965"/>
                </a:cxn>
                <a:cxn ang="0">
                  <a:pos x="connsiteX12966" y="connsiteY12966"/>
                </a:cxn>
                <a:cxn ang="0">
                  <a:pos x="connsiteX12967" y="connsiteY12967"/>
                </a:cxn>
                <a:cxn ang="0">
                  <a:pos x="connsiteX12968" y="connsiteY12968"/>
                </a:cxn>
                <a:cxn ang="0">
                  <a:pos x="connsiteX12969" y="connsiteY12969"/>
                </a:cxn>
                <a:cxn ang="0">
                  <a:pos x="connsiteX12970" y="connsiteY12970"/>
                </a:cxn>
                <a:cxn ang="0">
                  <a:pos x="connsiteX12971" y="connsiteY12971"/>
                </a:cxn>
                <a:cxn ang="0">
                  <a:pos x="connsiteX12972" y="connsiteY12972"/>
                </a:cxn>
                <a:cxn ang="0">
                  <a:pos x="connsiteX12973" y="connsiteY12973"/>
                </a:cxn>
                <a:cxn ang="0">
                  <a:pos x="connsiteX12974" y="connsiteY12974"/>
                </a:cxn>
                <a:cxn ang="0">
                  <a:pos x="connsiteX12975" y="connsiteY12975"/>
                </a:cxn>
                <a:cxn ang="0">
                  <a:pos x="connsiteX12976" y="connsiteY12976"/>
                </a:cxn>
                <a:cxn ang="0">
                  <a:pos x="connsiteX12977" y="connsiteY12977"/>
                </a:cxn>
                <a:cxn ang="0">
                  <a:pos x="connsiteX12978" y="connsiteY12978"/>
                </a:cxn>
                <a:cxn ang="0">
                  <a:pos x="connsiteX12979" y="connsiteY12979"/>
                </a:cxn>
                <a:cxn ang="0">
                  <a:pos x="connsiteX12980" y="connsiteY12980"/>
                </a:cxn>
                <a:cxn ang="0">
                  <a:pos x="connsiteX12981" y="connsiteY12981"/>
                </a:cxn>
                <a:cxn ang="0">
                  <a:pos x="connsiteX12982" y="connsiteY12982"/>
                </a:cxn>
                <a:cxn ang="0">
                  <a:pos x="connsiteX12983" y="connsiteY12983"/>
                </a:cxn>
                <a:cxn ang="0">
                  <a:pos x="connsiteX12984" y="connsiteY12984"/>
                </a:cxn>
                <a:cxn ang="0">
                  <a:pos x="connsiteX12985" y="connsiteY12985"/>
                </a:cxn>
                <a:cxn ang="0">
                  <a:pos x="connsiteX12986" y="connsiteY12986"/>
                </a:cxn>
                <a:cxn ang="0">
                  <a:pos x="connsiteX12987" y="connsiteY12987"/>
                </a:cxn>
                <a:cxn ang="0">
                  <a:pos x="connsiteX12988" y="connsiteY12988"/>
                </a:cxn>
                <a:cxn ang="0">
                  <a:pos x="connsiteX12989" y="connsiteY12989"/>
                </a:cxn>
                <a:cxn ang="0">
                  <a:pos x="connsiteX12990" y="connsiteY12990"/>
                </a:cxn>
                <a:cxn ang="0">
                  <a:pos x="connsiteX12991" y="connsiteY12991"/>
                </a:cxn>
                <a:cxn ang="0">
                  <a:pos x="connsiteX12992" y="connsiteY12992"/>
                </a:cxn>
                <a:cxn ang="0">
                  <a:pos x="connsiteX12993" y="connsiteY12993"/>
                </a:cxn>
                <a:cxn ang="0">
                  <a:pos x="connsiteX12994" y="connsiteY12994"/>
                </a:cxn>
                <a:cxn ang="0">
                  <a:pos x="connsiteX12995" y="connsiteY12995"/>
                </a:cxn>
                <a:cxn ang="0">
                  <a:pos x="connsiteX12996" y="connsiteY12996"/>
                </a:cxn>
                <a:cxn ang="0">
                  <a:pos x="connsiteX12997" y="connsiteY12997"/>
                </a:cxn>
                <a:cxn ang="0">
                  <a:pos x="connsiteX12998" y="connsiteY12998"/>
                </a:cxn>
                <a:cxn ang="0">
                  <a:pos x="connsiteX12999" y="connsiteY12999"/>
                </a:cxn>
                <a:cxn ang="0">
                  <a:pos x="connsiteX13000" y="connsiteY13000"/>
                </a:cxn>
                <a:cxn ang="0">
                  <a:pos x="connsiteX13001" y="connsiteY13001"/>
                </a:cxn>
                <a:cxn ang="0">
                  <a:pos x="connsiteX13002" y="connsiteY13002"/>
                </a:cxn>
                <a:cxn ang="0">
                  <a:pos x="connsiteX13003" y="connsiteY13003"/>
                </a:cxn>
                <a:cxn ang="0">
                  <a:pos x="connsiteX13004" y="connsiteY13004"/>
                </a:cxn>
                <a:cxn ang="0">
                  <a:pos x="connsiteX13005" y="connsiteY13005"/>
                </a:cxn>
                <a:cxn ang="0">
                  <a:pos x="connsiteX13006" y="connsiteY13006"/>
                </a:cxn>
                <a:cxn ang="0">
                  <a:pos x="connsiteX13007" y="connsiteY13007"/>
                </a:cxn>
                <a:cxn ang="0">
                  <a:pos x="connsiteX13008" y="connsiteY13008"/>
                </a:cxn>
                <a:cxn ang="0">
                  <a:pos x="connsiteX13009" y="connsiteY13009"/>
                </a:cxn>
                <a:cxn ang="0">
                  <a:pos x="connsiteX13010" y="connsiteY13010"/>
                </a:cxn>
                <a:cxn ang="0">
                  <a:pos x="connsiteX13011" y="connsiteY13011"/>
                </a:cxn>
                <a:cxn ang="0">
                  <a:pos x="connsiteX13012" y="connsiteY13012"/>
                </a:cxn>
                <a:cxn ang="0">
                  <a:pos x="connsiteX13013" y="connsiteY13013"/>
                </a:cxn>
                <a:cxn ang="0">
                  <a:pos x="connsiteX13014" y="connsiteY13014"/>
                </a:cxn>
                <a:cxn ang="0">
                  <a:pos x="connsiteX13015" y="connsiteY13015"/>
                </a:cxn>
                <a:cxn ang="0">
                  <a:pos x="connsiteX13016" y="connsiteY13016"/>
                </a:cxn>
                <a:cxn ang="0">
                  <a:pos x="connsiteX13017" y="connsiteY13017"/>
                </a:cxn>
                <a:cxn ang="0">
                  <a:pos x="connsiteX13018" y="connsiteY13018"/>
                </a:cxn>
                <a:cxn ang="0">
                  <a:pos x="connsiteX13019" y="connsiteY13019"/>
                </a:cxn>
                <a:cxn ang="0">
                  <a:pos x="connsiteX13020" y="connsiteY13020"/>
                </a:cxn>
                <a:cxn ang="0">
                  <a:pos x="connsiteX13021" y="connsiteY13021"/>
                </a:cxn>
                <a:cxn ang="0">
                  <a:pos x="connsiteX13022" y="connsiteY13022"/>
                </a:cxn>
                <a:cxn ang="0">
                  <a:pos x="connsiteX13023" y="connsiteY13023"/>
                </a:cxn>
                <a:cxn ang="0">
                  <a:pos x="connsiteX13024" y="connsiteY13024"/>
                </a:cxn>
                <a:cxn ang="0">
                  <a:pos x="connsiteX13025" y="connsiteY13025"/>
                </a:cxn>
                <a:cxn ang="0">
                  <a:pos x="connsiteX13026" y="connsiteY13026"/>
                </a:cxn>
                <a:cxn ang="0">
                  <a:pos x="connsiteX13027" y="connsiteY13027"/>
                </a:cxn>
                <a:cxn ang="0">
                  <a:pos x="connsiteX13028" y="connsiteY13028"/>
                </a:cxn>
                <a:cxn ang="0">
                  <a:pos x="connsiteX13029" y="connsiteY13029"/>
                </a:cxn>
                <a:cxn ang="0">
                  <a:pos x="connsiteX13030" y="connsiteY13030"/>
                </a:cxn>
                <a:cxn ang="0">
                  <a:pos x="connsiteX13031" y="connsiteY13031"/>
                </a:cxn>
                <a:cxn ang="0">
                  <a:pos x="connsiteX13032" y="connsiteY13032"/>
                </a:cxn>
                <a:cxn ang="0">
                  <a:pos x="connsiteX13033" y="connsiteY13033"/>
                </a:cxn>
                <a:cxn ang="0">
                  <a:pos x="connsiteX13034" y="connsiteY13034"/>
                </a:cxn>
                <a:cxn ang="0">
                  <a:pos x="connsiteX13035" y="connsiteY13035"/>
                </a:cxn>
                <a:cxn ang="0">
                  <a:pos x="connsiteX13036" y="connsiteY13036"/>
                </a:cxn>
                <a:cxn ang="0">
                  <a:pos x="connsiteX13037" y="connsiteY13037"/>
                </a:cxn>
                <a:cxn ang="0">
                  <a:pos x="connsiteX13038" y="connsiteY13038"/>
                </a:cxn>
                <a:cxn ang="0">
                  <a:pos x="connsiteX13039" y="connsiteY13039"/>
                </a:cxn>
                <a:cxn ang="0">
                  <a:pos x="connsiteX13040" y="connsiteY13040"/>
                </a:cxn>
                <a:cxn ang="0">
                  <a:pos x="connsiteX13041" y="connsiteY13041"/>
                </a:cxn>
                <a:cxn ang="0">
                  <a:pos x="connsiteX13042" y="connsiteY13042"/>
                </a:cxn>
                <a:cxn ang="0">
                  <a:pos x="connsiteX13043" y="connsiteY13043"/>
                </a:cxn>
                <a:cxn ang="0">
                  <a:pos x="connsiteX13044" y="connsiteY13044"/>
                </a:cxn>
                <a:cxn ang="0">
                  <a:pos x="connsiteX13045" y="connsiteY13045"/>
                </a:cxn>
                <a:cxn ang="0">
                  <a:pos x="connsiteX13046" y="connsiteY13046"/>
                </a:cxn>
                <a:cxn ang="0">
                  <a:pos x="connsiteX13047" y="connsiteY13047"/>
                </a:cxn>
                <a:cxn ang="0">
                  <a:pos x="connsiteX13048" y="connsiteY13048"/>
                </a:cxn>
                <a:cxn ang="0">
                  <a:pos x="connsiteX13049" y="connsiteY13049"/>
                </a:cxn>
                <a:cxn ang="0">
                  <a:pos x="connsiteX13050" y="connsiteY13050"/>
                </a:cxn>
                <a:cxn ang="0">
                  <a:pos x="connsiteX13051" y="connsiteY13051"/>
                </a:cxn>
                <a:cxn ang="0">
                  <a:pos x="connsiteX13052" y="connsiteY13052"/>
                </a:cxn>
                <a:cxn ang="0">
                  <a:pos x="connsiteX13053" y="connsiteY13053"/>
                </a:cxn>
                <a:cxn ang="0">
                  <a:pos x="connsiteX13054" y="connsiteY13054"/>
                </a:cxn>
                <a:cxn ang="0">
                  <a:pos x="connsiteX13055" y="connsiteY13055"/>
                </a:cxn>
                <a:cxn ang="0">
                  <a:pos x="connsiteX13056" y="connsiteY13056"/>
                </a:cxn>
                <a:cxn ang="0">
                  <a:pos x="connsiteX13057" y="connsiteY13057"/>
                </a:cxn>
                <a:cxn ang="0">
                  <a:pos x="connsiteX13058" y="connsiteY13058"/>
                </a:cxn>
                <a:cxn ang="0">
                  <a:pos x="connsiteX13059" y="connsiteY13059"/>
                </a:cxn>
                <a:cxn ang="0">
                  <a:pos x="connsiteX13060" y="connsiteY13060"/>
                </a:cxn>
                <a:cxn ang="0">
                  <a:pos x="connsiteX13061" y="connsiteY13061"/>
                </a:cxn>
                <a:cxn ang="0">
                  <a:pos x="connsiteX13062" y="connsiteY13062"/>
                </a:cxn>
                <a:cxn ang="0">
                  <a:pos x="connsiteX13063" y="connsiteY13063"/>
                </a:cxn>
                <a:cxn ang="0">
                  <a:pos x="connsiteX13064" y="connsiteY13064"/>
                </a:cxn>
                <a:cxn ang="0">
                  <a:pos x="connsiteX13065" y="connsiteY13065"/>
                </a:cxn>
                <a:cxn ang="0">
                  <a:pos x="connsiteX13066" y="connsiteY13066"/>
                </a:cxn>
                <a:cxn ang="0">
                  <a:pos x="connsiteX13067" y="connsiteY13067"/>
                </a:cxn>
                <a:cxn ang="0">
                  <a:pos x="connsiteX13068" y="connsiteY13068"/>
                </a:cxn>
                <a:cxn ang="0">
                  <a:pos x="connsiteX13069" y="connsiteY13069"/>
                </a:cxn>
                <a:cxn ang="0">
                  <a:pos x="connsiteX13070" y="connsiteY13070"/>
                </a:cxn>
                <a:cxn ang="0">
                  <a:pos x="connsiteX13071" y="connsiteY13071"/>
                </a:cxn>
                <a:cxn ang="0">
                  <a:pos x="connsiteX13072" y="connsiteY13072"/>
                </a:cxn>
                <a:cxn ang="0">
                  <a:pos x="connsiteX13073" y="connsiteY13073"/>
                </a:cxn>
                <a:cxn ang="0">
                  <a:pos x="connsiteX13074" y="connsiteY13074"/>
                </a:cxn>
                <a:cxn ang="0">
                  <a:pos x="connsiteX13075" y="connsiteY13075"/>
                </a:cxn>
                <a:cxn ang="0">
                  <a:pos x="connsiteX13076" y="connsiteY13076"/>
                </a:cxn>
                <a:cxn ang="0">
                  <a:pos x="connsiteX13077" y="connsiteY13077"/>
                </a:cxn>
                <a:cxn ang="0">
                  <a:pos x="connsiteX13078" y="connsiteY13078"/>
                </a:cxn>
                <a:cxn ang="0">
                  <a:pos x="connsiteX13079" y="connsiteY13079"/>
                </a:cxn>
                <a:cxn ang="0">
                  <a:pos x="connsiteX13080" y="connsiteY13080"/>
                </a:cxn>
                <a:cxn ang="0">
                  <a:pos x="connsiteX13081" y="connsiteY13081"/>
                </a:cxn>
                <a:cxn ang="0">
                  <a:pos x="connsiteX13082" y="connsiteY13082"/>
                </a:cxn>
                <a:cxn ang="0">
                  <a:pos x="connsiteX13083" y="connsiteY13083"/>
                </a:cxn>
                <a:cxn ang="0">
                  <a:pos x="connsiteX13084" y="connsiteY13084"/>
                </a:cxn>
                <a:cxn ang="0">
                  <a:pos x="connsiteX13085" y="connsiteY13085"/>
                </a:cxn>
                <a:cxn ang="0">
                  <a:pos x="connsiteX13086" y="connsiteY13086"/>
                </a:cxn>
                <a:cxn ang="0">
                  <a:pos x="connsiteX13087" y="connsiteY13087"/>
                </a:cxn>
                <a:cxn ang="0">
                  <a:pos x="connsiteX13088" y="connsiteY13088"/>
                </a:cxn>
                <a:cxn ang="0">
                  <a:pos x="connsiteX13089" y="connsiteY13089"/>
                </a:cxn>
                <a:cxn ang="0">
                  <a:pos x="connsiteX13090" y="connsiteY13090"/>
                </a:cxn>
                <a:cxn ang="0">
                  <a:pos x="connsiteX13091" y="connsiteY13091"/>
                </a:cxn>
                <a:cxn ang="0">
                  <a:pos x="connsiteX13092" y="connsiteY13092"/>
                </a:cxn>
                <a:cxn ang="0">
                  <a:pos x="connsiteX13093" y="connsiteY13093"/>
                </a:cxn>
                <a:cxn ang="0">
                  <a:pos x="connsiteX13094" y="connsiteY13094"/>
                </a:cxn>
                <a:cxn ang="0">
                  <a:pos x="connsiteX13095" y="connsiteY13095"/>
                </a:cxn>
                <a:cxn ang="0">
                  <a:pos x="connsiteX13096" y="connsiteY13096"/>
                </a:cxn>
                <a:cxn ang="0">
                  <a:pos x="connsiteX13097" y="connsiteY13097"/>
                </a:cxn>
                <a:cxn ang="0">
                  <a:pos x="connsiteX13098" y="connsiteY13098"/>
                </a:cxn>
                <a:cxn ang="0">
                  <a:pos x="connsiteX13099" y="connsiteY13099"/>
                </a:cxn>
                <a:cxn ang="0">
                  <a:pos x="connsiteX13100" y="connsiteY13100"/>
                </a:cxn>
                <a:cxn ang="0">
                  <a:pos x="connsiteX13101" y="connsiteY13101"/>
                </a:cxn>
                <a:cxn ang="0">
                  <a:pos x="connsiteX13102" y="connsiteY13102"/>
                </a:cxn>
                <a:cxn ang="0">
                  <a:pos x="connsiteX13103" y="connsiteY13103"/>
                </a:cxn>
                <a:cxn ang="0">
                  <a:pos x="connsiteX13104" y="connsiteY13104"/>
                </a:cxn>
                <a:cxn ang="0">
                  <a:pos x="connsiteX13105" y="connsiteY13105"/>
                </a:cxn>
                <a:cxn ang="0">
                  <a:pos x="connsiteX13106" y="connsiteY13106"/>
                </a:cxn>
                <a:cxn ang="0">
                  <a:pos x="connsiteX13107" y="connsiteY13107"/>
                </a:cxn>
                <a:cxn ang="0">
                  <a:pos x="connsiteX13108" y="connsiteY13108"/>
                </a:cxn>
                <a:cxn ang="0">
                  <a:pos x="connsiteX13109" y="connsiteY13109"/>
                </a:cxn>
                <a:cxn ang="0">
                  <a:pos x="connsiteX13110" y="connsiteY13110"/>
                </a:cxn>
                <a:cxn ang="0">
                  <a:pos x="connsiteX13111" y="connsiteY13111"/>
                </a:cxn>
                <a:cxn ang="0">
                  <a:pos x="connsiteX13112" y="connsiteY13112"/>
                </a:cxn>
                <a:cxn ang="0">
                  <a:pos x="connsiteX13113" y="connsiteY13113"/>
                </a:cxn>
                <a:cxn ang="0">
                  <a:pos x="connsiteX13114" y="connsiteY13114"/>
                </a:cxn>
                <a:cxn ang="0">
                  <a:pos x="connsiteX13115" y="connsiteY13115"/>
                </a:cxn>
                <a:cxn ang="0">
                  <a:pos x="connsiteX13116" y="connsiteY13116"/>
                </a:cxn>
                <a:cxn ang="0">
                  <a:pos x="connsiteX13117" y="connsiteY13117"/>
                </a:cxn>
                <a:cxn ang="0">
                  <a:pos x="connsiteX13118" y="connsiteY13118"/>
                </a:cxn>
                <a:cxn ang="0">
                  <a:pos x="connsiteX13119" y="connsiteY13119"/>
                </a:cxn>
                <a:cxn ang="0">
                  <a:pos x="connsiteX13120" y="connsiteY13120"/>
                </a:cxn>
                <a:cxn ang="0">
                  <a:pos x="connsiteX13121" y="connsiteY13121"/>
                </a:cxn>
                <a:cxn ang="0">
                  <a:pos x="connsiteX13122" y="connsiteY13122"/>
                </a:cxn>
                <a:cxn ang="0">
                  <a:pos x="connsiteX13123" y="connsiteY13123"/>
                </a:cxn>
                <a:cxn ang="0">
                  <a:pos x="connsiteX13124" y="connsiteY13124"/>
                </a:cxn>
                <a:cxn ang="0">
                  <a:pos x="connsiteX13125" y="connsiteY13125"/>
                </a:cxn>
                <a:cxn ang="0">
                  <a:pos x="connsiteX13126" y="connsiteY13126"/>
                </a:cxn>
                <a:cxn ang="0">
                  <a:pos x="connsiteX13127" y="connsiteY13127"/>
                </a:cxn>
                <a:cxn ang="0">
                  <a:pos x="connsiteX13128" y="connsiteY13128"/>
                </a:cxn>
                <a:cxn ang="0">
                  <a:pos x="connsiteX13129" y="connsiteY13129"/>
                </a:cxn>
                <a:cxn ang="0">
                  <a:pos x="connsiteX13130" y="connsiteY13130"/>
                </a:cxn>
                <a:cxn ang="0">
                  <a:pos x="connsiteX13131" y="connsiteY13131"/>
                </a:cxn>
                <a:cxn ang="0">
                  <a:pos x="connsiteX13132" y="connsiteY13132"/>
                </a:cxn>
                <a:cxn ang="0">
                  <a:pos x="connsiteX13133" y="connsiteY13133"/>
                </a:cxn>
                <a:cxn ang="0">
                  <a:pos x="connsiteX13134" y="connsiteY13134"/>
                </a:cxn>
                <a:cxn ang="0">
                  <a:pos x="connsiteX13135" y="connsiteY13135"/>
                </a:cxn>
                <a:cxn ang="0">
                  <a:pos x="connsiteX13136" y="connsiteY13136"/>
                </a:cxn>
                <a:cxn ang="0">
                  <a:pos x="connsiteX13137" y="connsiteY13137"/>
                </a:cxn>
                <a:cxn ang="0">
                  <a:pos x="connsiteX13138" y="connsiteY13138"/>
                </a:cxn>
                <a:cxn ang="0">
                  <a:pos x="connsiteX13139" y="connsiteY13139"/>
                </a:cxn>
                <a:cxn ang="0">
                  <a:pos x="connsiteX13140" y="connsiteY13140"/>
                </a:cxn>
                <a:cxn ang="0">
                  <a:pos x="connsiteX13141" y="connsiteY13141"/>
                </a:cxn>
                <a:cxn ang="0">
                  <a:pos x="connsiteX13142" y="connsiteY13142"/>
                </a:cxn>
                <a:cxn ang="0">
                  <a:pos x="connsiteX13143" y="connsiteY13143"/>
                </a:cxn>
                <a:cxn ang="0">
                  <a:pos x="connsiteX13144" y="connsiteY13144"/>
                </a:cxn>
                <a:cxn ang="0">
                  <a:pos x="connsiteX13145" y="connsiteY13145"/>
                </a:cxn>
                <a:cxn ang="0">
                  <a:pos x="connsiteX13146" y="connsiteY13146"/>
                </a:cxn>
                <a:cxn ang="0">
                  <a:pos x="connsiteX13147" y="connsiteY13147"/>
                </a:cxn>
                <a:cxn ang="0">
                  <a:pos x="connsiteX13148" y="connsiteY13148"/>
                </a:cxn>
                <a:cxn ang="0">
                  <a:pos x="connsiteX13149" y="connsiteY13149"/>
                </a:cxn>
                <a:cxn ang="0">
                  <a:pos x="connsiteX13150" y="connsiteY13150"/>
                </a:cxn>
                <a:cxn ang="0">
                  <a:pos x="connsiteX13151" y="connsiteY13151"/>
                </a:cxn>
                <a:cxn ang="0">
                  <a:pos x="connsiteX13152" y="connsiteY13152"/>
                </a:cxn>
                <a:cxn ang="0">
                  <a:pos x="connsiteX13153" y="connsiteY13153"/>
                </a:cxn>
                <a:cxn ang="0">
                  <a:pos x="connsiteX13154" y="connsiteY13154"/>
                </a:cxn>
                <a:cxn ang="0">
                  <a:pos x="connsiteX13155" y="connsiteY13155"/>
                </a:cxn>
                <a:cxn ang="0">
                  <a:pos x="connsiteX13156" y="connsiteY13156"/>
                </a:cxn>
                <a:cxn ang="0">
                  <a:pos x="connsiteX13157" y="connsiteY13157"/>
                </a:cxn>
                <a:cxn ang="0">
                  <a:pos x="connsiteX13158" y="connsiteY13158"/>
                </a:cxn>
                <a:cxn ang="0">
                  <a:pos x="connsiteX13159" y="connsiteY13159"/>
                </a:cxn>
                <a:cxn ang="0">
                  <a:pos x="connsiteX13160" y="connsiteY13160"/>
                </a:cxn>
                <a:cxn ang="0">
                  <a:pos x="connsiteX13161" y="connsiteY13161"/>
                </a:cxn>
                <a:cxn ang="0">
                  <a:pos x="connsiteX13162" y="connsiteY13162"/>
                </a:cxn>
                <a:cxn ang="0">
                  <a:pos x="connsiteX13163" y="connsiteY13163"/>
                </a:cxn>
                <a:cxn ang="0">
                  <a:pos x="connsiteX13164" y="connsiteY13164"/>
                </a:cxn>
                <a:cxn ang="0">
                  <a:pos x="connsiteX13165" y="connsiteY13165"/>
                </a:cxn>
                <a:cxn ang="0">
                  <a:pos x="connsiteX13166" y="connsiteY13166"/>
                </a:cxn>
                <a:cxn ang="0">
                  <a:pos x="connsiteX13167" y="connsiteY13167"/>
                </a:cxn>
                <a:cxn ang="0">
                  <a:pos x="connsiteX13168" y="connsiteY13168"/>
                </a:cxn>
                <a:cxn ang="0">
                  <a:pos x="connsiteX13169" y="connsiteY13169"/>
                </a:cxn>
                <a:cxn ang="0">
                  <a:pos x="connsiteX13170" y="connsiteY13170"/>
                </a:cxn>
                <a:cxn ang="0">
                  <a:pos x="connsiteX13171" y="connsiteY13171"/>
                </a:cxn>
                <a:cxn ang="0">
                  <a:pos x="connsiteX13172" y="connsiteY13172"/>
                </a:cxn>
                <a:cxn ang="0">
                  <a:pos x="connsiteX13173" y="connsiteY13173"/>
                </a:cxn>
                <a:cxn ang="0">
                  <a:pos x="connsiteX13174" y="connsiteY13174"/>
                </a:cxn>
                <a:cxn ang="0">
                  <a:pos x="connsiteX13175" y="connsiteY13175"/>
                </a:cxn>
                <a:cxn ang="0">
                  <a:pos x="connsiteX13176" y="connsiteY13176"/>
                </a:cxn>
                <a:cxn ang="0">
                  <a:pos x="connsiteX13177" y="connsiteY13177"/>
                </a:cxn>
                <a:cxn ang="0">
                  <a:pos x="connsiteX13178" y="connsiteY13178"/>
                </a:cxn>
                <a:cxn ang="0">
                  <a:pos x="connsiteX13179" y="connsiteY13179"/>
                </a:cxn>
                <a:cxn ang="0">
                  <a:pos x="connsiteX13180" y="connsiteY13180"/>
                </a:cxn>
                <a:cxn ang="0">
                  <a:pos x="connsiteX13181" y="connsiteY13181"/>
                </a:cxn>
                <a:cxn ang="0">
                  <a:pos x="connsiteX13182" y="connsiteY13182"/>
                </a:cxn>
                <a:cxn ang="0">
                  <a:pos x="connsiteX13183" y="connsiteY13183"/>
                </a:cxn>
                <a:cxn ang="0">
                  <a:pos x="connsiteX13184" y="connsiteY13184"/>
                </a:cxn>
                <a:cxn ang="0">
                  <a:pos x="connsiteX13185" y="connsiteY13185"/>
                </a:cxn>
                <a:cxn ang="0">
                  <a:pos x="connsiteX13186" y="connsiteY13186"/>
                </a:cxn>
                <a:cxn ang="0">
                  <a:pos x="connsiteX13187" y="connsiteY13187"/>
                </a:cxn>
                <a:cxn ang="0">
                  <a:pos x="connsiteX13188" y="connsiteY13188"/>
                </a:cxn>
                <a:cxn ang="0">
                  <a:pos x="connsiteX13189" y="connsiteY13189"/>
                </a:cxn>
                <a:cxn ang="0">
                  <a:pos x="connsiteX13190" y="connsiteY13190"/>
                </a:cxn>
                <a:cxn ang="0">
                  <a:pos x="connsiteX13191" y="connsiteY13191"/>
                </a:cxn>
                <a:cxn ang="0">
                  <a:pos x="connsiteX13192" y="connsiteY13192"/>
                </a:cxn>
                <a:cxn ang="0">
                  <a:pos x="connsiteX13193" y="connsiteY13193"/>
                </a:cxn>
                <a:cxn ang="0">
                  <a:pos x="connsiteX13194" y="connsiteY13194"/>
                </a:cxn>
                <a:cxn ang="0">
                  <a:pos x="connsiteX13195" y="connsiteY13195"/>
                </a:cxn>
                <a:cxn ang="0">
                  <a:pos x="connsiteX13196" y="connsiteY13196"/>
                </a:cxn>
                <a:cxn ang="0">
                  <a:pos x="connsiteX13197" y="connsiteY13197"/>
                </a:cxn>
                <a:cxn ang="0">
                  <a:pos x="connsiteX13198" y="connsiteY13198"/>
                </a:cxn>
                <a:cxn ang="0">
                  <a:pos x="connsiteX13199" y="connsiteY13199"/>
                </a:cxn>
                <a:cxn ang="0">
                  <a:pos x="connsiteX13200" y="connsiteY13200"/>
                </a:cxn>
                <a:cxn ang="0">
                  <a:pos x="connsiteX13201" y="connsiteY13201"/>
                </a:cxn>
                <a:cxn ang="0">
                  <a:pos x="connsiteX13202" y="connsiteY13202"/>
                </a:cxn>
                <a:cxn ang="0">
                  <a:pos x="connsiteX13203" y="connsiteY13203"/>
                </a:cxn>
                <a:cxn ang="0">
                  <a:pos x="connsiteX13204" y="connsiteY13204"/>
                </a:cxn>
                <a:cxn ang="0">
                  <a:pos x="connsiteX13205" y="connsiteY13205"/>
                </a:cxn>
                <a:cxn ang="0">
                  <a:pos x="connsiteX13206" y="connsiteY13206"/>
                </a:cxn>
                <a:cxn ang="0">
                  <a:pos x="connsiteX13207" y="connsiteY13207"/>
                </a:cxn>
                <a:cxn ang="0">
                  <a:pos x="connsiteX13208" y="connsiteY13208"/>
                </a:cxn>
                <a:cxn ang="0">
                  <a:pos x="connsiteX13209" y="connsiteY13209"/>
                </a:cxn>
                <a:cxn ang="0">
                  <a:pos x="connsiteX13210" y="connsiteY13210"/>
                </a:cxn>
                <a:cxn ang="0">
                  <a:pos x="connsiteX13211" y="connsiteY13211"/>
                </a:cxn>
                <a:cxn ang="0">
                  <a:pos x="connsiteX13212" y="connsiteY13212"/>
                </a:cxn>
                <a:cxn ang="0">
                  <a:pos x="connsiteX13213" y="connsiteY13213"/>
                </a:cxn>
                <a:cxn ang="0">
                  <a:pos x="connsiteX13214" y="connsiteY13214"/>
                </a:cxn>
                <a:cxn ang="0">
                  <a:pos x="connsiteX13215" y="connsiteY13215"/>
                </a:cxn>
                <a:cxn ang="0">
                  <a:pos x="connsiteX13216" y="connsiteY13216"/>
                </a:cxn>
                <a:cxn ang="0">
                  <a:pos x="connsiteX13217" y="connsiteY13217"/>
                </a:cxn>
                <a:cxn ang="0">
                  <a:pos x="connsiteX13218" y="connsiteY13218"/>
                </a:cxn>
                <a:cxn ang="0">
                  <a:pos x="connsiteX13219" y="connsiteY13219"/>
                </a:cxn>
                <a:cxn ang="0">
                  <a:pos x="connsiteX13220" y="connsiteY13220"/>
                </a:cxn>
                <a:cxn ang="0">
                  <a:pos x="connsiteX13221" y="connsiteY13221"/>
                </a:cxn>
                <a:cxn ang="0">
                  <a:pos x="connsiteX13222" y="connsiteY13222"/>
                </a:cxn>
                <a:cxn ang="0">
                  <a:pos x="connsiteX13223" y="connsiteY13223"/>
                </a:cxn>
                <a:cxn ang="0">
                  <a:pos x="connsiteX13224" y="connsiteY13224"/>
                </a:cxn>
                <a:cxn ang="0">
                  <a:pos x="connsiteX13225" y="connsiteY13225"/>
                </a:cxn>
                <a:cxn ang="0">
                  <a:pos x="connsiteX13226" y="connsiteY13226"/>
                </a:cxn>
                <a:cxn ang="0">
                  <a:pos x="connsiteX13227" y="connsiteY13227"/>
                </a:cxn>
                <a:cxn ang="0">
                  <a:pos x="connsiteX13228" y="connsiteY13228"/>
                </a:cxn>
                <a:cxn ang="0">
                  <a:pos x="connsiteX13229" y="connsiteY13229"/>
                </a:cxn>
                <a:cxn ang="0">
                  <a:pos x="connsiteX13230" y="connsiteY13230"/>
                </a:cxn>
                <a:cxn ang="0">
                  <a:pos x="connsiteX13231" y="connsiteY13231"/>
                </a:cxn>
                <a:cxn ang="0">
                  <a:pos x="connsiteX13232" y="connsiteY13232"/>
                </a:cxn>
                <a:cxn ang="0">
                  <a:pos x="connsiteX13233" y="connsiteY13233"/>
                </a:cxn>
                <a:cxn ang="0">
                  <a:pos x="connsiteX13234" y="connsiteY13234"/>
                </a:cxn>
                <a:cxn ang="0">
                  <a:pos x="connsiteX13235" y="connsiteY13235"/>
                </a:cxn>
                <a:cxn ang="0">
                  <a:pos x="connsiteX13236" y="connsiteY13236"/>
                </a:cxn>
                <a:cxn ang="0">
                  <a:pos x="connsiteX13237" y="connsiteY13237"/>
                </a:cxn>
                <a:cxn ang="0">
                  <a:pos x="connsiteX13238" y="connsiteY13238"/>
                </a:cxn>
                <a:cxn ang="0">
                  <a:pos x="connsiteX13239" y="connsiteY13239"/>
                </a:cxn>
                <a:cxn ang="0">
                  <a:pos x="connsiteX13240" y="connsiteY13240"/>
                </a:cxn>
                <a:cxn ang="0">
                  <a:pos x="connsiteX13241" y="connsiteY13241"/>
                </a:cxn>
                <a:cxn ang="0">
                  <a:pos x="connsiteX13242" y="connsiteY13242"/>
                </a:cxn>
                <a:cxn ang="0">
                  <a:pos x="connsiteX13243" y="connsiteY13243"/>
                </a:cxn>
                <a:cxn ang="0">
                  <a:pos x="connsiteX13244" y="connsiteY13244"/>
                </a:cxn>
                <a:cxn ang="0">
                  <a:pos x="connsiteX13245" y="connsiteY13245"/>
                </a:cxn>
                <a:cxn ang="0">
                  <a:pos x="connsiteX13246" y="connsiteY13246"/>
                </a:cxn>
                <a:cxn ang="0">
                  <a:pos x="connsiteX13247" y="connsiteY13247"/>
                </a:cxn>
                <a:cxn ang="0">
                  <a:pos x="connsiteX13248" y="connsiteY13248"/>
                </a:cxn>
                <a:cxn ang="0">
                  <a:pos x="connsiteX13249" y="connsiteY13249"/>
                </a:cxn>
                <a:cxn ang="0">
                  <a:pos x="connsiteX13250" y="connsiteY13250"/>
                </a:cxn>
                <a:cxn ang="0">
                  <a:pos x="connsiteX13251" y="connsiteY13251"/>
                </a:cxn>
                <a:cxn ang="0">
                  <a:pos x="connsiteX13252" y="connsiteY13252"/>
                </a:cxn>
                <a:cxn ang="0">
                  <a:pos x="connsiteX13253" y="connsiteY13253"/>
                </a:cxn>
                <a:cxn ang="0">
                  <a:pos x="connsiteX13254" y="connsiteY13254"/>
                </a:cxn>
                <a:cxn ang="0">
                  <a:pos x="connsiteX13255" y="connsiteY13255"/>
                </a:cxn>
                <a:cxn ang="0">
                  <a:pos x="connsiteX13256" y="connsiteY13256"/>
                </a:cxn>
                <a:cxn ang="0">
                  <a:pos x="connsiteX13257" y="connsiteY13257"/>
                </a:cxn>
                <a:cxn ang="0">
                  <a:pos x="connsiteX13258" y="connsiteY13258"/>
                </a:cxn>
                <a:cxn ang="0">
                  <a:pos x="connsiteX13259" y="connsiteY13259"/>
                </a:cxn>
                <a:cxn ang="0">
                  <a:pos x="connsiteX13260" y="connsiteY13260"/>
                </a:cxn>
                <a:cxn ang="0">
                  <a:pos x="connsiteX13261" y="connsiteY13261"/>
                </a:cxn>
                <a:cxn ang="0">
                  <a:pos x="connsiteX13262" y="connsiteY13262"/>
                </a:cxn>
                <a:cxn ang="0">
                  <a:pos x="connsiteX13263" y="connsiteY13263"/>
                </a:cxn>
                <a:cxn ang="0">
                  <a:pos x="connsiteX13264" y="connsiteY13264"/>
                </a:cxn>
                <a:cxn ang="0">
                  <a:pos x="connsiteX13265" y="connsiteY13265"/>
                </a:cxn>
                <a:cxn ang="0">
                  <a:pos x="connsiteX13266" y="connsiteY13266"/>
                </a:cxn>
                <a:cxn ang="0">
                  <a:pos x="connsiteX13267" y="connsiteY13267"/>
                </a:cxn>
                <a:cxn ang="0">
                  <a:pos x="connsiteX13268" y="connsiteY13268"/>
                </a:cxn>
                <a:cxn ang="0">
                  <a:pos x="connsiteX13269" y="connsiteY13269"/>
                </a:cxn>
                <a:cxn ang="0">
                  <a:pos x="connsiteX13270" y="connsiteY13270"/>
                </a:cxn>
                <a:cxn ang="0">
                  <a:pos x="connsiteX13271" y="connsiteY13271"/>
                </a:cxn>
                <a:cxn ang="0">
                  <a:pos x="connsiteX13272" y="connsiteY13272"/>
                </a:cxn>
                <a:cxn ang="0">
                  <a:pos x="connsiteX13273" y="connsiteY13273"/>
                </a:cxn>
                <a:cxn ang="0">
                  <a:pos x="connsiteX13274" y="connsiteY13274"/>
                </a:cxn>
                <a:cxn ang="0">
                  <a:pos x="connsiteX13275" y="connsiteY13275"/>
                </a:cxn>
                <a:cxn ang="0">
                  <a:pos x="connsiteX13276" y="connsiteY13276"/>
                </a:cxn>
                <a:cxn ang="0">
                  <a:pos x="connsiteX13277" y="connsiteY13277"/>
                </a:cxn>
                <a:cxn ang="0">
                  <a:pos x="connsiteX13278" y="connsiteY13278"/>
                </a:cxn>
                <a:cxn ang="0">
                  <a:pos x="connsiteX13279" y="connsiteY13279"/>
                </a:cxn>
                <a:cxn ang="0">
                  <a:pos x="connsiteX13280" y="connsiteY13280"/>
                </a:cxn>
                <a:cxn ang="0">
                  <a:pos x="connsiteX13281" y="connsiteY13281"/>
                </a:cxn>
                <a:cxn ang="0">
                  <a:pos x="connsiteX13282" y="connsiteY13282"/>
                </a:cxn>
                <a:cxn ang="0">
                  <a:pos x="connsiteX13283" y="connsiteY13283"/>
                </a:cxn>
                <a:cxn ang="0">
                  <a:pos x="connsiteX13284" y="connsiteY13284"/>
                </a:cxn>
                <a:cxn ang="0">
                  <a:pos x="connsiteX13285" y="connsiteY13285"/>
                </a:cxn>
                <a:cxn ang="0">
                  <a:pos x="connsiteX13286" y="connsiteY13286"/>
                </a:cxn>
                <a:cxn ang="0">
                  <a:pos x="connsiteX13287" y="connsiteY13287"/>
                </a:cxn>
                <a:cxn ang="0">
                  <a:pos x="connsiteX13288" y="connsiteY13288"/>
                </a:cxn>
                <a:cxn ang="0">
                  <a:pos x="connsiteX13289" y="connsiteY13289"/>
                </a:cxn>
                <a:cxn ang="0">
                  <a:pos x="connsiteX13290" y="connsiteY13290"/>
                </a:cxn>
                <a:cxn ang="0">
                  <a:pos x="connsiteX13291" y="connsiteY13291"/>
                </a:cxn>
                <a:cxn ang="0">
                  <a:pos x="connsiteX13292" y="connsiteY13292"/>
                </a:cxn>
                <a:cxn ang="0">
                  <a:pos x="connsiteX13293" y="connsiteY13293"/>
                </a:cxn>
                <a:cxn ang="0">
                  <a:pos x="connsiteX13294" y="connsiteY13294"/>
                </a:cxn>
                <a:cxn ang="0">
                  <a:pos x="connsiteX13295" y="connsiteY13295"/>
                </a:cxn>
                <a:cxn ang="0">
                  <a:pos x="connsiteX13296" y="connsiteY13296"/>
                </a:cxn>
                <a:cxn ang="0">
                  <a:pos x="connsiteX13297" y="connsiteY13297"/>
                </a:cxn>
                <a:cxn ang="0">
                  <a:pos x="connsiteX13298" y="connsiteY13298"/>
                </a:cxn>
                <a:cxn ang="0">
                  <a:pos x="connsiteX13299" y="connsiteY13299"/>
                </a:cxn>
                <a:cxn ang="0">
                  <a:pos x="connsiteX13300" y="connsiteY13300"/>
                </a:cxn>
                <a:cxn ang="0">
                  <a:pos x="connsiteX13301" y="connsiteY13301"/>
                </a:cxn>
                <a:cxn ang="0">
                  <a:pos x="connsiteX13302" y="connsiteY13302"/>
                </a:cxn>
                <a:cxn ang="0">
                  <a:pos x="connsiteX13303" y="connsiteY13303"/>
                </a:cxn>
                <a:cxn ang="0">
                  <a:pos x="connsiteX13304" y="connsiteY13304"/>
                </a:cxn>
                <a:cxn ang="0">
                  <a:pos x="connsiteX13305" y="connsiteY13305"/>
                </a:cxn>
                <a:cxn ang="0">
                  <a:pos x="connsiteX13306" y="connsiteY13306"/>
                </a:cxn>
                <a:cxn ang="0">
                  <a:pos x="connsiteX13307" y="connsiteY13307"/>
                </a:cxn>
                <a:cxn ang="0">
                  <a:pos x="connsiteX13308" y="connsiteY13308"/>
                </a:cxn>
                <a:cxn ang="0">
                  <a:pos x="connsiteX13309" y="connsiteY13309"/>
                </a:cxn>
                <a:cxn ang="0">
                  <a:pos x="connsiteX13310" y="connsiteY13310"/>
                </a:cxn>
                <a:cxn ang="0">
                  <a:pos x="connsiteX13311" y="connsiteY13311"/>
                </a:cxn>
                <a:cxn ang="0">
                  <a:pos x="connsiteX13312" y="connsiteY13312"/>
                </a:cxn>
                <a:cxn ang="0">
                  <a:pos x="connsiteX13313" y="connsiteY13313"/>
                </a:cxn>
                <a:cxn ang="0">
                  <a:pos x="connsiteX13314" y="connsiteY13314"/>
                </a:cxn>
                <a:cxn ang="0">
                  <a:pos x="connsiteX13315" y="connsiteY13315"/>
                </a:cxn>
                <a:cxn ang="0">
                  <a:pos x="connsiteX13316" y="connsiteY13316"/>
                </a:cxn>
                <a:cxn ang="0">
                  <a:pos x="connsiteX13317" y="connsiteY13317"/>
                </a:cxn>
                <a:cxn ang="0">
                  <a:pos x="connsiteX13318" y="connsiteY13318"/>
                </a:cxn>
                <a:cxn ang="0">
                  <a:pos x="connsiteX13319" y="connsiteY13319"/>
                </a:cxn>
                <a:cxn ang="0">
                  <a:pos x="connsiteX13320" y="connsiteY13320"/>
                </a:cxn>
                <a:cxn ang="0">
                  <a:pos x="connsiteX13321" y="connsiteY13321"/>
                </a:cxn>
                <a:cxn ang="0">
                  <a:pos x="connsiteX13322" y="connsiteY13322"/>
                </a:cxn>
                <a:cxn ang="0">
                  <a:pos x="connsiteX13323" y="connsiteY13323"/>
                </a:cxn>
                <a:cxn ang="0">
                  <a:pos x="connsiteX13324" y="connsiteY13324"/>
                </a:cxn>
                <a:cxn ang="0">
                  <a:pos x="connsiteX13325" y="connsiteY13325"/>
                </a:cxn>
                <a:cxn ang="0">
                  <a:pos x="connsiteX13326" y="connsiteY13326"/>
                </a:cxn>
                <a:cxn ang="0">
                  <a:pos x="connsiteX13327" y="connsiteY13327"/>
                </a:cxn>
                <a:cxn ang="0">
                  <a:pos x="connsiteX13328" y="connsiteY13328"/>
                </a:cxn>
                <a:cxn ang="0">
                  <a:pos x="connsiteX13329" y="connsiteY13329"/>
                </a:cxn>
                <a:cxn ang="0">
                  <a:pos x="connsiteX13330" y="connsiteY13330"/>
                </a:cxn>
                <a:cxn ang="0">
                  <a:pos x="connsiteX13331" y="connsiteY13331"/>
                </a:cxn>
                <a:cxn ang="0">
                  <a:pos x="connsiteX13332" y="connsiteY13332"/>
                </a:cxn>
                <a:cxn ang="0">
                  <a:pos x="connsiteX13333" y="connsiteY13333"/>
                </a:cxn>
                <a:cxn ang="0">
                  <a:pos x="connsiteX13334" y="connsiteY13334"/>
                </a:cxn>
                <a:cxn ang="0">
                  <a:pos x="connsiteX13335" y="connsiteY13335"/>
                </a:cxn>
                <a:cxn ang="0">
                  <a:pos x="connsiteX13336" y="connsiteY13336"/>
                </a:cxn>
                <a:cxn ang="0">
                  <a:pos x="connsiteX13337" y="connsiteY13337"/>
                </a:cxn>
                <a:cxn ang="0">
                  <a:pos x="connsiteX13338" y="connsiteY13338"/>
                </a:cxn>
                <a:cxn ang="0">
                  <a:pos x="connsiteX13339" y="connsiteY13339"/>
                </a:cxn>
                <a:cxn ang="0">
                  <a:pos x="connsiteX13340" y="connsiteY13340"/>
                </a:cxn>
                <a:cxn ang="0">
                  <a:pos x="connsiteX13341" y="connsiteY13341"/>
                </a:cxn>
                <a:cxn ang="0">
                  <a:pos x="connsiteX13342" y="connsiteY13342"/>
                </a:cxn>
                <a:cxn ang="0">
                  <a:pos x="connsiteX13343" y="connsiteY13343"/>
                </a:cxn>
                <a:cxn ang="0">
                  <a:pos x="connsiteX13344" y="connsiteY13344"/>
                </a:cxn>
                <a:cxn ang="0">
                  <a:pos x="connsiteX13345" y="connsiteY13345"/>
                </a:cxn>
                <a:cxn ang="0">
                  <a:pos x="connsiteX13346" y="connsiteY13346"/>
                </a:cxn>
                <a:cxn ang="0">
                  <a:pos x="connsiteX13347" y="connsiteY13347"/>
                </a:cxn>
                <a:cxn ang="0">
                  <a:pos x="connsiteX13348" y="connsiteY13348"/>
                </a:cxn>
                <a:cxn ang="0">
                  <a:pos x="connsiteX13349" y="connsiteY13349"/>
                </a:cxn>
                <a:cxn ang="0">
                  <a:pos x="connsiteX13350" y="connsiteY13350"/>
                </a:cxn>
                <a:cxn ang="0">
                  <a:pos x="connsiteX13351" y="connsiteY13351"/>
                </a:cxn>
                <a:cxn ang="0">
                  <a:pos x="connsiteX13352" y="connsiteY13352"/>
                </a:cxn>
                <a:cxn ang="0">
                  <a:pos x="connsiteX13353" y="connsiteY13353"/>
                </a:cxn>
                <a:cxn ang="0">
                  <a:pos x="connsiteX13354" y="connsiteY13354"/>
                </a:cxn>
                <a:cxn ang="0">
                  <a:pos x="connsiteX13355" y="connsiteY13355"/>
                </a:cxn>
                <a:cxn ang="0">
                  <a:pos x="connsiteX13356" y="connsiteY13356"/>
                </a:cxn>
                <a:cxn ang="0">
                  <a:pos x="connsiteX13357" y="connsiteY13357"/>
                </a:cxn>
                <a:cxn ang="0">
                  <a:pos x="connsiteX13358" y="connsiteY13358"/>
                </a:cxn>
                <a:cxn ang="0">
                  <a:pos x="connsiteX13359" y="connsiteY13359"/>
                </a:cxn>
                <a:cxn ang="0">
                  <a:pos x="connsiteX13360" y="connsiteY13360"/>
                </a:cxn>
                <a:cxn ang="0">
                  <a:pos x="connsiteX13361" y="connsiteY13361"/>
                </a:cxn>
                <a:cxn ang="0">
                  <a:pos x="connsiteX13362" y="connsiteY13362"/>
                </a:cxn>
                <a:cxn ang="0">
                  <a:pos x="connsiteX13363" y="connsiteY13363"/>
                </a:cxn>
                <a:cxn ang="0">
                  <a:pos x="connsiteX13364" y="connsiteY13364"/>
                </a:cxn>
                <a:cxn ang="0">
                  <a:pos x="connsiteX13365" y="connsiteY13365"/>
                </a:cxn>
                <a:cxn ang="0">
                  <a:pos x="connsiteX13366" y="connsiteY13366"/>
                </a:cxn>
                <a:cxn ang="0">
                  <a:pos x="connsiteX13367" y="connsiteY13367"/>
                </a:cxn>
                <a:cxn ang="0">
                  <a:pos x="connsiteX13368" y="connsiteY13368"/>
                </a:cxn>
                <a:cxn ang="0">
                  <a:pos x="connsiteX13369" y="connsiteY13369"/>
                </a:cxn>
                <a:cxn ang="0">
                  <a:pos x="connsiteX13370" y="connsiteY13370"/>
                </a:cxn>
                <a:cxn ang="0">
                  <a:pos x="connsiteX13371" y="connsiteY13371"/>
                </a:cxn>
                <a:cxn ang="0">
                  <a:pos x="connsiteX13372" y="connsiteY13372"/>
                </a:cxn>
                <a:cxn ang="0">
                  <a:pos x="connsiteX13373" y="connsiteY13373"/>
                </a:cxn>
                <a:cxn ang="0">
                  <a:pos x="connsiteX13374" y="connsiteY13374"/>
                </a:cxn>
                <a:cxn ang="0">
                  <a:pos x="connsiteX13375" y="connsiteY13375"/>
                </a:cxn>
                <a:cxn ang="0">
                  <a:pos x="connsiteX13376" y="connsiteY13376"/>
                </a:cxn>
                <a:cxn ang="0">
                  <a:pos x="connsiteX13377" y="connsiteY13377"/>
                </a:cxn>
                <a:cxn ang="0">
                  <a:pos x="connsiteX13378" y="connsiteY13378"/>
                </a:cxn>
                <a:cxn ang="0">
                  <a:pos x="connsiteX13379" y="connsiteY13379"/>
                </a:cxn>
                <a:cxn ang="0">
                  <a:pos x="connsiteX13380" y="connsiteY13380"/>
                </a:cxn>
                <a:cxn ang="0">
                  <a:pos x="connsiteX13381" y="connsiteY13381"/>
                </a:cxn>
                <a:cxn ang="0">
                  <a:pos x="connsiteX13382" y="connsiteY13382"/>
                </a:cxn>
                <a:cxn ang="0">
                  <a:pos x="connsiteX13383" y="connsiteY13383"/>
                </a:cxn>
                <a:cxn ang="0">
                  <a:pos x="connsiteX13384" y="connsiteY13384"/>
                </a:cxn>
                <a:cxn ang="0">
                  <a:pos x="connsiteX13385" y="connsiteY13385"/>
                </a:cxn>
                <a:cxn ang="0">
                  <a:pos x="connsiteX13386" y="connsiteY13386"/>
                </a:cxn>
                <a:cxn ang="0">
                  <a:pos x="connsiteX13387" y="connsiteY13387"/>
                </a:cxn>
                <a:cxn ang="0">
                  <a:pos x="connsiteX13388" y="connsiteY13388"/>
                </a:cxn>
                <a:cxn ang="0">
                  <a:pos x="connsiteX13389" y="connsiteY13389"/>
                </a:cxn>
                <a:cxn ang="0">
                  <a:pos x="connsiteX13390" y="connsiteY13390"/>
                </a:cxn>
                <a:cxn ang="0">
                  <a:pos x="connsiteX13391" y="connsiteY13391"/>
                </a:cxn>
                <a:cxn ang="0">
                  <a:pos x="connsiteX13392" y="connsiteY13392"/>
                </a:cxn>
                <a:cxn ang="0">
                  <a:pos x="connsiteX13393" y="connsiteY13393"/>
                </a:cxn>
                <a:cxn ang="0">
                  <a:pos x="connsiteX13394" y="connsiteY13394"/>
                </a:cxn>
                <a:cxn ang="0">
                  <a:pos x="connsiteX13395" y="connsiteY13395"/>
                </a:cxn>
                <a:cxn ang="0">
                  <a:pos x="connsiteX13396" y="connsiteY13396"/>
                </a:cxn>
                <a:cxn ang="0">
                  <a:pos x="connsiteX13397" y="connsiteY13397"/>
                </a:cxn>
                <a:cxn ang="0">
                  <a:pos x="connsiteX13398" y="connsiteY13398"/>
                </a:cxn>
                <a:cxn ang="0">
                  <a:pos x="connsiteX13399" y="connsiteY13399"/>
                </a:cxn>
                <a:cxn ang="0">
                  <a:pos x="connsiteX13400" y="connsiteY13400"/>
                </a:cxn>
                <a:cxn ang="0">
                  <a:pos x="connsiteX13401" y="connsiteY13401"/>
                </a:cxn>
                <a:cxn ang="0">
                  <a:pos x="connsiteX13402" y="connsiteY13402"/>
                </a:cxn>
                <a:cxn ang="0">
                  <a:pos x="connsiteX13403" y="connsiteY13403"/>
                </a:cxn>
                <a:cxn ang="0">
                  <a:pos x="connsiteX13404" y="connsiteY13404"/>
                </a:cxn>
                <a:cxn ang="0">
                  <a:pos x="connsiteX13405" y="connsiteY13405"/>
                </a:cxn>
                <a:cxn ang="0">
                  <a:pos x="connsiteX13406" y="connsiteY13406"/>
                </a:cxn>
                <a:cxn ang="0">
                  <a:pos x="connsiteX13407" y="connsiteY13407"/>
                </a:cxn>
                <a:cxn ang="0">
                  <a:pos x="connsiteX13408" y="connsiteY13408"/>
                </a:cxn>
                <a:cxn ang="0">
                  <a:pos x="connsiteX13409" y="connsiteY13409"/>
                </a:cxn>
                <a:cxn ang="0">
                  <a:pos x="connsiteX13410" y="connsiteY13410"/>
                </a:cxn>
                <a:cxn ang="0">
                  <a:pos x="connsiteX13411" y="connsiteY13411"/>
                </a:cxn>
                <a:cxn ang="0">
                  <a:pos x="connsiteX13412" y="connsiteY13412"/>
                </a:cxn>
                <a:cxn ang="0">
                  <a:pos x="connsiteX13413" y="connsiteY13413"/>
                </a:cxn>
                <a:cxn ang="0">
                  <a:pos x="connsiteX13414" y="connsiteY13414"/>
                </a:cxn>
                <a:cxn ang="0">
                  <a:pos x="connsiteX13415" y="connsiteY13415"/>
                </a:cxn>
                <a:cxn ang="0">
                  <a:pos x="connsiteX13416" y="connsiteY13416"/>
                </a:cxn>
                <a:cxn ang="0">
                  <a:pos x="connsiteX13417" y="connsiteY13417"/>
                </a:cxn>
                <a:cxn ang="0">
                  <a:pos x="connsiteX13418" y="connsiteY13418"/>
                </a:cxn>
                <a:cxn ang="0">
                  <a:pos x="connsiteX13419" y="connsiteY13419"/>
                </a:cxn>
                <a:cxn ang="0">
                  <a:pos x="connsiteX13420" y="connsiteY13420"/>
                </a:cxn>
                <a:cxn ang="0">
                  <a:pos x="connsiteX13421" y="connsiteY13421"/>
                </a:cxn>
                <a:cxn ang="0">
                  <a:pos x="connsiteX13422" y="connsiteY13422"/>
                </a:cxn>
                <a:cxn ang="0">
                  <a:pos x="connsiteX13423" y="connsiteY13423"/>
                </a:cxn>
                <a:cxn ang="0">
                  <a:pos x="connsiteX13424" y="connsiteY13424"/>
                </a:cxn>
                <a:cxn ang="0">
                  <a:pos x="connsiteX13425" y="connsiteY13425"/>
                </a:cxn>
                <a:cxn ang="0">
                  <a:pos x="connsiteX13426" y="connsiteY13426"/>
                </a:cxn>
                <a:cxn ang="0">
                  <a:pos x="connsiteX13427" y="connsiteY13427"/>
                </a:cxn>
                <a:cxn ang="0">
                  <a:pos x="connsiteX13428" y="connsiteY13428"/>
                </a:cxn>
                <a:cxn ang="0">
                  <a:pos x="connsiteX13429" y="connsiteY13429"/>
                </a:cxn>
                <a:cxn ang="0">
                  <a:pos x="connsiteX13430" y="connsiteY13430"/>
                </a:cxn>
                <a:cxn ang="0">
                  <a:pos x="connsiteX13431" y="connsiteY13431"/>
                </a:cxn>
                <a:cxn ang="0">
                  <a:pos x="connsiteX13432" y="connsiteY13432"/>
                </a:cxn>
                <a:cxn ang="0">
                  <a:pos x="connsiteX13433" y="connsiteY13433"/>
                </a:cxn>
                <a:cxn ang="0">
                  <a:pos x="connsiteX13434" y="connsiteY13434"/>
                </a:cxn>
                <a:cxn ang="0">
                  <a:pos x="connsiteX13435" y="connsiteY13435"/>
                </a:cxn>
                <a:cxn ang="0">
                  <a:pos x="connsiteX13436" y="connsiteY13436"/>
                </a:cxn>
                <a:cxn ang="0">
                  <a:pos x="connsiteX13437" y="connsiteY13437"/>
                </a:cxn>
                <a:cxn ang="0">
                  <a:pos x="connsiteX13438" y="connsiteY13438"/>
                </a:cxn>
                <a:cxn ang="0">
                  <a:pos x="connsiteX13439" y="connsiteY13439"/>
                </a:cxn>
                <a:cxn ang="0">
                  <a:pos x="connsiteX13440" y="connsiteY13440"/>
                </a:cxn>
                <a:cxn ang="0">
                  <a:pos x="connsiteX13441" y="connsiteY13441"/>
                </a:cxn>
                <a:cxn ang="0">
                  <a:pos x="connsiteX13442" y="connsiteY13442"/>
                </a:cxn>
                <a:cxn ang="0">
                  <a:pos x="connsiteX13443" y="connsiteY13443"/>
                </a:cxn>
                <a:cxn ang="0">
                  <a:pos x="connsiteX13444" y="connsiteY13444"/>
                </a:cxn>
                <a:cxn ang="0">
                  <a:pos x="connsiteX13445" y="connsiteY13445"/>
                </a:cxn>
                <a:cxn ang="0">
                  <a:pos x="connsiteX13446" y="connsiteY13446"/>
                </a:cxn>
                <a:cxn ang="0">
                  <a:pos x="connsiteX13447" y="connsiteY13447"/>
                </a:cxn>
                <a:cxn ang="0">
                  <a:pos x="connsiteX13448" y="connsiteY13448"/>
                </a:cxn>
                <a:cxn ang="0">
                  <a:pos x="connsiteX13449" y="connsiteY13449"/>
                </a:cxn>
                <a:cxn ang="0">
                  <a:pos x="connsiteX13450" y="connsiteY13450"/>
                </a:cxn>
                <a:cxn ang="0">
                  <a:pos x="connsiteX13451" y="connsiteY13451"/>
                </a:cxn>
                <a:cxn ang="0">
                  <a:pos x="connsiteX13452" y="connsiteY13452"/>
                </a:cxn>
                <a:cxn ang="0">
                  <a:pos x="connsiteX13453" y="connsiteY13453"/>
                </a:cxn>
                <a:cxn ang="0">
                  <a:pos x="connsiteX13454" y="connsiteY13454"/>
                </a:cxn>
                <a:cxn ang="0">
                  <a:pos x="connsiteX13455" y="connsiteY13455"/>
                </a:cxn>
                <a:cxn ang="0">
                  <a:pos x="connsiteX13456" y="connsiteY13456"/>
                </a:cxn>
                <a:cxn ang="0">
                  <a:pos x="connsiteX13457" y="connsiteY13457"/>
                </a:cxn>
                <a:cxn ang="0">
                  <a:pos x="connsiteX13458" y="connsiteY13458"/>
                </a:cxn>
                <a:cxn ang="0">
                  <a:pos x="connsiteX13459" y="connsiteY13459"/>
                </a:cxn>
                <a:cxn ang="0">
                  <a:pos x="connsiteX13460" y="connsiteY13460"/>
                </a:cxn>
                <a:cxn ang="0">
                  <a:pos x="connsiteX13461" y="connsiteY13461"/>
                </a:cxn>
                <a:cxn ang="0">
                  <a:pos x="connsiteX13462" y="connsiteY13462"/>
                </a:cxn>
                <a:cxn ang="0">
                  <a:pos x="connsiteX13463" y="connsiteY13463"/>
                </a:cxn>
                <a:cxn ang="0">
                  <a:pos x="connsiteX13464" y="connsiteY13464"/>
                </a:cxn>
                <a:cxn ang="0">
                  <a:pos x="connsiteX13465" y="connsiteY13465"/>
                </a:cxn>
                <a:cxn ang="0">
                  <a:pos x="connsiteX13466" y="connsiteY13466"/>
                </a:cxn>
                <a:cxn ang="0">
                  <a:pos x="connsiteX13467" y="connsiteY13467"/>
                </a:cxn>
                <a:cxn ang="0">
                  <a:pos x="connsiteX13468" y="connsiteY13468"/>
                </a:cxn>
                <a:cxn ang="0">
                  <a:pos x="connsiteX13469" y="connsiteY13469"/>
                </a:cxn>
                <a:cxn ang="0">
                  <a:pos x="connsiteX13470" y="connsiteY13470"/>
                </a:cxn>
                <a:cxn ang="0">
                  <a:pos x="connsiteX13471" y="connsiteY13471"/>
                </a:cxn>
                <a:cxn ang="0">
                  <a:pos x="connsiteX13472" y="connsiteY13472"/>
                </a:cxn>
                <a:cxn ang="0">
                  <a:pos x="connsiteX13473" y="connsiteY13473"/>
                </a:cxn>
                <a:cxn ang="0">
                  <a:pos x="connsiteX13474" y="connsiteY13474"/>
                </a:cxn>
                <a:cxn ang="0">
                  <a:pos x="connsiteX13475" y="connsiteY13475"/>
                </a:cxn>
                <a:cxn ang="0">
                  <a:pos x="connsiteX13476" y="connsiteY13476"/>
                </a:cxn>
                <a:cxn ang="0">
                  <a:pos x="connsiteX13477" y="connsiteY13477"/>
                </a:cxn>
                <a:cxn ang="0">
                  <a:pos x="connsiteX13478" y="connsiteY13478"/>
                </a:cxn>
                <a:cxn ang="0">
                  <a:pos x="connsiteX13479" y="connsiteY13479"/>
                </a:cxn>
                <a:cxn ang="0">
                  <a:pos x="connsiteX13480" y="connsiteY13480"/>
                </a:cxn>
                <a:cxn ang="0">
                  <a:pos x="connsiteX13481" y="connsiteY13481"/>
                </a:cxn>
                <a:cxn ang="0">
                  <a:pos x="connsiteX13482" y="connsiteY13482"/>
                </a:cxn>
                <a:cxn ang="0">
                  <a:pos x="connsiteX13483" y="connsiteY13483"/>
                </a:cxn>
                <a:cxn ang="0">
                  <a:pos x="connsiteX13484" y="connsiteY13484"/>
                </a:cxn>
                <a:cxn ang="0">
                  <a:pos x="connsiteX13485" y="connsiteY13485"/>
                </a:cxn>
                <a:cxn ang="0">
                  <a:pos x="connsiteX13486" y="connsiteY13486"/>
                </a:cxn>
                <a:cxn ang="0">
                  <a:pos x="connsiteX13487" y="connsiteY13487"/>
                </a:cxn>
                <a:cxn ang="0">
                  <a:pos x="connsiteX13488" y="connsiteY13488"/>
                </a:cxn>
                <a:cxn ang="0">
                  <a:pos x="connsiteX13489" y="connsiteY13489"/>
                </a:cxn>
                <a:cxn ang="0">
                  <a:pos x="connsiteX13490" y="connsiteY13490"/>
                </a:cxn>
                <a:cxn ang="0">
                  <a:pos x="connsiteX13491" y="connsiteY13491"/>
                </a:cxn>
                <a:cxn ang="0">
                  <a:pos x="connsiteX13492" y="connsiteY13492"/>
                </a:cxn>
                <a:cxn ang="0">
                  <a:pos x="connsiteX13493" y="connsiteY13493"/>
                </a:cxn>
                <a:cxn ang="0">
                  <a:pos x="connsiteX13494" y="connsiteY13494"/>
                </a:cxn>
                <a:cxn ang="0">
                  <a:pos x="connsiteX13495" y="connsiteY13495"/>
                </a:cxn>
                <a:cxn ang="0">
                  <a:pos x="connsiteX13496" y="connsiteY13496"/>
                </a:cxn>
                <a:cxn ang="0">
                  <a:pos x="connsiteX13497" y="connsiteY13497"/>
                </a:cxn>
                <a:cxn ang="0">
                  <a:pos x="connsiteX13498" y="connsiteY13498"/>
                </a:cxn>
                <a:cxn ang="0">
                  <a:pos x="connsiteX13499" y="connsiteY13499"/>
                </a:cxn>
                <a:cxn ang="0">
                  <a:pos x="connsiteX13500" y="connsiteY13500"/>
                </a:cxn>
                <a:cxn ang="0">
                  <a:pos x="connsiteX13501" y="connsiteY13501"/>
                </a:cxn>
                <a:cxn ang="0">
                  <a:pos x="connsiteX13502" y="connsiteY13502"/>
                </a:cxn>
                <a:cxn ang="0">
                  <a:pos x="connsiteX13503" y="connsiteY13503"/>
                </a:cxn>
                <a:cxn ang="0">
                  <a:pos x="connsiteX13504" y="connsiteY13504"/>
                </a:cxn>
                <a:cxn ang="0">
                  <a:pos x="connsiteX13505" y="connsiteY13505"/>
                </a:cxn>
                <a:cxn ang="0">
                  <a:pos x="connsiteX13506" y="connsiteY13506"/>
                </a:cxn>
                <a:cxn ang="0">
                  <a:pos x="connsiteX13507" y="connsiteY13507"/>
                </a:cxn>
                <a:cxn ang="0">
                  <a:pos x="connsiteX13508" y="connsiteY13508"/>
                </a:cxn>
                <a:cxn ang="0">
                  <a:pos x="connsiteX13509" y="connsiteY13509"/>
                </a:cxn>
                <a:cxn ang="0">
                  <a:pos x="connsiteX13510" y="connsiteY13510"/>
                </a:cxn>
                <a:cxn ang="0">
                  <a:pos x="connsiteX13511" y="connsiteY13511"/>
                </a:cxn>
                <a:cxn ang="0">
                  <a:pos x="connsiteX13512" y="connsiteY13512"/>
                </a:cxn>
                <a:cxn ang="0">
                  <a:pos x="connsiteX13513" y="connsiteY13513"/>
                </a:cxn>
                <a:cxn ang="0">
                  <a:pos x="connsiteX13514" y="connsiteY13514"/>
                </a:cxn>
                <a:cxn ang="0">
                  <a:pos x="connsiteX13515" y="connsiteY13515"/>
                </a:cxn>
                <a:cxn ang="0">
                  <a:pos x="connsiteX13516" y="connsiteY13516"/>
                </a:cxn>
                <a:cxn ang="0">
                  <a:pos x="connsiteX13517" y="connsiteY13517"/>
                </a:cxn>
                <a:cxn ang="0">
                  <a:pos x="connsiteX13518" y="connsiteY13518"/>
                </a:cxn>
                <a:cxn ang="0">
                  <a:pos x="connsiteX13519" y="connsiteY13519"/>
                </a:cxn>
                <a:cxn ang="0">
                  <a:pos x="connsiteX13520" y="connsiteY13520"/>
                </a:cxn>
                <a:cxn ang="0">
                  <a:pos x="connsiteX13521" y="connsiteY13521"/>
                </a:cxn>
                <a:cxn ang="0">
                  <a:pos x="connsiteX13522" y="connsiteY13522"/>
                </a:cxn>
                <a:cxn ang="0">
                  <a:pos x="connsiteX13523" y="connsiteY13523"/>
                </a:cxn>
                <a:cxn ang="0">
                  <a:pos x="connsiteX13524" y="connsiteY13524"/>
                </a:cxn>
                <a:cxn ang="0">
                  <a:pos x="connsiteX13525" y="connsiteY13525"/>
                </a:cxn>
                <a:cxn ang="0">
                  <a:pos x="connsiteX13526" y="connsiteY13526"/>
                </a:cxn>
                <a:cxn ang="0">
                  <a:pos x="connsiteX13527" y="connsiteY13527"/>
                </a:cxn>
                <a:cxn ang="0">
                  <a:pos x="connsiteX13528" y="connsiteY13528"/>
                </a:cxn>
                <a:cxn ang="0">
                  <a:pos x="connsiteX13529" y="connsiteY13529"/>
                </a:cxn>
                <a:cxn ang="0">
                  <a:pos x="connsiteX13530" y="connsiteY13530"/>
                </a:cxn>
                <a:cxn ang="0">
                  <a:pos x="connsiteX13531" y="connsiteY13531"/>
                </a:cxn>
                <a:cxn ang="0">
                  <a:pos x="connsiteX13532" y="connsiteY13532"/>
                </a:cxn>
                <a:cxn ang="0">
                  <a:pos x="connsiteX13533" y="connsiteY13533"/>
                </a:cxn>
                <a:cxn ang="0">
                  <a:pos x="connsiteX13534" y="connsiteY13534"/>
                </a:cxn>
                <a:cxn ang="0">
                  <a:pos x="connsiteX13535" y="connsiteY13535"/>
                </a:cxn>
                <a:cxn ang="0">
                  <a:pos x="connsiteX13536" y="connsiteY13536"/>
                </a:cxn>
                <a:cxn ang="0">
                  <a:pos x="connsiteX13537" y="connsiteY13537"/>
                </a:cxn>
                <a:cxn ang="0">
                  <a:pos x="connsiteX13538" y="connsiteY13538"/>
                </a:cxn>
                <a:cxn ang="0">
                  <a:pos x="connsiteX13539" y="connsiteY13539"/>
                </a:cxn>
                <a:cxn ang="0">
                  <a:pos x="connsiteX13540" y="connsiteY13540"/>
                </a:cxn>
                <a:cxn ang="0">
                  <a:pos x="connsiteX13541" y="connsiteY13541"/>
                </a:cxn>
                <a:cxn ang="0">
                  <a:pos x="connsiteX13542" y="connsiteY13542"/>
                </a:cxn>
                <a:cxn ang="0">
                  <a:pos x="connsiteX13543" y="connsiteY13543"/>
                </a:cxn>
                <a:cxn ang="0">
                  <a:pos x="connsiteX13544" y="connsiteY13544"/>
                </a:cxn>
                <a:cxn ang="0">
                  <a:pos x="connsiteX13545" y="connsiteY13545"/>
                </a:cxn>
                <a:cxn ang="0">
                  <a:pos x="connsiteX13546" y="connsiteY13546"/>
                </a:cxn>
                <a:cxn ang="0">
                  <a:pos x="connsiteX13547" y="connsiteY13547"/>
                </a:cxn>
                <a:cxn ang="0">
                  <a:pos x="connsiteX13548" y="connsiteY13548"/>
                </a:cxn>
                <a:cxn ang="0">
                  <a:pos x="connsiteX13549" y="connsiteY13549"/>
                </a:cxn>
                <a:cxn ang="0">
                  <a:pos x="connsiteX13550" y="connsiteY13550"/>
                </a:cxn>
                <a:cxn ang="0">
                  <a:pos x="connsiteX13551" y="connsiteY13551"/>
                </a:cxn>
                <a:cxn ang="0">
                  <a:pos x="connsiteX13552" y="connsiteY13552"/>
                </a:cxn>
                <a:cxn ang="0">
                  <a:pos x="connsiteX13553" y="connsiteY13553"/>
                </a:cxn>
                <a:cxn ang="0">
                  <a:pos x="connsiteX13554" y="connsiteY13554"/>
                </a:cxn>
                <a:cxn ang="0">
                  <a:pos x="connsiteX13555" y="connsiteY13555"/>
                </a:cxn>
                <a:cxn ang="0">
                  <a:pos x="connsiteX13556" y="connsiteY13556"/>
                </a:cxn>
                <a:cxn ang="0">
                  <a:pos x="connsiteX13557" y="connsiteY13557"/>
                </a:cxn>
                <a:cxn ang="0">
                  <a:pos x="connsiteX13558" y="connsiteY13558"/>
                </a:cxn>
                <a:cxn ang="0">
                  <a:pos x="connsiteX13559" y="connsiteY13559"/>
                </a:cxn>
                <a:cxn ang="0">
                  <a:pos x="connsiteX13560" y="connsiteY13560"/>
                </a:cxn>
                <a:cxn ang="0">
                  <a:pos x="connsiteX13561" y="connsiteY13561"/>
                </a:cxn>
                <a:cxn ang="0">
                  <a:pos x="connsiteX13562" y="connsiteY13562"/>
                </a:cxn>
                <a:cxn ang="0">
                  <a:pos x="connsiteX13563" y="connsiteY13563"/>
                </a:cxn>
                <a:cxn ang="0">
                  <a:pos x="connsiteX13564" y="connsiteY13564"/>
                </a:cxn>
                <a:cxn ang="0">
                  <a:pos x="connsiteX13565" y="connsiteY13565"/>
                </a:cxn>
                <a:cxn ang="0">
                  <a:pos x="connsiteX13566" y="connsiteY13566"/>
                </a:cxn>
                <a:cxn ang="0">
                  <a:pos x="connsiteX13567" y="connsiteY13567"/>
                </a:cxn>
                <a:cxn ang="0">
                  <a:pos x="connsiteX13568" y="connsiteY13568"/>
                </a:cxn>
                <a:cxn ang="0">
                  <a:pos x="connsiteX13569" y="connsiteY13569"/>
                </a:cxn>
                <a:cxn ang="0">
                  <a:pos x="connsiteX13570" y="connsiteY13570"/>
                </a:cxn>
                <a:cxn ang="0">
                  <a:pos x="connsiteX13571" y="connsiteY13571"/>
                </a:cxn>
                <a:cxn ang="0">
                  <a:pos x="connsiteX13572" y="connsiteY13572"/>
                </a:cxn>
                <a:cxn ang="0">
                  <a:pos x="connsiteX13573" y="connsiteY13573"/>
                </a:cxn>
                <a:cxn ang="0">
                  <a:pos x="connsiteX13574" y="connsiteY13574"/>
                </a:cxn>
                <a:cxn ang="0">
                  <a:pos x="connsiteX13575" y="connsiteY13575"/>
                </a:cxn>
                <a:cxn ang="0">
                  <a:pos x="connsiteX13576" y="connsiteY13576"/>
                </a:cxn>
                <a:cxn ang="0">
                  <a:pos x="connsiteX13577" y="connsiteY13577"/>
                </a:cxn>
                <a:cxn ang="0">
                  <a:pos x="connsiteX13578" y="connsiteY13578"/>
                </a:cxn>
                <a:cxn ang="0">
                  <a:pos x="connsiteX13579" y="connsiteY13579"/>
                </a:cxn>
                <a:cxn ang="0">
                  <a:pos x="connsiteX13580" y="connsiteY13580"/>
                </a:cxn>
                <a:cxn ang="0">
                  <a:pos x="connsiteX13581" y="connsiteY13581"/>
                </a:cxn>
                <a:cxn ang="0">
                  <a:pos x="connsiteX13582" y="connsiteY13582"/>
                </a:cxn>
                <a:cxn ang="0">
                  <a:pos x="connsiteX13583" y="connsiteY13583"/>
                </a:cxn>
                <a:cxn ang="0">
                  <a:pos x="connsiteX13584" y="connsiteY13584"/>
                </a:cxn>
                <a:cxn ang="0">
                  <a:pos x="connsiteX13585" y="connsiteY13585"/>
                </a:cxn>
                <a:cxn ang="0">
                  <a:pos x="connsiteX13586" y="connsiteY13586"/>
                </a:cxn>
                <a:cxn ang="0">
                  <a:pos x="connsiteX13587" y="connsiteY13587"/>
                </a:cxn>
                <a:cxn ang="0">
                  <a:pos x="connsiteX13588" y="connsiteY13588"/>
                </a:cxn>
                <a:cxn ang="0">
                  <a:pos x="connsiteX13589" y="connsiteY13589"/>
                </a:cxn>
                <a:cxn ang="0">
                  <a:pos x="connsiteX13590" y="connsiteY13590"/>
                </a:cxn>
                <a:cxn ang="0">
                  <a:pos x="connsiteX13591" y="connsiteY13591"/>
                </a:cxn>
                <a:cxn ang="0">
                  <a:pos x="connsiteX13592" y="connsiteY13592"/>
                </a:cxn>
                <a:cxn ang="0">
                  <a:pos x="connsiteX13593" y="connsiteY13593"/>
                </a:cxn>
                <a:cxn ang="0">
                  <a:pos x="connsiteX13594" y="connsiteY13594"/>
                </a:cxn>
                <a:cxn ang="0">
                  <a:pos x="connsiteX13595" y="connsiteY13595"/>
                </a:cxn>
                <a:cxn ang="0">
                  <a:pos x="connsiteX13596" y="connsiteY13596"/>
                </a:cxn>
                <a:cxn ang="0">
                  <a:pos x="connsiteX13597" y="connsiteY13597"/>
                </a:cxn>
                <a:cxn ang="0">
                  <a:pos x="connsiteX13598" y="connsiteY13598"/>
                </a:cxn>
                <a:cxn ang="0">
                  <a:pos x="connsiteX13599" y="connsiteY13599"/>
                </a:cxn>
                <a:cxn ang="0">
                  <a:pos x="connsiteX13600" y="connsiteY13600"/>
                </a:cxn>
                <a:cxn ang="0">
                  <a:pos x="connsiteX13601" y="connsiteY13601"/>
                </a:cxn>
                <a:cxn ang="0">
                  <a:pos x="connsiteX13602" y="connsiteY13602"/>
                </a:cxn>
                <a:cxn ang="0">
                  <a:pos x="connsiteX13603" y="connsiteY13603"/>
                </a:cxn>
                <a:cxn ang="0">
                  <a:pos x="connsiteX13604" y="connsiteY13604"/>
                </a:cxn>
                <a:cxn ang="0">
                  <a:pos x="connsiteX13605" y="connsiteY13605"/>
                </a:cxn>
                <a:cxn ang="0">
                  <a:pos x="connsiteX13606" y="connsiteY13606"/>
                </a:cxn>
                <a:cxn ang="0">
                  <a:pos x="connsiteX13607" y="connsiteY13607"/>
                </a:cxn>
                <a:cxn ang="0">
                  <a:pos x="connsiteX13608" y="connsiteY13608"/>
                </a:cxn>
                <a:cxn ang="0">
                  <a:pos x="connsiteX13609" y="connsiteY13609"/>
                </a:cxn>
                <a:cxn ang="0">
                  <a:pos x="connsiteX13610" y="connsiteY13610"/>
                </a:cxn>
                <a:cxn ang="0">
                  <a:pos x="connsiteX13611" y="connsiteY13611"/>
                </a:cxn>
                <a:cxn ang="0">
                  <a:pos x="connsiteX13612" y="connsiteY13612"/>
                </a:cxn>
                <a:cxn ang="0">
                  <a:pos x="connsiteX13613" y="connsiteY13613"/>
                </a:cxn>
                <a:cxn ang="0">
                  <a:pos x="connsiteX13614" y="connsiteY13614"/>
                </a:cxn>
                <a:cxn ang="0">
                  <a:pos x="connsiteX13615" y="connsiteY13615"/>
                </a:cxn>
                <a:cxn ang="0">
                  <a:pos x="connsiteX13616" y="connsiteY13616"/>
                </a:cxn>
                <a:cxn ang="0">
                  <a:pos x="connsiteX13617" y="connsiteY13617"/>
                </a:cxn>
                <a:cxn ang="0">
                  <a:pos x="connsiteX13618" y="connsiteY13618"/>
                </a:cxn>
                <a:cxn ang="0">
                  <a:pos x="connsiteX13619" y="connsiteY13619"/>
                </a:cxn>
                <a:cxn ang="0">
                  <a:pos x="connsiteX13620" y="connsiteY13620"/>
                </a:cxn>
                <a:cxn ang="0">
                  <a:pos x="connsiteX13621" y="connsiteY13621"/>
                </a:cxn>
                <a:cxn ang="0">
                  <a:pos x="connsiteX13622" y="connsiteY13622"/>
                </a:cxn>
                <a:cxn ang="0">
                  <a:pos x="connsiteX13623" y="connsiteY13623"/>
                </a:cxn>
                <a:cxn ang="0">
                  <a:pos x="connsiteX13624" y="connsiteY13624"/>
                </a:cxn>
                <a:cxn ang="0">
                  <a:pos x="connsiteX13625" y="connsiteY13625"/>
                </a:cxn>
                <a:cxn ang="0">
                  <a:pos x="connsiteX13626" y="connsiteY13626"/>
                </a:cxn>
                <a:cxn ang="0">
                  <a:pos x="connsiteX13627" y="connsiteY13627"/>
                </a:cxn>
                <a:cxn ang="0">
                  <a:pos x="connsiteX13628" y="connsiteY13628"/>
                </a:cxn>
                <a:cxn ang="0">
                  <a:pos x="connsiteX13629" y="connsiteY13629"/>
                </a:cxn>
                <a:cxn ang="0">
                  <a:pos x="connsiteX13630" y="connsiteY13630"/>
                </a:cxn>
                <a:cxn ang="0">
                  <a:pos x="connsiteX13631" y="connsiteY13631"/>
                </a:cxn>
                <a:cxn ang="0">
                  <a:pos x="connsiteX13632" y="connsiteY13632"/>
                </a:cxn>
                <a:cxn ang="0">
                  <a:pos x="connsiteX13633" y="connsiteY13633"/>
                </a:cxn>
                <a:cxn ang="0">
                  <a:pos x="connsiteX13634" y="connsiteY13634"/>
                </a:cxn>
                <a:cxn ang="0">
                  <a:pos x="connsiteX13635" y="connsiteY13635"/>
                </a:cxn>
                <a:cxn ang="0">
                  <a:pos x="connsiteX13636" y="connsiteY13636"/>
                </a:cxn>
                <a:cxn ang="0">
                  <a:pos x="connsiteX13637" y="connsiteY13637"/>
                </a:cxn>
                <a:cxn ang="0">
                  <a:pos x="connsiteX13638" y="connsiteY13638"/>
                </a:cxn>
                <a:cxn ang="0">
                  <a:pos x="connsiteX13639" y="connsiteY13639"/>
                </a:cxn>
                <a:cxn ang="0">
                  <a:pos x="connsiteX13640" y="connsiteY13640"/>
                </a:cxn>
                <a:cxn ang="0">
                  <a:pos x="connsiteX13641" y="connsiteY13641"/>
                </a:cxn>
                <a:cxn ang="0">
                  <a:pos x="connsiteX13642" y="connsiteY13642"/>
                </a:cxn>
                <a:cxn ang="0">
                  <a:pos x="connsiteX13643" y="connsiteY13643"/>
                </a:cxn>
                <a:cxn ang="0">
                  <a:pos x="connsiteX13644" y="connsiteY13644"/>
                </a:cxn>
                <a:cxn ang="0">
                  <a:pos x="connsiteX13645" y="connsiteY13645"/>
                </a:cxn>
                <a:cxn ang="0">
                  <a:pos x="connsiteX13646" y="connsiteY13646"/>
                </a:cxn>
                <a:cxn ang="0">
                  <a:pos x="connsiteX13647" y="connsiteY13647"/>
                </a:cxn>
                <a:cxn ang="0">
                  <a:pos x="connsiteX13648" y="connsiteY13648"/>
                </a:cxn>
                <a:cxn ang="0">
                  <a:pos x="connsiteX13649" y="connsiteY13649"/>
                </a:cxn>
                <a:cxn ang="0">
                  <a:pos x="connsiteX13650" y="connsiteY13650"/>
                </a:cxn>
                <a:cxn ang="0">
                  <a:pos x="connsiteX13651" y="connsiteY13651"/>
                </a:cxn>
                <a:cxn ang="0">
                  <a:pos x="connsiteX13652" y="connsiteY13652"/>
                </a:cxn>
                <a:cxn ang="0">
                  <a:pos x="connsiteX13653" y="connsiteY13653"/>
                </a:cxn>
                <a:cxn ang="0">
                  <a:pos x="connsiteX13654" y="connsiteY13654"/>
                </a:cxn>
                <a:cxn ang="0">
                  <a:pos x="connsiteX13655" y="connsiteY13655"/>
                </a:cxn>
                <a:cxn ang="0">
                  <a:pos x="connsiteX13656" y="connsiteY13656"/>
                </a:cxn>
                <a:cxn ang="0">
                  <a:pos x="connsiteX13657" y="connsiteY13657"/>
                </a:cxn>
                <a:cxn ang="0">
                  <a:pos x="connsiteX13658" y="connsiteY13658"/>
                </a:cxn>
                <a:cxn ang="0">
                  <a:pos x="connsiteX13659" y="connsiteY13659"/>
                </a:cxn>
                <a:cxn ang="0">
                  <a:pos x="connsiteX13660" y="connsiteY13660"/>
                </a:cxn>
                <a:cxn ang="0">
                  <a:pos x="connsiteX13661" y="connsiteY13661"/>
                </a:cxn>
                <a:cxn ang="0">
                  <a:pos x="connsiteX13662" y="connsiteY13662"/>
                </a:cxn>
                <a:cxn ang="0">
                  <a:pos x="connsiteX13663" y="connsiteY13663"/>
                </a:cxn>
                <a:cxn ang="0">
                  <a:pos x="connsiteX13664" y="connsiteY13664"/>
                </a:cxn>
                <a:cxn ang="0">
                  <a:pos x="connsiteX13665" y="connsiteY13665"/>
                </a:cxn>
                <a:cxn ang="0">
                  <a:pos x="connsiteX13666" y="connsiteY13666"/>
                </a:cxn>
                <a:cxn ang="0">
                  <a:pos x="connsiteX13667" y="connsiteY13667"/>
                </a:cxn>
                <a:cxn ang="0">
                  <a:pos x="connsiteX13668" y="connsiteY13668"/>
                </a:cxn>
                <a:cxn ang="0">
                  <a:pos x="connsiteX13669" y="connsiteY13669"/>
                </a:cxn>
                <a:cxn ang="0">
                  <a:pos x="connsiteX13670" y="connsiteY13670"/>
                </a:cxn>
                <a:cxn ang="0">
                  <a:pos x="connsiteX13671" y="connsiteY13671"/>
                </a:cxn>
                <a:cxn ang="0">
                  <a:pos x="connsiteX13672" y="connsiteY13672"/>
                </a:cxn>
                <a:cxn ang="0">
                  <a:pos x="connsiteX13673" y="connsiteY13673"/>
                </a:cxn>
                <a:cxn ang="0">
                  <a:pos x="connsiteX13674" y="connsiteY13674"/>
                </a:cxn>
                <a:cxn ang="0">
                  <a:pos x="connsiteX13675" y="connsiteY13675"/>
                </a:cxn>
                <a:cxn ang="0">
                  <a:pos x="connsiteX13676" y="connsiteY13676"/>
                </a:cxn>
                <a:cxn ang="0">
                  <a:pos x="connsiteX13677" y="connsiteY13677"/>
                </a:cxn>
                <a:cxn ang="0">
                  <a:pos x="connsiteX13678" y="connsiteY13678"/>
                </a:cxn>
                <a:cxn ang="0">
                  <a:pos x="connsiteX13679" y="connsiteY13679"/>
                </a:cxn>
                <a:cxn ang="0">
                  <a:pos x="connsiteX13680" y="connsiteY13680"/>
                </a:cxn>
                <a:cxn ang="0">
                  <a:pos x="connsiteX13681" y="connsiteY13681"/>
                </a:cxn>
                <a:cxn ang="0">
                  <a:pos x="connsiteX13682" y="connsiteY13682"/>
                </a:cxn>
                <a:cxn ang="0">
                  <a:pos x="connsiteX13683" y="connsiteY13683"/>
                </a:cxn>
                <a:cxn ang="0">
                  <a:pos x="connsiteX13684" y="connsiteY13684"/>
                </a:cxn>
                <a:cxn ang="0">
                  <a:pos x="connsiteX13685" y="connsiteY13685"/>
                </a:cxn>
                <a:cxn ang="0">
                  <a:pos x="connsiteX13686" y="connsiteY13686"/>
                </a:cxn>
                <a:cxn ang="0">
                  <a:pos x="connsiteX13687" y="connsiteY13687"/>
                </a:cxn>
                <a:cxn ang="0">
                  <a:pos x="connsiteX13688" y="connsiteY13688"/>
                </a:cxn>
                <a:cxn ang="0">
                  <a:pos x="connsiteX13689" y="connsiteY13689"/>
                </a:cxn>
                <a:cxn ang="0">
                  <a:pos x="connsiteX13690" y="connsiteY13690"/>
                </a:cxn>
                <a:cxn ang="0">
                  <a:pos x="connsiteX13691" y="connsiteY13691"/>
                </a:cxn>
                <a:cxn ang="0">
                  <a:pos x="connsiteX13692" y="connsiteY13692"/>
                </a:cxn>
                <a:cxn ang="0">
                  <a:pos x="connsiteX13693" y="connsiteY13693"/>
                </a:cxn>
                <a:cxn ang="0">
                  <a:pos x="connsiteX13694" y="connsiteY13694"/>
                </a:cxn>
                <a:cxn ang="0">
                  <a:pos x="connsiteX13695" y="connsiteY13695"/>
                </a:cxn>
                <a:cxn ang="0">
                  <a:pos x="connsiteX13696" y="connsiteY13696"/>
                </a:cxn>
                <a:cxn ang="0">
                  <a:pos x="connsiteX13697" y="connsiteY13697"/>
                </a:cxn>
                <a:cxn ang="0">
                  <a:pos x="connsiteX13698" y="connsiteY13698"/>
                </a:cxn>
                <a:cxn ang="0">
                  <a:pos x="connsiteX13699" y="connsiteY13699"/>
                </a:cxn>
                <a:cxn ang="0">
                  <a:pos x="connsiteX13700" y="connsiteY13700"/>
                </a:cxn>
                <a:cxn ang="0">
                  <a:pos x="connsiteX13701" y="connsiteY13701"/>
                </a:cxn>
                <a:cxn ang="0">
                  <a:pos x="connsiteX13702" y="connsiteY13702"/>
                </a:cxn>
                <a:cxn ang="0">
                  <a:pos x="connsiteX13703" y="connsiteY13703"/>
                </a:cxn>
                <a:cxn ang="0">
                  <a:pos x="connsiteX13704" y="connsiteY13704"/>
                </a:cxn>
                <a:cxn ang="0">
                  <a:pos x="connsiteX13705" y="connsiteY13705"/>
                </a:cxn>
                <a:cxn ang="0">
                  <a:pos x="connsiteX13706" y="connsiteY13706"/>
                </a:cxn>
                <a:cxn ang="0">
                  <a:pos x="connsiteX13707" y="connsiteY13707"/>
                </a:cxn>
                <a:cxn ang="0">
                  <a:pos x="connsiteX13708" y="connsiteY13708"/>
                </a:cxn>
                <a:cxn ang="0">
                  <a:pos x="connsiteX13709" y="connsiteY13709"/>
                </a:cxn>
                <a:cxn ang="0">
                  <a:pos x="connsiteX13710" y="connsiteY13710"/>
                </a:cxn>
                <a:cxn ang="0">
                  <a:pos x="connsiteX13711" y="connsiteY13711"/>
                </a:cxn>
                <a:cxn ang="0">
                  <a:pos x="connsiteX13712" y="connsiteY13712"/>
                </a:cxn>
                <a:cxn ang="0">
                  <a:pos x="connsiteX13713" y="connsiteY13713"/>
                </a:cxn>
                <a:cxn ang="0">
                  <a:pos x="connsiteX13714" y="connsiteY13714"/>
                </a:cxn>
                <a:cxn ang="0">
                  <a:pos x="connsiteX13715" y="connsiteY13715"/>
                </a:cxn>
                <a:cxn ang="0">
                  <a:pos x="connsiteX13716" y="connsiteY13716"/>
                </a:cxn>
                <a:cxn ang="0">
                  <a:pos x="connsiteX13717" y="connsiteY13717"/>
                </a:cxn>
                <a:cxn ang="0">
                  <a:pos x="connsiteX13718" y="connsiteY13718"/>
                </a:cxn>
                <a:cxn ang="0">
                  <a:pos x="connsiteX13719" y="connsiteY13719"/>
                </a:cxn>
                <a:cxn ang="0">
                  <a:pos x="connsiteX13720" y="connsiteY13720"/>
                </a:cxn>
                <a:cxn ang="0">
                  <a:pos x="connsiteX13721" y="connsiteY13721"/>
                </a:cxn>
                <a:cxn ang="0">
                  <a:pos x="connsiteX13722" y="connsiteY13722"/>
                </a:cxn>
                <a:cxn ang="0">
                  <a:pos x="connsiteX13723" y="connsiteY13723"/>
                </a:cxn>
                <a:cxn ang="0">
                  <a:pos x="connsiteX13724" y="connsiteY13724"/>
                </a:cxn>
                <a:cxn ang="0">
                  <a:pos x="connsiteX13725" y="connsiteY13725"/>
                </a:cxn>
                <a:cxn ang="0">
                  <a:pos x="connsiteX13726" y="connsiteY13726"/>
                </a:cxn>
                <a:cxn ang="0">
                  <a:pos x="connsiteX13727" y="connsiteY13727"/>
                </a:cxn>
                <a:cxn ang="0">
                  <a:pos x="connsiteX13728" y="connsiteY13728"/>
                </a:cxn>
                <a:cxn ang="0">
                  <a:pos x="connsiteX13729" y="connsiteY13729"/>
                </a:cxn>
                <a:cxn ang="0">
                  <a:pos x="connsiteX13730" y="connsiteY13730"/>
                </a:cxn>
                <a:cxn ang="0">
                  <a:pos x="connsiteX13731" y="connsiteY13731"/>
                </a:cxn>
                <a:cxn ang="0">
                  <a:pos x="connsiteX13732" y="connsiteY13732"/>
                </a:cxn>
                <a:cxn ang="0">
                  <a:pos x="connsiteX13733" y="connsiteY13733"/>
                </a:cxn>
                <a:cxn ang="0">
                  <a:pos x="connsiteX13734" y="connsiteY13734"/>
                </a:cxn>
                <a:cxn ang="0">
                  <a:pos x="connsiteX13735" y="connsiteY13735"/>
                </a:cxn>
                <a:cxn ang="0">
                  <a:pos x="connsiteX13736" y="connsiteY13736"/>
                </a:cxn>
                <a:cxn ang="0">
                  <a:pos x="connsiteX13737" y="connsiteY13737"/>
                </a:cxn>
                <a:cxn ang="0">
                  <a:pos x="connsiteX13738" y="connsiteY13738"/>
                </a:cxn>
                <a:cxn ang="0">
                  <a:pos x="connsiteX13739" y="connsiteY13739"/>
                </a:cxn>
                <a:cxn ang="0">
                  <a:pos x="connsiteX13740" y="connsiteY13740"/>
                </a:cxn>
                <a:cxn ang="0">
                  <a:pos x="connsiteX13741" y="connsiteY13741"/>
                </a:cxn>
                <a:cxn ang="0">
                  <a:pos x="connsiteX13742" y="connsiteY13742"/>
                </a:cxn>
                <a:cxn ang="0">
                  <a:pos x="connsiteX13743" y="connsiteY13743"/>
                </a:cxn>
                <a:cxn ang="0">
                  <a:pos x="connsiteX13744" y="connsiteY13744"/>
                </a:cxn>
                <a:cxn ang="0">
                  <a:pos x="connsiteX13745" y="connsiteY13745"/>
                </a:cxn>
                <a:cxn ang="0">
                  <a:pos x="connsiteX13746" y="connsiteY13746"/>
                </a:cxn>
                <a:cxn ang="0">
                  <a:pos x="connsiteX13747" y="connsiteY13747"/>
                </a:cxn>
                <a:cxn ang="0">
                  <a:pos x="connsiteX13748" y="connsiteY13748"/>
                </a:cxn>
                <a:cxn ang="0">
                  <a:pos x="connsiteX13749" y="connsiteY13749"/>
                </a:cxn>
                <a:cxn ang="0">
                  <a:pos x="connsiteX13750" y="connsiteY13750"/>
                </a:cxn>
                <a:cxn ang="0">
                  <a:pos x="connsiteX13751" y="connsiteY13751"/>
                </a:cxn>
                <a:cxn ang="0">
                  <a:pos x="connsiteX13752" y="connsiteY13752"/>
                </a:cxn>
                <a:cxn ang="0">
                  <a:pos x="connsiteX13753" y="connsiteY13753"/>
                </a:cxn>
                <a:cxn ang="0">
                  <a:pos x="connsiteX13754" y="connsiteY13754"/>
                </a:cxn>
                <a:cxn ang="0">
                  <a:pos x="connsiteX13755" y="connsiteY13755"/>
                </a:cxn>
                <a:cxn ang="0">
                  <a:pos x="connsiteX13756" y="connsiteY13756"/>
                </a:cxn>
                <a:cxn ang="0">
                  <a:pos x="connsiteX13757" y="connsiteY13757"/>
                </a:cxn>
                <a:cxn ang="0">
                  <a:pos x="connsiteX13758" y="connsiteY13758"/>
                </a:cxn>
                <a:cxn ang="0">
                  <a:pos x="connsiteX13759" y="connsiteY13759"/>
                </a:cxn>
                <a:cxn ang="0">
                  <a:pos x="connsiteX13760" y="connsiteY13760"/>
                </a:cxn>
                <a:cxn ang="0">
                  <a:pos x="connsiteX13761" y="connsiteY13761"/>
                </a:cxn>
                <a:cxn ang="0">
                  <a:pos x="connsiteX13762" y="connsiteY13762"/>
                </a:cxn>
                <a:cxn ang="0">
                  <a:pos x="connsiteX13763" y="connsiteY13763"/>
                </a:cxn>
                <a:cxn ang="0">
                  <a:pos x="connsiteX13764" y="connsiteY13764"/>
                </a:cxn>
                <a:cxn ang="0">
                  <a:pos x="connsiteX13765" y="connsiteY13765"/>
                </a:cxn>
                <a:cxn ang="0">
                  <a:pos x="connsiteX13766" y="connsiteY13766"/>
                </a:cxn>
                <a:cxn ang="0">
                  <a:pos x="connsiteX13767" y="connsiteY13767"/>
                </a:cxn>
                <a:cxn ang="0">
                  <a:pos x="connsiteX13768" y="connsiteY13768"/>
                </a:cxn>
                <a:cxn ang="0">
                  <a:pos x="connsiteX13769" y="connsiteY13769"/>
                </a:cxn>
                <a:cxn ang="0">
                  <a:pos x="connsiteX13770" y="connsiteY13770"/>
                </a:cxn>
                <a:cxn ang="0">
                  <a:pos x="connsiteX13771" y="connsiteY13771"/>
                </a:cxn>
                <a:cxn ang="0">
                  <a:pos x="connsiteX13772" y="connsiteY13772"/>
                </a:cxn>
                <a:cxn ang="0">
                  <a:pos x="connsiteX13773" y="connsiteY13773"/>
                </a:cxn>
                <a:cxn ang="0">
                  <a:pos x="connsiteX13774" y="connsiteY13774"/>
                </a:cxn>
                <a:cxn ang="0">
                  <a:pos x="connsiteX13775" y="connsiteY13775"/>
                </a:cxn>
                <a:cxn ang="0">
                  <a:pos x="connsiteX13776" y="connsiteY13776"/>
                </a:cxn>
                <a:cxn ang="0">
                  <a:pos x="connsiteX13777" y="connsiteY13777"/>
                </a:cxn>
                <a:cxn ang="0">
                  <a:pos x="connsiteX13778" y="connsiteY13778"/>
                </a:cxn>
                <a:cxn ang="0">
                  <a:pos x="connsiteX13779" y="connsiteY13779"/>
                </a:cxn>
                <a:cxn ang="0">
                  <a:pos x="connsiteX13780" y="connsiteY13780"/>
                </a:cxn>
                <a:cxn ang="0">
                  <a:pos x="connsiteX13781" y="connsiteY13781"/>
                </a:cxn>
                <a:cxn ang="0">
                  <a:pos x="connsiteX13782" y="connsiteY13782"/>
                </a:cxn>
                <a:cxn ang="0">
                  <a:pos x="connsiteX13783" y="connsiteY13783"/>
                </a:cxn>
                <a:cxn ang="0">
                  <a:pos x="connsiteX13784" y="connsiteY13784"/>
                </a:cxn>
                <a:cxn ang="0">
                  <a:pos x="connsiteX13785" y="connsiteY13785"/>
                </a:cxn>
                <a:cxn ang="0">
                  <a:pos x="connsiteX13786" y="connsiteY13786"/>
                </a:cxn>
                <a:cxn ang="0">
                  <a:pos x="connsiteX13787" y="connsiteY13787"/>
                </a:cxn>
                <a:cxn ang="0">
                  <a:pos x="connsiteX13788" y="connsiteY13788"/>
                </a:cxn>
                <a:cxn ang="0">
                  <a:pos x="connsiteX13789" y="connsiteY13789"/>
                </a:cxn>
                <a:cxn ang="0">
                  <a:pos x="connsiteX13790" y="connsiteY13790"/>
                </a:cxn>
                <a:cxn ang="0">
                  <a:pos x="connsiteX13791" y="connsiteY13791"/>
                </a:cxn>
                <a:cxn ang="0">
                  <a:pos x="connsiteX13792" y="connsiteY13792"/>
                </a:cxn>
                <a:cxn ang="0">
                  <a:pos x="connsiteX13793" y="connsiteY13793"/>
                </a:cxn>
                <a:cxn ang="0">
                  <a:pos x="connsiteX13794" y="connsiteY13794"/>
                </a:cxn>
                <a:cxn ang="0">
                  <a:pos x="connsiteX13795" y="connsiteY13795"/>
                </a:cxn>
                <a:cxn ang="0">
                  <a:pos x="connsiteX13796" y="connsiteY13796"/>
                </a:cxn>
                <a:cxn ang="0">
                  <a:pos x="connsiteX13797" y="connsiteY13797"/>
                </a:cxn>
                <a:cxn ang="0">
                  <a:pos x="connsiteX13798" y="connsiteY13798"/>
                </a:cxn>
                <a:cxn ang="0">
                  <a:pos x="connsiteX13799" y="connsiteY13799"/>
                </a:cxn>
                <a:cxn ang="0">
                  <a:pos x="connsiteX13800" y="connsiteY13800"/>
                </a:cxn>
                <a:cxn ang="0">
                  <a:pos x="connsiteX13801" y="connsiteY13801"/>
                </a:cxn>
                <a:cxn ang="0">
                  <a:pos x="connsiteX13802" y="connsiteY13802"/>
                </a:cxn>
                <a:cxn ang="0">
                  <a:pos x="connsiteX13803" y="connsiteY13803"/>
                </a:cxn>
                <a:cxn ang="0">
                  <a:pos x="connsiteX13804" y="connsiteY13804"/>
                </a:cxn>
                <a:cxn ang="0">
                  <a:pos x="connsiteX13805" y="connsiteY13805"/>
                </a:cxn>
                <a:cxn ang="0">
                  <a:pos x="connsiteX13806" y="connsiteY13806"/>
                </a:cxn>
                <a:cxn ang="0">
                  <a:pos x="connsiteX13807" y="connsiteY13807"/>
                </a:cxn>
                <a:cxn ang="0">
                  <a:pos x="connsiteX13808" y="connsiteY13808"/>
                </a:cxn>
                <a:cxn ang="0">
                  <a:pos x="connsiteX13809" y="connsiteY13809"/>
                </a:cxn>
                <a:cxn ang="0">
                  <a:pos x="connsiteX13810" y="connsiteY13810"/>
                </a:cxn>
                <a:cxn ang="0">
                  <a:pos x="connsiteX13811" y="connsiteY13811"/>
                </a:cxn>
                <a:cxn ang="0">
                  <a:pos x="connsiteX13812" y="connsiteY13812"/>
                </a:cxn>
                <a:cxn ang="0">
                  <a:pos x="connsiteX13813" y="connsiteY13813"/>
                </a:cxn>
                <a:cxn ang="0">
                  <a:pos x="connsiteX13814" y="connsiteY13814"/>
                </a:cxn>
                <a:cxn ang="0">
                  <a:pos x="connsiteX13815" y="connsiteY13815"/>
                </a:cxn>
                <a:cxn ang="0">
                  <a:pos x="connsiteX13816" y="connsiteY13816"/>
                </a:cxn>
                <a:cxn ang="0">
                  <a:pos x="connsiteX13817" y="connsiteY13817"/>
                </a:cxn>
                <a:cxn ang="0">
                  <a:pos x="connsiteX13818" y="connsiteY13818"/>
                </a:cxn>
                <a:cxn ang="0">
                  <a:pos x="connsiteX13819" y="connsiteY13819"/>
                </a:cxn>
                <a:cxn ang="0">
                  <a:pos x="connsiteX13820" y="connsiteY13820"/>
                </a:cxn>
                <a:cxn ang="0">
                  <a:pos x="connsiteX13821" y="connsiteY13821"/>
                </a:cxn>
                <a:cxn ang="0">
                  <a:pos x="connsiteX13822" y="connsiteY13822"/>
                </a:cxn>
                <a:cxn ang="0">
                  <a:pos x="connsiteX13823" y="connsiteY13823"/>
                </a:cxn>
                <a:cxn ang="0">
                  <a:pos x="connsiteX13824" y="connsiteY13824"/>
                </a:cxn>
                <a:cxn ang="0">
                  <a:pos x="connsiteX13825" y="connsiteY13825"/>
                </a:cxn>
                <a:cxn ang="0">
                  <a:pos x="connsiteX13826" y="connsiteY13826"/>
                </a:cxn>
                <a:cxn ang="0">
                  <a:pos x="connsiteX13827" y="connsiteY13827"/>
                </a:cxn>
                <a:cxn ang="0">
                  <a:pos x="connsiteX13828" y="connsiteY13828"/>
                </a:cxn>
                <a:cxn ang="0">
                  <a:pos x="connsiteX13829" y="connsiteY13829"/>
                </a:cxn>
                <a:cxn ang="0">
                  <a:pos x="connsiteX13830" y="connsiteY13830"/>
                </a:cxn>
                <a:cxn ang="0">
                  <a:pos x="connsiteX13831" y="connsiteY13831"/>
                </a:cxn>
                <a:cxn ang="0">
                  <a:pos x="connsiteX13832" y="connsiteY13832"/>
                </a:cxn>
                <a:cxn ang="0">
                  <a:pos x="connsiteX13833" y="connsiteY13833"/>
                </a:cxn>
                <a:cxn ang="0">
                  <a:pos x="connsiteX13834" y="connsiteY13834"/>
                </a:cxn>
                <a:cxn ang="0">
                  <a:pos x="connsiteX13835" y="connsiteY13835"/>
                </a:cxn>
                <a:cxn ang="0">
                  <a:pos x="connsiteX13836" y="connsiteY13836"/>
                </a:cxn>
                <a:cxn ang="0">
                  <a:pos x="connsiteX13837" y="connsiteY13837"/>
                </a:cxn>
                <a:cxn ang="0">
                  <a:pos x="connsiteX13838" y="connsiteY13838"/>
                </a:cxn>
                <a:cxn ang="0">
                  <a:pos x="connsiteX13839" y="connsiteY13839"/>
                </a:cxn>
                <a:cxn ang="0">
                  <a:pos x="connsiteX13840" y="connsiteY13840"/>
                </a:cxn>
                <a:cxn ang="0">
                  <a:pos x="connsiteX13841" y="connsiteY13841"/>
                </a:cxn>
                <a:cxn ang="0">
                  <a:pos x="connsiteX13842" y="connsiteY13842"/>
                </a:cxn>
                <a:cxn ang="0">
                  <a:pos x="connsiteX13843" y="connsiteY13843"/>
                </a:cxn>
                <a:cxn ang="0">
                  <a:pos x="connsiteX13844" y="connsiteY13844"/>
                </a:cxn>
                <a:cxn ang="0">
                  <a:pos x="connsiteX13845" y="connsiteY13845"/>
                </a:cxn>
                <a:cxn ang="0">
                  <a:pos x="connsiteX13846" y="connsiteY13846"/>
                </a:cxn>
                <a:cxn ang="0">
                  <a:pos x="connsiteX13847" y="connsiteY13847"/>
                </a:cxn>
                <a:cxn ang="0">
                  <a:pos x="connsiteX13848" y="connsiteY13848"/>
                </a:cxn>
                <a:cxn ang="0">
                  <a:pos x="connsiteX13849" y="connsiteY13849"/>
                </a:cxn>
                <a:cxn ang="0">
                  <a:pos x="connsiteX13850" y="connsiteY13850"/>
                </a:cxn>
                <a:cxn ang="0">
                  <a:pos x="connsiteX13851" y="connsiteY13851"/>
                </a:cxn>
                <a:cxn ang="0">
                  <a:pos x="connsiteX13852" y="connsiteY13852"/>
                </a:cxn>
                <a:cxn ang="0">
                  <a:pos x="connsiteX13853" y="connsiteY13853"/>
                </a:cxn>
                <a:cxn ang="0">
                  <a:pos x="connsiteX13854" y="connsiteY13854"/>
                </a:cxn>
                <a:cxn ang="0">
                  <a:pos x="connsiteX13855" y="connsiteY13855"/>
                </a:cxn>
                <a:cxn ang="0">
                  <a:pos x="connsiteX13856" y="connsiteY13856"/>
                </a:cxn>
                <a:cxn ang="0">
                  <a:pos x="connsiteX13857" y="connsiteY13857"/>
                </a:cxn>
                <a:cxn ang="0">
                  <a:pos x="connsiteX13858" y="connsiteY13858"/>
                </a:cxn>
                <a:cxn ang="0">
                  <a:pos x="connsiteX13859" y="connsiteY13859"/>
                </a:cxn>
                <a:cxn ang="0">
                  <a:pos x="connsiteX13860" y="connsiteY13860"/>
                </a:cxn>
                <a:cxn ang="0">
                  <a:pos x="connsiteX13861" y="connsiteY13861"/>
                </a:cxn>
                <a:cxn ang="0">
                  <a:pos x="connsiteX13862" y="connsiteY13862"/>
                </a:cxn>
                <a:cxn ang="0">
                  <a:pos x="connsiteX13863" y="connsiteY13863"/>
                </a:cxn>
                <a:cxn ang="0">
                  <a:pos x="connsiteX13864" y="connsiteY13864"/>
                </a:cxn>
                <a:cxn ang="0">
                  <a:pos x="connsiteX13865" y="connsiteY13865"/>
                </a:cxn>
                <a:cxn ang="0">
                  <a:pos x="connsiteX13866" y="connsiteY13866"/>
                </a:cxn>
                <a:cxn ang="0">
                  <a:pos x="connsiteX13867" y="connsiteY13867"/>
                </a:cxn>
                <a:cxn ang="0">
                  <a:pos x="connsiteX13868" y="connsiteY13868"/>
                </a:cxn>
                <a:cxn ang="0">
                  <a:pos x="connsiteX13869" y="connsiteY13869"/>
                </a:cxn>
                <a:cxn ang="0">
                  <a:pos x="connsiteX13870" y="connsiteY13870"/>
                </a:cxn>
                <a:cxn ang="0">
                  <a:pos x="connsiteX13871" y="connsiteY13871"/>
                </a:cxn>
                <a:cxn ang="0">
                  <a:pos x="connsiteX13872" y="connsiteY13872"/>
                </a:cxn>
                <a:cxn ang="0">
                  <a:pos x="connsiteX13873" y="connsiteY13873"/>
                </a:cxn>
                <a:cxn ang="0">
                  <a:pos x="connsiteX13874" y="connsiteY13874"/>
                </a:cxn>
                <a:cxn ang="0">
                  <a:pos x="connsiteX13875" y="connsiteY13875"/>
                </a:cxn>
                <a:cxn ang="0">
                  <a:pos x="connsiteX13876" y="connsiteY13876"/>
                </a:cxn>
                <a:cxn ang="0">
                  <a:pos x="connsiteX13877" y="connsiteY13877"/>
                </a:cxn>
                <a:cxn ang="0">
                  <a:pos x="connsiteX13878" y="connsiteY13878"/>
                </a:cxn>
                <a:cxn ang="0">
                  <a:pos x="connsiteX13879" y="connsiteY13879"/>
                </a:cxn>
                <a:cxn ang="0">
                  <a:pos x="connsiteX13880" y="connsiteY13880"/>
                </a:cxn>
                <a:cxn ang="0">
                  <a:pos x="connsiteX13881" y="connsiteY13881"/>
                </a:cxn>
                <a:cxn ang="0">
                  <a:pos x="connsiteX13882" y="connsiteY13882"/>
                </a:cxn>
                <a:cxn ang="0">
                  <a:pos x="connsiteX13883" y="connsiteY13883"/>
                </a:cxn>
                <a:cxn ang="0">
                  <a:pos x="connsiteX13884" y="connsiteY13884"/>
                </a:cxn>
                <a:cxn ang="0">
                  <a:pos x="connsiteX13885" y="connsiteY13885"/>
                </a:cxn>
                <a:cxn ang="0">
                  <a:pos x="connsiteX13886" y="connsiteY13886"/>
                </a:cxn>
                <a:cxn ang="0">
                  <a:pos x="connsiteX13887" y="connsiteY13887"/>
                </a:cxn>
                <a:cxn ang="0">
                  <a:pos x="connsiteX13888" y="connsiteY13888"/>
                </a:cxn>
                <a:cxn ang="0">
                  <a:pos x="connsiteX13889" y="connsiteY13889"/>
                </a:cxn>
                <a:cxn ang="0">
                  <a:pos x="connsiteX13890" y="connsiteY13890"/>
                </a:cxn>
                <a:cxn ang="0">
                  <a:pos x="connsiteX13891" y="connsiteY13891"/>
                </a:cxn>
                <a:cxn ang="0">
                  <a:pos x="connsiteX13892" y="connsiteY13892"/>
                </a:cxn>
                <a:cxn ang="0">
                  <a:pos x="connsiteX13893" y="connsiteY13893"/>
                </a:cxn>
                <a:cxn ang="0">
                  <a:pos x="connsiteX13894" y="connsiteY13894"/>
                </a:cxn>
                <a:cxn ang="0">
                  <a:pos x="connsiteX13895" y="connsiteY13895"/>
                </a:cxn>
                <a:cxn ang="0">
                  <a:pos x="connsiteX13896" y="connsiteY13896"/>
                </a:cxn>
                <a:cxn ang="0">
                  <a:pos x="connsiteX13897" y="connsiteY13897"/>
                </a:cxn>
                <a:cxn ang="0">
                  <a:pos x="connsiteX13898" y="connsiteY13898"/>
                </a:cxn>
                <a:cxn ang="0">
                  <a:pos x="connsiteX13899" y="connsiteY13899"/>
                </a:cxn>
                <a:cxn ang="0">
                  <a:pos x="connsiteX13900" y="connsiteY13900"/>
                </a:cxn>
                <a:cxn ang="0">
                  <a:pos x="connsiteX13901" y="connsiteY13901"/>
                </a:cxn>
                <a:cxn ang="0">
                  <a:pos x="connsiteX13902" y="connsiteY13902"/>
                </a:cxn>
                <a:cxn ang="0">
                  <a:pos x="connsiteX13903" y="connsiteY13903"/>
                </a:cxn>
                <a:cxn ang="0">
                  <a:pos x="connsiteX13904" y="connsiteY13904"/>
                </a:cxn>
                <a:cxn ang="0">
                  <a:pos x="connsiteX13905" y="connsiteY13905"/>
                </a:cxn>
                <a:cxn ang="0">
                  <a:pos x="connsiteX13906" y="connsiteY13906"/>
                </a:cxn>
                <a:cxn ang="0">
                  <a:pos x="connsiteX13907" y="connsiteY13907"/>
                </a:cxn>
                <a:cxn ang="0">
                  <a:pos x="connsiteX13908" y="connsiteY13908"/>
                </a:cxn>
                <a:cxn ang="0">
                  <a:pos x="connsiteX13909" y="connsiteY13909"/>
                </a:cxn>
                <a:cxn ang="0">
                  <a:pos x="connsiteX13910" y="connsiteY13910"/>
                </a:cxn>
                <a:cxn ang="0">
                  <a:pos x="connsiteX13911" y="connsiteY13911"/>
                </a:cxn>
                <a:cxn ang="0">
                  <a:pos x="connsiteX13912" y="connsiteY13912"/>
                </a:cxn>
                <a:cxn ang="0">
                  <a:pos x="connsiteX13913" y="connsiteY13913"/>
                </a:cxn>
                <a:cxn ang="0">
                  <a:pos x="connsiteX13914" y="connsiteY13914"/>
                </a:cxn>
                <a:cxn ang="0">
                  <a:pos x="connsiteX13915" y="connsiteY13915"/>
                </a:cxn>
                <a:cxn ang="0">
                  <a:pos x="connsiteX13916" y="connsiteY13916"/>
                </a:cxn>
                <a:cxn ang="0">
                  <a:pos x="connsiteX13917" y="connsiteY13917"/>
                </a:cxn>
                <a:cxn ang="0">
                  <a:pos x="connsiteX13918" y="connsiteY13918"/>
                </a:cxn>
                <a:cxn ang="0">
                  <a:pos x="connsiteX13919" y="connsiteY13919"/>
                </a:cxn>
                <a:cxn ang="0">
                  <a:pos x="connsiteX13920" y="connsiteY13920"/>
                </a:cxn>
                <a:cxn ang="0">
                  <a:pos x="connsiteX13921" y="connsiteY13921"/>
                </a:cxn>
                <a:cxn ang="0">
                  <a:pos x="connsiteX13922" y="connsiteY13922"/>
                </a:cxn>
                <a:cxn ang="0">
                  <a:pos x="connsiteX13923" y="connsiteY13923"/>
                </a:cxn>
                <a:cxn ang="0">
                  <a:pos x="connsiteX13924" y="connsiteY13924"/>
                </a:cxn>
                <a:cxn ang="0">
                  <a:pos x="connsiteX13925" y="connsiteY13925"/>
                </a:cxn>
                <a:cxn ang="0">
                  <a:pos x="connsiteX13926" y="connsiteY13926"/>
                </a:cxn>
                <a:cxn ang="0">
                  <a:pos x="connsiteX13927" y="connsiteY13927"/>
                </a:cxn>
                <a:cxn ang="0">
                  <a:pos x="connsiteX13928" y="connsiteY13928"/>
                </a:cxn>
                <a:cxn ang="0">
                  <a:pos x="connsiteX13929" y="connsiteY13929"/>
                </a:cxn>
                <a:cxn ang="0">
                  <a:pos x="connsiteX13930" y="connsiteY13930"/>
                </a:cxn>
                <a:cxn ang="0">
                  <a:pos x="connsiteX13931" y="connsiteY13931"/>
                </a:cxn>
                <a:cxn ang="0">
                  <a:pos x="connsiteX13932" y="connsiteY13932"/>
                </a:cxn>
                <a:cxn ang="0">
                  <a:pos x="connsiteX13933" y="connsiteY13933"/>
                </a:cxn>
                <a:cxn ang="0">
                  <a:pos x="connsiteX13934" y="connsiteY13934"/>
                </a:cxn>
                <a:cxn ang="0">
                  <a:pos x="connsiteX13935" y="connsiteY13935"/>
                </a:cxn>
                <a:cxn ang="0">
                  <a:pos x="connsiteX13936" y="connsiteY13936"/>
                </a:cxn>
                <a:cxn ang="0">
                  <a:pos x="connsiteX13937" y="connsiteY13937"/>
                </a:cxn>
                <a:cxn ang="0">
                  <a:pos x="connsiteX13938" y="connsiteY13938"/>
                </a:cxn>
                <a:cxn ang="0">
                  <a:pos x="connsiteX13939" y="connsiteY13939"/>
                </a:cxn>
                <a:cxn ang="0">
                  <a:pos x="connsiteX13940" y="connsiteY13940"/>
                </a:cxn>
                <a:cxn ang="0">
                  <a:pos x="connsiteX13941" y="connsiteY13941"/>
                </a:cxn>
                <a:cxn ang="0">
                  <a:pos x="connsiteX13942" y="connsiteY13942"/>
                </a:cxn>
                <a:cxn ang="0">
                  <a:pos x="connsiteX13943" y="connsiteY13943"/>
                </a:cxn>
                <a:cxn ang="0">
                  <a:pos x="connsiteX13944" y="connsiteY13944"/>
                </a:cxn>
                <a:cxn ang="0">
                  <a:pos x="connsiteX13945" y="connsiteY13945"/>
                </a:cxn>
                <a:cxn ang="0">
                  <a:pos x="connsiteX13946" y="connsiteY13946"/>
                </a:cxn>
                <a:cxn ang="0">
                  <a:pos x="connsiteX13947" y="connsiteY13947"/>
                </a:cxn>
                <a:cxn ang="0">
                  <a:pos x="connsiteX13948" y="connsiteY13948"/>
                </a:cxn>
                <a:cxn ang="0">
                  <a:pos x="connsiteX13949" y="connsiteY13949"/>
                </a:cxn>
                <a:cxn ang="0">
                  <a:pos x="connsiteX13950" y="connsiteY13950"/>
                </a:cxn>
                <a:cxn ang="0">
                  <a:pos x="connsiteX13951" y="connsiteY13951"/>
                </a:cxn>
                <a:cxn ang="0">
                  <a:pos x="connsiteX13952" y="connsiteY13952"/>
                </a:cxn>
                <a:cxn ang="0">
                  <a:pos x="connsiteX13953" y="connsiteY13953"/>
                </a:cxn>
                <a:cxn ang="0">
                  <a:pos x="connsiteX13954" y="connsiteY13954"/>
                </a:cxn>
                <a:cxn ang="0">
                  <a:pos x="connsiteX13955" y="connsiteY13955"/>
                </a:cxn>
                <a:cxn ang="0">
                  <a:pos x="connsiteX13956" y="connsiteY13956"/>
                </a:cxn>
                <a:cxn ang="0">
                  <a:pos x="connsiteX13957" y="connsiteY13957"/>
                </a:cxn>
                <a:cxn ang="0">
                  <a:pos x="connsiteX13958" y="connsiteY13958"/>
                </a:cxn>
                <a:cxn ang="0">
                  <a:pos x="connsiteX13959" y="connsiteY13959"/>
                </a:cxn>
                <a:cxn ang="0">
                  <a:pos x="connsiteX13960" y="connsiteY13960"/>
                </a:cxn>
                <a:cxn ang="0">
                  <a:pos x="connsiteX13961" y="connsiteY13961"/>
                </a:cxn>
                <a:cxn ang="0">
                  <a:pos x="connsiteX13962" y="connsiteY13962"/>
                </a:cxn>
                <a:cxn ang="0">
                  <a:pos x="connsiteX13963" y="connsiteY13963"/>
                </a:cxn>
                <a:cxn ang="0">
                  <a:pos x="connsiteX13964" y="connsiteY13964"/>
                </a:cxn>
                <a:cxn ang="0">
                  <a:pos x="connsiteX13965" y="connsiteY13965"/>
                </a:cxn>
                <a:cxn ang="0">
                  <a:pos x="connsiteX13966" y="connsiteY13966"/>
                </a:cxn>
                <a:cxn ang="0">
                  <a:pos x="connsiteX13967" y="connsiteY13967"/>
                </a:cxn>
                <a:cxn ang="0">
                  <a:pos x="connsiteX13968" y="connsiteY13968"/>
                </a:cxn>
                <a:cxn ang="0">
                  <a:pos x="connsiteX13969" y="connsiteY13969"/>
                </a:cxn>
                <a:cxn ang="0">
                  <a:pos x="connsiteX13970" y="connsiteY13970"/>
                </a:cxn>
                <a:cxn ang="0">
                  <a:pos x="connsiteX13971" y="connsiteY13971"/>
                </a:cxn>
                <a:cxn ang="0">
                  <a:pos x="connsiteX13972" y="connsiteY13972"/>
                </a:cxn>
                <a:cxn ang="0">
                  <a:pos x="connsiteX13973" y="connsiteY13973"/>
                </a:cxn>
                <a:cxn ang="0">
                  <a:pos x="connsiteX13974" y="connsiteY13974"/>
                </a:cxn>
                <a:cxn ang="0">
                  <a:pos x="connsiteX13975" y="connsiteY13975"/>
                </a:cxn>
                <a:cxn ang="0">
                  <a:pos x="connsiteX13976" y="connsiteY13976"/>
                </a:cxn>
                <a:cxn ang="0">
                  <a:pos x="connsiteX13977" y="connsiteY13977"/>
                </a:cxn>
                <a:cxn ang="0">
                  <a:pos x="connsiteX13978" y="connsiteY13978"/>
                </a:cxn>
                <a:cxn ang="0">
                  <a:pos x="connsiteX13979" y="connsiteY13979"/>
                </a:cxn>
                <a:cxn ang="0">
                  <a:pos x="connsiteX13980" y="connsiteY13980"/>
                </a:cxn>
                <a:cxn ang="0">
                  <a:pos x="connsiteX13981" y="connsiteY13981"/>
                </a:cxn>
                <a:cxn ang="0">
                  <a:pos x="connsiteX13982" y="connsiteY13982"/>
                </a:cxn>
                <a:cxn ang="0">
                  <a:pos x="connsiteX13983" y="connsiteY13983"/>
                </a:cxn>
                <a:cxn ang="0">
                  <a:pos x="connsiteX13984" y="connsiteY13984"/>
                </a:cxn>
                <a:cxn ang="0">
                  <a:pos x="connsiteX13985" y="connsiteY13985"/>
                </a:cxn>
                <a:cxn ang="0">
                  <a:pos x="connsiteX13986" y="connsiteY13986"/>
                </a:cxn>
                <a:cxn ang="0">
                  <a:pos x="connsiteX13987" y="connsiteY13987"/>
                </a:cxn>
                <a:cxn ang="0">
                  <a:pos x="connsiteX13988" y="connsiteY13988"/>
                </a:cxn>
                <a:cxn ang="0">
                  <a:pos x="connsiteX13989" y="connsiteY13989"/>
                </a:cxn>
                <a:cxn ang="0">
                  <a:pos x="connsiteX13990" y="connsiteY13990"/>
                </a:cxn>
                <a:cxn ang="0">
                  <a:pos x="connsiteX13991" y="connsiteY13991"/>
                </a:cxn>
                <a:cxn ang="0">
                  <a:pos x="connsiteX13992" y="connsiteY13992"/>
                </a:cxn>
                <a:cxn ang="0">
                  <a:pos x="connsiteX13993" y="connsiteY13993"/>
                </a:cxn>
                <a:cxn ang="0">
                  <a:pos x="connsiteX13994" y="connsiteY13994"/>
                </a:cxn>
                <a:cxn ang="0">
                  <a:pos x="connsiteX13995" y="connsiteY13995"/>
                </a:cxn>
                <a:cxn ang="0">
                  <a:pos x="connsiteX13996" y="connsiteY13996"/>
                </a:cxn>
                <a:cxn ang="0">
                  <a:pos x="connsiteX13997" y="connsiteY13997"/>
                </a:cxn>
                <a:cxn ang="0">
                  <a:pos x="connsiteX13998" y="connsiteY13998"/>
                </a:cxn>
                <a:cxn ang="0">
                  <a:pos x="connsiteX13999" y="connsiteY13999"/>
                </a:cxn>
                <a:cxn ang="0">
                  <a:pos x="connsiteX14000" y="connsiteY14000"/>
                </a:cxn>
                <a:cxn ang="0">
                  <a:pos x="connsiteX14001" y="connsiteY14001"/>
                </a:cxn>
                <a:cxn ang="0">
                  <a:pos x="connsiteX14002" y="connsiteY14002"/>
                </a:cxn>
                <a:cxn ang="0">
                  <a:pos x="connsiteX14003" y="connsiteY14003"/>
                </a:cxn>
                <a:cxn ang="0">
                  <a:pos x="connsiteX14004" y="connsiteY14004"/>
                </a:cxn>
                <a:cxn ang="0">
                  <a:pos x="connsiteX14005" y="connsiteY14005"/>
                </a:cxn>
                <a:cxn ang="0">
                  <a:pos x="connsiteX14006" y="connsiteY14006"/>
                </a:cxn>
                <a:cxn ang="0">
                  <a:pos x="connsiteX14007" y="connsiteY14007"/>
                </a:cxn>
                <a:cxn ang="0">
                  <a:pos x="connsiteX14008" y="connsiteY14008"/>
                </a:cxn>
                <a:cxn ang="0">
                  <a:pos x="connsiteX14009" y="connsiteY14009"/>
                </a:cxn>
                <a:cxn ang="0">
                  <a:pos x="connsiteX14010" y="connsiteY14010"/>
                </a:cxn>
                <a:cxn ang="0">
                  <a:pos x="connsiteX14011" y="connsiteY14011"/>
                </a:cxn>
                <a:cxn ang="0">
                  <a:pos x="connsiteX14012" y="connsiteY14012"/>
                </a:cxn>
                <a:cxn ang="0">
                  <a:pos x="connsiteX14013" y="connsiteY14013"/>
                </a:cxn>
                <a:cxn ang="0">
                  <a:pos x="connsiteX14014" y="connsiteY14014"/>
                </a:cxn>
                <a:cxn ang="0">
                  <a:pos x="connsiteX14015" y="connsiteY14015"/>
                </a:cxn>
                <a:cxn ang="0">
                  <a:pos x="connsiteX14016" y="connsiteY14016"/>
                </a:cxn>
                <a:cxn ang="0">
                  <a:pos x="connsiteX14017" y="connsiteY14017"/>
                </a:cxn>
                <a:cxn ang="0">
                  <a:pos x="connsiteX14018" y="connsiteY14018"/>
                </a:cxn>
                <a:cxn ang="0">
                  <a:pos x="connsiteX14019" y="connsiteY14019"/>
                </a:cxn>
                <a:cxn ang="0">
                  <a:pos x="connsiteX14020" y="connsiteY14020"/>
                </a:cxn>
                <a:cxn ang="0">
                  <a:pos x="connsiteX14021" y="connsiteY14021"/>
                </a:cxn>
                <a:cxn ang="0">
                  <a:pos x="connsiteX14022" y="connsiteY14022"/>
                </a:cxn>
                <a:cxn ang="0">
                  <a:pos x="connsiteX14023" y="connsiteY14023"/>
                </a:cxn>
                <a:cxn ang="0">
                  <a:pos x="connsiteX14024" y="connsiteY14024"/>
                </a:cxn>
                <a:cxn ang="0">
                  <a:pos x="connsiteX14025" y="connsiteY14025"/>
                </a:cxn>
                <a:cxn ang="0">
                  <a:pos x="connsiteX14026" y="connsiteY14026"/>
                </a:cxn>
                <a:cxn ang="0">
                  <a:pos x="connsiteX14027" y="connsiteY14027"/>
                </a:cxn>
                <a:cxn ang="0">
                  <a:pos x="connsiteX14028" y="connsiteY14028"/>
                </a:cxn>
                <a:cxn ang="0">
                  <a:pos x="connsiteX14029" y="connsiteY14029"/>
                </a:cxn>
                <a:cxn ang="0">
                  <a:pos x="connsiteX14030" y="connsiteY14030"/>
                </a:cxn>
                <a:cxn ang="0">
                  <a:pos x="connsiteX14031" y="connsiteY14031"/>
                </a:cxn>
                <a:cxn ang="0">
                  <a:pos x="connsiteX14032" y="connsiteY14032"/>
                </a:cxn>
                <a:cxn ang="0">
                  <a:pos x="connsiteX14033" y="connsiteY14033"/>
                </a:cxn>
                <a:cxn ang="0">
                  <a:pos x="connsiteX14034" y="connsiteY14034"/>
                </a:cxn>
                <a:cxn ang="0">
                  <a:pos x="connsiteX14035" y="connsiteY14035"/>
                </a:cxn>
                <a:cxn ang="0">
                  <a:pos x="connsiteX14036" y="connsiteY14036"/>
                </a:cxn>
                <a:cxn ang="0">
                  <a:pos x="connsiteX14037" y="connsiteY14037"/>
                </a:cxn>
                <a:cxn ang="0">
                  <a:pos x="connsiteX14038" y="connsiteY14038"/>
                </a:cxn>
                <a:cxn ang="0">
                  <a:pos x="connsiteX14039" y="connsiteY14039"/>
                </a:cxn>
                <a:cxn ang="0">
                  <a:pos x="connsiteX14040" y="connsiteY14040"/>
                </a:cxn>
                <a:cxn ang="0">
                  <a:pos x="connsiteX14041" y="connsiteY14041"/>
                </a:cxn>
                <a:cxn ang="0">
                  <a:pos x="connsiteX14042" y="connsiteY14042"/>
                </a:cxn>
                <a:cxn ang="0">
                  <a:pos x="connsiteX14043" y="connsiteY14043"/>
                </a:cxn>
                <a:cxn ang="0">
                  <a:pos x="connsiteX14044" y="connsiteY14044"/>
                </a:cxn>
                <a:cxn ang="0">
                  <a:pos x="connsiteX14045" y="connsiteY14045"/>
                </a:cxn>
                <a:cxn ang="0">
                  <a:pos x="connsiteX14046" y="connsiteY14046"/>
                </a:cxn>
                <a:cxn ang="0">
                  <a:pos x="connsiteX14047" y="connsiteY14047"/>
                </a:cxn>
                <a:cxn ang="0">
                  <a:pos x="connsiteX14048" y="connsiteY14048"/>
                </a:cxn>
                <a:cxn ang="0">
                  <a:pos x="connsiteX14049" y="connsiteY14049"/>
                </a:cxn>
                <a:cxn ang="0">
                  <a:pos x="connsiteX14050" y="connsiteY14050"/>
                </a:cxn>
                <a:cxn ang="0">
                  <a:pos x="connsiteX14051" y="connsiteY14051"/>
                </a:cxn>
                <a:cxn ang="0">
                  <a:pos x="connsiteX14052" y="connsiteY14052"/>
                </a:cxn>
                <a:cxn ang="0">
                  <a:pos x="connsiteX14053" y="connsiteY14053"/>
                </a:cxn>
                <a:cxn ang="0">
                  <a:pos x="connsiteX14054" y="connsiteY14054"/>
                </a:cxn>
                <a:cxn ang="0">
                  <a:pos x="connsiteX14055" y="connsiteY14055"/>
                </a:cxn>
                <a:cxn ang="0">
                  <a:pos x="connsiteX14056" y="connsiteY14056"/>
                </a:cxn>
                <a:cxn ang="0">
                  <a:pos x="connsiteX14057" y="connsiteY14057"/>
                </a:cxn>
                <a:cxn ang="0">
                  <a:pos x="connsiteX14058" y="connsiteY14058"/>
                </a:cxn>
                <a:cxn ang="0">
                  <a:pos x="connsiteX14059" y="connsiteY14059"/>
                </a:cxn>
                <a:cxn ang="0">
                  <a:pos x="connsiteX14060" y="connsiteY14060"/>
                </a:cxn>
                <a:cxn ang="0">
                  <a:pos x="connsiteX14061" y="connsiteY14061"/>
                </a:cxn>
                <a:cxn ang="0">
                  <a:pos x="connsiteX14062" y="connsiteY14062"/>
                </a:cxn>
                <a:cxn ang="0">
                  <a:pos x="connsiteX14063" y="connsiteY14063"/>
                </a:cxn>
                <a:cxn ang="0">
                  <a:pos x="connsiteX14064" y="connsiteY14064"/>
                </a:cxn>
                <a:cxn ang="0">
                  <a:pos x="connsiteX14065" y="connsiteY14065"/>
                </a:cxn>
                <a:cxn ang="0">
                  <a:pos x="connsiteX14066" y="connsiteY14066"/>
                </a:cxn>
                <a:cxn ang="0">
                  <a:pos x="connsiteX14067" y="connsiteY14067"/>
                </a:cxn>
                <a:cxn ang="0">
                  <a:pos x="connsiteX14068" y="connsiteY14068"/>
                </a:cxn>
                <a:cxn ang="0">
                  <a:pos x="connsiteX14069" y="connsiteY14069"/>
                </a:cxn>
                <a:cxn ang="0">
                  <a:pos x="connsiteX14070" y="connsiteY14070"/>
                </a:cxn>
                <a:cxn ang="0">
                  <a:pos x="connsiteX14071" y="connsiteY14071"/>
                </a:cxn>
                <a:cxn ang="0">
                  <a:pos x="connsiteX14072" y="connsiteY14072"/>
                </a:cxn>
                <a:cxn ang="0">
                  <a:pos x="connsiteX14073" y="connsiteY14073"/>
                </a:cxn>
                <a:cxn ang="0">
                  <a:pos x="connsiteX14074" y="connsiteY14074"/>
                </a:cxn>
                <a:cxn ang="0">
                  <a:pos x="connsiteX14075" y="connsiteY14075"/>
                </a:cxn>
                <a:cxn ang="0">
                  <a:pos x="connsiteX14076" y="connsiteY14076"/>
                </a:cxn>
                <a:cxn ang="0">
                  <a:pos x="connsiteX14077" y="connsiteY14077"/>
                </a:cxn>
                <a:cxn ang="0">
                  <a:pos x="connsiteX14078" y="connsiteY14078"/>
                </a:cxn>
                <a:cxn ang="0">
                  <a:pos x="connsiteX14079" y="connsiteY14079"/>
                </a:cxn>
                <a:cxn ang="0">
                  <a:pos x="connsiteX14080" y="connsiteY14080"/>
                </a:cxn>
                <a:cxn ang="0">
                  <a:pos x="connsiteX14081" y="connsiteY14081"/>
                </a:cxn>
                <a:cxn ang="0">
                  <a:pos x="connsiteX14082" y="connsiteY14082"/>
                </a:cxn>
                <a:cxn ang="0">
                  <a:pos x="connsiteX14083" y="connsiteY14083"/>
                </a:cxn>
                <a:cxn ang="0">
                  <a:pos x="connsiteX14084" y="connsiteY14084"/>
                </a:cxn>
                <a:cxn ang="0">
                  <a:pos x="connsiteX14085" y="connsiteY14085"/>
                </a:cxn>
                <a:cxn ang="0">
                  <a:pos x="connsiteX14086" y="connsiteY14086"/>
                </a:cxn>
                <a:cxn ang="0">
                  <a:pos x="connsiteX14087" y="connsiteY14087"/>
                </a:cxn>
                <a:cxn ang="0">
                  <a:pos x="connsiteX14088" y="connsiteY14088"/>
                </a:cxn>
                <a:cxn ang="0">
                  <a:pos x="connsiteX14089" y="connsiteY14089"/>
                </a:cxn>
                <a:cxn ang="0">
                  <a:pos x="connsiteX14090" y="connsiteY14090"/>
                </a:cxn>
                <a:cxn ang="0">
                  <a:pos x="connsiteX14091" y="connsiteY14091"/>
                </a:cxn>
                <a:cxn ang="0">
                  <a:pos x="connsiteX14092" y="connsiteY14092"/>
                </a:cxn>
                <a:cxn ang="0">
                  <a:pos x="connsiteX14093" y="connsiteY14093"/>
                </a:cxn>
                <a:cxn ang="0">
                  <a:pos x="connsiteX14094" y="connsiteY14094"/>
                </a:cxn>
                <a:cxn ang="0">
                  <a:pos x="connsiteX14095" y="connsiteY14095"/>
                </a:cxn>
                <a:cxn ang="0">
                  <a:pos x="connsiteX14096" y="connsiteY14096"/>
                </a:cxn>
                <a:cxn ang="0">
                  <a:pos x="connsiteX14097" y="connsiteY14097"/>
                </a:cxn>
                <a:cxn ang="0">
                  <a:pos x="connsiteX14098" y="connsiteY14098"/>
                </a:cxn>
                <a:cxn ang="0">
                  <a:pos x="connsiteX14099" y="connsiteY14099"/>
                </a:cxn>
                <a:cxn ang="0">
                  <a:pos x="connsiteX14100" y="connsiteY14100"/>
                </a:cxn>
                <a:cxn ang="0">
                  <a:pos x="connsiteX14101" y="connsiteY14101"/>
                </a:cxn>
                <a:cxn ang="0">
                  <a:pos x="connsiteX14102" y="connsiteY14102"/>
                </a:cxn>
                <a:cxn ang="0">
                  <a:pos x="connsiteX14103" y="connsiteY14103"/>
                </a:cxn>
                <a:cxn ang="0">
                  <a:pos x="connsiteX14104" y="connsiteY14104"/>
                </a:cxn>
                <a:cxn ang="0">
                  <a:pos x="connsiteX14105" y="connsiteY14105"/>
                </a:cxn>
                <a:cxn ang="0">
                  <a:pos x="connsiteX14106" y="connsiteY14106"/>
                </a:cxn>
                <a:cxn ang="0">
                  <a:pos x="connsiteX14107" y="connsiteY14107"/>
                </a:cxn>
                <a:cxn ang="0">
                  <a:pos x="connsiteX14108" y="connsiteY14108"/>
                </a:cxn>
                <a:cxn ang="0">
                  <a:pos x="connsiteX14109" y="connsiteY14109"/>
                </a:cxn>
                <a:cxn ang="0">
                  <a:pos x="connsiteX14110" y="connsiteY14110"/>
                </a:cxn>
                <a:cxn ang="0">
                  <a:pos x="connsiteX14111" y="connsiteY14111"/>
                </a:cxn>
                <a:cxn ang="0">
                  <a:pos x="connsiteX14112" y="connsiteY14112"/>
                </a:cxn>
                <a:cxn ang="0">
                  <a:pos x="connsiteX14113" y="connsiteY14113"/>
                </a:cxn>
                <a:cxn ang="0">
                  <a:pos x="connsiteX14114" y="connsiteY14114"/>
                </a:cxn>
                <a:cxn ang="0">
                  <a:pos x="connsiteX14115" y="connsiteY14115"/>
                </a:cxn>
                <a:cxn ang="0">
                  <a:pos x="connsiteX14116" y="connsiteY14116"/>
                </a:cxn>
                <a:cxn ang="0">
                  <a:pos x="connsiteX14117" y="connsiteY14117"/>
                </a:cxn>
                <a:cxn ang="0">
                  <a:pos x="connsiteX14118" y="connsiteY14118"/>
                </a:cxn>
                <a:cxn ang="0">
                  <a:pos x="connsiteX14119" y="connsiteY14119"/>
                </a:cxn>
                <a:cxn ang="0">
                  <a:pos x="connsiteX14120" y="connsiteY14120"/>
                </a:cxn>
                <a:cxn ang="0">
                  <a:pos x="connsiteX14121" y="connsiteY14121"/>
                </a:cxn>
                <a:cxn ang="0">
                  <a:pos x="connsiteX14122" y="connsiteY14122"/>
                </a:cxn>
                <a:cxn ang="0">
                  <a:pos x="connsiteX14123" y="connsiteY14123"/>
                </a:cxn>
                <a:cxn ang="0">
                  <a:pos x="connsiteX14124" y="connsiteY14124"/>
                </a:cxn>
                <a:cxn ang="0">
                  <a:pos x="connsiteX14125" y="connsiteY14125"/>
                </a:cxn>
                <a:cxn ang="0">
                  <a:pos x="connsiteX14126" y="connsiteY14126"/>
                </a:cxn>
                <a:cxn ang="0">
                  <a:pos x="connsiteX14127" y="connsiteY14127"/>
                </a:cxn>
                <a:cxn ang="0">
                  <a:pos x="connsiteX14128" y="connsiteY14128"/>
                </a:cxn>
                <a:cxn ang="0">
                  <a:pos x="connsiteX14129" y="connsiteY14129"/>
                </a:cxn>
                <a:cxn ang="0">
                  <a:pos x="connsiteX14130" y="connsiteY14130"/>
                </a:cxn>
                <a:cxn ang="0">
                  <a:pos x="connsiteX14131" y="connsiteY14131"/>
                </a:cxn>
                <a:cxn ang="0">
                  <a:pos x="connsiteX14132" y="connsiteY14132"/>
                </a:cxn>
                <a:cxn ang="0">
                  <a:pos x="connsiteX14133" y="connsiteY14133"/>
                </a:cxn>
                <a:cxn ang="0">
                  <a:pos x="connsiteX14134" y="connsiteY14134"/>
                </a:cxn>
                <a:cxn ang="0">
                  <a:pos x="connsiteX14135" y="connsiteY14135"/>
                </a:cxn>
                <a:cxn ang="0">
                  <a:pos x="connsiteX14136" y="connsiteY14136"/>
                </a:cxn>
                <a:cxn ang="0">
                  <a:pos x="connsiteX14137" y="connsiteY14137"/>
                </a:cxn>
                <a:cxn ang="0">
                  <a:pos x="connsiteX14138" y="connsiteY14138"/>
                </a:cxn>
                <a:cxn ang="0">
                  <a:pos x="connsiteX14139" y="connsiteY14139"/>
                </a:cxn>
                <a:cxn ang="0">
                  <a:pos x="connsiteX14140" y="connsiteY14140"/>
                </a:cxn>
                <a:cxn ang="0">
                  <a:pos x="connsiteX14141" y="connsiteY14141"/>
                </a:cxn>
                <a:cxn ang="0">
                  <a:pos x="connsiteX14142" y="connsiteY14142"/>
                </a:cxn>
                <a:cxn ang="0">
                  <a:pos x="connsiteX14143" y="connsiteY14143"/>
                </a:cxn>
                <a:cxn ang="0">
                  <a:pos x="connsiteX14144" y="connsiteY14144"/>
                </a:cxn>
                <a:cxn ang="0">
                  <a:pos x="connsiteX14145" y="connsiteY14145"/>
                </a:cxn>
                <a:cxn ang="0">
                  <a:pos x="connsiteX14146" y="connsiteY14146"/>
                </a:cxn>
                <a:cxn ang="0">
                  <a:pos x="connsiteX14147" y="connsiteY14147"/>
                </a:cxn>
                <a:cxn ang="0">
                  <a:pos x="connsiteX14148" y="connsiteY14148"/>
                </a:cxn>
                <a:cxn ang="0">
                  <a:pos x="connsiteX14149" y="connsiteY14149"/>
                </a:cxn>
                <a:cxn ang="0">
                  <a:pos x="connsiteX14150" y="connsiteY14150"/>
                </a:cxn>
                <a:cxn ang="0">
                  <a:pos x="connsiteX14151" y="connsiteY14151"/>
                </a:cxn>
                <a:cxn ang="0">
                  <a:pos x="connsiteX14152" y="connsiteY14152"/>
                </a:cxn>
                <a:cxn ang="0">
                  <a:pos x="connsiteX14153" y="connsiteY14153"/>
                </a:cxn>
                <a:cxn ang="0">
                  <a:pos x="connsiteX14154" y="connsiteY14154"/>
                </a:cxn>
                <a:cxn ang="0">
                  <a:pos x="connsiteX14155" y="connsiteY14155"/>
                </a:cxn>
                <a:cxn ang="0">
                  <a:pos x="connsiteX14156" y="connsiteY14156"/>
                </a:cxn>
                <a:cxn ang="0">
                  <a:pos x="connsiteX14157" y="connsiteY14157"/>
                </a:cxn>
                <a:cxn ang="0">
                  <a:pos x="connsiteX14158" y="connsiteY14158"/>
                </a:cxn>
                <a:cxn ang="0">
                  <a:pos x="connsiteX14159" y="connsiteY14159"/>
                </a:cxn>
                <a:cxn ang="0">
                  <a:pos x="connsiteX14160" y="connsiteY14160"/>
                </a:cxn>
                <a:cxn ang="0">
                  <a:pos x="connsiteX14161" y="connsiteY14161"/>
                </a:cxn>
                <a:cxn ang="0">
                  <a:pos x="connsiteX14162" y="connsiteY14162"/>
                </a:cxn>
                <a:cxn ang="0">
                  <a:pos x="connsiteX14163" y="connsiteY14163"/>
                </a:cxn>
                <a:cxn ang="0">
                  <a:pos x="connsiteX14164" y="connsiteY14164"/>
                </a:cxn>
                <a:cxn ang="0">
                  <a:pos x="connsiteX14165" y="connsiteY14165"/>
                </a:cxn>
                <a:cxn ang="0">
                  <a:pos x="connsiteX14166" y="connsiteY14166"/>
                </a:cxn>
                <a:cxn ang="0">
                  <a:pos x="connsiteX14167" y="connsiteY14167"/>
                </a:cxn>
                <a:cxn ang="0">
                  <a:pos x="connsiteX14168" y="connsiteY14168"/>
                </a:cxn>
                <a:cxn ang="0">
                  <a:pos x="connsiteX14169" y="connsiteY14169"/>
                </a:cxn>
                <a:cxn ang="0">
                  <a:pos x="connsiteX14170" y="connsiteY14170"/>
                </a:cxn>
                <a:cxn ang="0">
                  <a:pos x="connsiteX14171" y="connsiteY14171"/>
                </a:cxn>
                <a:cxn ang="0">
                  <a:pos x="connsiteX14172" y="connsiteY14172"/>
                </a:cxn>
                <a:cxn ang="0">
                  <a:pos x="connsiteX14173" y="connsiteY14173"/>
                </a:cxn>
                <a:cxn ang="0">
                  <a:pos x="connsiteX14174" y="connsiteY14174"/>
                </a:cxn>
                <a:cxn ang="0">
                  <a:pos x="connsiteX14175" y="connsiteY14175"/>
                </a:cxn>
                <a:cxn ang="0">
                  <a:pos x="connsiteX14176" y="connsiteY14176"/>
                </a:cxn>
                <a:cxn ang="0">
                  <a:pos x="connsiteX14177" y="connsiteY14177"/>
                </a:cxn>
                <a:cxn ang="0">
                  <a:pos x="connsiteX14178" y="connsiteY14178"/>
                </a:cxn>
                <a:cxn ang="0">
                  <a:pos x="connsiteX14179" y="connsiteY14179"/>
                </a:cxn>
                <a:cxn ang="0">
                  <a:pos x="connsiteX14180" y="connsiteY14180"/>
                </a:cxn>
                <a:cxn ang="0">
                  <a:pos x="connsiteX14181" y="connsiteY14181"/>
                </a:cxn>
                <a:cxn ang="0">
                  <a:pos x="connsiteX14182" y="connsiteY14182"/>
                </a:cxn>
                <a:cxn ang="0">
                  <a:pos x="connsiteX14183" y="connsiteY14183"/>
                </a:cxn>
                <a:cxn ang="0">
                  <a:pos x="connsiteX14184" y="connsiteY14184"/>
                </a:cxn>
                <a:cxn ang="0">
                  <a:pos x="connsiteX14185" y="connsiteY14185"/>
                </a:cxn>
                <a:cxn ang="0">
                  <a:pos x="connsiteX14186" y="connsiteY14186"/>
                </a:cxn>
                <a:cxn ang="0">
                  <a:pos x="connsiteX14187" y="connsiteY14187"/>
                </a:cxn>
                <a:cxn ang="0">
                  <a:pos x="connsiteX14188" y="connsiteY14188"/>
                </a:cxn>
                <a:cxn ang="0">
                  <a:pos x="connsiteX14189" y="connsiteY14189"/>
                </a:cxn>
                <a:cxn ang="0">
                  <a:pos x="connsiteX14190" y="connsiteY14190"/>
                </a:cxn>
                <a:cxn ang="0">
                  <a:pos x="connsiteX14191" y="connsiteY14191"/>
                </a:cxn>
                <a:cxn ang="0">
                  <a:pos x="connsiteX14192" y="connsiteY14192"/>
                </a:cxn>
                <a:cxn ang="0">
                  <a:pos x="connsiteX14193" y="connsiteY14193"/>
                </a:cxn>
                <a:cxn ang="0">
                  <a:pos x="connsiteX14194" y="connsiteY14194"/>
                </a:cxn>
                <a:cxn ang="0">
                  <a:pos x="connsiteX14195" y="connsiteY14195"/>
                </a:cxn>
                <a:cxn ang="0">
                  <a:pos x="connsiteX14196" y="connsiteY14196"/>
                </a:cxn>
                <a:cxn ang="0">
                  <a:pos x="connsiteX14197" y="connsiteY14197"/>
                </a:cxn>
                <a:cxn ang="0">
                  <a:pos x="connsiteX14198" y="connsiteY14198"/>
                </a:cxn>
                <a:cxn ang="0">
                  <a:pos x="connsiteX14199" y="connsiteY14199"/>
                </a:cxn>
                <a:cxn ang="0">
                  <a:pos x="connsiteX14200" y="connsiteY14200"/>
                </a:cxn>
                <a:cxn ang="0">
                  <a:pos x="connsiteX14201" y="connsiteY14201"/>
                </a:cxn>
                <a:cxn ang="0">
                  <a:pos x="connsiteX14202" y="connsiteY14202"/>
                </a:cxn>
                <a:cxn ang="0">
                  <a:pos x="connsiteX14203" y="connsiteY14203"/>
                </a:cxn>
                <a:cxn ang="0">
                  <a:pos x="connsiteX14204" y="connsiteY14204"/>
                </a:cxn>
                <a:cxn ang="0">
                  <a:pos x="connsiteX14205" y="connsiteY14205"/>
                </a:cxn>
                <a:cxn ang="0">
                  <a:pos x="connsiteX14206" y="connsiteY14206"/>
                </a:cxn>
                <a:cxn ang="0">
                  <a:pos x="connsiteX14207" y="connsiteY14207"/>
                </a:cxn>
                <a:cxn ang="0">
                  <a:pos x="connsiteX14208" y="connsiteY14208"/>
                </a:cxn>
                <a:cxn ang="0">
                  <a:pos x="connsiteX14209" y="connsiteY14209"/>
                </a:cxn>
                <a:cxn ang="0">
                  <a:pos x="connsiteX14210" y="connsiteY14210"/>
                </a:cxn>
                <a:cxn ang="0">
                  <a:pos x="connsiteX14211" y="connsiteY14211"/>
                </a:cxn>
                <a:cxn ang="0">
                  <a:pos x="connsiteX14212" y="connsiteY14212"/>
                </a:cxn>
                <a:cxn ang="0">
                  <a:pos x="connsiteX14213" y="connsiteY14213"/>
                </a:cxn>
                <a:cxn ang="0">
                  <a:pos x="connsiteX14214" y="connsiteY14214"/>
                </a:cxn>
                <a:cxn ang="0">
                  <a:pos x="connsiteX14215" y="connsiteY14215"/>
                </a:cxn>
                <a:cxn ang="0">
                  <a:pos x="connsiteX14216" y="connsiteY14216"/>
                </a:cxn>
                <a:cxn ang="0">
                  <a:pos x="connsiteX14217" y="connsiteY14217"/>
                </a:cxn>
                <a:cxn ang="0">
                  <a:pos x="connsiteX14218" y="connsiteY14218"/>
                </a:cxn>
                <a:cxn ang="0">
                  <a:pos x="connsiteX14219" y="connsiteY14219"/>
                </a:cxn>
                <a:cxn ang="0">
                  <a:pos x="connsiteX14220" y="connsiteY14220"/>
                </a:cxn>
                <a:cxn ang="0">
                  <a:pos x="connsiteX14221" y="connsiteY14221"/>
                </a:cxn>
                <a:cxn ang="0">
                  <a:pos x="connsiteX14222" y="connsiteY14222"/>
                </a:cxn>
                <a:cxn ang="0">
                  <a:pos x="connsiteX14223" y="connsiteY14223"/>
                </a:cxn>
                <a:cxn ang="0">
                  <a:pos x="connsiteX14224" y="connsiteY14224"/>
                </a:cxn>
                <a:cxn ang="0">
                  <a:pos x="connsiteX14225" y="connsiteY14225"/>
                </a:cxn>
                <a:cxn ang="0">
                  <a:pos x="connsiteX14226" y="connsiteY14226"/>
                </a:cxn>
                <a:cxn ang="0">
                  <a:pos x="connsiteX14227" y="connsiteY14227"/>
                </a:cxn>
                <a:cxn ang="0">
                  <a:pos x="connsiteX14228" y="connsiteY14228"/>
                </a:cxn>
                <a:cxn ang="0">
                  <a:pos x="connsiteX14229" y="connsiteY14229"/>
                </a:cxn>
                <a:cxn ang="0">
                  <a:pos x="connsiteX14230" y="connsiteY14230"/>
                </a:cxn>
                <a:cxn ang="0">
                  <a:pos x="connsiteX14231" y="connsiteY14231"/>
                </a:cxn>
                <a:cxn ang="0">
                  <a:pos x="connsiteX14232" y="connsiteY14232"/>
                </a:cxn>
                <a:cxn ang="0">
                  <a:pos x="connsiteX14233" y="connsiteY14233"/>
                </a:cxn>
                <a:cxn ang="0">
                  <a:pos x="connsiteX14234" y="connsiteY14234"/>
                </a:cxn>
                <a:cxn ang="0">
                  <a:pos x="connsiteX14235" y="connsiteY14235"/>
                </a:cxn>
                <a:cxn ang="0">
                  <a:pos x="connsiteX14236" y="connsiteY14236"/>
                </a:cxn>
                <a:cxn ang="0">
                  <a:pos x="connsiteX14237" y="connsiteY14237"/>
                </a:cxn>
                <a:cxn ang="0">
                  <a:pos x="connsiteX14238" y="connsiteY14238"/>
                </a:cxn>
                <a:cxn ang="0">
                  <a:pos x="connsiteX14239" y="connsiteY14239"/>
                </a:cxn>
                <a:cxn ang="0">
                  <a:pos x="connsiteX14240" y="connsiteY14240"/>
                </a:cxn>
                <a:cxn ang="0">
                  <a:pos x="connsiteX14241" y="connsiteY14241"/>
                </a:cxn>
                <a:cxn ang="0">
                  <a:pos x="connsiteX14242" y="connsiteY14242"/>
                </a:cxn>
                <a:cxn ang="0">
                  <a:pos x="connsiteX14243" y="connsiteY14243"/>
                </a:cxn>
                <a:cxn ang="0">
                  <a:pos x="connsiteX14244" y="connsiteY14244"/>
                </a:cxn>
                <a:cxn ang="0">
                  <a:pos x="connsiteX14245" y="connsiteY14245"/>
                </a:cxn>
                <a:cxn ang="0">
                  <a:pos x="connsiteX14246" y="connsiteY14246"/>
                </a:cxn>
                <a:cxn ang="0">
                  <a:pos x="connsiteX14247" y="connsiteY14247"/>
                </a:cxn>
                <a:cxn ang="0">
                  <a:pos x="connsiteX14248" y="connsiteY14248"/>
                </a:cxn>
                <a:cxn ang="0">
                  <a:pos x="connsiteX14249" y="connsiteY14249"/>
                </a:cxn>
                <a:cxn ang="0">
                  <a:pos x="connsiteX14250" y="connsiteY14250"/>
                </a:cxn>
                <a:cxn ang="0">
                  <a:pos x="connsiteX14251" y="connsiteY14251"/>
                </a:cxn>
                <a:cxn ang="0">
                  <a:pos x="connsiteX14252" y="connsiteY14252"/>
                </a:cxn>
                <a:cxn ang="0">
                  <a:pos x="connsiteX14253" y="connsiteY14253"/>
                </a:cxn>
                <a:cxn ang="0">
                  <a:pos x="connsiteX14254" y="connsiteY14254"/>
                </a:cxn>
                <a:cxn ang="0">
                  <a:pos x="connsiteX14255" y="connsiteY14255"/>
                </a:cxn>
                <a:cxn ang="0">
                  <a:pos x="connsiteX14256" y="connsiteY14256"/>
                </a:cxn>
                <a:cxn ang="0">
                  <a:pos x="connsiteX14257" y="connsiteY14257"/>
                </a:cxn>
                <a:cxn ang="0">
                  <a:pos x="connsiteX14258" y="connsiteY14258"/>
                </a:cxn>
                <a:cxn ang="0">
                  <a:pos x="connsiteX14259" y="connsiteY14259"/>
                </a:cxn>
                <a:cxn ang="0">
                  <a:pos x="connsiteX14260" y="connsiteY14260"/>
                </a:cxn>
                <a:cxn ang="0">
                  <a:pos x="connsiteX14261" y="connsiteY14261"/>
                </a:cxn>
                <a:cxn ang="0">
                  <a:pos x="connsiteX14262" y="connsiteY14262"/>
                </a:cxn>
                <a:cxn ang="0">
                  <a:pos x="connsiteX14263" y="connsiteY14263"/>
                </a:cxn>
                <a:cxn ang="0">
                  <a:pos x="connsiteX14264" y="connsiteY14264"/>
                </a:cxn>
                <a:cxn ang="0">
                  <a:pos x="connsiteX14265" y="connsiteY14265"/>
                </a:cxn>
                <a:cxn ang="0">
                  <a:pos x="connsiteX14266" y="connsiteY14266"/>
                </a:cxn>
                <a:cxn ang="0">
                  <a:pos x="connsiteX14267" y="connsiteY14267"/>
                </a:cxn>
                <a:cxn ang="0">
                  <a:pos x="connsiteX14268" y="connsiteY14268"/>
                </a:cxn>
                <a:cxn ang="0">
                  <a:pos x="connsiteX14269" y="connsiteY14269"/>
                </a:cxn>
                <a:cxn ang="0">
                  <a:pos x="connsiteX14270" y="connsiteY14270"/>
                </a:cxn>
                <a:cxn ang="0">
                  <a:pos x="connsiteX14271" y="connsiteY14271"/>
                </a:cxn>
                <a:cxn ang="0">
                  <a:pos x="connsiteX14272" y="connsiteY14272"/>
                </a:cxn>
                <a:cxn ang="0">
                  <a:pos x="connsiteX14273" y="connsiteY14273"/>
                </a:cxn>
                <a:cxn ang="0">
                  <a:pos x="connsiteX14274" y="connsiteY14274"/>
                </a:cxn>
                <a:cxn ang="0">
                  <a:pos x="connsiteX14275" y="connsiteY14275"/>
                </a:cxn>
                <a:cxn ang="0">
                  <a:pos x="connsiteX14276" y="connsiteY14276"/>
                </a:cxn>
                <a:cxn ang="0">
                  <a:pos x="connsiteX14277" y="connsiteY14277"/>
                </a:cxn>
                <a:cxn ang="0">
                  <a:pos x="connsiteX14278" y="connsiteY14278"/>
                </a:cxn>
                <a:cxn ang="0">
                  <a:pos x="connsiteX14279" y="connsiteY14279"/>
                </a:cxn>
                <a:cxn ang="0">
                  <a:pos x="connsiteX14280" y="connsiteY14280"/>
                </a:cxn>
                <a:cxn ang="0">
                  <a:pos x="connsiteX14281" y="connsiteY14281"/>
                </a:cxn>
                <a:cxn ang="0">
                  <a:pos x="connsiteX14282" y="connsiteY14282"/>
                </a:cxn>
                <a:cxn ang="0">
                  <a:pos x="connsiteX14283" y="connsiteY14283"/>
                </a:cxn>
                <a:cxn ang="0">
                  <a:pos x="connsiteX14284" y="connsiteY14284"/>
                </a:cxn>
                <a:cxn ang="0">
                  <a:pos x="connsiteX14285" y="connsiteY14285"/>
                </a:cxn>
                <a:cxn ang="0">
                  <a:pos x="connsiteX14286" y="connsiteY14286"/>
                </a:cxn>
                <a:cxn ang="0">
                  <a:pos x="connsiteX14287" y="connsiteY14287"/>
                </a:cxn>
                <a:cxn ang="0">
                  <a:pos x="connsiteX14288" y="connsiteY14288"/>
                </a:cxn>
                <a:cxn ang="0">
                  <a:pos x="connsiteX14289" y="connsiteY14289"/>
                </a:cxn>
                <a:cxn ang="0">
                  <a:pos x="connsiteX14290" y="connsiteY14290"/>
                </a:cxn>
                <a:cxn ang="0">
                  <a:pos x="connsiteX14291" y="connsiteY14291"/>
                </a:cxn>
                <a:cxn ang="0">
                  <a:pos x="connsiteX14292" y="connsiteY14292"/>
                </a:cxn>
                <a:cxn ang="0">
                  <a:pos x="connsiteX14293" y="connsiteY14293"/>
                </a:cxn>
                <a:cxn ang="0">
                  <a:pos x="connsiteX14294" y="connsiteY14294"/>
                </a:cxn>
                <a:cxn ang="0">
                  <a:pos x="connsiteX14295" y="connsiteY14295"/>
                </a:cxn>
                <a:cxn ang="0">
                  <a:pos x="connsiteX14296" y="connsiteY14296"/>
                </a:cxn>
                <a:cxn ang="0">
                  <a:pos x="connsiteX14297" y="connsiteY14297"/>
                </a:cxn>
                <a:cxn ang="0">
                  <a:pos x="connsiteX14298" y="connsiteY14298"/>
                </a:cxn>
                <a:cxn ang="0">
                  <a:pos x="connsiteX14299" y="connsiteY14299"/>
                </a:cxn>
                <a:cxn ang="0">
                  <a:pos x="connsiteX14300" y="connsiteY14300"/>
                </a:cxn>
                <a:cxn ang="0">
                  <a:pos x="connsiteX14301" y="connsiteY14301"/>
                </a:cxn>
                <a:cxn ang="0">
                  <a:pos x="connsiteX14302" y="connsiteY14302"/>
                </a:cxn>
                <a:cxn ang="0">
                  <a:pos x="connsiteX14303" y="connsiteY14303"/>
                </a:cxn>
                <a:cxn ang="0">
                  <a:pos x="connsiteX14304" y="connsiteY14304"/>
                </a:cxn>
                <a:cxn ang="0">
                  <a:pos x="connsiteX14305" y="connsiteY14305"/>
                </a:cxn>
                <a:cxn ang="0">
                  <a:pos x="connsiteX14306" y="connsiteY14306"/>
                </a:cxn>
                <a:cxn ang="0">
                  <a:pos x="connsiteX14307" y="connsiteY14307"/>
                </a:cxn>
                <a:cxn ang="0">
                  <a:pos x="connsiteX14308" y="connsiteY14308"/>
                </a:cxn>
                <a:cxn ang="0">
                  <a:pos x="connsiteX14309" y="connsiteY14309"/>
                </a:cxn>
                <a:cxn ang="0">
                  <a:pos x="connsiteX14310" y="connsiteY14310"/>
                </a:cxn>
                <a:cxn ang="0">
                  <a:pos x="connsiteX14311" y="connsiteY14311"/>
                </a:cxn>
                <a:cxn ang="0">
                  <a:pos x="connsiteX14312" y="connsiteY14312"/>
                </a:cxn>
                <a:cxn ang="0">
                  <a:pos x="connsiteX14313" y="connsiteY14313"/>
                </a:cxn>
                <a:cxn ang="0">
                  <a:pos x="connsiteX14314" y="connsiteY14314"/>
                </a:cxn>
                <a:cxn ang="0">
                  <a:pos x="connsiteX14315" y="connsiteY14315"/>
                </a:cxn>
                <a:cxn ang="0">
                  <a:pos x="connsiteX14316" y="connsiteY14316"/>
                </a:cxn>
                <a:cxn ang="0">
                  <a:pos x="connsiteX14317" y="connsiteY14317"/>
                </a:cxn>
                <a:cxn ang="0">
                  <a:pos x="connsiteX14318" y="connsiteY14318"/>
                </a:cxn>
                <a:cxn ang="0">
                  <a:pos x="connsiteX14319" y="connsiteY14319"/>
                </a:cxn>
                <a:cxn ang="0">
                  <a:pos x="connsiteX14320" y="connsiteY14320"/>
                </a:cxn>
                <a:cxn ang="0">
                  <a:pos x="connsiteX14321" y="connsiteY14321"/>
                </a:cxn>
                <a:cxn ang="0">
                  <a:pos x="connsiteX14322" y="connsiteY14322"/>
                </a:cxn>
                <a:cxn ang="0">
                  <a:pos x="connsiteX14323" y="connsiteY14323"/>
                </a:cxn>
                <a:cxn ang="0">
                  <a:pos x="connsiteX14324" y="connsiteY14324"/>
                </a:cxn>
                <a:cxn ang="0">
                  <a:pos x="connsiteX14325" y="connsiteY14325"/>
                </a:cxn>
                <a:cxn ang="0">
                  <a:pos x="connsiteX14326" y="connsiteY14326"/>
                </a:cxn>
                <a:cxn ang="0">
                  <a:pos x="connsiteX14327" y="connsiteY14327"/>
                </a:cxn>
                <a:cxn ang="0">
                  <a:pos x="connsiteX14328" y="connsiteY14328"/>
                </a:cxn>
                <a:cxn ang="0">
                  <a:pos x="connsiteX14329" y="connsiteY14329"/>
                </a:cxn>
                <a:cxn ang="0">
                  <a:pos x="connsiteX14330" y="connsiteY14330"/>
                </a:cxn>
                <a:cxn ang="0">
                  <a:pos x="connsiteX14331" y="connsiteY14331"/>
                </a:cxn>
                <a:cxn ang="0">
                  <a:pos x="connsiteX14332" y="connsiteY14332"/>
                </a:cxn>
                <a:cxn ang="0">
                  <a:pos x="connsiteX14333" y="connsiteY14333"/>
                </a:cxn>
                <a:cxn ang="0">
                  <a:pos x="connsiteX14334" y="connsiteY14334"/>
                </a:cxn>
                <a:cxn ang="0">
                  <a:pos x="connsiteX14335" y="connsiteY14335"/>
                </a:cxn>
                <a:cxn ang="0">
                  <a:pos x="connsiteX14336" y="connsiteY14336"/>
                </a:cxn>
                <a:cxn ang="0">
                  <a:pos x="connsiteX14337" y="connsiteY14337"/>
                </a:cxn>
                <a:cxn ang="0">
                  <a:pos x="connsiteX14338" y="connsiteY14338"/>
                </a:cxn>
                <a:cxn ang="0">
                  <a:pos x="connsiteX14339" y="connsiteY14339"/>
                </a:cxn>
                <a:cxn ang="0">
                  <a:pos x="connsiteX14340" y="connsiteY14340"/>
                </a:cxn>
                <a:cxn ang="0">
                  <a:pos x="connsiteX14341" y="connsiteY14341"/>
                </a:cxn>
                <a:cxn ang="0">
                  <a:pos x="connsiteX14342" y="connsiteY14342"/>
                </a:cxn>
                <a:cxn ang="0">
                  <a:pos x="connsiteX14343" y="connsiteY14343"/>
                </a:cxn>
                <a:cxn ang="0">
                  <a:pos x="connsiteX14344" y="connsiteY14344"/>
                </a:cxn>
                <a:cxn ang="0">
                  <a:pos x="connsiteX14345" y="connsiteY14345"/>
                </a:cxn>
                <a:cxn ang="0">
                  <a:pos x="connsiteX14346" y="connsiteY14346"/>
                </a:cxn>
                <a:cxn ang="0">
                  <a:pos x="connsiteX14347" y="connsiteY14347"/>
                </a:cxn>
                <a:cxn ang="0">
                  <a:pos x="connsiteX14348" y="connsiteY14348"/>
                </a:cxn>
                <a:cxn ang="0">
                  <a:pos x="connsiteX14349" y="connsiteY14349"/>
                </a:cxn>
                <a:cxn ang="0">
                  <a:pos x="connsiteX14350" y="connsiteY14350"/>
                </a:cxn>
                <a:cxn ang="0">
                  <a:pos x="connsiteX14351" y="connsiteY14351"/>
                </a:cxn>
                <a:cxn ang="0">
                  <a:pos x="connsiteX14352" y="connsiteY14352"/>
                </a:cxn>
                <a:cxn ang="0">
                  <a:pos x="connsiteX14353" y="connsiteY14353"/>
                </a:cxn>
                <a:cxn ang="0">
                  <a:pos x="connsiteX14354" y="connsiteY14354"/>
                </a:cxn>
                <a:cxn ang="0">
                  <a:pos x="connsiteX14355" y="connsiteY14355"/>
                </a:cxn>
                <a:cxn ang="0">
                  <a:pos x="connsiteX14356" y="connsiteY14356"/>
                </a:cxn>
                <a:cxn ang="0">
                  <a:pos x="connsiteX14357" y="connsiteY14357"/>
                </a:cxn>
                <a:cxn ang="0">
                  <a:pos x="connsiteX14358" y="connsiteY14358"/>
                </a:cxn>
                <a:cxn ang="0">
                  <a:pos x="connsiteX14359" y="connsiteY14359"/>
                </a:cxn>
                <a:cxn ang="0">
                  <a:pos x="connsiteX14360" y="connsiteY14360"/>
                </a:cxn>
                <a:cxn ang="0">
                  <a:pos x="connsiteX14361" y="connsiteY14361"/>
                </a:cxn>
                <a:cxn ang="0">
                  <a:pos x="connsiteX14362" y="connsiteY14362"/>
                </a:cxn>
                <a:cxn ang="0">
                  <a:pos x="connsiteX14363" y="connsiteY14363"/>
                </a:cxn>
                <a:cxn ang="0">
                  <a:pos x="connsiteX14364" y="connsiteY14364"/>
                </a:cxn>
                <a:cxn ang="0">
                  <a:pos x="connsiteX14365" y="connsiteY14365"/>
                </a:cxn>
                <a:cxn ang="0">
                  <a:pos x="connsiteX14366" y="connsiteY14366"/>
                </a:cxn>
                <a:cxn ang="0">
                  <a:pos x="connsiteX14367" y="connsiteY14367"/>
                </a:cxn>
                <a:cxn ang="0">
                  <a:pos x="connsiteX14368" y="connsiteY14368"/>
                </a:cxn>
                <a:cxn ang="0">
                  <a:pos x="connsiteX14369" y="connsiteY14369"/>
                </a:cxn>
                <a:cxn ang="0">
                  <a:pos x="connsiteX14370" y="connsiteY14370"/>
                </a:cxn>
                <a:cxn ang="0">
                  <a:pos x="connsiteX14371" y="connsiteY14371"/>
                </a:cxn>
                <a:cxn ang="0">
                  <a:pos x="connsiteX14372" y="connsiteY14372"/>
                </a:cxn>
                <a:cxn ang="0">
                  <a:pos x="connsiteX14373" y="connsiteY14373"/>
                </a:cxn>
                <a:cxn ang="0">
                  <a:pos x="connsiteX14374" y="connsiteY14374"/>
                </a:cxn>
                <a:cxn ang="0">
                  <a:pos x="connsiteX14375" y="connsiteY14375"/>
                </a:cxn>
                <a:cxn ang="0">
                  <a:pos x="connsiteX14376" y="connsiteY14376"/>
                </a:cxn>
                <a:cxn ang="0">
                  <a:pos x="connsiteX14377" y="connsiteY14377"/>
                </a:cxn>
                <a:cxn ang="0">
                  <a:pos x="connsiteX14378" y="connsiteY14378"/>
                </a:cxn>
                <a:cxn ang="0">
                  <a:pos x="connsiteX14379" y="connsiteY14379"/>
                </a:cxn>
                <a:cxn ang="0">
                  <a:pos x="connsiteX14380" y="connsiteY14380"/>
                </a:cxn>
                <a:cxn ang="0">
                  <a:pos x="connsiteX14381" y="connsiteY14381"/>
                </a:cxn>
                <a:cxn ang="0">
                  <a:pos x="connsiteX14382" y="connsiteY14382"/>
                </a:cxn>
                <a:cxn ang="0">
                  <a:pos x="connsiteX14383" y="connsiteY14383"/>
                </a:cxn>
                <a:cxn ang="0">
                  <a:pos x="connsiteX14384" y="connsiteY14384"/>
                </a:cxn>
                <a:cxn ang="0">
                  <a:pos x="connsiteX14385" y="connsiteY14385"/>
                </a:cxn>
                <a:cxn ang="0">
                  <a:pos x="connsiteX14386" y="connsiteY14386"/>
                </a:cxn>
                <a:cxn ang="0">
                  <a:pos x="connsiteX14387" y="connsiteY14387"/>
                </a:cxn>
                <a:cxn ang="0">
                  <a:pos x="connsiteX14388" y="connsiteY14388"/>
                </a:cxn>
                <a:cxn ang="0">
                  <a:pos x="connsiteX14389" y="connsiteY14389"/>
                </a:cxn>
                <a:cxn ang="0">
                  <a:pos x="connsiteX14390" y="connsiteY14390"/>
                </a:cxn>
                <a:cxn ang="0">
                  <a:pos x="connsiteX14391" y="connsiteY14391"/>
                </a:cxn>
                <a:cxn ang="0">
                  <a:pos x="connsiteX14392" y="connsiteY14392"/>
                </a:cxn>
                <a:cxn ang="0">
                  <a:pos x="connsiteX14393" y="connsiteY14393"/>
                </a:cxn>
                <a:cxn ang="0">
                  <a:pos x="connsiteX14394" y="connsiteY14394"/>
                </a:cxn>
                <a:cxn ang="0">
                  <a:pos x="connsiteX14395" y="connsiteY14395"/>
                </a:cxn>
                <a:cxn ang="0">
                  <a:pos x="connsiteX14396" y="connsiteY14396"/>
                </a:cxn>
                <a:cxn ang="0">
                  <a:pos x="connsiteX14397" y="connsiteY14397"/>
                </a:cxn>
                <a:cxn ang="0">
                  <a:pos x="connsiteX14398" y="connsiteY14398"/>
                </a:cxn>
                <a:cxn ang="0">
                  <a:pos x="connsiteX14399" y="connsiteY14399"/>
                </a:cxn>
                <a:cxn ang="0">
                  <a:pos x="connsiteX14400" y="connsiteY14400"/>
                </a:cxn>
                <a:cxn ang="0">
                  <a:pos x="connsiteX14401" y="connsiteY14401"/>
                </a:cxn>
                <a:cxn ang="0">
                  <a:pos x="connsiteX14402" y="connsiteY14402"/>
                </a:cxn>
                <a:cxn ang="0">
                  <a:pos x="connsiteX14403" y="connsiteY14403"/>
                </a:cxn>
                <a:cxn ang="0">
                  <a:pos x="connsiteX14404" y="connsiteY14404"/>
                </a:cxn>
                <a:cxn ang="0">
                  <a:pos x="connsiteX14405" y="connsiteY14405"/>
                </a:cxn>
                <a:cxn ang="0">
                  <a:pos x="connsiteX14406" y="connsiteY14406"/>
                </a:cxn>
                <a:cxn ang="0">
                  <a:pos x="connsiteX14407" y="connsiteY14407"/>
                </a:cxn>
                <a:cxn ang="0">
                  <a:pos x="connsiteX14408" y="connsiteY14408"/>
                </a:cxn>
                <a:cxn ang="0">
                  <a:pos x="connsiteX14409" y="connsiteY14409"/>
                </a:cxn>
                <a:cxn ang="0">
                  <a:pos x="connsiteX14410" y="connsiteY14410"/>
                </a:cxn>
                <a:cxn ang="0">
                  <a:pos x="connsiteX14411" y="connsiteY14411"/>
                </a:cxn>
                <a:cxn ang="0">
                  <a:pos x="connsiteX14412" y="connsiteY14412"/>
                </a:cxn>
                <a:cxn ang="0">
                  <a:pos x="connsiteX14413" y="connsiteY14413"/>
                </a:cxn>
                <a:cxn ang="0">
                  <a:pos x="connsiteX14414" y="connsiteY14414"/>
                </a:cxn>
                <a:cxn ang="0">
                  <a:pos x="connsiteX14415" y="connsiteY14415"/>
                </a:cxn>
                <a:cxn ang="0">
                  <a:pos x="connsiteX14416" y="connsiteY14416"/>
                </a:cxn>
                <a:cxn ang="0">
                  <a:pos x="connsiteX14417" y="connsiteY14417"/>
                </a:cxn>
                <a:cxn ang="0">
                  <a:pos x="connsiteX14418" y="connsiteY14418"/>
                </a:cxn>
                <a:cxn ang="0">
                  <a:pos x="connsiteX14419" y="connsiteY14419"/>
                </a:cxn>
                <a:cxn ang="0">
                  <a:pos x="connsiteX14420" y="connsiteY14420"/>
                </a:cxn>
                <a:cxn ang="0">
                  <a:pos x="connsiteX14421" y="connsiteY14421"/>
                </a:cxn>
                <a:cxn ang="0">
                  <a:pos x="connsiteX14422" y="connsiteY14422"/>
                </a:cxn>
                <a:cxn ang="0">
                  <a:pos x="connsiteX14423" y="connsiteY14423"/>
                </a:cxn>
                <a:cxn ang="0">
                  <a:pos x="connsiteX14424" y="connsiteY14424"/>
                </a:cxn>
                <a:cxn ang="0">
                  <a:pos x="connsiteX14425" y="connsiteY14425"/>
                </a:cxn>
                <a:cxn ang="0">
                  <a:pos x="connsiteX14426" y="connsiteY14426"/>
                </a:cxn>
                <a:cxn ang="0">
                  <a:pos x="connsiteX14427" y="connsiteY14427"/>
                </a:cxn>
                <a:cxn ang="0">
                  <a:pos x="connsiteX14428" y="connsiteY14428"/>
                </a:cxn>
                <a:cxn ang="0">
                  <a:pos x="connsiteX14429" y="connsiteY14429"/>
                </a:cxn>
                <a:cxn ang="0">
                  <a:pos x="connsiteX14430" y="connsiteY14430"/>
                </a:cxn>
                <a:cxn ang="0">
                  <a:pos x="connsiteX14431" y="connsiteY14431"/>
                </a:cxn>
                <a:cxn ang="0">
                  <a:pos x="connsiteX14432" y="connsiteY14432"/>
                </a:cxn>
                <a:cxn ang="0">
                  <a:pos x="connsiteX14433" y="connsiteY14433"/>
                </a:cxn>
                <a:cxn ang="0">
                  <a:pos x="connsiteX14434" y="connsiteY14434"/>
                </a:cxn>
                <a:cxn ang="0">
                  <a:pos x="connsiteX14435" y="connsiteY14435"/>
                </a:cxn>
                <a:cxn ang="0">
                  <a:pos x="connsiteX14436" y="connsiteY14436"/>
                </a:cxn>
                <a:cxn ang="0">
                  <a:pos x="connsiteX14437" y="connsiteY14437"/>
                </a:cxn>
                <a:cxn ang="0">
                  <a:pos x="connsiteX14438" y="connsiteY14438"/>
                </a:cxn>
                <a:cxn ang="0">
                  <a:pos x="connsiteX14439" y="connsiteY14439"/>
                </a:cxn>
                <a:cxn ang="0">
                  <a:pos x="connsiteX14440" y="connsiteY14440"/>
                </a:cxn>
                <a:cxn ang="0">
                  <a:pos x="connsiteX14441" y="connsiteY14441"/>
                </a:cxn>
                <a:cxn ang="0">
                  <a:pos x="connsiteX14442" y="connsiteY14442"/>
                </a:cxn>
                <a:cxn ang="0">
                  <a:pos x="connsiteX14443" y="connsiteY14443"/>
                </a:cxn>
                <a:cxn ang="0">
                  <a:pos x="connsiteX14444" y="connsiteY14444"/>
                </a:cxn>
                <a:cxn ang="0">
                  <a:pos x="connsiteX14445" y="connsiteY14445"/>
                </a:cxn>
                <a:cxn ang="0">
                  <a:pos x="connsiteX14446" y="connsiteY14446"/>
                </a:cxn>
                <a:cxn ang="0">
                  <a:pos x="connsiteX14447" y="connsiteY14447"/>
                </a:cxn>
                <a:cxn ang="0">
                  <a:pos x="connsiteX14448" y="connsiteY14448"/>
                </a:cxn>
                <a:cxn ang="0">
                  <a:pos x="connsiteX14449" y="connsiteY14449"/>
                </a:cxn>
                <a:cxn ang="0">
                  <a:pos x="connsiteX14450" y="connsiteY14450"/>
                </a:cxn>
                <a:cxn ang="0">
                  <a:pos x="connsiteX14451" y="connsiteY14451"/>
                </a:cxn>
                <a:cxn ang="0">
                  <a:pos x="connsiteX14452" y="connsiteY14452"/>
                </a:cxn>
                <a:cxn ang="0">
                  <a:pos x="connsiteX14453" y="connsiteY14453"/>
                </a:cxn>
                <a:cxn ang="0">
                  <a:pos x="connsiteX14454" y="connsiteY14454"/>
                </a:cxn>
                <a:cxn ang="0">
                  <a:pos x="connsiteX14455" y="connsiteY14455"/>
                </a:cxn>
                <a:cxn ang="0">
                  <a:pos x="connsiteX14456" y="connsiteY14456"/>
                </a:cxn>
                <a:cxn ang="0">
                  <a:pos x="connsiteX14457" y="connsiteY14457"/>
                </a:cxn>
                <a:cxn ang="0">
                  <a:pos x="connsiteX14458" y="connsiteY14458"/>
                </a:cxn>
                <a:cxn ang="0">
                  <a:pos x="connsiteX14459" y="connsiteY14459"/>
                </a:cxn>
                <a:cxn ang="0">
                  <a:pos x="connsiteX14460" y="connsiteY14460"/>
                </a:cxn>
                <a:cxn ang="0">
                  <a:pos x="connsiteX14461" y="connsiteY14461"/>
                </a:cxn>
                <a:cxn ang="0">
                  <a:pos x="connsiteX14462" y="connsiteY14462"/>
                </a:cxn>
                <a:cxn ang="0">
                  <a:pos x="connsiteX14463" y="connsiteY14463"/>
                </a:cxn>
                <a:cxn ang="0">
                  <a:pos x="connsiteX14464" y="connsiteY14464"/>
                </a:cxn>
                <a:cxn ang="0">
                  <a:pos x="connsiteX14465" y="connsiteY14465"/>
                </a:cxn>
                <a:cxn ang="0">
                  <a:pos x="connsiteX14466" y="connsiteY14466"/>
                </a:cxn>
                <a:cxn ang="0">
                  <a:pos x="connsiteX14467" y="connsiteY14467"/>
                </a:cxn>
                <a:cxn ang="0">
                  <a:pos x="connsiteX14468" y="connsiteY14468"/>
                </a:cxn>
                <a:cxn ang="0">
                  <a:pos x="connsiteX14469" y="connsiteY14469"/>
                </a:cxn>
                <a:cxn ang="0">
                  <a:pos x="connsiteX14470" y="connsiteY14470"/>
                </a:cxn>
                <a:cxn ang="0">
                  <a:pos x="connsiteX14471" y="connsiteY14471"/>
                </a:cxn>
                <a:cxn ang="0">
                  <a:pos x="connsiteX14472" y="connsiteY14472"/>
                </a:cxn>
                <a:cxn ang="0">
                  <a:pos x="connsiteX14473" y="connsiteY14473"/>
                </a:cxn>
                <a:cxn ang="0">
                  <a:pos x="connsiteX14474" y="connsiteY14474"/>
                </a:cxn>
                <a:cxn ang="0">
                  <a:pos x="connsiteX14475" y="connsiteY14475"/>
                </a:cxn>
                <a:cxn ang="0">
                  <a:pos x="connsiteX14476" y="connsiteY14476"/>
                </a:cxn>
                <a:cxn ang="0">
                  <a:pos x="connsiteX14477" y="connsiteY14477"/>
                </a:cxn>
                <a:cxn ang="0">
                  <a:pos x="connsiteX14478" y="connsiteY14478"/>
                </a:cxn>
                <a:cxn ang="0">
                  <a:pos x="connsiteX14479" y="connsiteY14479"/>
                </a:cxn>
                <a:cxn ang="0">
                  <a:pos x="connsiteX14480" y="connsiteY14480"/>
                </a:cxn>
                <a:cxn ang="0">
                  <a:pos x="connsiteX14481" y="connsiteY14481"/>
                </a:cxn>
                <a:cxn ang="0">
                  <a:pos x="connsiteX14482" y="connsiteY14482"/>
                </a:cxn>
                <a:cxn ang="0">
                  <a:pos x="connsiteX14483" y="connsiteY14483"/>
                </a:cxn>
                <a:cxn ang="0">
                  <a:pos x="connsiteX14484" y="connsiteY14484"/>
                </a:cxn>
                <a:cxn ang="0">
                  <a:pos x="connsiteX14485" y="connsiteY14485"/>
                </a:cxn>
                <a:cxn ang="0">
                  <a:pos x="connsiteX14486" y="connsiteY14486"/>
                </a:cxn>
                <a:cxn ang="0">
                  <a:pos x="connsiteX14487" y="connsiteY14487"/>
                </a:cxn>
                <a:cxn ang="0">
                  <a:pos x="connsiteX14488" y="connsiteY14488"/>
                </a:cxn>
                <a:cxn ang="0">
                  <a:pos x="connsiteX14489" y="connsiteY14489"/>
                </a:cxn>
                <a:cxn ang="0">
                  <a:pos x="connsiteX14490" y="connsiteY14490"/>
                </a:cxn>
                <a:cxn ang="0">
                  <a:pos x="connsiteX14491" y="connsiteY14491"/>
                </a:cxn>
                <a:cxn ang="0">
                  <a:pos x="connsiteX14492" y="connsiteY14492"/>
                </a:cxn>
                <a:cxn ang="0">
                  <a:pos x="connsiteX14493" y="connsiteY14493"/>
                </a:cxn>
                <a:cxn ang="0">
                  <a:pos x="connsiteX14494" y="connsiteY14494"/>
                </a:cxn>
                <a:cxn ang="0">
                  <a:pos x="connsiteX14495" y="connsiteY14495"/>
                </a:cxn>
                <a:cxn ang="0">
                  <a:pos x="connsiteX14496" y="connsiteY14496"/>
                </a:cxn>
                <a:cxn ang="0">
                  <a:pos x="connsiteX14497" y="connsiteY14497"/>
                </a:cxn>
                <a:cxn ang="0">
                  <a:pos x="connsiteX14498" y="connsiteY14498"/>
                </a:cxn>
                <a:cxn ang="0">
                  <a:pos x="connsiteX14499" y="connsiteY14499"/>
                </a:cxn>
                <a:cxn ang="0">
                  <a:pos x="connsiteX14500" y="connsiteY14500"/>
                </a:cxn>
                <a:cxn ang="0">
                  <a:pos x="connsiteX14501" y="connsiteY14501"/>
                </a:cxn>
                <a:cxn ang="0">
                  <a:pos x="connsiteX14502" y="connsiteY14502"/>
                </a:cxn>
                <a:cxn ang="0">
                  <a:pos x="connsiteX14503" y="connsiteY14503"/>
                </a:cxn>
                <a:cxn ang="0">
                  <a:pos x="connsiteX14504" y="connsiteY14504"/>
                </a:cxn>
                <a:cxn ang="0">
                  <a:pos x="connsiteX14505" y="connsiteY14505"/>
                </a:cxn>
                <a:cxn ang="0">
                  <a:pos x="connsiteX14506" y="connsiteY14506"/>
                </a:cxn>
                <a:cxn ang="0">
                  <a:pos x="connsiteX14507" y="connsiteY14507"/>
                </a:cxn>
                <a:cxn ang="0">
                  <a:pos x="connsiteX14508" y="connsiteY14508"/>
                </a:cxn>
                <a:cxn ang="0">
                  <a:pos x="connsiteX14509" y="connsiteY14509"/>
                </a:cxn>
                <a:cxn ang="0">
                  <a:pos x="connsiteX14510" y="connsiteY14510"/>
                </a:cxn>
                <a:cxn ang="0">
                  <a:pos x="connsiteX14511" y="connsiteY14511"/>
                </a:cxn>
                <a:cxn ang="0">
                  <a:pos x="connsiteX14512" y="connsiteY14512"/>
                </a:cxn>
                <a:cxn ang="0">
                  <a:pos x="connsiteX14513" y="connsiteY14513"/>
                </a:cxn>
                <a:cxn ang="0">
                  <a:pos x="connsiteX14514" y="connsiteY14514"/>
                </a:cxn>
                <a:cxn ang="0">
                  <a:pos x="connsiteX14515" y="connsiteY14515"/>
                </a:cxn>
                <a:cxn ang="0">
                  <a:pos x="connsiteX14516" y="connsiteY14516"/>
                </a:cxn>
                <a:cxn ang="0">
                  <a:pos x="connsiteX14517" y="connsiteY14517"/>
                </a:cxn>
                <a:cxn ang="0">
                  <a:pos x="connsiteX14518" y="connsiteY14518"/>
                </a:cxn>
                <a:cxn ang="0">
                  <a:pos x="connsiteX14519" y="connsiteY14519"/>
                </a:cxn>
                <a:cxn ang="0">
                  <a:pos x="connsiteX14520" y="connsiteY14520"/>
                </a:cxn>
                <a:cxn ang="0">
                  <a:pos x="connsiteX14521" y="connsiteY14521"/>
                </a:cxn>
                <a:cxn ang="0">
                  <a:pos x="connsiteX14522" y="connsiteY14522"/>
                </a:cxn>
                <a:cxn ang="0">
                  <a:pos x="connsiteX14523" y="connsiteY14523"/>
                </a:cxn>
                <a:cxn ang="0">
                  <a:pos x="connsiteX14524" y="connsiteY14524"/>
                </a:cxn>
                <a:cxn ang="0">
                  <a:pos x="connsiteX14525" y="connsiteY14525"/>
                </a:cxn>
                <a:cxn ang="0">
                  <a:pos x="connsiteX14526" y="connsiteY14526"/>
                </a:cxn>
                <a:cxn ang="0">
                  <a:pos x="connsiteX14527" y="connsiteY14527"/>
                </a:cxn>
                <a:cxn ang="0">
                  <a:pos x="connsiteX14528" y="connsiteY14528"/>
                </a:cxn>
                <a:cxn ang="0">
                  <a:pos x="connsiteX14529" y="connsiteY14529"/>
                </a:cxn>
                <a:cxn ang="0">
                  <a:pos x="connsiteX14530" y="connsiteY14530"/>
                </a:cxn>
                <a:cxn ang="0">
                  <a:pos x="connsiteX14531" y="connsiteY14531"/>
                </a:cxn>
                <a:cxn ang="0">
                  <a:pos x="connsiteX14532" y="connsiteY14532"/>
                </a:cxn>
                <a:cxn ang="0">
                  <a:pos x="connsiteX14533" y="connsiteY14533"/>
                </a:cxn>
                <a:cxn ang="0">
                  <a:pos x="connsiteX14534" y="connsiteY14534"/>
                </a:cxn>
                <a:cxn ang="0">
                  <a:pos x="connsiteX14535" y="connsiteY14535"/>
                </a:cxn>
                <a:cxn ang="0">
                  <a:pos x="connsiteX14536" y="connsiteY14536"/>
                </a:cxn>
                <a:cxn ang="0">
                  <a:pos x="connsiteX14537" y="connsiteY14537"/>
                </a:cxn>
                <a:cxn ang="0">
                  <a:pos x="connsiteX14538" y="connsiteY14538"/>
                </a:cxn>
                <a:cxn ang="0">
                  <a:pos x="connsiteX14539" y="connsiteY14539"/>
                </a:cxn>
                <a:cxn ang="0">
                  <a:pos x="connsiteX14540" y="connsiteY14540"/>
                </a:cxn>
                <a:cxn ang="0">
                  <a:pos x="connsiteX14541" y="connsiteY14541"/>
                </a:cxn>
                <a:cxn ang="0">
                  <a:pos x="connsiteX14542" y="connsiteY14542"/>
                </a:cxn>
                <a:cxn ang="0">
                  <a:pos x="connsiteX14543" y="connsiteY14543"/>
                </a:cxn>
                <a:cxn ang="0">
                  <a:pos x="connsiteX14544" y="connsiteY14544"/>
                </a:cxn>
                <a:cxn ang="0">
                  <a:pos x="connsiteX14545" y="connsiteY14545"/>
                </a:cxn>
                <a:cxn ang="0">
                  <a:pos x="connsiteX14546" y="connsiteY14546"/>
                </a:cxn>
                <a:cxn ang="0">
                  <a:pos x="connsiteX14547" y="connsiteY14547"/>
                </a:cxn>
                <a:cxn ang="0">
                  <a:pos x="connsiteX14548" y="connsiteY14548"/>
                </a:cxn>
                <a:cxn ang="0">
                  <a:pos x="connsiteX14549" y="connsiteY14549"/>
                </a:cxn>
                <a:cxn ang="0">
                  <a:pos x="connsiteX14550" y="connsiteY14550"/>
                </a:cxn>
                <a:cxn ang="0">
                  <a:pos x="connsiteX14551" y="connsiteY14551"/>
                </a:cxn>
                <a:cxn ang="0">
                  <a:pos x="connsiteX14552" y="connsiteY14552"/>
                </a:cxn>
                <a:cxn ang="0">
                  <a:pos x="connsiteX14553" y="connsiteY14553"/>
                </a:cxn>
                <a:cxn ang="0">
                  <a:pos x="connsiteX14554" y="connsiteY14554"/>
                </a:cxn>
                <a:cxn ang="0">
                  <a:pos x="connsiteX14555" y="connsiteY14555"/>
                </a:cxn>
                <a:cxn ang="0">
                  <a:pos x="connsiteX14556" y="connsiteY14556"/>
                </a:cxn>
                <a:cxn ang="0">
                  <a:pos x="connsiteX14557" y="connsiteY14557"/>
                </a:cxn>
                <a:cxn ang="0">
                  <a:pos x="connsiteX14558" y="connsiteY14558"/>
                </a:cxn>
                <a:cxn ang="0">
                  <a:pos x="connsiteX14559" y="connsiteY14559"/>
                </a:cxn>
                <a:cxn ang="0">
                  <a:pos x="connsiteX14560" y="connsiteY14560"/>
                </a:cxn>
                <a:cxn ang="0">
                  <a:pos x="connsiteX14561" y="connsiteY14561"/>
                </a:cxn>
                <a:cxn ang="0">
                  <a:pos x="connsiteX14562" y="connsiteY14562"/>
                </a:cxn>
                <a:cxn ang="0">
                  <a:pos x="connsiteX14563" y="connsiteY14563"/>
                </a:cxn>
                <a:cxn ang="0">
                  <a:pos x="connsiteX14564" y="connsiteY14564"/>
                </a:cxn>
                <a:cxn ang="0">
                  <a:pos x="connsiteX14565" y="connsiteY14565"/>
                </a:cxn>
                <a:cxn ang="0">
                  <a:pos x="connsiteX14566" y="connsiteY14566"/>
                </a:cxn>
                <a:cxn ang="0">
                  <a:pos x="connsiteX14567" y="connsiteY14567"/>
                </a:cxn>
                <a:cxn ang="0">
                  <a:pos x="connsiteX14568" y="connsiteY14568"/>
                </a:cxn>
                <a:cxn ang="0">
                  <a:pos x="connsiteX14569" y="connsiteY14569"/>
                </a:cxn>
                <a:cxn ang="0">
                  <a:pos x="connsiteX14570" y="connsiteY14570"/>
                </a:cxn>
                <a:cxn ang="0">
                  <a:pos x="connsiteX14571" y="connsiteY14571"/>
                </a:cxn>
                <a:cxn ang="0">
                  <a:pos x="connsiteX14572" y="connsiteY14572"/>
                </a:cxn>
                <a:cxn ang="0">
                  <a:pos x="connsiteX14573" y="connsiteY14573"/>
                </a:cxn>
                <a:cxn ang="0">
                  <a:pos x="connsiteX14574" y="connsiteY14574"/>
                </a:cxn>
                <a:cxn ang="0">
                  <a:pos x="connsiteX14575" y="connsiteY14575"/>
                </a:cxn>
                <a:cxn ang="0">
                  <a:pos x="connsiteX14576" y="connsiteY14576"/>
                </a:cxn>
                <a:cxn ang="0">
                  <a:pos x="connsiteX14577" y="connsiteY14577"/>
                </a:cxn>
                <a:cxn ang="0">
                  <a:pos x="connsiteX14578" y="connsiteY14578"/>
                </a:cxn>
                <a:cxn ang="0">
                  <a:pos x="connsiteX14579" y="connsiteY14579"/>
                </a:cxn>
                <a:cxn ang="0">
                  <a:pos x="connsiteX14580" y="connsiteY14580"/>
                </a:cxn>
                <a:cxn ang="0">
                  <a:pos x="connsiteX14581" y="connsiteY14581"/>
                </a:cxn>
                <a:cxn ang="0">
                  <a:pos x="connsiteX14582" y="connsiteY14582"/>
                </a:cxn>
                <a:cxn ang="0">
                  <a:pos x="connsiteX14583" y="connsiteY14583"/>
                </a:cxn>
                <a:cxn ang="0">
                  <a:pos x="connsiteX14584" y="connsiteY14584"/>
                </a:cxn>
                <a:cxn ang="0">
                  <a:pos x="connsiteX14585" y="connsiteY14585"/>
                </a:cxn>
                <a:cxn ang="0">
                  <a:pos x="connsiteX14586" y="connsiteY14586"/>
                </a:cxn>
                <a:cxn ang="0">
                  <a:pos x="connsiteX14587" y="connsiteY14587"/>
                </a:cxn>
                <a:cxn ang="0">
                  <a:pos x="connsiteX14588" y="connsiteY14588"/>
                </a:cxn>
                <a:cxn ang="0">
                  <a:pos x="connsiteX14589" y="connsiteY14589"/>
                </a:cxn>
                <a:cxn ang="0">
                  <a:pos x="connsiteX14590" y="connsiteY14590"/>
                </a:cxn>
                <a:cxn ang="0">
                  <a:pos x="connsiteX14591" y="connsiteY14591"/>
                </a:cxn>
                <a:cxn ang="0">
                  <a:pos x="connsiteX14592" y="connsiteY14592"/>
                </a:cxn>
                <a:cxn ang="0">
                  <a:pos x="connsiteX14593" y="connsiteY14593"/>
                </a:cxn>
                <a:cxn ang="0">
                  <a:pos x="connsiteX14594" y="connsiteY14594"/>
                </a:cxn>
                <a:cxn ang="0">
                  <a:pos x="connsiteX14595" y="connsiteY14595"/>
                </a:cxn>
                <a:cxn ang="0">
                  <a:pos x="connsiteX14596" y="connsiteY14596"/>
                </a:cxn>
                <a:cxn ang="0">
                  <a:pos x="connsiteX14597" y="connsiteY14597"/>
                </a:cxn>
                <a:cxn ang="0">
                  <a:pos x="connsiteX14598" y="connsiteY14598"/>
                </a:cxn>
                <a:cxn ang="0">
                  <a:pos x="connsiteX14599" y="connsiteY14599"/>
                </a:cxn>
                <a:cxn ang="0">
                  <a:pos x="connsiteX14600" y="connsiteY14600"/>
                </a:cxn>
                <a:cxn ang="0">
                  <a:pos x="connsiteX14601" y="connsiteY14601"/>
                </a:cxn>
                <a:cxn ang="0">
                  <a:pos x="connsiteX14602" y="connsiteY14602"/>
                </a:cxn>
                <a:cxn ang="0">
                  <a:pos x="connsiteX14603" y="connsiteY14603"/>
                </a:cxn>
                <a:cxn ang="0">
                  <a:pos x="connsiteX14604" y="connsiteY14604"/>
                </a:cxn>
                <a:cxn ang="0">
                  <a:pos x="connsiteX14605" y="connsiteY14605"/>
                </a:cxn>
                <a:cxn ang="0">
                  <a:pos x="connsiteX14606" y="connsiteY14606"/>
                </a:cxn>
                <a:cxn ang="0">
                  <a:pos x="connsiteX14607" y="connsiteY14607"/>
                </a:cxn>
                <a:cxn ang="0">
                  <a:pos x="connsiteX14608" y="connsiteY14608"/>
                </a:cxn>
                <a:cxn ang="0">
                  <a:pos x="connsiteX14609" y="connsiteY14609"/>
                </a:cxn>
                <a:cxn ang="0">
                  <a:pos x="connsiteX14610" y="connsiteY14610"/>
                </a:cxn>
                <a:cxn ang="0">
                  <a:pos x="connsiteX14611" y="connsiteY14611"/>
                </a:cxn>
                <a:cxn ang="0">
                  <a:pos x="connsiteX14612" y="connsiteY14612"/>
                </a:cxn>
                <a:cxn ang="0">
                  <a:pos x="connsiteX14613" y="connsiteY14613"/>
                </a:cxn>
                <a:cxn ang="0">
                  <a:pos x="connsiteX14614" y="connsiteY14614"/>
                </a:cxn>
                <a:cxn ang="0">
                  <a:pos x="connsiteX14615" y="connsiteY14615"/>
                </a:cxn>
                <a:cxn ang="0">
                  <a:pos x="connsiteX14616" y="connsiteY14616"/>
                </a:cxn>
                <a:cxn ang="0">
                  <a:pos x="connsiteX14617" y="connsiteY14617"/>
                </a:cxn>
                <a:cxn ang="0">
                  <a:pos x="connsiteX14618" y="connsiteY14618"/>
                </a:cxn>
                <a:cxn ang="0">
                  <a:pos x="connsiteX14619" y="connsiteY14619"/>
                </a:cxn>
                <a:cxn ang="0">
                  <a:pos x="connsiteX14620" y="connsiteY14620"/>
                </a:cxn>
                <a:cxn ang="0">
                  <a:pos x="connsiteX14621" y="connsiteY14621"/>
                </a:cxn>
                <a:cxn ang="0">
                  <a:pos x="connsiteX14622" y="connsiteY14622"/>
                </a:cxn>
                <a:cxn ang="0">
                  <a:pos x="connsiteX14623" y="connsiteY14623"/>
                </a:cxn>
                <a:cxn ang="0">
                  <a:pos x="connsiteX14624" y="connsiteY14624"/>
                </a:cxn>
                <a:cxn ang="0">
                  <a:pos x="connsiteX14625" y="connsiteY14625"/>
                </a:cxn>
                <a:cxn ang="0">
                  <a:pos x="connsiteX14626" y="connsiteY14626"/>
                </a:cxn>
                <a:cxn ang="0">
                  <a:pos x="connsiteX14627" y="connsiteY14627"/>
                </a:cxn>
                <a:cxn ang="0">
                  <a:pos x="connsiteX14628" y="connsiteY14628"/>
                </a:cxn>
                <a:cxn ang="0">
                  <a:pos x="connsiteX14629" y="connsiteY14629"/>
                </a:cxn>
                <a:cxn ang="0">
                  <a:pos x="connsiteX14630" y="connsiteY14630"/>
                </a:cxn>
                <a:cxn ang="0">
                  <a:pos x="connsiteX14631" y="connsiteY14631"/>
                </a:cxn>
                <a:cxn ang="0">
                  <a:pos x="connsiteX14632" y="connsiteY14632"/>
                </a:cxn>
                <a:cxn ang="0">
                  <a:pos x="connsiteX14633" y="connsiteY14633"/>
                </a:cxn>
                <a:cxn ang="0">
                  <a:pos x="connsiteX14634" y="connsiteY14634"/>
                </a:cxn>
                <a:cxn ang="0">
                  <a:pos x="connsiteX14635" y="connsiteY14635"/>
                </a:cxn>
                <a:cxn ang="0">
                  <a:pos x="connsiteX14636" y="connsiteY14636"/>
                </a:cxn>
                <a:cxn ang="0">
                  <a:pos x="connsiteX14637" y="connsiteY14637"/>
                </a:cxn>
                <a:cxn ang="0">
                  <a:pos x="connsiteX14638" y="connsiteY14638"/>
                </a:cxn>
                <a:cxn ang="0">
                  <a:pos x="connsiteX14639" y="connsiteY14639"/>
                </a:cxn>
                <a:cxn ang="0">
                  <a:pos x="connsiteX14640" y="connsiteY14640"/>
                </a:cxn>
                <a:cxn ang="0">
                  <a:pos x="connsiteX14641" y="connsiteY14641"/>
                </a:cxn>
                <a:cxn ang="0">
                  <a:pos x="connsiteX14642" y="connsiteY14642"/>
                </a:cxn>
                <a:cxn ang="0">
                  <a:pos x="connsiteX14643" y="connsiteY14643"/>
                </a:cxn>
                <a:cxn ang="0">
                  <a:pos x="connsiteX14644" y="connsiteY14644"/>
                </a:cxn>
                <a:cxn ang="0">
                  <a:pos x="connsiteX14645" y="connsiteY14645"/>
                </a:cxn>
                <a:cxn ang="0">
                  <a:pos x="connsiteX14646" y="connsiteY14646"/>
                </a:cxn>
                <a:cxn ang="0">
                  <a:pos x="connsiteX14647" y="connsiteY14647"/>
                </a:cxn>
                <a:cxn ang="0">
                  <a:pos x="connsiteX14648" y="connsiteY14648"/>
                </a:cxn>
                <a:cxn ang="0">
                  <a:pos x="connsiteX14649" y="connsiteY14649"/>
                </a:cxn>
              </a:cxnLst>
              <a:rect l="l" t="t" r="r" b="b"/>
              <a:pathLst>
                <a:path w="3219450" h="2495550">
                  <a:moveTo>
                    <a:pt x="2100453" y="2106930"/>
                  </a:moveTo>
                  <a:lnTo>
                    <a:pt x="2098167" y="2106263"/>
                  </a:lnTo>
                  <a:lnTo>
                    <a:pt x="2096738" y="2106454"/>
                  </a:lnTo>
                  <a:lnTo>
                    <a:pt x="2096262" y="2107025"/>
                  </a:lnTo>
                  <a:lnTo>
                    <a:pt x="2096548" y="2107883"/>
                  </a:lnTo>
                  <a:lnTo>
                    <a:pt x="2098262" y="2109788"/>
                  </a:lnTo>
                  <a:lnTo>
                    <a:pt x="2099405" y="2110835"/>
                  </a:lnTo>
                  <a:lnTo>
                    <a:pt x="2100263" y="2111121"/>
                  </a:lnTo>
                  <a:lnTo>
                    <a:pt x="2100263" y="2109788"/>
                  </a:lnTo>
                  <a:lnTo>
                    <a:pt x="2100644" y="2109788"/>
                  </a:lnTo>
                  <a:lnTo>
                    <a:pt x="2101406" y="2111788"/>
                  </a:lnTo>
                  <a:lnTo>
                    <a:pt x="2101977" y="2112645"/>
                  </a:lnTo>
                  <a:lnTo>
                    <a:pt x="2102739" y="2113217"/>
                  </a:lnTo>
                  <a:lnTo>
                    <a:pt x="2103120" y="2112455"/>
                  </a:lnTo>
                  <a:lnTo>
                    <a:pt x="2103501" y="2113502"/>
                  </a:lnTo>
                  <a:lnTo>
                    <a:pt x="2103978" y="2114360"/>
                  </a:lnTo>
                  <a:lnTo>
                    <a:pt x="2104739" y="2115026"/>
                  </a:lnTo>
                  <a:lnTo>
                    <a:pt x="2105882" y="2115217"/>
                  </a:lnTo>
                  <a:lnTo>
                    <a:pt x="2106645" y="2115122"/>
                  </a:lnTo>
                  <a:lnTo>
                    <a:pt x="2107121" y="2114741"/>
                  </a:lnTo>
                  <a:lnTo>
                    <a:pt x="2107121" y="2114169"/>
                  </a:lnTo>
                  <a:lnTo>
                    <a:pt x="2106645" y="2113502"/>
                  </a:lnTo>
                  <a:lnTo>
                    <a:pt x="2106359" y="2112931"/>
                  </a:lnTo>
                  <a:lnTo>
                    <a:pt x="2105787" y="2111312"/>
                  </a:lnTo>
                  <a:lnTo>
                    <a:pt x="2105597" y="2110931"/>
                  </a:lnTo>
                  <a:lnTo>
                    <a:pt x="2104168" y="2110645"/>
                  </a:lnTo>
                  <a:lnTo>
                    <a:pt x="2103120" y="2109978"/>
                  </a:lnTo>
                  <a:lnTo>
                    <a:pt x="2101025" y="2107311"/>
                  </a:lnTo>
                  <a:lnTo>
                    <a:pt x="2100453" y="2106930"/>
                  </a:lnTo>
                  <a:close/>
                  <a:moveTo>
                    <a:pt x="2100548" y="2117217"/>
                  </a:moveTo>
                  <a:lnTo>
                    <a:pt x="2101311" y="2117979"/>
                  </a:lnTo>
                  <a:lnTo>
                    <a:pt x="2103120" y="2119217"/>
                  </a:lnTo>
                  <a:lnTo>
                    <a:pt x="2105120" y="2120741"/>
                  </a:lnTo>
                  <a:lnTo>
                    <a:pt x="2107216" y="2123218"/>
                  </a:lnTo>
                  <a:lnTo>
                    <a:pt x="2108549" y="2124075"/>
                  </a:lnTo>
                  <a:lnTo>
                    <a:pt x="2109311" y="2123694"/>
                  </a:lnTo>
                  <a:lnTo>
                    <a:pt x="2109502" y="2122361"/>
                  </a:lnTo>
                  <a:lnTo>
                    <a:pt x="2109026" y="2120551"/>
                  </a:lnTo>
                  <a:lnTo>
                    <a:pt x="2107311" y="2118932"/>
                  </a:lnTo>
                  <a:lnTo>
                    <a:pt x="2105787" y="2118170"/>
                  </a:lnTo>
                  <a:lnTo>
                    <a:pt x="2105692" y="2118074"/>
                  </a:lnTo>
                  <a:lnTo>
                    <a:pt x="2105216" y="2116931"/>
                  </a:lnTo>
                  <a:lnTo>
                    <a:pt x="2105025" y="2116074"/>
                  </a:lnTo>
                  <a:lnTo>
                    <a:pt x="2104358" y="2115693"/>
                  </a:lnTo>
                  <a:lnTo>
                    <a:pt x="2103215" y="2115503"/>
                  </a:lnTo>
                  <a:lnTo>
                    <a:pt x="2101977" y="2115979"/>
                  </a:lnTo>
                  <a:lnTo>
                    <a:pt x="2100644" y="2116265"/>
                  </a:lnTo>
                  <a:lnTo>
                    <a:pt x="2100644" y="2117217"/>
                  </a:lnTo>
                  <a:close/>
                  <a:moveTo>
                    <a:pt x="2102549" y="2103025"/>
                  </a:moveTo>
                  <a:lnTo>
                    <a:pt x="2102072" y="2104073"/>
                  </a:lnTo>
                  <a:lnTo>
                    <a:pt x="2102263" y="2105787"/>
                  </a:lnTo>
                  <a:lnTo>
                    <a:pt x="2103025" y="2107216"/>
                  </a:lnTo>
                  <a:lnTo>
                    <a:pt x="2104168" y="2108168"/>
                  </a:lnTo>
                  <a:lnTo>
                    <a:pt x="2104644" y="2107787"/>
                  </a:lnTo>
                  <a:lnTo>
                    <a:pt x="2104644" y="2106359"/>
                  </a:lnTo>
                  <a:lnTo>
                    <a:pt x="2104168" y="2104835"/>
                  </a:lnTo>
                  <a:lnTo>
                    <a:pt x="2103311" y="2104263"/>
                  </a:lnTo>
                  <a:lnTo>
                    <a:pt x="2103311" y="2103596"/>
                  </a:lnTo>
                  <a:lnTo>
                    <a:pt x="2102549" y="2103025"/>
                  </a:lnTo>
                  <a:close/>
                  <a:moveTo>
                    <a:pt x="2103215" y="2151983"/>
                  </a:moveTo>
                  <a:lnTo>
                    <a:pt x="2103406" y="2151602"/>
                  </a:lnTo>
                  <a:lnTo>
                    <a:pt x="2103501" y="2151221"/>
                  </a:lnTo>
                  <a:lnTo>
                    <a:pt x="2103215" y="2150936"/>
                  </a:lnTo>
                  <a:lnTo>
                    <a:pt x="2102739" y="2150840"/>
                  </a:lnTo>
                  <a:lnTo>
                    <a:pt x="2100263" y="2151602"/>
                  </a:lnTo>
                  <a:lnTo>
                    <a:pt x="2099882" y="2151983"/>
                  </a:lnTo>
                  <a:lnTo>
                    <a:pt x="2099977" y="2152364"/>
                  </a:lnTo>
                  <a:lnTo>
                    <a:pt x="2100358" y="2152555"/>
                  </a:lnTo>
                  <a:lnTo>
                    <a:pt x="2100358" y="2153126"/>
                  </a:lnTo>
                  <a:lnTo>
                    <a:pt x="2100168" y="2153698"/>
                  </a:lnTo>
                  <a:lnTo>
                    <a:pt x="2100929" y="2154079"/>
                  </a:lnTo>
                  <a:lnTo>
                    <a:pt x="2103787" y="2153507"/>
                  </a:lnTo>
                  <a:lnTo>
                    <a:pt x="2104263" y="2152936"/>
                  </a:lnTo>
                  <a:lnTo>
                    <a:pt x="2103501" y="2152745"/>
                  </a:lnTo>
                  <a:lnTo>
                    <a:pt x="2103215" y="2151983"/>
                  </a:lnTo>
                  <a:close/>
                  <a:moveTo>
                    <a:pt x="2106263" y="2150555"/>
                  </a:moveTo>
                  <a:lnTo>
                    <a:pt x="2105978" y="2150555"/>
                  </a:lnTo>
                  <a:lnTo>
                    <a:pt x="2105692" y="2150364"/>
                  </a:lnTo>
                  <a:lnTo>
                    <a:pt x="2105882" y="2150174"/>
                  </a:lnTo>
                  <a:lnTo>
                    <a:pt x="2105882" y="2150078"/>
                  </a:lnTo>
                  <a:lnTo>
                    <a:pt x="2105597" y="2150174"/>
                  </a:lnTo>
                  <a:lnTo>
                    <a:pt x="2105311" y="2150078"/>
                  </a:lnTo>
                  <a:lnTo>
                    <a:pt x="2104930" y="2149983"/>
                  </a:lnTo>
                  <a:lnTo>
                    <a:pt x="2105120" y="2149507"/>
                  </a:lnTo>
                  <a:lnTo>
                    <a:pt x="2105406" y="2149507"/>
                  </a:lnTo>
                  <a:lnTo>
                    <a:pt x="2105597" y="2149412"/>
                  </a:lnTo>
                  <a:lnTo>
                    <a:pt x="2105692" y="2149221"/>
                  </a:lnTo>
                  <a:lnTo>
                    <a:pt x="2105692" y="2148935"/>
                  </a:lnTo>
                  <a:lnTo>
                    <a:pt x="2105406" y="2148935"/>
                  </a:lnTo>
                  <a:lnTo>
                    <a:pt x="2104835" y="2148840"/>
                  </a:lnTo>
                  <a:lnTo>
                    <a:pt x="2104549" y="2148650"/>
                  </a:lnTo>
                  <a:lnTo>
                    <a:pt x="2104073" y="2148745"/>
                  </a:lnTo>
                  <a:lnTo>
                    <a:pt x="2103978" y="2148840"/>
                  </a:lnTo>
                  <a:lnTo>
                    <a:pt x="2103596" y="2148935"/>
                  </a:lnTo>
                  <a:lnTo>
                    <a:pt x="2103501" y="2149412"/>
                  </a:lnTo>
                  <a:lnTo>
                    <a:pt x="2103501" y="2149412"/>
                  </a:lnTo>
                  <a:lnTo>
                    <a:pt x="2103596" y="2149602"/>
                  </a:lnTo>
                  <a:lnTo>
                    <a:pt x="2104073" y="2150078"/>
                  </a:lnTo>
                  <a:lnTo>
                    <a:pt x="2104073" y="2150078"/>
                  </a:lnTo>
                  <a:lnTo>
                    <a:pt x="2104263" y="2151602"/>
                  </a:lnTo>
                  <a:lnTo>
                    <a:pt x="2104073" y="2151698"/>
                  </a:lnTo>
                  <a:lnTo>
                    <a:pt x="2104168" y="2151983"/>
                  </a:lnTo>
                  <a:lnTo>
                    <a:pt x="2104358" y="2152079"/>
                  </a:lnTo>
                  <a:lnTo>
                    <a:pt x="2104454" y="2152079"/>
                  </a:lnTo>
                  <a:lnTo>
                    <a:pt x="2104549" y="2152079"/>
                  </a:lnTo>
                  <a:lnTo>
                    <a:pt x="2104549" y="2151983"/>
                  </a:lnTo>
                  <a:lnTo>
                    <a:pt x="2104835" y="2151793"/>
                  </a:lnTo>
                  <a:lnTo>
                    <a:pt x="2105120" y="2152079"/>
                  </a:lnTo>
                  <a:lnTo>
                    <a:pt x="2105311" y="2152079"/>
                  </a:lnTo>
                  <a:lnTo>
                    <a:pt x="2105216" y="2151793"/>
                  </a:lnTo>
                  <a:lnTo>
                    <a:pt x="2105311" y="2151507"/>
                  </a:lnTo>
                  <a:lnTo>
                    <a:pt x="2105311" y="2151126"/>
                  </a:lnTo>
                  <a:lnTo>
                    <a:pt x="2105502" y="2151317"/>
                  </a:lnTo>
                  <a:lnTo>
                    <a:pt x="2105692" y="2151317"/>
                  </a:lnTo>
                  <a:lnTo>
                    <a:pt x="2105882" y="2151221"/>
                  </a:lnTo>
                  <a:lnTo>
                    <a:pt x="2105882" y="2150936"/>
                  </a:lnTo>
                  <a:lnTo>
                    <a:pt x="2106168" y="2151126"/>
                  </a:lnTo>
                  <a:lnTo>
                    <a:pt x="2106263" y="2151126"/>
                  </a:lnTo>
                  <a:lnTo>
                    <a:pt x="2106359" y="2151126"/>
                  </a:lnTo>
                  <a:lnTo>
                    <a:pt x="2106359" y="2151031"/>
                  </a:lnTo>
                  <a:lnTo>
                    <a:pt x="2106359" y="2150936"/>
                  </a:lnTo>
                  <a:lnTo>
                    <a:pt x="2106263" y="2150555"/>
                  </a:lnTo>
                  <a:close/>
                  <a:moveTo>
                    <a:pt x="2103120" y="2147030"/>
                  </a:moveTo>
                  <a:lnTo>
                    <a:pt x="2103120" y="2147030"/>
                  </a:lnTo>
                  <a:lnTo>
                    <a:pt x="2102930" y="2147221"/>
                  </a:lnTo>
                  <a:lnTo>
                    <a:pt x="2102835" y="2147507"/>
                  </a:lnTo>
                  <a:lnTo>
                    <a:pt x="2102835" y="2147602"/>
                  </a:lnTo>
                  <a:lnTo>
                    <a:pt x="2102835" y="2147602"/>
                  </a:lnTo>
                  <a:lnTo>
                    <a:pt x="2103120" y="2148173"/>
                  </a:lnTo>
                  <a:lnTo>
                    <a:pt x="2103120" y="2148173"/>
                  </a:lnTo>
                  <a:lnTo>
                    <a:pt x="2103311" y="2147888"/>
                  </a:lnTo>
                  <a:lnTo>
                    <a:pt x="2103501" y="2147888"/>
                  </a:lnTo>
                  <a:lnTo>
                    <a:pt x="2103692" y="2147697"/>
                  </a:lnTo>
                  <a:lnTo>
                    <a:pt x="2103882" y="2147697"/>
                  </a:lnTo>
                  <a:lnTo>
                    <a:pt x="2104073" y="2147602"/>
                  </a:lnTo>
                  <a:lnTo>
                    <a:pt x="2104358" y="2147411"/>
                  </a:lnTo>
                  <a:lnTo>
                    <a:pt x="2104549" y="2147316"/>
                  </a:lnTo>
                  <a:lnTo>
                    <a:pt x="2104549" y="2147030"/>
                  </a:lnTo>
                  <a:lnTo>
                    <a:pt x="2104549" y="2146935"/>
                  </a:lnTo>
                  <a:lnTo>
                    <a:pt x="2104644" y="2146840"/>
                  </a:lnTo>
                  <a:lnTo>
                    <a:pt x="2104739" y="2146935"/>
                  </a:lnTo>
                  <a:lnTo>
                    <a:pt x="2104739" y="2146935"/>
                  </a:lnTo>
                  <a:lnTo>
                    <a:pt x="2104930" y="2146649"/>
                  </a:lnTo>
                  <a:lnTo>
                    <a:pt x="2104549" y="2146840"/>
                  </a:lnTo>
                  <a:lnTo>
                    <a:pt x="2104454" y="2146840"/>
                  </a:lnTo>
                  <a:lnTo>
                    <a:pt x="2104454" y="2146745"/>
                  </a:lnTo>
                  <a:lnTo>
                    <a:pt x="2104644" y="2146649"/>
                  </a:lnTo>
                  <a:lnTo>
                    <a:pt x="2104930" y="2146649"/>
                  </a:lnTo>
                  <a:lnTo>
                    <a:pt x="2104835" y="2146459"/>
                  </a:lnTo>
                  <a:lnTo>
                    <a:pt x="2104739" y="2146268"/>
                  </a:lnTo>
                  <a:lnTo>
                    <a:pt x="2104549" y="2146173"/>
                  </a:lnTo>
                  <a:lnTo>
                    <a:pt x="2104168" y="2146078"/>
                  </a:lnTo>
                  <a:lnTo>
                    <a:pt x="2104168" y="2145983"/>
                  </a:lnTo>
                  <a:lnTo>
                    <a:pt x="2103882" y="2145792"/>
                  </a:lnTo>
                  <a:lnTo>
                    <a:pt x="2103787" y="2145983"/>
                  </a:lnTo>
                  <a:lnTo>
                    <a:pt x="2103692" y="2146078"/>
                  </a:lnTo>
                  <a:lnTo>
                    <a:pt x="2103311" y="2146078"/>
                  </a:lnTo>
                  <a:lnTo>
                    <a:pt x="2103311" y="2146078"/>
                  </a:lnTo>
                  <a:lnTo>
                    <a:pt x="2103025" y="2146173"/>
                  </a:lnTo>
                  <a:lnTo>
                    <a:pt x="2103215" y="2146459"/>
                  </a:lnTo>
                  <a:lnTo>
                    <a:pt x="2103501" y="2146364"/>
                  </a:lnTo>
                  <a:lnTo>
                    <a:pt x="2103501" y="2146268"/>
                  </a:lnTo>
                  <a:lnTo>
                    <a:pt x="2103596" y="2146268"/>
                  </a:lnTo>
                  <a:lnTo>
                    <a:pt x="2103692" y="2146459"/>
                  </a:lnTo>
                  <a:lnTo>
                    <a:pt x="2103406" y="2146840"/>
                  </a:lnTo>
                  <a:lnTo>
                    <a:pt x="2103120" y="2147030"/>
                  </a:lnTo>
                  <a:close/>
                  <a:moveTo>
                    <a:pt x="2130457" y="2138458"/>
                  </a:moveTo>
                  <a:lnTo>
                    <a:pt x="2129219" y="2139410"/>
                  </a:lnTo>
                  <a:lnTo>
                    <a:pt x="2129028" y="2139029"/>
                  </a:lnTo>
                  <a:lnTo>
                    <a:pt x="2128076" y="2139791"/>
                  </a:lnTo>
                  <a:lnTo>
                    <a:pt x="2127695" y="2140458"/>
                  </a:lnTo>
                  <a:lnTo>
                    <a:pt x="2127219" y="2140553"/>
                  </a:lnTo>
                  <a:lnTo>
                    <a:pt x="2126837" y="2141220"/>
                  </a:lnTo>
                  <a:lnTo>
                    <a:pt x="2126076" y="2141030"/>
                  </a:lnTo>
                  <a:lnTo>
                    <a:pt x="2124837" y="2141696"/>
                  </a:lnTo>
                  <a:lnTo>
                    <a:pt x="2124266" y="2141887"/>
                  </a:lnTo>
                  <a:lnTo>
                    <a:pt x="2123885" y="2141506"/>
                  </a:lnTo>
                  <a:lnTo>
                    <a:pt x="2123313" y="2141506"/>
                  </a:lnTo>
                  <a:lnTo>
                    <a:pt x="2122361" y="2141506"/>
                  </a:lnTo>
                  <a:lnTo>
                    <a:pt x="2121885" y="2142268"/>
                  </a:lnTo>
                  <a:lnTo>
                    <a:pt x="2121503" y="2142649"/>
                  </a:lnTo>
                  <a:lnTo>
                    <a:pt x="2121027" y="2142744"/>
                  </a:lnTo>
                  <a:lnTo>
                    <a:pt x="2121027" y="2142839"/>
                  </a:lnTo>
                  <a:lnTo>
                    <a:pt x="2120646" y="2143125"/>
                  </a:lnTo>
                  <a:lnTo>
                    <a:pt x="2120170" y="2143506"/>
                  </a:lnTo>
                  <a:lnTo>
                    <a:pt x="2120170" y="2143506"/>
                  </a:lnTo>
                  <a:lnTo>
                    <a:pt x="2120170" y="2143506"/>
                  </a:lnTo>
                  <a:lnTo>
                    <a:pt x="2120456" y="2143792"/>
                  </a:lnTo>
                  <a:lnTo>
                    <a:pt x="2120456" y="2144173"/>
                  </a:lnTo>
                  <a:lnTo>
                    <a:pt x="2120075" y="2144268"/>
                  </a:lnTo>
                  <a:lnTo>
                    <a:pt x="2120075" y="2144744"/>
                  </a:lnTo>
                  <a:lnTo>
                    <a:pt x="2119598" y="2144744"/>
                  </a:lnTo>
                  <a:lnTo>
                    <a:pt x="2119503" y="2145030"/>
                  </a:lnTo>
                  <a:lnTo>
                    <a:pt x="2119503" y="2145602"/>
                  </a:lnTo>
                  <a:lnTo>
                    <a:pt x="2119598" y="2146364"/>
                  </a:lnTo>
                  <a:lnTo>
                    <a:pt x="2119979" y="2146840"/>
                  </a:lnTo>
                  <a:lnTo>
                    <a:pt x="2120646" y="2146554"/>
                  </a:lnTo>
                  <a:lnTo>
                    <a:pt x="2121408" y="2145887"/>
                  </a:lnTo>
                  <a:lnTo>
                    <a:pt x="2121980" y="2145506"/>
                  </a:lnTo>
                  <a:lnTo>
                    <a:pt x="2122456" y="2145411"/>
                  </a:lnTo>
                  <a:lnTo>
                    <a:pt x="2122551" y="2145792"/>
                  </a:lnTo>
                  <a:lnTo>
                    <a:pt x="2123218" y="2146459"/>
                  </a:lnTo>
                  <a:lnTo>
                    <a:pt x="2123885" y="2146364"/>
                  </a:lnTo>
                  <a:lnTo>
                    <a:pt x="2124361" y="2146078"/>
                  </a:lnTo>
                  <a:lnTo>
                    <a:pt x="2124361" y="2145697"/>
                  </a:lnTo>
                  <a:lnTo>
                    <a:pt x="2123789" y="2145602"/>
                  </a:lnTo>
                  <a:lnTo>
                    <a:pt x="2123980" y="2145316"/>
                  </a:lnTo>
                  <a:lnTo>
                    <a:pt x="2124361" y="2145316"/>
                  </a:lnTo>
                  <a:lnTo>
                    <a:pt x="2125218" y="2144554"/>
                  </a:lnTo>
                  <a:lnTo>
                    <a:pt x="2127028" y="2144554"/>
                  </a:lnTo>
                  <a:lnTo>
                    <a:pt x="2127028" y="2145792"/>
                  </a:lnTo>
                  <a:lnTo>
                    <a:pt x="2127123" y="2146173"/>
                  </a:lnTo>
                  <a:lnTo>
                    <a:pt x="2128076" y="2145697"/>
                  </a:lnTo>
                  <a:lnTo>
                    <a:pt x="2128838" y="2145030"/>
                  </a:lnTo>
                  <a:lnTo>
                    <a:pt x="2127695" y="2144268"/>
                  </a:lnTo>
                  <a:lnTo>
                    <a:pt x="2128457" y="2143697"/>
                  </a:lnTo>
                  <a:lnTo>
                    <a:pt x="2127790" y="2142839"/>
                  </a:lnTo>
                  <a:lnTo>
                    <a:pt x="2128266" y="2143030"/>
                  </a:lnTo>
                  <a:lnTo>
                    <a:pt x="2129028" y="2143030"/>
                  </a:lnTo>
                  <a:lnTo>
                    <a:pt x="2128933" y="2141601"/>
                  </a:lnTo>
                  <a:lnTo>
                    <a:pt x="2129219" y="2140839"/>
                  </a:lnTo>
                  <a:lnTo>
                    <a:pt x="2128743" y="2141030"/>
                  </a:lnTo>
                  <a:lnTo>
                    <a:pt x="2128743" y="2140268"/>
                  </a:lnTo>
                  <a:lnTo>
                    <a:pt x="2129600" y="2140363"/>
                  </a:lnTo>
                  <a:lnTo>
                    <a:pt x="2129695" y="2139506"/>
                  </a:lnTo>
                  <a:lnTo>
                    <a:pt x="2130076" y="2139506"/>
                  </a:lnTo>
                  <a:lnTo>
                    <a:pt x="2130457" y="2139601"/>
                  </a:lnTo>
                  <a:lnTo>
                    <a:pt x="2130647" y="2139791"/>
                  </a:lnTo>
                  <a:lnTo>
                    <a:pt x="2130743" y="2139315"/>
                  </a:lnTo>
                  <a:lnTo>
                    <a:pt x="2130933" y="2138839"/>
                  </a:lnTo>
                  <a:lnTo>
                    <a:pt x="2130647" y="2138458"/>
                  </a:lnTo>
                  <a:lnTo>
                    <a:pt x="2130457" y="2138458"/>
                  </a:lnTo>
                  <a:close/>
                  <a:moveTo>
                    <a:pt x="2108930" y="2133219"/>
                  </a:moveTo>
                  <a:lnTo>
                    <a:pt x="2108359" y="2133124"/>
                  </a:lnTo>
                  <a:lnTo>
                    <a:pt x="2107787" y="2133695"/>
                  </a:lnTo>
                  <a:lnTo>
                    <a:pt x="2107692" y="2134648"/>
                  </a:lnTo>
                  <a:lnTo>
                    <a:pt x="2107787" y="2135505"/>
                  </a:lnTo>
                  <a:lnTo>
                    <a:pt x="2108264" y="2135886"/>
                  </a:lnTo>
                  <a:lnTo>
                    <a:pt x="2108835" y="2135600"/>
                  </a:lnTo>
                  <a:lnTo>
                    <a:pt x="2109407" y="2135410"/>
                  </a:lnTo>
                  <a:lnTo>
                    <a:pt x="2109407" y="2134743"/>
                  </a:lnTo>
                  <a:lnTo>
                    <a:pt x="2109978" y="2134648"/>
                  </a:lnTo>
                  <a:lnTo>
                    <a:pt x="2110169" y="2134076"/>
                  </a:lnTo>
                  <a:lnTo>
                    <a:pt x="2110169" y="2133600"/>
                  </a:lnTo>
                  <a:lnTo>
                    <a:pt x="2109788" y="2133219"/>
                  </a:lnTo>
                  <a:lnTo>
                    <a:pt x="2108930" y="2133219"/>
                  </a:lnTo>
                  <a:close/>
                  <a:moveTo>
                    <a:pt x="2115312" y="2157984"/>
                  </a:moveTo>
                  <a:lnTo>
                    <a:pt x="2114741" y="2158175"/>
                  </a:lnTo>
                  <a:lnTo>
                    <a:pt x="2114264" y="2158175"/>
                  </a:lnTo>
                  <a:lnTo>
                    <a:pt x="2114360" y="2158841"/>
                  </a:lnTo>
                  <a:lnTo>
                    <a:pt x="2114836" y="2159603"/>
                  </a:lnTo>
                  <a:lnTo>
                    <a:pt x="2115693" y="2159984"/>
                  </a:lnTo>
                  <a:lnTo>
                    <a:pt x="2116265" y="2158937"/>
                  </a:lnTo>
                  <a:lnTo>
                    <a:pt x="2116074" y="2158079"/>
                  </a:lnTo>
                  <a:lnTo>
                    <a:pt x="2115312" y="2158079"/>
                  </a:lnTo>
                  <a:close/>
                  <a:moveTo>
                    <a:pt x="2348389" y="2013395"/>
                  </a:moveTo>
                  <a:lnTo>
                    <a:pt x="2347436" y="2013585"/>
                  </a:lnTo>
                  <a:lnTo>
                    <a:pt x="2346103" y="2013299"/>
                  </a:lnTo>
                  <a:lnTo>
                    <a:pt x="2344770" y="2012823"/>
                  </a:lnTo>
                  <a:lnTo>
                    <a:pt x="2343722" y="2012252"/>
                  </a:lnTo>
                  <a:lnTo>
                    <a:pt x="2343531" y="2013299"/>
                  </a:lnTo>
                  <a:lnTo>
                    <a:pt x="2342769" y="2014823"/>
                  </a:lnTo>
                  <a:lnTo>
                    <a:pt x="2342579" y="2015681"/>
                  </a:lnTo>
                  <a:lnTo>
                    <a:pt x="2342769" y="2016443"/>
                  </a:lnTo>
                  <a:lnTo>
                    <a:pt x="2343150" y="2016538"/>
                  </a:lnTo>
                  <a:lnTo>
                    <a:pt x="2344388" y="2015871"/>
                  </a:lnTo>
                  <a:lnTo>
                    <a:pt x="2344198" y="2016728"/>
                  </a:lnTo>
                  <a:lnTo>
                    <a:pt x="2343722" y="2017014"/>
                  </a:lnTo>
                  <a:lnTo>
                    <a:pt x="2343055" y="2017109"/>
                  </a:lnTo>
                  <a:lnTo>
                    <a:pt x="2342579" y="2017395"/>
                  </a:lnTo>
                  <a:lnTo>
                    <a:pt x="2342483" y="2017776"/>
                  </a:lnTo>
                  <a:lnTo>
                    <a:pt x="2342674" y="2018252"/>
                  </a:lnTo>
                  <a:lnTo>
                    <a:pt x="2343055" y="2018633"/>
                  </a:lnTo>
                  <a:lnTo>
                    <a:pt x="2343627" y="2019014"/>
                  </a:lnTo>
                  <a:lnTo>
                    <a:pt x="2344770" y="2019491"/>
                  </a:lnTo>
                  <a:lnTo>
                    <a:pt x="2345912" y="2019586"/>
                  </a:lnTo>
                  <a:lnTo>
                    <a:pt x="2346865" y="2019110"/>
                  </a:lnTo>
                  <a:lnTo>
                    <a:pt x="2347246" y="2017967"/>
                  </a:lnTo>
                  <a:lnTo>
                    <a:pt x="2347436" y="2017109"/>
                  </a:lnTo>
                  <a:lnTo>
                    <a:pt x="2347818" y="2016728"/>
                  </a:lnTo>
                  <a:lnTo>
                    <a:pt x="2348294" y="2016443"/>
                  </a:lnTo>
                  <a:lnTo>
                    <a:pt x="2348675" y="2015871"/>
                  </a:lnTo>
                  <a:lnTo>
                    <a:pt x="2348675" y="2015395"/>
                  </a:lnTo>
                  <a:lnTo>
                    <a:pt x="2348294" y="2014252"/>
                  </a:lnTo>
                  <a:lnTo>
                    <a:pt x="2348389" y="2013395"/>
                  </a:lnTo>
                  <a:close/>
                  <a:moveTo>
                    <a:pt x="2310861" y="2058257"/>
                  </a:moveTo>
                  <a:lnTo>
                    <a:pt x="2309718" y="2058924"/>
                  </a:lnTo>
                  <a:lnTo>
                    <a:pt x="2309051" y="2058448"/>
                  </a:lnTo>
                  <a:lnTo>
                    <a:pt x="2308289" y="2058257"/>
                  </a:lnTo>
                  <a:lnTo>
                    <a:pt x="2308003" y="2057305"/>
                  </a:lnTo>
                  <a:lnTo>
                    <a:pt x="2307527" y="2057210"/>
                  </a:lnTo>
                  <a:lnTo>
                    <a:pt x="2306574" y="2057210"/>
                  </a:lnTo>
                  <a:lnTo>
                    <a:pt x="2305907" y="2057591"/>
                  </a:lnTo>
                  <a:lnTo>
                    <a:pt x="2306288" y="2058734"/>
                  </a:lnTo>
                  <a:lnTo>
                    <a:pt x="2306098" y="2058734"/>
                  </a:lnTo>
                  <a:lnTo>
                    <a:pt x="2306193" y="2059781"/>
                  </a:lnTo>
                  <a:lnTo>
                    <a:pt x="2304383" y="2061496"/>
                  </a:lnTo>
                  <a:lnTo>
                    <a:pt x="2304288" y="2062067"/>
                  </a:lnTo>
                  <a:lnTo>
                    <a:pt x="2304574" y="2062353"/>
                  </a:lnTo>
                  <a:lnTo>
                    <a:pt x="2305050" y="2062067"/>
                  </a:lnTo>
                  <a:lnTo>
                    <a:pt x="2305431" y="2061972"/>
                  </a:lnTo>
                  <a:lnTo>
                    <a:pt x="2306003" y="2062067"/>
                  </a:lnTo>
                  <a:lnTo>
                    <a:pt x="2306574" y="2062353"/>
                  </a:lnTo>
                  <a:lnTo>
                    <a:pt x="2306955" y="2062639"/>
                  </a:lnTo>
                  <a:lnTo>
                    <a:pt x="2305622" y="2065877"/>
                  </a:lnTo>
                  <a:lnTo>
                    <a:pt x="2304003" y="2067401"/>
                  </a:lnTo>
                  <a:lnTo>
                    <a:pt x="2303050" y="2068640"/>
                  </a:lnTo>
                  <a:lnTo>
                    <a:pt x="2305907" y="2068735"/>
                  </a:lnTo>
                  <a:lnTo>
                    <a:pt x="2308955" y="2068163"/>
                  </a:lnTo>
                  <a:lnTo>
                    <a:pt x="2308574" y="2067020"/>
                  </a:lnTo>
                  <a:lnTo>
                    <a:pt x="2308098" y="2066639"/>
                  </a:lnTo>
                  <a:lnTo>
                    <a:pt x="2308194" y="2065496"/>
                  </a:lnTo>
                  <a:lnTo>
                    <a:pt x="2308384" y="2064449"/>
                  </a:lnTo>
                  <a:lnTo>
                    <a:pt x="2308955" y="2063687"/>
                  </a:lnTo>
                  <a:lnTo>
                    <a:pt x="2309622" y="2063401"/>
                  </a:lnTo>
                  <a:lnTo>
                    <a:pt x="2310765" y="2063782"/>
                  </a:lnTo>
                  <a:lnTo>
                    <a:pt x="2311432" y="2063496"/>
                  </a:lnTo>
                  <a:lnTo>
                    <a:pt x="2311241" y="2061972"/>
                  </a:lnTo>
                  <a:lnTo>
                    <a:pt x="2311622" y="2060734"/>
                  </a:lnTo>
                  <a:lnTo>
                    <a:pt x="2312194" y="2060162"/>
                  </a:lnTo>
                  <a:lnTo>
                    <a:pt x="2313242" y="2060353"/>
                  </a:lnTo>
                  <a:lnTo>
                    <a:pt x="2313813" y="2059019"/>
                  </a:lnTo>
                  <a:lnTo>
                    <a:pt x="2312670" y="2058448"/>
                  </a:lnTo>
                  <a:lnTo>
                    <a:pt x="2310861" y="2058257"/>
                  </a:lnTo>
                  <a:close/>
                  <a:moveTo>
                    <a:pt x="2420588" y="1974437"/>
                  </a:moveTo>
                  <a:lnTo>
                    <a:pt x="2420207" y="1974437"/>
                  </a:lnTo>
                  <a:lnTo>
                    <a:pt x="2419731" y="1974533"/>
                  </a:lnTo>
                  <a:lnTo>
                    <a:pt x="2419160" y="1974437"/>
                  </a:lnTo>
                  <a:lnTo>
                    <a:pt x="2418588" y="1974152"/>
                  </a:lnTo>
                  <a:lnTo>
                    <a:pt x="2418112" y="1973675"/>
                  </a:lnTo>
                  <a:lnTo>
                    <a:pt x="2417826" y="1973104"/>
                  </a:lnTo>
                  <a:lnTo>
                    <a:pt x="2417540" y="1972532"/>
                  </a:lnTo>
                  <a:lnTo>
                    <a:pt x="2417255" y="1972342"/>
                  </a:lnTo>
                  <a:lnTo>
                    <a:pt x="2416969" y="1972342"/>
                  </a:lnTo>
                  <a:lnTo>
                    <a:pt x="2416683" y="1972056"/>
                  </a:lnTo>
                  <a:lnTo>
                    <a:pt x="2416397" y="1971961"/>
                  </a:lnTo>
                  <a:lnTo>
                    <a:pt x="2415731" y="1972627"/>
                  </a:lnTo>
                  <a:lnTo>
                    <a:pt x="2415540" y="1972818"/>
                  </a:lnTo>
                  <a:lnTo>
                    <a:pt x="2415159" y="1973009"/>
                  </a:lnTo>
                  <a:lnTo>
                    <a:pt x="2415064" y="1973390"/>
                  </a:lnTo>
                  <a:lnTo>
                    <a:pt x="2415350" y="1974247"/>
                  </a:lnTo>
                  <a:lnTo>
                    <a:pt x="2416016" y="1974914"/>
                  </a:lnTo>
                  <a:lnTo>
                    <a:pt x="2417445" y="1975295"/>
                  </a:lnTo>
                  <a:lnTo>
                    <a:pt x="2417636" y="1975009"/>
                  </a:lnTo>
                  <a:lnTo>
                    <a:pt x="2418207" y="1974818"/>
                  </a:lnTo>
                  <a:lnTo>
                    <a:pt x="2418683" y="1975104"/>
                  </a:lnTo>
                  <a:lnTo>
                    <a:pt x="2418683" y="1975580"/>
                  </a:lnTo>
                  <a:lnTo>
                    <a:pt x="2418588" y="1976056"/>
                  </a:lnTo>
                  <a:lnTo>
                    <a:pt x="2418969" y="1976723"/>
                  </a:lnTo>
                  <a:lnTo>
                    <a:pt x="2419541" y="1977104"/>
                  </a:lnTo>
                  <a:lnTo>
                    <a:pt x="2420207" y="1977104"/>
                  </a:lnTo>
                  <a:lnTo>
                    <a:pt x="2420588" y="1976723"/>
                  </a:lnTo>
                  <a:lnTo>
                    <a:pt x="2420588" y="1975961"/>
                  </a:lnTo>
                  <a:lnTo>
                    <a:pt x="2420874" y="1975390"/>
                  </a:lnTo>
                  <a:lnTo>
                    <a:pt x="2421351" y="1975199"/>
                  </a:lnTo>
                  <a:lnTo>
                    <a:pt x="2421541" y="1974818"/>
                  </a:lnTo>
                  <a:lnTo>
                    <a:pt x="2421160" y="1974628"/>
                  </a:lnTo>
                  <a:lnTo>
                    <a:pt x="2420588" y="1974437"/>
                  </a:lnTo>
                  <a:close/>
                  <a:moveTo>
                    <a:pt x="2435257" y="1953387"/>
                  </a:moveTo>
                  <a:lnTo>
                    <a:pt x="2434590" y="1952911"/>
                  </a:lnTo>
                  <a:lnTo>
                    <a:pt x="2435447" y="1952244"/>
                  </a:lnTo>
                  <a:lnTo>
                    <a:pt x="2434971" y="1951673"/>
                  </a:lnTo>
                  <a:lnTo>
                    <a:pt x="2434495" y="1951196"/>
                  </a:lnTo>
                  <a:lnTo>
                    <a:pt x="2434019" y="1951101"/>
                  </a:lnTo>
                  <a:lnTo>
                    <a:pt x="2433352" y="1951482"/>
                  </a:lnTo>
                  <a:lnTo>
                    <a:pt x="2432780" y="1950720"/>
                  </a:lnTo>
                  <a:lnTo>
                    <a:pt x="2432590" y="1949672"/>
                  </a:lnTo>
                  <a:lnTo>
                    <a:pt x="2432685" y="1948720"/>
                  </a:lnTo>
                  <a:lnTo>
                    <a:pt x="2432971" y="1948339"/>
                  </a:lnTo>
                  <a:lnTo>
                    <a:pt x="2432019" y="1948339"/>
                  </a:lnTo>
                  <a:lnTo>
                    <a:pt x="2431352" y="1948720"/>
                  </a:lnTo>
                  <a:lnTo>
                    <a:pt x="2431066" y="1948910"/>
                  </a:lnTo>
                  <a:lnTo>
                    <a:pt x="2430304" y="1949101"/>
                  </a:lnTo>
                  <a:lnTo>
                    <a:pt x="2429447" y="1949958"/>
                  </a:lnTo>
                  <a:lnTo>
                    <a:pt x="2428685" y="1951006"/>
                  </a:lnTo>
                  <a:lnTo>
                    <a:pt x="2428399" y="1952054"/>
                  </a:lnTo>
                  <a:lnTo>
                    <a:pt x="2428875" y="1953006"/>
                  </a:lnTo>
                  <a:lnTo>
                    <a:pt x="2429256" y="1952530"/>
                  </a:lnTo>
                  <a:lnTo>
                    <a:pt x="2429732" y="1952149"/>
                  </a:lnTo>
                  <a:lnTo>
                    <a:pt x="2430113" y="1952149"/>
                  </a:lnTo>
                  <a:lnTo>
                    <a:pt x="2430304" y="1952720"/>
                  </a:lnTo>
                  <a:lnTo>
                    <a:pt x="2429637" y="1954816"/>
                  </a:lnTo>
                  <a:lnTo>
                    <a:pt x="2429542" y="1955292"/>
                  </a:lnTo>
                  <a:lnTo>
                    <a:pt x="2430113" y="1955959"/>
                  </a:lnTo>
                  <a:lnTo>
                    <a:pt x="2431828" y="1955673"/>
                  </a:lnTo>
                  <a:lnTo>
                    <a:pt x="2432876" y="1956149"/>
                  </a:lnTo>
                  <a:lnTo>
                    <a:pt x="2432209" y="1957102"/>
                  </a:lnTo>
                  <a:lnTo>
                    <a:pt x="2431256" y="1957292"/>
                  </a:lnTo>
                  <a:lnTo>
                    <a:pt x="2428494" y="1956911"/>
                  </a:lnTo>
                  <a:lnTo>
                    <a:pt x="2428018" y="1957006"/>
                  </a:lnTo>
                  <a:lnTo>
                    <a:pt x="2427542" y="1957388"/>
                  </a:lnTo>
                  <a:lnTo>
                    <a:pt x="2427065" y="1958150"/>
                  </a:lnTo>
                  <a:lnTo>
                    <a:pt x="2427542" y="1958435"/>
                  </a:lnTo>
                  <a:lnTo>
                    <a:pt x="2428113" y="1958531"/>
                  </a:lnTo>
                  <a:lnTo>
                    <a:pt x="2428685" y="1958435"/>
                  </a:lnTo>
                  <a:lnTo>
                    <a:pt x="2429256" y="1958150"/>
                  </a:lnTo>
                  <a:lnTo>
                    <a:pt x="2429352" y="1958245"/>
                  </a:lnTo>
                  <a:lnTo>
                    <a:pt x="2429352" y="1958626"/>
                  </a:lnTo>
                  <a:lnTo>
                    <a:pt x="2429352" y="1959007"/>
                  </a:lnTo>
                  <a:lnTo>
                    <a:pt x="2429352" y="1959197"/>
                  </a:lnTo>
                  <a:lnTo>
                    <a:pt x="2429161" y="1959388"/>
                  </a:lnTo>
                  <a:lnTo>
                    <a:pt x="2428780" y="1959769"/>
                  </a:lnTo>
                  <a:lnTo>
                    <a:pt x="2428589" y="1959959"/>
                  </a:lnTo>
                  <a:lnTo>
                    <a:pt x="2428304" y="1961102"/>
                  </a:lnTo>
                  <a:lnTo>
                    <a:pt x="2428875" y="1961960"/>
                  </a:lnTo>
                  <a:lnTo>
                    <a:pt x="2429828" y="1962531"/>
                  </a:lnTo>
                  <a:lnTo>
                    <a:pt x="2430780" y="1962912"/>
                  </a:lnTo>
                  <a:lnTo>
                    <a:pt x="2431733" y="1963102"/>
                  </a:lnTo>
                  <a:lnTo>
                    <a:pt x="2431828" y="1962817"/>
                  </a:lnTo>
                  <a:lnTo>
                    <a:pt x="2431733" y="1962150"/>
                  </a:lnTo>
                  <a:lnTo>
                    <a:pt x="2431733" y="1961483"/>
                  </a:lnTo>
                  <a:lnTo>
                    <a:pt x="2432495" y="1960436"/>
                  </a:lnTo>
                  <a:lnTo>
                    <a:pt x="2433733" y="1959674"/>
                  </a:lnTo>
                  <a:lnTo>
                    <a:pt x="2435162" y="1959388"/>
                  </a:lnTo>
                  <a:lnTo>
                    <a:pt x="2436495" y="1959769"/>
                  </a:lnTo>
                  <a:lnTo>
                    <a:pt x="2436114" y="1958721"/>
                  </a:lnTo>
                  <a:lnTo>
                    <a:pt x="2434400" y="1957769"/>
                  </a:lnTo>
                  <a:lnTo>
                    <a:pt x="2434019" y="1956626"/>
                  </a:lnTo>
                  <a:lnTo>
                    <a:pt x="2434304" y="1955673"/>
                  </a:lnTo>
                  <a:lnTo>
                    <a:pt x="2435066" y="1954911"/>
                  </a:lnTo>
                  <a:lnTo>
                    <a:pt x="2435924" y="1954721"/>
                  </a:lnTo>
                  <a:lnTo>
                    <a:pt x="2436590" y="1955483"/>
                  </a:lnTo>
                  <a:lnTo>
                    <a:pt x="2437448" y="1954911"/>
                  </a:lnTo>
                  <a:lnTo>
                    <a:pt x="2438114" y="1954340"/>
                  </a:lnTo>
                  <a:lnTo>
                    <a:pt x="2437067" y="1953863"/>
                  </a:lnTo>
                  <a:lnTo>
                    <a:pt x="2435257" y="1953387"/>
                  </a:lnTo>
                  <a:close/>
                  <a:moveTo>
                    <a:pt x="2284667" y="2071878"/>
                  </a:moveTo>
                  <a:lnTo>
                    <a:pt x="2285524" y="2071306"/>
                  </a:lnTo>
                  <a:lnTo>
                    <a:pt x="2285810" y="2070735"/>
                  </a:lnTo>
                  <a:lnTo>
                    <a:pt x="2286000" y="2070449"/>
                  </a:lnTo>
                  <a:lnTo>
                    <a:pt x="2286381" y="2069973"/>
                  </a:lnTo>
                  <a:lnTo>
                    <a:pt x="2286667" y="2069497"/>
                  </a:lnTo>
                  <a:lnTo>
                    <a:pt x="2286477" y="2069021"/>
                  </a:lnTo>
                  <a:lnTo>
                    <a:pt x="2286000" y="2069021"/>
                  </a:lnTo>
                  <a:lnTo>
                    <a:pt x="2285524" y="2069211"/>
                  </a:lnTo>
                  <a:lnTo>
                    <a:pt x="2285143" y="2069306"/>
                  </a:lnTo>
                  <a:lnTo>
                    <a:pt x="2284953" y="2069306"/>
                  </a:lnTo>
                  <a:lnTo>
                    <a:pt x="2284571" y="2069592"/>
                  </a:lnTo>
                  <a:lnTo>
                    <a:pt x="2284095" y="2070164"/>
                  </a:lnTo>
                  <a:lnTo>
                    <a:pt x="2283524" y="2070449"/>
                  </a:lnTo>
                  <a:lnTo>
                    <a:pt x="2282952" y="2070640"/>
                  </a:lnTo>
                  <a:lnTo>
                    <a:pt x="2283047" y="2071211"/>
                  </a:lnTo>
                  <a:lnTo>
                    <a:pt x="2283810" y="2071688"/>
                  </a:lnTo>
                  <a:lnTo>
                    <a:pt x="2284667" y="2071878"/>
                  </a:lnTo>
                  <a:close/>
                  <a:moveTo>
                    <a:pt x="2139029" y="2147221"/>
                  </a:moveTo>
                  <a:lnTo>
                    <a:pt x="2139696" y="2147126"/>
                  </a:lnTo>
                  <a:lnTo>
                    <a:pt x="2139506" y="2146745"/>
                  </a:lnTo>
                  <a:lnTo>
                    <a:pt x="2139696" y="2146364"/>
                  </a:lnTo>
                  <a:lnTo>
                    <a:pt x="2139315" y="2145792"/>
                  </a:lnTo>
                  <a:lnTo>
                    <a:pt x="2139696" y="2145316"/>
                  </a:lnTo>
                  <a:lnTo>
                    <a:pt x="2139887" y="2145316"/>
                  </a:lnTo>
                  <a:lnTo>
                    <a:pt x="2139887" y="2144840"/>
                  </a:lnTo>
                  <a:lnTo>
                    <a:pt x="2139506" y="2144744"/>
                  </a:lnTo>
                  <a:lnTo>
                    <a:pt x="2139791" y="2144459"/>
                  </a:lnTo>
                  <a:lnTo>
                    <a:pt x="2140172" y="2144744"/>
                  </a:lnTo>
                  <a:lnTo>
                    <a:pt x="2140363" y="2145411"/>
                  </a:lnTo>
                  <a:lnTo>
                    <a:pt x="2140363" y="2145983"/>
                  </a:lnTo>
                  <a:lnTo>
                    <a:pt x="2140744" y="2146364"/>
                  </a:lnTo>
                  <a:lnTo>
                    <a:pt x="2140935" y="2146554"/>
                  </a:lnTo>
                  <a:lnTo>
                    <a:pt x="2141601" y="2146459"/>
                  </a:lnTo>
                  <a:lnTo>
                    <a:pt x="2141220" y="2145411"/>
                  </a:lnTo>
                  <a:lnTo>
                    <a:pt x="2141506" y="2145316"/>
                  </a:lnTo>
                  <a:lnTo>
                    <a:pt x="2141220" y="2144840"/>
                  </a:lnTo>
                  <a:lnTo>
                    <a:pt x="2141030" y="2144268"/>
                  </a:lnTo>
                  <a:lnTo>
                    <a:pt x="2141315" y="2143887"/>
                  </a:lnTo>
                  <a:lnTo>
                    <a:pt x="2141315" y="2143316"/>
                  </a:lnTo>
                  <a:lnTo>
                    <a:pt x="2140935" y="2143030"/>
                  </a:lnTo>
                  <a:lnTo>
                    <a:pt x="2140553" y="2142268"/>
                  </a:lnTo>
                  <a:lnTo>
                    <a:pt x="2140172" y="2142077"/>
                  </a:lnTo>
                  <a:lnTo>
                    <a:pt x="2139791" y="2142173"/>
                  </a:lnTo>
                  <a:lnTo>
                    <a:pt x="2139506" y="2141792"/>
                  </a:lnTo>
                  <a:lnTo>
                    <a:pt x="2139029" y="2141601"/>
                  </a:lnTo>
                  <a:lnTo>
                    <a:pt x="2138553" y="2141411"/>
                  </a:lnTo>
                  <a:lnTo>
                    <a:pt x="2138077" y="2141696"/>
                  </a:lnTo>
                  <a:lnTo>
                    <a:pt x="2137601" y="2142173"/>
                  </a:lnTo>
                  <a:lnTo>
                    <a:pt x="2136934" y="2142173"/>
                  </a:lnTo>
                  <a:lnTo>
                    <a:pt x="2136458" y="2142077"/>
                  </a:lnTo>
                  <a:lnTo>
                    <a:pt x="2136077" y="2141887"/>
                  </a:lnTo>
                  <a:lnTo>
                    <a:pt x="2135505" y="2141696"/>
                  </a:lnTo>
                  <a:lnTo>
                    <a:pt x="2134934" y="2141887"/>
                  </a:lnTo>
                  <a:lnTo>
                    <a:pt x="2134457" y="2142077"/>
                  </a:lnTo>
                  <a:lnTo>
                    <a:pt x="2134172" y="2142173"/>
                  </a:lnTo>
                  <a:lnTo>
                    <a:pt x="2134077" y="2142268"/>
                  </a:lnTo>
                  <a:lnTo>
                    <a:pt x="2134077" y="2142649"/>
                  </a:lnTo>
                  <a:lnTo>
                    <a:pt x="2134362" y="2142744"/>
                  </a:lnTo>
                  <a:lnTo>
                    <a:pt x="2134648" y="2143220"/>
                  </a:lnTo>
                  <a:lnTo>
                    <a:pt x="2134743" y="2143506"/>
                  </a:lnTo>
                  <a:lnTo>
                    <a:pt x="2134934" y="2143982"/>
                  </a:lnTo>
                  <a:lnTo>
                    <a:pt x="2135315" y="2144173"/>
                  </a:lnTo>
                  <a:lnTo>
                    <a:pt x="2136172" y="2144173"/>
                  </a:lnTo>
                  <a:lnTo>
                    <a:pt x="2136648" y="2144459"/>
                  </a:lnTo>
                  <a:lnTo>
                    <a:pt x="2136744" y="2144840"/>
                  </a:lnTo>
                  <a:lnTo>
                    <a:pt x="2136839" y="2145125"/>
                  </a:lnTo>
                  <a:lnTo>
                    <a:pt x="2136934" y="2145125"/>
                  </a:lnTo>
                  <a:lnTo>
                    <a:pt x="2137124" y="2144840"/>
                  </a:lnTo>
                  <a:lnTo>
                    <a:pt x="2137791" y="2144363"/>
                  </a:lnTo>
                  <a:lnTo>
                    <a:pt x="2137696" y="2144840"/>
                  </a:lnTo>
                  <a:lnTo>
                    <a:pt x="2138172" y="2144935"/>
                  </a:lnTo>
                  <a:lnTo>
                    <a:pt x="2138268" y="2145221"/>
                  </a:lnTo>
                  <a:lnTo>
                    <a:pt x="2137982" y="2145602"/>
                  </a:lnTo>
                  <a:lnTo>
                    <a:pt x="2138363" y="2145792"/>
                  </a:lnTo>
                  <a:lnTo>
                    <a:pt x="2138077" y="2146078"/>
                  </a:lnTo>
                  <a:lnTo>
                    <a:pt x="2138363" y="2146173"/>
                  </a:lnTo>
                  <a:lnTo>
                    <a:pt x="2138934" y="2145887"/>
                  </a:lnTo>
                  <a:lnTo>
                    <a:pt x="2139125" y="2146173"/>
                  </a:lnTo>
                  <a:lnTo>
                    <a:pt x="2138934" y="2146268"/>
                  </a:lnTo>
                  <a:lnTo>
                    <a:pt x="2139029" y="2147221"/>
                  </a:lnTo>
                  <a:close/>
                  <a:moveTo>
                    <a:pt x="2292668" y="2074736"/>
                  </a:moveTo>
                  <a:lnTo>
                    <a:pt x="2292858" y="2073783"/>
                  </a:lnTo>
                  <a:lnTo>
                    <a:pt x="2292001" y="2073783"/>
                  </a:lnTo>
                  <a:lnTo>
                    <a:pt x="2291620" y="2074545"/>
                  </a:lnTo>
                  <a:lnTo>
                    <a:pt x="2290953" y="2074926"/>
                  </a:lnTo>
                  <a:lnTo>
                    <a:pt x="2290001" y="2074259"/>
                  </a:lnTo>
                  <a:lnTo>
                    <a:pt x="2290001" y="2074164"/>
                  </a:lnTo>
                  <a:lnTo>
                    <a:pt x="2289620" y="2073974"/>
                  </a:lnTo>
                  <a:lnTo>
                    <a:pt x="2288858" y="2074259"/>
                  </a:lnTo>
                  <a:lnTo>
                    <a:pt x="2288572" y="2074831"/>
                  </a:lnTo>
                  <a:lnTo>
                    <a:pt x="2288191" y="2075879"/>
                  </a:lnTo>
                  <a:lnTo>
                    <a:pt x="2287620" y="2076069"/>
                  </a:lnTo>
                  <a:lnTo>
                    <a:pt x="2287143" y="2076164"/>
                  </a:lnTo>
                  <a:lnTo>
                    <a:pt x="2286762" y="2076355"/>
                  </a:lnTo>
                  <a:lnTo>
                    <a:pt x="2286286" y="2076164"/>
                  </a:lnTo>
                  <a:lnTo>
                    <a:pt x="2285905" y="2075783"/>
                  </a:lnTo>
                  <a:lnTo>
                    <a:pt x="2285619" y="2075402"/>
                  </a:lnTo>
                  <a:lnTo>
                    <a:pt x="2285238" y="2075212"/>
                  </a:lnTo>
                  <a:lnTo>
                    <a:pt x="2284476" y="2075593"/>
                  </a:lnTo>
                  <a:lnTo>
                    <a:pt x="2283714" y="2076260"/>
                  </a:lnTo>
                  <a:lnTo>
                    <a:pt x="2283143" y="2076926"/>
                  </a:lnTo>
                  <a:lnTo>
                    <a:pt x="2283428" y="2077402"/>
                  </a:lnTo>
                  <a:lnTo>
                    <a:pt x="2284571" y="2077593"/>
                  </a:lnTo>
                  <a:lnTo>
                    <a:pt x="2285810" y="2077593"/>
                  </a:lnTo>
                  <a:lnTo>
                    <a:pt x="2286381" y="2077593"/>
                  </a:lnTo>
                  <a:lnTo>
                    <a:pt x="2286953" y="2077784"/>
                  </a:lnTo>
                  <a:lnTo>
                    <a:pt x="2287429" y="2077879"/>
                  </a:lnTo>
                  <a:lnTo>
                    <a:pt x="2288762" y="2078450"/>
                  </a:lnTo>
                  <a:lnTo>
                    <a:pt x="2290572" y="2078069"/>
                  </a:lnTo>
                  <a:lnTo>
                    <a:pt x="2291811" y="2078546"/>
                  </a:lnTo>
                  <a:lnTo>
                    <a:pt x="2292953" y="2078831"/>
                  </a:lnTo>
                  <a:lnTo>
                    <a:pt x="2293430" y="2077688"/>
                  </a:lnTo>
                  <a:lnTo>
                    <a:pt x="2293715" y="2075974"/>
                  </a:lnTo>
                  <a:lnTo>
                    <a:pt x="2293335" y="2075402"/>
                  </a:lnTo>
                  <a:lnTo>
                    <a:pt x="2292668" y="2074736"/>
                  </a:lnTo>
                  <a:close/>
                  <a:moveTo>
                    <a:pt x="2464118" y="1873472"/>
                  </a:moveTo>
                  <a:lnTo>
                    <a:pt x="2463927" y="1873282"/>
                  </a:lnTo>
                  <a:lnTo>
                    <a:pt x="2463641" y="1872615"/>
                  </a:lnTo>
                  <a:lnTo>
                    <a:pt x="2463356" y="1872139"/>
                  </a:lnTo>
                  <a:lnTo>
                    <a:pt x="2463070" y="1871948"/>
                  </a:lnTo>
                  <a:lnTo>
                    <a:pt x="2462975" y="1871758"/>
                  </a:lnTo>
                  <a:lnTo>
                    <a:pt x="2462784" y="1871663"/>
                  </a:lnTo>
                  <a:lnTo>
                    <a:pt x="2462498" y="1871663"/>
                  </a:lnTo>
                  <a:lnTo>
                    <a:pt x="2462118" y="1871758"/>
                  </a:lnTo>
                  <a:lnTo>
                    <a:pt x="2461546" y="1872234"/>
                  </a:lnTo>
                  <a:lnTo>
                    <a:pt x="2461355" y="1872234"/>
                  </a:lnTo>
                  <a:lnTo>
                    <a:pt x="2461260" y="1872425"/>
                  </a:lnTo>
                  <a:lnTo>
                    <a:pt x="2461165" y="1872996"/>
                  </a:lnTo>
                  <a:lnTo>
                    <a:pt x="2461641" y="1873472"/>
                  </a:lnTo>
                  <a:lnTo>
                    <a:pt x="2462975" y="1874425"/>
                  </a:lnTo>
                  <a:lnTo>
                    <a:pt x="2464689" y="1873758"/>
                  </a:lnTo>
                  <a:lnTo>
                    <a:pt x="2464594" y="1873568"/>
                  </a:lnTo>
                  <a:lnTo>
                    <a:pt x="2464118" y="1873472"/>
                  </a:lnTo>
                  <a:close/>
                  <a:moveTo>
                    <a:pt x="2136267" y="2146459"/>
                  </a:moveTo>
                  <a:lnTo>
                    <a:pt x="2135981" y="2146364"/>
                  </a:lnTo>
                  <a:lnTo>
                    <a:pt x="2135410" y="2146364"/>
                  </a:lnTo>
                  <a:lnTo>
                    <a:pt x="2134743" y="2146364"/>
                  </a:lnTo>
                  <a:lnTo>
                    <a:pt x="2135124" y="2146078"/>
                  </a:lnTo>
                  <a:lnTo>
                    <a:pt x="2135124" y="2145697"/>
                  </a:lnTo>
                  <a:lnTo>
                    <a:pt x="2134743" y="2145887"/>
                  </a:lnTo>
                  <a:lnTo>
                    <a:pt x="2134362" y="2145411"/>
                  </a:lnTo>
                  <a:lnTo>
                    <a:pt x="2134172" y="2144744"/>
                  </a:lnTo>
                  <a:lnTo>
                    <a:pt x="2133791" y="2144649"/>
                  </a:lnTo>
                  <a:lnTo>
                    <a:pt x="2133791" y="2145411"/>
                  </a:lnTo>
                  <a:lnTo>
                    <a:pt x="2133695" y="2145792"/>
                  </a:lnTo>
                  <a:lnTo>
                    <a:pt x="2134172" y="2145792"/>
                  </a:lnTo>
                  <a:lnTo>
                    <a:pt x="2134172" y="2147507"/>
                  </a:lnTo>
                  <a:lnTo>
                    <a:pt x="2133981" y="2147983"/>
                  </a:lnTo>
                  <a:lnTo>
                    <a:pt x="2135410" y="2147888"/>
                  </a:lnTo>
                  <a:lnTo>
                    <a:pt x="2135791" y="2147888"/>
                  </a:lnTo>
                  <a:lnTo>
                    <a:pt x="2135410" y="2147221"/>
                  </a:lnTo>
                  <a:lnTo>
                    <a:pt x="2135601" y="2146935"/>
                  </a:lnTo>
                  <a:lnTo>
                    <a:pt x="2136267" y="2146459"/>
                  </a:lnTo>
                  <a:close/>
                  <a:moveTo>
                    <a:pt x="2143887" y="2154174"/>
                  </a:moveTo>
                  <a:lnTo>
                    <a:pt x="2143697" y="2154460"/>
                  </a:lnTo>
                  <a:lnTo>
                    <a:pt x="2143602" y="2154746"/>
                  </a:lnTo>
                  <a:lnTo>
                    <a:pt x="2143030" y="2155031"/>
                  </a:lnTo>
                  <a:lnTo>
                    <a:pt x="2142458" y="2155127"/>
                  </a:lnTo>
                  <a:lnTo>
                    <a:pt x="2139601" y="2156174"/>
                  </a:lnTo>
                  <a:lnTo>
                    <a:pt x="2139029" y="2156555"/>
                  </a:lnTo>
                  <a:lnTo>
                    <a:pt x="2139887" y="2156746"/>
                  </a:lnTo>
                  <a:lnTo>
                    <a:pt x="2144078" y="2155412"/>
                  </a:lnTo>
                  <a:lnTo>
                    <a:pt x="2144268" y="2155127"/>
                  </a:lnTo>
                  <a:lnTo>
                    <a:pt x="2144363" y="2154746"/>
                  </a:lnTo>
                  <a:lnTo>
                    <a:pt x="2144459" y="2154460"/>
                  </a:lnTo>
                  <a:lnTo>
                    <a:pt x="2144459" y="2154079"/>
                  </a:lnTo>
                  <a:lnTo>
                    <a:pt x="2144173" y="2154079"/>
                  </a:lnTo>
                  <a:lnTo>
                    <a:pt x="2143887" y="2154174"/>
                  </a:lnTo>
                  <a:close/>
                  <a:moveTo>
                    <a:pt x="2005870" y="2458974"/>
                  </a:moveTo>
                  <a:lnTo>
                    <a:pt x="2005965" y="2458879"/>
                  </a:lnTo>
                  <a:lnTo>
                    <a:pt x="2005870" y="2458879"/>
                  </a:lnTo>
                  <a:lnTo>
                    <a:pt x="2005870" y="2458974"/>
                  </a:lnTo>
                  <a:close/>
                  <a:moveTo>
                    <a:pt x="1980533" y="2501932"/>
                  </a:moveTo>
                  <a:lnTo>
                    <a:pt x="1980343" y="2502122"/>
                  </a:lnTo>
                  <a:lnTo>
                    <a:pt x="1980152" y="2502503"/>
                  </a:lnTo>
                  <a:lnTo>
                    <a:pt x="1980248" y="2502599"/>
                  </a:lnTo>
                  <a:lnTo>
                    <a:pt x="1980343" y="2502599"/>
                  </a:lnTo>
                  <a:lnTo>
                    <a:pt x="1980819" y="2502408"/>
                  </a:lnTo>
                  <a:lnTo>
                    <a:pt x="1981010" y="2502218"/>
                  </a:lnTo>
                  <a:lnTo>
                    <a:pt x="1981010" y="2502027"/>
                  </a:lnTo>
                  <a:lnTo>
                    <a:pt x="1981010" y="2501837"/>
                  </a:lnTo>
                  <a:lnTo>
                    <a:pt x="1980533" y="2501837"/>
                  </a:lnTo>
                  <a:close/>
                  <a:moveTo>
                    <a:pt x="1943576" y="2203323"/>
                  </a:moveTo>
                  <a:lnTo>
                    <a:pt x="1943767" y="2202656"/>
                  </a:lnTo>
                  <a:lnTo>
                    <a:pt x="1943100" y="2202561"/>
                  </a:lnTo>
                  <a:lnTo>
                    <a:pt x="1941767" y="2202752"/>
                  </a:lnTo>
                  <a:lnTo>
                    <a:pt x="1941290" y="2202942"/>
                  </a:lnTo>
                  <a:lnTo>
                    <a:pt x="1940909" y="2203323"/>
                  </a:lnTo>
                  <a:lnTo>
                    <a:pt x="1940338" y="2203704"/>
                  </a:lnTo>
                  <a:lnTo>
                    <a:pt x="1939481" y="2203799"/>
                  </a:lnTo>
                  <a:lnTo>
                    <a:pt x="1939481" y="2204180"/>
                  </a:lnTo>
                  <a:lnTo>
                    <a:pt x="1939957" y="2204180"/>
                  </a:lnTo>
                  <a:lnTo>
                    <a:pt x="1940909" y="2204276"/>
                  </a:lnTo>
                  <a:lnTo>
                    <a:pt x="1941386" y="2204276"/>
                  </a:lnTo>
                  <a:lnTo>
                    <a:pt x="1941005" y="2205038"/>
                  </a:lnTo>
                  <a:lnTo>
                    <a:pt x="1941195" y="2205609"/>
                  </a:lnTo>
                  <a:lnTo>
                    <a:pt x="1941862" y="2205895"/>
                  </a:lnTo>
                  <a:lnTo>
                    <a:pt x="1942814" y="2205895"/>
                  </a:lnTo>
                  <a:lnTo>
                    <a:pt x="1942529" y="2205133"/>
                  </a:lnTo>
                  <a:lnTo>
                    <a:pt x="1942814" y="2205133"/>
                  </a:lnTo>
                  <a:lnTo>
                    <a:pt x="1943005" y="2205609"/>
                  </a:lnTo>
                  <a:lnTo>
                    <a:pt x="1943291" y="2205895"/>
                  </a:lnTo>
                  <a:lnTo>
                    <a:pt x="1943672" y="2206085"/>
                  </a:lnTo>
                  <a:lnTo>
                    <a:pt x="1944243" y="2206276"/>
                  </a:lnTo>
                  <a:lnTo>
                    <a:pt x="1944148" y="2207228"/>
                  </a:lnTo>
                  <a:lnTo>
                    <a:pt x="1944910" y="2208086"/>
                  </a:lnTo>
                  <a:lnTo>
                    <a:pt x="1946148" y="2208467"/>
                  </a:lnTo>
                  <a:lnTo>
                    <a:pt x="1947291" y="2208086"/>
                  </a:lnTo>
                  <a:lnTo>
                    <a:pt x="1947863" y="2207038"/>
                  </a:lnTo>
                  <a:lnTo>
                    <a:pt x="1949101" y="2204371"/>
                  </a:lnTo>
                  <a:lnTo>
                    <a:pt x="1950053" y="2203609"/>
                  </a:lnTo>
                  <a:lnTo>
                    <a:pt x="1950053" y="2203228"/>
                  </a:lnTo>
                  <a:lnTo>
                    <a:pt x="1948815" y="2203037"/>
                  </a:lnTo>
                  <a:lnTo>
                    <a:pt x="1947958" y="2203704"/>
                  </a:lnTo>
                  <a:lnTo>
                    <a:pt x="1946815" y="2205609"/>
                  </a:lnTo>
                  <a:lnTo>
                    <a:pt x="1946434" y="2205609"/>
                  </a:lnTo>
                  <a:lnTo>
                    <a:pt x="1946529" y="2204942"/>
                  </a:lnTo>
                  <a:lnTo>
                    <a:pt x="1946815" y="2204466"/>
                  </a:lnTo>
                  <a:lnTo>
                    <a:pt x="1947482" y="2203609"/>
                  </a:lnTo>
                  <a:lnTo>
                    <a:pt x="1947386" y="2203514"/>
                  </a:lnTo>
                  <a:lnTo>
                    <a:pt x="1946529" y="2203037"/>
                  </a:lnTo>
                  <a:lnTo>
                    <a:pt x="1946148" y="2202942"/>
                  </a:lnTo>
                  <a:lnTo>
                    <a:pt x="1945862" y="2202942"/>
                  </a:lnTo>
                  <a:lnTo>
                    <a:pt x="1945577" y="2203037"/>
                  </a:lnTo>
                  <a:lnTo>
                    <a:pt x="1945291" y="2203133"/>
                  </a:lnTo>
                  <a:lnTo>
                    <a:pt x="1944148" y="2203895"/>
                  </a:lnTo>
                  <a:lnTo>
                    <a:pt x="1943576" y="2204085"/>
                  </a:lnTo>
                  <a:lnTo>
                    <a:pt x="1942814" y="2204085"/>
                  </a:lnTo>
                  <a:lnTo>
                    <a:pt x="1941957" y="2203704"/>
                  </a:lnTo>
                  <a:lnTo>
                    <a:pt x="1942338" y="2203514"/>
                  </a:lnTo>
                  <a:lnTo>
                    <a:pt x="1943576" y="2203323"/>
                  </a:lnTo>
                  <a:close/>
                  <a:moveTo>
                    <a:pt x="2001964" y="2461355"/>
                  </a:moveTo>
                  <a:lnTo>
                    <a:pt x="2001774" y="2461355"/>
                  </a:lnTo>
                  <a:lnTo>
                    <a:pt x="2001679" y="2461451"/>
                  </a:lnTo>
                  <a:lnTo>
                    <a:pt x="2001679" y="2461736"/>
                  </a:lnTo>
                  <a:lnTo>
                    <a:pt x="2001679" y="2461736"/>
                  </a:lnTo>
                  <a:lnTo>
                    <a:pt x="2001774" y="2461832"/>
                  </a:lnTo>
                  <a:lnTo>
                    <a:pt x="2001964" y="2461832"/>
                  </a:lnTo>
                  <a:lnTo>
                    <a:pt x="2002060" y="2461641"/>
                  </a:lnTo>
                  <a:lnTo>
                    <a:pt x="2002060" y="2461546"/>
                  </a:lnTo>
                  <a:lnTo>
                    <a:pt x="2001964" y="2461355"/>
                  </a:lnTo>
                  <a:lnTo>
                    <a:pt x="2001964" y="2461355"/>
                  </a:lnTo>
                  <a:close/>
                  <a:moveTo>
                    <a:pt x="1948434" y="2216563"/>
                  </a:moveTo>
                  <a:lnTo>
                    <a:pt x="1947672" y="2217230"/>
                  </a:lnTo>
                  <a:lnTo>
                    <a:pt x="1946243" y="2218849"/>
                  </a:lnTo>
                  <a:lnTo>
                    <a:pt x="1947101" y="2219611"/>
                  </a:lnTo>
                  <a:lnTo>
                    <a:pt x="1947768" y="2220468"/>
                  </a:lnTo>
                  <a:lnTo>
                    <a:pt x="1948529" y="2220754"/>
                  </a:lnTo>
                  <a:lnTo>
                    <a:pt x="1949577" y="2219992"/>
                  </a:lnTo>
                  <a:lnTo>
                    <a:pt x="1950339" y="2218944"/>
                  </a:lnTo>
                  <a:lnTo>
                    <a:pt x="1950625" y="2218373"/>
                  </a:lnTo>
                  <a:lnTo>
                    <a:pt x="1950720" y="2217801"/>
                  </a:lnTo>
                  <a:lnTo>
                    <a:pt x="1950434" y="2217134"/>
                  </a:lnTo>
                  <a:lnTo>
                    <a:pt x="1949863" y="2216944"/>
                  </a:lnTo>
                  <a:lnTo>
                    <a:pt x="1949196" y="2216849"/>
                  </a:lnTo>
                  <a:lnTo>
                    <a:pt x="1948625" y="2216563"/>
                  </a:lnTo>
                  <a:lnTo>
                    <a:pt x="1949006" y="2216182"/>
                  </a:lnTo>
                  <a:lnTo>
                    <a:pt x="1948434" y="2216563"/>
                  </a:lnTo>
                  <a:close/>
                  <a:moveTo>
                    <a:pt x="1942243" y="2233994"/>
                  </a:moveTo>
                  <a:lnTo>
                    <a:pt x="1941767" y="2233613"/>
                  </a:lnTo>
                  <a:lnTo>
                    <a:pt x="1941005" y="2233422"/>
                  </a:lnTo>
                  <a:lnTo>
                    <a:pt x="1940719" y="2233136"/>
                  </a:lnTo>
                  <a:lnTo>
                    <a:pt x="1940433" y="2232851"/>
                  </a:lnTo>
                  <a:lnTo>
                    <a:pt x="1940243" y="2232851"/>
                  </a:lnTo>
                  <a:lnTo>
                    <a:pt x="1940243" y="2233041"/>
                  </a:lnTo>
                  <a:lnTo>
                    <a:pt x="1940052" y="2233136"/>
                  </a:lnTo>
                  <a:lnTo>
                    <a:pt x="1939671" y="2233136"/>
                  </a:lnTo>
                  <a:lnTo>
                    <a:pt x="1939481" y="2233517"/>
                  </a:lnTo>
                  <a:lnTo>
                    <a:pt x="1939957" y="2234184"/>
                  </a:lnTo>
                  <a:lnTo>
                    <a:pt x="1940433" y="2234470"/>
                  </a:lnTo>
                  <a:lnTo>
                    <a:pt x="1940624" y="2234946"/>
                  </a:lnTo>
                  <a:lnTo>
                    <a:pt x="1941100" y="2236851"/>
                  </a:lnTo>
                  <a:lnTo>
                    <a:pt x="1941290" y="2237232"/>
                  </a:lnTo>
                  <a:lnTo>
                    <a:pt x="1941576" y="2237327"/>
                  </a:lnTo>
                  <a:lnTo>
                    <a:pt x="1941957" y="2237137"/>
                  </a:lnTo>
                  <a:lnTo>
                    <a:pt x="1942338" y="2237042"/>
                  </a:lnTo>
                  <a:lnTo>
                    <a:pt x="1942624" y="2236851"/>
                  </a:lnTo>
                  <a:lnTo>
                    <a:pt x="1942719" y="2235994"/>
                  </a:lnTo>
                  <a:lnTo>
                    <a:pt x="1942624" y="2234851"/>
                  </a:lnTo>
                  <a:lnTo>
                    <a:pt x="1942243" y="2233994"/>
                  </a:lnTo>
                  <a:close/>
                  <a:moveTo>
                    <a:pt x="1970627" y="2287810"/>
                  </a:moveTo>
                  <a:lnTo>
                    <a:pt x="1969865" y="2287619"/>
                  </a:lnTo>
                  <a:lnTo>
                    <a:pt x="1969770" y="2287238"/>
                  </a:lnTo>
                  <a:lnTo>
                    <a:pt x="1970056" y="2285714"/>
                  </a:lnTo>
                  <a:lnTo>
                    <a:pt x="1969865" y="2284191"/>
                  </a:lnTo>
                  <a:lnTo>
                    <a:pt x="1969103" y="2280952"/>
                  </a:lnTo>
                  <a:lnTo>
                    <a:pt x="1968818" y="2277713"/>
                  </a:lnTo>
                  <a:lnTo>
                    <a:pt x="1966627" y="2270474"/>
                  </a:lnTo>
                  <a:lnTo>
                    <a:pt x="1965865" y="2269522"/>
                  </a:lnTo>
                  <a:lnTo>
                    <a:pt x="1965008" y="2270284"/>
                  </a:lnTo>
                  <a:lnTo>
                    <a:pt x="1964627" y="2269998"/>
                  </a:lnTo>
                  <a:lnTo>
                    <a:pt x="1964531" y="2269998"/>
                  </a:lnTo>
                  <a:lnTo>
                    <a:pt x="1964531" y="2270189"/>
                  </a:lnTo>
                  <a:lnTo>
                    <a:pt x="1964341" y="2270284"/>
                  </a:lnTo>
                  <a:lnTo>
                    <a:pt x="1963293" y="2270379"/>
                  </a:lnTo>
                  <a:lnTo>
                    <a:pt x="1959007" y="2269617"/>
                  </a:lnTo>
                  <a:lnTo>
                    <a:pt x="1958245" y="2269046"/>
                  </a:lnTo>
                  <a:lnTo>
                    <a:pt x="1957102" y="2267522"/>
                  </a:lnTo>
                  <a:lnTo>
                    <a:pt x="1955578" y="2266569"/>
                  </a:lnTo>
                  <a:lnTo>
                    <a:pt x="1954816" y="2265902"/>
                  </a:lnTo>
                  <a:lnTo>
                    <a:pt x="1953482" y="2261521"/>
                  </a:lnTo>
                  <a:lnTo>
                    <a:pt x="1953101" y="2260949"/>
                  </a:lnTo>
                  <a:lnTo>
                    <a:pt x="1952720" y="2261426"/>
                  </a:lnTo>
                  <a:lnTo>
                    <a:pt x="1951768" y="2263521"/>
                  </a:lnTo>
                  <a:lnTo>
                    <a:pt x="1951101" y="2263997"/>
                  </a:lnTo>
                  <a:lnTo>
                    <a:pt x="1949196" y="2263902"/>
                  </a:lnTo>
                  <a:lnTo>
                    <a:pt x="1948625" y="2264093"/>
                  </a:lnTo>
                  <a:lnTo>
                    <a:pt x="1947386" y="2265617"/>
                  </a:lnTo>
                  <a:lnTo>
                    <a:pt x="1947196" y="2266188"/>
                  </a:lnTo>
                  <a:lnTo>
                    <a:pt x="1947482" y="2266855"/>
                  </a:lnTo>
                  <a:lnTo>
                    <a:pt x="1947482" y="2267236"/>
                  </a:lnTo>
                  <a:lnTo>
                    <a:pt x="1947386" y="2267807"/>
                  </a:lnTo>
                  <a:lnTo>
                    <a:pt x="1947386" y="2268379"/>
                  </a:lnTo>
                  <a:lnTo>
                    <a:pt x="1947768" y="2268569"/>
                  </a:lnTo>
                  <a:lnTo>
                    <a:pt x="1948910" y="2268855"/>
                  </a:lnTo>
                  <a:lnTo>
                    <a:pt x="1949196" y="2269617"/>
                  </a:lnTo>
                  <a:lnTo>
                    <a:pt x="1949291" y="2270570"/>
                  </a:lnTo>
                  <a:lnTo>
                    <a:pt x="1950053" y="2271617"/>
                  </a:lnTo>
                  <a:lnTo>
                    <a:pt x="1949768" y="2272094"/>
                  </a:lnTo>
                  <a:lnTo>
                    <a:pt x="1949768" y="2272475"/>
                  </a:lnTo>
                  <a:lnTo>
                    <a:pt x="1949958" y="2272856"/>
                  </a:lnTo>
                  <a:lnTo>
                    <a:pt x="1950053" y="2273332"/>
                  </a:lnTo>
                  <a:lnTo>
                    <a:pt x="1949863" y="2273808"/>
                  </a:lnTo>
                  <a:lnTo>
                    <a:pt x="1949482" y="2274189"/>
                  </a:lnTo>
                  <a:lnTo>
                    <a:pt x="1949101" y="2274379"/>
                  </a:lnTo>
                  <a:lnTo>
                    <a:pt x="1948910" y="2274189"/>
                  </a:lnTo>
                  <a:lnTo>
                    <a:pt x="1948720" y="2273237"/>
                  </a:lnTo>
                  <a:lnTo>
                    <a:pt x="1947768" y="2271236"/>
                  </a:lnTo>
                  <a:lnTo>
                    <a:pt x="1947482" y="2270189"/>
                  </a:lnTo>
                  <a:lnTo>
                    <a:pt x="1946910" y="2271046"/>
                  </a:lnTo>
                  <a:lnTo>
                    <a:pt x="1946148" y="2270855"/>
                  </a:lnTo>
                  <a:lnTo>
                    <a:pt x="1945386" y="2270284"/>
                  </a:lnTo>
                  <a:lnTo>
                    <a:pt x="1944624" y="2269903"/>
                  </a:lnTo>
                  <a:lnTo>
                    <a:pt x="1944624" y="2269522"/>
                  </a:lnTo>
                  <a:lnTo>
                    <a:pt x="1945005" y="2269522"/>
                  </a:lnTo>
                  <a:lnTo>
                    <a:pt x="1945005" y="2269141"/>
                  </a:lnTo>
                  <a:lnTo>
                    <a:pt x="1943291" y="2268950"/>
                  </a:lnTo>
                  <a:lnTo>
                    <a:pt x="1941957" y="2268474"/>
                  </a:lnTo>
                  <a:lnTo>
                    <a:pt x="1939862" y="2267426"/>
                  </a:lnTo>
                  <a:lnTo>
                    <a:pt x="1939481" y="2267617"/>
                  </a:lnTo>
                  <a:lnTo>
                    <a:pt x="1937290" y="2265712"/>
                  </a:lnTo>
                  <a:lnTo>
                    <a:pt x="1936909" y="2266188"/>
                  </a:lnTo>
                  <a:lnTo>
                    <a:pt x="1936814" y="2266664"/>
                  </a:lnTo>
                  <a:lnTo>
                    <a:pt x="1936909" y="2267807"/>
                  </a:lnTo>
                  <a:lnTo>
                    <a:pt x="1937004" y="2267998"/>
                  </a:lnTo>
                  <a:lnTo>
                    <a:pt x="1937290" y="2269427"/>
                  </a:lnTo>
                  <a:lnTo>
                    <a:pt x="1937290" y="2269522"/>
                  </a:lnTo>
                  <a:lnTo>
                    <a:pt x="1937480" y="2270093"/>
                  </a:lnTo>
                  <a:lnTo>
                    <a:pt x="1937671" y="2270570"/>
                  </a:lnTo>
                  <a:lnTo>
                    <a:pt x="1938052" y="2270951"/>
                  </a:lnTo>
                  <a:lnTo>
                    <a:pt x="1938528" y="2271046"/>
                  </a:lnTo>
                  <a:lnTo>
                    <a:pt x="1938623" y="2271332"/>
                  </a:lnTo>
                  <a:lnTo>
                    <a:pt x="1938909" y="2272570"/>
                  </a:lnTo>
                  <a:lnTo>
                    <a:pt x="1939100" y="2272951"/>
                  </a:lnTo>
                  <a:lnTo>
                    <a:pt x="1939100" y="2273332"/>
                  </a:lnTo>
                  <a:lnTo>
                    <a:pt x="1938719" y="2273332"/>
                  </a:lnTo>
                  <a:lnTo>
                    <a:pt x="1938719" y="2273713"/>
                  </a:lnTo>
                  <a:lnTo>
                    <a:pt x="1938814" y="2273903"/>
                  </a:lnTo>
                  <a:lnTo>
                    <a:pt x="1938909" y="2273999"/>
                  </a:lnTo>
                  <a:lnTo>
                    <a:pt x="1939100" y="2274475"/>
                  </a:lnTo>
                  <a:lnTo>
                    <a:pt x="1938719" y="2274475"/>
                  </a:lnTo>
                  <a:lnTo>
                    <a:pt x="1938528" y="2273808"/>
                  </a:lnTo>
                  <a:lnTo>
                    <a:pt x="1938338" y="2272189"/>
                  </a:lnTo>
                  <a:lnTo>
                    <a:pt x="1938052" y="2271427"/>
                  </a:lnTo>
                  <a:lnTo>
                    <a:pt x="1936909" y="2270379"/>
                  </a:lnTo>
                  <a:lnTo>
                    <a:pt x="1936528" y="2269808"/>
                  </a:lnTo>
                  <a:lnTo>
                    <a:pt x="1937004" y="2269141"/>
                  </a:lnTo>
                  <a:lnTo>
                    <a:pt x="1937004" y="2268760"/>
                  </a:lnTo>
                  <a:lnTo>
                    <a:pt x="1936623" y="2268093"/>
                  </a:lnTo>
                  <a:lnTo>
                    <a:pt x="1936052" y="2267426"/>
                  </a:lnTo>
                  <a:lnTo>
                    <a:pt x="1935289" y="2266950"/>
                  </a:lnTo>
                  <a:lnTo>
                    <a:pt x="1934242" y="2266760"/>
                  </a:lnTo>
                  <a:lnTo>
                    <a:pt x="1933861" y="2266950"/>
                  </a:lnTo>
                  <a:lnTo>
                    <a:pt x="1932718" y="2267903"/>
                  </a:lnTo>
                  <a:lnTo>
                    <a:pt x="1931956" y="2268284"/>
                  </a:lnTo>
                  <a:lnTo>
                    <a:pt x="1930908" y="2268284"/>
                  </a:lnTo>
                  <a:lnTo>
                    <a:pt x="1930051" y="2267998"/>
                  </a:lnTo>
                  <a:lnTo>
                    <a:pt x="1929384" y="2267617"/>
                  </a:lnTo>
                  <a:lnTo>
                    <a:pt x="1928813" y="2267426"/>
                  </a:lnTo>
                  <a:lnTo>
                    <a:pt x="1928051" y="2267331"/>
                  </a:lnTo>
                  <a:lnTo>
                    <a:pt x="1926051" y="2266664"/>
                  </a:lnTo>
                  <a:lnTo>
                    <a:pt x="1925288" y="2266283"/>
                  </a:lnTo>
                  <a:lnTo>
                    <a:pt x="1924907" y="2266950"/>
                  </a:lnTo>
                  <a:lnTo>
                    <a:pt x="1924241" y="2268665"/>
                  </a:lnTo>
                  <a:lnTo>
                    <a:pt x="1923860" y="2269331"/>
                  </a:lnTo>
                  <a:lnTo>
                    <a:pt x="1923098" y="2269903"/>
                  </a:lnTo>
                  <a:lnTo>
                    <a:pt x="1920621" y="2270855"/>
                  </a:lnTo>
                  <a:lnTo>
                    <a:pt x="1922526" y="2270951"/>
                  </a:lnTo>
                  <a:lnTo>
                    <a:pt x="1923098" y="2270855"/>
                  </a:lnTo>
                  <a:lnTo>
                    <a:pt x="1923479" y="2270570"/>
                  </a:lnTo>
                  <a:lnTo>
                    <a:pt x="1924336" y="2269808"/>
                  </a:lnTo>
                  <a:lnTo>
                    <a:pt x="1924907" y="2269617"/>
                  </a:lnTo>
                  <a:lnTo>
                    <a:pt x="1924241" y="2270189"/>
                  </a:lnTo>
                  <a:lnTo>
                    <a:pt x="1923479" y="2271427"/>
                  </a:lnTo>
                  <a:lnTo>
                    <a:pt x="1922812" y="2271903"/>
                  </a:lnTo>
                  <a:lnTo>
                    <a:pt x="1922431" y="2271427"/>
                  </a:lnTo>
                  <a:lnTo>
                    <a:pt x="1921764" y="2271236"/>
                  </a:lnTo>
                  <a:lnTo>
                    <a:pt x="1921097" y="2271141"/>
                  </a:lnTo>
                  <a:lnTo>
                    <a:pt x="1920716" y="2271141"/>
                  </a:lnTo>
                  <a:lnTo>
                    <a:pt x="1919764" y="2271427"/>
                  </a:lnTo>
                  <a:lnTo>
                    <a:pt x="1917859" y="2272379"/>
                  </a:lnTo>
                  <a:lnTo>
                    <a:pt x="1917859" y="2273332"/>
                  </a:lnTo>
                  <a:lnTo>
                    <a:pt x="1917192" y="2273808"/>
                  </a:lnTo>
                  <a:lnTo>
                    <a:pt x="1916716" y="2274189"/>
                  </a:lnTo>
                  <a:lnTo>
                    <a:pt x="1917478" y="2274666"/>
                  </a:lnTo>
                  <a:lnTo>
                    <a:pt x="1917478" y="2275046"/>
                  </a:lnTo>
                  <a:lnTo>
                    <a:pt x="1916621" y="2275332"/>
                  </a:lnTo>
                  <a:lnTo>
                    <a:pt x="1915763" y="2275142"/>
                  </a:lnTo>
                  <a:lnTo>
                    <a:pt x="1915001" y="2274666"/>
                  </a:lnTo>
                  <a:lnTo>
                    <a:pt x="1914525" y="2273903"/>
                  </a:lnTo>
                  <a:lnTo>
                    <a:pt x="1915763" y="2273808"/>
                  </a:lnTo>
                  <a:lnTo>
                    <a:pt x="1915573" y="2272951"/>
                  </a:lnTo>
                  <a:lnTo>
                    <a:pt x="1914811" y="2271903"/>
                  </a:lnTo>
                  <a:lnTo>
                    <a:pt x="1914144" y="2271236"/>
                  </a:lnTo>
                  <a:lnTo>
                    <a:pt x="1914049" y="2271046"/>
                  </a:lnTo>
                  <a:lnTo>
                    <a:pt x="1914144" y="2270760"/>
                  </a:lnTo>
                  <a:lnTo>
                    <a:pt x="1914144" y="2270570"/>
                  </a:lnTo>
                  <a:lnTo>
                    <a:pt x="1913763" y="2270474"/>
                  </a:lnTo>
                  <a:lnTo>
                    <a:pt x="1913573" y="2270570"/>
                  </a:lnTo>
                  <a:lnTo>
                    <a:pt x="1913477" y="2270760"/>
                  </a:lnTo>
                  <a:lnTo>
                    <a:pt x="1913287" y="2270855"/>
                  </a:lnTo>
                  <a:lnTo>
                    <a:pt x="1913001" y="2270665"/>
                  </a:lnTo>
                  <a:lnTo>
                    <a:pt x="1912715" y="2270570"/>
                  </a:lnTo>
                  <a:lnTo>
                    <a:pt x="1911668" y="2270855"/>
                  </a:lnTo>
                  <a:lnTo>
                    <a:pt x="1911001" y="2270855"/>
                  </a:lnTo>
                  <a:lnTo>
                    <a:pt x="1910810" y="2271808"/>
                  </a:lnTo>
                  <a:lnTo>
                    <a:pt x="1910239" y="2272570"/>
                  </a:lnTo>
                  <a:lnTo>
                    <a:pt x="1909382" y="2273237"/>
                  </a:lnTo>
                  <a:lnTo>
                    <a:pt x="1908334" y="2273808"/>
                  </a:lnTo>
                  <a:lnTo>
                    <a:pt x="1908524" y="2273141"/>
                  </a:lnTo>
                  <a:lnTo>
                    <a:pt x="1908524" y="2272284"/>
                  </a:lnTo>
                  <a:lnTo>
                    <a:pt x="1908334" y="2271427"/>
                  </a:lnTo>
                  <a:lnTo>
                    <a:pt x="1907953" y="2270760"/>
                  </a:lnTo>
                  <a:lnTo>
                    <a:pt x="1907286" y="2270379"/>
                  </a:lnTo>
                  <a:lnTo>
                    <a:pt x="1907096" y="2270855"/>
                  </a:lnTo>
                  <a:lnTo>
                    <a:pt x="1907001" y="2271808"/>
                  </a:lnTo>
                  <a:lnTo>
                    <a:pt x="1906810" y="2272570"/>
                  </a:lnTo>
                  <a:lnTo>
                    <a:pt x="1904524" y="2271332"/>
                  </a:lnTo>
                  <a:lnTo>
                    <a:pt x="1903190" y="2271141"/>
                  </a:lnTo>
                  <a:lnTo>
                    <a:pt x="1902524" y="2272284"/>
                  </a:lnTo>
                  <a:lnTo>
                    <a:pt x="1902143" y="2272284"/>
                  </a:lnTo>
                  <a:lnTo>
                    <a:pt x="1902333" y="2271808"/>
                  </a:lnTo>
                  <a:lnTo>
                    <a:pt x="1902524" y="2271522"/>
                  </a:lnTo>
                  <a:lnTo>
                    <a:pt x="1902524" y="2271141"/>
                  </a:lnTo>
                  <a:lnTo>
                    <a:pt x="1902238" y="2270760"/>
                  </a:lnTo>
                  <a:lnTo>
                    <a:pt x="1902714" y="2270093"/>
                  </a:lnTo>
                  <a:lnTo>
                    <a:pt x="1902524" y="2269617"/>
                  </a:lnTo>
                  <a:lnTo>
                    <a:pt x="1902143" y="2269427"/>
                  </a:lnTo>
                  <a:lnTo>
                    <a:pt x="1901857" y="2269427"/>
                  </a:lnTo>
                  <a:lnTo>
                    <a:pt x="1901381" y="2269617"/>
                  </a:lnTo>
                  <a:lnTo>
                    <a:pt x="1900428" y="2269522"/>
                  </a:lnTo>
                  <a:lnTo>
                    <a:pt x="1899476" y="2269617"/>
                  </a:lnTo>
                  <a:lnTo>
                    <a:pt x="1898618" y="2269903"/>
                  </a:lnTo>
                  <a:lnTo>
                    <a:pt x="1898142" y="2270474"/>
                  </a:lnTo>
                  <a:lnTo>
                    <a:pt x="1897761" y="2270474"/>
                  </a:lnTo>
                  <a:lnTo>
                    <a:pt x="1897285" y="2270189"/>
                  </a:lnTo>
                  <a:lnTo>
                    <a:pt x="1896523" y="2270189"/>
                  </a:lnTo>
                  <a:lnTo>
                    <a:pt x="1895666" y="2270474"/>
                  </a:lnTo>
                  <a:lnTo>
                    <a:pt x="1894904" y="2270951"/>
                  </a:lnTo>
                  <a:lnTo>
                    <a:pt x="1892046" y="2272856"/>
                  </a:lnTo>
                  <a:lnTo>
                    <a:pt x="1891951" y="2273427"/>
                  </a:lnTo>
                  <a:lnTo>
                    <a:pt x="1892237" y="2273999"/>
                  </a:lnTo>
                  <a:lnTo>
                    <a:pt x="1892618" y="2274284"/>
                  </a:lnTo>
                  <a:lnTo>
                    <a:pt x="1892808" y="2274094"/>
                  </a:lnTo>
                  <a:lnTo>
                    <a:pt x="1892999" y="2273713"/>
                  </a:lnTo>
                  <a:lnTo>
                    <a:pt x="1893380" y="2273999"/>
                  </a:lnTo>
                  <a:lnTo>
                    <a:pt x="1893665" y="2274570"/>
                  </a:lnTo>
                  <a:lnTo>
                    <a:pt x="1893475" y="2274951"/>
                  </a:lnTo>
                  <a:lnTo>
                    <a:pt x="1891951" y="2274856"/>
                  </a:lnTo>
                  <a:lnTo>
                    <a:pt x="1891475" y="2275237"/>
                  </a:lnTo>
                  <a:lnTo>
                    <a:pt x="1891760" y="2276475"/>
                  </a:lnTo>
                  <a:lnTo>
                    <a:pt x="1892237" y="2276856"/>
                  </a:lnTo>
                  <a:lnTo>
                    <a:pt x="1894999" y="2277618"/>
                  </a:lnTo>
                  <a:lnTo>
                    <a:pt x="1894999" y="2277999"/>
                  </a:lnTo>
                  <a:lnTo>
                    <a:pt x="1893951" y="2277904"/>
                  </a:lnTo>
                  <a:lnTo>
                    <a:pt x="1893094" y="2278094"/>
                  </a:lnTo>
                  <a:lnTo>
                    <a:pt x="1892427" y="2278190"/>
                  </a:lnTo>
                  <a:lnTo>
                    <a:pt x="1892141" y="2277713"/>
                  </a:lnTo>
                  <a:lnTo>
                    <a:pt x="1891284" y="2278094"/>
                  </a:lnTo>
                  <a:lnTo>
                    <a:pt x="1890332" y="2278380"/>
                  </a:lnTo>
                  <a:lnTo>
                    <a:pt x="1889570" y="2278666"/>
                  </a:lnTo>
                  <a:lnTo>
                    <a:pt x="1889189" y="2279237"/>
                  </a:lnTo>
                  <a:lnTo>
                    <a:pt x="1888808" y="2279237"/>
                  </a:lnTo>
                  <a:lnTo>
                    <a:pt x="1888712" y="2278380"/>
                  </a:lnTo>
                  <a:lnTo>
                    <a:pt x="1888331" y="2277523"/>
                  </a:lnTo>
                  <a:lnTo>
                    <a:pt x="1887760" y="2277047"/>
                  </a:lnTo>
                  <a:lnTo>
                    <a:pt x="1886903" y="2277428"/>
                  </a:lnTo>
                  <a:lnTo>
                    <a:pt x="1886141" y="2277618"/>
                  </a:lnTo>
                  <a:lnTo>
                    <a:pt x="1885283" y="2277142"/>
                  </a:lnTo>
                  <a:lnTo>
                    <a:pt x="1883855" y="2275999"/>
                  </a:lnTo>
                  <a:lnTo>
                    <a:pt x="1882235" y="2275999"/>
                  </a:lnTo>
                  <a:lnTo>
                    <a:pt x="1881378" y="2275904"/>
                  </a:lnTo>
                  <a:lnTo>
                    <a:pt x="1880997" y="2275427"/>
                  </a:lnTo>
                  <a:lnTo>
                    <a:pt x="1880807" y="2274379"/>
                  </a:lnTo>
                  <a:lnTo>
                    <a:pt x="1880426" y="2274284"/>
                  </a:lnTo>
                  <a:lnTo>
                    <a:pt x="1879187" y="2275332"/>
                  </a:lnTo>
                  <a:lnTo>
                    <a:pt x="1878711" y="2275523"/>
                  </a:lnTo>
                  <a:lnTo>
                    <a:pt x="1878235" y="2275523"/>
                  </a:lnTo>
                  <a:lnTo>
                    <a:pt x="1877854" y="2275618"/>
                  </a:lnTo>
                  <a:lnTo>
                    <a:pt x="1877759" y="2276285"/>
                  </a:lnTo>
                  <a:lnTo>
                    <a:pt x="1877663" y="2276951"/>
                  </a:lnTo>
                  <a:lnTo>
                    <a:pt x="1877473" y="2277237"/>
                  </a:lnTo>
                  <a:lnTo>
                    <a:pt x="1876806" y="2277809"/>
                  </a:lnTo>
                  <a:lnTo>
                    <a:pt x="1876520" y="2277999"/>
                  </a:lnTo>
                  <a:lnTo>
                    <a:pt x="1876235" y="2277999"/>
                  </a:lnTo>
                  <a:lnTo>
                    <a:pt x="1875949" y="2278094"/>
                  </a:lnTo>
                  <a:lnTo>
                    <a:pt x="1875473" y="2278475"/>
                  </a:lnTo>
                  <a:lnTo>
                    <a:pt x="1875282" y="2278761"/>
                  </a:lnTo>
                  <a:lnTo>
                    <a:pt x="1874901" y="2279333"/>
                  </a:lnTo>
                  <a:lnTo>
                    <a:pt x="1874711" y="2279618"/>
                  </a:lnTo>
                  <a:lnTo>
                    <a:pt x="1874139" y="2280095"/>
                  </a:lnTo>
                  <a:lnTo>
                    <a:pt x="1873568" y="2280476"/>
                  </a:lnTo>
                  <a:lnTo>
                    <a:pt x="1873091" y="2280952"/>
                  </a:lnTo>
                  <a:lnTo>
                    <a:pt x="1872901" y="2281809"/>
                  </a:lnTo>
                  <a:lnTo>
                    <a:pt x="1873091" y="2284476"/>
                  </a:lnTo>
                  <a:lnTo>
                    <a:pt x="1872901" y="2285524"/>
                  </a:lnTo>
                  <a:lnTo>
                    <a:pt x="1873282" y="2285524"/>
                  </a:lnTo>
                  <a:lnTo>
                    <a:pt x="1873568" y="2285238"/>
                  </a:lnTo>
                  <a:lnTo>
                    <a:pt x="1873949" y="2284952"/>
                  </a:lnTo>
                  <a:lnTo>
                    <a:pt x="1874806" y="2284381"/>
                  </a:lnTo>
                  <a:lnTo>
                    <a:pt x="1875473" y="2284191"/>
                  </a:lnTo>
                  <a:lnTo>
                    <a:pt x="1876806" y="2283524"/>
                  </a:lnTo>
                  <a:lnTo>
                    <a:pt x="1878139" y="2282571"/>
                  </a:lnTo>
                  <a:lnTo>
                    <a:pt x="1878806" y="2281714"/>
                  </a:lnTo>
                  <a:lnTo>
                    <a:pt x="1879283" y="2281904"/>
                  </a:lnTo>
                  <a:lnTo>
                    <a:pt x="1879664" y="2282000"/>
                  </a:lnTo>
                  <a:lnTo>
                    <a:pt x="1880140" y="2282095"/>
                  </a:lnTo>
                  <a:lnTo>
                    <a:pt x="1880616" y="2282095"/>
                  </a:lnTo>
                  <a:lnTo>
                    <a:pt x="1880235" y="2282666"/>
                  </a:lnTo>
                  <a:lnTo>
                    <a:pt x="1879949" y="2282762"/>
                  </a:lnTo>
                  <a:lnTo>
                    <a:pt x="1879473" y="2282857"/>
                  </a:lnTo>
                  <a:lnTo>
                    <a:pt x="1879473" y="2283238"/>
                  </a:lnTo>
                  <a:lnTo>
                    <a:pt x="1879854" y="2283238"/>
                  </a:lnTo>
                  <a:lnTo>
                    <a:pt x="1879854" y="2283619"/>
                  </a:lnTo>
                  <a:lnTo>
                    <a:pt x="1878806" y="2283714"/>
                  </a:lnTo>
                  <a:lnTo>
                    <a:pt x="1879187" y="2284476"/>
                  </a:lnTo>
                  <a:lnTo>
                    <a:pt x="1880045" y="2285429"/>
                  </a:lnTo>
                  <a:lnTo>
                    <a:pt x="1880521" y="2286286"/>
                  </a:lnTo>
                  <a:lnTo>
                    <a:pt x="1880140" y="2286286"/>
                  </a:lnTo>
                  <a:lnTo>
                    <a:pt x="1879187" y="2285524"/>
                  </a:lnTo>
                  <a:lnTo>
                    <a:pt x="1878616" y="2285238"/>
                  </a:lnTo>
                  <a:lnTo>
                    <a:pt x="1877854" y="2285143"/>
                  </a:lnTo>
                  <a:lnTo>
                    <a:pt x="1877092" y="2285238"/>
                  </a:lnTo>
                  <a:lnTo>
                    <a:pt x="1875758" y="2285619"/>
                  </a:lnTo>
                  <a:lnTo>
                    <a:pt x="1875377" y="2285524"/>
                  </a:lnTo>
                  <a:lnTo>
                    <a:pt x="1875092" y="2285905"/>
                  </a:lnTo>
                  <a:lnTo>
                    <a:pt x="1875092" y="2287048"/>
                  </a:lnTo>
                  <a:lnTo>
                    <a:pt x="1874330" y="2288191"/>
                  </a:lnTo>
                  <a:lnTo>
                    <a:pt x="1872425" y="2289810"/>
                  </a:lnTo>
                  <a:lnTo>
                    <a:pt x="1871186" y="2290191"/>
                  </a:lnTo>
                  <a:lnTo>
                    <a:pt x="1871091" y="2290286"/>
                  </a:lnTo>
                  <a:lnTo>
                    <a:pt x="1870901" y="2290382"/>
                  </a:lnTo>
                  <a:lnTo>
                    <a:pt x="1870329" y="2290858"/>
                  </a:lnTo>
                  <a:lnTo>
                    <a:pt x="1869567" y="2291144"/>
                  </a:lnTo>
                  <a:lnTo>
                    <a:pt x="1868234" y="2291906"/>
                  </a:lnTo>
                  <a:lnTo>
                    <a:pt x="1867567" y="2292096"/>
                  </a:lnTo>
                  <a:lnTo>
                    <a:pt x="1864900" y="2292477"/>
                  </a:lnTo>
                  <a:lnTo>
                    <a:pt x="1864519" y="2292763"/>
                  </a:lnTo>
                  <a:lnTo>
                    <a:pt x="1864233" y="2293334"/>
                  </a:lnTo>
                  <a:lnTo>
                    <a:pt x="1863757" y="2294382"/>
                  </a:lnTo>
                  <a:lnTo>
                    <a:pt x="1861852" y="2296192"/>
                  </a:lnTo>
                  <a:lnTo>
                    <a:pt x="1860995" y="2297335"/>
                  </a:lnTo>
                  <a:lnTo>
                    <a:pt x="1861185" y="2298192"/>
                  </a:lnTo>
                  <a:lnTo>
                    <a:pt x="1861185" y="2298573"/>
                  </a:lnTo>
                  <a:lnTo>
                    <a:pt x="1860804" y="2298573"/>
                  </a:lnTo>
                  <a:lnTo>
                    <a:pt x="1860137" y="2297811"/>
                  </a:lnTo>
                  <a:lnTo>
                    <a:pt x="1858994" y="2298573"/>
                  </a:lnTo>
                  <a:lnTo>
                    <a:pt x="1857185" y="2300573"/>
                  </a:lnTo>
                  <a:lnTo>
                    <a:pt x="1854994" y="2301335"/>
                  </a:lnTo>
                  <a:lnTo>
                    <a:pt x="1854518" y="2301621"/>
                  </a:lnTo>
                  <a:lnTo>
                    <a:pt x="1853470" y="2302383"/>
                  </a:lnTo>
                  <a:lnTo>
                    <a:pt x="1853089" y="2302574"/>
                  </a:lnTo>
                  <a:lnTo>
                    <a:pt x="1852041" y="2304193"/>
                  </a:lnTo>
                  <a:lnTo>
                    <a:pt x="1851660" y="2304479"/>
                  </a:lnTo>
                  <a:lnTo>
                    <a:pt x="1851089" y="2304574"/>
                  </a:lnTo>
                  <a:lnTo>
                    <a:pt x="1849851" y="2305050"/>
                  </a:lnTo>
                  <a:lnTo>
                    <a:pt x="1849088" y="2305145"/>
                  </a:lnTo>
                  <a:lnTo>
                    <a:pt x="1848041" y="2304860"/>
                  </a:lnTo>
                  <a:lnTo>
                    <a:pt x="1847660" y="2304955"/>
                  </a:lnTo>
                  <a:lnTo>
                    <a:pt x="1847469" y="2305622"/>
                  </a:lnTo>
                  <a:lnTo>
                    <a:pt x="1847279" y="2306003"/>
                  </a:lnTo>
                  <a:lnTo>
                    <a:pt x="1846898" y="2306384"/>
                  </a:lnTo>
                  <a:lnTo>
                    <a:pt x="1846707" y="2306765"/>
                  </a:lnTo>
                  <a:lnTo>
                    <a:pt x="1847088" y="2307241"/>
                  </a:lnTo>
                  <a:lnTo>
                    <a:pt x="1847088" y="2307622"/>
                  </a:lnTo>
                  <a:lnTo>
                    <a:pt x="1846517" y="2307717"/>
                  </a:lnTo>
                  <a:lnTo>
                    <a:pt x="1846326" y="2308003"/>
                  </a:lnTo>
                  <a:lnTo>
                    <a:pt x="1846421" y="2308384"/>
                  </a:lnTo>
                  <a:lnTo>
                    <a:pt x="1846326" y="2308670"/>
                  </a:lnTo>
                  <a:lnTo>
                    <a:pt x="1845659" y="2308574"/>
                  </a:lnTo>
                  <a:lnTo>
                    <a:pt x="1845374" y="2308574"/>
                  </a:lnTo>
                  <a:lnTo>
                    <a:pt x="1845469" y="2308955"/>
                  </a:lnTo>
                  <a:lnTo>
                    <a:pt x="1845564" y="2309146"/>
                  </a:lnTo>
                  <a:lnTo>
                    <a:pt x="1845088" y="2309432"/>
                  </a:lnTo>
                  <a:lnTo>
                    <a:pt x="1844612" y="2309908"/>
                  </a:lnTo>
                  <a:lnTo>
                    <a:pt x="1844326" y="2310575"/>
                  </a:lnTo>
                  <a:lnTo>
                    <a:pt x="1844897" y="2312003"/>
                  </a:lnTo>
                  <a:lnTo>
                    <a:pt x="1844516" y="2312575"/>
                  </a:lnTo>
                  <a:lnTo>
                    <a:pt x="1844040" y="2313146"/>
                  </a:lnTo>
                  <a:lnTo>
                    <a:pt x="1844040" y="2313718"/>
                  </a:lnTo>
                  <a:lnTo>
                    <a:pt x="1844707" y="2314004"/>
                  </a:lnTo>
                  <a:lnTo>
                    <a:pt x="1845564" y="2314004"/>
                  </a:lnTo>
                  <a:lnTo>
                    <a:pt x="1846326" y="2314194"/>
                  </a:lnTo>
                  <a:lnTo>
                    <a:pt x="1846612" y="2315051"/>
                  </a:lnTo>
                  <a:lnTo>
                    <a:pt x="1846707" y="2316194"/>
                  </a:lnTo>
                  <a:lnTo>
                    <a:pt x="1846898" y="2316766"/>
                  </a:lnTo>
                  <a:lnTo>
                    <a:pt x="1847279" y="2317147"/>
                  </a:lnTo>
                  <a:lnTo>
                    <a:pt x="1847279" y="2317528"/>
                  </a:lnTo>
                  <a:lnTo>
                    <a:pt x="1847088" y="2317433"/>
                  </a:lnTo>
                  <a:lnTo>
                    <a:pt x="1846231" y="2317242"/>
                  </a:lnTo>
                  <a:lnTo>
                    <a:pt x="1845945" y="2318099"/>
                  </a:lnTo>
                  <a:lnTo>
                    <a:pt x="1845278" y="2318957"/>
                  </a:lnTo>
                  <a:lnTo>
                    <a:pt x="1844516" y="2319719"/>
                  </a:lnTo>
                  <a:lnTo>
                    <a:pt x="1843754" y="2320195"/>
                  </a:lnTo>
                  <a:lnTo>
                    <a:pt x="1845183" y="2324767"/>
                  </a:lnTo>
                  <a:lnTo>
                    <a:pt x="1845183" y="2326767"/>
                  </a:lnTo>
                  <a:lnTo>
                    <a:pt x="1845374" y="2327053"/>
                  </a:lnTo>
                  <a:lnTo>
                    <a:pt x="1845564" y="2327243"/>
                  </a:lnTo>
                  <a:lnTo>
                    <a:pt x="1845755" y="2327720"/>
                  </a:lnTo>
                  <a:lnTo>
                    <a:pt x="1845850" y="2328862"/>
                  </a:lnTo>
                  <a:lnTo>
                    <a:pt x="1845755" y="2330101"/>
                  </a:lnTo>
                  <a:lnTo>
                    <a:pt x="1845374" y="2331053"/>
                  </a:lnTo>
                  <a:lnTo>
                    <a:pt x="1844421" y="2332958"/>
                  </a:lnTo>
                  <a:lnTo>
                    <a:pt x="1844135" y="2334006"/>
                  </a:lnTo>
                  <a:lnTo>
                    <a:pt x="1844326" y="2334768"/>
                  </a:lnTo>
                  <a:lnTo>
                    <a:pt x="1844802" y="2335340"/>
                  </a:lnTo>
                  <a:lnTo>
                    <a:pt x="1845469" y="2336006"/>
                  </a:lnTo>
                  <a:lnTo>
                    <a:pt x="1846421" y="2337435"/>
                  </a:lnTo>
                  <a:lnTo>
                    <a:pt x="1847183" y="2339245"/>
                  </a:lnTo>
                  <a:lnTo>
                    <a:pt x="1847755" y="2341245"/>
                  </a:lnTo>
                  <a:lnTo>
                    <a:pt x="1847945" y="2343245"/>
                  </a:lnTo>
                  <a:lnTo>
                    <a:pt x="1847660" y="2347627"/>
                  </a:lnTo>
                  <a:lnTo>
                    <a:pt x="1847469" y="2348579"/>
                  </a:lnTo>
                  <a:lnTo>
                    <a:pt x="1847088" y="2349437"/>
                  </a:lnTo>
                  <a:lnTo>
                    <a:pt x="1846802" y="2350389"/>
                  </a:lnTo>
                  <a:lnTo>
                    <a:pt x="1846993" y="2351627"/>
                  </a:lnTo>
                  <a:lnTo>
                    <a:pt x="1847374" y="2352580"/>
                  </a:lnTo>
                  <a:lnTo>
                    <a:pt x="1847945" y="2353151"/>
                  </a:lnTo>
                  <a:lnTo>
                    <a:pt x="1848803" y="2353437"/>
                  </a:lnTo>
                  <a:lnTo>
                    <a:pt x="1851184" y="2353628"/>
                  </a:lnTo>
                  <a:lnTo>
                    <a:pt x="1852232" y="2353818"/>
                  </a:lnTo>
                  <a:lnTo>
                    <a:pt x="1853279" y="2354199"/>
                  </a:lnTo>
                  <a:lnTo>
                    <a:pt x="1855184" y="2355152"/>
                  </a:lnTo>
                  <a:lnTo>
                    <a:pt x="1857185" y="2356485"/>
                  </a:lnTo>
                  <a:lnTo>
                    <a:pt x="1857566" y="2357057"/>
                  </a:lnTo>
                  <a:lnTo>
                    <a:pt x="1858042" y="2357437"/>
                  </a:lnTo>
                  <a:lnTo>
                    <a:pt x="1860709" y="2358390"/>
                  </a:lnTo>
                  <a:lnTo>
                    <a:pt x="1861566" y="2358771"/>
                  </a:lnTo>
                  <a:lnTo>
                    <a:pt x="1861947" y="2359247"/>
                  </a:lnTo>
                  <a:lnTo>
                    <a:pt x="1862328" y="2359724"/>
                  </a:lnTo>
                  <a:lnTo>
                    <a:pt x="1862900" y="2360295"/>
                  </a:lnTo>
                  <a:lnTo>
                    <a:pt x="1863566" y="2360676"/>
                  </a:lnTo>
                  <a:lnTo>
                    <a:pt x="1864043" y="2360771"/>
                  </a:lnTo>
                  <a:lnTo>
                    <a:pt x="1868805" y="2360676"/>
                  </a:lnTo>
                  <a:lnTo>
                    <a:pt x="1869377" y="2360771"/>
                  </a:lnTo>
                  <a:lnTo>
                    <a:pt x="1869853" y="2361057"/>
                  </a:lnTo>
                  <a:lnTo>
                    <a:pt x="1870424" y="2361248"/>
                  </a:lnTo>
                  <a:lnTo>
                    <a:pt x="1871186" y="2361057"/>
                  </a:lnTo>
                  <a:lnTo>
                    <a:pt x="1870805" y="2361819"/>
                  </a:lnTo>
                  <a:lnTo>
                    <a:pt x="1871377" y="2362200"/>
                  </a:lnTo>
                  <a:lnTo>
                    <a:pt x="1871568" y="2362867"/>
                  </a:lnTo>
                  <a:lnTo>
                    <a:pt x="1871663" y="2363629"/>
                  </a:lnTo>
                  <a:lnTo>
                    <a:pt x="1871948" y="2364391"/>
                  </a:lnTo>
                  <a:lnTo>
                    <a:pt x="1872615" y="2365058"/>
                  </a:lnTo>
                  <a:lnTo>
                    <a:pt x="1873187" y="2365058"/>
                  </a:lnTo>
                  <a:lnTo>
                    <a:pt x="1874139" y="2364391"/>
                  </a:lnTo>
                  <a:lnTo>
                    <a:pt x="1875568" y="2364105"/>
                  </a:lnTo>
                  <a:lnTo>
                    <a:pt x="1881664" y="2364200"/>
                  </a:lnTo>
                  <a:lnTo>
                    <a:pt x="1887284" y="2365058"/>
                  </a:lnTo>
                  <a:lnTo>
                    <a:pt x="1888522" y="2365534"/>
                  </a:lnTo>
                  <a:lnTo>
                    <a:pt x="1889474" y="2366391"/>
                  </a:lnTo>
                  <a:lnTo>
                    <a:pt x="1890141" y="2367439"/>
                  </a:lnTo>
                  <a:lnTo>
                    <a:pt x="1890522" y="2366677"/>
                  </a:lnTo>
                  <a:lnTo>
                    <a:pt x="1890903" y="2367058"/>
                  </a:lnTo>
                  <a:lnTo>
                    <a:pt x="1891094" y="2367820"/>
                  </a:lnTo>
                  <a:lnTo>
                    <a:pt x="1891094" y="2368201"/>
                  </a:lnTo>
                  <a:lnTo>
                    <a:pt x="1890236" y="2368391"/>
                  </a:lnTo>
                  <a:lnTo>
                    <a:pt x="1889855" y="2368772"/>
                  </a:lnTo>
                  <a:lnTo>
                    <a:pt x="1889474" y="2369249"/>
                  </a:lnTo>
                  <a:lnTo>
                    <a:pt x="1888808" y="2369725"/>
                  </a:lnTo>
                  <a:lnTo>
                    <a:pt x="1889570" y="2370392"/>
                  </a:lnTo>
                  <a:lnTo>
                    <a:pt x="1891284" y="2369249"/>
                  </a:lnTo>
                  <a:lnTo>
                    <a:pt x="1892522" y="2369439"/>
                  </a:lnTo>
                  <a:lnTo>
                    <a:pt x="1892332" y="2368487"/>
                  </a:lnTo>
                  <a:lnTo>
                    <a:pt x="1892808" y="2368010"/>
                  </a:lnTo>
                  <a:lnTo>
                    <a:pt x="1893475" y="2367534"/>
                  </a:lnTo>
                  <a:lnTo>
                    <a:pt x="1893951" y="2366772"/>
                  </a:lnTo>
                  <a:lnTo>
                    <a:pt x="1894237" y="2367344"/>
                  </a:lnTo>
                  <a:lnTo>
                    <a:pt x="1894237" y="2367629"/>
                  </a:lnTo>
                  <a:lnTo>
                    <a:pt x="1894046" y="2367915"/>
                  </a:lnTo>
                  <a:lnTo>
                    <a:pt x="1893951" y="2368296"/>
                  </a:lnTo>
                  <a:lnTo>
                    <a:pt x="1893856" y="2368296"/>
                  </a:lnTo>
                  <a:lnTo>
                    <a:pt x="1893570" y="2368391"/>
                  </a:lnTo>
                  <a:lnTo>
                    <a:pt x="1893284" y="2368582"/>
                  </a:lnTo>
                  <a:lnTo>
                    <a:pt x="1893189" y="2368868"/>
                  </a:lnTo>
                  <a:lnTo>
                    <a:pt x="1893284" y="2369058"/>
                  </a:lnTo>
                  <a:lnTo>
                    <a:pt x="1893570" y="2369058"/>
                  </a:lnTo>
                  <a:lnTo>
                    <a:pt x="1893665" y="2369249"/>
                  </a:lnTo>
                  <a:lnTo>
                    <a:pt x="1893761" y="2369534"/>
                  </a:lnTo>
                  <a:lnTo>
                    <a:pt x="1894046" y="2369725"/>
                  </a:lnTo>
                  <a:lnTo>
                    <a:pt x="1894332" y="2370011"/>
                  </a:lnTo>
                  <a:lnTo>
                    <a:pt x="1894427" y="2370487"/>
                  </a:lnTo>
                  <a:lnTo>
                    <a:pt x="1894142" y="2371344"/>
                  </a:lnTo>
                  <a:lnTo>
                    <a:pt x="1894046" y="2371725"/>
                  </a:lnTo>
                  <a:lnTo>
                    <a:pt x="1894427" y="2371725"/>
                  </a:lnTo>
                  <a:lnTo>
                    <a:pt x="1894808" y="2371249"/>
                  </a:lnTo>
                  <a:lnTo>
                    <a:pt x="1895380" y="2371058"/>
                  </a:lnTo>
                  <a:lnTo>
                    <a:pt x="1896142" y="2371058"/>
                  </a:lnTo>
                  <a:lnTo>
                    <a:pt x="1896904" y="2371344"/>
                  </a:lnTo>
                  <a:lnTo>
                    <a:pt x="1896809" y="2370963"/>
                  </a:lnTo>
                  <a:lnTo>
                    <a:pt x="1896332" y="2370106"/>
                  </a:lnTo>
                  <a:lnTo>
                    <a:pt x="1896237" y="2369820"/>
                  </a:lnTo>
                  <a:lnTo>
                    <a:pt x="1896428" y="2369534"/>
                  </a:lnTo>
                  <a:lnTo>
                    <a:pt x="1897094" y="2369058"/>
                  </a:lnTo>
                  <a:lnTo>
                    <a:pt x="1897285" y="2368868"/>
                  </a:lnTo>
                  <a:lnTo>
                    <a:pt x="1897666" y="2368487"/>
                  </a:lnTo>
                  <a:lnTo>
                    <a:pt x="1899476" y="2367915"/>
                  </a:lnTo>
                  <a:lnTo>
                    <a:pt x="1900143" y="2367534"/>
                  </a:lnTo>
                  <a:lnTo>
                    <a:pt x="1900523" y="2368868"/>
                  </a:lnTo>
                  <a:lnTo>
                    <a:pt x="1900904" y="2369534"/>
                  </a:lnTo>
                  <a:lnTo>
                    <a:pt x="1901476" y="2369820"/>
                  </a:lnTo>
                  <a:lnTo>
                    <a:pt x="1901857" y="2369629"/>
                  </a:lnTo>
                  <a:lnTo>
                    <a:pt x="1902428" y="2369249"/>
                  </a:lnTo>
                  <a:lnTo>
                    <a:pt x="1902905" y="2368677"/>
                  </a:lnTo>
                  <a:lnTo>
                    <a:pt x="1903095" y="2368201"/>
                  </a:lnTo>
                  <a:lnTo>
                    <a:pt x="1903476" y="2367725"/>
                  </a:lnTo>
                  <a:lnTo>
                    <a:pt x="1903667" y="2367344"/>
                  </a:lnTo>
                  <a:lnTo>
                    <a:pt x="1903571" y="2366867"/>
                  </a:lnTo>
                  <a:lnTo>
                    <a:pt x="1903286" y="2366772"/>
                  </a:lnTo>
                  <a:lnTo>
                    <a:pt x="1902428" y="2366867"/>
                  </a:lnTo>
                  <a:lnTo>
                    <a:pt x="1902143" y="2366867"/>
                  </a:lnTo>
                  <a:lnTo>
                    <a:pt x="1901190" y="2366391"/>
                  </a:lnTo>
                  <a:lnTo>
                    <a:pt x="1900809" y="2366391"/>
                  </a:lnTo>
                  <a:lnTo>
                    <a:pt x="1899952" y="2366486"/>
                  </a:lnTo>
                  <a:lnTo>
                    <a:pt x="1899952" y="2366105"/>
                  </a:lnTo>
                  <a:lnTo>
                    <a:pt x="1901381" y="2365153"/>
                  </a:lnTo>
                  <a:lnTo>
                    <a:pt x="1901762" y="2365058"/>
                  </a:lnTo>
                  <a:lnTo>
                    <a:pt x="1902143" y="2365248"/>
                  </a:lnTo>
                  <a:lnTo>
                    <a:pt x="1902238" y="2365724"/>
                  </a:lnTo>
                  <a:lnTo>
                    <a:pt x="1902428" y="2366105"/>
                  </a:lnTo>
                  <a:lnTo>
                    <a:pt x="1903190" y="2366105"/>
                  </a:lnTo>
                  <a:lnTo>
                    <a:pt x="1902905" y="2364391"/>
                  </a:lnTo>
                  <a:lnTo>
                    <a:pt x="1904143" y="2360581"/>
                  </a:lnTo>
                  <a:lnTo>
                    <a:pt x="1903952" y="2359343"/>
                  </a:lnTo>
                  <a:lnTo>
                    <a:pt x="1904619" y="2359057"/>
                  </a:lnTo>
                  <a:lnTo>
                    <a:pt x="1905572" y="2358866"/>
                  </a:lnTo>
                  <a:lnTo>
                    <a:pt x="1906619" y="2358771"/>
                  </a:lnTo>
                  <a:lnTo>
                    <a:pt x="1907572" y="2358962"/>
                  </a:lnTo>
                  <a:lnTo>
                    <a:pt x="1907858" y="2359247"/>
                  </a:lnTo>
                  <a:lnTo>
                    <a:pt x="1907953" y="2359628"/>
                  </a:lnTo>
                  <a:lnTo>
                    <a:pt x="1908143" y="2359914"/>
                  </a:lnTo>
                  <a:lnTo>
                    <a:pt x="1908715" y="2360104"/>
                  </a:lnTo>
                  <a:lnTo>
                    <a:pt x="1911191" y="2358676"/>
                  </a:lnTo>
                  <a:lnTo>
                    <a:pt x="1912049" y="2358295"/>
                  </a:lnTo>
                  <a:lnTo>
                    <a:pt x="1912906" y="2358200"/>
                  </a:lnTo>
                  <a:lnTo>
                    <a:pt x="1914620" y="2358295"/>
                  </a:lnTo>
                  <a:lnTo>
                    <a:pt x="1914906" y="2358390"/>
                  </a:lnTo>
                  <a:lnTo>
                    <a:pt x="1915097" y="2358390"/>
                  </a:lnTo>
                  <a:lnTo>
                    <a:pt x="1915478" y="2358295"/>
                  </a:lnTo>
                  <a:lnTo>
                    <a:pt x="1915954" y="2357914"/>
                  </a:lnTo>
                  <a:lnTo>
                    <a:pt x="1916144" y="2357437"/>
                  </a:lnTo>
                  <a:lnTo>
                    <a:pt x="1916430" y="2357247"/>
                  </a:lnTo>
                  <a:lnTo>
                    <a:pt x="1917002" y="2357628"/>
                  </a:lnTo>
                  <a:lnTo>
                    <a:pt x="1917002" y="2357437"/>
                  </a:lnTo>
                  <a:lnTo>
                    <a:pt x="1917002" y="2357057"/>
                  </a:lnTo>
                  <a:lnTo>
                    <a:pt x="1917002" y="2356866"/>
                  </a:lnTo>
                  <a:lnTo>
                    <a:pt x="1917573" y="2357342"/>
                  </a:lnTo>
                  <a:lnTo>
                    <a:pt x="1917764" y="2357533"/>
                  </a:lnTo>
                  <a:lnTo>
                    <a:pt x="1917954" y="2357247"/>
                  </a:lnTo>
                  <a:lnTo>
                    <a:pt x="1918335" y="2356676"/>
                  </a:lnTo>
                  <a:lnTo>
                    <a:pt x="1918526" y="2356390"/>
                  </a:lnTo>
                  <a:lnTo>
                    <a:pt x="1918716" y="2356866"/>
                  </a:lnTo>
                  <a:lnTo>
                    <a:pt x="1918716" y="2357533"/>
                  </a:lnTo>
                  <a:lnTo>
                    <a:pt x="1918526" y="2358200"/>
                  </a:lnTo>
                  <a:lnTo>
                    <a:pt x="1918240" y="2358676"/>
                  </a:lnTo>
                  <a:lnTo>
                    <a:pt x="1917573" y="2358962"/>
                  </a:lnTo>
                  <a:lnTo>
                    <a:pt x="1916906" y="2358866"/>
                  </a:lnTo>
                  <a:lnTo>
                    <a:pt x="1916335" y="2358676"/>
                  </a:lnTo>
                  <a:lnTo>
                    <a:pt x="1915954" y="2358771"/>
                  </a:lnTo>
                  <a:lnTo>
                    <a:pt x="1915954" y="2359628"/>
                  </a:lnTo>
                  <a:lnTo>
                    <a:pt x="1917383" y="2360009"/>
                  </a:lnTo>
                  <a:lnTo>
                    <a:pt x="1919002" y="2360104"/>
                  </a:lnTo>
                  <a:lnTo>
                    <a:pt x="1919764" y="2360009"/>
                  </a:lnTo>
                  <a:lnTo>
                    <a:pt x="1920431" y="2359533"/>
                  </a:lnTo>
                  <a:lnTo>
                    <a:pt x="1920335" y="2359057"/>
                  </a:lnTo>
                  <a:lnTo>
                    <a:pt x="1919954" y="2358390"/>
                  </a:lnTo>
                  <a:lnTo>
                    <a:pt x="1919764" y="2357533"/>
                  </a:lnTo>
                  <a:lnTo>
                    <a:pt x="1919954" y="2356771"/>
                  </a:lnTo>
                  <a:lnTo>
                    <a:pt x="1920431" y="2356771"/>
                  </a:lnTo>
                  <a:lnTo>
                    <a:pt x="1920812" y="2357342"/>
                  </a:lnTo>
                  <a:lnTo>
                    <a:pt x="1920812" y="2358485"/>
                  </a:lnTo>
                  <a:lnTo>
                    <a:pt x="1921193" y="2358485"/>
                  </a:lnTo>
                  <a:lnTo>
                    <a:pt x="1921288" y="2357437"/>
                  </a:lnTo>
                  <a:lnTo>
                    <a:pt x="1921859" y="2355342"/>
                  </a:lnTo>
                  <a:lnTo>
                    <a:pt x="1921955" y="2354580"/>
                  </a:lnTo>
                  <a:lnTo>
                    <a:pt x="1921478" y="2353913"/>
                  </a:lnTo>
                  <a:lnTo>
                    <a:pt x="1920050" y="2353533"/>
                  </a:lnTo>
                  <a:lnTo>
                    <a:pt x="1919383" y="2352961"/>
                  </a:lnTo>
                  <a:lnTo>
                    <a:pt x="1919383" y="2352580"/>
                  </a:lnTo>
                  <a:lnTo>
                    <a:pt x="1921288" y="2353151"/>
                  </a:lnTo>
                  <a:lnTo>
                    <a:pt x="1922240" y="2353056"/>
                  </a:lnTo>
                  <a:lnTo>
                    <a:pt x="1923002" y="2351151"/>
                  </a:lnTo>
                  <a:lnTo>
                    <a:pt x="1923955" y="2350294"/>
                  </a:lnTo>
                  <a:lnTo>
                    <a:pt x="1925860" y="2348865"/>
                  </a:lnTo>
                  <a:lnTo>
                    <a:pt x="1929575" y="2345436"/>
                  </a:lnTo>
                  <a:lnTo>
                    <a:pt x="1931861" y="2344008"/>
                  </a:lnTo>
                  <a:lnTo>
                    <a:pt x="1933480" y="2344293"/>
                  </a:lnTo>
                  <a:lnTo>
                    <a:pt x="1933861" y="2344293"/>
                  </a:lnTo>
                  <a:lnTo>
                    <a:pt x="1934909" y="2343341"/>
                  </a:lnTo>
                  <a:lnTo>
                    <a:pt x="1937671" y="2342769"/>
                  </a:lnTo>
                  <a:lnTo>
                    <a:pt x="1938528" y="2342007"/>
                  </a:lnTo>
                  <a:lnTo>
                    <a:pt x="1938909" y="2342007"/>
                  </a:lnTo>
                  <a:lnTo>
                    <a:pt x="1939290" y="2342388"/>
                  </a:lnTo>
                  <a:lnTo>
                    <a:pt x="1939290" y="2342769"/>
                  </a:lnTo>
                  <a:lnTo>
                    <a:pt x="1937099" y="2342960"/>
                  </a:lnTo>
                  <a:lnTo>
                    <a:pt x="1935861" y="2343245"/>
                  </a:lnTo>
                  <a:lnTo>
                    <a:pt x="1935289" y="2343626"/>
                  </a:lnTo>
                  <a:lnTo>
                    <a:pt x="1935766" y="2344103"/>
                  </a:lnTo>
                  <a:lnTo>
                    <a:pt x="1938147" y="2343531"/>
                  </a:lnTo>
                  <a:lnTo>
                    <a:pt x="1938909" y="2344198"/>
                  </a:lnTo>
                  <a:lnTo>
                    <a:pt x="1939576" y="2343817"/>
                  </a:lnTo>
                  <a:lnTo>
                    <a:pt x="1940147" y="2343245"/>
                  </a:lnTo>
                  <a:lnTo>
                    <a:pt x="1940338" y="2342579"/>
                  </a:lnTo>
                  <a:lnTo>
                    <a:pt x="1939957" y="2341912"/>
                  </a:lnTo>
                  <a:lnTo>
                    <a:pt x="1941290" y="2338959"/>
                  </a:lnTo>
                  <a:lnTo>
                    <a:pt x="1942243" y="2337816"/>
                  </a:lnTo>
                  <a:lnTo>
                    <a:pt x="1943195" y="2338102"/>
                  </a:lnTo>
                  <a:lnTo>
                    <a:pt x="1943576" y="2338102"/>
                  </a:lnTo>
                  <a:lnTo>
                    <a:pt x="1943862" y="2337530"/>
                  </a:lnTo>
                  <a:lnTo>
                    <a:pt x="1944338" y="2337435"/>
                  </a:lnTo>
                  <a:lnTo>
                    <a:pt x="1945005" y="2337435"/>
                  </a:lnTo>
                  <a:lnTo>
                    <a:pt x="1945767" y="2337340"/>
                  </a:lnTo>
                  <a:lnTo>
                    <a:pt x="1944529" y="2332768"/>
                  </a:lnTo>
                  <a:lnTo>
                    <a:pt x="1944148" y="2332006"/>
                  </a:lnTo>
                  <a:lnTo>
                    <a:pt x="1943672" y="2332292"/>
                  </a:lnTo>
                  <a:lnTo>
                    <a:pt x="1943672" y="2333054"/>
                  </a:lnTo>
                  <a:lnTo>
                    <a:pt x="1943957" y="2334483"/>
                  </a:lnTo>
                  <a:lnTo>
                    <a:pt x="1944148" y="2335911"/>
                  </a:lnTo>
                  <a:lnTo>
                    <a:pt x="1944053" y="2336387"/>
                  </a:lnTo>
                  <a:lnTo>
                    <a:pt x="1943672" y="2336959"/>
                  </a:lnTo>
                  <a:lnTo>
                    <a:pt x="1943005" y="2336578"/>
                  </a:lnTo>
                  <a:lnTo>
                    <a:pt x="1942148" y="2336387"/>
                  </a:lnTo>
                  <a:lnTo>
                    <a:pt x="1941386" y="2336387"/>
                  </a:lnTo>
                  <a:lnTo>
                    <a:pt x="1941100" y="2336483"/>
                  </a:lnTo>
                  <a:lnTo>
                    <a:pt x="1940909" y="2336197"/>
                  </a:lnTo>
                  <a:lnTo>
                    <a:pt x="1940624" y="2335911"/>
                  </a:lnTo>
                  <a:lnTo>
                    <a:pt x="1940433" y="2335530"/>
                  </a:lnTo>
                  <a:lnTo>
                    <a:pt x="1940624" y="2335054"/>
                  </a:lnTo>
                  <a:lnTo>
                    <a:pt x="1941005" y="2334673"/>
                  </a:lnTo>
                  <a:lnTo>
                    <a:pt x="1941671" y="2334197"/>
                  </a:lnTo>
                  <a:lnTo>
                    <a:pt x="1941862" y="2334006"/>
                  </a:lnTo>
                  <a:lnTo>
                    <a:pt x="1941957" y="2333530"/>
                  </a:lnTo>
                  <a:lnTo>
                    <a:pt x="1942052" y="2332482"/>
                  </a:lnTo>
                  <a:lnTo>
                    <a:pt x="1942148" y="2332101"/>
                  </a:lnTo>
                  <a:lnTo>
                    <a:pt x="1942433" y="2332006"/>
                  </a:lnTo>
                  <a:lnTo>
                    <a:pt x="1942814" y="2331911"/>
                  </a:lnTo>
                  <a:lnTo>
                    <a:pt x="1943100" y="2331816"/>
                  </a:lnTo>
                  <a:lnTo>
                    <a:pt x="1943195" y="2331529"/>
                  </a:lnTo>
                  <a:lnTo>
                    <a:pt x="1943386" y="2331339"/>
                  </a:lnTo>
                  <a:lnTo>
                    <a:pt x="1943862" y="2331339"/>
                  </a:lnTo>
                  <a:lnTo>
                    <a:pt x="1944338" y="2331244"/>
                  </a:lnTo>
                  <a:lnTo>
                    <a:pt x="1944529" y="2330768"/>
                  </a:lnTo>
                  <a:lnTo>
                    <a:pt x="1944434" y="2330387"/>
                  </a:lnTo>
                  <a:lnTo>
                    <a:pt x="1944243" y="2329910"/>
                  </a:lnTo>
                  <a:lnTo>
                    <a:pt x="1944148" y="2329434"/>
                  </a:lnTo>
                  <a:lnTo>
                    <a:pt x="1944338" y="2327529"/>
                  </a:lnTo>
                  <a:lnTo>
                    <a:pt x="1944719" y="2325910"/>
                  </a:lnTo>
                  <a:lnTo>
                    <a:pt x="1945386" y="2324576"/>
                  </a:lnTo>
                  <a:lnTo>
                    <a:pt x="1946243" y="2323338"/>
                  </a:lnTo>
                  <a:lnTo>
                    <a:pt x="1947101" y="2322481"/>
                  </a:lnTo>
                  <a:lnTo>
                    <a:pt x="1947291" y="2321909"/>
                  </a:lnTo>
                  <a:lnTo>
                    <a:pt x="1947482" y="2319909"/>
                  </a:lnTo>
                  <a:lnTo>
                    <a:pt x="1948148" y="2317147"/>
                  </a:lnTo>
                  <a:lnTo>
                    <a:pt x="1947768" y="2317147"/>
                  </a:lnTo>
                  <a:lnTo>
                    <a:pt x="1947101" y="2319814"/>
                  </a:lnTo>
                  <a:lnTo>
                    <a:pt x="1946720" y="2320671"/>
                  </a:lnTo>
                  <a:lnTo>
                    <a:pt x="1946815" y="2318861"/>
                  </a:lnTo>
                  <a:lnTo>
                    <a:pt x="1946720" y="2318385"/>
                  </a:lnTo>
                  <a:lnTo>
                    <a:pt x="1946243" y="2317718"/>
                  </a:lnTo>
                  <a:lnTo>
                    <a:pt x="1945958" y="2317814"/>
                  </a:lnTo>
                  <a:lnTo>
                    <a:pt x="1945672" y="2318195"/>
                  </a:lnTo>
                  <a:lnTo>
                    <a:pt x="1945101" y="2318385"/>
                  </a:lnTo>
                  <a:lnTo>
                    <a:pt x="1944243" y="2318195"/>
                  </a:lnTo>
                  <a:lnTo>
                    <a:pt x="1943767" y="2317718"/>
                  </a:lnTo>
                  <a:lnTo>
                    <a:pt x="1943386" y="2317052"/>
                  </a:lnTo>
                  <a:lnTo>
                    <a:pt x="1942814" y="2316480"/>
                  </a:lnTo>
                  <a:lnTo>
                    <a:pt x="1942814" y="2316099"/>
                  </a:lnTo>
                  <a:lnTo>
                    <a:pt x="1943386" y="2316290"/>
                  </a:lnTo>
                  <a:lnTo>
                    <a:pt x="1943767" y="2316671"/>
                  </a:lnTo>
                  <a:lnTo>
                    <a:pt x="1944053" y="2317052"/>
                  </a:lnTo>
                  <a:lnTo>
                    <a:pt x="1944434" y="2317242"/>
                  </a:lnTo>
                  <a:lnTo>
                    <a:pt x="1946243" y="2317242"/>
                  </a:lnTo>
                  <a:lnTo>
                    <a:pt x="1946529" y="2317147"/>
                  </a:lnTo>
                  <a:lnTo>
                    <a:pt x="1947577" y="2316480"/>
                  </a:lnTo>
                  <a:lnTo>
                    <a:pt x="1947958" y="2316861"/>
                  </a:lnTo>
                  <a:lnTo>
                    <a:pt x="1948148" y="2316956"/>
                  </a:lnTo>
                  <a:lnTo>
                    <a:pt x="1948625" y="2315718"/>
                  </a:lnTo>
                  <a:lnTo>
                    <a:pt x="1949482" y="2314385"/>
                  </a:lnTo>
                  <a:lnTo>
                    <a:pt x="1950244" y="2312670"/>
                  </a:lnTo>
                  <a:lnTo>
                    <a:pt x="1950815" y="2310765"/>
                  </a:lnTo>
                  <a:lnTo>
                    <a:pt x="1951006" y="2308955"/>
                  </a:lnTo>
                  <a:lnTo>
                    <a:pt x="1951292" y="2308098"/>
                  </a:lnTo>
                  <a:lnTo>
                    <a:pt x="1952625" y="2307717"/>
                  </a:lnTo>
                  <a:lnTo>
                    <a:pt x="1953292" y="2306955"/>
                  </a:lnTo>
                  <a:lnTo>
                    <a:pt x="1953197" y="2306288"/>
                  </a:lnTo>
                  <a:lnTo>
                    <a:pt x="1952911" y="2305241"/>
                  </a:lnTo>
                  <a:lnTo>
                    <a:pt x="1952816" y="2304288"/>
                  </a:lnTo>
                  <a:lnTo>
                    <a:pt x="1953482" y="2303907"/>
                  </a:lnTo>
                  <a:lnTo>
                    <a:pt x="1953673" y="2303717"/>
                  </a:lnTo>
                  <a:lnTo>
                    <a:pt x="1954149" y="2302669"/>
                  </a:lnTo>
                  <a:lnTo>
                    <a:pt x="1954339" y="2302383"/>
                  </a:lnTo>
                  <a:lnTo>
                    <a:pt x="1954721" y="2302288"/>
                  </a:lnTo>
                  <a:lnTo>
                    <a:pt x="1955673" y="2302383"/>
                  </a:lnTo>
                  <a:lnTo>
                    <a:pt x="1956054" y="2302288"/>
                  </a:lnTo>
                  <a:lnTo>
                    <a:pt x="1956721" y="2302002"/>
                  </a:lnTo>
                  <a:lnTo>
                    <a:pt x="1957388" y="2301526"/>
                  </a:lnTo>
                  <a:lnTo>
                    <a:pt x="1957769" y="2300954"/>
                  </a:lnTo>
                  <a:lnTo>
                    <a:pt x="1957578" y="2300383"/>
                  </a:lnTo>
                  <a:lnTo>
                    <a:pt x="1957578" y="2300002"/>
                  </a:lnTo>
                  <a:lnTo>
                    <a:pt x="1958245" y="2299811"/>
                  </a:lnTo>
                  <a:lnTo>
                    <a:pt x="1958912" y="2299240"/>
                  </a:lnTo>
                  <a:lnTo>
                    <a:pt x="1959483" y="2298573"/>
                  </a:lnTo>
                  <a:lnTo>
                    <a:pt x="1959674" y="2298002"/>
                  </a:lnTo>
                  <a:lnTo>
                    <a:pt x="1959769" y="2296763"/>
                  </a:lnTo>
                  <a:lnTo>
                    <a:pt x="1960055" y="2296001"/>
                  </a:lnTo>
                  <a:lnTo>
                    <a:pt x="1960817" y="2294668"/>
                  </a:lnTo>
                  <a:lnTo>
                    <a:pt x="1960340" y="2294192"/>
                  </a:lnTo>
                  <a:lnTo>
                    <a:pt x="1959864" y="2292763"/>
                  </a:lnTo>
                  <a:lnTo>
                    <a:pt x="1959388" y="2292096"/>
                  </a:lnTo>
                  <a:lnTo>
                    <a:pt x="1960055" y="2291429"/>
                  </a:lnTo>
                  <a:lnTo>
                    <a:pt x="1961102" y="2290953"/>
                  </a:lnTo>
                  <a:lnTo>
                    <a:pt x="1962245" y="2290953"/>
                  </a:lnTo>
                  <a:lnTo>
                    <a:pt x="1963007" y="2291715"/>
                  </a:lnTo>
                  <a:lnTo>
                    <a:pt x="1961864" y="2291715"/>
                  </a:lnTo>
                  <a:lnTo>
                    <a:pt x="1961007" y="2292001"/>
                  </a:lnTo>
                  <a:lnTo>
                    <a:pt x="1960626" y="2292668"/>
                  </a:lnTo>
                  <a:lnTo>
                    <a:pt x="1960817" y="2294001"/>
                  </a:lnTo>
                  <a:lnTo>
                    <a:pt x="1961198" y="2294858"/>
                  </a:lnTo>
                  <a:lnTo>
                    <a:pt x="1961864" y="2295525"/>
                  </a:lnTo>
                  <a:lnTo>
                    <a:pt x="1962722" y="2295811"/>
                  </a:lnTo>
                  <a:lnTo>
                    <a:pt x="1963674" y="2295525"/>
                  </a:lnTo>
                  <a:lnTo>
                    <a:pt x="1964246" y="2294954"/>
                  </a:lnTo>
                  <a:lnTo>
                    <a:pt x="1965579" y="2293144"/>
                  </a:lnTo>
                  <a:lnTo>
                    <a:pt x="1968341" y="2290286"/>
                  </a:lnTo>
                  <a:lnTo>
                    <a:pt x="1968913" y="2290001"/>
                  </a:lnTo>
                  <a:lnTo>
                    <a:pt x="1969770" y="2289905"/>
                  </a:lnTo>
                  <a:lnTo>
                    <a:pt x="1970627" y="2290001"/>
                  </a:lnTo>
                  <a:lnTo>
                    <a:pt x="1971199" y="2290286"/>
                  </a:lnTo>
                  <a:lnTo>
                    <a:pt x="1971961" y="2289905"/>
                  </a:lnTo>
                  <a:lnTo>
                    <a:pt x="1971008" y="2287905"/>
                  </a:lnTo>
                  <a:lnTo>
                    <a:pt x="1970627" y="2287810"/>
                  </a:lnTo>
                  <a:close/>
                  <a:moveTo>
                    <a:pt x="1870234" y="2212848"/>
                  </a:moveTo>
                  <a:lnTo>
                    <a:pt x="1870615" y="2212658"/>
                  </a:lnTo>
                  <a:lnTo>
                    <a:pt x="1871377" y="2212372"/>
                  </a:lnTo>
                  <a:lnTo>
                    <a:pt x="1871853" y="2211324"/>
                  </a:lnTo>
                  <a:lnTo>
                    <a:pt x="1871091" y="2210562"/>
                  </a:lnTo>
                  <a:lnTo>
                    <a:pt x="1869853" y="2210848"/>
                  </a:lnTo>
                  <a:lnTo>
                    <a:pt x="1869377" y="2211896"/>
                  </a:lnTo>
                  <a:lnTo>
                    <a:pt x="1869662" y="2213039"/>
                  </a:lnTo>
                  <a:lnTo>
                    <a:pt x="1869948" y="2213039"/>
                  </a:lnTo>
                  <a:lnTo>
                    <a:pt x="1870234" y="2212848"/>
                  </a:lnTo>
                  <a:close/>
                  <a:moveTo>
                    <a:pt x="1946053" y="2212943"/>
                  </a:moveTo>
                  <a:lnTo>
                    <a:pt x="1946243" y="2212181"/>
                  </a:lnTo>
                  <a:lnTo>
                    <a:pt x="1946148" y="2211038"/>
                  </a:lnTo>
                  <a:lnTo>
                    <a:pt x="1945767" y="2210181"/>
                  </a:lnTo>
                  <a:lnTo>
                    <a:pt x="1945101" y="2209705"/>
                  </a:lnTo>
                  <a:lnTo>
                    <a:pt x="1944053" y="2209705"/>
                  </a:lnTo>
                  <a:lnTo>
                    <a:pt x="1943291" y="2210086"/>
                  </a:lnTo>
                  <a:lnTo>
                    <a:pt x="1942814" y="2210562"/>
                  </a:lnTo>
                  <a:lnTo>
                    <a:pt x="1942243" y="2210943"/>
                  </a:lnTo>
                  <a:lnTo>
                    <a:pt x="1941100" y="2210943"/>
                  </a:lnTo>
                  <a:lnTo>
                    <a:pt x="1941481" y="2210943"/>
                  </a:lnTo>
                  <a:lnTo>
                    <a:pt x="1940719" y="2211038"/>
                  </a:lnTo>
                  <a:lnTo>
                    <a:pt x="1940052" y="2211229"/>
                  </a:lnTo>
                  <a:lnTo>
                    <a:pt x="1939576" y="2211610"/>
                  </a:lnTo>
                  <a:lnTo>
                    <a:pt x="1939290" y="2212181"/>
                  </a:lnTo>
                  <a:lnTo>
                    <a:pt x="1938814" y="2211800"/>
                  </a:lnTo>
                  <a:lnTo>
                    <a:pt x="1938433" y="2210943"/>
                  </a:lnTo>
                  <a:lnTo>
                    <a:pt x="1937861" y="2209133"/>
                  </a:lnTo>
                  <a:lnTo>
                    <a:pt x="1936909" y="2209991"/>
                  </a:lnTo>
                  <a:lnTo>
                    <a:pt x="1935385" y="2210372"/>
                  </a:lnTo>
                  <a:lnTo>
                    <a:pt x="1932432" y="2210372"/>
                  </a:lnTo>
                  <a:lnTo>
                    <a:pt x="1932813" y="2211038"/>
                  </a:lnTo>
                  <a:lnTo>
                    <a:pt x="1933480" y="2211134"/>
                  </a:lnTo>
                  <a:lnTo>
                    <a:pt x="1934242" y="2210943"/>
                  </a:lnTo>
                  <a:lnTo>
                    <a:pt x="1934909" y="2210657"/>
                  </a:lnTo>
                  <a:lnTo>
                    <a:pt x="1934432" y="2211324"/>
                  </a:lnTo>
                  <a:lnTo>
                    <a:pt x="1933575" y="2211610"/>
                  </a:lnTo>
                  <a:lnTo>
                    <a:pt x="1932527" y="2211515"/>
                  </a:lnTo>
                  <a:lnTo>
                    <a:pt x="1931670" y="2211134"/>
                  </a:lnTo>
                  <a:lnTo>
                    <a:pt x="1931480" y="2211705"/>
                  </a:lnTo>
                  <a:lnTo>
                    <a:pt x="1931575" y="2212086"/>
                  </a:lnTo>
                  <a:lnTo>
                    <a:pt x="1931861" y="2212277"/>
                  </a:lnTo>
                  <a:lnTo>
                    <a:pt x="1932432" y="2212277"/>
                  </a:lnTo>
                  <a:lnTo>
                    <a:pt x="1932432" y="2212658"/>
                  </a:lnTo>
                  <a:lnTo>
                    <a:pt x="1931765" y="2212658"/>
                  </a:lnTo>
                  <a:lnTo>
                    <a:pt x="1931194" y="2212753"/>
                  </a:lnTo>
                  <a:lnTo>
                    <a:pt x="1930241" y="2213039"/>
                  </a:lnTo>
                  <a:lnTo>
                    <a:pt x="1930908" y="2213610"/>
                  </a:lnTo>
                  <a:lnTo>
                    <a:pt x="1931194" y="2214372"/>
                  </a:lnTo>
                  <a:lnTo>
                    <a:pt x="1931003" y="2215039"/>
                  </a:lnTo>
                  <a:lnTo>
                    <a:pt x="1930146" y="2215420"/>
                  </a:lnTo>
                  <a:lnTo>
                    <a:pt x="1931194" y="2216182"/>
                  </a:lnTo>
                  <a:lnTo>
                    <a:pt x="1932908" y="2215706"/>
                  </a:lnTo>
                  <a:lnTo>
                    <a:pt x="1934718" y="2214848"/>
                  </a:lnTo>
                  <a:lnTo>
                    <a:pt x="1936242" y="2214277"/>
                  </a:lnTo>
                  <a:lnTo>
                    <a:pt x="1940338" y="2214277"/>
                  </a:lnTo>
                  <a:lnTo>
                    <a:pt x="1941195" y="2214563"/>
                  </a:lnTo>
                  <a:lnTo>
                    <a:pt x="1942243" y="2215134"/>
                  </a:lnTo>
                  <a:lnTo>
                    <a:pt x="1943100" y="2215801"/>
                  </a:lnTo>
                  <a:lnTo>
                    <a:pt x="1943481" y="2216277"/>
                  </a:lnTo>
                  <a:lnTo>
                    <a:pt x="1943481" y="2216944"/>
                  </a:lnTo>
                  <a:lnTo>
                    <a:pt x="1943576" y="2217515"/>
                  </a:lnTo>
                  <a:lnTo>
                    <a:pt x="1943862" y="2217896"/>
                  </a:lnTo>
                  <a:lnTo>
                    <a:pt x="1944338" y="2218087"/>
                  </a:lnTo>
                  <a:lnTo>
                    <a:pt x="1944814" y="2217896"/>
                  </a:lnTo>
                  <a:lnTo>
                    <a:pt x="1944814" y="2217325"/>
                  </a:lnTo>
                  <a:lnTo>
                    <a:pt x="1944624" y="2216658"/>
                  </a:lnTo>
                  <a:lnTo>
                    <a:pt x="1944529" y="2216087"/>
                  </a:lnTo>
                  <a:lnTo>
                    <a:pt x="1944814" y="2215134"/>
                  </a:lnTo>
                  <a:lnTo>
                    <a:pt x="1946053" y="2212943"/>
                  </a:lnTo>
                  <a:close/>
                  <a:moveTo>
                    <a:pt x="2040541" y="2439638"/>
                  </a:moveTo>
                  <a:lnTo>
                    <a:pt x="2040541" y="2439638"/>
                  </a:lnTo>
                  <a:lnTo>
                    <a:pt x="2040351" y="2439543"/>
                  </a:lnTo>
                  <a:lnTo>
                    <a:pt x="2040351" y="2439924"/>
                  </a:lnTo>
                  <a:lnTo>
                    <a:pt x="2040446" y="2440019"/>
                  </a:lnTo>
                  <a:lnTo>
                    <a:pt x="2040731" y="2440019"/>
                  </a:lnTo>
                  <a:lnTo>
                    <a:pt x="2040731" y="2439829"/>
                  </a:lnTo>
                  <a:lnTo>
                    <a:pt x="2040541" y="2439638"/>
                  </a:lnTo>
                  <a:lnTo>
                    <a:pt x="2040541" y="2439638"/>
                  </a:lnTo>
                  <a:close/>
                  <a:moveTo>
                    <a:pt x="2090071" y="2162175"/>
                  </a:moveTo>
                  <a:lnTo>
                    <a:pt x="2089880" y="2161794"/>
                  </a:lnTo>
                  <a:lnTo>
                    <a:pt x="2089499" y="2161127"/>
                  </a:lnTo>
                  <a:lnTo>
                    <a:pt x="2088928" y="2160937"/>
                  </a:lnTo>
                  <a:lnTo>
                    <a:pt x="2088356" y="2161127"/>
                  </a:lnTo>
                  <a:lnTo>
                    <a:pt x="2087499" y="2161604"/>
                  </a:lnTo>
                  <a:lnTo>
                    <a:pt x="2086928" y="2162747"/>
                  </a:lnTo>
                  <a:lnTo>
                    <a:pt x="2087118" y="2163509"/>
                  </a:lnTo>
                  <a:lnTo>
                    <a:pt x="2087309" y="2163604"/>
                  </a:lnTo>
                  <a:lnTo>
                    <a:pt x="2087594" y="2163890"/>
                  </a:lnTo>
                  <a:lnTo>
                    <a:pt x="2088452" y="2164461"/>
                  </a:lnTo>
                  <a:lnTo>
                    <a:pt x="2088833" y="2164652"/>
                  </a:lnTo>
                  <a:lnTo>
                    <a:pt x="2089309" y="2164271"/>
                  </a:lnTo>
                  <a:lnTo>
                    <a:pt x="2089690" y="2163604"/>
                  </a:lnTo>
                  <a:lnTo>
                    <a:pt x="2089880" y="2163032"/>
                  </a:lnTo>
                  <a:lnTo>
                    <a:pt x="2090166" y="2162651"/>
                  </a:lnTo>
                  <a:lnTo>
                    <a:pt x="2090261" y="2162366"/>
                  </a:lnTo>
                  <a:lnTo>
                    <a:pt x="2089976" y="2162080"/>
                  </a:lnTo>
                  <a:lnTo>
                    <a:pt x="2090071" y="2162175"/>
                  </a:lnTo>
                  <a:close/>
                  <a:moveTo>
                    <a:pt x="2055400" y="2174653"/>
                  </a:moveTo>
                  <a:lnTo>
                    <a:pt x="2053209" y="2175891"/>
                  </a:lnTo>
                  <a:lnTo>
                    <a:pt x="2052066" y="2176177"/>
                  </a:lnTo>
                  <a:lnTo>
                    <a:pt x="2052733" y="2177129"/>
                  </a:lnTo>
                  <a:lnTo>
                    <a:pt x="2052352" y="2177796"/>
                  </a:lnTo>
                  <a:lnTo>
                    <a:pt x="2050447" y="2179034"/>
                  </a:lnTo>
                  <a:lnTo>
                    <a:pt x="2050161" y="2179606"/>
                  </a:lnTo>
                  <a:lnTo>
                    <a:pt x="2050256" y="2180177"/>
                  </a:lnTo>
                  <a:lnTo>
                    <a:pt x="2050542" y="2180654"/>
                  </a:lnTo>
                  <a:lnTo>
                    <a:pt x="2051018" y="2180844"/>
                  </a:lnTo>
                  <a:lnTo>
                    <a:pt x="2051209" y="2180654"/>
                  </a:lnTo>
                  <a:lnTo>
                    <a:pt x="2051685" y="2179701"/>
                  </a:lnTo>
                  <a:lnTo>
                    <a:pt x="2052066" y="2179320"/>
                  </a:lnTo>
                  <a:lnTo>
                    <a:pt x="2052638" y="2179606"/>
                  </a:lnTo>
                  <a:lnTo>
                    <a:pt x="2053304" y="2179701"/>
                  </a:lnTo>
                  <a:lnTo>
                    <a:pt x="2054733" y="2179701"/>
                  </a:lnTo>
                  <a:lnTo>
                    <a:pt x="2055209" y="2179511"/>
                  </a:lnTo>
                  <a:lnTo>
                    <a:pt x="2055590" y="2178749"/>
                  </a:lnTo>
                  <a:lnTo>
                    <a:pt x="2057019" y="2178368"/>
                  </a:lnTo>
                  <a:lnTo>
                    <a:pt x="2057019" y="2177891"/>
                  </a:lnTo>
                  <a:lnTo>
                    <a:pt x="2056352" y="2177034"/>
                  </a:lnTo>
                  <a:lnTo>
                    <a:pt x="2056638" y="2176272"/>
                  </a:lnTo>
                  <a:lnTo>
                    <a:pt x="2057019" y="2175701"/>
                  </a:lnTo>
                  <a:lnTo>
                    <a:pt x="2057210" y="2175129"/>
                  </a:lnTo>
                  <a:lnTo>
                    <a:pt x="2056733" y="2174272"/>
                  </a:lnTo>
                  <a:lnTo>
                    <a:pt x="2055400" y="2174653"/>
                  </a:lnTo>
                  <a:close/>
                  <a:moveTo>
                    <a:pt x="2061115" y="2453926"/>
                  </a:moveTo>
                  <a:lnTo>
                    <a:pt x="2061020" y="2453926"/>
                  </a:lnTo>
                  <a:lnTo>
                    <a:pt x="2060924" y="2454116"/>
                  </a:lnTo>
                  <a:lnTo>
                    <a:pt x="2061210" y="2454402"/>
                  </a:lnTo>
                  <a:lnTo>
                    <a:pt x="2061496" y="2454497"/>
                  </a:lnTo>
                  <a:lnTo>
                    <a:pt x="2061591" y="2454402"/>
                  </a:lnTo>
                  <a:lnTo>
                    <a:pt x="2061401" y="2454116"/>
                  </a:lnTo>
                  <a:lnTo>
                    <a:pt x="2061115" y="2453926"/>
                  </a:lnTo>
                  <a:close/>
                  <a:moveTo>
                    <a:pt x="2093119" y="2152269"/>
                  </a:moveTo>
                  <a:lnTo>
                    <a:pt x="2094071" y="2150555"/>
                  </a:lnTo>
                  <a:lnTo>
                    <a:pt x="2094643" y="2149031"/>
                  </a:lnTo>
                  <a:lnTo>
                    <a:pt x="2093690" y="2149126"/>
                  </a:lnTo>
                  <a:lnTo>
                    <a:pt x="2093024" y="2149507"/>
                  </a:lnTo>
                  <a:lnTo>
                    <a:pt x="2092643" y="2149697"/>
                  </a:lnTo>
                  <a:lnTo>
                    <a:pt x="2092357" y="2149031"/>
                  </a:lnTo>
                  <a:lnTo>
                    <a:pt x="2091976" y="2149221"/>
                  </a:lnTo>
                  <a:lnTo>
                    <a:pt x="2091595" y="2149507"/>
                  </a:lnTo>
                  <a:lnTo>
                    <a:pt x="2091404" y="2149888"/>
                  </a:lnTo>
                  <a:lnTo>
                    <a:pt x="2091309" y="2150364"/>
                  </a:lnTo>
                  <a:lnTo>
                    <a:pt x="2091119" y="2150650"/>
                  </a:lnTo>
                  <a:lnTo>
                    <a:pt x="2090643" y="2150840"/>
                  </a:lnTo>
                  <a:lnTo>
                    <a:pt x="2090071" y="2150936"/>
                  </a:lnTo>
                  <a:lnTo>
                    <a:pt x="2089690" y="2151126"/>
                  </a:lnTo>
                  <a:lnTo>
                    <a:pt x="2089309" y="2151983"/>
                  </a:lnTo>
                  <a:lnTo>
                    <a:pt x="2089595" y="2152936"/>
                  </a:lnTo>
                  <a:lnTo>
                    <a:pt x="2090166" y="2153698"/>
                  </a:lnTo>
                  <a:lnTo>
                    <a:pt x="2090738" y="2154079"/>
                  </a:lnTo>
                  <a:lnTo>
                    <a:pt x="2092071" y="2153603"/>
                  </a:lnTo>
                  <a:lnTo>
                    <a:pt x="2093119" y="2152269"/>
                  </a:lnTo>
                  <a:close/>
                  <a:moveTo>
                    <a:pt x="2096167" y="2153888"/>
                  </a:moveTo>
                  <a:lnTo>
                    <a:pt x="2095976" y="2153698"/>
                  </a:lnTo>
                  <a:lnTo>
                    <a:pt x="2095786" y="2153507"/>
                  </a:lnTo>
                  <a:lnTo>
                    <a:pt x="2095691" y="2153317"/>
                  </a:lnTo>
                  <a:lnTo>
                    <a:pt x="2095595" y="2153126"/>
                  </a:lnTo>
                  <a:lnTo>
                    <a:pt x="2095595" y="2152936"/>
                  </a:lnTo>
                  <a:lnTo>
                    <a:pt x="2095500" y="2152841"/>
                  </a:lnTo>
                  <a:lnTo>
                    <a:pt x="2095214" y="2152841"/>
                  </a:lnTo>
                  <a:lnTo>
                    <a:pt x="2094929" y="2153317"/>
                  </a:lnTo>
                  <a:lnTo>
                    <a:pt x="2094452" y="2153603"/>
                  </a:lnTo>
                  <a:lnTo>
                    <a:pt x="2093881" y="2153793"/>
                  </a:lnTo>
                  <a:lnTo>
                    <a:pt x="2093405" y="2154079"/>
                  </a:lnTo>
                  <a:lnTo>
                    <a:pt x="2091595" y="2156555"/>
                  </a:lnTo>
                  <a:lnTo>
                    <a:pt x="2092357" y="2157222"/>
                  </a:lnTo>
                  <a:lnTo>
                    <a:pt x="2096738" y="2157508"/>
                  </a:lnTo>
                  <a:lnTo>
                    <a:pt x="2096548" y="2157127"/>
                  </a:lnTo>
                  <a:lnTo>
                    <a:pt x="2096453" y="2156936"/>
                  </a:lnTo>
                  <a:lnTo>
                    <a:pt x="2096357" y="2156746"/>
                  </a:lnTo>
                  <a:lnTo>
                    <a:pt x="2095976" y="2156460"/>
                  </a:lnTo>
                  <a:lnTo>
                    <a:pt x="2096929" y="2154460"/>
                  </a:lnTo>
                  <a:lnTo>
                    <a:pt x="2097024" y="2153793"/>
                  </a:lnTo>
                  <a:lnTo>
                    <a:pt x="2096262" y="2154174"/>
                  </a:lnTo>
                  <a:lnTo>
                    <a:pt x="2096167" y="2153888"/>
                  </a:lnTo>
                  <a:close/>
                  <a:moveTo>
                    <a:pt x="2022158" y="2177320"/>
                  </a:moveTo>
                  <a:lnTo>
                    <a:pt x="2020729" y="2177320"/>
                  </a:lnTo>
                  <a:lnTo>
                    <a:pt x="2020348" y="2177415"/>
                  </a:lnTo>
                  <a:lnTo>
                    <a:pt x="2020062" y="2177701"/>
                  </a:lnTo>
                  <a:lnTo>
                    <a:pt x="2019776" y="2177796"/>
                  </a:lnTo>
                  <a:lnTo>
                    <a:pt x="2019395" y="2177701"/>
                  </a:lnTo>
                  <a:lnTo>
                    <a:pt x="2019205" y="2177415"/>
                  </a:lnTo>
                  <a:lnTo>
                    <a:pt x="2019014" y="2177129"/>
                  </a:lnTo>
                  <a:lnTo>
                    <a:pt x="2018824" y="2177034"/>
                  </a:lnTo>
                  <a:lnTo>
                    <a:pt x="2018157" y="2177129"/>
                  </a:lnTo>
                  <a:lnTo>
                    <a:pt x="2017109" y="2177606"/>
                  </a:lnTo>
                  <a:lnTo>
                    <a:pt x="2016443" y="2177796"/>
                  </a:lnTo>
                  <a:lnTo>
                    <a:pt x="2014538" y="2177987"/>
                  </a:lnTo>
                  <a:lnTo>
                    <a:pt x="2013871" y="2178177"/>
                  </a:lnTo>
                  <a:lnTo>
                    <a:pt x="2014347" y="2179320"/>
                  </a:lnTo>
                  <a:lnTo>
                    <a:pt x="2014157" y="2180273"/>
                  </a:lnTo>
                  <a:lnTo>
                    <a:pt x="2013109" y="2182082"/>
                  </a:lnTo>
                  <a:lnTo>
                    <a:pt x="2012823" y="2182273"/>
                  </a:lnTo>
                  <a:lnTo>
                    <a:pt x="2012442" y="2182463"/>
                  </a:lnTo>
                  <a:lnTo>
                    <a:pt x="2012442" y="2182654"/>
                  </a:lnTo>
                  <a:lnTo>
                    <a:pt x="2013109" y="2182844"/>
                  </a:lnTo>
                  <a:lnTo>
                    <a:pt x="2015300" y="2182463"/>
                  </a:lnTo>
                  <a:lnTo>
                    <a:pt x="2015681" y="2182178"/>
                  </a:lnTo>
                  <a:lnTo>
                    <a:pt x="2016538" y="2181320"/>
                  </a:lnTo>
                  <a:lnTo>
                    <a:pt x="2017014" y="2180939"/>
                  </a:lnTo>
                  <a:lnTo>
                    <a:pt x="2017681" y="2180654"/>
                  </a:lnTo>
                  <a:lnTo>
                    <a:pt x="2018252" y="2180558"/>
                  </a:lnTo>
                  <a:lnTo>
                    <a:pt x="2018729" y="2180558"/>
                  </a:lnTo>
                  <a:lnTo>
                    <a:pt x="2021491" y="2179987"/>
                  </a:lnTo>
                  <a:lnTo>
                    <a:pt x="2022443" y="2179511"/>
                  </a:lnTo>
                  <a:lnTo>
                    <a:pt x="2022824" y="2178653"/>
                  </a:lnTo>
                  <a:lnTo>
                    <a:pt x="2022824" y="2178272"/>
                  </a:lnTo>
                  <a:lnTo>
                    <a:pt x="2022443" y="2177701"/>
                  </a:lnTo>
                  <a:lnTo>
                    <a:pt x="2022158" y="2177320"/>
                  </a:lnTo>
                  <a:close/>
                  <a:moveTo>
                    <a:pt x="2040160" y="2444782"/>
                  </a:moveTo>
                  <a:lnTo>
                    <a:pt x="2039969" y="2444782"/>
                  </a:lnTo>
                  <a:lnTo>
                    <a:pt x="2039874" y="2444972"/>
                  </a:lnTo>
                  <a:lnTo>
                    <a:pt x="2039969" y="2445163"/>
                  </a:lnTo>
                  <a:lnTo>
                    <a:pt x="2040255" y="2445449"/>
                  </a:lnTo>
                  <a:lnTo>
                    <a:pt x="2040446" y="2445258"/>
                  </a:lnTo>
                  <a:lnTo>
                    <a:pt x="2040351" y="2445068"/>
                  </a:lnTo>
                  <a:lnTo>
                    <a:pt x="2040160" y="2444782"/>
                  </a:lnTo>
                  <a:close/>
                  <a:moveTo>
                    <a:pt x="2009775" y="2487930"/>
                  </a:moveTo>
                  <a:lnTo>
                    <a:pt x="2009775" y="2488121"/>
                  </a:lnTo>
                  <a:lnTo>
                    <a:pt x="2010347" y="2488216"/>
                  </a:lnTo>
                  <a:lnTo>
                    <a:pt x="2010442" y="2488121"/>
                  </a:lnTo>
                  <a:lnTo>
                    <a:pt x="2010251" y="2487930"/>
                  </a:lnTo>
                  <a:lnTo>
                    <a:pt x="2009775" y="2487930"/>
                  </a:lnTo>
                  <a:close/>
                  <a:moveTo>
                    <a:pt x="2067211" y="2170748"/>
                  </a:moveTo>
                  <a:lnTo>
                    <a:pt x="2067497" y="2170748"/>
                  </a:lnTo>
                  <a:lnTo>
                    <a:pt x="2065973" y="2170748"/>
                  </a:lnTo>
                  <a:lnTo>
                    <a:pt x="2065306" y="2170843"/>
                  </a:lnTo>
                  <a:lnTo>
                    <a:pt x="2064639" y="2171224"/>
                  </a:lnTo>
                  <a:lnTo>
                    <a:pt x="2063687" y="2170938"/>
                  </a:lnTo>
                  <a:lnTo>
                    <a:pt x="2063020" y="2173224"/>
                  </a:lnTo>
                  <a:lnTo>
                    <a:pt x="2062163" y="2173129"/>
                  </a:lnTo>
                  <a:lnTo>
                    <a:pt x="2060924" y="2174081"/>
                  </a:lnTo>
                  <a:lnTo>
                    <a:pt x="2060258" y="2174843"/>
                  </a:lnTo>
                  <a:lnTo>
                    <a:pt x="2059972" y="2175605"/>
                  </a:lnTo>
                  <a:lnTo>
                    <a:pt x="2060448" y="2176082"/>
                  </a:lnTo>
                  <a:lnTo>
                    <a:pt x="2061591" y="2176082"/>
                  </a:lnTo>
                  <a:lnTo>
                    <a:pt x="2062829" y="2175796"/>
                  </a:lnTo>
                  <a:lnTo>
                    <a:pt x="2063591" y="2175510"/>
                  </a:lnTo>
                  <a:lnTo>
                    <a:pt x="2063210" y="2177129"/>
                  </a:lnTo>
                  <a:lnTo>
                    <a:pt x="2061496" y="2179130"/>
                  </a:lnTo>
                  <a:lnTo>
                    <a:pt x="2061686" y="2180082"/>
                  </a:lnTo>
                  <a:lnTo>
                    <a:pt x="2062068" y="2180273"/>
                  </a:lnTo>
                  <a:lnTo>
                    <a:pt x="2062353" y="2180273"/>
                  </a:lnTo>
                  <a:lnTo>
                    <a:pt x="2062544" y="2180368"/>
                  </a:lnTo>
                  <a:lnTo>
                    <a:pt x="2062639" y="2181130"/>
                  </a:lnTo>
                  <a:lnTo>
                    <a:pt x="2062734" y="2181416"/>
                  </a:lnTo>
                  <a:lnTo>
                    <a:pt x="2062925" y="2181701"/>
                  </a:lnTo>
                  <a:lnTo>
                    <a:pt x="2063115" y="2181797"/>
                  </a:lnTo>
                  <a:lnTo>
                    <a:pt x="2064449" y="2182082"/>
                  </a:lnTo>
                  <a:lnTo>
                    <a:pt x="2064925" y="2181987"/>
                  </a:lnTo>
                  <a:lnTo>
                    <a:pt x="2065496" y="2181416"/>
                  </a:lnTo>
                  <a:lnTo>
                    <a:pt x="2064639" y="2180368"/>
                  </a:lnTo>
                  <a:lnTo>
                    <a:pt x="2064734" y="2179511"/>
                  </a:lnTo>
                  <a:lnTo>
                    <a:pt x="2065211" y="2178653"/>
                  </a:lnTo>
                  <a:lnTo>
                    <a:pt x="2065592" y="2177510"/>
                  </a:lnTo>
                  <a:lnTo>
                    <a:pt x="2065401" y="2176748"/>
                  </a:lnTo>
                  <a:lnTo>
                    <a:pt x="2065020" y="2175701"/>
                  </a:lnTo>
                  <a:lnTo>
                    <a:pt x="2064830" y="2174748"/>
                  </a:lnTo>
                  <a:lnTo>
                    <a:pt x="2065592" y="2174081"/>
                  </a:lnTo>
                  <a:lnTo>
                    <a:pt x="2065973" y="2173510"/>
                  </a:lnTo>
                  <a:lnTo>
                    <a:pt x="2066544" y="2172938"/>
                  </a:lnTo>
                  <a:lnTo>
                    <a:pt x="2068163" y="2172367"/>
                  </a:lnTo>
                  <a:lnTo>
                    <a:pt x="2068449" y="2171700"/>
                  </a:lnTo>
                  <a:lnTo>
                    <a:pt x="2068163" y="2171033"/>
                  </a:lnTo>
                  <a:lnTo>
                    <a:pt x="2067211" y="2170748"/>
                  </a:lnTo>
                  <a:close/>
                  <a:moveTo>
                    <a:pt x="2486787" y="1163860"/>
                  </a:moveTo>
                  <a:lnTo>
                    <a:pt x="2486502" y="1164336"/>
                  </a:lnTo>
                  <a:lnTo>
                    <a:pt x="2486406" y="1164622"/>
                  </a:lnTo>
                  <a:lnTo>
                    <a:pt x="2486406" y="1165003"/>
                  </a:lnTo>
                  <a:lnTo>
                    <a:pt x="2486787" y="1165003"/>
                  </a:lnTo>
                  <a:lnTo>
                    <a:pt x="2487168" y="1164622"/>
                  </a:lnTo>
                  <a:lnTo>
                    <a:pt x="2487549" y="1164336"/>
                  </a:lnTo>
                  <a:lnTo>
                    <a:pt x="2487740" y="1164241"/>
                  </a:lnTo>
                  <a:lnTo>
                    <a:pt x="2487930" y="1164241"/>
                  </a:lnTo>
                  <a:lnTo>
                    <a:pt x="2488311" y="1163860"/>
                  </a:lnTo>
                  <a:lnTo>
                    <a:pt x="2488216" y="1163288"/>
                  </a:lnTo>
                  <a:lnTo>
                    <a:pt x="2487454" y="1163193"/>
                  </a:lnTo>
                  <a:lnTo>
                    <a:pt x="2486787" y="1163860"/>
                  </a:lnTo>
                  <a:close/>
                  <a:moveTo>
                    <a:pt x="2492026" y="1157954"/>
                  </a:moveTo>
                  <a:lnTo>
                    <a:pt x="2492026" y="1158431"/>
                  </a:lnTo>
                  <a:lnTo>
                    <a:pt x="2492407" y="1158526"/>
                  </a:lnTo>
                  <a:lnTo>
                    <a:pt x="2492597" y="1158526"/>
                  </a:lnTo>
                  <a:lnTo>
                    <a:pt x="2492883" y="1158621"/>
                  </a:lnTo>
                  <a:lnTo>
                    <a:pt x="2492978" y="1158335"/>
                  </a:lnTo>
                  <a:lnTo>
                    <a:pt x="2492597" y="1157764"/>
                  </a:lnTo>
                  <a:lnTo>
                    <a:pt x="2492026" y="1157954"/>
                  </a:lnTo>
                  <a:close/>
                  <a:moveTo>
                    <a:pt x="2483072" y="1190530"/>
                  </a:moveTo>
                  <a:lnTo>
                    <a:pt x="2483549" y="1191006"/>
                  </a:lnTo>
                  <a:lnTo>
                    <a:pt x="2483930" y="1191101"/>
                  </a:lnTo>
                  <a:lnTo>
                    <a:pt x="2484120" y="1190339"/>
                  </a:lnTo>
                  <a:lnTo>
                    <a:pt x="2484025" y="1189292"/>
                  </a:lnTo>
                  <a:lnTo>
                    <a:pt x="2483549" y="1188244"/>
                  </a:lnTo>
                  <a:lnTo>
                    <a:pt x="2482787" y="1187672"/>
                  </a:lnTo>
                  <a:lnTo>
                    <a:pt x="2482406" y="1187672"/>
                  </a:lnTo>
                  <a:lnTo>
                    <a:pt x="2482120" y="1189577"/>
                  </a:lnTo>
                  <a:lnTo>
                    <a:pt x="2482311" y="1190244"/>
                  </a:lnTo>
                  <a:lnTo>
                    <a:pt x="2483072" y="1190530"/>
                  </a:lnTo>
                  <a:close/>
                  <a:moveTo>
                    <a:pt x="2482215" y="1185386"/>
                  </a:moveTo>
                  <a:lnTo>
                    <a:pt x="2481358" y="1184815"/>
                  </a:lnTo>
                  <a:lnTo>
                    <a:pt x="2480596" y="1184720"/>
                  </a:lnTo>
                  <a:lnTo>
                    <a:pt x="2480501" y="1185101"/>
                  </a:lnTo>
                  <a:lnTo>
                    <a:pt x="2480596" y="1185386"/>
                  </a:lnTo>
                  <a:lnTo>
                    <a:pt x="2480786" y="1185863"/>
                  </a:lnTo>
                  <a:lnTo>
                    <a:pt x="2481072" y="1186148"/>
                  </a:lnTo>
                  <a:lnTo>
                    <a:pt x="2481548" y="1186434"/>
                  </a:lnTo>
                  <a:lnTo>
                    <a:pt x="2482120" y="1186529"/>
                  </a:lnTo>
                  <a:lnTo>
                    <a:pt x="2482501" y="1186148"/>
                  </a:lnTo>
                  <a:lnTo>
                    <a:pt x="2482215" y="1185386"/>
                  </a:lnTo>
                  <a:close/>
                  <a:moveTo>
                    <a:pt x="2500694" y="1813370"/>
                  </a:moveTo>
                  <a:lnTo>
                    <a:pt x="2501265" y="1813560"/>
                  </a:lnTo>
                  <a:lnTo>
                    <a:pt x="2501741" y="1813941"/>
                  </a:lnTo>
                  <a:lnTo>
                    <a:pt x="2502313" y="1814036"/>
                  </a:lnTo>
                  <a:lnTo>
                    <a:pt x="2503551" y="1813751"/>
                  </a:lnTo>
                  <a:lnTo>
                    <a:pt x="2504218" y="1813465"/>
                  </a:lnTo>
                  <a:lnTo>
                    <a:pt x="2504218" y="1812989"/>
                  </a:lnTo>
                  <a:lnTo>
                    <a:pt x="2503551" y="1812322"/>
                  </a:lnTo>
                  <a:lnTo>
                    <a:pt x="2502694" y="1811941"/>
                  </a:lnTo>
                  <a:lnTo>
                    <a:pt x="2501075" y="1812131"/>
                  </a:lnTo>
                  <a:lnTo>
                    <a:pt x="2500789" y="1812131"/>
                  </a:lnTo>
                  <a:lnTo>
                    <a:pt x="2500503" y="1812036"/>
                  </a:lnTo>
                  <a:lnTo>
                    <a:pt x="2500218" y="1812131"/>
                  </a:lnTo>
                  <a:lnTo>
                    <a:pt x="2499170" y="1812989"/>
                  </a:lnTo>
                  <a:lnTo>
                    <a:pt x="2498884" y="1813560"/>
                  </a:lnTo>
                  <a:lnTo>
                    <a:pt x="2499170" y="1813941"/>
                  </a:lnTo>
                  <a:lnTo>
                    <a:pt x="2499455" y="1814036"/>
                  </a:lnTo>
                  <a:lnTo>
                    <a:pt x="2500694" y="1813370"/>
                  </a:lnTo>
                  <a:close/>
                  <a:moveTo>
                    <a:pt x="2611851" y="1110901"/>
                  </a:moveTo>
                  <a:lnTo>
                    <a:pt x="2611660" y="1110996"/>
                  </a:lnTo>
                  <a:lnTo>
                    <a:pt x="2611279" y="1111377"/>
                  </a:lnTo>
                  <a:lnTo>
                    <a:pt x="2609945" y="1111568"/>
                  </a:lnTo>
                  <a:lnTo>
                    <a:pt x="2609945" y="1111949"/>
                  </a:lnTo>
                  <a:lnTo>
                    <a:pt x="2610327" y="1112139"/>
                  </a:lnTo>
                  <a:lnTo>
                    <a:pt x="2610803" y="1112234"/>
                  </a:lnTo>
                  <a:lnTo>
                    <a:pt x="2611088" y="1112615"/>
                  </a:lnTo>
                  <a:lnTo>
                    <a:pt x="2611088" y="1112996"/>
                  </a:lnTo>
                  <a:lnTo>
                    <a:pt x="2610517" y="1112901"/>
                  </a:lnTo>
                  <a:lnTo>
                    <a:pt x="2610231" y="1113282"/>
                  </a:lnTo>
                  <a:lnTo>
                    <a:pt x="2610041" y="1114139"/>
                  </a:lnTo>
                  <a:lnTo>
                    <a:pt x="2610327" y="1114616"/>
                  </a:lnTo>
                  <a:lnTo>
                    <a:pt x="2610898" y="1115092"/>
                  </a:lnTo>
                  <a:lnTo>
                    <a:pt x="2611565" y="1114806"/>
                  </a:lnTo>
                  <a:lnTo>
                    <a:pt x="2612231" y="1114235"/>
                  </a:lnTo>
                  <a:lnTo>
                    <a:pt x="2612803" y="1113568"/>
                  </a:lnTo>
                  <a:lnTo>
                    <a:pt x="2612803" y="1112711"/>
                  </a:lnTo>
                  <a:lnTo>
                    <a:pt x="2612231" y="1111282"/>
                  </a:lnTo>
                  <a:lnTo>
                    <a:pt x="2611851" y="1110901"/>
                  </a:lnTo>
                  <a:close/>
                  <a:moveTo>
                    <a:pt x="2570321" y="1103281"/>
                  </a:moveTo>
                  <a:lnTo>
                    <a:pt x="2570798" y="1102614"/>
                  </a:lnTo>
                  <a:lnTo>
                    <a:pt x="2569750" y="1102995"/>
                  </a:lnTo>
                  <a:lnTo>
                    <a:pt x="2568321" y="1103852"/>
                  </a:lnTo>
                  <a:lnTo>
                    <a:pt x="2567083" y="1104900"/>
                  </a:lnTo>
                  <a:lnTo>
                    <a:pt x="2566607" y="1105852"/>
                  </a:lnTo>
                  <a:lnTo>
                    <a:pt x="2567273" y="1107186"/>
                  </a:lnTo>
                  <a:lnTo>
                    <a:pt x="2568416" y="1106805"/>
                  </a:lnTo>
                  <a:lnTo>
                    <a:pt x="2569560" y="1106234"/>
                  </a:lnTo>
                  <a:lnTo>
                    <a:pt x="2570226" y="1106805"/>
                  </a:lnTo>
                  <a:lnTo>
                    <a:pt x="2570988" y="1106329"/>
                  </a:lnTo>
                  <a:lnTo>
                    <a:pt x="2570703" y="1105852"/>
                  </a:lnTo>
                  <a:lnTo>
                    <a:pt x="2570226" y="1104424"/>
                  </a:lnTo>
                  <a:lnTo>
                    <a:pt x="2570321" y="1103948"/>
                  </a:lnTo>
                  <a:lnTo>
                    <a:pt x="2570321" y="1103281"/>
                  </a:lnTo>
                  <a:close/>
                  <a:moveTo>
                    <a:pt x="2601754" y="1079849"/>
                  </a:moveTo>
                  <a:lnTo>
                    <a:pt x="2600611" y="1080421"/>
                  </a:lnTo>
                  <a:lnTo>
                    <a:pt x="2600420" y="1082135"/>
                  </a:lnTo>
                  <a:lnTo>
                    <a:pt x="2601182" y="1083278"/>
                  </a:lnTo>
                  <a:lnTo>
                    <a:pt x="2602516" y="1083374"/>
                  </a:lnTo>
                  <a:lnTo>
                    <a:pt x="2603754" y="1082612"/>
                  </a:lnTo>
                  <a:lnTo>
                    <a:pt x="2604326" y="1081088"/>
                  </a:lnTo>
                  <a:lnTo>
                    <a:pt x="2603183" y="1080040"/>
                  </a:lnTo>
                  <a:lnTo>
                    <a:pt x="2601754" y="1079849"/>
                  </a:lnTo>
                  <a:close/>
                  <a:moveTo>
                    <a:pt x="3222117" y="485870"/>
                  </a:moveTo>
                  <a:lnTo>
                    <a:pt x="3222403" y="484061"/>
                  </a:lnTo>
                  <a:lnTo>
                    <a:pt x="3218498" y="479870"/>
                  </a:lnTo>
                  <a:lnTo>
                    <a:pt x="3217450" y="477584"/>
                  </a:lnTo>
                  <a:lnTo>
                    <a:pt x="3217355" y="476345"/>
                  </a:lnTo>
                  <a:lnTo>
                    <a:pt x="3216974" y="474440"/>
                  </a:lnTo>
                  <a:lnTo>
                    <a:pt x="3216497" y="472726"/>
                  </a:lnTo>
                  <a:lnTo>
                    <a:pt x="3215831" y="471964"/>
                  </a:lnTo>
                  <a:lnTo>
                    <a:pt x="3214593" y="471678"/>
                  </a:lnTo>
                  <a:lnTo>
                    <a:pt x="3213354" y="470821"/>
                  </a:lnTo>
                  <a:lnTo>
                    <a:pt x="3212783" y="469582"/>
                  </a:lnTo>
                  <a:lnTo>
                    <a:pt x="3213545" y="468154"/>
                  </a:lnTo>
                  <a:lnTo>
                    <a:pt x="3211735" y="464915"/>
                  </a:lnTo>
                  <a:lnTo>
                    <a:pt x="3211354" y="463010"/>
                  </a:lnTo>
                  <a:lnTo>
                    <a:pt x="3211735" y="460629"/>
                  </a:lnTo>
                  <a:lnTo>
                    <a:pt x="3212783" y="459010"/>
                  </a:lnTo>
                  <a:lnTo>
                    <a:pt x="3216021" y="455771"/>
                  </a:lnTo>
                  <a:lnTo>
                    <a:pt x="3216783" y="455295"/>
                  </a:lnTo>
                  <a:lnTo>
                    <a:pt x="3217831" y="453104"/>
                  </a:lnTo>
                  <a:lnTo>
                    <a:pt x="3218021" y="446437"/>
                  </a:lnTo>
                  <a:lnTo>
                    <a:pt x="3218879" y="443865"/>
                  </a:lnTo>
                  <a:lnTo>
                    <a:pt x="3219736" y="443008"/>
                  </a:lnTo>
                  <a:lnTo>
                    <a:pt x="3218783" y="443198"/>
                  </a:lnTo>
                  <a:lnTo>
                    <a:pt x="3216688" y="442817"/>
                  </a:lnTo>
                  <a:lnTo>
                    <a:pt x="3214021" y="441388"/>
                  </a:lnTo>
                  <a:lnTo>
                    <a:pt x="3211830" y="439007"/>
                  </a:lnTo>
                  <a:lnTo>
                    <a:pt x="3210402" y="435674"/>
                  </a:lnTo>
                  <a:lnTo>
                    <a:pt x="3209544" y="436340"/>
                  </a:lnTo>
                  <a:lnTo>
                    <a:pt x="3208592" y="436817"/>
                  </a:lnTo>
                  <a:lnTo>
                    <a:pt x="3207639" y="437102"/>
                  </a:lnTo>
                  <a:lnTo>
                    <a:pt x="3206687" y="437007"/>
                  </a:lnTo>
                  <a:lnTo>
                    <a:pt x="3205734" y="436626"/>
                  </a:lnTo>
                  <a:lnTo>
                    <a:pt x="3203258" y="434531"/>
                  </a:lnTo>
                  <a:lnTo>
                    <a:pt x="3202210" y="433673"/>
                  </a:lnTo>
                  <a:lnTo>
                    <a:pt x="3201162" y="434054"/>
                  </a:lnTo>
                  <a:lnTo>
                    <a:pt x="3192685" y="435388"/>
                  </a:lnTo>
                  <a:lnTo>
                    <a:pt x="3187922" y="437293"/>
                  </a:lnTo>
                  <a:lnTo>
                    <a:pt x="3184779" y="437960"/>
                  </a:lnTo>
                  <a:lnTo>
                    <a:pt x="3183922" y="438341"/>
                  </a:lnTo>
                  <a:lnTo>
                    <a:pt x="3183065" y="438912"/>
                  </a:lnTo>
                  <a:lnTo>
                    <a:pt x="3180874" y="441293"/>
                  </a:lnTo>
                  <a:lnTo>
                    <a:pt x="3180017" y="441770"/>
                  </a:lnTo>
                  <a:lnTo>
                    <a:pt x="3178493" y="442151"/>
                  </a:lnTo>
                  <a:lnTo>
                    <a:pt x="3175349" y="441960"/>
                  </a:lnTo>
                  <a:lnTo>
                    <a:pt x="3174873" y="442055"/>
                  </a:lnTo>
                  <a:lnTo>
                    <a:pt x="3173921" y="442436"/>
                  </a:lnTo>
                  <a:lnTo>
                    <a:pt x="3172111" y="443579"/>
                  </a:lnTo>
                  <a:lnTo>
                    <a:pt x="3171158" y="443960"/>
                  </a:lnTo>
                  <a:lnTo>
                    <a:pt x="3168015" y="443960"/>
                  </a:lnTo>
                  <a:lnTo>
                    <a:pt x="3167158" y="444436"/>
                  </a:lnTo>
                  <a:lnTo>
                    <a:pt x="3166396" y="445484"/>
                  </a:lnTo>
                  <a:lnTo>
                    <a:pt x="3165253" y="447770"/>
                  </a:lnTo>
                  <a:lnTo>
                    <a:pt x="3164491" y="448723"/>
                  </a:lnTo>
                  <a:lnTo>
                    <a:pt x="3163634" y="449199"/>
                  </a:lnTo>
                  <a:lnTo>
                    <a:pt x="3161919" y="449675"/>
                  </a:lnTo>
                  <a:lnTo>
                    <a:pt x="3161062" y="450151"/>
                  </a:lnTo>
                  <a:lnTo>
                    <a:pt x="3160490" y="450723"/>
                  </a:lnTo>
                  <a:lnTo>
                    <a:pt x="3160014" y="451390"/>
                  </a:lnTo>
                  <a:lnTo>
                    <a:pt x="3159633" y="452152"/>
                  </a:lnTo>
                  <a:lnTo>
                    <a:pt x="3159347" y="453104"/>
                  </a:lnTo>
                  <a:lnTo>
                    <a:pt x="3158681" y="454628"/>
                  </a:lnTo>
                  <a:lnTo>
                    <a:pt x="3157823" y="455581"/>
                  </a:lnTo>
                  <a:lnTo>
                    <a:pt x="3156776" y="456057"/>
                  </a:lnTo>
                  <a:lnTo>
                    <a:pt x="3153537" y="456533"/>
                  </a:lnTo>
                  <a:lnTo>
                    <a:pt x="3152870" y="456343"/>
                  </a:lnTo>
                  <a:lnTo>
                    <a:pt x="3150870" y="455390"/>
                  </a:lnTo>
                  <a:lnTo>
                    <a:pt x="3150013" y="455200"/>
                  </a:lnTo>
                  <a:lnTo>
                    <a:pt x="3149156" y="455200"/>
                  </a:lnTo>
                  <a:lnTo>
                    <a:pt x="3146203" y="455676"/>
                  </a:lnTo>
                  <a:lnTo>
                    <a:pt x="3145060" y="455581"/>
                  </a:lnTo>
                  <a:lnTo>
                    <a:pt x="3144488" y="455295"/>
                  </a:lnTo>
                  <a:lnTo>
                    <a:pt x="3143536" y="454438"/>
                  </a:lnTo>
                  <a:lnTo>
                    <a:pt x="3143060" y="454057"/>
                  </a:lnTo>
                  <a:lnTo>
                    <a:pt x="3140964" y="453580"/>
                  </a:lnTo>
                  <a:lnTo>
                    <a:pt x="3138964" y="453676"/>
                  </a:lnTo>
                  <a:lnTo>
                    <a:pt x="3134106" y="455105"/>
                  </a:lnTo>
                  <a:lnTo>
                    <a:pt x="3133249" y="455581"/>
                  </a:lnTo>
                  <a:lnTo>
                    <a:pt x="3132487" y="456248"/>
                  </a:lnTo>
                  <a:lnTo>
                    <a:pt x="3132011" y="457295"/>
                  </a:lnTo>
                  <a:lnTo>
                    <a:pt x="3131820" y="457867"/>
                  </a:lnTo>
                  <a:lnTo>
                    <a:pt x="3131630" y="458248"/>
                  </a:lnTo>
                  <a:lnTo>
                    <a:pt x="3131344" y="458629"/>
                  </a:lnTo>
                  <a:lnTo>
                    <a:pt x="3130963" y="459010"/>
                  </a:lnTo>
                  <a:lnTo>
                    <a:pt x="3130487" y="459391"/>
                  </a:lnTo>
                  <a:lnTo>
                    <a:pt x="3126105" y="461391"/>
                  </a:lnTo>
                  <a:lnTo>
                    <a:pt x="3126105" y="461677"/>
                  </a:lnTo>
                  <a:lnTo>
                    <a:pt x="3122105" y="464534"/>
                  </a:lnTo>
                  <a:lnTo>
                    <a:pt x="3121533" y="465296"/>
                  </a:lnTo>
                  <a:lnTo>
                    <a:pt x="3120486" y="467201"/>
                  </a:lnTo>
                  <a:lnTo>
                    <a:pt x="3119723" y="468344"/>
                  </a:lnTo>
                  <a:lnTo>
                    <a:pt x="3118961" y="468821"/>
                  </a:lnTo>
                  <a:lnTo>
                    <a:pt x="3118104" y="469106"/>
                  </a:lnTo>
                  <a:lnTo>
                    <a:pt x="3117342" y="469011"/>
                  </a:lnTo>
                  <a:lnTo>
                    <a:pt x="3116676" y="468535"/>
                  </a:lnTo>
                  <a:lnTo>
                    <a:pt x="3115437" y="467392"/>
                  </a:lnTo>
                  <a:lnTo>
                    <a:pt x="3114580" y="467011"/>
                  </a:lnTo>
                  <a:lnTo>
                    <a:pt x="3113723" y="466916"/>
                  </a:lnTo>
                  <a:lnTo>
                    <a:pt x="3112865" y="467106"/>
                  </a:lnTo>
                  <a:lnTo>
                    <a:pt x="3112103" y="467678"/>
                  </a:lnTo>
                  <a:lnTo>
                    <a:pt x="3111722" y="468059"/>
                  </a:lnTo>
                  <a:lnTo>
                    <a:pt x="3111437" y="468535"/>
                  </a:lnTo>
                  <a:lnTo>
                    <a:pt x="3111246" y="469106"/>
                  </a:lnTo>
                  <a:lnTo>
                    <a:pt x="3111246" y="469773"/>
                  </a:lnTo>
                  <a:lnTo>
                    <a:pt x="3111437" y="470345"/>
                  </a:lnTo>
                  <a:lnTo>
                    <a:pt x="3111627" y="470821"/>
                  </a:lnTo>
                  <a:lnTo>
                    <a:pt x="3111818" y="471392"/>
                  </a:lnTo>
                  <a:lnTo>
                    <a:pt x="3111913" y="472059"/>
                  </a:lnTo>
                  <a:lnTo>
                    <a:pt x="3111722" y="473107"/>
                  </a:lnTo>
                  <a:lnTo>
                    <a:pt x="3111246" y="473964"/>
                  </a:lnTo>
                  <a:lnTo>
                    <a:pt x="3108579" y="477298"/>
                  </a:lnTo>
                  <a:lnTo>
                    <a:pt x="3107246" y="479393"/>
                  </a:lnTo>
                  <a:lnTo>
                    <a:pt x="3106960" y="479870"/>
                  </a:lnTo>
                  <a:lnTo>
                    <a:pt x="3106865" y="480346"/>
                  </a:lnTo>
                  <a:lnTo>
                    <a:pt x="3106865" y="480822"/>
                  </a:lnTo>
                  <a:lnTo>
                    <a:pt x="3107246" y="482155"/>
                  </a:lnTo>
                  <a:lnTo>
                    <a:pt x="3107341" y="482822"/>
                  </a:lnTo>
                  <a:lnTo>
                    <a:pt x="3107246" y="483489"/>
                  </a:lnTo>
                  <a:lnTo>
                    <a:pt x="3106960" y="484156"/>
                  </a:lnTo>
                  <a:lnTo>
                    <a:pt x="3106007" y="485394"/>
                  </a:lnTo>
                  <a:lnTo>
                    <a:pt x="3105531" y="485966"/>
                  </a:lnTo>
                  <a:lnTo>
                    <a:pt x="3104960" y="486442"/>
                  </a:lnTo>
                  <a:lnTo>
                    <a:pt x="3104293" y="486728"/>
                  </a:lnTo>
                  <a:lnTo>
                    <a:pt x="3101721" y="486823"/>
                  </a:lnTo>
                  <a:lnTo>
                    <a:pt x="3100578" y="486537"/>
                  </a:lnTo>
                  <a:lnTo>
                    <a:pt x="3097816" y="485013"/>
                  </a:lnTo>
                  <a:lnTo>
                    <a:pt x="3096006" y="484632"/>
                  </a:lnTo>
                  <a:lnTo>
                    <a:pt x="3094196" y="484537"/>
                  </a:lnTo>
                  <a:lnTo>
                    <a:pt x="3090577" y="485108"/>
                  </a:lnTo>
                  <a:lnTo>
                    <a:pt x="3089815" y="485394"/>
                  </a:lnTo>
                  <a:lnTo>
                    <a:pt x="3087243" y="487299"/>
                  </a:lnTo>
                  <a:lnTo>
                    <a:pt x="3086577" y="487680"/>
                  </a:lnTo>
                  <a:lnTo>
                    <a:pt x="3085148" y="488156"/>
                  </a:lnTo>
                  <a:lnTo>
                    <a:pt x="3082766" y="488156"/>
                  </a:lnTo>
                  <a:lnTo>
                    <a:pt x="3081338" y="487775"/>
                  </a:lnTo>
                  <a:lnTo>
                    <a:pt x="3078004" y="487490"/>
                  </a:lnTo>
                  <a:lnTo>
                    <a:pt x="3074861" y="488061"/>
                  </a:lnTo>
                  <a:lnTo>
                    <a:pt x="3074385" y="488347"/>
                  </a:lnTo>
                  <a:lnTo>
                    <a:pt x="3073146" y="489490"/>
                  </a:lnTo>
                  <a:lnTo>
                    <a:pt x="3072670" y="489776"/>
                  </a:lnTo>
                  <a:lnTo>
                    <a:pt x="3072098" y="489871"/>
                  </a:lnTo>
                  <a:lnTo>
                    <a:pt x="3071527" y="489871"/>
                  </a:lnTo>
                  <a:lnTo>
                    <a:pt x="3071051" y="489680"/>
                  </a:lnTo>
                  <a:lnTo>
                    <a:pt x="3069527" y="488823"/>
                  </a:lnTo>
                  <a:lnTo>
                    <a:pt x="3068955" y="488632"/>
                  </a:lnTo>
                  <a:lnTo>
                    <a:pt x="3068003" y="488632"/>
                  </a:lnTo>
                  <a:lnTo>
                    <a:pt x="3066098" y="489013"/>
                  </a:lnTo>
                  <a:lnTo>
                    <a:pt x="3065145" y="489013"/>
                  </a:lnTo>
                  <a:lnTo>
                    <a:pt x="3061049" y="487680"/>
                  </a:lnTo>
                  <a:lnTo>
                    <a:pt x="3060002" y="487775"/>
                  </a:lnTo>
                  <a:lnTo>
                    <a:pt x="3057239" y="489966"/>
                  </a:lnTo>
                  <a:lnTo>
                    <a:pt x="3056763" y="490252"/>
                  </a:lnTo>
                  <a:lnTo>
                    <a:pt x="3056287" y="490347"/>
                  </a:lnTo>
                  <a:lnTo>
                    <a:pt x="3055811" y="490347"/>
                  </a:lnTo>
                  <a:lnTo>
                    <a:pt x="3055335" y="490252"/>
                  </a:lnTo>
                  <a:lnTo>
                    <a:pt x="3054858" y="490061"/>
                  </a:lnTo>
                  <a:lnTo>
                    <a:pt x="3054477" y="489776"/>
                  </a:lnTo>
                  <a:lnTo>
                    <a:pt x="3052382" y="487109"/>
                  </a:lnTo>
                  <a:lnTo>
                    <a:pt x="3050762" y="485680"/>
                  </a:lnTo>
                  <a:lnTo>
                    <a:pt x="3049048" y="484632"/>
                  </a:lnTo>
                  <a:lnTo>
                    <a:pt x="3047238" y="484156"/>
                  </a:lnTo>
                  <a:lnTo>
                    <a:pt x="3046000" y="484061"/>
                  </a:lnTo>
                  <a:lnTo>
                    <a:pt x="3035046" y="486632"/>
                  </a:lnTo>
                  <a:lnTo>
                    <a:pt x="3032760" y="487585"/>
                  </a:lnTo>
                  <a:lnTo>
                    <a:pt x="3030760" y="488823"/>
                  </a:lnTo>
                  <a:lnTo>
                    <a:pt x="3029427" y="489204"/>
                  </a:lnTo>
                  <a:lnTo>
                    <a:pt x="3028379" y="489299"/>
                  </a:lnTo>
                  <a:lnTo>
                    <a:pt x="3026283" y="489109"/>
                  </a:lnTo>
                  <a:lnTo>
                    <a:pt x="3025236" y="488728"/>
                  </a:lnTo>
                  <a:lnTo>
                    <a:pt x="3023140" y="487299"/>
                  </a:lnTo>
                  <a:lnTo>
                    <a:pt x="3022187" y="487013"/>
                  </a:lnTo>
                  <a:lnTo>
                    <a:pt x="3020949" y="485966"/>
                  </a:lnTo>
                  <a:lnTo>
                    <a:pt x="3020759" y="483394"/>
                  </a:lnTo>
                  <a:lnTo>
                    <a:pt x="3020949" y="480346"/>
                  </a:lnTo>
                  <a:lnTo>
                    <a:pt x="3020949" y="477965"/>
                  </a:lnTo>
                  <a:lnTo>
                    <a:pt x="3019139" y="473011"/>
                  </a:lnTo>
                  <a:lnTo>
                    <a:pt x="3016568" y="469582"/>
                  </a:lnTo>
                  <a:lnTo>
                    <a:pt x="3007328" y="459962"/>
                  </a:lnTo>
                  <a:lnTo>
                    <a:pt x="3006662" y="458819"/>
                  </a:lnTo>
                  <a:lnTo>
                    <a:pt x="3006471" y="457009"/>
                  </a:lnTo>
                  <a:lnTo>
                    <a:pt x="3006186" y="455771"/>
                  </a:lnTo>
                  <a:lnTo>
                    <a:pt x="3006090" y="454628"/>
                  </a:lnTo>
                  <a:lnTo>
                    <a:pt x="3006662" y="453104"/>
                  </a:lnTo>
                  <a:lnTo>
                    <a:pt x="3008376" y="450913"/>
                  </a:lnTo>
                  <a:lnTo>
                    <a:pt x="3009519" y="449771"/>
                  </a:lnTo>
                  <a:lnTo>
                    <a:pt x="3010377" y="449294"/>
                  </a:lnTo>
                  <a:lnTo>
                    <a:pt x="3010757" y="448913"/>
                  </a:lnTo>
                  <a:lnTo>
                    <a:pt x="3011329" y="446151"/>
                  </a:lnTo>
                  <a:lnTo>
                    <a:pt x="3011615" y="445199"/>
                  </a:lnTo>
                  <a:lnTo>
                    <a:pt x="3011901" y="444627"/>
                  </a:lnTo>
                  <a:lnTo>
                    <a:pt x="3014282" y="441674"/>
                  </a:lnTo>
                  <a:lnTo>
                    <a:pt x="3014568" y="440722"/>
                  </a:lnTo>
                  <a:lnTo>
                    <a:pt x="3014663" y="438817"/>
                  </a:lnTo>
                  <a:lnTo>
                    <a:pt x="3014472" y="437579"/>
                  </a:lnTo>
                  <a:lnTo>
                    <a:pt x="3014091" y="437102"/>
                  </a:lnTo>
                  <a:lnTo>
                    <a:pt x="3013520" y="436912"/>
                  </a:lnTo>
                  <a:lnTo>
                    <a:pt x="3012853" y="436436"/>
                  </a:lnTo>
                  <a:lnTo>
                    <a:pt x="3012281" y="435769"/>
                  </a:lnTo>
                  <a:lnTo>
                    <a:pt x="3011996" y="435102"/>
                  </a:lnTo>
                  <a:lnTo>
                    <a:pt x="3011424" y="433578"/>
                  </a:lnTo>
                  <a:lnTo>
                    <a:pt x="3010377" y="431292"/>
                  </a:lnTo>
                  <a:lnTo>
                    <a:pt x="3010091" y="429863"/>
                  </a:lnTo>
                  <a:lnTo>
                    <a:pt x="3010472" y="428435"/>
                  </a:lnTo>
                  <a:lnTo>
                    <a:pt x="3011138" y="426815"/>
                  </a:lnTo>
                  <a:lnTo>
                    <a:pt x="3011138" y="425387"/>
                  </a:lnTo>
                  <a:lnTo>
                    <a:pt x="3010377" y="424434"/>
                  </a:lnTo>
                  <a:lnTo>
                    <a:pt x="3008853" y="424339"/>
                  </a:lnTo>
                  <a:lnTo>
                    <a:pt x="3004852" y="426053"/>
                  </a:lnTo>
                  <a:lnTo>
                    <a:pt x="3004185" y="425672"/>
                  </a:lnTo>
                  <a:lnTo>
                    <a:pt x="3004090" y="425196"/>
                  </a:lnTo>
                  <a:lnTo>
                    <a:pt x="3003614" y="423672"/>
                  </a:lnTo>
                  <a:lnTo>
                    <a:pt x="3003519" y="422815"/>
                  </a:lnTo>
                  <a:lnTo>
                    <a:pt x="3003614" y="421958"/>
                  </a:lnTo>
                  <a:lnTo>
                    <a:pt x="3003899" y="420434"/>
                  </a:lnTo>
                  <a:lnTo>
                    <a:pt x="3003899" y="419576"/>
                  </a:lnTo>
                  <a:lnTo>
                    <a:pt x="3003233" y="418243"/>
                  </a:lnTo>
                  <a:lnTo>
                    <a:pt x="3002090" y="417671"/>
                  </a:lnTo>
                  <a:lnTo>
                    <a:pt x="3000852" y="417290"/>
                  </a:lnTo>
                  <a:lnTo>
                    <a:pt x="2999708" y="416528"/>
                  </a:lnTo>
                  <a:lnTo>
                    <a:pt x="2999137" y="415100"/>
                  </a:lnTo>
                  <a:lnTo>
                    <a:pt x="2999328" y="413576"/>
                  </a:lnTo>
                  <a:lnTo>
                    <a:pt x="3004280" y="400812"/>
                  </a:lnTo>
                  <a:lnTo>
                    <a:pt x="3006281" y="397193"/>
                  </a:lnTo>
                  <a:lnTo>
                    <a:pt x="3006757" y="395954"/>
                  </a:lnTo>
                  <a:lnTo>
                    <a:pt x="3006662" y="394907"/>
                  </a:lnTo>
                  <a:lnTo>
                    <a:pt x="3005423" y="394430"/>
                  </a:lnTo>
                  <a:lnTo>
                    <a:pt x="3004090" y="394621"/>
                  </a:lnTo>
                  <a:lnTo>
                    <a:pt x="3004090" y="394621"/>
                  </a:lnTo>
                  <a:lnTo>
                    <a:pt x="3000947" y="396050"/>
                  </a:lnTo>
                  <a:lnTo>
                    <a:pt x="2999708" y="396240"/>
                  </a:lnTo>
                  <a:lnTo>
                    <a:pt x="2998185" y="396050"/>
                  </a:lnTo>
                  <a:lnTo>
                    <a:pt x="2996851" y="395383"/>
                  </a:lnTo>
                  <a:lnTo>
                    <a:pt x="2996279" y="394145"/>
                  </a:lnTo>
                  <a:lnTo>
                    <a:pt x="2995708" y="393192"/>
                  </a:lnTo>
                  <a:lnTo>
                    <a:pt x="2994374" y="392811"/>
                  </a:lnTo>
                  <a:lnTo>
                    <a:pt x="2991612" y="392811"/>
                  </a:lnTo>
                  <a:lnTo>
                    <a:pt x="2989040" y="393668"/>
                  </a:lnTo>
                  <a:lnTo>
                    <a:pt x="2986659" y="394907"/>
                  </a:lnTo>
                  <a:lnTo>
                    <a:pt x="2984373" y="395383"/>
                  </a:lnTo>
                  <a:lnTo>
                    <a:pt x="2981897" y="393954"/>
                  </a:lnTo>
                  <a:lnTo>
                    <a:pt x="2973229" y="386810"/>
                  </a:lnTo>
                  <a:lnTo>
                    <a:pt x="2971133" y="384334"/>
                  </a:lnTo>
                  <a:lnTo>
                    <a:pt x="2969895" y="383286"/>
                  </a:lnTo>
                  <a:lnTo>
                    <a:pt x="2967419" y="382429"/>
                  </a:lnTo>
                  <a:lnTo>
                    <a:pt x="2966752" y="381286"/>
                  </a:lnTo>
                  <a:lnTo>
                    <a:pt x="2966657" y="379667"/>
                  </a:lnTo>
                  <a:lnTo>
                    <a:pt x="2967133" y="377857"/>
                  </a:lnTo>
                  <a:lnTo>
                    <a:pt x="2965133" y="376428"/>
                  </a:lnTo>
                  <a:lnTo>
                    <a:pt x="2964085" y="375857"/>
                  </a:lnTo>
                  <a:lnTo>
                    <a:pt x="2962942" y="375666"/>
                  </a:lnTo>
                  <a:lnTo>
                    <a:pt x="2963132" y="372047"/>
                  </a:lnTo>
                  <a:lnTo>
                    <a:pt x="2962942" y="370999"/>
                  </a:lnTo>
                  <a:lnTo>
                    <a:pt x="2962085" y="370427"/>
                  </a:lnTo>
                  <a:lnTo>
                    <a:pt x="2959513" y="370142"/>
                  </a:lnTo>
                  <a:lnTo>
                    <a:pt x="2958465" y="369570"/>
                  </a:lnTo>
                  <a:lnTo>
                    <a:pt x="2957703" y="368618"/>
                  </a:lnTo>
                  <a:lnTo>
                    <a:pt x="2957513" y="367856"/>
                  </a:lnTo>
                  <a:lnTo>
                    <a:pt x="2957418" y="365188"/>
                  </a:lnTo>
                  <a:lnTo>
                    <a:pt x="2956179" y="362331"/>
                  </a:lnTo>
                  <a:lnTo>
                    <a:pt x="2953988" y="361950"/>
                  </a:lnTo>
                  <a:lnTo>
                    <a:pt x="2951036" y="362522"/>
                  </a:lnTo>
                  <a:lnTo>
                    <a:pt x="2948559" y="362045"/>
                  </a:lnTo>
                  <a:lnTo>
                    <a:pt x="2947511" y="361188"/>
                  </a:lnTo>
                  <a:lnTo>
                    <a:pt x="2946845" y="360140"/>
                  </a:lnTo>
                  <a:lnTo>
                    <a:pt x="2946464" y="358712"/>
                  </a:lnTo>
                  <a:lnTo>
                    <a:pt x="2946369" y="354902"/>
                  </a:lnTo>
                  <a:lnTo>
                    <a:pt x="2946273" y="353663"/>
                  </a:lnTo>
                  <a:lnTo>
                    <a:pt x="2945797" y="352711"/>
                  </a:lnTo>
                  <a:lnTo>
                    <a:pt x="2944845" y="351568"/>
                  </a:lnTo>
                  <a:lnTo>
                    <a:pt x="2943702" y="350711"/>
                  </a:lnTo>
                  <a:lnTo>
                    <a:pt x="2942368" y="350234"/>
                  </a:lnTo>
                  <a:lnTo>
                    <a:pt x="2939606" y="349949"/>
                  </a:lnTo>
                  <a:lnTo>
                    <a:pt x="2938272" y="350425"/>
                  </a:lnTo>
                  <a:lnTo>
                    <a:pt x="2937891" y="351568"/>
                  </a:lnTo>
                  <a:lnTo>
                    <a:pt x="2937986" y="354902"/>
                  </a:lnTo>
                  <a:lnTo>
                    <a:pt x="2937415" y="356521"/>
                  </a:lnTo>
                  <a:lnTo>
                    <a:pt x="2936272" y="357188"/>
                  </a:lnTo>
                  <a:lnTo>
                    <a:pt x="2934938" y="356997"/>
                  </a:lnTo>
                  <a:lnTo>
                    <a:pt x="2932653" y="354521"/>
                  </a:lnTo>
                  <a:lnTo>
                    <a:pt x="2931224" y="353663"/>
                  </a:lnTo>
                  <a:lnTo>
                    <a:pt x="2929795" y="353282"/>
                  </a:lnTo>
                  <a:lnTo>
                    <a:pt x="2928557" y="353378"/>
                  </a:lnTo>
                  <a:lnTo>
                    <a:pt x="2927319" y="354140"/>
                  </a:lnTo>
                  <a:lnTo>
                    <a:pt x="2925509" y="356235"/>
                  </a:lnTo>
                  <a:lnTo>
                    <a:pt x="2924461" y="356711"/>
                  </a:lnTo>
                  <a:lnTo>
                    <a:pt x="2923032" y="356426"/>
                  </a:lnTo>
                  <a:lnTo>
                    <a:pt x="2921889" y="355663"/>
                  </a:lnTo>
                  <a:lnTo>
                    <a:pt x="2921032" y="354425"/>
                  </a:lnTo>
                  <a:lnTo>
                    <a:pt x="2919127" y="350044"/>
                  </a:lnTo>
                  <a:lnTo>
                    <a:pt x="2918270" y="349187"/>
                  </a:lnTo>
                  <a:lnTo>
                    <a:pt x="2915603" y="348520"/>
                  </a:lnTo>
                  <a:lnTo>
                    <a:pt x="2913221" y="346710"/>
                  </a:lnTo>
                  <a:lnTo>
                    <a:pt x="2911983" y="346043"/>
                  </a:lnTo>
                  <a:lnTo>
                    <a:pt x="2910650" y="345948"/>
                  </a:lnTo>
                  <a:lnTo>
                    <a:pt x="2908364" y="346901"/>
                  </a:lnTo>
                  <a:lnTo>
                    <a:pt x="2907126" y="347186"/>
                  </a:lnTo>
                  <a:lnTo>
                    <a:pt x="2905697" y="346710"/>
                  </a:lnTo>
                  <a:lnTo>
                    <a:pt x="2905220" y="345567"/>
                  </a:lnTo>
                  <a:lnTo>
                    <a:pt x="2905411" y="344138"/>
                  </a:lnTo>
                  <a:lnTo>
                    <a:pt x="2906173" y="342710"/>
                  </a:lnTo>
                  <a:lnTo>
                    <a:pt x="2906649" y="342329"/>
                  </a:lnTo>
                  <a:lnTo>
                    <a:pt x="2907221" y="342138"/>
                  </a:lnTo>
                  <a:lnTo>
                    <a:pt x="2907697" y="341757"/>
                  </a:lnTo>
                  <a:lnTo>
                    <a:pt x="2907887" y="340709"/>
                  </a:lnTo>
                  <a:lnTo>
                    <a:pt x="2907887" y="339852"/>
                  </a:lnTo>
                  <a:lnTo>
                    <a:pt x="2907792" y="339090"/>
                  </a:lnTo>
                  <a:lnTo>
                    <a:pt x="2907506" y="338519"/>
                  </a:lnTo>
                  <a:lnTo>
                    <a:pt x="2906935" y="338328"/>
                  </a:lnTo>
                  <a:lnTo>
                    <a:pt x="2905506" y="338138"/>
                  </a:lnTo>
                  <a:lnTo>
                    <a:pt x="2904173" y="337566"/>
                  </a:lnTo>
                  <a:lnTo>
                    <a:pt x="2901696" y="336042"/>
                  </a:lnTo>
                  <a:lnTo>
                    <a:pt x="2900934" y="335375"/>
                  </a:lnTo>
                  <a:lnTo>
                    <a:pt x="2900648" y="335566"/>
                  </a:lnTo>
                  <a:lnTo>
                    <a:pt x="2899029" y="338138"/>
                  </a:lnTo>
                  <a:lnTo>
                    <a:pt x="2898648" y="338328"/>
                  </a:lnTo>
                  <a:lnTo>
                    <a:pt x="2894553" y="337280"/>
                  </a:lnTo>
                  <a:lnTo>
                    <a:pt x="2885694" y="338042"/>
                  </a:lnTo>
                  <a:lnTo>
                    <a:pt x="2885123" y="338328"/>
                  </a:lnTo>
                  <a:lnTo>
                    <a:pt x="2884742" y="338804"/>
                  </a:lnTo>
                  <a:lnTo>
                    <a:pt x="2884075" y="340043"/>
                  </a:lnTo>
                  <a:lnTo>
                    <a:pt x="2883694" y="340614"/>
                  </a:lnTo>
                  <a:lnTo>
                    <a:pt x="2882456" y="340900"/>
                  </a:lnTo>
                  <a:lnTo>
                    <a:pt x="2879694" y="339757"/>
                  </a:lnTo>
                  <a:lnTo>
                    <a:pt x="2878551" y="340328"/>
                  </a:lnTo>
                  <a:lnTo>
                    <a:pt x="2877503" y="341090"/>
                  </a:lnTo>
                  <a:lnTo>
                    <a:pt x="2876074" y="341281"/>
                  </a:lnTo>
                  <a:lnTo>
                    <a:pt x="2870454" y="341090"/>
                  </a:lnTo>
                  <a:lnTo>
                    <a:pt x="2869121" y="340709"/>
                  </a:lnTo>
                  <a:lnTo>
                    <a:pt x="2868073" y="339757"/>
                  </a:lnTo>
                  <a:lnTo>
                    <a:pt x="2866263" y="337376"/>
                  </a:lnTo>
                  <a:lnTo>
                    <a:pt x="2865120" y="336423"/>
                  </a:lnTo>
                  <a:lnTo>
                    <a:pt x="2863882" y="336042"/>
                  </a:lnTo>
                  <a:lnTo>
                    <a:pt x="2863215" y="336042"/>
                  </a:lnTo>
                  <a:lnTo>
                    <a:pt x="2862834" y="336233"/>
                  </a:lnTo>
                  <a:lnTo>
                    <a:pt x="2862453" y="336709"/>
                  </a:lnTo>
                  <a:lnTo>
                    <a:pt x="2861882" y="337566"/>
                  </a:lnTo>
                  <a:lnTo>
                    <a:pt x="2861405" y="337852"/>
                  </a:lnTo>
                  <a:lnTo>
                    <a:pt x="2860739" y="337947"/>
                  </a:lnTo>
                  <a:lnTo>
                    <a:pt x="2857977" y="337566"/>
                  </a:lnTo>
                  <a:lnTo>
                    <a:pt x="2856738" y="336804"/>
                  </a:lnTo>
                  <a:lnTo>
                    <a:pt x="2855595" y="335756"/>
                  </a:lnTo>
                  <a:lnTo>
                    <a:pt x="2854547" y="334423"/>
                  </a:lnTo>
                  <a:lnTo>
                    <a:pt x="2853500" y="333566"/>
                  </a:lnTo>
                  <a:lnTo>
                    <a:pt x="2850928" y="332327"/>
                  </a:lnTo>
                  <a:lnTo>
                    <a:pt x="2849976" y="331375"/>
                  </a:lnTo>
                  <a:lnTo>
                    <a:pt x="2849213" y="329660"/>
                  </a:lnTo>
                  <a:lnTo>
                    <a:pt x="2849023" y="328232"/>
                  </a:lnTo>
                  <a:lnTo>
                    <a:pt x="2849023" y="326803"/>
                  </a:lnTo>
                  <a:lnTo>
                    <a:pt x="2848642" y="324993"/>
                  </a:lnTo>
                  <a:lnTo>
                    <a:pt x="2846737" y="322707"/>
                  </a:lnTo>
                  <a:lnTo>
                    <a:pt x="2841212" y="320897"/>
                  </a:lnTo>
                  <a:lnTo>
                    <a:pt x="2839593" y="318230"/>
                  </a:lnTo>
                  <a:lnTo>
                    <a:pt x="2839498" y="316421"/>
                  </a:lnTo>
                  <a:lnTo>
                    <a:pt x="2839784" y="314420"/>
                  </a:lnTo>
                  <a:lnTo>
                    <a:pt x="2840260" y="312611"/>
                  </a:lnTo>
                  <a:lnTo>
                    <a:pt x="2840831" y="311277"/>
                  </a:lnTo>
                  <a:lnTo>
                    <a:pt x="2840927" y="310039"/>
                  </a:lnTo>
                  <a:lnTo>
                    <a:pt x="2840260" y="308515"/>
                  </a:lnTo>
                  <a:lnTo>
                    <a:pt x="2838831" y="305943"/>
                  </a:lnTo>
                  <a:lnTo>
                    <a:pt x="2838450" y="301657"/>
                  </a:lnTo>
                  <a:lnTo>
                    <a:pt x="2839498" y="298609"/>
                  </a:lnTo>
                  <a:lnTo>
                    <a:pt x="2842832" y="293180"/>
                  </a:lnTo>
                  <a:lnTo>
                    <a:pt x="2843403" y="291656"/>
                  </a:lnTo>
                  <a:lnTo>
                    <a:pt x="2843689" y="290132"/>
                  </a:lnTo>
                  <a:lnTo>
                    <a:pt x="2843879" y="288512"/>
                  </a:lnTo>
                  <a:lnTo>
                    <a:pt x="2843879" y="286703"/>
                  </a:lnTo>
                  <a:lnTo>
                    <a:pt x="2843213" y="285750"/>
                  </a:lnTo>
                  <a:lnTo>
                    <a:pt x="2834069" y="281178"/>
                  </a:lnTo>
                  <a:lnTo>
                    <a:pt x="2831402" y="279273"/>
                  </a:lnTo>
                  <a:lnTo>
                    <a:pt x="2830163" y="276797"/>
                  </a:lnTo>
                  <a:lnTo>
                    <a:pt x="2830259" y="275844"/>
                  </a:lnTo>
                  <a:lnTo>
                    <a:pt x="2830545" y="274796"/>
                  </a:lnTo>
                  <a:lnTo>
                    <a:pt x="2831021" y="273844"/>
                  </a:lnTo>
                  <a:lnTo>
                    <a:pt x="2831497" y="273082"/>
                  </a:lnTo>
                  <a:lnTo>
                    <a:pt x="2831687" y="272415"/>
                  </a:lnTo>
                  <a:lnTo>
                    <a:pt x="2831783" y="271463"/>
                  </a:lnTo>
                  <a:lnTo>
                    <a:pt x="2831687" y="269653"/>
                  </a:lnTo>
                  <a:lnTo>
                    <a:pt x="2831211" y="268700"/>
                  </a:lnTo>
                  <a:lnTo>
                    <a:pt x="2828830" y="266605"/>
                  </a:lnTo>
                  <a:lnTo>
                    <a:pt x="2827973" y="265367"/>
                  </a:lnTo>
                  <a:lnTo>
                    <a:pt x="2828735" y="264414"/>
                  </a:lnTo>
                  <a:lnTo>
                    <a:pt x="2829116" y="263557"/>
                  </a:lnTo>
                  <a:lnTo>
                    <a:pt x="2829782" y="261461"/>
                  </a:lnTo>
                  <a:lnTo>
                    <a:pt x="2830354" y="260509"/>
                  </a:lnTo>
                  <a:lnTo>
                    <a:pt x="2831592" y="258889"/>
                  </a:lnTo>
                  <a:lnTo>
                    <a:pt x="2831973" y="258032"/>
                  </a:lnTo>
                  <a:lnTo>
                    <a:pt x="2832069" y="256127"/>
                  </a:lnTo>
                  <a:lnTo>
                    <a:pt x="2831592" y="253841"/>
                  </a:lnTo>
                  <a:lnTo>
                    <a:pt x="2830830" y="251936"/>
                  </a:lnTo>
                  <a:lnTo>
                    <a:pt x="2829973" y="251174"/>
                  </a:lnTo>
                  <a:lnTo>
                    <a:pt x="2828258" y="248793"/>
                  </a:lnTo>
                  <a:lnTo>
                    <a:pt x="2827973" y="248031"/>
                  </a:lnTo>
                  <a:lnTo>
                    <a:pt x="2827878" y="247460"/>
                  </a:lnTo>
                  <a:lnTo>
                    <a:pt x="2827687" y="246983"/>
                  </a:lnTo>
                  <a:lnTo>
                    <a:pt x="2827592" y="246412"/>
                  </a:lnTo>
                  <a:lnTo>
                    <a:pt x="2827782" y="245745"/>
                  </a:lnTo>
                  <a:lnTo>
                    <a:pt x="2827973" y="245269"/>
                  </a:lnTo>
                  <a:lnTo>
                    <a:pt x="2828163" y="244697"/>
                  </a:lnTo>
                  <a:lnTo>
                    <a:pt x="2828258" y="244126"/>
                  </a:lnTo>
                  <a:lnTo>
                    <a:pt x="2828354" y="243554"/>
                  </a:lnTo>
                  <a:lnTo>
                    <a:pt x="2827878" y="241840"/>
                  </a:lnTo>
                  <a:lnTo>
                    <a:pt x="2826735" y="240792"/>
                  </a:lnTo>
                  <a:lnTo>
                    <a:pt x="2825401" y="239935"/>
                  </a:lnTo>
                  <a:lnTo>
                    <a:pt x="2824353" y="238792"/>
                  </a:lnTo>
                  <a:lnTo>
                    <a:pt x="2820353" y="229172"/>
                  </a:lnTo>
                  <a:lnTo>
                    <a:pt x="2818543" y="226790"/>
                  </a:lnTo>
                  <a:lnTo>
                    <a:pt x="2815209" y="223838"/>
                  </a:lnTo>
                  <a:lnTo>
                    <a:pt x="2814447" y="223361"/>
                  </a:lnTo>
                  <a:lnTo>
                    <a:pt x="2811780" y="218789"/>
                  </a:lnTo>
                  <a:lnTo>
                    <a:pt x="2809970" y="217075"/>
                  </a:lnTo>
                  <a:lnTo>
                    <a:pt x="2809208" y="215741"/>
                  </a:lnTo>
                  <a:lnTo>
                    <a:pt x="2808923" y="213932"/>
                  </a:lnTo>
                  <a:lnTo>
                    <a:pt x="2808732" y="212122"/>
                  </a:lnTo>
                  <a:lnTo>
                    <a:pt x="2808065" y="208979"/>
                  </a:lnTo>
                  <a:lnTo>
                    <a:pt x="2807875" y="207455"/>
                  </a:lnTo>
                  <a:lnTo>
                    <a:pt x="2807780" y="204978"/>
                  </a:lnTo>
                  <a:lnTo>
                    <a:pt x="2807875" y="203740"/>
                  </a:lnTo>
                  <a:lnTo>
                    <a:pt x="2808065" y="202597"/>
                  </a:lnTo>
                  <a:lnTo>
                    <a:pt x="2808446" y="201644"/>
                  </a:lnTo>
                  <a:lnTo>
                    <a:pt x="2810066" y="199549"/>
                  </a:lnTo>
                  <a:lnTo>
                    <a:pt x="2811209" y="197549"/>
                  </a:lnTo>
                  <a:lnTo>
                    <a:pt x="2811685" y="196310"/>
                  </a:lnTo>
                  <a:lnTo>
                    <a:pt x="2811876" y="195263"/>
                  </a:lnTo>
                  <a:lnTo>
                    <a:pt x="2811399" y="194024"/>
                  </a:lnTo>
                  <a:lnTo>
                    <a:pt x="2810447" y="193548"/>
                  </a:lnTo>
                  <a:lnTo>
                    <a:pt x="2809399" y="193643"/>
                  </a:lnTo>
                  <a:lnTo>
                    <a:pt x="2808542" y="194024"/>
                  </a:lnTo>
                  <a:lnTo>
                    <a:pt x="2808161" y="194119"/>
                  </a:lnTo>
                  <a:lnTo>
                    <a:pt x="2807685" y="194501"/>
                  </a:lnTo>
                  <a:lnTo>
                    <a:pt x="2807303" y="194977"/>
                  </a:lnTo>
                  <a:lnTo>
                    <a:pt x="2807018" y="195643"/>
                  </a:lnTo>
                  <a:lnTo>
                    <a:pt x="2807018" y="196215"/>
                  </a:lnTo>
                  <a:lnTo>
                    <a:pt x="2807208" y="196787"/>
                  </a:lnTo>
                  <a:lnTo>
                    <a:pt x="2807399" y="197358"/>
                  </a:lnTo>
                  <a:lnTo>
                    <a:pt x="2807303" y="198215"/>
                  </a:lnTo>
                  <a:lnTo>
                    <a:pt x="2806256" y="199835"/>
                  </a:lnTo>
                  <a:lnTo>
                    <a:pt x="2805018" y="199835"/>
                  </a:lnTo>
                  <a:lnTo>
                    <a:pt x="2803874" y="198691"/>
                  </a:lnTo>
                  <a:lnTo>
                    <a:pt x="2803112" y="196691"/>
                  </a:lnTo>
                  <a:lnTo>
                    <a:pt x="2803017" y="195072"/>
                  </a:lnTo>
                  <a:lnTo>
                    <a:pt x="2803398" y="193643"/>
                  </a:lnTo>
                  <a:lnTo>
                    <a:pt x="2804065" y="192500"/>
                  </a:lnTo>
                  <a:lnTo>
                    <a:pt x="2804922" y="191643"/>
                  </a:lnTo>
                  <a:lnTo>
                    <a:pt x="2805875" y="191262"/>
                  </a:lnTo>
                  <a:lnTo>
                    <a:pt x="2806922" y="191072"/>
                  </a:lnTo>
                  <a:lnTo>
                    <a:pt x="2807875" y="190595"/>
                  </a:lnTo>
                  <a:lnTo>
                    <a:pt x="2808446" y="189357"/>
                  </a:lnTo>
                  <a:lnTo>
                    <a:pt x="2808446" y="188214"/>
                  </a:lnTo>
                  <a:lnTo>
                    <a:pt x="2808065" y="187357"/>
                  </a:lnTo>
                  <a:lnTo>
                    <a:pt x="2807399" y="186881"/>
                  </a:lnTo>
                  <a:lnTo>
                    <a:pt x="2806732" y="186690"/>
                  </a:lnTo>
                  <a:lnTo>
                    <a:pt x="2804065" y="186500"/>
                  </a:lnTo>
                  <a:lnTo>
                    <a:pt x="2802731" y="185928"/>
                  </a:lnTo>
                  <a:lnTo>
                    <a:pt x="2802160" y="184499"/>
                  </a:lnTo>
                  <a:lnTo>
                    <a:pt x="2802351" y="182499"/>
                  </a:lnTo>
                  <a:lnTo>
                    <a:pt x="2802827" y="180975"/>
                  </a:lnTo>
                  <a:lnTo>
                    <a:pt x="2804351" y="178403"/>
                  </a:lnTo>
                  <a:lnTo>
                    <a:pt x="2803112" y="176213"/>
                  </a:lnTo>
                  <a:lnTo>
                    <a:pt x="2801398" y="175260"/>
                  </a:lnTo>
                  <a:lnTo>
                    <a:pt x="2797397" y="173831"/>
                  </a:lnTo>
                  <a:lnTo>
                    <a:pt x="2796159" y="172688"/>
                  </a:lnTo>
                  <a:lnTo>
                    <a:pt x="2796064" y="171736"/>
                  </a:lnTo>
                  <a:lnTo>
                    <a:pt x="2797588" y="169640"/>
                  </a:lnTo>
                  <a:lnTo>
                    <a:pt x="2798636" y="167735"/>
                  </a:lnTo>
                  <a:lnTo>
                    <a:pt x="2798636" y="166592"/>
                  </a:lnTo>
                  <a:lnTo>
                    <a:pt x="2798160" y="165449"/>
                  </a:lnTo>
                  <a:lnTo>
                    <a:pt x="2797683" y="163544"/>
                  </a:lnTo>
                  <a:lnTo>
                    <a:pt x="2797874" y="163544"/>
                  </a:lnTo>
                  <a:lnTo>
                    <a:pt x="2798255" y="163163"/>
                  </a:lnTo>
                  <a:lnTo>
                    <a:pt x="2798636" y="162592"/>
                  </a:lnTo>
                  <a:lnTo>
                    <a:pt x="2798826" y="162115"/>
                  </a:lnTo>
                  <a:lnTo>
                    <a:pt x="2798731" y="161639"/>
                  </a:lnTo>
                  <a:lnTo>
                    <a:pt x="2798255" y="160877"/>
                  </a:lnTo>
                  <a:lnTo>
                    <a:pt x="2798160" y="160401"/>
                  </a:lnTo>
                  <a:lnTo>
                    <a:pt x="2795493" y="159544"/>
                  </a:lnTo>
                  <a:lnTo>
                    <a:pt x="2794730" y="158877"/>
                  </a:lnTo>
                  <a:lnTo>
                    <a:pt x="2784062" y="138303"/>
                  </a:lnTo>
                  <a:lnTo>
                    <a:pt x="2783681" y="136969"/>
                  </a:lnTo>
                  <a:lnTo>
                    <a:pt x="2784062" y="135160"/>
                  </a:lnTo>
                  <a:lnTo>
                    <a:pt x="2785110" y="134017"/>
                  </a:lnTo>
                  <a:lnTo>
                    <a:pt x="2786444" y="133445"/>
                  </a:lnTo>
                  <a:lnTo>
                    <a:pt x="2787682" y="133160"/>
                  </a:lnTo>
                  <a:lnTo>
                    <a:pt x="2787682" y="132588"/>
                  </a:lnTo>
                  <a:lnTo>
                    <a:pt x="2787968" y="131540"/>
                  </a:lnTo>
                  <a:lnTo>
                    <a:pt x="2789587" y="127159"/>
                  </a:lnTo>
                  <a:lnTo>
                    <a:pt x="2789873" y="125635"/>
                  </a:lnTo>
                  <a:lnTo>
                    <a:pt x="2788539" y="123730"/>
                  </a:lnTo>
                  <a:lnTo>
                    <a:pt x="2786539" y="122968"/>
                  </a:lnTo>
                  <a:lnTo>
                    <a:pt x="2784444" y="122587"/>
                  </a:lnTo>
                  <a:lnTo>
                    <a:pt x="2779014" y="120396"/>
                  </a:lnTo>
                  <a:lnTo>
                    <a:pt x="2778062" y="120206"/>
                  </a:lnTo>
                  <a:lnTo>
                    <a:pt x="2777204" y="119634"/>
                  </a:lnTo>
                  <a:lnTo>
                    <a:pt x="2776823" y="118396"/>
                  </a:lnTo>
                  <a:lnTo>
                    <a:pt x="2777014" y="117157"/>
                  </a:lnTo>
                  <a:lnTo>
                    <a:pt x="2781205" y="114014"/>
                  </a:lnTo>
                  <a:lnTo>
                    <a:pt x="2783681" y="113062"/>
                  </a:lnTo>
                  <a:lnTo>
                    <a:pt x="2782729" y="112014"/>
                  </a:lnTo>
                  <a:lnTo>
                    <a:pt x="2778728" y="110681"/>
                  </a:lnTo>
                  <a:lnTo>
                    <a:pt x="2777204" y="109538"/>
                  </a:lnTo>
                  <a:lnTo>
                    <a:pt x="2778728" y="106013"/>
                  </a:lnTo>
                  <a:lnTo>
                    <a:pt x="2779110" y="104394"/>
                  </a:lnTo>
                  <a:lnTo>
                    <a:pt x="2778728" y="103156"/>
                  </a:lnTo>
                  <a:lnTo>
                    <a:pt x="2777109" y="100870"/>
                  </a:lnTo>
                  <a:lnTo>
                    <a:pt x="2776252" y="99346"/>
                  </a:lnTo>
                  <a:lnTo>
                    <a:pt x="2775871" y="98107"/>
                  </a:lnTo>
                  <a:lnTo>
                    <a:pt x="2774919" y="96869"/>
                  </a:lnTo>
                  <a:lnTo>
                    <a:pt x="2773395" y="96679"/>
                  </a:lnTo>
                  <a:lnTo>
                    <a:pt x="2771775" y="96774"/>
                  </a:lnTo>
                  <a:lnTo>
                    <a:pt x="2770918" y="96583"/>
                  </a:lnTo>
                  <a:lnTo>
                    <a:pt x="2770918" y="94869"/>
                  </a:lnTo>
                  <a:lnTo>
                    <a:pt x="2771394" y="92678"/>
                  </a:lnTo>
                  <a:lnTo>
                    <a:pt x="2771489" y="90773"/>
                  </a:lnTo>
                  <a:lnTo>
                    <a:pt x="2769299" y="89535"/>
                  </a:lnTo>
                  <a:lnTo>
                    <a:pt x="2764727" y="85534"/>
                  </a:lnTo>
                  <a:lnTo>
                    <a:pt x="2763965" y="85344"/>
                  </a:lnTo>
                  <a:lnTo>
                    <a:pt x="2763679" y="86011"/>
                  </a:lnTo>
                  <a:lnTo>
                    <a:pt x="2763488" y="87058"/>
                  </a:lnTo>
                  <a:lnTo>
                    <a:pt x="2763012" y="87440"/>
                  </a:lnTo>
                  <a:lnTo>
                    <a:pt x="2762441" y="87535"/>
                  </a:lnTo>
                  <a:lnTo>
                    <a:pt x="2761869" y="87820"/>
                  </a:lnTo>
                  <a:lnTo>
                    <a:pt x="2760917" y="87630"/>
                  </a:lnTo>
                  <a:lnTo>
                    <a:pt x="2759964" y="86106"/>
                  </a:lnTo>
                  <a:lnTo>
                    <a:pt x="2759202" y="84011"/>
                  </a:lnTo>
                  <a:lnTo>
                    <a:pt x="2759012" y="82201"/>
                  </a:lnTo>
                  <a:lnTo>
                    <a:pt x="2759488" y="80296"/>
                  </a:lnTo>
                  <a:lnTo>
                    <a:pt x="2760536" y="79248"/>
                  </a:lnTo>
                  <a:lnTo>
                    <a:pt x="2761869" y="78772"/>
                  </a:lnTo>
                  <a:lnTo>
                    <a:pt x="2763203" y="78677"/>
                  </a:lnTo>
                  <a:lnTo>
                    <a:pt x="2764060" y="78010"/>
                  </a:lnTo>
                  <a:lnTo>
                    <a:pt x="2763679" y="76581"/>
                  </a:lnTo>
                  <a:lnTo>
                    <a:pt x="2762250" y="73914"/>
                  </a:lnTo>
                  <a:lnTo>
                    <a:pt x="2763012" y="73057"/>
                  </a:lnTo>
                  <a:lnTo>
                    <a:pt x="2763870" y="72485"/>
                  </a:lnTo>
                  <a:lnTo>
                    <a:pt x="2765870" y="71628"/>
                  </a:lnTo>
                  <a:lnTo>
                    <a:pt x="2765012" y="69818"/>
                  </a:lnTo>
                  <a:lnTo>
                    <a:pt x="2763870" y="69152"/>
                  </a:lnTo>
                  <a:lnTo>
                    <a:pt x="2761298" y="69247"/>
                  </a:lnTo>
                  <a:lnTo>
                    <a:pt x="2760726" y="69532"/>
                  </a:lnTo>
                  <a:lnTo>
                    <a:pt x="2759583" y="70771"/>
                  </a:lnTo>
                  <a:lnTo>
                    <a:pt x="2759107" y="70771"/>
                  </a:lnTo>
                  <a:lnTo>
                    <a:pt x="2753297" y="63437"/>
                  </a:lnTo>
                  <a:lnTo>
                    <a:pt x="2752916" y="62865"/>
                  </a:lnTo>
                  <a:lnTo>
                    <a:pt x="2752725" y="62103"/>
                  </a:lnTo>
                  <a:lnTo>
                    <a:pt x="2752725" y="61246"/>
                  </a:lnTo>
                  <a:lnTo>
                    <a:pt x="2752916" y="60674"/>
                  </a:lnTo>
                  <a:lnTo>
                    <a:pt x="2753011" y="60103"/>
                  </a:lnTo>
                  <a:lnTo>
                    <a:pt x="2752630" y="59150"/>
                  </a:lnTo>
                  <a:lnTo>
                    <a:pt x="2751582" y="58483"/>
                  </a:lnTo>
                  <a:lnTo>
                    <a:pt x="2746248" y="59436"/>
                  </a:lnTo>
                  <a:lnTo>
                    <a:pt x="2743867" y="60674"/>
                  </a:lnTo>
                  <a:lnTo>
                    <a:pt x="2742629" y="60960"/>
                  </a:lnTo>
                  <a:lnTo>
                    <a:pt x="2741486" y="60389"/>
                  </a:lnTo>
                  <a:lnTo>
                    <a:pt x="2741486" y="58960"/>
                  </a:lnTo>
                  <a:lnTo>
                    <a:pt x="2742248" y="57341"/>
                  </a:lnTo>
                  <a:lnTo>
                    <a:pt x="2743200" y="56102"/>
                  </a:lnTo>
                  <a:lnTo>
                    <a:pt x="2743677" y="55817"/>
                  </a:lnTo>
                  <a:lnTo>
                    <a:pt x="2744820" y="55435"/>
                  </a:lnTo>
                  <a:lnTo>
                    <a:pt x="2745296" y="54959"/>
                  </a:lnTo>
                  <a:lnTo>
                    <a:pt x="2745486" y="54388"/>
                  </a:lnTo>
                  <a:lnTo>
                    <a:pt x="2745962" y="51911"/>
                  </a:lnTo>
                  <a:lnTo>
                    <a:pt x="2743105" y="49816"/>
                  </a:lnTo>
                  <a:lnTo>
                    <a:pt x="2741581" y="48292"/>
                  </a:lnTo>
                  <a:lnTo>
                    <a:pt x="2740914" y="46292"/>
                  </a:lnTo>
                  <a:lnTo>
                    <a:pt x="2740057" y="44863"/>
                  </a:lnTo>
                  <a:lnTo>
                    <a:pt x="2738057" y="45148"/>
                  </a:lnTo>
                  <a:lnTo>
                    <a:pt x="2734723" y="46577"/>
                  </a:lnTo>
                  <a:lnTo>
                    <a:pt x="2733580" y="45815"/>
                  </a:lnTo>
                  <a:lnTo>
                    <a:pt x="2732342" y="42958"/>
                  </a:lnTo>
                  <a:lnTo>
                    <a:pt x="2731294" y="42291"/>
                  </a:lnTo>
                  <a:lnTo>
                    <a:pt x="2729770" y="41910"/>
                  </a:lnTo>
                  <a:lnTo>
                    <a:pt x="2713958" y="32099"/>
                  </a:lnTo>
                  <a:lnTo>
                    <a:pt x="2711101" y="31623"/>
                  </a:lnTo>
                  <a:lnTo>
                    <a:pt x="2708244" y="31718"/>
                  </a:lnTo>
                  <a:lnTo>
                    <a:pt x="2703386" y="33338"/>
                  </a:lnTo>
                  <a:lnTo>
                    <a:pt x="2702243" y="34100"/>
                  </a:lnTo>
                  <a:lnTo>
                    <a:pt x="2701290" y="35243"/>
                  </a:lnTo>
                  <a:lnTo>
                    <a:pt x="2701195" y="36862"/>
                  </a:lnTo>
                  <a:lnTo>
                    <a:pt x="2701862" y="38576"/>
                  </a:lnTo>
                  <a:lnTo>
                    <a:pt x="2702052" y="40005"/>
                  </a:lnTo>
                  <a:lnTo>
                    <a:pt x="2700719" y="40862"/>
                  </a:lnTo>
                  <a:lnTo>
                    <a:pt x="2699576" y="40386"/>
                  </a:lnTo>
                  <a:lnTo>
                    <a:pt x="2698242" y="37433"/>
                  </a:lnTo>
                  <a:lnTo>
                    <a:pt x="2697195" y="36767"/>
                  </a:lnTo>
                  <a:lnTo>
                    <a:pt x="2694337" y="37433"/>
                  </a:lnTo>
                  <a:lnTo>
                    <a:pt x="2692908" y="37338"/>
                  </a:lnTo>
                  <a:lnTo>
                    <a:pt x="2691765" y="36100"/>
                  </a:lnTo>
                  <a:lnTo>
                    <a:pt x="2691670" y="35433"/>
                  </a:lnTo>
                  <a:lnTo>
                    <a:pt x="2691765" y="34862"/>
                  </a:lnTo>
                  <a:lnTo>
                    <a:pt x="2691765" y="34195"/>
                  </a:lnTo>
                  <a:lnTo>
                    <a:pt x="2691384" y="33338"/>
                  </a:lnTo>
                  <a:lnTo>
                    <a:pt x="2690908" y="32861"/>
                  </a:lnTo>
                  <a:lnTo>
                    <a:pt x="2689479" y="32004"/>
                  </a:lnTo>
                  <a:lnTo>
                    <a:pt x="2688908" y="31909"/>
                  </a:lnTo>
                  <a:lnTo>
                    <a:pt x="2683002" y="31909"/>
                  </a:lnTo>
                  <a:lnTo>
                    <a:pt x="2681573" y="31623"/>
                  </a:lnTo>
                  <a:lnTo>
                    <a:pt x="2679097" y="30385"/>
                  </a:lnTo>
                  <a:lnTo>
                    <a:pt x="2676716" y="29718"/>
                  </a:lnTo>
                  <a:lnTo>
                    <a:pt x="2675478" y="28766"/>
                  </a:lnTo>
                  <a:lnTo>
                    <a:pt x="2674239" y="27622"/>
                  </a:lnTo>
                  <a:lnTo>
                    <a:pt x="2673287" y="26480"/>
                  </a:lnTo>
                  <a:lnTo>
                    <a:pt x="2672429" y="23527"/>
                  </a:lnTo>
                  <a:lnTo>
                    <a:pt x="2672239" y="23241"/>
                  </a:lnTo>
                  <a:lnTo>
                    <a:pt x="2671382" y="21527"/>
                  </a:lnTo>
                  <a:lnTo>
                    <a:pt x="2670810" y="19526"/>
                  </a:lnTo>
                  <a:lnTo>
                    <a:pt x="2669858" y="18383"/>
                  </a:lnTo>
                  <a:lnTo>
                    <a:pt x="2668715" y="17431"/>
                  </a:lnTo>
                  <a:lnTo>
                    <a:pt x="2667667" y="16859"/>
                  </a:lnTo>
                  <a:lnTo>
                    <a:pt x="2666429" y="16764"/>
                  </a:lnTo>
                  <a:lnTo>
                    <a:pt x="2665000" y="17145"/>
                  </a:lnTo>
                  <a:lnTo>
                    <a:pt x="2663762" y="17907"/>
                  </a:lnTo>
                  <a:lnTo>
                    <a:pt x="2662809" y="18955"/>
                  </a:lnTo>
                  <a:lnTo>
                    <a:pt x="2661857" y="19431"/>
                  </a:lnTo>
                  <a:lnTo>
                    <a:pt x="2660714" y="18479"/>
                  </a:lnTo>
                  <a:lnTo>
                    <a:pt x="2659095" y="16193"/>
                  </a:lnTo>
                  <a:lnTo>
                    <a:pt x="2658428" y="15716"/>
                  </a:lnTo>
                  <a:lnTo>
                    <a:pt x="2657094" y="15240"/>
                  </a:lnTo>
                  <a:lnTo>
                    <a:pt x="2656428" y="14573"/>
                  </a:lnTo>
                  <a:lnTo>
                    <a:pt x="2656046" y="13907"/>
                  </a:lnTo>
                  <a:lnTo>
                    <a:pt x="2654999" y="11525"/>
                  </a:lnTo>
                  <a:lnTo>
                    <a:pt x="2653951" y="10287"/>
                  </a:lnTo>
                  <a:lnTo>
                    <a:pt x="2648998" y="7334"/>
                  </a:lnTo>
                  <a:lnTo>
                    <a:pt x="2647569" y="6763"/>
                  </a:lnTo>
                  <a:lnTo>
                    <a:pt x="2641378" y="6001"/>
                  </a:lnTo>
                  <a:lnTo>
                    <a:pt x="2639759" y="5429"/>
                  </a:lnTo>
                  <a:lnTo>
                    <a:pt x="2638520" y="4572"/>
                  </a:lnTo>
                  <a:lnTo>
                    <a:pt x="2636520" y="1810"/>
                  </a:lnTo>
                  <a:lnTo>
                    <a:pt x="2635187" y="762"/>
                  </a:lnTo>
                  <a:lnTo>
                    <a:pt x="2634044" y="1238"/>
                  </a:lnTo>
                  <a:lnTo>
                    <a:pt x="2632424" y="4191"/>
                  </a:lnTo>
                  <a:lnTo>
                    <a:pt x="2631472" y="5048"/>
                  </a:lnTo>
                  <a:lnTo>
                    <a:pt x="2630329" y="4572"/>
                  </a:lnTo>
                  <a:lnTo>
                    <a:pt x="2630996" y="3429"/>
                  </a:lnTo>
                  <a:lnTo>
                    <a:pt x="2631377" y="3048"/>
                  </a:lnTo>
                  <a:lnTo>
                    <a:pt x="2631758" y="2762"/>
                  </a:lnTo>
                  <a:lnTo>
                    <a:pt x="2631091" y="1524"/>
                  </a:lnTo>
                  <a:lnTo>
                    <a:pt x="2629948" y="857"/>
                  </a:lnTo>
                  <a:lnTo>
                    <a:pt x="2628900" y="1048"/>
                  </a:lnTo>
                  <a:lnTo>
                    <a:pt x="2628424" y="2477"/>
                  </a:lnTo>
                  <a:lnTo>
                    <a:pt x="2628424" y="4096"/>
                  </a:lnTo>
                  <a:lnTo>
                    <a:pt x="2628233" y="4763"/>
                  </a:lnTo>
                  <a:lnTo>
                    <a:pt x="2627662" y="4667"/>
                  </a:lnTo>
                  <a:lnTo>
                    <a:pt x="2625566" y="3143"/>
                  </a:lnTo>
                  <a:lnTo>
                    <a:pt x="2624995" y="2857"/>
                  </a:lnTo>
                  <a:lnTo>
                    <a:pt x="2622899" y="2477"/>
                  </a:lnTo>
                  <a:lnTo>
                    <a:pt x="2622233" y="2191"/>
                  </a:lnTo>
                  <a:lnTo>
                    <a:pt x="2620804" y="762"/>
                  </a:lnTo>
                  <a:lnTo>
                    <a:pt x="2619185" y="191"/>
                  </a:lnTo>
                  <a:lnTo>
                    <a:pt x="2617470" y="0"/>
                  </a:lnTo>
                  <a:lnTo>
                    <a:pt x="2616137" y="191"/>
                  </a:lnTo>
                  <a:lnTo>
                    <a:pt x="2615184" y="857"/>
                  </a:lnTo>
                  <a:lnTo>
                    <a:pt x="2613565" y="2857"/>
                  </a:lnTo>
                  <a:lnTo>
                    <a:pt x="2612327" y="3524"/>
                  </a:lnTo>
                  <a:lnTo>
                    <a:pt x="2611470" y="4763"/>
                  </a:lnTo>
                  <a:lnTo>
                    <a:pt x="2610898" y="5048"/>
                  </a:lnTo>
                  <a:lnTo>
                    <a:pt x="2602992" y="5524"/>
                  </a:lnTo>
                  <a:lnTo>
                    <a:pt x="2595468" y="8477"/>
                  </a:lnTo>
                  <a:lnTo>
                    <a:pt x="2574989" y="9334"/>
                  </a:lnTo>
                  <a:lnTo>
                    <a:pt x="2572607" y="10382"/>
                  </a:lnTo>
                  <a:lnTo>
                    <a:pt x="2571369" y="10478"/>
                  </a:lnTo>
                  <a:lnTo>
                    <a:pt x="2570226" y="9525"/>
                  </a:lnTo>
                  <a:lnTo>
                    <a:pt x="2569083" y="7906"/>
                  </a:lnTo>
                  <a:lnTo>
                    <a:pt x="2568036" y="6858"/>
                  </a:lnTo>
                  <a:lnTo>
                    <a:pt x="2566893" y="6477"/>
                  </a:lnTo>
                  <a:lnTo>
                    <a:pt x="2565654" y="6763"/>
                  </a:lnTo>
                  <a:lnTo>
                    <a:pt x="2562035" y="8382"/>
                  </a:lnTo>
                  <a:lnTo>
                    <a:pt x="2558987" y="8763"/>
                  </a:lnTo>
                  <a:lnTo>
                    <a:pt x="2557844" y="9430"/>
                  </a:lnTo>
                  <a:lnTo>
                    <a:pt x="2555748" y="11430"/>
                  </a:lnTo>
                  <a:lnTo>
                    <a:pt x="2554320" y="12192"/>
                  </a:lnTo>
                  <a:lnTo>
                    <a:pt x="2551367" y="12192"/>
                  </a:lnTo>
                  <a:lnTo>
                    <a:pt x="2544223" y="12097"/>
                  </a:lnTo>
                  <a:lnTo>
                    <a:pt x="2531174" y="16097"/>
                  </a:lnTo>
                  <a:lnTo>
                    <a:pt x="2524411" y="20955"/>
                  </a:lnTo>
                  <a:lnTo>
                    <a:pt x="2521649" y="21812"/>
                  </a:lnTo>
                  <a:lnTo>
                    <a:pt x="2519268" y="22098"/>
                  </a:lnTo>
                  <a:lnTo>
                    <a:pt x="2518886" y="22098"/>
                  </a:lnTo>
                  <a:lnTo>
                    <a:pt x="2516315" y="21431"/>
                  </a:lnTo>
                  <a:lnTo>
                    <a:pt x="2515457" y="21431"/>
                  </a:lnTo>
                  <a:lnTo>
                    <a:pt x="2514791" y="21717"/>
                  </a:lnTo>
                  <a:lnTo>
                    <a:pt x="2513267" y="23241"/>
                  </a:lnTo>
                  <a:lnTo>
                    <a:pt x="2510790" y="24575"/>
                  </a:lnTo>
                  <a:lnTo>
                    <a:pt x="2508123" y="25432"/>
                  </a:lnTo>
                  <a:lnTo>
                    <a:pt x="2505361" y="25622"/>
                  </a:lnTo>
                  <a:lnTo>
                    <a:pt x="2500218" y="24289"/>
                  </a:lnTo>
                  <a:lnTo>
                    <a:pt x="2490693" y="25146"/>
                  </a:lnTo>
                  <a:lnTo>
                    <a:pt x="2489169" y="25718"/>
                  </a:lnTo>
                  <a:lnTo>
                    <a:pt x="2488121" y="26765"/>
                  </a:lnTo>
                  <a:lnTo>
                    <a:pt x="2488311" y="28289"/>
                  </a:lnTo>
                  <a:lnTo>
                    <a:pt x="2487930" y="29146"/>
                  </a:lnTo>
                  <a:lnTo>
                    <a:pt x="2484120" y="31623"/>
                  </a:lnTo>
                  <a:lnTo>
                    <a:pt x="2482120" y="33528"/>
                  </a:lnTo>
                  <a:lnTo>
                    <a:pt x="2478881" y="38957"/>
                  </a:lnTo>
                  <a:lnTo>
                    <a:pt x="2476881" y="41243"/>
                  </a:lnTo>
                  <a:lnTo>
                    <a:pt x="2472309" y="44863"/>
                  </a:lnTo>
                  <a:lnTo>
                    <a:pt x="2468213" y="49054"/>
                  </a:lnTo>
                  <a:lnTo>
                    <a:pt x="2465165" y="53531"/>
                  </a:lnTo>
                  <a:lnTo>
                    <a:pt x="2463546" y="55055"/>
                  </a:lnTo>
                  <a:lnTo>
                    <a:pt x="2463165" y="55626"/>
                  </a:lnTo>
                  <a:lnTo>
                    <a:pt x="2462784" y="56483"/>
                  </a:lnTo>
                  <a:lnTo>
                    <a:pt x="2462594" y="57150"/>
                  </a:lnTo>
                  <a:lnTo>
                    <a:pt x="2462308" y="57817"/>
                  </a:lnTo>
                  <a:lnTo>
                    <a:pt x="2461736" y="58579"/>
                  </a:lnTo>
                  <a:lnTo>
                    <a:pt x="2460498" y="59245"/>
                  </a:lnTo>
                  <a:lnTo>
                    <a:pt x="2459927" y="59722"/>
                  </a:lnTo>
                  <a:lnTo>
                    <a:pt x="2459641" y="60674"/>
                  </a:lnTo>
                  <a:lnTo>
                    <a:pt x="2459355" y="61436"/>
                  </a:lnTo>
                  <a:lnTo>
                    <a:pt x="2458688" y="62103"/>
                  </a:lnTo>
                  <a:lnTo>
                    <a:pt x="2457927" y="62579"/>
                  </a:lnTo>
                  <a:lnTo>
                    <a:pt x="2456212" y="63246"/>
                  </a:lnTo>
                  <a:lnTo>
                    <a:pt x="2454021" y="65627"/>
                  </a:lnTo>
                  <a:lnTo>
                    <a:pt x="2452878" y="66389"/>
                  </a:lnTo>
                  <a:lnTo>
                    <a:pt x="2448116" y="68675"/>
                  </a:lnTo>
                  <a:lnTo>
                    <a:pt x="2446401" y="70676"/>
                  </a:lnTo>
                  <a:lnTo>
                    <a:pt x="2447068" y="72962"/>
                  </a:lnTo>
                  <a:lnTo>
                    <a:pt x="2446973" y="73914"/>
                  </a:lnTo>
                  <a:lnTo>
                    <a:pt x="2447354" y="75533"/>
                  </a:lnTo>
                  <a:lnTo>
                    <a:pt x="2447449" y="76581"/>
                  </a:lnTo>
                  <a:lnTo>
                    <a:pt x="2446211" y="79153"/>
                  </a:lnTo>
                  <a:lnTo>
                    <a:pt x="2446020" y="79915"/>
                  </a:lnTo>
                  <a:lnTo>
                    <a:pt x="2445925" y="81629"/>
                  </a:lnTo>
                  <a:lnTo>
                    <a:pt x="2446115" y="82868"/>
                  </a:lnTo>
                  <a:lnTo>
                    <a:pt x="2446592" y="83915"/>
                  </a:lnTo>
                  <a:lnTo>
                    <a:pt x="2447354" y="85058"/>
                  </a:lnTo>
                  <a:lnTo>
                    <a:pt x="2448592" y="86011"/>
                  </a:lnTo>
                  <a:lnTo>
                    <a:pt x="2450402" y="86487"/>
                  </a:lnTo>
                  <a:lnTo>
                    <a:pt x="2453736" y="86582"/>
                  </a:lnTo>
                  <a:lnTo>
                    <a:pt x="2454878" y="86106"/>
                  </a:lnTo>
                  <a:lnTo>
                    <a:pt x="2457164" y="84582"/>
                  </a:lnTo>
                  <a:lnTo>
                    <a:pt x="2458117" y="84296"/>
                  </a:lnTo>
                  <a:lnTo>
                    <a:pt x="2463737" y="83725"/>
                  </a:lnTo>
                  <a:lnTo>
                    <a:pt x="2464880" y="83344"/>
                  </a:lnTo>
                  <a:lnTo>
                    <a:pt x="2466975" y="82106"/>
                  </a:lnTo>
                  <a:lnTo>
                    <a:pt x="2468213" y="81820"/>
                  </a:lnTo>
                  <a:lnTo>
                    <a:pt x="2468785" y="82106"/>
                  </a:lnTo>
                  <a:lnTo>
                    <a:pt x="2470214" y="83725"/>
                  </a:lnTo>
                  <a:lnTo>
                    <a:pt x="2472690" y="84868"/>
                  </a:lnTo>
                  <a:lnTo>
                    <a:pt x="2476310" y="87440"/>
                  </a:lnTo>
                  <a:lnTo>
                    <a:pt x="2478691" y="88011"/>
                  </a:lnTo>
                  <a:lnTo>
                    <a:pt x="2481453" y="89440"/>
                  </a:lnTo>
                  <a:lnTo>
                    <a:pt x="2482311" y="90107"/>
                  </a:lnTo>
                  <a:lnTo>
                    <a:pt x="2481453" y="92202"/>
                  </a:lnTo>
                  <a:lnTo>
                    <a:pt x="2481263" y="92964"/>
                  </a:lnTo>
                  <a:lnTo>
                    <a:pt x="2481263" y="93917"/>
                  </a:lnTo>
                  <a:lnTo>
                    <a:pt x="2481168" y="94679"/>
                  </a:lnTo>
                  <a:lnTo>
                    <a:pt x="2480691" y="95917"/>
                  </a:lnTo>
                  <a:lnTo>
                    <a:pt x="2480596" y="96298"/>
                  </a:lnTo>
                  <a:lnTo>
                    <a:pt x="2480596" y="98965"/>
                  </a:lnTo>
                  <a:lnTo>
                    <a:pt x="2480120" y="100394"/>
                  </a:lnTo>
                  <a:lnTo>
                    <a:pt x="2478977" y="102489"/>
                  </a:lnTo>
                  <a:lnTo>
                    <a:pt x="2478786" y="104013"/>
                  </a:lnTo>
                  <a:lnTo>
                    <a:pt x="2478596" y="104775"/>
                  </a:lnTo>
                  <a:lnTo>
                    <a:pt x="2478120" y="105346"/>
                  </a:lnTo>
                  <a:lnTo>
                    <a:pt x="2477643" y="105728"/>
                  </a:lnTo>
                  <a:lnTo>
                    <a:pt x="2477357" y="106013"/>
                  </a:lnTo>
                  <a:lnTo>
                    <a:pt x="2477262" y="106966"/>
                  </a:lnTo>
                  <a:lnTo>
                    <a:pt x="2477453" y="107442"/>
                  </a:lnTo>
                  <a:lnTo>
                    <a:pt x="2477643" y="107918"/>
                  </a:lnTo>
                  <a:lnTo>
                    <a:pt x="2477738" y="108680"/>
                  </a:lnTo>
                  <a:lnTo>
                    <a:pt x="2478786" y="110966"/>
                  </a:lnTo>
                  <a:lnTo>
                    <a:pt x="2483168" y="114586"/>
                  </a:lnTo>
                  <a:lnTo>
                    <a:pt x="2484215" y="116205"/>
                  </a:lnTo>
                  <a:lnTo>
                    <a:pt x="2484120" y="117062"/>
                  </a:lnTo>
                  <a:lnTo>
                    <a:pt x="2483835" y="118396"/>
                  </a:lnTo>
                  <a:lnTo>
                    <a:pt x="2483739" y="119158"/>
                  </a:lnTo>
                  <a:lnTo>
                    <a:pt x="2483835" y="119920"/>
                  </a:lnTo>
                  <a:lnTo>
                    <a:pt x="2484501" y="121158"/>
                  </a:lnTo>
                  <a:lnTo>
                    <a:pt x="2484787" y="121825"/>
                  </a:lnTo>
                  <a:lnTo>
                    <a:pt x="2485073" y="122396"/>
                  </a:lnTo>
                  <a:lnTo>
                    <a:pt x="2485358" y="122682"/>
                  </a:lnTo>
                  <a:lnTo>
                    <a:pt x="2485358" y="123063"/>
                  </a:lnTo>
                  <a:lnTo>
                    <a:pt x="2484882" y="123920"/>
                  </a:lnTo>
                  <a:lnTo>
                    <a:pt x="2484692" y="124587"/>
                  </a:lnTo>
                  <a:lnTo>
                    <a:pt x="2484692" y="125349"/>
                  </a:lnTo>
                  <a:lnTo>
                    <a:pt x="2484882" y="126016"/>
                  </a:lnTo>
                  <a:lnTo>
                    <a:pt x="2485168" y="126587"/>
                  </a:lnTo>
                  <a:lnTo>
                    <a:pt x="2484501" y="127349"/>
                  </a:lnTo>
                  <a:lnTo>
                    <a:pt x="2483739" y="129254"/>
                  </a:lnTo>
                  <a:lnTo>
                    <a:pt x="2483358" y="130112"/>
                  </a:lnTo>
                  <a:lnTo>
                    <a:pt x="2482691" y="130683"/>
                  </a:lnTo>
                  <a:lnTo>
                    <a:pt x="2481929" y="130969"/>
                  </a:lnTo>
                  <a:lnTo>
                    <a:pt x="2481263" y="131445"/>
                  </a:lnTo>
                  <a:lnTo>
                    <a:pt x="2480786" y="132493"/>
                  </a:lnTo>
                  <a:lnTo>
                    <a:pt x="2480786" y="133731"/>
                  </a:lnTo>
                  <a:lnTo>
                    <a:pt x="2481072" y="134684"/>
                  </a:lnTo>
                  <a:lnTo>
                    <a:pt x="2481453" y="135541"/>
                  </a:lnTo>
                  <a:lnTo>
                    <a:pt x="2481644" y="136493"/>
                  </a:lnTo>
                  <a:lnTo>
                    <a:pt x="2481644" y="137636"/>
                  </a:lnTo>
                  <a:lnTo>
                    <a:pt x="2481358" y="138303"/>
                  </a:lnTo>
                  <a:lnTo>
                    <a:pt x="2480215" y="140017"/>
                  </a:lnTo>
                  <a:lnTo>
                    <a:pt x="2479072" y="142970"/>
                  </a:lnTo>
                  <a:lnTo>
                    <a:pt x="2478310" y="144209"/>
                  </a:lnTo>
                  <a:lnTo>
                    <a:pt x="2477072" y="144685"/>
                  </a:lnTo>
                  <a:lnTo>
                    <a:pt x="2474690" y="144494"/>
                  </a:lnTo>
                  <a:lnTo>
                    <a:pt x="2474024" y="144685"/>
                  </a:lnTo>
                  <a:lnTo>
                    <a:pt x="2473452" y="145256"/>
                  </a:lnTo>
                  <a:lnTo>
                    <a:pt x="2473071" y="145923"/>
                  </a:lnTo>
                  <a:lnTo>
                    <a:pt x="2472595" y="146590"/>
                  </a:lnTo>
                  <a:lnTo>
                    <a:pt x="2471833" y="147066"/>
                  </a:lnTo>
                  <a:lnTo>
                    <a:pt x="2471071" y="147161"/>
                  </a:lnTo>
                  <a:lnTo>
                    <a:pt x="2470595" y="147066"/>
                  </a:lnTo>
                  <a:lnTo>
                    <a:pt x="2470119" y="147161"/>
                  </a:lnTo>
                  <a:lnTo>
                    <a:pt x="2469452" y="147923"/>
                  </a:lnTo>
                  <a:lnTo>
                    <a:pt x="2469166" y="148590"/>
                  </a:lnTo>
                  <a:lnTo>
                    <a:pt x="2468976" y="149447"/>
                  </a:lnTo>
                  <a:lnTo>
                    <a:pt x="2468595" y="150209"/>
                  </a:lnTo>
                  <a:lnTo>
                    <a:pt x="2468023" y="150495"/>
                  </a:lnTo>
                  <a:lnTo>
                    <a:pt x="2466594" y="150686"/>
                  </a:lnTo>
                  <a:lnTo>
                    <a:pt x="2465546" y="151352"/>
                  </a:lnTo>
                  <a:lnTo>
                    <a:pt x="2463737" y="153353"/>
                  </a:lnTo>
                  <a:lnTo>
                    <a:pt x="2460879" y="155543"/>
                  </a:lnTo>
                  <a:lnTo>
                    <a:pt x="2453640" y="163449"/>
                  </a:lnTo>
                  <a:lnTo>
                    <a:pt x="2452783" y="164687"/>
                  </a:lnTo>
                  <a:lnTo>
                    <a:pt x="2452116" y="165068"/>
                  </a:lnTo>
                  <a:lnTo>
                    <a:pt x="2450497" y="164783"/>
                  </a:lnTo>
                  <a:lnTo>
                    <a:pt x="2449735" y="164973"/>
                  </a:lnTo>
                  <a:lnTo>
                    <a:pt x="2449354" y="165449"/>
                  </a:lnTo>
                  <a:lnTo>
                    <a:pt x="2448592" y="166783"/>
                  </a:lnTo>
                  <a:lnTo>
                    <a:pt x="2447449" y="169259"/>
                  </a:lnTo>
                  <a:lnTo>
                    <a:pt x="2446973" y="170783"/>
                  </a:lnTo>
                  <a:lnTo>
                    <a:pt x="2446782" y="172403"/>
                  </a:lnTo>
                  <a:lnTo>
                    <a:pt x="2446782" y="174498"/>
                  </a:lnTo>
                  <a:lnTo>
                    <a:pt x="2446211" y="175641"/>
                  </a:lnTo>
                  <a:lnTo>
                    <a:pt x="2443544" y="178594"/>
                  </a:lnTo>
                  <a:lnTo>
                    <a:pt x="2442782" y="179927"/>
                  </a:lnTo>
                  <a:lnTo>
                    <a:pt x="2442591" y="181832"/>
                  </a:lnTo>
                  <a:lnTo>
                    <a:pt x="2442972" y="182785"/>
                  </a:lnTo>
                  <a:lnTo>
                    <a:pt x="2443068" y="183642"/>
                  </a:lnTo>
                  <a:lnTo>
                    <a:pt x="2442210" y="185357"/>
                  </a:lnTo>
                  <a:lnTo>
                    <a:pt x="2441829" y="186118"/>
                  </a:lnTo>
                  <a:lnTo>
                    <a:pt x="2441639" y="186785"/>
                  </a:lnTo>
                  <a:lnTo>
                    <a:pt x="2441448" y="187357"/>
                  </a:lnTo>
                  <a:lnTo>
                    <a:pt x="2440972" y="187928"/>
                  </a:lnTo>
                  <a:lnTo>
                    <a:pt x="2438495" y="188500"/>
                  </a:lnTo>
                  <a:lnTo>
                    <a:pt x="2438781" y="189643"/>
                  </a:lnTo>
                  <a:lnTo>
                    <a:pt x="2439448" y="191357"/>
                  </a:lnTo>
                  <a:lnTo>
                    <a:pt x="2439638" y="192977"/>
                  </a:lnTo>
                  <a:lnTo>
                    <a:pt x="2438400" y="193643"/>
                  </a:lnTo>
                  <a:lnTo>
                    <a:pt x="2437924" y="194024"/>
                  </a:lnTo>
                  <a:lnTo>
                    <a:pt x="2436686" y="196501"/>
                  </a:lnTo>
                  <a:lnTo>
                    <a:pt x="2436114" y="196882"/>
                  </a:lnTo>
                  <a:lnTo>
                    <a:pt x="2434971" y="197263"/>
                  </a:lnTo>
                  <a:lnTo>
                    <a:pt x="2434495" y="197644"/>
                  </a:lnTo>
                  <a:lnTo>
                    <a:pt x="2434304" y="198120"/>
                  </a:lnTo>
                  <a:lnTo>
                    <a:pt x="2433733" y="200215"/>
                  </a:lnTo>
                  <a:lnTo>
                    <a:pt x="2433923" y="201168"/>
                  </a:lnTo>
                  <a:lnTo>
                    <a:pt x="2434209" y="202025"/>
                  </a:lnTo>
                  <a:lnTo>
                    <a:pt x="2434209" y="202597"/>
                  </a:lnTo>
                  <a:lnTo>
                    <a:pt x="2433543" y="202787"/>
                  </a:lnTo>
                  <a:lnTo>
                    <a:pt x="2431923" y="202311"/>
                  </a:lnTo>
                  <a:lnTo>
                    <a:pt x="2431352" y="202597"/>
                  </a:lnTo>
                  <a:lnTo>
                    <a:pt x="2431161" y="203930"/>
                  </a:lnTo>
                  <a:lnTo>
                    <a:pt x="2432590" y="206216"/>
                  </a:lnTo>
                  <a:lnTo>
                    <a:pt x="2431923" y="206978"/>
                  </a:lnTo>
                  <a:lnTo>
                    <a:pt x="2431637" y="207264"/>
                  </a:lnTo>
                  <a:lnTo>
                    <a:pt x="2431161" y="207359"/>
                  </a:lnTo>
                  <a:lnTo>
                    <a:pt x="2431542" y="208693"/>
                  </a:lnTo>
                  <a:lnTo>
                    <a:pt x="2431352" y="209931"/>
                  </a:lnTo>
                  <a:lnTo>
                    <a:pt x="2430971" y="211074"/>
                  </a:lnTo>
                  <a:lnTo>
                    <a:pt x="2430780" y="212312"/>
                  </a:lnTo>
                  <a:lnTo>
                    <a:pt x="2430685" y="213741"/>
                  </a:lnTo>
                  <a:lnTo>
                    <a:pt x="2430304" y="214693"/>
                  </a:lnTo>
                  <a:lnTo>
                    <a:pt x="2429637" y="215265"/>
                  </a:lnTo>
                  <a:lnTo>
                    <a:pt x="2428685" y="215456"/>
                  </a:lnTo>
                  <a:lnTo>
                    <a:pt x="2428685" y="217456"/>
                  </a:lnTo>
                  <a:lnTo>
                    <a:pt x="2427256" y="219361"/>
                  </a:lnTo>
                  <a:lnTo>
                    <a:pt x="2423065" y="222504"/>
                  </a:lnTo>
                  <a:lnTo>
                    <a:pt x="2422494" y="223266"/>
                  </a:lnTo>
                  <a:lnTo>
                    <a:pt x="2421351" y="225266"/>
                  </a:lnTo>
                  <a:lnTo>
                    <a:pt x="2418398" y="228695"/>
                  </a:lnTo>
                  <a:lnTo>
                    <a:pt x="2419064" y="230124"/>
                  </a:lnTo>
                  <a:lnTo>
                    <a:pt x="2418969" y="231838"/>
                  </a:lnTo>
                  <a:lnTo>
                    <a:pt x="2418303" y="233363"/>
                  </a:lnTo>
                  <a:lnTo>
                    <a:pt x="2417350" y="234410"/>
                  </a:lnTo>
                  <a:lnTo>
                    <a:pt x="2418207" y="236315"/>
                  </a:lnTo>
                  <a:lnTo>
                    <a:pt x="2418207" y="238125"/>
                  </a:lnTo>
                  <a:lnTo>
                    <a:pt x="2417731" y="241554"/>
                  </a:lnTo>
                  <a:lnTo>
                    <a:pt x="2417350" y="242697"/>
                  </a:lnTo>
                  <a:lnTo>
                    <a:pt x="2415254" y="246126"/>
                  </a:lnTo>
                  <a:lnTo>
                    <a:pt x="2414493" y="247079"/>
                  </a:lnTo>
                  <a:lnTo>
                    <a:pt x="2413159" y="247840"/>
                  </a:lnTo>
                  <a:lnTo>
                    <a:pt x="2412397" y="248126"/>
                  </a:lnTo>
                  <a:lnTo>
                    <a:pt x="2411730" y="248222"/>
                  </a:lnTo>
                  <a:lnTo>
                    <a:pt x="2411254" y="248698"/>
                  </a:lnTo>
                  <a:lnTo>
                    <a:pt x="2410778" y="250698"/>
                  </a:lnTo>
                  <a:lnTo>
                    <a:pt x="2410302" y="251174"/>
                  </a:lnTo>
                  <a:lnTo>
                    <a:pt x="2409539" y="251365"/>
                  </a:lnTo>
                  <a:lnTo>
                    <a:pt x="2409158" y="251936"/>
                  </a:lnTo>
                  <a:lnTo>
                    <a:pt x="2408873" y="252698"/>
                  </a:lnTo>
                  <a:lnTo>
                    <a:pt x="2408396" y="253460"/>
                  </a:lnTo>
                  <a:lnTo>
                    <a:pt x="2408111" y="253937"/>
                  </a:lnTo>
                  <a:lnTo>
                    <a:pt x="2407539" y="254127"/>
                  </a:lnTo>
                  <a:lnTo>
                    <a:pt x="2407063" y="254413"/>
                  </a:lnTo>
                  <a:lnTo>
                    <a:pt x="2406587" y="255270"/>
                  </a:lnTo>
                  <a:lnTo>
                    <a:pt x="2406682" y="256223"/>
                  </a:lnTo>
                  <a:lnTo>
                    <a:pt x="2405539" y="260985"/>
                  </a:lnTo>
                  <a:lnTo>
                    <a:pt x="2405348" y="261461"/>
                  </a:lnTo>
                  <a:lnTo>
                    <a:pt x="2405063" y="261842"/>
                  </a:lnTo>
                  <a:lnTo>
                    <a:pt x="2404872" y="262223"/>
                  </a:lnTo>
                  <a:lnTo>
                    <a:pt x="2405063" y="262795"/>
                  </a:lnTo>
                  <a:lnTo>
                    <a:pt x="2405348" y="263081"/>
                  </a:lnTo>
                  <a:lnTo>
                    <a:pt x="2405539" y="263176"/>
                  </a:lnTo>
                  <a:lnTo>
                    <a:pt x="2405634" y="263366"/>
                  </a:lnTo>
                  <a:lnTo>
                    <a:pt x="2405634" y="263938"/>
                  </a:lnTo>
                  <a:lnTo>
                    <a:pt x="2405444" y="264224"/>
                  </a:lnTo>
                  <a:lnTo>
                    <a:pt x="2404491" y="266986"/>
                  </a:lnTo>
                  <a:lnTo>
                    <a:pt x="2403062" y="268700"/>
                  </a:lnTo>
                  <a:lnTo>
                    <a:pt x="2402586" y="269462"/>
                  </a:lnTo>
                  <a:lnTo>
                    <a:pt x="2402110" y="269653"/>
                  </a:lnTo>
                  <a:lnTo>
                    <a:pt x="2400491" y="269558"/>
                  </a:lnTo>
                  <a:lnTo>
                    <a:pt x="2399824" y="269748"/>
                  </a:lnTo>
                  <a:lnTo>
                    <a:pt x="2399348" y="270320"/>
                  </a:lnTo>
                  <a:lnTo>
                    <a:pt x="2398871" y="271272"/>
                  </a:lnTo>
                  <a:lnTo>
                    <a:pt x="2398681" y="272225"/>
                  </a:lnTo>
                  <a:lnTo>
                    <a:pt x="2399062" y="272606"/>
                  </a:lnTo>
                  <a:lnTo>
                    <a:pt x="2400681" y="272701"/>
                  </a:lnTo>
                  <a:lnTo>
                    <a:pt x="2401157" y="273177"/>
                  </a:lnTo>
                  <a:lnTo>
                    <a:pt x="2400872" y="274320"/>
                  </a:lnTo>
                  <a:lnTo>
                    <a:pt x="2401538" y="274415"/>
                  </a:lnTo>
                  <a:lnTo>
                    <a:pt x="2402872" y="274225"/>
                  </a:lnTo>
                  <a:lnTo>
                    <a:pt x="2403444" y="274225"/>
                  </a:lnTo>
                  <a:lnTo>
                    <a:pt x="2403920" y="274511"/>
                  </a:lnTo>
                  <a:lnTo>
                    <a:pt x="2404586" y="275177"/>
                  </a:lnTo>
                  <a:lnTo>
                    <a:pt x="2404777" y="275273"/>
                  </a:lnTo>
                  <a:lnTo>
                    <a:pt x="2408111" y="274511"/>
                  </a:lnTo>
                  <a:lnTo>
                    <a:pt x="2409158" y="274701"/>
                  </a:lnTo>
                  <a:lnTo>
                    <a:pt x="2410206" y="275082"/>
                  </a:lnTo>
                  <a:lnTo>
                    <a:pt x="2410397" y="275463"/>
                  </a:lnTo>
                  <a:lnTo>
                    <a:pt x="2410778" y="277178"/>
                  </a:lnTo>
                  <a:lnTo>
                    <a:pt x="2410873" y="277844"/>
                  </a:lnTo>
                  <a:lnTo>
                    <a:pt x="2410682" y="278416"/>
                  </a:lnTo>
                  <a:lnTo>
                    <a:pt x="2410016" y="278606"/>
                  </a:lnTo>
                  <a:lnTo>
                    <a:pt x="2409349" y="279178"/>
                  </a:lnTo>
                  <a:lnTo>
                    <a:pt x="2409063" y="280607"/>
                  </a:lnTo>
                  <a:lnTo>
                    <a:pt x="2408968" y="285464"/>
                  </a:lnTo>
                  <a:lnTo>
                    <a:pt x="2409063" y="285941"/>
                  </a:lnTo>
                  <a:lnTo>
                    <a:pt x="2409539" y="286703"/>
                  </a:lnTo>
                  <a:lnTo>
                    <a:pt x="2409730" y="287274"/>
                  </a:lnTo>
                  <a:lnTo>
                    <a:pt x="2409825" y="288131"/>
                  </a:lnTo>
                  <a:lnTo>
                    <a:pt x="2409635" y="291560"/>
                  </a:lnTo>
                  <a:lnTo>
                    <a:pt x="2409349" y="293084"/>
                  </a:lnTo>
                  <a:lnTo>
                    <a:pt x="2408873" y="294418"/>
                  </a:lnTo>
                  <a:lnTo>
                    <a:pt x="2408206" y="295656"/>
                  </a:lnTo>
                  <a:lnTo>
                    <a:pt x="2407444" y="296704"/>
                  </a:lnTo>
                  <a:lnTo>
                    <a:pt x="2404777" y="299276"/>
                  </a:lnTo>
                  <a:lnTo>
                    <a:pt x="2403348" y="301181"/>
                  </a:lnTo>
                  <a:lnTo>
                    <a:pt x="2402586" y="301943"/>
                  </a:lnTo>
                  <a:lnTo>
                    <a:pt x="2401538" y="302609"/>
                  </a:lnTo>
                  <a:lnTo>
                    <a:pt x="2396395" y="304324"/>
                  </a:lnTo>
                  <a:lnTo>
                    <a:pt x="2391061" y="304895"/>
                  </a:lnTo>
                  <a:lnTo>
                    <a:pt x="2389632" y="304705"/>
                  </a:lnTo>
                  <a:lnTo>
                    <a:pt x="2388870" y="304419"/>
                  </a:lnTo>
                  <a:lnTo>
                    <a:pt x="2388203" y="304038"/>
                  </a:lnTo>
                  <a:lnTo>
                    <a:pt x="2387537" y="303848"/>
                  </a:lnTo>
                  <a:lnTo>
                    <a:pt x="2386965" y="304133"/>
                  </a:lnTo>
                  <a:lnTo>
                    <a:pt x="2386394" y="304610"/>
                  </a:lnTo>
                  <a:lnTo>
                    <a:pt x="2385822" y="304800"/>
                  </a:lnTo>
                  <a:lnTo>
                    <a:pt x="2380583" y="306419"/>
                  </a:lnTo>
                  <a:lnTo>
                    <a:pt x="2377916" y="307467"/>
                  </a:lnTo>
                  <a:lnTo>
                    <a:pt x="2376393" y="307753"/>
                  </a:lnTo>
                  <a:lnTo>
                    <a:pt x="2374202" y="306705"/>
                  </a:lnTo>
                  <a:lnTo>
                    <a:pt x="2372868" y="307277"/>
                  </a:lnTo>
                  <a:lnTo>
                    <a:pt x="2370487" y="309182"/>
                  </a:lnTo>
                  <a:lnTo>
                    <a:pt x="2368963" y="310039"/>
                  </a:lnTo>
                  <a:lnTo>
                    <a:pt x="2368106" y="310896"/>
                  </a:lnTo>
                  <a:lnTo>
                    <a:pt x="2366391" y="312134"/>
                  </a:lnTo>
                  <a:lnTo>
                    <a:pt x="2365153" y="313563"/>
                  </a:lnTo>
                  <a:lnTo>
                    <a:pt x="2364772" y="314135"/>
                  </a:lnTo>
                  <a:lnTo>
                    <a:pt x="2364581" y="314897"/>
                  </a:lnTo>
                  <a:lnTo>
                    <a:pt x="2364296" y="316421"/>
                  </a:lnTo>
                  <a:lnTo>
                    <a:pt x="2364105" y="316992"/>
                  </a:lnTo>
                  <a:lnTo>
                    <a:pt x="2362962" y="317563"/>
                  </a:lnTo>
                  <a:lnTo>
                    <a:pt x="2359724" y="318230"/>
                  </a:lnTo>
                  <a:lnTo>
                    <a:pt x="2359057" y="318897"/>
                  </a:lnTo>
                  <a:lnTo>
                    <a:pt x="2358676" y="320993"/>
                  </a:lnTo>
                  <a:lnTo>
                    <a:pt x="2357628" y="321755"/>
                  </a:lnTo>
                  <a:lnTo>
                    <a:pt x="2356295" y="322040"/>
                  </a:lnTo>
                  <a:lnTo>
                    <a:pt x="2355056" y="322517"/>
                  </a:lnTo>
                  <a:lnTo>
                    <a:pt x="2351723" y="325565"/>
                  </a:lnTo>
                  <a:lnTo>
                    <a:pt x="2351056" y="325565"/>
                  </a:lnTo>
                  <a:lnTo>
                    <a:pt x="2350770" y="326993"/>
                  </a:lnTo>
                  <a:lnTo>
                    <a:pt x="2350008" y="328327"/>
                  </a:lnTo>
                  <a:lnTo>
                    <a:pt x="2348961" y="329470"/>
                  </a:lnTo>
                  <a:lnTo>
                    <a:pt x="2347913" y="330232"/>
                  </a:lnTo>
                  <a:lnTo>
                    <a:pt x="2344674" y="331851"/>
                  </a:lnTo>
                  <a:lnTo>
                    <a:pt x="2343722" y="332804"/>
                  </a:lnTo>
                  <a:lnTo>
                    <a:pt x="2342769" y="334042"/>
                  </a:lnTo>
                  <a:lnTo>
                    <a:pt x="2341912" y="334899"/>
                  </a:lnTo>
                  <a:lnTo>
                    <a:pt x="2339912" y="336423"/>
                  </a:lnTo>
                  <a:lnTo>
                    <a:pt x="2335340" y="338709"/>
                  </a:lnTo>
                  <a:lnTo>
                    <a:pt x="2334006" y="339852"/>
                  </a:lnTo>
                  <a:lnTo>
                    <a:pt x="2333435" y="340328"/>
                  </a:lnTo>
                  <a:lnTo>
                    <a:pt x="2332387" y="342995"/>
                  </a:lnTo>
                  <a:lnTo>
                    <a:pt x="2330672" y="343281"/>
                  </a:lnTo>
                  <a:lnTo>
                    <a:pt x="2330482" y="343281"/>
                  </a:lnTo>
                  <a:lnTo>
                    <a:pt x="2330196" y="343186"/>
                  </a:lnTo>
                  <a:lnTo>
                    <a:pt x="2329720" y="343186"/>
                  </a:lnTo>
                  <a:lnTo>
                    <a:pt x="2329339" y="343091"/>
                  </a:lnTo>
                  <a:lnTo>
                    <a:pt x="2328672" y="342519"/>
                  </a:lnTo>
                  <a:lnTo>
                    <a:pt x="2328196" y="342519"/>
                  </a:lnTo>
                  <a:lnTo>
                    <a:pt x="2327244" y="342995"/>
                  </a:lnTo>
                  <a:lnTo>
                    <a:pt x="2326767" y="343186"/>
                  </a:lnTo>
                  <a:lnTo>
                    <a:pt x="2326196" y="343091"/>
                  </a:lnTo>
                  <a:lnTo>
                    <a:pt x="2311146" y="334899"/>
                  </a:lnTo>
                  <a:lnTo>
                    <a:pt x="2299526" y="334232"/>
                  </a:lnTo>
                  <a:lnTo>
                    <a:pt x="2289239" y="330137"/>
                  </a:lnTo>
                  <a:lnTo>
                    <a:pt x="2271618" y="319659"/>
                  </a:lnTo>
                  <a:lnTo>
                    <a:pt x="2269617" y="317945"/>
                  </a:lnTo>
                  <a:lnTo>
                    <a:pt x="2258473" y="342805"/>
                  </a:lnTo>
                  <a:lnTo>
                    <a:pt x="2257711" y="344710"/>
                  </a:lnTo>
                  <a:lnTo>
                    <a:pt x="2246662" y="369856"/>
                  </a:lnTo>
                  <a:lnTo>
                    <a:pt x="2235613" y="394811"/>
                  </a:lnTo>
                  <a:lnTo>
                    <a:pt x="2235422" y="396240"/>
                  </a:lnTo>
                  <a:lnTo>
                    <a:pt x="2236185" y="399002"/>
                  </a:lnTo>
                  <a:lnTo>
                    <a:pt x="2236185" y="400431"/>
                  </a:lnTo>
                  <a:lnTo>
                    <a:pt x="2235137" y="403003"/>
                  </a:lnTo>
                  <a:lnTo>
                    <a:pt x="2223135" y="421862"/>
                  </a:lnTo>
                  <a:lnTo>
                    <a:pt x="2222659" y="423196"/>
                  </a:lnTo>
                  <a:lnTo>
                    <a:pt x="2222373" y="424815"/>
                  </a:lnTo>
                  <a:lnTo>
                    <a:pt x="2222373" y="426434"/>
                  </a:lnTo>
                  <a:lnTo>
                    <a:pt x="2223611" y="442151"/>
                  </a:lnTo>
                  <a:lnTo>
                    <a:pt x="2223135" y="444627"/>
                  </a:lnTo>
                  <a:lnTo>
                    <a:pt x="2221611" y="446056"/>
                  </a:lnTo>
                  <a:lnTo>
                    <a:pt x="2209229" y="451961"/>
                  </a:lnTo>
                  <a:lnTo>
                    <a:pt x="2208086" y="453390"/>
                  </a:lnTo>
                  <a:lnTo>
                    <a:pt x="2208086" y="454152"/>
                  </a:lnTo>
                  <a:lnTo>
                    <a:pt x="2209705" y="464344"/>
                  </a:lnTo>
                  <a:lnTo>
                    <a:pt x="2210562" y="469011"/>
                  </a:lnTo>
                  <a:lnTo>
                    <a:pt x="2211324" y="470821"/>
                  </a:lnTo>
                  <a:lnTo>
                    <a:pt x="2212562" y="472535"/>
                  </a:lnTo>
                  <a:lnTo>
                    <a:pt x="2225897" y="486728"/>
                  </a:lnTo>
                  <a:lnTo>
                    <a:pt x="2229136" y="488442"/>
                  </a:lnTo>
                  <a:lnTo>
                    <a:pt x="2232184" y="486442"/>
                  </a:lnTo>
                  <a:lnTo>
                    <a:pt x="2238089" y="478822"/>
                  </a:lnTo>
                  <a:lnTo>
                    <a:pt x="2243233" y="475488"/>
                  </a:lnTo>
                  <a:lnTo>
                    <a:pt x="2246471" y="474440"/>
                  </a:lnTo>
                  <a:lnTo>
                    <a:pt x="2256187" y="476631"/>
                  </a:lnTo>
                  <a:lnTo>
                    <a:pt x="2259902" y="476536"/>
                  </a:lnTo>
                  <a:lnTo>
                    <a:pt x="2273141" y="473583"/>
                  </a:lnTo>
                  <a:lnTo>
                    <a:pt x="2276856" y="473393"/>
                  </a:lnTo>
                  <a:lnTo>
                    <a:pt x="2278476" y="473678"/>
                  </a:lnTo>
                  <a:lnTo>
                    <a:pt x="2284762" y="476345"/>
                  </a:lnTo>
                  <a:lnTo>
                    <a:pt x="2288667" y="477774"/>
                  </a:lnTo>
                  <a:lnTo>
                    <a:pt x="2289810" y="478536"/>
                  </a:lnTo>
                  <a:lnTo>
                    <a:pt x="2302860" y="490728"/>
                  </a:lnTo>
                  <a:lnTo>
                    <a:pt x="2305145" y="491014"/>
                  </a:lnTo>
                  <a:lnTo>
                    <a:pt x="2307241" y="488251"/>
                  </a:lnTo>
                  <a:lnTo>
                    <a:pt x="2309146" y="484727"/>
                  </a:lnTo>
                  <a:lnTo>
                    <a:pt x="2311051" y="482632"/>
                  </a:lnTo>
                  <a:lnTo>
                    <a:pt x="2313908" y="480346"/>
                  </a:lnTo>
                  <a:lnTo>
                    <a:pt x="2325243" y="465392"/>
                  </a:lnTo>
                  <a:lnTo>
                    <a:pt x="2326577" y="464153"/>
                  </a:lnTo>
                  <a:lnTo>
                    <a:pt x="2329148" y="463201"/>
                  </a:lnTo>
                  <a:lnTo>
                    <a:pt x="2337435" y="463772"/>
                  </a:lnTo>
                  <a:lnTo>
                    <a:pt x="2338673" y="463582"/>
                  </a:lnTo>
                  <a:lnTo>
                    <a:pt x="2342198" y="462058"/>
                  </a:lnTo>
                  <a:lnTo>
                    <a:pt x="2345246" y="461391"/>
                  </a:lnTo>
                  <a:lnTo>
                    <a:pt x="2348389" y="461296"/>
                  </a:lnTo>
                  <a:lnTo>
                    <a:pt x="2349627" y="461677"/>
                  </a:lnTo>
                  <a:lnTo>
                    <a:pt x="2352199" y="463296"/>
                  </a:lnTo>
                  <a:lnTo>
                    <a:pt x="2353532" y="463677"/>
                  </a:lnTo>
                  <a:lnTo>
                    <a:pt x="2363724" y="464344"/>
                  </a:lnTo>
                  <a:lnTo>
                    <a:pt x="2367344" y="466153"/>
                  </a:lnTo>
                  <a:lnTo>
                    <a:pt x="2370678" y="470154"/>
                  </a:lnTo>
                  <a:lnTo>
                    <a:pt x="2376393" y="479584"/>
                  </a:lnTo>
                  <a:lnTo>
                    <a:pt x="2379250" y="482536"/>
                  </a:lnTo>
                  <a:lnTo>
                    <a:pt x="2390013" y="487299"/>
                  </a:lnTo>
                  <a:lnTo>
                    <a:pt x="2394585" y="489013"/>
                  </a:lnTo>
                  <a:lnTo>
                    <a:pt x="2395823" y="489966"/>
                  </a:lnTo>
                  <a:lnTo>
                    <a:pt x="2396586" y="491109"/>
                  </a:lnTo>
                  <a:lnTo>
                    <a:pt x="2396966" y="492538"/>
                  </a:lnTo>
                  <a:lnTo>
                    <a:pt x="2397633" y="498157"/>
                  </a:lnTo>
                  <a:lnTo>
                    <a:pt x="2397919" y="499491"/>
                  </a:lnTo>
                  <a:lnTo>
                    <a:pt x="2398586" y="500729"/>
                  </a:lnTo>
                  <a:lnTo>
                    <a:pt x="2399824" y="501491"/>
                  </a:lnTo>
                  <a:lnTo>
                    <a:pt x="2404777" y="503396"/>
                  </a:lnTo>
                  <a:lnTo>
                    <a:pt x="2406872" y="504063"/>
                  </a:lnTo>
                  <a:lnTo>
                    <a:pt x="2407920" y="504730"/>
                  </a:lnTo>
                  <a:lnTo>
                    <a:pt x="2408301" y="505778"/>
                  </a:lnTo>
                  <a:lnTo>
                    <a:pt x="2408015" y="506540"/>
                  </a:lnTo>
                  <a:lnTo>
                    <a:pt x="2406777" y="508349"/>
                  </a:lnTo>
                  <a:lnTo>
                    <a:pt x="2406396" y="509492"/>
                  </a:lnTo>
                  <a:lnTo>
                    <a:pt x="2408396" y="510064"/>
                  </a:lnTo>
                  <a:lnTo>
                    <a:pt x="2416588" y="517684"/>
                  </a:lnTo>
                  <a:lnTo>
                    <a:pt x="2417350" y="518636"/>
                  </a:lnTo>
                  <a:lnTo>
                    <a:pt x="2418017" y="520065"/>
                  </a:lnTo>
                  <a:lnTo>
                    <a:pt x="2418493" y="521303"/>
                  </a:lnTo>
                  <a:lnTo>
                    <a:pt x="2419160" y="522256"/>
                  </a:lnTo>
                  <a:lnTo>
                    <a:pt x="2422398" y="523208"/>
                  </a:lnTo>
                  <a:lnTo>
                    <a:pt x="2424589" y="524923"/>
                  </a:lnTo>
                  <a:lnTo>
                    <a:pt x="2428304" y="529304"/>
                  </a:lnTo>
                  <a:lnTo>
                    <a:pt x="2429828" y="531686"/>
                  </a:lnTo>
                  <a:lnTo>
                    <a:pt x="2431161" y="534353"/>
                  </a:lnTo>
                  <a:lnTo>
                    <a:pt x="2431542" y="535876"/>
                  </a:lnTo>
                  <a:lnTo>
                    <a:pt x="2431637" y="540449"/>
                  </a:lnTo>
                  <a:lnTo>
                    <a:pt x="2431828" y="541306"/>
                  </a:lnTo>
                  <a:lnTo>
                    <a:pt x="2431923" y="541782"/>
                  </a:lnTo>
                  <a:lnTo>
                    <a:pt x="2432114" y="542163"/>
                  </a:lnTo>
                  <a:lnTo>
                    <a:pt x="2432876" y="543306"/>
                  </a:lnTo>
                  <a:lnTo>
                    <a:pt x="2434590" y="545116"/>
                  </a:lnTo>
                  <a:lnTo>
                    <a:pt x="2435352" y="546068"/>
                  </a:lnTo>
                  <a:lnTo>
                    <a:pt x="2435638" y="546735"/>
                  </a:lnTo>
                  <a:lnTo>
                    <a:pt x="2435828" y="547307"/>
                  </a:lnTo>
                  <a:lnTo>
                    <a:pt x="2436019" y="547878"/>
                  </a:lnTo>
                  <a:lnTo>
                    <a:pt x="2436495" y="548450"/>
                  </a:lnTo>
                  <a:lnTo>
                    <a:pt x="2437067" y="548545"/>
                  </a:lnTo>
                  <a:lnTo>
                    <a:pt x="2437924" y="548640"/>
                  </a:lnTo>
                  <a:lnTo>
                    <a:pt x="2438686" y="548831"/>
                  </a:lnTo>
                  <a:lnTo>
                    <a:pt x="2438877" y="549402"/>
                  </a:lnTo>
                  <a:lnTo>
                    <a:pt x="2438591" y="550164"/>
                  </a:lnTo>
                  <a:lnTo>
                    <a:pt x="2438305" y="550736"/>
                  </a:lnTo>
                  <a:lnTo>
                    <a:pt x="2438114" y="551307"/>
                  </a:lnTo>
                  <a:lnTo>
                    <a:pt x="2438114" y="552260"/>
                  </a:lnTo>
                  <a:lnTo>
                    <a:pt x="2438210" y="552641"/>
                  </a:lnTo>
                  <a:lnTo>
                    <a:pt x="2438400" y="552926"/>
                  </a:lnTo>
                  <a:lnTo>
                    <a:pt x="2438686" y="553117"/>
                  </a:lnTo>
                  <a:lnTo>
                    <a:pt x="2438972" y="553307"/>
                  </a:lnTo>
                  <a:lnTo>
                    <a:pt x="2439257" y="553593"/>
                  </a:lnTo>
                  <a:lnTo>
                    <a:pt x="2439257" y="553974"/>
                  </a:lnTo>
                  <a:lnTo>
                    <a:pt x="2439067" y="554450"/>
                  </a:lnTo>
                  <a:lnTo>
                    <a:pt x="2439067" y="555022"/>
                  </a:lnTo>
                  <a:lnTo>
                    <a:pt x="2439067" y="556736"/>
                  </a:lnTo>
                  <a:lnTo>
                    <a:pt x="2438400" y="559213"/>
                  </a:lnTo>
                  <a:lnTo>
                    <a:pt x="2438210" y="560546"/>
                  </a:lnTo>
                  <a:lnTo>
                    <a:pt x="2438400" y="561213"/>
                  </a:lnTo>
                  <a:lnTo>
                    <a:pt x="2439257" y="562547"/>
                  </a:lnTo>
                  <a:lnTo>
                    <a:pt x="2439448" y="563118"/>
                  </a:lnTo>
                  <a:lnTo>
                    <a:pt x="2439257" y="563880"/>
                  </a:lnTo>
                  <a:lnTo>
                    <a:pt x="2438972" y="564451"/>
                  </a:lnTo>
                  <a:lnTo>
                    <a:pt x="2438591" y="565023"/>
                  </a:lnTo>
                  <a:lnTo>
                    <a:pt x="2437638" y="566642"/>
                  </a:lnTo>
                  <a:lnTo>
                    <a:pt x="2436686" y="567690"/>
                  </a:lnTo>
                  <a:lnTo>
                    <a:pt x="2435638" y="568357"/>
                  </a:lnTo>
                  <a:lnTo>
                    <a:pt x="2434686" y="568262"/>
                  </a:lnTo>
                  <a:lnTo>
                    <a:pt x="2433543" y="567690"/>
                  </a:lnTo>
                  <a:lnTo>
                    <a:pt x="2432780" y="567976"/>
                  </a:lnTo>
                  <a:lnTo>
                    <a:pt x="2432114" y="568928"/>
                  </a:lnTo>
                  <a:lnTo>
                    <a:pt x="2431256" y="570357"/>
                  </a:lnTo>
                  <a:lnTo>
                    <a:pt x="2430495" y="571214"/>
                  </a:lnTo>
                  <a:lnTo>
                    <a:pt x="2429447" y="571976"/>
                  </a:lnTo>
                  <a:lnTo>
                    <a:pt x="2428304" y="572548"/>
                  </a:lnTo>
                  <a:lnTo>
                    <a:pt x="2427351" y="572834"/>
                  </a:lnTo>
                  <a:lnTo>
                    <a:pt x="2426208" y="572453"/>
                  </a:lnTo>
                  <a:lnTo>
                    <a:pt x="2424303" y="570929"/>
                  </a:lnTo>
                  <a:lnTo>
                    <a:pt x="2423160" y="570643"/>
                  </a:lnTo>
                  <a:lnTo>
                    <a:pt x="2421731" y="570643"/>
                  </a:lnTo>
                  <a:lnTo>
                    <a:pt x="2417826" y="569976"/>
                  </a:lnTo>
                  <a:lnTo>
                    <a:pt x="2415254" y="569976"/>
                  </a:lnTo>
                  <a:lnTo>
                    <a:pt x="2410492" y="571119"/>
                  </a:lnTo>
                  <a:lnTo>
                    <a:pt x="2408015" y="571214"/>
                  </a:lnTo>
                  <a:lnTo>
                    <a:pt x="2394585" y="567404"/>
                  </a:lnTo>
                  <a:lnTo>
                    <a:pt x="2393252" y="566833"/>
                  </a:lnTo>
                  <a:lnTo>
                    <a:pt x="2392013" y="565690"/>
                  </a:lnTo>
                  <a:lnTo>
                    <a:pt x="2390489" y="562547"/>
                  </a:lnTo>
                  <a:lnTo>
                    <a:pt x="2389537" y="561308"/>
                  </a:lnTo>
                  <a:lnTo>
                    <a:pt x="2388489" y="561594"/>
                  </a:lnTo>
                  <a:lnTo>
                    <a:pt x="2387156" y="563213"/>
                  </a:lnTo>
                  <a:lnTo>
                    <a:pt x="2386394" y="563690"/>
                  </a:lnTo>
                  <a:lnTo>
                    <a:pt x="2385822" y="563594"/>
                  </a:lnTo>
                  <a:lnTo>
                    <a:pt x="2385251" y="562547"/>
                  </a:lnTo>
                  <a:lnTo>
                    <a:pt x="2385060" y="561308"/>
                  </a:lnTo>
                  <a:lnTo>
                    <a:pt x="2384679" y="560165"/>
                  </a:lnTo>
                  <a:lnTo>
                    <a:pt x="2383536" y="559594"/>
                  </a:lnTo>
                  <a:lnTo>
                    <a:pt x="2381917" y="560165"/>
                  </a:lnTo>
                  <a:lnTo>
                    <a:pt x="2380679" y="561689"/>
                  </a:lnTo>
                  <a:lnTo>
                    <a:pt x="2378678" y="565309"/>
                  </a:lnTo>
                  <a:lnTo>
                    <a:pt x="2376869" y="566452"/>
                  </a:lnTo>
                  <a:lnTo>
                    <a:pt x="2374964" y="565976"/>
                  </a:lnTo>
                  <a:lnTo>
                    <a:pt x="2372963" y="564928"/>
                  </a:lnTo>
                  <a:lnTo>
                    <a:pt x="2370963" y="564356"/>
                  </a:lnTo>
                  <a:lnTo>
                    <a:pt x="2370201" y="564547"/>
                  </a:lnTo>
                  <a:lnTo>
                    <a:pt x="2368772" y="565595"/>
                  </a:lnTo>
                  <a:lnTo>
                    <a:pt x="2367915" y="565880"/>
                  </a:lnTo>
                  <a:lnTo>
                    <a:pt x="2363724" y="565880"/>
                  </a:lnTo>
                  <a:lnTo>
                    <a:pt x="2361724" y="565499"/>
                  </a:lnTo>
                  <a:lnTo>
                    <a:pt x="2358390" y="563594"/>
                  </a:lnTo>
                  <a:lnTo>
                    <a:pt x="2356485" y="562928"/>
                  </a:lnTo>
                  <a:lnTo>
                    <a:pt x="2354676" y="562737"/>
                  </a:lnTo>
                  <a:lnTo>
                    <a:pt x="2352961" y="562928"/>
                  </a:lnTo>
                  <a:lnTo>
                    <a:pt x="2351342" y="563499"/>
                  </a:lnTo>
                  <a:lnTo>
                    <a:pt x="2349627" y="564642"/>
                  </a:lnTo>
                  <a:lnTo>
                    <a:pt x="2347722" y="566357"/>
                  </a:lnTo>
                  <a:lnTo>
                    <a:pt x="2346960" y="566642"/>
                  </a:lnTo>
                  <a:lnTo>
                    <a:pt x="2344103" y="566738"/>
                  </a:lnTo>
                  <a:lnTo>
                    <a:pt x="2343150" y="567119"/>
                  </a:lnTo>
                  <a:lnTo>
                    <a:pt x="2339054" y="570262"/>
                  </a:lnTo>
                  <a:lnTo>
                    <a:pt x="2337340" y="570548"/>
                  </a:lnTo>
                  <a:lnTo>
                    <a:pt x="2334768" y="571214"/>
                  </a:lnTo>
                  <a:lnTo>
                    <a:pt x="2333530" y="571786"/>
                  </a:lnTo>
                  <a:lnTo>
                    <a:pt x="2332387" y="572643"/>
                  </a:lnTo>
                  <a:lnTo>
                    <a:pt x="2331339" y="573881"/>
                  </a:lnTo>
                  <a:lnTo>
                    <a:pt x="2329911" y="576739"/>
                  </a:lnTo>
                  <a:lnTo>
                    <a:pt x="2329053" y="577882"/>
                  </a:lnTo>
                  <a:lnTo>
                    <a:pt x="2328005" y="578453"/>
                  </a:lnTo>
                  <a:lnTo>
                    <a:pt x="2322671" y="579025"/>
                  </a:lnTo>
                  <a:lnTo>
                    <a:pt x="2321433" y="578739"/>
                  </a:lnTo>
                  <a:lnTo>
                    <a:pt x="2318861" y="577215"/>
                  </a:lnTo>
                  <a:lnTo>
                    <a:pt x="2317909" y="576072"/>
                  </a:lnTo>
                  <a:lnTo>
                    <a:pt x="2316576" y="572929"/>
                  </a:lnTo>
                  <a:lnTo>
                    <a:pt x="2315813" y="572072"/>
                  </a:lnTo>
                  <a:lnTo>
                    <a:pt x="2315147" y="572262"/>
                  </a:lnTo>
                  <a:lnTo>
                    <a:pt x="2312670" y="574072"/>
                  </a:lnTo>
                  <a:lnTo>
                    <a:pt x="2312289" y="574167"/>
                  </a:lnTo>
                  <a:lnTo>
                    <a:pt x="2311718" y="574072"/>
                  </a:lnTo>
                  <a:lnTo>
                    <a:pt x="2310765" y="573691"/>
                  </a:lnTo>
                  <a:lnTo>
                    <a:pt x="2306574" y="574739"/>
                  </a:lnTo>
                  <a:lnTo>
                    <a:pt x="2307431" y="577120"/>
                  </a:lnTo>
                  <a:lnTo>
                    <a:pt x="2307527" y="578263"/>
                  </a:lnTo>
                  <a:lnTo>
                    <a:pt x="2307146" y="579311"/>
                  </a:lnTo>
                  <a:lnTo>
                    <a:pt x="2305241" y="581978"/>
                  </a:lnTo>
                  <a:lnTo>
                    <a:pt x="2304574" y="584073"/>
                  </a:lnTo>
                  <a:lnTo>
                    <a:pt x="2304383" y="589312"/>
                  </a:lnTo>
                  <a:lnTo>
                    <a:pt x="2303526" y="591026"/>
                  </a:lnTo>
                  <a:lnTo>
                    <a:pt x="2301621" y="591598"/>
                  </a:lnTo>
                  <a:lnTo>
                    <a:pt x="2283524" y="590360"/>
                  </a:lnTo>
                  <a:lnTo>
                    <a:pt x="2276856" y="588836"/>
                  </a:lnTo>
                  <a:lnTo>
                    <a:pt x="2275999" y="588836"/>
                  </a:lnTo>
                  <a:lnTo>
                    <a:pt x="2275523" y="589121"/>
                  </a:lnTo>
                  <a:lnTo>
                    <a:pt x="2274475" y="590455"/>
                  </a:lnTo>
                  <a:lnTo>
                    <a:pt x="2271141" y="593312"/>
                  </a:lnTo>
                  <a:lnTo>
                    <a:pt x="2270379" y="593693"/>
                  </a:lnTo>
                  <a:lnTo>
                    <a:pt x="2267141" y="594170"/>
                  </a:lnTo>
                  <a:lnTo>
                    <a:pt x="2264950" y="594836"/>
                  </a:lnTo>
                  <a:lnTo>
                    <a:pt x="2263807" y="595694"/>
                  </a:lnTo>
                  <a:lnTo>
                    <a:pt x="2263045" y="596265"/>
                  </a:lnTo>
                  <a:lnTo>
                    <a:pt x="2261997" y="598646"/>
                  </a:lnTo>
                  <a:lnTo>
                    <a:pt x="2261521" y="599980"/>
                  </a:lnTo>
                  <a:lnTo>
                    <a:pt x="2260759" y="601123"/>
                  </a:lnTo>
                  <a:lnTo>
                    <a:pt x="2251901" y="610267"/>
                  </a:lnTo>
                  <a:lnTo>
                    <a:pt x="2244281" y="625221"/>
                  </a:lnTo>
                  <a:lnTo>
                    <a:pt x="2243995" y="627317"/>
                  </a:lnTo>
                  <a:lnTo>
                    <a:pt x="2244757" y="629698"/>
                  </a:lnTo>
                  <a:lnTo>
                    <a:pt x="2245900" y="631412"/>
                  </a:lnTo>
                  <a:lnTo>
                    <a:pt x="2246376" y="633222"/>
                  </a:lnTo>
                  <a:lnTo>
                    <a:pt x="2245233" y="635699"/>
                  </a:lnTo>
                  <a:lnTo>
                    <a:pt x="2242471" y="639794"/>
                  </a:lnTo>
                  <a:lnTo>
                    <a:pt x="2241137" y="640842"/>
                  </a:lnTo>
                  <a:lnTo>
                    <a:pt x="2238566" y="642176"/>
                  </a:lnTo>
                  <a:lnTo>
                    <a:pt x="2237708" y="642366"/>
                  </a:lnTo>
                  <a:lnTo>
                    <a:pt x="2236946" y="642366"/>
                  </a:lnTo>
                  <a:lnTo>
                    <a:pt x="2234279" y="641985"/>
                  </a:lnTo>
                  <a:lnTo>
                    <a:pt x="2233803" y="642176"/>
                  </a:lnTo>
                  <a:lnTo>
                    <a:pt x="2232755" y="643414"/>
                  </a:lnTo>
                  <a:lnTo>
                    <a:pt x="2221421" y="653129"/>
                  </a:lnTo>
                  <a:lnTo>
                    <a:pt x="2217515" y="657701"/>
                  </a:lnTo>
                  <a:lnTo>
                    <a:pt x="2216182" y="658844"/>
                  </a:lnTo>
                  <a:lnTo>
                    <a:pt x="2214658" y="659606"/>
                  </a:lnTo>
                  <a:lnTo>
                    <a:pt x="2205990" y="661988"/>
                  </a:lnTo>
                  <a:lnTo>
                    <a:pt x="2198561" y="663416"/>
                  </a:lnTo>
                  <a:lnTo>
                    <a:pt x="2187416" y="663416"/>
                  </a:lnTo>
                  <a:lnTo>
                    <a:pt x="2177511" y="664940"/>
                  </a:lnTo>
                  <a:lnTo>
                    <a:pt x="2175701" y="664655"/>
                  </a:lnTo>
                  <a:lnTo>
                    <a:pt x="2166843" y="661130"/>
                  </a:lnTo>
                  <a:lnTo>
                    <a:pt x="2165033" y="660940"/>
                  </a:lnTo>
                  <a:lnTo>
                    <a:pt x="2163223" y="661226"/>
                  </a:lnTo>
                  <a:lnTo>
                    <a:pt x="2156079" y="663988"/>
                  </a:lnTo>
                  <a:lnTo>
                    <a:pt x="2155603" y="664369"/>
                  </a:lnTo>
                  <a:lnTo>
                    <a:pt x="2155412" y="665036"/>
                  </a:lnTo>
                  <a:lnTo>
                    <a:pt x="2155031" y="668465"/>
                  </a:lnTo>
                  <a:lnTo>
                    <a:pt x="2154555" y="670084"/>
                  </a:lnTo>
                  <a:lnTo>
                    <a:pt x="2153031" y="673418"/>
                  </a:lnTo>
                  <a:lnTo>
                    <a:pt x="2150174" y="677704"/>
                  </a:lnTo>
                  <a:lnTo>
                    <a:pt x="2139220" y="688086"/>
                  </a:lnTo>
                  <a:lnTo>
                    <a:pt x="2136648" y="689705"/>
                  </a:lnTo>
                  <a:lnTo>
                    <a:pt x="2135886" y="690467"/>
                  </a:lnTo>
                  <a:lnTo>
                    <a:pt x="2135315" y="691229"/>
                  </a:lnTo>
                  <a:lnTo>
                    <a:pt x="2134362" y="693134"/>
                  </a:lnTo>
                  <a:lnTo>
                    <a:pt x="2132743" y="695516"/>
                  </a:lnTo>
                  <a:lnTo>
                    <a:pt x="2130933" y="697135"/>
                  </a:lnTo>
                  <a:lnTo>
                    <a:pt x="2128933" y="698087"/>
                  </a:lnTo>
                  <a:lnTo>
                    <a:pt x="2126647" y="698659"/>
                  </a:lnTo>
                  <a:lnTo>
                    <a:pt x="2123504" y="698945"/>
                  </a:lnTo>
                  <a:lnTo>
                    <a:pt x="2122170" y="699516"/>
                  </a:lnTo>
                  <a:lnTo>
                    <a:pt x="2119408" y="702469"/>
                  </a:lnTo>
                  <a:lnTo>
                    <a:pt x="2114074" y="706279"/>
                  </a:lnTo>
                  <a:lnTo>
                    <a:pt x="2110740" y="709803"/>
                  </a:lnTo>
                  <a:lnTo>
                    <a:pt x="2108740" y="711422"/>
                  </a:lnTo>
                  <a:lnTo>
                    <a:pt x="2107121" y="711899"/>
                  </a:lnTo>
                  <a:lnTo>
                    <a:pt x="2103311" y="711518"/>
                  </a:lnTo>
                  <a:lnTo>
                    <a:pt x="2102549" y="711232"/>
                  </a:lnTo>
                  <a:lnTo>
                    <a:pt x="2101025" y="709994"/>
                  </a:lnTo>
                  <a:lnTo>
                    <a:pt x="2100168" y="709708"/>
                  </a:lnTo>
                  <a:lnTo>
                    <a:pt x="2080736" y="707993"/>
                  </a:lnTo>
                  <a:lnTo>
                    <a:pt x="2076069" y="705993"/>
                  </a:lnTo>
                  <a:lnTo>
                    <a:pt x="2073783" y="705993"/>
                  </a:lnTo>
                  <a:lnTo>
                    <a:pt x="2061972" y="702755"/>
                  </a:lnTo>
                  <a:lnTo>
                    <a:pt x="2054924" y="699516"/>
                  </a:lnTo>
                  <a:lnTo>
                    <a:pt x="2053400" y="698373"/>
                  </a:lnTo>
                  <a:lnTo>
                    <a:pt x="2052543" y="696944"/>
                  </a:lnTo>
                  <a:lnTo>
                    <a:pt x="2050447" y="693325"/>
                  </a:lnTo>
                  <a:lnTo>
                    <a:pt x="2046065" y="688943"/>
                  </a:lnTo>
                  <a:lnTo>
                    <a:pt x="2044541" y="687896"/>
                  </a:lnTo>
                  <a:lnTo>
                    <a:pt x="2042827" y="687515"/>
                  </a:lnTo>
                  <a:lnTo>
                    <a:pt x="2028539" y="687800"/>
                  </a:lnTo>
                  <a:lnTo>
                    <a:pt x="2023491" y="686276"/>
                  </a:lnTo>
                  <a:lnTo>
                    <a:pt x="2022062" y="686276"/>
                  </a:lnTo>
                  <a:lnTo>
                    <a:pt x="2021491" y="686276"/>
                  </a:lnTo>
                  <a:lnTo>
                    <a:pt x="2020729" y="686467"/>
                  </a:lnTo>
                  <a:lnTo>
                    <a:pt x="2020157" y="686943"/>
                  </a:lnTo>
                  <a:lnTo>
                    <a:pt x="2019681" y="687610"/>
                  </a:lnTo>
                  <a:lnTo>
                    <a:pt x="2019014" y="688181"/>
                  </a:lnTo>
                  <a:lnTo>
                    <a:pt x="2017967" y="688658"/>
                  </a:lnTo>
                  <a:lnTo>
                    <a:pt x="2015681" y="689229"/>
                  </a:lnTo>
                  <a:lnTo>
                    <a:pt x="2014633" y="689705"/>
                  </a:lnTo>
                  <a:lnTo>
                    <a:pt x="2011680" y="691991"/>
                  </a:lnTo>
                  <a:lnTo>
                    <a:pt x="2010347" y="693420"/>
                  </a:lnTo>
                  <a:lnTo>
                    <a:pt x="2009204" y="695135"/>
                  </a:lnTo>
                  <a:lnTo>
                    <a:pt x="1999298" y="715328"/>
                  </a:lnTo>
                  <a:lnTo>
                    <a:pt x="1998536" y="717328"/>
                  </a:lnTo>
                  <a:lnTo>
                    <a:pt x="1998536" y="718471"/>
                  </a:lnTo>
                  <a:lnTo>
                    <a:pt x="1998726" y="720947"/>
                  </a:lnTo>
                  <a:lnTo>
                    <a:pt x="1998726" y="722186"/>
                  </a:lnTo>
                  <a:lnTo>
                    <a:pt x="1998440" y="723519"/>
                  </a:lnTo>
                  <a:lnTo>
                    <a:pt x="1998059" y="724472"/>
                  </a:lnTo>
                  <a:lnTo>
                    <a:pt x="1996916" y="726281"/>
                  </a:lnTo>
                  <a:lnTo>
                    <a:pt x="1995583" y="729234"/>
                  </a:lnTo>
                  <a:lnTo>
                    <a:pt x="1995011" y="730091"/>
                  </a:lnTo>
                  <a:lnTo>
                    <a:pt x="1994916" y="730282"/>
                  </a:lnTo>
                  <a:lnTo>
                    <a:pt x="1993678" y="731520"/>
                  </a:lnTo>
                  <a:lnTo>
                    <a:pt x="1992439" y="733520"/>
                  </a:lnTo>
                  <a:lnTo>
                    <a:pt x="1991487" y="735806"/>
                  </a:lnTo>
                  <a:lnTo>
                    <a:pt x="1991011" y="737902"/>
                  </a:lnTo>
                  <a:lnTo>
                    <a:pt x="1991011" y="740855"/>
                  </a:lnTo>
                  <a:lnTo>
                    <a:pt x="1991773" y="742379"/>
                  </a:lnTo>
                  <a:lnTo>
                    <a:pt x="1995107" y="744379"/>
                  </a:lnTo>
                  <a:lnTo>
                    <a:pt x="1996059" y="745617"/>
                  </a:lnTo>
                  <a:lnTo>
                    <a:pt x="1996440" y="746951"/>
                  </a:lnTo>
                  <a:lnTo>
                    <a:pt x="1996726" y="749808"/>
                  </a:lnTo>
                  <a:lnTo>
                    <a:pt x="1997583" y="752570"/>
                  </a:lnTo>
                  <a:lnTo>
                    <a:pt x="1998821" y="754856"/>
                  </a:lnTo>
                  <a:lnTo>
                    <a:pt x="2003584" y="761524"/>
                  </a:lnTo>
                  <a:lnTo>
                    <a:pt x="2005394" y="763334"/>
                  </a:lnTo>
                  <a:lnTo>
                    <a:pt x="2011299" y="767334"/>
                  </a:lnTo>
                  <a:lnTo>
                    <a:pt x="2012918" y="768953"/>
                  </a:lnTo>
                  <a:lnTo>
                    <a:pt x="2014347" y="770858"/>
                  </a:lnTo>
                  <a:lnTo>
                    <a:pt x="2019205" y="779526"/>
                  </a:lnTo>
                  <a:lnTo>
                    <a:pt x="2019967" y="782003"/>
                  </a:lnTo>
                  <a:lnTo>
                    <a:pt x="2020157" y="784098"/>
                  </a:lnTo>
                  <a:lnTo>
                    <a:pt x="2020062" y="786479"/>
                  </a:lnTo>
                  <a:lnTo>
                    <a:pt x="2019395" y="788480"/>
                  </a:lnTo>
                  <a:lnTo>
                    <a:pt x="2018157" y="789337"/>
                  </a:lnTo>
                  <a:lnTo>
                    <a:pt x="2017300" y="789527"/>
                  </a:lnTo>
                  <a:lnTo>
                    <a:pt x="2014823" y="790670"/>
                  </a:lnTo>
                  <a:lnTo>
                    <a:pt x="2010918" y="790480"/>
                  </a:lnTo>
                  <a:lnTo>
                    <a:pt x="2009966" y="790956"/>
                  </a:lnTo>
                  <a:lnTo>
                    <a:pt x="2001679" y="801053"/>
                  </a:lnTo>
                  <a:lnTo>
                    <a:pt x="2000155" y="802576"/>
                  </a:lnTo>
                  <a:lnTo>
                    <a:pt x="1998440" y="803434"/>
                  </a:lnTo>
                  <a:lnTo>
                    <a:pt x="1992821" y="803910"/>
                  </a:lnTo>
                  <a:lnTo>
                    <a:pt x="1991392" y="804482"/>
                  </a:lnTo>
                  <a:lnTo>
                    <a:pt x="1988058" y="807149"/>
                  </a:lnTo>
                  <a:lnTo>
                    <a:pt x="1975295" y="812292"/>
                  </a:lnTo>
                  <a:lnTo>
                    <a:pt x="1968818" y="816007"/>
                  </a:lnTo>
                  <a:lnTo>
                    <a:pt x="1966722" y="818007"/>
                  </a:lnTo>
                  <a:lnTo>
                    <a:pt x="1959483" y="828008"/>
                  </a:lnTo>
                  <a:lnTo>
                    <a:pt x="1953292" y="834581"/>
                  </a:lnTo>
                  <a:lnTo>
                    <a:pt x="1952530" y="836009"/>
                  </a:lnTo>
                  <a:lnTo>
                    <a:pt x="1951196" y="839534"/>
                  </a:lnTo>
                  <a:lnTo>
                    <a:pt x="1949482" y="842582"/>
                  </a:lnTo>
                  <a:lnTo>
                    <a:pt x="1947291" y="845058"/>
                  </a:lnTo>
                  <a:lnTo>
                    <a:pt x="1942338" y="849059"/>
                  </a:lnTo>
                  <a:lnTo>
                    <a:pt x="1941100" y="850297"/>
                  </a:lnTo>
                  <a:lnTo>
                    <a:pt x="1939766" y="854012"/>
                  </a:lnTo>
                  <a:lnTo>
                    <a:pt x="1938814" y="855250"/>
                  </a:lnTo>
                  <a:lnTo>
                    <a:pt x="1924717" y="861346"/>
                  </a:lnTo>
                  <a:lnTo>
                    <a:pt x="1922907" y="862489"/>
                  </a:lnTo>
                  <a:lnTo>
                    <a:pt x="1922240" y="863156"/>
                  </a:lnTo>
                  <a:lnTo>
                    <a:pt x="1921764" y="863727"/>
                  </a:lnTo>
                  <a:lnTo>
                    <a:pt x="1921288" y="864203"/>
                  </a:lnTo>
                  <a:lnTo>
                    <a:pt x="1920526" y="864584"/>
                  </a:lnTo>
                  <a:lnTo>
                    <a:pt x="1919573" y="864775"/>
                  </a:lnTo>
                  <a:lnTo>
                    <a:pt x="1916621" y="864775"/>
                  </a:lnTo>
                  <a:lnTo>
                    <a:pt x="1912715" y="865346"/>
                  </a:lnTo>
                  <a:lnTo>
                    <a:pt x="1899761" y="871061"/>
                  </a:lnTo>
                  <a:lnTo>
                    <a:pt x="1891951" y="876872"/>
                  </a:lnTo>
                  <a:lnTo>
                    <a:pt x="1891570" y="877062"/>
                  </a:lnTo>
                  <a:lnTo>
                    <a:pt x="1891284" y="877062"/>
                  </a:lnTo>
                  <a:lnTo>
                    <a:pt x="1890998" y="877157"/>
                  </a:lnTo>
                  <a:lnTo>
                    <a:pt x="1890713" y="877729"/>
                  </a:lnTo>
                  <a:lnTo>
                    <a:pt x="1890522" y="878015"/>
                  </a:lnTo>
                  <a:lnTo>
                    <a:pt x="1890236" y="878205"/>
                  </a:lnTo>
                  <a:lnTo>
                    <a:pt x="1881950" y="878872"/>
                  </a:lnTo>
                  <a:lnTo>
                    <a:pt x="1879378" y="879729"/>
                  </a:lnTo>
                  <a:lnTo>
                    <a:pt x="1877949" y="879920"/>
                  </a:lnTo>
                  <a:lnTo>
                    <a:pt x="1864328" y="878205"/>
                  </a:lnTo>
                  <a:lnTo>
                    <a:pt x="1862614" y="878396"/>
                  </a:lnTo>
                  <a:lnTo>
                    <a:pt x="1857375" y="881158"/>
                  </a:lnTo>
                  <a:lnTo>
                    <a:pt x="1855565" y="881825"/>
                  </a:lnTo>
                  <a:lnTo>
                    <a:pt x="1853946" y="881920"/>
                  </a:lnTo>
                  <a:lnTo>
                    <a:pt x="1840230" y="879348"/>
                  </a:lnTo>
                  <a:lnTo>
                    <a:pt x="1828800" y="879539"/>
                  </a:lnTo>
                  <a:lnTo>
                    <a:pt x="1824323" y="878300"/>
                  </a:lnTo>
                  <a:lnTo>
                    <a:pt x="1821276" y="878015"/>
                  </a:lnTo>
                  <a:lnTo>
                    <a:pt x="1814513" y="879062"/>
                  </a:lnTo>
                  <a:lnTo>
                    <a:pt x="1792034" y="882682"/>
                  </a:lnTo>
                  <a:lnTo>
                    <a:pt x="1769555" y="886301"/>
                  </a:lnTo>
                  <a:lnTo>
                    <a:pt x="1747076" y="889921"/>
                  </a:lnTo>
                  <a:lnTo>
                    <a:pt x="1723358" y="900303"/>
                  </a:lnTo>
                  <a:lnTo>
                    <a:pt x="1699641" y="910685"/>
                  </a:lnTo>
                  <a:lnTo>
                    <a:pt x="1678877" y="921449"/>
                  </a:lnTo>
                  <a:lnTo>
                    <a:pt x="1675162" y="923449"/>
                  </a:lnTo>
                  <a:lnTo>
                    <a:pt x="1672781" y="925259"/>
                  </a:lnTo>
                  <a:lnTo>
                    <a:pt x="1672019" y="925640"/>
                  </a:lnTo>
                  <a:lnTo>
                    <a:pt x="1671066" y="925925"/>
                  </a:lnTo>
                  <a:lnTo>
                    <a:pt x="1668399" y="927449"/>
                  </a:lnTo>
                  <a:lnTo>
                    <a:pt x="1665446" y="927926"/>
                  </a:lnTo>
                  <a:lnTo>
                    <a:pt x="1664494" y="928307"/>
                  </a:lnTo>
                  <a:lnTo>
                    <a:pt x="1654683" y="938689"/>
                  </a:lnTo>
                  <a:lnTo>
                    <a:pt x="1652493" y="939356"/>
                  </a:lnTo>
                  <a:lnTo>
                    <a:pt x="1650492" y="936784"/>
                  </a:lnTo>
                  <a:lnTo>
                    <a:pt x="1649349" y="935641"/>
                  </a:lnTo>
                  <a:lnTo>
                    <a:pt x="1648206" y="935165"/>
                  </a:lnTo>
                  <a:lnTo>
                    <a:pt x="1632871" y="935165"/>
                  </a:lnTo>
                  <a:lnTo>
                    <a:pt x="1627823" y="934403"/>
                  </a:lnTo>
                  <a:lnTo>
                    <a:pt x="1627442" y="933736"/>
                  </a:lnTo>
                  <a:lnTo>
                    <a:pt x="1627632" y="919353"/>
                  </a:lnTo>
                  <a:lnTo>
                    <a:pt x="1607058" y="923449"/>
                  </a:lnTo>
                  <a:lnTo>
                    <a:pt x="1586484" y="927545"/>
                  </a:lnTo>
                  <a:lnTo>
                    <a:pt x="1584960" y="927259"/>
                  </a:lnTo>
                  <a:lnTo>
                    <a:pt x="1569530" y="918972"/>
                  </a:lnTo>
                  <a:lnTo>
                    <a:pt x="1554099" y="910685"/>
                  </a:lnTo>
                  <a:lnTo>
                    <a:pt x="1554099" y="910685"/>
                  </a:lnTo>
                  <a:lnTo>
                    <a:pt x="1554099" y="910685"/>
                  </a:lnTo>
                  <a:lnTo>
                    <a:pt x="1552480" y="909923"/>
                  </a:lnTo>
                  <a:lnTo>
                    <a:pt x="1534192" y="905637"/>
                  </a:lnTo>
                  <a:lnTo>
                    <a:pt x="1515904" y="901351"/>
                  </a:lnTo>
                  <a:lnTo>
                    <a:pt x="1497616" y="897065"/>
                  </a:lnTo>
                  <a:lnTo>
                    <a:pt x="1494473" y="895445"/>
                  </a:lnTo>
                  <a:lnTo>
                    <a:pt x="1489805" y="890492"/>
                  </a:lnTo>
                  <a:lnTo>
                    <a:pt x="1481804" y="877443"/>
                  </a:lnTo>
                  <a:lnTo>
                    <a:pt x="1476661" y="873538"/>
                  </a:lnTo>
                  <a:lnTo>
                    <a:pt x="1470755" y="872014"/>
                  </a:lnTo>
                  <a:lnTo>
                    <a:pt x="1464755" y="871442"/>
                  </a:lnTo>
                  <a:lnTo>
                    <a:pt x="1454658" y="872490"/>
                  </a:lnTo>
                  <a:lnTo>
                    <a:pt x="1433513" y="868966"/>
                  </a:lnTo>
                  <a:lnTo>
                    <a:pt x="1412367" y="865442"/>
                  </a:lnTo>
                  <a:lnTo>
                    <a:pt x="1391222" y="861917"/>
                  </a:lnTo>
                  <a:lnTo>
                    <a:pt x="1388840" y="861917"/>
                  </a:lnTo>
                  <a:lnTo>
                    <a:pt x="1370457" y="867537"/>
                  </a:lnTo>
                  <a:lnTo>
                    <a:pt x="1362647" y="869918"/>
                  </a:lnTo>
                  <a:lnTo>
                    <a:pt x="1341215" y="867061"/>
                  </a:lnTo>
                  <a:lnTo>
                    <a:pt x="1319784" y="864203"/>
                  </a:lnTo>
                  <a:lnTo>
                    <a:pt x="1298353" y="861346"/>
                  </a:lnTo>
                  <a:lnTo>
                    <a:pt x="1276922" y="858488"/>
                  </a:lnTo>
                  <a:lnTo>
                    <a:pt x="1259586" y="856202"/>
                  </a:lnTo>
                  <a:lnTo>
                    <a:pt x="1242251" y="853916"/>
                  </a:lnTo>
                  <a:lnTo>
                    <a:pt x="1242155" y="853916"/>
                  </a:lnTo>
                  <a:lnTo>
                    <a:pt x="1223296" y="855917"/>
                  </a:lnTo>
                  <a:lnTo>
                    <a:pt x="1204436" y="857917"/>
                  </a:lnTo>
                  <a:lnTo>
                    <a:pt x="1199388" y="858774"/>
                  </a:lnTo>
                  <a:lnTo>
                    <a:pt x="1198721" y="858584"/>
                  </a:lnTo>
                  <a:lnTo>
                    <a:pt x="1198245" y="858488"/>
                  </a:lnTo>
                  <a:lnTo>
                    <a:pt x="1197864" y="857345"/>
                  </a:lnTo>
                  <a:lnTo>
                    <a:pt x="1197197" y="848392"/>
                  </a:lnTo>
                  <a:lnTo>
                    <a:pt x="1196816" y="846773"/>
                  </a:lnTo>
                  <a:lnTo>
                    <a:pt x="1196150" y="845344"/>
                  </a:lnTo>
                  <a:lnTo>
                    <a:pt x="1194911" y="843725"/>
                  </a:lnTo>
                  <a:lnTo>
                    <a:pt x="1174623" y="823532"/>
                  </a:lnTo>
                  <a:lnTo>
                    <a:pt x="1172813" y="821150"/>
                  </a:lnTo>
                  <a:lnTo>
                    <a:pt x="1171766" y="818483"/>
                  </a:lnTo>
                  <a:lnTo>
                    <a:pt x="1171289" y="815435"/>
                  </a:lnTo>
                  <a:lnTo>
                    <a:pt x="1171099" y="812101"/>
                  </a:lnTo>
                  <a:lnTo>
                    <a:pt x="1170623" y="809435"/>
                  </a:lnTo>
                  <a:lnTo>
                    <a:pt x="1163193" y="793337"/>
                  </a:lnTo>
                  <a:lnTo>
                    <a:pt x="1157764" y="776002"/>
                  </a:lnTo>
                  <a:lnTo>
                    <a:pt x="1154906" y="769620"/>
                  </a:lnTo>
                  <a:lnTo>
                    <a:pt x="1153573" y="768096"/>
                  </a:lnTo>
                  <a:lnTo>
                    <a:pt x="1151668" y="767525"/>
                  </a:lnTo>
                  <a:lnTo>
                    <a:pt x="1148906" y="767334"/>
                  </a:lnTo>
                  <a:lnTo>
                    <a:pt x="1143857" y="766001"/>
                  </a:lnTo>
                  <a:lnTo>
                    <a:pt x="1143381" y="765239"/>
                  </a:lnTo>
                  <a:lnTo>
                    <a:pt x="1143381" y="763524"/>
                  </a:lnTo>
                  <a:lnTo>
                    <a:pt x="1143857" y="759333"/>
                  </a:lnTo>
                  <a:lnTo>
                    <a:pt x="1143476" y="755618"/>
                  </a:lnTo>
                  <a:lnTo>
                    <a:pt x="1143572" y="754856"/>
                  </a:lnTo>
                  <a:lnTo>
                    <a:pt x="1143762" y="754094"/>
                  </a:lnTo>
                  <a:lnTo>
                    <a:pt x="1144429" y="752666"/>
                  </a:lnTo>
                  <a:lnTo>
                    <a:pt x="1144810" y="750665"/>
                  </a:lnTo>
                  <a:lnTo>
                    <a:pt x="1145477" y="749427"/>
                  </a:lnTo>
                  <a:lnTo>
                    <a:pt x="1147001" y="747332"/>
                  </a:lnTo>
                  <a:lnTo>
                    <a:pt x="1147477" y="745903"/>
                  </a:lnTo>
                  <a:lnTo>
                    <a:pt x="1146524" y="745426"/>
                  </a:lnTo>
                  <a:lnTo>
                    <a:pt x="1128522" y="747808"/>
                  </a:lnTo>
                  <a:lnTo>
                    <a:pt x="1126236" y="747522"/>
                  </a:lnTo>
                  <a:lnTo>
                    <a:pt x="1121569" y="744950"/>
                  </a:lnTo>
                  <a:lnTo>
                    <a:pt x="1111853" y="741902"/>
                  </a:lnTo>
                  <a:lnTo>
                    <a:pt x="1110615" y="741331"/>
                  </a:lnTo>
                  <a:lnTo>
                    <a:pt x="1109853" y="740378"/>
                  </a:lnTo>
                  <a:lnTo>
                    <a:pt x="1109282" y="739140"/>
                  </a:lnTo>
                  <a:lnTo>
                    <a:pt x="1108424" y="737997"/>
                  </a:lnTo>
                  <a:lnTo>
                    <a:pt x="1104805" y="734568"/>
                  </a:lnTo>
                  <a:lnTo>
                    <a:pt x="1098042" y="730377"/>
                  </a:lnTo>
                  <a:lnTo>
                    <a:pt x="1096423" y="729520"/>
                  </a:lnTo>
                  <a:lnTo>
                    <a:pt x="1093089" y="729520"/>
                  </a:lnTo>
                  <a:lnTo>
                    <a:pt x="1091660" y="728948"/>
                  </a:lnTo>
                  <a:lnTo>
                    <a:pt x="1090803" y="727805"/>
                  </a:lnTo>
                  <a:lnTo>
                    <a:pt x="1089374" y="724662"/>
                  </a:lnTo>
                  <a:lnTo>
                    <a:pt x="1088422" y="723329"/>
                  </a:lnTo>
                  <a:lnTo>
                    <a:pt x="1084040" y="718566"/>
                  </a:lnTo>
                  <a:lnTo>
                    <a:pt x="1083374" y="718090"/>
                  </a:lnTo>
                  <a:lnTo>
                    <a:pt x="1082516" y="717709"/>
                  </a:lnTo>
                  <a:lnTo>
                    <a:pt x="1081659" y="717614"/>
                  </a:lnTo>
                  <a:lnTo>
                    <a:pt x="1079278" y="718757"/>
                  </a:lnTo>
                  <a:lnTo>
                    <a:pt x="1076897" y="718757"/>
                  </a:lnTo>
                  <a:lnTo>
                    <a:pt x="1072515" y="718090"/>
                  </a:lnTo>
                  <a:lnTo>
                    <a:pt x="1070039" y="717137"/>
                  </a:lnTo>
                  <a:lnTo>
                    <a:pt x="1067276" y="714089"/>
                  </a:lnTo>
                  <a:lnTo>
                    <a:pt x="1058799" y="702183"/>
                  </a:lnTo>
                  <a:lnTo>
                    <a:pt x="1057466" y="700945"/>
                  </a:lnTo>
                  <a:lnTo>
                    <a:pt x="1048893" y="696468"/>
                  </a:lnTo>
                  <a:lnTo>
                    <a:pt x="1043369" y="696182"/>
                  </a:lnTo>
                  <a:lnTo>
                    <a:pt x="1042321" y="695801"/>
                  </a:lnTo>
                  <a:lnTo>
                    <a:pt x="1040321" y="694468"/>
                  </a:lnTo>
                  <a:lnTo>
                    <a:pt x="1039273" y="693992"/>
                  </a:lnTo>
                  <a:lnTo>
                    <a:pt x="1038035" y="693896"/>
                  </a:lnTo>
                  <a:lnTo>
                    <a:pt x="1035463" y="694277"/>
                  </a:lnTo>
                  <a:lnTo>
                    <a:pt x="1034129" y="694182"/>
                  </a:lnTo>
                  <a:lnTo>
                    <a:pt x="1030034" y="692277"/>
                  </a:lnTo>
                  <a:lnTo>
                    <a:pt x="1028605" y="692087"/>
                  </a:lnTo>
                  <a:lnTo>
                    <a:pt x="1025271" y="692468"/>
                  </a:lnTo>
                  <a:lnTo>
                    <a:pt x="1024033" y="692563"/>
                  </a:lnTo>
                  <a:lnTo>
                    <a:pt x="1022985" y="692277"/>
                  </a:lnTo>
                  <a:lnTo>
                    <a:pt x="1021937" y="692182"/>
                  </a:lnTo>
                  <a:lnTo>
                    <a:pt x="1020889" y="692277"/>
                  </a:lnTo>
                  <a:lnTo>
                    <a:pt x="1019842" y="692563"/>
                  </a:lnTo>
                  <a:lnTo>
                    <a:pt x="1018222" y="692468"/>
                  </a:lnTo>
                  <a:lnTo>
                    <a:pt x="1016699" y="691801"/>
                  </a:lnTo>
                  <a:lnTo>
                    <a:pt x="1013746" y="690086"/>
                  </a:lnTo>
                  <a:lnTo>
                    <a:pt x="1013079" y="689991"/>
                  </a:lnTo>
                  <a:lnTo>
                    <a:pt x="1011364" y="690372"/>
                  </a:lnTo>
                  <a:lnTo>
                    <a:pt x="1010603" y="690467"/>
                  </a:lnTo>
                  <a:lnTo>
                    <a:pt x="1008126" y="690086"/>
                  </a:lnTo>
                  <a:lnTo>
                    <a:pt x="1002125" y="691706"/>
                  </a:lnTo>
                  <a:lnTo>
                    <a:pt x="998601" y="691896"/>
                  </a:lnTo>
                  <a:lnTo>
                    <a:pt x="993458" y="693039"/>
                  </a:lnTo>
                  <a:lnTo>
                    <a:pt x="992600" y="693039"/>
                  </a:lnTo>
                  <a:lnTo>
                    <a:pt x="990219" y="692087"/>
                  </a:lnTo>
                  <a:lnTo>
                    <a:pt x="989267" y="691991"/>
                  </a:lnTo>
                  <a:lnTo>
                    <a:pt x="986695" y="692372"/>
                  </a:lnTo>
                  <a:lnTo>
                    <a:pt x="985838" y="692372"/>
                  </a:lnTo>
                  <a:lnTo>
                    <a:pt x="983456" y="691515"/>
                  </a:lnTo>
                  <a:lnTo>
                    <a:pt x="982504" y="691515"/>
                  </a:lnTo>
                  <a:lnTo>
                    <a:pt x="979932" y="692182"/>
                  </a:lnTo>
                  <a:lnTo>
                    <a:pt x="978599" y="691896"/>
                  </a:lnTo>
                  <a:lnTo>
                    <a:pt x="974122" y="688658"/>
                  </a:lnTo>
                  <a:lnTo>
                    <a:pt x="972407" y="687896"/>
                  </a:lnTo>
                  <a:lnTo>
                    <a:pt x="970693" y="687419"/>
                  </a:lnTo>
                  <a:lnTo>
                    <a:pt x="968883" y="687324"/>
                  </a:lnTo>
                  <a:lnTo>
                    <a:pt x="967073" y="687515"/>
                  </a:lnTo>
                  <a:lnTo>
                    <a:pt x="964121" y="688086"/>
                  </a:lnTo>
                  <a:lnTo>
                    <a:pt x="955739" y="687419"/>
                  </a:lnTo>
                  <a:lnTo>
                    <a:pt x="954596" y="687515"/>
                  </a:lnTo>
                  <a:lnTo>
                    <a:pt x="952405" y="688181"/>
                  </a:lnTo>
                  <a:lnTo>
                    <a:pt x="951357" y="688276"/>
                  </a:lnTo>
                  <a:lnTo>
                    <a:pt x="946118" y="686943"/>
                  </a:lnTo>
                  <a:lnTo>
                    <a:pt x="945547" y="687038"/>
                  </a:lnTo>
                  <a:lnTo>
                    <a:pt x="944975" y="687419"/>
                  </a:lnTo>
                  <a:lnTo>
                    <a:pt x="944499" y="687515"/>
                  </a:lnTo>
                  <a:lnTo>
                    <a:pt x="943832" y="687038"/>
                  </a:lnTo>
                  <a:lnTo>
                    <a:pt x="940403" y="682562"/>
                  </a:lnTo>
                  <a:lnTo>
                    <a:pt x="939451" y="681895"/>
                  </a:lnTo>
                  <a:lnTo>
                    <a:pt x="938308" y="681895"/>
                  </a:lnTo>
                  <a:lnTo>
                    <a:pt x="937451" y="682562"/>
                  </a:lnTo>
                  <a:lnTo>
                    <a:pt x="936593" y="683514"/>
                  </a:lnTo>
                  <a:lnTo>
                    <a:pt x="935736" y="684276"/>
                  </a:lnTo>
                  <a:lnTo>
                    <a:pt x="934688" y="684276"/>
                  </a:lnTo>
                  <a:lnTo>
                    <a:pt x="929545" y="683133"/>
                  </a:lnTo>
                  <a:lnTo>
                    <a:pt x="926116" y="681323"/>
                  </a:lnTo>
                  <a:lnTo>
                    <a:pt x="925354" y="680561"/>
                  </a:lnTo>
                  <a:lnTo>
                    <a:pt x="924211" y="678751"/>
                  </a:lnTo>
                  <a:lnTo>
                    <a:pt x="923544" y="677990"/>
                  </a:lnTo>
                  <a:lnTo>
                    <a:pt x="921734" y="677037"/>
                  </a:lnTo>
                  <a:lnTo>
                    <a:pt x="919353" y="676561"/>
                  </a:lnTo>
                  <a:lnTo>
                    <a:pt x="916972" y="676466"/>
                  </a:lnTo>
                  <a:lnTo>
                    <a:pt x="915067" y="676751"/>
                  </a:lnTo>
                  <a:lnTo>
                    <a:pt x="911352" y="678942"/>
                  </a:lnTo>
                  <a:lnTo>
                    <a:pt x="909638" y="678942"/>
                  </a:lnTo>
                  <a:lnTo>
                    <a:pt x="908780" y="676751"/>
                  </a:lnTo>
                  <a:lnTo>
                    <a:pt x="908971" y="675513"/>
                  </a:lnTo>
                  <a:lnTo>
                    <a:pt x="909257" y="674656"/>
                  </a:lnTo>
                  <a:lnTo>
                    <a:pt x="909257" y="673799"/>
                  </a:lnTo>
                  <a:lnTo>
                    <a:pt x="908590" y="672560"/>
                  </a:lnTo>
                  <a:lnTo>
                    <a:pt x="907637" y="671894"/>
                  </a:lnTo>
                  <a:lnTo>
                    <a:pt x="905542" y="670941"/>
                  </a:lnTo>
                  <a:lnTo>
                    <a:pt x="905256" y="670084"/>
                  </a:lnTo>
                  <a:lnTo>
                    <a:pt x="905256" y="667607"/>
                  </a:lnTo>
                  <a:lnTo>
                    <a:pt x="904589" y="665512"/>
                  </a:lnTo>
                  <a:lnTo>
                    <a:pt x="903732" y="663512"/>
                  </a:lnTo>
                  <a:lnTo>
                    <a:pt x="903256" y="661321"/>
                  </a:lnTo>
                  <a:lnTo>
                    <a:pt x="902494" y="659797"/>
                  </a:lnTo>
                  <a:lnTo>
                    <a:pt x="899065" y="657225"/>
                  </a:lnTo>
                  <a:lnTo>
                    <a:pt x="897922" y="655892"/>
                  </a:lnTo>
                  <a:lnTo>
                    <a:pt x="900303" y="638080"/>
                  </a:lnTo>
                  <a:lnTo>
                    <a:pt x="901065" y="636365"/>
                  </a:lnTo>
                  <a:lnTo>
                    <a:pt x="912019" y="621411"/>
                  </a:lnTo>
                  <a:lnTo>
                    <a:pt x="914972" y="618554"/>
                  </a:lnTo>
                  <a:lnTo>
                    <a:pt x="915543" y="618077"/>
                  </a:lnTo>
                  <a:lnTo>
                    <a:pt x="916400" y="615887"/>
                  </a:lnTo>
                  <a:lnTo>
                    <a:pt x="916591" y="612362"/>
                  </a:lnTo>
                  <a:lnTo>
                    <a:pt x="916115" y="608933"/>
                  </a:lnTo>
                  <a:lnTo>
                    <a:pt x="914972" y="606933"/>
                  </a:lnTo>
                  <a:lnTo>
                    <a:pt x="913543" y="604838"/>
                  </a:lnTo>
                  <a:lnTo>
                    <a:pt x="910971" y="596265"/>
                  </a:lnTo>
                  <a:lnTo>
                    <a:pt x="910781" y="594741"/>
                  </a:lnTo>
                  <a:lnTo>
                    <a:pt x="911257" y="593598"/>
                  </a:lnTo>
                  <a:lnTo>
                    <a:pt x="912781" y="591598"/>
                  </a:lnTo>
                  <a:lnTo>
                    <a:pt x="914876" y="586073"/>
                  </a:lnTo>
                  <a:lnTo>
                    <a:pt x="915448" y="584645"/>
                  </a:lnTo>
                  <a:lnTo>
                    <a:pt x="916210" y="581597"/>
                  </a:lnTo>
                  <a:lnTo>
                    <a:pt x="916877" y="580263"/>
                  </a:lnTo>
                  <a:lnTo>
                    <a:pt x="918020" y="577501"/>
                  </a:lnTo>
                  <a:lnTo>
                    <a:pt x="918496" y="575786"/>
                  </a:lnTo>
                  <a:lnTo>
                    <a:pt x="918591" y="574643"/>
                  </a:lnTo>
                  <a:lnTo>
                    <a:pt x="917829" y="573596"/>
                  </a:lnTo>
                  <a:lnTo>
                    <a:pt x="916686" y="573215"/>
                  </a:lnTo>
                  <a:lnTo>
                    <a:pt x="915924" y="572548"/>
                  </a:lnTo>
                  <a:lnTo>
                    <a:pt x="916019" y="570548"/>
                  </a:lnTo>
                  <a:lnTo>
                    <a:pt x="916781" y="567309"/>
                  </a:lnTo>
                  <a:lnTo>
                    <a:pt x="916877" y="565214"/>
                  </a:lnTo>
                  <a:lnTo>
                    <a:pt x="916972" y="564166"/>
                  </a:lnTo>
                  <a:lnTo>
                    <a:pt x="916400" y="561308"/>
                  </a:lnTo>
                  <a:lnTo>
                    <a:pt x="914876" y="558737"/>
                  </a:lnTo>
                  <a:lnTo>
                    <a:pt x="912971" y="556832"/>
                  </a:lnTo>
                  <a:lnTo>
                    <a:pt x="912209" y="555689"/>
                  </a:lnTo>
                  <a:lnTo>
                    <a:pt x="911924" y="554069"/>
                  </a:lnTo>
                  <a:lnTo>
                    <a:pt x="912114" y="553498"/>
                  </a:lnTo>
                  <a:lnTo>
                    <a:pt x="912686" y="552355"/>
                  </a:lnTo>
                  <a:lnTo>
                    <a:pt x="912781" y="551783"/>
                  </a:lnTo>
                  <a:lnTo>
                    <a:pt x="912590" y="551021"/>
                  </a:lnTo>
                  <a:lnTo>
                    <a:pt x="912209" y="550545"/>
                  </a:lnTo>
                  <a:lnTo>
                    <a:pt x="911828" y="550164"/>
                  </a:lnTo>
                  <a:lnTo>
                    <a:pt x="911447" y="549593"/>
                  </a:lnTo>
                  <a:lnTo>
                    <a:pt x="910971" y="548164"/>
                  </a:lnTo>
                  <a:lnTo>
                    <a:pt x="910590" y="546830"/>
                  </a:lnTo>
                  <a:lnTo>
                    <a:pt x="910114" y="545592"/>
                  </a:lnTo>
                  <a:lnTo>
                    <a:pt x="909352" y="544354"/>
                  </a:lnTo>
                  <a:lnTo>
                    <a:pt x="908304" y="543401"/>
                  </a:lnTo>
                  <a:lnTo>
                    <a:pt x="907161" y="542735"/>
                  </a:lnTo>
                  <a:lnTo>
                    <a:pt x="905923" y="542354"/>
                  </a:lnTo>
                  <a:lnTo>
                    <a:pt x="904685" y="542354"/>
                  </a:lnTo>
                  <a:lnTo>
                    <a:pt x="902589" y="541973"/>
                  </a:lnTo>
                  <a:lnTo>
                    <a:pt x="900970" y="540258"/>
                  </a:lnTo>
                  <a:lnTo>
                    <a:pt x="888111" y="517493"/>
                  </a:lnTo>
                  <a:lnTo>
                    <a:pt x="888016" y="516922"/>
                  </a:lnTo>
                  <a:lnTo>
                    <a:pt x="888111" y="516350"/>
                  </a:lnTo>
                  <a:lnTo>
                    <a:pt x="888492" y="515874"/>
                  </a:lnTo>
                  <a:lnTo>
                    <a:pt x="889064" y="514731"/>
                  </a:lnTo>
                  <a:lnTo>
                    <a:pt x="889254" y="513398"/>
                  </a:lnTo>
                  <a:lnTo>
                    <a:pt x="889064" y="512159"/>
                  </a:lnTo>
                  <a:lnTo>
                    <a:pt x="888397" y="511111"/>
                  </a:lnTo>
                  <a:lnTo>
                    <a:pt x="886968" y="510064"/>
                  </a:lnTo>
                  <a:lnTo>
                    <a:pt x="886587" y="507968"/>
                  </a:lnTo>
                  <a:lnTo>
                    <a:pt x="886682" y="505492"/>
                  </a:lnTo>
                  <a:lnTo>
                    <a:pt x="886587" y="503111"/>
                  </a:lnTo>
                  <a:lnTo>
                    <a:pt x="885825" y="502063"/>
                  </a:lnTo>
                  <a:lnTo>
                    <a:pt x="884111" y="500634"/>
                  </a:lnTo>
                  <a:lnTo>
                    <a:pt x="883444" y="499586"/>
                  </a:lnTo>
                  <a:lnTo>
                    <a:pt x="881920" y="495681"/>
                  </a:lnTo>
                  <a:lnTo>
                    <a:pt x="881158" y="494538"/>
                  </a:lnTo>
                  <a:lnTo>
                    <a:pt x="880586" y="492919"/>
                  </a:lnTo>
                  <a:lnTo>
                    <a:pt x="881158" y="491871"/>
                  </a:lnTo>
                  <a:lnTo>
                    <a:pt x="881825" y="491014"/>
                  </a:lnTo>
                  <a:lnTo>
                    <a:pt x="881539" y="490157"/>
                  </a:lnTo>
                  <a:lnTo>
                    <a:pt x="880396" y="489299"/>
                  </a:lnTo>
                  <a:lnTo>
                    <a:pt x="879253" y="488632"/>
                  </a:lnTo>
                  <a:lnTo>
                    <a:pt x="874395" y="487299"/>
                  </a:lnTo>
                  <a:lnTo>
                    <a:pt x="871919" y="486156"/>
                  </a:lnTo>
                  <a:lnTo>
                    <a:pt x="869633" y="484632"/>
                  </a:lnTo>
                  <a:lnTo>
                    <a:pt x="867632" y="482632"/>
                  </a:lnTo>
                  <a:lnTo>
                    <a:pt x="866966" y="481584"/>
                  </a:lnTo>
                  <a:lnTo>
                    <a:pt x="866299" y="480060"/>
                  </a:lnTo>
                  <a:lnTo>
                    <a:pt x="865918" y="478441"/>
                  </a:lnTo>
                  <a:lnTo>
                    <a:pt x="866108" y="477012"/>
                  </a:lnTo>
                  <a:lnTo>
                    <a:pt x="866585" y="475298"/>
                  </a:lnTo>
                  <a:lnTo>
                    <a:pt x="866394" y="473869"/>
                  </a:lnTo>
                  <a:lnTo>
                    <a:pt x="865632" y="473011"/>
                  </a:lnTo>
                  <a:lnTo>
                    <a:pt x="863441" y="472916"/>
                  </a:lnTo>
                  <a:lnTo>
                    <a:pt x="861346" y="472250"/>
                  </a:lnTo>
                  <a:lnTo>
                    <a:pt x="860489" y="472630"/>
                  </a:lnTo>
                  <a:lnTo>
                    <a:pt x="860108" y="473583"/>
                  </a:lnTo>
                  <a:lnTo>
                    <a:pt x="860012" y="474631"/>
                  </a:lnTo>
                  <a:lnTo>
                    <a:pt x="859822" y="475678"/>
                  </a:lnTo>
                  <a:lnTo>
                    <a:pt x="859155" y="476631"/>
                  </a:lnTo>
                  <a:lnTo>
                    <a:pt x="857441" y="477203"/>
                  </a:lnTo>
                  <a:lnTo>
                    <a:pt x="851916" y="477679"/>
                  </a:lnTo>
                  <a:lnTo>
                    <a:pt x="850202" y="477203"/>
                  </a:lnTo>
                  <a:lnTo>
                    <a:pt x="849630" y="476250"/>
                  </a:lnTo>
                  <a:lnTo>
                    <a:pt x="849154" y="474059"/>
                  </a:lnTo>
                  <a:lnTo>
                    <a:pt x="848773" y="473011"/>
                  </a:lnTo>
                  <a:lnTo>
                    <a:pt x="847916" y="472154"/>
                  </a:lnTo>
                  <a:lnTo>
                    <a:pt x="846106" y="471773"/>
                  </a:lnTo>
                  <a:lnTo>
                    <a:pt x="845249" y="471297"/>
                  </a:lnTo>
                  <a:lnTo>
                    <a:pt x="844677" y="470249"/>
                  </a:lnTo>
                  <a:lnTo>
                    <a:pt x="844296" y="468916"/>
                  </a:lnTo>
                  <a:lnTo>
                    <a:pt x="843820" y="467773"/>
                  </a:lnTo>
                  <a:lnTo>
                    <a:pt x="843058" y="467297"/>
                  </a:lnTo>
                  <a:lnTo>
                    <a:pt x="842201" y="467106"/>
                  </a:lnTo>
                  <a:lnTo>
                    <a:pt x="841534" y="466344"/>
                  </a:lnTo>
                  <a:lnTo>
                    <a:pt x="841153" y="465201"/>
                  </a:lnTo>
                  <a:lnTo>
                    <a:pt x="841153" y="463868"/>
                  </a:lnTo>
                  <a:lnTo>
                    <a:pt x="840962" y="461677"/>
                  </a:lnTo>
                  <a:lnTo>
                    <a:pt x="839343" y="460820"/>
                  </a:lnTo>
                  <a:lnTo>
                    <a:pt x="837343" y="460915"/>
                  </a:lnTo>
                  <a:lnTo>
                    <a:pt x="835819" y="461486"/>
                  </a:lnTo>
                  <a:lnTo>
                    <a:pt x="833152" y="461582"/>
                  </a:lnTo>
                  <a:lnTo>
                    <a:pt x="832295" y="461486"/>
                  </a:lnTo>
                  <a:lnTo>
                    <a:pt x="830199" y="460343"/>
                  </a:lnTo>
                  <a:lnTo>
                    <a:pt x="829437" y="460343"/>
                  </a:lnTo>
                  <a:lnTo>
                    <a:pt x="828389" y="460820"/>
                  </a:lnTo>
                  <a:lnTo>
                    <a:pt x="825818" y="462915"/>
                  </a:lnTo>
                  <a:lnTo>
                    <a:pt x="824960" y="463868"/>
                  </a:lnTo>
                  <a:lnTo>
                    <a:pt x="823627" y="464915"/>
                  </a:lnTo>
                  <a:lnTo>
                    <a:pt x="822293" y="465201"/>
                  </a:lnTo>
                  <a:lnTo>
                    <a:pt x="819531" y="464630"/>
                  </a:lnTo>
                  <a:lnTo>
                    <a:pt x="814673" y="464630"/>
                  </a:lnTo>
                  <a:lnTo>
                    <a:pt x="813149" y="463963"/>
                  </a:lnTo>
                  <a:lnTo>
                    <a:pt x="813149" y="463963"/>
                  </a:lnTo>
                  <a:lnTo>
                    <a:pt x="813149" y="463963"/>
                  </a:lnTo>
                  <a:lnTo>
                    <a:pt x="807149" y="455771"/>
                  </a:lnTo>
                  <a:lnTo>
                    <a:pt x="806291" y="455105"/>
                  </a:lnTo>
                  <a:lnTo>
                    <a:pt x="804863" y="454724"/>
                  </a:lnTo>
                  <a:lnTo>
                    <a:pt x="801815" y="455200"/>
                  </a:lnTo>
                  <a:lnTo>
                    <a:pt x="800481" y="455105"/>
                  </a:lnTo>
                  <a:lnTo>
                    <a:pt x="798862" y="453961"/>
                  </a:lnTo>
                  <a:lnTo>
                    <a:pt x="795338" y="450342"/>
                  </a:lnTo>
                  <a:lnTo>
                    <a:pt x="793814" y="449771"/>
                  </a:lnTo>
                  <a:lnTo>
                    <a:pt x="792480" y="449961"/>
                  </a:lnTo>
                  <a:lnTo>
                    <a:pt x="791432" y="449580"/>
                  </a:lnTo>
                  <a:lnTo>
                    <a:pt x="789337" y="447866"/>
                  </a:lnTo>
                  <a:lnTo>
                    <a:pt x="788861" y="447199"/>
                  </a:lnTo>
                  <a:lnTo>
                    <a:pt x="788480" y="445770"/>
                  </a:lnTo>
                  <a:lnTo>
                    <a:pt x="788194" y="444246"/>
                  </a:lnTo>
                  <a:lnTo>
                    <a:pt x="787813" y="442722"/>
                  </a:lnTo>
                  <a:lnTo>
                    <a:pt x="787718" y="441198"/>
                  </a:lnTo>
                  <a:lnTo>
                    <a:pt x="788480" y="438245"/>
                  </a:lnTo>
                  <a:lnTo>
                    <a:pt x="788099" y="436817"/>
                  </a:lnTo>
                  <a:lnTo>
                    <a:pt x="784765" y="432911"/>
                  </a:lnTo>
                  <a:lnTo>
                    <a:pt x="783527" y="432340"/>
                  </a:lnTo>
                  <a:lnTo>
                    <a:pt x="782479" y="432530"/>
                  </a:lnTo>
                  <a:lnTo>
                    <a:pt x="781431" y="432911"/>
                  </a:lnTo>
                  <a:lnTo>
                    <a:pt x="780193" y="432911"/>
                  </a:lnTo>
                  <a:lnTo>
                    <a:pt x="778478" y="431768"/>
                  </a:lnTo>
                  <a:lnTo>
                    <a:pt x="775811" y="428149"/>
                  </a:lnTo>
                  <a:lnTo>
                    <a:pt x="774383" y="426911"/>
                  </a:lnTo>
                  <a:lnTo>
                    <a:pt x="770763" y="425006"/>
                  </a:lnTo>
                  <a:lnTo>
                    <a:pt x="769811" y="424815"/>
                  </a:lnTo>
                  <a:lnTo>
                    <a:pt x="768001" y="425006"/>
                  </a:lnTo>
                  <a:lnTo>
                    <a:pt x="767048" y="424910"/>
                  </a:lnTo>
                  <a:lnTo>
                    <a:pt x="766096" y="424434"/>
                  </a:lnTo>
                  <a:lnTo>
                    <a:pt x="764381" y="423101"/>
                  </a:lnTo>
                  <a:lnTo>
                    <a:pt x="762953" y="422338"/>
                  </a:lnTo>
                  <a:lnTo>
                    <a:pt x="762095" y="421291"/>
                  </a:lnTo>
                  <a:lnTo>
                    <a:pt x="761619" y="421005"/>
                  </a:lnTo>
                  <a:lnTo>
                    <a:pt x="761048" y="421005"/>
                  </a:lnTo>
                  <a:lnTo>
                    <a:pt x="759809" y="421291"/>
                  </a:lnTo>
                  <a:lnTo>
                    <a:pt x="759238" y="421291"/>
                  </a:lnTo>
                  <a:lnTo>
                    <a:pt x="757428" y="420338"/>
                  </a:lnTo>
                  <a:lnTo>
                    <a:pt x="755809" y="418529"/>
                  </a:lnTo>
                  <a:lnTo>
                    <a:pt x="755333" y="416624"/>
                  </a:lnTo>
                  <a:lnTo>
                    <a:pt x="757047" y="415290"/>
                  </a:lnTo>
                  <a:lnTo>
                    <a:pt x="757809" y="414719"/>
                  </a:lnTo>
                  <a:lnTo>
                    <a:pt x="758190" y="413861"/>
                  </a:lnTo>
                  <a:lnTo>
                    <a:pt x="758476" y="413004"/>
                  </a:lnTo>
                  <a:lnTo>
                    <a:pt x="758857" y="412433"/>
                  </a:lnTo>
                  <a:lnTo>
                    <a:pt x="761238" y="410813"/>
                  </a:lnTo>
                  <a:lnTo>
                    <a:pt x="761714" y="410051"/>
                  </a:lnTo>
                  <a:lnTo>
                    <a:pt x="761524" y="408051"/>
                  </a:lnTo>
                  <a:lnTo>
                    <a:pt x="760190" y="406337"/>
                  </a:lnTo>
                  <a:lnTo>
                    <a:pt x="757142" y="404241"/>
                  </a:lnTo>
                  <a:lnTo>
                    <a:pt x="755904" y="403860"/>
                  </a:lnTo>
                  <a:lnTo>
                    <a:pt x="753523" y="404051"/>
                  </a:lnTo>
                  <a:lnTo>
                    <a:pt x="750094" y="402431"/>
                  </a:lnTo>
                  <a:lnTo>
                    <a:pt x="749046" y="401765"/>
                  </a:lnTo>
                  <a:lnTo>
                    <a:pt x="748284" y="400812"/>
                  </a:lnTo>
                  <a:lnTo>
                    <a:pt x="748094" y="400050"/>
                  </a:lnTo>
                  <a:lnTo>
                    <a:pt x="747998" y="398431"/>
                  </a:lnTo>
                  <a:lnTo>
                    <a:pt x="747808" y="397669"/>
                  </a:lnTo>
                  <a:lnTo>
                    <a:pt x="747332" y="397097"/>
                  </a:lnTo>
                  <a:lnTo>
                    <a:pt x="746760" y="396716"/>
                  </a:lnTo>
                  <a:lnTo>
                    <a:pt x="745617" y="396240"/>
                  </a:lnTo>
                  <a:lnTo>
                    <a:pt x="744760" y="395288"/>
                  </a:lnTo>
                  <a:lnTo>
                    <a:pt x="744665" y="393859"/>
                  </a:lnTo>
                  <a:lnTo>
                    <a:pt x="745046" y="392335"/>
                  </a:lnTo>
                  <a:lnTo>
                    <a:pt x="745712" y="391097"/>
                  </a:lnTo>
                  <a:lnTo>
                    <a:pt x="749903" y="389096"/>
                  </a:lnTo>
                  <a:lnTo>
                    <a:pt x="751808" y="387287"/>
                  </a:lnTo>
                  <a:lnTo>
                    <a:pt x="751808" y="384429"/>
                  </a:lnTo>
                  <a:lnTo>
                    <a:pt x="751046" y="383477"/>
                  </a:lnTo>
                  <a:lnTo>
                    <a:pt x="749999" y="383096"/>
                  </a:lnTo>
                  <a:lnTo>
                    <a:pt x="749141" y="382429"/>
                  </a:lnTo>
                  <a:lnTo>
                    <a:pt x="748856" y="380714"/>
                  </a:lnTo>
                  <a:lnTo>
                    <a:pt x="749141" y="379000"/>
                  </a:lnTo>
                  <a:lnTo>
                    <a:pt x="749618" y="377857"/>
                  </a:lnTo>
                  <a:lnTo>
                    <a:pt x="749903" y="376714"/>
                  </a:lnTo>
                  <a:lnTo>
                    <a:pt x="749713" y="374809"/>
                  </a:lnTo>
                  <a:lnTo>
                    <a:pt x="748951" y="372428"/>
                  </a:lnTo>
                  <a:lnTo>
                    <a:pt x="748856" y="371475"/>
                  </a:lnTo>
                  <a:lnTo>
                    <a:pt x="743617" y="372047"/>
                  </a:lnTo>
                  <a:lnTo>
                    <a:pt x="733520" y="375190"/>
                  </a:lnTo>
                  <a:lnTo>
                    <a:pt x="732949" y="375190"/>
                  </a:lnTo>
                  <a:lnTo>
                    <a:pt x="732568" y="375095"/>
                  </a:lnTo>
                  <a:lnTo>
                    <a:pt x="732282" y="375190"/>
                  </a:lnTo>
                  <a:lnTo>
                    <a:pt x="731806" y="376428"/>
                  </a:lnTo>
                  <a:lnTo>
                    <a:pt x="731615" y="376904"/>
                  </a:lnTo>
                  <a:lnTo>
                    <a:pt x="731330" y="377285"/>
                  </a:lnTo>
                  <a:lnTo>
                    <a:pt x="731044" y="377571"/>
                  </a:lnTo>
                  <a:lnTo>
                    <a:pt x="729044" y="378619"/>
                  </a:lnTo>
                  <a:lnTo>
                    <a:pt x="727043" y="378905"/>
                  </a:lnTo>
                  <a:lnTo>
                    <a:pt x="725043" y="378619"/>
                  </a:lnTo>
                  <a:lnTo>
                    <a:pt x="723043" y="377762"/>
                  </a:lnTo>
                  <a:lnTo>
                    <a:pt x="716566" y="375857"/>
                  </a:lnTo>
                  <a:lnTo>
                    <a:pt x="714566" y="374713"/>
                  </a:lnTo>
                  <a:lnTo>
                    <a:pt x="712184" y="374142"/>
                  </a:lnTo>
                  <a:lnTo>
                    <a:pt x="704755" y="377095"/>
                  </a:lnTo>
                  <a:lnTo>
                    <a:pt x="703231" y="376904"/>
                  </a:lnTo>
                  <a:lnTo>
                    <a:pt x="700088" y="375952"/>
                  </a:lnTo>
                  <a:lnTo>
                    <a:pt x="698659" y="376047"/>
                  </a:lnTo>
                  <a:lnTo>
                    <a:pt x="697516" y="377000"/>
                  </a:lnTo>
                  <a:lnTo>
                    <a:pt x="696373" y="379857"/>
                  </a:lnTo>
                  <a:lnTo>
                    <a:pt x="695420" y="381191"/>
                  </a:lnTo>
                  <a:lnTo>
                    <a:pt x="693420" y="383000"/>
                  </a:lnTo>
                  <a:lnTo>
                    <a:pt x="692563" y="383953"/>
                  </a:lnTo>
                  <a:lnTo>
                    <a:pt x="691706" y="385382"/>
                  </a:lnTo>
                  <a:lnTo>
                    <a:pt x="690944" y="387001"/>
                  </a:lnTo>
                  <a:lnTo>
                    <a:pt x="690753" y="388239"/>
                  </a:lnTo>
                  <a:lnTo>
                    <a:pt x="690848" y="389573"/>
                  </a:lnTo>
                  <a:lnTo>
                    <a:pt x="691229" y="391573"/>
                  </a:lnTo>
                  <a:lnTo>
                    <a:pt x="692468" y="394240"/>
                  </a:lnTo>
                  <a:lnTo>
                    <a:pt x="694182" y="395859"/>
                  </a:lnTo>
                  <a:lnTo>
                    <a:pt x="695039" y="397383"/>
                  </a:lnTo>
                  <a:lnTo>
                    <a:pt x="693706" y="399860"/>
                  </a:lnTo>
                  <a:lnTo>
                    <a:pt x="692753" y="401003"/>
                  </a:lnTo>
                  <a:lnTo>
                    <a:pt x="692372" y="401765"/>
                  </a:lnTo>
                  <a:lnTo>
                    <a:pt x="692468" y="402717"/>
                  </a:lnTo>
                  <a:lnTo>
                    <a:pt x="693039" y="406146"/>
                  </a:lnTo>
                  <a:lnTo>
                    <a:pt x="693039" y="407194"/>
                  </a:lnTo>
                  <a:lnTo>
                    <a:pt x="692658" y="408146"/>
                  </a:lnTo>
                  <a:lnTo>
                    <a:pt x="688658" y="413671"/>
                  </a:lnTo>
                  <a:lnTo>
                    <a:pt x="686181" y="416147"/>
                  </a:lnTo>
                  <a:lnTo>
                    <a:pt x="685324" y="417195"/>
                  </a:lnTo>
                  <a:lnTo>
                    <a:pt x="684657" y="418433"/>
                  </a:lnTo>
                  <a:lnTo>
                    <a:pt x="683705" y="421196"/>
                  </a:lnTo>
                  <a:lnTo>
                    <a:pt x="683133" y="422148"/>
                  </a:lnTo>
                  <a:lnTo>
                    <a:pt x="682181" y="422910"/>
                  </a:lnTo>
                  <a:lnTo>
                    <a:pt x="676085" y="425387"/>
                  </a:lnTo>
                  <a:lnTo>
                    <a:pt x="670941" y="425006"/>
                  </a:lnTo>
                  <a:lnTo>
                    <a:pt x="669512" y="425577"/>
                  </a:lnTo>
                  <a:lnTo>
                    <a:pt x="668369" y="426625"/>
                  </a:lnTo>
                  <a:lnTo>
                    <a:pt x="666274" y="429197"/>
                  </a:lnTo>
                  <a:lnTo>
                    <a:pt x="663416" y="430721"/>
                  </a:lnTo>
                  <a:lnTo>
                    <a:pt x="653606" y="429863"/>
                  </a:lnTo>
                  <a:lnTo>
                    <a:pt x="641890" y="431578"/>
                  </a:lnTo>
                  <a:lnTo>
                    <a:pt x="639985" y="433007"/>
                  </a:lnTo>
                  <a:lnTo>
                    <a:pt x="638461" y="435483"/>
                  </a:lnTo>
                  <a:lnTo>
                    <a:pt x="631508" y="452628"/>
                  </a:lnTo>
                  <a:lnTo>
                    <a:pt x="630174" y="461296"/>
                  </a:lnTo>
                  <a:lnTo>
                    <a:pt x="629412" y="464249"/>
                  </a:lnTo>
                  <a:lnTo>
                    <a:pt x="628460" y="466344"/>
                  </a:lnTo>
                  <a:lnTo>
                    <a:pt x="627888" y="468059"/>
                  </a:lnTo>
                  <a:lnTo>
                    <a:pt x="627793" y="469963"/>
                  </a:lnTo>
                  <a:lnTo>
                    <a:pt x="631984" y="493109"/>
                  </a:lnTo>
                  <a:lnTo>
                    <a:pt x="631984" y="495681"/>
                  </a:lnTo>
                  <a:lnTo>
                    <a:pt x="631127" y="500920"/>
                  </a:lnTo>
                  <a:lnTo>
                    <a:pt x="631412" y="503301"/>
                  </a:lnTo>
                  <a:lnTo>
                    <a:pt x="631412" y="503301"/>
                  </a:lnTo>
                  <a:lnTo>
                    <a:pt x="632270" y="505587"/>
                  </a:lnTo>
                  <a:lnTo>
                    <a:pt x="635984" y="511683"/>
                  </a:lnTo>
                  <a:lnTo>
                    <a:pt x="636461" y="513302"/>
                  </a:lnTo>
                  <a:lnTo>
                    <a:pt x="636175" y="514826"/>
                  </a:lnTo>
                  <a:lnTo>
                    <a:pt x="635794" y="516255"/>
                  </a:lnTo>
                  <a:lnTo>
                    <a:pt x="635984" y="517588"/>
                  </a:lnTo>
                  <a:lnTo>
                    <a:pt x="636461" y="519017"/>
                  </a:lnTo>
                  <a:lnTo>
                    <a:pt x="636461" y="520255"/>
                  </a:lnTo>
                  <a:lnTo>
                    <a:pt x="635889" y="522827"/>
                  </a:lnTo>
                  <a:lnTo>
                    <a:pt x="635699" y="524447"/>
                  </a:lnTo>
                  <a:lnTo>
                    <a:pt x="635413" y="525590"/>
                  </a:lnTo>
                  <a:lnTo>
                    <a:pt x="634746" y="526256"/>
                  </a:lnTo>
                  <a:lnTo>
                    <a:pt x="632365" y="526542"/>
                  </a:lnTo>
                  <a:lnTo>
                    <a:pt x="631127" y="526923"/>
                  </a:lnTo>
                  <a:lnTo>
                    <a:pt x="630079" y="527685"/>
                  </a:lnTo>
                  <a:lnTo>
                    <a:pt x="629603" y="529019"/>
                  </a:lnTo>
                  <a:lnTo>
                    <a:pt x="629412" y="530447"/>
                  </a:lnTo>
                  <a:lnTo>
                    <a:pt x="629126" y="531590"/>
                  </a:lnTo>
                  <a:lnTo>
                    <a:pt x="628650" y="532638"/>
                  </a:lnTo>
                  <a:lnTo>
                    <a:pt x="627983" y="533686"/>
                  </a:lnTo>
                  <a:lnTo>
                    <a:pt x="627507" y="535019"/>
                  </a:lnTo>
                  <a:lnTo>
                    <a:pt x="626936" y="536639"/>
                  </a:lnTo>
                  <a:lnTo>
                    <a:pt x="626555" y="537591"/>
                  </a:lnTo>
                  <a:lnTo>
                    <a:pt x="623030" y="537496"/>
                  </a:lnTo>
                  <a:lnTo>
                    <a:pt x="616268" y="538544"/>
                  </a:lnTo>
                  <a:lnTo>
                    <a:pt x="613220" y="538163"/>
                  </a:lnTo>
                  <a:lnTo>
                    <a:pt x="612172" y="538353"/>
                  </a:lnTo>
                  <a:lnTo>
                    <a:pt x="611124" y="538925"/>
                  </a:lnTo>
                  <a:lnTo>
                    <a:pt x="610362" y="539687"/>
                  </a:lnTo>
                  <a:lnTo>
                    <a:pt x="609124" y="541973"/>
                  </a:lnTo>
                  <a:lnTo>
                    <a:pt x="607981" y="543116"/>
                  </a:lnTo>
                  <a:lnTo>
                    <a:pt x="604361" y="545783"/>
                  </a:lnTo>
                  <a:lnTo>
                    <a:pt x="602837" y="547497"/>
                  </a:lnTo>
                  <a:lnTo>
                    <a:pt x="602171" y="547973"/>
                  </a:lnTo>
                  <a:lnTo>
                    <a:pt x="599789" y="548545"/>
                  </a:lnTo>
                  <a:lnTo>
                    <a:pt x="599027" y="549021"/>
                  </a:lnTo>
                  <a:lnTo>
                    <a:pt x="598170" y="549878"/>
                  </a:lnTo>
                  <a:lnTo>
                    <a:pt x="596932" y="552164"/>
                  </a:lnTo>
                  <a:lnTo>
                    <a:pt x="595884" y="552926"/>
                  </a:lnTo>
                  <a:lnTo>
                    <a:pt x="591884" y="553784"/>
                  </a:lnTo>
                  <a:lnTo>
                    <a:pt x="588074" y="555403"/>
                  </a:lnTo>
                  <a:lnTo>
                    <a:pt x="586645" y="555689"/>
                  </a:lnTo>
                  <a:lnTo>
                    <a:pt x="585597" y="555212"/>
                  </a:lnTo>
                  <a:lnTo>
                    <a:pt x="585407" y="554165"/>
                  </a:lnTo>
                  <a:lnTo>
                    <a:pt x="585883" y="553022"/>
                  </a:lnTo>
                  <a:lnTo>
                    <a:pt x="586645" y="551783"/>
                  </a:lnTo>
                  <a:lnTo>
                    <a:pt x="587216" y="550545"/>
                  </a:lnTo>
                  <a:lnTo>
                    <a:pt x="587312" y="547783"/>
                  </a:lnTo>
                  <a:lnTo>
                    <a:pt x="586264" y="545497"/>
                  </a:lnTo>
                  <a:lnTo>
                    <a:pt x="584549" y="543782"/>
                  </a:lnTo>
                  <a:lnTo>
                    <a:pt x="582644" y="542735"/>
                  </a:lnTo>
                  <a:lnTo>
                    <a:pt x="580168" y="542544"/>
                  </a:lnTo>
                  <a:lnTo>
                    <a:pt x="575120" y="543782"/>
                  </a:lnTo>
                  <a:lnTo>
                    <a:pt x="572738" y="543401"/>
                  </a:lnTo>
                  <a:lnTo>
                    <a:pt x="569881" y="542068"/>
                  </a:lnTo>
                  <a:lnTo>
                    <a:pt x="569024" y="541973"/>
                  </a:lnTo>
                  <a:lnTo>
                    <a:pt x="568166" y="542068"/>
                  </a:lnTo>
                  <a:lnTo>
                    <a:pt x="568166" y="542068"/>
                  </a:lnTo>
                  <a:lnTo>
                    <a:pt x="561689" y="541496"/>
                  </a:lnTo>
                  <a:lnTo>
                    <a:pt x="556070" y="542068"/>
                  </a:lnTo>
                  <a:lnTo>
                    <a:pt x="556070" y="542068"/>
                  </a:lnTo>
                  <a:lnTo>
                    <a:pt x="556070" y="542068"/>
                  </a:lnTo>
                  <a:lnTo>
                    <a:pt x="556070" y="542068"/>
                  </a:lnTo>
                  <a:lnTo>
                    <a:pt x="552736" y="544068"/>
                  </a:lnTo>
                  <a:lnTo>
                    <a:pt x="551498" y="544259"/>
                  </a:lnTo>
                  <a:lnTo>
                    <a:pt x="547783" y="543497"/>
                  </a:lnTo>
                  <a:lnTo>
                    <a:pt x="542830" y="543497"/>
                  </a:lnTo>
                  <a:lnTo>
                    <a:pt x="522732" y="536353"/>
                  </a:lnTo>
                  <a:lnTo>
                    <a:pt x="513683" y="530352"/>
                  </a:lnTo>
                  <a:lnTo>
                    <a:pt x="511588" y="529304"/>
                  </a:lnTo>
                  <a:lnTo>
                    <a:pt x="506730" y="528257"/>
                  </a:lnTo>
                  <a:lnTo>
                    <a:pt x="505682" y="527590"/>
                  </a:lnTo>
                  <a:lnTo>
                    <a:pt x="502920" y="525209"/>
                  </a:lnTo>
                  <a:lnTo>
                    <a:pt x="501682" y="524732"/>
                  </a:lnTo>
                  <a:lnTo>
                    <a:pt x="500253" y="524542"/>
                  </a:lnTo>
                  <a:lnTo>
                    <a:pt x="498824" y="524637"/>
                  </a:lnTo>
                  <a:lnTo>
                    <a:pt x="497491" y="524923"/>
                  </a:lnTo>
                  <a:lnTo>
                    <a:pt x="496157" y="525590"/>
                  </a:lnTo>
                  <a:lnTo>
                    <a:pt x="495776" y="526447"/>
                  </a:lnTo>
                  <a:lnTo>
                    <a:pt x="495872" y="529590"/>
                  </a:lnTo>
                  <a:lnTo>
                    <a:pt x="495681" y="530447"/>
                  </a:lnTo>
                  <a:lnTo>
                    <a:pt x="495110" y="532067"/>
                  </a:lnTo>
                  <a:lnTo>
                    <a:pt x="494919" y="532924"/>
                  </a:lnTo>
                  <a:lnTo>
                    <a:pt x="495014" y="533686"/>
                  </a:lnTo>
                  <a:lnTo>
                    <a:pt x="495395" y="535210"/>
                  </a:lnTo>
                  <a:lnTo>
                    <a:pt x="495395" y="536067"/>
                  </a:lnTo>
                  <a:lnTo>
                    <a:pt x="494633" y="538925"/>
                  </a:lnTo>
                  <a:lnTo>
                    <a:pt x="494348" y="540449"/>
                  </a:lnTo>
                  <a:lnTo>
                    <a:pt x="494538" y="541973"/>
                  </a:lnTo>
                  <a:lnTo>
                    <a:pt x="494824" y="543306"/>
                  </a:lnTo>
                  <a:lnTo>
                    <a:pt x="494729" y="544640"/>
                  </a:lnTo>
                  <a:lnTo>
                    <a:pt x="494443" y="545878"/>
                  </a:lnTo>
                  <a:lnTo>
                    <a:pt x="486728" y="561975"/>
                  </a:lnTo>
                  <a:lnTo>
                    <a:pt x="481870" y="580263"/>
                  </a:lnTo>
                  <a:lnTo>
                    <a:pt x="479774" y="584740"/>
                  </a:lnTo>
                  <a:lnTo>
                    <a:pt x="479393" y="586073"/>
                  </a:lnTo>
                  <a:lnTo>
                    <a:pt x="478727" y="590169"/>
                  </a:lnTo>
                  <a:lnTo>
                    <a:pt x="477965" y="592550"/>
                  </a:lnTo>
                  <a:lnTo>
                    <a:pt x="474440" y="598361"/>
                  </a:lnTo>
                  <a:lnTo>
                    <a:pt x="472345" y="602837"/>
                  </a:lnTo>
                  <a:lnTo>
                    <a:pt x="470916" y="607790"/>
                  </a:lnTo>
                  <a:lnTo>
                    <a:pt x="469583" y="618268"/>
                  </a:lnTo>
                  <a:lnTo>
                    <a:pt x="469583" y="618268"/>
                  </a:lnTo>
                  <a:lnTo>
                    <a:pt x="468154" y="625221"/>
                  </a:lnTo>
                  <a:lnTo>
                    <a:pt x="467487" y="627412"/>
                  </a:lnTo>
                  <a:lnTo>
                    <a:pt x="465963" y="631031"/>
                  </a:lnTo>
                  <a:lnTo>
                    <a:pt x="461963" y="637889"/>
                  </a:lnTo>
                  <a:lnTo>
                    <a:pt x="460058" y="645319"/>
                  </a:lnTo>
                  <a:lnTo>
                    <a:pt x="458248" y="649319"/>
                  </a:lnTo>
                  <a:lnTo>
                    <a:pt x="457867" y="651415"/>
                  </a:lnTo>
                  <a:lnTo>
                    <a:pt x="457581" y="653034"/>
                  </a:lnTo>
                  <a:lnTo>
                    <a:pt x="459486" y="655987"/>
                  </a:lnTo>
                  <a:lnTo>
                    <a:pt x="459486" y="655987"/>
                  </a:lnTo>
                  <a:lnTo>
                    <a:pt x="459486" y="655987"/>
                  </a:lnTo>
                  <a:lnTo>
                    <a:pt x="461296" y="656939"/>
                  </a:lnTo>
                  <a:lnTo>
                    <a:pt x="469202" y="658082"/>
                  </a:lnTo>
                  <a:lnTo>
                    <a:pt x="474631" y="660368"/>
                  </a:lnTo>
                  <a:lnTo>
                    <a:pt x="475488" y="661797"/>
                  </a:lnTo>
                  <a:lnTo>
                    <a:pt x="475679" y="664559"/>
                  </a:lnTo>
                  <a:lnTo>
                    <a:pt x="475583" y="667512"/>
                  </a:lnTo>
                  <a:lnTo>
                    <a:pt x="474536" y="674275"/>
                  </a:lnTo>
                  <a:lnTo>
                    <a:pt x="473012" y="679609"/>
                  </a:lnTo>
                  <a:lnTo>
                    <a:pt x="470630" y="683609"/>
                  </a:lnTo>
                  <a:lnTo>
                    <a:pt x="467297" y="684181"/>
                  </a:lnTo>
                  <a:lnTo>
                    <a:pt x="464725" y="682562"/>
                  </a:lnTo>
                  <a:lnTo>
                    <a:pt x="460248" y="677513"/>
                  </a:lnTo>
                  <a:lnTo>
                    <a:pt x="457772" y="675799"/>
                  </a:lnTo>
                  <a:lnTo>
                    <a:pt x="455200" y="675513"/>
                  </a:lnTo>
                  <a:lnTo>
                    <a:pt x="452342" y="676275"/>
                  </a:lnTo>
                  <a:lnTo>
                    <a:pt x="442246" y="681419"/>
                  </a:lnTo>
                  <a:lnTo>
                    <a:pt x="439579" y="682085"/>
                  </a:lnTo>
                  <a:lnTo>
                    <a:pt x="437483" y="681038"/>
                  </a:lnTo>
                  <a:lnTo>
                    <a:pt x="436436" y="679895"/>
                  </a:lnTo>
                  <a:lnTo>
                    <a:pt x="435578" y="679323"/>
                  </a:lnTo>
                  <a:lnTo>
                    <a:pt x="431959" y="678751"/>
                  </a:lnTo>
                  <a:lnTo>
                    <a:pt x="431197" y="678275"/>
                  </a:lnTo>
                  <a:lnTo>
                    <a:pt x="430911" y="677228"/>
                  </a:lnTo>
                  <a:lnTo>
                    <a:pt x="430816" y="675513"/>
                  </a:lnTo>
                  <a:lnTo>
                    <a:pt x="430530" y="672941"/>
                  </a:lnTo>
                  <a:lnTo>
                    <a:pt x="429673" y="669893"/>
                  </a:lnTo>
                  <a:lnTo>
                    <a:pt x="428339" y="667607"/>
                  </a:lnTo>
                  <a:lnTo>
                    <a:pt x="426530" y="667512"/>
                  </a:lnTo>
                  <a:lnTo>
                    <a:pt x="424434" y="666941"/>
                  </a:lnTo>
                  <a:lnTo>
                    <a:pt x="422148" y="667988"/>
                  </a:lnTo>
                  <a:lnTo>
                    <a:pt x="417862" y="671036"/>
                  </a:lnTo>
                  <a:lnTo>
                    <a:pt x="396907" y="677609"/>
                  </a:lnTo>
                  <a:lnTo>
                    <a:pt x="392621" y="679990"/>
                  </a:lnTo>
                  <a:lnTo>
                    <a:pt x="390525" y="680752"/>
                  </a:lnTo>
                  <a:lnTo>
                    <a:pt x="388144" y="680752"/>
                  </a:lnTo>
                  <a:lnTo>
                    <a:pt x="381667" y="683324"/>
                  </a:lnTo>
                  <a:lnTo>
                    <a:pt x="380238" y="683419"/>
                  </a:lnTo>
                  <a:lnTo>
                    <a:pt x="375952" y="682085"/>
                  </a:lnTo>
                  <a:lnTo>
                    <a:pt x="373380" y="682085"/>
                  </a:lnTo>
                  <a:lnTo>
                    <a:pt x="364903" y="685229"/>
                  </a:lnTo>
                  <a:lnTo>
                    <a:pt x="361283" y="684848"/>
                  </a:lnTo>
                  <a:lnTo>
                    <a:pt x="360140" y="685038"/>
                  </a:lnTo>
                  <a:lnTo>
                    <a:pt x="359093" y="685895"/>
                  </a:lnTo>
                  <a:lnTo>
                    <a:pt x="358140" y="688562"/>
                  </a:lnTo>
                  <a:lnTo>
                    <a:pt x="357283" y="689324"/>
                  </a:lnTo>
                  <a:lnTo>
                    <a:pt x="355949" y="689515"/>
                  </a:lnTo>
                  <a:lnTo>
                    <a:pt x="352044" y="689324"/>
                  </a:lnTo>
                  <a:lnTo>
                    <a:pt x="348234" y="690848"/>
                  </a:lnTo>
                  <a:lnTo>
                    <a:pt x="344424" y="690182"/>
                  </a:lnTo>
                  <a:lnTo>
                    <a:pt x="342138" y="690372"/>
                  </a:lnTo>
                  <a:lnTo>
                    <a:pt x="339947" y="691325"/>
                  </a:lnTo>
                  <a:lnTo>
                    <a:pt x="337947" y="693230"/>
                  </a:lnTo>
                  <a:lnTo>
                    <a:pt x="337947" y="693230"/>
                  </a:lnTo>
                  <a:lnTo>
                    <a:pt x="332708" y="697801"/>
                  </a:lnTo>
                  <a:lnTo>
                    <a:pt x="330232" y="699040"/>
                  </a:lnTo>
                  <a:lnTo>
                    <a:pt x="329184" y="699897"/>
                  </a:lnTo>
                  <a:lnTo>
                    <a:pt x="328422" y="702088"/>
                  </a:lnTo>
                  <a:lnTo>
                    <a:pt x="329756" y="703898"/>
                  </a:lnTo>
                  <a:lnTo>
                    <a:pt x="336233" y="707993"/>
                  </a:lnTo>
                  <a:lnTo>
                    <a:pt x="338709" y="708184"/>
                  </a:lnTo>
                  <a:lnTo>
                    <a:pt x="348139" y="706184"/>
                  </a:lnTo>
                  <a:lnTo>
                    <a:pt x="349758" y="706469"/>
                  </a:lnTo>
                  <a:lnTo>
                    <a:pt x="350711" y="706946"/>
                  </a:lnTo>
                  <a:lnTo>
                    <a:pt x="353378" y="709136"/>
                  </a:lnTo>
                  <a:lnTo>
                    <a:pt x="361855" y="712470"/>
                  </a:lnTo>
                  <a:lnTo>
                    <a:pt x="362712" y="713042"/>
                  </a:lnTo>
                  <a:lnTo>
                    <a:pt x="362998" y="713994"/>
                  </a:lnTo>
                  <a:lnTo>
                    <a:pt x="362712" y="714947"/>
                  </a:lnTo>
                  <a:lnTo>
                    <a:pt x="361855" y="715518"/>
                  </a:lnTo>
                  <a:lnTo>
                    <a:pt x="358426" y="716280"/>
                  </a:lnTo>
                  <a:lnTo>
                    <a:pt x="356616" y="717137"/>
                  </a:lnTo>
                  <a:lnTo>
                    <a:pt x="355568" y="718471"/>
                  </a:lnTo>
                  <a:lnTo>
                    <a:pt x="355473" y="719328"/>
                  </a:lnTo>
                  <a:lnTo>
                    <a:pt x="355759" y="719995"/>
                  </a:lnTo>
                  <a:lnTo>
                    <a:pt x="356711" y="721233"/>
                  </a:lnTo>
                  <a:lnTo>
                    <a:pt x="357092" y="722186"/>
                  </a:lnTo>
                  <a:lnTo>
                    <a:pt x="356902" y="723043"/>
                  </a:lnTo>
                  <a:lnTo>
                    <a:pt x="356045" y="724662"/>
                  </a:lnTo>
                  <a:lnTo>
                    <a:pt x="354616" y="730187"/>
                  </a:lnTo>
                  <a:lnTo>
                    <a:pt x="354235" y="733235"/>
                  </a:lnTo>
                  <a:lnTo>
                    <a:pt x="354330" y="735901"/>
                  </a:lnTo>
                  <a:lnTo>
                    <a:pt x="356426" y="746665"/>
                  </a:lnTo>
                  <a:lnTo>
                    <a:pt x="356426" y="749522"/>
                  </a:lnTo>
                  <a:lnTo>
                    <a:pt x="354997" y="754761"/>
                  </a:lnTo>
                  <a:lnTo>
                    <a:pt x="354616" y="757523"/>
                  </a:lnTo>
                  <a:lnTo>
                    <a:pt x="354902" y="758857"/>
                  </a:lnTo>
                  <a:lnTo>
                    <a:pt x="355664" y="759905"/>
                  </a:lnTo>
                  <a:lnTo>
                    <a:pt x="357378" y="761619"/>
                  </a:lnTo>
                  <a:lnTo>
                    <a:pt x="357950" y="762857"/>
                  </a:lnTo>
                  <a:lnTo>
                    <a:pt x="358235" y="764096"/>
                  </a:lnTo>
                  <a:lnTo>
                    <a:pt x="358331" y="765429"/>
                  </a:lnTo>
                  <a:lnTo>
                    <a:pt x="358331" y="766953"/>
                  </a:lnTo>
                  <a:lnTo>
                    <a:pt x="358331" y="766953"/>
                  </a:lnTo>
                  <a:lnTo>
                    <a:pt x="358902" y="768477"/>
                  </a:lnTo>
                  <a:lnTo>
                    <a:pt x="359759" y="770192"/>
                  </a:lnTo>
                  <a:lnTo>
                    <a:pt x="361664" y="773049"/>
                  </a:lnTo>
                  <a:lnTo>
                    <a:pt x="367856" y="789432"/>
                  </a:lnTo>
                  <a:lnTo>
                    <a:pt x="374047" y="805815"/>
                  </a:lnTo>
                  <a:lnTo>
                    <a:pt x="373952" y="808196"/>
                  </a:lnTo>
                  <a:lnTo>
                    <a:pt x="373094" y="810482"/>
                  </a:lnTo>
                  <a:lnTo>
                    <a:pt x="370427" y="815435"/>
                  </a:lnTo>
                  <a:lnTo>
                    <a:pt x="371285" y="816578"/>
                  </a:lnTo>
                  <a:lnTo>
                    <a:pt x="373285" y="817150"/>
                  </a:lnTo>
                  <a:lnTo>
                    <a:pt x="375380" y="818198"/>
                  </a:lnTo>
                  <a:lnTo>
                    <a:pt x="376047" y="819150"/>
                  </a:lnTo>
                  <a:lnTo>
                    <a:pt x="376428" y="820388"/>
                  </a:lnTo>
                  <a:lnTo>
                    <a:pt x="376619" y="821817"/>
                  </a:lnTo>
                  <a:lnTo>
                    <a:pt x="376619" y="823246"/>
                  </a:lnTo>
                  <a:lnTo>
                    <a:pt x="376904" y="824579"/>
                  </a:lnTo>
                  <a:lnTo>
                    <a:pt x="378143" y="826865"/>
                  </a:lnTo>
                  <a:lnTo>
                    <a:pt x="378428" y="828199"/>
                  </a:lnTo>
                  <a:lnTo>
                    <a:pt x="378143" y="829723"/>
                  </a:lnTo>
                  <a:lnTo>
                    <a:pt x="377381" y="830771"/>
                  </a:lnTo>
                  <a:lnTo>
                    <a:pt x="376333" y="831437"/>
                  </a:lnTo>
                  <a:lnTo>
                    <a:pt x="375190" y="831628"/>
                  </a:lnTo>
                  <a:lnTo>
                    <a:pt x="374047" y="831342"/>
                  </a:lnTo>
                  <a:lnTo>
                    <a:pt x="371380" y="829342"/>
                  </a:lnTo>
                  <a:lnTo>
                    <a:pt x="369189" y="829247"/>
                  </a:lnTo>
                  <a:lnTo>
                    <a:pt x="366903" y="830294"/>
                  </a:lnTo>
                  <a:lnTo>
                    <a:pt x="362807" y="833438"/>
                  </a:lnTo>
                  <a:lnTo>
                    <a:pt x="358235" y="835438"/>
                  </a:lnTo>
                  <a:lnTo>
                    <a:pt x="356045" y="836867"/>
                  </a:lnTo>
                  <a:lnTo>
                    <a:pt x="355378" y="838867"/>
                  </a:lnTo>
                  <a:lnTo>
                    <a:pt x="356330" y="840676"/>
                  </a:lnTo>
                  <a:lnTo>
                    <a:pt x="358140" y="842105"/>
                  </a:lnTo>
                  <a:lnTo>
                    <a:pt x="361760" y="843820"/>
                  </a:lnTo>
                  <a:lnTo>
                    <a:pt x="364141" y="844201"/>
                  </a:lnTo>
                  <a:lnTo>
                    <a:pt x="365284" y="844868"/>
                  </a:lnTo>
                  <a:lnTo>
                    <a:pt x="365855" y="846106"/>
                  </a:lnTo>
                  <a:lnTo>
                    <a:pt x="365570" y="847535"/>
                  </a:lnTo>
                  <a:lnTo>
                    <a:pt x="364427" y="848297"/>
                  </a:lnTo>
                  <a:lnTo>
                    <a:pt x="361760" y="848582"/>
                  </a:lnTo>
                  <a:lnTo>
                    <a:pt x="357759" y="850106"/>
                  </a:lnTo>
                  <a:lnTo>
                    <a:pt x="356807" y="850964"/>
                  </a:lnTo>
                  <a:lnTo>
                    <a:pt x="354330" y="852011"/>
                  </a:lnTo>
                  <a:lnTo>
                    <a:pt x="353378" y="852107"/>
                  </a:lnTo>
                  <a:lnTo>
                    <a:pt x="351568" y="851630"/>
                  </a:lnTo>
                  <a:lnTo>
                    <a:pt x="350711" y="851535"/>
                  </a:lnTo>
                  <a:lnTo>
                    <a:pt x="349853" y="852107"/>
                  </a:lnTo>
                  <a:lnTo>
                    <a:pt x="348806" y="853916"/>
                  </a:lnTo>
                  <a:lnTo>
                    <a:pt x="347663" y="858203"/>
                  </a:lnTo>
                  <a:lnTo>
                    <a:pt x="346805" y="860298"/>
                  </a:lnTo>
                  <a:lnTo>
                    <a:pt x="344900" y="863251"/>
                  </a:lnTo>
                  <a:lnTo>
                    <a:pt x="344424" y="864394"/>
                  </a:lnTo>
                  <a:lnTo>
                    <a:pt x="344234" y="865918"/>
                  </a:lnTo>
                  <a:lnTo>
                    <a:pt x="344519" y="867061"/>
                  </a:lnTo>
                  <a:lnTo>
                    <a:pt x="344900" y="868204"/>
                  </a:lnTo>
                  <a:lnTo>
                    <a:pt x="345377" y="870966"/>
                  </a:lnTo>
                  <a:lnTo>
                    <a:pt x="345948" y="872109"/>
                  </a:lnTo>
                  <a:lnTo>
                    <a:pt x="347377" y="874109"/>
                  </a:lnTo>
                  <a:lnTo>
                    <a:pt x="347948" y="875348"/>
                  </a:lnTo>
                  <a:lnTo>
                    <a:pt x="348044" y="876205"/>
                  </a:lnTo>
                  <a:lnTo>
                    <a:pt x="347758" y="877157"/>
                  </a:lnTo>
                  <a:lnTo>
                    <a:pt x="347186" y="878586"/>
                  </a:lnTo>
                  <a:lnTo>
                    <a:pt x="347282" y="879443"/>
                  </a:lnTo>
                  <a:lnTo>
                    <a:pt x="348425" y="885063"/>
                  </a:lnTo>
                  <a:lnTo>
                    <a:pt x="348806" y="886206"/>
                  </a:lnTo>
                  <a:lnTo>
                    <a:pt x="349377" y="887254"/>
                  </a:lnTo>
                  <a:lnTo>
                    <a:pt x="350139" y="888301"/>
                  </a:lnTo>
                  <a:lnTo>
                    <a:pt x="351092" y="893445"/>
                  </a:lnTo>
                  <a:lnTo>
                    <a:pt x="350711" y="894969"/>
                  </a:lnTo>
                  <a:lnTo>
                    <a:pt x="350139" y="895826"/>
                  </a:lnTo>
                  <a:lnTo>
                    <a:pt x="348139" y="896874"/>
                  </a:lnTo>
                  <a:lnTo>
                    <a:pt x="348425" y="897922"/>
                  </a:lnTo>
                  <a:lnTo>
                    <a:pt x="348615" y="900208"/>
                  </a:lnTo>
                  <a:lnTo>
                    <a:pt x="348901" y="901351"/>
                  </a:lnTo>
                  <a:lnTo>
                    <a:pt x="349472" y="902399"/>
                  </a:lnTo>
                  <a:lnTo>
                    <a:pt x="350139" y="903256"/>
                  </a:lnTo>
                  <a:lnTo>
                    <a:pt x="350615" y="904208"/>
                  </a:lnTo>
                  <a:lnTo>
                    <a:pt x="350711" y="905542"/>
                  </a:lnTo>
                  <a:lnTo>
                    <a:pt x="349282" y="907733"/>
                  </a:lnTo>
                  <a:lnTo>
                    <a:pt x="346710" y="908590"/>
                  </a:lnTo>
                  <a:lnTo>
                    <a:pt x="333470" y="908399"/>
                  </a:lnTo>
                  <a:lnTo>
                    <a:pt x="330803" y="909066"/>
                  </a:lnTo>
                  <a:lnTo>
                    <a:pt x="328898" y="909828"/>
                  </a:lnTo>
                  <a:lnTo>
                    <a:pt x="328041" y="910495"/>
                  </a:lnTo>
                  <a:lnTo>
                    <a:pt x="327279" y="911543"/>
                  </a:lnTo>
                  <a:lnTo>
                    <a:pt x="326803" y="912781"/>
                  </a:lnTo>
                  <a:lnTo>
                    <a:pt x="326231" y="915448"/>
                  </a:lnTo>
                  <a:lnTo>
                    <a:pt x="325755" y="916686"/>
                  </a:lnTo>
                  <a:lnTo>
                    <a:pt x="323850" y="918496"/>
                  </a:lnTo>
                  <a:lnTo>
                    <a:pt x="321469" y="918877"/>
                  </a:lnTo>
                  <a:lnTo>
                    <a:pt x="318992" y="918782"/>
                  </a:lnTo>
                  <a:lnTo>
                    <a:pt x="316611" y="919353"/>
                  </a:lnTo>
                  <a:lnTo>
                    <a:pt x="313658" y="921449"/>
                  </a:lnTo>
                  <a:lnTo>
                    <a:pt x="310229" y="922782"/>
                  </a:lnTo>
                  <a:lnTo>
                    <a:pt x="306038" y="925640"/>
                  </a:lnTo>
                  <a:lnTo>
                    <a:pt x="304991" y="926021"/>
                  </a:lnTo>
                  <a:lnTo>
                    <a:pt x="303752" y="926021"/>
                  </a:lnTo>
                  <a:lnTo>
                    <a:pt x="300419" y="924973"/>
                  </a:lnTo>
                  <a:lnTo>
                    <a:pt x="299276" y="925259"/>
                  </a:lnTo>
                  <a:lnTo>
                    <a:pt x="298323" y="925925"/>
                  </a:lnTo>
                  <a:lnTo>
                    <a:pt x="295847" y="928307"/>
                  </a:lnTo>
                  <a:lnTo>
                    <a:pt x="294704" y="929164"/>
                  </a:lnTo>
                  <a:lnTo>
                    <a:pt x="293561" y="929640"/>
                  </a:lnTo>
                  <a:lnTo>
                    <a:pt x="291084" y="930212"/>
                  </a:lnTo>
                  <a:lnTo>
                    <a:pt x="288989" y="931069"/>
                  </a:lnTo>
                  <a:lnTo>
                    <a:pt x="283083" y="935355"/>
                  </a:lnTo>
                  <a:lnTo>
                    <a:pt x="279940" y="935926"/>
                  </a:lnTo>
                  <a:lnTo>
                    <a:pt x="278987" y="936403"/>
                  </a:lnTo>
                  <a:lnTo>
                    <a:pt x="274225" y="939737"/>
                  </a:lnTo>
                  <a:lnTo>
                    <a:pt x="267081" y="942499"/>
                  </a:lnTo>
                  <a:lnTo>
                    <a:pt x="266319" y="942880"/>
                  </a:lnTo>
                  <a:lnTo>
                    <a:pt x="265652" y="943451"/>
                  </a:lnTo>
                  <a:lnTo>
                    <a:pt x="265271" y="944213"/>
                  </a:lnTo>
                  <a:lnTo>
                    <a:pt x="264795" y="945928"/>
                  </a:lnTo>
                  <a:lnTo>
                    <a:pt x="264224" y="946595"/>
                  </a:lnTo>
                  <a:lnTo>
                    <a:pt x="262414" y="947452"/>
                  </a:lnTo>
                  <a:lnTo>
                    <a:pt x="258509" y="948214"/>
                  </a:lnTo>
                  <a:lnTo>
                    <a:pt x="253651" y="952024"/>
                  </a:lnTo>
                  <a:lnTo>
                    <a:pt x="251555" y="952976"/>
                  </a:lnTo>
                  <a:lnTo>
                    <a:pt x="250603" y="953643"/>
                  </a:lnTo>
                  <a:lnTo>
                    <a:pt x="249746" y="954691"/>
                  </a:lnTo>
                  <a:lnTo>
                    <a:pt x="249555" y="955929"/>
                  </a:lnTo>
                  <a:lnTo>
                    <a:pt x="250508" y="958596"/>
                  </a:lnTo>
                  <a:lnTo>
                    <a:pt x="250698" y="959834"/>
                  </a:lnTo>
                  <a:lnTo>
                    <a:pt x="250127" y="961073"/>
                  </a:lnTo>
                  <a:lnTo>
                    <a:pt x="249174" y="961930"/>
                  </a:lnTo>
                  <a:lnTo>
                    <a:pt x="247079" y="963168"/>
                  </a:lnTo>
                  <a:lnTo>
                    <a:pt x="246221" y="964025"/>
                  </a:lnTo>
                  <a:lnTo>
                    <a:pt x="244888" y="966026"/>
                  </a:lnTo>
                  <a:lnTo>
                    <a:pt x="243840" y="967931"/>
                  </a:lnTo>
                  <a:lnTo>
                    <a:pt x="242411" y="970693"/>
                  </a:lnTo>
                  <a:lnTo>
                    <a:pt x="241649" y="971836"/>
                  </a:lnTo>
                  <a:lnTo>
                    <a:pt x="240887" y="972693"/>
                  </a:lnTo>
                  <a:lnTo>
                    <a:pt x="235553" y="977265"/>
                  </a:lnTo>
                  <a:lnTo>
                    <a:pt x="234601" y="977646"/>
                  </a:lnTo>
                  <a:lnTo>
                    <a:pt x="233553" y="977551"/>
                  </a:lnTo>
                  <a:lnTo>
                    <a:pt x="231553" y="976598"/>
                  </a:lnTo>
                  <a:lnTo>
                    <a:pt x="224695" y="975646"/>
                  </a:lnTo>
                  <a:lnTo>
                    <a:pt x="222790" y="975741"/>
                  </a:lnTo>
                  <a:lnTo>
                    <a:pt x="220980" y="976313"/>
                  </a:lnTo>
                  <a:lnTo>
                    <a:pt x="214027" y="980027"/>
                  </a:lnTo>
                  <a:lnTo>
                    <a:pt x="213265" y="980313"/>
                  </a:lnTo>
                  <a:lnTo>
                    <a:pt x="212312" y="980408"/>
                  </a:lnTo>
                  <a:lnTo>
                    <a:pt x="209645" y="980313"/>
                  </a:lnTo>
                  <a:lnTo>
                    <a:pt x="205550" y="981456"/>
                  </a:lnTo>
                  <a:lnTo>
                    <a:pt x="204026" y="981361"/>
                  </a:lnTo>
                  <a:lnTo>
                    <a:pt x="202502" y="980599"/>
                  </a:lnTo>
                  <a:lnTo>
                    <a:pt x="199549" y="979361"/>
                  </a:lnTo>
                  <a:lnTo>
                    <a:pt x="196596" y="978694"/>
                  </a:lnTo>
                  <a:lnTo>
                    <a:pt x="194882" y="978789"/>
                  </a:lnTo>
                  <a:lnTo>
                    <a:pt x="191834" y="979742"/>
                  </a:lnTo>
                  <a:lnTo>
                    <a:pt x="185261" y="979361"/>
                  </a:lnTo>
                  <a:lnTo>
                    <a:pt x="183642" y="978789"/>
                  </a:lnTo>
                  <a:lnTo>
                    <a:pt x="180785" y="977360"/>
                  </a:lnTo>
                  <a:lnTo>
                    <a:pt x="179356" y="977075"/>
                  </a:lnTo>
                  <a:lnTo>
                    <a:pt x="173641" y="978313"/>
                  </a:lnTo>
                  <a:lnTo>
                    <a:pt x="171545" y="979170"/>
                  </a:lnTo>
                  <a:lnTo>
                    <a:pt x="170212" y="980504"/>
                  </a:lnTo>
                  <a:lnTo>
                    <a:pt x="169450" y="981551"/>
                  </a:lnTo>
                  <a:lnTo>
                    <a:pt x="167545" y="982980"/>
                  </a:lnTo>
                  <a:lnTo>
                    <a:pt x="166592" y="983837"/>
                  </a:lnTo>
                  <a:lnTo>
                    <a:pt x="166116" y="985171"/>
                  </a:lnTo>
                  <a:lnTo>
                    <a:pt x="166307" y="986504"/>
                  </a:lnTo>
                  <a:lnTo>
                    <a:pt x="166688" y="987838"/>
                  </a:lnTo>
                  <a:lnTo>
                    <a:pt x="166783" y="989171"/>
                  </a:lnTo>
                  <a:lnTo>
                    <a:pt x="166307" y="990600"/>
                  </a:lnTo>
                  <a:lnTo>
                    <a:pt x="165449" y="991457"/>
                  </a:lnTo>
                  <a:lnTo>
                    <a:pt x="163354" y="992600"/>
                  </a:lnTo>
                  <a:lnTo>
                    <a:pt x="161639" y="994124"/>
                  </a:lnTo>
                  <a:lnTo>
                    <a:pt x="160211" y="996220"/>
                  </a:lnTo>
                  <a:lnTo>
                    <a:pt x="159353" y="998696"/>
                  </a:lnTo>
                  <a:lnTo>
                    <a:pt x="158972" y="1005745"/>
                  </a:lnTo>
                  <a:lnTo>
                    <a:pt x="158782" y="1006888"/>
                  </a:lnTo>
                  <a:lnTo>
                    <a:pt x="158210" y="1007840"/>
                  </a:lnTo>
                  <a:lnTo>
                    <a:pt x="155448" y="1010031"/>
                  </a:lnTo>
                  <a:lnTo>
                    <a:pt x="154115" y="1012126"/>
                  </a:lnTo>
                  <a:lnTo>
                    <a:pt x="152400" y="1016984"/>
                  </a:lnTo>
                  <a:lnTo>
                    <a:pt x="151257" y="1018985"/>
                  </a:lnTo>
                  <a:lnTo>
                    <a:pt x="149828" y="1020413"/>
                  </a:lnTo>
                  <a:lnTo>
                    <a:pt x="145256" y="1023461"/>
                  </a:lnTo>
                  <a:lnTo>
                    <a:pt x="143542" y="1025081"/>
                  </a:lnTo>
                  <a:lnTo>
                    <a:pt x="142685" y="1025366"/>
                  </a:lnTo>
                  <a:lnTo>
                    <a:pt x="141923" y="1024509"/>
                  </a:lnTo>
                  <a:lnTo>
                    <a:pt x="141065" y="1020223"/>
                  </a:lnTo>
                  <a:lnTo>
                    <a:pt x="140589" y="1019080"/>
                  </a:lnTo>
                  <a:lnTo>
                    <a:pt x="139065" y="1018604"/>
                  </a:lnTo>
                  <a:lnTo>
                    <a:pt x="137541" y="1020318"/>
                  </a:lnTo>
                  <a:lnTo>
                    <a:pt x="135922" y="1022509"/>
                  </a:lnTo>
                  <a:lnTo>
                    <a:pt x="134112" y="1023652"/>
                  </a:lnTo>
                  <a:lnTo>
                    <a:pt x="133160" y="1023461"/>
                  </a:lnTo>
                  <a:lnTo>
                    <a:pt x="131159" y="1022414"/>
                  </a:lnTo>
                  <a:lnTo>
                    <a:pt x="130112" y="1022128"/>
                  </a:lnTo>
                  <a:lnTo>
                    <a:pt x="128778" y="1022223"/>
                  </a:lnTo>
                  <a:lnTo>
                    <a:pt x="124111" y="1024509"/>
                  </a:lnTo>
                  <a:lnTo>
                    <a:pt x="123444" y="1025462"/>
                  </a:lnTo>
                  <a:lnTo>
                    <a:pt x="122873" y="1026605"/>
                  </a:lnTo>
                  <a:lnTo>
                    <a:pt x="122015" y="1027748"/>
                  </a:lnTo>
                  <a:lnTo>
                    <a:pt x="120968" y="1028414"/>
                  </a:lnTo>
                  <a:lnTo>
                    <a:pt x="119825" y="1028700"/>
                  </a:lnTo>
                  <a:lnTo>
                    <a:pt x="118682" y="1028605"/>
                  </a:lnTo>
                  <a:lnTo>
                    <a:pt x="115253" y="1027748"/>
                  </a:lnTo>
                  <a:lnTo>
                    <a:pt x="114110" y="1027652"/>
                  </a:lnTo>
                  <a:lnTo>
                    <a:pt x="112967" y="1027748"/>
                  </a:lnTo>
                  <a:lnTo>
                    <a:pt x="110585" y="1028795"/>
                  </a:lnTo>
                  <a:lnTo>
                    <a:pt x="109347" y="1028891"/>
                  </a:lnTo>
                  <a:lnTo>
                    <a:pt x="108490" y="1027938"/>
                  </a:lnTo>
                  <a:lnTo>
                    <a:pt x="108014" y="1026700"/>
                  </a:lnTo>
                  <a:lnTo>
                    <a:pt x="107156" y="1023652"/>
                  </a:lnTo>
                  <a:lnTo>
                    <a:pt x="107061" y="1022318"/>
                  </a:lnTo>
                  <a:lnTo>
                    <a:pt x="107442" y="1020985"/>
                  </a:lnTo>
                  <a:lnTo>
                    <a:pt x="108109" y="1020032"/>
                  </a:lnTo>
                  <a:lnTo>
                    <a:pt x="108585" y="1019080"/>
                  </a:lnTo>
                  <a:lnTo>
                    <a:pt x="108490" y="1017842"/>
                  </a:lnTo>
                  <a:lnTo>
                    <a:pt x="108014" y="1017080"/>
                  </a:lnTo>
                  <a:lnTo>
                    <a:pt x="106490" y="1015651"/>
                  </a:lnTo>
                  <a:lnTo>
                    <a:pt x="105918" y="1014794"/>
                  </a:lnTo>
                  <a:lnTo>
                    <a:pt x="105537" y="1013460"/>
                  </a:lnTo>
                  <a:lnTo>
                    <a:pt x="105251" y="1009555"/>
                  </a:lnTo>
                  <a:lnTo>
                    <a:pt x="104299" y="1006602"/>
                  </a:lnTo>
                  <a:lnTo>
                    <a:pt x="102870" y="1005173"/>
                  </a:lnTo>
                  <a:lnTo>
                    <a:pt x="100965" y="1005173"/>
                  </a:lnTo>
                  <a:lnTo>
                    <a:pt x="98774" y="1006507"/>
                  </a:lnTo>
                  <a:lnTo>
                    <a:pt x="87249" y="1015746"/>
                  </a:lnTo>
                  <a:lnTo>
                    <a:pt x="86678" y="1016032"/>
                  </a:lnTo>
                  <a:lnTo>
                    <a:pt x="86106" y="1016127"/>
                  </a:lnTo>
                  <a:lnTo>
                    <a:pt x="85439" y="1016413"/>
                  </a:lnTo>
                  <a:lnTo>
                    <a:pt x="85154" y="1016984"/>
                  </a:lnTo>
                  <a:lnTo>
                    <a:pt x="84963" y="1017651"/>
                  </a:lnTo>
                  <a:lnTo>
                    <a:pt x="84582" y="1018223"/>
                  </a:lnTo>
                  <a:lnTo>
                    <a:pt x="83630" y="1018413"/>
                  </a:lnTo>
                  <a:lnTo>
                    <a:pt x="82677" y="1017937"/>
                  </a:lnTo>
                  <a:lnTo>
                    <a:pt x="81725" y="1017270"/>
                  </a:lnTo>
                  <a:lnTo>
                    <a:pt x="80772" y="1016889"/>
                  </a:lnTo>
                  <a:lnTo>
                    <a:pt x="79439" y="1017080"/>
                  </a:lnTo>
                  <a:lnTo>
                    <a:pt x="76867" y="1018223"/>
                  </a:lnTo>
                  <a:lnTo>
                    <a:pt x="75533" y="1018413"/>
                  </a:lnTo>
                  <a:lnTo>
                    <a:pt x="73628" y="1018032"/>
                  </a:lnTo>
                  <a:lnTo>
                    <a:pt x="71723" y="1017175"/>
                  </a:lnTo>
                  <a:lnTo>
                    <a:pt x="67151" y="1014032"/>
                  </a:lnTo>
                  <a:lnTo>
                    <a:pt x="65913" y="1013460"/>
                  </a:lnTo>
                  <a:lnTo>
                    <a:pt x="64770" y="1013555"/>
                  </a:lnTo>
                  <a:lnTo>
                    <a:pt x="64580" y="1013841"/>
                  </a:lnTo>
                  <a:lnTo>
                    <a:pt x="63913" y="1014794"/>
                  </a:lnTo>
                  <a:lnTo>
                    <a:pt x="63722" y="1015460"/>
                  </a:lnTo>
                  <a:lnTo>
                    <a:pt x="63627" y="1015746"/>
                  </a:lnTo>
                  <a:lnTo>
                    <a:pt x="63246" y="1016984"/>
                  </a:lnTo>
                  <a:lnTo>
                    <a:pt x="62579" y="1018413"/>
                  </a:lnTo>
                  <a:lnTo>
                    <a:pt x="62198" y="1019842"/>
                  </a:lnTo>
                  <a:lnTo>
                    <a:pt x="62579" y="1020890"/>
                  </a:lnTo>
                  <a:lnTo>
                    <a:pt x="65056" y="1023176"/>
                  </a:lnTo>
                  <a:lnTo>
                    <a:pt x="65723" y="1024128"/>
                  </a:lnTo>
                  <a:lnTo>
                    <a:pt x="66199" y="1026414"/>
                  </a:lnTo>
                  <a:lnTo>
                    <a:pt x="64580" y="1026890"/>
                  </a:lnTo>
                  <a:lnTo>
                    <a:pt x="60103" y="1025747"/>
                  </a:lnTo>
                  <a:lnTo>
                    <a:pt x="58960" y="1025652"/>
                  </a:lnTo>
                  <a:lnTo>
                    <a:pt x="57912" y="1026128"/>
                  </a:lnTo>
                  <a:lnTo>
                    <a:pt x="55245" y="1028891"/>
                  </a:lnTo>
                  <a:lnTo>
                    <a:pt x="54388" y="1029557"/>
                  </a:lnTo>
                  <a:lnTo>
                    <a:pt x="52292" y="1030605"/>
                  </a:lnTo>
                  <a:lnTo>
                    <a:pt x="50578" y="1031939"/>
                  </a:lnTo>
                  <a:lnTo>
                    <a:pt x="45911" y="1037082"/>
                  </a:lnTo>
                  <a:lnTo>
                    <a:pt x="40291" y="1041654"/>
                  </a:lnTo>
                  <a:lnTo>
                    <a:pt x="38386" y="1042511"/>
                  </a:lnTo>
                  <a:lnTo>
                    <a:pt x="36767" y="1042797"/>
                  </a:lnTo>
                  <a:lnTo>
                    <a:pt x="35147" y="1042511"/>
                  </a:lnTo>
                  <a:lnTo>
                    <a:pt x="33338" y="1041845"/>
                  </a:lnTo>
                  <a:lnTo>
                    <a:pt x="31528" y="1041464"/>
                  </a:lnTo>
                  <a:lnTo>
                    <a:pt x="29623" y="1041654"/>
                  </a:lnTo>
                  <a:lnTo>
                    <a:pt x="27813" y="1042416"/>
                  </a:lnTo>
                  <a:lnTo>
                    <a:pt x="26099" y="1043559"/>
                  </a:lnTo>
                  <a:lnTo>
                    <a:pt x="24384" y="1044321"/>
                  </a:lnTo>
                  <a:lnTo>
                    <a:pt x="20955" y="1044797"/>
                  </a:lnTo>
                  <a:lnTo>
                    <a:pt x="19526" y="1045940"/>
                  </a:lnTo>
                  <a:lnTo>
                    <a:pt x="18955" y="1046607"/>
                  </a:lnTo>
                  <a:lnTo>
                    <a:pt x="18479" y="1047464"/>
                  </a:lnTo>
                  <a:lnTo>
                    <a:pt x="18193" y="1048322"/>
                  </a:lnTo>
                  <a:lnTo>
                    <a:pt x="18098" y="1049274"/>
                  </a:lnTo>
                  <a:lnTo>
                    <a:pt x="17812" y="1050893"/>
                  </a:lnTo>
                  <a:lnTo>
                    <a:pt x="16955" y="1052036"/>
                  </a:lnTo>
                  <a:lnTo>
                    <a:pt x="15907" y="1053084"/>
                  </a:lnTo>
                  <a:lnTo>
                    <a:pt x="15145" y="1054418"/>
                  </a:lnTo>
                  <a:lnTo>
                    <a:pt x="14764" y="1057275"/>
                  </a:lnTo>
                  <a:lnTo>
                    <a:pt x="14478" y="1058037"/>
                  </a:lnTo>
                  <a:lnTo>
                    <a:pt x="14097" y="1058609"/>
                  </a:lnTo>
                  <a:lnTo>
                    <a:pt x="12573" y="1059847"/>
                  </a:lnTo>
                  <a:lnTo>
                    <a:pt x="11906" y="1060799"/>
                  </a:lnTo>
                  <a:lnTo>
                    <a:pt x="11430" y="1062038"/>
                  </a:lnTo>
                  <a:lnTo>
                    <a:pt x="11240" y="1063371"/>
                  </a:lnTo>
                  <a:lnTo>
                    <a:pt x="11335" y="1064705"/>
                  </a:lnTo>
                  <a:lnTo>
                    <a:pt x="11811" y="1066038"/>
                  </a:lnTo>
                  <a:lnTo>
                    <a:pt x="12478" y="1066514"/>
                  </a:lnTo>
                  <a:lnTo>
                    <a:pt x="13335" y="1066705"/>
                  </a:lnTo>
                  <a:lnTo>
                    <a:pt x="14383" y="1067372"/>
                  </a:lnTo>
                  <a:lnTo>
                    <a:pt x="15145" y="1068610"/>
                  </a:lnTo>
                  <a:lnTo>
                    <a:pt x="15431" y="1070039"/>
                  </a:lnTo>
                  <a:lnTo>
                    <a:pt x="15716" y="1072991"/>
                  </a:lnTo>
                  <a:lnTo>
                    <a:pt x="16859" y="1076611"/>
                  </a:lnTo>
                  <a:lnTo>
                    <a:pt x="16574" y="1077373"/>
                  </a:lnTo>
                  <a:lnTo>
                    <a:pt x="15431" y="1078135"/>
                  </a:lnTo>
                  <a:lnTo>
                    <a:pt x="14573" y="1078802"/>
                  </a:lnTo>
                  <a:lnTo>
                    <a:pt x="13907" y="1079754"/>
                  </a:lnTo>
                  <a:lnTo>
                    <a:pt x="13335" y="1081278"/>
                  </a:lnTo>
                  <a:lnTo>
                    <a:pt x="12764" y="1083659"/>
                  </a:lnTo>
                  <a:lnTo>
                    <a:pt x="12287" y="1084612"/>
                  </a:lnTo>
                  <a:lnTo>
                    <a:pt x="11335" y="1085088"/>
                  </a:lnTo>
                  <a:lnTo>
                    <a:pt x="1429" y="1086422"/>
                  </a:lnTo>
                  <a:lnTo>
                    <a:pt x="1429" y="1087755"/>
                  </a:lnTo>
                  <a:lnTo>
                    <a:pt x="2000" y="1091660"/>
                  </a:lnTo>
                  <a:lnTo>
                    <a:pt x="2096" y="1093089"/>
                  </a:lnTo>
                  <a:lnTo>
                    <a:pt x="2000" y="1094137"/>
                  </a:lnTo>
                  <a:lnTo>
                    <a:pt x="381" y="1098899"/>
                  </a:lnTo>
                  <a:lnTo>
                    <a:pt x="0" y="1100900"/>
                  </a:lnTo>
                  <a:lnTo>
                    <a:pt x="286" y="1102805"/>
                  </a:lnTo>
                  <a:lnTo>
                    <a:pt x="1524" y="1104995"/>
                  </a:lnTo>
                  <a:lnTo>
                    <a:pt x="3715" y="1107186"/>
                  </a:lnTo>
                  <a:lnTo>
                    <a:pt x="4191" y="1108139"/>
                  </a:lnTo>
                  <a:lnTo>
                    <a:pt x="4667" y="1110425"/>
                  </a:lnTo>
                  <a:lnTo>
                    <a:pt x="4953" y="1111472"/>
                  </a:lnTo>
                  <a:lnTo>
                    <a:pt x="5525" y="1112330"/>
                  </a:lnTo>
                  <a:lnTo>
                    <a:pt x="8668" y="1114711"/>
                  </a:lnTo>
                  <a:lnTo>
                    <a:pt x="10382" y="1116616"/>
                  </a:lnTo>
                  <a:lnTo>
                    <a:pt x="11144" y="1117092"/>
                  </a:lnTo>
                  <a:lnTo>
                    <a:pt x="11716" y="1118235"/>
                  </a:lnTo>
                  <a:lnTo>
                    <a:pt x="11906" y="1119378"/>
                  </a:lnTo>
                  <a:lnTo>
                    <a:pt x="11621" y="1120426"/>
                  </a:lnTo>
                  <a:lnTo>
                    <a:pt x="10859" y="1121283"/>
                  </a:lnTo>
                  <a:lnTo>
                    <a:pt x="9716" y="1121664"/>
                  </a:lnTo>
                  <a:lnTo>
                    <a:pt x="7144" y="1121664"/>
                  </a:lnTo>
                  <a:lnTo>
                    <a:pt x="5906" y="1122236"/>
                  </a:lnTo>
                  <a:lnTo>
                    <a:pt x="5144" y="1122998"/>
                  </a:lnTo>
                  <a:lnTo>
                    <a:pt x="4382" y="1124045"/>
                  </a:lnTo>
                  <a:lnTo>
                    <a:pt x="4001" y="1125284"/>
                  </a:lnTo>
                  <a:lnTo>
                    <a:pt x="4191" y="1126522"/>
                  </a:lnTo>
                  <a:lnTo>
                    <a:pt x="4858" y="1127474"/>
                  </a:lnTo>
                  <a:lnTo>
                    <a:pt x="6382" y="1129189"/>
                  </a:lnTo>
                  <a:lnTo>
                    <a:pt x="6953" y="1130141"/>
                  </a:lnTo>
                  <a:lnTo>
                    <a:pt x="7144" y="1131475"/>
                  </a:lnTo>
                  <a:lnTo>
                    <a:pt x="6763" y="1134427"/>
                  </a:lnTo>
                  <a:lnTo>
                    <a:pt x="6953" y="1135475"/>
                  </a:lnTo>
                  <a:lnTo>
                    <a:pt x="8858" y="1138619"/>
                  </a:lnTo>
                  <a:lnTo>
                    <a:pt x="9239" y="1139571"/>
                  </a:lnTo>
                  <a:lnTo>
                    <a:pt x="9716" y="1142333"/>
                  </a:lnTo>
                  <a:lnTo>
                    <a:pt x="10192" y="1143381"/>
                  </a:lnTo>
                  <a:lnTo>
                    <a:pt x="11240" y="1144429"/>
                  </a:lnTo>
                  <a:lnTo>
                    <a:pt x="12097" y="1145000"/>
                  </a:lnTo>
                  <a:lnTo>
                    <a:pt x="14002" y="1145762"/>
                  </a:lnTo>
                  <a:lnTo>
                    <a:pt x="14954" y="1146239"/>
                  </a:lnTo>
                  <a:lnTo>
                    <a:pt x="16574" y="1147667"/>
                  </a:lnTo>
                  <a:lnTo>
                    <a:pt x="17431" y="1148144"/>
                  </a:lnTo>
                  <a:lnTo>
                    <a:pt x="22479" y="1148334"/>
                  </a:lnTo>
                  <a:lnTo>
                    <a:pt x="23336" y="1148144"/>
                  </a:lnTo>
                  <a:lnTo>
                    <a:pt x="24003" y="1147001"/>
                  </a:lnTo>
                  <a:lnTo>
                    <a:pt x="23622" y="1145953"/>
                  </a:lnTo>
                  <a:lnTo>
                    <a:pt x="22955" y="1144810"/>
                  </a:lnTo>
                  <a:lnTo>
                    <a:pt x="22955" y="1143476"/>
                  </a:lnTo>
                  <a:lnTo>
                    <a:pt x="23336" y="1143095"/>
                  </a:lnTo>
                  <a:lnTo>
                    <a:pt x="25432" y="1142429"/>
                  </a:lnTo>
                  <a:lnTo>
                    <a:pt x="25813" y="1141952"/>
                  </a:lnTo>
                  <a:lnTo>
                    <a:pt x="25908" y="1141381"/>
                  </a:lnTo>
                  <a:lnTo>
                    <a:pt x="25908" y="1140809"/>
                  </a:lnTo>
                  <a:lnTo>
                    <a:pt x="26003" y="1140238"/>
                  </a:lnTo>
                  <a:lnTo>
                    <a:pt x="26765" y="1139095"/>
                  </a:lnTo>
                  <a:lnTo>
                    <a:pt x="27527" y="1138619"/>
                  </a:lnTo>
                  <a:lnTo>
                    <a:pt x="28385" y="1138619"/>
                  </a:lnTo>
                  <a:lnTo>
                    <a:pt x="31623" y="1139762"/>
                  </a:lnTo>
                  <a:lnTo>
                    <a:pt x="32671" y="1139952"/>
                  </a:lnTo>
                  <a:lnTo>
                    <a:pt x="33814" y="1139952"/>
                  </a:lnTo>
                  <a:lnTo>
                    <a:pt x="37529" y="1138714"/>
                  </a:lnTo>
                  <a:lnTo>
                    <a:pt x="38672" y="1138904"/>
                  </a:lnTo>
                  <a:lnTo>
                    <a:pt x="46196" y="1142619"/>
                  </a:lnTo>
                  <a:lnTo>
                    <a:pt x="55150" y="1146048"/>
                  </a:lnTo>
                  <a:lnTo>
                    <a:pt x="56102" y="1146810"/>
                  </a:lnTo>
                  <a:lnTo>
                    <a:pt x="56864" y="1147763"/>
                  </a:lnTo>
                  <a:lnTo>
                    <a:pt x="57722" y="1148525"/>
                  </a:lnTo>
                  <a:lnTo>
                    <a:pt x="58960" y="1148715"/>
                  </a:lnTo>
                  <a:lnTo>
                    <a:pt x="60198" y="1148620"/>
                  </a:lnTo>
                  <a:lnTo>
                    <a:pt x="61151" y="1148810"/>
                  </a:lnTo>
                  <a:lnTo>
                    <a:pt x="62008" y="1149477"/>
                  </a:lnTo>
                  <a:lnTo>
                    <a:pt x="62865" y="1150620"/>
                  </a:lnTo>
                  <a:lnTo>
                    <a:pt x="62865" y="1150620"/>
                  </a:lnTo>
                  <a:lnTo>
                    <a:pt x="62865" y="1150620"/>
                  </a:lnTo>
                  <a:lnTo>
                    <a:pt x="62865" y="1150620"/>
                  </a:lnTo>
                  <a:lnTo>
                    <a:pt x="63341" y="1151382"/>
                  </a:lnTo>
                  <a:lnTo>
                    <a:pt x="63722" y="1151763"/>
                  </a:lnTo>
                  <a:lnTo>
                    <a:pt x="64675" y="1152335"/>
                  </a:lnTo>
                  <a:lnTo>
                    <a:pt x="65056" y="1152716"/>
                  </a:lnTo>
                  <a:lnTo>
                    <a:pt x="65246" y="1153287"/>
                  </a:lnTo>
                  <a:lnTo>
                    <a:pt x="65342" y="1153954"/>
                  </a:lnTo>
                  <a:lnTo>
                    <a:pt x="65723" y="1155859"/>
                  </a:lnTo>
                  <a:lnTo>
                    <a:pt x="65723" y="1157192"/>
                  </a:lnTo>
                  <a:lnTo>
                    <a:pt x="65437" y="1158431"/>
                  </a:lnTo>
                  <a:lnTo>
                    <a:pt x="64865" y="1159478"/>
                  </a:lnTo>
                  <a:lnTo>
                    <a:pt x="62675" y="1161955"/>
                  </a:lnTo>
                  <a:lnTo>
                    <a:pt x="62198" y="1163002"/>
                  </a:lnTo>
                  <a:lnTo>
                    <a:pt x="62008" y="1164241"/>
                  </a:lnTo>
                  <a:lnTo>
                    <a:pt x="62008" y="1170623"/>
                  </a:lnTo>
                  <a:lnTo>
                    <a:pt x="63056" y="1178243"/>
                  </a:lnTo>
                  <a:lnTo>
                    <a:pt x="64103" y="1180148"/>
                  </a:lnTo>
                  <a:lnTo>
                    <a:pt x="67818" y="1182243"/>
                  </a:lnTo>
                  <a:lnTo>
                    <a:pt x="68485" y="1184053"/>
                  </a:lnTo>
                  <a:lnTo>
                    <a:pt x="68294" y="1188244"/>
                  </a:lnTo>
                  <a:lnTo>
                    <a:pt x="68390" y="1190054"/>
                  </a:lnTo>
                  <a:lnTo>
                    <a:pt x="68390" y="1190530"/>
                  </a:lnTo>
                  <a:lnTo>
                    <a:pt x="68580" y="1190911"/>
                  </a:lnTo>
                  <a:lnTo>
                    <a:pt x="69152" y="1191292"/>
                  </a:lnTo>
                  <a:lnTo>
                    <a:pt x="69628" y="1191673"/>
                  </a:lnTo>
                  <a:lnTo>
                    <a:pt x="69533" y="1192149"/>
                  </a:lnTo>
                  <a:lnTo>
                    <a:pt x="68675" y="1193578"/>
                  </a:lnTo>
                  <a:lnTo>
                    <a:pt x="68294" y="1193768"/>
                  </a:lnTo>
                  <a:lnTo>
                    <a:pt x="68104" y="1194149"/>
                  </a:lnTo>
                  <a:lnTo>
                    <a:pt x="68294" y="1195006"/>
                  </a:lnTo>
                  <a:lnTo>
                    <a:pt x="68580" y="1195483"/>
                  </a:lnTo>
                  <a:lnTo>
                    <a:pt x="68961" y="1195864"/>
                  </a:lnTo>
                  <a:lnTo>
                    <a:pt x="71628" y="1197388"/>
                  </a:lnTo>
                  <a:lnTo>
                    <a:pt x="72295" y="1198055"/>
                  </a:lnTo>
                  <a:lnTo>
                    <a:pt x="72485" y="1199293"/>
                  </a:lnTo>
                  <a:lnTo>
                    <a:pt x="72295" y="1199960"/>
                  </a:lnTo>
                  <a:lnTo>
                    <a:pt x="71914" y="1200626"/>
                  </a:lnTo>
                  <a:lnTo>
                    <a:pt x="71057" y="1201769"/>
                  </a:lnTo>
                  <a:lnTo>
                    <a:pt x="70676" y="1202341"/>
                  </a:lnTo>
                  <a:lnTo>
                    <a:pt x="70485" y="1202912"/>
                  </a:lnTo>
                  <a:lnTo>
                    <a:pt x="70390" y="1203484"/>
                  </a:lnTo>
                  <a:lnTo>
                    <a:pt x="70199" y="1204055"/>
                  </a:lnTo>
                  <a:lnTo>
                    <a:pt x="69533" y="1205008"/>
                  </a:lnTo>
                  <a:lnTo>
                    <a:pt x="68771" y="1205865"/>
                  </a:lnTo>
                  <a:lnTo>
                    <a:pt x="68199" y="1206818"/>
                  </a:lnTo>
                  <a:lnTo>
                    <a:pt x="68009" y="1208056"/>
                  </a:lnTo>
                  <a:lnTo>
                    <a:pt x="68485" y="1210342"/>
                  </a:lnTo>
                  <a:lnTo>
                    <a:pt x="69723" y="1212247"/>
                  </a:lnTo>
                  <a:lnTo>
                    <a:pt x="71342" y="1213676"/>
                  </a:lnTo>
                  <a:lnTo>
                    <a:pt x="76105" y="1216438"/>
                  </a:lnTo>
                  <a:lnTo>
                    <a:pt x="77057" y="1217295"/>
                  </a:lnTo>
                  <a:lnTo>
                    <a:pt x="79724" y="1220819"/>
                  </a:lnTo>
                  <a:lnTo>
                    <a:pt x="81248" y="1222248"/>
                  </a:lnTo>
                  <a:lnTo>
                    <a:pt x="82868" y="1223391"/>
                  </a:lnTo>
                  <a:lnTo>
                    <a:pt x="80296" y="1224248"/>
                  </a:lnTo>
                  <a:lnTo>
                    <a:pt x="79058" y="1224820"/>
                  </a:lnTo>
                  <a:lnTo>
                    <a:pt x="78391" y="1225963"/>
                  </a:lnTo>
                  <a:lnTo>
                    <a:pt x="78296" y="1228439"/>
                  </a:lnTo>
                  <a:lnTo>
                    <a:pt x="77819" y="1229201"/>
                  </a:lnTo>
                  <a:lnTo>
                    <a:pt x="72962" y="1231011"/>
                  </a:lnTo>
                  <a:lnTo>
                    <a:pt x="71723" y="1231202"/>
                  </a:lnTo>
                  <a:lnTo>
                    <a:pt x="70771" y="1231773"/>
                  </a:lnTo>
                  <a:lnTo>
                    <a:pt x="70295" y="1232916"/>
                  </a:lnTo>
                  <a:lnTo>
                    <a:pt x="69723" y="1233964"/>
                  </a:lnTo>
                  <a:lnTo>
                    <a:pt x="68675" y="1234440"/>
                  </a:lnTo>
                  <a:lnTo>
                    <a:pt x="64484" y="1235488"/>
                  </a:lnTo>
                  <a:lnTo>
                    <a:pt x="63437" y="1235583"/>
                  </a:lnTo>
                  <a:lnTo>
                    <a:pt x="62865" y="1235202"/>
                  </a:lnTo>
                  <a:lnTo>
                    <a:pt x="60770" y="1230630"/>
                  </a:lnTo>
                  <a:lnTo>
                    <a:pt x="60389" y="1230154"/>
                  </a:lnTo>
                  <a:lnTo>
                    <a:pt x="59531" y="1230059"/>
                  </a:lnTo>
                  <a:lnTo>
                    <a:pt x="58865" y="1230535"/>
                  </a:lnTo>
                  <a:lnTo>
                    <a:pt x="58293" y="1231202"/>
                  </a:lnTo>
                  <a:lnTo>
                    <a:pt x="57055" y="1232249"/>
                  </a:lnTo>
                  <a:lnTo>
                    <a:pt x="56769" y="1232440"/>
                  </a:lnTo>
                  <a:lnTo>
                    <a:pt x="55721" y="1232535"/>
                  </a:lnTo>
                  <a:lnTo>
                    <a:pt x="55436" y="1232821"/>
                  </a:lnTo>
                  <a:lnTo>
                    <a:pt x="55245" y="1233202"/>
                  </a:lnTo>
                  <a:lnTo>
                    <a:pt x="54578" y="1233869"/>
                  </a:lnTo>
                  <a:lnTo>
                    <a:pt x="54388" y="1234154"/>
                  </a:lnTo>
                  <a:lnTo>
                    <a:pt x="54197" y="1234345"/>
                  </a:lnTo>
                  <a:lnTo>
                    <a:pt x="53721" y="1234535"/>
                  </a:lnTo>
                  <a:lnTo>
                    <a:pt x="53435" y="1234440"/>
                  </a:lnTo>
                  <a:lnTo>
                    <a:pt x="52769" y="1233773"/>
                  </a:lnTo>
                  <a:lnTo>
                    <a:pt x="52388" y="1233583"/>
                  </a:lnTo>
                  <a:lnTo>
                    <a:pt x="51626" y="1233678"/>
                  </a:lnTo>
                  <a:lnTo>
                    <a:pt x="49340" y="1234345"/>
                  </a:lnTo>
                  <a:lnTo>
                    <a:pt x="47625" y="1234345"/>
                  </a:lnTo>
                  <a:lnTo>
                    <a:pt x="46958" y="1234726"/>
                  </a:lnTo>
                  <a:lnTo>
                    <a:pt x="46387" y="1235774"/>
                  </a:lnTo>
                  <a:lnTo>
                    <a:pt x="45911" y="1237107"/>
                  </a:lnTo>
                  <a:lnTo>
                    <a:pt x="45339" y="1237964"/>
                  </a:lnTo>
                  <a:lnTo>
                    <a:pt x="44577" y="1238441"/>
                  </a:lnTo>
                  <a:lnTo>
                    <a:pt x="43434" y="1238631"/>
                  </a:lnTo>
                  <a:lnTo>
                    <a:pt x="41434" y="1238345"/>
                  </a:lnTo>
                  <a:lnTo>
                    <a:pt x="40672" y="1238631"/>
                  </a:lnTo>
                  <a:lnTo>
                    <a:pt x="40577" y="1239869"/>
                  </a:lnTo>
                  <a:lnTo>
                    <a:pt x="41434" y="1241298"/>
                  </a:lnTo>
                  <a:lnTo>
                    <a:pt x="43148" y="1242536"/>
                  </a:lnTo>
                  <a:lnTo>
                    <a:pt x="46387" y="1244156"/>
                  </a:lnTo>
                  <a:lnTo>
                    <a:pt x="47339" y="1245299"/>
                  </a:lnTo>
                  <a:lnTo>
                    <a:pt x="47911" y="1246537"/>
                  </a:lnTo>
                  <a:lnTo>
                    <a:pt x="48578" y="1247680"/>
                  </a:lnTo>
                  <a:lnTo>
                    <a:pt x="49816" y="1248251"/>
                  </a:lnTo>
                  <a:lnTo>
                    <a:pt x="50864" y="1247680"/>
                  </a:lnTo>
                  <a:lnTo>
                    <a:pt x="54293" y="1246823"/>
                  </a:lnTo>
                  <a:lnTo>
                    <a:pt x="56198" y="1246061"/>
                  </a:lnTo>
                  <a:lnTo>
                    <a:pt x="57055" y="1246251"/>
                  </a:lnTo>
                  <a:lnTo>
                    <a:pt x="57817" y="1247299"/>
                  </a:lnTo>
                  <a:lnTo>
                    <a:pt x="59246" y="1248537"/>
                  </a:lnTo>
                  <a:lnTo>
                    <a:pt x="63151" y="1248632"/>
                  </a:lnTo>
                  <a:lnTo>
                    <a:pt x="64865" y="1250061"/>
                  </a:lnTo>
                  <a:lnTo>
                    <a:pt x="64865" y="1250061"/>
                  </a:lnTo>
                  <a:lnTo>
                    <a:pt x="66389" y="1252347"/>
                  </a:lnTo>
                  <a:lnTo>
                    <a:pt x="66770" y="1253109"/>
                  </a:lnTo>
                  <a:lnTo>
                    <a:pt x="67056" y="1255109"/>
                  </a:lnTo>
                  <a:lnTo>
                    <a:pt x="67342" y="1255776"/>
                  </a:lnTo>
                  <a:lnTo>
                    <a:pt x="68009" y="1255490"/>
                  </a:lnTo>
                  <a:lnTo>
                    <a:pt x="68294" y="1254824"/>
                  </a:lnTo>
                  <a:lnTo>
                    <a:pt x="68771" y="1252919"/>
                  </a:lnTo>
                  <a:lnTo>
                    <a:pt x="69247" y="1252061"/>
                  </a:lnTo>
                  <a:lnTo>
                    <a:pt x="70009" y="1251490"/>
                  </a:lnTo>
                  <a:lnTo>
                    <a:pt x="70961" y="1251109"/>
                  </a:lnTo>
                  <a:lnTo>
                    <a:pt x="72771" y="1250633"/>
                  </a:lnTo>
                  <a:lnTo>
                    <a:pt x="74771" y="1250633"/>
                  </a:lnTo>
                  <a:lnTo>
                    <a:pt x="79248" y="1249966"/>
                  </a:lnTo>
                  <a:lnTo>
                    <a:pt x="80201" y="1250156"/>
                  </a:lnTo>
                  <a:lnTo>
                    <a:pt x="80963" y="1250537"/>
                  </a:lnTo>
                  <a:lnTo>
                    <a:pt x="82487" y="1251871"/>
                  </a:lnTo>
                  <a:lnTo>
                    <a:pt x="84296" y="1252919"/>
                  </a:lnTo>
                  <a:lnTo>
                    <a:pt x="90488" y="1254252"/>
                  </a:lnTo>
                  <a:lnTo>
                    <a:pt x="92488" y="1255109"/>
                  </a:lnTo>
                  <a:lnTo>
                    <a:pt x="93917" y="1256538"/>
                  </a:lnTo>
                  <a:lnTo>
                    <a:pt x="94774" y="1258538"/>
                  </a:lnTo>
                  <a:lnTo>
                    <a:pt x="95155" y="1261015"/>
                  </a:lnTo>
                  <a:lnTo>
                    <a:pt x="95250" y="1263682"/>
                  </a:lnTo>
                  <a:lnTo>
                    <a:pt x="95631" y="1266158"/>
                  </a:lnTo>
                  <a:lnTo>
                    <a:pt x="96774" y="1267777"/>
                  </a:lnTo>
                  <a:lnTo>
                    <a:pt x="100013" y="1267968"/>
                  </a:lnTo>
                  <a:lnTo>
                    <a:pt x="100298" y="1267492"/>
                  </a:lnTo>
                  <a:lnTo>
                    <a:pt x="100489" y="1266825"/>
                  </a:lnTo>
                  <a:lnTo>
                    <a:pt x="100775" y="1266158"/>
                  </a:lnTo>
                  <a:lnTo>
                    <a:pt x="104108" y="1264920"/>
                  </a:lnTo>
                  <a:lnTo>
                    <a:pt x="108299" y="1265777"/>
                  </a:lnTo>
                  <a:lnTo>
                    <a:pt x="112490" y="1267777"/>
                  </a:lnTo>
                  <a:lnTo>
                    <a:pt x="115729" y="1270064"/>
                  </a:lnTo>
                  <a:lnTo>
                    <a:pt x="118872" y="1272921"/>
                  </a:lnTo>
                  <a:lnTo>
                    <a:pt x="120206" y="1274540"/>
                  </a:lnTo>
                  <a:lnTo>
                    <a:pt x="125540" y="1284827"/>
                  </a:lnTo>
                  <a:lnTo>
                    <a:pt x="125540" y="1284923"/>
                  </a:lnTo>
                  <a:lnTo>
                    <a:pt x="125730" y="1285970"/>
                  </a:lnTo>
                  <a:lnTo>
                    <a:pt x="126111" y="1287590"/>
                  </a:lnTo>
                  <a:lnTo>
                    <a:pt x="125159" y="1292733"/>
                  </a:lnTo>
                  <a:lnTo>
                    <a:pt x="125159" y="1295305"/>
                  </a:lnTo>
                  <a:lnTo>
                    <a:pt x="125540" y="1296257"/>
                  </a:lnTo>
                  <a:lnTo>
                    <a:pt x="126873" y="1297877"/>
                  </a:lnTo>
                  <a:lnTo>
                    <a:pt x="127445" y="1298734"/>
                  </a:lnTo>
                  <a:lnTo>
                    <a:pt x="127540" y="1299877"/>
                  </a:lnTo>
                  <a:lnTo>
                    <a:pt x="126873" y="1300448"/>
                  </a:lnTo>
                  <a:lnTo>
                    <a:pt x="125921" y="1300925"/>
                  </a:lnTo>
                  <a:lnTo>
                    <a:pt x="125254" y="1301782"/>
                  </a:lnTo>
                  <a:lnTo>
                    <a:pt x="125159" y="1302449"/>
                  </a:lnTo>
                  <a:lnTo>
                    <a:pt x="125635" y="1303592"/>
                  </a:lnTo>
                  <a:lnTo>
                    <a:pt x="125635" y="1304258"/>
                  </a:lnTo>
                  <a:lnTo>
                    <a:pt x="125349" y="1304735"/>
                  </a:lnTo>
                  <a:lnTo>
                    <a:pt x="124968" y="1305116"/>
                  </a:lnTo>
                  <a:lnTo>
                    <a:pt x="122396" y="1306830"/>
                  </a:lnTo>
                  <a:lnTo>
                    <a:pt x="121730" y="1307497"/>
                  </a:lnTo>
                  <a:lnTo>
                    <a:pt x="121349" y="1308545"/>
                  </a:lnTo>
                  <a:lnTo>
                    <a:pt x="121634" y="1310735"/>
                  </a:lnTo>
                  <a:lnTo>
                    <a:pt x="122777" y="1312831"/>
                  </a:lnTo>
                  <a:lnTo>
                    <a:pt x="124397" y="1314450"/>
                  </a:lnTo>
                  <a:lnTo>
                    <a:pt x="126016" y="1315212"/>
                  </a:lnTo>
                  <a:lnTo>
                    <a:pt x="130112" y="1315498"/>
                  </a:lnTo>
                  <a:lnTo>
                    <a:pt x="131636" y="1316355"/>
                  </a:lnTo>
                  <a:lnTo>
                    <a:pt x="132969" y="1318736"/>
                  </a:lnTo>
                  <a:lnTo>
                    <a:pt x="133445" y="1321213"/>
                  </a:lnTo>
                  <a:lnTo>
                    <a:pt x="133636" y="1323880"/>
                  </a:lnTo>
                  <a:lnTo>
                    <a:pt x="134207" y="1326166"/>
                  </a:lnTo>
                  <a:lnTo>
                    <a:pt x="135636" y="1327499"/>
                  </a:lnTo>
                  <a:lnTo>
                    <a:pt x="136874" y="1327595"/>
                  </a:lnTo>
                  <a:lnTo>
                    <a:pt x="139351" y="1326928"/>
                  </a:lnTo>
                  <a:lnTo>
                    <a:pt x="140589" y="1326737"/>
                  </a:lnTo>
                  <a:lnTo>
                    <a:pt x="141637" y="1326928"/>
                  </a:lnTo>
                  <a:lnTo>
                    <a:pt x="142494" y="1327214"/>
                  </a:lnTo>
                  <a:lnTo>
                    <a:pt x="143351" y="1327214"/>
                  </a:lnTo>
                  <a:lnTo>
                    <a:pt x="145256" y="1325785"/>
                  </a:lnTo>
                  <a:lnTo>
                    <a:pt x="146209" y="1325785"/>
                  </a:lnTo>
                  <a:lnTo>
                    <a:pt x="147161" y="1325975"/>
                  </a:lnTo>
                  <a:lnTo>
                    <a:pt x="148114" y="1325785"/>
                  </a:lnTo>
                  <a:lnTo>
                    <a:pt x="148495" y="1325404"/>
                  </a:lnTo>
                  <a:lnTo>
                    <a:pt x="149162" y="1324261"/>
                  </a:lnTo>
                  <a:lnTo>
                    <a:pt x="149638" y="1323880"/>
                  </a:lnTo>
                  <a:lnTo>
                    <a:pt x="150209" y="1323689"/>
                  </a:lnTo>
                  <a:lnTo>
                    <a:pt x="150781" y="1323594"/>
                  </a:lnTo>
                  <a:lnTo>
                    <a:pt x="152019" y="1323594"/>
                  </a:lnTo>
                  <a:lnTo>
                    <a:pt x="153257" y="1323213"/>
                  </a:lnTo>
                  <a:lnTo>
                    <a:pt x="155162" y="1321213"/>
                  </a:lnTo>
                  <a:lnTo>
                    <a:pt x="156115" y="1321499"/>
                  </a:lnTo>
                  <a:lnTo>
                    <a:pt x="156591" y="1323594"/>
                  </a:lnTo>
                  <a:lnTo>
                    <a:pt x="155829" y="1328833"/>
                  </a:lnTo>
                  <a:lnTo>
                    <a:pt x="156877" y="1330928"/>
                  </a:lnTo>
                  <a:lnTo>
                    <a:pt x="158687" y="1331976"/>
                  </a:lnTo>
                  <a:lnTo>
                    <a:pt x="162497" y="1333405"/>
                  </a:lnTo>
                  <a:lnTo>
                    <a:pt x="164211" y="1334643"/>
                  </a:lnTo>
                  <a:lnTo>
                    <a:pt x="165449" y="1336453"/>
                  </a:lnTo>
                  <a:lnTo>
                    <a:pt x="166116" y="1337215"/>
                  </a:lnTo>
                  <a:lnTo>
                    <a:pt x="167069" y="1337691"/>
                  </a:lnTo>
                  <a:lnTo>
                    <a:pt x="167831" y="1337786"/>
                  </a:lnTo>
                  <a:lnTo>
                    <a:pt x="168116" y="1337786"/>
                  </a:lnTo>
                  <a:lnTo>
                    <a:pt x="170307" y="1337691"/>
                  </a:lnTo>
                  <a:lnTo>
                    <a:pt x="171260" y="1338072"/>
                  </a:lnTo>
                  <a:lnTo>
                    <a:pt x="172022" y="1338929"/>
                  </a:lnTo>
                  <a:lnTo>
                    <a:pt x="173260" y="1340739"/>
                  </a:lnTo>
                  <a:lnTo>
                    <a:pt x="174117" y="1341501"/>
                  </a:lnTo>
                  <a:lnTo>
                    <a:pt x="175070" y="1341882"/>
                  </a:lnTo>
                  <a:lnTo>
                    <a:pt x="176117" y="1342073"/>
                  </a:lnTo>
                  <a:lnTo>
                    <a:pt x="178213" y="1342168"/>
                  </a:lnTo>
                  <a:lnTo>
                    <a:pt x="180404" y="1341787"/>
                  </a:lnTo>
                  <a:lnTo>
                    <a:pt x="181547" y="1341787"/>
                  </a:lnTo>
                  <a:lnTo>
                    <a:pt x="182594" y="1342073"/>
                  </a:lnTo>
                  <a:lnTo>
                    <a:pt x="183261" y="1342644"/>
                  </a:lnTo>
                  <a:lnTo>
                    <a:pt x="184404" y="1344168"/>
                  </a:lnTo>
                  <a:lnTo>
                    <a:pt x="185071" y="1344835"/>
                  </a:lnTo>
                  <a:lnTo>
                    <a:pt x="186976" y="1345692"/>
                  </a:lnTo>
                  <a:lnTo>
                    <a:pt x="188881" y="1345883"/>
                  </a:lnTo>
                  <a:lnTo>
                    <a:pt x="192786" y="1345406"/>
                  </a:lnTo>
                  <a:lnTo>
                    <a:pt x="194405" y="1345597"/>
                  </a:lnTo>
                  <a:lnTo>
                    <a:pt x="195644" y="1346264"/>
                  </a:lnTo>
                  <a:lnTo>
                    <a:pt x="198120" y="1348264"/>
                  </a:lnTo>
                  <a:lnTo>
                    <a:pt x="199835" y="1349216"/>
                  </a:lnTo>
                  <a:lnTo>
                    <a:pt x="201359" y="1349407"/>
                  </a:lnTo>
                  <a:lnTo>
                    <a:pt x="204692" y="1348931"/>
                  </a:lnTo>
                  <a:lnTo>
                    <a:pt x="206597" y="1348835"/>
                  </a:lnTo>
                  <a:lnTo>
                    <a:pt x="206978" y="1348931"/>
                  </a:lnTo>
                  <a:lnTo>
                    <a:pt x="214408" y="1350169"/>
                  </a:lnTo>
                  <a:lnTo>
                    <a:pt x="215932" y="1349883"/>
                  </a:lnTo>
                  <a:lnTo>
                    <a:pt x="217361" y="1349026"/>
                  </a:lnTo>
                  <a:lnTo>
                    <a:pt x="218980" y="1347788"/>
                  </a:lnTo>
                  <a:lnTo>
                    <a:pt x="219647" y="1347502"/>
                  </a:lnTo>
                  <a:lnTo>
                    <a:pt x="220313" y="1347406"/>
                  </a:lnTo>
                  <a:lnTo>
                    <a:pt x="221742" y="1347597"/>
                  </a:lnTo>
                  <a:lnTo>
                    <a:pt x="222504" y="1349026"/>
                  </a:lnTo>
                  <a:lnTo>
                    <a:pt x="223457" y="1350359"/>
                  </a:lnTo>
                  <a:lnTo>
                    <a:pt x="224695" y="1351407"/>
                  </a:lnTo>
                  <a:lnTo>
                    <a:pt x="226028" y="1351788"/>
                  </a:lnTo>
                  <a:lnTo>
                    <a:pt x="227552" y="1351121"/>
                  </a:lnTo>
                  <a:lnTo>
                    <a:pt x="229934" y="1348454"/>
                  </a:lnTo>
                  <a:lnTo>
                    <a:pt x="231458" y="1347692"/>
                  </a:lnTo>
                  <a:lnTo>
                    <a:pt x="234506" y="1347883"/>
                  </a:lnTo>
                  <a:lnTo>
                    <a:pt x="235077" y="1350359"/>
                  </a:lnTo>
                  <a:lnTo>
                    <a:pt x="234125" y="1353884"/>
                  </a:lnTo>
                  <a:lnTo>
                    <a:pt x="232601" y="1357122"/>
                  </a:lnTo>
                  <a:lnTo>
                    <a:pt x="232124" y="1362170"/>
                  </a:lnTo>
                  <a:lnTo>
                    <a:pt x="233934" y="1366933"/>
                  </a:lnTo>
                  <a:lnTo>
                    <a:pt x="238887" y="1375791"/>
                  </a:lnTo>
                  <a:lnTo>
                    <a:pt x="239363" y="1378172"/>
                  </a:lnTo>
                  <a:lnTo>
                    <a:pt x="239840" y="1383030"/>
                  </a:lnTo>
                  <a:lnTo>
                    <a:pt x="240602" y="1385221"/>
                  </a:lnTo>
                  <a:lnTo>
                    <a:pt x="242697" y="1387983"/>
                  </a:lnTo>
                  <a:lnTo>
                    <a:pt x="243173" y="1389126"/>
                  </a:lnTo>
                  <a:lnTo>
                    <a:pt x="246412" y="1401223"/>
                  </a:lnTo>
                  <a:lnTo>
                    <a:pt x="247650" y="1403414"/>
                  </a:lnTo>
                  <a:lnTo>
                    <a:pt x="249746" y="1405319"/>
                  </a:lnTo>
                  <a:lnTo>
                    <a:pt x="252032" y="1406366"/>
                  </a:lnTo>
                  <a:lnTo>
                    <a:pt x="264033" y="1408462"/>
                  </a:lnTo>
                  <a:lnTo>
                    <a:pt x="267081" y="1409700"/>
                  </a:lnTo>
                  <a:lnTo>
                    <a:pt x="271653" y="1413224"/>
                  </a:lnTo>
                  <a:lnTo>
                    <a:pt x="274320" y="1416844"/>
                  </a:lnTo>
                  <a:lnTo>
                    <a:pt x="276320" y="1417987"/>
                  </a:lnTo>
                  <a:lnTo>
                    <a:pt x="278797" y="1418654"/>
                  </a:lnTo>
                  <a:lnTo>
                    <a:pt x="280702" y="1419511"/>
                  </a:lnTo>
                  <a:lnTo>
                    <a:pt x="282226" y="1420940"/>
                  </a:lnTo>
                  <a:lnTo>
                    <a:pt x="282512" y="1421511"/>
                  </a:lnTo>
                  <a:lnTo>
                    <a:pt x="283559" y="1423511"/>
                  </a:lnTo>
                  <a:lnTo>
                    <a:pt x="284036" y="1424940"/>
                  </a:lnTo>
                  <a:lnTo>
                    <a:pt x="284226" y="1426369"/>
                  </a:lnTo>
                  <a:lnTo>
                    <a:pt x="284036" y="1427798"/>
                  </a:lnTo>
                  <a:lnTo>
                    <a:pt x="283559" y="1429226"/>
                  </a:lnTo>
                  <a:lnTo>
                    <a:pt x="279749" y="1432941"/>
                  </a:lnTo>
                  <a:lnTo>
                    <a:pt x="274606" y="1435132"/>
                  </a:lnTo>
                  <a:lnTo>
                    <a:pt x="270605" y="1437894"/>
                  </a:lnTo>
                  <a:lnTo>
                    <a:pt x="270129" y="1443228"/>
                  </a:lnTo>
                  <a:lnTo>
                    <a:pt x="272701" y="1450943"/>
                  </a:lnTo>
                  <a:lnTo>
                    <a:pt x="273558" y="1454944"/>
                  </a:lnTo>
                  <a:lnTo>
                    <a:pt x="273939" y="1459040"/>
                  </a:lnTo>
                  <a:lnTo>
                    <a:pt x="273272" y="1471041"/>
                  </a:lnTo>
                  <a:lnTo>
                    <a:pt x="274320" y="1474756"/>
                  </a:lnTo>
                  <a:lnTo>
                    <a:pt x="275558" y="1476851"/>
                  </a:lnTo>
                  <a:lnTo>
                    <a:pt x="280416" y="1481423"/>
                  </a:lnTo>
                  <a:lnTo>
                    <a:pt x="280511" y="1481519"/>
                  </a:lnTo>
                  <a:lnTo>
                    <a:pt x="283464" y="1486376"/>
                  </a:lnTo>
                  <a:lnTo>
                    <a:pt x="284321" y="1486852"/>
                  </a:lnTo>
                  <a:lnTo>
                    <a:pt x="286226" y="1487424"/>
                  </a:lnTo>
                  <a:lnTo>
                    <a:pt x="287179" y="1487805"/>
                  </a:lnTo>
                  <a:lnTo>
                    <a:pt x="288036" y="1488377"/>
                  </a:lnTo>
                  <a:lnTo>
                    <a:pt x="288703" y="1489234"/>
                  </a:lnTo>
                  <a:lnTo>
                    <a:pt x="288893" y="1490377"/>
                  </a:lnTo>
                  <a:lnTo>
                    <a:pt x="288989" y="1491806"/>
                  </a:lnTo>
                  <a:lnTo>
                    <a:pt x="289465" y="1492187"/>
                  </a:lnTo>
                  <a:lnTo>
                    <a:pt x="291275" y="1491329"/>
                  </a:lnTo>
                  <a:lnTo>
                    <a:pt x="292894" y="1491425"/>
                  </a:lnTo>
                  <a:lnTo>
                    <a:pt x="296894" y="1493615"/>
                  </a:lnTo>
                  <a:lnTo>
                    <a:pt x="298704" y="1494282"/>
                  </a:lnTo>
                  <a:lnTo>
                    <a:pt x="302895" y="1494473"/>
                  </a:lnTo>
                  <a:lnTo>
                    <a:pt x="304705" y="1495425"/>
                  </a:lnTo>
                  <a:lnTo>
                    <a:pt x="304895" y="1497711"/>
                  </a:lnTo>
                  <a:lnTo>
                    <a:pt x="304419" y="1498664"/>
                  </a:lnTo>
                  <a:lnTo>
                    <a:pt x="303276" y="1500378"/>
                  </a:lnTo>
                  <a:lnTo>
                    <a:pt x="302895" y="1501521"/>
                  </a:lnTo>
                  <a:lnTo>
                    <a:pt x="302705" y="1504855"/>
                  </a:lnTo>
                  <a:lnTo>
                    <a:pt x="302419" y="1505998"/>
                  </a:lnTo>
                  <a:lnTo>
                    <a:pt x="302419" y="1508379"/>
                  </a:lnTo>
                  <a:lnTo>
                    <a:pt x="303467" y="1509998"/>
                  </a:lnTo>
                  <a:lnTo>
                    <a:pt x="306515" y="1512761"/>
                  </a:lnTo>
                  <a:lnTo>
                    <a:pt x="307562" y="1514666"/>
                  </a:lnTo>
                  <a:lnTo>
                    <a:pt x="307943" y="1516571"/>
                  </a:lnTo>
                  <a:lnTo>
                    <a:pt x="308515" y="1518380"/>
                  </a:lnTo>
                  <a:lnTo>
                    <a:pt x="309944" y="1520000"/>
                  </a:lnTo>
                  <a:lnTo>
                    <a:pt x="311182" y="1521428"/>
                  </a:lnTo>
                  <a:lnTo>
                    <a:pt x="311468" y="1523429"/>
                  </a:lnTo>
                  <a:lnTo>
                    <a:pt x="310991" y="1525619"/>
                  </a:lnTo>
                  <a:lnTo>
                    <a:pt x="309944" y="1527620"/>
                  </a:lnTo>
                  <a:lnTo>
                    <a:pt x="307753" y="1530287"/>
                  </a:lnTo>
                  <a:lnTo>
                    <a:pt x="302609" y="1534477"/>
                  </a:lnTo>
                  <a:lnTo>
                    <a:pt x="300419" y="1537049"/>
                  </a:lnTo>
                  <a:lnTo>
                    <a:pt x="299466" y="1537335"/>
                  </a:lnTo>
                  <a:lnTo>
                    <a:pt x="298418" y="1536954"/>
                  </a:lnTo>
                  <a:lnTo>
                    <a:pt x="297371" y="1536383"/>
                  </a:lnTo>
                  <a:lnTo>
                    <a:pt x="296323" y="1536192"/>
                  </a:lnTo>
                  <a:lnTo>
                    <a:pt x="295085" y="1536383"/>
                  </a:lnTo>
                  <a:lnTo>
                    <a:pt x="293561" y="1536859"/>
                  </a:lnTo>
                  <a:lnTo>
                    <a:pt x="292037" y="1537526"/>
                  </a:lnTo>
                  <a:lnTo>
                    <a:pt x="290989" y="1538383"/>
                  </a:lnTo>
                  <a:lnTo>
                    <a:pt x="290417" y="1539812"/>
                  </a:lnTo>
                  <a:lnTo>
                    <a:pt x="289846" y="1543526"/>
                  </a:lnTo>
                  <a:lnTo>
                    <a:pt x="288989" y="1544765"/>
                  </a:lnTo>
                  <a:lnTo>
                    <a:pt x="288512" y="1544765"/>
                  </a:lnTo>
                  <a:lnTo>
                    <a:pt x="287084" y="1544384"/>
                  </a:lnTo>
                  <a:lnTo>
                    <a:pt x="286512" y="1544288"/>
                  </a:lnTo>
                  <a:lnTo>
                    <a:pt x="285845" y="1544479"/>
                  </a:lnTo>
                  <a:lnTo>
                    <a:pt x="284512" y="1545050"/>
                  </a:lnTo>
                  <a:lnTo>
                    <a:pt x="283750" y="1545241"/>
                  </a:lnTo>
                  <a:lnTo>
                    <a:pt x="282035" y="1546193"/>
                  </a:lnTo>
                  <a:lnTo>
                    <a:pt x="280321" y="1545717"/>
                  </a:lnTo>
                  <a:lnTo>
                    <a:pt x="278797" y="1544384"/>
                  </a:lnTo>
                  <a:lnTo>
                    <a:pt x="277463" y="1542860"/>
                  </a:lnTo>
                  <a:lnTo>
                    <a:pt x="272987" y="1539050"/>
                  </a:lnTo>
                  <a:lnTo>
                    <a:pt x="272129" y="1537049"/>
                  </a:lnTo>
                  <a:lnTo>
                    <a:pt x="271177" y="1533811"/>
                  </a:lnTo>
                  <a:lnTo>
                    <a:pt x="271082" y="1532858"/>
                  </a:lnTo>
                  <a:lnTo>
                    <a:pt x="271367" y="1531715"/>
                  </a:lnTo>
                  <a:lnTo>
                    <a:pt x="271844" y="1530668"/>
                  </a:lnTo>
                  <a:lnTo>
                    <a:pt x="271939" y="1529620"/>
                  </a:lnTo>
                  <a:lnTo>
                    <a:pt x="271177" y="1528572"/>
                  </a:lnTo>
                  <a:lnTo>
                    <a:pt x="269939" y="1528096"/>
                  </a:lnTo>
                  <a:lnTo>
                    <a:pt x="268986" y="1528572"/>
                  </a:lnTo>
                  <a:lnTo>
                    <a:pt x="267462" y="1530477"/>
                  </a:lnTo>
                  <a:lnTo>
                    <a:pt x="266510" y="1531334"/>
                  </a:lnTo>
                  <a:lnTo>
                    <a:pt x="265557" y="1531811"/>
                  </a:lnTo>
                  <a:lnTo>
                    <a:pt x="263462" y="1532287"/>
                  </a:lnTo>
                  <a:lnTo>
                    <a:pt x="255937" y="1532477"/>
                  </a:lnTo>
                  <a:lnTo>
                    <a:pt x="253841" y="1532954"/>
                  </a:lnTo>
                  <a:lnTo>
                    <a:pt x="252603" y="1533620"/>
                  </a:lnTo>
                  <a:lnTo>
                    <a:pt x="252413" y="1534859"/>
                  </a:lnTo>
                  <a:lnTo>
                    <a:pt x="253937" y="1538097"/>
                  </a:lnTo>
                  <a:lnTo>
                    <a:pt x="256032" y="1541240"/>
                  </a:lnTo>
                  <a:lnTo>
                    <a:pt x="256223" y="1541907"/>
                  </a:lnTo>
                  <a:lnTo>
                    <a:pt x="256032" y="1542288"/>
                  </a:lnTo>
                  <a:lnTo>
                    <a:pt x="255651" y="1542669"/>
                  </a:lnTo>
                  <a:lnTo>
                    <a:pt x="255365" y="1543241"/>
                  </a:lnTo>
                  <a:lnTo>
                    <a:pt x="255270" y="1544002"/>
                  </a:lnTo>
                  <a:lnTo>
                    <a:pt x="255365" y="1544384"/>
                  </a:lnTo>
                  <a:lnTo>
                    <a:pt x="255556" y="1544669"/>
                  </a:lnTo>
                  <a:lnTo>
                    <a:pt x="256794" y="1550384"/>
                  </a:lnTo>
                  <a:lnTo>
                    <a:pt x="256699" y="1551718"/>
                  </a:lnTo>
                  <a:lnTo>
                    <a:pt x="256413" y="1552861"/>
                  </a:lnTo>
                  <a:lnTo>
                    <a:pt x="256508" y="1553623"/>
                  </a:lnTo>
                  <a:lnTo>
                    <a:pt x="257080" y="1553813"/>
                  </a:lnTo>
                  <a:lnTo>
                    <a:pt x="257080" y="1553813"/>
                  </a:lnTo>
                  <a:lnTo>
                    <a:pt x="257461" y="1553909"/>
                  </a:lnTo>
                  <a:lnTo>
                    <a:pt x="259366" y="1554956"/>
                  </a:lnTo>
                  <a:lnTo>
                    <a:pt x="260509" y="1556576"/>
                  </a:lnTo>
                  <a:lnTo>
                    <a:pt x="261366" y="1558481"/>
                  </a:lnTo>
                  <a:lnTo>
                    <a:pt x="266510" y="1565529"/>
                  </a:lnTo>
                  <a:lnTo>
                    <a:pt x="268034" y="1566767"/>
                  </a:lnTo>
                  <a:lnTo>
                    <a:pt x="270320" y="1568101"/>
                  </a:lnTo>
                  <a:lnTo>
                    <a:pt x="270891" y="1568672"/>
                  </a:lnTo>
                  <a:lnTo>
                    <a:pt x="271463" y="1569911"/>
                  </a:lnTo>
                  <a:lnTo>
                    <a:pt x="271367" y="1571054"/>
                  </a:lnTo>
                  <a:lnTo>
                    <a:pt x="270224" y="1573721"/>
                  </a:lnTo>
                  <a:lnTo>
                    <a:pt x="269939" y="1574959"/>
                  </a:lnTo>
                  <a:lnTo>
                    <a:pt x="269558" y="1577531"/>
                  </a:lnTo>
                  <a:lnTo>
                    <a:pt x="269177" y="1578674"/>
                  </a:lnTo>
                  <a:lnTo>
                    <a:pt x="267843" y="1580864"/>
                  </a:lnTo>
                  <a:lnTo>
                    <a:pt x="267653" y="1581912"/>
                  </a:lnTo>
                  <a:lnTo>
                    <a:pt x="268986" y="1583341"/>
                  </a:lnTo>
                  <a:lnTo>
                    <a:pt x="268986" y="1583912"/>
                  </a:lnTo>
                  <a:lnTo>
                    <a:pt x="268891" y="1584484"/>
                  </a:lnTo>
                  <a:lnTo>
                    <a:pt x="268891" y="1585055"/>
                  </a:lnTo>
                  <a:lnTo>
                    <a:pt x="269177" y="1585531"/>
                  </a:lnTo>
                  <a:lnTo>
                    <a:pt x="269843" y="1586294"/>
                  </a:lnTo>
                  <a:lnTo>
                    <a:pt x="270224" y="1587341"/>
                  </a:lnTo>
                  <a:lnTo>
                    <a:pt x="270510" y="1587818"/>
                  </a:lnTo>
                  <a:lnTo>
                    <a:pt x="270891" y="1588103"/>
                  </a:lnTo>
                  <a:lnTo>
                    <a:pt x="271367" y="1588199"/>
                  </a:lnTo>
                  <a:lnTo>
                    <a:pt x="272320" y="1588199"/>
                  </a:lnTo>
                  <a:lnTo>
                    <a:pt x="274320" y="1590199"/>
                  </a:lnTo>
                  <a:lnTo>
                    <a:pt x="275558" y="1591818"/>
                  </a:lnTo>
                  <a:lnTo>
                    <a:pt x="275273" y="1592580"/>
                  </a:lnTo>
                  <a:lnTo>
                    <a:pt x="274415" y="1593533"/>
                  </a:lnTo>
                  <a:lnTo>
                    <a:pt x="269272" y="1597724"/>
                  </a:lnTo>
                  <a:lnTo>
                    <a:pt x="269081" y="1599057"/>
                  </a:lnTo>
                  <a:lnTo>
                    <a:pt x="271082" y="1600295"/>
                  </a:lnTo>
                  <a:lnTo>
                    <a:pt x="272606" y="1601724"/>
                  </a:lnTo>
                  <a:lnTo>
                    <a:pt x="272510" y="1603724"/>
                  </a:lnTo>
                  <a:lnTo>
                    <a:pt x="271748" y="1606106"/>
                  </a:lnTo>
                  <a:lnTo>
                    <a:pt x="271367" y="1608487"/>
                  </a:lnTo>
                  <a:lnTo>
                    <a:pt x="271463" y="1609535"/>
                  </a:lnTo>
                  <a:lnTo>
                    <a:pt x="271653" y="1610106"/>
                  </a:lnTo>
                  <a:lnTo>
                    <a:pt x="272034" y="1610487"/>
                  </a:lnTo>
                  <a:lnTo>
                    <a:pt x="273653" y="1611344"/>
                  </a:lnTo>
                  <a:lnTo>
                    <a:pt x="274225" y="1611344"/>
                  </a:lnTo>
                  <a:lnTo>
                    <a:pt x="275558" y="1610963"/>
                  </a:lnTo>
                  <a:lnTo>
                    <a:pt x="276987" y="1611154"/>
                  </a:lnTo>
                  <a:lnTo>
                    <a:pt x="277654" y="1611154"/>
                  </a:lnTo>
                  <a:lnTo>
                    <a:pt x="278511" y="1610773"/>
                  </a:lnTo>
                  <a:lnTo>
                    <a:pt x="278606" y="1610677"/>
                  </a:lnTo>
                  <a:lnTo>
                    <a:pt x="279178" y="1610106"/>
                  </a:lnTo>
                  <a:lnTo>
                    <a:pt x="279749" y="1609249"/>
                  </a:lnTo>
                  <a:lnTo>
                    <a:pt x="280607" y="1607344"/>
                  </a:lnTo>
                  <a:lnTo>
                    <a:pt x="281464" y="1607820"/>
                  </a:lnTo>
                  <a:lnTo>
                    <a:pt x="282797" y="1609154"/>
                  </a:lnTo>
                  <a:lnTo>
                    <a:pt x="283655" y="1609439"/>
                  </a:lnTo>
                  <a:lnTo>
                    <a:pt x="284321" y="1608011"/>
                  </a:lnTo>
                  <a:lnTo>
                    <a:pt x="284702" y="1605344"/>
                  </a:lnTo>
                  <a:lnTo>
                    <a:pt x="285750" y="1602962"/>
                  </a:lnTo>
                  <a:lnTo>
                    <a:pt x="288322" y="1602486"/>
                  </a:lnTo>
                  <a:lnTo>
                    <a:pt x="289084" y="1602867"/>
                  </a:lnTo>
                  <a:lnTo>
                    <a:pt x="290513" y="1604201"/>
                  </a:lnTo>
                  <a:lnTo>
                    <a:pt x="292322" y="1605248"/>
                  </a:lnTo>
                  <a:lnTo>
                    <a:pt x="292608" y="1606106"/>
                  </a:lnTo>
                  <a:lnTo>
                    <a:pt x="292799" y="1607058"/>
                  </a:lnTo>
                  <a:lnTo>
                    <a:pt x="293370" y="1608011"/>
                  </a:lnTo>
                  <a:lnTo>
                    <a:pt x="293751" y="1608201"/>
                  </a:lnTo>
                  <a:lnTo>
                    <a:pt x="294704" y="1608296"/>
                  </a:lnTo>
                  <a:lnTo>
                    <a:pt x="295085" y="1608582"/>
                  </a:lnTo>
                  <a:lnTo>
                    <a:pt x="295370" y="1609249"/>
                  </a:lnTo>
                  <a:lnTo>
                    <a:pt x="295370" y="1609820"/>
                  </a:lnTo>
                  <a:lnTo>
                    <a:pt x="295180" y="1610392"/>
                  </a:lnTo>
                  <a:lnTo>
                    <a:pt x="295180" y="1611059"/>
                  </a:lnTo>
                  <a:lnTo>
                    <a:pt x="295370" y="1611535"/>
                  </a:lnTo>
                  <a:lnTo>
                    <a:pt x="296228" y="1612202"/>
                  </a:lnTo>
                  <a:lnTo>
                    <a:pt x="296513" y="1612678"/>
                  </a:lnTo>
                  <a:lnTo>
                    <a:pt x="296513" y="1613249"/>
                  </a:lnTo>
                  <a:lnTo>
                    <a:pt x="296418" y="1613726"/>
                  </a:lnTo>
                  <a:lnTo>
                    <a:pt x="296323" y="1614297"/>
                  </a:lnTo>
                  <a:lnTo>
                    <a:pt x="296513" y="1614869"/>
                  </a:lnTo>
                  <a:lnTo>
                    <a:pt x="297275" y="1615535"/>
                  </a:lnTo>
                  <a:lnTo>
                    <a:pt x="298133" y="1615726"/>
                  </a:lnTo>
                  <a:lnTo>
                    <a:pt x="298895" y="1616202"/>
                  </a:lnTo>
                  <a:lnTo>
                    <a:pt x="299180" y="1617536"/>
                  </a:lnTo>
                  <a:lnTo>
                    <a:pt x="299180" y="1618679"/>
                  </a:lnTo>
                  <a:lnTo>
                    <a:pt x="299371" y="1619726"/>
                  </a:lnTo>
                  <a:lnTo>
                    <a:pt x="299752" y="1620679"/>
                  </a:lnTo>
                  <a:lnTo>
                    <a:pt x="300419" y="1621536"/>
                  </a:lnTo>
                  <a:lnTo>
                    <a:pt x="301752" y="1622298"/>
                  </a:lnTo>
                  <a:lnTo>
                    <a:pt x="303181" y="1622679"/>
                  </a:lnTo>
                  <a:lnTo>
                    <a:pt x="304419" y="1623346"/>
                  </a:lnTo>
                  <a:lnTo>
                    <a:pt x="304991" y="1624298"/>
                  </a:lnTo>
                  <a:lnTo>
                    <a:pt x="305276" y="1624870"/>
                  </a:lnTo>
                  <a:lnTo>
                    <a:pt x="305657" y="1626870"/>
                  </a:lnTo>
                  <a:lnTo>
                    <a:pt x="306038" y="1627632"/>
                  </a:lnTo>
                  <a:lnTo>
                    <a:pt x="306705" y="1627823"/>
                  </a:lnTo>
                  <a:lnTo>
                    <a:pt x="307562" y="1627632"/>
                  </a:lnTo>
                  <a:lnTo>
                    <a:pt x="308420" y="1627632"/>
                  </a:lnTo>
                  <a:lnTo>
                    <a:pt x="309182" y="1627823"/>
                  </a:lnTo>
                  <a:lnTo>
                    <a:pt x="309944" y="1628299"/>
                  </a:lnTo>
                  <a:lnTo>
                    <a:pt x="310134" y="1628585"/>
                  </a:lnTo>
                  <a:lnTo>
                    <a:pt x="310325" y="1628870"/>
                  </a:lnTo>
                  <a:lnTo>
                    <a:pt x="310420" y="1629156"/>
                  </a:lnTo>
                  <a:lnTo>
                    <a:pt x="310515" y="1629537"/>
                  </a:lnTo>
                  <a:lnTo>
                    <a:pt x="310991" y="1630394"/>
                  </a:lnTo>
                  <a:lnTo>
                    <a:pt x="311753" y="1631347"/>
                  </a:lnTo>
                  <a:lnTo>
                    <a:pt x="312611" y="1632109"/>
                  </a:lnTo>
                  <a:lnTo>
                    <a:pt x="313373" y="1632490"/>
                  </a:lnTo>
                  <a:lnTo>
                    <a:pt x="314516" y="1632776"/>
                  </a:lnTo>
                  <a:lnTo>
                    <a:pt x="315182" y="1633061"/>
                  </a:lnTo>
                  <a:lnTo>
                    <a:pt x="315754" y="1632966"/>
                  </a:lnTo>
                  <a:lnTo>
                    <a:pt x="317945" y="1631633"/>
                  </a:lnTo>
                  <a:lnTo>
                    <a:pt x="318897" y="1631442"/>
                  </a:lnTo>
                  <a:lnTo>
                    <a:pt x="320993" y="1631347"/>
                  </a:lnTo>
                  <a:lnTo>
                    <a:pt x="323660" y="1630585"/>
                  </a:lnTo>
                  <a:lnTo>
                    <a:pt x="324803" y="1630680"/>
                  </a:lnTo>
                  <a:lnTo>
                    <a:pt x="328613" y="1631633"/>
                  </a:lnTo>
                  <a:lnTo>
                    <a:pt x="329470" y="1632109"/>
                  </a:lnTo>
                  <a:lnTo>
                    <a:pt x="330137" y="1632871"/>
                  </a:lnTo>
                  <a:lnTo>
                    <a:pt x="331089" y="1634585"/>
                  </a:lnTo>
                  <a:lnTo>
                    <a:pt x="332327" y="1636014"/>
                  </a:lnTo>
                  <a:lnTo>
                    <a:pt x="332899" y="1636395"/>
                  </a:lnTo>
                  <a:lnTo>
                    <a:pt x="333185" y="1636586"/>
                  </a:lnTo>
                  <a:lnTo>
                    <a:pt x="334042" y="1637157"/>
                  </a:lnTo>
                  <a:lnTo>
                    <a:pt x="337757" y="1638681"/>
                  </a:lnTo>
                  <a:lnTo>
                    <a:pt x="338995" y="1639729"/>
                  </a:lnTo>
                  <a:lnTo>
                    <a:pt x="339852" y="1641158"/>
                  </a:lnTo>
                  <a:lnTo>
                    <a:pt x="340805" y="1642491"/>
                  </a:lnTo>
                  <a:lnTo>
                    <a:pt x="342329" y="1643158"/>
                  </a:lnTo>
                  <a:lnTo>
                    <a:pt x="343186" y="1642967"/>
                  </a:lnTo>
                  <a:lnTo>
                    <a:pt x="344805" y="1642015"/>
                  </a:lnTo>
                  <a:lnTo>
                    <a:pt x="345662" y="1642015"/>
                  </a:lnTo>
                  <a:lnTo>
                    <a:pt x="346329" y="1642491"/>
                  </a:lnTo>
                  <a:lnTo>
                    <a:pt x="347758" y="1644777"/>
                  </a:lnTo>
                  <a:lnTo>
                    <a:pt x="349282" y="1645634"/>
                  </a:lnTo>
                  <a:lnTo>
                    <a:pt x="349663" y="1646206"/>
                  </a:lnTo>
                  <a:lnTo>
                    <a:pt x="348425" y="1648587"/>
                  </a:lnTo>
                  <a:lnTo>
                    <a:pt x="348044" y="1648873"/>
                  </a:lnTo>
                  <a:lnTo>
                    <a:pt x="347663" y="1648968"/>
                  </a:lnTo>
                  <a:lnTo>
                    <a:pt x="347186" y="1648968"/>
                  </a:lnTo>
                  <a:lnTo>
                    <a:pt x="346710" y="1649063"/>
                  </a:lnTo>
                  <a:lnTo>
                    <a:pt x="346424" y="1649349"/>
                  </a:lnTo>
                  <a:lnTo>
                    <a:pt x="346424" y="1650111"/>
                  </a:lnTo>
                  <a:lnTo>
                    <a:pt x="346996" y="1650873"/>
                  </a:lnTo>
                  <a:lnTo>
                    <a:pt x="347663" y="1651635"/>
                  </a:lnTo>
                  <a:lnTo>
                    <a:pt x="348139" y="1652397"/>
                  </a:lnTo>
                  <a:lnTo>
                    <a:pt x="348329" y="1653540"/>
                  </a:lnTo>
                  <a:lnTo>
                    <a:pt x="348044" y="1654493"/>
                  </a:lnTo>
                  <a:lnTo>
                    <a:pt x="347567" y="1655350"/>
                  </a:lnTo>
                  <a:lnTo>
                    <a:pt x="347091" y="1656398"/>
                  </a:lnTo>
                  <a:lnTo>
                    <a:pt x="348996" y="1655921"/>
                  </a:lnTo>
                  <a:lnTo>
                    <a:pt x="350901" y="1656017"/>
                  </a:lnTo>
                  <a:lnTo>
                    <a:pt x="354711" y="1657160"/>
                  </a:lnTo>
                  <a:lnTo>
                    <a:pt x="359950" y="1660112"/>
                  </a:lnTo>
                  <a:lnTo>
                    <a:pt x="362617" y="1661160"/>
                  </a:lnTo>
                  <a:lnTo>
                    <a:pt x="364331" y="1662303"/>
                  </a:lnTo>
                  <a:lnTo>
                    <a:pt x="365189" y="1662494"/>
                  </a:lnTo>
                  <a:lnTo>
                    <a:pt x="366236" y="1662303"/>
                  </a:lnTo>
                  <a:lnTo>
                    <a:pt x="366998" y="1662017"/>
                  </a:lnTo>
                  <a:lnTo>
                    <a:pt x="367760" y="1661922"/>
                  </a:lnTo>
                  <a:lnTo>
                    <a:pt x="368903" y="1662303"/>
                  </a:lnTo>
                  <a:lnTo>
                    <a:pt x="374047" y="1665256"/>
                  </a:lnTo>
                  <a:lnTo>
                    <a:pt x="375571" y="1666494"/>
                  </a:lnTo>
                  <a:lnTo>
                    <a:pt x="376238" y="1667351"/>
                  </a:lnTo>
                  <a:lnTo>
                    <a:pt x="377285" y="1669352"/>
                  </a:lnTo>
                  <a:lnTo>
                    <a:pt x="377952" y="1670209"/>
                  </a:lnTo>
                  <a:lnTo>
                    <a:pt x="378714" y="1670876"/>
                  </a:lnTo>
                  <a:lnTo>
                    <a:pt x="383191" y="1672876"/>
                  </a:lnTo>
                  <a:lnTo>
                    <a:pt x="387191" y="1674019"/>
                  </a:lnTo>
                  <a:lnTo>
                    <a:pt x="388906" y="1674971"/>
                  </a:lnTo>
                  <a:lnTo>
                    <a:pt x="389954" y="1676686"/>
                  </a:lnTo>
                  <a:lnTo>
                    <a:pt x="390335" y="1677543"/>
                  </a:lnTo>
                  <a:lnTo>
                    <a:pt x="389954" y="1678496"/>
                  </a:lnTo>
                  <a:lnTo>
                    <a:pt x="390525" y="1678972"/>
                  </a:lnTo>
                  <a:lnTo>
                    <a:pt x="391192" y="1680020"/>
                  </a:lnTo>
                  <a:lnTo>
                    <a:pt x="391763" y="1681163"/>
                  </a:lnTo>
                  <a:lnTo>
                    <a:pt x="392430" y="1683163"/>
                  </a:lnTo>
                  <a:lnTo>
                    <a:pt x="393668" y="1685163"/>
                  </a:lnTo>
                  <a:lnTo>
                    <a:pt x="394049" y="1686116"/>
                  </a:lnTo>
                  <a:lnTo>
                    <a:pt x="394621" y="1688783"/>
                  </a:lnTo>
                  <a:lnTo>
                    <a:pt x="394621" y="1688878"/>
                  </a:lnTo>
                  <a:lnTo>
                    <a:pt x="395288" y="1689449"/>
                  </a:lnTo>
                  <a:lnTo>
                    <a:pt x="396716" y="1689068"/>
                  </a:lnTo>
                  <a:lnTo>
                    <a:pt x="397955" y="1689068"/>
                  </a:lnTo>
                  <a:lnTo>
                    <a:pt x="400431" y="1690211"/>
                  </a:lnTo>
                  <a:lnTo>
                    <a:pt x="401574" y="1690021"/>
                  </a:lnTo>
                  <a:lnTo>
                    <a:pt x="402146" y="1689164"/>
                  </a:lnTo>
                  <a:lnTo>
                    <a:pt x="402050" y="1687449"/>
                  </a:lnTo>
                  <a:lnTo>
                    <a:pt x="402812" y="1686973"/>
                  </a:lnTo>
                  <a:lnTo>
                    <a:pt x="403765" y="1686687"/>
                  </a:lnTo>
                  <a:lnTo>
                    <a:pt x="404241" y="1686306"/>
                  </a:lnTo>
                  <a:lnTo>
                    <a:pt x="404336" y="1686211"/>
                  </a:lnTo>
                  <a:lnTo>
                    <a:pt x="404527" y="1685735"/>
                  </a:lnTo>
                  <a:lnTo>
                    <a:pt x="404717" y="1684782"/>
                  </a:lnTo>
                  <a:lnTo>
                    <a:pt x="404622" y="1684401"/>
                  </a:lnTo>
                  <a:lnTo>
                    <a:pt x="404241" y="1683449"/>
                  </a:lnTo>
                  <a:lnTo>
                    <a:pt x="404241" y="1682972"/>
                  </a:lnTo>
                  <a:lnTo>
                    <a:pt x="404813" y="1682591"/>
                  </a:lnTo>
                  <a:lnTo>
                    <a:pt x="405670" y="1682496"/>
                  </a:lnTo>
                  <a:lnTo>
                    <a:pt x="406527" y="1682496"/>
                  </a:lnTo>
                  <a:lnTo>
                    <a:pt x="407194" y="1682401"/>
                  </a:lnTo>
                  <a:lnTo>
                    <a:pt x="408051" y="1681829"/>
                  </a:lnTo>
                  <a:lnTo>
                    <a:pt x="408718" y="1680972"/>
                  </a:lnTo>
                  <a:lnTo>
                    <a:pt x="409099" y="1680020"/>
                  </a:lnTo>
                  <a:lnTo>
                    <a:pt x="409385" y="1678115"/>
                  </a:lnTo>
                  <a:lnTo>
                    <a:pt x="410051" y="1676972"/>
                  </a:lnTo>
                  <a:lnTo>
                    <a:pt x="410242" y="1676400"/>
                  </a:lnTo>
                  <a:lnTo>
                    <a:pt x="410242" y="1675924"/>
                  </a:lnTo>
                  <a:lnTo>
                    <a:pt x="409861" y="1674971"/>
                  </a:lnTo>
                  <a:lnTo>
                    <a:pt x="409766" y="1674400"/>
                  </a:lnTo>
                  <a:lnTo>
                    <a:pt x="409670" y="1672304"/>
                  </a:lnTo>
                  <a:lnTo>
                    <a:pt x="409861" y="1671352"/>
                  </a:lnTo>
                  <a:lnTo>
                    <a:pt x="410432" y="1670495"/>
                  </a:lnTo>
                  <a:lnTo>
                    <a:pt x="410718" y="1669637"/>
                  </a:lnTo>
                  <a:lnTo>
                    <a:pt x="410623" y="1668685"/>
                  </a:lnTo>
                  <a:lnTo>
                    <a:pt x="410718" y="1667923"/>
                  </a:lnTo>
                  <a:lnTo>
                    <a:pt x="411766" y="1667637"/>
                  </a:lnTo>
                  <a:lnTo>
                    <a:pt x="412718" y="1668018"/>
                  </a:lnTo>
                  <a:lnTo>
                    <a:pt x="414623" y="1669923"/>
                  </a:lnTo>
                  <a:lnTo>
                    <a:pt x="415671" y="1670495"/>
                  </a:lnTo>
                  <a:lnTo>
                    <a:pt x="417100" y="1670685"/>
                  </a:lnTo>
                  <a:lnTo>
                    <a:pt x="417671" y="1670495"/>
                  </a:lnTo>
                  <a:lnTo>
                    <a:pt x="418243" y="1668113"/>
                  </a:lnTo>
                  <a:lnTo>
                    <a:pt x="418529" y="1667637"/>
                  </a:lnTo>
                  <a:lnTo>
                    <a:pt x="418910" y="1667351"/>
                  </a:lnTo>
                  <a:lnTo>
                    <a:pt x="419862" y="1667161"/>
                  </a:lnTo>
                  <a:lnTo>
                    <a:pt x="420529" y="1666875"/>
                  </a:lnTo>
                  <a:lnTo>
                    <a:pt x="420815" y="1666399"/>
                  </a:lnTo>
                  <a:lnTo>
                    <a:pt x="421005" y="1665827"/>
                  </a:lnTo>
                  <a:lnTo>
                    <a:pt x="421386" y="1665446"/>
                  </a:lnTo>
                  <a:lnTo>
                    <a:pt x="422529" y="1665256"/>
                  </a:lnTo>
                  <a:lnTo>
                    <a:pt x="423672" y="1665637"/>
                  </a:lnTo>
                  <a:lnTo>
                    <a:pt x="430054" y="1668590"/>
                  </a:lnTo>
                  <a:lnTo>
                    <a:pt x="431197" y="1668875"/>
                  </a:lnTo>
                  <a:lnTo>
                    <a:pt x="432340" y="1668685"/>
                  </a:lnTo>
                  <a:lnTo>
                    <a:pt x="433483" y="1668304"/>
                  </a:lnTo>
                  <a:lnTo>
                    <a:pt x="434626" y="1668113"/>
                  </a:lnTo>
                  <a:lnTo>
                    <a:pt x="436912" y="1669066"/>
                  </a:lnTo>
                  <a:lnTo>
                    <a:pt x="438722" y="1668875"/>
                  </a:lnTo>
                  <a:lnTo>
                    <a:pt x="439769" y="1669066"/>
                  </a:lnTo>
                  <a:lnTo>
                    <a:pt x="440246" y="1669447"/>
                  </a:lnTo>
                  <a:lnTo>
                    <a:pt x="440912" y="1670304"/>
                  </a:lnTo>
                  <a:lnTo>
                    <a:pt x="441293" y="1670590"/>
                  </a:lnTo>
                  <a:lnTo>
                    <a:pt x="441770" y="1670685"/>
                  </a:lnTo>
                  <a:lnTo>
                    <a:pt x="442246" y="1670495"/>
                  </a:lnTo>
                  <a:lnTo>
                    <a:pt x="442722" y="1670209"/>
                  </a:lnTo>
                  <a:lnTo>
                    <a:pt x="443198" y="1670018"/>
                  </a:lnTo>
                  <a:lnTo>
                    <a:pt x="445389" y="1669828"/>
                  </a:lnTo>
                  <a:lnTo>
                    <a:pt x="446627" y="1669923"/>
                  </a:lnTo>
                  <a:lnTo>
                    <a:pt x="447485" y="1670399"/>
                  </a:lnTo>
                  <a:lnTo>
                    <a:pt x="447675" y="1671352"/>
                  </a:lnTo>
                  <a:lnTo>
                    <a:pt x="447104" y="1674876"/>
                  </a:lnTo>
                  <a:lnTo>
                    <a:pt x="447294" y="1676495"/>
                  </a:lnTo>
                  <a:lnTo>
                    <a:pt x="447866" y="1677543"/>
                  </a:lnTo>
                  <a:lnTo>
                    <a:pt x="448818" y="1678210"/>
                  </a:lnTo>
                  <a:lnTo>
                    <a:pt x="450152" y="1678686"/>
                  </a:lnTo>
                  <a:lnTo>
                    <a:pt x="450914" y="1679448"/>
                  </a:lnTo>
                  <a:lnTo>
                    <a:pt x="450628" y="1680591"/>
                  </a:lnTo>
                  <a:lnTo>
                    <a:pt x="449390" y="1682877"/>
                  </a:lnTo>
                  <a:lnTo>
                    <a:pt x="449485" y="1683734"/>
                  </a:lnTo>
                  <a:lnTo>
                    <a:pt x="449866" y="1684973"/>
                  </a:lnTo>
                  <a:lnTo>
                    <a:pt x="450342" y="1686211"/>
                  </a:lnTo>
                  <a:lnTo>
                    <a:pt x="450818" y="1686877"/>
                  </a:lnTo>
                  <a:lnTo>
                    <a:pt x="451866" y="1687068"/>
                  </a:lnTo>
                  <a:lnTo>
                    <a:pt x="452819" y="1686687"/>
                  </a:lnTo>
                  <a:lnTo>
                    <a:pt x="453771" y="1686497"/>
                  </a:lnTo>
                  <a:lnTo>
                    <a:pt x="456152" y="1688021"/>
                  </a:lnTo>
                  <a:lnTo>
                    <a:pt x="457200" y="1688211"/>
                  </a:lnTo>
                  <a:lnTo>
                    <a:pt x="458248" y="1688211"/>
                  </a:lnTo>
                  <a:lnTo>
                    <a:pt x="459391" y="1688497"/>
                  </a:lnTo>
                  <a:lnTo>
                    <a:pt x="459867" y="1688878"/>
                  </a:lnTo>
                  <a:lnTo>
                    <a:pt x="460534" y="1689830"/>
                  </a:lnTo>
                  <a:lnTo>
                    <a:pt x="461010" y="1690211"/>
                  </a:lnTo>
                  <a:lnTo>
                    <a:pt x="461867" y="1690306"/>
                  </a:lnTo>
                  <a:lnTo>
                    <a:pt x="462725" y="1690211"/>
                  </a:lnTo>
                  <a:lnTo>
                    <a:pt x="463487" y="1690211"/>
                  </a:lnTo>
                  <a:lnTo>
                    <a:pt x="464344" y="1690688"/>
                  </a:lnTo>
                  <a:lnTo>
                    <a:pt x="465011" y="1691545"/>
                  </a:lnTo>
                  <a:lnTo>
                    <a:pt x="465868" y="1692402"/>
                  </a:lnTo>
                  <a:lnTo>
                    <a:pt x="466820" y="1693069"/>
                  </a:lnTo>
                  <a:lnTo>
                    <a:pt x="467773" y="1693545"/>
                  </a:lnTo>
                  <a:lnTo>
                    <a:pt x="470345" y="1694307"/>
                  </a:lnTo>
                  <a:lnTo>
                    <a:pt x="471297" y="1694879"/>
                  </a:lnTo>
                  <a:lnTo>
                    <a:pt x="475298" y="1699927"/>
                  </a:lnTo>
                  <a:lnTo>
                    <a:pt x="476250" y="1700594"/>
                  </a:lnTo>
                  <a:lnTo>
                    <a:pt x="476822" y="1700594"/>
                  </a:lnTo>
                  <a:lnTo>
                    <a:pt x="477869" y="1700213"/>
                  </a:lnTo>
                  <a:lnTo>
                    <a:pt x="478441" y="1700213"/>
                  </a:lnTo>
                  <a:lnTo>
                    <a:pt x="479012" y="1700594"/>
                  </a:lnTo>
                  <a:lnTo>
                    <a:pt x="479012" y="1701070"/>
                  </a:lnTo>
                  <a:lnTo>
                    <a:pt x="478727" y="1701641"/>
                  </a:lnTo>
                  <a:lnTo>
                    <a:pt x="478536" y="1702403"/>
                  </a:lnTo>
                  <a:lnTo>
                    <a:pt x="479012" y="1703451"/>
                  </a:lnTo>
                  <a:lnTo>
                    <a:pt x="482156" y="1705927"/>
                  </a:lnTo>
                  <a:lnTo>
                    <a:pt x="483108" y="1707452"/>
                  </a:lnTo>
                  <a:lnTo>
                    <a:pt x="483680" y="1708023"/>
                  </a:lnTo>
                  <a:lnTo>
                    <a:pt x="484346" y="1708404"/>
                  </a:lnTo>
                  <a:lnTo>
                    <a:pt x="485013" y="1708595"/>
                  </a:lnTo>
                  <a:lnTo>
                    <a:pt x="485585" y="1708976"/>
                  </a:lnTo>
                  <a:lnTo>
                    <a:pt x="485966" y="1709738"/>
                  </a:lnTo>
                  <a:lnTo>
                    <a:pt x="486728" y="1710785"/>
                  </a:lnTo>
                  <a:lnTo>
                    <a:pt x="487871" y="1710404"/>
                  </a:lnTo>
                  <a:lnTo>
                    <a:pt x="489109" y="1709547"/>
                  </a:lnTo>
                  <a:lnTo>
                    <a:pt x="490157" y="1709071"/>
                  </a:lnTo>
                  <a:lnTo>
                    <a:pt x="490633" y="1709261"/>
                  </a:lnTo>
                  <a:lnTo>
                    <a:pt x="491395" y="1710119"/>
                  </a:lnTo>
                  <a:lnTo>
                    <a:pt x="491871" y="1710500"/>
                  </a:lnTo>
                  <a:lnTo>
                    <a:pt x="492443" y="1710595"/>
                  </a:lnTo>
                  <a:lnTo>
                    <a:pt x="493586" y="1710404"/>
                  </a:lnTo>
                  <a:lnTo>
                    <a:pt x="494157" y="1710500"/>
                  </a:lnTo>
                  <a:lnTo>
                    <a:pt x="497205" y="1713167"/>
                  </a:lnTo>
                  <a:lnTo>
                    <a:pt x="497586" y="1713738"/>
                  </a:lnTo>
                  <a:lnTo>
                    <a:pt x="498348" y="1715167"/>
                  </a:lnTo>
                  <a:lnTo>
                    <a:pt x="498920" y="1715643"/>
                  </a:lnTo>
                  <a:lnTo>
                    <a:pt x="499682" y="1715548"/>
                  </a:lnTo>
                  <a:lnTo>
                    <a:pt x="499967" y="1714881"/>
                  </a:lnTo>
                  <a:lnTo>
                    <a:pt x="500158" y="1714024"/>
                  </a:lnTo>
                  <a:lnTo>
                    <a:pt x="500444" y="1713357"/>
                  </a:lnTo>
                  <a:lnTo>
                    <a:pt x="500825" y="1713167"/>
                  </a:lnTo>
                  <a:lnTo>
                    <a:pt x="502253" y="1712786"/>
                  </a:lnTo>
                  <a:lnTo>
                    <a:pt x="503492" y="1712690"/>
                  </a:lnTo>
                  <a:lnTo>
                    <a:pt x="504158" y="1712690"/>
                  </a:lnTo>
                  <a:lnTo>
                    <a:pt x="504730" y="1712881"/>
                  </a:lnTo>
                  <a:lnTo>
                    <a:pt x="505492" y="1713452"/>
                  </a:lnTo>
                  <a:lnTo>
                    <a:pt x="505682" y="1713738"/>
                  </a:lnTo>
                  <a:lnTo>
                    <a:pt x="505873" y="1714500"/>
                  </a:lnTo>
                  <a:lnTo>
                    <a:pt x="505968" y="1714786"/>
                  </a:lnTo>
                  <a:lnTo>
                    <a:pt x="506349" y="1715072"/>
                  </a:lnTo>
                  <a:lnTo>
                    <a:pt x="507206" y="1715357"/>
                  </a:lnTo>
                  <a:lnTo>
                    <a:pt x="507587" y="1715548"/>
                  </a:lnTo>
                  <a:lnTo>
                    <a:pt x="508826" y="1716786"/>
                  </a:lnTo>
                  <a:lnTo>
                    <a:pt x="509302" y="1717548"/>
                  </a:lnTo>
                  <a:lnTo>
                    <a:pt x="509397" y="1718405"/>
                  </a:lnTo>
                  <a:lnTo>
                    <a:pt x="509207" y="1718881"/>
                  </a:lnTo>
                  <a:lnTo>
                    <a:pt x="508921" y="1719167"/>
                  </a:lnTo>
                  <a:lnTo>
                    <a:pt x="508635" y="1719548"/>
                  </a:lnTo>
                  <a:lnTo>
                    <a:pt x="508540" y="1720310"/>
                  </a:lnTo>
                  <a:lnTo>
                    <a:pt x="509397" y="1721644"/>
                  </a:lnTo>
                  <a:lnTo>
                    <a:pt x="512731" y="1720882"/>
                  </a:lnTo>
                  <a:lnTo>
                    <a:pt x="514160" y="1722311"/>
                  </a:lnTo>
                  <a:lnTo>
                    <a:pt x="514255" y="1723358"/>
                  </a:lnTo>
                  <a:lnTo>
                    <a:pt x="514160" y="1724216"/>
                  </a:lnTo>
                  <a:lnTo>
                    <a:pt x="514255" y="1724977"/>
                  </a:lnTo>
                  <a:lnTo>
                    <a:pt x="515874" y="1726311"/>
                  </a:lnTo>
                  <a:lnTo>
                    <a:pt x="515969" y="1726978"/>
                  </a:lnTo>
                  <a:lnTo>
                    <a:pt x="515874" y="1727740"/>
                  </a:lnTo>
                  <a:lnTo>
                    <a:pt x="516160" y="1728597"/>
                  </a:lnTo>
                  <a:lnTo>
                    <a:pt x="516827" y="1729169"/>
                  </a:lnTo>
                  <a:lnTo>
                    <a:pt x="517493" y="1729550"/>
                  </a:lnTo>
                  <a:lnTo>
                    <a:pt x="518065" y="1730026"/>
                  </a:lnTo>
                  <a:lnTo>
                    <a:pt x="518541" y="1731740"/>
                  </a:lnTo>
                  <a:lnTo>
                    <a:pt x="519113" y="1732217"/>
                  </a:lnTo>
                  <a:lnTo>
                    <a:pt x="520541" y="1732788"/>
                  </a:lnTo>
                  <a:lnTo>
                    <a:pt x="521494" y="1733455"/>
                  </a:lnTo>
                  <a:lnTo>
                    <a:pt x="521970" y="1734407"/>
                  </a:lnTo>
                  <a:lnTo>
                    <a:pt x="522446" y="1736693"/>
                  </a:lnTo>
                  <a:lnTo>
                    <a:pt x="522542" y="1738027"/>
                  </a:lnTo>
                  <a:lnTo>
                    <a:pt x="522637" y="1738598"/>
                  </a:lnTo>
                  <a:lnTo>
                    <a:pt x="523018" y="1739075"/>
                  </a:lnTo>
                  <a:lnTo>
                    <a:pt x="523685" y="1739360"/>
                  </a:lnTo>
                  <a:lnTo>
                    <a:pt x="525018" y="1739551"/>
                  </a:lnTo>
                  <a:lnTo>
                    <a:pt x="525590" y="1740027"/>
                  </a:lnTo>
                  <a:lnTo>
                    <a:pt x="526161" y="1740408"/>
                  </a:lnTo>
                  <a:lnTo>
                    <a:pt x="528352" y="1740789"/>
                  </a:lnTo>
                  <a:lnTo>
                    <a:pt x="529114" y="1740789"/>
                  </a:lnTo>
                  <a:lnTo>
                    <a:pt x="529971" y="1740408"/>
                  </a:lnTo>
                  <a:lnTo>
                    <a:pt x="530066" y="1740408"/>
                  </a:lnTo>
                  <a:lnTo>
                    <a:pt x="530447" y="1739551"/>
                  </a:lnTo>
                  <a:lnTo>
                    <a:pt x="530638" y="1738503"/>
                  </a:lnTo>
                  <a:lnTo>
                    <a:pt x="531019" y="1737551"/>
                  </a:lnTo>
                  <a:lnTo>
                    <a:pt x="532067" y="1736503"/>
                  </a:lnTo>
                  <a:lnTo>
                    <a:pt x="533305" y="1736027"/>
                  </a:lnTo>
                  <a:lnTo>
                    <a:pt x="534638" y="1735931"/>
                  </a:lnTo>
                  <a:lnTo>
                    <a:pt x="535972" y="1736027"/>
                  </a:lnTo>
                  <a:lnTo>
                    <a:pt x="537115" y="1735836"/>
                  </a:lnTo>
                  <a:lnTo>
                    <a:pt x="539496" y="1734693"/>
                  </a:lnTo>
                  <a:lnTo>
                    <a:pt x="540734" y="1734312"/>
                  </a:lnTo>
                  <a:lnTo>
                    <a:pt x="541115" y="1734122"/>
                  </a:lnTo>
                  <a:lnTo>
                    <a:pt x="541592" y="1733360"/>
                  </a:lnTo>
                  <a:lnTo>
                    <a:pt x="541877" y="1733074"/>
                  </a:lnTo>
                  <a:lnTo>
                    <a:pt x="543497" y="1732598"/>
                  </a:lnTo>
                  <a:lnTo>
                    <a:pt x="544449" y="1732407"/>
                  </a:lnTo>
                  <a:lnTo>
                    <a:pt x="545116" y="1732407"/>
                  </a:lnTo>
                  <a:lnTo>
                    <a:pt x="545783" y="1732598"/>
                  </a:lnTo>
                  <a:lnTo>
                    <a:pt x="546259" y="1732883"/>
                  </a:lnTo>
                  <a:lnTo>
                    <a:pt x="546545" y="1733360"/>
                  </a:lnTo>
                  <a:lnTo>
                    <a:pt x="546640" y="1734122"/>
                  </a:lnTo>
                  <a:lnTo>
                    <a:pt x="547307" y="1733741"/>
                  </a:lnTo>
                  <a:lnTo>
                    <a:pt x="547973" y="1733550"/>
                  </a:lnTo>
                  <a:lnTo>
                    <a:pt x="548545" y="1733645"/>
                  </a:lnTo>
                  <a:lnTo>
                    <a:pt x="549021" y="1734312"/>
                  </a:lnTo>
                  <a:lnTo>
                    <a:pt x="549783" y="1735074"/>
                  </a:lnTo>
                  <a:lnTo>
                    <a:pt x="550736" y="1734884"/>
                  </a:lnTo>
                  <a:lnTo>
                    <a:pt x="551688" y="1734502"/>
                  </a:lnTo>
                  <a:lnTo>
                    <a:pt x="552641" y="1734502"/>
                  </a:lnTo>
                  <a:lnTo>
                    <a:pt x="553117" y="1735074"/>
                  </a:lnTo>
                  <a:lnTo>
                    <a:pt x="553403" y="1736693"/>
                  </a:lnTo>
                  <a:lnTo>
                    <a:pt x="553784" y="1737360"/>
                  </a:lnTo>
                  <a:lnTo>
                    <a:pt x="554546" y="1737551"/>
                  </a:lnTo>
                  <a:lnTo>
                    <a:pt x="555403" y="1737455"/>
                  </a:lnTo>
                  <a:lnTo>
                    <a:pt x="556070" y="1737551"/>
                  </a:lnTo>
                  <a:lnTo>
                    <a:pt x="556355" y="1738408"/>
                  </a:lnTo>
                  <a:lnTo>
                    <a:pt x="555974" y="1739360"/>
                  </a:lnTo>
                  <a:lnTo>
                    <a:pt x="555308" y="1740313"/>
                  </a:lnTo>
                  <a:lnTo>
                    <a:pt x="554831" y="1741265"/>
                  </a:lnTo>
                  <a:lnTo>
                    <a:pt x="555117" y="1742408"/>
                  </a:lnTo>
                  <a:lnTo>
                    <a:pt x="556260" y="1743551"/>
                  </a:lnTo>
                  <a:lnTo>
                    <a:pt x="556546" y="1743932"/>
                  </a:lnTo>
                  <a:lnTo>
                    <a:pt x="556736" y="1744504"/>
                  </a:lnTo>
                  <a:lnTo>
                    <a:pt x="557022" y="1746409"/>
                  </a:lnTo>
                  <a:lnTo>
                    <a:pt x="558260" y="1747171"/>
                  </a:lnTo>
                  <a:lnTo>
                    <a:pt x="559403" y="1747552"/>
                  </a:lnTo>
                  <a:lnTo>
                    <a:pt x="559975" y="1748314"/>
                  </a:lnTo>
                  <a:lnTo>
                    <a:pt x="558641" y="1753457"/>
                  </a:lnTo>
                  <a:lnTo>
                    <a:pt x="559594" y="1755077"/>
                  </a:lnTo>
                  <a:lnTo>
                    <a:pt x="560070" y="1755934"/>
                  </a:lnTo>
                  <a:lnTo>
                    <a:pt x="562737" y="1757553"/>
                  </a:lnTo>
                  <a:lnTo>
                    <a:pt x="566357" y="1758315"/>
                  </a:lnTo>
                  <a:lnTo>
                    <a:pt x="567023" y="1758601"/>
                  </a:lnTo>
                  <a:lnTo>
                    <a:pt x="567595" y="1759077"/>
                  </a:lnTo>
                  <a:lnTo>
                    <a:pt x="568452" y="1760506"/>
                  </a:lnTo>
                  <a:lnTo>
                    <a:pt x="569595" y="1761458"/>
                  </a:lnTo>
                  <a:lnTo>
                    <a:pt x="570071" y="1762030"/>
                  </a:lnTo>
                  <a:lnTo>
                    <a:pt x="570833" y="1764792"/>
                  </a:lnTo>
                  <a:lnTo>
                    <a:pt x="571500" y="1765935"/>
                  </a:lnTo>
                  <a:lnTo>
                    <a:pt x="572834" y="1766316"/>
                  </a:lnTo>
                  <a:lnTo>
                    <a:pt x="574072" y="1766316"/>
                  </a:lnTo>
                  <a:lnTo>
                    <a:pt x="574929" y="1766697"/>
                  </a:lnTo>
                  <a:lnTo>
                    <a:pt x="575786" y="1767173"/>
                  </a:lnTo>
                  <a:lnTo>
                    <a:pt x="576834" y="1767554"/>
                  </a:lnTo>
                  <a:lnTo>
                    <a:pt x="579787" y="1768031"/>
                  </a:lnTo>
                  <a:lnTo>
                    <a:pt x="580263" y="1768316"/>
                  </a:lnTo>
                  <a:lnTo>
                    <a:pt x="580739" y="1769364"/>
                  </a:lnTo>
                  <a:lnTo>
                    <a:pt x="581120" y="1769840"/>
                  </a:lnTo>
                  <a:lnTo>
                    <a:pt x="582168" y="1770221"/>
                  </a:lnTo>
                  <a:lnTo>
                    <a:pt x="583121" y="1770412"/>
                  </a:lnTo>
                  <a:lnTo>
                    <a:pt x="583787" y="1770888"/>
                  </a:lnTo>
                  <a:lnTo>
                    <a:pt x="583502" y="1773650"/>
                  </a:lnTo>
                  <a:lnTo>
                    <a:pt x="584168" y="1774127"/>
                  </a:lnTo>
                  <a:lnTo>
                    <a:pt x="586550" y="1774222"/>
                  </a:lnTo>
                  <a:lnTo>
                    <a:pt x="587597" y="1774698"/>
                  </a:lnTo>
                  <a:lnTo>
                    <a:pt x="588931" y="1776317"/>
                  </a:lnTo>
                  <a:lnTo>
                    <a:pt x="589883" y="1777079"/>
                  </a:lnTo>
                  <a:lnTo>
                    <a:pt x="590550" y="1777365"/>
                  </a:lnTo>
                  <a:lnTo>
                    <a:pt x="591217" y="1777460"/>
                  </a:lnTo>
                  <a:lnTo>
                    <a:pt x="594170" y="1777270"/>
                  </a:lnTo>
                  <a:lnTo>
                    <a:pt x="594836" y="1777365"/>
                  </a:lnTo>
                  <a:lnTo>
                    <a:pt x="595694" y="1777651"/>
                  </a:lnTo>
                  <a:lnTo>
                    <a:pt x="596265" y="1777746"/>
                  </a:lnTo>
                  <a:lnTo>
                    <a:pt x="596741" y="1777556"/>
                  </a:lnTo>
                  <a:lnTo>
                    <a:pt x="597122" y="1777175"/>
                  </a:lnTo>
                  <a:lnTo>
                    <a:pt x="597789" y="1775746"/>
                  </a:lnTo>
                  <a:lnTo>
                    <a:pt x="598075" y="1775365"/>
                  </a:lnTo>
                  <a:lnTo>
                    <a:pt x="599599" y="1774508"/>
                  </a:lnTo>
                  <a:lnTo>
                    <a:pt x="600075" y="1774412"/>
                  </a:lnTo>
                  <a:lnTo>
                    <a:pt x="600551" y="1774222"/>
                  </a:lnTo>
                  <a:lnTo>
                    <a:pt x="600932" y="1773746"/>
                  </a:lnTo>
                  <a:lnTo>
                    <a:pt x="601409" y="1772698"/>
                  </a:lnTo>
                  <a:lnTo>
                    <a:pt x="601790" y="1772222"/>
                  </a:lnTo>
                  <a:lnTo>
                    <a:pt x="602171" y="1771841"/>
                  </a:lnTo>
                  <a:lnTo>
                    <a:pt x="603409" y="1771555"/>
                  </a:lnTo>
                  <a:lnTo>
                    <a:pt x="604457" y="1771936"/>
                  </a:lnTo>
                  <a:lnTo>
                    <a:pt x="606362" y="1773269"/>
                  </a:lnTo>
                  <a:lnTo>
                    <a:pt x="608933" y="1774127"/>
                  </a:lnTo>
                  <a:lnTo>
                    <a:pt x="609314" y="1774793"/>
                  </a:lnTo>
                  <a:lnTo>
                    <a:pt x="608743" y="1777746"/>
                  </a:lnTo>
                  <a:lnTo>
                    <a:pt x="608552" y="1778222"/>
                  </a:lnTo>
                  <a:lnTo>
                    <a:pt x="608267" y="1778794"/>
                  </a:lnTo>
                  <a:lnTo>
                    <a:pt x="607886" y="1779080"/>
                  </a:lnTo>
                  <a:lnTo>
                    <a:pt x="606933" y="1779461"/>
                  </a:lnTo>
                  <a:lnTo>
                    <a:pt x="606647" y="1779937"/>
                  </a:lnTo>
                  <a:lnTo>
                    <a:pt x="606552" y="1780318"/>
                  </a:lnTo>
                  <a:lnTo>
                    <a:pt x="606552" y="1781461"/>
                  </a:lnTo>
                  <a:lnTo>
                    <a:pt x="606266" y="1782223"/>
                  </a:lnTo>
                  <a:lnTo>
                    <a:pt x="604933" y="1783080"/>
                  </a:lnTo>
                  <a:lnTo>
                    <a:pt x="604647" y="1783652"/>
                  </a:lnTo>
                  <a:lnTo>
                    <a:pt x="605123" y="1786890"/>
                  </a:lnTo>
                  <a:lnTo>
                    <a:pt x="605123" y="1788033"/>
                  </a:lnTo>
                  <a:lnTo>
                    <a:pt x="604933" y="1789843"/>
                  </a:lnTo>
                  <a:lnTo>
                    <a:pt x="604838" y="1790605"/>
                  </a:lnTo>
                  <a:lnTo>
                    <a:pt x="605219" y="1791462"/>
                  </a:lnTo>
                  <a:lnTo>
                    <a:pt x="606362" y="1792129"/>
                  </a:lnTo>
                  <a:lnTo>
                    <a:pt x="607695" y="1792129"/>
                  </a:lnTo>
                  <a:lnTo>
                    <a:pt x="608743" y="1791557"/>
                  </a:lnTo>
                  <a:lnTo>
                    <a:pt x="609695" y="1791367"/>
                  </a:lnTo>
                  <a:lnTo>
                    <a:pt x="611410" y="1792891"/>
                  </a:lnTo>
                  <a:lnTo>
                    <a:pt x="612362" y="1793272"/>
                  </a:lnTo>
                  <a:lnTo>
                    <a:pt x="613410" y="1793462"/>
                  </a:lnTo>
                  <a:lnTo>
                    <a:pt x="614267" y="1793558"/>
                  </a:lnTo>
                  <a:lnTo>
                    <a:pt x="615029" y="1793367"/>
                  </a:lnTo>
                  <a:lnTo>
                    <a:pt x="616458" y="1792700"/>
                  </a:lnTo>
                  <a:lnTo>
                    <a:pt x="617030" y="1792605"/>
                  </a:lnTo>
                  <a:lnTo>
                    <a:pt x="617696" y="1792891"/>
                  </a:lnTo>
                  <a:lnTo>
                    <a:pt x="618173" y="1793367"/>
                  </a:lnTo>
                  <a:lnTo>
                    <a:pt x="618744" y="1793843"/>
                  </a:lnTo>
                  <a:lnTo>
                    <a:pt x="619697" y="1793939"/>
                  </a:lnTo>
                  <a:lnTo>
                    <a:pt x="620459" y="1793558"/>
                  </a:lnTo>
                  <a:lnTo>
                    <a:pt x="621697" y="1792224"/>
                  </a:lnTo>
                  <a:lnTo>
                    <a:pt x="622459" y="1791748"/>
                  </a:lnTo>
                  <a:lnTo>
                    <a:pt x="623316" y="1791748"/>
                  </a:lnTo>
                  <a:lnTo>
                    <a:pt x="624078" y="1792034"/>
                  </a:lnTo>
                  <a:lnTo>
                    <a:pt x="625602" y="1792796"/>
                  </a:lnTo>
                  <a:lnTo>
                    <a:pt x="626745" y="1792605"/>
                  </a:lnTo>
                  <a:lnTo>
                    <a:pt x="627983" y="1792605"/>
                  </a:lnTo>
                  <a:lnTo>
                    <a:pt x="629222" y="1792796"/>
                  </a:lnTo>
                  <a:lnTo>
                    <a:pt x="630365" y="1793081"/>
                  </a:lnTo>
                  <a:lnTo>
                    <a:pt x="631412" y="1793843"/>
                  </a:lnTo>
                  <a:lnTo>
                    <a:pt x="632079" y="1794605"/>
                  </a:lnTo>
                  <a:lnTo>
                    <a:pt x="632746" y="1794605"/>
                  </a:lnTo>
                  <a:lnTo>
                    <a:pt x="634175" y="1792415"/>
                  </a:lnTo>
                  <a:lnTo>
                    <a:pt x="634556" y="1792034"/>
                  </a:lnTo>
                  <a:lnTo>
                    <a:pt x="635699" y="1791652"/>
                  </a:lnTo>
                  <a:lnTo>
                    <a:pt x="636080" y="1791272"/>
                  </a:lnTo>
                  <a:lnTo>
                    <a:pt x="636175" y="1790795"/>
                  </a:lnTo>
                  <a:lnTo>
                    <a:pt x="636175" y="1790224"/>
                  </a:lnTo>
                  <a:lnTo>
                    <a:pt x="636365" y="1789748"/>
                  </a:lnTo>
                  <a:lnTo>
                    <a:pt x="637127" y="1789652"/>
                  </a:lnTo>
                  <a:lnTo>
                    <a:pt x="637413" y="1790986"/>
                  </a:lnTo>
                  <a:lnTo>
                    <a:pt x="637508" y="1793653"/>
                  </a:lnTo>
                  <a:lnTo>
                    <a:pt x="638366" y="1795177"/>
                  </a:lnTo>
                  <a:lnTo>
                    <a:pt x="639318" y="1796510"/>
                  </a:lnTo>
                  <a:lnTo>
                    <a:pt x="640461" y="1797558"/>
                  </a:lnTo>
                  <a:lnTo>
                    <a:pt x="641795" y="1798415"/>
                  </a:lnTo>
                  <a:lnTo>
                    <a:pt x="644081" y="1799463"/>
                  </a:lnTo>
                  <a:lnTo>
                    <a:pt x="645224" y="1800130"/>
                  </a:lnTo>
                  <a:lnTo>
                    <a:pt x="645986" y="1801082"/>
                  </a:lnTo>
                  <a:lnTo>
                    <a:pt x="646176" y="1801654"/>
                  </a:lnTo>
                  <a:lnTo>
                    <a:pt x="646462" y="1802987"/>
                  </a:lnTo>
                  <a:lnTo>
                    <a:pt x="647414" y="1804226"/>
                  </a:lnTo>
                  <a:lnTo>
                    <a:pt x="647510" y="1804797"/>
                  </a:lnTo>
                  <a:lnTo>
                    <a:pt x="647414" y="1805369"/>
                  </a:lnTo>
                  <a:lnTo>
                    <a:pt x="647414" y="1806131"/>
                  </a:lnTo>
                  <a:lnTo>
                    <a:pt x="647795" y="1807464"/>
                  </a:lnTo>
                  <a:lnTo>
                    <a:pt x="648367" y="1808226"/>
                  </a:lnTo>
                  <a:lnTo>
                    <a:pt x="650177" y="1809845"/>
                  </a:lnTo>
                  <a:lnTo>
                    <a:pt x="650843" y="1810988"/>
                  </a:lnTo>
                  <a:lnTo>
                    <a:pt x="650843" y="1812131"/>
                  </a:lnTo>
                  <a:lnTo>
                    <a:pt x="650653" y="1813370"/>
                  </a:lnTo>
                  <a:lnTo>
                    <a:pt x="650653" y="1814608"/>
                  </a:lnTo>
                  <a:lnTo>
                    <a:pt x="651224" y="1816037"/>
                  </a:lnTo>
                  <a:lnTo>
                    <a:pt x="652177" y="1816418"/>
                  </a:lnTo>
                  <a:lnTo>
                    <a:pt x="654653" y="1816132"/>
                  </a:lnTo>
                  <a:lnTo>
                    <a:pt x="655987" y="1816227"/>
                  </a:lnTo>
                  <a:lnTo>
                    <a:pt x="656177" y="1816227"/>
                  </a:lnTo>
                  <a:lnTo>
                    <a:pt x="656558" y="1816132"/>
                  </a:lnTo>
                  <a:lnTo>
                    <a:pt x="657320" y="1815751"/>
                  </a:lnTo>
                  <a:lnTo>
                    <a:pt x="658940" y="1814131"/>
                  </a:lnTo>
                  <a:lnTo>
                    <a:pt x="659225" y="1813941"/>
                  </a:lnTo>
                  <a:lnTo>
                    <a:pt x="659225" y="1813370"/>
                  </a:lnTo>
                  <a:lnTo>
                    <a:pt x="658940" y="1812989"/>
                  </a:lnTo>
                  <a:lnTo>
                    <a:pt x="658559" y="1812608"/>
                  </a:lnTo>
                  <a:lnTo>
                    <a:pt x="658273" y="1812131"/>
                  </a:lnTo>
                  <a:lnTo>
                    <a:pt x="658273" y="1811465"/>
                  </a:lnTo>
                  <a:lnTo>
                    <a:pt x="658463" y="1810988"/>
                  </a:lnTo>
                  <a:lnTo>
                    <a:pt x="658463" y="1810512"/>
                  </a:lnTo>
                  <a:lnTo>
                    <a:pt x="657987" y="1809941"/>
                  </a:lnTo>
                  <a:lnTo>
                    <a:pt x="657987" y="1809941"/>
                  </a:lnTo>
                  <a:lnTo>
                    <a:pt x="657987" y="1809941"/>
                  </a:lnTo>
                  <a:lnTo>
                    <a:pt x="657987" y="1809941"/>
                  </a:lnTo>
                  <a:lnTo>
                    <a:pt x="657416" y="1809560"/>
                  </a:lnTo>
                  <a:lnTo>
                    <a:pt x="657320" y="1809179"/>
                  </a:lnTo>
                  <a:lnTo>
                    <a:pt x="657416" y="1808798"/>
                  </a:lnTo>
                  <a:lnTo>
                    <a:pt x="657416" y="1808321"/>
                  </a:lnTo>
                  <a:lnTo>
                    <a:pt x="657606" y="1807274"/>
                  </a:lnTo>
                  <a:lnTo>
                    <a:pt x="657606" y="1806988"/>
                  </a:lnTo>
                  <a:lnTo>
                    <a:pt x="657416" y="1806512"/>
                  </a:lnTo>
                  <a:lnTo>
                    <a:pt x="656844" y="1805654"/>
                  </a:lnTo>
                  <a:lnTo>
                    <a:pt x="656749" y="1805083"/>
                  </a:lnTo>
                  <a:lnTo>
                    <a:pt x="661321" y="1800320"/>
                  </a:lnTo>
                  <a:lnTo>
                    <a:pt x="662369" y="1800511"/>
                  </a:lnTo>
                  <a:lnTo>
                    <a:pt x="662940" y="1801654"/>
                  </a:lnTo>
                  <a:lnTo>
                    <a:pt x="663035" y="1803178"/>
                  </a:lnTo>
                  <a:lnTo>
                    <a:pt x="662654" y="1804321"/>
                  </a:lnTo>
                  <a:lnTo>
                    <a:pt x="662178" y="1805369"/>
                  </a:lnTo>
                  <a:lnTo>
                    <a:pt x="662273" y="1805940"/>
                  </a:lnTo>
                  <a:lnTo>
                    <a:pt x="662654" y="1806416"/>
                  </a:lnTo>
                  <a:lnTo>
                    <a:pt x="663035" y="1807083"/>
                  </a:lnTo>
                  <a:lnTo>
                    <a:pt x="663416" y="1808798"/>
                  </a:lnTo>
                  <a:lnTo>
                    <a:pt x="663797" y="1809464"/>
                  </a:lnTo>
                  <a:lnTo>
                    <a:pt x="664559" y="1809941"/>
                  </a:lnTo>
                  <a:lnTo>
                    <a:pt x="664559" y="1809941"/>
                  </a:lnTo>
                  <a:lnTo>
                    <a:pt x="664559" y="1809941"/>
                  </a:lnTo>
                  <a:lnTo>
                    <a:pt x="665607" y="1810226"/>
                  </a:lnTo>
                  <a:lnTo>
                    <a:pt x="666655" y="1810322"/>
                  </a:lnTo>
                  <a:lnTo>
                    <a:pt x="667703" y="1810512"/>
                  </a:lnTo>
                  <a:lnTo>
                    <a:pt x="668560" y="1811179"/>
                  </a:lnTo>
                  <a:lnTo>
                    <a:pt x="669798" y="1812798"/>
                  </a:lnTo>
                  <a:lnTo>
                    <a:pt x="670274" y="1813179"/>
                  </a:lnTo>
                  <a:lnTo>
                    <a:pt x="670751" y="1813274"/>
                  </a:lnTo>
                  <a:lnTo>
                    <a:pt x="671132" y="1813084"/>
                  </a:lnTo>
                  <a:lnTo>
                    <a:pt x="671513" y="1812893"/>
                  </a:lnTo>
                  <a:lnTo>
                    <a:pt x="671989" y="1812798"/>
                  </a:lnTo>
                  <a:lnTo>
                    <a:pt x="672465" y="1813084"/>
                  </a:lnTo>
                  <a:lnTo>
                    <a:pt x="674275" y="1814608"/>
                  </a:lnTo>
                  <a:lnTo>
                    <a:pt x="675323" y="1814989"/>
                  </a:lnTo>
                  <a:lnTo>
                    <a:pt x="675989" y="1814894"/>
                  </a:lnTo>
                  <a:lnTo>
                    <a:pt x="677894" y="1813941"/>
                  </a:lnTo>
                  <a:lnTo>
                    <a:pt x="679037" y="1813370"/>
                  </a:lnTo>
                  <a:lnTo>
                    <a:pt x="679799" y="1812512"/>
                  </a:lnTo>
                  <a:lnTo>
                    <a:pt x="680085" y="1811369"/>
                  </a:lnTo>
                  <a:lnTo>
                    <a:pt x="680085" y="1811369"/>
                  </a:lnTo>
                  <a:lnTo>
                    <a:pt x="680085" y="1809941"/>
                  </a:lnTo>
                  <a:lnTo>
                    <a:pt x="680085" y="1808893"/>
                  </a:lnTo>
                  <a:lnTo>
                    <a:pt x="680371" y="1808226"/>
                  </a:lnTo>
                  <a:lnTo>
                    <a:pt x="680847" y="1807655"/>
                  </a:lnTo>
                  <a:lnTo>
                    <a:pt x="681228" y="1806893"/>
                  </a:lnTo>
                  <a:lnTo>
                    <a:pt x="681323" y="1806035"/>
                  </a:lnTo>
                  <a:lnTo>
                    <a:pt x="681323" y="1805083"/>
                  </a:lnTo>
                  <a:lnTo>
                    <a:pt x="681514" y="1804226"/>
                  </a:lnTo>
                  <a:lnTo>
                    <a:pt x="681990" y="1803559"/>
                  </a:lnTo>
                  <a:lnTo>
                    <a:pt x="682847" y="1803368"/>
                  </a:lnTo>
                  <a:lnTo>
                    <a:pt x="683514" y="1803845"/>
                  </a:lnTo>
                  <a:lnTo>
                    <a:pt x="684276" y="1804511"/>
                  </a:lnTo>
                  <a:lnTo>
                    <a:pt x="685133" y="1804892"/>
                  </a:lnTo>
                  <a:lnTo>
                    <a:pt x="685895" y="1804702"/>
                  </a:lnTo>
                  <a:lnTo>
                    <a:pt x="687038" y="1803654"/>
                  </a:lnTo>
                  <a:lnTo>
                    <a:pt x="687705" y="1803273"/>
                  </a:lnTo>
                  <a:lnTo>
                    <a:pt x="688658" y="1803368"/>
                  </a:lnTo>
                  <a:lnTo>
                    <a:pt x="689705" y="1803749"/>
                  </a:lnTo>
                  <a:lnTo>
                    <a:pt x="690658" y="1804416"/>
                  </a:lnTo>
                  <a:lnTo>
                    <a:pt x="691420" y="1805083"/>
                  </a:lnTo>
                  <a:lnTo>
                    <a:pt x="691610" y="1805845"/>
                  </a:lnTo>
                  <a:lnTo>
                    <a:pt x="691420" y="1807655"/>
                  </a:lnTo>
                  <a:lnTo>
                    <a:pt x="691801" y="1808417"/>
                  </a:lnTo>
                  <a:lnTo>
                    <a:pt x="693420" y="1808988"/>
                  </a:lnTo>
                  <a:lnTo>
                    <a:pt x="697135" y="1808798"/>
                  </a:lnTo>
                  <a:lnTo>
                    <a:pt x="698564" y="1809941"/>
                  </a:lnTo>
                  <a:lnTo>
                    <a:pt x="698564" y="1809941"/>
                  </a:lnTo>
                  <a:lnTo>
                    <a:pt x="699040" y="1811369"/>
                  </a:lnTo>
                  <a:lnTo>
                    <a:pt x="699897" y="1812322"/>
                  </a:lnTo>
                  <a:lnTo>
                    <a:pt x="701040" y="1812893"/>
                  </a:lnTo>
                  <a:lnTo>
                    <a:pt x="702374" y="1812989"/>
                  </a:lnTo>
                  <a:lnTo>
                    <a:pt x="703993" y="1812703"/>
                  </a:lnTo>
                  <a:lnTo>
                    <a:pt x="704660" y="1812512"/>
                  </a:lnTo>
                  <a:lnTo>
                    <a:pt x="705041" y="1812417"/>
                  </a:lnTo>
                  <a:lnTo>
                    <a:pt x="705898" y="1812512"/>
                  </a:lnTo>
                  <a:lnTo>
                    <a:pt x="707231" y="1813274"/>
                  </a:lnTo>
                  <a:lnTo>
                    <a:pt x="708851" y="1814989"/>
                  </a:lnTo>
                  <a:lnTo>
                    <a:pt x="711708" y="1818799"/>
                  </a:lnTo>
                  <a:lnTo>
                    <a:pt x="713804" y="1819942"/>
                  </a:lnTo>
                  <a:lnTo>
                    <a:pt x="715232" y="1820037"/>
                  </a:lnTo>
                  <a:lnTo>
                    <a:pt x="717899" y="1819751"/>
                  </a:lnTo>
                  <a:lnTo>
                    <a:pt x="720947" y="1820513"/>
                  </a:lnTo>
                  <a:lnTo>
                    <a:pt x="722186" y="1819751"/>
                  </a:lnTo>
                  <a:lnTo>
                    <a:pt x="723329" y="1818704"/>
                  </a:lnTo>
                  <a:lnTo>
                    <a:pt x="724853" y="1818132"/>
                  </a:lnTo>
                  <a:lnTo>
                    <a:pt x="725996" y="1818513"/>
                  </a:lnTo>
                  <a:lnTo>
                    <a:pt x="725710" y="1819275"/>
                  </a:lnTo>
                  <a:lnTo>
                    <a:pt x="725138" y="1820227"/>
                  </a:lnTo>
                  <a:lnTo>
                    <a:pt x="725138" y="1821085"/>
                  </a:lnTo>
                  <a:lnTo>
                    <a:pt x="726091" y="1821085"/>
                  </a:lnTo>
                  <a:lnTo>
                    <a:pt x="730758" y="1819751"/>
                  </a:lnTo>
                  <a:lnTo>
                    <a:pt x="732854" y="1819275"/>
                  </a:lnTo>
                  <a:lnTo>
                    <a:pt x="733711" y="1819180"/>
                  </a:lnTo>
                  <a:lnTo>
                    <a:pt x="734759" y="1819466"/>
                  </a:lnTo>
                  <a:lnTo>
                    <a:pt x="735044" y="1819751"/>
                  </a:lnTo>
                  <a:lnTo>
                    <a:pt x="735235" y="1820227"/>
                  </a:lnTo>
                  <a:lnTo>
                    <a:pt x="735521" y="1820704"/>
                  </a:lnTo>
                  <a:lnTo>
                    <a:pt x="735997" y="1821085"/>
                  </a:lnTo>
                  <a:lnTo>
                    <a:pt x="736854" y="1821085"/>
                  </a:lnTo>
                  <a:lnTo>
                    <a:pt x="738473" y="1820227"/>
                  </a:lnTo>
                  <a:lnTo>
                    <a:pt x="739235" y="1819942"/>
                  </a:lnTo>
                  <a:lnTo>
                    <a:pt x="740474" y="1820132"/>
                  </a:lnTo>
                  <a:lnTo>
                    <a:pt x="741426" y="1820513"/>
                  </a:lnTo>
                  <a:lnTo>
                    <a:pt x="742569" y="1820990"/>
                  </a:lnTo>
                  <a:lnTo>
                    <a:pt x="743998" y="1820894"/>
                  </a:lnTo>
                  <a:lnTo>
                    <a:pt x="745522" y="1820132"/>
                  </a:lnTo>
                  <a:lnTo>
                    <a:pt x="746760" y="1818989"/>
                  </a:lnTo>
                  <a:lnTo>
                    <a:pt x="747713" y="1817561"/>
                  </a:lnTo>
                  <a:lnTo>
                    <a:pt x="748570" y="1815941"/>
                  </a:lnTo>
                  <a:lnTo>
                    <a:pt x="749141" y="1814989"/>
                  </a:lnTo>
                  <a:lnTo>
                    <a:pt x="749713" y="1814894"/>
                  </a:lnTo>
                  <a:lnTo>
                    <a:pt x="750761" y="1815465"/>
                  </a:lnTo>
                  <a:lnTo>
                    <a:pt x="754856" y="1815656"/>
                  </a:lnTo>
                  <a:lnTo>
                    <a:pt x="755428" y="1815846"/>
                  </a:lnTo>
                  <a:lnTo>
                    <a:pt x="756571" y="1816418"/>
                  </a:lnTo>
                  <a:lnTo>
                    <a:pt x="757238" y="1816513"/>
                  </a:lnTo>
                  <a:lnTo>
                    <a:pt x="757904" y="1816418"/>
                  </a:lnTo>
                  <a:lnTo>
                    <a:pt x="759333" y="1815846"/>
                  </a:lnTo>
                  <a:lnTo>
                    <a:pt x="760000" y="1815751"/>
                  </a:lnTo>
                  <a:lnTo>
                    <a:pt x="761238" y="1816132"/>
                  </a:lnTo>
                  <a:lnTo>
                    <a:pt x="763524" y="1817370"/>
                  </a:lnTo>
                  <a:lnTo>
                    <a:pt x="764667" y="1817656"/>
                  </a:lnTo>
                  <a:lnTo>
                    <a:pt x="764000" y="1816513"/>
                  </a:lnTo>
                  <a:lnTo>
                    <a:pt x="763619" y="1815084"/>
                  </a:lnTo>
                  <a:lnTo>
                    <a:pt x="763715" y="1813655"/>
                  </a:lnTo>
                  <a:lnTo>
                    <a:pt x="764572" y="1812512"/>
                  </a:lnTo>
                  <a:lnTo>
                    <a:pt x="765143" y="1812322"/>
                  </a:lnTo>
                  <a:lnTo>
                    <a:pt x="766477" y="1812512"/>
                  </a:lnTo>
                  <a:lnTo>
                    <a:pt x="767144" y="1812512"/>
                  </a:lnTo>
                  <a:lnTo>
                    <a:pt x="767810" y="1812322"/>
                  </a:lnTo>
                  <a:lnTo>
                    <a:pt x="769049" y="1811846"/>
                  </a:lnTo>
                  <a:lnTo>
                    <a:pt x="778574" y="1810417"/>
                  </a:lnTo>
                  <a:lnTo>
                    <a:pt x="779717" y="1809655"/>
                  </a:lnTo>
                  <a:lnTo>
                    <a:pt x="779717" y="1809655"/>
                  </a:lnTo>
                  <a:lnTo>
                    <a:pt x="779717" y="1809655"/>
                  </a:lnTo>
                  <a:lnTo>
                    <a:pt x="782669" y="1807464"/>
                  </a:lnTo>
                  <a:lnTo>
                    <a:pt x="783717" y="1807178"/>
                  </a:lnTo>
                  <a:lnTo>
                    <a:pt x="785146" y="1807655"/>
                  </a:lnTo>
                  <a:lnTo>
                    <a:pt x="785908" y="1806988"/>
                  </a:lnTo>
                  <a:lnTo>
                    <a:pt x="786670" y="1805845"/>
                  </a:lnTo>
                  <a:lnTo>
                    <a:pt x="787813" y="1804702"/>
                  </a:lnTo>
                  <a:lnTo>
                    <a:pt x="790004" y="1802987"/>
                  </a:lnTo>
                  <a:lnTo>
                    <a:pt x="790861" y="1802987"/>
                  </a:lnTo>
                  <a:lnTo>
                    <a:pt x="792004" y="1804321"/>
                  </a:lnTo>
                  <a:lnTo>
                    <a:pt x="793052" y="1805178"/>
                  </a:lnTo>
                  <a:lnTo>
                    <a:pt x="796100" y="1805654"/>
                  </a:lnTo>
                  <a:lnTo>
                    <a:pt x="797433" y="1806035"/>
                  </a:lnTo>
                  <a:lnTo>
                    <a:pt x="799814" y="1807655"/>
                  </a:lnTo>
                  <a:lnTo>
                    <a:pt x="801053" y="1808702"/>
                  </a:lnTo>
                  <a:lnTo>
                    <a:pt x="801815" y="1809655"/>
                  </a:lnTo>
                  <a:lnTo>
                    <a:pt x="801815" y="1809655"/>
                  </a:lnTo>
                  <a:lnTo>
                    <a:pt x="801815" y="1809655"/>
                  </a:lnTo>
                  <a:lnTo>
                    <a:pt x="801910" y="1810702"/>
                  </a:lnTo>
                  <a:lnTo>
                    <a:pt x="801434" y="1812608"/>
                  </a:lnTo>
                  <a:lnTo>
                    <a:pt x="801434" y="1813560"/>
                  </a:lnTo>
                  <a:lnTo>
                    <a:pt x="801910" y="1814322"/>
                  </a:lnTo>
                  <a:lnTo>
                    <a:pt x="803148" y="1815656"/>
                  </a:lnTo>
                  <a:lnTo>
                    <a:pt x="803624" y="1816513"/>
                  </a:lnTo>
                  <a:lnTo>
                    <a:pt x="803815" y="1817561"/>
                  </a:lnTo>
                  <a:lnTo>
                    <a:pt x="803720" y="1818513"/>
                  </a:lnTo>
                  <a:lnTo>
                    <a:pt x="801148" y="1829657"/>
                  </a:lnTo>
                  <a:lnTo>
                    <a:pt x="800005" y="1831658"/>
                  </a:lnTo>
                  <a:lnTo>
                    <a:pt x="799148" y="1833753"/>
                  </a:lnTo>
                  <a:lnTo>
                    <a:pt x="798100" y="1835277"/>
                  </a:lnTo>
                  <a:lnTo>
                    <a:pt x="797719" y="1836134"/>
                  </a:lnTo>
                  <a:lnTo>
                    <a:pt x="797719" y="1836992"/>
                  </a:lnTo>
                  <a:lnTo>
                    <a:pt x="798576" y="1838230"/>
                  </a:lnTo>
                  <a:lnTo>
                    <a:pt x="798576" y="1839182"/>
                  </a:lnTo>
                  <a:lnTo>
                    <a:pt x="798386" y="1840992"/>
                  </a:lnTo>
                  <a:lnTo>
                    <a:pt x="798671" y="1842706"/>
                  </a:lnTo>
                  <a:lnTo>
                    <a:pt x="799433" y="1844231"/>
                  </a:lnTo>
                  <a:lnTo>
                    <a:pt x="800576" y="1845564"/>
                  </a:lnTo>
                  <a:lnTo>
                    <a:pt x="801243" y="1846040"/>
                  </a:lnTo>
                  <a:lnTo>
                    <a:pt x="801815" y="1846326"/>
                  </a:lnTo>
                  <a:lnTo>
                    <a:pt x="802386" y="1846707"/>
                  </a:lnTo>
                  <a:lnTo>
                    <a:pt x="803529" y="1848231"/>
                  </a:lnTo>
                  <a:lnTo>
                    <a:pt x="804196" y="1848802"/>
                  </a:lnTo>
                  <a:lnTo>
                    <a:pt x="805625" y="1849755"/>
                  </a:lnTo>
                  <a:lnTo>
                    <a:pt x="806863" y="1848898"/>
                  </a:lnTo>
                  <a:lnTo>
                    <a:pt x="808768" y="1849088"/>
                  </a:lnTo>
                  <a:lnTo>
                    <a:pt x="809911" y="1850041"/>
                  </a:lnTo>
                  <a:lnTo>
                    <a:pt x="811244" y="1848993"/>
                  </a:lnTo>
                  <a:lnTo>
                    <a:pt x="810387" y="1847564"/>
                  </a:lnTo>
                  <a:lnTo>
                    <a:pt x="809435" y="1845278"/>
                  </a:lnTo>
                  <a:lnTo>
                    <a:pt x="808768" y="1842897"/>
                  </a:lnTo>
                  <a:lnTo>
                    <a:pt x="809149" y="1841468"/>
                  </a:lnTo>
                  <a:lnTo>
                    <a:pt x="809625" y="1840230"/>
                  </a:lnTo>
                  <a:lnTo>
                    <a:pt x="810482" y="1839373"/>
                  </a:lnTo>
                  <a:lnTo>
                    <a:pt x="810292" y="1839087"/>
                  </a:lnTo>
                  <a:lnTo>
                    <a:pt x="810006" y="1838611"/>
                  </a:lnTo>
                  <a:lnTo>
                    <a:pt x="809911" y="1837944"/>
                  </a:lnTo>
                  <a:lnTo>
                    <a:pt x="810197" y="1837182"/>
                  </a:lnTo>
                  <a:lnTo>
                    <a:pt x="810959" y="1836801"/>
                  </a:lnTo>
                  <a:lnTo>
                    <a:pt x="811625" y="1836039"/>
                  </a:lnTo>
                  <a:lnTo>
                    <a:pt x="811530" y="1835372"/>
                  </a:lnTo>
                  <a:lnTo>
                    <a:pt x="812197" y="1834420"/>
                  </a:lnTo>
                  <a:lnTo>
                    <a:pt x="813054" y="1834229"/>
                  </a:lnTo>
                  <a:lnTo>
                    <a:pt x="813435" y="1833372"/>
                  </a:lnTo>
                  <a:lnTo>
                    <a:pt x="814007" y="1832515"/>
                  </a:lnTo>
                  <a:lnTo>
                    <a:pt x="814673" y="1832039"/>
                  </a:lnTo>
                  <a:lnTo>
                    <a:pt x="816102" y="1831467"/>
                  </a:lnTo>
                  <a:lnTo>
                    <a:pt x="816674" y="1831562"/>
                  </a:lnTo>
                  <a:lnTo>
                    <a:pt x="816864" y="1831562"/>
                  </a:lnTo>
                  <a:lnTo>
                    <a:pt x="817055" y="1831562"/>
                  </a:lnTo>
                  <a:lnTo>
                    <a:pt x="817626" y="1831848"/>
                  </a:lnTo>
                  <a:lnTo>
                    <a:pt x="817912" y="1832039"/>
                  </a:lnTo>
                  <a:lnTo>
                    <a:pt x="818102" y="1831277"/>
                  </a:lnTo>
                  <a:lnTo>
                    <a:pt x="819626" y="1828991"/>
                  </a:lnTo>
                  <a:lnTo>
                    <a:pt x="821817" y="1825181"/>
                  </a:lnTo>
                  <a:lnTo>
                    <a:pt x="822770" y="1822799"/>
                  </a:lnTo>
                  <a:lnTo>
                    <a:pt x="823246" y="1820609"/>
                  </a:lnTo>
                  <a:lnTo>
                    <a:pt x="825056" y="1819466"/>
                  </a:lnTo>
                  <a:lnTo>
                    <a:pt x="827246" y="1818513"/>
                  </a:lnTo>
                  <a:lnTo>
                    <a:pt x="829151" y="1817084"/>
                  </a:lnTo>
                  <a:lnTo>
                    <a:pt x="830961" y="1814703"/>
                  </a:lnTo>
                  <a:lnTo>
                    <a:pt x="833438" y="1810036"/>
                  </a:lnTo>
                  <a:lnTo>
                    <a:pt x="833628" y="1809655"/>
                  </a:lnTo>
                  <a:lnTo>
                    <a:pt x="833628" y="1809655"/>
                  </a:lnTo>
                  <a:lnTo>
                    <a:pt x="834866" y="1807464"/>
                  </a:lnTo>
                  <a:lnTo>
                    <a:pt x="835628" y="1806512"/>
                  </a:lnTo>
                  <a:lnTo>
                    <a:pt x="836486" y="1805750"/>
                  </a:lnTo>
                  <a:lnTo>
                    <a:pt x="837533" y="1805369"/>
                  </a:lnTo>
                  <a:lnTo>
                    <a:pt x="838581" y="1804511"/>
                  </a:lnTo>
                  <a:lnTo>
                    <a:pt x="841058" y="1801368"/>
                  </a:lnTo>
                  <a:lnTo>
                    <a:pt x="842010" y="1800797"/>
                  </a:lnTo>
                  <a:lnTo>
                    <a:pt x="842963" y="1800511"/>
                  </a:lnTo>
                  <a:lnTo>
                    <a:pt x="849249" y="1799368"/>
                  </a:lnTo>
                  <a:lnTo>
                    <a:pt x="851249" y="1798415"/>
                  </a:lnTo>
                  <a:lnTo>
                    <a:pt x="852202" y="1796701"/>
                  </a:lnTo>
                  <a:lnTo>
                    <a:pt x="852583" y="1795748"/>
                  </a:lnTo>
                  <a:lnTo>
                    <a:pt x="853345" y="1795081"/>
                  </a:lnTo>
                  <a:lnTo>
                    <a:pt x="855155" y="1793939"/>
                  </a:lnTo>
                  <a:lnTo>
                    <a:pt x="855631" y="1793462"/>
                  </a:lnTo>
                  <a:lnTo>
                    <a:pt x="856488" y="1792319"/>
                  </a:lnTo>
                  <a:lnTo>
                    <a:pt x="856964" y="1791843"/>
                  </a:lnTo>
                  <a:lnTo>
                    <a:pt x="857536" y="1791557"/>
                  </a:lnTo>
                  <a:lnTo>
                    <a:pt x="857917" y="1791748"/>
                  </a:lnTo>
                  <a:lnTo>
                    <a:pt x="859727" y="1790700"/>
                  </a:lnTo>
                  <a:lnTo>
                    <a:pt x="861632" y="1791176"/>
                  </a:lnTo>
                  <a:lnTo>
                    <a:pt x="862679" y="1790605"/>
                  </a:lnTo>
                  <a:lnTo>
                    <a:pt x="863632" y="1790414"/>
                  </a:lnTo>
                  <a:lnTo>
                    <a:pt x="867823" y="1788986"/>
                  </a:lnTo>
                  <a:lnTo>
                    <a:pt x="870585" y="1789557"/>
                  </a:lnTo>
                  <a:lnTo>
                    <a:pt x="872109" y="1790319"/>
                  </a:lnTo>
                  <a:lnTo>
                    <a:pt x="873347" y="1790129"/>
                  </a:lnTo>
                  <a:lnTo>
                    <a:pt x="874586" y="1788795"/>
                  </a:lnTo>
                  <a:lnTo>
                    <a:pt x="876014" y="1788224"/>
                  </a:lnTo>
                  <a:lnTo>
                    <a:pt x="877919" y="1789557"/>
                  </a:lnTo>
                  <a:lnTo>
                    <a:pt x="877919" y="1791748"/>
                  </a:lnTo>
                  <a:lnTo>
                    <a:pt x="879443" y="1794034"/>
                  </a:lnTo>
                  <a:lnTo>
                    <a:pt x="881444" y="1794320"/>
                  </a:lnTo>
                  <a:lnTo>
                    <a:pt x="882777" y="1791748"/>
                  </a:lnTo>
                  <a:lnTo>
                    <a:pt x="884111" y="1791748"/>
                  </a:lnTo>
                  <a:lnTo>
                    <a:pt x="885635" y="1792700"/>
                  </a:lnTo>
                  <a:lnTo>
                    <a:pt x="887730" y="1792700"/>
                  </a:lnTo>
                  <a:lnTo>
                    <a:pt x="890302" y="1794701"/>
                  </a:lnTo>
                  <a:lnTo>
                    <a:pt x="892588" y="1794891"/>
                  </a:lnTo>
                  <a:lnTo>
                    <a:pt x="894683" y="1795653"/>
                  </a:lnTo>
                  <a:lnTo>
                    <a:pt x="895160" y="1797653"/>
                  </a:lnTo>
                  <a:lnTo>
                    <a:pt x="893636" y="1798225"/>
                  </a:lnTo>
                  <a:lnTo>
                    <a:pt x="892588" y="1800225"/>
                  </a:lnTo>
                  <a:lnTo>
                    <a:pt x="890873" y="1800416"/>
                  </a:lnTo>
                  <a:lnTo>
                    <a:pt x="889349" y="1802225"/>
                  </a:lnTo>
                  <a:lnTo>
                    <a:pt x="888778" y="1805369"/>
                  </a:lnTo>
                  <a:lnTo>
                    <a:pt x="889730" y="1805273"/>
                  </a:lnTo>
                  <a:lnTo>
                    <a:pt x="890683" y="1805273"/>
                  </a:lnTo>
                  <a:lnTo>
                    <a:pt x="894112" y="1805750"/>
                  </a:lnTo>
                  <a:lnTo>
                    <a:pt x="895255" y="1805464"/>
                  </a:lnTo>
                  <a:lnTo>
                    <a:pt x="896588" y="1805369"/>
                  </a:lnTo>
                  <a:lnTo>
                    <a:pt x="898112" y="1804511"/>
                  </a:lnTo>
                  <a:lnTo>
                    <a:pt x="898970" y="1804321"/>
                  </a:lnTo>
                  <a:lnTo>
                    <a:pt x="899827" y="1804511"/>
                  </a:lnTo>
                  <a:lnTo>
                    <a:pt x="902113" y="1806035"/>
                  </a:lnTo>
                  <a:lnTo>
                    <a:pt x="903637" y="1806416"/>
                  </a:lnTo>
                  <a:lnTo>
                    <a:pt x="905351" y="1806893"/>
                  </a:lnTo>
                  <a:lnTo>
                    <a:pt x="908590" y="1807083"/>
                  </a:lnTo>
                  <a:lnTo>
                    <a:pt x="911638" y="1807750"/>
                  </a:lnTo>
                  <a:lnTo>
                    <a:pt x="914305" y="1810036"/>
                  </a:lnTo>
                  <a:lnTo>
                    <a:pt x="915067" y="1810798"/>
                  </a:lnTo>
                  <a:lnTo>
                    <a:pt x="916877" y="1811750"/>
                  </a:lnTo>
                  <a:lnTo>
                    <a:pt x="919163" y="1811941"/>
                  </a:lnTo>
                  <a:lnTo>
                    <a:pt x="921353" y="1811369"/>
                  </a:lnTo>
                  <a:lnTo>
                    <a:pt x="922782" y="1810036"/>
                  </a:lnTo>
                  <a:lnTo>
                    <a:pt x="922782" y="1810036"/>
                  </a:lnTo>
                  <a:lnTo>
                    <a:pt x="922782" y="1810036"/>
                  </a:lnTo>
                  <a:lnTo>
                    <a:pt x="923544" y="1808893"/>
                  </a:lnTo>
                  <a:lnTo>
                    <a:pt x="925735" y="1806321"/>
                  </a:lnTo>
                  <a:lnTo>
                    <a:pt x="926687" y="1805559"/>
                  </a:lnTo>
                  <a:lnTo>
                    <a:pt x="928021" y="1805273"/>
                  </a:lnTo>
                  <a:lnTo>
                    <a:pt x="929354" y="1805464"/>
                  </a:lnTo>
                  <a:lnTo>
                    <a:pt x="930593" y="1805369"/>
                  </a:lnTo>
                  <a:lnTo>
                    <a:pt x="931640" y="1804226"/>
                  </a:lnTo>
                  <a:lnTo>
                    <a:pt x="932688" y="1806321"/>
                  </a:lnTo>
                  <a:lnTo>
                    <a:pt x="934403" y="1807845"/>
                  </a:lnTo>
                  <a:lnTo>
                    <a:pt x="938498" y="1809941"/>
                  </a:lnTo>
                  <a:lnTo>
                    <a:pt x="939451" y="1810226"/>
                  </a:lnTo>
                  <a:lnTo>
                    <a:pt x="939927" y="1810417"/>
                  </a:lnTo>
                  <a:lnTo>
                    <a:pt x="940689" y="1810512"/>
                  </a:lnTo>
                  <a:lnTo>
                    <a:pt x="942594" y="1810512"/>
                  </a:lnTo>
                  <a:lnTo>
                    <a:pt x="944690" y="1811369"/>
                  </a:lnTo>
                  <a:lnTo>
                    <a:pt x="946880" y="1811655"/>
                  </a:lnTo>
                  <a:lnTo>
                    <a:pt x="948023" y="1811941"/>
                  </a:lnTo>
                  <a:lnTo>
                    <a:pt x="949166" y="1812417"/>
                  </a:lnTo>
                  <a:lnTo>
                    <a:pt x="950024" y="1813084"/>
                  </a:lnTo>
                  <a:lnTo>
                    <a:pt x="950786" y="1814417"/>
                  </a:lnTo>
                  <a:lnTo>
                    <a:pt x="950595" y="1815560"/>
                  </a:lnTo>
                  <a:lnTo>
                    <a:pt x="949928" y="1816703"/>
                  </a:lnTo>
                  <a:lnTo>
                    <a:pt x="949452" y="1818132"/>
                  </a:lnTo>
                  <a:lnTo>
                    <a:pt x="949357" y="1819466"/>
                  </a:lnTo>
                  <a:lnTo>
                    <a:pt x="949643" y="1823656"/>
                  </a:lnTo>
                  <a:lnTo>
                    <a:pt x="957072" y="1823371"/>
                  </a:lnTo>
                  <a:lnTo>
                    <a:pt x="959263" y="1823942"/>
                  </a:lnTo>
                  <a:lnTo>
                    <a:pt x="961073" y="1825085"/>
                  </a:lnTo>
                  <a:lnTo>
                    <a:pt x="961930" y="1825371"/>
                  </a:lnTo>
                  <a:lnTo>
                    <a:pt x="964216" y="1825276"/>
                  </a:lnTo>
                  <a:lnTo>
                    <a:pt x="966502" y="1825657"/>
                  </a:lnTo>
                  <a:lnTo>
                    <a:pt x="967740" y="1825562"/>
                  </a:lnTo>
                  <a:lnTo>
                    <a:pt x="969740" y="1824704"/>
                  </a:lnTo>
                  <a:lnTo>
                    <a:pt x="972788" y="1821561"/>
                  </a:lnTo>
                  <a:lnTo>
                    <a:pt x="974693" y="1820609"/>
                  </a:lnTo>
                  <a:lnTo>
                    <a:pt x="975741" y="1820513"/>
                  </a:lnTo>
                  <a:lnTo>
                    <a:pt x="980123" y="1820894"/>
                  </a:lnTo>
                  <a:lnTo>
                    <a:pt x="980694" y="1820799"/>
                  </a:lnTo>
                  <a:lnTo>
                    <a:pt x="981075" y="1820609"/>
                  </a:lnTo>
                  <a:lnTo>
                    <a:pt x="981361" y="1819942"/>
                  </a:lnTo>
                  <a:lnTo>
                    <a:pt x="981266" y="1819370"/>
                  </a:lnTo>
                  <a:lnTo>
                    <a:pt x="981075" y="1818799"/>
                  </a:lnTo>
                  <a:lnTo>
                    <a:pt x="981075" y="1818227"/>
                  </a:lnTo>
                  <a:lnTo>
                    <a:pt x="981647" y="1817275"/>
                  </a:lnTo>
                  <a:lnTo>
                    <a:pt x="982123" y="1817465"/>
                  </a:lnTo>
                  <a:lnTo>
                    <a:pt x="982599" y="1818323"/>
                  </a:lnTo>
                  <a:lnTo>
                    <a:pt x="983456" y="1820513"/>
                  </a:lnTo>
                  <a:lnTo>
                    <a:pt x="984123" y="1821656"/>
                  </a:lnTo>
                  <a:lnTo>
                    <a:pt x="984885" y="1822037"/>
                  </a:lnTo>
                  <a:lnTo>
                    <a:pt x="985552" y="1820990"/>
                  </a:lnTo>
                  <a:lnTo>
                    <a:pt x="986219" y="1819275"/>
                  </a:lnTo>
                  <a:lnTo>
                    <a:pt x="986504" y="1819370"/>
                  </a:lnTo>
                  <a:lnTo>
                    <a:pt x="986790" y="1820323"/>
                  </a:lnTo>
                  <a:lnTo>
                    <a:pt x="987362" y="1821085"/>
                  </a:lnTo>
                  <a:lnTo>
                    <a:pt x="988314" y="1820990"/>
                  </a:lnTo>
                  <a:lnTo>
                    <a:pt x="988695" y="1819942"/>
                  </a:lnTo>
                  <a:lnTo>
                    <a:pt x="988981" y="1818704"/>
                  </a:lnTo>
                  <a:lnTo>
                    <a:pt x="989552" y="1817942"/>
                  </a:lnTo>
                  <a:lnTo>
                    <a:pt x="990124" y="1818037"/>
                  </a:lnTo>
                  <a:lnTo>
                    <a:pt x="990791" y="1819466"/>
                  </a:lnTo>
                  <a:lnTo>
                    <a:pt x="991362" y="1819942"/>
                  </a:lnTo>
                  <a:lnTo>
                    <a:pt x="991934" y="1819847"/>
                  </a:lnTo>
                  <a:lnTo>
                    <a:pt x="993839" y="1818513"/>
                  </a:lnTo>
                  <a:lnTo>
                    <a:pt x="996410" y="1817751"/>
                  </a:lnTo>
                  <a:lnTo>
                    <a:pt x="997172" y="1817180"/>
                  </a:lnTo>
                  <a:lnTo>
                    <a:pt x="998601" y="1815656"/>
                  </a:lnTo>
                  <a:lnTo>
                    <a:pt x="999268" y="1815275"/>
                  </a:lnTo>
                  <a:lnTo>
                    <a:pt x="1000506" y="1815084"/>
                  </a:lnTo>
                  <a:lnTo>
                    <a:pt x="1001935" y="1814417"/>
                  </a:lnTo>
                  <a:lnTo>
                    <a:pt x="1003745" y="1812989"/>
                  </a:lnTo>
                  <a:lnTo>
                    <a:pt x="1005078" y="1811274"/>
                  </a:lnTo>
                  <a:lnTo>
                    <a:pt x="1005269" y="1809655"/>
                  </a:lnTo>
                  <a:lnTo>
                    <a:pt x="1005269" y="1809655"/>
                  </a:lnTo>
                  <a:lnTo>
                    <a:pt x="1005269" y="1809655"/>
                  </a:lnTo>
                  <a:lnTo>
                    <a:pt x="1005269" y="1809655"/>
                  </a:lnTo>
                  <a:lnTo>
                    <a:pt x="1005840" y="1807845"/>
                  </a:lnTo>
                  <a:lnTo>
                    <a:pt x="1005840" y="1807083"/>
                  </a:lnTo>
                  <a:lnTo>
                    <a:pt x="1005173" y="1806416"/>
                  </a:lnTo>
                  <a:lnTo>
                    <a:pt x="1003364" y="1806226"/>
                  </a:lnTo>
                  <a:lnTo>
                    <a:pt x="1002602" y="1805940"/>
                  </a:lnTo>
                  <a:lnTo>
                    <a:pt x="1002506" y="1805083"/>
                  </a:lnTo>
                  <a:lnTo>
                    <a:pt x="1003459" y="1803083"/>
                  </a:lnTo>
                  <a:lnTo>
                    <a:pt x="1004697" y="1801463"/>
                  </a:lnTo>
                  <a:lnTo>
                    <a:pt x="1006221" y="1800130"/>
                  </a:lnTo>
                  <a:lnTo>
                    <a:pt x="1009460" y="1797939"/>
                  </a:lnTo>
                  <a:lnTo>
                    <a:pt x="1009936" y="1797749"/>
                  </a:lnTo>
                  <a:lnTo>
                    <a:pt x="1010126" y="1798034"/>
                  </a:lnTo>
                  <a:lnTo>
                    <a:pt x="1010222" y="1798511"/>
                  </a:lnTo>
                  <a:lnTo>
                    <a:pt x="1010507" y="1798796"/>
                  </a:lnTo>
                  <a:lnTo>
                    <a:pt x="1011269" y="1798892"/>
                  </a:lnTo>
                  <a:lnTo>
                    <a:pt x="1012031" y="1798796"/>
                  </a:lnTo>
                  <a:lnTo>
                    <a:pt x="1012793" y="1798511"/>
                  </a:lnTo>
                  <a:lnTo>
                    <a:pt x="1013651" y="1798034"/>
                  </a:lnTo>
                  <a:lnTo>
                    <a:pt x="1014413" y="1797272"/>
                  </a:lnTo>
                  <a:lnTo>
                    <a:pt x="1015651" y="1795463"/>
                  </a:lnTo>
                  <a:lnTo>
                    <a:pt x="1016413" y="1794605"/>
                  </a:lnTo>
                  <a:lnTo>
                    <a:pt x="1017365" y="1794034"/>
                  </a:lnTo>
                  <a:lnTo>
                    <a:pt x="1019366" y="1793367"/>
                  </a:lnTo>
                  <a:lnTo>
                    <a:pt x="1020128" y="1792605"/>
                  </a:lnTo>
                  <a:lnTo>
                    <a:pt x="1021461" y="1791081"/>
                  </a:lnTo>
                  <a:lnTo>
                    <a:pt x="1026319" y="1787652"/>
                  </a:lnTo>
                  <a:lnTo>
                    <a:pt x="1027557" y="1786223"/>
                  </a:lnTo>
                  <a:lnTo>
                    <a:pt x="1028605" y="1784223"/>
                  </a:lnTo>
                  <a:lnTo>
                    <a:pt x="1029272" y="1782032"/>
                  </a:lnTo>
                  <a:lnTo>
                    <a:pt x="1029557" y="1780032"/>
                  </a:lnTo>
                  <a:lnTo>
                    <a:pt x="1031272" y="1778603"/>
                  </a:lnTo>
                  <a:lnTo>
                    <a:pt x="1032986" y="1777175"/>
                  </a:lnTo>
                  <a:lnTo>
                    <a:pt x="1035272" y="1775936"/>
                  </a:lnTo>
                  <a:lnTo>
                    <a:pt x="1038035" y="1773460"/>
                  </a:lnTo>
                  <a:lnTo>
                    <a:pt x="1040035" y="1772222"/>
                  </a:lnTo>
                  <a:lnTo>
                    <a:pt x="1044797" y="1769364"/>
                  </a:lnTo>
                  <a:lnTo>
                    <a:pt x="1050322" y="1768983"/>
                  </a:lnTo>
                  <a:lnTo>
                    <a:pt x="1053275" y="1769364"/>
                  </a:lnTo>
                  <a:lnTo>
                    <a:pt x="1054227" y="1769364"/>
                  </a:lnTo>
                  <a:lnTo>
                    <a:pt x="1055180" y="1768888"/>
                  </a:lnTo>
                  <a:lnTo>
                    <a:pt x="1056037" y="1768126"/>
                  </a:lnTo>
                  <a:lnTo>
                    <a:pt x="1056799" y="1767554"/>
                  </a:lnTo>
                  <a:lnTo>
                    <a:pt x="1057561" y="1767745"/>
                  </a:lnTo>
                  <a:lnTo>
                    <a:pt x="1058418" y="1768221"/>
                  </a:lnTo>
                  <a:lnTo>
                    <a:pt x="1059276" y="1767935"/>
                  </a:lnTo>
                  <a:lnTo>
                    <a:pt x="1062895" y="1764697"/>
                  </a:lnTo>
                  <a:lnTo>
                    <a:pt x="1063752" y="1764221"/>
                  </a:lnTo>
                  <a:lnTo>
                    <a:pt x="1066800" y="1763268"/>
                  </a:lnTo>
                  <a:lnTo>
                    <a:pt x="1067181" y="1762887"/>
                  </a:lnTo>
                  <a:lnTo>
                    <a:pt x="1067372" y="1762220"/>
                  </a:lnTo>
                  <a:lnTo>
                    <a:pt x="1067943" y="1762030"/>
                  </a:lnTo>
                  <a:lnTo>
                    <a:pt x="1068610" y="1762030"/>
                  </a:lnTo>
                  <a:lnTo>
                    <a:pt x="1069086" y="1761839"/>
                  </a:lnTo>
                  <a:lnTo>
                    <a:pt x="1069277" y="1761363"/>
                  </a:lnTo>
                  <a:lnTo>
                    <a:pt x="1069181" y="1760982"/>
                  </a:lnTo>
                  <a:lnTo>
                    <a:pt x="1068991" y="1760601"/>
                  </a:lnTo>
                  <a:lnTo>
                    <a:pt x="1068991" y="1760125"/>
                  </a:lnTo>
                  <a:lnTo>
                    <a:pt x="1069562" y="1759649"/>
                  </a:lnTo>
                  <a:lnTo>
                    <a:pt x="1070610" y="1759458"/>
                  </a:lnTo>
                  <a:lnTo>
                    <a:pt x="1071753" y="1759458"/>
                  </a:lnTo>
                  <a:lnTo>
                    <a:pt x="1072515" y="1759553"/>
                  </a:lnTo>
                  <a:lnTo>
                    <a:pt x="1073372" y="1758982"/>
                  </a:lnTo>
                  <a:lnTo>
                    <a:pt x="1074420" y="1758506"/>
                  </a:lnTo>
                  <a:lnTo>
                    <a:pt x="1075182" y="1757839"/>
                  </a:lnTo>
                  <a:lnTo>
                    <a:pt x="1077944" y="1756696"/>
                  </a:lnTo>
                  <a:lnTo>
                    <a:pt x="1080897" y="1755839"/>
                  </a:lnTo>
                  <a:lnTo>
                    <a:pt x="1082897" y="1753934"/>
                  </a:lnTo>
                  <a:lnTo>
                    <a:pt x="1086898" y="1753743"/>
                  </a:lnTo>
                  <a:lnTo>
                    <a:pt x="1089089" y="1751076"/>
                  </a:lnTo>
                  <a:lnTo>
                    <a:pt x="1092041" y="1748219"/>
                  </a:lnTo>
                  <a:lnTo>
                    <a:pt x="1090041" y="1746123"/>
                  </a:lnTo>
                  <a:lnTo>
                    <a:pt x="1088041" y="1743837"/>
                  </a:lnTo>
                  <a:lnTo>
                    <a:pt x="1088898" y="1740789"/>
                  </a:lnTo>
                  <a:lnTo>
                    <a:pt x="1090803" y="1740884"/>
                  </a:lnTo>
                  <a:lnTo>
                    <a:pt x="1091470" y="1740694"/>
                  </a:lnTo>
                  <a:lnTo>
                    <a:pt x="1092041" y="1740122"/>
                  </a:lnTo>
                  <a:lnTo>
                    <a:pt x="1092899" y="1738503"/>
                  </a:lnTo>
                  <a:lnTo>
                    <a:pt x="1093470" y="1737836"/>
                  </a:lnTo>
                  <a:lnTo>
                    <a:pt x="1094708" y="1737170"/>
                  </a:lnTo>
                  <a:lnTo>
                    <a:pt x="1096042" y="1736979"/>
                  </a:lnTo>
                  <a:lnTo>
                    <a:pt x="1098804" y="1736979"/>
                  </a:lnTo>
                  <a:lnTo>
                    <a:pt x="1100043" y="1736693"/>
                  </a:lnTo>
                  <a:lnTo>
                    <a:pt x="1100900" y="1736312"/>
                  </a:lnTo>
                  <a:lnTo>
                    <a:pt x="1101662" y="1735741"/>
                  </a:lnTo>
                  <a:lnTo>
                    <a:pt x="1104519" y="1731455"/>
                  </a:lnTo>
                  <a:lnTo>
                    <a:pt x="1105472" y="1730597"/>
                  </a:lnTo>
                  <a:lnTo>
                    <a:pt x="1107091" y="1730407"/>
                  </a:lnTo>
                  <a:lnTo>
                    <a:pt x="1109091" y="1731169"/>
                  </a:lnTo>
                  <a:lnTo>
                    <a:pt x="1110996" y="1732502"/>
                  </a:lnTo>
                  <a:lnTo>
                    <a:pt x="1113758" y="1735741"/>
                  </a:lnTo>
                  <a:lnTo>
                    <a:pt x="1114330" y="1736789"/>
                  </a:lnTo>
                  <a:lnTo>
                    <a:pt x="1114044" y="1739170"/>
                  </a:lnTo>
                  <a:lnTo>
                    <a:pt x="1114806" y="1739646"/>
                  </a:lnTo>
                  <a:lnTo>
                    <a:pt x="1115949" y="1739646"/>
                  </a:lnTo>
                  <a:lnTo>
                    <a:pt x="1116806" y="1739456"/>
                  </a:lnTo>
                  <a:lnTo>
                    <a:pt x="1118807" y="1739360"/>
                  </a:lnTo>
                  <a:lnTo>
                    <a:pt x="1120807" y="1739932"/>
                  </a:lnTo>
                  <a:lnTo>
                    <a:pt x="1124712" y="1741742"/>
                  </a:lnTo>
                  <a:lnTo>
                    <a:pt x="1125855" y="1742123"/>
                  </a:lnTo>
                  <a:lnTo>
                    <a:pt x="1125474" y="1741551"/>
                  </a:lnTo>
                  <a:lnTo>
                    <a:pt x="1124617" y="1740503"/>
                  </a:lnTo>
                  <a:lnTo>
                    <a:pt x="1124045" y="1739360"/>
                  </a:lnTo>
                  <a:lnTo>
                    <a:pt x="1124998" y="1739932"/>
                  </a:lnTo>
                  <a:lnTo>
                    <a:pt x="1125855" y="1740313"/>
                  </a:lnTo>
                  <a:lnTo>
                    <a:pt x="1128903" y="1741075"/>
                  </a:lnTo>
                  <a:lnTo>
                    <a:pt x="1131570" y="1742694"/>
                  </a:lnTo>
                  <a:lnTo>
                    <a:pt x="1132523" y="1743075"/>
                  </a:lnTo>
                  <a:lnTo>
                    <a:pt x="1136428" y="1743742"/>
                  </a:lnTo>
                  <a:lnTo>
                    <a:pt x="1136809" y="1743932"/>
                  </a:lnTo>
                  <a:lnTo>
                    <a:pt x="1137190" y="1744218"/>
                  </a:lnTo>
                  <a:lnTo>
                    <a:pt x="1137476" y="1744694"/>
                  </a:lnTo>
                  <a:lnTo>
                    <a:pt x="1137571" y="1745266"/>
                  </a:lnTo>
                  <a:lnTo>
                    <a:pt x="1137666" y="1745742"/>
                  </a:lnTo>
                  <a:lnTo>
                    <a:pt x="1138143" y="1746123"/>
                  </a:lnTo>
                  <a:lnTo>
                    <a:pt x="1141095" y="1746504"/>
                  </a:lnTo>
                  <a:lnTo>
                    <a:pt x="1140714" y="1742885"/>
                  </a:lnTo>
                  <a:lnTo>
                    <a:pt x="1142429" y="1741456"/>
                  </a:lnTo>
                  <a:lnTo>
                    <a:pt x="1145858" y="1741265"/>
                  </a:lnTo>
                  <a:lnTo>
                    <a:pt x="1147858" y="1741837"/>
                  </a:lnTo>
                  <a:lnTo>
                    <a:pt x="1148620" y="1738979"/>
                  </a:lnTo>
                  <a:lnTo>
                    <a:pt x="1149668" y="1738408"/>
                  </a:lnTo>
                  <a:lnTo>
                    <a:pt x="1149858" y="1740694"/>
                  </a:lnTo>
                  <a:lnTo>
                    <a:pt x="1150811" y="1742218"/>
                  </a:lnTo>
                  <a:lnTo>
                    <a:pt x="1151287" y="1741361"/>
                  </a:lnTo>
                  <a:lnTo>
                    <a:pt x="1153192" y="1741646"/>
                  </a:lnTo>
                  <a:lnTo>
                    <a:pt x="1153763" y="1741265"/>
                  </a:lnTo>
                  <a:lnTo>
                    <a:pt x="1153859" y="1739837"/>
                  </a:lnTo>
                  <a:lnTo>
                    <a:pt x="1153287" y="1737646"/>
                  </a:lnTo>
                  <a:lnTo>
                    <a:pt x="1153478" y="1736979"/>
                  </a:lnTo>
                  <a:lnTo>
                    <a:pt x="1155287" y="1736789"/>
                  </a:lnTo>
                  <a:lnTo>
                    <a:pt x="1155383" y="1736312"/>
                  </a:lnTo>
                  <a:lnTo>
                    <a:pt x="1155287" y="1735741"/>
                  </a:lnTo>
                  <a:lnTo>
                    <a:pt x="1155478" y="1735169"/>
                  </a:lnTo>
                  <a:lnTo>
                    <a:pt x="1156049" y="1734788"/>
                  </a:lnTo>
                  <a:lnTo>
                    <a:pt x="1156526" y="1734693"/>
                  </a:lnTo>
                  <a:lnTo>
                    <a:pt x="1157002" y="1734693"/>
                  </a:lnTo>
                  <a:lnTo>
                    <a:pt x="1157573" y="1734598"/>
                  </a:lnTo>
                  <a:lnTo>
                    <a:pt x="1160431" y="1735836"/>
                  </a:lnTo>
                  <a:lnTo>
                    <a:pt x="1164146" y="1736408"/>
                  </a:lnTo>
                  <a:lnTo>
                    <a:pt x="1165765" y="1733074"/>
                  </a:lnTo>
                  <a:lnTo>
                    <a:pt x="1165670" y="1729073"/>
                  </a:lnTo>
                  <a:lnTo>
                    <a:pt x="1167289" y="1728788"/>
                  </a:lnTo>
                  <a:lnTo>
                    <a:pt x="1168337" y="1728311"/>
                  </a:lnTo>
                  <a:lnTo>
                    <a:pt x="1171861" y="1730026"/>
                  </a:lnTo>
                  <a:lnTo>
                    <a:pt x="1176623" y="1727930"/>
                  </a:lnTo>
                  <a:lnTo>
                    <a:pt x="1179767" y="1727645"/>
                  </a:lnTo>
                  <a:lnTo>
                    <a:pt x="1182910" y="1727359"/>
                  </a:lnTo>
                  <a:lnTo>
                    <a:pt x="1186434" y="1727454"/>
                  </a:lnTo>
                  <a:lnTo>
                    <a:pt x="1186910" y="1728311"/>
                  </a:lnTo>
                  <a:lnTo>
                    <a:pt x="1187672" y="1731359"/>
                  </a:lnTo>
                  <a:lnTo>
                    <a:pt x="1188244" y="1732407"/>
                  </a:lnTo>
                  <a:lnTo>
                    <a:pt x="1189768" y="1734217"/>
                  </a:lnTo>
                  <a:lnTo>
                    <a:pt x="1191292" y="1735169"/>
                  </a:lnTo>
                  <a:lnTo>
                    <a:pt x="1193006" y="1735169"/>
                  </a:lnTo>
                  <a:lnTo>
                    <a:pt x="1194911" y="1734026"/>
                  </a:lnTo>
                  <a:lnTo>
                    <a:pt x="1195959" y="1733169"/>
                  </a:lnTo>
                  <a:lnTo>
                    <a:pt x="1196721" y="1732883"/>
                  </a:lnTo>
                  <a:lnTo>
                    <a:pt x="1197388" y="1733169"/>
                  </a:lnTo>
                  <a:lnTo>
                    <a:pt x="1198245" y="1734217"/>
                  </a:lnTo>
                  <a:lnTo>
                    <a:pt x="1198245" y="1734979"/>
                  </a:lnTo>
                  <a:lnTo>
                    <a:pt x="1196912" y="1736979"/>
                  </a:lnTo>
                  <a:lnTo>
                    <a:pt x="1196150" y="1738789"/>
                  </a:lnTo>
                  <a:lnTo>
                    <a:pt x="1195578" y="1739265"/>
                  </a:lnTo>
                  <a:lnTo>
                    <a:pt x="1189958" y="1740789"/>
                  </a:lnTo>
                  <a:lnTo>
                    <a:pt x="1189101" y="1741361"/>
                  </a:lnTo>
                  <a:lnTo>
                    <a:pt x="1188530" y="1742123"/>
                  </a:lnTo>
                  <a:lnTo>
                    <a:pt x="1188053" y="1742980"/>
                  </a:lnTo>
                  <a:lnTo>
                    <a:pt x="1189196" y="1747933"/>
                  </a:lnTo>
                  <a:lnTo>
                    <a:pt x="1193673" y="1744885"/>
                  </a:lnTo>
                  <a:lnTo>
                    <a:pt x="1197388" y="1743647"/>
                  </a:lnTo>
                  <a:lnTo>
                    <a:pt x="1198150" y="1747266"/>
                  </a:lnTo>
                  <a:lnTo>
                    <a:pt x="1202912" y="1749743"/>
                  </a:lnTo>
                  <a:lnTo>
                    <a:pt x="1202531" y="1750505"/>
                  </a:lnTo>
                  <a:lnTo>
                    <a:pt x="1202531" y="1751171"/>
                  </a:lnTo>
                  <a:lnTo>
                    <a:pt x="1202912" y="1751552"/>
                  </a:lnTo>
                  <a:lnTo>
                    <a:pt x="1203674" y="1751648"/>
                  </a:lnTo>
                  <a:lnTo>
                    <a:pt x="1204627" y="1752505"/>
                  </a:lnTo>
                  <a:lnTo>
                    <a:pt x="1205103" y="1753648"/>
                  </a:lnTo>
                  <a:lnTo>
                    <a:pt x="1205675" y="1756220"/>
                  </a:lnTo>
                  <a:lnTo>
                    <a:pt x="1206341" y="1757458"/>
                  </a:lnTo>
                  <a:lnTo>
                    <a:pt x="1209104" y="1760792"/>
                  </a:lnTo>
                  <a:lnTo>
                    <a:pt x="1209961" y="1763840"/>
                  </a:lnTo>
                  <a:lnTo>
                    <a:pt x="1210247" y="1766697"/>
                  </a:lnTo>
                  <a:lnTo>
                    <a:pt x="1205198" y="1770602"/>
                  </a:lnTo>
                  <a:lnTo>
                    <a:pt x="1201674" y="1772602"/>
                  </a:lnTo>
                  <a:lnTo>
                    <a:pt x="1203389" y="1775460"/>
                  </a:lnTo>
                  <a:lnTo>
                    <a:pt x="1201293" y="1778127"/>
                  </a:lnTo>
                  <a:lnTo>
                    <a:pt x="1203103" y="1779937"/>
                  </a:lnTo>
                  <a:lnTo>
                    <a:pt x="1204818" y="1783937"/>
                  </a:lnTo>
                  <a:lnTo>
                    <a:pt x="1205675" y="1783461"/>
                  </a:lnTo>
                  <a:lnTo>
                    <a:pt x="1205960" y="1779937"/>
                  </a:lnTo>
                  <a:lnTo>
                    <a:pt x="1206532" y="1777270"/>
                  </a:lnTo>
                  <a:lnTo>
                    <a:pt x="1208151" y="1774222"/>
                  </a:lnTo>
                  <a:lnTo>
                    <a:pt x="1211104" y="1772698"/>
                  </a:lnTo>
                  <a:lnTo>
                    <a:pt x="1215581" y="1773936"/>
                  </a:lnTo>
                  <a:lnTo>
                    <a:pt x="1219295" y="1778127"/>
                  </a:lnTo>
                  <a:lnTo>
                    <a:pt x="1223010" y="1780508"/>
                  </a:lnTo>
                  <a:lnTo>
                    <a:pt x="1225391" y="1783556"/>
                  </a:lnTo>
                  <a:lnTo>
                    <a:pt x="1226058" y="1787938"/>
                  </a:lnTo>
                  <a:lnTo>
                    <a:pt x="1227963" y="1788986"/>
                  </a:lnTo>
                  <a:lnTo>
                    <a:pt x="1229678" y="1789367"/>
                  </a:lnTo>
                  <a:lnTo>
                    <a:pt x="1231392" y="1788986"/>
                  </a:lnTo>
                  <a:lnTo>
                    <a:pt x="1233297" y="1787747"/>
                  </a:lnTo>
                  <a:lnTo>
                    <a:pt x="1235678" y="1786700"/>
                  </a:lnTo>
                  <a:lnTo>
                    <a:pt x="1237679" y="1787176"/>
                  </a:lnTo>
                  <a:lnTo>
                    <a:pt x="1241203" y="1790224"/>
                  </a:lnTo>
                  <a:lnTo>
                    <a:pt x="1241774" y="1790414"/>
                  </a:lnTo>
                  <a:lnTo>
                    <a:pt x="1242251" y="1790414"/>
                  </a:lnTo>
                  <a:lnTo>
                    <a:pt x="1242632" y="1790605"/>
                  </a:lnTo>
                  <a:lnTo>
                    <a:pt x="1243203" y="1792034"/>
                  </a:lnTo>
                  <a:lnTo>
                    <a:pt x="1243679" y="1792510"/>
                  </a:lnTo>
                  <a:lnTo>
                    <a:pt x="1246632" y="1794796"/>
                  </a:lnTo>
                  <a:lnTo>
                    <a:pt x="1248632" y="1795844"/>
                  </a:lnTo>
                  <a:lnTo>
                    <a:pt x="1249204" y="1794796"/>
                  </a:lnTo>
                  <a:lnTo>
                    <a:pt x="1251109" y="1793748"/>
                  </a:lnTo>
                  <a:lnTo>
                    <a:pt x="1251490" y="1793177"/>
                  </a:lnTo>
                  <a:lnTo>
                    <a:pt x="1251871" y="1791938"/>
                  </a:lnTo>
                  <a:lnTo>
                    <a:pt x="1252633" y="1791748"/>
                  </a:lnTo>
                  <a:lnTo>
                    <a:pt x="1253585" y="1791938"/>
                  </a:lnTo>
                  <a:lnTo>
                    <a:pt x="1254633" y="1791938"/>
                  </a:lnTo>
                  <a:lnTo>
                    <a:pt x="1255205" y="1791272"/>
                  </a:lnTo>
                  <a:lnTo>
                    <a:pt x="1255395" y="1790033"/>
                  </a:lnTo>
                  <a:lnTo>
                    <a:pt x="1255395" y="1787747"/>
                  </a:lnTo>
                  <a:lnTo>
                    <a:pt x="1255300" y="1787176"/>
                  </a:lnTo>
                  <a:lnTo>
                    <a:pt x="1255109" y="1786604"/>
                  </a:lnTo>
                  <a:lnTo>
                    <a:pt x="1255014" y="1786033"/>
                  </a:lnTo>
                  <a:lnTo>
                    <a:pt x="1255300" y="1785461"/>
                  </a:lnTo>
                  <a:lnTo>
                    <a:pt x="1256157" y="1784604"/>
                  </a:lnTo>
                  <a:lnTo>
                    <a:pt x="1256443" y="1784128"/>
                  </a:lnTo>
                  <a:lnTo>
                    <a:pt x="1256633" y="1783461"/>
                  </a:lnTo>
                  <a:lnTo>
                    <a:pt x="1257395" y="1782509"/>
                  </a:lnTo>
                  <a:lnTo>
                    <a:pt x="1258157" y="1780413"/>
                  </a:lnTo>
                  <a:lnTo>
                    <a:pt x="1258729" y="1779365"/>
                  </a:lnTo>
                  <a:lnTo>
                    <a:pt x="1259491" y="1777270"/>
                  </a:lnTo>
                  <a:lnTo>
                    <a:pt x="1260443" y="1776698"/>
                  </a:lnTo>
                  <a:lnTo>
                    <a:pt x="1261586" y="1777460"/>
                  </a:lnTo>
                  <a:lnTo>
                    <a:pt x="1262729" y="1779270"/>
                  </a:lnTo>
                  <a:lnTo>
                    <a:pt x="1263968" y="1780032"/>
                  </a:lnTo>
                  <a:lnTo>
                    <a:pt x="1265396" y="1779080"/>
                  </a:lnTo>
                  <a:lnTo>
                    <a:pt x="1266920" y="1778318"/>
                  </a:lnTo>
                  <a:lnTo>
                    <a:pt x="1268444" y="1779746"/>
                  </a:lnTo>
                  <a:lnTo>
                    <a:pt x="1270540" y="1786033"/>
                  </a:lnTo>
                  <a:lnTo>
                    <a:pt x="1271873" y="1787843"/>
                  </a:lnTo>
                  <a:lnTo>
                    <a:pt x="1273588" y="1788319"/>
                  </a:lnTo>
                  <a:lnTo>
                    <a:pt x="1276826" y="1786795"/>
                  </a:lnTo>
                  <a:lnTo>
                    <a:pt x="1278827" y="1787652"/>
                  </a:lnTo>
                  <a:lnTo>
                    <a:pt x="1281303" y="1790986"/>
                  </a:lnTo>
                  <a:lnTo>
                    <a:pt x="1283113" y="1792034"/>
                  </a:lnTo>
                  <a:lnTo>
                    <a:pt x="1283875" y="1792700"/>
                  </a:lnTo>
                  <a:lnTo>
                    <a:pt x="1283875" y="1793653"/>
                  </a:lnTo>
                  <a:lnTo>
                    <a:pt x="1283399" y="1795367"/>
                  </a:lnTo>
                  <a:lnTo>
                    <a:pt x="1283684" y="1795939"/>
                  </a:lnTo>
                  <a:lnTo>
                    <a:pt x="1285780" y="1796320"/>
                  </a:lnTo>
                  <a:lnTo>
                    <a:pt x="1286732" y="1796796"/>
                  </a:lnTo>
                  <a:lnTo>
                    <a:pt x="1290257" y="1800130"/>
                  </a:lnTo>
                  <a:lnTo>
                    <a:pt x="1290447" y="1800320"/>
                  </a:lnTo>
                  <a:lnTo>
                    <a:pt x="1290923" y="1801273"/>
                  </a:lnTo>
                  <a:lnTo>
                    <a:pt x="1291019" y="1802416"/>
                  </a:lnTo>
                  <a:lnTo>
                    <a:pt x="1290733" y="1807750"/>
                  </a:lnTo>
                  <a:lnTo>
                    <a:pt x="1290543" y="1808988"/>
                  </a:lnTo>
                  <a:lnTo>
                    <a:pt x="1289971" y="1810226"/>
                  </a:lnTo>
                  <a:lnTo>
                    <a:pt x="1290352" y="1810893"/>
                  </a:lnTo>
                  <a:lnTo>
                    <a:pt x="1292257" y="1811941"/>
                  </a:lnTo>
                  <a:lnTo>
                    <a:pt x="1293114" y="1812798"/>
                  </a:lnTo>
                  <a:lnTo>
                    <a:pt x="1293686" y="1813751"/>
                  </a:lnTo>
                  <a:lnTo>
                    <a:pt x="1293686" y="1814608"/>
                  </a:lnTo>
                  <a:lnTo>
                    <a:pt x="1292638" y="1815179"/>
                  </a:lnTo>
                  <a:lnTo>
                    <a:pt x="1291781" y="1815846"/>
                  </a:lnTo>
                  <a:lnTo>
                    <a:pt x="1292066" y="1816894"/>
                  </a:lnTo>
                  <a:lnTo>
                    <a:pt x="1292924" y="1817942"/>
                  </a:lnTo>
                  <a:lnTo>
                    <a:pt x="1294733" y="1819085"/>
                  </a:lnTo>
                  <a:lnTo>
                    <a:pt x="1294924" y="1819656"/>
                  </a:lnTo>
                  <a:lnTo>
                    <a:pt x="1294829" y="1820418"/>
                  </a:lnTo>
                  <a:lnTo>
                    <a:pt x="1294829" y="1821561"/>
                  </a:lnTo>
                  <a:lnTo>
                    <a:pt x="1295019" y="1822133"/>
                  </a:lnTo>
                  <a:lnTo>
                    <a:pt x="1295400" y="1822418"/>
                  </a:lnTo>
                  <a:lnTo>
                    <a:pt x="1295591" y="1822799"/>
                  </a:lnTo>
                  <a:lnTo>
                    <a:pt x="1295114" y="1824228"/>
                  </a:lnTo>
                  <a:lnTo>
                    <a:pt x="1295210" y="1824800"/>
                  </a:lnTo>
                  <a:lnTo>
                    <a:pt x="1297019" y="1827562"/>
                  </a:lnTo>
                  <a:lnTo>
                    <a:pt x="1297877" y="1829467"/>
                  </a:lnTo>
                  <a:lnTo>
                    <a:pt x="1299020" y="1834039"/>
                  </a:lnTo>
                  <a:lnTo>
                    <a:pt x="1299972" y="1836039"/>
                  </a:lnTo>
                  <a:lnTo>
                    <a:pt x="1301782" y="1836801"/>
                  </a:lnTo>
                  <a:lnTo>
                    <a:pt x="1303687" y="1836230"/>
                  </a:lnTo>
                  <a:lnTo>
                    <a:pt x="1304735" y="1834801"/>
                  </a:lnTo>
                  <a:lnTo>
                    <a:pt x="1305211" y="1832991"/>
                  </a:lnTo>
                  <a:lnTo>
                    <a:pt x="1305497" y="1831086"/>
                  </a:lnTo>
                  <a:lnTo>
                    <a:pt x="1305497" y="1828895"/>
                  </a:lnTo>
                  <a:lnTo>
                    <a:pt x="1305592" y="1827752"/>
                  </a:lnTo>
                  <a:lnTo>
                    <a:pt x="1306163" y="1827276"/>
                  </a:lnTo>
                  <a:lnTo>
                    <a:pt x="1306830" y="1827467"/>
                  </a:lnTo>
                  <a:lnTo>
                    <a:pt x="1309593" y="1828895"/>
                  </a:lnTo>
                  <a:lnTo>
                    <a:pt x="1310545" y="1829752"/>
                  </a:lnTo>
                  <a:lnTo>
                    <a:pt x="1312164" y="1828991"/>
                  </a:lnTo>
                  <a:lnTo>
                    <a:pt x="1313307" y="1829848"/>
                  </a:lnTo>
                  <a:lnTo>
                    <a:pt x="1314450" y="1832134"/>
                  </a:lnTo>
                  <a:lnTo>
                    <a:pt x="1315212" y="1832801"/>
                  </a:lnTo>
                  <a:lnTo>
                    <a:pt x="1316546" y="1832705"/>
                  </a:lnTo>
                  <a:lnTo>
                    <a:pt x="1317212" y="1832324"/>
                  </a:lnTo>
                  <a:lnTo>
                    <a:pt x="1317689" y="1831943"/>
                  </a:lnTo>
                  <a:lnTo>
                    <a:pt x="1318165" y="1831658"/>
                  </a:lnTo>
                  <a:lnTo>
                    <a:pt x="1318832" y="1831658"/>
                  </a:lnTo>
                  <a:lnTo>
                    <a:pt x="1319308" y="1831943"/>
                  </a:lnTo>
                  <a:lnTo>
                    <a:pt x="1319784" y="1832515"/>
                  </a:lnTo>
                  <a:lnTo>
                    <a:pt x="1320260" y="1833181"/>
                  </a:lnTo>
                  <a:lnTo>
                    <a:pt x="1320546" y="1833658"/>
                  </a:lnTo>
                  <a:lnTo>
                    <a:pt x="1320641" y="1834896"/>
                  </a:lnTo>
                  <a:lnTo>
                    <a:pt x="1320070" y="1837277"/>
                  </a:lnTo>
                  <a:lnTo>
                    <a:pt x="1319975" y="1839659"/>
                  </a:lnTo>
                  <a:lnTo>
                    <a:pt x="1320260" y="1844897"/>
                  </a:lnTo>
                  <a:lnTo>
                    <a:pt x="1320451" y="1845564"/>
                  </a:lnTo>
                  <a:lnTo>
                    <a:pt x="1320832" y="1845659"/>
                  </a:lnTo>
                  <a:lnTo>
                    <a:pt x="1321213" y="1845659"/>
                  </a:lnTo>
                  <a:lnTo>
                    <a:pt x="1321594" y="1845945"/>
                  </a:lnTo>
                  <a:lnTo>
                    <a:pt x="1322165" y="1847850"/>
                  </a:lnTo>
                  <a:lnTo>
                    <a:pt x="1321975" y="1849850"/>
                  </a:lnTo>
                  <a:lnTo>
                    <a:pt x="1320737" y="1853851"/>
                  </a:lnTo>
                  <a:lnTo>
                    <a:pt x="1320356" y="1855565"/>
                  </a:lnTo>
                  <a:lnTo>
                    <a:pt x="1320356" y="1857470"/>
                  </a:lnTo>
                  <a:lnTo>
                    <a:pt x="1320927" y="1861376"/>
                  </a:lnTo>
                  <a:lnTo>
                    <a:pt x="1321403" y="1862423"/>
                  </a:lnTo>
                  <a:lnTo>
                    <a:pt x="1321975" y="1862804"/>
                  </a:lnTo>
                  <a:lnTo>
                    <a:pt x="1322737" y="1863090"/>
                  </a:lnTo>
                  <a:lnTo>
                    <a:pt x="1323499" y="1863852"/>
                  </a:lnTo>
                  <a:lnTo>
                    <a:pt x="1323880" y="1864995"/>
                  </a:lnTo>
                  <a:lnTo>
                    <a:pt x="1323594" y="1866043"/>
                  </a:lnTo>
                  <a:lnTo>
                    <a:pt x="1323023" y="1867091"/>
                  </a:lnTo>
                  <a:lnTo>
                    <a:pt x="1322642" y="1868234"/>
                  </a:lnTo>
                  <a:lnTo>
                    <a:pt x="1323880" y="1873377"/>
                  </a:lnTo>
                  <a:lnTo>
                    <a:pt x="1323880" y="1873949"/>
                  </a:lnTo>
                  <a:lnTo>
                    <a:pt x="1323689" y="1874520"/>
                  </a:lnTo>
                  <a:lnTo>
                    <a:pt x="1322927" y="1875377"/>
                  </a:lnTo>
                  <a:lnTo>
                    <a:pt x="1322737" y="1876044"/>
                  </a:lnTo>
                  <a:lnTo>
                    <a:pt x="1322927" y="1877187"/>
                  </a:lnTo>
                  <a:lnTo>
                    <a:pt x="1324166" y="1879092"/>
                  </a:lnTo>
                  <a:lnTo>
                    <a:pt x="1324547" y="1880140"/>
                  </a:lnTo>
                  <a:lnTo>
                    <a:pt x="1324451" y="1881378"/>
                  </a:lnTo>
                  <a:lnTo>
                    <a:pt x="1323689" y="1883569"/>
                  </a:lnTo>
                  <a:lnTo>
                    <a:pt x="1323594" y="1884807"/>
                  </a:lnTo>
                  <a:lnTo>
                    <a:pt x="1324356" y="1886712"/>
                  </a:lnTo>
                  <a:lnTo>
                    <a:pt x="1324356" y="1887188"/>
                  </a:lnTo>
                  <a:lnTo>
                    <a:pt x="1324356" y="1887665"/>
                  </a:lnTo>
                  <a:lnTo>
                    <a:pt x="1324356" y="1888141"/>
                  </a:lnTo>
                  <a:lnTo>
                    <a:pt x="1324547" y="1888712"/>
                  </a:lnTo>
                  <a:lnTo>
                    <a:pt x="1324832" y="1889951"/>
                  </a:lnTo>
                  <a:lnTo>
                    <a:pt x="1324451" y="1891094"/>
                  </a:lnTo>
                  <a:lnTo>
                    <a:pt x="1323404" y="1893094"/>
                  </a:lnTo>
                  <a:lnTo>
                    <a:pt x="1323023" y="1895094"/>
                  </a:lnTo>
                  <a:lnTo>
                    <a:pt x="1322832" y="1902714"/>
                  </a:lnTo>
                  <a:lnTo>
                    <a:pt x="1322642" y="1903857"/>
                  </a:lnTo>
                  <a:lnTo>
                    <a:pt x="1322356" y="1904905"/>
                  </a:lnTo>
                  <a:lnTo>
                    <a:pt x="1321880" y="1905857"/>
                  </a:lnTo>
                  <a:lnTo>
                    <a:pt x="1319784" y="1908334"/>
                  </a:lnTo>
                  <a:lnTo>
                    <a:pt x="1319308" y="1909572"/>
                  </a:lnTo>
                  <a:lnTo>
                    <a:pt x="1319022" y="1910715"/>
                  </a:lnTo>
                  <a:lnTo>
                    <a:pt x="1318927" y="1911668"/>
                  </a:lnTo>
                  <a:lnTo>
                    <a:pt x="1319213" y="1912239"/>
                  </a:lnTo>
                  <a:lnTo>
                    <a:pt x="1320260" y="1912049"/>
                  </a:lnTo>
                  <a:lnTo>
                    <a:pt x="1320737" y="1912525"/>
                  </a:lnTo>
                  <a:lnTo>
                    <a:pt x="1321975" y="1915382"/>
                  </a:lnTo>
                  <a:lnTo>
                    <a:pt x="1322165" y="1916335"/>
                  </a:lnTo>
                  <a:lnTo>
                    <a:pt x="1321880" y="1916906"/>
                  </a:lnTo>
                  <a:lnTo>
                    <a:pt x="1321499" y="1917192"/>
                  </a:lnTo>
                  <a:lnTo>
                    <a:pt x="1321213" y="1917573"/>
                  </a:lnTo>
                  <a:lnTo>
                    <a:pt x="1321213" y="1918811"/>
                  </a:lnTo>
                  <a:lnTo>
                    <a:pt x="1320927" y="1919288"/>
                  </a:lnTo>
                  <a:lnTo>
                    <a:pt x="1319022" y="1920907"/>
                  </a:lnTo>
                  <a:lnTo>
                    <a:pt x="1318260" y="1921002"/>
                  </a:lnTo>
                  <a:lnTo>
                    <a:pt x="1317879" y="1920335"/>
                  </a:lnTo>
                  <a:lnTo>
                    <a:pt x="1317974" y="1918240"/>
                  </a:lnTo>
                  <a:lnTo>
                    <a:pt x="1317593" y="1918145"/>
                  </a:lnTo>
                  <a:lnTo>
                    <a:pt x="1316736" y="1918526"/>
                  </a:lnTo>
                  <a:lnTo>
                    <a:pt x="1314641" y="1919002"/>
                  </a:lnTo>
                  <a:lnTo>
                    <a:pt x="1313974" y="1919573"/>
                  </a:lnTo>
                  <a:lnTo>
                    <a:pt x="1313688" y="1920431"/>
                  </a:lnTo>
                  <a:lnTo>
                    <a:pt x="1313783" y="1921478"/>
                  </a:lnTo>
                  <a:lnTo>
                    <a:pt x="1314164" y="1922526"/>
                  </a:lnTo>
                  <a:lnTo>
                    <a:pt x="1315117" y="1924622"/>
                  </a:lnTo>
                  <a:lnTo>
                    <a:pt x="1315307" y="1925669"/>
                  </a:lnTo>
                  <a:lnTo>
                    <a:pt x="1315212" y="1927003"/>
                  </a:lnTo>
                  <a:lnTo>
                    <a:pt x="1315593" y="1927765"/>
                  </a:lnTo>
                  <a:lnTo>
                    <a:pt x="1316164" y="1927860"/>
                  </a:lnTo>
                  <a:lnTo>
                    <a:pt x="1316831" y="1927765"/>
                  </a:lnTo>
                  <a:lnTo>
                    <a:pt x="1317498" y="1927955"/>
                  </a:lnTo>
                  <a:lnTo>
                    <a:pt x="1317974" y="1928527"/>
                  </a:lnTo>
                  <a:lnTo>
                    <a:pt x="1319689" y="1931194"/>
                  </a:lnTo>
                  <a:lnTo>
                    <a:pt x="1320165" y="1932337"/>
                  </a:lnTo>
                  <a:lnTo>
                    <a:pt x="1320451" y="1932527"/>
                  </a:lnTo>
                  <a:lnTo>
                    <a:pt x="1321118" y="1932813"/>
                  </a:lnTo>
                  <a:lnTo>
                    <a:pt x="1321403" y="1933194"/>
                  </a:lnTo>
                  <a:lnTo>
                    <a:pt x="1321499" y="1933956"/>
                  </a:lnTo>
                  <a:lnTo>
                    <a:pt x="1321403" y="1934718"/>
                  </a:lnTo>
                  <a:lnTo>
                    <a:pt x="1321118" y="1935480"/>
                  </a:lnTo>
                  <a:lnTo>
                    <a:pt x="1320737" y="1936052"/>
                  </a:lnTo>
                  <a:lnTo>
                    <a:pt x="1317974" y="1938242"/>
                  </a:lnTo>
                  <a:lnTo>
                    <a:pt x="1317117" y="1938623"/>
                  </a:lnTo>
                  <a:lnTo>
                    <a:pt x="1316641" y="1938528"/>
                  </a:lnTo>
                  <a:lnTo>
                    <a:pt x="1316164" y="1938242"/>
                  </a:lnTo>
                  <a:lnTo>
                    <a:pt x="1314641" y="1937671"/>
                  </a:lnTo>
                  <a:lnTo>
                    <a:pt x="1313402" y="1936623"/>
                  </a:lnTo>
                  <a:lnTo>
                    <a:pt x="1312736" y="1936337"/>
                  </a:lnTo>
                  <a:lnTo>
                    <a:pt x="1311783" y="1936337"/>
                  </a:lnTo>
                  <a:lnTo>
                    <a:pt x="1311212" y="1936718"/>
                  </a:lnTo>
                  <a:lnTo>
                    <a:pt x="1309973" y="1938147"/>
                  </a:lnTo>
                  <a:lnTo>
                    <a:pt x="1309307" y="1938814"/>
                  </a:lnTo>
                  <a:lnTo>
                    <a:pt x="1308830" y="1939766"/>
                  </a:lnTo>
                  <a:lnTo>
                    <a:pt x="1308164" y="1941767"/>
                  </a:lnTo>
                  <a:lnTo>
                    <a:pt x="1307783" y="1942243"/>
                  </a:lnTo>
                  <a:lnTo>
                    <a:pt x="1307402" y="1942529"/>
                  </a:lnTo>
                  <a:lnTo>
                    <a:pt x="1307116" y="1942910"/>
                  </a:lnTo>
                  <a:lnTo>
                    <a:pt x="1307021" y="1943576"/>
                  </a:lnTo>
                  <a:lnTo>
                    <a:pt x="1307021" y="1944338"/>
                  </a:lnTo>
                  <a:lnTo>
                    <a:pt x="1306830" y="1944815"/>
                  </a:lnTo>
                  <a:lnTo>
                    <a:pt x="1304830" y="1947291"/>
                  </a:lnTo>
                  <a:lnTo>
                    <a:pt x="1304544" y="1948053"/>
                  </a:lnTo>
                  <a:lnTo>
                    <a:pt x="1303877" y="1950625"/>
                  </a:lnTo>
                  <a:lnTo>
                    <a:pt x="1303306" y="1951482"/>
                  </a:lnTo>
                  <a:lnTo>
                    <a:pt x="1302544" y="1952149"/>
                  </a:lnTo>
                  <a:lnTo>
                    <a:pt x="1301496" y="1952720"/>
                  </a:lnTo>
                  <a:lnTo>
                    <a:pt x="1300258" y="1953101"/>
                  </a:lnTo>
                  <a:lnTo>
                    <a:pt x="1299591" y="1953006"/>
                  </a:lnTo>
                  <a:lnTo>
                    <a:pt x="1298067" y="1951482"/>
                  </a:lnTo>
                  <a:lnTo>
                    <a:pt x="1297305" y="1951101"/>
                  </a:lnTo>
                  <a:lnTo>
                    <a:pt x="1293019" y="1949577"/>
                  </a:lnTo>
                  <a:lnTo>
                    <a:pt x="1292447" y="1949672"/>
                  </a:lnTo>
                  <a:lnTo>
                    <a:pt x="1292352" y="1950434"/>
                  </a:lnTo>
                  <a:lnTo>
                    <a:pt x="1292447" y="1953292"/>
                  </a:lnTo>
                  <a:lnTo>
                    <a:pt x="1292162" y="1954149"/>
                  </a:lnTo>
                  <a:lnTo>
                    <a:pt x="1291590" y="1954911"/>
                  </a:lnTo>
                  <a:lnTo>
                    <a:pt x="1290638" y="1955768"/>
                  </a:lnTo>
                  <a:lnTo>
                    <a:pt x="1290352" y="1956149"/>
                  </a:lnTo>
                  <a:lnTo>
                    <a:pt x="1290352" y="1956530"/>
                  </a:lnTo>
                  <a:lnTo>
                    <a:pt x="1290638" y="1958054"/>
                  </a:lnTo>
                  <a:lnTo>
                    <a:pt x="1290828" y="1958531"/>
                  </a:lnTo>
                  <a:lnTo>
                    <a:pt x="1291019" y="1959102"/>
                  </a:lnTo>
                  <a:lnTo>
                    <a:pt x="1290923" y="1961293"/>
                  </a:lnTo>
                  <a:lnTo>
                    <a:pt x="1291019" y="1962150"/>
                  </a:lnTo>
                  <a:lnTo>
                    <a:pt x="1290828" y="1962531"/>
                  </a:lnTo>
                  <a:lnTo>
                    <a:pt x="1289876" y="1962722"/>
                  </a:lnTo>
                  <a:lnTo>
                    <a:pt x="1289114" y="1963293"/>
                  </a:lnTo>
                  <a:lnTo>
                    <a:pt x="1288447" y="1964531"/>
                  </a:lnTo>
                  <a:lnTo>
                    <a:pt x="1287494" y="1967008"/>
                  </a:lnTo>
                  <a:lnTo>
                    <a:pt x="1286923" y="1967579"/>
                  </a:lnTo>
                  <a:lnTo>
                    <a:pt x="1284732" y="1968627"/>
                  </a:lnTo>
                  <a:lnTo>
                    <a:pt x="1283875" y="1969199"/>
                  </a:lnTo>
                  <a:lnTo>
                    <a:pt x="1281494" y="1972342"/>
                  </a:lnTo>
                  <a:lnTo>
                    <a:pt x="1280351" y="1973009"/>
                  </a:lnTo>
                  <a:lnTo>
                    <a:pt x="1279208" y="1973104"/>
                  </a:lnTo>
                  <a:lnTo>
                    <a:pt x="1278636" y="1972627"/>
                  </a:lnTo>
                  <a:lnTo>
                    <a:pt x="1278255" y="1971770"/>
                  </a:lnTo>
                  <a:lnTo>
                    <a:pt x="1277684" y="1970818"/>
                  </a:lnTo>
                  <a:lnTo>
                    <a:pt x="1275779" y="1969770"/>
                  </a:lnTo>
                  <a:lnTo>
                    <a:pt x="1274540" y="1971199"/>
                  </a:lnTo>
                  <a:lnTo>
                    <a:pt x="1273302" y="1975771"/>
                  </a:lnTo>
                  <a:lnTo>
                    <a:pt x="1272064" y="1978343"/>
                  </a:lnTo>
                  <a:lnTo>
                    <a:pt x="1271207" y="1979676"/>
                  </a:lnTo>
                  <a:lnTo>
                    <a:pt x="1270349" y="1980343"/>
                  </a:lnTo>
                  <a:lnTo>
                    <a:pt x="1269397" y="1980629"/>
                  </a:lnTo>
                  <a:lnTo>
                    <a:pt x="1269206" y="1981105"/>
                  </a:lnTo>
                  <a:lnTo>
                    <a:pt x="1269492" y="1983200"/>
                  </a:lnTo>
                  <a:lnTo>
                    <a:pt x="1269397" y="1987201"/>
                  </a:lnTo>
                  <a:lnTo>
                    <a:pt x="1269683" y="1989106"/>
                  </a:lnTo>
                  <a:lnTo>
                    <a:pt x="1270540" y="1990820"/>
                  </a:lnTo>
                  <a:lnTo>
                    <a:pt x="1272445" y="1992344"/>
                  </a:lnTo>
                  <a:lnTo>
                    <a:pt x="1273112" y="1993202"/>
                  </a:lnTo>
                  <a:lnTo>
                    <a:pt x="1272731" y="1994345"/>
                  </a:lnTo>
                  <a:lnTo>
                    <a:pt x="1271873" y="1994821"/>
                  </a:lnTo>
                  <a:lnTo>
                    <a:pt x="1270730" y="1994821"/>
                  </a:lnTo>
                  <a:lnTo>
                    <a:pt x="1268539" y="1994440"/>
                  </a:lnTo>
                  <a:lnTo>
                    <a:pt x="1267397" y="1994630"/>
                  </a:lnTo>
                  <a:lnTo>
                    <a:pt x="1266254" y="1995392"/>
                  </a:lnTo>
                  <a:lnTo>
                    <a:pt x="1264253" y="1997107"/>
                  </a:lnTo>
                  <a:lnTo>
                    <a:pt x="1260634" y="1999488"/>
                  </a:lnTo>
                  <a:lnTo>
                    <a:pt x="1260634" y="1999488"/>
                  </a:lnTo>
                  <a:lnTo>
                    <a:pt x="1260443" y="2000726"/>
                  </a:lnTo>
                  <a:lnTo>
                    <a:pt x="1260729" y="2007965"/>
                  </a:lnTo>
                  <a:lnTo>
                    <a:pt x="1259396" y="2015776"/>
                  </a:lnTo>
                  <a:lnTo>
                    <a:pt x="1259396" y="2017109"/>
                  </a:lnTo>
                  <a:lnTo>
                    <a:pt x="1259777" y="2017586"/>
                  </a:lnTo>
                  <a:lnTo>
                    <a:pt x="1264063" y="2016919"/>
                  </a:lnTo>
                  <a:lnTo>
                    <a:pt x="1265301" y="2016919"/>
                  </a:lnTo>
                  <a:lnTo>
                    <a:pt x="1266158" y="2017109"/>
                  </a:lnTo>
                  <a:lnTo>
                    <a:pt x="1266539" y="2017490"/>
                  </a:lnTo>
                  <a:lnTo>
                    <a:pt x="1266825" y="2018062"/>
                  </a:lnTo>
                  <a:lnTo>
                    <a:pt x="1267016" y="2018633"/>
                  </a:lnTo>
                  <a:lnTo>
                    <a:pt x="1267111" y="2019205"/>
                  </a:lnTo>
                  <a:lnTo>
                    <a:pt x="1267397" y="2019872"/>
                  </a:lnTo>
                  <a:lnTo>
                    <a:pt x="1268349" y="2020538"/>
                  </a:lnTo>
                  <a:lnTo>
                    <a:pt x="1268730" y="2021110"/>
                  </a:lnTo>
                  <a:lnTo>
                    <a:pt x="1268826" y="2022348"/>
                  </a:lnTo>
                  <a:lnTo>
                    <a:pt x="1268063" y="2022634"/>
                  </a:lnTo>
                  <a:lnTo>
                    <a:pt x="1267016" y="2022729"/>
                  </a:lnTo>
                  <a:lnTo>
                    <a:pt x="1266254" y="2023301"/>
                  </a:lnTo>
                  <a:lnTo>
                    <a:pt x="1266635" y="2024825"/>
                  </a:lnTo>
                  <a:lnTo>
                    <a:pt x="1270540" y="2026253"/>
                  </a:lnTo>
                  <a:lnTo>
                    <a:pt x="1270826" y="2028349"/>
                  </a:lnTo>
                  <a:lnTo>
                    <a:pt x="1270540" y="2028730"/>
                  </a:lnTo>
                  <a:lnTo>
                    <a:pt x="1270159" y="2029016"/>
                  </a:lnTo>
                  <a:lnTo>
                    <a:pt x="1269778" y="2029397"/>
                  </a:lnTo>
                  <a:lnTo>
                    <a:pt x="1269587" y="2030063"/>
                  </a:lnTo>
                  <a:lnTo>
                    <a:pt x="1269778" y="2030730"/>
                  </a:lnTo>
                  <a:lnTo>
                    <a:pt x="1270540" y="2031778"/>
                  </a:lnTo>
                  <a:lnTo>
                    <a:pt x="1270730" y="2032349"/>
                  </a:lnTo>
                  <a:lnTo>
                    <a:pt x="1270540" y="2033683"/>
                  </a:lnTo>
                  <a:lnTo>
                    <a:pt x="1269873" y="2034921"/>
                  </a:lnTo>
                  <a:lnTo>
                    <a:pt x="1259777" y="2045399"/>
                  </a:lnTo>
                  <a:lnTo>
                    <a:pt x="1260634" y="2046542"/>
                  </a:lnTo>
                  <a:lnTo>
                    <a:pt x="1262729" y="2047494"/>
                  </a:lnTo>
                  <a:lnTo>
                    <a:pt x="1264730" y="2048923"/>
                  </a:lnTo>
                  <a:lnTo>
                    <a:pt x="1265015" y="2049399"/>
                  </a:lnTo>
                  <a:lnTo>
                    <a:pt x="1265206" y="2049971"/>
                  </a:lnTo>
                  <a:lnTo>
                    <a:pt x="1265492" y="2051114"/>
                  </a:lnTo>
                  <a:lnTo>
                    <a:pt x="1266158" y="2050161"/>
                  </a:lnTo>
                  <a:lnTo>
                    <a:pt x="1266730" y="2049875"/>
                  </a:lnTo>
                  <a:lnTo>
                    <a:pt x="1267206" y="2049685"/>
                  </a:lnTo>
                  <a:lnTo>
                    <a:pt x="1268349" y="2049304"/>
                  </a:lnTo>
                  <a:lnTo>
                    <a:pt x="1269397" y="2048827"/>
                  </a:lnTo>
                  <a:lnTo>
                    <a:pt x="1272064" y="2046161"/>
                  </a:lnTo>
                  <a:lnTo>
                    <a:pt x="1273112" y="2045494"/>
                  </a:lnTo>
                  <a:lnTo>
                    <a:pt x="1274255" y="2045113"/>
                  </a:lnTo>
                  <a:lnTo>
                    <a:pt x="1275017" y="2045018"/>
                  </a:lnTo>
                  <a:lnTo>
                    <a:pt x="1275779" y="2044827"/>
                  </a:lnTo>
                  <a:lnTo>
                    <a:pt x="1276731" y="2044065"/>
                  </a:lnTo>
                  <a:lnTo>
                    <a:pt x="1278827" y="2041589"/>
                  </a:lnTo>
                  <a:lnTo>
                    <a:pt x="1279493" y="2041112"/>
                  </a:lnTo>
                  <a:lnTo>
                    <a:pt x="1290828" y="2036540"/>
                  </a:lnTo>
                  <a:lnTo>
                    <a:pt x="1294829" y="2035588"/>
                  </a:lnTo>
                  <a:lnTo>
                    <a:pt x="1296829" y="2035683"/>
                  </a:lnTo>
                  <a:lnTo>
                    <a:pt x="1300734" y="2036636"/>
                  </a:lnTo>
                  <a:lnTo>
                    <a:pt x="1302734" y="2036636"/>
                  </a:lnTo>
                  <a:lnTo>
                    <a:pt x="1303592" y="2036350"/>
                  </a:lnTo>
                  <a:lnTo>
                    <a:pt x="1305211" y="2035302"/>
                  </a:lnTo>
                  <a:lnTo>
                    <a:pt x="1306068" y="2035016"/>
                  </a:lnTo>
                  <a:lnTo>
                    <a:pt x="1308164" y="2034921"/>
                  </a:lnTo>
                  <a:lnTo>
                    <a:pt x="1310259" y="2035016"/>
                  </a:lnTo>
                  <a:lnTo>
                    <a:pt x="1311783" y="2035397"/>
                  </a:lnTo>
                  <a:lnTo>
                    <a:pt x="1313879" y="2037017"/>
                  </a:lnTo>
                  <a:lnTo>
                    <a:pt x="1315307" y="2037683"/>
                  </a:lnTo>
                  <a:lnTo>
                    <a:pt x="1316069" y="2038064"/>
                  </a:lnTo>
                  <a:lnTo>
                    <a:pt x="1316736" y="2037683"/>
                  </a:lnTo>
                  <a:lnTo>
                    <a:pt x="1317498" y="2037398"/>
                  </a:lnTo>
                  <a:lnTo>
                    <a:pt x="1319022" y="2036636"/>
                  </a:lnTo>
                  <a:lnTo>
                    <a:pt x="1321213" y="2036255"/>
                  </a:lnTo>
                  <a:lnTo>
                    <a:pt x="1323023" y="2035397"/>
                  </a:lnTo>
                  <a:lnTo>
                    <a:pt x="1328357" y="2034921"/>
                  </a:lnTo>
                  <a:lnTo>
                    <a:pt x="1330357" y="2034350"/>
                  </a:lnTo>
                  <a:lnTo>
                    <a:pt x="1330928" y="2033969"/>
                  </a:lnTo>
                  <a:lnTo>
                    <a:pt x="1331024" y="2034064"/>
                  </a:lnTo>
                  <a:lnTo>
                    <a:pt x="1331405" y="2035683"/>
                  </a:lnTo>
                  <a:lnTo>
                    <a:pt x="1330452" y="2037398"/>
                  </a:lnTo>
                  <a:lnTo>
                    <a:pt x="1325689" y="2040636"/>
                  </a:lnTo>
                  <a:lnTo>
                    <a:pt x="1323118" y="2042827"/>
                  </a:lnTo>
                  <a:lnTo>
                    <a:pt x="1322165" y="2043208"/>
                  </a:lnTo>
                  <a:lnTo>
                    <a:pt x="1321118" y="2043494"/>
                  </a:lnTo>
                  <a:lnTo>
                    <a:pt x="1320260" y="2043875"/>
                  </a:lnTo>
                  <a:lnTo>
                    <a:pt x="1320070" y="2044351"/>
                  </a:lnTo>
                  <a:lnTo>
                    <a:pt x="1320451" y="2044827"/>
                  </a:lnTo>
                  <a:lnTo>
                    <a:pt x="1320927" y="2045780"/>
                  </a:lnTo>
                  <a:lnTo>
                    <a:pt x="1320832" y="2046256"/>
                  </a:lnTo>
                  <a:lnTo>
                    <a:pt x="1320451" y="2047685"/>
                  </a:lnTo>
                  <a:lnTo>
                    <a:pt x="1320451" y="2048447"/>
                  </a:lnTo>
                  <a:lnTo>
                    <a:pt x="1320832" y="2052638"/>
                  </a:lnTo>
                  <a:lnTo>
                    <a:pt x="1320641" y="2053114"/>
                  </a:lnTo>
                  <a:lnTo>
                    <a:pt x="1320356" y="2053400"/>
                  </a:lnTo>
                  <a:lnTo>
                    <a:pt x="1320356" y="2053781"/>
                  </a:lnTo>
                  <a:lnTo>
                    <a:pt x="1321022" y="2054352"/>
                  </a:lnTo>
                  <a:lnTo>
                    <a:pt x="1321499" y="2054543"/>
                  </a:lnTo>
                  <a:lnTo>
                    <a:pt x="1322737" y="2054543"/>
                  </a:lnTo>
                  <a:lnTo>
                    <a:pt x="1324356" y="2055114"/>
                  </a:lnTo>
                  <a:lnTo>
                    <a:pt x="1326452" y="2055495"/>
                  </a:lnTo>
                  <a:lnTo>
                    <a:pt x="1327214" y="2056162"/>
                  </a:lnTo>
                  <a:lnTo>
                    <a:pt x="1327499" y="2057019"/>
                  </a:lnTo>
                  <a:lnTo>
                    <a:pt x="1327595" y="2059877"/>
                  </a:lnTo>
                  <a:lnTo>
                    <a:pt x="1327976" y="2060829"/>
                  </a:lnTo>
                  <a:lnTo>
                    <a:pt x="1330166" y="2064353"/>
                  </a:lnTo>
                  <a:lnTo>
                    <a:pt x="1330547" y="2064639"/>
                  </a:lnTo>
                  <a:lnTo>
                    <a:pt x="1330643" y="2064925"/>
                  </a:lnTo>
                  <a:lnTo>
                    <a:pt x="1330262" y="2065687"/>
                  </a:lnTo>
                  <a:lnTo>
                    <a:pt x="1329881" y="2066068"/>
                  </a:lnTo>
                  <a:lnTo>
                    <a:pt x="1327404" y="2067592"/>
                  </a:lnTo>
                  <a:lnTo>
                    <a:pt x="1326737" y="2068259"/>
                  </a:lnTo>
                  <a:lnTo>
                    <a:pt x="1326547" y="2069021"/>
                  </a:lnTo>
                  <a:lnTo>
                    <a:pt x="1327595" y="2071973"/>
                  </a:lnTo>
                  <a:lnTo>
                    <a:pt x="1328071" y="2072354"/>
                  </a:lnTo>
                  <a:lnTo>
                    <a:pt x="1329119" y="2071973"/>
                  </a:lnTo>
                  <a:lnTo>
                    <a:pt x="1330071" y="2071973"/>
                  </a:lnTo>
                  <a:lnTo>
                    <a:pt x="1330833" y="2072735"/>
                  </a:lnTo>
                  <a:lnTo>
                    <a:pt x="1331405" y="2073878"/>
                  </a:lnTo>
                  <a:lnTo>
                    <a:pt x="1332167" y="2076164"/>
                  </a:lnTo>
                  <a:lnTo>
                    <a:pt x="1332262" y="2077307"/>
                  </a:lnTo>
                  <a:lnTo>
                    <a:pt x="1332167" y="2078355"/>
                  </a:lnTo>
                  <a:lnTo>
                    <a:pt x="1331690" y="2079403"/>
                  </a:lnTo>
                  <a:lnTo>
                    <a:pt x="1331309" y="2079689"/>
                  </a:lnTo>
                  <a:lnTo>
                    <a:pt x="1330738" y="2079879"/>
                  </a:lnTo>
                  <a:lnTo>
                    <a:pt x="1330262" y="2080165"/>
                  </a:lnTo>
                  <a:lnTo>
                    <a:pt x="1330262" y="2080736"/>
                  </a:lnTo>
                  <a:lnTo>
                    <a:pt x="1330643" y="2080831"/>
                  </a:lnTo>
                  <a:lnTo>
                    <a:pt x="1332548" y="2080736"/>
                  </a:lnTo>
                  <a:lnTo>
                    <a:pt x="1333310" y="2082165"/>
                  </a:lnTo>
                  <a:lnTo>
                    <a:pt x="1330643" y="2087023"/>
                  </a:lnTo>
                  <a:lnTo>
                    <a:pt x="1330547" y="2088928"/>
                  </a:lnTo>
                  <a:lnTo>
                    <a:pt x="1334453" y="2089309"/>
                  </a:lnTo>
                  <a:lnTo>
                    <a:pt x="1336453" y="2089880"/>
                  </a:lnTo>
                  <a:lnTo>
                    <a:pt x="1337501" y="2089976"/>
                  </a:lnTo>
                  <a:lnTo>
                    <a:pt x="1338453" y="2089880"/>
                  </a:lnTo>
                  <a:lnTo>
                    <a:pt x="1339310" y="2089976"/>
                  </a:lnTo>
                  <a:lnTo>
                    <a:pt x="1339691" y="2090738"/>
                  </a:lnTo>
                  <a:lnTo>
                    <a:pt x="1339977" y="2091881"/>
                  </a:lnTo>
                  <a:lnTo>
                    <a:pt x="1340834" y="2092928"/>
                  </a:lnTo>
                  <a:lnTo>
                    <a:pt x="1341882" y="2093405"/>
                  </a:lnTo>
                  <a:lnTo>
                    <a:pt x="1342835" y="2093405"/>
                  </a:lnTo>
                  <a:lnTo>
                    <a:pt x="1344835" y="2093119"/>
                  </a:lnTo>
                  <a:lnTo>
                    <a:pt x="1345311" y="2093214"/>
                  </a:lnTo>
                  <a:lnTo>
                    <a:pt x="1346645" y="2093595"/>
                  </a:lnTo>
                  <a:lnTo>
                    <a:pt x="1347407" y="2093690"/>
                  </a:lnTo>
                  <a:lnTo>
                    <a:pt x="1347597" y="2093786"/>
                  </a:lnTo>
                  <a:lnTo>
                    <a:pt x="1347693" y="2093786"/>
                  </a:lnTo>
                  <a:lnTo>
                    <a:pt x="1348169" y="2093690"/>
                  </a:lnTo>
                  <a:lnTo>
                    <a:pt x="1348454" y="2093881"/>
                  </a:lnTo>
                  <a:lnTo>
                    <a:pt x="1348454" y="2094929"/>
                  </a:lnTo>
                  <a:lnTo>
                    <a:pt x="1348550" y="2095310"/>
                  </a:lnTo>
                  <a:lnTo>
                    <a:pt x="1348931" y="2095595"/>
                  </a:lnTo>
                  <a:lnTo>
                    <a:pt x="1349312" y="2095881"/>
                  </a:lnTo>
                  <a:lnTo>
                    <a:pt x="1349788" y="2095881"/>
                  </a:lnTo>
                  <a:lnTo>
                    <a:pt x="1350359" y="2095595"/>
                  </a:lnTo>
                  <a:lnTo>
                    <a:pt x="1351502" y="2094643"/>
                  </a:lnTo>
                  <a:lnTo>
                    <a:pt x="1351979" y="2094357"/>
                  </a:lnTo>
                  <a:lnTo>
                    <a:pt x="1352931" y="2094071"/>
                  </a:lnTo>
                  <a:lnTo>
                    <a:pt x="1353407" y="2093595"/>
                  </a:lnTo>
                  <a:lnTo>
                    <a:pt x="1353788" y="2092738"/>
                  </a:lnTo>
                  <a:lnTo>
                    <a:pt x="1354455" y="2091976"/>
                  </a:lnTo>
                  <a:lnTo>
                    <a:pt x="1355503" y="2091785"/>
                  </a:lnTo>
                  <a:lnTo>
                    <a:pt x="1356360" y="2092357"/>
                  </a:lnTo>
                  <a:lnTo>
                    <a:pt x="1357979" y="2094452"/>
                  </a:lnTo>
                  <a:lnTo>
                    <a:pt x="1359122" y="2095214"/>
                  </a:lnTo>
                  <a:lnTo>
                    <a:pt x="1363028" y="2095310"/>
                  </a:lnTo>
                  <a:lnTo>
                    <a:pt x="1363789" y="2095786"/>
                  </a:lnTo>
                  <a:lnTo>
                    <a:pt x="1363885" y="2096548"/>
                  </a:lnTo>
                  <a:lnTo>
                    <a:pt x="1363694" y="2097405"/>
                  </a:lnTo>
                  <a:lnTo>
                    <a:pt x="1363599" y="2098358"/>
                  </a:lnTo>
                  <a:lnTo>
                    <a:pt x="1364076" y="2099310"/>
                  </a:lnTo>
                  <a:lnTo>
                    <a:pt x="1365980" y="2101882"/>
                  </a:lnTo>
                  <a:lnTo>
                    <a:pt x="1366171" y="2103215"/>
                  </a:lnTo>
                  <a:lnTo>
                    <a:pt x="1364933" y="2104168"/>
                  </a:lnTo>
                  <a:lnTo>
                    <a:pt x="1363313" y="2104073"/>
                  </a:lnTo>
                  <a:lnTo>
                    <a:pt x="1360456" y="2102549"/>
                  </a:lnTo>
                  <a:lnTo>
                    <a:pt x="1359599" y="2102930"/>
                  </a:lnTo>
                  <a:lnTo>
                    <a:pt x="1359503" y="2103596"/>
                  </a:lnTo>
                  <a:lnTo>
                    <a:pt x="1359789" y="2106168"/>
                  </a:lnTo>
                  <a:lnTo>
                    <a:pt x="1359694" y="2107121"/>
                  </a:lnTo>
                  <a:lnTo>
                    <a:pt x="1359122" y="2107978"/>
                  </a:lnTo>
                  <a:lnTo>
                    <a:pt x="1357789" y="2109597"/>
                  </a:lnTo>
                  <a:lnTo>
                    <a:pt x="1356741" y="2111788"/>
                  </a:lnTo>
                  <a:lnTo>
                    <a:pt x="1356265" y="2112169"/>
                  </a:lnTo>
                  <a:lnTo>
                    <a:pt x="1355598" y="2112359"/>
                  </a:lnTo>
                  <a:lnTo>
                    <a:pt x="1355027" y="2112645"/>
                  </a:lnTo>
                  <a:lnTo>
                    <a:pt x="1354455" y="2113026"/>
                  </a:lnTo>
                  <a:lnTo>
                    <a:pt x="1353979" y="2113502"/>
                  </a:lnTo>
                  <a:lnTo>
                    <a:pt x="1353979" y="2114931"/>
                  </a:lnTo>
                  <a:lnTo>
                    <a:pt x="1356455" y="2121218"/>
                  </a:lnTo>
                  <a:lnTo>
                    <a:pt x="1356551" y="2122456"/>
                  </a:lnTo>
                  <a:lnTo>
                    <a:pt x="1355979" y="2124361"/>
                  </a:lnTo>
                  <a:lnTo>
                    <a:pt x="1355789" y="2125504"/>
                  </a:lnTo>
                  <a:lnTo>
                    <a:pt x="1355884" y="2126075"/>
                  </a:lnTo>
                  <a:lnTo>
                    <a:pt x="1356360" y="2127028"/>
                  </a:lnTo>
                  <a:lnTo>
                    <a:pt x="1356455" y="2127599"/>
                  </a:lnTo>
                  <a:lnTo>
                    <a:pt x="1356265" y="2128266"/>
                  </a:lnTo>
                  <a:lnTo>
                    <a:pt x="1355789" y="2128933"/>
                  </a:lnTo>
                  <a:lnTo>
                    <a:pt x="1352550" y="2132362"/>
                  </a:lnTo>
                  <a:lnTo>
                    <a:pt x="1350455" y="2133410"/>
                  </a:lnTo>
                  <a:lnTo>
                    <a:pt x="1350169" y="2134172"/>
                  </a:lnTo>
                  <a:lnTo>
                    <a:pt x="1350359" y="2134553"/>
                  </a:lnTo>
                  <a:lnTo>
                    <a:pt x="1350645" y="2134934"/>
                  </a:lnTo>
                  <a:lnTo>
                    <a:pt x="1350740" y="2135600"/>
                  </a:lnTo>
                  <a:lnTo>
                    <a:pt x="1350455" y="2136267"/>
                  </a:lnTo>
                  <a:lnTo>
                    <a:pt x="1349502" y="2137410"/>
                  </a:lnTo>
                  <a:lnTo>
                    <a:pt x="1349121" y="2138077"/>
                  </a:lnTo>
                  <a:lnTo>
                    <a:pt x="1348454" y="2140839"/>
                  </a:lnTo>
                  <a:lnTo>
                    <a:pt x="1348073" y="2141696"/>
                  </a:lnTo>
                  <a:lnTo>
                    <a:pt x="1346359" y="2143982"/>
                  </a:lnTo>
                  <a:lnTo>
                    <a:pt x="1345978" y="2145125"/>
                  </a:lnTo>
                  <a:lnTo>
                    <a:pt x="1346835" y="2145983"/>
                  </a:lnTo>
                  <a:lnTo>
                    <a:pt x="1345216" y="2146840"/>
                  </a:lnTo>
                  <a:lnTo>
                    <a:pt x="1346359" y="2148078"/>
                  </a:lnTo>
                  <a:lnTo>
                    <a:pt x="1348740" y="2149221"/>
                  </a:lnTo>
                  <a:lnTo>
                    <a:pt x="1350836" y="2149793"/>
                  </a:lnTo>
                  <a:lnTo>
                    <a:pt x="1354931" y="2150174"/>
                  </a:lnTo>
                  <a:lnTo>
                    <a:pt x="1356741" y="2149983"/>
                  </a:lnTo>
                  <a:lnTo>
                    <a:pt x="1359884" y="2148650"/>
                  </a:lnTo>
                  <a:lnTo>
                    <a:pt x="1360646" y="2148554"/>
                  </a:lnTo>
                  <a:lnTo>
                    <a:pt x="1363409" y="2149697"/>
                  </a:lnTo>
                  <a:lnTo>
                    <a:pt x="1364171" y="2149793"/>
                  </a:lnTo>
                  <a:lnTo>
                    <a:pt x="1365980" y="2149602"/>
                  </a:lnTo>
                  <a:lnTo>
                    <a:pt x="1370933" y="2150840"/>
                  </a:lnTo>
                  <a:lnTo>
                    <a:pt x="1371410" y="2151126"/>
                  </a:lnTo>
                  <a:lnTo>
                    <a:pt x="1371791" y="2151602"/>
                  </a:lnTo>
                  <a:lnTo>
                    <a:pt x="1372267" y="2152555"/>
                  </a:lnTo>
                  <a:lnTo>
                    <a:pt x="1372553" y="2152841"/>
                  </a:lnTo>
                  <a:lnTo>
                    <a:pt x="1373601" y="2153412"/>
                  </a:lnTo>
                  <a:lnTo>
                    <a:pt x="1374077" y="2152936"/>
                  </a:lnTo>
                  <a:lnTo>
                    <a:pt x="1374648" y="2152174"/>
                  </a:lnTo>
                  <a:lnTo>
                    <a:pt x="1375696" y="2151602"/>
                  </a:lnTo>
                  <a:lnTo>
                    <a:pt x="1376553" y="2151793"/>
                  </a:lnTo>
                  <a:lnTo>
                    <a:pt x="1379792" y="2153412"/>
                  </a:lnTo>
                  <a:lnTo>
                    <a:pt x="1380173" y="2153793"/>
                  </a:lnTo>
                  <a:lnTo>
                    <a:pt x="1380458" y="2154269"/>
                  </a:lnTo>
                  <a:lnTo>
                    <a:pt x="1380839" y="2154555"/>
                  </a:lnTo>
                  <a:lnTo>
                    <a:pt x="1381506" y="2154460"/>
                  </a:lnTo>
                  <a:lnTo>
                    <a:pt x="1381887" y="2154079"/>
                  </a:lnTo>
                  <a:lnTo>
                    <a:pt x="1381887" y="2152936"/>
                  </a:lnTo>
                  <a:lnTo>
                    <a:pt x="1382173" y="2152460"/>
                  </a:lnTo>
                  <a:lnTo>
                    <a:pt x="1383221" y="2152269"/>
                  </a:lnTo>
                  <a:lnTo>
                    <a:pt x="1387221" y="2152936"/>
                  </a:lnTo>
                  <a:lnTo>
                    <a:pt x="1386840" y="2153698"/>
                  </a:lnTo>
                  <a:lnTo>
                    <a:pt x="1386840" y="2154460"/>
                  </a:lnTo>
                  <a:lnTo>
                    <a:pt x="1387126" y="2155222"/>
                  </a:lnTo>
                  <a:lnTo>
                    <a:pt x="1387697" y="2155793"/>
                  </a:lnTo>
                  <a:lnTo>
                    <a:pt x="1388459" y="2157603"/>
                  </a:lnTo>
                  <a:lnTo>
                    <a:pt x="1387888" y="2159794"/>
                  </a:lnTo>
                  <a:lnTo>
                    <a:pt x="1386078" y="2163890"/>
                  </a:lnTo>
                  <a:lnTo>
                    <a:pt x="1385983" y="2165128"/>
                  </a:lnTo>
                  <a:lnTo>
                    <a:pt x="1386173" y="2166080"/>
                  </a:lnTo>
                  <a:lnTo>
                    <a:pt x="1387031" y="2168081"/>
                  </a:lnTo>
                  <a:lnTo>
                    <a:pt x="1387602" y="2171224"/>
                  </a:lnTo>
                  <a:lnTo>
                    <a:pt x="1388174" y="2172176"/>
                  </a:lnTo>
                  <a:lnTo>
                    <a:pt x="1390079" y="2173224"/>
                  </a:lnTo>
                  <a:lnTo>
                    <a:pt x="1394555" y="2173319"/>
                  </a:lnTo>
                  <a:lnTo>
                    <a:pt x="1396556" y="2173891"/>
                  </a:lnTo>
                  <a:lnTo>
                    <a:pt x="1397318" y="2174558"/>
                  </a:lnTo>
                  <a:lnTo>
                    <a:pt x="1397699" y="2174939"/>
                  </a:lnTo>
                  <a:lnTo>
                    <a:pt x="1397889" y="2175224"/>
                  </a:lnTo>
                  <a:lnTo>
                    <a:pt x="1397794" y="2175701"/>
                  </a:lnTo>
                  <a:lnTo>
                    <a:pt x="1397413" y="2175891"/>
                  </a:lnTo>
                  <a:lnTo>
                    <a:pt x="1396841" y="2175986"/>
                  </a:lnTo>
                  <a:lnTo>
                    <a:pt x="1396270" y="2176272"/>
                  </a:lnTo>
                  <a:lnTo>
                    <a:pt x="1395603" y="2177034"/>
                  </a:lnTo>
                  <a:lnTo>
                    <a:pt x="1395127" y="2177987"/>
                  </a:lnTo>
                  <a:lnTo>
                    <a:pt x="1394841" y="2178939"/>
                  </a:lnTo>
                  <a:lnTo>
                    <a:pt x="1394651" y="2179701"/>
                  </a:lnTo>
                  <a:lnTo>
                    <a:pt x="1394651" y="2180654"/>
                  </a:lnTo>
                  <a:lnTo>
                    <a:pt x="1394841" y="2181892"/>
                  </a:lnTo>
                  <a:lnTo>
                    <a:pt x="1395222" y="2183035"/>
                  </a:lnTo>
                  <a:lnTo>
                    <a:pt x="1395794" y="2183797"/>
                  </a:lnTo>
                  <a:lnTo>
                    <a:pt x="1396841" y="2184559"/>
                  </a:lnTo>
                  <a:lnTo>
                    <a:pt x="1398651" y="2187131"/>
                  </a:lnTo>
                  <a:lnTo>
                    <a:pt x="1399985" y="2187607"/>
                  </a:lnTo>
                  <a:lnTo>
                    <a:pt x="1400556" y="2187321"/>
                  </a:lnTo>
                  <a:lnTo>
                    <a:pt x="1402271" y="2185988"/>
                  </a:lnTo>
                  <a:lnTo>
                    <a:pt x="1403033" y="2185607"/>
                  </a:lnTo>
                  <a:lnTo>
                    <a:pt x="1404652" y="2185035"/>
                  </a:lnTo>
                  <a:lnTo>
                    <a:pt x="1405414" y="2184559"/>
                  </a:lnTo>
                  <a:lnTo>
                    <a:pt x="1406081" y="2183892"/>
                  </a:lnTo>
                  <a:lnTo>
                    <a:pt x="1406081" y="2183892"/>
                  </a:lnTo>
                  <a:lnTo>
                    <a:pt x="1406081" y="2183892"/>
                  </a:lnTo>
                  <a:lnTo>
                    <a:pt x="1406081" y="2183892"/>
                  </a:lnTo>
                  <a:lnTo>
                    <a:pt x="1406747" y="2182940"/>
                  </a:lnTo>
                  <a:lnTo>
                    <a:pt x="1407414" y="2182273"/>
                  </a:lnTo>
                  <a:lnTo>
                    <a:pt x="1408176" y="2181892"/>
                  </a:lnTo>
                  <a:lnTo>
                    <a:pt x="1409319" y="2181797"/>
                  </a:lnTo>
                  <a:lnTo>
                    <a:pt x="1410367" y="2181987"/>
                  </a:lnTo>
                  <a:lnTo>
                    <a:pt x="1411224" y="2182463"/>
                  </a:lnTo>
                  <a:lnTo>
                    <a:pt x="1412843" y="2183797"/>
                  </a:lnTo>
                  <a:lnTo>
                    <a:pt x="1413129" y="2184749"/>
                  </a:lnTo>
                  <a:lnTo>
                    <a:pt x="1413605" y="2185607"/>
                  </a:lnTo>
                  <a:lnTo>
                    <a:pt x="1414272" y="2186083"/>
                  </a:lnTo>
                  <a:lnTo>
                    <a:pt x="1415225" y="2185988"/>
                  </a:lnTo>
                  <a:lnTo>
                    <a:pt x="1416463" y="2185702"/>
                  </a:lnTo>
                  <a:lnTo>
                    <a:pt x="1419035" y="2186178"/>
                  </a:lnTo>
                  <a:lnTo>
                    <a:pt x="1420368" y="2186083"/>
                  </a:lnTo>
                  <a:lnTo>
                    <a:pt x="1423035" y="2185321"/>
                  </a:lnTo>
                  <a:lnTo>
                    <a:pt x="1424273" y="2184749"/>
                  </a:lnTo>
                  <a:lnTo>
                    <a:pt x="1425131" y="2183892"/>
                  </a:lnTo>
                  <a:lnTo>
                    <a:pt x="1425131" y="2183892"/>
                  </a:lnTo>
                  <a:lnTo>
                    <a:pt x="1425131" y="2183892"/>
                  </a:lnTo>
                  <a:lnTo>
                    <a:pt x="1425131" y="2183892"/>
                  </a:lnTo>
                  <a:lnTo>
                    <a:pt x="1427321" y="2182749"/>
                  </a:lnTo>
                  <a:lnTo>
                    <a:pt x="1430084" y="2179701"/>
                  </a:lnTo>
                  <a:lnTo>
                    <a:pt x="1432179" y="2176558"/>
                  </a:lnTo>
                  <a:lnTo>
                    <a:pt x="1434179" y="2174748"/>
                  </a:lnTo>
                  <a:lnTo>
                    <a:pt x="1436465" y="2173605"/>
                  </a:lnTo>
                  <a:lnTo>
                    <a:pt x="1441609" y="2172081"/>
                  </a:lnTo>
                  <a:lnTo>
                    <a:pt x="1442561" y="2171700"/>
                  </a:lnTo>
                  <a:lnTo>
                    <a:pt x="1445228" y="2169795"/>
                  </a:lnTo>
                  <a:lnTo>
                    <a:pt x="1445895" y="2169319"/>
                  </a:lnTo>
                  <a:lnTo>
                    <a:pt x="1446562" y="2168938"/>
                  </a:lnTo>
                  <a:lnTo>
                    <a:pt x="1447324" y="2168652"/>
                  </a:lnTo>
                  <a:lnTo>
                    <a:pt x="1449229" y="2169033"/>
                  </a:lnTo>
                  <a:lnTo>
                    <a:pt x="1449514" y="2169890"/>
                  </a:lnTo>
                  <a:lnTo>
                    <a:pt x="1449705" y="2172653"/>
                  </a:lnTo>
                  <a:lnTo>
                    <a:pt x="1450181" y="2173224"/>
                  </a:lnTo>
                  <a:lnTo>
                    <a:pt x="1450848" y="2173700"/>
                  </a:lnTo>
                  <a:lnTo>
                    <a:pt x="1451515" y="2174748"/>
                  </a:lnTo>
                  <a:lnTo>
                    <a:pt x="1451896" y="2175891"/>
                  </a:lnTo>
                  <a:lnTo>
                    <a:pt x="1451801" y="2176748"/>
                  </a:lnTo>
                  <a:lnTo>
                    <a:pt x="1452182" y="2177415"/>
                  </a:lnTo>
                  <a:lnTo>
                    <a:pt x="1451896" y="2178082"/>
                  </a:lnTo>
                  <a:lnTo>
                    <a:pt x="1451420" y="2178844"/>
                  </a:lnTo>
                  <a:lnTo>
                    <a:pt x="1451229" y="2179892"/>
                  </a:lnTo>
                  <a:lnTo>
                    <a:pt x="1451515" y="2180749"/>
                  </a:lnTo>
                  <a:lnTo>
                    <a:pt x="1452372" y="2180844"/>
                  </a:lnTo>
                  <a:lnTo>
                    <a:pt x="1453039" y="2181797"/>
                  </a:lnTo>
                  <a:lnTo>
                    <a:pt x="1453134" y="2183416"/>
                  </a:lnTo>
                  <a:lnTo>
                    <a:pt x="1452086" y="2187988"/>
                  </a:lnTo>
                  <a:lnTo>
                    <a:pt x="1452277" y="2189226"/>
                  </a:lnTo>
                  <a:lnTo>
                    <a:pt x="1452658" y="2189512"/>
                  </a:lnTo>
                  <a:lnTo>
                    <a:pt x="1454182" y="2190369"/>
                  </a:lnTo>
                  <a:lnTo>
                    <a:pt x="1455134" y="2191036"/>
                  </a:lnTo>
                  <a:lnTo>
                    <a:pt x="1455325" y="2191036"/>
                  </a:lnTo>
                  <a:lnTo>
                    <a:pt x="1455420" y="2191036"/>
                  </a:lnTo>
                  <a:lnTo>
                    <a:pt x="1455515" y="2191512"/>
                  </a:lnTo>
                  <a:lnTo>
                    <a:pt x="1454849" y="2193131"/>
                  </a:lnTo>
                  <a:lnTo>
                    <a:pt x="1454087" y="2194274"/>
                  </a:lnTo>
                  <a:lnTo>
                    <a:pt x="1454182" y="2194655"/>
                  </a:lnTo>
                  <a:lnTo>
                    <a:pt x="1454658" y="2195132"/>
                  </a:lnTo>
                  <a:lnTo>
                    <a:pt x="1454753" y="2195322"/>
                  </a:lnTo>
                  <a:lnTo>
                    <a:pt x="1454658" y="2196084"/>
                  </a:lnTo>
                  <a:lnTo>
                    <a:pt x="1454087" y="2198180"/>
                  </a:lnTo>
                  <a:lnTo>
                    <a:pt x="1454658" y="2198846"/>
                  </a:lnTo>
                  <a:lnTo>
                    <a:pt x="1455420" y="2200370"/>
                  </a:lnTo>
                  <a:lnTo>
                    <a:pt x="1455896" y="2201132"/>
                  </a:lnTo>
                  <a:lnTo>
                    <a:pt x="1456658" y="2201894"/>
                  </a:lnTo>
                  <a:lnTo>
                    <a:pt x="1457516" y="2202180"/>
                  </a:lnTo>
                  <a:lnTo>
                    <a:pt x="1458468" y="2202085"/>
                  </a:lnTo>
                  <a:lnTo>
                    <a:pt x="1459611" y="2201609"/>
                  </a:lnTo>
                  <a:lnTo>
                    <a:pt x="1462183" y="2199894"/>
                  </a:lnTo>
                  <a:lnTo>
                    <a:pt x="1463231" y="2199513"/>
                  </a:lnTo>
                  <a:lnTo>
                    <a:pt x="1469231" y="2198370"/>
                  </a:lnTo>
                  <a:lnTo>
                    <a:pt x="1470374" y="2198370"/>
                  </a:lnTo>
                  <a:lnTo>
                    <a:pt x="1471518" y="2198561"/>
                  </a:lnTo>
                  <a:lnTo>
                    <a:pt x="1473327" y="2199132"/>
                  </a:lnTo>
                  <a:lnTo>
                    <a:pt x="1473708" y="2199132"/>
                  </a:lnTo>
                  <a:lnTo>
                    <a:pt x="1473899" y="2199323"/>
                  </a:lnTo>
                  <a:lnTo>
                    <a:pt x="1474089" y="2199989"/>
                  </a:lnTo>
                  <a:lnTo>
                    <a:pt x="1473994" y="2200466"/>
                  </a:lnTo>
                  <a:lnTo>
                    <a:pt x="1473708" y="2201037"/>
                  </a:lnTo>
                  <a:lnTo>
                    <a:pt x="1473518" y="2201609"/>
                  </a:lnTo>
                  <a:lnTo>
                    <a:pt x="1473708" y="2202180"/>
                  </a:lnTo>
                  <a:lnTo>
                    <a:pt x="1474470" y="2202275"/>
                  </a:lnTo>
                  <a:lnTo>
                    <a:pt x="1476566" y="2201418"/>
                  </a:lnTo>
                  <a:lnTo>
                    <a:pt x="1477613" y="2201418"/>
                  </a:lnTo>
                  <a:lnTo>
                    <a:pt x="1478376" y="2202085"/>
                  </a:lnTo>
                  <a:lnTo>
                    <a:pt x="1479328" y="2203799"/>
                  </a:lnTo>
                  <a:lnTo>
                    <a:pt x="1480185" y="2204371"/>
                  </a:lnTo>
                  <a:lnTo>
                    <a:pt x="1480947" y="2204371"/>
                  </a:lnTo>
                  <a:lnTo>
                    <a:pt x="1481995" y="2204180"/>
                  </a:lnTo>
                  <a:lnTo>
                    <a:pt x="1482947" y="2203895"/>
                  </a:lnTo>
                  <a:lnTo>
                    <a:pt x="1483519" y="2203514"/>
                  </a:lnTo>
                  <a:lnTo>
                    <a:pt x="1483614" y="2202942"/>
                  </a:lnTo>
                  <a:lnTo>
                    <a:pt x="1483709" y="2202371"/>
                  </a:lnTo>
                  <a:lnTo>
                    <a:pt x="1483328" y="2201609"/>
                  </a:lnTo>
                  <a:lnTo>
                    <a:pt x="1483138" y="2200942"/>
                  </a:lnTo>
                  <a:lnTo>
                    <a:pt x="1483900" y="2200275"/>
                  </a:lnTo>
                  <a:lnTo>
                    <a:pt x="1485043" y="2200561"/>
                  </a:lnTo>
                  <a:lnTo>
                    <a:pt x="1485519" y="2200466"/>
                  </a:lnTo>
                  <a:lnTo>
                    <a:pt x="1485900" y="2200180"/>
                  </a:lnTo>
                  <a:lnTo>
                    <a:pt x="1486186" y="2199799"/>
                  </a:lnTo>
                  <a:lnTo>
                    <a:pt x="1486281" y="2199513"/>
                  </a:lnTo>
                  <a:lnTo>
                    <a:pt x="1486376" y="2199323"/>
                  </a:lnTo>
                  <a:lnTo>
                    <a:pt x="1486376" y="2198751"/>
                  </a:lnTo>
                  <a:lnTo>
                    <a:pt x="1486186" y="2197989"/>
                  </a:lnTo>
                  <a:lnTo>
                    <a:pt x="1485805" y="2197418"/>
                  </a:lnTo>
                  <a:lnTo>
                    <a:pt x="1485233" y="2196941"/>
                  </a:lnTo>
                  <a:lnTo>
                    <a:pt x="1484567" y="2196560"/>
                  </a:lnTo>
                  <a:lnTo>
                    <a:pt x="1481804" y="2195513"/>
                  </a:lnTo>
                  <a:lnTo>
                    <a:pt x="1481043" y="2194846"/>
                  </a:lnTo>
                  <a:lnTo>
                    <a:pt x="1480661" y="2193893"/>
                  </a:lnTo>
                  <a:lnTo>
                    <a:pt x="1480661" y="2192941"/>
                  </a:lnTo>
                  <a:lnTo>
                    <a:pt x="1481233" y="2190845"/>
                  </a:lnTo>
                  <a:lnTo>
                    <a:pt x="1481423" y="2185321"/>
                  </a:lnTo>
                  <a:lnTo>
                    <a:pt x="1482185" y="2184083"/>
                  </a:lnTo>
                  <a:lnTo>
                    <a:pt x="1482376" y="2183035"/>
                  </a:lnTo>
                  <a:lnTo>
                    <a:pt x="1481709" y="2180749"/>
                  </a:lnTo>
                  <a:lnTo>
                    <a:pt x="1481804" y="2179796"/>
                  </a:lnTo>
                  <a:lnTo>
                    <a:pt x="1482566" y="2179320"/>
                  </a:lnTo>
                  <a:lnTo>
                    <a:pt x="1483709" y="2179130"/>
                  </a:lnTo>
                  <a:lnTo>
                    <a:pt x="1484852" y="2178844"/>
                  </a:lnTo>
                  <a:lnTo>
                    <a:pt x="1485519" y="2177796"/>
                  </a:lnTo>
                  <a:lnTo>
                    <a:pt x="1485424" y="2176653"/>
                  </a:lnTo>
                  <a:lnTo>
                    <a:pt x="1484662" y="2176177"/>
                  </a:lnTo>
                  <a:lnTo>
                    <a:pt x="1483709" y="2175891"/>
                  </a:lnTo>
                  <a:lnTo>
                    <a:pt x="1482947" y="2175320"/>
                  </a:lnTo>
                  <a:lnTo>
                    <a:pt x="1482757" y="2174748"/>
                  </a:lnTo>
                  <a:lnTo>
                    <a:pt x="1482947" y="2173605"/>
                  </a:lnTo>
                  <a:lnTo>
                    <a:pt x="1482947" y="2173034"/>
                  </a:lnTo>
                  <a:lnTo>
                    <a:pt x="1482662" y="2172557"/>
                  </a:lnTo>
                  <a:lnTo>
                    <a:pt x="1481804" y="2171795"/>
                  </a:lnTo>
                  <a:lnTo>
                    <a:pt x="1481614" y="2171414"/>
                  </a:lnTo>
                  <a:lnTo>
                    <a:pt x="1481614" y="2170557"/>
                  </a:lnTo>
                  <a:lnTo>
                    <a:pt x="1481804" y="2169509"/>
                  </a:lnTo>
                  <a:lnTo>
                    <a:pt x="1482852" y="2166366"/>
                  </a:lnTo>
                  <a:lnTo>
                    <a:pt x="1482852" y="2165795"/>
                  </a:lnTo>
                  <a:lnTo>
                    <a:pt x="1481519" y="2164556"/>
                  </a:lnTo>
                  <a:lnTo>
                    <a:pt x="1481233" y="2164175"/>
                  </a:lnTo>
                  <a:lnTo>
                    <a:pt x="1480566" y="2162747"/>
                  </a:lnTo>
                  <a:lnTo>
                    <a:pt x="1479328" y="2161127"/>
                  </a:lnTo>
                  <a:lnTo>
                    <a:pt x="1479137" y="2160651"/>
                  </a:lnTo>
                  <a:lnTo>
                    <a:pt x="1479137" y="2160175"/>
                  </a:lnTo>
                  <a:lnTo>
                    <a:pt x="1479042" y="2159699"/>
                  </a:lnTo>
                  <a:lnTo>
                    <a:pt x="1478661" y="2159222"/>
                  </a:lnTo>
                  <a:lnTo>
                    <a:pt x="1476756" y="2158651"/>
                  </a:lnTo>
                  <a:lnTo>
                    <a:pt x="1475613" y="2157889"/>
                  </a:lnTo>
                  <a:lnTo>
                    <a:pt x="1475137" y="2157127"/>
                  </a:lnTo>
                  <a:lnTo>
                    <a:pt x="1474756" y="2154841"/>
                  </a:lnTo>
                  <a:lnTo>
                    <a:pt x="1474280" y="2153698"/>
                  </a:lnTo>
                  <a:lnTo>
                    <a:pt x="1472851" y="2151317"/>
                  </a:lnTo>
                  <a:lnTo>
                    <a:pt x="1472375" y="2150174"/>
                  </a:lnTo>
                  <a:lnTo>
                    <a:pt x="1472375" y="2148935"/>
                  </a:lnTo>
                  <a:lnTo>
                    <a:pt x="1472756" y="2147983"/>
                  </a:lnTo>
                  <a:lnTo>
                    <a:pt x="1473041" y="2146935"/>
                  </a:lnTo>
                  <a:lnTo>
                    <a:pt x="1472756" y="2145411"/>
                  </a:lnTo>
                  <a:lnTo>
                    <a:pt x="1472089" y="2144459"/>
                  </a:lnTo>
                  <a:lnTo>
                    <a:pt x="1470470" y="2142458"/>
                  </a:lnTo>
                  <a:lnTo>
                    <a:pt x="1470374" y="2141506"/>
                  </a:lnTo>
                  <a:lnTo>
                    <a:pt x="1471232" y="2140458"/>
                  </a:lnTo>
                  <a:lnTo>
                    <a:pt x="1471708" y="2139982"/>
                  </a:lnTo>
                  <a:lnTo>
                    <a:pt x="1472279" y="2139696"/>
                  </a:lnTo>
                  <a:lnTo>
                    <a:pt x="1472946" y="2139696"/>
                  </a:lnTo>
                  <a:lnTo>
                    <a:pt x="1473613" y="2139887"/>
                  </a:lnTo>
                  <a:lnTo>
                    <a:pt x="1474280" y="2139982"/>
                  </a:lnTo>
                  <a:lnTo>
                    <a:pt x="1474946" y="2139696"/>
                  </a:lnTo>
                  <a:lnTo>
                    <a:pt x="1475232" y="2139220"/>
                  </a:lnTo>
                  <a:lnTo>
                    <a:pt x="1475994" y="2136839"/>
                  </a:lnTo>
                  <a:lnTo>
                    <a:pt x="1476089" y="2135981"/>
                  </a:lnTo>
                  <a:lnTo>
                    <a:pt x="1476185" y="2135696"/>
                  </a:lnTo>
                  <a:lnTo>
                    <a:pt x="1477137" y="2134743"/>
                  </a:lnTo>
                  <a:lnTo>
                    <a:pt x="1477232" y="2134648"/>
                  </a:lnTo>
                  <a:lnTo>
                    <a:pt x="1477328" y="2133505"/>
                  </a:lnTo>
                  <a:lnTo>
                    <a:pt x="1477232" y="2132362"/>
                  </a:lnTo>
                  <a:lnTo>
                    <a:pt x="1477232" y="2131219"/>
                  </a:lnTo>
                  <a:lnTo>
                    <a:pt x="1477709" y="2129981"/>
                  </a:lnTo>
                  <a:lnTo>
                    <a:pt x="1478471" y="2129028"/>
                  </a:lnTo>
                  <a:lnTo>
                    <a:pt x="1479518" y="2128076"/>
                  </a:lnTo>
                  <a:lnTo>
                    <a:pt x="1480757" y="2127314"/>
                  </a:lnTo>
                  <a:lnTo>
                    <a:pt x="1482281" y="2127028"/>
                  </a:lnTo>
                  <a:lnTo>
                    <a:pt x="1482757" y="2127028"/>
                  </a:lnTo>
                  <a:lnTo>
                    <a:pt x="1482947" y="2127028"/>
                  </a:lnTo>
                  <a:lnTo>
                    <a:pt x="1484567" y="2128361"/>
                  </a:lnTo>
                  <a:lnTo>
                    <a:pt x="1486281" y="2132076"/>
                  </a:lnTo>
                  <a:lnTo>
                    <a:pt x="1487614" y="2133410"/>
                  </a:lnTo>
                  <a:lnTo>
                    <a:pt x="1488948" y="2133695"/>
                  </a:lnTo>
                  <a:lnTo>
                    <a:pt x="1489424" y="2132933"/>
                  </a:lnTo>
                  <a:lnTo>
                    <a:pt x="1489615" y="2131790"/>
                  </a:lnTo>
                  <a:lnTo>
                    <a:pt x="1490186" y="2130838"/>
                  </a:lnTo>
                  <a:lnTo>
                    <a:pt x="1491139" y="2130457"/>
                  </a:lnTo>
                  <a:lnTo>
                    <a:pt x="1493425" y="2130362"/>
                  </a:lnTo>
                  <a:lnTo>
                    <a:pt x="1494568" y="2129885"/>
                  </a:lnTo>
                  <a:lnTo>
                    <a:pt x="1495711" y="2129790"/>
                  </a:lnTo>
                  <a:lnTo>
                    <a:pt x="1496759" y="2129885"/>
                  </a:lnTo>
                  <a:lnTo>
                    <a:pt x="1499997" y="2130647"/>
                  </a:lnTo>
                  <a:lnTo>
                    <a:pt x="1500473" y="2130838"/>
                  </a:lnTo>
                  <a:lnTo>
                    <a:pt x="1500950" y="2131219"/>
                  </a:lnTo>
                  <a:lnTo>
                    <a:pt x="1501235" y="2131695"/>
                  </a:lnTo>
                  <a:lnTo>
                    <a:pt x="1501235" y="2132171"/>
                  </a:lnTo>
                  <a:lnTo>
                    <a:pt x="1501616" y="2132648"/>
                  </a:lnTo>
                  <a:lnTo>
                    <a:pt x="1502188" y="2132648"/>
                  </a:lnTo>
                  <a:lnTo>
                    <a:pt x="1502759" y="2131886"/>
                  </a:lnTo>
                  <a:lnTo>
                    <a:pt x="1503712" y="2131314"/>
                  </a:lnTo>
                  <a:lnTo>
                    <a:pt x="1504664" y="2131028"/>
                  </a:lnTo>
                  <a:lnTo>
                    <a:pt x="1505807" y="2131314"/>
                  </a:lnTo>
                  <a:lnTo>
                    <a:pt x="1506664" y="2131790"/>
                  </a:lnTo>
                  <a:lnTo>
                    <a:pt x="1507427" y="2131886"/>
                  </a:lnTo>
                  <a:lnTo>
                    <a:pt x="1508093" y="2131028"/>
                  </a:lnTo>
                  <a:lnTo>
                    <a:pt x="1508379" y="2130076"/>
                  </a:lnTo>
                  <a:lnTo>
                    <a:pt x="1508665" y="2128171"/>
                  </a:lnTo>
                  <a:lnTo>
                    <a:pt x="1509236" y="2127123"/>
                  </a:lnTo>
                  <a:lnTo>
                    <a:pt x="1515809" y="2120265"/>
                  </a:lnTo>
                  <a:lnTo>
                    <a:pt x="1516189" y="2119503"/>
                  </a:lnTo>
                  <a:lnTo>
                    <a:pt x="1516094" y="2119408"/>
                  </a:lnTo>
                  <a:lnTo>
                    <a:pt x="1515904" y="2118932"/>
                  </a:lnTo>
                  <a:lnTo>
                    <a:pt x="1515618" y="2118551"/>
                  </a:lnTo>
                  <a:lnTo>
                    <a:pt x="1515142" y="2118265"/>
                  </a:lnTo>
                  <a:lnTo>
                    <a:pt x="1514761" y="2117884"/>
                  </a:lnTo>
                  <a:lnTo>
                    <a:pt x="1514761" y="2117217"/>
                  </a:lnTo>
                  <a:lnTo>
                    <a:pt x="1515142" y="2116836"/>
                  </a:lnTo>
                  <a:lnTo>
                    <a:pt x="1515713" y="2116741"/>
                  </a:lnTo>
                  <a:lnTo>
                    <a:pt x="1516285" y="2116741"/>
                  </a:lnTo>
                  <a:lnTo>
                    <a:pt x="1516856" y="2116550"/>
                  </a:lnTo>
                  <a:lnTo>
                    <a:pt x="1517523" y="2115788"/>
                  </a:lnTo>
                  <a:lnTo>
                    <a:pt x="1517904" y="2114836"/>
                  </a:lnTo>
                  <a:lnTo>
                    <a:pt x="1518476" y="2112836"/>
                  </a:lnTo>
                  <a:lnTo>
                    <a:pt x="1518476" y="2112836"/>
                  </a:lnTo>
                  <a:lnTo>
                    <a:pt x="1519333" y="2111693"/>
                  </a:lnTo>
                  <a:lnTo>
                    <a:pt x="1520666" y="2111502"/>
                  </a:lnTo>
                  <a:lnTo>
                    <a:pt x="1522095" y="2111978"/>
                  </a:lnTo>
                  <a:lnTo>
                    <a:pt x="1523238" y="2112836"/>
                  </a:lnTo>
                  <a:lnTo>
                    <a:pt x="1523810" y="2113979"/>
                  </a:lnTo>
                  <a:lnTo>
                    <a:pt x="1523905" y="2115026"/>
                  </a:lnTo>
                  <a:lnTo>
                    <a:pt x="1524286" y="2115693"/>
                  </a:lnTo>
                  <a:lnTo>
                    <a:pt x="1525524" y="2115693"/>
                  </a:lnTo>
                  <a:lnTo>
                    <a:pt x="1525905" y="2115407"/>
                  </a:lnTo>
                  <a:lnTo>
                    <a:pt x="1526191" y="2115026"/>
                  </a:lnTo>
                  <a:lnTo>
                    <a:pt x="1526477" y="2114645"/>
                  </a:lnTo>
                  <a:lnTo>
                    <a:pt x="1527048" y="2114550"/>
                  </a:lnTo>
                  <a:lnTo>
                    <a:pt x="1527334" y="2114741"/>
                  </a:lnTo>
                  <a:lnTo>
                    <a:pt x="1528096" y="2115598"/>
                  </a:lnTo>
                  <a:lnTo>
                    <a:pt x="1528477" y="2115884"/>
                  </a:lnTo>
                  <a:lnTo>
                    <a:pt x="1529525" y="2116265"/>
                  </a:lnTo>
                  <a:lnTo>
                    <a:pt x="1531620" y="2116646"/>
                  </a:lnTo>
                  <a:lnTo>
                    <a:pt x="1532668" y="2117122"/>
                  </a:lnTo>
                  <a:lnTo>
                    <a:pt x="1535811" y="2119694"/>
                  </a:lnTo>
                  <a:lnTo>
                    <a:pt x="1536859" y="2120075"/>
                  </a:lnTo>
                  <a:lnTo>
                    <a:pt x="1539050" y="2120551"/>
                  </a:lnTo>
                  <a:lnTo>
                    <a:pt x="1540002" y="2121027"/>
                  </a:lnTo>
                  <a:lnTo>
                    <a:pt x="1540669" y="2121884"/>
                  </a:lnTo>
                  <a:lnTo>
                    <a:pt x="1541050" y="2122837"/>
                  </a:lnTo>
                  <a:lnTo>
                    <a:pt x="1541336" y="2123885"/>
                  </a:lnTo>
                  <a:lnTo>
                    <a:pt x="1543145" y="2127504"/>
                  </a:lnTo>
                  <a:lnTo>
                    <a:pt x="1543622" y="2128076"/>
                  </a:lnTo>
                  <a:lnTo>
                    <a:pt x="1544479" y="2128552"/>
                  </a:lnTo>
                  <a:lnTo>
                    <a:pt x="1546384" y="2129123"/>
                  </a:lnTo>
                  <a:lnTo>
                    <a:pt x="1548098" y="2130362"/>
                  </a:lnTo>
                  <a:lnTo>
                    <a:pt x="1549146" y="2130743"/>
                  </a:lnTo>
                  <a:lnTo>
                    <a:pt x="1550194" y="2130743"/>
                  </a:lnTo>
                  <a:lnTo>
                    <a:pt x="1551051" y="2130171"/>
                  </a:lnTo>
                  <a:lnTo>
                    <a:pt x="1551242" y="2129219"/>
                  </a:lnTo>
                  <a:lnTo>
                    <a:pt x="1551051" y="2128266"/>
                  </a:lnTo>
                  <a:lnTo>
                    <a:pt x="1551051" y="2127504"/>
                  </a:lnTo>
                  <a:lnTo>
                    <a:pt x="1551813" y="2127028"/>
                  </a:lnTo>
                  <a:lnTo>
                    <a:pt x="1552670" y="2126837"/>
                  </a:lnTo>
                  <a:lnTo>
                    <a:pt x="1553528" y="2126456"/>
                  </a:lnTo>
                  <a:lnTo>
                    <a:pt x="1556195" y="2124647"/>
                  </a:lnTo>
                  <a:lnTo>
                    <a:pt x="1556385" y="2124170"/>
                  </a:lnTo>
                  <a:lnTo>
                    <a:pt x="1556290" y="2123599"/>
                  </a:lnTo>
                  <a:lnTo>
                    <a:pt x="1555623" y="2122837"/>
                  </a:lnTo>
                  <a:lnTo>
                    <a:pt x="1555528" y="2122361"/>
                  </a:lnTo>
                  <a:lnTo>
                    <a:pt x="1556099" y="2120741"/>
                  </a:lnTo>
                  <a:lnTo>
                    <a:pt x="1557528" y="2119598"/>
                  </a:lnTo>
                  <a:lnTo>
                    <a:pt x="1560671" y="2117979"/>
                  </a:lnTo>
                  <a:lnTo>
                    <a:pt x="1561529" y="2117217"/>
                  </a:lnTo>
                  <a:lnTo>
                    <a:pt x="1561910" y="2116646"/>
                  </a:lnTo>
                  <a:lnTo>
                    <a:pt x="1562862" y="2114074"/>
                  </a:lnTo>
                  <a:lnTo>
                    <a:pt x="1564958" y="2110359"/>
                  </a:lnTo>
                  <a:lnTo>
                    <a:pt x="1565624" y="2110264"/>
                  </a:lnTo>
                  <a:lnTo>
                    <a:pt x="1566863" y="2110645"/>
                  </a:lnTo>
                  <a:lnTo>
                    <a:pt x="1567529" y="2111026"/>
                  </a:lnTo>
                  <a:lnTo>
                    <a:pt x="1568101" y="2111502"/>
                  </a:lnTo>
                  <a:lnTo>
                    <a:pt x="1568672" y="2112074"/>
                  </a:lnTo>
                  <a:lnTo>
                    <a:pt x="1569149" y="2112740"/>
                  </a:lnTo>
                  <a:lnTo>
                    <a:pt x="1569911" y="2113121"/>
                  </a:lnTo>
                  <a:lnTo>
                    <a:pt x="1570006" y="2113883"/>
                  </a:lnTo>
                  <a:lnTo>
                    <a:pt x="1569911" y="2114836"/>
                  </a:lnTo>
                  <a:lnTo>
                    <a:pt x="1570006" y="2115884"/>
                  </a:lnTo>
                  <a:lnTo>
                    <a:pt x="1570387" y="2116646"/>
                  </a:lnTo>
                  <a:lnTo>
                    <a:pt x="1572292" y="2119884"/>
                  </a:lnTo>
                  <a:lnTo>
                    <a:pt x="1573626" y="2121408"/>
                  </a:lnTo>
                  <a:lnTo>
                    <a:pt x="1574292" y="2121789"/>
                  </a:lnTo>
                  <a:lnTo>
                    <a:pt x="1575245" y="2121980"/>
                  </a:lnTo>
                  <a:lnTo>
                    <a:pt x="1575816" y="2121599"/>
                  </a:lnTo>
                  <a:lnTo>
                    <a:pt x="1577531" y="2119122"/>
                  </a:lnTo>
                  <a:lnTo>
                    <a:pt x="1577816" y="2118551"/>
                  </a:lnTo>
                  <a:lnTo>
                    <a:pt x="1577721" y="2118074"/>
                  </a:lnTo>
                  <a:lnTo>
                    <a:pt x="1577435" y="2115693"/>
                  </a:lnTo>
                  <a:lnTo>
                    <a:pt x="1577531" y="2115122"/>
                  </a:lnTo>
                  <a:lnTo>
                    <a:pt x="1578674" y="2113788"/>
                  </a:lnTo>
                  <a:lnTo>
                    <a:pt x="1579150" y="2112931"/>
                  </a:lnTo>
                  <a:lnTo>
                    <a:pt x="1579436" y="2112074"/>
                  </a:lnTo>
                  <a:lnTo>
                    <a:pt x="1579817" y="2111407"/>
                  </a:lnTo>
                  <a:lnTo>
                    <a:pt x="1580579" y="2110931"/>
                  </a:lnTo>
                  <a:lnTo>
                    <a:pt x="1582864" y="2109597"/>
                  </a:lnTo>
                  <a:lnTo>
                    <a:pt x="1583436" y="2109978"/>
                  </a:lnTo>
                  <a:lnTo>
                    <a:pt x="1587056" y="2114360"/>
                  </a:lnTo>
                  <a:lnTo>
                    <a:pt x="1590675" y="2117598"/>
                  </a:lnTo>
                  <a:lnTo>
                    <a:pt x="1591247" y="2118265"/>
                  </a:lnTo>
                  <a:lnTo>
                    <a:pt x="1591437" y="2118741"/>
                  </a:lnTo>
                  <a:lnTo>
                    <a:pt x="1592485" y="2120456"/>
                  </a:lnTo>
                  <a:lnTo>
                    <a:pt x="1592866" y="2120837"/>
                  </a:lnTo>
                  <a:lnTo>
                    <a:pt x="1593247" y="2121027"/>
                  </a:lnTo>
                  <a:lnTo>
                    <a:pt x="1594485" y="2122361"/>
                  </a:lnTo>
                  <a:lnTo>
                    <a:pt x="1594771" y="2122456"/>
                  </a:lnTo>
                  <a:lnTo>
                    <a:pt x="1595628" y="2122551"/>
                  </a:lnTo>
                  <a:lnTo>
                    <a:pt x="1595914" y="2122646"/>
                  </a:lnTo>
                  <a:lnTo>
                    <a:pt x="1596390" y="2123218"/>
                  </a:lnTo>
                  <a:lnTo>
                    <a:pt x="1597152" y="2124647"/>
                  </a:lnTo>
                  <a:lnTo>
                    <a:pt x="1597628" y="2124932"/>
                  </a:lnTo>
                  <a:lnTo>
                    <a:pt x="1598390" y="2125123"/>
                  </a:lnTo>
                  <a:lnTo>
                    <a:pt x="1598962" y="2125599"/>
                  </a:lnTo>
                  <a:lnTo>
                    <a:pt x="1599438" y="2126171"/>
                  </a:lnTo>
                  <a:lnTo>
                    <a:pt x="1600200" y="2125694"/>
                  </a:lnTo>
                  <a:lnTo>
                    <a:pt x="1600772" y="2125028"/>
                  </a:lnTo>
                  <a:lnTo>
                    <a:pt x="1600867" y="2124266"/>
                  </a:lnTo>
                  <a:lnTo>
                    <a:pt x="1600772" y="2123504"/>
                  </a:lnTo>
                  <a:lnTo>
                    <a:pt x="1600772" y="2125694"/>
                  </a:lnTo>
                  <a:lnTo>
                    <a:pt x="1601057" y="2124837"/>
                  </a:lnTo>
                  <a:lnTo>
                    <a:pt x="1601724" y="2123123"/>
                  </a:lnTo>
                  <a:lnTo>
                    <a:pt x="1601914" y="2122265"/>
                  </a:lnTo>
                  <a:lnTo>
                    <a:pt x="1602296" y="2118836"/>
                  </a:lnTo>
                  <a:lnTo>
                    <a:pt x="1602772" y="2117217"/>
                  </a:lnTo>
                  <a:lnTo>
                    <a:pt x="1603915" y="2115693"/>
                  </a:lnTo>
                  <a:lnTo>
                    <a:pt x="1604391" y="2115217"/>
                  </a:lnTo>
                  <a:lnTo>
                    <a:pt x="1605058" y="2114074"/>
                  </a:lnTo>
                  <a:lnTo>
                    <a:pt x="1605439" y="2113598"/>
                  </a:lnTo>
                  <a:lnTo>
                    <a:pt x="1606201" y="2113121"/>
                  </a:lnTo>
                  <a:lnTo>
                    <a:pt x="1606868" y="2112931"/>
                  </a:lnTo>
                  <a:lnTo>
                    <a:pt x="1608392" y="2112836"/>
                  </a:lnTo>
                  <a:lnTo>
                    <a:pt x="1612868" y="2111216"/>
                  </a:lnTo>
                  <a:lnTo>
                    <a:pt x="1614297" y="2111216"/>
                  </a:lnTo>
                  <a:lnTo>
                    <a:pt x="1613821" y="2112359"/>
                  </a:lnTo>
                  <a:lnTo>
                    <a:pt x="1613630" y="2113598"/>
                  </a:lnTo>
                  <a:lnTo>
                    <a:pt x="1613630" y="2114836"/>
                  </a:lnTo>
                  <a:lnTo>
                    <a:pt x="1614011" y="2115979"/>
                  </a:lnTo>
                  <a:lnTo>
                    <a:pt x="1614678" y="2116741"/>
                  </a:lnTo>
                  <a:lnTo>
                    <a:pt x="1617536" y="2118074"/>
                  </a:lnTo>
                  <a:lnTo>
                    <a:pt x="1618679" y="2118741"/>
                  </a:lnTo>
                  <a:lnTo>
                    <a:pt x="1619441" y="2119122"/>
                  </a:lnTo>
                  <a:lnTo>
                    <a:pt x="1620203" y="2119027"/>
                  </a:lnTo>
                  <a:lnTo>
                    <a:pt x="1620584" y="2118836"/>
                  </a:lnTo>
                  <a:lnTo>
                    <a:pt x="1625156" y="2115884"/>
                  </a:lnTo>
                  <a:lnTo>
                    <a:pt x="1626203" y="2114741"/>
                  </a:lnTo>
                  <a:lnTo>
                    <a:pt x="1629632" y="2111883"/>
                  </a:lnTo>
                  <a:lnTo>
                    <a:pt x="1630585" y="2110835"/>
                  </a:lnTo>
                  <a:lnTo>
                    <a:pt x="1630680" y="2110645"/>
                  </a:lnTo>
                  <a:lnTo>
                    <a:pt x="1631156" y="2110740"/>
                  </a:lnTo>
                  <a:lnTo>
                    <a:pt x="1631156" y="2111026"/>
                  </a:lnTo>
                  <a:lnTo>
                    <a:pt x="1631061" y="2111312"/>
                  </a:lnTo>
                  <a:lnTo>
                    <a:pt x="1631252" y="2111597"/>
                  </a:lnTo>
                  <a:lnTo>
                    <a:pt x="1631537" y="2111788"/>
                  </a:lnTo>
                  <a:lnTo>
                    <a:pt x="1631728" y="2111978"/>
                  </a:lnTo>
                  <a:lnTo>
                    <a:pt x="1632014" y="2112169"/>
                  </a:lnTo>
                  <a:lnTo>
                    <a:pt x="1632490" y="2112264"/>
                  </a:lnTo>
                  <a:lnTo>
                    <a:pt x="1632776" y="2112169"/>
                  </a:lnTo>
                  <a:lnTo>
                    <a:pt x="1633347" y="2111502"/>
                  </a:lnTo>
                  <a:lnTo>
                    <a:pt x="1633633" y="2111312"/>
                  </a:lnTo>
                  <a:lnTo>
                    <a:pt x="1634681" y="2111407"/>
                  </a:lnTo>
                  <a:lnTo>
                    <a:pt x="1636490" y="2111978"/>
                  </a:lnTo>
                  <a:lnTo>
                    <a:pt x="1637538" y="2111883"/>
                  </a:lnTo>
                  <a:lnTo>
                    <a:pt x="1638491" y="2111502"/>
                  </a:lnTo>
                  <a:lnTo>
                    <a:pt x="1639253" y="2111026"/>
                  </a:lnTo>
                  <a:lnTo>
                    <a:pt x="1639919" y="2110359"/>
                  </a:lnTo>
                  <a:lnTo>
                    <a:pt x="1641729" y="2107787"/>
                  </a:lnTo>
                  <a:lnTo>
                    <a:pt x="1642301" y="2107121"/>
                  </a:lnTo>
                  <a:lnTo>
                    <a:pt x="1644872" y="2105501"/>
                  </a:lnTo>
                  <a:lnTo>
                    <a:pt x="1645063" y="2104930"/>
                  </a:lnTo>
                  <a:lnTo>
                    <a:pt x="1644968" y="2103787"/>
                  </a:lnTo>
                  <a:lnTo>
                    <a:pt x="1643444" y="2096357"/>
                  </a:lnTo>
                  <a:lnTo>
                    <a:pt x="1644110" y="2095786"/>
                  </a:lnTo>
                  <a:lnTo>
                    <a:pt x="1645444" y="2095595"/>
                  </a:lnTo>
                  <a:lnTo>
                    <a:pt x="1646777" y="2094452"/>
                  </a:lnTo>
                  <a:lnTo>
                    <a:pt x="1646968" y="2093690"/>
                  </a:lnTo>
                  <a:lnTo>
                    <a:pt x="1647063" y="2092738"/>
                  </a:lnTo>
                  <a:lnTo>
                    <a:pt x="1647254" y="2091881"/>
                  </a:lnTo>
                  <a:lnTo>
                    <a:pt x="1647825" y="2091404"/>
                  </a:lnTo>
                  <a:lnTo>
                    <a:pt x="1648587" y="2091500"/>
                  </a:lnTo>
                  <a:lnTo>
                    <a:pt x="1650016" y="2092357"/>
                  </a:lnTo>
                  <a:lnTo>
                    <a:pt x="1650778" y="2092452"/>
                  </a:lnTo>
                  <a:lnTo>
                    <a:pt x="1651349" y="2092166"/>
                  </a:lnTo>
                  <a:lnTo>
                    <a:pt x="1653254" y="2090452"/>
                  </a:lnTo>
                  <a:lnTo>
                    <a:pt x="1655064" y="2089499"/>
                  </a:lnTo>
                  <a:lnTo>
                    <a:pt x="1656683" y="2088356"/>
                  </a:lnTo>
                  <a:lnTo>
                    <a:pt x="1657445" y="2088071"/>
                  </a:lnTo>
                  <a:lnTo>
                    <a:pt x="1661732" y="2086832"/>
                  </a:lnTo>
                  <a:lnTo>
                    <a:pt x="1661922" y="2086642"/>
                  </a:lnTo>
                  <a:lnTo>
                    <a:pt x="1662018" y="2086356"/>
                  </a:lnTo>
                  <a:lnTo>
                    <a:pt x="1662113" y="2086166"/>
                  </a:lnTo>
                  <a:lnTo>
                    <a:pt x="1662398" y="2086070"/>
                  </a:lnTo>
                  <a:lnTo>
                    <a:pt x="1662494" y="2086166"/>
                  </a:lnTo>
                  <a:lnTo>
                    <a:pt x="1662875" y="2086451"/>
                  </a:lnTo>
                  <a:lnTo>
                    <a:pt x="1663065" y="2086547"/>
                  </a:lnTo>
                  <a:lnTo>
                    <a:pt x="1663446" y="2086642"/>
                  </a:lnTo>
                  <a:lnTo>
                    <a:pt x="1663732" y="2086832"/>
                  </a:lnTo>
                  <a:lnTo>
                    <a:pt x="1664113" y="2086927"/>
                  </a:lnTo>
                  <a:lnTo>
                    <a:pt x="1664684" y="2086832"/>
                  </a:lnTo>
                  <a:lnTo>
                    <a:pt x="1665542" y="2086166"/>
                  </a:lnTo>
                  <a:lnTo>
                    <a:pt x="1665923" y="2085213"/>
                  </a:lnTo>
                  <a:lnTo>
                    <a:pt x="1666113" y="2084165"/>
                  </a:lnTo>
                  <a:lnTo>
                    <a:pt x="1666494" y="2083118"/>
                  </a:lnTo>
                  <a:lnTo>
                    <a:pt x="1666970" y="2082546"/>
                  </a:lnTo>
                  <a:lnTo>
                    <a:pt x="1668780" y="2080927"/>
                  </a:lnTo>
                  <a:lnTo>
                    <a:pt x="1669447" y="2080546"/>
                  </a:lnTo>
                  <a:lnTo>
                    <a:pt x="1670399" y="2080546"/>
                  </a:lnTo>
                  <a:lnTo>
                    <a:pt x="1670780" y="2081213"/>
                  </a:lnTo>
                  <a:lnTo>
                    <a:pt x="1670971" y="2082260"/>
                  </a:lnTo>
                  <a:lnTo>
                    <a:pt x="1671352" y="2083308"/>
                  </a:lnTo>
                  <a:lnTo>
                    <a:pt x="1672019" y="2084070"/>
                  </a:lnTo>
                  <a:lnTo>
                    <a:pt x="1672876" y="2084832"/>
                  </a:lnTo>
                  <a:lnTo>
                    <a:pt x="1673733" y="2085404"/>
                  </a:lnTo>
                  <a:lnTo>
                    <a:pt x="1674495" y="2085785"/>
                  </a:lnTo>
                  <a:lnTo>
                    <a:pt x="1674971" y="2085785"/>
                  </a:lnTo>
                  <a:lnTo>
                    <a:pt x="1675352" y="2085594"/>
                  </a:lnTo>
                  <a:lnTo>
                    <a:pt x="1675733" y="2085499"/>
                  </a:lnTo>
                  <a:lnTo>
                    <a:pt x="1676305" y="2085785"/>
                  </a:lnTo>
                  <a:lnTo>
                    <a:pt x="1676591" y="2086070"/>
                  </a:lnTo>
                  <a:lnTo>
                    <a:pt x="1677257" y="2087309"/>
                  </a:lnTo>
                  <a:lnTo>
                    <a:pt x="1677257" y="2087309"/>
                  </a:lnTo>
                  <a:lnTo>
                    <a:pt x="1678305" y="2089499"/>
                  </a:lnTo>
                  <a:lnTo>
                    <a:pt x="1678781" y="2090166"/>
                  </a:lnTo>
                  <a:lnTo>
                    <a:pt x="1681068" y="2091690"/>
                  </a:lnTo>
                  <a:lnTo>
                    <a:pt x="1681258" y="2091976"/>
                  </a:lnTo>
                  <a:lnTo>
                    <a:pt x="1681639" y="2092452"/>
                  </a:lnTo>
                  <a:lnTo>
                    <a:pt x="1682020" y="2093595"/>
                  </a:lnTo>
                  <a:lnTo>
                    <a:pt x="1682020" y="2095691"/>
                  </a:lnTo>
                  <a:lnTo>
                    <a:pt x="1682020" y="2095976"/>
                  </a:lnTo>
                  <a:lnTo>
                    <a:pt x="1682210" y="2097024"/>
                  </a:lnTo>
                  <a:lnTo>
                    <a:pt x="1682877" y="2097881"/>
                  </a:lnTo>
                  <a:lnTo>
                    <a:pt x="1683639" y="2098167"/>
                  </a:lnTo>
                  <a:lnTo>
                    <a:pt x="1687354" y="2098358"/>
                  </a:lnTo>
                  <a:lnTo>
                    <a:pt x="1688878" y="2098834"/>
                  </a:lnTo>
                  <a:lnTo>
                    <a:pt x="1690211" y="2098834"/>
                  </a:lnTo>
                  <a:lnTo>
                    <a:pt x="1690783" y="2099215"/>
                  </a:lnTo>
                  <a:lnTo>
                    <a:pt x="1691735" y="2100263"/>
                  </a:lnTo>
                  <a:lnTo>
                    <a:pt x="1692402" y="2100548"/>
                  </a:lnTo>
                  <a:lnTo>
                    <a:pt x="1692974" y="2100739"/>
                  </a:lnTo>
                  <a:lnTo>
                    <a:pt x="1693545" y="2101025"/>
                  </a:lnTo>
                  <a:lnTo>
                    <a:pt x="1694117" y="2101596"/>
                  </a:lnTo>
                  <a:lnTo>
                    <a:pt x="1694117" y="2101596"/>
                  </a:lnTo>
                  <a:lnTo>
                    <a:pt x="1694117" y="2101596"/>
                  </a:lnTo>
                  <a:lnTo>
                    <a:pt x="1694117" y="2101596"/>
                  </a:lnTo>
                  <a:lnTo>
                    <a:pt x="1694783" y="2102644"/>
                  </a:lnTo>
                  <a:lnTo>
                    <a:pt x="1697736" y="2105978"/>
                  </a:lnTo>
                  <a:lnTo>
                    <a:pt x="1698689" y="2106740"/>
                  </a:lnTo>
                  <a:lnTo>
                    <a:pt x="1699165" y="2106549"/>
                  </a:lnTo>
                  <a:lnTo>
                    <a:pt x="1699355" y="2106168"/>
                  </a:lnTo>
                  <a:lnTo>
                    <a:pt x="1699546" y="2105692"/>
                  </a:lnTo>
                  <a:lnTo>
                    <a:pt x="1699832" y="2105406"/>
                  </a:lnTo>
                  <a:lnTo>
                    <a:pt x="1700403" y="2105311"/>
                  </a:lnTo>
                  <a:lnTo>
                    <a:pt x="1701260" y="2105597"/>
                  </a:lnTo>
                  <a:lnTo>
                    <a:pt x="1701737" y="2105692"/>
                  </a:lnTo>
                  <a:lnTo>
                    <a:pt x="1703356" y="2105501"/>
                  </a:lnTo>
                  <a:lnTo>
                    <a:pt x="1704213" y="2105216"/>
                  </a:lnTo>
                  <a:lnTo>
                    <a:pt x="1704880" y="2104835"/>
                  </a:lnTo>
                  <a:lnTo>
                    <a:pt x="1705737" y="2103120"/>
                  </a:lnTo>
                  <a:lnTo>
                    <a:pt x="1706213" y="2102834"/>
                  </a:lnTo>
                  <a:lnTo>
                    <a:pt x="1710309" y="2102549"/>
                  </a:lnTo>
                  <a:lnTo>
                    <a:pt x="1713167" y="2102930"/>
                  </a:lnTo>
                  <a:lnTo>
                    <a:pt x="1715167" y="2103406"/>
                  </a:lnTo>
                  <a:lnTo>
                    <a:pt x="1716881" y="2104454"/>
                  </a:lnTo>
                  <a:lnTo>
                    <a:pt x="1717929" y="2106454"/>
                  </a:lnTo>
                  <a:lnTo>
                    <a:pt x="1718120" y="2108549"/>
                  </a:lnTo>
                  <a:lnTo>
                    <a:pt x="1718501" y="2109216"/>
                  </a:lnTo>
                  <a:lnTo>
                    <a:pt x="1719644" y="2109692"/>
                  </a:lnTo>
                  <a:lnTo>
                    <a:pt x="1720787" y="2109883"/>
                  </a:lnTo>
                  <a:lnTo>
                    <a:pt x="1721834" y="2109883"/>
                  </a:lnTo>
                  <a:lnTo>
                    <a:pt x="1722882" y="2109692"/>
                  </a:lnTo>
                  <a:lnTo>
                    <a:pt x="1730407" y="2107692"/>
                  </a:lnTo>
                  <a:lnTo>
                    <a:pt x="1731264" y="2107216"/>
                  </a:lnTo>
                  <a:lnTo>
                    <a:pt x="1731455" y="2105978"/>
                  </a:lnTo>
                  <a:lnTo>
                    <a:pt x="1731931" y="2105692"/>
                  </a:lnTo>
                  <a:lnTo>
                    <a:pt x="1732598" y="2105882"/>
                  </a:lnTo>
                  <a:lnTo>
                    <a:pt x="1733455" y="2106263"/>
                  </a:lnTo>
                  <a:lnTo>
                    <a:pt x="1736122" y="2106930"/>
                  </a:lnTo>
                  <a:lnTo>
                    <a:pt x="1736884" y="2107406"/>
                  </a:lnTo>
                  <a:lnTo>
                    <a:pt x="1737455" y="2108264"/>
                  </a:lnTo>
                  <a:lnTo>
                    <a:pt x="1737836" y="2109121"/>
                  </a:lnTo>
                  <a:lnTo>
                    <a:pt x="1738408" y="2109788"/>
                  </a:lnTo>
                  <a:lnTo>
                    <a:pt x="1739551" y="2109978"/>
                  </a:lnTo>
                  <a:lnTo>
                    <a:pt x="1739932" y="2109788"/>
                  </a:lnTo>
                  <a:lnTo>
                    <a:pt x="1740313" y="2109026"/>
                  </a:lnTo>
                  <a:lnTo>
                    <a:pt x="1740789" y="2108835"/>
                  </a:lnTo>
                  <a:lnTo>
                    <a:pt x="1741361" y="2108930"/>
                  </a:lnTo>
                  <a:lnTo>
                    <a:pt x="1741742" y="2109311"/>
                  </a:lnTo>
                  <a:lnTo>
                    <a:pt x="1742313" y="2110073"/>
                  </a:lnTo>
                  <a:lnTo>
                    <a:pt x="1743932" y="2111312"/>
                  </a:lnTo>
                  <a:lnTo>
                    <a:pt x="1744789" y="2112836"/>
                  </a:lnTo>
                  <a:lnTo>
                    <a:pt x="1744789" y="2112931"/>
                  </a:lnTo>
                  <a:lnTo>
                    <a:pt x="1745552" y="2112931"/>
                  </a:lnTo>
                  <a:lnTo>
                    <a:pt x="1746790" y="2112836"/>
                  </a:lnTo>
                  <a:lnTo>
                    <a:pt x="1747933" y="2112931"/>
                  </a:lnTo>
                  <a:lnTo>
                    <a:pt x="1748409" y="2113693"/>
                  </a:lnTo>
                  <a:lnTo>
                    <a:pt x="1748028" y="2114360"/>
                  </a:lnTo>
                  <a:lnTo>
                    <a:pt x="1746314" y="2115407"/>
                  </a:lnTo>
                  <a:lnTo>
                    <a:pt x="1745647" y="2115979"/>
                  </a:lnTo>
                  <a:lnTo>
                    <a:pt x="1745266" y="2117027"/>
                  </a:lnTo>
                  <a:lnTo>
                    <a:pt x="1745076" y="2118836"/>
                  </a:lnTo>
                  <a:lnTo>
                    <a:pt x="1744599" y="2119884"/>
                  </a:lnTo>
                  <a:lnTo>
                    <a:pt x="1743456" y="2121694"/>
                  </a:lnTo>
                  <a:lnTo>
                    <a:pt x="1743075" y="2122551"/>
                  </a:lnTo>
                  <a:lnTo>
                    <a:pt x="1742123" y="2125504"/>
                  </a:lnTo>
                  <a:lnTo>
                    <a:pt x="1741456" y="2126075"/>
                  </a:lnTo>
                  <a:lnTo>
                    <a:pt x="1740313" y="2126075"/>
                  </a:lnTo>
                  <a:lnTo>
                    <a:pt x="1739456" y="2125409"/>
                  </a:lnTo>
                  <a:lnTo>
                    <a:pt x="1738884" y="2124456"/>
                  </a:lnTo>
                  <a:lnTo>
                    <a:pt x="1738218" y="2123694"/>
                  </a:lnTo>
                  <a:lnTo>
                    <a:pt x="1737170" y="2123789"/>
                  </a:lnTo>
                  <a:lnTo>
                    <a:pt x="1736598" y="2124456"/>
                  </a:lnTo>
                  <a:lnTo>
                    <a:pt x="1736122" y="2125599"/>
                  </a:lnTo>
                  <a:lnTo>
                    <a:pt x="1734884" y="2131409"/>
                  </a:lnTo>
                  <a:lnTo>
                    <a:pt x="1734693" y="2131886"/>
                  </a:lnTo>
                  <a:lnTo>
                    <a:pt x="1734122" y="2132743"/>
                  </a:lnTo>
                  <a:lnTo>
                    <a:pt x="1733931" y="2133410"/>
                  </a:lnTo>
                  <a:lnTo>
                    <a:pt x="1733931" y="2133981"/>
                  </a:lnTo>
                  <a:lnTo>
                    <a:pt x="1734217" y="2135315"/>
                  </a:lnTo>
                  <a:lnTo>
                    <a:pt x="1734312" y="2135696"/>
                  </a:lnTo>
                  <a:lnTo>
                    <a:pt x="1734407" y="2137791"/>
                  </a:lnTo>
                  <a:lnTo>
                    <a:pt x="1734693" y="2138648"/>
                  </a:lnTo>
                  <a:lnTo>
                    <a:pt x="1735455" y="2139410"/>
                  </a:lnTo>
                  <a:lnTo>
                    <a:pt x="1736598" y="2139791"/>
                  </a:lnTo>
                  <a:lnTo>
                    <a:pt x="1738694" y="2139887"/>
                  </a:lnTo>
                  <a:lnTo>
                    <a:pt x="1739551" y="2140649"/>
                  </a:lnTo>
                  <a:lnTo>
                    <a:pt x="1739837" y="2141411"/>
                  </a:lnTo>
                  <a:lnTo>
                    <a:pt x="1741075" y="2145602"/>
                  </a:lnTo>
                  <a:lnTo>
                    <a:pt x="1740980" y="2146173"/>
                  </a:lnTo>
                  <a:lnTo>
                    <a:pt x="1740503" y="2146649"/>
                  </a:lnTo>
                  <a:lnTo>
                    <a:pt x="1739837" y="2147507"/>
                  </a:lnTo>
                  <a:lnTo>
                    <a:pt x="1740027" y="2148364"/>
                  </a:lnTo>
                  <a:lnTo>
                    <a:pt x="1740313" y="2149031"/>
                  </a:lnTo>
                  <a:lnTo>
                    <a:pt x="1740694" y="2149602"/>
                  </a:lnTo>
                  <a:lnTo>
                    <a:pt x="1740980" y="2150269"/>
                  </a:lnTo>
                  <a:lnTo>
                    <a:pt x="1740980" y="2150650"/>
                  </a:lnTo>
                  <a:lnTo>
                    <a:pt x="1740789" y="2151602"/>
                  </a:lnTo>
                  <a:lnTo>
                    <a:pt x="1740789" y="2152079"/>
                  </a:lnTo>
                  <a:lnTo>
                    <a:pt x="1740884" y="2152364"/>
                  </a:lnTo>
                  <a:lnTo>
                    <a:pt x="1741361" y="2152936"/>
                  </a:lnTo>
                  <a:lnTo>
                    <a:pt x="1741456" y="2153126"/>
                  </a:lnTo>
                  <a:lnTo>
                    <a:pt x="1741456" y="2154650"/>
                  </a:lnTo>
                  <a:lnTo>
                    <a:pt x="1741170" y="2155984"/>
                  </a:lnTo>
                  <a:lnTo>
                    <a:pt x="1740122" y="2158651"/>
                  </a:lnTo>
                  <a:lnTo>
                    <a:pt x="1740122" y="2159127"/>
                  </a:lnTo>
                  <a:lnTo>
                    <a:pt x="1740218" y="2159699"/>
                  </a:lnTo>
                  <a:lnTo>
                    <a:pt x="1740408" y="2160175"/>
                  </a:lnTo>
                  <a:lnTo>
                    <a:pt x="1740694" y="2160556"/>
                  </a:lnTo>
                  <a:lnTo>
                    <a:pt x="1741551" y="2160556"/>
                  </a:lnTo>
                  <a:lnTo>
                    <a:pt x="1742313" y="2159984"/>
                  </a:lnTo>
                  <a:lnTo>
                    <a:pt x="1744028" y="2158079"/>
                  </a:lnTo>
                  <a:lnTo>
                    <a:pt x="1744409" y="2157984"/>
                  </a:lnTo>
                  <a:lnTo>
                    <a:pt x="1745171" y="2158270"/>
                  </a:lnTo>
                  <a:lnTo>
                    <a:pt x="1745456" y="2158460"/>
                  </a:lnTo>
                  <a:lnTo>
                    <a:pt x="1745837" y="2159032"/>
                  </a:lnTo>
                  <a:lnTo>
                    <a:pt x="1746123" y="2159318"/>
                  </a:lnTo>
                  <a:lnTo>
                    <a:pt x="1747171" y="2159889"/>
                  </a:lnTo>
                  <a:lnTo>
                    <a:pt x="1748123" y="2159984"/>
                  </a:lnTo>
                  <a:lnTo>
                    <a:pt x="1750314" y="2159889"/>
                  </a:lnTo>
                  <a:lnTo>
                    <a:pt x="1751552" y="2160175"/>
                  </a:lnTo>
                  <a:lnTo>
                    <a:pt x="1752219" y="2160746"/>
                  </a:lnTo>
                  <a:lnTo>
                    <a:pt x="1752695" y="2161508"/>
                  </a:lnTo>
                  <a:lnTo>
                    <a:pt x="1753362" y="2162366"/>
                  </a:lnTo>
                  <a:lnTo>
                    <a:pt x="1754505" y="2162937"/>
                  </a:lnTo>
                  <a:lnTo>
                    <a:pt x="1755458" y="2162747"/>
                  </a:lnTo>
                  <a:lnTo>
                    <a:pt x="1756315" y="2162270"/>
                  </a:lnTo>
                  <a:lnTo>
                    <a:pt x="1757268" y="2161889"/>
                  </a:lnTo>
                  <a:lnTo>
                    <a:pt x="1758315" y="2161889"/>
                  </a:lnTo>
                  <a:lnTo>
                    <a:pt x="1759268" y="2162366"/>
                  </a:lnTo>
                  <a:lnTo>
                    <a:pt x="1759839" y="2163223"/>
                  </a:lnTo>
                  <a:lnTo>
                    <a:pt x="1759839" y="2164366"/>
                  </a:lnTo>
                  <a:lnTo>
                    <a:pt x="1759363" y="2165318"/>
                  </a:lnTo>
                  <a:lnTo>
                    <a:pt x="1758601" y="2166176"/>
                  </a:lnTo>
                  <a:lnTo>
                    <a:pt x="1758029" y="2167033"/>
                  </a:lnTo>
                  <a:lnTo>
                    <a:pt x="1758125" y="2168176"/>
                  </a:lnTo>
                  <a:lnTo>
                    <a:pt x="1758887" y="2168938"/>
                  </a:lnTo>
                  <a:lnTo>
                    <a:pt x="1760030" y="2169319"/>
                  </a:lnTo>
                  <a:lnTo>
                    <a:pt x="1762220" y="2169795"/>
                  </a:lnTo>
                  <a:lnTo>
                    <a:pt x="1763744" y="2170748"/>
                  </a:lnTo>
                  <a:lnTo>
                    <a:pt x="1767840" y="2174367"/>
                  </a:lnTo>
                  <a:lnTo>
                    <a:pt x="1769936" y="2174939"/>
                  </a:lnTo>
                  <a:lnTo>
                    <a:pt x="1771650" y="2174367"/>
                  </a:lnTo>
                  <a:lnTo>
                    <a:pt x="1773174" y="2174177"/>
                  </a:lnTo>
                  <a:lnTo>
                    <a:pt x="1774793" y="2175891"/>
                  </a:lnTo>
                  <a:lnTo>
                    <a:pt x="1776222" y="2179987"/>
                  </a:lnTo>
                  <a:lnTo>
                    <a:pt x="1776413" y="2180177"/>
                  </a:lnTo>
                  <a:lnTo>
                    <a:pt x="1777175" y="2180939"/>
                  </a:lnTo>
                  <a:lnTo>
                    <a:pt x="1778984" y="2179796"/>
                  </a:lnTo>
                  <a:lnTo>
                    <a:pt x="1780413" y="2178272"/>
                  </a:lnTo>
                  <a:lnTo>
                    <a:pt x="1781270" y="2177891"/>
                  </a:lnTo>
                  <a:lnTo>
                    <a:pt x="1782318" y="2178177"/>
                  </a:lnTo>
                  <a:lnTo>
                    <a:pt x="1782889" y="2179034"/>
                  </a:lnTo>
                  <a:lnTo>
                    <a:pt x="1783080" y="2181035"/>
                  </a:lnTo>
                  <a:lnTo>
                    <a:pt x="1783747" y="2181416"/>
                  </a:lnTo>
                  <a:lnTo>
                    <a:pt x="1784699" y="2181797"/>
                  </a:lnTo>
                  <a:lnTo>
                    <a:pt x="1785271" y="2181892"/>
                  </a:lnTo>
                  <a:lnTo>
                    <a:pt x="1785747" y="2181892"/>
                  </a:lnTo>
                  <a:lnTo>
                    <a:pt x="1786223" y="2181606"/>
                  </a:lnTo>
                  <a:lnTo>
                    <a:pt x="1786700" y="2180749"/>
                  </a:lnTo>
                  <a:lnTo>
                    <a:pt x="1787081" y="2180463"/>
                  </a:lnTo>
                  <a:lnTo>
                    <a:pt x="1788033" y="2180368"/>
                  </a:lnTo>
                  <a:lnTo>
                    <a:pt x="1790224" y="2180654"/>
                  </a:lnTo>
                  <a:lnTo>
                    <a:pt x="1791272" y="2180654"/>
                  </a:lnTo>
                  <a:lnTo>
                    <a:pt x="1794415" y="2179987"/>
                  </a:lnTo>
                  <a:lnTo>
                    <a:pt x="1795368" y="2179606"/>
                  </a:lnTo>
                  <a:lnTo>
                    <a:pt x="1797463" y="2178082"/>
                  </a:lnTo>
                  <a:lnTo>
                    <a:pt x="1798225" y="2177796"/>
                  </a:lnTo>
                  <a:lnTo>
                    <a:pt x="1798987" y="2177796"/>
                  </a:lnTo>
                  <a:lnTo>
                    <a:pt x="1799939" y="2177891"/>
                  </a:lnTo>
                  <a:lnTo>
                    <a:pt x="1801749" y="2178368"/>
                  </a:lnTo>
                  <a:lnTo>
                    <a:pt x="1802892" y="2178844"/>
                  </a:lnTo>
                  <a:lnTo>
                    <a:pt x="1803273" y="2179415"/>
                  </a:lnTo>
                  <a:lnTo>
                    <a:pt x="1803559" y="2180082"/>
                  </a:lnTo>
                  <a:lnTo>
                    <a:pt x="1804130" y="2181035"/>
                  </a:lnTo>
                  <a:lnTo>
                    <a:pt x="1804797" y="2181701"/>
                  </a:lnTo>
                  <a:lnTo>
                    <a:pt x="1806321" y="2182844"/>
                  </a:lnTo>
                  <a:lnTo>
                    <a:pt x="1808131" y="2184845"/>
                  </a:lnTo>
                  <a:lnTo>
                    <a:pt x="1808798" y="2185035"/>
                  </a:lnTo>
                  <a:lnTo>
                    <a:pt x="1811274" y="2187607"/>
                  </a:lnTo>
                  <a:lnTo>
                    <a:pt x="1811274" y="2187893"/>
                  </a:lnTo>
                  <a:lnTo>
                    <a:pt x="1810322" y="2189036"/>
                  </a:lnTo>
                  <a:lnTo>
                    <a:pt x="1809941" y="2189798"/>
                  </a:lnTo>
                  <a:lnTo>
                    <a:pt x="1809845" y="2190655"/>
                  </a:lnTo>
                  <a:lnTo>
                    <a:pt x="1810226" y="2190655"/>
                  </a:lnTo>
                  <a:lnTo>
                    <a:pt x="1812608" y="2188464"/>
                  </a:lnTo>
                  <a:lnTo>
                    <a:pt x="1814036" y="2187797"/>
                  </a:lnTo>
                  <a:lnTo>
                    <a:pt x="1816037" y="2187607"/>
                  </a:lnTo>
                  <a:lnTo>
                    <a:pt x="1816037" y="2187226"/>
                  </a:lnTo>
                  <a:lnTo>
                    <a:pt x="1814989" y="2187035"/>
                  </a:lnTo>
                  <a:lnTo>
                    <a:pt x="1814322" y="2187226"/>
                  </a:lnTo>
                  <a:lnTo>
                    <a:pt x="1813751" y="2187512"/>
                  </a:lnTo>
                  <a:lnTo>
                    <a:pt x="1812989" y="2187702"/>
                  </a:lnTo>
                  <a:lnTo>
                    <a:pt x="1812512" y="2187321"/>
                  </a:lnTo>
                  <a:lnTo>
                    <a:pt x="1812417" y="2186559"/>
                  </a:lnTo>
                  <a:lnTo>
                    <a:pt x="1812798" y="2185892"/>
                  </a:lnTo>
                  <a:lnTo>
                    <a:pt x="1813941" y="2185797"/>
                  </a:lnTo>
                  <a:lnTo>
                    <a:pt x="1813274" y="2185607"/>
                  </a:lnTo>
                  <a:lnTo>
                    <a:pt x="1811369" y="2184178"/>
                  </a:lnTo>
                  <a:lnTo>
                    <a:pt x="1811941" y="2183797"/>
                  </a:lnTo>
                  <a:lnTo>
                    <a:pt x="1812703" y="2183702"/>
                  </a:lnTo>
                  <a:lnTo>
                    <a:pt x="1813465" y="2183892"/>
                  </a:lnTo>
                  <a:lnTo>
                    <a:pt x="1814798" y="2184749"/>
                  </a:lnTo>
                  <a:lnTo>
                    <a:pt x="1815560" y="2184749"/>
                  </a:lnTo>
                  <a:lnTo>
                    <a:pt x="1815846" y="2184273"/>
                  </a:lnTo>
                  <a:lnTo>
                    <a:pt x="1815275" y="2183321"/>
                  </a:lnTo>
                  <a:lnTo>
                    <a:pt x="1815941" y="2183225"/>
                  </a:lnTo>
                  <a:lnTo>
                    <a:pt x="1816703" y="2183511"/>
                  </a:lnTo>
                  <a:lnTo>
                    <a:pt x="1817370" y="2183511"/>
                  </a:lnTo>
                  <a:lnTo>
                    <a:pt x="1817846" y="2182654"/>
                  </a:lnTo>
                  <a:lnTo>
                    <a:pt x="1818132" y="2183130"/>
                  </a:lnTo>
                  <a:lnTo>
                    <a:pt x="1818513" y="2183321"/>
                  </a:lnTo>
                  <a:lnTo>
                    <a:pt x="1818704" y="2183130"/>
                  </a:lnTo>
                  <a:lnTo>
                    <a:pt x="1818513" y="2182559"/>
                  </a:lnTo>
                  <a:lnTo>
                    <a:pt x="1818894" y="2182178"/>
                  </a:lnTo>
                  <a:lnTo>
                    <a:pt x="1820132" y="2182749"/>
                  </a:lnTo>
                  <a:lnTo>
                    <a:pt x="1821085" y="2182463"/>
                  </a:lnTo>
                  <a:lnTo>
                    <a:pt x="1822895" y="2180939"/>
                  </a:lnTo>
                  <a:lnTo>
                    <a:pt x="1822609" y="2180939"/>
                  </a:lnTo>
                  <a:lnTo>
                    <a:pt x="1822609" y="2180558"/>
                  </a:lnTo>
                  <a:lnTo>
                    <a:pt x="1822895" y="2180177"/>
                  </a:lnTo>
                  <a:lnTo>
                    <a:pt x="1822895" y="2179701"/>
                  </a:lnTo>
                  <a:lnTo>
                    <a:pt x="1822704" y="2179320"/>
                  </a:lnTo>
                  <a:lnTo>
                    <a:pt x="1822323" y="2179034"/>
                  </a:lnTo>
                  <a:lnTo>
                    <a:pt x="1822514" y="2178939"/>
                  </a:lnTo>
                  <a:lnTo>
                    <a:pt x="1822799" y="2178749"/>
                  </a:lnTo>
                  <a:lnTo>
                    <a:pt x="1822990" y="2178653"/>
                  </a:lnTo>
                  <a:lnTo>
                    <a:pt x="1822990" y="2179225"/>
                  </a:lnTo>
                  <a:lnTo>
                    <a:pt x="1822990" y="2179415"/>
                  </a:lnTo>
                  <a:lnTo>
                    <a:pt x="1823371" y="2179130"/>
                  </a:lnTo>
                  <a:lnTo>
                    <a:pt x="1824514" y="2178653"/>
                  </a:lnTo>
                  <a:lnTo>
                    <a:pt x="1823943" y="2179320"/>
                  </a:lnTo>
                  <a:lnTo>
                    <a:pt x="1823847" y="2179701"/>
                  </a:lnTo>
                  <a:lnTo>
                    <a:pt x="1824609" y="2180463"/>
                  </a:lnTo>
                  <a:lnTo>
                    <a:pt x="1824990" y="2181035"/>
                  </a:lnTo>
                  <a:lnTo>
                    <a:pt x="1825181" y="2181511"/>
                  </a:lnTo>
                  <a:lnTo>
                    <a:pt x="1825181" y="2181892"/>
                  </a:lnTo>
                  <a:lnTo>
                    <a:pt x="1825181" y="2182273"/>
                  </a:lnTo>
                  <a:lnTo>
                    <a:pt x="1824800" y="2183225"/>
                  </a:lnTo>
                  <a:lnTo>
                    <a:pt x="1823466" y="2185226"/>
                  </a:lnTo>
                  <a:lnTo>
                    <a:pt x="1822990" y="2186083"/>
                  </a:lnTo>
                  <a:lnTo>
                    <a:pt x="1822990" y="2186845"/>
                  </a:lnTo>
                  <a:lnTo>
                    <a:pt x="1823752" y="2186464"/>
                  </a:lnTo>
                  <a:lnTo>
                    <a:pt x="1825466" y="2185035"/>
                  </a:lnTo>
                  <a:lnTo>
                    <a:pt x="1826038" y="2184749"/>
                  </a:lnTo>
                  <a:lnTo>
                    <a:pt x="1826514" y="2184654"/>
                  </a:lnTo>
                  <a:lnTo>
                    <a:pt x="1826800" y="2184368"/>
                  </a:lnTo>
                  <a:lnTo>
                    <a:pt x="1827086" y="2182844"/>
                  </a:lnTo>
                  <a:lnTo>
                    <a:pt x="1827276" y="2182559"/>
                  </a:lnTo>
                  <a:lnTo>
                    <a:pt x="1828229" y="2181797"/>
                  </a:lnTo>
                  <a:lnTo>
                    <a:pt x="1828610" y="2181606"/>
                  </a:lnTo>
                  <a:lnTo>
                    <a:pt x="1828610" y="2181225"/>
                  </a:lnTo>
                  <a:lnTo>
                    <a:pt x="1828324" y="2181225"/>
                  </a:lnTo>
                  <a:lnTo>
                    <a:pt x="1827467" y="2181225"/>
                  </a:lnTo>
                  <a:lnTo>
                    <a:pt x="1827657" y="2180654"/>
                  </a:lnTo>
                  <a:lnTo>
                    <a:pt x="1827848" y="2180177"/>
                  </a:lnTo>
                  <a:lnTo>
                    <a:pt x="1828133" y="2179892"/>
                  </a:lnTo>
                  <a:lnTo>
                    <a:pt x="1828514" y="2179701"/>
                  </a:lnTo>
                  <a:lnTo>
                    <a:pt x="1828324" y="2179511"/>
                  </a:lnTo>
                  <a:lnTo>
                    <a:pt x="1828038" y="2178939"/>
                  </a:lnTo>
                  <a:lnTo>
                    <a:pt x="1829181" y="2178939"/>
                  </a:lnTo>
                  <a:lnTo>
                    <a:pt x="1828419" y="2177701"/>
                  </a:lnTo>
                  <a:lnTo>
                    <a:pt x="1828324" y="2175986"/>
                  </a:lnTo>
                  <a:lnTo>
                    <a:pt x="1828895" y="2174367"/>
                  </a:lnTo>
                  <a:lnTo>
                    <a:pt x="1829943" y="2173415"/>
                  </a:lnTo>
                  <a:lnTo>
                    <a:pt x="1829657" y="2174462"/>
                  </a:lnTo>
                  <a:lnTo>
                    <a:pt x="1829753" y="2175034"/>
                  </a:lnTo>
                  <a:lnTo>
                    <a:pt x="1832324" y="2176463"/>
                  </a:lnTo>
                  <a:lnTo>
                    <a:pt x="1832991" y="2176463"/>
                  </a:lnTo>
                  <a:lnTo>
                    <a:pt x="1833277" y="2175796"/>
                  </a:lnTo>
                  <a:lnTo>
                    <a:pt x="1833468" y="2175891"/>
                  </a:lnTo>
                  <a:lnTo>
                    <a:pt x="1833563" y="2175891"/>
                  </a:lnTo>
                  <a:lnTo>
                    <a:pt x="1833658" y="2176177"/>
                  </a:lnTo>
                  <a:lnTo>
                    <a:pt x="1833848" y="2175796"/>
                  </a:lnTo>
                  <a:lnTo>
                    <a:pt x="1834229" y="2175320"/>
                  </a:lnTo>
                  <a:lnTo>
                    <a:pt x="1834420" y="2175034"/>
                  </a:lnTo>
                  <a:lnTo>
                    <a:pt x="1834610" y="2175605"/>
                  </a:lnTo>
                  <a:lnTo>
                    <a:pt x="1834420" y="2176082"/>
                  </a:lnTo>
                  <a:lnTo>
                    <a:pt x="1833658" y="2176939"/>
                  </a:lnTo>
                  <a:lnTo>
                    <a:pt x="1834420" y="2177034"/>
                  </a:lnTo>
                  <a:lnTo>
                    <a:pt x="1836896" y="2176558"/>
                  </a:lnTo>
                  <a:lnTo>
                    <a:pt x="1836896" y="2176939"/>
                  </a:lnTo>
                  <a:lnTo>
                    <a:pt x="1836325" y="2177034"/>
                  </a:lnTo>
                  <a:lnTo>
                    <a:pt x="1835753" y="2177225"/>
                  </a:lnTo>
                  <a:lnTo>
                    <a:pt x="1835372" y="2177606"/>
                  </a:lnTo>
                  <a:lnTo>
                    <a:pt x="1835468" y="2178082"/>
                  </a:lnTo>
                  <a:lnTo>
                    <a:pt x="1834991" y="2178177"/>
                  </a:lnTo>
                  <a:lnTo>
                    <a:pt x="1834610" y="2178368"/>
                  </a:lnTo>
                  <a:lnTo>
                    <a:pt x="1834325" y="2178558"/>
                  </a:lnTo>
                  <a:lnTo>
                    <a:pt x="1834039" y="2178844"/>
                  </a:lnTo>
                  <a:lnTo>
                    <a:pt x="1834039" y="2179225"/>
                  </a:lnTo>
                  <a:lnTo>
                    <a:pt x="1834325" y="2179511"/>
                  </a:lnTo>
                  <a:lnTo>
                    <a:pt x="1834610" y="2179606"/>
                  </a:lnTo>
                  <a:lnTo>
                    <a:pt x="1834896" y="2179511"/>
                  </a:lnTo>
                  <a:lnTo>
                    <a:pt x="1835182" y="2179225"/>
                  </a:lnTo>
                  <a:lnTo>
                    <a:pt x="1835468" y="2179225"/>
                  </a:lnTo>
                  <a:lnTo>
                    <a:pt x="1835182" y="2180844"/>
                  </a:lnTo>
                  <a:lnTo>
                    <a:pt x="1834801" y="2181416"/>
                  </a:lnTo>
                  <a:lnTo>
                    <a:pt x="1833944" y="2181511"/>
                  </a:lnTo>
                  <a:lnTo>
                    <a:pt x="1834229" y="2180844"/>
                  </a:lnTo>
                  <a:lnTo>
                    <a:pt x="1833468" y="2180463"/>
                  </a:lnTo>
                  <a:lnTo>
                    <a:pt x="1832610" y="2180749"/>
                  </a:lnTo>
                  <a:lnTo>
                    <a:pt x="1832515" y="2181892"/>
                  </a:lnTo>
                  <a:lnTo>
                    <a:pt x="1833182" y="2182749"/>
                  </a:lnTo>
                  <a:lnTo>
                    <a:pt x="1834134" y="2182940"/>
                  </a:lnTo>
                  <a:lnTo>
                    <a:pt x="1836801" y="2182654"/>
                  </a:lnTo>
                  <a:lnTo>
                    <a:pt x="1836801" y="2182273"/>
                  </a:lnTo>
                  <a:lnTo>
                    <a:pt x="1836325" y="2182273"/>
                  </a:lnTo>
                  <a:lnTo>
                    <a:pt x="1836134" y="2182273"/>
                  </a:lnTo>
                  <a:lnTo>
                    <a:pt x="1836134" y="2181892"/>
                  </a:lnTo>
                  <a:lnTo>
                    <a:pt x="1836611" y="2181797"/>
                  </a:lnTo>
                  <a:lnTo>
                    <a:pt x="1836801" y="2181606"/>
                  </a:lnTo>
                  <a:lnTo>
                    <a:pt x="1836706" y="2181320"/>
                  </a:lnTo>
                  <a:lnTo>
                    <a:pt x="1836325" y="2180844"/>
                  </a:lnTo>
                  <a:lnTo>
                    <a:pt x="1836801" y="2180558"/>
                  </a:lnTo>
                  <a:lnTo>
                    <a:pt x="1837182" y="2180273"/>
                  </a:lnTo>
                  <a:lnTo>
                    <a:pt x="1837849" y="2179320"/>
                  </a:lnTo>
                  <a:lnTo>
                    <a:pt x="1838611" y="2180082"/>
                  </a:lnTo>
                  <a:lnTo>
                    <a:pt x="1838611" y="2180463"/>
                  </a:lnTo>
                  <a:lnTo>
                    <a:pt x="1837754" y="2180177"/>
                  </a:lnTo>
                  <a:lnTo>
                    <a:pt x="1837373" y="2180654"/>
                  </a:lnTo>
                  <a:lnTo>
                    <a:pt x="1837277" y="2181320"/>
                  </a:lnTo>
                  <a:lnTo>
                    <a:pt x="1837373" y="2181701"/>
                  </a:lnTo>
                  <a:lnTo>
                    <a:pt x="1837849" y="2181606"/>
                  </a:lnTo>
                  <a:lnTo>
                    <a:pt x="1839373" y="2180939"/>
                  </a:lnTo>
                  <a:lnTo>
                    <a:pt x="1839278" y="2180749"/>
                  </a:lnTo>
                  <a:lnTo>
                    <a:pt x="1838992" y="2180177"/>
                  </a:lnTo>
                  <a:lnTo>
                    <a:pt x="1839468" y="2180082"/>
                  </a:lnTo>
                  <a:lnTo>
                    <a:pt x="1839754" y="2179892"/>
                  </a:lnTo>
                  <a:lnTo>
                    <a:pt x="1839944" y="2179511"/>
                  </a:lnTo>
                  <a:lnTo>
                    <a:pt x="1840039" y="2178939"/>
                  </a:lnTo>
                  <a:lnTo>
                    <a:pt x="1839659" y="2178939"/>
                  </a:lnTo>
                  <a:lnTo>
                    <a:pt x="1839468" y="2178844"/>
                  </a:lnTo>
                  <a:lnTo>
                    <a:pt x="1839278" y="2178749"/>
                  </a:lnTo>
                  <a:lnTo>
                    <a:pt x="1838992" y="2178653"/>
                  </a:lnTo>
                  <a:lnTo>
                    <a:pt x="1838992" y="2178272"/>
                  </a:lnTo>
                  <a:lnTo>
                    <a:pt x="1839563" y="2178558"/>
                  </a:lnTo>
                  <a:lnTo>
                    <a:pt x="1840230" y="2178653"/>
                  </a:lnTo>
                  <a:lnTo>
                    <a:pt x="1840802" y="2178368"/>
                  </a:lnTo>
                  <a:lnTo>
                    <a:pt x="1841087" y="2177510"/>
                  </a:lnTo>
                  <a:lnTo>
                    <a:pt x="1840897" y="2177606"/>
                  </a:lnTo>
                  <a:lnTo>
                    <a:pt x="1840421" y="2177987"/>
                  </a:lnTo>
                  <a:lnTo>
                    <a:pt x="1840706" y="2177129"/>
                  </a:lnTo>
                  <a:lnTo>
                    <a:pt x="1841373" y="2176844"/>
                  </a:lnTo>
                  <a:lnTo>
                    <a:pt x="1841849" y="2176463"/>
                  </a:lnTo>
                  <a:lnTo>
                    <a:pt x="1841564" y="2175320"/>
                  </a:lnTo>
                  <a:lnTo>
                    <a:pt x="1841183" y="2175320"/>
                  </a:lnTo>
                  <a:lnTo>
                    <a:pt x="1840611" y="2176177"/>
                  </a:lnTo>
                  <a:lnTo>
                    <a:pt x="1840421" y="2176463"/>
                  </a:lnTo>
                  <a:lnTo>
                    <a:pt x="1840421" y="2176082"/>
                  </a:lnTo>
                  <a:lnTo>
                    <a:pt x="1840326" y="2175986"/>
                  </a:lnTo>
                  <a:lnTo>
                    <a:pt x="1840135" y="2175986"/>
                  </a:lnTo>
                  <a:lnTo>
                    <a:pt x="1840039" y="2176272"/>
                  </a:lnTo>
                  <a:lnTo>
                    <a:pt x="1839849" y="2176367"/>
                  </a:lnTo>
                  <a:lnTo>
                    <a:pt x="1839659" y="2176463"/>
                  </a:lnTo>
                  <a:lnTo>
                    <a:pt x="1839373" y="2176748"/>
                  </a:lnTo>
                  <a:lnTo>
                    <a:pt x="1839468" y="2176177"/>
                  </a:lnTo>
                  <a:lnTo>
                    <a:pt x="1839278" y="2175701"/>
                  </a:lnTo>
                  <a:lnTo>
                    <a:pt x="1839278" y="2175129"/>
                  </a:lnTo>
                  <a:lnTo>
                    <a:pt x="1839373" y="2174939"/>
                  </a:lnTo>
                  <a:lnTo>
                    <a:pt x="1839563" y="2174748"/>
                  </a:lnTo>
                  <a:lnTo>
                    <a:pt x="1839849" y="2174462"/>
                  </a:lnTo>
                  <a:lnTo>
                    <a:pt x="1839944" y="2173986"/>
                  </a:lnTo>
                  <a:lnTo>
                    <a:pt x="1839278" y="2174367"/>
                  </a:lnTo>
                  <a:lnTo>
                    <a:pt x="1838897" y="2175034"/>
                  </a:lnTo>
                  <a:lnTo>
                    <a:pt x="1838516" y="2176653"/>
                  </a:lnTo>
                  <a:lnTo>
                    <a:pt x="1838325" y="2176177"/>
                  </a:lnTo>
                  <a:lnTo>
                    <a:pt x="1838230" y="2176082"/>
                  </a:lnTo>
                  <a:lnTo>
                    <a:pt x="1838230" y="2176082"/>
                  </a:lnTo>
                  <a:lnTo>
                    <a:pt x="1838420" y="2175796"/>
                  </a:lnTo>
                  <a:lnTo>
                    <a:pt x="1838420" y="2175415"/>
                  </a:lnTo>
                  <a:lnTo>
                    <a:pt x="1837944" y="2175320"/>
                  </a:lnTo>
                  <a:lnTo>
                    <a:pt x="1837373" y="2175034"/>
                  </a:lnTo>
                  <a:lnTo>
                    <a:pt x="1836896" y="2174939"/>
                  </a:lnTo>
                  <a:lnTo>
                    <a:pt x="1836896" y="2174558"/>
                  </a:lnTo>
                  <a:lnTo>
                    <a:pt x="1837754" y="2174558"/>
                  </a:lnTo>
                  <a:lnTo>
                    <a:pt x="1837849" y="2174558"/>
                  </a:lnTo>
                  <a:lnTo>
                    <a:pt x="1837944" y="2174558"/>
                  </a:lnTo>
                  <a:lnTo>
                    <a:pt x="1837849" y="2174558"/>
                  </a:lnTo>
                  <a:lnTo>
                    <a:pt x="1837754" y="2174558"/>
                  </a:lnTo>
                  <a:lnTo>
                    <a:pt x="1837658" y="2174367"/>
                  </a:lnTo>
                  <a:lnTo>
                    <a:pt x="1837658" y="2174177"/>
                  </a:lnTo>
                  <a:lnTo>
                    <a:pt x="1838420" y="2174177"/>
                  </a:lnTo>
                  <a:lnTo>
                    <a:pt x="1838420" y="2173796"/>
                  </a:lnTo>
                  <a:lnTo>
                    <a:pt x="1838039" y="2173415"/>
                  </a:lnTo>
                  <a:lnTo>
                    <a:pt x="1837468" y="2173034"/>
                  </a:lnTo>
                  <a:lnTo>
                    <a:pt x="1836896" y="2172748"/>
                  </a:lnTo>
                  <a:lnTo>
                    <a:pt x="1836230" y="2172557"/>
                  </a:lnTo>
                  <a:lnTo>
                    <a:pt x="1836611" y="2172367"/>
                  </a:lnTo>
                  <a:lnTo>
                    <a:pt x="1836896" y="2172272"/>
                  </a:lnTo>
                  <a:lnTo>
                    <a:pt x="1837182" y="2172272"/>
                  </a:lnTo>
                  <a:lnTo>
                    <a:pt x="1837658" y="2172462"/>
                  </a:lnTo>
                  <a:lnTo>
                    <a:pt x="1837658" y="2171510"/>
                  </a:lnTo>
                  <a:lnTo>
                    <a:pt x="1837944" y="2170938"/>
                  </a:lnTo>
                  <a:lnTo>
                    <a:pt x="1838230" y="2170462"/>
                  </a:lnTo>
                  <a:lnTo>
                    <a:pt x="1838420" y="2169795"/>
                  </a:lnTo>
                  <a:lnTo>
                    <a:pt x="1838325" y="2169224"/>
                  </a:lnTo>
                  <a:lnTo>
                    <a:pt x="1838039" y="2168557"/>
                  </a:lnTo>
                  <a:lnTo>
                    <a:pt x="1837563" y="2168271"/>
                  </a:lnTo>
                  <a:lnTo>
                    <a:pt x="1836992" y="2168652"/>
                  </a:lnTo>
                  <a:lnTo>
                    <a:pt x="1836896" y="2168462"/>
                  </a:lnTo>
                  <a:lnTo>
                    <a:pt x="1836801" y="2168271"/>
                  </a:lnTo>
                  <a:lnTo>
                    <a:pt x="1836706" y="2168081"/>
                  </a:lnTo>
                  <a:lnTo>
                    <a:pt x="1836611" y="2167795"/>
                  </a:lnTo>
                  <a:lnTo>
                    <a:pt x="1837182" y="2167795"/>
                  </a:lnTo>
                  <a:lnTo>
                    <a:pt x="1837373" y="2167795"/>
                  </a:lnTo>
                  <a:lnTo>
                    <a:pt x="1836611" y="2167223"/>
                  </a:lnTo>
                  <a:lnTo>
                    <a:pt x="1835849" y="2166366"/>
                  </a:lnTo>
                  <a:lnTo>
                    <a:pt x="1835468" y="2165414"/>
                  </a:lnTo>
                  <a:lnTo>
                    <a:pt x="1835944" y="2164175"/>
                  </a:lnTo>
                  <a:lnTo>
                    <a:pt x="1835944" y="2162556"/>
                  </a:lnTo>
                  <a:lnTo>
                    <a:pt x="1836134" y="2162080"/>
                  </a:lnTo>
                  <a:lnTo>
                    <a:pt x="1836325" y="2161699"/>
                  </a:lnTo>
                  <a:lnTo>
                    <a:pt x="1836611" y="2161318"/>
                  </a:lnTo>
                  <a:lnTo>
                    <a:pt x="1836992" y="2161032"/>
                  </a:lnTo>
                  <a:lnTo>
                    <a:pt x="1836134" y="2164271"/>
                  </a:lnTo>
                  <a:lnTo>
                    <a:pt x="1836230" y="2165604"/>
                  </a:lnTo>
                  <a:lnTo>
                    <a:pt x="1837754" y="2165985"/>
                  </a:lnTo>
                  <a:lnTo>
                    <a:pt x="1837087" y="2165414"/>
                  </a:lnTo>
                  <a:lnTo>
                    <a:pt x="1837468" y="2164842"/>
                  </a:lnTo>
                  <a:lnTo>
                    <a:pt x="1838325" y="2164366"/>
                  </a:lnTo>
                  <a:lnTo>
                    <a:pt x="1839182" y="2164080"/>
                  </a:lnTo>
                  <a:lnTo>
                    <a:pt x="1838992" y="2163794"/>
                  </a:lnTo>
                  <a:lnTo>
                    <a:pt x="1838897" y="2163604"/>
                  </a:lnTo>
                  <a:lnTo>
                    <a:pt x="1838801" y="2163413"/>
                  </a:lnTo>
                  <a:lnTo>
                    <a:pt x="1838516" y="2163223"/>
                  </a:lnTo>
                  <a:lnTo>
                    <a:pt x="1838516" y="2162842"/>
                  </a:lnTo>
                  <a:lnTo>
                    <a:pt x="1839373" y="2163032"/>
                  </a:lnTo>
                  <a:lnTo>
                    <a:pt x="1839563" y="2163128"/>
                  </a:lnTo>
                  <a:lnTo>
                    <a:pt x="1840230" y="2162556"/>
                  </a:lnTo>
                  <a:lnTo>
                    <a:pt x="1840611" y="2161985"/>
                  </a:lnTo>
                  <a:lnTo>
                    <a:pt x="1840897" y="2161318"/>
                  </a:lnTo>
                  <a:lnTo>
                    <a:pt x="1840992" y="2160365"/>
                  </a:lnTo>
                  <a:lnTo>
                    <a:pt x="1841278" y="2160842"/>
                  </a:lnTo>
                  <a:lnTo>
                    <a:pt x="1841373" y="2161032"/>
                  </a:lnTo>
                  <a:lnTo>
                    <a:pt x="1841754" y="2161032"/>
                  </a:lnTo>
                  <a:lnTo>
                    <a:pt x="1841754" y="2160842"/>
                  </a:lnTo>
                  <a:lnTo>
                    <a:pt x="1841754" y="2160461"/>
                  </a:lnTo>
                  <a:lnTo>
                    <a:pt x="1841754" y="2160270"/>
                  </a:lnTo>
                  <a:lnTo>
                    <a:pt x="1842040" y="2160270"/>
                  </a:lnTo>
                  <a:lnTo>
                    <a:pt x="1842040" y="2161223"/>
                  </a:lnTo>
                  <a:lnTo>
                    <a:pt x="1841659" y="2161699"/>
                  </a:lnTo>
                  <a:lnTo>
                    <a:pt x="1841183" y="2161889"/>
                  </a:lnTo>
                  <a:lnTo>
                    <a:pt x="1840897" y="2162270"/>
                  </a:lnTo>
                  <a:lnTo>
                    <a:pt x="1840897" y="2163032"/>
                  </a:lnTo>
                  <a:lnTo>
                    <a:pt x="1841278" y="2163509"/>
                  </a:lnTo>
                  <a:lnTo>
                    <a:pt x="1841849" y="2163604"/>
                  </a:lnTo>
                  <a:lnTo>
                    <a:pt x="1842421" y="2163318"/>
                  </a:lnTo>
                  <a:lnTo>
                    <a:pt x="1842230" y="2163223"/>
                  </a:lnTo>
                  <a:lnTo>
                    <a:pt x="1842040" y="2163223"/>
                  </a:lnTo>
                  <a:lnTo>
                    <a:pt x="1841849" y="2163128"/>
                  </a:lnTo>
                  <a:lnTo>
                    <a:pt x="1841659" y="2162937"/>
                  </a:lnTo>
                  <a:lnTo>
                    <a:pt x="1842326" y="2163128"/>
                  </a:lnTo>
                  <a:lnTo>
                    <a:pt x="1842516" y="2163223"/>
                  </a:lnTo>
                  <a:lnTo>
                    <a:pt x="1842707" y="2163413"/>
                  </a:lnTo>
                  <a:lnTo>
                    <a:pt x="1842802" y="2163128"/>
                  </a:lnTo>
                  <a:lnTo>
                    <a:pt x="1842897" y="2162937"/>
                  </a:lnTo>
                  <a:lnTo>
                    <a:pt x="1842993" y="2162651"/>
                  </a:lnTo>
                  <a:lnTo>
                    <a:pt x="1842993" y="2162270"/>
                  </a:lnTo>
                  <a:lnTo>
                    <a:pt x="1844516" y="2163509"/>
                  </a:lnTo>
                  <a:lnTo>
                    <a:pt x="1845183" y="2163890"/>
                  </a:lnTo>
                  <a:lnTo>
                    <a:pt x="1845183" y="2164271"/>
                  </a:lnTo>
                  <a:lnTo>
                    <a:pt x="1844516" y="2165033"/>
                  </a:lnTo>
                  <a:lnTo>
                    <a:pt x="1843373" y="2167319"/>
                  </a:lnTo>
                  <a:lnTo>
                    <a:pt x="1842516" y="2167795"/>
                  </a:lnTo>
                  <a:lnTo>
                    <a:pt x="1841849" y="2168271"/>
                  </a:lnTo>
                  <a:lnTo>
                    <a:pt x="1841754" y="2169319"/>
                  </a:lnTo>
                  <a:lnTo>
                    <a:pt x="1842326" y="2170081"/>
                  </a:lnTo>
                  <a:lnTo>
                    <a:pt x="1843754" y="2169700"/>
                  </a:lnTo>
                  <a:lnTo>
                    <a:pt x="1843278" y="2170938"/>
                  </a:lnTo>
                  <a:lnTo>
                    <a:pt x="1843088" y="2171605"/>
                  </a:lnTo>
                  <a:lnTo>
                    <a:pt x="1843088" y="2172462"/>
                  </a:lnTo>
                  <a:lnTo>
                    <a:pt x="1844897" y="2172081"/>
                  </a:lnTo>
                  <a:lnTo>
                    <a:pt x="1844897" y="2171510"/>
                  </a:lnTo>
                  <a:lnTo>
                    <a:pt x="1844707" y="2170843"/>
                  </a:lnTo>
                  <a:lnTo>
                    <a:pt x="1844231" y="2169700"/>
                  </a:lnTo>
                  <a:lnTo>
                    <a:pt x="1844612" y="2169700"/>
                  </a:lnTo>
                  <a:lnTo>
                    <a:pt x="1844707" y="2169986"/>
                  </a:lnTo>
                  <a:lnTo>
                    <a:pt x="1844993" y="2170462"/>
                  </a:lnTo>
                  <a:lnTo>
                    <a:pt x="1845374" y="2170462"/>
                  </a:lnTo>
                  <a:lnTo>
                    <a:pt x="1845564" y="2169890"/>
                  </a:lnTo>
                  <a:lnTo>
                    <a:pt x="1845659" y="2169224"/>
                  </a:lnTo>
                  <a:lnTo>
                    <a:pt x="1845659" y="2168557"/>
                  </a:lnTo>
                  <a:lnTo>
                    <a:pt x="1845659" y="2167795"/>
                  </a:lnTo>
                  <a:lnTo>
                    <a:pt x="1846040" y="2167795"/>
                  </a:lnTo>
                  <a:lnTo>
                    <a:pt x="1846040" y="2168271"/>
                  </a:lnTo>
                  <a:lnTo>
                    <a:pt x="1846421" y="2169414"/>
                  </a:lnTo>
                  <a:lnTo>
                    <a:pt x="1846612" y="2169033"/>
                  </a:lnTo>
                  <a:lnTo>
                    <a:pt x="1846993" y="2168557"/>
                  </a:lnTo>
                  <a:lnTo>
                    <a:pt x="1847088" y="2168271"/>
                  </a:lnTo>
                  <a:lnTo>
                    <a:pt x="1847469" y="2168271"/>
                  </a:lnTo>
                  <a:lnTo>
                    <a:pt x="1847279" y="2169224"/>
                  </a:lnTo>
                  <a:lnTo>
                    <a:pt x="1846802" y="2169795"/>
                  </a:lnTo>
                  <a:lnTo>
                    <a:pt x="1846326" y="2170271"/>
                  </a:lnTo>
                  <a:lnTo>
                    <a:pt x="1845945" y="2170938"/>
                  </a:lnTo>
                  <a:lnTo>
                    <a:pt x="1845755" y="2171795"/>
                  </a:lnTo>
                  <a:lnTo>
                    <a:pt x="1846136" y="2171891"/>
                  </a:lnTo>
                  <a:lnTo>
                    <a:pt x="1846802" y="2171795"/>
                  </a:lnTo>
                  <a:lnTo>
                    <a:pt x="1847755" y="2172081"/>
                  </a:lnTo>
                  <a:lnTo>
                    <a:pt x="1847755" y="2172462"/>
                  </a:lnTo>
                  <a:lnTo>
                    <a:pt x="1846898" y="2172748"/>
                  </a:lnTo>
                  <a:lnTo>
                    <a:pt x="1846517" y="2172843"/>
                  </a:lnTo>
                  <a:lnTo>
                    <a:pt x="1846040" y="2172843"/>
                  </a:lnTo>
                  <a:lnTo>
                    <a:pt x="1846326" y="2173415"/>
                  </a:lnTo>
                  <a:lnTo>
                    <a:pt x="1847374" y="2173891"/>
                  </a:lnTo>
                  <a:lnTo>
                    <a:pt x="1847850" y="2174462"/>
                  </a:lnTo>
                  <a:lnTo>
                    <a:pt x="1848422" y="2174081"/>
                  </a:lnTo>
                  <a:lnTo>
                    <a:pt x="1848803" y="2173510"/>
                  </a:lnTo>
                  <a:lnTo>
                    <a:pt x="1849374" y="2172176"/>
                  </a:lnTo>
                  <a:lnTo>
                    <a:pt x="1849755" y="2172367"/>
                  </a:lnTo>
                  <a:lnTo>
                    <a:pt x="1850136" y="2172176"/>
                  </a:lnTo>
                  <a:lnTo>
                    <a:pt x="1850136" y="2173129"/>
                  </a:lnTo>
                  <a:lnTo>
                    <a:pt x="1849660" y="2174272"/>
                  </a:lnTo>
                  <a:lnTo>
                    <a:pt x="1849564" y="2175415"/>
                  </a:lnTo>
                  <a:lnTo>
                    <a:pt x="1850612" y="2176367"/>
                  </a:lnTo>
                  <a:lnTo>
                    <a:pt x="1850993" y="2176367"/>
                  </a:lnTo>
                  <a:lnTo>
                    <a:pt x="1851089" y="2175891"/>
                  </a:lnTo>
                  <a:lnTo>
                    <a:pt x="1851184" y="2175701"/>
                  </a:lnTo>
                  <a:lnTo>
                    <a:pt x="1851660" y="2175320"/>
                  </a:lnTo>
                  <a:lnTo>
                    <a:pt x="1851660" y="2177701"/>
                  </a:lnTo>
                  <a:lnTo>
                    <a:pt x="1851374" y="2177701"/>
                  </a:lnTo>
                  <a:lnTo>
                    <a:pt x="1851089" y="2177129"/>
                  </a:lnTo>
                  <a:lnTo>
                    <a:pt x="1850708" y="2177034"/>
                  </a:lnTo>
                  <a:lnTo>
                    <a:pt x="1849564" y="2177320"/>
                  </a:lnTo>
                  <a:lnTo>
                    <a:pt x="1849564" y="2177701"/>
                  </a:lnTo>
                  <a:lnTo>
                    <a:pt x="1850422" y="2177987"/>
                  </a:lnTo>
                  <a:lnTo>
                    <a:pt x="1850612" y="2178844"/>
                  </a:lnTo>
                  <a:lnTo>
                    <a:pt x="1850708" y="2179796"/>
                  </a:lnTo>
                  <a:lnTo>
                    <a:pt x="1851374" y="2180368"/>
                  </a:lnTo>
                  <a:lnTo>
                    <a:pt x="1850993" y="2179606"/>
                  </a:lnTo>
                  <a:lnTo>
                    <a:pt x="1851374" y="2179415"/>
                  </a:lnTo>
                  <a:lnTo>
                    <a:pt x="1852232" y="2179415"/>
                  </a:lnTo>
                  <a:lnTo>
                    <a:pt x="1852708" y="2179225"/>
                  </a:lnTo>
                  <a:lnTo>
                    <a:pt x="1852994" y="2178939"/>
                  </a:lnTo>
                  <a:lnTo>
                    <a:pt x="1853184" y="2178558"/>
                  </a:lnTo>
                  <a:lnTo>
                    <a:pt x="1853470" y="2178177"/>
                  </a:lnTo>
                  <a:lnTo>
                    <a:pt x="1853946" y="2178082"/>
                  </a:lnTo>
                  <a:lnTo>
                    <a:pt x="1854899" y="2178463"/>
                  </a:lnTo>
                  <a:lnTo>
                    <a:pt x="1855851" y="2179034"/>
                  </a:lnTo>
                  <a:lnTo>
                    <a:pt x="1856708" y="2179130"/>
                  </a:lnTo>
                  <a:lnTo>
                    <a:pt x="1857280" y="2178082"/>
                  </a:lnTo>
                  <a:lnTo>
                    <a:pt x="1856804" y="2177987"/>
                  </a:lnTo>
                  <a:lnTo>
                    <a:pt x="1856327" y="2177987"/>
                  </a:lnTo>
                  <a:lnTo>
                    <a:pt x="1855184" y="2178082"/>
                  </a:lnTo>
                  <a:lnTo>
                    <a:pt x="1856137" y="2176748"/>
                  </a:lnTo>
                  <a:lnTo>
                    <a:pt x="1855946" y="2175796"/>
                  </a:lnTo>
                  <a:lnTo>
                    <a:pt x="1854994" y="2175034"/>
                  </a:lnTo>
                  <a:lnTo>
                    <a:pt x="1853756" y="2174272"/>
                  </a:lnTo>
                  <a:lnTo>
                    <a:pt x="1853756" y="2173891"/>
                  </a:lnTo>
                  <a:lnTo>
                    <a:pt x="1854137" y="2173891"/>
                  </a:lnTo>
                  <a:lnTo>
                    <a:pt x="1854137" y="2173510"/>
                  </a:lnTo>
                  <a:lnTo>
                    <a:pt x="1853089" y="2173510"/>
                  </a:lnTo>
                  <a:lnTo>
                    <a:pt x="1853279" y="2173415"/>
                  </a:lnTo>
                  <a:lnTo>
                    <a:pt x="1853470" y="2173415"/>
                  </a:lnTo>
                  <a:lnTo>
                    <a:pt x="1853660" y="2173319"/>
                  </a:lnTo>
                  <a:lnTo>
                    <a:pt x="1853851" y="2173034"/>
                  </a:lnTo>
                  <a:lnTo>
                    <a:pt x="1853565" y="2172653"/>
                  </a:lnTo>
                  <a:lnTo>
                    <a:pt x="1853851" y="2172748"/>
                  </a:lnTo>
                  <a:lnTo>
                    <a:pt x="1853946" y="2172748"/>
                  </a:lnTo>
                  <a:lnTo>
                    <a:pt x="1854041" y="2172843"/>
                  </a:lnTo>
                  <a:lnTo>
                    <a:pt x="1854232" y="2173034"/>
                  </a:lnTo>
                  <a:lnTo>
                    <a:pt x="1854232" y="2172367"/>
                  </a:lnTo>
                  <a:lnTo>
                    <a:pt x="1854137" y="2172176"/>
                  </a:lnTo>
                  <a:lnTo>
                    <a:pt x="1853851" y="2171891"/>
                  </a:lnTo>
                  <a:lnTo>
                    <a:pt x="1854518" y="2171605"/>
                  </a:lnTo>
                  <a:lnTo>
                    <a:pt x="1854803" y="2171986"/>
                  </a:lnTo>
                  <a:lnTo>
                    <a:pt x="1854899" y="2172653"/>
                  </a:lnTo>
                  <a:lnTo>
                    <a:pt x="1854899" y="2173319"/>
                  </a:lnTo>
                  <a:lnTo>
                    <a:pt x="1854994" y="2174081"/>
                  </a:lnTo>
                  <a:lnTo>
                    <a:pt x="1855280" y="2174177"/>
                  </a:lnTo>
                  <a:lnTo>
                    <a:pt x="1855661" y="2173891"/>
                  </a:lnTo>
                  <a:lnTo>
                    <a:pt x="1855946" y="2173605"/>
                  </a:lnTo>
                  <a:lnTo>
                    <a:pt x="1856423" y="2172557"/>
                  </a:lnTo>
                  <a:lnTo>
                    <a:pt x="1856327" y="2171224"/>
                  </a:lnTo>
                  <a:lnTo>
                    <a:pt x="1855851" y="2170367"/>
                  </a:lnTo>
                  <a:lnTo>
                    <a:pt x="1854899" y="2170557"/>
                  </a:lnTo>
                  <a:lnTo>
                    <a:pt x="1854994" y="2170081"/>
                  </a:lnTo>
                  <a:lnTo>
                    <a:pt x="1854994" y="2169795"/>
                  </a:lnTo>
                  <a:lnTo>
                    <a:pt x="1855089" y="2169605"/>
                  </a:lnTo>
                  <a:lnTo>
                    <a:pt x="1855280" y="2169319"/>
                  </a:lnTo>
                  <a:lnTo>
                    <a:pt x="1853565" y="2168747"/>
                  </a:lnTo>
                  <a:lnTo>
                    <a:pt x="1853089" y="2168462"/>
                  </a:lnTo>
                  <a:lnTo>
                    <a:pt x="1854232" y="2168271"/>
                  </a:lnTo>
                  <a:lnTo>
                    <a:pt x="1856327" y="2168652"/>
                  </a:lnTo>
                  <a:lnTo>
                    <a:pt x="1857375" y="2168462"/>
                  </a:lnTo>
                  <a:lnTo>
                    <a:pt x="1857089" y="2168843"/>
                  </a:lnTo>
                  <a:lnTo>
                    <a:pt x="1856899" y="2169224"/>
                  </a:lnTo>
                  <a:lnTo>
                    <a:pt x="1856899" y="2169700"/>
                  </a:lnTo>
                  <a:lnTo>
                    <a:pt x="1857185" y="2170271"/>
                  </a:lnTo>
                  <a:lnTo>
                    <a:pt x="1857375" y="2169890"/>
                  </a:lnTo>
                  <a:lnTo>
                    <a:pt x="1857947" y="2169128"/>
                  </a:lnTo>
                  <a:lnTo>
                    <a:pt x="1858232" y="2169128"/>
                  </a:lnTo>
                  <a:lnTo>
                    <a:pt x="1857756" y="2170652"/>
                  </a:lnTo>
                  <a:lnTo>
                    <a:pt x="1857470" y="2171033"/>
                  </a:lnTo>
                  <a:lnTo>
                    <a:pt x="1857470" y="2171414"/>
                  </a:lnTo>
                  <a:lnTo>
                    <a:pt x="1857851" y="2171795"/>
                  </a:lnTo>
                  <a:lnTo>
                    <a:pt x="1858137" y="2171795"/>
                  </a:lnTo>
                  <a:lnTo>
                    <a:pt x="1858423" y="2171414"/>
                  </a:lnTo>
                  <a:lnTo>
                    <a:pt x="1858709" y="2171033"/>
                  </a:lnTo>
                  <a:lnTo>
                    <a:pt x="1859089" y="2170748"/>
                  </a:lnTo>
                  <a:lnTo>
                    <a:pt x="1859566" y="2170557"/>
                  </a:lnTo>
                  <a:lnTo>
                    <a:pt x="1859280" y="2171319"/>
                  </a:lnTo>
                  <a:lnTo>
                    <a:pt x="1859661" y="2171129"/>
                  </a:lnTo>
                  <a:lnTo>
                    <a:pt x="1860328" y="2171033"/>
                  </a:lnTo>
                  <a:lnTo>
                    <a:pt x="1860709" y="2170938"/>
                  </a:lnTo>
                  <a:lnTo>
                    <a:pt x="1860614" y="2171129"/>
                  </a:lnTo>
                  <a:lnTo>
                    <a:pt x="1860328" y="2171605"/>
                  </a:lnTo>
                  <a:lnTo>
                    <a:pt x="1858709" y="2171795"/>
                  </a:lnTo>
                  <a:lnTo>
                    <a:pt x="1858137" y="2171986"/>
                  </a:lnTo>
                  <a:lnTo>
                    <a:pt x="1857851" y="2172176"/>
                  </a:lnTo>
                  <a:lnTo>
                    <a:pt x="1857756" y="2172272"/>
                  </a:lnTo>
                  <a:lnTo>
                    <a:pt x="1857661" y="2172367"/>
                  </a:lnTo>
                  <a:lnTo>
                    <a:pt x="1857470" y="2172748"/>
                  </a:lnTo>
                  <a:lnTo>
                    <a:pt x="1857661" y="2172843"/>
                  </a:lnTo>
                  <a:lnTo>
                    <a:pt x="1857947" y="2174367"/>
                  </a:lnTo>
                  <a:lnTo>
                    <a:pt x="1857756" y="2174653"/>
                  </a:lnTo>
                  <a:lnTo>
                    <a:pt x="1857470" y="2174748"/>
                  </a:lnTo>
                  <a:lnTo>
                    <a:pt x="1857185" y="2174939"/>
                  </a:lnTo>
                  <a:lnTo>
                    <a:pt x="1857185" y="2175510"/>
                  </a:lnTo>
                  <a:lnTo>
                    <a:pt x="1857280" y="2175605"/>
                  </a:lnTo>
                  <a:lnTo>
                    <a:pt x="1857947" y="2176272"/>
                  </a:lnTo>
                  <a:lnTo>
                    <a:pt x="1858232" y="2176367"/>
                  </a:lnTo>
                  <a:lnTo>
                    <a:pt x="1859089" y="2176272"/>
                  </a:lnTo>
                  <a:lnTo>
                    <a:pt x="1859376" y="2176367"/>
                  </a:lnTo>
                  <a:lnTo>
                    <a:pt x="1859566" y="2176748"/>
                  </a:lnTo>
                  <a:lnTo>
                    <a:pt x="1859852" y="2177606"/>
                  </a:lnTo>
                  <a:lnTo>
                    <a:pt x="1860614" y="2179225"/>
                  </a:lnTo>
                  <a:lnTo>
                    <a:pt x="1860995" y="2179606"/>
                  </a:lnTo>
                  <a:lnTo>
                    <a:pt x="1861852" y="2179987"/>
                  </a:lnTo>
                  <a:lnTo>
                    <a:pt x="1862614" y="2180082"/>
                  </a:lnTo>
                  <a:lnTo>
                    <a:pt x="1863185" y="2180082"/>
                  </a:lnTo>
                  <a:lnTo>
                    <a:pt x="1864328" y="2179892"/>
                  </a:lnTo>
                  <a:lnTo>
                    <a:pt x="1865471" y="2179511"/>
                  </a:lnTo>
                  <a:lnTo>
                    <a:pt x="1867281" y="2178272"/>
                  </a:lnTo>
                  <a:lnTo>
                    <a:pt x="1868234" y="2177891"/>
                  </a:lnTo>
                  <a:lnTo>
                    <a:pt x="1868234" y="2178272"/>
                  </a:lnTo>
                  <a:lnTo>
                    <a:pt x="1867567" y="2179130"/>
                  </a:lnTo>
                  <a:lnTo>
                    <a:pt x="1867281" y="2179606"/>
                  </a:lnTo>
                  <a:lnTo>
                    <a:pt x="1867091" y="2180273"/>
                  </a:lnTo>
                  <a:lnTo>
                    <a:pt x="1867662" y="2179796"/>
                  </a:lnTo>
                  <a:lnTo>
                    <a:pt x="1867853" y="2179511"/>
                  </a:lnTo>
                  <a:lnTo>
                    <a:pt x="1868234" y="2179511"/>
                  </a:lnTo>
                  <a:lnTo>
                    <a:pt x="1868424" y="2180273"/>
                  </a:lnTo>
                  <a:lnTo>
                    <a:pt x="1868805" y="2180558"/>
                  </a:lnTo>
                  <a:lnTo>
                    <a:pt x="1869281" y="2180368"/>
                  </a:lnTo>
                  <a:lnTo>
                    <a:pt x="1869662" y="2179796"/>
                  </a:lnTo>
                  <a:lnTo>
                    <a:pt x="1870043" y="2179796"/>
                  </a:lnTo>
                  <a:lnTo>
                    <a:pt x="1870329" y="2180463"/>
                  </a:lnTo>
                  <a:lnTo>
                    <a:pt x="1870805" y="2180844"/>
                  </a:lnTo>
                  <a:lnTo>
                    <a:pt x="1871282" y="2180844"/>
                  </a:lnTo>
                  <a:lnTo>
                    <a:pt x="1871472" y="2180177"/>
                  </a:lnTo>
                  <a:lnTo>
                    <a:pt x="1871853" y="2180177"/>
                  </a:lnTo>
                  <a:lnTo>
                    <a:pt x="1872234" y="2182940"/>
                  </a:lnTo>
                  <a:lnTo>
                    <a:pt x="1872234" y="2185416"/>
                  </a:lnTo>
                  <a:lnTo>
                    <a:pt x="1871758" y="2186178"/>
                  </a:lnTo>
                  <a:lnTo>
                    <a:pt x="1870520" y="2186559"/>
                  </a:lnTo>
                  <a:lnTo>
                    <a:pt x="1869091" y="2186750"/>
                  </a:lnTo>
                  <a:lnTo>
                    <a:pt x="1867853" y="2187131"/>
                  </a:lnTo>
                  <a:lnTo>
                    <a:pt x="1866995" y="2187893"/>
                  </a:lnTo>
                  <a:lnTo>
                    <a:pt x="1866805" y="2188750"/>
                  </a:lnTo>
                  <a:lnTo>
                    <a:pt x="1867376" y="2189512"/>
                  </a:lnTo>
                  <a:lnTo>
                    <a:pt x="1868805" y="2189798"/>
                  </a:lnTo>
                  <a:lnTo>
                    <a:pt x="1869853" y="2190179"/>
                  </a:lnTo>
                  <a:lnTo>
                    <a:pt x="1872044" y="2191512"/>
                  </a:lnTo>
                  <a:lnTo>
                    <a:pt x="1872996" y="2191417"/>
                  </a:lnTo>
                  <a:lnTo>
                    <a:pt x="1872615" y="2191036"/>
                  </a:lnTo>
                  <a:lnTo>
                    <a:pt x="1872425" y="2190560"/>
                  </a:lnTo>
                  <a:lnTo>
                    <a:pt x="1872425" y="2189988"/>
                  </a:lnTo>
                  <a:lnTo>
                    <a:pt x="1872710" y="2189417"/>
                  </a:lnTo>
                  <a:lnTo>
                    <a:pt x="1873091" y="2190274"/>
                  </a:lnTo>
                  <a:lnTo>
                    <a:pt x="1873853" y="2190655"/>
                  </a:lnTo>
                  <a:lnTo>
                    <a:pt x="1876139" y="2190655"/>
                  </a:lnTo>
                  <a:lnTo>
                    <a:pt x="1876425" y="2188845"/>
                  </a:lnTo>
                  <a:lnTo>
                    <a:pt x="1876806" y="2187512"/>
                  </a:lnTo>
                  <a:lnTo>
                    <a:pt x="1877473" y="2186750"/>
                  </a:lnTo>
                  <a:lnTo>
                    <a:pt x="1877378" y="2188274"/>
                  </a:lnTo>
                  <a:lnTo>
                    <a:pt x="1877473" y="2189798"/>
                  </a:lnTo>
                  <a:lnTo>
                    <a:pt x="1877759" y="2189798"/>
                  </a:lnTo>
                  <a:lnTo>
                    <a:pt x="1877854" y="2189512"/>
                  </a:lnTo>
                  <a:lnTo>
                    <a:pt x="1877949" y="2189417"/>
                  </a:lnTo>
                  <a:lnTo>
                    <a:pt x="1878139" y="2189321"/>
                  </a:lnTo>
                  <a:lnTo>
                    <a:pt x="1878426" y="2189036"/>
                  </a:lnTo>
                  <a:lnTo>
                    <a:pt x="1879378" y="2189512"/>
                  </a:lnTo>
                  <a:lnTo>
                    <a:pt x="1880521" y="2189131"/>
                  </a:lnTo>
                  <a:lnTo>
                    <a:pt x="1881378" y="2188274"/>
                  </a:lnTo>
                  <a:lnTo>
                    <a:pt x="1881664" y="2187035"/>
                  </a:lnTo>
                  <a:lnTo>
                    <a:pt x="1882426" y="2188274"/>
                  </a:lnTo>
                  <a:lnTo>
                    <a:pt x="1882902" y="2188559"/>
                  </a:lnTo>
                  <a:lnTo>
                    <a:pt x="1887188" y="2188655"/>
                  </a:lnTo>
                  <a:lnTo>
                    <a:pt x="1887951" y="2188464"/>
                  </a:lnTo>
                  <a:lnTo>
                    <a:pt x="1888236" y="2188083"/>
                  </a:lnTo>
                  <a:lnTo>
                    <a:pt x="1888427" y="2187607"/>
                  </a:lnTo>
                  <a:lnTo>
                    <a:pt x="1888808" y="2186940"/>
                  </a:lnTo>
                  <a:lnTo>
                    <a:pt x="1889284" y="2186273"/>
                  </a:lnTo>
                  <a:lnTo>
                    <a:pt x="1889760" y="2185892"/>
                  </a:lnTo>
                  <a:lnTo>
                    <a:pt x="1889570" y="2186369"/>
                  </a:lnTo>
                  <a:lnTo>
                    <a:pt x="1889474" y="2186845"/>
                  </a:lnTo>
                  <a:lnTo>
                    <a:pt x="1889570" y="2187321"/>
                  </a:lnTo>
                  <a:lnTo>
                    <a:pt x="1889855" y="2187797"/>
                  </a:lnTo>
                  <a:lnTo>
                    <a:pt x="1890618" y="2187321"/>
                  </a:lnTo>
                  <a:lnTo>
                    <a:pt x="1892999" y="2186369"/>
                  </a:lnTo>
                  <a:lnTo>
                    <a:pt x="1893475" y="2185702"/>
                  </a:lnTo>
                  <a:lnTo>
                    <a:pt x="1893665" y="2185416"/>
                  </a:lnTo>
                  <a:lnTo>
                    <a:pt x="1894427" y="2184654"/>
                  </a:lnTo>
                  <a:lnTo>
                    <a:pt x="1894618" y="2184368"/>
                  </a:lnTo>
                  <a:lnTo>
                    <a:pt x="1894713" y="2183797"/>
                  </a:lnTo>
                  <a:lnTo>
                    <a:pt x="1894618" y="2182082"/>
                  </a:lnTo>
                  <a:lnTo>
                    <a:pt x="1894808" y="2181797"/>
                  </a:lnTo>
                  <a:lnTo>
                    <a:pt x="1895094" y="2181606"/>
                  </a:lnTo>
                  <a:lnTo>
                    <a:pt x="1895189" y="2181320"/>
                  </a:lnTo>
                  <a:lnTo>
                    <a:pt x="1893665" y="2179225"/>
                  </a:lnTo>
                  <a:lnTo>
                    <a:pt x="1893570" y="2178844"/>
                  </a:lnTo>
                  <a:lnTo>
                    <a:pt x="1892999" y="2178368"/>
                  </a:lnTo>
                  <a:lnTo>
                    <a:pt x="1889570" y="2177129"/>
                  </a:lnTo>
                  <a:lnTo>
                    <a:pt x="1889570" y="2176748"/>
                  </a:lnTo>
                  <a:lnTo>
                    <a:pt x="1890618" y="2177129"/>
                  </a:lnTo>
                  <a:lnTo>
                    <a:pt x="1891760" y="2177129"/>
                  </a:lnTo>
                  <a:lnTo>
                    <a:pt x="1892522" y="2176653"/>
                  </a:lnTo>
                  <a:lnTo>
                    <a:pt x="1892427" y="2175605"/>
                  </a:lnTo>
                  <a:lnTo>
                    <a:pt x="1892046" y="2175701"/>
                  </a:lnTo>
                  <a:lnTo>
                    <a:pt x="1891284" y="2175891"/>
                  </a:lnTo>
                  <a:lnTo>
                    <a:pt x="1890903" y="2175986"/>
                  </a:lnTo>
                  <a:lnTo>
                    <a:pt x="1890903" y="2175605"/>
                  </a:lnTo>
                  <a:lnTo>
                    <a:pt x="1891094" y="2175605"/>
                  </a:lnTo>
                  <a:lnTo>
                    <a:pt x="1891475" y="2175605"/>
                  </a:lnTo>
                  <a:lnTo>
                    <a:pt x="1891665" y="2175605"/>
                  </a:lnTo>
                  <a:lnTo>
                    <a:pt x="1891475" y="2175415"/>
                  </a:lnTo>
                  <a:lnTo>
                    <a:pt x="1891379" y="2175224"/>
                  </a:lnTo>
                  <a:lnTo>
                    <a:pt x="1891189" y="2175034"/>
                  </a:lnTo>
                  <a:lnTo>
                    <a:pt x="1890903" y="2174843"/>
                  </a:lnTo>
                  <a:lnTo>
                    <a:pt x="1894904" y="2171414"/>
                  </a:lnTo>
                  <a:lnTo>
                    <a:pt x="1894999" y="2171986"/>
                  </a:lnTo>
                  <a:lnTo>
                    <a:pt x="1895285" y="2172272"/>
                  </a:lnTo>
                  <a:lnTo>
                    <a:pt x="1895761" y="2172367"/>
                  </a:lnTo>
                  <a:lnTo>
                    <a:pt x="1896332" y="2172272"/>
                  </a:lnTo>
                  <a:lnTo>
                    <a:pt x="1896332" y="2172653"/>
                  </a:lnTo>
                  <a:lnTo>
                    <a:pt x="1895666" y="2173129"/>
                  </a:lnTo>
                  <a:lnTo>
                    <a:pt x="1894904" y="2173796"/>
                  </a:lnTo>
                  <a:lnTo>
                    <a:pt x="1894523" y="2174462"/>
                  </a:lnTo>
                  <a:lnTo>
                    <a:pt x="1894904" y="2174939"/>
                  </a:lnTo>
                  <a:lnTo>
                    <a:pt x="1894713" y="2175320"/>
                  </a:lnTo>
                  <a:lnTo>
                    <a:pt x="1894523" y="2176463"/>
                  </a:lnTo>
                  <a:lnTo>
                    <a:pt x="1894999" y="2176748"/>
                  </a:lnTo>
                  <a:lnTo>
                    <a:pt x="1895380" y="2177129"/>
                  </a:lnTo>
                  <a:lnTo>
                    <a:pt x="1895570" y="2177606"/>
                  </a:lnTo>
                  <a:lnTo>
                    <a:pt x="1895666" y="2178177"/>
                  </a:lnTo>
                  <a:lnTo>
                    <a:pt x="1895856" y="2178749"/>
                  </a:lnTo>
                  <a:lnTo>
                    <a:pt x="1896332" y="2178558"/>
                  </a:lnTo>
                  <a:lnTo>
                    <a:pt x="1897476" y="2177701"/>
                  </a:lnTo>
                  <a:lnTo>
                    <a:pt x="1896809" y="2179320"/>
                  </a:lnTo>
                  <a:lnTo>
                    <a:pt x="1896904" y="2179606"/>
                  </a:lnTo>
                  <a:lnTo>
                    <a:pt x="1897189" y="2179892"/>
                  </a:lnTo>
                  <a:lnTo>
                    <a:pt x="1897285" y="2180463"/>
                  </a:lnTo>
                  <a:lnTo>
                    <a:pt x="1897285" y="2181130"/>
                  </a:lnTo>
                  <a:lnTo>
                    <a:pt x="1896999" y="2181606"/>
                  </a:lnTo>
                  <a:lnTo>
                    <a:pt x="1896999" y="2181987"/>
                  </a:lnTo>
                  <a:lnTo>
                    <a:pt x="1897380" y="2182273"/>
                  </a:lnTo>
                  <a:lnTo>
                    <a:pt x="1897761" y="2182463"/>
                  </a:lnTo>
                  <a:lnTo>
                    <a:pt x="1898142" y="2182559"/>
                  </a:lnTo>
                  <a:lnTo>
                    <a:pt x="1898523" y="2182463"/>
                  </a:lnTo>
                  <a:lnTo>
                    <a:pt x="1897952" y="2181511"/>
                  </a:lnTo>
                  <a:lnTo>
                    <a:pt x="1898618" y="2180558"/>
                  </a:lnTo>
                  <a:lnTo>
                    <a:pt x="1899761" y="2179796"/>
                  </a:lnTo>
                  <a:lnTo>
                    <a:pt x="1900714" y="2179320"/>
                  </a:lnTo>
                  <a:lnTo>
                    <a:pt x="1900714" y="2179796"/>
                  </a:lnTo>
                  <a:lnTo>
                    <a:pt x="1900619" y="2180082"/>
                  </a:lnTo>
                  <a:lnTo>
                    <a:pt x="1900428" y="2180273"/>
                  </a:lnTo>
                  <a:lnTo>
                    <a:pt x="1900238" y="2180463"/>
                  </a:lnTo>
                  <a:lnTo>
                    <a:pt x="1900333" y="2180844"/>
                  </a:lnTo>
                  <a:lnTo>
                    <a:pt x="1900428" y="2181701"/>
                  </a:lnTo>
                  <a:lnTo>
                    <a:pt x="1900619" y="2182082"/>
                  </a:lnTo>
                  <a:lnTo>
                    <a:pt x="1900143" y="2182940"/>
                  </a:lnTo>
                  <a:lnTo>
                    <a:pt x="1899666" y="2184749"/>
                  </a:lnTo>
                  <a:lnTo>
                    <a:pt x="1899095" y="2185130"/>
                  </a:lnTo>
                  <a:lnTo>
                    <a:pt x="1902238" y="2187226"/>
                  </a:lnTo>
                  <a:lnTo>
                    <a:pt x="1903952" y="2187702"/>
                  </a:lnTo>
                  <a:lnTo>
                    <a:pt x="1904905" y="2186654"/>
                  </a:lnTo>
                  <a:lnTo>
                    <a:pt x="1905191" y="2186654"/>
                  </a:lnTo>
                  <a:lnTo>
                    <a:pt x="1905191" y="2187035"/>
                  </a:lnTo>
                  <a:lnTo>
                    <a:pt x="1905572" y="2187035"/>
                  </a:lnTo>
                  <a:lnTo>
                    <a:pt x="1905572" y="2186654"/>
                  </a:lnTo>
                  <a:lnTo>
                    <a:pt x="1904905" y="2185607"/>
                  </a:lnTo>
                  <a:lnTo>
                    <a:pt x="1904238" y="2183702"/>
                  </a:lnTo>
                  <a:lnTo>
                    <a:pt x="1904238" y="2182082"/>
                  </a:lnTo>
                  <a:lnTo>
                    <a:pt x="1904238" y="2182082"/>
                  </a:lnTo>
                  <a:lnTo>
                    <a:pt x="1905572" y="2181701"/>
                  </a:lnTo>
                  <a:lnTo>
                    <a:pt x="1905572" y="2182082"/>
                  </a:lnTo>
                  <a:lnTo>
                    <a:pt x="1905191" y="2182749"/>
                  </a:lnTo>
                  <a:lnTo>
                    <a:pt x="1905476" y="2183416"/>
                  </a:lnTo>
                  <a:lnTo>
                    <a:pt x="1906143" y="2183702"/>
                  </a:lnTo>
                  <a:lnTo>
                    <a:pt x="1907096" y="2183225"/>
                  </a:lnTo>
                  <a:lnTo>
                    <a:pt x="1907001" y="2186369"/>
                  </a:lnTo>
                  <a:lnTo>
                    <a:pt x="1907191" y="2187797"/>
                  </a:lnTo>
                  <a:lnTo>
                    <a:pt x="1907762" y="2188655"/>
                  </a:lnTo>
                  <a:lnTo>
                    <a:pt x="1908143" y="2188655"/>
                  </a:lnTo>
                  <a:lnTo>
                    <a:pt x="1908239" y="2188274"/>
                  </a:lnTo>
                  <a:lnTo>
                    <a:pt x="1908429" y="2187988"/>
                  </a:lnTo>
                  <a:lnTo>
                    <a:pt x="1908905" y="2187416"/>
                  </a:lnTo>
                  <a:lnTo>
                    <a:pt x="1908905" y="2187131"/>
                  </a:lnTo>
                  <a:lnTo>
                    <a:pt x="1908524" y="2187131"/>
                  </a:lnTo>
                  <a:lnTo>
                    <a:pt x="1908524" y="2186750"/>
                  </a:lnTo>
                  <a:lnTo>
                    <a:pt x="1909286" y="2185988"/>
                  </a:lnTo>
                  <a:lnTo>
                    <a:pt x="1910239" y="2187321"/>
                  </a:lnTo>
                  <a:lnTo>
                    <a:pt x="1911668" y="2187416"/>
                  </a:lnTo>
                  <a:lnTo>
                    <a:pt x="1913287" y="2186940"/>
                  </a:lnTo>
                  <a:lnTo>
                    <a:pt x="1914716" y="2186750"/>
                  </a:lnTo>
                  <a:lnTo>
                    <a:pt x="1914716" y="2187131"/>
                  </a:lnTo>
                  <a:lnTo>
                    <a:pt x="1913763" y="2187416"/>
                  </a:lnTo>
                  <a:lnTo>
                    <a:pt x="1913668" y="2188274"/>
                  </a:lnTo>
                  <a:lnTo>
                    <a:pt x="1914144" y="2188940"/>
                  </a:lnTo>
                  <a:lnTo>
                    <a:pt x="1915097" y="2188655"/>
                  </a:lnTo>
                  <a:lnTo>
                    <a:pt x="1914525" y="2189893"/>
                  </a:lnTo>
                  <a:lnTo>
                    <a:pt x="1913287" y="2191226"/>
                  </a:lnTo>
                  <a:lnTo>
                    <a:pt x="1912620" y="2192560"/>
                  </a:lnTo>
                  <a:lnTo>
                    <a:pt x="1913668" y="2193703"/>
                  </a:lnTo>
                  <a:lnTo>
                    <a:pt x="1913668" y="2194084"/>
                  </a:lnTo>
                  <a:lnTo>
                    <a:pt x="1909286" y="2194465"/>
                  </a:lnTo>
                  <a:lnTo>
                    <a:pt x="1907953" y="2194370"/>
                  </a:lnTo>
                  <a:lnTo>
                    <a:pt x="1907477" y="2194465"/>
                  </a:lnTo>
                  <a:lnTo>
                    <a:pt x="1907286" y="2194846"/>
                  </a:lnTo>
                  <a:lnTo>
                    <a:pt x="1907286" y="2195322"/>
                  </a:lnTo>
                  <a:lnTo>
                    <a:pt x="1907096" y="2195798"/>
                  </a:lnTo>
                  <a:lnTo>
                    <a:pt x="1906429" y="2195989"/>
                  </a:lnTo>
                  <a:lnTo>
                    <a:pt x="1906429" y="2195322"/>
                  </a:lnTo>
                  <a:lnTo>
                    <a:pt x="1906238" y="2194846"/>
                  </a:lnTo>
                  <a:lnTo>
                    <a:pt x="1905857" y="2194560"/>
                  </a:lnTo>
                  <a:lnTo>
                    <a:pt x="1905286" y="2194465"/>
                  </a:lnTo>
                  <a:lnTo>
                    <a:pt x="1905762" y="2196560"/>
                  </a:lnTo>
                  <a:lnTo>
                    <a:pt x="1905762" y="2197608"/>
                  </a:lnTo>
                  <a:lnTo>
                    <a:pt x="1905381" y="2198275"/>
                  </a:lnTo>
                  <a:lnTo>
                    <a:pt x="1905381" y="2198656"/>
                  </a:lnTo>
                  <a:lnTo>
                    <a:pt x="1905667" y="2199227"/>
                  </a:lnTo>
                  <a:lnTo>
                    <a:pt x="1905857" y="2202371"/>
                  </a:lnTo>
                  <a:lnTo>
                    <a:pt x="1905572" y="2202942"/>
                  </a:lnTo>
                  <a:lnTo>
                    <a:pt x="1904905" y="2203609"/>
                  </a:lnTo>
                  <a:lnTo>
                    <a:pt x="1904429" y="2204371"/>
                  </a:lnTo>
                  <a:lnTo>
                    <a:pt x="1904714" y="2205228"/>
                  </a:lnTo>
                  <a:lnTo>
                    <a:pt x="1903857" y="2204942"/>
                  </a:lnTo>
                  <a:lnTo>
                    <a:pt x="1903476" y="2204466"/>
                  </a:lnTo>
                  <a:lnTo>
                    <a:pt x="1903095" y="2204180"/>
                  </a:lnTo>
                  <a:lnTo>
                    <a:pt x="1902238" y="2204466"/>
                  </a:lnTo>
                  <a:lnTo>
                    <a:pt x="1901762" y="2204942"/>
                  </a:lnTo>
                  <a:lnTo>
                    <a:pt x="1900714" y="2206752"/>
                  </a:lnTo>
                  <a:lnTo>
                    <a:pt x="1900333" y="2207609"/>
                  </a:lnTo>
                  <a:lnTo>
                    <a:pt x="1901095" y="2208562"/>
                  </a:lnTo>
                  <a:lnTo>
                    <a:pt x="1901857" y="2209895"/>
                  </a:lnTo>
                  <a:lnTo>
                    <a:pt x="1902333" y="2211324"/>
                  </a:lnTo>
                  <a:lnTo>
                    <a:pt x="1902428" y="2212658"/>
                  </a:lnTo>
                  <a:lnTo>
                    <a:pt x="1902238" y="2212562"/>
                  </a:lnTo>
                  <a:lnTo>
                    <a:pt x="1901857" y="2212372"/>
                  </a:lnTo>
                  <a:lnTo>
                    <a:pt x="1901666" y="2212277"/>
                  </a:lnTo>
                  <a:lnTo>
                    <a:pt x="1900809" y="2214848"/>
                  </a:lnTo>
                  <a:lnTo>
                    <a:pt x="1900714" y="2215991"/>
                  </a:lnTo>
                  <a:lnTo>
                    <a:pt x="1901381" y="2216849"/>
                  </a:lnTo>
                  <a:lnTo>
                    <a:pt x="1899761" y="2218563"/>
                  </a:lnTo>
                  <a:lnTo>
                    <a:pt x="1899952" y="2221135"/>
                  </a:lnTo>
                  <a:lnTo>
                    <a:pt x="1901190" y="2223707"/>
                  </a:lnTo>
                  <a:lnTo>
                    <a:pt x="1902714" y="2225231"/>
                  </a:lnTo>
                  <a:lnTo>
                    <a:pt x="1902143" y="2223897"/>
                  </a:lnTo>
                  <a:lnTo>
                    <a:pt x="1902047" y="2223326"/>
                  </a:lnTo>
                  <a:lnTo>
                    <a:pt x="1902524" y="2223802"/>
                  </a:lnTo>
                  <a:lnTo>
                    <a:pt x="1903286" y="2224850"/>
                  </a:lnTo>
                  <a:lnTo>
                    <a:pt x="1903857" y="2225231"/>
                  </a:lnTo>
                  <a:lnTo>
                    <a:pt x="1903476" y="2222564"/>
                  </a:lnTo>
                  <a:lnTo>
                    <a:pt x="1903762" y="2221992"/>
                  </a:lnTo>
                  <a:lnTo>
                    <a:pt x="1904143" y="2221897"/>
                  </a:lnTo>
                  <a:lnTo>
                    <a:pt x="1904524" y="2222087"/>
                  </a:lnTo>
                  <a:lnTo>
                    <a:pt x="1904905" y="2222564"/>
                  </a:lnTo>
                  <a:lnTo>
                    <a:pt x="1904905" y="2222945"/>
                  </a:lnTo>
                  <a:lnTo>
                    <a:pt x="1904524" y="2222945"/>
                  </a:lnTo>
                  <a:lnTo>
                    <a:pt x="1904524" y="2223326"/>
                  </a:lnTo>
                  <a:lnTo>
                    <a:pt x="1905667" y="2224469"/>
                  </a:lnTo>
                  <a:lnTo>
                    <a:pt x="1905667" y="2224850"/>
                  </a:lnTo>
                  <a:lnTo>
                    <a:pt x="1905000" y="2225231"/>
                  </a:lnTo>
                  <a:lnTo>
                    <a:pt x="1904905" y="2226088"/>
                  </a:lnTo>
                  <a:lnTo>
                    <a:pt x="1905191" y="2226945"/>
                  </a:lnTo>
                  <a:lnTo>
                    <a:pt x="1905667" y="2227517"/>
                  </a:lnTo>
                  <a:lnTo>
                    <a:pt x="1904810" y="2228469"/>
                  </a:lnTo>
                  <a:lnTo>
                    <a:pt x="1905000" y="2229612"/>
                  </a:lnTo>
                  <a:lnTo>
                    <a:pt x="1906429" y="2231803"/>
                  </a:lnTo>
                  <a:lnTo>
                    <a:pt x="1906810" y="2231803"/>
                  </a:lnTo>
                  <a:lnTo>
                    <a:pt x="1907191" y="2230946"/>
                  </a:lnTo>
                  <a:lnTo>
                    <a:pt x="1907858" y="2230850"/>
                  </a:lnTo>
                  <a:lnTo>
                    <a:pt x="1908620" y="2230850"/>
                  </a:lnTo>
                  <a:lnTo>
                    <a:pt x="1909953" y="2230184"/>
                  </a:lnTo>
                  <a:lnTo>
                    <a:pt x="1910239" y="2230469"/>
                  </a:lnTo>
                  <a:lnTo>
                    <a:pt x="1910334" y="2230850"/>
                  </a:lnTo>
                  <a:lnTo>
                    <a:pt x="1910144" y="2231041"/>
                  </a:lnTo>
                  <a:lnTo>
                    <a:pt x="1909858" y="2231136"/>
                  </a:lnTo>
                  <a:lnTo>
                    <a:pt x="1909572" y="2231422"/>
                  </a:lnTo>
                  <a:lnTo>
                    <a:pt x="1909286" y="2231803"/>
                  </a:lnTo>
                  <a:lnTo>
                    <a:pt x="1909096" y="2232089"/>
                  </a:lnTo>
                  <a:lnTo>
                    <a:pt x="1908905" y="2231803"/>
                  </a:lnTo>
                  <a:lnTo>
                    <a:pt x="1908524" y="2231517"/>
                  </a:lnTo>
                  <a:lnTo>
                    <a:pt x="1908334" y="2231327"/>
                  </a:lnTo>
                  <a:lnTo>
                    <a:pt x="1907572" y="2232089"/>
                  </a:lnTo>
                  <a:lnTo>
                    <a:pt x="1907191" y="2232374"/>
                  </a:lnTo>
                  <a:lnTo>
                    <a:pt x="1906714" y="2232470"/>
                  </a:lnTo>
                  <a:lnTo>
                    <a:pt x="1906048" y="2232374"/>
                  </a:lnTo>
                  <a:lnTo>
                    <a:pt x="1905762" y="2232184"/>
                  </a:lnTo>
                  <a:lnTo>
                    <a:pt x="1905476" y="2232089"/>
                  </a:lnTo>
                  <a:lnTo>
                    <a:pt x="1905000" y="2232184"/>
                  </a:lnTo>
                  <a:lnTo>
                    <a:pt x="1904238" y="2232755"/>
                  </a:lnTo>
                  <a:lnTo>
                    <a:pt x="1904143" y="2233517"/>
                  </a:lnTo>
                  <a:lnTo>
                    <a:pt x="1904238" y="2234375"/>
                  </a:lnTo>
                  <a:lnTo>
                    <a:pt x="1903952" y="2235232"/>
                  </a:lnTo>
                  <a:lnTo>
                    <a:pt x="1905572" y="2235137"/>
                  </a:lnTo>
                  <a:lnTo>
                    <a:pt x="1906905" y="2235994"/>
                  </a:lnTo>
                  <a:lnTo>
                    <a:pt x="1907762" y="2237518"/>
                  </a:lnTo>
                  <a:lnTo>
                    <a:pt x="1907858" y="2239423"/>
                  </a:lnTo>
                  <a:lnTo>
                    <a:pt x="1908239" y="2239423"/>
                  </a:lnTo>
                  <a:lnTo>
                    <a:pt x="1909001" y="2237137"/>
                  </a:lnTo>
                  <a:lnTo>
                    <a:pt x="1909382" y="2237137"/>
                  </a:lnTo>
                  <a:lnTo>
                    <a:pt x="1909191" y="2237994"/>
                  </a:lnTo>
                  <a:lnTo>
                    <a:pt x="1909096" y="2239328"/>
                  </a:lnTo>
                  <a:lnTo>
                    <a:pt x="1909001" y="2239899"/>
                  </a:lnTo>
                  <a:lnTo>
                    <a:pt x="1908810" y="2240090"/>
                  </a:lnTo>
                  <a:lnTo>
                    <a:pt x="1908524" y="2240090"/>
                  </a:lnTo>
                  <a:lnTo>
                    <a:pt x="1908239" y="2240185"/>
                  </a:lnTo>
                  <a:lnTo>
                    <a:pt x="1907953" y="2240661"/>
                  </a:lnTo>
                  <a:lnTo>
                    <a:pt x="1907858" y="2241233"/>
                  </a:lnTo>
                  <a:lnTo>
                    <a:pt x="1907953" y="2241614"/>
                  </a:lnTo>
                  <a:lnTo>
                    <a:pt x="1908239" y="2241899"/>
                  </a:lnTo>
                  <a:lnTo>
                    <a:pt x="1908620" y="2242185"/>
                  </a:lnTo>
                  <a:lnTo>
                    <a:pt x="1909382" y="2242471"/>
                  </a:lnTo>
                  <a:lnTo>
                    <a:pt x="1911096" y="2242661"/>
                  </a:lnTo>
                  <a:lnTo>
                    <a:pt x="1911763" y="2242947"/>
                  </a:lnTo>
                  <a:lnTo>
                    <a:pt x="1912144" y="2243423"/>
                  </a:lnTo>
                  <a:lnTo>
                    <a:pt x="1912525" y="2244185"/>
                  </a:lnTo>
                  <a:lnTo>
                    <a:pt x="1912811" y="2244947"/>
                  </a:lnTo>
                  <a:lnTo>
                    <a:pt x="1912906" y="2245614"/>
                  </a:lnTo>
                  <a:lnTo>
                    <a:pt x="1913382" y="2245043"/>
                  </a:lnTo>
                  <a:lnTo>
                    <a:pt x="1913573" y="2244090"/>
                  </a:lnTo>
                  <a:lnTo>
                    <a:pt x="1913573" y="2242185"/>
                  </a:lnTo>
                  <a:lnTo>
                    <a:pt x="1913954" y="2243138"/>
                  </a:lnTo>
                  <a:lnTo>
                    <a:pt x="1914049" y="2243995"/>
                  </a:lnTo>
                  <a:lnTo>
                    <a:pt x="1914239" y="2244757"/>
                  </a:lnTo>
                  <a:lnTo>
                    <a:pt x="1915001" y="2245233"/>
                  </a:lnTo>
                  <a:lnTo>
                    <a:pt x="1915001" y="2244757"/>
                  </a:lnTo>
                  <a:lnTo>
                    <a:pt x="1915097" y="2244376"/>
                  </a:lnTo>
                  <a:lnTo>
                    <a:pt x="1915192" y="2244090"/>
                  </a:lnTo>
                  <a:lnTo>
                    <a:pt x="1915287" y="2243709"/>
                  </a:lnTo>
                  <a:lnTo>
                    <a:pt x="1915668" y="2244471"/>
                  </a:lnTo>
                  <a:lnTo>
                    <a:pt x="1916335" y="2245138"/>
                  </a:lnTo>
                  <a:lnTo>
                    <a:pt x="1917668" y="2246186"/>
                  </a:lnTo>
                  <a:lnTo>
                    <a:pt x="1917954" y="2247043"/>
                  </a:lnTo>
                  <a:lnTo>
                    <a:pt x="1917478" y="2247995"/>
                  </a:lnTo>
                  <a:lnTo>
                    <a:pt x="1916716" y="2248948"/>
                  </a:lnTo>
                  <a:lnTo>
                    <a:pt x="1916335" y="2249710"/>
                  </a:lnTo>
                  <a:lnTo>
                    <a:pt x="1916144" y="2250853"/>
                  </a:lnTo>
                  <a:lnTo>
                    <a:pt x="1915763" y="2250662"/>
                  </a:lnTo>
                  <a:lnTo>
                    <a:pt x="1914906" y="2249043"/>
                  </a:lnTo>
                  <a:lnTo>
                    <a:pt x="1914239" y="2248281"/>
                  </a:lnTo>
                  <a:lnTo>
                    <a:pt x="1912620" y="2247043"/>
                  </a:lnTo>
                  <a:lnTo>
                    <a:pt x="1912049" y="2246376"/>
                  </a:lnTo>
                  <a:lnTo>
                    <a:pt x="1911668" y="2246376"/>
                  </a:lnTo>
                  <a:lnTo>
                    <a:pt x="1911572" y="2246948"/>
                  </a:lnTo>
                  <a:lnTo>
                    <a:pt x="1911287" y="2247329"/>
                  </a:lnTo>
                  <a:lnTo>
                    <a:pt x="1910810" y="2247519"/>
                  </a:lnTo>
                  <a:lnTo>
                    <a:pt x="1910144" y="2247519"/>
                  </a:lnTo>
                  <a:lnTo>
                    <a:pt x="1909953" y="2247710"/>
                  </a:lnTo>
                  <a:lnTo>
                    <a:pt x="1911382" y="2249043"/>
                  </a:lnTo>
                  <a:lnTo>
                    <a:pt x="1910525" y="2249424"/>
                  </a:lnTo>
                  <a:lnTo>
                    <a:pt x="1911096" y="2249996"/>
                  </a:lnTo>
                  <a:lnTo>
                    <a:pt x="1912715" y="2250758"/>
                  </a:lnTo>
                  <a:lnTo>
                    <a:pt x="1912811" y="2251329"/>
                  </a:lnTo>
                  <a:lnTo>
                    <a:pt x="1913287" y="2252186"/>
                  </a:lnTo>
                  <a:lnTo>
                    <a:pt x="1913382" y="2252663"/>
                  </a:lnTo>
                  <a:lnTo>
                    <a:pt x="1913287" y="2253996"/>
                  </a:lnTo>
                  <a:lnTo>
                    <a:pt x="1913001" y="2255139"/>
                  </a:lnTo>
                  <a:lnTo>
                    <a:pt x="1912906" y="2255330"/>
                  </a:lnTo>
                  <a:lnTo>
                    <a:pt x="1912715" y="2255901"/>
                  </a:lnTo>
                  <a:lnTo>
                    <a:pt x="1912525" y="2256568"/>
                  </a:lnTo>
                  <a:lnTo>
                    <a:pt x="1912715" y="2257044"/>
                  </a:lnTo>
                  <a:lnTo>
                    <a:pt x="1913096" y="2257139"/>
                  </a:lnTo>
                  <a:lnTo>
                    <a:pt x="1913573" y="2256758"/>
                  </a:lnTo>
                  <a:lnTo>
                    <a:pt x="1913954" y="2256377"/>
                  </a:lnTo>
                  <a:lnTo>
                    <a:pt x="1914144" y="2256187"/>
                  </a:lnTo>
                  <a:lnTo>
                    <a:pt x="1914525" y="2255330"/>
                  </a:lnTo>
                  <a:lnTo>
                    <a:pt x="1915287" y="2254853"/>
                  </a:lnTo>
                  <a:lnTo>
                    <a:pt x="1916716" y="2254568"/>
                  </a:lnTo>
                  <a:lnTo>
                    <a:pt x="1916716" y="2254663"/>
                  </a:lnTo>
                  <a:lnTo>
                    <a:pt x="1916906" y="2254758"/>
                  </a:lnTo>
                  <a:lnTo>
                    <a:pt x="1917192" y="2254853"/>
                  </a:lnTo>
                  <a:lnTo>
                    <a:pt x="1917478" y="2254853"/>
                  </a:lnTo>
                  <a:lnTo>
                    <a:pt x="1917764" y="2254663"/>
                  </a:lnTo>
                  <a:lnTo>
                    <a:pt x="1918240" y="2253901"/>
                  </a:lnTo>
                  <a:lnTo>
                    <a:pt x="1918526" y="2253710"/>
                  </a:lnTo>
                  <a:lnTo>
                    <a:pt x="1919097" y="2253710"/>
                  </a:lnTo>
                  <a:lnTo>
                    <a:pt x="1919669" y="2253806"/>
                  </a:lnTo>
                  <a:lnTo>
                    <a:pt x="1920145" y="2253996"/>
                  </a:lnTo>
                  <a:lnTo>
                    <a:pt x="1920335" y="2254377"/>
                  </a:lnTo>
                  <a:lnTo>
                    <a:pt x="1920431" y="2254758"/>
                  </a:lnTo>
                  <a:lnTo>
                    <a:pt x="1920716" y="2255044"/>
                  </a:lnTo>
                  <a:lnTo>
                    <a:pt x="1921097" y="2255234"/>
                  </a:lnTo>
                  <a:lnTo>
                    <a:pt x="1921478" y="2255330"/>
                  </a:lnTo>
                  <a:lnTo>
                    <a:pt x="1921859" y="2255520"/>
                  </a:lnTo>
                  <a:lnTo>
                    <a:pt x="1922717" y="2256473"/>
                  </a:lnTo>
                  <a:lnTo>
                    <a:pt x="1923669" y="2256758"/>
                  </a:lnTo>
                  <a:lnTo>
                    <a:pt x="1926812" y="2256473"/>
                  </a:lnTo>
                  <a:lnTo>
                    <a:pt x="1927003" y="2256282"/>
                  </a:lnTo>
                  <a:lnTo>
                    <a:pt x="1927098" y="2255901"/>
                  </a:lnTo>
                  <a:lnTo>
                    <a:pt x="1927289" y="2255520"/>
                  </a:lnTo>
                  <a:lnTo>
                    <a:pt x="1927860" y="2255330"/>
                  </a:lnTo>
                  <a:lnTo>
                    <a:pt x="1929384" y="2255234"/>
                  </a:lnTo>
                  <a:lnTo>
                    <a:pt x="1929860" y="2255330"/>
                  </a:lnTo>
                  <a:lnTo>
                    <a:pt x="1930432" y="2255520"/>
                  </a:lnTo>
                  <a:lnTo>
                    <a:pt x="1930908" y="2255806"/>
                  </a:lnTo>
                  <a:lnTo>
                    <a:pt x="1931670" y="2256473"/>
                  </a:lnTo>
                  <a:lnTo>
                    <a:pt x="1932432" y="2255901"/>
                  </a:lnTo>
                  <a:lnTo>
                    <a:pt x="1933766" y="2255520"/>
                  </a:lnTo>
                  <a:lnTo>
                    <a:pt x="1935099" y="2254949"/>
                  </a:lnTo>
                  <a:lnTo>
                    <a:pt x="1935671" y="2253901"/>
                  </a:lnTo>
                  <a:lnTo>
                    <a:pt x="1936052" y="2253520"/>
                  </a:lnTo>
                  <a:lnTo>
                    <a:pt x="1936814" y="2253520"/>
                  </a:lnTo>
                  <a:lnTo>
                    <a:pt x="1938052" y="2253806"/>
                  </a:lnTo>
                  <a:lnTo>
                    <a:pt x="1938433" y="2253520"/>
                  </a:lnTo>
                  <a:lnTo>
                    <a:pt x="1941195" y="2250281"/>
                  </a:lnTo>
                  <a:lnTo>
                    <a:pt x="1942052" y="2248281"/>
                  </a:lnTo>
                  <a:lnTo>
                    <a:pt x="1942433" y="2247995"/>
                  </a:lnTo>
                  <a:lnTo>
                    <a:pt x="1943481" y="2247424"/>
                  </a:lnTo>
                  <a:lnTo>
                    <a:pt x="1944148" y="2246186"/>
                  </a:lnTo>
                  <a:lnTo>
                    <a:pt x="1945101" y="2243709"/>
                  </a:lnTo>
                  <a:lnTo>
                    <a:pt x="1943862" y="2240947"/>
                  </a:lnTo>
                  <a:lnTo>
                    <a:pt x="1943005" y="2239518"/>
                  </a:lnTo>
                  <a:lnTo>
                    <a:pt x="1942148" y="2238661"/>
                  </a:lnTo>
                  <a:lnTo>
                    <a:pt x="1941862" y="2238661"/>
                  </a:lnTo>
                  <a:lnTo>
                    <a:pt x="1941100" y="2238756"/>
                  </a:lnTo>
                  <a:lnTo>
                    <a:pt x="1940814" y="2238756"/>
                  </a:lnTo>
                  <a:lnTo>
                    <a:pt x="1940338" y="2238566"/>
                  </a:lnTo>
                  <a:lnTo>
                    <a:pt x="1939385" y="2238089"/>
                  </a:lnTo>
                  <a:lnTo>
                    <a:pt x="1938528" y="2237804"/>
                  </a:lnTo>
                  <a:lnTo>
                    <a:pt x="1937957" y="2237232"/>
                  </a:lnTo>
                  <a:lnTo>
                    <a:pt x="1937671" y="2236565"/>
                  </a:lnTo>
                  <a:lnTo>
                    <a:pt x="1937957" y="2235994"/>
                  </a:lnTo>
                  <a:lnTo>
                    <a:pt x="1937576" y="2235422"/>
                  </a:lnTo>
                  <a:lnTo>
                    <a:pt x="1937099" y="2234946"/>
                  </a:lnTo>
                  <a:lnTo>
                    <a:pt x="1936623" y="2234946"/>
                  </a:lnTo>
                  <a:lnTo>
                    <a:pt x="1936147" y="2235613"/>
                  </a:lnTo>
                  <a:lnTo>
                    <a:pt x="1936147" y="2234470"/>
                  </a:lnTo>
                  <a:lnTo>
                    <a:pt x="1935576" y="2234851"/>
                  </a:lnTo>
                  <a:lnTo>
                    <a:pt x="1934909" y="2235137"/>
                  </a:lnTo>
                  <a:lnTo>
                    <a:pt x="1934242" y="2235137"/>
                  </a:lnTo>
                  <a:lnTo>
                    <a:pt x="1933670" y="2234851"/>
                  </a:lnTo>
                  <a:lnTo>
                    <a:pt x="1934147" y="2234470"/>
                  </a:lnTo>
                  <a:lnTo>
                    <a:pt x="1934432" y="2233898"/>
                  </a:lnTo>
                  <a:lnTo>
                    <a:pt x="1934528" y="2233232"/>
                  </a:lnTo>
                  <a:lnTo>
                    <a:pt x="1934432" y="2232470"/>
                  </a:lnTo>
                  <a:lnTo>
                    <a:pt x="1934051" y="2232470"/>
                  </a:lnTo>
                  <a:lnTo>
                    <a:pt x="1933861" y="2232851"/>
                  </a:lnTo>
                  <a:lnTo>
                    <a:pt x="1933670" y="2233136"/>
                  </a:lnTo>
                  <a:lnTo>
                    <a:pt x="1933385" y="2233422"/>
                  </a:lnTo>
                  <a:lnTo>
                    <a:pt x="1933004" y="2233613"/>
                  </a:lnTo>
                  <a:lnTo>
                    <a:pt x="1933385" y="2232089"/>
                  </a:lnTo>
                  <a:lnTo>
                    <a:pt x="1934432" y="2230755"/>
                  </a:lnTo>
                  <a:lnTo>
                    <a:pt x="1934813" y="2229707"/>
                  </a:lnTo>
                  <a:lnTo>
                    <a:pt x="1933194" y="2228945"/>
                  </a:lnTo>
                  <a:lnTo>
                    <a:pt x="1933194" y="2228660"/>
                  </a:lnTo>
                  <a:lnTo>
                    <a:pt x="1933194" y="2228564"/>
                  </a:lnTo>
                  <a:lnTo>
                    <a:pt x="1933289" y="2228564"/>
                  </a:lnTo>
                  <a:lnTo>
                    <a:pt x="1933480" y="2228469"/>
                  </a:lnTo>
                  <a:lnTo>
                    <a:pt x="1933099" y="2228088"/>
                  </a:lnTo>
                  <a:lnTo>
                    <a:pt x="1933861" y="2227707"/>
                  </a:lnTo>
                  <a:lnTo>
                    <a:pt x="1934337" y="2227231"/>
                  </a:lnTo>
                  <a:lnTo>
                    <a:pt x="1934337" y="2226659"/>
                  </a:lnTo>
                  <a:lnTo>
                    <a:pt x="1933766" y="2225802"/>
                  </a:lnTo>
                  <a:lnTo>
                    <a:pt x="1934147" y="2225516"/>
                  </a:lnTo>
                  <a:lnTo>
                    <a:pt x="1934432" y="2225135"/>
                  </a:lnTo>
                  <a:lnTo>
                    <a:pt x="1934813" y="2224278"/>
                  </a:lnTo>
                  <a:lnTo>
                    <a:pt x="1935194" y="2225326"/>
                  </a:lnTo>
                  <a:lnTo>
                    <a:pt x="1935194" y="2227612"/>
                  </a:lnTo>
                  <a:lnTo>
                    <a:pt x="1935289" y="2228469"/>
                  </a:lnTo>
                  <a:lnTo>
                    <a:pt x="1935671" y="2229231"/>
                  </a:lnTo>
                  <a:lnTo>
                    <a:pt x="1936337" y="2229898"/>
                  </a:lnTo>
                  <a:lnTo>
                    <a:pt x="1937099" y="2230279"/>
                  </a:lnTo>
                  <a:lnTo>
                    <a:pt x="1937766" y="2229993"/>
                  </a:lnTo>
                  <a:lnTo>
                    <a:pt x="1938433" y="2228183"/>
                  </a:lnTo>
                  <a:lnTo>
                    <a:pt x="1938052" y="2225993"/>
                  </a:lnTo>
                  <a:lnTo>
                    <a:pt x="1937195" y="2223992"/>
                  </a:lnTo>
                  <a:lnTo>
                    <a:pt x="1936242" y="2222754"/>
                  </a:lnTo>
                  <a:lnTo>
                    <a:pt x="1936052" y="2223326"/>
                  </a:lnTo>
                  <a:lnTo>
                    <a:pt x="1935766" y="2223516"/>
                  </a:lnTo>
                  <a:lnTo>
                    <a:pt x="1935480" y="2223326"/>
                  </a:lnTo>
                  <a:lnTo>
                    <a:pt x="1935099" y="2222849"/>
                  </a:lnTo>
                  <a:lnTo>
                    <a:pt x="1934718" y="2223230"/>
                  </a:lnTo>
                  <a:lnTo>
                    <a:pt x="1934432" y="2222278"/>
                  </a:lnTo>
                  <a:lnTo>
                    <a:pt x="1933575" y="2222183"/>
                  </a:lnTo>
                  <a:lnTo>
                    <a:pt x="1932623" y="2222659"/>
                  </a:lnTo>
                  <a:lnTo>
                    <a:pt x="1931861" y="2223230"/>
                  </a:lnTo>
                  <a:lnTo>
                    <a:pt x="1927860" y="2223326"/>
                  </a:lnTo>
                  <a:lnTo>
                    <a:pt x="1926812" y="2223611"/>
                  </a:lnTo>
                  <a:lnTo>
                    <a:pt x="1926812" y="2222849"/>
                  </a:lnTo>
                  <a:lnTo>
                    <a:pt x="1926431" y="2223040"/>
                  </a:lnTo>
                  <a:lnTo>
                    <a:pt x="1926241" y="2223040"/>
                  </a:lnTo>
                  <a:lnTo>
                    <a:pt x="1926146" y="2222945"/>
                  </a:lnTo>
                  <a:lnTo>
                    <a:pt x="1925764" y="2222849"/>
                  </a:lnTo>
                  <a:lnTo>
                    <a:pt x="1925669" y="2223040"/>
                  </a:lnTo>
                  <a:lnTo>
                    <a:pt x="1925669" y="2223135"/>
                  </a:lnTo>
                  <a:lnTo>
                    <a:pt x="1925669" y="2223230"/>
                  </a:lnTo>
                  <a:lnTo>
                    <a:pt x="1925384" y="2223230"/>
                  </a:lnTo>
                  <a:lnTo>
                    <a:pt x="1925384" y="2222945"/>
                  </a:lnTo>
                  <a:lnTo>
                    <a:pt x="1925288" y="2222849"/>
                  </a:lnTo>
                  <a:lnTo>
                    <a:pt x="1925193" y="2222849"/>
                  </a:lnTo>
                  <a:lnTo>
                    <a:pt x="1925003" y="2222754"/>
                  </a:lnTo>
                  <a:lnTo>
                    <a:pt x="1925193" y="2222278"/>
                  </a:lnTo>
                  <a:lnTo>
                    <a:pt x="1925288" y="2221992"/>
                  </a:lnTo>
                  <a:lnTo>
                    <a:pt x="1925193" y="2221706"/>
                  </a:lnTo>
                  <a:lnTo>
                    <a:pt x="1925003" y="2221230"/>
                  </a:lnTo>
                  <a:lnTo>
                    <a:pt x="1925384" y="2221230"/>
                  </a:lnTo>
                  <a:lnTo>
                    <a:pt x="1925574" y="2221421"/>
                  </a:lnTo>
                  <a:lnTo>
                    <a:pt x="1926051" y="2221992"/>
                  </a:lnTo>
                  <a:lnTo>
                    <a:pt x="1925764" y="2221135"/>
                  </a:lnTo>
                  <a:lnTo>
                    <a:pt x="1924812" y="2219516"/>
                  </a:lnTo>
                  <a:lnTo>
                    <a:pt x="1924526" y="2218563"/>
                  </a:lnTo>
                  <a:lnTo>
                    <a:pt x="1924622" y="2217515"/>
                  </a:lnTo>
                  <a:lnTo>
                    <a:pt x="1924812" y="2216468"/>
                  </a:lnTo>
                  <a:lnTo>
                    <a:pt x="1924812" y="2215610"/>
                  </a:lnTo>
                  <a:lnTo>
                    <a:pt x="1924241" y="2215134"/>
                  </a:lnTo>
                  <a:lnTo>
                    <a:pt x="1924241" y="2214753"/>
                  </a:lnTo>
                  <a:lnTo>
                    <a:pt x="1925003" y="2215134"/>
                  </a:lnTo>
                  <a:lnTo>
                    <a:pt x="1926146" y="2213229"/>
                  </a:lnTo>
                  <a:lnTo>
                    <a:pt x="1926431" y="2212467"/>
                  </a:lnTo>
                  <a:lnTo>
                    <a:pt x="1926812" y="2211038"/>
                  </a:lnTo>
                  <a:lnTo>
                    <a:pt x="1927098" y="2210372"/>
                  </a:lnTo>
                  <a:lnTo>
                    <a:pt x="1927574" y="2209800"/>
                  </a:lnTo>
                  <a:lnTo>
                    <a:pt x="1927574" y="2210657"/>
                  </a:lnTo>
                  <a:lnTo>
                    <a:pt x="1927670" y="2211610"/>
                  </a:lnTo>
                  <a:lnTo>
                    <a:pt x="1927955" y="2212467"/>
                  </a:lnTo>
                  <a:lnTo>
                    <a:pt x="1928432" y="2212848"/>
                  </a:lnTo>
                  <a:lnTo>
                    <a:pt x="1928622" y="2212562"/>
                  </a:lnTo>
                  <a:lnTo>
                    <a:pt x="1931099" y="2209419"/>
                  </a:lnTo>
                  <a:lnTo>
                    <a:pt x="1931670" y="2209038"/>
                  </a:lnTo>
                  <a:lnTo>
                    <a:pt x="1933480" y="2208371"/>
                  </a:lnTo>
                  <a:lnTo>
                    <a:pt x="1934432" y="2207895"/>
                  </a:lnTo>
                  <a:lnTo>
                    <a:pt x="1935194" y="2206943"/>
                  </a:lnTo>
                  <a:lnTo>
                    <a:pt x="1936623" y="2205800"/>
                  </a:lnTo>
                  <a:lnTo>
                    <a:pt x="1937195" y="2205609"/>
                  </a:lnTo>
                  <a:lnTo>
                    <a:pt x="1937576" y="2205323"/>
                  </a:lnTo>
                  <a:lnTo>
                    <a:pt x="1937861" y="2204561"/>
                  </a:lnTo>
                  <a:lnTo>
                    <a:pt x="1938052" y="2203609"/>
                  </a:lnTo>
                  <a:lnTo>
                    <a:pt x="1938052" y="2202752"/>
                  </a:lnTo>
                  <a:lnTo>
                    <a:pt x="1938147" y="2202561"/>
                  </a:lnTo>
                  <a:lnTo>
                    <a:pt x="1938338" y="2202275"/>
                  </a:lnTo>
                  <a:lnTo>
                    <a:pt x="1938433" y="2201894"/>
                  </a:lnTo>
                  <a:lnTo>
                    <a:pt x="1938433" y="2201418"/>
                  </a:lnTo>
                  <a:lnTo>
                    <a:pt x="1938338" y="2201132"/>
                  </a:lnTo>
                  <a:lnTo>
                    <a:pt x="1937861" y="2200751"/>
                  </a:lnTo>
                  <a:lnTo>
                    <a:pt x="1937766" y="2200561"/>
                  </a:lnTo>
                  <a:lnTo>
                    <a:pt x="1937576" y="2199989"/>
                  </a:lnTo>
                  <a:lnTo>
                    <a:pt x="1937099" y="2199418"/>
                  </a:lnTo>
                  <a:lnTo>
                    <a:pt x="1936528" y="2198846"/>
                  </a:lnTo>
                  <a:lnTo>
                    <a:pt x="1935956" y="2198465"/>
                  </a:lnTo>
                  <a:lnTo>
                    <a:pt x="1935956" y="2198084"/>
                  </a:lnTo>
                  <a:lnTo>
                    <a:pt x="1936147" y="2197418"/>
                  </a:lnTo>
                  <a:lnTo>
                    <a:pt x="1935671" y="2196656"/>
                  </a:lnTo>
                  <a:lnTo>
                    <a:pt x="1934909" y="2196084"/>
                  </a:lnTo>
                  <a:lnTo>
                    <a:pt x="1934242" y="2195798"/>
                  </a:lnTo>
                  <a:lnTo>
                    <a:pt x="1934242" y="2195417"/>
                  </a:lnTo>
                  <a:lnTo>
                    <a:pt x="1935099" y="2195608"/>
                  </a:lnTo>
                  <a:lnTo>
                    <a:pt x="1936337" y="2196370"/>
                  </a:lnTo>
                  <a:lnTo>
                    <a:pt x="1937099" y="2196560"/>
                  </a:lnTo>
                  <a:lnTo>
                    <a:pt x="1936814" y="2195798"/>
                  </a:lnTo>
                  <a:lnTo>
                    <a:pt x="1937290" y="2195989"/>
                  </a:lnTo>
                  <a:lnTo>
                    <a:pt x="1937480" y="2196179"/>
                  </a:lnTo>
                  <a:lnTo>
                    <a:pt x="1937766" y="2194179"/>
                  </a:lnTo>
                  <a:lnTo>
                    <a:pt x="1936623" y="2191988"/>
                  </a:lnTo>
                  <a:lnTo>
                    <a:pt x="1935861" y="2190179"/>
                  </a:lnTo>
                  <a:lnTo>
                    <a:pt x="1937480" y="2189226"/>
                  </a:lnTo>
                  <a:lnTo>
                    <a:pt x="1937480" y="2189607"/>
                  </a:lnTo>
                  <a:lnTo>
                    <a:pt x="1937099" y="2189798"/>
                  </a:lnTo>
                  <a:lnTo>
                    <a:pt x="1936909" y="2189988"/>
                  </a:lnTo>
                  <a:lnTo>
                    <a:pt x="1936433" y="2190655"/>
                  </a:lnTo>
                  <a:lnTo>
                    <a:pt x="1938147" y="2192750"/>
                  </a:lnTo>
                  <a:lnTo>
                    <a:pt x="1939100" y="2193322"/>
                  </a:lnTo>
                  <a:lnTo>
                    <a:pt x="1939671" y="2192179"/>
                  </a:lnTo>
                  <a:lnTo>
                    <a:pt x="1939957" y="2192179"/>
                  </a:lnTo>
                  <a:lnTo>
                    <a:pt x="1939290" y="2195322"/>
                  </a:lnTo>
                  <a:lnTo>
                    <a:pt x="1939290" y="2196084"/>
                  </a:lnTo>
                  <a:lnTo>
                    <a:pt x="1939766" y="2197227"/>
                  </a:lnTo>
                  <a:lnTo>
                    <a:pt x="1940147" y="2196941"/>
                  </a:lnTo>
                  <a:lnTo>
                    <a:pt x="1940624" y="2195989"/>
                  </a:lnTo>
                  <a:lnTo>
                    <a:pt x="1941386" y="2195036"/>
                  </a:lnTo>
                  <a:lnTo>
                    <a:pt x="1941386" y="2196179"/>
                  </a:lnTo>
                  <a:lnTo>
                    <a:pt x="1941576" y="2195989"/>
                  </a:lnTo>
                  <a:lnTo>
                    <a:pt x="1941767" y="2195798"/>
                  </a:lnTo>
                  <a:lnTo>
                    <a:pt x="1942052" y="2195703"/>
                  </a:lnTo>
                  <a:lnTo>
                    <a:pt x="1942529" y="2195703"/>
                  </a:lnTo>
                  <a:lnTo>
                    <a:pt x="1942529" y="2196084"/>
                  </a:lnTo>
                  <a:lnTo>
                    <a:pt x="1940338" y="2197322"/>
                  </a:lnTo>
                  <a:lnTo>
                    <a:pt x="1940338" y="2197703"/>
                  </a:lnTo>
                  <a:lnTo>
                    <a:pt x="1941005" y="2197799"/>
                  </a:lnTo>
                  <a:lnTo>
                    <a:pt x="1941481" y="2197989"/>
                  </a:lnTo>
                  <a:lnTo>
                    <a:pt x="1941862" y="2197989"/>
                  </a:lnTo>
                  <a:lnTo>
                    <a:pt x="1942148" y="2197608"/>
                  </a:lnTo>
                  <a:lnTo>
                    <a:pt x="1942529" y="2197608"/>
                  </a:lnTo>
                  <a:lnTo>
                    <a:pt x="1942529" y="2197989"/>
                  </a:lnTo>
                  <a:lnTo>
                    <a:pt x="1942338" y="2198370"/>
                  </a:lnTo>
                  <a:lnTo>
                    <a:pt x="1942243" y="2198656"/>
                  </a:lnTo>
                  <a:lnTo>
                    <a:pt x="1942148" y="2199132"/>
                  </a:lnTo>
                  <a:lnTo>
                    <a:pt x="1941862" y="2199132"/>
                  </a:lnTo>
                  <a:lnTo>
                    <a:pt x="1941481" y="2198561"/>
                  </a:lnTo>
                  <a:lnTo>
                    <a:pt x="1941005" y="2198275"/>
                  </a:lnTo>
                  <a:lnTo>
                    <a:pt x="1940433" y="2198180"/>
                  </a:lnTo>
                  <a:lnTo>
                    <a:pt x="1939957" y="2197989"/>
                  </a:lnTo>
                  <a:lnTo>
                    <a:pt x="1939671" y="2197989"/>
                  </a:lnTo>
                  <a:lnTo>
                    <a:pt x="1939671" y="2198275"/>
                  </a:lnTo>
                  <a:lnTo>
                    <a:pt x="1939576" y="2198370"/>
                  </a:lnTo>
                  <a:lnTo>
                    <a:pt x="1939481" y="2198370"/>
                  </a:lnTo>
                  <a:lnTo>
                    <a:pt x="1939290" y="2198370"/>
                  </a:lnTo>
                  <a:lnTo>
                    <a:pt x="1939576" y="2198465"/>
                  </a:lnTo>
                  <a:lnTo>
                    <a:pt x="1939766" y="2198561"/>
                  </a:lnTo>
                  <a:lnTo>
                    <a:pt x="1939957" y="2198751"/>
                  </a:lnTo>
                  <a:lnTo>
                    <a:pt x="1940052" y="2199037"/>
                  </a:lnTo>
                  <a:lnTo>
                    <a:pt x="1939481" y="2199227"/>
                  </a:lnTo>
                  <a:lnTo>
                    <a:pt x="1939576" y="2199704"/>
                  </a:lnTo>
                  <a:lnTo>
                    <a:pt x="1939957" y="2200275"/>
                  </a:lnTo>
                  <a:lnTo>
                    <a:pt x="1940147" y="2200942"/>
                  </a:lnTo>
                  <a:lnTo>
                    <a:pt x="1940052" y="2201704"/>
                  </a:lnTo>
                  <a:lnTo>
                    <a:pt x="1939576" y="2202847"/>
                  </a:lnTo>
                  <a:lnTo>
                    <a:pt x="1939481" y="2203704"/>
                  </a:lnTo>
                  <a:lnTo>
                    <a:pt x="1939862" y="2203704"/>
                  </a:lnTo>
                  <a:lnTo>
                    <a:pt x="1940719" y="2203037"/>
                  </a:lnTo>
                  <a:lnTo>
                    <a:pt x="1941576" y="2202561"/>
                  </a:lnTo>
                  <a:lnTo>
                    <a:pt x="1942529" y="2202275"/>
                  </a:lnTo>
                  <a:lnTo>
                    <a:pt x="1948148" y="2201799"/>
                  </a:lnTo>
                  <a:lnTo>
                    <a:pt x="1947863" y="2201609"/>
                  </a:lnTo>
                  <a:lnTo>
                    <a:pt x="1947672" y="2201323"/>
                  </a:lnTo>
                  <a:lnTo>
                    <a:pt x="1947482" y="2201037"/>
                  </a:lnTo>
                  <a:lnTo>
                    <a:pt x="1947386" y="2200656"/>
                  </a:lnTo>
                  <a:lnTo>
                    <a:pt x="1949577" y="2201609"/>
                  </a:lnTo>
                  <a:lnTo>
                    <a:pt x="1950625" y="2201609"/>
                  </a:lnTo>
                  <a:lnTo>
                    <a:pt x="1951006" y="2200370"/>
                  </a:lnTo>
                  <a:lnTo>
                    <a:pt x="1949768" y="2198275"/>
                  </a:lnTo>
                  <a:lnTo>
                    <a:pt x="1949577" y="2197703"/>
                  </a:lnTo>
                  <a:lnTo>
                    <a:pt x="1949577" y="2195227"/>
                  </a:lnTo>
                  <a:lnTo>
                    <a:pt x="1950530" y="2193227"/>
                  </a:lnTo>
                  <a:lnTo>
                    <a:pt x="1955387" y="2191131"/>
                  </a:lnTo>
                  <a:lnTo>
                    <a:pt x="1957102" y="2189702"/>
                  </a:lnTo>
                  <a:lnTo>
                    <a:pt x="1957483" y="2189702"/>
                  </a:lnTo>
                  <a:lnTo>
                    <a:pt x="1956911" y="2191512"/>
                  </a:lnTo>
                  <a:lnTo>
                    <a:pt x="1955292" y="2192084"/>
                  </a:lnTo>
                  <a:lnTo>
                    <a:pt x="1953578" y="2192274"/>
                  </a:lnTo>
                  <a:lnTo>
                    <a:pt x="1952435" y="2193322"/>
                  </a:lnTo>
                  <a:lnTo>
                    <a:pt x="1951006" y="2193703"/>
                  </a:lnTo>
                  <a:lnTo>
                    <a:pt x="1950530" y="2193989"/>
                  </a:lnTo>
                  <a:lnTo>
                    <a:pt x="1950244" y="2194846"/>
                  </a:lnTo>
                  <a:lnTo>
                    <a:pt x="1950434" y="2195322"/>
                  </a:lnTo>
                  <a:lnTo>
                    <a:pt x="1950720" y="2195798"/>
                  </a:lnTo>
                  <a:lnTo>
                    <a:pt x="1950815" y="2196656"/>
                  </a:lnTo>
                  <a:lnTo>
                    <a:pt x="1951101" y="2195989"/>
                  </a:lnTo>
                  <a:lnTo>
                    <a:pt x="1951482" y="2195417"/>
                  </a:lnTo>
                  <a:lnTo>
                    <a:pt x="1951958" y="2195132"/>
                  </a:lnTo>
                  <a:lnTo>
                    <a:pt x="1952625" y="2195132"/>
                  </a:lnTo>
                  <a:lnTo>
                    <a:pt x="1951863" y="2195798"/>
                  </a:lnTo>
                  <a:lnTo>
                    <a:pt x="1951482" y="2197037"/>
                  </a:lnTo>
                  <a:lnTo>
                    <a:pt x="1951292" y="2200085"/>
                  </a:lnTo>
                  <a:lnTo>
                    <a:pt x="1951577" y="2200085"/>
                  </a:lnTo>
                  <a:lnTo>
                    <a:pt x="1951958" y="2198656"/>
                  </a:lnTo>
                  <a:lnTo>
                    <a:pt x="1952530" y="2197322"/>
                  </a:lnTo>
                  <a:lnTo>
                    <a:pt x="1953292" y="2196084"/>
                  </a:lnTo>
                  <a:lnTo>
                    <a:pt x="1954054" y="2195132"/>
                  </a:lnTo>
                  <a:lnTo>
                    <a:pt x="1956149" y="2193227"/>
                  </a:lnTo>
                  <a:lnTo>
                    <a:pt x="1957388" y="2192369"/>
                  </a:lnTo>
                  <a:lnTo>
                    <a:pt x="1958531" y="2191988"/>
                  </a:lnTo>
                  <a:lnTo>
                    <a:pt x="1959388" y="2192084"/>
                  </a:lnTo>
                  <a:lnTo>
                    <a:pt x="1960626" y="2192655"/>
                  </a:lnTo>
                  <a:lnTo>
                    <a:pt x="1960626" y="2192655"/>
                  </a:lnTo>
                  <a:lnTo>
                    <a:pt x="1961864" y="2192846"/>
                  </a:lnTo>
                  <a:lnTo>
                    <a:pt x="1962722" y="2193131"/>
                  </a:lnTo>
                  <a:lnTo>
                    <a:pt x="1962722" y="2193227"/>
                  </a:lnTo>
                  <a:lnTo>
                    <a:pt x="1963103" y="2193036"/>
                  </a:lnTo>
                  <a:lnTo>
                    <a:pt x="1963769" y="2192465"/>
                  </a:lnTo>
                  <a:lnTo>
                    <a:pt x="1963960" y="2192369"/>
                  </a:lnTo>
                  <a:lnTo>
                    <a:pt x="1965198" y="2191893"/>
                  </a:lnTo>
                  <a:lnTo>
                    <a:pt x="1966436" y="2190941"/>
                  </a:lnTo>
                  <a:lnTo>
                    <a:pt x="1967770" y="2190369"/>
                  </a:lnTo>
                  <a:lnTo>
                    <a:pt x="1969199" y="2190845"/>
                  </a:lnTo>
                  <a:lnTo>
                    <a:pt x="1970913" y="2189036"/>
                  </a:lnTo>
                  <a:lnTo>
                    <a:pt x="1971866" y="2188274"/>
                  </a:lnTo>
                  <a:lnTo>
                    <a:pt x="1973199" y="2188083"/>
                  </a:lnTo>
                  <a:lnTo>
                    <a:pt x="1972628" y="2187512"/>
                  </a:lnTo>
                  <a:lnTo>
                    <a:pt x="1971770" y="2187416"/>
                  </a:lnTo>
                  <a:lnTo>
                    <a:pt x="1970913" y="2187702"/>
                  </a:lnTo>
                  <a:lnTo>
                    <a:pt x="1970532" y="2188274"/>
                  </a:lnTo>
                  <a:lnTo>
                    <a:pt x="1970342" y="2188940"/>
                  </a:lnTo>
                  <a:lnTo>
                    <a:pt x="1969865" y="2189417"/>
                  </a:lnTo>
                  <a:lnTo>
                    <a:pt x="1969199" y="2189702"/>
                  </a:lnTo>
                  <a:lnTo>
                    <a:pt x="1968341" y="2189702"/>
                  </a:lnTo>
                  <a:lnTo>
                    <a:pt x="1968341" y="2189321"/>
                  </a:lnTo>
                  <a:lnTo>
                    <a:pt x="1969008" y="2189131"/>
                  </a:lnTo>
                  <a:lnTo>
                    <a:pt x="1969484" y="2188655"/>
                  </a:lnTo>
                  <a:lnTo>
                    <a:pt x="1970151" y="2187416"/>
                  </a:lnTo>
                  <a:lnTo>
                    <a:pt x="1969580" y="2187131"/>
                  </a:lnTo>
                  <a:lnTo>
                    <a:pt x="1969199" y="2186178"/>
                  </a:lnTo>
                  <a:lnTo>
                    <a:pt x="1968722" y="2185797"/>
                  </a:lnTo>
                  <a:lnTo>
                    <a:pt x="1970056" y="2185416"/>
                  </a:lnTo>
                  <a:lnTo>
                    <a:pt x="1970627" y="2185035"/>
                  </a:lnTo>
                  <a:lnTo>
                    <a:pt x="1970818" y="2184273"/>
                  </a:lnTo>
                  <a:lnTo>
                    <a:pt x="1971199" y="2184845"/>
                  </a:lnTo>
                  <a:lnTo>
                    <a:pt x="1973389" y="2185892"/>
                  </a:lnTo>
                  <a:lnTo>
                    <a:pt x="1973580" y="2186178"/>
                  </a:lnTo>
                  <a:lnTo>
                    <a:pt x="1973580" y="2186464"/>
                  </a:lnTo>
                  <a:lnTo>
                    <a:pt x="1973580" y="2186750"/>
                  </a:lnTo>
                  <a:lnTo>
                    <a:pt x="1974056" y="2187035"/>
                  </a:lnTo>
                  <a:lnTo>
                    <a:pt x="1974533" y="2187035"/>
                  </a:lnTo>
                  <a:lnTo>
                    <a:pt x="1975009" y="2186845"/>
                  </a:lnTo>
                  <a:lnTo>
                    <a:pt x="1975485" y="2186559"/>
                  </a:lnTo>
                  <a:lnTo>
                    <a:pt x="1975866" y="2186273"/>
                  </a:lnTo>
                  <a:lnTo>
                    <a:pt x="1976057" y="2186464"/>
                  </a:lnTo>
                  <a:lnTo>
                    <a:pt x="1976247" y="2186654"/>
                  </a:lnTo>
                  <a:lnTo>
                    <a:pt x="1976247" y="2187035"/>
                  </a:lnTo>
                  <a:lnTo>
                    <a:pt x="1974056" y="2187797"/>
                  </a:lnTo>
                  <a:lnTo>
                    <a:pt x="1974056" y="2188178"/>
                  </a:lnTo>
                  <a:lnTo>
                    <a:pt x="1975676" y="2188178"/>
                  </a:lnTo>
                  <a:lnTo>
                    <a:pt x="1976438" y="2188274"/>
                  </a:lnTo>
                  <a:lnTo>
                    <a:pt x="1976914" y="2188559"/>
                  </a:lnTo>
                  <a:lnTo>
                    <a:pt x="1977866" y="2187988"/>
                  </a:lnTo>
                  <a:lnTo>
                    <a:pt x="1979105" y="2187512"/>
                  </a:lnTo>
                  <a:lnTo>
                    <a:pt x="1981295" y="2186750"/>
                  </a:lnTo>
                  <a:lnTo>
                    <a:pt x="1980629" y="2186369"/>
                  </a:lnTo>
                  <a:lnTo>
                    <a:pt x="1979867" y="2186273"/>
                  </a:lnTo>
                  <a:lnTo>
                    <a:pt x="1979105" y="2186369"/>
                  </a:lnTo>
                  <a:lnTo>
                    <a:pt x="1978438" y="2186750"/>
                  </a:lnTo>
                  <a:lnTo>
                    <a:pt x="1978057" y="2186369"/>
                  </a:lnTo>
                  <a:lnTo>
                    <a:pt x="1978152" y="2186273"/>
                  </a:lnTo>
                  <a:lnTo>
                    <a:pt x="1978343" y="2185988"/>
                  </a:lnTo>
                  <a:lnTo>
                    <a:pt x="1977581" y="2185988"/>
                  </a:lnTo>
                  <a:lnTo>
                    <a:pt x="1977581" y="2185607"/>
                  </a:lnTo>
                  <a:lnTo>
                    <a:pt x="1979390" y="2185035"/>
                  </a:lnTo>
                  <a:lnTo>
                    <a:pt x="1980152" y="2185035"/>
                  </a:lnTo>
                  <a:lnTo>
                    <a:pt x="1980533" y="2185702"/>
                  </a:lnTo>
                  <a:lnTo>
                    <a:pt x="1981581" y="2185511"/>
                  </a:lnTo>
                  <a:lnTo>
                    <a:pt x="1982819" y="2185892"/>
                  </a:lnTo>
                  <a:lnTo>
                    <a:pt x="1984058" y="2186559"/>
                  </a:lnTo>
                  <a:lnTo>
                    <a:pt x="1985201" y="2186940"/>
                  </a:lnTo>
                  <a:lnTo>
                    <a:pt x="1984058" y="2188845"/>
                  </a:lnTo>
                  <a:lnTo>
                    <a:pt x="1983486" y="2189607"/>
                  </a:lnTo>
                  <a:lnTo>
                    <a:pt x="1982629" y="2189988"/>
                  </a:lnTo>
                  <a:lnTo>
                    <a:pt x="1983391" y="2190274"/>
                  </a:lnTo>
                  <a:lnTo>
                    <a:pt x="1984724" y="2189607"/>
                  </a:lnTo>
                  <a:lnTo>
                    <a:pt x="1987487" y="2187512"/>
                  </a:lnTo>
                  <a:lnTo>
                    <a:pt x="1988153" y="2186750"/>
                  </a:lnTo>
                  <a:lnTo>
                    <a:pt x="1988534" y="2186464"/>
                  </a:lnTo>
                  <a:lnTo>
                    <a:pt x="1990154" y="2185702"/>
                  </a:lnTo>
                  <a:lnTo>
                    <a:pt x="1990725" y="2185321"/>
                  </a:lnTo>
                  <a:lnTo>
                    <a:pt x="1989296" y="2184940"/>
                  </a:lnTo>
                  <a:lnTo>
                    <a:pt x="1988630" y="2184940"/>
                  </a:lnTo>
                  <a:lnTo>
                    <a:pt x="1987963" y="2185226"/>
                  </a:lnTo>
                  <a:lnTo>
                    <a:pt x="1988630" y="2184368"/>
                  </a:lnTo>
                  <a:lnTo>
                    <a:pt x="1989963" y="2184368"/>
                  </a:lnTo>
                  <a:lnTo>
                    <a:pt x="1992630" y="2184749"/>
                  </a:lnTo>
                  <a:lnTo>
                    <a:pt x="1992249" y="2184178"/>
                  </a:lnTo>
                  <a:lnTo>
                    <a:pt x="1991487" y="2183416"/>
                  </a:lnTo>
                  <a:lnTo>
                    <a:pt x="1991297" y="2182844"/>
                  </a:lnTo>
                  <a:lnTo>
                    <a:pt x="1991297" y="2182368"/>
                  </a:lnTo>
                  <a:lnTo>
                    <a:pt x="1991963" y="2181606"/>
                  </a:lnTo>
                  <a:lnTo>
                    <a:pt x="1992344" y="2180844"/>
                  </a:lnTo>
                  <a:lnTo>
                    <a:pt x="1993011" y="2183035"/>
                  </a:lnTo>
                  <a:lnTo>
                    <a:pt x="1993583" y="2183702"/>
                  </a:lnTo>
                  <a:lnTo>
                    <a:pt x="1994535" y="2183511"/>
                  </a:lnTo>
                  <a:lnTo>
                    <a:pt x="1994249" y="2184940"/>
                  </a:lnTo>
                  <a:lnTo>
                    <a:pt x="1994345" y="2185607"/>
                  </a:lnTo>
                  <a:lnTo>
                    <a:pt x="1994726" y="2185892"/>
                  </a:lnTo>
                  <a:lnTo>
                    <a:pt x="1995393" y="2185797"/>
                  </a:lnTo>
                  <a:lnTo>
                    <a:pt x="1996154" y="2185607"/>
                  </a:lnTo>
                  <a:lnTo>
                    <a:pt x="1996821" y="2185226"/>
                  </a:lnTo>
                  <a:lnTo>
                    <a:pt x="1997012" y="2184654"/>
                  </a:lnTo>
                  <a:lnTo>
                    <a:pt x="1997297" y="2184654"/>
                  </a:lnTo>
                  <a:lnTo>
                    <a:pt x="1997869" y="2185416"/>
                  </a:lnTo>
                  <a:lnTo>
                    <a:pt x="1998821" y="2185321"/>
                  </a:lnTo>
                  <a:lnTo>
                    <a:pt x="1999964" y="2184940"/>
                  </a:lnTo>
                  <a:lnTo>
                    <a:pt x="2000917" y="2184749"/>
                  </a:lnTo>
                  <a:lnTo>
                    <a:pt x="2000441" y="2184178"/>
                  </a:lnTo>
                  <a:lnTo>
                    <a:pt x="2000250" y="2183511"/>
                  </a:lnTo>
                  <a:lnTo>
                    <a:pt x="2000155" y="2182749"/>
                  </a:lnTo>
                  <a:lnTo>
                    <a:pt x="2000250" y="2181987"/>
                  </a:lnTo>
                  <a:lnTo>
                    <a:pt x="2000726" y="2182368"/>
                  </a:lnTo>
                  <a:lnTo>
                    <a:pt x="2001012" y="2182940"/>
                  </a:lnTo>
                  <a:lnTo>
                    <a:pt x="2001203" y="2183606"/>
                  </a:lnTo>
                  <a:lnTo>
                    <a:pt x="2001488" y="2184178"/>
                  </a:lnTo>
                  <a:lnTo>
                    <a:pt x="2002155" y="2184845"/>
                  </a:lnTo>
                  <a:lnTo>
                    <a:pt x="2002727" y="2185035"/>
                  </a:lnTo>
                  <a:lnTo>
                    <a:pt x="2003298" y="2184845"/>
                  </a:lnTo>
                  <a:lnTo>
                    <a:pt x="2003870" y="2184368"/>
                  </a:lnTo>
                  <a:lnTo>
                    <a:pt x="2004632" y="2183416"/>
                  </a:lnTo>
                  <a:lnTo>
                    <a:pt x="2005965" y="2180844"/>
                  </a:lnTo>
                  <a:lnTo>
                    <a:pt x="2007108" y="2179701"/>
                  </a:lnTo>
                  <a:lnTo>
                    <a:pt x="2007965" y="2180082"/>
                  </a:lnTo>
                  <a:lnTo>
                    <a:pt x="2009013" y="2180177"/>
                  </a:lnTo>
                  <a:lnTo>
                    <a:pt x="2011109" y="2180082"/>
                  </a:lnTo>
                  <a:lnTo>
                    <a:pt x="2010823" y="2179415"/>
                  </a:lnTo>
                  <a:lnTo>
                    <a:pt x="2010347" y="2179034"/>
                  </a:lnTo>
                  <a:lnTo>
                    <a:pt x="2009680" y="2178749"/>
                  </a:lnTo>
                  <a:lnTo>
                    <a:pt x="2009013" y="2178558"/>
                  </a:lnTo>
                  <a:lnTo>
                    <a:pt x="2010442" y="2178177"/>
                  </a:lnTo>
                  <a:lnTo>
                    <a:pt x="2010728" y="2176748"/>
                  </a:lnTo>
                  <a:lnTo>
                    <a:pt x="2010347" y="2175034"/>
                  </a:lnTo>
                  <a:lnTo>
                    <a:pt x="2009680" y="2173891"/>
                  </a:lnTo>
                  <a:lnTo>
                    <a:pt x="2006251" y="2171891"/>
                  </a:lnTo>
                  <a:lnTo>
                    <a:pt x="2005298" y="2170748"/>
                  </a:lnTo>
                  <a:lnTo>
                    <a:pt x="2006537" y="2171510"/>
                  </a:lnTo>
                  <a:lnTo>
                    <a:pt x="2007584" y="2171795"/>
                  </a:lnTo>
                  <a:lnTo>
                    <a:pt x="2007870" y="2171510"/>
                  </a:lnTo>
                  <a:lnTo>
                    <a:pt x="2009585" y="2172272"/>
                  </a:lnTo>
                  <a:lnTo>
                    <a:pt x="2010251" y="2172272"/>
                  </a:lnTo>
                  <a:lnTo>
                    <a:pt x="2011204" y="2171891"/>
                  </a:lnTo>
                  <a:lnTo>
                    <a:pt x="2011489" y="2172748"/>
                  </a:lnTo>
                  <a:lnTo>
                    <a:pt x="2012156" y="2172843"/>
                  </a:lnTo>
                  <a:lnTo>
                    <a:pt x="2013014" y="2172367"/>
                  </a:lnTo>
                  <a:lnTo>
                    <a:pt x="2013680" y="2171510"/>
                  </a:lnTo>
                  <a:lnTo>
                    <a:pt x="2013395" y="2172462"/>
                  </a:lnTo>
                  <a:lnTo>
                    <a:pt x="2013395" y="2173605"/>
                  </a:lnTo>
                  <a:lnTo>
                    <a:pt x="2013776" y="2174272"/>
                  </a:lnTo>
                  <a:lnTo>
                    <a:pt x="2014443" y="2173796"/>
                  </a:lnTo>
                  <a:lnTo>
                    <a:pt x="2015014" y="2174081"/>
                  </a:lnTo>
                  <a:lnTo>
                    <a:pt x="2015490" y="2174367"/>
                  </a:lnTo>
                  <a:lnTo>
                    <a:pt x="2015776" y="2174748"/>
                  </a:lnTo>
                  <a:lnTo>
                    <a:pt x="2015871" y="2175415"/>
                  </a:lnTo>
                  <a:lnTo>
                    <a:pt x="2015490" y="2175415"/>
                  </a:lnTo>
                  <a:lnTo>
                    <a:pt x="2014633" y="2174939"/>
                  </a:lnTo>
                  <a:lnTo>
                    <a:pt x="2014061" y="2175415"/>
                  </a:lnTo>
                  <a:lnTo>
                    <a:pt x="2013776" y="2176177"/>
                  </a:lnTo>
                  <a:lnTo>
                    <a:pt x="2013871" y="2176558"/>
                  </a:lnTo>
                  <a:lnTo>
                    <a:pt x="2015395" y="2176653"/>
                  </a:lnTo>
                  <a:lnTo>
                    <a:pt x="2015871" y="2176558"/>
                  </a:lnTo>
                  <a:lnTo>
                    <a:pt x="2016252" y="2176272"/>
                  </a:lnTo>
                  <a:lnTo>
                    <a:pt x="2016824" y="2175510"/>
                  </a:lnTo>
                  <a:lnTo>
                    <a:pt x="2017109" y="2175320"/>
                  </a:lnTo>
                  <a:lnTo>
                    <a:pt x="2017300" y="2175129"/>
                  </a:lnTo>
                  <a:lnTo>
                    <a:pt x="2017300" y="2174748"/>
                  </a:lnTo>
                  <a:lnTo>
                    <a:pt x="2017395" y="2174367"/>
                  </a:lnTo>
                  <a:lnTo>
                    <a:pt x="2017871" y="2174177"/>
                  </a:lnTo>
                  <a:lnTo>
                    <a:pt x="2021967" y="2171700"/>
                  </a:lnTo>
                  <a:lnTo>
                    <a:pt x="2022443" y="2171129"/>
                  </a:lnTo>
                  <a:lnTo>
                    <a:pt x="2021110" y="2171033"/>
                  </a:lnTo>
                  <a:lnTo>
                    <a:pt x="2019586" y="2170462"/>
                  </a:lnTo>
                  <a:lnTo>
                    <a:pt x="2018252" y="2169700"/>
                  </a:lnTo>
                  <a:lnTo>
                    <a:pt x="2017395" y="2168843"/>
                  </a:lnTo>
                  <a:lnTo>
                    <a:pt x="2016919" y="2167604"/>
                  </a:lnTo>
                  <a:lnTo>
                    <a:pt x="2016633" y="2165890"/>
                  </a:lnTo>
                  <a:lnTo>
                    <a:pt x="2016538" y="2164080"/>
                  </a:lnTo>
                  <a:lnTo>
                    <a:pt x="2016633" y="2162651"/>
                  </a:lnTo>
                  <a:lnTo>
                    <a:pt x="2017776" y="2163318"/>
                  </a:lnTo>
                  <a:lnTo>
                    <a:pt x="2018919" y="2164652"/>
                  </a:lnTo>
                  <a:lnTo>
                    <a:pt x="2019872" y="2166080"/>
                  </a:lnTo>
                  <a:lnTo>
                    <a:pt x="2020824" y="2168366"/>
                  </a:lnTo>
                  <a:lnTo>
                    <a:pt x="2022062" y="2167795"/>
                  </a:lnTo>
                  <a:lnTo>
                    <a:pt x="2023396" y="2166366"/>
                  </a:lnTo>
                  <a:lnTo>
                    <a:pt x="2024253" y="2165033"/>
                  </a:lnTo>
                  <a:lnTo>
                    <a:pt x="2024634" y="2165033"/>
                  </a:lnTo>
                  <a:lnTo>
                    <a:pt x="2024444" y="2166271"/>
                  </a:lnTo>
                  <a:lnTo>
                    <a:pt x="2023205" y="2167795"/>
                  </a:lnTo>
                  <a:lnTo>
                    <a:pt x="2022920" y="2168652"/>
                  </a:lnTo>
                  <a:lnTo>
                    <a:pt x="2023205" y="2169414"/>
                  </a:lnTo>
                  <a:lnTo>
                    <a:pt x="2023968" y="2169795"/>
                  </a:lnTo>
                  <a:lnTo>
                    <a:pt x="2025015" y="2169890"/>
                  </a:lnTo>
                  <a:lnTo>
                    <a:pt x="2027015" y="2169795"/>
                  </a:lnTo>
                  <a:lnTo>
                    <a:pt x="2031587" y="2168747"/>
                  </a:lnTo>
                  <a:lnTo>
                    <a:pt x="2032064" y="2168271"/>
                  </a:lnTo>
                  <a:lnTo>
                    <a:pt x="2032635" y="2167128"/>
                  </a:lnTo>
                  <a:lnTo>
                    <a:pt x="2033111" y="2168081"/>
                  </a:lnTo>
                  <a:lnTo>
                    <a:pt x="2033207" y="2169224"/>
                  </a:lnTo>
                  <a:lnTo>
                    <a:pt x="2033016" y="2170367"/>
                  </a:lnTo>
                  <a:lnTo>
                    <a:pt x="2032540" y="2171319"/>
                  </a:lnTo>
                  <a:lnTo>
                    <a:pt x="2032159" y="2172272"/>
                  </a:lnTo>
                  <a:lnTo>
                    <a:pt x="2032921" y="2172843"/>
                  </a:lnTo>
                  <a:lnTo>
                    <a:pt x="2033969" y="2173224"/>
                  </a:lnTo>
                  <a:lnTo>
                    <a:pt x="2034540" y="2173605"/>
                  </a:lnTo>
                  <a:lnTo>
                    <a:pt x="2035493" y="2174939"/>
                  </a:lnTo>
                  <a:lnTo>
                    <a:pt x="2037683" y="2174843"/>
                  </a:lnTo>
                  <a:lnTo>
                    <a:pt x="2040064" y="2173986"/>
                  </a:lnTo>
                  <a:lnTo>
                    <a:pt x="2041684" y="2173415"/>
                  </a:lnTo>
                  <a:lnTo>
                    <a:pt x="2042160" y="2172938"/>
                  </a:lnTo>
                  <a:lnTo>
                    <a:pt x="2042636" y="2172557"/>
                  </a:lnTo>
                  <a:lnTo>
                    <a:pt x="2043018" y="2172176"/>
                  </a:lnTo>
                  <a:lnTo>
                    <a:pt x="2043303" y="2170557"/>
                  </a:lnTo>
                  <a:lnTo>
                    <a:pt x="2043779" y="2169605"/>
                  </a:lnTo>
                  <a:lnTo>
                    <a:pt x="2043875" y="2169033"/>
                  </a:lnTo>
                  <a:lnTo>
                    <a:pt x="2043684" y="2167604"/>
                  </a:lnTo>
                  <a:lnTo>
                    <a:pt x="2043494" y="2166842"/>
                  </a:lnTo>
                  <a:lnTo>
                    <a:pt x="2043303" y="2166557"/>
                  </a:lnTo>
                  <a:lnTo>
                    <a:pt x="2043018" y="2166176"/>
                  </a:lnTo>
                  <a:lnTo>
                    <a:pt x="2043018" y="2165414"/>
                  </a:lnTo>
                  <a:lnTo>
                    <a:pt x="2043208" y="2163985"/>
                  </a:lnTo>
                  <a:lnTo>
                    <a:pt x="2043018" y="2163604"/>
                  </a:lnTo>
                  <a:lnTo>
                    <a:pt x="2042065" y="2161889"/>
                  </a:lnTo>
                  <a:lnTo>
                    <a:pt x="2041303" y="2159603"/>
                  </a:lnTo>
                  <a:lnTo>
                    <a:pt x="2041303" y="2158175"/>
                  </a:lnTo>
                  <a:lnTo>
                    <a:pt x="2041684" y="2156555"/>
                  </a:lnTo>
                  <a:lnTo>
                    <a:pt x="2042351" y="2155222"/>
                  </a:lnTo>
                  <a:lnTo>
                    <a:pt x="2043398" y="2154650"/>
                  </a:lnTo>
                  <a:lnTo>
                    <a:pt x="2043113" y="2155317"/>
                  </a:lnTo>
                  <a:lnTo>
                    <a:pt x="2042541" y="2158079"/>
                  </a:lnTo>
                  <a:lnTo>
                    <a:pt x="2042351" y="2158746"/>
                  </a:lnTo>
                  <a:lnTo>
                    <a:pt x="2042351" y="2159222"/>
                  </a:lnTo>
                  <a:lnTo>
                    <a:pt x="2042446" y="2159794"/>
                  </a:lnTo>
                  <a:lnTo>
                    <a:pt x="2042922" y="2160556"/>
                  </a:lnTo>
                  <a:lnTo>
                    <a:pt x="2043018" y="2161032"/>
                  </a:lnTo>
                  <a:lnTo>
                    <a:pt x="2043779" y="2161699"/>
                  </a:lnTo>
                  <a:lnTo>
                    <a:pt x="2045399" y="2161508"/>
                  </a:lnTo>
                  <a:lnTo>
                    <a:pt x="2047113" y="2160937"/>
                  </a:lnTo>
                  <a:lnTo>
                    <a:pt x="2048066" y="2160365"/>
                  </a:lnTo>
                  <a:lnTo>
                    <a:pt x="2048447" y="2160365"/>
                  </a:lnTo>
                  <a:lnTo>
                    <a:pt x="2047780" y="2161604"/>
                  </a:lnTo>
                  <a:lnTo>
                    <a:pt x="2044732" y="2163128"/>
                  </a:lnTo>
                  <a:lnTo>
                    <a:pt x="2044065" y="2164080"/>
                  </a:lnTo>
                  <a:lnTo>
                    <a:pt x="2044256" y="2165890"/>
                  </a:lnTo>
                  <a:lnTo>
                    <a:pt x="2044827" y="2167223"/>
                  </a:lnTo>
                  <a:lnTo>
                    <a:pt x="2045780" y="2168176"/>
                  </a:lnTo>
                  <a:lnTo>
                    <a:pt x="2051399" y="2171319"/>
                  </a:lnTo>
                  <a:lnTo>
                    <a:pt x="2052923" y="2171700"/>
                  </a:lnTo>
                  <a:lnTo>
                    <a:pt x="2054447" y="2171224"/>
                  </a:lnTo>
                  <a:lnTo>
                    <a:pt x="2055781" y="2170081"/>
                  </a:lnTo>
                  <a:lnTo>
                    <a:pt x="2056543" y="2168557"/>
                  </a:lnTo>
                  <a:lnTo>
                    <a:pt x="2056448" y="2167033"/>
                  </a:lnTo>
                  <a:lnTo>
                    <a:pt x="2058543" y="2165890"/>
                  </a:lnTo>
                  <a:lnTo>
                    <a:pt x="2058829" y="2165604"/>
                  </a:lnTo>
                  <a:lnTo>
                    <a:pt x="2059114" y="2165033"/>
                  </a:lnTo>
                  <a:lnTo>
                    <a:pt x="2059305" y="2164747"/>
                  </a:lnTo>
                  <a:lnTo>
                    <a:pt x="2059591" y="2164652"/>
                  </a:lnTo>
                  <a:lnTo>
                    <a:pt x="2060924" y="2164747"/>
                  </a:lnTo>
                  <a:lnTo>
                    <a:pt x="2061305" y="2164366"/>
                  </a:lnTo>
                  <a:lnTo>
                    <a:pt x="2061401" y="2162747"/>
                  </a:lnTo>
                  <a:lnTo>
                    <a:pt x="2061591" y="2162366"/>
                  </a:lnTo>
                  <a:lnTo>
                    <a:pt x="2063972" y="2161223"/>
                  </a:lnTo>
                  <a:lnTo>
                    <a:pt x="2064639" y="2161508"/>
                  </a:lnTo>
                  <a:lnTo>
                    <a:pt x="2065020" y="2161223"/>
                  </a:lnTo>
                  <a:lnTo>
                    <a:pt x="2065401" y="2160746"/>
                  </a:lnTo>
                  <a:lnTo>
                    <a:pt x="2065973" y="2160461"/>
                  </a:lnTo>
                  <a:lnTo>
                    <a:pt x="2066735" y="2160746"/>
                  </a:lnTo>
                  <a:lnTo>
                    <a:pt x="2067306" y="2161413"/>
                  </a:lnTo>
                  <a:lnTo>
                    <a:pt x="2067687" y="2162270"/>
                  </a:lnTo>
                  <a:lnTo>
                    <a:pt x="2068354" y="2164461"/>
                  </a:lnTo>
                  <a:lnTo>
                    <a:pt x="2068830" y="2165509"/>
                  </a:lnTo>
                  <a:lnTo>
                    <a:pt x="2070545" y="2166557"/>
                  </a:lnTo>
                  <a:lnTo>
                    <a:pt x="2071402" y="2166080"/>
                  </a:lnTo>
                  <a:lnTo>
                    <a:pt x="2072926" y="2165509"/>
                  </a:lnTo>
                  <a:lnTo>
                    <a:pt x="2073783" y="2164556"/>
                  </a:lnTo>
                  <a:lnTo>
                    <a:pt x="2074164" y="2164080"/>
                  </a:lnTo>
                  <a:lnTo>
                    <a:pt x="2074259" y="2163699"/>
                  </a:lnTo>
                  <a:lnTo>
                    <a:pt x="2074545" y="2162937"/>
                  </a:lnTo>
                  <a:lnTo>
                    <a:pt x="2074640" y="2162461"/>
                  </a:lnTo>
                  <a:lnTo>
                    <a:pt x="2074736" y="2161985"/>
                  </a:lnTo>
                  <a:lnTo>
                    <a:pt x="2075021" y="2161889"/>
                  </a:lnTo>
                  <a:lnTo>
                    <a:pt x="2075402" y="2161889"/>
                  </a:lnTo>
                  <a:lnTo>
                    <a:pt x="2076164" y="2161699"/>
                  </a:lnTo>
                  <a:lnTo>
                    <a:pt x="2076641" y="2161318"/>
                  </a:lnTo>
                  <a:lnTo>
                    <a:pt x="2076831" y="2160651"/>
                  </a:lnTo>
                  <a:lnTo>
                    <a:pt x="2076450" y="2159984"/>
                  </a:lnTo>
                  <a:lnTo>
                    <a:pt x="2076355" y="2159699"/>
                  </a:lnTo>
                  <a:lnTo>
                    <a:pt x="2076450" y="2159318"/>
                  </a:lnTo>
                  <a:lnTo>
                    <a:pt x="2076545" y="2158270"/>
                  </a:lnTo>
                  <a:lnTo>
                    <a:pt x="2076355" y="2157222"/>
                  </a:lnTo>
                  <a:lnTo>
                    <a:pt x="2076355" y="2156460"/>
                  </a:lnTo>
                  <a:lnTo>
                    <a:pt x="2076260" y="2155222"/>
                  </a:lnTo>
                  <a:lnTo>
                    <a:pt x="2076355" y="2153888"/>
                  </a:lnTo>
                  <a:lnTo>
                    <a:pt x="2076641" y="2152841"/>
                  </a:lnTo>
                  <a:lnTo>
                    <a:pt x="2076545" y="2151412"/>
                  </a:lnTo>
                  <a:lnTo>
                    <a:pt x="2076831" y="2150459"/>
                  </a:lnTo>
                  <a:lnTo>
                    <a:pt x="2078451" y="2151698"/>
                  </a:lnTo>
                  <a:lnTo>
                    <a:pt x="2079498" y="2150174"/>
                  </a:lnTo>
                  <a:lnTo>
                    <a:pt x="2079879" y="2146745"/>
                  </a:lnTo>
                  <a:lnTo>
                    <a:pt x="2081213" y="2146078"/>
                  </a:lnTo>
                  <a:lnTo>
                    <a:pt x="2081213" y="2146935"/>
                  </a:lnTo>
                  <a:lnTo>
                    <a:pt x="2081403" y="2147888"/>
                  </a:lnTo>
                  <a:lnTo>
                    <a:pt x="2081689" y="2148745"/>
                  </a:lnTo>
                  <a:lnTo>
                    <a:pt x="2082165" y="2149412"/>
                  </a:lnTo>
                  <a:lnTo>
                    <a:pt x="2081689" y="2150364"/>
                  </a:lnTo>
                  <a:lnTo>
                    <a:pt x="2082070" y="2151126"/>
                  </a:lnTo>
                  <a:lnTo>
                    <a:pt x="2081594" y="2152079"/>
                  </a:lnTo>
                  <a:lnTo>
                    <a:pt x="2081308" y="2152936"/>
                  </a:lnTo>
                  <a:lnTo>
                    <a:pt x="2081689" y="2154841"/>
                  </a:lnTo>
                  <a:lnTo>
                    <a:pt x="2082832" y="2156460"/>
                  </a:lnTo>
                  <a:lnTo>
                    <a:pt x="2083784" y="2157127"/>
                  </a:lnTo>
                  <a:lnTo>
                    <a:pt x="2084927" y="2156174"/>
                  </a:lnTo>
                  <a:lnTo>
                    <a:pt x="2085785" y="2155889"/>
                  </a:lnTo>
                  <a:lnTo>
                    <a:pt x="2086832" y="2155984"/>
                  </a:lnTo>
                  <a:lnTo>
                    <a:pt x="2087689" y="2156079"/>
                  </a:lnTo>
                  <a:lnTo>
                    <a:pt x="2088547" y="2155412"/>
                  </a:lnTo>
                  <a:lnTo>
                    <a:pt x="2088737" y="2155031"/>
                  </a:lnTo>
                  <a:lnTo>
                    <a:pt x="2088928" y="2154460"/>
                  </a:lnTo>
                  <a:lnTo>
                    <a:pt x="2089023" y="2153793"/>
                  </a:lnTo>
                  <a:lnTo>
                    <a:pt x="2088547" y="2152650"/>
                  </a:lnTo>
                  <a:lnTo>
                    <a:pt x="2088737" y="2151983"/>
                  </a:lnTo>
                  <a:lnTo>
                    <a:pt x="2089404" y="2150745"/>
                  </a:lnTo>
                  <a:lnTo>
                    <a:pt x="2089976" y="2150650"/>
                  </a:lnTo>
                  <a:lnTo>
                    <a:pt x="2090261" y="2150555"/>
                  </a:lnTo>
                  <a:lnTo>
                    <a:pt x="2090452" y="2150269"/>
                  </a:lnTo>
                  <a:lnTo>
                    <a:pt x="2090643" y="2149793"/>
                  </a:lnTo>
                  <a:lnTo>
                    <a:pt x="2091119" y="2148935"/>
                  </a:lnTo>
                  <a:lnTo>
                    <a:pt x="2091309" y="2148459"/>
                  </a:lnTo>
                  <a:lnTo>
                    <a:pt x="2091595" y="2148078"/>
                  </a:lnTo>
                  <a:lnTo>
                    <a:pt x="2092166" y="2147983"/>
                  </a:lnTo>
                  <a:lnTo>
                    <a:pt x="2092833" y="2148078"/>
                  </a:lnTo>
                  <a:lnTo>
                    <a:pt x="2094167" y="2148745"/>
                  </a:lnTo>
                  <a:lnTo>
                    <a:pt x="2094738" y="2148745"/>
                  </a:lnTo>
                  <a:lnTo>
                    <a:pt x="2096834" y="2148269"/>
                  </a:lnTo>
                  <a:lnTo>
                    <a:pt x="2094833" y="2145411"/>
                  </a:lnTo>
                  <a:lnTo>
                    <a:pt x="2094262" y="2144649"/>
                  </a:lnTo>
                  <a:lnTo>
                    <a:pt x="2092928" y="2143220"/>
                  </a:lnTo>
                  <a:lnTo>
                    <a:pt x="2092357" y="2142077"/>
                  </a:lnTo>
                  <a:lnTo>
                    <a:pt x="2091595" y="2140934"/>
                  </a:lnTo>
                  <a:lnTo>
                    <a:pt x="2087594" y="2134362"/>
                  </a:lnTo>
                  <a:lnTo>
                    <a:pt x="2085594" y="2132267"/>
                  </a:lnTo>
                  <a:lnTo>
                    <a:pt x="2084356" y="2131314"/>
                  </a:lnTo>
                  <a:lnTo>
                    <a:pt x="2084070" y="2130838"/>
                  </a:lnTo>
                  <a:lnTo>
                    <a:pt x="2083975" y="2129790"/>
                  </a:lnTo>
                  <a:lnTo>
                    <a:pt x="2084356" y="2125885"/>
                  </a:lnTo>
                  <a:lnTo>
                    <a:pt x="2085023" y="2126552"/>
                  </a:lnTo>
                  <a:lnTo>
                    <a:pt x="2087880" y="2131409"/>
                  </a:lnTo>
                  <a:lnTo>
                    <a:pt x="2088452" y="2132648"/>
                  </a:lnTo>
                  <a:lnTo>
                    <a:pt x="2089118" y="2135696"/>
                  </a:lnTo>
                  <a:lnTo>
                    <a:pt x="2090261" y="2137505"/>
                  </a:lnTo>
                  <a:lnTo>
                    <a:pt x="2091690" y="2139125"/>
                  </a:lnTo>
                  <a:lnTo>
                    <a:pt x="2094262" y="2141125"/>
                  </a:lnTo>
                  <a:lnTo>
                    <a:pt x="2094548" y="2141506"/>
                  </a:lnTo>
                  <a:lnTo>
                    <a:pt x="2094738" y="2141982"/>
                  </a:lnTo>
                  <a:lnTo>
                    <a:pt x="2094833" y="2143030"/>
                  </a:lnTo>
                  <a:lnTo>
                    <a:pt x="2094929" y="2143411"/>
                  </a:lnTo>
                  <a:lnTo>
                    <a:pt x="2097405" y="2145792"/>
                  </a:lnTo>
                  <a:lnTo>
                    <a:pt x="2097786" y="2146745"/>
                  </a:lnTo>
                  <a:lnTo>
                    <a:pt x="2098167" y="2147983"/>
                  </a:lnTo>
                  <a:lnTo>
                    <a:pt x="2099977" y="2149602"/>
                  </a:lnTo>
                  <a:lnTo>
                    <a:pt x="2101311" y="2149793"/>
                  </a:lnTo>
                  <a:lnTo>
                    <a:pt x="2102072" y="2148840"/>
                  </a:lnTo>
                  <a:lnTo>
                    <a:pt x="2103311" y="2147697"/>
                  </a:lnTo>
                  <a:lnTo>
                    <a:pt x="2103692" y="2147221"/>
                  </a:lnTo>
                  <a:lnTo>
                    <a:pt x="2103787" y="2147126"/>
                  </a:lnTo>
                  <a:lnTo>
                    <a:pt x="2103787" y="2147126"/>
                  </a:lnTo>
                  <a:lnTo>
                    <a:pt x="2103406" y="2146554"/>
                  </a:lnTo>
                  <a:lnTo>
                    <a:pt x="2103406" y="2146554"/>
                  </a:lnTo>
                  <a:lnTo>
                    <a:pt x="2104263" y="2146078"/>
                  </a:lnTo>
                  <a:lnTo>
                    <a:pt x="2105025" y="2146268"/>
                  </a:lnTo>
                  <a:lnTo>
                    <a:pt x="2105502" y="2145411"/>
                  </a:lnTo>
                  <a:lnTo>
                    <a:pt x="2106930" y="2145125"/>
                  </a:lnTo>
                  <a:lnTo>
                    <a:pt x="2107026" y="2144268"/>
                  </a:lnTo>
                  <a:lnTo>
                    <a:pt x="2106740" y="2143697"/>
                  </a:lnTo>
                  <a:lnTo>
                    <a:pt x="2106359" y="2143506"/>
                  </a:lnTo>
                  <a:lnTo>
                    <a:pt x="2106263" y="2142458"/>
                  </a:lnTo>
                  <a:lnTo>
                    <a:pt x="2106168" y="2141601"/>
                  </a:lnTo>
                  <a:lnTo>
                    <a:pt x="2106645" y="2141125"/>
                  </a:lnTo>
                  <a:lnTo>
                    <a:pt x="2107121" y="2140744"/>
                  </a:lnTo>
                  <a:lnTo>
                    <a:pt x="2107311" y="2140172"/>
                  </a:lnTo>
                  <a:lnTo>
                    <a:pt x="2107311" y="2139315"/>
                  </a:lnTo>
                  <a:lnTo>
                    <a:pt x="2107406" y="2138839"/>
                  </a:lnTo>
                  <a:lnTo>
                    <a:pt x="2107978" y="2137696"/>
                  </a:lnTo>
                  <a:lnTo>
                    <a:pt x="2106454" y="2137601"/>
                  </a:lnTo>
                  <a:lnTo>
                    <a:pt x="2105216" y="2137029"/>
                  </a:lnTo>
                  <a:lnTo>
                    <a:pt x="2104835" y="2136172"/>
                  </a:lnTo>
                  <a:lnTo>
                    <a:pt x="2104549" y="2133791"/>
                  </a:lnTo>
                  <a:lnTo>
                    <a:pt x="2105406" y="2131409"/>
                  </a:lnTo>
                  <a:lnTo>
                    <a:pt x="2107121" y="2128933"/>
                  </a:lnTo>
                  <a:lnTo>
                    <a:pt x="2107311" y="2125980"/>
                  </a:lnTo>
                  <a:lnTo>
                    <a:pt x="2105406" y="2123789"/>
                  </a:lnTo>
                  <a:lnTo>
                    <a:pt x="2104835" y="2122456"/>
                  </a:lnTo>
                  <a:lnTo>
                    <a:pt x="2102930" y="2120551"/>
                  </a:lnTo>
                  <a:lnTo>
                    <a:pt x="2100834" y="2118932"/>
                  </a:lnTo>
                  <a:lnTo>
                    <a:pt x="2100358" y="2117979"/>
                  </a:lnTo>
                  <a:lnTo>
                    <a:pt x="2099691" y="2117503"/>
                  </a:lnTo>
                  <a:lnTo>
                    <a:pt x="2096643" y="2116265"/>
                  </a:lnTo>
                  <a:lnTo>
                    <a:pt x="2095691" y="2115217"/>
                  </a:lnTo>
                  <a:lnTo>
                    <a:pt x="2098262" y="2116265"/>
                  </a:lnTo>
                  <a:lnTo>
                    <a:pt x="2099024" y="2116836"/>
                  </a:lnTo>
                  <a:lnTo>
                    <a:pt x="2099691" y="2115979"/>
                  </a:lnTo>
                  <a:lnTo>
                    <a:pt x="2100263" y="2115598"/>
                  </a:lnTo>
                  <a:lnTo>
                    <a:pt x="2101882" y="2114931"/>
                  </a:lnTo>
                  <a:lnTo>
                    <a:pt x="2099024" y="2113312"/>
                  </a:lnTo>
                  <a:lnTo>
                    <a:pt x="2098262" y="2112645"/>
                  </a:lnTo>
                  <a:lnTo>
                    <a:pt x="2095214" y="2108930"/>
                  </a:lnTo>
                  <a:lnTo>
                    <a:pt x="2094262" y="2108454"/>
                  </a:lnTo>
                  <a:lnTo>
                    <a:pt x="2093309" y="2108549"/>
                  </a:lnTo>
                  <a:lnTo>
                    <a:pt x="2092262" y="2108930"/>
                  </a:lnTo>
                  <a:lnTo>
                    <a:pt x="2091214" y="2109121"/>
                  </a:lnTo>
                  <a:lnTo>
                    <a:pt x="2090738" y="2108930"/>
                  </a:lnTo>
                  <a:lnTo>
                    <a:pt x="2089690" y="2108168"/>
                  </a:lnTo>
                  <a:lnTo>
                    <a:pt x="2089404" y="2107978"/>
                  </a:lnTo>
                  <a:lnTo>
                    <a:pt x="2088166" y="2107883"/>
                  </a:lnTo>
                  <a:lnTo>
                    <a:pt x="2087023" y="2107597"/>
                  </a:lnTo>
                  <a:lnTo>
                    <a:pt x="2087023" y="2107216"/>
                  </a:lnTo>
                  <a:lnTo>
                    <a:pt x="2091976" y="2108264"/>
                  </a:lnTo>
                  <a:lnTo>
                    <a:pt x="2093500" y="2108073"/>
                  </a:lnTo>
                  <a:lnTo>
                    <a:pt x="2098453" y="2106168"/>
                  </a:lnTo>
                  <a:lnTo>
                    <a:pt x="2099310" y="2106359"/>
                  </a:lnTo>
                  <a:lnTo>
                    <a:pt x="2100453" y="2106930"/>
                  </a:lnTo>
                  <a:lnTo>
                    <a:pt x="2100739" y="2106930"/>
                  </a:lnTo>
                  <a:lnTo>
                    <a:pt x="2101311" y="2106549"/>
                  </a:lnTo>
                  <a:lnTo>
                    <a:pt x="2101311" y="2106263"/>
                  </a:lnTo>
                  <a:lnTo>
                    <a:pt x="2101120" y="2105882"/>
                  </a:lnTo>
                  <a:lnTo>
                    <a:pt x="2101691" y="2104835"/>
                  </a:lnTo>
                  <a:lnTo>
                    <a:pt x="2102358" y="2102834"/>
                  </a:lnTo>
                  <a:lnTo>
                    <a:pt x="2102263" y="2101120"/>
                  </a:lnTo>
                  <a:lnTo>
                    <a:pt x="2101120" y="2099310"/>
                  </a:lnTo>
                  <a:lnTo>
                    <a:pt x="2099596" y="2098739"/>
                  </a:lnTo>
                  <a:lnTo>
                    <a:pt x="2097881" y="2098548"/>
                  </a:lnTo>
                  <a:lnTo>
                    <a:pt x="2096834" y="2097500"/>
                  </a:lnTo>
                  <a:lnTo>
                    <a:pt x="2097786" y="2096738"/>
                  </a:lnTo>
                  <a:lnTo>
                    <a:pt x="2099215" y="2097215"/>
                  </a:lnTo>
                  <a:lnTo>
                    <a:pt x="2101787" y="2098739"/>
                  </a:lnTo>
                  <a:lnTo>
                    <a:pt x="2102549" y="2098739"/>
                  </a:lnTo>
                  <a:lnTo>
                    <a:pt x="2103406" y="2098453"/>
                  </a:lnTo>
                  <a:lnTo>
                    <a:pt x="2104073" y="2097977"/>
                  </a:lnTo>
                  <a:lnTo>
                    <a:pt x="2104358" y="2097310"/>
                  </a:lnTo>
                  <a:lnTo>
                    <a:pt x="2104835" y="2097215"/>
                  </a:lnTo>
                  <a:lnTo>
                    <a:pt x="2106740" y="2096167"/>
                  </a:lnTo>
                  <a:lnTo>
                    <a:pt x="2107026" y="2095881"/>
                  </a:lnTo>
                  <a:lnTo>
                    <a:pt x="2108740" y="2095500"/>
                  </a:lnTo>
                  <a:lnTo>
                    <a:pt x="2111216" y="2093690"/>
                  </a:lnTo>
                  <a:lnTo>
                    <a:pt x="2112740" y="2093309"/>
                  </a:lnTo>
                  <a:lnTo>
                    <a:pt x="2113598" y="2093405"/>
                  </a:lnTo>
                  <a:lnTo>
                    <a:pt x="2114931" y="2094071"/>
                  </a:lnTo>
                  <a:lnTo>
                    <a:pt x="2115788" y="2094357"/>
                  </a:lnTo>
                  <a:lnTo>
                    <a:pt x="2117694" y="2094548"/>
                  </a:lnTo>
                  <a:lnTo>
                    <a:pt x="2118455" y="2094833"/>
                  </a:lnTo>
                  <a:lnTo>
                    <a:pt x="2119313" y="2095500"/>
                  </a:lnTo>
                  <a:lnTo>
                    <a:pt x="2117789" y="2094929"/>
                  </a:lnTo>
                  <a:lnTo>
                    <a:pt x="2116931" y="2094738"/>
                  </a:lnTo>
                  <a:lnTo>
                    <a:pt x="2115503" y="2095310"/>
                  </a:lnTo>
                  <a:lnTo>
                    <a:pt x="2114741" y="2095024"/>
                  </a:lnTo>
                  <a:lnTo>
                    <a:pt x="2114074" y="2094548"/>
                  </a:lnTo>
                  <a:lnTo>
                    <a:pt x="2113503" y="2094357"/>
                  </a:lnTo>
                  <a:lnTo>
                    <a:pt x="2111978" y="2094643"/>
                  </a:lnTo>
                  <a:lnTo>
                    <a:pt x="2109121" y="2095976"/>
                  </a:lnTo>
                  <a:lnTo>
                    <a:pt x="2106168" y="2096548"/>
                  </a:lnTo>
                  <a:lnTo>
                    <a:pt x="2104835" y="2097405"/>
                  </a:lnTo>
                  <a:lnTo>
                    <a:pt x="2103787" y="2098643"/>
                  </a:lnTo>
                  <a:lnTo>
                    <a:pt x="2103406" y="2100072"/>
                  </a:lnTo>
                  <a:lnTo>
                    <a:pt x="2103406" y="2101596"/>
                  </a:lnTo>
                  <a:lnTo>
                    <a:pt x="2103596" y="2102453"/>
                  </a:lnTo>
                  <a:lnTo>
                    <a:pt x="2104073" y="2102930"/>
                  </a:lnTo>
                  <a:lnTo>
                    <a:pt x="2104739" y="2102834"/>
                  </a:lnTo>
                  <a:lnTo>
                    <a:pt x="2105311" y="2102358"/>
                  </a:lnTo>
                  <a:lnTo>
                    <a:pt x="2106263" y="2100929"/>
                  </a:lnTo>
                  <a:lnTo>
                    <a:pt x="2106263" y="2103311"/>
                  </a:lnTo>
                  <a:lnTo>
                    <a:pt x="2106168" y="2104549"/>
                  </a:lnTo>
                  <a:lnTo>
                    <a:pt x="2105882" y="2105597"/>
                  </a:lnTo>
                  <a:lnTo>
                    <a:pt x="2106454" y="2104739"/>
                  </a:lnTo>
                  <a:lnTo>
                    <a:pt x="2107121" y="2101596"/>
                  </a:lnTo>
                  <a:lnTo>
                    <a:pt x="2108073" y="2100167"/>
                  </a:lnTo>
                  <a:lnTo>
                    <a:pt x="2107406" y="2102072"/>
                  </a:lnTo>
                  <a:lnTo>
                    <a:pt x="2107311" y="2102834"/>
                  </a:lnTo>
                  <a:lnTo>
                    <a:pt x="2107406" y="2103596"/>
                  </a:lnTo>
                  <a:lnTo>
                    <a:pt x="2107121" y="2104358"/>
                  </a:lnTo>
                  <a:lnTo>
                    <a:pt x="2106930" y="2105216"/>
                  </a:lnTo>
                  <a:lnTo>
                    <a:pt x="2106930" y="2106073"/>
                  </a:lnTo>
                  <a:lnTo>
                    <a:pt x="2107026" y="2106740"/>
                  </a:lnTo>
                  <a:lnTo>
                    <a:pt x="2107311" y="2106073"/>
                  </a:lnTo>
                  <a:lnTo>
                    <a:pt x="2107692" y="2104263"/>
                  </a:lnTo>
                  <a:lnTo>
                    <a:pt x="2107883" y="2102453"/>
                  </a:lnTo>
                  <a:lnTo>
                    <a:pt x="2108169" y="2101691"/>
                  </a:lnTo>
                  <a:lnTo>
                    <a:pt x="2108930" y="2100167"/>
                  </a:lnTo>
                  <a:lnTo>
                    <a:pt x="2109311" y="2100167"/>
                  </a:lnTo>
                  <a:lnTo>
                    <a:pt x="2108549" y="2102168"/>
                  </a:lnTo>
                  <a:lnTo>
                    <a:pt x="2108264" y="2103311"/>
                  </a:lnTo>
                  <a:lnTo>
                    <a:pt x="2108169" y="2104644"/>
                  </a:lnTo>
                  <a:lnTo>
                    <a:pt x="2107883" y="2105882"/>
                  </a:lnTo>
                  <a:lnTo>
                    <a:pt x="2106835" y="2108454"/>
                  </a:lnTo>
                  <a:lnTo>
                    <a:pt x="2107026" y="2108930"/>
                  </a:lnTo>
                  <a:lnTo>
                    <a:pt x="2107121" y="2108454"/>
                  </a:lnTo>
                  <a:lnTo>
                    <a:pt x="2107406" y="2107978"/>
                  </a:lnTo>
                  <a:lnTo>
                    <a:pt x="2107787" y="2107597"/>
                  </a:lnTo>
                  <a:lnTo>
                    <a:pt x="2107502" y="2108549"/>
                  </a:lnTo>
                  <a:lnTo>
                    <a:pt x="2107406" y="2109788"/>
                  </a:lnTo>
                  <a:lnTo>
                    <a:pt x="2107597" y="2110835"/>
                  </a:lnTo>
                  <a:lnTo>
                    <a:pt x="2108169" y="2111502"/>
                  </a:lnTo>
                  <a:lnTo>
                    <a:pt x="2107978" y="2110835"/>
                  </a:lnTo>
                  <a:lnTo>
                    <a:pt x="2107787" y="2110073"/>
                  </a:lnTo>
                  <a:lnTo>
                    <a:pt x="2107787" y="2109311"/>
                  </a:lnTo>
                  <a:lnTo>
                    <a:pt x="2108169" y="2108549"/>
                  </a:lnTo>
                  <a:lnTo>
                    <a:pt x="2108930" y="2110645"/>
                  </a:lnTo>
                  <a:lnTo>
                    <a:pt x="2109502" y="2111693"/>
                  </a:lnTo>
                  <a:lnTo>
                    <a:pt x="2110169" y="2112550"/>
                  </a:lnTo>
                  <a:lnTo>
                    <a:pt x="2110550" y="2113788"/>
                  </a:lnTo>
                  <a:lnTo>
                    <a:pt x="2110169" y="2115026"/>
                  </a:lnTo>
                  <a:lnTo>
                    <a:pt x="2110073" y="2116074"/>
                  </a:lnTo>
                  <a:lnTo>
                    <a:pt x="2111026" y="2116741"/>
                  </a:lnTo>
                  <a:lnTo>
                    <a:pt x="2111693" y="2116741"/>
                  </a:lnTo>
                  <a:lnTo>
                    <a:pt x="2112074" y="2116455"/>
                  </a:lnTo>
                  <a:lnTo>
                    <a:pt x="2112264" y="2116074"/>
                  </a:lnTo>
                  <a:lnTo>
                    <a:pt x="2112550" y="2115884"/>
                  </a:lnTo>
                  <a:lnTo>
                    <a:pt x="2113217" y="2115788"/>
                  </a:lnTo>
                  <a:lnTo>
                    <a:pt x="2114931" y="2115884"/>
                  </a:lnTo>
                  <a:lnTo>
                    <a:pt x="2115693" y="2116360"/>
                  </a:lnTo>
                  <a:lnTo>
                    <a:pt x="2116074" y="2117408"/>
                  </a:lnTo>
                  <a:lnTo>
                    <a:pt x="2116551" y="2120932"/>
                  </a:lnTo>
                  <a:lnTo>
                    <a:pt x="2117598" y="2121503"/>
                  </a:lnTo>
                  <a:lnTo>
                    <a:pt x="2117884" y="2123218"/>
                  </a:lnTo>
                  <a:lnTo>
                    <a:pt x="2118646" y="2124742"/>
                  </a:lnTo>
                  <a:lnTo>
                    <a:pt x="2119122" y="2125694"/>
                  </a:lnTo>
                  <a:lnTo>
                    <a:pt x="2119694" y="2126552"/>
                  </a:lnTo>
                  <a:lnTo>
                    <a:pt x="2120170" y="2127123"/>
                  </a:lnTo>
                  <a:lnTo>
                    <a:pt x="2122075" y="2128552"/>
                  </a:lnTo>
                  <a:lnTo>
                    <a:pt x="2122837" y="2129409"/>
                  </a:lnTo>
                  <a:lnTo>
                    <a:pt x="2122170" y="2129790"/>
                  </a:lnTo>
                  <a:lnTo>
                    <a:pt x="2121313" y="2129981"/>
                  </a:lnTo>
                  <a:lnTo>
                    <a:pt x="2121408" y="2130933"/>
                  </a:lnTo>
                  <a:lnTo>
                    <a:pt x="2121789" y="2131886"/>
                  </a:lnTo>
                  <a:lnTo>
                    <a:pt x="2122170" y="2132171"/>
                  </a:lnTo>
                  <a:lnTo>
                    <a:pt x="2122646" y="2133314"/>
                  </a:lnTo>
                  <a:lnTo>
                    <a:pt x="2123694" y="2131886"/>
                  </a:lnTo>
                  <a:lnTo>
                    <a:pt x="2123694" y="2131409"/>
                  </a:lnTo>
                  <a:lnTo>
                    <a:pt x="2123885" y="2131314"/>
                  </a:lnTo>
                  <a:lnTo>
                    <a:pt x="2123980" y="2131219"/>
                  </a:lnTo>
                  <a:lnTo>
                    <a:pt x="2124456" y="2131314"/>
                  </a:lnTo>
                  <a:lnTo>
                    <a:pt x="2125028" y="2131219"/>
                  </a:lnTo>
                  <a:lnTo>
                    <a:pt x="2125695" y="2131124"/>
                  </a:lnTo>
                  <a:lnTo>
                    <a:pt x="2125790" y="2130552"/>
                  </a:lnTo>
                  <a:lnTo>
                    <a:pt x="2125790" y="2129981"/>
                  </a:lnTo>
                  <a:lnTo>
                    <a:pt x="2125980" y="2129219"/>
                  </a:lnTo>
                  <a:lnTo>
                    <a:pt x="2126456" y="2128933"/>
                  </a:lnTo>
                  <a:lnTo>
                    <a:pt x="2126647" y="2128361"/>
                  </a:lnTo>
                  <a:lnTo>
                    <a:pt x="2127028" y="2128647"/>
                  </a:lnTo>
                  <a:lnTo>
                    <a:pt x="2127790" y="2128647"/>
                  </a:lnTo>
                  <a:lnTo>
                    <a:pt x="2127980" y="2128742"/>
                  </a:lnTo>
                  <a:lnTo>
                    <a:pt x="2128647" y="2128838"/>
                  </a:lnTo>
                  <a:lnTo>
                    <a:pt x="2129695" y="2129314"/>
                  </a:lnTo>
                  <a:lnTo>
                    <a:pt x="2130552" y="2129790"/>
                  </a:lnTo>
                  <a:lnTo>
                    <a:pt x="2130552" y="2129790"/>
                  </a:lnTo>
                  <a:lnTo>
                    <a:pt x="2130552" y="2129790"/>
                  </a:lnTo>
                  <a:lnTo>
                    <a:pt x="2130647" y="2129885"/>
                  </a:lnTo>
                  <a:lnTo>
                    <a:pt x="2130647" y="2129885"/>
                  </a:lnTo>
                  <a:lnTo>
                    <a:pt x="2130838" y="2130076"/>
                  </a:lnTo>
                  <a:lnTo>
                    <a:pt x="2131505" y="2130076"/>
                  </a:lnTo>
                  <a:lnTo>
                    <a:pt x="2131695" y="2129504"/>
                  </a:lnTo>
                  <a:lnTo>
                    <a:pt x="2132171" y="2129219"/>
                  </a:lnTo>
                  <a:lnTo>
                    <a:pt x="2132838" y="2129123"/>
                  </a:lnTo>
                  <a:lnTo>
                    <a:pt x="2132838" y="2128933"/>
                  </a:lnTo>
                  <a:lnTo>
                    <a:pt x="2133029" y="2128838"/>
                  </a:lnTo>
                  <a:lnTo>
                    <a:pt x="2133219" y="2129219"/>
                  </a:lnTo>
                  <a:lnTo>
                    <a:pt x="2132838" y="2129409"/>
                  </a:lnTo>
                  <a:lnTo>
                    <a:pt x="2132553" y="2129504"/>
                  </a:lnTo>
                  <a:lnTo>
                    <a:pt x="2132171" y="2129600"/>
                  </a:lnTo>
                  <a:lnTo>
                    <a:pt x="2131981" y="2129981"/>
                  </a:lnTo>
                  <a:lnTo>
                    <a:pt x="2131790" y="2130171"/>
                  </a:lnTo>
                  <a:lnTo>
                    <a:pt x="2130933" y="2130362"/>
                  </a:lnTo>
                  <a:lnTo>
                    <a:pt x="2130362" y="2130647"/>
                  </a:lnTo>
                  <a:lnTo>
                    <a:pt x="2130362" y="2131124"/>
                  </a:lnTo>
                  <a:lnTo>
                    <a:pt x="2130362" y="2131409"/>
                  </a:lnTo>
                  <a:lnTo>
                    <a:pt x="2130266" y="2131600"/>
                  </a:lnTo>
                  <a:lnTo>
                    <a:pt x="2130076" y="2131600"/>
                  </a:lnTo>
                  <a:lnTo>
                    <a:pt x="2129409" y="2131790"/>
                  </a:lnTo>
                  <a:lnTo>
                    <a:pt x="2129219" y="2131886"/>
                  </a:lnTo>
                  <a:lnTo>
                    <a:pt x="2129219" y="2131505"/>
                  </a:lnTo>
                  <a:lnTo>
                    <a:pt x="2129219" y="2131124"/>
                  </a:lnTo>
                  <a:lnTo>
                    <a:pt x="2128838" y="2131028"/>
                  </a:lnTo>
                  <a:lnTo>
                    <a:pt x="2128457" y="2131028"/>
                  </a:lnTo>
                  <a:lnTo>
                    <a:pt x="2127314" y="2132743"/>
                  </a:lnTo>
                  <a:lnTo>
                    <a:pt x="2126076" y="2133314"/>
                  </a:lnTo>
                  <a:lnTo>
                    <a:pt x="2125409" y="2134553"/>
                  </a:lnTo>
                  <a:lnTo>
                    <a:pt x="2124837" y="2134934"/>
                  </a:lnTo>
                  <a:lnTo>
                    <a:pt x="2123694" y="2135029"/>
                  </a:lnTo>
                  <a:lnTo>
                    <a:pt x="2123028" y="2135600"/>
                  </a:lnTo>
                  <a:lnTo>
                    <a:pt x="2123789" y="2136172"/>
                  </a:lnTo>
                  <a:lnTo>
                    <a:pt x="2124170" y="2136743"/>
                  </a:lnTo>
                  <a:lnTo>
                    <a:pt x="2123980" y="2137410"/>
                  </a:lnTo>
                  <a:lnTo>
                    <a:pt x="2124552" y="2137791"/>
                  </a:lnTo>
                  <a:lnTo>
                    <a:pt x="2124837" y="2137791"/>
                  </a:lnTo>
                  <a:lnTo>
                    <a:pt x="2125599" y="2138172"/>
                  </a:lnTo>
                  <a:lnTo>
                    <a:pt x="2126171" y="2137696"/>
                  </a:lnTo>
                  <a:lnTo>
                    <a:pt x="2127219" y="2137601"/>
                  </a:lnTo>
                  <a:lnTo>
                    <a:pt x="2126647" y="2137124"/>
                  </a:lnTo>
                  <a:lnTo>
                    <a:pt x="2126933" y="2136743"/>
                  </a:lnTo>
                  <a:lnTo>
                    <a:pt x="2127028" y="2137124"/>
                  </a:lnTo>
                  <a:lnTo>
                    <a:pt x="2127219" y="2137124"/>
                  </a:lnTo>
                  <a:lnTo>
                    <a:pt x="2127504" y="2137791"/>
                  </a:lnTo>
                  <a:lnTo>
                    <a:pt x="2127980" y="2137982"/>
                  </a:lnTo>
                  <a:lnTo>
                    <a:pt x="2128361" y="2138267"/>
                  </a:lnTo>
                  <a:lnTo>
                    <a:pt x="2129219" y="2138267"/>
                  </a:lnTo>
                  <a:lnTo>
                    <a:pt x="2129219" y="2138553"/>
                  </a:lnTo>
                  <a:lnTo>
                    <a:pt x="2129504" y="2138744"/>
                  </a:lnTo>
                  <a:lnTo>
                    <a:pt x="2130552" y="2138458"/>
                  </a:lnTo>
                  <a:lnTo>
                    <a:pt x="2131124" y="2138267"/>
                  </a:lnTo>
                  <a:lnTo>
                    <a:pt x="2131505" y="2138172"/>
                  </a:lnTo>
                  <a:lnTo>
                    <a:pt x="2131981" y="2138267"/>
                  </a:lnTo>
                  <a:lnTo>
                    <a:pt x="2132171" y="2138077"/>
                  </a:lnTo>
                  <a:lnTo>
                    <a:pt x="2132553" y="2138077"/>
                  </a:lnTo>
                  <a:lnTo>
                    <a:pt x="2132553" y="2137886"/>
                  </a:lnTo>
                  <a:lnTo>
                    <a:pt x="2133505" y="2138077"/>
                  </a:lnTo>
                  <a:lnTo>
                    <a:pt x="2133886" y="2137696"/>
                  </a:lnTo>
                  <a:lnTo>
                    <a:pt x="2134172" y="2137886"/>
                  </a:lnTo>
                  <a:lnTo>
                    <a:pt x="2134267" y="2138648"/>
                  </a:lnTo>
                  <a:lnTo>
                    <a:pt x="2134838" y="2139506"/>
                  </a:lnTo>
                  <a:lnTo>
                    <a:pt x="2134838" y="2139220"/>
                  </a:lnTo>
                  <a:lnTo>
                    <a:pt x="2135601" y="2139601"/>
                  </a:lnTo>
                  <a:lnTo>
                    <a:pt x="2136362" y="2139982"/>
                  </a:lnTo>
                  <a:lnTo>
                    <a:pt x="2136744" y="2140363"/>
                  </a:lnTo>
                  <a:lnTo>
                    <a:pt x="2136744" y="2140744"/>
                  </a:lnTo>
                  <a:lnTo>
                    <a:pt x="2137029" y="2140744"/>
                  </a:lnTo>
                  <a:lnTo>
                    <a:pt x="2137029" y="2141030"/>
                  </a:lnTo>
                  <a:lnTo>
                    <a:pt x="2137124" y="2141315"/>
                  </a:lnTo>
                  <a:lnTo>
                    <a:pt x="2137124" y="2141982"/>
                  </a:lnTo>
                  <a:lnTo>
                    <a:pt x="2137410" y="2142268"/>
                  </a:lnTo>
                  <a:lnTo>
                    <a:pt x="2137696" y="2142173"/>
                  </a:lnTo>
                  <a:lnTo>
                    <a:pt x="2137982" y="2141982"/>
                  </a:lnTo>
                  <a:lnTo>
                    <a:pt x="2138077" y="2141601"/>
                  </a:lnTo>
                  <a:lnTo>
                    <a:pt x="2138458" y="2141792"/>
                  </a:lnTo>
                  <a:lnTo>
                    <a:pt x="2138458" y="2141601"/>
                  </a:lnTo>
                  <a:lnTo>
                    <a:pt x="2138172" y="2141220"/>
                  </a:lnTo>
                  <a:lnTo>
                    <a:pt x="2138648" y="2140649"/>
                  </a:lnTo>
                  <a:lnTo>
                    <a:pt x="2139506" y="2141601"/>
                  </a:lnTo>
                  <a:lnTo>
                    <a:pt x="2139601" y="2141601"/>
                  </a:lnTo>
                  <a:lnTo>
                    <a:pt x="2139411" y="2141030"/>
                  </a:lnTo>
                  <a:lnTo>
                    <a:pt x="2140268" y="2142077"/>
                  </a:lnTo>
                  <a:lnTo>
                    <a:pt x="2140839" y="2142649"/>
                  </a:lnTo>
                  <a:lnTo>
                    <a:pt x="2141601" y="2141887"/>
                  </a:lnTo>
                  <a:lnTo>
                    <a:pt x="2141506" y="2141315"/>
                  </a:lnTo>
                  <a:lnTo>
                    <a:pt x="2141696" y="2140363"/>
                  </a:lnTo>
                  <a:lnTo>
                    <a:pt x="2142268" y="2140744"/>
                  </a:lnTo>
                  <a:lnTo>
                    <a:pt x="2142268" y="2141125"/>
                  </a:lnTo>
                  <a:lnTo>
                    <a:pt x="2142268" y="2141601"/>
                  </a:lnTo>
                  <a:lnTo>
                    <a:pt x="2142744" y="2141982"/>
                  </a:lnTo>
                  <a:lnTo>
                    <a:pt x="2143125" y="2142935"/>
                  </a:lnTo>
                  <a:lnTo>
                    <a:pt x="2143030" y="2143411"/>
                  </a:lnTo>
                  <a:lnTo>
                    <a:pt x="2143602" y="2143792"/>
                  </a:lnTo>
                  <a:lnTo>
                    <a:pt x="2143982" y="2144173"/>
                  </a:lnTo>
                  <a:lnTo>
                    <a:pt x="2144363" y="2143982"/>
                  </a:lnTo>
                  <a:lnTo>
                    <a:pt x="2144363" y="2143601"/>
                  </a:lnTo>
                  <a:lnTo>
                    <a:pt x="2144173" y="2143125"/>
                  </a:lnTo>
                  <a:lnTo>
                    <a:pt x="2143602" y="2143316"/>
                  </a:lnTo>
                  <a:lnTo>
                    <a:pt x="2143602" y="2142839"/>
                  </a:lnTo>
                  <a:lnTo>
                    <a:pt x="2143602" y="2142554"/>
                  </a:lnTo>
                  <a:lnTo>
                    <a:pt x="2143697" y="2142554"/>
                  </a:lnTo>
                  <a:lnTo>
                    <a:pt x="2144078" y="2142649"/>
                  </a:lnTo>
                  <a:lnTo>
                    <a:pt x="2144459" y="2142363"/>
                  </a:lnTo>
                  <a:lnTo>
                    <a:pt x="2144745" y="2141982"/>
                  </a:lnTo>
                  <a:lnTo>
                    <a:pt x="2144363" y="2141411"/>
                  </a:lnTo>
                  <a:lnTo>
                    <a:pt x="2143982" y="2141506"/>
                  </a:lnTo>
                  <a:lnTo>
                    <a:pt x="2143792" y="2141506"/>
                  </a:lnTo>
                  <a:lnTo>
                    <a:pt x="2143792" y="2140839"/>
                  </a:lnTo>
                  <a:lnTo>
                    <a:pt x="2143030" y="2140649"/>
                  </a:lnTo>
                  <a:lnTo>
                    <a:pt x="2142744" y="2140553"/>
                  </a:lnTo>
                  <a:lnTo>
                    <a:pt x="2142363" y="2139125"/>
                  </a:lnTo>
                  <a:lnTo>
                    <a:pt x="2141792" y="2138553"/>
                  </a:lnTo>
                  <a:lnTo>
                    <a:pt x="2141982" y="2138172"/>
                  </a:lnTo>
                  <a:lnTo>
                    <a:pt x="2142363" y="2137982"/>
                  </a:lnTo>
                  <a:lnTo>
                    <a:pt x="2142363" y="2138553"/>
                  </a:lnTo>
                  <a:lnTo>
                    <a:pt x="2142839" y="2139029"/>
                  </a:lnTo>
                  <a:lnTo>
                    <a:pt x="2143030" y="2138648"/>
                  </a:lnTo>
                  <a:lnTo>
                    <a:pt x="2142649" y="2138172"/>
                  </a:lnTo>
                  <a:lnTo>
                    <a:pt x="2142363" y="2137315"/>
                  </a:lnTo>
                  <a:lnTo>
                    <a:pt x="2142839" y="2136553"/>
                  </a:lnTo>
                  <a:lnTo>
                    <a:pt x="2143220" y="2136553"/>
                  </a:lnTo>
                  <a:lnTo>
                    <a:pt x="2143982" y="2137124"/>
                  </a:lnTo>
                  <a:lnTo>
                    <a:pt x="2144554" y="2137029"/>
                  </a:lnTo>
                  <a:lnTo>
                    <a:pt x="2145030" y="2136743"/>
                  </a:lnTo>
                  <a:lnTo>
                    <a:pt x="2145126" y="2137220"/>
                  </a:lnTo>
                  <a:lnTo>
                    <a:pt x="2145887" y="2137505"/>
                  </a:lnTo>
                  <a:lnTo>
                    <a:pt x="2145792" y="2138363"/>
                  </a:lnTo>
                  <a:lnTo>
                    <a:pt x="2146173" y="2138744"/>
                  </a:lnTo>
                  <a:lnTo>
                    <a:pt x="2146364" y="2139125"/>
                  </a:lnTo>
                  <a:lnTo>
                    <a:pt x="2146935" y="2138744"/>
                  </a:lnTo>
                  <a:lnTo>
                    <a:pt x="2146935" y="2139410"/>
                  </a:lnTo>
                  <a:lnTo>
                    <a:pt x="2147221" y="2139791"/>
                  </a:lnTo>
                  <a:lnTo>
                    <a:pt x="2147411" y="2139029"/>
                  </a:lnTo>
                  <a:lnTo>
                    <a:pt x="2147888" y="2138839"/>
                  </a:lnTo>
                  <a:lnTo>
                    <a:pt x="2148173" y="2138553"/>
                  </a:lnTo>
                  <a:lnTo>
                    <a:pt x="2148364" y="2138077"/>
                  </a:lnTo>
                  <a:lnTo>
                    <a:pt x="2148173" y="2137601"/>
                  </a:lnTo>
                  <a:lnTo>
                    <a:pt x="2148650" y="2137601"/>
                  </a:lnTo>
                  <a:lnTo>
                    <a:pt x="2148650" y="2137886"/>
                  </a:lnTo>
                  <a:lnTo>
                    <a:pt x="2148840" y="2137886"/>
                  </a:lnTo>
                  <a:lnTo>
                    <a:pt x="2148554" y="2136648"/>
                  </a:lnTo>
                  <a:lnTo>
                    <a:pt x="2147983" y="2135886"/>
                  </a:lnTo>
                  <a:lnTo>
                    <a:pt x="2147697" y="2136077"/>
                  </a:lnTo>
                  <a:lnTo>
                    <a:pt x="2148269" y="2134838"/>
                  </a:lnTo>
                  <a:lnTo>
                    <a:pt x="2148650" y="2134934"/>
                  </a:lnTo>
                  <a:lnTo>
                    <a:pt x="2149316" y="2135219"/>
                  </a:lnTo>
                  <a:lnTo>
                    <a:pt x="2149126" y="2134362"/>
                  </a:lnTo>
                  <a:lnTo>
                    <a:pt x="2149221" y="2133886"/>
                  </a:lnTo>
                  <a:lnTo>
                    <a:pt x="2148459" y="2133695"/>
                  </a:lnTo>
                  <a:lnTo>
                    <a:pt x="2147602" y="2133695"/>
                  </a:lnTo>
                  <a:lnTo>
                    <a:pt x="2147411" y="2133314"/>
                  </a:lnTo>
                  <a:lnTo>
                    <a:pt x="2147411" y="2132838"/>
                  </a:lnTo>
                  <a:lnTo>
                    <a:pt x="2147030" y="2132457"/>
                  </a:lnTo>
                  <a:lnTo>
                    <a:pt x="2146554" y="2133600"/>
                  </a:lnTo>
                  <a:lnTo>
                    <a:pt x="2146554" y="2134553"/>
                  </a:lnTo>
                  <a:lnTo>
                    <a:pt x="2146269" y="2134553"/>
                  </a:lnTo>
                  <a:lnTo>
                    <a:pt x="2145983" y="2133695"/>
                  </a:lnTo>
                  <a:lnTo>
                    <a:pt x="2145697" y="2134076"/>
                  </a:lnTo>
                  <a:lnTo>
                    <a:pt x="2145411" y="2133600"/>
                  </a:lnTo>
                  <a:lnTo>
                    <a:pt x="2145697" y="2133219"/>
                  </a:lnTo>
                  <a:lnTo>
                    <a:pt x="2145602" y="2132362"/>
                  </a:lnTo>
                  <a:lnTo>
                    <a:pt x="2145030" y="2132267"/>
                  </a:lnTo>
                  <a:lnTo>
                    <a:pt x="2145316" y="2131695"/>
                  </a:lnTo>
                  <a:lnTo>
                    <a:pt x="2145030" y="2131600"/>
                  </a:lnTo>
                  <a:lnTo>
                    <a:pt x="2144935" y="2131314"/>
                  </a:lnTo>
                  <a:lnTo>
                    <a:pt x="2143697" y="2132171"/>
                  </a:lnTo>
                  <a:lnTo>
                    <a:pt x="2143697" y="2132648"/>
                  </a:lnTo>
                  <a:lnTo>
                    <a:pt x="2143030" y="2132838"/>
                  </a:lnTo>
                  <a:lnTo>
                    <a:pt x="2142363" y="2133314"/>
                  </a:lnTo>
                  <a:lnTo>
                    <a:pt x="2143030" y="2134362"/>
                  </a:lnTo>
                  <a:lnTo>
                    <a:pt x="2142363" y="2134743"/>
                  </a:lnTo>
                  <a:lnTo>
                    <a:pt x="2142173" y="2135315"/>
                  </a:lnTo>
                  <a:lnTo>
                    <a:pt x="2141887" y="2134934"/>
                  </a:lnTo>
                  <a:lnTo>
                    <a:pt x="2141982" y="2134362"/>
                  </a:lnTo>
                  <a:lnTo>
                    <a:pt x="2141887" y="2134076"/>
                  </a:lnTo>
                  <a:lnTo>
                    <a:pt x="2141411" y="2134076"/>
                  </a:lnTo>
                  <a:lnTo>
                    <a:pt x="2141030" y="2133791"/>
                  </a:lnTo>
                  <a:lnTo>
                    <a:pt x="2140744" y="2133791"/>
                  </a:lnTo>
                  <a:lnTo>
                    <a:pt x="2140553" y="2134362"/>
                  </a:lnTo>
                  <a:lnTo>
                    <a:pt x="2139982" y="2134934"/>
                  </a:lnTo>
                  <a:lnTo>
                    <a:pt x="2139601" y="2135791"/>
                  </a:lnTo>
                  <a:lnTo>
                    <a:pt x="2139315" y="2135886"/>
                  </a:lnTo>
                  <a:lnTo>
                    <a:pt x="2139601" y="2135315"/>
                  </a:lnTo>
                  <a:lnTo>
                    <a:pt x="2139315" y="2135124"/>
                  </a:lnTo>
                  <a:lnTo>
                    <a:pt x="2139411" y="2134648"/>
                  </a:lnTo>
                  <a:lnTo>
                    <a:pt x="2138839" y="2134267"/>
                  </a:lnTo>
                  <a:lnTo>
                    <a:pt x="2138172" y="2133791"/>
                  </a:lnTo>
                  <a:lnTo>
                    <a:pt x="2137601" y="2133410"/>
                  </a:lnTo>
                  <a:lnTo>
                    <a:pt x="2137124" y="2133124"/>
                  </a:lnTo>
                  <a:lnTo>
                    <a:pt x="2138172" y="2132933"/>
                  </a:lnTo>
                  <a:lnTo>
                    <a:pt x="2138363" y="2132648"/>
                  </a:lnTo>
                  <a:lnTo>
                    <a:pt x="2138934" y="2132552"/>
                  </a:lnTo>
                  <a:lnTo>
                    <a:pt x="2139315" y="2132743"/>
                  </a:lnTo>
                  <a:lnTo>
                    <a:pt x="2139315" y="2133029"/>
                  </a:lnTo>
                  <a:lnTo>
                    <a:pt x="2139696" y="2133124"/>
                  </a:lnTo>
                  <a:lnTo>
                    <a:pt x="2139601" y="2132743"/>
                  </a:lnTo>
                  <a:lnTo>
                    <a:pt x="2139315" y="2132648"/>
                  </a:lnTo>
                  <a:lnTo>
                    <a:pt x="2139220" y="2132171"/>
                  </a:lnTo>
                  <a:lnTo>
                    <a:pt x="2139315" y="2131886"/>
                  </a:lnTo>
                  <a:lnTo>
                    <a:pt x="2139601" y="2132076"/>
                  </a:lnTo>
                  <a:lnTo>
                    <a:pt x="2140363" y="2131981"/>
                  </a:lnTo>
                  <a:lnTo>
                    <a:pt x="2141125" y="2133029"/>
                  </a:lnTo>
                  <a:lnTo>
                    <a:pt x="2141506" y="2133029"/>
                  </a:lnTo>
                  <a:lnTo>
                    <a:pt x="2142078" y="2132648"/>
                  </a:lnTo>
                  <a:lnTo>
                    <a:pt x="2142363" y="2132267"/>
                  </a:lnTo>
                  <a:lnTo>
                    <a:pt x="2143030" y="2131790"/>
                  </a:lnTo>
                  <a:lnTo>
                    <a:pt x="2143697" y="2131505"/>
                  </a:lnTo>
                  <a:lnTo>
                    <a:pt x="2144363" y="2131219"/>
                  </a:lnTo>
                  <a:lnTo>
                    <a:pt x="2144935" y="2130647"/>
                  </a:lnTo>
                  <a:lnTo>
                    <a:pt x="2145887" y="2129885"/>
                  </a:lnTo>
                  <a:lnTo>
                    <a:pt x="2145792" y="2129600"/>
                  </a:lnTo>
                  <a:lnTo>
                    <a:pt x="2145506" y="2129790"/>
                  </a:lnTo>
                  <a:lnTo>
                    <a:pt x="2143982" y="2130266"/>
                  </a:lnTo>
                  <a:lnTo>
                    <a:pt x="2143506" y="2129981"/>
                  </a:lnTo>
                  <a:lnTo>
                    <a:pt x="2143316" y="2129600"/>
                  </a:lnTo>
                  <a:lnTo>
                    <a:pt x="2142935" y="2129600"/>
                  </a:lnTo>
                  <a:lnTo>
                    <a:pt x="2143030" y="2129123"/>
                  </a:lnTo>
                  <a:lnTo>
                    <a:pt x="2143030" y="2128742"/>
                  </a:lnTo>
                  <a:lnTo>
                    <a:pt x="2142935" y="2128552"/>
                  </a:lnTo>
                  <a:lnTo>
                    <a:pt x="2142554" y="2128838"/>
                  </a:lnTo>
                  <a:lnTo>
                    <a:pt x="2142268" y="2128647"/>
                  </a:lnTo>
                  <a:lnTo>
                    <a:pt x="2142268" y="2128266"/>
                  </a:lnTo>
                  <a:lnTo>
                    <a:pt x="2141887" y="2127980"/>
                  </a:lnTo>
                  <a:lnTo>
                    <a:pt x="2141601" y="2128076"/>
                  </a:lnTo>
                  <a:lnTo>
                    <a:pt x="2141792" y="2127599"/>
                  </a:lnTo>
                  <a:lnTo>
                    <a:pt x="2141601" y="2127409"/>
                  </a:lnTo>
                  <a:lnTo>
                    <a:pt x="2141315" y="2127599"/>
                  </a:lnTo>
                  <a:lnTo>
                    <a:pt x="2141125" y="2127409"/>
                  </a:lnTo>
                  <a:lnTo>
                    <a:pt x="2140935" y="2127409"/>
                  </a:lnTo>
                  <a:lnTo>
                    <a:pt x="2140553" y="2128171"/>
                  </a:lnTo>
                  <a:lnTo>
                    <a:pt x="2140363" y="2128361"/>
                  </a:lnTo>
                  <a:lnTo>
                    <a:pt x="2139791" y="2128552"/>
                  </a:lnTo>
                  <a:lnTo>
                    <a:pt x="2139791" y="2128742"/>
                  </a:lnTo>
                  <a:lnTo>
                    <a:pt x="2139315" y="2128838"/>
                  </a:lnTo>
                  <a:lnTo>
                    <a:pt x="2139315" y="2128266"/>
                  </a:lnTo>
                  <a:lnTo>
                    <a:pt x="2139601" y="2128266"/>
                  </a:lnTo>
                  <a:lnTo>
                    <a:pt x="2139982" y="2127885"/>
                  </a:lnTo>
                  <a:lnTo>
                    <a:pt x="2140268" y="2127599"/>
                  </a:lnTo>
                  <a:lnTo>
                    <a:pt x="2140649" y="2127123"/>
                  </a:lnTo>
                  <a:lnTo>
                    <a:pt x="2140363" y="2127123"/>
                  </a:lnTo>
                  <a:lnTo>
                    <a:pt x="2140839" y="2126933"/>
                  </a:lnTo>
                  <a:lnTo>
                    <a:pt x="2141411" y="2126361"/>
                  </a:lnTo>
                  <a:lnTo>
                    <a:pt x="2142458" y="2125694"/>
                  </a:lnTo>
                  <a:lnTo>
                    <a:pt x="2142839" y="2125409"/>
                  </a:lnTo>
                  <a:lnTo>
                    <a:pt x="2144173" y="2125694"/>
                  </a:lnTo>
                  <a:lnTo>
                    <a:pt x="2144459" y="2125599"/>
                  </a:lnTo>
                  <a:lnTo>
                    <a:pt x="2144363" y="2125123"/>
                  </a:lnTo>
                  <a:lnTo>
                    <a:pt x="2144935" y="2124647"/>
                  </a:lnTo>
                  <a:lnTo>
                    <a:pt x="2144935" y="2124647"/>
                  </a:lnTo>
                  <a:lnTo>
                    <a:pt x="2144935" y="2124647"/>
                  </a:lnTo>
                  <a:lnTo>
                    <a:pt x="2145316" y="2124837"/>
                  </a:lnTo>
                  <a:lnTo>
                    <a:pt x="2145506" y="2124456"/>
                  </a:lnTo>
                  <a:lnTo>
                    <a:pt x="2145506" y="2124456"/>
                  </a:lnTo>
                  <a:lnTo>
                    <a:pt x="2145506" y="2124456"/>
                  </a:lnTo>
                  <a:lnTo>
                    <a:pt x="2146078" y="2124837"/>
                  </a:lnTo>
                  <a:lnTo>
                    <a:pt x="2147126" y="2124456"/>
                  </a:lnTo>
                  <a:lnTo>
                    <a:pt x="2148173" y="2124170"/>
                  </a:lnTo>
                  <a:lnTo>
                    <a:pt x="2148936" y="2123980"/>
                  </a:lnTo>
                  <a:lnTo>
                    <a:pt x="2148936" y="2123980"/>
                  </a:lnTo>
                  <a:lnTo>
                    <a:pt x="2149602" y="2124075"/>
                  </a:lnTo>
                  <a:lnTo>
                    <a:pt x="2149888" y="2124456"/>
                  </a:lnTo>
                  <a:lnTo>
                    <a:pt x="2150460" y="2124647"/>
                  </a:lnTo>
                  <a:lnTo>
                    <a:pt x="2150936" y="2125218"/>
                  </a:lnTo>
                  <a:lnTo>
                    <a:pt x="2151221" y="2125694"/>
                  </a:lnTo>
                  <a:lnTo>
                    <a:pt x="2151126" y="2125885"/>
                  </a:lnTo>
                  <a:lnTo>
                    <a:pt x="2151126" y="2125980"/>
                  </a:lnTo>
                  <a:lnTo>
                    <a:pt x="2151317" y="2126456"/>
                  </a:lnTo>
                  <a:lnTo>
                    <a:pt x="2151603" y="2126266"/>
                  </a:lnTo>
                  <a:lnTo>
                    <a:pt x="2151698" y="2126266"/>
                  </a:lnTo>
                  <a:lnTo>
                    <a:pt x="2152174" y="2126361"/>
                  </a:lnTo>
                  <a:lnTo>
                    <a:pt x="2152555" y="2126837"/>
                  </a:lnTo>
                  <a:lnTo>
                    <a:pt x="2153031" y="2127409"/>
                  </a:lnTo>
                  <a:lnTo>
                    <a:pt x="2153507" y="2127695"/>
                  </a:lnTo>
                  <a:lnTo>
                    <a:pt x="2153507" y="2128076"/>
                  </a:lnTo>
                  <a:lnTo>
                    <a:pt x="2153793" y="2128361"/>
                  </a:lnTo>
                  <a:lnTo>
                    <a:pt x="2153888" y="2129028"/>
                  </a:lnTo>
                  <a:lnTo>
                    <a:pt x="2153793" y="2129314"/>
                  </a:lnTo>
                  <a:lnTo>
                    <a:pt x="2153412" y="2129695"/>
                  </a:lnTo>
                  <a:lnTo>
                    <a:pt x="2153603" y="2130171"/>
                  </a:lnTo>
                  <a:lnTo>
                    <a:pt x="2153412" y="2130743"/>
                  </a:lnTo>
                  <a:lnTo>
                    <a:pt x="2153412" y="2130743"/>
                  </a:lnTo>
                  <a:lnTo>
                    <a:pt x="2153412" y="2130743"/>
                  </a:lnTo>
                  <a:lnTo>
                    <a:pt x="2153698" y="2131028"/>
                  </a:lnTo>
                  <a:lnTo>
                    <a:pt x="2153793" y="2131600"/>
                  </a:lnTo>
                  <a:lnTo>
                    <a:pt x="2153793" y="2131981"/>
                  </a:lnTo>
                  <a:lnTo>
                    <a:pt x="2154079" y="2132171"/>
                  </a:lnTo>
                  <a:lnTo>
                    <a:pt x="2154174" y="2132171"/>
                  </a:lnTo>
                  <a:lnTo>
                    <a:pt x="2154651" y="2132838"/>
                  </a:lnTo>
                  <a:lnTo>
                    <a:pt x="2155412" y="2132838"/>
                  </a:lnTo>
                  <a:lnTo>
                    <a:pt x="2156174" y="2131981"/>
                  </a:lnTo>
                  <a:lnTo>
                    <a:pt x="2156841" y="2131409"/>
                  </a:lnTo>
                  <a:lnTo>
                    <a:pt x="2158365" y="2131028"/>
                  </a:lnTo>
                  <a:lnTo>
                    <a:pt x="2159222" y="2130362"/>
                  </a:lnTo>
                  <a:lnTo>
                    <a:pt x="2160270" y="2129885"/>
                  </a:lnTo>
                  <a:lnTo>
                    <a:pt x="2160842" y="2129314"/>
                  </a:lnTo>
                  <a:lnTo>
                    <a:pt x="2160556" y="2128457"/>
                  </a:lnTo>
                  <a:lnTo>
                    <a:pt x="2159603" y="2127695"/>
                  </a:lnTo>
                  <a:lnTo>
                    <a:pt x="2158556" y="2127123"/>
                  </a:lnTo>
                  <a:lnTo>
                    <a:pt x="2157889" y="2126933"/>
                  </a:lnTo>
                  <a:lnTo>
                    <a:pt x="2157603" y="2126837"/>
                  </a:lnTo>
                  <a:lnTo>
                    <a:pt x="2157222" y="2126266"/>
                  </a:lnTo>
                  <a:lnTo>
                    <a:pt x="2157032" y="2126171"/>
                  </a:lnTo>
                  <a:lnTo>
                    <a:pt x="2156746" y="2126266"/>
                  </a:lnTo>
                  <a:lnTo>
                    <a:pt x="2156460" y="2126552"/>
                  </a:lnTo>
                  <a:lnTo>
                    <a:pt x="2156365" y="2126837"/>
                  </a:lnTo>
                  <a:lnTo>
                    <a:pt x="2156365" y="2126933"/>
                  </a:lnTo>
                  <a:lnTo>
                    <a:pt x="2155794" y="2127028"/>
                  </a:lnTo>
                  <a:lnTo>
                    <a:pt x="2155317" y="2127218"/>
                  </a:lnTo>
                  <a:lnTo>
                    <a:pt x="2154936" y="2127123"/>
                  </a:lnTo>
                  <a:lnTo>
                    <a:pt x="2154555" y="2126456"/>
                  </a:lnTo>
                  <a:lnTo>
                    <a:pt x="2154936" y="2125790"/>
                  </a:lnTo>
                  <a:lnTo>
                    <a:pt x="2155508" y="2125028"/>
                  </a:lnTo>
                  <a:lnTo>
                    <a:pt x="2156270" y="2124456"/>
                  </a:lnTo>
                  <a:lnTo>
                    <a:pt x="2157222" y="2124170"/>
                  </a:lnTo>
                  <a:lnTo>
                    <a:pt x="2157984" y="2123885"/>
                  </a:lnTo>
                  <a:lnTo>
                    <a:pt x="2158841" y="2122361"/>
                  </a:lnTo>
                  <a:lnTo>
                    <a:pt x="2159508" y="2121884"/>
                  </a:lnTo>
                  <a:lnTo>
                    <a:pt x="2159127" y="2121218"/>
                  </a:lnTo>
                  <a:lnTo>
                    <a:pt x="2158651" y="2121218"/>
                  </a:lnTo>
                  <a:lnTo>
                    <a:pt x="2158079" y="2121599"/>
                  </a:lnTo>
                  <a:lnTo>
                    <a:pt x="2157318" y="2121789"/>
                  </a:lnTo>
                  <a:lnTo>
                    <a:pt x="2155984" y="2121694"/>
                  </a:lnTo>
                  <a:lnTo>
                    <a:pt x="2156555" y="2121789"/>
                  </a:lnTo>
                  <a:lnTo>
                    <a:pt x="2155031" y="2121694"/>
                  </a:lnTo>
                  <a:lnTo>
                    <a:pt x="2154651" y="2121313"/>
                  </a:lnTo>
                  <a:lnTo>
                    <a:pt x="2155031" y="2120741"/>
                  </a:lnTo>
                  <a:lnTo>
                    <a:pt x="2155603" y="2119979"/>
                  </a:lnTo>
                  <a:lnTo>
                    <a:pt x="2155984" y="2119408"/>
                  </a:lnTo>
                  <a:lnTo>
                    <a:pt x="2155889" y="2118360"/>
                  </a:lnTo>
                  <a:lnTo>
                    <a:pt x="2156460" y="2118741"/>
                  </a:lnTo>
                  <a:lnTo>
                    <a:pt x="2156936" y="2119027"/>
                  </a:lnTo>
                  <a:lnTo>
                    <a:pt x="2157508" y="2119027"/>
                  </a:lnTo>
                  <a:lnTo>
                    <a:pt x="2158461" y="2118551"/>
                  </a:lnTo>
                  <a:lnTo>
                    <a:pt x="2158175" y="2117693"/>
                  </a:lnTo>
                  <a:lnTo>
                    <a:pt x="2158079" y="2116836"/>
                  </a:lnTo>
                  <a:lnTo>
                    <a:pt x="2158937" y="2116836"/>
                  </a:lnTo>
                  <a:lnTo>
                    <a:pt x="2160175" y="2116455"/>
                  </a:lnTo>
                  <a:lnTo>
                    <a:pt x="2160937" y="2115884"/>
                  </a:lnTo>
                  <a:lnTo>
                    <a:pt x="2161985" y="2115598"/>
                  </a:lnTo>
                  <a:lnTo>
                    <a:pt x="2162366" y="2114931"/>
                  </a:lnTo>
                  <a:lnTo>
                    <a:pt x="2163318" y="2114550"/>
                  </a:lnTo>
                  <a:lnTo>
                    <a:pt x="2164366" y="2114169"/>
                  </a:lnTo>
                  <a:lnTo>
                    <a:pt x="2165033" y="2113502"/>
                  </a:lnTo>
                  <a:lnTo>
                    <a:pt x="2166176" y="2113598"/>
                  </a:lnTo>
                  <a:lnTo>
                    <a:pt x="2167128" y="2114455"/>
                  </a:lnTo>
                  <a:lnTo>
                    <a:pt x="2168271" y="2114074"/>
                  </a:lnTo>
                  <a:lnTo>
                    <a:pt x="2168652" y="2113502"/>
                  </a:lnTo>
                  <a:lnTo>
                    <a:pt x="2169033" y="2112359"/>
                  </a:lnTo>
                  <a:lnTo>
                    <a:pt x="2169319" y="2112074"/>
                  </a:lnTo>
                  <a:lnTo>
                    <a:pt x="2169795" y="2112074"/>
                  </a:lnTo>
                  <a:lnTo>
                    <a:pt x="2170176" y="2112359"/>
                  </a:lnTo>
                  <a:lnTo>
                    <a:pt x="2170462" y="2112455"/>
                  </a:lnTo>
                  <a:lnTo>
                    <a:pt x="2170938" y="2112645"/>
                  </a:lnTo>
                  <a:lnTo>
                    <a:pt x="2171414" y="2112931"/>
                  </a:lnTo>
                  <a:lnTo>
                    <a:pt x="2171605" y="2113502"/>
                  </a:lnTo>
                  <a:lnTo>
                    <a:pt x="2171414" y="2114169"/>
                  </a:lnTo>
                  <a:lnTo>
                    <a:pt x="2171224" y="2114455"/>
                  </a:lnTo>
                  <a:lnTo>
                    <a:pt x="2170653" y="2114550"/>
                  </a:lnTo>
                  <a:lnTo>
                    <a:pt x="2170271" y="2114741"/>
                  </a:lnTo>
                  <a:lnTo>
                    <a:pt x="2169414" y="2115122"/>
                  </a:lnTo>
                  <a:lnTo>
                    <a:pt x="2168081" y="2115884"/>
                  </a:lnTo>
                  <a:lnTo>
                    <a:pt x="2167509" y="2116836"/>
                  </a:lnTo>
                  <a:lnTo>
                    <a:pt x="2167319" y="2118074"/>
                  </a:lnTo>
                  <a:lnTo>
                    <a:pt x="2168081" y="2119027"/>
                  </a:lnTo>
                  <a:lnTo>
                    <a:pt x="2167890" y="2119884"/>
                  </a:lnTo>
                  <a:lnTo>
                    <a:pt x="2167223" y="2120456"/>
                  </a:lnTo>
                  <a:lnTo>
                    <a:pt x="2167509" y="2121694"/>
                  </a:lnTo>
                  <a:lnTo>
                    <a:pt x="2167509" y="2122837"/>
                  </a:lnTo>
                  <a:lnTo>
                    <a:pt x="2167604" y="2123885"/>
                  </a:lnTo>
                  <a:lnTo>
                    <a:pt x="2168176" y="2125028"/>
                  </a:lnTo>
                  <a:lnTo>
                    <a:pt x="2169224" y="2124551"/>
                  </a:lnTo>
                  <a:lnTo>
                    <a:pt x="2170938" y="2124837"/>
                  </a:lnTo>
                  <a:lnTo>
                    <a:pt x="2172272" y="2124266"/>
                  </a:lnTo>
                  <a:lnTo>
                    <a:pt x="2174081" y="2124266"/>
                  </a:lnTo>
                  <a:lnTo>
                    <a:pt x="2175224" y="2124837"/>
                  </a:lnTo>
                  <a:lnTo>
                    <a:pt x="2175320" y="2125885"/>
                  </a:lnTo>
                  <a:lnTo>
                    <a:pt x="2174844" y="2126647"/>
                  </a:lnTo>
                  <a:lnTo>
                    <a:pt x="2175034" y="2127123"/>
                  </a:lnTo>
                  <a:lnTo>
                    <a:pt x="2175701" y="2127314"/>
                  </a:lnTo>
                  <a:lnTo>
                    <a:pt x="2176939" y="2126552"/>
                  </a:lnTo>
                  <a:lnTo>
                    <a:pt x="2176177" y="2125599"/>
                  </a:lnTo>
                  <a:lnTo>
                    <a:pt x="2175986" y="2124456"/>
                  </a:lnTo>
                  <a:lnTo>
                    <a:pt x="2177225" y="2122170"/>
                  </a:lnTo>
                  <a:lnTo>
                    <a:pt x="2177987" y="2121122"/>
                  </a:lnTo>
                  <a:lnTo>
                    <a:pt x="2178653" y="2120646"/>
                  </a:lnTo>
                  <a:lnTo>
                    <a:pt x="2179511" y="2119979"/>
                  </a:lnTo>
                  <a:lnTo>
                    <a:pt x="2178939" y="2119503"/>
                  </a:lnTo>
                  <a:lnTo>
                    <a:pt x="2178463" y="2118836"/>
                  </a:lnTo>
                  <a:lnTo>
                    <a:pt x="2177987" y="2118074"/>
                  </a:lnTo>
                  <a:lnTo>
                    <a:pt x="2177415" y="2117693"/>
                  </a:lnTo>
                  <a:lnTo>
                    <a:pt x="2176558" y="2117312"/>
                  </a:lnTo>
                  <a:lnTo>
                    <a:pt x="2176177" y="2117884"/>
                  </a:lnTo>
                  <a:lnTo>
                    <a:pt x="2175510" y="2117884"/>
                  </a:lnTo>
                  <a:lnTo>
                    <a:pt x="2175034" y="2117503"/>
                  </a:lnTo>
                  <a:lnTo>
                    <a:pt x="2174939" y="2117027"/>
                  </a:lnTo>
                  <a:lnTo>
                    <a:pt x="2175320" y="2116646"/>
                  </a:lnTo>
                  <a:lnTo>
                    <a:pt x="2175129" y="2115979"/>
                  </a:lnTo>
                  <a:lnTo>
                    <a:pt x="2174558" y="2115598"/>
                  </a:lnTo>
                  <a:lnTo>
                    <a:pt x="2174177" y="2115026"/>
                  </a:lnTo>
                  <a:lnTo>
                    <a:pt x="2174939" y="2114741"/>
                  </a:lnTo>
                  <a:lnTo>
                    <a:pt x="2175605" y="2115026"/>
                  </a:lnTo>
                  <a:lnTo>
                    <a:pt x="2176368" y="2115884"/>
                  </a:lnTo>
                  <a:lnTo>
                    <a:pt x="2177129" y="2116169"/>
                  </a:lnTo>
                  <a:lnTo>
                    <a:pt x="2177701" y="2115217"/>
                  </a:lnTo>
                  <a:lnTo>
                    <a:pt x="2178463" y="2115598"/>
                  </a:lnTo>
                  <a:lnTo>
                    <a:pt x="2178653" y="2116265"/>
                  </a:lnTo>
                  <a:lnTo>
                    <a:pt x="2179035" y="2117027"/>
                  </a:lnTo>
                  <a:lnTo>
                    <a:pt x="2179225" y="2117789"/>
                  </a:lnTo>
                  <a:lnTo>
                    <a:pt x="2179130" y="2118455"/>
                  </a:lnTo>
                  <a:lnTo>
                    <a:pt x="2179415" y="2118836"/>
                  </a:lnTo>
                  <a:lnTo>
                    <a:pt x="2179987" y="2119027"/>
                  </a:lnTo>
                  <a:lnTo>
                    <a:pt x="2180463" y="2119313"/>
                  </a:lnTo>
                  <a:lnTo>
                    <a:pt x="2180749" y="2119313"/>
                  </a:lnTo>
                  <a:lnTo>
                    <a:pt x="2181130" y="2118836"/>
                  </a:lnTo>
                  <a:lnTo>
                    <a:pt x="2181416" y="2118551"/>
                  </a:lnTo>
                  <a:lnTo>
                    <a:pt x="2181892" y="2118455"/>
                  </a:lnTo>
                  <a:lnTo>
                    <a:pt x="2182368" y="2118265"/>
                  </a:lnTo>
                  <a:lnTo>
                    <a:pt x="2182940" y="2118170"/>
                  </a:lnTo>
                  <a:lnTo>
                    <a:pt x="2183035" y="2117693"/>
                  </a:lnTo>
                  <a:lnTo>
                    <a:pt x="2182559" y="2117217"/>
                  </a:lnTo>
                  <a:lnTo>
                    <a:pt x="2182368" y="2116646"/>
                  </a:lnTo>
                  <a:lnTo>
                    <a:pt x="2182654" y="2116265"/>
                  </a:lnTo>
                  <a:lnTo>
                    <a:pt x="2183416" y="2115693"/>
                  </a:lnTo>
                  <a:lnTo>
                    <a:pt x="2183606" y="2115217"/>
                  </a:lnTo>
                  <a:lnTo>
                    <a:pt x="2183892" y="2114455"/>
                  </a:lnTo>
                  <a:lnTo>
                    <a:pt x="2184178" y="2114074"/>
                  </a:lnTo>
                  <a:lnTo>
                    <a:pt x="2184940" y="2113312"/>
                  </a:lnTo>
                  <a:lnTo>
                    <a:pt x="2186845" y="2113121"/>
                  </a:lnTo>
                  <a:lnTo>
                    <a:pt x="2187416" y="2113026"/>
                  </a:lnTo>
                  <a:lnTo>
                    <a:pt x="2188560" y="2112455"/>
                  </a:lnTo>
                  <a:lnTo>
                    <a:pt x="2189512" y="2112550"/>
                  </a:lnTo>
                  <a:lnTo>
                    <a:pt x="2189893" y="2113502"/>
                  </a:lnTo>
                  <a:lnTo>
                    <a:pt x="2191036" y="2113883"/>
                  </a:lnTo>
                  <a:lnTo>
                    <a:pt x="2190750" y="2112645"/>
                  </a:lnTo>
                  <a:lnTo>
                    <a:pt x="2190655" y="2111788"/>
                  </a:lnTo>
                  <a:lnTo>
                    <a:pt x="2191893" y="2111216"/>
                  </a:lnTo>
                  <a:lnTo>
                    <a:pt x="2193036" y="2111026"/>
                  </a:lnTo>
                  <a:lnTo>
                    <a:pt x="2193798" y="2111312"/>
                  </a:lnTo>
                  <a:lnTo>
                    <a:pt x="2194560" y="2111026"/>
                  </a:lnTo>
                  <a:lnTo>
                    <a:pt x="2195132" y="2110359"/>
                  </a:lnTo>
                  <a:lnTo>
                    <a:pt x="2195989" y="2108835"/>
                  </a:lnTo>
                  <a:lnTo>
                    <a:pt x="2197037" y="2107597"/>
                  </a:lnTo>
                  <a:lnTo>
                    <a:pt x="2197608" y="2107121"/>
                  </a:lnTo>
                  <a:lnTo>
                    <a:pt x="2198275" y="2107025"/>
                  </a:lnTo>
                  <a:lnTo>
                    <a:pt x="2197894" y="2108264"/>
                  </a:lnTo>
                  <a:lnTo>
                    <a:pt x="2197799" y="2109026"/>
                  </a:lnTo>
                  <a:lnTo>
                    <a:pt x="2197989" y="2109407"/>
                  </a:lnTo>
                  <a:lnTo>
                    <a:pt x="2198561" y="2109597"/>
                  </a:lnTo>
                  <a:lnTo>
                    <a:pt x="2198275" y="2110073"/>
                  </a:lnTo>
                  <a:lnTo>
                    <a:pt x="2197418" y="2110740"/>
                  </a:lnTo>
                  <a:lnTo>
                    <a:pt x="2195036" y="2111788"/>
                  </a:lnTo>
                  <a:lnTo>
                    <a:pt x="2193703" y="2112645"/>
                  </a:lnTo>
                  <a:lnTo>
                    <a:pt x="2193703" y="2113598"/>
                  </a:lnTo>
                  <a:lnTo>
                    <a:pt x="2194655" y="2113598"/>
                  </a:lnTo>
                  <a:lnTo>
                    <a:pt x="2196656" y="2113407"/>
                  </a:lnTo>
                  <a:lnTo>
                    <a:pt x="2198846" y="2113598"/>
                  </a:lnTo>
                  <a:lnTo>
                    <a:pt x="2200561" y="2115026"/>
                  </a:lnTo>
                  <a:lnTo>
                    <a:pt x="2201132" y="2114455"/>
                  </a:lnTo>
                  <a:lnTo>
                    <a:pt x="2201704" y="2113883"/>
                  </a:lnTo>
                  <a:lnTo>
                    <a:pt x="2203037" y="2113598"/>
                  </a:lnTo>
                  <a:lnTo>
                    <a:pt x="2203609" y="2114550"/>
                  </a:lnTo>
                  <a:lnTo>
                    <a:pt x="2203704" y="2115122"/>
                  </a:lnTo>
                  <a:lnTo>
                    <a:pt x="2202942" y="2115312"/>
                  </a:lnTo>
                  <a:lnTo>
                    <a:pt x="2202276" y="2115788"/>
                  </a:lnTo>
                  <a:lnTo>
                    <a:pt x="2201799" y="2115884"/>
                  </a:lnTo>
                  <a:lnTo>
                    <a:pt x="2200180" y="2115788"/>
                  </a:lnTo>
                  <a:lnTo>
                    <a:pt x="2199799" y="2115884"/>
                  </a:lnTo>
                  <a:lnTo>
                    <a:pt x="2199132" y="2116646"/>
                  </a:lnTo>
                  <a:lnTo>
                    <a:pt x="2199608" y="2117503"/>
                  </a:lnTo>
                  <a:lnTo>
                    <a:pt x="2200275" y="2118265"/>
                  </a:lnTo>
                  <a:lnTo>
                    <a:pt x="2200942" y="2118836"/>
                  </a:lnTo>
                  <a:lnTo>
                    <a:pt x="2202085" y="2119122"/>
                  </a:lnTo>
                  <a:lnTo>
                    <a:pt x="2203514" y="2119122"/>
                  </a:lnTo>
                  <a:lnTo>
                    <a:pt x="2204371" y="2118551"/>
                  </a:lnTo>
                  <a:lnTo>
                    <a:pt x="2205800" y="2118551"/>
                  </a:lnTo>
                  <a:lnTo>
                    <a:pt x="2207228" y="2119313"/>
                  </a:lnTo>
                  <a:lnTo>
                    <a:pt x="2208848" y="2119979"/>
                  </a:lnTo>
                  <a:lnTo>
                    <a:pt x="2209610" y="2120456"/>
                  </a:lnTo>
                  <a:lnTo>
                    <a:pt x="2211705" y="2120456"/>
                  </a:lnTo>
                  <a:lnTo>
                    <a:pt x="2211134" y="2119503"/>
                  </a:lnTo>
                  <a:lnTo>
                    <a:pt x="2211038" y="2118360"/>
                  </a:lnTo>
                  <a:lnTo>
                    <a:pt x="2211991" y="2117312"/>
                  </a:lnTo>
                  <a:lnTo>
                    <a:pt x="2212467" y="2116550"/>
                  </a:lnTo>
                  <a:lnTo>
                    <a:pt x="2212277" y="2116074"/>
                  </a:lnTo>
                  <a:lnTo>
                    <a:pt x="2211324" y="2115979"/>
                  </a:lnTo>
                  <a:lnTo>
                    <a:pt x="2211229" y="2116550"/>
                  </a:lnTo>
                  <a:lnTo>
                    <a:pt x="2210657" y="2117789"/>
                  </a:lnTo>
                  <a:lnTo>
                    <a:pt x="2209038" y="2116265"/>
                  </a:lnTo>
                  <a:lnTo>
                    <a:pt x="2209229" y="2114836"/>
                  </a:lnTo>
                  <a:lnTo>
                    <a:pt x="2209895" y="2113598"/>
                  </a:lnTo>
                  <a:lnTo>
                    <a:pt x="2210848" y="2112550"/>
                  </a:lnTo>
                  <a:lnTo>
                    <a:pt x="2212658" y="2110264"/>
                  </a:lnTo>
                  <a:lnTo>
                    <a:pt x="2213705" y="2109311"/>
                  </a:lnTo>
                  <a:lnTo>
                    <a:pt x="2213134" y="2109407"/>
                  </a:lnTo>
                  <a:lnTo>
                    <a:pt x="2212753" y="2109692"/>
                  </a:lnTo>
                  <a:lnTo>
                    <a:pt x="2212372" y="2110073"/>
                  </a:lnTo>
                  <a:lnTo>
                    <a:pt x="2211896" y="2110454"/>
                  </a:lnTo>
                  <a:lnTo>
                    <a:pt x="2211229" y="2110740"/>
                  </a:lnTo>
                  <a:lnTo>
                    <a:pt x="2210848" y="2110835"/>
                  </a:lnTo>
                  <a:lnTo>
                    <a:pt x="2209800" y="2110835"/>
                  </a:lnTo>
                  <a:lnTo>
                    <a:pt x="2209324" y="2110740"/>
                  </a:lnTo>
                  <a:lnTo>
                    <a:pt x="2208562" y="2110264"/>
                  </a:lnTo>
                  <a:lnTo>
                    <a:pt x="2208086" y="2110169"/>
                  </a:lnTo>
                  <a:lnTo>
                    <a:pt x="2206657" y="2110264"/>
                  </a:lnTo>
                  <a:lnTo>
                    <a:pt x="2206086" y="2110169"/>
                  </a:lnTo>
                  <a:lnTo>
                    <a:pt x="2206086" y="2109788"/>
                  </a:lnTo>
                  <a:lnTo>
                    <a:pt x="2207419" y="2109597"/>
                  </a:lnTo>
                  <a:lnTo>
                    <a:pt x="2207514" y="2108454"/>
                  </a:lnTo>
                  <a:lnTo>
                    <a:pt x="2206847" y="2107216"/>
                  </a:lnTo>
                  <a:lnTo>
                    <a:pt x="2205895" y="2106644"/>
                  </a:lnTo>
                  <a:lnTo>
                    <a:pt x="2205419" y="2106740"/>
                  </a:lnTo>
                  <a:lnTo>
                    <a:pt x="2204943" y="2107311"/>
                  </a:lnTo>
                  <a:lnTo>
                    <a:pt x="2204466" y="2107406"/>
                  </a:lnTo>
                  <a:lnTo>
                    <a:pt x="2203990" y="2107216"/>
                  </a:lnTo>
                  <a:lnTo>
                    <a:pt x="2203514" y="2106835"/>
                  </a:lnTo>
                  <a:lnTo>
                    <a:pt x="2202847" y="2105882"/>
                  </a:lnTo>
                  <a:lnTo>
                    <a:pt x="2203799" y="2106263"/>
                  </a:lnTo>
                  <a:lnTo>
                    <a:pt x="2204180" y="2106263"/>
                  </a:lnTo>
                  <a:lnTo>
                    <a:pt x="2204561" y="2106168"/>
                  </a:lnTo>
                  <a:lnTo>
                    <a:pt x="2204752" y="2105597"/>
                  </a:lnTo>
                  <a:lnTo>
                    <a:pt x="2205228" y="2105501"/>
                  </a:lnTo>
                  <a:lnTo>
                    <a:pt x="2206181" y="2105787"/>
                  </a:lnTo>
                  <a:lnTo>
                    <a:pt x="2207705" y="2107121"/>
                  </a:lnTo>
                  <a:lnTo>
                    <a:pt x="2208181" y="2107406"/>
                  </a:lnTo>
                  <a:lnTo>
                    <a:pt x="2209705" y="2107406"/>
                  </a:lnTo>
                  <a:lnTo>
                    <a:pt x="2210467" y="2107597"/>
                  </a:lnTo>
                  <a:lnTo>
                    <a:pt x="2210467" y="2108073"/>
                  </a:lnTo>
                  <a:lnTo>
                    <a:pt x="2209895" y="2108835"/>
                  </a:lnTo>
                  <a:lnTo>
                    <a:pt x="2209705" y="2109502"/>
                  </a:lnTo>
                  <a:lnTo>
                    <a:pt x="2210086" y="2109978"/>
                  </a:lnTo>
                  <a:lnTo>
                    <a:pt x="2211134" y="2110169"/>
                  </a:lnTo>
                  <a:lnTo>
                    <a:pt x="2211324" y="2109978"/>
                  </a:lnTo>
                  <a:lnTo>
                    <a:pt x="2211801" y="2108930"/>
                  </a:lnTo>
                  <a:lnTo>
                    <a:pt x="2211991" y="2108645"/>
                  </a:lnTo>
                  <a:lnTo>
                    <a:pt x="2212277" y="2108454"/>
                  </a:lnTo>
                  <a:lnTo>
                    <a:pt x="2215229" y="2107978"/>
                  </a:lnTo>
                  <a:lnTo>
                    <a:pt x="2215991" y="2107692"/>
                  </a:lnTo>
                  <a:lnTo>
                    <a:pt x="2216658" y="2107121"/>
                  </a:lnTo>
                  <a:lnTo>
                    <a:pt x="2217515" y="2105978"/>
                  </a:lnTo>
                  <a:lnTo>
                    <a:pt x="2217992" y="2105692"/>
                  </a:lnTo>
                  <a:lnTo>
                    <a:pt x="2219992" y="2105406"/>
                  </a:lnTo>
                  <a:lnTo>
                    <a:pt x="2220182" y="2105501"/>
                  </a:lnTo>
                  <a:lnTo>
                    <a:pt x="2219897" y="2105978"/>
                  </a:lnTo>
                  <a:lnTo>
                    <a:pt x="2219611" y="2107025"/>
                  </a:lnTo>
                  <a:lnTo>
                    <a:pt x="2219230" y="2107025"/>
                  </a:lnTo>
                  <a:lnTo>
                    <a:pt x="2218754" y="2106835"/>
                  </a:lnTo>
                  <a:lnTo>
                    <a:pt x="2218087" y="2107216"/>
                  </a:lnTo>
                  <a:lnTo>
                    <a:pt x="2217515" y="2107883"/>
                  </a:lnTo>
                  <a:lnTo>
                    <a:pt x="2217611" y="2108454"/>
                  </a:lnTo>
                  <a:lnTo>
                    <a:pt x="2218658" y="2108930"/>
                  </a:lnTo>
                  <a:lnTo>
                    <a:pt x="2218278" y="2109978"/>
                  </a:lnTo>
                  <a:lnTo>
                    <a:pt x="2220373" y="2109883"/>
                  </a:lnTo>
                  <a:lnTo>
                    <a:pt x="2221802" y="2110454"/>
                  </a:lnTo>
                  <a:lnTo>
                    <a:pt x="2222469" y="2110931"/>
                  </a:lnTo>
                  <a:lnTo>
                    <a:pt x="2222945" y="2111312"/>
                  </a:lnTo>
                  <a:lnTo>
                    <a:pt x="2223230" y="2111502"/>
                  </a:lnTo>
                  <a:lnTo>
                    <a:pt x="2223611" y="2111597"/>
                  </a:lnTo>
                  <a:lnTo>
                    <a:pt x="2223993" y="2111883"/>
                  </a:lnTo>
                  <a:lnTo>
                    <a:pt x="2224278" y="2112264"/>
                  </a:lnTo>
                  <a:lnTo>
                    <a:pt x="2224469" y="2112740"/>
                  </a:lnTo>
                  <a:lnTo>
                    <a:pt x="2224564" y="2113502"/>
                  </a:lnTo>
                  <a:lnTo>
                    <a:pt x="2224469" y="2114074"/>
                  </a:lnTo>
                  <a:lnTo>
                    <a:pt x="2224088" y="2113979"/>
                  </a:lnTo>
                  <a:lnTo>
                    <a:pt x="2223802" y="2113502"/>
                  </a:lnTo>
                  <a:lnTo>
                    <a:pt x="2223707" y="2113026"/>
                  </a:lnTo>
                  <a:lnTo>
                    <a:pt x="2223516" y="2112740"/>
                  </a:lnTo>
                  <a:lnTo>
                    <a:pt x="2223135" y="2112836"/>
                  </a:lnTo>
                  <a:lnTo>
                    <a:pt x="2223230" y="2113407"/>
                  </a:lnTo>
                  <a:lnTo>
                    <a:pt x="2223516" y="2114360"/>
                  </a:lnTo>
                  <a:lnTo>
                    <a:pt x="2223611" y="2115217"/>
                  </a:lnTo>
                  <a:lnTo>
                    <a:pt x="2224278" y="2115693"/>
                  </a:lnTo>
                  <a:lnTo>
                    <a:pt x="2225136" y="2115693"/>
                  </a:lnTo>
                  <a:lnTo>
                    <a:pt x="2226088" y="2114360"/>
                  </a:lnTo>
                  <a:lnTo>
                    <a:pt x="2226660" y="2113883"/>
                  </a:lnTo>
                  <a:lnTo>
                    <a:pt x="2228183" y="2113026"/>
                  </a:lnTo>
                  <a:lnTo>
                    <a:pt x="2229231" y="2113312"/>
                  </a:lnTo>
                  <a:lnTo>
                    <a:pt x="2230755" y="2112359"/>
                  </a:lnTo>
                  <a:lnTo>
                    <a:pt x="2231136" y="2112264"/>
                  </a:lnTo>
                  <a:lnTo>
                    <a:pt x="2232089" y="2112455"/>
                  </a:lnTo>
                  <a:lnTo>
                    <a:pt x="2232470" y="2111788"/>
                  </a:lnTo>
                  <a:lnTo>
                    <a:pt x="2234089" y="2110645"/>
                  </a:lnTo>
                  <a:lnTo>
                    <a:pt x="2234851" y="2110550"/>
                  </a:lnTo>
                  <a:lnTo>
                    <a:pt x="2235613" y="2110169"/>
                  </a:lnTo>
                  <a:lnTo>
                    <a:pt x="2236185" y="2109788"/>
                  </a:lnTo>
                  <a:lnTo>
                    <a:pt x="2236756" y="2109788"/>
                  </a:lnTo>
                  <a:lnTo>
                    <a:pt x="2237042" y="2109597"/>
                  </a:lnTo>
                  <a:lnTo>
                    <a:pt x="2238185" y="2108835"/>
                  </a:lnTo>
                  <a:lnTo>
                    <a:pt x="2238756" y="2107597"/>
                  </a:lnTo>
                  <a:lnTo>
                    <a:pt x="2237899" y="2107121"/>
                  </a:lnTo>
                  <a:lnTo>
                    <a:pt x="2236375" y="2105692"/>
                  </a:lnTo>
                  <a:lnTo>
                    <a:pt x="2236375" y="2105120"/>
                  </a:lnTo>
                  <a:lnTo>
                    <a:pt x="2238756" y="2106644"/>
                  </a:lnTo>
                  <a:lnTo>
                    <a:pt x="2240661" y="2107311"/>
                  </a:lnTo>
                  <a:lnTo>
                    <a:pt x="2238947" y="2108835"/>
                  </a:lnTo>
                  <a:lnTo>
                    <a:pt x="2238566" y="2109883"/>
                  </a:lnTo>
                  <a:lnTo>
                    <a:pt x="2239137" y="2111216"/>
                  </a:lnTo>
                  <a:lnTo>
                    <a:pt x="2240090" y="2110835"/>
                  </a:lnTo>
                  <a:lnTo>
                    <a:pt x="2240947" y="2110454"/>
                  </a:lnTo>
                  <a:lnTo>
                    <a:pt x="2241709" y="2109978"/>
                  </a:lnTo>
                  <a:lnTo>
                    <a:pt x="2243043" y="2109026"/>
                  </a:lnTo>
                  <a:lnTo>
                    <a:pt x="2244566" y="2107216"/>
                  </a:lnTo>
                  <a:lnTo>
                    <a:pt x="2245328" y="2106549"/>
                  </a:lnTo>
                  <a:lnTo>
                    <a:pt x="2245710" y="2105978"/>
                  </a:lnTo>
                  <a:lnTo>
                    <a:pt x="2247043" y="2105216"/>
                  </a:lnTo>
                  <a:lnTo>
                    <a:pt x="2248853" y="2103692"/>
                  </a:lnTo>
                  <a:lnTo>
                    <a:pt x="2248186" y="2103215"/>
                  </a:lnTo>
                  <a:lnTo>
                    <a:pt x="2247329" y="2103596"/>
                  </a:lnTo>
                  <a:lnTo>
                    <a:pt x="2246376" y="2103501"/>
                  </a:lnTo>
                  <a:lnTo>
                    <a:pt x="2244566" y="2102739"/>
                  </a:lnTo>
                  <a:lnTo>
                    <a:pt x="2245233" y="2102168"/>
                  </a:lnTo>
                  <a:lnTo>
                    <a:pt x="2246376" y="2102263"/>
                  </a:lnTo>
                  <a:lnTo>
                    <a:pt x="2247805" y="2102644"/>
                  </a:lnTo>
                  <a:lnTo>
                    <a:pt x="2249234" y="2102358"/>
                  </a:lnTo>
                  <a:lnTo>
                    <a:pt x="2249710" y="2103215"/>
                  </a:lnTo>
                  <a:lnTo>
                    <a:pt x="2251805" y="2103882"/>
                  </a:lnTo>
                  <a:lnTo>
                    <a:pt x="2252568" y="2104644"/>
                  </a:lnTo>
                  <a:lnTo>
                    <a:pt x="2253996" y="2105120"/>
                  </a:lnTo>
                  <a:lnTo>
                    <a:pt x="2256473" y="2104644"/>
                  </a:lnTo>
                  <a:lnTo>
                    <a:pt x="2258187" y="2104073"/>
                  </a:lnTo>
                  <a:lnTo>
                    <a:pt x="2260092" y="2104549"/>
                  </a:lnTo>
                  <a:lnTo>
                    <a:pt x="2261330" y="2102930"/>
                  </a:lnTo>
                  <a:lnTo>
                    <a:pt x="2261521" y="2101120"/>
                  </a:lnTo>
                  <a:lnTo>
                    <a:pt x="2262854" y="2100739"/>
                  </a:lnTo>
                  <a:lnTo>
                    <a:pt x="2263712" y="2099977"/>
                  </a:lnTo>
                  <a:lnTo>
                    <a:pt x="2263236" y="2099024"/>
                  </a:lnTo>
                  <a:lnTo>
                    <a:pt x="2262854" y="2097310"/>
                  </a:lnTo>
                  <a:lnTo>
                    <a:pt x="2263045" y="2096167"/>
                  </a:lnTo>
                  <a:lnTo>
                    <a:pt x="2262093" y="2094929"/>
                  </a:lnTo>
                  <a:lnTo>
                    <a:pt x="2262664" y="2092928"/>
                  </a:lnTo>
                  <a:lnTo>
                    <a:pt x="2263997" y="2091023"/>
                  </a:lnTo>
                  <a:lnTo>
                    <a:pt x="2265617" y="2089976"/>
                  </a:lnTo>
                  <a:lnTo>
                    <a:pt x="2265807" y="2089214"/>
                  </a:lnTo>
                  <a:lnTo>
                    <a:pt x="2265712" y="2088737"/>
                  </a:lnTo>
                  <a:lnTo>
                    <a:pt x="2264188" y="2088356"/>
                  </a:lnTo>
                  <a:lnTo>
                    <a:pt x="2263616" y="2088452"/>
                  </a:lnTo>
                  <a:lnTo>
                    <a:pt x="2263045" y="2088833"/>
                  </a:lnTo>
                  <a:lnTo>
                    <a:pt x="2262473" y="2089214"/>
                  </a:lnTo>
                  <a:lnTo>
                    <a:pt x="2261711" y="2089785"/>
                  </a:lnTo>
                  <a:lnTo>
                    <a:pt x="2260759" y="2088928"/>
                  </a:lnTo>
                  <a:lnTo>
                    <a:pt x="2260759" y="2087880"/>
                  </a:lnTo>
                  <a:lnTo>
                    <a:pt x="2261140" y="2087785"/>
                  </a:lnTo>
                  <a:lnTo>
                    <a:pt x="2263902" y="2087118"/>
                  </a:lnTo>
                  <a:lnTo>
                    <a:pt x="2264855" y="2087213"/>
                  </a:lnTo>
                  <a:lnTo>
                    <a:pt x="2266093" y="2087594"/>
                  </a:lnTo>
                  <a:lnTo>
                    <a:pt x="2266474" y="2088547"/>
                  </a:lnTo>
                  <a:lnTo>
                    <a:pt x="2266379" y="2089595"/>
                  </a:lnTo>
                  <a:lnTo>
                    <a:pt x="2266188" y="2090261"/>
                  </a:lnTo>
                  <a:lnTo>
                    <a:pt x="2266283" y="2090928"/>
                  </a:lnTo>
                  <a:lnTo>
                    <a:pt x="2267045" y="2091214"/>
                  </a:lnTo>
                  <a:lnTo>
                    <a:pt x="2267427" y="2091785"/>
                  </a:lnTo>
                  <a:lnTo>
                    <a:pt x="2267903" y="2091881"/>
                  </a:lnTo>
                  <a:lnTo>
                    <a:pt x="2268665" y="2090166"/>
                  </a:lnTo>
                  <a:lnTo>
                    <a:pt x="2269141" y="2088928"/>
                  </a:lnTo>
                  <a:lnTo>
                    <a:pt x="2270094" y="2088071"/>
                  </a:lnTo>
                  <a:lnTo>
                    <a:pt x="2270951" y="2087594"/>
                  </a:lnTo>
                  <a:lnTo>
                    <a:pt x="2271427" y="2087309"/>
                  </a:lnTo>
                  <a:lnTo>
                    <a:pt x="2271141" y="2086451"/>
                  </a:lnTo>
                  <a:lnTo>
                    <a:pt x="2270379" y="2086070"/>
                  </a:lnTo>
                  <a:lnTo>
                    <a:pt x="2269522" y="2085785"/>
                  </a:lnTo>
                  <a:lnTo>
                    <a:pt x="2268855" y="2085213"/>
                  </a:lnTo>
                  <a:lnTo>
                    <a:pt x="2270855" y="2085499"/>
                  </a:lnTo>
                  <a:lnTo>
                    <a:pt x="2272189" y="2086547"/>
                  </a:lnTo>
                  <a:lnTo>
                    <a:pt x="2273427" y="2087975"/>
                  </a:lnTo>
                  <a:lnTo>
                    <a:pt x="2275046" y="2089214"/>
                  </a:lnTo>
                  <a:lnTo>
                    <a:pt x="2276189" y="2087880"/>
                  </a:lnTo>
                  <a:lnTo>
                    <a:pt x="2275618" y="2087690"/>
                  </a:lnTo>
                  <a:lnTo>
                    <a:pt x="2275237" y="2087880"/>
                  </a:lnTo>
                  <a:lnTo>
                    <a:pt x="2274761" y="2087594"/>
                  </a:lnTo>
                  <a:lnTo>
                    <a:pt x="2274285" y="2085785"/>
                  </a:lnTo>
                  <a:lnTo>
                    <a:pt x="2274094" y="2084356"/>
                  </a:lnTo>
                  <a:lnTo>
                    <a:pt x="2273237" y="2082737"/>
                  </a:lnTo>
                  <a:lnTo>
                    <a:pt x="2272284" y="2082451"/>
                  </a:lnTo>
                  <a:lnTo>
                    <a:pt x="2272094" y="2083308"/>
                  </a:lnTo>
                  <a:lnTo>
                    <a:pt x="2271141" y="2083118"/>
                  </a:lnTo>
                  <a:lnTo>
                    <a:pt x="2270189" y="2081975"/>
                  </a:lnTo>
                  <a:lnTo>
                    <a:pt x="2268570" y="2082070"/>
                  </a:lnTo>
                  <a:lnTo>
                    <a:pt x="2267522" y="2083118"/>
                  </a:lnTo>
                  <a:lnTo>
                    <a:pt x="2265712" y="2083022"/>
                  </a:lnTo>
                  <a:lnTo>
                    <a:pt x="2264664" y="2083308"/>
                  </a:lnTo>
                  <a:lnTo>
                    <a:pt x="2263902" y="2082927"/>
                  </a:lnTo>
                  <a:lnTo>
                    <a:pt x="2262759" y="2081879"/>
                  </a:lnTo>
                  <a:lnTo>
                    <a:pt x="2261711" y="2080736"/>
                  </a:lnTo>
                  <a:lnTo>
                    <a:pt x="2261235" y="2079879"/>
                  </a:lnTo>
                  <a:lnTo>
                    <a:pt x="2261140" y="2077974"/>
                  </a:lnTo>
                  <a:lnTo>
                    <a:pt x="2261235" y="2077593"/>
                  </a:lnTo>
                  <a:lnTo>
                    <a:pt x="2261711" y="2077402"/>
                  </a:lnTo>
                  <a:lnTo>
                    <a:pt x="2262283" y="2077498"/>
                  </a:lnTo>
                  <a:lnTo>
                    <a:pt x="2262854" y="2077879"/>
                  </a:lnTo>
                  <a:lnTo>
                    <a:pt x="2263045" y="2078641"/>
                  </a:lnTo>
                  <a:lnTo>
                    <a:pt x="2263616" y="2079212"/>
                  </a:lnTo>
                  <a:lnTo>
                    <a:pt x="2266379" y="2080451"/>
                  </a:lnTo>
                  <a:lnTo>
                    <a:pt x="2268284" y="2081308"/>
                  </a:lnTo>
                  <a:lnTo>
                    <a:pt x="2269522" y="2081213"/>
                  </a:lnTo>
                  <a:lnTo>
                    <a:pt x="2270189" y="2081022"/>
                  </a:lnTo>
                  <a:lnTo>
                    <a:pt x="2271236" y="2081308"/>
                  </a:lnTo>
                  <a:lnTo>
                    <a:pt x="2272284" y="2081594"/>
                  </a:lnTo>
                  <a:lnTo>
                    <a:pt x="2273046" y="2081689"/>
                  </a:lnTo>
                  <a:lnTo>
                    <a:pt x="2273427" y="2081594"/>
                  </a:lnTo>
                  <a:lnTo>
                    <a:pt x="2274475" y="2081594"/>
                  </a:lnTo>
                  <a:lnTo>
                    <a:pt x="2279428" y="2075879"/>
                  </a:lnTo>
                  <a:lnTo>
                    <a:pt x="2279714" y="2074545"/>
                  </a:lnTo>
                  <a:lnTo>
                    <a:pt x="2278761" y="2073212"/>
                  </a:lnTo>
                  <a:lnTo>
                    <a:pt x="2278476" y="2072450"/>
                  </a:lnTo>
                  <a:lnTo>
                    <a:pt x="2278761" y="2071688"/>
                  </a:lnTo>
                  <a:lnTo>
                    <a:pt x="2279809" y="2070449"/>
                  </a:lnTo>
                  <a:lnTo>
                    <a:pt x="2280190" y="2069687"/>
                  </a:lnTo>
                  <a:lnTo>
                    <a:pt x="2280380" y="2068925"/>
                  </a:lnTo>
                  <a:lnTo>
                    <a:pt x="2280285" y="2068163"/>
                  </a:lnTo>
                  <a:lnTo>
                    <a:pt x="2279999" y="2067782"/>
                  </a:lnTo>
                  <a:lnTo>
                    <a:pt x="2279714" y="2067497"/>
                  </a:lnTo>
                  <a:lnTo>
                    <a:pt x="2279619" y="2067020"/>
                  </a:lnTo>
                  <a:lnTo>
                    <a:pt x="2279904" y="2066354"/>
                  </a:lnTo>
                  <a:lnTo>
                    <a:pt x="2281143" y="2065401"/>
                  </a:lnTo>
                  <a:lnTo>
                    <a:pt x="2281428" y="2065020"/>
                  </a:lnTo>
                  <a:lnTo>
                    <a:pt x="2281619" y="2064258"/>
                  </a:lnTo>
                  <a:lnTo>
                    <a:pt x="2282000" y="2063782"/>
                  </a:lnTo>
                  <a:lnTo>
                    <a:pt x="2282571" y="2063687"/>
                  </a:lnTo>
                  <a:lnTo>
                    <a:pt x="2283238" y="2064068"/>
                  </a:lnTo>
                  <a:lnTo>
                    <a:pt x="2282000" y="2065211"/>
                  </a:lnTo>
                  <a:lnTo>
                    <a:pt x="2282571" y="2065973"/>
                  </a:lnTo>
                  <a:lnTo>
                    <a:pt x="2283810" y="2066735"/>
                  </a:lnTo>
                  <a:lnTo>
                    <a:pt x="2284571" y="2066449"/>
                  </a:lnTo>
                  <a:lnTo>
                    <a:pt x="2285619" y="2065020"/>
                  </a:lnTo>
                  <a:lnTo>
                    <a:pt x="2286857" y="2064734"/>
                  </a:lnTo>
                  <a:lnTo>
                    <a:pt x="2287334" y="2064544"/>
                  </a:lnTo>
                  <a:lnTo>
                    <a:pt x="2287620" y="2063972"/>
                  </a:lnTo>
                  <a:lnTo>
                    <a:pt x="2288191" y="2063782"/>
                  </a:lnTo>
                  <a:lnTo>
                    <a:pt x="2288762" y="2064068"/>
                  </a:lnTo>
                  <a:lnTo>
                    <a:pt x="2289429" y="2064163"/>
                  </a:lnTo>
                  <a:lnTo>
                    <a:pt x="2290001" y="2064353"/>
                  </a:lnTo>
                  <a:lnTo>
                    <a:pt x="2290477" y="2065115"/>
                  </a:lnTo>
                  <a:lnTo>
                    <a:pt x="2290572" y="2066068"/>
                  </a:lnTo>
                  <a:lnTo>
                    <a:pt x="2290382" y="2067116"/>
                  </a:lnTo>
                  <a:lnTo>
                    <a:pt x="2290763" y="2067973"/>
                  </a:lnTo>
                  <a:lnTo>
                    <a:pt x="2290572" y="2068830"/>
                  </a:lnTo>
                  <a:lnTo>
                    <a:pt x="2290477" y="2069402"/>
                  </a:lnTo>
                  <a:lnTo>
                    <a:pt x="2290763" y="2070164"/>
                  </a:lnTo>
                  <a:lnTo>
                    <a:pt x="2291525" y="2069973"/>
                  </a:lnTo>
                  <a:lnTo>
                    <a:pt x="2293049" y="2068925"/>
                  </a:lnTo>
                  <a:lnTo>
                    <a:pt x="2294192" y="2066925"/>
                  </a:lnTo>
                  <a:lnTo>
                    <a:pt x="2295430" y="2066354"/>
                  </a:lnTo>
                  <a:lnTo>
                    <a:pt x="2296002" y="2066068"/>
                  </a:lnTo>
                  <a:lnTo>
                    <a:pt x="2297716" y="2065592"/>
                  </a:lnTo>
                  <a:lnTo>
                    <a:pt x="2297811" y="2065020"/>
                  </a:lnTo>
                  <a:lnTo>
                    <a:pt x="2297621" y="2064353"/>
                  </a:lnTo>
                  <a:lnTo>
                    <a:pt x="2297145" y="2063591"/>
                  </a:lnTo>
                  <a:lnTo>
                    <a:pt x="2298002" y="2062448"/>
                  </a:lnTo>
                  <a:lnTo>
                    <a:pt x="2298192" y="2061972"/>
                  </a:lnTo>
                  <a:lnTo>
                    <a:pt x="2298478" y="2063210"/>
                  </a:lnTo>
                  <a:lnTo>
                    <a:pt x="2298954" y="2063972"/>
                  </a:lnTo>
                  <a:lnTo>
                    <a:pt x="2298478" y="2065020"/>
                  </a:lnTo>
                  <a:lnTo>
                    <a:pt x="2298478" y="2065877"/>
                  </a:lnTo>
                  <a:lnTo>
                    <a:pt x="2298669" y="2066925"/>
                  </a:lnTo>
                  <a:lnTo>
                    <a:pt x="2299621" y="2066354"/>
                  </a:lnTo>
                  <a:lnTo>
                    <a:pt x="2300764" y="2065211"/>
                  </a:lnTo>
                  <a:lnTo>
                    <a:pt x="2300002" y="2064163"/>
                  </a:lnTo>
                  <a:lnTo>
                    <a:pt x="2300193" y="2062734"/>
                  </a:lnTo>
                  <a:lnTo>
                    <a:pt x="2300669" y="2062258"/>
                  </a:lnTo>
                  <a:lnTo>
                    <a:pt x="2300478" y="2060353"/>
                  </a:lnTo>
                  <a:lnTo>
                    <a:pt x="2301240" y="2058924"/>
                  </a:lnTo>
                  <a:lnTo>
                    <a:pt x="2301621" y="2058067"/>
                  </a:lnTo>
                  <a:lnTo>
                    <a:pt x="2300859" y="2056924"/>
                  </a:lnTo>
                  <a:lnTo>
                    <a:pt x="2301621" y="2056543"/>
                  </a:lnTo>
                  <a:lnTo>
                    <a:pt x="2302193" y="2057305"/>
                  </a:lnTo>
                  <a:lnTo>
                    <a:pt x="2302955" y="2058067"/>
                  </a:lnTo>
                  <a:lnTo>
                    <a:pt x="2304383" y="2057686"/>
                  </a:lnTo>
                  <a:lnTo>
                    <a:pt x="2304860" y="2057210"/>
                  </a:lnTo>
                  <a:lnTo>
                    <a:pt x="2305241" y="2056733"/>
                  </a:lnTo>
                  <a:lnTo>
                    <a:pt x="2305622" y="2056352"/>
                  </a:lnTo>
                  <a:lnTo>
                    <a:pt x="2306288" y="2056162"/>
                  </a:lnTo>
                  <a:lnTo>
                    <a:pt x="2309051" y="2057305"/>
                  </a:lnTo>
                  <a:lnTo>
                    <a:pt x="2310575" y="2056638"/>
                  </a:lnTo>
                  <a:lnTo>
                    <a:pt x="2312003" y="2054066"/>
                  </a:lnTo>
                  <a:lnTo>
                    <a:pt x="2312480" y="2051685"/>
                  </a:lnTo>
                  <a:lnTo>
                    <a:pt x="2310861" y="2049494"/>
                  </a:lnTo>
                  <a:lnTo>
                    <a:pt x="2309908" y="2049399"/>
                  </a:lnTo>
                  <a:lnTo>
                    <a:pt x="2308670" y="2049590"/>
                  </a:lnTo>
                  <a:lnTo>
                    <a:pt x="2307717" y="2049399"/>
                  </a:lnTo>
                  <a:lnTo>
                    <a:pt x="2307622" y="2048256"/>
                  </a:lnTo>
                  <a:lnTo>
                    <a:pt x="2308098" y="2047494"/>
                  </a:lnTo>
                  <a:lnTo>
                    <a:pt x="2308860" y="2047685"/>
                  </a:lnTo>
                  <a:lnTo>
                    <a:pt x="2310194" y="2048732"/>
                  </a:lnTo>
                  <a:lnTo>
                    <a:pt x="2311241" y="2049018"/>
                  </a:lnTo>
                  <a:lnTo>
                    <a:pt x="2314575" y="2049113"/>
                  </a:lnTo>
                  <a:lnTo>
                    <a:pt x="2315623" y="2049494"/>
                  </a:lnTo>
                  <a:lnTo>
                    <a:pt x="2316385" y="2050066"/>
                  </a:lnTo>
                  <a:lnTo>
                    <a:pt x="2316956" y="2050828"/>
                  </a:lnTo>
                  <a:lnTo>
                    <a:pt x="2317433" y="2051876"/>
                  </a:lnTo>
                  <a:lnTo>
                    <a:pt x="2317719" y="2052923"/>
                  </a:lnTo>
                  <a:lnTo>
                    <a:pt x="2317814" y="2053971"/>
                  </a:lnTo>
                  <a:lnTo>
                    <a:pt x="2317909" y="2055971"/>
                  </a:lnTo>
                  <a:lnTo>
                    <a:pt x="2317147" y="2057210"/>
                  </a:lnTo>
                  <a:lnTo>
                    <a:pt x="2317242" y="2058448"/>
                  </a:lnTo>
                  <a:lnTo>
                    <a:pt x="2317337" y="2059591"/>
                  </a:lnTo>
                  <a:lnTo>
                    <a:pt x="2318480" y="2058162"/>
                  </a:lnTo>
                  <a:lnTo>
                    <a:pt x="2318861" y="2057495"/>
                  </a:lnTo>
                  <a:lnTo>
                    <a:pt x="2319909" y="2056352"/>
                  </a:lnTo>
                  <a:lnTo>
                    <a:pt x="2319243" y="2055305"/>
                  </a:lnTo>
                  <a:lnTo>
                    <a:pt x="2319243" y="2053685"/>
                  </a:lnTo>
                  <a:lnTo>
                    <a:pt x="2319623" y="2051780"/>
                  </a:lnTo>
                  <a:lnTo>
                    <a:pt x="2320386" y="2049780"/>
                  </a:lnTo>
                  <a:lnTo>
                    <a:pt x="2321624" y="2048542"/>
                  </a:lnTo>
                  <a:lnTo>
                    <a:pt x="2322862" y="2047304"/>
                  </a:lnTo>
                  <a:lnTo>
                    <a:pt x="2322481" y="2045875"/>
                  </a:lnTo>
                  <a:lnTo>
                    <a:pt x="2322576" y="2044827"/>
                  </a:lnTo>
                  <a:lnTo>
                    <a:pt x="2323624" y="2042636"/>
                  </a:lnTo>
                  <a:lnTo>
                    <a:pt x="2322767" y="2042636"/>
                  </a:lnTo>
                  <a:lnTo>
                    <a:pt x="2322100" y="2042446"/>
                  </a:lnTo>
                  <a:lnTo>
                    <a:pt x="2321624" y="2041970"/>
                  </a:lnTo>
                  <a:lnTo>
                    <a:pt x="2321433" y="2041112"/>
                  </a:lnTo>
                  <a:lnTo>
                    <a:pt x="2322767" y="2042065"/>
                  </a:lnTo>
                  <a:lnTo>
                    <a:pt x="2324481" y="2042827"/>
                  </a:lnTo>
                  <a:lnTo>
                    <a:pt x="2325815" y="2042636"/>
                  </a:lnTo>
                  <a:lnTo>
                    <a:pt x="2326196" y="2040731"/>
                  </a:lnTo>
                  <a:lnTo>
                    <a:pt x="2326481" y="2040731"/>
                  </a:lnTo>
                  <a:lnTo>
                    <a:pt x="2326862" y="2041779"/>
                  </a:lnTo>
                  <a:lnTo>
                    <a:pt x="2327053" y="2042160"/>
                  </a:lnTo>
                  <a:lnTo>
                    <a:pt x="2327148" y="2042636"/>
                  </a:lnTo>
                  <a:lnTo>
                    <a:pt x="2326767" y="2043017"/>
                  </a:lnTo>
                  <a:lnTo>
                    <a:pt x="2326101" y="2043398"/>
                  </a:lnTo>
                  <a:lnTo>
                    <a:pt x="2326386" y="2043970"/>
                  </a:lnTo>
                  <a:lnTo>
                    <a:pt x="2327720" y="2043208"/>
                  </a:lnTo>
                  <a:lnTo>
                    <a:pt x="2328291" y="2043589"/>
                  </a:lnTo>
                  <a:lnTo>
                    <a:pt x="2327910" y="2044732"/>
                  </a:lnTo>
                  <a:lnTo>
                    <a:pt x="2325053" y="2047685"/>
                  </a:lnTo>
                  <a:lnTo>
                    <a:pt x="2324577" y="2049494"/>
                  </a:lnTo>
                  <a:lnTo>
                    <a:pt x="2324957" y="2050161"/>
                  </a:lnTo>
                  <a:lnTo>
                    <a:pt x="2325529" y="2050161"/>
                  </a:lnTo>
                  <a:lnTo>
                    <a:pt x="2326101" y="2049685"/>
                  </a:lnTo>
                  <a:lnTo>
                    <a:pt x="2326386" y="2048923"/>
                  </a:lnTo>
                  <a:lnTo>
                    <a:pt x="2326481" y="2047875"/>
                  </a:lnTo>
                  <a:lnTo>
                    <a:pt x="2326862" y="2047208"/>
                  </a:lnTo>
                  <a:lnTo>
                    <a:pt x="2328196" y="2045970"/>
                  </a:lnTo>
                  <a:lnTo>
                    <a:pt x="2330387" y="2043494"/>
                  </a:lnTo>
                  <a:lnTo>
                    <a:pt x="2331625" y="2042827"/>
                  </a:lnTo>
                  <a:lnTo>
                    <a:pt x="2333244" y="2043208"/>
                  </a:lnTo>
                  <a:lnTo>
                    <a:pt x="2333530" y="2042541"/>
                  </a:lnTo>
                  <a:lnTo>
                    <a:pt x="2333530" y="2041970"/>
                  </a:lnTo>
                  <a:lnTo>
                    <a:pt x="2333339" y="2041398"/>
                  </a:lnTo>
                  <a:lnTo>
                    <a:pt x="2333244" y="2040731"/>
                  </a:lnTo>
                  <a:lnTo>
                    <a:pt x="2333339" y="2039969"/>
                  </a:lnTo>
                  <a:lnTo>
                    <a:pt x="2333625" y="2039302"/>
                  </a:lnTo>
                  <a:lnTo>
                    <a:pt x="2335149" y="2036826"/>
                  </a:lnTo>
                  <a:lnTo>
                    <a:pt x="2335530" y="2035683"/>
                  </a:lnTo>
                  <a:lnTo>
                    <a:pt x="2335245" y="2034731"/>
                  </a:lnTo>
                  <a:lnTo>
                    <a:pt x="2333911" y="2034254"/>
                  </a:lnTo>
                  <a:lnTo>
                    <a:pt x="2334673" y="2033683"/>
                  </a:lnTo>
                  <a:lnTo>
                    <a:pt x="2335245" y="2033016"/>
                  </a:lnTo>
                  <a:lnTo>
                    <a:pt x="2335816" y="2032730"/>
                  </a:lnTo>
                  <a:lnTo>
                    <a:pt x="2336578" y="2033302"/>
                  </a:lnTo>
                  <a:lnTo>
                    <a:pt x="2336769" y="2035016"/>
                  </a:lnTo>
                  <a:lnTo>
                    <a:pt x="2337054" y="2035778"/>
                  </a:lnTo>
                  <a:lnTo>
                    <a:pt x="2337626" y="2035683"/>
                  </a:lnTo>
                  <a:lnTo>
                    <a:pt x="2337816" y="2035302"/>
                  </a:lnTo>
                  <a:lnTo>
                    <a:pt x="2338007" y="2034254"/>
                  </a:lnTo>
                  <a:lnTo>
                    <a:pt x="2338197" y="2033873"/>
                  </a:lnTo>
                  <a:lnTo>
                    <a:pt x="2338578" y="2033588"/>
                  </a:lnTo>
                  <a:lnTo>
                    <a:pt x="2339626" y="2033302"/>
                  </a:lnTo>
                  <a:lnTo>
                    <a:pt x="2340007" y="2033111"/>
                  </a:lnTo>
                  <a:lnTo>
                    <a:pt x="2340769" y="2032349"/>
                  </a:lnTo>
                  <a:lnTo>
                    <a:pt x="2341912" y="2030921"/>
                  </a:lnTo>
                  <a:lnTo>
                    <a:pt x="2342579" y="2030444"/>
                  </a:lnTo>
                  <a:lnTo>
                    <a:pt x="2343245" y="2030730"/>
                  </a:lnTo>
                  <a:lnTo>
                    <a:pt x="2344484" y="2030063"/>
                  </a:lnTo>
                  <a:lnTo>
                    <a:pt x="2345436" y="2029968"/>
                  </a:lnTo>
                  <a:lnTo>
                    <a:pt x="2345246" y="2029492"/>
                  </a:lnTo>
                  <a:lnTo>
                    <a:pt x="2345151" y="2029016"/>
                  </a:lnTo>
                  <a:lnTo>
                    <a:pt x="2345055" y="2027873"/>
                  </a:lnTo>
                  <a:lnTo>
                    <a:pt x="2344865" y="2027587"/>
                  </a:lnTo>
                  <a:lnTo>
                    <a:pt x="2344103" y="2027015"/>
                  </a:lnTo>
                  <a:lnTo>
                    <a:pt x="2343912" y="2026730"/>
                  </a:lnTo>
                  <a:lnTo>
                    <a:pt x="2343436" y="2025491"/>
                  </a:lnTo>
                  <a:lnTo>
                    <a:pt x="2342483" y="2025110"/>
                  </a:lnTo>
                  <a:lnTo>
                    <a:pt x="2341531" y="2025206"/>
                  </a:lnTo>
                  <a:lnTo>
                    <a:pt x="2341055" y="2025587"/>
                  </a:lnTo>
                  <a:lnTo>
                    <a:pt x="2340674" y="2026158"/>
                  </a:lnTo>
                  <a:lnTo>
                    <a:pt x="2340007" y="2026634"/>
                  </a:lnTo>
                  <a:lnTo>
                    <a:pt x="2339531" y="2026444"/>
                  </a:lnTo>
                  <a:lnTo>
                    <a:pt x="2339912" y="2025110"/>
                  </a:lnTo>
                  <a:lnTo>
                    <a:pt x="2340197" y="2024729"/>
                  </a:lnTo>
                  <a:lnTo>
                    <a:pt x="2340483" y="2024539"/>
                  </a:lnTo>
                  <a:lnTo>
                    <a:pt x="2340769" y="2024253"/>
                  </a:lnTo>
                  <a:lnTo>
                    <a:pt x="2341055" y="2022824"/>
                  </a:lnTo>
                  <a:lnTo>
                    <a:pt x="2341055" y="2022253"/>
                  </a:lnTo>
                  <a:lnTo>
                    <a:pt x="2340864" y="2021777"/>
                  </a:lnTo>
                  <a:lnTo>
                    <a:pt x="2340197" y="2021396"/>
                  </a:lnTo>
                  <a:lnTo>
                    <a:pt x="2339626" y="2021777"/>
                  </a:lnTo>
                  <a:lnTo>
                    <a:pt x="2338007" y="2022443"/>
                  </a:lnTo>
                  <a:lnTo>
                    <a:pt x="2333720" y="2023015"/>
                  </a:lnTo>
                  <a:lnTo>
                    <a:pt x="2332006" y="2022348"/>
                  </a:lnTo>
                  <a:lnTo>
                    <a:pt x="2327624" y="2018633"/>
                  </a:lnTo>
                  <a:lnTo>
                    <a:pt x="2327624" y="2018252"/>
                  </a:lnTo>
                  <a:lnTo>
                    <a:pt x="2328863" y="2017967"/>
                  </a:lnTo>
                  <a:lnTo>
                    <a:pt x="2333339" y="2019014"/>
                  </a:lnTo>
                  <a:lnTo>
                    <a:pt x="2332482" y="2018157"/>
                  </a:lnTo>
                  <a:lnTo>
                    <a:pt x="2331530" y="2017871"/>
                  </a:lnTo>
                  <a:lnTo>
                    <a:pt x="2330482" y="2017776"/>
                  </a:lnTo>
                  <a:lnTo>
                    <a:pt x="2329434" y="2017490"/>
                  </a:lnTo>
                  <a:lnTo>
                    <a:pt x="2331625" y="2017014"/>
                  </a:lnTo>
                  <a:lnTo>
                    <a:pt x="2333911" y="2017586"/>
                  </a:lnTo>
                  <a:lnTo>
                    <a:pt x="2338388" y="2019395"/>
                  </a:lnTo>
                  <a:lnTo>
                    <a:pt x="2339721" y="2019491"/>
                  </a:lnTo>
                  <a:lnTo>
                    <a:pt x="2339626" y="2019014"/>
                  </a:lnTo>
                  <a:lnTo>
                    <a:pt x="2338959" y="2018348"/>
                  </a:lnTo>
                  <a:lnTo>
                    <a:pt x="2338578" y="2018062"/>
                  </a:lnTo>
                  <a:lnTo>
                    <a:pt x="2338959" y="2017490"/>
                  </a:lnTo>
                  <a:lnTo>
                    <a:pt x="2339054" y="2017205"/>
                  </a:lnTo>
                  <a:lnTo>
                    <a:pt x="2339340" y="2017109"/>
                  </a:lnTo>
                  <a:lnTo>
                    <a:pt x="2340007" y="2017109"/>
                  </a:lnTo>
                  <a:lnTo>
                    <a:pt x="2340483" y="2016919"/>
                  </a:lnTo>
                  <a:lnTo>
                    <a:pt x="2340864" y="2016538"/>
                  </a:lnTo>
                  <a:lnTo>
                    <a:pt x="2341626" y="2015490"/>
                  </a:lnTo>
                  <a:lnTo>
                    <a:pt x="2340864" y="2014728"/>
                  </a:lnTo>
                  <a:lnTo>
                    <a:pt x="2339626" y="2014252"/>
                  </a:lnTo>
                  <a:lnTo>
                    <a:pt x="2337435" y="2013871"/>
                  </a:lnTo>
                  <a:lnTo>
                    <a:pt x="2337245" y="2013299"/>
                  </a:lnTo>
                  <a:lnTo>
                    <a:pt x="2338197" y="2012252"/>
                  </a:lnTo>
                  <a:lnTo>
                    <a:pt x="2339054" y="2011680"/>
                  </a:lnTo>
                  <a:lnTo>
                    <a:pt x="2338673" y="2012728"/>
                  </a:lnTo>
                  <a:lnTo>
                    <a:pt x="2339626" y="2013109"/>
                  </a:lnTo>
                  <a:lnTo>
                    <a:pt x="2340483" y="2012823"/>
                  </a:lnTo>
                  <a:lnTo>
                    <a:pt x="2340864" y="2011966"/>
                  </a:lnTo>
                  <a:lnTo>
                    <a:pt x="2340483" y="2010727"/>
                  </a:lnTo>
                  <a:lnTo>
                    <a:pt x="2340864" y="2009585"/>
                  </a:lnTo>
                  <a:lnTo>
                    <a:pt x="2343341" y="2010727"/>
                  </a:lnTo>
                  <a:lnTo>
                    <a:pt x="2343912" y="2011490"/>
                  </a:lnTo>
                  <a:lnTo>
                    <a:pt x="2344293" y="2011490"/>
                  </a:lnTo>
                  <a:lnTo>
                    <a:pt x="2344388" y="2010727"/>
                  </a:lnTo>
                  <a:lnTo>
                    <a:pt x="2344865" y="2010156"/>
                  </a:lnTo>
                  <a:lnTo>
                    <a:pt x="2345341" y="2009489"/>
                  </a:lnTo>
                  <a:lnTo>
                    <a:pt x="2345722" y="2008727"/>
                  </a:lnTo>
                  <a:lnTo>
                    <a:pt x="2345912" y="2007394"/>
                  </a:lnTo>
                  <a:lnTo>
                    <a:pt x="2346103" y="2007299"/>
                  </a:lnTo>
                  <a:lnTo>
                    <a:pt x="2346389" y="2007299"/>
                  </a:lnTo>
                  <a:lnTo>
                    <a:pt x="2346770" y="2007108"/>
                  </a:lnTo>
                  <a:lnTo>
                    <a:pt x="2346960" y="2005298"/>
                  </a:lnTo>
                  <a:lnTo>
                    <a:pt x="2348103" y="2006537"/>
                  </a:lnTo>
                  <a:lnTo>
                    <a:pt x="2348389" y="2007394"/>
                  </a:lnTo>
                  <a:lnTo>
                    <a:pt x="2348198" y="2008251"/>
                  </a:lnTo>
                  <a:lnTo>
                    <a:pt x="2347722" y="2009299"/>
                  </a:lnTo>
                  <a:lnTo>
                    <a:pt x="2348389" y="2009299"/>
                  </a:lnTo>
                  <a:lnTo>
                    <a:pt x="2349246" y="2009489"/>
                  </a:lnTo>
                  <a:lnTo>
                    <a:pt x="2349818" y="2009870"/>
                  </a:lnTo>
                  <a:lnTo>
                    <a:pt x="2349818" y="2010537"/>
                  </a:lnTo>
                  <a:lnTo>
                    <a:pt x="2349246" y="2010823"/>
                  </a:lnTo>
                  <a:lnTo>
                    <a:pt x="2348579" y="2010727"/>
                  </a:lnTo>
                  <a:lnTo>
                    <a:pt x="2348008" y="2010918"/>
                  </a:lnTo>
                  <a:lnTo>
                    <a:pt x="2348008" y="2012156"/>
                  </a:lnTo>
                  <a:lnTo>
                    <a:pt x="2348675" y="2013299"/>
                  </a:lnTo>
                  <a:lnTo>
                    <a:pt x="2350008" y="2014156"/>
                  </a:lnTo>
                  <a:lnTo>
                    <a:pt x="2351246" y="2014061"/>
                  </a:lnTo>
                  <a:lnTo>
                    <a:pt x="2351628" y="2012156"/>
                  </a:lnTo>
                  <a:lnTo>
                    <a:pt x="2352294" y="2012537"/>
                  </a:lnTo>
                  <a:lnTo>
                    <a:pt x="2352770" y="2012347"/>
                  </a:lnTo>
                  <a:lnTo>
                    <a:pt x="2353152" y="2011775"/>
                  </a:lnTo>
                  <a:lnTo>
                    <a:pt x="2353342" y="2011013"/>
                  </a:lnTo>
                  <a:lnTo>
                    <a:pt x="2354580" y="2011585"/>
                  </a:lnTo>
                  <a:lnTo>
                    <a:pt x="2355152" y="2011680"/>
                  </a:lnTo>
                  <a:lnTo>
                    <a:pt x="2355533" y="2011490"/>
                  </a:lnTo>
                  <a:lnTo>
                    <a:pt x="2356961" y="2011966"/>
                  </a:lnTo>
                  <a:lnTo>
                    <a:pt x="2358486" y="2011490"/>
                  </a:lnTo>
                  <a:lnTo>
                    <a:pt x="2359819" y="2010537"/>
                  </a:lnTo>
                  <a:lnTo>
                    <a:pt x="2360676" y="2009489"/>
                  </a:lnTo>
                  <a:lnTo>
                    <a:pt x="2359533" y="2006727"/>
                  </a:lnTo>
                  <a:lnTo>
                    <a:pt x="2360105" y="2006251"/>
                  </a:lnTo>
                  <a:lnTo>
                    <a:pt x="2360676" y="2005489"/>
                  </a:lnTo>
                  <a:lnTo>
                    <a:pt x="2361153" y="2005108"/>
                  </a:lnTo>
                  <a:lnTo>
                    <a:pt x="2361343" y="2005679"/>
                  </a:lnTo>
                  <a:lnTo>
                    <a:pt x="2361343" y="2007394"/>
                  </a:lnTo>
                  <a:lnTo>
                    <a:pt x="2361248" y="2008251"/>
                  </a:lnTo>
                  <a:lnTo>
                    <a:pt x="2360962" y="2009013"/>
                  </a:lnTo>
                  <a:lnTo>
                    <a:pt x="2361914" y="2009108"/>
                  </a:lnTo>
                  <a:lnTo>
                    <a:pt x="2363438" y="2009966"/>
                  </a:lnTo>
                  <a:lnTo>
                    <a:pt x="2364010" y="2010156"/>
                  </a:lnTo>
                  <a:lnTo>
                    <a:pt x="2364772" y="2010347"/>
                  </a:lnTo>
                  <a:lnTo>
                    <a:pt x="2368487" y="2012633"/>
                  </a:lnTo>
                  <a:lnTo>
                    <a:pt x="2368868" y="2013109"/>
                  </a:lnTo>
                  <a:lnTo>
                    <a:pt x="2368011" y="2013299"/>
                  </a:lnTo>
                  <a:lnTo>
                    <a:pt x="2367629" y="2013490"/>
                  </a:lnTo>
                  <a:lnTo>
                    <a:pt x="2367439" y="2013871"/>
                  </a:lnTo>
                  <a:lnTo>
                    <a:pt x="2367439" y="2014347"/>
                  </a:lnTo>
                  <a:lnTo>
                    <a:pt x="2367439" y="2014823"/>
                  </a:lnTo>
                  <a:lnTo>
                    <a:pt x="2367534" y="2015490"/>
                  </a:lnTo>
                  <a:lnTo>
                    <a:pt x="2367725" y="2015490"/>
                  </a:lnTo>
                  <a:lnTo>
                    <a:pt x="2367915" y="2015300"/>
                  </a:lnTo>
                  <a:lnTo>
                    <a:pt x="2368106" y="2015204"/>
                  </a:lnTo>
                  <a:lnTo>
                    <a:pt x="2369439" y="2014919"/>
                  </a:lnTo>
                  <a:lnTo>
                    <a:pt x="2370963" y="2013871"/>
                  </a:lnTo>
                  <a:lnTo>
                    <a:pt x="2372297" y="2012537"/>
                  </a:lnTo>
                  <a:lnTo>
                    <a:pt x="2373059" y="2011299"/>
                  </a:lnTo>
                  <a:lnTo>
                    <a:pt x="2373154" y="2010061"/>
                  </a:lnTo>
                  <a:lnTo>
                    <a:pt x="2372582" y="2009775"/>
                  </a:lnTo>
                  <a:lnTo>
                    <a:pt x="2371820" y="2009775"/>
                  </a:lnTo>
                  <a:lnTo>
                    <a:pt x="2371439" y="2009108"/>
                  </a:lnTo>
                  <a:lnTo>
                    <a:pt x="2371439" y="2007965"/>
                  </a:lnTo>
                  <a:lnTo>
                    <a:pt x="2371535" y="2007013"/>
                  </a:lnTo>
                  <a:lnTo>
                    <a:pt x="2371820" y="2006156"/>
                  </a:lnTo>
                  <a:lnTo>
                    <a:pt x="2372487" y="2005298"/>
                  </a:lnTo>
                  <a:lnTo>
                    <a:pt x="2373154" y="2005870"/>
                  </a:lnTo>
                  <a:lnTo>
                    <a:pt x="2373630" y="2006537"/>
                  </a:lnTo>
                  <a:lnTo>
                    <a:pt x="2374106" y="2006822"/>
                  </a:lnTo>
                  <a:lnTo>
                    <a:pt x="2374773" y="2006251"/>
                  </a:lnTo>
                  <a:lnTo>
                    <a:pt x="2375916" y="2004536"/>
                  </a:lnTo>
                  <a:lnTo>
                    <a:pt x="2376583" y="2003870"/>
                  </a:lnTo>
                  <a:lnTo>
                    <a:pt x="2377345" y="2003584"/>
                  </a:lnTo>
                  <a:lnTo>
                    <a:pt x="2377440" y="2003298"/>
                  </a:lnTo>
                  <a:lnTo>
                    <a:pt x="2378297" y="2001774"/>
                  </a:lnTo>
                  <a:lnTo>
                    <a:pt x="2378297" y="2001107"/>
                  </a:lnTo>
                  <a:lnTo>
                    <a:pt x="2378107" y="2000822"/>
                  </a:lnTo>
                  <a:lnTo>
                    <a:pt x="2377250" y="2000345"/>
                  </a:lnTo>
                  <a:lnTo>
                    <a:pt x="2376488" y="2000726"/>
                  </a:lnTo>
                  <a:lnTo>
                    <a:pt x="2376011" y="2000726"/>
                  </a:lnTo>
                  <a:lnTo>
                    <a:pt x="2375821" y="2000155"/>
                  </a:lnTo>
                  <a:lnTo>
                    <a:pt x="2375821" y="1999488"/>
                  </a:lnTo>
                  <a:lnTo>
                    <a:pt x="2375726" y="1999012"/>
                  </a:lnTo>
                  <a:lnTo>
                    <a:pt x="2375535" y="1998631"/>
                  </a:lnTo>
                  <a:lnTo>
                    <a:pt x="2375059" y="1998345"/>
                  </a:lnTo>
                  <a:lnTo>
                    <a:pt x="2374869" y="1998821"/>
                  </a:lnTo>
                  <a:lnTo>
                    <a:pt x="2374297" y="1999298"/>
                  </a:lnTo>
                  <a:lnTo>
                    <a:pt x="2373345" y="1999869"/>
                  </a:lnTo>
                  <a:lnTo>
                    <a:pt x="2372963" y="1999869"/>
                  </a:lnTo>
                  <a:lnTo>
                    <a:pt x="2372487" y="1999869"/>
                  </a:lnTo>
                  <a:lnTo>
                    <a:pt x="2372106" y="1999869"/>
                  </a:lnTo>
                  <a:lnTo>
                    <a:pt x="2371916" y="2000060"/>
                  </a:lnTo>
                  <a:lnTo>
                    <a:pt x="2371820" y="2000441"/>
                  </a:lnTo>
                  <a:lnTo>
                    <a:pt x="2371535" y="2000155"/>
                  </a:lnTo>
                  <a:lnTo>
                    <a:pt x="2370773" y="1998536"/>
                  </a:lnTo>
                  <a:lnTo>
                    <a:pt x="2370773" y="1997869"/>
                  </a:lnTo>
                  <a:lnTo>
                    <a:pt x="2370868" y="1997202"/>
                  </a:lnTo>
                  <a:lnTo>
                    <a:pt x="2370868" y="1996345"/>
                  </a:lnTo>
                  <a:lnTo>
                    <a:pt x="2370487" y="1995678"/>
                  </a:lnTo>
                  <a:lnTo>
                    <a:pt x="2368296" y="1993964"/>
                  </a:lnTo>
                  <a:lnTo>
                    <a:pt x="2369535" y="1994535"/>
                  </a:lnTo>
                  <a:lnTo>
                    <a:pt x="2371058" y="1994916"/>
                  </a:lnTo>
                  <a:lnTo>
                    <a:pt x="2372487" y="1995011"/>
                  </a:lnTo>
                  <a:lnTo>
                    <a:pt x="2373535" y="1994535"/>
                  </a:lnTo>
                  <a:lnTo>
                    <a:pt x="2373630" y="1993868"/>
                  </a:lnTo>
                  <a:lnTo>
                    <a:pt x="2373059" y="1993202"/>
                  </a:lnTo>
                  <a:lnTo>
                    <a:pt x="2372297" y="1992630"/>
                  </a:lnTo>
                  <a:lnTo>
                    <a:pt x="2371916" y="1992249"/>
                  </a:lnTo>
                  <a:lnTo>
                    <a:pt x="2372106" y="1991773"/>
                  </a:lnTo>
                  <a:lnTo>
                    <a:pt x="2373059" y="1990820"/>
                  </a:lnTo>
                  <a:lnTo>
                    <a:pt x="2373345" y="1990058"/>
                  </a:lnTo>
                  <a:lnTo>
                    <a:pt x="2373821" y="1991011"/>
                  </a:lnTo>
                  <a:lnTo>
                    <a:pt x="2374106" y="1991392"/>
                  </a:lnTo>
                  <a:lnTo>
                    <a:pt x="2374392" y="1991677"/>
                  </a:lnTo>
                  <a:lnTo>
                    <a:pt x="2374202" y="1992249"/>
                  </a:lnTo>
                  <a:lnTo>
                    <a:pt x="2374202" y="1992916"/>
                  </a:lnTo>
                  <a:lnTo>
                    <a:pt x="2374392" y="1993392"/>
                  </a:lnTo>
                  <a:lnTo>
                    <a:pt x="2374773" y="1993202"/>
                  </a:lnTo>
                  <a:lnTo>
                    <a:pt x="2374869" y="1992725"/>
                  </a:lnTo>
                  <a:lnTo>
                    <a:pt x="2374773" y="1990820"/>
                  </a:lnTo>
                  <a:lnTo>
                    <a:pt x="2375440" y="1991392"/>
                  </a:lnTo>
                  <a:lnTo>
                    <a:pt x="2376107" y="1992249"/>
                  </a:lnTo>
                  <a:lnTo>
                    <a:pt x="2376583" y="1993202"/>
                  </a:lnTo>
                  <a:lnTo>
                    <a:pt x="2376583" y="1994059"/>
                  </a:lnTo>
                  <a:lnTo>
                    <a:pt x="2376297" y="1994154"/>
                  </a:lnTo>
                  <a:lnTo>
                    <a:pt x="2375345" y="1994440"/>
                  </a:lnTo>
                  <a:lnTo>
                    <a:pt x="2375059" y="1994821"/>
                  </a:lnTo>
                  <a:lnTo>
                    <a:pt x="2374869" y="1995488"/>
                  </a:lnTo>
                  <a:lnTo>
                    <a:pt x="2374964" y="1995964"/>
                  </a:lnTo>
                  <a:lnTo>
                    <a:pt x="2375345" y="1996250"/>
                  </a:lnTo>
                  <a:lnTo>
                    <a:pt x="2375821" y="1996440"/>
                  </a:lnTo>
                  <a:lnTo>
                    <a:pt x="2376869" y="1995964"/>
                  </a:lnTo>
                  <a:lnTo>
                    <a:pt x="2378202" y="1995583"/>
                  </a:lnTo>
                  <a:lnTo>
                    <a:pt x="2379155" y="1995011"/>
                  </a:lnTo>
                  <a:lnTo>
                    <a:pt x="2379060" y="1993964"/>
                  </a:lnTo>
                  <a:lnTo>
                    <a:pt x="2379821" y="1993583"/>
                  </a:lnTo>
                  <a:lnTo>
                    <a:pt x="2380393" y="1993773"/>
                  </a:lnTo>
                  <a:lnTo>
                    <a:pt x="2380964" y="1994154"/>
                  </a:lnTo>
                  <a:lnTo>
                    <a:pt x="2381631" y="1994345"/>
                  </a:lnTo>
                  <a:lnTo>
                    <a:pt x="2382298" y="1994154"/>
                  </a:lnTo>
                  <a:lnTo>
                    <a:pt x="2383822" y="1993583"/>
                  </a:lnTo>
                  <a:lnTo>
                    <a:pt x="2384394" y="1993678"/>
                  </a:lnTo>
                  <a:lnTo>
                    <a:pt x="2385441" y="1994440"/>
                  </a:lnTo>
                  <a:lnTo>
                    <a:pt x="2386870" y="1994821"/>
                  </a:lnTo>
                  <a:lnTo>
                    <a:pt x="2388299" y="1994821"/>
                  </a:lnTo>
                  <a:lnTo>
                    <a:pt x="2389537" y="1994440"/>
                  </a:lnTo>
                  <a:lnTo>
                    <a:pt x="2389537" y="1994154"/>
                  </a:lnTo>
                  <a:lnTo>
                    <a:pt x="2389537" y="1994059"/>
                  </a:lnTo>
                  <a:lnTo>
                    <a:pt x="2389442" y="1994059"/>
                  </a:lnTo>
                  <a:lnTo>
                    <a:pt x="2389251" y="1993964"/>
                  </a:lnTo>
                  <a:lnTo>
                    <a:pt x="2389346" y="1993678"/>
                  </a:lnTo>
                  <a:lnTo>
                    <a:pt x="2389442" y="1993583"/>
                  </a:lnTo>
                  <a:lnTo>
                    <a:pt x="2389442" y="1993487"/>
                  </a:lnTo>
                  <a:lnTo>
                    <a:pt x="2389251" y="1993202"/>
                  </a:lnTo>
                  <a:lnTo>
                    <a:pt x="2387346" y="1993964"/>
                  </a:lnTo>
                  <a:lnTo>
                    <a:pt x="2386108" y="1992725"/>
                  </a:lnTo>
                  <a:lnTo>
                    <a:pt x="2385632" y="1990916"/>
                  </a:lnTo>
                  <a:lnTo>
                    <a:pt x="2386203" y="1990058"/>
                  </a:lnTo>
                  <a:lnTo>
                    <a:pt x="2388108" y="1989868"/>
                  </a:lnTo>
                  <a:lnTo>
                    <a:pt x="2388870" y="1989963"/>
                  </a:lnTo>
                  <a:lnTo>
                    <a:pt x="2389156" y="1990630"/>
                  </a:lnTo>
                  <a:lnTo>
                    <a:pt x="2389537" y="1991201"/>
                  </a:lnTo>
                  <a:lnTo>
                    <a:pt x="2390394" y="1991011"/>
                  </a:lnTo>
                  <a:lnTo>
                    <a:pt x="2391252" y="1990439"/>
                  </a:lnTo>
                  <a:lnTo>
                    <a:pt x="2391728" y="1989677"/>
                  </a:lnTo>
                  <a:lnTo>
                    <a:pt x="2391537" y="1989773"/>
                  </a:lnTo>
                  <a:lnTo>
                    <a:pt x="2390680" y="1990058"/>
                  </a:lnTo>
                  <a:lnTo>
                    <a:pt x="2390204" y="1988534"/>
                  </a:lnTo>
                  <a:lnTo>
                    <a:pt x="2390013" y="1987677"/>
                  </a:lnTo>
                  <a:lnTo>
                    <a:pt x="2390204" y="1987296"/>
                  </a:lnTo>
                  <a:lnTo>
                    <a:pt x="2390585" y="1986915"/>
                  </a:lnTo>
                  <a:lnTo>
                    <a:pt x="2390870" y="1986058"/>
                  </a:lnTo>
                  <a:lnTo>
                    <a:pt x="2391061" y="1985105"/>
                  </a:lnTo>
                  <a:lnTo>
                    <a:pt x="2391061" y="1984534"/>
                  </a:lnTo>
                  <a:lnTo>
                    <a:pt x="2390680" y="1984343"/>
                  </a:lnTo>
                  <a:lnTo>
                    <a:pt x="2390299" y="1985105"/>
                  </a:lnTo>
                  <a:lnTo>
                    <a:pt x="2389728" y="1986725"/>
                  </a:lnTo>
                  <a:lnTo>
                    <a:pt x="2389061" y="1987106"/>
                  </a:lnTo>
                  <a:lnTo>
                    <a:pt x="2388394" y="1987201"/>
                  </a:lnTo>
                  <a:lnTo>
                    <a:pt x="2387727" y="1987010"/>
                  </a:lnTo>
                  <a:lnTo>
                    <a:pt x="2387061" y="1986534"/>
                  </a:lnTo>
                  <a:lnTo>
                    <a:pt x="2387441" y="1986058"/>
                  </a:lnTo>
                  <a:lnTo>
                    <a:pt x="2385346" y="1985391"/>
                  </a:lnTo>
                  <a:lnTo>
                    <a:pt x="2384394" y="1985010"/>
                  </a:lnTo>
                  <a:lnTo>
                    <a:pt x="2383441" y="1984058"/>
                  </a:lnTo>
                  <a:lnTo>
                    <a:pt x="2382870" y="1983010"/>
                  </a:lnTo>
                  <a:lnTo>
                    <a:pt x="2382870" y="1982248"/>
                  </a:lnTo>
                  <a:lnTo>
                    <a:pt x="2383346" y="1981581"/>
                  </a:lnTo>
                  <a:lnTo>
                    <a:pt x="2383917" y="1981486"/>
                  </a:lnTo>
                  <a:lnTo>
                    <a:pt x="2384870" y="1981105"/>
                  </a:lnTo>
                  <a:lnTo>
                    <a:pt x="2385822" y="1981295"/>
                  </a:lnTo>
                  <a:lnTo>
                    <a:pt x="2386775" y="1981391"/>
                  </a:lnTo>
                  <a:lnTo>
                    <a:pt x="2387537" y="1981200"/>
                  </a:lnTo>
                  <a:lnTo>
                    <a:pt x="2387918" y="1980914"/>
                  </a:lnTo>
                  <a:lnTo>
                    <a:pt x="2388108" y="1980629"/>
                  </a:lnTo>
                  <a:lnTo>
                    <a:pt x="2388203" y="1980248"/>
                  </a:lnTo>
                  <a:lnTo>
                    <a:pt x="2388203" y="1979200"/>
                  </a:lnTo>
                  <a:lnTo>
                    <a:pt x="2388585" y="1978343"/>
                  </a:lnTo>
                  <a:lnTo>
                    <a:pt x="2389442" y="1977200"/>
                  </a:lnTo>
                  <a:lnTo>
                    <a:pt x="2389537" y="1976628"/>
                  </a:lnTo>
                  <a:lnTo>
                    <a:pt x="2388965" y="1975961"/>
                  </a:lnTo>
                  <a:lnTo>
                    <a:pt x="2388203" y="1975771"/>
                  </a:lnTo>
                  <a:lnTo>
                    <a:pt x="2387441" y="1975961"/>
                  </a:lnTo>
                  <a:lnTo>
                    <a:pt x="2386775" y="1976342"/>
                  </a:lnTo>
                  <a:lnTo>
                    <a:pt x="2386489" y="1976819"/>
                  </a:lnTo>
                  <a:lnTo>
                    <a:pt x="2386203" y="1975866"/>
                  </a:lnTo>
                  <a:lnTo>
                    <a:pt x="2386489" y="1975104"/>
                  </a:lnTo>
                  <a:lnTo>
                    <a:pt x="2386394" y="1974628"/>
                  </a:lnTo>
                  <a:lnTo>
                    <a:pt x="2384965" y="1974437"/>
                  </a:lnTo>
                  <a:lnTo>
                    <a:pt x="2383917" y="1973961"/>
                  </a:lnTo>
                  <a:lnTo>
                    <a:pt x="2384489" y="1973009"/>
                  </a:lnTo>
                  <a:lnTo>
                    <a:pt x="2385632" y="1972247"/>
                  </a:lnTo>
                  <a:lnTo>
                    <a:pt x="2386203" y="1972151"/>
                  </a:lnTo>
                  <a:lnTo>
                    <a:pt x="2386775" y="1971770"/>
                  </a:lnTo>
                  <a:lnTo>
                    <a:pt x="2390204" y="1970723"/>
                  </a:lnTo>
                  <a:lnTo>
                    <a:pt x="2392490" y="1971008"/>
                  </a:lnTo>
                  <a:lnTo>
                    <a:pt x="2392395" y="1972151"/>
                  </a:lnTo>
                  <a:lnTo>
                    <a:pt x="2391061" y="1972437"/>
                  </a:lnTo>
                  <a:lnTo>
                    <a:pt x="2390013" y="1973009"/>
                  </a:lnTo>
                  <a:lnTo>
                    <a:pt x="2389442" y="1974056"/>
                  </a:lnTo>
                  <a:lnTo>
                    <a:pt x="2390394" y="1974342"/>
                  </a:lnTo>
                  <a:lnTo>
                    <a:pt x="2392871" y="1974056"/>
                  </a:lnTo>
                  <a:lnTo>
                    <a:pt x="2394109" y="1974247"/>
                  </a:lnTo>
                  <a:lnTo>
                    <a:pt x="2394680" y="1974723"/>
                  </a:lnTo>
                  <a:lnTo>
                    <a:pt x="2394680" y="1975485"/>
                  </a:lnTo>
                  <a:lnTo>
                    <a:pt x="2394109" y="1976533"/>
                  </a:lnTo>
                  <a:lnTo>
                    <a:pt x="2392776" y="1978152"/>
                  </a:lnTo>
                  <a:lnTo>
                    <a:pt x="2392490" y="1979200"/>
                  </a:lnTo>
                  <a:lnTo>
                    <a:pt x="2393252" y="1980152"/>
                  </a:lnTo>
                  <a:lnTo>
                    <a:pt x="2393347" y="1979105"/>
                  </a:lnTo>
                  <a:lnTo>
                    <a:pt x="2393728" y="1978247"/>
                  </a:lnTo>
                  <a:lnTo>
                    <a:pt x="2394299" y="1977962"/>
                  </a:lnTo>
                  <a:lnTo>
                    <a:pt x="2395061" y="1978533"/>
                  </a:lnTo>
                  <a:lnTo>
                    <a:pt x="2394776" y="1978914"/>
                  </a:lnTo>
                  <a:lnTo>
                    <a:pt x="2394299" y="1980152"/>
                  </a:lnTo>
                  <a:lnTo>
                    <a:pt x="2395633" y="1980819"/>
                  </a:lnTo>
                  <a:lnTo>
                    <a:pt x="2396109" y="1981010"/>
                  </a:lnTo>
                  <a:lnTo>
                    <a:pt x="2395919" y="1980819"/>
                  </a:lnTo>
                  <a:lnTo>
                    <a:pt x="2395823" y="1980629"/>
                  </a:lnTo>
                  <a:lnTo>
                    <a:pt x="2395633" y="1980438"/>
                  </a:lnTo>
                  <a:lnTo>
                    <a:pt x="2395347" y="1980248"/>
                  </a:lnTo>
                  <a:lnTo>
                    <a:pt x="2395728" y="1979581"/>
                  </a:lnTo>
                  <a:lnTo>
                    <a:pt x="2396300" y="1979676"/>
                  </a:lnTo>
                  <a:lnTo>
                    <a:pt x="2396966" y="1980057"/>
                  </a:lnTo>
                  <a:lnTo>
                    <a:pt x="2397824" y="1980152"/>
                  </a:lnTo>
                  <a:lnTo>
                    <a:pt x="2398681" y="1979771"/>
                  </a:lnTo>
                  <a:lnTo>
                    <a:pt x="2398871" y="1979295"/>
                  </a:lnTo>
                  <a:lnTo>
                    <a:pt x="2398490" y="1979105"/>
                  </a:lnTo>
                  <a:lnTo>
                    <a:pt x="2397824" y="1979390"/>
                  </a:lnTo>
                  <a:lnTo>
                    <a:pt x="2397538" y="1978819"/>
                  </a:lnTo>
                  <a:lnTo>
                    <a:pt x="2397347" y="1978438"/>
                  </a:lnTo>
                  <a:lnTo>
                    <a:pt x="2397062" y="1978152"/>
                  </a:lnTo>
                  <a:lnTo>
                    <a:pt x="2396776" y="1977390"/>
                  </a:lnTo>
                  <a:lnTo>
                    <a:pt x="2396204" y="1976819"/>
                  </a:lnTo>
                  <a:lnTo>
                    <a:pt x="2396109" y="1976056"/>
                  </a:lnTo>
                  <a:lnTo>
                    <a:pt x="2396871" y="1975104"/>
                  </a:lnTo>
                  <a:lnTo>
                    <a:pt x="2398205" y="1974723"/>
                  </a:lnTo>
                  <a:lnTo>
                    <a:pt x="2398776" y="1975580"/>
                  </a:lnTo>
                  <a:lnTo>
                    <a:pt x="2399348" y="1976438"/>
                  </a:lnTo>
                  <a:lnTo>
                    <a:pt x="2399919" y="1977295"/>
                  </a:lnTo>
                  <a:lnTo>
                    <a:pt x="2400872" y="1976914"/>
                  </a:lnTo>
                  <a:lnTo>
                    <a:pt x="2401920" y="1976723"/>
                  </a:lnTo>
                  <a:lnTo>
                    <a:pt x="2402777" y="1976342"/>
                  </a:lnTo>
                  <a:lnTo>
                    <a:pt x="2403444" y="1976533"/>
                  </a:lnTo>
                  <a:lnTo>
                    <a:pt x="2404110" y="1977390"/>
                  </a:lnTo>
                  <a:lnTo>
                    <a:pt x="2405444" y="1977200"/>
                  </a:lnTo>
                  <a:lnTo>
                    <a:pt x="2405825" y="1976628"/>
                  </a:lnTo>
                  <a:lnTo>
                    <a:pt x="2404968" y="1974152"/>
                  </a:lnTo>
                  <a:lnTo>
                    <a:pt x="2405444" y="1973580"/>
                  </a:lnTo>
                  <a:lnTo>
                    <a:pt x="2407635" y="1973771"/>
                  </a:lnTo>
                  <a:lnTo>
                    <a:pt x="2408682" y="1973485"/>
                  </a:lnTo>
                  <a:lnTo>
                    <a:pt x="2409158" y="1972532"/>
                  </a:lnTo>
                  <a:lnTo>
                    <a:pt x="2408873" y="1971961"/>
                  </a:lnTo>
                  <a:lnTo>
                    <a:pt x="2408206" y="1971675"/>
                  </a:lnTo>
                  <a:lnTo>
                    <a:pt x="2407635" y="1971485"/>
                  </a:lnTo>
                  <a:lnTo>
                    <a:pt x="2407349" y="1971199"/>
                  </a:lnTo>
                  <a:lnTo>
                    <a:pt x="2406206" y="1969580"/>
                  </a:lnTo>
                  <a:lnTo>
                    <a:pt x="2405920" y="1969008"/>
                  </a:lnTo>
                  <a:lnTo>
                    <a:pt x="2406301" y="1969008"/>
                  </a:lnTo>
                  <a:lnTo>
                    <a:pt x="2406015" y="1968722"/>
                  </a:lnTo>
                  <a:lnTo>
                    <a:pt x="2405729" y="1968532"/>
                  </a:lnTo>
                  <a:lnTo>
                    <a:pt x="2405158" y="1968246"/>
                  </a:lnTo>
                  <a:lnTo>
                    <a:pt x="2404968" y="1968913"/>
                  </a:lnTo>
                  <a:lnTo>
                    <a:pt x="2404491" y="1969008"/>
                  </a:lnTo>
                  <a:lnTo>
                    <a:pt x="2403920" y="1968722"/>
                  </a:lnTo>
                  <a:lnTo>
                    <a:pt x="2403348" y="1968341"/>
                  </a:lnTo>
                  <a:lnTo>
                    <a:pt x="2403253" y="1969389"/>
                  </a:lnTo>
                  <a:lnTo>
                    <a:pt x="2402872" y="1970437"/>
                  </a:lnTo>
                  <a:lnTo>
                    <a:pt x="2402396" y="1971294"/>
                  </a:lnTo>
                  <a:lnTo>
                    <a:pt x="2401920" y="1971866"/>
                  </a:lnTo>
                  <a:lnTo>
                    <a:pt x="2401157" y="1972437"/>
                  </a:lnTo>
                  <a:lnTo>
                    <a:pt x="2400967" y="1972247"/>
                  </a:lnTo>
                  <a:lnTo>
                    <a:pt x="2400777" y="1971580"/>
                  </a:lnTo>
                  <a:lnTo>
                    <a:pt x="2400110" y="1970723"/>
                  </a:lnTo>
                  <a:lnTo>
                    <a:pt x="2400681" y="1970151"/>
                  </a:lnTo>
                  <a:lnTo>
                    <a:pt x="2401157" y="1969770"/>
                  </a:lnTo>
                  <a:lnTo>
                    <a:pt x="2402301" y="1969199"/>
                  </a:lnTo>
                  <a:lnTo>
                    <a:pt x="2401253" y="1966817"/>
                  </a:lnTo>
                  <a:lnTo>
                    <a:pt x="2400872" y="1966817"/>
                  </a:lnTo>
                  <a:lnTo>
                    <a:pt x="2400681" y="1967770"/>
                  </a:lnTo>
                  <a:lnTo>
                    <a:pt x="2400205" y="1968532"/>
                  </a:lnTo>
                  <a:lnTo>
                    <a:pt x="2399633" y="1968818"/>
                  </a:lnTo>
                  <a:lnTo>
                    <a:pt x="2399348" y="1968341"/>
                  </a:lnTo>
                  <a:lnTo>
                    <a:pt x="2399157" y="1967389"/>
                  </a:lnTo>
                  <a:lnTo>
                    <a:pt x="2398681" y="1966627"/>
                  </a:lnTo>
                  <a:lnTo>
                    <a:pt x="2396204" y="1964055"/>
                  </a:lnTo>
                  <a:lnTo>
                    <a:pt x="2395823" y="1963293"/>
                  </a:lnTo>
                  <a:lnTo>
                    <a:pt x="2396586" y="1962912"/>
                  </a:lnTo>
                  <a:lnTo>
                    <a:pt x="2397252" y="1962722"/>
                  </a:lnTo>
                  <a:lnTo>
                    <a:pt x="2398967" y="1961579"/>
                  </a:lnTo>
                  <a:lnTo>
                    <a:pt x="2399538" y="1961102"/>
                  </a:lnTo>
                  <a:lnTo>
                    <a:pt x="2400110" y="1960626"/>
                  </a:lnTo>
                  <a:lnTo>
                    <a:pt x="2401824" y="1960340"/>
                  </a:lnTo>
                  <a:lnTo>
                    <a:pt x="2402586" y="1960055"/>
                  </a:lnTo>
                  <a:lnTo>
                    <a:pt x="2403062" y="1959674"/>
                  </a:lnTo>
                  <a:lnTo>
                    <a:pt x="2404301" y="1957864"/>
                  </a:lnTo>
                  <a:lnTo>
                    <a:pt x="2404682" y="1957006"/>
                  </a:lnTo>
                  <a:lnTo>
                    <a:pt x="2404872" y="1955197"/>
                  </a:lnTo>
                  <a:lnTo>
                    <a:pt x="2405158" y="1954435"/>
                  </a:lnTo>
                  <a:lnTo>
                    <a:pt x="2406872" y="1954054"/>
                  </a:lnTo>
                  <a:lnTo>
                    <a:pt x="2407444" y="1953482"/>
                  </a:lnTo>
                  <a:lnTo>
                    <a:pt x="2406587" y="1952435"/>
                  </a:lnTo>
                  <a:lnTo>
                    <a:pt x="2407539" y="1952054"/>
                  </a:lnTo>
                  <a:lnTo>
                    <a:pt x="2408587" y="1952149"/>
                  </a:lnTo>
                  <a:lnTo>
                    <a:pt x="2409254" y="1952720"/>
                  </a:lnTo>
                  <a:lnTo>
                    <a:pt x="2409063" y="1953577"/>
                  </a:lnTo>
                  <a:lnTo>
                    <a:pt x="2409444" y="1953959"/>
                  </a:lnTo>
                  <a:lnTo>
                    <a:pt x="2409635" y="1953673"/>
                  </a:lnTo>
                  <a:lnTo>
                    <a:pt x="2409825" y="1953482"/>
                  </a:lnTo>
                  <a:lnTo>
                    <a:pt x="2410492" y="1953101"/>
                  </a:lnTo>
                  <a:lnTo>
                    <a:pt x="2409158" y="1955387"/>
                  </a:lnTo>
                  <a:lnTo>
                    <a:pt x="2408968" y="1956054"/>
                  </a:lnTo>
                  <a:lnTo>
                    <a:pt x="2409158" y="1956816"/>
                  </a:lnTo>
                  <a:lnTo>
                    <a:pt x="2409635" y="1957197"/>
                  </a:lnTo>
                  <a:lnTo>
                    <a:pt x="2413635" y="1957864"/>
                  </a:lnTo>
                  <a:lnTo>
                    <a:pt x="2414016" y="1958150"/>
                  </a:lnTo>
                  <a:lnTo>
                    <a:pt x="2413826" y="1959007"/>
                  </a:lnTo>
                  <a:lnTo>
                    <a:pt x="2413159" y="1960817"/>
                  </a:lnTo>
                  <a:lnTo>
                    <a:pt x="2413254" y="1961579"/>
                  </a:lnTo>
                  <a:lnTo>
                    <a:pt x="2413826" y="1962055"/>
                  </a:lnTo>
                  <a:lnTo>
                    <a:pt x="2414111" y="1961388"/>
                  </a:lnTo>
                  <a:lnTo>
                    <a:pt x="2414397" y="1960436"/>
                  </a:lnTo>
                  <a:lnTo>
                    <a:pt x="2414778" y="1959959"/>
                  </a:lnTo>
                  <a:lnTo>
                    <a:pt x="2416778" y="1959959"/>
                  </a:lnTo>
                  <a:lnTo>
                    <a:pt x="2416874" y="1959959"/>
                  </a:lnTo>
                  <a:lnTo>
                    <a:pt x="2416778" y="1960055"/>
                  </a:lnTo>
                  <a:lnTo>
                    <a:pt x="2416683" y="1960626"/>
                  </a:lnTo>
                  <a:lnTo>
                    <a:pt x="2416207" y="1961102"/>
                  </a:lnTo>
                  <a:lnTo>
                    <a:pt x="2416016" y="1961483"/>
                  </a:lnTo>
                  <a:lnTo>
                    <a:pt x="2416112" y="1961864"/>
                  </a:lnTo>
                  <a:lnTo>
                    <a:pt x="2416397" y="1962055"/>
                  </a:lnTo>
                  <a:lnTo>
                    <a:pt x="2416683" y="1962245"/>
                  </a:lnTo>
                  <a:lnTo>
                    <a:pt x="2416778" y="1962531"/>
                  </a:lnTo>
                  <a:lnTo>
                    <a:pt x="2416683" y="1963293"/>
                  </a:lnTo>
                  <a:lnTo>
                    <a:pt x="2416397" y="1964246"/>
                  </a:lnTo>
                  <a:lnTo>
                    <a:pt x="2416016" y="1965198"/>
                  </a:lnTo>
                  <a:lnTo>
                    <a:pt x="2415636" y="1965865"/>
                  </a:lnTo>
                  <a:lnTo>
                    <a:pt x="2416683" y="1965674"/>
                  </a:lnTo>
                  <a:lnTo>
                    <a:pt x="2417921" y="1965674"/>
                  </a:lnTo>
                  <a:lnTo>
                    <a:pt x="2418874" y="1965484"/>
                  </a:lnTo>
                  <a:lnTo>
                    <a:pt x="2419255" y="1964817"/>
                  </a:lnTo>
                  <a:lnTo>
                    <a:pt x="2419541" y="1963865"/>
                  </a:lnTo>
                  <a:lnTo>
                    <a:pt x="2419445" y="1963484"/>
                  </a:lnTo>
                  <a:lnTo>
                    <a:pt x="2418683" y="1963388"/>
                  </a:lnTo>
                  <a:lnTo>
                    <a:pt x="2418398" y="1963007"/>
                  </a:lnTo>
                  <a:lnTo>
                    <a:pt x="2418303" y="1962150"/>
                  </a:lnTo>
                  <a:lnTo>
                    <a:pt x="2418398" y="1961198"/>
                  </a:lnTo>
                  <a:lnTo>
                    <a:pt x="2418493" y="1960531"/>
                  </a:lnTo>
                  <a:lnTo>
                    <a:pt x="2418874" y="1960721"/>
                  </a:lnTo>
                  <a:lnTo>
                    <a:pt x="2418969" y="1960817"/>
                  </a:lnTo>
                  <a:lnTo>
                    <a:pt x="2419160" y="1961007"/>
                  </a:lnTo>
                  <a:lnTo>
                    <a:pt x="2419350" y="1960721"/>
                  </a:lnTo>
                  <a:lnTo>
                    <a:pt x="2419636" y="1960436"/>
                  </a:lnTo>
                  <a:lnTo>
                    <a:pt x="2420017" y="1960245"/>
                  </a:lnTo>
                  <a:lnTo>
                    <a:pt x="2420398" y="1960150"/>
                  </a:lnTo>
                  <a:lnTo>
                    <a:pt x="2420398" y="1960436"/>
                  </a:lnTo>
                  <a:lnTo>
                    <a:pt x="2421065" y="1961579"/>
                  </a:lnTo>
                  <a:lnTo>
                    <a:pt x="2421255" y="1961769"/>
                  </a:lnTo>
                  <a:lnTo>
                    <a:pt x="2421065" y="1962245"/>
                  </a:lnTo>
                  <a:lnTo>
                    <a:pt x="2420684" y="1962626"/>
                  </a:lnTo>
                  <a:lnTo>
                    <a:pt x="2420398" y="1963007"/>
                  </a:lnTo>
                  <a:lnTo>
                    <a:pt x="2420970" y="1964055"/>
                  </a:lnTo>
                  <a:lnTo>
                    <a:pt x="2421541" y="1965770"/>
                  </a:lnTo>
                  <a:lnTo>
                    <a:pt x="2421255" y="1965960"/>
                  </a:lnTo>
                  <a:lnTo>
                    <a:pt x="2420970" y="1966341"/>
                  </a:lnTo>
                  <a:lnTo>
                    <a:pt x="2420684" y="1966817"/>
                  </a:lnTo>
                  <a:lnTo>
                    <a:pt x="2420493" y="1967294"/>
                  </a:lnTo>
                  <a:lnTo>
                    <a:pt x="2421731" y="1967198"/>
                  </a:lnTo>
                  <a:lnTo>
                    <a:pt x="2424494" y="1966531"/>
                  </a:lnTo>
                  <a:lnTo>
                    <a:pt x="2424018" y="1966341"/>
                  </a:lnTo>
                  <a:lnTo>
                    <a:pt x="2423636" y="1966246"/>
                  </a:lnTo>
                  <a:lnTo>
                    <a:pt x="2422684" y="1966151"/>
                  </a:lnTo>
                  <a:lnTo>
                    <a:pt x="2423541" y="1965389"/>
                  </a:lnTo>
                  <a:lnTo>
                    <a:pt x="2424018" y="1964531"/>
                  </a:lnTo>
                  <a:lnTo>
                    <a:pt x="2424018" y="1963484"/>
                  </a:lnTo>
                  <a:lnTo>
                    <a:pt x="2423446" y="1962150"/>
                  </a:lnTo>
                  <a:lnTo>
                    <a:pt x="2422970" y="1961864"/>
                  </a:lnTo>
                  <a:lnTo>
                    <a:pt x="2422494" y="1961864"/>
                  </a:lnTo>
                  <a:lnTo>
                    <a:pt x="2422398" y="1961769"/>
                  </a:lnTo>
                  <a:lnTo>
                    <a:pt x="2422874" y="1961102"/>
                  </a:lnTo>
                  <a:lnTo>
                    <a:pt x="2423160" y="1960436"/>
                  </a:lnTo>
                  <a:lnTo>
                    <a:pt x="2422874" y="1959959"/>
                  </a:lnTo>
                  <a:lnTo>
                    <a:pt x="2422303" y="1959674"/>
                  </a:lnTo>
                  <a:lnTo>
                    <a:pt x="2421731" y="1959674"/>
                  </a:lnTo>
                  <a:lnTo>
                    <a:pt x="2421731" y="1959293"/>
                  </a:lnTo>
                  <a:lnTo>
                    <a:pt x="2421922" y="1958721"/>
                  </a:lnTo>
                  <a:lnTo>
                    <a:pt x="2421636" y="1958626"/>
                  </a:lnTo>
                  <a:lnTo>
                    <a:pt x="2420303" y="1958912"/>
                  </a:lnTo>
                  <a:lnTo>
                    <a:pt x="2420303" y="1958531"/>
                  </a:lnTo>
                  <a:lnTo>
                    <a:pt x="2420779" y="1958435"/>
                  </a:lnTo>
                  <a:lnTo>
                    <a:pt x="2421065" y="1958245"/>
                  </a:lnTo>
                  <a:lnTo>
                    <a:pt x="2421731" y="1957673"/>
                  </a:lnTo>
                  <a:lnTo>
                    <a:pt x="2421160" y="1957673"/>
                  </a:lnTo>
                  <a:lnTo>
                    <a:pt x="2420779" y="1957578"/>
                  </a:lnTo>
                  <a:lnTo>
                    <a:pt x="2420017" y="1957197"/>
                  </a:lnTo>
                  <a:lnTo>
                    <a:pt x="2420588" y="1957197"/>
                  </a:lnTo>
                  <a:lnTo>
                    <a:pt x="2420874" y="1957102"/>
                  </a:lnTo>
                  <a:lnTo>
                    <a:pt x="2421065" y="1956816"/>
                  </a:lnTo>
                  <a:lnTo>
                    <a:pt x="2421351" y="1956340"/>
                  </a:lnTo>
                  <a:lnTo>
                    <a:pt x="2420207" y="1956149"/>
                  </a:lnTo>
                  <a:lnTo>
                    <a:pt x="2420017" y="1955387"/>
                  </a:lnTo>
                  <a:lnTo>
                    <a:pt x="2420588" y="1953197"/>
                  </a:lnTo>
                  <a:lnTo>
                    <a:pt x="2420398" y="1953577"/>
                  </a:lnTo>
                  <a:lnTo>
                    <a:pt x="2420017" y="1954054"/>
                  </a:lnTo>
                  <a:lnTo>
                    <a:pt x="2419541" y="1954340"/>
                  </a:lnTo>
                  <a:lnTo>
                    <a:pt x="2419064" y="1954149"/>
                  </a:lnTo>
                  <a:lnTo>
                    <a:pt x="2418303" y="1953673"/>
                  </a:lnTo>
                  <a:lnTo>
                    <a:pt x="2417921" y="1953959"/>
                  </a:lnTo>
                  <a:lnTo>
                    <a:pt x="2417636" y="1954530"/>
                  </a:lnTo>
                  <a:lnTo>
                    <a:pt x="2417350" y="1954816"/>
                  </a:lnTo>
                  <a:lnTo>
                    <a:pt x="2416016" y="1954340"/>
                  </a:lnTo>
                  <a:lnTo>
                    <a:pt x="2415445" y="1953387"/>
                  </a:lnTo>
                  <a:lnTo>
                    <a:pt x="2415350" y="1952149"/>
                  </a:lnTo>
                  <a:lnTo>
                    <a:pt x="2415540" y="1950720"/>
                  </a:lnTo>
                  <a:lnTo>
                    <a:pt x="2414683" y="1951387"/>
                  </a:lnTo>
                  <a:lnTo>
                    <a:pt x="2414302" y="1950244"/>
                  </a:lnTo>
                  <a:lnTo>
                    <a:pt x="2414111" y="1948434"/>
                  </a:lnTo>
                  <a:lnTo>
                    <a:pt x="2413730" y="1947101"/>
                  </a:lnTo>
                  <a:lnTo>
                    <a:pt x="2414493" y="1947196"/>
                  </a:lnTo>
                  <a:lnTo>
                    <a:pt x="2414778" y="1947291"/>
                  </a:lnTo>
                  <a:lnTo>
                    <a:pt x="2415159" y="1947481"/>
                  </a:lnTo>
                  <a:lnTo>
                    <a:pt x="2415731" y="1947005"/>
                  </a:lnTo>
                  <a:lnTo>
                    <a:pt x="2416493" y="1946910"/>
                  </a:lnTo>
                  <a:lnTo>
                    <a:pt x="2417350" y="1946910"/>
                  </a:lnTo>
                  <a:lnTo>
                    <a:pt x="2417636" y="1946053"/>
                  </a:lnTo>
                  <a:lnTo>
                    <a:pt x="2418303" y="1946053"/>
                  </a:lnTo>
                  <a:lnTo>
                    <a:pt x="2419827" y="1947005"/>
                  </a:lnTo>
                  <a:lnTo>
                    <a:pt x="2420017" y="1947481"/>
                  </a:lnTo>
                  <a:lnTo>
                    <a:pt x="2420303" y="1947577"/>
                  </a:lnTo>
                  <a:lnTo>
                    <a:pt x="2420684" y="1947577"/>
                  </a:lnTo>
                  <a:lnTo>
                    <a:pt x="2420874" y="1947386"/>
                  </a:lnTo>
                  <a:lnTo>
                    <a:pt x="2421065" y="1947196"/>
                  </a:lnTo>
                  <a:lnTo>
                    <a:pt x="2421255" y="1947101"/>
                  </a:lnTo>
                  <a:lnTo>
                    <a:pt x="2421446" y="1946720"/>
                  </a:lnTo>
                  <a:lnTo>
                    <a:pt x="2421446" y="1945100"/>
                  </a:lnTo>
                  <a:lnTo>
                    <a:pt x="2421541" y="1944529"/>
                  </a:lnTo>
                  <a:lnTo>
                    <a:pt x="2422589" y="1943291"/>
                  </a:lnTo>
                  <a:lnTo>
                    <a:pt x="2422779" y="1942814"/>
                  </a:lnTo>
                  <a:lnTo>
                    <a:pt x="2422589" y="1942529"/>
                  </a:lnTo>
                  <a:lnTo>
                    <a:pt x="2422208" y="1942433"/>
                  </a:lnTo>
                  <a:lnTo>
                    <a:pt x="2422017" y="1942338"/>
                  </a:lnTo>
                  <a:lnTo>
                    <a:pt x="2422112" y="1941005"/>
                  </a:lnTo>
                  <a:lnTo>
                    <a:pt x="2422112" y="1940243"/>
                  </a:lnTo>
                  <a:lnTo>
                    <a:pt x="2421827" y="1939957"/>
                  </a:lnTo>
                  <a:lnTo>
                    <a:pt x="2420779" y="1939385"/>
                  </a:lnTo>
                  <a:lnTo>
                    <a:pt x="2420588" y="1938147"/>
                  </a:lnTo>
                  <a:lnTo>
                    <a:pt x="2420493" y="1936909"/>
                  </a:lnTo>
                  <a:lnTo>
                    <a:pt x="2419922" y="1936337"/>
                  </a:lnTo>
                  <a:lnTo>
                    <a:pt x="2420303" y="1935575"/>
                  </a:lnTo>
                  <a:lnTo>
                    <a:pt x="2420779" y="1936052"/>
                  </a:lnTo>
                  <a:lnTo>
                    <a:pt x="2421636" y="1937956"/>
                  </a:lnTo>
                  <a:lnTo>
                    <a:pt x="2422494" y="1935099"/>
                  </a:lnTo>
                  <a:lnTo>
                    <a:pt x="2422874" y="1934718"/>
                  </a:lnTo>
                  <a:lnTo>
                    <a:pt x="2423732" y="1934623"/>
                  </a:lnTo>
                  <a:lnTo>
                    <a:pt x="2424494" y="1934337"/>
                  </a:lnTo>
                  <a:lnTo>
                    <a:pt x="2425065" y="1933861"/>
                  </a:lnTo>
                  <a:lnTo>
                    <a:pt x="2425541" y="1933194"/>
                  </a:lnTo>
                  <a:lnTo>
                    <a:pt x="2426780" y="1930527"/>
                  </a:lnTo>
                  <a:lnTo>
                    <a:pt x="2426970" y="1929765"/>
                  </a:lnTo>
                  <a:lnTo>
                    <a:pt x="2426875" y="1929194"/>
                  </a:lnTo>
                  <a:lnTo>
                    <a:pt x="2426589" y="1928717"/>
                  </a:lnTo>
                  <a:lnTo>
                    <a:pt x="2425541" y="1927574"/>
                  </a:lnTo>
                  <a:lnTo>
                    <a:pt x="2424113" y="1927955"/>
                  </a:lnTo>
                  <a:lnTo>
                    <a:pt x="2422589" y="1927479"/>
                  </a:lnTo>
                  <a:lnTo>
                    <a:pt x="2419827" y="1925955"/>
                  </a:lnTo>
                  <a:lnTo>
                    <a:pt x="2419160" y="1926241"/>
                  </a:lnTo>
                  <a:lnTo>
                    <a:pt x="2417255" y="1926336"/>
                  </a:lnTo>
                  <a:lnTo>
                    <a:pt x="2416493" y="1926812"/>
                  </a:lnTo>
                  <a:lnTo>
                    <a:pt x="2416397" y="1927193"/>
                  </a:lnTo>
                  <a:lnTo>
                    <a:pt x="2416302" y="1928336"/>
                  </a:lnTo>
                  <a:lnTo>
                    <a:pt x="2416112" y="1928813"/>
                  </a:lnTo>
                  <a:lnTo>
                    <a:pt x="2415731" y="1929289"/>
                  </a:lnTo>
                  <a:lnTo>
                    <a:pt x="2413159" y="1931099"/>
                  </a:lnTo>
                  <a:lnTo>
                    <a:pt x="2411540" y="1931956"/>
                  </a:lnTo>
                  <a:lnTo>
                    <a:pt x="2409825" y="1932432"/>
                  </a:lnTo>
                  <a:lnTo>
                    <a:pt x="2408206" y="1932527"/>
                  </a:lnTo>
                  <a:lnTo>
                    <a:pt x="2407349" y="1932337"/>
                  </a:lnTo>
                  <a:lnTo>
                    <a:pt x="2405539" y="1931575"/>
                  </a:lnTo>
                  <a:lnTo>
                    <a:pt x="2403348" y="1931194"/>
                  </a:lnTo>
                  <a:lnTo>
                    <a:pt x="2402967" y="1931003"/>
                  </a:lnTo>
                  <a:lnTo>
                    <a:pt x="2402777" y="1929384"/>
                  </a:lnTo>
                  <a:lnTo>
                    <a:pt x="2402491" y="1928717"/>
                  </a:lnTo>
                  <a:lnTo>
                    <a:pt x="2401443" y="1927384"/>
                  </a:lnTo>
                  <a:lnTo>
                    <a:pt x="2400967" y="1926527"/>
                  </a:lnTo>
                  <a:lnTo>
                    <a:pt x="2400491" y="1924622"/>
                  </a:lnTo>
                  <a:lnTo>
                    <a:pt x="2400205" y="1923955"/>
                  </a:lnTo>
                  <a:lnTo>
                    <a:pt x="2399443" y="1923288"/>
                  </a:lnTo>
                  <a:lnTo>
                    <a:pt x="2398205" y="1923764"/>
                  </a:lnTo>
                  <a:lnTo>
                    <a:pt x="2397157" y="1923002"/>
                  </a:lnTo>
                  <a:lnTo>
                    <a:pt x="2396109" y="1921859"/>
                  </a:lnTo>
                  <a:lnTo>
                    <a:pt x="2394966" y="1920907"/>
                  </a:lnTo>
                  <a:lnTo>
                    <a:pt x="2394966" y="1920526"/>
                  </a:lnTo>
                  <a:lnTo>
                    <a:pt x="2395538" y="1920716"/>
                  </a:lnTo>
                  <a:lnTo>
                    <a:pt x="2396395" y="1921097"/>
                  </a:lnTo>
                  <a:lnTo>
                    <a:pt x="2398014" y="1922240"/>
                  </a:lnTo>
                  <a:lnTo>
                    <a:pt x="2398490" y="1922526"/>
                  </a:lnTo>
                  <a:lnTo>
                    <a:pt x="2400586" y="1922907"/>
                  </a:lnTo>
                  <a:lnTo>
                    <a:pt x="2401348" y="1923193"/>
                  </a:lnTo>
                  <a:lnTo>
                    <a:pt x="2402301" y="1923955"/>
                  </a:lnTo>
                  <a:lnTo>
                    <a:pt x="2403824" y="1925574"/>
                  </a:lnTo>
                  <a:lnTo>
                    <a:pt x="2404682" y="1926050"/>
                  </a:lnTo>
                  <a:lnTo>
                    <a:pt x="2407349" y="1926336"/>
                  </a:lnTo>
                  <a:lnTo>
                    <a:pt x="2408206" y="1926717"/>
                  </a:lnTo>
                  <a:lnTo>
                    <a:pt x="2409825" y="1927860"/>
                  </a:lnTo>
                  <a:lnTo>
                    <a:pt x="2410302" y="1928051"/>
                  </a:lnTo>
                  <a:lnTo>
                    <a:pt x="2411445" y="1928336"/>
                  </a:lnTo>
                  <a:lnTo>
                    <a:pt x="2412016" y="1928622"/>
                  </a:lnTo>
                  <a:lnTo>
                    <a:pt x="2412397" y="1929003"/>
                  </a:lnTo>
                  <a:lnTo>
                    <a:pt x="2412969" y="1929956"/>
                  </a:lnTo>
                  <a:lnTo>
                    <a:pt x="2413159" y="1930146"/>
                  </a:lnTo>
                  <a:lnTo>
                    <a:pt x="2414397" y="1930051"/>
                  </a:lnTo>
                  <a:lnTo>
                    <a:pt x="2415159" y="1929194"/>
                  </a:lnTo>
                  <a:lnTo>
                    <a:pt x="2416207" y="1927098"/>
                  </a:lnTo>
                  <a:lnTo>
                    <a:pt x="2417540" y="1925193"/>
                  </a:lnTo>
                  <a:lnTo>
                    <a:pt x="2418588" y="1923288"/>
                  </a:lnTo>
                  <a:lnTo>
                    <a:pt x="2419827" y="1921669"/>
                  </a:lnTo>
                  <a:lnTo>
                    <a:pt x="2421827" y="1920431"/>
                  </a:lnTo>
                  <a:lnTo>
                    <a:pt x="2421446" y="1919192"/>
                  </a:lnTo>
                  <a:lnTo>
                    <a:pt x="2421922" y="1918621"/>
                  </a:lnTo>
                  <a:lnTo>
                    <a:pt x="2422589" y="1918240"/>
                  </a:lnTo>
                  <a:lnTo>
                    <a:pt x="2422970" y="1917764"/>
                  </a:lnTo>
                  <a:lnTo>
                    <a:pt x="2423255" y="1917002"/>
                  </a:lnTo>
                  <a:lnTo>
                    <a:pt x="2423922" y="1916525"/>
                  </a:lnTo>
                  <a:lnTo>
                    <a:pt x="2424779" y="1916144"/>
                  </a:lnTo>
                  <a:lnTo>
                    <a:pt x="2425637" y="1915954"/>
                  </a:lnTo>
                  <a:lnTo>
                    <a:pt x="2425446" y="1915382"/>
                  </a:lnTo>
                  <a:lnTo>
                    <a:pt x="2425637" y="1914811"/>
                  </a:lnTo>
                  <a:lnTo>
                    <a:pt x="2424779" y="1914335"/>
                  </a:lnTo>
                  <a:lnTo>
                    <a:pt x="2423827" y="1914049"/>
                  </a:lnTo>
                  <a:lnTo>
                    <a:pt x="2424875" y="1913001"/>
                  </a:lnTo>
                  <a:lnTo>
                    <a:pt x="2425922" y="1912525"/>
                  </a:lnTo>
                  <a:lnTo>
                    <a:pt x="2427065" y="1912334"/>
                  </a:lnTo>
                  <a:lnTo>
                    <a:pt x="2428399" y="1912334"/>
                  </a:lnTo>
                  <a:lnTo>
                    <a:pt x="2429066" y="1912239"/>
                  </a:lnTo>
                  <a:lnTo>
                    <a:pt x="2430209" y="1911668"/>
                  </a:lnTo>
                  <a:lnTo>
                    <a:pt x="2430780" y="1911572"/>
                  </a:lnTo>
                  <a:lnTo>
                    <a:pt x="2431447" y="1911763"/>
                  </a:lnTo>
                  <a:lnTo>
                    <a:pt x="2431828" y="1912144"/>
                  </a:lnTo>
                  <a:lnTo>
                    <a:pt x="2432209" y="1912334"/>
                  </a:lnTo>
                  <a:lnTo>
                    <a:pt x="2432876" y="1911953"/>
                  </a:lnTo>
                  <a:lnTo>
                    <a:pt x="2432114" y="1911668"/>
                  </a:lnTo>
                  <a:lnTo>
                    <a:pt x="2431828" y="1911572"/>
                  </a:lnTo>
                  <a:lnTo>
                    <a:pt x="2432685" y="1910334"/>
                  </a:lnTo>
                  <a:lnTo>
                    <a:pt x="2434019" y="1909667"/>
                  </a:lnTo>
                  <a:lnTo>
                    <a:pt x="2435543" y="1909667"/>
                  </a:lnTo>
                  <a:lnTo>
                    <a:pt x="2436781" y="1910525"/>
                  </a:lnTo>
                  <a:lnTo>
                    <a:pt x="2437353" y="1910239"/>
                  </a:lnTo>
                  <a:lnTo>
                    <a:pt x="2440591" y="1907572"/>
                  </a:lnTo>
                  <a:lnTo>
                    <a:pt x="2440591" y="1907191"/>
                  </a:lnTo>
                  <a:lnTo>
                    <a:pt x="2439829" y="1907286"/>
                  </a:lnTo>
                  <a:lnTo>
                    <a:pt x="2438400" y="1907858"/>
                  </a:lnTo>
                  <a:lnTo>
                    <a:pt x="2437638" y="1907953"/>
                  </a:lnTo>
                  <a:lnTo>
                    <a:pt x="2436876" y="1907667"/>
                  </a:lnTo>
                  <a:lnTo>
                    <a:pt x="2435638" y="1906810"/>
                  </a:lnTo>
                  <a:lnTo>
                    <a:pt x="2434781" y="1906715"/>
                  </a:lnTo>
                  <a:lnTo>
                    <a:pt x="2435352" y="1905857"/>
                  </a:lnTo>
                  <a:lnTo>
                    <a:pt x="2435066" y="1905286"/>
                  </a:lnTo>
                  <a:lnTo>
                    <a:pt x="2434495" y="1904714"/>
                  </a:lnTo>
                  <a:lnTo>
                    <a:pt x="2434019" y="1903857"/>
                  </a:lnTo>
                  <a:lnTo>
                    <a:pt x="2432495" y="1904810"/>
                  </a:lnTo>
                  <a:lnTo>
                    <a:pt x="2432209" y="1905095"/>
                  </a:lnTo>
                  <a:lnTo>
                    <a:pt x="2432019" y="1905667"/>
                  </a:lnTo>
                  <a:lnTo>
                    <a:pt x="2431923" y="1906334"/>
                  </a:lnTo>
                  <a:lnTo>
                    <a:pt x="2431637" y="1907000"/>
                  </a:lnTo>
                  <a:lnTo>
                    <a:pt x="2431161" y="1907572"/>
                  </a:lnTo>
                  <a:lnTo>
                    <a:pt x="2430304" y="1907191"/>
                  </a:lnTo>
                  <a:lnTo>
                    <a:pt x="2430018" y="1907953"/>
                  </a:lnTo>
                  <a:lnTo>
                    <a:pt x="2429923" y="1909763"/>
                  </a:lnTo>
                  <a:lnTo>
                    <a:pt x="2429352" y="1910048"/>
                  </a:lnTo>
                  <a:lnTo>
                    <a:pt x="2427256" y="1910334"/>
                  </a:lnTo>
                  <a:lnTo>
                    <a:pt x="2426494" y="1910334"/>
                  </a:lnTo>
                  <a:lnTo>
                    <a:pt x="2426589" y="1910048"/>
                  </a:lnTo>
                  <a:lnTo>
                    <a:pt x="2426685" y="1909381"/>
                  </a:lnTo>
                  <a:lnTo>
                    <a:pt x="2426780" y="1909096"/>
                  </a:lnTo>
                  <a:lnTo>
                    <a:pt x="2425541" y="1908905"/>
                  </a:lnTo>
                  <a:lnTo>
                    <a:pt x="2425065" y="1908048"/>
                  </a:lnTo>
                  <a:lnTo>
                    <a:pt x="2424970" y="1903762"/>
                  </a:lnTo>
                  <a:lnTo>
                    <a:pt x="2424684" y="1903286"/>
                  </a:lnTo>
                  <a:lnTo>
                    <a:pt x="2424208" y="1902905"/>
                  </a:lnTo>
                  <a:lnTo>
                    <a:pt x="2423732" y="1902619"/>
                  </a:lnTo>
                  <a:lnTo>
                    <a:pt x="2423541" y="1902905"/>
                  </a:lnTo>
                  <a:lnTo>
                    <a:pt x="2422970" y="1903286"/>
                  </a:lnTo>
                  <a:lnTo>
                    <a:pt x="2421827" y="1903476"/>
                  </a:lnTo>
                  <a:lnTo>
                    <a:pt x="2420684" y="1903190"/>
                  </a:lnTo>
                  <a:lnTo>
                    <a:pt x="2420303" y="1902143"/>
                  </a:lnTo>
                  <a:lnTo>
                    <a:pt x="2420588" y="1901476"/>
                  </a:lnTo>
                  <a:lnTo>
                    <a:pt x="2421065" y="1901190"/>
                  </a:lnTo>
                  <a:lnTo>
                    <a:pt x="2422112" y="1901000"/>
                  </a:lnTo>
                  <a:lnTo>
                    <a:pt x="2422398" y="1901000"/>
                  </a:lnTo>
                  <a:lnTo>
                    <a:pt x="2423160" y="1901381"/>
                  </a:lnTo>
                  <a:lnTo>
                    <a:pt x="2423446" y="1901190"/>
                  </a:lnTo>
                  <a:lnTo>
                    <a:pt x="2424018" y="1900714"/>
                  </a:lnTo>
                  <a:lnTo>
                    <a:pt x="2424303" y="1900523"/>
                  </a:lnTo>
                  <a:lnTo>
                    <a:pt x="2424589" y="1899856"/>
                  </a:lnTo>
                  <a:lnTo>
                    <a:pt x="2424970" y="1899666"/>
                  </a:lnTo>
                  <a:lnTo>
                    <a:pt x="2425541" y="1900047"/>
                  </a:lnTo>
                  <a:lnTo>
                    <a:pt x="2426875" y="1901952"/>
                  </a:lnTo>
                  <a:lnTo>
                    <a:pt x="2427351" y="1902238"/>
                  </a:lnTo>
                  <a:lnTo>
                    <a:pt x="2428399" y="1902428"/>
                  </a:lnTo>
                  <a:lnTo>
                    <a:pt x="2429352" y="1902905"/>
                  </a:lnTo>
                  <a:lnTo>
                    <a:pt x="2430113" y="1903667"/>
                  </a:lnTo>
                  <a:lnTo>
                    <a:pt x="2430590" y="1905095"/>
                  </a:lnTo>
                  <a:lnTo>
                    <a:pt x="2431161" y="1905095"/>
                  </a:lnTo>
                  <a:lnTo>
                    <a:pt x="2432209" y="1904714"/>
                  </a:lnTo>
                  <a:lnTo>
                    <a:pt x="2432209" y="1904524"/>
                  </a:lnTo>
                  <a:lnTo>
                    <a:pt x="2432114" y="1903762"/>
                  </a:lnTo>
                  <a:lnTo>
                    <a:pt x="2432114" y="1903571"/>
                  </a:lnTo>
                  <a:lnTo>
                    <a:pt x="2432304" y="1903571"/>
                  </a:lnTo>
                  <a:lnTo>
                    <a:pt x="2432971" y="1903667"/>
                  </a:lnTo>
                  <a:lnTo>
                    <a:pt x="2433161" y="1903667"/>
                  </a:lnTo>
                  <a:lnTo>
                    <a:pt x="2433352" y="1903000"/>
                  </a:lnTo>
                  <a:lnTo>
                    <a:pt x="2433447" y="1902524"/>
                  </a:lnTo>
                  <a:lnTo>
                    <a:pt x="2433352" y="1901952"/>
                  </a:lnTo>
                  <a:lnTo>
                    <a:pt x="2433066" y="1901190"/>
                  </a:lnTo>
                  <a:lnTo>
                    <a:pt x="2432495" y="1900333"/>
                  </a:lnTo>
                  <a:lnTo>
                    <a:pt x="2432114" y="1899856"/>
                  </a:lnTo>
                  <a:lnTo>
                    <a:pt x="2431637" y="1899571"/>
                  </a:lnTo>
                  <a:lnTo>
                    <a:pt x="2431923" y="1899380"/>
                  </a:lnTo>
                  <a:lnTo>
                    <a:pt x="2432114" y="1899190"/>
                  </a:lnTo>
                  <a:lnTo>
                    <a:pt x="2432209" y="1898999"/>
                  </a:lnTo>
                  <a:lnTo>
                    <a:pt x="2432399" y="1898714"/>
                  </a:lnTo>
                  <a:lnTo>
                    <a:pt x="2431352" y="1898428"/>
                  </a:lnTo>
                  <a:lnTo>
                    <a:pt x="2430685" y="1897666"/>
                  </a:lnTo>
                  <a:lnTo>
                    <a:pt x="2430495" y="1896713"/>
                  </a:lnTo>
                  <a:lnTo>
                    <a:pt x="2430971" y="1895951"/>
                  </a:lnTo>
                  <a:lnTo>
                    <a:pt x="2431161" y="1896237"/>
                  </a:lnTo>
                  <a:lnTo>
                    <a:pt x="2431733" y="1896713"/>
                  </a:lnTo>
                  <a:lnTo>
                    <a:pt x="2431637" y="1896142"/>
                  </a:lnTo>
                  <a:lnTo>
                    <a:pt x="2431637" y="1895856"/>
                  </a:lnTo>
                  <a:lnTo>
                    <a:pt x="2431733" y="1895094"/>
                  </a:lnTo>
                  <a:lnTo>
                    <a:pt x="2431066" y="1894713"/>
                  </a:lnTo>
                  <a:lnTo>
                    <a:pt x="2429828" y="1894427"/>
                  </a:lnTo>
                  <a:lnTo>
                    <a:pt x="2429161" y="1894237"/>
                  </a:lnTo>
                  <a:lnTo>
                    <a:pt x="2429542" y="1893665"/>
                  </a:lnTo>
                  <a:lnTo>
                    <a:pt x="2429542" y="1893284"/>
                  </a:lnTo>
                  <a:lnTo>
                    <a:pt x="2429161" y="1893094"/>
                  </a:lnTo>
                  <a:lnTo>
                    <a:pt x="2428494" y="1893094"/>
                  </a:lnTo>
                  <a:lnTo>
                    <a:pt x="2428875" y="1893094"/>
                  </a:lnTo>
                  <a:lnTo>
                    <a:pt x="2427351" y="1893284"/>
                  </a:lnTo>
                  <a:lnTo>
                    <a:pt x="2426685" y="1893094"/>
                  </a:lnTo>
                  <a:lnTo>
                    <a:pt x="2427161" y="1892332"/>
                  </a:lnTo>
                  <a:lnTo>
                    <a:pt x="2426303" y="1892999"/>
                  </a:lnTo>
                  <a:lnTo>
                    <a:pt x="2425256" y="1893475"/>
                  </a:lnTo>
                  <a:lnTo>
                    <a:pt x="2424303" y="1894142"/>
                  </a:lnTo>
                  <a:lnTo>
                    <a:pt x="2423636" y="1895189"/>
                  </a:lnTo>
                  <a:lnTo>
                    <a:pt x="2423351" y="1895189"/>
                  </a:lnTo>
                  <a:lnTo>
                    <a:pt x="2422970" y="1893951"/>
                  </a:lnTo>
                  <a:lnTo>
                    <a:pt x="2420970" y="1892522"/>
                  </a:lnTo>
                  <a:lnTo>
                    <a:pt x="2420493" y="1891284"/>
                  </a:lnTo>
                  <a:lnTo>
                    <a:pt x="2420303" y="1890141"/>
                  </a:lnTo>
                  <a:lnTo>
                    <a:pt x="2420493" y="1889760"/>
                  </a:lnTo>
                  <a:lnTo>
                    <a:pt x="2421255" y="1889474"/>
                  </a:lnTo>
                  <a:lnTo>
                    <a:pt x="2421731" y="1889570"/>
                  </a:lnTo>
                  <a:lnTo>
                    <a:pt x="2423446" y="1890617"/>
                  </a:lnTo>
                  <a:lnTo>
                    <a:pt x="2423827" y="1889189"/>
                  </a:lnTo>
                  <a:lnTo>
                    <a:pt x="2423922" y="1888427"/>
                  </a:lnTo>
                  <a:lnTo>
                    <a:pt x="2423827" y="1887760"/>
                  </a:lnTo>
                  <a:lnTo>
                    <a:pt x="2423255" y="1887284"/>
                  </a:lnTo>
                  <a:lnTo>
                    <a:pt x="2422589" y="1887284"/>
                  </a:lnTo>
                  <a:lnTo>
                    <a:pt x="2421922" y="1887284"/>
                  </a:lnTo>
                  <a:lnTo>
                    <a:pt x="2421255" y="1886998"/>
                  </a:lnTo>
                  <a:lnTo>
                    <a:pt x="2421065" y="1886617"/>
                  </a:lnTo>
                  <a:lnTo>
                    <a:pt x="2420874" y="1886045"/>
                  </a:lnTo>
                  <a:lnTo>
                    <a:pt x="2420779" y="1885379"/>
                  </a:lnTo>
                  <a:lnTo>
                    <a:pt x="2420874" y="1884712"/>
                  </a:lnTo>
                  <a:lnTo>
                    <a:pt x="2421160" y="1884140"/>
                  </a:lnTo>
                  <a:lnTo>
                    <a:pt x="2421922" y="1883664"/>
                  </a:lnTo>
                  <a:lnTo>
                    <a:pt x="2422303" y="1883093"/>
                  </a:lnTo>
                  <a:lnTo>
                    <a:pt x="2422112" y="1882426"/>
                  </a:lnTo>
                  <a:lnTo>
                    <a:pt x="2422589" y="1882045"/>
                  </a:lnTo>
                  <a:lnTo>
                    <a:pt x="2423255" y="1881950"/>
                  </a:lnTo>
                  <a:lnTo>
                    <a:pt x="2423732" y="1881950"/>
                  </a:lnTo>
                  <a:lnTo>
                    <a:pt x="2424589" y="1882521"/>
                  </a:lnTo>
                  <a:lnTo>
                    <a:pt x="2424589" y="1883093"/>
                  </a:lnTo>
                  <a:lnTo>
                    <a:pt x="2424494" y="1883759"/>
                  </a:lnTo>
                  <a:lnTo>
                    <a:pt x="2424779" y="1884712"/>
                  </a:lnTo>
                  <a:lnTo>
                    <a:pt x="2425827" y="1884426"/>
                  </a:lnTo>
                  <a:lnTo>
                    <a:pt x="2426780" y="1885188"/>
                  </a:lnTo>
                  <a:lnTo>
                    <a:pt x="2427637" y="1886331"/>
                  </a:lnTo>
                  <a:lnTo>
                    <a:pt x="2428494" y="1887093"/>
                  </a:lnTo>
                  <a:lnTo>
                    <a:pt x="2429352" y="1887569"/>
                  </a:lnTo>
                  <a:lnTo>
                    <a:pt x="2429923" y="1887665"/>
                  </a:lnTo>
                  <a:lnTo>
                    <a:pt x="2430209" y="1887284"/>
                  </a:lnTo>
                  <a:lnTo>
                    <a:pt x="2430018" y="1886522"/>
                  </a:lnTo>
                  <a:lnTo>
                    <a:pt x="2429637" y="1886141"/>
                  </a:lnTo>
                  <a:lnTo>
                    <a:pt x="2429066" y="1885855"/>
                  </a:lnTo>
                  <a:lnTo>
                    <a:pt x="2427637" y="1884426"/>
                  </a:lnTo>
                  <a:lnTo>
                    <a:pt x="2427351" y="1883950"/>
                  </a:lnTo>
                  <a:lnTo>
                    <a:pt x="2427161" y="1883188"/>
                  </a:lnTo>
                  <a:lnTo>
                    <a:pt x="2427256" y="1882616"/>
                  </a:lnTo>
                  <a:lnTo>
                    <a:pt x="2427446" y="1881854"/>
                  </a:lnTo>
                  <a:lnTo>
                    <a:pt x="2427732" y="1881092"/>
                  </a:lnTo>
                  <a:lnTo>
                    <a:pt x="2428113" y="1880806"/>
                  </a:lnTo>
                  <a:lnTo>
                    <a:pt x="2429161" y="1881378"/>
                  </a:lnTo>
                  <a:lnTo>
                    <a:pt x="2429923" y="1882616"/>
                  </a:lnTo>
                  <a:lnTo>
                    <a:pt x="2430304" y="1883950"/>
                  </a:lnTo>
                  <a:lnTo>
                    <a:pt x="2430209" y="1884807"/>
                  </a:lnTo>
                  <a:lnTo>
                    <a:pt x="2430209" y="1885188"/>
                  </a:lnTo>
                  <a:lnTo>
                    <a:pt x="2430876" y="1885569"/>
                  </a:lnTo>
                  <a:lnTo>
                    <a:pt x="2431542" y="1885569"/>
                  </a:lnTo>
                  <a:lnTo>
                    <a:pt x="2432114" y="1885188"/>
                  </a:lnTo>
                  <a:lnTo>
                    <a:pt x="2432304" y="1884331"/>
                  </a:lnTo>
                  <a:lnTo>
                    <a:pt x="2432209" y="1883474"/>
                  </a:lnTo>
                  <a:lnTo>
                    <a:pt x="2432019" y="1882902"/>
                  </a:lnTo>
                  <a:lnTo>
                    <a:pt x="2432019" y="1882331"/>
                  </a:lnTo>
                  <a:lnTo>
                    <a:pt x="2432304" y="1881378"/>
                  </a:lnTo>
                  <a:lnTo>
                    <a:pt x="2432876" y="1880330"/>
                  </a:lnTo>
                  <a:lnTo>
                    <a:pt x="2433733" y="1879568"/>
                  </a:lnTo>
                  <a:lnTo>
                    <a:pt x="2434876" y="1879092"/>
                  </a:lnTo>
                  <a:lnTo>
                    <a:pt x="2436305" y="1878902"/>
                  </a:lnTo>
                  <a:lnTo>
                    <a:pt x="2435733" y="1880045"/>
                  </a:lnTo>
                  <a:lnTo>
                    <a:pt x="2434686" y="1880426"/>
                  </a:lnTo>
                  <a:lnTo>
                    <a:pt x="2433733" y="1880997"/>
                  </a:lnTo>
                  <a:lnTo>
                    <a:pt x="2433447" y="1882521"/>
                  </a:lnTo>
                  <a:lnTo>
                    <a:pt x="2434019" y="1882140"/>
                  </a:lnTo>
                  <a:lnTo>
                    <a:pt x="2434686" y="1882045"/>
                  </a:lnTo>
                  <a:lnTo>
                    <a:pt x="2435352" y="1882140"/>
                  </a:lnTo>
                  <a:lnTo>
                    <a:pt x="2436019" y="1882426"/>
                  </a:lnTo>
                  <a:lnTo>
                    <a:pt x="2434495" y="1883283"/>
                  </a:lnTo>
                  <a:lnTo>
                    <a:pt x="2434019" y="1883855"/>
                  </a:lnTo>
                  <a:lnTo>
                    <a:pt x="2433447" y="1887474"/>
                  </a:lnTo>
                  <a:lnTo>
                    <a:pt x="2433447" y="1888522"/>
                  </a:lnTo>
                  <a:lnTo>
                    <a:pt x="2434019" y="1888141"/>
                  </a:lnTo>
                  <a:lnTo>
                    <a:pt x="2434876" y="1887093"/>
                  </a:lnTo>
                  <a:lnTo>
                    <a:pt x="2435352" y="1886902"/>
                  </a:lnTo>
                  <a:lnTo>
                    <a:pt x="2436495" y="1888427"/>
                  </a:lnTo>
                  <a:lnTo>
                    <a:pt x="2436686" y="1888522"/>
                  </a:lnTo>
                  <a:lnTo>
                    <a:pt x="2436876" y="1890522"/>
                  </a:lnTo>
                  <a:lnTo>
                    <a:pt x="2438114" y="1890427"/>
                  </a:lnTo>
                  <a:lnTo>
                    <a:pt x="2439257" y="1890141"/>
                  </a:lnTo>
                  <a:lnTo>
                    <a:pt x="2438495" y="1888522"/>
                  </a:lnTo>
                  <a:lnTo>
                    <a:pt x="2439257" y="1887188"/>
                  </a:lnTo>
                  <a:lnTo>
                    <a:pt x="2440401" y="1885855"/>
                  </a:lnTo>
                  <a:lnTo>
                    <a:pt x="2440972" y="1884331"/>
                  </a:lnTo>
                  <a:lnTo>
                    <a:pt x="2440305" y="1882997"/>
                  </a:lnTo>
                  <a:lnTo>
                    <a:pt x="2440401" y="1882331"/>
                  </a:lnTo>
                  <a:lnTo>
                    <a:pt x="2441544" y="1882045"/>
                  </a:lnTo>
                  <a:lnTo>
                    <a:pt x="2445163" y="1882426"/>
                  </a:lnTo>
                  <a:lnTo>
                    <a:pt x="2447925" y="1881854"/>
                  </a:lnTo>
                  <a:lnTo>
                    <a:pt x="2448592" y="1882045"/>
                  </a:lnTo>
                  <a:lnTo>
                    <a:pt x="2448497" y="1882712"/>
                  </a:lnTo>
                  <a:lnTo>
                    <a:pt x="2446115" y="1886045"/>
                  </a:lnTo>
                  <a:lnTo>
                    <a:pt x="2446020" y="1886236"/>
                  </a:lnTo>
                  <a:lnTo>
                    <a:pt x="2446115" y="1886522"/>
                  </a:lnTo>
                  <a:lnTo>
                    <a:pt x="2446115" y="1886712"/>
                  </a:lnTo>
                  <a:lnTo>
                    <a:pt x="2445925" y="1886807"/>
                  </a:lnTo>
                  <a:lnTo>
                    <a:pt x="2445353" y="1886712"/>
                  </a:lnTo>
                  <a:lnTo>
                    <a:pt x="2445068" y="1886617"/>
                  </a:lnTo>
                  <a:lnTo>
                    <a:pt x="2445068" y="1886522"/>
                  </a:lnTo>
                  <a:lnTo>
                    <a:pt x="2444496" y="1887284"/>
                  </a:lnTo>
                  <a:lnTo>
                    <a:pt x="2443734" y="1888903"/>
                  </a:lnTo>
                  <a:lnTo>
                    <a:pt x="2443258" y="1889189"/>
                  </a:lnTo>
                  <a:lnTo>
                    <a:pt x="2443353" y="1889474"/>
                  </a:lnTo>
                  <a:lnTo>
                    <a:pt x="2443544" y="1890141"/>
                  </a:lnTo>
                  <a:lnTo>
                    <a:pt x="2443639" y="1890427"/>
                  </a:lnTo>
                  <a:lnTo>
                    <a:pt x="2442782" y="1890713"/>
                  </a:lnTo>
                  <a:lnTo>
                    <a:pt x="2441544" y="1891665"/>
                  </a:lnTo>
                  <a:lnTo>
                    <a:pt x="2440686" y="1892046"/>
                  </a:lnTo>
                  <a:lnTo>
                    <a:pt x="2438591" y="1892522"/>
                  </a:lnTo>
                  <a:lnTo>
                    <a:pt x="2437543" y="1892903"/>
                  </a:lnTo>
                  <a:lnTo>
                    <a:pt x="2436781" y="1893570"/>
                  </a:lnTo>
                  <a:lnTo>
                    <a:pt x="2436686" y="1894046"/>
                  </a:lnTo>
                  <a:lnTo>
                    <a:pt x="2436876" y="1895189"/>
                  </a:lnTo>
                  <a:lnTo>
                    <a:pt x="2436781" y="1895666"/>
                  </a:lnTo>
                  <a:lnTo>
                    <a:pt x="2436495" y="1895856"/>
                  </a:lnTo>
                  <a:lnTo>
                    <a:pt x="2436114" y="1895761"/>
                  </a:lnTo>
                  <a:lnTo>
                    <a:pt x="2435828" y="1895856"/>
                  </a:lnTo>
                  <a:lnTo>
                    <a:pt x="2435638" y="1896523"/>
                  </a:lnTo>
                  <a:lnTo>
                    <a:pt x="2435828" y="1897666"/>
                  </a:lnTo>
                  <a:lnTo>
                    <a:pt x="2436400" y="1898142"/>
                  </a:lnTo>
                  <a:lnTo>
                    <a:pt x="2438305" y="1898142"/>
                  </a:lnTo>
                  <a:lnTo>
                    <a:pt x="2440972" y="1895951"/>
                  </a:lnTo>
                  <a:lnTo>
                    <a:pt x="2441067" y="1894999"/>
                  </a:lnTo>
                  <a:lnTo>
                    <a:pt x="2441258" y="1894046"/>
                  </a:lnTo>
                  <a:lnTo>
                    <a:pt x="2441639" y="1893284"/>
                  </a:lnTo>
                  <a:lnTo>
                    <a:pt x="2442210" y="1892999"/>
                  </a:lnTo>
                  <a:lnTo>
                    <a:pt x="2445068" y="1892999"/>
                  </a:lnTo>
                  <a:lnTo>
                    <a:pt x="2445735" y="1892808"/>
                  </a:lnTo>
                  <a:lnTo>
                    <a:pt x="2448497" y="1890998"/>
                  </a:lnTo>
                  <a:lnTo>
                    <a:pt x="2448878" y="1891379"/>
                  </a:lnTo>
                  <a:lnTo>
                    <a:pt x="2448306" y="1891951"/>
                  </a:lnTo>
                  <a:lnTo>
                    <a:pt x="2448211" y="1892427"/>
                  </a:lnTo>
                  <a:lnTo>
                    <a:pt x="2448497" y="1892713"/>
                  </a:lnTo>
                  <a:lnTo>
                    <a:pt x="2448973" y="1892427"/>
                  </a:lnTo>
                  <a:lnTo>
                    <a:pt x="2449449" y="1892046"/>
                  </a:lnTo>
                  <a:lnTo>
                    <a:pt x="2451354" y="1890998"/>
                  </a:lnTo>
                  <a:lnTo>
                    <a:pt x="2451354" y="1890522"/>
                  </a:lnTo>
                  <a:lnTo>
                    <a:pt x="2450592" y="1890998"/>
                  </a:lnTo>
                  <a:lnTo>
                    <a:pt x="2450021" y="1890141"/>
                  </a:lnTo>
                  <a:lnTo>
                    <a:pt x="2449640" y="1889284"/>
                  </a:lnTo>
                  <a:lnTo>
                    <a:pt x="2449545" y="1888427"/>
                  </a:lnTo>
                  <a:lnTo>
                    <a:pt x="2449830" y="1887665"/>
                  </a:lnTo>
                  <a:lnTo>
                    <a:pt x="2450402" y="1887379"/>
                  </a:lnTo>
                  <a:lnTo>
                    <a:pt x="2451069" y="1887379"/>
                  </a:lnTo>
                  <a:lnTo>
                    <a:pt x="2451640" y="1887188"/>
                  </a:lnTo>
                  <a:lnTo>
                    <a:pt x="2451926" y="1886522"/>
                  </a:lnTo>
                  <a:lnTo>
                    <a:pt x="2451640" y="1885855"/>
                  </a:lnTo>
                  <a:lnTo>
                    <a:pt x="2450878" y="1885760"/>
                  </a:lnTo>
                  <a:lnTo>
                    <a:pt x="2450021" y="1885760"/>
                  </a:lnTo>
                  <a:lnTo>
                    <a:pt x="2449354" y="1885379"/>
                  </a:lnTo>
                  <a:lnTo>
                    <a:pt x="2449259" y="1884426"/>
                  </a:lnTo>
                  <a:lnTo>
                    <a:pt x="2449735" y="1883664"/>
                  </a:lnTo>
                  <a:lnTo>
                    <a:pt x="2450402" y="1882902"/>
                  </a:lnTo>
                  <a:lnTo>
                    <a:pt x="2450878" y="1882140"/>
                  </a:lnTo>
                  <a:lnTo>
                    <a:pt x="2449926" y="1882045"/>
                  </a:lnTo>
                  <a:lnTo>
                    <a:pt x="2449163" y="1881664"/>
                  </a:lnTo>
                  <a:lnTo>
                    <a:pt x="2448592" y="1881188"/>
                  </a:lnTo>
                  <a:lnTo>
                    <a:pt x="2448116" y="1880997"/>
                  </a:lnTo>
                  <a:lnTo>
                    <a:pt x="2447449" y="1880902"/>
                  </a:lnTo>
                  <a:lnTo>
                    <a:pt x="2446687" y="1880616"/>
                  </a:lnTo>
                  <a:lnTo>
                    <a:pt x="2445925" y="1880235"/>
                  </a:lnTo>
                  <a:lnTo>
                    <a:pt x="2445449" y="1879759"/>
                  </a:lnTo>
                  <a:lnTo>
                    <a:pt x="2445449" y="1878425"/>
                  </a:lnTo>
                  <a:lnTo>
                    <a:pt x="2446496" y="1877473"/>
                  </a:lnTo>
                  <a:lnTo>
                    <a:pt x="2447068" y="1876711"/>
                  </a:lnTo>
                  <a:lnTo>
                    <a:pt x="2445830" y="1876044"/>
                  </a:lnTo>
                  <a:lnTo>
                    <a:pt x="2447068" y="1876044"/>
                  </a:lnTo>
                  <a:lnTo>
                    <a:pt x="2447639" y="1876139"/>
                  </a:lnTo>
                  <a:lnTo>
                    <a:pt x="2448020" y="1876425"/>
                  </a:lnTo>
                  <a:lnTo>
                    <a:pt x="2448306" y="1876711"/>
                  </a:lnTo>
                  <a:lnTo>
                    <a:pt x="2448497" y="1876806"/>
                  </a:lnTo>
                  <a:lnTo>
                    <a:pt x="2449163" y="1876711"/>
                  </a:lnTo>
                  <a:lnTo>
                    <a:pt x="2449545" y="1876520"/>
                  </a:lnTo>
                  <a:lnTo>
                    <a:pt x="2449926" y="1876235"/>
                  </a:lnTo>
                  <a:lnTo>
                    <a:pt x="2450497" y="1875949"/>
                  </a:lnTo>
                  <a:lnTo>
                    <a:pt x="2450116" y="1874806"/>
                  </a:lnTo>
                  <a:lnTo>
                    <a:pt x="2450783" y="1874330"/>
                  </a:lnTo>
                  <a:lnTo>
                    <a:pt x="2451926" y="1874234"/>
                  </a:lnTo>
                  <a:lnTo>
                    <a:pt x="2453069" y="1874330"/>
                  </a:lnTo>
                  <a:lnTo>
                    <a:pt x="2454783" y="1874996"/>
                  </a:lnTo>
                  <a:lnTo>
                    <a:pt x="2455260" y="1875092"/>
                  </a:lnTo>
                  <a:lnTo>
                    <a:pt x="2455736" y="1874996"/>
                  </a:lnTo>
                  <a:lnTo>
                    <a:pt x="2456021" y="1874806"/>
                  </a:lnTo>
                  <a:lnTo>
                    <a:pt x="2456212" y="1874520"/>
                  </a:lnTo>
                  <a:lnTo>
                    <a:pt x="2456688" y="1874234"/>
                  </a:lnTo>
                  <a:lnTo>
                    <a:pt x="2456307" y="1873377"/>
                  </a:lnTo>
                  <a:lnTo>
                    <a:pt x="2456593" y="1873091"/>
                  </a:lnTo>
                  <a:lnTo>
                    <a:pt x="2456879" y="1872710"/>
                  </a:lnTo>
                  <a:lnTo>
                    <a:pt x="2457069" y="1872520"/>
                  </a:lnTo>
                  <a:lnTo>
                    <a:pt x="2456688" y="1871853"/>
                  </a:lnTo>
                  <a:lnTo>
                    <a:pt x="2456212" y="1871758"/>
                  </a:lnTo>
                  <a:lnTo>
                    <a:pt x="2455545" y="1871948"/>
                  </a:lnTo>
                  <a:lnTo>
                    <a:pt x="2454783" y="1872044"/>
                  </a:lnTo>
                  <a:lnTo>
                    <a:pt x="2454116" y="1871948"/>
                  </a:lnTo>
                  <a:lnTo>
                    <a:pt x="2452116" y="1870901"/>
                  </a:lnTo>
                  <a:lnTo>
                    <a:pt x="2454497" y="1870901"/>
                  </a:lnTo>
                  <a:lnTo>
                    <a:pt x="2455736" y="1870710"/>
                  </a:lnTo>
                  <a:lnTo>
                    <a:pt x="2456498" y="1870424"/>
                  </a:lnTo>
                  <a:lnTo>
                    <a:pt x="2456879" y="1870901"/>
                  </a:lnTo>
                  <a:lnTo>
                    <a:pt x="2457831" y="1870043"/>
                  </a:lnTo>
                  <a:lnTo>
                    <a:pt x="2457831" y="1868805"/>
                  </a:lnTo>
                  <a:lnTo>
                    <a:pt x="2457069" y="1867852"/>
                  </a:lnTo>
                  <a:lnTo>
                    <a:pt x="2455736" y="1867662"/>
                  </a:lnTo>
                  <a:lnTo>
                    <a:pt x="2455736" y="1867281"/>
                  </a:lnTo>
                  <a:lnTo>
                    <a:pt x="2456593" y="1866900"/>
                  </a:lnTo>
                  <a:lnTo>
                    <a:pt x="2457260" y="1866043"/>
                  </a:lnTo>
                  <a:lnTo>
                    <a:pt x="2457927" y="1865662"/>
                  </a:lnTo>
                  <a:lnTo>
                    <a:pt x="2458688" y="1866519"/>
                  </a:lnTo>
                  <a:lnTo>
                    <a:pt x="2459070" y="1866138"/>
                  </a:lnTo>
                  <a:lnTo>
                    <a:pt x="2458307" y="1864138"/>
                  </a:lnTo>
                  <a:lnTo>
                    <a:pt x="2458022" y="1863662"/>
                  </a:lnTo>
                  <a:lnTo>
                    <a:pt x="2457736" y="1863281"/>
                  </a:lnTo>
                  <a:lnTo>
                    <a:pt x="2457450" y="1862804"/>
                  </a:lnTo>
                  <a:lnTo>
                    <a:pt x="2457260" y="1862138"/>
                  </a:lnTo>
                  <a:lnTo>
                    <a:pt x="2457831" y="1862138"/>
                  </a:lnTo>
                  <a:lnTo>
                    <a:pt x="2458212" y="1862328"/>
                  </a:lnTo>
                  <a:lnTo>
                    <a:pt x="2458879" y="1863185"/>
                  </a:lnTo>
                  <a:lnTo>
                    <a:pt x="2459260" y="1863376"/>
                  </a:lnTo>
                  <a:lnTo>
                    <a:pt x="2463261" y="1864233"/>
                  </a:lnTo>
                  <a:lnTo>
                    <a:pt x="2464308" y="1864233"/>
                  </a:lnTo>
                  <a:lnTo>
                    <a:pt x="2465261" y="1863757"/>
                  </a:lnTo>
                  <a:lnTo>
                    <a:pt x="2464118" y="1863757"/>
                  </a:lnTo>
                  <a:lnTo>
                    <a:pt x="2464118" y="1863376"/>
                  </a:lnTo>
                  <a:lnTo>
                    <a:pt x="2464499" y="1863376"/>
                  </a:lnTo>
                  <a:lnTo>
                    <a:pt x="2464499" y="1862995"/>
                  </a:lnTo>
                  <a:lnTo>
                    <a:pt x="2463737" y="1862614"/>
                  </a:lnTo>
                  <a:lnTo>
                    <a:pt x="2464118" y="1862138"/>
                  </a:lnTo>
                  <a:lnTo>
                    <a:pt x="2464499" y="1862614"/>
                  </a:lnTo>
                  <a:lnTo>
                    <a:pt x="2465928" y="1862138"/>
                  </a:lnTo>
                  <a:lnTo>
                    <a:pt x="2465928" y="1861756"/>
                  </a:lnTo>
                  <a:lnTo>
                    <a:pt x="2464118" y="1861280"/>
                  </a:lnTo>
                  <a:lnTo>
                    <a:pt x="2464689" y="1861090"/>
                  </a:lnTo>
                  <a:lnTo>
                    <a:pt x="2465832" y="1861280"/>
                  </a:lnTo>
                  <a:lnTo>
                    <a:pt x="2466594" y="1861280"/>
                  </a:lnTo>
                  <a:lnTo>
                    <a:pt x="2466594" y="1860899"/>
                  </a:lnTo>
                  <a:lnTo>
                    <a:pt x="2465546" y="1860137"/>
                  </a:lnTo>
                  <a:lnTo>
                    <a:pt x="2464689" y="1859280"/>
                  </a:lnTo>
                  <a:lnTo>
                    <a:pt x="2463832" y="1858804"/>
                  </a:lnTo>
                  <a:lnTo>
                    <a:pt x="2462594" y="1859185"/>
                  </a:lnTo>
                  <a:lnTo>
                    <a:pt x="2463546" y="1857470"/>
                  </a:lnTo>
                  <a:lnTo>
                    <a:pt x="2463546" y="1856518"/>
                  </a:lnTo>
                  <a:lnTo>
                    <a:pt x="2462594" y="1855470"/>
                  </a:lnTo>
                  <a:lnTo>
                    <a:pt x="2462403" y="1855851"/>
                  </a:lnTo>
                  <a:lnTo>
                    <a:pt x="2462308" y="1856042"/>
                  </a:lnTo>
                  <a:lnTo>
                    <a:pt x="2462213" y="1856327"/>
                  </a:lnTo>
                  <a:lnTo>
                    <a:pt x="2461927" y="1856327"/>
                  </a:lnTo>
                  <a:lnTo>
                    <a:pt x="2461927" y="1855946"/>
                  </a:lnTo>
                  <a:lnTo>
                    <a:pt x="2461165" y="1856518"/>
                  </a:lnTo>
                  <a:lnTo>
                    <a:pt x="2460498" y="1857185"/>
                  </a:lnTo>
                  <a:lnTo>
                    <a:pt x="2460022" y="1856518"/>
                  </a:lnTo>
                  <a:lnTo>
                    <a:pt x="2458593" y="1855756"/>
                  </a:lnTo>
                  <a:lnTo>
                    <a:pt x="2458307" y="1854994"/>
                  </a:lnTo>
                  <a:lnTo>
                    <a:pt x="2457927" y="1854708"/>
                  </a:lnTo>
                  <a:lnTo>
                    <a:pt x="2456974" y="1855089"/>
                  </a:lnTo>
                  <a:lnTo>
                    <a:pt x="2455355" y="1856042"/>
                  </a:lnTo>
                  <a:lnTo>
                    <a:pt x="2455164" y="1856327"/>
                  </a:lnTo>
                  <a:lnTo>
                    <a:pt x="2455069" y="1856708"/>
                  </a:lnTo>
                  <a:lnTo>
                    <a:pt x="2454878" y="1857089"/>
                  </a:lnTo>
                  <a:lnTo>
                    <a:pt x="2454402" y="1857280"/>
                  </a:lnTo>
                  <a:lnTo>
                    <a:pt x="2453831" y="1857185"/>
                  </a:lnTo>
                  <a:lnTo>
                    <a:pt x="2453545" y="1856899"/>
                  </a:lnTo>
                  <a:lnTo>
                    <a:pt x="2453450" y="1856423"/>
                  </a:lnTo>
                  <a:lnTo>
                    <a:pt x="2453450" y="1855851"/>
                  </a:lnTo>
                  <a:lnTo>
                    <a:pt x="2454307" y="1854803"/>
                  </a:lnTo>
                  <a:lnTo>
                    <a:pt x="2454593" y="1854422"/>
                  </a:lnTo>
                  <a:lnTo>
                    <a:pt x="2454593" y="1854041"/>
                  </a:lnTo>
                  <a:lnTo>
                    <a:pt x="2454497" y="1853565"/>
                  </a:lnTo>
                  <a:lnTo>
                    <a:pt x="2454497" y="1852994"/>
                  </a:lnTo>
                  <a:lnTo>
                    <a:pt x="2454688" y="1852422"/>
                  </a:lnTo>
                  <a:lnTo>
                    <a:pt x="2455545" y="1853279"/>
                  </a:lnTo>
                  <a:lnTo>
                    <a:pt x="2455831" y="1854041"/>
                  </a:lnTo>
                  <a:lnTo>
                    <a:pt x="2456212" y="1854137"/>
                  </a:lnTo>
                  <a:lnTo>
                    <a:pt x="2457164" y="1853279"/>
                  </a:lnTo>
                  <a:lnTo>
                    <a:pt x="2457164" y="1852898"/>
                  </a:lnTo>
                  <a:lnTo>
                    <a:pt x="2456783" y="1852708"/>
                  </a:lnTo>
                  <a:lnTo>
                    <a:pt x="2456498" y="1852422"/>
                  </a:lnTo>
                  <a:lnTo>
                    <a:pt x="2456307" y="1852041"/>
                  </a:lnTo>
                  <a:lnTo>
                    <a:pt x="2456117" y="1851565"/>
                  </a:lnTo>
                  <a:lnTo>
                    <a:pt x="2456879" y="1851660"/>
                  </a:lnTo>
                  <a:lnTo>
                    <a:pt x="2457450" y="1852041"/>
                  </a:lnTo>
                  <a:lnTo>
                    <a:pt x="2458022" y="1852231"/>
                  </a:lnTo>
                  <a:lnTo>
                    <a:pt x="2458688" y="1852041"/>
                  </a:lnTo>
                  <a:lnTo>
                    <a:pt x="2458498" y="1851755"/>
                  </a:lnTo>
                  <a:lnTo>
                    <a:pt x="2458403" y="1851565"/>
                  </a:lnTo>
                  <a:lnTo>
                    <a:pt x="2458403" y="1851279"/>
                  </a:lnTo>
                  <a:lnTo>
                    <a:pt x="2458307" y="1850803"/>
                  </a:lnTo>
                  <a:lnTo>
                    <a:pt x="2458974" y="1851279"/>
                  </a:lnTo>
                  <a:lnTo>
                    <a:pt x="2459260" y="1851565"/>
                  </a:lnTo>
                  <a:lnTo>
                    <a:pt x="2459451" y="1852041"/>
                  </a:lnTo>
                  <a:lnTo>
                    <a:pt x="2459831" y="1851755"/>
                  </a:lnTo>
                  <a:lnTo>
                    <a:pt x="2460879" y="1851279"/>
                  </a:lnTo>
                  <a:lnTo>
                    <a:pt x="2460689" y="1852136"/>
                  </a:lnTo>
                  <a:lnTo>
                    <a:pt x="2460498" y="1852327"/>
                  </a:lnTo>
                  <a:lnTo>
                    <a:pt x="2460117" y="1852517"/>
                  </a:lnTo>
                  <a:lnTo>
                    <a:pt x="2460498" y="1852994"/>
                  </a:lnTo>
                  <a:lnTo>
                    <a:pt x="2460689" y="1852803"/>
                  </a:lnTo>
                  <a:lnTo>
                    <a:pt x="2460689" y="1852708"/>
                  </a:lnTo>
                  <a:lnTo>
                    <a:pt x="2460784" y="1852803"/>
                  </a:lnTo>
                  <a:lnTo>
                    <a:pt x="2461165" y="1852994"/>
                  </a:lnTo>
                  <a:lnTo>
                    <a:pt x="2460594" y="1853375"/>
                  </a:lnTo>
                  <a:lnTo>
                    <a:pt x="2459927" y="1853851"/>
                  </a:lnTo>
                  <a:lnTo>
                    <a:pt x="2459546" y="1854518"/>
                  </a:lnTo>
                  <a:lnTo>
                    <a:pt x="2459736" y="1855375"/>
                  </a:lnTo>
                  <a:lnTo>
                    <a:pt x="2460308" y="1855756"/>
                  </a:lnTo>
                  <a:lnTo>
                    <a:pt x="2461070" y="1855661"/>
                  </a:lnTo>
                  <a:lnTo>
                    <a:pt x="2461832" y="1855375"/>
                  </a:lnTo>
                  <a:lnTo>
                    <a:pt x="2462594" y="1855280"/>
                  </a:lnTo>
                  <a:lnTo>
                    <a:pt x="2464118" y="1856042"/>
                  </a:lnTo>
                  <a:lnTo>
                    <a:pt x="2465737" y="1859090"/>
                  </a:lnTo>
                  <a:lnTo>
                    <a:pt x="2466880" y="1859756"/>
                  </a:lnTo>
                  <a:lnTo>
                    <a:pt x="2466404" y="1858327"/>
                  </a:lnTo>
                  <a:lnTo>
                    <a:pt x="2466308" y="1857851"/>
                  </a:lnTo>
                  <a:lnTo>
                    <a:pt x="2466308" y="1857661"/>
                  </a:lnTo>
                  <a:lnTo>
                    <a:pt x="2466499" y="1856899"/>
                  </a:lnTo>
                  <a:lnTo>
                    <a:pt x="2467261" y="1857089"/>
                  </a:lnTo>
                  <a:lnTo>
                    <a:pt x="2467928" y="1856899"/>
                  </a:lnTo>
                  <a:lnTo>
                    <a:pt x="2468404" y="1857089"/>
                  </a:lnTo>
                  <a:lnTo>
                    <a:pt x="2468595" y="1858423"/>
                  </a:lnTo>
                  <a:lnTo>
                    <a:pt x="2468880" y="1859375"/>
                  </a:lnTo>
                  <a:lnTo>
                    <a:pt x="2469547" y="1859090"/>
                  </a:lnTo>
                  <a:lnTo>
                    <a:pt x="2470499" y="1858423"/>
                  </a:lnTo>
                  <a:lnTo>
                    <a:pt x="2471452" y="1858137"/>
                  </a:lnTo>
                  <a:lnTo>
                    <a:pt x="2470976" y="1857280"/>
                  </a:lnTo>
                  <a:lnTo>
                    <a:pt x="2471166" y="1856804"/>
                  </a:lnTo>
                  <a:lnTo>
                    <a:pt x="2471643" y="1856423"/>
                  </a:lnTo>
                  <a:lnTo>
                    <a:pt x="2471928" y="1855851"/>
                  </a:lnTo>
                  <a:lnTo>
                    <a:pt x="2471738" y="1854994"/>
                  </a:lnTo>
                  <a:lnTo>
                    <a:pt x="2471643" y="1854518"/>
                  </a:lnTo>
                  <a:lnTo>
                    <a:pt x="2471547" y="1854422"/>
                  </a:lnTo>
                  <a:lnTo>
                    <a:pt x="2471738" y="1854137"/>
                  </a:lnTo>
                  <a:lnTo>
                    <a:pt x="2472023" y="1853851"/>
                  </a:lnTo>
                  <a:lnTo>
                    <a:pt x="2472309" y="1853565"/>
                  </a:lnTo>
                  <a:lnTo>
                    <a:pt x="2472500" y="1853375"/>
                  </a:lnTo>
                  <a:lnTo>
                    <a:pt x="2472786" y="1853279"/>
                  </a:lnTo>
                  <a:lnTo>
                    <a:pt x="2472976" y="1852994"/>
                  </a:lnTo>
                  <a:lnTo>
                    <a:pt x="2473071" y="1852517"/>
                  </a:lnTo>
                  <a:lnTo>
                    <a:pt x="2473071" y="1851660"/>
                  </a:lnTo>
                  <a:lnTo>
                    <a:pt x="2473071" y="1851279"/>
                  </a:lnTo>
                  <a:lnTo>
                    <a:pt x="2473262" y="1850993"/>
                  </a:lnTo>
                  <a:lnTo>
                    <a:pt x="2473166" y="1850612"/>
                  </a:lnTo>
                  <a:lnTo>
                    <a:pt x="2472500" y="1850327"/>
                  </a:lnTo>
                  <a:lnTo>
                    <a:pt x="2471643" y="1850041"/>
                  </a:lnTo>
                  <a:lnTo>
                    <a:pt x="2470976" y="1849946"/>
                  </a:lnTo>
                  <a:lnTo>
                    <a:pt x="2470976" y="1849565"/>
                  </a:lnTo>
                  <a:lnTo>
                    <a:pt x="2472119" y="1849279"/>
                  </a:lnTo>
                  <a:lnTo>
                    <a:pt x="2472786" y="1848326"/>
                  </a:lnTo>
                  <a:lnTo>
                    <a:pt x="2473071" y="1847183"/>
                  </a:lnTo>
                  <a:lnTo>
                    <a:pt x="2473071" y="1846136"/>
                  </a:lnTo>
                  <a:lnTo>
                    <a:pt x="2473833" y="1846231"/>
                  </a:lnTo>
                  <a:lnTo>
                    <a:pt x="2477167" y="1847469"/>
                  </a:lnTo>
                  <a:lnTo>
                    <a:pt x="2477834" y="1847469"/>
                  </a:lnTo>
                  <a:lnTo>
                    <a:pt x="2478024" y="1847183"/>
                  </a:lnTo>
                  <a:lnTo>
                    <a:pt x="2478501" y="1846231"/>
                  </a:lnTo>
                  <a:lnTo>
                    <a:pt x="2478024" y="1845755"/>
                  </a:lnTo>
                  <a:lnTo>
                    <a:pt x="2477834" y="1845278"/>
                  </a:lnTo>
                  <a:lnTo>
                    <a:pt x="2477929" y="1844802"/>
                  </a:lnTo>
                  <a:lnTo>
                    <a:pt x="2478405" y="1843564"/>
                  </a:lnTo>
                  <a:lnTo>
                    <a:pt x="2478596" y="1843469"/>
                  </a:lnTo>
                  <a:lnTo>
                    <a:pt x="2478881" y="1843469"/>
                  </a:lnTo>
                  <a:lnTo>
                    <a:pt x="2479358" y="1843183"/>
                  </a:lnTo>
                  <a:lnTo>
                    <a:pt x="2480024" y="1842326"/>
                  </a:lnTo>
                  <a:lnTo>
                    <a:pt x="2480215" y="1841468"/>
                  </a:lnTo>
                  <a:lnTo>
                    <a:pt x="2479929" y="1840706"/>
                  </a:lnTo>
                  <a:lnTo>
                    <a:pt x="2479167" y="1840230"/>
                  </a:lnTo>
                  <a:lnTo>
                    <a:pt x="2478691" y="1840230"/>
                  </a:lnTo>
                  <a:lnTo>
                    <a:pt x="2477738" y="1840040"/>
                  </a:lnTo>
                  <a:lnTo>
                    <a:pt x="2476977" y="1839468"/>
                  </a:lnTo>
                  <a:lnTo>
                    <a:pt x="2476691" y="1838706"/>
                  </a:lnTo>
                  <a:lnTo>
                    <a:pt x="2476310" y="1837468"/>
                  </a:lnTo>
                  <a:lnTo>
                    <a:pt x="2475833" y="1836230"/>
                  </a:lnTo>
                  <a:lnTo>
                    <a:pt x="2476405" y="1835563"/>
                  </a:lnTo>
                  <a:lnTo>
                    <a:pt x="2476977" y="1834801"/>
                  </a:lnTo>
                  <a:lnTo>
                    <a:pt x="2477834" y="1833944"/>
                  </a:lnTo>
                  <a:lnTo>
                    <a:pt x="2479453" y="1832991"/>
                  </a:lnTo>
                  <a:lnTo>
                    <a:pt x="2479929" y="1830991"/>
                  </a:lnTo>
                  <a:lnTo>
                    <a:pt x="2479834" y="1830991"/>
                  </a:lnTo>
                  <a:lnTo>
                    <a:pt x="2479548" y="1830515"/>
                  </a:lnTo>
                  <a:lnTo>
                    <a:pt x="2479644" y="1829943"/>
                  </a:lnTo>
                  <a:lnTo>
                    <a:pt x="2480215" y="1829372"/>
                  </a:lnTo>
                  <a:lnTo>
                    <a:pt x="2479834" y="1828324"/>
                  </a:lnTo>
                  <a:lnTo>
                    <a:pt x="2479739" y="1827848"/>
                  </a:lnTo>
                  <a:lnTo>
                    <a:pt x="2478310" y="1826514"/>
                  </a:lnTo>
                  <a:lnTo>
                    <a:pt x="2477834" y="1825847"/>
                  </a:lnTo>
                  <a:lnTo>
                    <a:pt x="2477738" y="1824800"/>
                  </a:lnTo>
                  <a:lnTo>
                    <a:pt x="2478691" y="1825371"/>
                  </a:lnTo>
                  <a:lnTo>
                    <a:pt x="2480501" y="1826895"/>
                  </a:lnTo>
                  <a:lnTo>
                    <a:pt x="2481358" y="1827752"/>
                  </a:lnTo>
                  <a:lnTo>
                    <a:pt x="2482311" y="1827562"/>
                  </a:lnTo>
                  <a:lnTo>
                    <a:pt x="2483263" y="1826514"/>
                  </a:lnTo>
                  <a:lnTo>
                    <a:pt x="2484787" y="1824133"/>
                  </a:lnTo>
                  <a:lnTo>
                    <a:pt x="2486216" y="1822228"/>
                  </a:lnTo>
                  <a:lnTo>
                    <a:pt x="2486787" y="1820513"/>
                  </a:lnTo>
                  <a:lnTo>
                    <a:pt x="2487835" y="1819656"/>
                  </a:lnTo>
                  <a:lnTo>
                    <a:pt x="2489169" y="1819085"/>
                  </a:lnTo>
                  <a:lnTo>
                    <a:pt x="2490026" y="1817656"/>
                  </a:lnTo>
                  <a:lnTo>
                    <a:pt x="2489740" y="1816418"/>
                  </a:lnTo>
                  <a:lnTo>
                    <a:pt x="2489835" y="1815465"/>
                  </a:lnTo>
                  <a:lnTo>
                    <a:pt x="2489359" y="1814513"/>
                  </a:lnTo>
                  <a:lnTo>
                    <a:pt x="2488978" y="1813655"/>
                  </a:lnTo>
                  <a:lnTo>
                    <a:pt x="2488311" y="1813274"/>
                  </a:lnTo>
                  <a:lnTo>
                    <a:pt x="2483835" y="1812131"/>
                  </a:lnTo>
                  <a:lnTo>
                    <a:pt x="2483168" y="1811655"/>
                  </a:lnTo>
                  <a:lnTo>
                    <a:pt x="2481548" y="1810036"/>
                  </a:lnTo>
                  <a:lnTo>
                    <a:pt x="2479739" y="1809274"/>
                  </a:lnTo>
                  <a:lnTo>
                    <a:pt x="2478977" y="1809179"/>
                  </a:lnTo>
                  <a:lnTo>
                    <a:pt x="2476119" y="1809179"/>
                  </a:lnTo>
                  <a:lnTo>
                    <a:pt x="2475357" y="1808988"/>
                  </a:lnTo>
                  <a:lnTo>
                    <a:pt x="2474976" y="1808512"/>
                  </a:lnTo>
                  <a:lnTo>
                    <a:pt x="2474881" y="1807845"/>
                  </a:lnTo>
                  <a:lnTo>
                    <a:pt x="2474881" y="1805273"/>
                  </a:lnTo>
                  <a:lnTo>
                    <a:pt x="2474595" y="1804702"/>
                  </a:lnTo>
                  <a:lnTo>
                    <a:pt x="2473833" y="1803940"/>
                  </a:lnTo>
                  <a:lnTo>
                    <a:pt x="2474786" y="1803749"/>
                  </a:lnTo>
                  <a:lnTo>
                    <a:pt x="2475167" y="1804988"/>
                  </a:lnTo>
                  <a:lnTo>
                    <a:pt x="2475453" y="1807464"/>
                  </a:lnTo>
                  <a:lnTo>
                    <a:pt x="2476310" y="1808226"/>
                  </a:lnTo>
                  <a:lnTo>
                    <a:pt x="2477072" y="1808321"/>
                  </a:lnTo>
                  <a:lnTo>
                    <a:pt x="2479262" y="1808036"/>
                  </a:lnTo>
                  <a:lnTo>
                    <a:pt x="2481644" y="1808226"/>
                  </a:lnTo>
                  <a:lnTo>
                    <a:pt x="2482882" y="1808512"/>
                  </a:lnTo>
                  <a:lnTo>
                    <a:pt x="2483739" y="1808988"/>
                  </a:lnTo>
                  <a:lnTo>
                    <a:pt x="2484501" y="1809750"/>
                  </a:lnTo>
                  <a:lnTo>
                    <a:pt x="2485454" y="1810417"/>
                  </a:lnTo>
                  <a:lnTo>
                    <a:pt x="2486502" y="1810988"/>
                  </a:lnTo>
                  <a:lnTo>
                    <a:pt x="2487454" y="1811274"/>
                  </a:lnTo>
                  <a:lnTo>
                    <a:pt x="2489359" y="1810798"/>
                  </a:lnTo>
                  <a:lnTo>
                    <a:pt x="2490597" y="1810702"/>
                  </a:lnTo>
                  <a:lnTo>
                    <a:pt x="2491550" y="1811084"/>
                  </a:lnTo>
                  <a:lnTo>
                    <a:pt x="2492788" y="1811750"/>
                  </a:lnTo>
                  <a:lnTo>
                    <a:pt x="2495074" y="1811465"/>
                  </a:lnTo>
                  <a:lnTo>
                    <a:pt x="2495931" y="1810417"/>
                  </a:lnTo>
                  <a:lnTo>
                    <a:pt x="2496598" y="1809179"/>
                  </a:lnTo>
                  <a:lnTo>
                    <a:pt x="2496979" y="1807750"/>
                  </a:lnTo>
                  <a:lnTo>
                    <a:pt x="2497074" y="1805654"/>
                  </a:lnTo>
                  <a:lnTo>
                    <a:pt x="2497455" y="1804606"/>
                  </a:lnTo>
                  <a:lnTo>
                    <a:pt x="2498598" y="1803273"/>
                  </a:lnTo>
                  <a:lnTo>
                    <a:pt x="2499741" y="1801940"/>
                  </a:lnTo>
                  <a:lnTo>
                    <a:pt x="2501456" y="1800892"/>
                  </a:lnTo>
                  <a:lnTo>
                    <a:pt x="2502218" y="1799844"/>
                  </a:lnTo>
                  <a:lnTo>
                    <a:pt x="2502694" y="1798987"/>
                  </a:lnTo>
                  <a:lnTo>
                    <a:pt x="2503265" y="1797844"/>
                  </a:lnTo>
                  <a:lnTo>
                    <a:pt x="2503551" y="1796891"/>
                  </a:lnTo>
                  <a:lnTo>
                    <a:pt x="2503837" y="1795081"/>
                  </a:lnTo>
                  <a:lnTo>
                    <a:pt x="2503361" y="1794034"/>
                  </a:lnTo>
                  <a:lnTo>
                    <a:pt x="2501075" y="1794415"/>
                  </a:lnTo>
                  <a:lnTo>
                    <a:pt x="2499932" y="1794320"/>
                  </a:lnTo>
                  <a:lnTo>
                    <a:pt x="2498979" y="1794034"/>
                  </a:lnTo>
                  <a:lnTo>
                    <a:pt x="2498217" y="1792891"/>
                  </a:lnTo>
                  <a:lnTo>
                    <a:pt x="2498694" y="1792700"/>
                  </a:lnTo>
                  <a:lnTo>
                    <a:pt x="2499932" y="1792510"/>
                  </a:lnTo>
                  <a:lnTo>
                    <a:pt x="2500313" y="1792510"/>
                  </a:lnTo>
                  <a:lnTo>
                    <a:pt x="2500598" y="1793653"/>
                  </a:lnTo>
                  <a:lnTo>
                    <a:pt x="2501456" y="1793558"/>
                  </a:lnTo>
                  <a:lnTo>
                    <a:pt x="2503646" y="1792796"/>
                  </a:lnTo>
                  <a:lnTo>
                    <a:pt x="2504408" y="1790510"/>
                  </a:lnTo>
                  <a:lnTo>
                    <a:pt x="2505742" y="1789557"/>
                  </a:lnTo>
                  <a:lnTo>
                    <a:pt x="2505361" y="1788509"/>
                  </a:lnTo>
                  <a:lnTo>
                    <a:pt x="2505742" y="1788033"/>
                  </a:lnTo>
                  <a:lnTo>
                    <a:pt x="2506504" y="1788224"/>
                  </a:lnTo>
                  <a:lnTo>
                    <a:pt x="2508123" y="1789557"/>
                  </a:lnTo>
                  <a:lnTo>
                    <a:pt x="2508980" y="1789652"/>
                  </a:lnTo>
                  <a:lnTo>
                    <a:pt x="2510790" y="1789271"/>
                  </a:lnTo>
                  <a:lnTo>
                    <a:pt x="2510314" y="1789938"/>
                  </a:lnTo>
                  <a:lnTo>
                    <a:pt x="2509647" y="1790319"/>
                  </a:lnTo>
                  <a:lnTo>
                    <a:pt x="2508885" y="1790414"/>
                  </a:lnTo>
                  <a:lnTo>
                    <a:pt x="2508219" y="1790129"/>
                  </a:lnTo>
                  <a:lnTo>
                    <a:pt x="2507837" y="1790605"/>
                  </a:lnTo>
                  <a:lnTo>
                    <a:pt x="2507456" y="1791272"/>
                  </a:lnTo>
                  <a:lnTo>
                    <a:pt x="2509266" y="1792796"/>
                  </a:lnTo>
                  <a:lnTo>
                    <a:pt x="2509933" y="1794891"/>
                  </a:lnTo>
                  <a:lnTo>
                    <a:pt x="2508695" y="1796796"/>
                  </a:lnTo>
                  <a:lnTo>
                    <a:pt x="2510600" y="1797558"/>
                  </a:lnTo>
                  <a:lnTo>
                    <a:pt x="2511266" y="1798606"/>
                  </a:lnTo>
                  <a:lnTo>
                    <a:pt x="2511933" y="1800225"/>
                  </a:lnTo>
                  <a:lnTo>
                    <a:pt x="2512410" y="1800511"/>
                  </a:lnTo>
                  <a:lnTo>
                    <a:pt x="2513076" y="1800606"/>
                  </a:lnTo>
                  <a:lnTo>
                    <a:pt x="2513933" y="1801940"/>
                  </a:lnTo>
                  <a:lnTo>
                    <a:pt x="2514124" y="1802225"/>
                  </a:lnTo>
                  <a:lnTo>
                    <a:pt x="2514695" y="1802321"/>
                  </a:lnTo>
                  <a:lnTo>
                    <a:pt x="2514981" y="1802416"/>
                  </a:lnTo>
                  <a:lnTo>
                    <a:pt x="2515267" y="1802321"/>
                  </a:lnTo>
                  <a:lnTo>
                    <a:pt x="2515743" y="1801940"/>
                  </a:lnTo>
                  <a:lnTo>
                    <a:pt x="2516124" y="1801463"/>
                  </a:lnTo>
                  <a:lnTo>
                    <a:pt x="2516410" y="1800797"/>
                  </a:lnTo>
                  <a:lnTo>
                    <a:pt x="2516505" y="1800130"/>
                  </a:lnTo>
                  <a:lnTo>
                    <a:pt x="2516410" y="1799463"/>
                  </a:lnTo>
                  <a:lnTo>
                    <a:pt x="2516124" y="1799654"/>
                  </a:lnTo>
                  <a:lnTo>
                    <a:pt x="2515362" y="1799939"/>
                  </a:lnTo>
                  <a:lnTo>
                    <a:pt x="2515648" y="1799082"/>
                  </a:lnTo>
                  <a:lnTo>
                    <a:pt x="2515743" y="1798320"/>
                  </a:lnTo>
                  <a:lnTo>
                    <a:pt x="2515934" y="1797653"/>
                  </a:lnTo>
                  <a:lnTo>
                    <a:pt x="2516410" y="1797082"/>
                  </a:lnTo>
                  <a:lnTo>
                    <a:pt x="2517077" y="1796701"/>
                  </a:lnTo>
                  <a:lnTo>
                    <a:pt x="2517648" y="1796606"/>
                  </a:lnTo>
                  <a:lnTo>
                    <a:pt x="2518124" y="1796415"/>
                  </a:lnTo>
                  <a:lnTo>
                    <a:pt x="2518505" y="1795844"/>
                  </a:lnTo>
                  <a:lnTo>
                    <a:pt x="2518601" y="1795081"/>
                  </a:lnTo>
                  <a:lnTo>
                    <a:pt x="2518220" y="1794796"/>
                  </a:lnTo>
                  <a:lnTo>
                    <a:pt x="2517648" y="1794701"/>
                  </a:lnTo>
                  <a:lnTo>
                    <a:pt x="2517362" y="1794224"/>
                  </a:lnTo>
                  <a:lnTo>
                    <a:pt x="2517553" y="1793367"/>
                  </a:lnTo>
                  <a:lnTo>
                    <a:pt x="2518124" y="1792986"/>
                  </a:lnTo>
                  <a:lnTo>
                    <a:pt x="2518696" y="1792986"/>
                  </a:lnTo>
                  <a:lnTo>
                    <a:pt x="2519172" y="1793367"/>
                  </a:lnTo>
                  <a:lnTo>
                    <a:pt x="2519458" y="1793367"/>
                  </a:lnTo>
                  <a:lnTo>
                    <a:pt x="2519553" y="1792891"/>
                  </a:lnTo>
                  <a:lnTo>
                    <a:pt x="2519744" y="1792510"/>
                  </a:lnTo>
                  <a:lnTo>
                    <a:pt x="2520125" y="1792224"/>
                  </a:lnTo>
                  <a:lnTo>
                    <a:pt x="2520601" y="1792034"/>
                  </a:lnTo>
                  <a:lnTo>
                    <a:pt x="2521458" y="1791367"/>
                  </a:lnTo>
                  <a:lnTo>
                    <a:pt x="2522887" y="1791272"/>
                  </a:lnTo>
                  <a:lnTo>
                    <a:pt x="2524030" y="1791652"/>
                  </a:lnTo>
                  <a:lnTo>
                    <a:pt x="2525078" y="1791938"/>
                  </a:lnTo>
                  <a:lnTo>
                    <a:pt x="2526411" y="1792986"/>
                  </a:lnTo>
                  <a:lnTo>
                    <a:pt x="2527078" y="1793177"/>
                  </a:lnTo>
                  <a:lnTo>
                    <a:pt x="2526983" y="1795558"/>
                  </a:lnTo>
                  <a:lnTo>
                    <a:pt x="2527364" y="1795748"/>
                  </a:lnTo>
                  <a:lnTo>
                    <a:pt x="2528507" y="1794891"/>
                  </a:lnTo>
                  <a:lnTo>
                    <a:pt x="2529173" y="1794034"/>
                  </a:lnTo>
                  <a:lnTo>
                    <a:pt x="2530221" y="1791843"/>
                  </a:lnTo>
                  <a:lnTo>
                    <a:pt x="2530983" y="1790795"/>
                  </a:lnTo>
                  <a:lnTo>
                    <a:pt x="2530507" y="1790224"/>
                  </a:lnTo>
                  <a:lnTo>
                    <a:pt x="2530126" y="1790129"/>
                  </a:lnTo>
                  <a:lnTo>
                    <a:pt x="2529745" y="1790319"/>
                  </a:lnTo>
                  <a:lnTo>
                    <a:pt x="2529650" y="1789843"/>
                  </a:lnTo>
                  <a:lnTo>
                    <a:pt x="2529459" y="1789367"/>
                  </a:lnTo>
                  <a:lnTo>
                    <a:pt x="2529650" y="1788414"/>
                  </a:lnTo>
                  <a:lnTo>
                    <a:pt x="2528793" y="1787366"/>
                  </a:lnTo>
                  <a:lnTo>
                    <a:pt x="2528316" y="1786033"/>
                  </a:lnTo>
                  <a:lnTo>
                    <a:pt x="2527554" y="1785366"/>
                  </a:lnTo>
                  <a:lnTo>
                    <a:pt x="2527078" y="1784699"/>
                  </a:lnTo>
                  <a:lnTo>
                    <a:pt x="2527078" y="1784033"/>
                  </a:lnTo>
                  <a:lnTo>
                    <a:pt x="2527935" y="1783366"/>
                  </a:lnTo>
                  <a:lnTo>
                    <a:pt x="2528316" y="1782699"/>
                  </a:lnTo>
                  <a:lnTo>
                    <a:pt x="2527078" y="1782032"/>
                  </a:lnTo>
                  <a:lnTo>
                    <a:pt x="2524982" y="1781842"/>
                  </a:lnTo>
                  <a:lnTo>
                    <a:pt x="2523744" y="1781937"/>
                  </a:lnTo>
                  <a:lnTo>
                    <a:pt x="2523268" y="1782032"/>
                  </a:lnTo>
                  <a:lnTo>
                    <a:pt x="2523744" y="1781366"/>
                  </a:lnTo>
                  <a:lnTo>
                    <a:pt x="2524506" y="1781270"/>
                  </a:lnTo>
                  <a:lnTo>
                    <a:pt x="2525363" y="1781366"/>
                  </a:lnTo>
                  <a:lnTo>
                    <a:pt x="2526983" y="1781175"/>
                  </a:lnTo>
                  <a:lnTo>
                    <a:pt x="2526506" y="1779937"/>
                  </a:lnTo>
                  <a:lnTo>
                    <a:pt x="2525268" y="1778413"/>
                  </a:lnTo>
                  <a:lnTo>
                    <a:pt x="2524697" y="1777175"/>
                  </a:lnTo>
                  <a:lnTo>
                    <a:pt x="2524316" y="1775460"/>
                  </a:lnTo>
                  <a:lnTo>
                    <a:pt x="2524030" y="1773936"/>
                  </a:lnTo>
                  <a:lnTo>
                    <a:pt x="2523268" y="1772031"/>
                  </a:lnTo>
                  <a:lnTo>
                    <a:pt x="2522220" y="1771555"/>
                  </a:lnTo>
                  <a:lnTo>
                    <a:pt x="2520411" y="1770126"/>
                  </a:lnTo>
                  <a:lnTo>
                    <a:pt x="2518220" y="1769745"/>
                  </a:lnTo>
                  <a:lnTo>
                    <a:pt x="2516505" y="1770602"/>
                  </a:lnTo>
                  <a:lnTo>
                    <a:pt x="2515648" y="1769745"/>
                  </a:lnTo>
                  <a:lnTo>
                    <a:pt x="2513648" y="1769936"/>
                  </a:lnTo>
                  <a:lnTo>
                    <a:pt x="2510028" y="1770983"/>
                  </a:lnTo>
                  <a:lnTo>
                    <a:pt x="2510695" y="1770221"/>
                  </a:lnTo>
                  <a:lnTo>
                    <a:pt x="2511552" y="1769936"/>
                  </a:lnTo>
                  <a:lnTo>
                    <a:pt x="2512219" y="1769459"/>
                  </a:lnTo>
                  <a:lnTo>
                    <a:pt x="2512219" y="1768126"/>
                  </a:lnTo>
                  <a:lnTo>
                    <a:pt x="2511552" y="1767173"/>
                  </a:lnTo>
                  <a:lnTo>
                    <a:pt x="2509171" y="1766316"/>
                  </a:lnTo>
                  <a:lnTo>
                    <a:pt x="2508695" y="1765840"/>
                  </a:lnTo>
                  <a:lnTo>
                    <a:pt x="2508504" y="1765173"/>
                  </a:lnTo>
                  <a:lnTo>
                    <a:pt x="2508028" y="1764316"/>
                  </a:lnTo>
                  <a:lnTo>
                    <a:pt x="2507361" y="1763554"/>
                  </a:lnTo>
                  <a:lnTo>
                    <a:pt x="2506695" y="1763173"/>
                  </a:lnTo>
                  <a:lnTo>
                    <a:pt x="2505552" y="1763077"/>
                  </a:lnTo>
                  <a:lnTo>
                    <a:pt x="2504885" y="1762697"/>
                  </a:lnTo>
                  <a:lnTo>
                    <a:pt x="2503932" y="1761173"/>
                  </a:lnTo>
                  <a:lnTo>
                    <a:pt x="2503932" y="1760792"/>
                  </a:lnTo>
                  <a:lnTo>
                    <a:pt x="2504408" y="1760982"/>
                  </a:lnTo>
                  <a:lnTo>
                    <a:pt x="2504599" y="1761268"/>
                  </a:lnTo>
                  <a:lnTo>
                    <a:pt x="2504694" y="1761649"/>
                  </a:lnTo>
                  <a:lnTo>
                    <a:pt x="2504980" y="1762030"/>
                  </a:lnTo>
                  <a:lnTo>
                    <a:pt x="2505552" y="1762506"/>
                  </a:lnTo>
                  <a:lnTo>
                    <a:pt x="2506409" y="1762887"/>
                  </a:lnTo>
                  <a:lnTo>
                    <a:pt x="2506980" y="1762982"/>
                  </a:lnTo>
                  <a:lnTo>
                    <a:pt x="2507361" y="1762982"/>
                  </a:lnTo>
                  <a:lnTo>
                    <a:pt x="2507742" y="1763077"/>
                  </a:lnTo>
                  <a:lnTo>
                    <a:pt x="2508219" y="1763649"/>
                  </a:lnTo>
                  <a:lnTo>
                    <a:pt x="2508409" y="1764030"/>
                  </a:lnTo>
                  <a:lnTo>
                    <a:pt x="2508790" y="1765268"/>
                  </a:lnTo>
                  <a:lnTo>
                    <a:pt x="2508980" y="1765649"/>
                  </a:lnTo>
                  <a:lnTo>
                    <a:pt x="2509457" y="1765840"/>
                  </a:lnTo>
                  <a:lnTo>
                    <a:pt x="2510600" y="1765935"/>
                  </a:lnTo>
                  <a:lnTo>
                    <a:pt x="2511171" y="1766030"/>
                  </a:lnTo>
                  <a:lnTo>
                    <a:pt x="2511743" y="1766316"/>
                  </a:lnTo>
                  <a:lnTo>
                    <a:pt x="2512028" y="1766506"/>
                  </a:lnTo>
                  <a:lnTo>
                    <a:pt x="2512219" y="1766792"/>
                  </a:lnTo>
                  <a:lnTo>
                    <a:pt x="2512600" y="1767269"/>
                  </a:lnTo>
                  <a:lnTo>
                    <a:pt x="2513362" y="1767935"/>
                  </a:lnTo>
                  <a:lnTo>
                    <a:pt x="2514124" y="1768412"/>
                  </a:lnTo>
                  <a:lnTo>
                    <a:pt x="2514981" y="1768697"/>
                  </a:lnTo>
                  <a:lnTo>
                    <a:pt x="2522982" y="1769364"/>
                  </a:lnTo>
                  <a:lnTo>
                    <a:pt x="2528411" y="1767935"/>
                  </a:lnTo>
                  <a:lnTo>
                    <a:pt x="2529269" y="1767269"/>
                  </a:lnTo>
                  <a:lnTo>
                    <a:pt x="2529364" y="1766888"/>
                  </a:lnTo>
                  <a:lnTo>
                    <a:pt x="2529269" y="1766506"/>
                  </a:lnTo>
                  <a:lnTo>
                    <a:pt x="2528983" y="1766030"/>
                  </a:lnTo>
                  <a:lnTo>
                    <a:pt x="2529173" y="1765745"/>
                  </a:lnTo>
                  <a:lnTo>
                    <a:pt x="2529364" y="1765554"/>
                  </a:lnTo>
                  <a:lnTo>
                    <a:pt x="2529554" y="1765364"/>
                  </a:lnTo>
                  <a:lnTo>
                    <a:pt x="2529745" y="1765173"/>
                  </a:lnTo>
                  <a:lnTo>
                    <a:pt x="2530126" y="1764697"/>
                  </a:lnTo>
                  <a:lnTo>
                    <a:pt x="2530507" y="1764411"/>
                  </a:lnTo>
                  <a:lnTo>
                    <a:pt x="2530983" y="1764221"/>
                  </a:lnTo>
                  <a:lnTo>
                    <a:pt x="2531555" y="1764030"/>
                  </a:lnTo>
                  <a:lnTo>
                    <a:pt x="2531555" y="1763554"/>
                  </a:lnTo>
                  <a:lnTo>
                    <a:pt x="2530126" y="1763554"/>
                  </a:lnTo>
                  <a:lnTo>
                    <a:pt x="2530126" y="1763173"/>
                  </a:lnTo>
                  <a:lnTo>
                    <a:pt x="2530697" y="1762982"/>
                  </a:lnTo>
                  <a:lnTo>
                    <a:pt x="2531078" y="1762697"/>
                  </a:lnTo>
                  <a:lnTo>
                    <a:pt x="2531936" y="1761935"/>
                  </a:lnTo>
                  <a:lnTo>
                    <a:pt x="2531555" y="1761458"/>
                  </a:lnTo>
                  <a:lnTo>
                    <a:pt x="2531269" y="1761173"/>
                  </a:lnTo>
                  <a:lnTo>
                    <a:pt x="2530507" y="1760696"/>
                  </a:lnTo>
                  <a:lnTo>
                    <a:pt x="2530126" y="1760696"/>
                  </a:lnTo>
                  <a:lnTo>
                    <a:pt x="2529745" y="1760887"/>
                  </a:lnTo>
                  <a:lnTo>
                    <a:pt x="2529459" y="1760792"/>
                  </a:lnTo>
                  <a:lnTo>
                    <a:pt x="2529364" y="1759934"/>
                  </a:lnTo>
                  <a:lnTo>
                    <a:pt x="2529459" y="1759649"/>
                  </a:lnTo>
                  <a:lnTo>
                    <a:pt x="2529745" y="1759077"/>
                  </a:lnTo>
                  <a:lnTo>
                    <a:pt x="2529840" y="1758696"/>
                  </a:lnTo>
                  <a:lnTo>
                    <a:pt x="2529745" y="1758506"/>
                  </a:lnTo>
                  <a:lnTo>
                    <a:pt x="2529269" y="1758506"/>
                  </a:lnTo>
                  <a:lnTo>
                    <a:pt x="2528983" y="1757839"/>
                  </a:lnTo>
                  <a:lnTo>
                    <a:pt x="2528507" y="1757648"/>
                  </a:lnTo>
                  <a:lnTo>
                    <a:pt x="2527935" y="1757744"/>
                  </a:lnTo>
                  <a:lnTo>
                    <a:pt x="2527459" y="1758029"/>
                  </a:lnTo>
                  <a:lnTo>
                    <a:pt x="2526697" y="1757648"/>
                  </a:lnTo>
                  <a:lnTo>
                    <a:pt x="2525840" y="1757363"/>
                  </a:lnTo>
                  <a:lnTo>
                    <a:pt x="2525078" y="1756981"/>
                  </a:lnTo>
                  <a:lnTo>
                    <a:pt x="2524602" y="1756315"/>
                  </a:lnTo>
                  <a:lnTo>
                    <a:pt x="2524125" y="1756410"/>
                  </a:lnTo>
                  <a:lnTo>
                    <a:pt x="2523839" y="1756124"/>
                  </a:lnTo>
                  <a:lnTo>
                    <a:pt x="2523649" y="1755648"/>
                  </a:lnTo>
                  <a:lnTo>
                    <a:pt x="2523458" y="1755077"/>
                  </a:lnTo>
                  <a:lnTo>
                    <a:pt x="2522792" y="1755458"/>
                  </a:lnTo>
                  <a:lnTo>
                    <a:pt x="2523078" y="1754219"/>
                  </a:lnTo>
                  <a:lnTo>
                    <a:pt x="2524125" y="1753838"/>
                  </a:lnTo>
                  <a:lnTo>
                    <a:pt x="2525173" y="1753934"/>
                  </a:lnTo>
                  <a:lnTo>
                    <a:pt x="2525649" y="1754124"/>
                  </a:lnTo>
                  <a:lnTo>
                    <a:pt x="2526030" y="1755077"/>
                  </a:lnTo>
                  <a:lnTo>
                    <a:pt x="2526887" y="1755458"/>
                  </a:lnTo>
                  <a:lnTo>
                    <a:pt x="2527649" y="1754981"/>
                  </a:lnTo>
                  <a:lnTo>
                    <a:pt x="2527745" y="1753457"/>
                  </a:lnTo>
                  <a:lnTo>
                    <a:pt x="2528697" y="1754696"/>
                  </a:lnTo>
                  <a:lnTo>
                    <a:pt x="2529936" y="1755362"/>
                  </a:lnTo>
                  <a:lnTo>
                    <a:pt x="2532888" y="1756410"/>
                  </a:lnTo>
                  <a:lnTo>
                    <a:pt x="2533174" y="1755648"/>
                  </a:lnTo>
                  <a:lnTo>
                    <a:pt x="2533555" y="1755077"/>
                  </a:lnTo>
                  <a:lnTo>
                    <a:pt x="2534603" y="1754315"/>
                  </a:lnTo>
                  <a:lnTo>
                    <a:pt x="2534127" y="1754124"/>
                  </a:lnTo>
                  <a:lnTo>
                    <a:pt x="2533174" y="1754029"/>
                  </a:lnTo>
                  <a:lnTo>
                    <a:pt x="2532793" y="1753934"/>
                  </a:lnTo>
                  <a:lnTo>
                    <a:pt x="2532698" y="1753743"/>
                  </a:lnTo>
                  <a:lnTo>
                    <a:pt x="2532793" y="1753457"/>
                  </a:lnTo>
                  <a:lnTo>
                    <a:pt x="2532793" y="1753172"/>
                  </a:lnTo>
                  <a:lnTo>
                    <a:pt x="2532603" y="1753076"/>
                  </a:lnTo>
                  <a:lnTo>
                    <a:pt x="2532031" y="1753076"/>
                  </a:lnTo>
                  <a:lnTo>
                    <a:pt x="2531745" y="1752981"/>
                  </a:lnTo>
                  <a:lnTo>
                    <a:pt x="2531555" y="1752791"/>
                  </a:lnTo>
                  <a:lnTo>
                    <a:pt x="2531269" y="1751838"/>
                  </a:lnTo>
                  <a:lnTo>
                    <a:pt x="2531650" y="1750981"/>
                  </a:lnTo>
                  <a:lnTo>
                    <a:pt x="2532412" y="1750314"/>
                  </a:lnTo>
                  <a:lnTo>
                    <a:pt x="2533174" y="1750124"/>
                  </a:lnTo>
                  <a:lnTo>
                    <a:pt x="2532793" y="1749552"/>
                  </a:lnTo>
                  <a:lnTo>
                    <a:pt x="2530697" y="1748123"/>
                  </a:lnTo>
                  <a:lnTo>
                    <a:pt x="2529459" y="1748790"/>
                  </a:lnTo>
                  <a:lnTo>
                    <a:pt x="2526316" y="1748219"/>
                  </a:lnTo>
                  <a:lnTo>
                    <a:pt x="2525363" y="1748885"/>
                  </a:lnTo>
                  <a:lnTo>
                    <a:pt x="2526030" y="1749457"/>
                  </a:lnTo>
                  <a:lnTo>
                    <a:pt x="2525840" y="1749933"/>
                  </a:lnTo>
                  <a:lnTo>
                    <a:pt x="2525268" y="1750124"/>
                  </a:lnTo>
                  <a:lnTo>
                    <a:pt x="2524982" y="1749933"/>
                  </a:lnTo>
                  <a:lnTo>
                    <a:pt x="2524887" y="1748123"/>
                  </a:lnTo>
                  <a:lnTo>
                    <a:pt x="2525268" y="1747552"/>
                  </a:lnTo>
                  <a:lnTo>
                    <a:pt x="2526316" y="1747361"/>
                  </a:lnTo>
                  <a:lnTo>
                    <a:pt x="2527078" y="1747647"/>
                  </a:lnTo>
                  <a:lnTo>
                    <a:pt x="2527840" y="1748123"/>
                  </a:lnTo>
                  <a:lnTo>
                    <a:pt x="2528602" y="1748314"/>
                  </a:lnTo>
                  <a:lnTo>
                    <a:pt x="2529459" y="1747838"/>
                  </a:lnTo>
                  <a:lnTo>
                    <a:pt x="2529840" y="1747076"/>
                  </a:lnTo>
                  <a:lnTo>
                    <a:pt x="2530031" y="1746028"/>
                  </a:lnTo>
                  <a:lnTo>
                    <a:pt x="2530031" y="1745075"/>
                  </a:lnTo>
                  <a:lnTo>
                    <a:pt x="2529840" y="1744504"/>
                  </a:lnTo>
                  <a:lnTo>
                    <a:pt x="2524982" y="1744409"/>
                  </a:lnTo>
                  <a:lnTo>
                    <a:pt x="2523268" y="1745075"/>
                  </a:lnTo>
                  <a:lnTo>
                    <a:pt x="2518220" y="1744980"/>
                  </a:lnTo>
                  <a:lnTo>
                    <a:pt x="2518982" y="1744218"/>
                  </a:lnTo>
                  <a:lnTo>
                    <a:pt x="2519648" y="1743742"/>
                  </a:lnTo>
                  <a:lnTo>
                    <a:pt x="2520315" y="1743551"/>
                  </a:lnTo>
                  <a:lnTo>
                    <a:pt x="2521077" y="1743361"/>
                  </a:lnTo>
                  <a:lnTo>
                    <a:pt x="2521077" y="1742980"/>
                  </a:lnTo>
                  <a:lnTo>
                    <a:pt x="2520029" y="1742980"/>
                  </a:lnTo>
                  <a:lnTo>
                    <a:pt x="2520125" y="1742789"/>
                  </a:lnTo>
                  <a:lnTo>
                    <a:pt x="2520125" y="1742694"/>
                  </a:lnTo>
                  <a:lnTo>
                    <a:pt x="2520125" y="1742694"/>
                  </a:lnTo>
                  <a:lnTo>
                    <a:pt x="2520315" y="1742599"/>
                  </a:lnTo>
                  <a:lnTo>
                    <a:pt x="2518505" y="1741742"/>
                  </a:lnTo>
                  <a:lnTo>
                    <a:pt x="2519077" y="1741075"/>
                  </a:lnTo>
                  <a:lnTo>
                    <a:pt x="2519648" y="1741075"/>
                  </a:lnTo>
                  <a:lnTo>
                    <a:pt x="2520982" y="1741742"/>
                  </a:lnTo>
                  <a:lnTo>
                    <a:pt x="2521268" y="1740789"/>
                  </a:lnTo>
                  <a:lnTo>
                    <a:pt x="2521744" y="1739932"/>
                  </a:lnTo>
                  <a:lnTo>
                    <a:pt x="2522220" y="1739551"/>
                  </a:lnTo>
                  <a:lnTo>
                    <a:pt x="2522411" y="1740313"/>
                  </a:lnTo>
                  <a:lnTo>
                    <a:pt x="2522792" y="1740884"/>
                  </a:lnTo>
                  <a:lnTo>
                    <a:pt x="2523458" y="1740694"/>
                  </a:lnTo>
                  <a:lnTo>
                    <a:pt x="2523935" y="1740027"/>
                  </a:lnTo>
                  <a:lnTo>
                    <a:pt x="2523554" y="1739265"/>
                  </a:lnTo>
                  <a:lnTo>
                    <a:pt x="2523554" y="1738884"/>
                  </a:lnTo>
                  <a:lnTo>
                    <a:pt x="2524220" y="1738313"/>
                  </a:lnTo>
                  <a:lnTo>
                    <a:pt x="2524982" y="1737170"/>
                  </a:lnTo>
                  <a:lnTo>
                    <a:pt x="2525268" y="1735931"/>
                  </a:lnTo>
                  <a:lnTo>
                    <a:pt x="2524697" y="1735169"/>
                  </a:lnTo>
                  <a:lnTo>
                    <a:pt x="2524697" y="1734788"/>
                  </a:lnTo>
                  <a:lnTo>
                    <a:pt x="2526030" y="1735169"/>
                  </a:lnTo>
                  <a:lnTo>
                    <a:pt x="2526697" y="1735169"/>
                  </a:lnTo>
                  <a:lnTo>
                    <a:pt x="2527269" y="1734788"/>
                  </a:lnTo>
                  <a:lnTo>
                    <a:pt x="2526887" y="1734312"/>
                  </a:lnTo>
                  <a:lnTo>
                    <a:pt x="2526602" y="1733645"/>
                  </a:lnTo>
                  <a:lnTo>
                    <a:pt x="2526697" y="1733169"/>
                  </a:lnTo>
                  <a:lnTo>
                    <a:pt x="2527269" y="1733074"/>
                  </a:lnTo>
                  <a:lnTo>
                    <a:pt x="2527745" y="1733360"/>
                  </a:lnTo>
                  <a:lnTo>
                    <a:pt x="2528030" y="1733836"/>
                  </a:lnTo>
                  <a:lnTo>
                    <a:pt x="2528983" y="1737646"/>
                  </a:lnTo>
                  <a:lnTo>
                    <a:pt x="2529364" y="1738884"/>
                  </a:lnTo>
                  <a:lnTo>
                    <a:pt x="2530126" y="1739932"/>
                  </a:lnTo>
                  <a:lnTo>
                    <a:pt x="2530316" y="1738598"/>
                  </a:lnTo>
                  <a:lnTo>
                    <a:pt x="2529840" y="1735360"/>
                  </a:lnTo>
                  <a:lnTo>
                    <a:pt x="2530126" y="1734122"/>
                  </a:lnTo>
                  <a:lnTo>
                    <a:pt x="2529936" y="1733074"/>
                  </a:lnTo>
                  <a:lnTo>
                    <a:pt x="2530793" y="1732788"/>
                  </a:lnTo>
                  <a:lnTo>
                    <a:pt x="2531555" y="1733169"/>
                  </a:lnTo>
                  <a:lnTo>
                    <a:pt x="2531078" y="1734312"/>
                  </a:lnTo>
                  <a:lnTo>
                    <a:pt x="2530888" y="1735169"/>
                  </a:lnTo>
                  <a:lnTo>
                    <a:pt x="2530793" y="1738217"/>
                  </a:lnTo>
                  <a:lnTo>
                    <a:pt x="2530888" y="1739170"/>
                  </a:lnTo>
                  <a:lnTo>
                    <a:pt x="2531460" y="1740313"/>
                  </a:lnTo>
                  <a:lnTo>
                    <a:pt x="2532412" y="1740789"/>
                  </a:lnTo>
                  <a:lnTo>
                    <a:pt x="2534222" y="1740884"/>
                  </a:lnTo>
                  <a:lnTo>
                    <a:pt x="2535270" y="1740408"/>
                  </a:lnTo>
                  <a:lnTo>
                    <a:pt x="2536031" y="1739551"/>
                  </a:lnTo>
                  <a:lnTo>
                    <a:pt x="2536412" y="1739170"/>
                  </a:lnTo>
                  <a:lnTo>
                    <a:pt x="2537079" y="1737455"/>
                  </a:lnTo>
                  <a:lnTo>
                    <a:pt x="2537936" y="1736027"/>
                  </a:lnTo>
                  <a:lnTo>
                    <a:pt x="2538127" y="1733455"/>
                  </a:lnTo>
                  <a:lnTo>
                    <a:pt x="2537746" y="1730978"/>
                  </a:lnTo>
                  <a:lnTo>
                    <a:pt x="2537079" y="1729645"/>
                  </a:lnTo>
                  <a:lnTo>
                    <a:pt x="2537555" y="1729169"/>
                  </a:lnTo>
                  <a:lnTo>
                    <a:pt x="2538032" y="1728883"/>
                  </a:lnTo>
                  <a:lnTo>
                    <a:pt x="2538603" y="1728788"/>
                  </a:lnTo>
                  <a:lnTo>
                    <a:pt x="2539270" y="1728788"/>
                  </a:lnTo>
                  <a:lnTo>
                    <a:pt x="2538603" y="1730693"/>
                  </a:lnTo>
                  <a:lnTo>
                    <a:pt x="2538603" y="1731550"/>
                  </a:lnTo>
                  <a:lnTo>
                    <a:pt x="2539175" y="1732121"/>
                  </a:lnTo>
                  <a:lnTo>
                    <a:pt x="2539461" y="1731836"/>
                  </a:lnTo>
                  <a:lnTo>
                    <a:pt x="2540127" y="1731359"/>
                  </a:lnTo>
                  <a:lnTo>
                    <a:pt x="2540889" y="1731264"/>
                  </a:lnTo>
                  <a:lnTo>
                    <a:pt x="2541461" y="1732217"/>
                  </a:lnTo>
                  <a:lnTo>
                    <a:pt x="2540794" y="1732217"/>
                  </a:lnTo>
                  <a:lnTo>
                    <a:pt x="2540222" y="1732312"/>
                  </a:lnTo>
                  <a:lnTo>
                    <a:pt x="2539746" y="1732598"/>
                  </a:lnTo>
                  <a:lnTo>
                    <a:pt x="2539270" y="1732979"/>
                  </a:lnTo>
                  <a:lnTo>
                    <a:pt x="2539365" y="1733741"/>
                  </a:lnTo>
                  <a:lnTo>
                    <a:pt x="2539079" y="1735360"/>
                  </a:lnTo>
                  <a:lnTo>
                    <a:pt x="2539079" y="1736693"/>
                  </a:lnTo>
                  <a:lnTo>
                    <a:pt x="2538794" y="1738408"/>
                  </a:lnTo>
                  <a:lnTo>
                    <a:pt x="2538698" y="1739265"/>
                  </a:lnTo>
                  <a:lnTo>
                    <a:pt x="2538603" y="1741265"/>
                  </a:lnTo>
                  <a:lnTo>
                    <a:pt x="2540032" y="1741646"/>
                  </a:lnTo>
                  <a:lnTo>
                    <a:pt x="2541556" y="1741646"/>
                  </a:lnTo>
                  <a:lnTo>
                    <a:pt x="2544318" y="1740122"/>
                  </a:lnTo>
                  <a:lnTo>
                    <a:pt x="2545842" y="1739646"/>
                  </a:lnTo>
                  <a:lnTo>
                    <a:pt x="2546985" y="1739646"/>
                  </a:lnTo>
                  <a:lnTo>
                    <a:pt x="2546795" y="1739170"/>
                  </a:lnTo>
                  <a:lnTo>
                    <a:pt x="2546795" y="1738789"/>
                  </a:lnTo>
                  <a:lnTo>
                    <a:pt x="2546985" y="1738027"/>
                  </a:lnTo>
                  <a:lnTo>
                    <a:pt x="2547747" y="1738408"/>
                  </a:lnTo>
                  <a:lnTo>
                    <a:pt x="2547366" y="1737170"/>
                  </a:lnTo>
                  <a:lnTo>
                    <a:pt x="2547461" y="1736408"/>
                  </a:lnTo>
                  <a:lnTo>
                    <a:pt x="2548128" y="1736027"/>
                  </a:lnTo>
                  <a:lnTo>
                    <a:pt x="2549462" y="1735931"/>
                  </a:lnTo>
                  <a:lnTo>
                    <a:pt x="2549176" y="1735550"/>
                  </a:lnTo>
                  <a:lnTo>
                    <a:pt x="2548604" y="1734502"/>
                  </a:lnTo>
                  <a:lnTo>
                    <a:pt x="2548509" y="1734312"/>
                  </a:lnTo>
                  <a:lnTo>
                    <a:pt x="2547938" y="1734502"/>
                  </a:lnTo>
                  <a:lnTo>
                    <a:pt x="2547271" y="1735360"/>
                  </a:lnTo>
                  <a:lnTo>
                    <a:pt x="2546795" y="1735550"/>
                  </a:lnTo>
                  <a:lnTo>
                    <a:pt x="2545842" y="1735169"/>
                  </a:lnTo>
                  <a:lnTo>
                    <a:pt x="2544985" y="1734312"/>
                  </a:lnTo>
                  <a:lnTo>
                    <a:pt x="2544699" y="1733455"/>
                  </a:lnTo>
                  <a:lnTo>
                    <a:pt x="2545461" y="1733074"/>
                  </a:lnTo>
                  <a:lnTo>
                    <a:pt x="2545271" y="1732502"/>
                  </a:lnTo>
                  <a:lnTo>
                    <a:pt x="2545176" y="1732312"/>
                  </a:lnTo>
                  <a:lnTo>
                    <a:pt x="2546033" y="1732312"/>
                  </a:lnTo>
                  <a:lnTo>
                    <a:pt x="2546414" y="1732026"/>
                  </a:lnTo>
                  <a:lnTo>
                    <a:pt x="2546414" y="1731550"/>
                  </a:lnTo>
                  <a:lnTo>
                    <a:pt x="2546319" y="1731074"/>
                  </a:lnTo>
                  <a:lnTo>
                    <a:pt x="2546223" y="1731074"/>
                  </a:lnTo>
                  <a:lnTo>
                    <a:pt x="2545652" y="1730407"/>
                  </a:lnTo>
                  <a:lnTo>
                    <a:pt x="2545652" y="1729550"/>
                  </a:lnTo>
                  <a:lnTo>
                    <a:pt x="2545937" y="1728502"/>
                  </a:lnTo>
                  <a:lnTo>
                    <a:pt x="2545652" y="1727930"/>
                  </a:lnTo>
                  <a:lnTo>
                    <a:pt x="2545937" y="1727454"/>
                  </a:lnTo>
                  <a:lnTo>
                    <a:pt x="2546319" y="1726883"/>
                  </a:lnTo>
                  <a:lnTo>
                    <a:pt x="2545937" y="1726311"/>
                  </a:lnTo>
                  <a:lnTo>
                    <a:pt x="2546319" y="1725835"/>
                  </a:lnTo>
                  <a:lnTo>
                    <a:pt x="2546699" y="1725644"/>
                  </a:lnTo>
                  <a:lnTo>
                    <a:pt x="2547271" y="1726025"/>
                  </a:lnTo>
                  <a:lnTo>
                    <a:pt x="2547747" y="1726787"/>
                  </a:lnTo>
                  <a:lnTo>
                    <a:pt x="2547747" y="1725930"/>
                  </a:lnTo>
                  <a:lnTo>
                    <a:pt x="2548033" y="1725359"/>
                  </a:lnTo>
                  <a:lnTo>
                    <a:pt x="2548319" y="1724882"/>
                  </a:lnTo>
                  <a:lnTo>
                    <a:pt x="2548414" y="1724311"/>
                  </a:lnTo>
                  <a:lnTo>
                    <a:pt x="2546890" y="1722501"/>
                  </a:lnTo>
                  <a:lnTo>
                    <a:pt x="2546699" y="1722025"/>
                  </a:lnTo>
                  <a:lnTo>
                    <a:pt x="2546890" y="1721358"/>
                  </a:lnTo>
                  <a:lnTo>
                    <a:pt x="2546414" y="1720977"/>
                  </a:lnTo>
                  <a:lnTo>
                    <a:pt x="2545747" y="1720691"/>
                  </a:lnTo>
                  <a:lnTo>
                    <a:pt x="2545271" y="1720406"/>
                  </a:lnTo>
                  <a:lnTo>
                    <a:pt x="2545176" y="1719739"/>
                  </a:lnTo>
                  <a:lnTo>
                    <a:pt x="2545747" y="1719358"/>
                  </a:lnTo>
                  <a:lnTo>
                    <a:pt x="2547176" y="1718881"/>
                  </a:lnTo>
                  <a:lnTo>
                    <a:pt x="2546699" y="1718120"/>
                  </a:lnTo>
                  <a:lnTo>
                    <a:pt x="2547176" y="1717834"/>
                  </a:lnTo>
                  <a:lnTo>
                    <a:pt x="2547938" y="1717643"/>
                  </a:lnTo>
                  <a:lnTo>
                    <a:pt x="2548319" y="1717072"/>
                  </a:lnTo>
                  <a:lnTo>
                    <a:pt x="2548319" y="1715643"/>
                  </a:lnTo>
                  <a:lnTo>
                    <a:pt x="2548033" y="1715072"/>
                  </a:lnTo>
                  <a:lnTo>
                    <a:pt x="2547366" y="1714881"/>
                  </a:lnTo>
                  <a:lnTo>
                    <a:pt x="2546795" y="1714595"/>
                  </a:lnTo>
                  <a:lnTo>
                    <a:pt x="2545937" y="1713167"/>
                  </a:lnTo>
                  <a:lnTo>
                    <a:pt x="2545366" y="1712786"/>
                  </a:lnTo>
                  <a:lnTo>
                    <a:pt x="2544509" y="1713548"/>
                  </a:lnTo>
                  <a:lnTo>
                    <a:pt x="2543461" y="1713833"/>
                  </a:lnTo>
                  <a:lnTo>
                    <a:pt x="2542794" y="1713643"/>
                  </a:lnTo>
                  <a:lnTo>
                    <a:pt x="2542032" y="1714310"/>
                  </a:lnTo>
                  <a:lnTo>
                    <a:pt x="2540985" y="1714310"/>
                  </a:lnTo>
                  <a:lnTo>
                    <a:pt x="2540127" y="1714881"/>
                  </a:lnTo>
                  <a:lnTo>
                    <a:pt x="2538984" y="1715262"/>
                  </a:lnTo>
                  <a:lnTo>
                    <a:pt x="2537841" y="1716786"/>
                  </a:lnTo>
                  <a:lnTo>
                    <a:pt x="2536508" y="1717548"/>
                  </a:lnTo>
                  <a:lnTo>
                    <a:pt x="2536317" y="1718596"/>
                  </a:lnTo>
                  <a:lnTo>
                    <a:pt x="2536984" y="1718405"/>
                  </a:lnTo>
                  <a:lnTo>
                    <a:pt x="2537365" y="1718596"/>
                  </a:lnTo>
                  <a:lnTo>
                    <a:pt x="2538222" y="1718691"/>
                  </a:lnTo>
                  <a:lnTo>
                    <a:pt x="2539079" y="1718596"/>
                  </a:lnTo>
                  <a:lnTo>
                    <a:pt x="2539841" y="1718215"/>
                  </a:lnTo>
                  <a:lnTo>
                    <a:pt x="2540413" y="1718596"/>
                  </a:lnTo>
                  <a:lnTo>
                    <a:pt x="2540985" y="1718881"/>
                  </a:lnTo>
                  <a:lnTo>
                    <a:pt x="2541461" y="1719263"/>
                  </a:lnTo>
                  <a:lnTo>
                    <a:pt x="2541556" y="1720025"/>
                  </a:lnTo>
                  <a:lnTo>
                    <a:pt x="2540699" y="1719834"/>
                  </a:lnTo>
                  <a:lnTo>
                    <a:pt x="2540222" y="1720596"/>
                  </a:lnTo>
                  <a:lnTo>
                    <a:pt x="2539746" y="1722025"/>
                  </a:lnTo>
                  <a:lnTo>
                    <a:pt x="2538603" y="1722882"/>
                  </a:lnTo>
                  <a:lnTo>
                    <a:pt x="2537936" y="1723263"/>
                  </a:lnTo>
                  <a:lnTo>
                    <a:pt x="2537174" y="1722787"/>
                  </a:lnTo>
                  <a:lnTo>
                    <a:pt x="2536984" y="1722215"/>
                  </a:lnTo>
                  <a:lnTo>
                    <a:pt x="2536794" y="1721453"/>
                  </a:lnTo>
                  <a:lnTo>
                    <a:pt x="2537270" y="1720120"/>
                  </a:lnTo>
                  <a:lnTo>
                    <a:pt x="2537174" y="1719548"/>
                  </a:lnTo>
                  <a:lnTo>
                    <a:pt x="2536222" y="1720025"/>
                  </a:lnTo>
                  <a:lnTo>
                    <a:pt x="2535746" y="1720310"/>
                  </a:lnTo>
                  <a:lnTo>
                    <a:pt x="2535365" y="1720406"/>
                  </a:lnTo>
                  <a:lnTo>
                    <a:pt x="2535079" y="1720120"/>
                  </a:lnTo>
                  <a:lnTo>
                    <a:pt x="2534984" y="1719739"/>
                  </a:lnTo>
                  <a:lnTo>
                    <a:pt x="2534984" y="1719358"/>
                  </a:lnTo>
                  <a:lnTo>
                    <a:pt x="2534984" y="1719167"/>
                  </a:lnTo>
                  <a:lnTo>
                    <a:pt x="2534222" y="1719167"/>
                  </a:lnTo>
                  <a:lnTo>
                    <a:pt x="2533650" y="1719453"/>
                  </a:lnTo>
                  <a:lnTo>
                    <a:pt x="2532698" y="1720120"/>
                  </a:lnTo>
                  <a:lnTo>
                    <a:pt x="2532317" y="1720310"/>
                  </a:lnTo>
                  <a:lnTo>
                    <a:pt x="2532412" y="1720882"/>
                  </a:lnTo>
                  <a:lnTo>
                    <a:pt x="2530697" y="1721834"/>
                  </a:lnTo>
                  <a:lnTo>
                    <a:pt x="2528602" y="1722596"/>
                  </a:lnTo>
                  <a:lnTo>
                    <a:pt x="2527554" y="1722882"/>
                  </a:lnTo>
                  <a:lnTo>
                    <a:pt x="2526983" y="1723073"/>
                  </a:lnTo>
                  <a:lnTo>
                    <a:pt x="2526411" y="1723739"/>
                  </a:lnTo>
                  <a:lnTo>
                    <a:pt x="2526126" y="1724501"/>
                  </a:lnTo>
                  <a:lnTo>
                    <a:pt x="2525840" y="1725168"/>
                  </a:lnTo>
                  <a:lnTo>
                    <a:pt x="2525268" y="1726025"/>
                  </a:lnTo>
                  <a:lnTo>
                    <a:pt x="2524887" y="1726502"/>
                  </a:lnTo>
                  <a:lnTo>
                    <a:pt x="2524316" y="1727073"/>
                  </a:lnTo>
                  <a:lnTo>
                    <a:pt x="2523744" y="1727549"/>
                  </a:lnTo>
                  <a:lnTo>
                    <a:pt x="2523173" y="1727835"/>
                  </a:lnTo>
                  <a:lnTo>
                    <a:pt x="2522506" y="1728026"/>
                  </a:lnTo>
                  <a:lnTo>
                    <a:pt x="2522220" y="1727264"/>
                  </a:lnTo>
                  <a:lnTo>
                    <a:pt x="2522125" y="1726978"/>
                  </a:lnTo>
                  <a:lnTo>
                    <a:pt x="2522220" y="1726692"/>
                  </a:lnTo>
                  <a:lnTo>
                    <a:pt x="2522411" y="1726597"/>
                  </a:lnTo>
                  <a:lnTo>
                    <a:pt x="2523268" y="1726121"/>
                  </a:lnTo>
                  <a:lnTo>
                    <a:pt x="2524030" y="1725168"/>
                  </a:lnTo>
                  <a:lnTo>
                    <a:pt x="2524125" y="1724311"/>
                  </a:lnTo>
                  <a:lnTo>
                    <a:pt x="2522982" y="1724120"/>
                  </a:lnTo>
                  <a:lnTo>
                    <a:pt x="2523458" y="1722882"/>
                  </a:lnTo>
                  <a:lnTo>
                    <a:pt x="2523744" y="1722406"/>
                  </a:lnTo>
                  <a:lnTo>
                    <a:pt x="2522411" y="1722977"/>
                  </a:lnTo>
                  <a:lnTo>
                    <a:pt x="2522030" y="1724501"/>
                  </a:lnTo>
                  <a:lnTo>
                    <a:pt x="2521553" y="1726216"/>
                  </a:lnTo>
                  <a:lnTo>
                    <a:pt x="2520315" y="1726597"/>
                  </a:lnTo>
                  <a:lnTo>
                    <a:pt x="2520315" y="1725168"/>
                  </a:lnTo>
                  <a:lnTo>
                    <a:pt x="2519553" y="1723454"/>
                  </a:lnTo>
                  <a:lnTo>
                    <a:pt x="2520220" y="1722596"/>
                  </a:lnTo>
                  <a:lnTo>
                    <a:pt x="2520982" y="1722120"/>
                  </a:lnTo>
                  <a:lnTo>
                    <a:pt x="2521077" y="1721453"/>
                  </a:lnTo>
                  <a:lnTo>
                    <a:pt x="2520601" y="1720691"/>
                  </a:lnTo>
                  <a:lnTo>
                    <a:pt x="2520315" y="1720501"/>
                  </a:lnTo>
                  <a:lnTo>
                    <a:pt x="2520315" y="1720120"/>
                  </a:lnTo>
                  <a:lnTo>
                    <a:pt x="2521077" y="1720025"/>
                  </a:lnTo>
                  <a:lnTo>
                    <a:pt x="2521553" y="1719644"/>
                  </a:lnTo>
                  <a:lnTo>
                    <a:pt x="2521935" y="1719167"/>
                  </a:lnTo>
                  <a:lnTo>
                    <a:pt x="2522411" y="1718786"/>
                  </a:lnTo>
                  <a:lnTo>
                    <a:pt x="2523173" y="1718501"/>
                  </a:lnTo>
                  <a:lnTo>
                    <a:pt x="2523839" y="1718501"/>
                  </a:lnTo>
                  <a:lnTo>
                    <a:pt x="2524125" y="1718691"/>
                  </a:lnTo>
                  <a:lnTo>
                    <a:pt x="2524316" y="1719739"/>
                  </a:lnTo>
                  <a:lnTo>
                    <a:pt x="2524411" y="1720691"/>
                  </a:lnTo>
                  <a:lnTo>
                    <a:pt x="2524887" y="1720882"/>
                  </a:lnTo>
                  <a:lnTo>
                    <a:pt x="2527173" y="1718310"/>
                  </a:lnTo>
                  <a:lnTo>
                    <a:pt x="2528126" y="1718786"/>
                  </a:lnTo>
                  <a:lnTo>
                    <a:pt x="2528983" y="1718691"/>
                  </a:lnTo>
                  <a:lnTo>
                    <a:pt x="2529745" y="1718120"/>
                  </a:lnTo>
                  <a:lnTo>
                    <a:pt x="2530412" y="1718120"/>
                  </a:lnTo>
                  <a:lnTo>
                    <a:pt x="2531078" y="1718024"/>
                  </a:lnTo>
                  <a:lnTo>
                    <a:pt x="2532031" y="1718024"/>
                  </a:lnTo>
                  <a:lnTo>
                    <a:pt x="2533079" y="1717643"/>
                  </a:lnTo>
                  <a:lnTo>
                    <a:pt x="2533936" y="1717072"/>
                  </a:lnTo>
                  <a:lnTo>
                    <a:pt x="2534698" y="1716024"/>
                  </a:lnTo>
                  <a:lnTo>
                    <a:pt x="2537746" y="1712119"/>
                  </a:lnTo>
                  <a:lnTo>
                    <a:pt x="2540794" y="1710023"/>
                  </a:lnTo>
                  <a:lnTo>
                    <a:pt x="2542223" y="1708785"/>
                  </a:lnTo>
                  <a:lnTo>
                    <a:pt x="2542413" y="1707071"/>
                  </a:lnTo>
                  <a:lnTo>
                    <a:pt x="2542794" y="1706023"/>
                  </a:lnTo>
                  <a:lnTo>
                    <a:pt x="2543461" y="1705547"/>
                  </a:lnTo>
                  <a:lnTo>
                    <a:pt x="2544318" y="1706118"/>
                  </a:lnTo>
                  <a:lnTo>
                    <a:pt x="2545461" y="1704880"/>
                  </a:lnTo>
                  <a:lnTo>
                    <a:pt x="2546128" y="1703737"/>
                  </a:lnTo>
                  <a:lnTo>
                    <a:pt x="2547652" y="1702594"/>
                  </a:lnTo>
                  <a:lnTo>
                    <a:pt x="2548509" y="1701832"/>
                  </a:lnTo>
                  <a:lnTo>
                    <a:pt x="2550890" y="1701070"/>
                  </a:lnTo>
                  <a:lnTo>
                    <a:pt x="2552986" y="1700117"/>
                  </a:lnTo>
                  <a:lnTo>
                    <a:pt x="2555367" y="1698879"/>
                  </a:lnTo>
                  <a:lnTo>
                    <a:pt x="2556510" y="1698117"/>
                  </a:lnTo>
                  <a:lnTo>
                    <a:pt x="2556129" y="1696974"/>
                  </a:lnTo>
                  <a:lnTo>
                    <a:pt x="2554891" y="1696784"/>
                  </a:lnTo>
                  <a:lnTo>
                    <a:pt x="2553843" y="1697260"/>
                  </a:lnTo>
                  <a:lnTo>
                    <a:pt x="2552891" y="1697831"/>
                  </a:lnTo>
                  <a:lnTo>
                    <a:pt x="2552319" y="1697927"/>
                  </a:lnTo>
                  <a:lnTo>
                    <a:pt x="2548414" y="1697736"/>
                  </a:lnTo>
                  <a:lnTo>
                    <a:pt x="2547366" y="1697831"/>
                  </a:lnTo>
                  <a:lnTo>
                    <a:pt x="2546699" y="1697927"/>
                  </a:lnTo>
                  <a:lnTo>
                    <a:pt x="2545937" y="1697927"/>
                  </a:lnTo>
                  <a:lnTo>
                    <a:pt x="2544795" y="1696022"/>
                  </a:lnTo>
                  <a:lnTo>
                    <a:pt x="2543937" y="1695736"/>
                  </a:lnTo>
                  <a:lnTo>
                    <a:pt x="2542604" y="1695164"/>
                  </a:lnTo>
                  <a:lnTo>
                    <a:pt x="2541365" y="1694688"/>
                  </a:lnTo>
                  <a:lnTo>
                    <a:pt x="2539651" y="1694021"/>
                  </a:lnTo>
                  <a:lnTo>
                    <a:pt x="2538603" y="1693355"/>
                  </a:lnTo>
                  <a:lnTo>
                    <a:pt x="2537079" y="1692783"/>
                  </a:lnTo>
                  <a:lnTo>
                    <a:pt x="2536127" y="1692783"/>
                  </a:lnTo>
                  <a:lnTo>
                    <a:pt x="2535174" y="1693450"/>
                  </a:lnTo>
                  <a:lnTo>
                    <a:pt x="2534603" y="1693545"/>
                  </a:lnTo>
                  <a:lnTo>
                    <a:pt x="2535174" y="1692497"/>
                  </a:lnTo>
                  <a:lnTo>
                    <a:pt x="2533841" y="1692116"/>
                  </a:lnTo>
                  <a:lnTo>
                    <a:pt x="2532317" y="1691164"/>
                  </a:lnTo>
                  <a:lnTo>
                    <a:pt x="2531269" y="1690116"/>
                  </a:lnTo>
                  <a:lnTo>
                    <a:pt x="2530507" y="1688973"/>
                  </a:lnTo>
                  <a:lnTo>
                    <a:pt x="2529459" y="1687544"/>
                  </a:lnTo>
                  <a:lnTo>
                    <a:pt x="2527554" y="1684401"/>
                  </a:lnTo>
                  <a:lnTo>
                    <a:pt x="2525840" y="1681448"/>
                  </a:lnTo>
                  <a:lnTo>
                    <a:pt x="2523363" y="1677829"/>
                  </a:lnTo>
                  <a:lnTo>
                    <a:pt x="2519268" y="1673447"/>
                  </a:lnTo>
                  <a:lnTo>
                    <a:pt x="2516505" y="1671542"/>
                  </a:lnTo>
                  <a:lnTo>
                    <a:pt x="2513076" y="1670780"/>
                  </a:lnTo>
                  <a:lnTo>
                    <a:pt x="2509933" y="1670209"/>
                  </a:lnTo>
                  <a:lnTo>
                    <a:pt x="2506313" y="1670876"/>
                  </a:lnTo>
                  <a:lnTo>
                    <a:pt x="2504408" y="1671638"/>
                  </a:lnTo>
                  <a:lnTo>
                    <a:pt x="2503265" y="1673066"/>
                  </a:lnTo>
                  <a:lnTo>
                    <a:pt x="2502218" y="1674209"/>
                  </a:lnTo>
                  <a:lnTo>
                    <a:pt x="2496217" y="1678591"/>
                  </a:lnTo>
                  <a:lnTo>
                    <a:pt x="2494407" y="1679543"/>
                  </a:lnTo>
                  <a:lnTo>
                    <a:pt x="2494121" y="1679734"/>
                  </a:lnTo>
                  <a:lnTo>
                    <a:pt x="2492502" y="1680115"/>
                  </a:lnTo>
                  <a:lnTo>
                    <a:pt x="2490883" y="1681067"/>
                  </a:lnTo>
                  <a:lnTo>
                    <a:pt x="2488787" y="1680781"/>
                  </a:lnTo>
                  <a:lnTo>
                    <a:pt x="2487454" y="1680115"/>
                  </a:lnTo>
                  <a:lnTo>
                    <a:pt x="2486692" y="1678400"/>
                  </a:lnTo>
                  <a:lnTo>
                    <a:pt x="2483453" y="1677638"/>
                  </a:lnTo>
                  <a:lnTo>
                    <a:pt x="2480786" y="1680115"/>
                  </a:lnTo>
                  <a:lnTo>
                    <a:pt x="2478786" y="1682782"/>
                  </a:lnTo>
                  <a:lnTo>
                    <a:pt x="2477929" y="1683639"/>
                  </a:lnTo>
                  <a:lnTo>
                    <a:pt x="2478881" y="1684687"/>
                  </a:lnTo>
                  <a:lnTo>
                    <a:pt x="2480120" y="1685449"/>
                  </a:lnTo>
                  <a:lnTo>
                    <a:pt x="2481453" y="1685735"/>
                  </a:lnTo>
                  <a:lnTo>
                    <a:pt x="2484120" y="1685544"/>
                  </a:lnTo>
                  <a:lnTo>
                    <a:pt x="2485073" y="1686020"/>
                  </a:lnTo>
                  <a:lnTo>
                    <a:pt x="2485549" y="1687449"/>
                  </a:lnTo>
                  <a:lnTo>
                    <a:pt x="2485073" y="1687068"/>
                  </a:lnTo>
                  <a:lnTo>
                    <a:pt x="2484406" y="1686401"/>
                  </a:lnTo>
                  <a:lnTo>
                    <a:pt x="2484025" y="1686211"/>
                  </a:lnTo>
                  <a:lnTo>
                    <a:pt x="2483549" y="1686211"/>
                  </a:lnTo>
                  <a:lnTo>
                    <a:pt x="2481929" y="1686592"/>
                  </a:lnTo>
                  <a:lnTo>
                    <a:pt x="2480786" y="1686497"/>
                  </a:lnTo>
                  <a:lnTo>
                    <a:pt x="2479834" y="1686211"/>
                  </a:lnTo>
                  <a:lnTo>
                    <a:pt x="2478310" y="1685163"/>
                  </a:lnTo>
                  <a:lnTo>
                    <a:pt x="2477167" y="1683925"/>
                  </a:lnTo>
                  <a:lnTo>
                    <a:pt x="2477072" y="1683163"/>
                  </a:lnTo>
                  <a:lnTo>
                    <a:pt x="2477834" y="1682496"/>
                  </a:lnTo>
                  <a:lnTo>
                    <a:pt x="2478977" y="1681258"/>
                  </a:lnTo>
                  <a:lnTo>
                    <a:pt x="2480310" y="1679353"/>
                  </a:lnTo>
                  <a:lnTo>
                    <a:pt x="2482596" y="1677257"/>
                  </a:lnTo>
                  <a:lnTo>
                    <a:pt x="2482120" y="1676591"/>
                  </a:lnTo>
                  <a:lnTo>
                    <a:pt x="2480691" y="1676019"/>
                  </a:lnTo>
                  <a:lnTo>
                    <a:pt x="2479929" y="1674781"/>
                  </a:lnTo>
                  <a:lnTo>
                    <a:pt x="2478501" y="1670876"/>
                  </a:lnTo>
                  <a:lnTo>
                    <a:pt x="2478215" y="1669447"/>
                  </a:lnTo>
                  <a:lnTo>
                    <a:pt x="2476595" y="1668685"/>
                  </a:lnTo>
                  <a:lnTo>
                    <a:pt x="2471547" y="1668399"/>
                  </a:lnTo>
                  <a:lnTo>
                    <a:pt x="2469071" y="1668590"/>
                  </a:lnTo>
                  <a:lnTo>
                    <a:pt x="2467642" y="1668971"/>
                  </a:lnTo>
                  <a:lnTo>
                    <a:pt x="2466118" y="1672781"/>
                  </a:lnTo>
                  <a:lnTo>
                    <a:pt x="2465261" y="1674305"/>
                  </a:lnTo>
                  <a:lnTo>
                    <a:pt x="2464785" y="1675257"/>
                  </a:lnTo>
                  <a:lnTo>
                    <a:pt x="2464213" y="1676210"/>
                  </a:lnTo>
                  <a:lnTo>
                    <a:pt x="2463356" y="1676781"/>
                  </a:lnTo>
                  <a:lnTo>
                    <a:pt x="2462403" y="1676781"/>
                  </a:lnTo>
                  <a:lnTo>
                    <a:pt x="2461355" y="1676305"/>
                  </a:lnTo>
                  <a:lnTo>
                    <a:pt x="2460498" y="1675448"/>
                  </a:lnTo>
                  <a:lnTo>
                    <a:pt x="2459451" y="1674495"/>
                  </a:lnTo>
                  <a:lnTo>
                    <a:pt x="2458307" y="1674590"/>
                  </a:lnTo>
                  <a:lnTo>
                    <a:pt x="2456974" y="1675067"/>
                  </a:lnTo>
                  <a:lnTo>
                    <a:pt x="2455926" y="1677162"/>
                  </a:lnTo>
                  <a:lnTo>
                    <a:pt x="2454307" y="1678305"/>
                  </a:lnTo>
                  <a:lnTo>
                    <a:pt x="2453164" y="1679353"/>
                  </a:lnTo>
                  <a:lnTo>
                    <a:pt x="2451449" y="1679448"/>
                  </a:lnTo>
                  <a:lnTo>
                    <a:pt x="2454021" y="1677352"/>
                  </a:lnTo>
                  <a:lnTo>
                    <a:pt x="2456307" y="1673924"/>
                  </a:lnTo>
                  <a:lnTo>
                    <a:pt x="2457260" y="1673352"/>
                  </a:lnTo>
                  <a:lnTo>
                    <a:pt x="2458688" y="1673352"/>
                  </a:lnTo>
                  <a:lnTo>
                    <a:pt x="2460308" y="1673828"/>
                  </a:lnTo>
                  <a:lnTo>
                    <a:pt x="2461641" y="1674876"/>
                  </a:lnTo>
                  <a:lnTo>
                    <a:pt x="2462784" y="1675257"/>
                  </a:lnTo>
                  <a:lnTo>
                    <a:pt x="2463546" y="1674971"/>
                  </a:lnTo>
                  <a:lnTo>
                    <a:pt x="2464022" y="1673924"/>
                  </a:lnTo>
                  <a:lnTo>
                    <a:pt x="2464499" y="1672019"/>
                  </a:lnTo>
                  <a:lnTo>
                    <a:pt x="2464975" y="1670018"/>
                  </a:lnTo>
                  <a:lnTo>
                    <a:pt x="2465451" y="1669161"/>
                  </a:lnTo>
                  <a:lnTo>
                    <a:pt x="2466213" y="1667827"/>
                  </a:lnTo>
                  <a:lnTo>
                    <a:pt x="2468785" y="1666970"/>
                  </a:lnTo>
                  <a:lnTo>
                    <a:pt x="2476214" y="1666780"/>
                  </a:lnTo>
                  <a:lnTo>
                    <a:pt x="2478691" y="1667066"/>
                  </a:lnTo>
                  <a:lnTo>
                    <a:pt x="2480310" y="1667542"/>
                  </a:lnTo>
                  <a:lnTo>
                    <a:pt x="2481834" y="1668685"/>
                  </a:lnTo>
                  <a:lnTo>
                    <a:pt x="2482787" y="1669637"/>
                  </a:lnTo>
                  <a:lnTo>
                    <a:pt x="2483263" y="1671638"/>
                  </a:lnTo>
                  <a:lnTo>
                    <a:pt x="2484120" y="1672876"/>
                  </a:lnTo>
                  <a:lnTo>
                    <a:pt x="2485073" y="1673638"/>
                  </a:lnTo>
                  <a:lnTo>
                    <a:pt x="2486311" y="1673447"/>
                  </a:lnTo>
                  <a:lnTo>
                    <a:pt x="2487454" y="1672876"/>
                  </a:lnTo>
                  <a:lnTo>
                    <a:pt x="2488406" y="1671352"/>
                  </a:lnTo>
                  <a:lnTo>
                    <a:pt x="2490407" y="1669066"/>
                  </a:lnTo>
                  <a:lnTo>
                    <a:pt x="2491073" y="1668780"/>
                  </a:lnTo>
                  <a:lnTo>
                    <a:pt x="2491836" y="1668685"/>
                  </a:lnTo>
                  <a:lnTo>
                    <a:pt x="2491836" y="1668304"/>
                  </a:lnTo>
                  <a:lnTo>
                    <a:pt x="2491550" y="1668113"/>
                  </a:lnTo>
                  <a:lnTo>
                    <a:pt x="2491359" y="1667827"/>
                  </a:lnTo>
                  <a:lnTo>
                    <a:pt x="2490883" y="1667066"/>
                  </a:lnTo>
                  <a:lnTo>
                    <a:pt x="2491264" y="1666970"/>
                  </a:lnTo>
                  <a:lnTo>
                    <a:pt x="2492312" y="1666875"/>
                  </a:lnTo>
                  <a:lnTo>
                    <a:pt x="2492693" y="1666685"/>
                  </a:lnTo>
                  <a:lnTo>
                    <a:pt x="2493264" y="1665827"/>
                  </a:lnTo>
                  <a:lnTo>
                    <a:pt x="2493169" y="1665256"/>
                  </a:lnTo>
                  <a:lnTo>
                    <a:pt x="2492883" y="1664684"/>
                  </a:lnTo>
                  <a:lnTo>
                    <a:pt x="2492693" y="1663827"/>
                  </a:lnTo>
                  <a:lnTo>
                    <a:pt x="2492883" y="1662589"/>
                  </a:lnTo>
                  <a:lnTo>
                    <a:pt x="2493836" y="1660493"/>
                  </a:lnTo>
                  <a:lnTo>
                    <a:pt x="2495360" y="1658302"/>
                  </a:lnTo>
                  <a:lnTo>
                    <a:pt x="2496407" y="1657445"/>
                  </a:lnTo>
                  <a:lnTo>
                    <a:pt x="2497551" y="1656683"/>
                  </a:lnTo>
                  <a:lnTo>
                    <a:pt x="2498979" y="1656017"/>
                  </a:lnTo>
                  <a:lnTo>
                    <a:pt x="2501837" y="1655636"/>
                  </a:lnTo>
                  <a:lnTo>
                    <a:pt x="2502885" y="1655350"/>
                  </a:lnTo>
                  <a:lnTo>
                    <a:pt x="2503361" y="1654969"/>
                  </a:lnTo>
                  <a:lnTo>
                    <a:pt x="2503646" y="1654493"/>
                  </a:lnTo>
                  <a:lnTo>
                    <a:pt x="2503932" y="1653921"/>
                  </a:lnTo>
                  <a:lnTo>
                    <a:pt x="2504313" y="1653350"/>
                  </a:lnTo>
                  <a:lnTo>
                    <a:pt x="2504885" y="1652778"/>
                  </a:lnTo>
                  <a:lnTo>
                    <a:pt x="2505837" y="1652206"/>
                  </a:lnTo>
                  <a:lnTo>
                    <a:pt x="2507171" y="1651064"/>
                  </a:lnTo>
                  <a:lnTo>
                    <a:pt x="2508219" y="1650492"/>
                  </a:lnTo>
                  <a:lnTo>
                    <a:pt x="2510504" y="1649635"/>
                  </a:lnTo>
                  <a:lnTo>
                    <a:pt x="2514124" y="1648777"/>
                  </a:lnTo>
                  <a:lnTo>
                    <a:pt x="2514981" y="1648111"/>
                  </a:lnTo>
                  <a:lnTo>
                    <a:pt x="2518124" y="1644777"/>
                  </a:lnTo>
                  <a:lnTo>
                    <a:pt x="2520506" y="1643825"/>
                  </a:lnTo>
                  <a:lnTo>
                    <a:pt x="2522411" y="1642967"/>
                  </a:lnTo>
                  <a:lnTo>
                    <a:pt x="2525078" y="1641824"/>
                  </a:lnTo>
                  <a:lnTo>
                    <a:pt x="2529745" y="1640586"/>
                  </a:lnTo>
                  <a:lnTo>
                    <a:pt x="2535079" y="1640015"/>
                  </a:lnTo>
                  <a:lnTo>
                    <a:pt x="2539175" y="1639634"/>
                  </a:lnTo>
                  <a:lnTo>
                    <a:pt x="2544223" y="1639443"/>
                  </a:lnTo>
                  <a:lnTo>
                    <a:pt x="2546985" y="1638395"/>
                  </a:lnTo>
                  <a:lnTo>
                    <a:pt x="2547938" y="1635919"/>
                  </a:lnTo>
                  <a:lnTo>
                    <a:pt x="2546509" y="1631823"/>
                  </a:lnTo>
                  <a:lnTo>
                    <a:pt x="2542604" y="1624679"/>
                  </a:lnTo>
                  <a:lnTo>
                    <a:pt x="2537365" y="1617631"/>
                  </a:lnTo>
                  <a:lnTo>
                    <a:pt x="2534603" y="1613535"/>
                  </a:lnTo>
                  <a:lnTo>
                    <a:pt x="2531650" y="1611630"/>
                  </a:lnTo>
                  <a:lnTo>
                    <a:pt x="2529650" y="1610201"/>
                  </a:lnTo>
                  <a:lnTo>
                    <a:pt x="2525173" y="1608296"/>
                  </a:lnTo>
                  <a:lnTo>
                    <a:pt x="2520029" y="1604581"/>
                  </a:lnTo>
                  <a:lnTo>
                    <a:pt x="2518410" y="1602962"/>
                  </a:lnTo>
                  <a:lnTo>
                    <a:pt x="2515457" y="1601438"/>
                  </a:lnTo>
                  <a:lnTo>
                    <a:pt x="2514410" y="1600581"/>
                  </a:lnTo>
                  <a:lnTo>
                    <a:pt x="2513362" y="1599724"/>
                  </a:lnTo>
                  <a:lnTo>
                    <a:pt x="2509361" y="1593818"/>
                  </a:lnTo>
                  <a:lnTo>
                    <a:pt x="2507647" y="1592104"/>
                  </a:lnTo>
                  <a:lnTo>
                    <a:pt x="2504123" y="1588580"/>
                  </a:lnTo>
                  <a:lnTo>
                    <a:pt x="2500027" y="1586103"/>
                  </a:lnTo>
                  <a:lnTo>
                    <a:pt x="2497265" y="1584960"/>
                  </a:lnTo>
                  <a:lnTo>
                    <a:pt x="2495550" y="1584484"/>
                  </a:lnTo>
                  <a:lnTo>
                    <a:pt x="2493836" y="1584103"/>
                  </a:lnTo>
                  <a:lnTo>
                    <a:pt x="2491073" y="1583722"/>
                  </a:lnTo>
                  <a:lnTo>
                    <a:pt x="2487740" y="1582865"/>
                  </a:lnTo>
                  <a:lnTo>
                    <a:pt x="2483358" y="1581341"/>
                  </a:lnTo>
                  <a:lnTo>
                    <a:pt x="2482501" y="1580579"/>
                  </a:lnTo>
                  <a:lnTo>
                    <a:pt x="2481929" y="1579436"/>
                  </a:lnTo>
                  <a:lnTo>
                    <a:pt x="2481739" y="1577626"/>
                  </a:lnTo>
                  <a:lnTo>
                    <a:pt x="2482311" y="1578293"/>
                  </a:lnTo>
                  <a:lnTo>
                    <a:pt x="2482882" y="1579150"/>
                  </a:lnTo>
                  <a:lnTo>
                    <a:pt x="2483549" y="1579912"/>
                  </a:lnTo>
                  <a:lnTo>
                    <a:pt x="2486502" y="1580864"/>
                  </a:lnTo>
                  <a:lnTo>
                    <a:pt x="2487359" y="1579721"/>
                  </a:lnTo>
                  <a:lnTo>
                    <a:pt x="2486406" y="1576959"/>
                  </a:lnTo>
                  <a:lnTo>
                    <a:pt x="2484978" y="1574387"/>
                  </a:lnTo>
                  <a:lnTo>
                    <a:pt x="2483453" y="1570482"/>
                  </a:lnTo>
                  <a:lnTo>
                    <a:pt x="2480310" y="1569244"/>
                  </a:lnTo>
                  <a:lnTo>
                    <a:pt x="2479262" y="1569244"/>
                  </a:lnTo>
                  <a:lnTo>
                    <a:pt x="2475833" y="1569720"/>
                  </a:lnTo>
                  <a:lnTo>
                    <a:pt x="2471261" y="1568006"/>
                  </a:lnTo>
                  <a:lnTo>
                    <a:pt x="2468690" y="1567625"/>
                  </a:lnTo>
                  <a:lnTo>
                    <a:pt x="2467928" y="1567815"/>
                  </a:lnTo>
                  <a:lnTo>
                    <a:pt x="2467832" y="1568958"/>
                  </a:lnTo>
                  <a:lnTo>
                    <a:pt x="2467928" y="1570196"/>
                  </a:lnTo>
                  <a:lnTo>
                    <a:pt x="2466689" y="1570673"/>
                  </a:lnTo>
                  <a:lnTo>
                    <a:pt x="2465928" y="1571054"/>
                  </a:lnTo>
                  <a:lnTo>
                    <a:pt x="2461832" y="1571911"/>
                  </a:lnTo>
                  <a:lnTo>
                    <a:pt x="2455926" y="1574864"/>
                  </a:lnTo>
                  <a:lnTo>
                    <a:pt x="2453164" y="1575149"/>
                  </a:lnTo>
                  <a:lnTo>
                    <a:pt x="2450687" y="1574673"/>
                  </a:lnTo>
                  <a:lnTo>
                    <a:pt x="2445830" y="1572768"/>
                  </a:lnTo>
                  <a:lnTo>
                    <a:pt x="2444115" y="1572292"/>
                  </a:lnTo>
                  <a:lnTo>
                    <a:pt x="2442686" y="1571149"/>
                  </a:lnTo>
                  <a:lnTo>
                    <a:pt x="2441734" y="1569815"/>
                  </a:lnTo>
                  <a:lnTo>
                    <a:pt x="2440496" y="1568101"/>
                  </a:lnTo>
                  <a:lnTo>
                    <a:pt x="2438877" y="1566386"/>
                  </a:lnTo>
                  <a:lnTo>
                    <a:pt x="2436781" y="1564386"/>
                  </a:lnTo>
                  <a:lnTo>
                    <a:pt x="2436210" y="1563815"/>
                  </a:lnTo>
                  <a:lnTo>
                    <a:pt x="2432495" y="1562100"/>
                  </a:lnTo>
                  <a:lnTo>
                    <a:pt x="2431828" y="1561338"/>
                  </a:lnTo>
                  <a:lnTo>
                    <a:pt x="2431447" y="1560290"/>
                  </a:lnTo>
                  <a:lnTo>
                    <a:pt x="2431447" y="1559147"/>
                  </a:lnTo>
                  <a:lnTo>
                    <a:pt x="2432780" y="1556956"/>
                  </a:lnTo>
                  <a:lnTo>
                    <a:pt x="2432209" y="1556576"/>
                  </a:lnTo>
                  <a:lnTo>
                    <a:pt x="2430971" y="1556480"/>
                  </a:lnTo>
                  <a:lnTo>
                    <a:pt x="2429637" y="1556195"/>
                  </a:lnTo>
                  <a:lnTo>
                    <a:pt x="2428685" y="1555433"/>
                  </a:lnTo>
                  <a:lnTo>
                    <a:pt x="2428113" y="1554766"/>
                  </a:lnTo>
                  <a:lnTo>
                    <a:pt x="2427542" y="1554671"/>
                  </a:lnTo>
                  <a:lnTo>
                    <a:pt x="2426589" y="1555528"/>
                  </a:lnTo>
                  <a:lnTo>
                    <a:pt x="2425922" y="1556290"/>
                  </a:lnTo>
                  <a:lnTo>
                    <a:pt x="2425161" y="1557052"/>
                  </a:lnTo>
                  <a:lnTo>
                    <a:pt x="2424208" y="1557433"/>
                  </a:lnTo>
                  <a:lnTo>
                    <a:pt x="2423065" y="1556956"/>
                  </a:lnTo>
                  <a:lnTo>
                    <a:pt x="2423827" y="1556480"/>
                  </a:lnTo>
                  <a:lnTo>
                    <a:pt x="2424684" y="1556099"/>
                  </a:lnTo>
                  <a:lnTo>
                    <a:pt x="2425351" y="1555528"/>
                  </a:lnTo>
                  <a:lnTo>
                    <a:pt x="2425637" y="1554575"/>
                  </a:lnTo>
                  <a:lnTo>
                    <a:pt x="2426780" y="1551908"/>
                  </a:lnTo>
                  <a:lnTo>
                    <a:pt x="2426875" y="1551432"/>
                  </a:lnTo>
                  <a:lnTo>
                    <a:pt x="2427256" y="1551051"/>
                  </a:lnTo>
                  <a:lnTo>
                    <a:pt x="2426875" y="1550194"/>
                  </a:lnTo>
                  <a:lnTo>
                    <a:pt x="2425922" y="1548860"/>
                  </a:lnTo>
                  <a:lnTo>
                    <a:pt x="2425256" y="1548289"/>
                  </a:lnTo>
                  <a:lnTo>
                    <a:pt x="2423351" y="1547146"/>
                  </a:lnTo>
                  <a:lnTo>
                    <a:pt x="2424779" y="1546860"/>
                  </a:lnTo>
                  <a:lnTo>
                    <a:pt x="2425827" y="1547717"/>
                  </a:lnTo>
                  <a:lnTo>
                    <a:pt x="2426685" y="1548765"/>
                  </a:lnTo>
                  <a:lnTo>
                    <a:pt x="2427542" y="1549337"/>
                  </a:lnTo>
                  <a:lnTo>
                    <a:pt x="2430304" y="1548860"/>
                  </a:lnTo>
                  <a:lnTo>
                    <a:pt x="2431066" y="1548860"/>
                  </a:lnTo>
                  <a:lnTo>
                    <a:pt x="2432304" y="1549241"/>
                  </a:lnTo>
                  <a:lnTo>
                    <a:pt x="2432971" y="1549337"/>
                  </a:lnTo>
                  <a:lnTo>
                    <a:pt x="2434209" y="1549718"/>
                  </a:lnTo>
                  <a:lnTo>
                    <a:pt x="2435447" y="1550670"/>
                  </a:lnTo>
                  <a:lnTo>
                    <a:pt x="2436495" y="1551813"/>
                  </a:lnTo>
                  <a:lnTo>
                    <a:pt x="2437162" y="1552766"/>
                  </a:lnTo>
                  <a:lnTo>
                    <a:pt x="2437829" y="1555909"/>
                  </a:lnTo>
                  <a:lnTo>
                    <a:pt x="2438495" y="1556861"/>
                  </a:lnTo>
                  <a:lnTo>
                    <a:pt x="2439638" y="1555623"/>
                  </a:lnTo>
                  <a:lnTo>
                    <a:pt x="2439638" y="1556956"/>
                  </a:lnTo>
                  <a:lnTo>
                    <a:pt x="2439067" y="1559338"/>
                  </a:lnTo>
                  <a:lnTo>
                    <a:pt x="2438972" y="1560576"/>
                  </a:lnTo>
                  <a:lnTo>
                    <a:pt x="2439162" y="1561529"/>
                  </a:lnTo>
                  <a:lnTo>
                    <a:pt x="2439638" y="1562481"/>
                  </a:lnTo>
                  <a:lnTo>
                    <a:pt x="2443353" y="1568196"/>
                  </a:lnTo>
                  <a:lnTo>
                    <a:pt x="2444877" y="1569720"/>
                  </a:lnTo>
                  <a:lnTo>
                    <a:pt x="2446592" y="1570958"/>
                  </a:lnTo>
                  <a:lnTo>
                    <a:pt x="2448592" y="1571911"/>
                  </a:lnTo>
                  <a:lnTo>
                    <a:pt x="2450783" y="1572673"/>
                  </a:lnTo>
                  <a:lnTo>
                    <a:pt x="2453164" y="1573054"/>
                  </a:lnTo>
                  <a:lnTo>
                    <a:pt x="2455640" y="1573054"/>
                  </a:lnTo>
                  <a:lnTo>
                    <a:pt x="2457927" y="1572292"/>
                  </a:lnTo>
                  <a:lnTo>
                    <a:pt x="2459641" y="1570863"/>
                  </a:lnTo>
                  <a:lnTo>
                    <a:pt x="2462879" y="1567529"/>
                  </a:lnTo>
                  <a:lnTo>
                    <a:pt x="2466404" y="1565815"/>
                  </a:lnTo>
                  <a:lnTo>
                    <a:pt x="2469737" y="1564005"/>
                  </a:lnTo>
                  <a:lnTo>
                    <a:pt x="2471357" y="1564005"/>
                  </a:lnTo>
                  <a:lnTo>
                    <a:pt x="2473643" y="1564386"/>
                  </a:lnTo>
                  <a:lnTo>
                    <a:pt x="2477262" y="1564386"/>
                  </a:lnTo>
                  <a:lnTo>
                    <a:pt x="2482977" y="1566958"/>
                  </a:lnTo>
                  <a:lnTo>
                    <a:pt x="2486502" y="1567815"/>
                  </a:lnTo>
                  <a:lnTo>
                    <a:pt x="2488406" y="1569720"/>
                  </a:lnTo>
                  <a:lnTo>
                    <a:pt x="2491454" y="1573721"/>
                  </a:lnTo>
                  <a:lnTo>
                    <a:pt x="2491740" y="1574197"/>
                  </a:lnTo>
                  <a:lnTo>
                    <a:pt x="2492216" y="1575340"/>
                  </a:lnTo>
                  <a:lnTo>
                    <a:pt x="2492597" y="1575530"/>
                  </a:lnTo>
                  <a:lnTo>
                    <a:pt x="2493455" y="1575721"/>
                  </a:lnTo>
                  <a:lnTo>
                    <a:pt x="2493645" y="1576197"/>
                  </a:lnTo>
                  <a:lnTo>
                    <a:pt x="2493550" y="1576769"/>
                  </a:lnTo>
                  <a:lnTo>
                    <a:pt x="2493550" y="1577245"/>
                  </a:lnTo>
                  <a:lnTo>
                    <a:pt x="2493455" y="1578674"/>
                  </a:lnTo>
                  <a:lnTo>
                    <a:pt x="2494026" y="1579912"/>
                  </a:lnTo>
                  <a:lnTo>
                    <a:pt x="2495455" y="1580579"/>
                  </a:lnTo>
                  <a:lnTo>
                    <a:pt x="2496884" y="1580198"/>
                  </a:lnTo>
                  <a:lnTo>
                    <a:pt x="2498694" y="1580293"/>
                  </a:lnTo>
                  <a:lnTo>
                    <a:pt x="2499836" y="1580674"/>
                  </a:lnTo>
                  <a:lnTo>
                    <a:pt x="2501075" y="1581436"/>
                  </a:lnTo>
                  <a:lnTo>
                    <a:pt x="2502599" y="1581817"/>
                  </a:lnTo>
                  <a:lnTo>
                    <a:pt x="2506313" y="1579340"/>
                  </a:lnTo>
                  <a:lnTo>
                    <a:pt x="2508599" y="1577531"/>
                  </a:lnTo>
                  <a:lnTo>
                    <a:pt x="2511647" y="1576006"/>
                  </a:lnTo>
                  <a:lnTo>
                    <a:pt x="2513267" y="1576483"/>
                  </a:lnTo>
                  <a:lnTo>
                    <a:pt x="2518505" y="1579150"/>
                  </a:lnTo>
                  <a:lnTo>
                    <a:pt x="2521839" y="1580960"/>
                  </a:lnTo>
                  <a:lnTo>
                    <a:pt x="2522601" y="1581245"/>
                  </a:lnTo>
                  <a:lnTo>
                    <a:pt x="2522887" y="1581531"/>
                  </a:lnTo>
                  <a:lnTo>
                    <a:pt x="2523268" y="1582102"/>
                  </a:lnTo>
                  <a:lnTo>
                    <a:pt x="2523744" y="1582674"/>
                  </a:lnTo>
                  <a:lnTo>
                    <a:pt x="2524316" y="1582960"/>
                  </a:lnTo>
                  <a:lnTo>
                    <a:pt x="2525554" y="1583341"/>
                  </a:lnTo>
                  <a:lnTo>
                    <a:pt x="2526792" y="1583817"/>
                  </a:lnTo>
                  <a:lnTo>
                    <a:pt x="2528507" y="1584865"/>
                  </a:lnTo>
                  <a:lnTo>
                    <a:pt x="2530983" y="1585817"/>
                  </a:lnTo>
                  <a:lnTo>
                    <a:pt x="2532031" y="1586389"/>
                  </a:lnTo>
                  <a:lnTo>
                    <a:pt x="2533460" y="1586579"/>
                  </a:lnTo>
                  <a:lnTo>
                    <a:pt x="2535841" y="1587151"/>
                  </a:lnTo>
                  <a:lnTo>
                    <a:pt x="2539461" y="1588389"/>
                  </a:lnTo>
                  <a:lnTo>
                    <a:pt x="2542318" y="1588389"/>
                  </a:lnTo>
                  <a:lnTo>
                    <a:pt x="2544604" y="1587437"/>
                  </a:lnTo>
                  <a:lnTo>
                    <a:pt x="2545461" y="1586198"/>
                  </a:lnTo>
                  <a:lnTo>
                    <a:pt x="2544985" y="1584484"/>
                  </a:lnTo>
                  <a:lnTo>
                    <a:pt x="2543937" y="1582484"/>
                  </a:lnTo>
                  <a:lnTo>
                    <a:pt x="2542508" y="1580007"/>
                  </a:lnTo>
                  <a:lnTo>
                    <a:pt x="2542508" y="1577626"/>
                  </a:lnTo>
                  <a:lnTo>
                    <a:pt x="2541080" y="1575054"/>
                  </a:lnTo>
                  <a:lnTo>
                    <a:pt x="2539841" y="1573625"/>
                  </a:lnTo>
                  <a:lnTo>
                    <a:pt x="2539651" y="1572101"/>
                  </a:lnTo>
                  <a:lnTo>
                    <a:pt x="2538413" y="1570958"/>
                  </a:lnTo>
                  <a:lnTo>
                    <a:pt x="2536603" y="1569434"/>
                  </a:lnTo>
                  <a:lnTo>
                    <a:pt x="2534603" y="1568101"/>
                  </a:lnTo>
                  <a:lnTo>
                    <a:pt x="2534127" y="1567529"/>
                  </a:lnTo>
                  <a:lnTo>
                    <a:pt x="2532317" y="1566481"/>
                  </a:lnTo>
                  <a:lnTo>
                    <a:pt x="2530888" y="1565243"/>
                  </a:lnTo>
                  <a:lnTo>
                    <a:pt x="2527649" y="1563719"/>
                  </a:lnTo>
                  <a:lnTo>
                    <a:pt x="2525554" y="1562767"/>
                  </a:lnTo>
                  <a:lnTo>
                    <a:pt x="2524316" y="1562386"/>
                  </a:lnTo>
                  <a:lnTo>
                    <a:pt x="2522506" y="1562291"/>
                  </a:lnTo>
                  <a:lnTo>
                    <a:pt x="2522030" y="1562386"/>
                  </a:lnTo>
                  <a:lnTo>
                    <a:pt x="2521744" y="1562291"/>
                  </a:lnTo>
                  <a:lnTo>
                    <a:pt x="2521268" y="1561719"/>
                  </a:lnTo>
                  <a:lnTo>
                    <a:pt x="2520982" y="1561624"/>
                  </a:lnTo>
                  <a:lnTo>
                    <a:pt x="2520696" y="1561719"/>
                  </a:lnTo>
                  <a:lnTo>
                    <a:pt x="2520411" y="1562005"/>
                  </a:lnTo>
                  <a:lnTo>
                    <a:pt x="2520029" y="1562195"/>
                  </a:lnTo>
                  <a:lnTo>
                    <a:pt x="2519744" y="1562100"/>
                  </a:lnTo>
                  <a:lnTo>
                    <a:pt x="2519172" y="1560862"/>
                  </a:lnTo>
                  <a:lnTo>
                    <a:pt x="2519172" y="1559814"/>
                  </a:lnTo>
                  <a:lnTo>
                    <a:pt x="2518886" y="1559052"/>
                  </a:lnTo>
                  <a:lnTo>
                    <a:pt x="2517458" y="1558766"/>
                  </a:lnTo>
                  <a:lnTo>
                    <a:pt x="2515838" y="1555147"/>
                  </a:lnTo>
                  <a:lnTo>
                    <a:pt x="2515457" y="1554861"/>
                  </a:lnTo>
                  <a:lnTo>
                    <a:pt x="2515743" y="1554385"/>
                  </a:lnTo>
                  <a:lnTo>
                    <a:pt x="2516315" y="1554194"/>
                  </a:lnTo>
                  <a:lnTo>
                    <a:pt x="2517648" y="1554004"/>
                  </a:lnTo>
                  <a:lnTo>
                    <a:pt x="2518410" y="1553718"/>
                  </a:lnTo>
                  <a:lnTo>
                    <a:pt x="2518601" y="1553623"/>
                  </a:lnTo>
                  <a:lnTo>
                    <a:pt x="2518505" y="1553337"/>
                  </a:lnTo>
                  <a:lnTo>
                    <a:pt x="2518410" y="1552480"/>
                  </a:lnTo>
                  <a:lnTo>
                    <a:pt x="2517648" y="1547336"/>
                  </a:lnTo>
                  <a:lnTo>
                    <a:pt x="2517077" y="1545336"/>
                  </a:lnTo>
                  <a:lnTo>
                    <a:pt x="2515172" y="1543526"/>
                  </a:lnTo>
                  <a:lnTo>
                    <a:pt x="2510790" y="1541526"/>
                  </a:lnTo>
                  <a:lnTo>
                    <a:pt x="2507837" y="1540002"/>
                  </a:lnTo>
                  <a:lnTo>
                    <a:pt x="2506599" y="1539621"/>
                  </a:lnTo>
                  <a:lnTo>
                    <a:pt x="2505647" y="1539050"/>
                  </a:lnTo>
                  <a:lnTo>
                    <a:pt x="2504789" y="1538573"/>
                  </a:lnTo>
                  <a:lnTo>
                    <a:pt x="2502789" y="1537811"/>
                  </a:lnTo>
                  <a:lnTo>
                    <a:pt x="2502122" y="1538383"/>
                  </a:lnTo>
                  <a:lnTo>
                    <a:pt x="2501741" y="1538383"/>
                  </a:lnTo>
                  <a:lnTo>
                    <a:pt x="2501646" y="1536954"/>
                  </a:lnTo>
                  <a:lnTo>
                    <a:pt x="2500979" y="1536002"/>
                  </a:lnTo>
                  <a:lnTo>
                    <a:pt x="2499932" y="1535525"/>
                  </a:lnTo>
                  <a:lnTo>
                    <a:pt x="2498694" y="1534668"/>
                  </a:lnTo>
                  <a:lnTo>
                    <a:pt x="2497551" y="1534001"/>
                  </a:lnTo>
                  <a:lnTo>
                    <a:pt x="2495169" y="1532382"/>
                  </a:lnTo>
                  <a:lnTo>
                    <a:pt x="2493550" y="1531715"/>
                  </a:lnTo>
                  <a:lnTo>
                    <a:pt x="2491836" y="1530191"/>
                  </a:lnTo>
                  <a:lnTo>
                    <a:pt x="2491550" y="1528381"/>
                  </a:lnTo>
                  <a:lnTo>
                    <a:pt x="2489264" y="1527715"/>
                  </a:lnTo>
                  <a:lnTo>
                    <a:pt x="2487454" y="1526096"/>
                  </a:lnTo>
                  <a:lnTo>
                    <a:pt x="2487454" y="1525334"/>
                  </a:lnTo>
                  <a:lnTo>
                    <a:pt x="2488026" y="1524381"/>
                  </a:lnTo>
                  <a:lnTo>
                    <a:pt x="2488406" y="1524762"/>
                  </a:lnTo>
                  <a:lnTo>
                    <a:pt x="2488121" y="1525143"/>
                  </a:lnTo>
                  <a:lnTo>
                    <a:pt x="2488216" y="1525619"/>
                  </a:lnTo>
                  <a:lnTo>
                    <a:pt x="2488597" y="1526096"/>
                  </a:lnTo>
                  <a:lnTo>
                    <a:pt x="2489169" y="1526477"/>
                  </a:lnTo>
                  <a:lnTo>
                    <a:pt x="2489169" y="1524572"/>
                  </a:lnTo>
                  <a:lnTo>
                    <a:pt x="2488692" y="1522286"/>
                  </a:lnTo>
                  <a:lnTo>
                    <a:pt x="2490121" y="1521333"/>
                  </a:lnTo>
                  <a:lnTo>
                    <a:pt x="2491454" y="1518761"/>
                  </a:lnTo>
                  <a:lnTo>
                    <a:pt x="2491645" y="1516856"/>
                  </a:lnTo>
                  <a:lnTo>
                    <a:pt x="2490597" y="1509427"/>
                  </a:lnTo>
                  <a:lnTo>
                    <a:pt x="2490597" y="1508474"/>
                  </a:lnTo>
                  <a:lnTo>
                    <a:pt x="2490978" y="1506188"/>
                  </a:lnTo>
                  <a:lnTo>
                    <a:pt x="2490693" y="1505426"/>
                  </a:lnTo>
                  <a:lnTo>
                    <a:pt x="2489454" y="1505045"/>
                  </a:lnTo>
                  <a:lnTo>
                    <a:pt x="2488311" y="1505236"/>
                  </a:lnTo>
                  <a:lnTo>
                    <a:pt x="2487645" y="1505522"/>
                  </a:lnTo>
                  <a:lnTo>
                    <a:pt x="2487263" y="1505236"/>
                  </a:lnTo>
                  <a:lnTo>
                    <a:pt x="2486882" y="1503712"/>
                  </a:lnTo>
                  <a:lnTo>
                    <a:pt x="2486882" y="1501331"/>
                  </a:lnTo>
                  <a:lnTo>
                    <a:pt x="2486502" y="1500473"/>
                  </a:lnTo>
                  <a:lnTo>
                    <a:pt x="2485454" y="1500283"/>
                  </a:lnTo>
                  <a:lnTo>
                    <a:pt x="2486216" y="1498473"/>
                  </a:lnTo>
                  <a:lnTo>
                    <a:pt x="2485073" y="1496759"/>
                  </a:lnTo>
                  <a:lnTo>
                    <a:pt x="2482215" y="1494282"/>
                  </a:lnTo>
                  <a:lnTo>
                    <a:pt x="2482691" y="1494282"/>
                  </a:lnTo>
                  <a:lnTo>
                    <a:pt x="2482882" y="1494092"/>
                  </a:lnTo>
                  <a:lnTo>
                    <a:pt x="2482882" y="1493139"/>
                  </a:lnTo>
                  <a:lnTo>
                    <a:pt x="2482787" y="1492949"/>
                  </a:lnTo>
                  <a:lnTo>
                    <a:pt x="2482215" y="1492377"/>
                  </a:lnTo>
                  <a:lnTo>
                    <a:pt x="2482120" y="1492091"/>
                  </a:lnTo>
                  <a:lnTo>
                    <a:pt x="2482215" y="1491710"/>
                  </a:lnTo>
                  <a:lnTo>
                    <a:pt x="2482501" y="1491520"/>
                  </a:lnTo>
                  <a:lnTo>
                    <a:pt x="2482787" y="1491425"/>
                  </a:lnTo>
                  <a:lnTo>
                    <a:pt x="2483072" y="1491234"/>
                  </a:lnTo>
                  <a:lnTo>
                    <a:pt x="2483168" y="1490377"/>
                  </a:lnTo>
                  <a:lnTo>
                    <a:pt x="2482501" y="1489805"/>
                  </a:lnTo>
                  <a:lnTo>
                    <a:pt x="2481548" y="1489424"/>
                  </a:lnTo>
                  <a:lnTo>
                    <a:pt x="2480882" y="1489329"/>
                  </a:lnTo>
                  <a:lnTo>
                    <a:pt x="2480215" y="1488948"/>
                  </a:lnTo>
                  <a:lnTo>
                    <a:pt x="2479453" y="1487996"/>
                  </a:lnTo>
                  <a:lnTo>
                    <a:pt x="2478786" y="1486948"/>
                  </a:lnTo>
                  <a:lnTo>
                    <a:pt x="2478501" y="1486091"/>
                  </a:lnTo>
                  <a:lnTo>
                    <a:pt x="2478215" y="1481328"/>
                  </a:lnTo>
                  <a:lnTo>
                    <a:pt x="2478024" y="1480376"/>
                  </a:lnTo>
                  <a:lnTo>
                    <a:pt x="2477072" y="1477899"/>
                  </a:lnTo>
                  <a:lnTo>
                    <a:pt x="2476691" y="1477232"/>
                  </a:lnTo>
                  <a:lnTo>
                    <a:pt x="2473833" y="1473803"/>
                  </a:lnTo>
                  <a:lnTo>
                    <a:pt x="2473357" y="1472851"/>
                  </a:lnTo>
                  <a:lnTo>
                    <a:pt x="2472119" y="1469898"/>
                  </a:lnTo>
                  <a:lnTo>
                    <a:pt x="2471452" y="1468850"/>
                  </a:lnTo>
                  <a:lnTo>
                    <a:pt x="2469261" y="1466374"/>
                  </a:lnTo>
                  <a:lnTo>
                    <a:pt x="2469547" y="1465802"/>
                  </a:lnTo>
                  <a:lnTo>
                    <a:pt x="2469833" y="1465517"/>
                  </a:lnTo>
                  <a:lnTo>
                    <a:pt x="2470214" y="1465517"/>
                  </a:lnTo>
                  <a:lnTo>
                    <a:pt x="2470690" y="1465802"/>
                  </a:lnTo>
                  <a:lnTo>
                    <a:pt x="2470404" y="1463231"/>
                  </a:lnTo>
                  <a:lnTo>
                    <a:pt x="2470309" y="1460849"/>
                  </a:lnTo>
                  <a:lnTo>
                    <a:pt x="2469928" y="1459706"/>
                  </a:lnTo>
                  <a:lnTo>
                    <a:pt x="2469071" y="1458944"/>
                  </a:lnTo>
                  <a:lnTo>
                    <a:pt x="2468118" y="1458277"/>
                  </a:lnTo>
                  <a:lnTo>
                    <a:pt x="2467356" y="1457516"/>
                  </a:lnTo>
                  <a:lnTo>
                    <a:pt x="2467452" y="1456563"/>
                  </a:lnTo>
                  <a:lnTo>
                    <a:pt x="2467070" y="1455134"/>
                  </a:lnTo>
                  <a:lnTo>
                    <a:pt x="2466404" y="1453801"/>
                  </a:lnTo>
                  <a:lnTo>
                    <a:pt x="2465737" y="1453229"/>
                  </a:lnTo>
                  <a:lnTo>
                    <a:pt x="2465070" y="1452944"/>
                  </a:lnTo>
                  <a:lnTo>
                    <a:pt x="2464689" y="1452372"/>
                  </a:lnTo>
                  <a:lnTo>
                    <a:pt x="2464594" y="1451801"/>
                  </a:lnTo>
                  <a:lnTo>
                    <a:pt x="2465356" y="1451229"/>
                  </a:lnTo>
                  <a:lnTo>
                    <a:pt x="2465356" y="1450562"/>
                  </a:lnTo>
                  <a:lnTo>
                    <a:pt x="2465070" y="1449324"/>
                  </a:lnTo>
                  <a:lnTo>
                    <a:pt x="2463832" y="1445895"/>
                  </a:lnTo>
                  <a:lnTo>
                    <a:pt x="2463070" y="1441704"/>
                  </a:lnTo>
                  <a:lnTo>
                    <a:pt x="2462784" y="1441133"/>
                  </a:lnTo>
                  <a:lnTo>
                    <a:pt x="2462403" y="1440656"/>
                  </a:lnTo>
                  <a:lnTo>
                    <a:pt x="2462118" y="1440180"/>
                  </a:lnTo>
                  <a:lnTo>
                    <a:pt x="2461832" y="1439132"/>
                  </a:lnTo>
                  <a:lnTo>
                    <a:pt x="2460594" y="1436942"/>
                  </a:lnTo>
                  <a:lnTo>
                    <a:pt x="2460594" y="1435322"/>
                  </a:lnTo>
                  <a:lnTo>
                    <a:pt x="2460212" y="1434370"/>
                  </a:lnTo>
                  <a:lnTo>
                    <a:pt x="2459831" y="1432941"/>
                  </a:lnTo>
                  <a:lnTo>
                    <a:pt x="2459260" y="1431036"/>
                  </a:lnTo>
                  <a:lnTo>
                    <a:pt x="2457927" y="1428464"/>
                  </a:lnTo>
                  <a:lnTo>
                    <a:pt x="2457545" y="1427036"/>
                  </a:lnTo>
                  <a:lnTo>
                    <a:pt x="2457450" y="1425512"/>
                  </a:lnTo>
                  <a:lnTo>
                    <a:pt x="2457069" y="1424178"/>
                  </a:lnTo>
                  <a:lnTo>
                    <a:pt x="2456117" y="1423416"/>
                  </a:lnTo>
                  <a:lnTo>
                    <a:pt x="2449735" y="1421130"/>
                  </a:lnTo>
                  <a:lnTo>
                    <a:pt x="2447639" y="1419987"/>
                  </a:lnTo>
                  <a:lnTo>
                    <a:pt x="2444687" y="1417320"/>
                  </a:lnTo>
                  <a:lnTo>
                    <a:pt x="2442591" y="1415987"/>
                  </a:lnTo>
                  <a:lnTo>
                    <a:pt x="2440305" y="1414939"/>
                  </a:lnTo>
                  <a:lnTo>
                    <a:pt x="2438495" y="1414463"/>
                  </a:lnTo>
                  <a:lnTo>
                    <a:pt x="2436210" y="1414367"/>
                  </a:lnTo>
                  <a:lnTo>
                    <a:pt x="2434304" y="1414081"/>
                  </a:lnTo>
                  <a:lnTo>
                    <a:pt x="2432685" y="1413320"/>
                  </a:lnTo>
                  <a:lnTo>
                    <a:pt x="2430399" y="1411224"/>
                  </a:lnTo>
                  <a:lnTo>
                    <a:pt x="2429256" y="1410557"/>
                  </a:lnTo>
                  <a:lnTo>
                    <a:pt x="2428018" y="1410081"/>
                  </a:lnTo>
                  <a:lnTo>
                    <a:pt x="2426970" y="1409891"/>
                  </a:lnTo>
                  <a:lnTo>
                    <a:pt x="2425541" y="1410081"/>
                  </a:lnTo>
                  <a:lnTo>
                    <a:pt x="2424970" y="1409891"/>
                  </a:lnTo>
                  <a:lnTo>
                    <a:pt x="2424779" y="1409700"/>
                  </a:lnTo>
                  <a:lnTo>
                    <a:pt x="2424684" y="1409414"/>
                  </a:lnTo>
                  <a:lnTo>
                    <a:pt x="2424684" y="1409129"/>
                  </a:lnTo>
                  <a:lnTo>
                    <a:pt x="2424684" y="1408843"/>
                  </a:lnTo>
                  <a:lnTo>
                    <a:pt x="2422970" y="1408081"/>
                  </a:lnTo>
                  <a:lnTo>
                    <a:pt x="2422494" y="1407700"/>
                  </a:lnTo>
                  <a:lnTo>
                    <a:pt x="2421922" y="1406843"/>
                  </a:lnTo>
                  <a:lnTo>
                    <a:pt x="2418874" y="1404747"/>
                  </a:lnTo>
                  <a:lnTo>
                    <a:pt x="2414873" y="1400366"/>
                  </a:lnTo>
                  <a:lnTo>
                    <a:pt x="2415731" y="1399508"/>
                  </a:lnTo>
                  <a:lnTo>
                    <a:pt x="2415826" y="1398461"/>
                  </a:lnTo>
                  <a:lnTo>
                    <a:pt x="2415254" y="1397413"/>
                  </a:lnTo>
                  <a:lnTo>
                    <a:pt x="2414111" y="1396556"/>
                  </a:lnTo>
                  <a:lnTo>
                    <a:pt x="2413349" y="1396270"/>
                  </a:lnTo>
                  <a:lnTo>
                    <a:pt x="2411921" y="1396175"/>
                  </a:lnTo>
                  <a:lnTo>
                    <a:pt x="2411159" y="1395984"/>
                  </a:lnTo>
                  <a:lnTo>
                    <a:pt x="2410492" y="1395603"/>
                  </a:lnTo>
                  <a:lnTo>
                    <a:pt x="2409539" y="1394651"/>
                  </a:lnTo>
                  <a:lnTo>
                    <a:pt x="2408968" y="1394270"/>
                  </a:lnTo>
                  <a:lnTo>
                    <a:pt x="2408396" y="1395031"/>
                  </a:lnTo>
                  <a:lnTo>
                    <a:pt x="2407825" y="1395603"/>
                  </a:lnTo>
                  <a:lnTo>
                    <a:pt x="2407158" y="1395889"/>
                  </a:lnTo>
                  <a:lnTo>
                    <a:pt x="2406111" y="1395984"/>
                  </a:lnTo>
                  <a:lnTo>
                    <a:pt x="2403539" y="1395508"/>
                  </a:lnTo>
                  <a:lnTo>
                    <a:pt x="2402872" y="1395603"/>
                  </a:lnTo>
                  <a:lnTo>
                    <a:pt x="2402396" y="1396270"/>
                  </a:lnTo>
                  <a:lnTo>
                    <a:pt x="2401824" y="1398270"/>
                  </a:lnTo>
                  <a:lnTo>
                    <a:pt x="2401443" y="1398651"/>
                  </a:lnTo>
                  <a:lnTo>
                    <a:pt x="2400872" y="1398270"/>
                  </a:lnTo>
                  <a:lnTo>
                    <a:pt x="2400681" y="1397318"/>
                  </a:lnTo>
                  <a:lnTo>
                    <a:pt x="2400777" y="1396270"/>
                  </a:lnTo>
                  <a:lnTo>
                    <a:pt x="2401062" y="1395603"/>
                  </a:lnTo>
                  <a:lnTo>
                    <a:pt x="2400681" y="1395127"/>
                  </a:lnTo>
                  <a:lnTo>
                    <a:pt x="2401348" y="1393984"/>
                  </a:lnTo>
                  <a:lnTo>
                    <a:pt x="2400872" y="1392365"/>
                  </a:lnTo>
                  <a:lnTo>
                    <a:pt x="2400681" y="1389412"/>
                  </a:lnTo>
                  <a:lnTo>
                    <a:pt x="2401443" y="1384554"/>
                  </a:lnTo>
                  <a:lnTo>
                    <a:pt x="2401062" y="1383506"/>
                  </a:lnTo>
                  <a:lnTo>
                    <a:pt x="2400872" y="1381792"/>
                  </a:lnTo>
                  <a:lnTo>
                    <a:pt x="2400872" y="1380077"/>
                  </a:lnTo>
                  <a:lnTo>
                    <a:pt x="2401253" y="1379030"/>
                  </a:lnTo>
                  <a:lnTo>
                    <a:pt x="2401538" y="1378458"/>
                  </a:lnTo>
                  <a:lnTo>
                    <a:pt x="2401729" y="1376934"/>
                  </a:lnTo>
                  <a:lnTo>
                    <a:pt x="2402015" y="1376363"/>
                  </a:lnTo>
                  <a:lnTo>
                    <a:pt x="2402491" y="1375981"/>
                  </a:lnTo>
                  <a:lnTo>
                    <a:pt x="2402872" y="1375886"/>
                  </a:lnTo>
                  <a:lnTo>
                    <a:pt x="2404015" y="1375791"/>
                  </a:lnTo>
                  <a:lnTo>
                    <a:pt x="2405634" y="1375220"/>
                  </a:lnTo>
                  <a:lnTo>
                    <a:pt x="2407444" y="1374648"/>
                  </a:lnTo>
                  <a:lnTo>
                    <a:pt x="2408587" y="1374458"/>
                  </a:lnTo>
                  <a:lnTo>
                    <a:pt x="2409730" y="1373886"/>
                  </a:lnTo>
                  <a:lnTo>
                    <a:pt x="2410397" y="1372552"/>
                  </a:lnTo>
                  <a:lnTo>
                    <a:pt x="2411254" y="1366933"/>
                  </a:lnTo>
                  <a:lnTo>
                    <a:pt x="2412111" y="1363790"/>
                  </a:lnTo>
                  <a:lnTo>
                    <a:pt x="2412873" y="1362647"/>
                  </a:lnTo>
                  <a:lnTo>
                    <a:pt x="2413064" y="1362266"/>
                  </a:lnTo>
                  <a:lnTo>
                    <a:pt x="2413064" y="1360742"/>
                  </a:lnTo>
                  <a:lnTo>
                    <a:pt x="2413159" y="1359884"/>
                  </a:lnTo>
                  <a:lnTo>
                    <a:pt x="2413445" y="1359408"/>
                  </a:lnTo>
                  <a:lnTo>
                    <a:pt x="2413826" y="1359313"/>
                  </a:lnTo>
                  <a:lnTo>
                    <a:pt x="2415636" y="1359408"/>
                  </a:lnTo>
                  <a:lnTo>
                    <a:pt x="2417636" y="1358741"/>
                  </a:lnTo>
                  <a:lnTo>
                    <a:pt x="2417921" y="1358265"/>
                  </a:lnTo>
                  <a:lnTo>
                    <a:pt x="2418398" y="1357408"/>
                  </a:lnTo>
                  <a:lnTo>
                    <a:pt x="2419922" y="1355693"/>
                  </a:lnTo>
                  <a:lnTo>
                    <a:pt x="2420303" y="1355027"/>
                  </a:lnTo>
                  <a:lnTo>
                    <a:pt x="2420493" y="1354360"/>
                  </a:lnTo>
                  <a:lnTo>
                    <a:pt x="2420588" y="1352836"/>
                  </a:lnTo>
                  <a:lnTo>
                    <a:pt x="2420874" y="1352169"/>
                  </a:lnTo>
                  <a:lnTo>
                    <a:pt x="2422303" y="1350455"/>
                  </a:lnTo>
                  <a:lnTo>
                    <a:pt x="2422494" y="1349978"/>
                  </a:lnTo>
                  <a:lnTo>
                    <a:pt x="2422684" y="1348740"/>
                  </a:lnTo>
                  <a:lnTo>
                    <a:pt x="2424303" y="1344835"/>
                  </a:lnTo>
                  <a:lnTo>
                    <a:pt x="2424684" y="1343311"/>
                  </a:lnTo>
                  <a:lnTo>
                    <a:pt x="2425065" y="1342549"/>
                  </a:lnTo>
                  <a:lnTo>
                    <a:pt x="2425541" y="1342263"/>
                  </a:lnTo>
                  <a:lnTo>
                    <a:pt x="2426113" y="1342168"/>
                  </a:lnTo>
                  <a:lnTo>
                    <a:pt x="2426875" y="1341977"/>
                  </a:lnTo>
                  <a:lnTo>
                    <a:pt x="2427542" y="1341596"/>
                  </a:lnTo>
                  <a:lnTo>
                    <a:pt x="2427828" y="1341215"/>
                  </a:lnTo>
                  <a:lnTo>
                    <a:pt x="2428113" y="1340644"/>
                  </a:lnTo>
                  <a:lnTo>
                    <a:pt x="2428685" y="1340263"/>
                  </a:lnTo>
                  <a:lnTo>
                    <a:pt x="2429447" y="1340168"/>
                  </a:lnTo>
                  <a:lnTo>
                    <a:pt x="2430018" y="1340453"/>
                  </a:lnTo>
                  <a:lnTo>
                    <a:pt x="2430209" y="1340930"/>
                  </a:lnTo>
                  <a:lnTo>
                    <a:pt x="2430209" y="1341501"/>
                  </a:lnTo>
                  <a:lnTo>
                    <a:pt x="2430018" y="1343025"/>
                  </a:lnTo>
                  <a:lnTo>
                    <a:pt x="2431447" y="1341882"/>
                  </a:lnTo>
                  <a:lnTo>
                    <a:pt x="2433543" y="1338358"/>
                  </a:lnTo>
                  <a:lnTo>
                    <a:pt x="2435066" y="1337691"/>
                  </a:lnTo>
                  <a:lnTo>
                    <a:pt x="2434781" y="1339120"/>
                  </a:lnTo>
                  <a:lnTo>
                    <a:pt x="2435257" y="1340358"/>
                  </a:lnTo>
                  <a:lnTo>
                    <a:pt x="2436114" y="1341025"/>
                  </a:lnTo>
                  <a:lnTo>
                    <a:pt x="2436971" y="1340549"/>
                  </a:lnTo>
                  <a:lnTo>
                    <a:pt x="2437353" y="1340263"/>
                  </a:lnTo>
                  <a:lnTo>
                    <a:pt x="2437924" y="1340072"/>
                  </a:lnTo>
                  <a:lnTo>
                    <a:pt x="2438400" y="1339787"/>
                  </a:lnTo>
                  <a:lnTo>
                    <a:pt x="2438591" y="1339215"/>
                  </a:lnTo>
                  <a:lnTo>
                    <a:pt x="2438495" y="1338548"/>
                  </a:lnTo>
                  <a:lnTo>
                    <a:pt x="2438305" y="1338072"/>
                  </a:lnTo>
                  <a:lnTo>
                    <a:pt x="2438210" y="1337596"/>
                  </a:lnTo>
                  <a:lnTo>
                    <a:pt x="2438305" y="1336929"/>
                  </a:lnTo>
                  <a:lnTo>
                    <a:pt x="2438686" y="1336358"/>
                  </a:lnTo>
                  <a:lnTo>
                    <a:pt x="2439829" y="1335119"/>
                  </a:lnTo>
                  <a:lnTo>
                    <a:pt x="2440115" y="1334738"/>
                  </a:lnTo>
                  <a:lnTo>
                    <a:pt x="2439924" y="1334357"/>
                  </a:lnTo>
                  <a:lnTo>
                    <a:pt x="2438305" y="1332738"/>
                  </a:lnTo>
                  <a:lnTo>
                    <a:pt x="2438686" y="1332167"/>
                  </a:lnTo>
                  <a:lnTo>
                    <a:pt x="2439638" y="1331405"/>
                  </a:lnTo>
                  <a:lnTo>
                    <a:pt x="2440305" y="1331119"/>
                  </a:lnTo>
                  <a:lnTo>
                    <a:pt x="2440972" y="1331595"/>
                  </a:lnTo>
                  <a:lnTo>
                    <a:pt x="2442020" y="1333024"/>
                  </a:lnTo>
                  <a:lnTo>
                    <a:pt x="2443734" y="1333310"/>
                  </a:lnTo>
                  <a:lnTo>
                    <a:pt x="2444591" y="1331214"/>
                  </a:lnTo>
                  <a:lnTo>
                    <a:pt x="2445639" y="1325880"/>
                  </a:lnTo>
                  <a:lnTo>
                    <a:pt x="2446306" y="1324642"/>
                  </a:lnTo>
                  <a:lnTo>
                    <a:pt x="2448687" y="1322165"/>
                  </a:lnTo>
                  <a:lnTo>
                    <a:pt x="2449163" y="1321975"/>
                  </a:lnTo>
                  <a:lnTo>
                    <a:pt x="2450687" y="1321975"/>
                  </a:lnTo>
                  <a:lnTo>
                    <a:pt x="2450973" y="1321689"/>
                  </a:lnTo>
                  <a:lnTo>
                    <a:pt x="2451164" y="1321308"/>
                  </a:lnTo>
                  <a:lnTo>
                    <a:pt x="2452116" y="1320070"/>
                  </a:lnTo>
                  <a:lnTo>
                    <a:pt x="2452402" y="1319784"/>
                  </a:lnTo>
                  <a:lnTo>
                    <a:pt x="2453450" y="1319308"/>
                  </a:lnTo>
                  <a:lnTo>
                    <a:pt x="2453450" y="1320165"/>
                  </a:lnTo>
                  <a:lnTo>
                    <a:pt x="2452878" y="1320927"/>
                  </a:lnTo>
                  <a:lnTo>
                    <a:pt x="2452402" y="1321784"/>
                  </a:lnTo>
                  <a:lnTo>
                    <a:pt x="2452688" y="1322927"/>
                  </a:lnTo>
                  <a:lnTo>
                    <a:pt x="2453164" y="1322070"/>
                  </a:lnTo>
                  <a:lnTo>
                    <a:pt x="2455355" y="1319594"/>
                  </a:lnTo>
                  <a:lnTo>
                    <a:pt x="2456307" y="1318831"/>
                  </a:lnTo>
                  <a:lnTo>
                    <a:pt x="2458403" y="1318260"/>
                  </a:lnTo>
                  <a:lnTo>
                    <a:pt x="2459165" y="1317593"/>
                  </a:lnTo>
                  <a:lnTo>
                    <a:pt x="2459451" y="1317117"/>
                  </a:lnTo>
                  <a:lnTo>
                    <a:pt x="2459546" y="1316736"/>
                  </a:lnTo>
                  <a:lnTo>
                    <a:pt x="2459451" y="1316260"/>
                  </a:lnTo>
                  <a:lnTo>
                    <a:pt x="2459070" y="1315688"/>
                  </a:lnTo>
                  <a:lnTo>
                    <a:pt x="2458498" y="1315212"/>
                  </a:lnTo>
                  <a:lnTo>
                    <a:pt x="2458307" y="1315498"/>
                  </a:lnTo>
                  <a:lnTo>
                    <a:pt x="2458212" y="1316069"/>
                  </a:lnTo>
                  <a:lnTo>
                    <a:pt x="2457927" y="1316355"/>
                  </a:lnTo>
                  <a:lnTo>
                    <a:pt x="2456212" y="1317689"/>
                  </a:lnTo>
                  <a:lnTo>
                    <a:pt x="2455545" y="1317784"/>
                  </a:lnTo>
                  <a:lnTo>
                    <a:pt x="2455545" y="1316069"/>
                  </a:lnTo>
                  <a:lnTo>
                    <a:pt x="2453831" y="1317022"/>
                  </a:lnTo>
                  <a:lnTo>
                    <a:pt x="2453164" y="1317022"/>
                  </a:lnTo>
                  <a:lnTo>
                    <a:pt x="2452593" y="1316450"/>
                  </a:lnTo>
                  <a:lnTo>
                    <a:pt x="2452402" y="1315498"/>
                  </a:lnTo>
                  <a:lnTo>
                    <a:pt x="2452497" y="1313117"/>
                  </a:lnTo>
                  <a:lnTo>
                    <a:pt x="2452307" y="1312069"/>
                  </a:lnTo>
                  <a:lnTo>
                    <a:pt x="2451545" y="1311116"/>
                  </a:lnTo>
                  <a:lnTo>
                    <a:pt x="2450592" y="1310735"/>
                  </a:lnTo>
                  <a:lnTo>
                    <a:pt x="2449640" y="1310450"/>
                  </a:lnTo>
                  <a:lnTo>
                    <a:pt x="2448782" y="1309878"/>
                  </a:lnTo>
                  <a:lnTo>
                    <a:pt x="2448211" y="1308830"/>
                  </a:lnTo>
                  <a:lnTo>
                    <a:pt x="2448020" y="1307687"/>
                  </a:lnTo>
                  <a:lnTo>
                    <a:pt x="2448211" y="1306544"/>
                  </a:lnTo>
                  <a:lnTo>
                    <a:pt x="2449068" y="1304830"/>
                  </a:lnTo>
                  <a:lnTo>
                    <a:pt x="2449259" y="1303877"/>
                  </a:lnTo>
                  <a:lnTo>
                    <a:pt x="2449068" y="1303115"/>
                  </a:lnTo>
                  <a:lnTo>
                    <a:pt x="2448306" y="1302734"/>
                  </a:lnTo>
                  <a:lnTo>
                    <a:pt x="2448116" y="1302544"/>
                  </a:lnTo>
                  <a:lnTo>
                    <a:pt x="2448211" y="1302068"/>
                  </a:lnTo>
                  <a:lnTo>
                    <a:pt x="2448497" y="1301591"/>
                  </a:lnTo>
                  <a:lnTo>
                    <a:pt x="2448687" y="1301401"/>
                  </a:lnTo>
                  <a:lnTo>
                    <a:pt x="2449259" y="1301496"/>
                  </a:lnTo>
                  <a:lnTo>
                    <a:pt x="2449449" y="1301687"/>
                  </a:lnTo>
                  <a:lnTo>
                    <a:pt x="2449545" y="1302068"/>
                  </a:lnTo>
                  <a:lnTo>
                    <a:pt x="2449830" y="1302544"/>
                  </a:lnTo>
                  <a:lnTo>
                    <a:pt x="2451259" y="1302639"/>
                  </a:lnTo>
                  <a:lnTo>
                    <a:pt x="2453450" y="1301972"/>
                  </a:lnTo>
                  <a:lnTo>
                    <a:pt x="2455164" y="1301782"/>
                  </a:lnTo>
                  <a:lnTo>
                    <a:pt x="2455069" y="1303306"/>
                  </a:lnTo>
                  <a:lnTo>
                    <a:pt x="2455355" y="1303306"/>
                  </a:lnTo>
                  <a:lnTo>
                    <a:pt x="2455450" y="1303401"/>
                  </a:lnTo>
                  <a:lnTo>
                    <a:pt x="2455545" y="1303592"/>
                  </a:lnTo>
                  <a:lnTo>
                    <a:pt x="2455736" y="1303782"/>
                  </a:lnTo>
                  <a:lnTo>
                    <a:pt x="2456498" y="1303782"/>
                  </a:lnTo>
                  <a:lnTo>
                    <a:pt x="2457545" y="1304449"/>
                  </a:lnTo>
                  <a:lnTo>
                    <a:pt x="2458593" y="1304735"/>
                  </a:lnTo>
                  <a:lnTo>
                    <a:pt x="2459355" y="1303687"/>
                  </a:lnTo>
                  <a:lnTo>
                    <a:pt x="2458117" y="1302925"/>
                  </a:lnTo>
                  <a:lnTo>
                    <a:pt x="2458022" y="1300925"/>
                  </a:lnTo>
                  <a:lnTo>
                    <a:pt x="2458688" y="1299020"/>
                  </a:lnTo>
                  <a:lnTo>
                    <a:pt x="2459736" y="1298353"/>
                  </a:lnTo>
                  <a:lnTo>
                    <a:pt x="2460022" y="1298924"/>
                  </a:lnTo>
                  <a:lnTo>
                    <a:pt x="2460594" y="1301496"/>
                  </a:lnTo>
                  <a:lnTo>
                    <a:pt x="2461451" y="1301782"/>
                  </a:lnTo>
                  <a:lnTo>
                    <a:pt x="2461927" y="1302353"/>
                  </a:lnTo>
                  <a:lnTo>
                    <a:pt x="2462594" y="1303782"/>
                  </a:lnTo>
                  <a:lnTo>
                    <a:pt x="2461165" y="1307402"/>
                  </a:lnTo>
                  <a:lnTo>
                    <a:pt x="2460498" y="1308449"/>
                  </a:lnTo>
                  <a:lnTo>
                    <a:pt x="2460022" y="1309497"/>
                  </a:lnTo>
                  <a:lnTo>
                    <a:pt x="2459927" y="1310354"/>
                  </a:lnTo>
                  <a:lnTo>
                    <a:pt x="2459736" y="1311116"/>
                  </a:lnTo>
                  <a:lnTo>
                    <a:pt x="2458879" y="1311878"/>
                  </a:lnTo>
                  <a:lnTo>
                    <a:pt x="2458879" y="1312259"/>
                  </a:lnTo>
                  <a:lnTo>
                    <a:pt x="2459736" y="1312259"/>
                  </a:lnTo>
                  <a:lnTo>
                    <a:pt x="2460594" y="1312545"/>
                  </a:lnTo>
                  <a:lnTo>
                    <a:pt x="2461355" y="1313021"/>
                  </a:lnTo>
                  <a:lnTo>
                    <a:pt x="2462118" y="1313593"/>
                  </a:lnTo>
                  <a:lnTo>
                    <a:pt x="2462975" y="1313117"/>
                  </a:lnTo>
                  <a:lnTo>
                    <a:pt x="2465737" y="1312259"/>
                  </a:lnTo>
                  <a:lnTo>
                    <a:pt x="2466499" y="1311878"/>
                  </a:lnTo>
                  <a:lnTo>
                    <a:pt x="2467928" y="1310735"/>
                  </a:lnTo>
                  <a:lnTo>
                    <a:pt x="2468499" y="1310545"/>
                  </a:lnTo>
                  <a:lnTo>
                    <a:pt x="2470595" y="1310545"/>
                  </a:lnTo>
                  <a:lnTo>
                    <a:pt x="2471738" y="1310354"/>
                  </a:lnTo>
                  <a:lnTo>
                    <a:pt x="2472214" y="1309783"/>
                  </a:lnTo>
                  <a:lnTo>
                    <a:pt x="2472500" y="1308830"/>
                  </a:lnTo>
                  <a:lnTo>
                    <a:pt x="2473262" y="1308735"/>
                  </a:lnTo>
                  <a:lnTo>
                    <a:pt x="2474786" y="1309116"/>
                  </a:lnTo>
                  <a:lnTo>
                    <a:pt x="2476024" y="1308259"/>
                  </a:lnTo>
                  <a:lnTo>
                    <a:pt x="2476214" y="1308354"/>
                  </a:lnTo>
                  <a:lnTo>
                    <a:pt x="2476405" y="1308545"/>
                  </a:lnTo>
                  <a:lnTo>
                    <a:pt x="2476595" y="1308640"/>
                  </a:lnTo>
                  <a:lnTo>
                    <a:pt x="2480215" y="1306830"/>
                  </a:lnTo>
                  <a:lnTo>
                    <a:pt x="2480596" y="1306068"/>
                  </a:lnTo>
                  <a:lnTo>
                    <a:pt x="2480024" y="1304830"/>
                  </a:lnTo>
                  <a:lnTo>
                    <a:pt x="2479739" y="1303973"/>
                  </a:lnTo>
                  <a:lnTo>
                    <a:pt x="2479072" y="1299877"/>
                  </a:lnTo>
                  <a:lnTo>
                    <a:pt x="2478786" y="1298924"/>
                  </a:lnTo>
                  <a:lnTo>
                    <a:pt x="2478215" y="1298162"/>
                  </a:lnTo>
                  <a:lnTo>
                    <a:pt x="2477929" y="1297496"/>
                  </a:lnTo>
                  <a:lnTo>
                    <a:pt x="2478310" y="1296638"/>
                  </a:lnTo>
                  <a:lnTo>
                    <a:pt x="2477643" y="1295972"/>
                  </a:lnTo>
                  <a:lnTo>
                    <a:pt x="2477357" y="1295305"/>
                  </a:lnTo>
                  <a:lnTo>
                    <a:pt x="2477548" y="1294733"/>
                  </a:lnTo>
                  <a:lnTo>
                    <a:pt x="2478310" y="1294352"/>
                  </a:lnTo>
                  <a:lnTo>
                    <a:pt x="2478691" y="1294448"/>
                  </a:lnTo>
                  <a:lnTo>
                    <a:pt x="2480024" y="1295114"/>
                  </a:lnTo>
                  <a:lnTo>
                    <a:pt x="2480691" y="1295305"/>
                  </a:lnTo>
                  <a:lnTo>
                    <a:pt x="2481453" y="1294829"/>
                  </a:lnTo>
                  <a:lnTo>
                    <a:pt x="2480786" y="1293590"/>
                  </a:lnTo>
                  <a:lnTo>
                    <a:pt x="2479834" y="1292162"/>
                  </a:lnTo>
                  <a:lnTo>
                    <a:pt x="2479644" y="1291114"/>
                  </a:lnTo>
                  <a:lnTo>
                    <a:pt x="2481072" y="1288447"/>
                  </a:lnTo>
                  <a:lnTo>
                    <a:pt x="2481358" y="1288161"/>
                  </a:lnTo>
                  <a:lnTo>
                    <a:pt x="2482025" y="1287875"/>
                  </a:lnTo>
                  <a:lnTo>
                    <a:pt x="2482311" y="1287685"/>
                  </a:lnTo>
                  <a:lnTo>
                    <a:pt x="2482501" y="1287399"/>
                  </a:lnTo>
                  <a:lnTo>
                    <a:pt x="2482882" y="1286542"/>
                  </a:lnTo>
                  <a:lnTo>
                    <a:pt x="2483072" y="1286351"/>
                  </a:lnTo>
                  <a:lnTo>
                    <a:pt x="2484215" y="1286066"/>
                  </a:lnTo>
                  <a:lnTo>
                    <a:pt x="2486025" y="1286066"/>
                  </a:lnTo>
                  <a:lnTo>
                    <a:pt x="2487359" y="1286637"/>
                  </a:lnTo>
                  <a:lnTo>
                    <a:pt x="2487073" y="1288161"/>
                  </a:lnTo>
                  <a:lnTo>
                    <a:pt x="2488026" y="1288828"/>
                  </a:lnTo>
                  <a:lnTo>
                    <a:pt x="2488311" y="1291209"/>
                  </a:lnTo>
                  <a:lnTo>
                    <a:pt x="2489264" y="1291781"/>
                  </a:lnTo>
                  <a:lnTo>
                    <a:pt x="2489645" y="1291590"/>
                  </a:lnTo>
                  <a:lnTo>
                    <a:pt x="2490121" y="1291019"/>
                  </a:lnTo>
                  <a:lnTo>
                    <a:pt x="2490502" y="1290447"/>
                  </a:lnTo>
                  <a:lnTo>
                    <a:pt x="2490883" y="1289590"/>
                  </a:lnTo>
                  <a:lnTo>
                    <a:pt x="2491073" y="1289114"/>
                  </a:lnTo>
                  <a:lnTo>
                    <a:pt x="2491073" y="1288542"/>
                  </a:lnTo>
                  <a:lnTo>
                    <a:pt x="2490693" y="1287780"/>
                  </a:lnTo>
                  <a:lnTo>
                    <a:pt x="2491264" y="1286923"/>
                  </a:lnTo>
                  <a:lnTo>
                    <a:pt x="2491931" y="1286637"/>
                  </a:lnTo>
                  <a:lnTo>
                    <a:pt x="2492693" y="1286637"/>
                  </a:lnTo>
                  <a:lnTo>
                    <a:pt x="2493550" y="1286447"/>
                  </a:lnTo>
                  <a:lnTo>
                    <a:pt x="2492883" y="1284542"/>
                  </a:lnTo>
                  <a:lnTo>
                    <a:pt x="2492788" y="1283970"/>
                  </a:lnTo>
                  <a:lnTo>
                    <a:pt x="2493074" y="1283113"/>
                  </a:lnTo>
                  <a:lnTo>
                    <a:pt x="2493645" y="1282446"/>
                  </a:lnTo>
                  <a:lnTo>
                    <a:pt x="2494121" y="1281684"/>
                  </a:lnTo>
                  <a:lnTo>
                    <a:pt x="2494217" y="1280636"/>
                  </a:lnTo>
                  <a:lnTo>
                    <a:pt x="2493836" y="1280636"/>
                  </a:lnTo>
                  <a:lnTo>
                    <a:pt x="2493455" y="1281113"/>
                  </a:lnTo>
                  <a:lnTo>
                    <a:pt x="2492883" y="1281494"/>
                  </a:lnTo>
                  <a:lnTo>
                    <a:pt x="2492312" y="1281589"/>
                  </a:lnTo>
                  <a:lnTo>
                    <a:pt x="2492026" y="1281303"/>
                  </a:lnTo>
                  <a:lnTo>
                    <a:pt x="2491931" y="1280255"/>
                  </a:lnTo>
                  <a:lnTo>
                    <a:pt x="2491645" y="1279970"/>
                  </a:lnTo>
                  <a:lnTo>
                    <a:pt x="2491169" y="1279970"/>
                  </a:lnTo>
                  <a:lnTo>
                    <a:pt x="2490597" y="1279684"/>
                  </a:lnTo>
                  <a:lnTo>
                    <a:pt x="2488978" y="1277302"/>
                  </a:lnTo>
                  <a:lnTo>
                    <a:pt x="2488216" y="1276826"/>
                  </a:lnTo>
                  <a:lnTo>
                    <a:pt x="2486978" y="1277398"/>
                  </a:lnTo>
                  <a:lnTo>
                    <a:pt x="2486311" y="1278255"/>
                  </a:lnTo>
                  <a:lnTo>
                    <a:pt x="2485263" y="1280351"/>
                  </a:lnTo>
                  <a:lnTo>
                    <a:pt x="2484501" y="1281017"/>
                  </a:lnTo>
                  <a:lnTo>
                    <a:pt x="2482977" y="1281017"/>
                  </a:lnTo>
                  <a:lnTo>
                    <a:pt x="2482596" y="1280065"/>
                  </a:lnTo>
                  <a:lnTo>
                    <a:pt x="2482882" y="1278636"/>
                  </a:lnTo>
                  <a:lnTo>
                    <a:pt x="2483453" y="1277398"/>
                  </a:lnTo>
                  <a:lnTo>
                    <a:pt x="2483072" y="1277207"/>
                  </a:lnTo>
                  <a:lnTo>
                    <a:pt x="2482882" y="1277017"/>
                  </a:lnTo>
                  <a:lnTo>
                    <a:pt x="2482882" y="1276731"/>
                  </a:lnTo>
                  <a:lnTo>
                    <a:pt x="2483072" y="1276160"/>
                  </a:lnTo>
                  <a:lnTo>
                    <a:pt x="2484120" y="1276160"/>
                  </a:lnTo>
                  <a:lnTo>
                    <a:pt x="2486882" y="1274445"/>
                  </a:lnTo>
                  <a:lnTo>
                    <a:pt x="2488311" y="1273969"/>
                  </a:lnTo>
                  <a:lnTo>
                    <a:pt x="2489073" y="1274255"/>
                  </a:lnTo>
                  <a:lnTo>
                    <a:pt x="2490502" y="1275493"/>
                  </a:lnTo>
                  <a:lnTo>
                    <a:pt x="2491169" y="1275779"/>
                  </a:lnTo>
                  <a:lnTo>
                    <a:pt x="2492026" y="1275779"/>
                  </a:lnTo>
                  <a:lnTo>
                    <a:pt x="2492597" y="1275969"/>
                  </a:lnTo>
                  <a:lnTo>
                    <a:pt x="2492788" y="1276541"/>
                  </a:lnTo>
                  <a:lnTo>
                    <a:pt x="2492407" y="1277588"/>
                  </a:lnTo>
                  <a:lnTo>
                    <a:pt x="2493264" y="1277969"/>
                  </a:lnTo>
                  <a:lnTo>
                    <a:pt x="2496122" y="1278065"/>
                  </a:lnTo>
                  <a:lnTo>
                    <a:pt x="2496503" y="1278160"/>
                  </a:lnTo>
                  <a:lnTo>
                    <a:pt x="2496979" y="1278350"/>
                  </a:lnTo>
                  <a:lnTo>
                    <a:pt x="2497455" y="1278350"/>
                  </a:lnTo>
                  <a:lnTo>
                    <a:pt x="2497931" y="1277969"/>
                  </a:lnTo>
                  <a:lnTo>
                    <a:pt x="2498027" y="1277493"/>
                  </a:lnTo>
                  <a:lnTo>
                    <a:pt x="2497836" y="1276160"/>
                  </a:lnTo>
                  <a:lnTo>
                    <a:pt x="2497931" y="1275683"/>
                  </a:lnTo>
                  <a:lnTo>
                    <a:pt x="2498503" y="1275493"/>
                  </a:lnTo>
                  <a:lnTo>
                    <a:pt x="2499551" y="1276636"/>
                  </a:lnTo>
                  <a:lnTo>
                    <a:pt x="2500503" y="1276636"/>
                  </a:lnTo>
                  <a:lnTo>
                    <a:pt x="2500979" y="1276255"/>
                  </a:lnTo>
                  <a:lnTo>
                    <a:pt x="2502980" y="1273969"/>
                  </a:lnTo>
                  <a:lnTo>
                    <a:pt x="2504504" y="1272826"/>
                  </a:lnTo>
                  <a:lnTo>
                    <a:pt x="2512790" y="1269968"/>
                  </a:lnTo>
                  <a:lnTo>
                    <a:pt x="2513838" y="1269968"/>
                  </a:lnTo>
                  <a:lnTo>
                    <a:pt x="2515648" y="1270349"/>
                  </a:lnTo>
                  <a:lnTo>
                    <a:pt x="2516505" y="1270349"/>
                  </a:lnTo>
                  <a:lnTo>
                    <a:pt x="2517362" y="1269968"/>
                  </a:lnTo>
                  <a:lnTo>
                    <a:pt x="2516220" y="1269683"/>
                  </a:lnTo>
                  <a:lnTo>
                    <a:pt x="2516124" y="1268730"/>
                  </a:lnTo>
                  <a:lnTo>
                    <a:pt x="2516791" y="1267777"/>
                  </a:lnTo>
                  <a:lnTo>
                    <a:pt x="2517744" y="1267301"/>
                  </a:lnTo>
                  <a:lnTo>
                    <a:pt x="2518982" y="1267397"/>
                  </a:lnTo>
                  <a:lnTo>
                    <a:pt x="2519648" y="1267397"/>
                  </a:lnTo>
                  <a:lnTo>
                    <a:pt x="2520125" y="1267111"/>
                  </a:lnTo>
                  <a:lnTo>
                    <a:pt x="2520791" y="1265777"/>
                  </a:lnTo>
                  <a:lnTo>
                    <a:pt x="2521077" y="1265015"/>
                  </a:lnTo>
                  <a:lnTo>
                    <a:pt x="2520887" y="1264634"/>
                  </a:lnTo>
                  <a:lnTo>
                    <a:pt x="2520411" y="1264158"/>
                  </a:lnTo>
                  <a:lnTo>
                    <a:pt x="2520125" y="1263206"/>
                  </a:lnTo>
                  <a:lnTo>
                    <a:pt x="2520506" y="1262444"/>
                  </a:lnTo>
                  <a:lnTo>
                    <a:pt x="2521839" y="1262444"/>
                  </a:lnTo>
                  <a:lnTo>
                    <a:pt x="2522220" y="1262825"/>
                  </a:lnTo>
                  <a:lnTo>
                    <a:pt x="2522315" y="1263301"/>
                  </a:lnTo>
                  <a:lnTo>
                    <a:pt x="2522506" y="1263682"/>
                  </a:lnTo>
                  <a:lnTo>
                    <a:pt x="2523173" y="1263872"/>
                  </a:lnTo>
                  <a:lnTo>
                    <a:pt x="2523744" y="1263682"/>
                  </a:lnTo>
                  <a:lnTo>
                    <a:pt x="2524220" y="1263206"/>
                  </a:lnTo>
                  <a:lnTo>
                    <a:pt x="2524602" y="1262634"/>
                  </a:lnTo>
                  <a:lnTo>
                    <a:pt x="2525078" y="1262158"/>
                  </a:lnTo>
                  <a:lnTo>
                    <a:pt x="2525935" y="1261777"/>
                  </a:lnTo>
                  <a:lnTo>
                    <a:pt x="2527269" y="1261491"/>
                  </a:lnTo>
                  <a:lnTo>
                    <a:pt x="2528221" y="1261586"/>
                  </a:lnTo>
                  <a:lnTo>
                    <a:pt x="2528126" y="1262444"/>
                  </a:lnTo>
                  <a:lnTo>
                    <a:pt x="2527649" y="1262825"/>
                  </a:lnTo>
                  <a:lnTo>
                    <a:pt x="2526506" y="1263301"/>
                  </a:lnTo>
                  <a:lnTo>
                    <a:pt x="2526030" y="1263777"/>
                  </a:lnTo>
                  <a:lnTo>
                    <a:pt x="2525649" y="1264349"/>
                  </a:lnTo>
                  <a:lnTo>
                    <a:pt x="2525268" y="1264730"/>
                  </a:lnTo>
                  <a:lnTo>
                    <a:pt x="2524697" y="1264920"/>
                  </a:lnTo>
                  <a:lnTo>
                    <a:pt x="2523935" y="1264920"/>
                  </a:lnTo>
                  <a:lnTo>
                    <a:pt x="2522887" y="1265301"/>
                  </a:lnTo>
                  <a:lnTo>
                    <a:pt x="2522506" y="1266254"/>
                  </a:lnTo>
                  <a:lnTo>
                    <a:pt x="2522887" y="1267206"/>
                  </a:lnTo>
                  <a:lnTo>
                    <a:pt x="2524030" y="1267587"/>
                  </a:lnTo>
                  <a:lnTo>
                    <a:pt x="2524602" y="1267492"/>
                  </a:lnTo>
                  <a:lnTo>
                    <a:pt x="2525268" y="1266920"/>
                  </a:lnTo>
                  <a:lnTo>
                    <a:pt x="2525745" y="1266730"/>
                  </a:lnTo>
                  <a:lnTo>
                    <a:pt x="2526411" y="1267016"/>
                  </a:lnTo>
                  <a:lnTo>
                    <a:pt x="2526983" y="1267111"/>
                  </a:lnTo>
                  <a:lnTo>
                    <a:pt x="2527554" y="1266825"/>
                  </a:lnTo>
                  <a:lnTo>
                    <a:pt x="2527745" y="1267397"/>
                  </a:lnTo>
                  <a:lnTo>
                    <a:pt x="2528030" y="1267968"/>
                  </a:lnTo>
                  <a:lnTo>
                    <a:pt x="2528507" y="1268444"/>
                  </a:lnTo>
                  <a:lnTo>
                    <a:pt x="2529173" y="1268635"/>
                  </a:lnTo>
                  <a:lnTo>
                    <a:pt x="2529650" y="1268254"/>
                  </a:lnTo>
                  <a:lnTo>
                    <a:pt x="2529554" y="1267301"/>
                  </a:lnTo>
                  <a:lnTo>
                    <a:pt x="2528983" y="1265492"/>
                  </a:lnTo>
                  <a:lnTo>
                    <a:pt x="2529173" y="1263777"/>
                  </a:lnTo>
                  <a:lnTo>
                    <a:pt x="2529840" y="1262729"/>
                  </a:lnTo>
                  <a:lnTo>
                    <a:pt x="2530983" y="1262158"/>
                  </a:lnTo>
                  <a:lnTo>
                    <a:pt x="2532317" y="1261967"/>
                  </a:lnTo>
                  <a:lnTo>
                    <a:pt x="2532317" y="1262444"/>
                  </a:lnTo>
                  <a:lnTo>
                    <a:pt x="2531745" y="1262634"/>
                  </a:lnTo>
                  <a:lnTo>
                    <a:pt x="2530412" y="1263396"/>
                  </a:lnTo>
                  <a:lnTo>
                    <a:pt x="2530412" y="1263777"/>
                  </a:lnTo>
                  <a:lnTo>
                    <a:pt x="2531555" y="1263587"/>
                  </a:lnTo>
                  <a:lnTo>
                    <a:pt x="2533460" y="1262729"/>
                  </a:lnTo>
                  <a:lnTo>
                    <a:pt x="2534507" y="1262539"/>
                  </a:lnTo>
                  <a:lnTo>
                    <a:pt x="2534984" y="1262348"/>
                  </a:lnTo>
                  <a:lnTo>
                    <a:pt x="2535365" y="1261777"/>
                  </a:lnTo>
                  <a:lnTo>
                    <a:pt x="2535651" y="1261110"/>
                  </a:lnTo>
                  <a:lnTo>
                    <a:pt x="2535746" y="1260443"/>
                  </a:lnTo>
                  <a:lnTo>
                    <a:pt x="2535936" y="1260062"/>
                  </a:lnTo>
                  <a:lnTo>
                    <a:pt x="2537079" y="1259110"/>
                  </a:lnTo>
                  <a:lnTo>
                    <a:pt x="2537555" y="1258824"/>
                  </a:lnTo>
                  <a:lnTo>
                    <a:pt x="2544318" y="1256919"/>
                  </a:lnTo>
                  <a:lnTo>
                    <a:pt x="2546128" y="1255681"/>
                  </a:lnTo>
                  <a:lnTo>
                    <a:pt x="2544699" y="1253776"/>
                  </a:lnTo>
                  <a:lnTo>
                    <a:pt x="2544223" y="1252633"/>
                  </a:lnTo>
                  <a:lnTo>
                    <a:pt x="2544795" y="1252156"/>
                  </a:lnTo>
                  <a:lnTo>
                    <a:pt x="2546604" y="1252156"/>
                  </a:lnTo>
                  <a:lnTo>
                    <a:pt x="2548890" y="1252633"/>
                  </a:lnTo>
                  <a:lnTo>
                    <a:pt x="2550224" y="1252538"/>
                  </a:lnTo>
                  <a:lnTo>
                    <a:pt x="2550795" y="1252728"/>
                  </a:lnTo>
                  <a:lnTo>
                    <a:pt x="2551271" y="1253014"/>
                  </a:lnTo>
                  <a:lnTo>
                    <a:pt x="2551557" y="1253300"/>
                  </a:lnTo>
                  <a:lnTo>
                    <a:pt x="2551367" y="1253395"/>
                  </a:lnTo>
                  <a:lnTo>
                    <a:pt x="2550700" y="1253966"/>
                  </a:lnTo>
                  <a:lnTo>
                    <a:pt x="2550510" y="1255395"/>
                  </a:lnTo>
                  <a:lnTo>
                    <a:pt x="2550510" y="1257014"/>
                  </a:lnTo>
                  <a:lnTo>
                    <a:pt x="2550414" y="1258252"/>
                  </a:lnTo>
                  <a:lnTo>
                    <a:pt x="2551176" y="1258062"/>
                  </a:lnTo>
                  <a:lnTo>
                    <a:pt x="2552129" y="1257681"/>
                  </a:lnTo>
                  <a:lnTo>
                    <a:pt x="2552986" y="1257014"/>
                  </a:lnTo>
                  <a:lnTo>
                    <a:pt x="2553367" y="1256157"/>
                  </a:lnTo>
                  <a:lnTo>
                    <a:pt x="2553748" y="1254728"/>
                  </a:lnTo>
                  <a:lnTo>
                    <a:pt x="2554605" y="1254633"/>
                  </a:lnTo>
                  <a:lnTo>
                    <a:pt x="2555558" y="1255014"/>
                  </a:lnTo>
                  <a:lnTo>
                    <a:pt x="2556320" y="1255014"/>
                  </a:lnTo>
                  <a:lnTo>
                    <a:pt x="2556605" y="1253966"/>
                  </a:lnTo>
                  <a:lnTo>
                    <a:pt x="2556510" y="1252442"/>
                  </a:lnTo>
                  <a:lnTo>
                    <a:pt x="2556605" y="1251109"/>
                  </a:lnTo>
                  <a:lnTo>
                    <a:pt x="2557463" y="1250537"/>
                  </a:lnTo>
                  <a:lnTo>
                    <a:pt x="2558225" y="1251109"/>
                  </a:lnTo>
                  <a:lnTo>
                    <a:pt x="2558129" y="1252347"/>
                  </a:lnTo>
                  <a:lnTo>
                    <a:pt x="2557272" y="1255014"/>
                  </a:lnTo>
                  <a:lnTo>
                    <a:pt x="2557939" y="1255300"/>
                  </a:lnTo>
                  <a:lnTo>
                    <a:pt x="2559844" y="1256824"/>
                  </a:lnTo>
                  <a:lnTo>
                    <a:pt x="2562035" y="1257681"/>
                  </a:lnTo>
                  <a:lnTo>
                    <a:pt x="2562702" y="1258157"/>
                  </a:lnTo>
                  <a:lnTo>
                    <a:pt x="2559082" y="1258157"/>
                  </a:lnTo>
                  <a:lnTo>
                    <a:pt x="2558415" y="1259015"/>
                  </a:lnTo>
                  <a:lnTo>
                    <a:pt x="2558225" y="1260253"/>
                  </a:lnTo>
                  <a:lnTo>
                    <a:pt x="2558511" y="1261301"/>
                  </a:lnTo>
                  <a:lnTo>
                    <a:pt x="2559272" y="1261777"/>
                  </a:lnTo>
                  <a:lnTo>
                    <a:pt x="2565559" y="1263110"/>
                  </a:lnTo>
                  <a:lnTo>
                    <a:pt x="2567464" y="1262729"/>
                  </a:lnTo>
                  <a:lnTo>
                    <a:pt x="2567750" y="1262444"/>
                  </a:lnTo>
                  <a:lnTo>
                    <a:pt x="2568321" y="1261681"/>
                  </a:lnTo>
                  <a:lnTo>
                    <a:pt x="2568607" y="1261396"/>
                  </a:lnTo>
                  <a:lnTo>
                    <a:pt x="2568702" y="1261205"/>
                  </a:lnTo>
                  <a:lnTo>
                    <a:pt x="2568702" y="1260920"/>
                  </a:lnTo>
                  <a:lnTo>
                    <a:pt x="2568797" y="1260634"/>
                  </a:lnTo>
                  <a:lnTo>
                    <a:pt x="2569083" y="1260539"/>
                  </a:lnTo>
                  <a:lnTo>
                    <a:pt x="2569274" y="1260634"/>
                  </a:lnTo>
                  <a:lnTo>
                    <a:pt x="2569464" y="1260824"/>
                  </a:lnTo>
                  <a:lnTo>
                    <a:pt x="2569655" y="1261015"/>
                  </a:lnTo>
                  <a:lnTo>
                    <a:pt x="2569940" y="1261015"/>
                  </a:lnTo>
                  <a:lnTo>
                    <a:pt x="2570893" y="1260729"/>
                  </a:lnTo>
                  <a:lnTo>
                    <a:pt x="2571464" y="1260443"/>
                  </a:lnTo>
                  <a:lnTo>
                    <a:pt x="2571750" y="1260062"/>
                  </a:lnTo>
                  <a:lnTo>
                    <a:pt x="2571655" y="1259491"/>
                  </a:lnTo>
                  <a:lnTo>
                    <a:pt x="2571369" y="1258919"/>
                  </a:lnTo>
                  <a:lnTo>
                    <a:pt x="2570988" y="1258443"/>
                  </a:lnTo>
                  <a:lnTo>
                    <a:pt x="2570512" y="1258252"/>
                  </a:lnTo>
                  <a:lnTo>
                    <a:pt x="2570226" y="1258062"/>
                  </a:lnTo>
                  <a:lnTo>
                    <a:pt x="2570036" y="1257681"/>
                  </a:lnTo>
                  <a:lnTo>
                    <a:pt x="2569940" y="1257205"/>
                  </a:lnTo>
                  <a:lnTo>
                    <a:pt x="2570131" y="1256729"/>
                  </a:lnTo>
                  <a:lnTo>
                    <a:pt x="2570512" y="1256538"/>
                  </a:lnTo>
                  <a:lnTo>
                    <a:pt x="2570988" y="1256633"/>
                  </a:lnTo>
                  <a:lnTo>
                    <a:pt x="2571464" y="1256824"/>
                  </a:lnTo>
                  <a:lnTo>
                    <a:pt x="2571941" y="1256919"/>
                  </a:lnTo>
                  <a:lnTo>
                    <a:pt x="2572798" y="1256729"/>
                  </a:lnTo>
                  <a:lnTo>
                    <a:pt x="2573846" y="1256348"/>
                  </a:lnTo>
                  <a:lnTo>
                    <a:pt x="2574703" y="1255871"/>
                  </a:lnTo>
                  <a:lnTo>
                    <a:pt x="2574989" y="1255490"/>
                  </a:lnTo>
                  <a:lnTo>
                    <a:pt x="2575751" y="1255776"/>
                  </a:lnTo>
                  <a:lnTo>
                    <a:pt x="2575560" y="1256348"/>
                  </a:lnTo>
                  <a:lnTo>
                    <a:pt x="2575084" y="1257014"/>
                  </a:lnTo>
                  <a:lnTo>
                    <a:pt x="2574989" y="1257776"/>
                  </a:lnTo>
                  <a:lnTo>
                    <a:pt x="2575465" y="1258157"/>
                  </a:lnTo>
                  <a:lnTo>
                    <a:pt x="2576036" y="1257776"/>
                  </a:lnTo>
                  <a:lnTo>
                    <a:pt x="2576513" y="1257014"/>
                  </a:lnTo>
                  <a:lnTo>
                    <a:pt x="2576894" y="1256252"/>
                  </a:lnTo>
                  <a:lnTo>
                    <a:pt x="2576513" y="1255014"/>
                  </a:lnTo>
                  <a:lnTo>
                    <a:pt x="2577275" y="1249585"/>
                  </a:lnTo>
                  <a:lnTo>
                    <a:pt x="2575846" y="1250061"/>
                  </a:lnTo>
                  <a:lnTo>
                    <a:pt x="2573084" y="1249394"/>
                  </a:lnTo>
                  <a:lnTo>
                    <a:pt x="2571750" y="1249585"/>
                  </a:lnTo>
                  <a:lnTo>
                    <a:pt x="2571750" y="1250633"/>
                  </a:lnTo>
                  <a:lnTo>
                    <a:pt x="2571083" y="1251204"/>
                  </a:lnTo>
                  <a:lnTo>
                    <a:pt x="2570321" y="1251014"/>
                  </a:lnTo>
                  <a:lnTo>
                    <a:pt x="2569940" y="1250061"/>
                  </a:lnTo>
                  <a:lnTo>
                    <a:pt x="2570417" y="1249109"/>
                  </a:lnTo>
                  <a:lnTo>
                    <a:pt x="2572417" y="1247775"/>
                  </a:lnTo>
                  <a:lnTo>
                    <a:pt x="2572893" y="1247204"/>
                  </a:lnTo>
                  <a:lnTo>
                    <a:pt x="2572703" y="1246442"/>
                  </a:lnTo>
                  <a:lnTo>
                    <a:pt x="2572322" y="1246156"/>
                  </a:lnTo>
                  <a:lnTo>
                    <a:pt x="2571941" y="1245965"/>
                  </a:lnTo>
                  <a:lnTo>
                    <a:pt x="2571750" y="1245680"/>
                  </a:lnTo>
                  <a:lnTo>
                    <a:pt x="2571750" y="1245108"/>
                  </a:lnTo>
                  <a:lnTo>
                    <a:pt x="2572036" y="1243965"/>
                  </a:lnTo>
                  <a:lnTo>
                    <a:pt x="2572131" y="1242727"/>
                  </a:lnTo>
                  <a:lnTo>
                    <a:pt x="2572322" y="1241965"/>
                  </a:lnTo>
                  <a:lnTo>
                    <a:pt x="2572703" y="1241489"/>
                  </a:lnTo>
                  <a:lnTo>
                    <a:pt x="2573274" y="1241679"/>
                  </a:lnTo>
                  <a:lnTo>
                    <a:pt x="2573370" y="1242155"/>
                  </a:lnTo>
                  <a:lnTo>
                    <a:pt x="2573274" y="1244441"/>
                  </a:lnTo>
                  <a:lnTo>
                    <a:pt x="2573655" y="1244441"/>
                  </a:lnTo>
                  <a:lnTo>
                    <a:pt x="2574322" y="1242536"/>
                  </a:lnTo>
                  <a:lnTo>
                    <a:pt x="2575751" y="1241489"/>
                  </a:lnTo>
                  <a:lnTo>
                    <a:pt x="2577561" y="1241393"/>
                  </a:lnTo>
                  <a:lnTo>
                    <a:pt x="2579180" y="1242155"/>
                  </a:lnTo>
                  <a:lnTo>
                    <a:pt x="2579370" y="1241298"/>
                  </a:lnTo>
                  <a:lnTo>
                    <a:pt x="2578894" y="1240822"/>
                  </a:lnTo>
                  <a:lnTo>
                    <a:pt x="2578608" y="1240346"/>
                  </a:lnTo>
                  <a:lnTo>
                    <a:pt x="2579180" y="1239584"/>
                  </a:lnTo>
                  <a:lnTo>
                    <a:pt x="2579751" y="1239393"/>
                  </a:lnTo>
                  <a:lnTo>
                    <a:pt x="2582037" y="1239107"/>
                  </a:lnTo>
                  <a:lnTo>
                    <a:pt x="2582037" y="1238631"/>
                  </a:lnTo>
                  <a:lnTo>
                    <a:pt x="2581275" y="1238441"/>
                  </a:lnTo>
                  <a:lnTo>
                    <a:pt x="2580704" y="1237964"/>
                  </a:lnTo>
                  <a:lnTo>
                    <a:pt x="2580418" y="1237202"/>
                  </a:lnTo>
                  <a:lnTo>
                    <a:pt x="2580323" y="1236155"/>
                  </a:lnTo>
                  <a:lnTo>
                    <a:pt x="2580037" y="1235774"/>
                  </a:lnTo>
                  <a:lnTo>
                    <a:pt x="2578799" y="1234250"/>
                  </a:lnTo>
                  <a:lnTo>
                    <a:pt x="2578418" y="1233678"/>
                  </a:lnTo>
                  <a:lnTo>
                    <a:pt x="2577846" y="1231297"/>
                  </a:lnTo>
                  <a:lnTo>
                    <a:pt x="2577846" y="1230725"/>
                  </a:lnTo>
                  <a:lnTo>
                    <a:pt x="2578227" y="1230725"/>
                  </a:lnTo>
                  <a:lnTo>
                    <a:pt x="2580228" y="1232249"/>
                  </a:lnTo>
                  <a:lnTo>
                    <a:pt x="2580037" y="1231011"/>
                  </a:lnTo>
                  <a:lnTo>
                    <a:pt x="2578989" y="1229011"/>
                  </a:lnTo>
                  <a:lnTo>
                    <a:pt x="2579370" y="1228725"/>
                  </a:lnTo>
                  <a:lnTo>
                    <a:pt x="2579751" y="1228535"/>
                  </a:lnTo>
                  <a:lnTo>
                    <a:pt x="2581275" y="1227296"/>
                  </a:lnTo>
                  <a:lnTo>
                    <a:pt x="2583466" y="1226439"/>
                  </a:lnTo>
                  <a:lnTo>
                    <a:pt x="2584704" y="1227106"/>
                  </a:lnTo>
                  <a:lnTo>
                    <a:pt x="2585180" y="1226153"/>
                  </a:lnTo>
                  <a:lnTo>
                    <a:pt x="2585180" y="1224820"/>
                  </a:lnTo>
                  <a:lnTo>
                    <a:pt x="2584799" y="1224439"/>
                  </a:lnTo>
                  <a:lnTo>
                    <a:pt x="2584037" y="1224534"/>
                  </a:lnTo>
                  <a:lnTo>
                    <a:pt x="2581275" y="1224248"/>
                  </a:lnTo>
                  <a:lnTo>
                    <a:pt x="2580704" y="1224439"/>
                  </a:lnTo>
                  <a:lnTo>
                    <a:pt x="2580228" y="1225106"/>
                  </a:lnTo>
                  <a:lnTo>
                    <a:pt x="2579085" y="1225296"/>
                  </a:lnTo>
                  <a:lnTo>
                    <a:pt x="2574703" y="1224629"/>
                  </a:lnTo>
                  <a:lnTo>
                    <a:pt x="2574512" y="1224534"/>
                  </a:lnTo>
                  <a:lnTo>
                    <a:pt x="2574417" y="1223963"/>
                  </a:lnTo>
                  <a:lnTo>
                    <a:pt x="2574227" y="1223772"/>
                  </a:lnTo>
                  <a:lnTo>
                    <a:pt x="2573846" y="1223772"/>
                  </a:lnTo>
                  <a:lnTo>
                    <a:pt x="2573560" y="1223963"/>
                  </a:lnTo>
                  <a:lnTo>
                    <a:pt x="2573274" y="1224153"/>
                  </a:lnTo>
                  <a:lnTo>
                    <a:pt x="2573084" y="1224248"/>
                  </a:lnTo>
                  <a:lnTo>
                    <a:pt x="2564606" y="1224248"/>
                  </a:lnTo>
                  <a:lnTo>
                    <a:pt x="2563654" y="1223867"/>
                  </a:lnTo>
                  <a:lnTo>
                    <a:pt x="2562797" y="1222058"/>
                  </a:lnTo>
                  <a:lnTo>
                    <a:pt x="2561939" y="1221486"/>
                  </a:lnTo>
                  <a:lnTo>
                    <a:pt x="2560796" y="1221581"/>
                  </a:lnTo>
                  <a:lnTo>
                    <a:pt x="2560035" y="1222248"/>
                  </a:lnTo>
                  <a:lnTo>
                    <a:pt x="2559368" y="1223201"/>
                  </a:lnTo>
                  <a:lnTo>
                    <a:pt x="2558606" y="1224153"/>
                  </a:lnTo>
                  <a:lnTo>
                    <a:pt x="2557463" y="1223201"/>
                  </a:lnTo>
                  <a:lnTo>
                    <a:pt x="2556415" y="1221677"/>
                  </a:lnTo>
                  <a:lnTo>
                    <a:pt x="2555844" y="1219867"/>
                  </a:lnTo>
                  <a:lnTo>
                    <a:pt x="2556129" y="1218724"/>
                  </a:lnTo>
                  <a:lnTo>
                    <a:pt x="2556986" y="1217771"/>
                  </a:lnTo>
                  <a:lnTo>
                    <a:pt x="2556986" y="1216533"/>
                  </a:lnTo>
                  <a:lnTo>
                    <a:pt x="2556320" y="1215390"/>
                  </a:lnTo>
                  <a:lnTo>
                    <a:pt x="2555367" y="1214628"/>
                  </a:lnTo>
                  <a:lnTo>
                    <a:pt x="2554701" y="1215295"/>
                  </a:lnTo>
                  <a:lnTo>
                    <a:pt x="2553938" y="1215485"/>
                  </a:lnTo>
                  <a:lnTo>
                    <a:pt x="2553272" y="1215200"/>
                  </a:lnTo>
                  <a:lnTo>
                    <a:pt x="2552795" y="1214533"/>
                  </a:lnTo>
                  <a:lnTo>
                    <a:pt x="2552510" y="1214533"/>
                  </a:lnTo>
                  <a:lnTo>
                    <a:pt x="2552795" y="1215771"/>
                  </a:lnTo>
                  <a:lnTo>
                    <a:pt x="2552224" y="1216247"/>
                  </a:lnTo>
                  <a:lnTo>
                    <a:pt x="2551271" y="1216438"/>
                  </a:lnTo>
                  <a:lnTo>
                    <a:pt x="2550319" y="1216819"/>
                  </a:lnTo>
                  <a:lnTo>
                    <a:pt x="2549843" y="1217486"/>
                  </a:lnTo>
                  <a:lnTo>
                    <a:pt x="2548700" y="1219486"/>
                  </a:lnTo>
                  <a:lnTo>
                    <a:pt x="2548033" y="1219962"/>
                  </a:lnTo>
                  <a:lnTo>
                    <a:pt x="2547843" y="1220534"/>
                  </a:lnTo>
                  <a:lnTo>
                    <a:pt x="2548890" y="1223010"/>
                  </a:lnTo>
                  <a:lnTo>
                    <a:pt x="2548414" y="1223581"/>
                  </a:lnTo>
                  <a:lnTo>
                    <a:pt x="2546795" y="1223677"/>
                  </a:lnTo>
                  <a:lnTo>
                    <a:pt x="2546414" y="1223581"/>
                  </a:lnTo>
                  <a:lnTo>
                    <a:pt x="2546128" y="1223105"/>
                  </a:lnTo>
                  <a:lnTo>
                    <a:pt x="2546128" y="1222534"/>
                  </a:lnTo>
                  <a:lnTo>
                    <a:pt x="2546319" y="1222058"/>
                  </a:lnTo>
                  <a:lnTo>
                    <a:pt x="2546699" y="1221677"/>
                  </a:lnTo>
                  <a:lnTo>
                    <a:pt x="2546699" y="1221296"/>
                  </a:lnTo>
                  <a:lnTo>
                    <a:pt x="2545652" y="1221010"/>
                  </a:lnTo>
                  <a:lnTo>
                    <a:pt x="2534793" y="1221200"/>
                  </a:lnTo>
                  <a:lnTo>
                    <a:pt x="2530983" y="1220438"/>
                  </a:lnTo>
                  <a:lnTo>
                    <a:pt x="2530602" y="1220343"/>
                  </a:lnTo>
                  <a:lnTo>
                    <a:pt x="2530221" y="1220057"/>
                  </a:lnTo>
                  <a:lnTo>
                    <a:pt x="2529745" y="1219867"/>
                  </a:lnTo>
                  <a:lnTo>
                    <a:pt x="2528983" y="1219962"/>
                  </a:lnTo>
                  <a:lnTo>
                    <a:pt x="2528507" y="1220152"/>
                  </a:lnTo>
                  <a:lnTo>
                    <a:pt x="2527935" y="1220534"/>
                  </a:lnTo>
                  <a:lnTo>
                    <a:pt x="2527459" y="1221105"/>
                  </a:lnTo>
                  <a:lnTo>
                    <a:pt x="2527173" y="1221772"/>
                  </a:lnTo>
                  <a:lnTo>
                    <a:pt x="2529650" y="1221200"/>
                  </a:lnTo>
                  <a:lnTo>
                    <a:pt x="2530697" y="1221486"/>
                  </a:lnTo>
                  <a:lnTo>
                    <a:pt x="2531840" y="1222724"/>
                  </a:lnTo>
                  <a:lnTo>
                    <a:pt x="2530507" y="1222820"/>
                  </a:lnTo>
                  <a:lnTo>
                    <a:pt x="2527364" y="1223677"/>
                  </a:lnTo>
                  <a:lnTo>
                    <a:pt x="2526221" y="1223391"/>
                  </a:lnTo>
                  <a:lnTo>
                    <a:pt x="2525173" y="1222153"/>
                  </a:lnTo>
                  <a:lnTo>
                    <a:pt x="2524506" y="1221581"/>
                  </a:lnTo>
                  <a:lnTo>
                    <a:pt x="2523744" y="1221391"/>
                  </a:lnTo>
                  <a:lnTo>
                    <a:pt x="2522125" y="1221200"/>
                  </a:lnTo>
                  <a:lnTo>
                    <a:pt x="2521363" y="1220915"/>
                  </a:lnTo>
                  <a:lnTo>
                    <a:pt x="2521077" y="1220343"/>
                  </a:lnTo>
                  <a:lnTo>
                    <a:pt x="2520696" y="1218819"/>
                  </a:lnTo>
                  <a:lnTo>
                    <a:pt x="2519839" y="1217486"/>
                  </a:lnTo>
                  <a:lnTo>
                    <a:pt x="2518696" y="1216343"/>
                  </a:lnTo>
                  <a:lnTo>
                    <a:pt x="2517458" y="1215485"/>
                  </a:lnTo>
                  <a:lnTo>
                    <a:pt x="2516410" y="1214342"/>
                  </a:lnTo>
                  <a:lnTo>
                    <a:pt x="2516410" y="1213199"/>
                  </a:lnTo>
                  <a:lnTo>
                    <a:pt x="2517267" y="1212437"/>
                  </a:lnTo>
                  <a:lnTo>
                    <a:pt x="2518886" y="1212342"/>
                  </a:lnTo>
                  <a:lnTo>
                    <a:pt x="2518029" y="1211485"/>
                  </a:lnTo>
                  <a:lnTo>
                    <a:pt x="2516981" y="1210627"/>
                  </a:lnTo>
                  <a:lnTo>
                    <a:pt x="2515838" y="1209961"/>
                  </a:lnTo>
                  <a:lnTo>
                    <a:pt x="2514886" y="1209580"/>
                  </a:lnTo>
                  <a:lnTo>
                    <a:pt x="2515267" y="1210056"/>
                  </a:lnTo>
                  <a:lnTo>
                    <a:pt x="2516029" y="1211390"/>
                  </a:lnTo>
                  <a:lnTo>
                    <a:pt x="2514410" y="1212723"/>
                  </a:lnTo>
                  <a:lnTo>
                    <a:pt x="2512505" y="1213390"/>
                  </a:lnTo>
                  <a:lnTo>
                    <a:pt x="2506313" y="1213771"/>
                  </a:lnTo>
                  <a:lnTo>
                    <a:pt x="2505266" y="1213676"/>
                  </a:lnTo>
                  <a:lnTo>
                    <a:pt x="2504408" y="1213295"/>
                  </a:lnTo>
                  <a:lnTo>
                    <a:pt x="2503742" y="1212533"/>
                  </a:lnTo>
                  <a:lnTo>
                    <a:pt x="2503361" y="1211485"/>
                  </a:lnTo>
                  <a:lnTo>
                    <a:pt x="2503456" y="1210437"/>
                  </a:lnTo>
                  <a:lnTo>
                    <a:pt x="2504123" y="1209675"/>
                  </a:lnTo>
                  <a:lnTo>
                    <a:pt x="2503170" y="1208723"/>
                  </a:lnTo>
                  <a:lnTo>
                    <a:pt x="2503265" y="1207865"/>
                  </a:lnTo>
                  <a:lnTo>
                    <a:pt x="2503837" y="1207008"/>
                  </a:lnTo>
                  <a:lnTo>
                    <a:pt x="2504123" y="1206151"/>
                  </a:lnTo>
                  <a:lnTo>
                    <a:pt x="2503551" y="1205389"/>
                  </a:lnTo>
                  <a:lnTo>
                    <a:pt x="2502218" y="1204913"/>
                  </a:lnTo>
                  <a:lnTo>
                    <a:pt x="2499741" y="1204531"/>
                  </a:lnTo>
                  <a:lnTo>
                    <a:pt x="2499074" y="1204627"/>
                  </a:lnTo>
                  <a:lnTo>
                    <a:pt x="2498503" y="1204817"/>
                  </a:lnTo>
                  <a:lnTo>
                    <a:pt x="2497931" y="1204817"/>
                  </a:lnTo>
                  <a:lnTo>
                    <a:pt x="2497360" y="1204436"/>
                  </a:lnTo>
                  <a:lnTo>
                    <a:pt x="2497074" y="1203865"/>
                  </a:lnTo>
                  <a:lnTo>
                    <a:pt x="2496788" y="1203198"/>
                  </a:lnTo>
                  <a:lnTo>
                    <a:pt x="2496503" y="1202627"/>
                  </a:lnTo>
                  <a:lnTo>
                    <a:pt x="2495931" y="1202436"/>
                  </a:lnTo>
                  <a:lnTo>
                    <a:pt x="2494883" y="1202246"/>
                  </a:lnTo>
                  <a:lnTo>
                    <a:pt x="2493931" y="1201579"/>
                  </a:lnTo>
                  <a:lnTo>
                    <a:pt x="2493074" y="1200722"/>
                  </a:lnTo>
                  <a:lnTo>
                    <a:pt x="2492407" y="1199769"/>
                  </a:lnTo>
                  <a:lnTo>
                    <a:pt x="2493074" y="1198626"/>
                  </a:lnTo>
                  <a:lnTo>
                    <a:pt x="2492312" y="1197769"/>
                  </a:lnTo>
                  <a:lnTo>
                    <a:pt x="2490883" y="1197293"/>
                  </a:lnTo>
                  <a:lnTo>
                    <a:pt x="2489740" y="1197102"/>
                  </a:lnTo>
                  <a:lnTo>
                    <a:pt x="2489073" y="1197197"/>
                  </a:lnTo>
                  <a:lnTo>
                    <a:pt x="2488026" y="1197864"/>
                  </a:lnTo>
                  <a:lnTo>
                    <a:pt x="2487549" y="1197959"/>
                  </a:lnTo>
                  <a:lnTo>
                    <a:pt x="2486787" y="1197864"/>
                  </a:lnTo>
                  <a:lnTo>
                    <a:pt x="2484882" y="1197007"/>
                  </a:lnTo>
                  <a:lnTo>
                    <a:pt x="2482406" y="1196721"/>
                  </a:lnTo>
                  <a:lnTo>
                    <a:pt x="2480691" y="1197578"/>
                  </a:lnTo>
                  <a:lnTo>
                    <a:pt x="2479072" y="1198817"/>
                  </a:lnTo>
                  <a:lnTo>
                    <a:pt x="2476977" y="1199674"/>
                  </a:lnTo>
                  <a:lnTo>
                    <a:pt x="2474786" y="1200150"/>
                  </a:lnTo>
                  <a:lnTo>
                    <a:pt x="2473262" y="1201293"/>
                  </a:lnTo>
                  <a:lnTo>
                    <a:pt x="2472786" y="1201484"/>
                  </a:lnTo>
                  <a:lnTo>
                    <a:pt x="2467928" y="1202341"/>
                  </a:lnTo>
                  <a:lnTo>
                    <a:pt x="2466880" y="1203008"/>
                  </a:lnTo>
                  <a:lnTo>
                    <a:pt x="2465165" y="1204722"/>
                  </a:lnTo>
                  <a:lnTo>
                    <a:pt x="2464118" y="1205103"/>
                  </a:lnTo>
                  <a:lnTo>
                    <a:pt x="2463832" y="1205294"/>
                  </a:lnTo>
                  <a:lnTo>
                    <a:pt x="2462879" y="1205960"/>
                  </a:lnTo>
                  <a:lnTo>
                    <a:pt x="2459927" y="1206532"/>
                  </a:lnTo>
                  <a:lnTo>
                    <a:pt x="2455069" y="1206532"/>
                  </a:lnTo>
                  <a:lnTo>
                    <a:pt x="2454878" y="1206722"/>
                  </a:lnTo>
                  <a:lnTo>
                    <a:pt x="2455260" y="1207008"/>
                  </a:lnTo>
                  <a:lnTo>
                    <a:pt x="2455926" y="1207294"/>
                  </a:lnTo>
                  <a:lnTo>
                    <a:pt x="2456593" y="1207484"/>
                  </a:lnTo>
                  <a:lnTo>
                    <a:pt x="2458212" y="1207484"/>
                  </a:lnTo>
                  <a:lnTo>
                    <a:pt x="2458974" y="1207580"/>
                  </a:lnTo>
                  <a:lnTo>
                    <a:pt x="2459641" y="1207961"/>
                  </a:lnTo>
                  <a:lnTo>
                    <a:pt x="2460498" y="1210151"/>
                  </a:lnTo>
                  <a:lnTo>
                    <a:pt x="2459165" y="1212437"/>
                  </a:lnTo>
                  <a:lnTo>
                    <a:pt x="2453354" y="1218152"/>
                  </a:lnTo>
                  <a:lnTo>
                    <a:pt x="2446592" y="1222915"/>
                  </a:lnTo>
                  <a:lnTo>
                    <a:pt x="2443925" y="1224153"/>
                  </a:lnTo>
                  <a:lnTo>
                    <a:pt x="2443353" y="1224153"/>
                  </a:lnTo>
                  <a:lnTo>
                    <a:pt x="2442877" y="1224725"/>
                  </a:lnTo>
                  <a:lnTo>
                    <a:pt x="2439734" y="1226630"/>
                  </a:lnTo>
                  <a:lnTo>
                    <a:pt x="2437257" y="1227582"/>
                  </a:lnTo>
                  <a:lnTo>
                    <a:pt x="2436019" y="1228249"/>
                  </a:lnTo>
                  <a:lnTo>
                    <a:pt x="2435352" y="1229297"/>
                  </a:lnTo>
                  <a:lnTo>
                    <a:pt x="2436305" y="1230725"/>
                  </a:lnTo>
                  <a:lnTo>
                    <a:pt x="2437543" y="1233202"/>
                  </a:lnTo>
                  <a:lnTo>
                    <a:pt x="2438114" y="1235488"/>
                  </a:lnTo>
                  <a:lnTo>
                    <a:pt x="2437067" y="1236536"/>
                  </a:lnTo>
                  <a:lnTo>
                    <a:pt x="2432590" y="1240060"/>
                  </a:lnTo>
                  <a:lnTo>
                    <a:pt x="2431923" y="1240917"/>
                  </a:lnTo>
                  <a:lnTo>
                    <a:pt x="2431447" y="1241870"/>
                  </a:lnTo>
                  <a:lnTo>
                    <a:pt x="2428589" y="1242536"/>
                  </a:lnTo>
                  <a:lnTo>
                    <a:pt x="2425637" y="1242822"/>
                  </a:lnTo>
                  <a:lnTo>
                    <a:pt x="2420493" y="1242536"/>
                  </a:lnTo>
                  <a:lnTo>
                    <a:pt x="2419160" y="1242822"/>
                  </a:lnTo>
                  <a:lnTo>
                    <a:pt x="2418398" y="1242727"/>
                  </a:lnTo>
                  <a:lnTo>
                    <a:pt x="2415826" y="1243108"/>
                  </a:lnTo>
                  <a:lnTo>
                    <a:pt x="2414016" y="1243965"/>
                  </a:lnTo>
                  <a:lnTo>
                    <a:pt x="2405920" y="1242822"/>
                  </a:lnTo>
                  <a:lnTo>
                    <a:pt x="2398490" y="1240060"/>
                  </a:lnTo>
                  <a:lnTo>
                    <a:pt x="2396871" y="1238631"/>
                  </a:lnTo>
                  <a:lnTo>
                    <a:pt x="2393919" y="1236917"/>
                  </a:lnTo>
                  <a:lnTo>
                    <a:pt x="2393061" y="1235964"/>
                  </a:lnTo>
                  <a:lnTo>
                    <a:pt x="2392395" y="1234916"/>
                  </a:lnTo>
                  <a:lnTo>
                    <a:pt x="2391632" y="1234154"/>
                  </a:lnTo>
                  <a:lnTo>
                    <a:pt x="2390394" y="1233869"/>
                  </a:lnTo>
                  <a:lnTo>
                    <a:pt x="2389442" y="1233488"/>
                  </a:lnTo>
                  <a:lnTo>
                    <a:pt x="2388870" y="1232535"/>
                  </a:lnTo>
                  <a:lnTo>
                    <a:pt x="2388203" y="1229868"/>
                  </a:lnTo>
                  <a:lnTo>
                    <a:pt x="2387918" y="1227106"/>
                  </a:lnTo>
                  <a:lnTo>
                    <a:pt x="2388585" y="1217009"/>
                  </a:lnTo>
                  <a:lnTo>
                    <a:pt x="2389061" y="1214247"/>
                  </a:lnTo>
                  <a:lnTo>
                    <a:pt x="2389156" y="1212914"/>
                  </a:lnTo>
                  <a:lnTo>
                    <a:pt x="2389537" y="1211771"/>
                  </a:lnTo>
                  <a:lnTo>
                    <a:pt x="2390394" y="1210247"/>
                  </a:lnTo>
                  <a:lnTo>
                    <a:pt x="2391347" y="1208913"/>
                  </a:lnTo>
                  <a:lnTo>
                    <a:pt x="2392109" y="1206532"/>
                  </a:lnTo>
                  <a:lnTo>
                    <a:pt x="2392204" y="1205579"/>
                  </a:lnTo>
                  <a:lnTo>
                    <a:pt x="2392680" y="1204341"/>
                  </a:lnTo>
                  <a:lnTo>
                    <a:pt x="2394395" y="1203103"/>
                  </a:lnTo>
                  <a:lnTo>
                    <a:pt x="2397062" y="1203293"/>
                  </a:lnTo>
                  <a:lnTo>
                    <a:pt x="2400681" y="1205770"/>
                  </a:lnTo>
                  <a:lnTo>
                    <a:pt x="2402205" y="1207484"/>
                  </a:lnTo>
                  <a:lnTo>
                    <a:pt x="2404205" y="1207675"/>
                  </a:lnTo>
                  <a:lnTo>
                    <a:pt x="2404396" y="1204722"/>
                  </a:lnTo>
                  <a:lnTo>
                    <a:pt x="2403539" y="1201198"/>
                  </a:lnTo>
                  <a:lnTo>
                    <a:pt x="2401634" y="1199007"/>
                  </a:lnTo>
                  <a:lnTo>
                    <a:pt x="2398967" y="1197578"/>
                  </a:lnTo>
                  <a:lnTo>
                    <a:pt x="2396966" y="1195673"/>
                  </a:lnTo>
                  <a:lnTo>
                    <a:pt x="2395633" y="1191673"/>
                  </a:lnTo>
                  <a:lnTo>
                    <a:pt x="2393347" y="1189292"/>
                  </a:lnTo>
                  <a:lnTo>
                    <a:pt x="2390585" y="1188244"/>
                  </a:lnTo>
                  <a:lnTo>
                    <a:pt x="2389346" y="1186053"/>
                  </a:lnTo>
                  <a:lnTo>
                    <a:pt x="2388394" y="1183577"/>
                  </a:lnTo>
                  <a:lnTo>
                    <a:pt x="2387632" y="1182529"/>
                  </a:lnTo>
                  <a:lnTo>
                    <a:pt x="2386775" y="1181957"/>
                  </a:lnTo>
                  <a:lnTo>
                    <a:pt x="2388108" y="1179290"/>
                  </a:lnTo>
                  <a:lnTo>
                    <a:pt x="2385346" y="1177576"/>
                  </a:lnTo>
                  <a:lnTo>
                    <a:pt x="2382298" y="1175576"/>
                  </a:lnTo>
                  <a:lnTo>
                    <a:pt x="2381536" y="1175671"/>
                  </a:lnTo>
                  <a:lnTo>
                    <a:pt x="2380488" y="1175671"/>
                  </a:lnTo>
                  <a:lnTo>
                    <a:pt x="2378107" y="1175480"/>
                  </a:lnTo>
                  <a:lnTo>
                    <a:pt x="2372582" y="1176147"/>
                  </a:lnTo>
                  <a:lnTo>
                    <a:pt x="2370487" y="1177481"/>
                  </a:lnTo>
                  <a:lnTo>
                    <a:pt x="2369630" y="1178433"/>
                  </a:lnTo>
                  <a:lnTo>
                    <a:pt x="2368772" y="1179862"/>
                  </a:lnTo>
                  <a:lnTo>
                    <a:pt x="2368201" y="1180529"/>
                  </a:lnTo>
                  <a:lnTo>
                    <a:pt x="2367629" y="1180814"/>
                  </a:lnTo>
                  <a:lnTo>
                    <a:pt x="2367344" y="1181005"/>
                  </a:lnTo>
                  <a:lnTo>
                    <a:pt x="2366963" y="1181291"/>
                  </a:lnTo>
                  <a:lnTo>
                    <a:pt x="2366582" y="1181386"/>
                  </a:lnTo>
                  <a:lnTo>
                    <a:pt x="2366105" y="1181100"/>
                  </a:lnTo>
                  <a:lnTo>
                    <a:pt x="2364962" y="1180052"/>
                  </a:lnTo>
                  <a:lnTo>
                    <a:pt x="2364010" y="1179671"/>
                  </a:lnTo>
                  <a:lnTo>
                    <a:pt x="2362867" y="1179100"/>
                  </a:lnTo>
                  <a:lnTo>
                    <a:pt x="2361629" y="1178719"/>
                  </a:lnTo>
                  <a:lnTo>
                    <a:pt x="2360295" y="1178433"/>
                  </a:lnTo>
                  <a:lnTo>
                    <a:pt x="2354390" y="1177385"/>
                  </a:lnTo>
                  <a:lnTo>
                    <a:pt x="2349341" y="1176242"/>
                  </a:lnTo>
                  <a:lnTo>
                    <a:pt x="2345627" y="1176433"/>
                  </a:lnTo>
                  <a:lnTo>
                    <a:pt x="2344198" y="1175766"/>
                  </a:lnTo>
                  <a:lnTo>
                    <a:pt x="2343627" y="1176052"/>
                  </a:lnTo>
                  <a:lnTo>
                    <a:pt x="2342960" y="1176433"/>
                  </a:lnTo>
                  <a:lnTo>
                    <a:pt x="2342388" y="1176623"/>
                  </a:lnTo>
                  <a:lnTo>
                    <a:pt x="2342198" y="1176528"/>
                  </a:lnTo>
                  <a:lnTo>
                    <a:pt x="2341340" y="1176338"/>
                  </a:lnTo>
                  <a:lnTo>
                    <a:pt x="2340674" y="1175671"/>
                  </a:lnTo>
                  <a:lnTo>
                    <a:pt x="2340960" y="1175195"/>
                  </a:lnTo>
                  <a:lnTo>
                    <a:pt x="2340769" y="1174337"/>
                  </a:lnTo>
                  <a:lnTo>
                    <a:pt x="2339912" y="1173861"/>
                  </a:lnTo>
                  <a:lnTo>
                    <a:pt x="2338293" y="1172813"/>
                  </a:lnTo>
                  <a:lnTo>
                    <a:pt x="2337340" y="1172718"/>
                  </a:lnTo>
                  <a:lnTo>
                    <a:pt x="2336769" y="1173004"/>
                  </a:lnTo>
                  <a:lnTo>
                    <a:pt x="2336006" y="1171956"/>
                  </a:lnTo>
                  <a:lnTo>
                    <a:pt x="2334863" y="1170432"/>
                  </a:lnTo>
                  <a:lnTo>
                    <a:pt x="2332673" y="1169575"/>
                  </a:lnTo>
                  <a:lnTo>
                    <a:pt x="2329339" y="1167956"/>
                  </a:lnTo>
                  <a:lnTo>
                    <a:pt x="2327624" y="1166431"/>
                  </a:lnTo>
                  <a:lnTo>
                    <a:pt x="2322957" y="1160812"/>
                  </a:lnTo>
                  <a:lnTo>
                    <a:pt x="2320386" y="1156240"/>
                  </a:lnTo>
                  <a:lnTo>
                    <a:pt x="2315813" y="1146905"/>
                  </a:lnTo>
                  <a:lnTo>
                    <a:pt x="2315052" y="1145000"/>
                  </a:lnTo>
                  <a:lnTo>
                    <a:pt x="2313908" y="1144429"/>
                  </a:lnTo>
                  <a:lnTo>
                    <a:pt x="2314385" y="1142905"/>
                  </a:lnTo>
                  <a:lnTo>
                    <a:pt x="2314766" y="1141952"/>
                  </a:lnTo>
                  <a:lnTo>
                    <a:pt x="2314575" y="1140905"/>
                  </a:lnTo>
                  <a:lnTo>
                    <a:pt x="2314670" y="1139666"/>
                  </a:lnTo>
                  <a:lnTo>
                    <a:pt x="2315432" y="1138142"/>
                  </a:lnTo>
                  <a:lnTo>
                    <a:pt x="2315623" y="1134142"/>
                  </a:lnTo>
                  <a:lnTo>
                    <a:pt x="2315718" y="1132904"/>
                  </a:lnTo>
                  <a:lnTo>
                    <a:pt x="2316004" y="1131665"/>
                  </a:lnTo>
                  <a:lnTo>
                    <a:pt x="2322576" y="1120235"/>
                  </a:lnTo>
                  <a:lnTo>
                    <a:pt x="2322386" y="1120045"/>
                  </a:lnTo>
                  <a:lnTo>
                    <a:pt x="2322290" y="1119950"/>
                  </a:lnTo>
                  <a:lnTo>
                    <a:pt x="2322195" y="1119378"/>
                  </a:lnTo>
                  <a:lnTo>
                    <a:pt x="2323624" y="1120140"/>
                  </a:lnTo>
                  <a:lnTo>
                    <a:pt x="2324386" y="1120235"/>
                  </a:lnTo>
                  <a:lnTo>
                    <a:pt x="2326101" y="1120331"/>
                  </a:lnTo>
                  <a:lnTo>
                    <a:pt x="2326005" y="1119092"/>
                  </a:lnTo>
                  <a:lnTo>
                    <a:pt x="2325624" y="1117283"/>
                  </a:lnTo>
                  <a:lnTo>
                    <a:pt x="2325148" y="1116044"/>
                  </a:lnTo>
                  <a:lnTo>
                    <a:pt x="2324862" y="1114520"/>
                  </a:lnTo>
                  <a:lnTo>
                    <a:pt x="2324100" y="1113854"/>
                  </a:lnTo>
                  <a:lnTo>
                    <a:pt x="2323529" y="1113187"/>
                  </a:lnTo>
                  <a:lnTo>
                    <a:pt x="2323053" y="1112901"/>
                  </a:lnTo>
                  <a:lnTo>
                    <a:pt x="2322862" y="1111663"/>
                  </a:lnTo>
                  <a:lnTo>
                    <a:pt x="2324005" y="1112044"/>
                  </a:lnTo>
                  <a:lnTo>
                    <a:pt x="2325053" y="1111472"/>
                  </a:lnTo>
                  <a:lnTo>
                    <a:pt x="2327910" y="1108996"/>
                  </a:lnTo>
                  <a:lnTo>
                    <a:pt x="2331815" y="1105662"/>
                  </a:lnTo>
                  <a:lnTo>
                    <a:pt x="2334197" y="1104900"/>
                  </a:lnTo>
                  <a:lnTo>
                    <a:pt x="2336483" y="1104614"/>
                  </a:lnTo>
                  <a:lnTo>
                    <a:pt x="2339340" y="1104329"/>
                  </a:lnTo>
                  <a:lnTo>
                    <a:pt x="2340293" y="1104424"/>
                  </a:lnTo>
                  <a:lnTo>
                    <a:pt x="2342960" y="1105567"/>
                  </a:lnTo>
                  <a:lnTo>
                    <a:pt x="2345246" y="1107567"/>
                  </a:lnTo>
                  <a:lnTo>
                    <a:pt x="2346865" y="1110139"/>
                  </a:lnTo>
                  <a:lnTo>
                    <a:pt x="2347722" y="1111853"/>
                  </a:lnTo>
                  <a:lnTo>
                    <a:pt x="2348770" y="1114139"/>
                  </a:lnTo>
                  <a:lnTo>
                    <a:pt x="2350294" y="1115759"/>
                  </a:lnTo>
                  <a:lnTo>
                    <a:pt x="2352008" y="1116425"/>
                  </a:lnTo>
                  <a:lnTo>
                    <a:pt x="2353723" y="1116616"/>
                  </a:lnTo>
                  <a:lnTo>
                    <a:pt x="2355056" y="1117283"/>
                  </a:lnTo>
                  <a:lnTo>
                    <a:pt x="2356009" y="1117283"/>
                  </a:lnTo>
                  <a:lnTo>
                    <a:pt x="2356866" y="1116521"/>
                  </a:lnTo>
                  <a:lnTo>
                    <a:pt x="2357914" y="1115949"/>
                  </a:lnTo>
                  <a:lnTo>
                    <a:pt x="2359533" y="1115092"/>
                  </a:lnTo>
                  <a:lnTo>
                    <a:pt x="2362677" y="1112711"/>
                  </a:lnTo>
                  <a:lnTo>
                    <a:pt x="2363629" y="1112425"/>
                  </a:lnTo>
                  <a:lnTo>
                    <a:pt x="2364962" y="1111472"/>
                  </a:lnTo>
                  <a:lnTo>
                    <a:pt x="2365820" y="1110901"/>
                  </a:lnTo>
                  <a:lnTo>
                    <a:pt x="2365344" y="1109948"/>
                  </a:lnTo>
                  <a:lnTo>
                    <a:pt x="2365724" y="1109281"/>
                  </a:lnTo>
                  <a:lnTo>
                    <a:pt x="2367439" y="1109472"/>
                  </a:lnTo>
                  <a:lnTo>
                    <a:pt x="2368963" y="1109377"/>
                  </a:lnTo>
                  <a:lnTo>
                    <a:pt x="2370487" y="1108520"/>
                  </a:lnTo>
                  <a:lnTo>
                    <a:pt x="2372106" y="1108615"/>
                  </a:lnTo>
                  <a:lnTo>
                    <a:pt x="2374106" y="1108996"/>
                  </a:lnTo>
                  <a:lnTo>
                    <a:pt x="2376202" y="1109377"/>
                  </a:lnTo>
                  <a:lnTo>
                    <a:pt x="2378678" y="1109281"/>
                  </a:lnTo>
                  <a:lnTo>
                    <a:pt x="2379821" y="1108996"/>
                  </a:lnTo>
                  <a:lnTo>
                    <a:pt x="2380869" y="1108234"/>
                  </a:lnTo>
                  <a:lnTo>
                    <a:pt x="2382107" y="1107472"/>
                  </a:lnTo>
                  <a:lnTo>
                    <a:pt x="2383060" y="1105281"/>
                  </a:lnTo>
                  <a:lnTo>
                    <a:pt x="2383822" y="1104900"/>
                  </a:lnTo>
                  <a:lnTo>
                    <a:pt x="2383727" y="1105852"/>
                  </a:lnTo>
                  <a:lnTo>
                    <a:pt x="2384489" y="1106900"/>
                  </a:lnTo>
                  <a:lnTo>
                    <a:pt x="2384203" y="1107758"/>
                  </a:lnTo>
                  <a:lnTo>
                    <a:pt x="2385346" y="1107472"/>
                  </a:lnTo>
                  <a:lnTo>
                    <a:pt x="2387632" y="1106424"/>
                  </a:lnTo>
                  <a:lnTo>
                    <a:pt x="2388870" y="1106329"/>
                  </a:lnTo>
                  <a:lnTo>
                    <a:pt x="2388108" y="1106710"/>
                  </a:lnTo>
                  <a:lnTo>
                    <a:pt x="2387822" y="1107281"/>
                  </a:lnTo>
                  <a:lnTo>
                    <a:pt x="2387632" y="1107948"/>
                  </a:lnTo>
                  <a:lnTo>
                    <a:pt x="2387346" y="1108615"/>
                  </a:lnTo>
                  <a:lnTo>
                    <a:pt x="2386775" y="1109091"/>
                  </a:lnTo>
                  <a:lnTo>
                    <a:pt x="2384774" y="1110425"/>
                  </a:lnTo>
                  <a:lnTo>
                    <a:pt x="2384774" y="1110901"/>
                  </a:lnTo>
                  <a:lnTo>
                    <a:pt x="2385632" y="1110806"/>
                  </a:lnTo>
                  <a:lnTo>
                    <a:pt x="2386489" y="1110425"/>
                  </a:lnTo>
                  <a:lnTo>
                    <a:pt x="2387251" y="1109853"/>
                  </a:lnTo>
                  <a:lnTo>
                    <a:pt x="2390013" y="1107091"/>
                  </a:lnTo>
                  <a:lnTo>
                    <a:pt x="2391156" y="1106424"/>
                  </a:lnTo>
                  <a:lnTo>
                    <a:pt x="2392395" y="1104900"/>
                  </a:lnTo>
                  <a:lnTo>
                    <a:pt x="2393633" y="1103662"/>
                  </a:lnTo>
                  <a:lnTo>
                    <a:pt x="2395252" y="1101662"/>
                  </a:lnTo>
                  <a:lnTo>
                    <a:pt x="2397157" y="1099376"/>
                  </a:lnTo>
                  <a:lnTo>
                    <a:pt x="2400110" y="1095280"/>
                  </a:lnTo>
                  <a:lnTo>
                    <a:pt x="2401062" y="1094708"/>
                  </a:lnTo>
                  <a:lnTo>
                    <a:pt x="2402301" y="1095089"/>
                  </a:lnTo>
                  <a:lnTo>
                    <a:pt x="2403824" y="1094518"/>
                  </a:lnTo>
                  <a:lnTo>
                    <a:pt x="2405063" y="1093280"/>
                  </a:lnTo>
                  <a:lnTo>
                    <a:pt x="2405920" y="1091375"/>
                  </a:lnTo>
                  <a:lnTo>
                    <a:pt x="2406396" y="1089946"/>
                  </a:lnTo>
                  <a:lnTo>
                    <a:pt x="2406015" y="1088422"/>
                  </a:lnTo>
                  <a:lnTo>
                    <a:pt x="2404586" y="1086136"/>
                  </a:lnTo>
                  <a:lnTo>
                    <a:pt x="2403824" y="1085850"/>
                  </a:lnTo>
                  <a:lnTo>
                    <a:pt x="2404110" y="1082993"/>
                  </a:lnTo>
                  <a:lnTo>
                    <a:pt x="2405158" y="1080230"/>
                  </a:lnTo>
                  <a:lnTo>
                    <a:pt x="2404586" y="1079849"/>
                  </a:lnTo>
                  <a:lnTo>
                    <a:pt x="2404205" y="1080040"/>
                  </a:lnTo>
                  <a:lnTo>
                    <a:pt x="2403158" y="1082231"/>
                  </a:lnTo>
                  <a:lnTo>
                    <a:pt x="2402491" y="1082897"/>
                  </a:lnTo>
                  <a:lnTo>
                    <a:pt x="2402586" y="1082231"/>
                  </a:lnTo>
                  <a:lnTo>
                    <a:pt x="2402777" y="1081659"/>
                  </a:lnTo>
                  <a:lnTo>
                    <a:pt x="2402967" y="1081088"/>
                  </a:lnTo>
                  <a:lnTo>
                    <a:pt x="2403253" y="1080516"/>
                  </a:lnTo>
                  <a:lnTo>
                    <a:pt x="2402681" y="1080802"/>
                  </a:lnTo>
                  <a:lnTo>
                    <a:pt x="2401443" y="1081850"/>
                  </a:lnTo>
                  <a:lnTo>
                    <a:pt x="2401443" y="1080516"/>
                  </a:lnTo>
                  <a:lnTo>
                    <a:pt x="2402205" y="1079468"/>
                  </a:lnTo>
                  <a:lnTo>
                    <a:pt x="2403348" y="1078802"/>
                  </a:lnTo>
                  <a:lnTo>
                    <a:pt x="2404491" y="1078516"/>
                  </a:lnTo>
                  <a:lnTo>
                    <a:pt x="2405158" y="1078611"/>
                  </a:lnTo>
                  <a:lnTo>
                    <a:pt x="2405348" y="1078706"/>
                  </a:lnTo>
                  <a:lnTo>
                    <a:pt x="2406301" y="1077182"/>
                  </a:lnTo>
                  <a:lnTo>
                    <a:pt x="2406872" y="1075563"/>
                  </a:lnTo>
                  <a:lnTo>
                    <a:pt x="2408206" y="1070515"/>
                  </a:lnTo>
                  <a:lnTo>
                    <a:pt x="2408778" y="1069372"/>
                  </a:lnTo>
                  <a:lnTo>
                    <a:pt x="2409063" y="1069086"/>
                  </a:lnTo>
                  <a:lnTo>
                    <a:pt x="2409730" y="1068229"/>
                  </a:lnTo>
                  <a:lnTo>
                    <a:pt x="2410682" y="1067467"/>
                  </a:lnTo>
                  <a:lnTo>
                    <a:pt x="2412016" y="1066229"/>
                  </a:lnTo>
                  <a:lnTo>
                    <a:pt x="2412969" y="1065086"/>
                  </a:lnTo>
                  <a:lnTo>
                    <a:pt x="2414969" y="1063752"/>
                  </a:lnTo>
                  <a:lnTo>
                    <a:pt x="2416493" y="1063847"/>
                  </a:lnTo>
                  <a:lnTo>
                    <a:pt x="2418303" y="1063752"/>
                  </a:lnTo>
                  <a:lnTo>
                    <a:pt x="2418017" y="1061942"/>
                  </a:lnTo>
                  <a:lnTo>
                    <a:pt x="2417731" y="1060799"/>
                  </a:lnTo>
                  <a:lnTo>
                    <a:pt x="2418017" y="1059847"/>
                  </a:lnTo>
                  <a:lnTo>
                    <a:pt x="2418588" y="1058513"/>
                  </a:lnTo>
                  <a:lnTo>
                    <a:pt x="2419541" y="1057942"/>
                  </a:lnTo>
                  <a:lnTo>
                    <a:pt x="2420493" y="1057561"/>
                  </a:lnTo>
                  <a:lnTo>
                    <a:pt x="2422112" y="1057370"/>
                  </a:lnTo>
                  <a:lnTo>
                    <a:pt x="2423065" y="1057085"/>
                  </a:lnTo>
                  <a:lnTo>
                    <a:pt x="2425161" y="1055561"/>
                  </a:lnTo>
                  <a:lnTo>
                    <a:pt x="2427637" y="1055370"/>
                  </a:lnTo>
                  <a:lnTo>
                    <a:pt x="2429828" y="1054132"/>
                  </a:lnTo>
                  <a:lnTo>
                    <a:pt x="2431161" y="1054227"/>
                  </a:lnTo>
                  <a:lnTo>
                    <a:pt x="2432114" y="1053370"/>
                  </a:lnTo>
                  <a:lnTo>
                    <a:pt x="2433066" y="1052703"/>
                  </a:lnTo>
                  <a:lnTo>
                    <a:pt x="2435162" y="1051751"/>
                  </a:lnTo>
                  <a:lnTo>
                    <a:pt x="2436495" y="1051179"/>
                  </a:lnTo>
                  <a:lnTo>
                    <a:pt x="2438400" y="1050989"/>
                  </a:lnTo>
                  <a:lnTo>
                    <a:pt x="2438400" y="1050131"/>
                  </a:lnTo>
                  <a:lnTo>
                    <a:pt x="2438591" y="1048417"/>
                  </a:lnTo>
                  <a:lnTo>
                    <a:pt x="2440401" y="1046988"/>
                  </a:lnTo>
                  <a:lnTo>
                    <a:pt x="2449259" y="1044035"/>
                  </a:lnTo>
                  <a:lnTo>
                    <a:pt x="2451164" y="1043273"/>
                  </a:lnTo>
                  <a:lnTo>
                    <a:pt x="2452688" y="1042416"/>
                  </a:lnTo>
                  <a:lnTo>
                    <a:pt x="2452973" y="1042226"/>
                  </a:lnTo>
                  <a:lnTo>
                    <a:pt x="2453259" y="1042226"/>
                  </a:lnTo>
                  <a:lnTo>
                    <a:pt x="2454878" y="1041654"/>
                  </a:lnTo>
                  <a:lnTo>
                    <a:pt x="2456021" y="1040987"/>
                  </a:lnTo>
                  <a:lnTo>
                    <a:pt x="2456783" y="1040797"/>
                  </a:lnTo>
                  <a:lnTo>
                    <a:pt x="2458307" y="1039654"/>
                  </a:lnTo>
                  <a:lnTo>
                    <a:pt x="2459355" y="1038511"/>
                  </a:lnTo>
                  <a:lnTo>
                    <a:pt x="2460689" y="1038035"/>
                  </a:lnTo>
                  <a:lnTo>
                    <a:pt x="2461927" y="1037749"/>
                  </a:lnTo>
                  <a:lnTo>
                    <a:pt x="2463832" y="1037558"/>
                  </a:lnTo>
                  <a:lnTo>
                    <a:pt x="2466023" y="1037558"/>
                  </a:lnTo>
                  <a:lnTo>
                    <a:pt x="2466785" y="1037082"/>
                  </a:lnTo>
                  <a:lnTo>
                    <a:pt x="2467928" y="1036130"/>
                  </a:lnTo>
                  <a:lnTo>
                    <a:pt x="2468976" y="1034987"/>
                  </a:lnTo>
                  <a:lnTo>
                    <a:pt x="2469642" y="1033748"/>
                  </a:lnTo>
                  <a:lnTo>
                    <a:pt x="2469737" y="1032034"/>
                  </a:lnTo>
                  <a:lnTo>
                    <a:pt x="2469452" y="1030796"/>
                  </a:lnTo>
                  <a:lnTo>
                    <a:pt x="2469452" y="1029748"/>
                  </a:lnTo>
                  <a:lnTo>
                    <a:pt x="2469452" y="1028414"/>
                  </a:lnTo>
                  <a:lnTo>
                    <a:pt x="2471166" y="1027271"/>
                  </a:lnTo>
                  <a:lnTo>
                    <a:pt x="2472786" y="1026605"/>
                  </a:lnTo>
                  <a:lnTo>
                    <a:pt x="2474214" y="1025652"/>
                  </a:lnTo>
                  <a:lnTo>
                    <a:pt x="2474024" y="1024509"/>
                  </a:lnTo>
                  <a:lnTo>
                    <a:pt x="2472881" y="1024795"/>
                  </a:lnTo>
                  <a:lnTo>
                    <a:pt x="2471833" y="1025081"/>
                  </a:lnTo>
                  <a:lnTo>
                    <a:pt x="2471357" y="1024604"/>
                  </a:lnTo>
                  <a:lnTo>
                    <a:pt x="2471738" y="1023271"/>
                  </a:lnTo>
                  <a:lnTo>
                    <a:pt x="2472595" y="1022699"/>
                  </a:lnTo>
                  <a:lnTo>
                    <a:pt x="2473738" y="1022509"/>
                  </a:lnTo>
                  <a:lnTo>
                    <a:pt x="2474405" y="1021937"/>
                  </a:lnTo>
                  <a:lnTo>
                    <a:pt x="2474500" y="1021271"/>
                  </a:lnTo>
                  <a:lnTo>
                    <a:pt x="2474405" y="1020032"/>
                  </a:lnTo>
                  <a:lnTo>
                    <a:pt x="2474786" y="1018985"/>
                  </a:lnTo>
                  <a:lnTo>
                    <a:pt x="2475643" y="1018318"/>
                  </a:lnTo>
                  <a:lnTo>
                    <a:pt x="2476310" y="1018223"/>
                  </a:lnTo>
                  <a:lnTo>
                    <a:pt x="2477643" y="1017651"/>
                  </a:lnTo>
                  <a:lnTo>
                    <a:pt x="2478024" y="1017175"/>
                  </a:lnTo>
                  <a:lnTo>
                    <a:pt x="2478215" y="1016318"/>
                  </a:lnTo>
                  <a:lnTo>
                    <a:pt x="2478691" y="1014984"/>
                  </a:lnTo>
                  <a:lnTo>
                    <a:pt x="2479834" y="1013936"/>
                  </a:lnTo>
                  <a:lnTo>
                    <a:pt x="2483549" y="1010603"/>
                  </a:lnTo>
                  <a:lnTo>
                    <a:pt x="2484501" y="1010222"/>
                  </a:lnTo>
                  <a:lnTo>
                    <a:pt x="2484978" y="1009650"/>
                  </a:lnTo>
                  <a:lnTo>
                    <a:pt x="2485549" y="1008317"/>
                  </a:lnTo>
                  <a:lnTo>
                    <a:pt x="2485930" y="1006793"/>
                  </a:lnTo>
                  <a:lnTo>
                    <a:pt x="2486120" y="1005650"/>
                  </a:lnTo>
                  <a:lnTo>
                    <a:pt x="2486406" y="1004507"/>
                  </a:lnTo>
                  <a:lnTo>
                    <a:pt x="2487549" y="1003840"/>
                  </a:lnTo>
                  <a:lnTo>
                    <a:pt x="2488597" y="1004126"/>
                  </a:lnTo>
                  <a:lnTo>
                    <a:pt x="2489454" y="1004030"/>
                  </a:lnTo>
                  <a:lnTo>
                    <a:pt x="2490026" y="1003745"/>
                  </a:lnTo>
                  <a:lnTo>
                    <a:pt x="2491454" y="1003459"/>
                  </a:lnTo>
                  <a:lnTo>
                    <a:pt x="2492407" y="1003364"/>
                  </a:lnTo>
                  <a:lnTo>
                    <a:pt x="2493550" y="1002125"/>
                  </a:lnTo>
                  <a:lnTo>
                    <a:pt x="2495264" y="1001744"/>
                  </a:lnTo>
                  <a:lnTo>
                    <a:pt x="2496598" y="1001459"/>
                  </a:lnTo>
                  <a:lnTo>
                    <a:pt x="2496027" y="1000697"/>
                  </a:lnTo>
                  <a:lnTo>
                    <a:pt x="2495169" y="1000316"/>
                  </a:lnTo>
                  <a:lnTo>
                    <a:pt x="2494217" y="1000125"/>
                  </a:lnTo>
                  <a:lnTo>
                    <a:pt x="2493169" y="1000220"/>
                  </a:lnTo>
                  <a:lnTo>
                    <a:pt x="2492312" y="1000030"/>
                  </a:lnTo>
                  <a:lnTo>
                    <a:pt x="2492121" y="998982"/>
                  </a:lnTo>
                  <a:lnTo>
                    <a:pt x="2492502" y="998220"/>
                  </a:lnTo>
                  <a:lnTo>
                    <a:pt x="2493264" y="997649"/>
                  </a:lnTo>
                  <a:lnTo>
                    <a:pt x="2493836" y="997077"/>
                  </a:lnTo>
                  <a:lnTo>
                    <a:pt x="2493740" y="996315"/>
                  </a:lnTo>
                  <a:lnTo>
                    <a:pt x="2493550" y="995458"/>
                  </a:lnTo>
                  <a:lnTo>
                    <a:pt x="2493931" y="994696"/>
                  </a:lnTo>
                  <a:lnTo>
                    <a:pt x="2494503" y="994124"/>
                  </a:lnTo>
                  <a:lnTo>
                    <a:pt x="2494979" y="993839"/>
                  </a:lnTo>
                  <a:lnTo>
                    <a:pt x="2495741" y="993743"/>
                  </a:lnTo>
                  <a:lnTo>
                    <a:pt x="2497074" y="994220"/>
                  </a:lnTo>
                  <a:lnTo>
                    <a:pt x="2497741" y="995077"/>
                  </a:lnTo>
                  <a:lnTo>
                    <a:pt x="2498122" y="996220"/>
                  </a:lnTo>
                  <a:lnTo>
                    <a:pt x="2499074" y="995839"/>
                  </a:lnTo>
                  <a:lnTo>
                    <a:pt x="2498979" y="994791"/>
                  </a:lnTo>
                  <a:lnTo>
                    <a:pt x="2499741" y="994124"/>
                  </a:lnTo>
                  <a:lnTo>
                    <a:pt x="2499741" y="992981"/>
                  </a:lnTo>
                  <a:lnTo>
                    <a:pt x="2499836" y="992600"/>
                  </a:lnTo>
                  <a:lnTo>
                    <a:pt x="2499741" y="992124"/>
                  </a:lnTo>
                  <a:lnTo>
                    <a:pt x="2499741" y="991743"/>
                  </a:lnTo>
                  <a:lnTo>
                    <a:pt x="2499932" y="991553"/>
                  </a:lnTo>
                  <a:lnTo>
                    <a:pt x="2501075" y="990981"/>
                  </a:lnTo>
                  <a:lnTo>
                    <a:pt x="2501361" y="990791"/>
                  </a:lnTo>
                  <a:lnTo>
                    <a:pt x="2501837" y="990219"/>
                  </a:lnTo>
                  <a:lnTo>
                    <a:pt x="2502408" y="989648"/>
                  </a:lnTo>
                  <a:lnTo>
                    <a:pt x="2503075" y="989171"/>
                  </a:lnTo>
                  <a:lnTo>
                    <a:pt x="2503742" y="988790"/>
                  </a:lnTo>
                  <a:lnTo>
                    <a:pt x="2504789" y="987647"/>
                  </a:lnTo>
                  <a:lnTo>
                    <a:pt x="2506123" y="987076"/>
                  </a:lnTo>
                  <a:lnTo>
                    <a:pt x="2507456" y="987362"/>
                  </a:lnTo>
                  <a:lnTo>
                    <a:pt x="2508504" y="988790"/>
                  </a:lnTo>
                  <a:lnTo>
                    <a:pt x="2509266" y="987838"/>
                  </a:lnTo>
                  <a:lnTo>
                    <a:pt x="2509647" y="988505"/>
                  </a:lnTo>
                  <a:lnTo>
                    <a:pt x="2510123" y="988981"/>
                  </a:lnTo>
                  <a:lnTo>
                    <a:pt x="2510695" y="989267"/>
                  </a:lnTo>
                  <a:lnTo>
                    <a:pt x="2511457" y="989267"/>
                  </a:lnTo>
                  <a:lnTo>
                    <a:pt x="2512314" y="988505"/>
                  </a:lnTo>
                  <a:lnTo>
                    <a:pt x="2513457" y="987266"/>
                  </a:lnTo>
                  <a:lnTo>
                    <a:pt x="2514695" y="986504"/>
                  </a:lnTo>
                  <a:lnTo>
                    <a:pt x="2515934" y="987171"/>
                  </a:lnTo>
                  <a:lnTo>
                    <a:pt x="2516410" y="987647"/>
                  </a:lnTo>
                  <a:lnTo>
                    <a:pt x="2517648" y="988028"/>
                  </a:lnTo>
                  <a:lnTo>
                    <a:pt x="2518220" y="988409"/>
                  </a:lnTo>
                  <a:lnTo>
                    <a:pt x="2518505" y="988886"/>
                  </a:lnTo>
                  <a:lnTo>
                    <a:pt x="2518601" y="989457"/>
                  </a:lnTo>
                  <a:lnTo>
                    <a:pt x="2518791" y="990029"/>
                  </a:lnTo>
                  <a:lnTo>
                    <a:pt x="2519268" y="990410"/>
                  </a:lnTo>
                  <a:lnTo>
                    <a:pt x="2520887" y="990505"/>
                  </a:lnTo>
                  <a:lnTo>
                    <a:pt x="2522506" y="990886"/>
                  </a:lnTo>
                  <a:lnTo>
                    <a:pt x="2523458" y="991743"/>
                  </a:lnTo>
                  <a:lnTo>
                    <a:pt x="2525459" y="993267"/>
                  </a:lnTo>
                  <a:lnTo>
                    <a:pt x="2525840" y="993553"/>
                  </a:lnTo>
                  <a:lnTo>
                    <a:pt x="2526887" y="993267"/>
                  </a:lnTo>
                  <a:lnTo>
                    <a:pt x="2532126" y="993076"/>
                  </a:lnTo>
                  <a:lnTo>
                    <a:pt x="2534507" y="992981"/>
                  </a:lnTo>
                  <a:lnTo>
                    <a:pt x="2535460" y="991362"/>
                  </a:lnTo>
                  <a:lnTo>
                    <a:pt x="2536031" y="990219"/>
                  </a:lnTo>
                  <a:lnTo>
                    <a:pt x="2536603" y="988886"/>
                  </a:lnTo>
                  <a:lnTo>
                    <a:pt x="2536508" y="986981"/>
                  </a:lnTo>
                  <a:lnTo>
                    <a:pt x="2538127" y="985266"/>
                  </a:lnTo>
                  <a:lnTo>
                    <a:pt x="2539079" y="984314"/>
                  </a:lnTo>
                  <a:lnTo>
                    <a:pt x="2541270" y="982790"/>
                  </a:lnTo>
                  <a:lnTo>
                    <a:pt x="2541651" y="983266"/>
                  </a:lnTo>
                  <a:lnTo>
                    <a:pt x="2540794" y="984790"/>
                  </a:lnTo>
                  <a:lnTo>
                    <a:pt x="2540318" y="985457"/>
                  </a:lnTo>
                  <a:lnTo>
                    <a:pt x="2539746" y="985742"/>
                  </a:lnTo>
                  <a:lnTo>
                    <a:pt x="2539175" y="986219"/>
                  </a:lnTo>
                  <a:lnTo>
                    <a:pt x="2539270" y="987171"/>
                  </a:lnTo>
                  <a:lnTo>
                    <a:pt x="2539651" y="988124"/>
                  </a:lnTo>
                  <a:lnTo>
                    <a:pt x="2539841" y="988505"/>
                  </a:lnTo>
                  <a:lnTo>
                    <a:pt x="2540032" y="992219"/>
                  </a:lnTo>
                  <a:lnTo>
                    <a:pt x="2540413" y="994124"/>
                  </a:lnTo>
                  <a:lnTo>
                    <a:pt x="2541556" y="995363"/>
                  </a:lnTo>
                  <a:lnTo>
                    <a:pt x="2542889" y="995839"/>
                  </a:lnTo>
                  <a:lnTo>
                    <a:pt x="2550890" y="1000125"/>
                  </a:lnTo>
                  <a:lnTo>
                    <a:pt x="2551843" y="1000887"/>
                  </a:lnTo>
                  <a:lnTo>
                    <a:pt x="2554034" y="1003364"/>
                  </a:lnTo>
                  <a:lnTo>
                    <a:pt x="2554701" y="1004697"/>
                  </a:lnTo>
                  <a:lnTo>
                    <a:pt x="2555462" y="1004316"/>
                  </a:lnTo>
                  <a:lnTo>
                    <a:pt x="2556701" y="1003173"/>
                  </a:lnTo>
                  <a:lnTo>
                    <a:pt x="2557272" y="1004221"/>
                  </a:lnTo>
                  <a:lnTo>
                    <a:pt x="2557177" y="1006507"/>
                  </a:lnTo>
                  <a:lnTo>
                    <a:pt x="2555558" y="1008507"/>
                  </a:lnTo>
                  <a:lnTo>
                    <a:pt x="2556224" y="1009936"/>
                  </a:lnTo>
                  <a:lnTo>
                    <a:pt x="2557558" y="1011174"/>
                  </a:lnTo>
                  <a:lnTo>
                    <a:pt x="2560130" y="1011746"/>
                  </a:lnTo>
                  <a:lnTo>
                    <a:pt x="2562797" y="1014127"/>
                  </a:lnTo>
                  <a:lnTo>
                    <a:pt x="2563749" y="1015556"/>
                  </a:lnTo>
                  <a:lnTo>
                    <a:pt x="2564130" y="1016984"/>
                  </a:lnTo>
                  <a:lnTo>
                    <a:pt x="2563368" y="1017937"/>
                  </a:lnTo>
                  <a:lnTo>
                    <a:pt x="2563463" y="1018985"/>
                  </a:lnTo>
                  <a:lnTo>
                    <a:pt x="2562987" y="1019461"/>
                  </a:lnTo>
                  <a:lnTo>
                    <a:pt x="2562225" y="1019747"/>
                  </a:lnTo>
                  <a:lnTo>
                    <a:pt x="2561463" y="1020223"/>
                  </a:lnTo>
                  <a:lnTo>
                    <a:pt x="2561368" y="1020699"/>
                  </a:lnTo>
                  <a:lnTo>
                    <a:pt x="2561463" y="1021271"/>
                  </a:lnTo>
                  <a:lnTo>
                    <a:pt x="2561463" y="1021842"/>
                  </a:lnTo>
                  <a:lnTo>
                    <a:pt x="2561082" y="1022033"/>
                  </a:lnTo>
                  <a:lnTo>
                    <a:pt x="2559082" y="1022033"/>
                  </a:lnTo>
                  <a:lnTo>
                    <a:pt x="2559463" y="1025271"/>
                  </a:lnTo>
                  <a:lnTo>
                    <a:pt x="2557844" y="1027176"/>
                  </a:lnTo>
                  <a:lnTo>
                    <a:pt x="2555081" y="1028986"/>
                  </a:lnTo>
                  <a:lnTo>
                    <a:pt x="2553938" y="1030034"/>
                  </a:lnTo>
                  <a:lnTo>
                    <a:pt x="2554034" y="1031272"/>
                  </a:lnTo>
                  <a:lnTo>
                    <a:pt x="2554034" y="1031843"/>
                  </a:lnTo>
                  <a:lnTo>
                    <a:pt x="2554129" y="1032415"/>
                  </a:lnTo>
                  <a:lnTo>
                    <a:pt x="2554034" y="1033367"/>
                  </a:lnTo>
                  <a:lnTo>
                    <a:pt x="2553748" y="1034320"/>
                  </a:lnTo>
                  <a:lnTo>
                    <a:pt x="2553177" y="1035844"/>
                  </a:lnTo>
                  <a:lnTo>
                    <a:pt x="2551462" y="1037082"/>
                  </a:lnTo>
                  <a:lnTo>
                    <a:pt x="2550414" y="1037939"/>
                  </a:lnTo>
                  <a:lnTo>
                    <a:pt x="2549176" y="1038511"/>
                  </a:lnTo>
                  <a:lnTo>
                    <a:pt x="2547843" y="1038606"/>
                  </a:lnTo>
                  <a:lnTo>
                    <a:pt x="2548604" y="1040701"/>
                  </a:lnTo>
                  <a:lnTo>
                    <a:pt x="2548033" y="1042892"/>
                  </a:lnTo>
                  <a:lnTo>
                    <a:pt x="2544699" y="1044416"/>
                  </a:lnTo>
                  <a:lnTo>
                    <a:pt x="2544509" y="1046036"/>
                  </a:lnTo>
                  <a:lnTo>
                    <a:pt x="2541937" y="1048512"/>
                  </a:lnTo>
                  <a:lnTo>
                    <a:pt x="2539079" y="1049846"/>
                  </a:lnTo>
                  <a:lnTo>
                    <a:pt x="2539651" y="1050036"/>
                  </a:lnTo>
                  <a:lnTo>
                    <a:pt x="2541080" y="1050131"/>
                  </a:lnTo>
                  <a:lnTo>
                    <a:pt x="2541651" y="1050322"/>
                  </a:lnTo>
                  <a:lnTo>
                    <a:pt x="2541937" y="1050893"/>
                  </a:lnTo>
                  <a:lnTo>
                    <a:pt x="2541937" y="1051560"/>
                  </a:lnTo>
                  <a:lnTo>
                    <a:pt x="2541556" y="1052036"/>
                  </a:lnTo>
                  <a:lnTo>
                    <a:pt x="2540508" y="1052417"/>
                  </a:lnTo>
                  <a:lnTo>
                    <a:pt x="2539556" y="1053370"/>
                  </a:lnTo>
                  <a:lnTo>
                    <a:pt x="2538127" y="1053751"/>
                  </a:lnTo>
                  <a:lnTo>
                    <a:pt x="2537936" y="1054227"/>
                  </a:lnTo>
                  <a:lnTo>
                    <a:pt x="2537841" y="1054894"/>
                  </a:lnTo>
                  <a:lnTo>
                    <a:pt x="2537651" y="1055465"/>
                  </a:lnTo>
                  <a:lnTo>
                    <a:pt x="2536317" y="1056799"/>
                  </a:lnTo>
                  <a:lnTo>
                    <a:pt x="2535270" y="1056989"/>
                  </a:lnTo>
                  <a:lnTo>
                    <a:pt x="2534222" y="1056608"/>
                  </a:lnTo>
                  <a:lnTo>
                    <a:pt x="2532793" y="1056323"/>
                  </a:lnTo>
                  <a:lnTo>
                    <a:pt x="2531650" y="1056608"/>
                  </a:lnTo>
                  <a:lnTo>
                    <a:pt x="2529078" y="1058418"/>
                  </a:lnTo>
                  <a:lnTo>
                    <a:pt x="2528030" y="1060133"/>
                  </a:lnTo>
                  <a:lnTo>
                    <a:pt x="2525363" y="1060990"/>
                  </a:lnTo>
                  <a:lnTo>
                    <a:pt x="2523744" y="1060799"/>
                  </a:lnTo>
                  <a:lnTo>
                    <a:pt x="2522411" y="1063371"/>
                  </a:lnTo>
                  <a:lnTo>
                    <a:pt x="2520315" y="1064324"/>
                  </a:lnTo>
                  <a:lnTo>
                    <a:pt x="2520315" y="1064705"/>
                  </a:lnTo>
                  <a:lnTo>
                    <a:pt x="2520601" y="1065943"/>
                  </a:lnTo>
                  <a:lnTo>
                    <a:pt x="2521077" y="1066514"/>
                  </a:lnTo>
                  <a:lnTo>
                    <a:pt x="2520887" y="1067467"/>
                  </a:lnTo>
                  <a:lnTo>
                    <a:pt x="2520315" y="1068038"/>
                  </a:lnTo>
                  <a:lnTo>
                    <a:pt x="2519458" y="1068515"/>
                  </a:lnTo>
                  <a:lnTo>
                    <a:pt x="2519553" y="1068800"/>
                  </a:lnTo>
                  <a:lnTo>
                    <a:pt x="2519744" y="1068991"/>
                  </a:lnTo>
                  <a:lnTo>
                    <a:pt x="2519839" y="1069181"/>
                  </a:lnTo>
                  <a:lnTo>
                    <a:pt x="2521268" y="1070420"/>
                  </a:lnTo>
                  <a:lnTo>
                    <a:pt x="2522125" y="1072229"/>
                  </a:lnTo>
                  <a:lnTo>
                    <a:pt x="2522696" y="1072706"/>
                  </a:lnTo>
                  <a:lnTo>
                    <a:pt x="2522982" y="1072706"/>
                  </a:lnTo>
                  <a:lnTo>
                    <a:pt x="2523363" y="1072420"/>
                  </a:lnTo>
                  <a:lnTo>
                    <a:pt x="2523744" y="1072325"/>
                  </a:lnTo>
                  <a:lnTo>
                    <a:pt x="2524220" y="1072706"/>
                  </a:lnTo>
                  <a:lnTo>
                    <a:pt x="2524411" y="1073277"/>
                  </a:lnTo>
                  <a:lnTo>
                    <a:pt x="2524316" y="1073658"/>
                  </a:lnTo>
                  <a:lnTo>
                    <a:pt x="2524030" y="1073944"/>
                  </a:lnTo>
                  <a:lnTo>
                    <a:pt x="2523839" y="1074134"/>
                  </a:lnTo>
                  <a:lnTo>
                    <a:pt x="2523744" y="1074325"/>
                  </a:lnTo>
                  <a:lnTo>
                    <a:pt x="2523268" y="1074801"/>
                  </a:lnTo>
                  <a:lnTo>
                    <a:pt x="2523078" y="1074992"/>
                  </a:lnTo>
                  <a:lnTo>
                    <a:pt x="2523173" y="1075182"/>
                  </a:lnTo>
                  <a:lnTo>
                    <a:pt x="2523649" y="1075754"/>
                  </a:lnTo>
                  <a:lnTo>
                    <a:pt x="2523744" y="1075944"/>
                  </a:lnTo>
                  <a:lnTo>
                    <a:pt x="2523649" y="1076420"/>
                  </a:lnTo>
                  <a:lnTo>
                    <a:pt x="2523554" y="1076801"/>
                  </a:lnTo>
                  <a:lnTo>
                    <a:pt x="2523363" y="1077087"/>
                  </a:lnTo>
                  <a:lnTo>
                    <a:pt x="2522982" y="1077373"/>
                  </a:lnTo>
                  <a:lnTo>
                    <a:pt x="2521553" y="1074992"/>
                  </a:lnTo>
                  <a:lnTo>
                    <a:pt x="2519744" y="1075468"/>
                  </a:lnTo>
                  <a:lnTo>
                    <a:pt x="2520125" y="1076420"/>
                  </a:lnTo>
                  <a:lnTo>
                    <a:pt x="2518982" y="1077563"/>
                  </a:lnTo>
                  <a:lnTo>
                    <a:pt x="2515457" y="1078516"/>
                  </a:lnTo>
                  <a:lnTo>
                    <a:pt x="2512505" y="1078421"/>
                  </a:lnTo>
                  <a:lnTo>
                    <a:pt x="2511457" y="1078706"/>
                  </a:lnTo>
                  <a:lnTo>
                    <a:pt x="2510695" y="1079468"/>
                  </a:lnTo>
                  <a:lnTo>
                    <a:pt x="2509076" y="1080992"/>
                  </a:lnTo>
                  <a:lnTo>
                    <a:pt x="2508504" y="1082326"/>
                  </a:lnTo>
                  <a:lnTo>
                    <a:pt x="2507933" y="1082421"/>
                  </a:lnTo>
                  <a:lnTo>
                    <a:pt x="2507456" y="1082802"/>
                  </a:lnTo>
                  <a:lnTo>
                    <a:pt x="2507171" y="1083374"/>
                  </a:lnTo>
                  <a:lnTo>
                    <a:pt x="2507361" y="1084040"/>
                  </a:lnTo>
                  <a:lnTo>
                    <a:pt x="2507837" y="1084326"/>
                  </a:lnTo>
                  <a:lnTo>
                    <a:pt x="2509743" y="1084231"/>
                  </a:lnTo>
                  <a:lnTo>
                    <a:pt x="2510219" y="1084421"/>
                  </a:lnTo>
                  <a:lnTo>
                    <a:pt x="2511171" y="1084993"/>
                  </a:lnTo>
                  <a:lnTo>
                    <a:pt x="2511457" y="1085088"/>
                  </a:lnTo>
                  <a:lnTo>
                    <a:pt x="2512124" y="1084802"/>
                  </a:lnTo>
                  <a:lnTo>
                    <a:pt x="2513267" y="1083850"/>
                  </a:lnTo>
                  <a:lnTo>
                    <a:pt x="2514029" y="1083659"/>
                  </a:lnTo>
                  <a:lnTo>
                    <a:pt x="2516410" y="1083755"/>
                  </a:lnTo>
                  <a:lnTo>
                    <a:pt x="2517458" y="1084040"/>
                  </a:lnTo>
                  <a:lnTo>
                    <a:pt x="2518315" y="1084517"/>
                  </a:lnTo>
                  <a:lnTo>
                    <a:pt x="2519648" y="1086898"/>
                  </a:lnTo>
                  <a:lnTo>
                    <a:pt x="2521268" y="1092613"/>
                  </a:lnTo>
                  <a:lnTo>
                    <a:pt x="2523078" y="1094232"/>
                  </a:lnTo>
                  <a:lnTo>
                    <a:pt x="2524316" y="1094423"/>
                  </a:lnTo>
                  <a:lnTo>
                    <a:pt x="2533174" y="1093756"/>
                  </a:lnTo>
                  <a:lnTo>
                    <a:pt x="2532603" y="1092137"/>
                  </a:lnTo>
                  <a:lnTo>
                    <a:pt x="2534603" y="1091946"/>
                  </a:lnTo>
                  <a:lnTo>
                    <a:pt x="2539079" y="1092803"/>
                  </a:lnTo>
                  <a:lnTo>
                    <a:pt x="2540032" y="1092613"/>
                  </a:lnTo>
                  <a:lnTo>
                    <a:pt x="2541746" y="1091946"/>
                  </a:lnTo>
                  <a:lnTo>
                    <a:pt x="2542699" y="1091756"/>
                  </a:lnTo>
                  <a:lnTo>
                    <a:pt x="2543461" y="1091375"/>
                  </a:lnTo>
                  <a:lnTo>
                    <a:pt x="2543937" y="1090708"/>
                  </a:lnTo>
                  <a:lnTo>
                    <a:pt x="2544413" y="1090613"/>
                  </a:lnTo>
                  <a:lnTo>
                    <a:pt x="2544985" y="1091851"/>
                  </a:lnTo>
                  <a:lnTo>
                    <a:pt x="2543556" y="1092137"/>
                  </a:lnTo>
                  <a:lnTo>
                    <a:pt x="2540985" y="1093851"/>
                  </a:lnTo>
                  <a:lnTo>
                    <a:pt x="2539461" y="1094232"/>
                  </a:lnTo>
                  <a:lnTo>
                    <a:pt x="2536984" y="1093756"/>
                  </a:lnTo>
                  <a:lnTo>
                    <a:pt x="2536412" y="1093756"/>
                  </a:lnTo>
                  <a:lnTo>
                    <a:pt x="2535651" y="1094137"/>
                  </a:lnTo>
                  <a:lnTo>
                    <a:pt x="2535079" y="1094804"/>
                  </a:lnTo>
                  <a:lnTo>
                    <a:pt x="2533936" y="1096518"/>
                  </a:lnTo>
                  <a:lnTo>
                    <a:pt x="2534317" y="1097280"/>
                  </a:lnTo>
                  <a:lnTo>
                    <a:pt x="2534222" y="1097852"/>
                  </a:lnTo>
                  <a:lnTo>
                    <a:pt x="2533269" y="1098899"/>
                  </a:lnTo>
                  <a:lnTo>
                    <a:pt x="2531269" y="1100328"/>
                  </a:lnTo>
                  <a:lnTo>
                    <a:pt x="2530126" y="1100900"/>
                  </a:lnTo>
                  <a:lnTo>
                    <a:pt x="2529554" y="1100995"/>
                  </a:lnTo>
                  <a:lnTo>
                    <a:pt x="2529269" y="1100519"/>
                  </a:lnTo>
                  <a:lnTo>
                    <a:pt x="2528983" y="1100519"/>
                  </a:lnTo>
                  <a:lnTo>
                    <a:pt x="2527649" y="1100328"/>
                  </a:lnTo>
                  <a:lnTo>
                    <a:pt x="2526506" y="1101090"/>
                  </a:lnTo>
                  <a:lnTo>
                    <a:pt x="2527269" y="1101852"/>
                  </a:lnTo>
                  <a:lnTo>
                    <a:pt x="2528793" y="1102995"/>
                  </a:lnTo>
                  <a:lnTo>
                    <a:pt x="2528411" y="1103757"/>
                  </a:lnTo>
                  <a:lnTo>
                    <a:pt x="2527078" y="1103948"/>
                  </a:lnTo>
                  <a:lnTo>
                    <a:pt x="2527173" y="1104233"/>
                  </a:lnTo>
                  <a:lnTo>
                    <a:pt x="2527269" y="1104995"/>
                  </a:lnTo>
                  <a:lnTo>
                    <a:pt x="2527364" y="1105281"/>
                  </a:lnTo>
                  <a:lnTo>
                    <a:pt x="2526602" y="1105852"/>
                  </a:lnTo>
                  <a:lnTo>
                    <a:pt x="2527364" y="1106615"/>
                  </a:lnTo>
                  <a:lnTo>
                    <a:pt x="2528602" y="1107091"/>
                  </a:lnTo>
                  <a:lnTo>
                    <a:pt x="2529269" y="1106900"/>
                  </a:lnTo>
                  <a:lnTo>
                    <a:pt x="2529650" y="1108139"/>
                  </a:lnTo>
                  <a:lnTo>
                    <a:pt x="2531364" y="1109567"/>
                  </a:lnTo>
                  <a:lnTo>
                    <a:pt x="2531840" y="1110806"/>
                  </a:lnTo>
                  <a:lnTo>
                    <a:pt x="2530983" y="1112806"/>
                  </a:lnTo>
                  <a:lnTo>
                    <a:pt x="2528793" y="1114044"/>
                  </a:lnTo>
                  <a:lnTo>
                    <a:pt x="2524316" y="1115377"/>
                  </a:lnTo>
                  <a:lnTo>
                    <a:pt x="2521172" y="1117378"/>
                  </a:lnTo>
                  <a:lnTo>
                    <a:pt x="2520125" y="1117664"/>
                  </a:lnTo>
                  <a:lnTo>
                    <a:pt x="2518791" y="1117759"/>
                  </a:lnTo>
                  <a:lnTo>
                    <a:pt x="2518124" y="1117664"/>
                  </a:lnTo>
                  <a:lnTo>
                    <a:pt x="2517648" y="1117378"/>
                  </a:lnTo>
                  <a:lnTo>
                    <a:pt x="2517077" y="1116425"/>
                  </a:lnTo>
                  <a:lnTo>
                    <a:pt x="2516791" y="1116044"/>
                  </a:lnTo>
                  <a:lnTo>
                    <a:pt x="2516410" y="1115759"/>
                  </a:lnTo>
                  <a:lnTo>
                    <a:pt x="2515362" y="1115663"/>
                  </a:lnTo>
                  <a:lnTo>
                    <a:pt x="2514124" y="1116044"/>
                  </a:lnTo>
                  <a:lnTo>
                    <a:pt x="2513171" y="1116806"/>
                  </a:lnTo>
                  <a:lnTo>
                    <a:pt x="2512790" y="1117759"/>
                  </a:lnTo>
                  <a:lnTo>
                    <a:pt x="2512886" y="1118521"/>
                  </a:lnTo>
                  <a:lnTo>
                    <a:pt x="2513362" y="1119569"/>
                  </a:lnTo>
                  <a:lnTo>
                    <a:pt x="2513457" y="1120045"/>
                  </a:lnTo>
                  <a:lnTo>
                    <a:pt x="2513171" y="1120616"/>
                  </a:lnTo>
                  <a:lnTo>
                    <a:pt x="2512410" y="1120712"/>
                  </a:lnTo>
                  <a:lnTo>
                    <a:pt x="2510886" y="1120616"/>
                  </a:lnTo>
                  <a:lnTo>
                    <a:pt x="2509076" y="1121855"/>
                  </a:lnTo>
                  <a:lnTo>
                    <a:pt x="2507933" y="1122140"/>
                  </a:lnTo>
                  <a:lnTo>
                    <a:pt x="2507171" y="1122521"/>
                  </a:lnTo>
                  <a:lnTo>
                    <a:pt x="2506695" y="1122521"/>
                  </a:lnTo>
                  <a:lnTo>
                    <a:pt x="2506218" y="1122331"/>
                  </a:lnTo>
                  <a:lnTo>
                    <a:pt x="2505552" y="1121664"/>
                  </a:lnTo>
                  <a:lnTo>
                    <a:pt x="2505075" y="1121569"/>
                  </a:lnTo>
                  <a:lnTo>
                    <a:pt x="2502408" y="1122045"/>
                  </a:lnTo>
                  <a:lnTo>
                    <a:pt x="2501837" y="1122331"/>
                  </a:lnTo>
                  <a:lnTo>
                    <a:pt x="2500694" y="1123855"/>
                  </a:lnTo>
                  <a:lnTo>
                    <a:pt x="2500218" y="1124902"/>
                  </a:lnTo>
                  <a:lnTo>
                    <a:pt x="2500408" y="1125379"/>
                  </a:lnTo>
                  <a:lnTo>
                    <a:pt x="2503456" y="1125379"/>
                  </a:lnTo>
                  <a:lnTo>
                    <a:pt x="2503646" y="1126236"/>
                  </a:lnTo>
                  <a:lnTo>
                    <a:pt x="2504313" y="1125569"/>
                  </a:lnTo>
                  <a:lnTo>
                    <a:pt x="2502980" y="1126617"/>
                  </a:lnTo>
                  <a:lnTo>
                    <a:pt x="2502789" y="1127855"/>
                  </a:lnTo>
                  <a:lnTo>
                    <a:pt x="2503170" y="1128713"/>
                  </a:lnTo>
                  <a:lnTo>
                    <a:pt x="2503646" y="1129379"/>
                  </a:lnTo>
                  <a:lnTo>
                    <a:pt x="2504028" y="1130046"/>
                  </a:lnTo>
                  <a:lnTo>
                    <a:pt x="2504218" y="1131380"/>
                  </a:lnTo>
                  <a:lnTo>
                    <a:pt x="2503932" y="1131856"/>
                  </a:lnTo>
                  <a:lnTo>
                    <a:pt x="2503361" y="1132142"/>
                  </a:lnTo>
                  <a:lnTo>
                    <a:pt x="2502885" y="1132808"/>
                  </a:lnTo>
                  <a:lnTo>
                    <a:pt x="2503837" y="1133475"/>
                  </a:lnTo>
                  <a:lnTo>
                    <a:pt x="2504313" y="1134523"/>
                  </a:lnTo>
                  <a:lnTo>
                    <a:pt x="2504980" y="1135571"/>
                  </a:lnTo>
                  <a:lnTo>
                    <a:pt x="2506409" y="1136047"/>
                  </a:lnTo>
                  <a:lnTo>
                    <a:pt x="2507456" y="1135571"/>
                  </a:lnTo>
                  <a:lnTo>
                    <a:pt x="2509933" y="1132332"/>
                  </a:lnTo>
                  <a:lnTo>
                    <a:pt x="2508885" y="1132237"/>
                  </a:lnTo>
                  <a:lnTo>
                    <a:pt x="2508504" y="1132332"/>
                  </a:lnTo>
                  <a:lnTo>
                    <a:pt x="2509552" y="1130808"/>
                  </a:lnTo>
                  <a:lnTo>
                    <a:pt x="2510790" y="1130999"/>
                  </a:lnTo>
                  <a:lnTo>
                    <a:pt x="2512219" y="1131475"/>
                  </a:lnTo>
                  <a:lnTo>
                    <a:pt x="2515267" y="1129665"/>
                  </a:lnTo>
                  <a:lnTo>
                    <a:pt x="2517172" y="1129570"/>
                  </a:lnTo>
                  <a:lnTo>
                    <a:pt x="2522696" y="1130046"/>
                  </a:lnTo>
                  <a:lnTo>
                    <a:pt x="2523458" y="1129760"/>
                  </a:lnTo>
                  <a:lnTo>
                    <a:pt x="2523744" y="1128998"/>
                  </a:lnTo>
                  <a:lnTo>
                    <a:pt x="2524125" y="1128998"/>
                  </a:lnTo>
                  <a:lnTo>
                    <a:pt x="2526221" y="1126903"/>
                  </a:lnTo>
                  <a:lnTo>
                    <a:pt x="2527745" y="1126617"/>
                  </a:lnTo>
                  <a:lnTo>
                    <a:pt x="2531650" y="1126998"/>
                  </a:lnTo>
                  <a:lnTo>
                    <a:pt x="2532793" y="1126141"/>
                  </a:lnTo>
                  <a:lnTo>
                    <a:pt x="2533841" y="1126712"/>
                  </a:lnTo>
                  <a:lnTo>
                    <a:pt x="2534317" y="1126046"/>
                  </a:lnTo>
                  <a:lnTo>
                    <a:pt x="2534222" y="1124807"/>
                  </a:lnTo>
                  <a:lnTo>
                    <a:pt x="2533650" y="1123569"/>
                  </a:lnTo>
                  <a:lnTo>
                    <a:pt x="2532793" y="1122807"/>
                  </a:lnTo>
                  <a:lnTo>
                    <a:pt x="2531840" y="1122521"/>
                  </a:lnTo>
                  <a:lnTo>
                    <a:pt x="2529650" y="1122521"/>
                  </a:lnTo>
                  <a:lnTo>
                    <a:pt x="2528316" y="1121855"/>
                  </a:lnTo>
                  <a:lnTo>
                    <a:pt x="2528030" y="1121569"/>
                  </a:lnTo>
                  <a:lnTo>
                    <a:pt x="2528316" y="1120997"/>
                  </a:lnTo>
                  <a:lnTo>
                    <a:pt x="2528983" y="1120807"/>
                  </a:lnTo>
                  <a:lnTo>
                    <a:pt x="2530316" y="1120616"/>
                  </a:lnTo>
                  <a:lnTo>
                    <a:pt x="2531269" y="1120235"/>
                  </a:lnTo>
                  <a:lnTo>
                    <a:pt x="2531555" y="1119950"/>
                  </a:lnTo>
                  <a:lnTo>
                    <a:pt x="2531745" y="1119188"/>
                  </a:lnTo>
                  <a:lnTo>
                    <a:pt x="2531840" y="1118521"/>
                  </a:lnTo>
                  <a:lnTo>
                    <a:pt x="2531745" y="1118045"/>
                  </a:lnTo>
                  <a:lnTo>
                    <a:pt x="2531364" y="1117759"/>
                  </a:lnTo>
                  <a:lnTo>
                    <a:pt x="2530602" y="1117664"/>
                  </a:lnTo>
                  <a:lnTo>
                    <a:pt x="2532412" y="1116806"/>
                  </a:lnTo>
                  <a:lnTo>
                    <a:pt x="2532888" y="1116711"/>
                  </a:lnTo>
                  <a:lnTo>
                    <a:pt x="2534507" y="1116902"/>
                  </a:lnTo>
                  <a:lnTo>
                    <a:pt x="2536031" y="1117283"/>
                  </a:lnTo>
                  <a:lnTo>
                    <a:pt x="2536031" y="1116806"/>
                  </a:lnTo>
                  <a:lnTo>
                    <a:pt x="2535079" y="1116140"/>
                  </a:lnTo>
                  <a:lnTo>
                    <a:pt x="2535365" y="1115377"/>
                  </a:lnTo>
                  <a:lnTo>
                    <a:pt x="2536412" y="1115187"/>
                  </a:lnTo>
                  <a:lnTo>
                    <a:pt x="2537841" y="1115949"/>
                  </a:lnTo>
                  <a:lnTo>
                    <a:pt x="2538603" y="1116997"/>
                  </a:lnTo>
                  <a:lnTo>
                    <a:pt x="2539841" y="1119283"/>
                  </a:lnTo>
                  <a:lnTo>
                    <a:pt x="2541746" y="1120997"/>
                  </a:lnTo>
                  <a:lnTo>
                    <a:pt x="2542413" y="1121188"/>
                  </a:lnTo>
                  <a:lnTo>
                    <a:pt x="2542985" y="1120807"/>
                  </a:lnTo>
                  <a:lnTo>
                    <a:pt x="2543842" y="1120045"/>
                  </a:lnTo>
                  <a:lnTo>
                    <a:pt x="2544223" y="1119473"/>
                  </a:lnTo>
                  <a:lnTo>
                    <a:pt x="2544223" y="1118806"/>
                  </a:lnTo>
                  <a:lnTo>
                    <a:pt x="2543461" y="1117759"/>
                  </a:lnTo>
                  <a:lnTo>
                    <a:pt x="2541270" y="1116521"/>
                  </a:lnTo>
                  <a:lnTo>
                    <a:pt x="2540699" y="1115092"/>
                  </a:lnTo>
                  <a:lnTo>
                    <a:pt x="2542223" y="1115282"/>
                  </a:lnTo>
                  <a:lnTo>
                    <a:pt x="2543461" y="1115663"/>
                  </a:lnTo>
                  <a:lnTo>
                    <a:pt x="2545747" y="1116902"/>
                  </a:lnTo>
                  <a:lnTo>
                    <a:pt x="2545556" y="1116140"/>
                  </a:lnTo>
                  <a:lnTo>
                    <a:pt x="2545176" y="1115473"/>
                  </a:lnTo>
                  <a:lnTo>
                    <a:pt x="2544604" y="1114997"/>
                  </a:lnTo>
                  <a:lnTo>
                    <a:pt x="2543842" y="1114711"/>
                  </a:lnTo>
                  <a:lnTo>
                    <a:pt x="2544699" y="1114235"/>
                  </a:lnTo>
                  <a:lnTo>
                    <a:pt x="2545366" y="1114425"/>
                  </a:lnTo>
                  <a:lnTo>
                    <a:pt x="2546033" y="1114901"/>
                  </a:lnTo>
                  <a:lnTo>
                    <a:pt x="2546699" y="1115187"/>
                  </a:lnTo>
                  <a:lnTo>
                    <a:pt x="2547557" y="1114901"/>
                  </a:lnTo>
                  <a:lnTo>
                    <a:pt x="2548223" y="1114235"/>
                  </a:lnTo>
                  <a:lnTo>
                    <a:pt x="2548700" y="1113663"/>
                  </a:lnTo>
                  <a:lnTo>
                    <a:pt x="2549081" y="1113377"/>
                  </a:lnTo>
                  <a:lnTo>
                    <a:pt x="2551938" y="1113568"/>
                  </a:lnTo>
                  <a:lnTo>
                    <a:pt x="2552414" y="1113092"/>
                  </a:lnTo>
                  <a:lnTo>
                    <a:pt x="2551748" y="1111472"/>
                  </a:lnTo>
                  <a:lnTo>
                    <a:pt x="2552224" y="1110901"/>
                  </a:lnTo>
                  <a:lnTo>
                    <a:pt x="2552605" y="1110710"/>
                  </a:lnTo>
                  <a:lnTo>
                    <a:pt x="2553081" y="1110710"/>
                  </a:lnTo>
                  <a:lnTo>
                    <a:pt x="2553557" y="1110520"/>
                  </a:lnTo>
                  <a:lnTo>
                    <a:pt x="2556415" y="1107948"/>
                  </a:lnTo>
                  <a:lnTo>
                    <a:pt x="2557177" y="1107662"/>
                  </a:lnTo>
                  <a:lnTo>
                    <a:pt x="2558225" y="1107662"/>
                  </a:lnTo>
                  <a:lnTo>
                    <a:pt x="2557558" y="1107091"/>
                  </a:lnTo>
                  <a:lnTo>
                    <a:pt x="2556796" y="1106805"/>
                  </a:lnTo>
                  <a:lnTo>
                    <a:pt x="2555177" y="1106710"/>
                  </a:lnTo>
                  <a:lnTo>
                    <a:pt x="2555177" y="1106424"/>
                  </a:lnTo>
                  <a:lnTo>
                    <a:pt x="2555558" y="1105662"/>
                  </a:lnTo>
                  <a:lnTo>
                    <a:pt x="2555844" y="1104710"/>
                  </a:lnTo>
                  <a:lnTo>
                    <a:pt x="2555748" y="1103852"/>
                  </a:lnTo>
                  <a:lnTo>
                    <a:pt x="2560130" y="1100423"/>
                  </a:lnTo>
                  <a:lnTo>
                    <a:pt x="2562320" y="1098137"/>
                  </a:lnTo>
                  <a:lnTo>
                    <a:pt x="2562606" y="1096423"/>
                  </a:lnTo>
                  <a:lnTo>
                    <a:pt x="2562797" y="1096042"/>
                  </a:lnTo>
                  <a:lnTo>
                    <a:pt x="2562892" y="1095851"/>
                  </a:lnTo>
                  <a:lnTo>
                    <a:pt x="2562892" y="1095566"/>
                  </a:lnTo>
                  <a:lnTo>
                    <a:pt x="2563749" y="1095947"/>
                  </a:lnTo>
                  <a:lnTo>
                    <a:pt x="2564226" y="1095185"/>
                  </a:lnTo>
                  <a:lnTo>
                    <a:pt x="2564606" y="1094137"/>
                  </a:lnTo>
                  <a:lnTo>
                    <a:pt x="2564987" y="1093661"/>
                  </a:lnTo>
                  <a:lnTo>
                    <a:pt x="2565749" y="1093470"/>
                  </a:lnTo>
                  <a:lnTo>
                    <a:pt x="2566511" y="1092899"/>
                  </a:lnTo>
                  <a:lnTo>
                    <a:pt x="2567273" y="1092232"/>
                  </a:lnTo>
                  <a:lnTo>
                    <a:pt x="2567845" y="1091565"/>
                  </a:lnTo>
                  <a:lnTo>
                    <a:pt x="2568416" y="1091184"/>
                  </a:lnTo>
                  <a:lnTo>
                    <a:pt x="2569845" y="1090613"/>
                  </a:lnTo>
                  <a:lnTo>
                    <a:pt x="2570512" y="1089565"/>
                  </a:lnTo>
                  <a:lnTo>
                    <a:pt x="2571464" y="1089374"/>
                  </a:lnTo>
                  <a:lnTo>
                    <a:pt x="2573179" y="1089470"/>
                  </a:lnTo>
                  <a:lnTo>
                    <a:pt x="2574417" y="1089184"/>
                  </a:lnTo>
                  <a:lnTo>
                    <a:pt x="2575751" y="1088517"/>
                  </a:lnTo>
                  <a:lnTo>
                    <a:pt x="2578132" y="1086707"/>
                  </a:lnTo>
                  <a:lnTo>
                    <a:pt x="2578513" y="1086517"/>
                  </a:lnTo>
                  <a:lnTo>
                    <a:pt x="2578799" y="1086517"/>
                  </a:lnTo>
                  <a:lnTo>
                    <a:pt x="2578989" y="1086517"/>
                  </a:lnTo>
                  <a:lnTo>
                    <a:pt x="2579275" y="1086231"/>
                  </a:lnTo>
                  <a:lnTo>
                    <a:pt x="2579275" y="1085755"/>
                  </a:lnTo>
                  <a:lnTo>
                    <a:pt x="2579085" y="1085374"/>
                  </a:lnTo>
                  <a:lnTo>
                    <a:pt x="2578894" y="1085088"/>
                  </a:lnTo>
                  <a:lnTo>
                    <a:pt x="2578894" y="1084802"/>
                  </a:lnTo>
                  <a:lnTo>
                    <a:pt x="2579370" y="1084421"/>
                  </a:lnTo>
                  <a:lnTo>
                    <a:pt x="2579751" y="1084612"/>
                  </a:lnTo>
                  <a:lnTo>
                    <a:pt x="2580132" y="1085183"/>
                  </a:lnTo>
                  <a:lnTo>
                    <a:pt x="2580704" y="1085755"/>
                  </a:lnTo>
                  <a:lnTo>
                    <a:pt x="2583276" y="1082897"/>
                  </a:lnTo>
                  <a:lnTo>
                    <a:pt x="2583561" y="1081659"/>
                  </a:lnTo>
                  <a:lnTo>
                    <a:pt x="2583847" y="1081183"/>
                  </a:lnTo>
                  <a:lnTo>
                    <a:pt x="2584514" y="1081469"/>
                  </a:lnTo>
                  <a:lnTo>
                    <a:pt x="2585180" y="1082040"/>
                  </a:lnTo>
                  <a:lnTo>
                    <a:pt x="2585371" y="1082326"/>
                  </a:lnTo>
                  <a:lnTo>
                    <a:pt x="2585943" y="1082135"/>
                  </a:lnTo>
                  <a:lnTo>
                    <a:pt x="2586419" y="1081754"/>
                  </a:lnTo>
                  <a:lnTo>
                    <a:pt x="2587181" y="1080897"/>
                  </a:lnTo>
                  <a:lnTo>
                    <a:pt x="2590229" y="1079373"/>
                  </a:lnTo>
                  <a:lnTo>
                    <a:pt x="2590800" y="1079183"/>
                  </a:lnTo>
                  <a:lnTo>
                    <a:pt x="2591277" y="1078421"/>
                  </a:lnTo>
                  <a:lnTo>
                    <a:pt x="2594420" y="1075277"/>
                  </a:lnTo>
                  <a:lnTo>
                    <a:pt x="2595658" y="1076135"/>
                  </a:lnTo>
                  <a:lnTo>
                    <a:pt x="2599563" y="1075182"/>
                  </a:lnTo>
                  <a:lnTo>
                    <a:pt x="2600611" y="1075754"/>
                  </a:lnTo>
                  <a:lnTo>
                    <a:pt x="2602135" y="1074039"/>
                  </a:lnTo>
                  <a:lnTo>
                    <a:pt x="2602326" y="1073182"/>
                  </a:lnTo>
                  <a:lnTo>
                    <a:pt x="2601373" y="1072515"/>
                  </a:lnTo>
                  <a:lnTo>
                    <a:pt x="2601373" y="1072039"/>
                  </a:lnTo>
                  <a:lnTo>
                    <a:pt x="2602135" y="1072039"/>
                  </a:lnTo>
                  <a:lnTo>
                    <a:pt x="2602611" y="1071658"/>
                  </a:lnTo>
                  <a:lnTo>
                    <a:pt x="2602897" y="1071181"/>
                  </a:lnTo>
                  <a:lnTo>
                    <a:pt x="2603087" y="1070991"/>
                  </a:lnTo>
                  <a:lnTo>
                    <a:pt x="2603469" y="1071086"/>
                  </a:lnTo>
                  <a:lnTo>
                    <a:pt x="2604135" y="1071372"/>
                  </a:lnTo>
                  <a:lnTo>
                    <a:pt x="2604707" y="1071467"/>
                  </a:lnTo>
                  <a:lnTo>
                    <a:pt x="2605659" y="1071372"/>
                  </a:lnTo>
                  <a:lnTo>
                    <a:pt x="2607850" y="1070610"/>
                  </a:lnTo>
                  <a:lnTo>
                    <a:pt x="2608231" y="1070324"/>
                  </a:lnTo>
                  <a:lnTo>
                    <a:pt x="2609279" y="1072039"/>
                  </a:lnTo>
                  <a:lnTo>
                    <a:pt x="2611660" y="1071944"/>
                  </a:lnTo>
                  <a:lnTo>
                    <a:pt x="2614232" y="1070991"/>
                  </a:lnTo>
                  <a:lnTo>
                    <a:pt x="2616518" y="1069562"/>
                  </a:lnTo>
                  <a:lnTo>
                    <a:pt x="2616708" y="1069086"/>
                  </a:lnTo>
                  <a:lnTo>
                    <a:pt x="2616422" y="1068324"/>
                  </a:lnTo>
                  <a:lnTo>
                    <a:pt x="2616041" y="1067943"/>
                  </a:lnTo>
                  <a:lnTo>
                    <a:pt x="2615756" y="1067848"/>
                  </a:lnTo>
                  <a:lnTo>
                    <a:pt x="2615375" y="1067848"/>
                  </a:lnTo>
                  <a:lnTo>
                    <a:pt x="2614232" y="1067467"/>
                  </a:lnTo>
                  <a:lnTo>
                    <a:pt x="2613755" y="1067467"/>
                  </a:lnTo>
                  <a:lnTo>
                    <a:pt x="2613470" y="1067276"/>
                  </a:lnTo>
                  <a:lnTo>
                    <a:pt x="2613374" y="1066610"/>
                  </a:lnTo>
                  <a:lnTo>
                    <a:pt x="2613660" y="1065943"/>
                  </a:lnTo>
                  <a:lnTo>
                    <a:pt x="2614327" y="1065943"/>
                  </a:lnTo>
                  <a:lnTo>
                    <a:pt x="2615661" y="1066419"/>
                  </a:lnTo>
                  <a:lnTo>
                    <a:pt x="2616518" y="1066038"/>
                  </a:lnTo>
                  <a:lnTo>
                    <a:pt x="2616422" y="1065086"/>
                  </a:lnTo>
                  <a:lnTo>
                    <a:pt x="2615851" y="1064038"/>
                  </a:lnTo>
                  <a:lnTo>
                    <a:pt x="2615279" y="1063276"/>
                  </a:lnTo>
                  <a:lnTo>
                    <a:pt x="2614898" y="1062704"/>
                  </a:lnTo>
                  <a:lnTo>
                    <a:pt x="2614994" y="1062228"/>
                  </a:lnTo>
                  <a:lnTo>
                    <a:pt x="2615375" y="1061942"/>
                  </a:lnTo>
                  <a:lnTo>
                    <a:pt x="2615756" y="1061752"/>
                  </a:lnTo>
                  <a:lnTo>
                    <a:pt x="2615756" y="1062133"/>
                  </a:lnTo>
                  <a:lnTo>
                    <a:pt x="2615946" y="1062800"/>
                  </a:lnTo>
                  <a:lnTo>
                    <a:pt x="2616327" y="1063085"/>
                  </a:lnTo>
                  <a:lnTo>
                    <a:pt x="2616803" y="1062228"/>
                  </a:lnTo>
                  <a:lnTo>
                    <a:pt x="2617470" y="1062704"/>
                  </a:lnTo>
                  <a:lnTo>
                    <a:pt x="2618423" y="1064038"/>
                  </a:lnTo>
                  <a:lnTo>
                    <a:pt x="2618994" y="1064609"/>
                  </a:lnTo>
                  <a:lnTo>
                    <a:pt x="2620328" y="1064038"/>
                  </a:lnTo>
                  <a:lnTo>
                    <a:pt x="2621661" y="1064038"/>
                  </a:lnTo>
                  <a:lnTo>
                    <a:pt x="2622804" y="1063752"/>
                  </a:lnTo>
                  <a:lnTo>
                    <a:pt x="2623661" y="1062323"/>
                  </a:lnTo>
                  <a:lnTo>
                    <a:pt x="2623376" y="1061752"/>
                  </a:lnTo>
                  <a:lnTo>
                    <a:pt x="2623661" y="1061371"/>
                  </a:lnTo>
                  <a:lnTo>
                    <a:pt x="2624138" y="1061180"/>
                  </a:lnTo>
                  <a:lnTo>
                    <a:pt x="2624423" y="1061276"/>
                  </a:lnTo>
                  <a:lnTo>
                    <a:pt x="2624614" y="1062038"/>
                  </a:lnTo>
                  <a:lnTo>
                    <a:pt x="2624423" y="1062514"/>
                  </a:lnTo>
                  <a:lnTo>
                    <a:pt x="2624138" y="1062800"/>
                  </a:lnTo>
                  <a:lnTo>
                    <a:pt x="2624043" y="1063181"/>
                  </a:lnTo>
                  <a:lnTo>
                    <a:pt x="2623947" y="1066610"/>
                  </a:lnTo>
                  <a:lnTo>
                    <a:pt x="2624043" y="1067372"/>
                  </a:lnTo>
                  <a:lnTo>
                    <a:pt x="2624995" y="1067943"/>
                  </a:lnTo>
                  <a:lnTo>
                    <a:pt x="2625947" y="1067276"/>
                  </a:lnTo>
                  <a:lnTo>
                    <a:pt x="2627853" y="1064324"/>
                  </a:lnTo>
                  <a:lnTo>
                    <a:pt x="2628614" y="1063562"/>
                  </a:lnTo>
                  <a:lnTo>
                    <a:pt x="2629567" y="1063085"/>
                  </a:lnTo>
                  <a:lnTo>
                    <a:pt x="2630615" y="1063181"/>
                  </a:lnTo>
                  <a:lnTo>
                    <a:pt x="2631091" y="1063562"/>
                  </a:lnTo>
                  <a:lnTo>
                    <a:pt x="2631377" y="1064038"/>
                  </a:lnTo>
                  <a:lnTo>
                    <a:pt x="2631567" y="1064419"/>
                  </a:lnTo>
                  <a:lnTo>
                    <a:pt x="2631758" y="1064609"/>
                  </a:lnTo>
                  <a:lnTo>
                    <a:pt x="2632234" y="1064990"/>
                  </a:lnTo>
                  <a:lnTo>
                    <a:pt x="2632234" y="1065086"/>
                  </a:lnTo>
                  <a:lnTo>
                    <a:pt x="2632234" y="1064895"/>
                  </a:lnTo>
                  <a:lnTo>
                    <a:pt x="2633663" y="1063943"/>
                  </a:lnTo>
                  <a:lnTo>
                    <a:pt x="2634044" y="1063371"/>
                  </a:lnTo>
                  <a:lnTo>
                    <a:pt x="2634234" y="1061656"/>
                  </a:lnTo>
                  <a:lnTo>
                    <a:pt x="2635377" y="1057942"/>
                  </a:lnTo>
                  <a:lnTo>
                    <a:pt x="2635568" y="1056704"/>
                  </a:lnTo>
                  <a:lnTo>
                    <a:pt x="2635853" y="1055656"/>
                  </a:lnTo>
                  <a:lnTo>
                    <a:pt x="2636330" y="1054894"/>
                  </a:lnTo>
                  <a:lnTo>
                    <a:pt x="2637187" y="1054608"/>
                  </a:lnTo>
                  <a:lnTo>
                    <a:pt x="2636425" y="1057370"/>
                  </a:lnTo>
                  <a:lnTo>
                    <a:pt x="2637854" y="1058894"/>
                  </a:lnTo>
                  <a:lnTo>
                    <a:pt x="2640521" y="1060704"/>
                  </a:lnTo>
                  <a:lnTo>
                    <a:pt x="2643283" y="1061561"/>
                  </a:lnTo>
                  <a:lnTo>
                    <a:pt x="2645093" y="1060228"/>
                  </a:lnTo>
                  <a:lnTo>
                    <a:pt x="2645474" y="1060228"/>
                  </a:lnTo>
                  <a:lnTo>
                    <a:pt x="2646521" y="1060799"/>
                  </a:lnTo>
                  <a:lnTo>
                    <a:pt x="2647950" y="1061085"/>
                  </a:lnTo>
                  <a:lnTo>
                    <a:pt x="2649379" y="1061180"/>
                  </a:lnTo>
                  <a:lnTo>
                    <a:pt x="2650617" y="1061085"/>
                  </a:lnTo>
                  <a:lnTo>
                    <a:pt x="2651094" y="1060704"/>
                  </a:lnTo>
                  <a:lnTo>
                    <a:pt x="2651665" y="1060228"/>
                  </a:lnTo>
                  <a:lnTo>
                    <a:pt x="2652236" y="1059942"/>
                  </a:lnTo>
                  <a:lnTo>
                    <a:pt x="2652903" y="1060418"/>
                  </a:lnTo>
                  <a:lnTo>
                    <a:pt x="2653570" y="1061371"/>
                  </a:lnTo>
                  <a:lnTo>
                    <a:pt x="2653951" y="1061752"/>
                  </a:lnTo>
                  <a:lnTo>
                    <a:pt x="2654522" y="1062038"/>
                  </a:lnTo>
                  <a:lnTo>
                    <a:pt x="2655189" y="1061656"/>
                  </a:lnTo>
                  <a:lnTo>
                    <a:pt x="2657475" y="1061085"/>
                  </a:lnTo>
                  <a:lnTo>
                    <a:pt x="2658237" y="1060704"/>
                  </a:lnTo>
                  <a:lnTo>
                    <a:pt x="2658809" y="1060323"/>
                  </a:lnTo>
                  <a:lnTo>
                    <a:pt x="2659952" y="1059275"/>
                  </a:lnTo>
                  <a:lnTo>
                    <a:pt x="2661571" y="1060514"/>
                  </a:lnTo>
                  <a:lnTo>
                    <a:pt x="2662619" y="1059847"/>
                  </a:lnTo>
                  <a:lnTo>
                    <a:pt x="2663571" y="1058513"/>
                  </a:lnTo>
                  <a:lnTo>
                    <a:pt x="2666048" y="1057370"/>
                  </a:lnTo>
                  <a:lnTo>
                    <a:pt x="2669381" y="1054037"/>
                  </a:lnTo>
                  <a:lnTo>
                    <a:pt x="2669762" y="1053941"/>
                  </a:lnTo>
                  <a:lnTo>
                    <a:pt x="2670144" y="1053941"/>
                  </a:lnTo>
                  <a:lnTo>
                    <a:pt x="2670524" y="1053941"/>
                  </a:lnTo>
                  <a:lnTo>
                    <a:pt x="2670905" y="1053656"/>
                  </a:lnTo>
                  <a:lnTo>
                    <a:pt x="2671191" y="1053179"/>
                  </a:lnTo>
                  <a:lnTo>
                    <a:pt x="2671382" y="1052227"/>
                  </a:lnTo>
                  <a:lnTo>
                    <a:pt x="2671668" y="1051751"/>
                  </a:lnTo>
                  <a:lnTo>
                    <a:pt x="2674049" y="1049179"/>
                  </a:lnTo>
                  <a:lnTo>
                    <a:pt x="2674525" y="1048322"/>
                  </a:lnTo>
                  <a:lnTo>
                    <a:pt x="2674620" y="1047655"/>
                  </a:lnTo>
                  <a:lnTo>
                    <a:pt x="2674525" y="1045845"/>
                  </a:lnTo>
                  <a:lnTo>
                    <a:pt x="2674239" y="1043845"/>
                  </a:lnTo>
                  <a:lnTo>
                    <a:pt x="2674335" y="1042988"/>
                  </a:lnTo>
                  <a:lnTo>
                    <a:pt x="2674906" y="1042321"/>
                  </a:lnTo>
                  <a:lnTo>
                    <a:pt x="2675763" y="1041464"/>
                  </a:lnTo>
                  <a:lnTo>
                    <a:pt x="2683288" y="1034320"/>
                  </a:lnTo>
                  <a:lnTo>
                    <a:pt x="2683478" y="1034225"/>
                  </a:lnTo>
                  <a:lnTo>
                    <a:pt x="2684050" y="1034129"/>
                  </a:lnTo>
                  <a:lnTo>
                    <a:pt x="2684336" y="1033939"/>
                  </a:lnTo>
                  <a:lnTo>
                    <a:pt x="2684431" y="1033653"/>
                  </a:lnTo>
                  <a:lnTo>
                    <a:pt x="2684526" y="1032891"/>
                  </a:lnTo>
                  <a:lnTo>
                    <a:pt x="2684717" y="1032510"/>
                  </a:lnTo>
                  <a:lnTo>
                    <a:pt x="2685574" y="1031748"/>
                  </a:lnTo>
                  <a:lnTo>
                    <a:pt x="2687670" y="1030415"/>
                  </a:lnTo>
                  <a:lnTo>
                    <a:pt x="2688527" y="1029462"/>
                  </a:lnTo>
                  <a:lnTo>
                    <a:pt x="2689384" y="1028891"/>
                  </a:lnTo>
                  <a:lnTo>
                    <a:pt x="2692051" y="1028319"/>
                  </a:lnTo>
                  <a:lnTo>
                    <a:pt x="2693099" y="1027843"/>
                  </a:lnTo>
                  <a:lnTo>
                    <a:pt x="2693670" y="1026700"/>
                  </a:lnTo>
                  <a:lnTo>
                    <a:pt x="2694146" y="1025081"/>
                  </a:lnTo>
                  <a:lnTo>
                    <a:pt x="2694718" y="1023652"/>
                  </a:lnTo>
                  <a:lnTo>
                    <a:pt x="2695575" y="1023080"/>
                  </a:lnTo>
                  <a:lnTo>
                    <a:pt x="2696813" y="1022795"/>
                  </a:lnTo>
                  <a:lnTo>
                    <a:pt x="2697956" y="1022033"/>
                  </a:lnTo>
                  <a:lnTo>
                    <a:pt x="2700528" y="1019461"/>
                  </a:lnTo>
                  <a:lnTo>
                    <a:pt x="2702338" y="1017080"/>
                  </a:lnTo>
                  <a:lnTo>
                    <a:pt x="2702719" y="1016222"/>
                  </a:lnTo>
                  <a:lnTo>
                    <a:pt x="2703005" y="1015841"/>
                  </a:lnTo>
                  <a:lnTo>
                    <a:pt x="2703576" y="1016318"/>
                  </a:lnTo>
                  <a:lnTo>
                    <a:pt x="2704053" y="1017080"/>
                  </a:lnTo>
                  <a:lnTo>
                    <a:pt x="2704243" y="1017365"/>
                  </a:lnTo>
                  <a:lnTo>
                    <a:pt x="2704624" y="1017556"/>
                  </a:lnTo>
                  <a:lnTo>
                    <a:pt x="2705100" y="1017746"/>
                  </a:lnTo>
                  <a:lnTo>
                    <a:pt x="2706338" y="1017842"/>
                  </a:lnTo>
                  <a:lnTo>
                    <a:pt x="2707767" y="1017556"/>
                  </a:lnTo>
                  <a:lnTo>
                    <a:pt x="2708815" y="1017651"/>
                  </a:lnTo>
                  <a:lnTo>
                    <a:pt x="2709863" y="1017556"/>
                  </a:lnTo>
                  <a:lnTo>
                    <a:pt x="2710625" y="1017270"/>
                  </a:lnTo>
                  <a:lnTo>
                    <a:pt x="2710911" y="1016603"/>
                  </a:lnTo>
                  <a:lnTo>
                    <a:pt x="2710529" y="1015746"/>
                  </a:lnTo>
                  <a:lnTo>
                    <a:pt x="2709958" y="1014889"/>
                  </a:lnTo>
                  <a:lnTo>
                    <a:pt x="2709291" y="1014032"/>
                  </a:lnTo>
                  <a:lnTo>
                    <a:pt x="2709291" y="1013079"/>
                  </a:lnTo>
                  <a:lnTo>
                    <a:pt x="2709768" y="1012222"/>
                  </a:lnTo>
                  <a:lnTo>
                    <a:pt x="2711101" y="1011746"/>
                  </a:lnTo>
                  <a:lnTo>
                    <a:pt x="2712339" y="1011365"/>
                  </a:lnTo>
                  <a:lnTo>
                    <a:pt x="2713196" y="1010888"/>
                  </a:lnTo>
                  <a:lnTo>
                    <a:pt x="2714530" y="1010317"/>
                  </a:lnTo>
                  <a:lnTo>
                    <a:pt x="2715482" y="1009745"/>
                  </a:lnTo>
                  <a:lnTo>
                    <a:pt x="2716530" y="1008983"/>
                  </a:lnTo>
                  <a:lnTo>
                    <a:pt x="2718054" y="1008317"/>
                  </a:lnTo>
                  <a:lnTo>
                    <a:pt x="2719864" y="1007745"/>
                  </a:lnTo>
                  <a:lnTo>
                    <a:pt x="2721197" y="1007174"/>
                  </a:lnTo>
                  <a:lnTo>
                    <a:pt x="2721960" y="1006888"/>
                  </a:lnTo>
                  <a:lnTo>
                    <a:pt x="2722436" y="1006412"/>
                  </a:lnTo>
                  <a:lnTo>
                    <a:pt x="2722721" y="1005745"/>
                  </a:lnTo>
                  <a:lnTo>
                    <a:pt x="2723007" y="1004983"/>
                  </a:lnTo>
                  <a:lnTo>
                    <a:pt x="2723864" y="1004602"/>
                  </a:lnTo>
                  <a:lnTo>
                    <a:pt x="2724627" y="1004507"/>
                  </a:lnTo>
                  <a:lnTo>
                    <a:pt x="2725388" y="1004888"/>
                  </a:lnTo>
                  <a:lnTo>
                    <a:pt x="2726055" y="1005173"/>
                  </a:lnTo>
                  <a:lnTo>
                    <a:pt x="2727103" y="1004792"/>
                  </a:lnTo>
                  <a:lnTo>
                    <a:pt x="2727484" y="1004792"/>
                  </a:lnTo>
                  <a:lnTo>
                    <a:pt x="2727960" y="1004983"/>
                  </a:lnTo>
                  <a:lnTo>
                    <a:pt x="2728627" y="1005554"/>
                  </a:lnTo>
                  <a:lnTo>
                    <a:pt x="2728913" y="1005745"/>
                  </a:lnTo>
                  <a:lnTo>
                    <a:pt x="2730056" y="1005745"/>
                  </a:lnTo>
                  <a:lnTo>
                    <a:pt x="2730246" y="1005269"/>
                  </a:lnTo>
                  <a:lnTo>
                    <a:pt x="2730151" y="1004411"/>
                  </a:lnTo>
                  <a:lnTo>
                    <a:pt x="2730151" y="1004316"/>
                  </a:lnTo>
                  <a:lnTo>
                    <a:pt x="2730341" y="1003364"/>
                  </a:lnTo>
                  <a:lnTo>
                    <a:pt x="2730722" y="1003078"/>
                  </a:lnTo>
                  <a:lnTo>
                    <a:pt x="2731675" y="1003268"/>
                  </a:lnTo>
                  <a:lnTo>
                    <a:pt x="2732151" y="1002983"/>
                  </a:lnTo>
                  <a:lnTo>
                    <a:pt x="2732342" y="1002506"/>
                  </a:lnTo>
                  <a:lnTo>
                    <a:pt x="2732342" y="1001554"/>
                  </a:lnTo>
                  <a:lnTo>
                    <a:pt x="2732532" y="1000982"/>
                  </a:lnTo>
                  <a:lnTo>
                    <a:pt x="2733008" y="1000220"/>
                  </a:lnTo>
                  <a:lnTo>
                    <a:pt x="2733485" y="999839"/>
                  </a:lnTo>
                  <a:lnTo>
                    <a:pt x="2734152" y="999649"/>
                  </a:lnTo>
                  <a:lnTo>
                    <a:pt x="2736342" y="999554"/>
                  </a:lnTo>
                  <a:lnTo>
                    <a:pt x="2737009" y="999268"/>
                  </a:lnTo>
                  <a:lnTo>
                    <a:pt x="2737390" y="998506"/>
                  </a:lnTo>
                  <a:lnTo>
                    <a:pt x="2737485" y="996982"/>
                  </a:lnTo>
                  <a:lnTo>
                    <a:pt x="2737771" y="995648"/>
                  </a:lnTo>
                  <a:lnTo>
                    <a:pt x="2738343" y="995172"/>
                  </a:lnTo>
                  <a:lnTo>
                    <a:pt x="2739104" y="995363"/>
                  </a:lnTo>
                  <a:lnTo>
                    <a:pt x="2739866" y="996029"/>
                  </a:lnTo>
                  <a:lnTo>
                    <a:pt x="2740247" y="996601"/>
                  </a:lnTo>
                  <a:lnTo>
                    <a:pt x="2740343" y="996791"/>
                  </a:lnTo>
                  <a:lnTo>
                    <a:pt x="2743486" y="996696"/>
                  </a:lnTo>
                  <a:lnTo>
                    <a:pt x="2744248" y="996220"/>
                  </a:lnTo>
                  <a:lnTo>
                    <a:pt x="2743772" y="995172"/>
                  </a:lnTo>
                  <a:lnTo>
                    <a:pt x="2742248" y="993362"/>
                  </a:lnTo>
                  <a:lnTo>
                    <a:pt x="2744248" y="990791"/>
                  </a:lnTo>
                  <a:lnTo>
                    <a:pt x="2745391" y="990029"/>
                  </a:lnTo>
                  <a:lnTo>
                    <a:pt x="2745486" y="989933"/>
                  </a:lnTo>
                  <a:lnTo>
                    <a:pt x="2747105" y="989648"/>
                  </a:lnTo>
                  <a:lnTo>
                    <a:pt x="2747582" y="989457"/>
                  </a:lnTo>
                  <a:lnTo>
                    <a:pt x="2747868" y="988981"/>
                  </a:lnTo>
                  <a:lnTo>
                    <a:pt x="2748058" y="988505"/>
                  </a:lnTo>
                  <a:lnTo>
                    <a:pt x="2748344" y="988219"/>
                  </a:lnTo>
                  <a:lnTo>
                    <a:pt x="2748820" y="988219"/>
                  </a:lnTo>
                  <a:lnTo>
                    <a:pt x="2749296" y="988314"/>
                  </a:lnTo>
                  <a:lnTo>
                    <a:pt x="2751582" y="989362"/>
                  </a:lnTo>
                  <a:lnTo>
                    <a:pt x="2752058" y="989267"/>
                  </a:lnTo>
                  <a:lnTo>
                    <a:pt x="2754249" y="987743"/>
                  </a:lnTo>
                  <a:lnTo>
                    <a:pt x="2754916" y="987457"/>
                  </a:lnTo>
                  <a:lnTo>
                    <a:pt x="2755773" y="987362"/>
                  </a:lnTo>
                  <a:lnTo>
                    <a:pt x="2756345" y="987743"/>
                  </a:lnTo>
                  <a:lnTo>
                    <a:pt x="2756916" y="988409"/>
                  </a:lnTo>
                  <a:lnTo>
                    <a:pt x="2757583" y="988886"/>
                  </a:lnTo>
                  <a:lnTo>
                    <a:pt x="2758250" y="988505"/>
                  </a:lnTo>
                  <a:lnTo>
                    <a:pt x="2759012" y="987933"/>
                  </a:lnTo>
                  <a:lnTo>
                    <a:pt x="2760631" y="987743"/>
                  </a:lnTo>
                  <a:lnTo>
                    <a:pt x="2761298" y="987362"/>
                  </a:lnTo>
                  <a:lnTo>
                    <a:pt x="2761679" y="986695"/>
                  </a:lnTo>
                  <a:lnTo>
                    <a:pt x="2761393" y="986409"/>
                  </a:lnTo>
                  <a:lnTo>
                    <a:pt x="2760726" y="986314"/>
                  </a:lnTo>
                  <a:lnTo>
                    <a:pt x="2759869" y="986409"/>
                  </a:lnTo>
                  <a:lnTo>
                    <a:pt x="2760440" y="985361"/>
                  </a:lnTo>
                  <a:lnTo>
                    <a:pt x="2761393" y="985076"/>
                  </a:lnTo>
                  <a:lnTo>
                    <a:pt x="2762345" y="984885"/>
                  </a:lnTo>
                  <a:lnTo>
                    <a:pt x="2763203" y="984218"/>
                  </a:lnTo>
                  <a:lnTo>
                    <a:pt x="2764251" y="982599"/>
                  </a:lnTo>
                  <a:lnTo>
                    <a:pt x="2764536" y="981742"/>
                  </a:lnTo>
                  <a:lnTo>
                    <a:pt x="2764441" y="981170"/>
                  </a:lnTo>
                  <a:lnTo>
                    <a:pt x="2764822" y="980599"/>
                  </a:lnTo>
                  <a:lnTo>
                    <a:pt x="2765203" y="980218"/>
                  </a:lnTo>
                  <a:lnTo>
                    <a:pt x="2765679" y="979932"/>
                  </a:lnTo>
                  <a:lnTo>
                    <a:pt x="2766251" y="979742"/>
                  </a:lnTo>
                  <a:lnTo>
                    <a:pt x="2766060" y="978884"/>
                  </a:lnTo>
                  <a:lnTo>
                    <a:pt x="2766632" y="978122"/>
                  </a:lnTo>
                  <a:lnTo>
                    <a:pt x="2767394" y="977360"/>
                  </a:lnTo>
                  <a:lnTo>
                    <a:pt x="2767965" y="976408"/>
                  </a:lnTo>
                  <a:lnTo>
                    <a:pt x="2767203" y="975074"/>
                  </a:lnTo>
                  <a:lnTo>
                    <a:pt x="2768441" y="973931"/>
                  </a:lnTo>
                  <a:lnTo>
                    <a:pt x="2774442" y="970407"/>
                  </a:lnTo>
                  <a:lnTo>
                    <a:pt x="2775204" y="969740"/>
                  </a:lnTo>
                  <a:lnTo>
                    <a:pt x="2775680" y="968978"/>
                  </a:lnTo>
                  <a:lnTo>
                    <a:pt x="2777014" y="965930"/>
                  </a:lnTo>
                  <a:lnTo>
                    <a:pt x="2777586" y="965168"/>
                  </a:lnTo>
                  <a:lnTo>
                    <a:pt x="2778919" y="963835"/>
                  </a:lnTo>
                  <a:lnTo>
                    <a:pt x="2779490" y="962978"/>
                  </a:lnTo>
                  <a:lnTo>
                    <a:pt x="2780729" y="960120"/>
                  </a:lnTo>
                  <a:lnTo>
                    <a:pt x="2781300" y="959263"/>
                  </a:lnTo>
                  <a:lnTo>
                    <a:pt x="2783872" y="956120"/>
                  </a:lnTo>
                  <a:lnTo>
                    <a:pt x="2785491" y="954881"/>
                  </a:lnTo>
                  <a:lnTo>
                    <a:pt x="2787015" y="954881"/>
                  </a:lnTo>
                  <a:lnTo>
                    <a:pt x="2786825" y="955167"/>
                  </a:lnTo>
                  <a:lnTo>
                    <a:pt x="2786729" y="955453"/>
                  </a:lnTo>
                  <a:lnTo>
                    <a:pt x="2786539" y="955643"/>
                  </a:lnTo>
                  <a:lnTo>
                    <a:pt x="2786253" y="955834"/>
                  </a:lnTo>
                  <a:lnTo>
                    <a:pt x="2786253" y="956310"/>
                  </a:lnTo>
                  <a:lnTo>
                    <a:pt x="2788063" y="955739"/>
                  </a:lnTo>
                  <a:lnTo>
                    <a:pt x="2788063" y="953929"/>
                  </a:lnTo>
                  <a:lnTo>
                    <a:pt x="2787301" y="951738"/>
                  </a:lnTo>
                  <a:lnTo>
                    <a:pt x="2786920" y="949928"/>
                  </a:lnTo>
                  <a:lnTo>
                    <a:pt x="2787301" y="949071"/>
                  </a:lnTo>
                  <a:lnTo>
                    <a:pt x="2789111" y="946118"/>
                  </a:lnTo>
                  <a:lnTo>
                    <a:pt x="2789968" y="942975"/>
                  </a:lnTo>
                  <a:lnTo>
                    <a:pt x="2790920" y="941070"/>
                  </a:lnTo>
                  <a:lnTo>
                    <a:pt x="2791111" y="940118"/>
                  </a:lnTo>
                  <a:lnTo>
                    <a:pt x="2790920" y="939165"/>
                  </a:lnTo>
                  <a:lnTo>
                    <a:pt x="2790349" y="938213"/>
                  </a:lnTo>
                  <a:lnTo>
                    <a:pt x="2790349" y="937355"/>
                  </a:lnTo>
                  <a:lnTo>
                    <a:pt x="2792159" y="935355"/>
                  </a:lnTo>
                  <a:lnTo>
                    <a:pt x="2793016" y="933641"/>
                  </a:lnTo>
                  <a:lnTo>
                    <a:pt x="2793873" y="933450"/>
                  </a:lnTo>
                  <a:lnTo>
                    <a:pt x="2795778" y="933545"/>
                  </a:lnTo>
                  <a:lnTo>
                    <a:pt x="2796350" y="933164"/>
                  </a:lnTo>
                  <a:lnTo>
                    <a:pt x="2798064" y="931640"/>
                  </a:lnTo>
                  <a:lnTo>
                    <a:pt x="2798921" y="931164"/>
                  </a:lnTo>
                  <a:lnTo>
                    <a:pt x="2798160" y="930593"/>
                  </a:lnTo>
                  <a:lnTo>
                    <a:pt x="2797397" y="930116"/>
                  </a:lnTo>
                  <a:lnTo>
                    <a:pt x="2796731" y="929545"/>
                  </a:lnTo>
                  <a:lnTo>
                    <a:pt x="2796350" y="928688"/>
                  </a:lnTo>
                  <a:lnTo>
                    <a:pt x="2797207" y="928307"/>
                  </a:lnTo>
                  <a:lnTo>
                    <a:pt x="2798064" y="928307"/>
                  </a:lnTo>
                  <a:lnTo>
                    <a:pt x="2798826" y="928592"/>
                  </a:lnTo>
                  <a:lnTo>
                    <a:pt x="2799588" y="929164"/>
                  </a:lnTo>
                  <a:lnTo>
                    <a:pt x="2801207" y="930878"/>
                  </a:lnTo>
                  <a:lnTo>
                    <a:pt x="2802065" y="931450"/>
                  </a:lnTo>
                  <a:lnTo>
                    <a:pt x="2802446" y="930783"/>
                  </a:lnTo>
                  <a:lnTo>
                    <a:pt x="2803112" y="929069"/>
                  </a:lnTo>
                  <a:lnTo>
                    <a:pt x="2806065" y="927830"/>
                  </a:lnTo>
                  <a:lnTo>
                    <a:pt x="2806732" y="926021"/>
                  </a:lnTo>
                  <a:lnTo>
                    <a:pt x="2807208" y="925259"/>
                  </a:lnTo>
                  <a:lnTo>
                    <a:pt x="2808351" y="924497"/>
                  </a:lnTo>
                  <a:lnTo>
                    <a:pt x="2809494" y="924116"/>
                  </a:lnTo>
                  <a:lnTo>
                    <a:pt x="2809970" y="924592"/>
                  </a:lnTo>
                  <a:lnTo>
                    <a:pt x="2810066" y="926116"/>
                  </a:lnTo>
                  <a:lnTo>
                    <a:pt x="2810352" y="926497"/>
                  </a:lnTo>
                  <a:lnTo>
                    <a:pt x="2811018" y="926497"/>
                  </a:lnTo>
                  <a:lnTo>
                    <a:pt x="2812256" y="926783"/>
                  </a:lnTo>
                  <a:lnTo>
                    <a:pt x="2813209" y="927545"/>
                  </a:lnTo>
                  <a:lnTo>
                    <a:pt x="2815019" y="928973"/>
                  </a:lnTo>
                  <a:lnTo>
                    <a:pt x="2815495" y="928878"/>
                  </a:lnTo>
                  <a:lnTo>
                    <a:pt x="2815686" y="929831"/>
                  </a:lnTo>
                  <a:lnTo>
                    <a:pt x="2816828" y="931640"/>
                  </a:lnTo>
                  <a:lnTo>
                    <a:pt x="2817305" y="932498"/>
                  </a:lnTo>
                  <a:lnTo>
                    <a:pt x="2816447" y="932402"/>
                  </a:lnTo>
                  <a:lnTo>
                    <a:pt x="2815876" y="932688"/>
                  </a:lnTo>
                  <a:lnTo>
                    <a:pt x="2815686" y="933355"/>
                  </a:lnTo>
                  <a:lnTo>
                    <a:pt x="2815876" y="934403"/>
                  </a:lnTo>
                  <a:lnTo>
                    <a:pt x="2816352" y="935069"/>
                  </a:lnTo>
                  <a:lnTo>
                    <a:pt x="2817114" y="935641"/>
                  </a:lnTo>
                  <a:lnTo>
                    <a:pt x="2818733" y="936308"/>
                  </a:lnTo>
                  <a:lnTo>
                    <a:pt x="2818638" y="936593"/>
                  </a:lnTo>
                  <a:lnTo>
                    <a:pt x="2818353" y="937260"/>
                  </a:lnTo>
                  <a:lnTo>
                    <a:pt x="2819210" y="937451"/>
                  </a:lnTo>
                  <a:lnTo>
                    <a:pt x="2821972" y="938498"/>
                  </a:lnTo>
                  <a:lnTo>
                    <a:pt x="2822734" y="939165"/>
                  </a:lnTo>
                  <a:lnTo>
                    <a:pt x="2821591" y="939641"/>
                  </a:lnTo>
                  <a:lnTo>
                    <a:pt x="2820448" y="940308"/>
                  </a:lnTo>
                  <a:lnTo>
                    <a:pt x="2819495" y="941261"/>
                  </a:lnTo>
                  <a:lnTo>
                    <a:pt x="2818829" y="942499"/>
                  </a:lnTo>
                  <a:lnTo>
                    <a:pt x="2819210" y="942594"/>
                  </a:lnTo>
                  <a:lnTo>
                    <a:pt x="2819686" y="942689"/>
                  </a:lnTo>
                  <a:lnTo>
                    <a:pt x="2820067" y="942880"/>
                  </a:lnTo>
                  <a:lnTo>
                    <a:pt x="2820448" y="943547"/>
                  </a:lnTo>
                  <a:lnTo>
                    <a:pt x="2820829" y="943451"/>
                  </a:lnTo>
                  <a:lnTo>
                    <a:pt x="2821591" y="942975"/>
                  </a:lnTo>
                  <a:lnTo>
                    <a:pt x="2822067" y="943070"/>
                  </a:lnTo>
                  <a:lnTo>
                    <a:pt x="2822353" y="943356"/>
                  </a:lnTo>
                  <a:lnTo>
                    <a:pt x="2822544" y="943642"/>
                  </a:lnTo>
                  <a:lnTo>
                    <a:pt x="2822829" y="943832"/>
                  </a:lnTo>
                  <a:lnTo>
                    <a:pt x="2823210" y="943547"/>
                  </a:lnTo>
                  <a:lnTo>
                    <a:pt x="2823877" y="942118"/>
                  </a:lnTo>
                  <a:lnTo>
                    <a:pt x="2824258" y="941832"/>
                  </a:lnTo>
                  <a:lnTo>
                    <a:pt x="2825020" y="942213"/>
                  </a:lnTo>
                  <a:lnTo>
                    <a:pt x="2826163" y="943070"/>
                  </a:lnTo>
                  <a:lnTo>
                    <a:pt x="2826925" y="943261"/>
                  </a:lnTo>
                  <a:lnTo>
                    <a:pt x="2827401" y="943166"/>
                  </a:lnTo>
                  <a:lnTo>
                    <a:pt x="2827782" y="942975"/>
                  </a:lnTo>
                  <a:lnTo>
                    <a:pt x="2828163" y="942975"/>
                  </a:lnTo>
                  <a:lnTo>
                    <a:pt x="2828544" y="943356"/>
                  </a:lnTo>
                  <a:lnTo>
                    <a:pt x="2828544" y="943832"/>
                  </a:lnTo>
                  <a:lnTo>
                    <a:pt x="2828258" y="944309"/>
                  </a:lnTo>
                  <a:lnTo>
                    <a:pt x="2827782" y="944690"/>
                  </a:lnTo>
                  <a:lnTo>
                    <a:pt x="2827496" y="944880"/>
                  </a:lnTo>
                  <a:lnTo>
                    <a:pt x="2828449" y="945261"/>
                  </a:lnTo>
                  <a:lnTo>
                    <a:pt x="2829402" y="945547"/>
                  </a:lnTo>
                  <a:lnTo>
                    <a:pt x="2831497" y="945737"/>
                  </a:lnTo>
                  <a:lnTo>
                    <a:pt x="2831973" y="945642"/>
                  </a:lnTo>
                  <a:lnTo>
                    <a:pt x="2832926" y="945261"/>
                  </a:lnTo>
                  <a:lnTo>
                    <a:pt x="2833307" y="945166"/>
                  </a:lnTo>
                  <a:lnTo>
                    <a:pt x="2833783" y="945356"/>
                  </a:lnTo>
                  <a:lnTo>
                    <a:pt x="2834164" y="945642"/>
                  </a:lnTo>
                  <a:lnTo>
                    <a:pt x="2834450" y="945928"/>
                  </a:lnTo>
                  <a:lnTo>
                    <a:pt x="2834640" y="946118"/>
                  </a:lnTo>
                  <a:lnTo>
                    <a:pt x="2835783" y="946214"/>
                  </a:lnTo>
                  <a:lnTo>
                    <a:pt x="2836640" y="945833"/>
                  </a:lnTo>
                  <a:lnTo>
                    <a:pt x="2837403" y="945356"/>
                  </a:lnTo>
                  <a:lnTo>
                    <a:pt x="2838260" y="945071"/>
                  </a:lnTo>
                  <a:lnTo>
                    <a:pt x="2839117" y="945356"/>
                  </a:lnTo>
                  <a:lnTo>
                    <a:pt x="2840070" y="945833"/>
                  </a:lnTo>
                  <a:lnTo>
                    <a:pt x="2841022" y="946118"/>
                  </a:lnTo>
                  <a:lnTo>
                    <a:pt x="2841879" y="945642"/>
                  </a:lnTo>
                  <a:lnTo>
                    <a:pt x="2841974" y="947166"/>
                  </a:lnTo>
                  <a:lnTo>
                    <a:pt x="2842736" y="947928"/>
                  </a:lnTo>
                  <a:lnTo>
                    <a:pt x="2844737" y="948500"/>
                  </a:lnTo>
                  <a:lnTo>
                    <a:pt x="2846451" y="949738"/>
                  </a:lnTo>
                  <a:lnTo>
                    <a:pt x="2846832" y="949928"/>
                  </a:lnTo>
                  <a:lnTo>
                    <a:pt x="2847308" y="949738"/>
                  </a:lnTo>
                  <a:lnTo>
                    <a:pt x="2847880" y="948785"/>
                  </a:lnTo>
                  <a:lnTo>
                    <a:pt x="2848166" y="948785"/>
                  </a:lnTo>
                  <a:lnTo>
                    <a:pt x="2849595" y="949357"/>
                  </a:lnTo>
                  <a:lnTo>
                    <a:pt x="2854547" y="949547"/>
                  </a:lnTo>
                  <a:lnTo>
                    <a:pt x="2855881" y="949071"/>
                  </a:lnTo>
                  <a:lnTo>
                    <a:pt x="2856833" y="949738"/>
                  </a:lnTo>
                  <a:lnTo>
                    <a:pt x="2857881" y="949928"/>
                  </a:lnTo>
                  <a:lnTo>
                    <a:pt x="2858738" y="949547"/>
                  </a:lnTo>
                  <a:lnTo>
                    <a:pt x="2859120" y="948404"/>
                  </a:lnTo>
                  <a:lnTo>
                    <a:pt x="2859596" y="947928"/>
                  </a:lnTo>
                  <a:lnTo>
                    <a:pt x="2860739" y="947547"/>
                  </a:lnTo>
                  <a:lnTo>
                    <a:pt x="2862834" y="947261"/>
                  </a:lnTo>
                  <a:lnTo>
                    <a:pt x="2864453" y="948690"/>
                  </a:lnTo>
                  <a:lnTo>
                    <a:pt x="2865025" y="948404"/>
                  </a:lnTo>
                  <a:lnTo>
                    <a:pt x="2865406" y="947928"/>
                  </a:lnTo>
                  <a:lnTo>
                    <a:pt x="2865882" y="947261"/>
                  </a:lnTo>
                  <a:lnTo>
                    <a:pt x="2866454" y="948023"/>
                  </a:lnTo>
                  <a:lnTo>
                    <a:pt x="2866454" y="949262"/>
                  </a:lnTo>
                  <a:lnTo>
                    <a:pt x="2866358" y="950500"/>
                  </a:lnTo>
                  <a:lnTo>
                    <a:pt x="2866549" y="951262"/>
                  </a:lnTo>
                  <a:lnTo>
                    <a:pt x="2867025" y="951357"/>
                  </a:lnTo>
                  <a:lnTo>
                    <a:pt x="2867502" y="951167"/>
                  </a:lnTo>
                  <a:lnTo>
                    <a:pt x="2868359" y="950690"/>
                  </a:lnTo>
                  <a:lnTo>
                    <a:pt x="2868168" y="952214"/>
                  </a:lnTo>
                  <a:lnTo>
                    <a:pt x="2869121" y="952976"/>
                  </a:lnTo>
                  <a:lnTo>
                    <a:pt x="2870359" y="952976"/>
                  </a:lnTo>
                  <a:lnTo>
                    <a:pt x="2871216" y="952214"/>
                  </a:lnTo>
                  <a:lnTo>
                    <a:pt x="2871978" y="952691"/>
                  </a:lnTo>
                  <a:lnTo>
                    <a:pt x="2871216" y="953643"/>
                  </a:lnTo>
                  <a:lnTo>
                    <a:pt x="2873407" y="953834"/>
                  </a:lnTo>
                  <a:lnTo>
                    <a:pt x="2875503" y="951833"/>
                  </a:lnTo>
                  <a:lnTo>
                    <a:pt x="2880836" y="942023"/>
                  </a:lnTo>
                  <a:lnTo>
                    <a:pt x="2881598" y="939260"/>
                  </a:lnTo>
                  <a:lnTo>
                    <a:pt x="2880551" y="937736"/>
                  </a:lnTo>
                  <a:lnTo>
                    <a:pt x="2880455" y="936498"/>
                  </a:lnTo>
                  <a:lnTo>
                    <a:pt x="2879789" y="935069"/>
                  </a:lnTo>
                  <a:lnTo>
                    <a:pt x="2878836" y="933926"/>
                  </a:lnTo>
                  <a:lnTo>
                    <a:pt x="2877407" y="933260"/>
                  </a:lnTo>
                  <a:lnTo>
                    <a:pt x="2875407" y="931640"/>
                  </a:lnTo>
                  <a:lnTo>
                    <a:pt x="2873978" y="930307"/>
                  </a:lnTo>
                  <a:lnTo>
                    <a:pt x="2873788" y="928783"/>
                  </a:lnTo>
                  <a:lnTo>
                    <a:pt x="2873216" y="927354"/>
                  </a:lnTo>
                  <a:lnTo>
                    <a:pt x="2870740" y="922592"/>
                  </a:lnTo>
                  <a:lnTo>
                    <a:pt x="2870454" y="921258"/>
                  </a:lnTo>
                  <a:lnTo>
                    <a:pt x="2868740" y="920687"/>
                  </a:lnTo>
                  <a:lnTo>
                    <a:pt x="2868263" y="919734"/>
                  </a:lnTo>
                  <a:lnTo>
                    <a:pt x="2867882" y="918591"/>
                  </a:lnTo>
                  <a:lnTo>
                    <a:pt x="2866835" y="912590"/>
                  </a:lnTo>
                  <a:lnTo>
                    <a:pt x="2866930" y="911543"/>
                  </a:lnTo>
                  <a:lnTo>
                    <a:pt x="2867597" y="910590"/>
                  </a:lnTo>
                  <a:lnTo>
                    <a:pt x="2868645" y="910304"/>
                  </a:lnTo>
                  <a:lnTo>
                    <a:pt x="2871026" y="910209"/>
                  </a:lnTo>
                  <a:lnTo>
                    <a:pt x="2879503" y="907828"/>
                  </a:lnTo>
                  <a:lnTo>
                    <a:pt x="2884837" y="908304"/>
                  </a:lnTo>
                  <a:lnTo>
                    <a:pt x="2886075" y="908685"/>
                  </a:lnTo>
                  <a:lnTo>
                    <a:pt x="2887123" y="909542"/>
                  </a:lnTo>
                  <a:lnTo>
                    <a:pt x="2889599" y="909447"/>
                  </a:lnTo>
                  <a:lnTo>
                    <a:pt x="2891409" y="910304"/>
                  </a:lnTo>
                  <a:lnTo>
                    <a:pt x="2892171" y="910400"/>
                  </a:lnTo>
                  <a:lnTo>
                    <a:pt x="2894362" y="909542"/>
                  </a:lnTo>
                  <a:lnTo>
                    <a:pt x="2894838" y="909638"/>
                  </a:lnTo>
                  <a:lnTo>
                    <a:pt x="2895410" y="910019"/>
                  </a:lnTo>
                  <a:lnTo>
                    <a:pt x="2895886" y="909733"/>
                  </a:lnTo>
                  <a:lnTo>
                    <a:pt x="2896648" y="908590"/>
                  </a:lnTo>
                  <a:lnTo>
                    <a:pt x="2897124" y="908114"/>
                  </a:lnTo>
                  <a:lnTo>
                    <a:pt x="2897696" y="907923"/>
                  </a:lnTo>
                  <a:lnTo>
                    <a:pt x="2901601" y="908209"/>
                  </a:lnTo>
                  <a:lnTo>
                    <a:pt x="2903030" y="907923"/>
                  </a:lnTo>
                  <a:lnTo>
                    <a:pt x="2903601" y="906685"/>
                  </a:lnTo>
                  <a:lnTo>
                    <a:pt x="2908649" y="906971"/>
                  </a:lnTo>
                  <a:lnTo>
                    <a:pt x="2912174" y="907923"/>
                  </a:lnTo>
                  <a:lnTo>
                    <a:pt x="2913221" y="908209"/>
                  </a:lnTo>
                  <a:lnTo>
                    <a:pt x="2915127" y="907542"/>
                  </a:lnTo>
                  <a:lnTo>
                    <a:pt x="2915888" y="904685"/>
                  </a:lnTo>
                  <a:lnTo>
                    <a:pt x="2916365" y="903732"/>
                  </a:lnTo>
                  <a:lnTo>
                    <a:pt x="2917508" y="903446"/>
                  </a:lnTo>
                  <a:lnTo>
                    <a:pt x="2918746" y="903256"/>
                  </a:lnTo>
                  <a:lnTo>
                    <a:pt x="2919698" y="902780"/>
                  </a:lnTo>
                  <a:lnTo>
                    <a:pt x="2921127" y="901256"/>
                  </a:lnTo>
                  <a:lnTo>
                    <a:pt x="2921699" y="900303"/>
                  </a:lnTo>
                  <a:lnTo>
                    <a:pt x="2921794" y="899065"/>
                  </a:lnTo>
                  <a:lnTo>
                    <a:pt x="2923032" y="899827"/>
                  </a:lnTo>
                  <a:lnTo>
                    <a:pt x="2923889" y="899922"/>
                  </a:lnTo>
                  <a:lnTo>
                    <a:pt x="2924652" y="899446"/>
                  </a:lnTo>
                  <a:lnTo>
                    <a:pt x="2926176" y="897731"/>
                  </a:lnTo>
                  <a:lnTo>
                    <a:pt x="2927699" y="896303"/>
                  </a:lnTo>
                  <a:lnTo>
                    <a:pt x="2928652" y="895160"/>
                  </a:lnTo>
                  <a:lnTo>
                    <a:pt x="2929033" y="894779"/>
                  </a:lnTo>
                  <a:lnTo>
                    <a:pt x="2929414" y="894398"/>
                  </a:lnTo>
                  <a:lnTo>
                    <a:pt x="2929604" y="894017"/>
                  </a:lnTo>
                  <a:lnTo>
                    <a:pt x="2929319" y="893350"/>
                  </a:lnTo>
                  <a:lnTo>
                    <a:pt x="2928176" y="893255"/>
                  </a:lnTo>
                  <a:lnTo>
                    <a:pt x="2927890" y="892778"/>
                  </a:lnTo>
                  <a:lnTo>
                    <a:pt x="2927985" y="891921"/>
                  </a:lnTo>
                  <a:lnTo>
                    <a:pt x="2928461" y="891540"/>
                  </a:lnTo>
                  <a:lnTo>
                    <a:pt x="2929033" y="891350"/>
                  </a:lnTo>
                  <a:lnTo>
                    <a:pt x="2929509" y="891064"/>
                  </a:lnTo>
                  <a:lnTo>
                    <a:pt x="2929700" y="890492"/>
                  </a:lnTo>
                  <a:lnTo>
                    <a:pt x="2929700" y="889921"/>
                  </a:lnTo>
                  <a:lnTo>
                    <a:pt x="2929795" y="889445"/>
                  </a:lnTo>
                  <a:lnTo>
                    <a:pt x="2930462" y="888968"/>
                  </a:lnTo>
                  <a:lnTo>
                    <a:pt x="2930081" y="888587"/>
                  </a:lnTo>
                  <a:lnTo>
                    <a:pt x="2929700" y="888301"/>
                  </a:lnTo>
                  <a:lnTo>
                    <a:pt x="2929223" y="888111"/>
                  </a:lnTo>
                  <a:lnTo>
                    <a:pt x="2928747" y="888111"/>
                  </a:lnTo>
                  <a:lnTo>
                    <a:pt x="2928747" y="887444"/>
                  </a:lnTo>
                  <a:lnTo>
                    <a:pt x="2930462" y="887444"/>
                  </a:lnTo>
                  <a:lnTo>
                    <a:pt x="2931033" y="887063"/>
                  </a:lnTo>
                  <a:lnTo>
                    <a:pt x="2931319" y="886016"/>
                  </a:lnTo>
                  <a:lnTo>
                    <a:pt x="2931224" y="885635"/>
                  </a:lnTo>
                  <a:lnTo>
                    <a:pt x="2930938" y="885444"/>
                  </a:lnTo>
                  <a:lnTo>
                    <a:pt x="2930652" y="885158"/>
                  </a:lnTo>
                  <a:lnTo>
                    <a:pt x="2930652" y="884492"/>
                  </a:lnTo>
                  <a:lnTo>
                    <a:pt x="2930843" y="883920"/>
                  </a:lnTo>
                  <a:lnTo>
                    <a:pt x="2931128" y="883444"/>
                  </a:lnTo>
                  <a:lnTo>
                    <a:pt x="2931510" y="883158"/>
                  </a:lnTo>
                  <a:lnTo>
                    <a:pt x="2934367" y="882587"/>
                  </a:lnTo>
                  <a:lnTo>
                    <a:pt x="2934748" y="882396"/>
                  </a:lnTo>
                  <a:lnTo>
                    <a:pt x="2934938" y="881158"/>
                  </a:lnTo>
                  <a:lnTo>
                    <a:pt x="2935415" y="880110"/>
                  </a:lnTo>
                  <a:lnTo>
                    <a:pt x="2935986" y="879824"/>
                  </a:lnTo>
                  <a:lnTo>
                    <a:pt x="2936558" y="880682"/>
                  </a:lnTo>
                  <a:lnTo>
                    <a:pt x="2937320" y="880205"/>
                  </a:lnTo>
                  <a:lnTo>
                    <a:pt x="2936844" y="879634"/>
                  </a:lnTo>
                  <a:lnTo>
                    <a:pt x="2936558" y="878967"/>
                  </a:lnTo>
                  <a:lnTo>
                    <a:pt x="2936653" y="878491"/>
                  </a:lnTo>
                  <a:lnTo>
                    <a:pt x="2937320" y="878300"/>
                  </a:lnTo>
                  <a:lnTo>
                    <a:pt x="2937891" y="878491"/>
                  </a:lnTo>
                  <a:lnTo>
                    <a:pt x="2938368" y="879348"/>
                  </a:lnTo>
                  <a:lnTo>
                    <a:pt x="2939129" y="879634"/>
                  </a:lnTo>
                  <a:lnTo>
                    <a:pt x="2939606" y="879443"/>
                  </a:lnTo>
                  <a:lnTo>
                    <a:pt x="2940177" y="879062"/>
                  </a:lnTo>
                  <a:lnTo>
                    <a:pt x="2940844" y="878681"/>
                  </a:lnTo>
                  <a:lnTo>
                    <a:pt x="2941606" y="878681"/>
                  </a:lnTo>
                  <a:lnTo>
                    <a:pt x="2944178" y="880872"/>
                  </a:lnTo>
                  <a:lnTo>
                    <a:pt x="2944559" y="881444"/>
                  </a:lnTo>
                  <a:lnTo>
                    <a:pt x="2946083" y="882301"/>
                  </a:lnTo>
                  <a:lnTo>
                    <a:pt x="2946464" y="882872"/>
                  </a:lnTo>
                  <a:lnTo>
                    <a:pt x="2946654" y="883634"/>
                  </a:lnTo>
                  <a:lnTo>
                    <a:pt x="2947130" y="883920"/>
                  </a:lnTo>
                  <a:lnTo>
                    <a:pt x="2947702" y="883825"/>
                  </a:lnTo>
                  <a:lnTo>
                    <a:pt x="2948178" y="883444"/>
                  </a:lnTo>
                  <a:lnTo>
                    <a:pt x="2948464" y="882682"/>
                  </a:lnTo>
                  <a:lnTo>
                    <a:pt x="2948464" y="882015"/>
                  </a:lnTo>
                  <a:lnTo>
                    <a:pt x="2948654" y="881539"/>
                  </a:lnTo>
                  <a:lnTo>
                    <a:pt x="2949988" y="881063"/>
                  </a:lnTo>
                  <a:lnTo>
                    <a:pt x="2950369" y="880301"/>
                  </a:lnTo>
                  <a:lnTo>
                    <a:pt x="2950464" y="879348"/>
                  </a:lnTo>
                  <a:lnTo>
                    <a:pt x="2950274" y="878491"/>
                  </a:lnTo>
                  <a:lnTo>
                    <a:pt x="2952464" y="878681"/>
                  </a:lnTo>
                  <a:lnTo>
                    <a:pt x="2954465" y="879253"/>
                  </a:lnTo>
                  <a:lnTo>
                    <a:pt x="2956179" y="878967"/>
                  </a:lnTo>
                  <a:lnTo>
                    <a:pt x="2957513" y="876586"/>
                  </a:lnTo>
                  <a:lnTo>
                    <a:pt x="2957798" y="874014"/>
                  </a:lnTo>
                  <a:lnTo>
                    <a:pt x="2957703" y="871252"/>
                  </a:lnTo>
                  <a:lnTo>
                    <a:pt x="2957989" y="868775"/>
                  </a:lnTo>
                  <a:lnTo>
                    <a:pt x="2959418" y="867251"/>
                  </a:lnTo>
                  <a:lnTo>
                    <a:pt x="2959418" y="866775"/>
                  </a:lnTo>
                  <a:lnTo>
                    <a:pt x="2958561" y="866585"/>
                  </a:lnTo>
                  <a:lnTo>
                    <a:pt x="2958275" y="865632"/>
                  </a:lnTo>
                  <a:lnTo>
                    <a:pt x="2958751" y="864680"/>
                  </a:lnTo>
                  <a:lnTo>
                    <a:pt x="2960085" y="864394"/>
                  </a:lnTo>
                  <a:lnTo>
                    <a:pt x="2959894" y="863346"/>
                  </a:lnTo>
                  <a:lnTo>
                    <a:pt x="2960275" y="862679"/>
                  </a:lnTo>
                  <a:lnTo>
                    <a:pt x="2960656" y="862203"/>
                  </a:lnTo>
                  <a:lnTo>
                    <a:pt x="2960561" y="861632"/>
                  </a:lnTo>
                  <a:lnTo>
                    <a:pt x="2959894" y="861060"/>
                  </a:lnTo>
                  <a:lnTo>
                    <a:pt x="2959322" y="860774"/>
                  </a:lnTo>
                  <a:lnTo>
                    <a:pt x="2958941" y="860298"/>
                  </a:lnTo>
                  <a:lnTo>
                    <a:pt x="2958846" y="858965"/>
                  </a:lnTo>
                  <a:lnTo>
                    <a:pt x="2958941" y="858107"/>
                  </a:lnTo>
                  <a:lnTo>
                    <a:pt x="2959132" y="857345"/>
                  </a:lnTo>
                  <a:lnTo>
                    <a:pt x="2959799" y="855821"/>
                  </a:lnTo>
                  <a:lnTo>
                    <a:pt x="2960656" y="854012"/>
                  </a:lnTo>
                  <a:lnTo>
                    <a:pt x="2960942" y="853059"/>
                  </a:lnTo>
                  <a:lnTo>
                    <a:pt x="2961132" y="850868"/>
                  </a:lnTo>
                  <a:lnTo>
                    <a:pt x="2962942" y="845820"/>
                  </a:lnTo>
                  <a:lnTo>
                    <a:pt x="2963323" y="845058"/>
                  </a:lnTo>
                  <a:lnTo>
                    <a:pt x="2963609" y="844296"/>
                  </a:lnTo>
                  <a:lnTo>
                    <a:pt x="2963609" y="842677"/>
                  </a:lnTo>
                  <a:lnTo>
                    <a:pt x="2963799" y="841915"/>
                  </a:lnTo>
                  <a:lnTo>
                    <a:pt x="2964371" y="841439"/>
                  </a:lnTo>
                  <a:lnTo>
                    <a:pt x="2965990" y="841248"/>
                  </a:lnTo>
                  <a:lnTo>
                    <a:pt x="2966752" y="840962"/>
                  </a:lnTo>
                  <a:lnTo>
                    <a:pt x="2966276" y="840772"/>
                  </a:lnTo>
                  <a:lnTo>
                    <a:pt x="2965895" y="840486"/>
                  </a:lnTo>
                  <a:lnTo>
                    <a:pt x="2965609" y="840105"/>
                  </a:lnTo>
                  <a:lnTo>
                    <a:pt x="2965419" y="839534"/>
                  </a:lnTo>
                  <a:lnTo>
                    <a:pt x="2965990" y="839248"/>
                  </a:lnTo>
                  <a:lnTo>
                    <a:pt x="2966943" y="838581"/>
                  </a:lnTo>
                  <a:lnTo>
                    <a:pt x="2967514" y="838486"/>
                  </a:lnTo>
                  <a:lnTo>
                    <a:pt x="2968181" y="838581"/>
                  </a:lnTo>
                  <a:lnTo>
                    <a:pt x="2968562" y="838962"/>
                  </a:lnTo>
                  <a:lnTo>
                    <a:pt x="2970181" y="841153"/>
                  </a:lnTo>
                  <a:lnTo>
                    <a:pt x="2970657" y="841629"/>
                  </a:lnTo>
                  <a:lnTo>
                    <a:pt x="2971419" y="842010"/>
                  </a:lnTo>
                  <a:lnTo>
                    <a:pt x="2972086" y="842105"/>
                  </a:lnTo>
                  <a:lnTo>
                    <a:pt x="2974181" y="842010"/>
                  </a:lnTo>
                  <a:lnTo>
                    <a:pt x="2976658" y="840962"/>
                  </a:lnTo>
                  <a:lnTo>
                    <a:pt x="2978087" y="840581"/>
                  </a:lnTo>
                  <a:lnTo>
                    <a:pt x="2978753" y="841248"/>
                  </a:lnTo>
                  <a:lnTo>
                    <a:pt x="2978563" y="842201"/>
                  </a:lnTo>
                  <a:lnTo>
                    <a:pt x="2978182" y="843344"/>
                  </a:lnTo>
                  <a:lnTo>
                    <a:pt x="2977611" y="844391"/>
                  </a:lnTo>
                  <a:lnTo>
                    <a:pt x="2976944" y="844963"/>
                  </a:lnTo>
                  <a:lnTo>
                    <a:pt x="2979135" y="846011"/>
                  </a:lnTo>
                  <a:lnTo>
                    <a:pt x="2981897" y="845915"/>
                  </a:lnTo>
                  <a:lnTo>
                    <a:pt x="2984278" y="846296"/>
                  </a:lnTo>
                  <a:lnTo>
                    <a:pt x="2985230" y="848868"/>
                  </a:lnTo>
                  <a:lnTo>
                    <a:pt x="2984469" y="854964"/>
                  </a:lnTo>
                  <a:lnTo>
                    <a:pt x="2984469" y="857726"/>
                  </a:lnTo>
                  <a:lnTo>
                    <a:pt x="2985516" y="860203"/>
                  </a:lnTo>
                  <a:lnTo>
                    <a:pt x="2988374" y="863156"/>
                  </a:lnTo>
                  <a:lnTo>
                    <a:pt x="2988755" y="864394"/>
                  </a:lnTo>
                  <a:lnTo>
                    <a:pt x="2992374" y="867537"/>
                  </a:lnTo>
                  <a:lnTo>
                    <a:pt x="2992946" y="867728"/>
                  </a:lnTo>
                  <a:lnTo>
                    <a:pt x="2993422" y="867728"/>
                  </a:lnTo>
                  <a:lnTo>
                    <a:pt x="2993803" y="867728"/>
                  </a:lnTo>
                  <a:lnTo>
                    <a:pt x="2994184" y="868109"/>
                  </a:lnTo>
                  <a:lnTo>
                    <a:pt x="2994279" y="868680"/>
                  </a:lnTo>
                  <a:lnTo>
                    <a:pt x="2994089" y="870109"/>
                  </a:lnTo>
                  <a:lnTo>
                    <a:pt x="2994374" y="870871"/>
                  </a:lnTo>
                  <a:lnTo>
                    <a:pt x="2995518" y="871728"/>
                  </a:lnTo>
                  <a:lnTo>
                    <a:pt x="2996279" y="871347"/>
                  </a:lnTo>
                  <a:lnTo>
                    <a:pt x="2996470" y="870299"/>
                  </a:lnTo>
                  <a:lnTo>
                    <a:pt x="2995613" y="869156"/>
                  </a:lnTo>
                  <a:lnTo>
                    <a:pt x="2996279" y="868109"/>
                  </a:lnTo>
                  <a:lnTo>
                    <a:pt x="2997137" y="867442"/>
                  </a:lnTo>
                  <a:lnTo>
                    <a:pt x="2998089" y="867347"/>
                  </a:lnTo>
                  <a:lnTo>
                    <a:pt x="2998851" y="868204"/>
                  </a:lnTo>
                  <a:lnTo>
                    <a:pt x="2999042" y="868966"/>
                  </a:lnTo>
                  <a:lnTo>
                    <a:pt x="2999328" y="871728"/>
                  </a:lnTo>
                  <a:lnTo>
                    <a:pt x="2999613" y="873062"/>
                  </a:lnTo>
                  <a:lnTo>
                    <a:pt x="3001518" y="871442"/>
                  </a:lnTo>
                  <a:lnTo>
                    <a:pt x="3002376" y="870299"/>
                  </a:lnTo>
                  <a:lnTo>
                    <a:pt x="3002376" y="868204"/>
                  </a:lnTo>
                  <a:lnTo>
                    <a:pt x="3001709" y="866585"/>
                  </a:lnTo>
                  <a:lnTo>
                    <a:pt x="3000566" y="864870"/>
                  </a:lnTo>
                  <a:lnTo>
                    <a:pt x="2999328" y="863441"/>
                  </a:lnTo>
                  <a:lnTo>
                    <a:pt x="2998089" y="862584"/>
                  </a:lnTo>
                  <a:lnTo>
                    <a:pt x="2996565" y="862489"/>
                  </a:lnTo>
                  <a:lnTo>
                    <a:pt x="2994660" y="862775"/>
                  </a:lnTo>
                  <a:lnTo>
                    <a:pt x="2992851" y="862584"/>
                  </a:lnTo>
                  <a:lnTo>
                    <a:pt x="2991612" y="861251"/>
                  </a:lnTo>
                  <a:lnTo>
                    <a:pt x="2993041" y="858488"/>
                  </a:lnTo>
                  <a:lnTo>
                    <a:pt x="2997422" y="855250"/>
                  </a:lnTo>
                  <a:lnTo>
                    <a:pt x="3002471" y="852678"/>
                  </a:lnTo>
                  <a:lnTo>
                    <a:pt x="3005804" y="851821"/>
                  </a:lnTo>
                  <a:lnTo>
                    <a:pt x="3010091" y="852011"/>
                  </a:lnTo>
                  <a:lnTo>
                    <a:pt x="3010281" y="852107"/>
                  </a:lnTo>
                  <a:lnTo>
                    <a:pt x="3010948" y="851154"/>
                  </a:lnTo>
                  <a:lnTo>
                    <a:pt x="3011424" y="850011"/>
                  </a:lnTo>
                  <a:lnTo>
                    <a:pt x="3012091" y="849154"/>
                  </a:lnTo>
                  <a:lnTo>
                    <a:pt x="3013424" y="848963"/>
                  </a:lnTo>
                  <a:lnTo>
                    <a:pt x="3014568" y="849344"/>
                  </a:lnTo>
                  <a:lnTo>
                    <a:pt x="3016663" y="850392"/>
                  </a:lnTo>
                  <a:lnTo>
                    <a:pt x="3023807" y="850487"/>
                  </a:lnTo>
                  <a:lnTo>
                    <a:pt x="3024188" y="849725"/>
                  </a:lnTo>
                  <a:lnTo>
                    <a:pt x="3024283" y="848678"/>
                  </a:lnTo>
                  <a:lnTo>
                    <a:pt x="3024664" y="847725"/>
                  </a:lnTo>
                  <a:lnTo>
                    <a:pt x="3025426" y="847058"/>
                  </a:lnTo>
                  <a:lnTo>
                    <a:pt x="3026283" y="846963"/>
                  </a:lnTo>
                  <a:lnTo>
                    <a:pt x="3028093" y="847058"/>
                  </a:lnTo>
                  <a:lnTo>
                    <a:pt x="3029617" y="846106"/>
                  </a:lnTo>
                  <a:lnTo>
                    <a:pt x="3029427" y="844296"/>
                  </a:lnTo>
                  <a:lnTo>
                    <a:pt x="3028569" y="842201"/>
                  </a:lnTo>
                  <a:lnTo>
                    <a:pt x="3028093" y="840200"/>
                  </a:lnTo>
                  <a:lnTo>
                    <a:pt x="3028188" y="838295"/>
                  </a:lnTo>
                  <a:lnTo>
                    <a:pt x="3028379" y="837438"/>
                  </a:lnTo>
                  <a:lnTo>
                    <a:pt x="3028760" y="836676"/>
                  </a:lnTo>
                  <a:lnTo>
                    <a:pt x="3029236" y="836295"/>
                  </a:lnTo>
                  <a:lnTo>
                    <a:pt x="3030188" y="835914"/>
                  </a:lnTo>
                  <a:lnTo>
                    <a:pt x="3030570" y="835438"/>
                  </a:lnTo>
                  <a:lnTo>
                    <a:pt x="3030760" y="834771"/>
                  </a:lnTo>
                  <a:lnTo>
                    <a:pt x="3030855" y="834200"/>
                  </a:lnTo>
                  <a:lnTo>
                    <a:pt x="3030951" y="833723"/>
                  </a:lnTo>
                  <a:lnTo>
                    <a:pt x="3031331" y="833247"/>
                  </a:lnTo>
                  <a:lnTo>
                    <a:pt x="3033141" y="831914"/>
                  </a:lnTo>
                  <a:lnTo>
                    <a:pt x="3033903" y="830961"/>
                  </a:lnTo>
                  <a:lnTo>
                    <a:pt x="3034189" y="829628"/>
                  </a:lnTo>
                  <a:lnTo>
                    <a:pt x="3033903" y="828389"/>
                  </a:lnTo>
                  <a:lnTo>
                    <a:pt x="3033427" y="827532"/>
                  </a:lnTo>
                  <a:lnTo>
                    <a:pt x="3033046" y="826580"/>
                  </a:lnTo>
                  <a:lnTo>
                    <a:pt x="3033141" y="825151"/>
                  </a:lnTo>
                  <a:lnTo>
                    <a:pt x="3033618" y="824008"/>
                  </a:lnTo>
                  <a:lnTo>
                    <a:pt x="3034379" y="823055"/>
                  </a:lnTo>
                  <a:lnTo>
                    <a:pt x="3036094" y="821531"/>
                  </a:lnTo>
                  <a:lnTo>
                    <a:pt x="3036761" y="820579"/>
                  </a:lnTo>
                  <a:lnTo>
                    <a:pt x="3036951" y="819245"/>
                  </a:lnTo>
                  <a:lnTo>
                    <a:pt x="3036951" y="816483"/>
                  </a:lnTo>
                  <a:lnTo>
                    <a:pt x="3037237" y="814864"/>
                  </a:lnTo>
                  <a:lnTo>
                    <a:pt x="3037713" y="814007"/>
                  </a:lnTo>
                  <a:lnTo>
                    <a:pt x="3038380" y="813340"/>
                  </a:lnTo>
                  <a:lnTo>
                    <a:pt x="3038952" y="812197"/>
                  </a:lnTo>
                  <a:lnTo>
                    <a:pt x="3038952" y="811244"/>
                  </a:lnTo>
                  <a:lnTo>
                    <a:pt x="3038761" y="808006"/>
                  </a:lnTo>
                  <a:lnTo>
                    <a:pt x="3038570" y="807053"/>
                  </a:lnTo>
                  <a:lnTo>
                    <a:pt x="3037904" y="806101"/>
                  </a:lnTo>
                  <a:lnTo>
                    <a:pt x="3037428" y="805720"/>
                  </a:lnTo>
                  <a:lnTo>
                    <a:pt x="3032855" y="802005"/>
                  </a:lnTo>
                  <a:lnTo>
                    <a:pt x="3032570" y="801148"/>
                  </a:lnTo>
                  <a:lnTo>
                    <a:pt x="3032855" y="800005"/>
                  </a:lnTo>
                  <a:lnTo>
                    <a:pt x="3033903" y="798195"/>
                  </a:lnTo>
                  <a:lnTo>
                    <a:pt x="3034284" y="797147"/>
                  </a:lnTo>
                  <a:lnTo>
                    <a:pt x="3034189" y="796576"/>
                  </a:lnTo>
                  <a:lnTo>
                    <a:pt x="3033713" y="795242"/>
                  </a:lnTo>
                  <a:lnTo>
                    <a:pt x="3033618" y="794576"/>
                  </a:lnTo>
                  <a:lnTo>
                    <a:pt x="3033713" y="794099"/>
                  </a:lnTo>
                  <a:lnTo>
                    <a:pt x="3033998" y="792766"/>
                  </a:lnTo>
                  <a:lnTo>
                    <a:pt x="3033998" y="792099"/>
                  </a:lnTo>
                  <a:lnTo>
                    <a:pt x="3033903" y="791432"/>
                  </a:lnTo>
                  <a:lnTo>
                    <a:pt x="3033522" y="790099"/>
                  </a:lnTo>
                  <a:lnTo>
                    <a:pt x="3033427" y="789432"/>
                  </a:lnTo>
                  <a:lnTo>
                    <a:pt x="3033427" y="788861"/>
                  </a:lnTo>
                  <a:lnTo>
                    <a:pt x="3033618" y="787146"/>
                  </a:lnTo>
                  <a:lnTo>
                    <a:pt x="3033236" y="783146"/>
                  </a:lnTo>
                  <a:lnTo>
                    <a:pt x="3033332" y="781812"/>
                  </a:lnTo>
                  <a:lnTo>
                    <a:pt x="3034379" y="777335"/>
                  </a:lnTo>
                  <a:lnTo>
                    <a:pt x="3035713" y="773811"/>
                  </a:lnTo>
                  <a:lnTo>
                    <a:pt x="3035713" y="772573"/>
                  </a:lnTo>
                  <a:lnTo>
                    <a:pt x="3035141" y="770096"/>
                  </a:lnTo>
                  <a:lnTo>
                    <a:pt x="3035046" y="768953"/>
                  </a:lnTo>
                  <a:lnTo>
                    <a:pt x="3035332" y="767620"/>
                  </a:lnTo>
                  <a:lnTo>
                    <a:pt x="3035332" y="766572"/>
                  </a:lnTo>
                  <a:lnTo>
                    <a:pt x="3035618" y="765905"/>
                  </a:lnTo>
                  <a:lnTo>
                    <a:pt x="3036570" y="764762"/>
                  </a:lnTo>
                  <a:lnTo>
                    <a:pt x="3037428" y="764000"/>
                  </a:lnTo>
                  <a:lnTo>
                    <a:pt x="3037999" y="763715"/>
                  </a:lnTo>
                  <a:lnTo>
                    <a:pt x="3038189" y="763143"/>
                  </a:lnTo>
                  <a:lnTo>
                    <a:pt x="3032951" y="740188"/>
                  </a:lnTo>
                  <a:lnTo>
                    <a:pt x="3027236" y="716375"/>
                  </a:lnTo>
                  <a:lnTo>
                    <a:pt x="3024854" y="711613"/>
                  </a:lnTo>
                  <a:lnTo>
                    <a:pt x="3024093" y="710851"/>
                  </a:lnTo>
                  <a:lnTo>
                    <a:pt x="3022187" y="709517"/>
                  </a:lnTo>
                  <a:lnTo>
                    <a:pt x="3019997" y="705898"/>
                  </a:lnTo>
                  <a:lnTo>
                    <a:pt x="3020187" y="704660"/>
                  </a:lnTo>
                  <a:lnTo>
                    <a:pt x="3022187" y="703707"/>
                  </a:lnTo>
                  <a:lnTo>
                    <a:pt x="3023140" y="703707"/>
                  </a:lnTo>
                  <a:lnTo>
                    <a:pt x="3024093" y="703517"/>
                  </a:lnTo>
                  <a:lnTo>
                    <a:pt x="3024950" y="703040"/>
                  </a:lnTo>
                  <a:lnTo>
                    <a:pt x="3025712" y="702183"/>
                  </a:lnTo>
                  <a:lnTo>
                    <a:pt x="3025902" y="701612"/>
                  </a:lnTo>
                  <a:lnTo>
                    <a:pt x="3025902" y="700469"/>
                  </a:lnTo>
                  <a:lnTo>
                    <a:pt x="3026093" y="699897"/>
                  </a:lnTo>
                  <a:lnTo>
                    <a:pt x="3026378" y="699611"/>
                  </a:lnTo>
                  <a:lnTo>
                    <a:pt x="3028664" y="698849"/>
                  </a:lnTo>
                  <a:lnTo>
                    <a:pt x="3029427" y="698849"/>
                  </a:lnTo>
                  <a:lnTo>
                    <a:pt x="3030188" y="699135"/>
                  </a:lnTo>
                  <a:lnTo>
                    <a:pt x="3031046" y="699802"/>
                  </a:lnTo>
                  <a:lnTo>
                    <a:pt x="3031998" y="700183"/>
                  </a:lnTo>
                  <a:lnTo>
                    <a:pt x="3032951" y="700088"/>
                  </a:lnTo>
                  <a:lnTo>
                    <a:pt x="3036570" y="698659"/>
                  </a:lnTo>
                  <a:lnTo>
                    <a:pt x="3037332" y="698183"/>
                  </a:lnTo>
                  <a:lnTo>
                    <a:pt x="3039523" y="696087"/>
                  </a:lnTo>
                  <a:lnTo>
                    <a:pt x="3040190" y="695516"/>
                  </a:lnTo>
                  <a:lnTo>
                    <a:pt x="3041047" y="695230"/>
                  </a:lnTo>
                  <a:lnTo>
                    <a:pt x="3042190" y="695230"/>
                  </a:lnTo>
                  <a:lnTo>
                    <a:pt x="3045810" y="695897"/>
                  </a:lnTo>
                  <a:lnTo>
                    <a:pt x="3046571" y="695706"/>
                  </a:lnTo>
                  <a:lnTo>
                    <a:pt x="3047048" y="694944"/>
                  </a:lnTo>
                  <a:lnTo>
                    <a:pt x="3047524" y="693992"/>
                  </a:lnTo>
                  <a:lnTo>
                    <a:pt x="3048191" y="693325"/>
                  </a:lnTo>
                  <a:lnTo>
                    <a:pt x="3048477" y="693039"/>
                  </a:lnTo>
                  <a:lnTo>
                    <a:pt x="3055715" y="686086"/>
                  </a:lnTo>
                  <a:lnTo>
                    <a:pt x="3056287" y="685038"/>
                  </a:lnTo>
                  <a:lnTo>
                    <a:pt x="3056382" y="683514"/>
                  </a:lnTo>
                  <a:lnTo>
                    <a:pt x="3055430" y="681704"/>
                  </a:lnTo>
                  <a:lnTo>
                    <a:pt x="3055430" y="680466"/>
                  </a:lnTo>
                  <a:lnTo>
                    <a:pt x="3055906" y="678942"/>
                  </a:lnTo>
                  <a:lnTo>
                    <a:pt x="3056573" y="677894"/>
                  </a:lnTo>
                  <a:lnTo>
                    <a:pt x="3057430" y="677323"/>
                  </a:lnTo>
                  <a:lnTo>
                    <a:pt x="3058573" y="677132"/>
                  </a:lnTo>
                  <a:lnTo>
                    <a:pt x="3060954" y="677228"/>
                  </a:lnTo>
                  <a:lnTo>
                    <a:pt x="3061621" y="676751"/>
                  </a:lnTo>
                  <a:lnTo>
                    <a:pt x="3064860" y="670084"/>
                  </a:lnTo>
                  <a:lnTo>
                    <a:pt x="3066574" y="667988"/>
                  </a:lnTo>
                  <a:lnTo>
                    <a:pt x="3068384" y="667607"/>
                  </a:lnTo>
                  <a:lnTo>
                    <a:pt x="3069336" y="668465"/>
                  </a:lnTo>
                  <a:lnTo>
                    <a:pt x="3069812" y="669703"/>
                  </a:lnTo>
                  <a:lnTo>
                    <a:pt x="3070194" y="671132"/>
                  </a:lnTo>
                  <a:lnTo>
                    <a:pt x="3070860" y="672465"/>
                  </a:lnTo>
                  <a:lnTo>
                    <a:pt x="3071622" y="673418"/>
                  </a:lnTo>
                  <a:lnTo>
                    <a:pt x="3072479" y="674275"/>
                  </a:lnTo>
                  <a:lnTo>
                    <a:pt x="3073432" y="674942"/>
                  </a:lnTo>
                  <a:lnTo>
                    <a:pt x="3074385" y="675323"/>
                  </a:lnTo>
                  <a:lnTo>
                    <a:pt x="3074385" y="675323"/>
                  </a:lnTo>
                  <a:lnTo>
                    <a:pt x="3097340" y="681800"/>
                  </a:lnTo>
                  <a:lnTo>
                    <a:pt x="3120295" y="688276"/>
                  </a:lnTo>
                  <a:lnTo>
                    <a:pt x="3124581" y="690563"/>
                  </a:lnTo>
                  <a:lnTo>
                    <a:pt x="3126296" y="690848"/>
                  </a:lnTo>
                  <a:lnTo>
                    <a:pt x="3126962" y="690467"/>
                  </a:lnTo>
                  <a:lnTo>
                    <a:pt x="3128391" y="689039"/>
                  </a:lnTo>
                  <a:lnTo>
                    <a:pt x="3130011" y="688276"/>
                  </a:lnTo>
                  <a:lnTo>
                    <a:pt x="3131344" y="686562"/>
                  </a:lnTo>
                  <a:lnTo>
                    <a:pt x="3132582" y="685895"/>
                  </a:lnTo>
                  <a:lnTo>
                    <a:pt x="3133916" y="684657"/>
                  </a:lnTo>
                  <a:lnTo>
                    <a:pt x="3134773" y="683514"/>
                  </a:lnTo>
                  <a:lnTo>
                    <a:pt x="3135059" y="682943"/>
                  </a:lnTo>
                  <a:lnTo>
                    <a:pt x="3135249" y="682181"/>
                  </a:lnTo>
                  <a:lnTo>
                    <a:pt x="3135345" y="681133"/>
                  </a:lnTo>
                  <a:lnTo>
                    <a:pt x="3134963" y="679037"/>
                  </a:lnTo>
                  <a:lnTo>
                    <a:pt x="3134202" y="676751"/>
                  </a:lnTo>
                  <a:lnTo>
                    <a:pt x="3133725" y="674561"/>
                  </a:lnTo>
                  <a:lnTo>
                    <a:pt x="3134202" y="672941"/>
                  </a:lnTo>
                  <a:lnTo>
                    <a:pt x="3133916" y="671227"/>
                  </a:lnTo>
                  <a:lnTo>
                    <a:pt x="3135249" y="663893"/>
                  </a:lnTo>
                  <a:lnTo>
                    <a:pt x="3135345" y="662559"/>
                  </a:lnTo>
                  <a:lnTo>
                    <a:pt x="3135535" y="661321"/>
                  </a:lnTo>
                  <a:lnTo>
                    <a:pt x="3135916" y="660178"/>
                  </a:lnTo>
                  <a:lnTo>
                    <a:pt x="3138011" y="655796"/>
                  </a:lnTo>
                  <a:lnTo>
                    <a:pt x="3138488" y="655034"/>
                  </a:lnTo>
                  <a:lnTo>
                    <a:pt x="3139154" y="654463"/>
                  </a:lnTo>
                  <a:lnTo>
                    <a:pt x="3141155" y="653606"/>
                  </a:lnTo>
                  <a:lnTo>
                    <a:pt x="3142774" y="653225"/>
                  </a:lnTo>
                  <a:lnTo>
                    <a:pt x="3144203" y="652177"/>
                  </a:lnTo>
                  <a:lnTo>
                    <a:pt x="3145822" y="651605"/>
                  </a:lnTo>
                  <a:lnTo>
                    <a:pt x="3147536" y="650176"/>
                  </a:lnTo>
                  <a:lnTo>
                    <a:pt x="3148203" y="649796"/>
                  </a:lnTo>
                  <a:lnTo>
                    <a:pt x="3150203" y="649796"/>
                  </a:lnTo>
                  <a:lnTo>
                    <a:pt x="3150775" y="649224"/>
                  </a:lnTo>
                  <a:lnTo>
                    <a:pt x="3151061" y="647986"/>
                  </a:lnTo>
                  <a:lnTo>
                    <a:pt x="3151728" y="646843"/>
                  </a:lnTo>
                  <a:lnTo>
                    <a:pt x="3152489" y="646462"/>
                  </a:lnTo>
                  <a:lnTo>
                    <a:pt x="3153347" y="646271"/>
                  </a:lnTo>
                  <a:lnTo>
                    <a:pt x="3154299" y="645890"/>
                  </a:lnTo>
                  <a:lnTo>
                    <a:pt x="3154013" y="645509"/>
                  </a:lnTo>
                  <a:lnTo>
                    <a:pt x="3153537" y="644652"/>
                  </a:lnTo>
                  <a:lnTo>
                    <a:pt x="3153252" y="644271"/>
                  </a:lnTo>
                  <a:lnTo>
                    <a:pt x="3154585" y="643223"/>
                  </a:lnTo>
                  <a:lnTo>
                    <a:pt x="3155061" y="642461"/>
                  </a:lnTo>
                  <a:lnTo>
                    <a:pt x="3154871" y="641509"/>
                  </a:lnTo>
                  <a:lnTo>
                    <a:pt x="3154299" y="641033"/>
                  </a:lnTo>
                  <a:lnTo>
                    <a:pt x="3152966" y="640651"/>
                  </a:lnTo>
                  <a:lnTo>
                    <a:pt x="3152489" y="639794"/>
                  </a:lnTo>
                  <a:lnTo>
                    <a:pt x="3153918" y="638366"/>
                  </a:lnTo>
                  <a:lnTo>
                    <a:pt x="3154680" y="635413"/>
                  </a:lnTo>
                  <a:lnTo>
                    <a:pt x="3156109" y="634651"/>
                  </a:lnTo>
                  <a:lnTo>
                    <a:pt x="3155728" y="633984"/>
                  </a:lnTo>
                  <a:lnTo>
                    <a:pt x="3154680" y="633317"/>
                  </a:lnTo>
                  <a:lnTo>
                    <a:pt x="3154299" y="632651"/>
                  </a:lnTo>
                  <a:lnTo>
                    <a:pt x="3154299" y="631603"/>
                  </a:lnTo>
                  <a:lnTo>
                    <a:pt x="3154680" y="630936"/>
                  </a:lnTo>
                  <a:lnTo>
                    <a:pt x="3155156" y="630555"/>
                  </a:lnTo>
                  <a:lnTo>
                    <a:pt x="3155347" y="630269"/>
                  </a:lnTo>
                  <a:lnTo>
                    <a:pt x="3155537" y="628364"/>
                  </a:lnTo>
                  <a:lnTo>
                    <a:pt x="3156109" y="627031"/>
                  </a:lnTo>
                  <a:lnTo>
                    <a:pt x="3157061" y="626364"/>
                  </a:lnTo>
                  <a:lnTo>
                    <a:pt x="3158109" y="626364"/>
                  </a:lnTo>
                  <a:lnTo>
                    <a:pt x="3158490" y="626650"/>
                  </a:lnTo>
                  <a:lnTo>
                    <a:pt x="3158776" y="627031"/>
                  </a:lnTo>
                  <a:lnTo>
                    <a:pt x="3159062" y="627317"/>
                  </a:lnTo>
                  <a:lnTo>
                    <a:pt x="3159538" y="627412"/>
                  </a:lnTo>
                  <a:lnTo>
                    <a:pt x="3159824" y="627317"/>
                  </a:lnTo>
                  <a:lnTo>
                    <a:pt x="3159824" y="627031"/>
                  </a:lnTo>
                  <a:lnTo>
                    <a:pt x="3159728" y="626745"/>
                  </a:lnTo>
                  <a:lnTo>
                    <a:pt x="3159824" y="626459"/>
                  </a:lnTo>
                  <a:lnTo>
                    <a:pt x="3160681" y="625697"/>
                  </a:lnTo>
                  <a:lnTo>
                    <a:pt x="3160871" y="625221"/>
                  </a:lnTo>
                  <a:lnTo>
                    <a:pt x="3160871" y="624173"/>
                  </a:lnTo>
                  <a:lnTo>
                    <a:pt x="3161062" y="623411"/>
                  </a:lnTo>
                  <a:lnTo>
                    <a:pt x="3161443" y="622935"/>
                  </a:lnTo>
                  <a:lnTo>
                    <a:pt x="3162014" y="622840"/>
                  </a:lnTo>
                  <a:lnTo>
                    <a:pt x="3163157" y="623602"/>
                  </a:lnTo>
                  <a:lnTo>
                    <a:pt x="3163634" y="623126"/>
                  </a:lnTo>
                  <a:lnTo>
                    <a:pt x="3165539" y="616458"/>
                  </a:lnTo>
                  <a:lnTo>
                    <a:pt x="3166872" y="613315"/>
                  </a:lnTo>
                  <a:lnTo>
                    <a:pt x="3166872" y="612172"/>
                  </a:lnTo>
                  <a:lnTo>
                    <a:pt x="3165634" y="609505"/>
                  </a:lnTo>
                  <a:lnTo>
                    <a:pt x="3165158" y="607505"/>
                  </a:lnTo>
                  <a:lnTo>
                    <a:pt x="3165729" y="606933"/>
                  </a:lnTo>
                  <a:lnTo>
                    <a:pt x="3166872" y="606838"/>
                  </a:lnTo>
                  <a:lnTo>
                    <a:pt x="3168015" y="606171"/>
                  </a:lnTo>
                  <a:lnTo>
                    <a:pt x="3169349" y="604742"/>
                  </a:lnTo>
                  <a:lnTo>
                    <a:pt x="3169825" y="604076"/>
                  </a:lnTo>
                  <a:lnTo>
                    <a:pt x="3170206" y="603314"/>
                  </a:lnTo>
                  <a:lnTo>
                    <a:pt x="3170492" y="602551"/>
                  </a:lnTo>
                  <a:lnTo>
                    <a:pt x="3170873" y="601980"/>
                  </a:lnTo>
                  <a:lnTo>
                    <a:pt x="3171539" y="601790"/>
                  </a:lnTo>
                  <a:lnTo>
                    <a:pt x="3172016" y="601694"/>
                  </a:lnTo>
                  <a:lnTo>
                    <a:pt x="3172492" y="602742"/>
                  </a:lnTo>
                  <a:lnTo>
                    <a:pt x="3172968" y="603028"/>
                  </a:lnTo>
                  <a:lnTo>
                    <a:pt x="3173349" y="602742"/>
                  </a:lnTo>
                  <a:lnTo>
                    <a:pt x="3174206" y="601409"/>
                  </a:lnTo>
                  <a:lnTo>
                    <a:pt x="3174587" y="600932"/>
                  </a:lnTo>
                  <a:lnTo>
                    <a:pt x="3174302" y="599980"/>
                  </a:lnTo>
                  <a:lnTo>
                    <a:pt x="3175064" y="599408"/>
                  </a:lnTo>
                  <a:lnTo>
                    <a:pt x="3176111" y="598932"/>
                  </a:lnTo>
                  <a:lnTo>
                    <a:pt x="3176778" y="598265"/>
                  </a:lnTo>
                  <a:lnTo>
                    <a:pt x="3176778" y="596837"/>
                  </a:lnTo>
                  <a:lnTo>
                    <a:pt x="3176397" y="595789"/>
                  </a:lnTo>
                  <a:lnTo>
                    <a:pt x="3176397" y="595027"/>
                  </a:lnTo>
                  <a:lnTo>
                    <a:pt x="3177540" y="594170"/>
                  </a:lnTo>
                  <a:lnTo>
                    <a:pt x="3177064" y="593408"/>
                  </a:lnTo>
                  <a:lnTo>
                    <a:pt x="3176493" y="593026"/>
                  </a:lnTo>
                  <a:lnTo>
                    <a:pt x="3175921" y="593026"/>
                  </a:lnTo>
                  <a:lnTo>
                    <a:pt x="3175349" y="593503"/>
                  </a:lnTo>
                  <a:lnTo>
                    <a:pt x="3174683" y="592169"/>
                  </a:lnTo>
                  <a:lnTo>
                    <a:pt x="3175635" y="591026"/>
                  </a:lnTo>
                  <a:lnTo>
                    <a:pt x="3178016" y="589693"/>
                  </a:lnTo>
                  <a:lnTo>
                    <a:pt x="3178397" y="588169"/>
                  </a:lnTo>
                  <a:lnTo>
                    <a:pt x="3177731" y="586740"/>
                  </a:lnTo>
                  <a:lnTo>
                    <a:pt x="3176588" y="585502"/>
                  </a:lnTo>
                  <a:lnTo>
                    <a:pt x="3175635" y="584740"/>
                  </a:lnTo>
                  <a:lnTo>
                    <a:pt x="3175064" y="584454"/>
                  </a:lnTo>
                  <a:lnTo>
                    <a:pt x="3174587" y="584454"/>
                  </a:lnTo>
                  <a:lnTo>
                    <a:pt x="3174206" y="584168"/>
                  </a:lnTo>
                  <a:lnTo>
                    <a:pt x="3173826" y="583216"/>
                  </a:lnTo>
                  <a:lnTo>
                    <a:pt x="3173730" y="582168"/>
                  </a:lnTo>
                  <a:lnTo>
                    <a:pt x="3173921" y="581406"/>
                  </a:lnTo>
                  <a:lnTo>
                    <a:pt x="3176207" y="577691"/>
                  </a:lnTo>
                  <a:lnTo>
                    <a:pt x="3176493" y="577025"/>
                  </a:lnTo>
                  <a:lnTo>
                    <a:pt x="3176588" y="575120"/>
                  </a:lnTo>
                  <a:lnTo>
                    <a:pt x="3176778" y="574358"/>
                  </a:lnTo>
                  <a:lnTo>
                    <a:pt x="3177731" y="573119"/>
                  </a:lnTo>
                  <a:lnTo>
                    <a:pt x="3180207" y="571500"/>
                  </a:lnTo>
                  <a:lnTo>
                    <a:pt x="3181255" y="570452"/>
                  </a:lnTo>
                  <a:lnTo>
                    <a:pt x="3181827" y="569500"/>
                  </a:lnTo>
                  <a:lnTo>
                    <a:pt x="3182207" y="568833"/>
                  </a:lnTo>
                  <a:lnTo>
                    <a:pt x="3182684" y="567404"/>
                  </a:lnTo>
                  <a:lnTo>
                    <a:pt x="3183255" y="563880"/>
                  </a:lnTo>
                  <a:lnTo>
                    <a:pt x="3184112" y="560642"/>
                  </a:lnTo>
                  <a:lnTo>
                    <a:pt x="3184303" y="559118"/>
                  </a:lnTo>
                  <a:lnTo>
                    <a:pt x="3183827" y="557784"/>
                  </a:lnTo>
                  <a:lnTo>
                    <a:pt x="3183065" y="556546"/>
                  </a:lnTo>
                  <a:lnTo>
                    <a:pt x="3182779" y="555498"/>
                  </a:lnTo>
                  <a:lnTo>
                    <a:pt x="3182970" y="554355"/>
                  </a:lnTo>
                  <a:lnTo>
                    <a:pt x="3185160" y="548735"/>
                  </a:lnTo>
                  <a:lnTo>
                    <a:pt x="3185351" y="547211"/>
                  </a:lnTo>
                  <a:lnTo>
                    <a:pt x="3185351" y="544068"/>
                  </a:lnTo>
                  <a:lnTo>
                    <a:pt x="3185446" y="543020"/>
                  </a:lnTo>
                  <a:lnTo>
                    <a:pt x="3185732" y="542449"/>
                  </a:lnTo>
                  <a:lnTo>
                    <a:pt x="3186113" y="542068"/>
                  </a:lnTo>
                  <a:lnTo>
                    <a:pt x="3186494" y="541592"/>
                  </a:lnTo>
                  <a:lnTo>
                    <a:pt x="3187922" y="537210"/>
                  </a:lnTo>
                  <a:lnTo>
                    <a:pt x="3188399" y="536067"/>
                  </a:lnTo>
                  <a:lnTo>
                    <a:pt x="3189542" y="535210"/>
                  </a:lnTo>
                  <a:lnTo>
                    <a:pt x="3192209" y="534924"/>
                  </a:lnTo>
                  <a:lnTo>
                    <a:pt x="3193256" y="534162"/>
                  </a:lnTo>
                  <a:lnTo>
                    <a:pt x="3193828" y="532352"/>
                  </a:lnTo>
                  <a:lnTo>
                    <a:pt x="3193256" y="530828"/>
                  </a:lnTo>
                  <a:lnTo>
                    <a:pt x="3192304" y="529495"/>
                  </a:lnTo>
                  <a:lnTo>
                    <a:pt x="3191828" y="528161"/>
                  </a:lnTo>
                  <a:lnTo>
                    <a:pt x="3192113" y="526542"/>
                  </a:lnTo>
                  <a:lnTo>
                    <a:pt x="3192209" y="525685"/>
                  </a:lnTo>
                  <a:lnTo>
                    <a:pt x="3192018" y="525304"/>
                  </a:lnTo>
                  <a:lnTo>
                    <a:pt x="3191637" y="525018"/>
                  </a:lnTo>
                  <a:lnTo>
                    <a:pt x="3190685" y="523684"/>
                  </a:lnTo>
                  <a:lnTo>
                    <a:pt x="3190304" y="523113"/>
                  </a:lnTo>
                  <a:lnTo>
                    <a:pt x="3189923" y="521589"/>
                  </a:lnTo>
                  <a:lnTo>
                    <a:pt x="3190208" y="520541"/>
                  </a:lnTo>
                  <a:lnTo>
                    <a:pt x="3190780" y="519398"/>
                  </a:lnTo>
                  <a:lnTo>
                    <a:pt x="3191066" y="517588"/>
                  </a:lnTo>
                  <a:lnTo>
                    <a:pt x="3191447" y="516255"/>
                  </a:lnTo>
                  <a:lnTo>
                    <a:pt x="3192495" y="515398"/>
                  </a:lnTo>
                  <a:lnTo>
                    <a:pt x="3194685" y="514064"/>
                  </a:lnTo>
                  <a:lnTo>
                    <a:pt x="3195352" y="513112"/>
                  </a:lnTo>
                  <a:lnTo>
                    <a:pt x="3196495" y="510730"/>
                  </a:lnTo>
                  <a:lnTo>
                    <a:pt x="3197162" y="509778"/>
                  </a:lnTo>
                  <a:lnTo>
                    <a:pt x="3198210" y="509016"/>
                  </a:lnTo>
                  <a:lnTo>
                    <a:pt x="3199257" y="508540"/>
                  </a:lnTo>
                  <a:lnTo>
                    <a:pt x="3200400" y="508349"/>
                  </a:lnTo>
                  <a:lnTo>
                    <a:pt x="3201638" y="508254"/>
                  </a:lnTo>
                  <a:lnTo>
                    <a:pt x="3202210" y="508063"/>
                  </a:lnTo>
                  <a:lnTo>
                    <a:pt x="3202877" y="507682"/>
                  </a:lnTo>
                  <a:lnTo>
                    <a:pt x="3203544" y="507492"/>
                  </a:lnTo>
                  <a:lnTo>
                    <a:pt x="3204686" y="508254"/>
                  </a:lnTo>
                  <a:lnTo>
                    <a:pt x="3206591" y="508349"/>
                  </a:lnTo>
                  <a:lnTo>
                    <a:pt x="3207258" y="508254"/>
                  </a:lnTo>
                  <a:lnTo>
                    <a:pt x="3208115" y="507587"/>
                  </a:lnTo>
                  <a:lnTo>
                    <a:pt x="3209925" y="505492"/>
                  </a:lnTo>
                  <a:lnTo>
                    <a:pt x="3211068" y="505016"/>
                  </a:lnTo>
                  <a:lnTo>
                    <a:pt x="3211259" y="504158"/>
                  </a:lnTo>
                  <a:lnTo>
                    <a:pt x="3213545" y="500634"/>
                  </a:lnTo>
                  <a:lnTo>
                    <a:pt x="3214116" y="499967"/>
                  </a:lnTo>
                  <a:lnTo>
                    <a:pt x="3214593" y="498920"/>
                  </a:lnTo>
                  <a:lnTo>
                    <a:pt x="3216878" y="497015"/>
                  </a:lnTo>
                  <a:lnTo>
                    <a:pt x="3217640" y="495967"/>
                  </a:lnTo>
                  <a:lnTo>
                    <a:pt x="3217831" y="494348"/>
                  </a:lnTo>
                  <a:lnTo>
                    <a:pt x="3217831" y="492633"/>
                  </a:lnTo>
                  <a:lnTo>
                    <a:pt x="3218117" y="491300"/>
                  </a:lnTo>
                  <a:lnTo>
                    <a:pt x="3219260" y="490728"/>
                  </a:lnTo>
                  <a:lnTo>
                    <a:pt x="3219831" y="490157"/>
                  </a:lnTo>
                  <a:lnTo>
                    <a:pt x="3222308" y="486442"/>
                  </a:lnTo>
                  <a:lnTo>
                    <a:pt x="3222117" y="485870"/>
                  </a:lnTo>
                  <a:close/>
                  <a:moveTo>
                    <a:pt x="2476214" y="1185481"/>
                  </a:moveTo>
                  <a:lnTo>
                    <a:pt x="2475929" y="1186148"/>
                  </a:lnTo>
                  <a:lnTo>
                    <a:pt x="2476310" y="1187101"/>
                  </a:lnTo>
                  <a:lnTo>
                    <a:pt x="2476595" y="1187577"/>
                  </a:lnTo>
                  <a:lnTo>
                    <a:pt x="2476786" y="1187672"/>
                  </a:lnTo>
                  <a:lnTo>
                    <a:pt x="2476977" y="1187577"/>
                  </a:lnTo>
                  <a:lnTo>
                    <a:pt x="2477167" y="1186910"/>
                  </a:lnTo>
                  <a:lnTo>
                    <a:pt x="2477167" y="1185958"/>
                  </a:lnTo>
                  <a:lnTo>
                    <a:pt x="2476786" y="1185386"/>
                  </a:lnTo>
                  <a:lnTo>
                    <a:pt x="2476214" y="1185481"/>
                  </a:lnTo>
                  <a:close/>
                  <a:moveTo>
                    <a:pt x="2540794" y="1690211"/>
                  </a:moveTo>
                  <a:lnTo>
                    <a:pt x="2540603" y="1690497"/>
                  </a:lnTo>
                  <a:lnTo>
                    <a:pt x="2540508" y="1690783"/>
                  </a:lnTo>
                  <a:lnTo>
                    <a:pt x="2540603" y="1691164"/>
                  </a:lnTo>
                  <a:lnTo>
                    <a:pt x="2540985" y="1691735"/>
                  </a:lnTo>
                  <a:lnTo>
                    <a:pt x="2541556" y="1692116"/>
                  </a:lnTo>
                  <a:lnTo>
                    <a:pt x="2542223" y="1692402"/>
                  </a:lnTo>
                  <a:lnTo>
                    <a:pt x="2542794" y="1692497"/>
                  </a:lnTo>
                  <a:lnTo>
                    <a:pt x="2543747" y="1692021"/>
                  </a:lnTo>
                  <a:lnTo>
                    <a:pt x="2544509" y="1690973"/>
                  </a:lnTo>
                  <a:lnTo>
                    <a:pt x="2544890" y="1689640"/>
                  </a:lnTo>
                  <a:lnTo>
                    <a:pt x="2544795" y="1688402"/>
                  </a:lnTo>
                  <a:lnTo>
                    <a:pt x="2544413" y="1687925"/>
                  </a:lnTo>
                  <a:lnTo>
                    <a:pt x="2543937" y="1687735"/>
                  </a:lnTo>
                  <a:lnTo>
                    <a:pt x="2543556" y="1687449"/>
                  </a:lnTo>
                  <a:lnTo>
                    <a:pt x="2543366" y="1686497"/>
                  </a:lnTo>
                  <a:lnTo>
                    <a:pt x="2543080" y="1686211"/>
                  </a:lnTo>
                  <a:lnTo>
                    <a:pt x="2542413" y="1685925"/>
                  </a:lnTo>
                  <a:lnTo>
                    <a:pt x="2541842" y="1685830"/>
                  </a:lnTo>
                  <a:lnTo>
                    <a:pt x="2541556" y="1686116"/>
                  </a:lnTo>
                  <a:lnTo>
                    <a:pt x="2540985" y="1687735"/>
                  </a:lnTo>
                  <a:lnTo>
                    <a:pt x="2540794" y="1688402"/>
                  </a:lnTo>
                  <a:lnTo>
                    <a:pt x="2540794" y="1688783"/>
                  </a:lnTo>
                  <a:lnTo>
                    <a:pt x="2540889" y="1689545"/>
                  </a:lnTo>
                  <a:lnTo>
                    <a:pt x="2540889" y="1689926"/>
                  </a:lnTo>
                  <a:lnTo>
                    <a:pt x="2540794" y="1690211"/>
                  </a:lnTo>
                  <a:close/>
                  <a:moveTo>
                    <a:pt x="2423827" y="1921478"/>
                  </a:moveTo>
                  <a:lnTo>
                    <a:pt x="2423065" y="1921097"/>
                  </a:lnTo>
                  <a:lnTo>
                    <a:pt x="2421731" y="1921574"/>
                  </a:lnTo>
                  <a:lnTo>
                    <a:pt x="2420588" y="1923002"/>
                  </a:lnTo>
                  <a:lnTo>
                    <a:pt x="2421160" y="1923860"/>
                  </a:lnTo>
                  <a:lnTo>
                    <a:pt x="2424018" y="1924812"/>
                  </a:lnTo>
                  <a:lnTo>
                    <a:pt x="2424970" y="1924431"/>
                  </a:lnTo>
                  <a:lnTo>
                    <a:pt x="2425256" y="1923955"/>
                  </a:lnTo>
                  <a:lnTo>
                    <a:pt x="2424970" y="1923383"/>
                  </a:lnTo>
                  <a:lnTo>
                    <a:pt x="2424303" y="1922240"/>
                  </a:lnTo>
                  <a:lnTo>
                    <a:pt x="2423827" y="1921478"/>
                  </a:lnTo>
                  <a:close/>
                  <a:moveTo>
                    <a:pt x="2411063" y="1927670"/>
                  </a:moveTo>
                  <a:lnTo>
                    <a:pt x="2407635" y="1926431"/>
                  </a:lnTo>
                  <a:lnTo>
                    <a:pt x="2405920" y="1926050"/>
                  </a:lnTo>
                  <a:lnTo>
                    <a:pt x="2405158" y="1925765"/>
                  </a:lnTo>
                  <a:lnTo>
                    <a:pt x="2404396" y="1925193"/>
                  </a:lnTo>
                  <a:lnTo>
                    <a:pt x="2403253" y="1923288"/>
                  </a:lnTo>
                  <a:lnTo>
                    <a:pt x="2402586" y="1922812"/>
                  </a:lnTo>
                  <a:lnTo>
                    <a:pt x="2403062" y="1925098"/>
                  </a:lnTo>
                  <a:lnTo>
                    <a:pt x="2403539" y="1925765"/>
                  </a:lnTo>
                  <a:lnTo>
                    <a:pt x="2404110" y="1926336"/>
                  </a:lnTo>
                  <a:lnTo>
                    <a:pt x="2404586" y="1927003"/>
                  </a:lnTo>
                  <a:lnTo>
                    <a:pt x="2404777" y="1927860"/>
                  </a:lnTo>
                  <a:lnTo>
                    <a:pt x="2405158" y="1928527"/>
                  </a:lnTo>
                  <a:lnTo>
                    <a:pt x="2406015" y="1928813"/>
                  </a:lnTo>
                  <a:lnTo>
                    <a:pt x="2406968" y="1928908"/>
                  </a:lnTo>
                  <a:lnTo>
                    <a:pt x="2407539" y="1929098"/>
                  </a:lnTo>
                  <a:lnTo>
                    <a:pt x="2408111" y="1929384"/>
                  </a:lnTo>
                  <a:lnTo>
                    <a:pt x="2409920" y="1929956"/>
                  </a:lnTo>
                  <a:lnTo>
                    <a:pt x="2411254" y="1930241"/>
                  </a:lnTo>
                  <a:lnTo>
                    <a:pt x="2411730" y="1930527"/>
                  </a:lnTo>
                  <a:lnTo>
                    <a:pt x="2412206" y="1930527"/>
                  </a:lnTo>
                  <a:lnTo>
                    <a:pt x="2412969" y="1929860"/>
                  </a:lnTo>
                  <a:lnTo>
                    <a:pt x="2412778" y="1928813"/>
                  </a:lnTo>
                  <a:lnTo>
                    <a:pt x="2411063" y="1927670"/>
                  </a:lnTo>
                  <a:close/>
                  <a:moveTo>
                    <a:pt x="2409635" y="1956721"/>
                  </a:moveTo>
                  <a:lnTo>
                    <a:pt x="2409920" y="1955102"/>
                  </a:lnTo>
                  <a:lnTo>
                    <a:pt x="2410111" y="1954625"/>
                  </a:lnTo>
                  <a:lnTo>
                    <a:pt x="2409825" y="1954149"/>
                  </a:lnTo>
                  <a:lnTo>
                    <a:pt x="2409825" y="1953863"/>
                  </a:lnTo>
                  <a:lnTo>
                    <a:pt x="2409635" y="1953482"/>
                  </a:lnTo>
                  <a:lnTo>
                    <a:pt x="2409063" y="1953577"/>
                  </a:lnTo>
                  <a:lnTo>
                    <a:pt x="2408492" y="1954149"/>
                  </a:lnTo>
                  <a:lnTo>
                    <a:pt x="2408301" y="1954435"/>
                  </a:lnTo>
                  <a:lnTo>
                    <a:pt x="2407920" y="1954911"/>
                  </a:lnTo>
                  <a:lnTo>
                    <a:pt x="2407730" y="1955006"/>
                  </a:lnTo>
                  <a:lnTo>
                    <a:pt x="2407635" y="1955197"/>
                  </a:lnTo>
                  <a:lnTo>
                    <a:pt x="2407539" y="1955483"/>
                  </a:lnTo>
                  <a:lnTo>
                    <a:pt x="2406396" y="1958626"/>
                  </a:lnTo>
                  <a:lnTo>
                    <a:pt x="2406396" y="1959769"/>
                  </a:lnTo>
                  <a:lnTo>
                    <a:pt x="2406587" y="1960245"/>
                  </a:lnTo>
                  <a:lnTo>
                    <a:pt x="2406777" y="1960912"/>
                  </a:lnTo>
                  <a:lnTo>
                    <a:pt x="2407253" y="1962150"/>
                  </a:lnTo>
                  <a:lnTo>
                    <a:pt x="2407539" y="1962150"/>
                  </a:lnTo>
                  <a:lnTo>
                    <a:pt x="2408111" y="1961769"/>
                  </a:lnTo>
                  <a:lnTo>
                    <a:pt x="2408778" y="1961579"/>
                  </a:lnTo>
                  <a:lnTo>
                    <a:pt x="2409254" y="1961388"/>
                  </a:lnTo>
                  <a:lnTo>
                    <a:pt x="2409254" y="1960721"/>
                  </a:lnTo>
                  <a:lnTo>
                    <a:pt x="2409063" y="1959674"/>
                  </a:lnTo>
                  <a:lnTo>
                    <a:pt x="2409254" y="1958340"/>
                  </a:lnTo>
                  <a:lnTo>
                    <a:pt x="2409635" y="1956721"/>
                  </a:lnTo>
                  <a:close/>
                  <a:moveTo>
                    <a:pt x="2585657" y="1099376"/>
                  </a:moveTo>
                  <a:lnTo>
                    <a:pt x="2584514" y="1098709"/>
                  </a:lnTo>
                  <a:lnTo>
                    <a:pt x="2583466" y="1098328"/>
                  </a:lnTo>
                  <a:lnTo>
                    <a:pt x="2580323" y="1097947"/>
                  </a:lnTo>
                  <a:lnTo>
                    <a:pt x="2578322" y="1097090"/>
                  </a:lnTo>
                  <a:lnTo>
                    <a:pt x="2577846" y="1096994"/>
                  </a:lnTo>
                  <a:lnTo>
                    <a:pt x="2576227" y="1097090"/>
                  </a:lnTo>
                  <a:lnTo>
                    <a:pt x="2577751" y="1098804"/>
                  </a:lnTo>
                  <a:lnTo>
                    <a:pt x="2580513" y="1099756"/>
                  </a:lnTo>
                  <a:lnTo>
                    <a:pt x="2583466" y="1099947"/>
                  </a:lnTo>
                  <a:lnTo>
                    <a:pt x="2585657" y="1099376"/>
                  </a:lnTo>
                  <a:close/>
                  <a:moveTo>
                    <a:pt x="2484978" y="1173480"/>
                  </a:moveTo>
                  <a:lnTo>
                    <a:pt x="2484978" y="1173099"/>
                  </a:lnTo>
                  <a:lnTo>
                    <a:pt x="2484311" y="1172718"/>
                  </a:lnTo>
                  <a:lnTo>
                    <a:pt x="2483358" y="1171575"/>
                  </a:lnTo>
                  <a:lnTo>
                    <a:pt x="2483168" y="1172337"/>
                  </a:lnTo>
                  <a:lnTo>
                    <a:pt x="2483549" y="1173290"/>
                  </a:lnTo>
                  <a:lnTo>
                    <a:pt x="2483930" y="1173575"/>
                  </a:lnTo>
                  <a:lnTo>
                    <a:pt x="2484311" y="1173575"/>
                  </a:lnTo>
                  <a:lnTo>
                    <a:pt x="2484978" y="1173480"/>
                  </a:lnTo>
                  <a:close/>
                  <a:moveTo>
                    <a:pt x="2365344" y="1122617"/>
                  </a:moveTo>
                  <a:lnTo>
                    <a:pt x="2365915" y="1122617"/>
                  </a:lnTo>
                  <a:lnTo>
                    <a:pt x="2370106" y="1119092"/>
                  </a:lnTo>
                  <a:lnTo>
                    <a:pt x="2372963" y="1114235"/>
                  </a:lnTo>
                  <a:lnTo>
                    <a:pt x="2372963" y="1113473"/>
                  </a:lnTo>
                  <a:lnTo>
                    <a:pt x="2372106" y="1112234"/>
                  </a:lnTo>
                  <a:lnTo>
                    <a:pt x="2371154" y="1112711"/>
                  </a:lnTo>
                  <a:lnTo>
                    <a:pt x="2371916" y="1114044"/>
                  </a:lnTo>
                  <a:lnTo>
                    <a:pt x="2370963" y="1114997"/>
                  </a:lnTo>
                  <a:lnTo>
                    <a:pt x="2369249" y="1116711"/>
                  </a:lnTo>
                  <a:lnTo>
                    <a:pt x="2368296" y="1117092"/>
                  </a:lnTo>
                  <a:lnTo>
                    <a:pt x="2366582" y="1114139"/>
                  </a:lnTo>
                  <a:lnTo>
                    <a:pt x="2364581" y="1113854"/>
                  </a:lnTo>
                  <a:lnTo>
                    <a:pt x="2364105" y="1114330"/>
                  </a:lnTo>
                  <a:lnTo>
                    <a:pt x="2363629" y="1116806"/>
                  </a:lnTo>
                  <a:lnTo>
                    <a:pt x="2363724" y="1119188"/>
                  </a:lnTo>
                  <a:lnTo>
                    <a:pt x="2364772" y="1120997"/>
                  </a:lnTo>
                  <a:lnTo>
                    <a:pt x="2364201" y="1121569"/>
                  </a:lnTo>
                  <a:lnTo>
                    <a:pt x="2365344" y="1122617"/>
                  </a:lnTo>
                  <a:close/>
                  <a:moveTo>
                    <a:pt x="2433066" y="1560386"/>
                  </a:moveTo>
                  <a:lnTo>
                    <a:pt x="2432971" y="1560671"/>
                  </a:lnTo>
                  <a:lnTo>
                    <a:pt x="2433257" y="1561148"/>
                  </a:lnTo>
                  <a:lnTo>
                    <a:pt x="2433447" y="1561243"/>
                  </a:lnTo>
                  <a:lnTo>
                    <a:pt x="2433923" y="1561243"/>
                  </a:lnTo>
                  <a:lnTo>
                    <a:pt x="2434495" y="1561529"/>
                  </a:lnTo>
                  <a:lnTo>
                    <a:pt x="2436019" y="1562005"/>
                  </a:lnTo>
                  <a:lnTo>
                    <a:pt x="2436781" y="1562386"/>
                  </a:lnTo>
                  <a:lnTo>
                    <a:pt x="2438400" y="1564005"/>
                  </a:lnTo>
                  <a:lnTo>
                    <a:pt x="2438972" y="1564100"/>
                  </a:lnTo>
                  <a:lnTo>
                    <a:pt x="2438972" y="1563529"/>
                  </a:lnTo>
                  <a:lnTo>
                    <a:pt x="2437924" y="1560862"/>
                  </a:lnTo>
                  <a:lnTo>
                    <a:pt x="2437638" y="1558957"/>
                  </a:lnTo>
                  <a:lnTo>
                    <a:pt x="2435447" y="1552956"/>
                  </a:lnTo>
                  <a:lnTo>
                    <a:pt x="2434495" y="1551527"/>
                  </a:lnTo>
                  <a:lnTo>
                    <a:pt x="2432971" y="1550575"/>
                  </a:lnTo>
                  <a:lnTo>
                    <a:pt x="2431161" y="1550480"/>
                  </a:lnTo>
                  <a:lnTo>
                    <a:pt x="2429352" y="1551718"/>
                  </a:lnTo>
                  <a:lnTo>
                    <a:pt x="2429542" y="1553147"/>
                  </a:lnTo>
                  <a:lnTo>
                    <a:pt x="2431161" y="1554480"/>
                  </a:lnTo>
                  <a:lnTo>
                    <a:pt x="2433257" y="1555528"/>
                  </a:lnTo>
                  <a:lnTo>
                    <a:pt x="2434876" y="1556004"/>
                  </a:lnTo>
                  <a:lnTo>
                    <a:pt x="2434400" y="1556956"/>
                  </a:lnTo>
                  <a:lnTo>
                    <a:pt x="2433828" y="1557623"/>
                  </a:lnTo>
                  <a:lnTo>
                    <a:pt x="2433447" y="1558481"/>
                  </a:lnTo>
                  <a:lnTo>
                    <a:pt x="2433447" y="1559909"/>
                  </a:lnTo>
                  <a:lnTo>
                    <a:pt x="2433447" y="1560290"/>
                  </a:lnTo>
                  <a:lnTo>
                    <a:pt x="2433066" y="1560386"/>
                  </a:lnTo>
                  <a:close/>
                  <a:moveTo>
                    <a:pt x="2520220" y="1087184"/>
                  </a:moveTo>
                  <a:lnTo>
                    <a:pt x="2520601" y="1086517"/>
                  </a:lnTo>
                  <a:lnTo>
                    <a:pt x="2520220" y="1085660"/>
                  </a:lnTo>
                  <a:lnTo>
                    <a:pt x="2519172" y="1084898"/>
                  </a:lnTo>
                  <a:lnTo>
                    <a:pt x="2518696" y="1084802"/>
                  </a:lnTo>
                  <a:lnTo>
                    <a:pt x="2517362" y="1084898"/>
                  </a:lnTo>
                  <a:lnTo>
                    <a:pt x="2515457" y="1084326"/>
                  </a:lnTo>
                  <a:lnTo>
                    <a:pt x="2514791" y="1084421"/>
                  </a:lnTo>
                  <a:lnTo>
                    <a:pt x="2514314" y="1084802"/>
                  </a:lnTo>
                  <a:lnTo>
                    <a:pt x="2514124" y="1085279"/>
                  </a:lnTo>
                  <a:lnTo>
                    <a:pt x="2514029" y="1085850"/>
                  </a:lnTo>
                  <a:lnTo>
                    <a:pt x="2513743" y="1086326"/>
                  </a:lnTo>
                  <a:lnTo>
                    <a:pt x="2513267" y="1086707"/>
                  </a:lnTo>
                  <a:lnTo>
                    <a:pt x="2512886" y="1086898"/>
                  </a:lnTo>
                  <a:lnTo>
                    <a:pt x="2512505" y="1086993"/>
                  </a:lnTo>
                  <a:lnTo>
                    <a:pt x="2510981" y="1087660"/>
                  </a:lnTo>
                  <a:lnTo>
                    <a:pt x="2510790" y="1088041"/>
                  </a:lnTo>
                  <a:lnTo>
                    <a:pt x="2510600" y="1089089"/>
                  </a:lnTo>
                  <a:lnTo>
                    <a:pt x="2510504" y="1089946"/>
                  </a:lnTo>
                  <a:lnTo>
                    <a:pt x="2510600" y="1090517"/>
                  </a:lnTo>
                  <a:lnTo>
                    <a:pt x="2510886" y="1090803"/>
                  </a:lnTo>
                  <a:lnTo>
                    <a:pt x="2511362" y="1090898"/>
                  </a:lnTo>
                  <a:lnTo>
                    <a:pt x="2512600" y="1090517"/>
                  </a:lnTo>
                  <a:lnTo>
                    <a:pt x="2513457" y="1089374"/>
                  </a:lnTo>
                  <a:lnTo>
                    <a:pt x="2514219" y="1088041"/>
                  </a:lnTo>
                  <a:lnTo>
                    <a:pt x="2514886" y="1087184"/>
                  </a:lnTo>
                  <a:lnTo>
                    <a:pt x="2515457" y="1086898"/>
                  </a:lnTo>
                  <a:lnTo>
                    <a:pt x="2516124" y="1086802"/>
                  </a:lnTo>
                  <a:lnTo>
                    <a:pt x="2516696" y="1086993"/>
                  </a:lnTo>
                  <a:lnTo>
                    <a:pt x="2517077" y="1087565"/>
                  </a:lnTo>
                  <a:lnTo>
                    <a:pt x="2516981" y="1088136"/>
                  </a:lnTo>
                  <a:lnTo>
                    <a:pt x="2516601" y="1088612"/>
                  </a:lnTo>
                  <a:lnTo>
                    <a:pt x="2515648" y="1089374"/>
                  </a:lnTo>
                  <a:lnTo>
                    <a:pt x="2514695" y="1090613"/>
                  </a:lnTo>
                  <a:lnTo>
                    <a:pt x="2514695" y="1091279"/>
                  </a:lnTo>
                  <a:lnTo>
                    <a:pt x="2515553" y="1091565"/>
                  </a:lnTo>
                  <a:lnTo>
                    <a:pt x="2518220" y="1091756"/>
                  </a:lnTo>
                  <a:lnTo>
                    <a:pt x="2519172" y="1091565"/>
                  </a:lnTo>
                  <a:lnTo>
                    <a:pt x="2519839" y="1090708"/>
                  </a:lnTo>
                  <a:lnTo>
                    <a:pt x="2519934" y="1089089"/>
                  </a:lnTo>
                  <a:lnTo>
                    <a:pt x="2519934" y="1088612"/>
                  </a:lnTo>
                  <a:lnTo>
                    <a:pt x="2519744" y="1088041"/>
                  </a:lnTo>
                  <a:lnTo>
                    <a:pt x="2519363" y="1087660"/>
                  </a:lnTo>
                  <a:lnTo>
                    <a:pt x="2518886" y="1087469"/>
                  </a:lnTo>
                  <a:lnTo>
                    <a:pt x="2518886" y="1086993"/>
                  </a:lnTo>
                  <a:lnTo>
                    <a:pt x="2520220" y="1087184"/>
                  </a:lnTo>
                  <a:close/>
                  <a:moveTo>
                    <a:pt x="2564226" y="1694593"/>
                  </a:moveTo>
                  <a:lnTo>
                    <a:pt x="2565083" y="1694974"/>
                  </a:lnTo>
                  <a:lnTo>
                    <a:pt x="2565464" y="1693831"/>
                  </a:lnTo>
                  <a:lnTo>
                    <a:pt x="2565559" y="1692402"/>
                  </a:lnTo>
                  <a:lnTo>
                    <a:pt x="2565654" y="1691735"/>
                  </a:lnTo>
                  <a:lnTo>
                    <a:pt x="2565845" y="1691069"/>
                  </a:lnTo>
                  <a:lnTo>
                    <a:pt x="2566226" y="1690688"/>
                  </a:lnTo>
                  <a:lnTo>
                    <a:pt x="2566607" y="1690497"/>
                  </a:lnTo>
                  <a:lnTo>
                    <a:pt x="2566893" y="1690211"/>
                  </a:lnTo>
                  <a:lnTo>
                    <a:pt x="2566893" y="1689354"/>
                  </a:lnTo>
                  <a:lnTo>
                    <a:pt x="2566607" y="1688878"/>
                  </a:lnTo>
                  <a:lnTo>
                    <a:pt x="2565654" y="1688306"/>
                  </a:lnTo>
                  <a:lnTo>
                    <a:pt x="2565464" y="1687925"/>
                  </a:lnTo>
                  <a:lnTo>
                    <a:pt x="2565273" y="1687068"/>
                  </a:lnTo>
                  <a:lnTo>
                    <a:pt x="2564892" y="1686782"/>
                  </a:lnTo>
                  <a:lnTo>
                    <a:pt x="2563845" y="1686877"/>
                  </a:lnTo>
                  <a:lnTo>
                    <a:pt x="2563178" y="1686782"/>
                  </a:lnTo>
                  <a:lnTo>
                    <a:pt x="2562797" y="1686497"/>
                  </a:lnTo>
                  <a:lnTo>
                    <a:pt x="2562606" y="1686116"/>
                  </a:lnTo>
                  <a:lnTo>
                    <a:pt x="2562225" y="1685735"/>
                  </a:lnTo>
                  <a:lnTo>
                    <a:pt x="2561749" y="1685449"/>
                  </a:lnTo>
                  <a:lnTo>
                    <a:pt x="2560415" y="1684973"/>
                  </a:lnTo>
                  <a:lnTo>
                    <a:pt x="2559844" y="1684973"/>
                  </a:lnTo>
                  <a:lnTo>
                    <a:pt x="2559272" y="1685068"/>
                  </a:lnTo>
                  <a:lnTo>
                    <a:pt x="2558796" y="1684877"/>
                  </a:lnTo>
                  <a:lnTo>
                    <a:pt x="2558606" y="1683925"/>
                  </a:lnTo>
                  <a:lnTo>
                    <a:pt x="2558320" y="1683734"/>
                  </a:lnTo>
                  <a:lnTo>
                    <a:pt x="2557082" y="1683639"/>
                  </a:lnTo>
                  <a:lnTo>
                    <a:pt x="2556605" y="1683449"/>
                  </a:lnTo>
                  <a:lnTo>
                    <a:pt x="2555844" y="1682687"/>
                  </a:lnTo>
                  <a:lnTo>
                    <a:pt x="2555081" y="1682210"/>
                  </a:lnTo>
                  <a:lnTo>
                    <a:pt x="2554224" y="1682020"/>
                  </a:lnTo>
                  <a:lnTo>
                    <a:pt x="2548319" y="1682020"/>
                  </a:lnTo>
                  <a:lnTo>
                    <a:pt x="2547747" y="1682401"/>
                  </a:lnTo>
                  <a:lnTo>
                    <a:pt x="2547843" y="1683163"/>
                  </a:lnTo>
                  <a:lnTo>
                    <a:pt x="2548509" y="1684496"/>
                  </a:lnTo>
                  <a:lnTo>
                    <a:pt x="2548700" y="1685544"/>
                  </a:lnTo>
                  <a:lnTo>
                    <a:pt x="2548700" y="1685830"/>
                  </a:lnTo>
                  <a:lnTo>
                    <a:pt x="2548509" y="1686306"/>
                  </a:lnTo>
                  <a:lnTo>
                    <a:pt x="2548319" y="1686592"/>
                  </a:lnTo>
                  <a:lnTo>
                    <a:pt x="2548223" y="1686877"/>
                  </a:lnTo>
                  <a:lnTo>
                    <a:pt x="2548319" y="1687354"/>
                  </a:lnTo>
                  <a:lnTo>
                    <a:pt x="2548509" y="1687735"/>
                  </a:lnTo>
                  <a:lnTo>
                    <a:pt x="2549271" y="1688687"/>
                  </a:lnTo>
                  <a:lnTo>
                    <a:pt x="2549462" y="1688783"/>
                  </a:lnTo>
                  <a:lnTo>
                    <a:pt x="2550128" y="1688973"/>
                  </a:lnTo>
                  <a:lnTo>
                    <a:pt x="2550319" y="1689068"/>
                  </a:lnTo>
                  <a:lnTo>
                    <a:pt x="2550414" y="1689449"/>
                  </a:lnTo>
                  <a:lnTo>
                    <a:pt x="2550319" y="1690116"/>
                  </a:lnTo>
                  <a:lnTo>
                    <a:pt x="2550414" y="1690306"/>
                  </a:lnTo>
                  <a:lnTo>
                    <a:pt x="2550414" y="1690497"/>
                  </a:lnTo>
                  <a:lnTo>
                    <a:pt x="2550319" y="1690783"/>
                  </a:lnTo>
                  <a:lnTo>
                    <a:pt x="2550319" y="1691069"/>
                  </a:lnTo>
                  <a:lnTo>
                    <a:pt x="2550795" y="1691259"/>
                  </a:lnTo>
                  <a:lnTo>
                    <a:pt x="2551176" y="1691259"/>
                  </a:lnTo>
                  <a:lnTo>
                    <a:pt x="2551462" y="1691164"/>
                  </a:lnTo>
                  <a:lnTo>
                    <a:pt x="2551653" y="1690973"/>
                  </a:lnTo>
                  <a:lnTo>
                    <a:pt x="2552414" y="1690688"/>
                  </a:lnTo>
                  <a:lnTo>
                    <a:pt x="2553272" y="1690211"/>
                  </a:lnTo>
                  <a:lnTo>
                    <a:pt x="2553938" y="1690116"/>
                  </a:lnTo>
                  <a:lnTo>
                    <a:pt x="2555081" y="1690306"/>
                  </a:lnTo>
                  <a:lnTo>
                    <a:pt x="2557463" y="1691164"/>
                  </a:lnTo>
                  <a:lnTo>
                    <a:pt x="2559558" y="1691545"/>
                  </a:lnTo>
                  <a:lnTo>
                    <a:pt x="2561939" y="1692497"/>
                  </a:lnTo>
                  <a:lnTo>
                    <a:pt x="2562797" y="1693069"/>
                  </a:lnTo>
                  <a:lnTo>
                    <a:pt x="2564226" y="1694593"/>
                  </a:lnTo>
                  <a:close/>
                  <a:moveTo>
                    <a:pt x="2557177" y="1707166"/>
                  </a:moveTo>
                  <a:lnTo>
                    <a:pt x="2556986" y="1707071"/>
                  </a:lnTo>
                  <a:lnTo>
                    <a:pt x="2556224" y="1706404"/>
                  </a:lnTo>
                  <a:lnTo>
                    <a:pt x="2556034" y="1706023"/>
                  </a:lnTo>
                  <a:lnTo>
                    <a:pt x="2555939" y="1705642"/>
                  </a:lnTo>
                  <a:lnTo>
                    <a:pt x="2556129" y="1704880"/>
                  </a:lnTo>
                  <a:lnTo>
                    <a:pt x="2556034" y="1704404"/>
                  </a:lnTo>
                  <a:lnTo>
                    <a:pt x="2555653" y="1703832"/>
                  </a:lnTo>
                  <a:lnTo>
                    <a:pt x="2555272" y="1703737"/>
                  </a:lnTo>
                  <a:lnTo>
                    <a:pt x="2554796" y="1703927"/>
                  </a:lnTo>
                  <a:lnTo>
                    <a:pt x="2554034" y="1704023"/>
                  </a:lnTo>
                  <a:lnTo>
                    <a:pt x="2553177" y="1704308"/>
                  </a:lnTo>
                  <a:lnTo>
                    <a:pt x="2552605" y="1704975"/>
                  </a:lnTo>
                  <a:lnTo>
                    <a:pt x="2552224" y="1705642"/>
                  </a:lnTo>
                  <a:lnTo>
                    <a:pt x="2551938" y="1705927"/>
                  </a:lnTo>
                  <a:lnTo>
                    <a:pt x="2551748" y="1706118"/>
                  </a:lnTo>
                  <a:lnTo>
                    <a:pt x="2551557" y="1706594"/>
                  </a:lnTo>
                  <a:lnTo>
                    <a:pt x="2551462" y="1707166"/>
                  </a:lnTo>
                  <a:lnTo>
                    <a:pt x="2551462" y="1707642"/>
                  </a:lnTo>
                  <a:lnTo>
                    <a:pt x="2551653" y="1708023"/>
                  </a:lnTo>
                  <a:lnTo>
                    <a:pt x="2551843" y="1708118"/>
                  </a:lnTo>
                  <a:lnTo>
                    <a:pt x="2552129" y="1708118"/>
                  </a:lnTo>
                  <a:lnTo>
                    <a:pt x="2552510" y="1708214"/>
                  </a:lnTo>
                  <a:lnTo>
                    <a:pt x="2552700" y="1708023"/>
                  </a:lnTo>
                  <a:lnTo>
                    <a:pt x="2553557" y="1707737"/>
                  </a:lnTo>
                  <a:lnTo>
                    <a:pt x="2554510" y="1707642"/>
                  </a:lnTo>
                  <a:lnTo>
                    <a:pt x="2554986" y="1708023"/>
                  </a:lnTo>
                  <a:lnTo>
                    <a:pt x="2555081" y="1708595"/>
                  </a:lnTo>
                  <a:lnTo>
                    <a:pt x="2555367" y="1708976"/>
                  </a:lnTo>
                  <a:lnTo>
                    <a:pt x="2555748" y="1709356"/>
                  </a:lnTo>
                  <a:lnTo>
                    <a:pt x="2556034" y="1709738"/>
                  </a:lnTo>
                  <a:lnTo>
                    <a:pt x="2556129" y="1710023"/>
                  </a:lnTo>
                  <a:lnTo>
                    <a:pt x="2556224" y="1710785"/>
                  </a:lnTo>
                  <a:lnTo>
                    <a:pt x="2556320" y="1711071"/>
                  </a:lnTo>
                  <a:lnTo>
                    <a:pt x="2556605" y="1711071"/>
                  </a:lnTo>
                  <a:lnTo>
                    <a:pt x="2556986" y="1710881"/>
                  </a:lnTo>
                  <a:lnTo>
                    <a:pt x="2557558" y="1710309"/>
                  </a:lnTo>
                  <a:lnTo>
                    <a:pt x="2557558" y="1711071"/>
                  </a:lnTo>
                  <a:lnTo>
                    <a:pt x="2558415" y="1710785"/>
                  </a:lnTo>
                  <a:lnTo>
                    <a:pt x="2558701" y="1710690"/>
                  </a:lnTo>
                  <a:lnTo>
                    <a:pt x="2558320" y="1711928"/>
                  </a:lnTo>
                  <a:lnTo>
                    <a:pt x="2559558" y="1710785"/>
                  </a:lnTo>
                  <a:lnTo>
                    <a:pt x="2559082" y="1709356"/>
                  </a:lnTo>
                  <a:lnTo>
                    <a:pt x="2557177" y="1707166"/>
                  </a:lnTo>
                  <a:close/>
                  <a:moveTo>
                    <a:pt x="2547271" y="1742599"/>
                  </a:moveTo>
                  <a:lnTo>
                    <a:pt x="2547080" y="1742027"/>
                  </a:lnTo>
                  <a:lnTo>
                    <a:pt x="2546604" y="1741456"/>
                  </a:lnTo>
                  <a:lnTo>
                    <a:pt x="2545747" y="1741075"/>
                  </a:lnTo>
                  <a:lnTo>
                    <a:pt x="2544509" y="1741075"/>
                  </a:lnTo>
                  <a:lnTo>
                    <a:pt x="2543366" y="1741456"/>
                  </a:lnTo>
                  <a:lnTo>
                    <a:pt x="2542699" y="1742218"/>
                  </a:lnTo>
                  <a:lnTo>
                    <a:pt x="2542889" y="1743456"/>
                  </a:lnTo>
                  <a:lnTo>
                    <a:pt x="2543747" y="1744409"/>
                  </a:lnTo>
                  <a:lnTo>
                    <a:pt x="2544413" y="1745361"/>
                  </a:lnTo>
                  <a:lnTo>
                    <a:pt x="2543842" y="1746599"/>
                  </a:lnTo>
                  <a:lnTo>
                    <a:pt x="2545080" y="1746695"/>
                  </a:lnTo>
                  <a:lnTo>
                    <a:pt x="2545747" y="1747171"/>
                  </a:lnTo>
                  <a:lnTo>
                    <a:pt x="2546319" y="1747171"/>
                  </a:lnTo>
                  <a:lnTo>
                    <a:pt x="2547557" y="1744790"/>
                  </a:lnTo>
                  <a:lnTo>
                    <a:pt x="2547557" y="1744409"/>
                  </a:lnTo>
                  <a:lnTo>
                    <a:pt x="2547461" y="1743742"/>
                  </a:lnTo>
                  <a:lnTo>
                    <a:pt x="2547271" y="1742599"/>
                  </a:lnTo>
                  <a:close/>
                  <a:moveTo>
                    <a:pt x="2548128" y="1694307"/>
                  </a:moveTo>
                  <a:lnTo>
                    <a:pt x="2548033" y="1694212"/>
                  </a:lnTo>
                  <a:lnTo>
                    <a:pt x="2547843" y="1693926"/>
                  </a:lnTo>
                  <a:lnTo>
                    <a:pt x="2547461" y="1693831"/>
                  </a:lnTo>
                  <a:lnTo>
                    <a:pt x="2547080" y="1694117"/>
                  </a:lnTo>
                  <a:lnTo>
                    <a:pt x="2546509" y="1694783"/>
                  </a:lnTo>
                  <a:lnTo>
                    <a:pt x="2546128" y="1695736"/>
                  </a:lnTo>
                  <a:lnTo>
                    <a:pt x="2546795" y="1696784"/>
                  </a:lnTo>
                  <a:lnTo>
                    <a:pt x="2548319" y="1697069"/>
                  </a:lnTo>
                  <a:lnTo>
                    <a:pt x="2549271" y="1696593"/>
                  </a:lnTo>
                  <a:lnTo>
                    <a:pt x="2549366" y="1695926"/>
                  </a:lnTo>
                  <a:lnTo>
                    <a:pt x="2548986" y="1695260"/>
                  </a:lnTo>
                  <a:lnTo>
                    <a:pt x="2548128" y="1694307"/>
                  </a:lnTo>
                  <a:close/>
                  <a:moveTo>
                    <a:pt x="2542318" y="1743456"/>
                  </a:moveTo>
                  <a:lnTo>
                    <a:pt x="2542032" y="1743170"/>
                  </a:lnTo>
                  <a:lnTo>
                    <a:pt x="2541365" y="1742694"/>
                  </a:lnTo>
                  <a:lnTo>
                    <a:pt x="2538889" y="1742218"/>
                  </a:lnTo>
                  <a:lnTo>
                    <a:pt x="2538508" y="1742218"/>
                  </a:lnTo>
                  <a:lnTo>
                    <a:pt x="2538318" y="1742599"/>
                  </a:lnTo>
                  <a:lnTo>
                    <a:pt x="2538222" y="1743266"/>
                  </a:lnTo>
                  <a:lnTo>
                    <a:pt x="2538222" y="1743742"/>
                  </a:lnTo>
                  <a:lnTo>
                    <a:pt x="2538413" y="1744027"/>
                  </a:lnTo>
                  <a:lnTo>
                    <a:pt x="2538794" y="1744123"/>
                  </a:lnTo>
                  <a:lnTo>
                    <a:pt x="2539270" y="1744123"/>
                  </a:lnTo>
                  <a:lnTo>
                    <a:pt x="2539937" y="1744313"/>
                  </a:lnTo>
                  <a:lnTo>
                    <a:pt x="2540603" y="1744790"/>
                  </a:lnTo>
                  <a:lnTo>
                    <a:pt x="2541175" y="1745266"/>
                  </a:lnTo>
                  <a:lnTo>
                    <a:pt x="2541461" y="1745552"/>
                  </a:lnTo>
                  <a:lnTo>
                    <a:pt x="2542032" y="1745361"/>
                  </a:lnTo>
                  <a:lnTo>
                    <a:pt x="2542413" y="1744790"/>
                  </a:lnTo>
                  <a:lnTo>
                    <a:pt x="2542794" y="1744218"/>
                  </a:lnTo>
                  <a:lnTo>
                    <a:pt x="2542604" y="1743742"/>
                  </a:lnTo>
                  <a:lnTo>
                    <a:pt x="2542318" y="1743456"/>
                  </a:lnTo>
                  <a:close/>
                  <a:moveTo>
                    <a:pt x="2506504" y="1818894"/>
                  </a:moveTo>
                  <a:lnTo>
                    <a:pt x="2505742" y="1819180"/>
                  </a:lnTo>
                  <a:lnTo>
                    <a:pt x="2505266" y="1819275"/>
                  </a:lnTo>
                  <a:lnTo>
                    <a:pt x="2504980" y="1819370"/>
                  </a:lnTo>
                  <a:lnTo>
                    <a:pt x="2504885" y="1819561"/>
                  </a:lnTo>
                  <a:lnTo>
                    <a:pt x="2505075" y="1819751"/>
                  </a:lnTo>
                  <a:lnTo>
                    <a:pt x="2504694" y="1819942"/>
                  </a:lnTo>
                  <a:lnTo>
                    <a:pt x="2503837" y="1819847"/>
                  </a:lnTo>
                  <a:lnTo>
                    <a:pt x="2502789" y="1820037"/>
                  </a:lnTo>
                  <a:lnTo>
                    <a:pt x="2501837" y="1820990"/>
                  </a:lnTo>
                  <a:lnTo>
                    <a:pt x="2501932" y="1821561"/>
                  </a:lnTo>
                  <a:lnTo>
                    <a:pt x="2502885" y="1821561"/>
                  </a:lnTo>
                  <a:lnTo>
                    <a:pt x="2503646" y="1821371"/>
                  </a:lnTo>
                  <a:lnTo>
                    <a:pt x="2504123" y="1821085"/>
                  </a:lnTo>
                  <a:lnTo>
                    <a:pt x="2504599" y="1821085"/>
                  </a:lnTo>
                  <a:lnTo>
                    <a:pt x="2505266" y="1821466"/>
                  </a:lnTo>
                  <a:lnTo>
                    <a:pt x="2505837" y="1821466"/>
                  </a:lnTo>
                  <a:lnTo>
                    <a:pt x="2506028" y="1821085"/>
                  </a:lnTo>
                  <a:lnTo>
                    <a:pt x="2505932" y="1820227"/>
                  </a:lnTo>
                  <a:lnTo>
                    <a:pt x="2506028" y="1820037"/>
                  </a:lnTo>
                  <a:lnTo>
                    <a:pt x="2506313" y="1820132"/>
                  </a:lnTo>
                  <a:lnTo>
                    <a:pt x="2506599" y="1820037"/>
                  </a:lnTo>
                  <a:lnTo>
                    <a:pt x="2506695" y="1819942"/>
                  </a:lnTo>
                  <a:lnTo>
                    <a:pt x="2506790" y="1819751"/>
                  </a:lnTo>
                  <a:lnTo>
                    <a:pt x="2506790" y="1819370"/>
                  </a:lnTo>
                  <a:lnTo>
                    <a:pt x="2506695" y="1818894"/>
                  </a:lnTo>
                  <a:lnTo>
                    <a:pt x="2506504" y="1818894"/>
                  </a:lnTo>
                  <a:close/>
                  <a:moveTo>
                    <a:pt x="2548414" y="1600867"/>
                  </a:moveTo>
                  <a:lnTo>
                    <a:pt x="2548890" y="1599248"/>
                  </a:lnTo>
                  <a:lnTo>
                    <a:pt x="2548509" y="1597057"/>
                  </a:lnTo>
                  <a:lnTo>
                    <a:pt x="2545271" y="1594676"/>
                  </a:lnTo>
                  <a:lnTo>
                    <a:pt x="2541365" y="1592866"/>
                  </a:lnTo>
                  <a:lnTo>
                    <a:pt x="2534888" y="1591532"/>
                  </a:lnTo>
                  <a:lnTo>
                    <a:pt x="2531840" y="1590199"/>
                  </a:lnTo>
                  <a:lnTo>
                    <a:pt x="2530697" y="1589342"/>
                  </a:lnTo>
                  <a:lnTo>
                    <a:pt x="2529936" y="1588675"/>
                  </a:lnTo>
                  <a:lnTo>
                    <a:pt x="2528888" y="1587722"/>
                  </a:lnTo>
                  <a:lnTo>
                    <a:pt x="2527078" y="1586389"/>
                  </a:lnTo>
                  <a:lnTo>
                    <a:pt x="2525173" y="1585531"/>
                  </a:lnTo>
                  <a:lnTo>
                    <a:pt x="2523363" y="1584198"/>
                  </a:lnTo>
                  <a:lnTo>
                    <a:pt x="2522030" y="1582960"/>
                  </a:lnTo>
                  <a:lnTo>
                    <a:pt x="2519268" y="1581436"/>
                  </a:lnTo>
                  <a:lnTo>
                    <a:pt x="2517267" y="1580483"/>
                  </a:lnTo>
                  <a:lnTo>
                    <a:pt x="2516029" y="1580102"/>
                  </a:lnTo>
                  <a:lnTo>
                    <a:pt x="2513933" y="1579340"/>
                  </a:lnTo>
                  <a:lnTo>
                    <a:pt x="2510886" y="1578578"/>
                  </a:lnTo>
                  <a:lnTo>
                    <a:pt x="2508504" y="1579340"/>
                  </a:lnTo>
                  <a:lnTo>
                    <a:pt x="2507266" y="1580864"/>
                  </a:lnTo>
                  <a:lnTo>
                    <a:pt x="2506504" y="1581436"/>
                  </a:lnTo>
                  <a:lnTo>
                    <a:pt x="2506218" y="1582198"/>
                  </a:lnTo>
                  <a:lnTo>
                    <a:pt x="2506790" y="1582865"/>
                  </a:lnTo>
                  <a:lnTo>
                    <a:pt x="2507837" y="1583912"/>
                  </a:lnTo>
                  <a:lnTo>
                    <a:pt x="2508790" y="1585055"/>
                  </a:lnTo>
                  <a:lnTo>
                    <a:pt x="2512028" y="1587151"/>
                  </a:lnTo>
                  <a:lnTo>
                    <a:pt x="2512886" y="1589151"/>
                  </a:lnTo>
                  <a:lnTo>
                    <a:pt x="2513457" y="1590104"/>
                  </a:lnTo>
                  <a:lnTo>
                    <a:pt x="2515077" y="1590961"/>
                  </a:lnTo>
                  <a:lnTo>
                    <a:pt x="2516696" y="1591437"/>
                  </a:lnTo>
                  <a:lnTo>
                    <a:pt x="2518220" y="1592675"/>
                  </a:lnTo>
                  <a:lnTo>
                    <a:pt x="2522411" y="1594771"/>
                  </a:lnTo>
                  <a:lnTo>
                    <a:pt x="2524125" y="1595438"/>
                  </a:lnTo>
                  <a:lnTo>
                    <a:pt x="2525363" y="1596295"/>
                  </a:lnTo>
                  <a:lnTo>
                    <a:pt x="2526983" y="1597819"/>
                  </a:lnTo>
                  <a:lnTo>
                    <a:pt x="2529269" y="1598295"/>
                  </a:lnTo>
                  <a:lnTo>
                    <a:pt x="2532983" y="1599248"/>
                  </a:lnTo>
                  <a:lnTo>
                    <a:pt x="2534317" y="1600010"/>
                  </a:lnTo>
                  <a:lnTo>
                    <a:pt x="2535365" y="1600676"/>
                  </a:lnTo>
                  <a:lnTo>
                    <a:pt x="2538127" y="1601819"/>
                  </a:lnTo>
                  <a:lnTo>
                    <a:pt x="2539937" y="1602962"/>
                  </a:lnTo>
                  <a:lnTo>
                    <a:pt x="2541746" y="1603439"/>
                  </a:lnTo>
                  <a:lnTo>
                    <a:pt x="2544985" y="1602391"/>
                  </a:lnTo>
                  <a:lnTo>
                    <a:pt x="2548414" y="1600867"/>
                  </a:lnTo>
                  <a:close/>
                  <a:moveTo>
                    <a:pt x="2501265" y="1842040"/>
                  </a:moveTo>
                  <a:lnTo>
                    <a:pt x="2500789" y="1841659"/>
                  </a:lnTo>
                  <a:lnTo>
                    <a:pt x="2499741" y="1842040"/>
                  </a:lnTo>
                  <a:lnTo>
                    <a:pt x="2499360" y="1842516"/>
                  </a:lnTo>
                  <a:lnTo>
                    <a:pt x="2499551" y="1843088"/>
                  </a:lnTo>
                  <a:lnTo>
                    <a:pt x="2500027" y="1843754"/>
                  </a:lnTo>
                  <a:lnTo>
                    <a:pt x="2500408" y="1844231"/>
                  </a:lnTo>
                  <a:lnTo>
                    <a:pt x="2500884" y="1844135"/>
                  </a:lnTo>
                  <a:lnTo>
                    <a:pt x="2500503" y="1843659"/>
                  </a:lnTo>
                  <a:lnTo>
                    <a:pt x="2500313" y="1843183"/>
                  </a:lnTo>
                  <a:lnTo>
                    <a:pt x="2500789" y="1843088"/>
                  </a:lnTo>
                  <a:lnTo>
                    <a:pt x="2501741" y="1843278"/>
                  </a:lnTo>
                  <a:lnTo>
                    <a:pt x="2502313" y="1843373"/>
                  </a:lnTo>
                  <a:lnTo>
                    <a:pt x="2502313" y="1842897"/>
                  </a:lnTo>
                  <a:lnTo>
                    <a:pt x="2501837" y="1842516"/>
                  </a:lnTo>
                  <a:lnTo>
                    <a:pt x="2501265" y="1842040"/>
                  </a:lnTo>
                  <a:close/>
                  <a:moveTo>
                    <a:pt x="2510409" y="1802511"/>
                  </a:moveTo>
                  <a:lnTo>
                    <a:pt x="2510790" y="1800797"/>
                  </a:lnTo>
                  <a:lnTo>
                    <a:pt x="2511266" y="1800035"/>
                  </a:lnTo>
                  <a:lnTo>
                    <a:pt x="2511171" y="1799368"/>
                  </a:lnTo>
                  <a:lnTo>
                    <a:pt x="2510504" y="1798130"/>
                  </a:lnTo>
                  <a:lnTo>
                    <a:pt x="2509171" y="1797844"/>
                  </a:lnTo>
                  <a:lnTo>
                    <a:pt x="2508123" y="1798511"/>
                  </a:lnTo>
                  <a:lnTo>
                    <a:pt x="2508028" y="1799082"/>
                  </a:lnTo>
                  <a:lnTo>
                    <a:pt x="2507742" y="1799654"/>
                  </a:lnTo>
                  <a:lnTo>
                    <a:pt x="2506885" y="1800892"/>
                  </a:lnTo>
                  <a:lnTo>
                    <a:pt x="2505742" y="1801940"/>
                  </a:lnTo>
                  <a:lnTo>
                    <a:pt x="2504123" y="1802416"/>
                  </a:lnTo>
                  <a:lnTo>
                    <a:pt x="2503551" y="1802606"/>
                  </a:lnTo>
                  <a:lnTo>
                    <a:pt x="2503265" y="1802892"/>
                  </a:lnTo>
                  <a:lnTo>
                    <a:pt x="2503646" y="1803464"/>
                  </a:lnTo>
                  <a:lnTo>
                    <a:pt x="2503932" y="1804226"/>
                  </a:lnTo>
                  <a:lnTo>
                    <a:pt x="2503837" y="1804892"/>
                  </a:lnTo>
                  <a:lnTo>
                    <a:pt x="2504218" y="1805464"/>
                  </a:lnTo>
                  <a:lnTo>
                    <a:pt x="2504504" y="1806131"/>
                  </a:lnTo>
                  <a:lnTo>
                    <a:pt x="2504980" y="1806416"/>
                  </a:lnTo>
                  <a:lnTo>
                    <a:pt x="2505170" y="1806797"/>
                  </a:lnTo>
                  <a:lnTo>
                    <a:pt x="2504694" y="1807559"/>
                  </a:lnTo>
                  <a:lnTo>
                    <a:pt x="2504980" y="1808512"/>
                  </a:lnTo>
                  <a:lnTo>
                    <a:pt x="2505742" y="1808417"/>
                  </a:lnTo>
                  <a:lnTo>
                    <a:pt x="2506790" y="1808417"/>
                  </a:lnTo>
                  <a:lnTo>
                    <a:pt x="2507647" y="1807750"/>
                  </a:lnTo>
                  <a:lnTo>
                    <a:pt x="2508504" y="1807559"/>
                  </a:lnTo>
                  <a:lnTo>
                    <a:pt x="2508504" y="1806988"/>
                  </a:lnTo>
                  <a:lnTo>
                    <a:pt x="2509171" y="1807178"/>
                  </a:lnTo>
                  <a:lnTo>
                    <a:pt x="2509552" y="1806797"/>
                  </a:lnTo>
                  <a:lnTo>
                    <a:pt x="2509361" y="1806321"/>
                  </a:lnTo>
                  <a:lnTo>
                    <a:pt x="2509361" y="1806131"/>
                  </a:lnTo>
                  <a:lnTo>
                    <a:pt x="2509457" y="1805940"/>
                  </a:lnTo>
                  <a:lnTo>
                    <a:pt x="2509552" y="1805464"/>
                  </a:lnTo>
                  <a:lnTo>
                    <a:pt x="2510028" y="1805750"/>
                  </a:lnTo>
                  <a:lnTo>
                    <a:pt x="2510504" y="1805940"/>
                  </a:lnTo>
                  <a:lnTo>
                    <a:pt x="2511076" y="1805940"/>
                  </a:lnTo>
                  <a:lnTo>
                    <a:pt x="2511647" y="1805845"/>
                  </a:lnTo>
                  <a:lnTo>
                    <a:pt x="2511933" y="1804892"/>
                  </a:lnTo>
                  <a:lnTo>
                    <a:pt x="2510790" y="1803749"/>
                  </a:lnTo>
                  <a:lnTo>
                    <a:pt x="2510409" y="1802511"/>
                  </a:lnTo>
                  <a:close/>
                  <a:moveTo>
                    <a:pt x="2560701" y="1670018"/>
                  </a:moveTo>
                  <a:lnTo>
                    <a:pt x="2559844" y="1670495"/>
                  </a:lnTo>
                  <a:lnTo>
                    <a:pt x="2558320" y="1670876"/>
                  </a:lnTo>
                  <a:lnTo>
                    <a:pt x="2557653" y="1671447"/>
                  </a:lnTo>
                  <a:lnTo>
                    <a:pt x="2557368" y="1671542"/>
                  </a:lnTo>
                  <a:lnTo>
                    <a:pt x="2556034" y="1671638"/>
                  </a:lnTo>
                  <a:lnTo>
                    <a:pt x="2555081" y="1671923"/>
                  </a:lnTo>
                  <a:lnTo>
                    <a:pt x="2554605" y="1672114"/>
                  </a:lnTo>
                  <a:lnTo>
                    <a:pt x="2554224" y="1672400"/>
                  </a:lnTo>
                  <a:lnTo>
                    <a:pt x="2554034" y="1672590"/>
                  </a:lnTo>
                  <a:lnTo>
                    <a:pt x="2553462" y="1673257"/>
                  </a:lnTo>
                  <a:lnTo>
                    <a:pt x="2555558" y="1674876"/>
                  </a:lnTo>
                  <a:lnTo>
                    <a:pt x="2556796" y="1675543"/>
                  </a:lnTo>
                  <a:lnTo>
                    <a:pt x="2558701" y="1675924"/>
                  </a:lnTo>
                  <a:lnTo>
                    <a:pt x="2559463" y="1676210"/>
                  </a:lnTo>
                  <a:lnTo>
                    <a:pt x="2560225" y="1676305"/>
                  </a:lnTo>
                  <a:lnTo>
                    <a:pt x="2560892" y="1676019"/>
                  </a:lnTo>
                  <a:lnTo>
                    <a:pt x="2561082" y="1675543"/>
                  </a:lnTo>
                  <a:lnTo>
                    <a:pt x="2561082" y="1675067"/>
                  </a:lnTo>
                  <a:lnTo>
                    <a:pt x="2561178" y="1674590"/>
                  </a:lnTo>
                  <a:lnTo>
                    <a:pt x="2561844" y="1674114"/>
                  </a:lnTo>
                  <a:lnTo>
                    <a:pt x="2561463" y="1674019"/>
                  </a:lnTo>
                  <a:lnTo>
                    <a:pt x="2560415" y="1673638"/>
                  </a:lnTo>
                  <a:lnTo>
                    <a:pt x="2560415" y="1673257"/>
                  </a:lnTo>
                  <a:lnTo>
                    <a:pt x="2562225" y="1671923"/>
                  </a:lnTo>
                  <a:lnTo>
                    <a:pt x="2561654" y="1671733"/>
                  </a:lnTo>
                  <a:lnTo>
                    <a:pt x="2561273" y="1671447"/>
                  </a:lnTo>
                  <a:lnTo>
                    <a:pt x="2561178" y="1671161"/>
                  </a:lnTo>
                  <a:lnTo>
                    <a:pt x="2561558" y="1670780"/>
                  </a:lnTo>
                  <a:lnTo>
                    <a:pt x="2560701" y="1670018"/>
                  </a:lnTo>
                  <a:close/>
                  <a:moveTo>
                    <a:pt x="2571274" y="1663541"/>
                  </a:moveTo>
                  <a:lnTo>
                    <a:pt x="2570607" y="1663256"/>
                  </a:lnTo>
                  <a:lnTo>
                    <a:pt x="2569940" y="1663256"/>
                  </a:lnTo>
                  <a:lnTo>
                    <a:pt x="2569369" y="1663160"/>
                  </a:lnTo>
                  <a:lnTo>
                    <a:pt x="2569083" y="1662779"/>
                  </a:lnTo>
                  <a:lnTo>
                    <a:pt x="2569083" y="1661922"/>
                  </a:lnTo>
                  <a:lnTo>
                    <a:pt x="2568036" y="1662875"/>
                  </a:lnTo>
                  <a:lnTo>
                    <a:pt x="2567464" y="1662970"/>
                  </a:lnTo>
                  <a:lnTo>
                    <a:pt x="2566130" y="1662113"/>
                  </a:lnTo>
                  <a:lnTo>
                    <a:pt x="2565464" y="1662208"/>
                  </a:lnTo>
                  <a:lnTo>
                    <a:pt x="2564987" y="1662208"/>
                  </a:lnTo>
                  <a:lnTo>
                    <a:pt x="2564797" y="1661541"/>
                  </a:lnTo>
                  <a:lnTo>
                    <a:pt x="2564416" y="1661541"/>
                  </a:lnTo>
                  <a:lnTo>
                    <a:pt x="2564226" y="1661731"/>
                  </a:lnTo>
                  <a:lnTo>
                    <a:pt x="2564035" y="1662398"/>
                  </a:lnTo>
                  <a:lnTo>
                    <a:pt x="2564035" y="1663065"/>
                  </a:lnTo>
                  <a:lnTo>
                    <a:pt x="2564035" y="1663541"/>
                  </a:lnTo>
                  <a:lnTo>
                    <a:pt x="2564226" y="1663922"/>
                  </a:lnTo>
                  <a:lnTo>
                    <a:pt x="2564702" y="1664113"/>
                  </a:lnTo>
                  <a:lnTo>
                    <a:pt x="2564226" y="1664494"/>
                  </a:lnTo>
                  <a:lnTo>
                    <a:pt x="2564035" y="1664494"/>
                  </a:lnTo>
                  <a:lnTo>
                    <a:pt x="2564702" y="1665351"/>
                  </a:lnTo>
                  <a:lnTo>
                    <a:pt x="2565749" y="1665256"/>
                  </a:lnTo>
                  <a:lnTo>
                    <a:pt x="2567940" y="1664494"/>
                  </a:lnTo>
                  <a:lnTo>
                    <a:pt x="2568797" y="1664684"/>
                  </a:lnTo>
                  <a:lnTo>
                    <a:pt x="2570893" y="1665542"/>
                  </a:lnTo>
                  <a:lnTo>
                    <a:pt x="2571941" y="1665732"/>
                  </a:lnTo>
                  <a:lnTo>
                    <a:pt x="2571560" y="1664113"/>
                  </a:lnTo>
                  <a:lnTo>
                    <a:pt x="2571274" y="1663541"/>
                  </a:lnTo>
                  <a:close/>
                  <a:moveTo>
                    <a:pt x="2541937" y="1607344"/>
                  </a:moveTo>
                  <a:lnTo>
                    <a:pt x="2541080" y="1607249"/>
                  </a:lnTo>
                  <a:lnTo>
                    <a:pt x="2539365" y="1607249"/>
                  </a:lnTo>
                  <a:lnTo>
                    <a:pt x="2538794" y="1607630"/>
                  </a:lnTo>
                  <a:lnTo>
                    <a:pt x="2539841" y="1610582"/>
                  </a:lnTo>
                  <a:lnTo>
                    <a:pt x="2540413" y="1611725"/>
                  </a:lnTo>
                  <a:lnTo>
                    <a:pt x="2540985" y="1612297"/>
                  </a:lnTo>
                  <a:lnTo>
                    <a:pt x="2541842" y="1612202"/>
                  </a:lnTo>
                  <a:lnTo>
                    <a:pt x="2542604" y="1611535"/>
                  </a:lnTo>
                  <a:lnTo>
                    <a:pt x="2543175" y="1610582"/>
                  </a:lnTo>
                  <a:lnTo>
                    <a:pt x="2543366" y="1609535"/>
                  </a:lnTo>
                  <a:lnTo>
                    <a:pt x="2543175" y="1608487"/>
                  </a:lnTo>
                  <a:lnTo>
                    <a:pt x="2542604" y="1607725"/>
                  </a:lnTo>
                  <a:lnTo>
                    <a:pt x="2541937" y="1607344"/>
                  </a:lnTo>
                  <a:close/>
                  <a:moveTo>
                    <a:pt x="2570703" y="1674400"/>
                  </a:moveTo>
                  <a:lnTo>
                    <a:pt x="2569750" y="1674209"/>
                  </a:lnTo>
                  <a:lnTo>
                    <a:pt x="2567654" y="1674400"/>
                  </a:lnTo>
                  <a:lnTo>
                    <a:pt x="2567083" y="1674400"/>
                  </a:lnTo>
                  <a:lnTo>
                    <a:pt x="2566702" y="1674495"/>
                  </a:lnTo>
                  <a:lnTo>
                    <a:pt x="2566416" y="1674686"/>
                  </a:lnTo>
                  <a:lnTo>
                    <a:pt x="2566130" y="1675162"/>
                  </a:lnTo>
                  <a:lnTo>
                    <a:pt x="2565559" y="1675638"/>
                  </a:lnTo>
                  <a:lnTo>
                    <a:pt x="2564797" y="1675924"/>
                  </a:lnTo>
                  <a:lnTo>
                    <a:pt x="2564321" y="1676400"/>
                  </a:lnTo>
                  <a:lnTo>
                    <a:pt x="2564321" y="1676686"/>
                  </a:lnTo>
                  <a:lnTo>
                    <a:pt x="2564606" y="1676686"/>
                  </a:lnTo>
                  <a:lnTo>
                    <a:pt x="2565178" y="1676591"/>
                  </a:lnTo>
                  <a:lnTo>
                    <a:pt x="2565749" y="1676400"/>
                  </a:lnTo>
                  <a:lnTo>
                    <a:pt x="2566321" y="1676400"/>
                  </a:lnTo>
                  <a:lnTo>
                    <a:pt x="2566988" y="1676495"/>
                  </a:lnTo>
                  <a:lnTo>
                    <a:pt x="2567845" y="1676305"/>
                  </a:lnTo>
                  <a:lnTo>
                    <a:pt x="2568416" y="1675924"/>
                  </a:lnTo>
                  <a:lnTo>
                    <a:pt x="2569369" y="1675067"/>
                  </a:lnTo>
                  <a:lnTo>
                    <a:pt x="2569655" y="1674971"/>
                  </a:lnTo>
                  <a:lnTo>
                    <a:pt x="2569845" y="1675067"/>
                  </a:lnTo>
                  <a:lnTo>
                    <a:pt x="2569845" y="1675733"/>
                  </a:lnTo>
                  <a:lnTo>
                    <a:pt x="2570417" y="1676400"/>
                  </a:lnTo>
                  <a:lnTo>
                    <a:pt x="2571083" y="1676114"/>
                  </a:lnTo>
                  <a:lnTo>
                    <a:pt x="2571179" y="1675448"/>
                  </a:lnTo>
                  <a:lnTo>
                    <a:pt x="2570988" y="1674781"/>
                  </a:lnTo>
                  <a:lnTo>
                    <a:pt x="2570703" y="1674400"/>
                  </a:lnTo>
                  <a:close/>
                  <a:moveTo>
                    <a:pt x="2577465" y="1647254"/>
                  </a:moveTo>
                  <a:lnTo>
                    <a:pt x="2577179" y="1647063"/>
                  </a:lnTo>
                  <a:lnTo>
                    <a:pt x="2576418" y="1647254"/>
                  </a:lnTo>
                  <a:lnTo>
                    <a:pt x="2576036" y="1647349"/>
                  </a:lnTo>
                  <a:lnTo>
                    <a:pt x="2575751" y="1647444"/>
                  </a:lnTo>
                  <a:lnTo>
                    <a:pt x="2575084" y="1647539"/>
                  </a:lnTo>
                  <a:lnTo>
                    <a:pt x="2574512" y="1647349"/>
                  </a:lnTo>
                  <a:lnTo>
                    <a:pt x="2573751" y="1646492"/>
                  </a:lnTo>
                  <a:lnTo>
                    <a:pt x="2572798" y="1645825"/>
                  </a:lnTo>
                  <a:lnTo>
                    <a:pt x="2572227" y="1645730"/>
                  </a:lnTo>
                  <a:lnTo>
                    <a:pt x="2572227" y="1646015"/>
                  </a:lnTo>
                  <a:lnTo>
                    <a:pt x="2572512" y="1646682"/>
                  </a:lnTo>
                  <a:lnTo>
                    <a:pt x="2572417" y="1647444"/>
                  </a:lnTo>
                  <a:lnTo>
                    <a:pt x="2572131" y="1648111"/>
                  </a:lnTo>
                  <a:lnTo>
                    <a:pt x="2572417" y="1648492"/>
                  </a:lnTo>
                  <a:lnTo>
                    <a:pt x="2573084" y="1648587"/>
                  </a:lnTo>
                  <a:lnTo>
                    <a:pt x="2573655" y="1648777"/>
                  </a:lnTo>
                  <a:lnTo>
                    <a:pt x="2573941" y="1648777"/>
                  </a:lnTo>
                  <a:lnTo>
                    <a:pt x="2574036" y="1648682"/>
                  </a:lnTo>
                  <a:lnTo>
                    <a:pt x="2574227" y="1648492"/>
                  </a:lnTo>
                  <a:lnTo>
                    <a:pt x="2574608" y="1648301"/>
                  </a:lnTo>
                  <a:lnTo>
                    <a:pt x="2575274" y="1648301"/>
                  </a:lnTo>
                  <a:lnTo>
                    <a:pt x="2575560" y="1648206"/>
                  </a:lnTo>
                  <a:lnTo>
                    <a:pt x="2577179" y="1648301"/>
                  </a:lnTo>
                  <a:lnTo>
                    <a:pt x="2577561" y="1648111"/>
                  </a:lnTo>
                  <a:lnTo>
                    <a:pt x="2577275" y="1647539"/>
                  </a:lnTo>
                  <a:lnTo>
                    <a:pt x="2577465" y="1647254"/>
                  </a:lnTo>
                  <a:close/>
                  <a:moveTo>
                    <a:pt x="2570893" y="1695450"/>
                  </a:moveTo>
                  <a:lnTo>
                    <a:pt x="2571083" y="1695164"/>
                  </a:lnTo>
                  <a:lnTo>
                    <a:pt x="2571179" y="1694783"/>
                  </a:lnTo>
                  <a:lnTo>
                    <a:pt x="2571179" y="1694212"/>
                  </a:lnTo>
                  <a:lnTo>
                    <a:pt x="2571083" y="1693831"/>
                  </a:lnTo>
                  <a:lnTo>
                    <a:pt x="2570798" y="1693831"/>
                  </a:lnTo>
                  <a:lnTo>
                    <a:pt x="2570131" y="1694117"/>
                  </a:lnTo>
                  <a:lnTo>
                    <a:pt x="2568607" y="1694307"/>
                  </a:lnTo>
                  <a:lnTo>
                    <a:pt x="2567940" y="1694117"/>
                  </a:lnTo>
                  <a:lnTo>
                    <a:pt x="2567654" y="1693259"/>
                  </a:lnTo>
                  <a:lnTo>
                    <a:pt x="2567273" y="1693355"/>
                  </a:lnTo>
                  <a:lnTo>
                    <a:pt x="2566988" y="1693545"/>
                  </a:lnTo>
                  <a:lnTo>
                    <a:pt x="2566702" y="1693831"/>
                  </a:lnTo>
                  <a:lnTo>
                    <a:pt x="2566511" y="1694117"/>
                  </a:lnTo>
                  <a:lnTo>
                    <a:pt x="2566416" y="1694783"/>
                  </a:lnTo>
                  <a:lnTo>
                    <a:pt x="2566702" y="1695355"/>
                  </a:lnTo>
                  <a:lnTo>
                    <a:pt x="2567178" y="1695831"/>
                  </a:lnTo>
                  <a:lnTo>
                    <a:pt x="2568226" y="1696402"/>
                  </a:lnTo>
                  <a:lnTo>
                    <a:pt x="2568607" y="1696784"/>
                  </a:lnTo>
                  <a:lnTo>
                    <a:pt x="2568893" y="1697260"/>
                  </a:lnTo>
                  <a:lnTo>
                    <a:pt x="2568988" y="1698022"/>
                  </a:lnTo>
                  <a:lnTo>
                    <a:pt x="2568797" y="1698498"/>
                  </a:lnTo>
                  <a:lnTo>
                    <a:pt x="2568416" y="1698879"/>
                  </a:lnTo>
                  <a:lnTo>
                    <a:pt x="2568321" y="1699355"/>
                  </a:lnTo>
                  <a:lnTo>
                    <a:pt x="2568797" y="1700117"/>
                  </a:lnTo>
                  <a:lnTo>
                    <a:pt x="2569464" y="1700784"/>
                  </a:lnTo>
                  <a:lnTo>
                    <a:pt x="2569845" y="1700975"/>
                  </a:lnTo>
                  <a:lnTo>
                    <a:pt x="2570417" y="1701070"/>
                  </a:lnTo>
                  <a:lnTo>
                    <a:pt x="2570417" y="1700498"/>
                  </a:lnTo>
                  <a:lnTo>
                    <a:pt x="2570321" y="1700213"/>
                  </a:lnTo>
                  <a:lnTo>
                    <a:pt x="2569940" y="1699641"/>
                  </a:lnTo>
                  <a:lnTo>
                    <a:pt x="2569750" y="1699165"/>
                  </a:lnTo>
                  <a:lnTo>
                    <a:pt x="2569940" y="1698784"/>
                  </a:lnTo>
                  <a:lnTo>
                    <a:pt x="2570226" y="1698403"/>
                  </a:lnTo>
                  <a:lnTo>
                    <a:pt x="2570417" y="1697927"/>
                  </a:lnTo>
                  <a:lnTo>
                    <a:pt x="2571083" y="1696974"/>
                  </a:lnTo>
                  <a:lnTo>
                    <a:pt x="2571179" y="1696307"/>
                  </a:lnTo>
                  <a:lnTo>
                    <a:pt x="2570417" y="1695641"/>
                  </a:lnTo>
                  <a:lnTo>
                    <a:pt x="2570893" y="1695450"/>
                  </a:lnTo>
                  <a:close/>
                  <a:moveTo>
                    <a:pt x="2536222" y="1606391"/>
                  </a:moveTo>
                  <a:lnTo>
                    <a:pt x="2535174" y="1605534"/>
                  </a:lnTo>
                  <a:lnTo>
                    <a:pt x="2533364" y="1604486"/>
                  </a:lnTo>
                  <a:lnTo>
                    <a:pt x="2529554" y="1602962"/>
                  </a:lnTo>
                  <a:lnTo>
                    <a:pt x="2528697" y="1602962"/>
                  </a:lnTo>
                  <a:lnTo>
                    <a:pt x="2528126" y="1602867"/>
                  </a:lnTo>
                  <a:lnTo>
                    <a:pt x="2527745" y="1603153"/>
                  </a:lnTo>
                  <a:lnTo>
                    <a:pt x="2528507" y="1603915"/>
                  </a:lnTo>
                  <a:lnTo>
                    <a:pt x="2534888" y="1608296"/>
                  </a:lnTo>
                  <a:lnTo>
                    <a:pt x="2536508" y="1610011"/>
                  </a:lnTo>
                  <a:lnTo>
                    <a:pt x="2537270" y="1610582"/>
                  </a:lnTo>
                  <a:lnTo>
                    <a:pt x="2538032" y="1610297"/>
                  </a:lnTo>
                  <a:lnTo>
                    <a:pt x="2538127" y="1609249"/>
                  </a:lnTo>
                  <a:lnTo>
                    <a:pt x="2537746" y="1608201"/>
                  </a:lnTo>
                  <a:lnTo>
                    <a:pt x="2537174" y="1607344"/>
                  </a:lnTo>
                  <a:lnTo>
                    <a:pt x="2536222" y="1606391"/>
                  </a:lnTo>
                  <a:close/>
                  <a:moveTo>
                    <a:pt x="2565654" y="1702022"/>
                  </a:moveTo>
                  <a:lnTo>
                    <a:pt x="2565940" y="1701546"/>
                  </a:lnTo>
                  <a:lnTo>
                    <a:pt x="2566035" y="1701260"/>
                  </a:lnTo>
                  <a:lnTo>
                    <a:pt x="2564606" y="1700403"/>
                  </a:lnTo>
                  <a:lnTo>
                    <a:pt x="2563940" y="1700117"/>
                  </a:lnTo>
                  <a:lnTo>
                    <a:pt x="2562702" y="1700117"/>
                  </a:lnTo>
                  <a:lnTo>
                    <a:pt x="2561844" y="1700689"/>
                  </a:lnTo>
                  <a:lnTo>
                    <a:pt x="2561844" y="1701165"/>
                  </a:lnTo>
                  <a:lnTo>
                    <a:pt x="2562130" y="1701451"/>
                  </a:lnTo>
                  <a:lnTo>
                    <a:pt x="2562892" y="1702499"/>
                  </a:lnTo>
                  <a:lnTo>
                    <a:pt x="2563654" y="1702975"/>
                  </a:lnTo>
                  <a:lnTo>
                    <a:pt x="2564035" y="1703356"/>
                  </a:lnTo>
                  <a:lnTo>
                    <a:pt x="2565273" y="1704118"/>
                  </a:lnTo>
                  <a:lnTo>
                    <a:pt x="2565940" y="1704308"/>
                  </a:lnTo>
                  <a:lnTo>
                    <a:pt x="2566321" y="1703832"/>
                  </a:lnTo>
                  <a:lnTo>
                    <a:pt x="2566226" y="1703165"/>
                  </a:lnTo>
                  <a:lnTo>
                    <a:pt x="2565654" y="1702022"/>
                  </a:lnTo>
                  <a:close/>
                  <a:moveTo>
                    <a:pt x="2584514" y="1101376"/>
                  </a:moveTo>
                  <a:lnTo>
                    <a:pt x="2583180" y="1101281"/>
                  </a:lnTo>
                  <a:lnTo>
                    <a:pt x="2583180" y="1101662"/>
                  </a:lnTo>
                  <a:lnTo>
                    <a:pt x="2585657" y="1101947"/>
                  </a:lnTo>
                  <a:lnTo>
                    <a:pt x="2586419" y="1102138"/>
                  </a:lnTo>
                  <a:lnTo>
                    <a:pt x="2586228" y="1102614"/>
                  </a:lnTo>
                  <a:lnTo>
                    <a:pt x="2586133" y="1102995"/>
                  </a:lnTo>
                  <a:lnTo>
                    <a:pt x="2586133" y="1103376"/>
                  </a:lnTo>
                  <a:lnTo>
                    <a:pt x="2586038" y="1103948"/>
                  </a:lnTo>
                  <a:lnTo>
                    <a:pt x="2587847" y="1102805"/>
                  </a:lnTo>
                  <a:lnTo>
                    <a:pt x="2588610" y="1101947"/>
                  </a:lnTo>
                  <a:lnTo>
                    <a:pt x="2588705" y="1100995"/>
                  </a:lnTo>
                  <a:lnTo>
                    <a:pt x="2587466" y="1100614"/>
                  </a:lnTo>
                  <a:lnTo>
                    <a:pt x="2584514" y="1101376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5400000" scaled="1"/>
              <a:tileRect/>
            </a:gra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8" name="Freeform: Shape 30">
              <a:extLst>
                <a:ext uri="{FF2B5EF4-FFF2-40B4-BE49-F238E27FC236}">
                  <a16:creationId xmlns:a16="http://schemas.microsoft.com/office/drawing/2014/main" id="{2AD11FBE-E722-DF61-84DC-0F8B90AB0810}"/>
                </a:ext>
              </a:extLst>
            </p:cNvPr>
            <p:cNvSpPr/>
            <p:nvPr/>
          </p:nvSpPr>
          <p:spPr>
            <a:xfrm>
              <a:off x="6206013" y="4116419"/>
              <a:ext cx="276225" cy="228600"/>
            </a:xfrm>
            <a:custGeom>
              <a:avLst/>
              <a:gdLst>
                <a:gd name="connsiteX0" fmla="*/ 37243 w 276225"/>
                <a:gd name="connsiteY0" fmla="*/ 172783 h 228600"/>
                <a:gd name="connsiteX1" fmla="*/ 36957 w 276225"/>
                <a:gd name="connsiteY1" fmla="*/ 172307 h 228600"/>
                <a:gd name="connsiteX2" fmla="*/ 36957 w 276225"/>
                <a:gd name="connsiteY2" fmla="*/ 172307 h 228600"/>
                <a:gd name="connsiteX3" fmla="*/ 37052 w 276225"/>
                <a:gd name="connsiteY3" fmla="*/ 172117 h 228600"/>
                <a:gd name="connsiteX4" fmla="*/ 37052 w 276225"/>
                <a:gd name="connsiteY4" fmla="*/ 171831 h 228600"/>
                <a:gd name="connsiteX5" fmla="*/ 36957 w 276225"/>
                <a:gd name="connsiteY5" fmla="*/ 171545 h 228600"/>
                <a:gd name="connsiteX6" fmla="*/ 36767 w 276225"/>
                <a:gd name="connsiteY6" fmla="*/ 171355 h 228600"/>
                <a:gd name="connsiteX7" fmla="*/ 35814 w 276225"/>
                <a:gd name="connsiteY7" fmla="*/ 170783 h 228600"/>
                <a:gd name="connsiteX8" fmla="*/ 35147 w 276225"/>
                <a:gd name="connsiteY8" fmla="*/ 171640 h 228600"/>
                <a:gd name="connsiteX9" fmla="*/ 35433 w 276225"/>
                <a:gd name="connsiteY9" fmla="*/ 172593 h 228600"/>
                <a:gd name="connsiteX10" fmla="*/ 36100 w 276225"/>
                <a:gd name="connsiteY10" fmla="*/ 173546 h 228600"/>
                <a:gd name="connsiteX11" fmla="*/ 36576 w 276225"/>
                <a:gd name="connsiteY11" fmla="*/ 174403 h 228600"/>
                <a:gd name="connsiteX12" fmla="*/ 36386 w 276225"/>
                <a:gd name="connsiteY12" fmla="*/ 175641 h 228600"/>
                <a:gd name="connsiteX13" fmla="*/ 36386 w 276225"/>
                <a:gd name="connsiteY13" fmla="*/ 176213 h 228600"/>
                <a:gd name="connsiteX14" fmla="*/ 36862 w 276225"/>
                <a:gd name="connsiteY14" fmla="*/ 176213 h 228600"/>
                <a:gd name="connsiteX15" fmla="*/ 37148 w 276225"/>
                <a:gd name="connsiteY15" fmla="*/ 175927 h 228600"/>
                <a:gd name="connsiteX16" fmla="*/ 37719 w 276225"/>
                <a:gd name="connsiteY16" fmla="*/ 174784 h 228600"/>
                <a:gd name="connsiteX17" fmla="*/ 38005 w 276225"/>
                <a:gd name="connsiteY17" fmla="*/ 174403 h 228600"/>
                <a:gd name="connsiteX18" fmla="*/ 38005 w 276225"/>
                <a:gd name="connsiteY18" fmla="*/ 174022 h 228600"/>
                <a:gd name="connsiteX19" fmla="*/ 37814 w 276225"/>
                <a:gd name="connsiteY19" fmla="*/ 173546 h 228600"/>
                <a:gd name="connsiteX20" fmla="*/ 37243 w 276225"/>
                <a:gd name="connsiteY20" fmla="*/ 172783 h 228600"/>
                <a:gd name="connsiteX21" fmla="*/ 37814 w 276225"/>
                <a:gd name="connsiteY21" fmla="*/ 181070 h 228600"/>
                <a:gd name="connsiteX22" fmla="*/ 37529 w 276225"/>
                <a:gd name="connsiteY22" fmla="*/ 180594 h 228600"/>
                <a:gd name="connsiteX23" fmla="*/ 37243 w 276225"/>
                <a:gd name="connsiteY23" fmla="*/ 180022 h 228600"/>
                <a:gd name="connsiteX24" fmla="*/ 37243 w 276225"/>
                <a:gd name="connsiteY24" fmla="*/ 179356 h 228600"/>
                <a:gd name="connsiteX25" fmla="*/ 37338 w 276225"/>
                <a:gd name="connsiteY25" fmla="*/ 178784 h 228600"/>
                <a:gd name="connsiteX26" fmla="*/ 37338 w 276225"/>
                <a:gd name="connsiteY26" fmla="*/ 178213 h 228600"/>
                <a:gd name="connsiteX27" fmla="*/ 36671 w 276225"/>
                <a:gd name="connsiteY27" fmla="*/ 176879 h 228600"/>
                <a:gd name="connsiteX28" fmla="*/ 36290 w 276225"/>
                <a:gd name="connsiteY28" fmla="*/ 176593 h 228600"/>
                <a:gd name="connsiteX29" fmla="*/ 35814 w 276225"/>
                <a:gd name="connsiteY29" fmla="*/ 176689 h 228600"/>
                <a:gd name="connsiteX30" fmla="*/ 35243 w 276225"/>
                <a:gd name="connsiteY30" fmla="*/ 177165 h 228600"/>
                <a:gd name="connsiteX31" fmla="*/ 35147 w 276225"/>
                <a:gd name="connsiteY31" fmla="*/ 176879 h 228600"/>
                <a:gd name="connsiteX32" fmla="*/ 35052 w 276225"/>
                <a:gd name="connsiteY32" fmla="*/ 176593 h 228600"/>
                <a:gd name="connsiteX33" fmla="*/ 34957 w 276225"/>
                <a:gd name="connsiteY33" fmla="*/ 176403 h 228600"/>
                <a:gd name="connsiteX34" fmla="*/ 34576 w 276225"/>
                <a:gd name="connsiteY34" fmla="*/ 177546 h 228600"/>
                <a:gd name="connsiteX35" fmla="*/ 34576 w 276225"/>
                <a:gd name="connsiteY35" fmla="*/ 178879 h 228600"/>
                <a:gd name="connsiteX36" fmla="*/ 34957 w 276225"/>
                <a:gd name="connsiteY36" fmla="*/ 181165 h 228600"/>
                <a:gd name="connsiteX37" fmla="*/ 34957 w 276225"/>
                <a:gd name="connsiteY37" fmla="*/ 183071 h 228600"/>
                <a:gd name="connsiteX38" fmla="*/ 35147 w 276225"/>
                <a:gd name="connsiteY38" fmla="*/ 184213 h 228600"/>
                <a:gd name="connsiteX39" fmla="*/ 35719 w 276225"/>
                <a:gd name="connsiteY39" fmla="*/ 184785 h 228600"/>
                <a:gd name="connsiteX40" fmla="*/ 35433 w 276225"/>
                <a:gd name="connsiteY40" fmla="*/ 185261 h 228600"/>
                <a:gd name="connsiteX41" fmla="*/ 35909 w 276225"/>
                <a:gd name="connsiteY41" fmla="*/ 185547 h 228600"/>
                <a:gd name="connsiteX42" fmla="*/ 36767 w 276225"/>
                <a:gd name="connsiteY42" fmla="*/ 185547 h 228600"/>
                <a:gd name="connsiteX43" fmla="*/ 37529 w 276225"/>
                <a:gd name="connsiteY43" fmla="*/ 185166 h 228600"/>
                <a:gd name="connsiteX44" fmla="*/ 37814 w 276225"/>
                <a:gd name="connsiteY44" fmla="*/ 184499 h 228600"/>
                <a:gd name="connsiteX45" fmla="*/ 38100 w 276225"/>
                <a:gd name="connsiteY45" fmla="*/ 183547 h 228600"/>
                <a:gd name="connsiteX46" fmla="*/ 38100 w 276225"/>
                <a:gd name="connsiteY46" fmla="*/ 182594 h 228600"/>
                <a:gd name="connsiteX47" fmla="*/ 37814 w 276225"/>
                <a:gd name="connsiteY47" fmla="*/ 181832 h 228600"/>
                <a:gd name="connsiteX48" fmla="*/ 38100 w 276225"/>
                <a:gd name="connsiteY48" fmla="*/ 181451 h 228600"/>
                <a:gd name="connsiteX49" fmla="*/ 37814 w 276225"/>
                <a:gd name="connsiteY49" fmla="*/ 181070 h 228600"/>
                <a:gd name="connsiteX50" fmla="*/ 51435 w 276225"/>
                <a:gd name="connsiteY50" fmla="*/ 214979 h 228600"/>
                <a:gd name="connsiteX51" fmla="*/ 52102 w 276225"/>
                <a:gd name="connsiteY51" fmla="*/ 214693 h 228600"/>
                <a:gd name="connsiteX52" fmla="*/ 52102 w 276225"/>
                <a:gd name="connsiteY52" fmla="*/ 213931 h 228600"/>
                <a:gd name="connsiteX53" fmla="*/ 51721 w 276225"/>
                <a:gd name="connsiteY53" fmla="*/ 213646 h 228600"/>
                <a:gd name="connsiteX54" fmla="*/ 51245 w 276225"/>
                <a:gd name="connsiteY54" fmla="*/ 213550 h 228600"/>
                <a:gd name="connsiteX55" fmla="*/ 51054 w 276225"/>
                <a:gd name="connsiteY55" fmla="*/ 213360 h 228600"/>
                <a:gd name="connsiteX56" fmla="*/ 50959 w 276225"/>
                <a:gd name="connsiteY56" fmla="*/ 212979 h 228600"/>
                <a:gd name="connsiteX57" fmla="*/ 50673 w 276225"/>
                <a:gd name="connsiteY57" fmla="*/ 212884 h 228600"/>
                <a:gd name="connsiteX58" fmla="*/ 50292 w 276225"/>
                <a:gd name="connsiteY58" fmla="*/ 212884 h 228600"/>
                <a:gd name="connsiteX59" fmla="*/ 50006 w 276225"/>
                <a:gd name="connsiteY59" fmla="*/ 212788 h 228600"/>
                <a:gd name="connsiteX60" fmla="*/ 49911 w 276225"/>
                <a:gd name="connsiteY60" fmla="*/ 212598 h 228600"/>
                <a:gd name="connsiteX61" fmla="*/ 49816 w 276225"/>
                <a:gd name="connsiteY61" fmla="*/ 212217 h 228600"/>
                <a:gd name="connsiteX62" fmla="*/ 49721 w 276225"/>
                <a:gd name="connsiteY62" fmla="*/ 212026 h 228600"/>
                <a:gd name="connsiteX63" fmla="*/ 49149 w 276225"/>
                <a:gd name="connsiteY63" fmla="*/ 211359 h 228600"/>
                <a:gd name="connsiteX64" fmla="*/ 48387 w 276225"/>
                <a:gd name="connsiteY64" fmla="*/ 210788 h 228600"/>
                <a:gd name="connsiteX65" fmla="*/ 47530 w 276225"/>
                <a:gd name="connsiteY65" fmla="*/ 210502 h 228600"/>
                <a:gd name="connsiteX66" fmla="*/ 46482 w 276225"/>
                <a:gd name="connsiteY66" fmla="*/ 210883 h 228600"/>
                <a:gd name="connsiteX67" fmla="*/ 46006 w 276225"/>
                <a:gd name="connsiteY67" fmla="*/ 211550 h 228600"/>
                <a:gd name="connsiteX68" fmla="*/ 46196 w 276225"/>
                <a:gd name="connsiteY68" fmla="*/ 212312 h 228600"/>
                <a:gd name="connsiteX69" fmla="*/ 46768 w 276225"/>
                <a:gd name="connsiteY69" fmla="*/ 213074 h 228600"/>
                <a:gd name="connsiteX70" fmla="*/ 47530 w 276225"/>
                <a:gd name="connsiteY70" fmla="*/ 213741 h 228600"/>
                <a:gd name="connsiteX71" fmla="*/ 49244 w 276225"/>
                <a:gd name="connsiteY71" fmla="*/ 214408 h 228600"/>
                <a:gd name="connsiteX72" fmla="*/ 49244 w 276225"/>
                <a:gd name="connsiteY72" fmla="*/ 214503 h 228600"/>
                <a:gd name="connsiteX73" fmla="*/ 49340 w 276225"/>
                <a:gd name="connsiteY73" fmla="*/ 214789 h 228600"/>
                <a:gd name="connsiteX74" fmla="*/ 49435 w 276225"/>
                <a:gd name="connsiteY74" fmla="*/ 215360 h 228600"/>
                <a:gd name="connsiteX75" fmla="*/ 49625 w 276225"/>
                <a:gd name="connsiteY75" fmla="*/ 215932 h 228600"/>
                <a:gd name="connsiteX76" fmla="*/ 50102 w 276225"/>
                <a:gd name="connsiteY76" fmla="*/ 216313 h 228600"/>
                <a:gd name="connsiteX77" fmla="*/ 50483 w 276225"/>
                <a:gd name="connsiteY77" fmla="*/ 215551 h 228600"/>
                <a:gd name="connsiteX78" fmla="*/ 50959 w 276225"/>
                <a:gd name="connsiteY78" fmla="*/ 215074 h 228600"/>
                <a:gd name="connsiteX79" fmla="*/ 51435 w 276225"/>
                <a:gd name="connsiteY79" fmla="*/ 214979 h 228600"/>
                <a:gd name="connsiteX80" fmla="*/ 277940 w 276225"/>
                <a:gd name="connsiteY80" fmla="*/ 65246 h 228600"/>
                <a:gd name="connsiteX81" fmla="*/ 277559 w 276225"/>
                <a:gd name="connsiteY81" fmla="*/ 63246 h 228600"/>
                <a:gd name="connsiteX82" fmla="*/ 273177 w 276225"/>
                <a:gd name="connsiteY82" fmla="*/ 54769 h 228600"/>
                <a:gd name="connsiteX83" fmla="*/ 272225 w 276225"/>
                <a:gd name="connsiteY83" fmla="*/ 53435 h 228600"/>
                <a:gd name="connsiteX84" fmla="*/ 270986 w 276225"/>
                <a:gd name="connsiteY84" fmla="*/ 52102 h 228600"/>
                <a:gd name="connsiteX85" fmla="*/ 270891 w 276225"/>
                <a:gd name="connsiteY85" fmla="*/ 51816 h 228600"/>
                <a:gd name="connsiteX86" fmla="*/ 270415 w 276225"/>
                <a:gd name="connsiteY86" fmla="*/ 50959 h 228600"/>
                <a:gd name="connsiteX87" fmla="*/ 269462 w 276225"/>
                <a:gd name="connsiteY87" fmla="*/ 49721 h 228600"/>
                <a:gd name="connsiteX88" fmla="*/ 269177 w 276225"/>
                <a:gd name="connsiteY88" fmla="*/ 48958 h 228600"/>
                <a:gd name="connsiteX89" fmla="*/ 269177 w 276225"/>
                <a:gd name="connsiteY89" fmla="*/ 48387 h 228600"/>
                <a:gd name="connsiteX90" fmla="*/ 269558 w 276225"/>
                <a:gd name="connsiteY90" fmla="*/ 47244 h 228600"/>
                <a:gd name="connsiteX91" fmla="*/ 269653 w 276225"/>
                <a:gd name="connsiteY91" fmla="*/ 46767 h 228600"/>
                <a:gd name="connsiteX92" fmla="*/ 269081 w 276225"/>
                <a:gd name="connsiteY92" fmla="*/ 45148 h 228600"/>
                <a:gd name="connsiteX93" fmla="*/ 269272 w 276225"/>
                <a:gd name="connsiteY93" fmla="*/ 44291 h 228600"/>
                <a:gd name="connsiteX94" fmla="*/ 269558 w 276225"/>
                <a:gd name="connsiteY94" fmla="*/ 43720 h 228600"/>
                <a:gd name="connsiteX95" fmla="*/ 269748 w 276225"/>
                <a:gd name="connsiteY95" fmla="*/ 43148 h 228600"/>
                <a:gd name="connsiteX96" fmla="*/ 269653 w 276225"/>
                <a:gd name="connsiteY96" fmla="*/ 42481 h 228600"/>
                <a:gd name="connsiteX97" fmla="*/ 269653 w 276225"/>
                <a:gd name="connsiteY97" fmla="*/ 42196 h 228600"/>
                <a:gd name="connsiteX98" fmla="*/ 268891 w 276225"/>
                <a:gd name="connsiteY98" fmla="*/ 40576 h 228600"/>
                <a:gd name="connsiteX99" fmla="*/ 268796 w 276225"/>
                <a:gd name="connsiteY99" fmla="*/ 40100 h 228600"/>
                <a:gd name="connsiteX100" fmla="*/ 268891 w 276225"/>
                <a:gd name="connsiteY100" fmla="*/ 39624 h 228600"/>
                <a:gd name="connsiteX101" fmla="*/ 268891 w 276225"/>
                <a:gd name="connsiteY101" fmla="*/ 39052 h 228600"/>
                <a:gd name="connsiteX102" fmla="*/ 268510 w 276225"/>
                <a:gd name="connsiteY102" fmla="*/ 38576 h 228600"/>
                <a:gd name="connsiteX103" fmla="*/ 267748 w 276225"/>
                <a:gd name="connsiteY103" fmla="*/ 38290 h 228600"/>
                <a:gd name="connsiteX104" fmla="*/ 265748 w 276225"/>
                <a:gd name="connsiteY104" fmla="*/ 38481 h 228600"/>
                <a:gd name="connsiteX105" fmla="*/ 264890 w 276225"/>
                <a:gd name="connsiteY105" fmla="*/ 38195 h 228600"/>
                <a:gd name="connsiteX106" fmla="*/ 264319 w 276225"/>
                <a:gd name="connsiteY106" fmla="*/ 37242 h 228600"/>
                <a:gd name="connsiteX107" fmla="*/ 264319 w 276225"/>
                <a:gd name="connsiteY107" fmla="*/ 36100 h 228600"/>
                <a:gd name="connsiteX108" fmla="*/ 264509 w 276225"/>
                <a:gd name="connsiteY108" fmla="*/ 34957 h 228600"/>
                <a:gd name="connsiteX109" fmla="*/ 264414 w 276225"/>
                <a:gd name="connsiteY109" fmla="*/ 33909 h 228600"/>
                <a:gd name="connsiteX110" fmla="*/ 263843 w 276225"/>
                <a:gd name="connsiteY110" fmla="*/ 32956 h 228600"/>
                <a:gd name="connsiteX111" fmla="*/ 263366 w 276225"/>
                <a:gd name="connsiteY111" fmla="*/ 32480 h 228600"/>
                <a:gd name="connsiteX112" fmla="*/ 263176 w 276225"/>
                <a:gd name="connsiteY112" fmla="*/ 31813 h 228600"/>
                <a:gd name="connsiteX113" fmla="*/ 263462 w 276225"/>
                <a:gd name="connsiteY113" fmla="*/ 30480 h 228600"/>
                <a:gd name="connsiteX114" fmla="*/ 265271 w 276225"/>
                <a:gd name="connsiteY114" fmla="*/ 25336 h 228600"/>
                <a:gd name="connsiteX115" fmla="*/ 265557 w 276225"/>
                <a:gd name="connsiteY115" fmla="*/ 23431 h 228600"/>
                <a:gd name="connsiteX116" fmla="*/ 265557 w 276225"/>
                <a:gd name="connsiteY116" fmla="*/ 22955 h 228600"/>
                <a:gd name="connsiteX117" fmla="*/ 265367 w 276225"/>
                <a:gd name="connsiteY117" fmla="*/ 22384 h 228600"/>
                <a:gd name="connsiteX118" fmla="*/ 264890 w 276225"/>
                <a:gd name="connsiteY118" fmla="*/ 21336 h 228600"/>
                <a:gd name="connsiteX119" fmla="*/ 264795 w 276225"/>
                <a:gd name="connsiteY119" fmla="*/ 20859 h 228600"/>
                <a:gd name="connsiteX120" fmla="*/ 264890 w 276225"/>
                <a:gd name="connsiteY120" fmla="*/ 19717 h 228600"/>
                <a:gd name="connsiteX121" fmla="*/ 265271 w 276225"/>
                <a:gd name="connsiteY121" fmla="*/ 18764 h 228600"/>
                <a:gd name="connsiteX122" fmla="*/ 266319 w 276225"/>
                <a:gd name="connsiteY122" fmla="*/ 16859 h 228600"/>
                <a:gd name="connsiteX123" fmla="*/ 266510 w 276225"/>
                <a:gd name="connsiteY123" fmla="*/ 16383 h 228600"/>
                <a:gd name="connsiteX124" fmla="*/ 266605 w 276225"/>
                <a:gd name="connsiteY124" fmla="*/ 15907 h 228600"/>
                <a:gd name="connsiteX125" fmla="*/ 266795 w 276225"/>
                <a:gd name="connsiteY125" fmla="*/ 15430 h 228600"/>
                <a:gd name="connsiteX126" fmla="*/ 267176 w 276225"/>
                <a:gd name="connsiteY126" fmla="*/ 15049 h 228600"/>
                <a:gd name="connsiteX127" fmla="*/ 267843 w 276225"/>
                <a:gd name="connsiteY127" fmla="*/ 14859 h 228600"/>
                <a:gd name="connsiteX128" fmla="*/ 268129 w 276225"/>
                <a:gd name="connsiteY128" fmla="*/ 15049 h 228600"/>
                <a:gd name="connsiteX129" fmla="*/ 268319 w 276225"/>
                <a:gd name="connsiteY129" fmla="*/ 15430 h 228600"/>
                <a:gd name="connsiteX130" fmla="*/ 268700 w 276225"/>
                <a:gd name="connsiteY130" fmla="*/ 15621 h 228600"/>
                <a:gd name="connsiteX131" fmla="*/ 269748 w 276225"/>
                <a:gd name="connsiteY131" fmla="*/ 15335 h 228600"/>
                <a:gd name="connsiteX132" fmla="*/ 270415 w 276225"/>
                <a:gd name="connsiteY132" fmla="*/ 14764 h 228600"/>
                <a:gd name="connsiteX133" fmla="*/ 270891 w 276225"/>
                <a:gd name="connsiteY133" fmla="*/ 13906 h 228600"/>
                <a:gd name="connsiteX134" fmla="*/ 271558 w 276225"/>
                <a:gd name="connsiteY134" fmla="*/ 12478 h 228600"/>
                <a:gd name="connsiteX135" fmla="*/ 271748 w 276225"/>
                <a:gd name="connsiteY135" fmla="*/ 11716 h 228600"/>
                <a:gd name="connsiteX136" fmla="*/ 271844 w 276225"/>
                <a:gd name="connsiteY136" fmla="*/ 11334 h 228600"/>
                <a:gd name="connsiteX137" fmla="*/ 272034 w 276225"/>
                <a:gd name="connsiteY137" fmla="*/ 10573 h 228600"/>
                <a:gd name="connsiteX138" fmla="*/ 272796 w 276225"/>
                <a:gd name="connsiteY138" fmla="*/ 9430 h 228600"/>
                <a:gd name="connsiteX139" fmla="*/ 273082 w 276225"/>
                <a:gd name="connsiteY139" fmla="*/ 8858 h 228600"/>
                <a:gd name="connsiteX140" fmla="*/ 273177 w 276225"/>
                <a:gd name="connsiteY140" fmla="*/ 8001 h 228600"/>
                <a:gd name="connsiteX141" fmla="*/ 272987 w 276225"/>
                <a:gd name="connsiteY141" fmla="*/ 6382 h 228600"/>
                <a:gd name="connsiteX142" fmla="*/ 273082 w 276225"/>
                <a:gd name="connsiteY142" fmla="*/ 5524 h 228600"/>
                <a:gd name="connsiteX143" fmla="*/ 274320 w 276225"/>
                <a:gd name="connsiteY143" fmla="*/ 2762 h 228600"/>
                <a:gd name="connsiteX144" fmla="*/ 274606 w 276225"/>
                <a:gd name="connsiteY144" fmla="*/ 1429 h 228600"/>
                <a:gd name="connsiteX145" fmla="*/ 273939 w 276225"/>
                <a:gd name="connsiteY145" fmla="*/ 0 h 228600"/>
                <a:gd name="connsiteX146" fmla="*/ 273177 w 276225"/>
                <a:gd name="connsiteY146" fmla="*/ 571 h 228600"/>
                <a:gd name="connsiteX147" fmla="*/ 271463 w 276225"/>
                <a:gd name="connsiteY147" fmla="*/ 3143 h 228600"/>
                <a:gd name="connsiteX148" fmla="*/ 270605 w 276225"/>
                <a:gd name="connsiteY148" fmla="*/ 3524 h 228600"/>
                <a:gd name="connsiteX149" fmla="*/ 270225 w 276225"/>
                <a:gd name="connsiteY149" fmla="*/ 3905 h 228600"/>
                <a:gd name="connsiteX150" fmla="*/ 269843 w 276225"/>
                <a:gd name="connsiteY150" fmla="*/ 5143 h 228600"/>
                <a:gd name="connsiteX151" fmla="*/ 269653 w 276225"/>
                <a:gd name="connsiteY151" fmla="*/ 5429 h 228600"/>
                <a:gd name="connsiteX152" fmla="*/ 269272 w 276225"/>
                <a:gd name="connsiteY152" fmla="*/ 5905 h 228600"/>
                <a:gd name="connsiteX153" fmla="*/ 269081 w 276225"/>
                <a:gd name="connsiteY153" fmla="*/ 6382 h 228600"/>
                <a:gd name="connsiteX154" fmla="*/ 269081 w 276225"/>
                <a:gd name="connsiteY154" fmla="*/ 6763 h 228600"/>
                <a:gd name="connsiteX155" fmla="*/ 269177 w 276225"/>
                <a:gd name="connsiteY155" fmla="*/ 7239 h 228600"/>
                <a:gd name="connsiteX156" fmla="*/ 269177 w 276225"/>
                <a:gd name="connsiteY156" fmla="*/ 7715 h 228600"/>
                <a:gd name="connsiteX157" fmla="*/ 268986 w 276225"/>
                <a:gd name="connsiteY157" fmla="*/ 8096 h 228600"/>
                <a:gd name="connsiteX158" fmla="*/ 268319 w 276225"/>
                <a:gd name="connsiteY158" fmla="*/ 8667 h 228600"/>
                <a:gd name="connsiteX159" fmla="*/ 267748 w 276225"/>
                <a:gd name="connsiteY159" fmla="*/ 8667 h 228600"/>
                <a:gd name="connsiteX160" fmla="*/ 266510 w 276225"/>
                <a:gd name="connsiteY160" fmla="*/ 8096 h 228600"/>
                <a:gd name="connsiteX161" fmla="*/ 265557 w 276225"/>
                <a:gd name="connsiteY161" fmla="*/ 7906 h 228600"/>
                <a:gd name="connsiteX162" fmla="*/ 265081 w 276225"/>
                <a:gd name="connsiteY162" fmla="*/ 7715 h 228600"/>
                <a:gd name="connsiteX163" fmla="*/ 264128 w 276225"/>
                <a:gd name="connsiteY163" fmla="*/ 6858 h 228600"/>
                <a:gd name="connsiteX164" fmla="*/ 262700 w 276225"/>
                <a:gd name="connsiteY164" fmla="*/ 5810 h 228600"/>
                <a:gd name="connsiteX165" fmla="*/ 261747 w 276225"/>
                <a:gd name="connsiteY165" fmla="*/ 5715 h 228600"/>
                <a:gd name="connsiteX166" fmla="*/ 260985 w 276225"/>
                <a:gd name="connsiteY166" fmla="*/ 6477 h 228600"/>
                <a:gd name="connsiteX167" fmla="*/ 260033 w 276225"/>
                <a:gd name="connsiteY167" fmla="*/ 7810 h 228600"/>
                <a:gd name="connsiteX168" fmla="*/ 259747 w 276225"/>
                <a:gd name="connsiteY168" fmla="*/ 8001 h 228600"/>
                <a:gd name="connsiteX169" fmla="*/ 259175 w 276225"/>
                <a:gd name="connsiteY169" fmla="*/ 8382 h 228600"/>
                <a:gd name="connsiteX170" fmla="*/ 258985 w 276225"/>
                <a:gd name="connsiteY170" fmla="*/ 8667 h 228600"/>
                <a:gd name="connsiteX171" fmla="*/ 258890 w 276225"/>
                <a:gd name="connsiteY171" fmla="*/ 9049 h 228600"/>
                <a:gd name="connsiteX172" fmla="*/ 258794 w 276225"/>
                <a:gd name="connsiteY172" fmla="*/ 10096 h 228600"/>
                <a:gd name="connsiteX173" fmla="*/ 258223 w 276225"/>
                <a:gd name="connsiteY173" fmla="*/ 11239 h 228600"/>
                <a:gd name="connsiteX174" fmla="*/ 257746 w 276225"/>
                <a:gd name="connsiteY174" fmla="*/ 11525 h 228600"/>
                <a:gd name="connsiteX175" fmla="*/ 256985 w 276225"/>
                <a:gd name="connsiteY175" fmla="*/ 11430 h 228600"/>
                <a:gd name="connsiteX176" fmla="*/ 256985 w 276225"/>
                <a:gd name="connsiteY176" fmla="*/ 11430 h 228600"/>
                <a:gd name="connsiteX177" fmla="*/ 256985 w 276225"/>
                <a:gd name="connsiteY177" fmla="*/ 11430 h 228600"/>
                <a:gd name="connsiteX178" fmla="*/ 256985 w 276225"/>
                <a:gd name="connsiteY178" fmla="*/ 11430 h 228600"/>
                <a:gd name="connsiteX179" fmla="*/ 256223 w 276225"/>
                <a:gd name="connsiteY179" fmla="*/ 11430 h 228600"/>
                <a:gd name="connsiteX180" fmla="*/ 255842 w 276225"/>
                <a:gd name="connsiteY180" fmla="*/ 12097 h 228600"/>
                <a:gd name="connsiteX181" fmla="*/ 255556 w 276225"/>
                <a:gd name="connsiteY181" fmla="*/ 13049 h 228600"/>
                <a:gd name="connsiteX182" fmla="*/ 255175 w 276225"/>
                <a:gd name="connsiteY182" fmla="*/ 13906 h 228600"/>
                <a:gd name="connsiteX183" fmla="*/ 253746 w 276225"/>
                <a:gd name="connsiteY183" fmla="*/ 15240 h 228600"/>
                <a:gd name="connsiteX184" fmla="*/ 252127 w 276225"/>
                <a:gd name="connsiteY184" fmla="*/ 16288 h 228600"/>
                <a:gd name="connsiteX185" fmla="*/ 250984 w 276225"/>
                <a:gd name="connsiteY185" fmla="*/ 16669 h 228600"/>
                <a:gd name="connsiteX186" fmla="*/ 250412 w 276225"/>
                <a:gd name="connsiteY186" fmla="*/ 16383 h 228600"/>
                <a:gd name="connsiteX187" fmla="*/ 249936 w 276225"/>
                <a:gd name="connsiteY187" fmla="*/ 15716 h 228600"/>
                <a:gd name="connsiteX188" fmla="*/ 249079 w 276225"/>
                <a:gd name="connsiteY188" fmla="*/ 15049 h 228600"/>
                <a:gd name="connsiteX189" fmla="*/ 248412 w 276225"/>
                <a:gd name="connsiteY189" fmla="*/ 14764 h 228600"/>
                <a:gd name="connsiteX190" fmla="*/ 248221 w 276225"/>
                <a:gd name="connsiteY190" fmla="*/ 14764 h 228600"/>
                <a:gd name="connsiteX191" fmla="*/ 248221 w 276225"/>
                <a:gd name="connsiteY191" fmla="*/ 15049 h 228600"/>
                <a:gd name="connsiteX192" fmla="*/ 246698 w 276225"/>
                <a:gd name="connsiteY192" fmla="*/ 16954 h 228600"/>
                <a:gd name="connsiteX193" fmla="*/ 245650 w 276225"/>
                <a:gd name="connsiteY193" fmla="*/ 18574 h 228600"/>
                <a:gd name="connsiteX194" fmla="*/ 245459 w 276225"/>
                <a:gd name="connsiteY194" fmla="*/ 18669 h 228600"/>
                <a:gd name="connsiteX195" fmla="*/ 244793 w 276225"/>
                <a:gd name="connsiteY195" fmla="*/ 18859 h 228600"/>
                <a:gd name="connsiteX196" fmla="*/ 244221 w 276225"/>
                <a:gd name="connsiteY196" fmla="*/ 20193 h 228600"/>
                <a:gd name="connsiteX197" fmla="*/ 244221 w 276225"/>
                <a:gd name="connsiteY197" fmla="*/ 20574 h 228600"/>
                <a:gd name="connsiteX198" fmla="*/ 244031 w 276225"/>
                <a:gd name="connsiteY198" fmla="*/ 20859 h 228600"/>
                <a:gd name="connsiteX199" fmla="*/ 243364 w 276225"/>
                <a:gd name="connsiteY199" fmla="*/ 21050 h 228600"/>
                <a:gd name="connsiteX200" fmla="*/ 242792 w 276225"/>
                <a:gd name="connsiteY200" fmla="*/ 20955 h 228600"/>
                <a:gd name="connsiteX201" fmla="*/ 241840 w 276225"/>
                <a:gd name="connsiteY201" fmla="*/ 20383 h 228600"/>
                <a:gd name="connsiteX202" fmla="*/ 241364 w 276225"/>
                <a:gd name="connsiteY202" fmla="*/ 20193 h 228600"/>
                <a:gd name="connsiteX203" fmla="*/ 240792 w 276225"/>
                <a:gd name="connsiteY203" fmla="*/ 20193 h 228600"/>
                <a:gd name="connsiteX204" fmla="*/ 240506 w 276225"/>
                <a:gd name="connsiteY204" fmla="*/ 20383 h 228600"/>
                <a:gd name="connsiteX205" fmla="*/ 240221 w 276225"/>
                <a:gd name="connsiteY205" fmla="*/ 20574 h 228600"/>
                <a:gd name="connsiteX206" fmla="*/ 238220 w 276225"/>
                <a:gd name="connsiteY206" fmla="*/ 21717 h 228600"/>
                <a:gd name="connsiteX207" fmla="*/ 237458 w 276225"/>
                <a:gd name="connsiteY207" fmla="*/ 21717 h 228600"/>
                <a:gd name="connsiteX208" fmla="*/ 236696 w 276225"/>
                <a:gd name="connsiteY208" fmla="*/ 21431 h 228600"/>
                <a:gd name="connsiteX209" fmla="*/ 235934 w 276225"/>
                <a:gd name="connsiteY209" fmla="*/ 20955 h 228600"/>
                <a:gd name="connsiteX210" fmla="*/ 234506 w 276225"/>
                <a:gd name="connsiteY210" fmla="*/ 19526 h 228600"/>
                <a:gd name="connsiteX211" fmla="*/ 232696 w 276225"/>
                <a:gd name="connsiteY211" fmla="*/ 16954 h 228600"/>
                <a:gd name="connsiteX212" fmla="*/ 232315 w 276225"/>
                <a:gd name="connsiteY212" fmla="*/ 16192 h 228600"/>
                <a:gd name="connsiteX213" fmla="*/ 232029 w 276225"/>
                <a:gd name="connsiteY213" fmla="*/ 15811 h 228600"/>
                <a:gd name="connsiteX214" fmla="*/ 231648 w 276225"/>
                <a:gd name="connsiteY214" fmla="*/ 15335 h 228600"/>
                <a:gd name="connsiteX215" fmla="*/ 231458 w 276225"/>
                <a:gd name="connsiteY215" fmla="*/ 15145 h 228600"/>
                <a:gd name="connsiteX216" fmla="*/ 227648 w 276225"/>
                <a:gd name="connsiteY216" fmla="*/ 14002 h 228600"/>
                <a:gd name="connsiteX217" fmla="*/ 226981 w 276225"/>
                <a:gd name="connsiteY217" fmla="*/ 13621 h 228600"/>
                <a:gd name="connsiteX218" fmla="*/ 226124 w 276225"/>
                <a:gd name="connsiteY218" fmla="*/ 13144 h 228600"/>
                <a:gd name="connsiteX219" fmla="*/ 225076 w 276225"/>
                <a:gd name="connsiteY219" fmla="*/ 11525 h 228600"/>
                <a:gd name="connsiteX220" fmla="*/ 224504 w 276225"/>
                <a:gd name="connsiteY220" fmla="*/ 11239 h 228600"/>
                <a:gd name="connsiteX221" fmla="*/ 223266 w 276225"/>
                <a:gd name="connsiteY221" fmla="*/ 10954 h 228600"/>
                <a:gd name="connsiteX222" fmla="*/ 222790 w 276225"/>
                <a:gd name="connsiteY222" fmla="*/ 10668 h 228600"/>
                <a:gd name="connsiteX223" fmla="*/ 222600 w 276225"/>
                <a:gd name="connsiteY223" fmla="*/ 10192 h 228600"/>
                <a:gd name="connsiteX224" fmla="*/ 222314 w 276225"/>
                <a:gd name="connsiteY224" fmla="*/ 8477 h 228600"/>
                <a:gd name="connsiteX225" fmla="*/ 222123 w 276225"/>
                <a:gd name="connsiteY225" fmla="*/ 7810 h 228600"/>
                <a:gd name="connsiteX226" fmla="*/ 221456 w 276225"/>
                <a:gd name="connsiteY226" fmla="*/ 6763 h 228600"/>
                <a:gd name="connsiteX227" fmla="*/ 221171 w 276225"/>
                <a:gd name="connsiteY227" fmla="*/ 6477 h 228600"/>
                <a:gd name="connsiteX228" fmla="*/ 220028 w 276225"/>
                <a:gd name="connsiteY228" fmla="*/ 7525 h 228600"/>
                <a:gd name="connsiteX229" fmla="*/ 219646 w 276225"/>
                <a:gd name="connsiteY229" fmla="*/ 7715 h 228600"/>
                <a:gd name="connsiteX230" fmla="*/ 219266 w 276225"/>
                <a:gd name="connsiteY230" fmla="*/ 7715 h 228600"/>
                <a:gd name="connsiteX231" fmla="*/ 218980 w 276225"/>
                <a:gd name="connsiteY231" fmla="*/ 7906 h 228600"/>
                <a:gd name="connsiteX232" fmla="*/ 218885 w 276225"/>
                <a:gd name="connsiteY232" fmla="*/ 8477 h 228600"/>
                <a:gd name="connsiteX233" fmla="*/ 218885 w 276225"/>
                <a:gd name="connsiteY233" fmla="*/ 8953 h 228600"/>
                <a:gd name="connsiteX234" fmla="*/ 218980 w 276225"/>
                <a:gd name="connsiteY234" fmla="*/ 9334 h 228600"/>
                <a:gd name="connsiteX235" fmla="*/ 219170 w 276225"/>
                <a:gd name="connsiteY235" fmla="*/ 9620 h 228600"/>
                <a:gd name="connsiteX236" fmla="*/ 219551 w 276225"/>
                <a:gd name="connsiteY236" fmla="*/ 9715 h 228600"/>
                <a:gd name="connsiteX237" fmla="*/ 219551 w 276225"/>
                <a:gd name="connsiteY237" fmla="*/ 10096 h 228600"/>
                <a:gd name="connsiteX238" fmla="*/ 218789 w 276225"/>
                <a:gd name="connsiteY238" fmla="*/ 10096 h 228600"/>
                <a:gd name="connsiteX239" fmla="*/ 218123 w 276225"/>
                <a:gd name="connsiteY239" fmla="*/ 9906 h 228600"/>
                <a:gd name="connsiteX240" fmla="*/ 217551 w 276225"/>
                <a:gd name="connsiteY240" fmla="*/ 9811 h 228600"/>
                <a:gd name="connsiteX241" fmla="*/ 217075 w 276225"/>
                <a:gd name="connsiteY241" fmla="*/ 10096 h 228600"/>
                <a:gd name="connsiteX242" fmla="*/ 216979 w 276225"/>
                <a:gd name="connsiteY242" fmla="*/ 10287 h 228600"/>
                <a:gd name="connsiteX243" fmla="*/ 216884 w 276225"/>
                <a:gd name="connsiteY243" fmla="*/ 10668 h 228600"/>
                <a:gd name="connsiteX244" fmla="*/ 216884 w 276225"/>
                <a:gd name="connsiteY244" fmla="*/ 11049 h 228600"/>
                <a:gd name="connsiteX245" fmla="*/ 217456 w 276225"/>
                <a:gd name="connsiteY245" fmla="*/ 11430 h 228600"/>
                <a:gd name="connsiteX246" fmla="*/ 217265 w 276225"/>
                <a:gd name="connsiteY246" fmla="*/ 11811 h 228600"/>
                <a:gd name="connsiteX247" fmla="*/ 216884 w 276225"/>
                <a:gd name="connsiteY247" fmla="*/ 12097 h 228600"/>
                <a:gd name="connsiteX248" fmla="*/ 216694 w 276225"/>
                <a:gd name="connsiteY248" fmla="*/ 12097 h 228600"/>
                <a:gd name="connsiteX249" fmla="*/ 216122 w 276225"/>
                <a:gd name="connsiteY249" fmla="*/ 13144 h 228600"/>
                <a:gd name="connsiteX250" fmla="*/ 214789 w 276225"/>
                <a:gd name="connsiteY250" fmla="*/ 13716 h 228600"/>
                <a:gd name="connsiteX251" fmla="*/ 211931 w 276225"/>
                <a:gd name="connsiteY251" fmla="*/ 14097 h 228600"/>
                <a:gd name="connsiteX252" fmla="*/ 211550 w 276225"/>
                <a:gd name="connsiteY252" fmla="*/ 14097 h 228600"/>
                <a:gd name="connsiteX253" fmla="*/ 210884 w 276225"/>
                <a:gd name="connsiteY253" fmla="*/ 14288 h 228600"/>
                <a:gd name="connsiteX254" fmla="*/ 210121 w 276225"/>
                <a:gd name="connsiteY254" fmla="*/ 14192 h 228600"/>
                <a:gd name="connsiteX255" fmla="*/ 209645 w 276225"/>
                <a:gd name="connsiteY255" fmla="*/ 14097 h 228600"/>
                <a:gd name="connsiteX256" fmla="*/ 206407 w 276225"/>
                <a:gd name="connsiteY256" fmla="*/ 12097 h 228600"/>
                <a:gd name="connsiteX257" fmla="*/ 206121 w 276225"/>
                <a:gd name="connsiteY257" fmla="*/ 11811 h 228600"/>
                <a:gd name="connsiteX258" fmla="*/ 205645 w 276225"/>
                <a:gd name="connsiteY258" fmla="*/ 12763 h 228600"/>
                <a:gd name="connsiteX259" fmla="*/ 205073 w 276225"/>
                <a:gd name="connsiteY259" fmla="*/ 15621 h 228600"/>
                <a:gd name="connsiteX260" fmla="*/ 204692 w 276225"/>
                <a:gd name="connsiteY260" fmla="*/ 16764 h 228600"/>
                <a:gd name="connsiteX261" fmla="*/ 203930 w 276225"/>
                <a:gd name="connsiteY261" fmla="*/ 17907 h 228600"/>
                <a:gd name="connsiteX262" fmla="*/ 203073 w 276225"/>
                <a:gd name="connsiteY262" fmla="*/ 18383 h 228600"/>
                <a:gd name="connsiteX263" fmla="*/ 202025 w 276225"/>
                <a:gd name="connsiteY263" fmla="*/ 18478 h 228600"/>
                <a:gd name="connsiteX264" fmla="*/ 200216 w 276225"/>
                <a:gd name="connsiteY264" fmla="*/ 18383 h 228600"/>
                <a:gd name="connsiteX265" fmla="*/ 198977 w 276225"/>
                <a:gd name="connsiteY265" fmla="*/ 18192 h 228600"/>
                <a:gd name="connsiteX266" fmla="*/ 198120 w 276225"/>
                <a:gd name="connsiteY266" fmla="*/ 18192 h 228600"/>
                <a:gd name="connsiteX267" fmla="*/ 197549 w 276225"/>
                <a:gd name="connsiteY267" fmla="*/ 18192 h 228600"/>
                <a:gd name="connsiteX268" fmla="*/ 197263 w 276225"/>
                <a:gd name="connsiteY268" fmla="*/ 18192 h 228600"/>
                <a:gd name="connsiteX269" fmla="*/ 197072 w 276225"/>
                <a:gd name="connsiteY269" fmla="*/ 18383 h 228600"/>
                <a:gd name="connsiteX270" fmla="*/ 196977 w 276225"/>
                <a:gd name="connsiteY270" fmla="*/ 19240 h 228600"/>
                <a:gd name="connsiteX271" fmla="*/ 196882 w 276225"/>
                <a:gd name="connsiteY271" fmla="*/ 19526 h 228600"/>
                <a:gd name="connsiteX272" fmla="*/ 195929 w 276225"/>
                <a:gd name="connsiteY272" fmla="*/ 19526 h 228600"/>
                <a:gd name="connsiteX273" fmla="*/ 193643 w 276225"/>
                <a:gd name="connsiteY273" fmla="*/ 18764 h 228600"/>
                <a:gd name="connsiteX274" fmla="*/ 192596 w 276225"/>
                <a:gd name="connsiteY274" fmla="*/ 18574 h 228600"/>
                <a:gd name="connsiteX275" fmla="*/ 192310 w 276225"/>
                <a:gd name="connsiteY275" fmla="*/ 19145 h 228600"/>
                <a:gd name="connsiteX276" fmla="*/ 192215 w 276225"/>
                <a:gd name="connsiteY276" fmla="*/ 19812 h 228600"/>
                <a:gd name="connsiteX277" fmla="*/ 192310 w 276225"/>
                <a:gd name="connsiteY277" fmla="*/ 20383 h 228600"/>
                <a:gd name="connsiteX278" fmla="*/ 192596 w 276225"/>
                <a:gd name="connsiteY278" fmla="*/ 20955 h 228600"/>
                <a:gd name="connsiteX279" fmla="*/ 193643 w 276225"/>
                <a:gd name="connsiteY279" fmla="*/ 21812 h 228600"/>
                <a:gd name="connsiteX280" fmla="*/ 194215 w 276225"/>
                <a:gd name="connsiteY280" fmla="*/ 22669 h 228600"/>
                <a:gd name="connsiteX281" fmla="*/ 194405 w 276225"/>
                <a:gd name="connsiteY281" fmla="*/ 23717 h 228600"/>
                <a:gd name="connsiteX282" fmla="*/ 194215 w 276225"/>
                <a:gd name="connsiteY282" fmla="*/ 25051 h 228600"/>
                <a:gd name="connsiteX283" fmla="*/ 194691 w 276225"/>
                <a:gd name="connsiteY283" fmla="*/ 26098 h 228600"/>
                <a:gd name="connsiteX284" fmla="*/ 195453 w 276225"/>
                <a:gd name="connsiteY284" fmla="*/ 26765 h 228600"/>
                <a:gd name="connsiteX285" fmla="*/ 197263 w 276225"/>
                <a:gd name="connsiteY285" fmla="*/ 27908 h 228600"/>
                <a:gd name="connsiteX286" fmla="*/ 198120 w 276225"/>
                <a:gd name="connsiteY286" fmla="*/ 28861 h 228600"/>
                <a:gd name="connsiteX287" fmla="*/ 199454 w 276225"/>
                <a:gd name="connsiteY287" fmla="*/ 32099 h 228600"/>
                <a:gd name="connsiteX288" fmla="*/ 200216 w 276225"/>
                <a:gd name="connsiteY288" fmla="*/ 32861 h 228600"/>
                <a:gd name="connsiteX289" fmla="*/ 201073 w 276225"/>
                <a:gd name="connsiteY289" fmla="*/ 33623 h 228600"/>
                <a:gd name="connsiteX290" fmla="*/ 201740 w 276225"/>
                <a:gd name="connsiteY290" fmla="*/ 34385 h 228600"/>
                <a:gd name="connsiteX291" fmla="*/ 202025 w 276225"/>
                <a:gd name="connsiteY291" fmla="*/ 35433 h 228600"/>
                <a:gd name="connsiteX292" fmla="*/ 201644 w 276225"/>
                <a:gd name="connsiteY292" fmla="*/ 36481 h 228600"/>
                <a:gd name="connsiteX293" fmla="*/ 200787 w 276225"/>
                <a:gd name="connsiteY293" fmla="*/ 37147 h 228600"/>
                <a:gd name="connsiteX294" fmla="*/ 199835 w 276225"/>
                <a:gd name="connsiteY294" fmla="*/ 37814 h 228600"/>
                <a:gd name="connsiteX295" fmla="*/ 199073 w 276225"/>
                <a:gd name="connsiteY295" fmla="*/ 38576 h 228600"/>
                <a:gd name="connsiteX296" fmla="*/ 198406 w 276225"/>
                <a:gd name="connsiteY296" fmla="*/ 39433 h 228600"/>
                <a:gd name="connsiteX297" fmla="*/ 198501 w 276225"/>
                <a:gd name="connsiteY297" fmla="*/ 42005 h 228600"/>
                <a:gd name="connsiteX298" fmla="*/ 197739 w 276225"/>
                <a:gd name="connsiteY298" fmla="*/ 42958 h 228600"/>
                <a:gd name="connsiteX299" fmla="*/ 196691 w 276225"/>
                <a:gd name="connsiteY299" fmla="*/ 43053 h 228600"/>
                <a:gd name="connsiteX300" fmla="*/ 193929 w 276225"/>
                <a:gd name="connsiteY300" fmla="*/ 42386 h 228600"/>
                <a:gd name="connsiteX301" fmla="*/ 192691 w 276225"/>
                <a:gd name="connsiteY301" fmla="*/ 42291 h 228600"/>
                <a:gd name="connsiteX302" fmla="*/ 191358 w 276225"/>
                <a:gd name="connsiteY302" fmla="*/ 42767 h 228600"/>
                <a:gd name="connsiteX303" fmla="*/ 190024 w 276225"/>
                <a:gd name="connsiteY303" fmla="*/ 42863 h 228600"/>
                <a:gd name="connsiteX304" fmla="*/ 188690 w 276225"/>
                <a:gd name="connsiteY304" fmla="*/ 42577 h 228600"/>
                <a:gd name="connsiteX305" fmla="*/ 188500 w 276225"/>
                <a:gd name="connsiteY305" fmla="*/ 42481 h 228600"/>
                <a:gd name="connsiteX306" fmla="*/ 187262 w 276225"/>
                <a:gd name="connsiteY306" fmla="*/ 41815 h 228600"/>
                <a:gd name="connsiteX307" fmla="*/ 182690 w 276225"/>
                <a:gd name="connsiteY307" fmla="*/ 37814 h 228600"/>
                <a:gd name="connsiteX308" fmla="*/ 181833 w 276225"/>
                <a:gd name="connsiteY308" fmla="*/ 36481 h 228600"/>
                <a:gd name="connsiteX309" fmla="*/ 181261 w 276225"/>
                <a:gd name="connsiteY309" fmla="*/ 34957 h 228600"/>
                <a:gd name="connsiteX310" fmla="*/ 180499 w 276225"/>
                <a:gd name="connsiteY310" fmla="*/ 33623 h 228600"/>
                <a:gd name="connsiteX311" fmla="*/ 179070 w 276225"/>
                <a:gd name="connsiteY311" fmla="*/ 32861 h 228600"/>
                <a:gd name="connsiteX312" fmla="*/ 178499 w 276225"/>
                <a:gd name="connsiteY312" fmla="*/ 32861 h 228600"/>
                <a:gd name="connsiteX313" fmla="*/ 177356 w 276225"/>
                <a:gd name="connsiteY313" fmla="*/ 33052 h 228600"/>
                <a:gd name="connsiteX314" fmla="*/ 176594 w 276225"/>
                <a:gd name="connsiteY314" fmla="*/ 32956 h 228600"/>
                <a:gd name="connsiteX315" fmla="*/ 175736 w 276225"/>
                <a:gd name="connsiteY315" fmla="*/ 32575 h 228600"/>
                <a:gd name="connsiteX316" fmla="*/ 175165 w 276225"/>
                <a:gd name="connsiteY316" fmla="*/ 32194 h 228600"/>
                <a:gd name="connsiteX317" fmla="*/ 174593 w 276225"/>
                <a:gd name="connsiteY317" fmla="*/ 32194 h 228600"/>
                <a:gd name="connsiteX318" fmla="*/ 173736 w 276225"/>
                <a:gd name="connsiteY318" fmla="*/ 32766 h 228600"/>
                <a:gd name="connsiteX319" fmla="*/ 173355 w 276225"/>
                <a:gd name="connsiteY319" fmla="*/ 31813 h 228600"/>
                <a:gd name="connsiteX320" fmla="*/ 172593 w 276225"/>
                <a:gd name="connsiteY320" fmla="*/ 30956 h 228600"/>
                <a:gd name="connsiteX321" fmla="*/ 171641 w 276225"/>
                <a:gd name="connsiteY321" fmla="*/ 30575 h 228600"/>
                <a:gd name="connsiteX322" fmla="*/ 170879 w 276225"/>
                <a:gd name="connsiteY322" fmla="*/ 30861 h 228600"/>
                <a:gd name="connsiteX323" fmla="*/ 170593 w 276225"/>
                <a:gd name="connsiteY323" fmla="*/ 30480 h 228600"/>
                <a:gd name="connsiteX324" fmla="*/ 170212 w 276225"/>
                <a:gd name="connsiteY324" fmla="*/ 30099 h 228600"/>
                <a:gd name="connsiteX325" fmla="*/ 169831 w 276225"/>
                <a:gd name="connsiteY325" fmla="*/ 29813 h 228600"/>
                <a:gd name="connsiteX326" fmla="*/ 169450 w 276225"/>
                <a:gd name="connsiteY326" fmla="*/ 29527 h 228600"/>
                <a:gd name="connsiteX327" fmla="*/ 168021 w 276225"/>
                <a:gd name="connsiteY327" fmla="*/ 30575 h 228600"/>
                <a:gd name="connsiteX328" fmla="*/ 167259 w 276225"/>
                <a:gd name="connsiteY328" fmla="*/ 31051 h 228600"/>
                <a:gd name="connsiteX329" fmla="*/ 166402 w 276225"/>
                <a:gd name="connsiteY329" fmla="*/ 31337 h 228600"/>
                <a:gd name="connsiteX330" fmla="*/ 165164 w 276225"/>
                <a:gd name="connsiteY330" fmla="*/ 32194 h 228600"/>
                <a:gd name="connsiteX331" fmla="*/ 163735 w 276225"/>
                <a:gd name="connsiteY331" fmla="*/ 32671 h 228600"/>
                <a:gd name="connsiteX332" fmla="*/ 162211 w 276225"/>
                <a:gd name="connsiteY332" fmla="*/ 32861 h 228600"/>
                <a:gd name="connsiteX333" fmla="*/ 160687 w 276225"/>
                <a:gd name="connsiteY333" fmla="*/ 32861 h 228600"/>
                <a:gd name="connsiteX334" fmla="*/ 159829 w 276225"/>
                <a:gd name="connsiteY334" fmla="*/ 32766 h 228600"/>
                <a:gd name="connsiteX335" fmla="*/ 159258 w 276225"/>
                <a:gd name="connsiteY335" fmla="*/ 32575 h 228600"/>
                <a:gd name="connsiteX336" fmla="*/ 158782 w 276225"/>
                <a:gd name="connsiteY336" fmla="*/ 32194 h 228600"/>
                <a:gd name="connsiteX337" fmla="*/ 157448 w 276225"/>
                <a:gd name="connsiteY337" fmla="*/ 30289 h 228600"/>
                <a:gd name="connsiteX338" fmla="*/ 157067 w 276225"/>
                <a:gd name="connsiteY338" fmla="*/ 30004 h 228600"/>
                <a:gd name="connsiteX339" fmla="*/ 156305 w 276225"/>
                <a:gd name="connsiteY339" fmla="*/ 29718 h 228600"/>
                <a:gd name="connsiteX340" fmla="*/ 155925 w 276225"/>
                <a:gd name="connsiteY340" fmla="*/ 29527 h 228600"/>
                <a:gd name="connsiteX341" fmla="*/ 154972 w 276225"/>
                <a:gd name="connsiteY341" fmla="*/ 28575 h 228600"/>
                <a:gd name="connsiteX342" fmla="*/ 151829 w 276225"/>
                <a:gd name="connsiteY342" fmla="*/ 23813 h 228600"/>
                <a:gd name="connsiteX343" fmla="*/ 151352 w 276225"/>
                <a:gd name="connsiteY343" fmla="*/ 22669 h 228600"/>
                <a:gd name="connsiteX344" fmla="*/ 151162 w 276225"/>
                <a:gd name="connsiteY344" fmla="*/ 21431 h 228600"/>
                <a:gd name="connsiteX345" fmla="*/ 151162 w 276225"/>
                <a:gd name="connsiteY345" fmla="*/ 19717 h 228600"/>
                <a:gd name="connsiteX346" fmla="*/ 149638 w 276225"/>
                <a:gd name="connsiteY346" fmla="*/ 20574 h 228600"/>
                <a:gd name="connsiteX347" fmla="*/ 148400 w 276225"/>
                <a:gd name="connsiteY347" fmla="*/ 23241 h 228600"/>
                <a:gd name="connsiteX348" fmla="*/ 146780 w 276225"/>
                <a:gd name="connsiteY348" fmla="*/ 25908 h 228600"/>
                <a:gd name="connsiteX349" fmla="*/ 143923 w 276225"/>
                <a:gd name="connsiteY349" fmla="*/ 26765 h 228600"/>
                <a:gd name="connsiteX350" fmla="*/ 142780 w 276225"/>
                <a:gd name="connsiteY350" fmla="*/ 26194 h 228600"/>
                <a:gd name="connsiteX351" fmla="*/ 141827 w 276225"/>
                <a:gd name="connsiteY351" fmla="*/ 25146 h 228600"/>
                <a:gd name="connsiteX352" fmla="*/ 140113 w 276225"/>
                <a:gd name="connsiteY352" fmla="*/ 22003 h 228600"/>
                <a:gd name="connsiteX353" fmla="*/ 140018 w 276225"/>
                <a:gd name="connsiteY353" fmla="*/ 21526 h 228600"/>
                <a:gd name="connsiteX354" fmla="*/ 140303 w 276225"/>
                <a:gd name="connsiteY354" fmla="*/ 19050 h 228600"/>
                <a:gd name="connsiteX355" fmla="*/ 140303 w 276225"/>
                <a:gd name="connsiteY355" fmla="*/ 18288 h 228600"/>
                <a:gd name="connsiteX356" fmla="*/ 140018 w 276225"/>
                <a:gd name="connsiteY356" fmla="*/ 17621 h 228600"/>
                <a:gd name="connsiteX357" fmla="*/ 139065 w 276225"/>
                <a:gd name="connsiteY357" fmla="*/ 17335 h 228600"/>
                <a:gd name="connsiteX358" fmla="*/ 136970 w 276225"/>
                <a:gd name="connsiteY358" fmla="*/ 16954 h 228600"/>
                <a:gd name="connsiteX359" fmla="*/ 136017 w 276225"/>
                <a:gd name="connsiteY359" fmla="*/ 16764 h 228600"/>
                <a:gd name="connsiteX360" fmla="*/ 135636 w 276225"/>
                <a:gd name="connsiteY360" fmla="*/ 16573 h 228600"/>
                <a:gd name="connsiteX361" fmla="*/ 134779 w 276225"/>
                <a:gd name="connsiteY361" fmla="*/ 16002 h 228600"/>
                <a:gd name="connsiteX362" fmla="*/ 134398 w 276225"/>
                <a:gd name="connsiteY362" fmla="*/ 15811 h 228600"/>
                <a:gd name="connsiteX363" fmla="*/ 133921 w 276225"/>
                <a:gd name="connsiteY363" fmla="*/ 15811 h 228600"/>
                <a:gd name="connsiteX364" fmla="*/ 132969 w 276225"/>
                <a:gd name="connsiteY364" fmla="*/ 16002 h 228600"/>
                <a:gd name="connsiteX365" fmla="*/ 132588 w 276225"/>
                <a:gd name="connsiteY365" fmla="*/ 16002 h 228600"/>
                <a:gd name="connsiteX366" fmla="*/ 131731 w 276225"/>
                <a:gd name="connsiteY366" fmla="*/ 15526 h 228600"/>
                <a:gd name="connsiteX367" fmla="*/ 131064 w 276225"/>
                <a:gd name="connsiteY367" fmla="*/ 14954 h 228600"/>
                <a:gd name="connsiteX368" fmla="*/ 130302 w 276225"/>
                <a:gd name="connsiteY368" fmla="*/ 14478 h 228600"/>
                <a:gd name="connsiteX369" fmla="*/ 129445 w 276225"/>
                <a:gd name="connsiteY369" fmla="*/ 14383 h 228600"/>
                <a:gd name="connsiteX370" fmla="*/ 128683 w 276225"/>
                <a:gd name="connsiteY370" fmla="*/ 14764 h 228600"/>
                <a:gd name="connsiteX371" fmla="*/ 127064 w 276225"/>
                <a:gd name="connsiteY371" fmla="*/ 16002 h 228600"/>
                <a:gd name="connsiteX372" fmla="*/ 126302 w 276225"/>
                <a:gd name="connsiteY372" fmla="*/ 16192 h 228600"/>
                <a:gd name="connsiteX373" fmla="*/ 125921 w 276225"/>
                <a:gd name="connsiteY373" fmla="*/ 15907 h 228600"/>
                <a:gd name="connsiteX374" fmla="*/ 125635 w 276225"/>
                <a:gd name="connsiteY374" fmla="*/ 14954 h 228600"/>
                <a:gd name="connsiteX375" fmla="*/ 125254 w 276225"/>
                <a:gd name="connsiteY375" fmla="*/ 14764 h 228600"/>
                <a:gd name="connsiteX376" fmla="*/ 124778 w 276225"/>
                <a:gd name="connsiteY376" fmla="*/ 14954 h 228600"/>
                <a:gd name="connsiteX377" fmla="*/ 124301 w 276225"/>
                <a:gd name="connsiteY377" fmla="*/ 15811 h 228600"/>
                <a:gd name="connsiteX378" fmla="*/ 123920 w 276225"/>
                <a:gd name="connsiteY378" fmla="*/ 16097 h 228600"/>
                <a:gd name="connsiteX379" fmla="*/ 123063 w 276225"/>
                <a:gd name="connsiteY379" fmla="*/ 16097 h 228600"/>
                <a:gd name="connsiteX380" fmla="*/ 121729 w 276225"/>
                <a:gd name="connsiteY380" fmla="*/ 15526 h 228600"/>
                <a:gd name="connsiteX381" fmla="*/ 120872 w 276225"/>
                <a:gd name="connsiteY381" fmla="*/ 15526 h 228600"/>
                <a:gd name="connsiteX382" fmla="*/ 120015 w 276225"/>
                <a:gd name="connsiteY382" fmla="*/ 16002 h 228600"/>
                <a:gd name="connsiteX383" fmla="*/ 119444 w 276225"/>
                <a:gd name="connsiteY383" fmla="*/ 16764 h 228600"/>
                <a:gd name="connsiteX384" fmla="*/ 118967 w 276225"/>
                <a:gd name="connsiteY384" fmla="*/ 17621 h 228600"/>
                <a:gd name="connsiteX385" fmla="*/ 118396 w 276225"/>
                <a:gd name="connsiteY385" fmla="*/ 18288 h 228600"/>
                <a:gd name="connsiteX386" fmla="*/ 117348 w 276225"/>
                <a:gd name="connsiteY386" fmla="*/ 18764 h 228600"/>
                <a:gd name="connsiteX387" fmla="*/ 116491 w 276225"/>
                <a:gd name="connsiteY387" fmla="*/ 18574 h 228600"/>
                <a:gd name="connsiteX388" fmla="*/ 115634 w 276225"/>
                <a:gd name="connsiteY388" fmla="*/ 18192 h 228600"/>
                <a:gd name="connsiteX389" fmla="*/ 114681 w 276225"/>
                <a:gd name="connsiteY389" fmla="*/ 18002 h 228600"/>
                <a:gd name="connsiteX390" fmla="*/ 114110 w 276225"/>
                <a:gd name="connsiteY390" fmla="*/ 18192 h 228600"/>
                <a:gd name="connsiteX391" fmla="*/ 113729 w 276225"/>
                <a:gd name="connsiteY391" fmla="*/ 18478 h 228600"/>
                <a:gd name="connsiteX392" fmla="*/ 113348 w 276225"/>
                <a:gd name="connsiteY392" fmla="*/ 18764 h 228600"/>
                <a:gd name="connsiteX393" fmla="*/ 113062 w 276225"/>
                <a:gd name="connsiteY393" fmla="*/ 18955 h 228600"/>
                <a:gd name="connsiteX394" fmla="*/ 112871 w 276225"/>
                <a:gd name="connsiteY394" fmla="*/ 18955 h 228600"/>
                <a:gd name="connsiteX395" fmla="*/ 112586 w 276225"/>
                <a:gd name="connsiteY395" fmla="*/ 18955 h 228600"/>
                <a:gd name="connsiteX396" fmla="*/ 112204 w 276225"/>
                <a:gd name="connsiteY396" fmla="*/ 18859 h 228600"/>
                <a:gd name="connsiteX397" fmla="*/ 111824 w 276225"/>
                <a:gd name="connsiteY397" fmla="*/ 18669 h 228600"/>
                <a:gd name="connsiteX398" fmla="*/ 105823 w 276225"/>
                <a:gd name="connsiteY398" fmla="*/ 17812 h 228600"/>
                <a:gd name="connsiteX399" fmla="*/ 102965 w 276225"/>
                <a:gd name="connsiteY399" fmla="*/ 16669 h 228600"/>
                <a:gd name="connsiteX400" fmla="*/ 101727 w 276225"/>
                <a:gd name="connsiteY400" fmla="*/ 16573 h 228600"/>
                <a:gd name="connsiteX401" fmla="*/ 100965 w 276225"/>
                <a:gd name="connsiteY401" fmla="*/ 16954 h 228600"/>
                <a:gd name="connsiteX402" fmla="*/ 100298 w 276225"/>
                <a:gd name="connsiteY402" fmla="*/ 17526 h 228600"/>
                <a:gd name="connsiteX403" fmla="*/ 99346 w 276225"/>
                <a:gd name="connsiteY403" fmla="*/ 17812 h 228600"/>
                <a:gd name="connsiteX404" fmla="*/ 98679 w 276225"/>
                <a:gd name="connsiteY404" fmla="*/ 17621 h 228600"/>
                <a:gd name="connsiteX405" fmla="*/ 98393 w 276225"/>
                <a:gd name="connsiteY405" fmla="*/ 17145 h 228600"/>
                <a:gd name="connsiteX406" fmla="*/ 98393 w 276225"/>
                <a:gd name="connsiteY406" fmla="*/ 16669 h 228600"/>
                <a:gd name="connsiteX407" fmla="*/ 98584 w 276225"/>
                <a:gd name="connsiteY407" fmla="*/ 16478 h 228600"/>
                <a:gd name="connsiteX408" fmla="*/ 98108 w 276225"/>
                <a:gd name="connsiteY408" fmla="*/ 16478 h 228600"/>
                <a:gd name="connsiteX409" fmla="*/ 98012 w 276225"/>
                <a:gd name="connsiteY409" fmla="*/ 16669 h 228600"/>
                <a:gd name="connsiteX410" fmla="*/ 97917 w 276225"/>
                <a:gd name="connsiteY410" fmla="*/ 16954 h 228600"/>
                <a:gd name="connsiteX411" fmla="*/ 96584 w 276225"/>
                <a:gd name="connsiteY411" fmla="*/ 18383 h 228600"/>
                <a:gd name="connsiteX412" fmla="*/ 96203 w 276225"/>
                <a:gd name="connsiteY412" fmla="*/ 18574 h 228600"/>
                <a:gd name="connsiteX413" fmla="*/ 95536 w 276225"/>
                <a:gd name="connsiteY413" fmla="*/ 18574 h 228600"/>
                <a:gd name="connsiteX414" fmla="*/ 95155 w 276225"/>
                <a:gd name="connsiteY414" fmla="*/ 18288 h 228600"/>
                <a:gd name="connsiteX415" fmla="*/ 94869 w 276225"/>
                <a:gd name="connsiteY415" fmla="*/ 18002 h 228600"/>
                <a:gd name="connsiteX416" fmla="*/ 94583 w 276225"/>
                <a:gd name="connsiteY416" fmla="*/ 17812 h 228600"/>
                <a:gd name="connsiteX417" fmla="*/ 92678 w 276225"/>
                <a:gd name="connsiteY417" fmla="*/ 18383 h 228600"/>
                <a:gd name="connsiteX418" fmla="*/ 91154 w 276225"/>
                <a:gd name="connsiteY418" fmla="*/ 19145 h 228600"/>
                <a:gd name="connsiteX419" fmla="*/ 91154 w 276225"/>
                <a:gd name="connsiteY419" fmla="*/ 19145 h 228600"/>
                <a:gd name="connsiteX420" fmla="*/ 90678 w 276225"/>
                <a:gd name="connsiteY420" fmla="*/ 19336 h 228600"/>
                <a:gd name="connsiteX421" fmla="*/ 88868 w 276225"/>
                <a:gd name="connsiteY421" fmla="*/ 19717 h 228600"/>
                <a:gd name="connsiteX422" fmla="*/ 87440 w 276225"/>
                <a:gd name="connsiteY422" fmla="*/ 18478 h 228600"/>
                <a:gd name="connsiteX423" fmla="*/ 84582 w 276225"/>
                <a:gd name="connsiteY423" fmla="*/ 18574 h 228600"/>
                <a:gd name="connsiteX424" fmla="*/ 84106 w 276225"/>
                <a:gd name="connsiteY424" fmla="*/ 19050 h 228600"/>
                <a:gd name="connsiteX425" fmla="*/ 84011 w 276225"/>
                <a:gd name="connsiteY425" fmla="*/ 19431 h 228600"/>
                <a:gd name="connsiteX426" fmla="*/ 83725 w 276225"/>
                <a:gd name="connsiteY426" fmla="*/ 19717 h 228600"/>
                <a:gd name="connsiteX427" fmla="*/ 82772 w 276225"/>
                <a:gd name="connsiteY427" fmla="*/ 19812 h 228600"/>
                <a:gd name="connsiteX428" fmla="*/ 82010 w 276225"/>
                <a:gd name="connsiteY428" fmla="*/ 19621 h 228600"/>
                <a:gd name="connsiteX429" fmla="*/ 81439 w 276225"/>
                <a:gd name="connsiteY429" fmla="*/ 19240 h 228600"/>
                <a:gd name="connsiteX430" fmla="*/ 80963 w 276225"/>
                <a:gd name="connsiteY430" fmla="*/ 18859 h 228600"/>
                <a:gd name="connsiteX431" fmla="*/ 80391 w 276225"/>
                <a:gd name="connsiteY431" fmla="*/ 18478 h 228600"/>
                <a:gd name="connsiteX432" fmla="*/ 79629 w 276225"/>
                <a:gd name="connsiteY432" fmla="*/ 18192 h 228600"/>
                <a:gd name="connsiteX433" fmla="*/ 79153 w 276225"/>
                <a:gd name="connsiteY433" fmla="*/ 18192 h 228600"/>
                <a:gd name="connsiteX434" fmla="*/ 78772 w 276225"/>
                <a:gd name="connsiteY434" fmla="*/ 18288 h 228600"/>
                <a:gd name="connsiteX435" fmla="*/ 78105 w 276225"/>
                <a:gd name="connsiteY435" fmla="*/ 18383 h 228600"/>
                <a:gd name="connsiteX436" fmla="*/ 77058 w 276225"/>
                <a:gd name="connsiteY436" fmla="*/ 18288 h 228600"/>
                <a:gd name="connsiteX437" fmla="*/ 74009 w 276225"/>
                <a:gd name="connsiteY437" fmla="*/ 17526 h 228600"/>
                <a:gd name="connsiteX438" fmla="*/ 72200 w 276225"/>
                <a:gd name="connsiteY438" fmla="*/ 17431 h 228600"/>
                <a:gd name="connsiteX439" fmla="*/ 71819 w 276225"/>
                <a:gd name="connsiteY439" fmla="*/ 17240 h 228600"/>
                <a:gd name="connsiteX440" fmla="*/ 71628 w 276225"/>
                <a:gd name="connsiteY440" fmla="*/ 16764 h 228600"/>
                <a:gd name="connsiteX441" fmla="*/ 71723 w 276225"/>
                <a:gd name="connsiteY441" fmla="*/ 15526 h 228600"/>
                <a:gd name="connsiteX442" fmla="*/ 71628 w 276225"/>
                <a:gd name="connsiteY442" fmla="*/ 14954 h 228600"/>
                <a:gd name="connsiteX443" fmla="*/ 71342 w 276225"/>
                <a:gd name="connsiteY443" fmla="*/ 14573 h 228600"/>
                <a:gd name="connsiteX444" fmla="*/ 70866 w 276225"/>
                <a:gd name="connsiteY444" fmla="*/ 14288 h 228600"/>
                <a:gd name="connsiteX445" fmla="*/ 70390 w 276225"/>
                <a:gd name="connsiteY445" fmla="*/ 14097 h 228600"/>
                <a:gd name="connsiteX446" fmla="*/ 69818 w 276225"/>
                <a:gd name="connsiteY446" fmla="*/ 14097 h 228600"/>
                <a:gd name="connsiteX447" fmla="*/ 69342 w 276225"/>
                <a:gd name="connsiteY447" fmla="*/ 14383 h 228600"/>
                <a:gd name="connsiteX448" fmla="*/ 69152 w 276225"/>
                <a:gd name="connsiteY448" fmla="*/ 14764 h 228600"/>
                <a:gd name="connsiteX449" fmla="*/ 69056 w 276225"/>
                <a:gd name="connsiteY449" fmla="*/ 15240 h 228600"/>
                <a:gd name="connsiteX450" fmla="*/ 68771 w 276225"/>
                <a:gd name="connsiteY450" fmla="*/ 15621 h 228600"/>
                <a:gd name="connsiteX451" fmla="*/ 67723 w 276225"/>
                <a:gd name="connsiteY451" fmla="*/ 16192 h 228600"/>
                <a:gd name="connsiteX452" fmla="*/ 66961 w 276225"/>
                <a:gd name="connsiteY452" fmla="*/ 16002 h 228600"/>
                <a:gd name="connsiteX453" fmla="*/ 66294 w 276225"/>
                <a:gd name="connsiteY453" fmla="*/ 15526 h 228600"/>
                <a:gd name="connsiteX454" fmla="*/ 65342 w 276225"/>
                <a:gd name="connsiteY454" fmla="*/ 15240 h 228600"/>
                <a:gd name="connsiteX455" fmla="*/ 64484 w 276225"/>
                <a:gd name="connsiteY455" fmla="*/ 15430 h 228600"/>
                <a:gd name="connsiteX456" fmla="*/ 62484 w 276225"/>
                <a:gd name="connsiteY456" fmla="*/ 16478 h 228600"/>
                <a:gd name="connsiteX457" fmla="*/ 60484 w 276225"/>
                <a:gd name="connsiteY457" fmla="*/ 17812 h 228600"/>
                <a:gd name="connsiteX458" fmla="*/ 60103 w 276225"/>
                <a:gd name="connsiteY458" fmla="*/ 18002 h 228600"/>
                <a:gd name="connsiteX459" fmla="*/ 59531 w 276225"/>
                <a:gd name="connsiteY459" fmla="*/ 17907 h 228600"/>
                <a:gd name="connsiteX460" fmla="*/ 59150 w 276225"/>
                <a:gd name="connsiteY460" fmla="*/ 17621 h 228600"/>
                <a:gd name="connsiteX461" fmla="*/ 58865 w 276225"/>
                <a:gd name="connsiteY461" fmla="*/ 17335 h 228600"/>
                <a:gd name="connsiteX462" fmla="*/ 58674 w 276225"/>
                <a:gd name="connsiteY462" fmla="*/ 17240 h 228600"/>
                <a:gd name="connsiteX463" fmla="*/ 57912 w 276225"/>
                <a:gd name="connsiteY463" fmla="*/ 17431 h 228600"/>
                <a:gd name="connsiteX464" fmla="*/ 56483 w 276225"/>
                <a:gd name="connsiteY464" fmla="*/ 18478 h 228600"/>
                <a:gd name="connsiteX465" fmla="*/ 55531 w 276225"/>
                <a:gd name="connsiteY465" fmla="*/ 18859 h 228600"/>
                <a:gd name="connsiteX466" fmla="*/ 54388 w 276225"/>
                <a:gd name="connsiteY466" fmla="*/ 18955 h 228600"/>
                <a:gd name="connsiteX467" fmla="*/ 50768 w 276225"/>
                <a:gd name="connsiteY467" fmla="*/ 18955 h 228600"/>
                <a:gd name="connsiteX468" fmla="*/ 49149 w 276225"/>
                <a:gd name="connsiteY468" fmla="*/ 19431 h 228600"/>
                <a:gd name="connsiteX469" fmla="*/ 46768 w 276225"/>
                <a:gd name="connsiteY469" fmla="*/ 20193 h 228600"/>
                <a:gd name="connsiteX470" fmla="*/ 43625 w 276225"/>
                <a:gd name="connsiteY470" fmla="*/ 20669 h 228600"/>
                <a:gd name="connsiteX471" fmla="*/ 42577 w 276225"/>
                <a:gd name="connsiteY471" fmla="*/ 21050 h 228600"/>
                <a:gd name="connsiteX472" fmla="*/ 40862 w 276225"/>
                <a:gd name="connsiteY472" fmla="*/ 22003 h 228600"/>
                <a:gd name="connsiteX473" fmla="*/ 37243 w 276225"/>
                <a:gd name="connsiteY473" fmla="*/ 25051 h 228600"/>
                <a:gd name="connsiteX474" fmla="*/ 36576 w 276225"/>
                <a:gd name="connsiteY474" fmla="*/ 25622 h 228600"/>
                <a:gd name="connsiteX475" fmla="*/ 35719 w 276225"/>
                <a:gd name="connsiteY475" fmla="*/ 26194 h 228600"/>
                <a:gd name="connsiteX476" fmla="*/ 33814 w 276225"/>
                <a:gd name="connsiteY476" fmla="*/ 26765 h 228600"/>
                <a:gd name="connsiteX477" fmla="*/ 32957 w 276225"/>
                <a:gd name="connsiteY477" fmla="*/ 27146 h 228600"/>
                <a:gd name="connsiteX478" fmla="*/ 32099 w 276225"/>
                <a:gd name="connsiteY478" fmla="*/ 28003 h 228600"/>
                <a:gd name="connsiteX479" fmla="*/ 31814 w 276225"/>
                <a:gd name="connsiteY479" fmla="*/ 28861 h 228600"/>
                <a:gd name="connsiteX480" fmla="*/ 31814 w 276225"/>
                <a:gd name="connsiteY480" fmla="*/ 29146 h 228600"/>
                <a:gd name="connsiteX481" fmla="*/ 31814 w 276225"/>
                <a:gd name="connsiteY481" fmla="*/ 29813 h 228600"/>
                <a:gd name="connsiteX482" fmla="*/ 31718 w 276225"/>
                <a:gd name="connsiteY482" fmla="*/ 30861 h 228600"/>
                <a:gd name="connsiteX483" fmla="*/ 31337 w 276225"/>
                <a:gd name="connsiteY483" fmla="*/ 31718 h 228600"/>
                <a:gd name="connsiteX484" fmla="*/ 30194 w 276225"/>
                <a:gd name="connsiteY484" fmla="*/ 33242 h 228600"/>
                <a:gd name="connsiteX485" fmla="*/ 29813 w 276225"/>
                <a:gd name="connsiteY485" fmla="*/ 34099 h 228600"/>
                <a:gd name="connsiteX486" fmla="*/ 29623 w 276225"/>
                <a:gd name="connsiteY486" fmla="*/ 35338 h 228600"/>
                <a:gd name="connsiteX487" fmla="*/ 29623 w 276225"/>
                <a:gd name="connsiteY487" fmla="*/ 36100 h 228600"/>
                <a:gd name="connsiteX488" fmla="*/ 29433 w 276225"/>
                <a:gd name="connsiteY488" fmla="*/ 36766 h 228600"/>
                <a:gd name="connsiteX489" fmla="*/ 28670 w 276225"/>
                <a:gd name="connsiteY489" fmla="*/ 37624 h 228600"/>
                <a:gd name="connsiteX490" fmla="*/ 25622 w 276225"/>
                <a:gd name="connsiteY490" fmla="*/ 40005 h 228600"/>
                <a:gd name="connsiteX491" fmla="*/ 24289 w 276225"/>
                <a:gd name="connsiteY491" fmla="*/ 41338 h 228600"/>
                <a:gd name="connsiteX492" fmla="*/ 23336 w 276225"/>
                <a:gd name="connsiteY492" fmla="*/ 43053 h 228600"/>
                <a:gd name="connsiteX493" fmla="*/ 22384 w 276225"/>
                <a:gd name="connsiteY493" fmla="*/ 46006 h 228600"/>
                <a:gd name="connsiteX494" fmla="*/ 22003 w 276225"/>
                <a:gd name="connsiteY494" fmla="*/ 46958 h 228600"/>
                <a:gd name="connsiteX495" fmla="*/ 21050 w 276225"/>
                <a:gd name="connsiteY495" fmla="*/ 48101 h 228600"/>
                <a:gd name="connsiteX496" fmla="*/ 20765 w 276225"/>
                <a:gd name="connsiteY496" fmla="*/ 48577 h 228600"/>
                <a:gd name="connsiteX497" fmla="*/ 20669 w 276225"/>
                <a:gd name="connsiteY497" fmla="*/ 49149 h 228600"/>
                <a:gd name="connsiteX498" fmla="*/ 20574 w 276225"/>
                <a:gd name="connsiteY498" fmla="*/ 50292 h 228600"/>
                <a:gd name="connsiteX499" fmla="*/ 20384 w 276225"/>
                <a:gd name="connsiteY499" fmla="*/ 50768 h 228600"/>
                <a:gd name="connsiteX500" fmla="*/ 19145 w 276225"/>
                <a:gd name="connsiteY500" fmla="*/ 51816 h 228600"/>
                <a:gd name="connsiteX501" fmla="*/ 13811 w 276225"/>
                <a:gd name="connsiteY501" fmla="*/ 54388 h 228600"/>
                <a:gd name="connsiteX502" fmla="*/ 12097 w 276225"/>
                <a:gd name="connsiteY502" fmla="*/ 55721 h 228600"/>
                <a:gd name="connsiteX503" fmla="*/ 12002 w 276225"/>
                <a:gd name="connsiteY503" fmla="*/ 56864 h 228600"/>
                <a:gd name="connsiteX504" fmla="*/ 13145 w 276225"/>
                <a:gd name="connsiteY504" fmla="*/ 58007 h 228600"/>
                <a:gd name="connsiteX505" fmla="*/ 15050 w 276225"/>
                <a:gd name="connsiteY505" fmla="*/ 59246 h 228600"/>
                <a:gd name="connsiteX506" fmla="*/ 14097 w 276225"/>
                <a:gd name="connsiteY506" fmla="*/ 59531 h 228600"/>
                <a:gd name="connsiteX507" fmla="*/ 11621 w 276225"/>
                <a:gd name="connsiteY507" fmla="*/ 60960 h 228600"/>
                <a:gd name="connsiteX508" fmla="*/ 10573 w 276225"/>
                <a:gd name="connsiteY508" fmla="*/ 61341 h 228600"/>
                <a:gd name="connsiteX509" fmla="*/ 7334 w 276225"/>
                <a:gd name="connsiteY509" fmla="*/ 61627 h 228600"/>
                <a:gd name="connsiteX510" fmla="*/ 3048 w 276225"/>
                <a:gd name="connsiteY510" fmla="*/ 61246 h 228600"/>
                <a:gd name="connsiteX511" fmla="*/ 953 w 276225"/>
                <a:gd name="connsiteY511" fmla="*/ 61436 h 228600"/>
                <a:gd name="connsiteX512" fmla="*/ 0 w 276225"/>
                <a:gd name="connsiteY512" fmla="*/ 62674 h 228600"/>
                <a:gd name="connsiteX513" fmla="*/ 95 w 276225"/>
                <a:gd name="connsiteY513" fmla="*/ 63246 h 228600"/>
                <a:gd name="connsiteX514" fmla="*/ 667 w 276225"/>
                <a:gd name="connsiteY514" fmla="*/ 64198 h 228600"/>
                <a:gd name="connsiteX515" fmla="*/ 858 w 276225"/>
                <a:gd name="connsiteY515" fmla="*/ 64675 h 228600"/>
                <a:gd name="connsiteX516" fmla="*/ 858 w 276225"/>
                <a:gd name="connsiteY516" fmla="*/ 65056 h 228600"/>
                <a:gd name="connsiteX517" fmla="*/ 858 w 276225"/>
                <a:gd name="connsiteY517" fmla="*/ 65722 h 228600"/>
                <a:gd name="connsiteX518" fmla="*/ 858 w 276225"/>
                <a:gd name="connsiteY518" fmla="*/ 65913 h 228600"/>
                <a:gd name="connsiteX519" fmla="*/ 1048 w 276225"/>
                <a:gd name="connsiteY519" fmla="*/ 70009 h 228600"/>
                <a:gd name="connsiteX520" fmla="*/ 667 w 276225"/>
                <a:gd name="connsiteY520" fmla="*/ 73247 h 228600"/>
                <a:gd name="connsiteX521" fmla="*/ 762 w 276225"/>
                <a:gd name="connsiteY521" fmla="*/ 77057 h 228600"/>
                <a:gd name="connsiteX522" fmla="*/ 858 w 276225"/>
                <a:gd name="connsiteY522" fmla="*/ 77152 h 228600"/>
                <a:gd name="connsiteX523" fmla="*/ 3620 w 276225"/>
                <a:gd name="connsiteY523" fmla="*/ 84487 h 228600"/>
                <a:gd name="connsiteX524" fmla="*/ 4667 w 276225"/>
                <a:gd name="connsiteY524" fmla="*/ 86296 h 228600"/>
                <a:gd name="connsiteX525" fmla="*/ 7049 w 276225"/>
                <a:gd name="connsiteY525" fmla="*/ 89059 h 228600"/>
                <a:gd name="connsiteX526" fmla="*/ 7906 w 276225"/>
                <a:gd name="connsiteY526" fmla="*/ 90773 h 228600"/>
                <a:gd name="connsiteX527" fmla="*/ 8382 w 276225"/>
                <a:gd name="connsiteY527" fmla="*/ 91440 h 228600"/>
                <a:gd name="connsiteX528" fmla="*/ 9239 w 276225"/>
                <a:gd name="connsiteY528" fmla="*/ 92011 h 228600"/>
                <a:gd name="connsiteX529" fmla="*/ 9239 w 276225"/>
                <a:gd name="connsiteY529" fmla="*/ 92011 h 228600"/>
                <a:gd name="connsiteX530" fmla="*/ 9239 w 276225"/>
                <a:gd name="connsiteY530" fmla="*/ 92297 h 228600"/>
                <a:gd name="connsiteX531" fmla="*/ 9049 w 276225"/>
                <a:gd name="connsiteY531" fmla="*/ 92583 h 228600"/>
                <a:gd name="connsiteX532" fmla="*/ 8763 w 276225"/>
                <a:gd name="connsiteY532" fmla="*/ 92773 h 228600"/>
                <a:gd name="connsiteX533" fmla="*/ 8382 w 276225"/>
                <a:gd name="connsiteY533" fmla="*/ 92964 h 228600"/>
                <a:gd name="connsiteX534" fmla="*/ 8096 w 276225"/>
                <a:gd name="connsiteY534" fmla="*/ 93154 h 228600"/>
                <a:gd name="connsiteX535" fmla="*/ 8001 w 276225"/>
                <a:gd name="connsiteY535" fmla="*/ 93345 h 228600"/>
                <a:gd name="connsiteX536" fmla="*/ 8096 w 276225"/>
                <a:gd name="connsiteY536" fmla="*/ 93535 h 228600"/>
                <a:gd name="connsiteX537" fmla="*/ 8573 w 276225"/>
                <a:gd name="connsiteY537" fmla="*/ 93916 h 228600"/>
                <a:gd name="connsiteX538" fmla="*/ 8668 w 276225"/>
                <a:gd name="connsiteY538" fmla="*/ 94107 h 228600"/>
                <a:gd name="connsiteX539" fmla="*/ 8573 w 276225"/>
                <a:gd name="connsiteY539" fmla="*/ 94297 h 228600"/>
                <a:gd name="connsiteX540" fmla="*/ 8001 w 276225"/>
                <a:gd name="connsiteY540" fmla="*/ 94964 h 228600"/>
                <a:gd name="connsiteX541" fmla="*/ 7906 w 276225"/>
                <a:gd name="connsiteY541" fmla="*/ 95536 h 228600"/>
                <a:gd name="connsiteX542" fmla="*/ 8096 w 276225"/>
                <a:gd name="connsiteY542" fmla="*/ 96107 h 228600"/>
                <a:gd name="connsiteX543" fmla="*/ 8382 w 276225"/>
                <a:gd name="connsiteY543" fmla="*/ 96679 h 228600"/>
                <a:gd name="connsiteX544" fmla="*/ 8668 w 276225"/>
                <a:gd name="connsiteY544" fmla="*/ 97917 h 228600"/>
                <a:gd name="connsiteX545" fmla="*/ 8858 w 276225"/>
                <a:gd name="connsiteY545" fmla="*/ 100013 h 228600"/>
                <a:gd name="connsiteX546" fmla="*/ 9239 w 276225"/>
                <a:gd name="connsiteY546" fmla="*/ 101155 h 228600"/>
                <a:gd name="connsiteX547" fmla="*/ 9525 w 276225"/>
                <a:gd name="connsiteY547" fmla="*/ 101727 h 228600"/>
                <a:gd name="connsiteX548" fmla="*/ 9811 w 276225"/>
                <a:gd name="connsiteY548" fmla="*/ 102013 h 228600"/>
                <a:gd name="connsiteX549" fmla="*/ 10001 w 276225"/>
                <a:gd name="connsiteY549" fmla="*/ 102394 h 228600"/>
                <a:gd name="connsiteX550" fmla="*/ 10096 w 276225"/>
                <a:gd name="connsiteY550" fmla="*/ 103060 h 228600"/>
                <a:gd name="connsiteX551" fmla="*/ 10001 w 276225"/>
                <a:gd name="connsiteY551" fmla="*/ 103537 h 228600"/>
                <a:gd name="connsiteX552" fmla="*/ 9430 w 276225"/>
                <a:gd name="connsiteY552" fmla="*/ 105251 h 228600"/>
                <a:gd name="connsiteX553" fmla="*/ 9430 w 276225"/>
                <a:gd name="connsiteY553" fmla="*/ 105251 h 228600"/>
                <a:gd name="connsiteX554" fmla="*/ 8763 w 276225"/>
                <a:gd name="connsiteY554" fmla="*/ 105823 h 228600"/>
                <a:gd name="connsiteX555" fmla="*/ 8477 w 276225"/>
                <a:gd name="connsiteY555" fmla="*/ 106680 h 228600"/>
                <a:gd name="connsiteX556" fmla="*/ 8382 w 276225"/>
                <a:gd name="connsiteY556" fmla="*/ 107823 h 228600"/>
                <a:gd name="connsiteX557" fmla="*/ 8477 w 276225"/>
                <a:gd name="connsiteY557" fmla="*/ 108966 h 228600"/>
                <a:gd name="connsiteX558" fmla="*/ 8858 w 276225"/>
                <a:gd name="connsiteY558" fmla="*/ 109823 h 228600"/>
                <a:gd name="connsiteX559" fmla="*/ 9335 w 276225"/>
                <a:gd name="connsiteY559" fmla="*/ 110204 h 228600"/>
                <a:gd name="connsiteX560" fmla="*/ 9620 w 276225"/>
                <a:gd name="connsiteY560" fmla="*/ 110490 h 228600"/>
                <a:gd name="connsiteX561" fmla="*/ 12573 w 276225"/>
                <a:gd name="connsiteY561" fmla="*/ 111442 h 228600"/>
                <a:gd name="connsiteX562" fmla="*/ 14192 w 276225"/>
                <a:gd name="connsiteY562" fmla="*/ 112585 h 228600"/>
                <a:gd name="connsiteX563" fmla="*/ 18193 w 276225"/>
                <a:gd name="connsiteY563" fmla="*/ 116681 h 228600"/>
                <a:gd name="connsiteX564" fmla="*/ 19526 w 276225"/>
                <a:gd name="connsiteY564" fmla="*/ 117443 h 228600"/>
                <a:gd name="connsiteX565" fmla="*/ 19908 w 276225"/>
                <a:gd name="connsiteY565" fmla="*/ 117824 h 228600"/>
                <a:gd name="connsiteX566" fmla="*/ 20098 w 276225"/>
                <a:gd name="connsiteY566" fmla="*/ 118300 h 228600"/>
                <a:gd name="connsiteX567" fmla="*/ 20193 w 276225"/>
                <a:gd name="connsiteY567" fmla="*/ 119158 h 228600"/>
                <a:gd name="connsiteX568" fmla="*/ 20288 w 276225"/>
                <a:gd name="connsiteY568" fmla="*/ 119539 h 228600"/>
                <a:gd name="connsiteX569" fmla="*/ 21050 w 276225"/>
                <a:gd name="connsiteY569" fmla="*/ 120301 h 228600"/>
                <a:gd name="connsiteX570" fmla="*/ 22765 w 276225"/>
                <a:gd name="connsiteY570" fmla="*/ 121158 h 228600"/>
                <a:gd name="connsiteX571" fmla="*/ 23336 w 276225"/>
                <a:gd name="connsiteY571" fmla="*/ 121825 h 228600"/>
                <a:gd name="connsiteX572" fmla="*/ 23432 w 276225"/>
                <a:gd name="connsiteY572" fmla="*/ 122396 h 228600"/>
                <a:gd name="connsiteX573" fmla="*/ 23527 w 276225"/>
                <a:gd name="connsiteY573" fmla="*/ 122872 h 228600"/>
                <a:gd name="connsiteX574" fmla="*/ 23051 w 276225"/>
                <a:gd name="connsiteY574" fmla="*/ 123634 h 228600"/>
                <a:gd name="connsiteX575" fmla="*/ 21717 w 276225"/>
                <a:gd name="connsiteY575" fmla="*/ 124777 h 228600"/>
                <a:gd name="connsiteX576" fmla="*/ 21146 w 276225"/>
                <a:gd name="connsiteY576" fmla="*/ 125825 h 228600"/>
                <a:gd name="connsiteX577" fmla="*/ 20860 w 276225"/>
                <a:gd name="connsiteY577" fmla="*/ 126873 h 228600"/>
                <a:gd name="connsiteX578" fmla="*/ 19621 w 276225"/>
                <a:gd name="connsiteY578" fmla="*/ 135636 h 228600"/>
                <a:gd name="connsiteX579" fmla="*/ 20003 w 276225"/>
                <a:gd name="connsiteY579" fmla="*/ 137731 h 228600"/>
                <a:gd name="connsiteX580" fmla="*/ 22670 w 276225"/>
                <a:gd name="connsiteY580" fmla="*/ 141922 h 228600"/>
                <a:gd name="connsiteX581" fmla="*/ 23432 w 276225"/>
                <a:gd name="connsiteY581" fmla="*/ 142780 h 228600"/>
                <a:gd name="connsiteX582" fmla="*/ 23717 w 276225"/>
                <a:gd name="connsiteY582" fmla="*/ 143161 h 228600"/>
                <a:gd name="connsiteX583" fmla="*/ 24575 w 276225"/>
                <a:gd name="connsiteY583" fmla="*/ 144971 h 228600"/>
                <a:gd name="connsiteX584" fmla="*/ 25051 w 276225"/>
                <a:gd name="connsiteY584" fmla="*/ 147638 h 228600"/>
                <a:gd name="connsiteX585" fmla="*/ 27432 w 276225"/>
                <a:gd name="connsiteY585" fmla="*/ 152305 h 228600"/>
                <a:gd name="connsiteX586" fmla="*/ 29623 w 276225"/>
                <a:gd name="connsiteY586" fmla="*/ 155448 h 228600"/>
                <a:gd name="connsiteX587" fmla="*/ 31147 w 276225"/>
                <a:gd name="connsiteY587" fmla="*/ 157734 h 228600"/>
                <a:gd name="connsiteX588" fmla="*/ 31718 w 276225"/>
                <a:gd name="connsiteY588" fmla="*/ 159829 h 228600"/>
                <a:gd name="connsiteX589" fmla="*/ 31909 w 276225"/>
                <a:gd name="connsiteY589" fmla="*/ 162877 h 228600"/>
                <a:gd name="connsiteX590" fmla="*/ 31147 w 276225"/>
                <a:gd name="connsiteY590" fmla="*/ 164116 h 228600"/>
                <a:gd name="connsiteX591" fmla="*/ 31433 w 276225"/>
                <a:gd name="connsiteY591" fmla="*/ 164497 h 228600"/>
                <a:gd name="connsiteX592" fmla="*/ 32385 w 276225"/>
                <a:gd name="connsiteY592" fmla="*/ 165354 h 228600"/>
                <a:gd name="connsiteX593" fmla="*/ 32576 w 276225"/>
                <a:gd name="connsiteY593" fmla="*/ 165735 h 228600"/>
                <a:gd name="connsiteX594" fmla="*/ 32671 w 276225"/>
                <a:gd name="connsiteY594" fmla="*/ 166497 h 228600"/>
                <a:gd name="connsiteX595" fmla="*/ 33147 w 276225"/>
                <a:gd name="connsiteY595" fmla="*/ 167449 h 228600"/>
                <a:gd name="connsiteX596" fmla="*/ 33242 w 276225"/>
                <a:gd name="connsiteY596" fmla="*/ 168116 h 228600"/>
                <a:gd name="connsiteX597" fmla="*/ 33719 w 276225"/>
                <a:gd name="connsiteY597" fmla="*/ 166973 h 228600"/>
                <a:gd name="connsiteX598" fmla="*/ 33814 w 276225"/>
                <a:gd name="connsiteY598" fmla="*/ 166021 h 228600"/>
                <a:gd name="connsiteX599" fmla="*/ 33242 w 276225"/>
                <a:gd name="connsiteY599" fmla="*/ 163734 h 228600"/>
                <a:gd name="connsiteX600" fmla="*/ 33242 w 276225"/>
                <a:gd name="connsiteY600" fmla="*/ 162973 h 228600"/>
                <a:gd name="connsiteX601" fmla="*/ 33909 w 276225"/>
                <a:gd name="connsiteY601" fmla="*/ 161353 h 228600"/>
                <a:gd name="connsiteX602" fmla="*/ 34004 w 276225"/>
                <a:gd name="connsiteY602" fmla="*/ 160496 h 228600"/>
                <a:gd name="connsiteX603" fmla="*/ 33338 w 276225"/>
                <a:gd name="connsiteY603" fmla="*/ 158782 h 228600"/>
                <a:gd name="connsiteX604" fmla="*/ 30766 w 276225"/>
                <a:gd name="connsiteY604" fmla="*/ 156019 h 228600"/>
                <a:gd name="connsiteX605" fmla="*/ 30004 w 276225"/>
                <a:gd name="connsiteY605" fmla="*/ 154305 h 228600"/>
                <a:gd name="connsiteX606" fmla="*/ 30290 w 276225"/>
                <a:gd name="connsiteY606" fmla="*/ 154305 h 228600"/>
                <a:gd name="connsiteX607" fmla="*/ 32004 w 276225"/>
                <a:gd name="connsiteY607" fmla="*/ 157067 h 228600"/>
                <a:gd name="connsiteX608" fmla="*/ 33242 w 276225"/>
                <a:gd name="connsiteY608" fmla="*/ 157734 h 228600"/>
                <a:gd name="connsiteX609" fmla="*/ 33528 w 276225"/>
                <a:gd name="connsiteY609" fmla="*/ 158210 h 228600"/>
                <a:gd name="connsiteX610" fmla="*/ 33623 w 276225"/>
                <a:gd name="connsiteY610" fmla="*/ 158782 h 228600"/>
                <a:gd name="connsiteX611" fmla="*/ 33909 w 276225"/>
                <a:gd name="connsiteY611" fmla="*/ 159544 h 228600"/>
                <a:gd name="connsiteX612" fmla="*/ 34290 w 276225"/>
                <a:gd name="connsiteY612" fmla="*/ 160210 h 228600"/>
                <a:gd name="connsiteX613" fmla="*/ 34576 w 276225"/>
                <a:gd name="connsiteY613" fmla="*/ 160496 h 228600"/>
                <a:gd name="connsiteX614" fmla="*/ 36767 w 276225"/>
                <a:gd name="connsiteY614" fmla="*/ 159353 h 228600"/>
                <a:gd name="connsiteX615" fmla="*/ 37148 w 276225"/>
                <a:gd name="connsiteY615" fmla="*/ 159353 h 228600"/>
                <a:gd name="connsiteX616" fmla="*/ 37719 w 276225"/>
                <a:gd name="connsiteY616" fmla="*/ 159925 h 228600"/>
                <a:gd name="connsiteX617" fmla="*/ 38481 w 276225"/>
                <a:gd name="connsiteY617" fmla="*/ 160401 h 228600"/>
                <a:gd name="connsiteX618" fmla="*/ 39243 w 276225"/>
                <a:gd name="connsiteY618" fmla="*/ 160496 h 228600"/>
                <a:gd name="connsiteX619" fmla="*/ 39719 w 276225"/>
                <a:gd name="connsiteY619" fmla="*/ 159829 h 228600"/>
                <a:gd name="connsiteX620" fmla="*/ 40005 w 276225"/>
                <a:gd name="connsiteY620" fmla="*/ 159829 h 228600"/>
                <a:gd name="connsiteX621" fmla="*/ 39719 w 276225"/>
                <a:gd name="connsiteY621" fmla="*/ 160401 h 228600"/>
                <a:gd name="connsiteX622" fmla="*/ 39053 w 276225"/>
                <a:gd name="connsiteY622" fmla="*/ 160877 h 228600"/>
                <a:gd name="connsiteX623" fmla="*/ 38291 w 276225"/>
                <a:gd name="connsiteY623" fmla="*/ 160972 h 228600"/>
                <a:gd name="connsiteX624" fmla="*/ 37624 w 276225"/>
                <a:gd name="connsiteY624" fmla="*/ 160687 h 228600"/>
                <a:gd name="connsiteX625" fmla="*/ 37148 w 276225"/>
                <a:gd name="connsiteY625" fmla="*/ 160306 h 228600"/>
                <a:gd name="connsiteX626" fmla="*/ 36671 w 276225"/>
                <a:gd name="connsiteY626" fmla="*/ 160210 h 228600"/>
                <a:gd name="connsiteX627" fmla="*/ 36195 w 276225"/>
                <a:gd name="connsiteY627" fmla="*/ 160306 h 228600"/>
                <a:gd name="connsiteX628" fmla="*/ 35719 w 276225"/>
                <a:gd name="connsiteY628" fmla="*/ 160496 h 228600"/>
                <a:gd name="connsiteX629" fmla="*/ 34862 w 276225"/>
                <a:gd name="connsiteY629" fmla="*/ 161068 h 228600"/>
                <a:gd name="connsiteX630" fmla="*/ 34290 w 276225"/>
                <a:gd name="connsiteY630" fmla="*/ 161925 h 228600"/>
                <a:gd name="connsiteX631" fmla="*/ 34004 w 276225"/>
                <a:gd name="connsiteY631" fmla="*/ 163068 h 228600"/>
                <a:gd name="connsiteX632" fmla="*/ 33909 w 276225"/>
                <a:gd name="connsiteY632" fmla="*/ 164592 h 228600"/>
                <a:gd name="connsiteX633" fmla="*/ 34290 w 276225"/>
                <a:gd name="connsiteY633" fmla="*/ 164592 h 228600"/>
                <a:gd name="connsiteX634" fmla="*/ 34290 w 276225"/>
                <a:gd name="connsiteY634" fmla="*/ 163449 h 228600"/>
                <a:gd name="connsiteX635" fmla="*/ 34671 w 276225"/>
                <a:gd name="connsiteY635" fmla="*/ 163830 h 228600"/>
                <a:gd name="connsiteX636" fmla="*/ 34671 w 276225"/>
                <a:gd name="connsiteY636" fmla="*/ 162687 h 228600"/>
                <a:gd name="connsiteX637" fmla="*/ 35052 w 276225"/>
                <a:gd name="connsiteY637" fmla="*/ 162687 h 228600"/>
                <a:gd name="connsiteX638" fmla="*/ 35338 w 276225"/>
                <a:gd name="connsiteY638" fmla="*/ 163354 h 228600"/>
                <a:gd name="connsiteX639" fmla="*/ 35433 w 276225"/>
                <a:gd name="connsiteY639" fmla="*/ 163734 h 228600"/>
                <a:gd name="connsiteX640" fmla="*/ 35814 w 276225"/>
                <a:gd name="connsiteY640" fmla="*/ 163734 h 228600"/>
                <a:gd name="connsiteX641" fmla="*/ 36004 w 276225"/>
                <a:gd name="connsiteY641" fmla="*/ 163639 h 228600"/>
                <a:gd name="connsiteX642" fmla="*/ 36576 w 276225"/>
                <a:gd name="connsiteY642" fmla="*/ 163354 h 228600"/>
                <a:gd name="connsiteX643" fmla="*/ 36576 w 276225"/>
                <a:gd name="connsiteY643" fmla="*/ 163734 h 228600"/>
                <a:gd name="connsiteX644" fmla="*/ 36195 w 276225"/>
                <a:gd name="connsiteY644" fmla="*/ 163734 h 228600"/>
                <a:gd name="connsiteX645" fmla="*/ 36195 w 276225"/>
                <a:gd name="connsiteY645" fmla="*/ 164116 h 228600"/>
                <a:gd name="connsiteX646" fmla="*/ 36386 w 276225"/>
                <a:gd name="connsiteY646" fmla="*/ 164497 h 228600"/>
                <a:gd name="connsiteX647" fmla="*/ 36767 w 276225"/>
                <a:gd name="connsiteY647" fmla="*/ 164782 h 228600"/>
                <a:gd name="connsiteX648" fmla="*/ 37338 w 276225"/>
                <a:gd name="connsiteY648" fmla="*/ 164973 h 228600"/>
                <a:gd name="connsiteX649" fmla="*/ 38005 w 276225"/>
                <a:gd name="connsiteY649" fmla="*/ 164878 h 228600"/>
                <a:gd name="connsiteX650" fmla="*/ 38005 w 276225"/>
                <a:gd name="connsiteY650" fmla="*/ 165259 h 228600"/>
                <a:gd name="connsiteX651" fmla="*/ 37052 w 276225"/>
                <a:gd name="connsiteY651" fmla="*/ 165354 h 228600"/>
                <a:gd name="connsiteX652" fmla="*/ 36195 w 276225"/>
                <a:gd name="connsiteY652" fmla="*/ 164973 h 228600"/>
                <a:gd name="connsiteX653" fmla="*/ 35433 w 276225"/>
                <a:gd name="connsiteY653" fmla="*/ 164687 h 228600"/>
                <a:gd name="connsiteX654" fmla="*/ 34862 w 276225"/>
                <a:gd name="connsiteY654" fmla="*/ 165259 h 228600"/>
                <a:gd name="connsiteX655" fmla="*/ 34862 w 276225"/>
                <a:gd name="connsiteY655" fmla="*/ 167449 h 228600"/>
                <a:gd name="connsiteX656" fmla="*/ 35147 w 276225"/>
                <a:gd name="connsiteY656" fmla="*/ 168021 h 228600"/>
                <a:gd name="connsiteX657" fmla="*/ 35719 w 276225"/>
                <a:gd name="connsiteY657" fmla="*/ 168688 h 228600"/>
                <a:gd name="connsiteX658" fmla="*/ 35909 w 276225"/>
                <a:gd name="connsiteY658" fmla="*/ 169164 h 228600"/>
                <a:gd name="connsiteX659" fmla="*/ 35528 w 276225"/>
                <a:gd name="connsiteY659" fmla="*/ 169164 h 228600"/>
                <a:gd name="connsiteX660" fmla="*/ 34766 w 276225"/>
                <a:gd name="connsiteY660" fmla="*/ 168402 h 228600"/>
                <a:gd name="connsiteX661" fmla="*/ 34481 w 276225"/>
                <a:gd name="connsiteY661" fmla="*/ 168021 h 228600"/>
                <a:gd name="connsiteX662" fmla="*/ 33433 w 276225"/>
                <a:gd name="connsiteY662" fmla="*/ 168688 h 228600"/>
                <a:gd name="connsiteX663" fmla="*/ 34481 w 276225"/>
                <a:gd name="connsiteY663" fmla="*/ 170212 h 228600"/>
                <a:gd name="connsiteX664" fmla="*/ 34957 w 276225"/>
                <a:gd name="connsiteY664" fmla="*/ 169831 h 228600"/>
                <a:gd name="connsiteX665" fmla="*/ 35719 w 276225"/>
                <a:gd name="connsiteY665" fmla="*/ 169450 h 228600"/>
                <a:gd name="connsiteX666" fmla="*/ 36481 w 276225"/>
                <a:gd name="connsiteY666" fmla="*/ 169259 h 228600"/>
                <a:gd name="connsiteX667" fmla="*/ 37052 w 276225"/>
                <a:gd name="connsiteY667" fmla="*/ 169450 h 228600"/>
                <a:gd name="connsiteX668" fmla="*/ 37433 w 276225"/>
                <a:gd name="connsiteY668" fmla="*/ 169450 h 228600"/>
                <a:gd name="connsiteX669" fmla="*/ 37719 w 276225"/>
                <a:gd name="connsiteY669" fmla="*/ 168783 h 228600"/>
                <a:gd name="connsiteX670" fmla="*/ 37814 w 276225"/>
                <a:gd name="connsiteY670" fmla="*/ 167926 h 228600"/>
                <a:gd name="connsiteX671" fmla="*/ 37814 w 276225"/>
                <a:gd name="connsiteY671" fmla="*/ 166116 h 228600"/>
                <a:gd name="connsiteX672" fmla="*/ 38100 w 276225"/>
                <a:gd name="connsiteY672" fmla="*/ 166688 h 228600"/>
                <a:gd name="connsiteX673" fmla="*/ 38386 w 276225"/>
                <a:gd name="connsiteY673" fmla="*/ 166783 h 228600"/>
                <a:gd name="connsiteX674" fmla="*/ 38862 w 276225"/>
                <a:gd name="connsiteY674" fmla="*/ 166783 h 228600"/>
                <a:gd name="connsiteX675" fmla="*/ 38671 w 276225"/>
                <a:gd name="connsiteY675" fmla="*/ 167164 h 228600"/>
                <a:gd name="connsiteX676" fmla="*/ 38481 w 276225"/>
                <a:gd name="connsiteY676" fmla="*/ 168307 h 228600"/>
                <a:gd name="connsiteX677" fmla="*/ 38862 w 276225"/>
                <a:gd name="connsiteY677" fmla="*/ 167926 h 228600"/>
                <a:gd name="connsiteX678" fmla="*/ 38767 w 276225"/>
                <a:gd name="connsiteY678" fmla="*/ 168973 h 228600"/>
                <a:gd name="connsiteX679" fmla="*/ 38862 w 276225"/>
                <a:gd name="connsiteY679" fmla="*/ 170307 h 228600"/>
                <a:gd name="connsiteX680" fmla="*/ 39243 w 276225"/>
                <a:gd name="connsiteY680" fmla="*/ 171450 h 228600"/>
                <a:gd name="connsiteX681" fmla="*/ 40672 w 276225"/>
                <a:gd name="connsiteY681" fmla="*/ 172117 h 228600"/>
                <a:gd name="connsiteX682" fmla="*/ 41339 w 276225"/>
                <a:gd name="connsiteY682" fmla="*/ 173069 h 228600"/>
                <a:gd name="connsiteX683" fmla="*/ 41815 w 276225"/>
                <a:gd name="connsiteY683" fmla="*/ 173355 h 228600"/>
                <a:gd name="connsiteX684" fmla="*/ 42291 w 276225"/>
                <a:gd name="connsiteY684" fmla="*/ 173259 h 228600"/>
                <a:gd name="connsiteX685" fmla="*/ 42672 w 276225"/>
                <a:gd name="connsiteY685" fmla="*/ 172879 h 228600"/>
                <a:gd name="connsiteX686" fmla="*/ 42767 w 276225"/>
                <a:gd name="connsiteY686" fmla="*/ 172402 h 228600"/>
                <a:gd name="connsiteX687" fmla="*/ 42577 w 276225"/>
                <a:gd name="connsiteY687" fmla="*/ 172021 h 228600"/>
                <a:gd name="connsiteX688" fmla="*/ 42767 w 276225"/>
                <a:gd name="connsiteY688" fmla="*/ 171450 h 228600"/>
                <a:gd name="connsiteX689" fmla="*/ 42863 w 276225"/>
                <a:gd name="connsiteY689" fmla="*/ 171259 h 228600"/>
                <a:gd name="connsiteX690" fmla="*/ 43244 w 276225"/>
                <a:gd name="connsiteY690" fmla="*/ 171259 h 228600"/>
                <a:gd name="connsiteX691" fmla="*/ 43148 w 276225"/>
                <a:gd name="connsiteY691" fmla="*/ 171450 h 228600"/>
                <a:gd name="connsiteX692" fmla="*/ 42863 w 276225"/>
                <a:gd name="connsiteY692" fmla="*/ 172021 h 228600"/>
                <a:gd name="connsiteX693" fmla="*/ 43339 w 276225"/>
                <a:gd name="connsiteY693" fmla="*/ 172498 h 228600"/>
                <a:gd name="connsiteX694" fmla="*/ 44958 w 276225"/>
                <a:gd name="connsiteY694" fmla="*/ 175641 h 228600"/>
                <a:gd name="connsiteX695" fmla="*/ 44196 w 276225"/>
                <a:gd name="connsiteY695" fmla="*/ 175355 h 228600"/>
                <a:gd name="connsiteX696" fmla="*/ 43339 w 276225"/>
                <a:gd name="connsiteY696" fmla="*/ 174117 h 228600"/>
                <a:gd name="connsiteX697" fmla="*/ 42672 w 276225"/>
                <a:gd name="connsiteY697" fmla="*/ 173831 h 228600"/>
                <a:gd name="connsiteX698" fmla="*/ 41815 w 276225"/>
                <a:gd name="connsiteY698" fmla="*/ 173926 h 228600"/>
                <a:gd name="connsiteX699" fmla="*/ 41148 w 276225"/>
                <a:gd name="connsiteY699" fmla="*/ 174212 h 228600"/>
                <a:gd name="connsiteX700" fmla="*/ 40577 w 276225"/>
                <a:gd name="connsiteY700" fmla="*/ 174688 h 228600"/>
                <a:gd name="connsiteX701" fmla="*/ 40196 w 276225"/>
                <a:gd name="connsiteY701" fmla="*/ 175260 h 228600"/>
                <a:gd name="connsiteX702" fmla="*/ 39910 w 276225"/>
                <a:gd name="connsiteY702" fmla="*/ 175260 h 228600"/>
                <a:gd name="connsiteX703" fmla="*/ 39815 w 276225"/>
                <a:gd name="connsiteY703" fmla="*/ 174784 h 228600"/>
                <a:gd name="connsiteX704" fmla="*/ 39815 w 276225"/>
                <a:gd name="connsiteY704" fmla="*/ 174688 h 228600"/>
                <a:gd name="connsiteX705" fmla="*/ 39624 w 276225"/>
                <a:gd name="connsiteY705" fmla="*/ 174688 h 228600"/>
                <a:gd name="connsiteX706" fmla="*/ 39148 w 276225"/>
                <a:gd name="connsiteY706" fmla="*/ 174593 h 228600"/>
                <a:gd name="connsiteX707" fmla="*/ 39529 w 276225"/>
                <a:gd name="connsiteY707" fmla="*/ 175260 h 228600"/>
                <a:gd name="connsiteX708" fmla="*/ 40291 w 276225"/>
                <a:gd name="connsiteY708" fmla="*/ 176403 h 228600"/>
                <a:gd name="connsiteX709" fmla="*/ 40672 w 276225"/>
                <a:gd name="connsiteY709" fmla="*/ 177165 h 228600"/>
                <a:gd name="connsiteX710" fmla="*/ 40862 w 276225"/>
                <a:gd name="connsiteY710" fmla="*/ 178117 h 228600"/>
                <a:gd name="connsiteX711" fmla="*/ 40862 w 276225"/>
                <a:gd name="connsiteY711" fmla="*/ 178784 h 228600"/>
                <a:gd name="connsiteX712" fmla="*/ 41053 w 276225"/>
                <a:gd name="connsiteY712" fmla="*/ 179356 h 228600"/>
                <a:gd name="connsiteX713" fmla="*/ 41720 w 276225"/>
                <a:gd name="connsiteY713" fmla="*/ 180022 h 228600"/>
                <a:gd name="connsiteX714" fmla="*/ 42101 w 276225"/>
                <a:gd name="connsiteY714" fmla="*/ 179737 h 228600"/>
                <a:gd name="connsiteX715" fmla="*/ 42482 w 276225"/>
                <a:gd name="connsiteY715" fmla="*/ 179546 h 228600"/>
                <a:gd name="connsiteX716" fmla="*/ 43244 w 276225"/>
                <a:gd name="connsiteY716" fmla="*/ 179260 h 228600"/>
                <a:gd name="connsiteX717" fmla="*/ 43339 w 276225"/>
                <a:gd name="connsiteY717" fmla="*/ 180022 h 228600"/>
                <a:gd name="connsiteX718" fmla="*/ 43815 w 276225"/>
                <a:gd name="connsiteY718" fmla="*/ 181356 h 228600"/>
                <a:gd name="connsiteX719" fmla="*/ 43910 w 276225"/>
                <a:gd name="connsiteY719" fmla="*/ 182213 h 228600"/>
                <a:gd name="connsiteX720" fmla="*/ 43625 w 276225"/>
                <a:gd name="connsiteY720" fmla="*/ 182213 h 228600"/>
                <a:gd name="connsiteX721" fmla="*/ 42958 w 276225"/>
                <a:gd name="connsiteY721" fmla="*/ 181451 h 228600"/>
                <a:gd name="connsiteX722" fmla="*/ 41434 w 276225"/>
                <a:gd name="connsiteY722" fmla="*/ 182404 h 228600"/>
                <a:gd name="connsiteX723" fmla="*/ 40005 w 276225"/>
                <a:gd name="connsiteY723" fmla="*/ 183737 h 228600"/>
                <a:gd name="connsiteX724" fmla="*/ 39624 w 276225"/>
                <a:gd name="connsiteY724" fmla="*/ 184404 h 228600"/>
                <a:gd name="connsiteX725" fmla="*/ 39624 w 276225"/>
                <a:gd name="connsiteY725" fmla="*/ 184690 h 228600"/>
                <a:gd name="connsiteX726" fmla="*/ 40005 w 276225"/>
                <a:gd name="connsiteY726" fmla="*/ 185261 h 228600"/>
                <a:gd name="connsiteX727" fmla="*/ 39624 w 276225"/>
                <a:gd name="connsiteY727" fmla="*/ 185642 h 228600"/>
                <a:gd name="connsiteX728" fmla="*/ 39053 w 276225"/>
                <a:gd name="connsiteY728" fmla="*/ 186023 h 228600"/>
                <a:gd name="connsiteX729" fmla="*/ 38958 w 276225"/>
                <a:gd name="connsiteY729" fmla="*/ 186595 h 228600"/>
                <a:gd name="connsiteX730" fmla="*/ 39243 w 276225"/>
                <a:gd name="connsiteY730" fmla="*/ 186690 h 228600"/>
                <a:gd name="connsiteX731" fmla="*/ 40291 w 276225"/>
                <a:gd name="connsiteY731" fmla="*/ 186690 h 228600"/>
                <a:gd name="connsiteX732" fmla="*/ 40672 w 276225"/>
                <a:gd name="connsiteY732" fmla="*/ 186785 h 228600"/>
                <a:gd name="connsiteX733" fmla="*/ 40958 w 276225"/>
                <a:gd name="connsiteY733" fmla="*/ 187166 h 228600"/>
                <a:gd name="connsiteX734" fmla="*/ 41053 w 276225"/>
                <a:gd name="connsiteY734" fmla="*/ 187642 h 228600"/>
                <a:gd name="connsiteX735" fmla="*/ 41148 w 276225"/>
                <a:gd name="connsiteY735" fmla="*/ 188119 h 228600"/>
                <a:gd name="connsiteX736" fmla="*/ 41243 w 276225"/>
                <a:gd name="connsiteY736" fmla="*/ 188500 h 228600"/>
                <a:gd name="connsiteX737" fmla="*/ 42005 w 276225"/>
                <a:gd name="connsiteY737" fmla="*/ 189833 h 228600"/>
                <a:gd name="connsiteX738" fmla="*/ 42196 w 276225"/>
                <a:gd name="connsiteY738" fmla="*/ 190500 h 228600"/>
                <a:gd name="connsiteX739" fmla="*/ 42291 w 276225"/>
                <a:gd name="connsiteY739" fmla="*/ 191452 h 228600"/>
                <a:gd name="connsiteX740" fmla="*/ 42101 w 276225"/>
                <a:gd name="connsiteY740" fmla="*/ 192405 h 228600"/>
                <a:gd name="connsiteX741" fmla="*/ 41720 w 276225"/>
                <a:gd name="connsiteY741" fmla="*/ 193167 h 228600"/>
                <a:gd name="connsiteX742" fmla="*/ 41339 w 276225"/>
                <a:gd name="connsiteY742" fmla="*/ 193738 h 228600"/>
                <a:gd name="connsiteX743" fmla="*/ 41148 w 276225"/>
                <a:gd name="connsiteY743" fmla="*/ 194215 h 228600"/>
                <a:gd name="connsiteX744" fmla="*/ 41243 w 276225"/>
                <a:gd name="connsiteY744" fmla="*/ 195643 h 228600"/>
                <a:gd name="connsiteX745" fmla="*/ 41720 w 276225"/>
                <a:gd name="connsiteY745" fmla="*/ 198406 h 228600"/>
                <a:gd name="connsiteX746" fmla="*/ 41815 w 276225"/>
                <a:gd name="connsiteY746" fmla="*/ 200025 h 228600"/>
                <a:gd name="connsiteX747" fmla="*/ 41624 w 276225"/>
                <a:gd name="connsiteY747" fmla="*/ 200215 h 228600"/>
                <a:gd name="connsiteX748" fmla="*/ 41243 w 276225"/>
                <a:gd name="connsiteY748" fmla="*/ 201073 h 228600"/>
                <a:gd name="connsiteX749" fmla="*/ 40958 w 276225"/>
                <a:gd name="connsiteY749" fmla="*/ 202025 h 228600"/>
                <a:gd name="connsiteX750" fmla="*/ 41339 w 276225"/>
                <a:gd name="connsiteY750" fmla="*/ 202406 h 228600"/>
                <a:gd name="connsiteX751" fmla="*/ 41720 w 276225"/>
                <a:gd name="connsiteY751" fmla="*/ 202597 h 228600"/>
                <a:gd name="connsiteX752" fmla="*/ 43339 w 276225"/>
                <a:gd name="connsiteY752" fmla="*/ 203835 h 228600"/>
                <a:gd name="connsiteX753" fmla="*/ 42672 w 276225"/>
                <a:gd name="connsiteY753" fmla="*/ 204788 h 228600"/>
                <a:gd name="connsiteX754" fmla="*/ 43339 w 276225"/>
                <a:gd name="connsiteY754" fmla="*/ 205073 h 228600"/>
                <a:gd name="connsiteX755" fmla="*/ 44577 w 276225"/>
                <a:gd name="connsiteY755" fmla="*/ 205168 h 228600"/>
                <a:gd name="connsiteX756" fmla="*/ 45625 w 276225"/>
                <a:gd name="connsiteY756" fmla="*/ 205645 h 228600"/>
                <a:gd name="connsiteX757" fmla="*/ 46006 w 276225"/>
                <a:gd name="connsiteY757" fmla="*/ 205264 h 228600"/>
                <a:gd name="connsiteX758" fmla="*/ 46482 w 276225"/>
                <a:gd name="connsiteY758" fmla="*/ 204978 h 228600"/>
                <a:gd name="connsiteX759" fmla="*/ 47149 w 276225"/>
                <a:gd name="connsiteY759" fmla="*/ 204883 h 228600"/>
                <a:gd name="connsiteX760" fmla="*/ 47911 w 276225"/>
                <a:gd name="connsiteY760" fmla="*/ 204883 h 228600"/>
                <a:gd name="connsiteX761" fmla="*/ 47720 w 276225"/>
                <a:gd name="connsiteY761" fmla="*/ 204121 h 228600"/>
                <a:gd name="connsiteX762" fmla="*/ 48673 w 276225"/>
                <a:gd name="connsiteY762" fmla="*/ 203263 h 228600"/>
                <a:gd name="connsiteX763" fmla="*/ 50864 w 276225"/>
                <a:gd name="connsiteY763" fmla="*/ 201930 h 228600"/>
                <a:gd name="connsiteX764" fmla="*/ 52007 w 276225"/>
                <a:gd name="connsiteY764" fmla="*/ 202597 h 228600"/>
                <a:gd name="connsiteX765" fmla="*/ 53340 w 276225"/>
                <a:gd name="connsiteY765" fmla="*/ 203168 h 228600"/>
                <a:gd name="connsiteX766" fmla="*/ 54483 w 276225"/>
                <a:gd name="connsiteY766" fmla="*/ 203930 h 228600"/>
                <a:gd name="connsiteX767" fmla="*/ 54959 w 276225"/>
                <a:gd name="connsiteY767" fmla="*/ 205168 h 228600"/>
                <a:gd name="connsiteX768" fmla="*/ 55531 w 276225"/>
                <a:gd name="connsiteY768" fmla="*/ 204883 h 228600"/>
                <a:gd name="connsiteX769" fmla="*/ 55817 w 276225"/>
                <a:gd name="connsiteY769" fmla="*/ 204692 h 228600"/>
                <a:gd name="connsiteX770" fmla="*/ 56007 w 276225"/>
                <a:gd name="connsiteY770" fmla="*/ 204406 h 228600"/>
                <a:gd name="connsiteX771" fmla="*/ 56674 w 276225"/>
                <a:gd name="connsiteY771" fmla="*/ 204597 h 228600"/>
                <a:gd name="connsiteX772" fmla="*/ 57531 w 276225"/>
                <a:gd name="connsiteY772" fmla="*/ 204406 h 228600"/>
                <a:gd name="connsiteX773" fmla="*/ 58293 w 276225"/>
                <a:gd name="connsiteY773" fmla="*/ 203930 h 228600"/>
                <a:gd name="connsiteX774" fmla="*/ 58579 w 276225"/>
                <a:gd name="connsiteY774" fmla="*/ 203073 h 228600"/>
                <a:gd name="connsiteX775" fmla="*/ 58484 w 276225"/>
                <a:gd name="connsiteY775" fmla="*/ 202406 h 228600"/>
                <a:gd name="connsiteX776" fmla="*/ 58198 w 276225"/>
                <a:gd name="connsiteY776" fmla="*/ 201549 h 228600"/>
                <a:gd name="connsiteX777" fmla="*/ 58198 w 276225"/>
                <a:gd name="connsiteY777" fmla="*/ 201073 h 228600"/>
                <a:gd name="connsiteX778" fmla="*/ 58293 w 276225"/>
                <a:gd name="connsiteY778" fmla="*/ 200406 h 228600"/>
                <a:gd name="connsiteX779" fmla="*/ 58865 w 276225"/>
                <a:gd name="connsiteY779" fmla="*/ 198977 h 228600"/>
                <a:gd name="connsiteX780" fmla="*/ 58960 w 276225"/>
                <a:gd name="connsiteY780" fmla="*/ 197739 h 228600"/>
                <a:gd name="connsiteX781" fmla="*/ 59341 w 276225"/>
                <a:gd name="connsiteY781" fmla="*/ 196786 h 228600"/>
                <a:gd name="connsiteX782" fmla="*/ 60674 w 276225"/>
                <a:gd name="connsiteY782" fmla="*/ 194310 h 228600"/>
                <a:gd name="connsiteX783" fmla="*/ 61055 w 276225"/>
                <a:gd name="connsiteY783" fmla="*/ 193357 h 228600"/>
                <a:gd name="connsiteX784" fmla="*/ 60960 w 276225"/>
                <a:gd name="connsiteY784" fmla="*/ 192786 h 228600"/>
                <a:gd name="connsiteX785" fmla="*/ 59912 w 276225"/>
                <a:gd name="connsiteY785" fmla="*/ 193262 h 228600"/>
                <a:gd name="connsiteX786" fmla="*/ 60960 w 276225"/>
                <a:gd name="connsiteY786" fmla="*/ 191738 h 228600"/>
                <a:gd name="connsiteX787" fmla="*/ 61246 w 276225"/>
                <a:gd name="connsiteY787" fmla="*/ 190976 h 228600"/>
                <a:gd name="connsiteX788" fmla="*/ 60960 w 276225"/>
                <a:gd name="connsiteY788" fmla="*/ 190309 h 228600"/>
                <a:gd name="connsiteX789" fmla="*/ 60960 w 276225"/>
                <a:gd name="connsiteY789" fmla="*/ 190024 h 228600"/>
                <a:gd name="connsiteX790" fmla="*/ 61627 w 276225"/>
                <a:gd name="connsiteY790" fmla="*/ 190214 h 228600"/>
                <a:gd name="connsiteX791" fmla="*/ 61817 w 276225"/>
                <a:gd name="connsiteY791" fmla="*/ 190309 h 228600"/>
                <a:gd name="connsiteX792" fmla="*/ 62103 w 276225"/>
                <a:gd name="connsiteY792" fmla="*/ 190690 h 228600"/>
                <a:gd name="connsiteX793" fmla="*/ 62484 w 276225"/>
                <a:gd name="connsiteY793" fmla="*/ 190690 h 228600"/>
                <a:gd name="connsiteX794" fmla="*/ 63246 w 276225"/>
                <a:gd name="connsiteY794" fmla="*/ 189547 h 228600"/>
                <a:gd name="connsiteX795" fmla="*/ 63056 w 276225"/>
                <a:gd name="connsiteY795" fmla="*/ 189452 h 228600"/>
                <a:gd name="connsiteX796" fmla="*/ 63056 w 276225"/>
                <a:gd name="connsiteY796" fmla="*/ 189452 h 228600"/>
                <a:gd name="connsiteX797" fmla="*/ 63056 w 276225"/>
                <a:gd name="connsiteY797" fmla="*/ 189452 h 228600"/>
                <a:gd name="connsiteX798" fmla="*/ 62960 w 276225"/>
                <a:gd name="connsiteY798" fmla="*/ 189262 h 228600"/>
                <a:gd name="connsiteX799" fmla="*/ 64579 w 276225"/>
                <a:gd name="connsiteY799" fmla="*/ 189452 h 228600"/>
                <a:gd name="connsiteX800" fmla="*/ 66104 w 276225"/>
                <a:gd name="connsiteY800" fmla="*/ 190024 h 228600"/>
                <a:gd name="connsiteX801" fmla="*/ 67246 w 276225"/>
                <a:gd name="connsiteY801" fmla="*/ 190976 h 228600"/>
                <a:gd name="connsiteX802" fmla="*/ 67913 w 276225"/>
                <a:gd name="connsiteY802" fmla="*/ 192881 h 228600"/>
                <a:gd name="connsiteX803" fmla="*/ 68390 w 276225"/>
                <a:gd name="connsiteY803" fmla="*/ 193262 h 228600"/>
                <a:gd name="connsiteX804" fmla="*/ 69056 w 276225"/>
                <a:gd name="connsiteY804" fmla="*/ 193548 h 228600"/>
                <a:gd name="connsiteX805" fmla="*/ 70580 w 276225"/>
                <a:gd name="connsiteY805" fmla="*/ 193738 h 228600"/>
                <a:gd name="connsiteX806" fmla="*/ 71057 w 276225"/>
                <a:gd name="connsiteY806" fmla="*/ 193929 h 228600"/>
                <a:gd name="connsiteX807" fmla="*/ 72104 w 276225"/>
                <a:gd name="connsiteY807" fmla="*/ 194691 h 228600"/>
                <a:gd name="connsiteX808" fmla="*/ 71342 w 276225"/>
                <a:gd name="connsiteY808" fmla="*/ 196501 h 228600"/>
                <a:gd name="connsiteX809" fmla="*/ 72390 w 276225"/>
                <a:gd name="connsiteY809" fmla="*/ 199168 h 228600"/>
                <a:gd name="connsiteX810" fmla="*/ 73914 w 276225"/>
                <a:gd name="connsiteY810" fmla="*/ 201834 h 228600"/>
                <a:gd name="connsiteX811" fmla="*/ 74676 w 276225"/>
                <a:gd name="connsiteY811" fmla="*/ 203740 h 228600"/>
                <a:gd name="connsiteX812" fmla="*/ 74771 w 276225"/>
                <a:gd name="connsiteY812" fmla="*/ 205835 h 228600"/>
                <a:gd name="connsiteX813" fmla="*/ 74676 w 276225"/>
                <a:gd name="connsiteY813" fmla="*/ 206407 h 228600"/>
                <a:gd name="connsiteX814" fmla="*/ 74200 w 276225"/>
                <a:gd name="connsiteY814" fmla="*/ 207169 h 228600"/>
                <a:gd name="connsiteX815" fmla="*/ 73533 w 276225"/>
                <a:gd name="connsiteY815" fmla="*/ 207645 h 228600"/>
                <a:gd name="connsiteX816" fmla="*/ 72962 w 276225"/>
                <a:gd name="connsiteY816" fmla="*/ 207931 h 228600"/>
                <a:gd name="connsiteX817" fmla="*/ 72485 w 276225"/>
                <a:gd name="connsiteY817" fmla="*/ 208312 h 228600"/>
                <a:gd name="connsiteX818" fmla="*/ 72295 w 276225"/>
                <a:gd name="connsiteY818" fmla="*/ 208693 h 228600"/>
                <a:gd name="connsiteX819" fmla="*/ 72009 w 276225"/>
                <a:gd name="connsiteY819" fmla="*/ 210979 h 228600"/>
                <a:gd name="connsiteX820" fmla="*/ 72200 w 276225"/>
                <a:gd name="connsiteY820" fmla="*/ 211264 h 228600"/>
                <a:gd name="connsiteX821" fmla="*/ 72866 w 276225"/>
                <a:gd name="connsiteY821" fmla="*/ 211455 h 228600"/>
                <a:gd name="connsiteX822" fmla="*/ 72866 w 276225"/>
                <a:gd name="connsiteY822" fmla="*/ 211836 h 228600"/>
                <a:gd name="connsiteX823" fmla="*/ 72676 w 276225"/>
                <a:gd name="connsiteY823" fmla="*/ 211836 h 228600"/>
                <a:gd name="connsiteX824" fmla="*/ 72676 w 276225"/>
                <a:gd name="connsiteY824" fmla="*/ 211836 h 228600"/>
                <a:gd name="connsiteX825" fmla="*/ 68580 w 276225"/>
                <a:gd name="connsiteY825" fmla="*/ 212026 h 228600"/>
                <a:gd name="connsiteX826" fmla="*/ 66580 w 276225"/>
                <a:gd name="connsiteY826" fmla="*/ 212598 h 228600"/>
                <a:gd name="connsiteX827" fmla="*/ 65723 w 276225"/>
                <a:gd name="connsiteY827" fmla="*/ 213836 h 228600"/>
                <a:gd name="connsiteX828" fmla="*/ 65532 w 276225"/>
                <a:gd name="connsiteY828" fmla="*/ 214598 h 228600"/>
                <a:gd name="connsiteX829" fmla="*/ 65056 w 276225"/>
                <a:gd name="connsiteY829" fmla="*/ 215646 h 228600"/>
                <a:gd name="connsiteX830" fmla="*/ 64484 w 276225"/>
                <a:gd name="connsiteY830" fmla="*/ 216598 h 228600"/>
                <a:gd name="connsiteX831" fmla="*/ 64103 w 276225"/>
                <a:gd name="connsiteY831" fmla="*/ 216979 h 228600"/>
                <a:gd name="connsiteX832" fmla="*/ 63437 w 276225"/>
                <a:gd name="connsiteY832" fmla="*/ 217456 h 228600"/>
                <a:gd name="connsiteX833" fmla="*/ 63151 w 276225"/>
                <a:gd name="connsiteY833" fmla="*/ 218408 h 228600"/>
                <a:gd name="connsiteX834" fmla="*/ 63437 w 276225"/>
                <a:gd name="connsiteY834" fmla="*/ 219075 h 228600"/>
                <a:gd name="connsiteX835" fmla="*/ 64294 w 276225"/>
                <a:gd name="connsiteY835" fmla="*/ 218694 h 228600"/>
                <a:gd name="connsiteX836" fmla="*/ 65342 w 276225"/>
                <a:gd name="connsiteY836" fmla="*/ 219456 h 228600"/>
                <a:gd name="connsiteX837" fmla="*/ 65818 w 276225"/>
                <a:gd name="connsiteY837" fmla="*/ 220027 h 228600"/>
                <a:gd name="connsiteX838" fmla="*/ 66199 w 276225"/>
                <a:gd name="connsiteY838" fmla="*/ 221266 h 228600"/>
                <a:gd name="connsiteX839" fmla="*/ 66675 w 276225"/>
                <a:gd name="connsiteY839" fmla="*/ 221647 h 228600"/>
                <a:gd name="connsiteX840" fmla="*/ 67151 w 276225"/>
                <a:gd name="connsiteY840" fmla="*/ 221837 h 228600"/>
                <a:gd name="connsiteX841" fmla="*/ 67533 w 276225"/>
                <a:gd name="connsiteY841" fmla="*/ 221932 h 228600"/>
                <a:gd name="connsiteX842" fmla="*/ 67818 w 276225"/>
                <a:gd name="connsiteY842" fmla="*/ 221932 h 228600"/>
                <a:gd name="connsiteX843" fmla="*/ 68009 w 276225"/>
                <a:gd name="connsiteY843" fmla="*/ 221742 h 228600"/>
                <a:gd name="connsiteX844" fmla="*/ 68199 w 276225"/>
                <a:gd name="connsiteY844" fmla="*/ 221551 h 228600"/>
                <a:gd name="connsiteX845" fmla="*/ 68580 w 276225"/>
                <a:gd name="connsiteY845" fmla="*/ 221551 h 228600"/>
                <a:gd name="connsiteX846" fmla="*/ 68771 w 276225"/>
                <a:gd name="connsiteY846" fmla="*/ 221837 h 228600"/>
                <a:gd name="connsiteX847" fmla="*/ 68866 w 276225"/>
                <a:gd name="connsiteY847" fmla="*/ 222504 h 228600"/>
                <a:gd name="connsiteX848" fmla="*/ 69056 w 276225"/>
                <a:gd name="connsiteY848" fmla="*/ 222694 h 228600"/>
                <a:gd name="connsiteX849" fmla="*/ 69056 w 276225"/>
                <a:gd name="connsiteY849" fmla="*/ 223075 h 228600"/>
                <a:gd name="connsiteX850" fmla="*/ 69152 w 276225"/>
                <a:gd name="connsiteY850" fmla="*/ 223838 h 228600"/>
                <a:gd name="connsiteX851" fmla="*/ 69533 w 276225"/>
                <a:gd name="connsiteY851" fmla="*/ 224599 h 228600"/>
                <a:gd name="connsiteX852" fmla="*/ 70199 w 276225"/>
                <a:gd name="connsiteY852" fmla="*/ 224980 h 228600"/>
                <a:gd name="connsiteX853" fmla="*/ 71152 w 276225"/>
                <a:gd name="connsiteY853" fmla="*/ 224980 h 228600"/>
                <a:gd name="connsiteX854" fmla="*/ 73152 w 276225"/>
                <a:gd name="connsiteY854" fmla="*/ 224504 h 228600"/>
                <a:gd name="connsiteX855" fmla="*/ 74867 w 276225"/>
                <a:gd name="connsiteY855" fmla="*/ 224599 h 228600"/>
                <a:gd name="connsiteX856" fmla="*/ 76010 w 276225"/>
                <a:gd name="connsiteY856" fmla="*/ 224218 h 228600"/>
                <a:gd name="connsiteX857" fmla="*/ 75724 w 276225"/>
                <a:gd name="connsiteY857" fmla="*/ 223266 h 228600"/>
                <a:gd name="connsiteX858" fmla="*/ 74771 w 276225"/>
                <a:gd name="connsiteY858" fmla="*/ 222313 h 228600"/>
                <a:gd name="connsiteX859" fmla="*/ 73628 w 276225"/>
                <a:gd name="connsiteY859" fmla="*/ 221742 h 228600"/>
                <a:gd name="connsiteX860" fmla="*/ 73628 w 276225"/>
                <a:gd name="connsiteY860" fmla="*/ 221361 h 228600"/>
                <a:gd name="connsiteX861" fmla="*/ 74009 w 276225"/>
                <a:gd name="connsiteY861" fmla="*/ 221551 h 228600"/>
                <a:gd name="connsiteX862" fmla="*/ 74867 w 276225"/>
                <a:gd name="connsiteY862" fmla="*/ 221551 h 228600"/>
                <a:gd name="connsiteX863" fmla="*/ 75438 w 276225"/>
                <a:gd name="connsiteY863" fmla="*/ 221647 h 228600"/>
                <a:gd name="connsiteX864" fmla="*/ 75819 w 276225"/>
                <a:gd name="connsiteY864" fmla="*/ 221932 h 228600"/>
                <a:gd name="connsiteX865" fmla="*/ 76010 w 276225"/>
                <a:gd name="connsiteY865" fmla="*/ 222313 h 228600"/>
                <a:gd name="connsiteX866" fmla="*/ 76295 w 276225"/>
                <a:gd name="connsiteY866" fmla="*/ 222599 h 228600"/>
                <a:gd name="connsiteX867" fmla="*/ 76962 w 276225"/>
                <a:gd name="connsiteY867" fmla="*/ 222694 h 228600"/>
                <a:gd name="connsiteX868" fmla="*/ 78200 w 276225"/>
                <a:gd name="connsiteY868" fmla="*/ 222694 h 228600"/>
                <a:gd name="connsiteX869" fmla="*/ 79058 w 276225"/>
                <a:gd name="connsiteY869" fmla="*/ 222599 h 228600"/>
                <a:gd name="connsiteX870" fmla="*/ 79724 w 276225"/>
                <a:gd name="connsiteY870" fmla="*/ 222313 h 228600"/>
                <a:gd name="connsiteX871" fmla="*/ 80296 w 276225"/>
                <a:gd name="connsiteY871" fmla="*/ 221647 h 228600"/>
                <a:gd name="connsiteX872" fmla="*/ 81439 w 276225"/>
                <a:gd name="connsiteY872" fmla="*/ 220027 h 228600"/>
                <a:gd name="connsiteX873" fmla="*/ 81915 w 276225"/>
                <a:gd name="connsiteY873" fmla="*/ 219075 h 228600"/>
                <a:gd name="connsiteX874" fmla="*/ 82106 w 276225"/>
                <a:gd name="connsiteY874" fmla="*/ 218122 h 228600"/>
                <a:gd name="connsiteX875" fmla="*/ 81725 w 276225"/>
                <a:gd name="connsiteY875" fmla="*/ 216122 h 228600"/>
                <a:gd name="connsiteX876" fmla="*/ 81725 w 276225"/>
                <a:gd name="connsiteY876" fmla="*/ 214979 h 228600"/>
                <a:gd name="connsiteX877" fmla="*/ 82106 w 276225"/>
                <a:gd name="connsiteY877" fmla="*/ 213931 h 228600"/>
                <a:gd name="connsiteX878" fmla="*/ 82296 w 276225"/>
                <a:gd name="connsiteY878" fmla="*/ 214217 h 228600"/>
                <a:gd name="connsiteX879" fmla="*/ 82391 w 276225"/>
                <a:gd name="connsiteY879" fmla="*/ 214979 h 228600"/>
                <a:gd name="connsiteX880" fmla="*/ 82582 w 276225"/>
                <a:gd name="connsiteY880" fmla="*/ 215265 h 228600"/>
                <a:gd name="connsiteX881" fmla="*/ 82582 w 276225"/>
                <a:gd name="connsiteY881" fmla="*/ 215455 h 228600"/>
                <a:gd name="connsiteX882" fmla="*/ 82582 w 276225"/>
                <a:gd name="connsiteY882" fmla="*/ 215741 h 228600"/>
                <a:gd name="connsiteX883" fmla="*/ 82582 w 276225"/>
                <a:gd name="connsiteY883" fmla="*/ 215932 h 228600"/>
                <a:gd name="connsiteX884" fmla="*/ 82772 w 276225"/>
                <a:gd name="connsiteY884" fmla="*/ 216027 h 228600"/>
                <a:gd name="connsiteX885" fmla="*/ 83534 w 276225"/>
                <a:gd name="connsiteY885" fmla="*/ 216027 h 228600"/>
                <a:gd name="connsiteX886" fmla="*/ 83725 w 276225"/>
                <a:gd name="connsiteY886" fmla="*/ 216027 h 228600"/>
                <a:gd name="connsiteX887" fmla="*/ 84868 w 276225"/>
                <a:gd name="connsiteY887" fmla="*/ 218122 h 228600"/>
                <a:gd name="connsiteX888" fmla="*/ 84963 w 276225"/>
                <a:gd name="connsiteY888" fmla="*/ 218503 h 228600"/>
                <a:gd name="connsiteX889" fmla="*/ 86392 w 276225"/>
                <a:gd name="connsiteY889" fmla="*/ 219742 h 228600"/>
                <a:gd name="connsiteX890" fmla="*/ 87154 w 276225"/>
                <a:gd name="connsiteY890" fmla="*/ 219932 h 228600"/>
                <a:gd name="connsiteX891" fmla="*/ 88011 w 276225"/>
                <a:gd name="connsiteY891" fmla="*/ 220027 h 228600"/>
                <a:gd name="connsiteX892" fmla="*/ 93059 w 276225"/>
                <a:gd name="connsiteY892" fmla="*/ 221456 h 228600"/>
                <a:gd name="connsiteX893" fmla="*/ 94012 w 276225"/>
                <a:gd name="connsiteY893" fmla="*/ 221551 h 228600"/>
                <a:gd name="connsiteX894" fmla="*/ 95250 w 276225"/>
                <a:gd name="connsiteY894" fmla="*/ 221171 h 228600"/>
                <a:gd name="connsiteX895" fmla="*/ 96108 w 276225"/>
                <a:gd name="connsiteY895" fmla="*/ 221075 h 228600"/>
                <a:gd name="connsiteX896" fmla="*/ 98774 w 276225"/>
                <a:gd name="connsiteY896" fmla="*/ 221742 h 228600"/>
                <a:gd name="connsiteX897" fmla="*/ 100108 w 276225"/>
                <a:gd name="connsiteY897" fmla="*/ 221742 h 228600"/>
                <a:gd name="connsiteX898" fmla="*/ 100965 w 276225"/>
                <a:gd name="connsiteY898" fmla="*/ 220694 h 228600"/>
                <a:gd name="connsiteX899" fmla="*/ 101346 w 276225"/>
                <a:gd name="connsiteY899" fmla="*/ 221075 h 228600"/>
                <a:gd name="connsiteX900" fmla="*/ 101632 w 276225"/>
                <a:gd name="connsiteY900" fmla="*/ 220980 h 228600"/>
                <a:gd name="connsiteX901" fmla="*/ 101918 w 276225"/>
                <a:gd name="connsiteY901" fmla="*/ 220694 h 228600"/>
                <a:gd name="connsiteX902" fmla="*/ 102299 w 276225"/>
                <a:gd name="connsiteY902" fmla="*/ 220599 h 228600"/>
                <a:gd name="connsiteX903" fmla="*/ 102679 w 276225"/>
                <a:gd name="connsiteY903" fmla="*/ 220884 h 228600"/>
                <a:gd name="connsiteX904" fmla="*/ 103346 w 276225"/>
                <a:gd name="connsiteY904" fmla="*/ 221647 h 228600"/>
                <a:gd name="connsiteX905" fmla="*/ 103632 w 276225"/>
                <a:gd name="connsiteY905" fmla="*/ 221837 h 228600"/>
                <a:gd name="connsiteX906" fmla="*/ 104299 w 276225"/>
                <a:gd name="connsiteY906" fmla="*/ 222313 h 228600"/>
                <a:gd name="connsiteX907" fmla="*/ 104489 w 276225"/>
                <a:gd name="connsiteY907" fmla="*/ 224599 h 228600"/>
                <a:gd name="connsiteX908" fmla="*/ 104870 w 276225"/>
                <a:gd name="connsiteY908" fmla="*/ 225457 h 228600"/>
                <a:gd name="connsiteX909" fmla="*/ 105346 w 276225"/>
                <a:gd name="connsiteY909" fmla="*/ 225552 h 228600"/>
                <a:gd name="connsiteX910" fmla="*/ 105823 w 276225"/>
                <a:gd name="connsiteY910" fmla="*/ 225457 h 228600"/>
                <a:gd name="connsiteX911" fmla="*/ 106680 w 276225"/>
                <a:gd name="connsiteY911" fmla="*/ 225076 h 228600"/>
                <a:gd name="connsiteX912" fmla="*/ 108299 w 276225"/>
                <a:gd name="connsiteY912" fmla="*/ 225076 h 228600"/>
                <a:gd name="connsiteX913" fmla="*/ 108776 w 276225"/>
                <a:gd name="connsiteY913" fmla="*/ 225361 h 228600"/>
                <a:gd name="connsiteX914" fmla="*/ 110585 w 276225"/>
                <a:gd name="connsiteY914" fmla="*/ 227266 h 228600"/>
                <a:gd name="connsiteX915" fmla="*/ 111347 w 276225"/>
                <a:gd name="connsiteY915" fmla="*/ 226981 h 228600"/>
                <a:gd name="connsiteX916" fmla="*/ 111919 w 276225"/>
                <a:gd name="connsiteY916" fmla="*/ 227266 h 228600"/>
                <a:gd name="connsiteX917" fmla="*/ 112776 w 276225"/>
                <a:gd name="connsiteY917" fmla="*/ 228409 h 228600"/>
                <a:gd name="connsiteX918" fmla="*/ 112871 w 276225"/>
                <a:gd name="connsiteY918" fmla="*/ 228695 h 228600"/>
                <a:gd name="connsiteX919" fmla="*/ 112871 w 276225"/>
                <a:gd name="connsiteY919" fmla="*/ 228695 h 228600"/>
                <a:gd name="connsiteX920" fmla="*/ 113824 w 276225"/>
                <a:gd name="connsiteY920" fmla="*/ 228886 h 228600"/>
                <a:gd name="connsiteX921" fmla="*/ 114586 w 276225"/>
                <a:gd name="connsiteY921" fmla="*/ 228790 h 228600"/>
                <a:gd name="connsiteX922" fmla="*/ 115158 w 276225"/>
                <a:gd name="connsiteY922" fmla="*/ 228314 h 228600"/>
                <a:gd name="connsiteX923" fmla="*/ 117348 w 276225"/>
                <a:gd name="connsiteY923" fmla="*/ 225076 h 228600"/>
                <a:gd name="connsiteX924" fmla="*/ 117824 w 276225"/>
                <a:gd name="connsiteY924" fmla="*/ 224218 h 228600"/>
                <a:gd name="connsiteX925" fmla="*/ 118301 w 276225"/>
                <a:gd name="connsiteY925" fmla="*/ 223456 h 228600"/>
                <a:gd name="connsiteX926" fmla="*/ 118967 w 276225"/>
                <a:gd name="connsiteY926" fmla="*/ 222980 h 228600"/>
                <a:gd name="connsiteX927" fmla="*/ 119825 w 276225"/>
                <a:gd name="connsiteY927" fmla="*/ 222790 h 228600"/>
                <a:gd name="connsiteX928" fmla="*/ 122111 w 276225"/>
                <a:gd name="connsiteY928" fmla="*/ 222694 h 228600"/>
                <a:gd name="connsiteX929" fmla="*/ 126111 w 276225"/>
                <a:gd name="connsiteY929" fmla="*/ 223171 h 228600"/>
                <a:gd name="connsiteX930" fmla="*/ 127349 w 276225"/>
                <a:gd name="connsiteY930" fmla="*/ 223361 h 228600"/>
                <a:gd name="connsiteX931" fmla="*/ 129921 w 276225"/>
                <a:gd name="connsiteY931" fmla="*/ 223647 h 228600"/>
                <a:gd name="connsiteX932" fmla="*/ 132302 w 276225"/>
                <a:gd name="connsiteY932" fmla="*/ 223552 h 228600"/>
                <a:gd name="connsiteX933" fmla="*/ 134208 w 276225"/>
                <a:gd name="connsiteY933" fmla="*/ 222790 h 228600"/>
                <a:gd name="connsiteX934" fmla="*/ 135446 w 276225"/>
                <a:gd name="connsiteY934" fmla="*/ 221456 h 228600"/>
                <a:gd name="connsiteX935" fmla="*/ 137636 w 276225"/>
                <a:gd name="connsiteY935" fmla="*/ 218122 h 228600"/>
                <a:gd name="connsiteX936" fmla="*/ 138208 w 276225"/>
                <a:gd name="connsiteY936" fmla="*/ 217456 h 228600"/>
                <a:gd name="connsiteX937" fmla="*/ 138875 w 276225"/>
                <a:gd name="connsiteY937" fmla="*/ 216884 h 228600"/>
                <a:gd name="connsiteX938" fmla="*/ 144018 w 276225"/>
                <a:gd name="connsiteY938" fmla="*/ 214217 h 228600"/>
                <a:gd name="connsiteX939" fmla="*/ 145256 w 276225"/>
                <a:gd name="connsiteY939" fmla="*/ 212979 h 228600"/>
                <a:gd name="connsiteX940" fmla="*/ 145256 w 276225"/>
                <a:gd name="connsiteY940" fmla="*/ 211264 h 228600"/>
                <a:gd name="connsiteX941" fmla="*/ 143351 w 276225"/>
                <a:gd name="connsiteY941" fmla="*/ 207740 h 228600"/>
                <a:gd name="connsiteX942" fmla="*/ 142494 w 276225"/>
                <a:gd name="connsiteY942" fmla="*/ 205740 h 228600"/>
                <a:gd name="connsiteX943" fmla="*/ 142304 w 276225"/>
                <a:gd name="connsiteY943" fmla="*/ 203930 h 228600"/>
                <a:gd name="connsiteX944" fmla="*/ 142685 w 276225"/>
                <a:gd name="connsiteY944" fmla="*/ 203073 h 228600"/>
                <a:gd name="connsiteX945" fmla="*/ 143256 w 276225"/>
                <a:gd name="connsiteY945" fmla="*/ 202311 h 228600"/>
                <a:gd name="connsiteX946" fmla="*/ 143733 w 276225"/>
                <a:gd name="connsiteY946" fmla="*/ 201834 h 228600"/>
                <a:gd name="connsiteX947" fmla="*/ 143923 w 276225"/>
                <a:gd name="connsiteY947" fmla="*/ 201644 h 228600"/>
                <a:gd name="connsiteX948" fmla="*/ 144590 w 276225"/>
                <a:gd name="connsiteY948" fmla="*/ 201168 h 228600"/>
                <a:gd name="connsiteX949" fmla="*/ 145733 w 276225"/>
                <a:gd name="connsiteY949" fmla="*/ 200596 h 228600"/>
                <a:gd name="connsiteX950" fmla="*/ 146018 w 276225"/>
                <a:gd name="connsiteY950" fmla="*/ 200787 h 228600"/>
                <a:gd name="connsiteX951" fmla="*/ 146114 w 276225"/>
                <a:gd name="connsiteY951" fmla="*/ 201454 h 228600"/>
                <a:gd name="connsiteX952" fmla="*/ 146685 w 276225"/>
                <a:gd name="connsiteY952" fmla="*/ 202216 h 228600"/>
                <a:gd name="connsiteX953" fmla="*/ 147447 w 276225"/>
                <a:gd name="connsiteY953" fmla="*/ 202501 h 228600"/>
                <a:gd name="connsiteX954" fmla="*/ 152591 w 276225"/>
                <a:gd name="connsiteY954" fmla="*/ 203454 h 228600"/>
                <a:gd name="connsiteX955" fmla="*/ 154877 w 276225"/>
                <a:gd name="connsiteY955" fmla="*/ 203835 h 228600"/>
                <a:gd name="connsiteX956" fmla="*/ 155639 w 276225"/>
                <a:gd name="connsiteY956" fmla="*/ 204406 h 228600"/>
                <a:gd name="connsiteX957" fmla="*/ 157448 w 276225"/>
                <a:gd name="connsiteY957" fmla="*/ 206026 h 228600"/>
                <a:gd name="connsiteX958" fmla="*/ 158210 w 276225"/>
                <a:gd name="connsiteY958" fmla="*/ 206311 h 228600"/>
                <a:gd name="connsiteX959" fmla="*/ 158687 w 276225"/>
                <a:gd name="connsiteY959" fmla="*/ 205835 h 228600"/>
                <a:gd name="connsiteX960" fmla="*/ 160306 w 276225"/>
                <a:gd name="connsiteY960" fmla="*/ 202692 h 228600"/>
                <a:gd name="connsiteX961" fmla="*/ 162401 w 276225"/>
                <a:gd name="connsiteY961" fmla="*/ 200215 h 228600"/>
                <a:gd name="connsiteX962" fmla="*/ 163068 w 276225"/>
                <a:gd name="connsiteY962" fmla="*/ 199739 h 228600"/>
                <a:gd name="connsiteX963" fmla="*/ 163354 w 276225"/>
                <a:gd name="connsiteY963" fmla="*/ 199834 h 228600"/>
                <a:gd name="connsiteX964" fmla="*/ 164878 w 276225"/>
                <a:gd name="connsiteY964" fmla="*/ 200215 h 228600"/>
                <a:gd name="connsiteX965" fmla="*/ 166021 w 276225"/>
                <a:gd name="connsiteY965" fmla="*/ 200787 h 228600"/>
                <a:gd name="connsiteX966" fmla="*/ 166402 w 276225"/>
                <a:gd name="connsiteY966" fmla="*/ 200787 h 228600"/>
                <a:gd name="connsiteX967" fmla="*/ 169069 w 276225"/>
                <a:gd name="connsiteY967" fmla="*/ 200215 h 228600"/>
                <a:gd name="connsiteX968" fmla="*/ 174022 w 276225"/>
                <a:gd name="connsiteY968" fmla="*/ 199168 h 228600"/>
                <a:gd name="connsiteX969" fmla="*/ 174784 w 276225"/>
                <a:gd name="connsiteY969" fmla="*/ 198977 h 228600"/>
                <a:gd name="connsiteX970" fmla="*/ 176022 w 276225"/>
                <a:gd name="connsiteY970" fmla="*/ 198406 h 228600"/>
                <a:gd name="connsiteX971" fmla="*/ 176975 w 276225"/>
                <a:gd name="connsiteY971" fmla="*/ 197739 h 228600"/>
                <a:gd name="connsiteX972" fmla="*/ 176975 w 276225"/>
                <a:gd name="connsiteY972" fmla="*/ 197739 h 228600"/>
                <a:gd name="connsiteX973" fmla="*/ 178213 w 276225"/>
                <a:gd name="connsiteY973" fmla="*/ 196977 h 228600"/>
                <a:gd name="connsiteX974" fmla="*/ 179737 w 276225"/>
                <a:gd name="connsiteY974" fmla="*/ 196501 h 228600"/>
                <a:gd name="connsiteX975" fmla="*/ 181166 w 276225"/>
                <a:gd name="connsiteY975" fmla="*/ 196691 h 228600"/>
                <a:gd name="connsiteX976" fmla="*/ 182023 w 276225"/>
                <a:gd name="connsiteY976" fmla="*/ 197739 h 228600"/>
                <a:gd name="connsiteX977" fmla="*/ 182975 w 276225"/>
                <a:gd name="connsiteY977" fmla="*/ 199358 h 228600"/>
                <a:gd name="connsiteX978" fmla="*/ 184785 w 276225"/>
                <a:gd name="connsiteY978" fmla="*/ 201834 h 228600"/>
                <a:gd name="connsiteX979" fmla="*/ 185166 w 276225"/>
                <a:gd name="connsiteY979" fmla="*/ 202597 h 228600"/>
                <a:gd name="connsiteX980" fmla="*/ 185738 w 276225"/>
                <a:gd name="connsiteY980" fmla="*/ 204406 h 228600"/>
                <a:gd name="connsiteX981" fmla="*/ 186119 w 276225"/>
                <a:gd name="connsiteY981" fmla="*/ 205168 h 228600"/>
                <a:gd name="connsiteX982" fmla="*/ 186785 w 276225"/>
                <a:gd name="connsiteY982" fmla="*/ 206026 h 228600"/>
                <a:gd name="connsiteX983" fmla="*/ 187738 w 276225"/>
                <a:gd name="connsiteY983" fmla="*/ 206597 h 228600"/>
                <a:gd name="connsiteX984" fmla="*/ 188786 w 276225"/>
                <a:gd name="connsiteY984" fmla="*/ 206597 h 228600"/>
                <a:gd name="connsiteX985" fmla="*/ 189262 w 276225"/>
                <a:gd name="connsiteY985" fmla="*/ 206026 h 228600"/>
                <a:gd name="connsiteX986" fmla="*/ 189929 w 276225"/>
                <a:gd name="connsiteY986" fmla="*/ 204978 h 228600"/>
                <a:gd name="connsiteX987" fmla="*/ 190405 w 276225"/>
                <a:gd name="connsiteY987" fmla="*/ 203835 h 228600"/>
                <a:gd name="connsiteX988" fmla="*/ 190500 w 276225"/>
                <a:gd name="connsiteY988" fmla="*/ 202978 h 228600"/>
                <a:gd name="connsiteX989" fmla="*/ 192215 w 276225"/>
                <a:gd name="connsiteY989" fmla="*/ 204406 h 228600"/>
                <a:gd name="connsiteX990" fmla="*/ 192691 w 276225"/>
                <a:gd name="connsiteY990" fmla="*/ 204978 h 228600"/>
                <a:gd name="connsiteX991" fmla="*/ 193643 w 276225"/>
                <a:gd name="connsiteY991" fmla="*/ 206121 h 228600"/>
                <a:gd name="connsiteX992" fmla="*/ 194977 w 276225"/>
                <a:gd name="connsiteY992" fmla="*/ 207073 h 228600"/>
                <a:gd name="connsiteX993" fmla="*/ 196406 w 276225"/>
                <a:gd name="connsiteY993" fmla="*/ 207835 h 228600"/>
                <a:gd name="connsiteX994" fmla="*/ 197834 w 276225"/>
                <a:gd name="connsiteY994" fmla="*/ 208312 h 228600"/>
                <a:gd name="connsiteX995" fmla="*/ 200787 w 276225"/>
                <a:gd name="connsiteY995" fmla="*/ 208597 h 228600"/>
                <a:gd name="connsiteX996" fmla="*/ 202121 w 276225"/>
                <a:gd name="connsiteY996" fmla="*/ 208978 h 228600"/>
                <a:gd name="connsiteX997" fmla="*/ 203264 w 276225"/>
                <a:gd name="connsiteY997" fmla="*/ 209931 h 228600"/>
                <a:gd name="connsiteX998" fmla="*/ 201930 w 276225"/>
                <a:gd name="connsiteY998" fmla="*/ 204788 h 228600"/>
                <a:gd name="connsiteX999" fmla="*/ 200596 w 276225"/>
                <a:gd name="connsiteY999" fmla="*/ 202311 h 228600"/>
                <a:gd name="connsiteX1000" fmla="*/ 200311 w 276225"/>
                <a:gd name="connsiteY1000" fmla="*/ 201454 h 228600"/>
                <a:gd name="connsiteX1001" fmla="*/ 200406 w 276225"/>
                <a:gd name="connsiteY1001" fmla="*/ 201358 h 228600"/>
                <a:gd name="connsiteX1002" fmla="*/ 200501 w 276225"/>
                <a:gd name="connsiteY1002" fmla="*/ 200025 h 228600"/>
                <a:gd name="connsiteX1003" fmla="*/ 200406 w 276225"/>
                <a:gd name="connsiteY1003" fmla="*/ 199930 h 228600"/>
                <a:gd name="connsiteX1004" fmla="*/ 200692 w 276225"/>
                <a:gd name="connsiteY1004" fmla="*/ 199358 h 228600"/>
                <a:gd name="connsiteX1005" fmla="*/ 200883 w 276225"/>
                <a:gd name="connsiteY1005" fmla="*/ 199168 h 228600"/>
                <a:gd name="connsiteX1006" fmla="*/ 201835 w 276225"/>
                <a:gd name="connsiteY1006" fmla="*/ 199072 h 228600"/>
                <a:gd name="connsiteX1007" fmla="*/ 202978 w 276225"/>
                <a:gd name="connsiteY1007" fmla="*/ 199072 h 228600"/>
                <a:gd name="connsiteX1008" fmla="*/ 203550 w 276225"/>
                <a:gd name="connsiteY1008" fmla="*/ 199072 h 228600"/>
                <a:gd name="connsiteX1009" fmla="*/ 203930 w 276225"/>
                <a:gd name="connsiteY1009" fmla="*/ 198787 h 228600"/>
                <a:gd name="connsiteX1010" fmla="*/ 203359 w 276225"/>
                <a:gd name="connsiteY1010" fmla="*/ 197739 h 228600"/>
                <a:gd name="connsiteX1011" fmla="*/ 202502 w 276225"/>
                <a:gd name="connsiteY1011" fmla="*/ 194691 h 228600"/>
                <a:gd name="connsiteX1012" fmla="*/ 201930 w 276225"/>
                <a:gd name="connsiteY1012" fmla="*/ 193738 h 228600"/>
                <a:gd name="connsiteX1013" fmla="*/ 200978 w 276225"/>
                <a:gd name="connsiteY1013" fmla="*/ 192976 h 228600"/>
                <a:gd name="connsiteX1014" fmla="*/ 200025 w 276225"/>
                <a:gd name="connsiteY1014" fmla="*/ 192786 h 228600"/>
                <a:gd name="connsiteX1015" fmla="*/ 199263 w 276225"/>
                <a:gd name="connsiteY1015" fmla="*/ 193262 h 228600"/>
                <a:gd name="connsiteX1016" fmla="*/ 198692 w 276225"/>
                <a:gd name="connsiteY1016" fmla="*/ 194405 h 228600"/>
                <a:gd name="connsiteX1017" fmla="*/ 198120 w 276225"/>
                <a:gd name="connsiteY1017" fmla="*/ 193262 h 228600"/>
                <a:gd name="connsiteX1018" fmla="*/ 197453 w 276225"/>
                <a:gd name="connsiteY1018" fmla="*/ 192405 h 228600"/>
                <a:gd name="connsiteX1019" fmla="*/ 195644 w 276225"/>
                <a:gd name="connsiteY1019" fmla="*/ 190881 h 228600"/>
                <a:gd name="connsiteX1020" fmla="*/ 194882 w 276225"/>
                <a:gd name="connsiteY1020" fmla="*/ 190024 h 228600"/>
                <a:gd name="connsiteX1021" fmla="*/ 193643 w 276225"/>
                <a:gd name="connsiteY1021" fmla="*/ 188023 h 228600"/>
                <a:gd name="connsiteX1022" fmla="*/ 192881 w 276225"/>
                <a:gd name="connsiteY1022" fmla="*/ 187261 h 228600"/>
                <a:gd name="connsiteX1023" fmla="*/ 190024 w 276225"/>
                <a:gd name="connsiteY1023" fmla="*/ 186595 h 228600"/>
                <a:gd name="connsiteX1024" fmla="*/ 188976 w 276225"/>
                <a:gd name="connsiteY1024" fmla="*/ 185738 h 228600"/>
                <a:gd name="connsiteX1025" fmla="*/ 188404 w 276225"/>
                <a:gd name="connsiteY1025" fmla="*/ 184213 h 228600"/>
                <a:gd name="connsiteX1026" fmla="*/ 188404 w 276225"/>
                <a:gd name="connsiteY1026" fmla="*/ 184213 h 228600"/>
                <a:gd name="connsiteX1027" fmla="*/ 188309 w 276225"/>
                <a:gd name="connsiteY1027" fmla="*/ 183071 h 228600"/>
                <a:gd name="connsiteX1028" fmla="*/ 187643 w 276225"/>
                <a:gd name="connsiteY1028" fmla="*/ 182689 h 228600"/>
                <a:gd name="connsiteX1029" fmla="*/ 186785 w 276225"/>
                <a:gd name="connsiteY1029" fmla="*/ 182499 h 228600"/>
                <a:gd name="connsiteX1030" fmla="*/ 186119 w 276225"/>
                <a:gd name="connsiteY1030" fmla="*/ 181927 h 228600"/>
                <a:gd name="connsiteX1031" fmla="*/ 186023 w 276225"/>
                <a:gd name="connsiteY1031" fmla="*/ 181165 h 228600"/>
                <a:gd name="connsiteX1032" fmla="*/ 186881 w 276225"/>
                <a:gd name="connsiteY1032" fmla="*/ 177165 h 228600"/>
                <a:gd name="connsiteX1033" fmla="*/ 187452 w 276225"/>
                <a:gd name="connsiteY1033" fmla="*/ 175355 h 228600"/>
                <a:gd name="connsiteX1034" fmla="*/ 187643 w 276225"/>
                <a:gd name="connsiteY1034" fmla="*/ 174593 h 228600"/>
                <a:gd name="connsiteX1035" fmla="*/ 187547 w 276225"/>
                <a:gd name="connsiteY1035" fmla="*/ 173736 h 228600"/>
                <a:gd name="connsiteX1036" fmla="*/ 186690 w 276225"/>
                <a:gd name="connsiteY1036" fmla="*/ 170878 h 228600"/>
                <a:gd name="connsiteX1037" fmla="*/ 186785 w 276225"/>
                <a:gd name="connsiteY1037" fmla="*/ 169450 h 228600"/>
                <a:gd name="connsiteX1038" fmla="*/ 186690 w 276225"/>
                <a:gd name="connsiteY1038" fmla="*/ 168783 h 228600"/>
                <a:gd name="connsiteX1039" fmla="*/ 186404 w 276225"/>
                <a:gd name="connsiteY1039" fmla="*/ 168211 h 228600"/>
                <a:gd name="connsiteX1040" fmla="*/ 185833 w 276225"/>
                <a:gd name="connsiteY1040" fmla="*/ 167830 h 228600"/>
                <a:gd name="connsiteX1041" fmla="*/ 184404 w 276225"/>
                <a:gd name="connsiteY1041" fmla="*/ 167545 h 228600"/>
                <a:gd name="connsiteX1042" fmla="*/ 183737 w 276225"/>
                <a:gd name="connsiteY1042" fmla="*/ 167164 h 228600"/>
                <a:gd name="connsiteX1043" fmla="*/ 183166 w 276225"/>
                <a:gd name="connsiteY1043" fmla="*/ 166306 h 228600"/>
                <a:gd name="connsiteX1044" fmla="*/ 182975 w 276225"/>
                <a:gd name="connsiteY1044" fmla="*/ 166021 h 228600"/>
                <a:gd name="connsiteX1045" fmla="*/ 183166 w 276225"/>
                <a:gd name="connsiteY1045" fmla="*/ 164973 h 228600"/>
                <a:gd name="connsiteX1046" fmla="*/ 183737 w 276225"/>
                <a:gd name="connsiteY1046" fmla="*/ 164021 h 228600"/>
                <a:gd name="connsiteX1047" fmla="*/ 184404 w 276225"/>
                <a:gd name="connsiteY1047" fmla="*/ 163258 h 228600"/>
                <a:gd name="connsiteX1048" fmla="*/ 184595 w 276225"/>
                <a:gd name="connsiteY1048" fmla="*/ 163163 h 228600"/>
                <a:gd name="connsiteX1049" fmla="*/ 185642 w 276225"/>
                <a:gd name="connsiteY1049" fmla="*/ 162306 h 228600"/>
                <a:gd name="connsiteX1050" fmla="*/ 186500 w 276225"/>
                <a:gd name="connsiteY1050" fmla="*/ 162115 h 228600"/>
                <a:gd name="connsiteX1051" fmla="*/ 188976 w 276225"/>
                <a:gd name="connsiteY1051" fmla="*/ 163068 h 228600"/>
                <a:gd name="connsiteX1052" fmla="*/ 190500 w 276225"/>
                <a:gd name="connsiteY1052" fmla="*/ 163163 h 228600"/>
                <a:gd name="connsiteX1053" fmla="*/ 191167 w 276225"/>
                <a:gd name="connsiteY1053" fmla="*/ 162401 h 228600"/>
                <a:gd name="connsiteX1054" fmla="*/ 191643 w 276225"/>
                <a:gd name="connsiteY1054" fmla="*/ 161258 h 228600"/>
                <a:gd name="connsiteX1055" fmla="*/ 193072 w 276225"/>
                <a:gd name="connsiteY1055" fmla="*/ 159734 h 228600"/>
                <a:gd name="connsiteX1056" fmla="*/ 193358 w 276225"/>
                <a:gd name="connsiteY1056" fmla="*/ 159067 h 228600"/>
                <a:gd name="connsiteX1057" fmla="*/ 193453 w 276225"/>
                <a:gd name="connsiteY1057" fmla="*/ 158305 h 228600"/>
                <a:gd name="connsiteX1058" fmla="*/ 193453 w 276225"/>
                <a:gd name="connsiteY1058" fmla="*/ 157543 h 228600"/>
                <a:gd name="connsiteX1059" fmla="*/ 194691 w 276225"/>
                <a:gd name="connsiteY1059" fmla="*/ 156210 h 228600"/>
                <a:gd name="connsiteX1060" fmla="*/ 197072 w 276225"/>
                <a:gd name="connsiteY1060" fmla="*/ 156591 h 228600"/>
                <a:gd name="connsiteX1061" fmla="*/ 199835 w 276225"/>
                <a:gd name="connsiteY1061" fmla="*/ 157448 h 228600"/>
                <a:gd name="connsiteX1062" fmla="*/ 202025 w 276225"/>
                <a:gd name="connsiteY1062" fmla="*/ 157448 h 228600"/>
                <a:gd name="connsiteX1063" fmla="*/ 205645 w 276225"/>
                <a:gd name="connsiteY1063" fmla="*/ 158591 h 228600"/>
                <a:gd name="connsiteX1064" fmla="*/ 206693 w 276225"/>
                <a:gd name="connsiteY1064" fmla="*/ 159163 h 228600"/>
                <a:gd name="connsiteX1065" fmla="*/ 207074 w 276225"/>
                <a:gd name="connsiteY1065" fmla="*/ 159639 h 228600"/>
                <a:gd name="connsiteX1066" fmla="*/ 207836 w 276225"/>
                <a:gd name="connsiteY1066" fmla="*/ 160782 h 228600"/>
                <a:gd name="connsiteX1067" fmla="*/ 208312 w 276225"/>
                <a:gd name="connsiteY1067" fmla="*/ 161163 h 228600"/>
                <a:gd name="connsiteX1068" fmla="*/ 208979 w 276225"/>
                <a:gd name="connsiteY1068" fmla="*/ 161258 h 228600"/>
                <a:gd name="connsiteX1069" fmla="*/ 211931 w 276225"/>
                <a:gd name="connsiteY1069" fmla="*/ 160496 h 228600"/>
                <a:gd name="connsiteX1070" fmla="*/ 212503 w 276225"/>
                <a:gd name="connsiteY1070" fmla="*/ 160401 h 228600"/>
                <a:gd name="connsiteX1071" fmla="*/ 212979 w 276225"/>
                <a:gd name="connsiteY1071" fmla="*/ 160496 h 228600"/>
                <a:gd name="connsiteX1072" fmla="*/ 213741 w 276225"/>
                <a:gd name="connsiteY1072" fmla="*/ 160782 h 228600"/>
                <a:gd name="connsiteX1073" fmla="*/ 214884 w 276225"/>
                <a:gd name="connsiteY1073" fmla="*/ 161544 h 228600"/>
                <a:gd name="connsiteX1074" fmla="*/ 215551 w 276225"/>
                <a:gd name="connsiteY1074" fmla="*/ 161925 h 228600"/>
                <a:gd name="connsiteX1075" fmla="*/ 216218 w 276225"/>
                <a:gd name="connsiteY1075" fmla="*/ 161925 h 228600"/>
                <a:gd name="connsiteX1076" fmla="*/ 216694 w 276225"/>
                <a:gd name="connsiteY1076" fmla="*/ 161068 h 228600"/>
                <a:gd name="connsiteX1077" fmla="*/ 216694 w 276225"/>
                <a:gd name="connsiteY1077" fmla="*/ 160972 h 228600"/>
                <a:gd name="connsiteX1078" fmla="*/ 216218 w 276225"/>
                <a:gd name="connsiteY1078" fmla="*/ 159829 h 228600"/>
                <a:gd name="connsiteX1079" fmla="*/ 214789 w 276225"/>
                <a:gd name="connsiteY1079" fmla="*/ 157353 h 228600"/>
                <a:gd name="connsiteX1080" fmla="*/ 214694 w 276225"/>
                <a:gd name="connsiteY1080" fmla="*/ 156496 h 228600"/>
                <a:gd name="connsiteX1081" fmla="*/ 214979 w 276225"/>
                <a:gd name="connsiteY1081" fmla="*/ 155734 h 228600"/>
                <a:gd name="connsiteX1082" fmla="*/ 215360 w 276225"/>
                <a:gd name="connsiteY1082" fmla="*/ 154972 h 228600"/>
                <a:gd name="connsiteX1083" fmla="*/ 215741 w 276225"/>
                <a:gd name="connsiteY1083" fmla="*/ 154209 h 228600"/>
                <a:gd name="connsiteX1084" fmla="*/ 215837 w 276225"/>
                <a:gd name="connsiteY1084" fmla="*/ 153733 h 228600"/>
                <a:gd name="connsiteX1085" fmla="*/ 215837 w 276225"/>
                <a:gd name="connsiteY1085" fmla="*/ 152686 h 228600"/>
                <a:gd name="connsiteX1086" fmla="*/ 215932 w 276225"/>
                <a:gd name="connsiteY1086" fmla="*/ 152305 h 228600"/>
                <a:gd name="connsiteX1087" fmla="*/ 216694 w 276225"/>
                <a:gd name="connsiteY1087" fmla="*/ 151066 h 228600"/>
                <a:gd name="connsiteX1088" fmla="*/ 216789 w 276225"/>
                <a:gd name="connsiteY1088" fmla="*/ 150971 h 228600"/>
                <a:gd name="connsiteX1089" fmla="*/ 216503 w 276225"/>
                <a:gd name="connsiteY1089" fmla="*/ 149638 h 228600"/>
                <a:gd name="connsiteX1090" fmla="*/ 214979 w 276225"/>
                <a:gd name="connsiteY1090" fmla="*/ 146685 h 228600"/>
                <a:gd name="connsiteX1091" fmla="*/ 214598 w 276225"/>
                <a:gd name="connsiteY1091" fmla="*/ 145447 h 228600"/>
                <a:gd name="connsiteX1092" fmla="*/ 214503 w 276225"/>
                <a:gd name="connsiteY1092" fmla="*/ 145256 h 228600"/>
                <a:gd name="connsiteX1093" fmla="*/ 215741 w 276225"/>
                <a:gd name="connsiteY1093" fmla="*/ 144971 h 228600"/>
                <a:gd name="connsiteX1094" fmla="*/ 216313 w 276225"/>
                <a:gd name="connsiteY1094" fmla="*/ 144971 h 228600"/>
                <a:gd name="connsiteX1095" fmla="*/ 216979 w 276225"/>
                <a:gd name="connsiteY1095" fmla="*/ 145066 h 228600"/>
                <a:gd name="connsiteX1096" fmla="*/ 217456 w 276225"/>
                <a:gd name="connsiteY1096" fmla="*/ 145447 h 228600"/>
                <a:gd name="connsiteX1097" fmla="*/ 217646 w 276225"/>
                <a:gd name="connsiteY1097" fmla="*/ 145923 h 228600"/>
                <a:gd name="connsiteX1098" fmla="*/ 217932 w 276225"/>
                <a:gd name="connsiteY1098" fmla="*/ 146304 h 228600"/>
                <a:gd name="connsiteX1099" fmla="*/ 218599 w 276225"/>
                <a:gd name="connsiteY1099" fmla="*/ 146304 h 228600"/>
                <a:gd name="connsiteX1100" fmla="*/ 220218 w 276225"/>
                <a:gd name="connsiteY1100" fmla="*/ 145161 h 228600"/>
                <a:gd name="connsiteX1101" fmla="*/ 222695 w 276225"/>
                <a:gd name="connsiteY1101" fmla="*/ 145161 h 228600"/>
                <a:gd name="connsiteX1102" fmla="*/ 227267 w 276225"/>
                <a:gd name="connsiteY1102" fmla="*/ 145828 h 228600"/>
                <a:gd name="connsiteX1103" fmla="*/ 226886 w 276225"/>
                <a:gd name="connsiteY1103" fmla="*/ 145066 h 228600"/>
                <a:gd name="connsiteX1104" fmla="*/ 229553 w 276225"/>
                <a:gd name="connsiteY1104" fmla="*/ 145637 h 228600"/>
                <a:gd name="connsiteX1105" fmla="*/ 230696 w 276225"/>
                <a:gd name="connsiteY1105" fmla="*/ 145351 h 228600"/>
                <a:gd name="connsiteX1106" fmla="*/ 231743 w 276225"/>
                <a:gd name="connsiteY1106" fmla="*/ 144018 h 228600"/>
                <a:gd name="connsiteX1107" fmla="*/ 232315 w 276225"/>
                <a:gd name="connsiteY1107" fmla="*/ 142303 h 228600"/>
                <a:gd name="connsiteX1108" fmla="*/ 233172 w 276225"/>
                <a:gd name="connsiteY1108" fmla="*/ 141065 h 228600"/>
                <a:gd name="connsiteX1109" fmla="*/ 234410 w 276225"/>
                <a:gd name="connsiteY1109" fmla="*/ 140303 h 228600"/>
                <a:gd name="connsiteX1110" fmla="*/ 235363 w 276225"/>
                <a:gd name="connsiteY1110" fmla="*/ 140208 h 228600"/>
                <a:gd name="connsiteX1111" fmla="*/ 236029 w 276225"/>
                <a:gd name="connsiteY1111" fmla="*/ 140113 h 228600"/>
                <a:gd name="connsiteX1112" fmla="*/ 240030 w 276225"/>
                <a:gd name="connsiteY1112" fmla="*/ 140398 h 228600"/>
                <a:gd name="connsiteX1113" fmla="*/ 241935 w 276225"/>
                <a:gd name="connsiteY1113" fmla="*/ 140208 h 228600"/>
                <a:gd name="connsiteX1114" fmla="*/ 243935 w 276225"/>
                <a:gd name="connsiteY1114" fmla="*/ 139446 h 228600"/>
                <a:gd name="connsiteX1115" fmla="*/ 245174 w 276225"/>
                <a:gd name="connsiteY1115" fmla="*/ 138589 h 228600"/>
                <a:gd name="connsiteX1116" fmla="*/ 248793 w 276225"/>
                <a:gd name="connsiteY1116" fmla="*/ 134969 h 228600"/>
                <a:gd name="connsiteX1117" fmla="*/ 250412 w 276225"/>
                <a:gd name="connsiteY1117" fmla="*/ 132874 h 228600"/>
                <a:gd name="connsiteX1118" fmla="*/ 251841 w 276225"/>
                <a:gd name="connsiteY1118" fmla="*/ 131921 h 228600"/>
                <a:gd name="connsiteX1119" fmla="*/ 252508 w 276225"/>
                <a:gd name="connsiteY1119" fmla="*/ 131350 h 228600"/>
                <a:gd name="connsiteX1120" fmla="*/ 252889 w 276225"/>
                <a:gd name="connsiteY1120" fmla="*/ 130588 h 228600"/>
                <a:gd name="connsiteX1121" fmla="*/ 254413 w 276225"/>
                <a:gd name="connsiteY1121" fmla="*/ 128968 h 228600"/>
                <a:gd name="connsiteX1122" fmla="*/ 257556 w 276225"/>
                <a:gd name="connsiteY1122" fmla="*/ 127444 h 228600"/>
                <a:gd name="connsiteX1123" fmla="*/ 258413 w 276225"/>
                <a:gd name="connsiteY1123" fmla="*/ 127159 h 228600"/>
                <a:gd name="connsiteX1124" fmla="*/ 260985 w 276225"/>
                <a:gd name="connsiteY1124" fmla="*/ 126397 h 228600"/>
                <a:gd name="connsiteX1125" fmla="*/ 263271 w 276225"/>
                <a:gd name="connsiteY1125" fmla="*/ 126206 h 228600"/>
                <a:gd name="connsiteX1126" fmla="*/ 264509 w 276225"/>
                <a:gd name="connsiteY1126" fmla="*/ 126968 h 228600"/>
                <a:gd name="connsiteX1127" fmla="*/ 266129 w 276225"/>
                <a:gd name="connsiteY1127" fmla="*/ 129445 h 228600"/>
                <a:gd name="connsiteX1128" fmla="*/ 267176 w 276225"/>
                <a:gd name="connsiteY1128" fmla="*/ 130302 h 228600"/>
                <a:gd name="connsiteX1129" fmla="*/ 268415 w 276225"/>
                <a:gd name="connsiteY1129" fmla="*/ 130207 h 228600"/>
                <a:gd name="connsiteX1130" fmla="*/ 270225 w 276225"/>
                <a:gd name="connsiteY1130" fmla="*/ 127825 h 228600"/>
                <a:gd name="connsiteX1131" fmla="*/ 271463 w 276225"/>
                <a:gd name="connsiteY1131" fmla="*/ 126968 h 228600"/>
                <a:gd name="connsiteX1132" fmla="*/ 272796 w 276225"/>
                <a:gd name="connsiteY1132" fmla="*/ 126397 h 228600"/>
                <a:gd name="connsiteX1133" fmla="*/ 273558 w 276225"/>
                <a:gd name="connsiteY1133" fmla="*/ 125444 h 228600"/>
                <a:gd name="connsiteX1134" fmla="*/ 273939 w 276225"/>
                <a:gd name="connsiteY1134" fmla="*/ 124206 h 228600"/>
                <a:gd name="connsiteX1135" fmla="*/ 274225 w 276225"/>
                <a:gd name="connsiteY1135" fmla="*/ 122872 h 228600"/>
                <a:gd name="connsiteX1136" fmla="*/ 275749 w 276225"/>
                <a:gd name="connsiteY1136" fmla="*/ 118491 h 228600"/>
                <a:gd name="connsiteX1137" fmla="*/ 275749 w 276225"/>
                <a:gd name="connsiteY1137" fmla="*/ 117253 h 228600"/>
                <a:gd name="connsiteX1138" fmla="*/ 275749 w 276225"/>
                <a:gd name="connsiteY1138" fmla="*/ 117253 h 228600"/>
                <a:gd name="connsiteX1139" fmla="*/ 275749 w 276225"/>
                <a:gd name="connsiteY1139" fmla="*/ 117253 h 228600"/>
                <a:gd name="connsiteX1140" fmla="*/ 275368 w 276225"/>
                <a:gd name="connsiteY1140" fmla="*/ 116586 h 228600"/>
                <a:gd name="connsiteX1141" fmla="*/ 275463 w 276225"/>
                <a:gd name="connsiteY1141" fmla="*/ 116014 h 228600"/>
                <a:gd name="connsiteX1142" fmla="*/ 275844 w 276225"/>
                <a:gd name="connsiteY1142" fmla="*/ 115443 h 228600"/>
                <a:gd name="connsiteX1143" fmla="*/ 276130 w 276225"/>
                <a:gd name="connsiteY1143" fmla="*/ 114776 h 228600"/>
                <a:gd name="connsiteX1144" fmla="*/ 276320 w 276225"/>
                <a:gd name="connsiteY1144" fmla="*/ 113157 h 228600"/>
                <a:gd name="connsiteX1145" fmla="*/ 276225 w 276225"/>
                <a:gd name="connsiteY1145" fmla="*/ 111442 h 228600"/>
                <a:gd name="connsiteX1146" fmla="*/ 274892 w 276225"/>
                <a:gd name="connsiteY1146" fmla="*/ 105537 h 228600"/>
                <a:gd name="connsiteX1147" fmla="*/ 274796 w 276225"/>
                <a:gd name="connsiteY1147" fmla="*/ 103917 h 228600"/>
                <a:gd name="connsiteX1148" fmla="*/ 274796 w 276225"/>
                <a:gd name="connsiteY1148" fmla="*/ 102489 h 228600"/>
                <a:gd name="connsiteX1149" fmla="*/ 274701 w 276225"/>
                <a:gd name="connsiteY1149" fmla="*/ 101060 h 228600"/>
                <a:gd name="connsiteX1150" fmla="*/ 273939 w 276225"/>
                <a:gd name="connsiteY1150" fmla="*/ 99536 h 228600"/>
                <a:gd name="connsiteX1151" fmla="*/ 272415 w 276225"/>
                <a:gd name="connsiteY1151" fmla="*/ 97822 h 228600"/>
                <a:gd name="connsiteX1152" fmla="*/ 272034 w 276225"/>
                <a:gd name="connsiteY1152" fmla="*/ 97155 h 228600"/>
                <a:gd name="connsiteX1153" fmla="*/ 271844 w 276225"/>
                <a:gd name="connsiteY1153" fmla="*/ 96393 h 228600"/>
                <a:gd name="connsiteX1154" fmla="*/ 271653 w 276225"/>
                <a:gd name="connsiteY1154" fmla="*/ 94774 h 228600"/>
                <a:gd name="connsiteX1155" fmla="*/ 271082 w 276225"/>
                <a:gd name="connsiteY1155" fmla="*/ 93440 h 228600"/>
                <a:gd name="connsiteX1156" fmla="*/ 270986 w 276225"/>
                <a:gd name="connsiteY1156" fmla="*/ 92869 h 228600"/>
                <a:gd name="connsiteX1157" fmla="*/ 271082 w 276225"/>
                <a:gd name="connsiteY1157" fmla="*/ 92297 h 228600"/>
                <a:gd name="connsiteX1158" fmla="*/ 271367 w 276225"/>
                <a:gd name="connsiteY1158" fmla="*/ 91726 h 228600"/>
                <a:gd name="connsiteX1159" fmla="*/ 271653 w 276225"/>
                <a:gd name="connsiteY1159" fmla="*/ 91535 h 228600"/>
                <a:gd name="connsiteX1160" fmla="*/ 271748 w 276225"/>
                <a:gd name="connsiteY1160" fmla="*/ 91249 h 228600"/>
                <a:gd name="connsiteX1161" fmla="*/ 271748 w 276225"/>
                <a:gd name="connsiteY1161" fmla="*/ 90868 h 228600"/>
                <a:gd name="connsiteX1162" fmla="*/ 271653 w 276225"/>
                <a:gd name="connsiteY1162" fmla="*/ 90488 h 228600"/>
                <a:gd name="connsiteX1163" fmla="*/ 270796 w 276225"/>
                <a:gd name="connsiteY1163" fmla="*/ 89916 h 228600"/>
                <a:gd name="connsiteX1164" fmla="*/ 270701 w 276225"/>
                <a:gd name="connsiteY1164" fmla="*/ 89154 h 228600"/>
                <a:gd name="connsiteX1165" fmla="*/ 276035 w 276225"/>
                <a:gd name="connsiteY1165" fmla="*/ 76200 h 228600"/>
                <a:gd name="connsiteX1166" fmla="*/ 276701 w 276225"/>
                <a:gd name="connsiteY1166" fmla="*/ 74485 h 228600"/>
                <a:gd name="connsiteX1167" fmla="*/ 278416 w 276225"/>
                <a:gd name="connsiteY1167" fmla="*/ 70390 h 228600"/>
                <a:gd name="connsiteX1168" fmla="*/ 278606 w 276225"/>
                <a:gd name="connsiteY1168" fmla="*/ 68771 h 228600"/>
                <a:gd name="connsiteX1169" fmla="*/ 277940 w 276225"/>
                <a:gd name="connsiteY1169" fmla="*/ 65246 h 228600"/>
                <a:gd name="connsiteX1170" fmla="*/ 76676 w 276225"/>
                <a:gd name="connsiteY1170" fmla="*/ 224885 h 228600"/>
                <a:gd name="connsiteX1171" fmla="*/ 75914 w 276225"/>
                <a:gd name="connsiteY1171" fmla="*/ 224790 h 228600"/>
                <a:gd name="connsiteX1172" fmla="*/ 75438 w 276225"/>
                <a:gd name="connsiteY1172" fmla="*/ 224885 h 228600"/>
                <a:gd name="connsiteX1173" fmla="*/ 75248 w 276225"/>
                <a:gd name="connsiteY1173" fmla="*/ 225266 h 228600"/>
                <a:gd name="connsiteX1174" fmla="*/ 75629 w 276225"/>
                <a:gd name="connsiteY1174" fmla="*/ 225933 h 228600"/>
                <a:gd name="connsiteX1175" fmla="*/ 75248 w 276225"/>
                <a:gd name="connsiteY1175" fmla="*/ 226409 h 228600"/>
                <a:gd name="connsiteX1176" fmla="*/ 75057 w 276225"/>
                <a:gd name="connsiteY1176" fmla="*/ 226600 h 228600"/>
                <a:gd name="connsiteX1177" fmla="*/ 74581 w 276225"/>
                <a:gd name="connsiteY1177" fmla="*/ 226695 h 228600"/>
                <a:gd name="connsiteX1178" fmla="*/ 75057 w 276225"/>
                <a:gd name="connsiteY1178" fmla="*/ 227552 h 228600"/>
                <a:gd name="connsiteX1179" fmla="*/ 75724 w 276225"/>
                <a:gd name="connsiteY1179" fmla="*/ 227933 h 228600"/>
                <a:gd name="connsiteX1180" fmla="*/ 76486 w 276225"/>
                <a:gd name="connsiteY1180" fmla="*/ 228124 h 228600"/>
                <a:gd name="connsiteX1181" fmla="*/ 77343 w 276225"/>
                <a:gd name="connsiteY1181" fmla="*/ 228124 h 228600"/>
                <a:gd name="connsiteX1182" fmla="*/ 77915 w 276225"/>
                <a:gd name="connsiteY1182" fmla="*/ 227647 h 228600"/>
                <a:gd name="connsiteX1183" fmla="*/ 78010 w 276225"/>
                <a:gd name="connsiteY1183" fmla="*/ 226504 h 228600"/>
                <a:gd name="connsiteX1184" fmla="*/ 77629 w 276225"/>
                <a:gd name="connsiteY1184" fmla="*/ 225361 h 228600"/>
                <a:gd name="connsiteX1185" fmla="*/ 76676 w 276225"/>
                <a:gd name="connsiteY1185" fmla="*/ 224885 h 228600"/>
                <a:gd name="connsiteX1186" fmla="*/ 52959 w 276225"/>
                <a:gd name="connsiteY1186" fmla="*/ 221266 h 228600"/>
                <a:gd name="connsiteX1187" fmla="*/ 52864 w 276225"/>
                <a:gd name="connsiteY1187" fmla="*/ 221456 h 228600"/>
                <a:gd name="connsiteX1188" fmla="*/ 52483 w 276225"/>
                <a:gd name="connsiteY1188" fmla="*/ 221742 h 228600"/>
                <a:gd name="connsiteX1189" fmla="*/ 52102 w 276225"/>
                <a:gd name="connsiteY1189" fmla="*/ 221742 h 228600"/>
                <a:gd name="connsiteX1190" fmla="*/ 51816 w 276225"/>
                <a:gd name="connsiteY1190" fmla="*/ 221456 h 228600"/>
                <a:gd name="connsiteX1191" fmla="*/ 51721 w 276225"/>
                <a:gd name="connsiteY1191" fmla="*/ 221075 h 228600"/>
                <a:gd name="connsiteX1192" fmla="*/ 51721 w 276225"/>
                <a:gd name="connsiteY1192" fmla="*/ 220789 h 228600"/>
                <a:gd name="connsiteX1193" fmla="*/ 51721 w 276225"/>
                <a:gd name="connsiteY1193" fmla="*/ 220504 h 228600"/>
                <a:gd name="connsiteX1194" fmla="*/ 52197 w 276225"/>
                <a:gd name="connsiteY1194" fmla="*/ 219742 h 228600"/>
                <a:gd name="connsiteX1195" fmla="*/ 52102 w 276225"/>
                <a:gd name="connsiteY1195" fmla="*/ 219361 h 228600"/>
                <a:gd name="connsiteX1196" fmla="*/ 51816 w 276225"/>
                <a:gd name="connsiteY1196" fmla="*/ 219265 h 228600"/>
                <a:gd name="connsiteX1197" fmla="*/ 51245 w 276225"/>
                <a:gd name="connsiteY1197" fmla="*/ 219361 h 228600"/>
                <a:gd name="connsiteX1198" fmla="*/ 50578 w 276225"/>
                <a:gd name="connsiteY1198" fmla="*/ 219646 h 228600"/>
                <a:gd name="connsiteX1199" fmla="*/ 50387 w 276225"/>
                <a:gd name="connsiteY1199" fmla="*/ 220408 h 228600"/>
                <a:gd name="connsiteX1200" fmla="*/ 50768 w 276225"/>
                <a:gd name="connsiteY1200" fmla="*/ 221266 h 228600"/>
                <a:gd name="connsiteX1201" fmla="*/ 51816 w 276225"/>
                <a:gd name="connsiteY1201" fmla="*/ 222980 h 228600"/>
                <a:gd name="connsiteX1202" fmla="*/ 52388 w 276225"/>
                <a:gd name="connsiteY1202" fmla="*/ 223361 h 228600"/>
                <a:gd name="connsiteX1203" fmla="*/ 52769 w 276225"/>
                <a:gd name="connsiteY1203" fmla="*/ 222885 h 228600"/>
                <a:gd name="connsiteX1204" fmla="*/ 53054 w 276225"/>
                <a:gd name="connsiteY1204" fmla="*/ 222313 h 228600"/>
                <a:gd name="connsiteX1205" fmla="*/ 53245 w 276225"/>
                <a:gd name="connsiteY1205" fmla="*/ 221932 h 228600"/>
                <a:gd name="connsiteX1206" fmla="*/ 53245 w 276225"/>
                <a:gd name="connsiteY1206" fmla="*/ 221551 h 228600"/>
                <a:gd name="connsiteX1207" fmla="*/ 52959 w 276225"/>
                <a:gd name="connsiteY1207" fmla="*/ 221266 h 228600"/>
                <a:gd name="connsiteX1208" fmla="*/ 52959 w 276225"/>
                <a:gd name="connsiteY1208" fmla="*/ 221266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</a:cxnLst>
              <a:rect l="l" t="t" r="r" b="b"/>
              <a:pathLst>
                <a:path w="276225" h="228600">
                  <a:moveTo>
                    <a:pt x="37243" y="172783"/>
                  </a:moveTo>
                  <a:lnTo>
                    <a:pt x="36957" y="172307"/>
                  </a:lnTo>
                  <a:lnTo>
                    <a:pt x="36957" y="172307"/>
                  </a:lnTo>
                  <a:lnTo>
                    <a:pt x="37052" y="172117"/>
                  </a:lnTo>
                  <a:lnTo>
                    <a:pt x="37052" y="171831"/>
                  </a:lnTo>
                  <a:lnTo>
                    <a:pt x="36957" y="171545"/>
                  </a:lnTo>
                  <a:lnTo>
                    <a:pt x="36767" y="171355"/>
                  </a:lnTo>
                  <a:lnTo>
                    <a:pt x="35814" y="170783"/>
                  </a:lnTo>
                  <a:lnTo>
                    <a:pt x="35147" y="171640"/>
                  </a:lnTo>
                  <a:lnTo>
                    <a:pt x="35433" y="172593"/>
                  </a:lnTo>
                  <a:lnTo>
                    <a:pt x="36100" y="173546"/>
                  </a:lnTo>
                  <a:lnTo>
                    <a:pt x="36576" y="174403"/>
                  </a:lnTo>
                  <a:lnTo>
                    <a:pt x="36386" y="175641"/>
                  </a:lnTo>
                  <a:lnTo>
                    <a:pt x="36386" y="176213"/>
                  </a:lnTo>
                  <a:lnTo>
                    <a:pt x="36862" y="176213"/>
                  </a:lnTo>
                  <a:lnTo>
                    <a:pt x="37148" y="175927"/>
                  </a:lnTo>
                  <a:lnTo>
                    <a:pt x="37719" y="174784"/>
                  </a:lnTo>
                  <a:lnTo>
                    <a:pt x="38005" y="174403"/>
                  </a:lnTo>
                  <a:lnTo>
                    <a:pt x="38005" y="174022"/>
                  </a:lnTo>
                  <a:lnTo>
                    <a:pt x="37814" y="173546"/>
                  </a:lnTo>
                  <a:lnTo>
                    <a:pt x="37243" y="172783"/>
                  </a:lnTo>
                  <a:close/>
                  <a:moveTo>
                    <a:pt x="37814" y="181070"/>
                  </a:moveTo>
                  <a:lnTo>
                    <a:pt x="37529" y="180594"/>
                  </a:lnTo>
                  <a:lnTo>
                    <a:pt x="37243" y="180022"/>
                  </a:lnTo>
                  <a:lnTo>
                    <a:pt x="37243" y="179356"/>
                  </a:lnTo>
                  <a:lnTo>
                    <a:pt x="37338" y="178784"/>
                  </a:lnTo>
                  <a:lnTo>
                    <a:pt x="37338" y="178213"/>
                  </a:lnTo>
                  <a:lnTo>
                    <a:pt x="36671" y="176879"/>
                  </a:lnTo>
                  <a:lnTo>
                    <a:pt x="36290" y="176593"/>
                  </a:lnTo>
                  <a:lnTo>
                    <a:pt x="35814" y="176689"/>
                  </a:lnTo>
                  <a:lnTo>
                    <a:pt x="35243" y="177165"/>
                  </a:lnTo>
                  <a:lnTo>
                    <a:pt x="35147" y="176879"/>
                  </a:lnTo>
                  <a:lnTo>
                    <a:pt x="35052" y="176593"/>
                  </a:lnTo>
                  <a:lnTo>
                    <a:pt x="34957" y="176403"/>
                  </a:lnTo>
                  <a:lnTo>
                    <a:pt x="34576" y="177546"/>
                  </a:lnTo>
                  <a:lnTo>
                    <a:pt x="34576" y="178879"/>
                  </a:lnTo>
                  <a:lnTo>
                    <a:pt x="34957" y="181165"/>
                  </a:lnTo>
                  <a:lnTo>
                    <a:pt x="34957" y="183071"/>
                  </a:lnTo>
                  <a:lnTo>
                    <a:pt x="35147" y="184213"/>
                  </a:lnTo>
                  <a:lnTo>
                    <a:pt x="35719" y="184785"/>
                  </a:lnTo>
                  <a:lnTo>
                    <a:pt x="35433" y="185261"/>
                  </a:lnTo>
                  <a:lnTo>
                    <a:pt x="35909" y="185547"/>
                  </a:lnTo>
                  <a:lnTo>
                    <a:pt x="36767" y="185547"/>
                  </a:lnTo>
                  <a:lnTo>
                    <a:pt x="37529" y="185166"/>
                  </a:lnTo>
                  <a:lnTo>
                    <a:pt x="37814" y="184499"/>
                  </a:lnTo>
                  <a:lnTo>
                    <a:pt x="38100" y="183547"/>
                  </a:lnTo>
                  <a:lnTo>
                    <a:pt x="38100" y="182594"/>
                  </a:lnTo>
                  <a:lnTo>
                    <a:pt x="37814" y="181832"/>
                  </a:lnTo>
                  <a:lnTo>
                    <a:pt x="38100" y="181451"/>
                  </a:lnTo>
                  <a:lnTo>
                    <a:pt x="37814" y="181070"/>
                  </a:lnTo>
                  <a:close/>
                  <a:moveTo>
                    <a:pt x="51435" y="214979"/>
                  </a:moveTo>
                  <a:lnTo>
                    <a:pt x="52102" y="214693"/>
                  </a:lnTo>
                  <a:lnTo>
                    <a:pt x="52102" y="213931"/>
                  </a:lnTo>
                  <a:lnTo>
                    <a:pt x="51721" y="213646"/>
                  </a:lnTo>
                  <a:lnTo>
                    <a:pt x="51245" y="213550"/>
                  </a:lnTo>
                  <a:lnTo>
                    <a:pt x="51054" y="213360"/>
                  </a:lnTo>
                  <a:lnTo>
                    <a:pt x="50959" y="212979"/>
                  </a:lnTo>
                  <a:lnTo>
                    <a:pt x="50673" y="212884"/>
                  </a:lnTo>
                  <a:lnTo>
                    <a:pt x="50292" y="212884"/>
                  </a:lnTo>
                  <a:lnTo>
                    <a:pt x="50006" y="212788"/>
                  </a:lnTo>
                  <a:lnTo>
                    <a:pt x="49911" y="212598"/>
                  </a:lnTo>
                  <a:lnTo>
                    <a:pt x="49816" y="212217"/>
                  </a:lnTo>
                  <a:lnTo>
                    <a:pt x="49721" y="212026"/>
                  </a:lnTo>
                  <a:lnTo>
                    <a:pt x="49149" y="211359"/>
                  </a:lnTo>
                  <a:lnTo>
                    <a:pt x="48387" y="210788"/>
                  </a:lnTo>
                  <a:lnTo>
                    <a:pt x="47530" y="210502"/>
                  </a:lnTo>
                  <a:lnTo>
                    <a:pt x="46482" y="210883"/>
                  </a:lnTo>
                  <a:lnTo>
                    <a:pt x="46006" y="211550"/>
                  </a:lnTo>
                  <a:lnTo>
                    <a:pt x="46196" y="212312"/>
                  </a:lnTo>
                  <a:lnTo>
                    <a:pt x="46768" y="213074"/>
                  </a:lnTo>
                  <a:lnTo>
                    <a:pt x="47530" y="213741"/>
                  </a:lnTo>
                  <a:lnTo>
                    <a:pt x="49244" y="214408"/>
                  </a:lnTo>
                  <a:lnTo>
                    <a:pt x="49244" y="214503"/>
                  </a:lnTo>
                  <a:lnTo>
                    <a:pt x="49340" y="214789"/>
                  </a:lnTo>
                  <a:lnTo>
                    <a:pt x="49435" y="215360"/>
                  </a:lnTo>
                  <a:lnTo>
                    <a:pt x="49625" y="215932"/>
                  </a:lnTo>
                  <a:lnTo>
                    <a:pt x="50102" y="216313"/>
                  </a:lnTo>
                  <a:lnTo>
                    <a:pt x="50483" y="215551"/>
                  </a:lnTo>
                  <a:lnTo>
                    <a:pt x="50959" y="215074"/>
                  </a:lnTo>
                  <a:lnTo>
                    <a:pt x="51435" y="214979"/>
                  </a:lnTo>
                  <a:close/>
                  <a:moveTo>
                    <a:pt x="277940" y="65246"/>
                  </a:moveTo>
                  <a:lnTo>
                    <a:pt x="277559" y="63246"/>
                  </a:lnTo>
                  <a:lnTo>
                    <a:pt x="273177" y="54769"/>
                  </a:lnTo>
                  <a:lnTo>
                    <a:pt x="272225" y="53435"/>
                  </a:lnTo>
                  <a:lnTo>
                    <a:pt x="270986" y="52102"/>
                  </a:lnTo>
                  <a:lnTo>
                    <a:pt x="270891" y="51816"/>
                  </a:lnTo>
                  <a:lnTo>
                    <a:pt x="270415" y="50959"/>
                  </a:lnTo>
                  <a:lnTo>
                    <a:pt x="269462" y="49721"/>
                  </a:lnTo>
                  <a:lnTo>
                    <a:pt x="269177" y="48958"/>
                  </a:lnTo>
                  <a:lnTo>
                    <a:pt x="269177" y="48387"/>
                  </a:lnTo>
                  <a:lnTo>
                    <a:pt x="269558" y="47244"/>
                  </a:lnTo>
                  <a:lnTo>
                    <a:pt x="269653" y="46767"/>
                  </a:lnTo>
                  <a:lnTo>
                    <a:pt x="269081" y="45148"/>
                  </a:lnTo>
                  <a:lnTo>
                    <a:pt x="269272" y="44291"/>
                  </a:lnTo>
                  <a:lnTo>
                    <a:pt x="269558" y="43720"/>
                  </a:lnTo>
                  <a:lnTo>
                    <a:pt x="269748" y="43148"/>
                  </a:lnTo>
                  <a:lnTo>
                    <a:pt x="269653" y="42481"/>
                  </a:lnTo>
                  <a:lnTo>
                    <a:pt x="269653" y="42196"/>
                  </a:lnTo>
                  <a:lnTo>
                    <a:pt x="268891" y="40576"/>
                  </a:lnTo>
                  <a:lnTo>
                    <a:pt x="268796" y="40100"/>
                  </a:lnTo>
                  <a:lnTo>
                    <a:pt x="268891" y="39624"/>
                  </a:lnTo>
                  <a:lnTo>
                    <a:pt x="268891" y="39052"/>
                  </a:lnTo>
                  <a:lnTo>
                    <a:pt x="268510" y="38576"/>
                  </a:lnTo>
                  <a:lnTo>
                    <a:pt x="267748" y="38290"/>
                  </a:lnTo>
                  <a:lnTo>
                    <a:pt x="265748" y="38481"/>
                  </a:lnTo>
                  <a:lnTo>
                    <a:pt x="264890" y="38195"/>
                  </a:lnTo>
                  <a:lnTo>
                    <a:pt x="264319" y="37242"/>
                  </a:lnTo>
                  <a:lnTo>
                    <a:pt x="264319" y="36100"/>
                  </a:lnTo>
                  <a:lnTo>
                    <a:pt x="264509" y="34957"/>
                  </a:lnTo>
                  <a:lnTo>
                    <a:pt x="264414" y="33909"/>
                  </a:lnTo>
                  <a:lnTo>
                    <a:pt x="263843" y="32956"/>
                  </a:lnTo>
                  <a:lnTo>
                    <a:pt x="263366" y="32480"/>
                  </a:lnTo>
                  <a:lnTo>
                    <a:pt x="263176" y="31813"/>
                  </a:lnTo>
                  <a:lnTo>
                    <a:pt x="263462" y="30480"/>
                  </a:lnTo>
                  <a:lnTo>
                    <a:pt x="265271" y="25336"/>
                  </a:lnTo>
                  <a:lnTo>
                    <a:pt x="265557" y="23431"/>
                  </a:lnTo>
                  <a:lnTo>
                    <a:pt x="265557" y="22955"/>
                  </a:lnTo>
                  <a:lnTo>
                    <a:pt x="265367" y="22384"/>
                  </a:lnTo>
                  <a:lnTo>
                    <a:pt x="264890" y="21336"/>
                  </a:lnTo>
                  <a:lnTo>
                    <a:pt x="264795" y="20859"/>
                  </a:lnTo>
                  <a:lnTo>
                    <a:pt x="264890" y="19717"/>
                  </a:lnTo>
                  <a:lnTo>
                    <a:pt x="265271" y="18764"/>
                  </a:lnTo>
                  <a:lnTo>
                    <a:pt x="266319" y="16859"/>
                  </a:lnTo>
                  <a:lnTo>
                    <a:pt x="266510" y="16383"/>
                  </a:lnTo>
                  <a:lnTo>
                    <a:pt x="266605" y="15907"/>
                  </a:lnTo>
                  <a:lnTo>
                    <a:pt x="266795" y="15430"/>
                  </a:lnTo>
                  <a:lnTo>
                    <a:pt x="267176" y="15049"/>
                  </a:lnTo>
                  <a:lnTo>
                    <a:pt x="267843" y="14859"/>
                  </a:lnTo>
                  <a:lnTo>
                    <a:pt x="268129" y="15049"/>
                  </a:lnTo>
                  <a:lnTo>
                    <a:pt x="268319" y="15430"/>
                  </a:lnTo>
                  <a:lnTo>
                    <a:pt x="268700" y="15621"/>
                  </a:lnTo>
                  <a:lnTo>
                    <a:pt x="269748" y="15335"/>
                  </a:lnTo>
                  <a:lnTo>
                    <a:pt x="270415" y="14764"/>
                  </a:lnTo>
                  <a:lnTo>
                    <a:pt x="270891" y="13906"/>
                  </a:lnTo>
                  <a:lnTo>
                    <a:pt x="271558" y="12478"/>
                  </a:lnTo>
                  <a:lnTo>
                    <a:pt x="271748" y="11716"/>
                  </a:lnTo>
                  <a:lnTo>
                    <a:pt x="271844" y="11334"/>
                  </a:lnTo>
                  <a:lnTo>
                    <a:pt x="272034" y="10573"/>
                  </a:lnTo>
                  <a:lnTo>
                    <a:pt x="272796" y="9430"/>
                  </a:lnTo>
                  <a:lnTo>
                    <a:pt x="273082" y="8858"/>
                  </a:lnTo>
                  <a:lnTo>
                    <a:pt x="273177" y="8001"/>
                  </a:lnTo>
                  <a:lnTo>
                    <a:pt x="272987" y="6382"/>
                  </a:lnTo>
                  <a:lnTo>
                    <a:pt x="273082" y="5524"/>
                  </a:lnTo>
                  <a:lnTo>
                    <a:pt x="274320" y="2762"/>
                  </a:lnTo>
                  <a:lnTo>
                    <a:pt x="274606" y="1429"/>
                  </a:lnTo>
                  <a:lnTo>
                    <a:pt x="273939" y="0"/>
                  </a:lnTo>
                  <a:lnTo>
                    <a:pt x="273177" y="571"/>
                  </a:lnTo>
                  <a:lnTo>
                    <a:pt x="271463" y="3143"/>
                  </a:lnTo>
                  <a:lnTo>
                    <a:pt x="270605" y="3524"/>
                  </a:lnTo>
                  <a:lnTo>
                    <a:pt x="270225" y="3905"/>
                  </a:lnTo>
                  <a:lnTo>
                    <a:pt x="269843" y="5143"/>
                  </a:lnTo>
                  <a:lnTo>
                    <a:pt x="269653" y="5429"/>
                  </a:lnTo>
                  <a:lnTo>
                    <a:pt x="269272" y="5905"/>
                  </a:lnTo>
                  <a:lnTo>
                    <a:pt x="269081" y="6382"/>
                  </a:lnTo>
                  <a:lnTo>
                    <a:pt x="269081" y="6763"/>
                  </a:lnTo>
                  <a:lnTo>
                    <a:pt x="269177" y="7239"/>
                  </a:lnTo>
                  <a:lnTo>
                    <a:pt x="269177" y="7715"/>
                  </a:lnTo>
                  <a:lnTo>
                    <a:pt x="268986" y="8096"/>
                  </a:lnTo>
                  <a:lnTo>
                    <a:pt x="268319" y="8667"/>
                  </a:lnTo>
                  <a:lnTo>
                    <a:pt x="267748" y="8667"/>
                  </a:lnTo>
                  <a:lnTo>
                    <a:pt x="266510" y="8096"/>
                  </a:lnTo>
                  <a:lnTo>
                    <a:pt x="265557" y="7906"/>
                  </a:lnTo>
                  <a:lnTo>
                    <a:pt x="265081" y="7715"/>
                  </a:lnTo>
                  <a:lnTo>
                    <a:pt x="264128" y="6858"/>
                  </a:lnTo>
                  <a:lnTo>
                    <a:pt x="262700" y="5810"/>
                  </a:lnTo>
                  <a:lnTo>
                    <a:pt x="261747" y="5715"/>
                  </a:lnTo>
                  <a:lnTo>
                    <a:pt x="260985" y="6477"/>
                  </a:lnTo>
                  <a:lnTo>
                    <a:pt x="260033" y="7810"/>
                  </a:lnTo>
                  <a:lnTo>
                    <a:pt x="259747" y="8001"/>
                  </a:lnTo>
                  <a:lnTo>
                    <a:pt x="259175" y="8382"/>
                  </a:lnTo>
                  <a:lnTo>
                    <a:pt x="258985" y="8667"/>
                  </a:lnTo>
                  <a:lnTo>
                    <a:pt x="258890" y="9049"/>
                  </a:lnTo>
                  <a:lnTo>
                    <a:pt x="258794" y="10096"/>
                  </a:lnTo>
                  <a:lnTo>
                    <a:pt x="258223" y="11239"/>
                  </a:lnTo>
                  <a:lnTo>
                    <a:pt x="257746" y="11525"/>
                  </a:lnTo>
                  <a:lnTo>
                    <a:pt x="256985" y="11430"/>
                  </a:lnTo>
                  <a:lnTo>
                    <a:pt x="256985" y="11430"/>
                  </a:lnTo>
                  <a:lnTo>
                    <a:pt x="256985" y="11430"/>
                  </a:lnTo>
                  <a:lnTo>
                    <a:pt x="256985" y="11430"/>
                  </a:lnTo>
                  <a:lnTo>
                    <a:pt x="256223" y="11430"/>
                  </a:lnTo>
                  <a:lnTo>
                    <a:pt x="255842" y="12097"/>
                  </a:lnTo>
                  <a:lnTo>
                    <a:pt x="255556" y="13049"/>
                  </a:lnTo>
                  <a:lnTo>
                    <a:pt x="255175" y="13906"/>
                  </a:lnTo>
                  <a:lnTo>
                    <a:pt x="253746" y="15240"/>
                  </a:lnTo>
                  <a:lnTo>
                    <a:pt x="252127" y="16288"/>
                  </a:lnTo>
                  <a:lnTo>
                    <a:pt x="250984" y="16669"/>
                  </a:lnTo>
                  <a:lnTo>
                    <a:pt x="250412" y="16383"/>
                  </a:lnTo>
                  <a:lnTo>
                    <a:pt x="249936" y="15716"/>
                  </a:lnTo>
                  <a:lnTo>
                    <a:pt x="249079" y="15049"/>
                  </a:lnTo>
                  <a:lnTo>
                    <a:pt x="248412" y="14764"/>
                  </a:lnTo>
                  <a:lnTo>
                    <a:pt x="248221" y="14764"/>
                  </a:lnTo>
                  <a:lnTo>
                    <a:pt x="248221" y="15049"/>
                  </a:lnTo>
                  <a:lnTo>
                    <a:pt x="246698" y="16954"/>
                  </a:lnTo>
                  <a:lnTo>
                    <a:pt x="245650" y="18574"/>
                  </a:lnTo>
                  <a:lnTo>
                    <a:pt x="245459" y="18669"/>
                  </a:lnTo>
                  <a:lnTo>
                    <a:pt x="244793" y="18859"/>
                  </a:lnTo>
                  <a:lnTo>
                    <a:pt x="244221" y="20193"/>
                  </a:lnTo>
                  <a:lnTo>
                    <a:pt x="244221" y="20574"/>
                  </a:lnTo>
                  <a:lnTo>
                    <a:pt x="244031" y="20859"/>
                  </a:lnTo>
                  <a:lnTo>
                    <a:pt x="243364" y="21050"/>
                  </a:lnTo>
                  <a:lnTo>
                    <a:pt x="242792" y="20955"/>
                  </a:lnTo>
                  <a:lnTo>
                    <a:pt x="241840" y="20383"/>
                  </a:lnTo>
                  <a:lnTo>
                    <a:pt x="241364" y="20193"/>
                  </a:lnTo>
                  <a:lnTo>
                    <a:pt x="240792" y="20193"/>
                  </a:lnTo>
                  <a:lnTo>
                    <a:pt x="240506" y="20383"/>
                  </a:lnTo>
                  <a:lnTo>
                    <a:pt x="240221" y="20574"/>
                  </a:lnTo>
                  <a:lnTo>
                    <a:pt x="238220" y="21717"/>
                  </a:lnTo>
                  <a:lnTo>
                    <a:pt x="237458" y="21717"/>
                  </a:lnTo>
                  <a:lnTo>
                    <a:pt x="236696" y="21431"/>
                  </a:lnTo>
                  <a:lnTo>
                    <a:pt x="235934" y="20955"/>
                  </a:lnTo>
                  <a:lnTo>
                    <a:pt x="234506" y="19526"/>
                  </a:lnTo>
                  <a:lnTo>
                    <a:pt x="232696" y="16954"/>
                  </a:lnTo>
                  <a:lnTo>
                    <a:pt x="232315" y="16192"/>
                  </a:lnTo>
                  <a:lnTo>
                    <a:pt x="232029" y="15811"/>
                  </a:lnTo>
                  <a:lnTo>
                    <a:pt x="231648" y="15335"/>
                  </a:lnTo>
                  <a:lnTo>
                    <a:pt x="231458" y="15145"/>
                  </a:lnTo>
                  <a:lnTo>
                    <a:pt x="227648" y="14002"/>
                  </a:lnTo>
                  <a:lnTo>
                    <a:pt x="226981" y="13621"/>
                  </a:lnTo>
                  <a:lnTo>
                    <a:pt x="226124" y="13144"/>
                  </a:lnTo>
                  <a:lnTo>
                    <a:pt x="225076" y="11525"/>
                  </a:lnTo>
                  <a:lnTo>
                    <a:pt x="224504" y="11239"/>
                  </a:lnTo>
                  <a:lnTo>
                    <a:pt x="223266" y="10954"/>
                  </a:lnTo>
                  <a:lnTo>
                    <a:pt x="222790" y="10668"/>
                  </a:lnTo>
                  <a:lnTo>
                    <a:pt x="222600" y="10192"/>
                  </a:lnTo>
                  <a:lnTo>
                    <a:pt x="222314" y="8477"/>
                  </a:lnTo>
                  <a:lnTo>
                    <a:pt x="222123" y="7810"/>
                  </a:lnTo>
                  <a:lnTo>
                    <a:pt x="221456" y="6763"/>
                  </a:lnTo>
                  <a:lnTo>
                    <a:pt x="221171" y="6477"/>
                  </a:lnTo>
                  <a:lnTo>
                    <a:pt x="220028" y="7525"/>
                  </a:lnTo>
                  <a:lnTo>
                    <a:pt x="219646" y="7715"/>
                  </a:lnTo>
                  <a:lnTo>
                    <a:pt x="219266" y="7715"/>
                  </a:lnTo>
                  <a:lnTo>
                    <a:pt x="218980" y="7906"/>
                  </a:lnTo>
                  <a:lnTo>
                    <a:pt x="218885" y="8477"/>
                  </a:lnTo>
                  <a:lnTo>
                    <a:pt x="218885" y="8953"/>
                  </a:lnTo>
                  <a:lnTo>
                    <a:pt x="218980" y="9334"/>
                  </a:lnTo>
                  <a:lnTo>
                    <a:pt x="219170" y="9620"/>
                  </a:lnTo>
                  <a:lnTo>
                    <a:pt x="219551" y="9715"/>
                  </a:lnTo>
                  <a:lnTo>
                    <a:pt x="219551" y="10096"/>
                  </a:lnTo>
                  <a:lnTo>
                    <a:pt x="218789" y="10096"/>
                  </a:lnTo>
                  <a:lnTo>
                    <a:pt x="218123" y="9906"/>
                  </a:lnTo>
                  <a:lnTo>
                    <a:pt x="217551" y="9811"/>
                  </a:lnTo>
                  <a:lnTo>
                    <a:pt x="217075" y="10096"/>
                  </a:lnTo>
                  <a:lnTo>
                    <a:pt x="216979" y="10287"/>
                  </a:lnTo>
                  <a:lnTo>
                    <a:pt x="216884" y="10668"/>
                  </a:lnTo>
                  <a:lnTo>
                    <a:pt x="216884" y="11049"/>
                  </a:lnTo>
                  <a:lnTo>
                    <a:pt x="217456" y="11430"/>
                  </a:lnTo>
                  <a:lnTo>
                    <a:pt x="217265" y="11811"/>
                  </a:lnTo>
                  <a:lnTo>
                    <a:pt x="216884" y="12097"/>
                  </a:lnTo>
                  <a:lnTo>
                    <a:pt x="216694" y="12097"/>
                  </a:lnTo>
                  <a:lnTo>
                    <a:pt x="216122" y="13144"/>
                  </a:lnTo>
                  <a:lnTo>
                    <a:pt x="214789" y="13716"/>
                  </a:lnTo>
                  <a:lnTo>
                    <a:pt x="211931" y="14097"/>
                  </a:lnTo>
                  <a:lnTo>
                    <a:pt x="211550" y="14097"/>
                  </a:lnTo>
                  <a:lnTo>
                    <a:pt x="210884" y="14288"/>
                  </a:lnTo>
                  <a:lnTo>
                    <a:pt x="210121" y="14192"/>
                  </a:lnTo>
                  <a:lnTo>
                    <a:pt x="209645" y="14097"/>
                  </a:lnTo>
                  <a:lnTo>
                    <a:pt x="206407" y="12097"/>
                  </a:lnTo>
                  <a:lnTo>
                    <a:pt x="206121" y="11811"/>
                  </a:lnTo>
                  <a:lnTo>
                    <a:pt x="205645" y="12763"/>
                  </a:lnTo>
                  <a:lnTo>
                    <a:pt x="205073" y="15621"/>
                  </a:lnTo>
                  <a:lnTo>
                    <a:pt x="204692" y="16764"/>
                  </a:lnTo>
                  <a:lnTo>
                    <a:pt x="203930" y="17907"/>
                  </a:lnTo>
                  <a:lnTo>
                    <a:pt x="203073" y="18383"/>
                  </a:lnTo>
                  <a:lnTo>
                    <a:pt x="202025" y="18478"/>
                  </a:lnTo>
                  <a:lnTo>
                    <a:pt x="200216" y="18383"/>
                  </a:lnTo>
                  <a:lnTo>
                    <a:pt x="198977" y="18192"/>
                  </a:lnTo>
                  <a:lnTo>
                    <a:pt x="198120" y="18192"/>
                  </a:lnTo>
                  <a:lnTo>
                    <a:pt x="197549" y="18192"/>
                  </a:lnTo>
                  <a:lnTo>
                    <a:pt x="197263" y="18192"/>
                  </a:lnTo>
                  <a:lnTo>
                    <a:pt x="197072" y="18383"/>
                  </a:lnTo>
                  <a:lnTo>
                    <a:pt x="196977" y="19240"/>
                  </a:lnTo>
                  <a:lnTo>
                    <a:pt x="196882" y="19526"/>
                  </a:lnTo>
                  <a:lnTo>
                    <a:pt x="195929" y="19526"/>
                  </a:lnTo>
                  <a:lnTo>
                    <a:pt x="193643" y="18764"/>
                  </a:lnTo>
                  <a:lnTo>
                    <a:pt x="192596" y="18574"/>
                  </a:lnTo>
                  <a:lnTo>
                    <a:pt x="192310" y="19145"/>
                  </a:lnTo>
                  <a:lnTo>
                    <a:pt x="192215" y="19812"/>
                  </a:lnTo>
                  <a:lnTo>
                    <a:pt x="192310" y="20383"/>
                  </a:lnTo>
                  <a:lnTo>
                    <a:pt x="192596" y="20955"/>
                  </a:lnTo>
                  <a:lnTo>
                    <a:pt x="193643" y="21812"/>
                  </a:lnTo>
                  <a:lnTo>
                    <a:pt x="194215" y="22669"/>
                  </a:lnTo>
                  <a:lnTo>
                    <a:pt x="194405" y="23717"/>
                  </a:lnTo>
                  <a:lnTo>
                    <a:pt x="194215" y="25051"/>
                  </a:lnTo>
                  <a:lnTo>
                    <a:pt x="194691" y="26098"/>
                  </a:lnTo>
                  <a:lnTo>
                    <a:pt x="195453" y="26765"/>
                  </a:lnTo>
                  <a:lnTo>
                    <a:pt x="197263" y="27908"/>
                  </a:lnTo>
                  <a:lnTo>
                    <a:pt x="198120" y="28861"/>
                  </a:lnTo>
                  <a:lnTo>
                    <a:pt x="199454" y="32099"/>
                  </a:lnTo>
                  <a:lnTo>
                    <a:pt x="200216" y="32861"/>
                  </a:lnTo>
                  <a:lnTo>
                    <a:pt x="201073" y="33623"/>
                  </a:lnTo>
                  <a:lnTo>
                    <a:pt x="201740" y="34385"/>
                  </a:lnTo>
                  <a:lnTo>
                    <a:pt x="202025" y="35433"/>
                  </a:lnTo>
                  <a:lnTo>
                    <a:pt x="201644" y="36481"/>
                  </a:lnTo>
                  <a:lnTo>
                    <a:pt x="200787" y="37147"/>
                  </a:lnTo>
                  <a:lnTo>
                    <a:pt x="199835" y="37814"/>
                  </a:lnTo>
                  <a:lnTo>
                    <a:pt x="199073" y="38576"/>
                  </a:lnTo>
                  <a:lnTo>
                    <a:pt x="198406" y="39433"/>
                  </a:lnTo>
                  <a:lnTo>
                    <a:pt x="198501" y="42005"/>
                  </a:lnTo>
                  <a:lnTo>
                    <a:pt x="197739" y="42958"/>
                  </a:lnTo>
                  <a:lnTo>
                    <a:pt x="196691" y="43053"/>
                  </a:lnTo>
                  <a:lnTo>
                    <a:pt x="193929" y="42386"/>
                  </a:lnTo>
                  <a:lnTo>
                    <a:pt x="192691" y="42291"/>
                  </a:lnTo>
                  <a:lnTo>
                    <a:pt x="191358" y="42767"/>
                  </a:lnTo>
                  <a:lnTo>
                    <a:pt x="190024" y="42863"/>
                  </a:lnTo>
                  <a:lnTo>
                    <a:pt x="188690" y="42577"/>
                  </a:lnTo>
                  <a:lnTo>
                    <a:pt x="188500" y="42481"/>
                  </a:lnTo>
                  <a:lnTo>
                    <a:pt x="187262" y="41815"/>
                  </a:lnTo>
                  <a:lnTo>
                    <a:pt x="182690" y="37814"/>
                  </a:lnTo>
                  <a:lnTo>
                    <a:pt x="181833" y="36481"/>
                  </a:lnTo>
                  <a:lnTo>
                    <a:pt x="181261" y="34957"/>
                  </a:lnTo>
                  <a:lnTo>
                    <a:pt x="180499" y="33623"/>
                  </a:lnTo>
                  <a:lnTo>
                    <a:pt x="179070" y="32861"/>
                  </a:lnTo>
                  <a:lnTo>
                    <a:pt x="178499" y="32861"/>
                  </a:lnTo>
                  <a:lnTo>
                    <a:pt x="177356" y="33052"/>
                  </a:lnTo>
                  <a:lnTo>
                    <a:pt x="176594" y="32956"/>
                  </a:lnTo>
                  <a:lnTo>
                    <a:pt x="175736" y="32575"/>
                  </a:lnTo>
                  <a:lnTo>
                    <a:pt x="175165" y="32194"/>
                  </a:lnTo>
                  <a:lnTo>
                    <a:pt x="174593" y="32194"/>
                  </a:lnTo>
                  <a:lnTo>
                    <a:pt x="173736" y="32766"/>
                  </a:lnTo>
                  <a:lnTo>
                    <a:pt x="173355" y="31813"/>
                  </a:lnTo>
                  <a:lnTo>
                    <a:pt x="172593" y="30956"/>
                  </a:lnTo>
                  <a:lnTo>
                    <a:pt x="171641" y="30575"/>
                  </a:lnTo>
                  <a:lnTo>
                    <a:pt x="170879" y="30861"/>
                  </a:lnTo>
                  <a:lnTo>
                    <a:pt x="170593" y="30480"/>
                  </a:lnTo>
                  <a:lnTo>
                    <a:pt x="170212" y="30099"/>
                  </a:lnTo>
                  <a:lnTo>
                    <a:pt x="169831" y="29813"/>
                  </a:lnTo>
                  <a:lnTo>
                    <a:pt x="169450" y="29527"/>
                  </a:lnTo>
                  <a:lnTo>
                    <a:pt x="168021" y="30575"/>
                  </a:lnTo>
                  <a:lnTo>
                    <a:pt x="167259" y="31051"/>
                  </a:lnTo>
                  <a:lnTo>
                    <a:pt x="166402" y="31337"/>
                  </a:lnTo>
                  <a:lnTo>
                    <a:pt x="165164" y="32194"/>
                  </a:lnTo>
                  <a:lnTo>
                    <a:pt x="163735" y="32671"/>
                  </a:lnTo>
                  <a:lnTo>
                    <a:pt x="162211" y="32861"/>
                  </a:lnTo>
                  <a:lnTo>
                    <a:pt x="160687" y="32861"/>
                  </a:lnTo>
                  <a:lnTo>
                    <a:pt x="159829" y="32766"/>
                  </a:lnTo>
                  <a:lnTo>
                    <a:pt x="159258" y="32575"/>
                  </a:lnTo>
                  <a:lnTo>
                    <a:pt x="158782" y="32194"/>
                  </a:lnTo>
                  <a:lnTo>
                    <a:pt x="157448" y="30289"/>
                  </a:lnTo>
                  <a:lnTo>
                    <a:pt x="157067" y="30004"/>
                  </a:lnTo>
                  <a:lnTo>
                    <a:pt x="156305" y="29718"/>
                  </a:lnTo>
                  <a:lnTo>
                    <a:pt x="155925" y="29527"/>
                  </a:lnTo>
                  <a:lnTo>
                    <a:pt x="154972" y="28575"/>
                  </a:lnTo>
                  <a:lnTo>
                    <a:pt x="151829" y="23813"/>
                  </a:lnTo>
                  <a:lnTo>
                    <a:pt x="151352" y="22669"/>
                  </a:lnTo>
                  <a:lnTo>
                    <a:pt x="151162" y="21431"/>
                  </a:lnTo>
                  <a:lnTo>
                    <a:pt x="151162" y="19717"/>
                  </a:lnTo>
                  <a:lnTo>
                    <a:pt x="149638" y="20574"/>
                  </a:lnTo>
                  <a:lnTo>
                    <a:pt x="148400" y="23241"/>
                  </a:lnTo>
                  <a:lnTo>
                    <a:pt x="146780" y="25908"/>
                  </a:lnTo>
                  <a:lnTo>
                    <a:pt x="143923" y="26765"/>
                  </a:lnTo>
                  <a:lnTo>
                    <a:pt x="142780" y="26194"/>
                  </a:lnTo>
                  <a:lnTo>
                    <a:pt x="141827" y="25146"/>
                  </a:lnTo>
                  <a:lnTo>
                    <a:pt x="140113" y="22003"/>
                  </a:lnTo>
                  <a:lnTo>
                    <a:pt x="140018" y="21526"/>
                  </a:lnTo>
                  <a:lnTo>
                    <a:pt x="140303" y="19050"/>
                  </a:lnTo>
                  <a:lnTo>
                    <a:pt x="140303" y="18288"/>
                  </a:lnTo>
                  <a:lnTo>
                    <a:pt x="140018" y="17621"/>
                  </a:lnTo>
                  <a:lnTo>
                    <a:pt x="139065" y="17335"/>
                  </a:lnTo>
                  <a:lnTo>
                    <a:pt x="136970" y="16954"/>
                  </a:lnTo>
                  <a:lnTo>
                    <a:pt x="136017" y="16764"/>
                  </a:lnTo>
                  <a:lnTo>
                    <a:pt x="135636" y="16573"/>
                  </a:lnTo>
                  <a:lnTo>
                    <a:pt x="134779" y="16002"/>
                  </a:lnTo>
                  <a:lnTo>
                    <a:pt x="134398" y="15811"/>
                  </a:lnTo>
                  <a:lnTo>
                    <a:pt x="133921" y="15811"/>
                  </a:lnTo>
                  <a:lnTo>
                    <a:pt x="132969" y="16002"/>
                  </a:lnTo>
                  <a:lnTo>
                    <a:pt x="132588" y="16002"/>
                  </a:lnTo>
                  <a:lnTo>
                    <a:pt x="131731" y="15526"/>
                  </a:lnTo>
                  <a:lnTo>
                    <a:pt x="131064" y="14954"/>
                  </a:lnTo>
                  <a:lnTo>
                    <a:pt x="130302" y="14478"/>
                  </a:lnTo>
                  <a:lnTo>
                    <a:pt x="129445" y="14383"/>
                  </a:lnTo>
                  <a:lnTo>
                    <a:pt x="128683" y="14764"/>
                  </a:lnTo>
                  <a:lnTo>
                    <a:pt x="127064" y="16002"/>
                  </a:lnTo>
                  <a:lnTo>
                    <a:pt x="126302" y="16192"/>
                  </a:lnTo>
                  <a:lnTo>
                    <a:pt x="125921" y="15907"/>
                  </a:lnTo>
                  <a:lnTo>
                    <a:pt x="125635" y="14954"/>
                  </a:lnTo>
                  <a:lnTo>
                    <a:pt x="125254" y="14764"/>
                  </a:lnTo>
                  <a:lnTo>
                    <a:pt x="124778" y="14954"/>
                  </a:lnTo>
                  <a:lnTo>
                    <a:pt x="124301" y="15811"/>
                  </a:lnTo>
                  <a:lnTo>
                    <a:pt x="123920" y="16097"/>
                  </a:lnTo>
                  <a:lnTo>
                    <a:pt x="123063" y="16097"/>
                  </a:lnTo>
                  <a:lnTo>
                    <a:pt x="121729" y="15526"/>
                  </a:lnTo>
                  <a:lnTo>
                    <a:pt x="120872" y="15526"/>
                  </a:lnTo>
                  <a:lnTo>
                    <a:pt x="120015" y="16002"/>
                  </a:lnTo>
                  <a:lnTo>
                    <a:pt x="119444" y="16764"/>
                  </a:lnTo>
                  <a:lnTo>
                    <a:pt x="118967" y="17621"/>
                  </a:lnTo>
                  <a:lnTo>
                    <a:pt x="118396" y="18288"/>
                  </a:lnTo>
                  <a:lnTo>
                    <a:pt x="117348" y="18764"/>
                  </a:lnTo>
                  <a:lnTo>
                    <a:pt x="116491" y="18574"/>
                  </a:lnTo>
                  <a:lnTo>
                    <a:pt x="115634" y="18192"/>
                  </a:lnTo>
                  <a:lnTo>
                    <a:pt x="114681" y="18002"/>
                  </a:lnTo>
                  <a:lnTo>
                    <a:pt x="114110" y="18192"/>
                  </a:lnTo>
                  <a:lnTo>
                    <a:pt x="113729" y="18478"/>
                  </a:lnTo>
                  <a:lnTo>
                    <a:pt x="113348" y="18764"/>
                  </a:lnTo>
                  <a:lnTo>
                    <a:pt x="113062" y="18955"/>
                  </a:lnTo>
                  <a:lnTo>
                    <a:pt x="112871" y="18955"/>
                  </a:lnTo>
                  <a:lnTo>
                    <a:pt x="112586" y="18955"/>
                  </a:lnTo>
                  <a:lnTo>
                    <a:pt x="112204" y="18859"/>
                  </a:lnTo>
                  <a:lnTo>
                    <a:pt x="111824" y="18669"/>
                  </a:lnTo>
                  <a:lnTo>
                    <a:pt x="105823" y="17812"/>
                  </a:lnTo>
                  <a:lnTo>
                    <a:pt x="102965" y="16669"/>
                  </a:lnTo>
                  <a:lnTo>
                    <a:pt x="101727" y="16573"/>
                  </a:lnTo>
                  <a:lnTo>
                    <a:pt x="100965" y="16954"/>
                  </a:lnTo>
                  <a:lnTo>
                    <a:pt x="100298" y="17526"/>
                  </a:lnTo>
                  <a:lnTo>
                    <a:pt x="99346" y="17812"/>
                  </a:lnTo>
                  <a:lnTo>
                    <a:pt x="98679" y="17621"/>
                  </a:lnTo>
                  <a:lnTo>
                    <a:pt x="98393" y="17145"/>
                  </a:lnTo>
                  <a:lnTo>
                    <a:pt x="98393" y="16669"/>
                  </a:lnTo>
                  <a:lnTo>
                    <a:pt x="98584" y="16478"/>
                  </a:lnTo>
                  <a:lnTo>
                    <a:pt x="98108" y="16478"/>
                  </a:lnTo>
                  <a:lnTo>
                    <a:pt x="98012" y="16669"/>
                  </a:lnTo>
                  <a:lnTo>
                    <a:pt x="97917" y="16954"/>
                  </a:lnTo>
                  <a:lnTo>
                    <a:pt x="96584" y="18383"/>
                  </a:lnTo>
                  <a:lnTo>
                    <a:pt x="96203" y="18574"/>
                  </a:lnTo>
                  <a:lnTo>
                    <a:pt x="95536" y="18574"/>
                  </a:lnTo>
                  <a:lnTo>
                    <a:pt x="95155" y="18288"/>
                  </a:lnTo>
                  <a:lnTo>
                    <a:pt x="94869" y="18002"/>
                  </a:lnTo>
                  <a:lnTo>
                    <a:pt x="94583" y="17812"/>
                  </a:lnTo>
                  <a:lnTo>
                    <a:pt x="92678" y="18383"/>
                  </a:lnTo>
                  <a:lnTo>
                    <a:pt x="91154" y="19145"/>
                  </a:lnTo>
                  <a:lnTo>
                    <a:pt x="91154" y="19145"/>
                  </a:lnTo>
                  <a:lnTo>
                    <a:pt x="90678" y="19336"/>
                  </a:lnTo>
                  <a:lnTo>
                    <a:pt x="88868" y="19717"/>
                  </a:lnTo>
                  <a:lnTo>
                    <a:pt x="87440" y="18478"/>
                  </a:lnTo>
                  <a:lnTo>
                    <a:pt x="84582" y="18574"/>
                  </a:lnTo>
                  <a:lnTo>
                    <a:pt x="84106" y="19050"/>
                  </a:lnTo>
                  <a:lnTo>
                    <a:pt x="84011" y="19431"/>
                  </a:lnTo>
                  <a:lnTo>
                    <a:pt x="83725" y="19717"/>
                  </a:lnTo>
                  <a:lnTo>
                    <a:pt x="82772" y="19812"/>
                  </a:lnTo>
                  <a:lnTo>
                    <a:pt x="82010" y="19621"/>
                  </a:lnTo>
                  <a:lnTo>
                    <a:pt x="81439" y="19240"/>
                  </a:lnTo>
                  <a:lnTo>
                    <a:pt x="80963" y="18859"/>
                  </a:lnTo>
                  <a:lnTo>
                    <a:pt x="80391" y="18478"/>
                  </a:lnTo>
                  <a:lnTo>
                    <a:pt x="79629" y="18192"/>
                  </a:lnTo>
                  <a:lnTo>
                    <a:pt x="79153" y="18192"/>
                  </a:lnTo>
                  <a:lnTo>
                    <a:pt x="78772" y="18288"/>
                  </a:lnTo>
                  <a:lnTo>
                    <a:pt x="78105" y="18383"/>
                  </a:lnTo>
                  <a:lnTo>
                    <a:pt x="77058" y="18288"/>
                  </a:lnTo>
                  <a:lnTo>
                    <a:pt x="74009" y="17526"/>
                  </a:lnTo>
                  <a:lnTo>
                    <a:pt x="72200" y="17431"/>
                  </a:lnTo>
                  <a:lnTo>
                    <a:pt x="71819" y="17240"/>
                  </a:lnTo>
                  <a:lnTo>
                    <a:pt x="71628" y="16764"/>
                  </a:lnTo>
                  <a:lnTo>
                    <a:pt x="71723" y="15526"/>
                  </a:lnTo>
                  <a:lnTo>
                    <a:pt x="71628" y="14954"/>
                  </a:lnTo>
                  <a:lnTo>
                    <a:pt x="71342" y="14573"/>
                  </a:lnTo>
                  <a:lnTo>
                    <a:pt x="70866" y="14288"/>
                  </a:lnTo>
                  <a:lnTo>
                    <a:pt x="70390" y="14097"/>
                  </a:lnTo>
                  <a:lnTo>
                    <a:pt x="69818" y="14097"/>
                  </a:lnTo>
                  <a:lnTo>
                    <a:pt x="69342" y="14383"/>
                  </a:lnTo>
                  <a:lnTo>
                    <a:pt x="69152" y="14764"/>
                  </a:lnTo>
                  <a:lnTo>
                    <a:pt x="69056" y="15240"/>
                  </a:lnTo>
                  <a:lnTo>
                    <a:pt x="68771" y="15621"/>
                  </a:lnTo>
                  <a:lnTo>
                    <a:pt x="67723" y="16192"/>
                  </a:lnTo>
                  <a:lnTo>
                    <a:pt x="66961" y="16002"/>
                  </a:lnTo>
                  <a:lnTo>
                    <a:pt x="66294" y="15526"/>
                  </a:lnTo>
                  <a:lnTo>
                    <a:pt x="65342" y="15240"/>
                  </a:lnTo>
                  <a:lnTo>
                    <a:pt x="64484" y="15430"/>
                  </a:lnTo>
                  <a:lnTo>
                    <a:pt x="62484" y="16478"/>
                  </a:lnTo>
                  <a:lnTo>
                    <a:pt x="60484" y="17812"/>
                  </a:lnTo>
                  <a:lnTo>
                    <a:pt x="60103" y="18002"/>
                  </a:lnTo>
                  <a:lnTo>
                    <a:pt x="59531" y="17907"/>
                  </a:lnTo>
                  <a:lnTo>
                    <a:pt x="59150" y="17621"/>
                  </a:lnTo>
                  <a:lnTo>
                    <a:pt x="58865" y="17335"/>
                  </a:lnTo>
                  <a:lnTo>
                    <a:pt x="58674" y="17240"/>
                  </a:lnTo>
                  <a:lnTo>
                    <a:pt x="57912" y="17431"/>
                  </a:lnTo>
                  <a:lnTo>
                    <a:pt x="56483" y="18478"/>
                  </a:lnTo>
                  <a:lnTo>
                    <a:pt x="55531" y="18859"/>
                  </a:lnTo>
                  <a:lnTo>
                    <a:pt x="54388" y="18955"/>
                  </a:lnTo>
                  <a:lnTo>
                    <a:pt x="50768" y="18955"/>
                  </a:lnTo>
                  <a:lnTo>
                    <a:pt x="49149" y="19431"/>
                  </a:lnTo>
                  <a:lnTo>
                    <a:pt x="46768" y="20193"/>
                  </a:lnTo>
                  <a:lnTo>
                    <a:pt x="43625" y="20669"/>
                  </a:lnTo>
                  <a:lnTo>
                    <a:pt x="42577" y="21050"/>
                  </a:lnTo>
                  <a:lnTo>
                    <a:pt x="40862" y="22003"/>
                  </a:lnTo>
                  <a:lnTo>
                    <a:pt x="37243" y="25051"/>
                  </a:lnTo>
                  <a:lnTo>
                    <a:pt x="36576" y="25622"/>
                  </a:lnTo>
                  <a:lnTo>
                    <a:pt x="35719" y="26194"/>
                  </a:lnTo>
                  <a:lnTo>
                    <a:pt x="33814" y="26765"/>
                  </a:lnTo>
                  <a:lnTo>
                    <a:pt x="32957" y="27146"/>
                  </a:lnTo>
                  <a:lnTo>
                    <a:pt x="32099" y="28003"/>
                  </a:lnTo>
                  <a:lnTo>
                    <a:pt x="31814" y="28861"/>
                  </a:lnTo>
                  <a:lnTo>
                    <a:pt x="31814" y="29146"/>
                  </a:lnTo>
                  <a:lnTo>
                    <a:pt x="31814" y="29813"/>
                  </a:lnTo>
                  <a:lnTo>
                    <a:pt x="31718" y="30861"/>
                  </a:lnTo>
                  <a:lnTo>
                    <a:pt x="31337" y="31718"/>
                  </a:lnTo>
                  <a:lnTo>
                    <a:pt x="30194" y="33242"/>
                  </a:lnTo>
                  <a:lnTo>
                    <a:pt x="29813" y="34099"/>
                  </a:lnTo>
                  <a:lnTo>
                    <a:pt x="29623" y="35338"/>
                  </a:lnTo>
                  <a:lnTo>
                    <a:pt x="29623" y="36100"/>
                  </a:lnTo>
                  <a:lnTo>
                    <a:pt x="29433" y="36766"/>
                  </a:lnTo>
                  <a:lnTo>
                    <a:pt x="28670" y="37624"/>
                  </a:lnTo>
                  <a:lnTo>
                    <a:pt x="25622" y="40005"/>
                  </a:lnTo>
                  <a:lnTo>
                    <a:pt x="24289" y="41338"/>
                  </a:lnTo>
                  <a:lnTo>
                    <a:pt x="23336" y="43053"/>
                  </a:lnTo>
                  <a:lnTo>
                    <a:pt x="22384" y="46006"/>
                  </a:lnTo>
                  <a:lnTo>
                    <a:pt x="22003" y="46958"/>
                  </a:lnTo>
                  <a:lnTo>
                    <a:pt x="21050" y="48101"/>
                  </a:lnTo>
                  <a:lnTo>
                    <a:pt x="20765" y="48577"/>
                  </a:lnTo>
                  <a:lnTo>
                    <a:pt x="20669" y="49149"/>
                  </a:lnTo>
                  <a:lnTo>
                    <a:pt x="20574" y="50292"/>
                  </a:lnTo>
                  <a:lnTo>
                    <a:pt x="20384" y="50768"/>
                  </a:lnTo>
                  <a:lnTo>
                    <a:pt x="19145" y="51816"/>
                  </a:lnTo>
                  <a:lnTo>
                    <a:pt x="13811" y="54388"/>
                  </a:lnTo>
                  <a:lnTo>
                    <a:pt x="12097" y="55721"/>
                  </a:lnTo>
                  <a:lnTo>
                    <a:pt x="12002" y="56864"/>
                  </a:lnTo>
                  <a:lnTo>
                    <a:pt x="13145" y="58007"/>
                  </a:lnTo>
                  <a:lnTo>
                    <a:pt x="15050" y="59246"/>
                  </a:lnTo>
                  <a:lnTo>
                    <a:pt x="14097" y="59531"/>
                  </a:lnTo>
                  <a:lnTo>
                    <a:pt x="11621" y="60960"/>
                  </a:lnTo>
                  <a:lnTo>
                    <a:pt x="10573" y="61341"/>
                  </a:lnTo>
                  <a:lnTo>
                    <a:pt x="7334" y="61627"/>
                  </a:lnTo>
                  <a:lnTo>
                    <a:pt x="3048" y="61246"/>
                  </a:lnTo>
                  <a:lnTo>
                    <a:pt x="953" y="61436"/>
                  </a:lnTo>
                  <a:lnTo>
                    <a:pt x="0" y="62674"/>
                  </a:lnTo>
                  <a:lnTo>
                    <a:pt x="95" y="63246"/>
                  </a:lnTo>
                  <a:lnTo>
                    <a:pt x="667" y="64198"/>
                  </a:lnTo>
                  <a:lnTo>
                    <a:pt x="858" y="64675"/>
                  </a:lnTo>
                  <a:lnTo>
                    <a:pt x="858" y="65056"/>
                  </a:lnTo>
                  <a:lnTo>
                    <a:pt x="858" y="65722"/>
                  </a:lnTo>
                  <a:lnTo>
                    <a:pt x="858" y="65913"/>
                  </a:lnTo>
                  <a:lnTo>
                    <a:pt x="1048" y="70009"/>
                  </a:lnTo>
                  <a:lnTo>
                    <a:pt x="667" y="73247"/>
                  </a:lnTo>
                  <a:lnTo>
                    <a:pt x="762" y="77057"/>
                  </a:lnTo>
                  <a:lnTo>
                    <a:pt x="858" y="77152"/>
                  </a:lnTo>
                  <a:lnTo>
                    <a:pt x="3620" y="84487"/>
                  </a:lnTo>
                  <a:lnTo>
                    <a:pt x="4667" y="86296"/>
                  </a:lnTo>
                  <a:lnTo>
                    <a:pt x="7049" y="89059"/>
                  </a:lnTo>
                  <a:lnTo>
                    <a:pt x="7906" y="90773"/>
                  </a:lnTo>
                  <a:lnTo>
                    <a:pt x="8382" y="91440"/>
                  </a:lnTo>
                  <a:lnTo>
                    <a:pt x="9239" y="92011"/>
                  </a:lnTo>
                  <a:lnTo>
                    <a:pt x="9239" y="92011"/>
                  </a:lnTo>
                  <a:lnTo>
                    <a:pt x="9239" y="92297"/>
                  </a:lnTo>
                  <a:lnTo>
                    <a:pt x="9049" y="92583"/>
                  </a:lnTo>
                  <a:lnTo>
                    <a:pt x="8763" y="92773"/>
                  </a:lnTo>
                  <a:lnTo>
                    <a:pt x="8382" y="92964"/>
                  </a:lnTo>
                  <a:lnTo>
                    <a:pt x="8096" y="93154"/>
                  </a:lnTo>
                  <a:lnTo>
                    <a:pt x="8001" y="93345"/>
                  </a:lnTo>
                  <a:lnTo>
                    <a:pt x="8096" y="93535"/>
                  </a:lnTo>
                  <a:lnTo>
                    <a:pt x="8573" y="93916"/>
                  </a:lnTo>
                  <a:lnTo>
                    <a:pt x="8668" y="94107"/>
                  </a:lnTo>
                  <a:lnTo>
                    <a:pt x="8573" y="94297"/>
                  </a:lnTo>
                  <a:lnTo>
                    <a:pt x="8001" y="94964"/>
                  </a:lnTo>
                  <a:lnTo>
                    <a:pt x="7906" y="95536"/>
                  </a:lnTo>
                  <a:lnTo>
                    <a:pt x="8096" y="96107"/>
                  </a:lnTo>
                  <a:lnTo>
                    <a:pt x="8382" y="96679"/>
                  </a:lnTo>
                  <a:lnTo>
                    <a:pt x="8668" y="97917"/>
                  </a:lnTo>
                  <a:lnTo>
                    <a:pt x="8858" y="100013"/>
                  </a:lnTo>
                  <a:lnTo>
                    <a:pt x="9239" y="101155"/>
                  </a:lnTo>
                  <a:lnTo>
                    <a:pt x="9525" y="101727"/>
                  </a:lnTo>
                  <a:lnTo>
                    <a:pt x="9811" y="102013"/>
                  </a:lnTo>
                  <a:lnTo>
                    <a:pt x="10001" y="102394"/>
                  </a:lnTo>
                  <a:lnTo>
                    <a:pt x="10096" y="103060"/>
                  </a:lnTo>
                  <a:lnTo>
                    <a:pt x="10001" y="103537"/>
                  </a:lnTo>
                  <a:lnTo>
                    <a:pt x="9430" y="105251"/>
                  </a:lnTo>
                  <a:lnTo>
                    <a:pt x="9430" y="105251"/>
                  </a:lnTo>
                  <a:lnTo>
                    <a:pt x="8763" y="105823"/>
                  </a:lnTo>
                  <a:lnTo>
                    <a:pt x="8477" y="106680"/>
                  </a:lnTo>
                  <a:lnTo>
                    <a:pt x="8382" y="107823"/>
                  </a:lnTo>
                  <a:lnTo>
                    <a:pt x="8477" y="108966"/>
                  </a:lnTo>
                  <a:lnTo>
                    <a:pt x="8858" y="109823"/>
                  </a:lnTo>
                  <a:lnTo>
                    <a:pt x="9335" y="110204"/>
                  </a:lnTo>
                  <a:lnTo>
                    <a:pt x="9620" y="110490"/>
                  </a:lnTo>
                  <a:lnTo>
                    <a:pt x="12573" y="111442"/>
                  </a:lnTo>
                  <a:lnTo>
                    <a:pt x="14192" y="112585"/>
                  </a:lnTo>
                  <a:lnTo>
                    <a:pt x="18193" y="116681"/>
                  </a:lnTo>
                  <a:lnTo>
                    <a:pt x="19526" y="117443"/>
                  </a:lnTo>
                  <a:lnTo>
                    <a:pt x="19908" y="117824"/>
                  </a:lnTo>
                  <a:lnTo>
                    <a:pt x="20098" y="118300"/>
                  </a:lnTo>
                  <a:lnTo>
                    <a:pt x="20193" y="119158"/>
                  </a:lnTo>
                  <a:lnTo>
                    <a:pt x="20288" y="119539"/>
                  </a:lnTo>
                  <a:lnTo>
                    <a:pt x="21050" y="120301"/>
                  </a:lnTo>
                  <a:lnTo>
                    <a:pt x="22765" y="121158"/>
                  </a:lnTo>
                  <a:lnTo>
                    <a:pt x="23336" y="121825"/>
                  </a:lnTo>
                  <a:lnTo>
                    <a:pt x="23432" y="122396"/>
                  </a:lnTo>
                  <a:lnTo>
                    <a:pt x="23527" y="122872"/>
                  </a:lnTo>
                  <a:lnTo>
                    <a:pt x="23051" y="123634"/>
                  </a:lnTo>
                  <a:lnTo>
                    <a:pt x="21717" y="124777"/>
                  </a:lnTo>
                  <a:lnTo>
                    <a:pt x="21146" y="125825"/>
                  </a:lnTo>
                  <a:lnTo>
                    <a:pt x="20860" y="126873"/>
                  </a:lnTo>
                  <a:lnTo>
                    <a:pt x="19621" y="135636"/>
                  </a:lnTo>
                  <a:lnTo>
                    <a:pt x="20003" y="137731"/>
                  </a:lnTo>
                  <a:lnTo>
                    <a:pt x="22670" y="141922"/>
                  </a:lnTo>
                  <a:lnTo>
                    <a:pt x="23432" y="142780"/>
                  </a:lnTo>
                  <a:lnTo>
                    <a:pt x="23717" y="143161"/>
                  </a:lnTo>
                  <a:lnTo>
                    <a:pt x="24575" y="144971"/>
                  </a:lnTo>
                  <a:lnTo>
                    <a:pt x="25051" y="147638"/>
                  </a:lnTo>
                  <a:lnTo>
                    <a:pt x="27432" y="152305"/>
                  </a:lnTo>
                  <a:lnTo>
                    <a:pt x="29623" y="155448"/>
                  </a:lnTo>
                  <a:lnTo>
                    <a:pt x="31147" y="157734"/>
                  </a:lnTo>
                  <a:lnTo>
                    <a:pt x="31718" y="159829"/>
                  </a:lnTo>
                  <a:lnTo>
                    <a:pt x="31909" y="162877"/>
                  </a:lnTo>
                  <a:lnTo>
                    <a:pt x="31147" y="164116"/>
                  </a:lnTo>
                  <a:lnTo>
                    <a:pt x="31433" y="164497"/>
                  </a:lnTo>
                  <a:lnTo>
                    <a:pt x="32385" y="165354"/>
                  </a:lnTo>
                  <a:lnTo>
                    <a:pt x="32576" y="165735"/>
                  </a:lnTo>
                  <a:lnTo>
                    <a:pt x="32671" y="166497"/>
                  </a:lnTo>
                  <a:lnTo>
                    <a:pt x="33147" y="167449"/>
                  </a:lnTo>
                  <a:lnTo>
                    <a:pt x="33242" y="168116"/>
                  </a:lnTo>
                  <a:lnTo>
                    <a:pt x="33719" y="166973"/>
                  </a:lnTo>
                  <a:lnTo>
                    <a:pt x="33814" y="166021"/>
                  </a:lnTo>
                  <a:lnTo>
                    <a:pt x="33242" y="163734"/>
                  </a:lnTo>
                  <a:lnTo>
                    <a:pt x="33242" y="162973"/>
                  </a:lnTo>
                  <a:lnTo>
                    <a:pt x="33909" y="161353"/>
                  </a:lnTo>
                  <a:lnTo>
                    <a:pt x="34004" y="160496"/>
                  </a:lnTo>
                  <a:lnTo>
                    <a:pt x="33338" y="158782"/>
                  </a:lnTo>
                  <a:lnTo>
                    <a:pt x="30766" y="156019"/>
                  </a:lnTo>
                  <a:lnTo>
                    <a:pt x="30004" y="154305"/>
                  </a:lnTo>
                  <a:lnTo>
                    <a:pt x="30290" y="154305"/>
                  </a:lnTo>
                  <a:lnTo>
                    <a:pt x="32004" y="157067"/>
                  </a:lnTo>
                  <a:lnTo>
                    <a:pt x="33242" y="157734"/>
                  </a:lnTo>
                  <a:lnTo>
                    <a:pt x="33528" y="158210"/>
                  </a:lnTo>
                  <a:lnTo>
                    <a:pt x="33623" y="158782"/>
                  </a:lnTo>
                  <a:lnTo>
                    <a:pt x="33909" y="159544"/>
                  </a:lnTo>
                  <a:lnTo>
                    <a:pt x="34290" y="160210"/>
                  </a:lnTo>
                  <a:lnTo>
                    <a:pt x="34576" y="160496"/>
                  </a:lnTo>
                  <a:lnTo>
                    <a:pt x="36767" y="159353"/>
                  </a:lnTo>
                  <a:lnTo>
                    <a:pt x="37148" y="159353"/>
                  </a:lnTo>
                  <a:lnTo>
                    <a:pt x="37719" y="159925"/>
                  </a:lnTo>
                  <a:lnTo>
                    <a:pt x="38481" y="160401"/>
                  </a:lnTo>
                  <a:lnTo>
                    <a:pt x="39243" y="160496"/>
                  </a:lnTo>
                  <a:lnTo>
                    <a:pt x="39719" y="159829"/>
                  </a:lnTo>
                  <a:lnTo>
                    <a:pt x="40005" y="159829"/>
                  </a:lnTo>
                  <a:lnTo>
                    <a:pt x="39719" y="160401"/>
                  </a:lnTo>
                  <a:lnTo>
                    <a:pt x="39053" y="160877"/>
                  </a:lnTo>
                  <a:lnTo>
                    <a:pt x="38291" y="160972"/>
                  </a:lnTo>
                  <a:lnTo>
                    <a:pt x="37624" y="160687"/>
                  </a:lnTo>
                  <a:lnTo>
                    <a:pt x="37148" y="160306"/>
                  </a:lnTo>
                  <a:lnTo>
                    <a:pt x="36671" y="160210"/>
                  </a:lnTo>
                  <a:lnTo>
                    <a:pt x="36195" y="160306"/>
                  </a:lnTo>
                  <a:lnTo>
                    <a:pt x="35719" y="160496"/>
                  </a:lnTo>
                  <a:lnTo>
                    <a:pt x="34862" y="161068"/>
                  </a:lnTo>
                  <a:lnTo>
                    <a:pt x="34290" y="161925"/>
                  </a:lnTo>
                  <a:lnTo>
                    <a:pt x="34004" y="163068"/>
                  </a:lnTo>
                  <a:lnTo>
                    <a:pt x="33909" y="164592"/>
                  </a:lnTo>
                  <a:lnTo>
                    <a:pt x="34290" y="164592"/>
                  </a:lnTo>
                  <a:lnTo>
                    <a:pt x="34290" y="163449"/>
                  </a:lnTo>
                  <a:lnTo>
                    <a:pt x="34671" y="163830"/>
                  </a:lnTo>
                  <a:lnTo>
                    <a:pt x="34671" y="162687"/>
                  </a:lnTo>
                  <a:lnTo>
                    <a:pt x="35052" y="162687"/>
                  </a:lnTo>
                  <a:lnTo>
                    <a:pt x="35338" y="163354"/>
                  </a:lnTo>
                  <a:lnTo>
                    <a:pt x="35433" y="163734"/>
                  </a:lnTo>
                  <a:lnTo>
                    <a:pt x="35814" y="163734"/>
                  </a:lnTo>
                  <a:lnTo>
                    <a:pt x="36004" y="163639"/>
                  </a:lnTo>
                  <a:lnTo>
                    <a:pt x="36576" y="163354"/>
                  </a:lnTo>
                  <a:lnTo>
                    <a:pt x="36576" y="163734"/>
                  </a:lnTo>
                  <a:lnTo>
                    <a:pt x="36195" y="163734"/>
                  </a:lnTo>
                  <a:lnTo>
                    <a:pt x="36195" y="164116"/>
                  </a:lnTo>
                  <a:lnTo>
                    <a:pt x="36386" y="164497"/>
                  </a:lnTo>
                  <a:lnTo>
                    <a:pt x="36767" y="164782"/>
                  </a:lnTo>
                  <a:lnTo>
                    <a:pt x="37338" y="164973"/>
                  </a:lnTo>
                  <a:lnTo>
                    <a:pt x="38005" y="164878"/>
                  </a:lnTo>
                  <a:lnTo>
                    <a:pt x="38005" y="165259"/>
                  </a:lnTo>
                  <a:lnTo>
                    <a:pt x="37052" y="165354"/>
                  </a:lnTo>
                  <a:lnTo>
                    <a:pt x="36195" y="164973"/>
                  </a:lnTo>
                  <a:lnTo>
                    <a:pt x="35433" y="164687"/>
                  </a:lnTo>
                  <a:lnTo>
                    <a:pt x="34862" y="165259"/>
                  </a:lnTo>
                  <a:lnTo>
                    <a:pt x="34862" y="167449"/>
                  </a:lnTo>
                  <a:lnTo>
                    <a:pt x="35147" y="168021"/>
                  </a:lnTo>
                  <a:lnTo>
                    <a:pt x="35719" y="168688"/>
                  </a:lnTo>
                  <a:lnTo>
                    <a:pt x="35909" y="169164"/>
                  </a:lnTo>
                  <a:lnTo>
                    <a:pt x="35528" y="169164"/>
                  </a:lnTo>
                  <a:lnTo>
                    <a:pt x="34766" y="168402"/>
                  </a:lnTo>
                  <a:lnTo>
                    <a:pt x="34481" y="168021"/>
                  </a:lnTo>
                  <a:lnTo>
                    <a:pt x="33433" y="168688"/>
                  </a:lnTo>
                  <a:lnTo>
                    <a:pt x="34481" y="170212"/>
                  </a:lnTo>
                  <a:lnTo>
                    <a:pt x="34957" y="169831"/>
                  </a:lnTo>
                  <a:lnTo>
                    <a:pt x="35719" y="169450"/>
                  </a:lnTo>
                  <a:lnTo>
                    <a:pt x="36481" y="169259"/>
                  </a:lnTo>
                  <a:lnTo>
                    <a:pt x="37052" y="169450"/>
                  </a:lnTo>
                  <a:lnTo>
                    <a:pt x="37433" y="169450"/>
                  </a:lnTo>
                  <a:lnTo>
                    <a:pt x="37719" y="168783"/>
                  </a:lnTo>
                  <a:lnTo>
                    <a:pt x="37814" y="167926"/>
                  </a:lnTo>
                  <a:lnTo>
                    <a:pt x="37814" y="166116"/>
                  </a:lnTo>
                  <a:lnTo>
                    <a:pt x="38100" y="166688"/>
                  </a:lnTo>
                  <a:lnTo>
                    <a:pt x="38386" y="166783"/>
                  </a:lnTo>
                  <a:lnTo>
                    <a:pt x="38862" y="166783"/>
                  </a:lnTo>
                  <a:lnTo>
                    <a:pt x="38671" y="167164"/>
                  </a:lnTo>
                  <a:lnTo>
                    <a:pt x="38481" y="168307"/>
                  </a:lnTo>
                  <a:lnTo>
                    <a:pt x="38862" y="167926"/>
                  </a:lnTo>
                  <a:lnTo>
                    <a:pt x="38767" y="168973"/>
                  </a:lnTo>
                  <a:lnTo>
                    <a:pt x="38862" y="170307"/>
                  </a:lnTo>
                  <a:lnTo>
                    <a:pt x="39243" y="171450"/>
                  </a:lnTo>
                  <a:lnTo>
                    <a:pt x="40672" y="172117"/>
                  </a:lnTo>
                  <a:lnTo>
                    <a:pt x="41339" y="173069"/>
                  </a:lnTo>
                  <a:lnTo>
                    <a:pt x="41815" y="173355"/>
                  </a:lnTo>
                  <a:lnTo>
                    <a:pt x="42291" y="173259"/>
                  </a:lnTo>
                  <a:lnTo>
                    <a:pt x="42672" y="172879"/>
                  </a:lnTo>
                  <a:lnTo>
                    <a:pt x="42767" y="172402"/>
                  </a:lnTo>
                  <a:lnTo>
                    <a:pt x="42577" y="172021"/>
                  </a:lnTo>
                  <a:lnTo>
                    <a:pt x="42767" y="171450"/>
                  </a:lnTo>
                  <a:lnTo>
                    <a:pt x="42863" y="171259"/>
                  </a:lnTo>
                  <a:lnTo>
                    <a:pt x="43244" y="171259"/>
                  </a:lnTo>
                  <a:lnTo>
                    <a:pt x="43148" y="171450"/>
                  </a:lnTo>
                  <a:lnTo>
                    <a:pt x="42863" y="172021"/>
                  </a:lnTo>
                  <a:lnTo>
                    <a:pt x="43339" y="172498"/>
                  </a:lnTo>
                  <a:lnTo>
                    <a:pt x="44958" y="175641"/>
                  </a:lnTo>
                  <a:lnTo>
                    <a:pt x="44196" y="175355"/>
                  </a:lnTo>
                  <a:lnTo>
                    <a:pt x="43339" y="174117"/>
                  </a:lnTo>
                  <a:lnTo>
                    <a:pt x="42672" y="173831"/>
                  </a:lnTo>
                  <a:lnTo>
                    <a:pt x="41815" y="173926"/>
                  </a:lnTo>
                  <a:lnTo>
                    <a:pt x="41148" y="174212"/>
                  </a:lnTo>
                  <a:lnTo>
                    <a:pt x="40577" y="174688"/>
                  </a:lnTo>
                  <a:lnTo>
                    <a:pt x="40196" y="175260"/>
                  </a:lnTo>
                  <a:lnTo>
                    <a:pt x="39910" y="175260"/>
                  </a:lnTo>
                  <a:lnTo>
                    <a:pt x="39815" y="174784"/>
                  </a:lnTo>
                  <a:lnTo>
                    <a:pt x="39815" y="174688"/>
                  </a:lnTo>
                  <a:lnTo>
                    <a:pt x="39624" y="174688"/>
                  </a:lnTo>
                  <a:lnTo>
                    <a:pt x="39148" y="174593"/>
                  </a:lnTo>
                  <a:lnTo>
                    <a:pt x="39529" y="175260"/>
                  </a:lnTo>
                  <a:lnTo>
                    <a:pt x="40291" y="176403"/>
                  </a:lnTo>
                  <a:lnTo>
                    <a:pt x="40672" y="177165"/>
                  </a:lnTo>
                  <a:lnTo>
                    <a:pt x="40862" y="178117"/>
                  </a:lnTo>
                  <a:lnTo>
                    <a:pt x="40862" y="178784"/>
                  </a:lnTo>
                  <a:lnTo>
                    <a:pt x="41053" y="179356"/>
                  </a:lnTo>
                  <a:lnTo>
                    <a:pt x="41720" y="180022"/>
                  </a:lnTo>
                  <a:lnTo>
                    <a:pt x="42101" y="179737"/>
                  </a:lnTo>
                  <a:lnTo>
                    <a:pt x="42482" y="179546"/>
                  </a:lnTo>
                  <a:lnTo>
                    <a:pt x="43244" y="179260"/>
                  </a:lnTo>
                  <a:lnTo>
                    <a:pt x="43339" y="180022"/>
                  </a:lnTo>
                  <a:lnTo>
                    <a:pt x="43815" y="181356"/>
                  </a:lnTo>
                  <a:lnTo>
                    <a:pt x="43910" y="182213"/>
                  </a:lnTo>
                  <a:lnTo>
                    <a:pt x="43625" y="182213"/>
                  </a:lnTo>
                  <a:lnTo>
                    <a:pt x="42958" y="181451"/>
                  </a:lnTo>
                  <a:lnTo>
                    <a:pt x="41434" y="182404"/>
                  </a:lnTo>
                  <a:lnTo>
                    <a:pt x="40005" y="183737"/>
                  </a:lnTo>
                  <a:lnTo>
                    <a:pt x="39624" y="184404"/>
                  </a:lnTo>
                  <a:lnTo>
                    <a:pt x="39624" y="184690"/>
                  </a:lnTo>
                  <a:lnTo>
                    <a:pt x="40005" y="185261"/>
                  </a:lnTo>
                  <a:lnTo>
                    <a:pt x="39624" y="185642"/>
                  </a:lnTo>
                  <a:lnTo>
                    <a:pt x="39053" y="186023"/>
                  </a:lnTo>
                  <a:lnTo>
                    <a:pt x="38958" y="186595"/>
                  </a:lnTo>
                  <a:lnTo>
                    <a:pt x="39243" y="186690"/>
                  </a:lnTo>
                  <a:lnTo>
                    <a:pt x="40291" y="186690"/>
                  </a:lnTo>
                  <a:lnTo>
                    <a:pt x="40672" y="186785"/>
                  </a:lnTo>
                  <a:lnTo>
                    <a:pt x="40958" y="187166"/>
                  </a:lnTo>
                  <a:lnTo>
                    <a:pt x="41053" y="187642"/>
                  </a:lnTo>
                  <a:lnTo>
                    <a:pt x="41148" y="188119"/>
                  </a:lnTo>
                  <a:lnTo>
                    <a:pt x="41243" y="188500"/>
                  </a:lnTo>
                  <a:lnTo>
                    <a:pt x="42005" y="189833"/>
                  </a:lnTo>
                  <a:lnTo>
                    <a:pt x="42196" y="190500"/>
                  </a:lnTo>
                  <a:lnTo>
                    <a:pt x="42291" y="191452"/>
                  </a:lnTo>
                  <a:lnTo>
                    <a:pt x="42101" y="192405"/>
                  </a:lnTo>
                  <a:lnTo>
                    <a:pt x="41720" y="193167"/>
                  </a:lnTo>
                  <a:lnTo>
                    <a:pt x="41339" y="193738"/>
                  </a:lnTo>
                  <a:lnTo>
                    <a:pt x="41148" y="194215"/>
                  </a:lnTo>
                  <a:lnTo>
                    <a:pt x="41243" y="195643"/>
                  </a:lnTo>
                  <a:lnTo>
                    <a:pt x="41720" y="198406"/>
                  </a:lnTo>
                  <a:lnTo>
                    <a:pt x="41815" y="200025"/>
                  </a:lnTo>
                  <a:lnTo>
                    <a:pt x="41624" y="200215"/>
                  </a:lnTo>
                  <a:lnTo>
                    <a:pt x="41243" y="201073"/>
                  </a:lnTo>
                  <a:lnTo>
                    <a:pt x="40958" y="202025"/>
                  </a:lnTo>
                  <a:lnTo>
                    <a:pt x="41339" y="202406"/>
                  </a:lnTo>
                  <a:lnTo>
                    <a:pt x="41720" y="202597"/>
                  </a:lnTo>
                  <a:lnTo>
                    <a:pt x="43339" y="203835"/>
                  </a:lnTo>
                  <a:lnTo>
                    <a:pt x="42672" y="204788"/>
                  </a:lnTo>
                  <a:lnTo>
                    <a:pt x="43339" y="205073"/>
                  </a:lnTo>
                  <a:lnTo>
                    <a:pt x="44577" y="205168"/>
                  </a:lnTo>
                  <a:lnTo>
                    <a:pt x="45625" y="205645"/>
                  </a:lnTo>
                  <a:lnTo>
                    <a:pt x="46006" y="205264"/>
                  </a:lnTo>
                  <a:lnTo>
                    <a:pt x="46482" y="204978"/>
                  </a:lnTo>
                  <a:lnTo>
                    <a:pt x="47149" y="204883"/>
                  </a:lnTo>
                  <a:lnTo>
                    <a:pt x="47911" y="204883"/>
                  </a:lnTo>
                  <a:lnTo>
                    <a:pt x="47720" y="204121"/>
                  </a:lnTo>
                  <a:lnTo>
                    <a:pt x="48673" y="203263"/>
                  </a:lnTo>
                  <a:lnTo>
                    <a:pt x="50864" y="201930"/>
                  </a:lnTo>
                  <a:lnTo>
                    <a:pt x="52007" y="202597"/>
                  </a:lnTo>
                  <a:lnTo>
                    <a:pt x="53340" y="203168"/>
                  </a:lnTo>
                  <a:lnTo>
                    <a:pt x="54483" y="203930"/>
                  </a:lnTo>
                  <a:lnTo>
                    <a:pt x="54959" y="205168"/>
                  </a:lnTo>
                  <a:lnTo>
                    <a:pt x="55531" y="204883"/>
                  </a:lnTo>
                  <a:lnTo>
                    <a:pt x="55817" y="204692"/>
                  </a:lnTo>
                  <a:lnTo>
                    <a:pt x="56007" y="204406"/>
                  </a:lnTo>
                  <a:lnTo>
                    <a:pt x="56674" y="204597"/>
                  </a:lnTo>
                  <a:lnTo>
                    <a:pt x="57531" y="204406"/>
                  </a:lnTo>
                  <a:lnTo>
                    <a:pt x="58293" y="203930"/>
                  </a:lnTo>
                  <a:lnTo>
                    <a:pt x="58579" y="203073"/>
                  </a:lnTo>
                  <a:lnTo>
                    <a:pt x="58484" y="202406"/>
                  </a:lnTo>
                  <a:lnTo>
                    <a:pt x="58198" y="201549"/>
                  </a:lnTo>
                  <a:lnTo>
                    <a:pt x="58198" y="201073"/>
                  </a:lnTo>
                  <a:lnTo>
                    <a:pt x="58293" y="200406"/>
                  </a:lnTo>
                  <a:lnTo>
                    <a:pt x="58865" y="198977"/>
                  </a:lnTo>
                  <a:lnTo>
                    <a:pt x="58960" y="197739"/>
                  </a:lnTo>
                  <a:lnTo>
                    <a:pt x="59341" y="196786"/>
                  </a:lnTo>
                  <a:lnTo>
                    <a:pt x="60674" y="194310"/>
                  </a:lnTo>
                  <a:lnTo>
                    <a:pt x="61055" y="193357"/>
                  </a:lnTo>
                  <a:lnTo>
                    <a:pt x="60960" y="192786"/>
                  </a:lnTo>
                  <a:lnTo>
                    <a:pt x="59912" y="193262"/>
                  </a:lnTo>
                  <a:lnTo>
                    <a:pt x="60960" y="191738"/>
                  </a:lnTo>
                  <a:lnTo>
                    <a:pt x="61246" y="190976"/>
                  </a:lnTo>
                  <a:lnTo>
                    <a:pt x="60960" y="190309"/>
                  </a:lnTo>
                  <a:lnTo>
                    <a:pt x="60960" y="190024"/>
                  </a:lnTo>
                  <a:lnTo>
                    <a:pt x="61627" y="190214"/>
                  </a:lnTo>
                  <a:lnTo>
                    <a:pt x="61817" y="190309"/>
                  </a:lnTo>
                  <a:lnTo>
                    <a:pt x="62103" y="190690"/>
                  </a:lnTo>
                  <a:lnTo>
                    <a:pt x="62484" y="190690"/>
                  </a:lnTo>
                  <a:lnTo>
                    <a:pt x="63246" y="189547"/>
                  </a:lnTo>
                  <a:lnTo>
                    <a:pt x="63056" y="189452"/>
                  </a:lnTo>
                  <a:lnTo>
                    <a:pt x="63056" y="189452"/>
                  </a:lnTo>
                  <a:lnTo>
                    <a:pt x="63056" y="189452"/>
                  </a:lnTo>
                  <a:lnTo>
                    <a:pt x="62960" y="189262"/>
                  </a:lnTo>
                  <a:lnTo>
                    <a:pt x="64579" y="189452"/>
                  </a:lnTo>
                  <a:lnTo>
                    <a:pt x="66104" y="190024"/>
                  </a:lnTo>
                  <a:lnTo>
                    <a:pt x="67246" y="190976"/>
                  </a:lnTo>
                  <a:lnTo>
                    <a:pt x="67913" y="192881"/>
                  </a:lnTo>
                  <a:lnTo>
                    <a:pt x="68390" y="193262"/>
                  </a:lnTo>
                  <a:lnTo>
                    <a:pt x="69056" y="193548"/>
                  </a:lnTo>
                  <a:lnTo>
                    <a:pt x="70580" y="193738"/>
                  </a:lnTo>
                  <a:lnTo>
                    <a:pt x="71057" y="193929"/>
                  </a:lnTo>
                  <a:lnTo>
                    <a:pt x="72104" y="194691"/>
                  </a:lnTo>
                  <a:lnTo>
                    <a:pt x="71342" y="196501"/>
                  </a:lnTo>
                  <a:lnTo>
                    <a:pt x="72390" y="199168"/>
                  </a:lnTo>
                  <a:lnTo>
                    <a:pt x="73914" y="201834"/>
                  </a:lnTo>
                  <a:lnTo>
                    <a:pt x="74676" y="203740"/>
                  </a:lnTo>
                  <a:lnTo>
                    <a:pt x="74771" y="205835"/>
                  </a:lnTo>
                  <a:lnTo>
                    <a:pt x="74676" y="206407"/>
                  </a:lnTo>
                  <a:lnTo>
                    <a:pt x="74200" y="207169"/>
                  </a:lnTo>
                  <a:lnTo>
                    <a:pt x="73533" y="207645"/>
                  </a:lnTo>
                  <a:lnTo>
                    <a:pt x="72962" y="207931"/>
                  </a:lnTo>
                  <a:lnTo>
                    <a:pt x="72485" y="208312"/>
                  </a:lnTo>
                  <a:lnTo>
                    <a:pt x="72295" y="208693"/>
                  </a:lnTo>
                  <a:lnTo>
                    <a:pt x="72009" y="210979"/>
                  </a:lnTo>
                  <a:lnTo>
                    <a:pt x="72200" y="211264"/>
                  </a:lnTo>
                  <a:lnTo>
                    <a:pt x="72866" y="211455"/>
                  </a:lnTo>
                  <a:lnTo>
                    <a:pt x="72866" y="211836"/>
                  </a:lnTo>
                  <a:lnTo>
                    <a:pt x="72676" y="211836"/>
                  </a:lnTo>
                  <a:lnTo>
                    <a:pt x="72676" y="211836"/>
                  </a:lnTo>
                  <a:lnTo>
                    <a:pt x="68580" y="212026"/>
                  </a:lnTo>
                  <a:lnTo>
                    <a:pt x="66580" y="212598"/>
                  </a:lnTo>
                  <a:lnTo>
                    <a:pt x="65723" y="213836"/>
                  </a:lnTo>
                  <a:lnTo>
                    <a:pt x="65532" y="214598"/>
                  </a:lnTo>
                  <a:lnTo>
                    <a:pt x="65056" y="215646"/>
                  </a:lnTo>
                  <a:lnTo>
                    <a:pt x="64484" y="216598"/>
                  </a:lnTo>
                  <a:lnTo>
                    <a:pt x="64103" y="216979"/>
                  </a:lnTo>
                  <a:lnTo>
                    <a:pt x="63437" y="217456"/>
                  </a:lnTo>
                  <a:lnTo>
                    <a:pt x="63151" y="218408"/>
                  </a:lnTo>
                  <a:lnTo>
                    <a:pt x="63437" y="219075"/>
                  </a:lnTo>
                  <a:lnTo>
                    <a:pt x="64294" y="218694"/>
                  </a:lnTo>
                  <a:lnTo>
                    <a:pt x="65342" y="219456"/>
                  </a:lnTo>
                  <a:lnTo>
                    <a:pt x="65818" y="220027"/>
                  </a:lnTo>
                  <a:lnTo>
                    <a:pt x="66199" y="221266"/>
                  </a:lnTo>
                  <a:lnTo>
                    <a:pt x="66675" y="221647"/>
                  </a:lnTo>
                  <a:lnTo>
                    <a:pt x="67151" y="221837"/>
                  </a:lnTo>
                  <a:lnTo>
                    <a:pt x="67533" y="221932"/>
                  </a:lnTo>
                  <a:lnTo>
                    <a:pt x="67818" y="221932"/>
                  </a:lnTo>
                  <a:lnTo>
                    <a:pt x="68009" y="221742"/>
                  </a:lnTo>
                  <a:lnTo>
                    <a:pt x="68199" y="221551"/>
                  </a:lnTo>
                  <a:lnTo>
                    <a:pt x="68580" y="221551"/>
                  </a:lnTo>
                  <a:lnTo>
                    <a:pt x="68771" y="221837"/>
                  </a:lnTo>
                  <a:lnTo>
                    <a:pt x="68866" y="222504"/>
                  </a:lnTo>
                  <a:lnTo>
                    <a:pt x="69056" y="222694"/>
                  </a:lnTo>
                  <a:lnTo>
                    <a:pt x="69056" y="223075"/>
                  </a:lnTo>
                  <a:lnTo>
                    <a:pt x="69152" y="223838"/>
                  </a:lnTo>
                  <a:lnTo>
                    <a:pt x="69533" y="224599"/>
                  </a:lnTo>
                  <a:lnTo>
                    <a:pt x="70199" y="224980"/>
                  </a:lnTo>
                  <a:lnTo>
                    <a:pt x="71152" y="224980"/>
                  </a:lnTo>
                  <a:lnTo>
                    <a:pt x="73152" y="224504"/>
                  </a:lnTo>
                  <a:lnTo>
                    <a:pt x="74867" y="224599"/>
                  </a:lnTo>
                  <a:lnTo>
                    <a:pt x="76010" y="224218"/>
                  </a:lnTo>
                  <a:lnTo>
                    <a:pt x="75724" y="223266"/>
                  </a:lnTo>
                  <a:lnTo>
                    <a:pt x="74771" y="222313"/>
                  </a:lnTo>
                  <a:lnTo>
                    <a:pt x="73628" y="221742"/>
                  </a:lnTo>
                  <a:lnTo>
                    <a:pt x="73628" y="221361"/>
                  </a:lnTo>
                  <a:lnTo>
                    <a:pt x="74009" y="221551"/>
                  </a:lnTo>
                  <a:lnTo>
                    <a:pt x="74867" y="221551"/>
                  </a:lnTo>
                  <a:lnTo>
                    <a:pt x="75438" y="221647"/>
                  </a:lnTo>
                  <a:lnTo>
                    <a:pt x="75819" y="221932"/>
                  </a:lnTo>
                  <a:lnTo>
                    <a:pt x="76010" y="222313"/>
                  </a:lnTo>
                  <a:lnTo>
                    <a:pt x="76295" y="222599"/>
                  </a:lnTo>
                  <a:lnTo>
                    <a:pt x="76962" y="222694"/>
                  </a:lnTo>
                  <a:lnTo>
                    <a:pt x="78200" y="222694"/>
                  </a:lnTo>
                  <a:lnTo>
                    <a:pt x="79058" y="222599"/>
                  </a:lnTo>
                  <a:lnTo>
                    <a:pt x="79724" y="222313"/>
                  </a:lnTo>
                  <a:lnTo>
                    <a:pt x="80296" y="221647"/>
                  </a:lnTo>
                  <a:lnTo>
                    <a:pt x="81439" y="220027"/>
                  </a:lnTo>
                  <a:lnTo>
                    <a:pt x="81915" y="219075"/>
                  </a:lnTo>
                  <a:lnTo>
                    <a:pt x="82106" y="218122"/>
                  </a:lnTo>
                  <a:lnTo>
                    <a:pt x="81725" y="216122"/>
                  </a:lnTo>
                  <a:lnTo>
                    <a:pt x="81725" y="214979"/>
                  </a:lnTo>
                  <a:lnTo>
                    <a:pt x="82106" y="213931"/>
                  </a:lnTo>
                  <a:lnTo>
                    <a:pt x="82296" y="214217"/>
                  </a:lnTo>
                  <a:lnTo>
                    <a:pt x="82391" y="214979"/>
                  </a:lnTo>
                  <a:lnTo>
                    <a:pt x="82582" y="215265"/>
                  </a:lnTo>
                  <a:lnTo>
                    <a:pt x="82582" y="215455"/>
                  </a:lnTo>
                  <a:lnTo>
                    <a:pt x="82582" y="215741"/>
                  </a:lnTo>
                  <a:lnTo>
                    <a:pt x="82582" y="215932"/>
                  </a:lnTo>
                  <a:lnTo>
                    <a:pt x="82772" y="216027"/>
                  </a:lnTo>
                  <a:lnTo>
                    <a:pt x="83534" y="216027"/>
                  </a:lnTo>
                  <a:lnTo>
                    <a:pt x="83725" y="216027"/>
                  </a:lnTo>
                  <a:lnTo>
                    <a:pt x="84868" y="218122"/>
                  </a:lnTo>
                  <a:lnTo>
                    <a:pt x="84963" y="218503"/>
                  </a:lnTo>
                  <a:lnTo>
                    <a:pt x="86392" y="219742"/>
                  </a:lnTo>
                  <a:lnTo>
                    <a:pt x="87154" y="219932"/>
                  </a:lnTo>
                  <a:lnTo>
                    <a:pt x="88011" y="220027"/>
                  </a:lnTo>
                  <a:lnTo>
                    <a:pt x="93059" y="221456"/>
                  </a:lnTo>
                  <a:lnTo>
                    <a:pt x="94012" y="221551"/>
                  </a:lnTo>
                  <a:lnTo>
                    <a:pt x="95250" y="221171"/>
                  </a:lnTo>
                  <a:lnTo>
                    <a:pt x="96108" y="221075"/>
                  </a:lnTo>
                  <a:lnTo>
                    <a:pt x="98774" y="221742"/>
                  </a:lnTo>
                  <a:lnTo>
                    <a:pt x="100108" y="221742"/>
                  </a:lnTo>
                  <a:lnTo>
                    <a:pt x="100965" y="220694"/>
                  </a:lnTo>
                  <a:lnTo>
                    <a:pt x="101346" y="221075"/>
                  </a:lnTo>
                  <a:lnTo>
                    <a:pt x="101632" y="220980"/>
                  </a:lnTo>
                  <a:lnTo>
                    <a:pt x="101918" y="220694"/>
                  </a:lnTo>
                  <a:lnTo>
                    <a:pt x="102299" y="220599"/>
                  </a:lnTo>
                  <a:lnTo>
                    <a:pt x="102679" y="220884"/>
                  </a:lnTo>
                  <a:lnTo>
                    <a:pt x="103346" y="221647"/>
                  </a:lnTo>
                  <a:lnTo>
                    <a:pt x="103632" y="221837"/>
                  </a:lnTo>
                  <a:lnTo>
                    <a:pt x="104299" y="222313"/>
                  </a:lnTo>
                  <a:lnTo>
                    <a:pt x="104489" y="224599"/>
                  </a:lnTo>
                  <a:lnTo>
                    <a:pt x="104870" y="225457"/>
                  </a:lnTo>
                  <a:lnTo>
                    <a:pt x="105346" y="225552"/>
                  </a:lnTo>
                  <a:lnTo>
                    <a:pt x="105823" y="225457"/>
                  </a:lnTo>
                  <a:lnTo>
                    <a:pt x="106680" y="225076"/>
                  </a:lnTo>
                  <a:lnTo>
                    <a:pt x="108299" y="225076"/>
                  </a:lnTo>
                  <a:lnTo>
                    <a:pt x="108776" y="225361"/>
                  </a:lnTo>
                  <a:lnTo>
                    <a:pt x="110585" y="227266"/>
                  </a:lnTo>
                  <a:lnTo>
                    <a:pt x="111347" y="226981"/>
                  </a:lnTo>
                  <a:lnTo>
                    <a:pt x="111919" y="227266"/>
                  </a:lnTo>
                  <a:lnTo>
                    <a:pt x="112776" y="228409"/>
                  </a:lnTo>
                  <a:lnTo>
                    <a:pt x="112871" y="228695"/>
                  </a:lnTo>
                  <a:lnTo>
                    <a:pt x="112871" y="228695"/>
                  </a:lnTo>
                  <a:lnTo>
                    <a:pt x="113824" y="228886"/>
                  </a:lnTo>
                  <a:lnTo>
                    <a:pt x="114586" y="228790"/>
                  </a:lnTo>
                  <a:lnTo>
                    <a:pt x="115158" y="228314"/>
                  </a:lnTo>
                  <a:lnTo>
                    <a:pt x="117348" y="225076"/>
                  </a:lnTo>
                  <a:lnTo>
                    <a:pt x="117824" y="224218"/>
                  </a:lnTo>
                  <a:lnTo>
                    <a:pt x="118301" y="223456"/>
                  </a:lnTo>
                  <a:lnTo>
                    <a:pt x="118967" y="222980"/>
                  </a:lnTo>
                  <a:lnTo>
                    <a:pt x="119825" y="222790"/>
                  </a:lnTo>
                  <a:lnTo>
                    <a:pt x="122111" y="222694"/>
                  </a:lnTo>
                  <a:lnTo>
                    <a:pt x="126111" y="223171"/>
                  </a:lnTo>
                  <a:lnTo>
                    <a:pt x="127349" y="223361"/>
                  </a:lnTo>
                  <a:lnTo>
                    <a:pt x="129921" y="223647"/>
                  </a:lnTo>
                  <a:lnTo>
                    <a:pt x="132302" y="223552"/>
                  </a:lnTo>
                  <a:lnTo>
                    <a:pt x="134208" y="222790"/>
                  </a:lnTo>
                  <a:lnTo>
                    <a:pt x="135446" y="221456"/>
                  </a:lnTo>
                  <a:lnTo>
                    <a:pt x="137636" y="218122"/>
                  </a:lnTo>
                  <a:lnTo>
                    <a:pt x="138208" y="217456"/>
                  </a:lnTo>
                  <a:lnTo>
                    <a:pt x="138875" y="216884"/>
                  </a:lnTo>
                  <a:lnTo>
                    <a:pt x="144018" y="214217"/>
                  </a:lnTo>
                  <a:lnTo>
                    <a:pt x="145256" y="212979"/>
                  </a:lnTo>
                  <a:lnTo>
                    <a:pt x="145256" y="211264"/>
                  </a:lnTo>
                  <a:lnTo>
                    <a:pt x="143351" y="207740"/>
                  </a:lnTo>
                  <a:lnTo>
                    <a:pt x="142494" y="205740"/>
                  </a:lnTo>
                  <a:lnTo>
                    <a:pt x="142304" y="203930"/>
                  </a:lnTo>
                  <a:lnTo>
                    <a:pt x="142685" y="203073"/>
                  </a:lnTo>
                  <a:lnTo>
                    <a:pt x="143256" y="202311"/>
                  </a:lnTo>
                  <a:lnTo>
                    <a:pt x="143733" y="201834"/>
                  </a:lnTo>
                  <a:lnTo>
                    <a:pt x="143923" y="201644"/>
                  </a:lnTo>
                  <a:lnTo>
                    <a:pt x="144590" y="201168"/>
                  </a:lnTo>
                  <a:lnTo>
                    <a:pt x="145733" y="200596"/>
                  </a:lnTo>
                  <a:lnTo>
                    <a:pt x="146018" y="200787"/>
                  </a:lnTo>
                  <a:lnTo>
                    <a:pt x="146114" y="201454"/>
                  </a:lnTo>
                  <a:lnTo>
                    <a:pt x="146685" y="202216"/>
                  </a:lnTo>
                  <a:lnTo>
                    <a:pt x="147447" y="202501"/>
                  </a:lnTo>
                  <a:lnTo>
                    <a:pt x="152591" y="203454"/>
                  </a:lnTo>
                  <a:lnTo>
                    <a:pt x="154877" y="203835"/>
                  </a:lnTo>
                  <a:lnTo>
                    <a:pt x="155639" y="204406"/>
                  </a:lnTo>
                  <a:lnTo>
                    <a:pt x="157448" y="206026"/>
                  </a:lnTo>
                  <a:lnTo>
                    <a:pt x="158210" y="206311"/>
                  </a:lnTo>
                  <a:lnTo>
                    <a:pt x="158687" y="205835"/>
                  </a:lnTo>
                  <a:lnTo>
                    <a:pt x="160306" y="202692"/>
                  </a:lnTo>
                  <a:lnTo>
                    <a:pt x="162401" y="200215"/>
                  </a:lnTo>
                  <a:lnTo>
                    <a:pt x="163068" y="199739"/>
                  </a:lnTo>
                  <a:lnTo>
                    <a:pt x="163354" y="199834"/>
                  </a:lnTo>
                  <a:lnTo>
                    <a:pt x="164878" y="200215"/>
                  </a:lnTo>
                  <a:lnTo>
                    <a:pt x="166021" y="200787"/>
                  </a:lnTo>
                  <a:lnTo>
                    <a:pt x="166402" y="200787"/>
                  </a:lnTo>
                  <a:lnTo>
                    <a:pt x="169069" y="200215"/>
                  </a:lnTo>
                  <a:lnTo>
                    <a:pt x="174022" y="199168"/>
                  </a:lnTo>
                  <a:lnTo>
                    <a:pt x="174784" y="198977"/>
                  </a:lnTo>
                  <a:lnTo>
                    <a:pt x="176022" y="198406"/>
                  </a:lnTo>
                  <a:lnTo>
                    <a:pt x="176975" y="197739"/>
                  </a:lnTo>
                  <a:lnTo>
                    <a:pt x="176975" y="197739"/>
                  </a:lnTo>
                  <a:lnTo>
                    <a:pt x="178213" y="196977"/>
                  </a:lnTo>
                  <a:lnTo>
                    <a:pt x="179737" y="196501"/>
                  </a:lnTo>
                  <a:lnTo>
                    <a:pt x="181166" y="196691"/>
                  </a:lnTo>
                  <a:lnTo>
                    <a:pt x="182023" y="197739"/>
                  </a:lnTo>
                  <a:lnTo>
                    <a:pt x="182975" y="199358"/>
                  </a:lnTo>
                  <a:lnTo>
                    <a:pt x="184785" y="201834"/>
                  </a:lnTo>
                  <a:lnTo>
                    <a:pt x="185166" y="202597"/>
                  </a:lnTo>
                  <a:lnTo>
                    <a:pt x="185738" y="204406"/>
                  </a:lnTo>
                  <a:lnTo>
                    <a:pt x="186119" y="205168"/>
                  </a:lnTo>
                  <a:lnTo>
                    <a:pt x="186785" y="206026"/>
                  </a:lnTo>
                  <a:lnTo>
                    <a:pt x="187738" y="206597"/>
                  </a:lnTo>
                  <a:lnTo>
                    <a:pt x="188786" y="206597"/>
                  </a:lnTo>
                  <a:lnTo>
                    <a:pt x="189262" y="206026"/>
                  </a:lnTo>
                  <a:lnTo>
                    <a:pt x="189929" y="204978"/>
                  </a:lnTo>
                  <a:lnTo>
                    <a:pt x="190405" y="203835"/>
                  </a:lnTo>
                  <a:lnTo>
                    <a:pt x="190500" y="202978"/>
                  </a:lnTo>
                  <a:lnTo>
                    <a:pt x="192215" y="204406"/>
                  </a:lnTo>
                  <a:lnTo>
                    <a:pt x="192691" y="204978"/>
                  </a:lnTo>
                  <a:lnTo>
                    <a:pt x="193643" y="206121"/>
                  </a:lnTo>
                  <a:lnTo>
                    <a:pt x="194977" y="207073"/>
                  </a:lnTo>
                  <a:lnTo>
                    <a:pt x="196406" y="207835"/>
                  </a:lnTo>
                  <a:lnTo>
                    <a:pt x="197834" y="208312"/>
                  </a:lnTo>
                  <a:lnTo>
                    <a:pt x="200787" y="208597"/>
                  </a:lnTo>
                  <a:lnTo>
                    <a:pt x="202121" y="208978"/>
                  </a:lnTo>
                  <a:lnTo>
                    <a:pt x="203264" y="209931"/>
                  </a:lnTo>
                  <a:lnTo>
                    <a:pt x="201930" y="204788"/>
                  </a:lnTo>
                  <a:lnTo>
                    <a:pt x="200596" y="202311"/>
                  </a:lnTo>
                  <a:lnTo>
                    <a:pt x="200311" y="201454"/>
                  </a:lnTo>
                  <a:lnTo>
                    <a:pt x="200406" y="201358"/>
                  </a:lnTo>
                  <a:lnTo>
                    <a:pt x="200501" y="200025"/>
                  </a:lnTo>
                  <a:lnTo>
                    <a:pt x="200406" y="199930"/>
                  </a:lnTo>
                  <a:lnTo>
                    <a:pt x="200692" y="199358"/>
                  </a:lnTo>
                  <a:lnTo>
                    <a:pt x="200883" y="199168"/>
                  </a:lnTo>
                  <a:lnTo>
                    <a:pt x="201835" y="199072"/>
                  </a:lnTo>
                  <a:lnTo>
                    <a:pt x="202978" y="199072"/>
                  </a:lnTo>
                  <a:lnTo>
                    <a:pt x="203550" y="199072"/>
                  </a:lnTo>
                  <a:lnTo>
                    <a:pt x="203930" y="198787"/>
                  </a:lnTo>
                  <a:lnTo>
                    <a:pt x="203359" y="197739"/>
                  </a:lnTo>
                  <a:lnTo>
                    <a:pt x="202502" y="194691"/>
                  </a:lnTo>
                  <a:lnTo>
                    <a:pt x="201930" y="193738"/>
                  </a:lnTo>
                  <a:lnTo>
                    <a:pt x="200978" y="192976"/>
                  </a:lnTo>
                  <a:lnTo>
                    <a:pt x="200025" y="192786"/>
                  </a:lnTo>
                  <a:lnTo>
                    <a:pt x="199263" y="193262"/>
                  </a:lnTo>
                  <a:lnTo>
                    <a:pt x="198692" y="194405"/>
                  </a:lnTo>
                  <a:lnTo>
                    <a:pt x="198120" y="193262"/>
                  </a:lnTo>
                  <a:lnTo>
                    <a:pt x="197453" y="192405"/>
                  </a:lnTo>
                  <a:lnTo>
                    <a:pt x="195644" y="190881"/>
                  </a:lnTo>
                  <a:lnTo>
                    <a:pt x="194882" y="190024"/>
                  </a:lnTo>
                  <a:lnTo>
                    <a:pt x="193643" y="188023"/>
                  </a:lnTo>
                  <a:lnTo>
                    <a:pt x="192881" y="187261"/>
                  </a:lnTo>
                  <a:lnTo>
                    <a:pt x="190024" y="186595"/>
                  </a:lnTo>
                  <a:lnTo>
                    <a:pt x="188976" y="185738"/>
                  </a:lnTo>
                  <a:lnTo>
                    <a:pt x="188404" y="184213"/>
                  </a:lnTo>
                  <a:lnTo>
                    <a:pt x="188404" y="184213"/>
                  </a:lnTo>
                  <a:lnTo>
                    <a:pt x="188309" y="183071"/>
                  </a:lnTo>
                  <a:lnTo>
                    <a:pt x="187643" y="182689"/>
                  </a:lnTo>
                  <a:lnTo>
                    <a:pt x="186785" y="182499"/>
                  </a:lnTo>
                  <a:lnTo>
                    <a:pt x="186119" y="181927"/>
                  </a:lnTo>
                  <a:lnTo>
                    <a:pt x="186023" y="181165"/>
                  </a:lnTo>
                  <a:lnTo>
                    <a:pt x="186881" y="177165"/>
                  </a:lnTo>
                  <a:lnTo>
                    <a:pt x="187452" y="175355"/>
                  </a:lnTo>
                  <a:lnTo>
                    <a:pt x="187643" y="174593"/>
                  </a:lnTo>
                  <a:lnTo>
                    <a:pt x="187547" y="173736"/>
                  </a:lnTo>
                  <a:lnTo>
                    <a:pt x="186690" y="170878"/>
                  </a:lnTo>
                  <a:lnTo>
                    <a:pt x="186785" y="169450"/>
                  </a:lnTo>
                  <a:lnTo>
                    <a:pt x="186690" y="168783"/>
                  </a:lnTo>
                  <a:lnTo>
                    <a:pt x="186404" y="168211"/>
                  </a:lnTo>
                  <a:lnTo>
                    <a:pt x="185833" y="167830"/>
                  </a:lnTo>
                  <a:lnTo>
                    <a:pt x="184404" y="167545"/>
                  </a:lnTo>
                  <a:lnTo>
                    <a:pt x="183737" y="167164"/>
                  </a:lnTo>
                  <a:lnTo>
                    <a:pt x="183166" y="166306"/>
                  </a:lnTo>
                  <a:lnTo>
                    <a:pt x="182975" y="166021"/>
                  </a:lnTo>
                  <a:lnTo>
                    <a:pt x="183166" y="164973"/>
                  </a:lnTo>
                  <a:lnTo>
                    <a:pt x="183737" y="164021"/>
                  </a:lnTo>
                  <a:lnTo>
                    <a:pt x="184404" y="163258"/>
                  </a:lnTo>
                  <a:lnTo>
                    <a:pt x="184595" y="163163"/>
                  </a:lnTo>
                  <a:lnTo>
                    <a:pt x="185642" y="162306"/>
                  </a:lnTo>
                  <a:lnTo>
                    <a:pt x="186500" y="162115"/>
                  </a:lnTo>
                  <a:lnTo>
                    <a:pt x="188976" y="163068"/>
                  </a:lnTo>
                  <a:lnTo>
                    <a:pt x="190500" y="163163"/>
                  </a:lnTo>
                  <a:lnTo>
                    <a:pt x="191167" y="162401"/>
                  </a:lnTo>
                  <a:lnTo>
                    <a:pt x="191643" y="161258"/>
                  </a:lnTo>
                  <a:lnTo>
                    <a:pt x="193072" y="159734"/>
                  </a:lnTo>
                  <a:lnTo>
                    <a:pt x="193358" y="159067"/>
                  </a:lnTo>
                  <a:lnTo>
                    <a:pt x="193453" y="158305"/>
                  </a:lnTo>
                  <a:lnTo>
                    <a:pt x="193453" y="157543"/>
                  </a:lnTo>
                  <a:lnTo>
                    <a:pt x="194691" y="156210"/>
                  </a:lnTo>
                  <a:lnTo>
                    <a:pt x="197072" y="156591"/>
                  </a:lnTo>
                  <a:lnTo>
                    <a:pt x="199835" y="157448"/>
                  </a:lnTo>
                  <a:lnTo>
                    <a:pt x="202025" y="157448"/>
                  </a:lnTo>
                  <a:lnTo>
                    <a:pt x="205645" y="158591"/>
                  </a:lnTo>
                  <a:lnTo>
                    <a:pt x="206693" y="159163"/>
                  </a:lnTo>
                  <a:lnTo>
                    <a:pt x="207074" y="159639"/>
                  </a:lnTo>
                  <a:lnTo>
                    <a:pt x="207836" y="160782"/>
                  </a:lnTo>
                  <a:lnTo>
                    <a:pt x="208312" y="161163"/>
                  </a:lnTo>
                  <a:lnTo>
                    <a:pt x="208979" y="161258"/>
                  </a:lnTo>
                  <a:lnTo>
                    <a:pt x="211931" y="160496"/>
                  </a:lnTo>
                  <a:lnTo>
                    <a:pt x="212503" y="160401"/>
                  </a:lnTo>
                  <a:lnTo>
                    <a:pt x="212979" y="160496"/>
                  </a:lnTo>
                  <a:lnTo>
                    <a:pt x="213741" y="160782"/>
                  </a:lnTo>
                  <a:lnTo>
                    <a:pt x="214884" y="161544"/>
                  </a:lnTo>
                  <a:lnTo>
                    <a:pt x="215551" y="161925"/>
                  </a:lnTo>
                  <a:lnTo>
                    <a:pt x="216218" y="161925"/>
                  </a:lnTo>
                  <a:lnTo>
                    <a:pt x="216694" y="161068"/>
                  </a:lnTo>
                  <a:lnTo>
                    <a:pt x="216694" y="160972"/>
                  </a:lnTo>
                  <a:lnTo>
                    <a:pt x="216218" y="159829"/>
                  </a:lnTo>
                  <a:lnTo>
                    <a:pt x="214789" y="157353"/>
                  </a:lnTo>
                  <a:lnTo>
                    <a:pt x="214694" y="156496"/>
                  </a:lnTo>
                  <a:lnTo>
                    <a:pt x="214979" y="155734"/>
                  </a:lnTo>
                  <a:lnTo>
                    <a:pt x="215360" y="154972"/>
                  </a:lnTo>
                  <a:lnTo>
                    <a:pt x="215741" y="154209"/>
                  </a:lnTo>
                  <a:lnTo>
                    <a:pt x="215837" y="153733"/>
                  </a:lnTo>
                  <a:lnTo>
                    <a:pt x="215837" y="152686"/>
                  </a:lnTo>
                  <a:lnTo>
                    <a:pt x="215932" y="152305"/>
                  </a:lnTo>
                  <a:lnTo>
                    <a:pt x="216694" y="151066"/>
                  </a:lnTo>
                  <a:lnTo>
                    <a:pt x="216789" y="150971"/>
                  </a:lnTo>
                  <a:lnTo>
                    <a:pt x="216503" y="149638"/>
                  </a:lnTo>
                  <a:lnTo>
                    <a:pt x="214979" y="146685"/>
                  </a:lnTo>
                  <a:lnTo>
                    <a:pt x="214598" y="145447"/>
                  </a:lnTo>
                  <a:lnTo>
                    <a:pt x="214503" y="145256"/>
                  </a:lnTo>
                  <a:lnTo>
                    <a:pt x="215741" y="144971"/>
                  </a:lnTo>
                  <a:lnTo>
                    <a:pt x="216313" y="144971"/>
                  </a:lnTo>
                  <a:lnTo>
                    <a:pt x="216979" y="145066"/>
                  </a:lnTo>
                  <a:lnTo>
                    <a:pt x="217456" y="145447"/>
                  </a:lnTo>
                  <a:lnTo>
                    <a:pt x="217646" y="145923"/>
                  </a:lnTo>
                  <a:lnTo>
                    <a:pt x="217932" y="146304"/>
                  </a:lnTo>
                  <a:lnTo>
                    <a:pt x="218599" y="146304"/>
                  </a:lnTo>
                  <a:lnTo>
                    <a:pt x="220218" y="145161"/>
                  </a:lnTo>
                  <a:lnTo>
                    <a:pt x="222695" y="145161"/>
                  </a:lnTo>
                  <a:lnTo>
                    <a:pt x="227267" y="145828"/>
                  </a:lnTo>
                  <a:lnTo>
                    <a:pt x="226886" y="145066"/>
                  </a:lnTo>
                  <a:lnTo>
                    <a:pt x="229553" y="145637"/>
                  </a:lnTo>
                  <a:lnTo>
                    <a:pt x="230696" y="145351"/>
                  </a:lnTo>
                  <a:lnTo>
                    <a:pt x="231743" y="144018"/>
                  </a:lnTo>
                  <a:lnTo>
                    <a:pt x="232315" y="142303"/>
                  </a:lnTo>
                  <a:lnTo>
                    <a:pt x="233172" y="141065"/>
                  </a:lnTo>
                  <a:lnTo>
                    <a:pt x="234410" y="140303"/>
                  </a:lnTo>
                  <a:lnTo>
                    <a:pt x="235363" y="140208"/>
                  </a:lnTo>
                  <a:lnTo>
                    <a:pt x="236029" y="140113"/>
                  </a:lnTo>
                  <a:lnTo>
                    <a:pt x="240030" y="140398"/>
                  </a:lnTo>
                  <a:lnTo>
                    <a:pt x="241935" y="140208"/>
                  </a:lnTo>
                  <a:lnTo>
                    <a:pt x="243935" y="139446"/>
                  </a:lnTo>
                  <a:lnTo>
                    <a:pt x="245174" y="138589"/>
                  </a:lnTo>
                  <a:lnTo>
                    <a:pt x="248793" y="134969"/>
                  </a:lnTo>
                  <a:lnTo>
                    <a:pt x="250412" y="132874"/>
                  </a:lnTo>
                  <a:lnTo>
                    <a:pt x="251841" y="131921"/>
                  </a:lnTo>
                  <a:lnTo>
                    <a:pt x="252508" y="131350"/>
                  </a:lnTo>
                  <a:lnTo>
                    <a:pt x="252889" y="130588"/>
                  </a:lnTo>
                  <a:lnTo>
                    <a:pt x="254413" y="128968"/>
                  </a:lnTo>
                  <a:lnTo>
                    <a:pt x="257556" y="127444"/>
                  </a:lnTo>
                  <a:lnTo>
                    <a:pt x="258413" y="127159"/>
                  </a:lnTo>
                  <a:lnTo>
                    <a:pt x="260985" y="126397"/>
                  </a:lnTo>
                  <a:lnTo>
                    <a:pt x="263271" y="126206"/>
                  </a:lnTo>
                  <a:lnTo>
                    <a:pt x="264509" y="126968"/>
                  </a:lnTo>
                  <a:lnTo>
                    <a:pt x="266129" y="129445"/>
                  </a:lnTo>
                  <a:lnTo>
                    <a:pt x="267176" y="130302"/>
                  </a:lnTo>
                  <a:lnTo>
                    <a:pt x="268415" y="130207"/>
                  </a:lnTo>
                  <a:lnTo>
                    <a:pt x="270225" y="127825"/>
                  </a:lnTo>
                  <a:lnTo>
                    <a:pt x="271463" y="126968"/>
                  </a:lnTo>
                  <a:lnTo>
                    <a:pt x="272796" y="126397"/>
                  </a:lnTo>
                  <a:lnTo>
                    <a:pt x="273558" y="125444"/>
                  </a:lnTo>
                  <a:lnTo>
                    <a:pt x="273939" y="124206"/>
                  </a:lnTo>
                  <a:lnTo>
                    <a:pt x="274225" y="122872"/>
                  </a:lnTo>
                  <a:lnTo>
                    <a:pt x="275749" y="118491"/>
                  </a:lnTo>
                  <a:lnTo>
                    <a:pt x="275749" y="117253"/>
                  </a:lnTo>
                  <a:lnTo>
                    <a:pt x="275749" y="117253"/>
                  </a:lnTo>
                  <a:lnTo>
                    <a:pt x="275749" y="117253"/>
                  </a:lnTo>
                  <a:lnTo>
                    <a:pt x="275368" y="116586"/>
                  </a:lnTo>
                  <a:lnTo>
                    <a:pt x="275463" y="116014"/>
                  </a:lnTo>
                  <a:lnTo>
                    <a:pt x="275844" y="115443"/>
                  </a:lnTo>
                  <a:lnTo>
                    <a:pt x="276130" y="114776"/>
                  </a:lnTo>
                  <a:lnTo>
                    <a:pt x="276320" y="113157"/>
                  </a:lnTo>
                  <a:lnTo>
                    <a:pt x="276225" y="111442"/>
                  </a:lnTo>
                  <a:lnTo>
                    <a:pt x="274892" y="105537"/>
                  </a:lnTo>
                  <a:lnTo>
                    <a:pt x="274796" y="103917"/>
                  </a:lnTo>
                  <a:lnTo>
                    <a:pt x="274796" y="102489"/>
                  </a:lnTo>
                  <a:lnTo>
                    <a:pt x="274701" y="101060"/>
                  </a:lnTo>
                  <a:lnTo>
                    <a:pt x="273939" y="99536"/>
                  </a:lnTo>
                  <a:lnTo>
                    <a:pt x="272415" y="97822"/>
                  </a:lnTo>
                  <a:lnTo>
                    <a:pt x="272034" y="97155"/>
                  </a:lnTo>
                  <a:lnTo>
                    <a:pt x="271844" y="96393"/>
                  </a:lnTo>
                  <a:lnTo>
                    <a:pt x="271653" y="94774"/>
                  </a:lnTo>
                  <a:lnTo>
                    <a:pt x="271082" y="93440"/>
                  </a:lnTo>
                  <a:lnTo>
                    <a:pt x="270986" y="92869"/>
                  </a:lnTo>
                  <a:lnTo>
                    <a:pt x="271082" y="92297"/>
                  </a:lnTo>
                  <a:lnTo>
                    <a:pt x="271367" y="91726"/>
                  </a:lnTo>
                  <a:lnTo>
                    <a:pt x="271653" y="91535"/>
                  </a:lnTo>
                  <a:lnTo>
                    <a:pt x="271748" y="91249"/>
                  </a:lnTo>
                  <a:lnTo>
                    <a:pt x="271748" y="90868"/>
                  </a:lnTo>
                  <a:lnTo>
                    <a:pt x="271653" y="90488"/>
                  </a:lnTo>
                  <a:lnTo>
                    <a:pt x="270796" y="89916"/>
                  </a:lnTo>
                  <a:lnTo>
                    <a:pt x="270701" y="89154"/>
                  </a:lnTo>
                  <a:lnTo>
                    <a:pt x="276035" y="76200"/>
                  </a:lnTo>
                  <a:lnTo>
                    <a:pt x="276701" y="74485"/>
                  </a:lnTo>
                  <a:lnTo>
                    <a:pt x="278416" y="70390"/>
                  </a:lnTo>
                  <a:lnTo>
                    <a:pt x="278606" y="68771"/>
                  </a:lnTo>
                  <a:lnTo>
                    <a:pt x="277940" y="65246"/>
                  </a:lnTo>
                  <a:close/>
                  <a:moveTo>
                    <a:pt x="76676" y="224885"/>
                  </a:moveTo>
                  <a:lnTo>
                    <a:pt x="75914" y="224790"/>
                  </a:lnTo>
                  <a:lnTo>
                    <a:pt x="75438" y="224885"/>
                  </a:lnTo>
                  <a:lnTo>
                    <a:pt x="75248" y="225266"/>
                  </a:lnTo>
                  <a:lnTo>
                    <a:pt x="75629" y="225933"/>
                  </a:lnTo>
                  <a:lnTo>
                    <a:pt x="75248" y="226409"/>
                  </a:lnTo>
                  <a:lnTo>
                    <a:pt x="75057" y="226600"/>
                  </a:lnTo>
                  <a:lnTo>
                    <a:pt x="74581" y="226695"/>
                  </a:lnTo>
                  <a:lnTo>
                    <a:pt x="75057" y="227552"/>
                  </a:lnTo>
                  <a:lnTo>
                    <a:pt x="75724" y="227933"/>
                  </a:lnTo>
                  <a:lnTo>
                    <a:pt x="76486" y="228124"/>
                  </a:lnTo>
                  <a:lnTo>
                    <a:pt x="77343" y="228124"/>
                  </a:lnTo>
                  <a:lnTo>
                    <a:pt x="77915" y="227647"/>
                  </a:lnTo>
                  <a:lnTo>
                    <a:pt x="78010" y="226504"/>
                  </a:lnTo>
                  <a:lnTo>
                    <a:pt x="77629" y="225361"/>
                  </a:lnTo>
                  <a:lnTo>
                    <a:pt x="76676" y="224885"/>
                  </a:lnTo>
                  <a:close/>
                  <a:moveTo>
                    <a:pt x="52959" y="221266"/>
                  </a:moveTo>
                  <a:lnTo>
                    <a:pt x="52864" y="221456"/>
                  </a:lnTo>
                  <a:lnTo>
                    <a:pt x="52483" y="221742"/>
                  </a:lnTo>
                  <a:lnTo>
                    <a:pt x="52102" y="221742"/>
                  </a:lnTo>
                  <a:lnTo>
                    <a:pt x="51816" y="221456"/>
                  </a:lnTo>
                  <a:lnTo>
                    <a:pt x="51721" y="221075"/>
                  </a:lnTo>
                  <a:lnTo>
                    <a:pt x="51721" y="220789"/>
                  </a:lnTo>
                  <a:lnTo>
                    <a:pt x="51721" y="220504"/>
                  </a:lnTo>
                  <a:lnTo>
                    <a:pt x="52197" y="219742"/>
                  </a:lnTo>
                  <a:lnTo>
                    <a:pt x="52102" y="219361"/>
                  </a:lnTo>
                  <a:lnTo>
                    <a:pt x="51816" y="219265"/>
                  </a:lnTo>
                  <a:lnTo>
                    <a:pt x="51245" y="219361"/>
                  </a:lnTo>
                  <a:lnTo>
                    <a:pt x="50578" y="219646"/>
                  </a:lnTo>
                  <a:lnTo>
                    <a:pt x="50387" y="220408"/>
                  </a:lnTo>
                  <a:lnTo>
                    <a:pt x="50768" y="221266"/>
                  </a:lnTo>
                  <a:lnTo>
                    <a:pt x="51816" y="222980"/>
                  </a:lnTo>
                  <a:lnTo>
                    <a:pt x="52388" y="223361"/>
                  </a:lnTo>
                  <a:lnTo>
                    <a:pt x="52769" y="222885"/>
                  </a:lnTo>
                  <a:lnTo>
                    <a:pt x="53054" y="222313"/>
                  </a:lnTo>
                  <a:lnTo>
                    <a:pt x="53245" y="221932"/>
                  </a:lnTo>
                  <a:lnTo>
                    <a:pt x="53245" y="221551"/>
                  </a:lnTo>
                  <a:lnTo>
                    <a:pt x="52959" y="221266"/>
                  </a:lnTo>
                  <a:lnTo>
                    <a:pt x="52959" y="221266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9" name="Freeform: Shape 31">
              <a:extLst>
                <a:ext uri="{FF2B5EF4-FFF2-40B4-BE49-F238E27FC236}">
                  <a16:creationId xmlns:a16="http://schemas.microsoft.com/office/drawing/2014/main" id="{A3750CCF-6C27-BEE0-EFD9-7DB0FF31BB11}"/>
                </a:ext>
              </a:extLst>
            </p:cNvPr>
            <p:cNvSpPr/>
            <p:nvPr/>
          </p:nvSpPr>
          <p:spPr>
            <a:xfrm>
              <a:off x="5489543" y="3345275"/>
              <a:ext cx="171450" cy="95250"/>
            </a:xfrm>
            <a:custGeom>
              <a:avLst/>
              <a:gdLst>
                <a:gd name="connsiteX0" fmla="*/ 175831 w 171450"/>
                <a:gd name="connsiteY0" fmla="*/ 80677 h 95250"/>
                <a:gd name="connsiteX1" fmla="*/ 174879 w 171450"/>
                <a:gd name="connsiteY1" fmla="*/ 78772 h 95250"/>
                <a:gd name="connsiteX2" fmla="*/ 172307 w 171450"/>
                <a:gd name="connsiteY2" fmla="*/ 76200 h 95250"/>
                <a:gd name="connsiteX3" fmla="*/ 171641 w 171450"/>
                <a:gd name="connsiteY3" fmla="*/ 74295 h 95250"/>
                <a:gd name="connsiteX4" fmla="*/ 171641 w 171450"/>
                <a:gd name="connsiteY4" fmla="*/ 73152 h 95250"/>
                <a:gd name="connsiteX5" fmla="*/ 171831 w 171450"/>
                <a:gd name="connsiteY5" fmla="*/ 72104 h 95250"/>
                <a:gd name="connsiteX6" fmla="*/ 172021 w 171450"/>
                <a:gd name="connsiteY6" fmla="*/ 71056 h 95250"/>
                <a:gd name="connsiteX7" fmla="*/ 172402 w 171450"/>
                <a:gd name="connsiteY7" fmla="*/ 70199 h 95250"/>
                <a:gd name="connsiteX8" fmla="*/ 172593 w 171450"/>
                <a:gd name="connsiteY8" fmla="*/ 70009 h 95250"/>
                <a:gd name="connsiteX9" fmla="*/ 172688 w 171450"/>
                <a:gd name="connsiteY9" fmla="*/ 69818 h 95250"/>
                <a:gd name="connsiteX10" fmla="*/ 173450 w 171450"/>
                <a:gd name="connsiteY10" fmla="*/ 69151 h 95250"/>
                <a:gd name="connsiteX11" fmla="*/ 173736 w 171450"/>
                <a:gd name="connsiteY11" fmla="*/ 68675 h 95250"/>
                <a:gd name="connsiteX12" fmla="*/ 173831 w 171450"/>
                <a:gd name="connsiteY12" fmla="*/ 68104 h 95250"/>
                <a:gd name="connsiteX13" fmla="*/ 174022 w 171450"/>
                <a:gd name="connsiteY13" fmla="*/ 66961 h 95250"/>
                <a:gd name="connsiteX14" fmla="*/ 174212 w 171450"/>
                <a:gd name="connsiteY14" fmla="*/ 66484 h 95250"/>
                <a:gd name="connsiteX15" fmla="*/ 174974 w 171450"/>
                <a:gd name="connsiteY15" fmla="*/ 65627 h 95250"/>
                <a:gd name="connsiteX16" fmla="*/ 176593 w 171450"/>
                <a:gd name="connsiteY16" fmla="*/ 64198 h 95250"/>
                <a:gd name="connsiteX17" fmla="*/ 176975 w 171450"/>
                <a:gd name="connsiteY17" fmla="*/ 63151 h 95250"/>
                <a:gd name="connsiteX18" fmla="*/ 176784 w 171450"/>
                <a:gd name="connsiteY18" fmla="*/ 62484 h 95250"/>
                <a:gd name="connsiteX19" fmla="*/ 172117 w 171450"/>
                <a:gd name="connsiteY19" fmla="*/ 53911 h 95250"/>
                <a:gd name="connsiteX20" fmla="*/ 170974 w 171450"/>
                <a:gd name="connsiteY20" fmla="*/ 52578 h 95250"/>
                <a:gd name="connsiteX21" fmla="*/ 170307 w 171450"/>
                <a:gd name="connsiteY21" fmla="*/ 52768 h 95250"/>
                <a:gd name="connsiteX22" fmla="*/ 168783 w 171450"/>
                <a:gd name="connsiteY22" fmla="*/ 53911 h 95250"/>
                <a:gd name="connsiteX23" fmla="*/ 168116 w 171450"/>
                <a:gd name="connsiteY23" fmla="*/ 54197 h 95250"/>
                <a:gd name="connsiteX24" fmla="*/ 166211 w 171450"/>
                <a:gd name="connsiteY24" fmla="*/ 54007 h 95250"/>
                <a:gd name="connsiteX25" fmla="*/ 164783 w 171450"/>
                <a:gd name="connsiteY25" fmla="*/ 54292 h 95250"/>
                <a:gd name="connsiteX26" fmla="*/ 160687 w 171450"/>
                <a:gd name="connsiteY26" fmla="*/ 55721 h 95250"/>
                <a:gd name="connsiteX27" fmla="*/ 159163 w 171450"/>
                <a:gd name="connsiteY27" fmla="*/ 55912 h 95250"/>
                <a:gd name="connsiteX28" fmla="*/ 158877 w 171450"/>
                <a:gd name="connsiteY28" fmla="*/ 55435 h 95250"/>
                <a:gd name="connsiteX29" fmla="*/ 158782 w 171450"/>
                <a:gd name="connsiteY29" fmla="*/ 54483 h 95250"/>
                <a:gd name="connsiteX30" fmla="*/ 157925 w 171450"/>
                <a:gd name="connsiteY30" fmla="*/ 53340 h 95250"/>
                <a:gd name="connsiteX31" fmla="*/ 157925 w 171450"/>
                <a:gd name="connsiteY31" fmla="*/ 53245 h 95250"/>
                <a:gd name="connsiteX32" fmla="*/ 156781 w 171450"/>
                <a:gd name="connsiteY32" fmla="*/ 52768 h 95250"/>
                <a:gd name="connsiteX33" fmla="*/ 155448 w 171450"/>
                <a:gd name="connsiteY33" fmla="*/ 52578 h 95250"/>
                <a:gd name="connsiteX34" fmla="*/ 154210 w 171450"/>
                <a:gd name="connsiteY34" fmla="*/ 52102 h 95250"/>
                <a:gd name="connsiteX35" fmla="*/ 153448 w 171450"/>
                <a:gd name="connsiteY35" fmla="*/ 51244 h 95250"/>
                <a:gd name="connsiteX36" fmla="*/ 152971 w 171450"/>
                <a:gd name="connsiteY36" fmla="*/ 50197 h 95250"/>
                <a:gd name="connsiteX37" fmla="*/ 151447 w 171450"/>
                <a:gd name="connsiteY37" fmla="*/ 49054 h 95250"/>
                <a:gd name="connsiteX38" fmla="*/ 150971 w 171450"/>
                <a:gd name="connsiteY38" fmla="*/ 48196 h 95250"/>
                <a:gd name="connsiteX39" fmla="*/ 149828 w 171450"/>
                <a:gd name="connsiteY39" fmla="*/ 43815 h 95250"/>
                <a:gd name="connsiteX40" fmla="*/ 150114 w 171450"/>
                <a:gd name="connsiteY40" fmla="*/ 41624 h 95250"/>
                <a:gd name="connsiteX41" fmla="*/ 152591 w 171450"/>
                <a:gd name="connsiteY41" fmla="*/ 38100 h 95250"/>
                <a:gd name="connsiteX42" fmla="*/ 152971 w 171450"/>
                <a:gd name="connsiteY42" fmla="*/ 35528 h 95250"/>
                <a:gd name="connsiteX43" fmla="*/ 152686 w 171450"/>
                <a:gd name="connsiteY43" fmla="*/ 31432 h 95250"/>
                <a:gd name="connsiteX44" fmla="*/ 152686 w 171450"/>
                <a:gd name="connsiteY44" fmla="*/ 30004 h 95250"/>
                <a:gd name="connsiteX45" fmla="*/ 153162 w 171450"/>
                <a:gd name="connsiteY45" fmla="*/ 28575 h 95250"/>
                <a:gd name="connsiteX46" fmla="*/ 153829 w 171450"/>
                <a:gd name="connsiteY46" fmla="*/ 27432 h 95250"/>
                <a:gd name="connsiteX47" fmla="*/ 154019 w 171450"/>
                <a:gd name="connsiteY47" fmla="*/ 26289 h 95250"/>
                <a:gd name="connsiteX48" fmla="*/ 153162 w 171450"/>
                <a:gd name="connsiteY48" fmla="*/ 24860 h 95250"/>
                <a:gd name="connsiteX49" fmla="*/ 152400 w 171450"/>
                <a:gd name="connsiteY49" fmla="*/ 24193 h 95250"/>
                <a:gd name="connsiteX50" fmla="*/ 151257 w 171450"/>
                <a:gd name="connsiteY50" fmla="*/ 23717 h 95250"/>
                <a:gd name="connsiteX51" fmla="*/ 150114 w 171450"/>
                <a:gd name="connsiteY51" fmla="*/ 23431 h 95250"/>
                <a:gd name="connsiteX52" fmla="*/ 147923 w 171450"/>
                <a:gd name="connsiteY52" fmla="*/ 23146 h 95250"/>
                <a:gd name="connsiteX53" fmla="*/ 145828 w 171450"/>
                <a:gd name="connsiteY53" fmla="*/ 22288 h 95250"/>
                <a:gd name="connsiteX54" fmla="*/ 143923 w 171450"/>
                <a:gd name="connsiteY54" fmla="*/ 22193 h 95250"/>
                <a:gd name="connsiteX55" fmla="*/ 143161 w 171450"/>
                <a:gd name="connsiteY55" fmla="*/ 22098 h 95250"/>
                <a:gd name="connsiteX56" fmla="*/ 142589 w 171450"/>
                <a:gd name="connsiteY56" fmla="*/ 21907 h 95250"/>
                <a:gd name="connsiteX57" fmla="*/ 141637 w 171450"/>
                <a:gd name="connsiteY57" fmla="*/ 21622 h 95250"/>
                <a:gd name="connsiteX58" fmla="*/ 137541 w 171450"/>
                <a:gd name="connsiteY58" fmla="*/ 19526 h 95250"/>
                <a:gd name="connsiteX59" fmla="*/ 135922 w 171450"/>
                <a:gd name="connsiteY59" fmla="*/ 18002 h 95250"/>
                <a:gd name="connsiteX60" fmla="*/ 134874 w 171450"/>
                <a:gd name="connsiteY60" fmla="*/ 15907 h 95250"/>
                <a:gd name="connsiteX61" fmla="*/ 133826 w 171450"/>
                <a:gd name="connsiteY61" fmla="*/ 16954 h 95250"/>
                <a:gd name="connsiteX62" fmla="*/ 132588 w 171450"/>
                <a:gd name="connsiteY62" fmla="*/ 17050 h 95250"/>
                <a:gd name="connsiteX63" fmla="*/ 131254 w 171450"/>
                <a:gd name="connsiteY63" fmla="*/ 16859 h 95250"/>
                <a:gd name="connsiteX64" fmla="*/ 129826 w 171450"/>
                <a:gd name="connsiteY64" fmla="*/ 17145 h 95250"/>
                <a:gd name="connsiteX65" fmla="*/ 128873 w 171450"/>
                <a:gd name="connsiteY65" fmla="*/ 17907 h 95250"/>
                <a:gd name="connsiteX66" fmla="*/ 126683 w 171450"/>
                <a:gd name="connsiteY66" fmla="*/ 20479 h 95250"/>
                <a:gd name="connsiteX67" fmla="*/ 125921 w 171450"/>
                <a:gd name="connsiteY67" fmla="*/ 21622 h 95250"/>
                <a:gd name="connsiteX68" fmla="*/ 125921 w 171450"/>
                <a:gd name="connsiteY68" fmla="*/ 21622 h 95250"/>
                <a:gd name="connsiteX69" fmla="*/ 125921 w 171450"/>
                <a:gd name="connsiteY69" fmla="*/ 21622 h 95250"/>
                <a:gd name="connsiteX70" fmla="*/ 124492 w 171450"/>
                <a:gd name="connsiteY70" fmla="*/ 22955 h 95250"/>
                <a:gd name="connsiteX71" fmla="*/ 122301 w 171450"/>
                <a:gd name="connsiteY71" fmla="*/ 23527 h 95250"/>
                <a:gd name="connsiteX72" fmla="*/ 120110 w 171450"/>
                <a:gd name="connsiteY72" fmla="*/ 23241 h 95250"/>
                <a:gd name="connsiteX73" fmla="*/ 118300 w 171450"/>
                <a:gd name="connsiteY73" fmla="*/ 22384 h 95250"/>
                <a:gd name="connsiteX74" fmla="*/ 117538 w 171450"/>
                <a:gd name="connsiteY74" fmla="*/ 21622 h 95250"/>
                <a:gd name="connsiteX75" fmla="*/ 114871 w 171450"/>
                <a:gd name="connsiteY75" fmla="*/ 19336 h 95250"/>
                <a:gd name="connsiteX76" fmla="*/ 111728 w 171450"/>
                <a:gd name="connsiteY76" fmla="*/ 18669 h 95250"/>
                <a:gd name="connsiteX77" fmla="*/ 108490 w 171450"/>
                <a:gd name="connsiteY77" fmla="*/ 18478 h 95250"/>
                <a:gd name="connsiteX78" fmla="*/ 106680 w 171450"/>
                <a:gd name="connsiteY78" fmla="*/ 18002 h 95250"/>
                <a:gd name="connsiteX79" fmla="*/ 105251 w 171450"/>
                <a:gd name="connsiteY79" fmla="*/ 17621 h 95250"/>
                <a:gd name="connsiteX80" fmla="*/ 102965 w 171450"/>
                <a:gd name="connsiteY80" fmla="*/ 16097 h 95250"/>
                <a:gd name="connsiteX81" fmla="*/ 102108 w 171450"/>
                <a:gd name="connsiteY81" fmla="*/ 15907 h 95250"/>
                <a:gd name="connsiteX82" fmla="*/ 101251 w 171450"/>
                <a:gd name="connsiteY82" fmla="*/ 16192 h 95250"/>
                <a:gd name="connsiteX83" fmla="*/ 99631 w 171450"/>
                <a:gd name="connsiteY83" fmla="*/ 16954 h 95250"/>
                <a:gd name="connsiteX84" fmla="*/ 98393 w 171450"/>
                <a:gd name="connsiteY84" fmla="*/ 17145 h 95250"/>
                <a:gd name="connsiteX85" fmla="*/ 97250 w 171450"/>
                <a:gd name="connsiteY85" fmla="*/ 17431 h 95250"/>
                <a:gd name="connsiteX86" fmla="*/ 93821 w 171450"/>
                <a:gd name="connsiteY86" fmla="*/ 16954 h 95250"/>
                <a:gd name="connsiteX87" fmla="*/ 92869 w 171450"/>
                <a:gd name="connsiteY87" fmla="*/ 16859 h 95250"/>
                <a:gd name="connsiteX88" fmla="*/ 91916 w 171450"/>
                <a:gd name="connsiteY88" fmla="*/ 17050 h 95250"/>
                <a:gd name="connsiteX89" fmla="*/ 92488 w 171450"/>
                <a:gd name="connsiteY89" fmla="*/ 13906 h 95250"/>
                <a:gd name="connsiteX90" fmla="*/ 94107 w 171450"/>
                <a:gd name="connsiteY90" fmla="*/ 12192 h 95250"/>
                <a:gd name="connsiteX91" fmla="*/ 95821 w 171450"/>
                <a:gd name="connsiteY91" fmla="*/ 11906 h 95250"/>
                <a:gd name="connsiteX92" fmla="*/ 96869 w 171450"/>
                <a:gd name="connsiteY92" fmla="*/ 10001 h 95250"/>
                <a:gd name="connsiteX93" fmla="*/ 98393 w 171450"/>
                <a:gd name="connsiteY93" fmla="*/ 9430 h 95250"/>
                <a:gd name="connsiteX94" fmla="*/ 97917 w 171450"/>
                <a:gd name="connsiteY94" fmla="*/ 7429 h 95250"/>
                <a:gd name="connsiteX95" fmla="*/ 95821 w 171450"/>
                <a:gd name="connsiteY95" fmla="*/ 6667 h 95250"/>
                <a:gd name="connsiteX96" fmla="*/ 93535 w 171450"/>
                <a:gd name="connsiteY96" fmla="*/ 6477 h 95250"/>
                <a:gd name="connsiteX97" fmla="*/ 90964 w 171450"/>
                <a:gd name="connsiteY97" fmla="*/ 4477 h 95250"/>
                <a:gd name="connsiteX98" fmla="*/ 88868 w 171450"/>
                <a:gd name="connsiteY98" fmla="*/ 4477 h 95250"/>
                <a:gd name="connsiteX99" fmla="*/ 87344 w 171450"/>
                <a:gd name="connsiteY99" fmla="*/ 3524 h 95250"/>
                <a:gd name="connsiteX100" fmla="*/ 85534 w 171450"/>
                <a:gd name="connsiteY100" fmla="*/ 3524 h 95250"/>
                <a:gd name="connsiteX101" fmla="*/ 84296 w 171450"/>
                <a:gd name="connsiteY101" fmla="*/ 6096 h 95250"/>
                <a:gd name="connsiteX102" fmla="*/ 82296 w 171450"/>
                <a:gd name="connsiteY102" fmla="*/ 5810 h 95250"/>
                <a:gd name="connsiteX103" fmla="*/ 80677 w 171450"/>
                <a:gd name="connsiteY103" fmla="*/ 3524 h 95250"/>
                <a:gd name="connsiteX104" fmla="*/ 80677 w 171450"/>
                <a:gd name="connsiteY104" fmla="*/ 1333 h 95250"/>
                <a:gd name="connsiteX105" fmla="*/ 78772 w 171450"/>
                <a:gd name="connsiteY105" fmla="*/ 0 h 95250"/>
                <a:gd name="connsiteX106" fmla="*/ 77438 w 171450"/>
                <a:gd name="connsiteY106" fmla="*/ 571 h 95250"/>
                <a:gd name="connsiteX107" fmla="*/ 76200 w 171450"/>
                <a:gd name="connsiteY107" fmla="*/ 2000 h 95250"/>
                <a:gd name="connsiteX108" fmla="*/ 74962 w 171450"/>
                <a:gd name="connsiteY108" fmla="*/ 2191 h 95250"/>
                <a:gd name="connsiteX109" fmla="*/ 73438 w 171450"/>
                <a:gd name="connsiteY109" fmla="*/ 1333 h 95250"/>
                <a:gd name="connsiteX110" fmla="*/ 70675 w 171450"/>
                <a:gd name="connsiteY110" fmla="*/ 762 h 95250"/>
                <a:gd name="connsiteX111" fmla="*/ 66389 w 171450"/>
                <a:gd name="connsiteY111" fmla="*/ 2286 h 95250"/>
                <a:gd name="connsiteX112" fmla="*/ 65437 w 171450"/>
                <a:gd name="connsiteY112" fmla="*/ 2381 h 95250"/>
                <a:gd name="connsiteX113" fmla="*/ 64389 w 171450"/>
                <a:gd name="connsiteY113" fmla="*/ 2953 h 95250"/>
                <a:gd name="connsiteX114" fmla="*/ 62484 w 171450"/>
                <a:gd name="connsiteY114" fmla="*/ 2572 h 95250"/>
                <a:gd name="connsiteX115" fmla="*/ 60674 w 171450"/>
                <a:gd name="connsiteY115" fmla="*/ 3619 h 95250"/>
                <a:gd name="connsiteX116" fmla="*/ 60293 w 171450"/>
                <a:gd name="connsiteY116" fmla="*/ 3429 h 95250"/>
                <a:gd name="connsiteX117" fmla="*/ 59722 w 171450"/>
                <a:gd name="connsiteY117" fmla="*/ 3715 h 95250"/>
                <a:gd name="connsiteX118" fmla="*/ 59246 w 171450"/>
                <a:gd name="connsiteY118" fmla="*/ 4191 h 95250"/>
                <a:gd name="connsiteX119" fmla="*/ 58388 w 171450"/>
                <a:gd name="connsiteY119" fmla="*/ 5429 h 95250"/>
                <a:gd name="connsiteX120" fmla="*/ 57912 w 171450"/>
                <a:gd name="connsiteY120" fmla="*/ 5905 h 95250"/>
                <a:gd name="connsiteX121" fmla="*/ 56197 w 171450"/>
                <a:gd name="connsiteY121" fmla="*/ 7048 h 95250"/>
                <a:gd name="connsiteX122" fmla="*/ 55340 w 171450"/>
                <a:gd name="connsiteY122" fmla="*/ 7715 h 95250"/>
                <a:gd name="connsiteX123" fmla="*/ 54959 w 171450"/>
                <a:gd name="connsiteY123" fmla="*/ 8668 h 95250"/>
                <a:gd name="connsiteX124" fmla="*/ 54007 w 171450"/>
                <a:gd name="connsiteY124" fmla="*/ 10382 h 95250"/>
                <a:gd name="connsiteX125" fmla="*/ 52006 w 171450"/>
                <a:gd name="connsiteY125" fmla="*/ 11239 h 95250"/>
                <a:gd name="connsiteX126" fmla="*/ 45720 w 171450"/>
                <a:gd name="connsiteY126" fmla="*/ 12382 h 95250"/>
                <a:gd name="connsiteX127" fmla="*/ 44767 w 171450"/>
                <a:gd name="connsiteY127" fmla="*/ 12763 h 95250"/>
                <a:gd name="connsiteX128" fmla="*/ 43815 w 171450"/>
                <a:gd name="connsiteY128" fmla="*/ 13335 h 95250"/>
                <a:gd name="connsiteX129" fmla="*/ 41338 w 171450"/>
                <a:gd name="connsiteY129" fmla="*/ 16478 h 95250"/>
                <a:gd name="connsiteX130" fmla="*/ 40291 w 171450"/>
                <a:gd name="connsiteY130" fmla="*/ 17240 h 95250"/>
                <a:gd name="connsiteX131" fmla="*/ 39243 w 171450"/>
                <a:gd name="connsiteY131" fmla="*/ 17717 h 95250"/>
                <a:gd name="connsiteX132" fmla="*/ 38386 w 171450"/>
                <a:gd name="connsiteY132" fmla="*/ 18478 h 95250"/>
                <a:gd name="connsiteX133" fmla="*/ 37624 w 171450"/>
                <a:gd name="connsiteY133" fmla="*/ 19431 h 95250"/>
                <a:gd name="connsiteX134" fmla="*/ 36385 w 171450"/>
                <a:gd name="connsiteY134" fmla="*/ 21622 h 95250"/>
                <a:gd name="connsiteX135" fmla="*/ 36385 w 171450"/>
                <a:gd name="connsiteY135" fmla="*/ 21622 h 95250"/>
                <a:gd name="connsiteX136" fmla="*/ 36195 w 171450"/>
                <a:gd name="connsiteY136" fmla="*/ 22003 h 95250"/>
                <a:gd name="connsiteX137" fmla="*/ 33718 w 171450"/>
                <a:gd name="connsiteY137" fmla="*/ 26670 h 95250"/>
                <a:gd name="connsiteX138" fmla="*/ 31909 w 171450"/>
                <a:gd name="connsiteY138" fmla="*/ 29051 h 95250"/>
                <a:gd name="connsiteX139" fmla="*/ 30004 w 171450"/>
                <a:gd name="connsiteY139" fmla="*/ 30575 h 95250"/>
                <a:gd name="connsiteX140" fmla="*/ 27813 w 171450"/>
                <a:gd name="connsiteY140" fmla="*/ 31528 h 95250"/>
                <a:gd name="connsiteX141" fmla="*/ 26099 w 171450"/>
                <a:gd name="connsiteY141" fmla="*/ 32671 h 95250"/>
                <a:gd name="connsiteX142" fmla="*/ 25622 w 171450"/>
                <a:gd name="connsiteY142" fmla="*/ 34861 h 95250"/>
                <a:gd name="connsiteX143" fmla="*/ 24670 w 171450"/>
                <a:gd name="connsiteY143" fmla="*/ 37243 h 95250"/>
                <a:gd name="connsiteX144" fmla="*/ 22479 w 171450"/>
                <a:gd name="connsiteY144" fmla="*/ 41148 h 95250"/>
                <a:gd name="connsiteX145" fmla="*/ 20955 w 171450"/>
                <a:gd name="connsiteY145" fmla="*/ 43434 h 95250"/>
                <a:gd name="connsiteX146" fmla="*/ 20764 w 171450"/>
                <a:gd name="connsiteY146" fmla="*/ 44101 h 95250"/>
                <a:gd name="connsiteX147" fmla="*/ 20479 w 171450"/>
                <a:gd name="connsiteY147" fmla="*/ 43910 h 95250"/>
                <a:gd name="connsiteX148" fmla="*/ 20002 w 171450"/>
                <a:gd name="connsiteY148" fmla="*/ 43720 h 95250"/>
                <a:gd name="connsiteX149" fmla="*/ 19812 w 171450"/>
                <a:gd name="connsiteY149" fmla="*/ 43624 h 95250"/>
                <a:gd name="connsiteX150" fmla="*/ 19621 w 171450"/>
                <a:gd name="connsiteY150" fmla="*/ 43624 h 95250"/>
                <a:gd name="connsiteX151" fmla="*/ 19050 w 171450"/>
                <a:gd name="connsiteY151" fmla="*/ 43434 h 95250"/>
                <a:gd name="connsiteX152" fmla="*/ 17621 w 171450"/>
                <a:gd name="connsiteY152" fmla="*/ 44101 h 95250"/>
                <a:gd name="connsiteX153" fmla="*/ 16954 w 171450"/>
                <a:gd name="connsiteY153" fmla="*/ 44482 h 95250"/>
                <a:gd name="connsiteX154" fmla="*/ 16288 w 171450"/>
                <a:gd name="connsiteY154" fmla="*/ 45339 h 95250"/>
                <a:gd name="connsiteX155" fmla="*/ 16002 w 171450"/>
                <a:gd name="connsiteY155" fmla="*/ 46292 h 95250"/>
                <a:gd name="connsiteX156" fmla="*/ 15050 w 171450"/>
                <a:gd name="connsiteY156" fmla="*/ 46482 h 95250"/>
                <a:gd name="connsiteX157" fmla="*/ 14383 w 171450"/>
                <a:gd name="connsiteY157" fmla="*/ 47339 h 95250"/>
                <a:gd name="connsiteX158" fmla="*/ 14478 w 171450"/>
                <a:gd name="connsiteY158" fmla="*/ 48006 h 95250"/>
                <a:gd name="connsiteX159" fmla="*/ 13811 w 171450"/>
                <a:gd name="connsiteY159" fmla="*/ 48673 h 95250"/>
                <a:gd name="connsiteX160" fmla="*/ 13049 w 171450"/>
                <a:gd name="connsiteY160" fmla="*/ 49149 h 95250"/>
                <a:gd name="connsiteX161" fmla="*/ 12763 w 171450"/>
                <a:gd name="connsiteY161" fmla="*/ 49911 h 95250"/>
                <a:gd name="connsiteX162" fmla="*/ 12954 w 171450"/>
                <a:gd name="connsiteY162" fmla="*/ 50482 h 95250"/>
                <a:gd name="connsiteX163" fmla="*/ 13145 w 171450"/>
                <a:gd name="connsiteY163" fmla="*/ 51054 h 95250"/>
                <a:gd name="connsiteX164" fmla="*/ 13335 w 171450"/>
                <a:gd name="connsiteY164" fmla="*/ 51340 h 95250"/>
                <a:gd name="connsiteX165" fmla="*/ 12478 w 171450"/>
                <a:gd name="connsiteY165" fmla="*/ 52197 h 95250"/>
                <a:gd name="connsiteX166" fmla="*/ 12001 w 171450"/>
                <a:gd name="connsiteY166" fmla="*/ 53435 h 95250"/>
                <a:gd name="connsiteX167" fmla="*/ 11621 w 171450"/>
                <a:gd name="connsiteY167" fmla="*/ 54864 h 95250"/>
                <a:gd name="connsiteX168" fmla="*/ 12287 w 171450"/>
                <a:gd name="connsiteY168" fmla="*/ 57245 h 95250"/>
                <a:gd name="connsiteX169" fmla="*/ 13240 w 171450"/>
                <a:gd name="connsiteY169" fmla="*/ 59531 h 95250"/>
                <a:gd name="connsiteX170" fmla="*/ 14097 w 171450"/>
                <a:gd name="connsiteY170" fmla="*/ 60865 h 95250"/>
                <a:gd name="connsiteX171" fmla="*/ 12763 w 171450"/>
                <a:gd name="connsiteY171" fmla="*/ 62008 h 95250"/>
                <a:gd name="connsiteX172" fmla="*/ 11621 w 171450"/>
                <a:gd name="connsiteY172" fmla="*/ 61055 h 95250"/>
                <a:gd name="connsiteX173" fmla="*/ 9716 w 171450"/>
                <a:gd name="connsiteY173" fmla="*/ 60865 h 95250"/>
                <a:gd name="connsiteX174" fmla="*/ 8572 w 171450"/>
                <a:gd name="connsiteY174" fmla="*/ 61817 h 95250"/>
                <a:gd name="connsiteX175" fmla="*/ 8192 w 171450"/>
                <a:gd name="connsiteY175" fmla="*/ 63532 h 95250"/>
                <a:gd name="connsiteX176" fmla="*/ 7715 w 171450"/>
                <a:gd name="connsiteY176" fmla="*/ 63913 h 95250"/>
                <a:gd name="connsiteX177" fmla="*/ 6953 w 171450"/>
                <a:gd name="connsiteY177" fmla="*/ 64484 h 95250"/>
                <a:gd name="connsiteX178" fmla="*/ 3715 w 171450"/>
                <a:gd name="connsiteY178" fmla="*/ 65246 h 95250"/>
                <a:gd name="connsiteX179" fmla="*/ 2381 w 171450"/>
                <a:gd name="connsiteY179" fmla="*/ 66199 h 95250"/>
                <a:gd name="connsiteX180" fmla="*/ 1238 w 171450"/>
                <a:gd name="connsiteY180" fmla="*/ 67913 h 95250"/>
                <a:gd name="connsiteX181" fmla="*/ 476 w 171450"/>
                <a:gd name="connsiteY181" fmla="*/ 69818 h 95250"/>
                <a:gd name="connsiteX182" fmla="*/ 0 w 171450"/>
                <a:gd name="connsiteY182" fmla="*/ 71533 h 95250"/>
                <a:gd name="connsiteX183" fmla="*/ 191 w 171450"/>
                <a:gd name="connsiteY183" fmla="*/ 71628 h 95250"/>
                <a:gd name="connsiteX184" fmla="*/ 667 w 171450"/>
                <a:gd name="connsiteY184" fmla="*/ 72009 h 95250"/>
                <a:gd name="connsiteX185" fmla="*/ 4000 w 171450"/>
                <a:gd name="connsiteY185" fmla="*/ 73723 h 95250"/>
                <a:gd name="connsiteX186" fmla="*/ 5143 w 171450"/>
                <a:gd name="connsiteY186" fmla="*/ 74676 h 95250"/>
                <a:gd name="connsiteX187" fmla="*/ 5810 w 171450"/>
                <a:gd name="connsiteY187" fmla="*/ 76009 h 95250"/>
                <a:gd name="connsiteX188" fmla="*/ 6096 w 171450"/>
                <a:gd name="connsiteY188" fmla="*/ 77438 h 95250"/>
                <a:gd name="connsiteX189" fmla="*/ 6096 w 171450"/>
                <a:gd name="connsiteY189" fmla="*/ 80677 h 95250"/>
                <a:gd name="connsiteX190" fmla="*/ 6382 w 171450"/>
                <a:gd name="connsiteY190" fmla="*/ 83629 h 95250"/>
                <a:gd name="connsiteX191" fmla="*/ 7239 w 171450"/>
                <a:gd name="connsiteY191" fmla="*/ 82486 h 95250"/>
                <a:gd name="connsiteX192" fmla="*/ 8287 w 171450"/>
                <a:gd name="connsiteY192" fmla="*/ 81629 h 95250"/>
                <a:gd name="connsiteX193" fmla="*/ 9334 w 171450"/>
                <a:gd name="connsiteY193" fmla="*/ 81534 h 95250"/>
                <a:gd name="connsiteX194" fmla="*/ 10287 w 171450"/>
                <a:gd name="connsiteY194" fmla="*/ 82677 h 95250"/>
                <a:gd name="connsiteX195" fmla="*/ 10382 w 171450"/>
                <a:gd name="connsiteY195" fmla="*/ 83344 h 95250"/>
                <a:gd name="connsiteX196" fmla="*/ 10287 w 171450"/>
                <a:gd name="connsiteY196" fmla="*/ 84010 h 95250"/>
                <a:gd name="connsiteX197" fmla="*/ 10287 w 171450"/>
                <a:gd name="connsiteY197" fmla="*/ 84582 h 95250"/>
                <a:gd name="connsiteX198" fmla="*/ 10668 w 171450"/>
                <a:gd name="connsiteY198" fmla="*/ 85153 h 95250"/>
                <a:gd name="connsiteX199" fmla="*/ 11239 w 171450"/>
                <a:gd name="connsiteY199" fmla="*/ 85439 h 95250"/>
                <a:gd name="connsiteX200" fmla="*/ 11811 w 171450"/>
                <a:gd name="connsiteY200" fmla="*/ 85534 h 95250"/>
                <a:gd name="connsiteX201" fmla="*/ 12383 w 171450"/>
                <a:gd name="connsiteY201" fmla="*/ 85344 h 95250"/>
                <a:gd name="connsiteX202" fmla="*/ 12954 w 171450"/>
                <a:gd name="connsiteY202" fmla="*/ 84963 h 95250"/>
                <a:gd name="connsiteX203" fmla="*/ 14097 w 171450"/>
                <a:gd name="connsiteY203" fmla="*/ 84963 h 95250"/>
                <a:gd name="connsiteX204" fmla="*/ 15335 w 171450"/>
                <a:gd name="connsiteY204" fmla="*/ 85534 h 95250"/>
                <a:gd name="connsiteX205" fmla="*/ 16574 w 171450"/>
                <a:gd name="connsiteY205" fmla="*/ 86487 h 95250"/>
                <a:gd name="connsiteX206" fmla="*/ 17431 w 171450"/>
                <a:gd name="connsiteY206" fmla="*/ 87344 h 95250"/>
                <a:gd name="connsiteX207" fmla="*/ 18097 w 171450"/>
                <a:gd name="connsiteY207" fmla="*/ 88868 h 95250"/>
                <a:gd name="connsiteX208" fmla="*/ 18574 w 171450"/>
                <a:gd name="connsiteY208" fmla="*/ 90011 h 95250"/>
                <a:gd name="connsiteX209" fmla="*/ 19336 w 171450"/>
                <a:gd name="connsiteY209" fmla="*/ 90868 h 95250"/>
                <a:gd name="connsiteX210" fmla="*/ 20955 w 171450"/>
                <a:gd name="connsiteY210" fmla="*/ 91345 h 95250"/>
                <a:gd name="connsiteX211" fmla="*/ 23908 w 171450"/>
                <a:gd name="connsiteY211" fmla="*/ 91535 h 95250"/>
                <a:gd name="connsiteX212" fmla="*/ 25432 w 171450"/>
                <a:gd name="connsiteY212" fmla="*/ 91345 h 95250"/>
                <a:gd name="connsiteX213" fmla="*/ 26956 w 171450"/>
                <a:gd name="connsiteY213" fmla="*/ 90964 h 95250"/>
                <a:gd name="connsiteX214" fmla="*/ 27527 w 171450"/>
                <a:gd name="connsiteY214" fmla="*/ 90583 h 95250"/>
                <a:gd name="connsiteX215" fmla="*/ 28099 w 171450"/>
                <a:gd name="connsiteY215" fmla="*/ 90011 h 95250"/>
                <a:gd name="connsiteX216" fmla="*/ 28670 w 171450"/>
                <a:gd name="connsiteY216" fmla="*/ 89535 h 95250"/>
                <a:gd name="connsiteX217" fmla="*/ 29337 w 171450"/>
                <a:gd name="connsiteY217" fmla="*/ 89535 h 95250"/>
                <a:gd name="connsiteX218" fmla="*/ 30004 w 171450"/>
                <a:gd name="connsiteY218" fmla="*/ 89535 h 95250"/>
                <a:gd name="connsiteX219" fmla="*/ 32195 w 171450"/>
                <a:gd name="connsiteY219" fmla="*/ 88963 h 95250"/>
                <a:gd name="connsiteX220" fmla="*/ 33623 w 171450"/>
                <a:gd name="connsiteY220" fmla="*/ 89916 h 95250"/>
                <a:gd name="connsiteX221" fmla="*/ 35719 w 171450"/>
                <a:gd name="connsiteY221" fmla="*/ 91345 h 95250"/>
                <a:gd name="connsiteX222" fmla="*/ 37529 w 171450"/>
                <a:gd name="connsiteY222" fmla="*/ 92297 h 95250"/>
                <a:gd name="connsiteX223" fmla="*/ 40862 w 171450"/>
                <a:gd name="connsiteY223" fmla="*/ 91916 h 95250"/>
                <a:gd name="connsiteX224" fmla="*/ 43053 w 171450"/>
                <a:gd name="connsiteY224" fmla="*/ 92297 h 95250"/>
                <a:gd name="connsiteX225" fmla="*/ 45149 w 171450"/>
                <a:gd name="connsiteY225" fmla="*/ 93059 h 95250"/>
                <a:gd name="connsiteX226" fmla="*/ 46482 w 171450"/>
                <a:gd name="connsiteY226" fmla="*/ 94107 h 95250"/>
                <a:gd name="connsiteX227" fmla="*/ 46577 w 171450"/>
                <a:gd name="connsiteY227" fmla="*/ 95155 h 95250"/>
                <a:gd name="connsiteX228" fmla="*/ 45720 w 171450"/>
                <a:gd name="connsiteY228" fmla="*/ 96774 h 95250"/>
                <a:gd name="connsiteX229" fmla="*/ 46387 w 171450"/>
                <a:gd name="connsiteY229" fmla="*/ 97345 h 95250"/>
                <a:gd name="connsiteX230" fmla="*/ 47339 w 171450"/>
                <a:gd name="connsiteY230" fmla="*/ 97250 h 95250"/>
                <a:gd name="connsiteX231" fmla="*/ 49149 w 171450"/>
                <a:gd name="connsiteY231" fmla="*/ 96488 h 95250"/>
                <a:gd name="connsiteX232" fmla="*/ 50292 w 171450"/>
                <a:gd name="connsiteY232" fmla="*/ 96583 h 95250"/>
                <a:gd name="connsiteX233" fmla="*/ 53150 w 171450"/>
                <a:gd name="connsiteY233" fmla="*/ 97822 h 95250"/>
                <a:gd name="connsiteX234" fmla="*/ 54007 w 171450"/>
                <a:gd name="connsiteY234" fmla="*/ 97917 h 95250"/>
                <a:gd name="connsiteX235" fmla="*/ 54292 w 171450"/>
                <a:gd name="connsiteY235" fmla="*/ 98012 h 95250"/>
                <a:gd name="connsiteX236" fmla="*/ 56388 w 171450"/>
                <a:gd name="connsiteY236" fmla="*/ 98012 h 95250"/>
                <a:gd name="connsiteX237" fmla="*/ 56579 w 171450"/>
                <a:gd name="connsiteY237" fmla="*/ 98012 h 95250"/>
                <a:gd name="connsiteX238" fmla="*/ 57055 w 171450"/>
                <a:gd name="connsiteY238" fmla="*/ 98203 h 95250"/>
                <a:gd name="connsiteX239" fmla="*/ 57245 w 171450"/>
                <a:gd name="connsiteY239" fmla="*/ 98203 h 95250"/>
                <a:gd name="connsiteX240" fmla="*/ 57531 w 171450"/>
                <a:gd name="connsiteY240" fmla="*/ 97917 h 95250"/>
                <a:gd name="connsiteX241" fmla="*/ 57721 w 171450"/>
                <a:gd name="connsiteY241" fmla="*/ 97536 h 95250"/>
                <a:gd name="connsiteX242" fmla="*/ 57817 w 171450"/>
                <a:gd name="connsiteY242" fmla="*/ 97250 h 95250"/>
                <a:gd name="connsiteX243" fmla="*/ 57817 w 171450"/>
                <a:gd name="connsiteY243" fmla="*/ 97060 h 95250"/>
                <a:gd name="connsiteX244" fmla="*/ 57817 w 171450"/>
                <a:gd name="connsiteY244" fmla="*/ 96964 h 95250"/>
                <a:gd name="connsiteX245" fmla="*/ 57817 w 171450"/>
                <a:gd name="connsiteY245" fmla="*/ 96679 h 95250"/>
                <a:gd name="connsiteX246" fmla="*/ 57912 w 171450"/>
                <a:gd name="connsiteY246" fmla="*/ 96393 h 95250"/>
                <a:gd name="connsiteX247" fmla="*/ 58198 w 171450"/>
                <a:gd name="connsiteY247" fmla="*/ 96202 h 95250"/>
                <a:gd name="connsiteX248" fmla="*/ 58388 w 171450"/>
                <a:gd name="connsiteY248" fmla="*/ 96202 h 95250"/>
                <a:gd name="connsiteX249" fmla="*/ 58864 w 171450"/>
                <a:gd name="connsiteY249" fmla="*/ 96583 h 95250"/>
                <a:gd name="connsiteX250" fmla="*/ 59055 w 171450"/>
                <a:gd name="connsiteY250" fmla="*/ 96679 h 95250"/>
                <a:gd name="connsiteX251" fmla="*/ 59436 w 171450"/>
                <a:gd name="connsiteY251" fmla="*/ 96679 h 95250"/>
                <a:gd name="connsiteX252" fmla="*/ 59531 w 171450"/>
                <a:gd name="connsiteY252" fmla="*/ 96774 h 95250"/>
                <a:gd name="connsiteX253" fmla="*/ 60579 w 171450"/>
                <a:gd name="connsiteY253" fmla="*/ 97060 h 95250"/>
                <a:gd name="connsiteX254" fmla="*/ 61150 w 171450"/>
                <a:gd name="connsiteY254" fmla="*/ 97155 h 95250"/>
                <a:gd name="connsiteX255" fmla="*/ 62293 w 171450"/>
                <a:gd name="connsiteY255" fmla="*/ 97060 h 95250"/>
                <a:gd name="connsiteX256" fmla="*/ 65627 w 171450"/>
                <a:gd name="connsiteY256" fmla="*/ 96107 h 95250"/>
                <a:gd name="connsiteX257" fmla="*/ 71628 w 171450"/>
                <a:gd name="connsiteY257" fmla="*/ 95536 h 95250"/>
                <a:gd name="connsiteX258" fmla="*/ 73628 w 171450"/>
                <a:gd name="connsiteY258" fmla="*/ 94964 h 95250"/>
                <a:gd name="connsiteX259" fmla="*/ 74962 w 171450"/>
                <a:gd name="connsiteY259" fmla="*/ 93821 h 95250"/>
                <a:gd name="connsiteX260" fmla="*/ 76295 w 171450"/>
                <a:gd name="connsiteY260" fmla="*/ 90297 h 95250"/>
                <a:gd name="connsiteX261" fmla="*/ 78010 w 171450"/>
                <a:gd name="connsiteY261" fmla="*/ 89154 h 95250"/>
                <a:gd name="connsiteX262" fmla="*/ 78962 w 171450"/>
                <a:gd name="connsiteY262" fmla="*/ 89059 h 95250"/>
                <a:gd name="connsiteX263" fmla="*/ 80963 w 171450"/>
                <a:gd name="connsiteY263" fmla="*/ 89154 h 95250"/>
                <a:gd name="connsiteX264" fmla="*/ 81915 w 171450"/>
                <a:gd name="connsiteY264" fmla="*/ 88773 h 95250"/>
                <a:gd name="connsiteX265" fmla="*/ 82772 w 171450"/>
                <a:gd name="connsiteY265" fmla="*/ 88106 h 95250"/>
                <a:gd name="connsiteX266" fmla="*/ 83439 w 171450"/>
                <a:gd name="connsiteY266" fmla="*/ 87439 h 95250"/>
                <a:gd name="connsiteX267" fmla="*/ 84201 w 171450"/>
                <a:gd name="connsiteY267" fmla="*/ 86868 h 95250"/>
                <a:gd name="connsiteX268" fmla="*/ 85249 w 171450"/>
                <a:gd name="connsiteY268" fmla="*/ 86487 h 95250"/>
                <a:gd name="connsiteX269" fmla="*/ 87058 w 171450"/>
                <a:gd name="connsiteY269" fmla="*/ 86773 h 95250"/>
                <a:gd name="connsiteX270" fmla="*/ 91916 w 171450"/>
                <a:gd name="connsiteY270" fmla="*/ 90202 h 95250"/>
                <a:gd name="connsiteX271" fmla="*/ 97917 w 171450"/>
                <a:gd name="connsiteY271" fmla="*/ 93345 h 95250"/>
                <a:gd name="connsiteX272" fmla="*/ 104680 w 171450"/>
                <a:gd name="connsiteY272" fmla="*/ 94107 h 95250"/>
                <a:gd name="connsiteX273" fmla="*/ 116681 w 171450"/>
                <a:gd name="connsiteY273" fmla="*/ 93440 h 95250"/>
                <a:gd name="connsiteX274" fmla="*/ 120015 w 171450"/>
                <a:gd name="connsiteY274" fmla="*/ 93154 h 95250"/>
                <a:gd name="connsiteX275" fmla="*/ 120301 w 171450"/>
                <a:gd name="connsiteY275" fmla="*/ 93059 h 95250"/>
                <a:gd name="connsiteX276" fmla="*/ 122872 w 171450"/>
                <a:gd name="connsiteY276" fmla="*/ 91916 h 95250"/>
                <a:gd name="connsiteX277" fmla="*/ 124492 w 171450"/>
                <a:gd name="connsiteY277" fmla="*/ 91821 h 95250"/>
                <a:gd name="connsiteX278" fmla="*/ 126301 w 171450"/>
                <a:gd name="connsiteY278" fmla="*/ 92107 h 95250"/>
                <a:gd name="connsiteX279" fmla="*/ 130016 w 171450"/>
                <a:gd name="connsiteY279" fmla="*/ 92011 h 95250"/>
                <a:gd name="connsiteX280" fmla="*/ 131826 w 171450"/>
                <a:gd name="connsiteY280" fmla="*/ 92392 h 95250"/>
                <a:gd name="connsiteX281" fmla="*/ 133445 w 171450"/>
                <a:gd name="connsiteY281" fmla="*/ 93345 h 95250"/>
                <a:gd name="connsiteX282" fmla="*/ 134112 w 171450"/>
                <a:gd name="connsiteY282" fmla="*/ 93631 h 95250"/>
                <a:gd name="connsiteX283" fmla="*/ 135255 w 171450"/>
                <a:gd name="connsiteY283" fmla="*/ 93631 h 95250"/>
                <a:gd name="connsiteX284" fmla="*/ 136112 w 171450"/>
                <a:gd name="connsiteY284" fmla="*/ 93440 h 95250"/>
                <a:gd name="connsiteX285" fmla="*/ 136970 w 171450"/>
                <a:gd name="connsiteY285" fmla="*/ 92964 h 95250"/>
                <a:gd name="connsiteX286" fmla="*/ 137827 w 171450"/>
                <a:gd name="connsiteY286" fmla="*/ 92488 h 95250"/>
                <a:gd name="connsiteX287" fmla="*/ 138493 w 171450"/>
                <a:gd name="connsiteY287" fmla="*/ 91821 h 95250"/>
                <a:gd name="connsiteX288" fmla="*/ 139065 w 171450"/>
                <a:gd name="connsiteY288" fmla="*/ 90678 h 95250"/>
                <a:gd name="connsiteX289" fmla="*/ 139541 w 171450"/>
                <a:gd name="connsiteY289" fmla="*/ 89630 h 95250"/>
                <a:gd name="connsiteX290" fmla="*/ 140017 w 171450"/>
                <a:gd name="connsiteY290" fmla="*/ 88678 h 95250"/>
                <a:gd name="connsiteX291" fmla="*/ 140970 w 171450"/>
                <a:gd name="connsiteY291" fmla="*/ 88106 h 95250"/>
                <a:gd name="connsiteX292" fmla="*/ 141732 w 171450"/>
                <a:gd name="connsiteY292" fmla="*/ 87916 h 95250"/>
                <a:gd name="connsiteX293" fmla="*/ 143827 w 171450"/>
                <a:gd name="connsiteY293" fmla="*/ 88106 h 95250"/>
                <a:gd name="connsiteX294" fmla="*/ 144589 w 171450"/>
                <a:gd name="connsiteY294" fmla="*/ 88297 h 95250"/>
                <a:gd name="connsiteX295" fmla="*/ 145161 w 171450"/>
                <a:gd name="connsiteY295" fmla="*/ 89059 h 95250"/>
                <a:gd name="connsiteX296" fmla="*/ 146304 w 171450"/>
                <a:gd name="connsiteY296" fmla="*/ 91726 h 95250"/>
                <a:gd name="connsiteX297" fmla="*/ 147066 w 171450"/>
                <a:gd name="connsiteY297" fmla="*/ 92297 h 95250"/>
                <a:gd name="connsiteX298" fmla="*/ 148018 w 171450"/>
                <a:gd name="connsiteY298" fmla="*/ 92202 h 95250"/>
                <a:gd name="connsiteX299" fmla="*/ 149924 w 171450"/>
                <a:gd name="connsiteY299" fmla="*/ 91535 h 95250"/>
                <a:gd name="connsiteX300" fmla="*/ 150876 w 171450"/>
                <a:gd name="connsiteY300" fmla="*/ 91535 h 95250"/>
                <a:gd name="connsiteX301" fmla="*/ 153162 w 171450"/>
                <a:gd name="connsiteY301" fmla="*/ 92202 h 95250"/>
                <a:gd name="connsiteX302" fmla="*/ 154019 w 171450"/>
                <a:gd name="connsiteY302" fmla="*/ 92297 h 95250"/>
                <a:gd name="connsiteX303" fmla="*/ 156591 w 171450"/>
                <a:gd name="connsiteY303" fmla="*/ 91916 h 95250"/>
                <a:gd name="connsiteX304" fmla="*/ 158115 w 171450"/>
                <a:gd name="connsiteY304" fmla="*/ 91154 h 95250"/>
                <a:gd name="connsiteX305" fmla="*/ 161544 w 171450"/>
                <a:gd name="connsiteY305" fmla="*/ 88963 h 95250"/>
                <a:gd name="connsiteX306" fmla="*/ 163068 w 171450"/>
                <a:gd name="connsiteY306" fmla="*/ 88678 h 95250"/>
                <a:gd name="connsiteX307" fmla="*/ 164021 w 171450"/>
                <a:gd name="connsiteY307" fmla="*/ 89249 h 95250"/>
                <a:gd name="connsiteX308" fmla="*/ 164401 w 171450"/>
                <a:gd name="connsiteY308" fmla="*/ 90106 h 95250"/>
                <a:gd name="connsiteX309" fmla="*/ 164497 w 171450"/>
                <a:gd name="connsiteY309" fmla="*/ 91059 h 95250"/>
                <a:gd name="connsiteX310" fmla="*/ 165068 w 171450"/>
                <a:gd name="connsiteY310" fmla="*/ 91821 h 95250"/>
                <a:gd name="connsiteX311" fmla="*/ 165925 w 171450"/>
                <a:gd name="connsiteY311" fmla="*/ 92011 h 95250"/>
                <a:gd name="connsiteX312" fmla="*/ 166306 w 171450"/>
                <a:gd name="connsiteY312" fmla="*/ 91345 h 95250"/>
                <a:gd name="connsiteX313" fmla="*/ 166306 w 171450"/>
                <a:gd name="connsiteY313" fmla="*/ 90297 h 95250"/>
                <a:gd name="connsiteX314" fmla="*/ 165640 w 171450"/>
                <a:gd name="connsiteY314" fmla="*/ 89535 h 95250"/>
                <a:gd name="connsiteX315" fmla="*/ 166783 w 171450"/>
                <a:gd name="connsiteY315" fmla="*/ 88963 h 95250"/>
                <a:gd name="connsiteX316" fmla="*/ 166783 w 171450"/>
                <a:gd name="connsiteY316" fmla="*/ 88106 h 95250"/>
                <a:gd name="connsiteX317" fmla="*/ 166688 w 171450"/>
                <a:gd name="connsiteY317" fmla="*/ 87344 h 95250"/>
                <a:gd name="connsiteX318" fmla="*/ 167450 w 171450"/>
                <a:gd name="connsiteY318" fmla="*/ 87154 h 95250"/>
                <a:gd name="connsiteX319" fmla="*/ 168402 w 171450"/>
                <a:gd name="connsiteY319" fmla="*/ 87535 h 95250"/>
                <a:gd name="connsiteX320" fmla="*/ 170021 w 171450"/>
                <a:gd name="connsiteY320" fmla="*/ 88963 h 95250"/>
                <a:gd name="connsiteX321" fmla="*/ 170974 w 171450"/>
                <a:gd name="connsiteY321" fmla="*/ 89440 h 95250"/>
                <a:gd name="connsiteX322" fmla="*/ 174212 w 171450"/>
                <a:gd name="connsiteY322" fmla="*/ 88963 h 95250"/>
                <a:gd name="connsiteX323" fmla="*/ 176117 w 171450"/>
                <a:gd name="connsiteY323" fmla="*/ 86963 h 95250"/>
                <a:gd name="connsiteX324" fmla="*/ 176498 w 171450"/>
                <a:gd name="connsiteY324" fmla="*/ 84963 h 95250"/>
                <a:gd name="connsiteX325" fmla="*/ 176689 w 171450"/>
                <a:gd name="connsiteY325" fmla="*/ 84106 h 95250"/>
                <a:gd name="connsiteX326" fmla="*/ 175831 w 171450"/>
                <a:gd name="connsiteY326" fmla="*/ 80677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</a:cxnLst>
              <a:rect l="l" t="t" r="r" b="b"/>
              <a:pathLst>
                <a:path w="171450" h="95250">
                  <a:moveTo>
                    <a:pt x="175831" y="80677"/>
                  </a:moveTo>
                  <a:lnTo>
                    <a:pt x="174879" y="78772"/>
                  </a:lnTo>
                  <a:lnTo>
                    <a:pt x="172307" y="76200"/>
                  </a:lnTo>
                  <a:lnTo>
                    <a:pt x="171641" y="74295"/>
                  </a:lnTo>
                  <a:lnTo>
                    <a:pt x="171641" y="73152"/>
                  </a:lnTo>
                  <a:lnTo>
                    <a:pt x="171831" y="72104"/>
                  </a:lnTo>
                  <a:lnTo>
                    <a:pt x="172021" y="71056"/>
                  </a:lnTo>
                  <a:lnTo>
                    <a:pt x="172402" y="70199"/>
                  </a:lnTo>
                  <a:lnTo>
                    <a:pt x="172593" y="70009"/>
                  </a:lnTo>
                  <a:lnTo>
                    <a:pt x="172688" y="69818"/>
                  </a:lnTo>
                  <a:lnTo>
                    <a:pt x="173450" y="69151"/>
                  </a:lnTo>
                  <a:lnTo>
                    <a:pt x="173736" y="68675"/>
                  </a:lnTo>
                  <a:lnTo>
                    <a:pt x="173831" y="68104"/>
                  </a:lnTo>
                  <a:lnTo>
                    <a:pt x="174022" y="66961"/>
                  </a:lnTo>
                  <a:lnTo>
                    <a:pt x="174212" y="66484"/>
                  </a:lnTo>
                  <a:lnTo>
                    <a:pt x="174974" y="65627"/>
                  </a:lnTo>
                  <a:lnTo>
                    <a:pt x="176593" y="64198"/>
                  </a:lnTo>
                  <a:lnTo>
                    <a:pt x="176975" y="63151"/>
                  </a:lnTo>
                  <a:lnTo>
                    <a:pt x="176784" y="62484"/>
                  </a:lnTo>
                  <a:lnTo>
                    <a:pt x="172117" y="53911"/>
                  </a:lnTo>
                  <a:lnTo>
                    <a:pt x="170974" y="52578"/>
                  </a:lnTo>
                  <a:lnTo>
                    <a:pt x="170307" y="52768"/>
                  </a:lnTo>
                  <a:lnTo>
                    <a:pt x="168783" y="53911"/>
                  </a:lnTo>
                  <a:lnTo>
                    <a:pt x="168116" y="54197"/>
                  </a:lnTo>
                  <a:lnTo>
                    <a:pt x="166211" y="54007"/>
                  </a:lnTo>
                  <a:lnTo>
                    <a:pt x="164783" y="54292"/>
                  </a:lnTo>
                  <a:lnTo>
                    <a:pt x="160687" y="55721"/>
                  </a:lnTo>
                  <a:lnTo>
                    <a:pt x="159163" y="55912"/>
                  </a:lnTo>
                  <a:lnTo>
                    <a:pt x="158877" y="55435"/>
                  </a:lnTo>
                  <a:lnTo>
                    <a:pt x="158782" y="54483"/>
                  </a:lnTo>
                  <a:lnTo>
                    <a:pt x="157925" y="53340"/>
                  </a:lnTo>
                  <a:lnTo>
                    <a:pt x="157925" y="53245"/>
                  </a:lnTo>
                  <a:lnTo>
                    <a:pt x="156781" y="52768"/>
                  </a:lnTo>
                  <a:lnTo>
                    <a:pt x="155448" y="52578"/>
                  </a:lnTo>
                  <a:lnTo>
                    <a:pt x="154210" y="52102"/>
                  </a:lnTo>
                  <a:lnTo>
                    <a:pt x="153448" y="51244"/>
                  </a:lnTo>
                  <a:lnTo>
                    <a:pt x="152971" y="50197"/>
                  </a:lnTo>
                  <a:lnTo>
                    <a:pt x="151447" y="49054"/>
                  </a:lnTo>
                  <a:lnTo>
                    <a:pt x="150971" y="48196"/>
                  </a:lnTo>
                  <a:lnTo>
                    <a:pt x="149828" y="43815"/>
                  </a:lnTo>
                  <a:lnTo>
                    <a:pt x="150114" y="41624"/>
                  </a:lnTo>
                  <a:lnTo>
                    <a:pt x="152591" y="38100"/>
                  </a:lnTo>
                  <a:lnTo>
                    <a:pt x="152971" y="35528"/>
                  </a:lnTo>
                  <a:lnTo>
                    <a:pt x="152686" y="31432"/>
                  </a:lnTo>
                  <a:lnTo>
                    <a:pt x="152686" y="30004"/>
                  </a:lnTo>
                  <a:lnTo>
                    <a:pt x="153162" y="28575"/>
                  </a:lnTo>
                  <a:lnTo>
                    <a:pt x="153829" y="27432"/>
                  </a:lnTo>
                  <a:lnTo>
                    <a:pt x="154019" y="26289"/>
                  </a:lnTo>
                  <a:lnTo>
                    <a:pt x="153162" y="24860"/>
                  </a:lnTo>
                  <a:lnTo>
                    <a:pt x="152400" y="24193"/>
                  </a:lnTo>
                  <a:lnTo>
                    <a:pt x="151257" y="23717"/>
                  </a:lnTo>
                  <a:lnTo>
                    <a:pt x="150114" y="23431"/>
                  </a:lnTo>
                  <a:lnTo>
                    <a:pt x="147923" y="23146"/>
                  </a:lnTo>
                  <a:lnTo>
                    <a:pt x="145828" y="22288"/>
                  </a:lnTo>
                  <a:lnTo>
                    <a:pt x="143923" y="22193"/>
                  </a:lnTo>
                  <a:lnTo>
                    <a:pt x="143161" y="22098"/>
                  </a:lnTo>
                  <a:lnTo>
                    <a:pt x="142589" y="21907"/>
                  </a:lnTo>
                  <a:lnTo>
                    <a:pt x="141637" y="21622"/>
                  </a:lnTo>
                  <a:lnTo>
                    <a:pt x="137541" y="19526"/>
                  </a:lnTo>
                  <a:lnTo>
                    <a:pt x="135922" y="18002"/>
                  </a:lnTo>
                  <a:lnTo>
                    <a:pt x="134874" y="15907"/>
                  </a:lnTo>
                  <a:lnTo>
                    <a:pt x="133826" y="16954"/>
                  </a:lnTo>
                  <a:lnTo>
                    <a:pt x="132588" y="17050"/>
                  </a:lnTo>
                  <a:lnTo>
                    <a:pt x="131254" y="16859"/>
                  </a:lnTo>
                  <a:lnTo>
                    <a:pt x="129826" y="17145"/>
                  </a:lnTo>
                  <a:lnTo>
                    <a:pt x="128873" y="17907"/>
                  </a:lnTo>
                  <a:lnTo>
                    <a:pt x="126683" y="20479"/>
                  </a:lnTo>
                  <a:lnTo>
                    <a:pt x="125921" y="21622"/>
                  </a:lnTo>
                  <a:lnTo>
                    <a:pt x="125921" y="21622"/>
                  </a:lnTo>
                  <a:lnTo>
                    <a:pt x="125921" y="21622"/>
                  </a:lnTo>
                  <a:lnTo>
                    <a:pt x="124492" y="22955"/>
                  </a:lnTo>
                  <a:lnTo>
                    <a:pt x="122301" y="23527"/>
                  </a:lnTo>
                  <a:lnTo>
                    <a:pt x="120110" y="23241"/>
                  </a:lnTo>
                  <a:lnTo>
                    <a:pt x="118300" y="22384"/>
                  </a:lnTo>
                  <a:lnTo>
                    <a:pt x="117538" y="21622"/>
                  </a:lnTo>
                  <a:lnTo>
                    <a:pt x="114871" y="19336"/>
                  </a:lnTo>
                  <a:lnTo>
                    <a:pt x="111728" y="18669"/>
                  </a:lnTo>
                  <a:lnTo>
                    <a:pt x="108490" y="18478"/>
                  </a:lnTo>
                  <a:lnTo>
                    <a:pt x="106680" y="18002"/>
                  </a:lnTo>
                  <a:lnTo>
                    <a:pt x="105251" y="17621"/>
                  </a:lnTo>
                  <a:lnTo>
                    <a:pt x="102965" y="16097"/>
                  </a:lnTo>
                  <a:lnTo>
                    <a:pt x="102108" y="15907"/>
                  </a:lnTo>
                  <a:lnTo>
                    <a:pt x="101251" y="16192"/>
                  </a:lnTo>
                  <a:lnTo>
                    <a:pt x="99631" y="16954"/>
                  </a:lnTo>
                  <a:lnTo>
                    <a:pt x="98393" y="17145"/>
                  </a:lnTo>
                  <a:lnTo>
                    <a:pt x="97250" y="17431"/>
                  </a:lnTo>
                  <a:lnTo>
                    <a:pt x="93821" y="16954"/>
                  </a:lnTo>
                  <a:lnTo>
                    <a:pt x="92869" y="16859"/>
                  </a:lnTo>
                  <a:lnTo>
                    <a:pt x="91916" y="17050"/>
                  </a:lnTo>
                  <a:lnTo>
                    <a:pt x="92488" y="13906"/>
                  </a:lnTo>
                  <a:lnTo>
                    <a:pt x="94107" y="12192"/>
                  </a:lnTo>
                  <a:lnTo>
                    <a:pt x="95821" y="11906"/>
                  </a:lnTo>
                  <a:lnTo>
                    <a:pt x="96869" y="10001"/>
                  </a:lnTo>
                  <a:lnTo>
                    <a:pt x="98393" y="9430"/>
                  </a:lnTo>
                  <a:lnTo>
                    <a:pt x="97917" y="7429"/>
                  </a:lnTo>
                  <a:lnTo>
                    <a:pt x="95821" y="6667"/>
                  </a:lnTo>
                  <a:lnTo>
                    <a:pt x="93535" y="6477"/>
                  </a:lnTo>
                  <a:lnTo>
                    <a:pt x="90964" y="4477"/>
                  </a:lnTo>
                  <a:lnTo>
                    <a:pt x="88868" y="4477"/>
                  </a:lnTo>
                  <a:lnTo>
                    <a:pt x="87344" y="3524"/>
                  </a:lnTo>
                  <a:lnTo>
                    <a:pt x="85534" y="3524"/>
                  </a:lnTo>
                  <a:lnTo>
                    <a:pt x="84296" y="6096"/>
                  </a:lnTo>
                  <a:lnTo>
                    <a:pt x="82296" y="5810"/>
                  </a:lnTo>
                  <a:lnTo>
                    <a:pt x="80677" y="3524"/>
                  </a:lnTo>
                  <a:lnTo>
                    <a:pt x="80677" y="1333"/>
                  </a:lnTo>
                  <a:lnTo>
                    <a:pt x="78772" y="0"/>
                  </a:lnTo>
                  <a:lnTo>
                    <a:pt x="77438" y="571"/>
                  </a:lnTo>
                  <a:lnTo>
                    <a:pt x="76200" y="2000"/>
                  </a:lnTo>
                  <a:lnTo>
                    <a:pt x="74962" y="2191"/>
                  </a:lnTo>
                  <a:lnTo>
                    <a:pt x="73438" y="1333"/>
                  </a:lnTo>
                  <a:lnTo>
                    <a:pt x="70675" y="762"/>
                  </a:lnTo>
                  <a:lnTo>
                    <a:pt x="66389" y="2286"/>
                  </a:lnTo>
                  <a:lnTo>
                    <a:pt x="65437" y="2381"/>
                  </a:lnTo>
                  <a:lnTo>
                    <a:pt x="64389" y="2953"/>
                  </a:lnTo>
                  <a:lnTo>
                    <a:pt x="62484" y="2572"/>
                  </a:lnTo>
                  <a:lnTo>
                    <a:pt x="60674" y="3619"/>
                  </a:lnTo>
                  <a:lnTo>
                    <a:pt x="60293" y="3429"/>
                  </a:lnTo>
                  <a:lnTo>
                    <a:pt x="59722" y="3715"/>
                  </a:lnTo>
                  <a:lnTo>
                    <a:pt x="59246" y="4191"/>
                  </a:lnTo>
                  <a:lnTo>
                    <a:pt x="58388" y="5429"/>
                  </a:lnTo>
                  <a:lnTo>
                    <a:pt x="57912" y="5905"/>
                  </a:lnTo>
                  <a:lnTo>
                    <a:pt x="56197" y="7048"/>
                  </a:lnTo>
                  <a:lnTo>
                    <a:pt x="55340" y="7715"/>
                  </a:lnTo>
                  <a:lnTo>
                    <a:pt x="54959" y="8668"/>
                  </a:lnTo>
                  <a:lnTo>
                    <a:pt x="54007" y="10382"/>
                  </a:lnTo>
                  <a:lnTo>
                    <a:pt x="52006" y="11239"/>
                  </a:lnTo>
                  <a:lnTo>
                    <a:pt x="45720" y="12382"/>
                  </a:lnTo>
                  <a:lnTo>
                    <a:pt x="44767" y="12763"/>
                  </a:lnTo>
                  <a:lnTo>
                    <a:pt x="43815" y="13335"/>
                  </a:lnTo>
                  <a:lnTo>
                    <a:pt x="41338" y="16478"/>
                  </a:lnTo>
                  <a:lnTo>
                    <a:pt x="40291" y="17240"/>
                  </a:lnTo>
                  <a:lnTo>
                    <a:pt x="39243" y="17717"/>
                  </a:lnTo>
                  <a:lnTo>
                    <a:pt x="38386" y="18478"/>
                  </a:lnTo>
                  <a:lnTo>
                    <a:pt x="37624" y="19431"/>
                  </a:lnTo>
                  <a:lnTo>
                    <a:pt x="36385" y="21622"/>
                  </a:lnTo>
                  <a:lnTo>
                    <a:pt x="36385" y="21622"/>
                  </a:lnTo>
                  <a:lnTo>
                    <a:pt x="36195" y="22003"/>
                  </a:lnTo>
                  <a:lnTo>
                    <a:pt x="33718" y="26670"/>
                  </a:lnTo>
                  <a:lnTo>
                    <a:pt x="31909" y="29051"/>
                  </a:lnTo>
                  <a:lnTo>
                    <a:pt x="30004" y="30575"/>
                  </a:lnTo>
                  <a:lnTo>
                    <a:pt x="27813" y="31528"/>
                  </a:lnTo>
                  <a:lnTo>
                    <a:pt x="26099" y="32671"/>
                  </a:lnTo>
                  <a:lnTo>
                    <a:pt x="25622" y="34861"/>
                  </a:lnTo>
                  <a:lnTo>
                    <a:pt x="24670" y="37243"/>
                  </a:lnTo>
                  <a:lnTo>
                    <a:pt x="22479" y="41148"/>
                  </a:lnTo>
                  <a:lnTo>
                    <a:pt x="20955" y="43434"/>
                  </a:lnTo>
                  <a:lnTo>
                    <a:pt x="20764" y="44101"/>
                  </a:lnTo>
                  <a:lnTo>
                    <a:pt x="20479" y="43910"/>
                  </a:lnTo>
                  <a:lnTo>
                    <a:pt x="20002" y="43720"/>
                  </a:lnTo>
                  <a:lnTo>
                    <a:pt x="19812" y="43624"/>
                  </a:lnTo>
                  <a:lnTo>
                    <a:pt x="19621" y="43624"/>
                  </a:lnTo>
                  <a:lnTo>
                    <a:pt x="19050" y="43434"/>
                  </a:lnTo>
                  <a:lnTo>
                    <a:pt x="17621" y="44101"/>
                  </a:lnTo>
                  <a:lnTo>
                    <a:pt x="16954" y="44482"/>
                  </a:lnTo>
                  <a:lnTo>
                    <a:pt x="16288" y="45339"/>
                  </a:lnTo>
                  <a:lnTo>
                    <a:pt x="16002" y="46292"/>
                  </a:lnTo>
                  <a:lnTo>
                    <a:pt x="15050" y="46482"/>
                  </a:lnTo>
                  <a:lnTo>
                    <a:pt x="14383" y="47339"/>
                  </a:lnTo>
                  <a:lnTo>
                    <a:pt x="14478" y="48006"/>
                  </a:lnTo>
                  <a:lnTo>
                    <a:pt x="13811" y="48673"/>
                  </a:lnTo>
                  <a:lnTo>
                    <a:pt x="13049" y="49149"/>
                  </a:lnTo>
                  <a:lnTo>
                    <a:pt x="12763" y="49911"/>
                  </a:lnTo>
                  <a:lnTo>
                    <a:pt x="12954" y="50482"/>
                  </a:lnTo>
                  <a:lnTo>
                    <a:pt x="13145" y="51054"/>
                  </a:lnTo>
                  <a:lnTo>
                    <a:pt x="13335" y="51340"/>
                  </a:lnTo>
                  <a:lnTo>
                    <a:pt x="12478" y="52197"/>
                  </a:lnTo>
                  <a:lnTo>
                    <a:pt x="12001" y="53435"/>
                  </a:lnTo>
                  <a:lnTo>
                    <a:pt x="11621" y="54864"/>
                  </a:lnTo>
                  <a:lnTo>
                    <a:pt x="12287" y="57245"/>
                  </a:lnTo>
                  <a:lnTo>
                    <a:pt x="13240" y="59531"/>
                  </a:lnTo>
                  <a:lnTo>
                    <a:pt x="14097" y="60865"/>
                  </a:lnTo>
                  <a:lnTo>
                    <a:pt x="12763" y="62008"/>
                  </a:lnTo>
                  <a:lnTo>
                    <a:pt x="11621" y="61055"/>
                  </a:lnTo>
                  <a:lnTo>
                    <a:pt x="9716" y="60865"/>
                  </a:lnTo>
                  <a:lnTo>
                    <a:pt x="8572" y="61817"/>
                  </a:lnTo>
                  <a:lnTo>
                    <a:pt x="8192" y="63532"/>
                  </a:lnTo>
                  <a:lnTo>
                    <a:pt x="7715" y="63913"/>
                  </a:lnTo>
                  <a:lnTo>
                    <a:pt x="6953" y="64484"/>
                  </a:lnTo>
                  <a:lnTo>
                    <a:pt x="3715" y="65246"/>
                  </a:lnTo>
                  <a:lnTo>
                    <a:pt x="2381" y="66199"/>
                  </a:lnTo>
                  <a:lnTo>
                    <a:pt x="1238" y="67913"/>
                  </a:lnTo>
                  <a:lnTo>
                    <a:pt x="476" y="69818"/>
                  </a:lnTo>
                  <a:lnTo>
                    <a:pt x="0" y="71533"/>
                  </a:lnTo>
                  <a:lnTo>
                    <a:pt x="191" y="71628"/>
                  </a:lnTo>
                  <a:lnTo>
                    <a:pt x="667" y="72009"/>
                  </a:lnTo>
                  <a:lnTo>
                    <a:pt x="4000" y="73723"/>
                  </a:lnTo>
                  <a:lnTo>
                    <a:pt x="5143" y="74676"/>
                  </a:lnTo>
                  <a:lnTo>
                    <a:pt x="5810" y="76009"/>
                  </a:lnTo>
                  <a:lnTo>
                    <a:pt x="6096" y="77438"/>
                  </a:lnTo>
                  <a:lnTo>
                    <a:pt x="6096" y="80677"/>
                  </a:lnTo>
                  <a:lnTo>
                    <a:pt x="6382" y="83629"/>
                  </a:lnTo>
                  <a:lnTo>
                    <a:pt x="7239" y="82486"/>
                  </a:lnTo>
                  <a:lnTo>
                    <a:pt x="8287" y="81629"/>
                  </a:lnTo>
                  <a:lnTo>
                    <a:pt x="9334" y="81534"/>
                  </a:lnTo>
                  <a:lnTo>
                    <a:pt x="10287" y="82677"/>
                  </a:lnTo>
                  <a:lnTo>
                    <a:pt x="10382" y="83344"/>
                  </a:lnTo>
                  <a:lnTo>
                    <a:pt x="10287" y="84010"/>
                  </a:lnTo>
                  <a:lnTo>
                    <a:pt x="10287" y="84582"/>
                  </a:lnTo>
                  <a:lnTo>
                    <a:pt x="10668" y="85153"/>
                  </a:lnTo>
                  <a:lnTo>
                    <a:pt x="11239" y="85439"/>
                  </a:lnTo>
                  <a:lnTo>
                    <a:pt x="11811" y="85534"/>
                  </a:lnTo>
                  <a:lnTo>
                    <a:pt x="12383" y="85344"/>
                  </a:lnTo>
                  <a:lnTo>
                    <a:pt x="12954" y="84963"/>
                  </a:lnTo>
                  <a:lnTo>
                    <a:pt x="14097" y="84963"/>
                  </a:lnTo>
                  <a:lnTo>
                    <a:pt x="15335" y="85534"/>
                  </a:lnTo>
                  <a:lnTo>
                    <a:pt x="16574" y="86487"/>
                  </a:lnTo>
                  <a:lnTo>
                    <a:pt x="17431" y="87344"/>
                  </a:lnTo>
                  <a:lnTo>
                    <a:pt x="18097" y="88868"/>
                  </a:lnTo>
                  <a:lnTo>
                    <a:pt x="18574" y="90011"/>
                  </a:lnTo>
                  <a:lnTo>
                    <a:pt x="19336" y="90868"/>
                  </a:lnTo>
                  <a:lnTo>
                    <a:pt x="20955" y="91345"/>
                  </a:lnTo>
                  <a:lnTo>
                    <a:pt x="23908" y="91535"/>
                  </a:lnTo>
                  <a:lnTo>
                    <a:pt x="25432" y="91345"/>
                  </a:lnTo>
                  <a:lnTo>
                    <a:pt x="26956" y="90964"/>
                  </a:lnTo>
                  <a:lnTo>
                    <a:pt x="27527" y="90583"/>
                  </a:lnTo>
                  <a:lnTo>
                    <a:pt x="28099" y="90011"/>
                  </a:lnTo>
                  <a:lnTo>
                    <a:pt x="28670" y="89535"/>
                  </a:lnTo>
                  <a:lnTo>
                    <a:pt x="29337" y="89535"/>
                  </a:lnTo>
                  <a:lnTo>
                    <a:pt x="30004" y="89535"/>
                  </a:lnTo>
                  <a:lnTo>
                    <a:pt x="32195" y="88963"/>
                  </a:lnTo>
                  <a:lnTo>
                    <a:pt x="33623" y="89916"/>
                  </a:lnTo>
                  <a:lnTo>
                    <a:pt x="35719" y="91345"/>
                  </a:lnTo>
                  <a:lnTo>
                    <a:pt x="37529" y="92297"/>
                  </a:lnTo>
                  <a:lnTo>
                    <a:pt x="40862" y="91916"/>
                  </a:lnTo>
                  <a:lnTo>
                    <a:pt x="43053" y="92297"/>
                  </a:lnTo>
                  <a:lnTo>
                    <a:pt x="45149" y="93059"/>
                  </a:lnTo>
                  <a:lnTo>
                    <a:pt x="46482" y="94107"/>
                  </a:lnTo>
                  <a:lnTo>
                    <a:pt x="46577" y="95155"/>
                  </a:lnTo>
                  <a:lnTo>
                    <a:pt x="45720" y="96774"/>
                  </a:lnTo>
                  <a:lnTo>
                    <a:pt x="46387" y="97345"/>
                  </a:lnTo>
                  <a:lnTo>
                    <a:pt x="47339" y="97250"/>
                  </a:lnTo>
                  <a:lnTo>
                    <a:pt x="49149" y="96488"/>
                  </a:lnTo>
                  <a:lnTo>
                    <a:pt x="50292" y="96583"/>
                  </a:lnTo>
                  <a:lnTo>
                    <a:pt x="53150" y="97822"/>
                  </a:lnTo>
                  <a:lnTo>
                    <a:pt x="54007" y="97917"/>
                  </a:lnTo>
                  <a:lnTo>
                    <a:pt x="54292" y="98012"/>
                  </a:lnTo>
                  <a:lnTo>
                    <a:pt x="56388" y="98012"/>
                  </a:lnTo>
                  <a:lnTo>
                    <a:pt x="56579" y="98012"/>
                  </a:lnTo>
                  <a:lnTo>
                    <a:pt x="57055" y="98203"/>
                  </a:lnTo>
                  <a:lnTo>
                    <a:pt x="57245" y="98203"/>
                  </a:lnTo>
                  <a:lnTo>
                    <a:pt x="57531" y="97917"/>
                  </a:lnTo>
                  <a:lnTo>
                    <a:pt x="57721" y="97536"/>
                  </a:lnTo>
                  <a:lnTo>
                    <a:pt x="57817" y="97250"/>
                  </a:lnTo>
                  <a:lnTo>
                    <a:pt x="57817" y="97060"/>
                  </a:lnTo>
                  <a:lnTo>
                    <a:pt x="57817" y="96964"/>
                  </a:lnTo>
                  <a:lnTo>
                    <a:pt x="57817" y="96679"/>
                  </a:lnTo>
                  <a:lnTo>
                    <a:pt x="57912" y="96393"/>
                  </a:lnTo>
                  <a:lnTo>
                    <a:pt x="58198" y="96202"/>
                  </a:lnTo>
                  <a:lnTo>
                    <a:pt x="58388" y="96202"/>
                  </a:lnTo>
                  <a:lnTo>
                    <a:pt x="58864" y="96583"/>
                  </a:lnTo>
                  <a:lnTo>
                    <a:pt x="59055" y="96679"/>
                  </a:lnTo>
                  <a:lnTo>
                    <a:pt x="59436" y="96679"/>
                  </a:lnTo>
                  <a:lnTo>
                    <a:pt x="59531" y="96774"/>
                  </a:lnTo>
                  <a:lnTo>
                    <a:pt x="60579" y="97060"/>
                  </a:lnTo>
                  <a:lnTo>
                    <a:pt x="61150" y="97155"/>
                  </a:lnTo>
                  <a:lnTo>
                    <a:pt x="62293" y="97060"/>
                  </a:lnTo>
                  <a:lnTo>
                    <a:pt x="65627" y="96107"/>
                  </a:lnTo>
                  <a:lnTo>
                    <a:pt x="71628" y="95536"/>
                  </a:lnTo>
                  <a:lnTo>
                    <a:pt x="73628" y="94964"/>
                  </a:lnTo>
                  <a:lnTo>
                    <a:pt x="74962" y="93821"/>
                  </a:lnTo>
                  <a:lnTo>
                    <a:pt x="76295" y="90297"/>
                  </a:lnTo>
                  <a:lnTo>
                    <a:pt x="78010" y="89154"/>
                  </a:lnTo>
                  <a:lnTo>
                    <a:pt x="78962" y="89059"/>
                  </a:lnTo>
                  <a:lnTo>
                    <a:pt x="80963" y="89154"/>
                  </a:lnTo>
                  <a:lnTo>
                    <a:pt x="81915" y="88773"/>
                  </a:lnTo>
                  <a:lnTo>
                    <a:pt x="82772" y="88106"/>
                  </a:lnTo>
                  <a:lnTo>
                    <a:pt x="83439" y="87439"/>
                  </a:lnTo>
                  <a:lnTo>
                    <a:pt x="84201" y="86868"/>
                  </a:lnTo>
                  <a:lnTo>
                    <a:pt x="85249" y="86487"/>
                  </a:lnTo>
                  <a:lnTo>
                    <a:pt x="87058" y="86773"/>
                  </a:lnTo>
                  <a:lnTo>
                    <a:pt x="91916" y="90202"/>
                  </a:lnTo>
                  <a:lnTo>
                    <a:pt x="97917" y="93345"/>
                  </a:lnTo>
                  <a:lnTo>
                    <a:pt x="104680" y="94107"/>
                  </a:lnTo>
                  <a:lnTo>
                    <a:pt x="116681" y="93440"/>
                  </a:lnTo>
                  <a:lnTo>
                    <a:pt x="120015" y="93154"/>
                  </a:lnTo>
                  <a:lnTo>
                    <a:pt x="120301" y="93059"/>
                  </a:lnTo>
                  <a:lnTo>
                    <a:pt x="122872" y="91916"/>
                  </a:lnTo>
                  <a:lnTo>
                    <a:pt x="124492" y="91821"/>
                  </a:lnTo>
                  <a:lnTo>
                    <a:pt x="126301" y="92107"/>
                  </a:lnTo>
                  <a:lnTo>
                    <a:pt x="130016" y="92011"/>
                  </a:lnTo>
                  <a:lnTo>
                    <a:pt x="131826" y="92392"/>
                  </a:lnTo>
                  <a:lnTo>
                    <a:pt x="133445" y="93345"/>
                  </a:lnTo>
                  <a:lnTo>
                    <a:pt x="134112" y="93631"/>
                  </a:lnTo>
                  <a:lnTo>
                    <a:pt x="135255" y="93631"/>
                  </a:lnTo>
                  <a:lnTo>
                    <a:pt x="136112" y="93440"/>
                  </a:lnTo>
                  <a:lnTo>
                    <a:pt x="136970" y="92964"/>
                  </a:lnTo>
                  <a:lnTo>
                    <a:pt x="137827" y="92488"/>
                  </a:lnTo>
                  <a:lnTo>
                    <a:pt x="138493" y="91821"/>
                  </a:lnTo>
                  <a:lnTo>
                    <a:pt x="139065" y="90678"/>
                  </a:lnTo>
                  <a:lnTo>
                    <a:pt x="139541" y="89630"/>
                  </a:lnTo>
                  <a:lnTo>
                    <a:pt x="140017" y="88678"/>
                  </a:lnTo>
                  <a:lnTo>
                    <a:pt x="140970" y="88106"/>
                  </a:lnTo>
                  <a:lnTo>
                    <a:pt x="141732" y="87916"/>
                  </a:lnTo>
                  <a:lnTo>
                    <a:pt x="143827" y="88106"/>
                  </a:lnTo>
                  <a:lnTo>
                    <a:pt x="144589" y="88297"/>
                  </a:lnTo>
                  <a:lnTo>
                    <a:pt x="145161" y="89059"/>
                  </a:lnTo>
                  <a:lnTo>
                    <a:pt x="146304" y="91726"/>
                  </a:lnTo>
                  <a:lnTo>
                    <a:pt x="147066" y="92297"/>
                  </a:lnTo>
                  <a:lnTo>
                    <a:pt x="148018" y="92202"/>
                  </a:lnTo>
                  <a:lnTo>
                    <a:pt x="149924" y="91535"/>
                  </a:lnTo>
                  <a:lnTo>
                    <a:pt x="150876" y="91535"/>
                  </a:lnTo>
                  <a:lnTo>
                    <a:pt x="153162" y="92202"/>
                  </a:lnTo>
                  <a:lnTo>
                    <a:pt x="154019" y="92297"/>
                  </a:lnTo>
                  <a:lnTo>
                    <a:pt x="156591" y="91916"/>
                  </a:lnTo>
                  <a:lnTo>
                    <a:pt x="158115" y="91154"/>
                  </a:lnTo>
                  <a:lnTo>
                    <a:pt x="161544" y="88963"/>
                  </a:lnTo>
                  <a:lnTo>
                    <a:pt x="163068" y="88678"/>
                  </a:lnTo>
                  <a:lnTo>
                    <a:pt x="164021" y="89249"/>
                  </a:lnTo>
                  <a:lnTo>
                    <a:pt x="164401" y="90106"/>
                  </a:lnTo>
                  <a:lnTo>
                    <a:pt x="164497" y="91059"/>
                  </a:lnTo>
                  <a:lnTo>
                    <a:pt x="165068" y="91821"/>
                  </a:lnTo>
                  <a:lnTo>
                    <a:pt x="165925" y="92011"/>
                  </a:lnTo>
                  <a:lnTo>
                    <a:pt x="166306" y="91345"/>
                  </a:lnTo>
                  <a:lnTo>
                    <a:pt x="166306" y="90297"/>
                  </a:lnTo>
                  <a:lnTo>
                    <a:pt x="165640" y="89535"/>
                  </a:lnTo>
                  <a:lnTo>
                    <a:pt x="166783" y="88963"/>
                  </a:lnTo>
                  <a:lnTo>
                    <a:pt x="166783" y="88106"/>
                  </a:lnTo>
                  <a:lnTo>
                    <a:pt x="166688" y="87344"/>
                  </a:lnTo>
                  <a:lnTo>
                    <a:pt x="167450" y="87154"/>
                  </a:lnTo>
                  <a:lnTo>
                    <a:pt x="168402" y="87535"/>
                  </a:lnTo>
                  <a:lnTo>
                    <a:pt x="170021" y="88963"/>
                  </a:lnTo>
                  <a:lnTo>
                    <a:pt x="170974" y="89440"/>
                  </a:lnTo>
                  <a:lnTo>
                    <a:pt x="174212" y="88963"/>
                  </a:lnTo>
                  <a:lnTo>
                    <a:pt x="176117" y="86963"/>
                  </a:lnTo>
                  <a:lnTo>
                    <a:pt x="176498" y="84963"/>
                  </a:lnTo>
                  <a:lnTo>
                    <a:pt x="176689" y="84106"/>
                  </a:lnTo>
                  <a:lnTo>
                    <a:pt x="175831" y="80677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grpSp>
          <p:nvGrpSpPr>
            <p:cNvPr id="30" name="Graphic 1">
              <a:extLst>
                <a:ext uri="{FF2B5EF4-FFF2-40B4-BE49-F238E27FC236}">
                  <a16:creationId xmlns:a16="http://schemas.microsoft.com/office/drawing/2014/main" id="{B6FBC0BD-8060-F5E7-2F67-63FD75C690E4}"/>
                </a:ext>
              </a:extLst>
            </p:cNvPr>
            <p:cNvGrpSpPr/>
            <p:nvPr/>
          </p:nvGrpSpPr>
          <p:grpSpPr>
            <a:xfrm>
              <a:off x="6820757" y="4629721"/>
              <a:ext cx="66675" cy="47625"/>
              <a:chOff x="6820757" y="4629721"/>
              <a:chExt cx="66675" cy="47625"/>
            </a:xfrm>
            <a:grpFill/>
          </p:grpSpPr>
          <p:sp>
            <p:nvSpPr>
              <p:cNvPr id="33" name="Freeform: Shape 33">
                <a:extLst>
                  <a:ext uri="{FF2B5EF4-FFF2-40B4-BE49-F238E27FC236}">
                    <a16:creationId xmlns:a16="http://schemas.microsoft.com/office/drawing/2014/main" id="{7980248D-1C30-D657-D69C-DDF724CACCB4}"/>
                  </a:ext>
                </a:extLst>
              </p:cNvPr>
              <p:cNvSpPr/>
              <p:nvPr/>
            </p:nvSpPr>
            <p:spPr>
              <a:xfrm>
                <a:off x="6820757" y="4629721"/>
                <a:ext cx="66675" cy="47625"/>
              </a:xfrm>
              <a:custGeom>
                <a:avLst/>
                <a:gdLst>
                  <a:gd name="connsiteX0" fmla="*/ 71723 w 66675"/>
                  <a:gd name="connsiteY0" fmla="*/ 37147 h 47625"/>
                  <a:gd name="connsiteX1" fmla="*/ 70961 w 66675"/>
                  <a:gd name="connsiteY1" fmla="*/ 36004 h 47625"/>
                  <a:gd name="connsiteX2" fmla="*/ 69152 w 66675"/>
                  <a:gd name="connsiteY2" fmla="*/ 34290 h 47625"/>
                  <a:gd name="connsiteX3" fmla="*/ 67913 w 66675"/>
                  <a:gd name="connsiteY3" fmla="*/ 32671 h 47625"/>
                  <a:gd name="connsiteX4" fmla="*/ 67246 w 66675"/>
                  <a:gd name="connsiteY4" fmla="*/ 30575 h 47625"/>
                  <a:gd name="connsiteX5" fmla="*/ 66961 w 66675"/>
                  <a:gd name="connsiteY5" fmla="*/ 28385 h 47625"/>
                  <a:gd name="connsiteX6" fmla="*/ 66961 w 66675"/>
                  <a:gd name="connsiteY6" fmla="*/ 26289 h 47625"/>
                  <a:gd name="connsiteX7" fmla="*/ 67342 w 66675"/>
                  <a:gd name="connsiteY7" fmla="*/ 24194 h 47625"/>
                  <a:gd name="connsiteX8" fmla="*/ 67437 w 66675"/>
                  <a:gd name="connsiteY8" fmla="*/ 23336 h 47625"/>
                  <a:gd name="connsiteX9" fmla="*/ 67246 w 66675"/>
                  <a:gd name="connsiteY9" fmla="*/ 22098 h 47625"/>
                  <a:gd name="connsiteX10" fmla="*/ 63818 w 66675"/>
                  <a:gd name="connsiteY10" fmla="*/ 12192 h 47625"/>
                  <a:gd name="connsiteX11" fmla="*/ 62484 w 66675"/>
                  <a:gd name="connsiteY11" fmla="*/ 10287 h 47625"/>
                  <a:gd name="connsiteX12" fmla="*/ 61817 w 66675"/>
                  <a:gd name="connsiteY12" fmla="*/ 9811 h 47625"/>
                  <a:gd name="connsiteX13" fmla="*/ 61151 w 66675"/>
                  <a:gd name="connsiteY13" fmla="*/ 9430 h 47625"/>
                  <a:gd name="connsiteX14" fmla="*/ 60674 w 66675"/>
                  <a:gd name="connsiteY14" fmla="*/ 8954 h 47625"/>
                  <a:gd name="connsiteX15" fmla="*/ 60674 w 66675"/>
                  <a:gd name="connsiteY15" fmla="*/ 7715 h 47625"/>
                  <a:gd name="connsiteX16" fmla="*/ 60674 w 66675"/>
                  <a:gd name="connsiteY16" fmla="*/ 7715 h 47625"/>
                  <a:gd name="connsiteX17" fmla="*/ 60103 w 66675"/>
                  <a:gd name="connsiteY17" fmla="*/ 7715 h 47625"/>
                  <a:gd name="connsiteX18" fmla="*/ 59627 w 66675"/>
                  <a:gd name="connsiteY18" fmla="*/ 7811 h 47625"/>
                  <a:gd name="connsiteX19" fmla="*/ 59246 w 66675"/>
                  <a:gd name="connsiteY19" fmla="*/ 8001 h 47625"/>
                  <a:gd name="connsiteX20" fmla="*/ 59150 w 66675"/>
                  <a:gd name="connsiteY20" fmla="*/ 8382 h 47625"/>
                  <a:gd name="connsiteX21" fmla="*/ 59436 w 66675"/>
                  <a:gd name="connsiteY21" fmla="*/ 9239 h 47625"/>
                  <a:gd name="connsiteX22" fmla="*/ 59912 w 66675"/>
                  <a:gd name="connsiteY22" fmla="*/ 10096 h 47625"/>
                  <a:gd name="connsiteX23" fmla="*/ 59912 w 66675"/>
                  <a:gd name="connsiteY23" fmla="*/ 10668 h 47625"/>
                  <a:gd name="connsiteX24" fmla="*/ 58769 w 66675"/>
                  <a:gd name="connsiteY24" fmla="*/ 10954 h 47625"/>
                  <a:gd name="connsiteX25" fmla="*/ 57626 w 66675"/>
                  <a:gd name="connsiteY25" fmla="*/ 11621 h 47625"/>
                  <a:gd name="connsiteX26" fmla="*/ 56579 w 66675"/>
                  <a:gd name="connsiteY26" fmla="*/ 12763 h 47625"/>
                  <a:gd name="connsiteX27" fmla="*/ 55626 w 66675"/>
                  <a:gd name="connsiteY27" fmla="*/ 13335 h 47625"/>
                  <a:gd name="connsiteX28" fmla="*/ 54673 w 66675"/>
                  <a:gd name="connsiteY28" fmla="*/ 12382 h 47625"/>
                  <a:gd name="connsiteX29" fmla="*/ 54293 w 66675"/>
                  <a:gd name="connsiteY29" fmla="*/ 16573 h 47625"/>
                  <a:gd name="connsiteX30" fmla="*/ 54483 w 66675"/>
                  <a:gd name="connsiteY30" fmla="*/ 20860 h 47625"/>
                  <a:gd name="connsiteX31" fmla="*/ 54959 w 66675"/>
                  <a:gd name="connsiteY31" fmla="*/ 22860 h 47625"/>
                  <a:gd name="connsiteX32" fmla="*/ 56674 w 66675"/>
                  <a:gd name="connsiteY32" fmla="*/ 26956 h 47625"/>
                  <a:gd name="connsiteX33" fmla="*/ 57245 w 66675"/>
                  <a:gd name="connsiteY33" fmla="*/ 29051 h 47625"/>
                  <a:gd name="connsiteX34" fmla="*/ 57912 w 66675"/>
                  <a:gd name="connsiteY34" fmla="*/ 34195 h 47625"/>
                  <a:gd name="connsiteX35" fmla="*/ 58293 w 66675"/>
                  <a:gd name="connsiteY35" fmla="*/ 34957 h 47625"/>
                  <a:gd name="connsiteX36" fmla="*/ 58960 w 66675"/>
                  <a:gd name="connsiteY36" fmla="*/ 35433 h 47625"/>
                  <a:gd name="connsiteX37" fmla="*/ 62008 w 66675"/>
                  <a:gd name="connsiteY37" fmla="*/ 36576 h 47625"/>
                  <a:gd name="connsiteX38" fmla="*/ 63151 w 66675"/>
                  <a:gd name="connsiteY38" fmla="*/ 36767 h 47625"/>
                  <a:gd name="connsiteX39" fmla="*/ 64675 w 66675"/>
                  <a:gd name="connsiteY39" fmla="*/ 36576 h 47625"/>
                  <a:gd name="connsiteX40" fmla="*/ 65151 w 66675"/>
                  <a:gd name="connsiteY40" fmla="*/ 36767 h 47625"/>
                  <a:gd name="connsiteX41" fmla="*/ 66008 w 66675"/>
                  <a:gd name="connsiteY41" fmla="*/ 37433 h 47625"/>
                  <a:gd name="connsiteX42" fmla="*/ 66580 w 66675"/>
                  <a:gd name="connsiteY42" fmla="*/ 37624 h 47625"/>
                  <a:gd name="connsiteX43" fmla="*/ 67628 w 66675"/>
                  <a:gd name="connsiteY43" fmla="*/ 37624 h 47625"/>
                  <a:gd name="connsiteX44" fmla="*/ 68104 w 66675"/>
                  <a:gd name="connsiteY44" fmla="*/ 37814 h 47625"/>
                  <a:gd name="connsiteX45" fmla="*/ 69056 w 66675"/>
                  <a:gd name="connsiteY45" fmla="*/ 38481 h 47625"/>
                  <a:gd name="connsiteX46" fmla="*/ 70295 w 66675"/>
                  <a:gd name="connsiteY46" fmla="*/ 39053 h 47625"/>
                  <a:gd name="connsiteX47" fmla="*/ 71438 w 66675"/>
                  <a:gd name="connsiteY47" fmla="*/ 39053 h 47625"/>
                  <a:gd name="connsiteX48" fmla="*/ 72200 w 66675"/>
                  <a:gd name="connsiteY48" fmla="*/ 38195 h 47625"/>
                  <a:gd name="connsiteX49" fmla="*/ 71723 w 66675"/>
                  <a:gd name="connsiteY49" fmla="*/ 37147 h 47625"/>
                  <a:gd name="connsiteX50" fmla="*/ 54388 w 66675"/>
                  <a:gd name="connsiteY50" fmla="*/ 5810 h 47625"/>
                  <a:gd name="connsiteX51" fmla="*/ 54578 w 66675"/>
                  <a:gd name="connsiteY51" fmla="*/ 5144 h 47625"/>
                  <a:gd name="connsiteX52" fmla="*/ 55436 w 66675"/>
                  <a:gd name="connsiteY52" fmla="*/ 3048 h 47625"/>
                  <a:gd name="connsiteX53" fmla="*/ 55912 w 66675"/>
                  <a:gd name="connsiteY53" fmla="*/ 2381 h 47625"/>
                  <a:gd name="connsiteX54" fmla="*/ 57531 w 66675"/>
                  <a:gd name="connsiteY54" fmla="*/ 1619 h 47625"/>
                  <a:gd name="connsiteX55" fmla="*/ 58293 w 66675"/>
                  <a:gd name="connsiteY55" fmla="*/ 1048 h 47625"/>
                  <a:gd name="connsiteX56" fmla="*/ 58198 w 66675"/>
                  <a:gd name="connsiteY56" fmla="*/ 381 h 47625"/>
                  <a:gd name="connsiteX57" fmla="*/ 57245 w 66675"/>
                  <a:gd name="connsiteY57" fmla="*/ 0 h 47625"/>
                  <a:gd name="connsiteX58" fmla="*/ 55912 w 66675"/>
                  <a:gd name="connsiteY58" fmla="*/ 190 h 47625"/>
                  <a:gd name="connsiteX59" fmla="*/ 49054 w 66675"/>
                  <a:gd name="connsiteY59" fmla="*/ 3048 h 47625"/>
                  <a:gd name="connsiteX60" fmla="*/ 40196 w 66675"/>
                  <a:gd name="connsiteY60" fmla="*/ 8382 h 47625"/>
                  <a:gd name="connsiteX61" fmla="*/ 38195 w 66675"/>
                  <a:gd name="connsiteY61" fmla="*/ 9620 h 47625"/>
                  <a:gd name="connsiteX62" fmla="*/ 31813 w 66675"/>
                  <a:gd name="connsiteY62" fmla="*/ 14669 h 47625"/>
                  <a:gd name="connsiteX63" fmla="*/ 29909 w 66675"/>
                  <a:gd name="connsiteY63" fmla="*/ 16573 h 47625"/>
                  <a:gd name="connsiteX64" fmla="*/ 29146 w 66675"/>
                  <a:gd name="connsiteY64" fmla="*/ 18097 h 47625"/>
                  <a:gd name="connsiteX65" fmla="*/ 28004 w 66675"/>
                  <a:gd name="connsiteY65" fmla="*/ 19145 h 47625"/>
                  <a:gd name="connsiteX66" fmla="*/ 26194 w 66675"/>
                  <a:gd name="connsiteY66" fmla="*/ 19812 h 47625"/>
                  <a:gd name="connsiteX67" fmla="*/ 20955 w 66675"/>
                  <a:gd name="connsiteY67" fmla="*/ 21717 h 47625"/>
                  <a:gd name="connsiteX68" fmla="*/ 17336 w 66675"/>
                  <a:gd name="connsiteY68" fmla="*/ 23717 h 47625"/>
                  <a:gd name="connsiteX69" fmla="*/ 13335 w 66675"/>
                  <a:gd name="connsiteY69" fmla="*/ 24479 h 47625"/>
                  <a:gd name="connsiteX70" fmla="*/ 0 w 66675"/>
                  <a:gd name="connsiteY70" fmla="*/ 24003 h 47625"/>
                  <a:gd name="connsiteX71" fmla="*/ 3429 w 66675"/>
                  <a:gd name="connsiteY71" fmla="*/ 25622 h 47625"/>
                  <a:gd name="connsiteX72" fmla="*/ 6287 w 66675"/>
                  <a:gd name="connsiteY72" fmla="*/ 26098 h 47625"/>
                  <a:gd name="connsiteX73" fmla="*/ 7429 w 66675"/>
                  <a:gd name="connsiteY73" fmla="*/ 26670 h 47625"/>
                  <a:gd name="connsiteX74" fmla="*/ 9144 w 66675"/>
                  <a:gd name="connsiteY74" fmla="*/ 28004 h 47625"/>
                  <a:gd name="connsiteX75" fmla="*/ 10478 w 66675"/>
                  <a:gd name="connsiteY75" fmla="*/ 28480 h 47625"/>
                  <a:gd name="connsiteX76" fmla="*/ 11144 w 66675"/>
                  <a:gd name="connsiteY76" fmla="*/ 28861 h 47625"/>
                  <a:gd name="connsiteX77" fmla="*/ 11525 w 66675"/>
                  <a:gd name="connsiteY77" fmla="*/ 29909 h 47625"/>
                  <a:gd name="connsiteX78" fmla="*/ 11811 w 66675"/>
                  <a:gd name="connsiteY78" fmla="*/ 30099 h 47625"/>
                  <a:gd name="connsiteX79" fmla="*/ 12573 w 66675"/>
                  <a:gd name="connsiteY79" fmla="*/ 30099 h 47625"/>
                  <a:gd name="connsiteX80" fmla="*/ 12954 w 66675"/>
                  <a:gd name="connsiteY80" fmla="*/ 30194 h 47625"/>
                  <a:gd name="connsiteX81" fmla="*/ 13049 w 66675"/>
                  <a:gd name="connsiteY81" fmla="*/ 30575 h 47625"/>
                  <a:gd name="connsiteX82" fmla="*/ 13049 w 66675"/>
                  <a:gd name="connsiteY82" fmla="*/ 30956 h 47625"/>
                  <a:gd name="connsiteX83" fmla="*/ 13240 w 66675"/>
                  <a:gd name="connsiteY83" fmla="*/ 31337 h 47625"/>
                  <a:gd name="connsiteX84" fmla="*/ 13811 w 66675"/>
                  <a:gd name="connsiteY84" fmla="*/ 31909 h 47625"/>
                  <a:gd name="connsiteX85" fmla="*/ 14097 w 66675"/>
                  <a:gd name="connsiteY85" fmla="*/ 32480 h 47625"/>
                  <a:gd name="connsiteX86" fmla="*/ 14478 w 66675"/>
                  <a:gd name="connsiteY86" fmla="*/ 33909 h 47625"/>
                  <a:gd name="connsiteX87" fmla="*/ 14478 w 66675"/>
                  <a:gd name="connsiteY87" fmla="*/ 35338 h 47625"/>
                  <a:gd name="connsiteX88" fmla="*/ 15240 w 66675"/>
                  <a:gd name="connsiteY88" fmla="*/ 36386 h 47625"/>
                  <a:gd name="connsiteX89" fmla="*/ 15621 w 66675"/>
                  <a:gd name="connsiteY89" fmla="*/ 38767 h 47625"/>
                  <a:gd name="connsiteX90" fmla="*/ 15430 w 66675"/>
                  <a:gd name="connsiteY90" fmla="*/ 39243 h 47625"/>
                  <a:gd name="connsiteX91" fmla="*/ 14669 w 66675"/>
                  <a:gd name="connsiteY91" fmla="*/ 39910 h 47625"/>
                  <a:gd name="connsiteX92" fmla="*/ 14478 w 66675"/>
                  <a:gd name="connsiteY92" fmla="*/ 40196 h 47625"/>
                  <a:gd name="connsiteX93" fmla="*/ 14573 w 66675"/>
                  <a:gd name="connsiteY93" fmla="*/ 40957 h 47625"/>
                  <a:gd name="connsiteX94" fmla="*/ 14859 w 66675"/>
                  <a:gd name="connsiteY94" fmla="*/ 41434 h 47625"/>
                  <a:gd name="connsiteX95" fmla="*/ 16669 w 66675"/>
                  <a:gd name="connsiteY95" fmla="*/ 41529 h 47625"/>
                  <a:gd name="connsiteX96" fmla="*/ 18955 w 66675"/>
                  <a:gd name="connsiteY96" fmla="*/ 42005 h 47625"/>
                  <a:gd name="connsiteX97" fmla="*/ 21146 w 66675"/>
                  <a:gd name="connsiteY97" fmla="*/ 41624 h 47625"/>
                  <a:gd name="connsiteX98" fmla="*/ 22098 w 66675"/>
                  <a:gd name="connsiteY98" fmla="*/ 41720 h 47625"/>
                  <a:gd name="connsiteX99" fmla="*/ 22765 w 66675"/>
                  <a:gd name="connsiteY99" fmla="*/ 42386 h 47625"/>
                  <a:gd name="connsiteX100" fmla="*/ 23908 w 66675"/>
                  <a:gd name="connsiteY100" fmla="*/ 45720 h 47625"/>
                  <a:gd name="connsiteX101" fmla="*/ 24384 w 66675"/>
                  <a:gd name="connsiteY101" fmla="*/ 46768 h 47625"/>
                  <a:gd name="connsiteX102" fmla="*/ 25146 w 66675"/>
                  <a:gd name="connsiteY102" fmla="*/ 47815 h 47625"/>
                  <a:gd name="connsiteX103" fmla="*/ 28480 w 66675"/>
                  <a:gd name="connsiteY103" fmla="*/ 50863 h 47625"/>
                  <a:gd name="connsiteX104" fmla="*/ 29623 w 66675"/>
                  <a:gd name="connsiteY104" fmla="*/ 51626 h 47625"/>
                  <a:gd name="connsiteX105" fmla="*/ 30004 w 66675"/>
                  <a:gd name="connsiteY105" fmla="*/ 52006 h 47625"/>
                  <a:gd name="connsiteX106" fmla="*/ 30289 w 66675"/>
                  <a:gd name="connsiteY106" fmla="*/ 52578 h 47625"/>
                  <a:gd name="connsiteX107" fmla="*/ 30671 w 66675"/>
                  <a:gd name="connsiteY107" fmla="*/ 53912 h 47625"/>
                  <a:gd name="connsiteX108" fmla="*/ 30956 w 66675"/>
                  <a:gd name="connsiteY108" fmla="*/ 54293 h 47625"/>
                  <a:gd name="connsiteX109" fmla="*/ 33147 w 66675"/>
                  <a:gd name="connsiteY109" fmla="*/ 54578 h 47625"/>
                  <a:gd name="connsiteX110" fmla="*/ 35623 w 66675"/>
                  <a:gd name="connsiteY110" fmla="*/ 53150 h 47625"/>
                  <a:gd name="connsiteX111" fmla="*/ 40481 w 66675"/>
                  <a:gd name="connsiteY111" fmla="*/ 48578 h 47625"/>
                  <a:gd name="connsiteX112" fmla="*/ 40862 w 66675"/>
                  <a:gd name="connsiteY112" fmla="*/ 47815 h 47625"/>
                  <a:gd name="connsiteX113" fmla="*/ 41148 w 66675"/>
                  <a:gd name="connsiteY113" fmla="*/ 45625 h 47625"/>
                  <a:gd name="connsiteX114" fmla="*/ 41529 w 66675"/>
                  <a:gd name="connsiteY114" fmla="*/ 44577 h 47625"/>
                  <a:gd name="connsiteX115" fmla="*/ 42767 w 66675"/>
                  <a:gd name="connsiteY115" fmla="*/ 42767 h 47625"/>
                  <a:gd name="connsiteX116" fmla="*/ 43148 w 66675"/>
                  <a:gd name="connsiteY116" fmla="*/ 41815 h 47625"/>
                  <a:gd name="connsiteX117" fmla="*/ 42958 w 66675"/>
                  <a:gd name="connsiteY117" fmla="*/ 40862 h 47625"/>
                  <a:gd name="connsiteX118" fmla="*/ 41338 w 66675"/>
                  <a:gd name="connsiteY118" fmla="*/ 41529 h 47625"/>
                  <a:gd name="connsiteX119" fmla="*/ 41338 w 66675"/>
                  <a:gd name="connsiteY119" fmla="*/ 40481 h 47625"/>
                  <a:gd name="connsiteX120" fmla="*/ 41624 w 66675"/>
                  <a:gd name="connsiteY120" fmla="*/ 40005 h 47625"/>
                  <a:gd name="connsiteX121" fmla="*/ 41910 w 66675"/>
                  <a:gd name="connsiteY121" fmla="*/ 39719 h 47625"/>
                  <a:gd name="connsiteX122" fmla="*/ 43148 w 66675"/>
                  <a:gd name="connsiteY122" fmla="*/ 38481 h 47625"/>
                  <a:gd name="connsiteX123" fmla="*/ 43720 w 66675"/>
                  <a:gd name="connsiteY123" fmla="*/ 37624 h 47625"/>
                  <a:gd name="connsiteX124" fmla="*/ 44101 w 66675"/>
                  <a:gd name="connsiteY124" fmla="*/ 36767 h 47625"/>
                  <a:gd name="connsiteX125" fmla="*/ 44577 w 66675"/>
                  <a:gd name="connsiteY125" fmla="*/ 34766 h 47625"/>
                  <a:gd name="connsiteX126" fmla="*/ 44672 w 66675"/>
                  <a:gd name="connsiteY126" fmla="*/ 33242 h 47625"/>
                  <a:gd name="connsiteX127" fmla="*/ 44291 w 66675"/>
                  <a:gd name="connsiteY127" fmla="*/ 32956 h 47625"/>
                  <a:gd name="connsiteX128" fmla="*/ 43529 w 66675"/>
                  <a:gd name="connsiteY128" fmla="*/ 33052 h 47625"/>
                  <a:gd name="connsiteX129" fmla="*/ 42481 w 66675"/>
                  <a:gd name="connsiteY129" fmla="*/ 32671 h 47625"/>
                  <a:gd name="connsiteX130" fmla="*/ 41529 w 66675"/>
                  <a:gd name="connsiteY130" fmla="*/ 31242 h 47625"/>
                  <a:gd name="connsiteX131" fmla="*/ 41243 w 66675"/>
                  <a:gd name="connsiteY131" fmla="*/ 29337 h 47625"/>
                  <a:gd name="connsiteX132" fmla="*/ 40958 w 66675"/>
                  <a:gd name="connsiteY132" fmla="*/ 23241 h 47625"/>
                  <a:gd name="connsiteX133" fmla="*/ 40767 w 66675"/>
                  <a:gd name="connsiteY133" fmla="*/ 22098 h 47625"/>
                  <a:gd name="connsiteX134" fmla="*/ 40481 w 66675"/>
                  <a:gd name="connsiteY134" fmla="*/ 21050 h 47625"/>
                  <a:gd name="connsiteX135" fmla="*/ 39434 w 66675"/>
                  <a:gd name="connsiteY135" fmla="*/ 19145 h 47625"/>
                  <a:gd name="connsiteX136" fmla="*/ 39053 w 66675"/>
                  <a:gd name="connsiteY136" fmla="*/ 18193 h 47625"/>
                  <a:gd name="connsiteX137" fmla="*/ 39053 w 66675"/>
                  <a:gd name="connsiteY137" fmla="*/ 17336 h 47625"/>
                  <a:gd name="connsiteX138" fmla="*/ 39148 w 66675"/>
                  <a:gd name="connsiteY138" fmla="*/ 17240 h 47625"/>
                  <a:gd name="connsiteX139" fmla="*/ 39624 w 66675"/>
                  <a:gd name="connsiteY139" fmla="*/ 16859 h 47625"/>
                  <a:gd name="connsiteX140" fmla="*/ 41529 w 66675"/>
                  <a:gd name="connsiteY140" fmla="*/ 16097 h 47625"/>
                  <a:gd name="connsiteX141" fmla="*/ 42386 w 66675"/>
                  <a:gd name="connsiteY141" fmla="*/ 15526 h 47625"/>
                  <a:gd name="connsiteX142" fmla="*/ 44101 w 66675"/>
                  <a:gd name="connsiteY142" fmla="*/ 13906 h 47625"/>
                  <a:gd name="connsiteX143" fmla="*/ 45053 w 66675"/>
                  <a:gd name="connsiteY143" fmla="*/ 13335 h 47625"/>
                  <a:gd name="connsiteX144" fmla="*/ 46196 w 66675"/>
                  <a:gd name="connsiteY144" fmla="*/ 13049 h 47625"/>
                  <a:gd name="connsiteX145" fmla="*/ 47149 w 66675"/>
                  <a:gd name="connsiteY145" fmla="*/ 13049 h 47625"/>
                  <a:gd name="connsiteX146" fmla="*/ 48101 w 66675"/>
                  <a:gd name="connsiteY146" fmla="*/ 13240 h 47625"/>
                  <a:gd name="connsiteX147" fmla="*/ 49054 w 66675"/>
                  <a:gd name="connsiteY147" fmla="*/ 13240 h 47625"/>
                  <a:gd name="connsiteX148" fmla="*/ 49911 w 66675"/>
                  <a:gd name="connsiteY148" fmla="*/ 12763 h 47625"/>
                  <a:gd name="connsiteX149" fmla="*/ 50292 w 66675"/>
                  <a:gd name="connsiteY149" fmla="*/ 12002 h 47625"/>
                  <a:gd name="connsiteX150" fmla="*/ 50292 w 66675"/>
                  <a:gd name="connsiteY150" fmla="*/ 11144 h 47625"/>
                  <a:gd name="connsiteX151" fmla="*/ 50483 w 66675"/>
                  <a:gd name="connsiteY151" fmla="*/ 10382 h 47625"/>
                  <a:gd name="connsiteX152" fmla="*/ 51721 w 66675"/>
                  <a:gd name="connsiteY152" fmla="*/ 9144 h 47625"/>
                  <a:gd name="connsiteX153" fmla="*/ 52197 w 66675"/>
                  <a:gd name="connsiteY153" fmla="*/ 8287 h 47625"/>
                  <a:gd name="connsiteX154" fmla="*/ 53816 w 66675"/>
                  <a:gd name="connsiteY154" fmla="*/ 6763 h 47625"/>
                  <a:gd name="connsiteX155" fmla="*/ 54388 w 66675"/>
                  <a:gd name="connsiteY155" fmla="*/ 5810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66675" h="47625">
                    <a:moveTo>
                      <a:pt x="71723" y="37147"/>
                    </a:moveTo>
                    <a:lnTo>
                      <a:pt x="70961" y="36004"/>
                    </a:lnTo>
                    <a:lnTo>
                      <a:pt x="69152" y="34290"/>
                    </a:lnTo>
                    <a:lnTo>
                      <a:pt x="67913" y="32671"/>
                    </a:lnTo>
                    <a:lnTo>
                      <a:pt x="67246" y="30575"/>
                    </a:lnTo>
                    <a:lnTo>
                      <a:pt x="66961" y="28385"/>
                    </a:lnTo>
                    <a:lnTo>
                      <a:pt x="66961" y="26289"/>
                    </a:lnTo>
                    <a:lnTo>
                      <a:pt x="67342" y="24194"/>
                    </a:lnTo>
                    <a:lnTo>
                      <a:pt x="67437" y="23336"/>
                    </a:lnTo>
                    <a:lnTo>
                      <a:pt x="67246" y="22098"/>
                    </a:lnTo>
                    <a:lnTo>
                      <a:pt x="63818" y="12192"/>
                    </a:lnTo>
                    <a:lnTo>
                      <a:pt x="62484" y="10287"/>
                    </a:lnTo>
                    <a:lnTo>
                      <a:pt x="61817" y="9811"/>
                    </a:lnTo>
                    <a:lnTo>
                      <a:pt x="61151" y="9430"/>
                    </a:lnTo>
                    <a:lnTo>
                      <a:pt x="60674" y="8954"/>
                    </a:lnTo>
                    <a:lnTo>
                      <a:pt x="60674" y="7715"/>
                    </a:lnTo>
                    <a:lnTo>
                      <a:pt x="60674" y="7715"/>
                    </a:lnTo>
                    <a:lnTo>
                      <a:pt x="60103" y="7715"/>
                    </a:lnTo>
                    <a:lnTo>
                      <a:pt x="59627" y="7811"/>
                    </a:lnTo>
                    <a:lnTo>
                      <a:pt x="59246" y="8001"/>
                    </a:lnTo>
                    <a:lnTo>
                      <a:pt x="59150" y="8382"/>
                    </a:lnTo>
                    <a:lnTo>
                      <a:pt x="59436" y="9239"/>
                    </a:lnTo>
                    <a:lnTo>
                      <a:pt x="59912" y="10096"/>
                    </a:lnTo>
                    <a:lnTo>
                      <a:pt x="59912" y="10668"/>
                    </a:lnTo>
                    <a:lnTo>
                      <a:pt x="58769" y="10954"/>
                    </a:lnTo>
                    <a:lnTo>
                      <a:pt x="57626" y="11621"/>
                    </a:lnTo>
                    <a:lnTo>
                      <a:pt x="56579" y="12763"/>
                    </a:lnTo>
                    <a:lnTo>
                      <a:pt x="55626" y="13335"/>
                    </a:lnTo>
                    <a:lnTo>
                      <a:pt x="54673" y="12382"/>
                    </a:lnTo>
                    <a:lnTo>
                      <a:pt x="54293" y="16573"/>
                    </a:lnTo>
                    <a:lnTo>
                      <a:pt x="54483" y="20860"/>
                    </a:lnTo>
                    <a:lnTo>
                      <a:pt x="54959" y="22860"/>
                    </a:lnTo>
                    <a:lnTo>
                      <a:pt x="56674" y="26956"/>
                    </a:lnTo>
                    <a:lnTo>
                      <a:pt x="57245" y="29051"/>
                    </a:lnTo>
                    <a:lnTo>
                      <a:pt x="57912" y="34195"/>
                    </a:lnTo>
                    <a:lnTo>
                      <a:pt x="58293" y="34957"/>
                    </a:lnTo>
                    <a:lnTo>
                      <a:pt x="58960" y="35433"/>
                    </a:lnTo>
                    <a:lnTo>
                      <a:pt x="62008" y="36576"/>
                    </a:lnTo>
                    <a:lnTo>
                      <a:pt x="63151" y="36767"/>
                    </a:lnTo>
                    <a:lnTo>
                      <a:pt x="64675" y="36576"/>
                    </a:lnTo>
                    <a:lnTo>
                      <a:pt x="65151" y="36767"/>
                    </a:lnTo>
                    <a:lnTo>
                      <a:pt x="66008" y="37433"/>
                    </a:lnTo>
                    <a:lnTo>
                      <a:pt x="66580" y="37624"/>
                    </a:lnTo>
                    <a:lnTo>
                      <a:pt x="67628" y="37624"/>
                    </a:lnTo>
                    <a:lnTo>
                      <a:pt x="68104" y="37814"/>
                    </a:lnTo>
                    <a:lnTo>
                      <a:pt x="69056" y="38481"/>
                    </a:lnTo>
                    <a:lnTo>
                      <a:pt x="70295" y="39053"/>
                    </a:lnTo>
                    <a:lnTo>
                      <a:pt x="71438" y="39053"/>
                    </a:lnTo>
                    <a:lnTo>
                      <a:pt x="72200" y="38195"/>
                    </a:lnTo>
                    <a:lnTo>
                      <a:pt x="71723" y="37147"/>
                    </a:lnTo>
                    <a:close/>
                    <a:moveTo>
                      <a:pt x="54388" y="5810"/>
                    </a:moveTo>
                    <a:lnTo>
                      <a:pt x="54578" y="5144"/>
                    </a:lnTo>
                    <a:lnTo>
                      <a:pt x="55436" y="3048"/>
                    </a:lnTo>
                    <a:lnTo>
                      <a:pt x="55912" y="2381"/>
                    </a:lnTo>
                    <a:lnTo>
                      <a:pt x="57531" y="1619"/>
                    </a:lnTo>
                    <a:lnTo>
                      <a:pt x="58293" y="1048"/>
                    </a:lnTo>
                    <a:lnTo>
                      <a:pt x="58198" y="381"/>
                    </a:lnTo>
                    <a:lnTo>
                      <a:pt x="57245" y="0"/>
                    </a:lnTo>
                    <a:lnTo>
                      <a:pt x="55912" y="190"/>
                    </a:lnTo>
                    <a:lnTo>
                      <a:pt x="49054" y="3048"/>
                    </a:lnTo>
                    <a:lnTo>
                      <a:pt x="40196" y="8382"/>
                    </a:lnTo>
                    <a:lnTo>
                      <a:pt x="38195" y="9620"/>
                    </a:lnTo>
                    <a:lnTo>
                      <a:pt x="31813" y="14669"/>
                    </a:lnTo>
                    <a:lnTo>
                      <a:pt x="29909" y="16573"/>
                    </a:lnTo>
                    <a:lnTo>
                      <a:pt x="29146" y="18097"/>
                    </a:lnTo>
                    <a:lnTo>
                      <a:pt x="28004" y="19145"/>
                    </a:lnTo>
                    <a:lnTo>
                      <a:pt x="26194" y="19812"/>
                    </a:lnTo>
                    <a:lnTo>
                      <a:pt x="20955" y="21717"/>
                    </a:lnTo>
                    <a:lnTo>
                      <a:pt x="17336" y="23717"/>
                    </a:lnTo>
                    <a:lnTo>
                      <a:pt x="13335" y="24479"/>
                    </a:lnTo>
                    <a:lnTo>
                      <a:pt x="0" y="24003"/>
                    </a:lnTo>
                    <a:lnTo>
                      <a:pt x="3429" y="25622"/>
                    </a:lnTo>
                    <a:lnTo>
                      <a:pt x="6287" y="26098"/>
                    </a:lnTo>
                    <a:lnTo>
                      <a:pt x="7429" y="26670"/>
                    </a:lnTo>
                    <a:lnTo>
                      <a:pt x="9144" y="28004"/>
                    </a:lnTo>
                    <a:lnTo>
                      <a:pt x="10478" y="28480"/>
                    </a:lnTo>
                    <a:lnTo>
                      <a:pt x="11144" y="28861"/>
                    </a:lnTo>
                    <a:lnTo>
                      <a:pt x="11525" y="29909"/>
                    </a:lnTo>
                    <a:lnTo>
                      <a:pt x="11811" y="30099"/>
                    </a:lnTo>
                    <a:lnTo>
                      <a:pt x="12573" y="30099"/>
                    </a:lnTo>
                    <a:lnTo>
                      <a:pt x="12954" y="30194"/>
                    </a:lnTo>
                    <a:lnTo>
                      <a:pt x="13049" y="30575"/>
                    </a:lnTo>
                    <a:lnTo>
                      <a:pt x="13049" y="30956"/>
                    </a:lnTo>
                    <a:lnTo>
                      <a:pt x="13240" y="31337"/>
                    </a:lnTo>
                    <a:lnTo>
                      <a:pt x="13811" y="31909"/>
                    </a:lnTo>
                    <a:lnTo>
                      <a:pt x="14097" y="32480"/>
                    </a:lnTo>
                    <a:lnTo>
                      <a:pt x="14478" y="33909"/>
                    </a:lnTo>
                    <a:lnTo>
                      <a:pt x="14478" y="35338"/>
                    </a:lnTo>
                    <a:lnTo>
                      <a:pt x="15240" y="36386"/>
                    </a:lnTo>
                    <a:lnTo>
                      <a:pt x="15621" y="38767"/>
                    </a:lnTo>
                    <a:lnTo>
                      <a:pt x="15430" y="39243"/>
                    </a:lnTo>
                    <a:lnTo>
                      <a:pt x="14669" y="39910"/>
                    </a:lnTo>
                    <a:lnTo>
                      <a:pt x="14478" y="40196"/>
                    </a:lnTo>
                    <a:lnTo>
                      <a:pt x="14573" y="40957"/>
                    </a:lnTo>
                    <a:lnTo>
                      <a:pt x="14859" y="41434"/>
                    </a:lnTo>
                    <a:lnTo>
                      <a:pt x="16669" y="41529"/>
                    </a:lnTo>
                    <a:lnTo>
                      <a:pt x="18955" y="42005"/>
                    </a:lnTo>
                    <a:lnTo>
                      <a:pt x="21146" y="41624"/>
                    </a:lnTo>
                    <a:lnTo>
                      <a:pt x="22098" y="41720"/>
                    </a:lnTo>
                    <a:lnTo>
                      <a:pt x="22765" y="42386"/>
                    </a:lnTo>
                    <a:lnTo>
                      <a:pt x="23908" y="45720"/>
                    </a:lnTo>
                    <a:lnTo>
                      <a:pt x="24384" y="46768"/>
                    </a:lnTo>
                    <a:lnTo>
                      <a:pt x="25146" y="47815"/>
                    </a:lnTo>
                    <a:lnTo>
                      <a:pt x="28480" y="50863"/>
                    </a:lnTo>
                    <a:lnTo>
                      <a:pt x="29623" y="51626"/>
                    </a:lnTo>
                    <a:lnTo>
                      <a:pt x="30004" y="52006"/>
                    </a:lnTo>
                    <a:lnTo>
                      <a:pt x="30289" y="52578"/>
                    </a:lnTo>
                    <a:lnTo>
                      <a:pt x="30671" y="53912"/>
                    </a:lnTo>
                    <a:lnTo>
                      <a:pt x="30956" y="54293"/>
                    </a:lnTo>
                    <a:lnTo>
                      <a:pt x="33147" y="54578"/>
                    </a:lnTo>
                    <a:lnTo>
                      <a:pt x="35623" y="53150"/>
                    </a:lnTo>
                    <a:lnTo>
                      <a:pt x="40481" y="48578"/>
                    </a:lnTo>
                    <a:lnTo>
                      <a:pt x="40862" y="47815"/>
                    </a:lnTo>
                    <a:lnTo>
                      <a:pt x="41148" y="45625"/>
                    </a:lnTo>
                    <a:lnTo>
                      <a:pt x="41529" y="44577"/>
                    </a:lnTo>
                    <a:lnTo>
                      <a:pt x="42767" y="42767"/>
                    </a:lnTo>
                    <a:lnTo>
                      <a:pt x="43148" y="41815"/>
                    </a:lnTo>
                    <a:lnTo>
                      <a:pt x="42958" y="40862"/>
                    </a:lnTo>
                    <a:lnTo>
                      <a:pt x="41338" y="41529"/>
                    </a:lnTo>
                    <a:lnTo>
                      <a:pt x="41338" y="40481"/>
                    </a:lnTo>
                    <a:lnTo>
                      <a:pt x="41624" y="40005"/>
                    </a:lnTo>
                    <a:lnTo>
                      <a:pt x="41910" y="39719"/>
                    </a:lnTo>
                    <a:lnTo>
                      <a:pt x="43148" y="38481"/>
                    </a:lnTo>
                    <a:lnTo>
                      <a:pt x="43720" y="37624"/>
                    </a:lnTo>
                    <a:lnTo>
                      <a:pt x="44101" y="36767"/>
                    </a:lnTo>
                    <a:lnTo>
                      <a:pt x="44577" y="34766"/>
                    </a:lnTo>
                    <a:lnTo>
                      <a:pt x="44672" y="33242"/>
                    </a:lnTo>
                    <a:lnTo>
                      <a:pt x="44291" y="32956"/>
                    </a:lnTo>
                    <a:lnTo>
                      <a:pt x="43529" y="33052"/>
                    </a:lnTo>
                    <a:lnTo>
                      <a:pt x="42481" y="32671"/>
                    </a:lnTo>
                    <a:lnTo>
                      <a:pt x="41529" y="31242"/>
                    </a:lnTo>
                    <a:lnTo>
                      <a:pt x="41243" y="29337"/>
                    </a:lnTo>
                    <a:lnTo>
                      <a:pt x="40958" y="23241"/>
                    </a:lnTo>
                    <a:lnTo>
                      <a:pt x="40767" y="22098"/>
                    </a:lnTo>
                    <a:lnTo>
                      <a:pt x="40481" y="21050"/>
                    </a:lnTo>
                    <a:lnTo>
                      <a:pt x="39434" y="19145"/>
                    </a:lnTo>
                    <a:lnTo>
                      <a:pt x="39053" y="18193"/>
                    </a:lnTo>
                    <a:lnTo>
                      <a:pt x="39053" y="17336"/>
                    </a:lnTo>
                    <a:lnTo>
                      <a:pt x="39148" y="17240"/>
                    </a:lnTo>
                    <a:lnTo>
                      <a:pt x="39624" y="16859"/>
                    </a:lnTo>
                    <a:lnTo>
                      <a:pt x="41529" y="16097"/>
                    </a:lnTo>
                    <a:lnTo>
                      <a:pt x="42386" y="15526"/>
                    </a:lnTo>
                    <a:lnTo>
                      <a:pt x="44101" y="13906"/>
                    </a:lnTo>
                    <a:lnTo>
                      <a:pt x="45053" y="13335"/>
                    </a:lnTo>
                    <a:lnTo>
                      <a:pt x="46196" y="13049"/>
                    </a:lnTo>
                    <a:lnTo>
                      <a:pt x="47149" y="13049"/>
                    </a:lnTo>
                    <a:lnTo>
                      <a:pt x="48101" y="13240"/>
                    </a:lnTo>
                    <a:lnTo>
                      <a:pt x="49054" y="13240"/>
                    </a:lnTo>
                    <a:lnTo>
                      <a:pt x="49911" y="12763"/>
                    </a:lnTo>
                    <a:lnTo>
                      <a:pt x="50292" y="12002"/>
                    </a:lnTo>
                    <a:lnTo>
                      <a:pt x="50292" y="11144"/>
                    </a:lnTo>
                    <a:lnTo>
                      <a:pt x="50483" y="10382"/>
                    </a:lnTo>
                    <a:lnTo>
                      <a:pt x="51721" y="9144"/>
                    </a:lnTo>
                    <a:lnTo>
                      <a:pt x="52197" y="8287"/>
                    </a:lnTo>
                    <a:lnTo>
                      <a:pt x="53816" y="6763"/>
                    </a:lnTo>
                    <a:lnTo>
                      <a:pt x="54388" y="5810"/>
                    </a:lnTo>
                    <a:close/>
                  </a:path>
                </a:pathLst>
              </a:custGeom>
              <a:grpFill/>
              <a:ln w="9525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34" name="Freeform: Shape 34">
                <a:extLst>
                  <a:ext uri="{FF2B5EF4-FFF2-40B4-BE49-F238E27FC236}">
                    <a16:creationId xmlns:a16="http://schemas.microsoft.com/office/drawing/2014/main" id="{754633A0-016E-8F51-D64C-B949208E137B}"/>
                  </a:ext>
                </a:extLst>
              </p:cNvPr>
              <p:cNvSpPr/>
              <p:nvPr/>
            </p:nvSpPr>
            <p:spPr>
              <a:xfrm>
                <a:off x="6820757" y="4629721"/>
                <a:ext cx="66675" cy="47625"/>
              </a:xfrm>
              <a:custGeom>
                <a:avLst/>
                <a:gdLst>
                  <a:gd name="connsiteX0" fmla="*/ 71723 w 66675"/>
                  <a:gd name="connsiteY0" fmla="*/ 37147 h 47625"/>
                  <a:gd name="connsiteX1" fmla="*/ 70961 w 66675"/>
                  <a:gd name="connsiteY1" fmla="*/ 36004 h 47625"/>
                  <a:gd name="connsiteX2" fmla="*/ 69152 w 66675"/>
                  <a:gd name="connsiteY2" fmla="*/ 34290 h 47625"/>
                  <a:gd name="connsiteX3" fmla="*/ 67913 w 66675"/>
                  <a:gd name="connsiteY3" fmla="*/ 32671 h 47625"/>
                  <a:gd name="connsiteX4" fmla="*/ 67246 w 66675"/>
                  <a:gd name="connsiteY4" fmla="*/ 30575 h 47625"/>
                  <a:gd name="connsiteX5" fmla="*/ 66961 w 66675"/>
                  <a:gd name="connsiteY5" fmla="*/ 28385 h 47625"/>
                  <a:gd name="connsiteX6" fmla="*/ 66961 w 66675"/>
                  <a:gd name="connsiteY6" fmla="*/ 26289 h 47625"/>
                  <a:gd name="connsiteX7" fmla="*/ 67342 w 66675"/>
                  <a:gd name="connsiteY7" fmla="*/ 24194 h 47625"/>
                  <a:gd name="connsiteX8" fmla="*/ 67437 w 66675"/>
                  <a:gd name="connsiteY8" fmla="*/ 23336 h 47625"/>
                  <a:gd name="connsiteX9" fmla="*/ 67246 w 66675"/>
                  <a:gd name="connsiteY9" fmla="*/ 22098 h 47625"/>
                  <a:gd name="connsiteX10" fmla="*/ 63818 w 66675"/>
                  <a:gd name="connsiteY10" fmla="*/ 12192 h 47625"/>
                  <a:gd name="connsiteX11" fmla="*/ 62484 w 66675"/>
                  <a:gd name="connsiteY11" fmla="*/ 10287 h 47625"/>
                  <a:gd name="connsiteX12" fmla="*/ 61817 w 66675"/>
                  <a:gd name="connsiteY12" fmla="*/ 9811 h 47625"/>
                  <a:gd name="connsiteX13" fmla="*/ 61151 w 66675"/>
                  <a:gd name="connsiteY13" fmla="*/ 9430 h 47625"/>
                  <a:gd name="connsiteX14" fmla="*/ 60674 w 66675"/>
                  <a:gd name="connsiteY14" fmla="*/ 8954 h 47625"/>
                  <a:gd name="connsiteX15" fmla="*/ 60674 w 66675"/>
                  <a:gd name="connsiteY15" fmla="*/ 7715 h 47625"/>
                  <a:gd name="connsiteX16" fmla="*/ 60674 w 66675"/>
                  <a:gd name="connsiteY16" fmla="*/ 7715 h 47625"/>
                  <a:gd name="connsiteX17" fmla="*/ 60103 w 66675"/>
                  <a:gd name="connsiteY17" fmla="*/ 7715 h 47625"/>
                  <a:gd name="connsiteX18" fmla="*/ 59627 w 66675"/>
                  <a:gd name="connsiteY18" fmla="*/ 7811 h 47625"/>
                  <a:gd name="connsiteX19" fmla="*/ 59246 w 66675"/>
                  <a:gd name="connsiteY19" fmla="*/ 8001 h 47625"/>
                  <a:gd name="connsiteX20" fmla="*/ 59150 w 66675"/>
                  <a:gd name="connsiteY20" fmla="*/ 8382 h 47625"/>
                  <a:gd name="connsiteX21" fmla="*/ 59436 w 66675"/>
                  <a:gd name="connsiteY21" fmla="*/ 9239 h 47625"/>
                  <a:gd name="connsiteX22" fmla="*/ 59912 w 66675"/>
                  <a:gd name="connsiteY22" fmla="*/ 10096 h 47625"/>
                  <a:gd name="connsiteX23" fmla="*/ 59912 w 66675"/>
                  <a:gd name="connsiteY23" fmla="*/ 10668 h 47625"/>
                  <a:gd name="connsiteX24" fmla="*/ 58769 w 66675"/>
                  <a:gd name="connsiteY24" fmla="*/ 10954 h 47625"/>
                  <a:gd name="connsiteX25" fmla="*/ 57626 w 66675"/>
                  <a:gd name="connsiteY25" fmla="*/ 11621 h 47625"/>
                  <a:gd name="connsiteX26" fmla="*/ 56579 w 66675"/>
                  <a:gd name="connsiteY26" fmla="*/ 12763 h 47625"/>
                  <a:gd name="connsiteX27" fmla="*/ 55626 w 66675"/>
                  <a:gd name="connsiteY27" fmla="*/ 13335 h 47625"/>
                  <a:gd name="connsiteX28" fmla="*/ 54673 w 66675"/>
                  <a:gd name="connsiteY28" fmla="*/ 12382 h 47625"/>
                  <a:gd name="connsiteX29" fmla="*/ 54293 w 66675"/>
                  <a:gd name="connsiteY29" fmla="*/ 16573 h 47625"/>
                  <a:gd name="connsiteX30" fmla="*/ 54483 w 66675"/>
                  <a:gd name="connsiteY30" fmla="*/ 20860 h 47625"/>
                  <a:gd name="connsiteX31" fmla="*/ 54959 w 66675"/>
                  <a:gd name="connsiteY31" fmla="*/ 22860 h 47625"/>
                  <a:gd name="connsiteX32" fmla="*/ 56674 w 66675"/>
                  <a:gd name="connsiteY32" fmla="*/ 26956 h 47625"/>
                  <a:gd name="connsiteX33" fmla="*/ 57245 w 66675"/>
                  <a:gd name="connsiteY33" fmla="*/ 29051 h 47625"/>
                  <a:gd name="connsiteX34" fmla="*/ 57912 w 66675"/>
                  <a:gd name="connsiteY34" fmla="*/ 34195 h 47625"/>
                  <a:gd name="connsiteX35" fmla="*/ 58293 w 66675"/>
                  <a:gd name="connsiteY35" fmla="*/ 34957 h 47625"/>
                  <a:gd name="connsiteX36" fmla="*/ 58960 w 66675"/>
                  <a:gd name="connsiteY36" fmla="*/ 35433 h 47625"/>
                  <a:gd name="connsiteX37" fmla="*/ 62008 w 66675"/>
                  <a:gd name="connsiteY37" fmla="*/ 36576 h 47625"/>
                  <a:gd name="connsiteX38" fmla="*/ 63151 w 66675"/>
                  <a:gd name="connsiteY38" fmla="*/ 36767 h 47625"/>
                  <a:gd name="connsiteX39" fmla="*/ 64675 w 66675"/>
                  <a:gd name="connsiteY39" fmla="*/ 36576 h 47625"/>
                  <a:gd name="connsiteX40" fmla="*/ 65151 w 66675"/>
                  <a:gd name="connsiteY40" fmla="*/ 36767 h 47625"/>
                  <a:gd name="connsiteX41" fmla="*/ 66008 w 66675"/>
                  <a:gd name="connsiteY41" fmla="*/ 37433 h 47625"/>
                  <a:gd name="connsiteX42" fmla="*/ 66580 w 66675"/>
                  <a:gd name="connsiteY42" fmla="*/ 37624 h 47625"/>
                  <a:gd name="connsiteX43" fmla="*/ 67628 w 66675"/>
                  <a:gd name="connsiteY43" fmla="*/ 37624 h 47625"/>
                  <a:gd name="connsiteX44" fmla="*/ 68104 w 66675"/>
                  <a:gd name="connsiteY44" fmla="*/ 37814 h 47625"/>
                  <a:gd name="connsiteX45" fmla="*/ 69056 w 66675"/>
                  <a:gd name="connsiteY45" fmla="*/ 38481 h 47625"/>
                  <a:gd name="connsiteX46" fmla="*/ 70295 w 66675"/>
                  <a:gd name="connsiteY46" fmla="*/ 39053 h 47625"/>
                  <a:gd name="connsiteX47" fmla="*/ 71438 w 66675"/>
                  <a:gd name="connsiteY47" fmla="*/ 39053 h 47625"/>
                  <a:gd name="connsiteX48" fmla="*/ 72200 w 66675"/>
                  <a:gd name="connsiteY48" fmla="*/ 38195 h 47625"/>
                  <a:gd name="connsiteX49" fmla="*/ 71723 w 66675"/>
                  <a:gd name="connsiteY49" fmla="*/ 37147 h 47625"/>
                  <a:gd name="connsiteX50" fmla="*/ 54388 w 66675"/>
                  <a:gd name="connsiteY50" fmla="*/ 5810 h 47625"/>
                  <a:gd name="connsiteX51" fmla="*/ 54578 w 66675"/>
                  <a:gd name="connsiteY51" fmla="*/ 5144 h 47625"/>
                  <a:gd name="connsiteX52" fmla="*/ 55436 w 66675"/>
                  <a:gd name="connsiteY52" fmla="*/ 3048 h 47625"/>
                  <a:gd name="connsiteX53" fmla="*/ 55912 w 66675"/>
                  <a:gd name="connsiteY53" fmla="*/ 2381 h 47625"/>
                  <a:gd name="connsiteX54" fmla="*/ 57531 w 66675"/>
                  <a:gd name="connsiteY54" fmla="*/ 1619 h 47625"/>
                  <a:gd name="connsiteX55" fmla="*/ 58293 w 66675"/>
                  <a:gd name="connsiteY55" fmla="*/ 1048 h 47625"/>
                  <a:gd name="connsiteX56" fmla="*/ 58198 w 66675"/>
                  <a:gd name="connsiteY56" fmla="*/ 381 h 47625"/>
                  <a:gd name="connsiteX57" fmla="*/ 57245 w 66675"/>
                  <a:gd name="connsiteY57" fmla="*/ 0 h 47625"/>
                  <a:gd name="connsiteX58" fmla="*/ 55912 w 66675"/>
                  <a:gd name="connsiteY58" fmla="*/ 190 h 47625"/>
                  <a:gd name="connsiteX59" fmla="*/ 49054 w 66675"/>
                  <a:gd name="connsiteY59" fmla="*/ 3048 h 47625"/>
                  <a:gd name="connsiteX60" fmla="*/ 40196 w 66675"/>
                  <a:gd name="connsiteY60" fmla="*/ 8382 h 47625"/>
                  <a:gd name="connsiteX61" fmla="*/ 38195 w 66675"/>
                  <a:gd name="connsiteY61" fmla="*/ 9620 h 47625"/>
                  <a:gd name="connsiteX62" fmla="*/ 31813 w 66675"/>
                  <a:gd name="connsiteY62" fmla="*/ 14669 h 47625"/>
                  <a:gd name="connsiteX63" fmla="*/ 29909 w 66675"/>
                  <a:gd name="connsiteY63" fmla="*/ 16573 h 47625"/>
                  <a:gd name="connsiteX64" fmla="*/ 29146 w 66675"/>
                  <a:gd name="connsiteY64" fmla="*/ 18097 h 47625"/>
                  <a:gd name="connsiteX65" fmla="*/ 28004 w 66675"/>
                  <a:gd name="connsiteY65" fmla="*/ 19145 h 47625"/>
                  <a:gd name="connsiteX66" fmla="*/ 26194 w 66675"/>
                  <a:gd name="connsiteY66" fmla="*/ 19812 h 47625"/>
                  <a:gd name="connsiteX67" fmla="*/ 20955 w 66675"/>
                  <a:gd name="connsiteY67" fmla="*/ 21717 h 47625"/>
                  <a:gd name="connsiteX68" fmla="*/ 17336 w 66675"/>
                  <a:gd name="connsiteY68" fmla="*/ 23717 h 47625"/>
                  <a:gd name="connsiteX69" fmla="*/ 13335 w 66675"/>
                  <a:gd name="connsiteY69" fmla="*/ 24479 h 47625"/>
                  <a:gd name="connsiteX70" fmla="*/ 0 w 66675"/>
                  <a:gd name="connsiteY70" fmla="*/ 24003 h 47625"/>
                  <a:gd name="connsiteX71" fmla="*/ 3429 w 66675"/>
                  <a:gd name="connsiteY71" fmla="*/ 25622 h 47625"/>
                  <a:gd name="connsiteX72" fmla="*/ 6287 w 66675"/>
                  <a:gd name="connsiteY72" fmla="*/ 26098 h 47625"/>
                  <a:gd name="connsiteX73" fmla="*/ 7429 w 66675"/>
                  <a:gd name="connsiteY73" fmla="*/ 26670 h 47625"/>
                  <a:gd name="connsiteX74" fmla="*/ 9144 w 66675"/>
                  <a:gd name="connsiteY74" fmla="*/ 28004 h 47625"/>
                  <a:gd name="connsiteX75" fmla="*/ 10478 w 66675"/>
                  <a:gd name="connsiteY75" fmla="*/ 28480 h 47625"/>
                  <a:gd name="connsiteX76" fmla="*/ 11144 w 66675"/>
                  <a:gd name="connsiteY76" fmla="*/ 28861 h 47625"/>
                  <a:gd name="connsiteX77" fmla="*/ 11525 w 66675"/>
                  <a:gd name="connsiteY77" fmla="*/ 29909 h 47625"/>
                  <a:gd name="connsiteX78" fmla="*/ 11811 w 66675"/>
                  <a:gd name="connsiteY78" fmla="*/ 30099 h 47625"/>
                  <a:gd name="connsiteX79" fmla="*/ 12573 w 66675"/>
                  <a:gd name="connsiteY79" fmla="*/ 30099 h 47625"/>
                  <a:gd name="connsiteX80" fmla="*/ 12954 w 66675"/>
                  <a:gd name="connsiteY80" fmla="*/ 30194 h 47625"/>
                  <a:gd name="connsiteX81" fmla="*/ 13049 w 66675"/>
                  <a:gd name="connsiteY81" fmla="*/ 30575 h 47625"/>
                  <a:gd name="connsiteX82" fmla="*/ 13049 w 66675"/>
                  <a:gd name="connsiteY82" fmla="*/ 30956 h 47625"/>
                  <a:gd name="connsiteX83" fmla="*/ 13240 w 66675"/>
                  <a:gd name="connsiteY83" fmla="*/ 31337 h 47625"/>
                  <a:gd name="connsiteX84" fmla="*/ 13811 w 66675"/>
                  <a:gd name="connsiteY84" fmla="*/ 31909 h 47625"/>
                  <a:gd name="connsiteX85" fmla="*/ 14097 w 66675"/>
                  <a:gd name="connsiteY85" fmla="*/ 32480 h 47625"/>
                  <a:gd name="connsiteX86" fmla="*/ 14478 w 66675"/>
                  <a:gd name="connsiteY86" fmla="*/ 33909 h 47625"/>
                  <a:gd name="connsiteX87" fmla="*/ 14478 w 66675"/>
                  <a:gd name="connsiteY87" fmla="*/ 35338 h 47625"/>
                  <a:gd name="connsiteX88" fmla="*/ 15240 w 66675"/>
                  <a:gd name="connsiteY88" fmla="*/ 36386 h 47625"/>
                  <a:gd name="connsiteX89" fmla="*/ 15621 w 66675"/>
                  <a:gd name="connsiteY89" fmla="*/ 38767 h 47625"/>
                  <a:gd name="connsiteX90" fmla="*/ 15430 w 66675"/>
                  <a:gd name="connsiteY90" fmla="*/ 39243 h 47625"/>
                  <a:gd name="connsiteX91" fmla="*/ 14669 w 66675"/>
                  <a:gd name="connsiteY91" fmla="*/ 39910 h 47625"/>
                  <a:gd name="connsiteX92" fmla="*/ 14478 w 66675"/>
                  <a:gd name="connsiteY92" fmla="*/ 40196 h 47625"/>
                  <a:gd name="connsiteX93" fmla="*/ 14573 w 66675"/>
                  <a:gd name="connsiteY93" fmla="*/ 40957 h 47625"/>
                  <a:gd name="connsiteX94" fmla="*/ 14859 w 66675"/>
                  <a:gd name="connsiteY94" fmla="*/ 41434 h 47625"/>
                  <a:gd name="connsiteX95" fmla="*/ 16669 w 66675"/>
                  <a:gd name="connsiteY95" fmla="*/ 41529 h 47625"/>
                  <a:gd name="connsiteX96" fmla="*/ 18955 w 66675"/>
                  <a:gd name="connsiteY96" fmla="*/ 42005 h 47625"/>
                  <a:gd name="connsiteX97" fmla="*/ 21146 w 66675"/>
                  <a:gd name="connsiteY97" fmla="*/ 41624 h 47625"/>
                  <a:gd name="connsiteX98" fmla="*/ 22098 w 66675"/>
                  <a:gd name="connsiteY98" fmla="*/ 41720 h 47625"/>
                  <a:gd name="connsiteX99" fmla="*/ 22765 w 66675"/>
                  <a:gd name="connsiteY99" fmla="*/ 42386 h 47625"/>
                  <a:gd name="connsiteX100" fmla="*/ 23908 w 66675"/>
                  <a:gd name="connsiteY100" fmla="*/ 45720 h 47625"/>
                  <a:gd name="connsiteX101" fmla="*/ 24384 w 66675"/>
                  <a:gd name="connsiteY101" fmla="*/ 46768 h 47625"/>
                  <a:gd name="connsiteX102" fmla="*/ 25146 w 66675"/>
                  <a:gd name="connsiteY102" fmla="*/ 47815 h 47625"/>
                  <a:gd name="connsiteX103" fmla="*/ 28480 w 66675"/>
                  <a:gd name="connsiteY103" fmla="*/ 50863 h 47625"/>
                  <a:gd name="connsiteX104" fmla="*/ 29623 w 66675"/>
                  <a:gd name="connsiteY104" fmla="*/ 51626 h 47625"/>
                  <a:gd name="connsiteX105" fmla="*/ 30004 w 66675"/>
                  <a:gd name="connsiteY105" fmla="*/ 52006 h 47625"/>
                  <a:gd name="connsiteX106" fmla="*/ 30289 w 66675"/>
                  <a:gd name="connsiteY106" fmla="*/ 52578 h 47625"/>
                  <a:gd name="connsiteX107" fmla="*/ 30671 w 66675"/>
                  <a:gd name="connsiteY107" fmla="*/ 53912 h 47625"/>
                  <a:gd name="connsiteX108" fmla="*/ 30956 w 66675"/>
                  <a:gd name="connsiteY108" fmla="*/ 54293 h 47625"/>
                  <a:gd name="connsiteX109" fmla="*/ 33147 w 66675"/>
                  <a:gd name="connsiteY109" fmla="*/ 54578 h 47625"/>
                  <a:gd name="connsiteX110" fmla="*/ 35623 w 66675"/>
                  <a:gd name="connsiteY110" fmla="*/ 53150 h 47625"/>
                  <a:gd name="connsiteX111" fmla="*/ 40481 w 66675"/>
                  <a:gd name="connsiteY111" fmla="*/ 48578 h 47625"/>
                  <a:gd name="connsiteX112" fmla="*/ 40862 w 66675"/>
                  <a:gd name="connsiteY112" fmla="*/ 47815 h 47625"/>
                  <a:gd name="connsiteX113" fmla="*/ 41148 w 66675"/>
                  <a:gd name="connsiteY113" fmla="*/ 45625 h 47625"/>
                  <a:gd name="connsiteX114" fmla="*/ 41529 w 66675"/>
                  <a:gd name="connsiteY114" fmla="*/ 44577 h 47625"/>
                  <a:gd name="connsiteX115" fmla="*/ 42767 w 66675"/>
                  <a:gd name="connsiteY115" fmla="*/ 42767 h 47625"/>
                  <a:gd name="connsiteX116" fmla="*/ 43148 w 66675"/>
                  <a:gd name="connsiteY116" fmla="*/ 41815 h 47625"/>
                  <a:gd name="connsiteX117" fmla="*/ 42958 w 66675"/>
                  <a:gd name="connsiteY117" fmla="*/ 40862 h 47625"/>
                  <a:gd name="connsiteX118" fmla="*/ 41338 w 66675"/>
                  <a:gd name="connsiteY118" fmla="*/ 41529 h 47625"/>
                  <a:gd name="connsiteX119" fmla="*/ 41338 w 66675"/>
                  <a:gd name="connsiteY119" fmla="*/ 40481 h 47625"/>
                  <a:gd name="connsiteX120" fmla="*/ 41624 w 66675"/>
                  <a:gd name="connsiteY120" fmla="*/ 40005 h 47625"/>
                  <a:gd name="connsiteX121" fmla="*/ 41910 w 66675"/>
                  <a:gd name="connsiteY121" fmla="*/ 39719 h 47625"/>
                  <a:gd name="connsiteX122" fmla="*/ 43148 w 66675"/>
                  <a:gd name="connsiteY122" fmla="*/ 38481 h 47625"/>
                  <a:gd name="connsiteX123" fmla="*/ 43720 w 66675"/>
                  <a:gd name="connsiteY123" fmla="*/ 37624 h 47625"/>
                  <a:gd name="connsiteX124" fmla="*/ 44101 w 66675"/>
                  <a:gd name="connsiteY124" fmla="*/ 36767 h 47625"/>
                  <a:gd name="connsiteX125" fmla="*/ 44577 w 66675"/>
                  <a:gd name="connsiteY125" fmla="*/ 34766 h 47625"/>
                  <a:gd name="connsiteX126" fmla="*/ 44672 w 66675"/>
                  <a:gd name="connsiteY126" fmla="*/ 33242 h 47625"/>
                  <a:gd name="connsiteX127" fmla="*/ 44291 w 66675"/>
                  <a:gd name="connsiteY127" fmla="*/ 32956 h 47625"/>
                  <a:gd name="connsiteX128" fmla="*/ 43529 w 66675"/>
                  <a:gd name="connsiteY128" fmla="*/ 33052 h 47625"/>
                  <a:gd name="connsiteX129" fmla="*/ 42481 w 66675"/>
                  <a:gd name="connsiteY129" fmla="*/ 32671 h 47625"/>
                  <a:gd name="connsiteX130" fmla="*/ 41529 w 66675"/>
                  <a:gd name="connsiteY130" fmla="*/ 31242 h 47625"/>
                  <a:gd name="connsiteX131" fmla="*/ 41243 w 66675"/>
                  <a:gd name="connsiteY131" fmla="*/ 29337 h 47625"/>
                  <a:gd name="connsiteX132" fmla="*/ 40958 w 66675"/>
                  <a:gd name="connsiteY132" fmla="*/ 23241 h 47625"/>
                  <a:gd name="connsiteX133" fmla="*/ 40767 w 66675"/>
                  <a:gd name="connsiteY133" fmla="*/ 22098 h 47625"/>
                  <a:gd name="connsiteX134" fmla="*/ 40481 w 66675"/>
                  <a:gd name="connsiteY134" fmla="*/ 21050 h 47625"/>
                  <a:gd name="connsiteX135" fmla="*/ 39434 w 66675"/>
                  <a:gd name="connsiteY135" fmla="*/ 19145 h 47625"/>
                  <a:gd name="connsiteX136" fmla="*/ 39053 w 66675"/>
                  <a:gd name="connsiteY136" fmla="*/ 18193 h 47625"/>
                  <a:gd name="connsiteX137" fmla="*/ 39053 w 66675"/>
                  <a:gd name="connsiteY137" fmla="*/ 17336 h 47625"/>
                  <a:gd name="connsiteX138" fmla="*/ 39148 w 66675"/>
                  <a:gd name="connsiteY138" fmla="*/ 17240 h 47625"/>
                  <a:gd name="connsiteX139" fmla="*/ 39624 w 66675"/>
                  <a:gd name="connsiteY139" fmla="*/ 16859 h 47625"/>
                  <a:gd name="connsiteX140" fmla="*/ 41529 w 66675"/>
                  <a:gd name="connsiteY140" fmla="*/ 16097 h 47625"/>
                  <a:gd name="connsiteX141" fmla="*/ 42386 w 66675"/>
                  <a:gd name="connsiteY141" fmla="*/ 15526 h 47625"/>
                  <a:gd name="connsiteX142" fmla="*/ 44101 w 66675"/>
                  <a:gd name="connsiteY142" fmla="*/ 13906 h 47625"/>
                  <a:gd name="connsiteX143" fmla="*/ 45053 w 66675"/>
                  <a:gd name="connsiteY143" fmla="*/ 13335 h 47625"/>
                  <a:gd name="connsiteX144" fmla="*/ 46196 w 66675"/>
                  <a:gd name="connsiteY144" fmla="*/ 13049 h 47625"/>
                  <a:gd name="connsiteX145" fmla="*/ 47149 w 66675"/>
                  <a:gd name="connsiteY145" fmla="*/ 13049 h 47625"/>
                  <a:gd name="connsiteX146" fmla="*/ 48101 w 66675"/>
                  <a:gd name="connsiteY146" fmla="*/ 13240 h 47625"/>
                  <a:gd name="connsiteX147" fmla="*/ 49054 w 66675"/>
                  <a:gd name="connsiteY147" fmla="*/ 13240 h 47625"/>
                  <a:gd name="connsiteX148" fmla="*/ 49911 w 66675"/>
                  <a:gd name="connsiteY148" fmla="*/ 12763 h 47625"/>
                  <a:gd name="connsiteX149" fmla="*/ 50292 w 66675"/>
                  <a:gd name="connsiteY149" fmla="*/ 12002 h 47625"/>
                  <a:gd name="connsiteX150" fmla="*/ 50292 w 66675"/>
                  <a:gd name="connsiteY150" fmla="*/ 11144 h 47625"/>
                  <a:gd name="connsiteX151" fmla="*/ 50483 w 66675"/>
                  <a:gd name="connsiteY151" fmla="*/ 10382 h 47625"/>
                  <a:gd name="connsiteX152" fmla="*/ 51721 w 66675"/>
                  <a:gd name="connsiteY152" fmla="*/ 9144 h 47625"/>
                  <a:gd name="connsiteX153" fmla="*/ 52197 w 66675"/>
                  <a:gd name="connsiteY153" fmla="*/ 8287 h 47625"/>
                  <a:gd name="connsiteX154" fmla="*/ 53816 w 66675"/>
                  <a:gd name="connsiteY154" fmla="*/ 6763 h 47625"/>
                  <a:gd name="connsiteX155" fmla="*/ 54388 w 66675"/>
                  <a:gd name="connsiteY155" fmla="*/ 5810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66675" h="47625">
                    <a:moveTo>
                      <a:pt x="71723" y="37147"/>
                    </a:moveTo>
                    <a:lnTo>
                      <a:pt x="70961" y="36004"/>
                    </a:lnTo>
                    <a:lnTo>
                      <a:pt x="69152" y="34290"/>
                    </a:lnTo>
                    <a:lnTo>
                      <a:pt x="67913" y="32671"/>
                    </a:lnTo>
                    <a:lnTo>
                      <a:pt x="67246" y="30575"/>
                    </a:lnTo>
                    <a:lnTo>
                      <a:pt x="66961" y="28385"/>
                    </a:lnTo>
                    <a:lnTo>
                      <a:pt x="66961" y="26289"/>
                    </a:lnTo>
                    <a:lnTo>
                      <a:pt x="67342" y="24194"/>
                    </a:lnTo>
                    <a:lnTo>
                      <a:pt x="67437" y="23336"/>
                    </a:lnTo>
                    <a:lnTo>
                      <a:pt x="67246" y="22098"/>
                    </a:lnTo>
                    <a:lnTo>
                      <a:pt x="63818" y="12192"/>
                    </a:lnTo>
                    <a:lnTo>
                      <a:pt x="62484" y="10287"/>
                    </a:lnTo>
                    <a:lnTo>
                      <a:pt x="61817" y="9811"/>
                    </a:lnTo>
                    <a:lnTo>
                      <a:pt x="61151" y="9430"/>
                    </a:lnTo>
                    <a:lnTo>
                      <a:pt x="60674" y="8954"/>
                    </a:lnTo>
                    <a:lnTo>
                      <a:pt x="60674" y="7715"/>
                    </a:lnTo>
                    <a:lnTo>
                      <a:pt x="60674" y="7715"/>
                    </a:lnTo>
                    <a:lnTo>
                      <a:pt x="60103" y="7715"/>
                    </a:lnTo>
                    <a:lnTo>
                      <a:pt x="59627" y="7811"/>
                    </a:lnTo>
                    <a:lnTo>
                      <a:pt x="59246" y="8001"/>
                    </a:lnTo>
                    <a:lnTo>
                      <a:pt x="59150" y="8382"/>
                    </a:lnTo>
                    <a:lnTo>
                      <a:pt x="59436" y="9239"/>
                    </a:lnTo>
                    <a:lnTo>
                      <a:pt x="59912" y="10096"/>
                    </a:lnTo>
                    <a:lnTo>
                      <a:pt x="59912" y="10668"/>
                    </a:lnTo>
                    <a:lnTo>
                      <a:pt x="58769" y="10954"/>
                    </a:lnTo>
                    <a:lnTo>
                      <a:pt x="57626" y="11621"/>
                    </a:lnTo>
                    <a:lnTo>
                      <a:pt x="56579" y="12763"/>
                    </a:lnTo>
                    <a:lnTo>
                      <a:pt x="55626" y="13335"/>
                    </a:lnTo>
                    <a:lnTo>
                      <a:pt x="54673" y="12382"/>
                    </a:lnTo>
                    <a:lnTo>
                      <a:pt x="54293" y="16573"/>
                    </a:lnTo>
                    <a:lnTo>
                      <a:pt x="54483" y="20860"/>
                    </a:lnTo>
                    <a:lnTo>
                      <a:pt x="54959" y="22860"/>
                    </a:lnTo>
                    <a:lnTo>
                      <a:pt x="56674" y="26956"/>
                    </a:lnTo>
                    <a:lnTo>
                      <a:pt x="57245" y="29051"/>
                    </a:lnTo>
                    <a:lnTo>
                      <a:pt x="57912" y="34195"/>
                    </a:lnTo>
                    <a:lnTo>
                      <a:pt x="58293" y="34957"/>
                    </a:lnTo>
                    <a:lnTo>
                      <a:pt x="58960" y="35433"/>
                    </a:lnTo>
                    <a:lnTo>
                      <a:pt x="62008" y="36576"/>
                    </a:lnTo>
                    <a:lnTo>
                      <a:pt x="63151" y="36767"/>
                    </a:lnTo>
                    <a:lnTo>
                      <a:pt x="64675" y="36576"/>
                    </a:lnTo>
                    <a:lnTo>
                      <a:pt x="65151" y="36767"/>
                    </a:lnTo>
                    <a:lnTo>
                      <a:pt x="66008" y="37433"/>
                    </a:lnTo>
                    <a:lnTo>
                      <a:pt x="66580" y="37624"/>
                    </a:lnTo>
                    <a:lnTo>
                      <a:pt x="67628" y="37624"/>
                    </a:lnTo>
                    <a:lnTo>
                      <a:pt x="68104" y="37814"/>
                    </a:lnTo>
                    <a:lnTo>
                      <a:pt x="69056" y="38481"/>
                    </a:lnTo>
                    <a:lnTo>
                      <a:pt x="70295" y="39053"/>
                    </a:lnTo>
                    <a:lnTo>
                      <a:pt x="71438" y="39053"/>
                    </a:lnTo>
                    <a:lnTo>
                      <a:pt x="72200" y="38195"/>
                    </a:lnTo>
                    <a:lnTo>
                      <a:pt x="71723" y="37147"/>
                    </a:lnTo>
                    <a:close/>
                    <a:moveTo>
                      <a:pt x="54388" y="5810"/>
                    </a:moveTo>
                    <a:lnTo>
                      <a:pt x="54578" y="5144"/>
                    </a:lnTo>
                    <a:lnTo>
                      <a:pt x="55436" y="3048"/>
                    </a:lnTo>
                    <a:lnTo>
                      <a:pt x="55912" y="2381"/>
                    </a:lnTo>
                    <a:lnTo>
                      <a:pt x="57531" y="1619"/>
                    </a:lnTo>
                    <a:lnTo>
                      <a:pt x="58293" y="1048"/>
                    </a:lnTo>
                    <a:lnTo>
                      <a:pt x="58198" y="381"/>
                    </a:lnTo>
                    <a:lnTo>
                      <a:pt x="57245" y="0"/>
                    </a:lnTo>
                    <a:lnTo>
                      <a:pt x="55912" y="190"/>
                    </a:lnTo>
                    <a:lnTo>
                      <a:pt x="49054" y="3048"/>
                    </a:lnTo>
                    <a:lnTo>
                      <a:pt x="40196" y="8382"/>
                    </a:lnTo>
                    <a:lnTo>
                      <a:pt x="38195" y="9620"/>
                    </a:lnTo>
                    <a:lnTo>
                      <a:pt x="31813" y="14669"/>
                    </a:lnTo>
                    <a:lnTo>
                      <a:pt x="29909" y="16573"/>
                    </a:lnTo>
                    <a:lnTo>
                      <a:pt x="29146" y="18097"/>
                    </a:lnTo>
                    <a:lnTo>
                      <a:pt x="28004" y="19145"/>
                    </a:lnTo>
                    <a:lnTo>
                      <a:pt x="26194" y="19812"/>
                    </a:lnTo>
                    <a:lnTo>
                      <a:pt x="20955" y="21717"/>
                    </a:lnTo>
                    <a:lnTo>
                      <a:pt x="17336" y="23717"/>
                    </a:lnTo>
                    <a:lnTo>
                      <a:pt x="13335" y="24479"/>
                    </a:lnTo>
                    <a:lnTo>
                      <a:pt x="0" y="24003"/>
                    </a:lnTo>
                    <a:lnTo>
                      <a:pt x="3429" y="25622"/>
                    </a:lnTo>
                    <a:lnTo>
                      <a:pt x="6287" y="26098"/>
                    </a:lnTo>
                    <a:lnTo>
                      <a:pt x="7429" y="26670"/>
                    </a:lnTo>
                    <a:lnTo>
                      <a:pt x="9144" y="28004"/>
                    </a:lnTo>
                    <a:lnTo>
                      <a:pt x="10478" y="28480"/>
                    </a:lnTo>
                    <a:lnTo>
                      <a:pt x="11144" y="28861"/>
                    </a:lnTo>
                    <a:lnTo>
                      <a:pt x="11525" y="29909"/>
                    </a:lnTo>
                    <a:lnTo>
                      <a:pt x="11811" y="30099"/>
                    </a:lnTo>
                    <a:lnTo>
                      <a:pt x="12573" y="30099"/>
                    </a:lnTo>
                    <a:lnTo>
                      <a:pt x="12954" y="30194"/>
                    </a:lnTo>
                    <a:lnTo>
                      <a:pt x="13049" y="30575"/>
                    </a:lnTo>
                    <a:lnTo>
                      <a:pt x="13049" y="30956"/>
                    </a:lnTo>
                    <a:lnTo>
                      <a:pt x="13240" y="31337"/>
                    </a:lnTo>
                    <a:lnTo>
                      <a:pt x="13811" y="31909"/>
                    </a:lnTo>
                    <a:lnTo>
                      <a:pt x="14097" y="32480"/>
                    </a:lnTo>
                    <a:lnTo>
                      <a:pt x="14478" y="33909"/>
                    </a:lnTo>
                    <a:lnTo>
                      <a:pt x="14478" y="35338"/>
                    </a:lnTo>
                    <a:lnTo>
                      <a:pt x="15240" y="36386"/>
                    </a:lnTo>
                    <a:lnTo>
                      <a:pt x="15621" y="38767"/>
                    </a:lnTo>
                    <a:lnTo>
                      <a:pt x="15430" y="39243"/>
                    </a:lnTo>
                    <a:lnTo>
                      <a:pt x="14669" y="39910"/>
                    </a:lnTo>
                    <a:lnTo>
                      <a:pt x="14478" y="40196"/>
                    </a:lnTo>
                    <a:lnTo>
                      <a:pt x="14573" y="40957"/>
                    </a:lnTo>
                    <a:lnTo>
                      <a:pt x="14859" y="41434"/>
                    </a:lnTo>
                    <a:lnTo>
                      <a:pt x="16669" y="41529"/>
                    </a:lnTo>
                    <a:lnTo>
                      <a:pt x="18955" y="42005"/>
                    </a:lnTo>
                    <a:lnTo>
                      <a:pt x="21146" y="41624"/>
                    </a:lnTo>
                    <a:lnTo>
                      <a:pt x="22098" y="41720"/>
                    </a:lnTo>
                    <a:lnTo>
                      <a:pt x="22765" y="42386"/>
                    </a:lnTo>
                    <a:lnTo>
                      <a:pt x="23908" y="45720"/>
                    </a:lnTo>
                    <a:lnTo>
                      <a:pt x="24384" y="46768"/>
                    </a:lnTo>
                    <a:lnTo>
                      <a:pt x="25146" y="47815"/>
                    </a:lnTo>
                    <a:lnTo>
                      <a:pt x="28480" y="50863"/>
                    </a:lnTo>
                    <a:lnTo>
                      <a:pt x="29623" y="51626"/>
                    </a:lnTo>
                    <a:lnTo>
                      <a:pt x="30004" y="52006"/>
                    </a:lnTo>
                    <a:lnTo>
                      <a:pt x="30289" y="52578"/>
                    </a:lnTo>
                    <a:lnTo>
                      <a:pt x="30671" y="53912"/>
                    </a:lnTo>
                    <a:lnTo>
                      <a:pt x="30956" y="54293"/>
                    </a:lnTo>
                    <a:lnTo>
                      <a:pt x="33147" y="54578"/>
                    </a:lnTo>
                    <a:lnTo>
                      <a:pt x="35623" y="53150"/>
                    </a:lnTo>
                    <a:lnTo>
                      <a:pt x="40481" y="48578"/>
                    </a:lnTo>
                    <a:lnTo>
                      <a:pt x="40862" y="47815"/>
                    </a:lnTo>
                    <a:lnTo>
                      <a:pt x="41148" y="45625"/>
                    </a:lnTo>
                    <a:lnTo>
                      <a:pt x="41529" y="44577"/>
                    </a:lnTo>
                    <a:lnTo>
                      <a:pt x="42767" y="42767"/>
                    </a:lnTo>
                    <a:lnTo>
                      <a:pt x="43148" y="41815"/>
                    </a:lnTo>
                    <a:lnTo>
                      <a:pt x="42958" y="40862"/>
                    </a:lnTo>
                    <a:lnTo>
                      <a:pt x="41338" y="41529"/>
                    </a:lnTo>
                    <a:lnTo>
                      <a:pt x="41338" y="40481"/>
                    </a:lnTo>
                    <a:lnTo>
                      <a:pt x="41624" y="40005"/>
                    </a:lnTo>
                    <a:lnTo>
                      <a:pt x="41910" y="39719"/>
                    </a:lnTo>
                    <a:lnTo>
                      <a:pt x="43148" y="38481"/>
                    </a:lnTo>
                    <a:lnTo>
                      <a:pt x="43720" y="37624"/>
                    </a:lnTo>
                    <a:lnTo>
                      <a:pt x="44101" y="36767"/>
                    </a:lnTo>
                    <a:lnTo>
                      <a:pt x="44577" y="34766"/>
                    </a:lnTo>
                    <a:lnTo>
                      <a:pt x="44672" y="33242"/>
                    </a:lnTo>
                    <a:lnTo>
                      <a:pt x="44291" y="32956"/>
                    </a:lnTo>
                    <a:lnTo>
                      <a:pt x="43529" y="33052"/>
                    </a:lnTo>
                    <a:lnTo>
                      <a:pt x="42481" y="32671"/>
                    </a:lnTo>
                    <a:lnTo>
                      <a:pt x="41529" y="31242"/>
                    </a:lnTo>
                    <a:lnTo>
                      <a:pt x="41243" y="29337"/>
                    </a:lnTo>
                    <a:lnTo>
                      <a:pt x="40958" y="23241"/>
                    </a:lnTo>
                    <a:lnTo>
                      <a:pt x="40767" y="22098"/>
                    </a:lnTo>
                    <a:lnTo>
                      <a:pt x="40481" y="21050"/>
                    </a:lnTo>
                    <a:lnTo>
                      <a:pt x="39434" y="19145"/>
                    </a:lnTo>
                    <a:lnTo>
                      <a:pt x="39053" y="18193"/>
                    </a:lnTo>
                    <a:lnTo>
                      <a:pt x="39053" y="17336"/>
                    </a:lnTo>
                    <a:lnTo>
                      <a:pt x="39148" y="17240"/>
                    </a:lnTo>
                    <a:lnTo>
                      <a:pt x="39624" y="16859"/>
                    </a:lnTo>
                    <a:lnTo>
                      <a:pt x="41529" y="16097"/>
                    </a:lnTo>
                    <a:lnTo>
                      <a:pt x="42386" y="15526"/>
                    </a:lnTo>
                    <a:lnTo>
                      <a:pt x="44101" y="13906"/>
                    </a:lnTo>
                    <a:lnTo>
                      <a:pt x="45053" y="13335"/>
                    </a:lnTo>
                    <a:lnTo>
                      <a:pt x="46196" y="13049"/>
                    </a:lnTo>
                    <a:lnTo>
                      <a:pt x="47149" y="13049"/>
                    </a:lnTo>
                    <a:lnTo>
                      <a:pt x="48101" y="13240"/>
                    </a:lnTo>
                    <a:lnTo>
                      <a:pt x="49054" y="13240"/>
                    </a:lnTo>
                    <a:lnTo>
                      <a:pt x="49911" y="12763"/>
                    </a:lnTo>
                    <a:lnTo>
                      <a:pt x="50292" y="12002"/>
                    </a:lnTo>
                    <a:lnTo>
                      <a:pt x="50292" y="11144"/>
                    </a:lnTo>
                    <a:lnTo>
                      <a:pt x="50483" y="10382"/>
                    </a:lnTo>
                    <a:lnTo>
                      <a:pt x="51721" y="9144"/>
                    </a:lnTo>
                    <a:lnTo>
                      <a:pt x="52197" y="8287"/>
                    </a:lnTo>
                    <a:lnTo>
                      <a:pt x="53816" y="6763"/>
                    </a:lnTo>
                    <a:lnTo>
                      <a:pt x="54388" y="5810"/>
                    </a:lnTo>
                    <a:close/>
                  </a:path>
                </a:pathLst>
              </a:custGeom>
              <a:grpFill/>
              <a:ln w="2381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sp>
          <p:nvSpPr>
            <p:cNvPr id="31" name="Freeform: Shape 35">
              <a:extLst>
                <a:ext uri="{FF2B5EF4-FFF2-40B4-BE49-F238E27FC236}">
                  <a16:creationId xmlns:a16="http://schemas.microsoft.com/office/drawing/2014/main" id="{7FE4B37D-CE77-4DA5-6A1F-DB41EDAD09FD}"/>
                </a:ext>
              </a:extLst>
            </p:cNvPr>
            <p:cNvSpPr/>
            <p:nvPr/>
          </p:nvSpPr>
          <p:spPr>
            <a:xfrm>
              <a:off x="5452300" y="3447669"/>
              <a:ext cx="238125" cy="333375"/>
            </a:xfrm>
            <a:custGeom>
              <a:avLst/>
              <a:gdLst>
                <a:gd name="connsiteX0" fmla="*/ 135636 w 238125"/>
                <a:gd name="connsiteY0" fmla="*/ 268224 h 333375"/>
                <a:gd name="connsiteX1" fmla="*/ 135446 w 238125"/>
                <a:gd name="connsiteY1" fmla="*/ 267938 h 333375"/>
                <a:gd name="connsiteX2" fmla="*/ 135446 w 238125"/>
                <a:gd name="connsiteY2" fmla="*/ 266795 h 333375"/>
                <a:gd name="connsiteX3" fmla="*/ 131921 w 238125"/>
                <a:gd name="connsiteY3" fmla="*/ 269176 h 333375"/>
                <a:gd name="connsiteX4" fmla="*/ 131731 w 238125"/>
                <a:gd name="connsiteY4" fmla="*/ 269462 h 333375"/>
                <a:gd name="connsiteX5" fmla="*/ 131540 w 238125"/>
                <a:gd name="connsiteY5" fmla="*/ 269843 h 333375"/>
                <a:gd name="connsiteX6" fmla="*/ 131445 w 238125"/>
                <a:gd name="connsiteY6" fmla="*/ 270415 h 333375"/>
                <a:gd name="connsiteX7" fmla="*/ 131540 w 238125"/>
                <a:gd name="connsiteY7" fmla="*/ 270891 h 333375"/>
                <a:gd name="connsiteX8" fmla="*/ 131540 w 238125"/>
                <a:gd name="connsiteY8" fmla="*/ 271272 h 333375"/>
                <a:gd name="connsiteX9" fmla="*/ 131159 w 238125"/>
                <a:gd name="connsiteY9" fmla="*/ 271653 h 333375"/>
                <a:gd name="connsiteX10" fmla="*/ 131540 w 238125"/>
                <a:gd name="connsiteY10" fmla="*/ 271939 h 333375"/>
                <a:gd name="connsiteX11" fmla="*/ 131826 w 238125"/>
                <a:gd name="connsiteY11" fmla="*/ 272224 h 333375"/>
                <a:gd name="connsiteX12" fmla="*/ 132302 w 238125"/>
                <a:gd name="connsiteY12" fmla="*/ 272891 h 333375"/>
                <a:gd name="connsiteX13" fmla="*/ 131921 w 238125"/>
                <a:gd name="connsiteY13" fmla="*/ 272986 h 333375"/>
                <a:gd name="connsiteX14" fmla="*/ 131254 w 238125"/>
                <a:gd name="connsiteY14" fmla="*/ 273272 h 333375"/>
                <a:gd name="connsiteX15" fmla="*/ 130874 w 238125"/>
                <a:gd name="connsiteY15" fmla="*/ 273367 h 333375"/>
                <a:gd name="connsiteX16" fmla="*/ 130874 w 238125"/>
                <a:gd name="connsiteY16" fmla="*/ 273748 h 333375"/>
                <a:gd name="connsiteX17" fmla="*/ 131826 w 238125"/>
                <a:gd name="connsiteY17" fmla="*/ 273844 h 333375"/>
                <a:gd name="connsiteX18" fmla="*/ 132874 w 238125"/>
                <a:gd name="connsiteY18" fmla="*/ 273082 h 333375"/>
                <a:gd name="connsiteX19" fmla="*/ 133731 w 238125"/>
                <a:gd name="connsiteY19" fmla="*/ 271843 h 333375"/>
                <a:gd name="connsiteX20" fmla="*/ 134207 w 238125"/>
                <a:gd name="connsiteY20" fmla="*/ 270700 h 333375"/>
                <a:gd name="connsiteX21" fmla="*/ 134588 w 238125"/>
                <a:gd name="connsiteY21" fmla="*/ 270700 h 333375"/>
                <a:gd name="connsiteX22" fmla="*/ 135065 w 238125"/>
                <a:gd name="connsiteY22" fmla="*/ 270986 h 333375"/>
                <a:gd name="connsiteX23" fmla="*/ 135636 w 238125"/>
                <a:gd name="connsiteY23" fmla="*/ 269748 h 333375"/>
                <a:gd name="connsiteX24" fmla="*/ 136493 w 238125"/>
                <a:gd name="connsiteY24" fmla="*/ 269557 h 333375"/>
                <a:gd name="connsiteX25" fmla="*/ 136208 w 238125"/>
                <a:gd name="connsiteY25" fmla="*/ 268700 h 333375"/>
                <a:gd name="connsiteX26" fmla="*/ 135636 w 238125"/>
                <a:gd name="connsiteY26" fmla="*/ 268224 h 333375"/>
                <a:gd name="connsiteX27" fmla="*/ 148114 w 238125"/>
                <a:gd name="connsiteY27" fmla="*/ 240125 h 333375"/>
                <a:gd name="connsiteX28" fmla="*/ 145828 w 238125"/>
                <a:gd name="connsiteY28" fmla="*/ 238030 h 333375"/>
                <a:gd name="connsiteX29" fmla="*/ 144590 w 238125"/>
                <a:gd name="connsiteY29" fmla="*/ 236792 h 333375"/>
                <a:gd name="connsiteX30" fmla="*/ 143923 w 238125"/>
                <a:gd name="connsiteY30" fmla="*/ 235077 h 333375"/>
                <a:gd name="connsiteX31" fmla="*/ 143542 w 238125"/>
                <a:gd name="connsiteY31" fmla="*/ 232315 h 333375"/>
                <a:gd name="connsiteX32" fmla="*/ 142684 w 238125"/>
                <a:gd name="connsiteY32" fmla="*/ 230981 h 333375"/>
                <a:gd name="connsiteX33" fmla="*/ 141827 w 238125"/>
                <a:gd name="connsiteY33" fmla="*/ 229934 h 333375"/>
                <a:gd name="connsiteX34" fmla="*/ 141065 w 238125"/>
                <a:gd name="connsiteY34" fmla="*/ 228600 h 333375"/>
                <a:gd name="connsiteX35" fmla="*/ 140113 w 238125"/>
                <a:gd name="connsiteY35" fmla="*/ 226790 h 333375"/>
                <a:gd name="connsiteX36" fmla="*/ 139446 w 238125"/>
                <a:gd name="connsiteY36" fmla="*/ 225171 h 333375"/>
                <a:gd name="connsiteX37" fmla="*/ 138875 w 238125"/>
                <a:gd name="connsiteY37" fmla="*/ 223171 h 333375"/>
                <a:gd name="connsiteX38" fmla="*/ 138303 w 238125"/>
                <a:gd name="connsiteY38" fmla="*/ 221456 h 333375"/>
                <a:gd name="connsiteX39" fmla="*/ 137255 w 238125"/>
                <a:gd name="connsiteY39" fmla="*/ 221551 h 333375"/>
                <a:gd name="connsiteX40" fmla="*/ 136303 w 238125"/>
                <a:gd name="connsiteY40" fmla="*/ 221742 h 333375"/>
                <a:gd name="connsiteX41" fmla="*/ 135350 w 238125"/>
                <a:gd name="connsiteY41" fmla="*/ 222123 h 333375"/>
                <a:gd name="connsiteX42" fmla="*/ 134779 w 238125"/>
                <a:gd name="connsiteY42" fmla="*/ 222504 h 333375"/>
                <a:gd name="connsiteX43" fmla="*/ 134398 w 238125"/>
                <a:gd name="connsiteY43" fmla="*/ 223171 h 333375"/>
                <a:gd name="connsiteX44" fmla="*/ 133255 w 238125"/>
                <a:gd name="connsiteY44" fmla="*/ 227838 h 333375"/>
                <a:gd name="connsiteX45" fmla="*/ 133159 w 238125"/>
                <a:gd name="connsiteY45" fmla="*/ 229838 h 333375"/>
                <a:gd name="connsiteX46" fmla="*/ 133445 w 238125"/>
                <a:gd name="connsiteY46" fmla="*/ 231934 h 333375"/>
                <a:gd name="connsiteX47" fmla="*/ 134303 w 238125"/>
                <a:gd name="connsiteY47" fmla="*/ 232124 h 333375"/>
                <a:gd name="connsiteX48" fmla="*/ 137255 w 238125"/>
                <a:gd name="connsiteY48" fmla="*/ 234220 h 333375"/>
                <a:gd name="connsiteX49" fmla="*/ 138113 w 238125"/>
                <a:gd name="connsiteY49" fmla="*/ 234982 h 333375"/>
                <a:gd name="connsiteX50" fmla="*/ 138684 w 238125"/>
                <a:gd name="connsiteY50" fmla="*/ 236315 h 333375"/>
                <a:gd name="connsiteX51" fmla="*/ 139255 w 238125"/>
                <a:gd name="connsiteY51" fmla="*/ 239744 h 333375"/>
                <a:gd name="connsiteX52" fmla="*/ 139827 w 238125"/>
                <a:gd name="connsiteY52" fmla="*/ 240792 h 333375"/>
                <a:gd name="connsiteX53" fmla="*/ 139827 w 238125"/>
                <a:gd name="connsiteY53" fmla="*/ 241173 h 333375"/>
                <a:gd name="connsiteX54" fmla="*/ 139637 w 238125"/>
                <a:gd name="connsiteY54" fmla="*/ 241840 h 333375"/>
                <a:gd name="connsiteX55" fmla="*/ 139732 w 238125"/>
                <a:gd name="connsiteY55" fmla="*/ 242983 h 333375"/>
                <a:gd name="connsiteX56" fmla="*/ 140113 w 238125"/>
                <a:gd name="connsiteY56" fmla="*/ 244697 h 333375"/>
                <a:gd name="connsiteX57" fmla="*/ 139827 w 238125"/>
                <a:gd name="connsiteY57" fmla="*/ 245650 h 333375"/>
                <a:gd name="connsiteX58" fmla="*/ 139827 w 238125"/>
                <a:gd name="connsiteY58" fmla="*/ 248984 h 333375"/>
                <a:gd name="connsiteX59" fmla="*/ 139637 w 238125"/>
                <a:gd name="connsiteY59" fmla="*/ 250031 h 333375"/>
                <a:gd name="connsiteX60" fmla="*/ 139351 w 238125"/>
                <a:gd name="connsiteY60" fmla="*/ 250984 h 333375"/>
                <a:gd name="connsiteX61" fmla="*/ 137160 w 238125"/>
                <a:gd name="connsiteY61" fmla="*/ 255746 h 333375"/>
                <a:gd name="connsiteX62" fmla="*/ 136684 w 238125"/>
                <a:gd name="connsiteY62" fmla="*/ 257842 h 333375"/>
                <a:gd name="connsiteX63" fmla="*/ 137255 w 238125"/>
                <a:gd name="connsiteY63" fmla="*/ 259080 h 333375"/>
                <a:gd name="connsiteX64" fmla="*/ 136493 w 238125"/>
                <a:gd name="connsiteY64" fmla="*/ 260318 h 333375"/>
                <a:gd name="connsiteX65" fmla="*/ 135922 w 238125"/>
                <a:gd name="connsiteY65" fmla="*/ 261938 h 333375"/>
                <a:gd name="connsiteX66" fmla="*/ 135731 w 238125"/>
                <a:gd name="connsiteY66" fmla="*/ 263557 h 333375"/>
                <a:gd name="connsiteX67" fmla="*/ 136112 w 238125"/>
                <a:gd name="connsiteY67" fmla="*/ 264700 h 333375"/>
                <a:gd name="connsiteX68" fmla="*/ 136970 w 238125"/>
                <a:gd name="connsiteY68" fmla="*/ 264509 h 333375"/>
                <a:gd name="connsiteX69" fmla="*/ 139922 w 238125"/>
                <a:gd name="connsiteY69" fmla="*/ 260223 h 333375"/>
                <a:gd name="connsiteX70" fmla="*/ 139255 w 238125"/>
                <a:gd name="connsiteY70" fmla="*/ 261747 h 333375"/>
                <a:gd name="connsiteX71" fmla="*/ 138303 w 238125"/>
                <a:gd name="connsiteY71" fmla="*/ 263461 h 333375"/>
                <a:gd name="connsiteX72" fmla="*/ 137636 w 238125"/>
                <a:gd name="connsiteY72" fmla="*/ 265081 h 333375"/>
                <a:gd name="connsiteX73" fmla="*/ 138017 w 238125"/>
                <a:gd name="connsiteY73" fmla="*/ 266319 h 333375"/>
                <a:gd name="connsiteX74" fmla="*/ 138589 w 238125"/>
                <a:gd name="connsiteY74" fmla="*/ 266414 h 333375"/>
                <a:gd name="connsiteX75" fmla="*/ 139255 w 238125"/>
                <a:gd name="connsiteY75" fmla="*/ 266128 h 333375"/>
                <a:gd name="connsiteX76" fmla="*/ 139922 w 238125"/>
                <a:gd name="connsiteY76" fmla="*/ 265747 h 333375"/>
                <a:gd name="connsiteX77" fmla="*/ 140399 w 238125"/>
                <a:gd name="connsiteY77" fmla="*/ 265557 h 333375"/>
                <a:gd name="connsiteX78" fmla="*/ 141732 w 238125"/>
                <a:gd name="connsiteY78" fmla="*/ 263176 h 333375"/>
                <a:gd name="connsiteX79" fmla="*/ 142208 w 238125"/>
                <a:gd name="connsiteY79" fmla="*/ 262890 h 333375"/>
                <a:gd name="connsiteX80" fmla="*/ 143446 w 238125"/>
                <a:gd name="connsiteY80" fmla="*/ 261652 h 333375"/>
                <a:gd name="connsiteX81" fmla="*/ 143732 w 238125"/>
                <a:gd name="connsiteY81" fmla="*/ 262223 h 333375"/>
                <a:gd name="connsiteX82" fmla="*/ 143828 w 238125"/>
                <a:gd name="connsiteY82" fmla="*/ 262509 h 333375"/>
                <a:gd name="connsiteX83" fmla="*/ 144780 w 238125"/>
                <a:gd name="connsiteY83" fmla="*/ 261747 h 333375"/>
                <a:gd name="connsiteX84" fmla="*/ 147542 w 238125"/>
                <a:gd name="connsiteY84" fmla="*/ 257461 h 333375"/>
                <a:gd name="connsiteX85" fmla="*/ 148019 w 238125"/>
                <a:gd name="connsiteY85" fmla="*/ 256032 h 333375"/>
                <a:gd name="connsiteX86" fmla="*/ 147923 w 238125"/>
                <a:gd name="connsiteY86" fmla="*/ 246888 h 333375"/>
                <a:gd name="connsiteX87" fmla="*/ 148971 w 238125"/>
                <a:gd name="connsiteY87" fmla="*/ 241459 h 333375"/>
                <a:gd name="connsiteX88" fmla="*/ 148114 w 238125"/>
                <a:gd name="connsiteY88" fmla="*/ 240125 h 333375"/>
                <a:gd name="connsiteX89" fmla="*/ 138779 w 238125"/>
                <a:gd name="connsiteY89" fmla="*/ 241459 h 333375"/>
                <a:gd name="connsiteX90" fmla="*/ 139351 w 238125"/>
                <a:gd name="connsiteY90" fmla="*/ 241173 h 333375"/>
                <a:gd name="connsiteX91" fmla="*/ 139351 w 238125"/>
                <a:gd name="connsiteY91" fmla="*/ 240030 h 333375"/>
                <a:gd name="connsiteX92" fmla="*/ 139255 w 238125"/>
                <a:gd name="connsiteY92" fmla="*/ 239459 h 333375"/>
                <a:gd name="connsiteX93" fmla="*/ 139065 w 238125"/>
                <a:gd name="connsiteY93" fmla="*/ 238887 h 333375"/>
                <a:gd name="connsiteX94" fmla="*/ 138779 w 238125"/>
                <a:gd name="connsiteY94" fmla="*/ 238887 h 333375"/>
                <a:gd name="connsiteX95" fmla="*/ 138684 w 238125"/>
                <a:gd name="connsiteY95" fmla="*/ 238696 h 333375"/>
                <a:gd name="connsiteX96" fmla="*/ 138398 w 238125"/>
                <a:gd name="connsiteY96" fmla="*/ 242030 h 333375"/>
                <a:gd name="connsiteX97" fmla="*/ 138684 w 238125"/>
                <a:gd name="connsiteY97" fmla="*/ 241649 h 333375"/>
                <a:gd name="connsiteX98" fmla="*/ 138779 w 238125"/>
                <a:gd name="connsiteY98" fmla="*/ 241459 h 333375"/>
                <a:gd name="connsiteX99" fmla="*/ 132969 w 238125"/>
                <a:gd name="connsiteY99" fmla="*/ 221647 h 333375"/>
                <a:gd name="connsiteX100" fmla="*/ 133731 w 238125"/>
                <a:gd name="connsiteY100" fmla="*/ 221361 h 333375"/>
                <a:gd name="connsiteX101" fmla="*/ 135255 w 238125"/>
                <a:gd name="connsiteY101" fmla="*/ 219932 h 333375"/>
                <a:gd name="connsiteX102" fmla="*/ 137255 w 238125"/>
                <a:gd name="connsiteY102" fmla="*/ 220027 h 333375"/>
                <a:gd name="connsiteX103" fmla="*/ 139065 w 238125"/>
                <a:gd name="connsiteY103" fmla="*/ 220409 h 333375"/>
                <a:gd name="connsiteX104" fmla="*/ 139922 w 238125"/>
                <a:gd name="connsiteY104" fmla="*/ 220218 h 333375"/>
                <a:gd name="connsiteX105" fmla="*/ 139160 w 238125"/>
                <a:gd name="connsiteY105" fmla="*/ 219075 h 333375"/>
                <a:gd name="connsiteX106" fmla="*/ 138208 w 238125"/>
                <a:gd name="connsiteY106" fmla="*/ 217932 h 333375"/>
                <a:gd name="connsiteX107" fmla="*/ 137255 w 238125"/>
                <a:gd name="connsiteY107" fmla="*/ 217456 h 333375"/>
                <a:gd name="connsiteX108" fmla="*/ 136208 w 238125"/>
                <a:gd name="connsiteY108" fmla="*/ 216313 h 333375"/>
                <a:gd name="connsiteX109" fmla="*/ 135446 w 238125"/>
                <a:gd name="connsiteY109" fmla="*/ 216027 h 333375"/>
                <a:gd name="connsiteX110" fmla="*/ 133350 w 238125"/>
                <a:gd name="connsiteY110" fmla="*/ 216027 h 333375"/>
                <a:gd name="connsiteX111" fmla="*/ 132874 w 238125"/>
                <a:gd name="connsiteY111" fmla="*/ 216122 h 333375"/>
                <a:gd name="connsiteX112" fmla="*/ 132493 w 238125"/>
                <a:gd name="connsiteY112" fmla="*/ 216884 h 333375"/>
                <a:gd name="connsiteX113" fmla="*/ 131636 w 238125"/>
                <a:gd name="connsiteY113" fmla="*/ 216979 h 333375"/>
                <a:gd name="connsiteX114" fmla="*/ 129826 w 238125"/>
                <a:gd name="connsiteY114" fmla="*/ 216694 h 333375"/>
                <a:gd name="connsiteX115" fmla="*/ 129159 w 238125"/>
                <a:gd name="connsiteY115" fmla="*/ 216979 h 333375"/>
                <a:gd name="connsiteX116" fmla="*/ 128778 w 238125"/>
                <a:gd name="connsiteY116" fmla="*/ 217742 h 333375"/>
                <a:gd name="connsiteX117" fmla="*/ 128588 w 238125"/>
                <a:gd name="connsiteY117" fmla="*/ 218789 h 333375"/>
                <a:gd name="connsiteX118" fmla="*/ 128588 w 238125"/>
                <a:gd name="connsiteY118" fmla="*/ 219837 h 333375"/>
                <a:gd name="connsiteX119" fmla="*/ 128778 w 238125"/>
                <a:gd name="connsiteY119" fmla="*/ 221456 h 333375"/>
                <a:gd name="connsiteX120" fmla="*/ 128683 w 238125"/>
                <a:gd name="connsiteY120" fmla="*/ 221932 h 333375"/>
                <a:gd name="connsiteX121" fmla="*/ 128207 w 238125"/>
                <a:gd name="connsiteY121" fmla="*/ 222599 h 333375"/>
                <a:gd name="connsiteX122" fmla="*/ 129635 w 238125"/>
                <a:gd name="connsiteY122" fmla="*/ 222980 h 333375"/>
                <a:gd name="connsiteX123" fmla="*/ 130112 w 238125"/>
                <a:gd name="connsiteY123" fmla="*/ 223361 h 333375"/>
                <a:gd name="connsiteX124" fmla="*/ 130302 w 238125"/>
                <a:gd name="connsiteY124" fmla="*/ 223933 h 333375"/>
                <a:gd name="connsiteX125" fmla="*/ 130397 w 238125"/>
                <a:gd name="connsiteY125" fmla="*/ 224504 h 333375"/>
                <a:gd name="connsiteX126" fmla="*/ 131064 w 238125"/>
                <a:gd name="connsiteY126" fmla="*/ 225171 h 333375"/>
                <a:gd name="connsiteX127" fmla="*/ 131636 w 238125"/>
                <a:gd name="connsiteY127" fmla="*/ 225838 h 333375"/>
                <a:gd name="connsiteX128" fmla="*/ 132398 w 238125"/>
                <a:gd name="connsiteY128" fmla="*/ 224885 h 333375"/>
                <a:gd name="connsiteX129" fmla="*/ 132112 w 238125"/>
                <a:gd name="connsiteY129" fmla="*/ 224028 h 333375"/>
                <a:gd name="connsiteX130" fmla="*/ 132207 w 238125"/>
                <a:gd name="connsiteY130" fmla="*/ 222599 h 333375"/>
                <a:gd name="connsiteX131" fmla="*/ 132969 w 238125"/>
                <a:gd name="connsiteY131" fmla="*/ 221647 h 333375"/>
                <a:gd name="connsiteX132" fmla="*/ 57531 w 238125"/>
                <a:gd name="connsiteY132" fmla="*/ 278320 h 333375"/>
                <a:gd name="connsiteX133" fmla="*/ 56293 w 238125"/>
                <a:gd name="connsiteY133" fmla="*/ 277654 h 333375"/>
                <a:gd name="connsiteX134" fmla="*/ 55721 w 238125"/>
                <a:gd name="connsiteY134" fmla="*/ 276034 h 333375"/>
                <a:gd name="connsiteX135" fmla="*/ 55245 w 238125"/>
                <a:gd name="connsiteY135" fmla="*/ 272224 h 333375"/>
                <a:gd name="connsiteX136" fmla="*/ 55054 w 238125"/>
                <a:gd name="connsiteY136" fmla="*/ 271463 h 333375"/>
                <a:gd name="connsiteX137" fmla="*/ 54959 w 238125"/>
                <a:gd name="connsiteY137" fmla="*/ 271081 h 333375"/>
                <a:gd name="connsiteX138" fmla="*/ 54769 w 238125"/>
                <a:gd name="connsiteY138" fmla="*/ 270796 h 333375"/>
                <a:gd name="connsiteX139" fmla="*/ 54578 w 238125"/>
                <a:gd name="connsiteY139" fmla="*/ 270605 h 333375"/>
                <a:gd name="connsiteX140" fmla="*/ 54007 w 238125"/>
                <a:gd name="connsiteY140" fmla="*/ 270605 h 333375"/>
                <a:gd name="connsiteX141" fmla="*/ 53912 w 238125"/>
                <a:gd name="connsiteY141" fmla="*/ 271081 h 333375"/>
                <a:gd name="connsiteX142" fmla="*/ 54292 w 238125"/>
                <a:gd name="connsiteY142" fmla="*/ 272034 h 333375"/>
                <a:gd name="connsiteX143" fmla="*/ 54388 w 238125"/>
                <a:gd name="connsiteY143" fmla="*/ 272891 h 333375"/>
                <a:gd name="connsiteX144" fmla="*/ 54959 w 238125"/>
                <a:gd name="connsiteY144" fmla="*/ 274796 h 333375"/>
                <a:gd name="connsiteX145" fmla="*/ 54959 w 238125"/>
                <a:gd name="connsiteY145" fmla="*/ 275844 h 333375"/>
                <a:gd name="connsiteX146" fmla="*/ 54578 w 238125"/>
                <a:gd name="connsiteY146" fmla="*/ 276892 h 333375"/>
                <a:gd name="connsiteX147" fmla="*/ 54197 w 238125"/>
                <a:gd name="connsiteY147" fmla="*/ 277273 h 333375"/>
                <a:gd name="connsiteX148" fmla="*/ 54197 w 238125"/>
                <a:gd name="connsiteY148" fmla="*/ 277463 h 333375"/>
                <a:gd name="connsiteX149" fmla="*/ 56864 w 238125"/>
                <a:gd name="connsiteY149" fmla="*/ 280606 h 333375"/>
                <a:gd name="connsiteX150" fmla="*/ 58483 w 238125"/>
                <a:gd name="connsiteY150" fmla="*/ 281464 h 333375"/>
                <a:gd name="connsiteX151" fmla="*/ 59150 w 238125"/>
                <a:gd name="connsiteY151" fmla="*/ 280511 h 333375"/>
                <a:gd name="connsiteX152" fmla="*/ 58865 w 238125"/>
                <a:gd name="connsiteY152" fmla="*/ 278987 h 333375"/>
                <a:gd name="connsiteX153" fmla="*/ 57531 w 238125"/>
                <a:gd name="connsiteY153" fmla="*/ 278320 h 333375"/>
                <a:gd name="connsiteX154" fmla="*/ 132302 w 238125"/>
                <a:gd name="connsiteY154" fmla="*/ 212122 h 333375"/>
                <a:gd name="connsiteX155" fmla="*/ 133731 w 238125"/>
                <a:gd name="connsiteY155" fmla="*/ 212122 h 333375"/>
                <a:gd name="connsiteX156" fmla="*/ 134303 w 238125"/>
                <a:gd name="connsiteY156" fmla="*/ 212026 h 333375"/>
                <a:gd name="connsiteX157" fmla="*/ 134779 w 238125"/>
                <a:gd name="connsiteY157" fmla="*/ 211836 h 333375"/>
                <a:gd name="connsiteX158" fmla="*/ 134969 w 238125"/>
                <a:gd name="connsiteY158" fmla="*/ 211645 h 333375"/>
                <a:gd name="connsiteX159" fmla="*/ 135160 w 238125"/>
                <a:gd name="connsiteY159" fmla="*/ 211550 h 333375"/>
                <a:gd name="connsiteX160" fmla="*/ 135731 w 238125"/>
                <a:gd name="connsiteY160" fmla="*/ 211741 h 333375"/>
                <a:gd name="connsiteX161" fmla="*/ 136208 w 238125"/>
                <a:gd name="connsiteY161" fmla="*/ 212122 h 333375"/>
                <a:gd name="connsiteX162" fmla="*/ 136874 w 238125"/>
                <a:gd name="connsiteY162" fmla="*/ 213265 h 333375"/>
                <a:gd name="connsiteX163" fmla="*/ 137255 w 238125"/>
                <a:gd name="connsiteY163" fmla="*/ 213646 h 333375"/>
                <a:gd name="connsiteX164" fmla="*/ 137732 w 238125"/>
                <a:gd name="connsiteY164" fmla="*/ 213836 h 333375"/>
                <a:gd name="connsiteX165" fmla="*/ 139351 w 238125"/>
                <a:gd name="connsiteY165" fmla="*/ 214027 h 333375"/>
                <a:gd name="connsiteX166" fmla="*/ 139065 w 238125"/>
                <a:gd name="connsiteY166" fmla="*/ 213455 h 333375"/>
                <a:gd name="connsiteX167" fmla="*/ 138684 w 238125"/>
                <a:gd name="connsiteY167" fmla="*/ 212884 h 333375"/>
                <a:gd name="connsiteX168" fmla="*/ 138113 w 238125"/>
                <a:gd name="connsiteY168" fmla="*/ 212407 h 333375"/>
                <a:gd name="connsiteX169" fmla="*/ 137541 w 238125"/>
                <a:gd name="connsiteY169" fmla="*/ 212026 h 333375"/>
                <a:gd name="connsiteX170" fmla="*/ 138017 w 238125"/>
                <a:gd name="connsiteY170" fmla="*/ 212026 h 333375"/>
                <a:gd name="connsiteX171" fmla="*/ 139351 w 238125"/>
                <a:gd name="connsiteY171" fmla="*/ 212026 h 333375"/>
                <a:gd name="connsiteX172" fmla="*/ 139351 w 238125"/>
                <a:gd name="connsiteY172" fmla="*/ 211645 h 333375"/>
                <a:gd name="connsiteX173" fmla="*/ 138208 w 238125"/>
                <a:gd name="connsiteY173" fmla="*/ 210788 h 333375"/>
                <a:gd name="connsiteX174" fmla="*/ 136208 w 238125"/>
                <a:gd name="connsiteY174" fmla="*/ 208312 h 333375"/>
                <a:gd name="connsiteX175" fmla="*/ 135065 w 238125"/>
                <a:gd name="connsiteY175" fmla="*/ 207359 h 333375"/>
                <a:gd name="connsiteX176" fmla="*/ 133731 w 238125"/>
                <a:gd name="connsiteY176" fmla="*/ 207454 h 333375"/>
                <a:gd name="connsiteX177" fmla="*/ 132017 w 238125"/>
                <a:gd name="connsiteY177" fmla="*/ 208883 h 333375"/>
                <a:gd name="connsiteX178" fmla="*/ 130969 w 238125"/>
                <a:gd name="connsiteY178" fmla="*/ 210693 h 333375"/>
                <a:gd name="connsiteX179" fmla="*/ 131826 w 238125"/>
                <a:gd name="connsiteY179" fmla="*/ 212026 h 333375"/>
                <a:gd name="connsiteX180" fmla="*/ 132302 w 238125"/>
                <a:gd name="connsiteY180" fmla="*/ 212122 h 333375"/>
                <a:gd name="connsiteX181" fmla="*/ 123730 w 238125"/>
                <a:gd name="connsiteY181" fmla="*/ 266319 h 333375"/>
                <a:gd name="connsiteX182" fmla="*/ 122777 w 238125"/>
                <a:gd name="connsiteY182" fmla="*/ 267367 h 333375"/>
                <a:gd name="connsiteX183" fmla="*/ 121634 w 238125"/>
                <a:gd name="connsiteY183" fmla="*/ 269462 h 333375"/>
                <a:gd name="connsiteX184" fmla="*/ 121158 w 238125"/>
                <a:gd name="connsiteY184" fmla="*/ 270700 h 333375"/>
                <a:gd name="connsiteX185" fmla="*/ 120967 w 238125"/>
                <a:gd name="connsiteY185" fmla="*/ 272034 h 333375"/>
                <a:gd name="connsiteX186" fmla="*/ 120967 w 238125"/>
                <a:gd name="connsiteY186" fmla="*/ 274701 h 333375"/>
                <a:gd name="connsiteX187" fmla="*/ 121158 w 238125"/>
                <a:gd name="connsiteY187" fmla="*/ 274796 h 333375"/>
                <a:gd name="connsiteX188" fmla="*/ 121634 w 238125"/>
                <a:gd name="connsiteY188" fmla="*/ 274510 h 333375"/>
                <a:gd name="connsiteX189" fmla="*/ 122111 w 238125"/>
                <a:gd name="connsiteY189" fmla="*/ 273939 h 333375"/>
                <a:gd name="connsiteX190" fmla="*/ 123349 w 238125"/>
                <a:gd name="connsiteY190" fmla="*/ 269557 h 333375"/>
                <a:gd name="connsiteX191" fmla="*/ 124682 w 238125"/>
                <a:gd name="connsiteY191" fmla="*/ 267271 h 333375"/>
                <a:gd name="connsiteX192" fmla="*/ 124873 w 238125"/>
                <a:gd name="connsiteY192" fmla="*/ 266033 h 333375"/>
                <a:gd name="connsiteX193" fmla="*/ 123730 w 238125"/>
                <a:gd name="connsiteY193" fmla="*/ 266319 h 333375"/>
                <a:gd name="connsiteX194" fmla="*/ 132874 w 238125"/>
                <a:gd name="connsiteY194" fmla="*/ 262509 h 333375"/>
                <a:gd name="connsiteX195" fmla="*/ 130969 w 238125"/>
                <a:gd name="connsiteY195" fmla="*/ 264128 h 333375"/>
                <a:gd name="connsiteX196" fmla="*/ 130683 w 238125"/>
                <a:gd name="connsiteY196" fmla="*/ 264605 h 333375"/>
                <a:gd name="connsiteX197" fmla="*/ 130778 w 238125"/>
                <a:gd name="connsiteY197" fmla="*/ 265367 h 333375"/>
                <a:gd name="connsiteX198" fmla="*/ 130969 w 238125"/>
                <a:gd name="connsiteY198" fmla="*/ 266033 h 333375"/>
                <a:gd name="connsiteX199" fmla="*/ 131540 w 238125"/>
                <a:gd name="connsiteY199" fmla="*/ 266319 h 333375"/>
                <a:gd name="connsiteX200" fmla="*/ 132493 w 238125"/>
                <a:gd name="connsiteY200" fmla="*/ 266033 h 333375"/>
                <a:gd name="connsiteX201" fmla="*/ 133636 w 238125"/>
                <a:gd name="connsiteY201" fmla="*/ 264700 h 333375"/>
                <a:gd name="connsiteX202" fmla="*/ 134112 w 238125"/>
                <a:gd name="connsiteY202" fmla="*/ 262795 h 333375"/>
                <a:gd name="connsiteX203" fmla="*/ 134398 w 238125"/>
                <a:gd name="connsiteY203" fmla="*/ 260604 h 333375"/>
                <a:gd name="connsiteX204" fmla="*/ 134969 w 238125"/>
                <a:gd name="connsiteY204" fmla="*/ 258699 h 333375"/>
                <a:gd name="connsiteX205" fmla="*/ 135255 w 238125"/>
                <a:gd name="connsiteY205" fmla="*/ 259366 h 333375"/>
                <a:gd name="connsiteX206" fmla="*/ 135350 w 238125"/>
                <a:gd name="connsiteY206" fmla="*/ 259747 h 333375"/>
                <a:gd name="connsiteX207" fmla="*/ 135350 w 238125"/>
                <a:gd name="connsiteY207" fmla="*/ 260318 h 333375"/>
                <a:gd name="connsiteX208" fmla="*/ 136398 w 238125"/>
                <a:gd name="connsiteY208" fmla="*/ 256794 h 333375"/>
                <a:gd name="connsiteX209" fmla="*/ 135922 w 238125"/>
                <a:gd name="connsiteY209" fmla="*/ 256699 h 333375"/>
                <a:gd name="connsiteX210" fmla="*/ 135350 w 238125"/>
                <a:gd name="connsiteY210" fmla="*/ 257080 h 333375"/>
                <a:gd name="connsiteX211" fmla="*/ 134779 w 238125"/>
                <a:gd name="connsiteY211" fmla="*/ 257651 h 333375"/>
                <a:gd name="connsiteX212" fmla="*/ 134303 w 238125"/>
                <a:gd name="connsiteY212" fmla="*/ 258318 h 333375"/>
                <a:gd name="connsiteX213" fmla="*/ 133636 w 238125"/>
                <a:gd name="connsiteY213" fmla="*/ 258318 h 333375"/>
                <a:gd name="connsiteX214" fmla="*/ 132207 w 238125"/>
                <a:gd name="connsiteY214" fmla="*/ 259842 h 333375"/>
                <a:gd name="connsiteX215" fmla="*/ 131540 w 238125"/>
                <a:gd name="connsiteY215" fmla="*/ 260223 h 333375"/>
                <a:gd name="connsiteX216" fmla="*/ 130588 w 238125"/>
                <a:gd name="connsiteY216" fmla="*/ 260604 h 333375"/>
                <a:gd name="connsiteX217" fmla="*/ 130016 w 238125"/>
                <a:gd name="connsiteY217" fmla="*/ 261556 h 333375"/>
                <a:gd name="connsiteX218" fmla="*/ 129730 w 238125"/>
                <a:gd name="connsiteY218" fmla="*/ 262795 h 333375"/>
                <a:gd name="connsiteX219" fmla="*/ 129635 w 238125"/>
                <a:gd name="connsiteY219" fmla="*/ 264128 h 333375"/>
                <a:gd name="connsiteX220" fmla="*/ 129921 w 238125"/>
                <a:gd name="connsiteY220" fmla="*/ 264128 h 333375"/>
                <a:gd name="connsiteX221" fmla="*/ 130207 w 238125"/>
                <a:gd name="connsiteY221" fmla="*/ 263557 h 333375"/>
                <a:gd name="connsiteX222" fmla="*/ 132493 w 238125"/>
                <a:gd name="connsiteY222" fmla="*/ 262223 h 333375"/>
                <a:gd name="connsiteX223" fmla="*/ 132874 w 238125"/>
                <a:gd name="connsiteY223" fmla="*/ 262509 h 333375"/>
                <a:gd name="connsiteX224" fmla="*/ 127063 w 238125"/>
                <a:gd name="connsiteY224" fmla="*/ 263652 h 333375"/>
                <a:gd name="connsiteX225" fmla="*/ 126683 w 238125"/>
                <a:gd name="connsiteY225" fmla="*/ 263271 h 333375"/>
                <a:gd name="connsiteX226" fmla="*/ 126016 w 238125"/>
                <a:gd name="connsiteY226" fmla="*/ 263842 h 333375"/>
                <a:gd name="connsiteX227" fmla="*/ 125825 w 238125"/>
                <a:gd name="connsiteY227" fmla="*/ 264414 h 333375"/>
                <a:gd name="connsiteX228" fmla="*/ 125921 w 238125"/>
                <a:gd name="connsiteY228" fmla="*/ 266224 h 333375"/>
                <a:gd name="connsiteX229" fmla="*/ 125825 w 238125"/>
                <a:gd name="connsiteY229" fmla="*/ 267462 h 333375"/>
                <a:gd name="connsiteX230" fmla="*/ 125540 w 238125"/>
                <a:gd name="connsiteY230" fmla="*/ 268224 h 333375"/>
                <a:gd name="connsiteX231" fmla="*/ 125158 w 238125"/>
                <a:gd name="connsiteY231" fmla="*/ 268795 h 333375"/>
                <a:gd name="connsiteX232" fmla="*/ 124873 w 238125"/>
                <a:gd name="connsiteY232" fmla="*/ 269557 h 333375"/>
                <a:gd name="connsiteX233" fmla="*/ 124873 w 238125"/>
                <a:gd name="connsiteY233" fmla="*/ 270510 h 333375"/>
                <a:gd name="connsiteX234" fmla="*/ 125254 w 238125"/>
                <a:gd name="connsiteY234" fmla="*/ 271367 h 333375"/>
                <a:gd name="connsiteX235" fmla="*/ 125921 w 238125"/>
                <a:gd name="connsiteY235" fmla="*/ 271748 h 333375"/>
                <a:gd name="connsiteX236" fmla="*/ 126778 w 238125"/>
                <a:gd name="connsiteY236" fmla="*/ 271367 h 333375"/>
                <a:gd name="connsiteX237" fmla="*/ 128016 w 238125"/>
                <a:gd name="connsiteY237" fmla="*/ 269938 h 333375"/>
                <a:gd name="connsiteX238" fmla="*/ 129159 w 238125"/>
                <a:gd name="connsiteY238" fmla="*/ 269272 h 333375"/>
                <a:gd name="connsiteX239" fmla="*/ 129635 w 238125"/>
                <a:gd name="connsiteY239" fmla="*/ 267462 h 333375"/>
                <a:gd name="connsiteX240" fmla="*/ 128969 w 238125"/>
                <a:gd name="connsiteY240" fmla="*/ 265938 h 333375"/>
                <a:gd name="connsiteX241" fmla="*/ 127063 w 238125"/>
                <a:gd name="connsiteY241" fmla="*/ 263652 h 333375"/>
                <a:gd name="connsiteX242" fmla="*/ 124206 w 238125"/>
                <a:gd name="connsiteY242" fmla="*/ 264700 h 333375"/>
                <a:gd name="connsiteX243" fmla="*/ 124587 w 238125"/>
                <a:gd name="connsiteY243" fmla="*/ 263271 h 333375"/>
                <a:gd name="connsiteX244" fmla="*/ 123825 w 238125"/>
                <a:gd name="connsiteY244" fmla="*/ 263366 h 333375"/>
                <a:gd name="connsiteX245" fmla="*/ 123063 w 238125"/>
                <a:gd name="connsiteY245" fmla="*/ 264700 h 333375"/>
                <a:gd name="connsiteX246" fmla="*/ 122396 w 238125"/>
                <a:gd name="connsiteY246" fmla="*/ 266319 h 333375"/>
                <a:gd name="connsiteX247" fmla="*/ 122111 w 238125"/>
                <a:gd name="connsiteY247" fmla="*/ 267557 h 333375"/>
                <a:gd name="connsiteX248" fmla="*/ 122492 w 238125"/>
                <a:gd name="connsiteY248" fmla="*/ 267557 h 333375"/>
                <a:gd name="connsiteX249" fmla="*/ 122873 w 238125"/>
                <a:gd name="connsiteY249" fmla="*/ 266414 h 333375"/>
                <a:gd name="connsiteX250" fmla="*/ 124206 w 238125"/>
                <a:gd name="connsiteY250" fmla="*/ 264700 h 333375"/>
                <a:gd name="connsiteX251" fmla="*/ 136779 w 238125"/>
                <a:gd name="connsiteY251" fmla="*/ 240792 h 333375"/>
                <a:gd name="connsiteX252" fmla="*/ 136493 w 238125"/>
                <a:gd name="connsiteY252" fmla="*/ 240601 h 333375"/>
                <a:gd name="connsiteX253" fmla="*/ 136112 w 238125"/>
                <a:gd name="connsiteY253" fmla="*/ 240506 h 333375"/>
                <a:gd name="connsiteX254" fmla="*/ 135826 w 238125"/>
                <a:gd name="connsiteY254" fmla="*/ 240601 h 333375"/>
                <a:gd name="connsiteX255" fmla="*/ 135731 w 238125"/>
                <a:gd name="connsiteY255" fmla="*/ 240982 h 333375"/>
                <a:gd name="connsiteX256" fmla="*/ 135826 w 238125"/>
                <a:gd name="connsiteY256" fmla="*/ 241744 h 333375"/>
                <a:gd name="connsiteX257" fmla="*/ 136112 w 238125"/>
                <a:gd name="connsiteY257" fmla="*/ 241840 h 333375"/>
                <a:gd name="connsiteX258" fmla="*/ 136493 w 238125"/>
                <a:gd name="connsiteY258" fmla="*/ 241744 h 333375"/>
                <a:gd name="connsiteX259" fmla="*/ 136779 w 238125"/>
                <a:gd name="connsiteY259" fmla="*/ 241935 h 333375"/>
                <a:gd name="connsiteX260" fmla="*/ 137160 w 238125"/>
                <a:gd name="connsiteY260" fmla="*/ 242983 h 333375"/>
                <a:gd name="connsiteX261" fmla="*/ 137541 w 238125"/>
                <a:gd name="connsiteY261" fmla="*/ 245173 h 333375"/>
                <a:gd name="connsiteX262" fmla="*/ 137922 w 238125"/>
                <a:gd name="connsiteY262" fmla="*/ 246221 h 333375"/>
                <a:gd name="connsiteX263" fmla="*/ 137541 w 238125"/>
                <a:gd name="connsiteY263" fmla="*/ 246221 h 333375"/>
                <a:gd name="connsiteX264" fmla="*/ 137636 w 238125"/>
                <a:gd name="connsiteY264" fmla="*/ 246793 h 333375"/>
                <a:gd name="connsiteX265" fmla="*/ 137636 w 238125"/>
                <a:gd name="connsiteY265" fmla="*/ 247459 h 333375"/>
                <a:gd name="connsiteX266" fmla="*/ 137732 w 238125"/>
                <a:gd name="connsiteY266" fmla="*/ 248031 h 333375"/>
                <a:gd name="connsiteX267" fmla="*/ 138017 w 238125"/>
                <a:gd name="connsiteY267" fmla="*/ 248507 h 333375"/>
                <a:gd name="connsiteX268" fmla="*/ 138398 w 238125"/>
                <a:gd name="connsiteY268" fmla="*/ 247555 h 333375"/>
                <a:gd name="connsiteX269" fmla="*/ 138017 w 238125"/>
                <a:gd name="connsiteY269" fmla="*/ 245269 h 333375"/>
                <a:gd name="connsiteX270" fmla="*/ 138398 w 238125"/>
                <a:gd name="connsiteY270" fmla="*/ 244221 h 333375"/>
                <a:gd name="connsiteX271" fmla="*/ 138589 w 238125"/>
                <a:gd name="connsiteY271" fmla="*/ 244697 h 333375"/>
                <a:gd name="connsiteX272" fmla="*/ 139160 w 238125"/>
                <a:gd name="connsiteY272" fmla="*/ 245840 h 333375"/>
                <a:gd name="connsiteX273" fmla="*/ 139065 w 238125"/>
                <a:gd name="connsiteY273" fmla="*/ 244507 h 333375"/>
                <a:gd name="connsiteX274" fmla="*/ 138494 w 238125"/>
                <a:gd name="connsiteY274" fmla="*/ 242888 h 333375"/>
                <a:gd name="connsiteX275" fmla="*/ 137732 w 238125"/>
                <a:gd name="connsiteY275" fmla="*/ 241554 h 333375"/>
                <a:gd name="connsiteX276" fmla="*/ 136779 w 238125"/>
                <a:gd name="connsiteY276" fmla="*/ 240792 h 333375"/>
                <a:gd name="connsiteX277" fmla="*/ 207931 w 238125"/>
                <a:gd name="connsiteY277" fmla="*/ 292894 h 333375"/>
                <a:gd name="connsiteX278" fmla="*/ 208026 w 238125"/>
                <a:gd name="connsiteY278" fmla="*/ 291655 h 333375"/>
                <a:gd name="connsiteX279" fmla="*/ 208502 w 238125"/>
                <a:gd name="connsiteY279" fmla="*/ 289274 h 333375"/>
                <a:gd name="connsiteX280" fmla="*/ 208598 w 238125"/>
                <a:gd name="connsiteY280" fmla="*/ 288036 h 333375"/>
                <a:gd name="connsiteX281" fmla="*/ 208121 w 238125"/>
                <a:gd name="connsiteY281" fmla="*/ 285845 h 333375"/>
                <a:gd name="connsiteX282" fmla="*/ 206216 w 238125"/>
                <a:gd name="connsiteY282" fmla="*/ 282130 h 333375"/>
                <a:gd name="connsiteX283" fmla="*/ 206026 w 238125"/>
                <a:gd name="connsiteY283" fmla="*/ 279559 h 333375"/>
                <a:gd name="connsiteX284" fmla="*/ 206026 w 238125"/>
                <a:gd name="connsiteY284" fmla="*/ 279273 h 333375"/>
                <a:gd name="connsiteX285" fmla="*/ 206026 w 238125"/>
                <a:gd name="connsiteY285" fmla="*/ 278320 h 333375"/>
                <a:gd name="connsiteX286" fmla="*/ 205169 w 238125"/>
                <a:gd name="connsiteY286" fmla="*/ 278606 h 333375"/>
                <a:gd name="connsiteX287" fmla="*/ 204216 w 238125"/>
                <a:gd name="connsiteY287" fmla="*/ 278701 h 333375"/>
                <a:gd name="connsiteX288" fmla="*/ 204597 w 238125"/>
                <a:gd name="connsiteY288" fmla="*/ 279940 h 333375"/>
                <a:gd name="connsiteX289" fmla="*/ 204692 w 238125"/>
                <a:gd name="connsiteY289" fmla="*/ 281368 h 333375"/>
                <a:gd name="connsiteX290" fmla="*/ 204407 w 238125"/>
                <a:gd name="connsiteY290" fmla="*/ 282702 h 333375"/>
                <a:gd name="connsiteX291" fmla="*/ 203549 w 238125"/>
                <a:gd name="connsiteY291" fmla="*/ 283750 h 333375"/>
                <a:gd name="connsiteX292" fmla="*/ 203740 w 238125"/>
                <a:gd name="connsiteY292" fmla="*/ 282988 h 333375"/>
                <a:gd name="connsiteX293" fmla="*/ 204121 w 238125"/>
                <a:gd name="connsiteY293" fmla="*/ 282130 h 333375"/>
                <a:gd name="connsiteX294" fmla="*/ 204407 w 238125"/>
                <a:gd name="connsiteY294" fmla="*/ 281273 h 333375"/>
                <a:gd name="connsiteX295" fmla="*/ 204121 w 238125"/>
                <a:gd name="connsiteY295" fmla="*/ 280511 h 333375"/>
                <a:gd name="connsiteX296" fmla="*/ 203359 w 238125"/>
                <a:gd name="connsiteY296" fmla="*/ 279940 h 333375"/>
                <a:gd name="connsiteX297" fmla="*/ 202787 w 238125"/>
                <a:gd name="connsiteY297" fmla="*/ 279844 h 333375"/>
                <a:gd name="connsiteX298" fmla="*/ 202311 w 238125"/>
                <a:gd name="connsiteY298" fmla="*/ 280321 h 333375"/>
                <a:gd name="connsiteX299" fmla="*/ 201835 w 238125"/>
                <a:gd name="connsiteY299" fmla="*/ 281464 h 333375"/>
                <a:gd name="connsiteX300" fmla="*/ 201549 w 238125"/>
                <a:gd name="connsiteY300" fmla="*/ 283559 h 333375"/>
                <a:gd name="connsiteX301" fmla="*/ 202692 w 238125"/>
                <a:gd name="connsiteY301" fmla="*/ 287274 h 333375"/>
                <a:gd name="connsiteX302" fmla="*/ 202978 w 238125"/>
                <a:gd name="connsiteY302" fmla="*/ 289560 h 333375"/>
                <a:gd name="connsiteX303" fmla="*/ 202978 w 238125"/>
                <a:gd name="connsiteY303" fmla="*/ 290893 h 333375"/>
                <a:gd name="connsiteX304" fmla="*/ 202883 w 238125"/>
                <a:gd name="connsiteY304" fmla="*/ 291465 h 333375"/>
                <a:gd name="connsiteX305" fmla="*/ 202025 w 238125"/>
                <a:gd name="connsiteY305" fmla="*/ 292608 h 333375"/>
                <a:gd name="connsiteX306" fmla="*/ 202025 w 238125"/>
                <a:gd name="connsiteY306" fmla="*/ 292989 h 333375"/>
                <a:gd name="connsiteX307" fmla="*/ 202216 w 238125"/>
                <a:gd name="connsiteY307" fmla="*/ 293370 h 333375"/>
                <a:gd name="connsiteX308" fmla="*/ 202406 w 238125"/>
                <a:gd name="connsiteY308" fmla="*/ 294322 h 333375"/>
                <a:gd name="connsiteX309" fmla="*/ 202692 w 238125"/>
                <a:gd name="connsiteY309" fmla="*/ 294799 h 333375"/>
                <a:gd name="connsiteX310" fmla="*/ 203168 w 238125"/>
                <a:gd name="connsiteY310" fmla="*/ 295084 h 333375"/>
                <a:gd name="connsiteX311" fmla="*/ 203740 w 238125"/>
                <a:gd name="connsiteY311" fmla="*/ 295084 h 333375"/>
                <a:gd name="connsiteX312" fmla="*/ 204407 w 238125"/>
                <a:gd name="connsiteY312" fmla="*/ 294703 h 333375"/>
                <a:gd name="connsiteX313" fmla="*/ 204407 w 238125"/>
                <a:gd name="connsiteY313" fmla="*/ 294227 h 333375"/>
                <a:gd name="connsiteX314" fmla="*/ 204121 w 238125"/>
                <a:gd name="connsiteY314" fmla="*/ 293846 h 333375"/>
                <a:gd name="connsiteX315" fmla="*/ 204121 w 238125"/>
                <a:gd name="connsiteY315" fmla="*/ 293560 h 333375"/>
                <a:gd name="connsiteX316" fmla="*/ 205169 w 238125"/>
                <a:gd name="connsiteY316" fmla="*/ 293370 h 333375"/>
                <a:gd name="connsiteX317" fmla="*/ 206502 w 238125"/>
                <a:gd name="connsiteY317" fmla="*/ 293560 h 333375"/>
                <a:gd name="connsiteX318" fmla="*/ 207645 w 238125"/>
                <a:gd name="connsiteY318" fmla="*/ 293560 h 333375"/>
                <a:gd name="connsiteX319" fmla="*/ 207931 w 238125"/>
                <a:gd name="connsiteY319" fmla="*/ 292894 h 333375"/>
                <a:gd name="connsiteX320" fmla="*/ 202692 w 238125"/>
                <a:gd name="connsiteY320" fmla="*/ 275939 h 333375"/>
                <a:gd name="connsiteX321" fmla="*/ 203454 w 238125"/>
                <a:gd name="connsiteY321" fmla="*/ 274510 h 333375"/>
                <a:gd name="connsiteX322" fmla="*/ 203645 w 238125"/>
                <a:gd name="connsiteY322" fmla="*/ 273653 h 333375"/>
                <a:gd name="connsiteX323" fmla="*/ 203549 w 238125"/>
                <a:gd name="connsiteY323" fmla="*/ 272891 h 333375"/>
                <a:gd name="connsiteX324" fmla="*/ 202883 w 238125"/>
                <a:gd name="connsiteY324" fmla="*/ 270796 h 333375"/>
                <a:gd name="connsiteX325" fmla="*/ 202787 w 238125"/>
                <a:gd name="connsiteY325" fmla="*/ 270319 h 333375"/>
                <a:gd name="connsiteX326" fmla="*/ 202692 w 238125"/>
                <a:gd name="connsiteY326" fmla="*/ 270129 h 333375"/>
                <a:gd name="connsiteX327" fmla="*/ 202501 w 238125"/>
                <a:gd name="connsiteY327" fmla="*/ 269938 h 333375"/>
                <a:gd name="connsiteX328" fmla="*/ 201263 w 238125"/>
                <a:gd name="connsiteY328" fmla="*/ 271367 h 333375"/>
                <a:gd name="connsiteX329" fmla="*/ 200882 w 238125"/>
                <a:gd name="connsiteY329" fmla="*/ 272129 h 333375"/>
                <a:gd name="connsiteX330" fmla="*/ 200692 w 238125"/>
                <a:gd name="connsiteY330" fmla="*/ 273082 h 333375"/>
                <a:gd name="connsiteX331" fmla="*/ 201073 w 238125"/>
                <a:gd name="connsiteY331" fmla="*/ 275939 h 333375"/>
                <a:gd name="connsiteX332" fmla="*/ 200216 w 238125"/>
                <a:gd name="connsiteY332" fmla="*/ 280606 h 333375"/>
                <a:gd name="connsiteX333" fmla="*/ 200692 w 238125"/>
                <a:gd name="connsiteY333" fmla="*/ 281559 h 333375"/>
                <a:gd name="connsiteX334" fmla="*/ 201168 w 238125"/>
                <a:gd name="connsiteY334" fmla="*/ 280988 h 333375"/>
                <a:gd name="connsiteX335" fmla="*/ 202311 w 238125"/>
                <a:gd name="connsiteY335" fmla="*/ 277939 h 333375"/>
                <a:gd name="connsiteX336" fmla="*/ 202692 w 238125"/>
                <a:gd name="connsiteY336" fmla="*/ 275939 h 333375"/>
                <a:gd name="connsiteX337" fmla="*/ 132588 w 238125"/>
                <a:gd name="connsiteY337" fmla="*/ 189357 h 333375"/>
                <a:gd name="connsiteX338" fmla="*/ 130112 w 238125"/>
                <a:gd name="connsiteY338" fmla="*/ 188023 h 333375"/>
                <a:gd name="connsiteX339" fmla="*/ 128207 w 238125"/>
                <a:gd name="connsiteY339" fmla="*/ 187357 h 333375"/>
                <a:gd name="connsiteX340" fmla="*/ 126873 w 238125"/>
                <a:gd name="connsiteY340" fmla="*/ 187357 h 333375"/>
                <a:gd name="connsiteX341" fmla="*/ 126683 w 238125"/>
                <a:gd name="connsiteY341" fmla="*/ 187833 h 333375"/>
                <a:gd name="connsiteX342" fmla="*/ 127254 w 238125"/>
                <a:gd name="connsiteY342" fmla="*/ 188690 h 333375"/>
                <a:gd name="connsiteX343" fmla="*/ 128873 w 238125"/>
                <a:gd name="connsiteY343" fmla="*/ 190405 h 333375"/>
                <a:gd name="connsiteX344" fmla="*/ 129826 w 238125"/>
                <a:gd name="connsiteY344" fmla="*/ 191167 h 333375"/>
                <a:gd name="connsiteX345" fmla="*/ 130874 w 238125"/>
                <a:gd name="connsiteY345" fmla="*/ 191452 h 333375"/>
                <a:gd name="connsiteX346" fmla="*/ 131826 w 238125"/>
                <a:gd name="connsiteY346" fmla="*/ 190976 h 333375"/>
                <a:gd name="connsiteX347" fmla="*/ 132112 w 238125"/>
                <a:gd name="connsiteY347" fmla="*/ 190309 h 333375"/>
                <a:gd name="connsiteX348" fmla="*/ 133159 w 238125"/>
                <a:gd name="connsiteY348" fmla="*/ 190690 h 333375"/>
                <a:gd name="connsiteX349" fmla="*/ 135065 w 238125"/>
                <a:gd name="connsiteY349" fmla="*/ 192119 h 333375"/>
                <a:gd name="connsiteX350" fmla="*/ 134588 w 238125"/>
                <a:gd name="connsiteY350" fmla="*/ 190881 h 333375"/>
                <a:gd name="connsiteX351" fmla="*/ 132588 w 238125"/>
                <a:gd name="connsiteY351" fmla="*/ 189357 h 333375"/>
                <a:gd name="connsiteX352" fmla="*/ 243269 w 238125"/>
                <a:gd name="connsiteY352" fmla="*/ 304990 h 333375"/>
                <a:gd name="connsiteX353" fmla="*/ 243173 w 238125"/>
                <a:gd name="connsiteY353" fmla="*/ 304419 h 333375"/>
                <a:gd name="connsiteX354" fmla="*/ 241268 w 238125"/>
                <a:gd name="connsiteY354" fmla="*/ 298704 h 333375"/>
                <a:gd name="connsiteX355" fmla="*/ 240697 w 238125"/>
                <a:gd name="connsiteY355" fmla="*/ 295846 h 333375"/>
                <a:gd name="connsiteX356" fmla="*/ 240601 w 238125"/>
                <a:gd name="connsiteY356" fmla="*/ 294418 h 333375"/>
                <a:gd name="connsiteX357" fmla="*/ 239840 w 238125"/>
                <a:gd name="connsiteY357" fmla="*/ 280988 h 333375"/>
                <a:gd name="connsiteX358" fmla="*/ 240792 w 238125"/>
                <a:gd name="connsiteY358" fmla="*/ 272320 h 333375"/>
                <a:gd name="connsiteX359" fmla="*/ 240601 w 238125"/>
                <a:gd name="connsiteY359" fmla="*/ 270605 h 333375"/>
                <a:gd name="connsiteX360" fmla="*/ 239840 w 238125"/>
                <a:gd name="connsiteY360" fmla="*/ 267176 h 333375"/>
                <a:gd name="connsiteX361" fmla="*/ 239840 w 238125"/>
                <a:gd name="connsiteY361" fmla="*/ 266700 h 333375"/>
                <a:gd name="connsiteX362" fmla="*/ 239744 w 238125"/>
                <a:gd name="connsiteY362" fmla="*/ 266224 h 333375"/>
                <a:gd name="connsiteX363" fmla="*/ 239078 w 238125"/>
                <a:gd name="connsiteY363" fmla="*/ 262509 h 333375"/>
                <a:gd name="connsiteX364" fmla="*/ 237839 w 238125"/>
                <a:gd name="connsiteY364" fmla="*/ 258699 h 333375"/>
                <a:gd name="connsiteX365" fmla="*/ 238506 w 238125"/>
                <a:gd name="connsiteY365" fmla="*/ 258127 h 333375"/>
                <a:gd name="connsiteX366" fmla="*/ 239268 w 238125"/>
                <a:gd name="connsiteY366" fmla="*/ 258127 h 333375"/>
                <a:gd name="connsiteX367" fmla="*/ 239840 w 238125"/>
                <a:gd name="connsiteY367" fmla="*/ 257842 h 333375"/>
                <a:gd name="connsiteX368" fmla="*/ 239935 w 238125"/>
                <a:gd name="connsiteY368" fmla="*/ 256413 h 333375"/>
                <a:gd name="connsiteX369" fmla="*/ 236887 w 238125"/>
                <a:gd name="connsiteY369" fmla="*/ 237934 h 333375"/>
                <a:gd name="connsiteX370" fmla="*/ 236792 w 238125"/>
                <a:gd name="connsiteY370" fmla="*/ 236982 h 333375"/>
                <a:gd name="connsiteX371" fmla="*/ 236125 w 238125"/>
                <a:gd name="connsiteY371" fmla="*/ 235172 h 333375"/>
                <a:gd name="connsiteX372" fmla="*/ 235934 w 238125"/>
                <a:gd name="connsiteY372" fmla="*/ 234220 h 333375"/>
                <a:gd name="connsiteX373" fmla="*/ 236029 w 238125"/>
                <a:gd name="connsiteY373" fmla="*/ 230886 h 333375"/>
                <a:gd name="connsiteX374" fmla="*/ 235649 w 238125"/>
                <a:gd name="connsiteY374" fmla="*/ 226504 h 333375"/>
                <a:gd name="connsiteX375" fmla="*/ 235458 w 238125"/>
                <a:gd name="connsiteY375" fmla="*/ 225647 h 333375"/>
                <a:gd name="connsiteX376" fmla="*/ 234887 w 238125"/>
                <a:gd name="connsiteY376" fmla="*/ 224790 h 333375"/>
                <a:gd name="connsiteX377" fmla="*/ 233458 w 238125"/>
                <a:gd name="connsiteY377" fmla="*/ 223552 h 333375"/>
                <a:gd name="connsiteX378" fmla="*/ 232886 w 238125"/>
                <a:gd name="connsiteY378" fmla="*/ 222694 h 333375"/>
                <a:gd name="connsiteX379" fmla="*/ 232505 w 238125"/>
                <a:gd name="connsiteY379" fmla="*/ 220980 h 333375"/>
                <a:gd name="connsiteX380" fmla="*/ 232029 w 238125"/>
                <a:gd name="connsiteY380" fmla="*/ 216598 h 333375"/>
                <a:gd name="connsiteX381" fmla="*/ 231267 w 238125"/>
                <a:gd name="connsiteY381" fmla="*/ 215646 h 333375"/>
                <a:gd name="connsiteX382" fmla="*/ 229553 w 238125"/>
                <a:gd name="connsiteY382" fmla="*/ 214979 h 333375"/>
                <a:gd name="connsiteX383" fmla="*/ 228600 w 238125"/>
                <a:gd name="connsiteY383" fmla="*/ 213455 h 333375"/>
                <a:gd name="connsiteX384" fmla="*/ 228219 w 238125"/>
                <a:gd name="connsiteY384" fmla="*/ 211550 h 333375"/>
                <a:gd name="connsiteX385" fmla="*/ 228219 w 238125"/>
                <a:gd name="connsiteY385" fmla="*/ 207645 h 333375"/>
                <a:gd name="connsiteX386" fmla="*/ 226886 w 238125"/>
                <a:gd name="connsiteY386" fmla="*/ 199549 h 333375"/>
                <a:gd name="connsiteX387" fmla="*/ 226981 w 238125"/>
                <a:gd name="connsiteY387" fmla="*/ 197263 h 333375"/>
                <a:gd name="connsiteX388" fmla="*/ 227171 w 238125"/>
                <a:gd name="connsiteY388" fmla="*/ 196405 h 333375"/>
                <a:gd name="connsiteX389" fmla="*/ 228124 w 238125"/>
                <a:gd name="connsiteY389" fmla="*/ 194405 h 333375"/>
                <a:gd name="connsiteX390" fmla="*/ 228505 w 238125"/>
                <a:gd name="connsiteY390" fmla="*/ 193357 h 333375"/>
                <a:gd name="connsiteX391" fmla="*/ 228505 w 238125"/>
                <a:gd name="connsiteY391" fmla="*/ 192786 h 333375"/>
                <a:gd name="connsiteX392" fmla="*/ 228219 w 238125"/>
                <a:gd name="connsiteY392" fmla="*/ 192214 h 333375"/>
                <a:gd name="connsiteX393" fmla="*/ 227933 w 238125"/>
                <a:gd name="connsiteY393" fmla="*/ 191262 h 333375"/>
                <a:gd name="connsiteX394" fmla="*/ 227933 w 238125"/>
                <a:gd name="connsiteY394" fmla="*/ 190690 h 333375"/>
                <a:gd name="connsiteX395" fmla="*/ 228124 w 238125"/>
                <a:gd name="connsiteY395" fmla="*/ 189547 h 333375"/>
                <a:gd name="connsiteX396" fmla="*/ 228029 w 238125"/>
                <a:gd name="connsiteY396" fmla="*/ 189071 h 333375"/>
                <a:gd name="connsiteX397" fmla="*/ 227838 w 238125"/>
                <a:gd name="connsiteY397" fmla="*/ 188785 h 333375"/>
                <a:gd name="connsiteX398" fmla="*/ 227171 w 238125"/>
                <a:gd name="connsiteY398" fmla="*/ 188214 h 333375"/>
                <a:gd name="connsiteX399" fmla="*/ 226886 w 238125"/>
                <a:gd name="connsiteY399" fmla="*/ 187833 h 333375"/>
                <a:gd name="connsiteX400" fmla="*/ 226790 w 238125"/>
                <a:gd name="connsiteY400" fmla="*/ 187452 h 333375"/>
                <a:gd name="connsiteX401" fmla="*/ 226886 w 238125"/>
                <a:gd name="connsiteY401" fmla="*/ 186690 h 333375"/>
                <a:gd name="connsiteX402" fmla="*/ 226790 w 238125"/>
                <a:gd name="connsiteY402" fmla="*/ 186309 h 333375"/>
                <a:gd name="connsiteX403" fmla="*/ 226504 w 238125"/>
                <a:gd name="connsiteY403" fmla="*/ 185833 h 333375"/>
                <a:gd name="connsiteX404" fmla="*/ 225838 w 238125"/>
                <a:gd name="connsiteY404" fmla="*/ 185166 h 333375"/>
                <a:gd name="connsiteX405" fmla="*/ 225552 w 238125"/>
                <a:gd name="connsiteY405" fmla="*/ 184690 h 333375"/>
                <a:gd name="connsiteX406" fmla="*/ 225266 w 238125"/>
                <a:gd name="connsiteY406" fmla="*/ 183832 h 333375"/>
                <a:gd name="connsiteX407" fmla="*/ 224980 w 238125"/>
                <a:gd name="connsiteY407" fmla="*/ 181070 h 333375"/>
                <a:gd name="connsiteX408" fmla="*/ 222980 w 238125"/>
                <a:gd name="connsiteY408" fmla="*/ 174593 h 333375"/>
                <a:gd name="connsiteX409" fmla="*/ 222790 w 238125"/>
                <a:gd name="connsiteY409" fmla="*/ 172688 h 333375"/>
                <a:gd name="connsiteX410" fmla="*/ 223361 w 238125"/>
                <a:gd name="connsiteY410" fmla="*/ 170307 h 333375"/>
                <a:gd name="connsiteX411" fmla="*/ 223266 w 238125"/>
                <a:gd name="connsiteY411" fmla="*/ 169259 h 333375"/>
                <a:gd name="connsiteX412" fmla="*/ 223266 w 238125"/>
                <a:gd name="connsiteY412" fmla="*/ 169069 h 333375"/>
                <a:gd name="connsiteX413" fmla="*/ 222218 w 238125"/>
                <a:gd name="connsiteY413" fmla="*/ 168497 h 333375"/>
                <a:gd name="connsiteX414" fmla="*/ 221361 w 238125"/>
                <a:gd name="connsiteY414" fmla="*/ 168973 h 333375"/>
                <a:gd name="connsiteX415" fmla="*/ 220694 w 238125"/>
                <a:gd name="connsiteY415" fmla="*/ 171640 h 333375"/>
                <a:gd name="connsiteX416" fmla="*/ 219932 w 238125"/>
                <a:gd name="connsiteY416" fmla="*/ 172402 h 333375"/>
                <a:gd name="connsiteX417" fmla="*/ 219266 w 238125"/>
                <a:gd name="connsiteY417" fmla="*/ 171450 h 333375"/>
                <a:gd name="connsiteX418" fmla="*/ 218694 w 238125"/>
                <a:gd name="connsiteY418" fmla="*/ 169259 h 333375"/>
                <a:gd name="connsiteX419" fmla="*/ 217646 w 238125"/>
                <a:gd name="connsiteY419" fmla="*/ 167640 h 333375"/>
                <a:gd name="connsiteX420" fmla="*/ 215455 w 238125"/>
                <a:gd name="connsiteY420" fmla="*/ 168402 h 333375"/>
                <a:gd name="connsiteX421" fmla="*/ 214598 w 238125"/>
                <a:gd name="connsiteY421" fmla="*/ 169354 h 333375"/>
                <a:gd name="connsiteX422" fmla="*/ 212884 w 238125"/>
                <a:gd name="connsiteY422" fmla="*/ 171736 h 333375"/>
                <a:gd name="connsiteX423" fmla="*/ 211931 w 238125"/>
                <a:gd name="connsiteY423" fmla="*/ 172498 h 333375"/>
                <a:gd name="connsiteX424" fmla="*/ 210693 w 238125"/>
                <a:gd name="connsiteY424" fmla="*/ 172784 h 333375"/>
                <a:gd name="connsiteX425" fmla="*/ 209836 w 238125"/>
                <a:gd name="connsiteY425" fmla="*/ 172402 h 333375"/>
                <a:gd name="connsiteX426" fmla="*/ 207645 w 238125"/>
                <a:gd name="connsiteY426" fmla="*/ 169926 h 333375"/>
                <a:gd name="connsiteX427" fmla="*/ 206978 w 238125"/>
                <a:gd name="connsiteY427" fmla="*/ 168878 h 333375"/>
                <a:gd name="connsiteX428" fmla="*/ 206312 w 238125"/>
                <a:gd name="connsiteY428" fmla="*/ 168116 h 333375"/>
                <a:gd name="connsiteX429" fmla="*/ 205550 w 238125"/>
                <a:gd name="connsiteY429" fmla="*/ 168116 h 333375"/>
                <a:gd name="connsiteX430" fmla="*/ 205264 w 238125"/>
                <a:gd name="connsiteY430" fmla="*/ 168878 h 333375"/>
                <a:gd name="connsiteX431" fmla="*/ 205169 w 238125"/>
                <a:gd name="connsiteY431" fmla="*/ 170117 h 333375"/>
                <a:gd name="connsiteX432" fmla="*/ 205264 w 238125"/>
                <a:gd name="connsiteY432" fmla="*/ 172307 h 333375"/>
                <a:gd name="connsiteX433" fmla="*/ 206692 w 238125"/>
                <a:gd name="connsiteY433" fmla="*/ 178879 h 333375"/>
                <a:gd name="connsiteX434" fmla="*/ 206597 w 238125"/>
                <a:gd name="connsiteY434" fmla="*/ 181165 h 333375"/>
                <a:gd name="connsiteX435" fmla="*/ 205359 w 238125"/>
                <a:gd name="connsiteY435" fmla="*/ 183166 h 333375"/>
                <a:gd name="connsiteX436" fmla="*/ 204692 w 238125"/>
                <a:gd name="connsiteY436" fmla="*/ 183928 h 333375"/>
                <a:gd name="connsiteX437" fmla="*/ 203835 w 238125"/>
                <a:gd name="connsiteY437" fmla="*/ 184499 h 333375"/>
                <a:gd name="connsiteX438" fmla="*/ 200882 w 238125"/>
                <a:gd name="connsiteY438" fmla="*/ 185738 h 333375"/>
                <a:gd name="connsiteX439" fmla="*/ 200025 w 238125"/>
                <a:gd name="connsiteY439" fmla="*/ 186499 h 333375"/>
                <a:gd name="connsiteX440" fmla="*/ 198692 w 238125"/>
                <a:gd name="connsiteY440" fmla="*/ 188404 h 333375"/>
                <a:gd name="connsiteX441" fmla="*/ 197167 w 238125"/>
                <a:gd name="connsiteY441" fmla="*/ 191071 h 333375"/>
                <a:gd name="connsiteX442" fmla="*/ 196215 w 238125"/>
                <a:gd name="connsiteY442" fmla="*/ 193834 h 333375"/>
                <a:gd name="connsiteX443" fmla="*/ 196501 w 238125"/>
                <a:gd name="connsiteY443" fmla="*/ 196120 h 333375"/>
                <a:gd name="connsiteX444" fmla="*/ 197263 w 238125"/>
                <a:gd name="connsiteY444" fmla="*/ 197929 h 333375"/>
                <a:gd name="connsiteX445" fmla="*/ 198025 w 238125"/>
                <a:gd name="connsiteY445" fmla="*/ 201835 h 333375"/>
                <a:gd name="connsiteX446" fmla="*/ 198692 w 238125"/>
                <a:gd name="connsiteY446" fmla="*/ 203549 h 333375"/>
                <a:gd name="connsiteX447" fmla="*/ 198882 w 238125"/>
                <a:gd name="connsiteY447" fmla="*/ 204216 h 333375"/>
                <a:gd name="connsiteX448" fmla="*/ 198692 w 238125"/>
                <a:gd name="connsiteY448" fmla="*/ 204692 h 333375"/>
                <a:gd name="connsiteX449" fmla="*/ 197929 w 238125"/>
                <a:gd name="connsiteY449" fmla="*/ 205549 h 333375"/>
                <a:gd name="connsiteX450" fmla="*/ 197834 w 238125"/>
                <a:gd name="connsiteY450" fmla="*/ 205549 h 333375"/>
                <a:gd name="connsiteX451" fmla="*/ 197358 w 238125"/>
                <a:gd name="connsiteY451" fmla="*/ 205549 h 333375"/>
                <a:gd name="connsiteX452" fmla="*/ 197167 w 238125"/>
                <a:gd name="connsiteY452" fmla="*/ 205549 h 333375"/>
                <a:gd name="connsiteX453" fmla="*/ 196882 w 238125"/>
                <a:gd name="connsiteY453" fmla="*/ 205740 h 333375"/>
                <a:gd name="connsiteX454" fmla="*/ 196882 w 238125"/>
                <a:gd name="connsiteY454" fmla="*/ 206026 h 333375"/>
                <a:gd name="connsiteX455" fmla="*/ 196882 w 238125"/>
                <a:gd name="connsiteY455" fmla="*/ 206311 h 333375"/>
                <a:gd name="connsiteX456" fmla="*/ 196787 w 238125"/>
                <a:gd name="connsiteY456" fmla="*/ 206502 h 333375"/>
                <a:gd name="connsiteX457" fmla="*/ 195929 w 238125"/>
                <a:gd name="connsiteY457" fmla="*/ 207835 h 333375"/>
                <a:gd name="connsiteX458" fmla="*/ 195548 w 238125"/>
                <a:gd name="connsiteY458" fmla="*/ 208217 h 333375"/>
                <a:gd name="connsiteX459" fmla="*/ 194691 w 238125"/>
                <a:gd name="connsiteY459" fmla="*/ 209074 h 333375"/>
                <a:gd name="connsiteX460" fmla="*/ 194310 w 238125"/>
                <a:gd name="connsiteY460" fmla="*/ 209550 h 333375"/>
                <a:gd name="connsiteX461" fmla="*/ 193643 w 238125"/>
                <a:gd name="connsiteY461" fmla="*/ 209931 h 333375"/>
                <a:gd name="connsiteX462" fmla="*/ 192215 w 238125"/>
                <a:gd name="connsiteY462" fmla="*/ 210217 h 333375"/>
                <a:gd name="connsiteX463" fmla="*/ 191548 w 238125"/>
                <a:gd name="connsiteY463" fmla="*/ 210502 h 333375"/>
                <a:gd name="connsiteX464" fmla="*/ 191167 w 238125"/>
                <a:gd name="connsiteY464" fmla="*/ 210598 h 333375"/>
                <a:gd name="connsiteX465" fmla="*/ 190786 w 238125"/>
                <a:gd name="connsiteY465" fmla="*/ 210502 h 333375"/>
                <a:gd name="connsiteX466" fmla="*/ 190405 w 238125"/>
                <a:gd name="connsiteY466" fmla="*/ 210407 h 333375"/>
                <a:gd name="connsiteX467" fmla="*/ 190024 w 238125"/>
                <a:gd name="connsiteY467" fmla="*/ 210312 h 333375"/>
                <a:gd name="connsiteX468" fmla="*/ 189548 w 238125"/>
                <a:gd name="connsiteY468" fmla="*/ 210502 h 333375"/>
                <a:gd name="connsiteX469" fmla="*/ 189262 w 238125"/>
                <a:gd name="connsiteY469" fmla="*/ 210979 h 333375"/>
                <a:gd name="connsiteX470" fmla="*/ 189071 w 238125"/>
                <a:gd name="connsiteY470" fmla="*/ 211550 h 333375"/>
                <a:gd name="connsiteX471" fmla="*/ 188786 w 238125"/>
                <a:gd name="connsiteY471" fmla="*/ 211931 h 333375"/>
                <a:gd name="connsiteX472" fmla="*/ 187928 w 238125"/>
                <a:gd name="connsiteY472" fmla="*/ 212407 h 333375"/>
                <a:gd name="connsiteX473" fmla="*/ 187738 w 238125"/>
                <a:gd name="connsiteY473" fmla="*/ 212217 h 333375"/>
                <a:gd name="connsiteX474" fmla="*/ 187738 w 238125"/>
                <a:gd name="connsiteY474" fmla="*/ 211645 h 333375"/>
                <a:gd name="connsiteX475" fmla="*/ 187452 w 238125"/>
                <a:gd name="connsiteY475" fmla="*/ 210979 h 333375"/>
                <a:gd name="connsiteX476" fmla="*/ 186690 w 238125"/>
                <a:gd name="connsiteY476" fmla="*/ 210598 h 333375"/>
                <a:gd name="connsiteX477" fmla="*/ 186023 w 238125"/>
                <a:gd name="connsiteY477" fmla="*/ 210502 h 333375"/>
                <a:gd name="connsiteX478" fmla="*/ 185357 w 238125"/>
                <a:gd name="connsiteY478" fmla="*/ 210217 h 333375"/>
                <a:gd name="connsiteX479" fmla="*/ 184690 w 238125"/>
                <a:gd name="connsiteY479" fmla="*/ 209455 h 333375"/>
                <a:gd name="connsiteX480" fmla="*/ 184499 w 238125"/>
                <a:gd name="connsiteY480" fmla="*/ 208883 h 333375"/>
                <a:gd name="connsiteX481" fmla="*/ 184404 w 238125"/>
                <a:gd name="connsiteY481" fmla="*/ 207169 h 333375"/>
                <a:gd name="connsiteX482" fmla="*/ 184309 w 238125"/>
                <a:gd name="connsiteY482" fmla="*/ 206978 h 333375"/>
                <a:gd name="connsiteX483" fmla="*/ 183833 w 238125"/>
                <a:gd name="connsiteY483" fmla="*/ 206883 h 333375"/>
                <a:gd name="connsiteX484" fmla="*/ 183642 w 238125"/>
                <a:gd name="connsiteY484" fmla="*/ 206692 h 333375"/>
                <a:gd name="connsiteX485" fmla="*/ 183356 w 238125"/>
                <a:gd name="connsiteY485" fmla="*/ 205264 h 333375"/>
                <a:gd name="connsiteX486" fmla="*/ 182118 w 238125"/>
                <a:gd name="connsiteY486" fmla="*/ 201073 h 333375"/>
                <a:gd name="connsiteX487" fmla="*/ 181832 w 238125"/>
                <a:gd name="connsiteY487" fmla="*/ 200501 h 333375"/>
                <a:gd name="connsiteX488" fmla="*/ 181451 w 238125"/>
                <a:gd name="connsiteY488" fmla="*/ 198787 h 333375"/>
                <a:gd name="connsiteX489" fmla="*/ 181356 w 238125"/>
                <a:gd name="connsiteY489" fmla="*/ 198787 h 333375"/>
                <a:gd name="connsiteX490" fmla="*/ 180594 w 238125"/>
                <a:gd name="connsiteY490" fmla="*/ 198025 h 333375"/>
                <a:gd name="connsiteX491" fmla="*/ 180499 w 238125"/>
                <a:gd name="connsiteY491" fmla="*/ 197739 h 333375"/>
                <a:gd name="connsiteX492" fmla="*/ 180594 w 238125"/>
                <a:gd name="connsiteY492" fmla="*/ 197358 h 333375"/>
                <a:gd name="connsiteX493" fmla="*/ 180594 w 238125"/>
                <a:gd name="connsiteY493" fmla="*/ 196977 h 333375"/>
                <a:gd name="connsiteX494" fmla="*/ 180213 w 238125"/>
                <a:gd name="connsiteY494" fmla="*/ 196501 h 333375"/>
                <a:gd name="connsiteX495" fmla="*/ 180213 w 238125"/>
                <a:gd name="connsiteY495" fmla="*/ 196501 h 333375"/>
                <a:gd name="connsiteX496" fmla="*/ 180023 w 238125"/>
                <a:gd name="connsiteY496" fmla="*/ 196882 h 333375"/>
                <a:gd name="connsiteX497" fmla="*/ 180023 w 238125"/>
                <a:gd name="connsiteY497" fmla="*/ 196882 h 333375"/>
                <a:gd name="connsiteX498" fmla="*/ 179546 w 238125"/>
                <a:gd name="connsiteY498" fmla="*/ 196024 h 333375"/>
                <a:gd name="connsiteX499" fmla="*/ 178784 w 238125"/>
                <a:gd name="connsiteY499" fmla="*/ 194977 h 333375"/>
                <a:gd name="connsiteX500" fmla="*/ 177737 w 238125"/>
                <a:gd name="connsiteY500" fmla="*/ 194215 h 333375"/>
                <a:gd name="connsiteX501" fmla="*/ 176594 w 238125"/>
                <a:gd name="connsiteY501" fmla="*/ 194215 h 333375"/>
                <a:gd name="connsiteX502" fmla="*/ 176022 w 238125"/>
                <a:gd name="connsiteY502" fmla="*/ 195072 h 333375"/>
                <a:gd name="connsiteX503" fmla="*/ 175736 w 238125"/>
                <a:gd name="connsiteY503" fmla="*/ 196405 h 333375"/>
                <a:gd name="connsiteX504" fmla="*/ 175736 w 238125"/>
                <a:gd name="connsiteY504" fmla="*/ 198977 h 333375"/>
                <a:gd name="connsiteX505" fmla="*/ 176689 w 238125"/>
                <a:gd name="connsiteY505" fmla="*/ 203740 h 333375"/>
                <a:gd name="connsiteX506" fmla="*/ 176498 w 238125"/>
                <a:gd name="connsiteY506" fmla="*/ 205645 h 333375"/>
                <a:gd name="connsiteX507" fmla="*/ 174688 w 238125"/>
                <a:gd name="connsiteY507" fmla="*/ 205168 h 333375"/>
                <a:gd name="connsiteX508" fmla="*/ 173450 w 238125"/>
                <a:gd name="connsiteY508" fmla="*/ 203454 h 333375"/>
                <a:gd name="connsiteX509" fmla="*/ 172784 w 238125"/>
                <a:gd name="connsiteY509" fmla="*/ 201073 h 333375"/>
                <a:gd name="connsiteX510" fmla="*/ 171545 w 238125"/>
                <a:gd name="connsiteY510" fmla="*/ 191929 h 333375"/>
                <a:gd name="connsiteX511" fmla="*/ 171355 w 238125"/>
                <a:gd name="connsiteY511" fmla="*/ 191357 h 333375"/>
                <a:gd name="connsiteX512" fmla="*/ 171069 w 238125"/>
                <a:gd name="connsiteY512" fmla="*/ 190881 h 333375"/>
                <a:gd name="connsiteX513" fmla="*/ 170974 w 238125"/>
                <a:gd name="connsiteY513" fmla="*/ 190405 h 333375"/>
                <a:gd name="connsiteX514" fmla="*/ 171355 w 238125"/>
                <a:gd name="connsiteY514" fmla="*/ 189928 h 333375"/>
                <a:gd name="connsiteX515" fmla="*/ 171926 w 238125"/>
                <a:gd name="connsiteY515" fmla="*/ 189452 h 333375"/>
                <a:gd name="connsiteX516" fmla="*/ 172117 w 238125"/>
                <a:gd name="connsiteY516" fmla="*/ 188976 h 333375"/>
                <a:gd name="connsiteX517" fmla="*/ 171926 w 238125"/>
                <a:gd name="connsiteY517" fmla="*/ 188595 h 333375"/>
                <a:gd name="connsiteX518" fmla="*/ 171259 w 238125"/>
                <a:gd name="connsiteY518" fmla="*/ 188404 h 333375"/>
                <a:gd name="connsiteX519" fmla="*/ 170593 w 238125"/>
                <a:gd name="connsiteY519" fmla="*/ 187928 h 333375"/>
                <a:gd name="connsiteX520" fmla="*/ 170021 w 238125"/>
                <a:gd name="connsiteY520" fmla="*/ 186785 h 333375"/>
                <a:gd name="connsiteX521" fmla="*/ 169354 w 238125"/>
                <a:gd name="connsiteY521" fmla="*/ 184404 h 333375"/>
                <a:gd name="connsiteX522" fmla="*/ 169069 w 238125"/>
                <a:gd name="connsiteY522" fmla="*/ 182975 h 333375"/>
                <a:gd name="connsiteX523" fmla="*/ 168974 w 238125"/>
                <a:gd name="connsiteY523" fmla="*/ 182594 h 333375"/>
                <a:gd name="connsiteX524" fmla="*/ 168592 w 238125"/>
                <a:gd name="connsiteY524" fmla="*/ 182118 h 333375"/>
                <a:gd name="connsiteX525" fmla="*/ 167640 w 238125"/>
                <a:gd name="connsiteY525" fmla="*/ 181546 h 333375"/>
                <a:gd name="connsiteX526" fmla="*/ 167164 w 238125"/>
                <a:gd name="connsiteY526" fmla="*/ 181165 h 333375"/>
                <a:gd name="connsiteX527" fmla="*/ 166688 w 238125"/>
                <a:gd name="connsiteY527" fmla="*/ 180213 h 333375"/>
                <a:gd name="connsiteX528" fmla="*/ 166211 w 238125"/>
                <a:gd name="connsiteY528" fmla="*/ 178308 h 333375"/>
                <a:gd name="connsiteX529" fmla="*/ 165830 w 238125"/>
                <a:gd name="connsiteY529" fmla="*/ 177260 h 333375"/>
                <a:gd name="connsiteX530" fmla="*/ 164306 w 238125"/>
                <a:gd name="connsiteY530" fmla="*/ 174403 h 333375"/>
                <a:gd name="connsiteX531" fmla="*/ 164116 w 238125"/>
                <a:gd name="connsiteY531" fmla="*/ 173450 h 333375"/>
                <a:gd name="connsiteX532" fmla="*/ 164306 w 238125"/>
                <a:gd name="connsiteY532" fmla="*/ 172117 h 333375"/>
                <a:gd name="connsiteX533" fmla="*/ 164973 w 238125"/>
                <a:gd name="connsiteY533" fmla="*/ 172021 h 333375"/>
                <a:gd name="connsiteX534" fmla="*/ 165735 w 238125"/>
                <a:gd name="connsiteY534" fmla="*/ 172117 h 333375"/>
                <a:gd name="connsiteX535" fmla="*/ 166211 w 238125"/>
                <a:gd name="connsiteY535" fmla="*/ 171164 h 333375"/>
                <a:gd name="connsiteX536" fmla="*/ 165925 w 238125"/>
                <a:gd name="connsiteY536" fmla="*/ 170307 h 333375"/>
                <a:gd name="connsiteX537" fmla="*/ 165068 w 238125"/>
                <a:gd name="connsiteY537" fmla="*/ 170021 h 333375"/>
                <a:gd name="connsiteX538" fmla="*/ 164211 w 238125"/>
                <a:gd name="connsiteY538" fmla="*/ 169545 h 333375"/>
                <a:gd name="connsiteX539" fmla="*/ 164021 w 238125"/>
                <a:gd name="connsiteY539" fmla="*/ 168307 h 333375"/>
                <a:gd name="connsiteX540" fmla="*/ 164497 w 238125"/>
                <a:gd name="connsiteY540" fmla="*/ 167164 h 333375"/>
                <a:gd name="connsiteX541" fmla="*/ 165354 w 238125"/>
                <a:gd name="connsiteY541" fmla="*/ 166878 h 333375"/>
                <a:gd name="connsiteX542" fmla="*/ 166307 w 238125"/>
                <a:gd name="connsiteY542" fmla="*/ 166783 h 333375"/>
                <a:gd name="connsiteX543" fmla="*/ 167259 w 238125"/>
                <a:gd name="connsiteY543" fmla="*/ 166306 h 333375"/>
                <a:gd name="connsiteX544" fmla="*/ 167830 w 238125"/>
                <a:gd name="connsiteY544" fmla="*/ 165354 h 333375"/>
                <a:gd name="connsiteX545" fmla="*/ 168878 w 238125"/>
                <a:gd name="connsiteY545" fmla="*/ 162211 h 333375"/>
                <a:gd name="connsiteX546" fmla="*/ 169069 w 238125"/>
                <a:gd name="connsiteY546" fmla="*/ 161163 h 333375"/>
                <a:gd name="connsiteX547" fmla="*/ 168878 w 238125"/>
                <a:gd name="connsiteY547" fmla="*/ 160401 h 333375"/>
                <a:gd name="connsiteX548" fmla="*/ 168307 w 238125"/>
                <a:gd name="connsiteY548" fmla="*/ 159067 h 333375"/>
                <a:gd name="connsiteX549" fmla="*/ 168307 w 238125"/>
                <a:gd name="connsiteY549" fmla="*/ 158305 h 333375"/>
                <a:gd name="connsiteX550" fmla="*/ 168497 w 238125"/>
                <a:gd name="connsiteY550" fmla="*/ 157543 h 333375"/>
                <a:gd name="connsiteX551" fmla="*/ 170307 w 238125"/>
                <a:gd name="connsiteY551" fmla="*/ 154400 h 333375"/>
                <a:gd name="connsiteX552" fmla="*/ 170879 w 238125"/>
                <a:gd name="connsiteY552" fmla="*/ 153638 h 333375"/>
                <a:gd name="connsiteX553" fmla="*/ 171545 w 238125"/>
                <a:gd name="connsiteY553" fmla="*/ 152971 h 333375"/>
                <a:gd name="connsiteX554" fmla="*/ 172498 w 238125"/>
                <a:gd name="connsiteY554" fmla="*/ 152590 h 333375"/>
                <a:gd name="connsiteX555" fmla="*/ 173165 w 238125"/>
                <a:gd name="connsiteY555" fmla="*/ 152686 h 333375"/>
                <a:gd name="connsiteX556" fmla="*/ 173355 w 238125"/>
                <a:gd name="connsiteY556" fmla="*/ 152781 h 333375"/>
                <a:gd name="connsiteX557" fmla="*/ 173736 w 238125"/>
                <a:gd name="connsiteY557" fmla="*/ 152971 h 333375"/>
                <a:gd name="connsiteX558" fmla="*/ 174308 w 238125"/>
                <a:gd name="connsiteY558" fmla="*/ 153067 h 333375"/>
                <a:gd name="connsiteX559" fmla="*/ 174974 w 238125"/>
                <a:gd name="connsiteY559" fmla="*/ 152686 h 333375"/>
                <a:gd name="connsiteX560" fmla="*/ 175546 w 238125"/>
                <a:gd name="connsiteY560" fmla="*/ 150304 h 333375"/>
                <a:gd name="connsiteX561" fmla="*/ 175641 w 238125"/>
                <a:gd name="connsiteY561" fmla="*/ 148114 h 333375"/>
                <a:gd name="connsiteX562" fmla="*/ 176308 w 238125"/>
                <a:gd name="connsiteY562" fmla="*/ 146685 h 333375"/>
                <a:gd name="connsiteX563" fmla="*/ 178499 w 238125"/>
                <a:gd name="connsiteY563" fmla="*/ 146494 h 333375"/>
                <a:gd name="connsiteX564" fmla="*/ 182499 w 238125"/>
                <a:gd name="connsiteY564" fmla="*/ 147352 h 333375"/>
                <a:gd name="connsiteX565" fmla="*/ 184499 w 238125"/>
                <a:gd name="connsiteY565" fmla="*/ 147542 h 333375"/>
                <a:gd name="connsiteX566" fmla="*/ 186690 w 238125"/>
                <a:gd name="connsiteY566" fmla="*/ 147256 h 333375"/>
                <a:gd name="connsiteX567" fmla="*/ 187928 w 238125"/>
                <a:gd name="connsiteY567" fmla="*/ 146875 h 333375"/>
                <a:gd name="connsiteX568" fmla="*/ 188690 w 238125"/>
                <a:gd name="connsiteY568" fmla="*/ 146399 h 333375"/>
                <a:gd name="connsiteX569" fmla="*/ 189167 w 238125"/>
                <a:gd name="connsiteY569" fmla="*/ 145637 h 333375"/>
                <a:gd name="connsiteX570" fmla="*/ 189548 w 238125"/>
                <a:gd name="connsiteY570" fmla="*/ 144399 h 333375"/>
                <a:gd name="connsiteX571" fmla="*/ 190119 w 238125"/>
                <a:gd name="connsiteY571" fmla="*/ 140779 h 333375"/>
                <a:gd name="connsiteX572" fmla="*/ 190405 w 238125"/>
                <a:gd name="connsiteY572" fmla="*/ 140113 h 333375"/>
                <a:gd name="connsiteX573" fmla="*/ 190976 w 238125"/>
                <a:gd name="connsiteY573" fmla="*/ 140303 h 333375"/>
                <a:gd name="connsiteX574" fmla="*/ 191929 w 238125"/>
                <a:gd name="connsiteY574" fmla="*/ 142589 h 333375"/>
                <a:gd name="connsiteX575" fmla="*/ 192405 w 238125"/>
                <a:gd name="connsiteY575" fmla="*/ 143446 h 333375"/>
                <a:gd name="connsiteX576" fmla="*/ 193358 w 238125"/>
                <a:gd name="connsiteY576" fmla="*/ 144018 h 333375"/>
                <a:gd name="connsiteX577" fmla="*/ 194405 w 238125"/>
                <a:gd name="connsiteY577" fmla="*/ 144113 h 333375"/>
                <a:gd name="connsiteX578" fmla="*/ 195358 w 238125"/>
                <a:gd name="connsiteY578" fmla="*/ 143732 h 333375"/>
                <a:gd name="connsiteX579" fmla="*/ 195929 w 238125"/>
                <a:gd name="connsiteY579" fmla="*/ 142875 h 333375"/>
                <a:gd name="connsiteX580" fmla="*/ 195929 w 238125"/>
                <a:gd name="connsiteY580" fmla="*/ 141922 h 333375"/>
                <a:gd name="connsiteX581" fmla="*/ 195644 w 238125"/>
                <a:gd name="connsiteY581" fmla="*/ 140779 h 333375"/>
                <a:gd name="connsiteX582" fmla="*/ 195453 w 238125"/>
                <a:gd name="connsiteY582" fmla="*/ 139732 h 333375"/>
                <a:gd name="connsiteX583" fmla="*/ 196025 w 238125"/>
                <a:gd name="connsiteY583" fmla="*/ 138970 h 333375"/>
                <a:gd name="connsiteX584" fmla="*/ 199358 w 238125"/>
                <a:gd name="connsiteY584" fmla="*/ 139732 h 333375"/>
                <a:gd name="connsiteX585" fmla="*/ 199930 w 238125"/>
                <a:gd name="connsiteY585" fmla="*/ 139732 h 333375"/>
                <a:gd name="connsiteX586" fmla="*/ 200120 w 238125"/>
                <a:gd name="connsiteY586" fmla="*/ 140113 h 333375"/>
                <a:gd name="connsiteX587" fmla="*/ 200216 w 238125"/>
                <a:gd name="connsiteY587" fmla="*/ 141446 h 333375"/>
                <a:gd name="connsiteX588" fmla="*/ 200311 w 238125"/>
                <a:gd name="connsiteY588" fmla="*/ 141922 h 333375"/>
                <a:gd name="connsiteX589" fmla="*/ 201930 w 238125"/>
                <a:gd name="connsiteY589" fmla="*/ 143542 h 333375"/>
                <a:gd name="connsiteX590" fmla="*/ 202978 w 238125"/>
                <a:gd name="connsiteY590" fmla="*/ 143827 h 333375"/>
                <a:gd name="connsiteX591" fmla="*/ 203645 w 238125"/>
                <a:gd name="connsiteY591" fmla="*/ 143446 h 333375"/>
                <a:gd name="connsiteX592" fmla="*/ 204025 w 238125"/>
                <a:gd name="connsiteY592" fmla="*/ 142399 h 333375"/>
                <a:gd name="connsiteX593" fmla="*/ 205169 w 238125"/>
                <a:gd name="connsiteY593" fmla="*/ 137541 h 333375"/>
                <a:gd name="connsiteX594" fmla="*/ 205169 w 238125"/>
                <a:gd name="connsiteY594" fmla="*/ 136398 h 333375"/>
                <a:gd name="connsiteX595" fmla="*/ 204597 w 238125"/>
                <a:gd name="connsiteY595" fmla="*/ 134112 h 333375"/>
                <a:gd name="connsiteX596" fmla="*/ 204788 w 238125"/>
                <a:gd name="connsiteY596" fmla="*/ 133064 h 333375"/>
                <a:gd name="connsiteX597" fmla="*/ 205930 w 238125"/>
                <a:gd name="connsiteY597" fmla="*/ 132683 h 333375"/>
                <a:gd name="connsiteX598" fmla="*/ 206407 w 238125"/>
                <a:gd name="connsiteY598" fmla="*/ 133159 h 333375"/>
                <a:gd name="connsiteX599" fmla="*/ 207550 w 238125"/>
                <a:gd name="connsiteY599" fmla="*/ 133921 h 333375"/>
                <a:gd name="connsiteX600" fmla="*/ 208598 w 238125"/>
                <a:gd name="connsiteY600" fmla="*/ 134302 h 333375"/>
                <a:gd name="connsiteX601" fmla="*/ 208598 w 238125"/>
                <a:gd name="connsiteY601" fmla="*/ 133540 h 333375"/>
                <a:gd name="connsiteX602" fmla="*/ 207454 w 238125"/>
                <a:gd name="connsiteY602" fmla="*/ 131635 h 333375"/>
                <a:gd name="connsiteX603" fmla="*/ 207550 w 238125"/>
                <a:gd name="connsiteY603" fmla="*/ 130969 h 333375"/>
                <a:gd name="connsiteX604" fmla="*/ 211931 w 238125"/>
                <a:gd name="connsiteY604" fmla="*/ 131350 h 333375"/>
                <a:gd name="connsiteX605" fmla="*/ 213455 w 238125"/>
                <a:gd name="connsiteY605" fmla="*/ 131254 h 333375"/>
                <a:gd name="connsiteX606" fmla="*/ 214789 w 238125"/>
                <a:gd name="connsiteY606" fmla="*/ 130683 h 333375"/>
                <a:gd name="connsiteX607" fmla="*/ 215837 w 238125"/>
                <a:gd name="connsiteY607" fmla="*/ 129254 h 333375"/>
                <a:gd name="connsiteX608" fmla="*/ 216027 w 238125"/>
                <a:gd name="connsiteY608" fmla="*/ 127635 h 333375"/>
                <a:gd name="connsiteX609" fmla="*/ 215741 w 238125"/>
                <a:gd name="connsiteY609" fmla="*/ 124111 h 333375"/>
                <a:gd name="connsiteX610" fmla="*/ 216027 w 238125"/>
                <a:gd name="connsiteY610" fmla="*/ 122968 h 333375"/>
                <a:gd name="connsiteX611" fmla="*/ 216694 w 238125"/>
                <a:gd name="connsiteY611" fmla="*/ 122301 h 333375"/>
                <a:gd name="connsiteX612" fmla="*/ 217456 w 238125"/>
                <a:gd name="connsiteY612" fmla="*/ 121825 h 333375"/>
                <a:gd name="connsiteX613" fmla="*/ 218027 w 238125"/>
                <a:gd name="connsiteY613" fmla="*/ 121348 h 333375"/>
                <a:gd name="connsiteX614" fmla="*/ 218218 w 238125"/>
                <a:gd name="connsiteY614" fmla="*/ 121253 h 333375"/>
                <a:gd name="connsiteX615" fmla="*/ 218789 w 238125"/>
                <a:gd name="connsiteY615" fmla="*/ 120396 h 333375"/>
                <a:gd name="connsiteX616" fmla="*/ 219075 w 238125"/>
                <a:gd name="connsiteY616" fmla="*/ 119539 h 333375"/>
                <a:gd name="connsiteX617" fmla="*/ 219361 w 238125"/>
                <a:gd name="connsiteY617" fmla="*/ 117538 h 333375"/>
                <a:gd name="connsiteX618" fmla="*/ 219837 w 238125"/>
                <a:gd name="connsiteY618" fmla="*/ 115252 h 333375"/>
                <a:gd name="connsiteX619" fmla="*/ 222504 w 238125"/>
                <a:gd name="connsiteY619" fmla="*/ 107728 h 333375"/>
                <a:gd name="connsiteX620" fmla="*/ 222695 w 238125"/>
                <a:gd name="connsiteY620" fmla="*/ 106870 h 333375"/>
                <a:gd name="connsiteX621" fmla="*/ 222695 w 238125"/>
                <a:gd name="connsiteY621" fmla="*/ 106013 h 333375"/>
                <a:gd name="connsiteX622" fmla="*/ 222599 w 238125"/>
                <a:gd name="connsiteY622" fmla="*/ 105061 h 333375"/>
                <a:gd name="connsiteX623" fmla="*/ 222599 w 238125"/>
                <a:gd name="connsiteY623" fmla="*/ 105061 h 333375"/>
                <a:gd name="connsiteX624" fmla="*/ 221933 w 238125"/>
                <a:gd name="connsiteY624" fmla="*/ 103251 h 333375"/>
                <a:gd name="connsiteX625" fmla="*/ 221933 w 238125"/>
                <a:gd name="connsiteY625" fmla="*/ 103251 h 333375"/>
                <a:gd name="connsiteX626" fmla="*/ 221742 w 238125"/>
                <a:gd name="connsiteY626" fmla="*/ 102203 h 333375"/>
                <a:gd name="connsiteX627" fmla="*/ 222028 w 238125"/>
                <a:gd name="connsiteY627" fmla="*/ 101251 h 333375"/>
                <a:gd name="connsiteX628" fmla="*/ 223552 w 238125"/>
                <a:gd name="connsiteY628" fmla="*/ 100584 h 333375"/>
                <a:gd name="connsiteX629" fmla="*/ 225552 w 238125"/>
                <a:gd name="connsiteY629" fmla="*/ 101251 h 333375"/>
                <a:gd name="connsiteX630" fmla="*/ 225552 w 238125"/>
                <a:gd name="connsiteY630" fmla="*/ 101251 h 333375"/>
                <a:gd name="connsiteX631" fmla="*/ 229076 w 238125"/>
                <a:gd name="connsiteY631" fmla="*/ 103442 h 333375"/>
                <a:gd name="connsiteX632" fmla="*/ 229076 w 238125"/>
                <a:gd name="connsiteY632" fmla="*/ 103442 h 333375"/>
                <a:gd name="connsiteX633" fmla="*/ 229171 w 238125"/>
                <a:gd name="connsiteY633" fmla="*/ 103822 h 333375"/>
                <a:gd name="connsiteX634" fmla="*/ 229171 w 238125"/>
                <a:gd name="connsiteY634" fmla="*/ 103822 h 333375"/>
                <a:gd name="connsiteX635" fmla="*/ 229362 w 238125"/>
                <a:gd name="connsiteY635" fmla="*/ 104108 h 333375"/>
                <a:gd name="connsiteX636" fmla="*/ 229362 w 238125"/>
                <a:gd name="connsiteY636" fmla="*/ 104108 h 333375"/>
                <a:gd name="connsiteX637" fmla="*/ 229743 w 238125"/>
                <a:gd name="connsiteY637" fmla="*/ 104299 h 333375"/>
                <a:gd name="connsiteX638" fmla="*/ 230219 w 238125"/>
                <a:gd name="connsiteY638" fmla="*/ 104394 h 333375"/>
                <a:gd name="connsiteX639" fmla="*/ 233458 w 238125"/>
                <a:gd name="connsiteY639" fmla="*/ 103346 h 333375"/>
                <a:gd name="connsiteX640" fmla="*/ 235363 w 238125"/>
                <a:gd name="connsiteY640" fmla="*/ 102870 h 333375"/>
                <a:gd name="connsiteX641" fmla="*/ 236125 w 238125"/>
                <a:gd name="connsiteY641" fmla="*/ 101727 h 333375"/>
                <a:gd name="connsiteX642" fmla="*/ 236315 w 238125"/>
                <a:gd name="connsiteY642" fmla="*/ 101060 h 333375"/>
                <a:gd name="connsiteX643" fmla="*/ 236125 w 238125"/>
                <a:gd name="connsiteY643" fmla="*/ 100013 h 333375"/>
                <a:gd name="connsiteX644" fmla="*/ 236125 w 238125"/>
                <a:gd name="connsiteY644" fmla="*/ 100013 h 333375"/>
                <a:gd name="connsiteX645" fmla="*/ 235744 w 238125"/>
                <a:gd name="connsiteY645" fmla="*/ 99060 h 333375"/>
                <a:gd name="connsiteX646" fmla="*/ 235267 w 238125"/>
                <a:gd name="connsiteY646" fmla="*/ 98584 h 333375"/>
                <a:gd name="connsiteX647" fmla="*/ 235267 w 238125"/>
                <a:gd name="connsiteY647" fmla="*/ 98584 h 333375"/>
                <a:gd name="connsiteX648" fmla="*/ 233934 w 238125"/>
                <a:gd name="connsiteY648" fmla="*/ 98012 h 333375"/>
                <a:gd name="connsiteX649" fmla="*/ 233934 w 238125"/>
                <a:gd name="connsiteY649" fmla="*/ 98012 h 333375"/>
                <a:gd name="connsiteX650" fmla="*/ 233934 w 238125"/>
                <a:gd name="connsiteY650" fmla="*/ 98012 h 333375"/>
                <a:gd name="connsiteX651" fmla="*/ 234315 w 238125"/>
                <a:gd name="connsiteY651" fmla="*/ 97631 h 333375"/>
                <a:gd name="connsiteX652" fmla="*/ 234315 w 238125"/>
                <a:gd name="connsiteY652" fmla="*/ 97631 h 333375"/>
                <a:gd name="connsiteX653" fmla="*/ 234125 w 238125"/>
                <a:gd name="connsiteY653" fmla="*/ 97345 h 333375"/>
                <a:gd name="connsiteX654" fmla="*/ 234125 w 238125"/>
                <a:gd name="connsiteY654" fmla="*/ 97345 h 333375"/>
                <a:gd name="connsiteX655" fmla="*/ 233648 w 238125"/>
                <a:gd name="connsiteY655" fmla="*/ 97060 h 333375"/>
                <a:gd name="connsiteX656" fmla="*/ 233648 w 238125"/>
                <a:gd name="connsiteY656" fmla="*/ 97060 h 333375"/>
                <a:gd name="connsiteX657" fmla="*/ 231934 w 238125"/>
                <a:gd name="connsiteY657" fmla="*/ 95821 h 333375"/>
                <a:gd name="connsiteX658" fmla="*/ 231934 w 238125"/>
                <a:gd name="connsiteY658" fmla="*/ 95821 h 333375"/>
                <a:gd name="connsiteX659" fmla="*/ 231934 w 238125"/>
                <a:gd name="connsiteY659" fmla="*/ 95631 h 333375"/>
                <a:gd name="connsiteX660" fmla="*/ 231934 w 238125"/>
                <a:gd name="connsiteY660" fmla="*/ 95631 h 333375"/>
                <a:gd name="connsiteX661" fmla="*/ 231934 w 238125"/>
                <a:gd name="connsiteY661" fmla="*/ 95631 h 333375"/>
                <a:gd name="connsiteX662" fmla="*/ 230981 w 238125"/>
                <a:gd name="connsiteY662" fmla="*/ 95250 h 333375"/>
                <a:gd name="connsiteX663" fmla="*/ 230600 w 238125"/>
                <a:gd name="connsiteY663" fmla="*/ 95155 h 333375"/>
                <a:gd name="connsiteX664" fmla="*/ 230600 w 238125"/>
                <a:gd name="connsiteY664" fmla="*/ 95155 h 333375"/>
                <a:gd name="connsiteX665" fmla="*/ 230600 w 238125"/>
                <a:gd name="connsiteY665" fmla="*/ 95155 h 333375"/>
                <a:gd name="connsiteX666" fmla="*/ 230505 w 238125"/>
                <a:gd name="connsiteY666" fmla="*/ 94583 h 333375"/>
                <a:gd name="connsiteX667" fmla="*/ 230315 w 238125"/>
                <a:gd name="connsiteY667" fmla="*/ 93535 h 333375"/>
                <a:gd name="connsiteX668" fmla="*/ 228981 w 238125"/>
                <a:gd name="connsiteY668" fmla="*/ 92773 h 333375"/>
                <a:gd name="connsiteX669" fmla="*/ 227457 w 238125"/>
                <a:gd name="connsiteY669" fmla="*/ 92107 h 333375"/>
                <a:gd name="connsiteX670" fmla="*/ 226600 w 238125"/>
                <a:gd name="connsiteY670" fmla="*/ 90868 h 333375"/>
                <a:gd name="connsiteX671" fmla="*/ 226124 w 238125"/>
                <a:gd name="connsiteY671" fmla="*/ 90488 h 333375"/>
                <a:gd name="connsiteX672" fmla="*/ 223361 w 238125"/>
                <a:gd name="connsiteY672" fmla="*/ 90106 h 333375"/>
                <a:gd name="connsiteX673" fmla="*/ 222409 w 238125"/>
                <a:gd name="connsiteY673" fmla="*/ 89821 h 333375"/>
                <a:gd name="connsiteX674" fmla="*/ 221742 w 238125"/>
                <a:gd name="connsiteY674" fmla="*/ 89535 h 333375"/>
                <a:gd name="connsiteX675" fmla="*/ 221075 w 238125"/>
                <a:gd name="connsiteY675" fmla="*/ 89059 h 333375"/>
                <a:gd name="connsiteX676" fmla="*/ 220313 w 238125"/>
                <a:gd name="connsiteY676" fmla="*/ 88392 h 333375"/>
                <a:gd name="connsiteX677" fmla="*/ 219551 w 238125"/>
                <a:gd name="connsiteY677" fmla="*/ 87344 h 333375"/>
                <a:gd name="connsiteX678" fmla="*/ 219170 w 238125"/>
                <a:gd name="connsiteY678" fmla="*/ 87058 h 333375"/>
                <a:gd name="connsiteX679" fmla="*/ 218789 w 238125"/>
                <a:gd name="connsiteY679" fmla="*/ 86963 h 333375"/>
                <a:gd name="connsiteX680" fmla="*/ 218027 w 238125"/>
                <a:gd name="connsiteY680" fmla="*/ 87154 h 333375"/>
                <a:gd name="connsiteX681" fmla="*/ 217742 w 238125"/>
                <a:gd name="connsiteY681" fmla="*/ 87058 h 333375"/>
                <a:gd name="connsiteX682" fmla="*/ 217361 w 238125"/>
                <a:gd name="connsiteY682" fmla="*/ 86773 h 333375"/>
                <a:gd name="connsiteX683" fmla="*/ 216599 w 238125"/>
                <a:gd name="connsiteY683" fmla="*/ 86773 h 333375"/>
                <a:gd name="connsiteX684" fmla="*/ 216217 w 238125"/>
                <a:gd name="connsiteY684" fmla="*/ 86677 h 333375"/>
                <a:gd name="connsiteX685" fmla="*/ 215932 w 238125"/>
                <a:gd name="connsiteY685" fmla="*/ 86392 h 333375"/>
                <a:gd name="connsiteX686" fmla="*/ 215455 w 238125"/>
                <a:gd name="connsiteY686" fmla="*/ 85534 h 333375"/>
                <a:gd name="connsiteX687" fmla="*/ 215075 w 238125"/>
                <a:gd name="connsiteY687" fmla="*/ 85249 h 333375"/>
                <a:gd name="connsiteX688" fmla="*/ 213646 w 238125"/>
                <a:gd name="connsiteY688" fmla="*/ 84677 h 333375"/>
                <a:gd name="connsiteX689" fmla="*/ 211931 w 238125"/>
                <a:gd name="connsiteY689" fmla="*/ 84296 h 333375"/>
                <a:gd name="connsiteX690" fmla="*/ 210217 w 238125"/>
                <a:gd name="connsiteY690" fmla="*/ 84201 h 333375"/>
                <a:gd name="connsiteX691" fmla="*/ 208788 w 238125"/>
                <a:gd name="connsiteY691" fmla="*/ 84677 h 333375"/>
                <a:gd name="connsiteX692" fmla="*/ 207836 w 238125"/>
                <a:gd name="connsiteY692" fmla="*/ 84963 h 333375"/>
                <a:gd name="connsiteX693" fmla="*/ 204883 w 238125"/>
                <a:gd name="connsiteY693" fmla="*/ 84487 h 333375"/>
                <a:gd name="connsiteX694" fmla="*/ 199263 w 238125"/>
                <a:gd name="connsiteY694" fmla="*/ 85249 h 333375"/>
                <a:gd name="connsiteX695" fmla="*/ 196691 w 238125"/>
                <a:gd name="connsiteY695" fmla="*/ 85058 h 333375"/>
                <a:gd name="connsiteX696" fmla="*/ 195929 w 238125"/>
                <a:gd name="connsiteY696" fmla="*/ 85153 h 333375"/>
                <a:gd name="connsiteX697" fmla="*/ 195548 w 238125"/>
                <a:gd name="connsiteY697" fmla="*/ 85439 h 333375"/>
                <a:gd name="connsiteX698" fmla="*/ 195263 w 238125"/>
                <a:gd name="connsiteY698" fmla="*/ 86106 h 333375"/>
                <a:gd name="connsiteX699" fmla="*/ 194882 w 238125"/>
                <a:gd name="connsiteY699" fmla="*/ 86392 h 333375"/>
                <a:gd name="connsiteX700" fmla="*/ 194405 w 238125"/>
                <a:gd name="connsiteY700" fmla="*/ 86296 h 333375"/>
                <a:gd name="connsiteX701" fmla="*/ 193738 w 238125"/>
                <a:gd name="connsiteY701" fmla="*/ 85915 h 333375"/>
                <a:gd name="connsiteX702" fmla="*/ 193167 w 238125"/>
                <a:gd name="connsiteY702" fmla="*/ 85915 h 333375"/>
                <a:gd name="connsiteX703" fmla="*/ 192881 w 238125"/>
                <a:gd name="connsiteY703" fmla="*/ 86868 h 333375"/>
                <a:gd name="connsiteX704" fmla="*/ 192310 w 238125"/>
                <a:gd name="connsiteY704" fmla="*/ 87439 h 333375"/>
                <a:gd name="connsiteX705" fmla="*/ 191071 w 238125"/>
                <a:gd name="connsiteY705" fmla="*/ 87630 h 333375"/>
                <a:gd name="connsiteX706" fmla="*/ 189738 w 238125"/>
                <a:gd name="connsiteY706" fmla="*/ 87535 h 333375"/>
                <a:gd name="connsiteX707" fmla="*/ 188881 w 238125"/>
                <a:gd name="connsiteY707" fmla="*/ 87344 h 333375"/>
                <a:gd name="connsiteX708" fmla="*/ 188024 w 238125"/>
                <a:gd name="connsiteY708" fmla="*/ 86677 h 333375"/>
                <a:gd name="connsiteX709" fmla="*/ 187642 w 238125"/>
                <a:gd name="connsiteY709" fmla="*/ 86011 h 333375"/>
                <a:gd name="connsiteX710" fmla="*/ 187262 w 238125"/>
                <a:gd name="connsiteY710" fmla="*/ 85534 h 333375"/>
                <a:gd name="connsiteX711" fmla="*/ 186309 w 238125"/>
                <a:gd name="connsiteY711" fmla="*/ 85439 h 333375"/>
                <a:gd name="connsiteX712" fmla="*/ 185833 w 238125"/>
                <a:gd name="connsiteY712" fmla="*/ 85630 h 333375"/>
                <a:gd name="connsiteX713" fmla="*/ 184975 w 238125"/>
                <a:gd name="connsiteY713" fmla="*/ 86392 h 333375"/>
                <a:gd name="connsiteX714" fmla="*/ 184309 w 238125"/>
                <a:gd name="connsiteY714" fmla="*/ 86582 h 333375"/>
                <a:gd name="connsiteX715" fmla="*/ 183737 w 238125"/>
                <a:gd name="connsiteY715" fmla="*/ 86677 h 333375"/>
                <a:gd name="connsiteX716" fmla="*/ 182690 w 238125"/>
                <a:gd name="connsiteY716" fmla="*/ 87058 h 333375"/>
                <a:gd name="connsiteX717" fmla="*/ 182213 w 238125"/>
                <a:gd name="connsiteY717" fmla="*/ 87154 h 333375"/>
                <a:gd name="connsiteX718" fmla="*/ 180118 w 238125"/>
                <a:gd name="connsiteY718" fmla="*/ 86963 h 333375"/>
                <a:gd name="connsiteX719" fmla="*/ 172307 w 238125"/>
                <a:gd name="connsiteY719" fmla="*/ 84582 h 333375"/>
                <a:gd name="connsiteX720" fmla="*/ 169736 w 238125"/>
                <a:gd name="connsiteY720" fmla="*/ 83248 h 333375"/>
                <a:gd name="connsiteX721" fmla="*/ 169164 w 238125"/>
                <a:gd name="connsiteY721" fmla="*/ 83248 h 333375"/>
                <a:gd name="connsiteX722" fmla="*/ 168021 w 238125"/>
                <a:gd name="connsiteY722" fmla="*/ 83820 h 333375"/>
                <a:gd name="connsiteX723" fmla="*/ 167354 w 238125"/>
                <a:gd name="connsiteY723" fmla="*/ 83915 h 333375"/>
                <a:gd name="connsiteX724" fmla="*/ 164401 w 238125"/>
                <a:gd name="connsiteY724" fmla="*/ 83820 h 333375"/>
                <a:gd name="connsiteX725" fmla="*/ 155924 w 238125"/>
                <a:gd name="connsiteY725" fmla="*/ 85153 h 333375"/>
                <a:gd name="connsiteX726" fmla="*/ 154210 w 238125"/>
                <a:gd name="connsiteY726" fmla="*/ 85725 h 333375"/>
                <a:gd name="connsiteX727" fmla="*/ 153734 w 238125"/>
                <a:gd name="connsiteY727" fmla="*/ 85820 h 333375"/>
                <a:gd name="connsiteX728" fmla="*/ 147828 w 238125"/>
                <a:gd name="connsiteY728" fmla="*/ 86582 h 333375"/>
                <a:gd name="connsiteX729" fmla="*/ 146399 w 238125"/>
                <a:gd name="connsiteY729" fmla="*/ 86392 h 333375"/>
                <a:gd name="connsiteX730" fmla="*/ 145637 w 238125"/>
                <a:gd name="connsiteY730" fmla="*/ 86011 h 333375"/>
                <a:gd name="connsiteX731" fmla="*/ 144971 w 238125"/>
                <a:gd name="connsiteY731" fmla="*/ 85534 h 333375"/>
                <a:gd name="connsiteX732" fmla="*/ 144304 w 238125"/>
                <a:gd name="connsiteY732" fmla="*/ 85153 h 333375"/>
                <a:gd name="connsiteX733" fmla="*/ 143446 w 238125"/>
                <a:gd name="connsiteY733" fmla="*/ 85058 h 333375"/>
                <a:gd name="connsiteX734" fmla="*/ 143161 w 238125"/>
                <a:gd name="connsiteY734" fmla="*/ 85249 h 333375"/>
                <a:gd name="connsiteX735" fmla="*/ 142589 w 238125"/>
                <a:gd name="connsiteY735" fmla="*/ 85820 h 333375"/>
                <a:gd name="connsiteX736" fmla="*/ 142304 w 238125"/>
                <a:gd name="connsiteY736" fmla="*/ 86011 h 333375"/>
                <a:gd name="connsiteX737" fmla="*/ 141827 w 238125"/>
                <a:gd name="connsiteY737" fmla="*/ 86011 h 333375"/>
                <a:gd name="connsiteX738" fmla="*/ 139827 w 238125"/>
                <a:gd name="connsiteY738" fmla="*/ 85630 h 333375"/>
                <a:gd name="connsiteX739" fmla="*/ 138684 w 238125"/>
                <a:gd name="connsiteY739" fmla="*/ 85153 h 333375"/>
                <a:gd name="connsiteX740" fmla="*/ 138113 w 238125"/>
                <a:gd name="connsiteY740" fmla="*/ 84963 h 333375"/>
                <a:gd name="connsiteX741" fmla="*/ 137350 w 238125"/>
                <a:gd name="connsiteY741" fmla="*/ 84963 h 333375"/>
                <a:gd name="connsiteX742" fmla="*/ 135255 w 238125"/>
                <a:gd name="connsiteY742" fmla="*/ 85534 h 333375"/>
                <a:gd name="connsiteX743" fmla="*/ 130969 w 238125"/>
                <a:gd name="connsiteY743" fmla="*/ 85153 h 333375"/>
                <a:gd name="connsiteX744" fmla="*/ 125635 w 238125"/>
                <a:gd name="connsiteY744" fmla="*/ 86296 h 333375"/>
                <a:gd name="connsiteX745" fmla="*/ 123825 w 238125"/>
                <a:gd name="connsiteY745" fmla="*/ 86201 h 333375"/>
                <a:gd name="connsiteX746" fmla="*/ 119729 w 238125"/>
                <a:gd name="connsiteY746" fmla="*/ 84487 h 333375"/>
                <a:gd name="connsiteX747" fmla="*/ 111442 w 238125"/>
                <a:gd name="connsiteY747" fmla="*/ 82677 h 333375"/>
                <a:gd name="connsiteX748" fmla="*/ 99727 w 238125"/>
                <a:gd name="connsiteY748" fmla="*/ 77724 h 333375"/>
                <a:gd name="connsiteX749" fmla="*/ 97726 w 238125"/>
                <a:gd name="connsiteY749" fmla="*/ 77819 h 333375"/>
                <a:gd name="connsiteX750" fmla="*/ 95821 w 238125"/>
                <a:gd name="connsiteY750" fmla="*/ 78581 h 333375"/>
                <a:gd name="connsiteX751" fmla="*/ 94964 w 238125"/>
                <a:gd name="connsiteY751" fmla="*/ 78391 h 333375"/>
                <a:gd name="connsiteX752" fmla="*/ 94393 w 238125"/>
                <a:gd name="connsiteY752" fmla="*/ 77248 h 333375"/>
                <a:gd name="connsiteX753" fmla="*/ 93917 w 238125"/>
                <a:gd name="connsiteY753" fmla="*/ 75152 h 333375"/>
                <a:gd name="connsiteX754" fmla="*/ 93726 w 238125"/>
                <a:gd name="connsiteY754" fmla="*/ 73152 h 333375"/>
                <a:gd name="connsiteX755" fmla="*/ 93917 w 238125"/>
                <a:gd name="connsiteY755" fmla="*/ 71533 h 333375"/>
                <a:gd name="connsiteX756" fmla="*/ 94012 w 238125"/>
                <a:gd name="connsiteY756" fmla="*/ 70961 h 333375"/>
                <a:gd name="connsiteX757" fmla="*/ 94393 w 238125"/>
                <a:gd name="connsiteY757" fmla="*/ 69437 h 333375"/>
                <a:gd name="connsiteX758" fmla="*/ 95155 w 238125"/>
                <a:gd name="connsiteY758" fmla="*/ 66580 h 333375"/>
                <a:gd name="connsiteX759" fmla="*/ 95250 w 238125"/>
                <a:gd name="connsiteY759" fmla="*/ 62198 h 333375"/>
                <a:gd name="connsiteX760" fmla="*/ 95726 w 238125"/>
                <a:gd name="connsiteY760" fmla="*/ 58102 h 333375"/>
                <a:gd name="connsiteX761" fmla="*/ 95155 w 238125"/>
                <a:gd name="connsiteY761" fmla="*/ 55817 h 333375"/>
                <a:gd name="connsiteX762" fmla="*/ 93917 w 238125"/>
                <a:gd name="connsiteY762" fmla="*/ 52864 h 333375"/>
                <a:gd name="connsiteX763" fmla="*/ 92964 w 238125"/>
                <a:gd name="connsiteY763" fmla="*/ 47625 h 333375"/>
                <a:gd name="connsiteX764" fmla="*/ 93154 w 238125"/>
                <a:gd name="connsiteY764" fmla="*/ 46196 h 333375"/>
                <a:gd name="connsiteX765" fmla="*/ 95441 w 238125"/>
                <a:gd name="connsiteY765" fmla="*/ 42196 h 333375"/>
                <a:gd name="connsiteX766" fmla="*/ 95631 w 238125"/>
                <a:gd name="connsiteY766" fmla="*/ 40767 h 333375"/>
                <a:gd name="connsiteX767" fmla="*/ 95250 w 238125"/>
                <a:gd name="connsiteY767" fmla="*/ 40481 h 333375"/>
                <a:gd name="connsiteX768" fmla="*/ 94393 w 238125"/>
                <a:gd name="connsiteY768" fmla="*/ 40386 h 333375"/>
                <a:gd name="connsiteX769" fmla="*/ 93440 w 238125"/>
                <a:gd name="connsiteY769" fmla="*/ 39814 h 333375"/>
                <a:gd name="connsiteX770" fmla="*/ 94488 w 238125"/>
                <a:gd name="connsiteY770" fmla="*/ 39433 h 333375"/>
                <a:gd name="connsiteX771" fmla="*/ 95250 w 238125"/>
                <a:gd name="connsiteY771" fmla="*/ 38862 h 333375"/>
                <a:gd name="connsiteX772" fmla="*/ 95441 w 238125"/>
                <a:gd name="connsiteY772" fmla="*/ 38100 h 333375"/>
                <a:gd name="connsiteX773" fmla="*/ 94774 w 238125"/>
                <a:gd name="connsiteY773" fmla="*/ 37147 h 333375"/>
                <a:gd name="connsiteX774" fmla="*/ 94679 w 238125"/>
                <a:gd name="connsiteY774" fmla="*/ 37052 h 333375"/>
                <a:gd name="connsiteX775" fmla="*/ 94583 w 238125"/>
                <a:gd name="connsiteY775" fmla="*/ 37052 h 333375"/>
                <a:gd name="connsiteX776" fmla="*/ 94488 w 238125"/>
                <a:gd name="connsiteY776" fmla="*/ 37052 h 333375"/>
                <a:gd name="connsiteX777" fmla="*/ 94393 w 238125"/>
                <a:gd name="connsiteY777" fmla="*/ 37052 h 333375"/>
                <a:gd name="connsiteX778" fmla="*/ 94393 w 238125"/>
                <a:gd name="connsiteY778" fmla="*/ 37052 h 333375"/>
                <a:gd name="connsiteX779" fmla="*/ 94393 w 238125"/>
                <a:gd name="connsiteY779" fmla="*/ 37052 h 333375"/>
                <a:gd name="connsiteX780" fmla="*/ 94012 w 238125"/>
                <a:gd name="connsiteY780" fmla="*/ 37433 h 333375"/>
                <a:gd name="connsiteX781" fmla="*/ 93631 w 238125"/>
                <a:gd name="connsiteY781" fmla="*/ 37624 h 333375"/>
                <a:gd name="connsiteX782" fmla="*/ 93345 w 238125"/>
                <a:gd name="connsiteY782" fmla="*/ 37528 h 333375"/>
                <a:gd name="connsiteX783" fmla="*/ 93059 w 238125"/>
                <a:gd name="connsiteY783" fmla="*/ 37147 h 333375"/>
                <a:gd name="connsiteX784" fmla="*/ 92678 w 238125"/>
                <a:gd name="connsiteY784" fmla="*/ 36385 h 333375"/>
                <a:gd name="connsiteX785" fmla="*/ 91630 w 238125"/>
                <a:gd name="connsiteY785" fmla="*/ 34957 h 333375"/>
                <a:gd name="connsiteX786" fmla="*/ 91345 w 238125"/>
                <a:gd name="connsiteY786" fmla="*/ 34385 h 333375"/>
                <a:gd name="connsiteX787" fmla="*/ 91250 w 238125"/>
                <a:gd name="connsiteY787" fmla="*/ 33338 h 333375"/>
                <a:gd name="connsiteX788" fmla="*/ 91345 w 238125"/>
                <a:gd name="connsiteY788" fmla="*/ 32575 h 333375"/>
                <a:gd name="connsiteX789" fmla="*/ 91250 w 238125"/>
                <a:gd name="connsiteY789" fmla="*/ 31813 h 333375"/>
                <a:gd name="connsiteX790" fmla="*/ 90583 w 238125"/>
                <a:gd name="connsiteY790" fmla="*/ 30861 h 333375"/>
                <a:gd name="connsiteX791" fmla="*/ 90202 w 238125"/>
                <a:gd name="connsiteY791" fmla="*/ 30099 h 333375"/>
                <a:gd name="connsiteX792" fmla="*/ 90011 w 238125"/>
                <a:gd name="connsiteY792" fmla="*/ 29146 h 333375"/>
                <a:gd name="connsiteX793" fmla="*/ 89725 w 238125"/>
                <a:gd name="connsiteY793" fmla="*/ 28289 h 333375"/>
                <a:gd name="connsiteX794" fmla="*/ 89059 w 238125"/>
                <a:gd name="connsiteY794" fmla="*/ 27813 h 333375"/>
                <a:gd name="connsiteX795" fmla="*/ 88583 w 238125"/>
                <a:gd name="connsiteY795" fmla="*/ 27813 h 333375"/>
                <a:gd name="connsiteX796" fmla="*/ 87535 w 238125"/>
                <a:gd name="connsiteY796" fmla="*/ 27908 h 333375"/>
                <a:gd name="connsiteX797" fmla="*/ 87154 w 238125"/>
                <a:gd name="connsiteY797" fmla="*/ 27813 h 333375"/>
                <a:gd name="connsiteX798" fmla="*/ 86487 w 238125"/>
                <a:gd name="connsiteY798" fmla="*/ 27527 h 333375"/>
                <a:gd name="connsiteX799" fmla="*/ 86392 w 238125"/>
                <a:gd name="connsiteY799" fmla="*/ 27432 h 333375"/>
                <a:gd name="connsiteX800" fmla="*/ 86487 w 238125"/>
                <a:gd name="connsiteY800" fmla="*/ 27242 h 333375"/>
                <a:gd name="connsiteX801" fmla="*/ 86487 w 238125"/>
                <a:gd name="connsiteY801" fmla="*/ 26003 h 333375"/>
                <a:gd name="connsiteX802" fmla="*/ 86487 w 238125"/>
                <a:gd name="connsiteY802" fmla="*/ 24765 h 333375"/>
                <a:gd name="connsiteX803" fmla="*/ 86201 w 238125"/>
                <a:gd name="connsiteY803" fmla="*/ 23908 h 333375"/>
                <a:gd name="connsiteX804" fmla="*/ 85249 w 238125"/>
                <a:gd name="connsiteY804" fmla="*/ 23717 h 333375"/>
                <a:gd name="connsiteX805" fmla="*/ 84106 w 238125"/>
                <a:gd name="connsiteY805" fmla="*/ 24098 h 333375"/>
                <a:gd name="connsiteX806" fmla="*/ 83725 w 238125"/>
                <a:gd name="connsiteY806" fmla="*/ 24574 h 333375"/>
                <a:gd name="connsiteX807" fmla="*/ 83820 w 238125"/>
                <a:gd name="connsiteY807" fmla="*/ 26384 h 333375"/>
                <a:gd name="connsiteX808" fmla="*/ 84201 w 238125"/>
                <a:gd name="connsiteY808" fmla="*/ 27051 h 333375"/>
                <a:gd name="connsiteX809" fmla="*/ 84201 w 238125"/>
                <a:gd name="connsiteY809" fmla="*/ 27337 h 333375"/>
                <a:gd name="connsiteX810" fmla="*/ 83153 w 238125"/>
                <a:gd name="connsiteY810" fmla="*/ 27051 h 333375"/>
                <a:gd name="connsiteX811" fmla="*/ 82772 w 238125"/>
                <a:gd name="connsiteY811" fmla="*/ 27051 h 333375"/>
                <a:gd name="connsiteX812" fmla="*/ 82391 w 238125"/>
                <a:gd name="connsiteY812" fmla="*/ 27242 h 333375"/>
                <a:gd name="connsiteX813" fmla="*/ 82010 w 238125"/>
                <a:gd name="connsiteY813" fmla="*/ 27527 h 333375"/>
                <a:gd name="connsiteX814" fmla="*/ 81439 w 238125"/>
                <a:gd name="connsiteY814" fmla="*/ 28575 h 333375"/>
                <a:gd name="connsiteX815" fmla="*/ 81820 w 238125"/>
                <a:gd name="connsiteY815" fmla="*/ 29337 h 333375"/>
                <a:gd name="connsiteX816" fmla="*/ 82677 w 238125"/>
                <a:gd name="connsiteY816" fmla="*/ 29718 h 333375"/>
                <a:gd name="connsiteX817" fmla="*/ 83629 w 238125"/>
                <a:gd name="connsiteY817" fmla="*/ 29813 h 333375"/>
                <a:gd name="connsiteX818" fmla="*/ 83058 w 238125"/>
                <a:gd name="connsiteY818" fmla="*/ 30194 h 333375"/>
                <a:gd name="connsiteX819" fmla="*/ 82296 w 238125"/>
                <a:gd name="connsiteY819" fmla="*/ 30575 h 333375"/>
                <a:gd name="connsiteX820" fmla="*/ 81725 w 238125"/>
                <a:gd name="connsiteY820" fmla="*/ 31051 h 333375"/>
                <a:gd name="connsiteX821" fmla="*/ 81725 w 238125"/>
                <a:gd name="connsiteY821" fmla="*/ 31718 h 333375"/>
                <a:gd name="connsiteX822" fmla="*/ 82296 w 238125"/>
                <a:gd name="connsiteY822" fmla="*/ 32004 h 333375"/>
                <a:gd name="connsiteX823" fmla="*/ 83058 w 238125"/>
                <a:gd name="connsiteY823" fmla="*/ 31909 h 333375"/>
                <a:gd name="connsiteX824" fmla="*/ 83725 w 238125"/>
                <a:gd name="connsiteY824" fmla="*/ 31909 h 333375"/>
                <a:gd name="connsiteX825" fmla="*/ 84106 w 238125"/>
                <a:gd name="connsiteY825" fmla="*/ 32671 h 333375"/>
                <a:gd name="connsiteX826" fmla="*/ 83629 w 238125"/>
                <a:gd name="connsiteY826" fmla="*/ 33623 h 333375"/>
                <a:gd name="connsiteX827" fmla="*/ 81344 w 238125"/>
                <a:gd name="connsiteY827" fmla="*/ 35528 h 333375"/>
                <a:gd name="connsiteX828" fmla="*/ 80867 w 238125"/>
                <a:gd name="connsiteY828" fmla="*/ 37147 h 333375"/>
                <a:gd name="connsiteX829" fmla="*/ 80963 w 238125"/>
                <a:gd name="connsiteY829" fmla="*/ 37909 h 333375"/>
                <a:gd name="connsiteX830" fmla="*/ 80772 w 238125"/>
                <a:gd name="connsiteY830" fmla="*/ 38671 h 333375"/>
                <a:gd name="connsiteX831" fmla="*/ 80391 w 238125"/>
                <a:gd name="connsiteY831" fmla="*/ 39243 h 333375"/>
                <a:gd name="connsiteX832" fmla="*/ 79724 w 238125"/>
                <a:gd name="connsiteY832" fmla="*/ 39433 h 333375"/>
                <a:gd name="connsiteX833" fmla="*/ 79153 w 238125"/>
                <a:gd name="connsiteY833" fmla="*/ 39148 h 333375"/>
                <a:gd name="connsiteX834" fmla="*/ 78676 w 238125"/>
                <a:gd name="connsiteY834" fmla="*/ 38481 h 333375"/>
                <a:gd name="connsiteX835" fmla="*/ 77915 w 238125"/>
                <a:gd name="connsiteY835" fmla="*/ 37147 h 333375"/>
                <a:gd name="connsiteX836" fmla="*/ 77629 w 238125"/>
                <a:gd name="connsiteY836" fmla="*/ 37052 h 333375"/>
                <a:gd name="connsiteX837" fmla="*/ 77343 w 238125"/>
                <a:gd name="connsiteY837" fmla="*/ 36957 h 333375"/>
                <a:gd name="connsiteX838" fmla="*/ 77057 w 238125"/>
                <a:gd name="connsiteY838" fmla="*/ 36957 h 333375"/>
                <a:gd name="connsiteX839" fmla="*/ 74200 w 238125"/>
                <a:gd name="connsiteY839" fmla="*/ 37243 h 333375"/>
                <a:gd name="connsiteX840" fmla="*/ 74200 w 238125"/>
                <a:gd name="connsiteY840" fmla="*/ 37243 h 333375"/>
                <a:gd name="connsiteX841" fmla="*/ 74200 w 238125"/>
                <a:gd name="connsiteY841" fmla="*/ 37243 h 333375"/>
                <a:gd name="connsiteX842" fmla="*/ 74200 w 238125"/>
                <a:gd name="connsiteY842" fmla="*/ 37243 h 333375"/>
                <a:gd name="connsiteX843" fmla="*/ 73914 w 238125"/>
                <a:gd name="connsiteY843" fmla="*/ 37338 h 333375"/>
                <a:gd name="connsiteX844" fmla="*/ 73628 w 238125"/>
                <a:gd name="connsiteY844" fmla="*/ 37338 h 333375"/>
                <a:gd name="connsiteX845" fmla="*/ 73342 w 238125"/>
                <a:gd name="connsiteY845" fmla="*/ 37338 h 333375"/>
                <a:gd name="connsiteX846" fmla="*/ 73057 w 238125"/>
                <a:gd name="connsiteY846" fmla="*/ 37243 h 333375"/>
                <a:gd name="connsiteX847" fmla="*/ 72295 w 238125"/>
                <a:gd name="connsiteY847" fmla="*/ 36004 h 333375"/>
                <a:gd name="connsiteX848" fmla="*/ 71723 w 238125"/>
                <a:gd name="connsiteY848" fmla="*/ 36004 h 333375"/>
                <a:gd name="connsiteX849" fmla="*/ 71057 w 238125"/>
                <a:gd name="connsiteY849" fmla="*/ 36576 h 333375"/>
                <a:gd name="connsiteX850" fmla="*/ 70199 w 238125"/>
                <a:gd name="connsiteY850" fmla="*/ 37052 h 333375"/>
                <a:gd name="connsiteX851" fmla="*/ 69342 w 238125"/>
                <a:gd name="connsiteY851" fmla="*/ 36957 h 333375"/>
                <a:gd name="connsiteX852" fmla="*/ 68294 w 238125"/>
                <a:gd name="connsiteY852" fmla="*/ 36481 h 333375"/>
                <a:gd name="connsiteX853" fmla="*/ 67342 w 238125"/>
                <a:gd name="connsiteY853" fmla="*/ 35814 h 333375"/>
                <a:gd name="connsiteX854" fmla="*/ 66104 w 238125"/>
                <a:gd name="connsiteY854" fmla="*/ 34290 h 333375"/>
                <a:gd name="connsiteX855" fmla="*/ 64199 w 238125"/>
                <a:gd name="connsiteY855" fmla="*/ 33433 h 333375"/>
                <a:gd name="connsiteX856" fmla="*/ 63722 w 238125"/>
                <a:gd name="connsiteY856" fmla="*/ 32861 h 333375"/>
                <a:gd name="connsiteX857" fmla="*/ 63437 w 238125"/>
                <a:gd name="connsiteY857" fmla="*/ 31718 h 333375"/>
                <a:gd name="connsiteX858" fmla="*/ 62865 w 238125"/>
                <a:gd name="connsiteY858" fmla="*/ 30956 h 333375"/>
                <a:gd name="connsiteX859" fmla="*/ 62103 w 238125"/>
                <a:gd name="connsiteY859" fmla="*/ 30480 h 333375"/>
                <a:gd name="connsiteX860" fmla="*/ 58579 w 238125"/>
                <a:gd name="connsiteY860" fmla="*/ 28956 h 333375"/>
                <a:gd name="connsiteX861" fmla="*/ 57912 w 238125"/>
                <a:gd name="connsiteY861" fmla="*/ 28194 h 333375"/>
                <a:gd name="connsiteX862" fmla="*/ 57531 w 238125"/>
                <a:gd name="connsiteY862" fmla="*/ 27146 h 333375"/>
                <a:gd name="connsiteX863" fmla="*/ 57055 w 238125"/>
                <a:gd name="connsiteY863" fmla="*/ 23622 h 333375"/>
                <a:gd name="connsiteX864" fmla="*/ 56674 w 238125"/>
                <a:gd name="connsiteY864" fmla="*/ 22669 h 333375"/>
                <a:gd name="connsiteX865" fmla="*/ 55626 w 238125"/>
                <a:gd name="connsiteY865" fmla="*/ 20955 h 333375"/>
                <a:gd name="connsiteX866" fmla="*/ 55245 w 238125"/>
                <a:gd name="connsiteY866" fmla="*/ 20002 h 333375"/>
                <a:gd name="connsiteX867" fmla="*/ 55245 w 238125"/>
                <a:gd name="connsiteY867" fmla="*/ 18478 h 333375"/>
                <a:gd name="connsiteX868" fmla="*/ 55817 w 238125"/>
                <a:gd name="connsiteY868" fmla="*/ 18383 h 333375"/>
                <a:gd name="connsiteX869" fmla="*/ 56579 w 238125"/>
                <a:gd name="connsiteY869" fmla="*/ 18764 h 333375"/>
                <a:gd name="connsiteX870" fmla="*/ 57055 w 238125"/>
                <a:gd name="connsiteY870" fmla="*/ 18478 h 333375"/>
                <a:gd name="connsiteX871" fmla="*/ 57055 w 238125"/>
                <a:gd name="connsiteY871" fmla="*/ 17717 h 333375"/>
                <a:gd name="connsiteX872" fmla="*/ 56674 w 238125"/>
                <a:gd name="connsiteY872" fmla="*/ 17335 h 333375"/>
                <a:gd name="connsiteX873" fmla="*/ 55436 w 238125"/>
                <a:gd name="connsiteY873" fmla="*/ 16954 h 333375"/>
                <a:gd name="connsiteX874" fmla="*/ 54578 w 238125"/>
                <a:gd name="connsiteY874" fmla="*/ 16573 h 333375"/>
                <a:gd name="connsiteX875" fmla="*/ 54483 w 238125"/>
                <a:gd name="connsiteY875" fmla="*/ 16192 h 333375"/>
                <a:gd name="connsiteX876" fmla="*/ 54674 w 238125"/>
                <a:gd name="connsiteY876" fmla="*/ 15716 h 333375"/>
                <a:gd name="connsiteX877" fmla="*/ 54388 w 238125"/>
                <a:gd name="connsiteY877" fmla="*/ 15049 h 333375"/>
                <a:gd name="connsiteX878" fmla="*/ 53912 w 238125"/>
                <a:gd name="connsiteY878" fmla="*/ 14668 h 333375"/>
                <a:gd name="connsiteX879" fmla="*/ 52769 w 238125"/>
                <a:gd name="connsiteY879" fmla="*/ 14383 h 333375"/>
                <a:gd name="connsiteX880" fmla="*/ 52197 w 238125"/>
                <a:gd name="connsiteY880" fmla="*/ 14192 h 333375"/>
                <a:gd name="connsiteX881" fmla="*/ 51721 w 238125"/>
                <a:gd name="connsiteY881" fmla="*/ 13811 h 333375"/>
                <a:gd name="connsiteX882" fmla="*/ 50959 w 238125"/>
                <a:gd name="connsiteY882" fmla="*/ 12954 h 333375"/>
                <a:gd name="connsiteX883" fmla="*/ 50387 w 238125"/>
                <a:gd name="connsiteY883" fmla="*/ 12668 h 333375"/>
                <a:gd name="connsiteX884" fmla="*/ 49530 w 238125"/>
                <a:gd name="connsiteY884" fmla="*/ 12001 h 333375"/>
                <a:gd name="connsiteX885" fmla="*/ 49054 w 238125"/>
                <a:gd name="connsiteY885" fmla="*/ 11525 h 333375"/>
                <a:gd name="connsiteX886" fmla="*/ 48387 w 238125"/>
                <a:gd name="connsiteY886" fmla="*/ 10858 h 333375"/>
                <a:gd name="connsiteX887" fmla="*/ 47530 w 238125"/>
                <a:gd name="connsiteY887" fmla="*/ 11239 h 333375"/>
                <a:gd name="connsiteX888" fmla="*/ 46863 w 238125"/>
                <a:gd name="connsiteY888" fmla="*/ 11906 h 333375"/>
                <a:gd name="connsiteX889" fmla="*/ 46196 w 238125"/>
                <a:gd name="connsiteY889" fmla="*/ 12859 h 333375"/>
                <a:gd name="connsiteX890" fmla="*/ 45720 w 238125"/>
                <a:gd name="connsiteY890" fmla="*/ 14002 h 333375"/>
                <a:gd name="connsiteX891" fmla="*/ 45720 w 238125"/>
                <a:gd name="connsiteY891" fmla="*/ 14954 h 333375"/>
                <a:gd name="connsiteX892" fmla="*/ 46768 w 238125"/>
                <a:gd name="connsiteY892" fmla="*/ 16097 h 333375"/>
                <a:gd name="connsiteX893" fmla="*/ 48292 w 238125"/>
                <a:gd name="connsiteY893" fmla="*/ 16573 h 333375"/>
                <a:gd name="connsiteX894" fmla="*/ 49625 w 238125"/>
                <a:gd name="connsiteY894" fmla="*/ 17240 h 333375"/>
                <a:gd name="connsiteX895" fmla="*/ 50101 w 238125"/>
                <a:gd name="connsiteY895" fmla="*/ 18859 h 333375"/>
                <a:gd name="connsiteX896" fmla="*/ 50483 w 238125"/>
                <a:gd name="connsiteY896" fmla="*/ 19336 h 333375"/>
                <a:gd name="connsiteX897" fmla="*/ 50863 w 238125"/>
                <a:gd name="connsiteY897" fmla="*/ 19526 h 333375"/>
                <a:gd name="connsiteX898" fmla="*/ 51340 w 238125"/>
                <a:gd name="connsiteY898" fmla="*/ 19431 h 333375"/>
                <a:gd name="connsiteX899" fmla="*/ 51816 w 238125"/>
                <a:gd name="connsiteY899" fmla="*/ 19145 h 333375"/>
                <a:gd name="connsiteX900" fmla="*/ 51625 w 238125"/>
                <a:gd name="connsiteY900" fmla="*/ 20383 h 333375"/>
                <a:gd name="connsiteX901" fmla="*/ 52007 w 238125"/>
                <a:gd name="connsiteY901" fmla="*/ 20764 h 333375"/>
                <a:gd name="connsiteX902" fmla="*/ 52673 w 238125"/>
                <a:gd name="connsiteY902" fmla="*/ 20764 h 333375"/>
                <a:gd name="connsiteX903" fmla="*/ 53245 w 238125"/>
                <a:gd name="connsiteY903" fmla="*/ 20955 h 333375"/>
                <a:gd name="connsiteX904" fmla="*/ 53530 w 238125"/>
                <a:gd name="connsiteY904" fmla="*/ 22003 h 333375"/>
                <a:gd name="connsiteX905" fmla="*/ 52483 w 238125"/>
                <a:gd name="connsiteY905" fmla="*/ 22765 h 333375"/>
                <a:gd name="connsiteX906" fmla="*/ 50197 w 238125"/>
                <a:gd name="connsiteY906" fmla="*/ 23336 h 333375"/>
                <a:gd name="connsiteX907" fmla="*/ 48673 w 238125"/>
                <a:gd name="connsiteY907" fmla="*/ 22860 h 333375"/>
                <a:gd name="connsiteX908" fmla="*/ 46387 w 238125"/>
                <a:gd name="connsiteY908" fmla="*/ 20479 h 333375"/>
                <a:gd name="connsiteX909" fmla="*/ 44958 w 238125"/>
                <a:gd name="connsiteY909" fmla="*/ 20193 h 333375"/>
                <a:gd name="connsiteX910" fmla="*/ 43910 w 238125"/>
                <a:gd name="connsiteY910" fmla="*/ 20955 h 333375"/>
                <a:gd name="connsiteX911" fmla="*/ 43148 w 238125"/>
                <a:gd name="connsiteY911" fmla="*/ 22860 h 333375"/>
                <a:gd name="connsiteX912" fmla="*/ 42291 w 238125"/>
                <a:gd name="connsiteY912" fmla="*/ 23146 h 333375"/>
                <a:gd name="connsiteX913" fmla="*/ 41434 w 238125"/>
                <a:gd name="connsiteY913" fmla="*/ 22765 h 333375"/>
                <a:gd name="connsiteX914" fmla="*/ 40958 w 238125"/>
                <a:gd name="connsiteY914" fmla="*/ 21907 h 333375"/>
                <a:gd name="connsiteX915" fmla="*/ 40576 w 238125"/>
                <a:gd name="connsiteY915" fmla="*/ 20955 h 333375"/>
                <a:gd name="connsiteX916" fmla="*/ 40196 w 238125"/>
                <a:gd name="connsiteY916" fmla="*/ 20098 h 333375"/>
                <a:gd name="connsiteX917" fmla="*/ 38291 w 238125"/>
                <a:gd name="connsiteY917" fmla="*/ 19336 h 333375"/>
                <a:gd name="connsiteX918" fmla="*/ 33814 w 238125"/>
                <a:gd name="connsiteY918" fmla="*/ 20955 h 333375"/>
                <a:gd name="connsiteX919" fmla="*/ 32861 w 238125"/>
                <a:gd name="connsiteY919" fmla="*/ 20288 h 333375"/>
                <a:gd name="connsiteX920" fmla="*/ 33242 w 238125"/>
                <a:gd name="connsiteY920" fmla="*/ 19907 h 333375"/>
                <a:gd name="connsiteX921" fmla="*/ 35147 w 238125"/>
                <a:gd name="connsiteY921" fmla="*/ 18955 h 333375"/>
                <a:gd name="connsiteX922" fmla="*/ 35814 w 238125"/>
                <a:gd name="connsiteY922" fmla="*/ 18383 h 333375"/>
                <a:gd name="connsiteX923" fmla="*/ 36290 w 238125"/>
                <a:gd name="connsiteY923" fmla="*/ 17335 h 333375"/>
                <a:gd name="connsiteX924" fmla="*/ 36195 w 238125"/>
                <a:gd name="connsiteY924" fmla="*/ 16573 h 333375"/>
                <a:gd name="connsiteX925" fmla="*/ 35528 w 238125"/>
                <a:gd name="connsiteY925" fmla="*/ 16002 h 333375"/>
                <a:gd name="connsiteX926" fmla="*/ 34290 w 238125"/>
                <a:gd name="connsiteY926" fmla="*/ 15430 h 333375"/>
                <a:gd name="connsiteX927" fmla="*/ 34004 w 238125"/>
                <a:gd name="connsiteY927" fmla="*/ 14954 h 333375"/>
                <a:gd name="connsiteX928" fmla="*/ 34100 w 238125"/>
                <a:gd name="connsiteY928" fmla="*/ 13906 h 333375"/>
                <a:gd name="connsiteX929" fmla="*/ 33719 w 238125"/>
                <a:gd name="connsiteY929" fmla="*/ 13716 h 333375"/>
                <a:gd name="connsiteX930" fmla="*/ 33242 w 238125"/>
                <a:gd name="connsiteY930" fmla="*/ 13525 h 333375"/>
                <a:gd name="connsiteX931" fmla="*/ 33147 w 238125"/>
                <a:gd name="connsiteY931" fmla="*/ 13144 h 333375"/>
                <a:gd name="connsiteX932" fmla="*/ 33242 w 238125"/>
                <a:gd name="connsiteY932" fmla="*/ 12668 h 333375"/>
                <a:gd name="connsiteX933" fmla="*/ 33433 w 238125"/>
                <a:gd name="connsiteY933" fmla="*/ 12192 h 333375"/>
                <a:gd name="connsiteX934" fmla="*/ 32195 w 238125"/>
                <a:gd name="connsiteY934" fmla="*/ 11906 h 333375"/>
                <a:gd name="connsiteX935" fmla="*/ 31623 w 238125"/>
                <a:gd name="connsiteY935" fmla="*/ 11620 h 333375"/>
                <a:gd name="connsiteX936" fmla="*/ 31051 w 238125"/>
                <a:gd name="connsiteY936" fmla="*/ 11239 h 333375"/>
                <a:gd name="connsiteX937" fmla="*/ 30671 w 238125"/>
                <a:gd name="connsiteY937" fmla="*/ 10668 h 333375"/>
                <a:gd name="connsiteX938" fmla="*/ 30385 w 238125"/>
                <a:gd name="connsiteY938" fmla="*/ 10001 h 333375"/>
                <a:gd name="connsiteX939" fmla="*/ 30004 w 238125"/>
                <a:gd name="connsiteY939" fmla="*/ 9430 h 333375"/>
                <a:gd name="connsiteX940" fmla="*/ 29337 w 238125"/>
                <a:gd name="connsiteY940" fmla="*/ 9144 h 333375"/>
                <a:gd name="connsiteX941" fmla="*/ 28194 w 238125"/>
                <a:gd name="connsiteY941" fmla="*/ 9144 h 333375"/>
                <a:gd name="connsiteX942" fmla="*/ 27718 w 238125"/>
                <a:gd name="connsiteY942" fmla="*/ 9049 h 333375"/>
                <a:gd name="connsiteX943" fmla="*/ 26479 w 238125"/>
                <a:gd name="connsiteY943" fmla="*/ 8572 h 333375"/>
                <a:gd name="connsiteX944" fmla="*/ 25432 w 238125"/>
                <a:gd name="connsiteY944" fmla="*/ 7810 h 333375"/>
                <a:gd name="connsiteX945" fmla="*/ 25051 w 238125"/>
                <a:gd name="connsiteY945" fmla="*/ 7429 h 333375"/>
                <a:gd name="connsiteX946" fmla="*/ 24479 w 238125"/>
                <a:gd name="connsiteY946" fmla="*/ 6763 h 333375"/>
                <a:gd name="connsiteX947" fmla="*/ 23813 w 238125"/>
                <a:gd name="connsiteY947" fmla="*/ 6191 h 333375"/>
                <a:gd name="connsiteX948" fmla="*/ 23146 w 238125"/>
                <a:gd name="connsiteY948" fmla="*/ 5429 h 333375"/>
                <a:gd name="connsiteX949" fmla="*/ 22288 w 238125"/>
                <a:gd name="connsiteY949" fmla="*/ 5048 h 333375"/>
                <a:gd name="connsiteX950" fmla="*/ 20383 w 238125"/>
                <a:gd name="connsiteY950" fmla="*/ 4477 h 333375"/>
                <a:gd name="connsiteX951" fmla="*/ 19717 w 238125"/>
                <a:gd name="connsiteY951" fmla="*/ 3715 h 333375"/>
                <a:gd name="connsiteX952" fmla="*/ 19526 w 238125"/>
                <a:gd name="connsiteY952" fmla="*/ 2572 h 333375"/>
                <a:gd name="connsiteX953" fmla="*/ 19526 w 238125"/>
                <a:gd name="connsiteY953" fmla="*/ 1333 h 333375"/>
                <a:gd name="connsiteX954" fmla="*/ 19431 w 238125"/>
                <a:gd name="connsiteY954" fmla="*/ 286 h 333375"/>
                <a:gd name="connsiteX955" fmla="*/ 18955 w 238125"/>
                <a:gd name="connsiteY955" fmla="*/ 0 h 333375"/>
                <a:gd name="connsiteX956" fmla="*/ 18288 w 238125"/>
                <a:gd name="connsiteY956" fmla="*/ 667 h 333375"/>
                <a:gd name="connsiteX957" fmla="*/ 17621 w 238125"/>
                <a:gd name="connsiteY957" fmla="*/ 1714 h 333375"/>
                <a:gd name="connsiteX958" fmla="*/ 17240 w 238125"/>
                <a:gd name="connsiteY958" fmla="*/ 2572 h 333375"/>
                <a:gd name="connsiteX959" fmla="*/ 16192 w 238125"/>
                <a:gd name="connsiteY959" fmla="*/ 6286 h 333375"/>
                <a:gd name="connsiteX960" fmla="*/ 15526 w 238125"/>
                <a:gd name="connsiteY960" fmla="*/ 7429 h 333375"/>
                <a:gd name="connsiteX961" fmla="*/ 15526 w 238125"/>
                <a:gd name="connsiteY961" fmla="*/ 7429 h 333375"/>
                <a:gd name="connsiteX962" fmla="*/ 15240 w 238125"/>
                <a:gd name="connsiteY962" fmla="*/ 8192 h 333375"/>
                <a:gd name="connsiteX963" fmla="*/ 15335 w 238125"/>
                <a:gd name="connsiteY963" fmla="*/ 9144 h 333375"/>
                <a:gd name="connsiteX964" fmla="*/ 15716 w 238125"/>
                <a:gd name="connsiteY964" fmla="*/ 9906 h 333375"/>
                <a:gd name="connsiteX965" fmla="*/ 16383 w 238125"/>
                <a:gd name="connsiteY965" fmla="*/ 10096 h 333375"/>
                <a:gd name="connsiteX966" fmla="*/ 16669 w 238125"/>
                <a:gd name="connsiteY966" fmla="*/ 9715 h 333375"/>
                <a:gd name="connsiteX967" fmla="*/ 16859 w 238125"/>
                <a:gd name="connsiteY967" fmla="*/ 8382 h 333375"/>
                <a:gd name="connsiteX968" fmla="*/ 17050 w 238125"/>
                <a:gd name="connsiteY968" fmla="*/ 8001 h 333375"/>
                <a:gd name="connsiteX969" fmla="*/ 17431 w 238125"/>
                <a:gd name="connsiteY969" fmla="*/ 8001 h 333375"/>
                <a:gd name="connsiteX970" fmla="*/ 18669 w 238125"/>
                <a:gd name="connsiteY970" fmla="*/ 8572 h 333375"/>
                <a:gd name="connsiteX971" fmla="*/ 21717 w 238125"/>
                <a:gd name="connsiteY971" fmla="*/ 9144 h 333375"/>
                <a:gd name="connsiteX972" fmla="*/ 23146 w 238125"/>
                <a:gd name="connsiteY972" fmla="*/ 9811 h 333375"/>
                <a:gd name="connsiteX973" fmla="*/ 23908 w 238125"/>
                <a:gd name="connsiteY973" fmla="*/ 11049 h 333375"/>
                <a:gd name="connsiteX974" fmla="*/ 24955 w 238125"/>
                <a:gd name="connsiteY974" fmla="*/ 14192 h 333375"/>
                <a:gd name="connsiteX975" fmla="*/ 25051 w 238125"/>
                <a:gd name="connsiteY975" fmla="*/ 15716 h 333375"/>
                <a:gd name="connsiteX976" fmla="*/ 23908 w 238125"/>
                <a:gd name="connsiteY976" fmla="*/ 15526 h 333375"/>
                <a:gd name="connsiteX977" fmla="*/ 23527 w 238125"/>
                <a:gd name="connsiteY977" fmla="*/ 15621 h 333375"/>
                <a:gd name="connsiteX978" fmla="*/ 23050 w 238125"/>
                <a:gd name="connsiteY978" fmla="*/ 15716 h 333375"/>
                <a:gd name="connsiteX979" fmla="*/ 22574 w 238125"/>
                <a:gd name="connsiteY979" fmla="*/ 15716 h 333375"/>
                <a:gd name="connsiteX980" fmla="*/ 22193 w 238125"/>
                <a:gd name="connsiteY980" fmla="*/ 15526 h 333375"/>
                <a:gd name="connsiteX981" fmla="*/ 21622 w 238125"/>
                <a:gd name="connsiteY981" fmla="*/ 15145 h 333375"/>
                <a:gd name="connsiteX982" fmla="*/ 21336 w 238125"/>
                <a:gd name="connsiteY982" fmla="*/ 15430 h 333375"/>
                <a:gd name="connsiteX983" fmla="*/ 21050 w 238125"/>
                <a:gd name="connsiteY983" fmla="*/ 16002 h 333375"/>
                <a:gd name="connsiteX984" fmla="*/ 20669 w 238125"/>
                <a:gd name="connsiteY984" fmla="*/ 16478 h 333375"/>
                <a:gd name="connsiteX985" fmla="*/ 18193 w 238125"/>
                <a:gd name="connsiteY985" fmla="*/ 18002 h 333375"/>
                <a:gd name="connsiteX986" fmla="*/ 17431 w 238125"/>
                <a:gd name="connsiteY986" fmla="*/ 18764 h 333375"/>
                <a:gd name="connsiteX987" fmla="*/ 16669 w 238125"/>
                <a:gd name="connsiteY987" fmla="*/ 19907 h 333375"/>
                <a:gd name="connsiteX988" fmla="*/ 16478 w 238125"/>
                <a:gd name="connsiteY988" fmla="*/ 20764 h 333375"/>
                <a:gd name="connsiteX989" fmla="*/ 16574 w 238125"/>
                <a:gd name="connsiteY989" fmla="*/ 22860 h 333375"/>
                <a:gd name="connsiteX990" fmla="*/ 16097 w 238125"/>
                <a:gd name="connsiteY990" fmla="*/ 23717 h 333375"/>
                <a:gd name="connsiteX991" fmla="*/ 15145 w 238125"/>
                <a:gd name="connsiteY991" fmla="*/ 24289 h 333375"/>
                <a:gd name="connsiteX992" fmla="*/ 12097 w 238125"/>
                <a:gd name="connsiteY992" fmla="*/ 25336 h 333375"/>
                <a:gd name="connsiteX993" fmla="*/ 11049 w 238125"/>
                <a:gd name="connsiteY993" fmla="*/ 25527 h 333375"/>
                <a:gd name="connsiteX994" fmla="*/ 10478 w 238125"/>
                <a:gd name="connsiteY994" fmla="*/ 25717 h 333375"/>
                <a:gd name="connsiteX995" fmla="*/ 10096 w 238125"/>
                <a:gd name="connsiteY995" fmla="*/ 26098 h 333375"/>
                <a:gd name="connsiteX996" fmla="*/ 9811 w 238125"/>
                <a:gd name="connsiteY996" fmla="*/ 26479 h 333375"/>
                <a:gd name="connsiteX997" fmla="*/ 9334 w 238125"/>
                <a:gd name="connsiteY997" fmla="*/ 26860 h 333375"/>
                <a:gd name="connsiteX998" fmla="*/ 7620 w 238125"/>
                <a:gd name="connsiteY998" fmla="*/ 28003 h 333375"/>
                <a:gd name="connsiteX999" fmla="*/ 7144 w 238125"/>
                <a:gd name="connsiteY999" fmla="*/ 28670 h 333375"/>
                <a:gd name="connsiteX1000" fmla="*/ 6572 w 238125"/>
                <a:gd name="connsiteY1000" fmla="*/ 30575 h 333375"/>
                <a:gd name="connsiteX1001" fmla="*/ 6382 w 238125"/>
                <a:gd name="connsiteY1001" fmla="*/ 30861 h 333375"/>
                <a:gd name="connsiteX1002" fmla="*/ 6287 w 238125"/>
                <a:gd name="connsiteY1002" fmla="*/ 31147 h 333375"/>
                <a:gd name="connsiteX1003" fmla="*/ 6382 w 238125"/>
                <a:gd name="connsiteY1003" fmla="*/ 31718 h 333375"/>
                <a:gd name="connsiteX1004" fmla="*/ 6572 w 238125"/>
                <a:gd name="connsiteY1004" fmla="*/ 32004 h 333375"/>
                <a:gd name="connsiteX1005" fmla="*/ 6858 w 238125"/>
                <a:gd name="connsiteY1005" fmla="*/ 32194 h 333375"/>
                <a:gd name="connsiteX1006" fmla="*/ 7144 w 238125"/>
                <a:gd name="connsiteY1006" fmla="*/ 32480 h 333375"/>
                <a:gd name="connsiteX1007" fmla="*/ 7239 w 238125"/>
                <a:gd name="connsiteY1007" fmla="*/ 33147 h 333375"/>
                <a:gd name="connsiteX1008" fmla="*/ 6858 w 238125"/>
                <a:gd name="connsiteY1008" fmla="*/ 34290 h 333375"/>
                <a:gd name="connsiteX1009" fmla="*/ 5525 w 238125"/>
                <a:gd name="connsiteY1009" fmla="*/ 35338 h 333375"/>
                <a:gd name="connsiteX1010" fmla="*/ 4477 w 238125"/>
                <a:gd name="connsiteY1010" fmla="*/ 37243 h 333375"/>
                <a:gd name="connsiteX1011" fmla="*/ 3524 w 238125"/>
                <a:gd name="connsiteY1011" fmla="*/ 40576 h 333375"/>
                <a:gd name="connsiteX1012" fmla="*/ 3238 w 238125"/>
                <a:gd name="connsiteY1012" fmla="*/ 40957 h 333375"/>
                <a:gd name="connsiteX1013" fmla="*/ 2953 w 238125"/>
                <a:gd name="connsiteY1013" fmla="*/ 41148 h 333375"/>
                <a:gd name="connsiteX1014" fmla="*/ 2762 w 238125"/>
                <a:gd name="connsiteY1014" fmla="*/ 41434 h 333375"/>
                <a:gd name="connsiteX1015" fmla="*/ 3143 w 238125"/>
                <a:gd name="connsiteY1015" fmla="*/ 44005 h 333375"/>
                <a:gd name="connsiteX1016" fmla="*/ 3524 w 238125"/>
                <a:gd name="connsiteY1016" fmla="*/ 44863 h 333375"/>
                <a:gd name="connsiteX1017" fmla="*/ 3429 w 238125"/>
                <a:gd name="connsiteY1017" fmla="*/ 45339 h 333375"/>
                <a:gd name="connsiteX1018" fmla="*/ 3429 w 238125"/>
                <a:gd name="connsiteY1018" fmla="*/ 45815 h 333375"/>
                <a:gd name="connsiteX1019" fmla="*/ 4286 w 238125"/>
                <a:gd name="connsiteY1019" fmla="*/ 46768 h 333375"/>
                <a:gd name="connsiteX1020" fmla="*/ 4572 w 238125"/>
                <a:gd name="connsiteY1020" fmla="*/ 47244 h 333375"/>
                <a:gd name="connsiteX1021" fmla="*/ 4953 w 238125"/>
                <a:gd name="connsiteY1021" fmla="*/ 48387 h 333375"/>
                <a:gd name="connsiteX1022" fmla="*/ 5620 w 238125"/>
                <a:gd name="connsiteY1022" fmla="*/ 49149 h 333375"/>
                <a:gd name="connsiteX1023" fmla="*/ 6572 w 238125"/>
                <a:gd name="connsiteY1023" fmla="*/ 49149 h 333375"/>
                <a:gd name="connsiteX1024" fmla="*/ 7620 w 238125"/>
                <a:gd name="connsiteY1024" fmla="*/ 48673 h 333375"/>
                <a:gd name="connsiteX1025" fmla="*/ 8477 w 238125"/>
                <a:gd name="connsiteY1025" fmla="*/ 48196 h 333375"/>
                <a:gd name="connsiteX1026" fmla="*/ 10858 w 238125"/>
                <a:gd name="connsiteY1026" fmla="*/ 47530 h 333375"/>
                <a:gd name="connsiteX1027" fmla="*/ 12573 w 238125"/>
                <a:gd name="connsiteY1027" fmla="*/ 48387 h 333375"/>
                <a:gd name="connsiteX1028" fmla="*/ 15716 w 238125"/>
                <a:gd name="connsiteY1028" fmla="*/ 52102 h 333375"/>
                <a:gd name="connsiteX1029" fmla="*/ 19526 w 238125"/>
                <a:gd name="connsiteY1029" fmla="*/ 54673 h 333375"/>
                <a:gd name="connsiteX1030" fmla="*/ 20955 w 238125"/>
                <a:gd name="connsiteY1030" fmla="*/ 56197 h 333375"/>
                <a:gd name="connsiteX1031" fmla="*/ 21146 w 238125"/>
                <a:gd name="connsiteY1031" fmla="*/ 59817 h 333375"/>
                <a:gd name="connsiteX1032" fmla="*/ 21908 w 238125"/>
                <a:gd name="connsiteY1032" fmla="*/ 60579 h 333375"/>
                <a:gd name="connsiteX1033" fmla="*/ 23908 w 238125"/>
                <a:gd name="connsiteY1033" fmla="*/ 61531 h 333375"/>
                <a:gd name="connsiteX1034" fmla="*/ 24479 w 238125"/>
                <a:gd name="connsiteY1034" fmla="*/ 62674 h 333375"/>
                <a:gd name="connsiteX1035" fmla="*/ 25908 w 238125"/>
                <a:gd name="connsiteY1035" fmla="*/ 63817 h 333375"/>
                <a:gd name="connsiteX1036" fmla="*/ 26289 w 238125"/>
                <a:gd name="connsiteY1036" fmla="*/ 64675 h 333375"/>
                <a:gd name="connsiteX1037" fmla="*/ 26765 w 238125"/>
                <a:gd name="connsiteY1037" fmla="*/ 65246 h 333375"/>
                <a:gd name="connsiteX1038" fmla="*/ 27813 w 238125"/>
                <a:gd name="connsiteY1038" fmla="*/ 65437 h 333375"/>
                <a:gd name="connsiteX1039" fmla="*/ 30099 w 238125"/>
                <a:gd name="connsiteY1039" fmla="*/ 65532 h 333375"/>
                <a:gd name="connsiteX1040" fmla="*/ 31147 w 238125"/>
                <a:gd name="connsiteY1040" fmla="*/ 66008 h 333375"/>
                <a:gd name="connsiteX1041" fmla="*/ 32861 w 238125"/>
                <a:gd name="connsiteY1041" fmla="*/ 67151 h 333375"/>
                <a:gd name="connsiteX1042" fmla="*/ 34004 w 238125"/>
                <a:gd name="connsiteY1042" fmla="*/ 67437 h 333375"/>
                <a:gd name="connsiteX1043" fmla="*/ 34671 w 238125"/>
                <a:gd name="connsiteY1043" fmla="*/ 67246 h 333375"/>
                <a:gd name="connsiteX1044" fmla="*/ 35147 w 238125"/>
                <a:gd name="connsiteY1044" fmla="*/ 66770 h 333375"/>
                <a:gd name="connsiteX1045" fmla="*/ 35624 w 238125"/>
                <a:gd name="connsiteY1045" fmla="*/ 66199 h 333375"/>
                <a:gd name="connsiteX1046" fmla="*/ 36195 w 238125"/>
                <a:gd name="connsiteY1046" fmla="*/ 65722 h 333375"/>
                <a:gd name="connsiteX1047" fmla="*/ 36576 w 238125"/>
                <a:gd name="connsiteY1047" fmla="*/ 65627 h 333375"/>
                <a:gd name="connsiteX1048" fmla="*/ 37052 w 238125"/>
                <a:gd name="connsiteY1048" fmla="*/ 65722 h 333375"/>
                <a:gd name="connsiteX1049" fmla="*/ 37529 w 238125"/>
                <a:gd name="connsiteY1049" fmla="*/ 65722 h 333375"/>
                <a:gd name="connsiteX1050" fmla="*/ 38005 w 238125"/>
                <a:gd name="connsiteY1050" fmla="*/ 65437 h 333375"/>
                <a:gd name="connsiteX1051" fmla="*/ 38005 w 238125"/>
                <a:gd name="connsiteY1051" fmla="*/ 64389 h 333375"/>
                <a:gd name="connsiteX1052" fmla="*/ 39624 w 238125"/>
                <a:gd name="connsiteY1052" fmla="*/ 65056 h 333375"/>
                <a:gd name="connsiteX1053" fmla="*/ 40100 w 238125"/>
                <a:gd name="connsiteY1053" fmla="*/ 65437 h 333375"/>
                <a:gd name="connsiteX1054" fmla="*/ 40767 w 238125"/>
                <a:gd name="connsiteY1054" fmla="*/ 66199 h 333375"/>
                <a:gd name="connsiteX1055" fmla="*/ 41434 w 238125"/>
                <a:gd name="connsiteY1055" fmla="*/ 66770 h 333375"/>
                <a:gd name="connsiteX1056" fmla="*/ 41910 w 238125"/>
                <a:gd name="connsiteY1056" fmla="*/ 67532 h 333375"/>
                <a:gd name="connsiteX1057" fmla="*/ 42005 w 238125"/>
                <a:gd name="connsiteY1057" fmla="*/ 68770 h 333375"/>
                <a:gd name="connsiteX1058" fmla="*/ 41148 w 238125"/>
                <a:gd name="connsiteY1058" fmla="*/ 70866 h 333375"/>
                <a:gd name="connsiteX1059" fmla="*/ 41148 w 238125"/>
                <a:gd name="connsiteY1059" fmla="*/ 71247 h 333375"/>
                <a:gd name="connsiteX1060" fmla="*/ 41720 w 238125"/>
                <a:gd name="connsiteY1060" fmla="*/ 71628 h 333375"/>
                <a:gd name="connsiteX1061" fmla="*/ 41910 w 238125"/>
                <a:gd name="connsiteY1061" fmla="*/ 72104 h 333375"/>
                <a:gd name="connsiteX1062" fmla="*/ 41910 w 238125"/>
                <a:gd name="connsiteY1062" fmla="*/ 72676 h 333375"/>
                <a:gd name="connsiteX1063" fmla="*/ 42100 w 238125"/>
                <a:gd name="connsiteY1063" fmla="*/ 73342 h 333375"/>
                <a:gd name="connsiteX1064" fmla="*/ 43339 w 238125"/>
                <a:gd name="connsiteY1064" fmla="*/ 74867 h 333375"/>
                <a:gd name="connsiteX1065" fmla="*/ 43720 w 238125"/>
                <a:gd name="connsiteY1065" fmla="*/ 75152 h 333375"/>
                <a:gd name="connsiteX1066" fmla="*/ 44291 w 238125"/>
                <a:gd name="connsiteY1066" fmla="*/ 75247 h 333375"/>
                <a:gd name="connsiteX1067" fmla="*/ 45434 w 238125"/>
                <a:gd name="connsiteY1067" fmla="*/ 75343 h 333375"/>
                <a:gd name="connsiteX1068" fmla="*/ 45720 w 238125"/>
                <a:gd name="connsiteY1068" fmla="*/ 75628 h 333375"/>
                <a:gd name="connsiteX1069" fmla="*/ 46577 w 238125"/>
                <a:gd name="connsiteY1069" fmla="*/ 76581 h 333375"/>
                <a:gd name="connsiteX1070" fmla="*/ 47816 w 238125"/>
                <a:gd name="connsiteY1070" fmla="*/ 76771 h 333375"/>
                <a:gd name="connsiteX1071" fmla="*/ 50387 w 238125"/>
                <a:gd name="connsiteY1071" fmla="*/ 76676 h 333375"/>
                <a:gd name="connsiteX1072" fmla="*/ 50768 w 238125"/>
                <a:gd name="connsiteY1072" fmla="*/ 77152 h 333375"/>
                <a:gd name="connsiteX1073" fmla="*/ 50863 w 238125"/>
                <a:gd name="connsiteY1073" fmla="*/ 77724 h 333375"/>
                <a:gd name="connsiteX1074" fmla="*/ 50768 w 238125"/>
                <a:gd name="connsiteY1074" fmla="*/ 78295 h 333375"/>
                <a:gd name="connsiteX1075" fmla="*/ 50387 w 238125"/>
                <a:gd name="connsiteY1075" fmla="*/ 78867 h 333375"/>
                <a:gd name="connsiteX1076" fmla="*/ 48387 w 238125"/>
                <a:gd name="connsiteY1076" fmla="*/ 80296 h 333375"/>
                <a:gd name="connsiteX1077" fmla="*/ 47911 w 238125"/>
                <a:gd name="connsiteY1077" fmla="*/ 80963 h 333375"/>
                <a:gd name="connsiteX1078" fmla="*/ 47816 w 238125"/>
                <a:gd name="connsiteY1078" fmla="*/ 81724 h 333375"/>
                <a:gd name="connsiteX1079" fmla="*/ 48006 w 238125"/>
                <a:gd name="connsiteY1079" fmla="*/ 82486 h 333375"/>
                <a:gd name="connsiteX1080" fmla="*/ 47816 w 238125"/>
                <a:gd name="connsiteY1080" fmla="*/ 83058 h 333375"/>
                <a:gd name="connsiteX1081" fmla="*/ 46863 w 238125"/>
                <a:gd name="connsiteY1081" fmla="*/ 83248 h 333375"/>
                <a:gd name="connsiteX1082" fmla="*/ 47625 w 238125"/>
                <a:gd name="connsiteY1082" fmla="*/ 84487 h 333375"/>
                <a:gd name="connsiteX1083" fmla="*/ 46292 w 238125"/>
                <a:gd name="connsiteY1083" fmla="*/ 84392 h 333375"/>
                <a:gd name="connsiteX1084" fmla="*/ 42672 w 238125"/>
                <a:gd name="connsiteY1084" fmla="*/ 83153 h 333375"/>
                <a:gd name="connsiteX1085" fmla="*/ 42291 w 238125"/>
                <a:gd name="connsiteY1085" fmla="*/ 82963 h 333375"/>
                <a:gd name="connsiteX1086" fmla="*/ 41910 w 238125"/>
                <a:gd name="connsiteY1086" fmla="*/ 82867 h 333375"/>
                <a:gd name="connsiteX1087" fmla="*/ 41529 w 238125"/>
                <a:gd name="connsiteY1087" fmla="*/ 82963 h 333375"/>
                <a:gd name="connsiteX1088" fmla="*/ 41148 w 238125"/>
                <a:gd name="connsiteY1088" fmla="*/ 83344 h 333375"/>
                <a:gd name="connsiteX1089" fmla="*/ 40576 w 238125"/>
                <a:gd name="connsiteY1089" fmla="*/ 84582 h 333375"/>
                <a:gd name="connsiteX1090" fmla="*/ 40196 w 238125"/>
                <a:gd name="connsiteY1090" fmla="*/ 84868 h 333375"/>
                <a:gd name="connsiteX1091" fmla="*/ 37052 w 238125"/>
                <a:gd name="connsiteY1091" fmla="*/ 84582 h 333375"/>
                <a:gd name="connsiteX1092" fmla="*/ 33909 w 238125"/>
                <a:gd name="connsiteY1092" fmla="*/ 83439 h 333375"/>
                <a:gd name="connsiteX1093" fmla="*/ 32290 w 238125"/>
                <a:gd name="connsiteY1093" fmla="*/ 83153 h 333375"/>
                <a:gd name="connsiteX1094" fmla="*/ 30480 w 238125"/>
                <a:gd name="connsiteY1094" fmla="*/ 83153 h 333375"/>
                <a:gd name="connsiteX1095" fmla="*/ 30004 w 238125"/>
                <a:gd name="connsiteY1095" fmla="*/ 83344 h 333375"/>
                <a:gd name="connsiteX1096" fmla="*/ 29337 w 238125"/>
                <a:gd name="connsiteY1096" fmla="*/ 84106 h 333375"/>
                <a:gd name="connsiteX1097" fmla="*/ 28956 w 238125"/>
                <a:gd name="connsiteY1097" fmla="*/ 84392 h 333375"/>
                <a:gd name="connsiteX1098" fmla="*/ 28384 w 238125"/>
                <a:gd name="connsiteY1098" fmla="*/ 84487 h 333375"/>
                <a:gd name="connsiteX1099" fmla="*/ 28099 w 238125"/>
                <a:gd name="connsiteY1099" fmla="*/ 84487 h 333375"/>
                <a:gd name="connsiteX1100" fmla="*/ 27813 w 238125"/>
                <a:gd name="connsiteY1100" fmla="*/ 84392 h 333375"/>
                <a:gd name="connsiteX1101" fmla="*/ 26384 w 238125"/>
                <a:gd name="connsiteY1101" fmla="*/ 84010 h 333375"/>
                <a:gd name="connsiteX1102" fmla="*/ 24765 w 238125"/>
                <a:gd name="connsiteY1102" fmla="*/ 83344 h 333375"/>
                <a:gd name="connsiteX1103" fmla="*/ 23908 w 238125"/>
                <a:gd name="connsiteY1103" fmla="*/ 83153 h 333375"/>
                <a:gd name="connsiteX1104" fmla="*/ 22098 w 238125"/>
                <a:gd name="connsiteY1104" fmla="*/ 83439 h 333375"/>
                <a:gd name="connsiteX1105" fmla="*/ 21622 w 238125"/>
                <a:gd name="connsiteY1105" fmla="*/ 84392 h 333375"/>
                <a:gd name="connsiteX1106" fmla="*/ 21717 w 238125"/>
                <a:gd name="connsiteY1106" fmla="*/ 87630 h 333375"/>
                <a:gd name="connsiteX1107" fmla="*/ 21241 w 238125"/>
                <a:gd name="connsiteY1107" fmla="*/ 91440 h 333375"/>
                <a:gd name="connsiteX1108" fmla="*/ 20669 w 238125"/>
                <a:gd name="connsiteY1108" fmla="*/ 93154 h 333375"/>
                <a:gd name="connsiteX1109" fmla="*/ 19431 w 238125"/>
                <a:gd name="connsiteY1109" fmla="*/ 94678 h 333375"/>
                <a:gd name="connsiteX1110" fmla="*/ 19241 w 238125"/>
                <a:gd name="connsiteY1110" fmla="*/ 96202 h 333375"/>
                <a:gd name="connsiteX1111" fmla="*/ 18574 w 238125"/>
                <a:gd name="connsiteY1111" fmla="*/ 97536 h 333375"/>
                <a:gd name="connsiteX1112" fmla="*/ 16764 w 238125"/>
                <a:gd name="connsiteY1112" fmla="*/ 99917 h 333375"/>
                <a:gd name="connsiteX1113" fmla="*/ 15812 w 238125"/>
                <a:gd name="connsiteY1113" fmla="*/ 101632 h 333375"/>
                <a:gd name="connsiteX1114" fmla="*/ 15335 w 238125"/>
                <a:gd name="connsiteY1114" fmla="*/ 102013 h 333375"/>
                <a:gd name="connsiteX1115" fmla="*/ 14478 w 238125"/>
                <a:gd name="connsiteY1115" fmla="*/ 101917 h 333375"/>
                <a:gd name="connsiteX1116" fmla="*/ 12287 w 238125"/>
                <a:gd name="connsiteY1116" fmla="*/ 101346 h 333375"/>
                <a:gd name="connsiteX1117" fmla="*/ 11621 w 238125"/>
                <a:gd name="connsiteY1117" fmla="*/ 101346 h 333375"/>
                <a:gd name="connsiteX1118" fmla="*/ 11621 w 238125"/>
                <a:gd name="connsiteY1118" fmla="*/ 100298 h 333375"/>
                <a:gd name="connsiteX1119" fmla="*/ 11144 w 238125"/>
                <a:gd name="connsiteY1119" fmla="*/ 99155 h 333375"/>
                <a:gd name="connsiteX1120" fmla="*/ 10382 w 238125"/>
                <a:gd name="connsiteY1120" fmla="*/ 98203 h 333375"/>
                <a:gd name="connsiteX1121" fmla="*/ 9525 w 238125"/>
                <a:gd name="connsiteY1121" fmla="*/ 97631 h 333375"/>
                <a:gd name="connsiteX1122" fmla="*/ 8477 w 238125"/>
                <a:gd name="connsiteY1122" fmla="*/ 97536 h 333375"/>
                <a:gd name="connsiteX1123" fmla="*/ 7525 w 238125"/>
                <a:gd name="connsiteY1123" fmla="*/ 97917 h 333375"/>
                <a:gd name="connsiteX1124" fmla="*/ 4953 w 238125"/>
                <a:gd name="connsiteY1124" fmla="*/ 99346 h 333375"/>
                <a:gd name="connsiteX1125" fmla="*/ 4953 w 238125"/>
                <a:gd name="connsiteY1125" fmla="*/ 99631 h 333375"/>
                <a:gd name="connsiteX1126" fmla="*/ 5239 w 238125"/>
                <a:gd name="connsiteY1126" fmla="*/ 99917 h 333375"/>
                <a:gd name="connsiteX1127" fmla="*/ 5525 w 238125"/>
                <a:gd name="connsiteY1127" fmla="*/ 100393 h 333375"/>
                <a:gd name="connsiteX1128" fmla="*/ 6191 w 238125"/>
                <a:gd name="connsiteY1128" fmla="*/ 102394 h 333375"/>
                <a:gd name="connsiteX1129" fmla="*/ 6382 w 238125"/>
                <a:gd name="connsiteY1129" fmla="*/ 103442 h 333375"/>
                <a:gd name="connsiteX1130" fmla="*/ 5905 w 238125"/>
                <a:gd name="connsiteY1130" fmla="*/ 104203 h 333375"/>
                <a:gd name="connsiteX1131" fmla="*/ 5144 w 238125"/>
                <a:gd name="connsiteY1131" fmla="*/ 104965 h 333375"/>
                <a:gd name="connsiteX1132" fmla="*/ 4667 w 238125"/>
                <a:gd name="connsiteY1132" fmla="*/ 106013 h 333375"/>
                <a:gd name="connsiteX1133" fmla="*/ 4000 w 238125"/>
                <a:gd name="connsiteY1133" fmla="*/ 105918 h 333375"/>
                <a:gd name="connsiteX1134" fmla="*/ 3620 w 238125"/>
                <a:gd name="connsiteY1134" fmla="*/ 106299 h 333375"/>
                <a:gd name="connsiteX1135" fmla="*/ 3429 w 238125"/>
                <a:gd name="connsiteY1135" fmla="*/ 106966 h 333375"/>
                <a:gd name="connsiteX1136" fmla="*/ 3334 w 238125"/>
                <a:gd name="connsiteY1136" fmla="*/ 107728 h 333375"/>
                <a:gd name="connsiteX1137" fmla="*/ 2953 w 238125"/>
                <a:gd name="connsiteY1137" fmla="*/ 108299 h 333375"/>
                <a:gd name="connsiteX1138" fmla="*/ 2286 w 238125"/>
                <a:gd name="connsiteY1138" fmla="*/ 108394 h 333375"/>
                <a:gd name="connsiteX1139" fmla="*/ 1715 w 238125"/>
                <a:gd name="connsiteY1139" fmla="*/ 108680 h 333375"/>
                <a:gd name="connsiteX1140" fmla="*/ 1429 w 238125"/>
                <a:gd name="connsiteY1140" fmla="*/ 111252 h 333375"/>
                <a:gd name="connsiteX1141" fmla="*/ 762 w 238125"/>
                <a:gd name="connsiteY1141" fmla="*/ 112300 h 333375"/>
                <a:gd name="connsiteX1142" fmla="*/ 286 w 238125"/>
                <a:gd name="connsiteY1142" fmla="*/ 113347 h 333375"/>
                <a:gd name="connsiteX1143" fmla="*/ 0 w 238125"/>
                <a:gd name="connsiteY1143" fmla="*/ 115062 h 333375"/>
                <a:gd name="connsiteX1144" fmla="*/ 1048 w 238125"/>
                <a:gd name="connsiteY1144" fmla="*/ 115348 h 333375"/>
                <a:gd name="connsiteX1145" fmla="*/ 1905 w 238125"/>
                <a:gd name="connsiteY1145" fmla="*/ 115729 h 333375"/>
                <a:gd name="connsiteX1146" fmla="*/ 2476 w 238125"/>
                <a:gd name="connsiteY1146" fmla="*/ 116872 h 333375"/>
                <a:gd name="connsiteX1147" fmla="*/ 3238 w 238125"/>
                <a:gd name="connsiteY1147" fmla="*/ 117634 h 333375"/>
                <a:gd name="connsiteX1148" fmla="*/ 3429 w 238125"/>
                <a:gd name="connsiteY1148" fmla="*/ 118015 h 333375"/>
                <a:gd name="connsiteX1149" fmla="*/ 3429 w 238125"/>
                <a:gd name="connsiteY1149" fmla="*/ 121063 h 333375"/>
                <a:gd name="connsiteX1150" fmla="*/ 3524 w 238125"/>
                <a:gd name="connsiteY1150" fmla="*/ 121348 h 333375"/>
                <a:gd name="connsiteX1151" fmla="*/ 3715 w 238125"/>
                <a:gd name="connsiteY1151" fmla="*/ 121539 h 333375"/>
                <a:gd name="connsiteX1152" fmla="*/ 4191 w 238125"/>
                <a:gd name="connsiteY1152" fmla="*/ 122110 h 333375"/>
                <a:gd name="connsiteX1153" fmla="*/ 4667 w 238125"/>
                <a:gd name="connsiteY1153" fmla="*/ 122968 h 333375"/>
                <a:gd name="connsiteX1154" fmla="*/ 4763 w 238125"/>
                <a:gd name="connsiteY1154" fmla="*/ 123349 h 333375"/>
                <a:gd name="connsiteX1155" fmla="*/ 6287 w 238125"/>
                <a:gd name="connsiteY1155" fmla="*/ 123730 h 333375"/>
                <a:gd name="connsiteX1156" fmla="*/ 20098 w 238125"/>
                <a:gd name="connsiteY1156" fmla="*/ 130969 h 333375"/>
                <a:gd name="connsiteX1157" fmla="*/ 24003 w 238125"/>
                <a:gd name="connsiteY1157" fmla="*/ 134112 h 333375"/>
                <a:gd name="connsiteX1158" fmla="*/ 25241 w 238125"/>
                <a:gd name="connsiteY1158" fmla="*/ 134398 h 333375"/>
                <a:gd name="connsiteX1159" fmla="*/ 28670 w 238125"/>
                <a:gd name="connsiteY1159" fmla="*/ 134588 h 333375"/>
                <a:gd name="connsiteX1160" fmla="*/ 31242 w 238125"/>
                <a:gd name="connsiteY1160" fmla="*/ 135445 h 333375"/>
                <a:gd name="connsiteX1161" fmla="*/ 32385 w 238125"/>
                <a:gd name="connsiteY1161" fmla="*/ 135350 h 333375"/>
                <a:gd name="connsiteX1162" fmla="*/ 33147 w 238125"/>
                <a:gd name="connsiteY1162" fmla="*/ 134112 h 333375"/>
                <a:gd name="connsiteX1163" fmla="*/ 33719 w 238125"/>
                <a:gd name="connsiteY1163" fmla="*/ 132778 h 333375"/>
                <a:gd name="connsiteX1164" fmla="*/ 34862 w 238125"/>
                <a:gd name="connsiteY1164" fmla="*/ 133064 h 333375"/>
                <a:gd name="connsiteX1165" fmla="*/ 36576 w 238125"/>
                <a:gd name="connsiteY1165" fmla="*/ 134112 h 333375"/>
                <a:gd name="connsiteX1166" fmla="*/ 37814 w 238125"/>
                <a:gd name="connsiteY1166" fmla="*/ 135731 h 333375"/>
                <a:gd name="connsiteX1167" fmla="*/ 38100 w 238125"/>
                <a:gd name="connsiteY1167" fmla="*/ 138017 h 333375"/>
                <a:gd name="connsiteX1168" fmla="*/ 38195 w 238125"/>
                <a:gd name="connsiteY1168" fmla="*/ 138303 h 333375"/>
                <a:gd name="connsiteX1169" fmla="*/ 38291 w 238125"/>
                <a:gd name="connsiteY1169" fmla="*/ 139255 h 333375"/>
                <a:gd name="connsiteX1170" fmla="*/ 38386 w 238125"/>
                <a:gd name="connsiteY1170" fmla="*/ 139446 h 333375"/>
                <a:gd name="connsiteX1171" fmla="*/ 38195 w 238125"/>
                <a:gd name="connsiteY1171" fmla="*/ 140017 h 333375"/>
                <a:gd name="connsiteX1172" fmla="*/ 37624 w 238125"/>
                <a:gd name="connsiteY1172" fmla="*/ 140875 h 333375"/>
                <a:gd name="connsiteX1173" fmla="*/ 37433 w 238125"/>
                <a:gd name="connsiteY1173" fmla="*/ 141351 h 333375"/>
                <a:gd name="connsiteX1174" fmla="*/ 37433 w 238125"/>
                <a:gd name="connsiteY1174" fmla="*/ 141351 h 333375"/>
                <a:gd name="connsiteX1175" fmla="*/ 36576 w 238125"/>
                <a:gd name="connsiteY1175" fmla="*/ 141732 h 333375"/>
                <a:gd name="connsiteX1176" fmla="*/ 35433 w 238125"/>
                <a:gd name="connsiteY1176" fmla="*/ 142113 h 333375"/>
                <a:gd name="connsiteX1177" fmla="*/ 34862 w 238125"/>
                <a:gd name="connsiteY1177" fmla="*/ 142589 h 333375"/>
                <a:gd name="connsiteX1178" fmla="*/ 34576 w 238125"/>
                <a:gd name="connsiteY1178" fmla="*/ 143256 h 333375"/>
                <a:gd name="connsiteX1179" fmla="*/ 34576 w 238125"/>
                <a:gd name="connsiteY1179" fmla="*/ 143827 h 333375"/>
                <a:gd name="connsiteX1180" fmla="*/ 34862 w 238125"/>
                <a:gd name="connsiteY1180" fmla="*/ 144970 h 333375"/>
                <a:gd name="connsiteX1181" fmla="*/ 34766 w 238125"/>
                <a:gd name="connsiteY1181" fmla="*/ 145637 h 333375"/>
                <a:gd name="connsiteX1182" fmla="*/ 34385 w 238125"/>
                <a:gd name="connsiteY1182" fmla="*/ 146875 h 333375"/>
                <a:gd name="connsiteX1183" fmla="*/ 34290 w 238125"/>
                <a:gd name="connsiteY1183" fmla="*/ 147352 h 333375"/>
                <a:gd name="connsiteX1184" fmla="*/ 34576 w 238125"/>
                <a:gd name="connsiteY1184" fmla="*/ 148018 h 333375"/>
                <a:gd name="connsiteX1185" fmla="*/ 35528 w 238125"/>
                <a:gd name="connsiteY1185" fmla="*/ 148876 h 333375"/>
                <a:gd name="connsiteX1186" fmla="*/ 35719 w 238125"/>
                <a:gd name="connsiteY1186" fmla="*/ 149638 h 333375"/>
                <a:gd name="connsiteX1187" fmla="*/ 36957 w 238125"/>
                <a:gd name="connsiteY1187" fmla="*/ 149923 h 333375"/>
                <a:gd name="connsiteX1188" fmla="*/ 36957 w 238125"/>
                <a:gd name="connsiteY1188" fmla="*/ 150495 h 333375"/>
                <a:gd name="connsiteX1189" fmla="*/ 36386 w 238125"/>
                <a:gd name="connsiteY1189" fmla="*/ 151352 h 333375"/>
                <a:gd name="connsiteX1190" fmla="*/ 35719 w 238125"/>
                <a:gd name="connsiteY1190" fmla="*/ 152495 h 333375"/>
                <a:gd name="connsiteX1191" fmla="*/ 36100 w 238125"/>
                <a:gd name="connsiteY1191" fmla="*/ 153162 h 333375"/>
                <a:gd name="connsiteX1192" fmla="*/ 36386 w 238125"/>
                <a:gd name="connsiteY1192" fmla="*/ 154305 h 333375"/>
                <a:gd name="connsiteX1193" fmla="*/ 36576 w 238125"/>
                <a:gd name="connsiteY1193" fmla="*/ 155543 h 333375"/>
                <a:gd name="connsiteX1194" fmla="*/ 36386 w 238125"/>
                <a:gd name="connsiteY1194" fmla="*/ 156591 h 333375"/>
                <a:gd name="connsiteX1195" fmla="*/ 35909 w 238125"/>
                <a:gd name="connsiteY1195" fmla="*/ 157258 h 333375"/>
                <a:gd name="connsiteX1196" fmla="*/ 33909 w 238125"/>
                <a:gd name="connsiteY1196" fmla="*/ 159258 h 333375"/>
                <a:gd name="connsiteX1197" fmla="*/ 33242 w 238125"/>
                <a:gd name="connsiteY1197" fmla="*/ 159829 h 333375"/>
                <a:gd name="connsiteX1198" fmla="*/ 32195 w 238125"/>
                <a:gd name="connsiteY1198" fmla="*/ 160020 h 333375"/>
                <a:gd name="connsiteX1199" fmla="*/ 31147 w 238125"/>
                <a:gd name="connsiteY1199" fmla="*/ 159925 h 333375"/>
                <a:gd name="connsiteX1200" fmla="*/ 30099 w 238125"/>
                <a:gd name="connsiteY1200" fmla="*/ 160020 h 333375"/>
                <a:gd name="connsiteX1201" fmla="*/ 29242 w 238125"/>
                <a:gd name="connsiteY1201" fmla="*/ 160687 h 333375"/>
                <a:gd name="connsiteX1202" fmla="*/ 29051 w 238125"/>
                <a:gd name="connsiteY1202" fmla="*/ 161258 h 333375"/>
                <a:gd name="connsiteX1203" fmla="*/ 29146 w 238125"/>
                <a:gd name="connsiteY1203" fmla="*/ 161734 h 333375"/>
                <a:gd name="connsiteX1204" fmla="*/ 29242 w 238125"/>
                <a:gd name="connsiteY1204" fmla="*/ 162211 h 333375"/>
                <a:gd name="connsiteX1205" fmla="*/ 29242 w 238125"/>
                <a:gd name="connsiteY1205" fmla="*/ 162687 h 333375"/>
                <a:gd name="connsiteX1206" fmla="*/ 28956 w 238125"/>
                <a:gd name="connsiteY1206" fmla="*/ 163354 h 333375"/>
                <a:gd name="connsiteX1207" fmla="*/ 28194 w 238125"/>
                <a:gd name="connsiteY1207" fmla="*/ 164592 h 333375"/>
                <a:gd name="connsiteX1208" fmla="*/ 27908 w 238125"/>
                <a:gd name="connsiteY1208" fmla="*/ 165163 h 333375"/>
                <a:gd name="connsiteX1209" fmla="*/ 27908 w 238125"/>
                <a:gd name="connsiteY1209" fmla="*/ 165735 h 333375"/>
                <a:gd name="connsiteX1210" fmla="*/ 28289 w 238125"/>
                <a:gd name="connsiteY1210" fmla="*/ 166592 h 333375"/>
                <a:gd name="connsiteX1211" fmla="*/ 28384 w 238125"/>
                <a:gd name="connsiteY1211" fmla="*/ 167164 h 333375"/>
                <a:gd name="connsiteX1212" fmla="*/ 27242 w 238125"/>
                <a:gd name="connsiteY1212" fmla="*/ 172402 h 333375"/>
                <a:gd name="connsiteX1213" fmla="*/ 27337 w 238125"/>
                <a:gd name="connsiteY1213" fmla="*/ 173069 h 333375"/>
                <a:gd name="connsiteX1214" fmla="*/ 27813 w 238125"/>
                <a:gd name="connsiteY1214" fmla="*/ 173355 h 333375"/>
                <a:gd name="connsiteX1215" fmla="*/ 28384 w 238125"/>
                <a:gd name="connsiteY1215" fmla="*/ 173450 h 333375"/>
                <a:gd name="connsiteX1216" fmla="*/ 28670 w 238125"/>
                <a:gd name="connsiteY1216" fmla="*/ 173641 h 333375"/>
                <a:gd name="connsiteX1217" fmla="*/ 28575 w 238125"/>
                <a:gd name="connsiteY1217" fmla="*/ 174403 h 333375"/>
                <a:gd name="connsiteX1218" fmla="*/ 28384 w 238125"/>
                <a:gd name="connsiteY1218" fmla="*/ 174784 h 333375"/>
                <a:gd name="connsiteX1219" fmla="*/ 28384 w 238125"/>
                <a:gd name="connsiteY1219" fmla="*/ 175165 h 333375"/>
                <a:gd name="connsiteX1220" fmla="*/ 28861 w 238125"/>
                <a:gd name="connsiteY1220" fmla="*/ 175736 h 333375"/>
                <a:gd name="connsiteX1221" fmla="*/ 29432 w 238125"/>
                <a:gd name="connsiteY1221" fmla="*/ 175927 h 333375"/>
                <a:gd name="connsiteX1222" fmla="*/ 30480 w 238125"/>
                <a:gd name="connsiteY1222" fmla="*/ 175831 h 333375"/>
                <a:gd name="connsiteX1223" fmla="*/ 30861 w 238125"/>
                <a:gd name="connsiteY1223" fmla="*/ 175927 h 333375"/>
                <a:gd name="connsiteX1224" fmla="*/ 31623 w 238125"/>
                <a:gd name="connsiteY1224" fmla="*/ 176784 h 333375"/>
                <a:gd name="connsiteX1225" fmla="*/ 32861 w 238125"/>
                <a:gd name="connsiteY1225" fmla="*/ 178975 h 333375"/>
                <a:gd name="connsiteX1226" fmla="*/ 33719 w 238125"/>
                <a:gd name="connsiteY1226" fmla="*/ 179927 h 333375"/>
                <a:gd name="connsiteX1227" fmla="*/ 35242 w 238125"/>
                <a:gd name="connsiteY1227" fmla="*/ 180975 h 333375"/>
                <a:gd name="connsiteX1228" fmla="*/ 35814 w 238125"/>
                <a:gd name="connsiteY1228" fmla="*/ 181261 h 333375"/>
                <a:gd name="connsiteX1229" fmla="*/ 36576 w 238125"/>
                <a:gd name="connsiteY1229" fmla="*/ 182785 h 333375"/>
                <a:gd name="connsiteX1230" fmla="*/ 37243 w 238125"/>
                <a:gd name="connsiteY1230" fmla="*/ 182499 h 333375"/>
                <a:gd name="connsiteX1231" fmla="*/ 37909 w 238125"/>
                <a:gd name="connsiteY1231" fmla="*/ 181546 h 333375"/>
                <a:gd name="connsiteX1232" fmla="*/ 38576 w 238125"/>
                <a:gd name="connsiteY1232" fmla="*/ 180975 h 333375"/>
                <a:gd name="connsiteX1233" fmla="*/ 39243 w 238125"/>
                <a:gd name="connsiteY1233" fmla="*/ 181546 h 333375"/>
                <a:gd name="connsiteX1234" fmla="*/ 39148 w 238125"/>
                <a:gd name="connsiteY1234" fmla="*/ 182785 h 333375"/>
                <a:gd name="connsiteX1235" fmla="*/ 36576 w 238125"/>
                <a:gd name="connsiteY1235" fmla="*/ 189547 h 333375"/>
                <a:gd name="connsiteX1236" fmla="*/ 35338 w 238125"/>
                <a:gd name="connsiteY1236" fmla="*/ 191548 h 333375"/>
                <a:gd name="connsiteX1237" fmla="*/ 34862 w 238125"/>
                <a:gd name="connsiteY1237" fmla="*/ 192691 h 333375"/>
                <a:gd name="connsiteX1238" fmla="*/ 34862 w 238125"/>
                <a:gd name="connsiteY1238" fmla="*/ 193929 h 333375"/>
                <a:gd name="connsiteX1239" fmla="*/ 35433 w 238125"/>
                <a:gd name="connsiteY1239" fmla="*/ 195072 h 333375"/>
                <a:gd name="connsiteX1240" fmla="*/ 36100 w 238125"/>
                <a:gd name="connsiteY1240" fmla="*/ 195739 h 333375"/>
                <a:gd name="connsiteX1241" fmla="*/ 39529 w 238125"/>
                <a:gd name="connsiteY1241" fmla="*/ 196882 h 333375"/>
                <a:gd name="connsiteX1242" fmla="*/ 40100 w 238125"/>
                <a:gd name="connsiteY1242" fmla="*/ 196882 h 333375"/>
                <a:gd name="connsiteX1243" fmla="*/ 40481 w 238125"/>
                <a:gd name="connsiteY1243" fmla="*/ 196691 h 333375"/>
                <a:gd name="connsiteX1244" fmla="*/ 40862 w 238125"/>
                <a:gd name="connsiteY1244" fmla="*/ 196405 h 333375"/>
                <a:gd name="connsiteX1245" fmla="*/ 41338 w 238125"/>
                <a:gd name="connsiteY1245" fmla="*/ 196120 h 333375"/>
                <a:gd name="connsiteX1246" fmla="*/ 42005 w 238125"/>
                <a:gd name="connsiteY1246" fmla="*/ 196024 h 333375"/>
                <a:gd name="connsiteX1247" fmla="*/ 42863 w 238125"/>
                <a:gd name="connsiteY1247" fmla="*/ 196215 h 333375"/>
                <a:gd name="connsiteX1248" fmla="*/ 46577 w 238125"/>
                <a:gd name="connsiteY1248" fmla="*/ 197453 h 333375"/>
                <a:gd name="connsiteX1249" fmla="*/ 47054 w 238125"/>
                <a:gd name="connsiteY1249" fmla="*/ 197644 h 333375"/>
                <a:gd name="connsiteX1250" fmla="*/ 47530 w 238125"/>
                <a:gd name="connsiteY1250" fmla="*/ 197739 h 333375"/>
                <a:gd name="connsiteX1251" fmla="*/ 48958 w 238125"/>
                <a:gd name="connsiteY1251" fmla="*/ 197739 h 333375"/>
                <a:gd name="connsiteX1252" fmla="*/ 49244 w 238125"/>
                <a:gd name="connsiteY1252" fmla="*/ 198025 h 333375"/>
                <a:gd name="connsiteX1253" fmla="*/ 49244 w 238125"/>
                <a:gd name="connsiteY1253" fmla="*/ 198501 h 333375"/>
                <a:gd name="connsiteX1254" fmla="*/ 48958 w 238125"/>
                <a:gd name="connsiteY1254" fmla="*/ 199072 h 333375"/>
                <a:gd name="connsiteX1255" fmla="*/ 48482 w 238125"/>
                <a:gd name="connsiteY1255" fmla="*/ 199644 h 333375"/>
                <a:gd name="connsiteX1256" fmla="*/ 47054 w 238125"/>
                <a:gd name="connsiteY1256" fmla="*/ 200787 h 333375"/>
                <a:gd name="connsiteX1257" fmla="*/ 44196 w 238125"/>
                <a:gd name="connsiteY1257" fmla="*/ 203835 h 333375"/>
                <a:gd name="connsiteX1258" fmla="*/ 43529 w 238125"/>
                <a:gd name="connsiteY1258" fmla="*/ 205264 h 333375"/>
                <a:gd name="connsiteX1259" fmla="*/ 43434 w 238125"/>
                <a:gd name="connsiteY1259" fmla="*/ 208217 h 333375"/>
                <a:gd name="connsiteX1260" fmla="*/ 42958 w 238125"/>
                <a:gd name="connsiteY1260" fmla="*/ 209836 h 333375"/>
                <a:gd name="connsiteX1261" fmla="*/ 42958 w 238125"/>
                <a:gd name="connsiteY1261" fmla="*/ 210979 h 333375"/>
                <a:gd name="connsiteX1262" fmla="*/ 43148 w 238125"/>
                <a:gd name="connsiteY1262" fmla="*/ 211645 h 333375"/>
                <a:gd name="connsiteX1263" fmla="*/ 44196 w 238125"/>
                <a:gd name="connsiteY1263" fmla="*/ 212884 h 333375"/>
                <a:gd name="connsiteX1264" fmla="*/ 44767 w 238125"/>
                <a:gd name="connsiteY1264" fmla="*/ 213741 h 333375"/>
                <a:gd name="connsiteX1265" fmla="*/ 45911 w 238125"/>
                <a:gd name="connsiteY1265" fmla="*/ 216408 h 333375"/>
                <a:gd name="connsiteX1266" fmla="*/ 46482 w 238125"/>
                <a:gd name="connsiteY1266" fmla="*/ 217170 h 333375"/>
                <a:gd name="connsiteX1267" fmla="*/ 47911 w 238125"/>
                <a:gd name="connsiteY1267" fmla="*/ 217646 h 333375"/>
                <a:gd name="connsiteX1268" fmla="*/ 48482 w 238125"/>
                <a:gd name="connsiteY1268" fmla="*/ 218218 h 333375"/>
                <a:gd name="connsiteX1269" fmla="*/ 48578 w 238125"/>
                <a:gd name="connsiteY1269" fmla="*/ 218980 h 333375"/>
                <a:gd name="connsiteX1270" fmla="*/ 48482 w 238125"/>
                <a:gd name="connsiteY1270" fmla="*/ 220123 h 333375"/>
                <a:gd name="connsiteX1271" fmla="*/ 48292 w 238125"/>
                <a:gd name="connsiteY1271" fmla="*/ 221266 h 333375"/>
                <a:gd name="connsiteX1272" fmla="*/ 48101 w 238125"/>
                <a:gd name="connsiteY1272" fmla="*/ 222028 h 333375"/>
                <a:gd name="connsiteX1273" fmla="*/ 47530 w 238125"/>
                <a:gd name="connsiteY1273" fmla="*/ 222885 h 333375"/>
                <a:gd name="connsiteX1274" fmla="*/ 46958 w 238125"/>
                <a:gd name="connsiteY1274" fmla="*/ 223647 h 333375"/>
                <a:gd name="connsiteX1275" fmla="*/ 46577 w 238125"/>
                <a:gd name="connsiteY1275" fmla="*/ 224409 h 333375"/>
                <a:gd name="connsiteX1276" fmla="*/ 46673 w 238125"/>
                <a:gd name="connsiteY1276" fmla="*/ 225457 h 333375"/>
                <a:gd name="connsiteX1277" fmla="*/ 47339 w 238125"/>
                <a:gd name="connsiteY1277" fmla="*/ 227076 h 333375"/>
                <a:gd name="connsiteX1278" fmla="*/ 47530 w 238125"/>
                <a:gd name="connsiteY1278" fmla="*/ 227838 h 333375"/>
                <a:gd name="connsiteX1279" fmla="*/ 47720 w 238125"/>
                <a:gd name="connsiteY1279" fmla="*/ 229076 h 333375"/>
                <a:gd name="connsiteX1280" fmla="*/ 48387 w 238125"/>
                <a:gd name="connsiteY1280" fmla="*/ 230314 h 333375"/>
                <a:gd name="connsiteX1281" fmla="*/ 48863 w 238125"/>
                <a:gd name="connsiteY1281" fmla="*/ 231743 h 333375"/>
                <a:gd name="connsiteX1282" fmla="*/ 49054 w 238125"/>
                <a:gd name="connsiteY1282" fmla="*/ 233267 h 333375"/>
                <a:gd name="connsiteX1283" fmla="*/ 48768 w 238125"/>
                <a:gd name="connsiteY1283" fmla="*/ 234601 h 333375"/>
                <a:gd name="connsiteX1284" fmla="*/ 47625 w 238125"/>
                <a:gd name="connsiteY1284" fmla="*/ 235363 h 333375"/>
                <a:gd name="connsiteX1285" fmla="*/ 49244 w 238125"/>
                <a:gd name="connsiteY1285" fmla="*/ 236029 h 333375"/>
                <a:gd name="connsiteX1286" fmla="*/ 49911 w 238125"/>
                <a:gd name="connsiteY1286" fmla="*/ 236506 h 333375"/>
                <a:gd name="connsiteX1287" fmla="*/ 50387 w 238125"/>
                <a:gd name="connsiteY1287" fmla="*/ 238601 h 333375"/>
                <a:gd name="connsiteX1288" fmla="*/ 51340 w 238125"/>
                <a:gd name="connsiteY1288" fmla="*/ 240887 h 333375"/>
                <a:gd name="connsiteX1289" fmla="*/ 51530 w 238125"/>
                <a:gd name="connsiteY1289" fmla="*/ 242221 h 333375"/>
                <a:gd name="connsiteX1290" fmla="*/ 51435 w 238125"/>
                <a:gd name="connsiteY1290" fmla="*/ 242697 h 333375"/>
                <a:gd name="connsiteX1291" fmla="*/ 50959 w 238125"/>
                <a:gd name="connsiteY1291" fmla="*/ 243459 h 333375"/>
                <a:gd name="connsiteX1292" fmla="*/ 50863 w 238125"/>
                <a:gd name="connsiteY1292" fmla="*/ 244030 h 333375"/>
                <a:gd name="connsiteX1293" fmla="*/ 50863 w 238125"/>
                <a:gd name="connsiteY1293" fmla="*/ 244602 h 333375"/>
                <a:gd name="connsiteX1294" fmla="*/ 51530 w 238125"/>
                <a:gd name="connsiteY1294" fmla="*/ 247650 h 333375"/>
                <a:gd name="connsiteX1295" fmla="*/ 51816 w 238125"/>
                <a:gd name="connsiteY1295" fmla="*/ 248317 h 333375"/>
                <a:gd name="connsiteX1296" fmla="*/ 52673 w 238125"/>
                <a:gd name="connsiteY1296" fmla="*/ 249841 h 333375"/>
                <a:gd name="connsiteX1297" fmla="*/ 51911 w 238125"/>
                <a:gd name="connsiteY1297" fmla="*/ 250317 h 333375"/>
                <a:gd name="connsiteX1298" fmla="*/ 52388 w 238125"/>
                <a:gd name="connsiteY1298" fmla="*/ 251460 h 333375"/>
                <a:gd name="connsiteX1299" fmla="*/ 54674 w 238125"/>
                <a:gd name="connsiteY1299" fmla="*/ 254508 h 333375"/>
                <a:gd name="connsiteX1300" fmla="*/ 55150 w 238125"/>
                <a:gd name="connsiteY1300" fmla="*/ 255460 h 333375"/>
                <a:gd name="connsiteX1301" fmla="*/ 55436 w 238125"/>
                <a:gd name="connsiteY1301" fmla="*/ 256603 h 333375"/>
                <a:gd name="connsiteX1302" fmla="*/ 55531 w 238125"/>
                <a:gd name="connsiteY1302" fmla="*/ 257937 h 333375"/>
                <a:gd name="connsiteX1303" fmla="*/ 54578 w 238125"/>
                <a:gd name="connsiteY1303" fmla="*/ 259080 h 333375"/>
                <a:gd name="connsiteX1304" fmla="*/ 54578 w 238125"/>
                <a:gd name="connsiteY1304" fmla="*/ 259080 h 333375"/>
                <a:gd name="connsiteX1305" fmla="*/ 54769 w 238125"/>
                <a:gd name="connsiteY1305" fmla="*/ 260128 h 333375"/>
                <a:gd name="connsiteX1306" fmla="*/ 54483 w 238125"/>
                <a:gd name="connsiteY1306" fmla="*/ 262699 h 333375"/>
                <a:gd name="connsiteX1307" fmla="*/ 54769 w 238125"/>
                <a:gd name="connsiteY1307" fmla="*/ 263557 h 333375"/>
                <a:gd name="connsiteX1308" fmla="*/ 55912 w 238125"/>
                <a:gd name="connsiteY1308" fmla="*/ 265176 h 333375"/>
                <a:gd name="connsiteX1309" fmla="*/ 56293 w 238125"/>
                <a:gd name="connsiteY1309" fmla="*/ 266319 h 333375"/>
                <a:gd name="connsiteX1310" fmla="*/ 56293 w 238125"/>
                <a:gd name="connsiteY1310" fmla="*/ 267652 h 333375"/>
                <a:gd name="connsiteX1311" fmla="*/ 55721 w 238125"/>
                <a:gd name="connsiteY1311" fmla="*/ 270034 h 333375"/>
                <a:gd name="connsiteX1312" fmla="*/ 55626 w 238125"/>
                <a:gd name="connsiteY1312" fmla="*/ 271177 h 333375"/>
                <a:gd name="connsiteX1313" fmla="*/ 55721 w 238125"/>
                <a:gd name="connsiteY1313" fmla="*/ 272129 h 333375"/>
                <a:gd name="connsiteX1314" fmla="*/ 57055 w 238125"/>
                <a:gd name="connsiteY1314" fmla="*/ 276701 h 333375"/>
                <a:gd name="connsiteX1315" fmla="*/ 57245 w 238125"/>
                <a:gd name="connsiteY1315" fmla="*/ 277082 h 333375"/>
                <a:gd name="connsiteX1316" fmla="*/ 57817 w 238125"/>
                <a:gd name="connsiteY1316" fmla="*/ 277559 h 333375"/>
                <a:gd name="connsiteX1317" fmla="*/ 58960 w 238125"/>
                <a:gd name="connsiteY1317" fmla="*/ 278130 h 333375"/>
                <a:gd name="connsiteX1318" fmla="*/ 59626 w 238125"/>
                <a:gd name="connsiteY1318" fmla="*/ 278320 h 333375"/>
                <a:gd name="connsiteX1319" fmla="*/ 59912 w 238125"/>
                <a:gd name="connsiteY1319" fmla="*/ 278035 h 333375"/>
                <a:gd name="connsiteX1320" fmla="*/ 60103 w 238125"/>
                <a:gd name="connsiteY1320" fmla="*/ 277559 h 333375"/>
                <a:gd name="connsiteX1321" fmla="*/ 60579 w 238125"/>
                <a:gd name="connsiteY1321" fmla="*/ 276987 h 333375"/>
                <a:gd name="connsiteX1322" fmla="*/ 61055 w 238125"/>
                <a:gd name="connsiteY1322" fmla="*/ 276701 h 333375"/>
                <a:gd name="connsiteX1323" fmla="*/ 61246 w 238125"/>
                <a:gd name="connsiteY1323" fmla="*/ 276892 h 333375"/>
                <a:gd name="connsiteX1324" fmla="*/ 61246 w 238125"/>
                <a:gd name="connsiteY1324" fmla="*/ 277559 h 333375"/>
                <a:gd name="connsiteX1325" fmla="*/ 61341 w 238125"/>
                <a:gd name="connsiteY1325" fmla="*/ 278035 h 333375"/>
                <a:gd name="connsiteX1326" fmla="*/ 62960 w 238125"/>
                <a:gd name="connsiteY1326" fmla="*/ 282607 h 333375"/>
                <a:gd name="connsiteX1327" fmla="*/ 62865 w 238125"/>
                <a:gd name="connsiteY1327" fmla="*/ 283178 h 333375"/>
                <a:gd name="connsiteX1328" fmla="*/ 62294 w 238125"/>
                <a:gd name="connsiteY1328" fmla="*/ 283655 h 333375"/>
                <a:gd name="connsiteX1329" fmla="*/ 62103 w 238125"/>
                <a:gd name="connsiteY1329" fmla="*/ 284702 h 333375"/>
                <a:gd name="connsiteX1330" fmla="*/ 62389 w 238125"/>
                <a:gd name="connsiteY1330" fmla="*/ 285750 h 333375"/>
                <a:gd name="connsiteX1331" fmla="*/ 63341 w 238125"/>
                <a:gd name="connsiteY1331" fmla="*/ 286321 h 333375"/>
                <a:gd name="connsiteX1332" fmla="*/ 64389 w 238125"/>
                <a:gd name="connsiteY1332" fmla="*/ 286226 h 333375"/>
                <a:gd name="connsiteX1333" fmla="*/ 65437 w 238125"/>
                <a:gd name="connsiteY1333" fmla="*/ 285750 h 333375"/>
                <a:gd name="connsiteX1334" fmla="*/ 66389 w 238125"/>
                <a:gd name="connsiteY1334" fmla="*/ 285083 h 333375"/>
                <a:gd name="connsiteX1335" fmla="*/ 66961 w 238125"/>
                <a:gd name="connsiteY1335" fmla="*/ 284417 h 333375"/>
                <a:gd name="connsiteX1336" fmla="*/ 65818 w 238125"/>
                <a:gd name="connsiteY1336" fmla="*/ 283845 h 333375"/>
                <a:gd name="connsiteX1337" fmla="*/ 65627 w 238125"/>
                <a:gd name="connsiteY1337" fmla="*/ 283178 h 333375"/>
                <a:gd name="connsiteX1338" fmla="*/ 66484 w 238125"/>
                <a:gd name="connsiteY1338" fmla="*/ 281178 h 333375"/>
                <a:gd name="connsiteX1339" fmla="*/ 66675 w 238125"/>
                <a:gd name="connsiteY1339" fmla="*/ 279844 h 333375"/>
                <a:gd name="connsiteX1340" fmla="*/ 66104 w 238125"/>
                <a:gd name="connsiteY1340" fmla="*/ 277654 h 333375"/>
                <a:gd name="connsiteX1341" fmla="*/ 66104 w 238125"/>
                <a:gd name="connsiteY1341" fmla="*/ 276225 h 333375"/>
                <a:gd name="connsiteX1342" fmla="*/ 66484 w 238125"/>
                <a:gd name="connsiteY1342" fmla="*/ 276225 h 333375"/>
                <a:gd name="connsiteX1343" fmla="*/ 66770 w 238125"/>
                <a:gd name="connsiteY1343" fmla="*/ 276987 h 333375"/>
                <a:gd name="connsiteX1344" fmla="*/ 67056 w 238125"/>
                <a:gd name="connsiteY1344" fmla="*/ 276987 h 333375"/>
                <a:gd name="connsiteX1345" fmla="*/ 67342 w 238125"/>
                <a:gd name="connsiteY1345" fmla="*/ 276511 h 333375"/>
                <a:gd name="connsiteX1346" fmla="*/ 68199 w 238125"/>
                <a:gd name="connsiteY1346" fmla="*/ 274415 h 333375"/>
                <a:gd name="connsiteX1347" fmla="*/ 68485 w 238125"/>
                <a:gd name="connsiteY1347" fmla="*/ 273844 h 333375"/>
                <a:gd name="connsiteX1348" fmla="*/ 69056 w 238125"/>
                <a:gd name="connsiteY1348" fmla="*/ 273177 h 333375"/>
                <a:gd name="connsiteX1349" fmla="*/ 69913 w 238125"/>
                <a:gd name="connsiteY1349" fmla="*/ 272320 h 333375"/>
                <a:gd name="connsiteX1350" fmla="*/ 70104 w 238125"/>
                <a:gd name="connsiteY1350" fmla="*/ 271843 h 333375"/>
                <a:gd name="connsiteX1351" fmla="*/ 70104 w 238125"/>
                <a:gd name="connsiteY1351" fmla="*/ 270986 h 333375"/>
                <a:gd name="connsiteX1352" fmla="*/ 69913 w 238125"/>
                <a:gd name="connsiteY1352" fmla="*/ 270224 h 333375"/>
                <a:gd name="connsiteX1353" fmla="*/ 69533 w 238125"/>
                <a:gd name="connsiteY1353" fmla="*/ 269462 h 333375"/>
                <a:gd name="connsiteX1354" fmla="*/ 69342 w 238125"/>
                <a:gd name="connsiteY1354" fmla="*/ 268700 h 333375"/>
                <a:gd name="connsiteX1355" fmla="*/ 69628 w 238125"/>
                <a:gd name="connsiteY1355" fmla="*/ 267843 h 333375"/>
                <a:gd name="connsiteX1356" fmla="*/ 70009 w 238125"/>
                <a:gd name="connsiteY1356" fmla="*/ 267843 h 333375"/>
                <a:gd name="connsiteX1357" fmla="*/ 70199 w 238125"/>
                <a:gd name="connsiteY1357" fmla="*/ 268795 h 333375"/>
                <a:gd name="connsiteX1358" fmla="*/ 71152 w 238125"/>
                <a:gd name="connsiteY1358" fmla="*/ 270700 h 333375"/>
                <a:gd name="connsiteX1359" fmla="*/ 71342 w 238125"/>
                <a:gd name="connsiteY1359" fmla="*/ 271843 h 333375"/>
                <a:gd name="connsiteX1360" fmla="*/ 71152 w 238125"/>
                <a:gd name="connsiteY1360" fmla="*/ 273177 h 333375"/>
                <a:gd name="connsiteX1361" fmla="*/ 70485 w 238125"/>
                <a:gd name="connsiteY1361" fmla="*/ 274892 h 333375"/>
                <a:gd name="connsiteX1362" fmla="*/ 70199 w 238125"/>
                <a:gd name="connsiteY1362" fmla="*/ 275939 h 333375"/>
                <a:gd name="connsiteX1363" fmla="*/ 70009 w 238125"/>
                <a:gd name="connsiteY1363" fmla="*/ 278511 h 333375"/>
                <a:gd name="connsiteX1364" fmla="*/ 70104 w 238125"/>
                <a:gd name="connsiteY1364" fmla="*/ 279940 h 333375"/>
                <a:gd name="connsiteX1365" fmla="*/ 70390 w 238125"/>
                <a:gd name="connsiteY1365" fmla="*/ 280797 h 333375"/>
                <a:gd name="connsiteX1366" fmla="*/ 71723 w 238125"/>
                <a:gd name="connsiteY1366" fmla="*/ 282321 h 333375"/>
                <a:gd name="connsiteX1367" fmla="*/ 72295 w 238125"/>
                <a:gd name="connsiteY1367" fmla="*/ 282226 h 333375"/>
                <a:gd name="connsiteX1368" fmla="*/ 74200 w 238125"/>
                <a:gd name="connsiteY1368" fmla="*/ 280606 h 333375"/>
                <a:gd name="connsiteX1369" fmla="*/ 74867 w 238125"/>
                <a:gd name="connsiteY1369" fmla="*/ 279749 h 333375"/>
                <a:gd name="connsiteX1370" fmla="*/ 75343 w 238125"/>
                <a:gd name="connsiteY1370" fmla="*/ 278701 h 333375"/>
                <a:gd name="connsiteX1371" fmla="*/ 75533 w 238125"/>
                <a:gd name="connsiteY1371" fmla="*/ 277368 h 333375"/>
                <a:gd name="connsiteX1372" fmla="*/ 75438 w 238125"/>
                <a:gd name="connsiteY1372" fmla="*/ 276034 h 333375"/>
                <a:gd name="connsiteX1373" fmla="*/ 75248 w 238125"/>
                <a:gd name="connsiteY1373" fmla="*/ 275082 h 333375"/>
                <a:gd name="connsiteX1374" fmla="*/ 75343 w 238125"/>
                <a:gd name="connsiteY1374" fmla="*/ 274320 h 333375"/>
                <a:gd name="connsiteX1375" fmla="*/ 75914 w 238125"/>
                <a:gd name="connsiteY1375" fmla="*/ 273367 h 333375"/>
                <a:gd name="connsiteX1376" fmla="*/ 76581 w 238125"/>
                <a:gd name="connsiteY1376" fmla="*/ 272701 h 333375"/>
                <a:gd name="connsiteX1377" fmla="*/ 77248 w 238125"/>
                <a:gd name="connsiteY1377" fmla="*/ 272224 h 333375"/>
                <a:gd name="connsiteX1378" fmla="*/ 77819 w 238125"/>
                <a:gd name="connsiteY1378" fmla="*/ 271558 h 333375"/>
                <a:gd name="connsiteX1379" fmla="*/ 78296 w 238125"/>
                <a:gd name="connsiteY1379" fmla="*/ 268510 h 333375"/>
                <a:gd name="connsiteX1380" fmla="*/ 78200 w 238125"/>
                <a:gd name="connsiteY1380" fmla="*/ 268129 h 333375"/>
                <a:gd name="connsiteX1381" fmla="*/ 77819 w 238125"/>
                <a:gd name="connsiteY1381" fmla="*/ 267652 h 333375"/>
                <a:gd name="connsiteX1382" fmla="*/ 77153 w 238125"/>
                <a:gd name="connsiteY1382" fmla="*/ 266319 h 333375"/>
                <a:gd name="connsiteX1383" fmla="*/ 76962 w 238125"/>
                <a:gd name="connsiteY1383" fmla="*/ 265652 h 333375"/>
                <a:gd name="connsiteX1384" fmla="*/ 76771 w 238125"/>
                <a:gd name="connsiteY1384" fmla="*/ 265367 h 333375"/>
                <a:gd name="connsiteX1385" fmla="*/ 76676 w 238125"/>
                <a:gd name="connsiteY1385" fmla="*/ 265081 h 333375"/>
                <a:gd name="connsiteX1386" fmla="*/ 76581 w 238125"/>
                <a:gd name="connsiteY1386" fmla="*/ 264700 h 333375"/>
                <a:gd name="connsiteX1387" fmla="*/ 76676 w 238125"/>
                <a:gd name="connsiteY1387" fmla="*/ 264509 h 333375"/>
                <a:gd name="connsiteX1388" fmla="*/ 77343 w 238125"/>
                <a:gd name="connsiteY1388" fmla="*/ 264414 h 333375"/>
                <a:gd name="connsiteX1389" fmla="*/ 77629 w 238125"/>
                <a:gd name="connsiteY1389" fmla="*/ 264128 h 333375"/>
                <a:gd name="connsiteX1390" fmla="*/ 78105 w 238125"/>
                <a:gd name="connsiteY1390" fmla="*/ 262699 h 333375"/>
                <a:gd name="connsiteX1391" fmla="*/ 78105 w 238125"/>
                <a:gd name="connsiteY1391" fmla="*/ 261842 h 333375"/>
                <a:gd name="connsiteX1392" fmla="*/ 77819 w 238125"/>
                <a:gd name="connsiteY1392" fmla="*/ 261175 h 333375"/>
                <a:gd name="connsiteX1393" fmla="*/ 77533 w 238125"/>
                <a:gd name="connsiteY1393" fmla="*/ 260699 h 333375"/>
                <a:gd name="connsiteX1394" fmla="*/ 77248 w 238125"/>
                <a:gd name="connsiteY1394" fmla="*/ 260032 h 333375"/>
                <a:gd name="connsiteX1395" fmla="*/ 77057 w 238125"/>
                <a:gd name="connsiteY1395" fmla="*/ 259366 h 333375"/>
                <a:gd name="connsiteX1396" fmla="*/ 76962 w 238125"/>
                <a:gd name="connsiteY1396" fmla="*/ 258889 h 333375"/>
                <a:gd name="connsiteX1397" fmla="*/ 76867 w 238125"/>
                <a:gd name="connsiteY1397" fmla="*/ 258699 h 333375"/>
                <a:gd name="connsiteX1398" fmla="*/ 76581 w 238125"/>
                <a:gd name="connsiteY1398" fmla="*/ 259080 h 333375"/>
                <a:gd name="connsiteX1399" fmla="*/ 76962 w 238125"/>
                <a:gd name="connsiteY1399" fmla="*/ 259461 h 333375"/>
                <a:gd name="connsiteX1400" fmla="*/ 76962 w 238125"/>
                <a:gd name="connsiteY1400" fmla="*/ 260223 h 333375"/>
                <a:gd name="connsiteX1401" fmla="*/ 76581 w 238125"/>
                <a:gd name="connsiteY1401" fmla="*/ 260223 h 333375"/>
                <a:gd name="connsiteX1402" fmla="*/ 76105 w 238125"/>
                <a:gd name="connsiteY1402" fmla="*/ 253079 h 333375"/>
                <a:gd name="connsiteX1403" fmla="*/ 76581 w 238125"/>
                <a:gd name="connsiteY1403" fmla="*/ 249364 h 333375"/>
                <a:gd name="connsiteX1404" fmla="*/ 76962 w 238125"/>
                <a:gd name="connsiteY1404" fmla="*/ 249364 h 333375"/>
                <a:gd name="connsiteX1405" fmla="*/ 77438 w 238125"/>
                <a:gd name="connsiteY1405" fmla="*/ 250603 h 333375"/>
                <a:gd name="connsiteX1406" fmla="*/ 77533 w 238125"/>
                <a:gd name="connsiteY1406" fmla="*/ 251746 h 333375"/>
                <a:gd name="connsiteX1407" fmla="*/ 77248 w 238125"/>
                <a:gd name="connsiteY1407" fmla="*/ 254317 h 333375"/>
                <a:gd name="connsiteX1408" fmla="*/ 77343 w 238125"/>
                <a:gd name="connsiteY1408" fmla="*/ 255460 h 333375"/>
                <a:gd name="connsiteX1409" fmla="*/ 79724 w 238125"/>
                <a:gd name="connsiteY1409" fmla="*/ 261080 h 333375"/>
                <a:gd name="connsiteX1410" fmla="*/ 79724 w 238125"/>
                <a:gd name="connsiteY1410" fmla="*/ 261842 h 333375"/>
                <a:gd name="connsiteX1411" fmla="*/ 79153 w 238125"/>
                <a:gd name="connsiteY1411" fmla="*/ 262985 h 333375"/>
                <a:gd name="connsiteX1412" fmla="*/ 79058 w 238125"/>
                <a:gd name="connsiteY1412" fmla="*/ 263557 h 333375"/>
                <a:gd name="connsiteX1413" fmla="*/ 79153 w 238125"/>
                <a:gd name="connsiteY1413" fmla="*/ 266033 h 333375"/>
                <a:gd name="connsiteX1414" fmla="*/ 79629 w 238125"/>
                <a:gd name="connsiteY1414" fmla="*/ 266890 h 333375"/>
                <a:gd name="connsiteX1415" fmla="*/ 80582 w 238125"/>
                <a:gd name="connsiteY1415" fmla="*/ 266414 h 333375"/>
                <a:gd name="connsiteX1416" fmla="*/ 80867 w 238125"/>
                <a:gd name="connsiteY1416" fmla="*/ 265557 h 333375"/>
                <a:gd name="connsiteX1417" fmla="*/ 81248 w 238125"/>
                <a:gd name="connsiteY1417" fmla="*/ 261938 h 333375"/>
                <a:gd name="connsiteX1418" fmla="*/ 81344 w 238125"/>
                <a:gd name="connsiteY1418" fmla="*/ 261366 h 333375"/>
                <a:gd name="connsiteX1419" fmla="*/ 81915 w 238125"/>
                <a:gd name="connsiteY1419" fmla="*/ 260318 h 333375"/>
                <a:gd name="connsiteX1420" fmla="*/ 82010 w 238125"/>
                <a:gd name="connsiteY1420" fmla="*/ 259651 h 333375"/>
                <a:gd name="connsiteX1421" fmla="*/ 82010 w 238125"/>
                <a:gd name="connsiteY1421" fmla="*/ 258413 h 333375"/>
                <a:gd name="connsiteX1422" fmla="*/ 81915 w 238125"/>
                <a:gd name="connsiteY1422" fmla="*/ 257842 h 333375"/>
                <a:gd name="connsiteX1423" fmla="*/ 81629 w 238125"/>
                <a:gd name="connsiteY1423" fmla="*/ 257175 h 333375"/>
                <a:gd name="connsiteX1424" fmla="*/ 80486 w 238125"/>
                <a:gd name="connsiteY1424" fmla="*/ 255270 h 333375"/>
                <a:gd name="connsiteX1425" fmla="*/ 80391 w 238125"/>
                <a:gd name="connsiteY1425" fmla="*/ 254508 h 333375"/>
                <a:gd name="connsiteX1426" fmla="*/ 81058 w 238125"/>
                <a:gd name="connsiteY1426" fmla="*/ 253460 h 333375"/>
                <a:gd name="connsiteX1427" fmla="*/ 82105 w 238125"/>
                <a:gd name="connsiteY1427" fmla="*/ 252698 h 333375"/>
                <a:gd name="connsiteX1428" fmla="*/ 82391 w 238125"/>
                <a:gd name="connsiteY1428" fmla="*/ 252222 h 333375"/>
                <a:gd name="connsiteX1429" fmla="*/ 81915 w 238125"/>
                <a:gd name="connsiteY1429" fmla="*/ 250888 h 333375"/>
                <a:gd name="connsiteX1430" fmla="*/ 82105 w 238125"/>
                <a:gd name="connsiteY1430" fmla="*/ 250412 h 333375"/>
                <a:gd name="connsiteX1431" fmla="*/ 82677 w 238125"/>
                <a:gd name="connsiteY1431" fmla="*/ 249745 h 333375"/>
                <a:gd name="connsiteX1432" fmla="*/ 83439 w 238125"/>
                <a:gd name="connsiteY1432" fmla="*/ 248221 h 333375"/>
                <a:gd name="connsiteX1433" fmla="*/ 83915 w 238125"/>
                <a:gd name="connsiteY1433" fmla="*/ 247459 h 333375"/>
                <a:gd name="connsiteX1434" fmla="*/ 84487 w 238125"/>
                <a:gd name="connsiteY1434" fmla="*/ 246983 h 333375"/>
                <a:gd name="connsiteX1435" fmla="*/ 84011 w 238125"/>
                <a:gd name="connsiteY1435" fmla="*/ 247936 h 333375"/>
                <a:gd name="connsiteX1436" fmla="*/ 83629 w 238125"/>
                <a:gd name="connsiteY1436" fmla="*/ 249079 h 333375"/>
                <a:gd name="connsiteX1437" fmla="*/ 83439 w 238125"/>
                <a:gd name="connsiteY1437" fmla="*/ 250222 h 333375"/>
                <a:gd name="connsiteX1438" fmla="*/ 83344 w 238125"/>
                <a:gd name="connsiteY1438" fmla="*/ 251460 h 333375"/>
                <a:gd name="connsiteX1439" fmla="*/ 82963 w 238125"/>
                <a:gd name="connsiteY1439" fmla="*/ 252413 h 333375"/>
                <a:gd name="connsiteX1440" fmla="*/ 81344 w 238125"/>
                <a:gd name="connsiteY1440" fmla="*/ 254508 h 333375"/>
                <a:gd name="connsiteX1441" fmla="*/ 81344 w 238125"/>
                <a:gd name="connsiteY1441" fmla="*/ 255270 h 333375"/>
                <a:gd name="connsiteX1442" fmla="*/ 82010 w 238125"/>
                <a:gd name="connsiteY1442" fmla="*/ 256127 h 333375"/>
                <a:gd name="connsiteX1443" fmla="*/ 82677 w 238125"/>
                <a:gd name="connsiteY1443" fmla="*/ 257175 h 333375"/>
                <a:gd name="connsiteX1444" fmla="*/ 83153 w 238125"/>
                <a:gd name="connsiteY1444" fmla="*/ 258318 h 333375"/>
                <a:gd name="connsiteX1445" fmla="*/ 83344 w 238125"/>
                <a:gd name="connsiteY1445" fmla="*/ 259556 h 333375"/>
                <a:gd name="connsiteX1446" fmla="*/ 83058 w 238125"/>
                <a:gd name="connsiteY1446" fmla="*/ 260794 h 333375"/>
                <a:gd name="connsiteX1447" fmla="*/ 81820 w 238125"/>
                <a:gd name="connsiteY1447" fmla="*/ 262985 h 333375"/>
                <a:gd name="connsiteX1448" fmla="*/ 81534 w 238125"/>
                <a:gd name="connsiteY1448" fmla="*/ 264128 h 333375"/>
                <a:gd name="connsiteX1449" fmla="*/ 81153 w 238125"/>
                <a:gd name="connsiteY1449" fmla="*/ 267367 h 333375"/>
                <a:gd name="connsiteX1450" fmla="*/ 81344 w 238125"/>
                <a:gd name="connsiteY1450" fmla="*/ 271463 h 333375"/>
                <a:gd name="connsiteX1451" fmla="*/ 81153 w 238125"/>
                <a:gd name="connsiteY1451" fmla="*/ 272415 h 333375"/>
                <a:gd name="connsiteX1452" fmla="*/ 80772 w 238125"/>
                <a:gd name="connsiteY1452" fmla="*/ 273272 h 333375"/>
                <a:gd name="connsiteX1453" fmla="*/ 79820 w 238125"/>
                <a:gd name="connsiteY1453" fmla="*/ 274415 h 333375"/>
                <a:gd name="connsiteX1454" fmla="*/ 79438 w 238125"/>
                <a:gd name="connsiteY1454" fmla="*/ 275177 h 333375"/>
                <a:gd name="connsiteX1455" fmla="*/ 79248 w 238125"/>
                <a:gd name="connsiteY1455" fmla="*/ 276511 h 333375"/>
                <a:gd name="connsiteX1456" fmla="*/ 79820 w 238125"/>
                <a:gd name="connsiteY1456" fmla="*/ 278892 h 333375"/>
                <a:gd name="connsiteX1457" fmla="*/ 79724 w 238125"/>
                <a:gd name="connsiteY1457" fmla="*/ 279844 h 333375"/>
                <a:gd name="connsiteX1458" fmla="*/ 81248 w 238125"/>
                <a:gd name="connsiteY1458" fmla="*/ 282130 h 333375"/>
                <a:gd name="connsiteX1459" fmla="*/ 82391 w 238125"/>
                <a:gd name="connsiteY1459" fmla="*/ 282797 h 333375"/>
                <a:gd name="connsiteX1460" fmla="*/ 83344 w 238125"/>
                <a:gd name="connsiteY1460" fmla="*/ 281749 h 333375"/>
                <a:gd name="connsiteX1461" fmla="*/ 83249 w 238125"/>
                <a:gd name="connsiteY1461" fmla="*/ 281273 h 333375"/>
                <a:gd name="connsiteX1462" fmla="*/ 82677 w 238125"/>
                <a:gd name="connsiteY1462" fmla="*/ 279749 h 333375"/>
                <a:gd name="connsiteX1463" fmla="*/ 82772 w 238125"/>
                <a:gd name="connsiteY1463" fmla="*/ 279463 h 333375"/>
                <a:gd name="connsiteX1464" fmla="*/ 84106 w 238125"/>
                <a:gd name="connsiteY1464" fmla="*/ 279178 h 333375"/>
                <a:gd name="connsiteX1465" fmla="*/ 84677 w 238125"/>
                <a:gd name="connsiteY1465" fmla="*/ 279178 h 333375"/>
                <a:gd name="connsiteX1466" fmla="*/ 85344 w 238125"/>
                <a:gd name="connsiteY1466" fmla="*/ 279559 h 333375"/>
                <a:gd name="connsiteX1467" fmla="*/ 86678 w 238125"/>
                <a:gd name="connsiteY1467" fmla="*/ 279940 h 333375"/>
                <a:gd name="connsiteX1468" fmla="*/ 87821 w 238125"/>
                <a:gd name="connsiteY1468" fmla="*/ 279178 h 333375"/>
                <a:gd name="connsiteX1469" fmla="*/ 88392 w 238125"/>
                <a:gd name="connsiteY1469" fmla="*/ 278035 h 333375"/>
                <a:gd name="connsiteX1470" fmla="*/ 87916 w 238125"/>
                <a:gd name="connsiteY1470" fmla="*/ 277463 h 333375"/>
                <a:gd name="connsiteX1471" fmla="*/ 86868 w 238125"/>
                <a:gd name="connsiteY1471" fmla="*/ 276892 h 333375"/>
                <a:gd name="connsiteX1472" fmla="*/ 85725 w 238125"/>
                <a:gd name="connsiteY1472" fmla="*/ 275653 h 333375"/>
                <a:gd name="connsiteX1473" fmla="*/ 84677 w 238125"/>
                <a:gd name="connsiteY1473" fmla="*/ 274225 h 333375"/>
                <a:gd name="connsiteX1474" fmla="*/ 84106 w 238125"/>
                <a:gd name="connsiteY1474" fmla="*/ 273177 h 333375"/>
                <a:gd name="connsiteX1475" fmla="*/ 85534 w 238125"/>
                <a:gd name="connsiteY1475" fmla="*/ 270034 h 333375"/>
                <a:gd name="connsiteX1476" fmla="*/ 86296 w 238125"/>
                <a:gd name="connsiteY1476" fmla="*/ 271081 h 333375"/>
                <a:gd name="connsiteX1477" fmla="*/ 86392 w 238125"/>
                <a:gd name="connsiteY1477" fmla="*/ 271653 h 333375"/>
                <a:gd name="connsiteX1478" fmla="*/ 85820 w 238125"/>
                <a:gd name="connsiteY1478" fmla="*/ 272605 h 333375"/>
                <a:gd name="connsiteX1479" fmla="*/ 85820 w 238125"/>
                <a:gd name="connsiteY1479" fmla="*/ 273272 h 333375"/>
                <a:gd name="connsiteX1480" fmla="*/ 86011 w 238125"/>
                <a:gd name="connsiteY1480" fmla="*/ 273844 h 333375"/>
                <a:gd name="connsiteX1481" fmla="*/ 86201 w 238125"/>
                <a:gd name="connsiteY1481" fmla="*/ 274320 h 333375"/>
                <a:gd name="connsiteX1482" fmla="*/ 86868 w 238125"/>
                <a:gd name="connsiteY1482" fmla="*/ 274796 h 333375"/>
                <a:gd name="connsiteX1483" fmla="*/ 87725 w 238125"/>
                <a:gd name="connsiteY1483" fmla="*/ 275177 h 333375"/>
                <a:gd name="connsiteX1484" fmla="*/ 88678 w 238125"/>
                <a:gd name="connsiteY1484" fmla="*/ 275368 h 333375"/>
                <a:gd name="connsiteX1485" fmla="*/ 89535 w 238125"/>
                <a:gd name="connsiteY1485" fmla="*/ 275463 h 333375"/>
                <a:gd name="connsiteX1486" fmla="*/ 90202 w 238125"/>
                <a:gd name="connsiteY1486" fmla="*/ 275177 h 333375"/>
                <a:gd name="connsiteX1487" fmla="*/ 90964 w 238125"/>
                <a:gd name="connsiteY1487" fmla="*/ 274606 h 333375"/>
                <a:gd name="connsiteX1488" fmla="*/ 91630 w 238125"/>
                <a:gd name="connsiteY1488" fmla="*/ 274415 h 333375"/>
                <a:gd name="connsiteX1489" fmla="*/ 91916 w 238125"/>
                <a:gd name="connsiteY1489" fmla="*/ 275272 h 333375"/>
                <a:gd name="connsiteX1490" fmla="*/ 92107 w 238125"/>
                <a:gd name="connsiteY1490" fmla="*/ 275558 h 333375"/>
                <a:gd name="connsiteX1491" fmla="*/ 92678 w 238125"/>
                <a:gd name="connsiteY1491" fmla="*/ 275463 h 333375"/>
                <a:gd name="connsiteX1492" fmla="*/ 93631 w 238125"/>
                <a:gd name="connsiteY1492" fmla="*/ 275082 h 333375"/>
                <a:gd name="connsiteX1493" fmla="*/ 94107 w 238125"/>
                <a:gd name="connsiteY1493" fmla="*/ 274796 h 333375"/>
                <a:gd name="connsiteX1494" fmla="*/ 94298 w 238125"/>
                <a:gd name="connsiteY1494" fmla="*/ 274606 h 333375"/>
                <a:gd name="connsiteX1495" fmla="*/ 94393 w 238125"/>
                <a:gd name="connsiteY1495" fmla="*/ 274320 h 333375"/>
                <a:gd name="connsiteX1496" fmla="*/ 94679 w 238125"/>
                <a:gd name="connsiteY1496" fmla="*/ 273939 h 333375"/>
                <a:gd name="connsiteX1497" fmla="*/ 96012 w 238125"/>
                <a:gd name="connsiteY1497" fmla="*/ 272701 h 333375"/>
                <a:gd name="connsiteX1498" fmla="*/ 97155 w 238125"/>
                <a:gd name="connsiteY1498" fmla="*/ 272510 h 333375"/>
                <a:gd name="connsiteX1499" fmla="*/ 97536 w 238125"/>
                <a:gd name="connsiteY1499" fmla="*/ 272415 h 333375"/>
                <a:gd name="connsiteX1500" fmla="*/ 97917 w 238125"/>
                <a:gd name="connsiteY1500" fmla="*/ 271558 h 333375"/>
                <a:gd name="connsiteX1501" fmla="*/ 97631 w 238125"/>
                <a:gd name="connsiteY1501" fmla="*/ 270796 h 333375"/>
                <a:gd name="connsiteX1502" fmla="*/ 97155 w 238125"/>
                <a:gd name="connsiteY1502" fmla="*/ 270129 h 333375"/>
                <a:gd name="connsiteX1503" fmla="*/ 96774 w 238125"/>
                <a:gd name="connsiteY1503" fmla="*/ 269081 h 333375"/>
                <a:gd name="connsiteX1504" fmla="*/ 96107 w 238125"/>
                <a:gd name="connsiteY1504" fmla="*/ 267938 h 333375"/>
                <a:gd name="connsiteX1505" fmla="*/ 95917 w 238125"/>
                <a:gd name="connsiteY1505" fmla="*/ 267462 h 333375"/>
                <a:gd name="connsiteX1506" fmla="*/ 95917 w 238125"/>
                <a:gd name="connsiteY1506" fmla="*/ 266890 h 333375"/>
                <a:gd name="connsiteX1507" fmla="*/ 96203 w 238125"/>
                <a:gd name="connsiteY1507" fmla="*/ 265843 h 333375"/>
                <a:gd name="connsiteX1508" fmla="*/ 96298 w 238125"/>
                <a:gd name="connsiteY1508" fmla="*/ 265271 h 333375"/>
                <a:gd name="connsiteX1509" fmla="*/ 96107 w 238125"/>
                <a:gd name="connsiteY1509" fmla="*/ 263938 h 333375"/>
                <a:gd name="connsiteX1510" fmla="*/ 95441 w 238125"/>
                <a:gd name="connsiteY1510" fmla="*/ 263080 h 333375"/>
                <a:gd name="connsiteX1511" fmla="*/ 94488 w 238125"/>
                <a:gd name="connsiteY1511" fmla="*/ 262509 h 333375"/>
                <a:gd name="connsiteX1512" fmla="*/ 93345 w 238125"/>
                <a:gd name="connsiteY1512" fmla="*/ 262033 h 333375"/>
                <a:gd name="connsiteX1513" fmla="*/ 93345 w 238125"/>
                <a:gd name="connsiteY1513" fmla="*/ 261652 h 333375"/>
                <a:gd name="connsiteX1514" fmla="*/ 94393 w 238125"/>
                <a:gd name="connsiteY1514" fmla="*/ 261652 h 333375"/>
                <a:gd name="connsiteX1515" fmla="*/ 95155 w 238125"/>
                <a:gd name="connsiteY1515" fmla="*/ 261842 h 333375"/>
                <a:gd name="connsiteX1516" fmla="*/ 95917 w 238125"/>
                <a:gd name="connsiteY1516" fmla="*/ 261938 h 333375"/>
                <a:gd name="connsiteX1517" fmla="*/ 96774 w 238125"/>
                <a:gd name="connsiteY1517" fmla="*/ 261461 h 333375"/>
                <a:gd name="connsiteX1518" fmla="*/ 97250 w 238125"/>
                <a:gd name="connsiteY1518" fmla="*/ 260699 h 333375"/>
                <a:gd name="connsiteX1519" fmla="*/ 97441 w 238125"/>
                <a:gd name="connsiteY1519" fmla="*/ 259747 h 333375"/>
                <a:gd name="connsiteX1520" fmla="*/ 97346 w 238125"/>
                <a:gd name="connsiteY1520" fmla="*/ 257746 h 333375"/>
                <a:gd name="connsiteX1521" fmla="*/ 96774 w 238125"/>
                <a:gd name="connsiteY1521" fmla="*/ 253936 h 333375"/>
                <a:gd name="connsiteX1522" fmla="*/ 96203 w 238125"/>
                <a:gd name="connsiteY1522" fmla="*/ 251936 h 333375"/>
                <a:gd name="connsiteX1523" fmla="*/ 95536 w 238125"/>
                <a:gd name="connsiteY1523" fmla="*/ 250698 h 333375"/>
                <a:gd name="connsiteX1524" fmla="*/ 97726 w 238125"/>
                <a:gd name="connsiteY1524" fmla="*/ 246507 h 333375"/>
                <a:gd name="connsiteX1525" fmla="*/ 97917 w 238125"/>
                <a:gd name="connsiteY1525" fmla="*/ 245269 h 333375"/>
                <a:gd name="connsiteX1526" fmla="*/ 97726 w 238125"/>
                <a:gd name="connsiteY1526" fmla="*/ 244316 h 333375"/>
                <a:gd name="connsiteX1527" fmla="*/ 97441 w 238125"/>
                <a:gd name="connsiteY1527" fmla="*/ 243364 h 333375"/>
                <a:gd name="connsiteX1528" fmla="*/ 97346 w 238125"/>
                <a:gd name="connsiteY1528" fmla="*/ 242125 h 333375"/>
                <a:gd name="connsiteX1529" fmla="*/ 98965 w 238125"/>
                <a:gd name="connsiteY1529" fmla="*/ 243364 h 333375"/>
                <a:gd name="connsiteX1530" fmla="*/ 99917 w 238125"/>
                <a:gd name="connsiteY1530" fmla="*/ 243649 h 333375"/>
                <a:gd name="connsiteX1531" fmla="*/ 100298 w 238125"/>
                <a:gd name="connsiteY1531" fmla="*/ 242792 h 333375"/>
                <a:gd name="connsiteX1532" fmla="*/ 100584 w 238125"/>
                <a:gd name="connsiteY1532" fmla="*/ 241935 h 333375"/>
                <a:gd name="connsiteX1533" fmla="*/ 101346 w 238125"/>
                <a:gd name="connsiteY1533" fmla="*/ 240982 h 333375"/>
                <a:gd name="connsiteX1534" fmla="*/ 103061 w 238125"/>
                <a:gd name="connsiteY1534" fmla="*/ 239268 h 333375"/>
                <a:gd name="connsiteX1535" fmla="*/ 103251 w 238125"/>
                <a:gd name="connsiteY1535" fmla="*/ 239077 h 333375"/>
                <a:gd name="connsiteX1536" fmla="*/ 104680 w 238125"/>
                <a:gd name="connsiteY1536" fmla="*/ 238125 h 333375"/>
                <a:gd name="connsiteX1537" fmla="*/ 104013 w 238125"/>
                <a:gd name="connsiteY1537" fmla="*/ 238696 h 333375"/>
                <a:gd name="connsiteX1538" fmla="*/ 103727 w 238125"/>
                <a:gd name="connsiteY1538" fmla="*/ 239363 h 333375"/>
                <a:gd name="connsiteX1539" fmla="*/ 103537 w 238125"/>
                <a:gd name="connsiteY1539" fmla="*/ 240030 h 333375"/>
                <a:gd name="connsiteX1540" fmla="*/ 103251 w 238125"/>
                <a:gd name="connsiteY1540" fmla="*/ 240697 h 333375"/>
                <a:gd name="connsiteX1541" fmla="*/ 98870 w 238125"/>
                <a:gd name="connsiteY1541" fmla="*/ 246983 h 333375"/>
                <a:gd name="connsiteX1542" fmla="*/ 97822 w 238125"/>
                <a:gd name="connsiteY1542" fmla="*/ 249555 h 333375"/>
                <a:gd name="connsiteX1543" fmla="*/ 97631 w 238125"/>
                <a:gd name="connsiteY1543" fmla="*/ 250317 h 333375"/>
                <a:gd name="connsiteX1544" fmla="*/ 97536 w 238125"/>
                <a:gd name="connsiteY1544" fmla="*/ 250888 h 333375"/>
                <a:gd name="connsiteX1545" fmla="*/ 97631 w 238125"/>
                <a:gd name="connsiteY1545" fmla="*/ 251460 h 333375"/>
                <a:gd name="connsiteX1546" fmla="*/ 97822 w 238125"/>
                <a:gd name="connsiteY1546" fmla="*/ 252222 h 333375"/>
                <a:gd name="connsiteX1547" fmla="*/ 98108 w 238125"/>
                <a:gd name="connsiteY1547" fmla="*/ 252793 h 333375"/>
                <a:gd name="connsiteX1548" fmla="*/ 98774 w 238125"/>
                <a:gd name="connsiteY1548" fmla="*/ 253841 h 333375"/>
                <a:gd name="connsiteX1549" fmla="*/ 98870 w 238125"/>
                <a:gd name="connsiteY1549" fmla="*/ 254413 h 333375"/>
                <a:gd name="connsiteX1550" fmla="*/ 98965 w 238125"/>
                <a:gd name="connsiteY1550" fmla="*/ 255842 h 333375"/>
                <a:gd name="connsiteX1551" fmla="*/ 99441 w 238125"/>
                <a:gd name="connsiteY1551" fmla="*/ 258223 h 333375"/>
                <a:gd name="connsiteX1552" fmla="*/ 99536 w 238125"/>
                <a:gd name="connsiteY1552" fmla="*/ 262414 h 333375"/>
                <a:gd name="connsiteX1553" fmla="*/ 99727 w 238125"/>
                <a:gd name="connsiteY1553" fmla="*/ 263080 h 333375"/>
                <a:gd name="connsiteX1554" fmla="*/ 100203 w 238125"/>
                <a:gd name="connsiteY1554" fmla="*/ 264319 h 333375"/>
                <a:gd name="connsiteX1555" fmla="*/ 100298 w 238125"/>
                <a:gd name="connsiteY1555" fmla="*/ 264890 h 333375"/>
                <a:gd name="connsiteX1556" fmla="*/ 100584 w 238125"/>
                <a:gd name="connsiteY1556" fmla="*/ 266033 h 333375"/>
                <a:gd name="connsiteX1557" fmla="*/ 101346 w 238125"/>
                <a:gd name="connsiteY1557" fmla="*/ 266986 h 333375"/>
                <a:gd name="connsiteX1558" fmla="*/ 102299 w 238125"/>
                <a:gd name="connsiteY1558" fmla="*/ 267367 h 333375"/>
                <a:gd name="connsiteX1559" fmla="*/ 103061 w 238125"/>
                <a:gd name="connsiteY1559" fmla="*/ 266700 h 333375"/>
                <a:gd name="connsiteX1560" fmla="*/ 103156 w 238125"/>
                <a:gd name="connsiteY1560" fmla="*/ 265938 h 333375"/>
                <a:gd name="connsiteX1561" fmla="*/ 103061 w 238125"/>
                <a:gd name="connsiteY1561" fmla="*/ 263366 h 333375"/>
                <a:gd name="connsiteX1562" fmla="*/ 103346 w 238125"/>
                <a:gd name="connsiteY1562" fmla="*/ 262890 h 333375"/>
                <a:gd name="connsiteX1563" fmla="*/ 104775 w 238125"/>
                <a:gd name="connsiteY1563" fmla="*/ 261461 h 333375"/>
                <a:gd name="connsiteX1564" fmla="*/ 105251 w 238125"/>
                <a:gd name="connsiteY1564" fmla="*/ 260794 h 333375"/>
                <a:gd name="connsiteX1565" fmla="*/ 106108 w 238125"/>
                <a:gd name="connsiteY1565" fmla="*/ 258032 h 333375"/>
                <a:gd name="connsiteX1566" fmla="*/ 106775 w 238125"/>
                <a:gd name="connsiteY1566" fmla="*/ 257080 h 333375"/>
                <a:gd name="connsiteX1567" fmla="*/ 108109 w 238125"/>
                <a:gd name="connsiteY1567" fmla="*/ 256603 h 333375"/>
                <a:gd name="connsiteX1568" fmla="*/ 107823 w 238125"/>
                <a:gd name="connsiteY1568" fmla="*/ 257270 h 333375"/>
                <a:gd name="connsiteX1569" fmla="*/ 107347 w 238125"/>
                <a:gd name="connsiteY1569" fmla="*/ 257651 h 333375"/>
                <a:gd name="connsiteX1570" fmla="*/ 106775 w 238125"/>
                <a:gd name="connsiteY1570" fmla="*/ 257937 h 333375"/>
                <a:gd name="connsiteX1571" fmla="*/ 106299 w 238125"/>
                <a:gd name="connsiteY1571" fmla="*/ 258509 h 333375"/>
                <a:gd name="connsiteX1572" fmla="*/ 106108 w 238125"/>
                <a:gd name="connsiteY1572" fmla="*/ 259366 h 333375"/>
                <a:gd name="connsiteX1573" fmla="*/ 105918 w 238125"/>
                <a:gd name="connsiteY1573" fmla="*/ 260032 h 333375"/>
                <a:gd name="connsiteX1574" fmla="*/ 106108 w 238125"/>
                <a:gd name="connsiteY1574" fmla="*/ 261747 h 333375"/>
                <a:gd name="connsiteX1575" fmla="*/ 105918 w 238125"/>
                <a:gd name="connsiteY1575" fmla="*/ 262604 h 333375"/>
                <a:gd name="connsiteX1576" fmla="*/ 105537 w 238125"/>
                <a:gd name="connsiteY1576" fmla="*/ 262985 h 333375"/>
                <a:gd name="connsiteX1577" fmla="*/ 105061 w 238125"/>
                <a:gd name="connsiteY1577" fmla="*/ 263176 h 333375"/>
                <a:gd name="connsiteX1578" fmla="*/ 104584 w 238125"/>
                <a:gd name="connsiteY1578" fmla="*/ 263557 h 333375"/>
                <a:gd name="connsiteX1579" fmla="*/ 104204 w 238125"/>
                <a:gd name="connsiteY1579" fmla="*/ 264223 h 333375"/>
                <a:gd name="connsiteX1580" fmla="*/ 104108 w 238125"/>
                <a:gd name="connsiteY1580" fmla="*/ 265081 h 333375"/>
                <a:gd name="connsiteX1581" fmla="*/ 103823 w 238125"/>
                <a:gd name="connsiteY1581" fmla="*/ 265843 h 333375"/>
                <a:gd name="connsiteX1582" fmla="*/ 105537 w 238125"/>
                <a:gd name="connsiteY1582" fmla="*/ 266509 h 333375"/>
                <a:gd name="connsiteX1583" fmla="*/ 106108 w 238125"/>
                <a:gd name="connsiteY1583" fmla="*/ 266605 h 333375"/>
                <a:gd name="connsiteX1584" fmla="*/ 106871 w 238125"/>
                <a:gd name="connsiteY1584" fmla="*/ 266509 h 333375"/>
                <a:gd name="connsiteX1585" fmla="*/ 107156 w 238125"/>
                <a:gd name="connsiteY1585" fmla="*/ 266224 h 333375"/>
                <a:gd name="connsiteX1586" fmla="*/ 107347 w 238125"/>
                <a:gd name="connsiteY1586" fmla="*/ 265843 h 333375"/>
                <a:gd name="connsiteX1587" fmla="*/ 108013 w 238125"/>
                <a:gd name="connsiteY1587" fmla="*/ 264795 h 333375"/>
                <a:gd name="connsiteX1588" fmla="*/ 108395 w 238125"/>
                <a:gd name="connsiteY1588" fmla="*/ 263557 h 333375"/>
                <a:gd name="connsiteX1589" fmla="*/ 108775 w 238125"/>
                <a:gd name="connsiteY1589" fmla="*/ 262985 h 333375"/>
                <a:gd name="connsiteX1590" fmla="*/ 111919 w 238125"/>
                <a:gd name="connsiteY1590" fmla="*/ 259651 h 333375"/>
                <a:gd name="connsiteX1591" fmla="*/ 112776 w 238125"/>
                <a:gd name="connsiteY1591" fmla="*/ 259175 h 333375"/>
                <a:gd name="connsiteX1592" fmla="*/ 114205 w 238125"/>
                <a:gd name="connsiteY1592" fmla="*/ 258985 h 333375"/>
                <a:gd name="connsiteX1593" fmla="*/ 114967 w 238125"/>
                <a:gd name="connsiteY1593" fmla="*/ 258413 h 333375"/>
                <a:gd name="connsiteX1594" fmla="*/ 115633 w 238125"/>
                <a:gd name="connsiteY1594" fmla="*/ 257175 h 333375"/>
                <a:gd name="connsiteX1595" fmla="*/ 116586 w 238125"/>
                <a:gd name="connsiteY1595" fmla="*/ 254698 h 333375"/>
                <a:gd name="connsiteX1596" fmla="*/ 116776 w 238125"/>
                <a:gd name="connsiteY1596" fmla="*/ 256222 h 333375"/>
                <a:gd name="connsiteX1597" fmla="*/ 116396 w 238125"/>
                <a:gd name="connsiteY1597" fmla="*/ 257746 h 333375"/>
                <a:gd name="connsiteX1598" fmla="*/ 115538 w 238125"/>
                <a:gd name="connsiteY1598" fmla="*/ 258985 h 333375"/>
                <a:gd name="connsiteX1599" fmla="*/ 114395 w 238125"/>
                <a:gd name="connsiteY1599" fmla="*/ 259747 h 333375"/>
                <a:gd name="connsiteX1600" fmla="*/ 114109 w 238125"/>
                <a:gd name="connsiteY1600" fmla="*/ 259651 h 333375"/>
                <a:gd name="connsiteX1601" fmla="*/ 113729 w 238125"/>
                <a:gd name="connsiteY1601" fmla="*/ 259461 h 333375"/>
                <a:gd name="connsiteX1602" fmla="*/ 113252 w 238125"/>
                <a:gd name="connsiteY1602" fmla="*/ 259366 h 333375"/>
                <a:gd name="connsiteX1603" fmla="*/ 112776 w 238125"/>
                <a:gd name="connsiteY1603" fmla="*/ 259556 h 333375"/>
                <a:gd name="connsiteX1604" fmla="*/ 112490 w 238125"/>
                <a:gd name="connsiteY1604" fmla="*/ 259937 h 333375"/>
                <a:gd name="connsiteX1605" fmla="*/ 112109 w 238125"/>
                <a:gd name="connsiteY1605" fmla="*/ 260604 h 333375"/>
                <a:gd name="connsiteX1606" fmla="*/ 111824 w 238125"/>
                <a:gd name="connsiteY1606" fmla="*/ 260985 h 333375"/>
                <a:gd name="connsiteX1607" fmla="*/ 109633 w 238125"/>
                <a:gd name="connsiteY1607" fmla="*/ 262985 h 333375"/>
                <a:gd name="connsiteX1608" fmla="*/ 109157 w 238125"/>
                <a:gd name="connsiteY1608" fmla="*/ 263747 h 333375"/>
                <a:gd name="connsiteX1609" fmla="*/ 108966 w 238125"/>
                <a:gd name="connsiteY1609" fmla="*/ 264414 h 333375"/>
                <a:gd name="connsiteX1610" fmla="*/ 108871 w 238125"/>
                <a:gd name="connsiteY1610" fmla="*/ 265176 h 333375"/>
                <a:gd name="connsiteX1611" fmla="*/ 108585 w 238125"/>
                <a:gd name="connsiteY1611" fmla="*/ 266033 h 333375"/>
                <a:gd name="connsiteX1612" fmla="*/ 108109 w 238125"/>
                <a:gd name="connsiteY1612" fmla="*/ 266700 h 333375"/>
                <a:gd name="connsiteX1613" fmla="*/ 107537 w 238125"/>
                <a:gd name="connsiteY1613" fmla="*/ 267176 h 333375"/>
                <a:gd name="connsiteX1614" fmla="*/ 106966 w 238125"/>
                <a:gd name="connsiteY1614" fmla="*/ 267557 h 333375"/>
                <a:gd name="connsiteX1615" fmla="*/ 106490 w 238125"/>
                <a:gd name="connsiteY1615" fmla="*/ 267938 h 333375"/>
                <a:gd name="connsiteX1616" fmla="*/ 105918 w 238125"/>
                <a:gd name="connsiteY1616" fmla="*/ 269176 h 333375"/>
                <a:gd name="connsiteX1617" fmla="*/ 105728 w 238125"/>
                <a:gd name="connsiteY1617" fmla="*/ 272224 h 333375"/>
                <a:gd name="connsiteX1618" fmla="*/ 105346 w 238125"/>
                <a:gd name="connsiteY1618" fmla="*/ 273748 h 333375"/>
                <a:gd name="connsiteX1619" fmla="*/ 106013 w 238125"/>
                <a:gd name="connsiteY1619" fmla="*/ 273844 h 333375"/>
                <a:gd name="connsiteX1620" fmla="*/ 106680 w 238125"/>
                <a:gd name="connsiteY1620" fmla="*/ 274415 h 333375"/>
                <a:gd name="connsiteX1621" fmla="*/ 107156 w 238125"/>
                <a:gd name="connsiteY1621" fmla="*/ 274510 h 333375"/>
                <a:gd name="connsiteX1622" fmla="*/ 107633 w 238125"/>
                <a:gd name="connsiteY1622" fmla="*/ 274320 h 333375"/>
                <a:gd name="connsiteX1623" fmla="*/ 108299 w 238125"/>
                <a:gd name="connsiteY1623" fmla="*/ 273558 h 333375"/>
                <a:gd name="connsiteX1624" fmla="*/ 108775 w 238125"/>
                <a:gd name="connsiteY1624" fmla="*/ 273367 h 333375"/>
                <a:gd name="connsiteX1625" fmla="*/ 109252 w 238125"/>
                <a:gd name="connsiteY1625" fmla="*/ 272891 h 333375"/>
                <a:gd name="connsiteX1626" fmla="*/ 110204 w 238125"/>
                <a:gd name="connsiteY1626" fmla="*/ 270605 h 333375"/>
                <a:gd name="connsiteX1627" fmla="*/ 110776 w 238125"/>
                <a:gd name="connsiteY1627" fmla="*/ 269938 h 333375"/>
                <a:gd name="connsiteX1628" fmla="*/ 110490 w 238125"/>
                <a:gd name="connsiteY1628" fmla="*/ 270510 h 333375"/>
                <a:gd name="connsiteX1629" fmla="*/ 110490 w 238125"/>
                <a:gd name="connsiteY1629" fmla="*/ 270891 h 333375"/>
                <a:gd name="connsiteX1630" fmla="*/ 110680 w 238125"/>
                <a:gd name="connsiteY1630" fmla="*/ 271177 h 333375"/>
                <a:gd name="connsiteX1631" fmla="*/ 110776 w 238125"/>
                <a:gd name="connsiteY1631" fmla="*/ 271653 h 333375"/>
                <a:gd name="connsiteX1632" fmla="*/ 110490 w 238125"/>
                <a:gd name="connsiteY1632" fmla="*/ 272320 h 333375"/>
                <a:gd name="connsiteX1633" fmla="*/ 109919 w 238125"/>
                <a:gd name="connsiteY1633" fmla="*/ 272796 h 333375"/>
                <a:gd name="connsiteX1634" fmla="*/ 109633 w 238125"/>
                <a:gd name="connsiteY1634" fmla="*/ 273367 h 333375"/>
                <a:gd name="connsiteX1635" fmla="*/ 110014 w 238125"/>
                <a:gd name="connsiteY1635" fmla="*/ 274130 h 333375"/>
                <a:gd name="connsiteX1636" fmla="*/ 109157 w 238125"/>
                <a:gd name="connsiteY1636" fmla="*/ 273939 h 333375"/>
                <a:gd name="connsiteX1637" fmla="*/ 108775 w 238125"/>
                <a:gd name="connsiteY1637" fmla="*/ 274701 h 333375"/>
                <a:gd name="connsiteX1638" fmla="*/ 108966 w 238125"/>
                <a:gd name="connsiteY1638" fmla="*/ 275653 h 333375"/>
                <a:gd name="connsiteX1639" fmla="*/ 109823 w 238125"/>
                <a:gd name="connsiteY1639" fmla="*/ 276130 h 333375"/>
                <a:gd name="connsiteX1640" fmla="*/ 110776 w 238125"/>
                <a:gd name="connsiteY1640" fmla="*/ 276320 h 333375"/>
                <a:gd name="connsiteX1641" fmla="*/ 112776 w 238125"/>
                <a:gd name="connsiteY1641" fmla="*/ 277177 h 333375"/>
                <a:gd name="connsiteX1642" fmla="*/ 113824 w 238125"/>
                <a:gd name="connsiteY1642" fmla="*/ 277368 h 333375"/>
                <a:gd name="connsiteX1643" fmla="*/ 114776 w 238125"/>
                <a:gd name="connsiteY1643" fmla="*/ 277177 h 333375"/>
                <a:gd name="connsiteX1644" fmla="*/ 115538 w 238125"/>
                <a:gd name="connsiteY1644" fmla="*/ 276701 h 333375"/>
                <a:gd name="connsiteX1645" fmla="*/ 118396 w 238125"/>
                <a:gd name="connsiteY1645" fmla="*/ 274225 h 333375"/>
                <a:gd name="connsiteX1646" fmla="*/ 118967 w 238125"/>
                <a:gd name="connsiteY1646" fmla="*/ 273463 h 333375"/>
                <a:gd name="connsiteX1647" fmla="*/ 119348 w 238125"/>
                <a:gd name="connsiteY1647" fmla="*/ 272320 h 333375"/>
                <a:gd name="connsiteX1648" fmla="*/ 119825 w 238125"/>
                <a:gd name="connsiteY1648" fmla="*/ 270224 h 333375"/>
                <a:gd name="connsiteX1649" fmla="*/ 120015 w 238125"/>
                <a:gd name="connsiteY1649" fmla="*/ 268034 h 333375"/>
                <a:gd name="connsiteX1650" fmla="*/ 120205 w 238125"/>
                <a:gd name="connsiteY1650" fmla="*/ 266986 h 333375"/>
                <a:gd name="connsiteX1651" fmla="*/ 121253 w 238125"/>
                <a:gd name="connsiteY1651" fmla="*/ 264890 h 333375"/>
                <a:gd name="connsiteX1652" fmla="*/ 121444 w 238125"/>
                <a:gd name="connsiteY1652" fmla="*/ 263938 h 333375"/>
                <a:gd name="connsiteX1653" fmla="*/ 121539 w 238125"/>
                <a:gd name="connsiteY1653" fmla="*/ 263747 h 333375"/>
                <a:gd name="connsiteX1654" fmla="*/ 122206 w 238125"/>
                <a:gd name="connsiteY1654" fmla="*/ 262985 h 333375"/>
                <a:gd name="connsiteX1655" fmla="*/ 123158 w 238125"/>
                <a:gd name="connsiteY1655" fmla="*/ 261556 h 333375"/>
                <a:gd name="connsiteX1656" fmla="*/ 123349 w 238125"/>
                <a:gd name="connsiteY1656" fmla="*/ 261080 h 333375"/>
                <a:gd name="connsiteX1657" fmla="*/ 123539 w 238125"/>
                <a:gd name="connsiteY1657" fmla="*/ 260318 h 333375"/>
                <a:gd name="connsiteX1658" fmla="*/ 123730 w 238125"/>
                <a:gd name="connsiteY1658" fmla="*/ 258604 h 333375"/>
                <a:gd name="connsiteX1659" fmla="*/ 123920 w 238125"/>
                <a:gd name="connsiteY1659" fmla="*/ 258032 h 333375"/>
                <a:gd name="connsiteX1660" fmla="*/ 124111 w 238125"/>
                <a:gd name="connsiteY1660" fmla="*/ 257937 h 333375"/>
                <a:gd name="connsiteX1661" fmla="*/ 124396 w 238125"/>
                <a:gd name="connsiteY1661" fmla="*/ 258032 h 333375"/>
                <a:gd name="connsiteX1662" fmla="*/ 124587 w 238125"/>
                <a:gd name="connsiteY1662" fmla="*/ 258032 h 333375"/>
                <a:gd name="connsiteX1663" fmla="*/ 124682 w 238125"/>
                <a:gd name="connsiteY1663" fmla="*/ 257270 h 333375"/>
                <a:gd name="connsiteX1664" fmla="*/ 124778 w 238125"/>
                <a:gd name="connsiteY1664" fmla="*/ 257080 h 333375"/>
                <a:gd name="connsiteX1665" fmla="*/ 124873 w 238125"/>
                <a:gd name="connsiteY1665" fmla="*/ 256984 h 333375"/>
                <a:gd name="connsiteX1666" fmla="*/ 124968 w 238125"/>
                <a:gd name="connsiteY1666" fmla="*/ 256889 h 333375"/>
                <a:gd name="connsiteX1667" fmla="*/ 125349 w 238125"/>
                <a:gd name="connsiteY1667" fmla="*/ 256508 h 333375"/>
                <a:gd name="connsiteX1668" fmla="*/ 125635 w 238125"/>
                <a:gd name="connsiteY1668" fmla="*/ 256127 h 333375"/>
                <a:gd name="connsiteX1669" fmla="*/ 125730 w 238125"/>
                <a:gd name="connsiteY1669" fmla="*/ 255651 h 333375"/>
                <a:gd name="connsiteX1670" fmla="*/ 125540 w 238125"/>
                <a:gd name="connsiteY1670" fmla="*/ 255079 h 333375"/>
                <a:gd name="connsiteX1671" fmla="*/ 125254 w 238125"/>
                <a:gd name="connsiteY1671" fmla="*/ 254889 h 333375"/>
                <a:gd name="connsiteX1672" fmla="*/ 124873 w 238125"/>
                <a:gd name="connsiteY1672" fmla="*/ 254698 h 333375"/>
                <a:gd name="connsiteX1673" fmla="*/ 124396 w 238125"/>
                <a:gd name="connsiteY1673" fmla="*/ 254317 h 333375"/>
                <a:gd name="connsiteX1674" fmla="*/ 124301 w 238125"/>
                <a:gd name="connsiteY1674" fmla="*/ 253460 h 333375"/>
                <a:gd name="connsiteX1675" fmla="*/ 124873 w 238125"/>
                <a:gd name="connsiteY1675" fmla="*/ 250984 h 333375"/>
                <a:gd name="connsiteX1676" fmla="*/ 124682 w 238125"/>
                <a:gd name="connsiteY1676" fmla="*/ 249841 h 333375"/>
                <a:gd name="connsiteX1677" fmla="*/ 125540 w 238125"/>
                <a:gd name="connsiteY1677" fmla="*/ 250031 h 333375"/>
                <a:gd name="connsiteX1678" fmla="*/ 125730 w 238125"/>
                <a:gd name="connsiteY1678" fmla="*/ 250698 h 333375"/>
                <a:gd name="connsiteX1679" fmla="*/ 125444 w 238125"/>
                <a:gd name="connsiteY1679" fmla="*/ 252508 h 333375"/>
                <a:gd name="connsiteX1680" fmla="*/ 125540 w 238125"/>
                <a:gd name="connsiteY1680" fmla="*/ 253270 h 333375"/>
                <a:gd name="connsiteX1681" fmla="*/ 126111 w 238125"/>
                <a:gd name="connsiteY1681" fmla="*/ 254889 h 333375"/>
                <a:gd name="connsiteX1682" fmla="*/ 125921 w 238125"/>
                <a:gd name="connsiteY1682" fmla="*/ 256222 h 333375"/>
                <a:gd name="connsiteX1683" fmla="*/ 124682 w 238125"/>
                <a:gd name="connsiteY1683" fmla="*/ 258889 h 333375"/>
                <a:gd name="connsiteX1684" fmla="*/ 124396 w 238125"/>
                <a:gd name="connsiteY1684" fmla="*/ 260318 h 333375"/>
                <a:gd name="connsiteX1685" fmla="*/ 124778 w 238125"/>
                <a:gd name="connsiteY1685" fmla="*/ 260794 h 333375"/>
                <a:gd name="connsiteX1686" fmla="*/ 125540 w 238125"/>
                <a:gd name="connsiteY1686" fmla="*/ 261271 h 333375"/>
                <a:gd name="connsiteX1687" fmla="*/ 126397 w 238125"/>
                <a:gd name="connsiteY1687" fmla="*/ 261652 h 333375"/>
                <a:gd name="connsiteX1688" fmla="*/ 127063 w 238125"/>
                <a:gd name="connsiteY1688" fmla="*/ 261842 h 333375"/>
                <a:gd name="connsiteX1689" fmla="*/ 127635 w 238125"/>
                <a:gd name="connsiteY1689" fmla="*/ 261556 h 333375"/>
                <a:gd name="connsiteX1690" fmla="*/ 128111 w 238125"/>
                <a:gd name="connsiteY1690" fmla="*/ 260890 h 333375"/>
                <a:gd name="connsiteX1691" fmla="*/ 129635 w 238125"/>
                <a:gd name="connsiteY1691" fmla="*/ 258223 h 333375"/>
                <a:gd name="connsiteX1692" fmla="*/ 129921 w 238125"/>
                <a:gd name="connsiteY1692" fmla="*/ 257365 h 333375"/>
                <a:gd name="connsiteX1693" fmla="*/ 130016 w 238125"/>
                <a:gd name="connsiteY1693" fmla="*/ 256603 h 333375"/>
                <a:gd name="connsiteX1694" fmla="*/ 130207 w 238125"/>
                <a:gd name="connsiteY1694" fmla="*/ 256127 h 333375"/>
                <a:gd name="connsiteX1695" fmla="*/ 130778 w 238125"/>
                <a:gd name="connsiteY1695" fmla="*/ 255651 h 333375"/>
                <a:gd name="connsiteX1696" fmla="*/ 132207 w 238125"/>
                <a:gd name="connsiteY1696" fmla="*/ 254889 h 333375"/>
                <a:gd name="connsiteX1697" fmla="*/ 133255 w 238125"/>
                <a:gd name="connsiteY1697" fmla="*/ 254603 h 333375"/>
                <a:gd name="connsiteX1698" fmla="*/ 134493 w 238125"/>
                <a:gd name="connsiteY1698" fmla="*/ 252603 h 333375"/>
                <a:gd name="connsiteX1699" fmla="*/ 136208 w 238125"/>
                <a:gd name="connsiteY1699" fmla="*/ 248221 h 333375"/>
                <a:gd name="connsiteX1700" fmla="*/ 136493 w 238125"/>
                <a:gd name="connsiteY1700" fmla="*/ 245935 h 333375"/>
                <a:gd name="connsiteX1701" fmla="*/ 136398 w 238125"/>
                <a:gd name="connsiteY1701" fmla="*/ 244792 h 333375"/>
                <a:gd name="connsiteX1702" fmla="*/ 136112 w 238125"/>
                <a:gd name="connsiteY1702" fmla="*/ 243649 h 333375"/>
                <a:gd name="connsiteX1703" fmla="*/ 135065 w 238125"/>
                <a:gd name="connsiteY1703" fmla="*/ 241649 h 333375"/>
                <a:gd name="connsiteX1704" fmla="*/ 134684 w 238125"/>
                <a:gd name="connsiteY1704" fmla="*/ 240601 h 333375"/>
                <a:gd name="connsiteX1705" fmla="*/ 134684 w 238125"/>
                <a:gd name="connsiteY1705" fmla="*/ 239363 h 333375"/>
                <a:gd name="connsiteX1706" fmla="*/ 134969 w 238125"/>
                <a:gd name="connsiteY1706" fmla="*/ 239554 h 333375"/>
                <a:gd name="connsiteX1707" fmla="*/ 135826 w 238125"/>
                <a:gd name="connsiteY1707" fmla="*/ 239839 h 333375"/>
                <a:gd name="connsiteX1708" fmla="*/ 134969 w 238125"/>
                <a:gd name="connsiteY1708" fmla="*/ 237839 h 333375"/>
                <a:gd name="connsiteX1709" fmla="*/ 134303 w 238125"/>
                <a:gd name="connsiteY1709" fmla="*/ 235934 h 333375"/>
                <a:gd name="connsiteX1710" fmla="*/ 133350 w 238125"/>
                <a:gd name="connsiteY1710" fmla="*/ 234315 h 333375"/>
                <a:gd name="connsiteX1711" fmla="*/ 131445 w 238125"/>
                <a:gd name="connsiteY1711" fmla="*/ 233172 h 333375"/>
                <a:gd name="connsiteX1712" fmla="*/ 130492 w 238125"/>
                <a:gd name="connsiteY1712" fmla="*/ 232981 h 333375"/>
                <a:gd name="connsiteX1713" fmla="*/ 129540 w 238125"/>
                <a:gd name="connsiteY1713" fmla="*/ 233172 h 333375"/>
                <a:gd name="connsiteX1714" fmla="*/ 128778 w 238125"/>
                <a:gd name="connsiteY1714" fmla="*/ 233648 h 333375"/>
                <a:gd name="connsiteX1715" fmla="*/ 128302 w 238125"/>
                <a:gd name="connsiteY1715" fmla="*/ 234410 h 333375"/>
                <a:gd name="connsiteX1716" fmla="*/ 128207 w 238125"/>
                <a:gd name="connsiteY1716" fmla="*/ 234982 h 333375"/>
                <a:gd name="connsiteX1717" fmla="*/ 128397 w 238125"/>
                <a:gd name="connsiteY1717" fmla="*/ 236125 h 333375"/>
                <a:gd name="connsiteX1718" fmla="*/ 128397 w 238125"/>
                <a:gd name="connsiteY1718" fmla="*/ 236696 h 333375"/>
                <a:gd name="connsiteX1719" fmla="*/ 128111 w 238125"/>
                <a:gd name="connsiteY1719" fmla="*/ 237077 h 333375"/>
                <a:gd name="connsiteX1720" fmla="*/ 127730 w 238125"/>
                <a:gd name="connsiteY1720" fmla="*/ 237363 h 333375"/>
                <a:gd name="connsiteX1721" fmla="*/ 127445 w 238125"/>
                <a:gd name="connsiteY1721" fmla="*/ 237744 h 333375"/>
                <a:gd name="connsiteX1722" fmla="*/ 127254 w 238125"/>
                <a:gd name="connsiteY1722" fmla="*/ 238315 h 333375"/>
                <a:gd name="connsiteX1723" fmla="*/ 127254 w 238125"/>
                <a:gd name="connsiteY1723" fmla="*/ 237458 h 333375"/>
                <a:gd name="connsiteX1724" fmla="*/ 127825 w 238125"/>
                <a:gd name="connsiteY1724" fmla="*/ 234315 h 333375"/>
                <a:gd name="connsiteX1725" fmla="*/ 128111 w 238125"/>
                <a:gd name="connsiteY1725" fmla="*/ 233458 h 333375"/>
                <a:gd name="connsiteX1726" fmla="*/ 128588 w 238125"/>
                <a:gd name="connsiteY1726" fmla="*/ 233172 h 333375"/>
                <a:gd name="connsiteX1727" fmla="*/ 129826 w 238125"/>
                <a:gd name="connsiteY1727" fmla="*/ 232981 h 333375"/>
                <a:gd name="connsiteX1728" fmla="*/ 130302 w 238125"/>
                <a:gd name="connsiteY1728" fmla="*/ 232696 h 333375"/>
                <a:gd name="connsiteX1729" fmla="*/ 130778 w 238125"/>
                <a:gd name="connsiteY1729" fmla="*/ 232029 h 333375"/>
                <a:gd name="connsiteX1730" fmla="*/ 130874 w 238125"/>
                <a:gd name="connsiteY1730" fmla="*/ 231648 h 333375"/>
                <a:gd name="connsiteX1731" fmla="*/ 130683 w 238125"/>
                <a:gd name="connsiteY1731" fmla="*/ 229648 h 333375"/>
                <a:gd name="connsiteX1732" fmla="*/ 130016 w 238125"/>
                <a:gd name="connsiteY1732" fmla="*/ 227838 h 333375"/>
                <a:gd name="connsiteX1733" fmla="*/ 129826 w 238125"/>
                <a:gd name="connsiteY1733" fmla="*/ 226028 h 333375"/>
                <a:gd name="connsiteX1734" fmla="*/ 129635 w 238125"/>
                <a:gd name="connsiteY1734" fmla="*/ 225457 h 333375"/>
                <a:gd name="connsiteX1735" fmla="*/ 129064 w 238125"/>
                <a:gd name="connsiteY1735" fmla="*/ 224599 h 333375"/>
                <a:gd name="connsiteX1736" fmla="*/ 128111 w 238125"/>
                <a:gd name="connsiteY1736" fmla="*/ 223838 h 333375"/>
                <a:gd name="connsiteX1737" fmla="*/ 127254 w 238125"/>
                <a:gd name="connsiteY1737" fmla="*/ 223647 h 333375"/>
                <a:gd name="connsiteX1738" fmla="*/ 126778 w 238125"/>
                <a:gd name="connsiteY1738" fmla="*/ 224695 h 333375"/>
                <a:gd name="connsiteX1739" fmla="*/ 125730 w 238125"/>
                <a:gd name="connsiteY1739" fmla="*/ 224218 h 333375"/>
                <a:gd name="connsiteX1740" fmla="*/ 124206 w 238125"/>
                <a:gd name="connsiteY1740" fmla="*/ 223742 h 333375"/>
                <a:gd name="connsiteX1741" fmla="*/ 123444 w 238125"/>
                <a:gd name="connsiteY1741" fmla="*/ 223171 h 333375"/>
                <a:gd name="connsiteX1742" fmla="*/ 124587 w 238125"/>
                <a:gd name="connsiteY1742" fmla="*/ 222409 h 333375"/>
                <a:gd name="connsiteX1743" fmla="*/ 125254 w 238125"/>
                <a:gd name="connsiteY1743" fmla="*/ 223075 h 333375"/>
                <a:gd name="connsiteX1744" fmla="*/ 125921 w 238125"/>
                <a:gd name="connsiteY1744" fmla="*/ 222790 h 333375"/>
                <a:gd name="connsiteX1745" fmla="*/ 126111 w 238125"/>
                <a:gd name="connsiteY1745" fmla="*/ 222028 h 333375"/>
                <a:gd name="connsiteX1746" fmla="*/ 125254 w 238125"/>
                <a:gd name="connsiteY1746" fmla="*/ 221266 h 333375"/>
                <a:gd name="connsiteX1747" fmla="*/ 126778 w 238125"/>
                <a:gd name="connsiteY1747" fmla="*/ 220885 h 333375"/>
                <a:gd name="connsiteX1748" fmla="*/ 127445 w 238125"/>
                <a:gd name="connsiteY1748" fmla="*/ 219265 h 333375"/>
                <a:gd name="connsiteX1749" fmla="*/ 127921 w 238125"/>
                <a:gd name="connsiteY1749" fmla="*/ 217360 h 333375"/>
                <a:gd name="connsiteX1750" fmla="*/ 128969 w 238125"/>
                <a:gd name="connsiteY1750" fmla="*/ 216122 h 333375"/>
                <a:gd name="connsiteX1751" fmla="*/ 129730 w 238125"/>
                <a:gd name="connsiteY1751" fmla="*/ 216027 h 333375"/>
                <a:gd name="connsiteX1752" fmla="*/ 130492 w 238125"/>
                <a:gd name="connsiteY1752" fmla="*/ 216217 h 333375"/>
                <a:gd name="connsiteX1753" fmla="*/ 131254 w 238125"/>
                <a:gd name="connsiteY1753" fmla="*/ 216313 h 333375"/>
                <a:gd name="connsiteX1754" fmla="*/ 132017 w 238125"/>
                <a:gd name="connsiteY1754" fmla="*/ 215932 h 333375"/>
                <a:gd name="connsiteX1755" fmla="*/ 132302 w 238125"/>
                <a:gd name="connsiteY1755" fmla="*/ 215360 h 333375"/>
                <a:gd name="connsiteX1756" fmla="*/ 132112 w 238125"/>
                <a:gd name="connsiteY1756" fmla="*/ 214979 h 333375"/>
                <a:gd name="connsiteX1757" fmla="*/ 131445 w 238125"/>
                <a:gd name="connsiteY1757" fmla="*/ 214503 h 333375"/>
                <a:gd name="connsiteX1758" fmla="*/ 131254 w 238125"/>
                <a:gd name="connsiteY1758" fmla="*/ 214313 h 333375"/>
                <a:gd name="connsiteX1759" fmla="*/ 131064 w 238125"/>
                <a:gd name="connsiteY1759" fmla="*/ 214217 h 333375"/>
                <a:gd name="connsiteX1760" fmla="*/ 130874 w 238125"/>
                <a:gd name="connsiteY1760" fmla="*/ 214217 h 333375"/>
                <a:gd name="connsiteX1761" fmla="*/ 130778 w 238125"/>
                <a:gd name="connsiteY1761" fmla="*/ 214122 h 333375"/>
                <a:gd name="connsiteX1762" fmla="*/ 130588 w 238125"/>
                <a:gd name="connsiteY1762" fmla="*/ 213741 h 333375"/>
                <a:gd name="connsiteX1763" fmla="*/ 130683 w 238125"/>
                <a:gd name="connsiteY1763" fmla="*/ 213074 h 333375"/>
                <a:gd name="connsiteX1764" fmla="*/ 130588 w 238125"/>
                <a:gd name="connsiteY1764" fmla="*/ 212788 h 333375"/>
                <a:gd name="connsiteX1765" fmla="*/ 129540 w 238125"/>
                <a:gd name="connsiteY1765" fmla="*/ 211455 h 333375"/>
                <a:gd name="connsiteX1766" fmla="*/ 128588 w 238125"/>
                <a:gd name="connsiteY1766" fmla="*/ 209740 h 333375"/>
                <a:gd name="connsiteX1767" fmla="*/ 127825 w 238125"/>
                <a:gd name="connsiteY1767" fmla="*/ 207931 h 333375"/>
                <a:gd name="connsiteX1768" fmla="*/ 127635 w 238125"/>
                <a:gd name="connsiteY1768" fmla="*/ 206692 h 333375"/>
                <a:gd name="connsiteX1769" fmla="*/ 127540 w 238125"/>
                <a:gd name="connsiteY1769" fmla="*/ 206311 h 333375"/>
                <a:gd name="connsiteX1770" fmla="*/ 127825 w 238125"/>
                <a:gd name="connsiteY1770" fmla="*/ 205359 h 333375"/>
                <a:gd name="connsiteX1771" fmla="*/ 128492 w 238125"/>
                <a:gd name="connsiteY1771" fmla="*/ 205073 h 333375"/>
                <a:gd name="connsiteX1772" fmla="*/ 130492 w 238125"/>
                <a:gd name="connsiteY1772" fmla="*/ 205168 h 333375"/>
                <a:gd name="connsiteX1773" fmla="*/ 131540 w 238125"/>
                <a:gd name="connsiteY1773" fmla="*/ 204883 h 333375"/>
                <a:gd name="connsiteX1774" fmla="*/ 132302 w 238125"/>
                <a:gd name="connsiteY1774" fmla="*/ 204502 h 333375"/>
                <a:gd name="connsiteX1775" fmla="*/ 132874 w 238125"/>
                <a:gd name="connsiteY1775" fmla="*/ 203930 h 333375"/>
                <a:gd name="connsiteX1776" fmla="*/ 133445 w 238125"/>
                <a:gd name="connsiteY1776" fmla="*/ 203168 h 333375"/>
                <a:gd name="connsiteX1777" fmla="*/ 133826 w 238125"/>
                <a:gd name="connsiteY1777" fmla="*/ 203168 h 333375"/>
                <a:gd name="connsiteX1778" fmla="*/ 133826 w 238125"/>
                <a:gd name="connsiteY1778" fmla="*/ 203549 h 333375"/>
                <a:gd name="connsiteX1779" fmla="*/ 133350 w 238125"/>
                <a:gd name="connsiteY1779" fmla="*/ 203930 h 333375"/>
                <a:gd name="connsiteX1780" fmla="*/ 133064 w 238125"/>
                <a:gd name="connsiteY1780" fmla="*/ 204502 h 333375"/>
                <a:gd name="connsiteX1781" fmla="*/ 133159 w 238125"/>
                <a:gd name="connsiteY1781" fmla="*/ 204978 h 333375"/>
                <a:gd name="connsiteX1782" fmla="*/ 133826 w 238125"/>
                <a:gd name="connsiteY1782" fmla="*/ 205168 h 333375"/>
                <a:gd name="connsiteX1783" fmla="*/ 134207 w 238125"/>
                <a:gd name="connsiteY1783" fmla="*/ 204788 h 333375"/>
                <a:gd name="connsiteX1784" fmla="*/ 135636 w 238125"/>
                <a:gd name="connsiteY1784" fmla="*/ 202787 h 333375"/>
                <a:gd name="connsiteX1785" fmla="*/ 135826 w 238125"/>
                <a:gd name="connsiteY1785" fmla="*/ 201454 h 333375"/>
                <a:gd name="connsiteX1786" fmla="*/ 135636 w 238125"/>
                <a:gd name="connsiteY1786" fmla="*/ 198120 h 333375"/>
                <a:gd name="connsiteX1787" fmla="*/ 135350 w 238125"/>
                <a:gd name="connsiteY1787" fmla="*/ 196977 h 333375"/>
                <a:gd name="connsiteX1788" fmla="*/ 135826 w 238125"/>
                <a:gd name="connsiteY1788" fmla="*/ 197453 h 333375"/>
                <a:gd name="connsiteX1789" fmla="*/ 136208 w 238125"/>
                <a:gd name="connsiteY1789" fmla="*/ 198025 h 333375"/>
                <a:gd name="connsiteX1790" fmla="*/ 136398 w 238125"/>
                <a:gd name="connsiteY1790" fmla="*/ 198310 h 333375"/>
                <a:gd name="connsiteX1791" fmla="*/ 136208 w 238125"/>
                <a:gd name="connsiteY1791" fmla="*/ 196310 h 333375"/>
                <a:gd name="connsiteX1792" fmla="*/ 136017 w 238125"/>
                <a:gd name="connsiteY1792" fmla="*/ 195358 h 333375"/>
                <a:gd name="connsiteX1793" fmla="*/ 134493 w 238125"/>
                <a:gd name="connsiteY1793" fmla="*/ 192976 h 333375"/>
                <a:gd name="connsiteX1794" fmla="*/ 134017 w 238125"/>
                <a:gd name="connsiteY1794" fmla="*/ 192595 h 333375"/>
                <a:gd name="connsiteX1795" fmla="*/ 130588 w 238125"/>
                <a:gd name="connsiteY1795" fmla="*/ 192214 h 333375"/>
                <a:gd name="connsiteX1796" fmla="*/ 129730 w 238125"/>
                <a:gd name="connsiteY1796" fmla="*/ 191929 h 333375"/>
                <a:gd name="connsiteX1797" fmla="*/ 128302 w 238125"/>
                <a:gd name="connsiteY1797" fmla="*/ 191167 h 333375"/>
                <a:gd name="connsiteX1798" fmla="*/ 126587 w 238125"/>
                <a:gd name="connsiteY1798" fmla="*/ 190786 h 333375"/>
                <a:gd name="connsiteX1799" fmla="*/ 126111 w 238125"/>
                <a:gd name="connsiteY1799" fmla="*/ 190214 h 333375"/>
                <a:gd name="connsiteX1800" fmla="*/ 125825 w 238125"/>
                <a:gd name="connsiteY1800" fmla="*/ 189547 h 333375"/>
                <a:gd name="connsiteX1801" fmla="*/ 125349 w 238125"/>
                <a:gd name="connsiteY1801" fmla="*/ 188881 h 333375"/>
                <a:gd name="connsiteX1802" fmla="*/ 124492 w 238125"/>
                <a:gd name="connsiteY1802" fmla="*/ 188214 h 333375"/>
                <a:gd name="connsiteX1803" fmla="*/ 117634 w 238125"/>
                <a:gd name="connsiteY1803" fmla="*/ 184118 h 333375"/>
                <a:gd name="connsiteX1804" fmla="*/ 117158 w 238125"/>
                <a:gd name="connsiteY1804" fmla="*/ 183547 h 333375"/>
                <a:gd name="connsiteX1805" fmla="*/ 117253 w 238125"/>
                <a:gd name="connsiteY1805" fmla="*/ 182880 h 333375"/>
                <a:gd name="connsiteX1806" fmla="*/ 119063 w 238125"/>
                <a:gd name="connsiteY1806" fmla="*/ 184023 h 333375"/>
                <a:gd name="connsiteX1807" fmla="*/ 121063 w 238125"/>
                <a:gd name="connsiteY1807" fmla="*/ 184785 h 333375"/>
                <a:gd name="connsiteX1808" fmla="*/ 131350 w 238125"/>
                <a:gd name="connsiteY1808" fmla="*/ 186785 h 333375"/>
                <a:gd name="connsiteX1809" fmla="*/ 133159 w 238125"/>
                <a:gd name="connsiteY1809" fmla="*/ 187547 h 333375"/>
                <a:gd name="connsiteX1810" fmla="*/ 133255 w 238125"/>
                <a:gd name="connsiteY1810" fmla="*/ 186690 h 333375"/>
                <a:gd name="connsiteX1811" fmla="*/ 133541 w 238125"/>
                <a:gd name="connsiteY1811" fmla="*/ 185642 h 333375"/>
                <a:gd name="connsiteX1812" fmla="*/ 134017 w 238125"/>
                <a:gd name="connsiteY1812" fmla="*/ 184785 h 333375"/>
                <a:gd name="connsiteX1813" fmla="*/ 134398 w 238125"/>
                <a:gd name="connsiteY1813" fmla="*/ 184404 h 333375"/>
                <a:gd name="connsiteX1814" fmla="*/ 134588 w 238125"/>
                <a:gd name="connsiteY1814" fmla="*/ 183737 h 333375"/>
                <a:gd name="connsiteX1815" fmla="*/ 134493 w 238125"/>
                <a:gd name="connsiteY1815" fmla="*/ 178594 h 333375"/>
                <a:gd name="connsiteX1816" fmla="*/ 134017 w 238125"/>
                <a:gd name="connsiteY1816" fmla="*/ 178117 h 333375"/>
                <a:gd name="connsiteX1817" fmla="*/ 132017 w 238125"/>
                <a:gd name="connsiteY1817" fmla="*/ 178022 h 333375"/>
                <a:gd name="connsiteX1818" fmla="*/ 131159 w 238125"/>
                <a:gd name="connsiteY1818" fmla="*/ 177832 h 333375"/>
                <a:gd name="connsiteX1819" fmla="*/ 130302 w 238125"/>
                <a:gd name="connsiteY1819" fmla="*/ 177451 h 333375"/>
                <a:gd name="connsiteX1820" fmla="*/ 129540 w 238125"/>
                <a:gd name="connsiteY1820" fmla="*/ 176879 h 333375"/>
                <a:gd name="connsiteX1821" fmla="*/ 129159 w 238125"/>
                <a:gd name="connsiteY1821" fmla="*/ 176022 h 333375"/>
                <a:gd name="connsiteX1822" fmla="*/ 130492 w 238125"/>
                <a:gd name="connsiteY1822" fmla="*/ 176879 h 333375"/>
                <a:gd name="connsiteX1823" fmla="*/ 131159 w 238125"/>
                <a:gd name="connsiteY1823" fmla="*/ 177165 h 333375"/>
                <a:gd name="connsiteX1824" fmla="*/ 132017 w 238125"/>
                <a:gd name="connsiteY1824" fmla="*/ 177260 h 333375"/>
                <a:gd name="connsiteX1825" fmla="*/ 132874 w 238125"/>
                <a:gd name="connsiteY1825" fmla="*/ 177165 h 333375"/>
                <a:gd name="connsiteX1826" fmla="*/ 133541 w 238125"/>
                <a:gd name="connsiteY1826" fmla="*/ 176879 h 333375"/>
                <a:gd name="connsiteX1827" fmla="*/ 133826 w 238125"/>
                <a:gd name="connsiteY1827" fmla="*/ 176403 h 333375"/>
                <a:gd name="connsiteX1828" fmla="*/ 133541 w 238125"/>
                <a:gd name="connsiteY1828" fmla="*/ 175641 h 333375"/>
                <a:gd name="connsiteX1829" fmla="*/ 135446 w 238125"/>
                <a:gd name="connsiteY1829" fmla="*/ 174879 h 333375"/>
                <a:gd name="connsiteX1830" fmla="*/ 136303 w 238125"/>
                <a:gd name="connsiteY1830" fmla="*/ 174784 h 333375"/>
                <a:gd name="connsiteX1831" fmla="*/ 136684 w 238125"/>
                <a:gd name="connsiteY1831" fmla="*/ 175355 h 333375"/>
                <a:gd name="connsiteX1832" fmla="*/ 136874 w 238125"/>
                <a:gd name="connsiteY1832" fmla="*/ 175260 h 333375"/>
                <a:gd name="connsiteX1833" fmla="*/ 136970 w 238125"/>
                <a:gd name="connsiteY1833" fmla="*/ 175260 h 333375"/>
                <a:gd name="connsiteX1834" fmla="*/ 136970 w 238125"/>
                <a:gd name="connsiteY1834" fmla="*/ 175165 h 333375"/>
                <a:gd name="connsiteX1835" fmla="*/ 137065 w 238125"/>
                <a:gd name="connsiteY1835" fmla="*/ 174974 h 333375"/>
                <a:gd name="connsiteX1836" fmla="*/ 137350 w 238125"/>
                <a:gd name="connsiteY1836" fmla="*/ 175355 h 333375"/>
                <a:gd name="connsiteX1837" fmla="*/ 136017 w 238125"/>
                <a:gd name="connsiteY1837" fmla="*/ 176022 h 333375"/>
                <a:gd name="connsiteX1838" fmla="*/ 135160 w 238125"/>
                <a:gd name="connsiteY1838" fmla="*/ 177355 h 333375"/>
                <a:gd name="connsiteX1839" fmla="*/ 134969 w 238125"/>
                <a:gd name="connsiteY1839" fmla="*/ 178975 h 333375"/>
                <a:gd name="connsiteX1840" fmla="*/ 135731 w 238125"/>
                <a:gd name="connsiteY1840" fmla="*/ 181261 h 333375"/>
                <a:gd name="connsiteX1841" fmla="*/ 135922 w 238125"/>
                <a:gd name="connsiteY1841" fmla="*/ 181451 h 333375"/>
                <a:gd name="connsiteX1842" fmla="*/ 136684 w 238125"/>
                <a:gd name="connsiteY1842" fmla="*/ 180975 h 333375"/>
                <a:gd name="connsiteX1843" fmla="*/ 138017 w 238125"/>
                <a:gd name="connsiteY1843" fmla="*/ 180499 h 333375"/>
                <a:gd name="connsiteX1844" fmla="*/ 139065 w 238125"/>
                <a:gd name="connsiteY1844" fmla="*/ 179927 h 333375"/>
                <a:gd name="connsiteX1845" fmla="*/ 139637 w 238125"/>
                <a:gd name="connsiteY1845" fmla="*/ 180022 h 333375"/>
                <a:gd name="connsiteX1846" fmla="*/ 140589 w 238125"/>
                <a:gd name="connsiteY1846" fmla="*/ 180594 h 333375"/>
                <a:gd name="connsiteX1847" fmla="*/ 140970 w 238125"/>
                <a:gd name="connsiteY1847" fmla="*/ 179451 h 333375"/>
                <a:gd name="connsiteX1848" fmla="*/ 140017 w 238125"/>
                <a:gd name="connsiteY1848" fmla="*/ 178689 h 333375"/>
                <a:gd name="connsiteX1849" fmla="*/ 139541 w 238125"/>
                <a:gd name="connsiteY1849" fmla="*/ 178213 h 333375"/>
                <a:gd name="connsiteX1850" fmla="*/ 139732 w 238125"/>
                <a:gd name="connsiteY1850" fmla="*/ 177927 h 333375"/>
                <a:gd name="connsiteX1851" fmla="*/ 140684 w 238125"/>
                <a:gd name="connsiteY1851" fmla="*/ 177927 h 333375"/>
                <a:gd name="connsiteX1852" fmla="*/ 141161 w 238125"/>
                <a:gd name="connsiteY1852" fmla="*/ 178022 h 333375"/>
                <a:gd name="connsiteX1853" fmla="*/ 141446 w 238125"/>
                <a:gd name="connsiteY1853" fmla="*/ 178308 h 333375"/>
                <a:gd name="connsiteX1854" fmla="*/ 141732 w 238125"/>
                <a:gd name="connsiteY1854" fmla="*/ 179070 h 333375"/>
                <a:gd name="connsiteX1855" fmla="*/ 141732 w 238125"/>
                <a:gd name="connsiteY1855" fmla="*/ 181165 h 333375"/>
                <a:gd name="connsiteX1856" fmla="*/ 140494 w 238125"/>
                <a:gd name="connsiteY1856" fmla="*/ 181832 h 333375"/>
                <a:gd name="connsiteX1857" fmla="*/ 137446 w 238125"/>
                <a:gd name="connsiteY1857" fmla="*/ 181832 h 333375"/>
                <a:gd name="connsiteX1858" fmla="*/ 136112 w 238125"/>
                <a:gd name="connsiteY1858" fmla="*/ 182594 h 333375"/>
                <a:gd name="connsiteX1859" fmla="*/ 135636 w 238125"/>
                <a:gd name="connsiteY1859" fmla="*/ 183928 h 333375"/>
                <a:gd name="connsiteX1860" fmla="*/ 135541 w 238125"/>
                <a:gd name="connsiteY1860" fmla="*/ 187261 h 333375"/>
                <a:gd name="connsiteX1861" fmla="*/ 135636 w 238125"/>
                <a:gd name="connsiteY1861" fmla="*/ 188309 h 333375"/>
                <a:gd name="connsiteX1862" fmla="*/ 136112 w 238125"/>
                <a:gd name="connsiteY1862" fmla="*/ 190024 h 333375"/>
                <a:gd name="connsiteX1863" fmla="*/ 136970 w 238125"/>
                <a:gd name="connsiteY1863" fmla="*/ 191262 h 333375"/>
                <a:gd name="connsiteX1864" fmla="*/ 138303 w 238125"/>
                <a:gd name="connsiteY1864" fmla="*/ 190786 h 333375"/>
                <a:gd name="connsiteX1865" fmla="*/ 138303 w 238125"/>
                <a:gd name="connsiteY1865" fmla="*/ 191071 h 333375"/>
                <a:gd name="connsiteX1866" fmla="*/ 138398 w 238125"/>
                <a:gd name="connsiteY1866" fmla="*/ 191167 h 333375"/>
                <a:gd name="connsiteX1867" fmla="*/ 138589 w 238125"/>
                <a:gd name="connsiteY1867" fmla="*/ 191167 h 333375"/>
                <a:gd name="connsiteX1868" fmla="*/ 138779 w 238125"/>
                <a:gd name="connsiteY1868" fmla="*/ 191262 h 333375"/>
                <a:gd name="connsiteX1869" fmla="*/ 138208 w 238125"/>
                <a:gd name="connsiteY1869" fmla="*/ 191738 h 333375"/>
                <a:gd name="connsiteX1870" fmla="*/ 138208 w 238125"/>
                <a:gd name="connsiteY1870" fmla="*/ 192500 h 333375"/>
                <a:gd name="connsiteX1871" fmla="*/ 139065 w 238125"/>
                <a:gd name="connsiteY1871" fmla="*/ 194310 h 333375"/>
                <a:gd name="connsiteX1872" fmla="*/ 138779 w 238125"/>
                <a:gd name="connsiteY1872" fmla="*/ 194310 h 333375"/>
                <a:gd name="connsiteX1873" fmla="*/ 138970 w 238125"/>
                <a:gd name="connsiteY1873" fmla="*/ 195358 h 333375"/>
                <a:gd name="connsiteX1874" fmla="*/ 138494 w 238125"/>
                <a:gd name="connsiteY1874" fmla="*/ 196405 h 333375"/>
                <a:gd name="connsiteX1875" fmla="*/ 137922 w 238125"/>
                <a:gd name="connsiteY1875" fmla="*/ 197548 h 333375"/>
                <a:gd name="connsiteX1876" fmla="*/ 137636 w 238125"/>
                <a:gd name="connsiteY1876" fmla="*/ 198787 h 333375"/>
                <a:gd name="connsiteX1877" fmla="*/ 137541 w 238125"/>
                <a:gd name="connsiteY1877" fmla="*/ 201168 h 333375"/>
                <a:gd name="connsiteX1878" fmla="*/ 136970 w 238125"/>
                <a:gd name="connsiteY1878" fmla="*/ 204692 h 333375"/>
                <a:gd name="connsiteX1879" fmla="*/ 136970 w 238125"/>
                <a:gd name="connsiteY1879" fmla="*/ 205264 h 333375"/>
                <a:gd name="connsiteX1880" fmla="*/ 137065 w 238125"/>
                <a:gd name="connsiteY1880" fmla="*/ 205930 h 333375"/>
                <a:gd name="connsiteX1881" fmla="*/ 137636 w 238125"/>
                <a:gd name="connsiteY1881" fmla="*/ 207454 h 333375"/>
                <a:gd name="connsiteX1882" fmla="*/ 141732 w 238125"/>
                <a:gd name="connsiteY1882" fmla="*/ 212979 h 333375"/>
                <a:gd name="connsiteX1883" fmla="*/ 142018 w 238125"/>
                <a:gd name="connsiteY1883" fmla="*/ 213646 h 333375"/>
                <a:gd name="connsiteX1884" fmla="*/ 142208 w 238125"/>
                <a:gd name="connsiteY1884" fmla="*/ 214979 h 333375"/>
                <a:gd name="connsiteX1885" fmla="*/ 142589 w 238125"/>
                <a:gd name="connsiteY1885" fmla="*/ 215932 h 333375"/>
                <a:gd name="connsiteX1886" fmla="*/ 143066 w 238125"/>
                <a:gd name="connsiteY1886" fmla="*/ 216789 h 333375"/>
                <a:gd name="connsiteX1887" fmla="*/ 143446 w 238125"/>
                <a:gd name="connsiteY1887" fmla="*/ 217742 h 333375"/>
                <a:gd name="connsiteX1888" fmla="*/ 143828 w 238125"/>
                <a:gd name="connsiteY1888" fmla="*/ 219646 h 333375"/>
                <a:gd name="connsiteX1889" fmla="*/ 144494 w 238125"/>
                <a:gd name="connsiteY1889" fmla="*/ 221170 h 333375"/>
                <a:gd name="connsiteX1890" fmla="*/ 144590 w 238125"/>
                <a:gd name="connsiteY1890" fmla="*/ 221742 h 333375"/>
                <a:gd name="connsiteX1891" fmla="*/ 144780 w 238125"/>
                <a:gd name="connsiteY1891" fmla="*/ 222123 h 333375"/>
                <a:gd name="connsiteX1892" fmla="*/ 145542 w 238125"/>
                <a:gd name="connsiteY1892" fmla="*/ 223171 h 333375"/>
                <a:gd name="connsiteX1893" fmla="*/ 145923 w 238125"/>
                <a:gd name="connsiteY1893" fmla="*/ 224218 h 333375"/>
                <a:gd name="connsiteX1894" fmla="*/ 146304 w 238125"/>
                <a:gd name="connsiteY1894" fmla="*/ 224504 h 333375"/>
                <a:gd name="connsiteX1895" fmla="*/ 146780 w 238125"/>
                <a:gd name="connsiteY1895" fmla="*/ 224695 h 333375"/>
                <a:gd name="connsiteX1896" fmla="*/ 147161 w 238125"/>
                <a:gd name="connsiteY1896" fmla="*/ 225076 h 333375"/>
                <a:gd name="connsiteX1897" fmla="*/ 147828 w 238125"/>
                <a:gd name="connsiteY1897" fmla="*/ 227076 h 333375"/>
                <a:gd name="connsiteX1898" fmla="*/ 148114 w 238125"/>
                <a:gd name="connsiteY1898" fmla="*/ 227362 h 333375"/>
                <a:gd name="connsiteX1899" fmla="*/ 149638 w 238125"/>
                <a:gd name="connsiteY1899" fmla="*/ 227267 h 333375"/>
                <a:gd name="connsiteX1900" fmla="*/ 150209 w 238125"/>
                <a:gd name="connsiteY1900" fmla="*/ 227552 h 333375"/>
                <a:gd name="connsiteX1901" fmla="*/ 150590 w 238125"/>
                <a:gd name="connsiteY1901" fmla="*/ 229171 h 333375"/>
                <a:gd name="connsiteX1902" fmla="*/ 151352 w 238125"/>
                <a:gd name="connsiteY1902" fmla="*/ 230219 h 333375"/>
                <a:gd name="connsiteX1903" fmla="*/ 151543 w 238125"/>
                <a:gd name="connsiteY1903" fmla="*/ 230695 h 333375"/>
                <a:gd name="connsiteX1904" fmla="*/ 151829 w 238125"/>
                <a:gd name="connsiteY1904" fmla="*/ 231172 h 333375"/>
                <a:gd name="connsiteX1905" fmla="*/ 153257 w 238125"/>
                <a:gd name="connsiteY1905" fmla="*/ 232219 h 333375"/>
                <a:gd name="connsiteX1906" fmla="*/ 153543 w 238125"/>
                <a:gd name="connsiteY1906" fmla="*/ 232981 h 333375"/>
                <a:gd name="connsiteX1907" fmla="*/ 154210 w 238125"/>
                <a:gd name="connsiteY1907" fmla="*/ 233553 h 333375"/>
                <a:gd name="connsiteX1908" fmla="*/ 155829 w 238125"/>
                <a:gd name="connsiteY1908" fmla="*/ 233648 h 333375"/>
                <a:gd name="connsiteX1909" fmla="*/ 157544 w 238125"/>
                <a:gd name="connsiteY1909" fmla="*/ 233363 h 333375"/>
                <a:gd name="connsiteX1910" fmla="*/ 158591 w 238125"/>
                <a:gd name="connsiteY1910" fmla="*/ 232791 h 333375"/>
                <a:gd name="connsiteX1911" fmla="*/ 158687 w 238125"/>
                <a:gd name="connsiteY1911" fmla="*/ 231743 h 333375"/>
                <a:gd name="connsiteX1912" fmla="*/ 158305 w 238125"/>
                <a:gd name="connsiteY1912" fmla="*/ 230124 h 333375"/>
                <a:gd name="connsiteX1913" fmla="*/ 157639 w 238125"/>
                <a:gd name="connsiteY1913" fmla="*/ 228600 h 333375"/>
                <a:gd name="connsiteX1914" fmla="*/ 156877 w 238125"/>
                <a:gd name="connsiteY1914" fmla="*/ 227838 h 333375"/>
                <a:gd name="connsiteX1915" fmla="*/ 157639 w 238125"/>
                <a:gd name="connsiteY1915" fmla="*/ 227552 h 333375"/>
                <a:gd name="connsiteX1916" fmla="*/ 158115 w 238125"/>
                <a:gd name="connsiteY1916" fmla="*/ 228028 h 333375"/>
                <a:gd name="connsiteX1917" fmla="*/ 158687 w 238125"/>
                <a:gd name="connsiteY1917" fmla="*/ 229743 h 333375"/>
                <a:gd name="connsiteX1918" fmla="*/ 159258 w 238125"/>
                <a:gd name="connsiteY1918" fmla="*/ 230791 h 333375"/>
                <a:gd name="connsiteX1919" fmla="*/ 159829 w 238125"/>
                <a:gd name="connsiteY1919" fmla="*/ 231457 h 333375"/>
                <a:gd name="connsiteX1920" fmla="*/ 160401 w 238125"/>
                <a:gd name="connsiteY1920" fmla="*/ 233839 h 333375"/>
                <a:gd name="connsiteX1921" fmla="*/ 161449 w 238125"/>
                <a:gd name="connsiteY1921" fmla="*/ 235363 h 333375"/>
                <a:gd name="connsiteX1922" fmla="*/ 163449 w 238125"/>
                <a:gd name="connsiteY1922" fmla="*/ 236315 h 333375"/>
                <a:gd name="connsiteX1923" fmla="*/ 166021 w 238125"/>
                <a:gd name="connsiteY1923" fmla="*/ 235744 h 333375"/>
                <a:gd name="connsiteX1924" fmla="*/ 167450 w 238125"/>
                <a:gd name="connsiteY1924" fmla="*/ 235363 h 333375"/>
                <a:gd name="connsiteX1925" fmla="*/ 168402 w 238125"/>
                <a:gd name="connsiteY1925" fmla="*/ 234601 h 333375"/>
                <a:gd name="connsiteX1926" fmla="*/ 169450 w 238125"/>
                <a:gd name="connsiteY1926" fmla="*/ 233553 h 333375"/>
                <a:gd name="connsiteX1927" fmla="*/ 170021 w 238125"/>
                <a:gd name="connsiteY1927" fmla="*/ 231362 h 333375"/>
                <a:gd name="connsiteX1928" fmla="*/ 170402 w 238125"/>
                <a:gd name="connsiteY1928" fmla="*/ 230600 h 333375"/>
                <a:gd name="connsiteX1929" fmla="*/ 170593 w 238125"/>
                <a:gd name="connsiteY1929" fmla="*/ 229838 h 333375"/>
                <a:gd name="connsiteX1930" fmla="*/ 170021 w 238125"/>
                <a:gd name="connsiteY1930" fmla="*/ 228695 h 333375"/>
                <a:gd name="connsiteX1931" fmla="*/ 168592 w 238125"/>
                <a:gd name="connsiteY1931" fmla="*/ 228124 h 333375"/>
                <a:gd name="connsiteX1932" fmla="*/ 165545 w 238125"/>
                <a:gd name="connsiteY1932" fmla="*/ 227362 h 333375"/>
                <a:gd name="connsiteX1933" fmla="*/ 165545 w 238125"/>
                <a:gd name="connsiteY1933" fmla="*/ 226981 h 333375"/>
                <a:gd name="connsiteX1934" fmla="*/ 166783 w 238125"/>
                <a:gd name="connsiteY1934" fmla="*/ 226981 h 333375"/>
                <a:gd name="connsiteX1935" fmla="*/ 167164 w 238125"/>
                <a:gd name="connsiteY1935" fmla="*/ 226600 h 333375"/>
                <a:gd name="connsiteX1936" fmla="*/ 166878 w 238125"/>
                <a:gd name="connsiteY1936" fmla="*/ 226028 h 333375"/>
                <a:gd name="connsiteX1937" fmla="*/ 166211 w 238125"/>
                <a:gd name="connsiteY1937" fmla="*/ 225457 h 333375"/>
                <a:gd name="connsiteX1938" fmla="*/ 166211 w 238125"/>
                <a:gd name="connsiteY1938" fmla="*/ 225076 h 333375"/>
                <a:gd name="connsiteX1939" fmla="*/ 168021 w 238125"/>
                <a:gd name="connsiteY1939" fmla="*/ 225076 h 333375"/>
                <a:gd name="connsiteX1940" fmla="*/ 168783 w 238125"/>
                <a:gd name="connsiteY1940" fmla="*/ 225171 h 333375"/>
                <a:gd name="connsiteX1941" fmla="*/ 169450 w 238125"/>
                <a:gd name="connsiteY1941" fmla="*/ 225361 h 333375"/>
                <a:gd name="connsiteX1942" fmla="*/ 169450 w 238125"/>
                <a:gd name="connsiteY1942" fmla="*/ 225552 h 333375"/>
                <a:gd name="connsiteX1943" fmla="*/ 169450 w 238125"/>
                <a:gd name="connsiteY1943" fmla="*/ 226409 h 333375"/>
                <a:gd name="connsiteX1944" fmla="*/ 169545 w 238125"/>
                <a:gd name="connsiteY1944" fmla="*/ 226600 h 333375"/>
                <a:gd name="connsiteX1945" fmla="*/ 169736 w 238125"/>
                <a:gd name="connsiteY1945" fmla="*/ 226600 h 333375"/>
                <a:gd name="connsiteX1946" fmla="*/ 169926 w 238125"/>
                <a:gd name="connsiteY1946" fmla="*/ 226504 h 333375"/>
                <a:gd name="connsiteX1947" fmla="*/ 171545 w 238125"/>
                <a:gd name="connsiteY1947" fmla="*/ 226885 h 333375"/>
                <a:gd name="connsiteX1948" fmla="*/ 171641 w 238125"/>
                <a:gd name="connsiteY1948" fmla="*/ 226981 h 333375"/>
                <a:gd name="connsiteX1949" fmla="*/ 172498 w 238125"/>
                <a:gd name="connsiteY1949" fmla="*/ 226885 h 333375"/>
                <a:gd name="connsiteX1950" fmla="*/ 173355 w 238125"/>
                <a:gd name="connsiteY1950" fmla="*/ 226695 h 333375"/>
                <a:gd name="connsiteX1951" fmla="*/ 174022 w 238125"/>
                <a:gd name="connsiteY1951" fmla="*/ 226219 h 333375"/>
                <a:gd name="connsiteX1952" fmla="*/ 174212 w 238125"/>
                <a:gd name="connsiteY1952" fmla="*/ 225361 h 333375"/>
                <a:gd name="connsiteX1953" fmla="*/ 173831 w 238125"/>
                <a:gd name="connsiteY1953" fmla="*/ 224980 h 333375"/>
                <a:gd name="connsiteX1954" fmla="*/ 172974 w 238125"/>
                <a:gd name="connsiteY1954" fmla="*/ 224599 h 333375"/>
                <a:gd name="connsiteX1955" fmla="*/ 172021 w 238125"/>
                <a:gd name="connsiteY1955" fmla="*/ 224314 h 333375"/>
                <a:gd name="connsiteX1956" fmla="*/ 174784 w 238125"/>
                <a:gd name="connsiteY1956" fmla="*/ 224218 h 333375"/>
                <a:gd name="connsiteX1957" fmla="*/ 175736 w 238125"/>
                <a:gd name="connsiteY1957" fmla="*/ 224028 h 333375"/>
                <a:gd name="connsiteX1958" fmla="*/ 176308 w 238125"/>
                <a:gd name="connsiteY1958" fmla="*/ 223552 h 333375"/>
                <a:gd name="connsiteX1959" fmla="*/ 176117 w 238125"/>
                <a:gd name="connsiteY1959" fmla="*/ 222980 h 333375"/>
                <a:gd name="connsiteX1960" fmla="*/ 174974 w 238125"/>
                <a:gd name="connsiteY1960" fmla="*/ 222694 h 333375"/>
                <a:gd name="connsiteX1961" fmla="*/ 174974 w 238125"/>
                <a:gd name="connsiteY1961" fmla="*/ 222313 h 333375"/>
                <a:gd name="connsiteX1962" fmla="*/ 176117 w 238125"/>
                <a:gd name="connsiteY1962" fmla="*/ 222313 h 333375"/>
                <a:gd name="connsiteX1963" fmla="*/ 176975 w 238125"/>
                <a:gd name="connsiteY1963" fmla="*/ 222504 h 333375"/>
                <a:gd name="connsiteX1964" fmla="*/ 177737 w 238125"/>
                <a:gd name="connsiteY1964" fmla="*/ 222885 h 333375"/>
                <a:gd name="connsiteX1965" fmla="*/ 178499 w 238125"/>
                <a:gd name="connsiteY1965" fmla="*/ 223456 h 333375"/>
                <a:gd name="connsiteX1966" fmla="*/ 178308 w 238125"/>
                <a:gd name="connsiteY1966" fmla="*/ 222123 h 333375"/>
                <a:gd name="connsiteX1967" fmla="*/ 178594 w 238125"/>
                <a:gd name="connsiteY1967" fmla="*/ 220885 h 333375"/>
                <a:gd name="connsiteX1968" fmla="*/ 179356 w 238125"/>
                <a:gd name="connsiteY1968" fmla="*/ 219932 h 333375"/>
                <a:gd name="connsiteX1969" fmla="*/ 180499 w 238125"/>
                <a:gd name="connsiteY1969" fmla="*/ 219551 h 333375"/>
                <a:gd name="connsiteX1970" fmla="*/ 180975 w 238125"/>
                <a:gd name="connsiteY1970" fmla="*/ 218980 h 333375"/>
                <a:gd name="connsiteX1971" fmla="*/ 181928 w 238125"/>
                <a:gd name="connsiteY1971" fmla="*/ 216027 h 333375"/>
                <a:gd name="connsiteX1972" fmla="*/ 182118 w 238125"/>
                <a:gd name="connsiteY1972" fmla="*/ 214979 h 333375"/>
                <a:gd name="connsiteX1973" fmla="*/ 182499 w 238125"/>
                <a:gd name="connsiteY1973" fmla="*/ 214979 h 333375"/>
                <a:gd name="connsiteX1974" fmla="*/ 182499 w 238125"/>
                <a:gd name="connsiteY1974" fmla="*/ 216313 h 333375"/>
                <a:gd name="connsiteX1975" fmla="*/ 181642 w 238125"/>
                <a:gd name="connsiteY1975" fmla="*/ 218694 h 333375"/>
                <a:gd name="connsiteX1976" fmla="*/ 181356 w 238125"/>
                <a:gd name="connsiteY1976" fmla="*/ 220313 h 333375"/>
                <a:gd name="connsiteX1977" fmla="*/ 180880 w 238125"/>
                <a:gd name="connsiteY1977" fmla="*/ 220980 h 333375"/>
                <a:gd name="connsiteX1978" fmla="*/ 180784 w 238125"/>
                <a:gd name="connsiteY1978" fmla="*/ 221647 h 333375"/>
                <a:gd name="connsiteX1979" fmla="*/ 180880 w 238125"/>
                <a:gd name="connsiteY1979" fmla="*/ 222409 h 333375"/>
                <a:gd name="connsiteX1980" fmla="*/ 181070 w 238125"/>
                <a:gd name="connsiteY1980" fmla="*/ 222980 h 333375"/>
                <a:gd name="connsiteX1981" fmla="*/ 181451 w 238125"/>
                <a:gd name="connsiteY1981" fmla="*/ 223266 h 333375"/>
                <a:gd name="connsiteX1982" fmla="*/ 181832 w 238125"/>
                <a:gd name="connsiteY1982" fmla="*/ 223075 h 333375"/>
                <a:gd name="connsiteX1983" fmla="*/ 182213 w 238125"/>
                <a:gd name="connsiteY1983" fmla="*/ 223933 h 333375"/>
                <a:gd name="connsiteX1984" fmla="*/ 182975 w 238125"/>
                <a:gd name="connsiteY1984" fmla="*/ 224980 h 333375"/>
                <a:gd name="connsiteX1985" fmla="*/ 183928 w 238125"/>
                <a:gd name="connsiteY1985" fmla="*/ 225838 h 333375"/>
                <a:gd name="connsiteX1986" fmla="*/ 185642 w 238125"/>
                <a:gd name="connsiteY1986" fmla="*/ 226504 h 333375"/>
                <a:gd name="connsiteX1987" fmla="*/ 192405 w 238125"/>
                <a:gd name="connsiteY1987" fmla="*/ 235934 h 333375"/>
                <a:gd name="connsiteX1988" fmla="*/ 195929 w 238125"/>
                <a:gd name="connsiteY1988" fmla="*/ 242983 h 333375"/>
                <a:gd name="connsiteX1989" fmla="*/ 196501 w 238125"/>
                <a:gd name="connsiteY1989" fmla="*/ 245078 h 333375"/>
                <a:gd name="connsiteX1990" fmla="*/ 197453 w 238125"/>
                <a:gd name="connsiteY1990" fmla="*/ 251555 h 333375"/>
                <a:gd name="connsiteX1991" fmla="*/ 198311 w 238125"/>
                <a:gd name="connsiteY1991" fmla="*/ 252793 h 333375"/>
                <a:gd name="connsiteX1992" fmla="*/ 199454 w 238125"/>
                <a:gd name="connsiteY1992" fmla="*/ 252889 h 333375"/>
                <a:gd name="connsiteX1993" fmla="*/ 200311 w 238125"/>
                <a:gd name="connsiteY1993" fmla="*/ 252222 h 333375"/>
                <a:gd name="connsiteX1994" fmla="*/ 200311 w 238125"/>
                <a:gd name="connsiteY1994" fmla="*/ 251174 h 333375"/>
                <a:gd name="connsiteX1995" fmla="*/ 199834 w 238125"/>
                <a:gd name="connsiteY1995" fmla="*/ 250793 h 333375"/>
                <a:gd name="connsiteX1996" fmla="*/ 199168 w 238125"/>
                <a:gd name="connsiteY1996" fmla="*/ 250507 h 333375"/>
                <a:gd name="connsiteX1997" fmla="*/ 198596 w 238125"/>
                <a:gd name="connsiteY1997" fmla="*/ 250126 h 333375"/>
                <a:gd name="connsiteX1998" fmla="*/ 198501 w 238125"/>
                <a:gd name="connsiteY1998" fmla="*/ 249269 h 333375"/>
                <a:gd name="connsiteX1999" fmla="*/ 198882 w 238125"/>
                <a:gd name="connsiteY1999" fmla="*/ 248698 h 333375"/>
                <a:gd name="connsiteX2000" fmla="*/ 200216 w 238125"/>
                <a:gd name="connsiteY2000" fmla="*/ 248031 h 333375"/>
                <a:gd name="connsiteX2001" fmla="*/ 200406 w 238125"/>
                <a:gd name="connsiteY2001" fmla="*/ 247745 h 333375"/>
                <a:gd name="connsiteX2002" fmla="*/ 201359 w 238125"/>
                <a:gd name="connsiteY2002" fmla="*/ 247459 h 333375"/>
                <a:gd name="connsiteX2003" fmla="*/ 202121 w 238125"/>
                <a:gd name="connsiteY2003" fmla="*/ 246793 h 333375"/>
                <a:gd name="connsiteX2004" fmla="*/ 202692 w 238125"/>
                <a:gd name="connsiteY2004" fmla="*/ 246126 h 333375"/>
                <a:gd name="connsiteX2005" fmla="*/ 203073 w 238125"/>
                <a:gd name="connsiteY2005" fmla="*/ 245840 h 333375"/>
                <a:gd name="connsiteX2006" fmla="*/ 202978 w 238125"/>
                <a:gd name="connsiteY2006" fmla="*/ 245364 h 333375"/>
                <a:gd name="connsiteX2007" fmla="*/ 203454 w 238125"/>
                <a:gd name="connsiteY2007" fmla="*/ 243173 h 333375"/>
                <a:gd name="connsiteX2008" fmla="*/ 203549 w 238125"/>
                <a:gd name="connsiteY2008" fmla="*/ 242316 h 333375"/>
                <a:gd name="connsiteX2009" fmla="*/ 204311 w 238125"/>
                <a:gd name="connsiteY2009" fmla="*/ 242316 h 333375"/>
                <a:gd name="connsiteX2010" fmla="*/ 204597 w 238125"/>
                <a:gd name="connsiteY2010" fmla="*/ 242316 h 333375"/>
                <a:gd name="connsiteX2011" fmla="*/ 203359 w 238125"/>
                <a:gd name="connsiteY2011" fmla="*/ 246317 h 333375"/>
                <a:gd name="connsiteX2012" fmla="*/ 202787 w 238125"/>
                <a:gd name="connsiteY2012" fmla="*/ 247364 h 333375"/>
                <a:gd name="connsiteX2013" fmla="*/ 201644 w 238125"/>
                <a:gd name="connsiteY2013" fmla="*/ 247936 h 333375"/>
                <a:gd name="connsiteX2014" fmla="*/ 200311 w 238125"/>
                <a:gd name="connsiteY2014" fmla="*/ 248317 h 333375"/>
                <a:gd name="connsiteX2015" fmla="*/ 199358 w 238125"/>
                <a:gd name="connsiteY2015" fmla="*/ 248984 h 333375"/>
                <a:gd name="connsiteX2016" fmla="*/ 199549 w 238125"/>
                <a:gd name="connsiteY2016" fmla="*/ 250412 h 333375"/>
                <a:gd name="connsiteX2017" fmla="*/ 199930 w 238125"/>
                <a:gd name="connsiteY2017" fmla="*/ 250698 h 333375"/>
                <a:gd name="connsiteX2018" fmla="*/ 200501 w 238125"/>
                <a:gd name="connsiteY2018" fmla="*/ 250984 h 333375"/>
                <a:gd name="connsiteX2019" fmla="*/ 200978 w 238125"/>
                <a:gd name="connsiteY2019" fmla="*/ 251460 h 333375"/>
                <a:gd name="connsiteX2020" fmla="*/ 201073 w 238125"/>
                <a:gd name="connsiteY2020" fmla="*/ 252413 h 333375"/>
                <a:gd name="connsiteX2021" fmla="*/ 200787 w 238125"/>
                <a:gd name="connsiteY2021" fmla="*/ 252889 h 333375"/>
                <a:gd name="connsiteX2022" fmla="*/ 200311 w 238125"/>
                <a:gd name="connsiteY2022" fmla="*/ 253270 h 333375"/>
                <a:gd name="connsiteX2023" fmla="*/ 199834 w 238125"/>
                <a:gd name="connsiteY2023" fmla="*/ 253841 h 333375"/>
                <a:gd name="connsiteX2024" fmla="*/ 199549 w 238125"/>
                <a:gd name="connsiteY2024" fmla="*/ 254698 h 333375"/>
                <a:gd name="connsiteX2025" fmla="*/ 199644 w 238125"/>
                <a:gd name="connsiteY2025" fmla="*/ 256127 h 333375"/>
                <a:gd name="connsiteX2026" fmla="*/ 200025 w 238125"/>
                <a:gd name="connsiteY2026" fmla="*/ 257556 h 333375"/>
                <a:gd name="connsiteX2027" fmla="*/ 200501 w 238125"/>
                <a:gd name="connsiteY2027" fmla="*/ 258794 h 333375"/>
                <a:gd name="connsiteX2028" fmla="*/ 201073 w 238125"/>
                <a:gd name="connsiteY2028" fmla="*/ 259747 h 333375"/>
                <a:gd name="connsiteX2029" fmla="*/ 201359 w 238125"/>
                <a:gd name="connsiteY2029" fmla="*/ 259747 h 333375"/>
                <a:gd name="connsiteX2030" fmla="*/ 201359 w 238125"/>
                <a:gd name="connsiteY2030" fmla="*/ 258699 h 333375"/>
                <a:gd name="connsiteX2031" fmla="*/ 201740 w 238125"/>
                <a:gd name="connsiteY2031" fmla="*/ 257937 h 333375"/>
                <a:gd name="connsiteX2032" fmla="*/ 202216 w 238125"/>
                <a:gd name="connsiteY2032" fmla="*/ 257842 h 333375"/>
                <a:gd name="connsiteX2033" fmla="*/ 202501 w 238125"/>
                <a:gd name="connsiteY2033" fmla="*/ 258604 h 333375"/>
                <a:gd name="connsiteX2034" fmla="*/ 202311 w 238125"/>
                <a:gd name="connsiteY2034" fmla="*/ 258509 h 333375"/>
                <a:gd name="connsiteX2035" fmla="*/ 201740 w 238125"/>
                <a:gd name="connsiteY2035" fmla="*/ 258318 h 333375"/>
                <a:gd name="connsiteX2036" fmla="*/ 201835 w 238125"/>
                <a:gd name="connsiteY2036" fmla="*/ 260223 h 333375"/>
                <a:gd name="connsiteX2037" fmla="*/ 203168 w 238125"/>
                <a:gd name="connsiteY2037" fmla="*/ 266033 h 333375"/>
                <a:gd name="connsiteX2038" fmla="*/ 203168 w 238125"/>
                <a:gd name="connsiteY2038" fmla="*/ 268129 h 333375"/>
                <a:gd name="connsiteX2039" fmla="*/ 203359 w 238125"/>
                <a:gd name="connsiteY2039" fmla="*/ 268605 h 333375"/>
                <a:gd name="connsiteX2040" fmla="*/ 204121 w 238125"/>
                <a:gd name="connsiteY2040" fmla="*/ 269462 h 333375"/>
                <a:gd name="connsiteX2041" fmla="*/ 204311 w 238125"/>
                <a:gd name="connsiteY2041" fmla="*/ 270034 h 333375"/>
                <a:gd name="connsiteX2042" fmla="*/ 204502 w 238125"/>
                <a:gd name="connsiteY2042" fmla="*/ 272320 h 333375"/>
                <a:gd name="connsiteX2043" fmla="*/ 204788 w 238125"/>
                <a:gd name="connsiteY2043" fmla="*/ 273463 h 333375"/>
                <a:gd name="connsiteX2044" fmla="*/ 205073 w 238125"/>
                <a:gd name="connsiteY2044" fmla="*/ 274130 h 333375"/>
                <a:gd name="connsiteX2045" fmla="*/ 205454 w 238125"/>
                <a:gd name="connsiteY2045" fmla="*/ 273653 h 333375"/>
                <a:gd name="connsiteX2046" fmla="*/ 205835 w 238125"/>
                <a:gd name="connsiteY2046" fmla="*/ 273272 h 333375"/>
                <a:gd name="connsiteX2047" fmla="*/ 206312 w 238125"/>
                <a:gd name="connsiteY2047" fmla="*/ 272986 h 333375"/>
                <a:gd name="connsiteX2048" fmla="*/ 206883 w 238125"/>
                <a:gd name="connsiteY2048" fmla="*/ 272891 h 333375"/>
                <a:gd name="connsiteX2049" fmla="*/ 206883 w 238125"/>
                <a:gd name="connsiteY2049" fmla="*/ 273272 h 333375"/>
                <a:gd name="connsiteX2050" fmla="*/ 206216 w 238125"/>
                <a:gd name="connsiteY2050" fmla="*/ 273653 h 333375"/>
                <a:gd name="connsiteX2051" fmla="*/ 205645 w 238125"/>
                <a:gd name="connsiteY2051" fmla="*/ 274130 h 333375"/>
                <a:gd name="connsiteX2052" fmla="*/ 205454 w 238125"/>
                <a:gd name="connsiteY2052" fmla="*/ 274701 h 333375"/>
                <a:gd name="connsiteX2053" fmla="*/ 205835 w 238125"/>
                <a:gd name="connsiteY2053" fmla="*/ 275272 h 333375"/>
                <a:gd name="connsiteX2054" fmla="*/ 204883 w 238125"/>
                <a:gd name="connsiteY2054" fmla="*/ 275749 h 333375"/>
                <a:gd name="connsiteX2055" fmla="*/ 204311 w 238125"/>
                <a:gd name="connsiteY2055" fmla="*/ 276987 h 333375"/>
                <a:gd name="connsiteX2056" fmla="*/ 204216 w 238125"/>
                <a:gd name="connsiteY2056" fmla="*/ 278320 h 333375"/>
                <a:gd name="connsiteX2057" fmla="*/ 204692 w 238125"/>
                <a:gd name="connsiteY2057" fmla="*/ 278797 h 333375"/>
                <a:gd name="connsiteX2058" fmla="*/ 205550 w 238125"/>
                <a:gd name="connsiteY2058" fmla="*/ 278606 h 333375"/>
                <a:gd name="connsiteX2059" fmla="*/ 206597 w 238125"/>
                <a:gd name="connsiteY2059" fmla="*/ 278225 h 333375"/>
                <a:gd name="connsiteX2060" fmla="*/ 209074 w 238125"/>
                <a:gd name="connsiteY2060" fmla="*/ 278035 h 333375"/>
                <a:gd name="connsiteX2061" fmla="*/ 209074 w 238125"/>
                <a:gd name="connsiteY2061" fmla="*/ 278416 h 333375"/>
                <a:gd name="connsiteX2062" fmla="*/ 207836 w 238125"/>
                <a:gd name="connsiteY2062" fmla="*/ 278892 h 333375"/>
                <a:gd name="connsiteX2063" fmla="*/ 207550 w 238125"/>
                <a:gd name="connsiteY2063" fmla="*/ 279749 h 333375"/>
                <a:gd name="connsiteX2064" fmla="*/ 207931 w 238125"/>
                <a:gd name="connsiteY2064" fmla="*/ 280225 h 333375"/>
                <a:gd name="connsiteX2065" fmla="*/ 208788 w 238125"/>
                <a:gd name="connsiteY2065" fmla="*/ 279559 h 333375"/>
                <a:gd name="connsiteX2066" fmla="*/ 209074 w 238125"/>
                <a:gd name="connsiteY2066" fmla="*/ 279940 h 333375"/>
                <a:gd name="connsiteX2067" fmla="*/ 208312 w 238125"/>
                <a:gd name="connsiteY2067" fmla="*/ 280702 h 333375"/>
                <a:gd name="connsiteX2068" fmla="*/ 207645 w 238125"/>
                <a:gd name="connsiteY2068" fmla="*/ 280892 h 333375"/>
                <a:gd name="connsiteX2069" fmla="*/ 207169 w 238125"/>
                <a:gd name="connsiteY2069" fmla="*/ 281178 h 333375"/>
                <a:gd name="connsiteX2070" fmla="*/ 206978 w 238125"/>
                <a:gd name="connsiteY2070" fmla="*/ 282416 h 333375"/>
                <a:gd name="connsiteX2071" fmla="*/ 207169 w 238125"/>
                <a:gd name="connsiteY2071" fmla="*/ 283273 h 333375"/>
                <a:gd name="connsiteX2072" fmla="*/ 207645 w 238125"/>
                <a:gd name="connsiteY2072" fmla="*/ 283940 h 333375"/>
                <a:gd name="connsiteX2073" fmla="*/ 208121 w 238125"/>
                <a:gd name="connsiteY2073" fmla="*/ 284035 h 333375"/>
                <a:gd name="connsiteX2074" fmla="*/ 208407 w 238125"/>
                <a:gd name="connsiteY2074" fmla="*/ 283083 h 333375"/>
                <a:gd name="connsiteX2075" fmla="*/ 208788 w 238125"/>
                <a:gd name="connsiteY2075" fmla="*/ 283083 h 333375"/>
                <a:gd name="connsiteX2076" fmla="*/ 208788 w 238125"/>
                <a:gd name="connsiteY2076" fmla="*/ 283750 h 333375"/>
                <a:gd name="connsiteX2077" fmla="*/ 208502 w 238125"/>
                <a:gd name="connsiteY2077" fmla="*/ 284607 h 333375"/>
                <a:gd name="connsiteX2078" fmla="*/ 208312 w 238125"/>
                <a:gd name="connsiteY2078" fmla="*/ 285464 h 333375"/>
                <a:gd name="connsiteX2079" fmla="*/ 208693 w 238125"/>
                <a:gd name="connsiteY2079" fmla="*/ 286131 h 333375"/>
                <a:gd name="connsiteX2080" fmla="*/ 209550 w 238125"/>
                <a:gd name="connsiteY2080" fmla="*/ 286131 h 333375"/>
                <a:gd name="connsiteX2081" fmla="*/ 210121 w 238125"/>
                <a:gd name="connsiteY2081" fmla="*/ 285274 h 333375"/>
                <a:gd name="connsiteX2082" fmla="*/ 210788 w 238125"/>
                <a:gd name="connsiteY2082" fmla="*/ 283369 h 333375"/>
                <a:gd name="connsiteX2083" fmla="*/ 210407 w 238125"/>
                <a:gd name="connsiteY2083" fmla="*/ 283369 h 333375"/>
                <a:gd name="connsiteX2084" fmla="*/ 210598 w 238125"/>
                <a:gd name="connsiteY2084" fmla="*/ 283178 h 333375"/>
                <a:gd name="connsiteX2085" fmla="*/ 210693 w 238125"/>
                <a:gd name="connsiteY2085" fmla="*/ 282988 h 333375"/>
                <a:gd name="connsiteX2086" fmla="*/ 210788 w 238125"/>
                <a:gd name="connsiteY2086" fmla="*/ 282511 h 333375"/>
                <a:gd name="connsiteX2087" fmla="*/ 210979 w 238125"/>
                <a:gd name="connsiteY2087" fmla="*/ 282988 h 333375"/>
                <a:gd name="connsiteX2088" fmla="*/ 210979 w 238125"/>
                <a:gd name="connsiteY2088" fmla="*/ 283464 h 333375"/>
                <a:gd name="connsiteX2089" fmla="*/ 210788 w 238125"/>
                <a:gd name="connsiteY2089" fmla="*/ 283940 h 333375"/>
                <a:gd name="connsiteX2090" fmla="*/ 210598 w 238125"/>
                <a:gd name="connsiteY2090" fmla="*/ 284512 h 333375"/>
                <a:gd name="connsiteX2091" fmla="*/ 210884 w 238125"/>
                <a:gd name="connsiteY2091" fmla="*/ 284607 h 333375"/>
                <a:gd name="connsiteX2092" fmla="*/ 211265 w 238125"/>
                <a:gd name="connsiteY2092" fmla="*/ 284988 h 333375"/>
                <a:gd name="connsiteX2093" fmla="*/ 211360 w 238125"/>
                <a:gd name="connsiteY2093" fmla="*/ 285464 h 333375"/>
                <a:gd name="connsiteX2094" fmla="*/ 211074 w 238125"/>
                <a:gd name="connsiteY2094" fmla="*/ 286036 h 333375"/>
                <a:gd name="connsiteX2095" fmla="*/ 211265 w 238125"/>
                <a:gd name="connsiteY2095" fmla="*/ 286607 h 333375"/>
                <a:gd name="connsiteX2096" fmla="*/ 211074 w 238125"/>
                <a:gd name="connsiteY2096" fmla="*/ 286988 h 333375"/>
                <a:gd name="connsiteX2097" fmla="*/ 210312 w 238125"/>
                <a:gd name="connsiteY2097" fmla="*/ 287941 h 333375"/>
                <a:gd name="connsiteX2098" fmla="*/ 210503 w 238125"/>
                <a:gd name="connsiteY2098" fmla="*/ 288893 h 333375"/>
                <a:gd name="connsiteX2099" fmla="*/ 210026 w 238125"/>
                <a:gd name="connsiteY2099" fmla="*/ 289655 h 333375"/>
                <a:gd name="connsiteX2100" fmla="*/ 209264 w 238125"/>
                <a:gd name="connsiteY2100" fmla="*/ 290322 h 333375"/>
                <a:gd name="connsiteX2101" fmla="*/ 208788 w 238125"/>
                <a:gd name="connsiteY2101" fmla="*/ 290989 h 333375"/>
                <a:gd name="connsiteX2102" fmla="*/ 208788 w 238125"/>
                <a:gd name="connsiteY2102" fmla="*/ 292036 h 333375"/>
                <a:gd name="connsiteX2103" fmla="*/ 209074 w 238125"/>
                <a:gd name="connsiteY2103" fmla="*/ 293180 h 333375"/>
                <a:gd name="connsiteX2104" fmla="*/ 209645 w 238125"/>
                <a:gd name="connsiteY2104" fmla="*/ 294227 h 333375"/>
                <a:gd name="connsiteX2105" fmla="*/ 210312 w 238125"/>
                <a:gd name="connsiteY2105" fmla="*/ 294894 h 333375"/>
                <a:gd name="connsiteX2106" fmla="*/ 209359 w 238125"/>
                <a:gd name="connsiteY2106" fmla="*/ 294513 h 333375"/>
                <a:gd name="connsiteX2107" fmla="*/ 208502 w 238125"/>
                <a:gd name="connsiteY2107" fmla="*/ 295084 h 333375"/>
                <a:gd name="connsiteX2108" fmla="*/ 207836 w 238125"/>
                <a:gd name="connsiteY2108" fmla="*/ 296132 h 333375"/>
                <a:gd name="connsiteX2109" fmla="*/ 207454 w 238125"/>
                <a:gd name="connsiteY2109" fmla="*/ 297180 h 333375"/>
                <a:gd name="connsiteX2110" fmla="*/ 207264 w 238125"/>
                <a:gd name="connsiteY2110" fmla="*/ 297085 h 333375"/>
                <a:gd name="connsiteX2111" fmla="*/ 207169 w 238125"/>
                <a:gd name="connsiteY2111" fmla="*/ 297085 h 333375"/>
                <a:gd name="connsiteX2112" fmla="*/ 207169 w 238125"/>
                <a:gd name="connsiteY2112" fmla="*/ 297085 h 333375"/>
                <a:gd name="connsiteX2113" fmla="*/ 207074 w 238125"/>
                <a:gd name="connsiteY2113" fmla="*/ 296894 h 333375"/>
                <a:gd name="connsiteX2114" fmla="*/ 206788 w 238125"/>
                <a:gd name="connsiteY2114" fmla="*/ 296894 h 333375"/>
                <a:gd name="connsiteX2115" fmla="*/ 206978 w 238125"/>
                <a:gd name="connsiteY2115" fmla="*/ 297847 h 333375"/>
                <a:gd name="connsiteX2116" fmla="*/ 207359 w 238125"/>
                <a:gd name="connsiteY2116" fmla="*/ 298894 h 333375"/>
                <a:gd name="connsiteX2117" fmla="*/ 207836 w 238125"/>
                <a:gd name="connsiteY2117" fmla="*/ 299752 h 333375"/>
                <a:gd name="connsiteX2118" fmla="*/ 208407 w 238125"/>
                <a:gd name="connsiteY2118" fmla="*/ 300038 h 333375"/>
                <a:gd name="connsiteX2119" fmla="*/ 208883 w 238125"/>
                <a:gd name="connsiteY2119" fmla="*/ 300609 h 333375"/>
                <a:gd name="connsiteX2120" fmla="*/ 211836 w 238125"/>
                <a:gd name="connsiteY2120" fmla="*/ 305943 h 333375"/>
                <a:gd name="connsiteX2121" fmla="*/ 212122 w 238125"/>
                <a:gd name="connsiteY2121" fmla="*/ 306991 h 333375"/>
                <a:gd name="connsiteX2122" fmla="*/ 212217 w 238125"/>
                <a:gd name="connsiteY2122" fmla="*/ 308324 h 333375"/>
                <a:gd name="connsiteX2123" fmla="*/ 211741 w 238125"/>
                <a:gd name="connsiteY2123" fmla="*/ 311944 h 333375"/>
                <a:gd name="connsiteX2124" fmla="*/ 211836 w 238125"/>
                <a:gd name="connsiteY2124" fmla="*/ 313087 h 333375"/>
                <a:gd name="connsiteX2125" fmla="*/ 212217 w 238125"/>
                <a:gd name="connsiteY2125" fmla="*/ 314039 h 333375"/>
                <a:gd name="connsiteX2126" fmla="*/ 214598 w 238125"/>
                <a:gd name="connsiteY2126" fmla="*/ 316801 h 333375"/>
                <a:gd name="connsiteX2127" fmla="*/ 215170 w 238125"/>
                <a:gd name="connsiteY2127" fmla="*/ 317659 h 333375"/>
                <a:gd name="connsiteX2128" fmla="*/ 216027 w 238125"/>
                <a:gd name="connsiteY2128" fmla="*/ 319278 h 333375"/>
                <a:gd name="connsiteX2129" fmla="*/ 216503 w 238125"/>
                <a:gd name="connsiteY2129" fmla="*/ 320040 h 333375"/>
                <a:gd name="connsiteX2130" fmla="*/ 219266 w 238125"/>
                <a:gd name="connsiteY2130" fmla="*/ 322421 h 333375"/>
                <a:gd name="connsiteX2131" fmla="*/ 219646 w 238125"/>
                <a:gd name="connsiteY2131" fmla="*/ 322993 h 333375"/>
                <a:gd name="connsiteX2132" fmla="*/ 220504 w 238125"/>
                <a:gd name="connsiteY2132" fmla="*/ 326612 h 333375"/>
                <a:gd name="connsiteX2133" fmla="*/ 224123 w 238125"/>
                <a:gd name="connsiteY2133" fmla="*/ 333184 h 333375"/>
                <a:gd name="connsiteX2134" fmla="*/ 225362 w 238125"/>
                <a:gd name="connsiteY2134" fmla="*/ 336042 h 333375"/>
                <a:gd name="connsiteX2135" fmla="*/ 225742 w 238125"/>
                <a:gd name="connsiteY2135" fmla="*/ 336518 h 333375"/>
                <a:gd name="connsiteX2136" fmla="*/ 226028 w 238125"/>
                <a:gd name="connsiteY2136" fmla="*/ 336709 h 333375"/>
                <a:gd name="connsiteX2137" fmla="*/ 226314 w 238125"/>
                <a:gd name="connsiteY2137" fmla="*/ 337090 h 333375"/>
                <a:gd name="connsiteX2138" fmla="*/ 226600 w 238125"/>
                <a:gd name="connsiteY2138" fmla="*/ 337280 h 333375"/>
                <a:gd name="connsiteX2139" fmla="*/ 227076 w 238125"/>
                <a:gd name="connsiteY2139" fmla="*/ 336899 h 333375"/>
                <a:gd name="connsiteX2140" fmla="*/ 227171 w 238125"/>
                <a:gd name="connsiteY2140" fmla="*/ 336328 h 333375"/>
                <a:gd name="connsiteX2141" fmla="*/ 226981 w 238125"/>
                <a:gd name="connsiteY2141" fmla="*/ 335756 h 333375"/>
                <a:gd name="connsiteX2142" fmla="*/ 226600 w 238125"/>
                <a:gd name="connsiteY2142" fmla="*/ 334994 h 333375"/>
                <a:gd name="connsiteX2143" fmla="*/ 225647 w 238125"/>
                <a:gd name="connsiteY2143" fmla="*/ 332042 h 333375"/>
                <a:gd name="connsiteX2144" fmla="*/ 225552 w 238125"/>
                <a:gd name="connsiteY2144" fmla="*/ 330994 h 333375"/>
                <a:gd name="connsiteX2145" fmla="*/ 225266 w 238125"/>
                <a:gd name="connsiteY2145" fmla="*/ 330422 h 333375"/>
                <a:gd name="connsiteX2146" fmla="*/ 223742 w 238125"/>
                <a:gd name="connsiteY2146" fmla="*/ 328136 h 333375"/>
                <a:gd name="connsiteX2147" fmla="*/ 223171 w 238125"/>
                <a:gd name="connsiteY2147" fmla="*/ 326041 h 333375"/>
                <a:gd name="connsiteX2148" fmla="*/ 222980 w 238125"/>
                <a:gd name="connsiteY2148" fmla="*/ 323755 h 333375"/>
                <a:gd name="connsiteX2149" fmla="*/ 223075 w 238125"/>
                <a:gd name="connsiteY2149" fmla="*/ 321469 h 333375"/>
                <a:gd name="connsiteX2150" fmla="*/ 223457 w 238125"/>
                <a:gd name="connsiteY2150" fmla="*/ 319278 h 333375"/>
                <a:gd name="connsiteX2151" fmla="*/ 221266 w 238125"/>
                <a:gd name="connsiteY2151" fmla="*/ 317468 h 333375"/>
                <a:gd name="connsiteX2152" fmla="*/ 220980 w 238125"/>
                <a:gd name="connsiteY2152" fmla="*/ 316611 h 333375"/>
                <a:gd name="connsiteX2153" fmla="*/ 220599 w 238125"/>
                <a:gd name="connsiteY2153" fmla="*/ 315754 h 333375"/>
                <a:gd name="connsiteX2154" fmla="*/ 219361 w 238125"/>
                <a:gd name="connsiteY2154" fmla="*/ 314611 h 333375"/>
                <a:gd name="connsiteX2155" fmla="*/ 218980 w 238125"/>
                <a:gd name="connsiteY2155" fmla="*/ 313849 h 333375"/>
                <a:gd name="connsiteX2156" fmla="*/ 218694 w 238125"/>
                <a:gd name="connsiteY2156" fmla="*/ 312896 h 333375"/>
                <a:gd name="connsiteX2157" fmla="*/ 218884 w 238125"/>
                <a:gd name="connsiteY2157" fmla="*/ 312039 h 333375"/>
                <a:gd name="connsiteX2158" fmla="*/ 219170 w 238125"/>
                <a:gd name="connsiteY2158" fmla="*/ 310420 h 333375"/>
                <a:gd name="connsiteX2159" fmla="*/ 219266 w 238125"/>
                <a:gd name="connsiteY2159" fmla="*/ 309277 h 333375"/>
                <a:gd name="connsiteX2160" fmla="*/ 218884 w 238125"/>
                <a:gd name="connsiteY2160" fmla="*/ 307086 h 333375"/>
                <a:gd name="connsiteX2161" fmla="*/ 218884 w 238125"/>
                <a:gd name="connsiteY2161" fmla="*/ 305943 h 333375"/>
                <a:gd name="connsiteX2162" fmla="*/ 219170 w 238125"/>
                <a:gd name="connsiteY2162" fmla="*/ 304990 h 333375"/>
                <a:gd name="connsiteX2163" fmla="*/ 220599 w 238125"/>
                <a:gd name="connsiteY2163" fmla="*/ 302895 h 333375"/>
                <a:gd name="connsiteX2164" fmla="*/ 221266 w 238125"/>
                <a:gd name="connsiteY2164" fmla="*/ 300514 h 333375"/>
                <a:gd name="connsiteX2165" fmla="*/ 221837 w 238125"/>
                <a:gd name="connsiteY2165" fmla="*/ 299371 h 333375"/>
                <a:gd name="connsiteX2166" fmla="*/ 222695 w 238125"/>
                <a:gd name="connsiteY2166" fmla="*/ 299275 h 333375"/>
                <a:gd name="connsiteX2167" fmla="*/ 224314 w 238125"/>
                <a:gd name="connsiteY2167" fmla="*/ 299275 h 333375"/>
                <a:gd name="connsiteX2168" fmla="*/ 226314 w 238125"/>
                <a:gd name="connsiteY2168" fmla="*/ 296894 h 333375"/>
                <a:gd name="connsiteX2169" fmla="*/ 228029 w 238125"/>
                <a:gd name="connsiteY2169" fmla="*/ 297466 h 333375"/>
                <a:gd name="connsiteX2170" fmla="*/ 228695 w 238125"/>
                <a:gd name="connsiteY2170" fmla="*/ 298418 h 333375"/>
                <a:gd name="connsiteX2171" fmla="*/ 228886 w 238125"/>
                <a:gd name="connsiteY2171" fmla="*/ 299371 h 333375"/>
                <a:gd name="connsiteX2172" fmla="*/ 228981 w 238125"/>
                <a:gd name="connsiteY2172" fmla="*/ 300323 h 333375"/>
                <a:gd name="connsiteX2173" fmla="*/ 229362 w 238125"/>
                <a:gd name="connsiteY2173" fmla="*/ 301276 h 333375"/>
                <a:gd name="connsiteX2174" fmla="*/ 229838 w 238125"/>
                <a:gd name="connsiteY2174" fmla="*/ 301752 h 333375"/>
                <a:gd name="connsiteX2175" fmla="*/ 230410 w 238125"/>
                <a:gd name="connsiteY2175" fmla="*/ 302038 h 333375"/>
                <a:gd name="connsiteX2176" fmla="*/ 231648 w 238125"/>
                <a:gd name="connsiteY2176" fmla="*/ 302419 h 333375"/>
                <a:gd name="connsiteX2177" fmla="*/ 233839 w 238125"/>
                <a:gd name="connsiteY2177" fmla="*/ 302609 h 333375"/>
                <a:gd name="connsiteX2178" fmla="*/ 235553 w 238125"/>
                <a:gd name="connsiteY2178" fmla="*/ 302228 h 333375"/>
                <a:gd name="connsiteX2179" fmla="*/ 236887 w 238125"/>
                <a:gd name="connsiteY2179" fmla="*/ 302514 h 333375"/>
                <a:gd name="connsiteX2180" fmla="*/ 237934 w 238125"/>
                <a:gd name="connsiteY2180" fmla="*/ 304800 h 333375"/>
                <a:gd name="connsiteX2181" fmla="*/ 238316 w 238125"/>
                <a:gd name="connsiteY2181" fmla="*/ 307086 h 333375"/>
                <a:gd name="connsiteX2182" fmla="*/ 238696 w 238125"/>
                <a:gd name="connsiteY2182" fmla="*/ 308229 h 333375"/>
                <a:gd name="connsiteX2183" fmla="*/ 239363 w 238125"/>
                <a:gd name="connsiteY2183" fmla="*/ 308896 h 333375"/>
                <a:gd name="connsiteX2184" fmla="*/ 240411 w 238125"/>
                <a:gd name="connsiteY2184" fmla="*/ 308800 h 333375"/>
                <a:gd name="connsiteX2185" fmla="*/ 241649 w 238125"/>
                <a:gd name="connsiteY2185" fmla="*/ 308038 h 333375"/>
                <a:gd name="connsiteX2186" fmla="*/ 242697 w 238125"/>
                <a:gd name="connsiteY2186" fmla="*/ 306991 h 333375"/>
                <a:gd name="connsiteX2187" fmla="*/ 243173 w 238125"/>
                <a:gd name="connsiteY2187" fmla="*/ 306038 h 333375"/>
                <a:gd name="connsiteX2188" fmla="*/ 243269 w 238125"/>
                <a:gd name="connsiteY2188" fmla="*/ 304990 h 333375"/>
                <a:gd name="connsiteX2189" fmla="*/ 181451 w 238125"/>
                <a:gd name="connsiteY2189" fmla="*/ 232791 h 333375"/>
                <a:gd name="connsiteX2190" fmla="*/ 180308 w 238125"/>
                <a:gd name="connsiteY2190" fmla="*/ 233363 h 333375"/>
                <a:gd name="connsiteX2191" fmla="*/ 179070 w 238125"/>
                <a:gd name="connsiteY2191" fmla="*/ 236220 h 333375"/>
                <a:gd name="connsiteX2192" fmla="*/ 179356 w 238125"/>
                <a:gd name="connsiteY2192" fmla="*/ 238030 h 333375"/>
                <a:gd name="connsiteX2193" fmla="*/ 180213 w 238125"/>
                <a:gd name="connsiteY2193" fmla="*/ 240316 h 333375"/>
                <a:gd name="connsiteX2194" fmla="*/ 181737 w 238125"/>
                <a:gd name="connsiteY2194" fmla="*/ 242602 h 333375"/>
                <a:gd name="connsiteX2195" fmla="*/ 183356 w 238125"/>
                <a:gd name="connsiteY2195" fmla="*/ 243554 h 333375"/>
                <a:gd name="connsiteX2196" fmla="*/ 185833 w 238125"/>
                <a:gd name="connsiteY2196" fmla="*/ 243268 h 333375"/>
                <a:gd name="connsiteX2197" fmla="*/ 186309 w 238125"/>
                <a:gd name="connsiteY2197" fmla="*/ 241363 h 333375"/>
                <a:gd name="connsiteX2198" fmla="*/ 185928 w 238125"/>
                <a:gd name="connsiteY2198" fmla="*/ 238982 h 333375"/>
                <a:gd name="connsiteX2199" fmla="*/ 181451 w 238125"/>
                <a:gd name="connsiteY2199" fmla="*/ 232791 h 333375"/>
                <a:gd name="connsiteX2200" fmla="*/ 155924 w 238125"/>
                <a:gd name="connsiteY2200" fmla="*/ 251365 h 333375"/>
                <a:gd name="connsiteX2201" fmla="*/ 155638 w 238125"/>
                <a:gd name="connsiteY2201" fmla="*/ 252508 h 333375"/>
                <a:gd name="connsiteX2202" fmla="*/ 155638 w 238125"/>
                <a:gd name="connsiteY2202" fmla="*/ 255556 h 333375"/>
                <a:gd name="connsiteX2203" fmla="*/ 156210 w 238125"/>
                <a:gd name="connsiteY2203" fmla="*/ 254984 h 333375"/>
                <a:gd name="connsiteX2204" fmla="*/ 156591 w 238125"/>
                <a:gd name="connsiteY2204" fmla="*/ 253936 h 333375"/>
                <a:gd name="connsiteX2205" fmla="*/ 156782 w 238125"/>
                <a:gd name="connsiteY2205" fmla="*/ 252698 h 333375"/>
                <a:gd name="connsiteX2206" fmla="*/ 156782 w 238125"/>
                <a:gd name="connsiteY2206" fmla="*/ 251650 h 333375"/>
                <a:gd name="connsiteX2207" fmla="*/ 155924 w 238125"/>
                <a:gd name="connsiteY2207" fmla="*/ 251365 h 333375"/>
                <a:gd name="connsiteX2208" fmla="*/ 156305 w 238125"/>
                <a:gd name="connsiteY2208" fmla="*/ 250126 h 333375"/>
                <a:gd name="connsiteX2209" fmla="*/ 156496 w 238125"/>
                <a:gd name="connsiteY2209" fmla="*/ 248984 h 333375"/>
                <a:gd name="connsiteX2210" fmla="*/ 156400 w 238125"/>
                <a:gd name="connsiteY2210" fmla="*/ 247840 h 333375"/>
                <a:gd name="connsiteX2211" fmla="*/ 156210 w 238125"/>
                <a:gd name="connsiteY2211" fmla="*/ 246793 h 333375"/>
                <a:gd name="connsiteX2212" fmla="*/ 155924 w 238125"/>
                <a:gd name="connsiteY2212" fmla="*/ 245935 h 333375"/>
                <a:gd name="connsiteX2213" fmla="*/ 155543 w 238125"/>
                <a:gd name="connsiteY2213" fmla="*/ 245554 h 333375"/>
                <a:gd name="connsiteX2214" fmla="*/ 154972 w 238125"/>
                <a:gd name="connsiteY2214" fmla="*/ 246412 h 333375"/>
                <a:gd name="connsiteX2215" fmla="*/ 154686 w 238125"/>
                <a:gd name="connsiteY2215" fmla="*/ 247745 h 333375"/>
                <a:gd name="connsiteX2216" fmla="*/ 154496 w 238125"/>
                <a:gd name="connsiteY2216" fmla="*/ 250317 h 333375"/>
                <a:gd name="connsiteX2217" fmla="*/ 154210 w 238125"/>
                <a:gd name="connsiteY2217" fmla="*/ 251079 h 333375"/>
                <a:gd name="connsiteX2218" fmla="*/ 153638 w 238125"/>
                <a:gd name="connsiteY2218" fmla="*/ 252031 h 333375"/>
                <a:gd name="connsiteX2219" fmla="*/ 153448 w 238125"/>
                <a:gd name="connsiteY2219" fmla="*/ 252793 h 333375"/>
                <a:gd name="connsiteX2220" fmla="*/ 154305 w 238125"/>
                <a:gd name="connsiteY2220" fmla="*/ 253174 h 333375"/>
                <a:gd name="connsiteX2221" fmla="*/ 156305 w 238125"/>
                <a:gd name="connsiteY2221" fmla="*/ 250126 h 333375"/>
                <a:gd name="connsiteX2222" fmla="*/ 154305 w 238125"/>
                <a:gd name="connsiteY2222" fmla="*/ 254032 h 333375"/>
                <a:gd name="connsiteX2223" fmla="*/ 154115 w 238125"/>
                <a:gd name="connsiteY2223" fmla="*/ 254032 h 333375"/>
                <a:gd name="connsiteX2224" fmla="*/ 153829 w 238125"/>
                <a:gd name="connsiteY2224" fmla="*/ 254413 h 333375"/>
                <a:gd name="connsiteX2225" fmla="*/ 153543 w 238125"/>
                <a:gd name="connsiteY2225" fmla="*/ 254032 h 333375"/>
                <a:gd name="connsiteX2226" fmla="*/ 153162 w 238125"/>
                <a:gd name="connsiteY2226" fmla="*/ 255270 h 333375"/>
                <a:gd name="connsiteX2227" fmla="*/ 152781 w 238125"/>
                <a:gd name="connsiteY2227" fmla="*/ 256984 h 333375"/>
                <a:gd name="connsiteX2228" fmla="*/ 152686 w 238125"/>
                <a:gd name="connsiteY2228" fmla="*/ 258604 h 333375"/>
                <a:gd name="connsiteX2229" fmla="*/ 153257 w 238125"/>
                <a:gd name="connsiteY2229" fmla="*/ 259461 h 333375"/>
                <a:gd name="connsiteX2230" fmla="*/ 154305 w 238125"/>
                <a:gd name="connsiteY2230" fmla="*/ 259175 h 333375"/>
                <a:gd name="connsiteX2231" fmla="*/ 154686 w 238125"/>
                <a:gd name="connsiteY2231" fmla="*/ 257842 h 333375"/>
                <a:gd name="connsiteX2232" fmla="*/ 154686 w 238125"/>
                <a:gd name="connsiteY2232" fmla="*/ 254794 h 333375"/>
                <a:gd name="connsiteX2233" fmla="*/ 154591 w 238125"/>
                <a:gd name="connsiteY2233" fmla="*/ 254317 h 333375"/>
                <a:gd name="connsiteX2234" fmla="*/ 154305 w 238125"/>
                <a:gd name="connsiteY2234" fmla="*/ 254032 h 333375"/>
                <a:gd name="connsiteX2235" fmla="*/ 131064 w 238125"/>
                <a:gd name="connsiteY2235" fmla="*/ 205359 h 333375"/>
                <a:gd name="connsiteX2236" fmla="*/ 130683 w 238125"/>
                <a:gd name="connsiteY2236" fmla="*/ 205645 h 333375"/>
                <a:gd name="connsiteX2237" fmla="*/ 130302 w 238125"/>
                <a:gd name="connsiteY2237" fmla="*/ 205740 h 333375"/>
                <a:gd name="connsiteX2238" fmla="*/ 128302 w 238125"/>
                <a:gd name="connsiteY2238" fmla="*/ 205740 h 333375"/>
                <a:gd name="connsiteX2239" fmla="*/ 128588 w 238125"/>
                <a:gd name="connsiteY2239" fmla="*/ 206597 h 333375"/>
                <a:gd name="connsiteX2240" fmla="*/ 129064 w 238125"/>
                <a:gd name="connsiteY2240" fmla="*/ 208883 h 333375"/>
                <a:gd name="connsiteX2241" fmla="*/ 129540 w 238125"/>
                <a:gd name="connsiteY2241" fmla="*/ 208597 h 333375"/>
                <a:gd name="connsiteX2242" fmla="*/ 130683 w 238125"/>
                <a:gd name="connsiteY2242" fmla="*/ 207169 h 333375"/>
                <a:gd name="connsiteX2243" fmla="*/ 131540 w 238125"/>
                <a:gd name="connsiteY2243" fmla="*/ 206407 h 333375"/>
                <a:gd name="connsiteX2244" fmla="*/ 131636 w 238125"/>
                <a:gd name="connsiteY2244" fmla="*/ 206026 h 333375"/>
                <a:gd name="connsiteX2245" fmla="*/ 131064 w 238125"/>
                <a:gd name="connsiteY2245" fmla="*/ 205359 h 333375"/>
                <a:gd name="connsiteX2246" fmla="*/ 165163 w 238125"/>
                <a:gd name="connsiteY2246" fmla="*/ 237553 h 333375"/>
                <a:gd name="connsiteX2247" fmla="*/ 163354 w 238125"/>
                <a:gd name="connsiteY2247" fmla="*/ 238315 h 333375"/>
                <a:gd name="connsiteX2248" fmla="*/ 162878 w 238125"/>
                <a:gd name="connsiteY2248" fmla="*/ 239935 h 333375"/>
                <a:gd name="connsiteX2249" fmla="*/ 163925 w 238125"/>
                <a:gd name="connsiteY2249" fmla="*/ 240601 h 333375"/>
                <a:gd name="connsiteX2250" fmla="*/ 165259 w 238125"/>
                <a:gd name="connsiteY2250" fmla="*/ 240506 h 333375"/>
                <a:gd name="connsiteX2251" fmla="*/ 166307 w 238125"/>
                <a:gd name="connsiteY2251" fmla="*/ 240030 h 333375"/>
                <a:gd name="connsiteX2252" fmla="*/ 167354 w 238125"/>
                <a:gd name="connsiteY2252" fmla="*/ 239268 h 333375"/>
                <a:gd name="connsiteX2253" fmla="*/ 167830 w 238125"/>
                <a:gd name="connsiteY2253" fmla="*/ 237934 h 333375"/>
                <a:gd name="connsiteX2254" fmla="*/ 167259 w 238125"/>
                <a:gd name="connsiteY2254" fmla="*/ 236887 h 333375"/>
                <a:gd name="connsiteX2255" fmla="*/ 165163 w 238125"/>
                <a:gd name="connsiteY2255" fmla="*/ 237553 h 333375"/>
                <a:gd name="connsiteX2256" fmla="*/ 166402 w 238125"/>
                <a:gd name="connsiteY2256" fmla="*/ 249936 h 333375"/>
                <a:gd name="connsiteX2257" fmla="*/ 165830 w 238125"/>
                <a:gd name="connsiteY2257" fmla="*/ 247936 h 333375"/>
                <a:gd name="connsiteX2258" fmla="*/ 165068 w 238125"/>
                <a:gd name="connsiteY2258" fmla="*/ 247269 h 333375"/>
                <a:gd name="connsiteX2259" fmla="*/ 164687 w 238125"/>
                <a:gd name="connsiteY2259" fmla="*/ 245840 h 333375"/>
                <a:gd name="connsiteX2260" fmla="*/ 163544 w 238125"/>
                <a:gd name="connsiteY2260" fmla="*/ 244792 h 333375"/>
                <a:gd name="connsiteX2261" fmla="*/ 161734 w 238125"/>
                <a:gd name="connsiteY2261" fmla="*/ 243840 h 333375"/>
                <a:gd name="connsiteX2262" fmla="*/ 160782 w 238125"/>
                <a:gd name="connsiteY2262" fmla="*/ 244030 h 333375"/>
                <a:gd name="connsiteX2263" fmla="*/ 160496 w 238125"/>
                <a:gd name="connsiteY2263" fmla="*/ 248412 h 333375"/>
                <a:gd name="connsiteX2264" fmla="*/ 160496 w 238125"/>
                <a:gd name="connsiteY2264" fmla="*/ 252413 h 333375"/>
                <a:gd name="connsiteX2265" fmla="*/ 160020 w 238125"/>
                <a:gd name="connsiteY2265" fmla="*/ 255175 h 333375"/>
                <a:gd name="connsiteX2266" fmla="*/ 159639 w 238125"/>
                <a:gd name="connsiteY2266" fmla="*/ 256127 h 333375"/>
                <a:gd name="connsiteX2267" fmla="*/ 158687 w 238125"/>
                <a:gd name="connsiteY2267" fmla="*/ 257651 h 333375"/>
                <a:gd name="connsiteX2268" fmla="*/ 157163 w 238125"/>
                <a:gd name="connsiteY2268" fmla="*/ 259461 h 333375"/>
                <a:gd name="connsiteX2269" fmla="*/ 157448 w 238125"/>
                <a:gd name="connsiteY2269" fmla="*/ 260318 h 333375"/>
                <a:gd name="connsiteX2270" fmla="*/ 158020 w 238125"/>
                <a:gd name="connsiteY2270" fmla="*/ 260699 h 333375"/>
                <a:gd name="connsiteX2271" fmla="*/ 158877 w 238125"/>
                <a:gd name="connsiteY2271" fmla="*/ 260890 h 333375"/>
                <a:gd name="connsiteX2272" fmla="*/ 160211 w 238125"/>
                <a:gd name="connsiteY2272" fmla="*/ 260985 h 333375"/>
                <a:gd name="connsiteX2273" fmla="*/ 161258 w 238125"/>
                <a:gd name="connsiteY2273" fmla="*/ 260318 h 333375"/>
                <a:gd name="connsiteX2274" fmla="*/ 161830 w 238125"/>
                <a:gd name="connsiteY2274" fmla="*/ 259366 h 333375"/>
                <a:gd name="connsiteX2275" fmla="*/ 162496 w 238125"/>
                <a:gd name="connsiteY2275" fmla="*/ 259175 h 333375"/>
                <a:gd name="connsiteX2276" fmla="*/ 163259 w 238125"/>
                <a:gd name="connsiteY2276" fmla="*/ 258699 h 333375"/>
                <a:gd name="connsiteX2277" fmla="*/ 164306 w 238125"/>
                <a:gd name="connsiteY2277" fmla="*/ 257842 h 333375"/>
                <a:gd name="connsiteX2278" fmla="*/ 164973 w 238125"/>
                <a:gd name="connsiteY2278" fmla="*/ 256508 h 333375"/>
                <a:gd name="connsiteX2279" fmla="*/ 165354 w 238125"/>
                <a:gd name="connsiteY2279" fmla="*/ 255842 h 333375"/>
                <a:gd name="connsiteX2280" fmla="*/ 165830 w 238125"/>
                <a:gd name="connsiteY2280" fmla="*/ 254984 h 333375"/>
                <a:gd name="connsiteX2281" fmla="*/ 166688 w 238125"/>
                <a:gd name="connsiteY2281" fmla="*/ 253270 h 333375"/>
                <a:gd name="connsiteX2282" fmla="*/ 166402 w 238125"/>
                <a:gd name="connsiteY2282" fmla="*/ 251460 h 333375"/>
                <a:gd name="connsiteX2283" fmla="*/ 166402 w 238125"/>
                <a:gd name="connsiteY2283" fmla="*/ 249936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</a:cxnLst>
              <a:rect l="l" t="t" r="r" b="b"/>
              <a:pathLst>
                <a:path w="238125" h="333375">
                  <a:moveTo>
                    <a:pt x="135636" y="268224"/>
                  </a:moveTo>
                  <a:lnTo>
                    <a:pt x="135446" y="267938"/>
                  </a:lnTo>
                  <a:lnTo>
                    <a:pt x="135446" y="266795"/>
                  </a:lnTo>
                  <a:lnTo>
                    <a:pt x="131921" y="269176"/>
                  </a:lnTo>
                  <a:lnTo>
                    <a:pt x="131731" y="269462"/>
                  </a:lnTo>
                  <a:lnTo>
                    <a:pt x="131540" y="269843"/>
                  </a:lnTo>
                  <a:lnTo>
                    <a:pt x="131445" y="270415"/>
                  </a:lnTo>
                  <a:lnTo>
                    <a:pt x="131540" y="270891"/>
                  </a:lnTo>
                  <a:lnTo>
                    <a:pt x="131540" y="271272"/>
                  </a:lnTo>
                  <a:lnTo>
                    <a:pt x="131159" y="271653"/>
                  </a:lnTo>
                  <a:lnTo>
                    <a:pt x="131540" y="271939"/>
                  </a:lnTo>
                  <a:lnTo>
                    <a:pt x="131826" y="272224"/>
                  </a:lnTo>
                  <a:lnTo>
                    <a:pt x="132302" y="272891"/>
                  </a:lnTo>
                  <a:lnTo>
                    <a:pt x="131921" y="272986"/>
                  </a:lnTo>
                  <a:lnTo>
                    <a:pt x="131254" y="273272"/>
                  </a:lnTo>
                  <a:lnTo>
                    <a:pt x="130874" y="273367"/>
                  </a:lnTo>
                  <a:lnTo>
                    <a:pt x="130874" y="273748"/>
                  </a:lnTo>
                  <a:lnTo>
                    <a:pt x="131826" y="273844"/>
                  </a:lnTo>
                  <a:lnTo>
                    <a:pt x="132874" y="273082"/>
                  </a:lnTo>
                  <a:lnTo>
                    <a:pt x="133731" y="271843"/>
                  </a:lnTo>
                  <a:lnTo>
                    <a:pt x="134207" y="270700"/>
                  </a:lnTo>
                  <a:lnTo>
                    <a:pt x="134588" y="270700"/>
                  </a:lnTo>
                  <a:lnTo>
                    <a:pt x="135065" y="270986"/>
                  </a:lnTo>
                  <a:lnTo>
                    <a:pt x="135636" y="269748"/>
                  </a:lnTo>
                  <a:lnTo>
                    <a:pt x="136493" y="269557"/>
                  </a:lnTo>
                  <a:lnTo>
                    <a:pt x="136208" y="268700"/>
                  </a:lnTo>
                  <a:lnTo>
                    <a:pt x="135636" y="268224"/>
                  </a:lnTo>
                  <a:close/>
                  <a:moveTo>
                    <a:pt x="148114" y="240125"/>
                  </a:moveTo>
                  <a:lnTo>
                    <a:pt x="145828" y="238030"/>
                  </a:lnTo>
                  <a:lnTo>
                    <a:pt x="144590" y="236792"/>
                  </a:lnTo>
                  <a:lnTo>
                    <a:pt x="143923" y="235077"/>
                  </a:lnTo>
                  <a:lnTo>
                    <a:pt x="143542" y="232315"/>
                  </a:lnTo>
                  <a:lnTo>
                    <a:pt x="142684" y="230981"/>
                  </a:lnTo>
                  <a:lnTo>
                    <a:pt x="141827" y="229934"/>
                  </a:lnTo>
                  <a:lnTo>
                    <a:pt x="141065" y="228600"/>
                  </a:lnTo>
                  <a:lnTo>
                    <a:pt x="140113" y="226790"/>
                  </a:lnTo>
                  <a:lnTo>
                    <a:pt x="139446" y="225171"/>
                  </a:lnTo>
                  <a:lnTo>
                    <a:pt x="138875" y="223171"/>
                  </a:lnTo>
                  <a:lnTo>
                    <a:pt x="138303" y="221456"/>
                  </a:lnTo>
                  <a:lnTo>
                    <a:pt x="137255" y="221551"/>
                  </a:lnTo>
                  <a:lnTo>
                    <a:pt x="136303" y="221742"/>
                  </a:lnTo>
                  <a:lnTo>
                    <a:pt x="135350" y="222123"/>
                  </a:lnTo>
                  <a:lnTo>
                    <a:pt x="134779" y="222504"/>
                  </a:lnTo>
                  <a:lnTo>
                    <a:pt x="134398" y="223171"/>
                  </a:lnTo>
                  <a:lnTo>
                    <a:pt x="133255" y="227838"/>
                  </a:lnTo>
                  <a:lnTo>
                    <a:pt x="133159" y="229838"/>
                  </a:lnTo>
                  <a:lnTo>
                    <a:pt x="133445" y="231934"/>
                  </a:lnTo>
                  <a:lnTo>
                    <a:pt x="134303" y="232124"/>
                  </a:lnTo>
                  <a:lnTo>
                    <a:pt x="137255" y="234220"/>
                  </a:lnTo>
                  <a:lnTo>
                    <a:pt x="138113" y="234982"/>
                  </a:lnTo>
                  <a:lnTo>
                    <a:pt x="138684" y="236315"/>
                  </a:lnTo>
                  <a:lnTo>
                    <a:pt x="139255" y="239744"/>
                  </a:lnTo>
                  <a:lnTo>
                    <a:pt x="139827" y="240792"/>
                  </a:lnTo>
                  <a:lnTo>
                    <a:pt x="139827" y="241173"/>
                  </a:lnTo>
                  <a:lnTo>
                    <a:pt x="139637" y="241840"/>
                  </a:lnTo>
                  <a:lnTo>
                    <a:pt x="139732" y="242983"/>
                  </a:lnTo>
                  <a:lnTo>
                    <a:pt x="140113" y="244697"/>
                  </a:lnTo>
                  <a:lnTo>
                    <a:pt x="139827" y="245650"/>
                  </a:lnTo>
                  <a:lnTo>
                    <a:pt x="139827" y="248984"/>
                  </a:lnTo>
                  <a:lnTo>
                    <a:pt x="139637" y="250031"/>
                  </a:lnTo>
                  <a:lnTo>
                    <a:pt x="139351" y="250984"/>
                  </a:lnTo>
                  <a:lnTo>
                    <a:pt x="137160" y="255746"/>
                  </a:lnTo>
                  <a:lnTo>
                    <a:pt x="136684" y="257842"/>
                  </a:lnTo>
                  <a:lnTo>
                    <a:pt x="137255" y="259080"/>
                  </a:lnTo>
                  <a:lnTo>
                    <a:pt x="136493" y="260318"/>
                  </a:lnTo>
                  <a:lnTo>
                    <a:pt x="135922" y="261938"/>
                  </a:lnTo>
                  <a:lnTo>
                    <a:pt x="135731" y="263557"/>
                  </a:lnTo>
                  <a:lnTo>
                    <a:pt x="136112" y="264700"/>
                  </a:lnTo>
                  <a:lnTo>
                    <a:pt x="136970" y="264509"/>
                  </a:lnTo>
                  <a:lnTo>
                    <a:pt x="139922" y="260223"/>
                  </a:lnTo>
                  <a:lnTo>
                    <a:pt x="139255" y="261747"/>
                  </a:lnTo>
                  <a:lnTo>
                    <a:pt x="138303" y="263461"/>
                  </a:lnTo>
                  <a:lnTo>
                    <a:pt x="137636" y="265081"/>
                  </a:lnTo>
                  <a:lnTo>
                    <a:pt x="138017" y="266319"/>
                  </a:lnTo>
                  <a:lnTo>
                    <a:pt x="138589" y="266414"/>
                  </a:lnTo>
                  <a:lnTo>
                    <a:pt x="139255" y="266128"/>
                  </a:lnTo>
                  <a:lnTo>
                    <a:pt x="139922" y="265747"/>
                  </a:lnTo>
                  <a:lnTo>
                    <a:pt x="140399" y="265557"/>
                  </a:lnTo>
                  <a:lnTo>
                    <a:pt x="141732" y="263176"/>
                  </a:lnTo>
                  <a:lnTo>
                    <a:pt x="142208" y="262890"/>
                  </a:lnTo>
                  <a:lnTo>
                    <a:pt x="143446" y="261652"/>
                  </a:lnTo>
                  <a:lnTo>
                    <a:pt x="143732" y="262223"/>
                  </a:lnTo>
                  <a:lnTo>
                    <a:pt x="143828" y="262509"/>
                  </a:lnTo>
                  <a:lnTo>
                    <a:pt x="144780" y="261747"/>
                  </a:lnTo>
                  <a:lnTo>
                    <a:pt x="147542" y="257461"/>
                  </a:lnTo>
                  <a:lnTo>
                    <a:pt x="148019" y="256032"/>
                  </a:lnTo>
                  <a:lnTo>
                    <a:pt x="147923" y="246888"/>
                  </a:lnTo>
                  <a:lnTo>
                    <a:pt x="148971" y="241459"/>
                  </a:lnTo>
                  <a:lnTo>
                    <a:pt x="148114" y="240125"/>
                  </a:lnTo>
                  <a:close/>
                  <a:moveTo>
                    <a:pt x="138779" y="241459"/>
                  </a:moveTo>
                  <a:lnTo>
                    <a:pt x="139351" y="241173"/>
                  </a:lnTo>
                  <a:lnTo>
                    <a:pt x="139351" y="240030"/>
                  </a:lnTo>
                  <a:lnTo>
                    <a:pt x="139255" y="239459"/>
                  </a:lnTo>
                  <a:lnTo>
                    <a:pt x="139065" y="238887"/>
                  </a:lnTo>
                  <a:lnTo>
                    <a:pt x="138779" y="238887"/>
                  </a:lnTo>
                  <a:lnTo>
                    <a:pt x="138684" y="238696"/>
                  </a:lnTo>
                  <a:lnTo>
                    <a:pt x="138398" y="242030"/>
                  </a:lnTo>
                  <a:lnTo>
                    <a:pt x="138684" y="241649"/>
                  </a:lnTo>
                  <a:lnTo>
                    <a:pt x="138779" y="241459"/>
                  </a:lnTo>
                  <a:close/>
                  <a:moveTo>
                    <a:pt x="132969" y="221647"/>
                  </a:moveTo>
                  <a:lnTo>
                    <a:pt x="133731" y="221361"/>
                  </a:lnTo>
                  <a:lnTo>
                    <a:pt x="135255" y="219932"/>
                  </a:lnTo>
                  <a:lnTo>
                    <a:pt x="137255" y="220027"/>
                  </a:lnTo>
                  <a:lnTo>
                    <a:pt x="139065" y="220409"/>
                  </a:lnTo>
                  <a:lnTo>
                    <a:pt x="139922" y="220218"/>
                  </a:lnTo>
                  <a:lnTo>
                    <a:pt x="139160" y="219075"/>
                  </a:lnTo>
                  <a:lnTo>
                    <a:pt x="138208" y="217932"/>
                  </a:lnTo>
                  <a:lnTo>
                    <a:pt x="137255" y="217456"/>
                  </a:lnTo>
                  <a:lnTo>
                    <a:pt x="136208" y="216313"/>
                  </a:lnTo>
                  <a:lnTo>
                    <a:pt x="135446" y="216027"/>
                  </a:lnTo>
                  <a:lnTo>
                    <a:pt x="133350" y="216027"/>
                  </a:lnTo>
                  <a:lnTo>
                    <a:pt x="132874" y="216122"/>
                  </a:lnTo>
                  <a:lnTo>
                    <a:pt x="132493" y="216884"/>
                  </a:lnTo>
                  <a:lnTo>
                    <a:pt x="131636" y="216979"/>
                  </a:lnTo>
                  <a:lnTo>
                    <a:pt x="129826" y="216694"/>
                  </a:lnTo>
                  <a:lnTo>
                    <a:pt x="129159" y="216979"/>
                  </a:lnTo>
                  <a:lnTo>
                    <a:pt x="128778" y="217742"/>
                  </a:lnTo>
                  <a:lnTo>
                    <a:pt x="128588" y="218789"/>
                  </a:lnTo>
                  <a:lnTo>
                    <a:pt x="128588" y="219837"/>
                  </a:lnTo>
                  <a:lnTo>
                    <a:pt x="128778" y="221456"/>
                  </a:lnTo>
                  <a:lnTo>
                    <a:pt x="128683" y="221932"/>
                  </a:lnTo>
                  <a:lnTo>
                    <a:pt x="128207" y="222599"/>
                  </a:lnTo>
                  <a:lnTo>
                    <a:pt x="129635" y="222980"/>
                  </a:lnTo>
                  <a:lnTo>
                    <a:pt x="130112" y="223361"/>
                  </a:lnTo>
                  <a:lnTo>
                    <a:pt x="130302" y="223933"/>
                  </a:lnTo>
                  <a:lnTo>
                    <a:pt x="130397" y="224504"/>
                  </a:lnTo>
                  <a:lnTo>
                    <a:pt x="131064" y="225171"/>
                  </a:lnTo>
                  <a:lnTo>
                    <a:pt x="131636" y="225838"/>
                  </a:lnTo>
                  <a:lnTo>
                    <a:pt x="132398" y="224885"/>
                  </a:lnTo>
                  <a:lnTo>
                    <a:pt x="132112" y="224028"/>
                  </a:lnTo>
                  <a:lnTo>
                    <a:pt x="132207" y="222599"/>
                  </a:lnTo>
                  <a:lnTo>
                    <a:pt x="132969" y="221647"/>
                  </a:lnTo>
                  <a:close/>
                  <a:moveTo>
                    <a:pt x="57531" y="278320"/>
                  </a:moveTo>
                  <a:lnTo>
                    <a:pt x="56293" y="277654"/>
                  </a:lnTo>
                  <a:lnTo>
                    <a:pt x="55721" y="276034"/>
                  </a:lnTo>
                  <a:lnTo>
                    <a:pt x="55245" y="272224"/>
                  </a:lnTo>
                  <a:lnTo>
                    <a:pt x="55054" y="271463"/>
                  </a:lnTo>
                  <a:lnTo>
                    <a:pt x="54959" y="271081"/>
                  </a:lnTo>
                  <a:lnTo>
                    <a:pt x="54769" y="270796"/>
                  </a:lnTo>
                  <a:lnTo>
                    <a:pt x="54578" y="270605"/>
                  </a:lnTo>
                  <a:lnTo>
                    <a:pt x="54007" y="270605"/>
                  </a:lnTo>
                  <a:lnTo>
                    <a:pt x="53912" y="271081"/>
                  </a:lnTo>
                  <a:lnTo>
                    <a:pt x="54292" y="272034"/>
                  </a:lnTo>
                  <a:lnTo>
                    <a:pt x="54388" y="272891"/>
                  </a:lnTo>
                  <a:lnTo>
                    <a:pt x="54959" y="274796"/>
                  </a:lnTo>
                  <a:lnTo>
                    <a:pt x="54959" y="275844"/>
                  </a:lnTo>
                  <a:lnTo>
                    <a:pt x="54578" y="276892"/>
                  </a:lnTo>
                  <a:lnTo>
                    <a:pt x="54197" y="277273"/>
                  </a:lnTo>
                  <a:lnTo>
                    <a:pt x="54197" y="277463"/>
                  </a:lnTo>
                  <a:lnTo>
                    <a:pt x="56864" y="280606"/>
                  </a:lnTo>
                  <a:lnTo>
                    <a:pt x="58483" y="281464"/>
                  </a:lnTo>
                  <a:lnTo>
                    <a:pt x="59150" y="280511"/>
                  </a:lnTo>
                  <a:lnTo>
                    <a:pt x="58865" y="278987"/>
                  </a:lnTo>
                  <a:lnTo>
                    <a:pt x="57531" y="278320"/>
                  </a:lnTo>
                  <a:close/>
                  <a:moveTo>
                    <a:pt x="132302" y="212122"/>
                  </a:moveTo>
                  <a:lnTo>
                    <a:pt x="133731" y="212122"/>
                  </a:lnTo>
                  <a:lnTo>
                    <a:pt x="134303" y="212026"/>
                  </a:lnTo>
                  <a:lnTo>
                    <a:pt x="134779" y="211836"/>
                  </a:lnTo>
                  <a:lnTo>
                    <a:pt x="134969" y="211645"/>
                  </a:lnTo>
                  <a:lnTo>
                    <a:pt x="135160" y="211550"/>
                  </a:lnTo>
                  <a:lnTo>
                    <a:pt x="135731" y="211741"/>
                  </a:lnTo>
                  <a:lnTo>
                    <a:pt x="136208" y="212122"/>
                  </a:lnTo>
                  <a:lnTo>
                    <a:pt x="136874" y="213265"/>
                  </a:lnTo>
                  <a:lnTo>
                    <a:pt x="137255" y="213646"/>
                  </a:lnTo>
                  <a:lnTo>
                    <a:pt x="137732" y="213836"/>
                  </a:lnTo>
                  <a:lnTo>
                    <a:pt x="139351" y="214027"/>
                  </a:lnTo>
                  <a:lnTo>
                    <a:pt x="139065" y="213455"/>
                  </a:lnTo>
                  <a:lnTo>
                    <a:pt x="138684" y="212884"/>
                  </a:lnTo>
                  <a:lnTo>
                    <a:pt x="138113" y="212407"/>
                  </a:lnTo>
                  <a:lnTo>
                    <a:pt x="137541" y="212026"/>
                  </a:lnTo>
                  <a:lnTo>
                    <a:pt x="138017" y="212026"/>
                  </a:lnTo>
                  <a:lnTo>
                    <a:pt x="139351" y="212026"/>
                  </a:lnTo>
                  <a:lnTo>
                    <a:pt x="139351" y="211645"/>
                  </a:lnTo>
                  <a:lnTo>
                    <a:pt x="138208" y="210788"/>
                  </a:lnTo>
                  <a:lnTo>
                    <a:pt x="136208" y="208312"/>
                  </a:lnTo>
                  <a:lnTo>
                    <a:pt x="135065" y="207359"/>
                  </a:lnTo>
                  <a:lnTo>
                    <a:pt x="133731" y="207454"/>
                  </a:lnTo>
                  <a:lnTo>
                    <a:pt x="132017" y="208883"/>
                  </a:lnTo>
                  <a:lnTo>
                    <a:pt x="130969" y="210693"/>
                  </a:lnTo>
                  <a:lnTo>
                    <a:pt x="131826" y="212026"/>
                  </a:lnTo>
                  <a:lnTo>
                    <a:pt x="132302" y="212122"/>
                  </a:lnTo>
                  <a:close/>
                  <a:moveTo>
                    <a:pt x="123730" y="266319"/>
                  </a:moveTo>
                  <a:lnTo>
                    <a:pt x="122777" y="267367"/>
                  </a:lnTo>
                  <a:lnTo>
                    <a:pt x="121634" y="269462"/>
                  </a:lnTo>
                  <a:lnTo>
                    <a:pt x="121158" y="270700"/>
                  </a:lnTo>
                  <a:lnTo>
                    <a:pt x="120967" y="272034"/>
                  </a:lnTo>
                  <a:lnTo>
                    <a:pt x="120967" y="274701"/>
                  </a:lnTo>
                  <a:lnTo>
                    <a:pt x="121158" y="274796"/>
                  </a:lnTo>
                  <a:lnTo>
                    <a:pt x="121634" y="274510"/>
                  </a:lnTo>
                  <a:lnTo>
                    <a:pt x="122111" y="273939"/>
                  </a:lnTo>
                  <a:lnTo>
                    <a:pt x="123349" y="269557"/>
                  </a:lnTo>
                  <a:lnTo>
                    <a:pt x="124682" y="267271"/>
                  </a:lnTo>
                  <a:lnTo>
                    <a:pt x="124873" y="266033"/>
                  </a:lnTo>
                  <a:lnTo>
                    <a:pt x="123730" y="266319"/>
                  </a:lnTo>
                  <a:close/>
                  <a:moveTo>
                    <a:pt x="132874" y="262509"/>
                  </a:moveTo>
                  <a:lnTo>
                    <a:pt x="130969" y="264128"/>
                  </a:lnTo>
                  <a:lnTo>
                    <a:pt x="130683" y="264605"/>
                  </a:lnTo>
                  <a:lnTo>
                    <a:pt x="130778" y="265367"/>
                  </a:lnTo>
                  <a:lnTo>
                    <a:pt x="130969" y="266033"/>
                  </a:lnTo>
                  <a:lnTo>
                    <a:pt x="131540" y="266319"/>
                  </a:lnTo>
                  <a:lnTo>
                    <a:pt x="132493" y="266033"/>
                  </a:lnTo>
                  <a:lnTo>
                    <a:pt x="133636" y="264700"/>
                  </a:lnTo>
                  <a:lnTo>
                    <a:pt x="134112" y="262795"/>
                  </a:lnTo>
                  <a:lnTo>
                    <a:pt x="134398" y="260604"/>
                  </a:lnTo>
                  <a:lnTo>
                    <a:pt x="134969" y="258699"/>
                  </a:lnTo>
                  <a:lnTo>
                    <a:pt x="135255" y="259366"/>
                  </a:lnTo>
                  <a:lnTo>
                    <a:pt x="135350" y="259747"/>
                  </a:lnTo>
                  <a:lnTo>
                    <a:pt x="135350" y="260318"/>
                  </a:lnTo>
                  <a:lnTo>
                    <a:pt x="136398" y="256794"/>
                  </a:lnTo>
                  <a:lnTo>
                    <a:pt x="135922" y="256699"/>
                  </a:lnTo>
                  <a:lnTo>
                    <a:pt x="135350" y="257080"/>
                  </a:lnTo>
                  <a:lnTo>
                    <a:pt x="134779" y="257651"/>
                  </a:lnTo>
                  <a:lnTo>
                    <a:pt x="134303" y="258318"/>
                  </a:lnTo>
                  <a:lnTo>
                    <a:pt x="133636" y="258318"/>
                  </a:lnTo>
                  <a:lnTo>
                    <a:pt x="132207" y="259842"/>
                  </a:lnTo>
                  <a:lnTo>
                    <a:pt x="131540" y="260223"/>
                  </a:lnTo>
                  <a:lnTo>
                    <a:pt x="130588" y="260604"/>
                  </a:lnTo>
                  <a:lnTo>
                    <a:pt x="130016" y="261556"/>
                  </a:lnTo>
                  <a:lnTo>
                    <a:pt x="129730" y="262795"/>
                  </a:lnTo>
                  <a:lnTo>
                    <a:pt x="129635" y="264128"/>
                  </a:lnTo>
                  <a:lnTo>
                    <a:pt x="129921" y="264128"/>
                  </a:lnTo>
                  <a:lnTo>
                    <a:pt x="130207" y="263557"/>
                  </a:lnTo>
                  <a:lnTo>
                    <a:pt x="132493" y="262223"/>
                  </a:lnTo>
                  <a:lnTo>
                    <a:pt x="132874" y="262509"/>
                  </a:lnTo>
                  <a:close/>
                  <a:moveTo>
                    <a:pt x="127063" y="263652"/>
                  </a:moveTo>
                  <a:lnTo>
                    <a:pt x="126683" y="263271"/>
                  </a:lnTo>
                  <a:lnTo>
                    <a:pt x="126016" y="263842"/>
                  </a:lnTo>
                  <a:lnTo>
                    <a:pt x="125825" y="264414"/>
                  </a:lnTo>
                  <a:lnTo>
                    <a:pt x="125921" y="266224"/>
                  </a:lnTo>
                  <a:lnTo>
                    <a:pt x="125825" y="267462"/>
                  </a:lnTo>
                  <a:lnTo>
                    <a:pt x="125540" y="268224"/>
                  </a:lnTo>
                  <a:lnTo>
                    <a:pt x="125158" y="268795"/>
                  </a:lnTo>
                  <a:lnTo>
                    <a:pt x="124873" y="269557"/>
                  </a:lnTo>
                  <a:lnTo>
                    <a:pt x="124873" y="270510"/>
                  </a:lnTo>
                  <a:lnTo>
                    <a:pt x="125254" y="271367"/>
                  </a:lnTo>
                  <a:lnTo>
                    <a:pt x="125921" y="271748"/>
                  </a:lnTo>
                  <a:lnTo>
                    <a:pt x="126778" y="271367"/>
                  </a:lnTo>
                  <a:lnTo>
                    <a:pt x="128016" y="269938"/>
                  </a:lnTo>
                  <a:lnTo>
                    <a:pt x="129159" y="269272"/>
                  </a:lnTo>
                  <a:lnTo>
                    <a:pt x="129635" y="267462"/>
                  </a:lnTo>
                  <a:lnTo>
                    <a:pt x="128969" y="265938"/>
                  </a:lnTo>
                  <a:lnTo>
                    <a:pt x="127063" y="263652"/>
                  </a:lnTo>
                  <a:close/>
                  <a:moveTo>
                    <a:pt x="124206" y="264700"/>
                  </a:moveTo>
                  <a:lnTo>
                    <a:pt x="124587" y="263271"/>
                  </a:lnTo>
                  <a:lnTo>
                    <a:pt x="123825" y="263366"/>
                  </a:lnTo>
                  <a:lnTo>
                    <a:pt x="123063" y="264700"/>
                  </a:lnTo>
                  <a:lnTo>
                    <a:pt x="122396" y="266319"/>
                  </a:lnTo>
                  <a:lnTo>
                    <a:pt x="122111" y="267557"/>
                  </a:lnTo>
                  <a:lnTo>
                    <a:pt x="122492" y="267557"/>
                  </a:lnTo>
                  <a:lnTo>
                    <a:pt x="122873" y="266414"/>
                  </a:lnTo>
                  <a:lnTo>
                    <a:pt x="124206" y="264700"/>
                  </a:lnTo>
                  <a:close/>
                  <a:moveTo>
                    <a:pt x="136779" y="240792"/>
                  </a:moveTo>
                  <a:lnTo>
                    <a:pt x="136493" y="240601"/>
                  </a:lnTo>
                  <a:lnTo>
                    <a:pt x="136112" y="240506"/>
                  </a:lnTo>
                  <a:lnTo>
                    <a:pt x="135826" y="240601"/>
                  </a:lnTo>
                  <a:lnTo>
                    <a:pt x="135731" y="240982"/>
                  </a:lnTo>
                  <a:lnTo>
                    <a:pt x="135826" y="241744"/>
                  </a:lnTo>
                  <a:lnTo>
                    <a:pt x="136112" y="241840"/>
                  </a:lnTo>
                  <a:lnTo>
                    <a:pt x="136493" y="241744"/>
                  </a:lnTo>
                  <a:lnTo>
                    <a:pt x="136779" y="241935"/>
                  </a:lnTo>
                  <a:lnTo>
                    <a:pt x="137160" y="242983"/>
                  </a:lnTo>
                  <a:lnTo>
                    <a:pt x="137541" y="245173"/>
                  </a:lnTo>
                  <a:lnTo>
                    <a:pt x="137922" y="246221"/>
                  </a:lnTo>
                  <a:lnTo>
                    <a:pt x="137541" y="246221"/>
                  </a:lnTo>
                  <a:lnTo>
                    <a:pt x="137636" y="246793"/>
                  </a:lnTo>
                  <a:lnTo>
                    <a:pt x="137636" y="247459"/>
                  </a:lnTo>
                  <a:lnTo>
                    <a:pt x="137732" y="248031"/>
                  </a:lnTo>
                  <a:lnTo>
                    <a:pt x="138017" y="248507"/>
                  </a:lnTo>
                  <a:lnTo>
                    <a:pt x="138398" y="247555"/>
                  </a:lnTo>
                  <a:lnTo>
                    <a:pt x="138017" y="245269"/>
                  </a:lnTo>
                  <a:lnTo>
                    <a:pt x="138398" y="244221"/>
                  </a:lnTo>
                  <a:lnTo>
                    <a:pt x="138589" y="244697"/>
                  </a:lnTo>
                  <a:lnTo>
                    <a:pt x="139160" y="245840"/>
                  </a:lnTo>
                  <a:lnTo>
                    <a:pt x="139065" y="244507"/>
                  </a:lnTo>
                  <a:lnTo>
                    <a:pt x="138494" y="242888"/>
                  </a:lnTo>
                  <a:lnTo>
                    <a:pt x="137732" y="241554"/>
                  </a:lnTo>
                  <a:lnTo>
                    <a:pt x="136779" y="240792"/>
                  </a:lnTo>
                  <a:close/>
                  <a:moveTo>
                    <a:pt x="207931" y="292894"/>
                  </a:moveTo>
                  <a:lnTo>
                    <a:pt x="208026" y="291655"/>
                  </a:lnTo>
                  <a:lnTo>
                    <a:pt x="208502" y="289274"/>
                  </a:lnTo>
                  <a:lnTo>
                    <a:pt x="208598" y="288036"/>
                  </a:lnTo>
                  <a:lnTo>
                    <a:pt x="208121" y="285845"/>
                  </a:lnTo>
                  <a:lnTo>
                    <a:pt x="206216" y="282130"/>
                  </a:lnTo>
                  <a:lnTo>
                    <a:pt x="206026" y="279559"/>
                  </a:lnTo>
                  <a:lnTo>
                    <a:pt x="206026" y="279273"/>
                  </a:lnTo>
                  <a:lnTo>
                    <a:pt x="206026" y="278320"/>
                  </a:lnTo>
                  <a:lnTo>
                    <a:pt x="205169" y="278606"/>
                  </a:lnTo>
                  <a:lnTo>
                    <a:pt x="204216" y="278701"/>
                  </a:lnTo>
                  <a:lnTo>
                    <a:pt x="204597" y="279940"/>
                  </a:lnTo>
                  <a:lnTo>
                    <a:pt x="204692" y="281368"/>
                  </a:lnTo>
                  <a:lnTo>
                    <a:pt x="204407" y="282702"/>
                  </a:lnTo>
                  <a:lnTo>
                    <a:pt x="203549" y="283750"/>
                  </a:lnTo>
                  <a:lnTo>
                    <a:pt x="203740" y="282988"/>
                  </a:lnTo>
                  <a:lnTo>
                    <a:pt x="204121" y="282130"/>
                  </a:lnTo>
                  <a:lnTo>
                    <a:pt x="204407" y="281273"/>
                  </a:lnTo>
                  <a:lnTo>
                    <a:pt x="204121" y="280511"/>
                  </a:lnTo>
                  <a:lnTo>
                    <a:pt x="203359" y="279940"/>
                  </a:lnTo>
                  <a:lnTo>
                    <a:pt x="202787" y="279844"/>
                  </a:lnTo>
                  <a:lnTo>
                    <a:pt x="202311" y="280321"/>
                  </a:lnTo>
                  <a:lnTo>
                    <a:pt x="201835" y="281464"/>
                  </a:lnTo>
                  <a:lnTo>
                    <a:pt x="201549" y="283559"/>
                  </a:lnTo>
                  <a:lnTo>
                    <a:pt x="202692" y="287274"/>
                  </a:lnTo>
                  <a:lnTo>
                    <a:pt x="202978" y="289560"/>
                  </a:lnTo>
                  <a:lnTo>
                    <a:pt x="202978" y="290893"/>
                  </a:lnTo>
                  <a:lnTo>
                    <a:pt x="202883" y="291465"/>
                  </a:lnTo>
                  <a:lnTo>
                    <a:pt x="202025" y="292608"/>
                  </a:lnTo>
                  <a:lnTo>
                    <a:pt x="202025" y="292989"/>
                  </a:lnTo>
                  <a:lnTo>
                    <a:pt x="202216" y="293370"/>
                  </a:lnTo>
                  <a:lnTo>
                    <a:pt x="202406" y="294322"/>
                  </a:lnTo>
                  <a:lnTo>
                    <a:pt x="202692" y="294799"/>
                  </a:lnTo>
                  <a:lnTo>
                    <a:pt x="203168" y="295084"/>
                  </a:lnTo>
                  <a:lnTo>
                    <a:pt x="203740" y="295084"/>
                  </a:lnTo>
                  <a:lnTo>
                    <a:pt x="204407" y="294703"/>
                  </a:lnTo>
                  <a:lnTo>
                    <a:pt x="204407" y="294227"/>
                  </a:lnTo>
                  <a:lnTo>
                    <a:pt x="204121" y="293846"/>
                  </a:lnTo>
                  <a:lnTo>
                    <a:pt x="204121" y="293560"/>
                  </a:lnTo>
                  <a:lnTo>
                    <a:pt x="205169" y="293370"/>
                  </a:lnTo>
                  <a:lnTo>
                    <a:pt x="206502" y="293560"/>
                  </a:lnTo>
                  <a:lnTo>
                    <a:pt x="207645" y="293560"/>
                  </a:lnTo>
                  <a:lnTo>
                    <a:pt x="207931" y="292894"/>
                  </a:lnTo>
                  <a:close/>
                  <a:moveTo>
                    <a:pt x="202692" y="275939"/>
                  </a:moveTo>
                  <a:lnTo>
                    <a:pt x="203454" y="274510"/>
                  </a:lnTo>
                  <a:lnTo>
                    <a:pt x="203645" y="273653"/>
                  </a:lnTo>
                  <a:lnTo>
                    <a:pt x="203549" y="272891"/>
                  </a:lnTo>
                  <a:lnTo>
                    <a:pt x="202883" y="270796"/>
                  </a:lnTo>
                  <a:lnTo>
                    <a:pt x="202787" y="270319"/>
                  </a:lnTo>
                  <a:lnTo>
                    <a:pt x="202692" y="270129"/>
                  </a:lnTo>
                  <a:lnTo>
                    <a:pt x="202501" y="269938"/>
                  </a:lnTo>
                  <a:lnTo>
                    <a:pt x="201263" y="271367"/>
                  </a:lnTo>
                  <a:lnTo>
                    <a:pt x="200882" y="272129"/>
                  </a:lnTo>
                  <a:lnTo>
                    <a:pt x="200692" y="273082"/>
                  </a:lnTo>
                  <a:lnTo>
                    <a:pt x="201073" y="275939"/>
                  </a:lnTo>
                  <a:lnTo>
                    <a:pt x="200216" y="280606"/>
                  </a:lnTo>
                  <a:lnTo>
                    <a:pt x="200692" y="281559"/>
                  </a:lnTo>
                  <a:lnTo>
                    <a:pt x="201168" y="280988"/>
                  </a:lnTo>
                  <a:lnTo>
                    <a:pt x="202311" y="277939"/>
                  </a:lnTo>
                  <a:lnTo>
                    <a:pt x="202692" y="275939"/>
                  </a:lnTo>
                  <a:close/>
                  <a:moveTo>
                    <a:pt x="132588" y="189357"/>
                  </a:moveTo>
                  <a:lnTo>
                    <a:pt x="130112" y="188023"/>
                  </a:lnTo>
                  <a:lnTo>
                    <a:pt x="128207" y="187357"/>
                  </a:lnTo>
                  <a:lnTo>
                    <a:pt x="126873" y="187357"/>
                  </a:lnTo>
                  <a:lnTo>
                    <a:pt x="126683" y="187833"/>
                  </a:lnTo>
                  <a:lnTo>
                    <a:pt x="127254" y="188690"/>
                  </a:lnTo>
                  <a:lnTo>
                    <a:pt x="128873" y="190405"/>
                  </a:lnTo>
                  <a:lnTo>
                    <a:pt x="129826" y="191167"/>
                  </a:lnTo>
                  <a:lnTo>
                    <a:pt x="130874" y="191452"/>
                  </a:lnTo>
                  <a:lnTo>
                    <a:pt x="131826" y="190976"/>
                  </a:lnTo>
                  <a:lnTo>
                    <a:pt x="132112" y="190309"/>
                  </a:lnTo>
                  <a:lnTo>
                    <a:pt x="133159" y="190690"/>
                  </a:lnTo>
                  <a:lnTo>
                    <a:pt x="135065" y="192119"/>
                  </a:lnTo>
                  <a:lnTo>
                    <a:pt x="134588" y="190881"/>
                  </a:lnTo>
                  <a:lnTo>
                    <a:pt x="132588" y="189357"/>
                  </a:lnTo>
                  <a:close/>
                  <a:moveTo>
                    <a:pt x="243269" y="304990"/>
                  </a:moveTo>
                  <a:lnTo>
                    <a:pt x="243173" y="304419"/>
                  </a:lnTo>
                  <a:lnTo>
                    <a:pt x="241268" y="298704"/>
                  </a:lnTo>
                  <a:lnTo>
                    <a:pt x="240697" y="295846"/>
                  </a:lnTo>
                  <a:lnTo>
                    <a:pt x="240601" y="294418"/>
                  </a:lnTo>
                  <a:lnTo>
                    <a:pt x="239840" y="280988"/>
                  </a:lnTo>
                  <a:lnTo>
                    <a:pt x="240792" y="272320"/>
                  </a:lnTo>
                  <a:lnTo>
                    <a:pt x="240601" y="270605"/>
                  </a:lnTo>
                  <a:lnTo>
                    <a:pt x="239840" y="267176"/>
                  </a:lnTo>
                  <a:lnTo>
                    <a:pt x="239840" y="266700"/>
                  </a:lnTo>
                  <a:lnTo>
                    <a:pt x="239744" y="266224"/>
                  </a:lnTo>
                  <a:lnTo>
                    <a:pt x="239078" y="262509"/>
                  </a:lnTo>
                  <a:lnTo>
                    <a:pt x="237839" y="258699"/>
                  </a:lnTo>
                  <a:lnTo>
                    <a:pt x="238506" y="258127"/>
                  </a:lnTo>
                  <a:lnTo>
                    <a:pt x="239268" y="258127"/>
                  </a:lnTo>
                  <a:lnTo>
                    <a:pt x="239840" y="257842"/>
                  </a:lnTo>
                  <a:lnTo>
                    <a:pt x="239935" y="256413"/>
                  </a:lnTo>
                  <a:lnTo>
                    <a:pt x="236887" y="237934"/>
                  </a:lnTo>
                  <a:lnTo>
                    <a:pt x="236792" y="236982"/>
                  </a:lnTo>
                  <a:lnTo>
                    <a:pt x="236125" y="235172"/>
                  </a:lnTo>
                  <a:lnTo>
                    <a:pt x="235934" y="234220"/>
                  </a:lnTo>
                  <a:lnTo>
                    <a:pt x="236029" y="230886"/>
                  </a:lnTo>
                  <a:lnTo>
                    <a:pt x="235649" y="226504"/>
                  </a:lnTo>
                  <a:lnTo>
                    <a:pt x="235458" y="225647"/>
                  </a:lnTo>
                  <a:lnTo>
                    <a:pt x="234887" y="224790"/>
                  </a:lnTo>
                  <a:lnTo>
                    <a:pt x="233458" y="223552"/>
                  </a:lnTo>
                  <a:lnTo>
                    <a:pt x="232886" y="222694"/>
                  </a:lnTo>
                  <a:lnTo>
                    <a:pt x="232505" y="220980"/>
                  </a:lnTo>
                  <a:lnTo>
                    <a:pt x="232029" y="216598"/>
                  </a:lnTo>
                  <a:lnTo>
                    <a:pt x="231267" y="215646"/>
                  </a:lnTo>
                  <a:lnTo>
                    <a:pt x="229553" y="214979"/>
                  </a:lnTo>
                  <a:lnTo>
                    <a:pt x="228600" y="213455"/>
                  </a:lnTo>
                  <a:lnTo>
                    <a:pt x="228219" y="211550"/>
                  </a:lnTo>
                  <a:lnTo>
                    <a:pt x="228219" y="207645"/>
                  </a:lnTo>
                  <a:lnTo>
                    <a:pt x="226886" y="199549"/>
                  </a:lnTo>
                  <a:lnTo>
                    <a:pt x="226981" y="197263"/>
                  </a:lnTo>
                  <a:lnTo>
                    <a:pt x="227171" y="196405"/>
                  </a:lnTo>
                  <a:lnTo>
                    <a:pt x="228124" y="194405"/>
                  </a:lnTo>
                  <a:lnTo>
                    <a:pt x="228505" y="193357"/>
                  </a:lnTo>
                  <a:lnTo>
                    <a:pt x="228505" y="192786"/>
                  </a:lnTo>
                  <a:lnTo>
                    <a:pt x="228219" y="192214"/>
                  </a:lnTo>
                  <a:lnTo>
                    <a:pt x="227933" y="191262"/>
                  </a:lnTo>
                  <a:lnTo>
                    <a:pt x="227933" y="190690"/>
                  </a:lnTo>
                  <a:lnTo>
                    <a:pt x="228124" y="189547"/>
                  </a:lnTo>
                  <a:lnTo>
                    <a:pt x="228029" y="189071"/>
                  </a:lnTo>
                  <a:lnTo>
                    <a:pt x="227838" y="188785"/>
                  </a:lnTo>
                  <a:lnTo>
                    <a:pt x="227171" y="188214"/>
                  </a:lnTo>
                  <a:lnTo>
                    <a:pt x="226886" y="187833"/>
                  </a:lnTo>
                  <a:lnTo>
                    <a:pt x="226790" y="187452"/>
                  </a:lnTo>
                  <a:lnTo>
                    <a:pt x="226886" y="186690"/>
                  </a:lnTo>
                  <a:lnTo>
                    <a:pt x="226790" y="186309"/>
                  </a:lnTo>
                  <a:lnTo>
                    <a:pt x="226504" y="185833"/>
                  </a:lnTo>
                  <a:lnTo>
                    <a:pt x="225838" y="185166"/>
                  </a:lnTo>
                  <a:lnTo>
                    <a:pt x="225552" y="184690"/>
                  </a:lnTo>
                  <a:lnTo>
                    <a:pt x="225266" y="183832"/>
                  </a:lnTo>
                  <a:lnTo>
                    <a:pt x="224980" y="181070"/>
                  </a:lnTo>
                  <a:lnTo>
                    <a:pt x="222980" y="174593"/>
                  </a:lnTo>
                  <a:lnTo>
                    <a:pt x="222790" y="172688"/>
                  </a:lnTo>
                  <a:lnTo>
                    <a:pt x="223361" y="170307"/>
                  </a:lnTo>
                  <a:lnTo>
                    <a:pt x="223266" y="169259"/>
                  </a:lnTo>
                  <a:lnTo>
                    <a:pt x="223266" y="169069"/>
                  </a:lnTo>
                  <a:lnTo>
                    <a:pt x="222218" y="168497"/>
                  </a:lnTo>
                  <a:lnTo>
                    <a:pt x="221361" y="168973"/>
                  </a:lnTo>
                  <a:lnTo>
                    <a:pt x="220694" y="171640"/>
                  </a:lnTo>
                  <a:lnTo>
                    <a:pt x="219932" y="172402"/>
                  </a:lnTo>
                  <a:lnTo>
                    <a:pt x="219266" y="171450"/>
                  </a:lnTo>
                  <a:lnTo>
                    <a:pt x="218694" y="169259"/>
                  </a:lnTo>
                  <a:lnTo>
                    <a:pt x="217646" y="167640"/>
                  </a:lnTo>
                  <a:lnTo>
                    <a:pt x="215455" y="168402"/>
                  </a:lnTo>
                  <a:lnTo>
                    <a:pt x="214598" y="169354"/>
                  </a:lnTo>
                  <a:lnTo>
                    <a:pt x="212884" y="171736"/>
                  </a:lnTo>
                  <a:lnTo>
                    <a:pt x="211931" y="172498"/>
                  </a:lnTo>
                  <a:lnTo>
                    <a:pt x="210693" y="172784"/>
                  </a:lnTo>
                  <a:lnTo>
                    <a:pt x="209836" y="172402"/>
                  </a:lnTo>
                  <a:lnTo>
                    <a:pt x="207645" y="169926"/>
                  </a:lnTo>
                  <a:lnTo>
                    <a:pt x="206978" y="168878"/>
                  </a:lnTo>
                  <a:lnTo>
                    <a:pt x="206312" y="168116"/>
                  </a:lnTo>
                  <a:lnTo>
                    <a:pt x="205550" y="168116"/>
                  </a:lnTo>
                  <a:lnTo>
                    <a:pt x="205264" y="168878"/>
                  </a:lnTo>
                  <a:lnTo>
                    <a:pt x="205169" y="170117"/>
                  </a:lnTo>
                  <a:lnTo>
                    <a:pt x="205264" y="172307"/>
                  </a:lnTo>
                  <a:lnTo>
                    <a:pt x="206692" y="178879"/>
                  </a:lnTo>
                  <a:lnTo>
                    <a:pt x="206597" y="181165"/>
                  </a:lnTo>
                  <a:lnTo>
                    <a:pt x="205359" y="183166"/>
                  </a:lnTo>
                  <a:lnTo>
                    <a:pt x="204692" y="183928"/>
                  </a:lnTo>
                  <a:lnTo>
                    <a:pt x="203835" y="184499"/>
                  </a:lnTo>
                  <a:lnTo>
                    <a:pt x="200882" y="185738"/>
                  </a:lnTo>
                  <a:lnTo>
                    <a:pt x="200025" y="186499"/>
                  </a:lnTo>
                  <a:lnTo>
                    <a:pt x="198692" y="188404"/>
                  </a:lnTo>
                  <a:lnTo>
                    <a:pt x="197167" y="191071"/>
                  </a:lnTo>
                  <a:lnTo>
                    <a:pt x="196215" y="193834"/>
                  </a:lnTo>
                  <a:lnTo>
                    <a:pt x="196501" y="196120"/>
                  </a:lnTo>
                  <a:lnTo>
                    <a:pt x="197263" y="197929"/>
                  </a:lnTo>
                  <a:lnTo>
                    <a:pt x="198025" y="201835"/>
                  </a:lnTo>
                  <a:lnTo>
                    <a:pt x="198692" y="203549"/>
                  </a:lnTo>
                  <a:lnTo>
                    <a:pt x="198882" y="204216"/>
                  </a:lnTo>
                  <a:lnTo>
                    <a:pt x="198692" y="204692"/>
                  </a:lnTo>
                  <a:lnTo>
                    <a:pt x="197929" y="205549"/>
                  </a:lnTo>
                  <a:lnTo>
                    <a:pt x="197834" y="205549"/>
                  </a:lnTo>
                  <a:lnTo>
                    <a:pt x="197358" y="205549"/>
                  </a:lnTo>
                  <a:lnTo>
                    <a:pt x="197167" y="205549"/>
                  </a:lnTo>
                  <a:lnTo>
                    <a:pt x="196882" y="205740"/>
                  </a:lnTo>
                  <a:lnTo>
                    <a:pt x="196882" y="206026"/>
                  </a:lnTo>
                  <a:lnTo>
                    <a:pt x="196882" y="206311"/>
                  </a:lnTo>
                  <a:lnTo>
                    <a:pt x="196787" y="206502"/>
                  </a:lnTo>
                  <a:lnTo>
                    <a:pt x="195929" y="207835"/>
                  </a:lnTo>
                  <a:lnTo>
                    <a:pt x="195548" y="208217"/>
                  </a:lnTo>
                  <a:lnTo>
                    <a:pt x="194691" y="209074"/>
                  </a:lnTo>
                  <a:lnTo>
                    <a:pt x="194310" y="209550"/>
                  </a:lnTo>
                  <a:lnTo>
                    <a:pt x="193643" y="209931"/>
                  </a:lnTo>
                  <a:lnTo>
                    <a:pt x="192215" y="210217"/>
                  </a:lnTo>
                  <a:lnTo>
                    <a:pt x="191548" y="210502"/>
                  </a:lnTo>
                  <a:lnTo>
                    <a:pt x="191167" y="210598"/>
                  </a:lnTo>
                  <a:lnTo>
                    <a:pt x="190786" y="210502"/>
                  </a:lnTo>
                  <a:lnTo>
                    <a:pt x="190405" y="210407"/>
                  </a:lnTo>
                  <a:lnTo>
                    <a:pt x="190024" y="210312"/>
                  </a:lnTo>
                  <a:lnTo>
                    <a:pt x="189548" y="210502"/>
                  </a:lnTo>
                  <a:lnTo>
                    <a:pt x="189262" y="210979"/>
                  </a:lnTo>
                  <a:lnTo>
                    <a:pt x="189071" y="211550"/>
                  </a:lnTo>
                  <a:lnTo>
                    <a:pt x="188786" y="211931"/>
                  </a:lnTo>
                  <a:lnTo>
                    <a:pt x="187928" y="212407"/>
                  </a:lnTo>
                  <a:lnTo>
                    <a:pt x="187738" y="212217"/>
                  </a:lnTo>
                  <a:lnTo>
                    <a:pt x="187738" y="211645"/>
                  </a:lnTo>
                  <a:lnTo>
                    <a:pt x="187452" y="210979"/>
                  </a:lnTo>
                  <a:lnTo>
                    <a:pt x="186690" y="210598"/>
                  </a:lnTo>
                  <a:lnTo>
                    <a:pt x="186023" y="210502"/>
                  </a:lnTo>
                  <a:lnTo>
                    <a:pt x="185357" y="210217"/>
                  </a:lnTo>
                  <a:lnTo>
                    <a:pt x="184690" y="209455"/>
                  </a:lnTo>
                  <a:lnTo>
                    <a:pt x="184499" y="208883"/>
                  </a:lnTo>
                  <a:lnTo>
                    <a:pt x="184404" y="207169"/>
                  </a:lnTo>
                  <a:lnTo>
                    <a:pt x="184309" y="206978"/>
                  </a:lnTo>
                  <a:lnTo>
                    <a:pt x="183833" y="206883"/>
                  </a:lnTo>
                  <a:lnTo>
                    <a:pt x="183642" y="206692"/>
                  </a:lnTo>
                  <a:lnTo>
                    <a:pt x="183356" y="205264"/>
                  </a:lnTo>
                  <a:lnTo>
                    <a:pt x="182118" y="201073"/>
                  </a:lnTo>
                  <a:lnTo>
                    <a:pt x="181832" y="200501"/>
                  </a:lnTo>
                  <a:lnTo>
                    <a:pt x="181451" y="198787"/>
                  </a:lnTo>
                  <a:lnTo>
                    <a:pt x="181356" y="198787"/>
                  </a:lnTo>
                  <a:lnTo>
                    <a:pt x="180594" y="198025"/>
                  </a:lnTo>
                  <a:lnTo>
                    <a:pt x="180499" y="197739"/>
                  </a:lnTo>
                  <a:lnTo>
                    <a:pt x="180594" y="197358"/>
                  </a:lnTo>
                  <a:lnTo>
                    <a:pt x="180594" y="196977"/>
                  </a:lnTo>
                  <a:lnTo>
                    <a:pt x="180213" y="196501"/>
                  </a:lnTo>
                  <a:lnTo>
                    <a:pt x="180213" y="196501"/>
                  </a:lnTo>
                  <a:lnTo>
                    <a:pt x="180023" y="196882"/>
                  </a:lnTo>
                  <a:lnTo>
                    <a:pt x="180023" y="196882"/>
                  </a:lnTo>
                  <a:lnTo>
                    <a:pt x="179546" y="196024"/>
                  </a:lnTo>
                  <a:lnTo>
                    <a:pt x="178784" y="194977"/>
                  </a:lnTo>
                  <a:lnTo>
                    <a:pt x="177737" y="194215"/>
                  </a:lnTo>
                  <a:lnTo>
                    <a:pt x="176594" y="194215"/>
                  </a:lnTo>
                  <a:lnTo>
                    <a:pt x="176022" y="195072"/>
                  </a:lnTo>
                  <a:lnTo>
                    <a:pt x="175736" y="196405"/>
                  </a:lnTo>
                  <a:lnTo>
                    <a:pt x="175736" y="198977"/>
                  </a:lnTo>
                  <a:lnTo>
                    <a:pt x="176689" y="203740"/>
                  </a:lnTo>
                  <a:lnTo>
                    <a:pt x="176498" y="205645"/>
                  </a:lnTo>
                  <a:lnTo>
                    <a:pt x="174688" y="205168"/>
                  </a:lnTo>
                  <a:lnTo>
                    <a:pt x="173450" y="203454"/>
                  </a:lnTo>
                  <a:lnTo>
                    <a:pt x="172784" y="201073"/>
                  </a:lnTo>
                  <a:lnTo>
                    <a:pt x="171545" y="191929"/>
                  </a:lnTo>
                  <a:lnTo>
                    <a:pt x="171355" y="191357"/>
                  </a:lnTo>
                  <a:lnTo>
                    <a:pt x="171069" y="190881"/>
                  </a:lnTo>
                  <a:lnTo>
                    <a:pt x="170974" y="190405"/>
                  </a:lnTo>
                  <a:lnTo>
                    <a:pt x="171355" y="189928"/>
                  </a:lnTo>
                  <a:lnTo>
                    <a:pt x="171926" y="189452"/>
                  </a:lnTo>
                  <a:lnTo>
                    <a:pt x="172117" y="188976"/>
                  </a:lnTo>
                  <a:lnTo>
                    <a:pt x="171926" y="188595"/>
                  </a:lnTo>
                  <a:lnTo>
                    <a:pt x="171259" y="188404"/>
                  </a:lnTo>
                  <a:lnTo>
                    <a:pt x="170593" y="187928"/>
                  </a:lnTo>
                  <a:lnTo>
                    <a:pt x="170021" y="186785"/>
                  </a:lnTo>
                  <a:lnTo>
                    <a:pt x="169354" y="184404"/>
                  </a:lnTo>
                  <a:lnTo>
                    <a:pt x="169069" y="182975"/>
                  </a:lnTo>
                  <a:lnTo>
                    <a:pt x="168974" y="182594"/>
                  </a:lnTo>
                  <a:lnTo>
                    <a:pt x="168592" y="182118"/>
                  </a:lnTo>
                  <a:lnTo>
                    <a:pt x="167640" y="181546"/>
                  </a:lnTo>
                  <a:lnTo>
                    <a:pt x="167164" y="181165"/>
                  </a:lnTo>
                  <a:lnTo>
                    <a:pt x="166688" y="180213"/>
                  </a:lnTo>
                  <a:lnTo>
                    <a:pt x="166211" y="178308"/>
                  </a:lnTo>
                  <a:lnTo>
                    <a:pt x="165830" y="177260"/>
                  </a:lnTo>
                  <a:lnTo>
                    <a:pt x="164306" y="174403"/>
                  </a:lnTo>
                  <a:lnTo>
                    <a:pt x="164116" y="173450"/>
                  </a:lnTo>
                  <a:lnTo>
                    <a:pt x="164306" y="172117"/>
                  </a:lnTo>
                  <a:lnTo>
                    <a:pt x="164973" y="172021"/>
                  </a:lnTo>
                  <a:lnTo>
                    <a:pt x="165735" y="172117"/>
                  </a:lnTo>
                  <a:lnTo>
                    <a:pt x="166211" y="171164"/>
                  </a:lnTo>
                  <a:lnTo>
                    <a:pt x="165925" y="170307"/>
                  </a:lnTo>
                  <a:lnTo>
                    <a:pt x="165068" y="170021"/>
                  </a:lnTo>
                  <a:lnTo>
                    <a:pt x="164211" y="169545"/>
                  </a:lnTo>
                  <a:lnTo>
                    <a:pt x="164021" y="168307"/>
                  </a:lnTo>
                  <a:lnTo>
                    <a:pt x="164497" y="167164"/>
                  </a:lnTo>
                  <a:lnTo>
                    <a:pt x="165354" y="166878"/>
                  </a:lnTo>
                  <a:lnTo>
                    <a:pt x="166307" y="166783"/>
                  </a:lnTo>
                  <a:lnTo>
                    <a:pt x="167259" y="166306"/>
                  </a:lnTo>
                  <a:lnTo>
                    <a:pt x="167830" y="165354"/>
                  </a:lnTo>
                  <a:lnTo>
                    <a:pt x="168878" y="162211"/>
                  </a:lnTo>
                  <a:lnTo>
                    <a:pt x="169069" y="161163"/>
                  </a:lnTo>
                  <a:lnTo>
                    <a:pt x="168878" y="160401"/>
                  </a:lnTo>
                  <a:lnTo>
                    <a:pt x="168307" y="159067"/>
                  </a:lnTo>
                  <a:lnTo>
                    <a:pt x="168307" y="158305"/>
                  </a:lnTo>
                  <a:lnTo>
                    <a:pt x="168497" y="157543"/>
                  </a:lnTo>
                  <a:lnTo>
                    <a:pt x="170307" y="154400"/>
                  </a:lnTo>
                  <a:lnTo>
                    <a:pt x="170879" y="153638"/>
                  </a:lnTo>
                  <a:lnTo>
                    <a:pt x="171545" y="152971"/>
                  </a:lnTo>
                  <a:lnTo>
                    <a:pt x="172498" y="152590"/>
                  </a:lnTo>
                  <a:lnTo>
                    <a:pt x="173165" y="152686"/>
                  </a:lnTo>
                  <a:lnTo>
                    <a:pt x="173355" y="152781"/>
                  </a:lnTo>
                  <a:lnTo>
                    <a:pt x="173736" y="152971"/>
                  </a:lnTo>
                  <a:lnTo>
                    <a:pt x="174308" y="153067"/>
                  </a:lnTo>
                  <a:lnTo>
                    <a:pt x="174974" y="152686"/>
                  </a:lnTo>
                  <a:lnTo>
                    <a:pt x="175546" y="150304"/>
                  </a:lnTo>
                  <a:lnTo>
                    <a:pt x="175641" y="148114"/>
                  </a:lnTo>
                  <a:lnTo>
                    <a:pt x="176308" y="146685"/>
                  </a:lnTo>
                  <a:lnTo>
                    <a:pt x="178499" y="146494"/>
                  </a:lnTo>
                  <a:lnTo>
                    <a:pt x="182499" y="147352"/>
                  </a:lnTo>
                  <a:lnTo>
                    <a:pt x="184499" y="147542"/>
                  </a:lnTo>
                  <a:lnTo>
                    <a:pt x="186690" y="147256"/>
                  </a:lnTo>
                  <a:lnTo>
                    <a:pt x="187928" y="146875"/>
                  </a:lnTo>
                  <a:lnTo>
                    <a:pt x="188690" y="146399"/>
                  </a:lnTo>
                  <a:lnTo>
                    <a:pt x="189167" y="145637"/>
                  </a:lnTo>
                  <a:lnTo>
                    <a:pt x="189548" y="144399"/>
                  </a:lnTo>
                  <a:lnTo>
                    <a:pt x="190119" y="140779"/>
                  </a:lnTo>
                  <a:lnTo>
                    <a:pt x="190405" y="140113"/>
                  </a:lnTo>
                  <a:lnTo>
                    <a:pt x="190976" y="140303"/>
                  </a:lnTo>
                  <a:lnTo>
                    <a:pt x="191929" y="142589"/>
                  </a:lnTo>
                  <a:lnTo>
                    <a:pt x="192405" y="143446"/>
                  </a:lnTo>
                  <a:lnTo>
                    <a:pt x="193358" y="144018"/>
                  </a:lnTo>
                  <a:lnTo>
                    <a:pt x="194405" y="144113"/>
                  </a:lnTo>
                  <a:lnTo>
                    <a:pt x="195358" y="143732"/>
                  </a:lnTo>
                  <a:lnTo>
                    <a:pt x="195929" y="142875"/>
                  </a:lnTo>
                  <a:lnTo>
                    <a:pt x="195929" y="141922"/>
                  </a:lnTo>
                  <a:lnTo>
                    <a:pt x="195644" y="140779"/>
                  </a:lnTo>
                  <a:lnTo>
                    <a:pt x="195453" y="139732"/>
                  </a:lnTo>
                  <a:lnTo>
                    <a:pt x="196025" y="138970"/>
                  </a:lnTo>
                  <a:lnTo>
                    <a:pt x="199358" y="139732"/>
                  </a:lnTo>
                  <a:lnTo>
                    <a:pt x="199930" y="139732"/>
                  </a:lnTo>
                  <a:lnTo>
                    <a:pt x="200120" y="140113"/>
                  </a:lnTo>
                  <a:lnTo>
                    <a:pt x="200216" y="141446"/>
                  </a:lnTo>
                  <a:lnTo>
                    <a:pt x="200311" y="141922"/>
                  </a:lnTo>
                  <a:lnTo>
                    <a:pt x="201930" y="143542"/>
                  </a:lnTo>
                  <a:lnTo>
                    <a:pt x="202978" y="143827"/>
                  </a:lnTo>
                  <a:lnTo>
                    <a:pt x="203645" y="143446"/>
                  </a:lnTo>
                  <a:lnTo>
                    <a:pt x="204025" y="142399"/>
                  </a:lnTo>
                  <a:lnTo>
                    <a:pt x="205169" y="137541"/>
                  </a:lnTo>
                  <a:lnTo>
                    <a:pt x="205169" y="136398"/>
                  </a:lnTo>
                  <a:lnTo>
                    <a:pt x="204597" y="134112"/>
                  </a:lnTo>
                  <a:lnTo>
                    <a:pt x="204788" y="133064"/>
                  </a:lnTo>
                  <a:lnTo>
                    <a:pt x="205930" y="132683"/>
                  </a:lnTo>
                  <a:lnTo>
                    <a:pt x="206407" y="133159"/>
                  </a:lnTo>
                  <a:lnTo>
                    <a:pt x="207550" y="133921"/>
                  </a:lnTo>
                  <a:lnTo>
                    <a:pt x="208598" y="134302"/>
                  </a:lnTo>
                  <a:lnTo>
                    <a:pt x="208598" y="133540"/>
                  </a:lnTo>
                  <a:lnTo>
                    <a:pt x="207454" y="131635"/>
                  </a:lnTo>
                  <a:lnTo>
                    <a:pt x="207550" y="130969"/>
                  </a:lnTo>
                  <a:lnTo>
                    <a:pt x="211931" y="131350"/>
                  </a:lnTo>
                  <a:lnTo>
                    <a:pt x="213455" y="131254"/>
                  </a:lnTo>
                  <a:lnTo>
                    <a:pt x="214789" y="130683"/>
                  </a:lnTo>
                  <a:lnTo>
                    <a:pt x="215837" y="129254"/>
                  </a:lnTo>
                  <a:lnTo>
                    <a:pt x="216027" y="127635"/>
                  </a:lnTo>
                  <a:lnTo>
                    <a:pt x="215741" y="124111"/>
                  </a:lnTo>
                  <a:lnTo>
                    <a:pt x="216027" y="122968"/>
                  </a:lnTo>
                  <a:lnTo>
                    <a:pt x="216694" y="122301"/>
                  </a:lnTo>
                  <a:lnTo>
                    <a:pt x="217456" y="121825"/>
                  </a:lnTo>
                  <a:lnTo>
                    <a:pt x="218027" y="121348"/>
                  </a:lnTo>
                  <a:lnTo>
                    <a:pt x="218218" y="121253"/>
                  </a:lnTo>
                  <a:lnTo>
                    <a:pt x="218789" y="120396"/>
                  </a:lnTo>
                  <a:lnTo>
                    <a:pt x="219075" y="119539"/>
                  </a:lnTo>
                  <a:lnTo>
                    <a:pt x="219361" y="117538"/>
                  </a:lnTo>
                  <a:lnTo>
                    <a:pt x="219837" y="115252"/>
                  </a:lnTo>
                  <a:lnTo>
                    <a:pt x="222504" y="107728"/>
                  </a:lnTo>
                  <a:lnTo>
                    <a:pt x="222695" y="106870"/>
                  </a:lnTo>
                  <a:lnTo>
                    <a:pt x="222695" y="106013"/>
                  </a:lnTo>
                  <a:lnTo>
                    <a:pt x="222599" y="105061"/>
                  </a:lnTo>
                  <a:lnTo>
                    <a:pt x="222599" y="105061"/>
                  </a:lnTo>
                  <a:lnTo>
                    <a:pt x="221933" y="103251"/>
                  </a:lnTo>
                  <a:lnTo>
                    <a:pt x="221933" y="103251"/>
                  </a:lnTo>
                  <a:lnTo>
                    <a:pt x="221742" y="102203"/>
                  </a:lnTo>
                  <a:lnTo>
                    <a:pt x="222028" y="101251"/>
                  </a:lnTo>
                  <a:lnTo>
                    <a:pt x="223552" y="100584"/>
                  </a:lnTo>
                  <a:lnTo>
                    <a:pt x="225552" y="101251"/>
                  </a:lnTo>
                  <a:lnTo>
                    <a:pt x="225552" y="101251"/>
                  </a:lnTo>
                  <a:lnTo>
                    <a:pt x="229076" y="103442"/>
                  </a:lnTo>
                  <a:lnTo>
                    <a:pt x="229076" y="103442"/>
                  </a:lnTo>
                  <a:lnTo>
                    <a:pt x="229171" y="103822"/>
                  </a:lnTo>
                  <a:lnTo>
                    <a:pt x="229171" y="103822"/>
                  </a:lnTo>
                  <a:lnTo>
                    <a:pt x="229362" y="104108"/>
                  </a:lnTo>
                  <a:lnTo>
                    <a:pt x="229362" y="104108"/>
                  </a:lnTo>
                  <a:lnTo>
                    <a:pt x="229743" y="104299"/>
                  </a:lnTo>
                  <a:lnTo>
                    <a:pt x="230219" y="104394"/>
                  </a:lnTo>
                  <a:lnTo>
                    <a:pt x="233458" y="103346"/>
                  </a:lnTo>
                  <a:lnTo>
                    <a:pt x="235363" y="102870"/>
                  </a:lnTo>
                  <a:lnTo>
                    <a:pt x="236125" y="101727"/>
                  </a:lnTo>
                  <a:lnTo>
                    <a:pt x="236315" y="101060"/>
                  </a:lnTo>
                  <a:lnTo>
                    <a:pt x="236125" y="100013"/>
                  </a:lnTo>
                  <a:lnTo>
                    <a:pt x="236125" y="100013"/>
                  </a:lnTo>
                  <a:lnTo>
                    <a:pt x="235744" y="99060"/>
                  </a:lnTo>
                  <a:lnTo>
                    <a:pt x="235267" y="98584"/>
                  </a:lnTo>
                  <a:lnTo>
                    <a:pt x="235267" y="98584"/>
                  </a:lnTo>
                  <a:lnTo>
                    <a:pt x="233934" y="98012"/>
                  </a:lnTo>
                  <a:lnTo>
                    <a:pt x="233934" y="98012"/>
                  </a:lnTo>
                  <a:lnTo>
                    <a:pt x="233934" y="98012"/>
                  </a:lnTo>
                  <a:lnTo>
                    <a:pt x="234315" y="97631"/>
                  </a:lnTo>
                  <a:lnTo>
                    <a:pt x="234315" y="97631"/>
                  </a:lnTo>
                  <a:lnTo>
                    <a:pt x="234125" y="97345"/>
                  </a:lnTo>
                  <a:lnTo>
                    <a:pt x="234125" y="97345"/>
                  </a:lnTo>
                  <a:lnTo>
                    <a:pt x="233648" y="97060"/>
                  </a:lnTo>
                  <a:lnTo>
                    <a:pt x="233648" y="97060"/>
                  </a:lnTo>
                  <a:lnTo>
                    <a:pt x="231934" y="95821"/>
                  </a:lnTo>
                  <a:lnTo>
                    <a:pt x="231934" y="95821"/>
                  </a:lnTo>
                  <a:lnTo>
                    <a:pt x="231934" y="95631"/>
                  </a:lnTo>
                  <a:lnTo>
                    <a:pt x="231934" y="95631"/>
                  </a:lnTo>
                  <a:lnTo>
                    <a:pt x="231934" y="95631"/>
                  </a:lnTo>
                  <a:lnTo>
                    <a:pt x="230981" y="95250"/>
                  </a:lnTo>
                  <a:lnTo>
                    <a:pt x="230600" y="95155"/>
                  </a:lnTo>
                  <a:lnTo>
                    <a:pt x="230600" y="95155"/>
                  </a:lnTo>
                  <a:lnTo>
                    <a:pt x="230600" y="95155"/>
                  </a:lnTo>
                  <a:lnTo>
                    <a:pt x="230505" y="94583"/>
                  </a:lnTo>
                  <a:lnTo>
                    <a:pt x="230315" y="93535"/>
                  </a:lnTo>
                  <a:lnTo>
                    <a:pt x="228981" y="92773"/>
                  </a:lnTo>
                  <a:lnTo>
                    <a:pt x="227457" y="92107"/>
                  </a:lnTo>
                  <a:lnTo>
                    <a:pt x="226600" y="90868"/>
                  </a:lnTo>
                  <a:lnTo>
                    <a:pt x="226124" y="90488"/>
                  </a:lnTo>
                  <a:lnTo>
                    <a:pt x="223361" y="90106"/>
                  </a:lnTo>
                  <a:lnTo>
                    <a:pt x="222409" y="89821"/>
                  </a:lnTo>
                  <a:lnTo>
                    <a:pt x="221742" y="89535"/>
                  </a:lnTo>
                  <a:lnTo>
                    <a:pt x="221075" y="89059"/>
                  </a:lnTo>
                  <a:lnTo>
                    <a:pt x="220313" y="88392"/>
                  </a:lnTo>
                  <a:lnTo>
                    <a:pt x="219551" y="87344"/>
                  </a:lnTo>
                  <a:lnTo>
                    <a:pt x="219170" y="87058"/>
                  </a:lnTo>
                  <a:lnTo>
                    <a:pt x="218789" y="86963"/>
                  </a:lnTo>
                  <a:lnTo>
                    <a:pt x="218027" y="87154"/>
                  </a:lnTo>
                  <a:lnTo>
                    <a:pt x="217742" y="87058"/>
                  </a:lnTo>
                  <a:lnTo>
                    <a:pt x="217361" y="86773"/>
                  </a:lnTo>
                  <a:lnTo>
                    <a:pt x="216599" y="86773"/>
                  </a:lnTo>
                  <a:lnTo>
                    <a:pt x="216217" y="86677"/>
                  </a:lnTo>
                  <a:lnTo>
                    <a:pt x="215932" y="86392"/>
                  </a:lnTo>
                  <a:lnTo>
                    <a:pt x="215455" y="85534"/>
                  </a:lnTo>
                  <a:lnTo>
                    <a:pt x="215075" y="85249"/>
                  </a:lnTo>
                  <a:lnTo>
                    <a:pt x="213646" y="84677"/>
                  </a:lnTo>
                  <a:lnTo>
                    <a:pt x="211931" y="84296"/>
                  </a:lnTo>
                  <a:lnTo>
                    <a:pt x="210217" y="84201"/>
                  </a:lnTo>
                  <a:lnTo>
                    <a:pt x="208788" y="84677"/>
                  </a:lnTo>
                  <a:lnTo>
                    <a:pt x="207836" y="84963"/>
                  </a:lnTo>
                  <a:lnTo>
                    <a:pt x="204883" y="84487"/>
                  </a:lnTo>
                  <a:lnTo>
                    <a:pt x="199263" y="85249"/>
                  </a:lnTo>
                  <a:lnTo>
                    <a:pt x="196691" y="85058"/>
                  </a:lnTo>
                  <a:lnTo>
                    <a:pt x="195929" y="85153"/>
                  </a:lnTo>
                  <a:lnTo>
                    <a:pt x="195548" y="85439"/>
                  </a:lnTo>
                  <a:lnTo>
                    <a:pt x="195263" y="86106"/>
                  </a:lnTo>
                  <a:lnTo>
                    <a:pt x="194882" y="86392"/>
                  </a:lnTo>
                  <a:lnTo>
                    <a:pt x="194405" y="86296"/>
                  </a:lnTo>
                  <a:lnTo>
                    <a:pt x="193738" y="85915"/>
                  </a:lnTo>
                  <a:lnTo>
                    <a:pt x="193167" y="85915"/>
                  </a:lnTo>
                  <a:lnTo>
                    <a:pt x="192881" y="86868"/>
                  </a:lnTo>
                  <a:lnTo>
                    <a:pt x="192310" y="87439"/>
                  </a:lnTo>
                  <a:lnTo>
                    <a:pt x="191071" y="87630"/>
                  </a:lnTo>
                  <a:lnTo>
                    <a:pt x="189738" y="87535"/>
                  </a:lnTo>
                  <a:lnTo>
                    <a:pt x="188881" y="87344"/>
                  </a:lnTo>
                  <a:lnTo>
                    <a:pt x="188024" y="86677"/>
                  </a:lnTo>
                  <a:lnTo>
                    <a:pt x="187642" y="86011"/>
                  </a:lnTo>
                  <a:lnTo>
                    <a:pt x="187262" y="85534"/>
                  </a:lnTo>
                  <a:lnTo>
                    <a:pt x="186309" y="85439"/>
                  </a:lnTo>
                  <a:lnTo>
                    <a:pt x="185833" y="85630"/>
                  </a:lnTo>
                  <a:lnTo>
                    <a:pt x="184975" y="86392"/>
                  </a:lnTo>
                  <a:lnTo>
                    <a:pt x="184309" y="86582"/>
                  </a:lnTo>
                  <a:lnTo>
                    <a:pt x="183737" y="86677"/>
                  </a:lnTo>
                  <a:lnTo>
                    <a:pt x="182690" y="87058"/>
                  </a:lnTo>
                  <a:lnTo>
                    <a:pt x="182213" y="87154"/>
                  </a:lnTo>
                  <a:lnTo>
                    <a:pt x="180118" y="86963"/>
                  </a:lnTo>
                  <a:lnTo>
                    <a:pt x="172307" y="84582"/>
                  </a:lnTo>
                  <a:lnTo>
                    <a:pt x="169736" y="83248"/>
                  </a:lnTo>
                  <a:lnTo>
                    <a:pt x="169164" y="83248"/>
                  </a:lnTo>
                  <a:lnTo>
                    <a:pt x="168021" y="83820"/>
                  </a:lnTo>
                  <a:lnTo>
                    <a:pt x="167354" y="83915"/>
                  </a:lnTo>
                  <a:lnTo>
                    <a:pt x="164401" y="83820"/>
                  </a:lnTo>
                  <a:lnTo>
                    <a:pt x="155924" y="85153"/>
                  </a:lnTo>
                  <a:lnTo>
                    <a:pt x="154210" y="85725"/>
                  </a:lnTo>
                  <a:lnTo>
                    <a:pt x="153734" y="85820"/>
                  </a:lnTo>
                  <a:lnTo>
                    <a:pt x="147828" y="86582"/>
                  </a:lnTo>
                  <a:lnTo>
                    <a:pt x="146399" y="86392"/>
                  </a:lnTo>
                  <a:lnTo>
                    <a:pt x="145637" y="86011"/>
                  </a:lnTo>
                  <a:lnTo>
                    <a:pt x="144971" y="85534"/>
                  </a:lnTo>
                  <a:lnTo>
                    <a:pt x="144304" y="85153"/>
                  </a:lnTo>
                  <a:lnTo>
                    <a:pt x="143446" y="85058"/>
                  </a:lnTo>
                  <a:lnTo>
                    <a:pt x="143161" y="85249"/>
                  </a:lnTo>
                  <a:lnTo>
                    <a:pt x="142589" y="85820"/>
                  </a:lnTo>
                  <a:lnTo>
                    <a:pt x="142304" y="86011"/>
                  </a:lnTo>
                  <a:lnTo>
                    <a:pt x="141827" y="86011"/>
                  </a:lnTo>
                  <a:lnTo>
                    <a:pt x="139827" y="85630"/>
                  </a:lnTo>
                  <a:lnTo>
                    <a:pt x="138684" y="85153"/>
                  </a:lnTo>
                  <a:lnTo>
                    <a:pt x="138113" y="84963"/>
                  </a:lnTo>
                  <a:lnTo>
                    <a:pt x="137350" y="84963"/>
                  </a:lnTo>
                  <a:lnTo>
                    <a:pt x="135255" y="85534"/>
                  </a:lnTo>
                  <a:lnTo>
                    <a:pt x="130969" y="85153"/>
                  </a:lnTo>
                  <a:lnTo>
                    <a:pt x="125635" y="86296"/>
                  </a:lnTo>
                  <a:lnTo>
                    <a:pt x="123825" y="86201"/>
                  </a:lnTo>
                  <a:lnTo>
                    <a:pt x="119729" y="84487"/>
                  </a:lnTo>
                  <a:lnTo>
                    <a:pt x="111442" y="82677"/>
                  </a:lnTo>
                  <a:lnTo>
                    <a:pt x="99727" y="77724"/>
                  </a:lnTo>
                  <a:lnTo>
                    <a:pt x="97726" y="77819"/>
                  </a:lnTo>
                  <a:lnTo>
                    <a:pt x="95821" y="78581"/>
                  </a:lnTo>
                  <a:lnTo>
                    <a:pt x="94964" y="78391"/>
                  </a:lnTo>
                  <a:lnTo>
                    <a:pt x="94393" y="77248"/>
                  </a:lnTo>
                  <a:lnTo>
                    <a:pt x="93917" y="75152"/>
                  </a:lnTo>
                  <a:lnTo>
                    <a:pt x="93726" y="73152"/>
                  </a:lnTo>
                  <a:lnTo>
                    <a:pt x="93917" y="71533"/>
                  </a:lnTo>
                  <a:lnTo>
                    <a:pt x="94012" y="70961"/>
                  </a:lnTo>
                  <a:lnTo>
                    <a:pt x="94393" y="69437"/>
                  </a:lnTo>
                  <a:lnTo>
                    <a:pt x="95155" y="66580"/>
                  </a:lnTo>
                  <a:lnTo>
                    <a:pt x="95250" y="62198"/>
                  </a:lnTo>
                  <a:lnTo>
                    <a:pt x="95726" y="58102"/>
                  </a:lnTo>
                  <a:lnTo>
                    <a:pt x="95155" y="55817"/>
                  </a:lnTo>
                  <a:lnTo>
                    <a:pt x="93917" y="52864"/>
                  </a:lnTo>
                  <a:lnTo>
                    <a:pt x="92964" y="47625"/>
                  </a:lnTo>
                  <a:lnTo>
                    <a:pt x="93154" y="46196"/>
                  </a:lnTo>
                  <a:lnTo>
                    <a:pt x="95441" y="42196"/>
                  </a:lnTo>
                  <a:lnTo>
                    <a:pt x="95631" y="40767"/>
                  </a:lnTo>
                  <a:lnTo>
                    <a:pt x="95250" y="40481"/>
                  </a:lnTo>
                  <a:lnTo>
                    <a:pt x="94393" y="40386"/>
                  </a:lnTo>
                  <a:lnTo>
                    <a:pt x="93440" y="39814"/>
                  </a:lnTo>
                  <a:lnTo>
                    <a:pt x="94488" y="39433"/>
                  </a:lnTo>
                  <a:lnTo>
                    <a:pt x="95250" y="38862"/>
                  </a:lnTo>
                  <a:lnTo>
                    <a:pt x="95441" y="38100"/>
                  </a:lnTo>
                  <a:lnTo>
                    <a:pt x="94774" y="37147"/>
                  </a:lnTo>
                  <a:lnTo>
                    <a:pt x="94679" y="37052"/>
                  </a:lnTo>
                  <a:lnTo>
                    <a:pt x="94583" y="37052"/>
                  </a:lnTo>
                  <a:lnTo>
                    <a:pt x="94488" y="37052"/>
                  </a:lnTo>
                  <a:lnTo>
                    <a:pt x="94393" y="37052"/>
                  </a:lnTo>
                  <a:lnTo>
                    <a:pt x="94393" y="37052"/>
                  </a:lnTo>
                  <a:lnTo>
                    <a:pt x="94393" y="37052"/>
                  </a:lnTo>
                  <a:lnTo>
                    <a:pt x="94012" y="37433"/>
                  </a:lnTo>
                  <a:lnTo>
                    <a:pt x="93631" y="37624"/>
                  </a:lnTo>
                  <a:lnTo>
                    <a:pt x="93345" y="37528"/>
                  </a:lnTo>
                  <a:lnTo>
                    <a:pt x="93059" y="37147"/>
                  </a:lnTo>
                  <a:lnTo>
                    <a:pt x="92678" y="36385"/>
                  </a:lnTo>
                  <a:lnTo>
                    <a:pt x="91630" y="34957"/>
                  </a:lnTo>
                  <a:lnTo>
                    <a:pt x="91345" y="34385"/>
                  </a:lnTo>
                  <a:lnTo>
                    <a:pt x="91250" y="33338"/>
                  </a:lnTo>
                  <a:lnTo>
                    <a:pt x="91345" y="32575"/>
                  </a:lnTo>
                  <a:lnTo>
                    <a:pt x="91250" y="31813"/>
                  </a:lnTo>
                  <a:lnTo>
                    <a:pt x="90583" y="30861"/>
                  </a:lnTo>
                  <a:lnTo>
                    <a:pt x="90202" y="30099"/>
                  </a:lnTo>
                  <a:lnTo>
                    <a:pt x="90011" y="29146"/>
                  </a:lnTo>
                  <a:lnTo>
                    <a:pt x="89725" y="28289"/>
                  </a:lnTo>
                  <a:lnTo>
                    <a:pt x="89059" y="27813"/>
                  </a:lnTo>
                  <a:lnTo>
                    <a:pt x="88583" y="27813"/>
                  </a:lnTo>
                  <a:lnTo>
                    <a:pt x="87535" y="27908"/>
                  </a:lnTo>
                  <a:lnTo>
                    <a:pt x="87154" y="27813"/>
                  </a:lnTo>
                  <a:lnTo>
                    <a:pt x="86487" y="27527"/>
                  </a:lnTo>
                  <a:lnTo>
                    <a:pt x="86392" y="27432"/>
                  </a:lnTo>
                  <a:lnTo>
                    <a:pt x="86487" y="27242"/>
                  </a:lnTo>
                  <a:lnTo>
                    <a:pt x="86487" y="26003"/>
                  </a:lnTo>
                  <a:lnTo>
                    <a:pt x="86487" y="24765"/>
                  </a:lnTo>
                  <a:lnTo>
                    <a:pt x="86201" y="23908"/>
                  </a:lnTo>
                  <a:lnTo>
                    <a:pt x="85249" y="23717"/>
                  </a:lnTo>
                  <a:lnTo>
                    <a:pt x="84106" y="24098"/>
                  </a:lnTo>
                  <a:lnTo>
                    <a:pt x="83725" y="24574"/>
                  </a:lnTo>
                  <a:lnTo>
                    <a:pt x="83820" y="26384"/>
                  </a:lnTo>
                  <a:lnTo>
                    <a:pt x="84201" y="27051"/>
                  </a:lnTo>
                  <a:lnTo>
                    <a:pt x="84201" y="27337"/>
                  </a:lnTo>
                  <a:lnTo>
                    <a:pt x="83153" y="27051"/>
                  </a:lnTo>
                  <a:lnTo>
                    <a:pt x="82772" y="27051"/>
                  </a:lnTo>
                  <a:lnTo>
                    <a:pt x="82391" y="27242"/>
                  </a:lnTo>
                  <a:lnTo>
                    <a:pt x="82010" y="27527"/>
                  </a:lnTo>
                  <a:lnTo>
                    <a:pt x="81439" y="28575"/>
                  </a:lnTo>
                  <a:lnTo>
                    <a:pt x="81820" y="29337"/>
                  </a:lnTo>
                  <a:lnTo>
                    <a:pt x="82677" y="29718"/>
                  </a:lnTo>
                  <a:lnTo>
                    <a:pt x="83629" y="29813"/>
                  </a:lnTo>
                  <a:lnTo>
                    <a:pt x="83058" y="30194"/>
                  </a:lnTo>
                  <a:lnTo>
                    <a:pt x="82296" y="30575"/>
                  </a:lnTo>
                  <a:lnTo>
                    <a:pt x="81725" y="31051"/>
                  </a:lnTo>
                  <a:lnTo>
                    <a:pt x="81725" y="31718"/>
                  </a:lnTo>
                  <a:lnTo>
                    <a:pt x="82296" y="32004"/>
                  </a:lnTo>
                  <a:lnTo>
                    <a:pt x="83058" y="31909"/>
                  </a:lnTo>
                  <a:lnTo>
                    <a:pt x="83725" y="31909"/>
                  </a:lnTo>
                  <a:lnTo>
                    <a:pt x="84106" y="32671"/>
                  </a:lnTo>
                  <a:lnTo>
                    <a:pt x="83629" y="33623"/>
                  </a:lnTo>
                  <a:lnTo>
                    <a:pt x="81344" y="35528"/>
                  </a:lnTo>
                  <a:lnTo>
                    <a:pt x="80867" y="37147"/>
                  </a:lnTo>
                  <a:lnTo>
                    <a:pt x="80963" y="37909"/>
                  </a:lnTo>
                  <a:lnTo>
                    <a:pt x="80772" y="38671"/>
                  </a:lnTo>
                  <a:lnTo>
                    <a:pt x="80391" y="39243"/>
                  </a:lnTo>
                  <a:lnTo>
                    <a:pt x="79724" y="39433"/>
                  </a:lnTo>
                  <a:lnTo>
                    <a:pt x="79153" y="39148"/>
                  </a:lnTo>
                  <a:lnTo>
                    <a:pt x="78676" y="38481"/>
                  </a:lnTo>
                  <a:lnTo>
                    <a:pt x="77915" y="37147"/>
                  </a:lnTo>
                  <a:lnTo>
                    <a:pt x="77629" y="37052"/>
                  </a:lnTo>
                  <a:lnTo>
                    <a:pt x="77343" y="36957"/>
                  </a:lnTo>
                  <a:lnTo>
                    <a:pt x="77057" y="36957"/>
                  </a:lnTo>
                  <a:lnTo>
                    <a:pt x="74200" y="37243"/>
                  </a:lnTo>
                  <a:lnTo>
                    <a:pt x="74200" y="37243"/>
                  </a:lnTo>
                  <a:lnTo>
                    <a:pt x="74200" y="37243"/>
                  </a:lnTo>
                  <a:lnTo>
                    <a:pt x="74200" y="37243"/>
                  </a:lnTo>
                  <a:lnTo>
                    <a:pt x="73914" y="37338"/>
                  </a:lnTo>
                  <a:lnTo>
                    <a:pt x="73628" y="37338"/>
                  </a:lnTo>
                  <a:lnTo>
                    <a:pt x="73342" y="37338"/>
                  </a:lnTo>
                  <a:lnTo>
                    <a:pt x="73057" y="37243"/>
                  </a:lnTo>
                  <a:lnTo>
                    <a:pt x="72295" y="36004"/>
                  </a:lnTo>
                  <a:lnTo>
                    <a:pt x="71723" y="36004"/>
                  </a:lnTo>
                  <a:lnTo>
                    <a:pt x="71057" y="36576"/>
                  </a:lnTo>
                  <a:lnTo>
                    <a:pt x="70199" y="37052"/>
                  </a:lnTo>
                  <a:lnTo>
                    <a:pt x="69342" y="36957"/>
                  </a:lnTo>
                  <a:lnTo>
                    <a:pt x="68294" y="36481"/>
                  </a:lnTo>
                  <a:lnTo>
                    <a:pt x="67342" y="35814"/>
                  </a:lnTo>
                  <a:lnTo>
                    <a:pt x="66104" y="34290"/>
                  </a:lnTo>
                  <a:lnTo>
                    <a:pt x="64199" y="33433"/>
                  </a:lnTo>
                  <a:lnTo>
                    <a:pt x="63722" y="32861"/>
                  </a:lnTo>
                  <a:lnTo>
                    <a:pt x="63437" y="31718"/>
                  </a:lnTo>
                  <a:lnTo>
                    <a:pt x="62865" y="30956"/>
                  </a:lnTo>
                  <a:lnTo>
                    <a:pt x="62103" y="30480"/>
                  </a:lnTo>
                  <a:lnTo>
                    <a:pt x="58579" y="28956"/>
                  </a:lnTo>
                  <a:lnTo>
                    <a:pt x="57912" y="28194"/>
                  </a:lnTo>
                  <a:lnTo>
                    <a:pt x="57531" y="27146"/>
                  </a:lnTo>
                  <a:lnTo>
                    <a:pt x="57055" y="23622"/>
                  </a:lnTo>
                  <a:lnTo>
                    <a:pt x="56674" y="22669"/>
                  </a:lnTo>
                  <a:lnTo>
                    <a:pt x="55626" y="20955"/>
                  </a:lnTo>
                  <a:lnTo>
                    <a:pt x="55245" y="20002"/>
                  </a:lnTo>
                  <a:lnTo>
                    <a:pt x="55245" y="18478"/>
                  </a:lnTo>
                  <a:lnTo>
                    <a:pt x="55817" y="18383"/>
                  </a:lnTo>
                  <a:lnTo>
                    <a:pt x="56579" y="18764"/>
                  </a:lnTo>
                  <a:lnTo>
                    <a:pt x="57055" y="18478"/>
                  </a:lnTo>
                  <a:lnTo>
                    <a:pt x="57055" y="17717"/>
                  </a:lnTo>
                  <a:lnTo>
                    <a:pt x="56674" y="17335"/>
                  </a:lnTo>
                  <a:lnTo>
                    <a:pt x="55436" y="16954"/>
                  </a:lnTo>
                  <a:lnTo>
                    <a:pt x="54578" y="16573"/>
                  </a:lnTo>
                  <a:lnTo>
                    <a:pt x="54483" y="16192"/>
                  </a:lnTo>
                  <a:lnTo>
                    <a:pt x="54674" y="15716"/>
                  </a:lnTo>
                  <a:lnTo>
                    <a:pt x="54388" y="15049"/>
                  </a:lnTo>
                  <a:lnTo>
                    <a:pt x="53912" y="14668"/>
                  </a:lnTo>
                  <a:lnTo>
                    <a:pt x="52769" y="14383"/>
                  </a:lnTo>
                  <a:lnTo>
                    <a:pt x="52197" y="14192"/>
                  </a:lnTo>
                  <a:lnTo>
                    <a:pt x="51721" y="13811"/>
                  </a:lnTo>
                  <a:lnTo>
                    <a:pt x="50959" y="12954"/>
                  </a:lnTo>
                  <a:lnTo>
                    <a:pt x="50387" y="12668"/>
                  </a:lnTo>
                  <a:lnTo>
                    <a:pt x="49530" y="12001"/>
                  </a:lnTo>
                  <a:lnTo>
                    <a:pt x="49054" y="11525"/>
                  </a:lnTo>
                  <a:lnTo>
                    <a:pt x="48387" y="10858"/>
                  </a:lnTo>
                  <a:lnTo>
                    <a:pt x="47530" y="11239"/>
                  </a:lnTo>
                  <a:lnTo>
                    <a:pt x="46863" y="11906"/>
                  </a:lnTo>
                  <a:lnTo>
                    <a:pt x="46196" y="12859"/>
                  </a:lnTo>
                  <a:lnTo>
                    <a:pt x="45720" y="14002"/>
                  </a:lnTo>
                  <a:lnTo>
                    <a:pt x="45720" y="14954"/>
                  </a:lnTo>
                  <a:lnTo>
                    <a:pt x="46768" y="16097"/>
                  </a:lnTo>
                  <a:lnTo>
                    <a:pt x="48292" y="16573"/>
                  </a:lnTo>
                  <a:lnTo>
                    <a:pt x="49625" y="17240"/>
                  </a:lnTo>
                  <a:lnTo>
                    <a:pt x="50101" y="18859"/>
                  </a:lnTo>
                  <a:lnTo>
                    <a:pt x="50483" y="19336"/>
                  </a:lnTo>
                  <a:lnTo>
                    <a:pt x="50863" y="19526"/>
                  </a:lnTo>
                  <a:lnTo>
                    <a:pt x="51340" y="19431"/>
                  </a:lnTo>
                  <a:lnTo>
                    <a:pt x="51816" y="19145"/>
                  </a:lnTo>
                  <a:lnTo>
                    <a:pt x="51625" y="20383"/>
                  </a:lnTo>
                  <a:lnTo>
                    <a:pt x="52007" y="20764"/>
                  </a:lnTo>
                  <a:lnTo>
                    <a:pt x="52673" y="20764"/>
                  </a:lnTo>
                  <a:lnTo>
                    <a:pt x="53245" y="20955"/>
                  </a:lnTo>
                  <a:lnTo>
                    <a:pt x="53530" y="22003"/>
                  </a:lnTo>
                  <a:lnTo>
                    <a:pt x="52483" y="22765"/>
                  </a:lnTo>
                  <a:lnTo>
                    <a:pt x="50197" y="23336"/>
                  </a:lnTo>
                  <a:lnTo>
                    <a:pt x="48673" y="22860"/>
                  </a:lnTo>
                  <a:lnTo>
                    <a:pt x="46387" y="20479"/>
                  </a:lnTo>
                  <a:lnTo>
                    <a:pt x="44958" y="20193"/>
                  </a:lnTo>
                  <a:lnTo>
                    <a:pt x="43910" y="20955"/>
                  </a:lnTo>
                  <a:lnTo>
                    <a:pt x="43148" y="22860"/>
                  </a:lnTo>
                  <a:lnTo>
                    <a:pt x="42291" y="23146"/>
                  </a:lnTo>
                  <a:lnTo>
                    <a:pt x="41434" y="22765"/>
                  </a:lnTo>
                  <a:lnTo>
                    <a:pt x="40958" y="21907"/>
                  </a:lnTo>
                  <a:lnTo>
                    <a:pt x="40576" y="20955"/>
                  </a:lnTo>
                  <a:lnTo>
                    <a:pt x="40196" y="20098"/>
                  </a:lnTo>
                  <a:lnTo>
                    <a:pt x="38291" y="19336"/>
                  </a:lnTo>
                  <a:lnTo>
                    <a:pt x="33814" y="20955"/>
                  </a:lnTo>
                  <a:lnTo>
                    <a:pt x="32861" y="20288"/>
                  </a:lnTo>
                  <a:lnTo>
                    <a:pt x="33242" y="19907"/>
                  </a:lnTo>
                  <a:lnTo>
                    <a:pt x="35147" y="18955"/>
                  </a:lnTo>
                  <a:lnTo>
                    <a:pt x="35814" y="18383"/>
                  </a:lnTo>
                  <a:lnTo>
                    <a:pt x="36290" y="17335"/>
                  </a:lnTo>
                  <a:lnTo>
                    <a:pt x="36195" y="16573"/>
                  </a:lnTo>
                  <a:lnTo>
                    <a:pt x="35528" y="16002"/>
                  </a:lnTo>
                  <a:lnTo>
                    <a:pt x="34290" y="15430"/>
                  </a:lnTo>
                  <a:lnTo>
                    <a:pt x="34004" y="14954"/>
                  </a:lnTo>
                  <a:lnTo>
                    <a:pt x="34100" y="13906"/>
                  </a:lnTo>
                  <a:lnTo>
                    <a:pt x="33719" y="13716"/>
                  </a:lnTo>
                  <a:lnTo>
                    <a:pt x="33242" y="13525"/>
                  </a:lnTo>
                  <a:lnTo>
                    <a:pt x="33147" y="13144"/>
                  </a:lnTo>
                  <a:lnTo>
                    <a:pt x="33242" y="12668"/>
                  </a:lnTo>
                  <a:lnTo>
                    <a:pt x="33433" y="12192"/>
                  </a:lnTo>
                  <a:lnTo>
                    <a:pt x="32195" y="11906"/>
                  </a:lnTo>
                  <a:lnTo>
                    <a:pt x="31623" y="11620"/>
                  </a:lnTo>
                  <a:lnTo>
                    <a:pt x="31051" y="11239"/>
                  </a:lnTo>
                  <a:lnTo>
                    <a:pt x="30671" y="10668"/>
                  </a:lnTo>
                  <a:lnTo>
                    <a:pt x="30385" y="10001"/>
                  </a:lnTo>
                  <a:lnTo>
                    <a:pt x="30004" y="9430"/>
                  </a:lnTo>
                  <a:lnTo>
                    <a:pt x="29337" y="9144"/>
                  </a:lnTo>
                  <a:lnTo>
                    <a:pt x="28194" y="9144"/>
                  </a:lnTo>
                  <a:lnTo>
                    <a:pt x="27718" y="9049"/>
                  </a:lnTo>
                  <a:lnTo>
                    <a:pt x="26479" y="8572"/>
                  </a:lnTo>
                  <a:lnTo>
                    <a:pt x="25432" y="7810"/>
                  </a:lnTo>
                  <a:lnTo>
                    <a:pt x="25051" y="7429"/>
                  </a:lnTo>
                  <a:lnTo>
                    <a:pt x="24479" y="6763"/>
                  </a:lnTo>
                  <a:lnTo>
                    <a:pt x="23813" y="6191"/>
                  </a:lnTo>
                  <a:lnTo>
                    <a:pt x="23146" y="5429"/>
                  </a:lnTo>
                  <a:lnTo>
                    <a:pt x="22288" y="5048"/>
                  </a:lnTo>
                  <a:lnTo>
                    <a:pt x="20383" y="4477"/>
                  </a:lnTo>
                  <a:lnTo>
                    <a:pt x="19717" y="3715"/>
                  </a:lnTo>
                  <a:lnTo>
                    <a:pt x="19526" y="2572"/>
                  </a:lnTo>
                  <a:lnTo>
                    <a:pt x="19526" y="1333"/>
                  </a:lnTo>
                  <a:lnTo>
                    <a:pt x="19431" y="286"/>
                  </a:lnTo>
                  <a:lnTo>
                    <a:pt x="18955" y="0"/>
                  </a:lnTo>
                  <a:lnTo>
                    <a:pt x="18288" y="667"/>
                  </a:lnTo>
                  <a:lnTo>
                    <a:pt x="17621" y="1714"/>
                  </a:lnTo>
                  <a:lnTo>
                    <a:pt x="17240" y="2572"/>
                  </a:lnTo>
                  <a:lnTo>
                    <a:pt x="16192" y="6286"/>
                  </a:lnTo>
                  <a:lnTo>
                    <a:pt x="15526" y="7429"/>
                  </a:lnTo>
                  <a:lnTo>
                    <a:pt x="15526" y="7429"/>
                  </a:lnTo>
                  <a:lnTo>
                    <a:pt x="15240" y="8192"/>
                  </a:lnTo>
                  <a:lnTo>
                    <a:pt x="15335" y="9144"/>
                  </a:lnTo>
                  <a:lnTo>
                    <a:pt x="15716" y="9906"/>
                  </a:lnTo>
                  <a:lnTo>
                    <a:pt x="16383" y="10096"/>
                  </a:lnTo>
                  <a:lnTo>
                    <a:pt x="16669" y="9715"/>
                  </a:lnTo>
                  <a:lnTo>
                    <a:pt x="16859" y="8382"/>
                  </a:lnTo>
                  <a:lnTo>
                    <a:pt x="17050" y="8001"/>
                  </a:lnTo>
                  <a:lnTo>
                    <a:pt x="17431" y="8001"/>
                  </a:lnTo>
                  <a:lnTo>
                    <a:pt x="18669" y="8572"/>
                  </a:lnTo>
                  <a:lnTo>
                    <a:pt x="21717" y="9144"/>
                  </a:lnTo>
                  <a:lnTo>
                    <a:pt x="23146" y="9811"/>
                  </a:lnTo>
                  <a:lnTo>
                    <a:pt x="23908" y="11049"/>
                  </a:lnTo>
                  <a:lnTo>
                    <a:pt x="24955" y="14192"/>
                  </a:lnTo>
                  <a:lnTo>
                    <a:pt x="25051" y="15716"/>
                  </a:lnTo>
                  <a:lnTo>
                    <a:pt x="23908" y="15526"/>
                  </a:lnTo>
                  <a:lnTo>
                    <a:pt x="23527" y="15621"/>
                  </a:lnTo>
                  <a:lnTo>
                    <a:pt x="23050" y="15716"/>
                  </a:lnTo>
                  <a:lnTo>
                    <a:pt x="22574" y="15716"/>
                  </a:lnTo>
                  <a:lnTo>
                    <a:pt x="22193" y="15526"/>
                  </a:lnTo>
                  <a:lnTo>
                    <a:pt x="21622" y="15145"/>
                  </a:lnTo>
                  <a:lnTo>
                    <a:pt x="21336" y="15430"/>
                  </a:lnTo>
                  <a:lnTo>
                    <a:pt x="21050" y="16002"/>
                  </a:lnTo>
                  <a:lnTo>
                    <a:pt x="20669" y="16478"/>
                  </a:lnTo>
                  <a:lnTo>
                    <a:pt x="18193" y="18002"/>
                  </a:lnTo>
                  <a:lnTo>
                    <a:pt x="17431" y="18764"/>
                  </a:lnTo>
                  <a:lnTo>
                    <a:pt x="16669" y="19907"/>
                  </a:lnTo>
                  <a:lnTo>
                    <a:pt x="16478" y="20764"/>
                  </a:lnTo>
                  <a:lnTo>
                    <a:pt x="16574" y="22860"/>
                  </a:lnTo>
                  <a:lnTo>
                    <a:pt x="16097" y="23717"/>
                  </a:lnTo>
                  <a:lnTo>
                    <a:pt x="15145" y="24289"/>
                  </a:lnTo>
                  <a:lnTo>
                    <a:pt x="12097" y="25336"/>
                  </a:lnTo>
                  <a:lnTo>
                    <a:pt x="11049" y="25527"/>
                  </a:lnTo>
                  <a:lnTo>
                    <a:pt x="10478" y="25717"/>
                  </a:lnTo>
                  <a:lnTo>
                    <a:pt x="10096" y="26098"/>
                  </a:lnTo>
                  <a:lnTo>
                    <a:pt x="9811" y="26479"/>
                  </a:lnTo>
                  <a:lnTo>
                    <a:pt x="9334" y="26860"/>
                  </a:lnTo>
                  <a:lnTo>
                    <a:pt x="7620" y="28003"/>
                  </a:lnTo>
                  <a:lnTo>
                    <a:pt x="7144" y="28670"/>
                  </a:lnTo>
                  <a:lnTo>
                    <a:pt x="6572" y="30575"/>
                  </a:lnTo>
                  <a:lnTo>
                    <a:pt x="6382" y="30861"/>
                  </a:lnTo>
                  <a:lnTo>
                    <a:pt x="6287" y="31147"/>
                  </a:lnTo>
                  <a:lnTo>
                    <a:pt x="6382" y="31718"/>
                  </a:lnTo>
                  <a:lnTo>
                    <a:pt x="6572" y="32004"/>
                  </a:lnTo>
                  <a:lnTo>
                    <a:pt x="6858" y="32194"/>
                  </a:lnTo>
                  <a:lnTo>
                    <a:pt x="7144" y="32480"/>
                  </a:lnTo>
                  <a:lnTo>
                    <a:pt x="7239" y="33147"/>
                  </a:lnTo>
                  <a:lnTo>
                    <a:pt x="6858" y="34290"/>
                  </a:lnTo>
                  <a:lnTo>
                    <a:pt x="5525" y="35338"/>
                  </a:lnTo>
                  <a:lnTo>
                    <a:pt x="4477" y="37243"/>
                  </a:lnTo>
                  <a:lnTo>
                    <a:pt x="3524" y="40576"/>
                  </a:lnTo>
                  <a:lnTo>
                    <a:pt x="3238" y="40957"/>
                  </a:lnTo>
                  <a:lnTo>
                    <a:pt x="2953" y="41148"/>
                  </a:lnTo>
                  <a:lnTo>
                    <a:pt x="2762" y="41434"/>
                  </a:lnTo>
                  <a:lnTo>
                    <a:pt x="3143" y="44005"/>
                  </a:lnTo>
                  <a:lnTo>
                    <a:pt x="3524" y="44863"/>
                  </a:lnTo>
                  <a:lnTo>
                    <a:pt x="3429" y="45339"/>
                  </a:lnTo>
                  <a:lnTo>
                    <a:pt x="3429" y="45815"/>
                  </a:lnTo>
                  <a:lnTo>
                    <a:pt x="4286" y="46768"/>
                  </a:lnTo>
                  <a:lnTo>
                    <a:pt x="4572" y="47244"/>
                  </a:lnTo>
                  <a:lnTo>
                    <a:pt x="4953" y="48387"/>
                  </a:lnTo>
                  <a:lnTo>
                    <a:pt x="5620" y="49149"/>
                  </a:lnTo>
                  <a:lnTo>
                    <a:pt x="6572" y="49149"/>
                  </a:lnTo>
                  <a:lnTo>
                    <a:pt x="7620" y="48673"/>
                  </a:lnTo>
                  <a:lnTo>
                    <a:pt x="8477" y="48196"/>
                  </a:lnTo>
                  <a:lnTo>
                    <a:pt x="10858" y="47530"/>
                  </a:lnTo>
                  <a:lnTo>
                    <a:pt x="12573" y="48387"/>
                  </a:lnTo>
                  <a:lnTo>
                    <a:pt x="15716" y="52102"/>
                  </a:lnTo>
                  <a:lnTo>
                    <a:pt x="19526" y="54673"/>
                  </a:lnTo>
                  <a:lnTo>
                    <a:pt x="20955" y="56197"/>
                  </a:lnTo>
                  <a:lnTo>
                    <a:pt x="21146" y="59817"/>
                  </a:lnTo>
                  <a:lnTo>
                    <a:pt x="21908" y="60579"/>
                  </a:lnTo>
                  <a:lnTo>
                    <a:pt x="23908" y="61531"/>
                  </a:lnTo>
                  <a:lnTo>
                    <a:pt x="24479" y="62674"/>
                  </a:lnTo>
                  <a:lnTo>
                    <a:pt x="25908" y="63817"/>
                  </a:lnTo>
                  <a:lnTo>
                    <a:pt x="26289" y="64675"/>
                  </a:lnTo>
                  <a:lnTo>
                    <a:pt x="26765" y="65246"/>
                  </a:lnTo>
                  <a:lnTo>
                    <a:pt x="27813" y="65437"/>
                  </a:lnTo>
                  <a:lnTo>
                    <a:pt x="30099" y="65532"/>
                  </a:lnTo>
                  <a:lnTo>
                    <a:pt x="31147" y="66008"/>
                  </a:lnTo>
                  <a:lnTo>
                    <a:pt x="32861" y="67151"/>
                  </a:lnTo>
                  <a:lnTo>
                    <a:pt x="34004" y="67437"/>
                  </a:lnTo>
                  <a:lnTo>
                    <a:pt x="34671" y="67246"/>
                  </a:lnTo>
                  <a:lnTo>
                    <a:pt x="35147" y="66770"/>
                  </a:lnTo>
                  <a:lnTo>
                    <a:pt x="35624" y="66199"/>
                  </a:lnTo>
                  <a:lnTo>
                    <a:pt x="36195" y="65722"/>
                  </a:lnTo>
                  <a:lnTo>
                    <a:pt x="36576" y="65627"/>
                  </a:lnTo>
                  <a:lnTo>
                    <a:pt x="37052" y="65722"/>
                  </a:lnTo>
                  <a:lnTo>
                    <a:pt x="37529" y="65722"/>
                  </a:lnTo>
                  <a:lnTo>
                    <a:pt x="38005" y="65437"/>
                  </a:lnTo>
                  <a:lnTo>
                    <a:pt x="38005" y="64389"/>
                  </a:lnTo>
                  <a:lnTo>
                    <a:pt x="39624" y="65056"/>
                  </a:lnTo>
                  <a:lnTo>
                    <a:pt x="40100" y="65437"/>
                  </a:lnTo>
                  <a:lnTo>
                    <a:pt x="40767" y="66199"/>
                  </a:lnTo>
                  <a:lnTo>
                    <a:pt x="41434" y="66770"/>
                  </a:lnTo>
                  <a:lnTo>
                    <a:pt x="41910" y="67532"/>
                  </a:lnTo>
                  <a:lnTo>
                    <a:pt x="42005" y="68770"/>
                  </a:lnTo>
                  <a:lnTo>
                    <a:pt x="41148" y="70866"/>
                  </a:lnTo>
                  <a:lnTo>
                    <a:pt x="41148" y="71247"/>
                  </a:lnTo>
                  <a:lnTo>
                    <a:pt x="41720" y="71628"/>
                  </a:lnTo>
                  <a:lnTo>
                    <a:pt x="41910" y="72104"/>
                  </a:lnTo>
                  <a:lnTo>
                    <a:pt x="41910" y="72676"/>
                  </a:lnTo>
                  <a:lnTo>
                    <a:pt x="42100" y="73342"/>
                  </a:lnTo>
                  <a:lnTo>
                    <a:pt x="43339" y="74867"/>
                  </a:lnTo>
                  <a:lnTo>
                    <a:pt x="43720" y="75152"/>
                  </a:lnTo>
                  <a:lnTo>
                    <a:pt x="44291" y="75247"/>
                  </a:lnTo>
                  <a:lnTo>
                    <a:pt x="45434" y="75343"/>
                  </a:lnTo>
                  <a:lnTo>
                    <a:pt x="45720" y="75628"/>
                  </a:lnTo>
                  <a:lnTo>
                    <a:pt x="46577" y="76581"/>
                  </a:lnTo>
                  <a:lnTo>
                    <a:pt x="47816" y="76771"/>
                  </a:lnTo>
                  <a:lnTo>
                    <a:pt x="50387" y="76676"/>
                  </a:lnTo>
                  <a:lnTo>
                    <a:pt x="50768" y="77152"/>
                  </a:lnTo>
                  <a:lnTo>
                    <a:pt x="50863" y="77724"/>
                  </a:lnTo>
                  <a:lnTo>
                    <a:pt x="50768" y="78295"/>
                  </a:lnTo>
                  <a:lnTo>
                    <a:pt x="50387" y="78867"/>
                  </a:lnTo>
                  <a:lnTo>
                    <a:pt x="48387" y="80296"/>
                  </a:lnTo>
                  <a:lnTo>
                    <a:pt x="47911" y="80963"/>
                  </a:lnTo>
                  <a:lnTo>
                    <a:pt x="47816" y="81724"/>
                  </a:lnTo>
                  <a:lnTo>
                    <a:pt x="48006" y="82486"/>
                  </a:lnTo>
                  <a:lnTo>
                    <a:pt x="47816" y="83058"/>
                  </a:lnTo>
                  <a:lnTo>
                    <a:pt x="46863" y="83248"/>
                  </a:lnTo>
                  <a:lnTo>
                    <a:pt x="47625" y="84487"/>
                  </a:lnTo>
                  <a:lnTo>
                    <a:pt x="46292" y="84392"/>
                  </a:lnTo>
                  <a:lnTo>
                    <a:pt x="42672" y="83153"/>
                  </a:lnTo>
                  <a:lnTo>
                    <a:pt x="42291" y="82963"/>
                  </a:lnTo>
                  <a:lnTo>
                    <a:pt x="41910" y="82867"/>
                  </a:lnTo>
                  <a:lnTo>
                    <a:pt x="41529" y="82963"/>
                  </a:lnTo>
                  <a:lnTo>
                    <a:pt x="41148" y="83344"/>
                  </a:lnTo>
                  <a:lnTo>
                    <a:pt x="40576" y="84582"/>
                  </a:lnTo>
                  <a:lnTo>
                    <a:pt x="40196" y="84868"/>
                  </a:lnTo>
                  <a:lnTo>
                    <a:pt x="37052" y="84582"/>
                  </a:lnTo>
                  <a:lnTo>
                    <a:pt x="33909" y="83439"/>
                  </a:lnTo>
                  <a:lnTo>
                    <a:pt x="32290" y="83153"/>
                  </a:lnTo>
                  <a:lnTo>
                    <a:pt x="30480" y="83153"/>
                  </a:lnTo>
                  <a:lnTo>
                    <a:pt x="30004" y="83344"/>
                  </a:lnTo>
                  <a:lnTo>
                    <a:pt x="29337" y="84106"/>
                  </a:lnTo>
                  <a:lnTo>
                    <a:pt x="28956" y="84392"/>
                  </a:lnTo>
                  <a:lnTo>
                    <a:pt x="28384" y="84487"/>
                  </a:lnTo>
                  <a:lnTo>
                    <a:pt x="28099" y="84487"/>
                  </a:lnTo>
                  <a:lnTo>
                    <a:pt x="27813" y="84392"/>
                  </a:lnTo>
                  <a:lnTo>
                    <a:pt x="26384" y="84010"/>
                  </a:lnTo>
                  <a:lnTo>
                    <a:pt x="24765" y="83344"/>
                  </a:lnTo>
                  <a:lnTo>
                    <a:pt x="23908" y="83153"/>
                  </a:lnTo>
                  <a:lnTo>
                    <a:pt x="22098" y="83439"/>
                  </a:lnTo>
                  <a:lnTo>
                    <a:pt x="21622" y="84392"/>
                  </a:lnTo>
                  <a:lnTo>
                    <a:pt x="21717" y="87630"/>
                  </a:lnTo>
                  <a:lnTo>
                    <a:pt x="21241" y="91440"/>
                  </a:lnTo>
                  <a:lnTo>
                    <a:pt x="20669" y="93154"/>
                  </a:lnTo>
                  <a:lnTo>
                    <a:pt x="19431" y="94678"/>
                  </a:lnTo>
                  <a:lnTo>
                    <a:pt x="19241" y="96202"/>
                  </a:lnTo>
                  <a:lnTo>
                    <a:pt x="18574" y="97536"/>
                  </a:lnTo>
                  <a:lnTo>
                    <a:pt x="16764" y="99917"/>
                  </a:lnTo>
                  <a:lnTo>
                    <a:pt x="15812" y="101632"/>
                  </a:lnTo>
                  <a:lnTo>
                    <a:pt x="15335" y="102013"/>
                  </a:lnTo>
                  <a:lnTo>
                    <a:pt x="14478" y="101917"/>
                  </a:lnTo>
                  <a:lnTo>
                    <a:pt x="12287" y="101346"/>
                  </a:lnTo>
                  <a:lnTo>
                    <a:pt x="11621" y="101346"/>
                  </a:lnTo>
                  <a:lnTo>
                    <a:pt x="11621" y="100298"/>
                  </a:lnTo>
                  <a:lnTo>
                    <a:pt x="11144" y="99155"/>
                  </a:lnTo>
                  <a:lnTo>
                    <a:pt x="10382" y="98203"/>
                  </a:lnTo>
                  <a:lnTo>
                    <a:pt x="9525" y="97631"/>
                  </a:lnTo>
                  <a:lnTo>
                    <a:pt x="8477" y="97536"/>
                  </a:lnTo>
                  <a:lnTo>
                    <a:pt x="7525" y="97917"/>
                  </a:lnTo>
                  <a:lnTo>
                    <a:pt x="4953" y="99346"/>
                  </a:lnTo>
                  <a:lnTo>
                    <a:pt x="4953" y="99631"/>
                  </a:lnTo>
                  <a:lnTo>
                    <a:pt x="5239" y="99917"/>
                  </a:lnTo>
                  <a:lnTo>
                    <a:pt x="5525" y="100393"/>
                  </a:lnTo>
                  <a:lnTo>
                    <a:pt x="6191" y="102394"/>
                  </a:lnTo>
                  <a:lnTo>
                    <a:pt x="6382" y="103442"/>
                  </a:lnTo>
                  <a:lnTo>
                    <a:pt x="5905" y="104203"/>
                  </a:lnTo>
                  <a:lnTo>
                    <a:pt x="5144" y="104965"/>
                  </a:lnTo>
                  <a:lnTo>
                    <a:pt x="4667" y="106013"/>
                  </a:lnTo>
                  <a:lnTo>
                    <a:pt x="4000" y="105918"/>
                  </a:lnTo>
                  <a:lnTo>
                    <a:pt x="3620" y="106299"/>
                  </a:lnTo>
                  <a:lnTo>
                    <a:pt x="3429" y="106966"/>
                  </a:lnTo>
                  <a:lnTo>
                    <a:pt x="3334" y="107728"/>
                  </a:lnTo>
                  <a:lnTo>
                    <a:pt x="2953" y="108299"/>
                  </a:lnTo>
                  <a:lnTo>
                    <a:pt x="2286" y="108394"/>
                  </a:lnTo>
                  <a:lnTo>
                    <a:pt x="1715" y="108680"/>
                  </a:lnTo>
                  <a:lnTo>
                    <a:pt x="1429" y="111252"/>
                  </a:lnTo>
                  <a:lnTo>
                    <a:pt x="762" y="112300"/>
                  </a:lnTo>
                  <a:lnTo>
                    <a:pt x="286" y="113347"/>
                  </a:lnTo>
                  <a:lnTo>
                    <a:pt x="0" y="115062"/>
                  </a:lnTo>
                  <a:lnTo>
                    <a:pt x="1048" y="115348"/>
                  </a:lnTo>
                  <a:lnTo>
                    <a:pt x="1905" y="115729"/>
                  </a:lnTo>
                  <a:lnTo>
                    <a:pt x="2476" y="116872"/>
                  </a:lnTo>
                  <a:lnTo>
                    <a:pt x="3238" y="117634"/>
                  </a:lnTo>
                  <a:lnTo>
                    <a:pt x="3429" y="118015"/>
                  </a:lnTo>
                  <a:lnTo>
                    <a:pt x="3429" y="121063"/>
                  </a:lnTo>
                  <a:lnTo>
                    <a:pt x="3524" y="121348"/>
                  </a:lnTo>
                  <a:lnTo>
                    <a:pt x="3715" y="121539"/>
                  </a:lnTo>
                  <a:lnTo>
                    <a:pt x="4191" y="122110"/>
                  </a:lnTo>
                  <a:lnTo>
                    <a:pt x="4667" y="122968"/>
                  </a:lnTo>
                  <a:lnTo>
                    <a:pt x="4763" y="123349"/>
                  </a:lnTo>
                  <a:lnTo>
                    <a:pt x="6287" y="123730"/>
                  </a:lnTo>
                  <a:lnTo>
                    <a:pt x="20098" y="130969"/>
                  </a:lnTo>
                  <a:lnTo>
                    <a:pt x="24003" y="134112"/>
                  </a:lnTo>
                  <a:lnTo>
                    <a:pt x="25241" y="134398"/>
                  </a:lnTo>
                  <a:lnTo>
                    <a:pt x="28670" y="134588"/>
                  </a:lnTo>
                  <a:lnTo>
                    <a:pt x="31242" y="135445"/>
                  </a:lnTo>
                  <a:lnTo>
                    <a:pt x="32385" y="135350"/>
                  </a:lnTo>
                  <a:lnTo>
                    <a:pt x="33147" y="134112"/>
                  </a:lnTo>
                  <a:lnTo>
                    <a:pt x="33719" y="132778"/>
                  </a:lnTo>
                  <a:lnTo>
                    <a:pt x="34862" y="133064"/>
                  </a:lnTo>
                  <a:lnTo>
                    <a:pt x="36576" y="134112"/>
                  </a:lnTo>
                  <a:lnTo>
                    <a:pt x="37814" y="135731"/>
                  </a:lnTo>
                  <a:lnTo>
                    <a:pt x="38100" y="138017"/>
                  </a:lnTo>
                  <a:lnTo>
                    <a:pt x="38195" y="138303"/>
                  </a:lnTo>
                  <a:lnTo>
                    <a:pt x="38291" y="139255"/>
                  </a:lnTo>
                  <a:lnTo>
                    <a:pt x="38386" y="139446"/>
                  </a:lnTo>
                  <a:lnTo>
                    <a:pt x="38195" y="140017"/>
                  </a:lnTo>
                  <a:lnTo>
                    <a:pt x="37624" y="140875"/>
                  </a:lnTo>
                  <a:lnTo>
                    <a:pt x="37433" y="141351"/>
                  </a:lnTo>
                  <a:lnTo>
                    <a:pt x="37433" y="141351"/>
                  </a:lnTo>
                  <a:lnTo>
                    <a:pt x="36576" y="141732"/>
                  </a:lnTo>
                  <a:lnTo>
                    <a:pt x="35433" y="142113"/>
                  </a:lnTo>
                  <a:lnTo>
                    <a:pt x="34862" y="142589"/>
                  </a:lnTo>
                  <a:lnTo>
                    <a:pt x="34576" y="143256"/>
                  </a:lnTo>
                  <a:lnTo>
                    <a:pt x="34576" y="143827"/>
                  </a:lnTo>
                  <a:lnTo>
                    <a:pt x="34862" y="144970"/>
                  </a:lnTo>
                  <a:lnTo>
                    <a:pt x="34766" y="145637"/>
                  </a:lnTo>
                  <a:lnTo>
                    <a:pt x="34385" y="146875"/>
                  </a:lnTo>
                  <a:lnTo>
                    <a:pt x="34290" y="147352"/>
                  </a:lnTo>
                  <a:lnTo>
                    <a:pt x="34576" y="148018"/>
                  </a:lnTo>
                  <a:lnTo>
                    <a:pt x="35528" y="148876"/>
                  </a:lnTo>
                  <a:lnTo>
                    <a:pt x="35719" y="149638"/>
                  </a:lnTo>
                  <a:lnTo>
                    <a:pt x="36957" y="149923"/>
                  </a:lnTo>
                  <a:lnTo>
                    <a:pt x="36957" y="150495"/>
                  </a:lnTo>
                  <a:lnTo>
                    <a:pt x="36386" y="151352"/>
                  </a:lnTo>
                  <a:lnTo>
                    <a:pt x="35719" y="152495"/>
                  </a:lnTo>
                  <a:lnTo>
                    <a:pt x="36100" y="153162"/>
                  </a:lnTo>
                  <a:lnTo>
                    <a:pt x="36386" y="154305"/>
                  </a:lnTo>
                  <a:lnTo>
                    <a:pt x="36576" y="155543"/>
                  </a:lnTo>
                  <a:lnTo>
                    <a:pt x="36386" y="156591"/>
                  </a:lnTo>
                  <a:lnTo>
                    <a:pt x="35909" y="157258"/>
                  </a:lnTo>
                  <a:lnTo>
                    <a:pt x="33909" y="159258"/>
                  </a:lnTo>
                  <a:lnTo>
                    <a:pt x="33242" y="159829"/>
                  </a:lnTo>
                  <a:lnTo>
                    <a:pt x="32195" y="160020"/>
                  </a:lnTo>
                  <a:lnTo>
                    <a:pt x="31147" y="159925"/>
                  </a:lnTo>
                  <a:lnTo>
                    <a:pt x="30099" y="160020"/>
                  </a:lnTo>
                  <a:lnTo>
                    <a:pt x="29242" y="160687"/>
                  </a:lnTo>
                  <a:lnTo>
                    <a:pt x="29051" y="161258"/>
                  </a:lnTo>
                  <a:lnTo>
                    <a:pt x="29146" y="161734"/>
                  </a:lnTo>
                  <a:lnTo>
                    <a:pt x="29242" y="162211"/>
                  </a:lnTo>
                  <a:lnTo>
                    <a:pt x="29242" y="162687"/>
                  </a:lnTo>
                  <a:lnTo>
                    <a:pt x="28956" y="163354"/>
                  </a:lnTo>
                  <a:lnTo>
                    <a:pt x="28194" y="164592"/>
                  </a:lnTo>
                  <a:lnTo>
                    <a:pt x="27908" y="165163"/>
                  </a:lnTo>
                  <a:lnTo>
                    <a:pt x="27908" y="165735"/>
                  </a:lnTo>
                  <a:lnTo>
                    <a:pt x="28289" y="166592"/>
                  </a:lnTo>
                  <a:lnTo>
                    <a:pt x="28384" y="167164"/>
                  </a:lnTo>
                  <a:lnTo>
                    <a:pt x="27242" y="172402"/>
                  </a:lnTo>
                  <a:lnTo>
                    <a:pt x="27337" y="173069"/>
                  </a:lnTo>
                  <a:lnTo>
                    <a:pt x="27813" y="173355"/>
                  </a:lnTo>
                  <a:lnTo>
                    <a:pt x="28384" y="173450"/>
                  </a:lnTo>
                  <a:lnTo>
                    <a:pt x="28670" y="173641"/>
                  </a:lnTo>
                  <a:lnTo>
                    <a:pt x="28575" y="174403"/>
                  </a:lnTo>
                  <a:lnTo>
                    <a:pt x="28384" y="174784"/>
                  </a:lnTo>
                  <a:lnTo>
                    <a:pt x="28384" y="175165"/>
                  </a:lnTo>
                  <a:lnTo>
                    <a:pt x="28861" y="175736"/>
                  </a:lnTo>
                  <a:lnTo>
                    <a:pt x="29432" y="175927"/>
                  </a:lnTo>
                  <a:lnTo>
                    <a:pt x="30480" y="175831"/>
                  </a:lnTo>
                  <a:lnTo>
                    <a:pt x="30861" y="175927"/>
                  </a:lnTo>
                  <a:lnTo>
                    <a:pt x="31623" y="176784"/>
                  </a:lnTo>
                  <a:lnTo>
                    <a:pt x="32861" y="178975"/>
                  </a:lnTo>
                  <a:lnTo>
                    <a:pt x="33719" y="179927"/>
                  </a:lnTo>
                  <a:lnTo>
                    <a:pt x="35242" y="180975"/>
                  </a:lnTo>
                  <a:lnTo>
                    <a:pt x="35814" y="181261"/>
                  </a:lnTo>
                  <a:lnTo>
                    <a:pt x="36576" y="182785"/>
                  </a:lnTo>
                  <a:lnTo>
                    <a:pt x="37243" y="182499"/>
                  </a:lnTo>
                  <a:lnTo>
                    <a:pt x="37909" y="181546"/>
                  </a:lnTo>
                  <a:lnTo>
                    <a:pt x="38576" y="180975"/>
                  </a:lnTo>
                  <a:lnTo>
                    <a:pt x="39243" y="181546"/>
                  </a:lnTo>
                  <a:lnTo>
                    <a:pt x="39148" y="182785"/>
                  </a:lnTo>
                  <a:lnTo>
                    <a:pt x="36576" y="189547"/>
                  </a:lnTo>
                  <a:lnTo>
                    <a:pt x="35338" y="191548"/>
                  </a:lnTo>
                  <a:lnTo>
                    <a:pt x="34862" y="192691"/>
                  </a:lnTo>
                  <a:lnTo>
                    <a:pt x="34862" y="193929"/>
                  </a:lnTo>
                  <a:lnTo>
                    <a:pt x="35433" y="195072"/>
                  </a:lnTo>
                  <a:lnTo>
                    <a:pt x="36100" y="195739"/>
                  </a:lnTo>
                  <a:lnTo>
                    <a:pt x="39529" y="196882"/>
                  </a:lnTo>
                  <a:lnTo>
                    <a:pt x="40100" y="196882"/>
                  </a:lnTo>
                  <a:lnTo>
                    <a:pt x="40481" y="196691"/>
                  </a:lnTo>
                  <a:lnTo>
                    <a:pt x="40862" y="196405"/>
                  </a:lnTo>
                  <a:lnTo>
                    <a:pt x="41338" y="196120"/>
                  </a:lnTo>
                  <a:lnTo>
                    <a:pt x="42005" y="196024"/>
                  </a:lnTo>
                  <a:lnTo>
                    <a:pt x="42863" y="196215"/>
                  </a:lnTo>
                  <a:lnTo>
                    <a:pt x="46577" y="197453"/>
                  </a:lnTo>
                  <a:lnTo>
                    <a:pt x="47054" y="197644"/>
                  </a:lnTo>
                  <a:lnTo>
                    <a:pt x="47530" y="197739"/>
                  </a:lnTo>
                  <a:lnTo>
                    <a:pt x="48958" y="197739"/>
                  </a:lnTo>
                  <a:lnTo>
                    <a:pt x="49244" y="198025"/>
                  </a:lnTo>
                  <a:lnTo>
                    <a:pt x="49244" y="198501"/>
                  </a:lnTo>
                  <a:lnTo>
                    <a:pt x="48958" y="199072"/>
                  </a:lnTo>
                  <a:lnTo>
                    <a:pt x="48482" y="199644"/>
                  </a:lnTo>
                  <a:lnTo>
                    <a:pt x="47054" y="200787"/>
                  </a:lnTo>
                  <a:lnTo>
                    <a:pt x="44196" y="203835"/>
                  </a:lnTo>
                  <a:lnTo>
                    <a:pt x="43529" y="205264"/>
                  </a:lnTo>
                  <a:lnTo>
                    <a:pt x="43434" y="208217"/>
                  </a:lnTo>
                  <a:lnTo>
                    <a:pt x="42958" y="209836"/>
                  </a:lnTo>
                  <a:lnTo>
                    <a:pt x="42958" y="210979"/>
                  </a:lnTo>
                  <a:lnTo>
                    <a:pt x="43148" y="211645"/>
                  </a:lnTo>
                  <a:lnTo>
                    <a:pt x="44196" y="212884"/>
                  </a:lnTo>
                  <a:lnTo>
                    <a:pt x="44767" y="213741"/>
                  </a:lnTo>
                  <a:lnTo>
                    <a:pt x="45911" y="216408"/>
                  </a:lnTo>
                  <a:lnTo>
                    <a:pt x="46482" y="217170"/>
                  </a:lnTo>
                  <a:lnTo>
                    <a:pt x="47911" y="217646"/>
                  </a:lnTo>
                  <a:lnTo>
                    <a:pt x="48482" y="218218"/>
                  </a:lnTo>
                  <a:lnTo>
                    <a:pt x="48578" y="218980"/>
                  </a:lnTo>
                  <a:lnTo>
                    <a:pt x="48482" y="220123"/>
                  </a:lnTo>
                  <a:lnTo>
                    <a:pt x="48292" y="221266"/>
                  </a:lnTo>
                  <a:lnTo>
                    <a:pt x="48101" y="222028"/>
                  </a:lnTo>
                  <a:lnTo>
                    <a:pt x="47530" y="222885"/>
                  </a:lnTo>
                  <a:lnTo>
                    <a:pt x="46958" y="223647"/>
                  </a:lnTo>
                  <a:lnTo>
                    <a:pt x="46577" y="224409"/>
                  </a:lnTo>
                  <a:lnTo>
                    <a:pt x="46673" y="225457"/>
                  </a:lnTo>
                  <a:lnTo>
                    <a:pt x="47339" y="227076"/>
                  </a:lnTo>
                  <a:lnTo>
                    <a:pt x="47530" y="227838"/>
                  </a:lnTo>
                  <a:lnTo>
                    <a:pt x="47720" y="229076"/>
                  </a:lnTo>
                  <a:lnTo>
                    <a:pt x="48387" y="230314"/>
                  </a:lnTo>
                  <a:lnTo>
                    <a:pt x="48863" y="231743"/>
                  </a:lnTo>
                  <a:lnTo>
                    <a:pt x="49054" y="233267"/>
                  </a:lnTo>
                  <a:lnTo>
                    <a:pt x="48768" y="234601"/>
                  </a:lnTo>
                  <a:lnTo>
                    <a:pt x="47625" y="235363"/>
                  </a:lnTo>
                  <a:lnTo>
                    <a:pt x="49244" y="236029"/>
                  </a:lnTo>
                  <a:lnTo>
                    <a:pt x="49911" y="236506"/>
                  </a:lnTo>
                  <a:lnTo>
                    <a:pt x="50387" y="238601"/>
                  </a:lnTo>
                  <a:lnTo>
                    <a:pt x="51340" y="240887"/>
                  </a:lnTo>
                  <a:lnTo>
                    <a:pt x="51530" y="242221"/>
                  </a:lnTo>
                  <a:lnTo>
                    <a:pt x="51435" y="242697"/>
                  </a:lnTo>
                  <a:lnTo>
                    <a:pt x="50959" y="243459"/>
                  </a:lnTo>
                  <a:lnTo>
                    <a:pt x="50863" y="244030"/>
                  </a:lnTo>
                  <a:lnTo>
                    <a:pt x="50863" y="244602"/>
                  </a:lnTo>
                  <a:lnTo>
                    <a:pt x="51530" y="247650"/>
                  </a:lnTo>
                  <a:lnTo>
                    <a:pt x="51816" y="248317"/>
                  </a:lnTo>
                  <a:lnTo>
                    <a:pt x="52673" y="249841"/>
                  </a:lnTo>
                  <a:lnTo>
                    <a:pt x="51911" y="250317"/>
                  </a:lnTo>
                  <a:lnTo>
                    <a:pt x="52388" y="251460"/>
                  </a:lnTo>
                  <a:lnTo>
                    <a:pt x="54674" y="254508"/>
                  </a:lnTo>
                  <a:lnTo>
                    <a:pt x="55150" y="255460"/>
                  </a:lnTo>
                  <a:lnTo>
                    <a:pt x="55436" y="256603"/>
                  </a:lnTo>
                  <a:lnTo>
                    <a:pt x="55531" y="257937"/>
                  </a:lnTo>
                  <a:lnTo>
                    <a:pt x="54578" y="259080"/>
                  </a:lnTo>
                  <a:lnTo>
                    <a:pt x="54578" y="259080"/>
                  </a:lnTo>
                  <a:lnTo>
                    <a:pt x="54769" y="260128"/>
                  </a:lnTo>
                  <a:lnTo>
                    <a:pt x="54483" y="262699"/>
                  </a:lnTo>
                  <a:lnTo>
                    <a:pt x="54769" y="263557"/>
                  </a:lnTo>
                  <a:lnTo>
                    <a:pt x="55912" y="265176"/>
                  </a:lnTo>
                  <a:lnTo>
                    <a:pt x="56293" y="266319"/>
                  </a:lnTo>
                  <a:lnTo>
                    <a:pt x="56293" y="267652"/>
                  </a:lnTo>
                  <a:lnTo>
                    <a:pt x="55721" y="270034"/>
                  </a:lnTo>
                  <a:lnTo>
                    <a:pt x="55626" y="271177"/>
                  </a:lnTo>
                  <a:lnTo>
                    <a:pt x="55721" y="272129"/>
                  </a:lnTo>
                  <a:lnTo>
                    <a:pt x="57055" y="276701"/>
                  </a:lnTo>
                  <a:lnTo>
                    <a:pt x="57245" y="277082"/>
                  </a:lnTo>
                  <a:lnTo>
                    <a:pt x="57817" y="277559"/>
                  </a:lnTo>
                  <a:lnTo>
                    <a:pt x="58960" y="278130"/>
                  </a:lnTo>
                  <a:lnTo>
                    <a:pt x="59626" y="278320"/>
                  </a:lnTo>
                  <a:lnTo>
                    <a:pt x="59912" y="278035"/>
                  </a:lnTo>
                  <a:lnTo>
                    <a:pt x="60103" y="277559"/>
                  </a:lnTo>
                  <a:lnTo>
                    <a:pt x="60579" y="276987"/>
                  </a:lnTo>
                  <a:lnTo>
                    <a:pt x="61055" y="276701"/>
                  </a:lnTo>
                  <a:lnTo>
                    <a:pt x="61246" y="276892"/>
                  </a:lnTo>
                  <a:lnTo>
                    <a:pt x="61246" y="277559"/>
                  </a:lnTo>
                  <a:lnTo>
                    <a:pt x="61341" y="278035"/>
                  </a:lnTo>
                  <a:lnTo>
                    <a:pt x="62960" y="282607"/>
                  </a:lnTo>
                  <a:lnTo>
                    <a:pt x="62865" y="283178"/>
                  </a:lnTo>
                  <a:lnTo>
                    <a:pt x="62294" y="283655"/>
                  </a:lnTo>
                  <a:lnTo>
                    <a:pt x="62103" y="284702"/>
                  </a:lnTo>
                  <a:lnTo>
                    <a:pt x="62389" y="285750"/>
                  </a:lnTo>
                  <a:lnTo>
                    <a:pt x="63341" y="286321"/>
                  </a:lnTo>
                  <a:lnTo>
                    <a:pt x="64389" y="286226"/>
                  </a:lnTo>
                  <a:lnTo>
                    <a:pt x="65437" y="285750"/>
                  </a:lnTo>
                  <a:lnTo>
                    <a:pt x="66389" y="285083"/>
                  </a:lnTo>
                  <a:lnTo>
                    <a:pt x="66961" y="284417"/>
                  </a:lnTo>
                  <a:lnTo>
                    <a:pt x="65818" y="283845"/>
                  </a:lnTo>
                  <a:lnTo>
                    <a:pt x="65627" y="283178"/>
                  </a:lnTo>
                  <a:lnTo>
                    <a:pt x="66484" y="281178"/>
                  </a:lnTo>
                  <a:lnTo>
                    <a:pt x="66675" y="279844"/>
                  </a:lnTo>
                  <a:lnTo>
                    <a:pt x="66104" y="277654"/>
                  </a:lnTo>
                  <a:lnTo>
                    <a:pt x="66104" y="276225"/>
                  </a:lnTo>
                  <a:lnTo>
                    <a:pt x="66484" y="276225"/>
                  </a:lnTo>
                  <a:lnTo>
                    <a:pt x="66770" y="276987"/>
                  </a:lnTo>
                  <a:lnTo>
                    <a:pt x="67056" y="276987"/>
                  </a:lnTo>
                  <a:lnTo>
                    <a:pt x="67342" y="276511"/>
                  </a:lnTo>
                  <a:lnTo>
                    <a:pt x="68199" y="274415"/>
                  </a:lnTo>
                  <a:lnTo>
                    <a:pt x="68485" y="273844"/>
                  </a:lnTo>
                  <a:lnTo>
                    <a:pt x="69056" y="273177"/>
                  </a:lnTo>
                  <a:lnTo>
                    <a:pt x="69913" y="272320"/>
                  </a:lnTo>
                  <a:lnTo>
                    <a:pt x="70104" y="271843"/>
                  </a:lnTo>
                  <a:lnTo>
                    <a:pt x="70104" y="270986"/>
                  </a:lnTo>
                  <a:lnTo>
                    <a:pt x="69913" y="270224"/>
                  </a:lnTo>
                  <a:lnTo>
                    <a:pt x="69533" y="269462"/>
                  </a:lnTo>
                  <a:lnTo>
                    <a:pt x="69342" y="268700"/>
                  </a:lnTo>
                  <a:lnTo>
                    <a:pt x="69628" y="267843"/>
                  </a:lnTo>
                  <a:lnTo>
                    <a:pt x="70009" y="267843"/>
                  </a:lnTo>
                  <a:lnTo>
                    <a:pt x="70199" y="268795"/>
                  </a:lnTo>
                  <a:lnTo>
                    <a:pt x="71152" y="270700"/>
                  </a:lnTo>
                  <a:lnTo>
                    <a:pt x="71342" y="271843"/>
                  </a:lnTo>
                  <a:lnTo>
                    <a:pt x="71152" y="273177"/>
                  </a:lnTo>
                  <a:lnTo>
                    <a:pt x="70485" y="274892"/>
                  </a:lnTo>
                  <a:lnTo>
                    <a:pt x="70199" y="275939"/>
                  </a:lnTo>
                  <a:lnTo>
                    <a:pt x="70009" y="278511"/>
                  </a:lnTo>
                  <a:lnTo>
                    <a:pt x="70104" y="279940"/>
                  </a:lnTo>
                  <a:lnTo>
                    <a:pt x="70390" y="280797"/>
                  </a:lnTo>
                  <a:lnTo>
                    <a:pt x="71723" y="282321"/>
                  </a:lnTo>
                  <a:lnTo>
                    <a:pt x="72295" y="282226"/>
                  </a:lnTo>
                  <a:lnTo>
                    <a:pt x="74200" y="280606"/>
                  </a:lnTo>
                  <a:lnTo>
                    <a:pt x="74867" y="279749"/>
                  </a:lnTo>
                  <a:lnTo>
                    <a:pt x="75343" y="278701"/>
                  </a:lnTo>
                  <a:lnTo>
                    <a:pt x="75533" y="277368"/>
                  </a:lnTo>
                  <a:lnTo>
                    <a:pt x="75438" y="276034"/>
                  </a:lnTo>
                  <a:lnTo>
                    <a:pt x="75248" y="275082"/>
                  </a:lnTo>
                  <a:lnTo>
                    <a:pt x="75343" y="274320"/>
                  </a:lnTo>
                  <a:lnTo>
                    <a:pt x="75914" y="273367"/>
                  </a:lnTo>
                  <a:lnTo>
                    <a:pt x="76581" y="272701"/>
                  </a:lnTo>
                  <a:lnTo>
                    <a:pt x="77248" y="272224"/>
                  </a:lnTo>
                  <a:lnTo>
                    <a:pt x="77819" y="271558"/>
                  </a:lnTo>
                  <a:lnTo>
                    <a:pt x="78296" y="268510"/>
                  </a:lnTo>
                  <a:lnTo>
                    <a:pt x="78200" y="268129"/>
                  </a:lnTo>
                  <a:lnTo>
                    <a:pt x="77819" y="267652"/>
                  </a:lnTo>
                  <a:lnTo>
                    <a:pt x="77153" y="266319"/>
                  </a:lnTo>
                  <a:lnTo>
                    <a:pt x="76962" y="265652"/>
                  </a:lnTo>
                  <a:lnTo>
                    <a:pt x="76771" y="265367"/>
                  </a:lnTo>
                  <a:lnTo>
                    <a:pt x="76676" y="265081"/>
                  </a:lnTo>
                  <a:lnTo>
                    <a:pt x="76581" y="264700"/>
                  </a:lnTo>
                  <a:lnTo>
                    <a:pt x="76676" y="264509"/>
                  </a:lnTo>
                  <a:lnTo>
                    <a:pt x="77343" y="264414"/>
                  </a:lnTo>
                  <a:lnTo>
                    <a:pt x="77629" y="264128"/>
                  </a:lnTo>
                  <a:lnTo>
                    <a:pt x="78105" y="262699"/>
                  </a:lnTo>
                  <a:lnTo>
                    <a:pt x="78105" y="261842"/>
                  </a:lnTo>
                  <a:lnTo>
                    <a:pt x="77819" y="261175"/>
                  </a:lnTo>
                  <a:lnTo>
                    <a:pt x="77533" y="260699"/>
                  </a:lnTo>
                  <a:lnTo>
                    <a:pt x="77248" y="260032"/>
                  </a:lnTo>
                  <a:lnTo>
                    <a:pt x="77057" y="259366"/>
                  </a:lnTo>
                  <a:lnTo>
                    <a:pt x="76962" y="258889"/>
                  </a:lnTo>
                  <a:lnTo>
                    <a:pt x="76867" y="258699"/>
                  </a:lnTo>
                  <a:lnTo>
                    <a:pt x="76581" y="259080"/>
                  </a:lnTo>
                  <a:lnTo>
                    <a:pt x="76962" y="259461"/>
                  </a:lnTo>
                  <a:lnTo>
                    <a:pt x="76962" y="260223"/>
                  </a:lnTo>
                  <a:lnTo>
                    <a:pt x="76581" y="260223"/>
                  </a:lnTo>
                  <a:lnTo>
                    <a:pt x="76105" y="253079"/>
                  </a:lnTo>
                  <a:lnTo>
                    <a:pt x="76581" y="249364"/>
                  </a:lnTo>
                  <a:lnTo>
                    <a:pt x="76962" y="249364"/>
                  </a:lnTo>
                  <a:lnTo>
                    <a:pt x="77438" y="250603"/>
                  </a:lnTo>
                  <a:lnTo>
                    <a:pt x="77533" y="251746"/>
                  </a:lnTo>
                  <a:lnTo>
                    <a:pt x="77248" y="254317"/>
                  </a:lnTo>
                  <a:lnTo>
                    <a:pt x="77343" y="255460"/>
                  </a:lnTo>
                  <a:lnTo>
                    <a:pt x="79724" y="261080"/>
                  </a:lnTo>
                  <a:lnTo>
                    <a:pt x="79724" y="261842"/>
                  </a:lnTo>
                  <a:lnTo>
                    <a:pt x="79153" y="262985"/>
                  </a:lnTo>
                  <a:lnTo>
                    <a:pt x="79058" y="263557"/>
                  </a:lnTo>
                  <a:lnTo>
                    <a:pt x="79153" y="266033"/>
                  </a:lnTo>
                  <a:lnTo>
                    <a:pt x="79629" y="266890"/>
                  </a:lnTo>
                  <a:lnTo>
                    <a:pt x="80582" y="266414"/>
                  </a:lnTo>
                  <a:lnTo>
                    <a:pt x="80867" y="265557"/>
                  </a:lnTo>
                  <a:lnTo>
                    <a:pt x="81248" y="261938"/>
                  </a:lnTo>
                  <a:lnTo>
                    <a:pt x="81344" y="261366"/>
                  </a:lnTo>
                  <a:lnTo>
                    <a:pt x="81915" y="260318"/>
                  </a:lnTo>
                  <a:lnTo>
                    <a:pt x="82010" y="259651"/>
                  </a:lnTo>
                  <a:lnTo>
                    <a:pt x="82010" y="258413"/>
                  </a:lnTo>
                  <a:lnTo>
                    <a:pt x="81915" y="257842"/>
                  </a:lnTo>
                  <a:lnTo>
                    <a:pt x="81629" y="257175"/>
                  </a:lnTo>
                  <a:lnTo>
                    <a:pt x="80486" y="255270"/>
                  </a:lnTo>
                  <a:lnTo>
                    <a:pt x="80391" y="254508"/>
                  </a:lnTo>
                  <a:lnTo>
                    <a:pt x="81058" y="253460"/>
                  </a:lnTo>
                  <a:lnTo>
                    <a:pt x="82105" y="252698"/>
                  </a:lnTo>
                  <a:lnTo>
                    <a:pt x="82391" y="252222"/>
                  </a:lnTo>
                  <a:lnTo>
                    <a:pt x="81915" y="250888"/>
                  </a:lnTo>
                  <a:lnTo>
                    <a:pt x="82105" y="250412"/>
                  </a:lnTo>
                  <a:lnTo>
                    <a:pt x="82677" y="249745"/>
                  </a:lnTo>
                  <a:lnTo>
                    <a:pt x="83439" y="248221"/>
                  </a:lnTo>
                  <a:lnTo>
                    <a:pt x="83915" y="247459"/>
                  </a:lnTo>
                  <a:lnTo>
                    <a:pt x="84487" y="246983"/>
                  </a:lnTo>
                  <a:lnTo>
                    <a:pt x="84011" y="247936"/>
                  </a:lnTo>
                  <a:lnTo>
                    <a:pt x="83629" y="249079"/>
                  </a:lnTo>
                  <a:lnTo>
                    <a:pt x="83439" y="250222"/>
                  </a:lnTo>
                  <a:lnTo>
                    <a:pt x="83344" y="251460"/>
                  </a:lnTo>
                  <a:lnTo>
                    <a:pt x="82963" y="252413"/>
                  </a:lnTo>
                  <a:lnTo>
                    <a:pt x="81344" y="254508"/>
                  </a:lnTo>
                  <a:lnTo>
                    <a:pt x="81344" y="255270"/>
                  </a:lnTo>
                  <a:lnTo>
                    <a:pt x="82010" y="256127"/>
                  </a:lnTo>
                  <a:lnTo>
                    <a:pt x="82677" y="257175"/>
                  </a:lnTo>
                  <a:lnTo>
                    <a:pt x="83153" y="258318"/>
                  </a:lnTo>
                  <a:lnTo>
                    <a:pt x="83344" y="259556"/>
                  </a:lnTo>
                  <a:lnTo>
                    <a:pt x="83058" y="260794"/>
                  </a:lnTo>
                  <a:lnTo>
                    <a:pt x="81820" y="262985"/>
                  </a:lnTo>
                  <a:lnTo>
                    <a:pt x="81534" y="264128"/>
                  </a:lnTo>
                  <a:lnTo>
                    <a:pt x="81153" y="267367"/>
                  </a:lnTo>
                  <a:lnTo>
                    <a:pt x="81344" y="271463"/>
                  </a:lnTo>
                  <a:lnTo>
                    <a:pt x="81153" y="272415"/>
                  </a:lnTo>
                  <a:lnTo>
                    <a:pt x="80772" y="273272"/>
                  </a:lnTo>
                  <a:lnTo>
                    <a:pt x="79820" y="274415"/>
                  </a:lnTo>
                  <a:lnTo>
                    <a:pt x="79438" y="275177"/>
                  </a:lnTo>
                  <a:lnTo>
                    <a:pt x="79248" y="276511"/>
                  </a:lnTo>
                  <a:lnTo>
                    <a:pt x="79820" y="278892"/>
                  </a:lnTo>
                  <a:lnTo>
                    <a:pt x="79724" y="279844"/>
                  </a:lnTo>
                  <a:lnTo>
                    <a:pt x="81248" y="282130"/>
                  </a:lnTo>
                  <a:lnTo>
                    <a:pt x="82391" y="282797"/>
                  </a:lnTo>
                  <a:lnTo>
                    <a:pt x="83344" y="281749"/>
                  </a:lnTo>
                  <a:lnTo>
                    <a:pt x="83249" y="281273"/>
                  </a:lnTo>
                  <a:lnTo>
                    <a:pt x="82677" y="279749"/>
                  </a:lnTo>
                  <a:lnTo>
                    <a:pt x="82772" y="279463"/>
                  </a:lnTo>
                  <a:lnTo>
                    <a:pt x="84106" y="279178"/>
                  </a:lnTo>
                  <a:lnTo>
                    <a:pt x="84677" y="279178"/>
                  </a:lnTo>
                  <a:lnTo>
                    <a:pt x="85344" y="279559"/>
                  </a:lnTo>
                  <a:lnTo>
                    <a:pt x="86678" y="279940"/>
                  </a:lnTo>
                  <a:lnTo>
                    <a:pt x="87821" y="279178"/>
                  </a:lnTo>
                  <a:lnTo>
                    <a:pt x="88392" y="278035"/>
                  </a:lnTo>
                  <a:lnTo>
                    <a:pt x="87916" y="277463"/>
                  </a:lnTo>
                  <a:lnTo>
                    <a:pt x="86868" y="276892"/>
                  </a:lnTo>
                  <a:lnTo>
                    <a:pt x="85725" y="275653"/>
                  </a:lnTo>
                  <a:lnTo>
                    <a:pt x="84677" y="274225"/>
                  </a:lnTo>
                  <a:lnTo>
                    <a:pt x="84106" y="273177"/>
                  </a:lnTo>
                  <a:lnTo>
                    <a:pt x="85534" y="270034"/>
                  </a:lnTo>
                  <a:lnTo>
                    <a:pt x="86296" y="271081"/>
                  </a:lnTo>
                  <a:lnTo>
                    <a:pt x="86392" y="271653"/>
                  </a:lnTo>
                  <a:lnTo>
                    <a:pt x="85820" y="272605"/>
                  </a:lnTo>
                  <a:lnTo>
                    <a:pt x="85820" y="273272"/>
                  </a:lnTo>
                  <a:lnTo>
                    <a:pt x="86011" y="273844"/>
                  </a:lnTo>
                  <a:lnTo>
                    <a:pt x="86201" y="274320"/>
                  </a:lnTo>
                  <a:lnTo>
                    <a:pt x="86868" y="274796"/>
                  </a:lnTo>
                  <a:lnTo>
                    <a:pt x="87725" y="275177"/>
                  </a:lnTo>
                  <a:lnTo>
                    <a:pt x="88678" y="275368"/>
                  </a:lnTo>
                  <a:lnTo>
                    <a:pt x="89535" y="275463"/>
                  </a:lnTo>
                  <a:lnTo>
                    <a:pt x="90202" y="275177"/>
                  </a:lnTo>
                  <a:lnTo>
                    <a:pt x="90964" y="274606"/>
                  </a:lnTo>
                  <a:lnTo>
                    <a:pt x="91630" y="274415"/>
                  </a:lnTo>
                  <a:lnTo>
                    <a:pt x="91916" y="275272"/>
                  </a:lnTo>
                  <a:lnTo>
                    <a:pt x="92107" y="275558"/>
                  </a:lnTo>
                  <a:lnTo>
                    <a:pt x="92678" y="275463"/>
                  </a:lnTo>
                  <a:lnTo>
                    <a:pt x="93631" y="275082"/>
                  </a:lnTo>
                  <a:lnTo>
                    <a:pt x="94107" y="274796"/>
                  </a:lnTo>
                  <a:lnTo>
                    <a:pt x="94298" y="274606"/>
                  </a:lnTo>
                  <a:lnTo>
                    <a:pt x="94393" y="274320"/>
                  </a:lnTo>
                  <a:lnTo>
                    <a:pt x="94679" y="273939"/>
                  </a:lnTo>
                  <a:lnTo>
                    <a:pt x="96012" y="272701"/>
                  </a:lnTo>
                  <a:lnTo>
                    <a:pt x="97155" y="272510"/>
                  </a:lnTo>
                  <a:lnTo>
                    <a:pt x="97536" y="272415"/>
                  </a:lnTo>
                  <a:lnTo>
                    <a:pt x="97917" y="271558"/>
                  </a:lnTo>
                  <a:lnTo>
                    <a:pt x="97631" y="270796"/>
                  </a:lnTo>
                  <a:lnTo>
                    <a:pt x="97155" y="270129"/>
                  </a:lnTo>
                  <a:lnTo>
                    <a:pt x="96774" y="269081"/>
                  </a:lnTo>
                  <a:lnTo>
                    <a:pt x="96107" y="267938"/>
                  </a:lnTo>
                  <a:lnTo>
                    <a:pt x="95917" y="267462"/>
                  </a:lnTo>
                  <a:lnTo>
                    <a:pt x="95917" y="266890"/>
                  </a:lnTo>
                  <a:lnTo>
                    <a:pt x="96203" y="265843"/>
                  </a:lnTo>
                  <a:lnTo>
                    <a:pt x="96298" y="265271"/>
                  </a:lnTo>
                  <a:lnTo>
                    <a:pt x="96107" y="263938"/>
                  </a:lnTo>
                  <a:lnTo>
                    <a:pt x="95441" y="263080"/>
                  </a:lnTo>
                  <a:lnTo>
                    <a:pt x="94488" y="262509"/>
                  </a:lnTo>
                  <a:lnTo>
                    <a:pt x="93345" y="262033"/>
                  </a:lnTo>
                  <a:lnTo>
                    <a:pt x="93345" y="261652"/>
                  </a:lnTo>
                  <a:lnTo>
                    <a:pt x="94393" y="261652"/>
                  </a:lnTo>
                  <a:lnTo>
                    <a:pt x="95155" y="261842"/>
                  </a:lnTo>
                  <a:lnTo>
                    <a:pt x="95917" y="261938"/>
                  </a:lnTo>
                  <a:lnTo>
                    <a:pt x="96774" y="261461"/>
                  </a:lnTo>
                  <a:lnTo>
                    <a:pt x="97250" y="260699"/>
                  </a:lnTo>
                  <a:lnTo>
                    <a:pt x="97441" y="259747"/>
                  </a:lnTo>
                  <a:lnTo>
                    <a:pt x="97346" y="257746"/>
                  </a:lnTo>
                  <a:lnTo>
                    <a:pt x="96774" y="253936"/>
                  </a:lnTo>
                  <a:lnTo>
                    <a:pt x="96203" y="251936"/>
                  </a:lnTo>
                  <a:lnTo>
                    <a:pt x="95536" y="250698"/>
                  </a:lnTo>
                  <a:lnTo>
                    <a:pt x="97726" y="246507"/>
                  </a:lnTo>
                  <a:lnTo>
                    <a:pt x="97917" y="245269"/>
                  </a:lnTo>
                  <a:lnTo>
                    <a:pt x="97726" y="244316"/>
                  </a:lnTo>
                  <a:lnTo>
                    <a:pt x="97441" y="243364"/>
                  </a:lnTo>
                  <a:lnTo>
                    <a:pt x="97346" y="242125"/>
                  </a:lnTo>
                  <a:lnTo>
                    <a:pt x="98965" y="243364"/>
                  </a:lnTo>
                  <a:lnTo>
                    <a:pt x="99917" y="243649"/>
                  </a:lnTo>
                  <a:lnTo>
                    <a:pt x="100298" y="242792"/>
                  </a:lnTo>
                  <a:lnTo>
                    <a:pt x="100584" y="241935"/>
                  </a:lnTo>
                  <a:lnTo>
                    <a:pt x="101346" y="240982"/>
                  </a:lnTo>
                  <a:lnTo>
                    <a:pt x="103061" y="239268"/>
                  </a:lnTo>
                  <a:lnTo>
                    <a:pt x="103251" y="239077"/>
                  </a:lnTo>
                  <a:lnTo>
                    <a:pt x="104680" y="238125"/>
                  </a:lnTo>
                  <a:lnTo>
                    <a:pt x="104013" y="238696"/>
                  </a:lnTo>
                  <a:lnTo>
                    <a:pt x="103727" y="239363"/>
                  </a:lnTo>
                  <a:lnTo>
                    <a:pt x="103537" y="240030"/>
                  </a:lnTo>
                  <a:lnTo>
                    <a:pt x="103251" y="240697"/>
                  </a:lnTo>
                  <a:lnTo>
                    <a:pt x="98870" y="246983"/>
                  </a:lnTo>
                  <a:lnTo>
                    <a:pt x="97822" y="249555"/>
                  </a:lnTo>
                  <a:lnTo>
                    <a:pt x="97631" y="250317"/>
                  </a:lnTo>
                  <a:lnTo>
                    <a:pt x="97536" y="250888"/>
                  </a:lnTo>
                  <a:lnTo>
                    <a:pt x="97631" y="251460"/>
                  </a:lnTo>
                  <a:lnTo>
                    <a:pt x="97822" y="252222"/>
                  </a:lnTo>
                  <a:lnTo>
                    <a:pt x="98108" y="252793"/>
                  </a:lnTo>
                  <a:lnTo>
                    <a:pt x="98774" y="253841"/>
                  </a:lnTo>
                  <a:lnTo>
                    <a:pt x="98870" y="254413"/>
                  </a:lnTo>
                  <a:lnTo>
                    <a:pt x="98965" y="255842"/>
                  </a:lnTo>
                  <a:lnTo>
                    <a:pt x="99441" y="258223"/>
                  </a:lnTo>
                  <a:lnTo>
                    <a:pt x="99536" y="262414"/>
                  </a:lnTo>
                  <a:lnTo>
                    <a:pt x="99727" y="263080"/>
                  </a:lnTo>
                  <a:lnTo>
                    <a:pt x="100203" y="264319"/>
                  </a:lnTo>
                  <a:lnTo>
                    <a:pt x="100298" y="264890"/>
                  </a:lnTo>
                  <a:lnTo>
                    <a:pt x="100584" y="266033"/>
                  </a:lnTo>
                  <a:lnTo>
                    <a:pt x="101346" y="266986"/>
                  </a:lnTo>
                  <a:lnTo>
                    <a:pt x="102299" y="267367"/>
                  </a:lnTo>
                  <a:lnTo>
                    <a:pt x="103061" y="266700"/>
                  </a:lnTo>
                  <a:lnTo>
                    <a:pt x="103156" y="265938"/>
                  </a:lnTo>
                  <a:lnTo>
                    <a:pt x="103061" y="263366"/>
                  </a:lnTo>
                  <a:lnTo>
                    <a:pt x="103346" y="262890"/>
                  </a:lnTo>
                  <a:lnTo>
                    <a:pt x="104775" y="261461"/>
                  </a:lnTo>
                  <a:lnTo>
                    <a:pt x="105251" y="260794"/>
                  </a:lnTo>
                  <a:lnTo>
                    <a:pt x="106108" y="258032"/>
                  </a:lnTo>
                  <a:lnTo>
                    <a:pt x="106775" y="257080"/>
                  </a:lnTo>
                  <a:lnTo>
                    <a:pt x="108109" y="256603"/>
                  </a:lnTo>
                  <a:lnTo>
                    <a:pt x="107823" y="257270"/>
                  </a:lnTo>
                  <a:lnTo>
                    <a:pt x="107347" y="257651"/>
                  </a:lnTo>
                  <a:lnTo>
                    <a:pt x="106775" y="257937"/>
                  </a:lnTo>
                  <a:lnTo>
                    <a:pt x="106299" y="258509"/>
                  </a:lnTo>
                  <a:lnTo>
                    <a:pt x="106108" y="259366"/>
                  </a:lnTo>
                  <a:lnTo>
                    <a:pt x="105918" y="260032"/>
                  </a:lnTo>
                  <a:lnTo>
                    <a:pt x="106108" y="261747"/>
                  </a:lnTo>
                  <a:lnTo>
                    <a:pt x="105918" y="262604"/>
                  </a:lnTo>
                  <a:lnTo>
                    <a:pt x="105537" y="262985"/>
                  </a:lnTo>
                  <a:lnTo>
                    <a:pt x="105061" y="263176"/>
                  </a:lnTo>
                  <a:lnTo>
                    <a:pt x="104584" y="263557"/>
                  </a:lnTo>
                  <a:lnTo>
                    <a:pt x="104204" y="264223"/>
                  </a:lnTo>
                  <a:lnTo>
                    <a:pt x="104108" y="265081"/>
                  </a:lnTo>
                  <a:lnTo>
                    <a:pt x="103823" y="265843"/>
                  </a:lnTo>
                  <a:lnTo>
                    <a:pt x="105537" y="266509"/>
                  </a:lnTo>
                  <a:lnTo>
                    <a:pt x="106108" y="266605"/>
                  </a:lnTo>
                  <a:lnTo>
                    <a:pt x="106871" y="266509"/>
                  </a:lnTo>
                  <a:lnTo>
                    <a:pt x="107156" y="266224"/>
                  </a:lnTo>
                  <a:lnTo>
                    <a:pt x="107347" y="265843"/>
                  </a:lnTo>
                  <a:lnTo>
                    <a:pt x="108013" y="264795"/>
                  </a:lnTo>
                  <a:lnTo>
                    <a:pt x="108395" y="263557"/>
                  </a:lnTo>
                  <a:lnTo>
                    <a:pt x="108775" y="262985"/>
                  </a:lnTo>
                  <a:lnTo>
                    <a:pt x="111919" y="259651"/>
                  </a:lnTo>
                  <a:lnTo>
                    <a:pt x="112776" y="259175"/>
                  </a:lnTo>
                  <a:lnTo>
                    <a:pt x="114205" y="258985"/>
                  </a:lnTo>
                  <a:lnTo>
                    <a:pt x="114967" y="258413"/>
                  </a:lnTo>
                  <a:lnTo>
                    <a:pt x="115633" y="257175"/>
                  </a:lnTo>
                  <a:lnTo>
                    <a:pt x="116586" y="254698"/>
                  </a:lnTo>
                  <a:lnTo>
                    <a:pt x="116776" y="256222"/>
                  </a:lnTo>
                  <a:lnTo>
                    <a:pt x="116396" y="257746"/>
                  </a:lnTo>
                  <a:lnTo>
                    <a:pt x="115538" y="258985"/>
                  </a:lnTo>
                  <a:lnTo>
                    <a:pt x="114395" y="259747"/>
                  </a:lnTo>
                  <a:lnTo>
                    <a:pt x="114109" y="259651"/>
                  </a:lnTo>
                  <a:lnTo>
                    <a:pt x="113729" y="259461"/>
                  </a:lnTo>
                  <a:lnTo>
                    <a:pt x="113252" y="259366"/>
                  </a:lnTo>
                  <a:lnTo>
                    <a:pt x="112776" y="259556"/>
                  </a:lnTo>
                  <a:lnTo>
                    <a:pt x="112490" y="259937"/>
                  </a:lnTo>
                  <a:lnTo>
                    <a:pt x="112109" y="260604"/>
                  </a:lnTo>
                  <a:lnTo>
                    <a:pt x="111824" y="260985"/>
                  </a:lnTo>
                  <a:lnTo>
                    <a:pt x="109633" y="262985"/>
                  </a:lnTo>
                  <a:lnTo>
                    <a:pt x="109157" y="263747"/>
                  </a:lnTo>
                  <a:lnTo>
                    <a:pt x="108966" y="264414"/>
                  </a:lnTo>
                  <a:lnTo>
                    <a:pt x="108871" y="265176"/>
                  </a:lnTo>
                  <a:lnTo>
                    <a:pt x="108585" y="266033"/>
                  </a:lnTo>
                  <a:lnTo>
                    <a:pt x="108109" y="266700"/>
                  </a:lnTo>
                  <a:lnTo>
                    <a:pt x="107537" y="267176"/>
                  </a:lnTo>
                  <a:lnTo>
                    <a:pt x="106966" y="267557"/>
                  </a:lnTo>
                  <a:lnTo>
                    <a:pt x="106490" y="267938"/>
                  </a:lnTo>
                  <a:lnTo>
                    <a:pt x="105918" y="269176"/>
                  </a:lnTo>
                  <a:lnTo>
                    <a:pt x="105728" y="272224"/>
                  </a:lnTo>
                  <a:lnTo>
                    <a:pt x="105346" y="273748"/>
                  </a:lnTo>
                  <a:lnTo>
                    <a:pt x="106013" y="273844"/>
                  </a:lnTo>
                  <a:lnTo>
                    <a:pt x="106680" y="274415"/>
                  </a:lnTo>
                  <a:lnTo>
                    <a:pt x="107156" y="274510"/>
                  </a:lnTo>
                  <a:lnTo>
                    <a:pt x="107633" y="274320"/>
                  </a:lnTo>
                  <a:lnTo>
                    <a:pt x="108299" y="273558"/>
                  </a:lnTo>
                  <a:lnTo>
                    <a:pt x="108775" y="273367"/>
                  </a:lnTo>
                  <a:lnTo>
                    <a:pt x="109252" y="272891"/>
                  </a:lnTo>
                  <a:lnTo>
                    <a:pt x="110204" y="270605"/>
                  </a:lnTo>
                  <a:lnTo>
                    <a:pt x="110776" y="269938"/>
                  </a:lnTo>
                  <a:lnTo>
                    <a:pt x="110490" y="270510"/>
                  </a:lnTo>
                  <a:lnTo>
                    <a:pt x="110490" y="270891"/>
                  </a:lnTo>
                  <a:lnTo>
                    <a:pt x="110680" y="271177"/>
                  </a:lnTo>
                  <a:lnTo>
                    <a:pt x="110776" y="271653"/>
                  </a:lnTo>
                  <a:lnTo>
                    <a:pt x="110490" y="272320"/>
                  </a:lnTo>
                  <a:lnTo>
                    <a:pt x="109919" y="272796"/>
                  </a:lnTo>
                  <a:lnTo>
                    <a:pt x="109633" y="273367"/>
                  </a:lnTo>
                  <a:lnTo>
                    <a:pt x="110014" y="274130"/>
                  </a:lnTo>
                  <a:lnTo>
                    <a:pt x="109157" y="273939"/>
                  </a:lnTo>
                  <a:lnTo>
                    <a:pt x="108775" y="274701"/>
                  </a:lnTo>
                  <a:lnTo>
                    <a:pt x="108966" y="275653"/>
                  </a:lnTo>
                  <a:lnTo>
                    <a:pt x="109823" y="276130"/>
                  </a:lnTo>
                  <a:lnTo>
                    <a:pt x="110776" y="276320"/>
                  </a:lnTo>
                  <a:lnTo>
                    <a:pt x="112776" y="277177"/>
                  </a:lnTo>
                  <a:lnTo>
                    <a:pt x="113824" y="277368"/>
                  </a:lnTo>
                  <a:lnTo>
                    <a:pt x="114776" y="277177"/>
                  </a:lnTo>
                  <a:lnTo>
                    <a:pt x="115538" y="276701"/>
                  </a:lnTo>
                  <a:lnTo>
                    <a:pt x="118396" y="274225"/>
                  </a:lnTo>
                  <a:lnTo>
                    <a:pt x="118967" y="273463"/>
                  </a:lnTo>
                  <a:lnTo>
                    <a:pt x="119348" y="272320"/>
                  </a:lnTo>
                  <a:lnTo>
                    <a:pt x="119825" y="270224"/>
                  </a:lnTo>
                  <a:lnTo>
                    <a:pt x="120015" y="268034"/>
                  </a:lnTo>
                  <a:lnTo>
                    <a:pt x="120205" y="266986"/>
                  </a:lnTo>
                  <a:lnTo>
                    <a:pt x="121253" y="264890"/>
                  </a:lnTo>
                  <a:lnTo>
                    <a:pt x="121444" y="263938"/>
                  </a:lnTo>
                  <a:lnTo>
                    <a:pt x="121539" y="263747"/>
                  </a:lnTo>
                  <a:lnTo>
                    <a:pt x="122206" y="262985"/>
                  </a:lnTo>
                  <a:lnTo>
                    <a:pt x="123158" y="261556"/>
                  </a:lnTo>
                  <a:lnTo>
                    <a:pt x="123349" y="261080"/>
                  </a:lnTo>
                  <a:lnTo>
                    <a:pt x="123539" y="260318"/>
                  </a:lnTo>
                  <a:lnTo>
                    <a:pt x="123730" y="258604"/>
                  </a:lnTo>
                  <a:lnTo>
                    <a:pt x="123920" y="258032"/>
                  </a:lnTo>
                  <a:lnTo>
                    <a:pt x="124111" y="257937"/>
                  </a:lnTo>
                  <a:lnTo>
                    <a:pt x="124396" y="258032"/>
                  </a:lnTo>
                  <a:lnTo>
                    <a:pt x="124587" y="258032"/>
                  </a:lnTo>
                  <a:lnTo>
                    <a:pt x="124682" y="257270"/>
                  </a:lnTo>
                  <a:lnTo>
                    <a:pt x="124778" y="257080"/>
                  </a:lnTo>
                  <a:lnTo>
                    <a:pt x="124873" y="256984"/>
                  </a:lnTo>
                  <a:lnTo>
                    <a:pt x="124968" y="256889"/>
                  </a:lnTo>
                  <a:lnTo>
                    <a:pt x="125349" y="256508"/>
                  </a:lnTo>
                  <a:lnTo>
                    <a:pt x="125635" y="256127"/>
                  </a:lnTo>
                  <a:lnTo>
                    <a:pt x="125730" y="255651"/>
                  </a:lnTo>
                  <a:lnTo>
                    <a:pt x="125540" y="255079"/>
                  </a:lnTo>
                  <a:lnTo>
                    <a:pt x="125254" y="254889"/>
                  </a:lnTo>
                  <a:lnTo>
                    <a:pt x="124873" y="254698"/>
                  </a:lnTo>
                  <a:lnTo>
                    <a:pt x="124396" y="254317"/>
                  </a:lnTo>
                  <a:lnTo>
                    <a:pt x="124301" y="253460"/>
                  </a:lnTo>
                  <a:lnTo>
                    <a:pt x="124873" y="250984"/>
                  </a:lnTo>
                  <a:lnTo>
                    <a:pt x="124682" y="249841"/>
                  </a:lnTo>
                  <a:lnTo>
                    <a:pt x="125540" y="250031"/>
                  </a:lnTo>
                  <a:lnTo>
                    <a:pt x="125730" y="250698"/>
                  </a:lnTo>
                  <a:lnTo>
                    <a:pt x="125444" y="252508"/>
                  </a:lnTo>
                  <a:lnTo>
                    <a:pt x="125540" y="253270"/>
                  </a:lnTo>
                  <a:lnTo>
                    <a:pt x="126111" y="254889"/>
                  </a:lnTo>
                  <a:lnTo>
                    <a:pt x="125921" y="256222"/>
                  </a:lnTo>
                  <a:lnTo>
                    <a:pt x="124682" y="258889"/>
                  </a:lnTo>
                  <a:lnTo>
                    <a:pt x="124396" y="260318"/>
                  </a:lnTo>
                  <a:lnTo>
                    <a:pt x="124778" y="260794"/>
                  </a:lnTo>
                  <a:lnTo>
                    <a:pt x="125540" y="261271"/>
                  </a:lnTo>
                  <a:lnTo>
                    <a:pt x="126397" y="261652"/>
                  </a:lnTo>
                  <a:lnTo>
                    <a:pt x="127063" y="261842"/>
                  </a:lnTo>
                  <a:lnTo>
                    <a:pt x="127635" y="261556"/>
                  </a:lnTo>
                  <a:lnTo>
                    <a:pt x="128111" y="260890"/>
                  </a:lnTo>
                  <a:lnTo>
                    <a:pt x="129635" y="258223"/>
                  </a:lnTo>
                  <a:lnTo>
                    <a:pt x="129921" y="257365"/>
                  </a:lnTo>
                  <a:lnTo>
                    <a:pt x="130016" y="256603"/>
                  </a:lnTo>
                  <a:lnTo>
                    <a:pt x="130207" y="256127"/>
                  </a:lnTo>
                  <a:lnTo>
                    <a:pt x="130778" y="255651"/>
                  </a:lnTo>
                  <a:lnTo>
                    <a:pt x="132207" y="254889"/>
                  </a:lnTo>
                  <a:lnTo>
                    <a:pt x="133255" y="254603"/>
                  </a:lnTo>
                  <a:lnTo>
                    <a:pt x="134493" y="252603"/>
                  </a:lnTo>
                  <a:lnTo>
                    <a:pt x="136208" y="248221"/>
                  </a:lnTo>
                  <a:lnTo>
                    <a:pt x="136493" y="245935"/>
                  </a:lnTo>
                  <a:lnTo>
                    <a:pt x="136398" y="244792"/>
                  </a:lnTo>
                  <a:lnTo>
                    <a:pt x="136112" y="243649"/>
                  </a:lnTo>
                  <a:lnTo>
                    <a:pt x="135065" y="241649"/>
                  </a:lnTo>
                  <a:lnTo>
                    <a:pt x="134684" y="240601"/>
                  </a:lnTo>
                  <a:lnTo>
                    <a:pt x="134684" y="239363"/>
                  </a:lnTo>
                  <a:lnTo>
                    <a:pt x="134969" y="239554"/>
                  </a:lnTo>
                  <a:lnTo>
                    <a:pt x="135826" y="239839"/>
                  </a:lnTo>
                  <a:lnTo>
                    <a:pt x="134969" y="237839"/>
                  </a:lnTo>
                  <a:lnTo>
                    <a:pt x="134303" y="235934"/>
                  </a:lnTo>
                  <a:lnTo>
                    <a:pt x="133350" y="234315"/>
                  </a:lnTo>
                  <a:lnTo>
                    <a:pt x="131445" y="233172"/>
                  </a:lnTo>
                  <a:lnTo>
                    <a:pt x="130492" y="232981"/>
                  </a:lnTo>
                  <a:lnTo>
                    <a:pt x="129540" y="233172"/>
                  </a:lnTo>
                  <a:lnTo>
                    <a:pt x="128778" y="233648"/>
                  </a:lnTo>
                  <a:lnTo>
                    <a:pt x="128302" y="234410"/>
                  </a:lnTo>
                  <a:lnTo>
                    <a:pt x="128207" y="234982"/>
                  </a:lnTo>
                  <a:lnTo>
                    <a:pt x="128397" y="236125"/>
                  </a:lnTo>
                  <a:lnTo>
                    <a:pt x="128397" y="236696"/>
                  </a:lnTo>
                  <a:lnTo>
                    <a:pt x="128111" y="237077"/>
                  </a:lnTo>
                  <a:lnTo>
                    <a:pt x="127730" y="237363"/>
                  </a:lnTo>
                  <a:lnTo>
                    <a:pt x="127445" y="237744"/>
                  </a:lnTo>
                  <a:lnTo>
                    <a:pt x="127254" y="238315"/>
                  </a:lnTo>
                  <a:lnTo>
                    <a:pt x="127254" y="237458"/>
                  </a:lnTo>
                  <a:lnTo>
                    <a:pt x="127825" y="234315"/>
                  </a:lnTo>
                  <a:lnTo>
                    <a:pt x="128111" y="233458"/>
                  </a:lnTo>
                  <a:lnTo>
                    <a:pt x="128588" y="233172"/>
                  </a:lnTo>
                  <a:lnTo>
                    <a:pt x="129826" y="232981"/>
                  </a:lnTo>
                  <a:lnTo>
                    <a:pt x="130302" y="232696"/>
                  </a:lnTo>
                  <a:lnTo>
                    <a:pt x="130778" y="232029"/>
                  </a:lnTo>
                  <a:lnTo>
                    <a:pt x="130874" y="231648"/>
                  </a:lnTo>
                  <a:lnTo>
                    <a:pt x="130683" y="229648"/>
                  </a:lnTo>
                  <a:lnTo>
                    <a:pt x="130016" y="227838"/>
                  </a:lnTo>
                  <a:lnTo>
                    <a:pt x="129826" y="226028"/>
                  </a:lnTo>
                  <a:lnTo>
                    <a:pt x="129635" y="225457"/>
                  </a:lnTo>
                  <a:lnTo>
                    <a:pt x="129064" y="224599"/>
                  </a:lnTo>
                  <a:lnTo>
                    <a:pt x="128111" y="223838"/>
                  </a:lnTo>
                  <a:lnTo>
                    <a:pt x="127254" y="223647"/>
                  </a:lnTo>
                  <a:lnTo>
                    <a:pt x="126778" y="224695"/>
                  </a:lnTo>
                  <a:lnTo>
                    <a:pt x="125730" y="224218"/>
                  </a:lnTo>
                  <a:lnTo>
                    <a:pt x="124206" y="223742"/>
                  </a:lnTo>
                  <a:lnTo>
                    <a:pt x="123444" y="223171"/>
                  </a:lnTo>
                  <a:lnTo>
                    <a:pt x="124587" y="222409"/>
                  </a:lnTo>
                  <a:lnTo>
                    <a:pt x="125254" y="223075"/>
                  </a:lnTo>
                  <a:lnTo>
                    <a:pt x="125921" y="222790"/>
                  </a:lnTo>
                  <a:lnTo>
                    <a:pt x="126111" y="222028"/>
                  </a:lnTo>
                  <a:lnTo>
                    <a:pt x="125254" y="221266"/>
                  </a:lnTo>
                  <a:lnTo>
                    <a:pt x="126778" y="220885"/>
                  </a:lnTo>
                  <a:lnTo>
                    <a:pt x="127445" y="219265"/>
                  </a:lnTo>
                  <a:lnTo>
                    <a:pt x="127921" y="217360"/>
                  </a:lnTo>
                  <a:lnTo>
                    <a:pt x="128969" y="216122"/>
                  </a:lnTo>
                  <a:lnTo>
                    <a:pt x="129730" y="216027"/>
                  </a:lnTo>
                  <a:lnTo>
                    <a:pt x="130492" y="216217"/>
                  </a:lnTo>
                  <a:lnTo>
                    <a:pt x="131254" y="216313"/>
                  </a:lnTo>
                  <a:lnTo>
                    <a:pt x="132017" y="215932"/>
                  </a:lnTo>
                  <a:lnTo>
                    <a:pt x="132302" y="215360"/>
                  </a:lnTo>
                  <a:lnTo>
                    <a:pt x="132112" y="214979"/>
                  </a:lnTo>
                  <a:lnTo>
                    <a:pt x="131445" y="214503"/>
                  </a:lnTo>
                  <a:lnTo>
                    <a:pt x="131254" y="214313"/>
                  </a:lnTo>
                  <a:lnTo>
                    <a:pt x="131064" y="214217"/>
                  </a:lnTo>
                  <a:lnTo>
                    <a:pt x="130874" y="214217"/>
                  </a:lnTo>
                  <a:lnTo>
                    <a:pt x="130778" y="214122"/>
                  </a:lnTo>
                  <a:lnTo>
                    <a:pt x="130588" y="213741"/>
                  </a:lnTo>
                  <a:lnTo>
                    <a:pt x="130683" y="213074"/>
                  </a:lnTo>
                  <a:lnTo>
                    <a:pt x="130588" y="212788"/>
                  </a:lnTo>
                  <a:lnTo>
                    <a:pt x="129540" y="211455"/>
                  </a:lnTo>
                  <a:lnTo>
                    <a:pt x="128588" y="209740"/>
                  </a:lnTo>
                  <a:lnTo>
                    <a:pt x="127825" y="207931"/>
                  </a:lnTo>
                  <a:lnTo>
                    <a:pt x="127635" y="206692"/>
                  </a:lnTo>
                  <a:lnTo>
                    <a:pt x="127540" y="206311"/>
                  </a:lnTo>
                  <a:lnTo>
                    <a:pt x="127825" y="205359"/>
                  </a:lnTo>
                  <a:lnTo>
                    <a:pt x="128492" y="205073"/>
                  </a:lnTo>
                  <a:lnTo>
                    <a:pt x="130492" y="205168"/>
                  </a:lnTo>
                  <a:lnTo>
                    <a:pt x="131540" y="204883"/>
                  </a:lnTo>
                  <a:lnTo>
                    <a:pt x="132302" y="204502"/>
                  </a:lnTo>
                  <a:lnTo>
                    <a:pt x="132874" y="203930"/>
                  </a:lnTo>
                  <a:lnTo>
                    <a:pt x="133445" y="203168"/>
                  </a:lnTo>
                  <a:lnTo>
                    <a:pt x="133826" y="203168"/>
                  </a:lnTo>
                  <a:lnTo>
                    <a:pt x="133826" y="203549"/>
                  </a:lnTo>
                  <a:lnTo>
                    <a:pt x="133350" y="203930"/>
                  </a:lnTo>
                  <a:lnTo>
                    <a:pt x="133064" y="204502"/>
                  </a:lnTo>
                  <a:lnTo>
                    <a:pt x="133159" y="204978"/>
                  </a:lnTo>
                  <a:lnTo>
                    <a:pt x="133826" y="205168"/>
                  </a:lnTo>
                  <a:lnTo>
                    <a:pt x="134207" y="204788"/>
                  </a:lnTo>
                  <a:lnTo>
                    <a:pt x="135636" y="202787"/>
                  </a:lnTo>
                  <a:lnTo>
                    <a:pt x="135826" y="201454"/>
                  </a:lnTo>
                  <a:lnTo>
                    <a:pt x="135636" y="198120"/>
                  </a:lnTo>
                  <a:lnTo>
                    <a:pt x="135350" y="196977"/>
                  </a:lnTo>
                  <a:lnTo>
                    <a:pt x="135826" y="197453"/>
                  </a:lnTo>
                  <a:lnTo>
                    <a:pt x="136208" y="198025"/>
                  </a:lnTo>
                  <a:lnTo>
                    <a:pt x="136398" y="198310"/>
                  </a:lnTo>
                  <a:lnTo>
                    <a:pt x="136208" y="196310"/>
                  </a:lnTo>
                  <a:lnTo>
                    <a:pt x="136017" y="195358"/>
                  </a:lnTo>
                  <a:lnTo>
                    <a:pt x="134493" y="192976"/>
                  </a:lnTo>
                  <a:lnTo>
                    <a:pt x="134017" y="192595"/>
                  </a:lnTo>
                  <a:lnTo>
                    <a:pt x="130588" y="192214"/>
                  </a:lnTo>
                  <a:lnTo>
                    <a:pt x="129730" y="191929"/>
                  </a:lnTo>
                  <a:lnTo>
                    <a:pt x="128302" y="191167"/>
                  </a:lnTo>
                  <a:lnTo>
                    <a:pt x="126587" y="190786"/>
                  </a:lnTo>
                  <a:lnTo>
                    <a:pt x="126111" y="190214"/>
                  </a:lnTo>
                  <a:lnTo>
                    <a:pt x="125825" y="189547"/>
                  </a:lnTo>
                  <a:lnTo>
                    <a:pt x="125349" y="188881"/>
                  </a:lnTo>
                  <a:lnTo>
                    <a:pt x="124492" y="188214"/>
                  </a:lnTo>
                  <a:lnTo>
                    <a:pt x="117634" y="184118"/>
                  </a:lnTo>
                  <a:lnTo>
                    <a:pt x="117158" y="183547"/>
                  </a:lnTo>
                  <a:lnTo>
                    <a:pt x="117253" y="182880"/>
                  </a:lnTo>
                  <a:lnTo>
                    <a:pt x="119063" y="184023"/>
                  </a:lnTo>
                  <a:lnTo>
                    <a:pt x="121063" y="184785"/>
                  </a:lnTo>
                  <a:lnTo>
                    <a:pt x="131350" y="186785"/>
                  </a:lnTo>
                  <a:lnTo>
                    <a:pt x="133159" y="187547"/>
                  </a:lnTo>
                  <a:lnTo>
                    <a:pt x="133255" y="186690"/>
                  </a:lnTo>
                  <a:lnTo>
                    <a:pt x="133541" y="185642"/>
                  </a:lnTo>
                  <a:lnTo>
                    <a:pt x="134017" y="184785"/>
                  </a:lnTo>
                  <a:lnTo>
                    <a:pt x="134398" y="184404"/>
                  </a:lnTo>
                  <a:lnTo>
                    <a:pt x="134588" y="183737"/>
                  </a:lnTo>
                  <a:lnTo>
                    <a:pt x="134493" y="178594"/>
                  </a:lnTo>
                  <a:lnTo>
                    <a:pt x="134017" y="178117"/>
                  </a:lnTo>
                  <a:lnTo>
                    <a:pt x="132017" y="178022"/>
                  </a:lnTo>
                  <a:lnTo>
                    <a:pt x="131159" y="177832"/>
                  </a:lnTo>
                  <a:lnTo>
                    <a:pt x="130302" y="177451"/>
                  </a:lnTo>
                  <a:lnTo>
                    <a:pt x="129540" y="176879"/>
                  </a:lnTo>
                  <a:lnTo>
                    <a:pt x="129159" y="176022"/>
                  </a:lnTo>
                  <a:lnTo>
                    <a:pt x="130492" y="176879"/>
                  </a:lnTo>
                  <a:lnTo>
                    <a:pt x="131159" y="177165"/>
                  </a:lnTo>
                  <a:lnTo>
                    <a:pt x="132017" y="177260"/>
                  </a:lnTo>
                  <a:lnTo>
                    <a:pt x="132874" y="177165"/>
                  </a:lnTo>
                  <a:lnTo>
                    <a:pt x="133541" y="176879"/>
                  </a:lnTo>
                  <a:lnTo>
                    <a:pt x="133826" y="176403"/>
                  </a:lnTo>
                  <a:lnTo>
                    <a:pt x="133541" y="175641"/>
                  </a:lnTo>
                  <a:lnTo>
                    <a:pt x="135446" y="174879"/>
                  </a:lnTo>
                  <a:lnTo>
                    <a:pt x="136303" y="174784"/>
                  </a:lnTo>
                  <a:lnTo>
                    <a:pt x="136684" y="175355"/>
                  </a:lnTo>
                  <a:lnTo>
                    <a:pt x="136874" y="175260"/>
                  </a:lnTo>
                  <a:lnTo>
                    <a:pt x="136970" y="175260"/>
                  </a:lnTo>
                  <a:lnTo>
                    <a:pt x="136970" y="175165"/>
                  </a:lnTo>
                  <a:lnTo>
                    <a:pt x="137065" y="174974"/>
                  </a:lnTo>
                  <a:lnTo>
                    <a:pt x="137350" y="175355"/>
                  </a:lnTo>
                  <a:lnTo>
                    <a:pt x="136017" y="176022"/>
                  </a:lnTo>
                  <a:lnTo>
                    <a:pt x="135160" y="177355"/>
                  </a:lnTo>
                  <a:lnTo>
                    <a:pt x="134969" y="178975"/>
                  </a:lnTo>
                  <a:lnTo>
                    <a:pt x="135731" y="181261"/>
                  </a:lnTo>
                  <a:lnTo>
                    <a:pt x="135922" y="181451"/>
                  </a:lnTo>
                  <a:lnTo>
                    <a:pt x="136684" y="180975"/>
                  </a:lnTo>
                  <a:lnTo>
                    <a:pt x="138017" y="180499"/>
                  </a:lnTo>
                  <a:lnTo>
                    <a:pt x="139065" y="179927"/>
                  </a:lnTo>
                  <a:lnTo>
                    <a:pt x="139637" y="180022"/>
                  </a:lnTo>
                  <a:lnTo>
                    <a:pt x="140589" y="180594"/>
                  </a:lnTo>
                  <a:lnTo>
                    <a:pt x="140970" y="179451"/>
                  </a:lnTo>
                  <a:lnTo>
                    <a:pt x="140017" y="178689"/>
                  </a:lnTo>
                  <a:lnTo>
                    <a:pt x="139541" y="178213"/>
                  </a:lnTo>
                  <a:lnTo>
                    <a:pt x="139732" y="177927"/>
                  </a:lnTo>
                  <a:lnTo>
                    <a:pt x="140684" y="177927"/>
                  </a:lnTo>
                  <a:lnTo>
                    <a:pt x="141161" y="178022"/>
                  </a:lnTo>
                  <a:lnTo>
                    <a:pt x="141446" y="178308"/>
                  </a:lnTo>
                  <a:lnTo>
                    <a:pt x="141732" y="179070"/>
                  </a:lnTo>
                  <a:lnTo>
                    <a:pt x="141732" y="181165"/>
                  </a:lnTo>
                  <a:lnTo>
                    <a:pt x="140494" y="181832"/>
                  </a:lnTo>
                  <a:lnTo>
                    <a:pt x="137446" y="181832"/>
                  </a:lnTo>
                  <a:lnTo>
                    <a:pt x="136112" y="182594"/>
                  </a:lnTo>
                  <a:lnTo>
                    <a:pt x="135636" y="183928"/>
                  </a:lnTo>
                  <a:lnTo>
                    <a:pt x="135541" y="187261"/>
                  </a:lnTo>
                  <a:lnTo>
                    <a:pt x="135636" y="188309"/>
                  </a:lnTo>
                  <a:lnTo>
                    <a:pt x="136112" y="190024"/>
                  </a:lnTo>
                  <a:lnTo>
                    <a:pt x="136970" y="191262"/>
                  </a:lnTo>
                  <a:lnTo>
                    <a:pt x="138303" y="190786"/>
                  </a:lnTo>
                  <a:lnTo>
                    <a:pt x="138303" y="191071"/>
                  </a:lnTo>
                  <a:lnTo>
                    <a:pt x="138398" y="191167"/>
                  </a:lnTo>
                  <a:lnTo>
                    <a:pt x="138589" y="191167"/>
                  </a:lnTo>
                  <a:lnTo>
                    <a:pt x="138779" y="191262"/>
                  </a:lnTo>
                  <a:lnTo>
                    <a:pt x="138208" y="191738"/>
                  </a:lnTo>
                  <a:lnTo>
                    <a:pt x="138208" y="192500"/>
                  </a:lnTo>
                  <a:lnTo>
                    <a:pt x="139065" y="194310"/>
                  </a:lnTo>
                  <a:lnTo>
                    <a:pt x="138779" y="194310"/>
                  </a:lnTo>
                  <a:lnTo>
                    <a:pt x="138970" y="195358"/>
                  </a:lnTo>
                  <a:lnTo>
                    <a:pt x="138494" y="196405"/>
                  </a:lnTo>
                  <a:lnTo>
                    <a:pt x="137922" y="197548"/>
                  </a:lnTo>
                  <a:lnTo>
                    <a:pt x="137636" y="198787"/>
                  </a:lnTo>
                  <a:lnTo>
                    <a:pt x="137541" y="201168"/>
                  </a:lnTo>
                  <a:lnTo>
                    <a:pt x="136970" y="204692"/>
                  </a:lnTo>
                  <a:lnTo>
                    <a:pt x="136970" y="205264"/>
                  </a:lnTo>
                  <a:lnTo>
                    <a:pt x="137065" y="205930"/>
                  </a:lnTo>
                  <a:lnTo>
                    <a:pt x="137636" y="207454"/>
                  </a:lnTo>
                  <a:lnTo>
                    <a:pt x="141732" y="212979"/>
                  </a:lnTo>
                  <a:lnTo>
                    <a:pt x="142018" y="213646"/>
                  </a:lnTo>
                  <a:lnTo>
                    <a:pt x="142208" y="214979"/>
                  </a:lnTo>
                  <a:lnTo>
                    <a:pt x="142589" y="215932"/>
                  </a:lnTo>
                  <a:lnTo>
                    <a:pt x="143066" y="216789"/>
                  </a:lnTo>
                  <a:lnTo>
                    <a:pt x="143446" y="217742"/>
                  </a:lnTo>
                  <a:lnTo>
                    <a:pt x="143828" y="219646"/>
                  </a:lnTo>
                  <a:lnTo>
                    <a:pt x="144494" y="221170"/>
                  </a:lnTo>
                  <a:lnTo>
                    <a:pt x="144590" y="221742"/>
                  </a:lnTo>
                  <a:lnTo>
                    <a:pt x="144780" y="222123"/>
                  </a:lnTo>
                  <a:lnTo>
                    <a:pt x="145542" y="223171"/>
                  </a:lnTo>
                  <a:lnTo>
                    <a:pt x="145923" y="224218"/>
                  </a:lnTo>
                  <a:lnTo>
                    <a:pt x="146304" y="224504"/>
                  </a:lnTo>
                  <a:lnTo>
                    <a:pt x="146780" y="224695"/>
                  </a:lnTo>
                  <a:lnTo>
                    <a:pt x="147161" y="225076"/>
                  </a:lnTo>
                  <a:lnTo>
                    <a:pt x="147828" y="227076"/>
                  </a:lnTo>
                  <a:lnTo>
                    <a:pt x="148114" y="227362"/>
                  </a:lnTo>
                  <a:lnTo>
                    <a:pt x="149638" y="227267"/>
                  </a:lnTo>
                  <a:lnTo>
                    <a:pt x="150209" y="227552"/>
                  </a:lnTo>
                  <a:lnTo>
                    <a:pt x="150590" y="229171"/>
                  </a:lnTo>
                  <a:lnTo>
                    <a:pt x="151352" y="230219"/>
                  </a:lnTo>
                  <a:lnTo>
                    <a:pt x="151543" y="230695"/>
                  </a:lnTo>
                  <a:lnTo>
                    <a:pt x="151829" y="231172"/>
                  </a:lnTo>
                  <a:lnTo>
                    <a:pt x="153257" y="232219"/>
                  </a:lnTo>
                  <a:lnTo>
                    <a:pt x="153543" y="232981"/>
                  </a:lnTo>
                  <a:lnTo>
                    <a:pt x="154210" y="233553"/>
                  </a:lnTo>
                  <a:lnTo>
                    <a:pt x="155829" y="233648"/>
                  </a:lnTo>
                  <a:lnTo>
                    <a:pt x="157544" y="233363"/>
                  </a:lnTo>
                  <a:lnTo>
                    <a:pt x="158591" y="232791"/>
                  </a:lnTo>
                  <a:lnTo>
                    <a:pt x="158687" y="231743"/>
                  </a:lnTo>
                  <a:lnTo>
                    <a:pt x="158305" y="230124"/>
                  </a:lnTo>
                  <a:lnTo>
                    <a:pt x="157639" y="228600"/>
                  </a:lnTo>
                  <a:lnTo>
                    <a:pt x="156877" y="227838"/>
                  </a:lnTo>
                  <a:lnTo>
                    <a:pt x="157639" y="227552"/>
                  </a:lnTo>
                  <a:lnTo>
                    <a:pt x="158115" y="228028"/>
                  </a:lnTo>
                  <a:lnTo>
                    <a:pt x="158687" y="229743"/>
                  </a:lnTo>
                  <a:lnTo>
                    <a:pt x="159258" y="230791"/>
                  </a:lnTo>
                  <a:lnTo>
                    <a:pt x="159829" y="231457"/>
                  </a:lnTo>
                  <a:lnTo>
                    <a:pt x="160401" y="233839"/>
                  </a:lnTo>
                  <a:lnTo>
                    <a:pt x="161449" y="235363"/>
                  </a:lnTo>
                  <a:lnTo>
                    <a:pt x="163449" y="236315"/>
                  </a:lnTo>
                  <a:lnTo>
                    <a:pt x="166021" y="235744"/>
                  </a:lnTo>
                  <a:lnTo>
                    <a:pt x="167450" y="235363"/>
                  </a:lnTo>
                  <a:lnTo>
                    <a:pt x="168402" y="234601"/>
                  </a:lnTo>
                  <a:lnTo>
                    <a:pt x="169450" y="233553"/>
                  </a:lnTo>
                  <a:lnTo>
                    <a:pt x="170021" y="231362"/>
                  </a:lnTo>
                  <a:lnTo>
                    <a:pt x="170402" y="230600"/>
                  </a:lnTo>
                  <a:lnTo>
                    <a:pt x="170593" y="229838"/>
                  </a:lnTo>
                  <a:lnTo>
                    <a:pt x="170021" y="228695"/>
                  </a:lnTo>
                  <a:lnTo>
                    <a:pt x="168592" y="228124"/>
                  </a:lnTo>
                  <a:lnTo>
                    <a:pt x="165545" y="227362"/>
                  </a:lnTo>
                  <a:lnTo>
                    <a:pt x="165545" y="226981"/>
                  </a:lnTo>
                  <a:lnTo>
                    <a:pt x="166783" y="226981"/>
                  </a:lnTo>
                  <a:lnTo>
                    <a:pt x="167164" y="226600"/>
                  </a:lnTo>
                  <a:lnTo>
                    <a:pt x="166878" y="226028"/>
                  </a:lnTo>
                  <a:lnTo>
                    <a:pt x="166211" y="225457"/>
                  </a:lnTo>
                  <a:lnTo>
                    <a:pt x="166211" y="225076"/>
                  </a:lnTo>
                  <a:lnTo>
                    <a:pt x="168021" y="225076"/>
                  </a:lnTo>
                  <a:lnTo>
                    <a:pt x="168783" y="225171"/>
                  </a:lnTo>
                  <a:lnTo>
                    <a:pt x="169450" y="225361"/>
                  </a:lnTo>
                  <a:lnTo>
                    <a:pt x="169450" y="225552"/>
                  </a:lnTo>
                  <a:lnTo>
                    <a:pt x="169450" y="226409"/>
                  </a:lnTo>
                  <a:lnTo>
                    <a:pt x="169545" y="226600"/>
                  </a:lnTo>
                  <a:lnTo>
                    <a:pt x="169736" y="226600"/>
                  </a:lnTo>
                  <a:lnTo>
                    <a:pt x="169926" y="226504"/>
                  </a:lnTo>
                  <a:lnTo>
                    <a:pt x="171545" y="226885"/>
                  </a:lnTo>
                  <a:lnTo>
                    <a:pt x="171641" y="226981"/>
                  </a:lnTo>
                  <a:lnTo>
                    <a:pt x="172498" y="226885"/>
                  </a:lnTo>
                  <a:lnTo>
                    <a:pt x="173355" y="226695"/>
                  </a:lnTo>
                  <a:lnTo>
                    <a:pt x="174022" y="226219"/>
                  </a:lnTo>
                  <a:lnTo>
                    <a:pt x="174212" y="225361"/>
                  </a:lnTo>
                  <a:lnTo>
                    <a:pt x="173831" y="224980"/>
                  </a:lnTo>
                  <a:lnTo>
                    <a:pt x="172974" y="224599"/>
                  </a:lnTo>
                  <a:lnTo>
                    <a:pt x="172021" y="224314"/>
                  </a:lnTo>
                  <a:lnTo>
                    <a:pt x="174784" y="224218"/>
                  </a:lnTo>
                  <a:lnTo>
                    <a:pt x="175736" y="224028"/>
                  </a:lnTo>
                  <a:lnTo>
                    <a:pt x="176308" y="223552"/>
                  </a:lnTo>
                  <a:lnTo>
                    <a:pt x="176117" y="222980"/>
                  </a:lnTo>
                  <a:lnTo>
                    <a:pt x="174974" y="222694"/>
                  </a:lnTo>
                  <a:lnTo>
                    <a:pt x="174974" y="222313"/>
                  </a:lnTo>
                  <a:lnTo>
                    <a:pt x="176117" y="222313"/>
                  </a:lnTo>
                  <a:lnTo>
                    <a:pt x="176975" y="222504"/>
                  </a:lnTo>
                  <a:lnTo>
                    <a:pt x="177737" y="222885"/>
                  </a:lnTo>
                  <a:lnTo>
                    <a:pt x="178499" y="223456"/>
                  </a:lnTo>
                  <a:lnTo>
                    <a:pt x="178308" y="222123"/>
                  </a:lnTo>
                  <a:lnTo>
                    <a:pt x="178594" y="220885"/>
                  </a:lnTo>
                  <a:lnTo>
                    <a:pt x="179356" y="219932"/>
                  </a:lnTo>
                  <a:lnTo>
                    <a:pt x="180499" y="219551"/>
                  </a:lnTo>
                  <a:lnTo>
                    <a:pt x="180975" y="218980"/>
                  </a:lnTo>
                  <a:lnTo>
                    <a:pt x="181928" y="216027"/>
                  </a:lnTo>
                  <a:lnTo>
                    <a:pt x="182118" y="214979"/>
                  </a:lnTo>
                  <a:lnTo>
                    <a:pt x="182499" y="214979"/>
                  </a:lnTo>
                  <a:lnTo>
                    <a:pt x="182499" y="216313"/>
                  </a:lnTo>
                  <a:lnTo>
                    <a:pt x="181642" y="218694"/>
                  </a:lnTo>
                  <a:lnTo>
                    <a:pt x="181356" y="220313"/>
                  </a:lnTo>
                  <a:lnTo>
                    <a:pt x="180880" y="220980"/>
                  </a:lnTo>
                  <a:lnTo>
                    <a:pt x="180784" y="221647"/>
                  </a:lnTo>
                  <a:lnTo>
                    <a:pt x="180880" y="222409"/>
                  </a:lnTo>
                  <a:lnTo>
                    <a:pt x="181070" y="222980"/>
                  </a:lnTo>
                  <a:lnTo>
                    <a:pt x="181451" y="223266"/>
                  </a:lnTo>
                  <a:lnTo>
                    <a:pt x="181832" y="223075"/>
                  </a:lnTo>
                  <a:lnTo>
                    <a:pt x="182213" y="223933"/>
                  </a:lnTo>
                  <a:lnTo>
                    <a:pt x="182975" y="224980"/>
                  </a:lnTo>
                  <a:lnTo>
                    <a:pt x="183928" y="225838"/>
                  </a:lnTo>
                  <a:lnTo>
                    <a:pt x="185642" y="226504"/>
                  </a:lnTo>
                  <a:lnTo>
                    <a:pt x="192405" y="235934"/>
                  </a:lnTo>
                  <a:lnTo>
                    <a:pt x="195929" y="242983"/>
                  </a:lnTo>
                  <a:lnTo>
                    <a:pt x="196501" y="245078"/>
                  </a:lnTo>
                  <a:lnTo>
                    <a:pt x="197453" y="251555"/>
                  </a:lnTo>
                  <a:lnTo>
                    <a:pt x="198311" y="252793"/>
                  </a:lnTo>
                  <a:lnTo>
                    <a:pt x="199454" y="252889"/>
                  </a:lnTo>
                  <a:lnTo>
                    <a:pt x="200311" y="252222"/>
                  </a:lnTo>
                  <a:lnTo>
                    <a:pt x="200311" y="251174"/>
                  </a:lnTo>
                  <a:lnTo>
                    <a:pt x="199834" y="250793"/>
                  </a:lnTo>
                  <a:lnTo>
                    <a:pt x="199168" y="250507"/>
                  </a:lnTo>
                  <a:lnTo>
                    <a:pt x="198596" y="250126"/>
                  </a:lnTo>
                  <a:lnTo>
                    <a:pt x="198501" y="249269"/>
                  </a:lnTo>
                  <a:lnTo>
                    <a:pt x="198882" y="248698"/>
                  </a:lnTo>
                  <a:lnTo>
                    <a:pt x="200216" y="248031"/>
                  </a:lnTo>
                  <a:lnTo>
                    <a:pt x="200406" y="247745"/>
                  </a:lnTo>
                  <a:lnTo>
                    <a:pt x="201359" y="247459"/>
                  </a:lnTo>
                  <a:lnTo>
                    <a:pt x="202121" y="246793"/>
                  </a:lnTo>
                  <a:lnTo>
                    <a:pt x="202692" y="246126"/>
                  </a:lnTo>
                  <a:lnTo>
                    <a:pt x="203073" y="245840"/>
                  </a:lnTo>
                  <a:lnTo>
                    <a:pt x="202978" y="245364"/>
                  </a:lnTo>
                  <a:lnTo>
                    <a:pt x="203454" y="243173"/>
                  </a:lnTo>
                  <a:lnTo>
                    <a:pt x="203549" y="242316"/>
                  </a:lnTo>
                  <a:lnTo>
                    <a:pt x="204311" y="242316"/>
                  </a:lnTo>
                  <a:lnTo>
                    <a:pt x="204597" y="242316"/>
                  </a:lnTo>
                  <a:lnTo>
                    <a:pt x="203359" y="246317"/>
                  </a:lnTo>
                  <a:lnTo>
                    <a:pt x="202787" y="247364"/>
                  </a:lnTo>
                  <a:lnTo>
                    <a:pt x="201644" y="247936"/>
                  </a:lnTo>
                  <a:lnTo>
                    <a:pt x="200311" y="248317"/>
                  </a:lnTo>
                  <a:lnTo>
                    <a:pt x="199358" y="248984"/>
                  </a:lnTo>
                  <a:lnTo>
                    <a:pt x="199549" y="250412"/>
                  </a:lnTo>
                  <a:lnTo>
                    <a:pt x="199930" y="250698"/>
                  </a:lnTo>
                  <a:lnTo>
                    <a:pt x="200501" y="250984"/>
                  </a:lnTo>
                  <a:lnTo>
                    <a:pt x="200978" y="251460"/>
                  </a:lnTo>
                  <a:lnTo>
                    <a:pt x="201073" y="252413"/>
                  </a:lnTo>
                  <a:lnTo>
                    <a:pt x="200787" y="252889"/>
                  </a:lnTo>
                  <a:lnTo>
                    <a:pt x="200311" y="253270"/>
                  </a:lnTo>
                  <a:lnTo>
                    <a:pt x="199834" y="253841"/>
                  </a:lnTo>
                  <a:lnTo>
                    <a:pt x="199549" y="254698"/>
                  </a:lnTo>
                  <a:lnTo>
                    <a:pt x="199644" y="256127"/>
                  </a:lnTo>
                  <a:lnTo>
                    <a:pt x="200025" y="257556"/>
                  </a:lnTo>
                  <a:lnTo>
                    <a:pt x="200501" y="258794"/>
                  </a:lnTo>
                  <a:lnTo>
                    <a:pt x="201073" y="259747"/>
                  </a:lnTo>
                  <a:lnTo>
                    <a:pt x="201359" y="259747"/>
                  </a:lnTo>
                  <a:lnTo>
                    <a:pt x="201359" y="258699"/>
                  </a:lnTo>
                  <a:lnTo>
                    <a:pt x="201740" y="257937"/>
                  </a:lnTo>
                  <a:lnTo>
                    <a:pt x="202216" y="257842"/>
                  </a:lnTo>
                  <a:lnTo>
                    <a:pt x="202501" y="258604"/>
                  </a:lnTo>
                  <a:lnTo>
                    <a:pt x="202311" y="258509"/>
                  </a:lnTo>
                  <a:lnTo>
                    <a:pt x="201740" y="258318"/>
                  </a:lnTo>
                  <a:lnTo>
                    <a:pt x="201835" y="260223"/>
                  </a:lnTo>
                  <a:lnTo>
                    <a:pt x="203168" y="266033"/>
                  </a:lnTo>
                  <a:lnTo>
                    <a:pt x="203168" y="268129"/>
                  </a:lnTo>
                  <a:lnTo>
                    <a:pt x="203359" y="268605"/>
                  </a:lnTo>
                  <a:lnTo>
                    <a:pt x="204121" y="269462"/>
                  </a:lnTo>
                  <a:lnTo>
                    <a:pt x="204311" y="270034"/>
                  </a:lnTo>
                  <a:lnTo>
                    <a:pt x="204502" y="272320"/>
                  </a:lnTo>
                  <a:lnTo>
                    <a:pt x="204788" y="273463"/>
                  </a:lnTo>
                  <a:lnTo>
                    <a:pt x="205073" y="274130"/>
                  </a:lnTo>
                  <a:lnTo>
                    <a:pt x="205454" y="273653"/>
                  </a:lnTo>
                  <a:lnTo>
                    <a:pt x="205835" y="273272"/>
                  </a:lnTo>
                  <a:lnTo>
                    <a:pt x="206312" y="272986"/>
                  </a:lnTo>
                  <a:lnTo>
                    <a:pt x="206883" y="272891"/>
                  </a:lnTo>
                  <a:lnTo>
                    <a:pt x="206883" y="273272"/>
                  </a:lnTo>
                  <a:lnTo>
                    <a:pt x="206216" y="273653"/>
                  </a:lnTo>
                  <a:lnTo>
                    <a:pt x="205645" y="274130"/>
                  </a:lnTo>
                  <a:lnTo>
                    <a:pt x="205454" y="274701"/>
                  </a:lnTo>
                  <a:lnTo>
                    <a:pt x="205835" y="275272"/>
                  </a:lnTo>
                  <a:lnTo>
                    <a:pt x="204883" y="275749"/>
                  </a:lnTo>
                  <a:lnTo>
                    <a:pt x="204311" y="276987"/>
                  </a:lnTo>
                  <a:lnTo>
                    <a:pt x="204216" y="278320"/>
                  </a:lnTo>
                  <a:lnTo>
                    <a:pt x="204692" y="278797"/>
                  </a:lnTo>
                  <a:lnTo>
                    <a:pt x="205550" y="278606"/>
                  </a:lnTo>
                  <a:lnTo>
                    <a:pt x="206597" y="278225"/>
                  </a:lnTo>
                  <a:lnTo>
                    <a:pt x="209074" y="278035"/>
                  </a:lnTo>
                  <a:lnTo>
                    <a:pt x="209074" y="278416"/>
                  </a:lnTo>
                  <a:lnTo>
                    <a:pt x="207836" y="278892"/>
                  </a:lnTo>
                  <a:lnTo>
                    <a:pt x="207550" y="279749"/>
                  </a:lnTo>
                  <a:lnTo>
                    <a:pt x="207931" y="280225"/>
                  </a:lnTo>
                  <a:lnTo>
                    <a:pt x="208788" y="279559"/>
                  </a:lnTo>
                  <a:lnTo>
                    <a:pt x="209074" y="279940"/>
                  </a:lnTo>
                  <a:lnTo>
                    <a:pt x="208312" y="280702"/>
                  </a:lnTo>
                  <a:lnTo>
                    <a:pt x="207645" y="280892"/>
                  </a:lnTo>
                  <a:lnTo>
                    <a:pt x="207169" y="281178"/>
                  </a:lnTo>
                  <a:lnTo>
                    <a:pt x="206978" y="282416"/>
                  </a:lnTo>
                  <a:lnTo>
                    <a:pt x="207169" y="283273"/>
                  </a:lnTo>
                  <a:lnTo>
                    <a:pt x="207645" y="283940"/>
                  </a:lnTo>
                  <a:lnTo>
                    <a:pt x="208121" y="284035"/>
                  </a:lnTo>
                  <a:lnTo>
                    <a:pt x="208407" y="283083"/>
                  </a:lnTo>
                  <a:lnTo>
                    <a:pt x="208788" y="283083"/>
                  </a:lnTo>
                  <a:lnTo>
                    <a:pt x="208788" y="283750"/>
                  </a:lnTo>
                  <a:lnTo>
                    <a:pt x="208502" y="284607"/>
                  </a:lnTo>
                  <a:lnTo>
                    <a:pt x="208312" y="285464"/>
                  </a:lnTo>
                  <a:lnTo>
                    <a:pt x="208693" y="286131"/>
                  </a:lnTo>
                  <a:lnTo>
                    <a:pt x="209550" y="286131"/>
                  </a:lnTo>
                  <a:lnTo>
                    <a:pt x="210121" y="285274"/>
                  </a:lnTo>
                  <a:lnTo>
                    <a:pt x="210788" y="283369"/>
                  </a:lnTo>
                  <a:lnTo>
                    <a:pt x="210407" y="283369"/>
                  </a:lnTo>
                  <a:lnTo>
                    <a:pt x="210598" y="283178"/>
                  </a:lnTo>
                  <a:lnTo>
                    <a:pt x="210693" y="282988"/>
                  </a:lnTo>
                  <a:lnTo>
                    <a:pt x="210788" y="282511"/>
                  </a:lnTo>
                  <a:lnTo>
                    <a:pt x="210979" y="282988"/>
                  </a:lnTo>
                  <a:lnTo>
                    <a:pt x="210979" y="283464"/>
                  </a:lnTo>
                  <a:lnTo>
                    <a:pt x="210788" y="283940"/>
                  </a:lnTo>
                  <a:lnTo>
                    <a:pt x="210598" y="284512"/>
                  </a:lnTo>
                  <a:lnTo>
                    <a:pt x="210884" y="284607"/>
                  </a:lnTo>
                  <a:lnTo>
                    <a:pt x="211265" y="284988"/>
                  </a:lnTo>
                  <a:lnTo>
                    <a:pt x="211360" y="285464"/>
                  </a:lnTo>
                  <a:lnTo>
                    <a:pt x="211074" y="286036"/>
                  </a:lnTo>
                  <a:lnTo>
                    <a:pt x="211265" y="286607"/>
                  </a:lnTo>
                  <a:lnTo>
                    <a:pt x="211074" y="286988"/>
                  </a:lnTo>
                  <a:lnTo>
                    <a:pt x="210312" y="287941"/>
                  </a:lnTo>
                  <a:lnTo>
                    <a:pt x="210503" y="288893"/>
                  </a:lnTo>
                  <a:lnTo>
                    <a:pt x="210026" y="289655"/>
                  </a:lnTo>
                  <a:lnTo>
                    <a:pt x="209264" y="290322"/>
                  </a:lnTo>
                  <a:lnTo>
                    <a:pt x="208788" y="290989"/>
                  </a:lnTo>
                  <a:lnTo>
                    <a:pt x="208788" y="292036"/>
                  </a:lnTo>
                  <a:lnTo>
                    <a:pt x="209074" y="293180"/>
                  </a:lnTo>
                  <a:lnTo>
                    <a:pt x="209645" y="294227"/>
                  </a:lnTo>
                  <a:lnTo>
                    <a:pt x="210312" y="294894"/>
                  </a:lnTo>
                  <a:lnTo>
                    <a:pt x="209359" y="294513"/>
                  </a:lnTo>
                  <a:lnTo>
                    <a:pt x="208502" y="295084"/>
                  </a:lnTo>
                  <a:lnTo>
                    <a:pt x="207836" y="296132"/>
                  </a:lnTo>
                  <a:lnTo>
                    <a:pt x="207454" y="297180"/>
                  </a:lnTo>
                  <a:lnTo>
                    <a:pt x="207264" y="297085"/>
                  </a:lnTo>
                  <a:lnTo>
                    <a:pt x="207169" y="297085"/>
                  </a:lnTo>
                  <a:lnTo>
                    <a:pt x="207169" y="297085"/>
                  </a:lnTo>
                  <a:lnTo>
                    <a:pt x="207074" y="296894"/>
                  </a:lnTo>
                  <a:lnTo>
                    <a:pt x="206788" y="296894"/>
                  </a:lnTo>
                  <a:lnTo>
                    <a:pt x="206978" y="297847"/>
                  </a:lnTo>
                  <a:lnTo>
                    <a:pt x="207359" y="298894"/>
                  </a:lnTo>
                  <a:lnTo>
                    <a:pt x="207836" y="299752"/>
                  </a:lnTo>
                  <a:lnTo>
                    <a:pt x="208407" y="300038"/>
                  </a:lnTo>
                  <a:lnTo>
                    <a:pt x="208883" y="300609"/>
                  </a:lnTo>
                  <a:lnTo>
                    <a:pt x="211836" y="305943"/>
                  </a:lnTo>
                  <a:lnTo>
                    <a:pt x="212122" y="306991"/>
                  </a:lnTo>
                  <a:lnTo>
                    <a:pt x="212217" y="308324"/>
                  </a:lnTo>
                  <a:lnTo>
                    <a:pt x="211741" y="311944"/>
                  </a:lnTo>
                  <a:lnTo>
                    <a:pt x="211836" y="313087"/>
                  </a:lnTo>
                  <a:lnTo>
                    <a:pt x="212217" y="314039"/>
                  </a:lnTo>
                  <a:lnTo>
                    <a:pt x="214598" y="316801"/>
                  </a:lnTo>
                  <a:lnTo>
                    <a:pt x="215170" y="317659"/>
                  </a:lnTo>
                  <a:lnTo>
                    <a:pt x="216027" y="319278"/>
                  </a:lnTo>
                  <a:lnTo>
                    <a:pt x="216503" y="320040"/>
                  </a:lnTo>
                  <a:lnTo>
                    <a:pt x="219266" y="322421"/>
                  </a:lnTo>
                  <a:lnTo>
                    <a:pt x="219646" y="322993"/>
                  </a:lnTo>
                  <a:lnTo>
                    <a:pt x="220504" y="326612"/>
                  </a:lnTo>
                  <a:lnTo>
                    <a:pt x="224123" y="333184"/>
                  </a:lnTo>
                  <a:lnTo>
                    <a:pt x="225362" y="336042"/>
                  </a:lnTo>
                  <a:lnTo>
                    <a:pt x="225742" y="336518"/>
                  </a:lnTo>
                  <a:lnTo>
                    <a:pt x="226028" y="336709"/>
                  </a:lnTo>
                  <a:lnTo>
                    <a:pt x="226314" y="337090"/>
                  </a:lnTo>
                  <a:lnTo>
                    <a:pt x="226600" y="337280"/>
                  </a:lnTo>
                  <a:lnTo>
                    <a:pt x="227076" y="336899"/>
                  </a:lnTo>
                  <a:lnTo>
                    <a:pt x="227171" y="336328"/>
                  </a:lnTo>
                  <a:lnTo>
                    <a:pt x="226981" y="335756"/>
                  </a:lnTo>
                  <a:lnTo>
                    <a:pt x="226600" y="334994"/>
                  </a:lnTo>
                  <a:lnTo>
                    <a:pt x="225647" y="332042"/>
                  </a:lnTo>
                  <a:lnTo>
                    <a:pt x="225552" y="330994"/>
                  </a:lnTo>
                  <a:lnTo>
                    <a:pt x="225266" y="330422"/>
                  </a:lnTo>
                  <a:lnTo>
                    <a:pt x="223742" y="328136"/>
                  </a:lnTo>
                  <a:lnTo>
                    <a:pt x="223171" y="326041"/>
                  </a:lnTo>
                  <a:lnTo>
                    <a:pt x="222980" y="323755"/>
                  </a:lnTo>
                  <a:lnTo>
                    <a:pt x="223075" y="321469"/>
                  </a:lnTo>
                  <a:lnTo>
                    <a:pt x="223457" y="319278"/>
                  </a:lnTo>
                  <a:lnTo>
                    <a:pt x="221266" y="317468"/>
                  </a:lnTo>
                  <a:lnTo>
                    <a:pt x="220980" y="316611"/>
                  </a:lnTo>
                  <a:lnTo>
                    <a:pt x="220599" y="315754"/>
                  </a:lnTo>
                  <a:lnTo>
                    <a:pt x="219361" y="314611"/>
                  </a:lnTo>
                  <a:lnTo>
                    <a:pt x="218980" y="313849"/>
                  </a:lnTo>
                  <a:lnTo>
                    <a:pt x="218694" y="312896"/>
                  </a:lnTo>
                  <a:lnTo>
                    <a:pt x="218884" y="312039"/>
                  </a:lnTo>
                  <a:lnTo>
                    <a:pt x="219170" y="310420"/>
                  </a:lnTo>
                  <a:lnTo>
                    <a:pt x="219266" y="309277"/>
                  </a:lnTo>
                  <a:lnTo>
                    <a:pt x="218884" y="307086"/>
                  </a:lnTo>
                  <a:lnTo>
                    <a:pt x="218884" y="305943"/>
                  </a:lnTo>
                  <a:lnTo>
                    <a:pt x="219170" y="304990"/>
                  </a:lnTo>
                  <a:lnTo>
                    <a:pt x="220599" y="302895"/>
                  </a:lnTo>
                  <a:lnTo>
                    <a:pt x="221266" y="300514"/>
                  </a:lnTo>
                  <a:lnTo>
                    <a:pt x="221837" y="299371"/>
                  </a:lnTo>
                  <a:lnTo>
                    <a:pt x="222695" y="299275"/>
                  </a:lnTo>
                  <a:lnTo>
                    <a:pt x="224314" y="299275"/>
                  </a:lnTo>
                  <a:lnTo>
                    <a:pt x="226314" y="296894"/>
                  </a:lnTo>
                  <a:lnTo>
                    <a:pt x="228029" y="297466"/>
                  </a:lnTo>
                  <a:lnTo>
                    <a:pt x="228695" y="298418"/>
                  </a:lnTo>
                  <a:lnTo>
                    <a:pt x="228886" y="299371"/>
                  </a:lnTo>
                  <a:lnTo>
                    <a:pt x="228981" y="300323"/>
                  </a:lnTo>
                  <a:lnTo>
                    <a:pt x="229362" y="301276"/>
                  </a:lnTo>
                  <a:lnTo>
                    <a:pt x="229838" y="301752"/>
                  </a:lnTo>
                  <a:lnTo>
                    <a:pt x="230410" y="302038"/>
                  </a:lnTo>
                  <a:lnTo>
                    <a:pt x="231648" y="302419"/>
                  </a:lnTo>
                  <a:lnTo>
                    <a:pt x="233839" y="302609"/>
                  </a:lnTo>
                  <a:lnTo>
                    <a:pt x="235553" y="302228"/>
                  </a:lnTo>
                  <a:lnTo>
                    <a:pt x="236887" y="302514"/>
                  </a:lnTo>
                  <a:lnTo>
                    <a:pt x="237934" y="304800"/>
                  </a:lnTo>
                  <a:lnTo>
                    <a:pt x="238316" y="307086"/>
                  </a:lnTo>
                  <a:lnTo>
                    <a:pt x="238696" y="308229"/>
                  </a:lnTo>
                  <a:lnTo>
                    <a:pt x="239363" y="308896"/>
                  </a:lnTo>
                  <a:lnTo>
                    <a:pt x="240411" y="308800"/>
                  </a:lnTo>
                  <a:lnTo>
                    <a:pt x="241649" y="308038"/>
                  </a:lnTo>
                  <a:lnTo>
                    <a:pt x="242697" y="306991"/>
                  </a:lnTo>
                  <a:lnTo>
                    <a:pt x="243173" y="306038"/>
                  </a:lnTo>
                  <a:lnTo>
                    <a:pt x="243269" y="304990"/>
                  </a:lnTo>
                  <a:close/>
                  <a:moveTo>
                    <a:pt x="181451" y="232791"/>
                  </a:moveTo>
                  <a:lnTo>
                    <a:pt x="180308" y="233363"/>
                  </a:lnTo>
                  <a:lnTo>
                    <a:pt x="179070" y="236220"/>
                  </a:lnTo>
                  <a:lnTo>
                    <a:pt x="179356" y="238030"/>
                  </a:lnTo>
                  <a:lnTo>
                    <a:pt x="180213" y="240316"/>
                  </a:lnTo>
                  <a:lnTo>
                    <a:pt x="181737" y="242602"/>
                  </a:lnTo>
                  <a:lnTo>
                    <a:pt x="183356" y="243554"/>
                  </a:lnTo>
                  <a:lnTo>
                    <a:pt x="185833" y="243268"/>
                  </a:lnTo>
                  <a:lnTo>
                    <a:pt x="186309" y="241363"/>
                  </a:lnTo>
                  <a:lnTo>
                    <a:pt x="185928" y="238982"/>
                  </a:lnTo>
                  <a:lnTo>
                    <a:pt x="181451" y="232791"/>
                  </a:lnTo>
                  <a:close/>
                  <a:moveTo>
                    <a:pt x="155924" y="251365"/>
                  </a:moveTo>
                  <a:lnTo>
                    <a:pt x="155638" y="252508"/>
                  </a:lnTo>
                  <a:lnTo>
                    <a:pt x="155638" y="255556"/>
                  </a:lnTo>
                  <a:lnTo>
                    <a:pt x="156210" y="254984"/>
                  </a:lnTo>
                  <a:lnTo>
                    <a:pt x="156591" y="253936"/>
                  </a:lnTo>
                  <a:lnTo>
                    <a:pt x="156782" y="252698"/>
                  </a:lnTo>
                  <a:lnTo>
                    <a:pt x="156782" y="251650"/>
                  </a:lnTo>
                  <a:lnTo>
                    <a:pt x="155924" y="251365"/>
                  </a:lnTo>
                  <a:close/>
                  <a:moveTo>
                    <a:pt x="156305" y="250126"/>
                  </a:moveTo>
                  <a:lnTo>
                    <a:pt x="156496" y="248984"/>
                  </a:lnTo>
                  <a:lnTo>
                    <a:pt x="156400" y="247840"/>
                  </a:lnTo>
                  <a:lnTo>
                    <a:pt x="156210" y="246793"/>
                  </a:lnTo>
                  <a:lnTo>
                    <a:pt x="155924" y="245935"/>
                  </a:lnTo>
                  <a:lnTo>
                    <a:pt x="155543" y="245554"/>
                  </a:lnTo>
                  <a:lnTo>
                    <a:pt x="154972" y="246412"/>
                  </a:lnTo>
                  <a:lnTo>
                    <a:pt x="154686" y="247745"/>
                  </a:lnTo>
                  <a:lnTo>
                    <a:pt x="154496" y="250317"/>
                  </a:lnTo>
                  <a:lnTo>
                    <a:pt x="154210" y="251079"/>
                  </a:lnTo>
                  <a:lnTo>
                    <a:pt x="153638" y="252031"/>
                  </a:lnTo>
                  <a:lnTo>
                    <a:pt x="153448" y="252793"/>
                  </a:lnTo>
                  <a:lnTo>
                    <a:pt x="154305" y="253174"/>
                  </a:lnTo>
                  <a:lnTo>
                    <a:pt x="156305" y="250126"/>
                  </a:lnTo>
                  <a:close/>
                  <a:moveTo>
                    <a:pt x="154305" y="254032"/>
                  </a:moveTo>
                  <a:lnTo>
                    <a:pt x="154115" y="254032"/>
                  </a:lnTo>
                  <a:lnTo>
                    <a:pt x="153829" y="254413"/>
                  </a:lnTo>
                  <a:lnTo>
                    <a:pt x="153543" y="254032"/>
                  </a:lnTo>
                  <a:lnTo>
                    <a:pt x="153162" y="255270"/>
                  </a:lnTo>
                  <a:lnTo>
                    <a:pt x="152781" y="256984"/>
                  </a:lnTo>
                  <a:lnTo>
                    <a:pt x="152686" y="258604"/>
                  </a:lnTo>
                  <a:lnTo>
                    <a:pt x="153257" y="259461"/>
                  </a:lnTo>
                  <a:lnTo>
                    <a:pt x="154305" y="259175"/>
                  </a:lnTo>
                  <a:lnTo>
                    <a:pt x="154686" y="257842"/>
                  </a:lnTo>
                  <a:lnTo>
                    <a:pt x="154686" y="254794"/>
                  </a:lnTo>
                  <a:lnTo>
                    <a:pt x="154591" y="254317"/>
                  </a:lnTo>
                  <a:lnTo>
                    <a:pt x="154305" y="254032"/>
                  </a:lnTo>
                  <a:close/>
                  <a:moveTo>
                    <a:pt x="131064" y="205359"/>
                  </a:moveTo>
                  <a:lnTo>
                    <a:pt x="130683" y="205645"/>
                  </a:lnTo>
                  <a:lnTo>
                    <a:pt x="130302" y="205740"/>
                  </a:lnTo>
                  <a:lnTo>
                    <a:pt x="128302" y="205740"/>
                  </a:lnTo>
                  <a:lnTo>
                    <a:pt x="128588" y="206597"/>
                  </a:lnTo>
                  <a:lnTo>
                    <a:pt x="129064" y="208883"/>
                  </a:lnTo>
                  <a:lnTo>
                    <a:pt x="129540" y="208597"/>
                  </a:lnTo>
                  <a:lnTo>
                    <a:pt x="130683" y="207169"/>
                  </a:lnTo>
                  <a:lnTo>
                    <a:pt x="131540" y="206407"/>
                  </a:lnTo>
                  <a:lnTo>
                    <a:pt x="131636" y="206026"/>
                  </a:lnTo>
                  <a:lnTo>
                    <a:pt x="131064" y="205359"/>
                  </a:lnTo>
                  <a:close/>
                  <a:moveTo>
                    <a:pt x="165163" y="237553"/>
                  </a:moveTo>
                  <a:lnTo>
                    <a:pt x="163354" y="238315"/>
                  </a:lnTo>
                  <a:lnTo>
                    <a:pt x="162878" y="239935"/>
                  </a:lnTo>
                  <a:lnTo>
                    <a:pt x="163925" y="240601"/>
                  </a:lnTo>
                  <a:lnTo>
                    <a:pt x="165259" y="240506"/>
                  </a:lnTo>
                  <a:lnTo>
                    <a:pt x="166307" y="240030"/>
                  </a:lnTo>
                  <a:lnTo>
                    <a:pt x="167354" y="239268"/>
                  </a:lnTo>
                  <a:lnTo>
                    <a:pt x="167830" y="237934"/>
                  </a:lnTo>
                  <a:lnTo>
                    <a:pt x="167259" y="236887"/>
                  </a:lnTo>
                  <a:lnTo>
                    <a:pt x="165163" y="237553"/>
                  </a:lnTo>
                  <a:close/>
                  <a:moveTo>
                    <a:pt x="166402" y="249936"/>
                  </a:moveTo>
                  <a:lnTo>
                    <a:pt x="165830" y="247936"/>
                  </a:lnTo>
                  <a:lnTo>
                    <a:pt x="165068" y="247269"/>
                  </a:lnTo>
                  <a:lnTo>
                    <a:pt x="164687" y="245840"/>
                  </a:lnTo>
                  <a:lnTo>
                    <a:pt x="163544" y="244792"/>
                  </a:lnTo>
                  <a:lnTo>
                    <a:pt x="161734" y="243840"/>
                  </a:lnTo>
                  <a:lnTo>
                    <a:pt x="160782" y="244030"/>
                  </a:lnTo>
                  <a:lnTo>
                    <a:pt x="160496" y="248412"/>
                  </a:lnTo>
                  <a:lnTo>
                    <a:pt x="160496" y="252413"/>
                  </a:lnTo>
                  <a:lnTo>
                    <a:pt x="160020" y="255175"/>
                  </a:lnTo>
                  <a:lnTo>
                    <a:pt x="159639" y="256127"/>
                  </a:lnTo>
                  <a:lnTo>
                    <a:pt x="158687" y="257651"/>
                  </a:lnTo>
                  <a:lnTo>
                    <a:pt x="157163" y="259461"/>
                  </a:lnTo>
                  <a:lnTo>
                    <a:pt x="157448" y="260318"/>
                  </a:lnTo>
                  <a:lnTo>
                    <a:pt x="158020" y="260699"/>
                  </a:lnTo>
                  <a:lnTo>
                    <a:pt x="158877" y="260890"/>
                  </a:lnTo>
                  <a:lnTo>
                    <a:pt x="160211" y="260985"/>
                  </a:lnTo>
                  <a:lnTo>
                    <a:pt x="161258" y="260318"/>
                  </a:lnTo>
                  <a:lnTo>
                    <a:pt x="161830" y="259366"/>
                  </a:lnTo>
                  <a:lnTo>
                    <a:pt x="162496" y="259175"/>
                  </a:lnTo>
                  <a:lnTo>
                    <a:pt x="163259" y="258699"/>
                  </a:lnTo>
                  <a:lnTo>
                    <a:pt x="164306" y="257842"/>
                  </a:lnTo>
                  <a:lnTo>
                    <a:pt x="164973" y="256508"/>
                  </a:lnTo>
                  <a:lnTo>
                    <a:pt x="165354" y="255842"/>
                  </a:lnTo>
                  <a:lnTo>
                    <a:pt x="165830" y="254984"/>
                  </a:lnTo>
                  <a:lnTo>
                    <a:pt x="166688" y="253270"/>
                  </a:lnTo>
                  <a:lnTo>
                    <a:pt x="166402" y="251460"/>
                  </a:lnTo>
                  <a:lnTo>
                    <a:pt x="166402" y="249936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32" name="Freeform: Shape 37">
              <a:extLst>
                <a:ext uri="{FF2B5EF4-FFF2-40B4-BE49-F238E27FC236}">
                  <a16:creationId xmlns:a16="http://schemas.microsoft.com/office/drawing/2014/main" id="{381EDBF3-7C4C-DC97-2693-FD9923B7B4D7}"/>
                </a:ext>
              </a:extLst>
            </p:cNvPr>
            <p:cNvSpPr/>
            <p:nvPr/>
          </p:nvSpPr>
          <p:spPr>
            <a:xfrm>
              <a:off x="4001547" y="2708243"/>
              <a:ext cx="752475" cy="571500"/>
            </a:xfrm>
            <a:custGeom>
              <a:avLst/>
              <a:gdLst>
                <a:gd name="connsiteX0" fmla="*/ 757428 w 752475"/>
                <a:gd name="connsiteY0" fmla="*/ 81629 h 571500"/>
                <a:gd name="connsiteX1" fmla="*/ 754951 w 752475"/>
                <a:gd name="connsiteY1" fmla="*/ 77533 h 571500"/>
                <a:gd name="connsiteX2" fmla="*/ 753523 w 752475"/>
                <a:gd name="connsiteY2" fmla="*/ 75914 h 571500"/>
                <a:gd name="connsiteX3" fmla="*/ 746760 w 752475"/>
                <a:gd name="connsiteY3" fmla="*/ 71818 h 571500"/>
                <a:gd name="connsiteX4" fmla="*/ 745236 w 752475"/>
                <a:gd name="connsiteY4" fmla="*/ 72676 h 571500"/>
                <a:gd name="connsiteX5" fmla="*/ 739902 w 752475"/>
                <a:gd name="connsiteY5" fmla="*/ 73057 h 571500"/>
                <a:gd name="connsiteX6" fmla="*/ 739426 w 752475"/>
                <a:gd name="connsiteY6" fmla="*/ 73057 h 571500"/>
                <a:gd name="connsiteX7" fmla="*/ 738950 w 752475"/>
                <a:gd name="connsiteY7" fmla="*/ 72962 h 571500"/>
                <a:gd name="connsiteX8" fmla="*/ 737045 w 752475"/>
                <a:gd name="connsiteY8" fmla="*/ 72295 h 571500"/>
                <a:gd name="connsiteX9" fmla="*/ 735901 w 752475"/>
                <a:gd name="connsiteY9" fmla="*/ 71818 h 571500"/>
                <a:gd name="connsiteX10" fmla="*/ 734949 w 752475"/>
                <a:gd name="connsiteY10" fmla="*/ 71914 h 571500"/>
                <a:gd name="connsiteX11" fmla="*/ 733997 w 752475"/>
                <a:gd name="connsiteY11" fmla="*/ 72104 h 571500"/>
                <a:gd name="connsiteX12" fmla="*/ 732472 w 752475"/>
                <a:gd name="connsiteY12" fmla="*/ 71818 h 571500"/>
                <a:gd name="connsiteX13" fmla="*/ 731901 w 752475"/>
                <a:gd name="connsiteY13" fmla="*/ 71818 h 571500"/>
                <a:gd name="connsiteX14" fmla="*/ 731330 w 752475"/>
                <a:gd name="connsiteY14" fmla="*/ 71628 h 571500"/>
                <a:gd name="connsiteX15" fmla="*/ 730568 w 752475"/>
                <a:gd name="connsiteY15" fmla="*/ 70390 h 571500"/>
                <a:gd name="connsiteX16" fmla="*/ 730091 w 752475"/>
                <a:gd name="connsiteY16" fmla="*/ 70009 h 571500"/>
                <a:gd name="connsiteX17" fmla="*/ 729425 w 752475"/>
                <a:gd name="connsiteY17" fmla="*/ 70104 h 571500"/>
                <a:gd name="connsiteX18" fmla="*/ 728853 w 752475"/>
                <a:gd name="connsiteY18" fmla="*/ 70485 h 571500"/>
                <a:gd name="connsiteX19" fmla="*/ 728567 w 752475"/>
                <a:gd name="connsiteY19" fmla="*/ 69628 h 571500"/>
                <a:gd name="connsiteX20" fmla="*/ 727996 w 752475"/>
                <a:gd name="connsiteY20" fmla="*/ 71438 h 571500"/>
                <a:gd name="connsiteX21" fmla="*/ 726662 w 752475"/>
                <a:gd name="connsiteY21" fmla="*/ 71533 h 571500"/>
                <a:gd name="connsiteX22" fmla="*/ 725138 w 752475"/>
                <a:gd name="connsiteY22" fmla="*/ 71152 h 571500"/>
                <a:gd name="connsiteX23" fmla="*/ 723709 w 752475"/>
                <a:gd name="connsiteY23" fmla="*/ 71152 h 571500"/>
                <a:gd name="connsiteX24" fmla="*/ 722852 w 752475"/>
                <a:gd name="connsiteY24" fmla="*/ 72104 h 571500"/>
                <a:gd name="connsiteX25" fmla="*/ 722757 w 752475"/>
                <a:gd name="connsiteY25" fmla="*/ 74295 h 571500"/>
                <a:gd name="connsiteX26" fmla="*/ 721805 w 752475"/>
                <a:gd name="connsiteY26" fmla="*/ 75438 h 571500"/>
                <a:gd name="connsiteX27" fmla="*/ 720566 w 752475"/>
                <a:gd name="connsiteY27" fmla="*/ 76009 h 571500"/>
                <a:gd name="connsiteX28" fmla="*/ 714661 w 752475"/>
                <a:gd name="connsiteY28" fmla="*/ 77248 h 571500"/>
                <a:gd name="connsiteX29" fmla="*/ 710755 w 752475"/>
                <a:gd name="connsiteY29" fmla="*/ 78676 h 571500"/>
                <a:gd name="connsiteX30" fmla="*/ 709613 w 752475"/>
                <a:gd name="connsiteY30" fmla="*/ 78867 h 571500"/>
                <a:gd name="connsiteX31" fmla="*/ 706660 w 752475"/>
                <a:gd name="connsiteY31" fmla="*/ 80296 h 571500"/>
                <a:gd name="connsiteX32" fmla="*/ 704374 w 752475"/>
                <a:gd name="connsiteY32" fmla="*/ 80581 h 571500"/>
                <a:gd name="connsiteX33" fmla="*/ 703326 w 752475"/>
                <a:gd name="connsiteY33" fmla="*/ 80867 h 571500"/>
                <a:gd name="connsiteX34" fmla="*/ 701326 w 752475"/>
                <a:gd name="connsiteY34" fmla="*/ 82772 h 571500"/>
                <a:gd name="connsiteX35" fmla="*/ 700564 w 752475"/>
                <a:gd name="connsiteY35" fmla="*/ 82867 h 571500"/>
                <a:gd name="connsiteX36" fmla="*/ 699802 w 752475"/>
                <a:gd name="connsiteY36" fmla="*/ 82677 h 571500"/>
                <a:gd name="connsiteX37" fmla="*/ 698563 w 752475"/>
                <a:gd name="connsiteY37" fmla="*/ 82582 h 571500"/>
                <a:gd name="connsiteX38" fmla="*/ 698087 w 752475"/>
                <a:gd name="connsiteY38" fmla="*/ 82772 h 571500"/>
                <a:gd name="connsiteX39" fmla="*/ 697230 w 752475"/>
                <a:gd name="connsiteY39" fmla="*/ 83439 h 571500"/>
                <a:gd name="connsiteX40" fmla="*/ 696659 w 752475"/>
                <a:gd name="connsiteY40" fmla="*/ 83439 h 571500"/>
                <a:gd name="connsiteX41" fmla="*/ 696278 w 752475"/>
                <a:gd name="connsiteY41" fmla="*/ 83249 h 571500"/>
                <a:gd name="connsiteX42" fmla="*/ 695516 w 752475"/>
                <a:gd name="connsiteY42" fmla="*/ 82201 h 571500"/>
                <a:gd name="connsiteX43" fmla="*/ 695134 w 752475"/>
                <a:gd name="connsiteY43" fmla="*/ 81820 h 571500"/>
                <a:gd name="connsiteX44" fmla="*/ 693992 w 752475"/>
                <a:gd name="connsiteY44" fmla="*/ 81725 h 571500"/>
                <a:gd name="connsiteX45" fmla="*/ 691801 w 752475"/>
                <a:gd name="connsiteY45" fmla="*/ 82391 h 571500"/>
                <a:gd name="connsiteX46" fmla="*/ 690943 w 752475"/>
                <a:gd name="connsiteY46" fmla="*/ 81915 h 571500"/>
                <a:gd name="connsiteX47" fmla="*/ 690753 w 752475"/>
                <a:gd name="connsiteY47" fmla="*/ 80486 h 571500"/>
                <a:gd name="connsiteX48" fmla="*/ 691420 w 752475"/>
                <a:gd name="connsiteY48" fmla="*/ 79248 h 571500"/>
                <a:gd name="connsiteX49" fmla="*/ 692468 w 752475"/>
                <a:gd name="connsiteY49" fmla="*/ 78296 h 571500"/>
                <a:gd name="connsiteX50" fmla="*/ 693610 w 752475"/>
                <a:gd name="connsiteY50" fmla="*/ 77914 h 571500"/>
                <a:gd name="connsiteX51" fmla="*/ 695611 w 752475"/>
                <a:gd name="connsiteY51" fmla="*/ 77629 h 571500"/>
                <a:gd name="connsiteX52" fmla="*/ 696373 w 752475"/>
                <a:gd name="connsiteY52" fmla="*/ 77248 h 571500"/>
                <a:gd name="connsiteX53" fmla="*/ 697325 w 752475"/>
                <a:gd name="connsiteY53" fmla="*/ 76486 h 571500"/>
                <a:gd name="connsiteX54" fmla="*/ 698183 w 752475"/>
                <a:gd name="connsiteY54" fmla="*/ 75438 h 571500"/>
                <a:gd name="connsiteX55" fmla="*/ 698563 w 752475"/>
                <a:gd name="connsiteY55" fmla="*/ 74485 h 571500"/>
                <a:gd name="connsiteX56" fmla="*/ 698563 w 752475"/>
                <a:gd name="connsiteY56" fmla="*/ 71723 h 571500"/>
                <a:gd name="connsiteX57" fmla="*/ 698659 w 752475"/>
                <a:gd name="connsiteY57" fmla="*/ 71247 h 571500"/>
                <a:gd name="connsiteX58" fmla="*/ 698945 w 752475"/>
                <a:gd name="connsiteY58" fmla="*/ 69533 h 571500"/>
                <a:gd name="connsiteX59" fmla="*/ 697039 w 752475"/>
                <a:gd name="connsiteY59" fmla="*/ 69342 h 571500"/>
                <a:gd name="connsiteX60" fmla="*/ 694754 w 752475"/>
                <a:gd name="connsiteY60" fmla="*/ 69342 h 571500"/>
                <a:gd name="connsiteX61" fmla="*/ 691134 w 752475"/>
                <a:gd name="connsiteY61" fmla="*/ 68389 h 571500"/>
                <a:gd name="connsiteX62" fmla="*/ 684847 w 752475"/>
                <a:gd name="connsiteY62" fmla="*/ 66104 h 571500"/>
                <a:gd name="connsiteX63" fmla="*/ 682466 w 752475"/>
                <a:gd name="connsiteY63" fmla="*/ 66104 h 571500"/>
                <a:gd name="connsiteX64" fmla="*/ 679228 w 752475"/>
                <a:gd name="connsiteY64" fmla="*/ 67913 h 571500"/>
                <a:gd name="connsiteX65" fmla="*/ 678371 w 752475"/>
                <a:gd name="connsiteY65" fmla="*/ 67723 h 571500"/>
                <a:gd name="connsiteX66" fmla="*/ 677418 w 752475"/>
                <a:gd name="connsiteY66" fmla="*/ 67151 h 571500"/>
                <a:gd name="connsiteX67" fmla="*/ 676180 w 752475"/>
                <a:gd name="connsiteY67" fmla="*/ 66961 h 571500"/>
                <a:gd name="connsiteX68" fmla="*/ 674846 w 752475"/>
                <a:gd name="connsiteY68" fmla="*/ 67151 h 571500"/>
                <a:gd name="connsiteX69" fmla="*/ 673799 w 752475"/>
                <a:gd name="connsiteY69" fmla="*/ 67437 h 571500"/>
                <a:gd name="connsiteX70" fmla="*/ 672941 w 752475"/>
                <a:gd name="connsiteY70" fmla="*/ 68104 h 571500"/>
                <a:gd name="connsiteX71" fmla="*/ 670370 w 752475"/>
                <a:gd name="connsiteY71" fmla="*/ 70866 h 571500"/>
                <a:gd name="connsiteX72" fmla="*/ 669798 w 752475"/>
                <a:gd name="connsiteY72" fmla="*/ 71152 h 571500"/>
                <a:gd name="connsiteX73" fmla="*/ 668655 w 752475"/>
                <a:gd name="connsiteY73" fmla="*/ 70675 h 571500"/>
                <a:gd name="connsiteX74" fmla="*/ 668274 w 752475"/>
                <a:gd name="connsiteY74" fmla="*/ 70866 h 571500"/>
                <a:gd name="connsiteX75" fmla="*/ 666179 w 752475"/>
                <a:gd name="connsiteY75" fmla="*/ 72485 h 571500"/>
                <a:gd name="connsiteX76" fmla="*/ 665417 w 752475"/>
                <a:gd name="connsiteY76" fmla="*/ 73438 h 571500"/>
                <a:gd name="connsiteX77" fmla="*/ 664464 w 752475"/>
                <a:gd name="connsiteY77" fmla="*/ 75343 h 571500"/>
                <a:gd name="connsiteX78" fmla="*/ 663893 w 752475"/>
                <a:gd name="connsiteY78" fmla="*/ 76295 h 571500"/>
                <a:gd name="connsiteX79" fmla="*/ 662845 w 752475"/>
                <a:gd name="connsiteY79" fmla="*/ 77057 h 571500"/>
                <a:gd name="connsiteX80" fmla="*/ 659035 w 752475"/>
                <a:gd name="connsiteY80" fmla="*/ 77438 h 571500"/>
                <a:gd name="connsiteX81" fmla="*/ 655225 w 752475"/>
                <a:gd name="connsiteY81" fmla="*/ 79629 h 571500"/>
                <a:gd name="connsiteX82" fmla="*/ 654082 w 752475"/>
                <a:gd name="connsiteY82" fmla="*/ 81058 h 571500"/>
                <a:gd name="connsiteX83" fmla="*/ 652843 w 752475"/>
                <a:gd name="connsiteY83" fmla="*/ 81534 h 571500"/>
                <a:gd name="connsiteX84" fmla="*/ 650367 w 752475"/>
                <a:gd name="connsiteY84" fmla="*/ 82010 h 571500"/>
                <a:gd name="connsiteX85" fmla="*/ 648272 w 752475"/>
                <a:gd name="connsiteY85" fmla="*/ 83249 h 571500"/>
                <a:gd name="connsiteX86" fmla="*/ 646652 w 752475"/>
                <a:gd name="connsiteY86" fmla="*/ 85439 h 571500"/>
                <a:gd name="connsiteX87" fmla="*/ 644176 w 752475"/>
                <a:gd name="connsiteY87" fmla="*/ 90488 h 571500"/>
                <a:gd name="connsiteX88" fmla="*/ 641985 w 752475"/>
                <a:gd name="connsiteY88" fmla="*/ 94012 h 571500"/>
                <a:gd name="connsiteX89" fmla="*/ 641699 w 752475"/>
                <a:gd name="connsiteY89" fmla="*/ 95250 h 571500"/>
                <a:gd name="connsiteX90" fmla="*/ 641223 w 752475"/>
                <a:gd name="connsiteY90" fmla="*/ 95821 h 571500"/>
                <a:gd name="connsiteX91" fmla="*/ 633413 w 752475"/>
                <a:gd name="connsiteY91" fmla="*/ 97060 h 571500"/>
                <a:gd name="connsiteX92" fmla="*/ 631603 w 752475"/>
                <a:gd name="connsiteY92" fmla="*/ 97917 h 571500"/>
                <a:gd name="connsiteX93" fmla="*/ 627983 w 752475"/>
                <a:gd name="connsiteY93" fmla="*/ 97250 h 571500"/>
                <a:gd name="connsiteX94" fmla="*/ 625602 w 752475"/>
                <a:gd name="connsiteY94" fmla="*/ 97726 h 571500"/>
                <a:gd name="connsiteX95" fmla="*/ 620268 w 752475"/>
                <a:gd name="connsiteY95" fmla="*/ 99917 h 571500"/>
                <a:gd name="connsiteX96" fmla="*/ 618172 w 752475"/>
                <a:gd name="connsiteY96" fmla="*/ 101346 h 571500"/>
                <a:gd name="connsiteX97" fmla="*/ 617696 w 752475"/>
                <a:gd name="connsiteY97" fmla="*/ 101917 h 571500"/>
                <a:gd name="connsiteX98" fmla="*/ 616934 w 752475"/>
                <a:gd name="connsiteY98" fmla="*/ 103060 h 571500"/>
                <a:gd name="connsiteX99" fmla="*/ 616458 w 752475"/>
                <a:gd name="connsiteY99" fmla="*/ 103537 h 571500"/>
                <a:gd name="connsiteX100" fmla="*/ 614648 w 752475"/>
                <a:gd name="connsiteY100" fmla="*/ 104584 h 571500"/>
                <a:gd name="connsiteX101" fmla="*/ 613220 w 752475"/>
                <a:gd name="connsiteY101" fmla="*/ 106108 h 571500"/>
                <a:gd name="connsiteX102" fmla="*/ 597980 w 752475"/>
                <a:gd name="connsiteY102" fmla="*/ 117443 h 571500"/>
                <a:gd name="connsiteX103" fmla="*/ 595884 w 752475"/>
                <a:gd name="connsiteY103" fmla="*/ 118300 h 571500"/>
                <a:gd name="connsiteX104" fmla="*/ 593312 w 752475"/>
                <a:gd name="connsiteY104" fmla="*/ 118777 h 571500"/>
                <a:gd name="connsiteX105" fmla="*/ 590741 w 752475"/>
                <a:gd name="connsiteY105" fmla="*/ 118777 h 571500"/>
                <a:gd name="connsiteX106" fmla="*/ 588264 w 752475"/>
                <a:gd name="connsiteY106" fmla="*/ 118300 h 571500"/>
                <a:gd name="connsiteX107" fmla="*/ 586073 w 752475"/>
                <a:gd name="connsiteY107" fmla="*/ 117158 h 571500"/>
                <a:gd name="connsiteX108" fmla="*/ 584263 w 752475"/>
                <a:gd name="connsiteY108" fmla="*/ 115252 h 571500"/>
                <a:gd name="connsiteX109" fmla="*/ 583597 w 752475"/>
                <a:gd name="connsiteY109" fmla="*/ 114109 h 571500"/>
                <a:gd name="connsiteX110" fmla="*/ 583025 w 752475"/>
                <a:gd name="connsiteY110" fmla="*/ 112871 h 571500"/>
                <a:gd name="connsiteX111" fmla="*/ 582644 w 752475"/>
                <a:gd name="connsiteY111" fmla="*/ 111538 h 571500"/>
                <a:gd name="connsiteX112" fmla="*/ 582263 w 752475"/>
                <a:gd name="connsiteY112" fmla="*/ 108490 h 571500"/>
                <a:gd name="connsiteX113" fmla="*/ 581692 w 752475"/>
                <a:gd name="connsiteY113" fmla="*/ 107156 h 571500"/>
                <a:gd name="connsiteX114" fmla="*/ 578739 w 752475"/>
                <a:gd name="connsiteY114" fmla="*/ 102394 h 571500"/>
                <a:gd name="connsiteX115" fmla="*/ 578263 w 752475"/>
                <a:gd name="connsiteY115" fmla="*/ 101155 h 571500"/>
                <a:gd name="connsiteX116" fmla="*/ 578168 w 752475"/>
                <a:gd name="connsiteY116" fmla="*/ 99727 h 571500"/>
                <a:gd name="connsiteX117" fmla="*/ 578168 w 752475"/>
                <a:gd name="connsiteY117" fmla="*/ 97060 h 571500"/>
                <a:gd name="connsiteX118" fmla="*/ 577977 w 752475"/>
                <a:gd name="connsiteY118" fmla="*/ 96298 h 571500"/>
                <a:gd name="connsiteX119" fmla="*/ 577025 w 752475"/>
                <a:gd name="connsiteY119" fmla="*/ 94869 h 571500"/>
                <a:gd name="connsiteX120" fmla="*/ 576739 w 752475"/>
                <a:gd name="connsiteY120" fmla="*/ 94202 h 571500"/>
                <a:gd name="connsiteX121" fmla="*/ 576643 w 752475"/>
                <a:gd name="connsiteY121" fmla="*/ 93345 h 571500"/>
                <a:gd name="connsiteX122" fmla="*/ 576739 w 752475"/>
                <a:gd name="connsiteY122" fmla="*/ 89345 h 571500"/>
                <a:gd name="connsiteX123" fmla="*/ 577120 w 752475"/>
                <a:gd name="connsiteY123" fmla="*/ 86677 h 571500"/>
                <a:gd name="connsiteX124" fmla="*/ 577405 w 752475"/>
                <a:gd name="connsiteY124" fmla="*/ 85725 h 571500"/>
                <a:gd name="connsiteX125" fmla="*/ 577787 w 752475"/>
                <a:gd name="connsiteY125" fmla="*/ 85058 h 571500"/>
                <a:gd name="connsiteX126" fmla="*/ 577596 w 752475"/>
                <a:gd name="connsiteY126" fmla="*/ 83534 h 571500"/>
                <a:gd name="connsiteX127" fmla="*/ 579596 w 752475"/>
                <a:gd name="connsiteY127" fmla="*/ 80200 h 571500"/>
                <a:gd name="connsiteX128" fmla="*/ 579596 w 752475"/>
                <a:gd name="connsiteY128" fmla="*/ 78391 h 571500"/>
                <a:gd name="connsiteX129" fmla="*/ 579882 w 752475"/>
                <a:gd name="connsiteY129" fmla="*/ 77533 h 571500"/>
                <a:gd name="connsiteX130" fmla="*/ 580072 w 752475"/>
                <a:gd name="connsiteY130" fmla="*/ 76105 h 571500"/>
                <a:gd name="connsiteX131" fmla="*/ 579977 w 752475"/>
                <a:gd name="connsiteY131" fmla="*/ 73342 h 571500"/>
                <a:gd name="connsiteX132" fmla="*/ 579596 w 752475"/>
                <a:gd name="connsiteY132" fmla="*/ 70771 h 571500"/>
                <a:gd name="connsiteX133" fmla="*/ 579692 w 752475"/>
                <a:gd name="connsiteY133" fmla="*/ 69913 h 571500"/>
                <a:gd name="connsiteX134" fmla="*/ 580358 w 752475"/>
                <a:gd name="connsiteY134" fmla="*/ 68389 h 571500"/>
                <a:gd name="connsiteX135" fmla="*/ 580834 w 752475"/>
                <a:gd name="connsiteY135" fmla="*/ 65722 h 571500"/>
                <a:gd name="connsiteX136" fmla="*/ 580072 w 752475"/>
                <a:gd name="connsiteY136" fmla="*/ 60388 h 571500"/>
                <a:gd name="connsiteX137" fmla="*/ 580358 w 752475"/>
                <a:gd name="connsiteY137" fmla="*/ 57531 h 571500"/>
                <a:gd name="connsiteX138" fmla="*/ 580549 w 752475"/>
                <a:gd name="connsiteY138" fmla="*/ 57150 h 571500"/>
                <a:gd name="connsiteX139" fmla="*/ 581120 w 752475"/>
                <a:gd name="connsiteY139" fmla="*/ 56293 h 571500"/>
                <a:gd name="connsiteX140" fmla="*/ 581406 w 752475"/>
                <a:gd name="connsiteY140" fmla="*/ 55721 h 571500"/>
                <a:gd name="connsiteX141" fmla="*/ 581501 w 752475"/>
                <a:gd name="connsiteY141" fmla="*/ 55054 h 571500"/>
                <a:gd name="connsiteX142" fmla="*/ 581787 w 752475"/>
                <a:gd name="connsiteY142" fmla="*/ 52959 h 571500"/>
                <a:gd name="connsiteX143" fmla="*/ 582359 w 752475"/>
                <a:gd name="connsiteY143" fmla="*/ 50959 h 571500"/>
                <a:gd name="connsiteX144" fmla="*/ 582454 w 752475"/>
                <a:gd name="connsiteY144" fmla="*/ 50292 h 571500"/>
                <a:gd name="connsiteX145" fmla="*/ 582359 w 752475"/>
                <a:gd name="connsiteY145" fmla="*/ 49530 h 571500"/>
                <a:gd name="connsiteX146" fmla="*/ 581882 w 752475"/>
                <a:gd name="connsiteY146" fmla="*/ 48101 h 571500"/>
                <a:gd name="connsiteX147" fmla="*/ 581787 w 752475"/>
                <a:gd name="connsiteY147" fmla="*/ 47530 h 571500"/>
                <a:gd name="connsiteX148" fmla="*/ 582263 w 752475"/>
                <a:gd name="connsiteY148" fmla="*/ 46292 h 571500"/>
                <a:gd name="connsiteX149" fmla="*/ 584168 w 752475"/>
                <a:gd name="connsiteY149" fmla="*/ 45053 h 571500"/>
                <a:gd name="connsiteX150" fmla="*/ 585026 w 752475"/>
                <a:gd name="connsiteY150" fmla="*/ 43910 h 571500"/>
                <a:gd name="connsiteX151" fmla="*/ 585216 w 752475"/>
                <a:gd name="connsiteY151" fmla="*/ 42672 h 571500"/>
                <a:gd name="connsiteX152" fmla="*/ 585216 w 752475"/>
                <a:gd name="connsiteY152" fmla="*/ 41148 h 571500"/>
                <a:gd name="connsiteX153" fmla="*/ 585121 w 752475"/>
                <a:gd name="connsiteY153" fmla="*/ 39624 h 571500"/>
                <a:gd name="connsiteX154" fmla="*/ 585026 w 752475"/>
                <a:gd name="connsiteY154" fmla="*/ 38862 h 571500"/>
                <a:gd name="connsiteX155" fmla="*/ 585407 w 752475"/>
                <a:gd name="connsiteY155" fmla="*/ 38386 h 571500"/>
                <a:gd name="connsiteX156" fmla="*/ 583787 w 752475"/>
                <a:gd name="connsiteY156" fmla="*/ 36385 h 571500"/>
                <a:gd name="connsiteX157" fmla="*/ 582168 w 752475"/>
                <a:gd name="connsiteY157" fmla="*/ 35338 h 571500"/>
                <a:gd name="connsiteX158" fmla="*/ 580263 w 752475"/>
                <a:gd name="connsiteY158" fmla="*/ 35242 h 571500"/>
                <a:gd name="connsiteX159" fmla="*/ 573881 w 752475"/>
                <a:gd name="connsiteY159" fmla="*/ 37433 h 571500"/>
                <a:gd name="connsiteX160" fmla="*/ 572929 w 752475"/>
                <a:gd name="connsiteY160" fmla="*/ 38100 h 571500"/>
                <a:gd name="connsiteX161" fmla="*/ 571881 w 752475"/>
                <a:gd name="connsiteY161" fmla="*/ 38767 h 571500"/>
                <a:gd name="connsiteX162" fmla="*/ 570738 w 752475"/>
                <a:gd name="connsiteY162" fmla="*/ 38291 h 571500"/>
                <a:gd name="connsiteX163" fmla="*/ 568738 w 752475"/>
                <a:gd name="connsiteY163" fmla="*/ 36576 h 571500"/>
                <a:gd name="connsiteX164" fmla="*/ 568166 w 752475"/>
                <a:gd name="connsiteY164" fmla="*/ 36576 h 571500"/>
                <a:gd name="connsiteX165" fmla="*/ 567785 w 752475"/>
                <a:gd name="connsiteY165" fmla="*/ 36671 h 571500"/>
                <a:gd name="connsiteX166" fmla="*/ 567500 w 752475"/>
                <a:gd name="connsiteY166" fmla="*/ 36481 h 571500"/>
                <a:gd name="connsiteX167" fmla="*/ 567309 w 752475"/>
                <a:gd name="connsiteY167" fmla="*/ 35624 h 571500"/>
                <a:gd name="connsiteX168" fmla="*/ 567404 w 752475"/>
                <a:gd name="connsiteY168" fmla="*/ 34957 h 571500"/>
                <a:gd name="connsiteX169" fmla="*/ 567880 w 752475"/>
                <a:gd name="connsiteY169" fmla="*/ 33433 h 571500"/>
                <a:gd name="connsiteX170" fmla="*/ 568262 w 752475"/>
                <a:gd name="connsiteY170" fmla="*/ 31718 h 571500"/>
                <a:gd name="connsiteX171" fmla="*/ 569785 w 752475"/>
                <a:gd name="connsiteY171" fmla="*/ 28766 h 571500"/>
                <a:gd name="connsiteX172" fmla="*/ 570547 w 752475"/>
                <a:gd name="connsiteY172" fmla="*/ 26099 h 571500"/>
                <a:gd name="connsiteX173" fmla="*/ 571500 w 752475"/>
                <a:gd name="connsiteY173" fmla="*/ 24193 h 571500"/>
                <a:gd name="connsiteX174" fmla="*/ 571881 w 752475"/>
                <a:gd name="connsiteY174" fmla="*/ 22193 h 571500"/>
                <a:gd name="connsiteX175" fmla="*/ 572834 w 752475"/>
                <a:gd name="connsiteY175" fmla="*/ 19336 h 571500"/>
                <a:gd name="connsiteX176" fmla="*/ 573119 w 752475"/>
                <a:gd name="connsiteY176" fmla="*/ 17812 h 571500"/>
                <a:gd name="connsiteX177" fmla="*/ 572738 w 752475"/>
                <a:gd name="connsiteY177" fmla="*/ 14859 h 571500"/>
                <a:gd name="connsiteX178" fmla="*/ 571500 w 752475"/>
                <a:gd name="connsiteY178" fmla="*/ 12859 h 571500"/>
                <a:gd name="connsiteX179" fmla="*/ 569690 w 752475"/>
                <a:gd name="connsiteY179" fmla="*/ 11716 h 571500"/>
                <a:gd name="connsiteX180" fmla="*/ 565404 w 752475"/>
                <a:gd name="connsiteY180" fmla="*/ 9906 h 571500"/>
                <a:gd name="connsiteX181" fmla="*/ 562070 w 752475"/>
                <a:gd name="connsiteY181" fmla="*/ 6477 h 571500"/>
                <a:gd name="connsiteX182" fmla="*/ 560070 w 752475"/>
                <a:gd name="connsiteY182" fmla="*/ 5048 h 571500"/>
                <a:gd name="connsiteX183" fmla="*/ 558641 w 752475"/>
                <a:gd name="connsiteY183" fmla="*/ 4286 h 571500"/>
                <a:gd name="connsiteX184" fmla="*/ 557975 w 752475"/>
                <a:gd name="connsiteY184" fmla="*/ 4096 h 571500"/>
                <a:gd name="connsiteX185" fmla="*/ 557308 w 752475"/>
                <a:gd name="connsiteY185" fmla="*/ 4096 h 571500"/>
                <a:gd name="connsiteX186" fmla="*/ 556927 w 752475"/>
                <a:gd name="connsiteY186" fmla="*/ 4286 h 571500"/>
                <a:gd name="connsiteX187" fmla="*/ 556546 w 752475"/>
                <a:gd name="connsiteY187" fmla="*/ 4381 h 571500"/>
                <a:gd name="connsiteX188" fmla="*/ 555974 w 752475"/>
                <a:gd name="connsiteY188" fmla="*/ 3905 h 571500"/>
                <a:gd name="connsiteX189" fmla="*/ 555593 w 752475"/>
                <a:gd name="connsiteY189" fmla="*/ 3334 h 571500"/>
                <a:gd name="connsiteX190" fmla="*/ 555212 w 752475"/>
                <a:gd name="connsiteY190" fmla="*/ 2096 h 571500"/>
                <a:gd name="connsiteX191" fmla="*/ 554831 w 752475"/>
                <a:gd name="connsiteY191" fmla="*/ 1619 h 571500"/>
                <a:gd name="connsiteX192" fmla="*/ 554355 w 752475"/>
                <a:gd name="connsiteY192" fmla="*/ 952 h 571500"/>
                <a:gd name="connsiteX193" fmla="*/ 553784 w 752475"/>
                <a:gd name="connsiteY193" fmla="*/ 571 h 571500"/>
                <a:gd name="connsiteX194" fmla="*/ 553212 w 752475"/>
                <a:gd name="connsiteY194" fmla="*/ 191 h 571500"/>
                <a:gd name="connsiteX195" fmla="*/ 552545 w 752475"/>
                <a:gd name="connsiteY195" fmla="*/ 0 h 571500"/>
                <a:gd name="connsiteX196" fmla="*/ 551307 w 752475"/>
                <a:gd name="connsiteY196" fmla="*/ 0 h 571500"/>
                <a:gd name="connsiteX197" fmla="*/ 550926 w 752475"/>
                <a:gd name="connsiteY197" fmla="*/ 476 h 571500"/>
                <a:gd name="connsiteX198" fmla="*/ 551117 w 752475"/>
                <a:gd name="connsiteY198" fmla="*/ 2000 h 571500"/>
                <a:gd name="connsiteX199" fmla="*/ 550545 w 752475"/>
                <a:gd name="connsiteY199" fmla="*/ 2667 h 571500"/>
                <a:gd name="connsiteX200" fmla="*/ 549307 w 752475"/>
                <a:gd name="connsiteY200" fmla="*/ 2381 h 571500"/>
                <a:gd name="connsiteX201" fmla="*/ 547116 w 752475"/>
                <a:gd name="connsiteY201" fmla="*/ 1333 h 571500"/>
                <a:gd name="connsiteX202" fmla="*/ 546449 w 752475"/>
                <a:gd name="connsiteY202" fmla="*/ 1429 h 571500"/>
                <a:gd name="connsiteX203" fmla="*/ 546163 w 752475"/>
                <a:gd name="connsiteY203" fmla="*/ 1714 h 571500"/>
                <a:gd name="connsiteX204" fmla="*/ 545973 w 752475"/>
                <a:gd name="connsiteY204" fmla="*/ 2096 h 571500"/>
                <a:gd name="connsiteX205" fmla="*/ 545592 w 752475"/>
                <a:gd name="connsiteY205" fmla="*/ 2191 h 571500"/>
                <a:gd name="connsiteX206" fmla="*/ 545116 w 752475"/>
                <a:gd name="connsiteY206" fmla="*/ 2191 h 571500"/>
                <a:gd name="connsiteX207" fmla="*/ 544259 w 752475"/>
                <a:gd name="connsiteY207" fmla="*/ 1905 h 571500"/>
                <a:gd name="connsiteX208" fmla="*/ 543782 w 752475"/>
                <a:gd name="connsiteY208" fmla="*/ 1810 h 571500"/>
                <a:gd name="connsiteX209" fmla="*/ 542163 w 752475"/>
                <a:gd name="connsiteY209" fmla="*/ 1810 h 571500"/>
                <a:gd name="connsiteX210" fmla="*/ 541306 w 752475"/>
                <a:gd name="connsiteY210" fmla="*/ 2000 h 571500"/>
                <a:gd name="connsiteX211" fmla="*/ 540925 w 752475"/>
                <a:gd name="connsiteY211" fmla="*/ 2476 h 571500"/>
                <a:gd name="connsiteX212" fmla="*/ 540258 w 752475"/>
                <a:gd name="connsiteY212" fmla="*/ 3620 h 571500"/>
                <a:gd name="connsiteX213" fmla="*/ 537210 w 752475"/>
                <a:gd name="connsiteY213" fmla="*/ 3905 h 571500"/>
                <a:gd name="connsiteX214" fmla="*/ 536258 w 752475"/>
                <a:gd name="connsiteY214" fmla="*/ 4572 h 571500"/>
                <a:gd name="connsiteX215" fmla="*/ 536258 w 752475"/>
                <a:gd name="connsiteY215" fmla="*/ 5048 h 571500"/>
                <a:gd name="connsiteX216" fmla="*/ 537305 w 752475"/>
                <a:gd name="connsiteY216" fmla="*/ 5810 h 571500"/>
                <a:gd name="connsiteX217" fmla="*/ 536829 w 752475"/>
                <a:gd name="connsiteY217" fmla="*/ 6572 h 571500"/>
                <a:gd name="connsiteX218" fmla="*/ 535019 w 752475"/>
                <a:gd name="connsiteY218" fmla="*/ 8001 h 571500"/>
                <a:gd name="connsiteX219" fmla="*/ 534543 w 752475"/>
                <a:gd name="connsiteY219" fmla="*/ 8287 h 571500"/>
                <a:gd name="connsiteX220" fmla="*/ 533305 w 752475"/>
                <a:gd name="connsiteY220" fmla="*/ 8192 h 571500"/>
                <a:gd name="connsiteX221" fmla="*/ 532829 w 752475"/>
                <a:gd name="connsiteY221" fmla="*/ 8477 h 571500"/>
                <a:gd name="connsiteX222" fmla="*/ 532543 w 752475"/>
                <a:gd name="connsiteY222" fmla="*/ 9049 h 571500"/>
                <a:gd name="connsiteX223" fmla="*/ 532543 w 752475"/>
                <a:gd name="connsiteY223" fmla="*/ 9716 h 571500"/>
                <a:gd name="connsiteX224" fmla="*/ 532638 w 752475"/>
                <a:gd name="connsiteY224" fmla="*/ 10477 h 571500"/>
                <a:gd name="connsiteX225" fmla="*/ 532638 w 752475"/>
                <a:gd name="connsiteY225" fmla="*/ 10954 h 571500"/>
                <a:gd name="connsiteX226" fmla="*/ 531876 w 752475"/>
                <a:gd name="connsiteY226" fmla="*/ 13240 h 571500"/>
                <a:gd name="connsiteX227" fmla="*/ 531400 w 752475"/>
                <a:gd name="connsiteY227" fmla="*/ 13525 h 571500"/>
                <a:gd name="connsiteX228" fmla="*/ 530638 w 752475"/>
                <a:gd name="connsiteY228" fmla="*/ 13716 h 571500"/>
                <a:gd name="connsiteX229" fmla="*/ 530066 w 752475"/>
                <a:gd name="connsiteY229" fmla="*/ 14097 h 571500"/>
                <a:gd name="connsiteX230" fmla="*/ 529590 w 752475"/>
                <a:gd name="connsiteY230" fmla="*/ 15716 h 571500"/>
                <a:gd name="connsiteX231" fmla="*/ 527971 w 752475"/>
                <a:gd name="connsiteY231" fmla="*/ 18764 h 571500"/>
                <a:gd name="connsiteX232" fmla="*/ 526637 w 752475"/>
                <a:gd name="connsiteY232" fmla="*/ 22479 h 571500"/>
                <a:gd name="connsiteX233" fmla="*/ 525971 w 752475"/>
                <a:gd name="connsiteY233" fmla="*/ 23622 h 571500"/>
                <a:gd name="connsiteX234" fmla="*/ 525399 w 752475"/>
                <a:gd name="connsiteY234" fmla="*/ 24193 h 571500"/>
                <a:gd name="connsiteX235" fmla="*/ 523684 w 752475"/>
                <a:gd name="connsiteY235" fmla="*/ 24955 h 571500"/>
                <a:gd name="connsiteX236" fmla="*/ 523113 w 752475"/>
                <a:gd name="connsiteY236" fmla="*/ 25337 h 571500"/>
                <a:gd name="connsiteX237" fmla="*/ 520732 w 752475"/>
                <a:gd name="connsiteY237" fmla="*/ 27718 h 571500"/>
                <a:gd name="connsiteX238" fmla="*/ 518350 w 752475"/>
                <a:gd name="connsiteY238" fmla="*/ 30861 h 571500"/>
                <a:gd name="connsiteX239" fmla="*/ 517970 w 752475"/>
                <a:gd name="connsiteY239" fmla="*/ 31242 h 571500"/>
                <a:gd name="connsiteX240" fmla="*/ 516922 w 752475"/>
                <a:gd name="connsiteY240" fmla="*/ 31718 h 571500"/>
                <a:gd name="connsiteX241" fmla="*/ 516636 w 752475"/>
                <a:gd name="connsiteY241" fmla="*/ 31909 h 571500"/>
                <a:gd name="connsiteX242" fmla="*/ 516446 w 752475"/>
                <a:gd name="connsiteY242" fmla="*/ 32195 h 571500"/>
                <a:gd name="connsiteX243" fmla="*/ 516160 w 752475"/>
                <a:gd name="connsiteY243" fmla="*/ 32861 h 571500"/>
                <a:gd name="connsiteX244" fmla="*/ 515588 w 752475"/>
                <a:gd name="connsiteY244" fmla="*/ 33052 h 571500"/>
                <a:gd name="connsiteX245" fmla="*/ 514921 w 752475"/>
                <a:gd name="connsiteY245" fmla="*/ 33147 h 571500"/>
                <a:gd name="connsiteX246" fmla="*/ 514541 w 752475"/>
                <a:gd name="connsiteY246" fmla="*/ 33433 h 571500"/>
                <a:gd name="connsiteX247" fmla="*/ 514350 w 752475"/>
                <a:gd name="connsiteY247" fmla="*/ 34004 h 571500"/>
                <a:gd name="connsiteX248" fmla="*/ 514350 w 752475"/>
                <a:gd name="connsiteY248" fmla="*/ 34576 h 571500"/>
                <a:gd name="connsiteX249" fmla="*/ 514541 w 752475"/>
                <a:gd name="connsiteY249" fmla="*/ 35147 h 571500"/>
                <a:gd name="connsiteX250" fmla="*/ 515017 w 752475"/>
                <a:gd name="connsiteY250" fmla="*/ 35624 h 571500"/>
                <a:gd name="connsiteX251" fmla="*/ 513779 w 752475"/>
                <a:gd name="connsiteY251" fmla="*/ 36100 h 571500"/>
                <a:gd name="connsiteX252" fmla="*/ 512540 w 752475"/>
                <a:gd name="connsiteY252" fmla="*/ 36290 h 571500"/>
                <a:gd name="connsiteX253" fmla="*/ 511302 w 752475"/>
                <a:gd name="connsiteY253" fmla="*/ 36100 h 571500"/>
                <a:gd name="connsiteX254" fmla="*/ 510254 w 752475"/>
                <a:gd name="connsiteY254" fmla="*/ 35242 h 571500"/>
                <a:gd name="connsiteX255" fmla="*/ 509683 w 752475"/>
                <a:gd name="connsiteY255" fmla="*/ 36957 h 571500"/>
                <a:gd name="connsiteX256" fmla="*/ 509873 w 752475"/>
                <a:gd name="connsiteY256" fmla="*/ 38957 h 571500"/>
                <a:gd name="connsiteX257" fmla="*/ 510635 w 752475"/>
                <a:gd name="connsiteY257" fmla="*/ 40862 h 571500"/>
                <a:gd name="connsiteX258" fmla="*/ 511492 w 752475"/>
                <a:gd name="connsiteY258" fmla="*/ 42291 h 571500"/>
                <a:gd name="connsiteX259" fmla="*/ 512159 w 752475"/>
                <a:gd name="connsiteY259" fmla="*/ 42577 h 571500"/>
                <a:gd name="connsiteX260" fmla="*/ 513874 w 752475"/>
                <a:gd name="connsiteY260" fmla="*/ 43053 h 571500"/>
                <a:gd name="connsiteX261" fmla="*/ 514255 w 752475"/>
                <a:gd name="connsiteY261" fmla="*/ 43625 h 571500"/>
                <a:gd name="connsiteX262" fmla="*/ 514350 w 752475"/>
                <a:gd name="connsiteY262" fmla="*/ 44577 h 571500"/>
                <a:gd name="connsiteX263" fmla="*/ 514731 w 752475"/>
                <a:gd name="connsiteY263" fmla="*/ 45434 h 571500"/>
                <a:gd name="connsiteX264" fmla="*/ 515207 w 752475"/>
                <a:gd name="connsiteY264" fmla="*/ 46196 h 571500"/>
                <a:gd name="connsiteX265" fmla="*/ 515684 w 752475"/>
                <a:gd name="connsiteY265" fmla="*/ 46672 h 571500"/>
                <a:gd name="connsiteX266" fmla="*/ 515398 w 752475"/>
                <a:gd name="connsiteY266" fmla="*/ 47434 h 571500"/>
                <a:gd name="connsiteX267" fmla="*/ 515493 w 752475"/>
                <a:gd name="connsiteY267" fmla="*/ 48292 h 571500"/>
                <a:gd name="connsiteX268" fmla="*/ 516064 w 752475"/>
                <a:gd name="connsiteY268" fmla="*/ 50292 h 571500"/>
                <a:gd name="connsiteX269" fmla="*/ 516160 w 752475"/>
                <a:gd name="connsiteY269" fmla="*/ 51245 h 571500"/>
                <a:gd name="connsiteX270" fmla="*/ 515969 w 752475"/>
                <a:gd name="connsiteY270" fmla="*/ 51816 h 571500"/>
                <a:gd name="connsiteX271" fmla="*/ 515779 w 752475"/>
                <a:gd name="connsiteY271" fmla="*/ 52388 h 571500"/>
                <a:gd name="connsiteX272" fmla="*/ 515684 w 752475"/>
                <a:gd name="connsiteY272" fmla="*/ 53150 h 571500"/>
                <a:gd name="connsiteX273" fmla="*/ 515017 w 752475"/>
                <a:gd name="connsiteY273" fmla="*/ 54197 h 571500"/>
                <a:gd name="connsiteX274" fmla="*/ 514826 w 752475"/>
                <a:gd name="connsiteY274" fmla="*/ 54388 h 571500"/>
                <a:gd name="connsiteX275" fmla="*/ 514541 w 752475"/>
                <a:gd name="connsiteY275" fmla="*/ 54578 h 571500"/>
                <a:gd name="connsiteX276" fmla="*/ 514541 w 752475"/>
                <a:gd name="connsiteY276" fmla="*/ 55054 h 571500"/>
                <a:gd name="connsiteX277" fmla="*/ 514636 w 752475"/>
                <a:gd name="connsiteY277" fmla="*/ 55721 h 571500"/>
                <a:gd name="connsiteX278" fmla="*/ 514541 w 752475"/>
                <a:gd name="connsiteY278" fmla="*/ 56102 h 571500"/>
                <a:gd name="connsiteX279" fmla="*/ 514255 w 752475"/>
                <a:gd name="connsiteY279" fmla="*/ 56674 h 571500"/>
                <a:gd name="connsiteX280" fmla="*/ 514159 w 752475"/>
                <a:gd name="connsiteY280" fmla="*/ 56769 h 571500"/>
                <a:gd name="connsiteX281" fmla="*/ 513874 w 752475"/>
                <a:gd name="connsiteY281" fmla="*/ 57055 h 571500"/>
                <a:gd name="connsiteX282" fmla="*/ 513683 w 752475"/>
                <a:gd name="connsiteY282" fmla="*/ 56959 h 571500"/>
                <a:gd name="connsiteX283" fmla="*/ 512731 w 752475"/>
                <a:gd name="connsiteY283" fmla="*/ 57055 h 571500"/>
                <a:gd name="connsiteX284" fmla="*/ 512635 w 752475"/>
                <a:gd name="connsiteY284" fmla="*/ 57055 h 571500"/>
                <a:gd name="connsiteX285" fmla="*/ 511874 w 752475"/>
                <a:gd name="connsiteY285" fmla="*/ 58960 h 571500"/>
                <a:gd name="connsiteX286" fmla="*/ 511683 w 752475"/>
                <a:gd name="connsiteY286" fmla="*/ 59531 h 571500"/>
                <a:gd name="connsiteX287" fmla="*/ 511397 w 752475"/>
                <a:gd name="connsiteY287" fmla="*/ 59817 h 571500"/>
                <a:gd name="connsiteX288" fmla="*/ 509492 w 752475"/>
                <a:gd name="connsiteY288" fmla="*/ 62103 h 571500"/>
                <a:gd name="connsiteX289" fmla="*/ 507968 w 752475"/>
                <a:gd name="connsiteY289" fmla="*/ 62675 h 571500"/>
                <a:gd name="connsiteX290" fmla="*/ 506444 w 752475"/>
                <a:gd name="connsiteY290" fmla="*/ 62389 h 571500"/>
                <a:gd name="connsiteX291" fmla="*/ 504825 w 752475"/>
                <a:gd name="connsiteY291" fmla="*/ 61817 h 571500"/>
                <a:gd name="connsiteX292" fmla="*/ 503396 w 752475"/>
                <a:gd name="connsiteY292" fmla="*/ 61531 h 571500"/>
                <a:gd name="connsiteX293" fmla="*/ 503777 w 752475"/>
                <a:gd name="connsiteY293" fmla="*/ 62103 h 571500"/>
                <a:gd name="connsiteX294" fmla="*/ 502063 w 752475"/>
                <a:gd name="connsiteY294" fmla="*/ 61722 h 571500"/>
                <a:gd name="connsiteX295" fmla="*/ 501587 w 752475"/>
                <a:gd name="connsiteY295" fmla="*/ 61531 h 571500"/>
                <a:gd name="connsiteX296" fmla="*/ 501396 w 752475"/>
                <a:gd name="connsiteY296" fmla="*/ 61436 h 571500"/>
                <a:gd name="connsiteX297" fmla="*/ 501110 w 752475"/>
                <a:gd name="connsiteY297" fmla="*/ 61150 h 571500"/>
                <a:gd name="connsiteX298" fmla="*/ 500920 w 752475"/>
                <a:gd name="connsiteY298" fmla="*/ 60674 h 571500"/>
                <a:gd name="connsiteX299" fmla="*/ 500634 w 752475"/>
                <a:gd name="connsiteY299" fmla="*/ 60388 h 571500"/>
                <a:gd name="connsiteX300" fmla="*/ 499967 w 752475"/>
                <a:gd name="connsiteY300" fmla="*/ 60198 h 571500"/>
                <a:gd name="connsiteX301" fmla="*/ 498824 w 752475"/>
                <a:gd name="connsiteY301" fmla="*/ 59817 h 571500"/>
                <a:gd name="connsiteX302" fmla="*/ 498253 w 752475"/>
                <a:gd name="connsiteY302" fmla="*/ 58864 h 571500"/>
                <a:gd name="connsiteX303" fmla="*/ 497776 w 752475"/>
                <a:gd name="connsiteY303" fmla="*/ 57817 h 571500"/>
                <a:gd name="connsiteX304" fmla="*/ 496919 w 752475"/>
                <a:gd name="connsiteY304" fmla="*/ 57055 h 571500"/>
                <a:gd name="connsiteX305" fmla="*/ 495681 w 752475"/>
                <a:gd name="connsiteY305" fmla="*/ 56959 h 571500"/>
                <a:gd name="connsiteX306" fmla="*/ 493490 w 752475"/>
                <a:gd name="connsiteY306" fmla="*/ 58102 h 571500"/>
                <a:gd name="connsiteX307" fmla="*/ 492442 w 752475"/>
                <a:gd name="connsiteY307" fmla="*/ 58388 h 571500"/>
                <a:gd name="connsiteX308" fmla="*/ 491871 w 752475"/>
                <a:gd name="connsiteY308" fmla="*/ 58674 h 571500"/>
                <a:gd name="connsiteX309" fmla="*/ 491300 w 752475"/>
                <a:gd name="connsiteY309" fmla="*/ 59150 h 571500"/>
                <a:gd name="connsiteX310" fmla="*/ 490823 w 752475"/>
                <a:gd name="connsiteY310" fmla="*/ 59436 h 571500"/>
                <a:gd name="connsiteX311" fmla="*/ 490252 w 752475"/>
                <a:gd name="connsiteY311" fmla="*/ 59150 h 571500"/>
                <a:gd name="connsiteX312" fmla="*/ 489871 w 752475"/>
                <a:gd name="connsiteY312" fmla="*/ 58864 h 571500"/>
                <a:gd name="connsiteX313" fmla="*/ 488633 w 752475"/>
                <a:gd name="connsiteY313" fmla="*/ 58483 h 571500"/>
                <a:gd name="connsiteX314" fmla="*/ 488251 w 752475"/>
                <a:gd name="connsiteY314" fmla="*/ 58388 h 571500"/>
                <a:gd name="connsiteX315" fmla="*/ 486918 w 752475"/>
                <a:gd name="connsiteY315" fmla="*/ 58579 h 571500"/>
                <a:gd name="connsiteX316" fmla="*/ 484727 w 752475"/>
                <a:gd name="connsiteY316" fmla="*/ 59531 h 571500"/>
                <a:gd name="connsiteX317" fmla="*/ 483584 w 752475"/>
                <a:gd name="connsiteY317" fmla="*/ 59722 h 571500"/>
                <a:gd name="connsiteX318" fmla="*/ 476345 w 752475"/>
                <a:gd name="connsiteY318" fmla="*/ 59150 h 571500"/>
                <a:gd name="connsiteX319" fmla="*/ 475298 w 752475"/>
                <a:gd name="connsiteY319" fmla="*/ 59531 h 571500"/>
                <a:gd name="connsiteX320" fmla="*/ 474440 w 752475"/>
                <a:gd name="connsiteY320" fmla="*/ 62389 h 571500"/>
                <a:gd name="connsiteX321" fmla="*/ 473297 w 752475"/>
                <a:gd name="connsiteY321" fmla="*/ 63437 h 571500"/>
                <a:gd name="connsiteX322" fmla="*/ 470916 w 752475"/>
                <a:gd name="connsiteY322" fmla="*/ 65151 h 571500"/>
                <a:gd name="connsiteX323" fmla="*/ 470725 w 752475"/>
                <a:gd name="connsiteY323" fmla="*/ 65532 h 571500"/>
                <a:gd name="connsiteX324" fmla="*/ 470440 w 752475"/>
                <a:gd name="connsiteY324" fmla="*/ 66294 h 571500"/>
                <a:gd name="connsiteX325" fmla="*/ 470249 w 752475"/>
                <a:gd name="connsiteY325" fmla="*/ 66580 h 571500"/>
                <a:gd name="connsiteX326" fmla="*/ 469773 w 752475"/>
                <a:gd name="connsiteY326" fmla="*/ 66961 h 571500"/>
                <a:gd name="connsiteX327" fmla="*/ 469011 w 752475"/>
                <a:gd name="connsiteY327" fmla="*/ 67532 h 571500"/>
                <a:gd name="connsiteX328" fmla="*/ 468821 w 752475"/>
                <a:gd name="connsiteY328" fmla="*/ 67913 h 571500"/>
                <a:gd name="connsiteX329" fmla="*/ 468440 w 752475"/>
                <a:gd name="connsiteY329" fmla="*/ 68961 h 571500"/>
                <a:gd name="connsiteX330" fmla="*/ 468344 w 752475"/>
                <a:gd name="connsiteY330" fmla="*/ 70199 h 571500"/>
                <a:gd name="connsiteX331" fmla="*/ 468344 w 752475"/>
                <a:gd name="connsiteY331" fmla="*/ 72676 h 571500"/>
                <a:gd name="connsiteX332" fmla="*/ 468440 w 752475"/>
                <a:gd name="connsiteY332" fmla="*/ 72962 h 571500"/>
                <a:gd name="connsiteX333" fmla="*/ 469011 w 752475"/>
                <a:gd name="connsiteY333" fmla="*/ 73057 h 571500"/>
                <a:gd name="connsiteX334" fmla="*/ 469106 w 752475"/>
                <a:gd name="connsiteY334" fmla="*/ 73342 h 571500"/>
                <a:gd name="connsiteX335" fmla="*/ 469106 w 752475"/>
                <a:gd name="connsiteY335" fmla="*/ 73724 h 571500"/>
                <a:gd name="connsiteX336" fmla="*/ 469011 w 752475"/>
                <a:gd name="connsiteY336" fmla="*/ 73819 h 571500"/>
                <a:gd name="connsiteX337" fmla="*/ 468821 w 752475"/>
                <a:gd name="connsiteY337" fmla="*/ 73819 h 571500"/>
                <a:gd name="connsiteX338" fmla="*/ 468821 w 752475"/>
                <a:gd name="connsiteY338" fmla="*/ 74009 h 571500"/>
                <a:gd name="connsiteX339" fmla="*/ 468821 w 752475"/>
                <a:gd name="connsiteY339" fmla="*/ 74676 h 571500"/>
                <a:gd name="connsiteX340" fmla="*/ 468916 w 752475"/>
                <a:gd name="connsiteY340" fmla="*/ 75247 h 571500"/>
                <a:gd name="connsiteX341" fmla="*/ 469011 w 752475"/>
                <a:gd name="connsiteY341" fmla="*/ 75819 h 571500"/>
                <a:gd name="connsiteX342" fmla="*/ 469297 w 752475"/>
                <a:gd name="connsiteY342" fmla="*/ 76295 h 571500"/>
                <a:gd name="connsiteX343" fmla="*/ 469773 w 752475"/>
                <a:gd name="connsiteY343" fmla="*/ 77248 h 571500"/>
                <a:gd name="connsiteX344" fmla="*/ 470059 w 752475"/>
                <a:gd name="connsiteY344" fmla="*/ 79534 h 571500"/>
                <a:gd name="connsiteX345" fmla="*/ 470535 w 752475"/>
                <a:gd name="connsiteY345" fmla="*/ 80105 h 571500"/>
                <a:gd name="connsiteX346" fmla="*/ 470154 w 752475"/>
                <a:gd name="connsiteY346" fmla="*/ 81629 h 571500"/>
                <a:gd name="connsiteX347" fmla="*/ 471011 w 752475"/>
                <a:gd name="connsiteY347" fmla="*/ 82010 h 571500"/>
                <a:gd name="connsiteX348" fmla="*/ 471964 w 752475"/>
                <a:gd name="connsiteY348" fmla="*/ 82201 h 571500"/>
                <a:gd name="connsiteX349" fmla="*/ 471773 w 752475"/>
                <a:gd name="connsiteY349" fmla="*/ 83058 h 571500"/>
                <a:gd name="connsiteX350" fmla="*/ 469963 w 752475"/>
                <a:gd name="connsiteY350" fmla="*/ 86106 h 571500"/>
                <a:gd name="connsiteX351" fmla="*/ 469106 w 752475"/>
                <a:gd name="connsiteY351" fmla="*/ 86963 h 571500"/>
                <a:gd name="connsiteX352" fmla="*/ 467011 w 752475"/>
                <a:gd name="connsiteY352" fmla="*/ 88297 h 571500"/>
                <a:gd name="connsiteX353" fmla="*/ 466154 w 752475"/>
                <a:gd name="connsiteY353" fmla="*/ 89249 h 571500"/>
                <a:gd name="connsiteX354" fmla="*/ 465582 w 752475"/>
                <a:gd name="connsiteY354" fmla="*/ 89821 h 571500"/>
                <a:gd name="connsiteX355" fmla="*/ 464915 w 752475"/>
                <a:gd name="connsiteY355" fmla="*/ 90011 h 571500"/>
                <a:gd name="connsiteX356" fmla="*/ 464820 w 752475"/>
                <a:gd name="connsiteY356" fmla="*/ 90106 h 571500"/>
                <a:gd name="connsiteX357" fmla="*/ 463582 w 752475"/>
                <a:gd name="connsiteY357" fmla="*/ 90297 h 571500"/>
                <a:gd name="connsiteX358" fmla="*/ 462534 w 752475"/>
                <a:gd name="connsiteY358" fmla="*/ 90868 h 571500"/>
                <a:gd name="connsiteX359" fmla="*/ 461486 w 752475"/>
                <a:gd name="connsiteY359" fmla="*/ 90964 h 571500"/>
                <a:gd name="connsiteX360" fmla="*/ 456438 w 752475"/>
                <a:gd name="connsiteY360" fmla="*/ 87535 h 571500"/>
                <a:gd name="connsiteX361" fmla="*/ 456152 w 752475"/>
                <a:gd name="connsiteY361" fmla="*/ 87439 h 571500"/>
                <a:gd name="connsiteX362" fmla="*/ 455009 w 752475"/>
                <a:gd name="connsiteY362" fmla="*/ 86677 h 571500"/>
                <a:gd name="connsiteX363" fmla="*/ 454533 w 752475"/>
                <a:gd name="connsiteY363" fmla="*/ 86106 h 571500"/>
                <a:gd name="connsiteX364" fmla="*/ 453581 w 752475"/>
                <a:gd name="connsiteY364" fmla="*/ 83725 h 571500"/>
                <a:gd name="connsiteX365" fmla="*/ 452628 w 752475"/>
                <a:gd name="connsiteY365" fmla="*/ 82963 h 571500"/>
                <a:gd name="connsiteX366" fmla="*/ 451485 w 752475"/>
                <a:gd name="connsiteY366" fmla="*/ 82201 h 571500"/>
                <a:gd name="connsiteX367" fmla="*/ 450437 w 752475"/>
                <a:gd name="connsiteY367" fmla="*/ 81248 h 571500"/>
                <a:gd name="connsiteX368" fmla="*/ 449580 w 752475"/>
                <a:gd name="connsiteY368" fmla="*/ 78772 h 571500"/>
                <a:gd name="connsiteX369" fmla="*/ 448818 w 752475"/>
                <a:gd name="connsiteY369" fmla="*/ 77629 h 571500"/>
                <a:gd name="connsiteX370" fmla="*/ 447770 w 752475"/>
                <a:gd name="connsiteY370" fmla="*/ 76676 h 571500"/>
                <a:gd name="connsiteX371" fmla="*/ 446723 w 752475"/>
                <a:gd name="connsiteY371" fmla="*/ 76105 h 571500"/>
                <a:gd name="connsiteX372" fmla="*/ 443103 w 752475"/>
                <a:gd name="connsiteY372" fmla="*/ 75629 h 571500"/>
                <a:gd name="connsiteX373" fmla="*/ 442913 w 752475"/>
                <a:gd name="connsiteY373" fmla="*/ 75533 h 571500"/>
                <a:gd name="connsiteX374" fmla="*/ 442627 w 752475"/>
                <a:gd name="connsiteY374" fmla="*/ 75533 h 571500"/>
                <a:gd name="connsiteX375" fmla="*/ 442436 w 752475"/>
                <a:gd name="connsiteY375" fmla="*/ 75724 h 571500"/>
                <a:gd name="connsiteX376" fmla="*/ 442722 w 752475"/>
                <a:gd name="connsiteY376" fmla="*/ 76486 h 571500"/>
                <a:gd name="connsiteX377" fmla="*/ 443103 w 752475"/>
                <a:gd name="connsiteY377" fmla="*/ 76962 h 571500"/>
                <a:gd name="connsiteX378" fmla="*/ 443960 w 752475"/>
                <a:gd name="connsiteY378" fmla="*/ 77533 h 571500"/>
                <a:gd name="connsiteX379" fmla="*/ 444151 w 752475"/>
                <a:gd name="connsiteY379" fmla="*/ 77819 h 571500"/>
                <a:gd name="connsiteX380" fmla="*/ 444341 w 752475"/>
                <a:gd name="connsiteY380" fmla="*/ 78772 h 571500"/>
                <a:gd name="connsiteX381" fmla="*/ 444056 w 752475"/>
                <a:gd name="connsiteY381" fmla="*/ 79343 h 571500"/>
                <a:gd name="connsiteX382" fmla="*/ 443484 w 752475"/>
                <a:gd name="connsiteY382" fmla="*/ 79534 h 571500"/>
                <a:gd name="connsiteX383" fmla="*/ 442722 w 752475"/>
                <a:gd name="connsiteY383" fmla="*/ 79153 h 571500"/>
                <a:gd name="connsiteX384" fmla="*/ 442055 w 752475"/>
                <a:gd name="connsiteY384" fmla="*/ 78296 h 571500"/>
                <a:gd name="connsiteX385" fmla="*/ 441579 w 752475"/>
                <a:gd name="connsiteY385" fmla="*/ 77248 h 571500"/>
                <a:gd name="connsiteX386" fmla="*/ 441008 w 752475"/>
                <a:gd name="connsiteY386" fmla="*/ 76391 h 571500"/>
                <a:gd name="connsiteX387" fmla="*/ 439865 w 752475"/>
                <a:gd name="connsiteY387" fmla="*/ 76105 h 571500"/>
                <a:gd name="connsiteX388" fmla="*/ 438721 w 752475"/>
                <a:gd name="connsiteY388" fmla="*/ 76486 h 571500"/>
                <a:gd name="connsiteX389" fmla="*/ 438531 w 752475"/>
                <a:gd name="connsiteY389" fmla="*/ 77248 h 571500"/>
                <a:gd name="connsiteX390" fmla="*/ 439103 w 752475"/>
                <a:gd name="connsiteY390" fmla="*/ 79153 h 571500"/>
                <a:gd name="connsiteX391" fmla="*/ 439293 w 752475"/>
                <a:gd name="connsiteY391" fmla="*/ 80581 h 571500"/>
                <a:gd name="connsiteX392" fmla="*/ 439103 w 752475"/>
                <a:gd name="connsiteY392" fmla="*/ 81248 h 571500"/>
                <a:gd name="connsiteX393" fmla="*/ 438436 w 752475"/>
                <a:gd name="connsiteY393" fmla="*/ 81153 h 571500"/>
                <a:gd name="connsiteX394" fmla="*/ 436436 w 752475"/>
                <a:gd name="connsiteY394" fmla="*/ 79915 h 571500"/>
                <a:gd name="connsiteX395" fmla="*/ 435864 w 752475"/>
                <a:gd name="connsiteY395" fmla="*/ 79629 h 571500"/>
                <a:gd name="connsiteX396" fmla="*/ 435197 w 752475"/>
                <a:gd name="connsiteY396" fmla="*/ 79534 h 571500"/>
                <a:gd name="connsiteX397" fmla="*/ 434054 w 752475"/>
                <a:gd name="connsiteY397" fmla="*/ 79724 h 571500"/>
                <a:gd name="connsiteX398" fmla="*/ 432054 w 752475"/>
                <a:gd name="connsiteY398" fmla="*/ 79438 h 571500"/>
                <a:gd name="connsiteX399" fmla="*/ 431102 w 752475"/>
                <a:gd name="connsiteY399" fmla="*/ 79438 h 571500"/>
                <a:gd name="connsiteX400" fmla="*/ 430435 w 752475"/>
                <a:gd name="connsiteY400" fmla="*/ 80105 h 571500"/>
                <a:gd name="connsiteX401" fmla="*/ 430721 w 752475"/>
                <a:gd name="connsiteY401" fmla="*/ 80391 h 571500"/>
                <a:gd name="connsiteX402" fmla="*/ 430911 w 752475"/>
                <a:gd name="connsiteY402" fmla="*/ 80677 h 571500"/>
                <a:gd name="connsiteX403" fmla="*/ 431197 w 752475"/>
                <a:gd name="connsiteY403" fmla="*/ 81534 h 571500"/>
                <a:gd name="connsiteX404" fmla="*/ 429959 w 752475"/>
                <a:gd name="connsiteY404" fmla="*/ 81725 h 571500"/>
                <a:gd name="connsiteX405" fmla="*/ 429387 w 752475"/>
                <a:gd name="connsiteY405" fmla="*/ 82677 h 571500"/>
                <a:gd name="connsiteX406" fmla="*/ 429101 w 752475"/>
                <a:gd name="connsiteY406" fmla="*/ 83725 h 571500"/>
                <a:gd name="connsiteX407" fmla="*/ 428815 w 752475"/>
                <a:gd name="connsiteY407" fmla="*/ 84201 h 571500"/>
                <a:gd name="connsiteX408" fmla="*/ 427863 w 752475"/>
                <a:gd name="connsiteY408" fmla="*/ 84296 h 571500"/>
                <a:gd name="connsiteX409" fmla="*/ 425958 w 752475"/>
                <a:gd name="connsiteY409" fmla="*/ 84963 h 571500"/>
                <a:gd name="connsiteX410" fmla="*/ 424910 w 752475"/>
                <a:gd name="connsiteY410" fmla="*/ 85058 h 571500"/>
                <a:gd name="connsiteX411" fmla="*/ 424625 w 752475"/>
                <a:gd name="connsiteY411" fmla="*/ 85344 h 571500"/>
                <a:gd name="connsiteX412" fmla="*/ 423863 w 752475"/>
                <a:gd name="connsiteY412" fmla="*/ 86677 h 571500"/>
                <a:gd name="connsiteX413" fmla="*/ 423386 w 752475"/>
                <a:gd name="connsiteY413" fmla="*/ 86963 h 571500"/>
                <a:gd name="connsiteX414" fmla="*/ 422910 w 752475"/>
                <a:gd name="connsiteY414" fmla="*/ 86963 h 571500"/>
                <a:gd name="connsiteX415" fmla="*/ 420338 w 752475"/>
                <a:gd name="connsiteY415" fmla="*/ 87535 h 571500"/>
                <a:gd name="connsiteX416" fmla="*/ 417100 w 752475"/>
                <a:gd name="connsiteY416" fmla="*/ 87821 h 571500"/>
                <a:gd name="connsiteX417" fmla="*/ 417862 w 752475"/>
                <a:gd name="connsiteY417" fmla="*/ 89345 h 571500"/>
                <a:gd name="connsiteX418" fmla="*/ 417481 w 752475"/>
                <a:gd name="connsiteY418" fmla="*/ 90297 h 571500"/>
                <a:gd name="connsiteX419" fmla="*/ 416433 w 752475"/>
                <a:gd name="connsiteY419" fmla="*/ 90868 h 571500"/>
                <a:gd name="connsiteX420" fmla="*/ 415100 w 752475"/>
                <a:gd name="connsiteY420" fmla="*/ 90964 h 571500"/>
                <a:gd name="connsiteX421" fmla="*/ 414052 w 752475"/>
                <a:gd name="connsiteY421" fmla="*/ 90773 h 571500"/>
                <a:gd name="connsiteX422" fmla="*/ 413004 w 752475"/>
                <a:gd name="connsiteY422" fmla="*/ 90297 h 571500"/>
                <a:gd name="connsiteX423" fmla="*/ 412052 w 752475"/>
                <a:gd name="connsiteY423" fmla="*/ 90297 h 571500"/>
                <a:gd name="connsiteX424" fmla="*/ 411004 w 752475"/>
                <a:gd name="connsiteY424" fmla="*/ 90964 h 571500"/>
                <a:gd name="connsiteX425" fmla="*/ 410623 w 752475"/>
                <a:gd name="connsiteY425" fmla="*/ 92107 h 571500"/>
                <a:gd name="connsiteX426" fmla="*/ 410623 w 752475"/>
                <a:gd name="connsiteY426" fmla="*/ 93345 h 571500"/>
                <a:gd name="connsiteX427" fmla="*/ 411004 w 752475"/>
                <a:gd name="connsiteY427" fmla="*/ 96107 h 571500"/>
                <a:gd name="connsiteX428" fmla="*/ 410432 w 752475"/>
                <a:gd name="connsiteY428" fmla="*/ 97060 h 571500"/>
                <a:gd name="connsiteX429" fmla="*/ 409194 w 752475"/>
                <a:gd name="connsiteY429" fmla="*/ 97060 h 571500"/>
                <a:gd name="connsiteX430" fmla="*/ 407003 w 752475"/>
                <a:gd name="connsiteY430" fmla="*/ 96393 h 571500"/>
                <a:gd name="connsiteX431" fmla="*/ 405670 w 752475"/>
                <a:gd name="connsiteY431" fmla="*/ 96583 h 571500"/>
                <a:gd name="connsiteX432" fmla="*/ 404717 w 752475"/>
                <a:gd name="connsiteY432" fmla="*/ 97346 h 571500"/>
                <a:gd name="connsiteX433" fmla="*/ 403860 w 752475"/>
                <a:gd name="connsiteY433" fmla="*/ 98203 h 571500"/>
                <a:gd name="connsiteX434" fmla="*/ 402812 w 752475"/>
                <a:gd name="connsiteY434" fmla="*/ 98679 h 571500"/>
                <a:gd name="connsiteX435" fmla="*/ 402241 w 752475"/>
                <a:gd name="connsiteY435" fmla="*/ 99060 h 571500"/>
                <a:gd name="connsiteX436" fmla="*/ 398717 w 752475"/>
                <a:gd name="connsiteY436" fmla="*/ 102013 h 571500"/>
                <a:gd name="connsiteX437" fmla="*/ 398145 w 752475"/>
                <a:gd name="connsiteY437" fmla="*/ 102394 h 571500"/>
                <a:gd name="connsiteX438" fmla="*/ 397573 w 752475"/>
                <a:gd name="connsiteY438" fmla="*/ 102679 h 571500"/>
                <a:gd name="connsiteX439" fmla="*/ 397097 w 752475"/>
                <a:gd name="connsiteY439" fmla="*/ 102679 h 571500"/>
                <a:gd name="connsiteX440" fmla="*/ 396907 w 752475"/>
                <a:gd name="connsiteY440" fmla="*/ 102679 h 571500"/>
                <a:gd name="connsiteX441" fmla="*/ 396431 w 752475"/>
                <a:gd name="connsiteY441" fmla="*/ 102299 h 571500"/>
                <a:gd name="connsiteX442" fmla="*/ 396145 w 752475"/>
                <a:gd name="connsiteY442" fmla="*/ 101822 h 571500"/>
                <a:gd name="connsiteX443" fmla="*/ 395954 w 752475"/>
                <a:gd name="connsiteY443" fmla="*/ 101251 h 571500"/>
                <a:gd name="connsiteX444" fmla="*/ 395669 w 752475"/>
                <a:gd name="connsiteY444" fmla="*/ 100679 h 571500"/>
                <a:gd name="connsiteX445" fmla="*/ 393859 w 752475"/>
                <a:gd name="connsiteY445" fmla="*/ 98393 h 571500"/>
                <a:gd name="connsiteX446" fmla="*/ 393383 w 752475"/>
                <a:gd name="connsiteY446" fmla="*/ 98012 h 571500"/>
                <a:gd name="connsiteX447" fmla="*/ 392144 w 752475"/>
                <a:gd name="connsiteY447" fmla="*/ 97346 h 571500"/>
                <a:gd name="connsiteX448" fmla="*/ 391573 w 752475"/>
                <a:gd name="connsiteY448" fmla="*/ 96869 h 571500"/>
                <a:gd name="connsiteX449" fmla="*/ 390715 w 752475"/>
                <a:gd name="connsiteY449" fmla="*/ 95536 h 571500"/>
                <a:gd name="connsiteX450" fmla="*/ 390144 w 752475"/>
                <a:gd name="connsiteY450" fmla="*/ 94297 h 571500"/>
                <a:gd name="connsiteX451" fmla="*/ 389382 w 752475"/>
                <a:gd name="connsiteY451" fmla="*/ 93535 h 571500"/>
                <a:gd name="connsiteX452" fmla="*/ 387001 w 752475"/>
                <a:gd name="connsiteY452" fmla="*/ 92964 h 571500"/>
                <a:gd name="connsiteX453" fmla="*/ 385763 w 752475"/>
                <a:gd name="connsiteY453" fmla="*/ 92297 h 571500"/>
                <a:gd name="connsiteX454" fmla="*/ 384524 w 752475"/>
                <a:gd name="connsiteY454" fmla="*/ 91440 h 571500"/>
                <a:gd name="connsiteX455" fmla="*/ 383858 w 752475"/>
                <a:gd name="connsiteY455" fmla="*/ 90488 h 571500"/>
                <a:gd name="connsiteX456" fmla="*/ 383858 w 752475"/>
                <a:gd name="connsiteY456" fmla="*/ 89535 h 571500"/>
                <a:gd name="connsiteX457" fmla="*/ 384238 w 752475"/>
                <a:gd name="connsiteY457" fmla="*/ 85344 h 571500"/>
                <a:gd name="connsiteX458" fmla="*/ 384048 w 752475"/>
                <a:gd name="connsiteY458" fmla="*/ 84106 h 571500"/>
                <a:gd name="connsiteX459" fmla="*/ 383381 w 752475"/>
                <a:gd name="connsiteY459" fmla="*/ 83249 h 571500"/>
                <a:gd name="connsiteX460" fmla="*/ 382524 w 752475"/>
                <a:gd name="connsiteY460" fmla="*/ 82677 h 571500"/>
                <a:gd name="connsiteX461" fmla="*/ 381381 w 752475"/>
                <a:gd name="connsiteY461" fmla="*/ 82391 h 571500"/>
                <a:gd name="connsiteX462" fmla="*/ 379476 w 752475"/>
                <a:gd name="connsiteY462" fmla="*/ 82487 h 571500"/>
                <a:gd name="connsiteX463" fmla="*/ 378809 w 752475"/>
                <a:gd name="connsiteY463" fmla="*/ 82391 h 571500"/>
                <a:gd name="connsiteX464" fmla="*/ 378238 w 752475"/>
                <a:gd name="connsiteY464" fmla="*/ 82105 h 571500"/>
                <a:gd name="connsiteX465" fmla="*/ 377095 w 752475"/>
                <a:gd name="connsiteY465" fmla="*/ 81248 h 571500"/>
                <a:gd name="connsiteX466" fmla="*/ 376523 w 752475"/>
                <a:gd name="connsiteY466" fmla="*/ 81058 h 571500"/>
                <a:gd name="connsiteX467" fmla="*/ 375952 w 752475"/>
                <a:gd name="connsiteY467" fmla="*/ 81153 h 571500"/>
                <a:gd name="connsiteX468" fmla="*/ 374904 w 752475"/>
                <a:gd name="connsiteY468" fmla="*/ 81439 h 571500"/>
                <a:gd name="connsiteX469" fmla="*/ 374333 w 752475"/>
                <a:gd name="connsiteY469" fmla="*/ 81534 h 571500"/>
                <a:gd name="connsiteX470" fmla="*/ 374047 w 752475"/>
                <a:gd name="connsiteY470" fmla="*/ 81820 h 571500"/>
                <a:gd name="connsiteX471" fmla="*/ 373666 w 752475"/>
                <a:gd name="connsiteY471" fmla="*/ 82487 h 571500"/>
                <a:gd name="connsiteX472" fmla="*/ 373285 w 752475"/>
                <a:gd name="connsiteY472" fmla="*/ 83058 h 571500"/>
                <a:gd name="connsiteX473" fmla="*/ 372713 w 752475"/>
                <a:gd name="connsiteY473" fmla="*/ 83249 h 571500"/>
                <a:gd name="connsiteX474" fmla="*/ 371856 w 752475"/>
                <a:gd name="connsiteY474" fmla="*/ 82487 h 571500"/>
                <a:gd name="connsiteX475" fmla="*/ 370904 w 752475"/>
                <a:gd name="connsiteY475" fmla="*/ 79820 h 571500"/>
                <a:gd name="connsiteX476" fmla="*/ 369665 w 752475"/>
                <a:gd name="connsiteY476" fmla="*/ 79153 h 571500"/>
                <a:gd name="connsiteX477" fmla="*/ 368522 w 752475"/>
                <a:gd name="connsiteY477" fmla="*/ 79534 h 571500"/>
                <a:gd name="connsiteX478" fmla="*/ 367570 w 752475"/>
                <a:gd name="connsiteY478" fmla="*/ 80200 h 571500"/>
                <a:gd name="connsiteX479" fmla="*/ 365855 w 752475"/>
                <a:gd name="connsiteY479" fmla="*/ 82010 h 571500"/>
                <a:gd name="connsiteX480" fmla="*/ 364808 w 752475"/>
                <a:gd name="connsiteY480" fmla="*/ 82772 h 571500"/>
                <a:gd name="connsiteX481" fmla="*/ 363760 w 752475"/>
                <a:gd name="connsiteY481" fmla="*/ 83344 h 571500"/>
                <a:gd name="connsiteX482" fmla="*/ 362617 w 752475"/>
                <a:gd name="connsiteY482" fmla="*/ 83629 h 571500"/>
                <a:gd name="connsiteX483" fmla="*/ 361379 w 752475"/>
                <a:gd name="connsiteY483" fmla="*/ 83725 h 571500"/>
                <a:gd name="connsiteX484" fmla="*/ 359950 w 752475"/>
                <a:gd name="connsiteY484" fmla="*/ 84010 h 571500"/>
                <a:gd name="connsiteX485" fmla="*/ 357950 w 752475"/>
                <a:gd name="connsiteY485" fmla="*/ 85344 h 571500"/>
                <a:gd name="connsiteX486" fmla="*/ 356807 w 752475"/>
                <a:gd name="connsiteY486" fmla="*/ 85534 h 571500"/>
                <a:gd name="connsiteX487" fmla="*/ 355663 w 752475"/>
                <a:gd name="connsiteY487" fmla="*/ 85058 h 571500"/>
                <a:gd name="connsiteX488" fmla="*/ 354997 w 752475"/>
                <a:gd name="connsiteY488" fmla="*/ 84106 h 571500"/>
                <a:gd name="connsiteX489" fmla="*/ 354616 w 752475"/>
                <a:gd name="connsiteY489" fmla="*/ 82867 h 571500"/>
                <a:gd name="connsiteX490" fmla="*/ 354140 w 752475"/>
                <a:gd name="connsiteY490" fmla="*/ 81725 h 571500"/>
                <a:gd name="connsiteX491" fmla="*/ 352996 w 752475"/>
                <a:gd name="connsiteY491" fmla="*/ 80772 h 571500"/>
                <a:gd name="connsiteX492" fmla="*/ 350711 w 752475"/>
                <a:gd name="connsiteY492" fmla="*/ 79915 h 571500"/>
                <a:gd name="connsiteX493" fmla="*/ 349663 w 752475"/>
                <a:gd name="connsiteY493" fmla="*/ 79153 h 571500"/>
                <a:gd name="connsiteX494" fmla="*/ 349186 w 752475"/>
                <a:gd name="connsiteY494" fmla="*/ 78200 h 571500"/>
                <a:gd name="connsiteX495" fmla="*/ 348234 w 752475"/>
                <a:gd name="connsiteY495" fmla="*/ 75343 h 571500"/>
                <a:gd name="connsiteX496" fmla="*/ 347663 w 752475"/>
                <a:gd name="connsiteY496" fmla="*/ 74771 h 571500"/>
                <a:gd name="connsiteX497" fmla="*/ 346519 w 752475"/>
                <a:gd name="connsiteY497" fmla="*/ 74390 h 571500"/>
                <a:gd name="connsiteX498" fmla="*/ 344424 w 752475"/>
                <a:gd name="connsiteY498" fmla="*/ 72866 h 571500"/>
                <a:gd name="connsiteX499" fmla="*/ 343471 w 752475"/>
                <a:gd name="connsiteY499" fmla="*/ 72485 h 571500"/>
                <a:gd name="connsiteX500" fmla="*/ 340900 w 752475"/>
                <a:gd name="connsiteY500" fmla="*/ 72390 h 571500"/>
                <a:gd name="connsiteX501" fmla="*/ 336042 w 752475"/>
                <a:gd name="connsiteY501" fmla="*/ 73533 h 571500"/>
                <a:gd name="connsiteX502" fmla="*/ 329184 w 752475"/>
                <a:gd name="connsiteY502" fmla="*/ 73819 h 571500"/>
                <a:gd name="connsiteX503" fmla="*/ 328613 w 752475"/>
                <a:gd name="connsiteY503" fmla="*/ 74009 h 571500"/>
                <a:gd name="connsiteX504" fmla="*/ 327565 w 752475"/>
                <a:gd name="connsiteY504" fmla="*/ 74962 h 571500"/>
                <a:gd name="connsiteX505" fmla="*/ 326993 w 752475"/>
                <a:gd name="connsiteY505" fmla="*/ 75152 h 571500"/>
                <a:gd name="connsiteX506" fmla="*/ 325565 w 752475"/>
                <a:gd name="connsiteY506" fmla="*/ 75057 h 571500"/>
                <a:gd name="connsiteX507" fmla="*/ 324993 w 752475"/>
                <a:gd name="connsiteY507" fmla="*/ 74962 h 571500"/>
                <a:gd name="connsiteX508" fmla="*/ 321469 w 752475"/>
                <a:gd name="connsiteY508" fmla="*/ 73533 h 571500"/>
                <a:gd name="connsiteX509" fmla="*/ 320231 w 752475"/>
                <a:gd name="connsiteY509" fmla="*/ 73342 h 571500"/>
                <a:gd name="connsiteX510" fmla="*/ 318897 w 752475"/>
                <a:gd name="connsiteY510" fmla="*/ 73438 h 571500"/>
                <a:gd name="connsiteX511" fmla="*/ 317849 w 752475"/>
                <a:gd name="connsiteY511" fmla="*/ 73819 h 571500"/>
                <a:gd name="connsiteX512" fmla="*/ 316992 w 752475"/>
                <a:gd name="connsiteY512" fmla="*/ 74295 h 571500"/>
                <a:gd name="connsiteX513" fmla="*/ 316040 w 752475"/>
                <a:gd name="connsiteY513" fmla="*/ 75152 h 571500"/>
                <a:gd name="connsiteX514" fmla="*/ 315182 w 752475"/>
                <a:gd name="connsiteY514" fmla="*/ 76009 h 571500"/>
                <a:gd name="connsiteX515" fmla="*/ 314801 w 752475"/>
                <a:gd name="connsiteY515" fmla="*/ 76391 h 571500"/>
                <a:gd name="connsiteX516" fmla="*/ 314230 w 752475"/>
                <a:gd name="connsiteY516" fmla="*/ 76486 h 571500"/>
                <a:gd name="connsiteX517" fmla="*/ 313563 w 752475"/>
                <a:gd name="connsiteY517" fmla="*/ 76200 h 571500"/>
                <a:gd name="connsiteX518" fmla="*/ 312801 w 752475"/>
                <a:gd name="connsiteY518" fmla="*/ 74962 h 571500"/>
                <a:gd name="connsiteX519" fmla="*/ 312230 w 752475"/>
                <a:gd name="connsiteY519" fmla="*/ 74771 h 571500"/>
                <a:gd name="connsiteX520" fmla="*/ 310991 w 752475"/>
                <a:gd name="connsiteY520" fmla="*/ 74867 h 571500"/>
                <a:gd name="connsiteX521" fmla="*/ 307372 w 752475"/>
                <a:gd name="connsiteY521" fmla="*/ 76105 h 571500"/>
                <a:gd name="connsiteX522" fmla="*/ 305943 w 752475"/>
                <a:gd name="connsiteY522" fmla="*/ 75914 h 571500"/>
                <a:gd name="connsiteX523" fmla="*/ 304895 w 752475"/>
                <a:gd name="connsiteY523" fmla="*/ 75152 h 571500"/>
                <a:gd name="connsiteX524" fmla="*/ 304038 w 752475"/>
                <a:gd name="connsiteY524" fmla="*/ 74295 h 571500"/>
                <a:gd name="connsiteX525" fmla="*/ 303657 w 752475"/>
                <a:gd name="connsiteY525" fmla="*/ 74104 h 571500"/>
                <a:gd name="connsiteX526" fmla="*/ 303181 w 752475"/>
                <a:gd name="connsiteY526" fmla="*/ 73819 h 571500"/>
                <a:gd name="connsiteX527" fmla="*/ 302705 w 752475"/>
                <a:gd name="connsiteY527" fmla="*/ 73724 h 571500"/>
                <a:gd name="connsiteX528" fmla="*/ 301942 w 752475"/>
                <a:gd name="connsiteY528" fmla="*/ 73057 h 571500"/>
                <a:gd name="connsiteX529" fmla="*/ 301371 w 752475"/>
                <a:gd name="connsiteY529" fmla="*/ 72962 h 571500"/>
                <a:gd name="connsiteX530" fmla="*/ 299657 w 752475"/>
                <a:gd name="connsiteY530" fmla="*/ 73057 h 571500"/>
                <a:gd name="connsiteX531" fmla="*/ 299085 w 752475"/>
                <a:gd name="connsiteY531" fmla="*/ 72962 h 571500"/>
                <a:gd name="connsiteX532" fmla="*/ 297942 w 752475"/>
                <a:gd name="connsiteY532" fmla="*/ 72390 h 571500"/>
                <a:gd name="connsiteX533" fmla="*/ 297085 w 752475"/>
                <a:gd name="connsiteY533" fmla="*/ 71533 h 571500"/>
                <a:gd name="connsiteX534" fmla="*/ 295656 w 752475"/>
                <a:gd name="connsiteY534" fmla="*/ 69533 h 571500"/>
                <a:gd name="connsiteX535" fmla="*/ 294704 w 752475"/>
                <a:gd name="connsiteY535" fmla="*/ 68675 h 571500"/>
                <a:gd name="connsiteX536" fmla="*/ 282797 w 752475"/>
                <a:gd name="connsiteY536" fmla="*/ 64294 h 571500"/>
                <a:gd name="connsiteX537" fmla="*/ 281845 w 752475"/>
                <a:gd name="connsiteY537" fmla="*/ 63532 h 571500"/>
                <a:gd name="connsiteX538" fmla="*/ 281464 w 752475"/>
                <a:gd name="connsiteY538" fmla="*/ 63151 h 571500"/>
                <a:gd name="connsiteX539" fmla="*/ 281083 w 752475"/>
                <a:gd name="connsiteY539" fmla="*/ 62484 h 571500"/>
                <a:gd name="connsiteX540" fmla="*/ 280130 w 752475"/>
                <a:gd name="connsiteY540" fmla="*/ 60484 h 571500"/>
                <a:gd name="connsiteX541" fmla="*/ 279749 w 752475"/>
                <a:gd name="connsiteY541" fmla="*/ 60198 h 571500"/>
                <a:gd name="connsiteX542" fmla="*/ 278702 w 752475"/>
                <a:gd name="connsiteY542" fmla="*/ 60008 h 571500"/>
                <a:gd name="connsiteX543" fmla="*/ 277940 w 752475"/>
                <a:gd name="connsiteY543" fmla="*/ 59626 h 571500"/>
                <a:gd name="connsiteX544" fmla="*/ 277749 w 752475"/>
                <a:gd name="connsiteY544" fmla="*/ 60579 h 571500"/>
                <a:gd name="connsiteX545" fmla="*/ 277463 w 752475"/>
                <a:gd name="connsiteY545" fmla="*/ 62293 h 571500"/>
                <a:gd name="connsiteX546" fmla="*/ 276701 w 752475"/>
                <a:gd name="connsiteY546" fmla="*/ 62865 h 571500"/>
                <a:gd name="connsiteX547" fmla="*/ 274606 w 752475"/>
                <a:gd name="connsiteY547" fmla="*/ 62865 h 571500"/>
                <a:gd name="connsiteX548" fmla="*/ 273653 w 752475"/>
                <a:gd name="connsiteY548" fmla="*/ 63055 h 571500"/>
                <a:gd name="connsiteX549" fmla="*/ 272986 w 752475"/>
                <a:gd name="connsiteY549" fmla="*/ 63437 h 571500"/>
                <a:gd name="connsiteX550" fmla="*/ 272510 w 752475"/>
                <a:gd name="connsiteY550" fmla="*/ 64103 h 571500"/>
                <a:gd name="connsiteX551" fmla="*/ 271939 w 752475"/>
                <a:gd name="connsiteY551" fmla="*/ 65151 h 571500"/>
                <a:gd name="connsiteX552" fmla="*/ 271939 w 752475"/>
                <a:gd name="connsiteY552" fmla="*/ 65246 h 571500"/>
                <a:gd name="connsiteX553" fmla="*/ 271939 w 752475"/>
                <a:gd name="connsiteY553" fmla="*/ 65246 h 571500"/>
                <a:gd name="connsiteX554" fmla="*/ 271939 w 752475"/>
                <a:gd name="connsiteY554" fmla="*/ 65246 h 571500"/>
                <a:gd name="connsiteX555" fmla="*/ 271272 w 752475"/>
                <a:gd name="connsiteY555" fmla="*/ 66484 h 571500"/>
                <a:gd name="connsiteX556" fmla="*/ 270700 w 752475"/>
                <a:gd name="connsiteY556" fmla="*/ 67913 h 571500"/>
                <a:gd name="connsiteX557" fmla="*/ 270510 w 752475"/>
                <a:gd name="connsiteY557" fmla="*/ 69437 h 571500"/>
                <a:gd name="connsiteX558" fmla="*/ 270891 w 752475"/>
                <a:gd name="connsiteY558" fmla="*/ 72200 h 571500"/>
                <a:gd name="connsiteX559" fmla="*/ 270986 w 752475"/>
                <a:gd name="connsiteY559" fmla="*/ 73724 h 571500"/>
                <a:gd name="connsiteX560" fmla="*/ 270700 w 752475"/>
                <a:gd name="connsiteY560" fmla="*/ 75057 h 571500"/>
                <a:gd name="connsiteX561" fmla="*/ 269938 w 752475"/>
                <a:gd name="connsiteY561" fmla="*/ 76009 h 571500"/>
                <a:gd name="connsiteX562" fmla="*/ 268510 w 752475"/>
                <a:gd name="connsiteY562" fmla="*/ 77438 h 571500"/>
                <a:gd name="connsiteX563" fmla="*/ 266033 w 752475"/>
                <a:gd name="connsiteY563" fmla="*/ 80867 h 571500"/>
                <a:gd name="connsiteX564" fmla="*/ 264223 w 752475"/>
                <a:gd name="connsiteY564" fmla="*/ 81820 h 571500"/>
                <a:gd name="connsiteX565" fmla="*/ 263461 w 752475"/>
                <a:gd name="connsiteY565" fmla="*/ 81820 h 571500"/>
                <a:gd name="connsiteX566" fmla="*/ 241078 w 752475"/>
                <a:gd name="connsiteY566" fmla="*/ 82391 h 571500"/>
                <a:gd name="connsiteX567" fmla="*/ 237173 w 752475"/>
                <a:gd name="connsiteY567" fmla="*/ 83725 h 571500"/>
                <a:gd name="connsiteX568" fmla="*/ 227648 w 752475"/>
                <a:gd name="connsiteY568" fmla="*/ 88868 h 571500"/>
                <a:gd name="connsiteX569" fmla="*/ 226123 w 752475"/>
                <a:gd name="connsiteY569" fmla="*/ 90011 h 571500"/>
                <a:gd name="connsiteX570" fmla="*/ 225171 w 752475"/>
                <a:gd name="connsiteY570" fmla="*/ 91630 h 571500"/>
                <a:gd name="connsiteX571" fmla="*/ 224885 w 752475"/>
                <a:gd name="connsiteY571" fmla="*/ 94202 h 571500"/>
                <a:gd name="connsiteX572" fmla="*/ 225933 w 752475"/>
                <a:gd name="connsiteY572" fmla="*/ 99250 h 571500"/>
                <a:gd name="connsiteX573" fmla="*/ 226123 w 752475"/>
                <a:gd name="connsiteY573" fmla="*/ 101822 h 571500"/>
                <a:gd name="connsiteX574" fmla="*/ 225361 w 752475"/>
                <a:gd name="connsiteY574" fmla="*/ 104013 h 571500"/>
                <a:gd name="connsiteX575" fmla="*/ 223456 w 752475"/>
                <a:gd name="connsiteY575" fmla="*/ 107537 h 571500"/>
                <a:gd name="connsiteX576" fmla="*/ 217837 w 752475"/>
                <a:gd name="connsiteY576" fmla="*/ 117920 h 571500"/>
                <a:gd name="connsiteX577" fmla="*/ 216979 w 752475"/>
                <a:gd name="connsiteY577" fmla="*/ 120015 h 571500"/>
                <a:gd name="connsiteX578" fmla="*/ 216313 w 752475"/>
                <a:gd name="connsiteY578" fmla="*/ 122587 h 571500"/>
                <a:gd name="connsiteX579" fmla="*/ 216122 w 752475"/>
                <a:gd name="connsiteY579" fmla="*/ 123920 h 571500"/>
                <a:gd name="connsiteX580" fmla="*/ 216122 w 752475"/>
                <a:gd name="connsiteY580" fmla="*/ 125254 h 571500"/>
                <a:gd name="connsiteX581" fmla="*/ 216408 w 752475"/>
                <a:gd name="connsiteY581" fmla="*/ 126587 h 571500"/>
                <a:gd name="connsiteX582" fmla="*/ 217075 w 752475"/>
                <a:gd name="connsiteY582" fmla="*/ 129064 h 571500"/>
                <a:gd name="connsiteX583" fmla="*/ 217265 w 752475"/>
                <a:gd name="connsiteY583" fmla="*/ 130397 h 571500"/>
                <a:gd name="connsiteX584" fmla="*/ 216979 w 752475"/>
                <a:gd name="connsiteY584" fmla="*/ 133064 h 571500"/>
                <a:gd name="connsiteX585" fmla="*/ 216408 w 752475"/>
                <a:gd name="connsiteY585" fmla="*/ 135446 h 571500"/>
                <a:gd name="connsiteX586" fmla="*/ 215456 w 752475"/>
                <a:gd name="connsiteY586" fmla="*/ 137731 h 571500"/>
                <a:gd name="connsiteX587" fmla="*/ 211360 w 752475"/>
                <a:gd name="connsiteY587" fmla="*/ 144113 h 571500"/>
                <a:gd name="connsiteX588" fmla="*/ 210217 w 752475"/>
                <a:gd name="connsiteY588" fmla="*/ 145351 h 571500"/>
                <a:gd name="connsiteX589" fmla="*/ 208502 w 752475"/>
                <a:gd name="connsiteY589" fmla="*/ 146780 h 571500"/>
                <a:gd name="connsiteX590" fmla="*/ 206692 w 752475"/>
                <a:gd name="connsiteY590" fmla="*/ 147447 h 571500"/>
                <a:gd name="connsiteX591" fmla="*/ 202883 w 752475"/>
                <a:gd name="connsiteY591" fmla="*/ 148304 h 571500"/>
                <a:gd name="connsiteX592" fmla="*/ 201930 w 752475"/>
                <a:gd name="connsiteY592" fmla="*/ 148780 h 571500"/>
                <a:gd name="connsiteX593" fmla="*/ 201073 w 752475"/>
                <a:gd name="connsiteY593" fmla="*/ 149257 h 571500"/>
                <a:gd name="connsiteX594" fmla="*/ 200501 w 752475"/>
                <a:gd name="connsiteY594" fmla="*/ 150114 h 571500"/>
                <a:gd name="connsiteX595" fmla="*/ 199644 w 752475"/>
                <a:gd name="connsiteY595" fmla="*/ 152686 h 571500"/>
                <a:gd name="connsiteX596" fmla="*/ 199073 w 752475"/>
                <a:gd name="connsiteY596" fmla="*/ 153162 h 571500"/>
                <a:gd name="connsiteX597" fmla="*/ 198501 w 752475"/>
                <a:gd name="connsiteY597" fmla="*/ 152971 h 571500"/>
                <a:gd name="connsiteX598" fmla="*/ 197548 w 752475"/>
                <a:gd name="connsiteY598" fmla="*/ 152591 h 571500"/>
                <a:gd name="connsiteX599" fmla="*/ 195453 w 752475"/>
                <a:gd name="connsiteY599" fmla="*/ 152209 h 571500"/>
                <a:gd name="connsiteX600" fmla="*/ 193453 w 752475"/>
                <a:gd name="connsiteY600" fmla="*/ 152591 h 571500"/>
                <a:gd name="connsiteX601" fmla="*/ 191548 w 752475"/>
                <a:gd name="connsiteY601" fmla="*/ 153543 h 571500"/>
                <a:gd name="connsiteX602" fmla="*/ 188119 w 752475"/>
                <a:gd name="connsiteY602" fmla="*/ 156210 h 571500"/>
                <a:gd name="connsiteX603" fmla="*/ 187452 w 752475"/>
                <a:gd name="connsiteY603" fmla="*/ 157067 h 571500"/>
                <a:gd name="connsiteX604" fmla="*/ 186976 w 752475"/>
                <a:gd name="connsiteY604" fmla="*/ 158020 h 571500"/>
                <a:gd name="connsiteX605" fmla="*/ 186976 w 752475"/>
                <a:gd name="connsiteY605" fmla="*/ 159258 h 571500"/>
                <a:gd name="connsiteX606" fmla="*/ 187452 w 752475"/>
                <a:gd name="connsiteY606" fmla="*/ 162306 h 571500"/>
                <a:gd name="connsiteX607" fmla="*/ 187452 w 752475"/>
                <a:gd name="connsiteY607" fmla="*/ 163068 h 571500"/>
                <a:gd name="connsiteX608" fmla="*/ 182499 w 752475"/>
                <a:gd name="connsiteY608" fmla="*/ 161163 h 571500"/>
                <a:gd name="connsiteX609" fmla="*/ 180975 w 752475"/>
                <a:gd name="connsiteY609" fmla="*/ 160782 h 571500"/>
                <a:gd name="connsiteX610" fmla="*/ 180118 w 752475"/>
                <a:gd name="connsiteY610" fmla="*/ 160972 h 571500"/>
                <a:gd name="connsiteX611" fmla="*/ 179261 w 752475"/>
                <a:gd name="connsiteY611" fmla="*/ 161068 h 571500"/>
                <a:gd name="connsiteX612" fmla="*/ 177736 w 752475"/>
                <a:gd name="connsiteY612" fmla="*/ 161544 h 571500"/>
                <a:gd name="connsiteX613" fmla="*/ 172784 w 752475"/>
                <a:gd name="connsiteY613" fmla="*/ 164497 h 571500"/>
                <a:gd name="connsiteX614" fmla="*/ 170593 w 752475"/>
                <a:gd name="connsiteY614" fmla="*/ 165068 h 571500"/>
                <a:gd name="connsiteX615" fmla="*/ 164116 w 752475"/>
                <a:gd name="connsiteY615" fmla="*/ 165449 h 571500"/>
                <a:gd name="connsiteX616" fmla="*/ 163068 w 752475"/>
                <a:gd name="connsiteY616" fmla="*/ 165640 h 571500"/>
                <a:gd name="connsiteX617" fmla="*/ 162115 w 752475"/>
                <a:gd name="connsiteY617" fmla="*/ 166211 h 571500"/>
                <a:gd name="connsiteX618" fmla="*/ 161354 w 752475"/>
                <a:gd name="connsiteY618" fmla="*/ 166973 h 571500"/>
                <a:gd name="connsiteX619" fmla="*/ 160115 w 752475"/>
                <a:gd name="connsiteY619" fmla="*/ 168688 h 571500"/>
                <a:gd name="connsiteX620" fmla="*/ 159353 w 752475"/>
                <a:gd name="connsiteY620" fmla="*/ 169354 h 571500"/>
                <a:gd name="connsiteX621" fmla="*/ 155067 w 752475"/>
                <a:gd name="connsiteY621" fmla="*/ 171355 h 571500"/>
                <a:gd name="connsiteX622" fmla="*/ 150495 w 752475"/>
                <a:gd name="connsiteY622" fmla="*/ 172307 h 571500"/>
                <a:gd name="connsiteX623" fmla="*/ 138970 w 752475"/>
                <a:gd name="connsiteY623" fmla="*/ 172021 h 571500"/>
                <a:gd name="connsiteX624" fmla="*/ 137922 w 752475"/>
                <a:gd name="connsiteY624" fmla="*/ 172307 h 571500"/>
                <a:gd name="connsiteX625" fmla="*/ 137065 w 752475"/>
                <a:gd name="connsiteY625" fmla="*/ 173164 h 571500"/>
                <a:gd name="connsiteX626" fmla="*/ 136874 w 752475"/>
                <a:gd name="connsiteY626" fmla="*/ 174308 h 571500"/>
                <a:gd name="connsiteX627" fmla="*/ 137255 w 752475"/>
                <a:gd name="connsiteY627" fmla="*/ 175070 h 571500"/>
                <a:gd name="connsiteX628" fmla="*/ 137731 w 752475"/>
                <a:gd name="connsiteY628" fmla="*/ 175927 h 571500"/>
                <a:gd name="connsiteX629" fmla="*/ 138017 w 752475"/>
                <a:gd name="connsiteY629" fmla="*/ 177070 h 571500"/>
                <a:gd name="connsiteX630" fmla="*/ 138303 w 752475"/>
                <a:gd name="connsiteY630" fmla="*/ 177927 h 571500"/>
                <a:gd name="connsiteX631" fmla="*/ 140970 w 752475"/>
                <a:gd name="connsiteY631" fmla="*/ 180308 h 571500"/>
                <a:gd name="connsiteX632" fmla="*/ 141732 w 752475"/>
                <a:gd name="connsiteY632" fmla="*/ 181356 h 571500"/>
                <a:gd name="connsiteX633" fmla="*/ 142113 w 752475"/>
                <a:gd name="connsiteY633" fmla="*/ 181642 h 571500"/>
                <a:gd name="connsiteX634" fmla="*/ 143446 w 752475"/>
                <a:gd name="connsiteY634" fmla="*/ 182118 h 571500"/>
                <a:gd name="connsiteX635" fmla="*/ 143732 w 752475"/>
                <a:gd name="connsiteY635" fmla="*/ 182499 h 571500"/>
                <a:gd name="connsiteX636" fmla="*/ 143637 w 752475"/>
                <a:gd name="connsiteY636" fmla="*/ 182975 h 571500"/>
                <a:gd name="connsiteX637" fmla="*/ 143351 w 752475"/>
                <a:gd name="connsiteY637" fmla="*/ 183547 h 571500"/>
                <a:gd name="connsiteX638" fmla="*/ 141923 w 752475"/>
                <a:gd name="connsiteY638" fmla="*/ 184595 h 571500"/>
                <a:gd name="connsiteX639" fmla="*/ 137827 w 752475"/>
                <a:gd name="connsiteY639" fmla="*/ 185928 h 571500"/>
                <a:gd name="connsiteX640" fmla="*/ 136398 w 752475"/>
                <a:gd name="connsiteY640" fmla="*/ 187262 h 571500"/>
                <a:gd name="connsiteX641" fmla="*/ 136398 w 752475"/>
                <a:gd name="connsiteY641" fmla="*/ 188214 h 571500"/>
                <a:gd name="connsiteX642" fmla="*/ 136493 w 752475"/>
                <a:gd name="connsiteY642" fmla="*/ 191548 h 571500"/>
                <a:gd name="connsiteX643" fmla="*/ 136684 w 752475"/>
                <a:gd name="connsiteY643" fmla="*/ 192310 h 571500"/>
                <a:gd name="connsiteX644" fmla="*/ 137541 w 752475"/>
                <a:gd name="connsiteY644" fmla="*/ 193072 h 571500"/>
                <a:gd name="connsiteX645" fmla="*/ 137731 w 752475"/>
                <a:gd name="connsiteY645" fmla="*/ 193738 h 571500"/>
                <a:gd name="connsiteX646" fmla="*/ 137160 w 752475"/>
                <a:gd name="connsiteY646" fmla="*/ 195739 h 571500"/>
                <a:gd name="connsiteX647" fmla="*/ 136969 w 752475"/>
                <a:gd name="connsiteY647" fmla="*/ 198215 h 571500"/>
                <a:gd name="connsiteX648" fmla="*/ 136588 w 752475"/>
                <a:gd name="connsiteY648" fmla="*/ 199358 h 571500"/>
                <a:gd name="connsiteX649" fmla="*/ 135922 w 752475"/>
                <a:gd name="connsiteY649" fmla="*/ 200120 h 571500"/>
                <a:gd name="connsiteX650" fmla="*/ 134874 w 752475"/>
                <a:gd name="connsiteY650" fmla="*/ 200406 h 571500"/>
                <a:gd name="connsiteX651" fmla="*/ 132683 w 752475"/>
                <a:gd name="connsiteY651" fmla="*/ 200596 h 571500"/>
                <a:gd name="connsiteX652" fmla="*/ 131636 w 752475"/>
                <a:gd name="connsiteY652" fmla="*/ 200787 h 571500"/>
                <a:gd name="connsiteX653" fmla="*/ 128111 w 752475"/>
                <a:gd name="connsiteY653" fmla="*/ 202501 h 571500"/>
                <a:gd name="connsiteX654" fmla="*/ 123349 w 752475"/>
                <a:gd name="connsiteY654" fmla="*/ 206312 h 571500"/>
                <a:gd name="connsiteX655" fmla="*/ 123063 w 752475"/>
                <a:gd name="connsiteY655" fmla="*/ 206407 h 571500"/>
                <a:gd name="connsiteX656" fmla="*/ 119825 w 752475"/>
                <a:gd name="connsiteY656" fmla="*/ 208026 h 571500"/>
                <a:gd name="connsiteX657" fmla="*/ 118396 w 752475"/>
                <a:gd name="connsiteY657" fmla="*/ 209455 h 571500"/>
                <a:gd name="connsiteX658" fmla="*/ 117729 w 752475"/>
                <a:gd name="connsiteY658" fmla="*/ 210312 h 571500"/>
                <a:gd name="connsiteX659" fmla="*/ 117062 w 752475"/>
                <a:gd name="connsiteY659" fmla="*/ 210979 h 571500"/>
                <a:gd name="connsiteX660" fmla="*/ 116300 w 752475"/>
                <a:gd name="connsiteY660" fmla="*/ 211550 h 571500"/>
                <a:gd name="connsiteX661" fmla="*/ 112490 w 752475"/>
                <a:gd name="connsiteY661" fmla="*/ 213170 h 571500"/>
                <a:gd name="connsiteX662" fmla="*/ 111538 w 752475"/>
                <a:gd name="connsiteY662" fmla="*/ 213360 h 571500"/>
                <a:gd name="connsiteX663" fmla="*/ 111061 w 752475"/>
                <a:gd name="connsiteY663" fmla="*/ 213265 h 571500"/>
                <a:gd name="connsiteX664" fmla="*/ 109538 w 752475"/>
                <a:gd name="connsiteY664" fmla="*/ 212693 h 571500"/>
                <a:gd name="connsiteX665" fmla="*/ 108966 w 752475"/>
                <a:gd name="connsiteY665" fmla="*/ 212693 h 571500"/>
                <a:gd name="connsiteX666" fmla="*/ 108490 w 752475"/>
                <a:gd name="connsiteY666" fmla="*/ 212788 h 571500"/>
                <a:gd name="connsiteX667" fmla="*/ 107918 w 752475"/>
                <a:gd name="connsiteY667" fmla="*/ 212884 h 571500"/>
                <a:gd name="connsiteX668" fmla="*/ 107347 w 752475"/>
                <a:gd name="connsiteY668" fmla="*/ 212598 h 571500"/>
                <a:gd name="connsiteX669" fmla="*/ 103918 w 752475"/>
                <a:gd name="connsiteY669" fmla="*/ 209359 h 571500"/>
                <a:gd name="connsiteX670" fmla="*/ 102489 w 752475"/>
                <a:gd name="connsiteY670" fmla="*/ 209455 h 571500"/>
                <a:gd name="connsiteX671" fmla="*/ 100775 w 752475"/>
                <a:gd name="connsiteY671" fmla="*/ 211074 h 571500"/>
                <a:gd name="connsiteX672" fmla="*/ 95631 w 752475"/>
                <a:gd name="connsiteY672" fmla="*/ 218027 h 571500"/>
                <a:gd name="connsiteX673" fmla="*/ 94774 w 752475"/>
                <a:gd name="connsiteY673" fmla="*/ 218408 h 571500"/>
                <a:gd name="connsiteX674" fmla="*/ 94202 w 752475"/>
                <a:gd name="connsiteY674" fmla="*/ 217742 h 571500"/>
                <a:gd name="connsiteX675" fmla="*/ 93250 w 752475"/>
                <a:gd name="connsiteY675" fmla="*/ 215455 h 571500"/>
                <a:gd name="connsiteX676" fmla="*/ 92964 w 752475"/>
                <a:gd name="connsiteY676" fmla="*/ 214503 h 571500"/>
                <a:gd name="connsiteX677" fmla="*/ 93059 w 752475"/>
                <a:gd name="connsiteY677" fmla="*/ 211836 h 571500"/>
                <a:gd name="connsiteX678" fmla="*/ 92964 w 752475"/>
                <a:gd name="connsiteY678" fmla="*/ 210788 h 571500"/>
                <a:gd name="connsiteX679" fmla="*/ 92583 w 752475"/>
                <a:gd name="connsiteY679" fmla="*/ 209645 h 571500"/>
                <a:gd name="connsiteX680" fmla="*/ 92011 w 752475"/>
                <a:gd name="connsiteY680" fmla="*/ 208597 h 571500"/>
                <a:gd name="connsiteX681" fmla="*/ 91250 w 752475"/>
                <a:gd name="connsiteY681" fmla="*/ 207835 h 571500"/>
                <a:gd name="connsiteX682" fmla="*/ 88392 w 752475"/>
                <a:gd name="connsiteY682" fmla="*/ 206502 h 571500"/>
                <a:gd name="connsiteX683" fmla="*/ 86868 w 752475"/>
                <a:gd name="connsiteY683" fmla="*/ 205550 h 571500"/>
                <a:gd name="connsiteX684" fmla="*/ 81534 w 752475"/>
                <a:gd name="connsiteY684" fmla="*/ 200216 h 571500"/>
                <a:gd name="connsiteX685" fmla="*/ 80105 w 752475"/>
                <a:gd name="connsiteY685" fmla="*/ 199263 h 571500"/>
                <a:gd name="connsiteX686" fmla="*/ 78581 w 752475"/>
                <a:gd name="connsiteY686" fmla="*/ 198501 h 571500"/>
                <a:gd name="connsiteX687" fmla="*/ 75438 w 752475"/>
                <a:gd name="connsiteY687" fmla="*/ 198406 h 571500"/>
                <a:gd name="connsiteX688" fmla="*/ 69152 w 752475"/>
                <a:gd name="connsiteY688" fmla="*/ 200596 h 571500"/>
                <a:gd name="connsiteX689" fmla="*/ 66008 w 752475"/>
                <a:gd name="connsiteY689" fmla="*/ 200882 h 571500"/>
                <a:gd name="connsiteX690" fmla="*/ 58865 w 752475"/>
                <a:gd name="connsiteY690" fmla="*/ 199834 h 571500"/>
                <a:gd name="connsiteX691" fmla="*/ 55435 w 752475"/>
                <a:gd name="connsiteY691" fmla="*/ 198406 h 571500"/>
                <a:gd name="connsiteX692" fmla="*/ 52959 w 752475"/>
                <a:gd name="connsiteY692" fmla="*/ 195739 h 571500"/>
                <a:gd name="connsiteX693" fmla="*/ 49530 w 752475"/>
                <a:gd name="connsiteY693" fmla="*/ 192596 h 571500"/>
                <a:gd name="connsiteX694" fmla="*/ 49149 w 752475"/>
                <a:gd name="connsiteY694" fmla="*/ 192405 h 571500"/>
                <a:gd name="connsiteX695" fmla="*/ 48768 w 752475"/>
                <a:gd name="connsiteY695" fmla="*/ 192214 h 571500"/>
                <a:gd name="connsiteX696" fmla="*/ 48196 w 752475"/>
                <a:gd name="connsiteY696" fmla="*/ 192119 h 571500"/>
                <a:gd name="connsiteX697" fmla="*/ 47720 w 752475"/>
                <a:gd name="connsiteY697" fmla="*/ 191834 h 571500"/>
                <a:gd name="connsiteX698" fmla="*/ 47434 w 752475"/>
                <a:gd name="connsiteY698" fmla="*/ 191452 h 571500"/>
                <a:gd name="connsiteX699" fmla="*/ 47054 w 752475"/>
                <a:gd name="connsiteY699" fmla="*/ 190976 h 571500"/>
                <a:gd name="connsiteX700" fmla="*/ 47054 w 752475"/>
                <a:gd name="connsiteY700" fmla="*/ 190691 h 571500"/>
                <a:gd name="connsiteX701" fmla="*/ 47244 w 752475"/>
                <a:gd name="connsiteY701" fmla="*/ 190024 h 571500"/>
                <a:gd name="connsiteX702" fmla="*/ 47244 w 752475"/>
                <a:gd name="connsiteY702" fmla="*/ 189738 h 571500"/>
                <a:gd name="connsiteX703" fmla="*/ 46387 w 752475"/>
                <a:gd name="connsiteY703" fmla="*/ 188976 h 571500"/>
                <a:gd name="connsiteX704" fmla="*/ 46292 w 752475"/>
                <a:gd name="connsiteY704" fmla="*/ 188976 h 571500"/>
                <a:gd name="connsiteX705" fmla="*/ 46196 w 752475"/>
                <a:gd name="connsiteY705" fmla="*/ 188976 h 571500"/>
                <a:gd name="connsiteX706" fmla="*/ 45529 w 752475"/>
                <a:gd name="connsiteY706" fmla="*/ 188404 h 571500"/>
                <a:gd name="connsiteX707" fmla="*/ 46006 w 752475"/>
                <a:gd name="connsiteY707" fmla="*/ 187738 h 571500"/>
                <a:gd name="connsiteX708" fmla="*/ 46006 w 752475"/>
                <a:gd name="connsiteY708" fmla="*/ 187547 h 571500"/>
                <a:gd name="connsiteX709" fmla="*/ 45529 w 752475"/>
                <a:gd name="connsiteY709" fmla="*/ 187071 h 571500"/>
                <a:gd name="connsiteX710" fmla="*/ 45148 w 752475"/>
                <a:gd name="connsiteY710" fmla="*/ 186880 h 571500"/>
                <a:gd name="connsiteX711" fmla="*/ 44767 w 752475"/>
                <a:gd name="connsiteY711" fmla="*/ 186880 h 571500"/>
                <a:gd name="connsiteX712" fmla="*/ 42005 w 752475"/>
                <a:gd name="connsiteY712" fmla="*/ 187452 h 571500"/>
                <a:gd name="connsiteX713" fmla="*/ 41243 w 752475"/>
                <a:gd name="connsiteY713" fmla="*/ 187738 h 571500"/>
                <a:gd name="connsiteX714" fmla="*/ 41624 w 752475"/>
                <a:gd name="connsiteY714" fmla="*/ 188309 h 571500"/>
                <a:gd name="connsiteX715" fmla="*/ 42196 w 752475"/>
                <a:gd name="connsiteY715" fmla="*/ 190976 h 571500"/>
                <a:gd name="connsiteX716" fmla="*/ 42291 w 752475"/>
                <a:gd name="connsiteY716" fmla="*/ 192214 h 571500"/>
                <a:gd name="connsiteX717" fmla="*/ 42005 w 752475"/>
                <a:gd name="connsiteY717" fmla="*/ 193548 h 571500"/>
                <a:gd name="connsiteX718" fmla="*/ 41243 w 752475"/>
                <a:gd name="connsiteY718" fmla="*/ 194786 h 571500"/>
                <a:gd name="connsiteX719" fmla="*/ 40005 w 752475"/>
                <a:gd name="connsiteY719" fmla="*/ 196310 h 571500"/>
                <a:gd name="connsiteX720" fmla="*/ 39433 w 752475"/>
                <a:gd name="connsiteY720" fmla="*/ 197549 h 571500"/>
                <a:gd name="connsiteX721" fmla="*/ 39052 w 752475"/>
                <a:gd name="connsiteY721" fmla="*/ 199549 h 571500"/>
                <a:gd name="connsiteX722" fmla="*/ 38767 w 752475"/>
                <a:gd name="connsiteY722" fmla="*/ 200216 h 571500"/>
                <a:gd name="connsiteX723" fmla="*/ 37624 w 752475"/>
                <a:gd name="connsiteY723" fmla="*/ 201739 h 571500"/>
                <a:gd name="connsiteX724" fmla="*/ 37338 w 752475"/>
                <a:gd name="connsiteY724" fmla="*/ 202406 h 571500"/>
                <a:gd name="connsiteX725" fmla="*/ 37052 w 752475"/>
                <a:gd name="connsiteY725" fmla="*/ 203740 h 571500"/>
                <a:gd name="connsiteX726" fmla="*/ 37338 w 752475"/>
                <a:gd name="connsiteY726" fmla="*/ 207074 h 571500"/>
                <a:gd name="connsiteX727" fmla="*/ 36862 w 752475"/>
                <a:gd name="connsiteY727" fmla="*/ 208217 h 571500"/>
                <a:gd name="connsiteX728" fmla="*/ 35909 w 752475"/>
                <a:gd name="connsiteY728" fmla="*/ 208788 h 571500"/>
                <a:gd name="connsiteX729" fmla="*/ 34671 w 752475"/>
                <a:gd name="connsiteY729" fmla="*/ 208979 h 571500"/>
                <a:gd name="connsiteX730" fmla="*/ 33528 w 752475"/>
                <a:gd name="connsiteY730" fmla="*/ 208979 h 571500"/>
                <a:gd name="connsiteX731" fmla="*/ 32766 w 752475"/>
                <a:gd name="connsiteY731" fmla="*/ 209645 h 571500"/>
                <a:gd name="connsiteX732" fmla="*/ 32480 w 752475"/>
                <a:gd name="connsiteY732" fmla="*/ 210979 h 571500"/>
                <a:gd name="connsiteX733" fmla="*/ 32385 w 752475"/>
                <a:gd name="connsiteY733" fmla="*/ 212312 h 571500"/>
                <a:gd name="connsiteX734" fmla="*/ 32385 w 752475"/>
                <a:gd name="connsiteY734" fmla="*/ 212979 h 571500"/>
                <a:gd name="connsiteX735" fmla="*/ 32766 w 752475"/>
                <a:gd name="connsiteY735" fmla="*/ 213265 h 571500"/>
                <a:gd name="connsiteX736" fmla="*/ 32956 w 752475"/>
                <a:gd name="connsiteY736" fmla="*/ 213836 h 571500"/>
                <a:gd name="connsiteX737" fmla="*/ 32956 w 752475"/>
                <a:gd name="connsiteY737" fmla="*/ 214503 h 571500"/>
                <a:gd name="connsiteX738" fmla="*/ 32385 w 752475"/>
                <a:gd name="connsiteY738" fmla="*/ 214789 h 571500"/>
                <a:gd name="connsiteX739" fmla="*/ 32099 w 752475"/>
                <a:gd name="connsiteY739" fmla="*/ 215075 h 571500"/>
                <a:gd name="connsiteX740" fmla="*/ 32385 w 752475"/>
                <a:gd name="connsiteY740" fmla="*/ 215741 h 571500"/>
                <a:gd name="connsiteX741" fmla="*/ 34290 w 752475"/>
                <a:gd name="connsiteY741" fmla="*/ 218218 h 571500"/>
                <a:gd name="connsiteX742" fmla="*/ 34385 w 752475"/>
                <a:gd name="connsiteY742" fmla="*/ 218504 h 571500"/>
                <a:gd name="connsiteX743" fmla="*/ 34290 w 752475"/>
                <a:gd name="connsiteY743" fmla="*/ 219266 h 571500"/>
                <a:gd name="connsiteX744" fmla="*/ 34195 w 752475"/>
                <a:gd name="connsiteY744" fmla="*/ 219837 h 571500"/>
                <a:gd name="connsiteX745" fmla="*/ 34195 w 752475"/>
                <a:gd name="connsiteY745" fmla="*/ 220313 h 571500"/>
                <a:gd name="connsiteX746" fmla="*/ 34766 w 752475"/>
                <a:gd name="connsiteY746" fmla="*/ 220885 h 571500"/>
                <a:gd name="connsiteX747" fmla="*/ 33528 w 752475"/>
                <a:gd name="connsiteY747" fmla="*/ 222695 h 571500"/>
                <a:gd name="connsiteX748" fmla="*/ 33147 w 752475"/>
                <a:gd name="connsiteY748" fmla="*/ 223647 h 571500"/>
                <a:gd name="connsiteX749" fmla="*/ 32861 w 752475"/>
                <a:gd name="connsiteY749" fmla="*/ 226219 h 571500"/>
                <a:gd name="connsiteX750" fmla="*/ 32099 w 752475"/>
                <a:gd name="connsiteY750" fmla="*/ 228695 h 571500"/>
                <a:gd name="connsiteX751" fmla="*/ 31909 w 752475"/>
                <a:gd name="connsiteY751" fmla="*/ 229934 h 571500"/>
                <a:gd name="connsiteX752" fmla="*/ 31718 w 752475"/>
                <a:gd name="connsiteY752" fmla="*/ 230505 h 571500"/>
                <a:gd name="connsiteX753" fmla="*/ 30956 w 752475"/>
                <a:gd name="connsiteY753" fmla="*/ 231743 h 571500"/>
                <a:gd name="connsiteX754" fmla="*/ 30766 w 752475"/>
                <a:gd name="connsiteY754" fmla="*/ 232505 h 571500"/>
                <a:gd name="connsiteX755" fmla="*/ 30861 w 752475"/>
                <a:gd name="connsiteY755" fmla="*/ 233172 h 571500"/>
                <a:gd name="connsiteX756" fmla="*/ 31052 w 752475"/>
                <a:gd name="connsiteY756" fmla="*/ 234410 h 571500"/>
                <a:gd name="connsiteX757" fmla="*/ 31147 w 752475"/>
                <a:gd name="connsiteY757" fmla="*/ 234887 h 571500"/>
                <a:gd name="connsiteX758" fmla="*/ 30861 w 752475"/>
                <a:gd name="connsiteY758" fmla="*/ 237172 h 571500"/>
                <a:gd name="connsiteX759" fmla="*/ 30480 w 752475"/>
                <a:gd name="connsiteY759" fmla="*/ 239268 h 571500"/>
                <a:gd name="connsiteX760" fmla="*/ 28861 w 752475"/>
                <a:gd name="connsiteY760" fmla="*/ 239839 h 571500"/>
                <a:gd name="connsiteX761" fmla="*/ 28575 w 752475"/>
                <a:gd name="connsiteY761" fmla="*/ 240887 h 571500"/>
                <a:gd name="connsiteX762" fmla="*/ 27527 w 752475"/>
                <a:gd name="connsiteY762" fmla="*/ 242697 h 571500"/>
                <a:gd name="connsiteX763" fmla="*/ 25908 w 752475"/>
                <a:gd name="connsiteY763" fmla="*/ 244030 h 571500"/>
                <a:gd name="connsiteX764" fmla="*/ 24956 w 752475"/>
                <a:gd name="connsiteY764" fmla="*/ 245174 h 571500"/>
                <a:gd name="connsiteX765" fmla="*/ 24860 w 752475"/>
                <a:gd name="connsiteY765" fmla="*/ 246602 h 571500"/>
                <a:gd name="connsiteX766" fmla="*/ 25051 w 752475"/>
                <a:gd name="connsiteY766" fmla="*/ 248317 h 571500"/>
                <a:gd name="connsiteX767" fmla="*/ 24860 w 752475"/>
                <a:gd name="connsiteY767" fmla="*/ 249841 h 571500"/>
                <a:gd name="connsiteX768" fmla="*/ 24289 w 752475"/>
                <a:gd name="connsiteY768" fmla="*/ 250603 h 571500"/>
                <a:gd name="connsiteX769" fmla="*/ 23622 w 752475"/>
                <a:gd name="connsiteY769" fmla="*/ 250698 h 571500"/>
                <a:gd name="connsiteX770" fmla="*/ 22955 w 752475"/>
                <a:gd name="connsiteY770" fmla="*/ 250698 h 571500"/>
                <a:gd name="connsiteX771" fmla="*/ 22193 w 752475"/>
                <a:gd name="connsiteY771" fmla="*/ 250793 h 571500"/>
                <a:gd name="connsiteX772" fmla="*/ 21527 w 752475"/>
                <a:gd name="connsiteY772" fmla="*/ 251174 h 571500"/>
                <a:gd name="connsiteX773" fmla="*/ 21146 w 752475"/>
                <a:gd name="connsiteY773" fmla="*/ 251650 h 571500"/>
                <a:gd name="connsiteX774" fmla="*/ 20955 w 752475"/>
                <a:gd name="connsiteY774" fmla="*/ 252127 h 571500"/>
                <a:gd name="connsiteX775" fmla="*/ 18574 w 752475"/>
                <a:gd name="connsiteY775" fmla="*/ 254889 h 571500"/>
                <a:gd name="connsiteX776" fmla="*/ 17526 w 752475"/>
                <a:gd name="connsiteY776" fmla="*/ 255556 h 571500"/>
                <a:gd name="connsiteX777" fmla="*/ 16192 w 752475"/>
                <a:gd name="connsiteY777" fmla="*/ 255937 h 571500"/>
                <a:gd name="connsiteX778" fmla="*/ 13335 w 752475"/>
                <a:gd name="connsiteY778" fmla="*/ 256318 h 571500"/>
                <a:gd name="connsiteX779" fmla="*/ 12002 w 752475"/>
                <a:gd name="connsiteY779" fmla="*/ 256984 h 571500"/>
                <a:gd name="connsiteX780" fmla="*/ 11240 w 752475"/>
                <a:gd name="connsiteY780" fmla="*/ 258318 h 571500"/>
                <a:gd name="connsiteX781" fmla="*/ 11811 w 752475"/>
                <a:gd name="connsiteY781" fmla="*/ 258413 h 571500"/>
                <a:gd name="connsiteX782" fmla="*/ 12192 w 752475"/>
                <a:gd name="connsiteY782" fmla="*/ 258604 h 571500"/>
                <a:gd name="connsiteX783" fmla="*/ 12573 w 752475"/>
                <a:gd name="connsiteY783" fmla="*/ 259080 h 571500"/>
                <a:gd name="connsiteX784" fmla="*/ 13049 w 752475"/>
                <a:gd name="connsiteY784" fmla="*/ 260604 h 571500"/>
                <a:gd name="connsiteX785" fmla="*/ 13525 w 752475"/>
                <a:gd name="connsiteY785" fmla="*/ 261080 h 571500"/>
                <a:gd name="connsiteX786" fmla="*/ 14764 w 752475"/>
                <a:gd name="connsiteY786" fmla="*/ 261652 h 571500"/>
                <a:gd name="connsiteX787" fmla="*/ 15431 w 752475"/>
                <a:gd name="connsiteY787" fmla="*/ 262223 h 571500"/>
                <a:gd name="connsiteX788" fmla="*/ 15907 w 752475"/>
                <a:gd name="connsiteY788" fmla="*/ 262985 h 571500"/>
                <a:gd name="connsiteX789" fmla="*/ 16764 w 752475"/>
                <a:gd name="connsiteY789" fmla="*/ 264605 h 571500"/>
                <a:gd name="connsiteX790" fmla="*/ 20669 w 752475"/>
                <a:gd name="connsiteY790" fmla="*/ 269653 h 571500"/>
                <a:gd name="connsiteX791" fmla="*/ 21241 w 752475"/>
                <a:gd name="connsiteY791" fmla="*/ 270891 h 571500"/>
                <a:gd name="connsiteX792" fmla="*/ 17335 w 752475"/>
                <a:gd name="connsiteY792" fmla="*/ 271081 h 571500"/>
                <a:gd name="connsiteX793" fmla="*/ 12002 w 752475"/>
                <a:gd name="connsiteY793" fmla="*/ 271463 h 571500"/>
                <a:gd name="connsiteX794" fmla="*/ 8287 w 752475"/>
                <a:gd name="connsiteY794" fmla="*/ 271653 h 571500"/>
                <a:gd name="connsiteX795" fmla="*/ 8668 w 752475"/>
                <a:gd name="connsiteY795" fmla="*/ 272987 h 571500"/>
                <a:gd name="connsiteX796" fmla="*/ 7810 w 752475"/>
                <a:gd name="connsiteY796" fmla="*/ 273939 h 571500"/>
                <a:gd name="connsiteX797" fmla="*/ 5334 w 752475"/>
                <a:gd name="connsiteY797" fmla="*/ 275272 h 571500"/>
                <a:gd name="connsiteX798" fmla="*/ 3429 w 752475"/>
                <a:gd name="connsiteY798" fmla="*/ 277177 h 571500"/>
                <a:gd name="connsiteX799" fmla="*/ 1810 w 752475"/>
                <a:gd name="connsiteY799" fmla="*/ 279273 h 571500"/>
                <a:gd name="connsiteX800" fmla="*/ 286 w 752475"/>
                <a:gd name="connsiteY800" fmla="*/ 282321 h 571500"/>
                <a:gd name="connsiteX801" fmla="*/ 0 w 752475"/>
                <a:gd name="connsiteY801" fmla="*/ 285083 h 571500"/>
                <a:gd name="connsiteX802" fmla="*/ 95 w 752475"/>
                <a:gd name="connsiteY802" fmla="*/ 285941 h 571500"/>
                <a:gd name="connsiteX803" fmla="*/ 667 w 752475"/>
                <a:gd name="connsiteY803" fmla="*/ 291465 h 571500"/>
                <a:gd name="connsiteX804" fmla="*/ 2191 w 752475"/>
                <a:gd name="connsiteY804" fmla="*/ 301085 h 571500"/>
                <a:gd name="connsiteX805" fmla="*/ 2096 w 752475"/>
                <a:gd name="connsiteY805" fmla="*/ 303562 h 571500"/>
                <a:gd name="connsiteX806" fmla="*/ 381 w 752475"/>
                <a:gd name="connsiteY806" fmla="*/ 307276 h 571500"/>
                <a:gd name="connsiteX807" fmla="*/ 0 w 752475"/>
                <a:gd name="connsiteY807" fmla="*/ 309277 h 571500"/>
                <a:gd name="connsiteX808" fmla="*/ 1333 w 752475"/>
                <a:gd name="connsiteY808" fmla="*/ 313944 h 571500"/>
                <a:gd name="connsiteX809" fmla="*/ 4667 w 752475"/>
                <a:gd name="connsiteY809" fmla="*/ 317087 h 571500"/>
                <a:gd name="connsiteX810" fmla="*/ 8858 w 752475"/>
                <a:gd name="connsiteY810" fmla="*/ 318897 h 571500"/>
                <a:gd name="connsiteX811" fmla="*/ 13049 w 752475"/>
                <a:gd name="connsiteY811" fmla="*/ 319183 h 571500"/>
                <a:gd name="connsiteX812" fmla="*/ 16859 w 752475"/>
                <a:gd name="connsiteY812" fmla="*/ 318992 h 571500"/>
                <a:gd name="connsiteX813" fmla="*/ 18955 w 752475"/>
                <a:gd name="connsiteY813" fmla="*/ 319088 h 571500"/>
                <a:gd name="connsiteX814" fmla="*/ 20669 w 752475"/>
                <a:gd name="connsiteY814" fmla="*/ 319564 h 571500"/>
                <a:gd name="connsiteX815" fmla="*/ 21527 w 752475"/>
                <a:gd name="connsiteY815" fmla="*/ 320040 h 571500"/>
                <a:gd name="connsiteX816" fmla="*/ 22384 w 752475"/>
                <a:gd name="connsiteY816" fmla="*/ 320802 h 571500"/>
                <a:gd name="connsiteX817" fmla="*/ 22860 w 752475"/>
                <a:gd name="connsiteY817" fmla="*/ 321755 h 571500"/>
                <a:gd name="connsiteX818" fmla="*/ 22765 w 752475"/>
                <a:gd name="connsiteY818" fmla="*/ 321850 h 571500"/>
                <a:gd name="connsiteX819" fmla="*/ 22384 w 752475"/>
                <a:gd name="connsiteY819" fmla="*/ 322517 h 571500"/>
                <a:gd name="connsiteX820" fmla="*/ 21622 w 752475"/>
                <a:gd name="connsiteY820" fmla="*/ 322802 h 571500"/>
                <a:gd name="connsiteX821" fmla="*/ 19145 w 752475"/>
                <a:gd name="connsiteY821" fmla="*/ 322993 h 571500"/>
                <a:gd name="connsiteX822" fmla="*/ 18193 w 752475"/>
                <a:gd name="connsiteY822" fmla="*/ 323564 h 571500"/>
                <a:gd name="connsiteX823" fmla="*/ 18002 w 752475"/>
                <a:gd name="connsiteY823" fmla="*/ 324517 h 571500"/>
                <a:gd name="connsiteX824" fmla="*/ 18193 w 752475"/>
                <a:gd name="connsiteY824" fmla="*/ 325564 h 571500"/>
                <a:gd name="connsiteX825" fmla="*/ 18288 w 752475"/>
                <a:gd name="connsiteY825" fmla="*/ 326612 h 571500"/>
                <a:gd name="connsiteX826" fmla="*/ 18002 w 752475"/>
                <a:gd name="connsiteY826" fmla="*/ 327850 h 571500"/>
                <a:gd name="connsiteX827" fmla="*/ 17526 w 752475"/>
                <a:gd name="connsiteY827" fmla="*/ 328613 h 571500"/>
                <a:gd name="connsiteX828" fmla="*/ 15716 w 752475"/>
                <a:gd name="connsiteY828" fmla="*/ 329660 h 571500"/>
                <a:gd name="connsiteX829" fmla="*/ 14192 w 752475"/>
                <a:gd name="connsiteY829" fmla="*/ 330994 h 571500"/>
                <a:gd name="connsiteX830" fmla="*/ 12192 w 752475"/>
                <a:gd name="connsiteY830" fmla="*/ 333756 h 571500"/>
                <a:gd name="connsiteX831" fmla="*/ 9715 w 752475"/>
                <a:gd name="connsiteY831" fmla="*/ 337185 h 571500"/>
                <a:gd name="connsiteX832" fmla="*/ 6763 w 752475"/>
                <a:gd name="connsiteY832" fmla="*/ 341090 h 571500"/>
                <a:gd name="connsiteX833" fmla="*/ 4286 w 752475"/>
                <a:gd name="connsiteY833" fmla="*/ 344519 h 571500"/>
                <a:gd name="connsiteX834" fmla="*/ 3905 w 752475"/>
                <a:gd name="connsiteY834" fmla="*/ 345376 h 571500"/>
                <a:gd name="connsiteX835" fmla="*/ 4000 w 752475"/>
                <a:gd name="connsiteY835" fmla="*/ 350330 h 571500"/>
                <a:gd name="connsiteX836" fmla="*/ 4763 w 752475"/>
                <a:gd name="connsiteY836" fmla="*/ 354330 h 571500"/>
                <a:gd name="connsiteX837" fmla="*/ 6286 w 752475"/>
                <a:gd name="connsiteY837" fmla="*/ 359474 h 571500"/>
                <a:gd name="connsiteX838" fmla="*/ 8096 w 752475"/>
                <a:gd name="connsiteY838" fmla="*/ 365474 h 571500"/>
                <a:gd name="connsiteX839" fmla="*/ 9906 w 752475"/>
                <a:gd name="connsiteY839" fmla="*/ 371761 h 571500"/>
                <a:gd name="connsiteX840" fmla="*/ 11811 w 752475"/>
                <a:gd name="connsiteY840" fmla="*/ 378238 h 571500"/>
                <a:gd name="connsiteX841" fmla="*/ 14002 w 752475"/>
                <a:gd name="connsiteY841" fmla="*/ 385477 h 571500"/>
                <a:gd name="connsiteX842" fmla="*/ 16288 w 752475"/>
                <a:gd name="connsiteY842" fmla="*/ 394049 h 571500"/>
                <a:gd name="connsiteX843" fmla="*/ 18098 w 752475"/>
                <a:gd name="connsiteY843" fmla="*/ 400717 h 571500"/>
                <a:gd name="connsiteX844" fmla="*/ 18002 w 752475"/>
                <a:gd name="connsiteY844" fmla="*/ 405765 h 571500"/>
                <a:gd name="connsiteX845" fmla="*/ 17240 w 752475"/>
                <a:gd name="connsiteY845" fmla="*/ 410718 h 571500"/>
                <a:gd name="connsiteX846" fmla="*/ 16954 w 752475"/>
                <a:gd name="connsiteY846" fmla="*/ 411766 h 571500"/>
                <a:gd name="connsiteX847" fmla="*/ 15621 w 752475"/>
                <a:gd name="connsiteY847" fmla="*/ 413480 h 571500"/>
                <a:gd name="connsiteX848" fmla="*/ 15145 w 752475"/>
                <a:gd name="connsiteY848" fmla="*/ 414433 h 571500"/>
                <a:gd name="connsiteX849" fmla="*/ 15335 w 752475"/>
                <a:gd name="connsiteY849" fmla="*/ 414814 h 571500"/>
                <a:gd name="connsiteX850" fmla="*/ 15811 w 752475"/>
                <a:gd name="connsiteY850" fmla="*/ 415100 h 571500"/>
                <a:gd name="connsiteX851" fmla="*/ 16097 w 752475"/>
                <a:gd name="connsiteY851" fmla="*/ 415480 h 571500"/>
                <a:gd name="connsiteX852" fmla="*/ 15621 w 752475"/>
                <a:gd name="connsiteY852" fmla="*/ 416814 h 571500"/>
                <a:gd name="connsiteX853" fmla="*/ 15811 w 752475"/>
                <a:gd name="connsiteY853" fmla="*/ 417481 h 571500"/>
                <a:gd name="connsiteX854" fmla="*/ 16002 w 752475"/>
                <a:gd name="connsiteY854" fmla="*/ 418052 h 571500"/>
                <a:gd name="connsiteX855" fmla="*/ 16192 w 752475"/>
                <a:gd name="connsiteY855" fmla="*/ 418719 h 571500"/>
                <a:gd name="connsiteX856" fmla="*/ 16288 w 752475"/>
                <a:gd name="connsiteY856" fmla="*/ 420052 h 571500"/>
                <a:gd name="connsiteX857" fmla="*/ 15907 w 752475"/>
                <a:gd name="connsiteY857" fmla="*/ 423863 h 571500"/>
                <a:gd name="connsiteX858" fmla="*/ 16002 w 752475"/>
                <a:gd name="connsiteY858" fmla="*/ 426815 h 571500"/>
                <a:gd name="connsiteX859" fmla="*/ 16764 w 752475"/>
                <a:gd name="connsiteY859" fmla="*/ 432530 h 571500"/>
                <a:gd name="connsiteX860" fmla="*/ 16097 w 752475"/>
                <a:gd name="connsiteY860" fmla="*/ 437102 h 571500"/>
                <a:gd name="connsiteX861" fmla="*/ 16192 w 752475"/>
                <a:gd name="connsiteY861" fmla="*/ 438531 h 571500"/>
                <a:gd name="connsiteX862" fmla="*/ 17050 w 752475"/>
                <a:gd name="connsiteY862" fmla="*/ 441579 h 571500"/>
                <a:gd name="connsiteX863" fmla="*/ 17621 w 752475"/>
                <a:gd name="connsiteY863" fmla="*/ 447294 h 571500"/>
                <a:gd name="connsiteX864" fmla="*/ 19431 w 752475"/>
                <a:gd name="connsiteY864" fmla="*/ 448056 h 571500"/>
                <a:gd name="connsiteX865" fmla="*/ 24765 w 752475"/>
                <a:gd name="connsiteY865" fmla="*/ 448818 h 571500"/>
                <a:gd name="connsiteX866" fmla="*/ 33528 w 752475"/>
                <a:gd name="connsiteY866" fmla="*/ 450056 h 571500"/>
                <a:gd name="connsiteX867" fmla="*/ 33623 w 752475"/>
                <a:gd name="connsiteY867" fmla="*/ 450151 h 571500"/>
                <a:gd name="connsiteX868" fmla="*/ 42577 w 752475"/>
                <a:gd name="connsiteY868" fmla="*/ 451390 h 571500"/>
                <a:gd name="connsiteX869" fmla="*/ 52864 w 752475"/>
                <a:gd name="connsiteY869" fmla="*/ 452914 h 571500"/>
                <a:gd name="connsiteX870" fmla="*/ 58960 w 752475"/>
                <a:gd name="connsiteY870" fmla="*/ 453771 h 571500"/>
                <a:gd name="connsiteX871" fmla="*/ 61913 w 752475"/>
                <a:gd name="connsiteY871" fmla="*/ 454247 h 571500"/>
                <a:gd name="connsiteX872" fmla="*/ 63246 w 752475"/>
                <a:gd name="connsiteY872" fmla="*/ 454724 h 571500"/>
                <a:gd name="connsiteX873" fmla="*/ 64294 w 752475"/>
                <a:gd name="connsiteY873" fmla="*/ 455581 h 571500"/>
                <a:gd name="connsiteX874" fmla="*/ 66104 w 752475"/>
                <a:gd name="connsiteY874" fmla="*/ 457962 h 571500"/>
                <a:gd name="connsiteX875" fmla="*/ 66484 w 752475"/>
                <a:gd name="connsiteY875" fmla="*/ 459105 h 571500"/>
                <a:gd name="connsiteX876" fmla="*/ 66104 w 752475"/>
                <a:gd name="connsiteY876" fmla="*/ 461772 h 571500"/>
                <a:gd name="connsiteX877" fmla="*/ 66199 w 752475"/>
                <a:gd name="connsiteY877" fmla="*/ 462915 h 571500"/>
                <a:gd name="connsiteX878" fmla="*/ 66675 w 752475"/>
                <a:gd name="connsiteY878" fmla="*/ 464249 h 571500"/>
                <a:gd name="connsiteX879" fmla="*/ 68104 w 752475"/>
                <a:gd name="connsiteY879" fmla="*/ 466534 h 571500"/>
                <a:gd name="connsiteX880" fmla="*/ 68580 w 752475"/>
                <a:gd name="connsiteY880" fmla="*/ 467963 h 571500"/>
                <a:gd name="connsiteX881" fmla="*/ 68580 w 752475"/>
                <a:gd name="connsiteY881" fmla="*/ 469678 h 571500"/>
                <a:gd name="connsiteX882" fmla="*/ 68771 w 752475"/>
                <a:gd name="connsiteY882" fmla="*/ 470345 h 571500"/>
                <a:gd name="connsiteX883" fmla="*/ 69628 w 752475"/>
                <a:gd name="connsiteY883" fmla="*/ 472345 h 571500"/>
                <a:gd name="connsiteX884" fmla="*/ 70294 w 752475"/>
                <a:gd name="connsiteY884" fmla="*/ 474345 h 571500"/>
                <a:gd name="connsiteX885" fmla="*/ 70580 w 752475"/>
                <a:gd name="connsiteY885" fmla="*/ 475488 h 571500"/>
                <a:gd name="connsiteX886" fmla="*/ 70580 w 752475"/>
                <a:gd name="connsiteY886" fmla="*/ 476726 h 571500"/>
                <a:gd name="connsiteX887" fmla="*/ 70199 w 752475"/>
                <a:gd name="connsiteY887" fmla="*/ 477964 h 571500"/>
                <a:gd name="connsiteX888" fmla="*/ 69152 w 752475"/>
                <a:gd name="connsiteY888" fmla="*/ 479965 h 571500"/>
                <a:gd name="connsiteX889" fmla="*/ 69437 w 752475"/>
                <a:gd name="connsiteY889" fmla="*/ 480727 h 571500"/>
                <a:gd name="connsiteX890" fmla="*/ 69628 w 752475"/>
                <a:gd name="connsiteY890" fmla="*/ 484918 h 571500"/>
                <a:gd name="connsiteX891" fmla="*/ 69342 w 752475"/>
                <a:gd name="connsiteY891" fmla="*/ 485013 h 571500"/>
                <a:gd name="connsiteX892" fmla="*/ 69152 w 752475"/>
                <a:gd name="connsiteY892" fmla="*/ 485489 h 571500"/>
                <a:gd name="connsiteX893" fmla="*/ 69056 w 752475"/>
                <a:gd name="connsiteY893" fmla="*/ 486632 h 571500"/>
                <a:gd name="connsiteX894" fmla="*/ 69152 w 752475"/>
                <a:gd name="connsiteY894" fmla="*/ 486632 h 571500"/>
                <a:gd name="connsiteX895" fmla="*/ 69342 w 752475"/>
                <a:gd name="connsiteY895" fmla="*/ 487013 h 571500"/>
                <a:gd name="connsiteX896" fmla="*/ 68390 w 752475"/>
                <a:gd name="connsiteY896" fmla="*/ 487966 h 571500"/>
                <a:gd name="connsiteX897" fmla="*/ 64008 w 752475"/>
                <a:gd name="connsiteY897" fmla="*/ 493205 h 571500"/>
                <a:gd name="connsiteX898" fmla="*/ 57436 w 752475"/>
                <a:gd name="connsiteY898" fmla="*/ 501205 h 571500"/>
                <a:gd name="connsiteX899" fmla="*/ 51340 w 752475"/>
                <a:gd name="connsiteY899" fmla="*/ 508445 h 571500"/>
                <a:gd name="connsiteX900" fmla="*/ 51340 w 752475"/>
                <a:gd name="connsiteY900" fmla="*/ 508445 h 571500"/>
                <a:gd name="connsiteX901" fmla="*/ 47054 w 752475"/>
                <a:gd name="connsiteY901" fmla="*/ 513588 h 571500"/>
                <a:gd name="connsiteX902" fmla="*/ 41338 w 752475"/>
                <a:gd name="connsiteY902" fmla="*/ 520351 h 571500"/>
                <a:gd name="connsiteX903" fmla="*/ 38386 w 752475"/>
                <a:gd name="connsiteY903" fmla="*/ 523970 h 571500"/>
                <a:gd name="connsiteX904" fmla="*/ 34004 w 752475"/>
                <a:gd name="connsiteY904" fmla="*/ 529114 h 571500"/>
                <a:gd name="connsiteX905" fmla="*/ 25908 w 752475"/>
                <a:gd name="connsiteY905" fmla="*/ 538829 h 571500"/>
                <a:gd name="connsiteX906" fmla="*/ 25908 w 752475"/>
                <a:gd name="connsiteY906" fmla="*/ 538829 h 571500"/>
                <a:gd name="connsiteX907" fmla="*/ 21908 w 752475"/>
                <a:gd name="connsiteY907" fmla="*/ 543497 h 571500"/>
                <a:gd name="connsiteX908" fmla="*/ 18859 w 752475"/>
                <a:gd name="connsiteY908" fmla="*/ 547021 h 571500"/>
                <a:gd name="connsiteX909" fmla="*/ 20479 w 752475"/>
                <a:gd name="connsiteY909" fmla="*/ 547783 h 571500"/>
                <a:gd name="connsiteX910" fmla="*/ 24289 w 752475"/>
                <a:gd name="connsiteY910" fmla="*/ 549021 h 571500"/>
                <a:gd name="connsiteX911" fmla="*/ 28670 w 752475"/>
                <a:gd name="connsiteY911" fmla="*/ 550450 h 571500"/>
                <a:gd name="connsiteX912" fmla="*/ 33052 w 752475"/>
                <a:gd name="connsiteY912" fmla="*/ 551879 h 571500"/>
                <a:gd name="connsiteX913" fmla="*/ 37433 w 752475"/>
                <a:gd name="connsiteY913" fmla="*/ 553307 h 571500"/>
                <a:gd name="connsiteX914" fmla="*/ 41815 w 752475"/>
                <a:gd name="connsiteY914" fmla="*/ 554641 h 571500"/>
                <a:gd name="connsiteX915" fmla="*/ 46196 w 752475"/>
                <a:gd name="connsiteY915" fmla="*/ 556070 h 571500"/>
                <a:gd name="connsiteX916" fmla="*/ 50578 w 752475"/>
                <a:gd name="connsiteY916" fmla="*/ 557498 h 571500"/>
                <a:gd name="connsiteX917" fmla="*/ 54959 w 752475"/>
                <a:gd name="connsiteY917" fmla="*/ 558927 h 571500"/>
                <a:gd name="connsiteX918" fmla="*/ 59341 w 752475"/>
                <a:gd name="connsiteY918" fmla="*/ 560356 h 571500"/>
                <a:gd name="connsiteX919" fmla="*/ 63722 w 752475"/>
                <a:gd name="connsiteY919" fmla="*/ 561689 h 571500"/>
                <a:gd name="connsiteX920" fmla="*/ 68104 w 752475"/>
                <a:gd name="connsiteY920" fmla="*/ 563118 h 571500"/>
                <a:gd name="connsiteX921" fmla="*/ 72485 w 752475"/>
                <a:gd name="connsiteY921" fmla="*/ 564547 h 571500"/>
                <a:gd name="connsiteX922" fmla="*/ 76867 w 752475"/>
                <a:gd name="connsiteY922" fmla="*/ 565976 h 571500"/>
                <a:gd name="connsiteX923" fmla="*/ 81248 w 752475"/>
                <a:gd name="connsiteY923" fmla="*/ 567404 h 571500"/>
                <a:gd name="connsiteX924" fmla="*/ 85630 w 752475"/>
                <a:gd name="connsiteY924" fmla="*/ 568738 h 571500"/>
                <a:gd name="connsiteX925" fmla="*/ 90106 w 752475"/>
                <a:gd name="connsiteY925" fmla="*/ 570167 h 571500"/>
                <a:gd name="connsiteX926" fmla="*/ 94488 w 752475"/>
                <a:gd name="connsiteY926" fmla="*/ 571595 h 571500"/>
                <a:gd name="connsiteX927" fmla="*/ 99441 w 752475"/>
                <a:gd name="connsiteY927" fmla="*/ 573214 h 571500"/>
                <a:gd name="connsiteX928" fmla="*/ 104870 w 752475"/>
                <a:gd name="connsiteY928" fmla="*/ 574262 h 571500"/>
                <a:gd name="connsiteX929" fmla="*/ 111442 w 752475"/>
                <a:gd name="connsiteY929" fmla="*/ 573596 h 571500"/>
                <a:gd name="connsiteX930" fmla="*/ 112967 w 752475"/>
                <a:gd name="connsiteY930" fmla="*/ 573500 h 571500"/>
                <a:gd name="connsiteX931" fmla="*/ 115538 w 752475"/>
                <a:gd name="connsiteY931" fmla="*/ 573214 h 571500"/>
                <a:gd name="connsiteX932" fmla="*/ 118110 w 752475"/>
                <a:gd name="connsiteY932" fmla="*/ 572929 h 571500"/>
                <a:gd name="connsiteX933" fmla="*/ 120777 w 752475"/>
                <a:gd name="connsiteY933" fmla="*/ 572738 h 571500"/>
                <a:gd name="connsiteX934" fmla="*/ 123349 w 752475"/>
                <a:gd name="connsiteY934" fmla="*/ 572452 h 571500"/>
                <a:gd name="connsiteX935" fmla="*/ 125921 w 752475"/>
                <a:gd name="connsiteY935" fmla="*/ 572262 h 571500"/>
                <a:gd name="connsiteX936" fmla="*/ 128492 w 752475"/>
                <a:gd name="connsiteY936" fmla="*/ 571976 h 571500"/>
                <a:gd name="connsiteX937" fmla="*/ 131064 w 752475"/>
                <a:gd name="connsiteY937" fmla="*/ 571786 h 571500"/>
                <a:gd name="connsiteX938" fmla="*/ 133636 w 752475"/>
                <a:gd name="connsiteY938" fmla="*/ 571500 h 571500"/>
                <a:gd name="connsiteX939" fmla="*/ 136208 w 752475"/>
                <a:gd name="connsiteY939" fmla="*/ 571309 h 571500"/>
                <a:gd name="connsiteX940" fmla="*/ 138779 w 752475"/>
                <a:gd name="connsiteY940" fmla="*/ 571024 h 571500"/>
                <a:gd name="connsiteX941" fmla="*/ 141446 w 752475"/>
                <a:gd name="connsiteY941" fmla="*/ 570833 h 571500"/>
                <a:gd name="connsiteX942" fmla="*/ 144018 w 752475"/>
                <a:gd name="connsiteY942" fmla="*/ 570547 h 571500"/>
                <a:gd name="connsiteX943" fmla="*/ 146590 w 752475"/>
                <a:gd name="connsiteY943" fmla="*/ 570262 h 571500"/>
                <a:gd name="connsiteX944" fmla="*/ 149161 w 752475"/>
                <a:gd name="connsiteY944" fmla="*/ 570071 h 571500"/>
                <a:gd name="connsiteX945" fmla="*/ 151733 w 752475"/>
                <a:gd name="connsiteY945" fmla="*/ 569785 h 571500"/>
                <a:gd name="connsiteX946" fmla="*/ 154305 w 752475"/>
                <a:gd name="connsiteY946" fmla="*/ 569595 h 571500"/>
                <a:gd name="connsiteX947" fmla="*/ 162401 w 752475"/>
                <a:gd name="connsiteY947" fmla="*/ 568833 h 571500"/>
                <a:gd name="connsiteX948" fmla="*/ 173927 w 752475"/>
                <a:gd name="connsiteY948" fmla="*/ 571024 h 571500"/>
                <a:gd name="connsiteX949" fmla="*/ 183642 w 752475"/>
                <a:gd name="connsiteY949" fmla="*/ 572929 h 571500"/>
                <a:gd name="connsiteX950" fmla="*/ 189643 w 752475"/>
                <a:gd name="connsiteY950" fmla="*/ 575501 h 571500"/>
                <a:gd name="connsiteX951" fmla="*/ 191071 w 752475"/>
                <a:gd name="connsiteY951" fmla="*/ 574929 h 571500"/>
                <a:gd name="connsiteX952" fmla="*/ 192977 w 752475"/>
                <a:gd name="connsiteY952" fmla="*/ 571119 h 571500"/>
                <a:gd name="connsiteX953" fmla="*/ 194215 w 752475"/>
                <a:gd name="connsiteY953" fmla="*/ 569595 h 571500"/>
                <a:gd name="connsiteX954" fmla="*/ 196025 w 752475"/>
                <a:gd name="connsiteY954" fmla="*/ 568643 h 571500"/>
                <a:gd name="connsiteX955" fmla="*/ 210217 w 752475"/>
                <a:gd name="connsiteY955" fmla="*/ 564451 h 571500"/>
                <a:gd name="connsiteX956" fmla="*/ 211360 w 752475"/>
                <a:gd name="connsiteY956" fmla="*/ 564451 h 571500"/>
                <a:gd name="connsiteX957" fmla="*/ 221171 w 752475"/>
                <a:gd name="connsiteY957" fmla="*/ 564547 h 571500"/>
                <a:gd name="connsiteX958" fmla="*/ 228314 w 752475"/>
                <a:gd name="connsiteY958" fmla="*/ 564547 h 571500"/>
                <a:gd name="connsiteX959" fmla="*/ 237077 w 752475"/>
                <a:gd name="connsiteY959" fmla="*/ 566166 h 571500"/>
                <a:gd name="connsiteX960" fmla="*/ 239649 w 752475"/>
                <a:gd name="connsiteY960" fmla="*/ 566261 h 571500"/>
                <a:gd name="connsiteX961" fmla="*/ 247364 w 752475"/>
                <a:gd name="connsiteY961" fmla="*/ 563975 h 571500"/>
                <a:gd name="connsiteX962" fmla="*/ 250412 w 752475"/>
                <a:gd name="connsiteY962" fmla="*/ 563118 h 571500"/>
                <a:gd name="connsiteX963" fmla="*/ 253460 w 752475"/>
                <a:gd name="connsiteY963" fmla="*/ 562261 h 571500"/>
                <a:gd name="connsiteX964" fmla="*/ 256508 w 752475"/>
                <a:gd name="connsiteY964" fmla="*/ 561308 h 571500"/>
                <a:gd name="connsiteX965" fmla="*/ 259556 w 752475"/>
                <a:gd name="connsiteY965" fmla="*/ 560451 h 571500"/>
                <a:gd name="connsiteX966" fmla="*/ 262604 w 752475"/>
                <a:gd name="connsiteY966" fmla="*/ 559594 h 571500"/>
                <a:gd name="connsiteX967" fmla="*/ 265652 w 752475"/>
                <a:gd name="connsiteY967" fmla="*/ 558641 h 571500"/>
                <a:gd name="connsiteX968" fmla="*/ 268700 w 752475"/>
                <a:gd name="connsiteY968" fmla="*/ 557784 h 571500"/>
                <a:gd name="connsiteX969" fmla="*/ 271844 w 752475"/>
                <a:gd name="connsiteY969" fmla="*/ 556927 h 571500"/>
                <a:gd name="connsiteX970" fmla="*/ 274892 w 752475"/>
                <a:gd name="connsiteY970" fmla="*/ 555974 h 571500"/>
                <a:gd name="connsiteX971" fmla="*/ 277940 w 752475"/>
                <a:gd name="connsiteY971" fmla="*/ 555117 h 571500"/>
                <a:gd name="connsiteX972" fmla="*/ 280988 w 752475"/>
                <a:gd name="connsiteY972" fmla="*/ 554164 h 571500"/>
                <a:gd name="connsiteX973" fmla="*/ 284036 w 752475"/>
                <a:gd name="connsiteY973" fmla="*/ 553307 h 571500"/>
                <a:gd name="connsiteX974" fmla="*/ 287084 w 752475"/>
                <a:gd name="connsiteY974" fmla="*/ 552450 h 571500"/>
                <a:gd name="connsiteX975" fmla="*/ 290132 w 752475"/>
                <a:gd name="connsiteY975" fmla="*/ 551497 h 571500"/>
                <a:gd name="connsiteX976" fmla="*/ 293180 w 752475"/>
                <a:gd name="connsiteY976" fmla="*/ 550640 h 571500"/>
                <a:gd name="connsiteX977" fmla="*/ 296323 w 752475"/>
                <a:gd name="connsiteY977" fmla="*/ 549783 h 571500"/>
                <a:gd name="connsiteX978" fmla="*/ 300800 w 752475"/>
                <a:gd name="connsiteY978" fmla="*/ 548450 h 571500"/>
                <a:gd name="connsiteX979" fmla="*/ 304990 w 752475"/>
                <a:gd name="connsiteY979" fmla="*/ 545401 h 571500"/>
                <a:gd name="connsiteX980" fmla="*/ 306324 w 752475"/>
                <a:gd name="connsiteY980" fmla="*/ 543592 h 571500"/>
                <a:gd name="connsiteX981" fmla="*/ 307467 w 752475"/>
                <a:gd name="connsiteY981" fmla="*/ 541687 h 571500"/>
                <a:gd name="connsiteX982" fmla="*/ 307753 w 752475"/>
                <a:gd name="connsiteY982" fmla="*/ 541496 h 571500"/>
                <a:gd name="connsiteX983" fmla="*/ 308229 w 752475"/>
                <a:gd name="connsiteY983" fmla="*/ 541401 h 571500"/>
                <a:gd name="connsiteX984" fmla="*/ 308419 w 752475"/>
                <a:gd name="connsiteY984" fmla="*/ 541115 h 571500"/>
                <a:gd name="connsiteX985" fmla="*/ 307943 w 752475"/>
                <a:gd name="connsiteY985" fmla="*/ 540544 h 571500"/>
                <a:gd name="connsiteX986" fmla="*/ 306324 w 752475"/>
                <a:gd name="connsiteY986" fmla="*/ 539305 h 571500"/>
                <a:gd name="connsiteX987" fmla="*/ 304229 w 752475"/>
                <a:gd name="connsiteY987" fmla="*/ 537115 h 571500"/>
                <a:gd name="connsiteX988" fmla="*/ 302323 w 752475"/>
                <a:gd name="connsiteY988" fmla="*/ 535781 h 571500"/>
                <a:gd name="connsiteX989" fmla="*/ 302038 w 752475"/>
                <a:gd name="connsiteY989" fmla="*/ 535019 h 571500"/>
                <a:gd name="connsiteX990" fmla="*/ 302133 w 752475"/>
                <a:gd name="connsiteY990" fmla="*/ 533972 h 571500"/>
                <a:gd name="connsiteX991" fmla="*/ 302895 w 752475"/>
                <a:gd name="connsiteY991" fmla="*/ 531685 h 571500"/>
                <a:gd name="connsiteX992" fmla="*/ 306324 w 752475"/>
                <a:gd name="connsiteY992" fmla="*/ 524827 h 571500"/>
                <a:gd name="connsiteX993" fmla="*/ 306515 w 752475"/>
                <a:gd name="connsiteY993" fmla="*/ 523684 h 571500"/>
                <a:gd name="connsiteX994" fmla="*/ 306419 w 752475"/>
                <a:gd name="connsiteY994" fmla="*/ 519970 h 571500"/>
                <a:gd name="connsiteX995" fmla="*/ 307372 w 752475"/>
                <a:gd name="connsiteY995" fmla="*/ 511969 h 571500"/>
                <a:gd name="connsiteX996" fmla="*/ 307277 w 752475"/>
                <a:gd name="connsiteY996" fmla="*/ 510730 h 571500"/>
                <a:gd name="connsiteX997" fmla="*/ 306991 w 752475"/>
                <a:gd name="connsiteY997" fmla="*/ 509492 h 571500"/>
                <a:gd name="connsiteX998" fmla="*/ 306610 w 752475"/>
                <a:gd name="connsiteY998" fmla="*/ 508635 h 571500"/>
                <a:gd name="connsiteX999" fmla="*/ 305276 w 752475"/>
                <a:gd name="connsiteY999" fmla="*/ 507016 h 571500"/>
                <a:gd name="connsiteX1000" fmla="*/ 304419 w 752475"/>
                <a:gd name="connsiteY1000" fmla="*/ 504634 h 571500"/>
                <a:gd name="connsiteX1001" fmla="*/ 304609 w 752475"/>
                <a:gd name="connsiteY1001" fmla="*/ 501967 h 571500"/>
                <a:gd name="connsiteX1002" fmla="*/ 309753 w 752475"/>
                <a:gd name="connsiteY1002" fmla="*/ 482346 h 571500"/>
                <a:gd name="connsiteX1003" fmla="*/ 310229 w 752475"/>
                <a:gd name="connsiteY1003" fmla="*/ 481489 h 571500"/>
                <a:gd name="connsiteX1004" fmla="*/ 311086 w 752475"/>
                <a:gd name="connsiteY1004" fmla="*/ 481013 h 571500"/>
                <a:gd name="connsiteX1005" fmla="*/ 318230 w 752475"/>
                <a:gd name="connsiteY1005" fmla="*/ 479584 h 571500"/>
                <a:gd name="connsiteX1006" fmla="*/ 319469 w 752475"/>
                <a:gd name="connsiteY1006" fmla="*/ 479012 h 571500"/>
                <a:gd name="connsiteX1007" fmla="*/ 324421 w 752475"/>
                <a:gd name="connsiteY1007" fmla="*/ 473964 h 571500"/>
                <a:gd name="connsiteX1008" fmla="*/ 325374 w 752475"/>
                <a:gd name="connsiteY1008" fmla="*/ 472535 h 571500"/>
                <a:gd name="connsiteX1009" fmla="*/ 327184 w 752475"/>
                <a:gd name="connsiteY1009" fmla="*/ 465677 h 571500"/>
                <a:gd name="connsiteX1010" fmla="*/ 328422 w 752475"/>
                <a:gd name="connsiteY1010" fmla="*/ 464725 h 571500"/>
                <a:gd name="connsiteX1011" fmla="*/ 330517 w 752475"/>
                <a:gd name="connsiteY1011" fmla="*/ 464439 h 571500"/>
                <a:gd name="connsiteX1012" fmla="*/ 331851 w 752475"/>
                <a:gd name="connsiteY1012" fmla="*/ 463487 h 571500"/>
                <a:gd name="connsiteX1013" fmla="*/ 333089 w 752475"/>
                <a:gd name="connsiteY1013" fmla="*/ 462058 h 571500"/>
                <a:gd name="connsiteX1014" fmla="*/ 334613 w 752475"/>
                <a:gd name="connsiteY1014" fmla="*/ 460629 h 571500"/>
                <a:gd name="connsiteX1015" fmla="*/ 338233 w 752475"/>
                <a:gd name="connsiteY1015" fmla="*/ 458914 h 571500"/>
                <a:gd name="connsiteX1016" fmla="*/ 340138 w 752475"/>
                <a:gd name="connsiteY1016" fmla="*/ 458343 h 571500"/>
                <a:gd name="connsiteX1017" fmla="*/ 343281 w 752475"/>
                <a:gd name="connsiteY1017" fmla="*/ 458248 h 571500"/>
                <a:gd name="connsiteX1018" fmla="*/ 344043 w 752475"/>
                <a:gd name="connsiteY1018" fmla="*/ 458724 h 571500"/>
                <a:gd name="connsiteX1019" fmla="*/ 344424 w 752475"/>
                <a:gd name="connsiteY1019" fmla="*/ 459581 h 571500"/>
                <a:gd name="connsiteX1020" fmla="*/ 344519 w 752475"/>
                <a:gd name="connsiteY1020" fmla="*/ 460915 h 571500"/>
                <a:gd name="connsiteX1021" fmla="*/ 344424 w 752475"/>
                <a:gd name="connsiteY1021" fmla="*/ 461391 h 571500"/>
                <a:gd name="connsiteX1022" fmla="*/ 344043 w 752475"/>
                <a:gd name="connsiteY1022" fmla="*/ 461772 h 571500"/>
                <a:gd name="connsiteX1023" fmla="*/ 343853 w 752475"/>
                <a:gd name="connsiteY1023" fmla="*/ 462153 h 571500"/>
                <a:gd name="connsiteX1024" fmla="*/ 343948 w 752475"/>
                <a:gd name="connsiteY1024" fmla="*/ 462629 h 571500"/>
                <a:gd name="connsiteX1025" fmla="*/ 344329 w 752475"/>
                <a:gd name="connsiteY1025" fmla="*/ 463010 h 571500"/>
                <a:gd name="connsiteX1026" fmla="*/ 344996 w 752475"/>
                <a:gd name="connsiteY1026" fmla="*/ 463201 h 571500"/>
                <a:gd name="connsiteX1027" fmla="*/ 346234 w 752475"/>
                <a:gd name="connsiteY1027" fmla="*/ 463391 h 571500"/>
                <a:gd name="connsiteX1028" fmla="*/ 347282 w 752475"/>
                <a:gd name="connsiteY1028" fmla="*/ 463391 h 571500"/>
                <a:gd name="connsiteX1029" fmla="*/ 349282 w 752475"/>
                <a:gd name="connsiteY1029" fmla="*/ 462915 h 571500"/>
                <a:gd name="connsiteX1030" fmla="*/ 350330 w 752475"/>
                <a:gd name="connsiteY1030" fmla="*/ 462915 h 571500"/>
                <a:gd name="connsiteX1031" fmla="*/ 351377 w 752475"/>
                <a:gd name="connsiteY1031" fmla="*/ 463201 h 571500"/>
                <a:gd name="connsiteX1032" fmla="*/ 353282 w 752475"/>
                <a:gd name="connsiteY1032" fmla="*/ 464249 h 571500"/>
                <a:gd name="connsiteX1033" fmla="*/ 354425 w 752475"/>
                <a:gd name="connsiteY1033" fmla="*/ 464630 h 571500"/>
                <a:gd name="connsiteX1034" fmla="*/ 355283 w 752475"/>
                <a:gd name="connsiteY1034" fmla="*/ 464725 h 571500"/>
                <a:gd name="connsiteX1035" fmla="*/ 358045 w 752475"/>
                <a:gd name="connsiteY1035" fmla="*/ 464630 h 571500"/>
                <a:gd name="connsiteX1036" fmla="*/ 361379 w 752475"/>
                <a:gd name="connsiteY1036" fmla="*/ 464915 h 571500"/>
                <a:gd name="connsiteX1037" fmla="*/ 362331 w 752475"/>
                <a:gd name="connsiteY1037" fmla="*/ 464725 h 571500"/>
                <a:gd name="connsiteX1038" fmla="*/ 366046 w 752475"/>
                <a:gd name="connsiteY1038" fmla="*/ 463201 h 571500"/>
                <a:gd name="connsiteX1039" fmla="*/ 369094 w 752475"/>
                <a:gd name="connsiteY1039" fmla="*/ 462725 h 571500"/>
                <a:gd name="connsiteX1040" fmla="*/ 371094 w 752475"/>
                <a:gd name="connsiteY1040" fmla="*/ 461963 h 571500"/>
                <a:gd name="connsiteX1041" fmla="*/ 373856 w 752475"/>
                <a:gd name="connsiteY1041" fmla="*/ 461391 h 571500"/>
                <a:gd name="connsiteX1042" fmla="*/ 374904 w 752475"/>
                <a:gd name="connsiteY1042" fmla="*/ 461010 h 571500"/>
                <a:gd name="connsiteX1043" fmla="*/ 378238 w 752475"/>
                <a:gd name="connsiteY1043" fmla="*/ 458914 h 571500"/>
                <a:gd name="connsiteX1044" fmla="*/ 378905 w 752475"/>
                <a:gd name="connsiteY1044" fmla="*/ 458248 h 571500"/>
                <a:gd name="connsiteX1045" fmla="*/ 379667 w 752475"/>
                <a:gd name="connsiteY1045" fmla="*/ 457676 h 571500"/>
                <a:gd name="connsiteX1046" fmla="*/ 380524 w 752475"/>
                <a:gd name="connsiteY1046" fmla="*/ 457486 h 571500"/>
                <a:gd name="connsiteX1047" fmla="*/ 382619 w 752475"/>
                <a:gd name="connsiteY1047" fmla="*/ 457581 h 571500"/>
                <a:gd name="connsiteX1048" fmla="*/ 383477 w 752475"/>
                <a:gd name="connsiteY1048" fmla="*/ 457200 h 571500"/>
                <a:gd name="connsiteX1049" fmla="*/ 383953 w 752475"/>
                <a:gd name="connsiteY1049" fmla="*/ 456057 h 571500"/>
                <a:gd name="connsiteX1050" fmla="*/ 383762 w 752475"/>
                <a:gd name="connsiteY1050" fmla="*/ 453485 h 571500"/>
                <a:gd name="connsiteX1051" fmla="*/ 381857 w 752475"/>
                <a:gd name="connsiteY1051" fmla="*/ 452818 h 571500"/>
                <a:gd name="connsiteX1052" fmla="*/ 377476 w 752475"/>
                <a:gd name="connsiteY1052" fmla="*/ 453390 h 571500"/>
                <a:gd name="connsiteX1053" fmla="*/ 376428 w 752475"/>
                <a:gd name="connsiteY1053" fmla="*/ 453104 h 571500"/>
                <a:gd name="connsiteX1054" fmla="*/ 375380 w 752475"/>
                <a:gd name="connsiteY1054" fmla="*/ 452438 h 571500"/>
                <a:gd name="connsiteX1055" fmla="*/ 374618 w 752475"/>
                <a:gd name="connsiteY1055" fmla="*/ 451580 h 571500"/>
                <a:gd name="connsiteX1056" fmla="*/ 374333 w 752475"/>
                <a:gd name="connsiteY1056" fmla="*/ 449104 h 571500"/>
                <a:gd name="connsiteX1057" fmla="*/ 373571 w 752475"/>
                <a:gd name="connsiteY1057" fmla="*/ 448056 h 571500"/>
                <a:gd name="connsiteX1058" fmla="*/ 372809 w 752475"/>
                <a:gd name="connsiteY1058" fmla="*/ 447104 h 571500"/>
                <a:gd name="connsiteX1059" fmla="*/ 372428 w 752475"/>
                <a:gd name="connsiteY1059" fmla="*/ 446246 h 571500"/>
                <a:gd name="connsiteX1060" fmla="*/ 373094 w 752475"/>
                <a:gd name="connsiteY1060" fmla="*/ 445103 h 571500"/>
                <a:gd name="connsiteX1061" fmla="*/ 374809 w 752475"/>
                <a:gd name="connsiteY1061" fmla="*/ 445103 h 571500"/>
                <a:gd name="connsiteX1062" fmla="*/ 378238 w 752475"/>
                <a:gd name="connsiteY1062" fmla="*/ 445865 h 571500"/>
                <a:gd name="connsiteX1063" fmla="*/ 379857 w 752475"/>
                <a:gd name="connsiteY1063" fmla="*/ 445675 h 571500"/>
                <a:gd name="connsiteX1064" fmla="*/ 381476 w 752475"/>
                <a:gd name="connsiteY1064" fmla="*/ 445008 h 571500"/>
                <a:gd name="connsiteX1065" fmla="*/ 382524 w 752475"/>
                <a:gd name="connsiteY1065" fmla="*/ 444246 h 571500"/>
                <a:gd name="connsiteX1066" fmla="*/ 384334 w 752475"/>
                <a:gd name="connsiteY1066" fmla="*/ 443008 h 571500"/>
                <a:gd name="connsiteX1067" fmla="*/ 387572 w 752475"/>
                <a:gd name="connsiteY1067" fmla="*/ 439388 h 571500"/>
                <a:gd name="connsiteX1068" fmla="*/ 389001 w 752475"/>
                <a:gd name="connsiteY1068" fmla="*/ 438626 h 571500"/>
                <a:gd name="connsiteX1069" fmla="*/ 389763 w 752475"/>
                <a:gd name="connsiteY1069" fmla="*/ 438626 h 571500"/>
                <a:gd name="connsiteX1070" fmla="*/ 391382 w 752475"/>
                <a:gd name="connsiteY1070" fmla="*/ 438912 h 571500"/>
                <a:gd name="connsiteX1071" fmla="*/ 393478 w 752475"/>
                <a:gd name="connsiteY1071" fmla="*/ 438817 h 571500"/>
                <a:gd name="connsiteX1072" fmla="*/ 394049 w 752475"/>
                <a:gd name="connsiteY1072" fmla="*/ 438436 h 571500"/>
                <a:gd name="connsiteX1073" fmla="*/ 394621 w 752475"/>
                <a:gd name="connsiteY1073" fmla="*/ 437579 h 571500"/>
                <a:gd name="connsiteX1074" fmla="*/ 395478 w 752475"/>
                <a:gd name="connsiteY1074" fmla="*/ 436912 h 571500"/>
                <a:gd name="connsiteX1075" fmla="*/ 398240 w 752475"/>
                <a:gd name="connsiteY1075" fmla="*/ 435388 h 571500"/>
                <a:gd name="connsiteX1076" fmla="*/ 398621 w 752475"/>
                <a:gd name="connsiteY1076" fmla="*/ 434912 h 571500"/>
                <a:gd name="connsiteX1077" fmla="*/ 398717 w 752475"/>
                <a:gd name="connsiteY1077" fmla="*/ 433673 h 571500"/>
                <a:gd name="connsiteX1078" fmla="*/ 399002 w 752475"/>
                <a:gd name="connsiteY1078" fmla="*/ 433102 h 571500"/>
                <a:gd name="connsiteX1079" fmla="*/ 400717 w 752475"/>
                <a:gd name="connsiteY1079" fmla="*/ 431483 h 571500"/>
                <a:gd name="connsiteX1080" fmla="*/ 401003 w 752475"/>
                <a:gd name="connsiteY1080" fmla="*/ 431006 h 571500"/>
                <a:gd name="connsiteX1081" fmla="*/ 401384 w 752475"/>
                <a:gd name="connsiteY1081" fmla="*/ 430435 h 571500"/>
                <a:gd name="connsiteX1082" fmla="*/ 402431 w 752475"/>
                <a:gd name="connsiteY1082" fmla="*/ 427768 h 571500"/>
                <a:gd name="connsiteX1083" fmla="*/ 403098 w 752475"/>
                <a:gd name="connsiteY1083" fmla="*/ 427006 h 571500"/>
                <a:gd name="connsiteX1084" fmla="*/ 404241 w 752475"/>
                <a:gd name="connsiteY1084" fmla="*/ 426910 h 571500"/>
                <a:gd name="connsiteX1085" fmla="*/ 405575 w 752475"/>
                <a:gd name="connsiteY1085" fmla="*/ 427387 h 571500"/>
                <a:gd name="connsiteX1086" fmla="*/ 406717 w 752475"/>
                <a:gd name="connsiteY1086" fmla="*/ 428054 h 571500"/>
                <a:gd name="connsiteX1087" fmla="*/ 408051 w 752475"/>
                <a:gd name="connsiteY1087" fmla="*/ 429101 h 571500"/>
                <a:gd name="connsiteX1088" fmla="*/ 408623 w 752475"/>
                <a:gd name="connsiteY1088" fmla="*/ 429959 h 571500"/>
                <a:gd name="connsiteX1089" fmla="*/ 409289 w 752475"/>
                <a:gd name="connsiteY1089" fmla="*/ 430530 h 571500"/>
                <a:gd name="connsiteX1090" fmla="*/ 410432 w 752475"/>
                <a:gd name="connsiteY1090" fmla="*/ 430721 h 571500"/>
                <a:gd name="connsiteX1091" fmla="*/ 412528 w 752475"/>
                <a:gd name="connsiteY1091" fmla="*/ 430625 h 571500"/>
                <a:gd name="connsiteX1092" fmla="*/ 414623 w 752475"/>
                <a:gd name="connsiteY1092" fmla="*/ 430816 h 571500"/>
                <a:gd name="connsiteX1093" fmla="*/ 420148 w 752475"/>
                <a:gd name="connsiteY1093" fmla="*/ 432816 h 571500"/>
                <a:gd name="connsiteX1094" fmla="*/ 422053 w 752475"/>
                <a:gd name="connsiteY1094" fmla="*/ 433102 h 571500"/>
                <a:gd name="connsiteX1095" fmla="*/ 423005 w 752475"/>
                <a:gd name="connsiteY1095" fmla="*/ 432816 h 571500"/>
                <a:gd name="connsiteX1096" fmla="*/ 424148 w 752475"/>
                <a:gd name="connsiteY1096" fmla="*/ 432149 h 571500"/>
                <a:gd name="connsiteX1097" fmla="*/ 424815 w 752475"/>
                <a:gd name="connsiteY1097" fmla="*/ 431387 h 571500"/>
                <a:gd name="connsiteX1098" fmla="*/ 424339 w 752475"/>
                <a:gd name="connsiteY1098" fmla="*/ 430816 h 571500"/>
                <a:gd name="connsiteX1099" fmla="*/ 423291 w 752475"/>
                <a:gd name="connsiteY1099" fmla="*/ 430625 h 571500"/>
                <a:gd name="connsiteX1100" fmla="*/ 420148 w 752475"/>
                <a:gd name="connsiteY1100" fmla="*/ 430721 h 571500"/>
                <a:gd name="connsiteX1101" fmla="*/ 419005 w 752475"/>
                <a:gd name="connsiteY1101" fmla="*/ 430530 h 571500"/>
                <a:gd name="connsiteX1102" fmla="*/ 418052 w 752475"/>
                <a:gd name="connsiteY1102" fmla="*/ 430149 h 571500"/>
                <a:gd name="connsiteX1103" fmla="*/ 417862 w 752475"/>
                <a:gd name="connsiteY1103" fmla="*/ 429577 h 571500"/>
                <a:gd name="connsiteX1104" fmla="*/ 418909 w 752475"/>
                <a:gd name="connsiteY1104" fmla="*/ 428720 h 571500"/>
                <a:gd name="connsiteX1105" fmla="*/ 421196 w 752475"/>
                <a:gd name="connsiteY1105" fmla="*/ 427482 h 571500"/>
                <a:gd name="connsiteX1106" fmla="*/ 422434 w 752475"/>
                <a:gd name="connsiteY1106" fmla="*/ 427101 h 571500"/>
                <a:gd name="connsiteX1107" fmla="*/ 423577 w 752475"/>
                <a:gd name="connsiteY1107" fmla="*/ 427101 h 571500"/>
                <a:gd name="connsiteX1108" fmla="*/ 425386 w 752475"/>
                <a:gd name="connsiteY1108" fmla="*/ 427768 h 571500"/>
                <a:gd name="connsiteX1109" fmla="*/ 428434 w 752475"/>
                <a:gd name="connsiteY1109" fmla="*/ 429482 h 571500"/>
                <a:gd name="connsiteX1110" fmla="*/ 431483 w 752475"/>
                <a:gd name="connsiteY1110" fmla="*/ 430054 h 571500"/>
                <a:gd name="connsiteX1111" fmla="*/ 432054 w 752475"/>
                <a:gd name="connsiteY1111" fmla="*/ 430435 h 571500"/>
                <a:gd name="connsiteX1112" fmla="*/ 432435 w 752475"/>
                <a:gd name="connsiteY1112" fmla="*/ 431197 h 571500"/>
                <a:gd name="connsiteX1113" fmla="*/ 432625 w 752475"/>
                <a:gd name="connsiteY1113" fmla="*/ 433673 h 571500"/>
                <a:gd name="connsiteX1114" fmla="*/ 433007 w 752475"/>
                <a:gd name="connsiteY1114" fmla="*/ 434626 h 571500"/>
                <a:gd name="connsiteX1115" fmla="*/ 434340 w 752475"/>
                <a:gd name="connsiteY1115" fmla="*/ 436150 h 571500"/>
                <a:gd name="connsiteX1116" fmla="*/ 436817 w 752475"/>
                <a:gd name="connsiteY1116" fmla="*/ 439674 h 571500"/>
                <a:gd name="connsiteX1117" fmla="*/ 438150 w 752475"/>
                <a:gd name="connsiteY1117" fmla="*/ 440626 h 571500"/>
                <a:gd name="connsiteX1118" fmla="*/ 440246 w 752475"/>
                <a:gd name="connsiteY1118" fmla="*/ 440436 h 571500"/>
                <a:gd name="connsiteX1119" fmla="*/ 443579 w 752475"/>
                <a:gd name="connsiteY1119" fmla="*/ 438721 h 571500"/>
                <a:gd name="connsiteX1120" fmla="*/ 445389 w 752475"/>
                <a:gd name="connsiteY1120" fmla="*/ 438150 h 571500"/>
                <a:gd name="connsiteX1121" fmla="*/ 447294 w 752475"/>
                <a:gd name="connsiteY1121" fmla="*/ 438245 h 571500"/>
                <a:gd name="connsiteX1122" fmla="*/ 448723 w 752475"/>
                <a:gd name="connsiteY1122" fmla="*/ 437674 h 571500"/>
                <a:gd name="connsiteX1123" fmla="*/ 450628 w 752475"/>
                <a:gd name="connsiteY1123" fmla="*/ 436340 h 571500"/>
                <a:gd name="connsiteX1124" fmla="*/ 452247 w 752475"/>
                <a:gd name="connsiteY1124" fmla="*/ 434816 h 571500"/>
                <a:gd name="connsiteX1125" fmla="*/ 453009 w 752475"/>
                <a:gd name="connsiteY1125" fmla="*/ 433673 h 571500"/>
                <a:gd name="connsiteX1126" fmla="*/ 453771 w 752475"/>
                <a:gd name="connsiteY1126" fmla="*/ 433197 h 571500"/>
                <a:gd name="connsiteX1127" fmla="*/ 454533 w 752475"/>
                <a:gd name="connsiteY1127" fmla="*/ 432340 h 571500"/>
                <a:gd name="connsiteX1128" fmla="*/ 460343 w 752475"/>
                <a:gd name="connsiteY1128" fmla="*/ 423481 h 571500"/>
                <a:gd name="connsiteX1129" fmla="*/ 461772 w 752475"/>
                <a:gd name="connsiteY1129" fmla="*/ 421862 h 571500"/>
                <a:gd name="connsiteX1130" fmla="*/ 464248 w 752475"/>
                <a:gd name="connsiteY1130" fmla="*/ 419957 h 571500"/>
                <a:gd name="connsiteX1131" fmla="*/ 464344 w 752475"/>
                <a:gd name="connsiteY1131" fmla="*/ 419767 h 571500"/>
                <a:gd name="connsiteX1132" fmla="*/ 464534 w 752475"/>
                <a:gd name="connsiteY1132" fmla="*/ 419386 h 571500"/>
                <a:gd name="connsiteX1133" fmla="*/ 464439 w 752475"/>
                <a:gd name="connsiteY1133" fmla="*/ 418624 h 571500"/>
                <a:gd name="connsiteX1134" fmla="*/ 462820 w 752475"/>
                <a:gd name="connsiteY1134" fmla="*/ 413956 h 571500"/>
                <a:gd name="connsiteX1135" fmla="*/ 461772 w 752475"/>
                <a:gd name="connsiteY1135" fmla="*/ 408051 h 571500"/>
                <a:gd name="connsiteX1136" fmla="*/ 461772 w 752475"/>
                <a:gd name="connsiteY1136" fmla="*/ 406717 h 571500"/>
                <a:gd name="connsiteX1137" fmla="*/ 462153 w 752475"/>
                <a:gd name="connsiteY1137" fmla="*/ 404146 h 571500"/>
                <a:gd name="connsiteX1138" fmla="*/ 462248 w 752475"/>
                <a:gd name="connsiteY1138" fmla="*/ 401479 h 571500"/>
                <a:gd name="connsiteX1139" fmla="*/ 462629 w 752475"/>
                <a:gd name="connsiteY1139" fmla="*/ 398812 h 571500"/>
                <a:gd name="connsiteX1140" fmla="*/ 462629 w 752475"/>
                <a:gd name="connsiteY1140" fmla="*/ 397478 h 571500"/>
                <a:gd name="connsiteX1141" fmla="*/ 462439 w 752475"/>
                <a:gd name="connsiteY1141" fmla="*/ 396145 h 571500"/>
                <a:gd name="connsiteX1142" fmla="*/ 461105 w 752475"/>
                <a:gd name="connsiteY1142" fmla="*/ 392716 h 571500"/>
                <a:gd name="connsiteX1143" fmla="*/ 460534 w 752475"/>
                <a:gd name="connsiteY1143" fmla="*/ 390049 h 571500"/>
                <a:gd name="connsiteX1144" fmla="*/ 460819 w 752475"/>
                <a:gd name="connsiteY1144" fmla="*/ 387477 h 571500"/>
                <a:gd name="connsiteX1145" fmla="*/ 461772 w 752475"/>
                <a:gd name="connsiteY1145" fmla="*/ 385096 h 571500"/>
                <a:gd name="connsiteX1146" fmla="*/ 463391 w 752475"/>
                <a:gd name="connsiteY1146" fmla="*/ 383096 h 571500"/>
                <a:gd name="connsiteX1147" fmla="*/ 464439 w 752475"/>
                <a:gd name="connsiteY1147" fmla="*/ 382429 h 571500"/>
                <a:gd name="connsiteX1148" fmla="*/ 466630 w 752475"/>
                <a:gd name="connsiteY1148" fmla="*/ 381667 h 571500"/>
                <a:gd name="connsiteX1149" fmla="*/ 467582 w 752475"/>
                <a:gd name="connsiteY1149" fmla="*/ 380905 h 571500"/>
                <a:gd name="connsiteX1150" fmla="*/ 470344 w 752475"/>
                <a:gd name="connsiteY1150" fmla="*/ 376714 h 571500"/>
                <a:gd name="connsiteX1151" fmla="*/ 470916 w 752475"/>
                <a:gd name="connsiteY1151" fmla="*/ 375475 h 571500"/>
                <a:gd name="connsiteX1152" fmla="*/ 471107 w 752475"/>
                <a:gd name="connsiteY1152" fmla="*/ 374713 h 571500"/>
                <a:gd name="connsiteX1153" fmla="*/ 470630 w 752475"/>
                <a:gd name="connsiteY1153" fmla="*/ 372713 h 571500"/>
                <a:gd name="connsiteX1154" fmla="*/ 470535 w 752475"/>
                <a:gd name="connsiteY1154" fmla="*/ 371570 h 571500"/>
                <a:gd name="connsiteX1155" fmla="*/ 470344 w 752475"/>
                <a:gd name="connsiteY1155" fmla="*/ 371094 h 571500"/>
                <a:gd name="connsiteX1156" fmla="*/ 469963 w 752475"/>
                <a:gd name="connsiteY1156" fmla="*/ 370808 h 571500"/>
                <a:gd name="connsiteX1157" fmla="*/ 469583 w 752475"/>
                <a:gd name="connsiteY1157" fmla="*/ 370618 h 571500"/>
                <a:gd name="connsiteX1158" fmla="*/ 469106 w 752475"/>
                <a:gd name="connsiteY1158" fmla="*/ 370332 h 571500"/>
                <a:gd name="connsiteX1159" fmla="*/ 468725 w 752475"/>
                <a:gd name="connsiteY1159" fmla="*/ 369951 h 571500"/>
                <a:gd name="connsiteX1160" fmla="*/ 468440 w 752475"/>
                <a:gd name="connsiteY1160" fmla="*/ 369475 h 571500"/>
                <a:gd name="connsiteX1161" fmla="*/ 468344 w 752475"/>
                <a:gd name="connsiteY1161" fmla="*/ 368237 h 571500"/>
                <a:gd name="connsiteX1162" fmla="*/ 468916 w 752475"/>
                <a:gd name="connsiteY1162" fmla="*/ 367379 h 571500"/>
                <a:gd name="connsiteX1163" fmla="*/ 470725 w 752475"/>
                <a:gd name="connsiteY1163" fmla="*/ 366046 h 571500"/>
                <a:gd name="connsiteX1164" fmla="*/ 471964 w 752475"/>
                <a:gd name="connsiteY1164" fmla="*/ 364236 h 571500"/>
                <a:gd name="connsiteX1165" fmla="*/ 473392 w 752475"/>
                <a:gd name="connsiteY1165" fmla="*/ 363188 h 571500"/>
                <a:gd name="connsiteX1166" fmla="*/ 473678 w 752475"/>
                <a:gd name="connsiteY1166" fmla="*/ 362902 h 571500"/>
                <a:gd name="connsiteX1167" fmla="*/ 474155 w 752475"/>
                <a:gd name="connsiteY1167" fmla="*/ 361093 h 571500"/>
                <a:gd name="connsiteX1168" fmla="*/ 473202 w 752475"/>
                <a:gd name="connsiteY1168" fmla="*/ 354330 h 571500"/>
                <a:gd name="connsiteX1169" fmla="*/ 473678 w 752475"/>
                <a:gd name="connsiteY1169" fmla="*/ 353282 h 571500"/>
                <a:gd name="connsiteX1170" fmla="*/ 474250 w 752475"/>
                <a:gd name="connsiteY1170" fmla="*/ 352234 h 571500"/>
                <a:gd name="connsiteX1171" fmla="*/ 475583 w 752475"/>
                <a:gd name="connsiteY1171" fmla="*/ 350425 h 571500"/>
                <a:gd name="connsiteX1172" fmla="*/ 477393 w 752475"/>
                <a:gd name="connsiteY1172" fmla="*/ 349282 h 571500"/>
                <a:gd name="connsiteX1173" fmla="*/ 479488 w 752475"/>
                <a:gd name="connsiteY1173" fmla="*/ 348996 h 571500"/>
                <a:gd name="connsiteX1174" fmla="*/ 480536 w 752475"/>
                <a:gd name="connsiteY1174" fmla="*/ 348996 h 571500"/>
                <a:gd name="connsiteX1175" fmla="*/ 482251 w 752475"/>
                <a:gd name="connsiteY1175" fmla="*/ 348710 h 571500"/>
                <a:gd name="connsiteX1176" fmla="*/ 482727 w 752475"/>
                <a:gd name="connsiteY1176" fmla="*/ 348805 h 571500"/>
                <a:gd name="connsiteX1177" fmla="*/ 483203 w 752475"/>
                <a:gd name="connsiteY1177" fmla="*/ 349091 h 571500"/>
                <a:gd name="connsiteX1178" fmla="*/ 483680 w 752475"/>
                <a:gd name="connsiteY1178" fmla="*/ 349187 h 571500"/>
                <a:gd name="connsiteX1179" fmla="*/ 484632 w 752475"/>
                <a:gd name="connsiteY1179" fmla="*/ 348901 h 571500"/>
                <a:gd name="connsiteX1180" fmla="*/ 487109 w 752475"/>
                <a:gd name="connsiteY1180" fmla="*/ 347091 h 571500"/>
                <a:gd name="connsiteX1181" fmla="*/ 489204 w 752475"/>
                <a:gd name="connsiteY1181" fmla="*/ 346805 h 571500"/>
                <a:gd name="connsiteX1182" fmla="*/ 492728 w 752475"/>
                <a:gd name="connsiteY1182" fmla="*/ 348520 h 571500"/>
                <a:gd name="connsiteX1183" fmla="*/ 494919 w 752475"/>
                <a:gd name="connsiteY1183" fmla="*/ 348425 h 571500"/>
                <a:gd name="connsiteX1184" fmla="*/ 498920 w 752475"/>
                <a:gd name="connsiteY1184" fmla="*/ 345948 h 571500"/>
                <a:gd name="connsiteX1185" fmla="*/ 499396 w 752475"/>
                <a:gd name="connsiteY1185" fmla="*/ 345853 h 571500"/>
                <a:gd name="connsiteX1186" fmla="*/ 500920 w 752475"/>
                <a:gd name="connsiteY1186" fmla="*/ 346043 h 571500"/>
                <a:gd name="connsiteX1187" fmla="*/ 501587 w 752475"/>
                <a:gd name="connsiteY1187" fmla="*/ 345758 h 571500"/>
                <a:gd name="connsiteX1188" fmla="*/ 501967 w 752475"/>
                <a:gd name="connsiteY1188" fmla="*/ 345186 h 571500"/>
                <a:gd name="connsiteX1189" fmla="*/ 503777 w 752475"/>
                <a:gd name="connsiteY1189" fmla="*/ 341852 h 571500"/>
                <a:gd name="connsiteX1190" fmla="*/ 504349 w 752475"/>
                <a:gd name="connsiteY1190" fmla="*/ 341567 h 571500"/>
                <a:gd name="connsiteX1191" fmla="*/ 505587 w 752475"/>
                <a:gd name="connsiteY1191" fmla="*/ 342043 h 571500"/>
                <a:gd name="connsiteX1192" fmla="*/ 506730 w 752475"/>
                <a:gd name="connsiteY1192" fmla="*/ 342138 h 571500"/>
                <a:gd name="connsiteX1193" fmla="*/ 507778 w 752475"/>
                <a:gd name="connsiteY1193" fmla="*/ 341471 h 571500"/>
                <a:gd name="connsiteX1194" fmla="*/ 516731 w 752475"/>
                <a:gd name="connsiteY1194" fmla="*/ 333946 h 571500"/>
                <a:gd name="connsiteX1195" fmla="*/ 517112 w 752475"/>
                <a:gd name="connsiteY1195" fmla="*/ 331946 h 571500"/>
                <a:gd name="connsiteX1196" fmla="*/ 516255 w 752475"/>
                <a:gd name="connsiteY1196" fmla="*/ 329946 h 571500"/>
                <a:gd name="connsiteX1197" fmla="*/ 513493 w 752475"/>
                <a:gd name="connsiteY1197" fmla="*/ 326898 h 571500"/>
                <a:gd name="connsiteX1198" fmla="*/ 513207 w 752475"/>
                <a:gd name="connsiteY1198" fmla="*/ 326422 h 571500"/>
                <a:gd name="connsiteX1199" fmla="*/ 512826 w 752475"/>
                <a:gd name="connsiteY1199" fmla="*/ 325374 h 571500"/>
                <a:gd name="connsiteX1200" fmla="*/ 512445 w 752475"/>
                <a:gd name="connsiteY1200" fmla="*/ 325088 h 571500"/>
                <a:gd name="connsiteX1201" fmla="*/ 511016 w 752475"/>
                <a:gd name="connsiteY1201" fmla="*/ 324612 h 571500"/>
                <a:gd name="connsiteX1202" fmla="*/ 510540 w 752475"/>
                <a:gd name="connsiteY1202" fmla="*/ 324326 h 571500"/>
                <a:gd name="connsiteX1203" fmla="*/ 509873 w 752475"/>
                <a:gd name="connsiteY1203" fmla="*/ 323374 h 571500"/>
                <a:gd name="connsiteX1204" fmla="*/ 509397 w 752475"/>
                <a:gd name="connsiteY1204" fmla="*/ 322231 h 571500"/>
                <a:gd name="connsiteX1205" fmla="*/ 509207 w 752475"/>
                <a:gd name="connsiteY1205" fmla="*/ 320992 h 571500"/>
                <a:gd name="connsiteX1206" fmla="*/ 509302 w 752475"/>
                <a:gd name="connsiteY1206" fmla="*/ 319850 h 571500"/>
                <a:gd name="connsiteX1207" fmla="*/ 510350 w 752475"/>
                <a:gd name="connsiteY1207" fmla="*/ 315849 h 571500"/>
                <a:gd name="connsiteX1208" fmla="*/ 510350 w 752475"/>
                <a:gd name="connsiteY1208" fmla="*/ 314325 h 571500"/>
                <a:gd name="connsiteX1209" fmla="*/ 510159 w 752475"/>
                <a:gd name="connsiteY1209" fmla="*/ 313849 h 571500"/>
                <a:gd name="connsiteX1210" fmla="*/ 509778 w 752475"/>
                <a:gd name="connsiteY1210" fmla="*/ 313563 h 571500"/>
                <a:gd name="connsiteX1211" fmla="*/ 508921 w 752475"/>
                <a:gd name="connsiteY1211" fmla="*/ 313182 h 571500"/>
                <a:gd name="connsiteX1212" fmla="*/ 508445 w 752475"/>
                <a:gd name="connsiteY1212" fmla="*/ 312801 h 571500"/>
                <a:gd name="connsiteX1213" fmla="*/ 508159 w 752475"/>
                <a:gd name="connsiteY1213" fmla="*/ 312420 h 571500"/>
                <a:gd name="connsiteX1214" fmla="*/ 507873 w 752475"/>
                <a:gd name="connsiteY1214" fmla="*/ 311467 h 571500"/>
                <a:gd name="connsiteX1215" fmla="*/ 507397 w 752475"/>
                <a:gd name="connsiteY1215" fmla="*/ 308991 h 571500"/>
                <a:gd name="connsiteX1216" fmla="*/ 506921 w 752475"/>
                <a:gd name="connsiteY1216" fmla="*/ 308324 h 571500"/>
                <a:gd name="connsiteX1217" fmla="*/ 504634 w 752475"/>
                <a:gd name="connsiteY1217" fmla="*/ 308705 h 571500"/>
                <a:gd name="connsiteX1218" fmla="*/ 501872 w 752475"/>
                <a:gd name="connsiteY1218" fmla="*/ 307467 h 571500"/>
                <a:gd name="connsiteX1219" fmla="*/ 501015 w 752475"/>
                <a:gd name="connsiteY1219" fmla="*/ 307372 h 571500"/>
                <a:gd name="connsiteX1220" fmla="*/ 499777 w 752475"/>
                <a:gd name="connsiteY1220" fmla="*/ 307181 h 571500"/>
                <a:gd name="connsiteX1221" fmla="*/ 498920 w 752475"/>
                <a:gd name="connsiteY1221" fmla="*/ 306705 h 571500"/>
                <a:gd name="connsiteX1222" fmla="*/ 498443 w 752475"/>
                <a:gd name="connsiteY1222" fmla="*/ 305467 h 571500"/>
                <a:gd name="connsiteX1223" fmla="*/ 498062 w 752475"/>
                <a:gd name="connsiteY1223" fmla="*/ 304229 h 571500"/>
                <a:gd name="connsiteX1224" fmla="*/ 497586 w 752475"/>
                <a:gd name="connsiteY1224" fmla="*/ 303276 h 571500"/>
                <a:gd name="connsiteX1225" fmla="*/ 496348 w 752475"/>
                <a:gd name="connsiteY1225" fmla="*/ 301466 h 571500"/>
                <a:gd name="connsiteX1226" fmla="*/ 495871 w 752475"/>
                <a:gd name="connsiteY1226" fmla="*/ 300514 h 571500"/>
                <a:gd name="connsiteX1227" fmla="*/ 495205 w 752475"/>
                <a:gd name="connsiteY1227" fmla="*/ 298037 h 571500"/>
                <a:gd name="connsiteX1228" fmla="*/ 494729 w 752475"/>
                <a:gd name="connsiteY1228" fmla="*/ 297275 h 571500"/>
                <a:gd name="connsiteX1229" fmla="*/ 493109 w 752475"/>
                <a:gd name="connsiteY1229" fmla="*/ 295751 h 571500"/>
                <a:gd name="connsiteX1230" fmla="*/ 492824 w 752475"/>
                <a:gd name="connsiteY1230" fmla="*/ 294799 h 571500"/>
                <a:gd name="connsiteX1231" fmla="*/ 493490 w 752475"/>
                <a:gd name="connsiteY1231" fmla="*/ 293846 h 571500"/>
                <a:gd name="connsiteX1232" fmla="*/ 494443 w 752475"/>
                <a:gd name="connsiteY1232" fmla="*/ 292894 h 571500"/>
                <a:gd name="connsiteX1233" fmla="*/ 494538 w 752475"/>
                <a:gd name="connsiteY1233" fmla="*/ 291941 h 571500"/>
                <a:gd name="connsiteX1234" fmla="*/ 494347 w 752475"/>
                <a:gd name="connsiteY1234" fmla="*/ 290989 h 571500"/>
                <a:gd name="connsiteX1235" fmla="*/ 494443 w 752475"/>
                <a:gd name="connsiteY1235" fmla="*/ 290036 h 571500"/>
                <a:gd name="connsiteX1236" fmla="*/ 495395 w 752475"/>
                <a:gd name="connsiteY1236" fmla="*/ 289084 h 571500"/>
                <a:gd name="connsiteX1237" fmla="*/ 496824 w 752475"/>
                <a:gd name="connsiteY1237" fmla="*/ 288608 h 571500"/>
                <a:gd name="connsiteX1238" fmla="*/ 499586 w 752475"/>
                <a:gd name="connsiteY1238" fmla="*/ 288226 h 571500"/>
                <a:gd name="connsiteX1239" fmla="*/ 501396 w 752475"/>
                <a:gd name="connsiteY1239" fmla="*/ 288322 h 571500"/>
                <a:gd name="connsiteX1240" fmla="*/ 512731 w 752475"/>
                <a:gd name="connsiteY1240" fmla="*/ 292322 h 571500"/>
                <a:gd name="connsiteX1241" fmla="*/ 515684 w 752475"/>
                <a:gd name="connsiteY1241" fmla="*/ 292608 h 571500"/>
                <a:gd name="connsiteX1242" fmla="*/ 517493 w 752475"/>
                <a:gd name="connsiteY1242" fmla="*/ 293465 h 571500"/>
                <a:gd name="connsiteX1243" fmla="*/ 518446 w 752475"/>
                <a:gd name="connsiteY1243" fmla="*/ 293751 h 571500"/>
                <a:gd name="connsiteX1244" fmla="*/ 522732 w 752475"/>
                <a:gd name="connsiteY1244" fmla="*/ 293942 h 571500"/>
                <a:gd name="connsiteX1245" fmla="*/ 527113 w 752475"/>
                <a:gd name="connsiteY1245" fmla="*/ 294894 h 571500"/>
                <a:gd name="connsiteX1246" fmla="*/ 528733 w 752475"/>
                <a:gd name="connsiteY1246" fmla="*/ 294989 h 571500"/>
                <a:gd name="connsiteX1247" fmla="*/ 535781 w 752475"/>
                <a:gd name="connsiteY1247" fmla="*/ 293942 h 571500"/>
                <a:gd name="connsiteX1248" fmla="*/ 542925 w 752475"/>
                <a:gd name="connsiteY1248" fmla="*/ 294037 h 571500"/>
                <a:gd name="connsiteX1249" fmla="*/ 546640 w 752475"/>
                <a:gd name="connsiteY1249" fmla="*/ 293275 h 571500"/>
                <a:gd name="connsiteX1250" fmla="*/ 547592 w 752475"/>
                <a:gd name="connsiteY1250" fmla="*/ 291465 h 571500"/>
                <a:gd name="connsiteX1251" fmla="*/ 547783 w 752475"/>
                <a:gd name="connsiteY1251" fmla="*/ 290608 h 571500"/>
                <a:gd name="connsiteX1252" fmla="*/ 548354 w 752475"/>
                <a:gd name="connsiteY1252" fmla="*/ 290513 h 571500"/>
                <a:gd name="connsiteX1253" fmla="*/ 549783 w 752475"/>
                <a:gd name="connsiteY1253" fmla="*/ 290989 h 571500"/>
                <a:gd name="connsiteX1254" fmla="*/ 550735 w 752475"/>
                <a:gd name="connsiteY1254" fmla="*/ 290989 h 571500"/>
                <a:gd name="connsiteX1255" fmla="*/ 551497 w 752475"/>
                <a:gd name="connsiteY1255" fmla="*/ 290798 h 571500"/>
                <a:gd name="connsiteX1256" fmla="*/ 552069 w 752475"/>
                <a:gd name="connsiteY1256" fmla="*/ 290227 h 571500"/>
                <a:gd name="connsiteX1257" fmla="*/ 552641 w 752475"/>
                <a:gd name="connsiteY1257" fmla="*/ 289370 h 571500"/>
                <a:gd name="connsiteX1258" fmla="*/ 553784 w 752475"/>
                <a:gd name="connsiteY1258" fmla="*/ 288988 h 571500"/>
                <a:gd name="connsiteX1259" fmla="*/ 556355 w 752475"/>
                <a:gd name="connsiteY1259" fmla="*/ 288417 h 571500"/>
                <a:gd name="connsiteX1260" fmla="*/ 557213 w 752475"/>
                <a:gd name="connsiteY1260" fmla="*/ 287655 h 571500"/>
                <a:gd name="connsiteX1261" fmla="*/ 557403 w 752475"/>
                <a:gd name="connsiteY1261" fmla="*/ 286417 h 571500"/>
                <a:gd name="connsiteX1262" fmla="*/ 557213 w 752475"/>
                <a:gd name="connsiteY1262" fmla="*/ 285464 h 571500"/>
                <a:gd name="connsiteX1263" fmla="*/ 557213 w 752475"/>
                <a:gd name="connsiteY1263" fmla="*/ 284417 h 571500"/>
                <a:gd name="connsiteX1264" fmla="*/ 557784 w 752475"/>
                <a:gd name="connsiteY1264" fmla="*/ 283178 h 571500"/>
                <a:gd name="connsiteX1265" fmla="*/ 559213 w 752475"/>
                <a:gd name="connsiteY1265" fmla="*/ 281464 h 571500"/>
                <a:gd name="connsiteX1266" fmla="*/ 559594 w 752475"/>
                <a:gd name="connsiteY1266" fmla="*/ 280606 h 571500"/>
                <a:gd name="connsiteX1267" fmla="*/ 559689 w 752475"/>
                <a:gd name="connsiteY1267" fmla="*/ 279083 h 571500"/>
                <a:gd name="connsiteX1268" fmla="*/ 559499 w 752475"/>
                <a:gd name="connsiteY1268" fmla="*/ 277844 h 571500"/>
                <a:gd name="connsiteX1269" fmla="*/ 559022 w 752475"/>
                <a:gd name="connsiteY1269" fmla="*/ 275654 h 571500"/>
                <a:gd name="connsiteX1270" fmla="*/ 559022 w 752475"/>
                <a:gd name="connsiteY1270" fmla="*/ 274415 h 571500"/>
                <a:gd name="connsiteX1271" fmla="*/ 560546 w 752475"/>
                <a:gd name="connsiteY1271" fmla="*/ 270034 h 571500"/>
                <a:gd name="connsiteX1272" fmla="*/ 560356 w 752475"/>
                <a:gd name="connsiteY1272" fmla="*/ 268510 h 571500"/>
                <a:gd name="connsiteX1273" fmla="*/ 556546 w 752475"/>
                <a:gd name="connsiteY1273" fmla="*/ 266414 h 571500"/>
                <a:gd name="connsiteX1274" fmla="*/ 554926 w 752475"/>
                <a:gd name="connsiteY1274" fmla="*/ 264795 h 571500"/>
                <a:gd name="connsiteX1275" fmla="*/ 553403 w 752475"/>
                <a:gd name="connsiteY1275" fmla="*/ 262985 h 571500"/>
                <a:gd name="connsiteX1276" fmla="*/ 552355 w 752475"/>
                <a:gd name="connsiteY1276" fmla="*/ 261366 h 571500"/>
                <a:gd name="connsiteX1277" fmla="*/ 551879 w 752475"/>
                <a:gd name="connsiteY1277" fmla="*/ 260128 h 571500"/>
                <a:gd name="connsiteX1278" fmla="*/ 551593 w 752475"/>
                <a:gd name="connsiteY1278" fmla="*/ 258699 h 571500"/>
                <a:gd name="connsiteX1279" fmla="*/ 551593 w 752475"/>
                <a:gd name="connsiteY1279" fmla="*/ 257366 h 571500"/>
                <a:gd name="connsiteX1280" fmla="*/ 552259 w 752475"/>
                <a:gd name="connsiteY1280" fmla="*/ 256222 h 571500"/>
                <a:gd name="connsiteX1281" fmla="*/ 553022 w 752475"/>
                <a:gd name="connsiteY1281" fmla="*/ 255842 h 571500"/>
                <a:gd name="connsiteX1282" fmla="*/ 553117 w 752475"/>
                <a:gd name="connsiteY1282" fmla="*/ 255746 h 571500"/>
                <a:gd name="connsiteX1283" fmla="*/ 554260 w 752475"/>
                <a:gd name="connsiteY1283" fmla="*/ 255746 h 571500"/>
                <a:gd name="connsiteX1284" fmla="*/ 556355 w 752475"/>
                <a:gd name="connsiteY1284" fmla="*/ 256127 h 571500"/>
                <a:gd name="connsiteX1285" fmla="*/ 557403 w 752475"/>
                <a:gd name="connsiteY1285" fmla="*/ 255651 h 571500"/>
                <a:gd name="connsiteX1286" fmla="*/ 557879 w 752475"/>
                <a:gd name="connsiteY1286" fmla="*/ 254317 h 571500"/>
                <a:gd name="connsiteX1287" fmla="*/ 558070 w 752475"/>
                <a:gd name="connsiteY1287" fmla="*/ 252793 h 571500"/>
                <a:gd name="connsiteX1288" fmla="*/ 557879 w 752475"/>
                <a:gd name="connsiteY1288" fmla="*/ 251460 h 571500"/>
                <a:gd name="connsiteX1289" fmla="*/ 557498 w 752475"/>
                <a:gd name="connsiteY1289" fmla="*/ 250031 h 571500"/>
                <a:gd name="connsiteX1290" fmla="*/ 557593 w 752475"/>
                <a:gd name="connsiteY1290" fmla="*/ 249079 h 571500"/>
                <a:gd name="connsiteX1291" fmla="*/ 558165 w 752475"/>
                <a:gd name="connsiteY1291" fmla="*/ 248317 h 571500"/>
                <a:gd name="connsiteX1292" fmla="*/ 561880 w 752475"/>
                <a:gd name="connsiteY1292" fmla="*/ 245364 h 571500"/>
                <a:gd name="connsiteX1293" fmla="*/ 563880 w 752475"/>
                <a:gd name="connsiteY1293" fmla="*/ 244221 h 571500"/>
                <a:gd name="connsiteX1294" fmla="*/ 564547 w 752475"/>
                <a:gd name="connsiteY1294" fmla="*/ 243554 h 571500"/>
                <a:gd name="connsiteX1295" fmla="*/ 567309 w 752475"/>
                <a:gd name="connsiteY1295" fmla="*/ 239554 h 571500"/>
                <a:gd name="connsiteX1296" fmla="*/ 568166 w 752475"/>
                <a:gd name="connsiteY1296" fmla="*/ 237363 h 571500"/>
                <a:gd name="connsiteX1297" fmla="*/ 569119 w 752475"/>
                <a:gd name="connsiteY1297" fmla="*/ 235458 h 571500"/>
                <a:gd name="connsiteX1298" fmla="*/ 571024 w 752475"/>
                <a:gd name="connsiteY1298" fmla="*/ 234029 h 571500"/>
                <a:gd name="connsiteX1299" fmla="*/ 577310 w 752475"/>
                <a:gd name="connsiteY1299" fmla="*/ 231458 h 571500"/>
                <a:gd name="connsiteX1300" fmla="*/ 578168 w 752475"/>
                <a:gd name="connsiteY1300" fmla="*/ 231076 h 571500"/>
                <a:gd name="connsiteX1301" fmla="*/ 578644 w 752475"/>
                <a:gd name="connsiteY1301" fmla="*/ 230696 h 571500"/>
                <a:gd name="connsiteX1302" fmla="*/ 579025 w 752475"/>
                <a:gd name="connsiteY1302" fmla="*/ 230029 h 571500"/>
                <a:gd name="connsiteX1303" fmla="*/ 579501 w 752475"/>
                <a:gd name="connsiteY1303" fmla="*/ 228505 h 571500"/>
                <a:gd name="connsiteX1304" fmla="*/ 579882 w 752475"/>
                <a:gd name="connsiteY1304" fmla="*/ 227838 h 571500"/>
                <a:gd name="connsiteX1305" fmla="*/ 579882 w 752475"/>
                <a:gd name="connsiteY1305" fmla="*/ 227838 h 571500"/>
                <a:gd name="connsiteX1306" fmla="*/ 579882 w 752475"/>
                <a:gd name="connsiteY1306" fmla="*/ 227838 h 571500"/>
                <a:gd name="connsiteX1307" fmla="*/ 580454 w 752475"/>
                <a:gd name="connsiteY1307" fmla="*/ 227362 h 571500"/>
                <a:gd name="connsiteX1308" fmla="*/ 580834 w 752475"/>
                <a:gd name="connsiteY1308" fmla="*/ 226885 h 571500"/>
                <a:gd name="connsiteX1309" fmla="*/ 580930 w 752475"/>
                <a:gd name="connsiteY1309" fmla="*/ 226314 h 571500"/>
                <a:gd name="connsiteX1310" fmla="*/ 580644 w 752475"/>
                <a:gd name="connsiteY1310" fmla="*/ 225647 h 571500"/>
                <a:gd name="connsiteX1311" fmla="*/ 580739 w 752475"/>
                <a:gd name="connsiteY1311" fmla="*/ 222790 h 571500"/>
                <a:gd name="connsiteX1312" fmla="*/ 582073 w 752475"/>
                <a:gd name="connsiteY1312" fmla="*/ 221171 h 571500"/>
                <a:gd name="connsiteX1313" fmla="*/ 585692 w 752475"/>
                <a:gd name="connsiteY1313" fmla="*/ 218599 h 571500"/>
                <a:gd name="connsiteX1314" fmla="*/ 587026 w 752475"/>
                <a:gd name="connsiteY1314" fmla="*/ 216503 h 571500"/>
                <a:gd name="connsiteX1315" fmla="*/ 587502 w 752475"/>
                <a:gd name="connsiteY1315" fmla="*/ 215265 h 571500"/>
                <a:gd name="connsiteX1316" fmla="*/ 587312 w 752475"/>
                <a:gd name="connsiteY1316" fmla="*/ 214408 h 571500"/>
                <a:gd name="connsiteX1317" fmla="*/ 585692 w 752475"/>
                <a:gd name="connsiteY1317" fmla="*/ 213170 h 571500"/>
                <a:gd name="connsiteX1318" fmla="*/ 582739 w 752475"/>
                <a:gd name="connsiteY1318" fmla="*/ 209741 h 571500"/>
                <a:gd name="connsiteX1319" fmla="*/ 581787 w 752475"/>
                <a:gd name="connsiteY1319" fmla="*/ 208121 h 571500"/>
                <a:gd name="connsiteX1320" fmla="*/ 581882 w 752475"/>
                <a:gd name="connsiteY1320" fmla="*/ 206407 h 571500"/>
                <a:gd name="connsiteX1321" fmla="*/ 583501 w 752475"/>
                <a:gd name="connsiteY1321" fmla="*/ 204311 h 571500"/>
                <a:gd name="connsiteX1322" fmla="*/ 586073 w 752475"/>
                <a:gd name="connsiteY1322" fmla="*/ 202025 h 571500"/>
                <a:gd name="connsiteX1323" fmla="*/ 586645 w 752475"/>
                <a:gd name="connsiteY1323" fmla="*/ 201073 h 571500"/>
                <a:gd name="connsiteX1324" fmla="*/ 586645 w 752475"/>
                <a:gd name="connsiteY1324" fmla="*/ 199834 h 571500"/>
                <a:gd name="connsiteX1325" fmla="*/ 586264 w 752475"/>
                <a:gd name="connsiteY1325" fmla="*/ 198977 h 571500"/>
                <a:gd name="connsiteX1326" fmla="*/ 585502 w 752475"/>
                <a:gd name="connsiteY1326" fmla="*/ 198215 h 571500"/>
                <a:gd name="connsiteX1327" fmla="*/ 585121 w 752475"/>
                <a:gd name="connsiteY1327" fmla="*/ 197644 h 571500"/>
                <a:gd name="connsiteX1328" fmla="*/ 584835 w 752475"/>
                <a:gd name="connsiteY1328" fmla="*/ 197167 h 571500"/>
                <a:gd name="connsiteX1329" fmla="*/ 584549 w 752475"/>
                <a:gd name="connsiteY1329" fmla="*/ 195739 h 571500"/>
                <a:gd name="connsiteX1330" fmla="*/ 584740 w 752475"/>
                <a:gd name="connsiteY1330" fmla="*/ 194596 h 571500"/>
                <a:gd name="connsiteX1331" fmla="*/ 585121 w 752475"/>
                <a:gd name="connsiteY1331" fmla="*/ 193358 h 571500"/>
                <a:gd name="connsiteX1332" fmla="*/ 585121 w 752475"/>
                <a:gd name="connsiteY1332" fmla="*/ 192119 h 571500"/>
                <a:gd name="connsiteX1333" fmla="*/ 584645 w 752475"/>
                <a:gd name="connsiteY1333" fmla="*/ 191167 h 571500"/>
                <a:gd name="connsiteX1334" fmla="*/ 583787 w 752475"/>
                <a:gd name="connsiteY1334" fmla="*/ 190500 h 571500"/>
                <a:gd name="connsiteX1335" fmla="*/ 580930 w 752475"/>
                <a:gd name="connsiteY1335" fmla="*/ 189167 h 571500"/>
                <a:gd name="connsiteX1336" fmla="*/ 579882 w 752475"/>
                <a:gd name="connsiteY1336" fmla="*/ 188309 h 571500"/>
                <a:gd name="connsiteX1337" fmla="*/ 579310 w 752475"/>
                <a:gd name="connsiteY1337" fmla="*/ 187166 h 571500"/>
                <a:gd name="connsiteX1338" fmla="*/ 579977 w 752475"/>
                <a:gd name="connsiteY1338" fmla="*/ 185833 h 571500"/>
                <a:gd name="connsiteX1339" fmla="*/ 580930 w 752475"/>
                <a:gd name="connsiteY1339" fmla="*/ 184690 h 571500"/>
                <a:gd name="connsiteX1340" fmla="*/ 581311 w 752475"/>
                <a:gd name="connsiteY1340" fmla="*/ 183451 h 571500"/>
                <a:gd name="connsiteX1341" fmla="*/ 581025 w 752475"/>
                <a:gd name="connsiteY1341" fmla="*/ 182309 h 571500"/>
                <a:gd name="connsiteX1342" fmla="*/ 580358 w 752475"/>
                <a:gd name="connsiteY1342" fmla="*/ 181166 h 571500"/>
                <a:gd name="connsiteX1343" fmla="*/ 580072 w 752475"/>
                <a:gd name="connsiteY1343" fmla="*/ 180880 h 571500"/>
                <a:gd name="connsiteX1344" fmla="*/ 579215 w 752475"/>
                <a:gd name="connsiteY1344" fmla="*/ 180213 h 571500"/>
                <a:gd name="connsiteX1345" fmla="*/ 578930 w 752475"/>
                <a:gd name="connsiteY1345" fmla="*/ 179737 h 571500"/>
                <a:gd name="connsiteX1346" fmla="*/ 578739 w 752475"/>
                <a:gd name="connsiteY1346" fmla="*/ 179070 h 571500"/>
                <a:gd name="connsiteX1347" fmla="*/ 578739 w 752475"/>
                <a:gd name="connsiteY1347" fmla="*/ 178499 h 571500"/>
                <a:gd name="connsiteX1348" fmla="*/ 578739 w 752475"/>
                <a:gd name="connsiteY1348" fmla="*/ 177927 h 571500"/>
                <a:gd name="connsiteX1349" fmla="*/ 578739 w 752475"/>
                <a:gd name="connsiteY1349" fmla="*/ 177260 h 571500"/>
                <a:gd name="connsiteX1350" fmla="*/ 578358 w 752475"/>
                <a:gd name="connsiteY1350" fmla="*/ 176308 h 571500"/>
                <a:gd name="connsiteX1351" fmla="*/ 576643 w 752475"/>
                <a:gd name="connsiteY1351" fmla="*/ 173164 h 571500"/>
                <a:gd name="connsiteX1352" fmla="*/ 575882 w 752475"/>
                <a:gd name="connsiteY1352" fmla="*/ 172117 h 571500"/>
                <a:gd name="connsiteX1353" fmla="*/ 573405 w 752475"/>
                <a:gd name="connsiteY1353" fmla="*/ 170497 h 571500"/>
                <a:gd name="connsiteX1354" fmla="*/ 572929 w 752475"/>
                <a:gd name="connsiteY1354" fmla="*/ 169450 h 571500"/>
                <a:gd name="connsiteX1355" fmla="*/ 572643 w 752475"/>
                <a:gd name="connsiteY1355" fmla="*/ 167354 h 571500"/>
                <a:gd name="connsiteX1356" fmla="*/ 571881 w 752475"/>
                <a:gd name="connsiteY1356" fmla="*/ 166402 h 571500"/>
                <a:gd name="connsiteX1357" fmla="*/ 570357 w 752475"/>
                <a:gd name="connsiteY1357" fmla="*/ 165735 h 571500"/>
                <a:gd name="connsiteX1358" fmla="*/ 568833 w 752475"/>
                <a:gd name="connsiteY1358" fmla="*/ 165449 h 571500"/>
                <a:gd name="connsiteX1359" fmla="*/ 567500 w 752475"/>
                <a:gd name="connsiteY1359" fmla="*/ 164878 h 571500"/>
                <a:gd name="connsiteX1360" fmla="*/ 566071 w 752475"/>
                <a:gd name="connsiteY1360" fmla="*/ 163449 h 571500"/>
                <a:gd name="connsiteX1361" fmla="*/ 565404 w 752475"/>
                <a:gd name="connsiteY1361" fmla="*/ 162877 h 571500"/>
                <a:gd name="connsiteX1362" fmla="*/ 563499 w 752475"/>
                <a:gd name="connsiteY1362" fmla="*/ 161830 h 571500"/>
                <a:gd name="connsiteX1363" fmla="*/ 562928 w 752475"/>
                <a:gd name="connsiteY1363" fmla="*/ 161258 h 571500"/>
                <a:gd name="connsiteX1364" fmla="*/ 562832 w 752475"/>
                <a:gd name="connsiteY1364" fmla="*/ 160972 h 571500"/>
                <a:gd name="connsiteX1365" fmla="*/ 562642 w 752475"/>
                <a:gd name="connsiteY1365" fmla="*/ 160020 h 571500"/>
                <a:gd name="connsiteX1366" fmla="*/ 563118 w 752475"/>
                <a:gd name="connsiteY1366" fmla="*/ 159067 h 571500"/>
                <a:gd name="connsiteX1367" fmla="*/ 564833 w 752475"/>
                <a:gd name="connsiteY1367" fmla="*/ 157353 h 571500"/>
                <a:gd name="connsiteX1368" fmla="*/ 565118 w 752475"/>
                <a:gd name="connsiteY1368" fmla="*/ 156781 h 571500"/>
                <a:gd name="connsiteX1369" fmla="*/ 565404 w 752475"/>
                <a:gd name="connsiteY1369" fmla="*/ 155353 h 571500"/>
                <a:gd name="connsiteX1370" fmla="*/ 565690 w 752475"/>
                <a:gd name="connsiteY1370" fmla="*/ 154876 h 571500"/>
                <a:gd name="connsiteX1371" fmla="*/ 567690 w 752475"/>
                <a:gd name="connsiteY1371" fmla="*/ 153543 h 571500"/>
                <a:gd name="connsiteX1372" fmla="*/ 569309 w 752475"/>
                <a:gd name="connsiteY1372" fmla="*/ 152781 h 571500"/>
                <a:gd name="connsiteX1373" fmla="*/ 569785 w 752475"/>
                <a:gd name="connsiteY1373" fmla="*/ 152400 h 571500"/>
                <a:gd name="connsiteX1374" fmla="*/ 570167 w 752475"/>
                <a:gd name="connsiteY1374" fmla="*/ 151829 h 571500"/>
                <a:gd name="connsiteX1375" fmla="*/ 570452 w 752475"/>
                <a:gd name="connsiteY1375" fmla="*/ 150400 h 571500"/>
                <a:gd name="connsiteX1376" fmla="*/ 570738 w 752475"/>
                <a:gd name="connsiteY1376" fmla="*/ 150019 h 571500"/>
                <a:gd name="connsiteX1377" fmla="*/ 574072 w 752475"/>
                <a:gd name="connsiteY1377" fmla="*/ 148780 h 571500"/>
                <a:gd name="connsiteX1378" fmla="*/ 575120 w 752475"/>
                <a:gd name="connsiteY1378" fmla="*/ 148018 h 571500"/>
                <a:gd name="connsiteX1379" fmla="*/ 579120 w 752475"/>
                <a:gd name="connsiteY1379" fmla="*/ 143446 h 571500"/>
                <a:gd name="connsiteX1380" fmla="*/ 579977 w 752475"/>
                <a:gd name="connsiteY1380" fmla="*/ 142875 h 571500"/>
                <a:gd name="connsiteX1381" fmla="*/ 581025 w 752475"/>
                <a:gd name="connsiteY1381" fmla="*/ 142494 h 571500"/>
                <a:gd name="connsiteX1382" fmla="*/ 582263 w 752475"/>
                <a:gd name="connsiteY1382" fmla="*/ 142304 h 571500"/>
                <a:gd name="connsiteX1383" fmla="*/ 583311 w 752475"/>
                <a:gd name="connsiteY1383" fmla="*/ 141732 h 571500"/>
                <a:gd name="connsiteX1384" fmla="*/ 583025 w 752475"/>
                <a:gd name="connsiteY1384" fmla="*/ 140875 h 571500"/>
                <a:gd name="connsiteX1385" fmla="*/ 582454 w 752475"/>
                <a:gd name="connsiteY1385" fmla="*/ 139827 h 571500"/>
                <a:gd name="connsiteX1386" fmla="*/ 582739 w 752475"/>
                <a:gd name="connsiteY1386" fmla="*/ 138875 h 571500"/>
                <a:gd name="connsiteX1387" fmla="*/ 584073 w 752475"/>
                <a:gd name="connsiteY1387" fmla="*/ 137541 h 571500"/>
                <a:gd name="connsiteX1388" fmla="*/ 584454 w 752475"/>
                <a:gd name="connsiteY1388" fmla="*/ 136874 h 571500"/>
                <a:gd name="connsiteX1389" fmla="*/ 584930 w 752475"/>
                <a:gd name="connsiteY1389" fmla="*/ 135826 h 571500"/>
                <a:gd name="connsiteX1390" fmla="*/ 585502 w 752475"/>
                <a:gd name="connsiteY1390" fmla="*/ 133826 h 571500"/>
                <a:gd name="connsiteX1391" fmla="*/ 586073 w 752475"/>
                <a:gd name="connsiteY1391" fmla="*/ 133255 h 571500"/>
                <a:gd name="connsiteX1392" fmla="*/ 587026 w 752475"/>
                <a:gd name="connsiteY1392" fmla="*/ 133159 h 571500"/>
                <a:gd name="connsiteX1393" fmla="*/ 588074 w 752475"/>
                <a:gd name="connsiteY1393" fmla="*/ 133541 h 571500"/>
                <a:gd name="connsiteX1394" fmla="*/ 591122 w 752475"/>
                <a:gd name="connsiteY1394" fmla="*/ 135636 h 571500"/>
                <a:gd name="connsiteX1395" fmla="*/ 592646 w 752475"/>
                <a:gd name="connsiteY1395" fmla="*/ 137255 h 571500"/>
                <a:gd name="connsiteX1396" fmla="*/ 593408 w 752475"/>
                <a:gd name="connsiteY1396" fmla="*/ 137636 h 571500"/>
                <a:gd name="connsiteX1397" fmla="*/ 594265 w 752475"/>
                <a:gd name="connsiteY1397" fmla="*/ 137541 h 571500"/>
                <a:gd name="connsiteX1398" fmla="*/ 595122 w 752475"/>
                <a:gd name="connsiteY1398" fmla="*/ 137255 h 571500"/>
                <a:gd name="connsiteX1399" fmla="*/ 595789 w 752475"/>
                <a:gd name="connsiteY1399" fmla="*/ 136493 h 571500"/>
                <a:gd name="connsiteX1400" fmla="*/ 595598 w 752475"/>
                <a:gd name="connsiteY1400" fmla="*/ 135636 h 571500"/>
                <a:gd name="connsiteX1401" fmla="*/ 594741 w 752475"/>
                <a:gd name="connsiteY1401" fmla="*/ 133826 h 571500"/>
                <a:gd name="connsiteX1402" fmla="*/ 594646 w 752475"/>
                <a:gd name="connsiteY1402" fmla="*/ 131826 h 571500"/>
                <a:gd name="connsiteX1403" fmla="*/ 595693 w 752475"/>
                <a:gd name="connsiteY1403" fmla="*/ 131064 h 571500"/>
                <a:gd name="connsiteX1404" fmla="*/ 599122 w 752475"/>
                <a:gd name="connsiteY1404" fmla="*/ 130874 h 571500"/>
                <a:gd name="connsiteX1405" fmla="*/ 599980 w 752475"/>
                <a:gd name="connsiteY1405" fmla="*/ 130588 h 571500"/>
                <a:gd name="connsiteX1406" fmla="*/ 600647 w 752475"/>
                <a:gd name="connsiteY1406" fmla="*/ 130016 h 571500"/>
                <a:gd name="connsiteX1407" fmla="*/ 601313 w 752475"/>
                <a:gd name="connsiteY1407" fmla="*/ 129254 h 571500"/>
                <a:gd name="connsiteX1408" fmla="*/ 601980 w 752475"/>
                <a:gd name="connsiteY1408" fmla="*/ 128683 h 571500"/>
                <a:gd name="connsiteX1409" fmla="*/ 604552 w 752475"/>
                <a:gd name="connsiteY1409" fmla="*/ 127254 h 571500"/>
                <a:gd name="connsiteX1410" fmla="*/ 605314 w 752475"/>
                <a:gd name="connsiteY1410" fmla="*/ 126397 h 571500"/>
                <a:gd name="connsiteX1411" fmla="*/ 606457 w 752475"/>
                <a:gd name="connsiteY1411" fmla="*/ 125730 h 571500"/>
                <a:gd name="connsiteX1412" fmla="*/ 608647 w 752475"/>
                <a:gd name="connsiteY1412" fmla="*/ 125254 h 571500"/>
                <a:gd name="connsiteX1413" fmla="*/ 609505 w 752475"/>
                <a:gd name="connsiteY1413" fmla="*/ 124396 h 571500"/>
                <a:gd name="connsiteX1414" fmla="*/ 609505 w 752475"/>
                <a:gd name="connsiteY1414" fmla="*/ 123825 h 571500"/>
                <a:gd name="connsiteX1415" fmla="*/ 609314 w 752475"/>
                <a:gd name="connsiteY1415" fmla="*/ 123254 h 571500"/>
                <a:gd name="connsiteX1416" fmla="*/ 609219 w 752475"/>
                <a:gd name="connsiteY1416" fmla="*/ 122777 h 571500"/>
                <a:gd name="connsiteX1417" fmla="*/ 609695 w 752475"/>
                <a:gd name="connsiteY1417" fmla="*/ 122206 h 571500"/>
                <a:gd name="connsiteX1418" fmla="*/ 610267 w 752475"/>
                <a:gd name="connsiteY1418" fmla="*/ 121825 h 571500"/>
                <a:gd name="connsiteX1419" fmla="*/ 611600 w 752475"/>
                <a:gd name="connsiteY1419" fmla="*/ 121444 h 571500"/>
                <a:gd name="connsiteX1420" fmla="*/ 614743 w 752475"/>
                <a:gd name="connsiteY1420" fmla="*/ 120967 h 571500"/>
                <a:gd name="connsiteX1421" fmla="*/ 615601 w 752475"/>
                <a:gd name="connsiteY1421" fmla="*/ 120491 h 571500"/>
                <a:gd name="connsiteX1422" fmla="*/ 615220 w 752475"/>
                <a:gd name="connsiteY1422" fmla="*/ 119348 h 571500"/>
                <a:gd name="connsiteX1423" fmla="*/ 614458 w 752475"/>
                <a:gd name="connsiteY1423" fmla="*/ 118110 h 571500"/>
                <a:gd name="connsiteX1424" fmla="*/ 614648 w 752475"/>
                <a:gd name="connsiteY1424" fmla="*/ 117253 h 571500"/>
                <a:gd name="connsiteX1425" fmla="*/ 615505 w 752475"/>
                <a:gd name="connsiteY1425" fmla="*/ 116681 h 571500"/>
                <a:gd name="connsiteX1426" fmla="*/ 617792 w 752475"/>
                <a:gd name="connsiteY1426" fmla="*/ 115729 h 571500"/>
                <a:gd name="connsiteX1427" fmla="*/ 622459 w 752475"/>
                <a:gd name="connsiteY1427" fmla="*/ 114586 h 571500"/>
                <a:gd name="connsiteX1428" fmla="*/ 624840 w 752475"/>
                <a:gd name="connsiteY1428" fmla="*/ 114491 h 571500"/>
                <a:gd name="connsiteX1429" fmla="*/ 626935 w 752475"/>
                <a:gd name="connsiteY1429" fmla="*/ 113729 h 571500"/>
                <a:gd name="connsiteX1430" fmla="*/ 629412 w 752475"/>
                <a:gd name="connsiteY1430" fmla="*/ 113919 h 571500"/>
                <a:gd name="connsiteX1431" fmla="*/ 630460 w 752475"/>
                <a:gd name="connsiteY1431" fmla="*/ 113633 h 571500"/>
                <a:gd name="connsiteX1432" fmla="*/ 633793 w 752475"/>
                <a:gd name="connsiteY1432" fmla="*/ 110871 h 571500"/>
                <a:gd name="connsiteX1433" fmla="*/ 636365 w 752475"/>
                <a:gd name="connsiteY1433" fmla="*/ 109538 h 571500"/>
                <a:gd name="connsiteX1434" fmla="*/ 639699 w 752475"/>
                <a:gd name="connsiteY1434" fmla="*/ 108680 h 571500"/>
                <a:gd name="connsiteX1435" fmla="*/ 643223 w 752475"/>
                <a:gd name="connsiteY1435" fmla="*/ 108490 h 571500"/>
                <a:gd name="connsiteX1436" fmla="*/ 647605 w 752475"/>
                <a:gd name="connsiteY1436" fmla="*/ 109156 h 571500"/>
                <a:gd name="connsiteX1437" fmla="*/ 652272 w 752475"/>
                <a:gd name="connsiteY1437" fmla="*/ 108871 h 571500"/>
                <a:gd name="connsiteX1438" fmla="*/ 653796 w 752475"/>
                <a:gd name="connsiteY1438" fmla="*/ 108490 h 571500"/>
                <a:gd name="connsiteX1439" fmla="*/ 655130 w 752475"/>
                <a:gd name="connsiteY1439" fmla="*/ 107728 h 571500"/>
                <a:gd name="connsiteX1440" fmla="*/ 656368 w 752475"/>
                <a:gd name="connsiteY1440" fmla="*/ 107442 h 571500"/>
                <a:gd name="connsiteX1441" fmla="*/ 657987 w 752475"/>
                <a:gd name="connsiteY1441" fmla="*/ 108109 h 571500"/>
                <a:gd name="connsiteX1442" fmla="*/ 658749 w 752475"/>
                <a:gd name="connsiteY1442" fmla="*/ 108109 h 571500"/>
                <a:gd name="connsiteX1443" fmla="*/ 659416 w 752475"/>
                <a:gd name="connsiteY1443" fmla="*/ 107823 h 571500"/>
                <a:gd name="connsiteX1444" fmla="*/ 660654 w 752475"/>
                <a:gd name="connsiteY1444" fmla="*/ 106966 h 571500"/>
                <a:gd name="connsiteX1445" fmla="*/ 661511 w 752475"/>
                <a:gd name="connsiteY1445" fmla="*/ 106680 h 571500"/>
                <a:gd name="connsiteX1446" fmla="*/ 669322 w 752475"/>
                <a:gd name="connsiteY1446" fmla="*/ 105823 h 571500"/>
                <a:gd name="connsiteX1447" fmla="*/ 671036 w 752475"/>
                <a:gd name="connsiteY1447" fmla="*/ 106013 h 571500"/>
                <a:gd name="connsiteX1448" fmla="*/ 672560 w 752475"/>
                <a:gd name="connsiteY1448" fmla="*/ 106394 h 571500"/>
                <a:gd name="connsiteX1449" fmla="*/ 673322 w 752475"/>
                <a:gd name="connsiteY1449" fmla="*/ 106489 h 571500"/>
                <a:gd name="connsiteX1450" fmla="*/ 674084 w 752475"/>
                <a:gd name="connsiteY1450" fmla="*/ 106394 h 571500"/>
                <a:gd name="connsiteX1451" fmla="*/ 676751 w 752475"/>
                <a:gd name="connsiteY1451" fmla="*/ 105537 h 571500"/>
                <a:gd name="connsiteX1452" fmla="*/ 679228 w 752475"/>
                <a:gd name="connsiteY1452" fmla="*/ 105727 h 571500"/>
                <a:gd name="connsiteX1453" fmla="*/ 682752 w 752475"/>
                <a:gd name="connsiteY1453" fmla="*/ 105251 h 571500"/>
                <a:gd name="connsiteX1454" fmla="*/ 684371 w 752475"/>
                <a:gd name="connsiteY1454" fmla="*/ 105442 h 571500"/>
                <a:gd name="connsiteX1455" fmla="*/ 686086 w 752475"/>
                <a:gd name="connsiteY1455" fmla="*/ 105727 h 571500"/>
                <a:gd name="connsiteX1456" fmla="*/ 692944 w 752475"/>
                <a:gd name="connsiteY1456" fmla="*/ 104584 h 571500"/>
                <a:gd name="connsiteX1457" fmla="*/ 696659 w 752475"/>
                <a:gd name="connsiteY1457" fmla="*/ 104680 h 571500"/>
                <a:gd name="connsiteX1458" fmla="*/ 696754 w 752475"/>
                <a:gd name="connsiteY1458" fmla="*/ 104680 h 571500"/>
                <a:gd name="connsiteX1459" fmla="*/ 696754 w 752475"/>
                <a:gd name="connsiteY1459" fmla="*/ 104680 h 571500"/>
                <a:gd name="connsiteX1460" fmla="*/ 699992 w 752475"/>
                <a:gd name="connsiteY1460" fmla="*/ 104870 h 571500"/>
                <a:gd name="connsiteX1461" fmla="*/ 703231 w 752475"/>
                <a:gd name="connsiteY1461" fmla="*/ 105442 h 571500"/>
                <a:gd name="connsiteX1462" fmla="*/ 704850 w 752475"/>
                <a:gd name="connsiteY1462" fmla="*/ 106108 h 571500"/>
                <a:gd name="connsiteX1463" fmla="*/ 709136 w 752475"/>
                <a:gd name="connsiteY1463" fmla="*/ 108871 h 571500"/>
                <a:gd name="connsiteX1464" fmla="*/ 710755 w 752475"/>
                <a:gd name="connsiteY1464" fmla="*/ 109252 h 571500"/>
                <a:gd name="connsiteX1465" fmla="*/ 712280 w 752475"/>
                <a:gd name="connsiteY1465" fmla="*/ 109823 h 571500"/>
                <a:gd name="connsiteX1466" fmla="*/ 713804 w 752475"/>
                <a:gd name="connsiteY1466" fmla="*/ 109823 h 571500"/>
                <a:gd name="connsiteX1467" fmla="*/ 716947 w 752475"/>
                <a:gd name="connsiteY1467" fmla="*/ 108871 h 571500"/>
                <a:gd name="connsiteX1468" fmla="*/ 717423 w 752475"/>
                <a:gd name="connsiteY1468" fmla="*/ 108204 h 571500"/>
                <a:gd name="connsiteX1469" fmla="*/ 717709 w 752475"/>
                <a:gd name="connsiteY1469" fmla="*/ 105918 h 571500"/>
                <a:gd name="connsiteX1470" fmla="*/ 717995 w 752475"/>
                <a:gd name="connsiteY1470" fmla="*/ 104966 h 571500"/>
                <a:gd name="connsiteX1471" fmla="*/ 718757 w 752475"/>
                <a:gd name="connsiteY1471" fmla="*/ 104394 h 571500"/>
                <a:gd name="connsiteX1472" fmla="*/ 719614 w 752475"/>
                <a:gd name="connsiteY1472" fmla="*/ 104204 h 571500"/>
                <a:gd name="connsiteX1473" fmla="*/ 723138 w 752475"/>
                <a:gd name="connsiteY1473" fmla="*/ 104680 h 571500"/>
                <a:gd name="connsiteX1474" fmla="*/ 724376 w 752475"/>
                <a:gd name="connsiteY1474" fmla="*/ 104204 h 571500"/>
                <a:gd name="connsiteX1475" fmla="*/ 726948 w 752475"/>
                <a:gd name="connsiteY1475" fmla="*/ 102108 h 571500"/>
                <a:gd name="connsiteX1476" fmla="*/ 731330 w 752475"/>
                <a:gd name="connsiteY1476" fmla="*/ 99250 h 571500"/>
                <a:gd name="connsiteX1477" fmla="*/ 732663 w 752475"/>
                <a:gd name="connsiteY1477" fmla="*/ 98108 h 571500"/>
                <a:gd name="connsiteX1478" fmla="*/ 734854 w 752475"/>
                <a:gd name="connsiteY1478" fmla="*/ 97536 h 571500"/>
                <a:gd name="connsiteX1479" fmla="*/ 735997 w 752475"/>
                <a:gd name="connsiteY1479" fmla="*/ 97441 h 571500"/>
                <a:gd name="connsiteX1480" fmla="*/ 737045 w 752475"/>
                <a:gd name="connsiteY1480" fmla="*/ 97822 h 571500"/>
                <a:gd name="connsiteX1481" fmla="*/ 737235 w 752475"/>
                <a:gd name="connsiteY1481" fmla="*/ 97917 h 571500"/>
                <a:gd name="connsiteX1482" fmla="*/ 737426 w 752475"/>
                <a:gd name="connsiteY1482" fmla="*/ 98108 h 571500"/>
                <a:gd name="connsiteX1483" fmla="*/ 738378 w 752475"/>
                <a:gd name="connsiteY1483" fmla="*/ 99536 h 571500"/>
                <a:gd name="connsiteX1484" fmla="*/ 739426 w 752475"/>
                <a:gd name="connsiteY1484" fmla="*/ 100489 h 571500"/>
                <a:gd name="connsiteX1485" fmla="*/ 740283 w 752475"/>
                <a:gd name="connsiteY1485" fmla="*/ 100203 h 571500"/>
                <a:gd name="connsiteX1486" fmla="*/ 740664 w 752475"/>
                <a:gd name="connsiteY1486" fmla="*/ 98108 h 571500"/>
                <a:gd name="connsiteX1487" fmla="*/ 740855 w 752475"/>
                <a:gd name="connsiteY1487" fmla="*/ 97631 h 571500"/>
                <a:gd name="connsiteX1488" fmla="*/ 740855 w 752475"/>
                <a:gd name="connsiteY1488" fmla="*/ 97155 h 571500"/>
                <a:gd name="connsiteX1489" fmla="*/ 740759 w 752475"/>
                <a:gd name="connsiteY1489" fmla="*/ 96774 h 571500"/>
                <a:gd name="connsiteX1490" fmla="*/ 740474 w 752475"/>
                <a:gd name="connsiteY1490" fmla="*/ 96298 h 571500"/>
                <a:gd name="connsiteX1491" fmla="*/ 739330 w 752475"/>
                <a:gd name="connsiteY1491" fmla="*/ 95726 h 571500"/>
                <a:gd name="connsiteX1492" fmla="*/ 738568 w 752475"/>
                <a:gd name="connsiteY1492" fmla="*/ 94679 h 571500"/>
                <a:gd name="connsiteX1493" fmla="*/ 737997 w 752475"/>
                <a:gd name="connsiteY1493" fmla="*/ 93345 h 571500"/>
                <a:gd name="connsiteX1494" fmla="*/ 737045 w 752475"/>
                <a:gd name="connsiteY1494" fmla="*/ 92297 h 571500"/>
                <a:gd name="connsiteX1495" fmla="*/ 733806 w 752475"/>
                <a:gd name="connsiteY1495" fmla="*/ 90678 h 571500"/>
                <a:gd name="connsiteX1496" fmla="*/ 732092 w 752475"/>
                <a:gd name="connsiteY1496" fmla="*/ 89440 h 571500"/>
                <a:gd name="connsiteX1497" fmla="*/ 731234 w 752475"/>
                <a:gd name="connsiteY1497" fmla="*/ 88011 h 571500"/>
                <a:gd name="connsiteX1498" fmla="*/ 731330 w 752475"/>
                <a:gd name="connsiteY1498" fmla="*/ 86773 h 571500"/>
                <a:gd name="connsiteX1499" fmla="*/ 732092 w 752475"/>
                <a:gd name="connsiteY1499" fmla="*/ 86487 h 571500"/>
                <a:gd name="connsiteX1500" fmla="*/ 734092 w 752475"/>
                <a:gd name="connsiteY1500" fmla="*/ 86677 h 571500"/>
                <a:gd name="connsiteX1501" fmla="*/ 735235 w 752475"/>
                <a:gd name="connsiteY1501" fmla="*/ 86582 h 571500"/>
                <a:gd name="connsiteX1502" fmla="*/ 735997 w 752475"/>
                <a:gd name="connsiteY1502" fmla="*/ 86106 h 571500"/>
                <a:gd name="connsiteX1503" fmla="*/ 736568 w 752475"/>
                <a:gd name="connsiteY1503" fmla="*/ 85249 h 571500"/>
                <a:gd name="connsiteX1504" fmla="*/ 737045 w 752475"/>
                <a:gd name="connsiteY1504" fmla="*/ 83915 h 571500"/>
                <a:gd name="connsiteX1505" fmla="*/ 737616 w 752475"/>
                <a:gd name="connsiteY1505" fmla="*/ 82867 h 571500"/>
                <a:gd name="connsiteX1506" fmla="*/ 738283 w 752475"/>
                <a:gd name="connsiteY1506" fmla="*/ 82487 h 571500"/>
                <a:gd name="connsiteX1507" fmla="*/ 739997 w 752475"/>
                <a:gd name="connsiteY1507" fmla="*/ 82487 h 571500"/>
                <a:gd name="connsiteX1508" fmla="*/ 742283 w 752475"/>
                <a:gd name="connsiteY1508" fmla="*/ 81820 h 571500"/>
                <a:gd name="connsiteX1509" fmla="*/ 743045 w 752475"/>
                <a:gd name="connsiteY1509" fmla="*/ 81725 h 571500"/>
                <a:gd name="connsiteX1510" fmla="*/ 743331 w 752475"/>
                <a:gd name="connsiteY1510" fmla="*/ 81915 h 571500"/>
                <a:gd name="connsiteX1511" fmla="*/ 743998 w 752475"/>
                <a:gd name="connsiteY1511" fmla="*/ 82582 h 571500"/>
                <a:gd name="connsiteX1512" fmla="*/ 744379 w 752475"/>
                <a:gd name="connsiteY1512" fmla="*/ 82772 h 571500"/>
                <a:gd name="connsiteX1513" fmla="*/ 744760 w 752475"/>
                <a:gd name="connsiteY1513" fmla="*/ 82582 h 571500"/>
                <a:gd name="connsiteX1514" fmla="*/ 744950 w 752475"/>
                <a:gd name="connsiteY1514" fmla="*/ 82391 h 571500"/>
                <a:gd name="connsiteX1515" fmla="*/ 745141 w 752475"/>
                <a:gd name="connsiteY1515" fmla="*/ 82105 h 571500"/>
                <a:gd name="connsiteX1516" fmla="*/ 745808 w 752475"/>
                <a:gd name="connsiteY1516" fmla="*/ 81439 h 571500"/>
                <a:gd name="connsiteX1517" fmla="*/ 745998 w 752475"/>
                <a:gd name="connsiteY1517" fmla="*/ 80963 h 571500"/>
                <a:gd name="connsiteX1518" fmla="*/ 746284 w 752475"/>
                <a:gd name="connsiteY1518" fmla="*/ 80677 h 571500"/>
                <a:gd name="connsiteX1519" fmla="*/ 747332 w 752475"/>
                <a:gd name="connsiteY1519" fmla="*/ 80581 h 571500"/>
                <a:gd name="connsiteX1520" fmla="*/ 747617 w 752475"/>
                <a:gd name="connsiteY1520" fmla="*/ 80391 h 571500"/>
                <a:gd name="connsiteX1521" fmla="*/ 748760 w 752475"/>
                <a:gd name="connsiteY1521" fmla="*/ 79343 h 571500"/>
                <a:gd name="connsiteX1522" fmla="*/ 749332 w 752475"/>
                <a:gd name="connsiteY1522" fmla="*/ 78581 h 571500"/>
                <a:gd name="connsiteX1523" fmla="*/ 749999 w 752475"/>
                <a:gd name="connsiteY1523" fmla="*/ 78200 h 571500"/>
                <a:gd name="connsiteX1524" fmla="*/ 750760 w 752475"/>
                <a:gd name="connsiteY1524" fmla="*/ 78296 h 571500"/>
                <a:gd name="connsiteX1525" fmla="*/ 751142 w 752475"/>
                <a:gd name="connsiteY1525" fmla="*/ 78772 h 571500"/>
                <a:gd name="connsiteX1526" fmla="*/ 753237 w 752475"/>
                <a:gd name="connsiteY1526" fmla="*/ 83344 h 571500"/>
                <a:gd name="connsiteX1527" fmla="*/ 753809 w 752475"/>
                <a:gd name="connsiteY1527" fmla="*/ 83725 h 571500"/>
                <a:gd name="connsiteX1528" fmla="*/ 754761 w 752475"/>
                <a:gd name="connsiteY1528" fmla="*/ 83629 h 571500"/>
                <a:gd name="connsiteX1529" fmla="*/ 758952 w 752475"/>
                <a:gd name="connsiteY1529" fmla="*/ 82582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</a:cxnLst>
              <a:rect l="l" t="t" r="r" b="b"/>
              <a:pathLst>
                <a:path w="752475" h="571500">
                  <a:moveTo>
                    <a:pt x="757428" y="81629"/>
                  </a:moveTo>
                  <a:lnTo>
                    <a:pt x="754951" y="77533"/>
                  </a:lnTo>
                  <a:lnTo>
                    <a:pt x="753523" y="75914"/>
                  </a:lnTo>
                  <a:lnTo>
                    <a:pt x="746760" y="71818"/>
                  </a:lnTo>
                  <a:lnTo>
                    <a:pt x="745236" y="72676"/>
                  </a:lnTo>
                  <a:lnTo>
                    <a:pt x="739902" y="73057"/>
                  </a:lnTo>
                  <a:lnTo>
                    <a:pt x="739426" y="73057"/>
                  </a:lnTo>
                  <a:lnTo>
                    <a:pt x="738950" y="72962"/>
                  </a:lnTo>
                  <a:lnTo>
                    <a:pt x="737045" y="72295"/>
                  </a:lnTo>
                  <a:lnTo>
                    <a:pt x="735901" y="71818"/>
                  </a:lnTo>
                  <a:lnTo>
                    <a:pt x="734949" y="71914"/>
                  </a:lnTo>
                  <a:lnTo>
                    <a:pt x="733997" y="72104"/>
                  </a:lnTo>
                  <a:lnTo>
                    <a:pt x="732472" y="71818"/>
                  </a:lnTo>
                  <a:lnTo>
                    <a:pt x="731901" y="71818"/>
                  </a:lnTo>
                  <a:lnTo>
                    <a:pt x="731330" y="71628"/>
                  </a:lnTo>
                  <a:lnTo>
                    <a:pt x="730568" y="70390"/>
                  </a:lnTo>
                  <a:lnTo>
                    <a:pt x="730091" y="70009"/>
                  </a:lnTo>
                  <a:lnTo>
                    <a:pt x="729425" y="70104"/>
                  </a:lnTo>
                  <a:lnTo>
                    <a:pt x="728853" y="70485"/>
                  </a:lnTo>
                  <a:lnTo>
                    <a:pt x="728567" y="69628"/>
                  </a:lnTo>
                  <a:lnTo>
                    <a:pt x="727996" y="71438"/>
                  </a:lnTo>
                  <a:lnTo>
                    <a:pt x="726662" y="71533"/>
                  </a:lnTo>
                  <a:lnTo>
                    <a:pt x="725138" y="71152"/>
                  </a:lnTo>
                  <a:lnTo>
                    <a:pt x="723709" y="71152"/>
                  </a:lnTo>
                  <a:lnTo>
                    <a:pt x="722852" y="72104"/>
                  </a:lnTo>
                  <a:lnTo>
                    <a:pt x="722757" y="74295"/>
                  </a:lnTo>
                  <a:lnTo>
                    <a:pt x="721805" y="75438"/>
                  </a:lnTo>
                  <a:lnTo>
                    <a:pt x="720566" y="76009"/>
                  </a:lnTo>
                  <a:lnTo>
                    <a:pt x="714661" y="77248"/>
                  </a:lnTo>
                  <a:lnTo>
                    <a:pt x="710755" y="78676"/>
                  </a:lnTo>
                  <a:lnTo>
                    <a:pt x="709613" y="78867"/>
                  </a:lnTo>
                  <a:lnTo>
                    <a:pt x="706660" y="80296"/>
                  </a:lnTo>
                  <a:lnTo>
                    <a:pt x="704374" y="80581"/>
                  </a:lnTo>
                  <a:lnTo>
                    <a:pt x="703326" y="80867"/>
                  </a:lnTo>
                  <a:lnTo>
                    <a:pt x="701326" y="82772"/>
                  </a:lnTo>
                  <a:lnTo>
                    <a:pt x="700564" y="82867"/>
                  </a:lnTo>
                  <a:lnTo>
                    <a:pt x="699802" y="82677"/>
                  </a:lnTo>
                  <a:lnTo>
                    <a:pt x="698563" y="82582"/>
                  </a:lnTo>
                  <a:lnTo>
                    <a:pt x="698087" y="82772"/>
                  </a:lnTo>
                  <a:lnTo>
                    <a:pt x="697230" y="83439"/>
                  </a:lnTo>
                  <a:lnTo>
                    <a:pt x="696659" y="83439"/>
                  </a:lnTo>
                  <a:lnTo>
                    <a:pt x="696278" y="83249"/>
                  </a:lnTo>
                  <a:lnTo>
                    <a:pt x="695516" y="82201"/>
                  </a:lnTo>
                  <a:lnTo>
                    <a:pt x="695134" y="81820"/>
                  </a:lnTo>
                  <a:lnTo>
                    <a:pt x="693992" y="81725"/>
                  </a:lnTo>
                  <a:lnTo>
                    <a:pt x="691801" y="82391"/>
                  </a:lnTo>
                  <a:lnTo>
                    <a:pt x="690943" y="81915"/>
                  </a:lnTo>
                  <a:lnTo>
                    <a:pt x="690753" y="80486"/>
                  </a:lnTo>
                  <a:lnTo>
                    <a:pt x="691420" y="79248"/>
                  </a:lnTo>
                  <a:lnTo>
                    <a:pt x="692468" y="78296"/>
                  </a:lnTo>
                  <a:lnTo>
                    <a:pt x="693610" y="77914"/>
                  </a:lnTo>
                  <a:lnTo>
                    <a:pt x="695611" y="77629"/>
                  </a:lnTo>
                  <a:lnTo>
                    <a:pt x="696373" y="77248"/>
                  </a:lnTo>
                  <a:lnTo>
                    <a:pt x="697325" y="76486"/>
                  </a:lnTo>
                  <a:lnTo>
                    <a:pt x="698183" y="75438"/>
                  </a:lnTo>
                  <a:lnTo>
                    <a:pt x="698563" y="74485"/>
                  </a:lnTo>
                  <a:lnTo>
                    <a:pt x="698563" y="71723"/>
                  </a:lnTo>
                  <a:lnTo>
                    <a:pt x="698659" y="71247"/>
                  </a:lnTo>
                  <a:lnTo>
                    <a:pt x="698945" y="69533"/>
                  </a:lnTo>
                  <a:lnTo>
                    <a:pt x="697039" y="69342"/>
                  </a:lnTo>
                  <a:lnTo>
                    <a:pt x="694754" y="69342"/>
                  </a:lnTo>
                  <a:lnTo>
                    <a:pt x="691134" y="68389"/>
                  </a:lnTo>
                  <a:lnTo>
                    <a:pt x="684847" y="66104"/>
                  </a:lnTo>
                  <a:lnTo>
                    <a:pt x="682466" y="66104"/>
                  </a:lnTo>
                  <a:lnTo>
                    <a:pt x="679228" y="67913"/>
                  </a:lnTo>
                  <a:lnTo>
                    <a:pt x="678371" y="67723"/>
                  </a:lnTo>
                  <a:lnTo>
                    <a:pt x="677418" y="67151"/>
                  </a:lnTo>
                  <a:lnTo>
                    <a:pt x="676180" y="66961"/>
                  </a:lnTo>
                  <a:lnTo>
                    <a:pt x="674846" y="67151"/>
                  </a:lnTo>
                  <a:lnTo>
                    <a:pt x="673799" y="67437"/>
                  </a:lnTo>
                  <a:lnTo>
                    <a:pt x="672941" y="68104"/>
                  </a:lnTo>
                  <a:lnTo>
                    <a:pt x="670370" y="70866"/>
                  </a:lnTo>
                  <a:lnTo>
                    <a:pt x="669798" y="71152"/>
                  </a:lnTo>
                  <a:lnTo>
                    <a:pt x="668655" y="70675"/>
                  </a:lnTo>
                  <a:lnTo>
                    <a:pt x="668274" y="70866"/>
                  </a:lnTo>
                  <a:lnTo>
                    <a:pt x="666179" y="72485"/>
                  </a:lnTo>
                  <a:lnTo>
                    <a:pt x="665417" y="73438"/>
                  </a:lnTo>
                  <a:lnTo>
                    <a:pt x="664464" y="75343"/>
                  </a:lnTo>
                  <a:lnTo>
                    <a:pt x="663893" y="76295"/>
                  </a:lnTo>
                  <a:lnTo>
                    <a:pt x="662845" y="77057"/>
                  </a:lnTo>
                  <a:lnTo>
                    <a:pt x="659035" y="77438"/>
                  </a:lnTo>
                  <a:lnTo>
                    <a:pt x="655225" y="79629"/>
                  </a:lnTo>
                  <a:lnTo>
                    <a:pt x="654082" y="81058"/>
                  </a:lnTo>
                  <a:lnTo>
                    <a:pt x="652843" y="81534"/>
                  </a:lnTo>
                  <a:lnTo>
                    <a:pt x="650367" y="82010"/>
                  </a:lnTo>
                  <a:lnTo>
                    <a:pt x="648272" y="83249"/>
                  </a:lnTo>
                  <a:lnTo>
                    <a:pt x="646652" y="85439"/>
                  </a:lnTo>
                  <a:lnTo>
                    <a:pt x="644176" y="90488"/>
                  </a:lnTo>
                  <a:lnTo>
                    <a:pt x="641985" y="94012"/>
                  </a:lnTo>
                  <a:lnTo>
                    <a:pt x="641699" y="95250"/>
                  </a:lnTo>
                  <a:lnTo>
                    <a:pt x="641223" y="95821"/>
                  </a:lnTo>
                  <a:lnTo>
                    <a:pt x="633413" y="97060"/>
                  </a:lnTo>
                  <a:lnTo>
                    <a:pt x="631603" y="97917"/>
                  </a:lnTo>
                  <a:lnTo>
                    <a:pt x="627983" y="97250"/>
                  </a:lnTo>
                  <a:lnTo>
                    <a:pt x="625602" y="97726"/>
                  </a:lnTo>
                  <a:lnTo>
                    <a:pt x="620268" y="99917"/>
                  </a:lnTo>
                  <a:lnTo>
                    <a:pt x="618172" y="101346"/>
                  </a:lnTo>
                  <a:lnTo>
                    <a:pt x="617696" y="101917"/>
                  </a:lnTo>
                  <a:lnTo>
                    <a:pt x="616934" y="103060"/>
                  </a:lnTo>
                  <a:lnTo>
                    <a:pt x="616458" y="103537"/>
                  </a:lnTo>
                  <a:lnTo>
                    <a:pt x="614648" y="104584"/>
                  </a:lnTo>
                  <a:lnTo>
                    <a:pt x="613220" y="106108"/>
                  </a:lnTo>
                  <a:lnTo>
                    <a:pt x="597980" y="117443"/>
                  </a:lnTo>
                  <a:lnTo>
                    <a:pt x="595884" y="118300"/>
                  </a:lnTo>
                  <a:lnTo>
                    <a:pt x="593312" y="118777"/>
                  </a:lnTo>
                  <a:lnTo>
                    <a:pt x="590741" y="118777"/>
                  </a:lnTo>
                  <a:lnTo>
                    <a:pt x="588264" y="118300"/>
                  </a:lnTo>
                  <a:lnTo>
                    <a:pt x="586073" y="117158"/>
                  </a:lnTo>
                  <a:lnTo>
                    <a:pt x="584263" y="115252"/>
                  </a:lnTo>
                  <a:lnTo>
                    <a:pt x="583597" y="114109"/>
                  </a:lnTo>
                  <a:lnTo>
                    <a:pt x="583025" y="112871"/>
                  </a:lnTo>
                  <a:lnTo>
                    <a:pt x="582644" y="111538"/>
                  </a:lnTo>
                  <a:lnTo>
                    <a:pt x="582263" y="108490"/>
                  </a:lnTo>
                  <a:lnTo>
                    <a:pt x="581692" y="107156"/>
                  </a:lnTo>
                  <a:lnTo>
                    <a:pt x="578739" y="102394"/>
                  </a:lnTo>
                  <a:lnTo>
                    <a:pt x="578263" y="101155"/>
                  </a:lnTo>
                  <a:lnTo>
                    <a:pt x="578168" y="99727"/>
                  </a:lnTo>
                  <a:lnTo>
                    <a:pt x="578168" y="97060"/>
                  </a:lnTo>
                  <a:lnTo>
                    <a:pt x="577977" y="96298"/>
                  </a:lnTo>
                  <a:lnTo>
                    <a:pt x="577025" y="94869"/>
                  </a:lnTo>
                  <a:lnTo>
                    <a:pt x="576739" y="94202"/>
                  </a:lnTo>
                  <a:lnTo>
                    <a:pt x="576643" y="93345"/>
                  </a:lnTo>
                  <a:lnTo>
                    <a:pt x="576739" y="89345"/>
                  </a:lnTo>
                  <a:lnTo>
                    <a:pt x="577120" y="86677"/>
                  </a:lnTo>
                  <a:lnTo>
                    <a:pt x="577405" y="85725"/>
                  </a:lnTo>
                  <a:lnTo>
                    <a:pt x="577787" y="85058"/>
                  </a:lnTo>
                  <a:lnTo>
                    <a:pt x="577596" y="83534"/>
                  </a:lnTo>
                  <a:lnTo>
                    <a:pt x="579596" y="80200"/>
                  </a:lnTo>
                  <a:lnTo>
                    <a:pt x="579596" y="78391"/>
                  </a:lnTo>
                  <a:lnTo>
                    <a:pt x="579882" y="77533"/>
                  </a:lnTo>
                  <a:lnTo>
                    <a:pt x="580072" y="76105"/>
                  </a:lnTo>
                  <a:lnTo>
                    <a:pt x="579977" y="73342"/>
                  </a:lnTo>
                  <a:lnTo>
                    <a:pt x="579596" y="70771"/>
                  </a:lnTo>
                  <a:lnTo>
                    <a:pt x="579692" y="69913"/>
                  </a:lnTo>
                  <a:lnTo>
                    <a:pt x="580358" y="68389"/>
                  </a:lnTo>
                  <a:lnTo>
                    <a:pt x="580834" y="65722"/>
                  </a:lnTo>
                  <a:lnTo>
                    <a:pt x="580072" y="60388"/>
                  </a:lnTo>
                  <a:lnTo>
                    <a:pt x="580358" y="57531"/>
                  </a:lnTo>
                  <a:lnTo>
                    <a:pt x="580549" y="57150"/>
                  </a:lnTo>
                  <a:lnTo>
                    <a:pt x="581120" y="56293"/>
                  </a:lnTo>
                  <a:lnTo>
                    <a:pt x="581406" y="55721"/>
                  </a:lnTo>
                  <a:lnTo>
                    <a:pt x="581501" y="55054"/>
                  </a:lnTo>
                  <a:lnTo>
                    <a:pt x="581787" y="52959"/>
                  </a:lnTo>
                  <a:lnTo>
                    <a:pt x="582359" y="50959"/>
                  </a:lnTo>
                  <a:lnTo>
                    <a:pt x="582454" y="50292"/>
                  </a:lnTo>
                  <a:lnTo>
                    <a:pt x="582359" y="49530"/>
                  </a:lnTo>
                  <a:lnTo>
                    <a:pt x="581882" y="48101"/>
                  </a:lnTo>
                  <a:lnTo>
                    <a:pt x="581787" y="47530"/>
                  </a:lnTo>
                  <a:lnTo>
                    <a:pt x="582263" y="46292"/>
                  </a:lnTo>
                  <a:lnTo>
                    <a:pt x="584168" y="45053"/>
                  </a:lnTo>
                  <a:lnTo>
                    <a:pt x="585026" y="43910"/>
                  </a:lnTo>
                  <a:lnTo>
                    <a:pt x="585216" y="42672"/>
                  </a:lnTo>
                  <a:lnTo>
                    <a:pt x="585216" y="41148"/>
                  </a:lnTo>
                  <a:lnTo>
                    <a:pt x="585121" y="39624"/>
                  </a:lnTo>
                  <a:lnTo>
                    <a:pt x="585026" y="38862"/>
                  </a:lnTo>
                  <a:lnTo>
                    <a:pt x="585407" y="38386"/>
                  </a:lnTo>
                  <a:lnTo>
                    <a:pt x="583787" y="36385"/>
                  </a:lnTo>
                  <a:lnTo>
                    <a:pt x="582168" y="35338"/>
                  </a:lnTo>
                  <a:lnTo>
                    <a:pt x="580263" y="35242"/>
                  </a:lnTo>
                  <a:lnTo>
                    <a:pt x="573881" y="37433"/>
                  </a:lnTo>
                  <a:lnTo>
                    <a:pt x="572929" y="38100"/>
                  </a:lnTo>
                  <a:lnTo>
                    <a:pt x="571881" y="38767"/>
                  </a:lnTo>
                  <a:lnTo>
                    <a:pt x="570738" y="38291"/>
                  </a:lnTo>
                  <a:lnTo>
                    <a:pt x="568738" y="36576"/>
                  </a:lnTo>
                  <a:lnTo>
                    <a:pt x="568166" y="36576"/>
                  </a:lnTo>
                  <a:lnTo>
                    <a:pt x="567785" y="36671"/>
                  </a:lnTo>
                  <a:lnTo>
                    <a:pt x="567500" y="36481"/>
                  </a:lnTo>
                  <a:lnTo>
                    <a:pt x="567309" y="35624"/>
                  </a:lnTo>
                  <a:lnTo>
                    <a:pt x="567404" y="34957"/>
                  </a:lnTo>
                  <a:lnTo>
                    <a:pt x="567880" y="33433"/>
                  </a:lnTo>
                  <a:lnTo>
                    <a:pt x="568262" y="31718"/>
                  </a:lnTo>
                  <a:lnTo>
                    <a:pt x="569785" y="28766"/>
                  </a:lnTo>
                  <a:lnTo>
                    <a:pt x="570547" y="26099"/>
                  </a:lnTo>
                  <a:lnTo>
                    <a:pt x="571500" y="24193"/>
                  </a:lnTo>
                  <a:lnTo>
                    <a:pt x="571881" y="22193"/>
                  </a:lnTo>
                  <a:lnTo>
                    <a:pt x="572834" y="19336"/>
                  </a:lnTo>
                  <a:lnTo>
                    <a:pt x="573119" y="17812"/>
                  </a:lnTo>
                  <a:lnTo>
                    <a:pt x="572738" y="14859"/>
                  </a:lnTo>
                  <a:lnTo>
                    <a:pt x="571500" y="12859"/>
                  </a:lnTo>
                  <a:lnTo>
                    <a:pt x="569690" y="11716"/>
                  </a:lnTo>
                  <a:lnTo>
                    <a:pt x="565404" y="9906"/>
                  </a:lnTo>
                  <a:lnTo>
                    <a:pt x="562070" y="6477"/>
                  </a:lnTo>
                  <a:lnTo>
                    <a:pt x="560070" y="5048"/>
                  </a:lnTo>
                  <a:lnTo>
                    <a:pt x="558641" y="4286"/>
                  </a:lnTo>
                  <a:lnTo>
                    <a:pt x="557975" y="4096"/>
                  </a:lnTo>
                  <a:lnTo>
                    <a:pt x="557308" y="4096"/>
                  </a:lnTo>
                  <a:lnTo>
                    <a:pt x="556927" y="4286"/>
                  </a:lnTo>
                  <a:lnTo>
                    <a:pt x="556546" y="4381"/>
                  </a:lnTo>
                  <a:lnTo>
                    <a:pt x="555974" y="3905"/>
                  </a:lnTo>
                  <a:lnTo>
                    <a:pt x="555593" y="3334"/>
                  </a:lnTo>
                  <a:lnTo>
                    <a:pt x="555212" y="2096"/>
                  </a:lnTo>
                  <a:lnTo>
                    <a:pt x="554831" y="1619"/>
                  </a:lnTo>
                  <a:lnTo>
                    <a:pt x="554355" y="952"/>
                  </a:lnTo>
                  <a:lnTo>
                    <a:pt x="553784" y="571"/>
                  </a:lnTo>
                  <a:lnTo>
                    <a:pt x="553212" y="191"/>
                  </a:lnTo>
                  <a:lnTo>
                    <a:pt x="552545" y="0"/>
                  </a:lnTo>
                  <a:lnTo>
                    <a:pt x="551307" y="0"/>
                  </a:lnTo>
                  <a:lnTo>
                    <a:pt x="550926" y="476"/>
                  </a:lnTo>
                  <a:lnTo>
                    <a:pt x="551117" y="2000"/>
                  </a:lnTo>
                  <a:lnTo>
                    <a:pt x="550545" y="2667"/>
                  </a:lnTo>
                  <a:lnTo>
                    <a:pt x="549307" y="2381"/>
                  </a:lnTo>
                  <a:lnTo>
                    <a:pt x="547116" y="1333"/>
                  </a:lnTo>
                  <a:lnTo>
                    <a:pt x="546449" y="1429"/>
                  </a:lnTo>
                  <a:lnTo>
                    <a:pt x="546163" y="1714"/>
                  </a:lnTo>
                  <a:lnTo>
                    <a:pt x="545973" y="2096"/>
                  </a:lnTo>
                  <a:lnTo>
                    <a:pt x="545592" y="2191"/>
                  </a:lnTo>
                  <a:lnTo>
                    <a:pt x="545116" y="2191"/>
                  </a:lnTo>
                  <a:lnTo>
                    <a:pt x="544259" y="1905"/>
                  </a:lnTo>
                  <a:lnTo>
                    <a:pt x="543782" y="1810"/>
                  </a:lnTo>
                  <a:lnTo>
                    <a:pt x="542163" y="1810"/>
                  </a:lnTo>
                  <a:lnTo>
                    <a:pt x="541306" y="2000"/>
                  </a:lnTo>
                  <a:lnTo>
                    <a:pt x="540925" y="2476"/>
                  </a:lnTo>
                  <a:lnTo>
                    <a:pt x="540258" y="3620"/>
                  </a:lnTo>
                  <a:lnTo>
                    <a:pt x="537210" y="3905"/>
                  </a:lnTo>
                  <a:lnTo>
                    <a:pt x="536258" y="4572"/>
                  </a:lnTo>
                  <a:lnTo>
                    <a:pt x="536258" y="5048"/>
                  </a:lnTo>
                  <a:lnTo>
                    <a:pt x="537305" y="5810"/>
                  </a:lnTo>
                  <a:lnTo>
                    <a:pt x="536829" y="6572"/>
                  </a:lnTo>
                  <a:lnTo>
                    <a:pt x="535019" y="8001"/>
                  </a:lnTo>
                  <a:lnTo>
                    <a:pt x="534543" y="8287"/>
                  </a:lnTo>
                  <a:lnTo>
                    <a:pt x="533305" y="8192"/>
                  </a:lnTo>
                  <a:lnTo>
                    <a:pt x="532829" y="8477"/>
                  </a:lnTo>
                  <a:lnTo>
                    <a:pt x="532543" y="9049"/>
                  </a:lnTo>
                  <a:lnTo>
                    <a:pt x="532543" y="9716"/>
                  </a:lnTo>
                  <a:lnTo>
                    <a:pt x="532638" y="10477"/>
                  </a:lnTo>
                  <a:lnTo>
                    <a:pt x="532638" y="10954"/>
                  </a:lnTo>
                  <a:lnTo>
                    <a:pt x="531876" y="13240"/>
                  </a:lnTo>
                  <a:lnTo>
                    <a:pt x="531400" y="13525"/>
                  </a:lnTo>
                  <a:lnTo>
                    <a:pt x="530638" y="13716"/>
                  </a:lnTo>
                  <a:lnTo>
                    <a:pt x="530066" y="14097"/>
                  </a:lnTo>
                  <a:lnTo>
                    <a:pt x="529590" y="15716"/>
                  </a:lnTo>
                  <a:lnTo>
                    <a:pt x="527971" y="18764"/>
                  </a:lnTo>
                  <a:lnTo>
                    <a:pt x="526637" y="22479"/>
                  </a:lnTo>
                  <a:lnTo>
                    <a:pt x="525971" y="23622"/>
                  </a:lnTo>
                  <a:lnTo>
                    <a:pt x="525399" y="24193"/>
                  </a:lnTo>
                  <a:lnTo>
                    <a:pt x="523684" y="24955"/>
                  </a:lnTo>
                  <a:lnTo>
                    <a:pt x="523113" y="25337"/>
                  </a:lnTo>
                  <a:lnTo>
                    <a:pt x="520732" y="27718"/>
                  </a:lnTo>
                  <a:lnTo>
                    <a:pt x="518350" y="30861"/>
                  </a:lnTo>
                  <a:lnTo>
                    <a:pt x="517970" y="31242"/>
                  </a:lnTo>
                  <a:lnTo>
                    <a:pt x="516922" y="31718"/>
                  </a:lnTo>
                  <a:lnTo>
                    <a:pt x="516636" y="31909"/>
                  </a:lnTo>
                  <a:lnTo>
                    <a:pt x="516446" y="32195"/>
                  </a:lnTo>
                  <a:lnTo>
                    <a:pt x="516160" y="32861"/>
                  </a:lnTo>
                  <a:lnTo>
                    <a:pt x="515588" y="33052"/>
                  </a:lnTo>
                  <a:lnTo>
                    <a:pt x="514921" y="33147"/>
                  </a:lnTo>
                  <a:lnTo>
                    <a:pt x="514541" y="33433"/>
                  </a:lnTo>
                  <a:lnTo>
                    <a:pt x="514350" y="34004"/>
                  </a:lnTo>
                  <a:lnTo>
                    <a:pt x="514350" y="34576"/>
                  </a:lnTo>
                  <a:lnTo>
                    <a:pt x="514541" y="35147"/>
                  </a:lnTo>
                  <a:lnTo>
                    <a:pt x="515017" y="35624"/>
                  </a:lnTo>
                  <a:lnTo>
                    <a:pt x="513779" y="36100"/>
                  </a:lnTo>
                  <a:lnTo>
                    <a:pt x="512540" y="36290"/>
                  </a:lnTo>
                  <a:lnTo>
                    <a:pt x="511302" y="36100"/>
                  </a:lnTo>
                  <a:lnTo>
                    <a:pt x="510254" y="35242"/>
                  </a:lnTo>
                  <a:lnTo>
                    <a:pt x="509683" y="36957"/>
                  </a:lnTo>
                  <a:lnTo>
                    <a:pt x="509873" y="38957"/>
                  </a:lnTo>
                  <a:lnTo>
                    <a:pt x="510635" y="40862"/>
                  </a:lnTo>
                  <a:lnTo>
                    <a:pt x="511492" y="42291"/>
                  </a:lnTo>
                  <a:lnTo>
                    <a:pt x="512159" y="42577"/>
                  </a:lnTo>
                  <a:lnTo>
                    <a:pt x="513874" y="43053"/>
                  </a:lnTo>
                  <a:lnTo>
                    <a:pt x="514255" y="43625"/>
                  </a:lnTo>
                  <a:lnTo>
                    <a:pt x="514350" y="44577"/>
                  </a:lnTo>
                  <a:lnTo>
                    <a:pt x="514731" y="45434"/>
                  </a:lnTo>
                  <a:lnTo>
                    <a:pt x="515207" y="46196"/>
                  </a:lnTo>
                  <a:lnTo>
                    <a:pt x="515684" y="46672"/>
                  </a:lnTo>
                  <a:lnTo>
                    <a:pt x="515398" y="47434"/>
                  </a:lnTo>
                  <a:lnTo>
                    <a:pt x="515493" y="48292"/>
                  </a:lnTo>
                  <a:lnTo>
                    <a:pt x="516064" y="50292"/>
                  </a:lnTo>
                  <a:lnTo>
                    <a:pt x="516160" y="51245"/>
                  </a:lnTo>
                  <a:lnTo>
                    <a:pt x="515969" y="51816"/>
                  </a:lnTo>
                  <a:lnTo>
                    <a:pt x="515779" y="52388"/>
                  </a:lnTo>
                  <a:lnTo>
                    <a:pt x="515684" y="53150"/>
                  </a:lnTo>
                  <a:lnTo>
                    <a:pt x="515017" y="54197"/>
                  </a:lnTo>
                  <a:lnTo>
                    <a:pt x="514826" y="54388"/>
                  </a:lnTo>
                  <a:lnTo>
                    <a:pt x="514541" y="54578"/>
                  </a:lnTo>
                  <a:lnTo>
                    <a:pt x="514541" y="55054"/>
                  </a:lnTo>
                  <a:lnTo>
                    <a:pt x="514636" y="55721"/>
                  </a:lnTo>
                  <a:lnTo>
                    <a:pt x="514541" y="56102"/>
                  </a:lnTo>
                  <a:lnTo>
                    <a:pt x="514255" y="56674"/>
                  </a:lnTo>
                  <a:lnTo>
                    <a:pt x="514159" y="56769"/>
                  </a:lnTo>
                  <a:lnTo>
                    <a:pt x="513874" y="57055"/>
                  </a:lnTo>
                  <a:lnTo>
                    <a:pt x="513683" y="56959"/>
                  </a:lnTo>
                  <a:lnTo>
                    <a:pt x="512731" y="57055"/>
                  </a:lnTo>
                  <a:lnTo>
                    <a:pt x="512635" y="57055"/>
                  </a:lnTo>
                  <a:lnTo>
                    <a:pt x="511874" y="58960"/>
                  </a:lnTo>
                  <a:lnTo>
                    <a:pt x="511683" y="59531"/>
                  </a:lnTo>
                  <a:lnTo>
                    <a:pt x="511397" y="59817"/>
                  </a:lnTo>
                  <a:lnTo>
                    <a:pt x="509492" y="62103"/>
                  </a:lnTo>
                  <a:lnTo>
                    <a:pt x="507968" y="62675"/>
                  </a:lnTo>
                  <a:lnTo>
                    <a:pt x="506444" y="62389"/>
                  </a:lnTo>
                  <a:lnTo>
                    <a:pt x="504825" y="61817"/>
                  </a:lnTo>
                  <a:lnTo>
                    <a:pt x="503396" y="61531"/>
                  </a:lnTo>
                  <a:lnTo>
                    <a:pt x="503777" y="62103"/>
                  </a:lnTo>
                  <a:lnTo>
                    <a:pt x="502063" y="61722"/>
                  </a:lnTo>
                  <a:lnTo>
                    <a:pt x="501587" y="61531"/>
                  </a:lnTo>
                  <a:lnTo>
                    <a:pt x="501396" y="61436"/>
                  </a:lnTo>
                  <a:lnTo>
                    <a:pt x="501110" y="61150"/>
                  </a:lnTo>
                  <a:lnTo>
                    <a:pt x="500920" y="60674"/>
                  </a:lnTo>
                  <a:lnTo>
                    <a:pt x="500634" y="60388"/>
                  </a:lnTo>
                  <a:lnTo>
                    <a:pt x="499967" y="60198"/>
                  </a:lnTo>
                  <a:lnTo>
                    <a:pt x="498824" y="59817"/>
                  </a:lnTo>
                  <a:lnTo>
                    <a:pt x="498253" y="58864"/>
                  </a:lnTo>
                  <a:lnTo>
                    <a:pt x="497776" y="57817"/>
                  </a:lnTo>
                  <a:lnTo>
                    <a:pt x="496919" y="57055"/>
                  </a:lnTo>
                  <a:lnTo>
                    <a:pt x="495681" y="56959"/>
                  </a:lnTo>
                  <a:lnTo>
                    <a:pt x="493490" y="58102"/>
                  </a:lnTo>
                  <a:lnTo>
                    <a:pt x="492442" y="58388"/>
                  </a:lnTo>
                  <a:lnTo>
                    <a:pt x="491871" y="58674"/>
                  </a:lnTo>
                  <a:lnTo>
                    <a:pt x="491300" y="59150"/>
                  </a:lnTo>
                  <a:lnTo>
                    <a:pt x="490823" y="59436"/>
                  </a:lnTo>
                  <a:lnTo>
                    <a:pt x="490252" y="59150"/>
                  </a:lnTo>
                  <a:lnTo>
                    <a:pt x="489871" y="58864"/>
                  </a:lnTo>
                  <a:lnTo>
                    <a:pt x="488633" y="58483"/>
                  </a:lnTo>
                  <a:lnTo>
                    <a:pt x="488251" y="58388"/>
                  </a:lnTo>
                  <a:lnTo>
                    <a:pt x="486918" y="58579"/>
                  </a:lnTo>
                  <a:lnTo>
                    <a:pt x="484727" y="59531"/>
                  </a:lnTo>
                  <a:lnTo>
                    <a:pt x="483584" y="59722"/>
                  </a:lnTo>
                  <a:lnTo>
                    <a:pt x="476345" y="59150"/>
                  </a:lnTo>
                  <a:lnTo>
                    <a:pt x="475298" y="59531"/>
                  </a:lnTo>
                  <a:lnTo>
                    <a:pt x="474440" y="62389"/>
                  </a:lnTo>
                  <a:lnTo>
                    <a:pt x="473297" y="63437"/>
                  </a:lnTo>
                  <a:lnTo>
                    <a:pt x="470916" y="65151"/>
                  </a:lnTo>
                  <a:lnTo>
                    <a:pt x="470725" y="65532"/>
                  </a:lnTo>
                  <a:lnTo>
                    <a:pt x="470440" y="66294"/>
                  </a:lnTo>
                  <a:lnTo>
                    <a:pt x="470249" y="66580"/>
                  </a:lnTo>
                  <a:lnTo>
                    <a:pt x="469773" y="66961"/>
                  </a:lnTo>
                  <a:lnTo>
                    <a:pt x="469011" y="67532"/>
                  </a:lnTo>
                  <a:lnTo>
                    <a:pt x="468821" y="67913"/>
                  </a:lnTo>
                  <a:lnTo>
                    <a:pt x="468440" y="68961"/>
                  </a:lnTo>
                  <a:lnTo>
                    <a:pt x="468344" y="70199"/>
                  </a:lnTo>
                  <a:lnTo>
                    <a:pt x="468344" y="72676"/>
                  </a:lnTo>
                  <a:lnTo>
                    <a:pt x="468440" y="72962"/>
                  </a:lnTo>
                  <a:lnTo>
                    <a:pt x="469011" y="73057"/>
                  </a:lnTo>
                  <a:lnTo>
                    <a:pt x="469106" y="73342"/>
                  </a:lnTo>
                  <a:lnTo>
                    <a:pt x="469106" y="73724"/>
                  </a:lnTo>
                  <a:lnTo>
                    <a:pt x="469011" y="73819"/>
                  </a:lnTo>
                  <a:lnTo>
                    <a:pt x="468821" y="73819"/>
                  </a:lnTo>
                  <a:lnTo>
                    <a:pt x="468821" y="74009"/>
                  </a:lnTo>
                  <a:lnTo>
                    <a:pt x="468821" y="74676"/>
                  </a:lnTo>
                  <a:lnTo>
                    <a:pt x="468916" y="75247"/>
                  </a:lnTo>
                  <a:lnTo>
                    <a:pt x="469011" y="75819"/>
                  </a:lnTo>
                  <a:lnTo>
                    <a:pt x="469297" y="76295"/>
                  </a:lnTo>
                  <a:lnTo>
                    <a:pt x="469773" y="77248"/>
                  </a:lnTo>
                  <a:lnTo>
                    <a:pt x="470059" y="79534"/>
                  </a:lnTo>
                  <a:lnTo>
                    <a:pt x="470535" y="80105"/>
                  </a:lnTo>
                  <a:lnTo>
                    <a:pt x="470154" y="81629"/>
                  </a:lnTo>
                  <a:lnTo>
                    <a:pt x="471011" y="82010"/>
                  </a:lnTo>
                  <a:lnTo>
                    <a:pt x="471964" y="82201"/>
                  </a:lnTo>
                  <a:lnTo>
                    <a:pt x="471773" y="83058"/>
                  </a:lnTo>
                  <a:lnTo>
                    <a:pt x="469963" y="86106"/>
                  </a:lnTo>
                  <a:lnTo>
                    <a:pt x="469106" y="86963"/>
                  </a:lnTo>
                  <a:lnTo>
                    <a:pt x="467011" y="88297"/>
                  </a:lnTo>
                  <a:lnTo>
                    <a:pt x="466154" y="89249"/>
                  </a:lnTo>
                  <a:lnTo>
                    <a:pt x="465582" y="89821"/>
                  </a:lnTo>
                  <a:lnTo>
                    <a:pt x="464915" y="90011"/>
                  </a:lnTo>
                  <a:lnTo>
                    <a:pt x="464820" y="90106"/>
                  </a:lnTo>
                  <a:lnTo>
                    <a:pt x="463582" y="90297"/>
                  </a:lnTo>
                  <a:lnTo>
                    <a:pt x="462534" y="90868"/>
                  </a:lnTo>
                  <a:lnTo>
                    <a:pt x="461486" y="90964"/>
                  </a:lnTo>
                  <a:lnTo>
                    <a:pt x="456438" y="87535"/>
                  </a:lnTo>
                  <a:lnTo>
                    <a:pt x="456152" y="87439"/>
                  </a:lnTo>
                  <a:lnTo>
                    <a:pt x="455009" y="86677"/>
                  </a:lnTo>
                  <a:lnTo>
                    <a:pt x="454533" y="86106"/>
                  </a:lnTo>
                  <a:lnTo>
                    <a:pt x="453581" y="83725"/>
                  </a:lnTo>
                  <a:lnTo>
                    <a:pt x="452628" y="82963"/>
                  </a:lnTo>
                  <a:lnTo>
                    <a:pt x="451485" y="82201"/>
                  </a:lnTo>
                  <a:lnTo>
                    <a:pt x="450437" y="81248"/>
                  </a:lnTo>
                  <a:lnTo>
                    <a:pt x="449580" y="78772"/>
                  </a:lnTo>
                  <a:lnTo>
                    <a:pt x="448818" y="77629"/>
                  </a:lnTo>
                  <a:lnTo>
                    <a:pt x="447770" y="76676"/>
                  </a:lnTo>
                  <a:lnTo>
                    <a:pt x="446723" y="76105"/>
                  </a:lnTo>
                  <a:lnTo>
                    <a:pt x="443103" y="75629"/>
                  </a:lnTo>
                  <a:lnTo>
                    <a:pt x="442913" y="75533"/>
                  </a:lnTo>
                  <a:lnTo>
                    <a:pt x="442627" y="75533"/>
                  </a:lnTo>
                  <a:lnTo>
                    <a:pt x="442436" y="75724"/>
                  </a:lnTo>
                  <a:lnTo>
                    <a:pt x="442722" y="76486"/>
                  </a:lnTo>
                  <a:lnTo>
                    <a:pt x="443103" y="76962"/>
                  </a:lnTo>
                  <a:lnTo>
                    <a:pt x="443960" y="77533"/>
                  </a:lnTo>
                  <a:lnTo>
                    <a:pt x="444151" y="77819"/>
                  </a:lnTo>
                  <a:lnTo>
                    <a:pt x="444341" y="78772"/>
                  </a:lnTo>
                  <a:lnTo>
                    <a:pt x="444056" y="79343"/>
                  </a:lnTo>
                  <a:lnTo>
                    <a:pt x="443484" y="79534"/>
                  </a:lnTo>
                  <a:lnTo>
                    <a:pt x="442722" y="79153"/>
                  </a:lnTo>
                  <a:lnTo>
                    <a:pt x="442055" y="78296"/>
                  </a:lnTo>
                  <a:lnTo>
                    <a:pt x="441579" y="77248"/>
                  </a:lnTo>
                  <a:lnTo>
                    <a:pt x="441008" y="76391"/>
                  </a:lnTo>
                  <a:lnTo>
                    <a:pt x="439865" y="76105"/>
                  </a:lnTo>
                  <a:lnTo>
                    <a:pt x="438721" y="76486"/>
                  </a:lnTo>
                  <a:lnTo>
                    <a:pt x="438531" y="77248"/>
                  </a:lnTo>
                  <a:lnTo>
                    <a:pt x="439103" y="79153"/>
                  </a:lnTo>
                  <a:lnTo>
                    <a:pt x="439293" y="80581"/>
                  </a:lnTo>
                  <a:lnTo>
                    <a:pt x="439103" y="81248"/>
                  </a:lnTo>
                  <a:lnTo>
                    <a:pt x="438436" y="81153"/>
                  </a:lnTo>
                  <a:lnTo>
                    <a:pt x="436436" y="79915"/>
                  </a:lnTo>
                  <a:lnTo>
                    <a:pt x="435864" y="79629"/>
                  </a:lnTo>
                  <a:lnTo>
                    <a:pt x="435197" y="79534"/>
                  </a:lnTo>
                  <a:lnTo>
                    <a:pt x="434054" y="79724"/>
                  </a:lnTo>
                  <a:lnTo>
                    <a:pt x="432054" y="79438"/>
                  </a:lnTo>
                  <a:lnTo>
                    <a:pt x="431102" y="79438"/>
                  </a:lnTo>
                  <a:lnTo>
                    <a:pt x="430435" y="80105"/>
                  </a:lnTo>
                  <a:lnTo>
                    <a:pt x="430721" y="80391"/>
                  </a:lnTo>
                  <a:lnTo>
                    <a:pt x="430911" y="80677"/>
                  </a:lnTo>
                  <a:lnTo>
                    <a:pt x="431197" y="81534"/>
                  </a:lnTo>
                  <a:lnTo>
                    <a:pt x="429959" y="81725"/>
                  </a:lnTo>
                  <a:lnTo>
                    <a:pt x="429387" y="82677"/>
                  </a:lnTo>
                  <a:lnTo>
                    <a:pt x="429101" y="83725"/>
                  </a:lnTo>
                  <a:lnTo>
                    <a:pt x="428815" y="84201"/>
                  </a:lnTo>
                  <a:lnTo>
                    <a:pt x="427863" y="84296"/>
                  </a:lnTo>
                  <a:lnTo>
                    <a:pt x="425958" y="84963"/>
                  </a:lnTo>
                  <a:lnTo>
                    <a:pt x="424910" y="85058"/>
                  </a:lnTo>
                  <a:lnTo>
                    <a:pt x="424625" y="85344"/>
                  </a:lnTo>
                  <a:lnTo>
                    <a:pt x="423863" y="86677"/>
                  </a:lnTo>
                  <a:lnTo>
                    <a:pt x="423386" y="86963"/>
                  </a:lnTo>
                  <a:lnTo>
                    <a:pt x="422910" y="86963"/>
                  </a:lnTo>
                  <a:lnTo>
                    <a:pt x="420338" y="87535"/>
                  </a:lnTo>
                  <a:lnTo>
                    <a:pt x="417100" y="87821"/>
                  </a:lnTo>
                  <a:lnTo>
                    <a:pt x="417862" y="89345"/>
                  </a:lnTo>
                  <a:lnTo>
                    <a:pt x="417481" y="90297"/>
                  </a:lnTo>
                  <a:lnTo>
                    <a:pt x="416433" y="90868"/>
                  </a:lnTo>
                  <a:lnTo>
                    <a:pt x="415100" y="90964"/>
                  </a:lnTo>
                  <a:lnTo>
                    <a:pt x="414052" y="90773"/>
                  </a:lnTo>
                  <a:lnTo>
                    <a:pt x="413004" y="90297"/>
                  </a:lnTo>
                  <a:lnTo>
                    <a:pt x="412052" y="90297"/>
                  </a:lnTo>
                  <a:lnTo>
                    <a:pt x="411004" y="90964"/>
                  </a:lnTo>
                  <a:lnTo>
                    <a:pt x="410623" y="92107"/>
                  </a:lnTo>
                  <a:lnTo>
                    <a:pt x="410623" y="93345"/>
                  </a:lnTo>
                  <a:lnTo>
                    <a:pt x="411004" y="96107"/>
                  </a:lnTo>
                  <a:lnTo>
                    <a:pt x="410432" y="97060"/>
                  </a:lnTo>
                  <a:lnTo>
                    <a:pt x="409194" y="97060"/>
                  </a:lnTo>
                  <a:lnTo>
                    <a:pt x="407003" y="96393"/>
                  </a:lnTo>
                  <a:lnTo>
                    <a:pt x="405670" y="96583"/>
                  </a:lnTo>
                  <a:lnTo>
                    <a:pt x="404717" y="97346"/>
                  </a:lnTo>
                  <a:lnTo>
                    <a:pt x="403860" y="98203"/>
                  </a:lnTo>
                  <a:lnTo>
                    <a:pt x="402812" y="98679"/>
                  </a:lnTo>
                  <a:lnTo>
                    <a:pt x="402241" y="99060"/>
                  </a:lnTo>
                  <a:lnTo>
                    <a:pt x="398717" y="102013"/>
                  </a:lnTo>
                  <a:lnTo>
                    <a:pt x="398145" y="102394"/>
                  </a:lnTo>
                  <a:lnTo>
                    <a:pt x="397573" y="102679"/>
                  </a:lnTo>
                  <a:lnTo>
                    <a:pt x="397097" y="102679"/>
                  </a:lnTo>
                  <a:lnTo>
                    <a:pt x="396907" y="102679"/>
                  </a:lnTo>
                  <a:lnTo>
                    <a:pt x="396431" y="102299"/>
                  </a:lnTo>
                  <a:lnTo>
                    <a:pt x="396145" y="101822"/>
                  </a:lnTo>
                  <a:lnTo>
                    <a:pt x="395954" y="101251"/>
                  </a:lnTo>
                  <a:lnTo>
                    <a:pt x="395669" y="100679"/>
                  </a:lnTo>
                  <a:lnTo>
                    <a:pt x="393859" y="98393"/>
                  </a:lnTo>
                  <a:lnTo>
                    <a:pt x="393383" y="98012"/>
                  </a:lnTo>
                  <a:lnTo>
                    <a:pt x="392144" y="97346"/>
                  </a:lnTo>
                  <a:lnTo>
                    <a:pt x="391573" y="96869"/>
                  </a:lnTo>
                  <a:lnTo>
                    <a:pt x="390715" y="95536"/>
                  </a:lnTo>
                  <a:lnTo>
                    <a:pt x="390144" y="94297"/>
                  </a:lnTo>
                  <a:lnTo>
                    <a:pt x="389382" y="93535"/>
                  </a:lnTo>
                  <a:lnTo>
                    <a:pt x="387001" y="92964"/>
                  </a:lnTo>
                  <a:lnTo>
                    <a:pt x="385763" y="92297"/>
                  </a:lnTo>
                  <a:lnTo>
                    <a:pt x="384524" y="91440"/>
                  </a:lnTo>
                  <a:lnTo>
                    <a:pt x="383858" y="90488"/>
                  </a:lnTo>
                  <a:lnTo>
                    <a:pt x="383858" y="89535"/>
                  </a:lnTo>
                  <a:lnTo>
                    <a:pt x="384238" y="85344"/>
                  </a:lnTo>
                  <a:lnTo>
                    <a:pt x="384048" y="84106"/>
                  </a:lnTo>
                  <a:lnTo>
                    <a:pt x="383381" y="83249"/>
                  </a:lnTo>
                  <a:lnTo>
                    <a:pt x="382524" y="82677"/>
                  </a:lnTo>
                  <a:lnTo>
                    <a:pt x="381381" y="82391"/>
                  </a:lnTo>
                  <a:lnTo>
                    <a:pt x="379476" y="82487"/>
                  </a:lnTo>
                  <a:lnTo>
                    <a:pt x="378809" y="82391"/>
                  </a:lnTo>
                  <a:lnTo>
                    <a:pt x="378238" y="82105"/>
                  </a:lnTo>
                  <a:lnTo>
                    <a:pt x="377095" y="81248"/>
                  </a:lnTo>
                  <a:lnTo>
                    <a:pt x="376523" y="81058"/>
                  </a:lnTo>
                  <a:lnTo>
                    <a:pt x="375952" y="81153"/>
                  </a:lnTo>
                  <a:lnTo>
                    <a:pt x="374904" y="81439"/>
                  </a:lnTo>
                  <a:lnTo>
                    <a:pt x="374333" y="81534"/>
                  </a:lnTo>
                  <a:lnTo>
                    <a:pt x="374047" y="81820"/>
                  </a:lnTo>
                  <a:lnTo>
                    <a:pt x="373666" y="82487"/>
                  </a:lnTo>
                  <a:lnTo>
                    <a:pt x="373285" y="83058"/>
                  </a:lnTo>
                  <a:lnTo>
                    <a:pt x="372713" y="83249"/>
                  </a:lnTo>
                  <a:lnTo>
                    <a:pt x="371856" y="82487"/>
                  </a:lnTo>
                  <a:lnTo>
                    <a:pt x="370904" y="79820"/>
                  </a:lnTo>
                  <a:lnTo>
                    <a:pt x="369665" y="79153"/>
                  </a:lnTo>
                  <a:lnTo>
                    <a:pt x="368522" y="79534"/>
                  </a:lnTo>
                  <a:lnTo>
                    <a:pt x="367570" y="80200"/>
                  </a:lnTo>
                  <a:lnTo>
                    <a:pt x="365855" y="82010"/>
                  </a:lnTo>
                  <a:lnTo>
                    <a:pt x="364808" y="82772"/>
                  </a:lnTo>
                  <a:lnTo>
                    <a:pt x="363760" y="83344"/>
                  </a:lnTo>
                  <a:lnTo>
                    <a:pt x="362617" y="83629"/>
                  </a:lnTo>
                  <a:lnTo>
                    <a:pt x="361379" y="83725"/>
                  </a:lnTo>
                  <a:lnTo>
                    <a:pt x="359950" y="84010"/>
                  </a:lnTo>
                  <a:lnTo>
                    <a:pt x="357950" y="85344"/>
                  </a:lnTo>
                  <a:lnTo>
                    <a:pt x="356807" y="85534"/>
                  </a:lnTo>
                  <a:lnTo>
                    <a:pt x="355663" y="85058"/>
                  </a:lnTo>
                  <a:lnTo>
                    <a:pt x="354997" y="84106"/>
                  </a:lnTo>
                  <a:lnTo>
                    <a:pt x="354616" y="82867"/>
                  </a:lnTo>
                  <a:lnTo>
                    <a:pt x="354140" y="81725"/>
                  </a:lnTo>
                  <a:lnTo>
                    <a:pt x="352996" y="80772"/>
                  </a:lnTo>
                  <a:lnTo>
                    <a:pt x="350711" y="79915"/>
                  </a:lnTo>
                  <a:lnTo>
                    <a:pt x="349663" y="79153"/>
                  </a:lnTo>
                  <a:lnTo>
                    <a:pt x="349186" y="78200"/>
                  </a:lnTo>
                  <a:lnTo>
                    <a:pt x="348234" y="75343"/>
                  </a:lnTo>
                  <a:lnTo>
                    <a:pt x="347663" y="74771"/>
                  </a:lnTo>
                  <a:lnTo>
                    <a:pt x="346519" y="74390"/>
                  </a:lnTo>
                  <a:lnTo>
                    <a:pt x="344424" y="72866"/>
                  </a:lnTo>
                  <a:lnTo>
                    <a:pt x="343471" y="72485"/>
                  </a:lnTo>
                  <a:lnTo>
                    <a:pt x="340900" y="72390"/>
                  </a:lnTo>
                  <a:lnTo>
                    <a:pt x="336042" y="73533"/>
                  </a:lnTo>
                  <a:lnTo>
                    <a:pt x="329184" y="73819"/>
                  </a:lnTo>
                  <a:lnTo>
                    <a:pt x="328613" y="74009"/>
                  </a:lnTo>
                  <a:lnTo>
                    <a:pt x="327565" y="74962"/>
                  </a:lnTo>
                  <a:lnTo>
                    <a:pt x="326993" y="75152"/>
                  </a:lnTo>
                  <a:lnTo>
                    <a:pt x="325565" y="75057"/>
                  </a:lnTo>
                  <a:lnTo>
                    <a:pt x="324993" y="74962"/>
                  </a:lnTo>
                  <a:lnTo>
                    <a:pt x="321469" y="73533"/>
                  </a:lnTo>
                  <a:lnTo>
                    <a:pt x="320231" y="73342"/>
                  </a:lnTo>
                  <a:lnTo>
                    <a:pt x="318897" y="73438"/>
                  </a:lnTo>
                  <a:lnTo>
                    <a:pt x="317849" y="73819"/>
                  </a:lnTo>
                  <a:lnTo>
                    <a:pt x="316992" y="74295"/>
                  </a:lnTo>
                  <a:lnTo>
                    <a:pt x="316040" y="75152"/>
                  </a:lnTo>
                  <a:lnTo>
                    <a:pt x="315182" y="76009"/>
                  </a:lnTo>
                  <a:lnTo>
                    <a:pt x="314801" y="76391"/>
                  </a:lnTo>
                  <a:lnTo>
                    <a:pt x="314230" y="76486"/>
                  </a:lnTo>
                  <a:lnTo>
                    <a:pt x="313563" y="76200"/>
                  </a:lnTo>
                  <a:lnTo>
                    <a:pt x="312801" y="74962"/>
                  </a:lnTo>
                  <a:lnTo>
                    <a:pt x="312230" y="74771"/>
                  </a:lnTo>
                  <a:lnTo>
                    <a:pt x="310991" y="74867"/>
                  </a:lnTo>
                  <a:lnTo>
                    <a:pt x="307372" y="76105"/>
                  </a:lnTo>
                  <a:lnTo>
                    <a:pt x="305943" y="75914"/>
                  </a:lnTo>
                  <a:lnTo>
                    <a:pt x="304895" y="75152"/>
                  </a:lnTo>
                  <a:lnTo>
                    <a:pt x="304038" y="74295"/>
                  </a:lnTo>
                  <a:lnTo>
                    <a:pt x="303657" y="74104"/>
                  </a:lnTo>
                  <a:lnTo>
                    <a:pt x="303181" y="73819"/>
                  </a:lnTo>
                  <a:lnTo>
                    <a:pt x="302705" y="73724"/>
                  </a:lnTo>
                  <a:lnTo>
                    <a:pt x="301942" y="73057"/>
                  </a:lnTo>
                  <a:lnTo>
                    <a:pt x="301371" y="72962"/>
                  </a:lnTo>
                  <a:lnTo>
                    <a:pt x="299657" y="73057"/>
                  </a:lnTo>
                  <a:lnTo>
                    <a:pt x="299085" y="72962"/>
                  </a:lnTo>
                  <a:lnTo>
                    <a:pt x="297942" y="72390"/>
                  </a:lnTo>
                  <a:lnTo>
                    <a:pt x="297085" y="71533"/>
                  </a:lnTo>
                  <a:lnTo>
                    <a:pt x="295656" y="69533"/>
                  </a:lnTo>
                  <a:lnTo>
                    <a:pt x="294704" y="68675"/>
                  </a:lnTo>
                  <a:lnTo>
                    <a:pt x="282797" y="64294"/>
                  </a:lnTo>
                  <a:lnTo>
                    <a:pt x="281845" y="63532"/>
                  </a:lnTo>
                  <a:lnTo>
                    <a:pt x="281464" y="63151"/>
                  </a:lnTo>
                  <a:lnTo>
                    <a:pt x="281083" y="62484"/>
                  </a:lnTo>
                  <a:lnTo>
                    <a:pt x="280130" y="60484"/>
                  </a:lnTo>
                  <a:lnTo>
                    <a:pt x="279749" y="60198"/>
                  </a:lnTo>
                  <a:lnTo>
                    <a:pt x="278702" y="60008"/>
                  </a:lnTo>
                  <a:lnTo>
                    <a:pt x="277940" y="59626"/>
                  </a:lnTo>
                  <a:lnTo>
                    <a:pt x="277749" y="60579"/>
                  </a:lnTo>
                  <a:lnTo>
                    <a:pt x="277463" y="62293"/>
                  </a:lnTo>
                  <a:lnTo>
                    <a:pt x="276701" y="62865"/>
                  </a:lnTo>
                  <a:lnTo>
                    <a:pt x="274606" y="62865"/>
                  </a:lnTo>
                  <a:lnTo>
                    <a:pt x="273653" y="63055"/>
                  </a:lnTo>
                  <a:lnTo>
                    <a:pt x="272986" y="63437"/>
                  </a:lnTo>
                  <a:lnTo>
                    <a:pt x="272510" y="64103"/>
                  </a:lnTo>
                  <a:lnTo>
                    <a:pt x="271939" y="65151"/>
                  </a:lnTo>
                  <a:lnTo>
                    <a:pt x="271939" y="65246"/>
                  </a:lnTo>
                  <a:lnTo>
                    <a:pt x="271939" y="65246"/>
                  </a:lnTo>
                  <a:lnTo>
                    <a:pt x="271939" y="65246"/>
                  </a:lnTo>
                  <a:lnTo>
                    <a:pt x="271272" y="66484"/>
                  </a:lnTo>
                  <a:lnTo>
                    <a:pt x="270700" y="67913"/>
                  </a:lnTo>
                  <a:lnTo>
                    <a:pt x="270510" y="69437"/>
                  </a:lnTo>
                  <a:lnTo>
                    <a:pt x="270891" y="72200"/>
                  </a:lnTo>
                  <a:lnTo>
                    <a:pt x="270986" y="73724"/>
                  </a:lnTo>
                  <a:lnTo>
                    <a:pt x="270700" y="75057"/>
                  </a:lnTo>
                  <a:lnTo>
                    <a:pt x="269938" y="76009"/>
                  </a:lnTo>
                  <a:lnTo>
                    <a:pt x="268510" y="77438"/>
                  </a:lnTo>
                  <a:lnTo>
                    <a:pt x="266033" y="80867"/>
                  </a:lnTo>
                  <a:lnTo>
                    <a:pt x="264223" y="81820"/>
                  </a:lnTo>
                  <a:lnTo>
                    <a:pt x="263461" y="81820"/>
                  </a:lnTo>
                  <a:lnTo>
                    <a:pt x="241078" y="82391"/>
                  </a:lnTo>
                  <a:lnTo>
                    <a:pt x="237173" y="83725"/>
                  </a:lnTo>
                  <a:lnTo>
                    <a:pt x="227648" y="88868"/>
                  </a:lnTo>
                  <a:lnTo>
                    <a:pt x="226123" y="90011"/>
                  </a:lnTo>
                  <a:lnTo>
                    <a:pt x="225171" y="91630"/>
                  </a:lnTo>
                  <a:lnTo>
                    <a:pt x="224885" y="94202"/>
                  </a:lnTo>
                  <a:lnTo>
                    <a:pt x="225933" y="99250"/>
                  </a:lnTo>
                  <a:lnTo>
                    <a:pt x="226123" y="101822"/>
                  </a:lnTo>
                  <a:lnTo>
                    <a:pt x="225361" y="104013"/>
                  </a:lnTo>
                  <a:lnTo>
                    <a:pt x="223456" y="107537"/>
                  </a:lnTo>
                  <a:lnTo>
                    <a:pt x="217837" y="117920"/>
                  </a:lnTo>
                  <a:lnTo>
                    <a:pt x="216979" y="120015"/>
                  </a:lnTo>
                  <a:lnTo>
                    <a:pt x="216313" y="122587"/>
                  </a:lnTo>
                  <a:lnTo>
                    <a:pt x="216122" y="123920"/>
                  </a:lnTo>
                  <a:lnTo>
                    <a:pt x="216122" y="125254"/>
                  </a:lnTo>
                  <a:lnTo>
                    <a:pt x="216408" y="126587"/>
                  </a:lnTo>
                  <a:lnTo>
                    <a:pt x="217075" y="129064"/>
                  </a:lnTo>
                  <a:lnTo>
                    <a:pt x="217265" y="130397"/>
                  </a:lnTo>
                  <a:lnTo>
                    <a:pt x="216979" y="133064"/>
                  </a:lnTo>
                  <a:lnTo>
                    <a:pt x="216408" y="135446"/>
                  </a:lnTo>
                  <a:lnTo>
                    <a:pt x="215456" y="137731"/>
                  </a:lnTo>
                  <a:lnTo>
                    <a:pt x="211360" y="144113"/>
                  </a:lnTo>
                  <a:lnTo>
                    <a:pt x="210217" y="145351"/>
                  </a:lnTo>
                  <a:lnTo>
                    <a:pt x="208502" y="146780"/>
                  </a:lnTo>
                  <a:lnTo>
                    <a:pt x="206692" y="147447"/>
                  </a:lnTo>
                  <a:lnTo>
                    <a:pt x="202883" y="148304"/>
                  </a:lnTo>
                  <a:lnTo>
                    <a:pt x="201930" y="148780"/>
                  </a:lnTo>
                  <a:lnTo>
                    <a:pt x="201073" y="149257"/>
                  </a:lnTo>
                  <a:lnTo>
                    <a:pt x="200501" y="150114"/>
                  </a:lnTo>
                  <a:lnTo>
                    <a:pt x="199644" y="152686"/>
                  </a:lnTo>
                  <a:lnTo>
                    <a:pt x="199073" y="153162"/>
                  </a:lnTo>
                  <a:lnTo>
                    <a:pt x="198501" y="152971"/>
                  </a:lnTo>
                  <a:lnTo>
                    <a:pt x="197548" y="152591"/>
                  </a:lnTo>
                  <a:lnTo>
                    <a:pt x="195453" y="152209"/>
                  </a:lnTo>
                  <a:lnTo>
                    <a:pt x="193453" y="152591"/>
                  </a:lnTo>
                  <a:lnTo>
                    <a:pt x="191548" y="153543"/>
                  </a:lnTo>
                  <a:lnTo>
                    <a:pt x="188119" y="156210"/>
                  </a:lnTo>
                  <a:lnTo>
                    <a:pt x="187452" y="157067"/>
                  </a:lnTo>
                  <a:lnTo>
                    <a:pt x="186976" y="158020"/>
                  </a:lnTo>
                  <a:lnTo>
                    <a:pt x="186976" y="159258"/>
                  </a:lnTo>
                  <a:lnTo>
                    <a:pt x="187452" y="162306"/>
                  </a:lnTo>
                  <a:lnTo>
                    <a:pt x="187452" y="163068"/>
                  </a:lnTo>
                  <a:lnTo>
                    <a:pt x="182499" y="161163"/>
                  </a:lnTo>
                  <a:lnTo>
                    <a:pt x="180975" y="160782"/>
                  </a:lnTo>
                  <a:lnTo>
                    <a:pt x="180118" y="160972"/>
                  </a:lnTo>
                  <a:lnTo>
                    <a:pt x="179261" y="161068"/>
                  </a:lnTo>
                  <a:lnTo>
                    <a:pt x="177736" y="161544"/>
                  </a:lnTo>
                  <a:lnTo>
                    <a:pt x="172784" y="164497"/>
                  </a:lnTo>
                  <a:lnTo>
                    <a:pt x="170593" y="165068"/>
                  </a:lnTo>
                  <a:lnTo>
                    <a:pt x="164116" y="165449"/>
                  </a:lnTo>
                  <a:lnTo>
                    <a:pt x="163068" y="165640"/>
                  </a:lnTo>
                  <a:lnTo>
                    <a:pt x="162115" y="166211"/>
                  </a:lnTo>
                  <a:lnTo>
                    <a:pt x="161354" y="166973"/>
                  </a:lnTo>
                  <a:lnTo>
                    <a:pt x="160115" y="168688"/>
                  </a:lnTo>
                  <a:lnTo>
                    <a:pt x="159353" y="169354"/>
                  </a:lnTo>
                  <a:lnTo>
                    <a:pt x="155067" y="171355"/>
                  </a:lnTo>
                  <a:lnTo>
                    <a:pt x="150495" y="172307"/>
                  </a:lnTo>
                  <a:lnTo>
                    <a:pt x="138970" y="172021"/>
                  </a:lnTo>
                  <a:lnTo>
                    <a:pt x="137922" y="172307"/>
                  </a:lnTo>
                  <a:lnTo>
                    <a:pt x="137065" y="173164"/>
                  </a:lnTo>
                  <a:lnTo>
                    <a:pt x="136874" y="174308"/>
                  </a:lnTo>
                  <a:lnTo>
                    <a:pt x="137255" y="175070"/>
                  </a:lnTo>
                  <a:lnTo>
                    <a:pt x="137731" y="175927"/>
                  </a:lnTo>
                  <a:lnTo>
                    <a:pt x="138017" y="177070"/>
                  </a:lnTo>
                  <a:lnTo>
                    <a:pt x="138303" y="177927"/>
                  </a:lnTo>
                  <a:lnTo>
                    <a:pt x="140970" y="180308"/>
                  </a:lnTo>
                  <a:lnTo>
                    <a:pt x="141732" y="181356"/>
                  </a:lnTo>
                  <a:lnTo>
                    <a:pt x="142113" y="181642"/>
                  </a:lnTo>
                  <a:lnTo>
                    <a:pt x="143446" y="182118"/>
                  </a:lnTo>
                  <a:lnTo>
                    <a:pt x="143732" y="182499"/>
                  </a:lnTo>
                  <a:lnTo>
                    <a:pt x="143637" y="182975"/>
                  </a:lnTo>
                  <a:lnTo>
                    <a:pt x="143351" y="183547"/>
                  </a:lnTo>
                  <a:lnTo>
                    <a:pt x="141923" y="184595"/>
                  </a:lnTo>
                  <a:lnTo>
                    <a:pt x="137827" y="185928"/>
                  </a:lnTo>
                  <a:lnTo>
                    <a:pt x="136398" y="187262"/>
                  </a:lnTo>
                  <a:lnTo>
                    <a:pt x="136398" y="188214"/>
                  </a:lnTo>
                  <a:lnTo>
                    <a:pt x="136493" y="191548"/>
                  </a:lnTo>
                  <a:lnTo>
                    <a:pt x="136684" y="192310"/>
                  </a:lnTo>
                  <a:lnTo>
                    <a:pt x="137541" y="193072"/>
                  </a:lnTo>
                  <a:lnTo>
                    <a:pt x="137731" y="193738"/>
                  </a:lnTo>
                  <a:lnTo>
                    <a:pt x="137160" y="195739"/>
                  </a:lnTo>
                  <a:lnTo>
                    <a:pt x="136969" y="198215"/>
                  </a:lnTo>
                  <a:lnTo>
                    <a:pt x="136588" y="199358"/>
                  </a:lnTo>
                  <a:lnTo>
                    <a:pt x="135922" y="200120"/>
                  </a:lnTo>
                  <a:lnTo>
                    <a:pt x="134874" y="200406"/>
                  </a:lnTo>
                  <a:lnTo>
                    <a:pt x="132683" y="200596"/>
                  </a:lnTo>
                  <a:lnTo>
                    <a:pt x="131636" y="200787"/>
                  </a:lnTo>
                  <a:lnTo>
                    <a:pt x="128111" y="202501"/>
                  </a:lnTo>
                  <a:lnTo>
                    <a:pt x="123349" y="206312"/>
                  </a:lnTo>
                  <a:lnTo>
                    <a:pt x="123063" y="206407"/>
                  </a:lnTo>
                  <a:lnTo>
                    <a:pt x="119825" y="208026"/>
                  </a:lnTo>
                  <a:lnTo>
                    <a:pt x="118396" y="209455"/>
                  </a:lnTo>
                  <a:lnTo>
                    <a:pt x="117729" y="210312"/>
                  </a:lnTo>
                  <a:lnTo>
                    <a:pt x="117062" y="210979"/>
                  </a:lnTo>
                  <a:lnTo>
                    <a:pt x="116300" y="211550"/>
                  </a:lnTo>
                  <a:lnTo>
                    <a:pt x="112490" y="213170"/>
                  </a:lnTo>
                  <a:lnTo>
                    <a:pt x="111538" y="213360"/>
                  </a:lnTo>
                  <a:lnTo>
                    <a:pt x="111061" y="213265"/>
                  </a:lnTo>
                  <a:lnTo>
                    <a:pt x="109538" y="212693"/>
                  </a:lnTo>
                  <a:lnTo>
                    <a:pt x="108966" y="212693"/>
                  </a:lnTo>
                  <a:lnTo>
                    <a:pt x="108490" y="212788"/>
                  </a:lnTo>
                  <a:lnTo>
                    <a:pt x="107918" y="212884"/>
                  </a:lnTo>
                  <a:lnTo>
                    <a:pt x="107347" y="212598"/>
                  </a:lnTo>
                  <a:lnTo>
                    <a:pt x="103918" y="209359"/>
                  </a:lnTo>
                  <a:lnTo>
                    <a:pt x="102489" y="209455"/>
                  </a:lnTo>
                  <a:lnTo>
                    <a:pt x="100775" y="211074"/>
                  </a:lnTo>
                  <a:lnTo>
                    <a:pt x="95631" y="218027"/>
                  </a:lnTo>
                  <a:lnTo>
                    <a:pt x="94774" y="218408"/>
                  </a:lnTo>
                  <a:lnTo>
                    <a:pt x="94202" y="217742"/>
                  </a:lnTo>
                  <a:lnTo>
                    <a:pt x="93250" y="215455"/>
                  </a:lnTo>
                  <a:lnTo>
                    <a:pt x="92964" y="214503"/>
                  </a:lnTo>
                  <a:lnTo>
                    <a:pt x="93059" y="211836"/>
                  </a:lnTo>
                  <a:lnTo>
                    <a:pt x="92964" y="210788"/>
                  </a:lnTo>
                  <a:lnTo>
                    <a:pt x="92583" y="209645"/>
                  </a:lnTo>
                  <a:lnTo>
                    <a:pt x="92011" y="208597"/>
                  </a:lnTo>
                  <a:lnTo>
                    <a:pt x="91250" y="207835"/>
                  </a:lnTo>
                  <a:lnTo>
                    <a:pt x="88392" y="206502"/>
                  </a:lnTo>
                  <a:lnTo>
                    <a:pt x="86868" y="205550"/>
                  </a:lnTo>
                  <a:lnTo>
                    <a:pt x="81534" y="200216"/>
                  </a:lnTo>
                  <a:lnTo>
                    <a:pt x="80105" y="199263"/>
                  </a:lnTo>
                  <a:lnTo>
                    <a:pt x="78581" y="198501"/>
                  </a:lnTo>
                  <a:lnTo>
                    <a:pt x="75438" y="198406"/>
                  </a:lnTo>
                  <a:lnTo>
                    <a:pt x="69152" y="200596"/>
                  </a:lnTo>
                  <a:lnTo>
                    <a:pt x="66008" y="200882"/>
                  </a:lnTo>
                  <a:lnTo>
                    <a:pt x="58865" y="199834"/>
                  </a:lnTo>
                  <a:lnTo>
                    <a:pt x="55435" y="198406"/>
                  </a:lnTo>
                  <a:lnTo>
                    <a:pt x="52959" y="195739"/>
                  </a:lnTo>
                  <a:lnTo>
                    <a:pt x="49530" y="192596"/>
                  </a:lnTo>
                  <a:lnTo>
                    <a:pt x="49149" y="192405"/>
                  </a:lnTo>
                  <a:lnTo>
                    <a:pt x="48768" y="192214"/>
                  </a:lnTo>
                  <a:lnTo>
                    <a:pt x="48196" y="192119"/>
                  </a:lnTo>
                  <a:lnTo>
                    <a:pt x="47720" y="191834"/>
                  </a:lnTo>
                  <a:lnTo>
                    <a:pt x="47434" y="191452"/>
                  </a:lnTo>
                  <a:lnTo>
                    <a:pt x="47054" y="190976"/>
                  </a:lnTo>
                  <a:lnTo>
                    <a:pt x="47054" y="190691"/>
                  </a:lnTo>
                  <a:lnTo>
                    <a:pt x="47244" y="190024"/>
                  </a:lnTo>
                  <a:lnTo>
                    <a:pt x="47244" y="189738"/>
                  </a:lnTo>
                  <a:lnTo>
                    <a:pt x="46387" y="188976"/>
                  </a:lnTo>
                  <a:lnTo>
                    <a:pt x="46292" y="188976"/>
                  </a:lnTo>
                  <a:lnTo>
                    <a:pt x="46196" y="188976"/>
                  </a:lnTo>
                  <a:lnTo>
                    <a:pt x="45529" y="188404"/>
                  </a:lnTo>
                  <a:lnTo>
                    <a:pt x="46006" y="187738"/>
                  </a:lnTo>
                  <a:lnTo>
                    <a:pt x="46006" y="187547"/>
                  </a:lnTo>
                  <a:lnTo>
                    <a:pt x="45529" y="187071"/>
                  </a:lnTo>
                  <a:lnTo>
                    <a:pt x="45148" y="186880"/>
                  </a:lnTo>
                  <a:lnTo>
                    <a:pt x="44767" y="186880"/>
                  </a:lnTo>
                  <a:lnTo>
                    <a:pt x="42005" y="187452"/>
                  </a:lnTo>
                  <a:lnTo>
                    <a:pt x="41243" y="187738"/>
                  </a:lnTo>
                  <a:lnTo>
                    <a:pt x="41624" y="188309"/>
                  </a:lnTo>
                  <a:lnTo>
                    <a:pt x="42196" y="190976"/>
                  </a:lnTo>
                  <a:lnTo>
                    <a:pt x="42291" y="192214"/>
                  </a:lnTo>
                  <a:lnTo>
                    <a:pt x="42005" y="193548"/>
                  </a:lnTo>
                  <a:lnTo>
                    <a:pt x="41243" y="194786"/>
                  </a:lnTo>
                  <a:lnTo>
                    <a:pt x="40005" y="196310"/>
                  </a:lnTo>
                  <a:lnTo>
                    <a:pt x="39433" y="197549"/>
                  </a:lnTo>
                  <a:lnTo>
                    <a:pt x="39052" y="199549"/>
                  </a:lnTo>
                  <a:lnTo>
                    <a:pt x="38767" y="200216"/>
                  </a:lnTo>
                  <a:lnTo>
                    <a:pt x="37624" y="201739"/>
                  </a:lnTo>
                  <a:lnTo>
                    <a:pt x="37338" y="202406"/>
                  </a:lnTo>
                  <a:lnTo>
                    <a:pt x="37052" y="203740"/>
                  </a:lnTo>
                  <a:lnTo>
                    <a:pt x="37338" y="207074"/>
                  </a:lnTo>
                  <a:lnTo>
                    <a:pt x="36862" y="208217"/>
                  </a:lnTo>
                  <a:lnTo>
                    <a:pt x="35909" y="208788"/>
                  </a:lnTo>
                  <a:lnTo>
                    <a:pt x="34671" y="208979"/>
                  </a:lnTo>
                  <a:lnTo>
                    <a:pt x="33528" y="208979"/>
                  </a:lnTo>
                  <a:lnTo>
                    <a:pt x="32766" y="209645"/>
                  </a:lnTo>
                  <a:lnTo>
                    <a:pt x="32480" y="210979"/>
                  </a:lnTo>
                  <a:lnTo>
                    <a:pt x="32385" y="212312"/>
                  </a:lnTo>
                  <a:lnTo>
                    <a:pt x="32385" y="212979"/>
                  </a:lnTo>
                  <a:lnTo>
                    <a:pt x="32766" y="213265"/>
                  </a:lnTo>
                  <a:lnTo>
                    <a:pt x="32956" y="213836"/>
                  </a:lnTo>
                  <a:lnTo>
                    <a:pt x="32956" y="214503"/>
                  </a:lnTo>
                  <a:lnTo>
                    <a:pt x="32385" y="214789"/>
                  </a:lnTo>
                  <a:lnTo>
                    <a:pt x="32099" y="215075"/>
                  </a:lnTo>
                  <a:lnTo>
                    <a:pt x="32385" y="215741"/>
                  </a:lnTo>
                  <a:lnTo>
                    <a:pt x="34290" y="218218"/>
                  </a:lnTo>
                  <a:lnTo>
                    <a:pt x="34385" y="218504"/>
                  </a:lnTo>
                  <a:lnTo>
                    <a:pt x="34290" y="219266"/>
                  </a:lnTo>
                  <a:lnTo>
                    <a:pt x="34195" y="219837"/>
                  </a:lnTo>
                  <a:lnTo>
                    <a:pt x="34195" y="220313"/>
                  </a:lnTo>
                  <a:lnTo>
                    <a:pt x="34766" y="220885"/>
                  </a:lnTo>
                  <a:lnTo>
                    <a:pt x="33528" y="222695"/>
                  </a:lnTo>
                  <a:lnTo>
                    <a:pt x="33147" y="223647"/>
                  </a:lnTo>
                  <a:lnTo>
                    <a:pt x="32861" y="226219"/>
                  </a:lnTo>
                  <a:lnTo>
                    <a:pt x="32099" y="228695"/>
                  </a:lnTo>
                  <a:lnTo>
                    <a:pt x="31909" y="229934"/>
                  </a:lnTo>
                  <a:lnTo>
                    <a:pt x="31718" y="230505"/>
                  </a:lnTo>
                  <a:lnTo>
                    <a:pt x="30956" y="231743"/>
                  </a:lnTo>
                  <a:lnTo>
                    <a:pt x="30766" y="232505"/>
                  </a:lnTo>
                  <a:lnTo>
                    <a:pt x="30861" y="233172"/>
                  </a:lnTo>
                  <a:lnTo>
                    <a:pt x="31052" y="234410"/>
                  </a:lnTo>
                  <a:lnTo>
                    <a:pt x="31147" y="234887"/>
                  </a:lnTo>
                  <a:lnTo>
                    <a:pt x="30861" y="237172"/>
                  </a:lnTo>
                  <a:lnTo>
                    <a:pt x="30480" y="239268"/>
                  </a:lnTo>
                  <a:lnTo>
                    <a:pt x="28861" y="239839"/>
                  </a:lnTo>
                  <a:lnTo>
                    <a:pt x="28575" y="240887"/>
                  </a:lnTo>
                  <a:lnTo>
                    <a:pt x="27527" y="242697"/>
                  </a:lnTo>
                  <a:lnTo>
                    <a:pt x="25908" y="244030"/>
                  </a:lnTo>
                  <a:lnTo>
                    <a:pt x="24956" y="245174"/>
                  </a:lnTo>
                  <a:lnTo>
                    <a:pt x="24860" y="246602"/>
                  </a:lnTo>
                  <a:lnTo>
                    <a:pt x="25051" y="248317"/>
                  </a:lnTo>
                  <a:lnTo>
                    <a:pt x="24860" y="249841"/>
                  </a:lnTo>
                  <a:lnTo>
                    <a:pt x="24289" y="250603"/>
                  </a:lnTo>
                  <a:lnTo>
                    <a:pt x="23622" y="250698"/>
                  </a:lnTo>
                  <a:lnTo>
                    <a:pt x="22955" y="250698"/>
                  </a:lnTo>
                  <a:lnTo>
                    <a:pt x="22193" y="250793"/>
                  </a:lnTo>
                  <a:lnTo>
                    <a:pt x="21527" y="251174"/>
                  </a:lnTo>
                  <a:lnTo>
                    <a:pt x="21146" y="251650"/>
                  </a:lnTo>
                  <a:lnTo>
                    <a:pt x="20955" y="252127"/>
                  </a:lnTo>
                  <a:lnTo>
                    <a:pt x="18574" y="254889"/>
                  </a:lnTo>
                  <a:lnTo>
                    <a:pt x="17526" y="255556"/>
                  </a:lnTo>
                  <a:lnTo>
                    <a:pt x="16192" y="255937"/>
                  </a:lnTo>
                  <a:lnTo>
                    <a:pt x="13335" y="256318"/>
                  </a:lnTo>
                  <a:lnTo>
                    <a:pt x="12002" y="256984"/>
                  </a:lnTo>
                  <a:lnTo>
                    <a:pt x="11240" y="258318"/>
                  </a:lnTo>
                  <a:lnTo>
                    <a:pt x="11811" y="258413"/>
                  </a:lnTo>
                  <a:lnTo>
                    <a:pt x="12192" y="258604"/>
                  </a:lnTo>
                  <a:lnTo>
                    <a:pt x="12573" y="259080"/>
                  </a:lnTo>
                  <a:lnTo>
                    <a:pt x="13049" y="260604"/>
                  </a:lnTo>
                  <a:lnTo>
                    <a:pt x="13525" y="261080"/>
                  </a:lnTo>
                  <a:lnTo>
                    <a:pt x="14764" y="261652"/>
                  </a:lnTo>
                  <a:lnTo>
                    <a:pt x="15431" y="262223"/>
                  </a:lnTo>
                  <a:lnTo>
                    <a:pt x="15907" y="262985"/>
                  </a:lnTo>
                  <a:lnTo>
                    <a:pt x="16764" y="264605"/>
                  </a:lnTo>
                  <a:lnTo>
                    <a:pt x="20669" y="269653"/>
                  </a:lnTo>
                  <a:lnTo>
                    <a:pt x="21241" y="270891"/>
                  </a:lnTo>
                  <a:lnTo>
                    <a:pt x="17335" y="271081"/>
                  </a:lnTo>
                  <a:lnTo>
                    <a:pt x="12002" y="271463"/>
                  </a:lnTo>
                  <a:lnTo>
                    <a:pt x="8287" y="271653"/>
                  </a:lnTo>
                  <a:lnTo>
                    <a:pt x="8668" y="272987"/>
                  </a:lnTo>
                  <a:lnTo>
                    <a:pt x="7810" y="273939"/>
                  </a:lnTo>
                  <a:lnTo>
                    <a:pt x="5334" y="275272"/>
                  </a:lnTo>
                  <a:lnTo>
                    <a:pt x="3429" y="277177"/>
                  </a:lnTo>
                  <a:lnTo>
                    <a:pt x="1810" y="279273"/>
                  </a:lnTo>
                  <a:lnTo>
                    <a:pt x="286" y="282321"/>
                  </a:lnTo>
                  <a:lnTo>
                    <a:pt x="0" y="285083"/>
                  </a:lnTo>
                  <a:lnTo>
                    <a:pt x="95" y="285941"/>
                  </a:lnTo>
                  <a:lnTo>
                    <a:pt x="667" y="291465"/>
                  </a:lnTo>
                  <a:lnTo>
                    <a:pt x="2191" y="301085"/>
                  </a:lnTo>
                  <a:lnTo>
                    <a:pt x="2096" y="303562"/>
                  </a:lnTo>
                  <a:lnTo>
                    <a:pt x="381" y="307276"/>
                  </a:lnTo>
                  <a:lnTo>
                    <a:pt x="0" y="309277"/>
                  </a:lnTo>
                  <a:lnTo>
                    <a:pt x="1333" y="313944"/>
                  </a:lnTo>
                  <a:lnTo>
                    <a:pt x="4667" y="317087"/>
                  </a:lnTo>
                  <a:lnTo>
                    <a:pt x="8858" y="318897"/>
                  </a:lnTo>
                  <a:lnTo>
                    <a:pt x="13049" y="319183"/>
                  </a:lnTo>
                  <a:lnTo>
                    <a:pt x="16859" y="318992"/>
                  </a:lnTo>
                  <a:lnTo>
                    <a:pt x="18955" y="319088"/>
                  </a:lnTo>
                  <a:lnTo>
                    <a:pt x="20669" y="319564"/>
                  </a:lnTo>
                  <a:lnTo>
                    <a:pt x="21527" y="320040"/>
                  </a:lnTo>
                  <a:lnTo>
                    <a:pt x="22384" y="320802"/>
                  </a:lnTo>
                  <a:lnTo>
                    <a:pt x="22860" y="321755"/>
                  </a:lnTo>
                  <a:lnTo>
                    <a:pt x="22765" y="321850"/>
                  </a:lnTo>
                  <a:lnTo>
                    <a:pt x="22384" y="322517"/>
                  </a:lnTo>
                  <a:lnTo>
                    <a:pt x="21622" y="322802"/>
                  </a:lnTo>
                  <a:lnTo>
                    <a:pt x="19145" y="322993"/>
                  </a:lnTo>
                  <a:lnTo>
                    <a:pt x="18193" y="323564"/>
                  </a:lnTo>
                  <a:lnTo>
                    <a:pt x="18002" y="324517"/>
                  </a:lnTo>
                  <a:lnTo>
                    <a:pt x="18193" y="325564"/>
                  </a:lnTo>
                  <a:lnTo>
                    <a:pt x="18288" y="326612"/>
                  </a:lnTo>
                  <a:lnTo>
                    <a:pt x="18002" y="327850"/>
                  </a:lnTo>
                  <a:lnTo>
                    <a:pt x="17526" y="328613"/>
                  </a:lnTo>
                  <a:lnTo>
                    <a:pt x="15716" y="329660"/>
                  </a:lnTo>
                  <a:lnTo>
                    <a:pt x="14192" y="330994"/>
                  </a:lnTo>
                  <a:lnTo>
                    <a:pt x="12192" y="333756"/>
                  </a:lnTo>
                  <a:lnTo>
                    <a:pt x="9715" y="337185"/>
                  </a:lnTo>
                  <a:lnTo>
                    <a:pt x="6763" y="341090"/>
                  </a:lnTo>
                  <a:lnTo>
                    <a:pt x="4286" y="344519"/>
                  </a:lnTo>
                  <a:lnTo>
                    <a:pt x="3905" y="345376"/>
                  </a:lnTo>
                  <a:lnTo>
                    <a:pt x="4000" y="350330"/>
                  </a:lnTo>
                  <a:lnTo>
                    <a:pt x="4763" y="354330"/>
                  </a:lnTo>
                  <a:lnTo>
                    <a:pt x="6286" y="359474"/>
                  </a:lnTo>
                  <a:lnTo>
                    <a:pt x="8096" y="365474"/>
                  </a:lnTo>
                  <a:lnTo>
                    <a:pt x="9906" y="371761"/>
                  </a:lnTo>
                  <a:lnTo>
                    <a:pt x="11811" y="378238"/>
                  </a:lnTo>
                  <a:lnTo>
                    <a:pt x="14002" y="385477"/>
                  </a:lnTo>
                  <a:lnTo>
                    <a:pt x="16288" y="394049"/>
                  </a:lnTo>
                  <a:lnTo>
                    <a:pt x="18098" y="400717"/>
                  </a:lnTo>
                  <a:lnTo>
                    <a:pt x="18002" y="405765"/>
                  </a:lnTo>
                  <a:lnTo>
                    <a:pt x="17240" y="410718"/>
                  </a:lnTo>
                  <a:lnTo>
                    <a:pt x="16954" y="411766"/>
                  </a:lnTo>
                  <a:lnTo>
                    <a:pt x="15621" y="413480"/>
                  </a:lnTo>
                  <a:lnTo>
                    <a:pt x="15145" y="414433"/>
                  </a:lnTo>
                  <a:lnTo>
                    <a:pt x="15335" y="414814"/>
                  </a:lnTo>
                  <a:lnTo>
                    <a:pt x="15811" y="415100"/>
                  </a:lnTo>
                  <a:lnTo>
                    <a:pt x="16097" y="415480"/>
                  </a:lnTo>
                  <a:lnTo>
                    <a:pt x="15621" y="416814"/>
                  </a:lnTo>
                  <a:lnTo>
                    <a:pt x="15811" y="417481"/>
                  </a:lnTo>
                  <a:lnTo>
                    <a:pt x="16002" y="418052"/>
                  </a:lnTo>
                  <a:lnTo>
                    <a:pt x="16192" y="418719"/>
                  </a:lnTo>
                  <a:lnTo>
                    <a:pt x="16288" y="420052"/>
                  </a:lnTo>
                  <a:lnTo>
                    <a:pt x="15907" y="423863"/>
                  </a:lnTo>
                  <a:lnTo>
                    <a:pt x="16002" y="426815"/>
                  </a:lnTo>
                  <a:lnTo>
                    <a:pt x="16764" y="432530"/>
                  </a:lnTo>
                  <a:lnTo>
                    <a:pt x="16097" y="437102"/>
                  </a:lnTo>
                  <a:lnTo>
                    <a:pt x="16192" y="438531"/>
                  </a:lnTo>
                  <a:lnTo>
                    <a:pt x="17050" y="441579"/>
                  </a:lnTo>
                  <a:lnTo>
                    <a:pt x="17621" y="447294"/>
                  </a:lnTo>
                  <a:lnTo>
                    <a:pt x="19431" y="448056"/>
                  </a:lnTo>
                  <a:lnTo>
                    <a:pt x="24765" y="448818"/>
                  </a:lnTo>
                  <a:lnTo>
                    <a:pt x="33528" y="450056"/>
                  </a:lnTo>
                  <a:lnTo>
                    <a:pt x="33623" y="450151"/>
                  </a:lnTo>
                  <a:lnTo>
                    <a:pt x="42577" y="451390"/>
                  </a:lnTo>
                  <a:lnTo>
                    <a:pt x="52864" y="452914"/>
                  </a:lnTo>
                  <a:lnTo>
                    <a:pt x="58960" y="453771"/>
                  </a:lnTo>
                  <a:lnTo>
                    <a:pt x="61913" y="454247"/>
                  </a:lnTo>
                  <a:lnTo>
                    <a:pt x="63246" y="454724"/>
                  </a:lnTo>
                  <a:lnTo>
                    <a:pt x="64294" y="455581"/>
                  </a:lnTo>
                  <a:lnTo>
                    <a:pt x="66104" y="457962"/>
                  </a:lnTo>
                  <a:lnTo>
                    <a:pt x="66484" y="459105"/>
                  </a:lnTo>
                  <a:lnTo>
                    <a:pt x="66104" y="461772"/>
                  </a:lnTo>
                  <a:lnTo>
                    <a:pt x="66199" y="462915"/>
                  </a:lnTo>
                  <a:lnTo>
                    <a:pt x="66675" y="464249"/>
                  </a:lnTo>
                  <a:lnTo>
                    <a:pt x="68104" y="466534"/>
                  </a:lnTo>
                  <a:lnTo>
                    <a:pt x="68580" y="467963"/>
                  </a:lnTo>
                  <a:lnTo>
                    <a:pt x="68580" y="469678"/>
                  </a:lnTo>
                  <a:lnTo>
                    <a:pt x="68771" y="470345"/>
                  </a:lnTo>
                  <a:lnTo>
                    <a:pt x="69628" y="472345"/>
                  </a:lnTo>
                  <a:lnTo>
                    <a:pt x="70294" y="474345"/>
                  </a:lnTo>
                  <a:lnTo>
                    <a:pt x="70580" y="475488"/>
                  </a:lnTo>
                  <a:lnTo>
                    <a:pt x="70580" y="476726"/>
                  </a:lnTo>
                  <a:lnTo>
                    <a:pt x="70199" y="477964"/>
                  </a:lnTo>
                  <a:lnTo>
                    <a:pt x="69152" y="479965"/>
                  </a:lnTo>
                  <a:lnTo>
                    <a:pt x="69437" y="480727"/>
                  </a:lnTo>
                  <a:lnTo>
                    <a:pt x="69628" y="484918"/>
                  </a:lnTo>
                  <a:lnTo>
                    <a:pt x="69342" y="485013"/>
                  </a:lnTo>
                  <a:lnTo>
                    <a:pt x="69152" y="485489"/>
                  </a:lnTo>
                  <a:lnTo>
                    <a:pt x="69056" y="486632"/>
                  </a:lnTo>
                  <a:lnTo>
                    <a:pt x="69152" y="486632"/>
                  </a:lnTo>
                  <a:lnTo>
                    <a:pt x="69342" y="487013"/>
                  </a:lnTo>
                  <a:lnTo>
                    <a:pt x="68390" y="487966"/>
                  </a:lnTo>
                  <a:lnTo>
                    <a:pt x="64008" y="493205"/>
                  </a:lnTo>
                  <a:lnTo>
                    <a:pt x="57436" y="501205"/>
                  </a:lnTo>
                  <a:lnTo>
                    <a:pt x="51340" y="508445"/>
                  </a:lnTo>
                  <a:lnTo>
                    <a:pt x="51340" y="508445"/>
                  </a:lnTo>
                  <a:lnTo>
                    <a:pt x="47054" y="513588"/>
                  </a:lnTo>
                  <a:lnTo>
                    <a:pt x="41338" y="520351"/>
                  </a:lnTo>
                  <a:lnTo>
                    <a:pt x="38386" y="523970"/>
                  </a:lnTo>
                  <a:lnTo>
                    <a:pt x="34004" y="529114"/>
                  </a:lnTo>
                  <a:lnTo>
                    <a:pt x="25908" y="538829"/>
                  </a:lnTo>
                  <a:lnTo>
                    <a:pt x="25908" y="538829"/>
                  </a:lnTo>
                  <a:lnTo>
                    <a:pt x="21908" y="543497"/>
                  </a:lnTo>
                  <a:lnTo>
                    <a:pt x="18859" y="547021"/>
                  </a:lnTo>
                  <a:lnTo>
                    <a:pt x="20479" y="547783"/>
                  </a:lnTo>
                  <a:lnTo>
                    <a:pt x="24289" y="549021"/>
                  </a:lnTo>
                  <a:lnTo>
                    <a:pt x="28670" y="550450"/>
                  </a:lnTo>
                  <a:lnTo>
                    <a:pt x="33052" y="551879"/>
                  </a:lnTo>
                  <a:lnTo>
                    <a:pt x="37433" y="553307"/>
                  </a:lnTo>
                  <a:lnTo>
                    <a:pt x="41815" y="554641"/>
                  </a:lnTo>
                  <a:lnTo>
                    <a:pt x="46196" y="556070"/>
                  </a:lnTo>
                  <a:lnTo>
                    <a:pt x="50578" y="557498"/>
                  </a:lnTo>
                  <a:lnTo>
                    <a:pt x="54959" y="558927"/>
                  </a:lnTo>
                  <a:lnTo>
                    <a:pt x="59341" y="560356"/>
                  </a:lnTo>
                  <a:lnTo>
                    <a:pt x="63722" y="561689"/>
                  </a:lnTo>
                  <a:lnTo>
                    <a:pt x="68104" y="563118"/>
                  </a:lnTo>
                  <a:lnTo>
                    <a:pt x="72485" y="564547"/>
                  </a:lnTo>
                  <a:lnTo>
                    <a:pt x="76867" y="565976"/>
                  </a:lnTo>
                  <a:lnTo>
                    <a:pt x="81248" y="567404"/>
                  </a:lnTo>
                  <a:lnTo>
                    <a:pt x="85630" y="568738"/>
                  </a:lnTo>
                  <a:lnTo>
                    <a:pt x="90106" y="570167"/>
                  </a:lnTo>
                  <a:lnTo>
                    <a:pt x="94488" y="571595"/>
                  </a:lnTo>
                  <a:lnTo>
                    <a:pt x="99441" y="573214"/>
                  </a:lnTo>
                  <a:lnTo>
                    <a:pt x="104870" y="574262"/>
                  </a:lnTo>
                  <a:lnTo>
                    <a:pt x="111442" y="573596"/>
                  </a:lnTo>
                  <a:lnTo>
                    <a:pt x="112967" y="573500"/>
                  </a:lnTo>
                  <a:lnTo>
                    <a:pt x="115538" y="573214"/>
                  </a:lnTo>
                  <a:lnTo>
                    <a:pt x="118110" y="572929"/>
                  </a:lnTo>
                  <a:lnTo>
                    <a:pt x="120777" y="572738"/>
                  </a:lnTo>
                  <a:lnTo>
                    <a:pt x="123349" y="572452"/>
                  </a:lnTo>
                  <a:lnTo>
                    <a:pt x="125921" y="572262"/>
                  </a:lnTo>
                  <a:lnTo>
                    <a:pt x="128492" y="571976"/>
                  </a:lnTo>
                  <a:lnTo>
                    <a:pt x="131064" y="571786"/>
                  </a:lnTo>
                  <a:lnTo>
                    <a:pt x="133636" y="571500"/>
                  </a:lnTo>
                  <a:lnTo>
                    <a:pt x="136208" y="571309"/>
                  </a:lnTo>
                  <a:lnTo>
                    <a:pt x="138779" y="571024"/>
                  </a:lnTo>
                  <a:lnTo>
                    <a:pt x="141446" y="570833"/>
                  </a:lnTo>
                  <a:lnTo>
                    <a:pt x="144018" y="570547"/>
                  </a:lnTo>
                  <a:lnTo>
                    <a:pt x="146590" y="570262"/>
                  </a:lnTo>
                  <a:lnTo>
                    <a:pt x="149161" y="570071"/>
                  </a:lnTo>
                  <a:lnTo>
                    <a:pt x="151733" y="569785"/>
                  </a:lnTo>
                  <a:lnTo>
                    <a:pt x="154305" y="569595"/>
                  </a:lnTo>
                  <a:lnTo>
                    <a:pt x="162401" y="568833"/>
                  </a:lnTo>
                  <a:lnTo>
                    <a:pt x="173927" y="571024"/>
                  </a:lnTo>
                  <a:lnTo>
                    <a:pt x="183642" y="572929"/>
                  </a:lnTo>
                  <a:lnTo>
                    <a:pt x="189643" y="575501"/>
                  </a:lnTo>
                  <a:lnTo>
                    <a:pt x="191071" y="574929"/>
                  </a:lnTo>
                  <a:lnTo>
                    <a:pt x="192977" y="571119"/>
                  </a:lnTo>
                  <a:lnTo>
                    <a:pt x="194215" y="569595"/>
                  </a:lnTo>
                  <a:lnTo>
                    <a:pt x="196025" y="568643"/>
                  </a:lnTo>
                  <a:lnTo>
                    <a:pt x="210217" y="564451"/>
                  </a:lnTo>
                  <a:lnTo>
                    <a:pt x="211360" y="564451"/>
                  </a:lnTo>
                  <a:lnTo>
                    <a:pt x="221171" y="564547"/>
                  </a:lnTo>
                  <a:lnTo>
                    <a:pt x="228314" y="564547"/>
                  </a:lnTo>
                  <a:lnTo>
                    <a:pt x="237077" y="566166"/>
                  </a:lnTo>
                  <a:lnTo>
                    <a:pt x="239649" y="566261"/>
                  </a:lnTo>
                  <a:lnTo>
                    <a:pt x="247364" y="563975"/>
                  </a:lnTo>
                  <a:lnTo>
                    <a:pt x="250412" y="563118"/>
                  </a:lnTo>
                  <a:lnTo>
                    <a:pt x="253460" y="562261"/>
                  </a:lnTo>
                  <a:lnTo>
                    <a:pt x="256508" y="561308"/>
                  </a:lnTo>
                  <a:lnTo>
                    <a:pt x="259556" y="560451"/>
                  </a:lnTo>
                  <a:lnTo>
                    <a:pt x="262604" y="559594"/>
                  </a:lnTo>
                  <a:lnTo>
                    <a:pt x="265652" y="558641"/>
                  </a:lnTo>
                  <a:lnTo>
                    <a:pt x="268700" y="557784"/>
                  </a:lnTo>
                  <a:lnTo>
                    <a:pt x="271844" y="556927"/>
                  </a:lnTo>
                  <a:lnTo>
                    <a:pt x="274892" y="555974"/>
                  </a:lnTo>
                  <a:lnTo>
                    <a:pt x="277940" y="555117"/>
                  </a:lnTo>
                  <a:lnTo>
                    <a:pt x="280988" y="554164"/>
                  </a:lnTo>
                  <a:lnTo>
                    <a:pt x="284036" y="553307"/>
                  </a:lnTo>
                  <a:lnTo>
                    <a:pt x="287084" y="552450"/>
                  </a:lnTo>
                  <a:lnTo>
                    <a:pt x="290132" y="551497"/>
                  </a:lnTo>
                  <a:lnTo>
                    <a:pt x="293180" y="550640"/>
                  </a:lnTo>
                  <a:lnTo>
                    <a:pt x="296323" y="549783"/>
                  </a:lnTo>
                  <a:lnTo>
                    <a:pt x="300800" y="548450"/>
                  </a:lnTo>
                  <a:lnTo>
                    <a:pt x="304990" y="545401"/>
                  </a:lnTo>
                  <a:lnTo>
                    <a:pt x="306324" y="543592"/>
                  </a:lnTo>
                  <a:lnTo>
                    <a:pt x="307467" y="541687"/>
                  </a:lnTo>
                  <a:lnTo>
                    <a:pt x="307753" y="541496"/>
                  </a:lnTo>
                  <a:lnTo>
                    <a:pt x="308229" y="541401"/>
                  </a:lnTo>
                  <a:lnTo>
                    <a:pt x="308419" y="541115"/>
                  </a:lnTo>
                  <a:lnTo>
                    <a:pt x="307943" y="540544"/>
                  </a:lnTo>
                  <a:lnTo>
                    <a:pt x="306324" y="539305"/>
                  </a:lnTo>
                  <a:lnTo>
                    <a:pt x="304229" y="537115"/>
                  </a:lnTo>
                  <a:lnTo>
                    <a:pt x="302323" y="535781"/>
                  </a:lnTo>
                  <a:lnTo>
                    <a:pt x="302038" y="535019"/>
                  </a:lnTo>
                  <a:lnTo>
                    <a:pt x="302133" y="533972"/>
                  </a:lnTo>
                  <a:lnTo>
                    <a:pt x="302895" y="531685"/>
                  </a:lnTo>
                  <a:lnTo>
                    <a:pt x="306324" y="524827"/>
                  </a:lnTo>
                  <a:lnTo>
                    <a:pt x="306515" y="523684"/>
                  </a:lnTo>
                  <a:lnTo>
                    <a:pt x="306419" y="519970"/>
                  </a:lnTo>
                  <a:lnTo>
                    <a:pt x="307372" y="511969"/>
                  </a:lnTo>
                  <a:lnTo>
                    <a:pt x="307277" y="510730"/>
                  </a:lnTo>
                  <a:lnTo>
                    <a:pt x="306991" y="509492"/>
                  </a:lnTo>
                  <a:lnTo>
                    <a:pt x="306610" y="508635"/>
                  </a:lnTo>
                  <a:lnTo>
                    <a:pt x="305276" y="507016"/>
                  </a:lnTo>
                  <a:lnTo>
                    <a:pt x="304419" y="504634"/>
                  </a:lnTo>
                  <a:lnTo>
                    <a:pt x="304609" y="501967"/>
                  </a:lnTo>
                  <a:lnTo>
                    <a:pt x="309753" y="482346"/>
                  </a:lnTo>
                  <a:lnTo>
                    <a:pt x="310229" y="481489"/>
                  </a:lnTo>
                  <a:lnTo>
                    <a:pt x="311086" y="481013"/>
                  </a:lnTo>
                  <a:lnTo>
                    <a:pt x="318230" y="479584"/>
                  </a:lnTo>
                  <a:lnTo>
                    <a:pt x="319469" y="479012"/>
                  </a:lnTo>
                  <a:lnTo>
                    <a:pt x="324421" y="473964"/>
                  </a:lnTo>
                  <a:lnTo>
                    <a:pt x="325374" y="472535"/>
                  </a:lnTo>
                  <a:lnTo>
                    <a:pt x="327184" y="465677"/>
                  </a:lnTo>
                  <a:lnTo>
                    <a:pt x="328422" y="464725"/>
                  </a:lnTo>
                  <a:lnTo>
                    <a:pt x="330517" y="464439"/>
                  </a:lnTo>
                  <a:lnTo>
                    <a:pt x="331851" y="463487"/>
                  </a:lnTo>
                  <a:lnTo>
                    <a:pt x="333089" y="462058"/>
                  </a:lnTo>
                  <a:lnTo>
                    <a:pt x="334613" y="460629"/>
                  </a:lnTo>
                  <a:lnTo>
                    <a:pt x="338233" y="458914"/>
                  </a:lnTo>
                  <a:lnTo>
                    <a:pt x="340138" y="458343"/>
                  </a:lnTo>
                  <a:lnTo>
                    <a:pt x="343281" y="458248"/>
                  </a:lnTo>
                  <a:lnTo>
                    <a:pt x="344043" y="458724"/>
                  </a:lnTo>
                  <a:lnTo>
                    <a:pt x="344424" y="459581"/>
                  </a:lnTo>
                  <a:lnTo>
                    <a:pt x="344519" y="460915"/>
                  </a:lnTo>
                  <a:lnTo>
                    <a:pt x="344424" y="461391"/>
                  </a:lnTo>
                  <a:lnTo>
                    <a:pt x="344043" y="461772"/>
                  </a:lnTo>
                  <a:lnTo>
                    <a:pt x="343853" y="462153"/>
                  </a:lnTo>
                  <a:lnTo>
                    <a:pt x="343948" y="462629"/>
                  </a:lnTo>
                  <a:lnTo>
                    <a:pt x="344329" y="463010"/>
                  </a:lnTo>
                  <a:lnTo>
                    <a:pt x="344996" y="463201"/>
                  </a:lnTo>
                  <a:lnTo>
                    <a:pt x="346234" y="463391"/>
                  </a:lnTo>
                  <a:lnTo>
                    <a:pt x="347282" y="463391"/>
                  </a:lnTo>
                  <a:lnTo>
                    <a:pt x="349282" y="462915"/>
                  </a:lnTo>
                  <a:lnTo>
                    <a:pt x="350330" y="462915"/>
                  </a:lnTo>
                  <a:lnTo>
                    <a:pt x="351377" y="463201"/>
                  </a:lnTo>
                  <a:lnTo>
                    <a:pt x="353282" y="464249"/>
                  </a:lnTo>
                  <a:lnTo>
                    <a:pt x="354425" y="464630"/>
                  </a:lnTo>
                  <a:lnTo>
                    <a:pt x="355283" y="464725"/>
                  </a:lnTo>
                  <a:lnTo>
                    <a:pt x="358045" y="464630"/>
                  </a:lnTo>
                  <a:lnTo>
                    <a:pt x="361379" y="464915"/>
                  </a:lnTo>
                  <a:lnTo>
                    <a:pt x="362331" y="464725"/>
                  </a:lnTo>
                  <a:lnTo>
                    <a:pt x="366046" y="463201"/>
                  </a:lnTo>
                  <a:lnTo>
                    <a:pt x="369094" y="462725"/>
                  </a:lnTo>
                  <a:lnTo>
                    <a:pt x="371094" y="461963"/>
                  </a:lnTo>
                  <a:lnTo>
                    <a:pt x="373856" y="461391"/>
                  </a:lnTo>
                  <a:lnTo>
                    <a:pt x="374904" y="461010"/>
                  </a:lnTo>
                  <a:lnTo>
                    <a:pt x="378238" y="458914"/>
                  </a:lnTo>
                  <a:lnTo>
                    <a:pt x="378905" y="458248"/>
                  </a:lnTo>
                  <a:lnTo>
                    <a:pt x="379667" y="457676"/>
                  </a:lnTo>
                  <a:lnTo>
                    <a:pt x="380524" y="457486"/>
                  </a:lnTo>
                  <a:lnTo>
                    <a:pt x="382619" y="457581"/>
                  </a:lnTo>
                  <a:lnTo>
                    <a:pt x="383477" y="457200"/>
                  </a:lnTo>
                  <a:lnTo>
                    <a:pt x="383953" y="456057"/>
                  </a:lnTo>
                  <a:lnTo>
                    <a:pt x="383762" y="453485"/>
                  </a:lnTo>
                  <a:lnTo>
                    <a:pt x="381857" y="452818"/>
                  </a:lnTo>
                  <a:lnTo>
                    <a:pt x="377476" y="453390"/>
                  </a:lnTo>
                  <a:lnTo>
                    <a:pt x="376428" y="453104"/>
                  </a:lnTo>
                  <a:lnTo>
                    <a:pt x="375380" y="452438"/>
                  </a:lnTo>
                  <a:lnTo>
                    <a:pt x="374618" y="451580"/>
                  </a:lnTo>
                  <a:lnTo>
                    <a:pt x="374333" y="449104"/>
                  </a:lnTo>
                  <a:lnTo>
                    <a:pt x="373571" y="448056"/>
                  </a:lnTo>
                  <a:lnTo>
                    <a:pt x="372809" y="447104"/>
                  </a:lnTo>
                  <a:lnTo>
                    <a:pt x="372428" y="446246"/>
                  </a:lnTo>
                  <a:lnTo>
                    <a:pt x="373094" y="445103"/>
                  </a:lnTo>
                  <a:lnTo>
                    <a:pt x="374809" y="445103"/>
                  </a:lnTo>
                  <a:lnTo>
                    <a:pt x="378238" y="445865"/>
                  </a:lnTo>
                  <a:lnTo>
                    <a:pt x="379857" y="445675"/>
                  </a:lnTo>
                  <a:lnTo>
                    <a:pt x="381476" y="445008"/>
                  </a:lnTo>
                  <a:lnTo>
                    <a:pt x="382524" y="444246"/>
                  </a:lnTo>
                  <a:lnTo>
                    <a:pt x="384334" y="443008"/>
                  </a:lnTo>
                  <a:lnTo>
                    <a:pt x="387572" y="439388"/>
                  </a:lnTo>
                  <a:lnTo>
                    <a:pt x="389001" y="438626"/>
                  </a:lnTo>
                  <a:lnTo>
                    <a:pt x="389763" y="438626"/>
                  </a:lnTo>
                  <a:lnTo>
                    <a:pt x="391382" y="438912"/>
                  </a:lnTo>
                  <a:lnTo>
                    <a:pt x="393478" y="438817"/>
                  </a:lnTo>
                  <a:lnTo>
                    <a:pt x="394049" y="438436"/>
                  </a:lnTo>
                  <a:lnTo>
                    <a:pt x="394621" y="437579"/>
                  </a:lnTo>
                  <a:lnTo>
                    <a:pt x="395478" y="436912"/>
                  </a:lnTo>
                  <a:lnTo>
                    <a:pt x="398240" y="435388"/>
                  </a:lnTo>
                  <a:lnTo>
                    <a:pt x="398621" y="434912"/>
                  </a:lnTo>
                  <a:lnTo>
                    <a:pt x="398717" y="433673"/>
                  </a:lnTo>
                  <a:lnTo>
                    <a:pt x="399002" y="433102"/>
                  </a:lnTo>
                  <a:lnTo>
                    <a:pt x="400717" y="431483"/>
                  </a:lnTo>
                  <a:lnTo>
                    <a:pt x="401003" y="431006"/>
                  </a:lnTo>
                  <a:lnTo>
                    <a:pt x="401384" y="430435"/>
                  </a:lnTo>
                  <a:lnTo>
                    <a:pt x="402431" y="427768"/>
                  </a:lnTo>
                  <a:lnTo>
                    <a:pt x="403098" y="427006"/>
                  </a:lnTo>
                  <a:lnTo>
                    <a:pt x="404241" y="426910"/>
                  </a:lnTo>
                  <a:lnTo>
                    <a:pt x="405575" y="427387"/>
                  </a:lnTo>
                  <a:lnTo>
                    <a:pt x="406717" y="428054"/>
                  </a:lnTo>
                  <a:lnTo>
                    <a:pt x="408051" y="429101"/>
                  </a:lnTo>
                  <a:lnTo>
                    <a:pt x="408623" y="429959"/>
                  </a:lnTo>
                  <a:lnTo>
                    <a:pt x="409289" y="430530"/>
                  </a:lnTo>
                  <a:lnTo>
                    <a:pt x="410432" y="430721"/>
                  </a:lnTo>
                  <a:lnTo>
                    <a:pt x="412528" y="430625"/>
                  </a:lnTo>
                  <a:lnTo>
                    <a:pt x="414623" y="430816"/>
                  </a:lnTo>
                  <a:lnTo>
                    <a:pt x="420148" y="432816"/>
                  </a:lnTo>
                  <a:lnTo>
                    <a:pt x="422053" y="433102"/>
                  </a:lnTo>
                  <a:lnTo>
                    <a:pt x="423005" y="432816"/>
                  </a:lnTo>
                  <a:lnTo>
                    <a:pt x="424148" y="432149"/>
                  </a:lnTo>
                  <a:lnTo>
                    <a:pt x="424815" y="431387"/>
                  </a:lnTo>
                  <a:lnTo>
                    <a:pt x="424339" y="430816"/>
                  </a:lnTo>
                  <a:lnTo>
                    <a:pt x="423291" y="430625"/>
                  </a:lnTo>
                  <a:lnTo>
                    <a:pt x="420148" y="430721"/>
                  </a:lnTo>
                  <a:lnTo>
                    <a:pt x="419005" y="430530"/>
                  </a:lnTo>
                  <a:lnTo>
                    <a:pt x="418052" y="430149"/>
                  </a:lnTo>
                  <a:lnTo>
                    <a:pt x="417862" y="429577"/>
                  </a:lnTo>
                  <a:lnTo>
                    <a:pt x="418909" y="428720"/>
                  </a:lnTo>
                  <a:lnTo>
                    <a:pt x="421196" y="427482"/>
                  </a:lnTo>
                  <a:lnTo>
                    <a:pt x="422434" y="427101"/>
                  </a:lnTo>
                  <a:lnTo>
                    <a:pt x="423577" y="427101"/>
                  </a:lnTo>
                  <a:lnTo>
                    <a:pt x="425386" y="427768"/>
                  </a:lnTo>
                  <a:lnTo>
                    <a:pt x="428434" y="429482"/>
                  </a:lnTo>
                  <a:lnTo>
                    <a:pt x="431483" y="430054"/>
                  </a:lnTo>
                  <a:lnTo>
                    <a:pt x="432054" y="430435"/>
                  </a:lnTo>
                  <a:lnTo>
                    <a:pt x="432435" y="431197"/>
                  </a:lnTo>
                  <a:lnTo>
                    <a:pt x="432625" y="433673"/>
                  </a:lnTo>
                  <a:lnTo>
                    <a:pt x="433007" y="434626"/>
                  </a:lnTo>
                  <a:lnTo>
                    <a:pt x="434340" y="436150"/>
                  </a:lnTo>
                  <a:lnTo>
                    <a:pt x="436817" y="439674"/>
                  </a:lnTo>
                  <a:lnTo>
                    <a:pt x="438150" y="440626"/>
                  </a:lnTo>
                  <a:lnTo>
                    <a:pt x="440246" y="440436"/>
                  </a:lnTo>
                  <a:lnTo>
                    <a:pt x="443579" y="438721"/>
                  </a:lnTo>
                  <a:lnTo>
                    <a:pt x="445389" y="438150"/>
                  </a:lnTo>
                  <a:lnTo>
                    <a:pt x="447294" y="438245"/>
                  </a:lnTo>
                  <a:lnTo>
                    <a:pt x="448723" y="437674"/>
                  </a:lnTo>
                  <a:lnTo>
                    <a:pt x="450628" y="436340"/>
                  </a:lnTo>
                  <a:lnTo>
                    <a:pt x="452247" y="434816"/>
                  </a:lnTo>
                  <a:lnTo>
                    <a:pt x="453009" y="433673"/>
                  </a:lnTo>
                  <a:lnTo>
                    <a:pt x="453771" y="433197"/>
                  </a:lnTo>
                  <a:lnTo>
                    <a:pt x="454533" y="432340"/>
                  </a:lnTo>
                  <a:lnTo>
                    <a:pt x="460343" y="423481"/>
                  </a:lnTo>
                  <a:lnTo>
                    <a:pt x="461772" y="421862"/>
                  </a:lnTo>
                  <a:lnTo>
                    <a:pt x="464248" y="419957"/>
                  </a:lnTo>
                  <a:lnTo>
                    <a:pt x="464344" y="419767"/>
                  </a:lnTo>
                  <a:lnTo>
                    <a:pt x="464534" y="419386"/>
                  </a:lnTo>
                  <a:lnTo>
                    <a:pt x="464439" y="418624"/>
                  </a:lnTo>
                  <a:lnTo>
                    <a:pt x="462820" y="413956"/>
                  </a:lnTo>
                  <a:lnTo>
                    <a:pt x="461772" y="408051"/>
                  </a:lnTo>
                  <a:lnTo>
                    <a:pt x="461772" y="406717"/>
                  </a:lnTo>
                  <a:lnTo>
                    <a:pt x="462153" y="404146"/>
                  </a:lnTo>
                  <a:lnTo>
                    <a:pt x="462248" y="401479"/>
                  </a:lnTo>
                  <a:lnTo>
                    <a:pt x="462629" y="398812"/>
                  </a:lnTo>
                  <a:lnTo>
                    <a:pt x="462629" y="397478"/>
                  </a:lnTo>
                  <a:lnTo>
                    <a:pt x="462439" y="396145"/>
                  </a:lnTo>
                  <a:lnTo>
                    <a:pt x="461105" y="392716"/>
                  </a:lnTo>
                  <a:lnTo>
                    <a:pt x="460534" y="390049"/>
                  </a:lnTo>
                  <a:lnTo>
                    <a:pt x="460819" y="387477"/>
                  </a:lnTo>
                  <a:lnTo>
                    <a:pt x="461772" y="385096"/>
                  </a:lnTo>
                  <a:lnTo>
                    <a:pt x="463391" y="383096"/>
                  </a:lnTo>
                  <a:lnTo>
                    <a:pt x="464439" y="382429"/>
                  </a:lnTo>
                  <a:lnTo>
                    <a:pt x="466630" y="381667"/>
                  </a:lnTo>
                  <a:lnTo>
                    <a:pt x="467582" y="380905"/>
                  </a:lnTo>
                  <a:lnTo>
                    <a:pt x="470344" y="376714"/>
                  </a:lnTo>
                  <a:lnTo>
                    <a:pt x="470916" y="375475"/>
                  </a:lnTo>
                  <a:lnTo>
                    <a:pt x="471107" y="374713"/>
                  </a:lnTo>
                  <a:lnTo>
                    <a:pt x="470630" y="372713"/>
                  </a:lnTo>
                  <a:lnTo>
                    <a:pt x="470535" y="371570"/>
                  </a:lnTo>
                  <a:lnTo>
                    <a:pt x="470344" y="371094"/>
                  </a:lnTo>
                  <a:lnTo>
                    <a:pt x="469963" y="370808"/>
                  </a:lnTo>
                  <a:lnTo>
                    <a:pt x="469583" y="370618"/>
                  </a:lnTo>
                  <a:lnTo>
                    <a:pt x="469106" y="370332"/>
                  </a:lnTo>
                  <a:lnTo>
                    <a:pt x="468725" y="369951"/>
                  </a:lnTo>
                  <a:lnTo>
                    <a:pt x="468440" y="369475"/>
                  </a:lnTo>
                  <a:lnTo>
                    <a:pt x="468344" y="368237"/>
                  </a:lnTo>
                  <a:lnTo>
                    <a:pt x="468916" y="367379"/>
                  </a:lnTo>
                  <a:lnTo>
                    <a:pt x="470725" y="366046"/>
                  </a:lnTo>
                  <a:lnTo>
                    <a:pt x="471964" y="364236"/>
                  </a:lnTo>
                  <a:lnTo>
                    <a:pt x="473392" y="363188"/>
                  </a:lnTo>
                  <a:lnTo>
                    <a:pt x="473678" y="362902"/>
                  </a:lnTo>
                  <a:lnTo>
                    <a:pt x="474155" y="361093"/>
                  </a:lnTo>
                  <a:lnTo>
                    <a:pt x="473202" y="354330"/>
                  </a:lnTo>
                  <a:lnTo>
                    <a:pt x="473678" y="353282"/>
                  </a:lnTo>
                  <a:lnTo>
                    <a:pt x="474250" y="352234"/>
                  </a:lnTo>
                  <a:lnTo>
                    <a:pt x="475583" y="350425"/>
                  </a:lnTo>
                  <a:lnTo>
                    <a:pt x="477393" y="349282"/>
                  </a:lnTo>
                  <a:lnTo>
                    <a:pt x="479488" y="348996"/>
                  </a:lnTo>
                  <a:lnTo>
                    <a:pt x="480536" y="348996"/>
                  </a:lnTo>
                  <a:lnTo>
                    <a:pt x="482251" y="348710"/>
                  </a:lnTo>
                  <a:lnTo>
                    <a:pt x="482727" y="348805"/>
                  </a:lnTo>
                  <a:lnTo>
                    <a:pt x="483203" y="349091"/>
                  </a:lnTo>
                  <a:lnTo>
                    <a:pt x="483680" y="349187"/>
                  </a:lnTo>
                  <a:lnTo>
                    <a:pt x="484632" y="348901"/>
                  </a:lnTo>
                  <a:lnTo>
                    <a:pt x="487109" y="347091"/>
                  </a:lnTo>
                  <a:lnTo>
                    <a:pt x="489204" y="346805"/>
                  </a:lnTo>
                  <a:lnTo>
                    <a:pt x="492728" y="348520"/>
                  </a:lnTo>
                  <a:lnTo>
                    <a:pt x="494919" y="348425"/>
                  </a:lnTo>
                  <a:lnTo>
                    <a:pt x="498920" y="345948"/>
                  </a:lnTo>
                  <a:lnTo>
                    <a:pt x="499396" y="345853"/>
                  </a:lnTo>
                  <a:lnTo>
                    <a:pt x="500920" y="346043"/>
                  </a:lnTo>
                  <a:lnTo>
                    <a:pt x="501587" y="345758"/>
                  </a:lnTo>
                  <a:lnTo>
                    <a:pt x="501967" y="345186"/>
                  </a:lnTo>
                  <a:lnTo>
                    <a:pt x="503777" y="341852"/>
                  </a:lnTo>
                  <a:lnTo>
                    <a:pt x="504349" y="341567"/>
                  </a:lnTo>
                  <a:lnTo>
                    <a:pt x="505587" y="342043"/>
                  </a:lnTo>
                  <a:lnTo>
                    <a:pt x="506730" y="342138"/>
                  </a:lnTo>
                  <a:lnTo>
                    <a:pt x="507778" y="341471"/>
                  </a:lnTo>
                  <a:lnTo>
                    <a:pt x="516731" y="333946"/>
                  </a:lnTo>
                  <a:lnTo>
                    <a:pt x="517112" y="331946"/>
                  </a:lnTo>
                  <a:lnTo>
                    <a:pt x="516255" y="329946"/>
                  </a:lnTo>
                  <a:lnTo>
                    <a:pt x="513493" y="326898"/>
                  </a:lnTo>
                  <a:lnTo>
                    <a:pt x="513207" y="326422"/>
                  </a:lnTo>
                  <a:lnTo>
                    <a:pt x="512826" y="325374"/>
                  </a:lnTo>
                  <a:lnTo>
                    <a:pt x="512445" y="325088"/>
                  </a:lnTo>
                  <a:lnTo>
                    <a:pt x="511016" y="324612"/>
                  </a:lnTo>
                  <a:lnTo>
                    <a:pt x="510540" y="324326"/>
                  </a:lnTo>
                  <a:lnTo>
                    <a:pt x="509873" y="323374"/>
                  </a:lnTo>
                  <a:lnTo>
                    <a:pt x="509397" y="322231"/>
                  </a:lnTo>
                  <a:lnTo>
                    <a:pt x="509207" y="320992"/>
                  </a:lnTo>
                  <a:lnTo>
                    <a:pt x="509302" y="319850"/>
                  </a:lnTo>
                  <a:lnTo>
                    <a:pt x="510350" y="315849"/>
                  </a:lnTo>
                  <a:lnTo>
                    <a:pt x="510350" y="314325"/>
                  </a:lnTo>
                  <a:lnTo>
                    <a:pt x="510159" y="313849"/>
                  </a:lnTo>
                  <a:lnTo>
                    <a:pt x="509778" y="313563"/>
                  </a:lnTo>
                  <a:lnTo>
                    <a:pt x="508921" y="313182"/>
                  </a:lnTo>
                  <a:lnTo>
                    <a:pt x="508445" y="312801"/>
                  </a:lnTo>
                  <a:lnTo>
                    <a:pt x="508159" y="312420"/>
                  </a:lnTo>
                  <a:lnTo>
                    <a:pt x="507873" y="311467"/>
                  </a:lnTo>
                  <a:lnTo>
                    <a:pt x="507397" y="308991"/>
                  </a:lnTo>
                  <a:lnTo>
                    <a:pt x="506921" y="308324"/>
                  </a:lnTo>
                  <a:lnTo>
                    <a:pt x="504634" y="308705"/>
                  </a:lnTo>
                  <a:lnTo>
                    <a:pt x="501872" y="307467"/>
                  </a:lnTo>
                  <a:lnTo>
                    <a:pt x="501015" y="307372"/>
                  </a:lnTo>
                  <a:lnTo>
                    <a:pt x="499777" y="307181"/>
                  </a:lnTo>
                  <a:lnTo>
                    <a:pt x="498920" y="306705"/>
                  </a:lnTo>
                  <a:lnTo>
                    <a:pt x="498443" y="305467"/>
                  </a:lnTo>
                  <a:lnTo>
                    <a:pt x="498062" y="304229"/>
                  </a:lnTo>
                  <a:lnTo>
                    <a:pt x="497586" y="303276"/>
                  </a:lnTo>
                  <a:lnTo>
                    <a:pt x="496348" y="301466"/>
                  </a:lnTo>
                  <a:lnTo>
                    <a:pt x="495871" y="300514"/>
                  </a:lnTo>
                  <a:lnTo>
                    <a:pt x="495205" y="298037"/>
                  </a:lnTo>
                  <a:lnTo>
                    <a:pt x="494729" y="297275"/>
                  </a:lnTo>
                  <a:lnTo>
                    <a:pt x="493109" y="295751"/>
                  </a:lnTo>
                  <a:lnTo>
                    <a:pt x="492824" y="294799"/>
                  </a:lnTo>
                  <a:lnTo>
                    <a:pt x="493490" y="293846"/>
                  </a:lnTo>
                  <a:lnTo>
                    <a:pt x="494443" y="292894"/>
                  </a:lnTo>
                  <a:lnTo>
                    <a:pt x="494538" y="291941"/>
                  </a:lnTo>
                  <a:lnTo>
                    <a:pt x="494347" y="290989"/>
                  </a:lnTo>
                  <a:lnTo>
                    <a:pt x="494443" y="290036"/>
                  </a:lnTo>
                  <a:lnTo>
                    <a:pt x="495395" y="289084"/>
                  </a:lnTo>
                  <a:lnTo>
                    <a:pt x="496824" y="288608"/>
                  </a:lnTo>
                  <a:lnTo>
                    <a:pt x="499586" y="288226"/>
                  </a:lnTo>
                  <a:lnTo>
                    <a:pt x="501396" y="288322"/>
                  </a:lnTo>
                  <a:lnTo>
                    <a:pt x="512731" y="292322"/>
                  </a:lnTo>
                  <a:lnTo>
                    <a:pt x="515684" y="292608"/>
                  </a:lnTo>
                  <a:lnTo>
                    <a:pt x="517493" y="293465"/>
                  </a:lnTo>
                  <a:lnTo>
                    <a:pt x="518446" y="293751"/>
                  </a:lnTo>
                  <a:lnTo>
                    <a:pt x="522732" y="293942"/>
                  </a:lnTo>
                  <a:lnTo>
                    <a:pt x="527113" y="294894"/>
                  </a:lnTo>
                  <a:lnTo>
                    <a:pt x="528733" y="294989"/>
                  </a:lnTo>
                  <a:lnTo>
                    <a:pt x="535781" y="293942"/>
                  </a:lnTo>
                  <a:lnTo>
                    <a:pt x="542925" y="294037"/>
                  </a:lnTo>
                  <a:lnTo>
                    <a:pt x="546640" y="293275"/>
                  </a:lnTo>
                  <a:lnTo>
                    <a:pt x="547592" y="291465"/>
                  </a:lnTo>
                  <a:lnTo>
                    <a:pt x="547783" y="290608"/>
                  </a:lnTo>
                  <a:lnTo>
                    <a:pt x="548354" y="290513"/>
                  </a:lnTo>
                  <a:lnTo>
                    <a:pt x="549783" y="290989"/>
                  </a:lnTo>
                  <a:lnTo>
                    <a:pt x="550735" y="290989"/>
                  </a:lnTo>
                  <a:lnTo>
                    <a:pt x="551497" y="290798"/>
                  </a:lnTo>
                  <a:lnTo>
                    <a:pt x="552069" y="290227"/>
                  </a:lnTo>
                  <a:lnTo>
                    <a:pt x="552641" y="289370"/>
                  </a:lnTo>
                  <a:lnTo>
                    <a:pt x="553784" y="288988"/>
                  </a:lnTo>
                  <a:lnTo>
                    <a:pt x="556355" y="288417"/>
                  </a:lnTo>
                  <a:lnTo>
                    <a:pt x="557213" y="287655"/>
                  </a:lnTo>
                  <a:lnTo>
                    <a:pt x="557403" y="286417"/>
                  </a:lnTo>
                  <a:lnTo>
                    <a:pt x="557213" y="285464"/>
                  </a:lnTo>
                  <a:lnTo>
                    <a:pt x="557213" y="284417"/>
                  </a:lnTo>
                  <a:lnTo>
                    <a:pt x="557784" y="283178"/>
                  </a:lnTo>
                  <a:lnTo>
                    <a:pt x="559213" y="281464"/>
                  </a:lnTo>
                  <a:lnTo>
                    <a:pt x="559594" y="280606"/>
                  </a:lnTo>
                  <a:lnTo>
                    <a:pt x="559689" y="279083"/>
                  </a:lnTo>
                  <a:lnTo>
                    <a:pt x="559499" y="277844"/>
                  </a:lnTo>
                  <a:lnTo>
                    <a:pt x="559022" y="275654"/>
                  </a:lnTo>
                  <a:lnTo>
                    <a:pt x="559022" y="274415"/>
                  </a:lnTo>
                  <a:lnTo>
                    <a:pt x="560546" y="270034"/>
                  </a:lnTo>
                  <a:lnTo>
                    <a:pt x="560356" y="268510"/>
                  </a:lnTo>
                  <a:lnTo>
                    <a:pt x="556546" y="266414"/>
                  </a:lnTo>
                  <a:lnTo>
                    <a:pt x="554926" y="264795"/>
                  </a:lnTo>
                  <a:lnTo>
                    <a:pt x="553403" y="262985"/>
                  </a:lnTo>
                  <a:lnTo>
                    <a:pt x="552355" y="261366"/>
                  </a:lnTo>
                  <a:lnTo>
                    <a:pt x="551879" y="260128"/>
                  </a:lnTo>
                  <a:lnTo>
                    <a:pt x="551593" y="258699"/>
                  </a:lnTo>
                  <a:lnTo>
                    <a:pt x="551593" y="257366"/>
                  </a:lnTo>
                  <a:lnTo>
                    <a:pt x="552259" y="256222"/>
                  </a:lnTo>
                  <a:lnTo>
                    <a:pt x="553022" y="255842"/>
                  </a:lnTo>
                  <a:lnTo>
                    <a:pt x="553117" y="255746"/>
                  </a:lnTo>
                  <a:lnTo>
                    <a:pt x="554260" y="255746"/>
                  </a:lnTo>
                  <a:lnTo>
                    <a:pt x="556355" y="256127"/>
                  </a:lnTo>
                  <a:lnTo>
                    <a:pt x="557403" y="255651"/>
                  </a:lnTo>
                  <a:lnTo>
                    <a:pt x="557879" y="254317"/>
                  </a:lnTo>
                  <a:lnTo>
                    <a:pt x="558070" y="252793"/>
                  </a:lnTo>
                  <a:lnTo>
                    <a:pt x="557879" y="251460"/>
                  </a:lnTo>
                  <a:lnTo>
                    <a:pt x="557498" y="250031"/>
                  </a:lnTo>
                  <a:lnTo>
                    <a:pt x="557593" y="249079"/>
                  </a:lnTo>
                  <a:lnTo>
                    <a:pt x="558165" y="248317"/>
                  </a:lnTo>
                  <a:lnTo>
                    <a:pt x="561880" y="245364"/>
                  </a:lnTo>
                  <a:lnTo>
                    <a:pt x="563880" y="244221"/>
                  </a:lnTo>
                  <a:lnTo>
                    <a:pt x="564547" y="243554"/>
                  </a:lnTo>
                  <a:lnTo>
                    <a:pt x="567309" y="239554"/>
                  </a:lnTo>
                  <a:lnTo>
                    <a:pt x="568166" y="237363"/>
                  </a:lnTo>
                  <a:lnTo>
                    <a:pt x="569119" y="235458"/>
                  </a:lnTo>
                  <a:lnTo>
                    <a:pt x="571024" y="234029"/>
                  </a:lnTo>
                  <a:lnTo>
                    <a:pt x="577310" y="231458"/>
                  </a:lnTo>
                  <a:lnTo>
                    <a:pt x="578168" y="231076"/>
                  </a:lnTo>
                  <a:lnTo>
                    <a:pt x="578644" y="230696"/>
                  </a:lnTo>
                  <a:lnTo>
                    <a:pt x="579025" y="230029"/>
                  </a:lnTo>
                  <a:lnTo>
                    <a:pt x="579501" y="228505"/>
                  </a:lnTo>
                  <a:lnTo>
                    <a:pt x="579882" y="227838"/>
                  </a:lnTo>
                  <a:lnTo>
                    <a:pt x="579882" y="227838"/>
                  </a:lnTo>
                  <a:lnTo>
                    <a:pt x="579882" y="227838"/>
                  </a:lnTo>
                  <a:lnTo>
                    <a:pt x="580454" y="227362"/>
                  </a:lnTo>
                  <a:lnTo>
                    <a:pt x="580834" y="226885"/>
                  </a:lnTo>
                  <a:lnTo>
                    <a:pt x="580930" y="226314"/>
                  </a:lnTo>
                  <a:lnTo>
                    <a:pt x="580644" y="225647"/>
                  </a:lnTo>
                  <a:lnTo>
                    <a:pt x="580739" y="222790"/>
                  </a:lnTo>
                  <a:lnTo>
                    <a:pt x="582073" y="221171"/>
                  </a:lnTo>
                  <a:lnTo>
                    <a:pt x="585692" y="218599"/>
                  </a:lnTo>
                  <a:lnTo>
                    <a:pt x="587026" y="216503"/>
                  </a:lnTo>
                  <a:lnTo>
                    <a:pt x="587502" y="215265"/>
                  </a:lnTo>
                  <a:lnTo>
                    <a:pt x="587312" y="214408"/>
                  </a:lnTo>
                  <a:lnTo>
                    <a:pt x="585692" y="213170"/>
                  </a:lnTo>
                  <a:lnTo>
                    <a:pt x="582739" y="209741"/>
                  </a:lnTo>
                  <a:lnTo>
                    <a:pt x="581787" y="208121"/>
                  </a:lnTo>
                  <a:lnTo>
                    <a:pt x="581882" y="206407"/>
                  </a:lnTo>
                  <a:lnTo>
                    <a:pt x="583501" y="204311"/>
                  </a:lnTo>
                  <a:lnTo>
                    <a:pt x="586073" y="202025"/>
                  </a:lnTo>
                  <a:lnTo>
                    <a:pt x="586645" y="201073"/>
                  </a:lnTo>
                  <a:lnTo>
                    <a:pt x="586645" y="199834"/>
                  </a:lnTo>
                  <a:lnTo>
                    <a:pt x="586264" y="198977"/>
                  </a:lnTo>
                  <a:lnTo>
                    <a:pt x="585502" y="198215"/>
                  </a:lnTo>
                  <a:lnTo>
                    <a:pt x="585121" y="197644"/>
                  </a:lnTo>
                  <a:lnTo>
                    <a:pt x="584835" y="197167"/>
                  </a:lnTo>
                  <a:lnTo>
                    <a:pt x="584549" y="195739"/>
                  </a:lnTo>
                  <a:lnTo>
                    <a:pt x="584740" y="194596"/>
                  </a:lnTo>
                  <a:lnTo>
                    <a:pt x="585121" y="193358"/>
                  </a:lnTo>
                  <a:lnTo>
                    <a:pt x="585121" y="192119"/>
                  </a:lnTo>
                  <a:lnTo>
                    <a:pt x="584645" y="191167"/>
                  </a:lnTo>
                  <a:lnTo>
                    <a:pt x="583787" y="190500"/>
                  </a:lnTo>
                  <a:lnTo>
                    <a:pt x="580930" y="189167"/>
                  </a:lnTo>
                  <a:lnTo>
                    <a:pt x="579882" y="188309"/>
                  </a:lnTo>
                  <a:lnTo>
                    <a:pt x="579310" y="187166"/>
                  </a:lnTo>
                  <a:lnTo>
                    <a:pt x="579977" y="185833"/>
                  </a:lnTo>
                  <a:lnTo>
                    <a:pt x="580930" y="184690"/>
                  </a:lnTo>
                  <a:lnTo>
                    <a:pt x="581311" y="183451"/>
                  </a:lnTo>
                  <a:lnTo>
                    <a:pt x="581025" y="182309"/>
                  </a:lnTo>
                  <a:lnTo>
                    <a:pt x="580358" y="181166"/>
                  </a:lnTo>
                  <a:lnTo>
                    <a:pt x="580072" y="180880"/>
                  </a:lnTo>
                  <a:lnTo>
                    <a:pt x="579215" y="180213"/>
                  </a:lnTo>
                  <a:lnTo>
                    <a:pt x="578930" y="179737"/>
                  </a:lnTo>
                  <a:lnTo>
                    <a:pt x="578739" y="179070"/>
                  </a:lnTo>
                  <a:lnTo>
                    <a:pt x="578739" y="178499"/>
                  </a:lnTo>
                  <a:lnTo>
                    <a:pt x="578739" y="177927"/>
                  </a:lnTo>
                  <a:lnTo>
                    <a:pt x="578739" y="177260"/>
                  </a:lnTo>
                  <a:lnTo>
                    <a:pt x="578358" y="176308"/>
                  </a:lnTo>
                  <a:lnTo>
                    <a:pt x="576643" y="173164"/>
                  </a:lnTo>
                  <a:lnTo>
                    <a:pt x="575882" y="172117"/>
                  </a:lnTo>
                  <a:lnTo>
                    <a:pt x="573405" y="170497"/>
                  </a:lnTo>
                  <a:lnTo>
                    <a:pt x="572929" y="169450"/>
                  </a:lnTo>
                  <a:lnTo>
                    <a:pt x="572643" y="167354"/>
                  </a:lnTo>
                  <a:lnTo>
                    <a:pt x="571881" y="166402"/>
                  </a:lnTo>
                  <a:lnTo>
                    <a:pt x="570357" y="165735"/>
                  </a:lnTo>
                  <a:lnTo>
                    <a:pt x="568833" y="165449"/>
                  </a:lnTo>
                  <a:lnTo>
                    <a:pt x="567500" y="164878"/>
                  </a:lnTo>
                  <a:lnTo>
                    <a:pt x="566071" y="163449"/>
                  </a:lnTo>
                  <a:lnTo>
                    <a:pt x="565404" y="162877"/>
                  </a:lnTo>
                  <a:lnTo>
                    <a:pt x="563499" y="161830"/>
                  </a:lnTo>
                  <a:lnTo>
                    <a:pt x="562928" y="161258"/>
                  </a:lnTo>
                  <a:lnTo>
                    <a:pt x="562832" y="160972"/>
                  </a:lnTo>
                  <a:lnTo>
                    <a:pt x="562642" y="160020"/>
                  </a:lnTo>
                  <a:lnTo>
                    <a:pt x="563118" y="159067"/>
                  </a:lnTo>
                  <a:lnTo>
                    <a:pt x="564833" y="157353"/>
                  </a:lnTo>
                  <a:lnTo>
                    <a:pt x="565118" y="156781"/>
                  </a:lnTo>
                  <a:lnTo>
                    <a:pt x="565404" y="155353"/>
                  </a:lnTo>
                  <a:lnTo>
                    <a:pt x="565690" y="154876"/>
                  </a:lnTo>
                  <a:lnTo>
                    <a:pt x="567690" y="153543"/>
                  </a:lnTo>
                  <a:lnTo>
                    <a:pt x="569309" y="152781"/>
                  </a:lnTo>
                  <a:lnTo>
                    <a:pt x="569785" y="152400"/>
                  </a:lnTo>
                  <a:lnTo>
                    <a:pt x="570167" y="151829"/>
                  </a:lnTo>
                  <a:lnTo>
                    <a:pt x="570452" y="150400"/>
                  </a:lnTo>
                  <a:lnTo>
                    <a:pt x="570738" y="150019"/>
                  </a:lnTo>
                  <a:lnTo>
                    <a:pt x="574072" y="148780"/>
                  </a:lnTo>
                  <a:lnTo>
                    <a:pt x="575120" y="148018"/>
                  </a:lnTo>
                  <a:lnTo>
                    <a:pt x="579120" y="143446"/>
                  </a:lnTo>
                  <a:lnTo>
                    <a:pt x="579977" y="142875"/>
                  </a:lnTo>
                  <a:lnTo>
                    <a:pt x="581025" y="142494"/>
                  </a:lnTo>
                  <a:lnTo>
                    <a:pt x="582263" y="142304"/>
                  </a:lnTo>
                  <a:lnTo>
                    <a:pt x="583311" y="141732"/>
                  </a:lnTo>
                  <a:lnTo>
                    <a:pt x="583025" y="140875"/>
                  </a:lnTo>
                  <a:lnTo>
                    <a:pt x="582454" y="139827"/>
                  </a:lnTo>
                  <a:lnTo>
                    <a:pt x="582739" y="138875"/>
                  </a:lnTo>
                  <a:lnTo>
                    <a:pt x="584073" y="137541"/>
                  </a:lnTo>
                  <a:lnTo>
                    <a:pt x="584454" y="136874"/>
                  </a:lnTo>
                  <a:lnTo>
                    <a:pt x="584930" y="135826"/>
                  </a:lnTo>
                  <a:lnTo>
                    <a:pt x="585502" y="133826"/>
                  </a:lnTo>
                  <a:lnTo>
                    <a:pt x="586073" y="133255"/>
                  </a:lnTo>
                  <a:lnTo>
                    <a:pt x="587026" y="133159"/>
                  </a:lnTo>
                  <a:lnTo>
                    <a:pt x="588074" y="133541"/>
                  </a:lnTo>
                  <a:lnTo>
                    <a:pt x="591122" y="135636"/>
                  </a:lnTo>
                  <a:lnTo>
                    <a:pt x="592646" y="137255"/>
                  </a:lnTo>
                  <a:lnTo>
                    <a:pt x="593408" y="137636"/>
                  </a:lnTo>
                  <a:lnTo>
                    <a:pt x="594265" y="137541"/>
                  </a:lnTo>
                  <a:lnTo>
                    <a:pt x="595122" y="137255"/>
                  </a:lnTo>
                  <a:lnTo>
                    <a:pt x="595789" y="136493"/>
                  </a:lnTo>
                  <a:lnTo>
                    <a:pt x="595598" y="135636"/>
                  </a:lnTo>
                  <a:lnTo>
                    <a:pt x="594741" y="133826"/>
                  </a:lnTo>
                  <a:lnTo>
                    <a:pt x="594646" y="131826"/>
                  </a:lnTo>
                  <a:lnTo>
                    <a:pt x="595693" y="131064"/>
                  </a:lnTo>
                  <a:lnTo>
                    <a:pt x="599122" y="130874"/>
                  </a:lnTo>
                  <a:lnTo>
                    <a:pt x="599980" y="130588"/>
                  </a:lnTo>
                  <a:lnTo>
                    <a:pt x="600647" y="130016"/>
                  </a:lnTo>
                  <a:lnTo>
                    <a:pt x="601313" y="129254"/>
                  </a:lnTo>
                  <a:lnTo>
                    <a:pt x="601980" y="128683"/>
                  </a:lnTo>
                  <a:lnTo>
                    <a:pt x="604552" y="127254"/>
                  </a:lnTo>
                  <a:lnTo>
                    <a:pt x="605314" y="126397"/>
                  </a:lnTo>
                  <a:lnTo>
                    <a:pt x="606457" y="125730"/>
                  </a:lnTo>
                  <a:lnTo>
                    <a:pt x="608647" y="125254"/>
                  </a:lnTo>
                  <a:lnTo>
                    <a:pt x="609505" y="124396"/>
                  </a:lnTo>
                  <a:lnTo>
                    <a:pt x="609505" y="123825"/>
                  </a:lnTo>
                  <a:lnTo>
                    <a:pt x="609314" y="123254"/>
                  </a:lnTo>
                  <a:lnTo>
                    <a:pt x="609219" y="122777"/>
                  </a:lnTo>
                  <a:lnTo>
                    <a:pt x="609695" y="122206"/>
                  </a:lnTo>
                  <a:lnTo>
                    <a:pt x="610267" y="121825"/>
                  </a:lnTo>
                  <a:lnTo>
                    <a:pt x="611600" y="121444"/>
                  </a:lnTo>
                  <a:lnTo>
                    <a:pt x="614743" y="120967"/>
                  </a:lnTo>
                  <a:lnTo>
                    <a:pt x="615601" y="120491"/>
                  </a:lnTo>
                  <a:lnTo>
                    <a:pt x="615220" y="119348"/>
                  </a:lnTo>
                  <a:lnTo>
                    <a:pt x="614458" y="118110"/>
                  </a:lnTo>
                  <a:lnTo>
                    <a:pt x="614648" y="117253"/>
                  </a:lnTo>
                  <a:lnTo>
                    <a:pt x="615505" y="116681"/>
                  </a:lnTo>
                  <a:lnTo>
                    <a:pt x="617792" y="115729"/>
                  </a:lnTo>
                  <a:lnTo>
                    <a:pt x="622459" y="114586"/>
                  </a:lnTo>
                  <a:lnTo>
                    <a:pt x="624840" y="114491"/>
                  </a:lnTo>
                  <a:lnTo>
                    <a:pt x="626935" y="113729"/>
                  </a:lnTo>
                  <a:lnTo>
                    <a:pt x="629412" y="113919"/>
                  </a:lnTo>
                  <a:lnTo>
                    <a:pt x="630460" y="113633"/>
                  </a:lnTo>
                  <a:lnTo>
                    <a:pt x="633793" y="110871"/>
                  </a:lnTo>
                  <a:lnTo>
                    <a:pt x="636365" y="109538"/>
                  </a:lnTo>
                  <a:lnTo>
                    <a:pt x="639699" y="108680"/>
                  </a:lnTo>
                  <a:lnTo>
                    <a:pt x="643223" y="108490"/>
                  </a:lnTo>
                  <a:lnTo>
                    <a:pt x="647605" y="109156"/>
                  </a:lnTo>
                  <a:lnTo>
                    <a:pt x="652272" y="108871"/>
                  </a:lnTo>
                  <a:lnTo>
                    <a:pt x="653796" y="108490"/>
                  </a:lnTo>
                  <a:lnTo>
                    <a:pt x="655130" y="107728"/>
                  </a:lnTo>
                  <a:lnTo>
                    <a:pt x="656368" y="107442"/>
                  </a:lnTo>
                  <a:lnTo>
                    <a:pt x="657987" y="108109"/>
                  </a:lnTo>
                  <a:lnTo>
                    <a:pt x="658749" y="108109"/>
                  </a:lnTo>
                  <a:lnTo>
                    <a:pt x="659416" y="107823"/>
                  </a:lnTo>
                  <a:lnTo>
                    <a:pt x="660654" y="106966"/>
                  </a:lnTo>
                  <a:lnTo>
                    <a:pt x="661511" y="106680"/>
                  </a:lnTo>
                  <a:lnTo>
                    <a:pt x="669322" y="105823"/>
                  </a:lnTo>
                  <a:lnTo>
                    <a:pt x="671036" y="106013"/>
                  </a:lnTo>
                  <a:lnTo>
                    <a:pt x="672560" y="106394"/>
                  </a:lnTo>
                  <a:lnTo>
                    <a:pt x="673322" y="106489"/>
                  </a:lnTo>
                  <a:lnTo>
                    <a:pt x="674084" y="106394"/>
                  </a:lnTo>
                  <a:lnTo>
                    <a:pt x="676751" y="105537"/>
                  </a:lnTo>
                  <a:lnTo>
                    <a:pt x="679228" y="105727"/>
                  </a:lnTo>
                  <a:lnTo>
                    <a:pt x="682752" y="105251"/>
                  </a:lnTo>
                  <a:lnTo>
                    <a:pt x="684371" y="105442"/>
                  </a:lnTo>
                  <a:lnTo>
                    <a:pt x="686086" y="105727"/>
                  </a:lnTo>
                  <a:lnTo>
                    <a:pt x="692944" y="104584"/>
                  </a:lnTo>
                  <a:lnTo>
                    <a:pt x="696659" y="104680"/>
                  </a:lnTo>
                  <a:lnTo>
                    <a:pt x="696754" y="104680"/>
                  </a:lnTo>
                  <a:lnTo>
                    <a:pt x="696754" y="104680"/>
                  </a:lnTo>
                  <a:lnTo>
                    <a:pt x="699992" y="104870"/>
                  </a:lnTo>
                  <a:lnTo>
                    <a:pt x="703231" y="105442"/>
                  </a:lnTo>
                  <a:lnTo>
                    <a:pt x="704850" y="106108"/>
                  </a:lnTo>
                  <a:lnTo>
                    <a:pt x="709136" y="108871"/>
                  </a:lnTo>
                  <a:lnTo>
                    <a:pt x="710755" y="109252"/>
                  </a:lnTo>
                  <a:lnTo>
                    <a:pt x="712280" y="109823"/>
                  </a:lnTo>
                  <a:lnTo>
                    <a:pt x="713804" y="109823"/>
                  </a:lnTo>
                  <a:lnTo>
                    <a:pt x="716947" y="108871"/>
                  </a:lnTo>
                  <a:lnTo>
                    <a:pt x="717423" y="108204"/>
                  </a:lnTo>
                  <a:lnTo>
                    <a:pt x="717709" y="105918"/>
                  </a:lnTo>
                  <a:lnTo>
                    <a:pt x="717995" y="104966"/>
                  </a:lnTo>
                  <a:lnTo>
                    <a:pt x="718757" y="104394"/>
                  </a:lnTo>
                  <a:lnTo>
                    <a:pt x="719614" y="104204"/>
                  </a:lnTo>
                  <a:lnTo>
                    <a:pt x="723138" y="104680"/>
                  </a:lnTo>
                  <a:lnTo>
                    <a:pt x="724376" y="104204"/>
                  </a:lnTo>
                  <a:lnTo>
                    <a:pt x="726948" y="102108"/>
                  </a:lnTo>
                  <a:lnTo>
                    <a:pt x="731330" y="99250"/>
                  </a:lnTo>
                  <a:lnTo>
                    <a:pt x="732663" y="98108"/>
                  </a:lnTo>
                  <a:lnTo>
                    <a:pt x="734854" y="97536"/>
                  </a:lnTo>
                  <a:lnTo>
                    <a:pt x="735997" y="97441"/>
                  </a:lnTo>
                  <a:lnTo>
                    <a:pt x="737045" y="97822"/>
                  </a:lnTo>
                  <a:lnTo>
                    <a:pt x="737235" y="97917"/>
                  </a:lnTo>
                  <a:lnTo>
                    <a:pt x="737426" y="98108"/>
                  </a:lnTo>
                  <a:lnTo>
                    <a:pt x="738378" y="99536"/>
                  </a:lnTo>
                  <a:lnTo>
                    <a:pt x="739426" y="100489"/>
                  </a:lnTo>
                  <a:lnTo>
                    <a:pt x="740283" y="100203"/>
                  </a:lnTo>
                  <a:lnTo>
                    <a:pt x="740664" y="98108"/>
                  </a:lnTo>
                  <a:lnTo>
                    <a:pt x="740855" y="97631"/>
                  </a:lnTo>
                  <a:lnTo>
                    <a:pt x="740855" y="97155"/>
                  </a:lnTo>
                  <a:lnTo>
                    <a:pt x="740759" y="96774"/>
                  </a:lnTo>
                  <a:lnTo>
                    <a:pt x="740474" y="96298"/>
                  </a:lnTo>
                  <a:lnTo>
                    <a:pt x="739330" y="95726"/>
                  </a:lnTo>
                  <a:lnTo>
                    <a:pt x="738568" y="94679"/>
                  </a:lnTo>
                  <a:lnTo>
                    <a:pt x="737997" y="93345"/>
                  </a:lnTo>
                  <a:lnTo>
                    <a:pt x="737045" y="92297"/>
                  </a:lnTo>
                  <a:lnTo>
                    <a:pt x="733806" y="90678"/>
                  </a:lnTo>
                  <a:lnTo>
                    <a:pt x="732092" y="89440"/>
                  </a:lnTo>
                  <a:lnTo>
                    <a:pt x="731234" y="88011"/>
                  </a:lnTo>
                  <a:lnTo>
                    <a:pt x="731330" y="86773"/>
                  </a:lnTo>
                  <a:lnTo>
                    <a:pt x="732092" y="86487"/>
                  </a:lnTo>
                  <a:lnTo>
                    <a:pt x="734092" y="86677"/>
                  </a:lnTo>
                  <a:lnTo>
                    <a:pt x="735235" y="86582"/>
                  </a:lnTo>
                  <a:lnTo>
                    <a:pt x="735997" y="86106"/>
                  </a:lnTo>
                  <a:lnTo>
                    <a:pt x="736568" y="85249"/>
                  </a:lnTo>
                  <a:lnTo>
                    <a:pt x="737045" y="83915"/>
                  </a:lnTo>
                  <a:lnTo>
                    <a:pt x="737616" y="82867"/>
                  </a:lnTo>
                  <a:lnTo>
                    <a:pt x="738283" y="82487"/>
                  </a:lnTo>
                  <a:lnTo>
                    <a:pt x="739997" y="82487"/>
                  </a:lnTo>
                  <a:lnTo>
                    <a:pt x="742283" y="81820"/>
                  </a:lnTo>
                  <a:lnTo>
                    <a:pt x="743045" y="81725"/>
                  </a:lnTo>
                  <a:lnTo>
                    <a:pt x="743331" y="81915"/>
                  </a:lnTo>
                  <a:lnTo>
                    <a:pt x="743998" y="82582"/>
                  </a:lnTo>
                  <a:lnTo>
                    <a:pt x="744379" y="82772"/>
                  </a:lnTo>
                  <a:lnTo>
                    <a:pt x="744760" y="82582"/>
                  </a:lnTo>
                  <a:lnTo>
                    <a:pt x="744950" y="82391"/>
                  </a:lnTo>
                  <a:lnTo>
                    <a:pt x="745141" y="82105"/>
                  </a:lnTo>
                  <a:lnTo>
                    <a:pt x="745808" y="81439"/>
                  </a:lnTo>
                  <a:lnTo>
                    <a:pt x="745998" y="80963"/>
                  </a:lnTo>
                  <a:lnTo>
                    <a:pt x="746284" y="80677"/>
                  </a:lnTo>
                  <a:lnTo>
                    <a:pt x="747332" y="80581"/>
                  </a:lnTo>
                  <a:lnTo>
                    <a:pt x="747617" y="80391"/>
                  </a:lnTo>
                  <a:lnTo>
                    <a:pt x="748760" y="79343"/>
                  </a:lnTo>
                  <a:lnTo>
                    <a:pt x="749332" y="78581"/>
                  </a:lnTo>
                  <a:lnTo>
                    <a:pt x="749999" y="78200"/>
                  </a:lnTo>
                  <a:lnTo>
                    <a:pt x="750760" y="78296"/>
                  </a:lnTo>
                  <a:lnTo>
                    <a:pt x="751142" y="78772"/>
                  </a:lnTo>
                  <a:lnTo>
                    <a:pt x="753237" y="83344"/>
                  </a:lnTo>
                  <a:lnTo>
                    <a:pt x="753809" y="83725"/>
                  </a:lnTo>
                  <a:lnTo>
                    <a:pt x="754761" y="83629"/>
                  </a:lnTo>
                  <a:lnTo>
                    <a:pt x="758952" y="82582"/>
                  </a:ln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</p:grpSp>
    </p:spTree>
    <p:extLst>
      <p:ext uri="{BB962C8B-B14F-4D97-AF65-F5344CB8AC3E}">
        <p14:creationId xmlns:p14="http://schemas.microsoft.com/office/powerpoint/2010/main" val="259641759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orea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103">
            <a:extLst>
              <a:ext uri="{FF2B5EF4-FFF2-40B4-BE49-F238E27FC236}">
                <a16:creationId xmlns:a16="http://schemas.microsoft.com/office/drawing/2014/main" id="{DCEC578E-4A67-98EF-74FF-2EE83933BE5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5" y="676929"/>
            <a:ext cx="840331" cy="560703"/>
          </a:xfrm>
          <a:prstGeom prst="rect">
            <a:avLst/>
          </a:prstGeom>
          <a:effectLst>
            <a:outerShdw blurRad="63500" algn="ctr" rotWithShape="0">
              <a:prstClr val="black">
                <a:alpha val="15000"/>
              </a:prstClr>
            </a:outerShdw>
          </a:effectLst>
        </p:spPr>
      </p:pic>
      <p:grpSp>
        <p:nvGrpSpPr>
          <p:cNvPr id="64" name="Group 45">
            <a:extLst>
              <a:ext uri="{FF2B5EF4-FFF2-40B4-BE49-F238E27FC236}">
                <a16:creationId xmlns:a16="http://schemas.microsoft.com/office/drawing/2014/main" id="{33B1CFDC-481B-4A7E-A5D6-3D5091E574EE}"/>
              </a:ext>
            </a:extLst>
          </p:cNvPr>
          <p:cNvGrpSpPr/>
          <p:nvPr userDrawn="1"/>
        </p:nvGrpSpPr>
        <p:grpSpPr>
          <a:xfrm>
            <a:off x="537331" y="1237633"/>
            <a:ext cx="3672409" cy="4775293"/>
            <a:chOff x="930059" y="1113423"/>
            <a:chExt cx="3567783" cy="4639247"/>
          </a:xfrm>
          <a:solidFill>
            <a:schemeClr val="tx1">
              <a:alpha val="20000"/>
            </a:schemeClr>
          </a:solidFill>
        </p:grpSpPr>
        <p:sp>
          <p:nvSpPr>
            <p:cNvPr id="65" name="Freeform: Shape 6">
              <a:extLst>
                <a:ext uri="{FF2B5EF4-FFF2-40B4-BE49-F238E27FC236}">
                  <a16:creationId xmlns:a16="http://schemas.microsoft.com/office/drawing/2014/main" id="{9C2A4F59-2604-2DA4-C3F4-84B65372383A}"/>
                </a:ext>
              </a:extLst>
            </p:cNvPr>
            <p:cNvSpPr/>
            <p:nvPr/>
          </p:nvSpPr>
          <p:spPr>
            <a:xfrm>
              <a:off x="3947925" y="3972090"/>
              <a:ext cx="364183" cy="346841"/>
            </a:xfrm>
            <a:custGeom>
              <a:avLst/>
              <a:gdLst>
                <a:gd name="connsiteX0" fmla="*/ 230996 w 364183"/>
                <a:gd name="connsiteY0" fmla="*/ 66247 h 346841"/>
                <a:gd name="connsiteX1" fmla="*/ 302966 w 364183"/>
                <a:gd name="connsiteY1" fmla="*/ 53240 h 346841"/>
                <a:gd name="connsiteX2" fmla="*/ 364183 w 364183"/>
                <a:gd name="connsiteY2" fmla="*/ 68154 h 346841"/>
                <a:gd name="connsiteX3" fmla="*/ 364877 w 364183"/>
                <a:gd name="connsiteY3" fmla="*/ 67981 h 346841"/>
                <a:gd name="connsiteX4" fmla="*/ 366091 w 364183"/>
                <a:gd name="connsiteY4" fmla="*/ 69368 h 346841"/>
                <a:gd name="connsiteX5" fmla="*/ 371294 w 364183"/>
                <a:gd name="connsiteY5" fmla="*/ 78560 h 346841"/>
                <a:gd name="connsiteX6" fmla="*/ 368345 w 364183"/>
                <a:gd name="connsiteY6" fmla="*/ 99370 h 346841"/>
                <a:gd name="connsiteX7" fmla="*/ 366785 w 364183"/>
                <a:gd name="connsiteY7" fmla="*/ 123996 h 346841"/>
                <a:gd name="connsiteX8" fmla="*/ 361409 w 364183"/>
                <a:gd name="connsiteY8" fmla="*/ 160934 h 346841"/>
                <a:gd name="connsiteX9" fmla="*/ 353605 w 364183"/>
                <a:gd name="connsiteY9" fmla="*/ 176542 h 346841"/>
                <a:gd name="connsiteX10" fmla="*/ 340945 w 364183"/>
                <a:gd name="connsiteY10" fmla="*/ 193711 h 346841"/>
                <a:gd name="connsiteX11" fmla="*/ 329152 w 364183"/>
                <a:gd name="connsiteY11" fmla="*/ 199954 h 346841"/>
                <a:gd name="connsiteX12" fmla="*/ 324123 w 364183"/>
                <a:gd name="connsiteY12" fmla="*/ 183306 h 346841"/>
                <a:gd name="connsiteX13" fmla="*/ 319441 w 364183"/>
                <a:gd name="connsiteY13" fmla="*/ 161455 h 346841"/>
                <a:gd name="connsiteX14" fmla="*/ 309556 w 364183"/>
                <a:gd name="connsiteY14" fmla="*/ 144980 h 346841"/>
                <a:gd name="connsiteX15" fmla="*/ 298630 w 364183"/>
                <a:gd name="connsiteY15" fmla="*/ 142205 h 346841"/>
                <a:gd name="connsiteX16" fmla="*/ 292214 w 364183"/>
                <a:gd name="connsiteY16" fmla="*/ 160934 h 346841"/>
                <a:gd name="connsiteX17" fmla="*/ 302792 w 364183"/>
                <a:gd name="connsiteY17" fmla="*/ 163362 h 346841"/>
                <a:gd name="connsiteX18" fmla="*/ 309209 w 364183"/>
                <a:gd name="connsiteY18" fmla="*/ 171340 h 346841"/>
                <a:gd name="connsiteX19" fmla="*/ 312157 w 364183"/>
                <a:gd name="connsiteY19" fmla="*/ 182959 h 346841"/>
                <a:gd name="connsiteX20" fmla="*/ 312851 w 364183"/>
                <a:gd name="connsiteY20" fmla="*/ 196486 h 346841"/>
                <a:gd name="connsiteX21" fmla="*/ 309556 w 364183"/>
                <a:gd name="connsiteY21" fmla="*/ 209319 h 346841"/>
                <a:gd name="connsiteX22" fmla="*/ 301579 w 364183"/>
                <a:gd name="connsiteY22" fmla="*/ 212267 h 346841"/>
                <a:gd name="connsiteX23" fmla="*/ 292734 w 364183"/>
                <a:gd name="connsiteY23" fmla="*/ 213134 h 346841"/>
                <a:gd name="connsiteX24" fmla="*/ 286491 w 364183"/>
                <a:gd name="connsiteY24" fmla="*/ 219204 h 346841"/>
                <a:gd name="connsiteX25" fmla="*/ 287705 w 364183"/>
                <a:gd name="connsiteY25" fmla="*/ 226140 h 346841"/>
                <a:gd name="connsiteX26" fmla="*/ 288572 w 364183"/>
                <a:gd name="connsiteY26" fmla="*/ 243829 h 346841"/>
                <a:gd name="connsiteX27" fmla="*/ 291693 w 364183"/>
                <a:gd name="connsiteY27" fmla="*/ 262039 h 346841"/>
                <a:gd name="connsiteX28" fmla="*/ 284583 w 364183"/>
                <a:gd name="connsiteY28" fmla="*/ 273658 h 346841"/>
                <a:gd name="connsiteX29" fmla="*/ 277993 w 364183"/>
                <a:gd name="connsiteY29" fmla="*/ 285277 h 346841"/>
                <a:gd name="connsiteX30" fmla="*/ 284410 w 364183"/>
                <a:gd name="connsiteY30" fmla="*/ 294468 h 346841"/>
                <a:gd name="connsiteX31" fmla="*/ 289612 w 364183"/>
                <a:gd name="connsiteY31" fmla="*/ 299671 h 346841"/>
                <a:gd name="connsiteX32" fmla="*/ 288572 w 364183"/>
                <a:gd name="connsiteY32" fmla="*/ 312504 h 346841"/>
                <a:gd name="connsiteX33" fmla="*/ 272617 w 364183"/>
                <a:gd name="connsiteY33" fmla="*/ 317880 h 346841"/>
                <a:gd name="connsiteX34" fmla="*/ 257703 w 364183"/>
                <a:gd name="connsiteY34" fmla="*/ 326898 h 346841"/>
                <a:gd name="connsiteX35" fmla="*/ 236199 w 364183"/>
                <a:gd name="connsiteY35" fmla="*/ 348229 h 346841"/>
                <a:gd name="connsiteX36" fmla="*/ 217990 w 364183"/>
                <a:gd name="connsiteY36" fmla="*/ 347535 h 346841"/>
                <a:gd name="connsiteX37" fmla="*/ 217643 w 364183"/>
                <a:gd name="connsiteY37" fmla="*/ 348576 h 346841"/>
                <a:gd name="connsiteX38" fmla="*/ 214521 w 364183"/>
                <a:gd name="connsiteY38" fmla="*/ 345801 h 346841"/>
                <a:gd name="connsiteX39" fmla="*/ 192497 w 364183"/>
                <a:gd name="connsiteY39" fmla="*/ 337997 h 346841"/>
                <a:gd name="connsiteX40" fmla="*/ 175675 w 364183"/>
                <a:gd name="connsiteY40" fmla="*/ 321348 h 346841"/>
                <a:gd name="connsiteX41" fmla="*/ 170473 w 364183"/>
                <a:gd name="connsiteY41" fmla="*/ 294988 h 346841"/>
                <a:gd name="connsiteX42" fmla="*/ 152610 w 364183"/>
                <a:gd name="connsiteY42" fmla="*/ 281115 h 346841"/>
                <a:gd name="connsiteX43" fmla="*/ 112897 w 364183"/>
                <a:gd name="connsiteY43" fmla="*/ 259091 h 346841"/>
                <a:gd name="connsiteX44" fmla="*/ 79427 w 364183"/>
                <a:gd name="connsiteY44" fmla="*/ 220764 h 346841"/>
                <a:gd name="connsiteX45" fmla="*/ 59310 w 364183"/>
                <a:gd name="connsiteY45" fmla="*/ 205504 h 346841"/>
                <a:gd name="connsiteX46" fmla="*/ 11619 w 364183"/>
                <a:gd name="connsiteY46" fmla="*/ 198220 h 346841"/>
                <a:gd name="connsiteX47" fmla="*/ 0 w 364183"/>
                <a:gd name="connsiteY47" fmla="*/ 174808 h 346841"/>
                <a:gd name="connsiteX48" fmla="*/ 19423 w 364183"/>
                <a:gd name="connsiteY48" fmla="*/ 135615 h 346841"/>
                <a:gd name="connsiteX49" fmla="*/ 16128 w 364183"/>
                <a:gd name="connsiteY49" fmla="*/ 97809 h 346841"/>
                <a:gd name="connsiteX50" fmla="*/ 34684 w 364183"/>
                <a:gd name="connsiteY50" fmla="*/ 82722 h 346841"/>
                <a:gd name="connsiteX51" fmla="*/ 54627 w 364183"/>
                <a:gd name="connsiteY51" fmla="*/ 71103 h 346841"/>
                <a:gd name="connsiteX52" fmla="*/ 66593 w 364183"/>
                <a:gd name="connsiteY52" fmla="*/ 70756 h 346841"/>
                <a:gd name="connsiteX53" fmla="*/ 71449 w 364183"/>
                <a:gd name="connsiteY53" fmla="*/ 61391 h 346841"/>
                <a:gd name="connsiteX54" fmla="*/ 63992 w 364183"/>
                <a:gd name="connsiteY54" fmla="*/ 49078 h 346841"/>
                <a:gd name="connsiteX55" fmla="*/ 59830 w 364183"/>
                <a:gd name="connsiteY55" fmla="*/ 35725 h 346841"/>
                <a:gd name="connsiteX56" fmla="*/ 85843 w 364183"/>
                <a:gd name="connsiteY56" fmla="*/ 15434 h 346841"/>
                <a:gd name="connsiteX57" fmla="*/ 118620 w 364183"/>
                <a:gd name="connsiteY57" fmla="*/ 3989 h 346841"/>
                <a:gd name="connsiteX58" fmla="*/ 145326 w 364183"/>
                <a:gd name="connsiteY58" fmla="*/ 0 h 346841"/>
                <a:gd name="connsiteX59" fmla="*/ 171686 w 364183"/>
                <a:gd name="connsiteY59" fmla="*/ 5549 h 346841"/>
                <a:gd name="connsiteX60" fmla="*/ 198914 w 364183"/>
                <a:gd name="connsiteY60" fmla="*/ 17342 h 346841"/>
                <a:gd name="connsiteX61" fmla="*/ 206024 w 364183"/>
                <a:gd name="connsiteY61" fmla="*/ 28961 h 346841"/>
                <a:gd name="connsiteX62" fmla="*/ 206371 w 364183"/>
                <a:gd name="connsiteY62" fmla="*/ 43182 h 346841"/>
                <a:gd name="connsiteX63" fmla="*/ 208278 w 364183"/>
                <a:gd name="connsiteY63" fmla="*/ 55841 h 346841"/>
                <a:gd name="connsiteX64" fmla="*/ 217990 w 364183"/>
                <a:gd name="connsiteY64" fmla="*/ 62778 h 346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64183" h="346841">
                  <a:moveTo>
                    <a:pt x="230996" y="66247"/>
                  </a:moveTo>
                  <a:lnTo>
                    <a:pt x="302966" y="53240"/>
                  </a:lnTo>
                  <a:lnTo>
                    <a:pt x="364183" y="68154"/>
                  </a:lnTo>
                  <a:lnTo>
                    <a:pt x="364877" y="67981"/>
                  </a:lnTo>
                  <a:lnTo>
                    <a:pt x="366091" y="69368"/>
                  </a:lnTo>
                  <a:lnTo>
                    <a:pt x="371294" y="78560"/>
                  </a:lnTo>
                  <a:lnTo>
                    <a:pt x="368345" y="99370"/>
                  </a:lnTo>
                  <a:lnTo>
                    <a:pt x="366785" y="123996"/>
                  </a:lnTo>
                  <a:lnTo>
                    <a:pt x="361409" y="160934"/>
                  </a:lnTo>
                  <a:lnTo>
                    <a:pt x="353605" y="176542"/>
                  </a:lnTo>
                  <a:lnTo>
                    <a:pt x="340945" y="193711"/>
                  </a:lnTo>
                  <a:lnTo>
                    <a:pt x="329152" y="199954"/>
                  </a:lnTo>
                  <a:lnTo>
                    <a:pt x="324123" y="183306"/>
                  </a:lnTo>
                  <a:lnTo>
                    <a:pt x="319441" y="161455"/>
                  </a:lnTo>
                  <a:lnTo>
                    <a:pt x="309556" y="144980"/>
                  </a:lnTo>
                  <a:lnTo>
                    <a:pt x="298630" y="142205"/>
                  </a:lnTo>
                  <a:lnTo>
                    <a:pt x="292214" y="160934"/>
                  </a:lnTo>
                  <a:lnTo>
                    <a:pt x="302792" y="163362"/>
                  </a:lnTo>
                  <a:lnTo>
                    <a:pt x="309209" y="171340"/>
                  </a:lnTo>
                  <a:lnTo>
                    <a:pt x="312157" y="182959"/>
                  </a:lnTo>
                  <a:lnTo>
                    <a:pt x="312851" y="196486"/>
                  </a:lnTo>
                  <a:lnTo>
                    <a:pt x="309556" y="209319"/>
                  </a:lnTo>
                  <a:lnTo>
                    <a:pt x="301579" y="212267"/>
                  </a:lnTo>
                  <a:lnTo>
                    <a:pt x="292734" y="213134"/>
                  </a:lnTo>
                  <a:lnTo>
                    <a:pt x="286491" y="219204"/>
                  </a:lnTo>
                  <a:lnTo>
                    <a:pt x="287705" y="226140"/>
                  </a:lnTo>
                  <a:lnTo>
                    <a:pt x="288572" y="243829"/>
                  </a:lnTo>
                  <a:lnTo>
                    <a:pt x="291693" y="262039"/>
                  </a:lnTo>
                  <a:lnTo>
                    <a:pt x="284583" y="273658"/>
                  </a:lnTo>
                  <a:lnTo>
                    <a:pt x="277993" y="285277"/>
                  </a:lnTo>
                  <a:lnTo>
                    <a:pt x="284410" y="294468"/>
                  </a:lnTo>
                  <a:lnTo>
                    <a:pt x="289612" y="299671"/>
                  </a:lnTo>
                  <a:lnTo>
                    <a:pt x="288572" y="312504"/>
                  </a:lnTo>
                  <a:lnTo>
                    <a:pt x="272617" y="317880"/>
                  </a:lnTo>
                  <a:lnTo>
                    <a:pt x="257703" y="326898"/>
                  </a:lnTo>
                  <a:lnTo>
                    <a:pt x="236199" y="348229"/>
                  </a:lnTo>
                  <a:lnTo>
                    <a:pt x="217990" y="347535"/>
                  </a:lnTo>
                  <a:lnTo>
                    <a:pt x="217643" y="348576"/>
                  </a:lnTo>
                  <a:lnTo>
                    <a:pt x="214521" y="345801"/>
                  </a:lnTo>
                  <a:lnTo>
                    <a:pt x="192497" y="337997"/>
                  </a:lnTo>
                  <a:lnTo>
                    <a:pt x="175675" y="321348"/>
                  </a:lnTo>
                  <a:lnTo>
                    <a:pt x="170473" y="294988"/>
                  </a:lnTo>
                  <a:lnTo>
                    <a:pt x="152610" y="281115"/>
                  </a:lnTo>
                  <a:lnTo>
                    <a:pt x="112897" y="259091"/>
                  </a:lnTo>
                  <a:lnTo>
                    <a:pt x="79427" y="220764"/>
                  </a:lnTo>
                  <a:lnTo>
                    <a:pt x="59310" y="205504"/>
                  </a:lnTo>
                  <a:lnTo>
                    <a:pt x="11619" y="198220"/>
                  </a:lnTo>
                  <a:lnTo>
                    <a:pt x="0" y="174808"/>
                  </a:lnTo>
                  <a:lnTo>
                    <a:pt x="19423" y="135615"/>
                  </a:lnTo>
                  <a:lnTo>
                    <a:pt x="16128" y="97809"/>
                  </a:lnTo>
                  <a:lnTo>
                    <a:pt x="34684" y="82722"/>
                  </a:lnTo>
                  <a:lnTo>
                    <a:pt x="54627" y="71103"/>
                  </a:lnTo>
                  <a:lnTo>
                    <a:pt x="66593" y="70756"/>
                  </a:lnTo>
                  <a:lnTo>
                    <a:pt x="71449" y="61391"/>
                  </a:lnTo>
                  <a:lnTo>
                    <a:pt x="63992" y="49078"/>
                  </a:lnTo>
                  <a:lnTo>
                    <a:pt x="59830" y="35725"/>
                  </a:lnTo>
                  <a:lnTo>
                    <a:pt x="85843" y="15434"/>
                  </a:lnTo>
                  <a:lnTo>
                    <a:pt x="118620" y="3989"/>
                  </a:lnTo>
                  <a:lnTo>
                    <a:pt x="145326" y="0"/>
                  </a:lnTo>
                  <a:lnTo>
                    <a:pt x="171686" y="5549"/>
                  </a:lnTo>
                  <a:lnTo>
                    <a:pt x="198914" y="17342"/>
                  </a:lnTo>
                  <a:lnTo>
                    <a:pt x="206024" y="28961"/>
                  </a:lnTo>
                  <a:lnTo>
                    <a:pt x="206371" y="43182"/>
                  </a:lnTo>
                  <a:lnTo>
                    <a:pt x="208278" y="55841"/>
                  </a:lnTo>
                  <a:lnTo>
                    <a:pt x="217990" y="62778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66" name="Freeform: Shape 7">
              <a:extLst>
                <a:ext uri="{FF2B5EF4-FFF2-40B4-BE49-F238E27FC236}">
                  <a16:creationId xmlns:a16="http://schemas.microsoft.com/office/drawing/2014/main" id="{4017523B-B581-81E0-64B4-F121F11B0FE5}"/>
                </a:ext>
              </a:extLst>
            </p:cNvPr>
            <p:cNvSpPr/>
            <p:nvPr/>
          </p:nvSpPr>
          <p:spPr>
            <a:xfrm>
              <a:off x="3551139" y="3659586"/>
              <a:ext cx="208105" cy="225447"/>
            </a:xfrm>
            <a:custGeom>
              <a:avLst/>
              <a:gdLst>
                <a:gd name="connsiteX0" fmla="*/ 206024 w 208104"/>
                <a:gd name="connsiteY0" fmla="*/ 153477 h 225446"/>
                <a:gd name="connsiteX1" fmla="*/ 200128 w 208104"/>
                <a:gd name="connsiteY1" fmla="*/ 151743 h 225446"/>
                <a:gd name="connsiteX2" fmla="*/ 192844 w 208104"/>
                <a:gd name="connsiteY2" fmla="*/ 152437 h 225446"/>
                <a:gd name="connsiteX3" fmla="*/ 193364 w 208104"/>
                <a:gd name="connsiteY3" fmla="*/ 158680 h 225446"/>
                <a:gd name="connsiteX4" fmla="*/ 192323 w 208104"/>
                <a:gd name="connsiteY4" fmla="*/ 166831 h 225446"/>
                <a:gd name="connsiteX5" fmla="*/ 185040 w 208104"/>
                <a:gd name="connsiteY5" fmla="*/ 185907 h 225446"/>
                <a:gd name="connsiteX6" fmla="*/ 184867 w 208104"/>
                <a:gd name="connsiteY6" fmla="*/ 191977 h 225446"/>
                <a:gd name="connsiteX7" fmla="*/ 182612 w 208104"/>
                <a:gd name="connsiteY7" fmla="*/ 200994 h 225446"/>
                <a:gd name="connsiteX8" fmla="*/ 165270 w 208104"/>
                <a:gd name="connsiteY8" fmla="*/ 211400 h 225446"/>
                <a:gd name="connsiteX9" fmla="*/ 120527 w 208104"/>
                <a:gd name="connsiteY9" fmla="*/ 199781 h 225446"/>
                <a:gd name="connsiteX10" fmla="*/ 95555 w 208104"/>
                <a:gd name="connsiteY10" fmla="*/ 197179 h 225446"/>
                <a:gd name="connsiteX11" fmla="*/ 84456 w 208104"/>
                <a:gd name="connsiteY11" fmla="*/ 206024 h 225446"/>
                <a:gd name="connsiteX12" fmla="*/ 73357 w 208104"/>
                <a:gd name="connsiteY12" fmla="*/ 225274 h 225446"/>
                <a:gd name="connsiteX13" fmla="*/ 67461 w 208104"/>
                <a:gd name="connsiteY13" fmla="*/ 230303 h 225446"/>
                <a:gd name="connsiteX14" fmla="*/ 60350 w 208104"/>
                <a:gd name="connsiteY14" fmla="*/ 224406 h 225446"/>
                <a:gd name="connsiteX15" fmla="*/ 50812 w 208104"/>
                <a:gd name="connsiteY15" fmla="*/ 218337 h 225446"/>
                <a:gd name="connsiteX16" fmla="*/ 37112 w 208104"/>
                <a:gd name="connsiteY16" fmla="*/ 207238 h 225446"/>
                <a:gd name="connsiteX17" fmla="*/ 27921 w 208104"/>
                <a:gd name="connsiteY17" fmla="*/ 189375 h 225446"/>
                <a:gd name="connsiteX18" fmla="*/ 16649 w 208104"/>
                <a:gd name="connsiteY18" fmla="*/ 178276 h 225446"/>
                <a:gd name="connsiteX19" fmla="*/ 4682 w 208104"/>
                <a:gd name="connsiteY19" fmla="*/ 173594 h 225446"/>
                <a:gd name="connsiteX20" fmla="*/ 0 w 208104"/>
                <a:gd name="connsiteY20" fmla="*/ 155905 h 225446"/>
                <a:gd name="connsiteX21" fmla="*/ 10752 w 208104"/>
                <a:gd name="connsiteY21" fmla="*/ 140991 h 225446"/>
                <a:gd name="connsiteX22" fmla="*/ 22371 w 208104"/>
                <a:gd name="connsiteY22" fmla="*/ 140991 h 225446"/>
                <a:gd name="connsiteX23" fmla="*/ 34857 w 208104"/>
                <a:gd name="connsiteY23" fmla="*/ 138910 h 225446"/>
                <a:gd name="connsiteX24" fmla="*/ 38152 w 208104"/>
                <a:gd name="connsiteY24" fmla="*/ 129892 h 225446"/>
                <a:gd name="connsiteX25" fmla="*/ 39540 w 208104"/>
                <a:gd name="connsiteY25" fmla="*/ 120354 h 225446"/>
                <a:gd name="connsiteX26" fmla="*/ 32776 w 208104"/>
                <a:gd name="connsiteY26" fmla="*/ 117753 h 225446"/>
                <a:gd name="connsiteX27" fmla="*/ 25320 w 208104"/>
                <a:gd name="connsiteY27" fmla="*/ 116539 h 225446"/>
                <a:gd name="connsiteX28" fmla="*/ 33644 w 208104"/>
                <a:gd name="connsiteY28" fmla="*/ 97809 h 225446"/>
                <a:gd name="connsiteX29" fmla="*/ 46997 w 208104"/>
                <a:gd name="connsiteY29" fmla="*/ 83242 h 225446"/>
                <a:gd name="connsiteX30" fmla="*/ 42141 w 208104"/>
                <a:gd name="connsiteY30" fmla="*/ 39540 h 225446"/>
                <a:gd name="connsiteX31" fmla="*/ 78560 w 208104"/>
                <a:gd name="connsiteY31" fmla="*/ 9365 h 225446"/>
                <a:gd name="connsiteX32" fmla="*/ 127811 w 208104"/>
                <a:gd name="connsiteY32" fmla="*/ 2775 h 225446"/>
                <a:gd name="connsiteX33" fmla="*/ 168738 w 208104"/>
                <a:gd name="connsiteY33" fmla="*/ 0 h 225446"/>
                <a:gd name="connsiteX34" fmla="*/ 199781 w 208104"/>
                <a:gd name="connsiteY34" fmla="*/ 22892 h 225446"/>
                <a:gd name="connsiteX35" fmla="*/ 209666 w 208104"/>
                <a:gd name="connsiteY35" fmla="*/ 40060 h 225446"/>
                <a:gd name="connsiteX36" fmla="*/ 209145 w 208104"/>
                <a:gd name="connsiteY36" fmla="*/ 47517 h 225446"/>
                <a:gd name="connsiteX37" fmla="*/ 205504 w 208104"/>
                <a:gd name="connsiteY37" fmla="*/ 53934 h 225446"/>
                <a:gd name="connsiteX38" fmla="*/ 205677 w 208104"/>
                <a:gd name="connsiteY38" fmla="*/ 78039 h 225446"/>
                <a:gd name="connsiteX39" fmla="*/ 211920 w 208104"/>
                <a:gd name="connsiteY39" fmla="*/ 87404 h 225446"/>
                <a:gd name="connsiteX40" fmla="*/ 220244 w 208104"/>
                <a:gd name="connsiteY40" fmla="*/ 94514 h 225446"/>
                <a:gd name="connsiteX41" fmla="*/ 221805 w 208104"/>
                <a:gd name="connsiteY41" fmla="*/ 109775 h 225446"/>
                <a:gd name="connsiteX42" fmla="*/ 222325 w 208104"/>
                <a:gd name="connsiteY42" fmla="*/ 125904 h 225446"/>
                <a:gd name="connsiteX43" fmla="*/ 218163 w 208104"/>
                <a:gd name="connsiteY43" fmla="*/ 140991 h 22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08104" h="225446">
                  <a:moveTo>
                    <a:pt x="206024" y="153477"/>
                  </a:moveTo>
                  <a:lnTo>
                    <a:pt x="200128" y="151743"/>
                  </a:lnTo>
                  <a:lnTo>
                    <a:pt x="192844" y="152437"/>
                  </a:lnTo>
                  <a:lnTo>
                    <a:pt x="193364" y="158680"/>
                  </a:lnTo>
                  <a:lnTo>
                    <a:pt x="192323" y="166831"/>
                  </a:lnTo>
                  <a:lnTo>
                    <a:pt x="185040" y="185907"/>
                  </a:lnTo>
                  <a:lnTo>
                    <a:pt x="184867" y="191977"/>
                  </a:lnTo>
                  <a:lnTo>
                    <a:pt x="182612" y="200994"/>
                  </a:lnTo>
                  <a:lnTo>
                    <a:pt x="165270" y="211400"/>
                  </a:lnTo>
                  <a:lnTo>
                    <a:pt x="120527" y="199781"/>
                  </a:lnTo>
                  <a:lnTo>
                    <a:pt x="95555" y="197179"/>
                  </a:lnTo>
                  <a:lnTo>
                    <a:pt x="84456" y="206024"/>
                  </a:lnTo>
                  <a:lnTo>
                    <a:pt x="73357" y="225274"/>
                  </a:lnTo>
                  <a:lnTo>
                    <a:pt x="67461" y="230303"/>
                  </a:lnTo>
                  <a:lnTo>
                    <a:pt x="60350" y="224406"/>
                  </a:lnTo>
                  <a:lnTo>
                    <a:pt x="50812" y="218337"/>
                  </a:lnTo>
                  <a:lnTo>
                    <a:pt x="37112" y="207238"/>
                  </a:lnTo>
                  <a:lnTo>
                    <a:pt x="27921" y="189375"/>
                  </a:lnTo>
                  <a:lnTo>
                    <a:pt x="16649" y="178276"/>
                  </a:lnTo>
                  <a:lnTo>
                    <a:pt x="4682" y="173594"/>
                  </a:lnTo>
                  <a:lnTo>
                    <a:pt x="0" y="155905"/>
                  </a:lnTo>
                  <a:lnTo>
                    <a:pt x="10752" y="140991"/>
                  </a:lnTo>
                  <a:lnTo>
                    <a:pt x="22371" y="140991"/>
                  </a:lnTo>
                  <a:lnTo>
                    <a:pt x="34857" y="138910"/>
                  </a:lnTo>
                  <a:lnTo>
                    <a:pt x="38152" y="129892"/>
                  </a:lnTo>
                  <a:lnTo>
                    <a:pt x="39540" y="120354"/>
                  </a:lnTo>
                  <a:lnTo>
                    <a:pt x="32776" y="117753"/>
                  </a:lnTo>
                  <a:lnTo>
                    <a:pt x="25320" y="116539"/>
                  </a:lnTo>
                  <a:lnTo>
                    <a:pt x="33644" y="97809"/>
                  </a:lnTo>
                  <a:lnTo>
                    <a:pt x="46997" y="83242"/>
                  </a:lnTo>
                  <a:lnTo>
                    <a:pt x="42141" y="39540"/>
                  </a:lnTo>
                  <a:lnTo>
                    <a:pt x="78560" y="9365"/>
                  </a:lnTo>
                  <a:lnTo>
                    <a:pt x="127811" y="2775"/>
                  </a:lnTo>
                  <a:lnTo>
                    <a:pt x="168738" y="0"/>
                  </a:lnTo>
                  <a:lnTo>
                    <a:pt x="199781" y="22892"/>
                  </a:lnTo>
                  <a:lnTo>
                    <a:pt x="209666" y="40060"/>
                  </a:lnTo>
                  <a:lnTo>
                    <a:pt x="209145" y="47517"/>
                  </a:lnTo>
                  <a:lnTo>
                    <a:pt x="205504" y="53934"/>
                  </a:lnTo>
                  <a:lnTo>
                    <a:pt x="205677" y="78039"/>
                  </a:lnTo>
                  <a:lnTo>
                    <a:pt x="211920" y="87404"/>
                  </a:lnTo>
                  <a:lnTo>
                    <a:pt x="220244" y="94514"/>
                  </a:lnTo>
                  <a:lnTo>
                    <a:pt x="221805" y="109775"/>
                  </a:lnTo>
                  <a:lnTo>
                    <a:pt x="222325" y="125904"/>
                  </a:lnTo>
                  <a:lnTo>
                    <a:pt x="218163" y="140991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2700000" scaled="1"/>
              <a:tileRect/>
            </a:gradFill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67" name="Freeform: Shape 8">
              <a:extLst>
                <a:ext uri="{FF2B5EF4-FFF2-40B4-BE49-F238E27FC236}">
                  <a16:creationId xmlns:a16="http://schemas.microsoft.com/office/drawing/2014/main" id="{914BD1BF-FF37-1258-A7B0-4C4BD7D78521}"/>
                </a:ext>
              </a:extLst>
            </p:cNvPr>
            <p:cNvSpPr/>
            <p:nvPr/>
          </p:nvSpPr>
          <p:spPr>
            <a:xfrm>
              <a:off x="2249270" y="2040010"/>
              <a:ext cx="294815" cy="242789"/>
            </a:xfrm>
            <a:custGeom>
              <a:avLst/>
              <a:gdLst>
                <a:gd name="connsiteX0" fmla="*/ 249379 w 294815"/>
                <a:gd name="connsiteY0" fmla="*/ 129545 h 242788"/>
                <a:gd name="connsiteX1" fmla="*/ 270536 w 294815"/>
                <a:gd name="connsiteY1" fmla="*/ 129372 h 242788"/>
                <a:gd name="connsiteX2" fmla="*/ 288745 w 294815"/>
                <a:gd name="connsiteY2" fmla="*/ 122782 h 242788"/>
                <a:gd name="connsiteX3" fmla="*/ 304527 w 294815"/>
                <a:gd name="connsiteY3" fmla="*/ 122608 h 242788"/>
                <a:gd name="connsiteX4" fmla="*/ 310423 w 294815"/>
                <a:gd name="connsiteY4" fmla="*/ 136829 h 242788"/>
                <a:gd name="connsiteX5" fmla="*/ 308342 w 294815"/>
                <a:gd name="connsiteY5" fmla="*/ 151396 h 242788"/>
                <a:gd name="connsiteX6" fmla="*/ 297590 w 294815"/>
                <a:gd name="connsiteY6" fmla="*/ 156772 h 242788"/>
                <a:gd name="connsiteX7" fmla="*/ 285797 w 294815"/>
                <a:gd name="connsiteY7" fmla="*/ 164576 h 242788"/>
                <a:gd name="connsiteX8" fmla="*/ 285971 w 294815"/>
                <a:gd name="connsiteY8" fmla="*/ 182265 h 242788"/>
                <a:gd name="connsiteX9" fmla="*/ 292214 w 294815"/>
                <a:gd name="connsiteY9" fmla="*/ 189375 h 242788"/>
                <a:gd name="connsiteX10" fmla="*/ 279034 w 294815"/>
                <a:gd name="connsiteY10" fmla="*/ 207411 h 242788"/>
                <a:gd name="connsiteX11" fmla="*/ 271577 w 294815"/>
                <a:gd name="connsiteY11" fmla="*/ 220244 h 242788"/>
                <a:gd name="connsiteX12" fmla="*/ 251633 w 294815"/>
                <a:gd name="connsiteY12" fmla="*/ 232210 h 242788"/>
                <a:gd name="connsiteX13" fmla="*/ 229436 w 294815"/>
                <a:gd name="connsiteY13" fmla="*/ 237239 h 242788"/>
                <a:gd name="connsiteX14" fmla="*/ 206717 w 294815"/>
                <a:gd name="connsiteY14" fmla="*/ 248685 h 242788"/>
                <a:gd name="connsiteX15" fmla="*/ 197873 w 294815"/>
                <a:gd name="connsiteY15" fmla="*/ 228395 h 242788"/>
                <a:gd name="connsiteX16" fmla="*/ 178450 w 294815"/>
                <a:gd name="connsiteY16" fmla="*/ 232731 h 242788"/>
                <a:gd name="connsiteX17" fmla="*/ 159200 w 294815"/>
                <a:gd name="connsiteY17" fmla="*/ 238800 h 242788"/>
                <a:gd name="connsiteX18" fmla="*/ 145673 w 294815"/>
                <a:gd name="connsiteY18" fmla="*/ 246604 h 242788"/>
                <a:gd name="connsiteX19" fmla="*/ 131453 w 294815"/>
                <a:gd name="connsiteY19" fmla="*/ 248859 h 242788"/>
                <a:gd name="connsiteX20" fmla="*/ 98329 w 294815"/>
                <a:gd name="connsiteY20" fmla="*/ 247818 h 242788"/>
                <a:gd name="connsiteX21" fmla="*/ 75611 w 294815"/>
                <a:gd name="connsiteY21" fmla="*/ 217816 h 242788"/>
                <a:gd name="connsiteX22" fmla="*/ 53240 w 294815"/>
                <a:gd name="connsiteY22" fmla="*/ 211053 h 242788"/>
                <a:gd name="connsiteX23" fmla="*/ 37806 w 294815"/>
                <a:gd name="connsiteY23" fmla="*/ 200995 h 242788"/>
                <a:gd name="connsiteX24" fmla="*/ 33644 w 294815"/>
                <a:gd name="connsiteY24" fmla="*/ 172900 h 242788"/>
                <a:gd name="connsiteX25" fmla="*/ 18209 w 294815"/>
                <a:gd name="connsiteY25" fmla="*/ 151049 h 242788"/>
                <a:gd name="connsiteX26" fmla="*/ 0 w 294815"/>
                <a:gd name="connsiteY26" fmla="*/ 128505 h 242788"/>
                <a:gd name="connsiteX27" fmla="*/ 11619 w 294815"/>
                <a:gd name="connsiteY27" fmla="*/ 103532 h 242788"/>
                <a:gd name="connsiteX28" fmla="*/ 33297 w 294815"/>
                <a:gd name="connsiteY28" fmla="*/ 104919 h 242788"/>
                <a:gd name="connsiteX29" fmla="*/ 58096 w 294815"/>
                <a:gd name="connsiteY29" fmla="*/ 120181 h 242788"/>
                <a:gd name="connsiteX30" fmla="*/ 76479 w 294815"/>
                <a:gd name="connsiteY30" fmla="*/ 113937 h 242788"/>
                <a:gd name="connsiteX31" fmla="*/ 92780 w 294815"/>
                <a:gd name="connsiteY31" fmla="*/ 103879 h 242788"/>
                <a:gd name="connsiteX32" fmla="*/ 94167 w 294815"/>
                <a:gd name="connsiteY32" fmla="*/ 87057 h 242788"/>
                <a:gd name="connsiteX33" fmla="*/ 98676 w 294815"/>
                <a:gd name="connsiteY33" fmla="*/ 71623 h 242788"/>
                <a:gd name="connsiteX34" fmla="*/ 133361 w 294815"/>
                <a:gd name="connsiteY34" fmla="*/ 68154 h 242788"/>
                <a:gd name="connsiteX35" fmla="*/ 151223 w 294815"/>
                <a:gd name="connsiteY35" fmla="*/ 45436 h 242788"/>
                <a:gd name="connsiteX36" fmla="*/ 162148 w 294815"/>
                <a:gd name="connsiteY36" fmla="*/ 22371 h 242788"/>
                <a:gd name="connsiteX37" fmla="*/ 177583 w 294815"/>
                <a:gd name="connsiteY37" fmla="*/ 5896 h 242788"/>
                <a:gd name="connsiteX38" fmla="*/ 201688 w 294815"/>
                <a:gd name="connsiteY38" fmla="*/ 0 h 242788"/>
                <a:gd name="connsiteX39" fmla="*/ 229609 w 294815"/>
                <a:gd name="connsiteY39" fmla="*/ 2254 h 242788"/>
                <a:gd name="connsiteX40" fmla="*/ 242789 w 294815"/>
                <a:gd name="connsiteY40" fmla="*/ 25319 h 242788"/>
                <a:gd name="connsiteX41" fmla="*/ 247992 w 294815"/>
                <a:gd name="connsiteY41" fmla="*/ 56362 h 242788"/>
                <a:gd name="connsiteX42" fmla="*/ 255969 w 294815"/>
                <a:gd name="connsiteY42" fmla="*/ 78039 h 242788"/>
                <a:gd name="connsiteX43" fmla="*/ 256489 w 294815"/>
                <a:gd name="connsiteY43" fmla="*/ 101971 h 2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94815" h="242788">
                  <a:moveTo>
                    <a:pt x="249379" y="129545"/>
                  </a:moveTo>
                  <a:lnTo>
                    <a:pt x="270536" y="129372"/>
                  </a:lnTo>
                  <a:lnTo>
                    <a:pt x="288745" y="122782"/>
                  </a:lnTo>
                  <a:lnTo>
                    <a:pt x="304527" y="122608"/>
                  </a:lnTo>
                  <a:lnTo>
                    <a:pt x="310423" y="136829"/>
                  </a:lnTo>
                  <a:lnTo>
                    <a:pt x="308342" y="151396"/>
                  </a:lnTo>
                  <a:lnTo>
                    <a:pt x="297590" y="156772"/>
                  </a:lnTo>
                  <a:lnTo>
                    <a:pt x="285797" y="164576"/>
                  </a:lnTo>
                  <a:lnTo>
                    <a:pt x="285971" y="182265"/>
                  </a:lnTo>
                  <a:lnTo>
                    <a:pt x="292214" y="189375"/>
                  </a:lnTo>
                  <a:lnTo>
                    <a:pt x="279034" y="207411"/>
                  </a:lnTo>
                  <a:lnTo>
                    <a:pt x="271577" y="220244"/>
                  </a:lnTo>
                  <a:lnTo>
                    <a:pt x="251633" y="232210"/>
                  </a:lnTo>
                  <a:lnTo>
                    <a:pt x="229436" y="237239"/>
                  </a:lnTo>
                  <a:lnTo>
                    <a:pt x="206717" y="248685"/>
                  </a:lnTo>
                  <a:lnTo>
                    <a:pt x="197873" y="228395"/>
                  </a:lnTo>
                  <a:lnTo>
                    <a:pt x="178450" y="232731"/>
                  </a:lnTo>
                  <a:lnTo>
                    <a:pt x="159200" y="238800"/>
                  </a:lnTo>
                  <a:lnTo>
                    <a:pt x="145673" y="246604"/>
                  </a:lnTo>
                  <a:lnTo>
                    <a:pt x="131453" y="248859"/>
                  </a:lnTo>
                  <a:lnTo>
                    <a:pt x="98329" y="247818"/>
                  </a:lnTo>
                  <a:lnTo>
                    <a:pt x="75611" y="217816"/>
                  </a:lnTo>
                  <a:lnTo>
                    <a:pt x="53240" y="211053"/>
                  </a:lnTo>
                  <a:lnTo>
                    <a:pt x="37806" y="200995"/>
                  </a:lnTo>
                  <a:lnTo>
                    <a:pt x="33644" y="172900"/>
                  </a:lnTo>
                  <a:lnTo>
                    <a:pt x="18209" y="151049"/>
                  </a:lnTo>
                  <a:lnTo>
                    <a:pt x="0" y="128505"/>
                  </a:lnTo>
                  <a:lnTo>
                    <a:pt x="11619" y="103532"/>
                  </a:lnTo>
                  <a:lnTo>
                    <a:pt x="33297" y="104919"/>
                  </a:lnTo>
                  <a:lnTo>
                    <a:pt x="58096" y="120181"/>
                  </a:lnTo>
                  <a:lnTo>
                    <a:pt x="76479" y="113937"/>
                  </a:lnTo>
                  <a:lnTo>
                    <a:pt x="92780" y="103879"/>
                  </a:lnTo>
                  <a:lnTo>
                    <a:pt x="94167" y="87057"/>
                  </a:lnTo>
                  <a:lnTo>
                    <a:pt x="98676" y="71623"/>
                  </a:lnTo>
                  <a:lnTo>
                    <a:pt x="133361" y="68154"/>
                  </a:lnTo>
                  <a:lnTo>
                    <a:pt x="151223" y="45436"/>
                  </a:lnTo>
                  <a:lnTo>
                    <a:pt x="162148" y="22371"/>
                  </a:lnTo>
                  <a:lnTo>
                    <a:pt x="177583" y="5896"/>
                  </a:lnTo>
                  <a:lnTo>
                    <a:pt x="201688" y="0"/>
                  </a:lnTo>
                  <a:lnTo>
                    <a:pt x="229609" y="2254"/>
                  </a:lnTo>
                  <a:lnTo>
                    <a:pt x="242789" y="25319"/>
                  </a:lnTo>
                  <a:lnTo>
                    <a:pt x="247992" y="56362"/>
                  </a:lnTo>
                  <a:lnTo>
                    <a:pt x="255969" y="78039"/>
                  </a:lnTo>
                  <a:lnTo>
                    <a:pt x="256489" y="101971"/>
                  </a:lnTo>
                  <a:close/>
                </a:path>
              </a:pathLst>
            </a:custGeom>
            <a:grpFill/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68" name="Freeform: Shape 9">
              <a:extLst>
                <a:ext uri="{FF2B5EF4-FFF2-40B4-BE49-F238E27FC236}">
                  <a16:creationId xmlns:a16="http://schemas.microsoft.com/office/drawing/2014/main" id="{C37FB855-85FC-0AE8-9DBB-D017D0E1B636}"/>
                </a:ext>
              </a:extLst>
            </p:cNvPr>
            <p:cNvSpPr/>
            <p:nvPr/>
          </p:nvSpPr>
          <p:spPr>
            <a:xfrm>
              <a:off x="2978677" y="4885496"/>
              <a:ext cx="52026" cy="121394"/>
            </a:xfrm>
            <a:custGeom>
              <a:avLst/>
              <a:gdLst>
                <a:gd name="connsiteX0" fmla="*/ 35725 w 52026"/>
                <a:gd name="connsiteY0" fmla="*/ 31736 h 121394"/>
                <a:gd name="connsiteX1" fmla="*/ 43875 w 52026"/>
                <a:gd name="connsiteY1" fmla="*/ 33817 h 121394"/>
                <a:gd name="connsiteX2" fmla="*/ 50812 w 52026"/>
                <a:gd name="connsiteY2" fmla="*/ 44916 h 121394"/>
                <a:gd name="connsiteX3" fmla="*/ 56362 w 52026"/>
                <a:gd name="connsiteY3" fmla="*/ 58790 h 121394"/>
                <a:gd name="connsiteX4" fmla="*/ 62952 w 52026"/>
                <a:gd name="connsiteY4" fmla="*/ 82375 h 121394"/>
                <a:gd name="connsiteX5" fmla="*/ 63645 w 52026"/>
                <a:gd name="connsiteY5" fmla="*/ 96075 h 121394"/>
                <a:gd name="connsiteX6" fmla="*/ 61391 w 52026"/>
                <a:gd name="connsiteY6" fmla="*/ 109428 h 121394"/>
                <a:gd name="connsiteX7" fmla="*/ 55668 w 52026"/>
                <a:gd name="connsiteY7" fmla="*/ 122262 h 121394"/>
                <a:gd name="connsiteX8" fmla="*/ 48037 w 52026"/>
                <a:gd name="connsiteY8" fmla="*/ 130239 h 121394"/>
                <a:gd name="connsiteX9" fmla="*/ 39366 w 52026"/>
                <a:gd name="connsiteY9" fmla="*/ 130933 h 121394"/>
                <a:gd name="connsiteX10" fmla="*/ 30522 w 52026"/>
                <a:gd name="connsiteY10" fmla="*/ 126250 h 121394"/>
                <a:gd name="connsiteX11" fmla="*/ 3121 w 52026"/>
                <a:gd name="connsiteY11" fmla="*/ 98329 h 121394"/>
                <a:gd name="connsiteX12" fmla="*/ 0 w 52026"/>
                <a:gd name="connsiteY12" fmla="*/ 87577 h 121394"/>
                <a:gd name="connsiteX13" fmla="*/ 4682 w 52026"/>
                <a:gd name="connsiteY13" fmla="*/ 70235 h 121394"/>
                <a:gd name="connsiteX14" fmla="*/ 7977 w 52026"/>
                <a:gd name="connsiteY14" fmla="*/ 65726 h 121394"/>
                <a:gd name="connsiteX15" fmla="*/ 22545 w 52026"/>
                <a:gd name="connsiteY15" fmla="*/ 54627 h 121394"/>
                <a:gd name="connsiteX16" fmla="*/ 25146 w 52026"/>
                <a:gd name="connsiteY16" fmla="*/ 49078 h 121394"/>
                <a:gd name="connsiteX17" fmla="*/ 31042 w 52026"/>
                <a:gd name="connsiteY17" fmla="*/ 25146 h 121394"/>
                <a:gd name="connsiteX18" fmla="*/ 19250 w 52026"/>
                <a:gd name="connsiteY18" fmla="*/ 12660 h 121394"/>
                <a:gd name="connsiteX19" fmla="*/ 20637 w 52026"/>
                <a:gd name="connsiteY19" fmla="*/ 5029 h 121394"/>
                <a:gd name="connsiteX20" fmla="*/ 29135 w 52026"/>
                <a:gd name="connsiteY20" fmla="*/ 1214 h 121394"/>
                <a:gd name="connsiteX21" fmla="*/ 38673 w 52026"/>
                <a:gd name="connsiteY21" fmla="*/ 0 h 121394"/>
                <a:gd name="connsiteX22" fmla="*/ 46997 w 52026"/>
                <a:gd name="connsiteY22" fmla="*/ 3815 h 121394"/>
                <a:gd name="connsiteX23" fmla="*/ 49078 w 52026"/>
                <a:gd name="connsiteY23" fmla="*/ 12660 h 121394"/>
                <a:gd name="connsiteX24" fmla="*/ 45089 w 52026"/>
                <a:gd name="connsiteY24" fmla="*/ 22892 h 121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2026" h="121394">
                  <a:moveTo>
                    <a:pt x="35725" y="31736"/>
                  </a:moveTo>
                  <a:lnTo>
                    <a:pt x="43875" y="33817"/>
                  </a:lnTo>
                  <a:lnTo>
                    <a:pt x="50812" y="44916"/>
                  </a:lnTo>
                  <a:lnTo>
                    <a:pt x="56362" y="58790"/>
                  </a:lnTo>
                  <a:lnTo>
                    <a:pt x="62952" y="82375"/>
                  </a:lnTo>
                  <a:lnTo>
                    <a:pt x="63645" y="96075"/>
                  </a:lnTo>
                  <a:lnTo>
                    <a:pt x="61391" y="109428"/>
                  </a:lnTo>
                  <a:lnTo>
                    <a:pt x="55668" y="122262"/>
                  </a:lnTo>
                  <a:lnTo>
                    <a:pt x="48037" y="130239"/>
                  </a:lnTo>
                  <a:lnTo>
                    <a:pt x="39366" y="130933"/>
                  </a:lnTo>
                  <a:lnTo>
                    <a:pt x="30522" y="126250"/>
                  </a:lnTo>
                  <a:lnTo>
                    <a:pt x="3121" y="98329"/>
                  </a:lnTo>
                  <a:lnTo>
                    <a:pt x="0" y="87577"/>
                  </a:lnTo>
                  <a:lnTo>
                    <a:pt x="4682" y="70235"/>
                  </a:lnTo>
                  <a:lnTo>
                    <a:pt x="7977" y="65726"/>
                  </a:lnTo>
                  <a:lnTo>
                    <a:pt x="22545" y="54627"/>
                  </a:lnTo>
                  <a:lnTo>
                    <a:pt x="25146" y="49078"/>
                  </a:lnTo>
                  <a:lnTo>
                    <a:pt x="31042" y="25146"/>
                  </a:lnTo>
                  <a:lnTo>
                    <a:pt x="19250" y="12660"/>
                  </a:lnTo>
                  <a:lnTo>
                    <a:pt x="20637" y="5029"/>
                  </a:lnTo>
                  <a:lnTo>
                    <a:pt x="29135" y="1214"/>
                  </a:lnTo>
                  <a:lnTo>
                    <a:pt x="38673" y="0"/>
                  </a:lnTo>
                  <a:lnTo>
                    <a:pt x="46997" y="3815"/>
                  </a:lnTo>
                  <a:lnTo>
                    <a:pt x="49078" y="12660"/>
                  </a:lnTo>
                  <a:lnTo>
                    <a:pt x="45089" y="22892"/>
                  </a:lnTo>
                  <a:close/>
                </a:path>
              </a:pathLst>
            </a:custGeom>
            <a:grpFill/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69" name="Freeform: Shape 10">
              <a:extLst>
                <a:ext uri="{FF2B5EF4-FFF2-40B4-BE49-F238E27FC236}">
                  <a16:creationId xmlns:a16="http://schemas.microsoft.com/office/drawing/2014/main" id="{F7C1A853-F666-204A-21CC-74D7116471C4}"/>
                </a:ext>
              </a:extLst>
            </p:cNvPr>
            <p:cNvSpPr/>
            <p:nvPr/>
          </p:nvSpPr>
          <p:spPr>
            <a:xfrm>
              <a:off x="2271815" y="4378588"/>
              <a:ext cx="138737" cy="86710"/>
            </a:xfrm>
            <a:custGeom>
              <a:avLst/>
              <a:gdLst>
                <a:gd name="connsiteX0" fmla="*/ 125903 w 138736"/>
                <a:gd name="connsiteY0" fmla="*/ 14914 h 86710"/>
                <a:gd name="connsiteX1" fmla="*/ 141685 w 138736"/>
                <a:gd name="connsiteY1" fmla="*/ 58269 h 86710"/>
                <a:gd name="connsiteX2" fmla="*/ 111163 w 138736"/>
                <a:gd name="connsiteY2" fmla="*/ 99023 h 86710"/>
                <a:gd name="connsiteX3" fmla="*/ 63299 w 138736"/>
                <a:gd name="connsiteY3" fmla="*/ 91393 h 86710"/>
                <a:gd name="connsiteX4" fmla="*/ 21157 w 138736"/>
                <a:gd name="connsiteY4" fmla="*/ 66073 h 86710"/>
                <a:gd name="connsiteX5" fmla="*/ 0 w 138736"/>
                <a:gd name="connsiteY5" fmla="*/ 19423 h 86710"/>
                <a:gd name="connsiteX6" fmla="*/ 16648 w 138736"/>
                <a:gd name="connsiteY6" fmla="*/ 3642 h 86710"/>
                <a:gd name="connsiteX7" fmla="*/ 44396 w 138736"/>
                <a:gd name="connsiteY7" fmla="*/ 10925 h 86710"/>
                <a:gd name="connsiteX8" fmla="*/ 64859 w 138736"/>
                <a:gd name="connsiteY8" fmla="*/ 6416 h 86710"/>
                <a:gd name="connsiteX9" fmla="*/ 86017 w 138736"/>
                <a:gd name="connsiteY9" fmla="*/ 0 h 86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36" h="86710">
                  <a:moveTo>
                    <a:pt x="125903" y="14914"/>
                  </a:moveTo>
                  <a:lnTo>
                    <a:pt x="141685" y="58269"/>
                  </a:lnTo>
                  <a:lnTo>
                    <a:pt x="111163" y="99023"/>
                  </a:lnTo>
                  <a:lnTo>
                    <a:pt x="63299" y="91393"/>
                  </a:lnTo>
                  <a:lnTo>
                    <a:pt x="21157" y="66073"/>
                  </a:lnTo>
                  <a:lnTo>
                    <a:pt x="0" y="19423"/>
                  </a:lnTo>
                  <a:lnTo>
                    <a:pt x="16648" y="3642"/>
                  </a:lnTo>
                  <a:lnTo>
                    <a:pt x="44396" y="10925"/>
                  </a:lnTo>
                  <a:lnTo>
                    <a:pt x="64859" y="6416"/>
                  </a:lnTo>
                  <a:lnTo>
                    <a:pt x="860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2700000" scaled="1"/>
              <a:tileRect/>
            </a:gradFill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0" name="Freeform: Shape 11">
              <a:extLst>
                <a:ext uri="{FF2B5EF4-FFF2-40B4-BE49-F238E27FC236}">
                  <a16:creationId xmlns:a16="http://schemas.microsoft.com/office/drawing/2014/main" id="{9F81FE37-5C49-07A1-5877-B04D504BD9B2}"/>
                </a:ext>
              </a:extLst>
            </p:cNvPr>
            <p:cNvSpPr/>
            <p:nvPr/>
          </p:nvSpPr>
          <p:spPr>
            <a:xfrm>
              <a:off x="1828551" y="3541313"/>
              <a:ext cx="1283313" cy="815077"/>
            </a:xfrm>
            <a:custGeom>
              <a:avLst/>
              <a:gdLst>
                <a:gd name="connsiteX0" fmla="*/ 40754 w 1283312"/>
                <a:gd name="connsiteY0" fmla="*/ 490607 h 815077"/>
                <a:gd name="connsiteX1" fmla="*/ 37979 w 1283312"/>
                <a:gd name="connsiteY1" fmla="*/ 493729 h 815077"/>
                <a:gd name="connsiteX2" fmla="*/ 32083 w 1283312"/>
                <a:gd name="connsiteY2" fmla="*/ 498411 h 815077"/>
                <a:gd name="connsiteX3" fmla="*/ 23238 w 1283312"/>
                <a:gd name="connsiteY3" fmla="*/ 496850 h 815077"/>
                <a:gd name="connsiteX4" fmla="*/ 19943 w 1283312"/>
                <a:gd name="connsiteY4" fmla="*/ 496677 h 815077"/>
                <a:gd name="connsiteX5" fmla="*/ 21331 w 1283312"/>
                <a:gd name="connsiteY5" fmla="*/ 501879 h 815077"/>
                <a:gd name="connsiteX6" fmla="*/ 18556 w 1283312"/>
                <a:gd name="connsiteY6" fmla="*/ 503093 h 815077"/>
                <a:gd name="connsiteX7" fmla="*/ 13874 w 1283312"/>
                <a:gd name="connsiteY7" fmla="*/ 504134 h 815077"/>
                <a:gd name="connsiteX8" fmla="*/ 10926 w 1283312"/>
                <a:gd name="connsiteY8" fmla="*/ 508296 h 815077"/>
                <a:gd name="connsiteX9" fmla="*/ 6590 w 1283312"/>
                <a:gd name="connsiteY9" fmla="*/ 510724 h 815077"/>
                <a:gd name="connsiteX10" fmla="*/ 4682 w 1283312"/>
                <a:gd name="connsiteY10" fmla="*/ 512978 h 815077"/>
                <a:gd name="connsiteX11" fmla="*/ 8498 w 1283312"/>
                <a:gd name="connsiteY11" fmla="*/ 515406 h 815077"/>
                <a:gd name="connsiteX12" fmla="*/ 9712 w 1283312"/>
                <a:gd name="connsiteY12" fmla="*/ 516967 h 815077"/>
                <a:gd name="connsiteX13" fmla="*/ 1561 w 1283312"/>
                <a:gd name="connsiteY13" fmla="*/ 521302 h 815077"/>
                <a:gd name="connsiteX14" fmla="*/ 0 w 1283312"/>
                <a:gd name="connsiteY14" fmla="*/ 527372 h 815077"/>
                <a:gd name="connsiteX15" fmla="*/ 2428 w 1283312"/>
                <a:gd name="connsiteY15" fmla="*/ 533615 h 815077"/>
                <a:gd name="connsiteX16" fmla="*/ 5896 w 1283312"/>
                <a:gd name="connsiteY16" fmla="*/ 537257 h 815077"/>
                <a:gd name="connsiteX17" fmla="*/ 10405 w 1283312"/>
                <a:gd name="connsiteY17" fmla="*/ 536217 h 815077"/>
                <a:gd name="connsiteX18" fmla="*/ 13007 w 1283312"/>
                <a:gd name="connsiteY18" fmla="*/ 533962 h 815077"/>
                <a:gd name="connsiteX19" fmla="*/ 19076 w 1283312"/>
                <a:gd name="connsiteY19" fmla="*/ 529280 h 815077"/>
                <a:gd name="connsiteX20" fmla="*/ 28614 w 1283312"/>
                <a:gd name="connsiteY20" fmla="*/ 518528 h 815077"/>
                <a:gd name="connsiteX21" fmla="*/ 42835 w 1283312"/>
                <a:gd name="connsiteY21" fmla="*/ 506215 h 815077"/>
                <a:gd name="connsiteX22" fmla="*/ 45783 w 1283312"/>
                <a:gd name="connsiteY22" fmla="*/ 499105 h 815077"/>
                <a:gd name="connsiteX23" fmla="*/ 44222 w 1283312"/>
                <a:gd name="connsiteY23" fmla="*/ 493382 h 815077"/>
                <a:gd name="connsiteX24" fmla="*/ 40754 w 1283312"/>
                <a:gd name="connsiteY24" fmla="*/ 490607 h 815077"/>
                <a:gd name="connsiteX25" fmla="*/ 1259901 w 1283312"/>
                <a:gd name="connsiteY25" fmla="*/ 120180 h 815077"/>
                <a:gd name="connsiteX26" fmla="*/ 1250016 w 1283312"/>
                <a:gd name="connsiteY26" fmla="*/ 130586 h 815077"/>
                <a:gd name="connsiteX27" fmla="*/ 1240131 w 1283312"/>
                <a:gd name="connsiteY27" fmla="*/ 139603 h 815077"/>
                <a:gd name="connsiteX28" fmla="*/ 1228686 w 1283312"/>
                <a:gd name="connsiteY28" fmla="*/ 133361 h 815077"/>
                <a:gd name="connsiteX29" fmla="*/ 1217413 w 1283312"/>
                <a:gd name="connsiteY29" fmla="*/ 122608 h 815077"/>
                <a:gd name="connsiteX30" fmla="*/ 1188799 w 1283312"/>
                <a:gd name="connsiteY30" fmla="*/ 135442 h 815077"/>
                <a:gd name="connsiteX31" fmla="*/ 1164000 w 1283312"/>
                <a:gd name="connsiteY31" fmla="*/ 150703 h 815077"/>
                <a:gd name="connsiteX32" fmla="*/ 1151513 w 1283312"/>
                <a:gd name="connsiteY32" fmla="*/ 147061 h 815077"/>
                <a:gd name="connsiteX33" fmla="*/ 1144230 w 1283312"/>
                <a:gd name="connsiteY33" fmla="*/ 138043 h 815077"/>
                <a:gd name="connsiteX34" fmla="*/ 1109545 w 1283312"/>
                <a:gd name="connsiteY34" fmla="*/ 126597 h 815077"/>
                <a:gd name="connsiteX35" fmla="*/ 1097926 w 1283312"/>
                <a:gd name="connsiteY35" fmla="*/ 112897 h 815077"/>
                <a:gd name="connsiteX36" fmla="*/ 1084746 w 1283312"/>
                <a:gd name="connsiteY36" fmla="*/ 105093 h 815077"/>
                <a:gd name="connsiteX37" fmla="*/ 1079717 w 1283312"/>
                <a:gd name="connsiteY37" fmla="*/ 111856 h 815077"/>
                <a:gd name="connsiteX38" fmla="*/ 1073474 w 1283312"/>
                <a:gd name="connsiteY38" fmla="*/ 113417 h 815077"/>
                <a:gd name="connsiteX39" fmla="*/ 1066190 w 1283312"/>
                <a:gd name="connsiteY39" fmla="*/ 106654 h 815077"/>
                <a:gd name="connsiteX40" fmla="*/ 1059600 w 1283312"/>
                <a:gd name="connsiteY40" fmla="*/ 98676 h 815077"/>
                <a:gd name="connsiteX41" fmla="*/ 1041218 w 1283312"/>
                <a:gd name="connsiteY41" fmla="*/ 117059 h 815077"/>
                <a:gd name="connsiteX42" fmla="*/ 1022488 w 1283312"/>
                <a:gd name="connsiteY42" fmla="*/ 133534 h 815077"/>
                <a:gd name="connsiteX43" fmla="*/ 999597 w 1283312"/>
                <a:gd name="connsiteY43" fmla="*/ 139950 h 815077"/>
                <a:gd name="connsiteX44" fmla="*/ 976705 w 1283312"/>
                <a:gd name="connsiteY44" fmla="*/ 140991 h 815077"/>
                <a:gd name="connsiteX45" fmla="*/ 960057 w 1283312"/>
                <a:gd name="connsiteY45" fmla="*/ 145153 h 815077"/>
                <a:gd name="connsiteX46" fmla="*/ 915314 w 1283312"/>
                <a:gd name="connsiteY46" fmla="*/ 139257 h 815077"/>
                <a:gd name="connsiteX47" fmla="*/ 912193 w 1283312"/>
                <a:gd name="connsiteY47" fmla="*/ 131626 h 815077"/>
                <a:gd name="connsiteX48" fmla="*/ 917569 w 1283312"/>
                <a:gd name="connsiteY48" fmla="*/ 120701 h 815077"/>
                <a:gd name="connsiteX49" fmla="*/ 912886 w 1283312"/>
                <a:gd name="connsiteY49" fmla="*/ 111162 h 815077"/>
                <a:gd name="connsiteX50" fmla="*/ 903001 w 1283312"/>
                <a:gd name="connsiteY50" fmla="*/ 108561 h 815077"/>
                <a:gd name="connsiteX51" fmla="*/ 877335 w 1283312"/>
                <a:gd name="connsiteY51" fmla="*/ 95555 h 815077"/>
                <a:gd name="connsiteX52" fmla="*/ 842478 w 1283312"/>
                <a:gd name="connsiteY52" fmla="*/ 32776 h 815077"/>
                <a:gd name="connsiteX53" fmla="*/ 817679 w 1283312"/>
                <a:gd name="connsiteY53" fmla="*/ 10752 h 815077"/>
                <a:gd name="connsiteX54" fmla="*/ 804672 w 1283312"/>
                <a:gd name="connsiteY54" fmla="*/ 24105 h 815077"/>
                <a:gd name="connsiteX55" fmla="*/ 794267 w 1283312"/>
                <a:gd name="connsiteY55" fmla="*/ 40407 h 815077"/>
                <a:gd name="connsiteX56" fmla="*/ 777965 w 1283312"/>
                <a:gd name="connsiteY56" fmla="*/ 43702 h 815077"/>
                <a:gd name="connsiteX57" fmla="*/ 767040 w 1283312"/>
                <a:gd name="connsiteY57" fmla="*/ 48558 h 815077"/>
                <a:gd name="connsiteX58" fmla="*/ 755767 w 1283312"/>
                <a:gd name="connsiteY58" fmla="*/ 52546 h 815077"/>
                <a:gd name="connsiteX59" fmla="*/ 713106 w 1283312"/>
                <a:gd name="connsiteY59" fmla="*/ 60871 h 815077"/>
                <a:gd name="connsiteX60" fmla="*/ 691428 w 1283312"/>
                <a:gd name="connsiteY60" fmla="*/ 69368 h 815077"/>
                <a:gd name="connsiteX61" fmla="*/ 668537 w 1283312"/>
                <a:gd name="connsiteY61" fmla="*/ 73704 h 815077"/>
                <a:gd name="connsiteX62" fmla="*/ 652062 w 1283312"/>
                <a:gd name="connsiteY62" fmla="*/ 48037 h 815077"/>
                <a:gd name="connsiteX63" fmla="*/ 658999 w 1283312"/>
                <a:gd name="connsiteY63" fmla="*/ 5723 h 815077"/>
                <a:gd name="connsiteX64" fmla="*/ 630384 w 1283312"/>
                <a:gd name="connsiteY64" fmla="*/ 0 h 815077"/>
                <a:gd name="connsiteX65" fmla="*/ 550264 w 1283312"/>
                <a:gd name="connsiteY65" fmla="*/ 25319 h 815077"/>
                <a:gd name="connsiteX66" fmla="*/ 506735 w 1283312"/>
                <a:gd name="connsiteY66" fmla="*/ 34684 h 815077"/>
                <a:gd name="connsiteX67" fmla="*/ 469623 w 1283312"/>
                <a:gd name="connsiteY67" fmla="*/ 38673 h 815077"/>
                <a:gd name="connsiteX68" fmla="*/ 434766 w 1283312"/>
                <a:gd name="connsiteY68" fmla="*/ 81681 h 815077"/>
                <a:gd name="connsiteX69" fmla="*/ 434766 w 1283312"/>
                <a:gd name="connsiteY69" fmla="*/ 81681 h 815077"/>
                <a:gd name="connsiteX70" fmla="*/ 480202 w 1283312"/>
                <a:gd name="connsiteY70" fmla="*/ 67634 h 815077"/>
                <a:gd name="connsiteX71" fmla="*/ 478815 w 1283312"/>
                <a:gd name="connsiteY71" fmla="*/ 81508 h 815077"/>
                <a:gd name="connsiteX72" fmla="*/ 463554 w 1283312"/>
                <a:gd name="connsiteY72" fmla="*/ 92433 h 815077"/>
                <a:gd name="connsiteX73" fmla="*/ 427309 w 1283312"/>
                <a:gd name="connsiteY73" fmla="*/ 106827 h 815077"/>
                <a:gd name="connsiteX74" fmla="*/ 398694 w 1283312"/>
                <a:gd name="connsiteY74" fmla="*/ 128505 h 815077"/>
                <a:gd name="connsiteX75" fmla="*/ 382393 w 1283312"/>
                <a:gd name="connsiteY75" fmla="*/ 136829 h 815077"/>
                <a:gd name="connsiteX76" fmla="*/ 369039 w 1283312"/>
                <a:gd name="connsiteY76" fmla="*/ 133014 h 815077"/>
                <a:gd name="connsiteX77" fmla="*/ 356553 w 1283312"/>
                <a:gd name="connsiteY77" fmla="*/ 140471 h 815077"/>
                <a:gd name="connsiteX78" fmla="*/ 317880 w 1283312"/>
                <a:gd name="connsiteY78" fmla="*/ 142725 h 815077"/>
                <a:gd name="connsiteX79" fmla="*/ 279728 w 1283312"/>
                <a:gd name="connsiteY79" fmla="*/ 147408 h 815077"/>
                <a:gd name="connsiteX80" fmla="*/ 209492 w 1283312"/>
                <a:gd name="connsiteY80" fmla="*/ 155038 h 815077"/>
                <a:gd name="connsiteX81" fmla="*/ 212787 w 1283312"/>
                <a:gd name="connsiteY81" fmla="*/ 183826 h 815077"/>
                <a:gd name="connsiteX82" fmla="*/ 246778 w 1283312"/>
                <a:gd name="connsiteY82" fmla="*/ 178450 h 815077"/>
                <a:gd name="connsiteX83" fmla="*/ 269843 w 1283312"/>
                <a:gd name="connsiteY83" fmla="*/ 186427 h 815077"/>
                <a:gd name="connsiteX84" fmla="*/ 276953 w 1283312"/>
                <a:gd name="connsiteY84" fmla="*/ 192670 h 815077"/>
                <a:gd name="connsiteX85" fmla="*/ 279381 w 1283312"/>
                <a:gd name="connsiteY85" fmla="*/ 215388 h 815077"/>
                <a:gd name="connsiteX86" fmla="*/ 279728 w 1283312"/>
                <a:gd name="connsiteY86" fmla="*/ 231863 h 815077"/>
                <a:gd name="connsiteX87" fmla="*/ 316666 w 1283312"/>
                <a:gd name="connsiteY87" fmla="*/ 234811 h 815077"/>
                <a:gd name="connsiteX88" fmla="*/ 354125 w 1283312"/>
                <a:gd name="connsiteY88" fmla="*/ 237239 h 815077"/>
                <a:gd name="connsiteX89" fmla="*/ 373201 w 1283312"/>
                <a:gd name="connsiteY89" fmla="*/ 236372 h 815077"/>
                <a:gd name="connsiteX90" fmla="*/ 430083 w 1283312"/>
                <a:gd name="connsiteY90" fmla="*/ 213307 h 815077"/>
                <a:gd name="connsiteX91" fmla="*/ 432511 w 1283312"/>
                <a:gd name="connsiteY91" fmla="*/ 211400 h 815077"/>
                <a:gd name="connsiteX92" fmla="*/ 441702 w 1283312"/>
                <a:gd name="connsiteY92" fmla="*/ 214868 h 815077"/>
                <a:gd name="connsiteX93" fmla="*/ 450027 w 1283312"/>
                <a:gd name="connsiteY93" fmla="*/ 221978 h 815077"/>
                <a:gd name="connsiteX94" fmla="*/ 454015 w 1283312"/>
                <a:gd name="connsiteY94" fmla="*/ 228915 h 815077"/>
                <a:gd name="connsiteX95" fmla="*/ 450547 w 1283312"/>
                <a:gd name="connsiteY95" fmla="*/ 232037 h 815077"/>
                <a:gd name="connsiteX96" fmla="*/ 439968 w 1283312"/>
                <a:gd name="connsiteY96" fmla="*/ 233944 h 815077"/>
                <a:gd name="connsiteX97" fmla="*/ 436326 w 1283312"/>
                <a:gd name="connsiteY97" fmla="*/ 238800 h 815077"/>
                <a:gd name="connsiteX98" fmla="*/ 434592 w 1283312"/>
                <a:gd name="connsiteY98" fmla="*/ 245910 h 815077"/>
                <a:gd name="connsiteX99" fmla="*/ 429910 w 1283312"/>
                <a:gd name="connsiteY99" fmla="*/ 254581 h 815077"/>
                <a:gd name="connsiteX100" fmla="*/ 422973 w 1283312"/>
                <a:gd name="connsiteY100" fmla="*/ 258223 h 815077"/>
                <a:gd name="connsiteX101" fmla="*/ 413608 w 1283312"/>
                <a:gd name="connsiteY101" fmla="*/ 258917 h 815077"/>
                <a:gd name="connsiteX102" fmla="*/ 370427 w 1283312"/>
                <a:gd name="connsiteY102" fmla="*/ 256142 h 815077"/>
                <a:gd name="connsiteX103" fmla="*/ 363316 w 1283312"/>
                <a:gd name="connsiteY103" fmla="*/ 257703 h 815077"/>
                <a:gd name="connsiteX104" fmla="*/ 356900 w 1283312"/>
                <a:gd name="connsiteY104" fmla="*/ 262906 h 815077"/>
                <a:gd name="connsiteX105" fmla="*/ 350483 w 1283312"/>
                <a:gd name="connsiteY105" fmla="*/ 271750 h 815077"/>
                <a:gd name="connsiteX106" fmla="*/ 348402 w 1283312"/>
                <a:gd name="connsiteY106" fmla="*/ 280074 h 815077"/>
                <a:gd name="connsiteX107" fmla="*/ 355512 w 1283312"/>
                <a:gd name="connsiteY107" fmla="*/ 283716 h 815077"/>
                <a:gd name="connsiteX108" fmla="*/ 369213 w 1283312"/>
                <a:gd name="connsiteY108" fmla="*/ 293948 h 815077"/>
                <a:gd name="connsiteX109" fmla="*/ 386034 w 1283312"/>
                <a:gd name="connsiteY109" fmla="*/ 305394 h 815077"/>
                <a:gd name="connsiteX110" fmla="*/ 400775 w 1283312"/>
                <a:gd name="connsiteY110" fmla="*/ 312677 h 815077"/>
                <a:gd name="connsiteX111" fmla="*/ 407886 w 1283312"/>
                <a:gd name="connsiteY111" fmla="*/ 317880 h 815077"/>
                <a:gd name="connsiteX112" fmla="*/ 418291 w 1283312"/>
                <a:gd name="connsiteY112" fmla="*/ 326204 h 815077"/>
                <a:gd name="connsiteX113" fmla="*/ 417077 w 1283312"/>
                <a:gd name="connsiteY113" fmla="*/ 337476 h 815077"/>
                <a:gd name="connsiteX114" fmla="*/ 414475 w 1283312"/>
                <a:gd name="connsiteY114" fmla="*/ 348229 h 815077"/>
                <a:gd name="connsiteX115" fmla="*/ 411181 w 1283312"/>
                <a:gd name="connsiteY115" fmla="*/ 356033 h 815077"/>
                <a:gd name="connsiteX116" fmla="*/ 402856 w 1283312"/>
                <a:gd name="connsiteY116" fmla="*/ 341812 h 815077"/>
                <a:gd name="connsiteX117" fmla="*/ 390543 w 1283312"/>
                <a:gd name="connsiteY117" fmla="*/ 338691 h 815077"/>
                <a:gd name="connsiteX118" fmla="*/ 373375 w 1283312"/>
                <a:gd name="connsiteY118" fmla="*/ 325337 h 815077"/>
                <a:gd name="connsiteX119" fmla="*/ 346148 w 1283312"/>
                <a:gd name="connsiteY119" fmla="*/ 322042 h 815077"/>
                <a:gd name="connsiteX120" fmla="*/ 318400 w 1283312"/>
                <a:gd name="connsiteY120" fmla="*/ 324817 h 815077"/>
                <a:gd name="connsiteX121" fmla="*/ 313718 w 1283312"/>
                <a:gd name="connsiteY121" fmla="*/ 328805 h 815077"/>
                <a:gd name="connsiteX122" fmla="*/ 304874 w 1283312"/>
                <a:gd name="connsiteY122" fmla="*/ 334355 h 815077"/>
                <a:gd name="connsiteX123" fmla="*/ 292908 w 1283312"/>
                <a:gd name="connsiteY123" fmla="*/ 341465 h 815077"/>
                <a:gd name="connsiteX124" fmla="*/ 289613 w 1283312"/>
                <a:gd name="connsiteY124" fmla="*/ 369906 h 815077"/>
                <a:gd name="connsiteX125" fmla="*/ 267935 w 1283312"/>
                <a:gd name="connsiteY125" fmla="*/ 400255 h 815077"/>
                <a:gd name="connsiteX126" fmla="*/ 239494 w 1283312"/>
                <a:gd name="connsiteY126" fmla="*/ 416036 h 815077"/>
                <a:gd name="connsiteX127" fmla="*/ 216256 w 1283312"/>
                <a:gd name="connsiteY127" fmla="*/ 429563 h 815077"/>
                <a:gd name="connsiteX128" fmla="*/ 201688 w 1283312"/>
                <a:gd name="connsiteY128" fmla="*/ 446385 h 815077"/>
                <a:gd name="connsiteX129" fmla="*/ 185907 w 1283312"/>
                <a:gd name="connsiteY129" fmla="*/ 461993 h 815077"/>
                <a:gd name="connsiteX130" fmla="*/ 167698 w 1283312"/>
                <a:gd name="connsiteY130" fmla="*/ 471010 h 815077"/>
                <a:gd name="connsiteX131" fmla="*/ 167004 w 1283312"/>
                <a:gd name="connsiteY131" fmla="*/ 481242 h 815077"/>
                <a:gd name="connsiteX132" fmla="*/ 164750 w 1283312"/>
                <a:gd name="connsiteY132" fmla="*/ 506909 h 815077"/>
                <a:gd name="connsiteX133" fmla="*/ 203076 w 1283312"/>
                <a:gd name="connsiteY133" fmla="*/ 530841 h 815077"/>
                <a:gd name="connsiteX134" fmla="*/ 312851 w 1283312"/>
                <a:gd name="connsiteY134" fmla="*/ 512805 h 815077"/>
                <a:gd name="connsiteX135" fmla="*/ 324644 w 1283312"/>
                <a:gd name="connsiteY135" fmla="*/ 519568 h 815077"/>
                <a:gd name="connsiteX136" fmla="*/ 331754 w 1283312"/>
                <a:gd name="connsiteY136" fmla="*/ 535696 h 815077"/>
                <a:gd name="connsiteX137" fmla="*/ 341812 w 1283312"/>
                <a:gd name="connsiteY137" fmla="*/ 571248 h 815077"/>
                <a:gd name="connsiteX138" fmla="*/ 331407 w 1283312"/>
                <a:gd name="connsiteY138" fmla="*/ 567779 h 815077"/>
                <a:gd name="connsiteX139" fmla="*/ 317186 w 1283312"/>
                <a:gd name="connsiteY139" fmla="*/ 550264 h 815077"/>
                <a:gd name="connsiteX140" fmla="*/ 303313 w 1283312"/>
                <a:gd name="connsiteY140" fmla="*/ 534656 h 815077"/>
                <a:gd name="connsiteX141" fmla="*/ 287878 w 1283312"/>
                <a:gd name="connsiteY141" fmla="*/ 538645 h 815077"/>
                <a:gd name="connsiteX142" fmla="*/ 276953 w 1283312"/>
                <a:gd name="connsiteY142" fmla="*/ 554426 h 815077"/>
                <a:gd name="connsiteX143" fmla="*/ 265680 w 1283312"/>
                <a:gd name="connsiteY143" fmla="*/ 563617 h 815077"/>
                <a:gd name="connsiteX144" fmla="*/ 241055 w 1283312"/>
                <a:gd name="connsiteY144" fmla="*/ 565005 h 815077"/>
                <a:gd name="connsiteX145" fmla="*/ 212267 w 1283312"/>
                <a:gd name="connsiteY145" fmla="*/ 570901 h 815077"/>
                <a:gd name="connsiteX146" fmla="*/ 186948 w 1283312"/>
                <a:gd name="connsiteY146" fmla="*/ 579919 h 815077"/>
                <a:gd name="connsiteX147" fmla="*/ 169952 w 1283312"/>
                <a:gd name="connsiteY147" fmla="*/ 605585 h 815077"/>
                <a:gd name="connsiteX148" fmla="*/ 148968 w 1283312"/>
                <a:gd name="connsiteY148" fmla="*/ 654663 h 815077"/>
                <a:gd name="connsiteX149" fmla="*/ 135615 w 1283312"/>
                <a:gd name="connsiteY149" fmla="*/ 682410 h 815077"/>
                <a:gd name="connsiteX150" fmla="*/ 129892 w 1283312"/>
                <a:gd name="connsiteY150" fmla="*/ 704782 h 815077"/>
                <a:gd name="connsiteX151" fmla="*/ 133707 w 1283312"/>
                <a:gd name="connsiteY151" fmla="*/ 714840 h 815077"/>
                <a:gd name="connsiteX152" fmla="*/ 144459 w 1283312"/>
                <a:gd name="connsiteY152" fmla="*/ 726979 h 815077"/>
                <a:gd name="connsiteX153" fmla="*/ 144633 w 1283312"/>
                <a:gd name="connsiteY153" fmla="*/ 726979 h 815077"/>
                <a:gd name="connsiteX154" fmla="*/ 160588 w 1283312"/>
                <a:gd name="connsiteY154" fmla="*/ 721777 h 815077"/>
                <a:gd name="connsiteX155" fmla="*/ 235852 w 1283312"/>
                <a:gd name="connsiteY155" fmla="*/ 700793 h 815077"/>
                <a:gd name="connsiteX156" fmla="*/ 258223 w 1283312"/>
                <a:gd name="connsiteY156" fmla="*/ 706863 h 815077"/>
                <a:gd name="connsiteX157" fmla="*/ 253715 w 1283312"/>
                <a:gd name="connsiteY157" fmla="*/ 741547 h 815077"/>
                <a:gd name="connsiteX158" fmla="*/ 248685 w 1283312"/>
                <a:gd name="connsiteY158" fmla="*/ 767040 h 815077"/>
                <a:gd name="connsiteX159" fmla="*/ 247645 w 1283312"/>
                <a:gd name="connsiteY159" fmla="*/ 792706 h 815077"/>
                <a:gd name="connsiteX160" fmla="*/ 266894 w 1283312"/>
                <a:gd name="connsiteY160" fmla="*/ 799122 h 815077"/>
                <a:gd name="connsiteX161" fmla="*/ 289959 w 1283312"/>
                <a:gd name="connsiteY161" fmla="*/ 793400 h 815077"/>
                <a:gd name="connsiteX162" fmla="*/ 314585 w 1283312"/>
                <a:gd name="connsiteY162" fmla="*/ 784555 h 815077"/>
                <a:gd name="connsiteX163" fmla="*/ 340598 w 1283312"/>
                <a:gd name="connsiteY163" fmla="*/ 780740 h 815077"/>
                <a:gd name="connsiteX164" fmla="*/ 351004 w 1283312"/>
                <a:gd name="connsiteY164" fmla="*/ 773109 h 815077"/>
                <a:gd name="connsiteX165" fmla="*/ 362276 w 1283312"/>
                <a:gd name="connsiteY165" fmla="*/ 766346 h 815077"/>
                <a:gd name="connsiteX166" fmla="*/ 375629 w 1283312"/>
                <a:gd name="connsiteY166" fmla="*/ 762531 h 815077"/>
                <a:gd name="connsiteX167" fmla="*/ 388289 w 1283312"/>
                <a:gd name="connsiteY167" fmla="*/ 756461 h 815077"/>
                <a:gd name="connsiteX168" fmla="*/ 398521 w 1283312"/>
                <a:gd name="connsiteY168" fmla="*/ 747617 h 815077"/>
                <a:gd name="connsiteX169" fmla="*/ 404937 w 1283312"/>
                <a:gd name="connsiteY169" fmla="*/ 734090 h 815077"/>
                <a:gd name="connsiteX170" fmla="*/ 403377 w 1283312"/>
                <a:gd name="connsiteY170" fmla="*/ 724378 h 815077"/>
                <a:gd name="connsiteX171" fmla="*/ 402856 w 1283312"/>
                <a:gd name="connsiteY171" fmla="*/ 714320 h 815077"/>
                <a:gd name="connsiteX172" fmla="*/ 412568 w 1283312"/>
                <a:gd name="connsiteY172" fmla="*/ 707209 h 815077"/>
                <a:gd name="connsiteX173" fmla="*/ 419678 w 1283312"/>
                <a:gd name="connsiteY173" fmla="*/ 696457 h 815077"/>
                <a:gd name="connsiteX174" fmla="*/ 418984 w 1283312"/>
                <a:gd name="connsiteY174" fmla="*/ 683624 h 815077"/>
                <a:gd name="connsiteX175" fmla="*/ 418984 w 1283312"/>
                <a:gd name="connsiteY175" fmla="*/ 670791 h 815077"/>
                <a:gd name="connsiteX176" fmla="*/ 438408 w 1283312"/>
                <a:gd name="connsiteY176" fmla="*/ 653276 h 815077"/>
                <a:gd name="connsiteX177" fmla="*/ 464594 w 1283312"/>
                <a:gd name="connsiteY177" fmla="*/ 655877 h 815077"/>
                <a:gd name="connsiteX178" fmla="*/ 477427 w 1283312"/>
                <a:gd name="connsiteY178" fmla="*/ 640616 h 815077"/>
                <a:gd name="connsiteX179" fmla="*/ 491474 w 1283312"/>
                <a:gd name="connsiteY179" fmla="*/ 641656 h 815077"/>
                <a:gd name="connsiteX180" fmla="*/ 505001 w 1283312"/>
                <a:gd name="connsiteY180" fmla="*/ 647379 h 815077"/>
                <a:gd name="connsiteX181" fmla="*/ 528760 w 1283312"/>
                <a:gd name="connsiteY181" fmla="*/ 666802 h 815077"/>
                <a:gd name="connsiteX182" fmla="*/ 565005 w 1283312"/>
                <a:gd name="connsiteY182" fmla="*/ 716054 h 815077"/>
                <a:gd name="connsiteX183" fmla="*/ 588937 w 1283312"/>
                <a:gd name="connsiteY183" fmla="*/ 715707 h 815077"/>
                <a:gd name="connsiteX184" fmla="*/ 590844 w 1283312"/>
                <a:gd name="connsiteY184" fmla="*/ 702180 h 815077"/>
                <a:gd name="connsiteX185" fmla="*/ 595873 w 1283312"/>
                <a:gd name="connsiteY185" fmla="*/ 689694 h 815077"/>
                <a:gd name="connsiteX186" fmla="*/ 603504 w 1283312"/>
                <a:gd name="connsiteY186" fmla="*/ 682410 h 815077"/>
                <a:gd name="connsiteX187" fmla="*/ 609053 w 1283312"/>
                <a:gd name="connsiteY187" fmla="*/ 672699 h 815077"/>
                <a:gd name="connsiteX188" fmla="*/ 631772 w 1283312"/>
                <a:gd name="connsiteY188" fmla="*/ 671485 h 815077"/>
                <a:gd name="connsiteX189" fmla="*/ 647379 w 1283312"/>
                <a:gd name="connsiteY189" fmla="*/ 695243 h 815077"/>
                <a:gd name="connsiteX190" fmla="*/ 640443 w 1283312"/>
                <a:gd name="connsiteY190" fmla="*/ 722644 h 815077"/>
                <a:gd name="connsiteX191" fmla="*/ 645125 w 1283312"/>
                <a:gd name="connsiteY191" fmla="*/ 740333 h 815077"/>
                <a:gd name="connsiteX192" fmla="*/ 660906 w 1283312"/>
                <a:gd name="connsiteY192" fmla="*/ 758195 h 815077"/>
                <a:gd name="connsiteX193" fmla="*/ 659866 w 1283312"/>
                <a:gd name="connsiteY193" fmla="*/ 789584 h 815077"/>
                <a:gd name="connsiteX194" fmla="*/ 678422 w 1283312"/>
                <a:gd name="connsiteY194" fmla="*/ 809528 h 815077"/>
                <a:gd name="connsiteX195" fmla="*/ 707210 w 1283312"/>
                <a:gd name="connsiteY195" fmla="*/ 813863 h 815077"/>
                <a:gd name="connsiteX196" fmla="*/ 729407 w 1283312"/>
                <a:gd name="connsiteY196" fmla="*/ 800510 h 815077"/>
                <a:gd name="connsiteX197" fmla="*/ 752819 w 1283312"/>
                <a:gd name="connsiteY197" fmla="*/ 796695 h 815077"/>
                <a:gd name="connsiteX198" fmla="*/ 768947 w 1283312"/>
                <a:gd name="connsiteY198" fmla="*/ 796868 h 815077"/>
                <a:gd name="connsiteX199" fmla="*/ 782474 w 1283312"/>
                <a:gd name="connsiteY199" fmla="*/ 793400 h 815077"/>
                <a:gd name="connsiteX200" fmla="*/ 794267 w 1283312"/>
                <a:gd name="connsiteY200" fmla="*/ 802417 h 815077"/>
                <a:gd name="connsiteX201" fmla="*/ 807447 w 1283312"/>
                <a:gd name="connsiteY201" fmla="*/ 810221 h 815077"/>
                <a:gd name="connsiteX202" fmla="*/ 835888 w 1283312"/>
                <a:gd name="connsiteY202" fmla="*/ 810742 h 815077"/>
                <a:gd name="connsiteX203" fmla="*/ 863982 w 1283312"/>
                <a:gd name="connsiteY203" fmla="*/ 806926 h 815077"/>
                <a:gd name="connsiteX204" fmla="*/ 889648 w 1283312"/>
                <a:gd name="connsiteY204" fmla="*/ 806753 h 815077"/>
                <a:gd name="connsiteX205" fmla="*/ 913927 w 1283312"/>
                <a:gd name="connsiteY205" fmla="*/ 803284 h 815077"/>
                <a:gd name="connsiteX206" fmla="*/ 936472 w 1283312"/>
                <a:gd name="connsiteY206" fmla="*/ 779006 h 815077"/>
                <a:gd name="connsiteX207" fmla="*/ 964566 w 1283312"/>
                <a:gd name="connsiteY207" fmla="*/ 763398 h 815077"/>
                <a:gd name="connsiteX208" fmla="*/ 1014164 w 1283312"/>
                <a:gd name="connsiteY208" fmla="*/ 781260 h 815077"/>
                <a:gd name="connsiteX209" fmla="*/ 1058386 w 1283312"/>
                <a:gd name="connsiteY209" fmla="*/ 816985 h 815077"/>
                <a:gd name="connsiteX210" fmla="*/ 1074688 w 1283312"/>
                <a:gd name="connsiteY210" fmla="*/ 800336 h 815077"/>
                <a:gd name="connsiteX211" fmla="*/ 1075728 w 1283312"/>
                <a:gd name="connsiteY211" fmla="*/ 776924 h 815077"/>
                <a:gd name="connsiteX212" fmla="*/ 1080931 w 1283312"/>
                <a:gd name="connsiteY212" fmla="*/ 751605 h 815077"/>
                <a:gd name="connsiteX213" fmla="*/ 1113187 w 1283312"/>
                <a:gd name="connsiteY213" fmla="*/ 712932 h 815077"/>
                <a:gd name="connsiteX214" fmla="*/ 1117870 w 1283312"/>
                <a:gd name="connsiteY214" fmla="*/ 686919 h 815077"/>
                <a:gd name="connsiteX215" fmla="*/ 1106771 w 1283312"/>
                <a:gd name="connsiteY215" fmla="*/ 679462 h 815077"/>
                <a:gd name="connsiteX216" fmla="*/ 1098793 w 1283312"/>
                <a:gd name="connsiteY216" fmla="*/ 661600 h 815077"/>
                <a:gd name="connsiteX217" fmla="*/ 1100181 w 1283312"/>
                <a:gd name="connsiteY217" fmla="*/ 637321 h 815077"/>
                <a:gd name="connsiteX218" fmla="*/ 1091683 w 1283312"/>
                <a:gd name="connsiteY218" fmla="*/ 614950 h 815077"/>
                <a:gd name="connsiteX219" fmla="*/ 1090296 w 1283312"/>
                <a:gd name="connsiteY219" fmla="*/ 602983 h 815077"/>
                <a:gd name="connsiteX220" fmla="*/ 1087348 w 1283312"/>
                <a:gd name="connsiteY220" fmla="*/ 592405 h 815077"/>
                <a:gd name="connsiteX221" fmla="*/ 1067578 w 1283312"/>
                <a:gd name="connsiteY221" fmla="*/ 584081 h 815077"/>
                <a:gd name="connsiteX222" fmla="*/ 1068445 w 1283312"/>
                <a:gd name="connsiteY222" fmla="*/ 560149 h 815077"/>
                <a:gd name="connsiteX223" fmla="*/ 1079197 w 1283312"/>
                <a:gd name="connsiteY223" fmla="*/ 538124 h 815077"/>
                <a:gd name="connsiteX224" fmla="*/ 1085787 w 1283312"/>
                <a:gd name="connsiteY224" fmla="*/ 508469 h 815077"/>
                <a:gd name="connsiteX225" fmla="*/ 1094805 w 1283312"/>
                <a:gd name="connsiteY225" fmla="*/ 479681 h 815077"/>
                <a:gd name="connsiteX226" fmla="*/ 1106771 w 1283312"/>
                <a:gd name="connsiteY226" fmla="*/ 457137 h 815077"/>
                <a:gd name="connsiteX227" fmla="*/ 1116482 w 1283312"/>
                <a:gd name="connsiteY227" fmla="*/ 435806 h 815077"/>
                <a:gd name="connsiteX228" fmla="*/ 1118737 w 1283312"/>
                <a:gd name="connsiteY228" fmla="*/ 406498 h 815077"/>
                <a:gd name="connsiteX229" fmla="*/ 1127408 w 1283312"/>
                <a:gd name="connsiteY229" fmla="*/ 381525 h 815077"/>
                <a:gd name="connsiteX230" fmla="*/ 1145097 w 1283312"/>
                <a:gd name="connsiteY230" fmla="*/ 365744 h 815077"/>
                <a:gd name="connsiteX231" fmla="*/ 1161745 w 1283312"/>
                <a:gd name="connsiteY231" fmla="*/ 348229 h 815077"/>
                <a:gd name="connsiteX232" fmla="*/ 1176313 w 1283312"/>
                <a:gd name="connsiteY232" fmla="*/ 316666 h 815077"/>
                <a:gd name="connsiteX233" fmla="*/ 1183943 w 1283312"/>
                <a:gd name="connsiteY233" fmla="*/ 311810 h 815077"/>
                <a:gd name="connsiteX234" fmla="*/ 1194522 w 1283312"/>
                <a:gd name="connsiteY234" fmla="*/ 313024 h 815077"/>
                <a:gd name="connsiteX235" fmla="*/ 1213598 w 1283312"/>
                <a:gd name="connsiteY235" fmla="*/ 307128 h 815077"/>
                <a:gd name="connsiteX236" fmla="*/ 1252097 w 1283312"/>
                <a:gd name="connsiteY236" fmla="*/ 286664 h 815077"/>
                <a:gd name="connsiteX237" fmla="*/ 1259555 w 1283312"/>
                <a:gd name="connsiteY237" fmla="*/ 266547 h 815077"/>
                <a:gd name="connsiteX238" fmla="*/ 1287822 w 1283312"/>
                <a:gd name="connsiteY238" fmla="*/ 236026 h 815077"/>
                <a:gd name="connsiteX239" fmla="*/ 1291464 w 1283312"/>
                <a:gd name="connsiteY239" fmla="*/ 175155 h 815077"/>
                <a:gd name="connsiteX240" fmla="*/ 1259901 w 1283312"/>
                <a:gd name="connsiteY240" fmla="*/ 120180 h 815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</a:cxnLst>
              <a:rect l="l" t="t" r="r" b="b"/>
              <a:pathLst>
                <a:path w="1283312" h="815077">
                  <a:moveTo>
                    <a:pt x="40754" y="490607"/>
                  </a:moveTo>
                  <a:lnTo>
                    <a:pt x="37979" y="493729"/>
                  </a:lnTo>
                  <a:lnTo>
                    <a:pt x="32083" y="498411"/>
                  </a:lnTo>
                  <a:lnTo>
                    <a:pt x="23238" y="496850"/>
                  </a:lnTo>
                  <a:lnTo>
                    <a:pt x="19943" y="496677"/>
                  </a:lnTo>
                  <a:lnTo>
                    <a:pt x="21331" y="501879"/>
                  </a:lnTo>
                  <a:lnTo>
                    <a:pt x="18556" y="503093"/>
                  </a:lnTo>
                  <a:lnTo>
                    <a:pt x="13874" y="504134"/>
                  </a:lnTo>
                  <a:lnTo>
                    <a:pt x="10926" y="508296"/>
                  </a:lnTo>
                  <a:lnTo>
                    <a:pt x="6590" y="510724"/>
                  </a:lnTo>
                  <a:lnTo>
                    <a:pt x="4682" y="512978"/>
                  </a:lnTo>
                  <a:lnTo>
                    <a:pt x="8498" y="515406"/>
                  </a:lnTo>
                  <a:lnTo>
                    <a:pt x="9712" y="516967"/>
                  </a:lnTo>
                  <a:lnTo>
                    <a:pt x="1561" y="521302"/>
                  </a:lnTo>
                  <a:lnTo>
                    <a:pt x="0" y="527372"/>
                  </a:lnTo>
                  <a:lnTo>
                    <a:pt x="2428" y="533615"/>
                  </a:lnTo>
                  <a:lnTo>
                    <a:pt x="5896" y="537257"/>
                  </a:lnTo>
                  <a:lnTo>
                    <a:pt x="10405" y="536217"/>
                  </a:lnTo>
                  <a:lnTo>
                    <a:pt x="13007" y="533962"/>
                  </a:lnTo>
                  <a:lnTo>
                    <a:pt x="19076" y="529280"/>
                  </a:lnTo>
                  <a:lnTo>
                    <a:pt x="28614" y="518528"/>
                  </a:lnTo>
                  <a:lnTo>
                    <a:pt x="42835" y="506215"/>
                  </a:lnTo>
                  <a:lnTo>
                    <a:pt x="45783" y="499105"/>
                  </a:lnTo>
                  <a:lnTo>
                    <a:pt x="44222" y="493382"/>
                  </a:lnTo>
                  <a:lnTo>
                    <a:pt x="40754" y="490607"/>
                  </a:lnTo>
                  <a:close/>
                  <a:moveTo>
                    <a:pt x="1259901" y="120180"/>
                  </a:moveTo>
                  <a:lnTo>
                    <a:pt x="1250016" y="130586"/>
                  </a:lnTo>
                  <a:lnTo>
                    <a:pt x="1240131" y="139603"/>
                  </a:lnTo>
                  <a:lnTo>
                    <a:pt x="1228686" y="133361"/>
                  </a:lnTo>
                  <a:lnTo>
                    <a:pt x="1217413" y="122608"/>
                  </a:lnTo>
                  <a:lnTo>
                    <a:pt x="1188799" y="135442"/>
                  </a:lnTo>
                  <a:lnTo>
                    <a:pt x="1164000" y="150703"/>
                  </a:lnTo>
                  <a:lnTo>
                    <a:pt x="1151513" y="147061"/>
                  </a:lnTo>
                  <a:lnTo>
                    <a:pt x="1144230" y="138043"/>
                  </a:lnTo>
                  <a:lnTo>
                    <a:pt x="1109545" y="126597"/>
                  </a:lnTo>
                  <a:lnTo>
                    <a:pt x="1097926" y="112897"/>
                  </a:lnTo>
                  <a:lnTo>
                    <a:pt x="1084746" y="105093"/>
                  </a:lnTo>
                  <a:lnTo>
                    <a:pt x="1079717" y="111856"/>
                  </a:lnTo>
                  <a:lnTo>
                    <a:pt x="1073474" y="113417"/>
                  </a:lnTo>
                  <a:lnTo>
                    <a:pt x="1066190" y="106654"/>
                  </a:lnTo>
                  <a:lnTo>
                    <a:pt x="1059600" y="98676"/>
                  </a:lnTo>
                  <a:lnTo>
                    <a:pt x="1041218" y="117059"/>
                  </a:lnTo>
                  <a:lnTo>
                    <a:pt x="1022488" y="133534"/>
                  </a:lnTo>
                  <a:lnTo>
                    <a:pt x="999597" y="139950"/>
                  </a:lnTo>
                  <a:lnTo>
                    <a:pt x="976705" y="140991"/>
                  </a:lnTo>
                  <a:lnTo>
                    <a:pt x="960057" y="145153"/>
                  </a:lnTo>
                  <a:lnTo>
                    <a:pt x="915314" y="139257"/>
                  </a:lnTo>
                  <a:lnTo>
                    <a:pt x="912193" y="131626"/>
                  </a:lnTo>
                  <a:lnTo>
                    <a:pt x="917569" y="120701"/>
                  </a:lnTo>
                  <a:lnTo>
                    <a:pt x="912886" y="111162"/>
                  </a:lnTo>
                  <a:lnTo>
                    <a:pt x="903001" y="108561"/>
                  </a:lnTo>
                  <a:lnTo>
                    <a:pt x="877335" y="95555"/>
                  </a:lnTo>
                  <a:lnTo>
                    <a:pt x="842478" y="32776"/>
                  </a:lnTo>
                  <a:lnTo>
                    <a:pt x="817679" y="10752"/>
                  </a:lnTo>
                  <a:lnTo>
                    <a:pt x="804672" y="24105"/>
                  </a:lnTo>
                  <a:lnTo>
                    <a:pt x="794267" y="40407"/>
                  </a:lnTo>
                  <a:lnTo>
                    <a:pt x="777965" y="43702"/>
                  </a:lnTo>
                  <a:lnTo>
                    <a:pt x="767040" y="48558"/>
                  </a:lnTo>
                  <a:lnTo>
                    <a:pt x="755767" y="52546"/>
                  </a:lnTo>
                  <a:lnTo>
                    <a:pt x="713106" y="60871"/>
                  </a:lnTo>
                  <a:lnTo>
                    <a:pt x="691428" y="69368"/>
                  </a:lnTo>
                  <a:lnTo>
                    <a:pt x="668537" y="73704"/>
                  </a:lnTo>
                  <a:lnTo>
                    <a:pt x="652062" y="48037"/>
                  </a:lnTo>
                  <a:lnTo>
                    <a:pt x="658999" y="5723"/>
                  </a:lnTo>
                  <a:lnTo>
                    <a:pt x="630384" y="0"/>
                  </a:lnTo>
                  <a:lnTo>
                    <a:pt x="550264" y="25319"/>
                  </a:lnTo>
                  <a:lnTo>
                    <a:pt x="506735" y="34684"/>
                  </a:lnTo>
                  <a:lnTo>
                    <a:pt x="469623" y="38673"/>
                  </a:lnTo>
                  <a:lnTo>
                    <a:pt x="434766" y="81681"/>
                  </a:lnTo>
                  <a:lnTo>
                    <a:pt x="434766" y="81681"/>
                  </a:lnTo>
                  <a:lnTo>
                    <a:pt x="480202" y="67634"/>
                  </a:lnTo>
                  <a:lnTo>
                    <a:pt x="478815" y="81508"/>
                  </a:lnTo>
                  <a:lnTo>
                    <a:pt x="463554" y="92433"/>
                  </a:lnTo>
                  <a:lnTo>
                    <a:pt x="427309" y="106827"/>
                  </a:lnTo>
                  <a:lnTo>
                    <a:pt x="398694" y="128505"/>
                  </a:lnTo>
                  <a:lnTo>
                    <a:pt x="382393" y="136829"/>
                  </a:lnTo>
                  <a:lnTo>
                    <a:pt x="369039" y="133014"/>
                  </a:lnTo>
                  <a:lnTo>
                    <a:pt x="356553" y="140471"/>
                  </a:lnTo>
                  <a:lnTo>
                    <a:pt x="317880" y="142725"/>
                  </a:lnTo>
                  <a:lnTo>
                    <a:pt x="279728" y="147408"/>
                  </a:lnTo>
                  <a:lnTo>
                    <a:pt x="209492" y="155038"/>
                  </a:lnTo>
                  <a:lnTo>
                    <a:pt x="212787" y="183826"/>
                  </a:lnTo>
                  <a:lnTo>
                    <a:pt x="246778" y="178450"/>
                  </a:lnTo>
                  <a:lnTo>
                    <a:pt x="269843" y="186427"/>
                  </a:lnTo>
                  <a:lnTo>
                    <a:pt x="276953" y="192670"/>
                  </a:lnTo>
                  <a:lnTo>
                    <a:pt x="279381" y="215388"/>
                  </a:lnTo>
                  <a:lnTo>
                    <a:pt x="279728" y="231863"/>
                  </a:lnTo>
                  <a:lnTo>
                    <a:pt x="316666" y="234811"/>
                  </a:lnTo>
                  <a:lnTo>
                    <a:pt x="354125" y="237239"/>
                  </a:lnTo>
                  <a:lnTo>
                    <a:pt x="373201" y="236372"/>
                  </a:lnTo>
                  <a:lnTo>
                    <a:pt x="430083" y="213307"/>
                  </a:lnTo>
                  <a:lnTo>
                    <a:pt x="432511" y="211400"/>
                  </a:lnTo>
                  <a:lnTo>
                    <a:pt x="441702" y="214868"/>
                  </a:lnTo>
                  <a:lnTo>
                    <a:pt x="450027" y="221978"/>
                  </a:lnTo>
                  <a:lnTo>
                    <a:pt x="454015" y="228915"/>
                  </a:lnTo>
                  <a:lnTo>
                    <a:pt x="450547" y="232037"/>
                  </a:lnTo>
                  <a:lnTo>
                    <a:pt x="439968" y="233944"/>
                  </a:lnTo>
                  <a:lnTo>
                    <a:pt x="436326" y="238800"/>
                  </a:lnTo>
                  <a:lnTo>
                    <a:pt x="434592" y="245910"/>
                  </a:lnTo>
                  <a:lnTo>
                    <a:pt x="429910" y="254581"/>
                  </a:lnTo>
                  <a:lnTo>
                    <a:pt x="422973" y="258223"/>
                  </a:lnTo>
                  <a:lnTo>
                    <a:pt x="413608" y="258917"/>
                  </a:lnTo>
                  <a:lnTo>
                    <a:pt x="370427" y="256142"/>
                  </a:lnTo>
                  <a:lnTo>
                    <a:pt x="363316" y="257703"/>
                  </a:lnTo>
                  <a:lnTo>
                    <a:pt x="356900" y="262906"/>
                  </a:lnTo>
                  <a:lnTo>
                    <a:pt x="350483" y="271750"/>
                  </a:lnTo>
                  <a:lnTo>
                    <a:pt x="348402" y="280074"/>
                  </a:lnTo>
                  <a:lnTo>
                    <a:pt x="355512" y="283716"/>
                  </a:lnTo>
                  <a:lnTo>
                    <a:pt x="369213" y="293948"/>
                  </a:lnTo>
                  <a:lnTo>
                    <a:pt x="386034" y="305394"/>
                  </a:lnTo>
                  <a:lnTo>
                    <a:pt x="400775" y="312677"/>
                  </a:lnTo>
                  <a:lnTo>
                    <a:pt x="407886" y="317880"/>
                  </a:lnTo>
                  <a:lnTo>
                    <a:pt x="418291" y="326204"/>
                  </a:lnTo>
                  <a:lnTo>
                    <a:pt x="417077" y="337476"/>
                  </a:lnTo>
                  <a:lnTo>
                    <a:pt x="414475" y="348229"/>
                  </a:lnTo>
                  <a:lnTo>
                    <a:pt x="411181" y="356033"/>
                  </a:lnTo>
                  <a:lnTo>
                    <a:pt x="402856" y="341812"/>
                  </a:lnTo>
                  <a:lnTo>
                    <a:pt x="390543" y="338691"/>
                  </a:lnTo>
                  <a:lnTo>
                    <a:pt x="373375" y="325337"/>
                  </a:lnTo>
                  <a:lnTo>
                    <a:pt x="346148" y="322042"/>
                  </a:lnTo>
                  <a:lnTo>
                    <a:pt x="318400" y="324817"/>
                  </a:lnTo>
                  <a:lnTo>
                    <a:pt x="313718" y="328805"/>
                  </a:lnTo>
                  <a:lnTo>
                    <a:pt x="304874" y="334355"/>
                  </a:lnTo>
                  <a:lnTo>
                    <a:pt x="292908" y="341465"/>
                  </a:lnTo>
                  <a:lnTo>
                    <a:pt x="289613" y="369906"/>
                  </a:lnTo>
                  <a:lnTo>
                    <a:pt x="267935" y="400255"/>
                  </a:lnTo>
                  <a:lnTo>
                    <a:pt x="239494" y="416036"/>
                  </a:lnTo>
                  <a:lnTo>
                    <a:pt x="216256" y="429563"/>
                  </a:lnTo>
                  <a:lnTo>
                    <a:pt x="201688" y="446385"/>
                  </a:lnTo>
                  <a:lnTo>
                    <a:pt x="185907" y="461993"/>
                  </a:lnTo>
                  <a:lnTo>
                    <a:pt x="167698" y="471010"/>
                  </a:lnTo>
                  <a:lnTo>
                    <a:pt x="167004" y="481242"/>
                  </a:lnTo>
                  <a:lnTo>
                    <a:pt x="164750" y="506909"/>
                  </a:lnTo>
                  <a:lnTo>
                    <a:pt x="203076" y="530841"/>
                  </a:lnTo>
                  <a:lnTo>
                    <a:pt x="312851" y="512805"/>
                  </a:lnTo>
                  <a:lnTo>
                    <a:pt x="324644" y="519568"/>
                  </a:lnTo>
                  <a:lnTo>
                    <a:pt x="331754" y="535696"/>
                  </a:lnTo>
                  <a:lnTo>
                    <a:pt x="341812" y="571248"/>
                  </a:lnTo>
                  <a:lnTo>
                    <a:pt x="331407" y="567779"/>
                  </a:lnTo>
                  <a:lnTo>
                    <a:pt x="317186" y="550264"/>
                  </a:lnTo>
                  <a:lnTo>
                    <a:pt x="303313" y="534656"/>
                  </a:lnTo>
                  <a:lnTo>
                    <a:pt x="287878" y="538645"/>
                  </a:lnTo>
                  <a:lnTo>
                    <a:pt x="276953" y="554426"/>
                  </a:lnTo>
                  <a:lnTo>
                    <a:pt x="265680" y="563617"/>
                  </a:lnTo>
                  <a:lnTo>
                    <a:pt x="241055" y="565005"/>
                  </a:lnTo>
                  <a:lnTo>
                    <a:pt x="212267" y="570901"/>
                  </a:lnTo>
                  <a:lnTo>
                    <a:pt x="186948" y="579919"/>
                  </a:lnTo>
                  <a:lnTo>
                    <a:pt x="169952" y="605585"/>
                  </a:lnTo>
                  <a:lnTo>
                    <a:pt x="148968" y="654663"/>
                  </a:lnTo>
                  <a:lnTo>
                    <a:pt x="135615" y="682410"/>
                  </a:lnTo>
                  <a:lnTo>
                    <a:pt x="129892" y="704782"/>
                  </a:lnTo>
                  <a:lnTo>
                    <a:pt x="133707" y="714840"/>
                  </a:lnTo>
                  <a:lnTo>
                    <a:pt x="144459" y="726979"/>
                  </a:lnTo>
                  <a:lnTo>
                    <a:pt x="144633" y="726979"/>
                  </a:lnTo>
                  <a:lnTo>
                    <a:pt x="160588" y="721777"/>
                  </a:lnTo>
                  <a:lnTo>
                    <a:pt x="235852" y="700793"/>
                  </a:lnTo>
                  <a:lnTo>
                    <a:pt x="258223" y="706863"/>
                  </a:lnTo>
                  <a:lnTo>
                    <a:pt x="253715" y="741547"/>
                  </a:lnTo>
                  <a:lnTo>
                    <a:pt x="248685" y="767040"/>
                  </a:lnTo>
                  <a:lnTo>
                    <a:pt x="247645" y="792706"/>
                  </a:lnTo>
                  <a:lnTo>
                    <a:pt x="266894" y="799122"/>
                  </a:lnTo>
                  <a:lnTo>
                    <a:pt x="289959" y="793400"/>
                  </a:lnTo>
                  <a:lnTo>
                    <a:pt x="314585" y="784555"/>
                  </a:lnTo>
                  <a:lnTo>
                    <a:pt x="340598" y="780740"/>
                  </a:lnTo>
                  <a:lnTo>
                    <a:pt x="351004" y="773109"/>
                  </a:lnTo>
                  <a:lnTo>
                    <a:pt x="362276" y="766346"/>
                  </a:lnTo>
                  <a:lnTo>
                    <a:pt x="375629" y="762531"/>
                  </a:lnTo>
                  <a:lnTo>
                    <a:pt x="388289" y="756461"/>
                  </a:lnTo>
                  <a:lnTo>
                    <a:pt x="398521" y="747617"/>
                  </a:lnTo>
                  <a:lnTo>
                    <a:pt x="404937" y="734090"/>
                  </a:lnTo>
                  <a:lnTo>
                    <a:pt x="403377" y="724378"/>
                  </a:lnTo>
                  <a:lnTo>
                    <a:pt x="402856" y="714320"/>
                  </a:lnTo>
                  <a:lnTo>
                    <a:pt x="412568" y="707209"/>
                  </a:lnTo>
                  <a:lnTo>
                    <a:pt x="419678" y="696457"/>
                  </a:lnTo>
                  <a:lnTo>
                    <a:pt x="418984" y="683624"/>
                  </a:lnTo>
                  <a:lnTo>
                    <a:pt x="418984" y="670791"/>
                  </a:lnTo>
                  <a:lnTo>
                    <a:pt x="438408" y="653276"/>
                  </a:lnTo>
                  <a:lnTo>
                    <a:pt x="464594" y="655877"/>
                  </a:lnTo>
                  <a:lnTo>
                    <a:pt x="477427" y="640616"/>
                  </a:lnTo>
                  <a:lnTo>
                    <a:pt x="491474" y="641656"/>
                  </a:lnTo>
                  <a:lnTo>
                    <a:pt x="505001" y="647379"/>
                  </a:lnTo>
                  <a:lnTo>
                    <a:pt x="528760" y="666802"/>
                  </a:lnTo>
                  <a:lnTo>
                    <a:pt x="565005" y="716054"/>
                  </a:lnTo>
                  <a:lnTo>
                    <a:pt x="588937" y="715707"/>
                  </a:lnTo>
                  <a:lnTo>
                    <a:pt x="590844" y="702180"/>
                  </a:lnTo>
                  <a:lnTo>
                    <a:pt x="595873" y="689694"/>
                  </a:lnTo>
                  <a:lnTo>
                    <a:pt x="603504" y="682410"/>
                  </a:lnTo>
                  <a:lnTo>
                    <a:pt x="609053" y="672699"/>
                  </a:lnTo>
                  <a:lnTo>
                    <a:pt x="631772" y="671485"/>
                  </a:lnTo>
                  <a:lnTo>
                    <a:pt x="647379" y="695243"/>
                  </a:lnTo>
                  <a:lnTo>
                    <a:pt x="640443" y="722644"/>
                  </a:lnTo>
                  <a:lnTo>
                    <a:pt x="645125" y="740333"/>
                  </a:lnTo>
                  <a:lnTo>
                    <a:pt x="660906" y="758195"/>
                  </a:lnTo>
                  <a:lnTo>
                    <a:pt x="659866" y="789584"/>
                  </a:lnTo>
                  <a:lnTo>
                    <a:pt x="678422" y="809528"/>
                  </a:lnTo>
                  <a:lnTo>
                    <a:pt x="707210" y="813863"/>
                  </a:lnTo>
                  <a:lnTo>
                    <a:pt x="729407" y="800510"/>
                  </a:lnTo>
                  <a:lnTo>
                    <a:pt x="752819" y="796695"/>
                  </a:lnTo>
                  <a:lnTo>
                    <a:pt x="768947" y="796868"/>
                  </a:lnTo>
                  <a:lnTo>
                    <a:pt x="782474" y="793400"/>
                  </a:lnTo>
                  <a:lnTo>
                    <a:pt x="794267" y="802417"/>
                  </a:lnTo>
                  <a:lnTo>
                    <a:pt x="807447" y="810221"/>
                  </a:lnTo>
                  <a:lnTo>
                    <a:pt x="835888" y="810742"/>
                  </a:lnTo>
                  <a:lnTo>
                    <a:pt x="863982" y="806926"/>
                  </a:lnTo>
                  <a:lnTo>
                    <a:pt x="889648" y="806753"/>
                  </a:lnTo>
                  <a:lnTo>
                    <a:pt x="913927" y="803284"/>
                  </a:lnTo>
                  <a:lnTo>
                    <a:pt x="936472" y="779006"/>
                  </a:lnTo>
                  <a:lnTo>
                    <a:pt x="964566" y="763398"/>
                  </a:lnTo>
                  <a:lnTo>
                    <a:pt x="1014164" y="781260"/>
                  </a:lnTo>
                  <a:lnTo>
                    <a:pt x="1058386" y="816985"/>
                  </a:lnTo>
                  <a:lnTo>
                    <a:pt x="1074688" y="800336"/>
                  </a:lnTo>
                  <a:lnTo>
                    <a:pt x="1075728" y="776924"/>
                  </a:lnTo>
                  <a:lnTo>
                    <a:pt x="1080931" y="751605"/>
                  </a:lnTo>
                  <a:lnTo>
                    <a:pt x="1113187" y="712932"/>
                  </a:lnTo>
                  <a:lnTo>
                    <a:pt x="1117870" y="686919"/>
                  </a:lnTo>
                  <a:lnTo>
                    <a:pt x="1106771" y="679462"/>
                  </a:lnTo>
                  <a:lnTo>
                    <a:pt x="1098793" y="661600"/>
                  </a:lnTo>
                  <a:lnTo>
                    <a:pt x="1100181" y="637321"/>
                  </a:lnTo>
                  <a:lnTo>
                    <a:pt x="1091683" y="614950"/>
                  </a:lnTo>
                  <a:lnTo>
                    <a:pt x="1090296" y="602983"/>
                  </a:lnTo>
                  <a:lnTo>
                    <a:pt x="1087348" y="592405"/>
                  </a:lnTo>
                  <a:lnTo>
                    <a:pt x="1067578" y="584081"/>
                  </a:lnTo>
                  <a:lnTo>
                    <a:pt x="1068445" y="560149"/>
                  </a:lnTo>
                  <a:lnTo>
                    <a:pt x="1079197" y="538124"/>
                  </a:lnTo>
                  <a:lnTo>
                    <a:pt x="1085787" y="508469"/>
                  </a:lnTo>
                  <a:lnTo>
                    <a:pt x="1094805" y="479681"/>
                  </a:lnTo>
                  <a:lnTo>
                    <a:pt x="1106771" y="457137"/>
                  </a:lnTo>
                  <a:lnTo>
                    <a:pt x="1116482" y="435806"/>
                  </a:lnTo>
                  <a:lnTo>
                    <a:pt x="1118737" y="406498"/>
                  </a:lnTo>
                  <a:lnTo>
                    <a:pt x="1127408" y="381525"/>
                  </a:lnTo>
                  <a:lnTo>
                    <a:pt x="1145097" y="365744"/>
                  </a:lnTo>
                  <a:lnTo>
                    <a:pt x="1161745" y="348229"/>
                  </a:lnTo>
                  <a:lnTo>
                    <a:pt x="1176313" y="316666"/>
                  </a:lnTo>
                  <a:lnTo>
                    <a:pt x="1183943" y="311810"/>
                  </a:lnTo>
                  <a:lnTo>
                    <a:pt x="1194522" y="313024"/>
                  </a:lnTo>
                  <a:lnTo>
                    <a:pt x="1213598" y="307128"/>
                  </a:lnTo>
                  <a:lnTo>
                    <a:pt x="1252097" y="286664"/>
                  </a:lnTo>
                  <a:lnTo>
                    <a:pt x="1259555" y="266547"/>
                  </a:lnTo>
                  <a:lnTo>
                    <a:pt x="1287822" y="236026"/>
                  </a:lnTo>
                  <a:lnTo>
                    <a:pt x="1291464" y="175155"/>
                  </a:lnTo>
                  <a:lnTo>
                    <a:pt x="1259901" y="12018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0" scaled="1"/>
              <a:tileRect/>
            </a:gradFill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1" name="Freeform: Shape 12">
              <a:extLst>
                <a:ext uri="{FF2B5EF4-FFF2-40B4-BE49-F238E27FC236}">
                  <a16:creationId xmlns:a16="http://schemas.microsoft.com/office/drawing/2014/main" id="{4E32610A-A0E8-2C9E-8E4C-945A09A394A6}"/>
                </a:ext>
              </a:extLst>
            </p:cNvPr>
            <p:cNvSpPr/>
            <p:nvPr/>
          </p:nvSpPr>
          <p:spPr>
            <a:xfrm>
              <a:off x="1909886" y="5423171"/>
              <a:ext cx="606972" cy="329499"/>
            </a:xfrm>
            <a:custGeom>
              <a:avLst/>
              <a:gdLst>
                <a:gd name="connsiteX0" fmla="*/ 607666 w 606972"/>
                <a:gd name="connsiteY0" fmla="*/ 79774 h 329499"/>
                <a:gd name="connsiteX1" fmla="*/ 613562 w 606972"/>
                <a:gd name="connsiteY1" fmla="*/ 91740 h 329499"/>
                <a:gd name="connsiteX2" fmla="*/ 609921 w 606972"/>
                <a:gd name="connsiteY2" fmla="*/ 95902 h 329499"/>
                <a:gd name="connsiteX3" fmla="*/ 602463 w 606972"/>
                <a:gd name="connsiteY3" fmla="*/ 97983 h 329499"/>
                <a:gd name="connsiteX4" fmla="*/ 597087 w 606972"/>
                <a:gd name="connsiteY4" fmla="*/ 104399 h 329499"/>
                <a:gd name="connsiteX5" fmla="*/ 597434 w 606972"/>
                <a:gd name="connsiteY5" fmla="*/ 109949 h 329499"/>
                <a:gd name="connsiteX6" fmla="*/ 602290 w 606972"/>
                <a:gd name="connsiteY6" fmla="*/ 118446 h 329499"/>
                <a:gd name="connsiteX7" fmla="*/ 602290 w 606972"/>
                <a:gd name="connsiteY7" fmla="*/ 123475 h 329499"/>
                <a:gd name="connsiteX8" fmla="*/ 599689 w 606972"/>
                <a:gd name="connsiteY8" fmla="*/ 128505 h 329499"/>
                <a:gd name="connsiteX9" fmla="*/ 593099 w 606972"/>
                <a:gd name="connsiteY9" fmla="*/ 137176 h 329499"/>
                <a:gd name="connsiteX10" fmla="*/ 591711 w 606972"/>
                <a:gd name="connsiteY10" fmla="*/ 139951 h 329499"/>
                <a:gd name="connsiteX11" fmla="*/ 577838 w 606972"/>
                <a:gd name="connsiteY11" fmla="*/ 156079 h 329499"/>
                <a:gd name="connsiteX12" fmla="*/ 551478 w 606972"/>
                <a:gd name="connsiteY12" fmla="*/ 177062 h 329499"/>
                <a:gd name="connsiteX13" fmla="*/ 543327 w 606972"/>
                <a:gd name="connsiteY13" fmla="*/ 194578 h 329499"/>
                <a:gd name="connsiteX14" fmla="*/ 531708 w 606972"/>
                <a:gd name="connsiteY14" fmla="*/ 215042 h 329499"/>
                <a:gd name="connsiteX15" fmla="*/ 531188 w 606972"/>
                <a:gd name="connsiteY15" fmla="*/ 223192 h 329499"/>
                <a:gd name="connsiteX16" fmla="*/ 525985 w 606972"/>
                <a:gd name="connsiteY16" fmla="*/ 235332 h 329499"/>
                <a:gd name="connsiteX17" fmla="*/ 506909 w 606972"/>
                <a:gd name="connsiteY17" fmla="*/ 237586 h 329499"/>
                <a:gd name="connsiteX18" fmla="*/ 499451 w 606972"/>
                <a:gd name="connsiteY18" fmla="*/ 241401 h 329499"/>
                <a:gd name="connsiteX19" fmla="*/ 479161 w 606972"/>
                <a:gd name="connsiteY19" fmla="*/ 239667 h 329499"/>
                <a:gd name="connsiteX20" fmla="*/ 449506 w 606972"/>
                <a:gd name="connsiteY20" fmla="*/ 263079 h 329499"/>
                <a:gd name="connsiteX21" fmla="*/ 371294 w 606972"/>
                <a:gd name="connsiteY21" fmla="*/ 277473 h 329499"/>
                <a:gd name="connsiteX22" fmla="*/ 345107 w 606972"/>
                <a:gd name="connsiteY22" fmla="*/ 299844 h 329499"/>
                <a:gd name="connsiteX23" fmla="*/ 313024 w 606972"/>
                <a:gd name="connsiteY23" fmla="*/ 306954 h 329499"/>
                <a:gd name="connsiteX24" fmla="*/ 278687 w 606972"/>
                <a:gd name="connsiteY24" fmla="*/ 303486 h 329499"/>
                <a:gd name="connsiteX25" fmla="*/ 239494 w 606972"/>
                <a:gd name="connsiteY25" fmla="*/ 310770 h 329499"/>
                <a:gd name="connsiteX26" fmla="*/ 206891 w 606972"/>
                <a:gd name="connsiteY26" fmla="*/ 301058 h 329499"/>
                <a:gd name="connsiteX27" fmla="*/ 133361 w 606972"/>
                <a:gd name="connsiteY27" fmla="*/ 302099 h 329499"/>
                <a:gd name="connsiteX28" fmla="*/ 110296 w 606972"/>
                <a:gd name="connsiteY28" fmla="*/ 312851 h 329499"/>
                <a:gd name="connsiteX29" fmla="*/ 96769 w 606972"/>
                <a:gd name="connsiteY29" fmla="*/ 336956 h 329499"/>
                <a:gd name="connsiteX30" fmla="*/ 84282 w 606972"/>
                <a:gd name="connsiteY30" fmla="*/ 339557 h 329499"/>
                <a:gd name="connsiteX31" fmla="*/ 71796 w 606972"/>
                <a:gd name="connsiteY31" fmla="*/ 333661 h 329499"/>
                <a:gd name="connsiteX32" fmla="*/ 54107 w 606972"/>
                <a:gd name="connsiteY32" fmla="*/ 305047 h 329499"/>
                <a:gd name="connsiteX33" fmla="*/ 30695 w 606972"/>
                <a:gd name="connsiteY33" fmla="*/ 297070 h 329499"/>
                <a:gd name="connsiteX34" fmla="*/ 7804 w 606972"/>
                <a:gd name="connsiteY34" fmla="*/ 273138 h 329499"/>
                <a:gd name="connsiteX35" fmla="*/ 0 w 606972"/>
                <a:gd name="connsiteY35" fmla="*/ 244003 h 329499"/>
                <a:gd name="connsiteX36" fmla="*/ 13700 w 606972"/>
                <a:gd name="connsiteY36" fmla="*/ 206370 h 329499"/>
                <a:gd name="connsiteX37" fmla="*/ 26707 w 606972"/>
                <a:gd name="connsiteY37" fmla="*/ 182959 h 329499"/>
                <a:gd name="connsiteX38" fmla="*/ 34858 w 606972"/>
                <a:gd name="connsiteY38" fmla="*/ 174808 h 329499"/>
                <a:gd name="connsiteX39" fmla="*/ 61738 w 606972"/>
                <a:gd name="connsiteY39" fmla="*/ 158853 h 329499"/>
                <a:gd name="connsiteX40" fmla="*/ 84629 w 606972"/>
                <a:gd name="connsiteY40" fmla="*/ 118793 h 329499"/>
                <a:gd name="connsiteX41" fmla="*/ 105787 w 606972"/>
                <a:gd name="connsiteY41" fmla="*/ 113417 h 329499"/>
                <a:gd name="connsiteX42" fmla="*/ 115672 w 606972"/>
                <a:gd name="connsiteY42" fmla="*/ 92260 h 329499"/>
                <a:gd name="connsiteX43" fmla="*/ 151917 w 606972"/>
                <a:gd name="connsiteY43" fmla="*/ 79774 h 329499"/>
                <a:gd name="connsiteX44" fmla="*/ 230823 w 606972"/>
                <a:gd name="connsiteY44" fmla="*/ 57056 h 329499"/>
                <a:gd name="connsiteX45" fmla="*/ 250593 w 606972"/>
                <a:gd name="connsiteY45" fmla="*/ 40060 h 329499"/>
                <a:gd name="connsiteX46" fmla="*/ 326031 w 606972"/>
                <a:gd name="connsiteY46" fmla="*/ 32083 h 329499"/>
                <a:gd name="connsiteX47" fmla="*/ 377537 w 606972"/>
                <a:gd name="connsiteY47" fmla="*/ 9712 h 329499"/>
                <a:gd name="connsiteX48" fmla="*/ 389850 w 606972"/>
                <a:gd name="connsiteY48" fmla="*/ 13180 h 329499"/>
                <a:gd name="connsiteX49" fmla="*/ 452281 w 606972"/>
                <a:gd name="connsiteY49" fmla="*/ 3121 h 329499"/>
                <a:gd name="connsiteX50" fmla="*/ 488699 w 606972"/>
                <a:gd name="connsiteY50" fmla="*/ 0 h 329499"/>
                <a:gd name="connsiteX51" fmla="*/ 512631 w 606972"/>
                <a:gd name="connsiteY51" fmla="*/ 4162 h 329499"/>
                <a:gd name="connsiteX52" fmla="*/ 521823 w 606972"/>
                <a:gd name="connsiteY52" fmla="*/ 17862 h 329499"/>
                <a:gd name="connsiteX53" fmla="*/ 533269 w 606972"/>
                <a:gd name="connsiteY53" fmla="*/ 26880 h 329499"/>
                <a:gd name="connsiteX54" fmla="*/ 570554 w 606972"/>
                <a:gd name="connsiteY54" fmla="*/ 41621 h 329499"/>
                <a:gd name="connsiteX55" fmla="*/ 582000 w 606972"/>
                <a:gd name="connsiteY55" fmla="*/ 53240 h 329499"/>
                <a:gd name="connsiteX56" fmla="*/ 589630 w 606972"/>
                <a:gd name="connsiteY56" fmla="*/ 80987 h 329499"/>
                <a:gd name="connsiteX57" fmla="*/ 597087 w 606972"/>
                <a:gd name="connsiteY57" fmla="*/ 91913 h 329499"/>
                <a:gd name="connsiteX58" fmla="*/ 600556 w 606972"/>
                <a:gd name="connsiteY58" fmla="*/ 87577 h 329499"/>
                <a:gd name="connsiteX59" fmla="*/ 605585 w 606972"/>
                <a:gd name="connsiteY59" fmla="*/ 83589 h 32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606972" h="329499">
                  <a:moveTo>
                    <a:pt x="607666" y="79774"/>
                  </a:moveTo>
                  <a:lnTo>
                    <a:pt x="613562" y="91740"/>
                  </a:lnTo>
                  <a:lnTo>
                    <a:pt x="609921" y="95902"/>
                  </a:lnTo>
                  <a:lnTo>
                    <a:pt x="602463" y="97983"/>
                  </a:lnTo>
                  <a:lnTo>
                    <a:pt x="597087" y="104399"/>
                  </a:lnTo>
                  <a:lnTo>
                    <a:pt x="597434" y="109949"/>
                  </a:lnTo>
                  <a:lnTo>
                    <a:pt x="602290" y="118446"/>
                  </a:lnTo>
                  <a:lnTo>
                    <a:pt x="602290" y="123475"/>
                  </a:lnTo>
                  <a:lnTo>
                    <a:pt x="599689" y="128505"/>
                  </a:lnTo>
                  <a:lnTo>
                    <a:pt x="593099" y="137176"/>
                  </a:lnTo>
                  <a:lnTo>
                    <a:pt x="591711" y="139951"/>
                  </a:lnTo>
                  <a:lnTo>
                    <a:pt x="577838" y="156079"/>
                  </a:lnTo>
                  <a:lnTo>
                    <a:pt x="551478" y="177062"/>
                  </a:lnTo>
                  <a:lnTo>
                    <a:pt x="543327" y="194578"/>
                  </a:lnTo>
                  <a:lnTo>
                    <a:pt x="531708" y="215042"/>
                  </a:lnTo>
                  <a:lnTo>
                    <a:pt x="531188" y="223192"/>
                  </a:lnTo>
                  <a:lnTo>
                    <a:pt x="525985" y="235332"/>
                  </a:lnTo>
                  <a:lnTo>
                    <a:pt x="506909" y="237586"/>
                  </a:lnTo>
                  <a:lnTo>
                    <a:pt x="499451" y="241401"/>
                  </a:lnTo>
                  <a:lnTo>
                    <a:pt x="479161" y="239667"/>
                  </a:lnTo>
                  <a:lnTo>
                    <a:pt x="449506" y="263079"/>
                  </a:lnTo>
                  <a:lnTo>
                    <a:pt x="371294" y="277473"/>
                  </a:lnTo>
                  <a:lnTo>
                    <a:pt x="345107" y="299844"/>
                  </a:lnTo>
                  <a:lnTo>
                    <a:pt x="313024" y="306954"/>
                  </a:lnTo>
                  <a:lnTo>
                    <a:pt x="278687" y="303486"/>
                  </a:lnTo>
                  <a:lnTo>
                    <a:pt x="239494" y="310770"/>
                  </a:lnTo>
                  <a:lnTo>
                    <a:pt x="206891" y="301058"/>
                  </a:lnTo>
                  <a:lnTo>
                    <a:pt x="133361" y="302099"/>
                  </a:lnTo>
                  <a:lnTo>
                    <a:pt x="110296" y="312851"/>
                  </a:lnTo>
                  <a:lnTo>
                    <a:pt x="96769" y="336956"/>
                  </a:lnTo>
                  <a:lnTo>
                    <a:pt x="84282" y="339557"/>
                  </a:lnTo>
                  <a:lnTo>
                    <a:pt x="71796" y="333661"/>
                  </a:lnTo>
                  <a:lnTo>
                    <a:pt x="54107" y="305047"/>
                  </a:lnTo>
                  <a:lnTo>
                    <a:pt x="30695" y="297070"/>
                  </a:lnTo>
                  <a:lnTo>
                    <a:pt x="7804" y="273138"/>
                  </a:lnTo>
                  <a:lnTo>
                    <a:pt x="0" y="244003"/>
                  </a:lnTo>
                  <a:lnTo>
                    <a:pt x="13700" y="206370"/>
                  </a:lnTo>
                  <a:lnTo>
                    <a:pt x="26707" y="182959"/>
                  </a:lnTo>
                  <a:lnTo>
                    <a:pt x="34858" y="174808"/>
                  </a:lnTo>
                  <a:lnTo>
                    <a:pt x="61738" y="158853"/>
                  </a:lnTo>
                  <a:lnTo>
                    <a:pt x="84629" y="118793"/>
                  </a:lnTo>
                  <a:lnTo>
                    <a:pt x="105787" y="113417"/>
                  </a:lnTo>
                  <a:lnTo>
                    <a:pt x="115672" y="92260"/>
                  </a:lnTo>
                  <a:lnTo>
                    <a:pt x="151917" y="79774"/>
                  </a:lnTo>
                  <a:lnTo>
                    <a:pt x="230823" y="57056"/>
                  </a:lnTo>
                  <a:lnTo>
                    <a:pt x="250593" y="40060"/>
                  </a:lnTo>
                  <a:lnTo>
                    <a:pt x="326031" y="32083"/>
                  </a:lnTo>
                  <a:lnTo>
                    <a:pt x="377537" y="9712"/>
                  </a:lnTo>
                  <a:lnTo>
                    <a:pt x="389850" y="13180"/>
                  </a:lnTo>
                  <a:lnTo>
                    <a:pt x="452281" y="3121"/>
                  </a:lnTo>
                  <a:lnTo>
                    <a:pt x="488699" y="0"/>
                  </a:lnTo>
                  <a:lnTo>
                    <a:pt x="512631" y="4162"/>
                  </a:lnTo>
                  <a:lnTo>
                    <a:pt x="521823" y="17862"/>
                  </a:lnTo>
                  <a:lnTo>
                    <a:pt x="533269" y="26880"/>
                  </a:lnTo>
                  <a:lnTo>
                    <a:pt x="570554" y="41621"/>
                  </a:lnTo>
                  <a:lnTo>
                    <a:pt x="582000" y="53240"/>
                  </a:lnTo>
                  <a:lnTo>
                    <a:pt x="589630" y="80987"/>
                  </a:lnTo>
                  <a:lnTo>
                    <a:pt x="597087" y="91913"/>
                  </a:lnTo>
                  <a:lnTo>
                    <a:pt x="600556" y="87577"/>
                  </a:lnTo>
                  <a:lnTo>
                    <a:pt x="605585" y="83589"/>
                  </a:lnTo>
                  <a:close/>
                </a:path>
              </a:pathLst>
            </a:custGeom>
            <a:grpFill/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2" name="Freeform: Shape 13">
              <a:extLst>
                <a:ext uri="{FF2B5EF4-FFF2-40B4-BE49-F238E27FC236}">
                  <a16:creationId xmlns:a16="http://schemas.microsoft.com/office/drawing/2014/main" id="{909EF6EC-DAA0-D43C-98F2-5684B1A84821}"/>
                </a:ext>
              </a:extLst>
            </p:cNvPr>
            <p:cNvSpPr/>
            <p:nvPr/>
          </p:nvSpPr>
          <p:spPr>
            <a:xfrm>
              <a:off x="1909886" y="2168341"/>
              <a:ext cx="329499" cy="173421"/>
            </a:xfrm>
            <a:custGeom>
              <a:avLst/>
              <a:gdLst>
                <a:gd name="connsiteX0" fmla="*/ 171166 w 329499"/>
                <a:gd name="connsiteY0" fmla="*/ 48384 h 173420"/>
                <a:gd name="connsiteX1" fmla="*/ 167004 w 329499"/>
                <a:gd name="connsiteY1" fmla="*/ 44569 h 173420"/>
                <a:gd name="connsiteX2" fmla="*/ 164056 w 329499"/>
                <a:gd name="connsiteY2" fmla="*/ 39887 h 173420"/>
                <a:gd name="connsiteX3" fmla="*/ 160934 w 329499"/>
                <a:gd name="connsiteY3" fmla="*/ 36765 h 173420"/>
                <a:gd name="connsiteX4" fmla="*/ 154518 w 329499"/>
                <a:gd name="connsiteY4" fmla="*/ 33644 h 173420"/>
                <a:gd name="connsiteX5" fmla="*/ 149835 w 329499"/>
                <a:gd name="connsiteY5" fmla="*/ 32776 h 173420"/>
                <a:gd name="connsiteX6" fmla="*/ 145500 w 329499"/>
                <a:gd name="connsiteY6" fmla="*/ 32603 h 173420"/>
                <a:gd name="connsiteX7" fmla="*/ 141164 w 329499"/>
                <a:gd name="connsiteY7" fmla="*/ 30695 h 173420"/>
                <a:gd name="connsiteX8" fmla="*/ 136655 w 329499"/>
                <a:gd name="connsiteY8" fmla="*/ 28094 h 173420"/>
                <a:gd name="connsiteX9" fmla="*/ 132320 w 329499"/>
                <a:gd name="connsiteY9" fmla="*/ 26360 h 173420"/>
                <a:gd name="connsiteX10" fmla="*/ 123302 w 329499"/>
                <a:gd name="connsiteY10" fmla="*/ 17342 h 173420"/>
                <a:gd name="connsiteX11" fmla="*/ 112377 w 329499"/>
                <a:gd name="connsiteY11" fmla="*/ 21331 h 173420"/>
                <a:gd name="connsiteX12" fmla="*/ 107001 w 329499"/>
                <a:gd name="connsiteY12" fmla="*/ 43182 h 173420"/>
                <a:gd name="connsiteX13" fmla="*/ 91219 w 329499"/>
                <a:gd name="connsiteY13" fmla="*/ 51506 h 173420"/>
                <a:gd name="connsiteX14" fmla="*/ 74224 w 329499"/>
                <a:gd name="connsiteY14" fmla="*/ 51159 h 173420"/>
                <a:gd name="connsiteX15" fmla="*/ 49078 w 329499"/>
                <a:gd name="connsiteY15" fmla="*/ 53934 h 173420"/>
                <a:gd name="connsiteX16" fmla="*/ 14047 w 329499"/>
                <a:gd name="connsiteY16" fmla="*/ 78560 h 173420"/>
                <a:gd name="connsiteX17" fmla="*/ 7631 w 329499"/>
                <a:gd name="connsiteY17" fmla="*/ 75265 h 173420"/>
                <a:gd name="connsiteX18" fmla="*/ 2948 w 329499"/>
                <a:gd name="connsiteY18" fmla="*/ 76652 h 173420"/>
                <a:gd name="connsiteX19" fmla="*/ 0 w 329499"/>
                <a:gd name="connsiteY19" fmla="*/ 83936 h 173420"/>
                <a:gd name="connsiteX20" fmla="*/ 2081 w 329499"/>
                <a:gd name="connsiteY20" fmla="*/ 88965 h 173420"/>
                <a:gd name="connsiteX21" fmla="*/ 10579 w 329499"/>
                <a:gd name="connsiteY21" fmla="*/ 97116 h 173420"/>
                <a:gd name="connsiteX22" fmla="*/ 12313 w 329499"/>
                <a:gd name="connsiteY22" fmla="*/ 102492 h 173420"/>
                <a:gd name="connsiteX23" fmla="*/ 7457 w 329499"/>
                <a:gd name="connsiteY23" fmla="*/ 107347 h 173420"/>
                <a:gd name="connsiteX24" fmla="*/ 15781 w 329499"/>
                <a:gd name="connsiteY24" fmla="*/ 109428 h 173420"/>
                <a:gd name="connsiteX25" fmla="*/ 21504 w 329499"/>
                <a:gd name="connsiteY25" fmla="*/ 112030 h 173420"/>
                <a:gd name="connsiteX26" fmla="*/ 26360 w 329499"/>
                <a:gd name="connsiteY26" fmla="*/ 108214 h 173420"/>
                <a:gd name="connsiteX27" fmla="*/ 29481 w 329499"/>
                <a:gd name="connsiteY27" fmla="*/ 104052 h 173420"/>
                <a:gd name="connsiteX28" fmla="*/ 34164 w 329499"/>
                <a:gd name="connsiteY28" fmla="*/ 104746 h 173420"/>
                <a:gd name="connsiteX29" fmla="*/ 36072 w 329499"/>
                <a:gd name="connsiteY29" fmla="*/ 109428 h 173420"/>
                <a:gd name="connsiteX30" fmla="*/ 34684 w 329499"/>
                <a:gd name="connsiteY30" fmla="*/ 112897 h 173420"/>
                <a:gd name="connsiteX31" fmla="*/ 35551 w 329499"/>
                <a:gd name="connsiteY31" fmla="*/ 114978 h 173420"/>
                <a:gd name="connsiteX32" fmla="*/ 38152 w 329499"/>
                <a:gd name="connsiteY32" fmla="*/ 114111 h 173420"/>
                <a:gd name="connsiteX33" fmla="*/ 40927 w 329499"/>
                <a:gd name="connsiteY33" fmla="*/ 110989 h 173420"/>
                <a:gd name="connsiteX34" fmla="*/ 46997 w 329499"/>
                <a:gd name="connsiteY34" fmla="*/ 114805 h 173420"/>
                <a:gd name="connsiteX35" fmla="*/ 50292 w 329499"/>
                <a:gd name="connsiteY35" fmla="*/ 126770 h 173420"/>
                <a:gd name="connsiteX36" fmla="*/ 53414 w 329499"/>
                <a:gd name="connsiteY36" fmla="*/ 127464 h 173420"/>
                <a:gd name="connsiteX37" fmla="*/ 60524 w 329499"/>
                <a:gd name="connsiteY37" fmla="*/ 126597 h 173420"/>
                <a:gd name="connsiteX38" fmla="*/ 68154 w 329499"/>
                <a:gd name="connsiteY38" fmla="*/ 128331 h 173420"/>
                <a:gd name="connsiteX39" fmla="*/ 101971 w 329499"/>
                <a:gd name="connsiteY39" fmla="*/ 102838 h 173420"/>
                <a:gd name="connsiteX40" fmla="*/ 107347 w 329499"/>
                <a:gd name="connsiteY40" fmla="*/ 93300 h 173420"/>
                <a:gd name="connsiteX41" fmla="*/ 117059 w 329499"/>
                <a:gd name="connsiteY41" fmla="*/ 84456 h 173420"/>
                <a:gd name="connsiteX42" fmla="*/ 135095 w 329499"/>
                <a:gd name="connsiteY42" fmla="*/ 76479 h 173420"/>
                <a:gd name="connsiteX43" fmla="*/ 143246 w 329499"/>
                <a:gd name="connsiteY43" fmla="*/ 72663 h 173420"/>
                <a:gd name="connsiteX44" fmla="*/ 149315 w 329499"/>
                <a:gd name="connsiteY44" fmla="*/ 73704 h 173420"/>
                <a:gd name="connsiteX45" fmla="*/ 162842 w 329499"/>
                <a:gd name="connsiteY45" fmla="*/ 70409 h 173420"/>
                <a:gd name="connsiteX46" fmla="*/ 165443 w 329499"/>
                <a:gd name="connsiteY46" fmla="*/ 66940 h 173420"/>
                <a:gd name="connsiteX47" fmla="*/ 172033 w 329499"/>
                <a:gd name="connsiteY47" fmla="*/ 62085 h 173420"/>
                <a:gd name="connsiteX48" fmla="*/ 176195 w 329499"/>
                <a:gd name="connsiteY48" fmla="*/ 60350 h 173420"/>
                <a:gd name="connsiteX49" fmla="*/ 174288 w 329499"/>
                <a:gd name="connsiteY49" fmla="*/ 55148 h 173420"/>
                <a:gd name="connsiteX50" fmla="*/ 171166 w 329499"/>
                <a:gd name="connsiteY50" fmla="*/ 48384 h 173420"/>
                <a:gd name="connsiteX51" fmla="*/ 333661 w 329499"/>
                <a:gd name="connsiteY51" fmla="*/ 94167 h 173420"/>
                <a:gd name="connsiteX52" fmla="*/ 321175 w 329499"/>
                <a:gd name="connsiteY52" fmla="*/ 86017 h 173420"/>
                <a:gd name="connsiteX53" fmla="*/ 312851 w 329499"/>
                <a:gd name="connsiteY53" fmla="*/ 66940 h 173420"/>
                <a:gd name="connsiteX54" fmla="*/ 312851 w 329499"/>
                <a:gd name="connsiteY54" fmla="*/ 43875 h 173420"/>
                <a:gd name="connsiteX55" fmla="*/ 267241 w 329499"/>
                <a:gd name="connsiteY55" fmla="*/ 0 h 173420"/>
                <a:gd name="connsiteX56" fmla="*/ 227528 w 329499"/>
                <a:gd name="connsiteY56" fmla="*/ 1387 h 173420"/>
                <a:gd name="connsiteX57" fmla="*/ 192324 w 329499"/>
                <a:gd name="connsiteY57" fmla="*/ 2601 h 173420"/>
                <a:gd name="connsiteX58" fmla="*/ 188508 w 329499"/>
                <a:gd name="connsiteY58" fmla="*/ 26187 h 173420"/>
                <a:gd name="connsiteX59" fmla="*/ 190243 w 329499"/>
                <a:gd name="connsiteY59" fmla="*/ 44049 h 173420"/>
                <a:gd name="connsiteX60" fmla="*/ 194405 w 329499"/>
                <a:gd name="connsiteY60" fmla="*/ 53760 h 173420"/>
                <a:gd name="connsiteX61" fmla="*/ 210359 w 329499"/>
                <a:gd name="connsiteY61" fmla="*/ 52026 h 173420"/>
                <a:gd name="connsiteX62" fmla="*/ 213134 w 329499"/>
                <a:gd name="connsiteY62" fmla="*/ 43529 h 173420"/>
                <a:gd name="connsiteX63" fmla="*/ 223539 w 329499"/>
                <a:gd name="connsiteY63" fmla="*/ 46303 h 173420"/>
                <a:gd name="connsiteX64" fmla="*/ 221805 w 329499"/>
                <a:gd name="connsiteY64" fmla="*/ 54454 h 173420"/>
                <a:gd name="connsiteX65" fmla="*/ 215215 w 329499"/>
                <a:gd name="connsiteY65" fmla="*/ 57923 h 173420"/>
                <a:gd name="connsiteX66" fmla="*/ 193017 w 329499"/>
                <a:gd name="connsiteY66" fmla="*/ 64686 h 173420"/>
                <a:gd name="connsiteX67" fmla="*/ 185560 w 329499"/>
                <a:gd name="connsiteY67" fmla="*/ 77866 h 173420"/>
                <a:gd name="connsiteX68" fmla="*/ 188161 w 329499"/>
                <a:gd name="connsiteY68" fmla="*/ 91913 h 173420"/>
                <a:gd name="connsiteX69" fmla="*/ 186427 w 329499"/>
                <a:gd name="connsiteY69" fmla="*/ 109775 h 173420"/>
                <a:gd name="connsiteX70" fmla="*/ 199087 w 329499"/>
                <a:gd name="connsiteY70" fmla="*/ 116539 h 173420"/>
                <a:gd name="connsiteX71" fmla="*/ 212961 w 329499"/>
                <a:gd name="connsiteY71" fmla="*/ 123996 h 173420"/>
                <a:gd name="connsiteX72" fmla="*/ 219377 w 329499"/>
                <a:gd name="connsiteY72" fmla="*/ 134921 h 173420"/>
                <a:gd name="connsiteX73" fmla="*/ 209145 w 329499"/>
                <a:gd name="connsiteY73" fmla="*/ 150356 h 173420"/>
                <a:gd name="connsiteX74" fmla="*/ 201168 w 329499"/>
                <a:gd name="connsiteY74" fmla="*/ 168045 h 173420"/>
                <a:gd name="connsiteX75" fmla="*/ 220765 w 329499"/>
                <a:gd name="connsiteY75" fmla="*/ 182959 h 173420"/>
                <a:gd name="connsiteX76" fmla="*/ 239667 w 329499"/>
                <a:gd name="connsiteY76" fmla="*/ 158853 h 173420"/>
                <a:gd name="connsiteX77" fmla="*/ 280248 w 329499"/>
                <a:gd name="connsiteY77" fmla="*/ 164056 h 173420"/>
                <a:gd name="connsiteX78" fmla="*/ 282502 w 329499"/>
                <a:gd name="connsiteY78" fmla="*/ 170646 h 173420"/>
                <a:gd name="connsiteX79" fmla="*/ 306955 w 329499"/>
                <a:gd name="connsiteY79" fmla="*/ 163536 h 173420"/>
                <a:gd name="connsiteX80" fmla="*/ 312677 w 329499"/>
                <a:gd name="connsiteY80" fmla="*/ 159200 h 173420"/>
                <a:gd name="connsiteX81" fmla="*/ 322909 w 329499"/>
                <a:gd name="connsiteY81" fmla="*/ 151743 h 173420"/>
                <a:gd name="connsiteX82" fmla="*/ 334008 w 329499"/>
                <a:gd name="connsiteY82" fmla="*/ 130412 h 173420"/>
                <a:gd name="connsiteX83" fmla="*/ 341292 w 329499"/>
                <a:gd name="connsiteY83" fmla="*/ 106307 h 173420"/>
                <a:gd name="connsiteX84" fmla="*/ 333661 w 329499"/>
                <a:gd name="connsiteY84" fmla="*/ 94167 h 17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329499" h="173420">
                  <a:moveTo>
                    <a:pt x="171166" y="48384"/>
                  </a:moveTo>
                  <a:lnTo>
                    <a:pt x="167004" y="44569"/>
                  </a:lnTo>
                  <a:lnTo>
                    <a:pt x="164056" y="39887"/>
                  </a:lnTo>
                  <a:lnTo>
                    <a:pt x="160934" y="36765"/>
                  </a:lnTo>
                  <a:lnTo>
                    <a:pt x="154518" y="33644"/>
                  </a:lnTo>
                  <a:lnTo>
                    <a:pt x="149835" y="32776"/>
                  </a:lnTo>
                  <a:lnTo>
                    <a:pt x="145500" y="32603"/>
                  </a:lnTo>
                  <a:lnTo>
                    <a:pt x="141164" y="30695"/>
                  </a:lnTo>
                  <a:lnTo>
                    <a:pt x="136655" y="28094"/>
                  </a:lnTo>
                  <a:lnTo>
                    <a:pt x="132320" y="26360"/>
                  </a:lnTo>
                  <a:lnTo>
                    <a:pt x="123302" y="17342"/>
                  </a:lnTo>
                  <a:lnTo>
                    <a:pt x="112377" y="21331"/>
                  </a:lnTo>
                  <a:lnTo>
                    <a:pt x="107001" y="43182"/>
                  </a:lnTo>
                  <a:lnTo>
                    <a:pt x="91219" y="51506"/>
                  </a:lnTo>
                  <a:lnTo>
                    <a:pt x="74224" y="51159"/>
                  </a:lnTo>
                  <a:lnTo>
                    <a:pt x="49078" y="53934"/>
                  </a:lnTo>
                  <a:lnTo>
                    <a:pt x="14047" y="78560"/>
                  </a:lnTo>
                  <a:lnTo>
                    <a:pt x="7631" y="75265"/>
                  </a:lnTo>
                  <a:lnTo>
                    <a:pt x="2948" y="76652"/>
                  </a:lnTo>
                  <a:lnTo>
                    <a:pt x="0" y="83936"/>
                  </a:lnTo>
                  <a:lnTo>
                    <a:pt x="2081" y="88965"/>
                  </a:lnTo>
                  <a:lnTo>
                    <a:pt x="10579" y="97116"/>
                  </a:lnTo>
                  <a:lnTo>
                    <a:pt x="12313" y="102492"/>
                  </a:lnTo>
                  <a:lnTo>
                    <a:pt x="7457" y="107347"/>
                  </a:lnTo>
                  <a:lnTo>
                    <a:pt x="15781" y="109428"/>
                  </a:lnTo>
                  <a:lnTo>
                    <a:pt x="21504" y="112030"/>
                  </a:lnTo>
                  <a:lnTo>
                    <a:pt x="26360" y="108214"/>
                  </a:lnTo>
                  <a:lnTo>
                    <a:pt x="29481" y="104052"/>
                  </a:lnTo>
                  <a:lnTo>
                    <a:pt x="34164" y="104746"/>
                  </a:lnTo>
                  <a:lnTo>
                    <a:pt x="36072" y="109428"/>
                  </a:lnTo>
                  <a:lnTo>
                    <a:pt x="34684" y="112897"/>
                  </a:lnTo>
                  <a:lnTo>
                    <a:pt x="35551" y="114978"/>
                  </a:lnTo>
                  <a:lnTo>
                    <a:pt x="38152" y="114111"/>
                  </a:lnTo>
                  <a:lnTo>
                    <a:pt x="40927" y="110989"/>
                  </a:lnTo>
                  <a:lnTo>
                    <a:pt x="46997" y="114805"/>
                  </a:lnTo>
                  <a:lnTo>
                    <a:pt x="50292" y="126770"/>
                  </a:lnTo>
                  <a:lnTo>
                    <a:pt x="53414" y="127464"/>
                  </a:lnTo>
                  <a:lnTo>
                    <a:pt x="60524" y="126597"/>
                  </a:lnTo>
                  <a:lnTo>
                    <a:pt x="68154" y="128331"/>
                  </a:lnTo>
                  <a:lnTo>
                    <a:pt x="101971" y="102838"/>
                  </a:lnTo>
                  <a:lnTo>
                    <a:pt x="107347" y="93300"/>
                  </a:lnTo>
                  <a:lnTo>
                    <a:pt x="117059" y="84456"/>
                  </a:lnTo>
                  <a:lnTo>
                    <a:pt x="135095" y="76479"/>
                  </a:lnTo>
                  <a:lnTo>
                    <a:pt x="143246" y="72663"/>
                  </a:lnTo>
                  <a:lnTo>
                    <a:pt x="149315" y="73704"/>
                  </a:lnTo>
                  <a:lnTo>
                    <a:pt x="162842" y="70409"/>
                  </a:lnTo>
                  <a:lnTo>
                    <a:pt x="165443" y="66940"/>
                  </a:lnTo>
                  <a:lnTo>
                    <a:pt x="172033" y="62085"/>
                  </a:lnTo>
                  <a:lnTo>
                    <a:pt x="176195" y="60350"/>
                  </a:lnTo>
                  <a:lnTo>
                    <a:pt x="174288" y="55148"/>
                  </a:lnTo>
                  <a:lnTo>
                    <a:pt x="171166" y="48384"/>
                  </a:lnTo>
                  <a:close/>
                  <a:moveTo>
                    <a:pt x="333661" y="94167"/>
                  </a:moveTo>
                  <a:lnTo>
                    <a:pt x="321175" y="86017"/>
                  </a:lnTo>
                  <a:lnTo>
                    <a:pt x="312851" y="66940"/>
                  </a:lnTo>
                  <a:lnTo>
                    <a:pt x="312851" y="43875"/>
                  </a:lnTo>
                  <a:lnTo>
                    <a:pt x="267241" y="0"/>
                  </a:lnTo>
                  <a:lnTo>
                    <a:pt x="227528" y="1387"/>
                  </a:lnTo>
                  <a:lnTo>
                    <a:pt x="192324" y="2601"/>
                  </a:lnTo>
                  <a:lnTo>
                    <a:pt x="188508" y="26187"/>
                  </a:lnTo>
                  <a:lnTo>
                    <a:pt x="190243" y="44049"/>
                  </a:lnTo>
                  <a:lnTo>
                    <a:pt x="194405" y="53760"/>
                  </a:lnTo>
                  <a:lnTo>
                    <a:pt x="210359" y="52026"/>
                  </a:lnTo>
                  <a:lnTo>
                    <a:pt x="213134" y="43529"/>
                  </a:lnTo>
                  <a:lnTo>
                    <a:pt x="223539" y="46303"/>
                  </a:lnTo>
                  <a:lnTo>
                    <a:pt x="221805" y="54454"/>
                  </a:lnTo>
                  <a:lnTo>
                    <a:pt x="215215" y="57923"/>
                  </a:lnTo>
                  <a:lnTo>
                    <a:pt x="193017" y="64686"/>
                  </a:lnTo>
                  <a:lnTo>
                    <a:pt x="185560" y="77866"/>
                  </a:lnTo>
                  <a:lnTo>
                    <a:pt x="188161" y="91913"/>
                  </a:lnTo>
                  <a:lnTo>
                    <a:pt x="186427" y="109775"/>
                  </a:lnTo>
                  <a:lnTo>
                    <a:pt x="199087" y="116539"/>
                  </a:lnTo>
                  <a:lnTo>
                    <a:pt x="212961" y="123996"/>
                  </a:lnTo>
                  <a:lnTo>
                    <a:pt x="219377" y="134921"/>
                  </a:lnTo>
                  <a:lnTo>
                    <a:pt x="209145" y="150356"/>
                  </a:lnTo>
                  <a:lnTo>
                    <a:pt x="201168" y="168045"/>
                  </a:lnTo>
                  <a:lnTo>
                    <a:pt x="220765" y="182959"/>
                  </a:lnTo>
                  <a:lnTo>
                    <a:pt x="239667" y="158853"/>
                  </a:lnTo>
                  <a:lnTo>
                    <a:pt x="280248" y="164056"/>
                  </a:lnTo>
                  <a:lnTo>
                    <a:pt x="282502" y="170646"/>
                  </a:lnTo>
                  <a:lnTo>
                    <a:pt x="306955" y="163536"/>
                  </a:lnTo>
                  <a:lnTo>
                    <a:pt x="312677" y="159200"/>
                  </a:lnTo>
                  <a:lnTo>
                    <a:pt x="322909" y="151743"/>
                  </a:lnTo>
                  <a:lnTo>
                    <a:pt x="334008" y="130412"/>
                  </a:lnTo>
                  <a:lnTo>
                    <a:pt x="341292" y="106307"/>
                  </a:lnTo>
                  <a:lnTo>
                    <a:pt x="333661" y="94167"/>
                  </a:lnTo>
                  <a:close/>
                </a:path>
              </a:pathLst>
            </a:custGeom>
            <a:grpFill/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3" name="Freeform: Shape 14">
              <a:extLst>
                <a:ext uri="{FF2B5EF4-FFF2-40B4-BE49-F238E27FC236}">
                  <a16:creationId xmlns:a16="http://schemas.microsoft.com/office/drawing/2014/main" id="{7A4D8069-51CA-5A84-471A-783B7AB5F910}"/>
                </a:ext>
              </a:extLst>
            </p:cNvPr>
            <p:cNvSpPr/>
            <p:nvPr/>
          </p:nvSpPr>
          <p:spPr>
            <a:xfrm>
              <a:off x="2882949" y="3775951"/>
              <a:ext cx="1283313" cy="1196603"/>
            </a:xfrm>
            <a:custGeom>
              <a:avLst/>
              <a:gdLst>
                <a:gd name="connsiteX0" fmla="*/ 484884 w 1283312"/>
                <a:gd name="connsiteY0" fmla="*/ 1035321 h 1196602"/>
                <a:gd name="connsiteX1" fmla="*/ 487139 w 1283312"/>
                <a:gd name="connsiteY1" fmla="*/ 1032373 h 1196602"/>
                <a:gd name="connsiteX2" fmla="*/ 486618 w 1283312"/>
                <a:gd name="connsiteY2" fmla="*/ 1025783 h 1196602"/>
                <a:gd name="connsiteX3" fmla="*/ 490607 w 1283312"/>
                <a:gd name="connsiteY3" fmla="*/ 1023702 h 1196602"/>
                <a:gd name="connsiteX4" fmla="*/ 498931 w 1283312"/>
                <a:gd name="connsiteY4" fmla="*/ 1023702 h 1196602"/>
                <a:gd name="connsiteX5" fmla="*/ 502053 w 1283312"/>
                <a:gd name="connsiteY5" fmla="*/ 1018673 h 1196602"/>
                <a:gd name="connsiteX6" fmla="*/ 497717 w 1283312"/>
                <a:gd name="connsiteY6" fmla="*/ 1011389 h 1196602"/>
                <a:gd name="connsiteX7" fmla="*/ 486098 w 1283312"/>
                <a:gd name="connsiteY7" fmla="*/ 998383 h 1196602"/>
                <a:gd name="connsiteX8" fmla="*/ 476387 w 1283312"/>
                <a:gd name="connsiteY8" fmla="*/ 996128 h 1196602"/>
                <a:gd name="connsiteX9" fmla="*/ 465981 w 1283312"/>
                <a:gd name="connsiteY9" fmla="*/ 1003932 h 1196602"/>
                <a:gd name="connsiteX10" fmla="*/ 460605 w 1283312"/>
                <a:gd name="connsiteY10" fmla="*/ 1012603 h 1196602"/>
                <a:gd name="connsiteX11" fmla="*/ 459738 w 1283312"/>
                <a:gd name="connsiteY11" fmla="*/ 1017632 h 1196602"/>
                <a:gd name="connsiteX12" fmla="*/ 464594 w 1283312"/>
                <a:gd name="connsiteY12" fmla="*/ 1024916 h 1196602"/>
                <a:gd name="connsiteX13" fmla="*/ 473092 w 1283312"/>
                <a:gd name="connsiteY13" fmla="*/ 1030813 h 1196602"/>
                <a:gd name="connsiteX14" fmla="*/ 477600 w 1283312"/>
                <a:gd name="connsiteY14" fmla="*/ 1033067 h 1196602"/>
                <a:gd name="connsiteX15" fmla="*/ 484884 w 1283312"/>
                <a:gd name="connsiteY15" fmla="*/ 1035321 h 1196602"/>
                <a:gd name="connsiteX16" fmla="*/ 348749 w 1283312"/>
                <a:gd name="connsiteY16" fmla="*/ 1016245 h 1196602"/>
                <a:gd name="connsiteX17" fmla="*/ 322736 w 1283312"/>
                <a:gd name="connsiteY17" fmla="*/ 1011909 h 1196602"/>
                <a:gd name="connsiteX18" fmla="*/ 304700 w 1283312"/>
                <a:gd name="connsiteY18" fmla="*/ 1015725 h 1196602"/>
                <a:gd name="connsiteX19" fmla="*/ 285624 w 1283312"/>
                <a:gd name="connsiteY19" fmla="*/ 1023182 h 1196602"/>
                <a:gd name="connsiteX20" fmla="*/ 270710 w 1283312"/>
                <a:gd name="connsiteY20" fmla="*/ 1025783 h 1196602"/>
                <a:gd name="connsiteX21" fmla="*/ 261345 w 1283312"/>
                <a:gd name="connsiteY21" fmla="*/ 1009135 h 1196602"/>
                <a:gd name="connsiteX22" fmla="*/ 244697 w 1283312"/>
                <a:gd name="connsiteY22" fmla="*/ 1003585 h 1196602"/>
                <a:gd name="connsiteX23" fmla="*/ 238107 w 1283312"/>
                <a:gd name="connsiteY23" fmla="*/ 998903 h 1196602"/>
                <a:gd name="connsiteX24" fmla="*/ 233771 w 1283312"/>
                <a:gd name="connsiteY24" fmla="*/ 990232 h 1196602"/>
                <a:gd name="connsiteX25" fmla="*/ 230129 w 1283312"/>
                <a:gd name="connsiteY25" fmla="*/ 973757 h 1196602"/>
                <a:gd name="connsiteX26" fmla="*/ 227008 w 1283312"/>
                <a:gd name="connsiteY26" fmla="*/ 967167 h 1196602"/>
                <a:gd name="connsiteX27" fmla="*/ 244350 w 1283312"/>
                <a:gd name="connsiteY27" fmla="*/ 948958 h 1196602"/>
                <a:gd name="connsiteX28" fmla="*/ 251113 w 1283312"/>
                <a:gd name="connsiteY28" fmla="*/ 937165 h 1196602"/>
                <a:gd name="connsiteX29" fmla="*/ 252154 w 1283312"/>
                <a:gd name="connsiteY29" fmla="*/ 924679 h 1196602"/>
                <a:gd name="connsiteX30" fmla="*/ 246084 w 1283312"/>
                <a:gd name="connsiteY30" fmla="*/ 912886 h 1196602"/>
                <a:gd name="connsiteX31" fmla="*/ 235852 w 1283312"/>
                <a:gd name="connsiteY31" fmla="*/ 903695 h 1196602"/>
                <a:gd name="connsiteX32" fmla="*/ 224059 w 1283312"/>
                <a:gd name="connsiteY32" fmla="*/ 900053 h 1196602"/>
                <a:gd name="connsiteX33" fmla="*/ 213828 w 1283312"/>
                <a:gd name="connsiteY33" fmla="*/ 905083 h 1196602"/>
                <a:gd name="connsiteX34" fmla="*/ 201341 w 1283312"/>
                <a:gd name="connsiteY34" fmla="*/ 914794 h 1196602"/>
                <a:gd name="connsiteX35" fmla="*/ 196833 w 1283312"/>
                <a:gd name="connsiteY35" fmla="*/ 920690 h 1196602"/>
                <a:gd name="connsiteX36" fmla="*/ 193191 w 1283312"/>
                <a:gd name="connsiteY36" fmla="*/ 941501 h 1196602"/>
                <a:gd name="connsiteX37" fmla="*/ 188508 w 1283312"/>
                <a:gd name="connsiteY37" fmla="*/ 944622 h 1196602"/>
                <a:gd name="connsiteX38" fmla="*/ 182439 w 1283312"/>
                <a:gd name="connsiteY38" fmla="*/ 945663 h 1196602"/>
                <a:gd name="connsiteX39" fmla="*/ 176542 w 1283312"/>
                <a:gd name="connsiteY39" fmla="*/ 949998 h 1196602"/>
                <a:gd name="connsiteX40" fmla="*/ 167698 w 1283312"/>
                <a:gd name="connsiteY40" fmla="*/ 966994 h 1196602"/>
                <a:gd name="connsiteX41" fmla="*/ 165617 w 1283312"/>
                <a:gd name="connsiteY41" fmla="*/ 983642 h 1196602"/>
                <a:gd name="connsiteX42" fmla="*/ 168392 w 1283312"/>
                <a:gd name="connsiteY42" fmla="*/ 1000464 h 1196602"/>
                <a:gd name="connsiteX43" fmla="*/ 189722 w 1283312"/>
                <a:gd name="connsiteY43" fmla="*/ 1070179 h 1196602"/>
                <a:gd name="connsiteX44" fmla="*/ 191456 w 1283312"/>
                <a:gd name="connsiteY44" fmla="*/ 1082145 h 1196602"/>
                <a:gd name="connsiteX45" fmla="*/ 191630 w 1283312"/>
                <a:gd name="connsiteY45" fmla="*/ 1090469 h 1196602"/>
                <a:gd name="connsiteX46" fmla="*/ 192844 w 1283312"/>
                <a:gd name="connsiteY46" fmla="*/ 1097406 h 1196602"/>
                <a:gd name="connsiteX47" fmla="*/ 197699 w 1283312"/>
                <a:gd name="connsiteY47" fmla="*/ 1105903 h 1196602"/>
                <a:gd name="connsiteX48" fmla="*/ 204810 w 1283312"/>
                <a:gd name="connsiteY48" fmla="*/ 1110586 h 1196602"/>
                <a:gd name="connsiteX49" fmla="*/ 216429 w 1283312"/>
                <a:gd name="connsiteY49" fmla="*/ 1114574 h 1196602"/>
                <a:gd name="connsiteX50" fmla="*/ 227355 w 1283312"/>
                <a:gd name="connsiteY50" fmla="*/ 1114228 h 1196602"/>
                <a:gd name="connsiteX51" fmla="*/ 232037 w 1283312"/>
                <a:gd name="connsiteY51" fmla="*/ 1105903 h 1196602"/>
                <a:gd name="connsiteX52" fmla="*/ 234638 w 1283312"/>
                <a:gd name="connsiteY52" fmla="*/ 1086307 h 1196602"/>
                <a:gd name="connsiteX53" fmla="*/ 241575 w 1283312"/>
                <a:gd name="connsiteY53" fmla="*/ 1070352 h 1196602"/>
                <a:gd name="connsiteX54" fmla="*/ 251633 w 1283312"/>
                <a:gd name="connsiteY54" fmla="*/ 1063415 h 1196602"/>
                <a:gd name="connsiteX55" fmla="*/ 264293 w 1283312"/>
                <a:gd name="connsiteY55" fmla="*/ 1070352 h 1196602"/>
                <a:gd name="connsiteX56" fmla="*/ 272964 w 1283312"/>
                <a:gd name="connsiteY56" fmla="*/ 1108505 h 1196602"/>
                <a:gd name="connsiteX57" fmla="*/ 280595 w 1283312"/>
                <a:gd name="connsiteY57" fmla="*/ 1126714 h 1196602"/>
                <a:gd name="connsiteX58" fmla="*/ 293254 w 1283312"/>
                <a:gd name="connsiteY58" fmla="*/ 1124980 h 1196602"/>
                <a:gd name="connsiteX59" fmla="*/ 307648 w 1283312"/>
                <a:gd name="connsiteY59" fmla="*/ 1118390 h 1196602"/>
                <a:gd name="connsiteX60" fmla="*/ 319788 w 1283312"/>
                <a:gd name="connsiteY60" fmla="*/ 1123766 h 1196602"/>
                <a:gd name="connsiteX61" fmla="*/ 331060 w 1283312"/>
                <a:gd name="connsiteY61" fmla="*/ 1130529 h 1196602"/>
                <a:gd name="connsiteX62" fmla="*/ 343026 w 1283312"/>
                <a:gd name="connsiteY62" fmla="*/ 1128275 h 1196602"/>
                <a:gd name="connsiteX63" fmla="*/ 346321 w 1283312"/>
                <a:gd name="connsiteY63" fmla="*/ 1118737 h 1196602"/>
                <a:gd name="connsiteX64" fmla="*/ 339731 w 1283312"/>
                <a:gd name="connsiteY64" fmla="*/ 1099661 h 1196602"/>
                <a:gd name="connsiteX65" fmla="*/ 345974 w 1283312"/>
                <a:gd name="connsiteY65" fmla="*/ 1096192 h 1196602"/>
                <a:gd name="connsiteX66" fmla="*/ 350310 w 1283312"/>
                <a:gd name="connsiteY66" fmla="*/ 1091336 h 1196602"/>
                <a:gd name="connsiteX67" fmla="*/ 351004 w 1283312"/>
                <a:gd name="connsiteY67" fmla="*/ 1080237 h 1196602"/>
                <a:gd name="connsiteX68" fmla="*/ 348922 w 1283312"/>
                <a:gd name="connsiteY68" fmla="*/ 1060814 h 1196602"/>
                <a:gd name="connsiteX69" fmla="*/ 351177 w 1283312"/>
                <a:gd name="connsiteY69" fmla="*/ 1048501 h 1196602"/>
                <a:gd name="connsiteX70" fmla="*/ 355512 w 1283312"/>
                <a:gd name="connsiteY70" fmla="*/ 1038443 h 1196602"/>
                <a:gd name="connsiteX71" fmla="*/ 357767 w 1283312"/>
                <a:gd name="connsiteY71" fmla="*/ 1029078 h 1196602"/>
                <a:gd name="connsiteX72" fmla="*/ 353778 w 1283312"/>
                <a:gd name="connsiteY72" fmla="*/ 1018326 h 1196602"/>
                <a:gd name="connsiteX73" fmla="*/ 348749 w 1283312"/>
                <a:gd name="connsiteY73" fmla="*/ 1016245 h 1196602"/>
                <a:gd name="connsiteX74" fmla="*/ 513846 w 1283312"/>
                <a:gd name="connsiteY74" fmla="*/ 1190706 h 1196602"/>
                <a:gd name="connsiteX75" fmla="*/ 510377 w 1283312"/>
                <a:gd name="connsiteY75" fmla="*/ 1190360 h 1196602"/>
                <a:gd name="connsiteX76" fmla="*/ 510377 w 1283312"/>
                <a:gd name="connsiteY76" fmla="*/ 1184463 h 1196602"/>
                <a:gd name="connsiteX77" fmla="*/ 485925 w 1283312"/>
                <a:gd name="connsiteY77" fmla="*/ 1171283 h 1196602"/>
                <a:gd name="connsiteX78" fmla="*/ 480722 w 1283312"/>
                <a:gd name="connsiteY78" fmla="*/ 1172671 h 1196602"/>
                <a:gd name="connsiteX79" fmla="*/ 477600 w 1283312"/>
                <a:gd name="connsiteY79" fmla="*/ 1175619 h 1196602"/>
                <a:gd name="connsiteX80" fmla="*/ 477254 w 1283312"/>
                <a:gd name="connsiteY80" fmla="*/ 1180821 h 1196602"/>
                <a:gd name="connsiteX81" fmla="*/ 475173 w 1283312"/>
                <a:gd name="connsiteY81" fmla="*/ 1185157 h 1196602"/>
                <a:gd name="connsiteX82" fmla="*/ 474826 w 1283312"/>
                <a:gd name="connsiteY82" fmla="*/ 1189839 h 1196602"/>
                <a:gd name="connsiteX83" fmla="*/ 478294 w 1283312"/>
                <a:gd name="connsiteY83" fmla="*/ 1192440 h 1196602"/>
                <a:gd name="connsiteX84" fmla="*/ 481242 w 1283312"/>
                <a:gd name="connsiteY84" fmla="*/ 1193134 h 1196602"/>
                <a:gd name="connsiteX85" fmla="*/ 484711 w 1283312"/>
                <a:gd name="connsiteY85" fmla="*/ 1196603 h 1196602"/>
                <a:gd name="connsiteX86" fmla="*/ 485405 w 1283312"/>
                <a:gd name="connsiteY86" fmla="*/ 1201458 h 1196602"/>
                <a:gd name="connsiteX87" fmla="*/ 482630 w 1283312"/>
                <a:gd name="connsiteY87" fmla="*/ 1207528 h 1196602"/>
                <a:gd name="connsiteX88" fmla="*/ 483323 w 1283312"/>
                <a:gd name="connsiteY88" fmla="*/ 1210997 h 1196602"/>
                <a:gd name="connsiteX89" fmla="*/ 488006 w 1283312"/>
                <a:gd name="connsiteY89" fmla="*/ 1209956 h 1196602"/>
                <a:gd name="connsiteX90" fmla="*/ 491994 w 1283312"/>
                <a:gd name="connsiteY90" fmla="*/ 1206141 h 1196602"/>
                <a:gd name="connsiteX91" fmla="*/ 500319 w 1283312"/>
                <a:gd name="connsiteY91" fmla="*/ 1201979 h 1196602"/>
                <a:gd name="connsiteX92" fmla="*/ 506388 w 1283312"/>
                <a:gd name="connsiteY92" fmla="*/ 1201112 h 1196602"/>
                <a:gd name="connsiteX93" fmla="*/ 513672 w 1283312"/>
                <a:gd name="connsiteY93" fmla="*/ 1202672 h 1196602"/>
                <a:gd name="connsiteX94" fmla="*/ 518701 w 1283312"/>
                <a:gd name="connsiteY94" fmla="*/ 1201979 h 1196602"/>
                <a:gd name="connsiteX95" fmla="*/ 521996 w 1283312"/>
                <a:gd name="connsiteY95" fmla="*/ 1199724 h 1196602"/>
                <a:gd name="connsiteX96" fmla="*/ 529453 w 1283312"/>
                <a:gd name="connsiteY96" fmla="*/ 1190533 h 1196602"/>
                <a:gd name="connsiteX97" fmla="*/ 530667 w 1283312"/>
                <a:gd name="connsiteY97" fmla="*/ 1185504 h 1196602"/>
                <a:gd name="connsiteX98" fmla="*/ 528760 w 1283312"/>
                <a:gd name="connsiteY98" fmla="*/ 1183423 h 1196602"/>
                <a:gd name="connsiteX99" fmla="*/ 513846 w 1283312"/>
                <a:gd name="connsiteY99" fmla="*/ 1190706 h 1196602"/>
                <a:gd name="connsiteX100" fmla="*/ 356553 w 1283312"/>
                <a:gd name="connsiteY100" fmla="*/ 989885 h 1196602"/>
                <a:gd name="connsiteX101" fmla="*/ 352044 w 1283312"/>
                <a:gd name="connsiteY101" fmla="*/ 983642 h 1196602"/>
                <a:gd name="connsiteX102" fmla="*/ 347709 w 1283312"/>
                <a:gd name="connsiteY102" fmla="*/ 968034 h 1196602"/>
                <a:gd name="connsiteX103" fmla="*/ 345974 w 1283312"/>
                <a:gd name="connsiteY103" fmla="*/ 956762 h 1196602"/>
                <a:gd name="connsiteX104" fmla="*/ 342159 w 1283312"/>
                <a:gd name="connsiteY104" fmla="*/ 954681 h 1196602"/>
                <a:gd name="connsiteX105" fmla="*/ 338170 w 1283312"/>
                <a:gd name="connsiteY105" fmla="*/ 950866 h 1196602"/>
                <a:gd name="connsiteX106" fmla="*/ 335916 w 1283312"/>
                <a:gd name="connsiteY106" fmla="*/ 944276 h 1196602"/>
                <a:gd name="connsiteX107" fmla="*/ 328459 w 1283312"/>
                <a:gd name="connsiteY107" fmla="*/ 945489 h 1196602"/>
                <a:gd name="connsiteX108" fmla="*/ 319441 w 1283312"/>
                <a:gd name="connsiteY108" fmla="*/ 959883 h 1196602"/>
                <a:gd name="connsiteX109" fmla="*/ 314932 w 1283312"/>
                <a:gd name="connsiteY109" fmla="*/ 970115 h 1196602"/>
                <a:gd name="connsiteX110" fmla="*/ 310770 w 1283312"/>
                <a:gd name="connsiteY110" fmla="*/ 967340 h 1196602"/>
                <a:gd name="connsiteX111" fmla="*/ 310076 w 1283312"/>
                <a:gd name="connsiteY111" fmla="*/ 958669 h 1196602"/>
                <a:gd name="connsiteX112" fmla="*/ 312851 w 1283312"/>
                <a:gd name="connsiteY112" fmla="*/ 948264 h 1196602"/>
                <a:gd name="connsiteX113" fmla="*/ 318227 w 1283312"/>
                <a:gd name="connsiteY113" fmla="*/ 933003 h 1196602"/>
                <a:gd name="connsiteX114" fmla="*/ 314238 w 1283312"/>
                <a:gd name="connsiteY114" fmla="*/ 922598 h 1196602"/>
                <a:gd name="connsiteX115" fmla="*/ 301925 w 1283312"/>
                <a:gd name="connsiteY115" fmla="*/ 925893 h 1196602"/>
                <a:gd name="connsiteX116" fmla="*/ 294815 w 1283312"/>
                <a:gd name="connsiteY116" fmla="*/ 934911 h 1196602"/>
                <a:gd name="connsiteX117" fmla="*/ 288052 w 1283312"/>
                <a:gd name="connsiteY117" fmla="*/ 947744 h 1196602"/>
                <a:gd name="connsiteX118" fmla="*/ 277473 w 1283312"/>
                <a:gd name="connsiteY118" fmla="*/ 961444 h 1196602"/>
                <a:gd name="connsiteX119" fmla="*/ 272097 w 1283312"/>
                <a:gd name="connsiteY119" fmla="*/ 976012 h 1196602"/>
                <a:gd name="connsiteX120" fmla="*/ 278860 w 1283312"/>
                <a:gd name="connsiteY120" fmla="*/ 989365 h 1196602"/>
                <a:gd name="connsiteX121" fmla="*/ 290306 w 1283312"/>
                <a:gd name="connsiteY121" fmla="*/ 996475 h 1196602"/>
                <a:gd name="connsiteX122" fmla="*/ 301579 w 1283312"/>
                <a:gd name="connsiteY122" fmla="*/ 997862 h 1196602"/>
                <a:gd name="connsiteX123" fmla="*/ 320655 w 1283312"/>
                <a:gd name="connsiteY123" fmla="*/ 991619 h 1196602"/>
                <a:gd name="connsiteX124" fmla="*/ 355686 w 1283312"/>
                <a:gd name="connsiteY124" fmla="*/ 1000811 h 1196602"/>
                <a:gd name="connsiteX125" fmla="*/ 363837 w 1283312"/>
                <a:gd name="connsiteY125" fmla="*/ 998730 h 1196602"/>
                <a:gd name="connsiteX126" fmla="*/ 359501 w 1283312"/>
                <a:gd name="connsiteY126" fmla="*/ 992313 h 1196602"/>
                <a:gd name="connsiteX127" fmla="*/ 356553 w 1283312"/>
                <a:gd name="connsiteY127" fmla="*/ 989885 h 1196602"/>
                <a:gd name="connsiteX128" fmla="*/ 1279498 w 1283312"/>
                <a:gd name="connsiteY128" fmla="*/ 541940 h 1196602"/>
                <a:gd name="connsiteX129" fmla="*/ 1257473 w 1283312"/>
                <a:gd name="connsiteY129" fmla="*/ 534136 h 1196602"/>
                <a:gd name="connsiteX130" fmla="*/ 1240651 w 1283312"/>
                <a:gd name="connsiteY130" fmla="*/ 517487 h 1196602"/>
                <a:gd name="connsiteX131" fmla="*/ 1235449 w 1283312"/>
                <a:gd name="connsiteY131" fmla="*/ 491127 h 1196602"/>
                <a:gd name="connsiteX132" fmla="*/ 1217760 w 1283312"/>
                <a:gd name="connsiteY132" fmla="*/ 477253 h 1196602"/>
                <a:gd name="connsiteX133" fmla="*/ 1177873 w 1283312"/>
                <a:gd name="connsiteY133" fmla="*/ 455229 h 1196602"/>
                <a:gd name="connsiteX134" fmla="*/ 1144403 w 1283312"/>
                <a:gd name="connsiteY134" fmla="*/ 416903 h 1196602"/>
                <a:gd name="connsiteX135" fmla="*/ 1124286 w 1283312"/>
                <a:gd name="connsiteY135" fmla="*/ 401642 h 1196602"/>
                <a:gd name="connsiteX136" fmla="*/ 1076596 w 1283312"/>
                <a:gd name="connsiteY136" fmla="*/ 394358 h 1196602"/>
                <a:gd name="connsiteX137" fmla="*/ 1064976 w 1283312"/>
                <a:gd name="connsiteY137" fmla="*/ 370947 h 1196602"/>
                <a:gd name="connsiteX138" fmla="*/ 1084400 w 1283312"/>
                <a:gd name="connsiteY138" fmla="*/ 331927 h 1196602"/>
                <a:gd name="connsiteX139" fmla="*/ 1081104 w 1283312"/>
                <a:gd name="connsiteY139" fmla="*/ 294121 h 1196602"/>
                <a:gd name="connsiteX140" fmla="*/ 1059427 w 1283312"/>
                <a:gd name="connsiteY140" fmla="*/ 301405 h 1196602"/>
                <a:gd name="connsiteX141" fmla="*/ 1036535 w 1283312"/>
                <a:gd name="connsiteY141" fmla="*/ 290653 h 1196602"/>
                <a:gd name="connsiteX142" fmla="*/ 1006707 w 1283312"/>
                <a:gd name="connsiteY142" fmla="*/ 283196 h 1196602"/>
                <a:gd name="connsiteX143" fmla="*/ 978613 w 1283312"/>
                <a:gd name="connsiteY143" fmla="*/ 294642 h 1196602"/>
                <a:gd name="connsiteX144" fmla="*/ 969768 w 1283312"/>
                <a:gd name="connsiteY144" fmla="*/ 306087 h 1196602"/>
                <a:gd name="connsiteX145" fmla="*/ 959190 w 1283312"/>
                <a:gd name="connsiteY145" fmla="*/ 315279 h 1196602"/>
                <a:gd name="connsiteX146" fmla="*/ 947917 w 1283312"/>
                <a:gd name="connsiteY146" fmla="*/ 316666 h 1196602"/>
                <a:gd name="connsiteX147" fmla="*/ 936819 w 1283312"/>
                <a:gd name="connsiteY147" fmla="*/ 320828 h 1196602"/>
                <a:gd name="connsiteX148" fmla="*/ 911673 w 1283312"/>
                <a:gd name="connsiteY148" fmla="*/ 340772 h 1196602"/>
                <a:gd name="connsiteX149" fmla="*/ 882711 w 1283312"/>
                <a:gd name="connsiteY149" fmla="*/ 339904 h 1196602"/>
                <a:gd name="connsiteX150" fmla="*/ 858606 w 1283312"/>
                <a:gd name="connsiteY150" fmla="*/ 327245 h 1196602"/>
                <a:gd name="connsiteX151" fmla="*/ 833286 w 1283312"/>
                <a:gd name="connsiteY151" fmla="*/ 319441 h 1196602"/>
                <a:gd name="connsiteX152" fmla="*/ 804325 w 1283312"/>
                <a:gd name="connsiteY152" fmla="*/ 324644 h 1196602"/>
                <a:gd name="connsiteX153" fmla="*/ 776231 w 1283312"/>
                <a:gd name="connsiteY153" fmla="*/ 327765 h 1196602"/>
                <a:gd name="connsiteX154" fmla="*/ 751952 w 1283312"/>
                <a:gd name="connsiteY154" fmla="*/ 312331 h 1196602"/>
                <a:gd name="connsiteX155" fmla="*/ 732355 w 1283312"/>
                <a:gd name="connsiteY155" fmla="*/ 288398 h 1196602"/>
                <a:gd name="connsiteX156" fmla="*/ 725939 w 1283312"/>
                <a:gd name="connsiteY156" fmla="*/ 235679 h 1196602"/>
                <a:gd name="connsiteX157" fmla="*/ 708077 w 1283312"/>
                <a:gd name="connsiteY157" fmla="*/ 249552 h 1196602"/>
                <a:gd name="connsiteX158" fmla="*/ 689000 w 1283312"/>
                <a:gd name="connsiteY158" fmla="*/ 276779 h 1196602"/>
                <a:gd name="connsiteX159" fmla="*/ 667843 w 1283312"/>
                <a:gd name="connsiteY159" fmla="*/ 272444 h 1196602"/>
                <a:gd name="connsiteX160" fmla="*/ 626395 w 1283312"/>
                <a:gd name="connsiteY160" fmla="*/ 293775 h 1196602"/>
                <a:gd name="connsiteX161" fmla="*/ 604371 w 1283312"/>
                <a:gd name="connsiteY161" fmla="*/ 289266 h 1196602"/>
                <a:gd name="connsiteX162" fmla="*/ 584601 w 1283312"/>
                <a:gd name="connsiteY162" fmla="*/ 274351 h 1196602"/>
                <a:gd name="connsiteX163" fmla="*/ 563617 w 1283312"/>
                <a:gd name="connsiteY163" fmla="*/ 264293 h 1196602"/>
                <a:gd name="connsiteX164" fmla="*/ 541246 w 1283312"/>
                <a:gd name="connsiteY164" fmla="*/ 260478 h 1196602"/>
                <a:gd name="connsiteX165" fmla="*/ 517834 w 1283312"/>
                <a:gd name="connsiteY165" fmla="*/ 263773 h 1196602"/>
                <a:gd name="connsiteX166" fmla="*/ 470143 w 1283312"/>
                <a:gd name="connsiteY166" fmla="*/ 261692 h 1196602"/>
                <a:gd name="connsiteX167" fmla="*/ 458004 w 1283312"/>
                <a:gd name="connsiteY167" fmla="*/ 217643 h 1196602"/>
                <a:gd name="connsiteX168" fmla="*/ 467369 w 1283312"/>
                <a:gd name="connsiteY168" fmla="*/ 196139 h 1196602"/>
                <a:gd name="connsiteX169" fmla="*/ 467889 w 1283312"/>
                <a:gd name="connsiteY169" fmla="*/ 173594 h 1196602"/>
                <a:gd name="connsiteX170" fmla="*/ 457484 w 1283312"/>
                <a:gd name="connsiteY170" fmla="*/ 161455 h 1196602"/>
                <a:gd name="connsiteX171" fmla="*/ 445518 w 1283312"/>
                <a:gd name="connsiteY171" fmla="*/ 153997 h 1196602"/>
                <a:gd name="connsiteX172" fmla="*/ 442916 w 1283312"/>
                <a:gd name="connsiteY172" fmla="*/ 145847 h 1196602"/>
                <a:gd name="connsiteX173" fmla="*/ 438581 w 1283312"/>
                <a:gd name="connsiteY173" fmla="*/ 137002 h 1196602"/>
                <a:gd name="connsiteX174" fmla="*/ 421412 w 1283312"/>
                <a:gd name="connsiteY174" fmla="*/ 124863 h 1196602"/>
                <a:gd name="connsiteX175" fmla="*/ 411007 w 1283312"/>
                <a:gd name="connsiteY175" fmla="*/ 105266 h 1196602"/>
                <a:gd name="connsiteX176" fmla="*/ 396266 w 1283312"/>
                <a:gd name="connsiteY176" fmla="*/ 89312 h 1196602"/>
                <a:gd name="connsiteX177" fmla="*/ 376323 w 1283312"/>
                <a:gd name="connsiteY177" fmla="*/ 82548 h 1196602"/>
                <a:gd name="connsiteX178" fmla="*/ 354472 w 1283312"/>
                <a:gd name="connsiteY178" fmla="*/ 82721 h 1196602"/>
                <a:gd name="connsiteX179" fmla="*/ 332274 w 1283312"/>
                <a:gd name="connsiteY179" fmla="*/ 80987 h 1196602"/>
                <a:gd name="connsiteX180" fmla="*/ 319788 w 1283312"/>
                <a:gd name="connsiteY180" fmla="*/ 72490 h 1196602"/>
                <a:gd name="connsiteX181" fmla="*/ 309556 w 1283312"/>
                <a:gd name="connsiteY181" fmla="*/ 63992 h 1196602"/>
                <a:gd name="connsiteX182" fmla="*/ 286144 w 1283312"/>
                <a:gd name="connsiteY182" fmla="*/ 62085 h 1196602"/>
                <a:gd name="connsiteX183" fmla="*/ 279901 w 1283312"/>
                <a:gd name="connsiteY183" fmla="*/ 60003 h 1196602"/>
                <a:gd name="connsiteX184" fmla="*/ 273658 w 1283312"/>
                <a:gd name="connsiteY184" fmla="*/ 57229 h 1196602"/>
                <a:gd name="connsiteX185" fmla="*/ 270536 w 1283312"/>
                <a:gd name="connsiteY185" fmla="*/ 49425 h 1196602"/>
                <a:gd name="connsiteX186" fmla="*/ 269843 w 1283312"/>
                <a:gd name="connsiteY186" fmla="*/ 41794 h 1196602"/>
                <a:gd name="connsiteX187" fmla="*/ 262732 w 1283312"/>
                <a:gd name="connsiteY187" fmla="*/ 35725 h 1196602"/>
                <a:gd name="connsiteX188" fmla="*/ 255449 w 1283312"/>
                <a:gd name="connsiteY188" fmla="*/ 30349 h 1196602"/>
                <a:gd name="connsiteX189" fmla="*/ 239841 w 1283312"/>
                <a:gd name="connsiteY189" fmla="*/ 21157 h 1196602"/>
                <a:gd name="connsiteX190" fmla="*/ 233598 w 1283312"/>
                <a:gd name="connsiteY190" fmla="*/ 0 h 1196602"/>
                <a:gd name="connsiteX191" fmla="*/ 205330 w 1283312"/>
                <a:gd name="connsiteY191" fmla="*/ 30522 h 1196602"/>
                <a:gd name="connsiteX192" fmla="*/ 197873 w 1283312"/>
                <a:gd name="connsiteY192" fmla="*/ 50639 h 1196602"/>
                <a:gd name="connsiteX193" fmla="*/ 159374 w 1283312"/>
                <a:gd name="connsiteY193" fmla="*/ 71102 h 1196602"/>
                <a:gd name="connsiteX194" fmla="*/ 140297 w 1283312"/>
                <a:gd name="connsiteY194" fmla="*/ 76999 h 1196602"/>
                <a:gd name="connsiteX195" fmla="*/ 129719 w 1283312"/>
                <a:gd name="connsiteY195" fmla="*/ 75785 h 1196602"/>
                <a:gd name="connsiteX196" fmla="*/ 122088 w 1283312"/>
                <a:gd name="connsiteY196" fmla="*/ 80641 h 1196602"/>
                <a:gd name="connsiteX197" fmla="*/ 107521 w 1283312"/>
                <a:gd name="connsiteY197" fmla="*/ 112203 h 1196602"/>
                <a:gd name="connsiteX198" fmla="*/ 90873 w 1283312"/>
                <a:gd name="connsiteY198" fmla="*/ 129719 h 1196602"/>
                <a:gd name="connsiteX199" fmla="*/ 73184 w 1283312"/>
                <a:gd name="connsiteY199" fmla="*/ 145500 h 1196602"/>
                <a:gd name="connsiteX200" fmla="*/ 64513 w 1283312"/>
                <a:gd name="connsiteY200" fmla="*/ 170473 h 1196602"/>
                <a:gd name="connsiteX201" fmla="*/ 62258 w 1283312"/>
                <a:gd name="connsiteY201" fmla="*/ 199780 h 1196602"/>
                <a:gd name="connsiteX202" fmla="*/ 52546 w 1283312"/>
                <a:gd name="connsiteY202" fmla="*/ 221111 h 1196602"/>
                <a:gd name="connsiteX203" fmla="*/ 40580 w 1283312"/>
                <a:gd name="connsiteY203" fmla="*/ 243656 h 1196602"/>
                <a:gd name="connsiteX204" fmla="*/ 31563 w 1283312"/>
                <a:gd name="connsiteY204" fmla="*/ 272444 h 1196602"/>
                <a:gd name="connsiteX205" fmla="*/ 24973 w 1283312"/>
                <a:gd name="connsiteY205" fmla="*/ 302099 h 1196602"/>
                <a:gd name="connsiteX206" fmla="*/ 14221 w 1283312"/>
                <a:gd name="connsiteY206" fmla="*/ 324123 h 1196602"/>
                <a:gd name="connsiteX207" fmla="*/ 13353 w 1283312"/>
                <a:gd name="connsiteY207" fmla="*/ 348055 h 1196602"/>
                <a:gd name="connsiteX208" fmla="*/ 33123 w 1283312"/>
                <a:gd name="connsiteY208" fmla="*/ 356380 h 1196602"/>
                <a:gd name="connsiteX209" fmla="*/ 36072 w 1283312"/>
                <a:gd name="connsiteY209" fmla="*/ 366958 h 1196602"/>
                <a:gd name="connsiteX210" fmla="*/ 37459 w 1283312"/>
                <a:gd name="connsiteY210" fmla="*/ 378924 h 1196602"/>
                <a:gd name="connsiteX211" fmla="*/ 45956 w 1283312"/>
                <a:gd name="connsiteY211" fmla="*/ 401295 h 1196602"/>
                <a:gd name="connsiteX212" fmla="*/ 44569 w 1283312"/>
                <a:gd name="connsiteY212" fmla="*/ 425574 h 1196602"/>
                <a:gd name="connsiteX213" fmla="*/ 52546 w 1283312"/>
                <a:gd name="connsiteY213" fmla="*/ 443437 h 1196602"/>
                <a:gd name="connsiteX214" fmla="*/ 63645 w 1283312"/>
                <a:gd name="connsiteY214" fmla="*/ 450894 h 1196602"/>
                <a:gd name="connsiteX215" fmla="*/ 58963 w 1283312"/>
                <a:gd name="connsiteY215" fmla="*/ 476907 h 1196602"/>
                <a:gd name="connsiteX216" fmla="*/ 26707 w 1283312"/>
                <a:gd name="connsiteY216" fmla="*/ 515580 h 1196602"/>
                <a:gd name="connsiteX217" fmla="*/ 21504 w 1283312"/>
                <a:gd name="connsiteY217" fmla="*/ 540899 h 1196602"/>
                <a:gd name="connsiteX218" fmla="*/ 20464 w 1283312"/>
                <a:gd name="connsiteY218" fmla="*/ 564311 h 1196602"/>
                <a:gd name="connsiteX219" fmla="*/ 4162 w 1283312"/>
                <a:gd name="connsiteY219" fmla="*/ 580959 h 1196602"/>
                <a:gd name="connsiteX220" fmla="*/ 0 w 1283312"/>
                <a:gd name="connsiteY220" fmla="*/ 601596 h 1196602"/>
                <a:gd name="connsiteX221" fmla="*/ 15955 w 1283312"/>
                <a:gd name="connsiteY221" fmla="*/ 620326 h 1196602"/>
                <a:gd name="connsiteX222" fmla="*/ 23759 w 1283312"/>
                <a:gd name="connsiteY222" fmla="*/ 644605 h 1196602"/>
                <a:gd name="connsiteX223" fmla="*/ 27054 w 1283312"/>
                <a:gd name="connsiteY223" fmla="*/ 694897 h 1196602"/>
                <a:gd name="connsiteX224" fmla="*/ 37459 w 1283312"/>
                <a:gd name="connsiteY224" fmla="*/ 713800 h 1196602"/>
                <a:gd name="connsiteX225" fmla="*/ 56535 w 1283312"/>
                <a:gd name="connsiteY225" fmla="*/ 727673 h 1196602"/>
                <a:gd name="connsiteX226" fmla="*/ 73877 w 1283312"/>
                <a:gd name="connsiteY226" fmla="*/ 745882 h 1196602"/>
                <a:gd name="connsiteX227" fmla="*/ 80641 w 1283312"/>
                <a:gd name="connsiteY227" fmla="*/ 765826 h 1196602"/>
                <a:gd name="connsiteX228" fmla="*/ 88965 w 1283312"/>
                <a:gd name="connsiteY228" fmla="*/ 783341 h 1196602"/>
                <a:gd name="connsiteX229" fmla="*/ 137176 w 1283312"/>
                <a:gd name="connsiteY229" fmla="*/ 835888 h 1196602"/>
                <a:gd name="connsiteX230" fmla="*/ 147581 w 1283312"/>
                <a:gd name="connsiteY230" fmla="*/ 861554 h 1196602"/>
                <a:gd name="connsiteX231" fmla="*/ 147581 w 1283312"/>
                <a:gd name="connsiteY231" fmla="*/ 879069 h 1196602"/>
                <a:gd name="connsiteX232" fmla="*/ 149489 w 1283312"/>
                <a:gd name="connsiteY232" fmla="*/ 883231 h 1196602"/>
                <a:gd name="connsiteX233" fmla="*/ 149489 w 1283312"/>
                <a:gd name="connsiteY233" fmla="*/ 883231 h 1196602"/>
                <a:gd name="connsiteX234" fmla="*/ 157466 w 1283312"/>
                <a:gd name="connsiteY234" fmla="*/ 885486 h 1196602"/>
                <a:gd name="connsiteX235" fmla="*/ 168912 w 1283312"/>
                <a:gd name="connsiteY235" fmla="*/ 895024 h 1196602"/>
                <a:gd name="connsiteX236" fmla="*/ 173594 w 1283312"/>
                <a:gd name="connsiteY236" fmla="*/ 890515 h 1196602"/>
                <a:gd name="connsiteX237" fmla="*/ 179664 w 1283312"/>
                <a:gd name="connsiteY237" fmla="*/ 889821 h 1196602"/>
                <a:gd name="connsiteX238" fmla="*/ 187121 w 1283312"/>
                <a:gd name="connsiteY238" fmla="*/ 891729 h 1196602"/>
                <a:gd name="connsiteX239" fmla="*/ 195445 w 1283312"/>
                <a:gd name="connsiteY239" fmla="*/ 895024 h 1196602"/>
                <a:gd name="connsiteX240" fmla="*/ 216082 w 1283312"/>
                <a:gd name="connsiteY240" fmla="*/ 893116 h 1196602"/>
                <a:gd name="connsiteX241" fmla="*/ 232210 w 1283312"/>
                <a:gd name="connsiteY241" fmla="*/ 878549 h 1196602"/>
                <a:gd name="connsiteX242" fmla="*/ 240534 w 1283312"/>
                <a:gd name="connsiteY242" fmla="*/ 854443 h 1196602"/>
                <a:gd name="connsiteX243" fmla="*/ 242789 w 1283312"/>
                <a:gd name="connsiteY243" fmla="*/ 823922 h 1196602"/>
                <a:gd name="connsiteX244" fmla="*/ 251460 w 1283312"/>
                <a:gd name="connsiteY244" fmla="*/ 830685 h 1196602"/>
                <a:gd name="connsiteX245" fmla="*/ 256316 w 1283312"/>
                <a:gd name="connsiteY245" fmla="*/ 839876 h 1196602"/>
                <a:gd name="connsiteX246" fmla="*/ 264467 w 1283312"/>
                <a:gd name="connsiteY246" fmla="*/ 862594 h 1196602"/>
                <a:gd name="connsiteX247" fmla="*/ 284583 w 1283312"/>
                <a:gd name="connsiteY247" fmla="*/ 849935 h 1196602"/>
                <a:gd name="connsiteX248" fmla="*/ 305567 w 1283312"/>
                <a:gd name="connsiteY248" fmla="*/ 850455 h 1196602"/>
                <a:gd name="connsiteX249" fmla="*/ 315279 w 1283312"/>
                <a:gd name="connsiteY249" fmla="*/ 843865 h 1196602"/>
                <a:gd name="connsiteX250" fmla="*/ 301058 w 1283312"/>
                <a:gd name="connsiteY250" fmla="*/ 810395 h 1196602"/>
                <a:gd name="connsiteX251" fmla="*/ 319614 w 1283312"/>
                <a:gd name="connsiteY251" fmla="*/ 808834 h 1196602"/>
                <a:gd name="connsiteX252" fmla="*/ 331927 w 1283312"/>
                <a:gd name="connsiteY252" fmla="*/ 796174 h 1196602"/>
                <a:gd name="connsiteX253" fmla="*/ 341812 w 1283312"/>
                <a:gd name="connsiteY253" fmla="*/ 779179 h 1196602"/>
                <a:gd name="connsiteX254" fmla="*/ 353952 w 1283312"/>
                <a:gd name="connsiteY254" fmla="*/ 764612 h 1196602"/>
                <a:gd name="connsiteX255" fmla="*/ 353085 w 1283312"/>
                <a:gd name="connsiteY255" fmla="*/ 776231 h 1196602"/>
                <a:gd name="connsiteX256" fmla="*/ 349616 w 1283312"/>
                <a:gd name="connsiteY256" fmla="*/ 785249 h 1196602"/>
                <a:gd name="connsiteX257" fmla="*/ 345627 w 1283312"/>
                <a:gd name="connsiteY257" fmla="*/ 792186 h 1196602"/>
                <a:gd name="connsiteX258" fmla="*/ 343373 w 1283312"/>
                <a:gd name="connsiteY258" fmla="*/ 797388 h 1196602"/>
                <a:gd name="connsiteX259" fmla="*/ 342159 w 1283312"/>
                <a:gd name="connsiteY259" fmla="*/ 808660 h 1196602"/>
                <a:gd name="connsiteX260" fmla="*/ 343373 w 1283312"/>
                <a:gd name="connsiteY260" fmla="*/ 878723 h 1196602"/>
                <a:gd name="connsiteX261" fmla="*/ 342159 w 1283312"/>
                <a:gd name="connsiteY261" fmla="*/ 885139 h 1196602"/>
                <a:gd name="connsiteX262" fmla="*/ 340251 w 1283312"/>
                <a:gd name="connsiteY262" fmla="*/ 892249 h 1196602"/>
                <a:gd name="connsiteX263" fmla="*/ 339905 w 1283312"/>
                <a:gd name="connsiteY263" fmla="*/ 899706 h 1196602"/>
                <a:gd name="connsiteX264" fmla="*/ 343546 w 1283312"/>
                <a:gd name="connsiteY264" fmla="*/ 907337 h 1196602"/>
                <a:gd name="connsiteX265" fmla="*/ 349963 w 1283312"/>
                <a:gd name="connsiteY265" fmla="*/ 910805 h 1196602"/>
                <a:gd name="connsiteX266" fmla="*/ 368172 w 1283312"/>
                <a:gd name="connsiteY266" fmla="*/ 912366 h 1196602"/>
                <a:gd name="connsiteX267" fmla="*/ 379271 w 1283312"/>
                <a:gd name="connsiteY267" fmla="*/ 914967 h 1196602"/>
                <a:gd name="connsiteX268" fmla="*/ 387942 w 1283312"/>
                <a:gd name="connsiteY268" fmla="*/ 913407 h 1196602"/>
                <a:gd name="connsiteX269" fmla="*/ 391584 w 1283312"/>
                <a:gd name="connsiteY269" fmla="*/ 914274 h 1196602"/>
                <a:gd name="connsiteX270" fmla="*/ 392451 w 1283312"/>
                <a:gd name="connsiteY270" fmla="*/ 917915 h 1196602"/>
                <a:gd name="connsiteX271" fmla="*/ 392624 w 1283312"/>
                <a:gd name="connsiteY271" fmla="*/ 931789 h 1196602"/>
                <a:gd name="connsiteX272" fmla="*/ 394185 w 1283312"/>
                <a:gd name="connsiteY272" fmla="*/ 936818 h 1196602"/>
                <a:gd name="connsiteX273" fmla="*/ 408406 w 1283312"/>
                <a:gd name="connsiteY273" fmla="*/ 944796 h 1196602"/>
                <a:gd name="connsiteX274" fmla="*/ 444304 w 1283312"/>
                <a:gd name="connsiteY274" fmla="*/ 943235 h 1196602"/>
                <a:gd name="connsiteX275" fmla="*/ 460605 w 1283312"/>
                <a:gd name="connsiteY275" fmla="*/ 946010 h 1196602"/>
                <a:gd name="connsiteX276" fmla="*/ 460258 w 1283312"/>
                <a:gd name="connsiteY276" fmla="*/ 931963 h 1196602"/>
                <a:gd name="connsiteX277" fmla="*/ 461819 w 1283312"/>
                <a:gd name="connsiteY277" fmla="*/ 917395 h 1196602"/>
                <a:gd name="connsiteX278" fmla="*/ 466155 w 1283312"/>
                <a:gd name="connsiteY278" fmla="*/ 905949 h 1196602"/>
                <a:gd name="connsiteX279" fmla="*/ 473959 w 1283312"/>
                <a:gd name="connsiteY279" fmla="*/ 901267 h 1196602"/>
                <a:gd name="connsiteX280" fmla="*/ 491474 w 1283312"/>
                <a:gd name="connsiteY280" fmla="*/ 903001 h 1196602"/>
                <a:gd name="connsiteX281" fmla="*/ 499972 w 1283312"/>
                <a:gd name="connsiteY281" fmla="*/ 908551 h 1196602"/>
                <a:gd name="connsiteX282" fmla="*/ 516273 w 1283312"/>
                <a:gd name="connsiteY282" fmla="*/ 930575 h 1196602"/>
                <a:gd name="connsiteX283" fmla="*/ 534309 w 1283312"/>
                <a:gd name="connsiteY283" fmla="*/ 929361 h 1196602"/>
                <a:gd name="connsiteX284" fmla="*/ 546969 w 1283312"/>
                <a:gd name="connsiteY284" fmla="*/ 904736 h 1196602"/>
                <a:gd name="connsiteX285" fmla="*/ 559629 w 1283312"/>
                <a:gd name="connsiteY285" fmla="*/ 892249 h 1196602"/>
                <a:gd name="connsiteX286" fmla="*/ 577144 w 1283312"/>
                <a:gd name="connsiteY286" fmla="*/ 927627 h 1196602"/>
                <a:gd name="connsiteX287" fmla="*/ 559282 w 1283312"/>
                <a:gd name="connsiteY287" fmla="*/ 934564 h 1196602"/>
                <a:gd name="connsiteX288" fmla="*/ 551304 w 1283312"/>
                <a:gd name="connsiteY288" fmla="*/ 939593 h 1196602"/>
                <a:gd name="connsiteX289" fmla="*/ 552865 w 1283312"/>
                <a:gd name="connsiteY289" fmla="*/ 947397 h 1196602"/>
                <a:gd name="connsiteX290" fmla="*/ 563964 w 1283312"/>
                <a:gd name="connsiteY290" fmla="*/ 962831 h 1196602"/>
                <a:gd name="connsiteX291" fmla="*/ 574023 w 1283312"/>
                <a:gd name="connsiteY291" fmla="*/ 966820 h 1196602"/>
                <a:gd name="connsiteX292" fmla="*/ 622060 w 1283312"/>
                <a:gd name="connsiteY292" fmla="*/ 972196 h 1196602"/>
                <a:gd name="connsiteX293" fmla="*/ 618245 w 1283312"/>
                <a:gd name="connsiteY293" fmla="*/ 978613 h 1196602"/>
                <a:gd name="connsiteX294" fmla="*/ 611828 w 1283312"/>
                <a:gd name="connsiteY294" fmla="*/ 979827 h 1196602"/>
                <a:gd name="connsiteX295" fmla="*/ 596914 w 1283312"/>
                <a:gd name="connsiteY295" fmla="*/ 980000 h 1196602"/>
                <a:gd name="connsiteX296" fmla="*/ 596567 w 1283312"/>
                <a:gd name="connsiteY296" fmla="*/ 994394 h 1196602"/>
                <a:gd name="connsiteX297" fmla="*/ 619806 w 1283312"/>
                <a:gd name="connsiteY297" fmla="*/ 995955 h 1196602"/>
                <a:gd name="connsiteX298" fmla="*/ 637148 w 1283312"/>
                <a:gd name="connsiteY298" fmla="*/ 990752 h 1196602"/>
                <a:gd name="connsiteX299" fmla="*/ 656744 w 1283312"/>
                <a:gd name="connsiteY299" fmla="*/ 965260 h 1196602"/>
                <a:gd name="connsiteX300" fmla="*/ 667496 w 1283312"/>
                <a:gd name="connsiteY300" fmla="*/ 945836 h 1196602"/>
                <a:gd name="connsiteX301" fmla="*/ 657091 w 1283312"/>
                <a:gd name="connsiteY301" fmla="*/ 933524 h 1196602"/>
                <a:gd name="connsiteX302" fmla="*/ 654663 w 1283312"/>
                <a:gd name="connsiteY302" fmla="*/ 942888 h 1196602"/>
                <a:gd name="connsiteX303" fmla="*/ 649287 w 1283312"/>
                <a:gd name="connsiteY303" fmla="*/ 950345 h 1196602"/>
                <a:gd name="connsiteX304" fmla="*/ 642524 w 1283312"/>
                <a:gd name="connsiteY304" fmla="*/ 952600 h 1196602"/>
                <a:gd name="connsiteX305" fmla="*/ 635413 w 1283312"/>
                <a:gd name="connsiteY305" fmla="*/ 945836 h 1196602"/>
                <a:gd name="connsiteX306" fmla="*/ 641136 w 1283312"/>
                <a:gd name="connsiteY306" fmla="*/ 907163 h 1196602"/>
                <a:gd name="connsiteX307" fmla="*/ 642177 w 1283312"/>
                <a:gd name="connsiteY307" fmla="*/ 887567 h 1196602"/>
                <a:gd name="connsiteX308" fmla="*/ 642003 w 1283312"/>
                <a:gd name="connsiteY308" fmla="*/ 880457 h 1196602"/>
                <a:gd name="connsiteX309" fmla="*/ 641310 w 1283312"/>
                <a:gd name="connsiteY309" fmla="*/ 875601 h 1196602"/>
                <a:gd name="connsiteX310" fmla="*/ 636107 w 1283312"/>
                <a:gd name="connsiteY310" fmla="*/ 867450 h 1196602"/>
                <a:gd name="connsiteX311" fmla="*/ 629170 w 1283312"/>
                <a:gd name="connsiteY311" fmla="*/ 863288 h 1196602"/>
                <a:gd name="connsiteX312" fmla="*/ 625529 w 1283312"/>
                <a:gd name="connsiteY312" fmla="*/ 858779 h 1196602"/>
                <a:gd name="connsiteX313" fmla="*/ 630731 w 1283312"/>
                <a:gd name="connsiteY313" fmla="*/ 849588 h 1196602"/>
                <a:gd name="connsiteX314" fmla="*/ 640789 w 1283312"/>
                <a:gd name="connsiteY314" fmla="*/ 853750 h 1196602"/>
                <a:gd name="connsiteX315" fmla="*/ 655877 w 1283312"/>
                <a:gd name="connsiteY315" fmla="*/ 854443 h 1196602"/>
                <a:gd name="connsiteX316" fmla="*/ 670965 w 1283312"/>
                <a:gd name="connsiteY316" fmla="*/ 851842 h 1196602"/>
                <a:gd name="connsiteX317" fmla="*/ 680850 w 1283312"/>
                <a:gd name="connsiteY317" fmla="*/ 846293 h 1196602"/>
                <a:gd name="connsiteX318" fmla="*/ 687093 w 1283312"/>
                <a:gd name="connsiteY318" fmla="*/ 833633 h 1196602"/>
                <a:gd name="connsiteX319" fmla="*/ 685532 w 1283312"/>
                <a:gd name="connsiteY319" fmla="*/ 822708 h 1196602"/>
                <a:gd name="connsiteX320" fmla="*/ 680850 w 1283312"/>
                <a:gd name="connsiteY320" fmla="*/ 810568 h 1196602"/>
                <a:gd name="connsiteX321" fmla="*/ 678248 w 1283312"/>
                <a:gd name="connsiteY321" fmla="*/ 793920 h 1196602"/>
                <a:gd name="connsiteX322" fmla="*/ 665068 w 1283312"/>
                <a:gd name="connsiteY322" fmla="*/ 794787 h 1196602"/>
                <a:gd name="connsiteX323" fmla="*/ 587896 w 1283312"/>
                <a:gd name="connsiteY323" fmla="*/ 835888 h 1196602"/>
                <a:gd name="connsiteX324" fmla="*/ 587896 w 1283312"/>
                <a:gd name="connsiteY324" fmla="*/ 829471 h 1196602"/>
                <a:gd name="connsiteX325" fmla="*/ 596220 w 1283312"/>
                <a:gd name="connsiteY325" fmla="*/ 820973 h 1196602"/>
                <a:gd name="connsiteX326" fmla="*/ 597781 w 1283312"/>
                <a:gd name="connsiteY326" fmla="*/ 807967 h 1196602"/>
                <a:gd name="connsiteX327" fmla="*/ 601770 w 1283312"/>
                <a:gd name="connsiteY327" fmla="*/ 796001 h 1196602"/>
                <a:gd name="connsiteX328" fmla="*/ 632118 w 1283312"/>
                <a:gd name="connsiteY328" fmla="*/ 787677 h 1196602"/>
                <a:gd name="connsiteX329" fmla="*/ 658652 w 1283312"/>
                <a:gd name="connsiteY329" fmla="*/ 774323 h 1196602"/>
                <a:gd name="connsiteX330" fmla="*/ 673046 w 1283312"/>
                <a:gd name="connsiteY330" fmla="*/ 771375 h 1196602"/>
                <a:gd name="connsiteX331" fmla="*/ 664028 w 1283312"/>
                <a:gd name="connsiteY331" fmla="*/ 758715 h 1196602"/>
                <a:gd name="connsiteX332" fmla="*/ 663507 w 1283312"/>
                <a:gd name="connsiteY332" fmla="*/ 752125 h 1196602"/>
                <a:gd name="connsiteX333" fmla="*/ 670444 w 1283312"/>
                <a:gd name="connsiteY333" fmla="*/ 748657 h 1196602"/>
                <a:gd name="connsiteX334" fmla="*/ 696111 w 1283312"/>
                <a:gd name="connsiteY334" fmla="*/ 743801 h 1196602"/>
                <a:gd name="connsiteX335" fmla="*/ 707903 w 1283312"/>
                <a:gd name="connsiteY335" fmla="*/ 744495 h 1196602"/>
                <a:gd name="connsiteX336" fmla="*/ 749698 w 1283312"/>
                <a:gd name="connsiteY336" fmla="*/ 759236 h 1196602"/>
                <a:gd name="connsiteX337" fmla="*/ 755074 w 1283312"/>
                <a:gd name="connsiteY337" fmla="*/ 763571 h 1196602"/>
                <a:gd name="connsiteX338" fmla="*/ 762531 w 1283312"/>
                <a:gd name="connsiteY338" fmla="*/ 771375 h 1196602"/>
                <a:gd name="connsiteX339" fmla="*/ 765132 w 1283312"/>
                <a:gd name="connsiteY339" fmla="*/ 777445 h 1196602"/>
                <a:gd name="connsiteX340" fmla="*/ 765479 w 1283312"/>
                <a:gd name="connsiteY340" fmla="*/ 783688 h 1196602"/>
                <a:gd name="connsiteX341" fmla="*/ 767733 w 1283312"/>
                <a:gd name="connsiteY341" fmla="*/ 788717 h 1196602"/>
                <a:gd name="connsiteX342" fmla="*/ 776058 w 1283312"/>
                <a:gd name="connsiteY342" fmla="*/ 790625 h 1196602"/>
                <a:gd name="connsiteX343" fmla="*/ 791665 w 1283312"/>
                <a:gd name="connsiteY343" fmla="*/ 790625 h 1196602"/>
                <a:gd name="connsiteX344" fmla="*/ 798429 w 1283312"/>
                <a:gd name="connsiteY344" fmla="*/ 788890 h 1196602"/>
                <a:gd name="connsiteX345" fmla="*/ 805192 w 1283312"/>
                <a:gd name="connsiteY345" fmla="*/ 784382 h 1196602"/>
                <a:gd name="connsiteX346" fmla="*/ 799643 w 1283312"/>
                <a:gd name="connsiteY346" fmla="*/ 782994 h 1196602"/>
                <a:gd name="connsiteX347" fmla="*/ 790105 w 1283312"/>
                <a:gd name="connsiteY347" fmla="*/ 778832 h 1196602"/>
                <a:gd name="connsiteX348" fmla="*/ 784035 w 1283312"/>
                <a:gd name="connsiteY348" fmla="*/ 777965 h 1196602"/>
                <a:gd name="connsiteX349" fmla="*/ 787677 w 1283312"/>
                <a:gd name="connsiteY349" fmla="*/ 765305 h 1196602"/>
                <a:gd name="connsiteX350" fmla="*/ 785769 w 1283312"/>
                <a:gd name="connsiteY350" fmla="*/ 756461 h 1196602"/>
                <a:gd name="connsiteX351" fmla="*/ 772936 w 1283312"/>
                <a:gd name="connsiteY351" fmla="*/ 738946 h 1196602"/>
                <a:gd name="connsiteX352" fmla="*/ 766346 w 1283312"/>
                <a:gd name="connsiteY352" fmla="*/ 727500 h 1196602"/>
                <a:gd name="connsiteX353" fmla="*/ 763051 w 1283312"/>
                <a:gd name="connsiteY353" fmla="*/ 718655 h 1196602"/>
                <a:gd name="connsiteX354" fmla="*/ 757501 w 1283312"/>
                <a:gd name="connsiteY354" fmla="*/ 693683 h 1196602"/>
                <a:gd name="connsiteX355" fmla="*/ 747617 w 1283312"/>
                <a:gd name="connsiteY355" fmla="*/ 673219 h 1196602"/>
                <a:gd name="connsiteX356" fmla="*/ 747790 w 1283312"/>
                <a:gd name="connsiteY356" fmla="*/ 663160 h 1196602"/>
                <a:gd name="connsiteX357" fmla="*/ 757501 w 1283312"/>
                <a:gd name="connsiteY357" fmla="*/ 647900 h 1196602"/>
                <a:gd name="connsiteX358" fmla="*/ 766346 w 1283312"/>
                <a:gd name="connsiteY358" fmla="*/ 639749 h 1196602"/>
                <a:gd name="connsiteX359" fmla="*/ 770855 w 1283312"/>
                <a:gd name="connsiteY359" fmla="*/ 642350 h 1196602"/>
                <a:gd name="connsiteX360" fmla="*/ 778659 w 1283312"/>
                <a:gd name="connsiteY360" fmla="*/ 667323 h 1196602"/>
                <a:gd name="connsiteX361" fmla="*/ 775711 w 1283312"/>
                <a:gd name="connsiteY361" fmla="*/ 674433 h 1196602"/>
                <a:gd name="connsiteX362" fmla="*/ 782127 w 1283312"/>
                <a:gd name="connsiteY362" fmla="*/ 693509 h 1196602"/>
                <a:gd name="connsiteX363" fmla="*/ 778659 w 1283312"/>
                <a:gd name="connsiteY363" fmla="*/ 706863 h 1196602"/>
                <a:gd name="connsiteX364" fmla="*/ 794267 w 1283312"/>
                <a:gd name="connsiteY364" fmla="*/ 700619 h 1196602"/>
                <a:gd name="connsiteX365" fmla="*/ 804845 w 1283312"/>
                <a:gd name="connsiteY365" fmla="*/ 709290 h 1196602"/>
                <a:gd name="connsiteX366" fmla="*/ 814384 w 1283312"/>
                <a:gd name="connsiteY366" fmla="*/ 723164 h 1196602"/>
                <a:gd name="connsiteX367" fmla="*/ 826696 w 1283312"/>
                <a:gd name="connsiteY367" fmla="*/ 732876 h 1196602"/>
                <a:gd name="connsiteX368" fmla="*/ 827217 w 1283312"/>
                <a:gd name="connsiteY368" fmla="*/ 718308 h 1196602"/>
                <a:gd name="connsiteX369" fmla="*/ 832766 w 1283312"/>
                <a:gd name="connsiteY369" fmla="*/ 709637 h 1196602"/>
                <a:gd name="connsiteX370" fmla="*/ 839356 w 1283312"/>
                <a:gd name="connsiteY370" fmla="*/ 706863 h 1196602"/>
                <a:gd name="connsiteX371" fmla="*/ 842651 w 1283312"/>
                <a:gd name="connsiteY371" fmla="*/ 710331 h 1196602"/>
                <a:gd name="connsiteX372" fmla="*/ 842651 w 1283312"/>
                <a:gd name="connsiteY372" fmla="*/ 751778 h 1196602"/>
                <a:gd name="connsiteX373" fmla="*/ 854617 w 1283312"/>
                <a:gd name="connsiteY373" fmla="*/ 742587 h 1196602"/>
                <a:gd name="connsiteX374" fmla="*/ 863808 w 1283312"/>
                <a:gd name="connsiteY374" fmla="*/ 743628 h 1196602"/>
                <a:gd name="connsiteX375" fmla="*/ 872306 w 1283312"/>
                <a:gd name="connsiteY375" fmla="*/ 759409 h 1196602"/>
                <a:gd name="connsiteX376" fmla="*/ 890342 w 1283312"/>
                <a:gd name="connsiteY376" fmla="*/ 767560 h 1196602"/>
                <a:gd name="connsiteX377" fmla="*/ 898146 w 1283312"/>
                <a:gd name="connsiteY377" fmla="*/ 763918 h 1196602"/>
                <a:gd name="connsiteX378" fmla="*/ 905256 w 1283312"/>
                <a:gd name="connsiteY378" fmla="*/ 737731 h 1196602"/>
                <a:gd name="connsiteX379" fmla="*/ 910459 w 1283312"/>
                <a:gd name="connsiteY379" fmla="*/ 746923 h 1196602"/>
                <a:gd name="connsiteX380" fmla="*/ 913407 w 1283312"/>
                <a:gd name="connsiteY380" fmla="*/ 764265 h 1196602"/>
                <a:gd name="connsiteX381" fmla="*/ 964392 w 1283312"/>
                <a:gd name="connsiteY381" fmla="*/ 763398 h 1196602"/>
                <a:gd name="connsiteX382" fmla="*/ 983642 w 1283312"/>
                <a:gd name="connsiteY382" fmla="*/ 765652 h 1196602"/>
                <a:gd name="connsiteX383" fmla="*/ 989191 w 1283312"/>
                <a:gd name="connsiteY383" fmla="*/ 742934 h 1196602"/>
                <a:gd name="connsiteX384" fmla="*/ 995955 w 1283312"/>
                <a:gd name="connsiteY384" fmla="*/ 727847 h 1196602"/>
                <a:gd name="connsiteX385" fmla="*/ 1001158 w 1283312"/>
                <a:gd name="connsiteY385" fmla="*/ 728540 h 1196602"/>
                <a:gd name="connsiteX386" fmla="*/ 1000464 w 1283312"/>
                <a:gd name="connsiteY386" fmla="*/ 746576 h 1196602"/>
                <a:gd name="connsiteX387" fmla="*/ 1001158 w 1283312"/>
                <a:gd name="connsiteY387" fmla="*/ 765826 h 1196602"/>
                <a:gd name="connsiteX388" fmla="*/ 1011910 w 1283312"/>
                <a:gd name="connsiteY388" fmla="*/ 765132 h 1196602"/>
                <a:gd name="connsiteX389" fmla="*/ 1035495 w 1283312"/>
                <a:gd name="connsiteY389" fmla="*/ 723337 h 1196602"/>
                <a:gd name="connsiteX390" fmla="*/ 1042432 w 1283312"/>
                <a:gd name="connsiteY390" fmla="*/ 712932 h 1196602"/>
                <a:gd name="connsiteX391" fmla="*/ 1046074 w 1283312"/>
                <a:gd name="connsiteY391" fmla="*/ 716227 h 1196602"/>
                <a:gd name="connsiteX392" fmla="*/ 1052490 w 1283312"/>
                <a:gd name="connsiteY392" fmla="*/ 704435 h 1196602"/>
                <a:gd name="connsiteX393" fmla="*/ 1064283 w 1283312"/>
                <a:gd name="connsiteY393" fmla="*/ 689867 h 1196602"/>
                <a:gd name="connsiteX394" fmla="*/ 1075382 w 1283312"/>
                <a:gd name="connsiteY394" fmla="*/ 673046 h 1196602"/>
                <a:gd name="connsiteX395" fmla="*/ 1083532 w 1283312"/>
                <a:gd name="connsiteY395" fmla="*/ 617031 h 1196602"/>
                <a:gd name="connsiteX396" fmla="*/ 1094631 w 1283312"/>
                <a:gd name="connsiteY396" fmla="*/ 603330 h 1196602"/>
                <a:gd name="connsiteX397" fmla="*/ 1109372 w 1283312"/>
                <a:gd name="connsiteY397" fmla="*/ 592578 h 1196602"/>
                <a:gd name="connsiteX398" fmla="*/ 1127581 w 1283312"/>
                <a:gd name="connsiteY398" fmla="*/ 585295 h 1196602"/>
                <a:gd name="connsiteX399" fmla="*/ 1147178 w 1283312"/>
                <a:gd name="connsiteY399" fmla="*/ 585988 h 1196602"/>
                <a:gd name="connsiteX400" fmla="*/ 1162439 w 1283312"/>
                <a:gd name="connsiteY400" fmla="*/ 595700 h 1196602"/>
                <a:gd name="connsiteX401" fmla="*/ 1166774 w 1283312"/>
                <a:gd name="connsiteY401" fmla="*/ 616511 h 1196602"/>
                <a:gd name="connsiteX402" fmla="*/ 1180648 w 1283312"/>
                <a:gd name="connsiteY402" fmla="*/ 635760 h 1196602"/>
                <a:gd name="connsiteX403" fmla="*/ 1198337 w 1283312"/>
                <a:gd name="connsiteY403" fmla="*/ 650154 h 1196602"/>
                <a:gd name="connsiteX404" fmla="*/ 1212384 w 1283312"/>
                <a:gd name="connsiteY404" fmla="*/ 668190 h 1196602"/>
                <a:gd name="connsiteX405" fmla="*/ 1227992 w 1283312"/>
                <a:gd name="connsiteY405" fmla="*/ 684145 h 1196602"/>
                <a:gd name="connsiteX406" fmla="*/ 1229553 w 1283312"/>
                <a:gd name="connsiteY406" fmla="*/ 687613 h 1196602"/>
                <a:gd name="connsiteX407" fmla="*/ 1230940 w 1283312"/>
                <a:gd name="connsiteY407" fmla="*/ 684838 h 1196602"/>
                <a:gd name="connsiteX408" fmla="*/ 1238397 w 1283312"/>
                <a:gd name="connsiteY408" fmla="*/ 669404 h 1196602"/>
                <a:gd name="connsiteX409" fmla="*/ 1252097 w 1283312"/>
                <a:gd name="connsiteY409" fmla="*/ 652755 h 1196602"/>
                <a:gd name="connsiteX410" fmla="*/ 1264410 w 1283312"/>
                <a:gd name="connsiteY410" fmla="*/ 626569 h 1196602"/>
                <a:gd name="connsiteX411" fmla="*/ 1273255 w 1283312"/>
                <a:gd name="connsiteY411" fmla="*/ 608706 h 1196602"/>
                <a:gd name="connsiteX412" fmla="*/ 1273081 w 1283312"/>
                <a:gd name="connsiteY412" fmla="*/ 603330 h 1196602"/>
                <a:gd name="connsiteX413" fmla="*/ 1268746 w 1283312"/>
                <a:gd name="connsiteY413" fmla="*/ 590324 h 1196602"/>
                <a:gd name="connsiteX414" fmla="*/ 1273948 w 1283312"/>
                <a:gd name="connsiteY414" fmla="*/ 582520 h 1196602"/>
                <a:gd name="connsiteX415" fmla="*/ 1278457 w 1283312"/>
                <a:gd name="connsiteY415" fmla="*/ 573502 h 1196602"/>
                <a:gd name="connsiteX416" fmla="*/ 1279845 w 1283312"/>
                <a:gd name="connsiteY416" fmla="*/ 555987 h 1196602"/>
                <a:gd name="connsiteX417" fmla="*/ 1283486 w 1283312"/>
                <a:gd name="connsiteY417" fmla="*/ 543327 h 1196602"/>
                <a:gd name="connsiteX418" fmla="*/ 1279498 w 1283312"/>
                <a:gd name="connsiteY418" fmla="*/ 541940 h 1196602"/>
                <a:gd name="connsiteX419" fmla="*/ 940114 w 1283312"/>
                <a:gd name="connsiteY419" fmla="*/ 784729 h 1196602"/>
                <a:gd name="connsiteX420" fmla="*/ 931269 w 1283312"/>
                <a:gd name="connsiteY420" fmla="*/ 785596 h 1196602"/>
                <a:gd name="connsiteX421" fmla="*/ 923118 w 1283312"/>
                <a:gd name="connsiteY421" fmla="*/ 790278 h 1196602"/>
                <a:gd name="connsiteX422" fmla="*/ 921037 w 1283312"/>
                <a:gd name="connsiteY422" fmla="*/ 797041 h 1196602"/>
                <a:gd name="connsiteX423" fmla="*/ 925199 w 1283312"/>
                <a:gd name="connsiteY423" fmla="*/ 804498 h 1196602"/>
                <a:gd name="connsiteX424" fmla="*/ 927801 w 1283312"/>
                <a:gd name="connsiteY424" fmla="*/ 812302 h 1196602"/>
                <a:gd name="connsiteX425" fmla="*/ 926933 w 1283312"/>
                <a:gd name="connsiteY425" fmla="*/ 819066 h 1196602"/>
                <a:gd name="connsiteX426" fmla="*/ 929015 w 1283312"/>
                <a:gd name="connsiteY426" fmla="*/ 823922 h 1196602"/>
                <a:gd name="connsiteX427" fmla="*/ 934911 w 1283312"/>
                <a:gd name="connsiteY427" fmla="*/ 829991 h 1196602"/>
                <a:gd name="connsiteX428" fmla="*/ 938726 w 1283312"/>
                <a:gd name="connsiteY428" fmla="*/ 846466 h 1196602"/>
                <a:gd name="connsiteX429" fmla="*/ 940634 w 1283312"/>
                <a:gd name="connsiteY429" fmla="*/ 850628 h 1196602"/>
                <a:gd name="connsiteX430" fmla="*/ 944622 w 1283312"/>
                <a:gd name="connsiteY430" fmla="*/ 849241 h 1196602"/>
                <a:gd name="connsiteX431" fmla="*/ 949652 w 1283312"/>
                <a:gd name="connsiteY431" fmla="*/ 842304 h 1196602"/>
                <a:gd name="connsiteX432" fmla="*/ 953120 w 1283312"/>
                <a:gd name="connsiteY432" fmla="*/ 822708 h 1196602"/>
                <a:gd name="connsiteX433" fmla="*/ 953467 w 1283312"/>
                <a:gd name="connsiteY433" fmla="*/ 798776 h 1196602"/>
                <a:gd name="connsiteX434" fmla="*/ 948091 w 1283312"/>
                <a:gd name="connsiteY434" fmla="*/ 786810 h 1196602"/>
                <a:gd name="connsiteX435" fmla="*/ 940114 w 1283312"/>
                <a:gd name="connsiteY435" fmla="*/ 784729 h 1196602"/>
                <a:gd name="connsiteX436" fmla="*/ 876468 w 1283312"/>
                <a:gd name="connsiteY436" fmla="*/ 949652 h 1196602"/>
                <a:gd name="connsiteX437" fmla="*/ 869011 w 1283312"/>
                <a:gd name="connsiteY437" fmla="*/ 954854 h 1196602"/>
                <a:gd name="connsiteX438" fmla="*/ 853403 w 1283312"/>
                <a:gd name="connsiteY438" fmla="*/ 960404 h 1196602"/>
                <a:gd name="connsiteX439" fmla="*/ 865543 w 1283312"/>
                <a:gd name="connsiteY439" fmla="*/ 928321 h 1196602"/>
                <a:gd name="connsiteX440" fmla="*/ 868664 w 1283312"/>
                <a:gd name="connsiteY440" fmla="*/ 917048 h 1196602"/>
                <a:gd name="connsiteX441" fmla="*/ 868838 w 1283312"/>
                <a:gd name="connsiteY441" fmla="*/ 904562 h 1196602"/>
                <a:gd name="connsiteX442" fmla="*/ 865369 w 1283312"/>
                <a:gd name="connsiteY442" fmla="*/ 895371 h 1196602"/>
                <a:gd name="connsiteX443" fmla="*/ 860687 w 1283312"/>
                <a:gd name="connsiteY443" fmla="*/ 886526 h 1196602"/>
                <a:gd name="connsiteX444" fmla="*/ 857045 w 1283312"/>
                <a:gd name="connsiteY444" fmla="*/ 875427 h 1196602"/>
                <a:gd name="connsiteX445" fmla="*/ 856698 w 1283312"/>
                <a:gd name="connsiteY445" fmla="*/ 869878 h 1196602"/>
                <a:gd name="connsiteX446" fmla="*/ 861727 w 1283312"/>
                <a:gd name="connsiteY446" fmla="*/ 834847 h 1196602"/>
                <a:gd name="connsiteX447" fmla="*/ 861554 w 1283312"/>
                <a:gd name="connsiteY447" fmla="*/ 825656 h 1196602"/>
                <a:gd name="connsiteX448" fmla="*/ 858085 w 1283312"/>
                <a:gd name="connsiteY448" fmla="*/ 817852 h 1196602"/>
                <a:gd name="connsiteX449" fmla="*/ 844385 w 1283312"/>
                <a:gd name="connsiteY449" fmla="*/ 812476 h 1196602"/>
                <a:gd name="connsiteX450" fmla="*/ 832419 w 1283312"/>
                <a:gd name="connsiteY450" fmla="*/ 822014 h 1196602"/>
                <a:gd name="connsiteX451" fmla="*/ 828084 w 1283312"/>
                <a:gd name="connsiteY451" fmla="*/ 839183 h 1196602"/>
                <a:gd name="connsiteX452" fmla="*/ 837275 w 1283312"/>
                <a:gd name="connsiteY452" fmla="*/ 856525 h 1196602"/>
                <a:gd name="connsiteX453" fmla="*/ 782994 w 1283312"/>
                <a:gd name="connsiteY453" fmla="*/ 887394 h 1196602"/>
                <a:gd name="connsiteX454" fmla="*/ 772763 w 1283312"/>
                <a:gd name="connsiteY454" fmla="*/ 886179 h 1196602"/>
                <a:gd name="connsiteX455" fmla="*/ 773630 w 1283312"/>
                <a:gd name="connsiteY455" fmla="*/ 901267 h 1196602"/>
                <a:gd name="connsiteX456" fmla="*/ 777272 w 1283312"/>
                <a:gd name="connsiteY456" fmla="*/ 917395 h 1196602"/>
                <a:gd name="connsiteX457" fmla="*/ 785422 w 1283312"/>
                <a:gd name="connsiteY457" fmla="*/ 931442 h 1196602"/>
                <a:gd name="connsiteX458" fmla="*/ 799816 w 1283312"/>
                <a:gd name="connsiteY458" fmla="*/ 940807 h 1196602"/>
                <a:gd name="connsiteX459" fmla="*/ 799816 w 1283312"/>
                <a:gd name="connsiteY459" fmla="*/ 946703 h 1196602"/>
                <a:gd name="connsiteX460" fmla="*/ 785422 w 1283312"/>
                <a:gd name="connsiteY460" fmla="*/ 945663 h 1196602"/>
                <a:gd name="connsiteX461" fmla="*/ 775017 w 1283312"/>
                <a:gd name="connsiteY461" fmla="*/ 940634 h 1196602"/>
                <a:gd name="connsiteX462" fmla="*/ 764959 w 1283312"/>
                <a:gd name="connsiteY462" fmla="*/ 934044 h 1196602"/>
                <a:gd name="connsiteX463" fmla="*/ 752299 w 1283312"/>
                <a:gd name="connsiteY463" fmla="*/ 928668 h 1196602"/>
                <a:gd name="connsiteX464" fmla="*/ 744322 w 1283312"/>
                <a:gd name="connsiteY464" fmla="*/ 928494 h 1196602"/>
                <a:gd name="connsiteX465" fmla="*/ 715360 w 1283312"/>
                <a:gd name="connsiteY465" fmla="*/ 934564 h 1196602"/>
                <a:gd name="connsiteX466" fmla="*/ 705302 w 1283312"/>
                <a:gd name="connsiteY466" fmla="*/ 938900 h 1196602"/>
                <a:gd name="connsiteX467" fmla="*/ 693509 w 1283312"/>
                <a:gd name="connsiteY467" fmla="*/ 946530 h 1196602"/>
                <a:gd name="connsiteX468" fmla="*/ 683277 w 1283312"/>
                <a:gd name="connsiteY468" fmla="*/ 956588 h 1196602"/>
                <a:gd name="connsiteX469" fmla="*/ 678248 w 1283312"/>
                <a:gd name="connsiteY469" fmla="*/ 967340 h 1196602"/>
                <a:gd name="connsiteX470" fmla="*/ 680676 w 1283312"/>
                <a:gd name="connsiteY470" fmla="*/ 985376 h 1196602"/>
                <a:gd name="connsiteX471" fmla="*/ 689694 w 1283312"/>
                <a:gd name="connsiteY471" fmla="*/ 998903 h 1196602"/>
                <a:gd name="connsiteX472" fmla="*/ 700793 w 1283312"/>
                <a:gd name="connsiteY472" fmla="*/ 1011043 h 1196602"/>
                <a:gd name="connsiteX473" fmla="*/ 709637 w 1283312"/>
                <a:gd name="connsiteY473" fmla="*/ 1024743 h 1196602"/>
                <a:gd name="connsiteX474" fmla="*/ 721950 w 1283312"/>
                <a:gd name="connsiteY474" fmla="*/ 1014684 h 1196602"/>
                <a:gd name="connsiteX475" fmla="*/ 749698 w 1283312"/>
                <a:gd name="connsiteY475" fmla="*/ 1002372 h 1196602"/>
                <a:gd name="connsiteX476" fmla="*/ 757675 w 1283312"/>
                <a:gd name="connsiteY476" fmla="*/ 992486 h 1196602"/>
                <a:gd name="connsiteX477" fmla="*/ 768254 w 1283312"/>
                <a:gd name="connsiteY477" fmla="*/ 998903 h 1196602"/>
                <a:gd name="connsiteX478" fmla="*/ 764091 w 1283312"/>
                <a:gd name="connsiteY478" fmla="*/ 1015551 h 1196602"/>
                <a:gd name="connsiteX479" fmla="*/ 763745 w 1283312"/>
                <a:gd name="connsiteY479" fmla="*/ 1030292 h 1196602"/>
                <a:gd name="connsiteX480" fmla="*/ 758195 w 1283312"/>
                <a:gd name="connsiteY480" fmla="*/ 1040697 h 1196602"/>
                <a:gd name="connsiteX481" fmla="*/ 738946 w 1283312"/>
                <a:gd name="connsiteY481" fmla="*/ 1044686 h 1196602"/>
                <a:gd name="connsiteX482" fmla="*/ 734090 w 1283312"/>
                <a:gd name="connsiteY482" fmla="*/ 1049715 h 1196602"/>
                <a:gd name="connsiteX483" fmla="*/ 733570 w 1283312"/>
                <a:gd name="connsiteY483" fmla="*/ 1060641 h 1196602"/>
                <a:gd name="connsiteX484" fmla="*/ 737038 w 1283312"/>
                <a:gd name="connsiteY484" fmla="*/ 1071566 h 1196602"/>
                <a:gd name="connsiteX485" fmla="*/ 744148 w 1283312"/>
                <a:gd name="connsiteY485" fmla="*/ 1076596 h 1196602"/>
                <a:gd name="connsiteX486" fmla="*/ 768080 w 1283312"/>
                <a:gd name="connsiteY486" fmla="*/ 1064283 h 1196602"/>
                <a:gd name="connsiteX487" fmla="*/ 764091 w 1283312"/>
                <a:gd name="connsiteY487" fmla="*/ 1078156 h 1196602"/>
                <a:gd name="connsiteX488" fmla="*/ 763398 w 1283312"/>
                <a:gd name="connsiteY488" fmla="*/ 1089429 h 1196602"/>
                <a:gd name="connsiteX489" fmla="*/ 767560 w 1283312"/>
                <a:gd name="connsiteY489" fmla="*/ 1097753 h 1196602"/>
                <a:gd name="connsiteX490" fmla="*/ 778485 w 1283312"/>
                <a:gd name="connsiteY490" fmla="*/ 1102955 h 1196602"/>
                <a:gd name="connsiteX491" fmla="*/ 751952 w 1283312"/>
                <a:gd name="connsiteY491" fmla="*/ 1122205 h 1196602"/>
                <a:gd name="connsiteX492" fmla="*/ 768774 w 1283312"/>
                <a:gd name="connsiteY492" fmla="*/ 1120991 h 1196602"/>
                <a:gd name="connsiteX493" fmla="*/ 824789 w 1283312"/>
                <a:gd name="connsiteY493" fmla="*/ 1103649 h 1196602"/>
                <a:gd name="connsiteX494" fmla="*/ 836928 w 1283312"/>
                <a:gd name="connsiteY494" fmla="*/ 1093071 h 1196602"/>
                <a:gd name="connsiteX495" fmla="*/ 830512 w 1283312"/>
                <a:gd name="connsiteY495" fmla="*/ 1085787 h 1196602"/>
                <a:gd name="connsiteX496" fmla="*/ 817852 w 1283312"/>
                <a:gd name="connsiteY496" fmla="*/ 1080411 h 1196602"/>
                <a:gd name="connsiteX497" fmla="*/ 808661 w 1283312"/>
                <a:gd name="connsiteY497" fmla="*/ 1073301 h 1196602"/>
                <a:gd name="connsiteX498" fmla="*/ 812996 w 1283312"/>
                <a:gd name="connsiteY498" fmla="*/ 1060988 h 1196602"/>
                <a:gd name="connsiteX499" fmla="*/ 826349 w 1283312"/>
                <a:gd name="connsiteY499" fmla="*/ 1045380 h 1196602"/>
                <a:gd name="connsiteX500" fmla="*/ 828777 w 1283312"/>
                <a:gd name="connsiteY500" fmla="*/ 1038269 h 1196602"/>
                <a:gd name="connsiteX501" fmla="*/ 831205 w 1283312"/>
                <a:gd name="connsiteY501" fmla="*/ 1025090 h 1196602"/>
                <a:gd name="connsiteX502" fmla="*/ 840050 w 1283312"/>
                <a:gd name="connsiteY502" fmla="*/ 1031506 h 1196602"/>
                <a:gd name="connsiteX503" fmla="*/ 854617 w 1283312"/>
                <a:gd name="connsiteY503" fmla="*/ 1039137 h 1196602"/>
                <a:gd name="connsiteX504" fmla="*/ 868144 w 1283312"/>
                <a:gd name="connsiteY504" fmla="*/ 1043819 h 1196602"/>
                <a:gd name="connsiteX505" fmla="*/ 874040 w 1283312"/>
                <a:gd name="connsiteY505" fmla="*/ 1041565 h 1196602"/>
                <a:gd name="connsiteX506" fmla="*/ 871959 w 1283312"/>
                <a:gd name="connsiteY506" fmla="*/ 1026997 h 1196602"/>
                <a:gd name="connsiteX507" fmla="*/ 861901 w 1283312"/>
                <a:gd name="connsiteY507" fmla="*/ 1005666 h 1196602"/>
                <a:gd name="connsiteX508" fmla="*/ 857565 w 1283312"/>
                <a:gd name="connsiteY508" fmla="*/ 993007 h 1196602"/>
                <a:gd name="connsiteX509" fmla="*/ 868144 w 1283312"/>
                <a:gd name="connsiteY509" fmla="*/ 997516 h 1196602"/>
                <a:gd name="connsiteX510" fmla="*/ 874907 w 1283312"/>
                <a:gd name="connsiteY510" fmla="*/ 990926 h 1196602"/>
                <a:gd name="connsiteX511" fmla="*/ 878376 w 1283312"/>
                <a:gd name="connsiteY511" fmla="*/ 979133 h 1196602"/>
                <a:gd name="connsiteX512" fmla="*/ 879243 w 1283312"/>
                <a:gd name="connsiteY512" fmla="*/ 968034 h 1196602"/>
                <a:gd name="connsiteX513" fmla="*/ 878549 w 1283312"/>
                <a:gd name="connsiteY513" fmla="*/ 952079 h 1196602"/>
                <a:gd name="connsiteX514" fmla="*/ 876468 w 1283312"/>
                <a:gd name="connsiteY514" fmla="*/ 949652 h 1196602"/>
                <a:gd name="connsiteX515" fmla="*/ 639402 w 1283312"/>
                <a:gd name="connsiteY515" fmla="*/ 1013991 h 1196602"/>
                <a:gd name="connsiteX516" fmla="*/ 631771 w 1283312"/>
                <a:gd name="connsiteY516" fmla="*/ 1006533 h 1196602"/>
                <a:gd name="connsiteX517" fmla="*/ 618245 w 1283312"/>
                <a:gd name="connsiteY517" fmla="*/ 1007401 h 1196602"/>
                <a:gd name="connsiteX518" fmla="*/ 606279 w 1283312"/>
                <a:gd name="connsiteY518" fmla="*/ 1010349 h 1196602"/>
                <a:gd name="connsiteX519" fmla="*/ 598822 w 1283312"/>
                <a:gd name="connsiteY519" fmla="*/ 1013470 h 1196602"/>
                <a:gd name="connsiteX520" fmla="*/ 593619 w 1283312"/>
                <a:gd name="connsiteY520" fmla="*/ 1010869 h 1196602"/>
                <a:gd name="connsiteX521" fmla="*/ 584428 w 1283312"/>
                <a:gd name="connsiteY521" fmla="*/ 1003932 h 1196602"/>
                <a:gd name="connsiteX522" fmla="*/ 572462 w 1283312"/>
                <a:gd name="connsiteY522" fmla="*/ 999077 h 1196602"/>
                <a:gd name="connsiteX523" fmla="*/ 563444 w 1283312"/>
                <a:gd name="connsiteY523" fmla="*/ 1001331 h 1196602"/>
                <a:gd name="connsiteX524" fmla="*/ 557201 w 1283312"/>
                <a:gd name="connsiteY524" fmla="*/ 1008268 h 1196602"/>
                <a:gd name="connsiteX525" fmla="*/ 558935 w 1283312"/>
                <a:gd name="connsiteY525" fmla="*/ 1014511 h 1196602"/>
                <a:gd name="connsiteX526" fmla="*/ 564137 w 1283312"/>
                <a:gd name="connsiteY526" fmla="*/ 1014858 h 1196602"/>
                <a:gd name="connsiteX527" fmla="*/ 572982 w 1283312"/>
                <a:gd name="connsiteY527" fmla="*/ 1012083 h 1196602"/>
                <a:gd name="connsiteX528" fmla="*/ 586856 w 1283312"/>
                <a:gd name="connsiteY528" fmla="*/ 1016939 h 1196602"/>
                <a:gd name="connsiteX529" fmla="*/ 594313 w 1283312"/>
                <a:gd name="connsiteY529" fmla="*/ 1022835 h 1196602"/>
                <a:gd name="connsiteX530" fmla="*/ 592925 w 1283312"/>
                <a:gd name="connsiteY530" fmla="*/ 1029945 h 1196602"/>
                <a:gd name="connsiteX531" fmla="*/ 585468 w 1283312"/>
                <a:gd name="connsiteY531" fmla="*/ 1035842 h 1196602"/>
                <a:gd name="connsiteX532" fmla="*/ 589110 w 1283312"/>
                <a:gd name="connsiteY532" fmla="*/ 1038790 h 1196602"/>
                <a:gd name="connsiteX533" fmla="*/ 599169 w 1283312"/>
                <a:gd name="connsiteY533" fmla="*/ 1040350 h 1196602"/>
                <a:gd name="connsiteX534" fmla="*/ 601249 w 1283312"/>
                <a:gd name="connsiteY534" fmla="*/ 1046594 h 1196602"/>
                <a:gd name="connsiteX535" fmla="*/ 599689 w 1283312"/>
                <a:gd name="connsiteY535" fmla="*/ 1052837 h 1196602"/>
                <a:gd name="connsiteX536" fmla="*/ 606105 w 1283312"/>
                <a:gd name="connsiteY536" fmla="*/ 1053010 h 1196602"/>
                <a:gd name="connsiteX537" fmla="*/ 609227 w 1283312"/>
                <a:gd name="connsiteY537" fmla="*/ 1060467 h 1196602"/>
                <a:gd name="connsiteX538" fmla="*/ 614776 w 1283312"/>
                <a:gd name="connsiteY538" fmla="*/ 1067578 h 1196602"/>
                <a:gd name="connsiteX539" fmla="*/ 627609 w 1283312"/>
                <a:gd name="connsiteY539" fmla="*/ 1067404 h 1196602"/>
                <a:gd name="connsiteX540" fmla="*/ 635587 w 1283312"/>
                <a:gd name="connsiteY540" fmla="*/ 1057519 h 1196602"/>
                <a:gd name="connsiteX541" fmla="*/ 638708 w 1283312"/>
                <a:gd name="connsiteY541" fmla="*/ 1051796 h 1196602"/>
                <a:gd name="connsiteX542" fmla="*/ 632292 w 1283312"/>
                <a:gd name="connsiteY542" fmla="*/ 1046594 h 1196602"/>
                <a:gd name="connsiteX543" fmla="*/ 625875 w 1283312"/>
                <a:gd name="connsiteY543" fmla="*/ 1045380 h 1196602"/>
                <a:gd name="connsiteX544" fmla="*/ 625702 w 1283312"/>
                <a:gd name="connsiteY544" fmla="*/ 1042952 h 1196602"/>
                <a:gd name="connsiteX545" fmla="*/ 628823 w 1283312"/>
                <a:gd name="connsiteY545" fmla="*/ 1041044 h 1196602"/>
                <a:gd name="connsiteX546" fmla="*/ 636627 w 1283312"/>
                <a:gd name="connsiteY546" fmla="*/ 1044166 h 1196602"/>
                <a:gd name="connsiteX547" fmla="*/ 639922 w 1283312"/>
                <a:gd name="connsiteY547" fmla="*/ 1038443 h 1196602"/>
                <a:gd name="connsiteX548" fmla="*/ 637148 w 1283312"/>
                <a:gd name="connsiteY548" fmla="*/ 1033934 h 1196602"/>
                <a:gd name="connsiteX549" fmla="*/ 641310 w 1283312"/>
                <a:gd name="connsiteY549" fmla="*/ 1026303 h 1196602"/>
                <a:gd name="connsiteX550" fmla="*/ 639402 w 1283312"/>
                <a:gd name="connsiteY550" fmla="*/ 1013991 h 11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</a:cxnLst>
              <a:rect l="l" t="t" r="r" b="b"/>
              <a:pathLst>
                <a:path w="1283312" h="1196602">
                  <a:moveTo>
                    <a:pt x="484884" y="1035321"/>
                  </a:moveTo>
                  <a:lnTo>
                    <a:pt x="487139" y="1032373"/>
                  </a:lnTo>
                  <a:lnTo>
                    <a:pt x="486618" y="1025783"/>
                  </a:lnTo>
                  <a:lnTo>
                    <a:pt x="490607" y="1023702"/>
                  </a:lnTo>
                  <a:lnTo>
                    <a:pt x="498931" y="1023702"/>
                  </a:lnTo>
                  <a:lnTo>
                    <a:pt x="502053" y="1018673"/>
                  </a:lnTo>
                  <a:lnTo>
                    <a:pt x="497717" y="1011389"/>
                  </a:lnTo>
                  <a:lnTo>
                    <a:pt x="486098" y="998383"/>
                  </a:lnTo>
                  <a:lnTo>
                    <a:pt x="476387" y="996128"/>
                  </a:lnTo>
                  <a:lnTo>
                    <a:pt x="465981" y="1003932"/>
                  </a:lnTo>
                  <a:lnTo>
                    <a:pt x="460605" y="1012603"/>
                  </a:lnTo>
                  <a:lnTo>
                    <a:pt x="459738" y="1017632"/>
                  </a:lnTo>
                  <a:lnTo>
                    <a:pt x="464594" y="1024916"/>
                  </a:lnTo>
                  <a:lnTo>
                    <a:pt x="473092" y="1030813"/>
                  </a:lnTo>
                  <a:lnTo>
                    <a:pt x="477600" y="1033067"/>
                  </a:lnTo>
                  <a:lnTo>
                    <a:pt x="484884" y="1035321"/>
                  </a:lnTo>
                  <a:close/>
                  <a:moveTo>
                    <a:pt x="348749" y="1016245"/>
                  </a:moveTo>
                  <a:lnTo>
                    <a:pt x="322736" y="1011909"/>
                  </a:lnTo>
                  <a:lnTo>
                    <a:pt x="304700" y="1015725"/>
                  </a:lnTo>
                  <a:lnTo>
                    <a:pt x="285624" y="1023182"/>
                  </a:lnTo>
                  <a:lnTo>
                    <a:pt x="270710" y="1025783"/>
                  </a:lnTo>
                  <a:lnTo>
                    <a:pt x="261345" y="1009135"/>
                  </a:lnTo>
                  <a:lnTo>
                    <a:pt x="244697" y="1003585"/>
                  </a:lnTo>
                  <a:lnTo>
                    <a:pt x="238107" y="998903"/>
                  </a:lnTo>
                  <a:lnTo>
                    <a:pt x="233771" y="990232"/>
                  </a:lnTo>
                  <a:lnTo>
                    <a:pt x="230129" y="973757"/>
                  </a:lnTo>
                  <a:lnTo>
                    <a:pt x="227008" y="967167"/>
                  </a:lnTo>
                  <a:lnTo>
                    <a:pt x="244350" y="948958"/>
                  </a:lnTo>
                  <a:lnTo>
                    <a:pt x="251113" y="937165"/>
                  </a:lnTo>
                  <a:lnTo>
                    <a:pt x="252154" y="924679"/>
                  </a:lnTo>
                  <a:lnTo>
                    <a:pt x="246084" y="912886"/>
                  </a:lnTo>
                  <a:lnTo>
                    <a:pt x="235852" y="903695"/>
                  </a:lnTo>
                  <a:lnTo>
                    <a:pt x="224059" y="900053"/>
                  </a:lnTo>
                  <a:lnTo>
                    <a:pt x="213828" y="905083"/>
                  </a:lnTo>
                  <a:lnTo>
                    <a:pt x="201341" y="914794"/>
                  </a:lnTo>
                  <a:lnTo>
                    <a:pt x="196833" y="920690"/>
                  </a:lnTo>
                  <a:lnTo>
                    <a:pt x="193191" y="941501"/>
                  </a:lnTo>
                  <a:lnTo>
                    <a:pt x="188508" y="944622"/>
                  </a:lnTo>
                  <a:lnTo>
                    <a:pt x="182439" y="945663"/>
                  </a:lnTo>
                  <a:lnTo>
                    <a:pt x="176542" y="949998"/>
                  </a:lnTo>
                  <a:lnTo>
                    <a:pt x="167698" y="966994"/>
                  </a:lnTo>
                  <a:lnTo>
                    <a:pt x="165617" y="983642"/>
                  </a:lnTo>
                  <a:lnTo>
                    <a:pt x="168392" y="1000464"/>
                  </a:lnTo>
                  <a:lnTo>
                    <a:pt x="189722" y="1070179"/>
                  </a:lnTo>
                  <a:lnTo>
                    <a:pt x="191456" y="1082145"/>
                  </a:lnTo>
                  <a:lnTo>
                    <a:pt x="191630" y="1090469"/>
                  </a:lnTo>
                  <a:lnTo>
                    <a:pt x="192844" y="1097406"/>
                  </a:lnTo>
                  <a:lnTo>
                    <a:pt x="197699" y="1105903"/>
                  </a:lnTo>
                  <a:lnTo>
                    <a:pt x="204810" y="1110586"/>
                  </a:lnTo>
                  <a:lnTo>
                    <a:pt x="216429" y="1114574"/>
                  </a:lnTo>
                  <a:lnTo>
                    <a:pt x="227355" y="1114228"/>
                  </a:lnTo>
                  <a:lnTo>
                    <a:pt x="232037" y="1105903"/>
                  </a:lnTo>
                  <a:lnTo>
                    <a:pt x="234638" y="1086307"/>
                  </a:lnTo>
                  <a:lnTo>
                    <a:pt x="241575" y="1070352"/>
                  </a:lnTo>
                  <a:lnTo>
                    <a:pt x="251633" y="1063415"/>
                  </a:lnTo>
                  <a:lnTo>
                    <a:pt x="264293" y="1070352"/>
                  </a:lnTo>
                  <a:lnTo>
                    <a:pt x="272964" y="1108505"/>
                  </a:lnTo>
                  <a:lnTo>
                    <a:pt x="280595" y="1126714"/>
                  </a:lnTo>
                  <a:lnTo>
                    <a:pt x="293254" y="1124980"/>
                  </a:lnTo>
                  <a:lnTo>
                    <a:pt x="307648" y="1118390"/>
                  </a:lnTo>
                  <a:lnTo>
                    <a:pt x="319788" y="1123766"/>
                  </a:lnTo>
                  <a:lnTo>
                    <a:pt x="331060" y="1130529"/>
                  </a:lnTo>
                  <a:lnTo>
                    <a:pt x="343026" y="1128275"/>
                  </a:lnTo>
                  <a:lnTo>
                    <a:pt x="346321" y="1118737"/>
                  </a:lnTo>
                  <a:lnTo>
                    <a:pt x="339731" y="1099661"/>
                  </a:lnTo>
                  <a:lnTo>
                    <a:pt x="345974" y="1096192"/>
                  </a:lnTo>
                  <a:lnTo>
                    <a:pt x="350310" y="1091336"/>
                  </a:lnTo>
                  <a:lnTo>
                    <a:pt x="351004" y="1080237"/>
                  </a:lnTo>
                  <a:lnTo>
                    <a:pt x="348922" y="1060814"/>
                  </a:lnTo>
                  <a:lnTo>
                    <a:pt x="351177" y="1048501"/>
                  </a:lnTo>
                  <a:lnTo>
                    <a:pt x="355512" y="1038443"/>
                  </a:lnTo>
                  <a:lnTo>
                    <a:pt x="357767" y="1029078"/>
                  </a:lnTo>
                  <a:lnTo>
                    <a:pt x="353778" y="1018326"/>
                  </a:lnTo>
                  <a:lnTo>
                    <a:pt x="348749" y="1016245"/>
                  </a:lnTo>
                  <a:close/>
                  <a:moveTo>
                    <a:pt x="513846" y="1190706"/>
                  </a:moveTo>
                  <a:lnTo>
                    <a:pt x="510377" y="1190360"/>
                  </a:lnTo>
                  <a:lnTo>
                    <a:pt x="510377" y="1184463"/>
                  </a:lnTo>
                  <a:lnTo>
                    <a:pt x="485925" y="1171283"/>
                  </a:lnTo>
                  <a:lnTo>
                    <a:pt x="480722" y="1172671"/>
                  </a:lnTo>
                  <a:lnTo>
                    <a:pt x="477600" y="1175619"/>
                  </a:lnTo>
                  <a:lnTo>
                    <a:pt x="477254" y="1180821"/>
                  </a:lnTo>
                  <a:lnTo>
                    <a:pt x="475173" y="1185157"/>
                  </a:lnTo>
                  <a:lnTo>
                    <a:pt x="474826" y="1189839"/>
                  </a:lnTo>
                  <a:lnTo>
                    <a:pt x="478294" y="1192440"/>
                  </a:lnTo>
                  <a:lnTo>
                    <a:pt x="481242" y="1193134"/>
                  </a:lnTo>
                  <a:lnTo>
                    <a:pt x="484711" y="1196603"/>
                  </a:lnTo>
                  <a:lnTo>
                    <a:pt x="485405" y="1201458"/>
                  </a:lnTo>
                  <a:lnTo>
                    <a:pt x="482630" y="1207528"/>
                  </a:lnTo>
                  <a:lnTo>
                    <a:pt x="483323" y="1210997"/>
                  </a:lnTo>
                  <a:lnTo>
                    <a:pt x="488006" y="1209956"/>
                  </a:lnTo>
                  <a:lnTo>
                    <a:pt x="491994" y="1206141"/>
                  </a:lnTo>
                  <a:lnTo>
                    <a:pt x="500319" y="1201979"/>
                  </a:lnTo>
                  <a:lnTo>
                    <a:pt x="506388" y="1201112"/>
                  </a:lnTo>
                  <a:lnTo>
                    <a:pt x="513672" y="1202672"/>
                  </a:lnTo>
                  <a:lnTo>
                    <a:pt x="518701" y="1201979"/>
                  </a:lnTo>
                  <a:lnTo>
                    <a:pt x="521996" y="1199724"/>
                  </a:lnTo>
                  <a:lnTo>
                    <a:pt x="529453" y="1190533"/>
                  </a:lnTo>
                  <a:lnTo>
                    <a:pt x="530667" y="1185504"/>
                  </a:lnTo>
                  <a:lnTo>
                    <a:pt x="528760" y="1183423"/>
                  </a:lnTo>
                  <a:lnTo>
                    <a:pt x="513846" y="1190706"/>
                  </a:lnTo>
                  <a:close/>
                  <a:moveTo>
                    <a:pt x="356553" y="989885"/>
                  </a:moveTo>
                  <a:lnTo>
                    <a:pt x="352044" y="983642"/>
                  </a:lnTo>
                  <a:lnTo>
                    <a:pt x="347709" y="968034"/>
                  </a:lnTo>
                  <a:lnTo>
                    <a:pt x="345974" y="956762"/>
                  </a:lnTo>
                  <a:lnTo>
                    <a:pt x="342159" y="954681"/>
                  </a:lnTo>
                  <a:lnTo>
                    <a:pt x="338170" y="950866"/>
                  </a:lnTo>
                  <a:lnTo>
                    <a:pt x="335916" y="944276"/>
                  </a:lnTo>
                  <a:lnTo>
                    <a:pt x="328459" y="945489"/>
                  </a:lnTo>
                  <a:lnTo>
                    <a:pt x="319441" y="959883"/>
                  </a:lnTo>
                  <a:lnTo>
                    <a:pt x="314932" y="970115"/>
                  </a:lnTo>
                  <a:lnTo>
                    <a:pt x="310770" y="967340"/>
                  </a:lnTo>
                  <a:lnTo>
                    <a:pt x="310076" y="958669"/>
                  </a:lnTo>
                  <a:lnTo>
                    <a:pt x="312851" y="948264"/>
                  </a:lnTo>
                  <a:lnTo>
                    <a:pt x="318227" y="933003"/>
                  </a:lnTo>
                  <a:lnTo>
                    <a:pt x="314238" y="922598"/>
                  </a:lnTo>
                  <a:lnTo>
                    <a:pt x="301925" y="925893"/>
                  </a:lnTo>
                  <a:lnTo>
                    <a:pt x="294815" y="934911"/>
                  </a:lnTo>
                  <a:lnTo>
                    <a:pt x="288052" y="947744"/>
                  </a:lnTo>
                  <a:lnTo>
                    <a:pt x="277473" y="961444"/>
                  </a:lnTo>
                  <a:lnTo>
                    <a:pt x="272097" y="976012"/>
                  </a:lnTo>
                  <a:lnTo>
                    <a:pt x="278860" y="989365"/>
                  </a:lnTo>
                  <a:lnTo>
                    <a:pt x="290306" y="996475"/>
                  </a:lnTo>
                  <a:lnTo>
                    <a:pt x="301579" y="997862"/>
                  </a:lnTo>
                  <a:lnTo>
                    <a:pt x="320655" y="991619"/>
                  </a:lnTo>
                  <a:lnTo>
                    <a:pt x="355686" y="1000811"/>
                  </a:lnTo>
                  <a:lnTo>
                    <a:pt x="363837" y="998730"/>
                  </a:lnTo>
                  <a:lnTo>
                    <a:pt x="359501" y="992313"/>
                  </a:lnTo>
                  <a:lnTo>
                    <a:pt x="356553" y="989885"/>
                  </a:lnTo>
                  <a:close/>
                  <a:moveTo>
                    <a:pt x="1279498" y="541940"/>
                  </a:moveTo>
                  <a:lnTo>
                    <a:pt x="1257473" y="534136"/>
                  </a:lnTo>
                  <a:lnTo>
                    <a:pt x="1240651" y="517487"/>
                  </a:lnTo>
                  <a:lnTo>
                    <a:pt x="1235449" y="491127"/>
                  </a:lnTo>
                  <a:lnTo>
                    <a:pt x="1217760" y="477253"/>
                  </a:lnTo>
                  <a:lnTo>
                    <a:pt x="1177873" y="455229"/>
                  </a:lnTo>
                  <a:lnTo>
                    <a:pt x="1144403" y="416903"/>
                  </a:lnTo>
                  <a:lnTo>
                    <a:pt x="1124286" y="401642"/>
                  </a:lnTo>
                  <a:lnTo>
                    <a:pt x="1076596" y="394358"/>
                  </a:lnTo>
                  <a:lnTo>
                    <a:pt x="1064976" y="370947"/>
                  </a:lnTo>
                  <a:lnTo>
                    <a:pt x="1084400" y="331927"/>
                  </a:lnTo>
                  <a:lnTo>
                    <a:pt x="1081104" y="294121"/>
                  </a:lnTo>
                  <a:lnTo>
                    <a:pt x="1059427" y="301405"/>
                  </a:lnTo>
                  <a:lnTo>
                    <a:pt x="1036535" y="290653"/>
                  </a:lnTo>
                  <a:lnTo>
                    <a:pt x="1006707" y="283196"/>
                  </a:lnTo>
                  <a:lnTo>
                    <a:pt x="978613" y="294642"/>
                  </a:lnTo>
                  <a:lnTo>
                    <a:pt x="969768" y="306087"/>
                  </a:lnTo>
                  <a:lnTo>
                    <a:pt x="959190" y="315279"/>
                  </a:lnTo>
                  <a:lnTo>
                    <a:pt x="947917" y="316666"/>
                  </a:lnTo>
                  <a:lnTo>
                    <a:pt x="936819" y="320828"/>
                  </a:lnTo>
                  <a:lnTo>
                    <a:pt x="911673" y="340772"/>
                  </a:lnTo>
                  <a:lnTo>
                    <a:pt x="882711" y="339904"/>
                  </a:lnTo>
                  <a:lnTo>
                    <a:pt x="858606" y="327245"/>
                  </a:lnTo>
                  <a:lnTo>
                    <a:pt x="833286" y="319441"/>
                  </a:lnTo>
                  <a:lnTo>
                    <a:pt x="804325" y="324644"/>
                  </a:lnTo>
                  <a:lnTo>
                    <a:pt x="776231" y="327765"/>
                  </a:lnTo>
                  <a:lnTo>
                    <a:pt x="751952" y="312331"/>
                  </a:lnTo>
                  <a:lnTo>
                    <a:pt x="732355" y="288398"/>
                  </a:lnTo>
                  <a:lnTo>
                    <a:pt x="725939" y="235679"/>
                  </a:lnTo>
                  <a:lnTo>
                    <a:pt x="708077" y="249552"/>
                  </a:lnTo>
                  <a:lnTo>
                    <a:pt x="689000" y="276779"/>
                  </a:lnTo>
                  <a:lnTo>
                    <a:pt x="667843" y="272444"/>
                  </a:lnTo>
                  <a:lnTo>
                    <a:pt x="626395" y="293775"/>
                  </a:lnTo>
                  <a:lnTo>
                    <a:pt x="604371" y="289266"/>
                  </a:lnTo>
                  <a:lnTo>
                    <a:pt x="584601" y="274351"/>
                  </a:lnTo>
                  <a:lnTo>
                    <a:pt x="563617" y="264293"/>
                  </a:lnTo>
                  <a:lnTo>
                    <a:pt x="541246" y="260478"/>
                  </a:lnTo>
                  <a:lnTo>
                    <a:pt x="517834" y="263773"/>
                  </a:lnTo>
                  <a:lnTo>
                    <a:pt x="470143" y="261692"/>
                  </a:lnTo>
                  <a:lnTo>
                    <a:pt x="458004" y="217643"/>
                  </a:lnTo>
                  <a:lnTo>
                    <a:pt x="467369" y="196139"/>
                  </a:lnTo>
                  <a:lnTo>
                    <a:pt x="467889" y="173594"/>
                  </a:lnTo>
                  <a:lnTo>
                    <a:pt x="457484" y="161455"/>
                  </a:lnTo>
                  <a:lnTo>
                    <a:pt x="445518" y="153997"/>
                  </a:lnTo>
                  <a:lnTo>
                    <a:pt x="442916" y="145847"/>
                  </a:lnTo>
                  <a:lnTo>
                    <a:pt x="438581" y="137002"/>
                  </a:lnTo>
                  <a:lnTo>
                    <a:pt x="421412" y="124863"/>
                  </a:lnTo>
                  <a:lnTo>
                    <a:pt x="411007" y="105266"/>
                  </a:lnTo>
                  <a:lnTo>
                    <a:pt x="396266" y="89312"/>
                  </a:lnTo>
                  <a:lnTo>
                    <a:pt x="376323" y="82548"/>
                  </a:lnTo>
                  <a:lnTo>
                    <a:pt x="354472" y="82721"/>
                  </a:lnTo>
                  <a:lnTo>
                    <a:pt x="332274" y="80987"/>
                  </a:lnTo>
                  <a:lnTo>
                    <a:pt x="319788" y="72490"/>
                  </a:lnTo>
                  <a:lnTo>
                    <a:pt x="309556" y="63992"/>
                  </a:lnTo>
                  <a:lnTo>
                    <a:pt x="286144" y="62085"/>
                  </a:lnTo>
                  <a:lnTo>
                    <a:pt x="279901" y="60003"/>
                  </a:lnTo>
                  <a:lnTo>
                    <a:pt x="273658" y="57229"/>
                  </a:lnTo>
                  <a:lnTo>
                    <a:pt x="270536" y="49425"/>
                  </a:lnTo>
                  <a:lnTo>
                    <a:pt x="269843" y="41794"/>
                  </a:lnTo>
                  <a:lnTo>
                    <a:pt x="262732" y="35725"/>
                  </a:lnTo>
                  <a:lnTo>
                    <a:pt x="255449" y="30349"/>
                  </a:lnTo>
                  <a:lnTo>
                    <a:pt x="239841" y="21157"/>
                  </a:lnTo>
                  <a:lnTo>
                    <a:pt x="233598" y="0"/>
                  </a:lnTo>
                  <a:lnTo>
                    <a:pt x="205330" y="30522"/>
                  </a:lnTo>
                  <a:lnTo>
                    <a:pt x="197873" y="50639"/>
                  </a:lnTo>
                  <a:lnTo>
                    <a:pt x="159374" y="71102"/>
                  </a:lnTo>
                  <a:lnTo>
                    <a:pt x="140297" y="76999"/>
                  </a:lnTo>
                  <a:lnTo>
                    <a:pt x="129719" y="75785"/>
                  </a:lnTo>
                  <a:lnTo>
                    <a:pt x="122088" y="80641"/>
                  </a:lnTo>
                  <a:lnTo>
                    <a:pt x="107521" y="112203"/>
                  </a:lnTo>
                  <a:lnTo>
                    <a:pt x="90873" y="129719"/>
                  </a:lnTo>
                  <a:lnTo>
                    <a:pt x="73184" y="145500"/>
                  </a:lnTo>
                  <a:lnTo>
                    <a:pt x="64513" y="170473"/>
                  </a:lnTo>
                  <a:lnTo>
                    <a:pt x="62258" y="199780"/>
                  </a:lnTo>
                  <a:lnTo>
                    <a:pt x="52546" y="221111"/>
                  </a:lnTo>
                  <a:lnTo>
                    <a:pt x="40580" y="243656"/>
                  </a:lnTo>
                  <a:lnTo>
                    <a:pt x="31563" y="272444"/>
                  </a:lnTo>
                  <a:lnTo>
                    <a:pt x="24973" y="302099"/>
                  </a:lnTo>
                  <a:lnTo>
                    <a:pt x="14221" y="324123"/>
                  </a:lnTo>
                  <a:lnTo>
                    <a:pt x="13353" y="348055"/>
                  </a:lnTo>
                  <a:lnTo>
                    <a:pt x="33123" y="356380"/>
                  </a:lnTo>
                  <a:lnTo>
                    <a:pt x="36072" y="366958"/>
                  </a:lnTo>
                  <a:lnTo>
                    <a:pt x="37459" y="378924"/>
                  </a:lnTo>
                  <a:lnTo>
                    <a:pt x="45956" y="401295"/>
                  </a:lnTo>
                  <a:lnTo>
                    <a:pt x="44569" y="425574"/>
                  </a:lnTo>
                  <a:lnTo>
                    <a:pt x="52546" y="443437"/>
                  </a:lnTo>
                  <a:lnTo>
                    <a:pt x="63645" y="450894"/>
                  </a:lnTo>
                  <a:lnTo>
                    <a:pt x="58963" y="476907"/>
                  </a:lnTo>
                  <a:lnTo>
                    <a:pt x="26707" y="515580"/>
                  </a:lnTo>
                  <a:lnTo>
                    <a:pt x="21504" y="540899"/>
                  </a:lnTo>
                  <a:lnTo>
                    <a:pt x="20464" y="564311"/>
                  </a:lnTo>
                  <a:lnTo>
                    <a:pt x="4162" y="580959"/>
                  </a:lnTo>
                  <a:lnTo>
                    <a:pt x="0" y="601596"/>
                  </a:lnTo>
                  <a:lnTo>
                    <a:pt x="15955" y="620326"/>
                  </a:lnTo>
                  <a:lnTo>
                    <a:pt x="23759" y="644605"/>
                  </a:lnTo>
                  <a:lnTo>
                    <a:pt x="27054" y="694897"/>
                  </a:lnTo>
                  <a:lnTo>
                    <a:pt x="37459" y="713800"/>
                  </a:lnTo>
                  <a:lnTo>
                    <a:pt x="56535" y="727673"/>
                  </a:lnTo>
                  <a:lnTo>
                    <a:pt x="73877" y="745882"/>
                  </a:lnTo>
                  <a:lnTo>
                    <a:pt x="80641" y="765826"/>
                  </a:lnTo>
                  <a:lnTo>
                    <a:pt x="88965" y="783341"/>
                  </a:lnTo>
                  <a:lnTo>
                    <a:pt x="137176" y="835888"/>
                  </a:lnTo>
                  <a:lnTo>
                    <a:pt x="147581" y="861554"/>
                  </a:lnTo>
                  <a:lnTo>
                    <a:pt x="147581" y="879069"/>
                  </a:lnTo>
                  <a:lnTo>
                    <a:pt x="149489" y="883231"/>
                  </a:lnTo>
                  <a:lnTo>
                    <a:pt x="149489" y="883231"/>
                  </a:lnTo>
                  <a:lnTo>
                    <a:pt x="157466" y="885486"/>
                  </a:lnTo>
                  <a:lnTo>
                    <a:pt x="168912" y="895024"/>
                  </a:lnTo>
                  <a:lnTo>
                    <a:pt x="173594" y="890515"/>
                  </a:lnTo>
                  <a:lnTo>
                    <a:pt x="179664" y="889821"/>
                  </a:lnTo>
                  <a:lnTo>
                    <a:pt x="187121" y="891729"/>
                  </a:lnTo>
                  <a:lnTo>
                    <a:pt x="195445" y="895024"/>
                  </a:lnTo>
                  <a:lnTo>
                    <a:pt x="216082" y="893116"/>
                  </a:lnTo>
                  <a:lnTo>
                    <a:pt x="232210" y="878549"/>
                  </a:lnTo>
                  <a:lnTo>
                    <a:pt x="240534" y="854443"/>
                  </a:lnTo>
                  <a:lnTo>
                    <a:pt x="242789" y="823922"/>
                  </a:lnTo>
                  <a:lnTo>
                    <a:pt x="251460" y="830685"/>
                  </a:lnTo>
                  <a:lnTo>
                    <a:pt x="256316" y="839876"/>
                  </a:lnTo>
                  <a:lnTo>
                    <a:pt x="264467" y="862594"/>
                  </a:lnTo>
                  <a:lnTo>
                    <a:pt x="284583" y="849935"/>
                  </a:lnTo>
                  <a:lnTo>
                    <a:pt x="305567" y="850455"/>
                  </a:lnTo>
                  <a:lnTo>
                    <a:pt x="315279" y="843865"/>
                  </a:lnTo>
                  <a:lnTo>
                    <a:pt x="301058" y="810395"/>
                  </a:lnTo>
                  <a:lnTo>
                    <a:pt x="319614" y="808834"/>
                  </a:lnTo>
                  <a:lnTo>
                    <a:pt x="331927" y="796174"/>
                  </a:lnTo>
                  <a:lnTo>
                    <a:pt x="341812" y="779179"/>
                  </a:lnTo>
                  <a:lnTo>
                    <a:pt x="353952" y="764612"/>
                  </a:lnTo>
                  <a:lnTo>
                    <a:pt x="353085" y="776231"/>
                  </a:lnTo>
                  <a:lnTo>
                    <a:pt x="349616" y="785249"/>
                  </a:lnTo>
                  <a:lnTo>
                    <a:pt x="345627" y="792186"/>
                  </a:lnTo>
                  <a:lnTo>
                    <a:pt x="343373" y="797388"/>
                  </a:lnTo>
                  <a:lnTo>
                    <a:pt x="342159" y="808660"/>
                  </a:lnTo>
                  <a:lnTo>
                    <a:pt x="343373" y="878723"/>
                  </a:lnTo>
                  <a:lnTo>
                    <a:pt x="342159" y="885139"/>
                  </a:lnTo>
                  <a:lnTo>
                    <a:pt x="340251" y="892249"/>
                  </a:lnTo>
                  <a:lnTo>
                    <a:pt x="339905" y="899706"/>
                  </a:lnTo>
                  <a:lnTo>
                    <a:pt x="343546" y="907337"/>
                  </a:lnTo>
                  <a:lnTo>
                    <a:pt x="349963" y="910805"/>
                  </a:lnTo>
                  <a:lnTo>
                    <a:pt x="368172" y="912366"/>
                  </a:lnTo>
                  <a:lnTo>
                    <a:pt x="379271" y="914967"/>
                  </a:lnTo>
                  <a:lnTo>
                    <a:pt x="387942" y="913407"/>
                  </a:lnTo>
                  <a:lnTo>
                    <a:pt x="391584" y="914274"/>
                  </a:lnTo>
                  <a:lnTo>
                    <a:pt x="392451" y="917915"/>
                  </a:lnTo>
                  <a:lnTo>
                    <a:pt x="392624" y="931789"/>
                  </a:lnTo>
                  <a:lnTo>
                    <a:pt x="394185" y="936818"/>
                  </a:lnTo>
                  <a:lnTo>
                    <a:pt x="408406" y="944796"/>
                  </a:lnTo>
                  <a:lnTo>
                    <a:pt x="444304" y="943235"/>
                  </a:lnTo>
                  <a:lnTo>
                    <a:pt x="460605" y="946010"/>
                  </a:lnTo>
                  <a:lnTo>
                    <a:pt x="460258" y="931963"/>
                  </a:lnTo>
                  <a:lnTo>
                    <a:pt x="461819" y="917395"/>
                  </a:lnTo>
                  <a:lnTo>
                    <a:pt x="466155" y="905949"/>
                  </a:lnTo>
                  <a:lnTo>
                    <a:pt x="473959" y="901267"/>
                  </a:lnTo>
                  <a:lnTo>
                    <a:pt x="491474" y="903001"/>
                  </a:lnTo>
                  <a:lnTo>
                    <a:pt x="499972" y="908551"/>
                  </a:lnTo>
                  <a:lnTo>
                    <a:pt x="516273" y="930575"/>
                  </a:lnTo>
                  <a:lnTo>
                    <a:pt x="534309" y="929361"/>
                  </a:lnTo>
                  <a:lnTo>
                    <a:pt x="546969" y="904736"/>
                  </a:lnTo>
                  <a:lnTo>
                    <a:pt x="559629" y="892249"/>
                  </a:lnTo>
                  <a:lnTo>
                    <a:pt x="577144" y="927627"/>
                  </a:lnTo>
                  <a:lnTo>
                    <a:pt x="559282" y="934564"/>
                  </a:lnTo>
                  <a:lnTo>
                    <a:pt x="551304" y="939593"/>
                  </a:lnTo>
                  <a:lnTo>
                    <a:pt x="552865" y="947397"/>
                  </a:lnTo>
                  <a:lnTo>
                    <a:pt x="563964" y="962831"/>
                  </a:lnTo>
                  <a:lnTo>
                    <a:pt x="574023" y="966820"/>
                  </a:lnTo>
                  <a:lnTo>
                    <a:pt x="622060" y="972196"/>
                  </a:lnTo>
                  <a:lnTo>
                    <a:pt x="618245" y="978613"/>
                  </a:lnTo>
                  <a:lnTo>
                    <a:pt x="611828" y="979827"/>
                  </a:lnTo>
                  <a:lnTo>
                    <a:pt x="596914" y="980000"/>
                  </a:lnTo>
                  <a:lnTo>
                    <a:pt x="596567" y="994394"/>
                  </a:lnTo>
                  <a:lnTo>
                    <a:pt x="619806" y="995955"/>
                  </a:lnTo>
                  <a:lnTo>
                    <a:pt x="637148" y="990752"/>
                  </a:lnTo>
                  <a:lnTo>
                    <a:pt x="656744" y="965260"/>
                  </a:lnTo>
                  <a:lnTo>
                    <a:pt x="667496" y="945836"/>
                  </a:lnTo>
                  <a:lnTo>
                    <a:pt x="657091" y="933524"/>
                  </a:lnTo>
                  <a:lnTo>
                    <a:pt x="654663" y="942888"/>
                  </a:lnTo>
                  <a:lnTo>
                    <a:pt x="649287" y="950345"/>
                  </a:lnTo>
                  <a:lnTo>
                    <a:pt x="642524" y="952600"/>
                  </a:lnTo>
                  <a:lnTo>
                    <a:pt x="635413" y="945836"/>
                  </a:lnTo>
                  <a:lnTo>
                    <a:pt x="641136" y="907163"/>
                  </a:lnTo>
                  <a:lnTo>
                    <a:pt x="642177" y="887567"/>
                  </a:lnTo>
                  <a:lnTo>
                    <a:pt x="642003" y="880457"/>
                  </a:lnTo>
                  <a:lnTo>
                    <a:pt x="641310" y="875601"/>
                  </a:lnTo>
                  <a:lnTo>
                    <a:pt x="636107" y="867450"/>
                  </a:lnTo>
                  <a:lnTo>
                    <a:pt x="629170" y="863288"/>
                  </a:lnTo>
                  <a:lnTo>
                    <a:pt x="625529" y="858779"/>
                  </a:lnTo>
                  <a:lnTo>
                    <a:pt x="630731" y="849588"/>
                  </a:lnTo>
                  <a:lnTo>
                    <a:pt x="640789" y="853750"/>
                  </a:lnTo>
                  <a:lnTo>
                    <a:pt x="655877" y="854443"/>
                  </a:lnTo>
                  <a:lnTo>
                    <a:pt x="670965" y="851842"/>
                  </a:lnTo>
                  <a:lnTo>
                    <a:pt x="680850" y="846293"/>
                  </a:lnTo>
                  <a:lnTo>
                    <a:pt x="687093" y="833633"/>
                  </a:lnTo>
                  <a:lnTo>
                    <a:pt x="685532" y="822708"/>
                  </a:lnTo>
                  <a:lnTo>
                    <a:pt x="680850" y="810568"/>
                  </a:lnTo>
                  <a:lnTo>
                    <a:pt x="678248" y="793920"/>
                  </a:lnTo>
                  <a:lnTo>
                    <a:pt x="665068" y="794787"/>
                  </a:lnTo>
                  <a:lnTo>
                    <a:pt x="587896" y="835888"/>
                  </a:lnTo>
                  <a:lnTo>
                    <a:pt x="587896" y="829471"/>
                  </a:lnTo>
                  <a:lnTo>
                    <a:pt x="596220" y="820973"/>
                  </a:lnTo>
                  <a:lnTo>
                    <a:pt x="597781" y="807967"/>
                  </a:lnTo>
                  <a:lnTo>
                    <a:pt x="601770" y="796001"/>
                  </a:lnTo>
                  <a:lnTo>
                    <a:pt x="632118" y="787677"/>
                  </a:lnTo>
                  <a:lnTo>
                    <a:pt x="658652" y="774323"/>
                  </a:lnTo>
                  <a:lnTo>
                    <a:pt x="673046" y="771375"/>
                  </a:lnTo>
                  <a:lnTo>
                    <a:pt x="664028" y="758715"/>
                  </a:lnTo>
                  <a:lnTo>
                    <a:pt x="663507" y="752125"/>
                  </a:lnTo>
                  <a:lnTo>
                    <a:pt x="670444" y="748657"/>
                  </a:lnTo>
                  <a:lnTo>
                    <a:pt x="696111" y="743801"/>
                  </a:lnTo>
                  <a:lnTo>
                    <a:pt x="707903" y="744495"/>
                  </a:lnTo>
                  <a:lnTo>
                    <a:pt x="749698" y="759236"/>
                  </a:lnTo>
                  <a:lnTo>
                    <a:pt x="755074" y="763571"/>
                  </a:lnTo>
                  <a:lnTo>
                    <a:pt x="762531" y="771375"/>
                  </a:lnTo>
                  <a:lnTo>
                    <a:pt x="765132" y="777445"/>
                  </a:lnTo>
                  <a:lnTo>
                    <a:pt x="765479" y="783688"/>
                  </a:lnTo>
                  <a:lnTo>
                    <a:pt x="767733" y="788717"/>
                  </a:lnTo>
                  <a:lnTo>
                    <a:pt x="776058" y="790625"/>
                  </a:lnTo>
                  <a:lnTo>
                    <a:pt x="791665" y="790625"/>
                  </a:lnTo>
                  <a:lnTo>
                    <a:pt x="798429" y="788890"/>
                  </a:lnTo>
                  <a:lnTo>
                    <a:pt x="805192" y="784382"/>
                  </a:lnTo>
                  <a:lnTo>
                    <a:pt x="799643" y="782994"/>
                  </a:lnTo>
                  <a:lnTo>
                    <a:pt x="790105" y="778832"/>
                  </a:lnTo>
                  <a:lnTo>
                    <a:pt x="784035" y="777965"/>
                  </a:lnTo>
                  <a:lnTo>
                    <a:pt x="787677" y="765305"/>
                  </a:lnTo>
                  <a:lnTo>
                    <a:pt x="785769" y="756461"/>
                  </a:lnTo>
                  <a:lnTo>
                    <a:pt x="772936" y="738946"/>
                  </a:lnTo>
                  <a:lnTo>
                    <a:pt x="766346" y="727500"/>
                  </a:lnTo>
                  <a:lnTo>
                    <a:pt x="763051" y="718655"/>
                  </a:lnTo>
                  <a:lnTo>
                    <a:pt x="757501" y="693683"/>
                  </a:lnTo>
                  <a:lnTo>
                    <a:pt x="747617" y="673219"/>
                  </a:lnTo>
                  <a:lnTo>
                    <a:pt x="747790" y="663160"/>
                  </a:lnTo>
                  <a:lnTo>
                    <a:pt x="757501" y="647900"/>
                  </a:lnTo>
                  <a:lnTo>
                    <a:pt x="766346" y="639749"/>
                  </a:lnTo>
                  <a:lnTo>
                    <a:pt x="770855" y="642350"/>
                  </a:lnTo>
                  <a:lnTo>
                    <a:pt x="778659" y="667323"/>
                  </a:lnTo>
                  <a:lnTo>
                    <a:pt x="775711" y="674433"/>
                  </a:lnTo>
                  <a:lnTo>
                    <a:pt x="782127" y="693509"/>
                  </a:lnTo>
                  <a:lnTo>
                    <a:pt x="778659" y="706863"/>
                  </a:lnTo>
                  <a:lnTo>
                    <a:pt x="794267" y="700619"/>
                  </a:lnTo>
                  <a:lnTo>
                    <a:pt x="804845" y="709290"/>
                  </a:lnTo>
                  <a:lnTo>
                    <a:pt x="814384" y="723164"/>
                  </a:lnTo>
                  <a:lnTo>
                    <a:pt x="826696" y="732876"/>
                  </a:lnTo>
                  <a:lnTo>
                    <a:pt x="827217" y="718308"/>
                  </a:lnTo>
                  <a:lnTo>
                    <a:pt x="832766" y="709637"/>
                  </a:lnTo>
                  <a:lnTo>
                    <a:pt x="839356" y="706863"/>
                  </a:lnTo>
                  <a:lnTo>
                    <a:pt x="842651" y="710331"/>
                  </a:lnTo>
                  <a:lnTo>
                    <a:pt x="842651" y="751778"/>
                  </a:lnTo>
                  <a:lnTo>
                    <a:pt x="854617" y="742587"/>
                  </a:lnTo>
                  <a:lnTo>
                    <a:pt x="863808" y="743628"/>
                  </a:lnTo>
                  <a:lnTo>
                    <a:pt x="872306" y="759409"/>
                  </a:lnTo>
                  <a:lnTo>
                    <a:pt x="890342" y="767560"/>
                  </a:lnTo>
                  <a:lnTo>
                    <a:pt x="898146" y="763918"/>
                  </a:lnTo>
                  <a:lnTo>
                    <a:pt x="905256" y="737731"/>
                  </a:lnTo>
                  <a:lnTo>
                    <a:pt x="910459" y="746923"/>
                  </a:lnTo>
                  <a:lnTo>
                    <a:pt x="913407" y="764265"/>
                  </a:lnTo>
                  <a:lnTo>
                    <a:pt x="964392" y="763398"/>
                  </a:lnTo>
                  <a:lnTo>
                    <a:pt x="983642" y="765652"/>
                  </a:lnTo>
                  <a:lnTo>
                    <a:pt x="989191" y="742934"/>
                  </a:lnTo>
                  <a:lnTo>
                    <a:pt x="995955" y="727847"/>
                  </a:lnTo>
                  <a:lnTo>
                    <a:pt x="1001158" y="728540"/>
                  </a:lnTo>
                  <a:lnTo>
                    <a:pt x="1000464" y="746576"/>
                  </a:lnTo>
                  <a:lnTo>
                    <a:pt x="1001158" y="765826"/>
                  </a:lnTo>
                  <a:lnTo>
                    <a:pt x="1011910" y="765132"/>
                  </a:lnTo>
                  <a:lnTo>
                    <a:pt x="1035495" y="723337"/>
                  </a:lnTo>
                  <a:lnTo>
                    <a:pt x="1042432" y="712932"/>
                  </a:lnTo>
                  <a:lnTo>
                    <a:pt x="1046074" y="716227"/>
                  </a:lnTo>
                  <a:lnTo>
                    <a:pt x="1052490" y="704435"/>
                  </a:lnTo>
                  <a:lnTo>
                    <a:pt x="1064283" y="689867"/>
                  </a:lnTo>
                  <a:lnTo>
                    <a:pt x="1075382" y="673046"/>
                  </a:lnTo>
                  <a:lnTo>
                    <a:pt x="1083532" y="617031"/>
                  </a:lnTo>
                  <a:lnTo>
                    <a:pt x="1094631" y="603330"/>
                  </a:lnTo>
                  <a:lnTo>
                    <a:pt x="1109372" y="592578"/>
                  </a:lnTo>
                  <a:lnTo>
                    <a:pt x="1127581" y="585295"/>
                  </a:lnTo>
                  <a:lnTo>
                    <a:pt x="1147178" y="585988"/>
                  </a:lnTo>
                  <a:lnTo>
                    <a:pt x="1162439" y="595700"/>
                  </a:lnTo>
                  <a:lnTo>
                    <a:pt x="1166774" y="616511"/>
                  </a:lnTo>
                  <a:lnTo>
                    <a:pt x="1180648" y="635760"/>
                  </a:lnTo>
                  <a:lnTo>
                    <a:pt x="1198337" y="650154"/>
                  </a:lnTo>
                  <a:lnTo>
                    <a:pt x="1212384" y="668190"/>
                  </a:lnTo>
                  <a:lnTo>
                    <a:pt x="1227992" y="684145"/>
                  </a:lnTo>
                  <a:lnTo>
                    <a:pt x="1229553" y="687613"/>
                  </a:lnTo>
                  <a:lnTo>
                    <a:pt x="1230940" y="684838"/>
                  </a:lnTo>
                  <a:lnTo>
                    <a:pt x="1238397" y="669404"/>
                  </a:lnTo>
                  <a:lnTo>
                    <a:pt x="1252097" y="652755"/>
                  </a:lnTo>
                  <a:lnTo>
                    <a:pt x="1264410" y="626569"/>
                  </a:lnTo>
                  <a:lnTo>
                    <a:pt x="1273255" y="608706"/>
                  </a:lnTo>
                  <a:lnTo>
                    <a:pt x="1273081" y="603330"/>
                  </a:lnTo>
                  <a:lnTo>
                    <a:pt x="1268746" y="590324"/>
                  </a:lnTo>
                  <a:lnTo>
                    <a:pt x="1273948" y="582520"/>
                  </a:lnTo>
                  <a:lnTo>
                    <a:pt x="1278457" y="573502"/>
                  </a:lnTo>
                  <a:lnTo>
                    <a:pt x="1279845" y="555987"/>
                  </a:lnTo>
                  <a:lnTo>
                    <a:pt x="1283486" y="543327"/>
                  </a:lnTo>
                  <a:lnTo>
                    <a:pt x="1279498" y="541940"/>
                  </a:lnTo>
                  <a:close/>
                  <a:moveTo>
                    <a:pt x="940114" y="784729"/>
                  </a:moveTo>
                  <a:lnTo>
                    <a:pt x="931269" y="785596"/>
                  </a:lnTo>
                  <a:lnTo>
                    <a:pt x="923118" y="790278"/>
                  </a:lnTo>
                  <a:lnTo>
                    <a:pt x="921037" y="797041"/>
                  </a:lnTo>
                  <a:lnTo>
                    <a:pt x="925199" y="804498"/>
                  </a:lnTo>
                  <a:lnTo>
                    <a:pt x="927801" y="812302"/>
                  </a:lnTo>
                  <a:lnTo>
                    <a:pt x="926933" y="819066"/>
                  </a:lnTo>
                  <a:lnTo>
                    <a:pt x="929015" y="823922"/>
                  </a:lnTo>
                  <a:lnTo>
                    <a:pt x="934911" y="829991"/>
                  </a:lnTo>
                  <a:lnTo>
                    <a:pt x="938726" y="846466"/>
                  </a:lnTo>
                  <a:lnTo>
                    <a:pt x="940634" y="850628"/>
                  </a:lnTo>
                  <a:lnTo>
                    <a:pt x="944622" y="849241"/>
                  </a:lnTo>
                  <a:lnTo>
                    <a:pt x="949652" y="842304"/>
                  </a:lnTo>
                  <a:lnTo>
                    <a:pt x="953120" y="822708"/>
                  </a:lnTo>
                  <a:lnTo>
                    <a:pt x="953467" y="798776"/>
                  </a:lnTo>
                  <a:lnTo>
                    <a:pt x="948091" y="786810"/>
                  </a:lnTo>
                  <a:lnTo>
                    <a:pt x="940114" y="784729"/>
                  </a:lnTo>
                  <a:close/>
                  <a:moveTo>
                    <a:pt x="876468" y="949652"/>
                  </a:moveTo>
                  <a:lnTo>
                    <a:pt x="869011" y="954854"/>
                  </a:lnTo>
                  <a:lnTo>
                    <a:pt x="853403" y="960404"/>
                  </a:lnTo>
                  <a:lnTo>
                    <a:pt x="865543" y="928321"/>
                  </a:lnTo>
                  <a:lnTo>
                    <a:pt x="868664" y="917048"/>
                  </a:lnTo>
                  <a:lnTo>
                    <a:pt x="868838" y="904562"/>
                  </a:lnTo>
                  <a:lnTo>
                    <a:pt x="865369" y="895371"/>
                  </a:lnTo>
                  <a:lnTo>
                    <a:pt x="860687" y="886526"/>
                  </a:lnTo>
                  <a:lnTo>
                    <a:pt x="857045" y="875427"/>
                  </a:lnTo>
                  <a:lnTo>
                    <a:pt x="856698" y="869878"/>
                  </a:lnTo>
                  <a:lnTo>
                    <a:pt x="861727" y="834847"/>
                  </a:lnTo>
                  <a:lnTo>
                    <a:pt x="861554" y="825656"/>
                  </a:lnTo>
                  <a:lnTo>
                    <a:pt x="858085" y="817852"/>
                  </a:lnTo>
                  <a:lnTo>
                    <a:pt x="844385" y="812476"/>
                  </a:lnTo>
                  <a:lnTo>
                    <a:pt x="832419" y="822014"/>
                  </a:lnTo>
                  <a:lnTo>
                    <a:pt x="828084" y="839183"/>
                  </a:lnTo>
                  <a:lnTo>
                    <a:pt x="837275" y="856525"/>
                  </a:lnTo>
                  <a:lnTo>
                    <a:pt x="782994" y="887394"/>
                  </a:lnTo>
                  <a:lnTo>
                    <a:pt x="772763" y="886179"/>
                  </a:lnTo>
                  <a:lnTo>
                    <a:pt x="773630" y="901267"/>
                  </a:lnTo>
                  <a:lnTo>
                    <a:pt x="777272" y="917395"/>
                  </a:lnTo>
                  <a:lnTo>
                    <a:pt x="785422" y="931442"/>
                  </a:lnTo>
                  <a:lnTo>
                    <a:pt x="799816" y="940807"/>
                  </a:lnTo>
                  <a:lnTo>
                    <a:pt x="799816" y="946703"/>
                  </a:lnTo>
                  <a:lnTo>
                    <a:pt x="785422" y="945663"/>
                  </a:lnTo>
                  <a:lnTo>
                    <a:pt x="775017" y="940634"/>
                  </a:lnTo>
                  <a:lnTo>
                    <a:pt x="764959" y="934044"/>
                  </a:lnTo>
                  <a:lnTo>
                    <a:pt x="752299" y="928668"/>
                  </a:lnTo>
                  <a:lnTo>
                    <a:pt x="744322" y="928494"/>
                  </a:lnTo>
                  <a:lnTo>
                    <a:pt x="715360" y="934564"/>
                  </a:lnTo>
                  <a:lnTo>
                    <a:pt x="705302" y="938900"/>
                  </a:lnTo>
                  <a:lnTo>
                    <a:pt x="693509" y="946530"/>
                  </a:lnTo>
                  <a:lnTo>
                    <a:pt x="683277" y="956588"/>
                  </a:lnTo>
                  <a:lnTo>
                    <a:pt x="678248" y="967340"/>
                  </a:lnTo>
                  <a:lnTo>
                    <a:pt x="680676" y="985376"/>
                  </a:lnTo>
                  <a:lnTo>
                    <a:pt x="689694" y="998903"/>
                  </a:lnTo>
                  <a:lnTo>
                    <a:pt x="700793" y="1011043"/>
                  </a:lnTo>
                  <a:lnTo>
                    <a:pt x="709637" y="1024743"/>
                  </a:lnTo>
                  <a:lnTo>
                    <a:pt x="721950" y="1014684"/>
                  </a:lnTo>
                  <a:lnTo>
                    <a:pt x="749698" y="1002372"/>
                  </a:lnTo>
                  <a:lnTo>
                    <a:pt x="757675" y="992486"/>
                  </a:lnTo>
                  <a:lnTo>
                    <a:pt x="768254" y="998903"/>
                  </a:lnTo>
                  <a:lnTo>
                    <a:pt x="764091" y="1015551"/>
                  </a:lnTo>
                  <a:lnTo>
                    <a:pt x="763745" y="1030292"/>
                  </a:lnTo>
                  <a:lnTo>
                    <a:pt x="758195" y="1040697"/>
                  </a:lnTo>
                  <a:lnTo>
                    <a:pt x="738946" y="1044686"/>
                  </a:lnTo>
                  <a:lnTo>
                    <a:pt x="734090" y="1049715"/>
                  </a:lnTo>
                  <a:lnTo>
                    <a:pt x="733570" y="1060641"/>
                  </a:lnTo>
                  <a:lnTo>
                    <a:pt x="737038" y="1071566"/>
                  </a:lnTo>
                  <a:lnTo>
                    <a:pt x="744148" y="1076596"/>
                  </a:lnTo>
                  <a:lnTo>
                    <a:pt x="768080" y="1064283"/>
                  </a:lnTo>
                  <a:lnTo>
                    <a:pt x="764091" y="1078156"/>
                  </a:lnTo>
                  <a:lnTo>
                    <a:pt x="763398" y="1089429"/>
                  </a:lnTo>
                  <a:lnTo>
                    <a:pt x="767560" y="1097753"/>
                  </a:lnTo>
                  <a:lnTo>
                    <a:pt x="778485" y="1102955"/>
                  </a:lnTo>
                  <a:lnTo>
                    <a:pt x="751952" y="1122205"/>
                  </a:lnTo>
                  <a:lnTo>
                    <a:pt x="768774" y="1120991"/>
                  </a:lnTo>
                  <a:lnTo>
                    <a:pt x="824789" y="1103649"/>
                  </a:lnTo>
                  <a:lnTo>
                    <a:pt x="836928" y="1093071"/>
                  </a:lnTo>
                  <a:lnTo>
                    <a:pt x="830512" y="1085787"/>
                  </a:lnTo>
                  <a:lnTo>
                    <a:pt x="817852" y="1080411"/>
                  </a:lnTo>
                  <a:lnTo>
                    <a:pt x="808661" y="1073301"/>
                  </a:lnTo>
                  <a:lnTo>
                    <a:pt x="812996" y="1060988"/>
                  </a:lnTo>
                  <a:lnTo>
                    <a:pt x="826349" y="1045380"/>
                  </a:lnTo>
                  <a:lnTo>
                    <a:pt x="828777" y="1038269"/>
                  </a:lnTo>
                  <a:lnTo>
                    <a:pt x="831205" y="1025090"/>
                  </a:lnTo>
                  <a:lnTo>
                    <a:pt x="840050" y="1031506"/>
                  </a:lnTo>
                  <a:lnTo>
                    <a:pt x="854617" y="1039137"/>
                  </a:lnTo>
                  <a:lnTo>
                    <a:pt x="868144" y="1043819"/>
                  </a:lnTo>
                  <a:lnTo>
                    <a:pt x="874040" y="1041565"/>
                  </a:lnTo>
                  <a:lnTo>
                    <a:pt x="871959" y="1026997"/>
                  </a:lnTo>
                  <a:lnTo>
                    <a:pt x="861901" y="1005666"/>
                  </a:lnTo>
                  <a:lnTo>
                    <a:pt x="857565" y="993007"/>
                  </a:lnTo>
                  <a:lnTo>
                    <a:pt x="868144" y="997516"/>
                  </a:lnTo>
                  <a:lnTo>
                    <a:pt x="874907" y="990926"/>
                  </a:lnTo>
                  <a:lnTo>
                    <a:pt x="878376" y="979133"/>
                  </a:lnTo>
                  <a:lnTo>
                    <a:pt x="879243" y="968034"/>
                  </a:lnTo>
                  <a:lnTo>
                    <a:pt x="878549" y="952079"/>
                  </a:lnTo>
                  <a:lnTo>
                    <a:pt x="876468" y="949652"/>
                  </a:lnTo>
                  <a:close/>
                  <a:moveTo>
                    <a:pt x="639402" y="1013991"/>
                  </a:moveTo>
                  <a:lnTo>
                    <a:pt x="631771" y="1006533"/>
                  </a:lnTo>
                  <a:lnTo>
                    <a:pt x="618245" y="1007401"/>
                  </a:lnTo>
                  <a:lnTo>
                    <a:pt x="606279" y="1010349"/>
                  </a:lnTo>
                  <a:lnTo>
                    <a:pt x="598822" y="1013470"/>
                  </a:lnTo>
                  <a:lnTo>
                    <a:pt x="593619" y="1010869"/>
                  </a:lnTo>
                  <a:lnTo>
                    <a:pt x="584428" y="1003932"/>
                  </a:lnTo>
                  <a:lnTo>
                    <a:pt x="572462" y="999077"/>
                  </a:lnTo>
                  <a:lnTo>
                    <a:pt x="563444" y="1001331"/>
                  </a:lnTo>
                  <a:lnTo>
                    <a:pt x="557201" y="1008268"/>
                  </a:lnTo>
                  <a:lnTo>
                    <a:pt x="558935" y="1014511"/>
                  </a:lnTo>
                  <a:lnTo>
                    <a:pt x="564137" y="1014858"/>
                  </a:lnTo>
                  <a:lnTo>
                    <a:pt x="572982" y="1012083"/>
                  </a:lnTo>
                  <a:lnTo>
                    <a:pt x="586856" y="1016939"/>
                  </a:lnTo>
                  <a:lnTo>
                    <a:pt x="594313" y="1022835"/>
                  </a:lnTo>
                  <a:lnTo>
                    <a:pt x="592925" y="1029945"/>
                  </a:lnTo>
                  <a:lnTo>
                    <a:pt x="585468" y="1035842"/>
                  </a:lnTo>
                  <a:lnTo>
                    <a:pt x="589110" y="1038790"/>
                  </a:lnTo>
                  <a:lnTo>
                    <a:pt x="599169" y="1040350"/>
                  </a:lnTo>
                  <a:lnTo>
                    <a:pt x="601249" y="1046594"/>
                  </a:lnTo>
                  <a:lnTo>
                    <a:pt x="599689" y="1052837"/>
                  </a:lnTo>
                  <a:lnTo>
                    <a:pt x="606105" y="1053010"/>
                  </a:lnTo>
                  <a:lnTo>
                    <a:pt x="609227" y="1060467"/>
                  </a:lnTo>
                  <a:lnTo>
                    <a:pt x="614776" y="1067578"/>
                  </a:lnTo>
                  <a:lnTo>
                    <a:pt x="627609" y="1067404"/>
                  </a:lnTo>
                  <a:lnTo>
                    <a:pt x="635587" y="1057519"/>
                  </a:lnTo>
                  <a:lnTo>
                    <a:pt x="638708" y="1051796"/>
                  </a:lnTo>
                  <a:lnTo>
                    <a:pt x="632292" y="1046594"/>
                  </a:lnTo>
                  <a:lnTo>
                    <a:pt x="625875" y="1045380"/>
                  </a:lnTo>
                  <a:lnTo>
                    <a:pt x="625702" y="1042952"/>
                  </a:lnTo>
                  <a:lnTo>
                    <a:pt x="628823" y="1041044"/>
                  </a:lnTo>
                  <a:lnTo>
                    <a:pt x="636627" y="1044166"/>
                  </a:lnTo>
                  <a:lnTo>
                    <a:pt x="639922" y="1038443"/>
                  </a:lnTo>
                  <a:lnTo>
                    <a:pt x="637148" y="1033934"/>
                  </a:lnTo>
                  <a:lnTo>
                    <a:pt x="641310" y="1026303"/>
                  </a:lnTo>
                  <a:lnTo>
                    <a:pt x="639402" y="1013991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4" name="Freeform: Shape 44">
              <a:extLst>
                <a:ext uri="{FF2B5EF4-FFF2-40B4-BE49-F238E27FC236}">
                  <a16:creationId xmlns:a16="http://schemas.microsoft.com/office/drawing/2014/main" id="{A5F27CFB-A465-01ED-1C64-051D39F68764}"/>
                </a:ext>
              </a:extLst>
            </p:cNvPr>
            <p:cNvSpPr/>
            <p:nvPr/>
          </p:nvSpPr>
          <p:spPr>
            <a:xfrm>
              <a:off x="1272916" y="2263290"/>
              <a:ext cx="100931" cy="67287"/>
            </a:xfrm>
            <a:custGeom>
              <a:avLst/>
              <a:gdLst>
                <a:gd name="connsiteX0" fmla="*/ 70756 w 100931"/>
                <a:gd name="connsiteY0" fmla="*/ 0 h 67287"/>
                <a:gd name="connsiteX1" fmla="*/ 92433 w 100931"/>
                <a:gd name="connsiteY1" fmla="*/ 8324 h 67287"/>
                <a:gd name="connsiteX2" fmla="*/ 100931 w 100931"/>
                <a:gd name="connsiteY2" fmla="*/ 18903 h 67287"/>
                <a:gd name="connsiteX3" fmla="*/ 99717 w 100931"/>
                <a:gd name="connsiteY3" fmla="*/ 33297 h 67287"/>
                <a:gd name="connsiteX4" fmla="*/ 88965 w 100931"/>
                <a:gd name="connsiteY4" fmla="*/ 41101 h 67287"/>
                <a:gd name="connsiteX5" fmla="*/ 73877 w 100931"/>
                <a:gd name="connsiteY5" fmla="*/ 31910 h 67287"/>
                <a:gd name="connsiteX6" fmla="*/ 54107 w 100931"/>
                <a:gd name="connsiteY6" fmla="*/ 33644 h 67287"/>
                <a:gd name="connsiteX7" fmla="*/ 49945 w 100931"/>
                <a:gd name="connsiteY7" fmla="*/ 35551 h 67287"/>
                <a:gd name="connsiteX8" fmla="*/ 50119 w 100931"/>
                <a:gd name="connsiteY8" fmla="*/ 45610 h 67287"/>
                <a:gd name="connsiteX9" fmla="*/ 57749 w 100931"/>
                <a:gd name="connsiteY9" fmla="*/ 49425 h 67287"/>
                <a:gd name="connsiteX10" fmla="*/ 66767 w 100931"/>
                <a:gd name="connsiteY10" fmla="*/ 50986 h 67287"/>
                <a:gd name="connsiteX11" fmla="*/ 70929 w 100931"/>
                <a:gd name="connsiteY11" fmla="*/ 54801 h 67287"/>
                <a:gd name="connsiteX12" fmla="*/ 55148 w 100931"/>
                <a:gd name="connsiteY12" fmla="*/ 67287 h 67287"/>
                <a:gd name="connsiteX13" fmla="*/ 23585 w 100931"/>
                <a:gd name="connsiteY13" fmla="*/ 62778 h 67287"/>
                <a:gd name="connsiteX14" fmla="*/ 0 w 100931"/>
                <a:gd name="connsiteY14" fmla="*/ 42662 h 67287"/>
                <a:gd name="connsiteX15" fmla="*/ 8151 w 100931"/>
                <a:gd name="connsiteY15" fmla="*/ 7977 h 67287"/>
                <a:gd name="connsiteX16" fmla="*/ 27747 w 100931"/>
                <a:gd name="connsiteY16" fmla="*/ 15088 h 67287"/>
                <a:gd name="connsiteX17" fmla="*/ 70756 w 100931"/>
                <a:gd name="connsiteY17" fmla="*/ 0 h 6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0931" h="67287">
                  <a:moveTo>
                    <a:pt x="70756" y="0"/>
                  </a:moveTo>
                  <a:lnTo>
                    <a:pt x="92433" y="8324"/>
                  </a:lnTo>
                  <a:lnTo>
                    <a:pt x="100931" y="18903"/>
                  </a:lnTo>
                  <a:lnTo>
                    <a:pt x="99717" y="33297"/>
                  </a:lnTo>
                  <a:lnTo>
                    <a:pt x="88965" y="41101"/>
                  </a:lnTo>
                  <a:lnTo>
                    <a:pt x="73877" y="31910"/>
                  </a:lnTo>
                  <a:lnTo>
                    <a:pt x="54107" y="33644"/>
                  </a:lnTo>
                  <a:lnTo>
                    <a:pt x="49945" y="35551"/>
                  </a:lnTo>
                  <a:lnTo>
                    <a:pt x="50119" y="45610"/>
                  </a:lnTo>
                  <a:lnTo>
                    <a:pt x="57749" y="49425"/>
                  </a:lnTo>
                  <a:lnTo>
                    <a:pt x="66767" y="50986"/>
                  </a:lnTo>
                  <a:lnTo>
                    <a:pt x="70929" y="54801"/>
                  </a:lnTo>
                  <a:lnTo>
                    <a:pt x="55148" y="67287"/>
                  </a:lnTo>
                  <a:lnTo>
                    <a:pt x="23585" y="62778"/>
                  </a:lnTo>
                  <a:lnTo>
                    <a:pt x="0" y="42662"/>
                  </a:lnTo>
                  <a:lnTo>
                    <a:pt x="8151" y="7977"/>
                  </a:lnTo>
                  <a:lnTo>
                    <a:pt x="27747" y="15088"/>
                  </a:lnTo>
                  <a:lnTo>
                    <a:pt x="70756" y="0"/>
                  </a:lnTo>
                  <a:close/>
                </a:path>
              </a:pathLst>
            </a:custGeom>
            <a:grpFill/>
            <a:ln w="17327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5" name="Freeform: Shape 43">
              <a:extLst>
                <a:ext uri="{FF2B5EF4-FFF2-40B4-BE49-F238E27FC236}">
                  <a16:creationId xmlns:a16="http://schemas.microsoft.com/office/drawing/2014/main" id="{4C68DAED-58BF-846A-831F-5ABDFC17CB47}"/>
                </a:ext>
              </a:extLst>
            </p:cNvPr>
            <p:cNvSpPr/>
            <p:nvPr/>
          </p:nvSpPr>
          <p:spPr>
            <a:xfrm>
              <a:off x="1319392" y="2401680"/>
              <a:ext cx="40580" cy="46650"/>
            </a:xfrm>
            <a:custGeom>
              <a:avLst/>
              <a:gdLst>
                <a:gd name="connsiteX0" fmla="*/ 27574 w 40580"/>
                <a:gd name="connsiteY0" fmla="*/ 0 h 46650"/>
                <a:gd name="connsiteX1" fmla="*/ 33297 w 40580"/>
                <a:gd name="connsiteY1" fmla="*/ 694 h 46650"/>
                <a:gd name="connsiteX2" fmla="*/ 39366 w 40580"/>
                <a:gd name="connsiteY2" fmla="*/ 3988 h 46650"/>
                <a:gd name="connsiteX3" fmla="*/ 40580 w 40580"/>
                <a:gd name="connsiteY3" fmla="*/ 9885 h 46650"/>
                <a:gd name="connsiteX4" fmla="*/ 37112 w 40580"/>
                <a:gd name="connsiteY4" fmla="*/ 18729 h 46650"/>
                <a:gd name="connsiteX5" fmla="*/ 34684 w 40580"/>
                <a:gd name="connsiteY5" fmla="*/ 28788 h 46650"/>
                <a:gd name="connsiteX6" fmla="*/ 31562 w 40580"/>
                <a:gd name="connsiteY6" fmla="*/ 37285 h 46650"/>
                <a:gd name="connsiteX7" fmla="*/ 25839 w 40580"/>
                <a:gd name="connsiteY7" fmla="*/ 40407 h 46650"/>
                <a:gd name="connsiteX8" fmla="*/ 19770 w 40580"/>
                <a:gd name="connsiteY8" fmla="*/ 39887 h 46650"/>
                <a:gd name="connsiteX9" fmla="*/ 14741 w 40580"/>
                <a:gd name="connsiteY9" fmla="*/ 41794 h 46650"/>
                <a:gd name="connsiteX10" fmla="*/ 10752 w 40580"/>
                <a:gd name="connsiteY10" fmla="*/ 45956 h 46650"/>
                <a:gd name="connsiteX11" fmla="*/ 8671 w 40580"/>
                <a:gd name="connsiteY11" fmla="*/ 46650 h 46650"/>
                <a:gd name="connsiteX12" fmla="*/ 8671 w 40580"/>
                <a:gd name="connsiteY12" fmla="*/ 44049 h 46650"/>
                <a:gd name="connsiteX13" fmla="*/ 8844 w 40580"/>
                <a:gd name="connsiteY13" fmla="*/ 42835 h 46650"/>
                <a:gd name="connsiteX14" fmla="*/ 6243 w 40580"/>
                <a:gd name="connsiteY14" fmla="*/ 37979 h 46650"/>
                <a:gd name="connsiteX15" fmla="*/ 0 w 40580"/>
                <a:gd name="connsiteY15" fmla="*/ 30002 h 46650"/>
                <a:gd name="connsiteX16" fmla="*/ 2254 w 40580"/>
                <a:gd name="connsiteY16" fmla="*/ 22198 h 46650"/>
                <a:gd name="connsiteX17" fmla="*/ 15261 w 40580"/>
                <a:gd name="connsiteY17" fmla="*/ 11792 h 46650"/>
                <a:gd name="connsiteX18" fmla="*/ 23585 w 40580"/>
                <a:gd name="connsiteY18" fmla="*/ 3121 h 46650"/>
                <a:gd name="connsiteX19" fmla="*/ 27574 w 40580"/>
                <a:gd name="connsiteY19" fmla="*/ 0 h 46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580" h="46650">
                  <a:moveTo>
                    <a:pt x="27574" y="0"/>
                  </a:moveTo>
                  <a:lnTo>
                    <a:pt x="33297" y="694"/>
                  </a:lnTo>
                  <a:lnTo>
                    <a:pt x="39366" y="3988"/>
                  </a:lnTo>
                  <a:lnTo>
                    <a:pt x="40580" y="9885"/>
                  </a:lnTo>
                  <a:lnTo>
                    <a:pt x="37112" y="18729"/>
                  </a:lnTo>
                  <a:lnTo>
                    <a:pt x="34684" y="28788"/>
                  </a:lnTo>
                  <a:lnTo>
                    <a:pt x="31562" y="37285"/>
                  </a:lnTo>
                  <a:lnTo>
                    <a:pt x="25839" y="40407"/>
                  </a:lnTo>
                  <a:lnTo>
                    <a:pt x="19770" y="39887"/>
                  </a:lnTo>
                  <a:lnTo>
                    <a:pt x="14741" y="41794"/>
                  </a:lnTo>
                  <a:lnTo>
                    <a:pt x="10752" y="45956"/>
                  </a:lnTo>
                  <a:lnTo>
                    <a:pt x="8671" y="46650"/>
                  </a:lnTo>
                  <a:lnTo>
                    <a:pt x="8671" y="44049"/>
                  </a:lnTo>
                  <a:lnTo>
                    <a:pt x="8844" y="42835"/>
                  </a:lnTo>
                  <a:lnTo>
                    <a:pt x="6243" y="37979"/>
                  </a:lnTo>
                  <a:lnTo>
                    <a:pt x="0" y="30002"/>
                  </a:lnTo>
                  <a:lnTo>
                    <a:pt x="2254" y="22198"/>
                  </a:lnTo>
                  <a:lnTo>
                    <a:pt x="15261" y="11792"/>
                  </a:lnTo>
                  <a:lnTo>
                    <a:pt x="23585" y="3121"/>
                  </a:lnTo>
                  <a:lnTo>
                    <a:pt x="27574" y="0"/>
                  </a:lnTo>
                  <a:close/>
                </a:path>
              </a:pathLst>
            </a:custGeom>
            <a:grpFill/>
            <a:ln w="17327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6" name="Freeform: Shape 41">
              <a:extLst>
                <a:ext uri="{FF2B5EF4-FFF2-40B4-BE49-F238E27FC236}">
                  <a16:creationId xmlns:a16="http://schemas.microsoft.com/office/drawing/2014/main" id="{A84CCB3D-3A7D-3605-1AA9-6C2EE77F576F}"/>
                </a:ext>
              </a:extLst>
            </p:cNvPr>
            <p:cNvSpPr/>
            <p:nvPr/>
          </p:nvSpPr>
          <p:spPr>
            <a:xfrm>
              <a:off x="1691391" y="2226124"/>
              <a:ext cx="21157" cy="27053"/>
            </a:xfrm>
            <a:custGeom>
              <a:avLst/>
              <a:gdLst>
                <a:gd name="connsiteX0" fmla="*/ 6936 w 21157"/>
                <a:gd name="connsiteY0" fmla="*/ 0 h 27053"/>
                <a:gd name="connsiteX1" fmla="*/ 15781 w 21157"/>
                <a:gd name="connsiteY1" fmla="*/ 1387 h 27053"/>
                <a:gd name="connsiteX2" fmla="*/ 21157 w 21157"/>
                <a:gd name="connsiteY2" fmla="*/ 7110 h 27053"/>
                <a:gd name="connsiteX3" fmla="*/ 18729 w 21157"/>
                <a:gd name="connsiteY3" fmla="*/ 17689 h 27053"/>
                <a:gd name="connsiteX4" fmla="*/ 11272 w 21157"/>
                <a:gd name="connsiteY4" fmla="*/ 24972 h 27053"/>
                <a:gd name="connsiteX5" fmla="*/ 6763 w 21157"/>
                <a:gd name="connsiteY5" fmla="*/ 27053 h 27053"/>
                <a:gd name="connsiteX6" fmla="*/ 4162 w 21157"/>
                <a:gd name="connsiteY6" fmla="*/ 21677 h 27053"/>
                <a:gd name="connsiteX7" fmla="*/ 0 w 21157"/>
                <a:gd name="connsiteY7" fmla="*/ 9538 h 27053"/>
                <a:gd name="connsiteX8" fmla="*/ 867 w 21157"/>
                <a:gd name="connsiteY8" fmla="*/ 1040 h 27053"/>
                <a:gd name="connsiteX9" fmla="*/ 6936 w 21157"/>
                <a:gd name="connsiteY9" fmla="*/ 0 h 27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157" h="27053">
                  <a:moveTo>
                    <a:pt x="6936" y="0"/>
                  </a:moveTo>
                  <a:lnTo>
                    <a:pt x="15781" y="1387"/>
                  </a:lnTo>
                  <a:lnTo>
                    <a:pt x="21157" y="7110"/>
                  </a:lnTo>
                  <a:lnTo>
                    <a:pt x="18729" y="17689"/>
                  </a:lnTo>
                  <a:lnTo>
                    <a:pt x="11272" y="24972"/>
                  </a:lnTo>
                  <a:lnTo>
                    <a:pt x="6763" y="27053"/>
                  </a:lnTo>
                  <a:lnTo>
                    <a:pt x="4162" y="21677"/>
                  </a:lnTo>
                  <a:lnTo>
                    <a:pt x="0" y="9538"/>
                  </a:lnTo>
                  <a:lnTo>
                    <a:pt x="867" y="1040"/>
                  </a:lnTo>
                  <a:lnTo>
                    <a:pt x="6936" y="0"/>
                  </a:lnTo>
                  <a:close/>
                </a:path>
              </a:pathLst>
            </a:custGeom>
            <a:grpFill/>
            <a:ln w="17327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7" name="Freeform: Shape 40">
              <a:extLst>
                <a:ext uri="{FF2B5EF4-FFF2-40B4-BE49-F238E27FC236}">
                  <a16:creationId xmlns:a16="http://schemas.microsoft.com/office/drawing/2014/main" id="{158B9A9C-3FD9-A0A2-FE2B-EEAFCD695B28}"/>
                </a:ext>
              </a:extLst>
            </p:cNvPr>
            <p:cNvSpPr/>
            <p:nvPr/>
          </p:nvSpPr>
          <p:spPr>
            <a:xfrm>
              <a:off x="1786191" y="2486850"/>
              <a:ext cx="54801" cy="54974"/>
            </a:xfrm>
            <a:custGeom>
              <a:avLst/>
              <a:gdLst>
                <a:gd name="connsiteX0" fmla="*/ 12486 w 54801"/>
                <a:gd name="connsiteY0" fmla="*/ 0 h 54974"/>
                <a:gd name="connsiteX1" fmla="*/ 18729 w 54801"/>
                <a:gd name="connsiteY1" fmla="*/ 4335 h 54974"/>
                <a:gd name="connsiteX2" fmla="*/ 24105 w 54801"/>
                <a:gd name="connsiteY2" fmla="*/ 13526 h 54974"/>
                <a:gd name="connsiteX3" fmla="*/ 29655 w 54801"/>
                <a:gd name="connsiteY3" fmla="*/ 18035 h 54974"/>
                <a:gd name="connsiteX4" fmla="*/ 48904 w 54801"/>
                <a:gd name="connsiteY4" fmla="*/ 28094 h 54974"/>
                <a:gd name="connsiteX5" fmla="*/ 54801 w 54801"/>
                <a:gd name="connsiteY5" fmla="*/ 34510 h 54974"/>
                <a:gd name="connsiteX6" fmla="*/ 51506 w 54801"/>
                <a:gd name="connsiteY6" fmla="*/ 40580 h 54974"/>
                <a:gd name="connsiteX7" fmla="*/ 41621 w 54801"/>
                <a:gd name="connsiteY7" fmla="*/ 50638 h 54974"/>
                <a:gd name="connsiteX8" fmla="*/ 34684 w 54801"/>
                <a:gd name="connsiteY8" fmla="*/ 53587 h 54974"/>
                <a:gd name="connsiteX9" fmla="*/ 25666 w 54801"/>
                <a:gd name="connsiteY9" fmla="*/ 54974 h 54974"/>
                <a:gd name="connsiteX10" fmla="*/ 18035 w 54801"/>
                <a:gd name="connsiteY10" fmla="*/ 51505 h 54974"/>
                <a:gd name="connsiteX11" fmla="*/ 13006 w 54801"/>
                <a:gd name="connsiteY11" fmla="*/ 42661 h 54974"/>
                <a:gd name="connsiteX12" fmla="*/ 10925 w 54801"/>
                <a:gd name="connsiteY12" fmla="*/ 37632 h 54974"/>
                <a:gd name="connsiteX13" fmla="*/ 8844 w 54801"/>
                <a:gd name="connsiteY13" fmla="*/ 38326 h 54974"/>
                <a:gd name="connsiteX14" fmla="*/ 3295 w 54801"/>
                <a:gd name="connsiteY14" fmla="*/ 41447 h 54974"/>
                <a:gd name="connsiteX15" fmla="*/ 0 w 54801"/>
                <a:gd name="connsiteY15" fmla="*/ 40407 h 54974"/>
                <a:gd name="connsiteX16" fmla="*/ 0 w 54801"/>
                <a:gd name="connsiteY16" fmla="*/ 36938 h 54974"/>
                <a:gd name="connsiteX17" fmla="*/ 2428 w 54801"/>
                <a:gd name="connsiteY17" fmla="*/ 20984 h 54974"/>
                <a:gd name="connsiteX18" fmla="*/ 6763 w 54801"/>
                <a:gd name="connsiteY18" fmla="*/ 7804 h 54974"/>
                <a:gd name="connsiteX19" fmla="*/ 12486 w 54801"/>
                <a:gd name="connsiteY19" fmla="*/ 0 h 5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801" h="54974">
                  <a:moveTo>
                    <a:pt x="12486" y="0"/>
                  </a:moveTo>
                  <a:lnTo>
                    <a:pt x="18729" y="4335"/>
                  </a:lnTo>
                  <a:lnTo>
                    <a:pt x="24105" y="13526"/>
                  </a:lnTo>
                  <a:lnTo>
                    <a:pt x="29655" y="18035"/>
                  </a:lnTo>
                  <a:lnTo>
                    <a:pt x="48904" y="28094"/>
                  </a:lnTo>
                  <a:lnTo>
                    <a:pt x="54801" y="34510"/>
                  </a:lnTo>
                  <a:lnTo>
                    <a:pt x="51506" y="40580"/>
                  </a:lnTo>
                  <a:lnTo>
                    <a:pt x="41621" y="50638"/>
                  </a:lnTo>
                  <a:lnTo>
                    <a:pt x="34684" y="53587"/>
                  </a:lnTo>
                  <a:lnTo>
                    <a:pt x="25666" y="54974"/>
                  </a:lnTo>
                  <a:lnTo>
                    <a:pt x="18035" y="51505"/>
                  </a:lnTo>
                  <a:lnTo>
                    <a:pt x="13006" y="42661"/>
                  </a:lnTo>
                  <a:lnTo>
                    <a:pt x="10925" y="37632"/>
                  </a:lnTo>
                  <a:lnTo>
                    <a:pt x="8844" y="38326"/>
                  </a:lnTo>
                  <a:lnTo>
                    <a:pt x="3295" y="41447"/>
                  </a:lnTo>
                  <a:lnTo>
                    <a:pt x="0" y="40407"/>
                  </a:lnTo>
                  <a:lnTo>
                    <a:pt x="0" y="36938"/>
                  </a:lnTo>
                  <a:lnTo>
                    <a:pt x="2428" y="20984"/>
                  </a:lnTo>
                  <a:lnTo>
                    <a:pt x="6763" y="7804"/>
                  </a:lnTo>
                  <a:lnTo>
                    <a:pt x="12486" y="0"/>
                  </a:lnTo>
                  <a:close/>
                </a:path>
              </a:pathLst>
            </a:custGeom>
            <a:grpFill/>
            <a:ln w="17327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8" name="Freeform: Shape 39">
              <a:extLst>
                <a:ext uri="{FF2B5EF4-FFF2-40B4-BE49-F238E27FC236}">
                  <a16:creationId xmlns:a16="http://schemas.microsoft.com/office/drawing/2014/main" id="{1B3D597B-95FD-636F-0F07-CA90ECD36EA8}"/>
                </a:ext>
              </a:extLst>
            </p:cNvPr>
            <p:cNvSpPr/>
            <p:nvPr/>
          </p:nvSpPr>
          <p:spPr>
            <a:xfrm>
              <a:off x="2045849" y="1519922"/>
              <a:ext cx="1006360" cy="1302909"/>
            </a:xfrm>
            <a:custGeom>
              <a:avLst/>
              <a:gdLst>
                <a:gd name="connsiteX0" fmla="*/ 336956 w 1006360"/>
                <a:gd name="connsiteY0" fmla="*/ 0 h 1302909"/>
                <a:gd name="connsiteX1" fmla="*/ 352217 w 1006360"/>
                <a:gd name="connsiteY1" fmla="*/ 7457 h 1302909"/>
                <a:gd name="connsiteX2" fmla="*/ 379444 w 1006360"/>
                <a:gd name="connsiteY2" fmla="*/ 24799 h 1302909"/>
                <a:gd name="connsiteX3" fmla="*/ 391063 w 1006360"/>
                <a:gd name="connsiteY3" fmla="*/ 32083 h 1302909"/>
                <a:gd name="connsiteX4" fmla="*/ 397480 w 1006360"/>
                <a:gd name="connsiteY4" fmla="*/ 47517 h 1302909"/>
                <a:gd name="connsiteX5" fmla="*/ 405804 w 1006360"/>
                <a:gd name="connsiteY5" fmla="*/ 54281 h 1302909"/>
                <a:gd name="connsiteX6" fmla="*/ 412914 w 1006360"/>
                <a:gd name="connsiteY6" fmla="*/ 62778 h 1302909"/>
                <a:gd name="connsiteX7" fmla="*/ 418290 w 1006360"/>
                <a:gd name="connsiteY7" fmla="*/ 79080 h 1302909"/>
                <a:gd name="connsiteX8" fmla="*/ 426788 w 1006360"/>
                <a:gd name="connsiteY8" fmla="*/ 91566 h 1302909"/>
                <a:gd name="connsiteX9" fmla="*/ 436326 w 1006360"/>
                <a:gd name="connsiteY9" fmla="*/ 90352 h 1302909"/>
                <a:gd name="connsiteX10" fmla="*/ 445517 w 1006360"/>
                <a:gd name="connsiteY10" fmla="*/ 99890 h 1302909"/>
                <a:gd name="connsiteX11" fmla="*/ 471530 w 1006360"/>
                <a:gd name="connsiteY11" fmla="*/ 123476 h 1302909"/>
                <a:gd name="connsiteX12" fmla="*/ 499971 w 1006360"/>
                <a:gd name="connsiteY12" fmla="*/ 137002 h 1302909"/>
                <a:gd name="connsiteX13" fmla="*/ 510030 w 1006360"/>
                <a:gd name="connsiteY13" fmla="*/ 121221 h 1302909"/>
                <a:gd name="connsiteX14" fmla="*/ 510203 w 1006360"/>
                <a:gd name="connsiteY14" fmla="*/ 88791 h 1302909"/>
                <a:gd name="connsiteX15" fmla="*/ 512284 w 1006360"/>
                <a:gd name="connsiteY15" fmla="*/ 78733 h 1302909"/>
                <a:gd name="connsiteX16" fmla="*/ 518180 w 1006360"/>
                <a:gd name="connsiteY16" fmla="*/ 72490 h 1302909"/>
                <a:gd name="connsiteX17" fmla="*/ 523730 w 1006360"/>
                <a:gd name="connsiteY17" fmla="*/ 75958 h 1302909"/>
                <a:gd name="connsiteX18" fmla="*/ 524944 w 1006360"/>
                <a:gd name="connsiteY18" fmla="*/ 85670 h 1302909"/>
                <a:gd name="connsiteX19" fmla="*/ 527719 w 1006360"/>
                <a:gd name="connsiteY19" fmla="*/ 95208 h 1302909"/>
                <a:gd name="connsiteX20" fmla="*/ 543326 w 1006360"/>
                <a:gd name="connsiteY20" fmla="*/ 105787 h 1302909"/>
                <a:gd name="connsiteX21" fmla="*/ 561015 w 1006360"/>
                <a:gd name="connsiteY21" fmla="*/ 102838 h 1302909"/>
                <a:gd name="connsiteX22" fmla="*/ 572461 w 1006360"/>
                <a:gd name="connsiteY22" fmla="*/ 91219 h 1302909"/>
                <a:gd name="connsiteX23" fmla="*/ 582693 w 1006360"/>
                <a:gd name="connsiteY23" fmla="*/ 77866 h 1302909"/>
                <a:gd name="connsiteX24" fmla="*/ 588069 w 1006360"/>
                <a:gd name="connsiteY24" fmla="*/ 73704 h 1302909"/>
                <a:gd name="connsiteX25" fmla="*/ 594312 w 1006360"/>
                <a:gd name="connsiteY25" fmla="*/ 72316 h 1302909"/>
                <a:gd name="connsiteX26" fmla="*/ 600555 w 1006360"/>
                <a:gd name="connsiteY26" fmla="*/ 74051 h 1302909"/>
                <a:gd name="connsiteX27" fmla="*/ 605758 w 1006360"/>
                <a:gd name="connsiteY27" fmla="*/ 78386 h 1302909"/>
                <a:gd name="connsiteX28" fmla="*/ 602636 w 1006360"/>
                <a:gd name="connsiteY28" fmla="*/ 84803 h 1302909"/>
                <a:gd name="connsiteX29" fmla="*/ 598301 w 1006360"/>
                <a:gd name="connsiteY29" fmla="*/ 91393 h 1302909"/>
                <a:gd name="connsiteX30" fmla="*/ 592231 w 1006360"/>
                <a:gd name="connsiteY30" fmla="*/ 108908 h 1302909"/>
                <a:gd name="connsiteX31" fmla="*/ 592578 w 1006360"/>
                <a:gd name="connsiteY31" fmla="*/ 127464 h 1302909"/>
                <a:gd name="connsiteX32" fmla="*/ 604891 w 1006360"/>
                <a:gd name="connsiteY32" fmla="*/ 138563 h 1302909"/>
                <a:gd name="connsiteX33" fmla="*/ 616857 w 1006360"/>
                <a:gd name="connsiteY33" fmla="*/ 145847 h 1302909"/>
                <a:gd name="connsiteX34" fmla="*/ 646512 w 1006360"/>
                <a:gd name="connsiteY34" fmla="*/ 153130 h 1302909"/>
                <a:gd name="connsiteX35" fmla="*/ 678768 w 1006360"/>
                <a:gd name="connsiteY35" fmla="*/ 141685 h 1302909"/>
                <a:gd name="connsiteX36" fmla="*/ 691948 w 1006360"/>
                <a:gd name="connsiteY36" fmla="*/ 151049 h 1302909"/>
                <a:gd name="connsiteX37" fmla="*/ 697151 w 1006360"/>
                <a:gd name="connsiteY37" fmla="*/ 150356 h 1302909"/>
                <a:gd name="connsiteX38" fmla="*/ 701313 w 1006360"/>
                <a:gd name="connsiteY38" fmla="*/ 146367 h 1302909"/>
                <a:gd name="connsiteX39" fmla="*/ 707382 w 1006360"/>
                <a:gd name="connsiteY39" fmla="*/ 145327 h 1302909"/>
                <a:gd name="connsiteX40" fmla="*/ 712585 w 1006360"/>
                <a:gd name="connsiteY40" fmla="*/ 149835 h 1302909"/>
                <a:gd name="connsiteX41" fmla="*/ 720042 w 1006360"/>
                <a:gd name="connsiteY41" fmla="*/ 173074 h 1302909"/>
                <a:gd name="connsiteX42" fmla="*/ 724031 w 1006360"/>
                <a:gd name="connsiteY42" fmla="*/ 219377 h 1302909"/>
                <a:gd name="connsiteX43" fmla="*/ 733569 w 1006360"/>
                <a:gd name="connsiteY43" fmla="*/ 245390 h 1302909"/>
                <a:gd name="connsiteX44" fmla="*/ 753512 w 1006360"/>
                <a:gd name="connsiteY44" fmla="*/ 259958 h 1302909"/>
                <a:gd name="connsiteX45" fmla="*/ 771895 w 1006360"/>
                <a:gd name="connsiteY45" fmla="*/ 258744 h 1302909"/>
                <a:gd name="connsiteX46" fmla="*/ 789064 w 1006360"/>
                <a:gd name="connsiteY46" fmla="*/ 259611 h 1302909"/>
                <a:gd name="connsiteX47" fmla="*/ 799816 w 1006360"/>
                <a:gd name="connsiteY47" fmla="*/ 288572 h 1302909"/>
                <a:gd name="connsiteX48" fmla="*/ 814209 w 1006360"/>
                <a:gd name="connsiteY48" fmla="*/ 295162 h 1302909"/>
                <a:gd name="connsiteX49" fmla="*/ 829297 w 1006360"/>
                <a:gd name="connsiteY49" fmla="*/ 298284 h 1302909"/>
                <a:gd name="connsiteX50" fmla="*/ 847680 w 1006360"/>
                <a:gd name="connsiteY50" fmla="*/ 326378 h 1302909"/>
                <a:gd name="connsiteX51" fmla="*/ 843691 w 1006360"/>
                <a:gd name="connsiteY51" fmla="*/ 366091 h 1302909"/>
                <a:gd name="connsiteX52" fmla="*/ 834847 w 1006360"/>
                <a:gd name="connsiteY52" fmla="*/ 379791 h 1302909"/>
                <a:gd name="connsiteX53" fmla="*/ 818892 w 1006360"/>
                <a:gd name="connsiteY53" fmla="*/ 384994 h 1302909"/>
                <a:gd name="connsiteX54" fmla="*/ 779525 w 1006360"/>
                <a:gd name="connsiteY54" fmla="*/ 413955 h 1302909"/>
                <a:gd name="connsiteX55" fmla="*/ 781086 w 1006360"/>
                <a:gd name="connsiteY55" fmla="*/ 429043 h 1302909"/>
                <a:gd name="connsiteX56" fmla="*/ 781260 w 1006360"/>
                <a:gd name="connsiteY56" fmla="*/ 444997 h 1302909"/>
                <a:gd name="connsiteX57" fmla="*/ 776751 w 1006360"/>
                <a:gd name="connsiteY57" fmla="*/ 458351 h 1302909"/>
                <a:gd name="connsiteX58" fmla="*/ 782994 w 1006360"/>
                <a:gd name="connsiteY58" fmla="*/ 476040 h 1302909"/>
                <a:gd name="connsiteX59" fmla="*/ 786809 w 1006360"/>
                <a:gd name="connsiteY59" fmla="*/ 493729 h 1302909"/>
                <a:gd name="connsiteX60" fmla="*/ 764264 w 1006360"/>
                <a:gd name="connsiteY60" fmla="*/ 520262 h 1302909"/>
                <a:gd name="connsiteX61" fmla="*/ 773456 w 1006360"/>
                <a:gd name="connsiteY61" fmla="*/ 532228 h 1302909"/>
                <a:gd name="connsiteX62" fmla="*/ 793919 w 1006360"/>
                <a:gd name="connsiteY62" fmla="*/ 525638 h 1302909"/>
                <a:gd name="connsiteX63" fmla="*/ 793746 w 1006360"/>
                <a:gd name="connsiteY63" fmla="*/ 545408 h 1302909"/>
                <a:gd name="connsiteX64" fmla="*/ 790624 w 1006360"/>
                <a:gd name="connsiteY64" fmla="*/ 564658 h 1302909"/>
                <a:gd name="connsiteX65" fmla="*/ 782474 w 1006360"/>
                <a:gd name="connsiteY65" fmla="*/ 581306 h 1302909"/>
                <a:gd name="connsiteX66" fmla="*/ 781086 w 1006360"/>
                <a:gd name="connsiteY66" fmla="*/ 597087 h 1302909"/>
                <a:gd name="connsiteX67" fmla="*/ 798255 w 1006360"/>
                <a:gd name="connsiteY67" fmla="*/ 611655 h 1302909"/>
                <a:gd name="connsiteX68" fmla="*/ 819065 w 1006360"/>
                <a:gd name="connsiteY68" fmla="*/ 605065 h 1302909"/>
                <a:gd name="connsiteX69" fmla="*/ 840396 w 1006360"/>
                <a:gd name="connsiteY69" fmla="*/ 608360 h 1302909"/>
                <a:gd name="connsiteX70" fmla="*/ 859819 w 1006360"/>
                <a:gd name="connsiteY70" fmla="*/ 621193 h 1302909"/>
                <a:gd name="connsiteX71" fmla="*/ 879416 w 1006360"/>
                <a:gd name="connsiteY71" fmla="*/ 629170 h 1302909"/>
                <a:gd name="connsiteX72" fmla="*/ 922944 w 1006360"/>
                <a:gd name="connsiteY72" fmla="*/ 653276 h 1302909"/>
                <a:gd name="connsiteX73" fmla="*/ 948957 w 1006360"/>
                <a:gd name="connsiteY73" fmla="*/ 656744 h 1302909"/>
                <a:gd name="connsiteX74" fmla="*/ 967860 w 1006360"/>
                <a:gd name="connsiteY74" fmla="*/ 663854 h 1302909"/>
                <a:gd name="connsiteX75" fmla="*/ 986243 w 1006360"/>
                <a:gd name="connsiteY75" fmla="*/ 665935 h 1302909"/>
                <a:gd name="connsiteX76" fmla="*/ 997689 w 1006360"/>
                <a:gd name="connsiteY76" fmla="*/ 675820 h 1302909"/>
                <a:gd name="connsiteX77" fmla="*/ 1006360 w 1006360"/>
                <a:gd name="connsiteY77" fmla="*/ 690908 h 1302909"/>
                <a:gd name="connsiteX78" fmla="*/ 998209 w 1006360"/>
                <a:gd name="connsiteY78" fmla="*/ 708250 h 1302909"/>
                <a:gd name="connsiteX79" fmla="*/ 982774 w 1006360"/>
                <a:gd name="connsiteY79" fmla="*/ 714667 h 1302909"/>
                <a:gd name="connsiteX80" fmla="*/ 968381 w 1006360"/>
                <a:gd name="connsiteY80" fmla="*/ 732182 h 1302909"/>
                <a:gd name="connsiteX81" fmla="*/ 958149 w 1006360"/>
                <a:gd name="connsiteY81" fmla="*/ 749871 h 1302909"/>
                <a:gd name="connsiteX82" fmla="*/ 962658 w 1006360"/>
                <a:gd name="connsiteY82" fmla="*/ 771722 h 1302909"/>
                <a:gd name="connsiteX83" fmla="*/ 956761 w 1006360"/>
                <a:gd name="connsiteY83" fmla="*/ 793573 h 1302909"/>
                <a:gd name="connsiteX84" fmla="*/ 909071 w 1006360"/>
                <a:gd name="connsiteY84" fmla="*/ 895544 h 1302909"/>
                <a:gd name="connsiteX85" fmla="*/ 874733 w 1006360"/>
                <a:gd name="connsiteY85" fmla="*/ 980174 h 1302909"/>
                <a:gd name="connsiteX86" fmla="*/ 832766 w 1006360"/>
                <a:gd name="connsiteY86" fmla="*/ 1058040 h 1302909"/>
                <a:gd name="connsiteX87" fmla="*/ 827390 w 1006360"/>
                <a:gd name="connsiteY87" fmla="*/ 1068445 h 1302909"/>
                <a:gd name="connsiteX88" fmla="*/ 821146 w 1006360"/>
                <a:gd name="connsiteY88" fmla="*/ 1077810 h 1302909"/>
                <a:gd name="connsiteX89" fmla="*/ 814903 w 1006360"/>
                <a:gd name="connsiteY89" fmla="*/ 1082145 h 1302909"/>
                <a:gd name="connsiteX90" fmla="*/ 808833 w 1006360"/>
                <a:gd name="connsiteY90" fmla="*/ 1087001 h 1302909"/>
                <a:gd name="connsiteX91" fmla="*/ 804325 w 1006360"/>
                <a:gd name="connsiteY91" fmla="*/ 1094631 h 1302909"/>
                <a:gd name="connsiteX92" fmla="*/ 800509 w 1006360"/>
                <a:gd name="connsiteY92" fmla="*/ 1102955 h 1302909"/>
                <a:gd name="connsiteX93" fmla="*/ 763571 w 1006360"/>
                <a:gd name="connsiteY93" fmla="*/ 1171804 h 1302909"/>
                <a:gd name="connsiteX94" fmla="*/ 744148 w 1006360"/>
                <a:gd name="connsiteY94" fmla="*/ 1185330 h 1302909"/>
                <a:gd name="connsiteX95" fmla="*/ 739812 w 1006360"/>
                <a:gd name="connsiteY95" fmla="*/ 1179434 h 1302909"/>
                <a:gd name="connsiteX96" fmla="*/ 724724 w 1006360"/>
                <a:gd name="connsiteY96" fmla="*/ 1176312 h 1302909"/>
                <a:gd name="connsiteX97" fmla="*/ 712759 w 1006360"/>
                <a:gd name="connsiteY97" fmla="*/ 1189146 h 1302909"/>
                <a:gd name="connsiteX98" fmla="*/ 706342 w 1006360"/>
                <a:gd name="connsiteY98" fmla="*/ 1205274 h 1302909"/>
                <a:gd name="connsiteX99" fmla="*/ 696977 w 1006360"/>
                <a:gd name="connsiteY99" fmla="*/ 1217413 h 1302909"/>
                <a:gd name="connsiteX100" fmla="*/ 677207 w 1006360"/>
                <a:gd name="connsiteY100" fmla="*/ 1226084 h 1302909"/>
                <a:gd name="connsiteX101" fmla="*/ 664548 w 1006360"/>
                <a:gd name="connsiteY101" fmla="*/ 1239784 h 1302909"/>
                <a:gd name="connsiteX102" fmla="*/ 657611 w 1006360"/>
                <a:gd name="connsiteY102" fmla="*/ 1268225 h 1302909"/>
                <a:gd name="connsiteX103" fmla="*/ 631771 w 1006360"/>
                <a:gd name="connsiteY103" fmla="*/ 1276896 h 1302909"/>
                <a:gd name="connsiteX104" fmla="*/ 598821 w 1006360"/>
                <a:gd name="connsiteY104" fmla="*/ 1292678 h 1302909"/>
                <a:gd name="connsiteX105" fmla="*/ 564137 w 1006360"/>
                <a:gd name="connsiteY105" fmla="*/ 1302909 h 1302909"/>
                <a:gd name="connsiteX106" fmla="*/ 527545 w 1006360"/>
                <a:gd name="connsiteY106" fmla="*/ 1297880 h 1302909"/>
                <a:gd name="connsiteX107" fmla="*/ 497543 w 1006360"/>
                <a:gd name="connsiteY107" fmla="*/ 1272734 h 1302909"/>
                <a:gd name="connsiteX108" fmla="*/ 464073 w 1006360"/>
                <a:gd name="connsiteY108" fmla="*/ 1257473 h 1302909"/>
                <a:gd name="connsiteX109" fmla="*/ 399734 w 1006360"/>
                <a:gd name="connsiteY109" fmla="*/ 1285047 h 1302909"/>
                <a:gd name="connsiteX110" fmla="*/ 369385 w 1006360"/>
                <a:gd name="connsiteY110" fmla="*/ 1285047 h 1302909"/>
                <a:gd name="connsiteX111" fmla="*/ 333314 w 1006360"/>
                <a:gd name="connsiteY111" fmla="*/ 1277590 h 1302909"/>
                <a:gd name="connsiteX112" fmla="*/ 333141 w 1006360"/>
                <a:gd name="connsiteY112" fmla="*/ 1277590 h 1302909"/>
                <a:gd name="connsiteX113" fmla="*/ 343026 w 1006360"/>
                <a:gd name="connsiteY113" fmla="*/ 1269960 h 1302909"/>
                <a:gd name="connsiteX114" fmla="*/ 354645 w 1006360"/>
                <a:gd name="connsiteY114" fmla="*/ 1264410 h 1302909"/>
                <a:gd name="connsiteX115" fmla="*/ 362969 w 1006360"/>
                <a:gd name="connsiteY115" fmla="*/ 1254872 h 1302909"/>
                <a:gd name="connsiteX116" fmla="*/ 368345 w 1006360"/>
                <a:gd name="connsiteY116" fmla="*/ 1231460 h 1302909"/>
                <a:gd name="connsiteX117" fmla="*/ 366784 w 1006360"/>
                <a:gd name="connsiteY117" fmla="*/ 1227298 h 1302909"/>
                <a:gd name="connsiteX118" fmla="*/ 359674 w 1006360"/>
                <a:gd name="connsiteY118" fmla="*/ 1219668 h 1302909"/>
                <a:gd name="connsiteX119" fmla="*/ 358287 w 1006360"/>
                <a:gd name="connsiteY119" fmla="*/ 1217587 h 1302909"/>
                <a:gd name="connsiteX120" fmla="*/ 362449 w 1006360"/>
                <a:gd name="connsiteY120" fmla="*/ 1213598 h 1302909"/>
                <a:gd name="connsiteX121" fmla="*/ 366611 w 1006360"/>
                <a:gd name="connsiteY121" fmla="*/ 1213078 h 1302909"/>
                <a:gd name="connsiteX122" fmla="*/ 370599 w 1006360"/>
                <a:gd name="connsiteY122" fmla="*/ 1213251 h 1302909"/>
                <a:gd name="connsiteX123" fmla="*/ 381352 w 1006360"/>
                <a:gd name="connsiteY123" fmla="*/ 1207181 h 1302909"/>
                <a:gd name="connsiteX124" fmla="*/ 388288 w 1006360"/>
                <a:gd name="connsiteY124" fmla="*/ 1206141 h 1302909"/>
                <a:gd name="connsiteX125" fmla="*/ 393318 w 1006360"/>
                <a:gd name="connsiteY125" fmla="*/ 1202672 h 1302909"/>
                <a:gd name="connsiteX126" fmla="*/ 395399 w 1006360"/>
                <a:gd name="connsiteY126" fmla="*/ 1191400 h 1302909"/>
                <a:gd name="connsiteX127" fmla="*/ 349095 w 1006360"/>
                <a:gd name="connsiteY127" fmla="*/ 1204407 h 1302909"/>
                <a:gd name="connsiteX128" fmla="*/ 342158 w 1006360"/>
                <a:gd name="connsiteY128" fmla="*/ 1214292 h 1302909"/>
                <a:gd name="connsiteX129" fmla="*/ 344586 w 1006360"/>
                <a:gd name="connsiteY129" fmla="*/ 1244293 h 1302909"/>
                <a:gd name="connsiteX130" fmla="*/ 339037 w 1006360"/>
                <a:gd name="connsiteY130" fmla="*/ 1251057 h 1302909"/>
                <a:gd name="connsiteX131" fmla="*/ 321001 w 1006360"/>
                <a:gd name="connsiteY131" fmla="*/ 1256953 h 1302909"/>
                <a:gd name="connsiteX132" fmla="*/ 295335 w 1006360"/>
                <a:gd name="connsiteY132" fmla="*/ 1253311 h 1302909"/>
                <a:gd name="connsiteX133" fmla="*/ 264986 w 1006360"/>
                <a:gd name="connsiteY133" fmla="*/ 1235449 h 1302909"/>
                <a:gd name="connsiteX134" fmla="*/ 237586 w 1006360"/>
                <a:gd name="connsiteY134" fmla="*/ 1208395 h 1302909"/>
                <a:gd name="connsiteX135" fmla="*/ 227181 w 1006360"/>
                <a:gd name="connsiteY135" fmla="*/ 1182556 h 1302909"/>
                <a:gd name="connsiteX136" fmla="*/ 273484 w 1006360"/>
                <a:gd name="connsiteY136" fmla="*/ 1177526 h 1302909"/>
                <a:gd name="connsiteX137" fmla="*/ 273484 w 1006360"/>
                <a:gd name="connsiteY137" fmla="*/ 1171457 h 1302909"/>
                <a:gd name="connsiteX138" fmla="*/ 270189 w 1006360"/>
                <a:gd name="connsiteY138" fmla="*/ 1169896 h 1302909"/>
                <a:gd name="connsiteX139" fmla="*/ 262905 w 1006360"/>
                <a:gd name="connsiteY139" fmla="*/ 1164346 h 1302909"/>
                <a:gd name="connsiteX140" fmla="*/ 271576 w 1006360"/>
                <a:gd name="connsiteY140" fmla="*/ 1163132 h 1302909"/>
                <a:gd name="connsiteX141" fmla="*/ 279900 w 1006360"/>
                <a:gd name="connsiteY141" fmla="*/ 1163653 h 1302909"/>
                <a:gd name="connsiteX142" fmla="*/ 287531 w 1006360"/>
                <a:gd name="connsiteY142" fmla="*/ 1166254 h 1302909"/>
                <a:gd name="connsiteX143" fmla="*/ 294294 w 1006360"/>
                <a:gd name="connsiteY143" fmla="*/ 1171457 h 1302909"/>
                <a:gd name="connsiteX144" fmla="*/ 290999 w 1006360"/>
                <a:gd name="connsiteY144" fmla="*/ 1153074 h 1302909"/>
                <a:gd name="connsiteX145" fmla="*/ 280421 w 1006360"/>
                <a:gd name="connsiteY145" fmla="*/ 1136599 h 1302909"/>
                <a:gd name="connsiteX146" fmla="*/ 272790 w 1006360"/>
                <a:gd name="connsiteY146" fmla="*/ 1117696 h 1302909"/>
                <a:gd name="connsiteX147" fmla="*/ 278513 w 1006360"/>
                <a:gd name="connsiteY147" fmla="*/ 1092030 h 1302909"/>
                <a:gd name="connsiteX148" fmla="*/ 269842 w 1006360"/>
                <a:gd name="connsiteY148" fmla="*/ 1088041 h 1302909"/>
                <a:gd name="connsiteX149" fmla="*/ 263079 w 1006360"/>
                <a:gd name="connsiteY149" fmla="*/ 1097059 h 1302909"/>
                <a:gd name="connsiteX150" fmla="*/ 258917 w 1006360"/>
                <a:gd name="connsiteY150" fmla="*/ 1112494 h 1302909"/>
                <a:gd name="connsiteX151" fmla="*/ 257529 w 1006360"/>
                <a:gd name="connsiteY151" fmla="*/ 1128102 h 1302909"/>
                <a:gd name="connsiteX152" fmla="*/ 253887 w 1006360"/>
                <a:gd name="connsiteY152" fmla="*/ 1145097 h 1302909"/>
                <a:gd name="connsiteX153" fmla="*/ 246430 w 1006360"/>
                <a:gd name="connsiteY153" fmla="*/ 1149085 h 1302909"/>
                <a:gd name="connsiteX154" fmla="*/ 239147 w 1006360"/>
                <a:gd name="connsiteY154" fmla="*/ 1141802 h 1302909"/>
                <a:gd name="connsiteX155" fmla="*/ 224406 w 1006360"/>
                <a:gd name="connsiteY155" fmla="*/ 1144923 h 1302909"/>
                <a:gd name="connsiteX156" fmla="*/ 209492 w 1006360"/>
                <a:gd name="connsiteY156" fmla="*/ 1148739 h 1302909"/>
                <a:gd name="connsiteX157" fmla="*/ 173767 w 1006360"/>
                <a:gd name="connsiteY157" fmla="*/ 1137987 h 1302909"/>
                <a:gd name="connsiteX158" fmla="*/ 173940 w 1006360"/>
                <a:gd name="connsiteY158" fmla="*/ 1127061 h 1302909"/>
                <a:gd name="connsiteX159" fmla="*/ 170645 w 1006360"/>
                <a:gd name="connsiteY159" fmla="*/ 1117349 h 1302909"/>
                <a:gd name="connsiteX160" fmla="*/ 173420 w 1006360"/>
                <a:gd name="connsiteY160" fmla="*/ 1104343 h 1302909"/>
                <a:gd name="connsiteX161" fmla="*/ 171859 w 1006360"/>
                <a:gd name="connsiteY161" fmla="*/ 1087695 h 1302909"/>
                <a:gd name="connsiteX162" fmla="*/ 180877 w 1006360"/>
                <a:gd name="connsiteY162" fmla="*/ 1071219 h 1302909"/>
                <a:gd name="connsiteX163" fmla="*/ 191629 w 1006360"/>
                <a:gd name="connsiteY163" fmla="*/ 1056479 h 1302909"/>
                <a:gd name="connsiteX164" fmla="*/ 203942 w 1006360"/>
                <a:gd name="connsiteY164" fmla="*/ 1050582 h 1302909"/>
                <a:gd name="connsiteX165" fmla="*/ 217122 w 1006360"/>
                <a:gd name="connsiteY165" fmla="*/ 1045553 h 1302909"/>
                <a:gd name="connsiteX166" fmla="*/ 236719 w 1006360"/>
                <a:gd name="connsiteY166" fmla="*/ 1045206 h 1302909"/>
                <a:gd name="connsiteX167" fmla="*/ 257703 w 1006360"/>
                <a:gd name="connsiteY167" fmla="*/ 1039484 h 1302909"/>
                <a:gd name="connsiteX168" fmla="*/ 262038 w 1006360"/>
                <a:gd name="connsiteY168" fmla="*/ 1033067 h 1302909"/>
                <a:gd name="connsiteX169" fmla="*/ 263252 w 1006360"/>
                <a:gd name="connsiteY169" fmla="*/ 1015031 h 1302909"/>
                <a:gd name="connsiteX170" fmla="*/ 258396 w 1006360"/>
                <a:gd name="connsiteY170" fmla="*/ 1011563 h 1302909"/>
                <a:gd name="connsiteX171" fmla="*/ 247644 w 1006360"/>
                <a:gd name="connsiteY171" fmla="*/ 1017459 h 1302909"/>
                <a:gd name="connsiteX172" fmla="*/ 231516 w 1006360"/>
                <a:gd name="connsiteY172" fmla="*/ 1031333 h 1302909"/>
                <a:gd name="connsiteX173" fmla="*/ 221458 w 1006360"/>
                <a:gd name="connsiteY173" fmla="*/ 1029252 h 1302909"/>
                <a:gd name="connsiteX174" fmla="*/ 214001 w 1006360"/>
                <a:gd name="connsiteY174" fmla="*/ 1024916 h 1302909"/>
                <a:gd name="connsiteX175" fmla="*/ 210012 w 1006360"/>
                <a:gd name="connsiteY175" fmla="*/ 1017286 h 1302909"/>
                <a:gd name="connsiteX176" fmla="*/ 210012 w 1006360"/>
                <a:gd name="connsiteY176" fmla="*/ 1005493 h 1302909"/>
                <a:gd name="connsiteX177" fmla="*/ 191629 w 1006360"/>
                <a:gd name="connsiteY177" fmla="*/ 1014858 h 1302909"/>
                <a:gd name="connsiteX178" fmla="*/ 176715 w 1006360"/>
                <a:gd name="connsiteY178" fmla="*/ 1025610 h 1302909"/>
                <a:gd name="connsiteX179" fmla="*/ 149141 w 1006360"/>
                <a:gd name="connsiteY179" fmla="*/ 1055612 h 1302909"/>
                <a:gd name="connsiteX180" fmla="*/ 142031 w 1006360"/>
                <a:gd name="connsiteY180" fmla="*/ 1061334 h 1302909"/>
                <a:gd name="connsiteX181" fmla="*/ 133013 w 1006360"/>
                <a:gd name="connsiteY181" fmla="*/ 1064456 h 1302909"/>
                <a:gd name="connsiteX182" fmla="*/ 124689 w 1006360"/>
                <a:gd name="connsiteY182" fmla="*/ 1064109 h 1302909"/>
                <a:gd name="connsiteX183" fmla="*/ 119660 w 1006360"/>
                <a:gd name="connsiteY183" fmla="*/ 1059080 h 1302909"/>
                <a:gd name="connsiteX184" fmla="*/ 120007 w 1006360"/>
                <a:gd name="connsiteY184" fmla="*/ 1050236 h 1302909"/>
                <a:gd name="connsiteX185" fmla="*/ 124689 w 1006360"/>
                <a:gd name="connsiteY185" fmla="*/ 1041565 h 1302909"/>
                <a:gd name="connsiteX186" fmla="*/ 136135 w 1006360"/>
                <a:gd name="connsiteY186" fmla="*/ 1025436 h 1302909"/>
                <a:gd name="connsiteX187" fmla="*/ 113590 w 1006360"/>
                <a:gd name="connsiteY187" fmla="*/ 1030639 h 1302909"/>
                <a:gd name="connsiteX188" fmla="*/ 106480 w 1006360"/>
                <a:gd name="connsiteY188" fmla="*/ 1028385 h 1302909"/>
                <a:gd name="connsiteX189" fmla="*/ 104052 w 1006360"/>
                <a:gd name="connsiteY189" fmla="*/ 1015031 h 1302909"/>
                <a:gd name="connsiteX190" fmla="*/ 108214 w 1006360"/>
                <a:gd name="connsiteY190" fmla="*/ 1005146 h 1302909"/>
                <a:gd name="connsiteX191" fmla="*/ 117579 w 1006360"/>
                <a:gd name="connsiteY191" fmla="*/ 999597 h 1302909"/>
                <a:gd name="connsiteX192" fmla="*/ 128331 w 1006360"/>
                <a:gd name="connsiteY192" fmla="*/ 995955 h 1302909"/>
                <a:gd name="connsiteX193" fmla="*/ 136308 w 1006360"/>
                <a:gd name="connsiteY193" fmla="*/ 991273 h 1302909"/>
                <a:gd name="connsiteX194" fmla="*/ 145673 w 1006360"/>
                <a:gd name="connsiteY194" fmla="*/ 978439 h 1302909"/>
                <a:gd name="connsiteX195" fmla="*/ 143245 w 1006360"/>
                <a:gd name="connsiteY195" fmla="*/ 975144 h 1302909"/>
                <a:gd name="connsiteX196" fmla="*/ 122434 w 1006360"/>
                <a:gd name="connsiteY196" fmla="*/ 978093 h 1302909"/>
                <a:gd name="connsiteX197" fmla="*/ 115498 w 1006360"/>
                <a:gd name="connsiteY197" fmla="*/ 973931 h 1302909"/>
                <a:gd name="connsiteX198" fmla="*/ 110122 w 1006360"/>
                <a:gd name="connsiteY198" fmla="*/ 963525 h 1302909"/>
                <a:gd name="connsiteX199" fmla="*/ 104919 w 1006360"/>
                <a:gd name="connsiteY199" fmla="*/ 950519 h 1302909"/>
                <a:gd name="connsiteX200" fmla="*/ 98676 w 1006360"/>
                <a:gd name="connsiteY200" fmla="*/ 938379 h 1302909"/>
                <a:gd name="connsiteX201" fmla="*/ 102144 w 1006360"/>
                <a:gd name="connsiteY201" fmla="*/ 937339 h 1302909"/>
                <a:gd name="connsiteX202" fmla="*/ 104399 w 1006360"/>
                <a:gd name="connsiteY202" fmla="*/ 935778 h 1302909"/>
                <a:gd name="connsiteX203" fmla="*/ 109254 w 1006360"/>
                <a:gd name="connsiteY203" fmla="*/ 931096 h 1302909"/>
                <a:gd name="connsiteX204" fmla="*/ 114977 w 1006360"/>
                <a:gd name="connsiteY204" fmla="*/ 935431 h 1302909"/>
                <a:gd name="connsiteX205" fmla="*/ 123475 w 1006360"/>
                <a:gd name="connsiteY205" fmla="*/ 934911 h 1302909"/>
                <a:gd name="connsiteX206" fmla="*/ 138563 w 1006360"/>
                <a:gd name="connsiteY206" fmla="*/ 931096 h 1302909"/>
                <a:gd name="connsiteX207" fmla="*/ 150875 w 1006360"/>
                <a:gd name="connsiteY207" fmla="*/ 934564 h 1302909"/>
                <a:gd name="connsiteX208" fmla="*/ 161107 w 1006360"/>
                <a:gd name="connsiteY208" fmla="*/ 940981 h 1302909"/>
                <a:gd name="connsiteX209" fmla="*/ 171166 w 1006360"/>
                <a:gd name="connsiteY209" fmla="*/ 944276 h 1302909"/>
                <a:gd name="connsiteX210" fmla="*/ 183132 w 1006360"/>
                <a:gd name="connsiteY210" fmla="*/ 938379 h 1302909"/>
                <a:gd name="connsiteX211" fmla="*/ 182265 w 1006360"/>
                <a:gd name="connsiteY211" fmla="*/ 949305 h 1302909"/>
                <a:gd name="connsiteX212" fmla="*/ 183132 w 1006360"/>
                <a:gd name="connsiteY212" fmla="*/ 959883 h 1302909"/>
                <a:gd name="connsiteX213" fmla="*/ 186947 w 1006360"/>
                <a:gd name="connsiteY213" fmla="*/ 968034 h 1302909"/>
                <a:gd name="connsiteX214" fmla="*/ 194404 w 1006360"/>
                <a:gd name="connsiteY214" fmla="*/ 971676 h 1302909"/>
                <a:gd name="connsiteX215" fmla="*/ 202555 w 1006360"/>
                <a:gd name="connsiteY215" fmla="*/ 968554 h 1302909"/>
                <a:gd name="connsiteX216" fmla="*/ 206370 w 1006360"/>
                <a:gd name="connsiteY216" fmla="*/ 959363 h 1302909"/>
                <a:gd name="connsiteX217" fmla="*/ 210185 w 1006360"/>
                <a:gd name="connsiteY217" fmla="*/ 938553 h 1302909"/>
                <a:gd name="connsiteX218" fmla="*/ 223192 w 1006360"/>
                <a:gd name="connsiteY218" fmla="*/ 918956 h 1302909"/>
                <a:gd name="connsiteX219" fmla="*/ 233944 w 1006360"/>
                <a:gd name="connsiteY219" fmla="*/ 920517 h 1302909"/>
                <a:gd name="connsiteX220" fmla="*/ 246083 w 1006360"/>
                <a:gd name="connsiteY220" fmla="*/ 927801 h 1302909"/>
                <a:gd name="connsiteX221" fmla="*/ 263079 w 1006360"/>
                <a:gd name="connsiteY221" fmla="*/ 925373 h 1302909"/>
                <a:gd name="connsiteX222" fmla="*/ 259437 w 1006360"/>
                <a:gd name="connsiteY222" fmla="*/ 917395 h 1302909"/>
                <a:gd name="connsiteX223" fmla="*/ 254754 w 1006360"/>
                <a:gd name="connsiteY223" fmla="*/ 911499 h 1302909"/>
                <a:gd name="connsiteX224" fmla="*/ 248685 w 1006360"/>
                <a:gd name="connsiteY224" fmla="*/ 907510 h 1302909"/>
                <a:gd name="connsiteX225" fmla="*/ 241401 w 1006360"/>
                <a:gd name="connsiteY225" fmla="*/ 905429 h 1302909"/>
                <a:gd name="connsiteX226" fmla="*/ 230649 w 1006360"/>
                <a:gd name="connsiteY226" fmla="*/ 905776 h 1302909"/>
                <a:gd name="connsiteX227" fmla="*/ 225793 w 1006360"/>
                <a:gd name="connsiteY227" fmla="*/ 898319 h 1302909"/>
                <a:gd name="connsiteX228" fmla="*/ 214174 w 1006360"/>
                <a:gd name="connsiteY228" fmla="*/ 896238 h 1302909"/>
                <a:gd name="connsiteX229" fmla="*/ 204809 w 1006360"/>
                <a:gd name="connsiteY229" fmla="*/ 899186 h 1302909"/>
                <a:gd name="connsiteX230" fmla="*/ 195445 w 1006360"/>
                <a:gd name="connsiteY230" fmla="*/ 898666 h 1302909"/>
                <a:gd name="connsiteX231" fmla="*/ 180530 w 1006360"/>
                <a:gd name="connsiteY231" fmla="*/ 895544 h 1302909"/>
                <a:gd name="connsiteX232" fmla="*/ 156251 w 1006360"/>
                <a:gd name="connsiteY232" fmla="*/ 887914 h 1302909"/>
                <a:gd name="connsiteX233" fmla="*/ 122608 w 1006360"/>
                <a:gd name="connsiteY233" fmla="*/ 862248 h 1302909"/>
                <a:gd name="connsiteX234" fmla="*/ 120874 w 1006360"/>
                <a:gd name="connsiteY234" fmla="*/ 850975 h 1302909"/>
                <a:gd name="connsiteX235" fmla="*/ 135961 w 1006360"/>
                <a:gd name="connsiteY235" fmla="*/ 829124 h 1302909"/>
                <a:gd name="connsiteX236" fmla="*/ 146193 w 1006360"/>
                <a:gd name="connsiteY236" fmla="*/ 818892 h 1302909"/>
                <a:gd name="connsiteX237" fmla="*/ 170645 w 1006360"/>
                <a:gd name="connsiteY237" fmla="*/ 811782 h 1302909"/>
                <a:gd name="connsiteX238" fmla="*/ 176368 w 1006360"/>
                <a:gd name="connsiteY238" fmla="*/ 807447 h 1302909"/>
                <a:gd name="connsiteX239" fmla="*/ 186600 w 1006360"/>
                <a:gd name="connsiteY239" fmla="*/ 799990 h 1302909"/>
                <a:gd name="connsiteX240" fmla="*/ 197699 w 1006360"/>
                <a:gd name="connsiteY240" fmla="*/ 778659 h 1302909"/>
                <a:gd name="connsiteX241" fmla="*/ 204983 w 1006360"/>
                <a:gd name="connsiteY241" fmla="*/ 754553 h 1302909"/>
                <a:gd name="connsiteX242" fmla="*/ 197699 w 1006360"/>
                <a:gd name="connsiteY242" fmla="*/ 742414 h 1302909"/>
                <a:gd name="connsiteX243" fmla="*/ 185213 w 1006360"/>
                <a:gd name="connsiteY243" fmla="*/ 734263 h 1302909"/>
                <a:gd name="connsiteX244" fmla="*/ 176889 w 1006360"/>
                <a:gd name="connsiteY244" fmla="*/ 715187 h 1302909"/>
                <a:gd name="connsiteX245" fmla="*/ 176889 w 1006360"/>
                <a:gd name="connsiteY245" fmla="*/ 692122 h 1302909"/>
                <a:gd name="connsiteX246" fmla="*/ 131279 w 1006360"/>
                <a:gd name="connsiteY246" fmla="*/ 648247 h 1302909"/>
                <a:gd name="connsiteX247" fmla="*/ 91566 w 1006360"/>
                <a:gd name="connsiteY247" fmla="*/ 649634 h 1302909"/>
                <a:gd name="connsiteX248" fmla="*/ 56361 w 1006360"/>
                <a:gd name="connsiteY248" fmla="*/ 650848 h 1302909"/>
                <a:gd name="connsiteX249" fmla="*/ 52546 w 1006360"/>
                <a:gd name="connsiteY249" fmla="*/ 642177 h 1302909"/>
                <a:gd name="connsiteX250" fmla="*/ 46476 w 1006360"/>
                <a:gd name="connsiteY250" fmla="*/ 627783 h 1302909"/>
                <a:gd name="connsiteX251" fmla="*/ 39539 w 1006360"/>
                <a:gd name="connsiteY251" fmla="*/ 616510 h 1302909"/>
                <a:gd name="connsiteX252" fmla="*/ 31562 w 1006360"/>
                <a:gd name="connsiteY252" fmla="*/ 602810 h 1302909"/>
                <a:gd name="connsiteX253" fmla="*/ 22718 w 1006360"/>
                <a:gd name="connsiteY253" fmla="*/ 594139 h 1302909"/>
                <a:gd name="connsiteX254" fmla="*/ 22544 w 1006360"/>
                <a:gd name="connsiteY254" fmla="*/ 580959 h 1302909"/>
                <a:gd name="connsiteX255" fmla="*/ 19423 w 1006360"/>
                <a:gd name="connsiteY255" fmla="*/ 561189 h 1302909"/>
                <a:gd name="connsiteX256" fmla="*/ 11098 w 1006360"/>
                <a:gd name="connsiteY256" fmla="*/ 530320 h 1302909"/>
                <a:gd name="connsiteX257" fmla="*/ 0 w 1006360"/>
                <a:gd name="connsiteY257" fmla="*/ 449853 h 1302909"/>
                <a:gd name="connsiteX258" fmla="*/ 2948 w 1006360"/>
                <a:gd name="connsiteY258" fmla="*/ 436673 h 1302909"/>
                <a:gd name="connsiteX259" fmla="*/ 13179 w 1006360"/>
                <a:gd name="connsiteY259" fmla="*/ 434766 h 1302909"/>
                <a:gd name="connsiteX260" fmla="*/ 55841 w 1006360"/>
                <a:gd name="connsiteY260" fmla="*/ 450027 h 1302909"/>
                <a:gd name="connsiteX261" fmla="*/ 69368 w 1006360"/>
                <a:gd name="connsiteY261" fmla="*/ 447078 h 1302909"/>
                <a:gd name="connsiteX262" fmla="*/ 80640 w 1006360"/>
                <a:gd name="connsiteY262" fmla="*/ 441702 h 1302909"/>
                <a:gd name="connsiteX263" fmla="*/ 90698 w 1006360"/>
                <a:gd name="connsiteY263" fmla="*/ 439795 h 1302909"/>
                <a:gd name="connsiteX264" fmla="*/ 101104 w 1006360"/>
                <a:gd name="connsiteY264" fmla="*/ 446732 h 1302909"/>
                <a:gd name="connsiteX265" fmla="*/ 104919 w 1006360"/>
                <a:gd name="connsiteY265" fmla="*/ 458351 h 1302909"/>
                <a:gd name="connsiteX266" fmla="*/ 106480 w 1006360"/>
                <a:gd name="connsiteY266" fmla="*/ 476387 h 1302909"/>
                <a:gd name="connsiteX267" fmla="*/ 105266 w 1006360"/>
                <a:gd name="connsiteY267" fmla="*/ 494943 h 1302909"/>
                <a:gd name="connsiteX268" fmla="*/ 101104 w 1006360"/>
                <a:gd name="connsiteY268" fmla="*/ 507602 h 1302909"/>
                <a:gd name="connsiteX269" fmla="*/ 100757 w 1006360"/>
                <a:gd name="connsiteY269" fmla="*/ 530494 h 1302909"/>
                <a:gd name="connsiteX270" fmla="*/ 124516 w 1006360"/>
                <a:gd name="connsiteY270" fmla="*/ 550437 h 1302909"/>
                <a:gd name="connsiteX271" fmla="*/ 154691 w 1006360"/>
                <a:gd name="connsiteY271" fmla="*/ 563097 h 1302909"/>
                <a:gd name="connsiteX272" fmla="*/ 173420 w 1006360"/>
                <a:gd name="connsiteY272" fmla="*/ 564311 h 1302909"/>
                <a:gd name="connsiteX273" fmla="*/ 158853 w 1006360"/>
                <a:gd name="connsiteY273" fmla="*/ 549223 h 1302909"/>
                <a:gd name="connsiteX274" fmla="*/ 114284 w 1006360"/>
                <a:gd name="connsiteY274" fmla="*/ 516967 h 1302909"/>
                <a:gd name="connsiteX275" fmla="*/ 127290 w 1006360"/>
                <a:gd name="connsiteY275" fmla="*/ 482283 h 1302909"/>
                <a:gd name="connsiteX276" fmla="*/ 131105 w 1006360"/>
                <a:gd name="connsiteY276" fmla="*/ 461472 h 1302909"/>
                <a:gd name="connsiteX277" fmla="*/ 127810 w 1006360"/>
                <a:gd name="connsiteY277" fmla="*/ 446732 h 1302909"/>
                <a:gd name="connsiteX278" fmla="*/ 120527 w 1006360"/>
                <a:gd name="connsiteY278" fmla="*/ 431471 h 1302909"/>
                <a:gd name="connsiteX279" fmla="*/ 119833 w 1006360"/>
                <a:gd name="connsiteY279" fmla="*/ 423146 h 1302909"/>
                <a:gd name="connsiteX280" fmla="*/ 118966 w 1006360"/>
                <a:gd name="connsiteY280" fmla="*/ 411874 h 1302909"/>
                <a:gd name="connsiteX281" fmla="*/ 122434 w 1006360"/>
                <a:gd name="connsiteY281" fmla="*/ 392278 h 1302909"/>
                <a:gd name="connsiteX282" fmla="*/ 130585 w 1006360"/>
                <a:gd name="connsiteY282" fmla="*/ 376670 h 1302909"/>
                <a:gd name="connsiteX283" fmla="*/ 124862 w 1006360"/>
                <a:gd name="connsiteY283" fmla="*/ 369386 h 1302909"/>
                <a:gd name="connsiteX284" fmla="*/ 117232 w 1006360"/>
                <a:gd name="connsiteY284" fmla="*/ 370427 h 1302909"/>
                <a:gd name="connsiteX285" fmla="*/ 105439 w 1006360"/>
                <a:gd name="connsiteY285" fmla="*/ 378404 h 1302909"/>
                <a:gd name="connsiteX286" fmla="*/ 100063 w 1006360"/>
                <a:gd name="connsiteY286" fmla="*/ 294121 h 1302909"/>
                <a:gd name="connsiteX287" fmla="*/ 104225 w 1006360"/>
                <a:gd name="connsiteY287" fmla="*/ 270710 h 1302909"/>
                <a:gd name="connsiteX288" fmla="*/ 113590 w 1006360"/>
                <a:gd name="connsiteY288" fmla="*/ 263946 h 1302909"/>
                <a:gd name="connsiteX289" fmla="*/ 127984 w 1006360"/>
                <a:gd name="connsiteY289" fmla="*/ 262386 h 1302909"/>
                <a:gd name="connsiteX290" fmla="*/ 147927 w 1006360"/>
                <a:gd name="connsiteY290" fmla="*/ 254755 h 1302909"/>
                <a:gd name="connsiteX291" fmla="*/ 178796 w 1006360"/>
                <a:gd name="connsiteY291" fmla="*/ 230129 h 1302909"/>
                <a:gd name="connsiteX292" fmla="*/ 244869 w 1006360"/>
                <a:gd name="connsiteY292" fmla="*/ 128852 h 1302909"/>
                <a:gd name="connsiteX293" fmla="*/ 258396 w 1006360"/>
                <a:gd name="connsiteY293" fmla="*/ 115325 h 1302909"/>
                <a:gd name="connsiteX294" fmla="*/ 288225 w 1006360"/>
                <a:gd name="connsiteY294" fmla="*/ 92086 h 1302909"/>
                <a:gd name="connsiteX295" fmla="*/ 301058 w 1006360"/>
                <a:gd name="connsiteY295" fmla="*/ 77346 h 1302909"/>
                <a:gd name="connsiteX296" fmla="*/ 316839 w 1006360"/>
                <a:gd name="connsiteY296" fmla="*/ 38326 h 1302909"/>
                <a:gd name="connsiteX297" fmla="*/ 327418 w 1006360"/>
                <a:gd name="connsiteY297" fmla="*/ 12139 h 1302909"/>
                <a:gd name="connsiteX298" fmla="*/ 336956 w 1006360"/>
                <a:gd name="connsiteY298" fmla="*/ 0 h 1302909"/>
                <a:gd name="connsiteX299" fmla="*/ 404763 w 1006360"/>
                <a:gd name="connsiteY299" fmla="*/ 520609 h 1302909"/>
                <a:gd name="connsiteX300" fmla="*/ 380658 w 1006360"/>
                <a:gd name="connsiteY300" fmla="*/ 526332 h 1302909"/>
                <a:gd name="connsiteX301" fmla="*/ 365223 w 1006360"/>
                <a:gd name="connsiteY301" fmla="*/ 542807 h 1302909"/>
                <a:gd name="connsiteX302" fmla="*/ 354298 w 1006360"/>
                <a:gd name="connsiteY302" fmla="*/ 565872 h 1302909"/>
                <a:gd name="connsiteX303" fmla="*/ 336436 w 1006360"/>
                <a:gd name="connsiteY303" fmla="*/ 588590 h 1302909"/>
                <a:gd name="connsiteX304" fmla="*/ 301751 w 1006360"/>
                <a:gd name="connsiteY304" fmla="*/ 591885 h 1302909"/>
                <a:gd name="connsiteX305" fmla="*/ 297243 w 1006360"/>
                <a:gd name="connsiteY305" fmla="*/ 607319 h 1302909"/>
                <a:gd name="connsiteX306" fmla="*/ 296029 w 1006360"/>
                <a:gd name="connsiteY306" fmla="*/ 624141 h 1302909"/>
                <a:gd name="connsiteX307" fmla="*/ 279554 w 1006360"/>
                <a:gd name="connsiteY307" fmla="*/ 634199 h 1302909"/>
                <a:gd name="connsiteX308" fmla="*/ 261171 w 1006360"/>
                <a:gd name="connsiteY308" fmla="*/ 640443 h 1302909"/>
                <a:gd name="connsiteX309" fmla="*/ 236372 w 1006360"/>
                <a:gd name="connsiteY309" fmla="*/ 625355 h 1302909"/>
                <a:gd name="connsiteX310" fmla="*/ 214694 w 1006360"/>
                <a:gd name="connsiteY310" fmla="*/ 623968 h 1302909"/>
                <a:gd name="connsiteX311" fmla="*/ 203075 w 1006360"/>
                <a:gd name="connsiteY311" fmla="*/ 648940 h 1302909"/>
                <a:gd name="connsiteX312" fmla="*/ 221458 w 1006360"/>
                <a:gd name="connsiteY312" fmla="*/ 671311 h 1302909"/>
                <a:gd name="connsiteX313" fmla="*/ 236892 w 1006360"/>
                <a:gd name="connsiteY313" fmla="*/ 693162 h 1302909"/>
                <a:gd name="connsiteX314" fmla="*/ 241054 w 1006360"/>
                <a:gd name="connsiteY314" fmla="*/ 721257 h 1302909"/>
                <a:gd name="connsiteX315" fmla="*/ 256489 w 1006360"/>
                <a:gd name="connsiteY315" fmla="*/ 731488 h 1302909"/>
                <a:gd name="connsiteX316" fmla="*/ 278860 w 1006360"/>
                <a:gd name="connsiteY316" fmla="*/ 738252 h 1302909"/>
                <a:gd name="connsiteX317" fmla="*/ 301578 w 1006360"/>
                <a:gd name="connsiteY317" fmla="*/ 768080 h 1302909"/>
                <a:gd name="connsiteX318" fmla="*/ 334875 w 1006360"/>
                <a:gd name="connsiteY318" fmla="*/ 769294 h 1302909"/>
                <a:gd name="connsiteX319" fmla="*/ 349095 w 1006360"/>
                <a:gd name="connsiteY319" fmla="*/ 767040 h 1302909"/>
                <a:gd name="connsiteX320" fmla="*/ 362622 w 1006360"/>
                <a:gd name="connsiteY320" fmla="*/ 759236 h 1302909"/>
                <a:gd name="connsiteX321" fmla="*/ 381872 w 1006360"/>
                <a:gd name="connsiteY321" fmla="*/ 753166 h 1302909"/>
                <a:gd name="connsiteX322" fmla="*/ 401295 w 1006360"/>
                <a:gd name="connsiteY322" fmla="*/ 748657 h 1302909"/>
                <a:gd name="connsiteX323" fmla="*/ 410139 w 1006360"/>
                <a:gd name="connsiteY323" fmla="*/ 769121 h 1302909"/>
                <a:gd name="connsiteX324" fmla="*/ 432857 w 1006360"/>
                <a:gd name="connsiteY324" fmla="*/ 757675 h 1302909"/>
                <a:gd name="connsiteX325" fmla="*/ 454882 w 1006360"/>
                <a:gd name="connsiteY325" fmla="*/ 752472 h 1302909"/>
                <a:gd name="connsiteX326" fmla="*/ 474999 w 1006360"/>
                <a:gd name="connsiteY326" fmla="*/ 740506 h 1302909"/>
                <a:gd name="connsiteX327" fmla="*/ 482282 w 1006360"/>
                <a:gd name="connsiteY327" fmla="*/ 727673 h 1302909"/>
                <a:gd name="connsiteX328" fmla="*/ 495636 w 1006360"/>
                <a:gd name="connsiteY328" fmla="*/ 709464 h 1302909"/>
                <a:gd name="connsiteX329" fmla="*/ 489393 w 1006360"/>
                <a:gd name="connsiteY329" fmla="*/ 702527 h 1302909"/>
                <a:gd name="connsiteX330" fmla="*/ 489219 w 1006360"/>
                <a:gd name="connsiteY330" fmla="*/ 684838 h 1302909"/>
                <a:gd name="connsiteX331" fmla="*/ 501012 w 1006360"/>
                <a:gd name="connsiteY331" fmla="*/ 677034 h 1302909"/>
                <a:gd name="connsiteX332" fmla="*/ 511764 w 1006360"/>
                <a:gd name="connsiteY332" fmla="*/ 671485 h 1302909"/>
                <a:gd name="connsiteX333" fmla="*/ 513845 w 1006360"/>
                <a:gd name="connsiteY333" fmla="*/ 657264 h 1302909"/>
                <a:gd name="connsiteX334" fmla="*/ 507949 w 1006360"/>
                <a:gd name="connsiteY334" fmla="*/ 643044 h 1302909"/>
                <a:gd name="connsiteX335" fmla="*/ 492167 w 1006360"/>
                <a:gd name="connsiteY335" fmla="*/ 643217 h 1302909"/>
                <a:gd name="connsiteX336" fmla="*/ 473958 w 1006360"/>
                <a:gd name="connsiteY336" fmla="*/ 649807 h 1302909"/>
                <a:gd name="connsiteX337" fmla="*/ 452801 w 1006360"/>
                <a:gd name="connsiteY337" fmla="*/ 649981 h 1302909"/>
                <a:gd name="connsiteX338" fmla="*/ 459911 w 1006360"/>
                <a:gd name="connsiteY338" fmla="*/ 622407 h 1302909"/>
                <a:gd name="connsiteX339" fmla="*/ 459391 w 1006360"/>
                <a:gd name="connsiteY339" fmla="*/ 598475 h 1302909"/>
                <a:gd name="connsiteX340" fmla="*/ 451240 w 1006360"/>
                <a:gd name="connsiteY340" fmla="*/ 576797 h 1302909"/>
                <a:gd name="connsiteX341" fmla="*/ 446037 w 1006360"/>
                <a:gd name="connsiteY341" fmla="*/ 545755 h 1302909"/>
                <a:gd name="connsiteX342" fmla="*/ 432684 w 1006360"/>
                <a:gd name="connsiteY342" fmla="*/ 522863 h 1302909"/>
                <a:gd name="connsiteX343" fmla="*/ 404763 w 1006360"/>
                <a:gd name="connsiteY343" fmla="*/ 520609 h 130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</a:cxnLst>
              <a:rect l="l" t="t" r="r" b="b"/>
              <a:pathLst>
                <a:path w="1006360" h="1302909">
                  <a:moveTo>
                    <a:pt x="336956" y="0"/>
                  </a:moveTo>
                  <a:lnTo>
                    <a:pt x="352217" y="7457"/>
                  </a:lnTo>
                  <a:lnTo>
                    <a:pt x="379444" y="24799"/>
                  </a:lnTo>
                  <a:lnTo>
                    <a:pt x="391063" y="32083"/>
                  </a:lnTo>
                  <a:lnTo>
                    <a:pt x="397480" y="47517"/>
                  </a:lnTo>
                  <a:lnTo>
                    <a:pt x="405804" y="54281"/>
                  </a:lnTo>
                  <a:lnTo>
                    <a:pt x="412914" y="62778"/>
                  </a:lnTo>
                  <a:lnTo>
                    <a:pt x="418290" y="79080"/>
                  </a:lnTo>
                  <a:lnTo>
                    <a:pt x="426788" y="91566"/>
                  </a:lnTo>
                  <a:lnTo>
                    <a:pt x="436326" y="90352"/>
                  </a:lnTo>
                  <a:lnTo>
                    <a:pt x="445517" y="99890"/>
                  </a:lnTo>
                  <a:lnTo>
                    <a:pt x="471530" y="123476"/>
                  </a:lnTo>
                  <a:lnTo>
                    <a:pt x="499971" y="137002"/>
                  </a:lnTo>
                  <a:lnTo>
                    <a:pt x="510030" y="121221"/>
                  </a:lnTo>
                  <a:lnTo>
                    <a:pt x="510203" y="88791"/>
                  </a:lnTo>
                  <a:lnTo>
                    <a:pt x="512284" y="78733"/>
                  </a:lnTo>
                  <a:lnTo>
                    <a:pt x="518180" y="72490"/>
                  </a:lnTo>
                  <a:lnTo>
                    <a:pt x="523730" y="75958"/>
                  </a:lnTo>
                  <a:lnTo>
                    <a:pt x="524944" y="85670"/>
                  </a:lnTo>
                  <a:lnTo>
                    <a:pt x="527719" y="95208"/>
                  </a:lnTo>
                  <a:lnTo>
                    <a:pt x="543326" y="105787"/>
                  </a:lnTo>
                  <a:lnTo>
                    <a:pt x="561015" y="102838"/>
                  </a:lnTo>
                  <a:lnTo>
                    <a:pt x="572461" y="91219"/>
                  </a:lnTo>
                  <a:lnTo>
                    <a:pt x="582693" y="77866"/>
                  </a:lnTo>
                  <a:lnTo>
                    <a:pt x="588069" y="73704"/>
                  </a:lnTo>
                  <a:lnTo>
                    <a:pt x="594312" y="72316"/>
                  </a:lnTo>
                  <a:lnTo>
                    <a:pt x="600555" y="74051"/>
                  </a:lnTo>
                  <a:lnTo>
                    <a:pt x="605758" y="78386"/>
                  </a:lnTo>
                  <a:lnTo>
                    <a:pt x="602636" y="84803"/>
                  </a:lnTo>
                  <a:lnTo>
                    <a:pt x="598301" y="91393"/>
                  </a:lnTo>
                  <a:lnTo>
                    <a:pt x="592231" y="108908"/>
                  </a:lnTo>
                  <a:lnTo>
                    <a:pt x="592578" y="127464"/>
                  </a:lnTo>
                  <a:lnTo>
                    <a:pt x="604891" y="138563"/>
                  </a:lnTo>
                  <a:lnTo>
                    <a:pt x="616857" y="145847"/>
                  </a:lnTo>
                  <a:lnTo>
                    <a:pt x="646512" y="153130"/>
                  </a:lnTo>
                  <a:lnTo>
                    <a:pt x="678768" y="141685"/>
                  </a:lnTo>
                  <a:lnTo>
                    <a:pt x="691948" y="151049"/>
                  </a:lnTo>
                  <a:lnTo>
                    <a:pt x="697151" y="150356"/>
                  </a:lnTo>
                  <a:lnTo>
                    <a:pt x="701313" y="146367"/>
                  </a:lnTo>
                  <a:lnTo>
                    <a:pt x="707382" y="145327"/>
                  </a:lnTo>
                  <a:lnTo>
                    <a:pt x="712585" y="149835"/>
                  </a:lnTo>
                  <a:lnTo>
                    <a:pt x="720042" y="173074"/>
                  </a:lnTo>
                  <a:lnTo>
                    <a:pt x="724031" y="219377"/>
                  </a:lnTo>
                  <a:lnTo>
                    <a:pt x="733569" y="245390"/>
                  </a:lnTo>
                  <a:lnTo>
                    <a:pt x="753512" y="259958"/>
                  </a:lnTo>
                  <a:lnTo>
                    <a:pt x="771895" y="258744"/>
                  </a:lnTo>
                  <a:lnTo>
                    <a:pt x="789064" y="259611"/>
                  </a:lnTo>
                  <a:lnTo>
                    <a:pt x="799816" y="288572"/>
                  </a:lnTo>
                  <a:lnTo>
                    <a:pt x="814209" y="295162"/>
                  </a:lnTo>
                  <a:lnTo>
                    <a:pt x="829297" y="298284"/>
                  </a:lnTo>
                  <a:lnTo>
                    <a:pt x="847680" y="326378"/>
                  </a:lnTo>
                  <a:lnTo>
                    <a:pt x="843691" y="366091"/>
                  </a:lnTo>
                  <a:lnTo>
                    <a:pt x="834847" y="379791"/>
                  </a:lnTo>
                  <a:lnTo>
                    <a:pt x="818892" y="384994"/>
                  </a:lnTo>
                  <a:lnTo>
                    <a:pt x="779525" y="413955"/>
                  </a:lnTo>
                  <a:lnTo>
                    <a:pt x="781086" y="429043"/>
                  </a:lnTo>
                  <a:lnTo>
                    <a:pt x="781260" y="444997"/>
                  </a:lnTo>
                  <a:lnTo>
                    <a:pt x="776751" y="458351"/>
                  </a:lnTo>
                  <a:lnTo>
                    <a:pt x="782994" y="476040"/>
                  </a:lnTo>
                  <a:lnTo>
                    <a:pt x="786809" y="493729"/>
                  </a:lnTo>
                  <a:lnTo>
                    <a:pt x="764264" y="520262"/>
                  </a:lnTo>
                  <a:lnTo>
                    <a:pt x="773456" y="532228"/>
                  </a:lnTo>
                  <a:lnTo>
                    <a:pt x="793919" y="525638"/>
                  </a:lnTo>
                  <a:lnTo>
                    <a:pt x="793746" y="545408"/>
                  </a:lnTo>
                  <a:lnTo>
                    <a:pt x="790624" y="564658"/>
                  </a:lnTo>
                  <a:lnTo>
                    <a:pt x="782474" y="581306"/>
                  </a:lnTo>
                  <a:lnTo>
                    <a:pt x="781086" y="597087"/>
                  </a:lnTo>
                  <a:lnTo>
                    <a:pt x="798255" y="611655"/>
                  </a:lnTo>
                  <a:lnTo>
                    <a:pt x="819065" y="605065"/>
                  </a:lnTo>
                  <a:lnTo>
                    <a:pt x="840396" y="608360"/>
                  </a:lnTo>
                  <a:lnTo>
                    <a:pt x="859819" y="621193"/>
                  </a:lnTo>
                  <a:lnTo>
                    <a:pt x="879416" y="629170"/>
                  </a:lnTo>
                  <a:lnTo>
                    <a:pt x="922944" y="653276"/>
                  </a:lnTo>
                  <a:lnTo>
                    <a:pt x="948957" y="656744"/>
                  </a:lnTo>
                  <a:lnTo>
                    <a:pt x="967860" y="663854"/>
                  </a:lnTo>
                  <a:lnTo>
                    <a:pt x="986243" y="665935"/>
                  </a:lnTo>
                  <a:lnTo>
                    <a:pt x="997689" y="675820"/>
                  </a:lnTo>
                  <a:lnTo>
                    <a:pt x="1006360" y="690908"/>
                  </a:lnTo>
                  <a:lnTo>
                    <a:pt x="998209" y="708250"/>
                  </a:lnTo>
                  <a:lnTo>
                    <a:pt x="982774" y="714667"/>
                  </a:lnTo>
                  <a:lnTo>
                    <a:pt x="968381" y="732182"/>
                  </a:lnTo>
                  <a:lnTo>
                    <a:pt x="958149" y="749871"/>
                  </a:lnTo>
                  <a:lnTo>
                    <a:pt x="962658" y="771722"/>
                  </a:lnTo>
                  <a:lnTo>
                    <a:pt x="956761" y="793573"/>
                  </a:lnTo>
                  <a:lnTo>
                    <a:pt x="909071" y="895544"/>
                  </a:lnTo>
                  <a:lnTo>
                    <a:pt x="874733" y="980174"/>
                  </a:lnTo>
                  <a:lnTo>
                    <a:pt x="832766" y="1058040"/>
                  </a:lnTo>
                  <a:lnTo>
                    <a:pt x="827390" y="1068445"/>
                  </a:lnTo>
                  <a:lnTo>
                    <a:pt x="821146" y="1077810"/>
                  </a:lnTo>
                  <a:lnTo>
                    <a:pt x="814903" y="1082145"/>
                  </a:lnTo>
                  <a:lnTo>
                    <a:pt x="808833" y="1087001"/>
                  </a:lnTo>
                  <a:lnTo>
                    <a:pt x="804325" y="1094631"/>
                  </a:lnTo>
                  <a:lnTo>
                    <a:pt x="800509" y="1102955"/>
                  </a:lnTo>
                  <a:lnTo>
                    <a:pt x="763571" y="1171804"/>
                  </a:lnTo>
                  <a:lnTo>
                    <a:pt x="744148" y="1185330"/>
                  </a:lnTo>
                  <a:lnTo>
                    <a:pt x="739812" y="1179434"/>
                  </a:lnTo>
                  <a:lnTo>
                    <a:pt x="724724" y="1176312"/>
                  </a:lnTo>
                  <a:lnTo>
                    <a:pt x="712759" y="1189146"/>
                  </a:lnTo>
                  <a:lnTo>
                    <a:pt x="706342" y="1205274"/>
                  </a:lnTo>
                  <a:lnTo>
                    <a:pt x="696977" y="1217413"/>
                  </a:lnTo>
                  <a:lnTo>
                    <a:pt x="677207" y="1226084"/>
                  </a:lnTo>
                  <a:lnTo>
                    <a:pt x="664548" y="1239784"/>
                  </a:lnTo>
                  <a:lnTo>
                    <a:pt x="657611" y="1268225"/>
                  </a:lnTo>
                  <a:lnTo>
                    <a:pt x="631771" y="1276896"/>
                  </a:lnTo>
                  <a:lnTo>
                    <a:pt x="598821" y="1292678"/>
                  </a:lnTo>
                  <a:lnTo>
                    <a:pt x="564137" y="1302909"/>
                  </a:lnTo>
                  <a:lnTo>
                    <a:pt x="527545" y="1297880"/>
                  </a:lnTo>
                  <a:lnTo>
                    <a:pt x="497543" y="1272734"/>
                  </a:lnTo>
                  <a:lnTo>
                    <a:pt x="464073" y="1257473"/>
                  </a:lnTo>
                  <a:lnTo>
                    <a:pt x="399734" y="1285047"/>
                  </a:lnTo>
                  <a:lnTo>
                    <a:pt x="369385" y="1285047"/>
                  </a:lnTo>
                  <a:lnTo>
                    <a:pt x="333314" y="1277590"/>
                  </a:lnTo>
                  <a:lnTo>
                    <a:pt x="333141" y="1277590"/>
                  </a:lnTo>
                  <a:lnTo>
                    <a:pt x="343026" y="1269960"/>
                  </a:lnTo>
                  <a:lnTo>
                    <a:pt x="354645" y="1264410"/>
                  </a:lnTo>
                  <a:lnTo>
                    <a:pt x="362969" y="1254872"/>
                  </a:lnTo>
                  <a:lnTo>
                    <a:pt x="368345" y="1231460"/>
                  </a:lnTo>
                  <a:lnTo>
                    <a:pt x="366784" y="1227298"/>
                  </a:lnTo>
                  <a:lnTo>
                    <a:pt x="359674" y="1219668"/>
                  </a:lnTo>
                  <a:lnTo>
                    <a:pt x="358287" y="1217587"/>
                  </a:lnTo>
                  <a:lnTo>
                    <a:pt x="362449" y="1213598"/>
                  </a:lnTo>
                  <a:lnTo>
                    <a:pt x="366611" y="1213078"/>
                  </a:lnTo>
                  <a:lnTo>
                    <a:pt x="370599" y="1213251"/>
                  </a:lnTo>
                  <a:lnTo>
                    <a:pt x="381352" y="1207181"/>
                  </a:lnTo>
                  <a:lnTo>
                    <a:pt x="388288" y="1206141"/>
                  </a:lnTo>
                  <a:lnTo>
                    <a:pt x="393318" y="1202672"/>
                  </a:lnTo>
                  <a:lnTo>
                    <a:pt x="395399" y="1191400"/>
                  </a:lnTo>
                  <a:lnTo>
                    <a:pt x="349095" y="1204407"/>
                  </a:lnTo>
                  <a:lnTo>
                    <a:pt x="342158" y="1214292"/>
                  </a:lnTo>
                  <a:lnTo>
                    <a:pt x="344586" y="1244293"/>
                  </a:lnTo>
                  <a:lnTo>
                    <a:pt x="339037" y="1251057"/>
                  </a:lnTo>
                  <a:lnTo>
                    <a:pt x="321001" y="1256953"/>
                  </a:lnTo>
                  <a:lnTo>
                    <a:pt x="295335" y="1253311"/>
                  </a:lnTo>
                  <a:lnTo>
                    <a:pt x="264986" y="1235449"/>
                  </a:lnTo>
                  <a:lnTo>
                    <a:pt x="237586" y="1208395"/>
                  </a:lnTo>
                  <a:lnTo>
                    <a:pt x="227181" y="1182556"/>
                  </a:lnTo>
                  <a:lnTo>
                    <a:pt x="273484" y="1177526"/>
                  </a:lnTo>
                  <a:lnTo>
                    <a:pt x="273484" y="1171457"/>
                  </a:lnTo>
                  <a:lnTo>
                    <a:pt x="270189" y="1169896"/>
                  </a:lnTo>
                  <a:lnTo>
                    <a:pt x="262905" y="1164346"/>
                  </a:lnTo>
                  <a:lnTo>
                    <a:pt x="271576" y="1163132"/>
                  </a:lnTo>
                  <a:lnTo>
                    <a:pt x="279900" y="1163653"/>
                  </a:lnTo>
                  <a:lnTo>
                    <a:pt x="287531" y="1166254"/>
                  </a:lnTo>
                  <a:lnTo>
                    <a:pt x="294294" y="1171457"/>
                  </a:lnTo>
                  <a:lnTo>
                    <a:pt x="290999" y="1153074"/>
                  </a:lnTo>
                  <a:lnTo>
                    <a:pt x="280421" y="1136599"/>
                  </a:lnTo>
                  <a:lnTo>
                    <a:pt x="272790" y="1117696"/>
                  </a:lnTo>
                  <a:lnTo>
                    <a:pt x="278513" y="1092030"/>
                  </a:lnTo>
                  <a:lnTo>
                    <a:pt x="269842" y="1088041"/>
                  </a:lnTo>
                  <a:lnTo>
                    <a:pt x="263079" y="1097059"/>
                  </a:lnTo>
                  <a:lnTo>
                    <a:pt x="258917" y="1112494"/>
                  </a:lnTo>
                  <a:lnTo>
                    <a:pt x="257529" y="1128102"/>
                  </a:lnTo>
                  <a:lnTo>
                    <a:pt x="253887" y="1145097"/>
                  </a:lnTo>
                  <a:lnTo>
                    <a:pt x="246430" y="1149085"/>
                  </a:lnTo>
                  <a:lnTo>
                    <a:pt x="239147" y="1141802"/>
                  </a:lnTo>
                  <a:lnTo>
                    <a:pt x="224406" y="1144923"/>
                  </a:lnTo>
                  <a:lnTo>
                    <a:pt x="209492" y="1148739"/>
                  </a:lnTo>
                  <a:lnTo>
                    <a:pt x="173767" y="1137987"/>
                  </a:lnTo>
                  <a:lnTo>
                    <a:pt x="173940" y="1127061"/>
                  </a:lnTo>
                  <a:lnTo>
                    <a:pt x="170645" y="1117349"/>
                  </a:lnTo>
                  <a:lnTo>
                    <a:pt x="173420" y="1104343"/>
                  </a:lnTo>
                  <a:lnTo>
                    <a:pt x="171859" y="1087695"/>
                  </a:lnTo>
                  <a:lnTo>
                    <a:pt x="180877" y="1071219"/>
                  </a:lnTo>
                  <a:lnTo>
                    <a:pt x="191629" y="1056479"/>
                  </a:lnTo>
                  <a:lnTo>
                    <a:pt x="203942" y="1050582"/>
                  </a:lnTo>
                  <a:lnTo>
                    <a:pt x="217122" y="1045553"/>
                  </a:lnTo>
                  <a:lnTo>
                    <a:pt x="236719" y="1045206"/>
                  </a:lnTo>
                  <a:lnTo>
                    <a:pt x="257703" y="1039484"/>
                  </a:lnTo>
                  <a:lnTo>
                    <a:pt x="262038" y="1033067"/>
                  </a:lnTo>
                  <a:lnTo>
                    <a:pt x="263252" y="1015031"/>
                  </a:lnTo>
                  <a:lnTo>
                    <a:pt x="258396" y="1011563"/>
                  </a:lnTo>
                  <a:lnTo>
                    <a:pt x="247644" y="1017459"/>
                  </a:lnTo>
                  <a:lnTo>
                    <a:pt x="231516" y="1031333"/>
                  </a:lnTo>
                  <a:lnTo>
                    <a:pt x="221458" y="1029252"/>
                  </a:lnTo>
                  <a:lnTo>
                    <a:pt x="214001" y="1024916"/>
                  </a:lnTo>
                  <a:lnTo>
                    <a:pt x="210012" y="1017286"/>
                  </a:lnTo>
                  <a:lnTo>
                    <a:pt x="210012" y="1005493"/>
                  </a:lnTo>
                  <a:lnTo>
                    <a:pt x="191629" y="1014858"/>
                  </a:lnTo>
                  <a:lnTo>
                    <a:pt x="176715" y="1025610"/>
                  </a:lnTo>
                  <a:lnTo>
                    <a:pt x="149141" y="1055612"/>
                  </a:lnTo>
                  <a:lnTo>
                    <a:pt x="142031" y="1061334"/>
                  </a:lnTo>
                  <a:lnTo>
                    <a:pt x="133013" y="1064456"/>
                  </a:lnTo>
                  <a:lnTo>
                    <a:pt x="124689" y="1064109"/>
                  </a:lnTo>
                  <a:lnTo>
                    <a:pt x="119660" y="1059080"/>
                  </a:lnTo>
                  <a:lnTo>
                    <a:pt x="120007" y="1050236"/>
                  </a:lnTo>
                  <a:lnTo>
                    <a:pt x="124689" y="1041565"/>
                  </a:lnTo>
                  <a:lnTo>
                    <a:pt x="136135" y="1025436"/>
                  </a:lnTo>
                  <a:lnTo>
                    <a:pt x="113590" y="1030639"/>
                  </a:lnTo>
                  <a:lnTo>
                    <a:pt x="106480" y="1028385"/>
                  </a:lnTo>
                  <a:lnTo>
                    <a:pt x="104052" y="1015031"/>
                  </a:lnTo>
                  <a:lnTo>
                    <a:pt x="108214" y="1005146"/>
                  </a:lnTo>
                  <a:lnTo>
                    <a:pt x="117579" y="999597"/>
                  </a:lnTo>
                  <a:lnTo>
                    <a:pt x="128331" y="995955"/>
                  </a:lnTo>
                  <a:lnTo>
                    <a:pt x="136308" y="991273"/>
                  </a:lnTo>
                  <a:lnTo>
                    <a:pt x="145673" y="978439"/>
                  </a:lnTo>
                  <a:lnTo>
                    <a:pt x="143245" y="975144"/>
                  </a:lnTo>
                  <a:lnTo>
                    <a:pt x="122434" y="978093"/>
                  </a:lnTo>
                  <a:lnTo>
                    <a:pt x="115498" y="973931"/>
                  </a:lnTo>
                  <a:lnTo>
                    <a:pt x="110122" y="963525"/>
                  </a:lnTo>
                  <a:lnTo>
                    <a:pt x="104919" y="950519"/>
                  </a:lnTo>
                  <a:lnTo>
                    <a:pt x="98676" y="938379"/>
                  </a:lnTo>
                  <a:lnTo>
                    <a:pt x="102144" y="937339"/>
                  </a:lnTo>
                  <a:lnTo>
                    <a:pt x="104399" y="935778"/>
                  </a:lnTo>
                  <a:lnTo>
                    <a:pt x="109254" y="931096"/>
                  </a:lnTo>
                  <a:lnTo>
                    <a:pt x="114977" y="935431"/>
                  </a:lnTo>
                  <a:lnTo>
                    <a:pt x="123475" y="934911"/>
                  </a:lnTo>
                  <a:lnTo>
                    <a:pt x="138563" y="931096"/>
                  </a:lnTo>
                  <a:lnTo>
                    <a:pt x="150875" y="934564"/>
                  </a:lnTo>
                  <a:lnTo>
                    <a:pt x="161107" y="940981"/>
                  </a:lnTo>
                  <a:lnTo>
                    <a:pt x="171166" y="944276"/>
                  </a:lnTo>
                  <a:lnTo>
                    <a:pt x="183132" y="938379"/>
                  </a:lnTo>
                  <a:lnTo>
                    <a:pt x="182265" y="949305"/>
                  </a:lnTo>
                  <a:lnTo>
                    <a:pt x="183132" y="959883"/>
                  </a:lnTo>
                  <a:lnTo>
                    <a:pt x="186947" y="968034"/>
                  </a:lnTo>
                  <a:lnTo>
                    <a:pt x="194404" y="971676"/>
                  </a:lnTo>
                  <a:lnTo>
                    <a:pt x="202555" y="968554"/>
                  </a:lnTo>
                  <a:lnTo>
                    <a:pt x="206370" y="959363"/>
                  </a:lnTo>
                  <a:lnTo>
                    <a:pt x="210185" y="938553"/>
                  </a:lnTo>
                  <a:lnTo>
                    <a:pt x="223192" y="918956"/>
                  </a:lnTo>
                  <a:lnTo>
                    <a:pt x="233944" y="920517"/>
                  </a:lnTo>
                  <a:lnTo>
                    <a:pt x="246083" y="927801"/>
                  </a:lnTo>
                  <a:lnTo>
                    <a:pt x="263079" y="925373"/>
                  </a:lnTo>
                  <a:lnTo>
                    <a:pt x="259437" y="917395"/>
                  </a:lnTo>
                  <a:lnTo>
                    <a:pt x="254754" y="911499"/>
                  </a:lnTo>
                  <a:lnTo>
                    <a:pt x="248685" y="907510"/>
                  </a:lnTo>
                  <a:lnTo>
                    <a:pt x="241401" y="905429"/>
                  </a:lnTo>
                  <a:lnTo>
                    <a:pt x="230649" y="905776"/>
                  </a:lnTo>
                  <a:lnTo>
                    <a:pt x="225793" y="898319"/>
                  </a:lnTo>
                  <a:lnTo>
                    <a:pt x="214174" y="896238"/>
                  </a:lnTo>
                  <a:lnTo>
                    <a:pt x="204809" y="899186"/>
                  </a:lnTo>
                  <a:lnTo>
                    <a:pt x="195445" y="898666"/>
                  </a:lnTo>
                  <a:lnTo>
                    <a:pt x="180530" y="895544"/>
                  </a:lnTo>
                  <a:lnTo>
                    <a:pt x="156251" y="887914"/>
                  </a:lnTo>
                  <a:lnTo>
                    <a:pt x="122608" y="862248"/>
                  </a:lnTo>
                  <a:lnTo>
                    <a:pt x="120874" y="850975"/>
                  </a:lnTo>
                  <a:lnTo>
                    <a:pt x="135961" y="829124"/>
                  </a:lnTo>
                  <a:lnTo>
                    <a:pt x="146193" y="818892"/>
                  </a:lnTo>
                  <a:lnTo>
                    <a:pt x="170645" y="811782"/>
                  </a:lnTo>
                  <a:lnTo>
                    <a:pt x="176368" y="807447"/>
                  </a:lnTo>
                  <a:lnTo>
                    <a:pt x="186600" y="799990"/>
                  </a:lnTo>
                  <a:lnTo>
                    <a:pt x="197699" y="778659"/>
                  </a:lnTo>
                  <a:lnTo>
                    <a:pt x="204983" y="754553"/>
                  </a:lnTo>
                  <a:lnTo>
                    <a:pt x="197699" y="742414"/>
                  </a:lnTo>
                  <a:lnTo>
                    <a:pt x="185213" y="734263"/>
                  </a:lnTo>
                  <a:lnTo>
                    <a:pt x="176889" y="715187"/>
                  </a:lnTo>
                  <a:lnTo>
                    <a:pt x="176889" y="692122"/>
                  </a:lnTo>
                  <a:lnTo>
                    <a:pt x="131279" y="648247"/>
                  </a:lnTo>
                  <a:lnTo>
                    <a:pt x="91566" y="649634"/>
                  </a:lnTo>
                  <a:lnTo>
                    <a:pt x="56361" y="650848"/>
                  </a:lnTo>
                  <a:lnTo>
                    <a:pt x="52546" y="642177"/>
                  </a:lnTo>
                  <a:lnTo>
                    <a:pt x="46476" y="627783"/>
                  </a:lnTo>
                  <a:lnTo>
                    <a:pt x="39539" y="616510"/>
                  </a:lnTo>
                  <a:lnTo>
                    <a:pt x="31562" y="602810"/>
                  </a:lnTo>
                  <a:lnTo>
                    <a:pt x="22718" y="594139"/>
                  </a:lnTo>
                  <a:lnTo>
                    <a:pt x="22544" y="580959"/>
                  </a:lnTo>
                  <a:lnTo>
                    <a:pt x="19423" y="561189"/>
                  </a:lnTo>
                  <a:lnTo>
                    <a:pt x="11098" y="530320"/>
                  </a:lnTo>
                  <a:lnTo>
                    <a:pt x="0" y="449853"/>
                  </a:lnTo>
                  <a:lnTo>
                    <a:pt x="2948" y="436673"/>
                  </a:lnTo>
                  <a:lnTo>
                    <a:pt x="13179" y="434766"/>
                  </a:lnTo>
                  <a:lnTo>
                    <a:pt x="55841" y="450027"/>
                  </a:lnTo>
                  <a:lnTo>
                    <a:pt x="69368" y="447078"/>
                  </a:lnTo>
                  <a:lnTo>
                    <a:pt x="80640" y="441702"/>
                  </a:lnTo>
                  <a:lnTo>
                    <a:pt x="90698" y="439795"/>
                  </a:lnTo>
                  <a:lnTo>
                    <a:pt x="101104" y="446732"/>
                  </a:lnTo>
                  <a:lnTo>
                    <a:pt x="104919" y="458351"/>
                  </a:lnTo>
                  <a:lnTo>
                    <a:pt x="106480" y="476387"/>
                  </a:lnTo>
                  <a:lnTo>
                    <a:pt x="105266" y="494943"/>
                  </a:lnTo>
                  <a:lnTo>
                    <a:pt x="101104" y="507602"/>
                  </a:lnTo>
                  <a:lnTo>
                    <a:pt x="100757" y="530494"/>
                  </a:lnTo>
                  <a:lnTo>
                    <a:pt x="124516" y="550437"/>
                  </a:lnTo>
                  <a:lnTo>
                    <a:pt x="154691" y="563097"/>
                  </a:lnTo>
                  <a:lnTo>
                    <a:pt x="173420" y="564311"/>
                  </a:lnTo>
                  <a:lnTo>
                    <a:pt x="158853" y="549223"/>
                  </a:lnTo>
                  <a:lnTo>
                    <a:pt x="114284" y="516967"/>
                  </a:lnTo>
                  <a:lnTo>
                    <a:pt x="127290" y="482283"/>
                  </a:lnTo>
                  <a:lnTo>
                    <a:pt x="131105" y="461472"/>
                  </a:lnTo>
                  <a:lnTo>
                    <a:pt x="127810" y="446732"/>
                  </a:lnTo>
                  <a:lnTo>
                    <a:pt x="120527" y="431471"/>
                  </a:lnTo>
                  <a:lnTo>
                    <a:pt x="119833" y="423146"/>
                  </a:lnTo>
                  <a:lnTo>
                    <a:pt x="118966" y="411874"/>
                  </a:lnTo>
                  <a:lnTo>
                    <a:pt x="122434" y="392278"/>
                  </a:lnTo>
                  <a:lnTo>
                    <a:pt x="130585" y="376670"/>
                  </a:lnTo>
                  <a:lnTo>
                    <a:pt x="124862" y="369386"/>
                  </a:lnTo>
                  <a:lnTo>
                    <a:pt x="117232" y="370427"/>
                  </a:lnTo>
                  <a:lnTo>
                    <a:pt x="105439" y="378404"/>
                  </a:lnTo>
                  <a:lnTo>
                    <a:pt x="100063" y="294121"/>
                  </a:lnTo>
                  <a:lnTo>
                    <a:pt x="104225" y="270710"/>
                  </a:lnTo>
                  <a:lnTo>
                    <a:pt x="113590" y="263946"/>
                  </a:lnTo>
                  <a:lnTo>
                    <a:pt x="127984" y="262386"/>
                  </a:lnTo>
                  <a:lnTo>
                    <a:pt x="147927" y="254755"/>
                  </a:lnTo>
                  <a:lnTo>
                    <a:pt x="178796" y="230129"/>
                  </a:lnTo>
                  <a:lnTo>
                    <a:pt x="244869" y="128852"/>
                  </a:lnTo>
                  <a:lnTo>
                    <a:pt x="258396" y="115325"/>
                  </a:lnTo>
                  <a:lnTo>
                    <a:pt x="288225" y="92086"/>
                  </a:lnTo>
                  <a:lnTo>
                    <a:pt x="301058" y="77346"/>
                  </a:lnTo>
                  <a:lnTo>
                    <a:pt x="316839" y="38326"/>
                  </a:lnTo>
                  <a:lnTo>
                    <a:pt x="327418" y="12139"/>
                  </a:lnTo>
                  <a:lnTo>
                    <a:pt x="336956" y="0"/>
                  </a:lnTo>
                  <a:close/>
                  <a:moveTo>
                    <a:pt x="404763" y="520609"/>
                  </a:moveTo>
                  <a:lnTo>
                    <a:pt x="380658" y="526332"/>
                  </a:lnTo>
                  <a:lnTo>
                    <a:pt x="365223" y="542807"/>
                  </a:lnTo>
                  <a:lnTo>
                    <a:pt x="354298" y="565872"/>
                  </a:lnTo>
                  <a:lnTo>
                    <a:pt x="336436" y="588590"/>
                  </a:lnTo>
                  <a:lnTo>
                    <a:pt x="301751" y="591885"/>
                  </a:lnTo>
                  <a:lnTo>
                    <a:pt x="297243" y="607319"/>
                  </a:lnTo>
                  <a:lnTo>
                    <a:pt x="296029" y="624141"/>
                  </a:lnTo>
                  <a:lnTo>
                    <a:pt x="279554" y="634199"/>
                  </a:lnTo>
                  <a:lnTo>
                    <a:pt x="261171" y="640443"/>
                  </a:lnTo>
                  <a:lnTo>
                    <a:pt x="236372" y="625355"/>
                  </a:lnTo>
                  <a:lnTo>
                    <a:pt x="214694" y="623968"/>
                  </a:lnTo>
                  <a:lnTo>
                    <a:pt x="203075" y="648940"/>
                  </a:lnTo>
                  <a:lnTo>
                    <a:pt x="221458" y="671311"/>
                  </a:lnTo>
                  <a:lnTo>
                    <a:pt x="236892" y="693162"/>
                  </a:lnTo>
                  <a:lnTo>
                    <a:pt x="241054" y="721257"/>
                  </a:lnTo>
                  <a:lnTo>
                    <a:pt x="256489" y="731488"/>
                  </a:lnTo>
                  <a:lnTo>
                    <a:pt x="278860" y="738252"/>
                  </a:lnTo>
                  <a:lnTo>
                    <a:pt x="301578" y="768080"/>
                  </a:lnTo>
                  <a:lnTo>
                    <a:pt x="334875" y="769294"/>
                  </a:lnTo>
                  <a:lnTo>
                    <a:pt x="349095" y="767040"/>
                  </a:lnTo>
                  <a:lnTo>
                    <a:pt x="362622" y="759236"/>
                  </a:lnTo>
                  <a:lnTo>
                    <a:pt x="381872" y="753166"/>
                  </a:lnTo>
                  <a:lnTo>
                    <a:pt x="401295" y="748657"/>
                  </a:lnTo>
                  <a:lnTo>
                    <a:pt x="410139" y="769121"/>
                  </a:lnTo>
                  <a:lnTo>
                    <a:pt x="432857" y="757675"/>
                  </a:lnTo>
                  <a:lnTo>
                    <a:pt x="454882" y="752472"/>
                  </a:lnTo>
                  <a:lnTo>
                    <a:pt x="474999" y="740506"/>
                  </a:lnTo>
                  <a:lnTo>
                    <a:pt x="482282" y="727673"/>
                  </a:lnTo>
                  <a:lnTo>
                    <a:pt x="495636" y="709464"/>
                  </a:lnTo>
                  <a:lnTo>
                    <a:pt x="489393" y="702527"/>
                  </a:lnTo>
                  <a:lnTo>
                    <a:pt x="489219" y="684838"/>
                  </a:lnTo>
                  <a:lnTo>
                    <a:pt x="501012" y="677034"/>
                  </a:lnTo>
                  <a:lnTo>
                    <a:pt x="511764" y="671485"/>
                  </a:lnTo>
                  <a:lnTo>
                    <a:pt x="513845" y="657264"/>
                  </a:lnTo>
                  <a:lnTo>
                    <a:pt x="507949" y="643044"/>
                  </a:lnTo>
                  <a:lnTo>
                    <a:pt x="492167" y="643217"/>
                  </a:lnTo>
                  <a:lnTo>
                    <a:pt x="473958" y="649807"/>
                  </a:lnTo>
                  <a:lnTo>
                    <a:pt x="452801" y="649981"/>
                  </a:lnTo>
                  <a:lnTo>
                    <a:pt x="459911" y="622407"/>
                  </a:lnTo>
                  <a:lnTo>
                    <a:pt x="459391" y="598475"/>
                  </a:lnTo>
                  <a:lnTo>
                    <a:pt x="451240" y="576797"/>
                  </a:lnTo>
                  <a:lnTo>
                    <a:pt x="446037" y="545755"/>
                  </a:lnTo>
                  <a:lnTo>
                    <a:pt x="432684" y="522863"/>
                  </a:lnTo>
                  <a:lnTo>
                    <a:pt x="404763" y="520609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2700000" scaled="1"/>
              <a:tileRect/>
            </a:gradFill>
            <a:ln w="17327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9" name="Freeform: Shape 37">
              <a:extLst>
                <a:ext uri="{FF2B5EF4-FFF2-40B4-BE49-F238E27FC236}">
                  <a16:creationId xmlns:a16="http://schemas.microsoft.com/office/drawing/2014/main" id="{6CD3F2BC-34BF-58F6-537D-54E7E697DDCE}"/>
                </a:ext>
              </a:extLst>
            </p:cNvPr>
            <p:cNvSpPr/>
            <p:nvPr/>
          </p:nvSpPr>
          <p:spPr>
            <a:xfrm>
              <a:off x="1918905" y="1901968"/>
              <a:ext cx="135788" cy="223366"/>
            </a:xfrm>
            <a:custGeom>
              <a:avLst/>
              <a:gdLst>
                <a:gd name="connsiteX0" fmla="*/ 45089 w 135788"/>
                <a:gd name="connsiteY0" fmla="*/ 0 h 223366"/>
                <a:gd name="connsiteX1" fmla="*/ 57402 w 135788"/>
                <a:gd name="connsiteY1" fmla="*/ 9018 h 223366"/>
                <a:gd name="connsiteX2" fmla="*/ 69021 w 135788"/>
                <a:gd name="connsiteY2" fmla="*/ 22891 h 223366"/>
                <a:gd name="connsiteX3" fmla="*/ 80814 w 135788"/>
                <a:gd name="connsiteY3" fmla="*/ 33643 h 223366"/>
                <a:gd name="connsiteX4" fmla="*/ 105786 w 135788"/>
                <a:gd name="connsiteY4" fmla="*/ 46130 h 223366"/>
                <a:gd name="connsiteX5" fmla="*/ 115671 w 135788"/>
                <a:gd name="connsiteY5" fmla="*/ 56015 h 223366"/>
                <a:gd name="connsiteX6" fmla="*/ 119660 w 135788"/>
                <a:gd name="connsiteY6" fmla="*/ 71796 h 223366"/>
                <a:gd name="connsiteX7" fmla="*/ 118793 w 135788"/>
                <a:gd name="connsiteY7" fmla="*/ 79600 h 223366"/>
                <a:gd name="connsiteX8" fmla="*/ 114804 w 135788"/>
                <a:gd name="connsiteY8" fmla="*/ 92780 h 223366"/>
                <a:gd name="connsiteX9" fmla="*/ 113937 w 135788"/>
                <a:gd name="connsiteY9" fmla="*/ 98676 h 223366"/>
                <a:gd name="connsiteX10" fmla="*/ 115671 w 135788"/>
                <a:gd name="connsiteY10" fmla="*/ 105266 h 223366"/>
                <a:gd name="connsiteX11" fmla="*/ 122781 w 135788"/>
                <a:gd name="connsiteY11" fmla="*/ 118446 h 223366"/>
                <a:gd name="connsiteX12" fmla="*/ 124342 w 135788"/>
                <a:gd name="connsiteY12" fmla="*/ 125730 h 223366"/>
                <a:gd name="connsiteX13" fmla="*/ 126944 w 135788"/>
                <a:gd name="connsiteY13" fmla="*/ 160934 h 223366"/>
                <a:gd name="connsiteX14" fmla="*/ 124342 w 135788"/>
                <a:gd name="connsiteY14" fmla="*/ 169085 h 223366"/>
                <a:gd name="connsiteX15" fmla="*/ 128678 w 135788"/>
                <a:gd name="connsiteY15" fmla="*/ 174288 h 223366"/>
                <a:gd name="connsiteX16" fmla="*/ 133013 w 135788"/>
                <a:gd name="connsiteY16" fmla="*/ 184693 h 223366"/>
                <a:gd name="connsiteX17" fmla="*/ 135788 w 135788"/>
                <a:gd name="connsiteY17" fmla="*/ 189202 h 223366"/>
                <a:gd name="connsiteX18" fmla="*/ 125730 w 135788"/>
                <a:gd name="connsiteY18" fmla="*/ 195271 h 223366"/>
                <a:gd name="connsiteX19" fmla="*/ 117059 w 135788"/>
                <a:gd name="connsiteY19" fmla="*/ 215908 h 223366"/>
                <a:gd name="connsiteX20" fmla="*/ 109255 w 135788"/>
                <a:gd name="connsiteY20" fmla="*/ 222672 h 223366"/>
                <a:gd name="connsiteX21" fmla="*/ 103358 w 135788"/>
                <a:gd name="connsiteY21" fmla="*/ 223366 h 223366"/>
                <a:gd name="connsiteX22" fmla="*/ 98676 w 135788"/>
                <a:gd name="connsiteY22" fmla="*/ 221285 h 223366"/>
                <a:gd name="connsiteX23" fmla="*/ 90525 w 135788"/>
                <a:gd name="connsiteY23" fmla="*/ 212440 h 223366"/>
                <a:gd name="connsiteX24" fmla="*/ 84629 w 135788"/>
                <a:gd name="connsiteY24" fmla="*/ 208798 h 223366"/>
                <a:gd name="connsiteX25" fmla="*/ 80467 w 135788"/>
                <a:gd name="connsiteY25" fmla="*/ 210186 h 223366"/>
                <a:gd name="connsiteX26" fmla="*/ 77172 w 135788"/>
                <a:gd name="connsiteY26" fmla="*/ 213481 h 223366"/>
                <a:gd name="connsiteX27" fmla="*/ 74224 w 135788"/>
                <a:gd name="connsiteY27" fmla="*/ 215388 h 223366"/>
                <a:gd name="connsiteX28" fmla="*/ 33470 w 135788"/>
                <a:gd name="connsiteY28" fmla="*/ 217643 h 223366"/>
                <a:gd name="connsiteX29" fmla="*/ 18382 w 135788"/>
                <a:gd name="connsiteY29" fmla="*/ 210532 h 223366"/>
                <a:gd name="connsiteX30" fmla="*/ 2427 w 135788"/>
                <a:gd name="connsiteY30" fmla="*/ 189202 h 223366"/>
                <a:gd name="connsiteX31" fmla="*/ 26186 w 135788"/>
                <a:gd name="connsiteY31" fmla="*/ 182959 h 223366"/>
                <a:gd name="connsiteX32" fmla="*/ 31909 w 135788"/>
                <a:gd name="connsiteY32" fmla="*/ 179143 h 223366"/>
                <a:gd name="connsiteX33" fmla="*/ 38499 w 135788"/>
                <a:gd name="connsiteY33" fmla="*/ 168911 h 223366"/>
                <a:gd name="connsiteX34" fmla="*/ 37632 w 135788"/>
                <a:gd name="connsiteY34" fmla="*/ 164229 h 223366"/>
                <a:gd name="connsiteX35" fmla="*/ 33296 w 135788"/>
                <a:gd name="connsiteY35" fmla="*/ 161281 h 223366"/>
                <a:gd name="connsiteX36" fmla="*/ 29308 w 135788"/>
                <a:gd name="connsiteY36" fmla="*/ 155905 h 223366"/>
                <a:gd name="connsiteX37" fmla="*/ 1734 w 135788"/>
                <a:gd name="connsiteY37" fmla="*/ 103185 h 223366"/>
                <a:gd name="connsiteX38" fmla="*/ 0 w 135788"/>
                <a:gd name="connsiteY38" fmla="*/ 95208 h 223366"/>
                <a:gd name="connsiteX39" fmla="*/ 2774 w 135788"/>
                <a:gd name="connsiteY39" fmla="*/ 84629 h 223366"/>
                <a:gd name="connsiteX40" fmla="*/ 2081 w 135788"/>
                <a:gd name="connsiteY40" fmla="*/ 38326 h 223366"/>
                <a:gd name="connsiteX41" fmla="*/ 5376 w 135788"/>
                <a:gd name="connsiteY41" fmla="*/ 27747 h 223366"/>
                <a:gd name="connsiteX42" fmla="*/ 12833 w 135788"/>
                <a:gd name="connsiteY42" fmla="*/ 24972 h 223366"/>
                <a:gd name="connsiteX43" fmla="*/ 31042 w 135788"/>
                <a:gd name="connsiteY43" fmla="*/ 3642 h 223366"/>
                <a:gd name="connsiteX44" fmla="*/ 45089 w 135788"/>
                <a:gd name="connsiteY44" fmla="*/ 0 h 22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35788" h="223366">
                  <a:moveTo>
                    <a:pt x="45089" y="0"/>
                  </a:moveTo>
                  <a:lnTo>
                    <a:pt x="57402" y="9018"/>
                  </a:lnTo>
                  <a:lnTo>
                    <a:pt x="69021" y="22891"/>
                  </a:lnTo>
                  <a:lnTo>
                    <a:pt x="80814" y="33643"/>
                  </a:lnTo>
                  <a:lnTo>
                    <a:pt x="105786" y="46130"/>
                  </a:lnTo>
                  <a:lnTo>
                    <a:pt x="115671" y="56015"/>
                  </a:lnTo>
                  <a:lnTo>
                    <a:pt x="119660" y="71796"/>
                  </a:lnTo>
                  <a:lnTo>
                    <a:pt x="118793" y="79600"/>
                  </a:lnTo>
                  <a:lnTo>
                    <a:pt x="114804" y="92780"/>
                  </a:lnTo>
                  <a:lnTo>
                    <a:pt x="113937" y="98676"/>
                  </a:lnTo>
                  <a:lnTo>
                    <a:pt x="115671" y="105266"/>
                  </a:lnTo>
                  <a:lnTo>
                    <a:pt x="122781" y="118446"/>
                  </a:lnTo>
                  <a:lnTo>
                    <a:pt x="124342" y="125730"/>
                  </a:lnTo>
                  <a:lnTo>
                    <a:pt x="126944" y="160934"/>
                  </a:lnTo>
                  <a:lnTo>
                    <a:pt x="124342" y="169085"/>
                  </a:lnTo>
                  <a:lnTo>
                    <a:pt x="128678" y="174288"/>
                  </a:lnTo>
                  <a:lnTo>
                    <a:pt x="133013" y="184693"/>
                  </a:lnTo>
                  <a:lnTo>
                    <a:pt x="135788" y="189202"/>
                  </a:lnTo>
                  <a:lnTo>
                    <a:pt x="125730" y="195271"/>
                  </a:lnTo>
                  <a:lnTo>
                    <a:pt x="117059" y="215908"/>
                  </a:lnTo>
                  <a:lnTo>
                    <a:pt x="109255" y="222672"/>
                  </a:lnTo>
                  <a:lnTo>
                    <a:pt x="103358" y="223366"/>
                  </a:lnTo>
                  <a:lnTo>
                    <a:pt x="98676" y="221285"/>
                  </a:lnTo>
                  <a:lnTo>
                    <a:pt x="90525" y="212440"/>
                  </a:lnTo>
                  <a:lnTo>
                    <a:pt x="84629" y="208798"/>
                  </a:lnTo>
                  <a:lnTo>
                    <a:pt x="80467" y="210186"/>
                  </a:lnTo>
                  <a:lnTo>
                    <a:pt x="77172" y="213481"/>
                  </a:lnTo>
                  <a:lnTo>
                    <a:pt x="74224" y="215388"/>
                  </a:lnTo>
                  <a:lnTo>
                    <a:pt x="33470" y="217643"/>
                  </a:lnTo>
                  <a:lnTo>
                    <a:pt x="18382" y="210532"/>
                  </a:lnTo>
                  <a:lnTo>
                    <a:pt x="2427" y="189202"/>
                  </a:lnTo>
                  <a:lnTo>
                    <a:pt x="26186" y="182959"/>
                  </a:lnTo>
                  <a:lnTo>
                    <a:pt x="31909" y="179143"/>
                  </a:lnTo>
                  <a:lnTo>
                    <a:pt x="38499" y="168911"/>
                  </a:lnTo>
                  <a:lnTo>
                    <a:pt x="37632" y="164229"/>
                  </a:lnTo>
                  <a:lnTo>
                    <a:pt x="33296" y="161281"/>
                  </a:lnTo>
                  <a:lnTo>
                    <a:pt x="29308" y="155905"/>
                  </a:lnTo>
                  <a:lnTo>
                    <a:pt x="1734" y="103185"/>
                  </a:lnTo>
                  <a:lnTo>
                    <a:pt x="0" y="95208"/>
                  </a:lnTo>
                  <a:lnTo>
                    <a:pt x="2774" y="84629"/>
                  </a:lnTo>
                  <a:lnTo>
                    <a:pt x="2081" y="38326"/>
                  </a:lnTo>
                  <a:lnTo>
                    <a:pt x="5376" y="27747"/>
                  </a:lnTo>
                  <a:lnTo>
                    <a:pt x="12833" y="24972"/>
                  </a:lnTo>
                  <a:lnTo>
                    <a:pt x="31042" y="3642"/>
                  </a:lnTo>
                  <a:lnTo>
                    <a:pt x="45089" y="0"/>
                  </a:lnTo>
                  <a:close/>
                </a:path>
              </a:pathLst>
            </a:custGeom>
            <a:grpFill/>
            <a:ln w="17327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0" name="Freeform: Shape 36">
              <a:extLst>
                <a:ext uri="{FF2B5EF4-FFF2-40B4-BE49-F238E27FC236}">
                  <a16:creationId xmlns:a16="http://schemas.microsoft.com/office/drawing/2014/main" id="{09976A7B-CB25-7B22-6503-57CA54AE23CC}"/>
                </a:ext>
              </a:extLst>
            </p:cNvPr>
            <p:cNvSpPr/>
            <p:nvPr/>
          </p:nvSpPr>
          <p:spPr>
            <a:xfrm>
              <a:off x="1805142" y="1911332"/>
              <a:ext cx="94687" cy="53067"/>
            </a:xfrm>
            <a:custGeom>
              <a:avLst/>
              <a:gdLst>
                <a:gd name="connsiteX0" fmla="*/ 31042 w 94687"/>
                <a:gd name="connsiteY0" fmla="*/ 0 h 53067"/>
                <a:gd name="connsiteX1" fmla="*/ 43528 w 94687"/>
                <a:gd name="connsiteY1" fmla="*/ 3122 h 53067"/>
                <a:gd name="connsiteX2" fmla="*/ 58095 w 94687"/>
                <a:gd name="connsiteY2" fmla="*/ 11967 h 53067"/>
                <a:gd name="connsiteX3" fmla="*/ 73357 w 94687"/>
                <a:gd name="connsiteY3" fmla="*/ 11793 h 53067"/>
                <a:gd name="connsiteX4" fmla="*/ 87577 w 94687"/>
                <a:gd name="connsiteY4" fmla="*/ 14048 h 53067"/>
                <a:gd name="connsiteX5" fmla="*/ 94687 w 94687"/>
                <a:gd name="connsiteY5" fmla="*/ 22198 h 53067"/>
                <a:gd name="connsiteX6" fmla="*/ 89658 w 94687"/>
                <a:gd name="connsiteY6" fmla="*/ 39540 h 53067"/>
                <a:gd name="connsiteX7" fmla="*/ 75958 w 94687"/>
                <a:gd name="connsiteY7" fmla="*/ 51333 h 53067"/>
                <a:gd name="connsiteX8" fmla="*/ 58616 w 94687"/>
                <a:gd name="connsiteY8" fmla="*/ 52374 h 53067"/>
                <a:gd name="connsiteX9" fmla="*/ 26360 w 94687"/>
                <a:gd name="connsiteY9" fmla="*/ 45437 h 53067"/>
                <a:gd name="connsiteX10" fmla="*/ 19249 w 94687"/>
                <a:gd name="connsiteY10" fmla="*/ 48211 h 53067"/>
                <a:gd name="connsiteX11" fmla="*/ 10578 w 94687"/>
                <a:gd name="connsiteY11" fmla="*/ 52894 h 53067"/>
                <a:gd name="connsiteX12" fmla="*/ 3121 w 94687"/>
                <a:gd name="connsiteY12" fmla="*/ 53067 h 53067"/>
                <a:gd name="connsiteX13" fmla="*/ 0 w 94687"/>
                <a:gd name="connsiteY13" fmla="*/ 42489 h 53067"/>
                <a:gd name="connsiteX14" fmla="*/ 1734 w 94687"/>
                <a:gd name="connsiteY14" fmla="*/ 39194 h 53067"/>
                <a:gd name="connsiteX15" fmla="*/ 10578 w 94687"/>
                <a:gd name="connsiteY15" fmla="*/ 12140 h 53067"/>
                <a:gd name="connsiteX16" fmla="*/ 20116 w 94687"/>
                <a:gd name="connsiteY16" fmla="*/ 2949 h 53067"/>
                <a:gd name="connsiteX17" fmla="*/ 31042 w 94687"/>
                <a:gd name="connsiteY17" fmla="*/ 0 h 5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4687" h="53067">
                  <a:moveTo>
                    <a:pt x="31042" y="0"/>
                  </a:moveTo>
                  <a:lnTo>
                    <a:pt x="43528" y="3122"/>
                  </a:lnTo>
                  <a:lnTo>
                    <a:pt x="58095" y="11967"/>
                  </a:lnTo>
                  <a:lnTo>
                    <a:pt x="73357" y="11793"/>
                  </a:lnTo>
                  <a:lnTo>
                    <a:pt x="87577" y="14048"/>
                  </a:lnTo>
                  <a:lnTo>
                    <a:pt x="94687" y="22198"/>
                  </a:lnTo>
                  <a:lnTo>
                    <a:pt x="89658" y="39540"/>
                  </a:lnTo>
                  <a:lnTo>
                    <a:pt x="75958" y="51333"/>
                  </a:lnTo>
                  <a:lnTo>
                    <a:pt x="58616" y="52374"/>
                  </a:lnTo>
                  <a:lnTo>
                    <a:pt x="26360" y="45437"/>
                  </a:lnTo>
                  <a:lnTo>
                    <a:pt x="19249" y="48211"/>
                  </a:lnTo>
                  <a:lnTo>
                    <a:pt x="10578" y="52894"/>
                  </a:lnTo>
                  <a:lnTo>
                    <a:pt x="3121" y="53067"/>
                  </a:lnTo>
                  <a:lnTo>
                    <a:pt x="0" y="42489"/>
                  </a:lnTo>
                  <a:lnTo>
                    <a:pt x="1734" y="39194"/>
                  </a:lnTo>
                  <a:lnTo>
                    <a:pt x="10578" y="12140"/>
                  </a:lnTo>
                  <a:lnTo>
                    <a:pt x="20116" y="2949"/>
                  </a:lnTo>
                  <a:lnTo>
                    <a:pt x="31042" y="0"/>
                  </a:lnTo>
                  <a:close/>
                </a:path>
              </a:pathLst>
            </a:custGeom>
            <a:grpFill/>
            <a:ln w="17327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1" name="Freeform: Shape 35">
              <a:extLst>
                <a:ext uri="{FF2B5EF4-FFF2-40B4-BE49-F238E27FC236}">
                  <a16:creationId xmlns:a16="http://schemas.microsoft.com/office/drawing/2014/main" id="{0AA479A7-0AF4-704C-80BD-547EE868B307}"/>
                </a:ext>
              </a:extLst>
            </p:cNvPr>
            <p:cNvSpPr/>
            <p:nvPr/>
          </p:nvSpPr>
          <p:spPr>
            <a:xfrm>
              <a:off x="1853005" y="1977232"/>
              <a:ext cx="76478" cy="87925"/>
            </a:xfrm>
            <a:custGeom>
              <a:avLst/>
              <a:gdLst>
                <a:gd name="connsiteX0" fmla="*/ 29308 w 76478"/>
                <a:gd name="connsiteY0" fmla="*/ 0 h 87925"/>
                <a:gd name="connsiteX1" fmla="*/ 32256 w 76478"/>
                <a:gd name="connsiteY1" fmla="*/ 1561 h 87925"/>
                <a:gd name="connsiteX2" fmla="*/ 34164 w 76478"/>
                <a:gd name="connsiteY2" fmla="*/ 4509 h 87925"/>
                <a:gd name="connsiteX3" fmla="*/ 35378 w 76478"/>
                <a:gd name="connsiteY3" fmla="*/ 8671 h 87925"/>
                <a:gd name="connsiteX4" fmla="*/ 37805 w 76478"/>
                <a:gd name="connsiteY4" fmla="*/ 26534 h 87925"/>
                <a:gd name="connsiteX5" fmla="*/ 38672 w 76478"/>
                <a:gd name="connsiteY5" fmla="*/ 30002 h 87925"/>
                <a:gd name="connsiteX6" fmla="*/ 42314 w 76478"/>
                <a:gd name="connsiteY6" fmla="*/ 36419 h 87925"/>
                <a:gd name="connsiteX7" fmla="*/ 47170 w 76478"/>
                <a:gd name="connsiteY7" fmla="*/ 41968 h 87925"/>
                <a:gd name="connsiteX8" fmla="*/ 57749 w 76478"/>
                <a:gd name="connsiteY8" fmla="*/ 50986 h 87925"/>
                <a:gd name="connsiteX9" fmla="*/ 67460 w 76478"/>
                <a:gd name="connsiteY9" fmla="*/ 58616 h 87925"/>
                <a:gd name="connsiteX10" fmla="*/ 74917 w 76478"/>
                <a:gd name="connsiteY10" fmla="*/ 67114 h 87925"/>
                <a:gd name="connsiteX11" fmla="*/ 76478 w 76478"/>
                <a:gd name="connsiteY11" fmla="*/ 76479 h 87925"/>
                <a:gd name="connsiteX12" fmla="*/ 68154 w 76478"/>
                <a:gd name="connsiteY12" fmla="*/ 86884 h 87925"/>
                <a:gd name="connsiteX13" fmla="*/ 52546 w 76478"/>
                <a:gd name="connsiteY13" fmla="*/ 87925 h 87925"/>
                <a:gd name="connsiteX14" fmla="*/ 0 w 76478"/>
                <a:gd name="connsiteY14" fmla="*/ 46997 h 87925"/>
                <a:gd name="connsiteX15" fmla="*/ 6763 w 76478"/>
                <a:gd name="connsiteY15" fmla="*/ 40754 h 87925"/>
                <a:gd name="connsiteX16" fmla="*/ 9885 w 76478"/>
                <a:gd name="connsiteY16" fmla="*/ 32777 h 87925"/>
                <a:gd name="connsiteX17" fmla="*/ 14220 w 76478"/>
                <a:gd name="connsiteY17" fmla="*/ 14394 h 87925"/>
                <a:gd name="connsiteX18" fmla="*/ 16648 w 76478"/>
                <a:gd name="connsiteY18" fmla="*/ 9712 h 87925"/>
                <a:gd name="connsiteX19" fmla="*/ 20463 w 76478"/>
                <a:gd name="connsiteY19" fmla="*/ 4683 h 87925"/>
                <a:gd name="connsiteX20" fmla="*/ 24799 w 76478"/>
                <a:gd name="connsiteY20" fmla="*/ 1041 h 87925"/>
                <a:gd name="connsiteX21" fmla="*/ 29308 w 76478"/>
                <a:gd name="connsiteY21" fmla="*/ 0 h 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6478" h="87925">
                  <a:moveTo>
                    <a:pt x="29308" y="0"/>
                  </a:moveTo>
                  <a:lnTo>
                    <a:pt x="32256" y="1561"/>
                  </a:lnTo>
                  <a:lnTo>
                    <a:pt x="34164" y="4509"/>
                  </a:lnTo>
                  <a:lnTo>
                    <a:pt x="35378" y="8671"/>
                  </a:lnTo>
                  <a:lnTo>
                    <a:pt x="37805" y="26534"/>
                  </a:lnTo>
                  <a:lnTo>
                    <a:pt x="38672" y="30002"/>
                  </a:lnTo>
                  <a:lnTo>
                    <a:pt x="42314" y="36419"/>
                  </a:lnTo>
                  <a:lnTo>
                    <a:pt x="47170" y="41968"/>
                  </a:lnTo>
                  <a:lnTo>
                    <a:pt x="57749" y="50986"/>
                  </a:lnTo>
                  <a:lnTo>
                    <a:pt x="67460" y="58616"/>
                  </a:lnTo>
                  <a:lnTo>
                    <a:pt x="74917" y="67114"/>
                  </a:lnTo>
                  <a:lnTo>
                    <a:pt x="76478" y="76479"/>
                  </a:lnTo>
                  <a:lnTo>
                    <a:pt x="68154" y="86884"/>
                  </a:lnTo>
                  <a:lnTo>
                    <a:pt x="52546" y="87925"/>
                  </a:lnTo>
                  <a:lnTo>
                    <a:pt x="0" y="46997"/>
                  </a:lnTo>
                  <a:lnTo>
                    <a:pt x="6763" y="40754"/>
                  </a:lnTo>
                  <a:lnTo>
                    <a:pt x="9885" y="32777"/>
                  </a:lnTo>
                  <a:lnTo>
                    <a:pt x="14220" y="14394"/>
                  </a:lnTo>
                  <a:lnTo>
                    <a:pt x="16648" y="9712"/>
                  </a:lnTo>
                  <a:lnTo>
                    <a:pt x="20463" y="4683"/>
                  </a:lnTo>
                  <a:lnTo>
                    <a:pt x="24799" y="1041"/>
                  </a:lnTo>
                  <a:lnTo>
                    <a:pt x="29308" y="0"/>
                  </a:lnTo>
                  <a:close/>
                </a:path>
              </a:pathLst>
            </a:custGeom>
            <a:grpFill/>
            <a:ln w="17327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2" name="Freeform: Shape 34">
              <a:extLst>
                <a:ext uri="{FF2B5EF4-FFF2-40B4-BE49-F238E27FC236}">
                  <a16:creationId xmlns:a16="http://schemas.microsoft.com/office/drawing/2014/main" id="{56F89721-2DBA-AC57-077A-E6993B0D79CF}"/>
                </a:ext>
              </a:extLst>
            </p:cNvPr>
            <p:cNvSpPr/>
            <p:nvPr/>
          </p:nvSpPr>
          <p:spPr>
            <a:xfrm>
              <a:off x="2052093" y="2425005"/>
              <a:ext cx="61737" cy="87924"/>
            </a:xfrm>
            <a:custGeom>
              <a:avLst/>
              <a:gdLst>
                <a:gd name="connsiteX0" fmla="*/ 26533 w 61737"/>
                <a:gd name="connsiteY0" fmla="*/ 0 h 87924"/>
                <a:gd name="connsiteX1" fmla="*/ 28961 w 61737"/>
                <a:gd name="connsiteY1" fmla="*/ 867 h 87924"/>
                <a:gd name="connsiteX2" fmla="*/ 26706 w 61737"/>
                <a:gd name="connsiteY2" fmla="*/ 9364 h 87924"/>
                <a:gd name="connsiteX3" fmla="*/ 30001 w 61737"/>
                <a:gd name="connsiteY3" fmla="*/ 16995 h 87924"/>
                <a:gd name="connsiteX4" fmla="*/ 39019 w 61737"/>
                <a:gd name="connsiteY4" fmla="*/ 22197 h 87924"/>
                <a:gd name="connsiteX5" fmla="*/ 53760 w 61737"/>
                <a:gd name="connsiteY5" fmla="*/ 28441 h 87924"/>
                <a:gd name="connsiteX6" fmla="*/ 57922 w 61737"/>
                <a:gd name="connsiteY6" fmla="*/ 32603 h 87924"/>
                <a:gd name="connsiteX7" fmla="*/ 59830 w 61737"/>
                <a:gd name="connsiteY7" fmla="*/ 36765 h 87924"/>
                <a:gd name="connsiteX8" fmla="*/ 61737 w 61737"/>
                <a:gd name="connsiteY8" fmla="*/ 45089 h 87924"/>
                <a:gd name="connsiteX9" fmla="*/ 57575 w 61737"/>
                <a:gd name="connsiteY9" fmla="*/ 54107 h 87924"/>
                <a:gd name="connsiteX10" fmla="*/ 18035 w 61737"/>
                <a:gd name="connsiteY10" fmla="*/ 85669 h 87924"/>
                <a:gd name="connsiteX11" fmla="*/ 0 w 61737"/>
                <a:gd name="connsiteY11" fmla="*/ 87924 h 87924"/>
                <a:gd name="connsiteX12" fmla="*/ 173 w 61737"/>
                <a:gd name="connsiteY12" fmla="*/ 83068 h 87924"/>
                <a:gd name="connsiteX13" fmla="*/ 8671 w 61737"/>
                <a:gd name="connsiteY13" fmla="*/ 71622 h 87924"/>
                <a:gd name="connsiteX14" fmla="*/ 9885 w 61737"/>
                <a:gd name="connsiteY14" fmla="*/ 65032 h 87924"/>
                <a:gd name="connsiteX15" fmla="*/ 6416 w 61737"/>
                <a:gd name="connsiteY15" fmla="*/ 59309 h 87924"/>
                <a:gd name="connsiteX16" fmla="*/ 16475 w 61737"/>
                <a:gd name="connsiteY16" fmla="*/ 47864 h 87924"/>
                <a:gd name="connsiteX17" fmla="*/ 16821 w 61737"/>
                <a:gd name="connsiteY17" fmla="*/ 36244 h 87924"/>
                <a:gd name="connsiteX18" fmla="*/ 12659 w 61737"/>
                <a:gd name="connsiteY18" fmla="*/ 21850 h 87924"/>
                <a:gd name="connsiteX19" fmla="*/ 6936 w 61737"/>
                <a:gd name="connsiteY19" fmla="*/ 11792 h 87924"/>
                <a:gd name="connsiteX20" fmla="*/ 1387 w 61737"/>
                <a:gd name="connsiteY20" fmla="*/ 5376 h 87924"/>
                <a:gd name="connsiteX21" fmla="*/ 3121 w 61737"/>
                <a:gd name="connsiteY21" fmla="*/ 3468 h 87924"/>
                <a:gd name="connsiteX22" fmla="*/ 15781 w 61737"/>
                <a:gd name="connsiteY22" fmla="*/ 9711 h 87924"/>
                <a:gd name="connsiteX23" fmla="*/ 26533 w 61737"/>
                <a:gd name="connsiteY23" fmla="*/ 0 h 8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1737" h="87924">
                  <a:moveTo>
                    <a:pt x="26533" y="0"/>
                  </a:moveTo>
                  <a:lnTo>
                    <a:pt x="28961" y="867"/>
                  </a:lnTo>
                  <a:lnTo>
                    <a:pt x="26706" y="9364"/>
                  </a:lnTo>
                  <a:lnTo>
                    <a:pt x="30001" y="16995"/>
                  </a:lnTo>
                  <a:lnTo>
                    <a:pt x="39019" y="22197"/>
                  </a:lnTo>
                  <a:lnTo>
                    <a:pt x="53760" y="28441"/>
                  </a:lnTo>
                  <a:lnTo>
                    <a:pt x="57922" y="32603"/>
                  </a:lnTo>
                  <a:lnTo>
                    <a:pt x="59830" y="36765"/>
                  </a:lnTo>
                  <a:lnTo>
                    <a:pt x="61737" y="45089"/>
                  </a:lnTo>
                  <a:lnTo>
                    <a:pt x="57575" y="54107"/>
                  </a:lnTo>
                  <a:lnTo>
                    <a:pt x="18035" y="85669"/>
                  </a:lnTo>
                  <a:lnTo>
                    <a:pt x="0" y="87924"/>
                  </a:lnTo>
                  <a:lnTo>
                    <a:pt x="173" y="83068"/>
                  </a:lnTo>
                  <a:lnTo>
                    <a:pt x="8671" y="71622"/>
                  </a:lnTo>
                  <a:lnTo>
                    <a:pt x="9885" y="65032"/>
                  </a:lnTo>
                  <a:lnTo>
                    <a:pt x="6416" y="59309"/>
                  </a:lnTo>
                  <a:lnTo>
                    <a:pt x="16475" y="47864"/>
                  </a:lnTo>
                  <a:lnTo>
                    <a:pt x="16821" y="36244"/>
                  </a:lnTo>
                  <a:lnTo>
                    <a:pt x="12659" y="21850"/>
                  </a:lnTo>
                  <a:lnTo>
                    <a:pt x="6936" y="11792"/>
                  </a:lnTo>
                  <a:lnTo>
                    <a:pt x="1387" y="5376"/>
                  </a:lnTo>
                  <a:lnTo>
                    <a:pt x="3121" y="3468"/>
                  </a:lnTo>
                  <a:lnTo>
                    <a:pt x="15781" y="9711"/>
                  </a:lnTo>
                  <a:lnTo>
                    <a:pt x="26533" y="0"/>
                  </a:lnTo>
                  <a:close/>
                </a:path>
              </a:pathLst>
            </a:custGeom>
            <a:grpFill/>
            <a:ln w="17327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3" name="Freeform: Shape 33">
              <a:extLst>
                <a:ext uri="{FF2B5EF4-FFF2-40B4-BE49-F238E27FC236}">
                  <a16:creationId xmlns:a16="http://schemas.microsoft.com/office/drawing/2014/main" id="{CE81AE15-023F-738B-F95F-03B21D2CC6B6}"/>
                </a:ext>
              </a:extLst>
            </p:cNvPr>
            <p:cNvSpPr/>
            <p:nvPr/>
          </p:nvSpPr>
          <p:spPr>
            <a:xfrm>
              <a:off x="1970238" y="2432808"/>
              <a:ext cx="50465" cy="48038"/>
            </a:xfrm>
            <a:custGeom>
              <a:avLst/>
              <a:gdLst>
                <a:gd name="connsiteX0" fmla="*/ 21504 w 50465"/>
                <a:gd name="connsiteY0" fmla="*/ 0 h 48038"/>
                <a:gd name="connsiteX1" fmla="*/ 39193 w 50465"/>
                <a:gd name="connsiteY1" fmla="*/ 1561 h 48038"/>
                <a:gd name="connsiteX2" fmla="*/ 47517 w 50465"/>
                <a:gd name="connsiteY2" fmla="*/ 7111 h 48038"/>
                <a:gd name="connsiteX3" fmla="*/ 50465 w 50465"/>
                <a:gd name="connsiteY3" fmla="*/ 18903 h 48038"/>
                <a:gd name="connsiteX4" fmla="*/ 46997 w 50465"/>
                <a:gd name="connsiteY4" fmla="*/ 22892 h 48038"/>
                <a:gd name="connsiteX5" fmla="*/ 38673 w 50465"/>
                <a:gd name="connsiteY5" fmla="*/ 25667 h 48038"/>
                <a:gd name="connsiteX6" fmla="*/ 35378 w 50465"/>
                <a:gd name="connsiteY6" fmla="*/ 32083 h 48038"/>
                <a:gd name="connsiteX7" fmla="*/ 34684 w 50465"/>
                <a:gd name="connsiteY7" fmla="*/ 37980 h 48038"/>
                <a:gd name="connsiteX8" fmla="*/ 27921 w 50465"/>
                <a:gd name="connsiteY8" fmla="*/ 45957 h 48038"/>
                <a:gd name="connsiteX9" fmla="*/ 19250 w 50465"/>
                <a:gd name="connsiteY9" fmla="*/ 48038 h 48038"/>
                <a:gd name="connsiteX10" fmla="*/ 13180 w 50465"/>
                <a:gd name="connsiteY10" fmla="*/ 43529 h 48038"/>
                <a:gd name="connsiteX11" fmla="*/ 6763 w 50465"/>
                <a:gd name="connsiteY11" fmla="*/ 44223 h 48038"/>
                <a:gd name="connsiteX12" fmla="*/ 1734 w 50465"/>
                <a:gd name="connsiteY12" fmla="*/ 41101 h 48038"/>
                <a:gd name="connsiteX13" fmla="*/ 0 w 50465"/>
                <a:gd name="connsiteY13" fmla="*/ 28788 h 48038"/>
                <a:gd name="connsiteX14" fmla="*/ 1387 w 50465"/>
                <a:gd name="connsiteY14" fmla="*/ 16129 h 48038"/>
                <a:gd name="connsiteX15" fmla="*/ 7804 w 50465"/>
                <a:gd name="connsiteY15" fmla="*/ 7284 h 48038"/>
                <a:gd name="connsiteX16" fmla="*/ 21504 w 50465"/>
                <a:gd name="connsiteY16" fmla="*/ 0 h 4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465" h="48038">
                  <a:moveTo>
                    <a:pt x="21504" y="0"/>
                  </a:moveTo>
                  <a:lnTo>
                    <a:pt x="39193" y="1561"/>
                  </a:lnTo>
                  <a:lnTo>
                    <a:pt x="47517" y="7111"/>
                  </a:lnTo>
                  <a:lnTo>
                    <a:pt x="50465" y="18903"/>
                  </a:lnTo>
                  <a:lnTo>
                    <a:pt x="46997" y="22892"/>
                  </a:lnTo>
                  <a:lnTo>
                    <a:pt x="38673" y="25667"/>
                  </a:lnTo>
                  <a:lnTo>
                    <a:pt x="35378" y="32083"/>
                  </a:lnTo>
                  <a:lnTo>
                    <a:pt x="34684" y="37980"/>
                  </a:lnTo>
                  <a:lnTo>
                    <a:pt x="27921" y="45957"/>
                  </a:lnTo>
                  <a:lnTo>
                    <a:pt x="19250" y="48038"/>
                  </a:lnTo>
                  <a:lnTo>
                    <a:pt x="13180" y="43529"/>
                  </a:lnTo>
                  <a:lnTo>
                    <a:pt x="6763" y="44223"/>
                  </a:lnTo>
                  <a:lnTo>
                    <a:pt x="1734" y="41101"/>
                  </a:lnTo>
                  <a:lnTo>
                    <a:pt x="0" y="28788"/>
                  </a:lnTo>
                  <a:lnTo>
                    <a:pt x="1387" y="16129"/>
                  </a:lnTo>
                  <a:lnTo>
                    <a:pt x="7804" y="7284"/>
                  </a:lnTo>
                  <a:lnTo>
                    <a:pt x="21504" y="0"/>
                  </a:lnTo>
                  <a:close/>
                </a:path>
              </a:pathLst>
            </a:custGeom>
            <a:grpFill/>
            <a:ln w="17327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4" name="Freeform: Shape 18">
              <a:extLst>
                <a:ext uri="{FF2B5EF4-FFF2-40B4-BE49-F238E27FC236}">
                  <a16:creationId xmlns:a16="http://schemas.microsoft.com/office/drawing/2014/main" id="{60842E8B-8E05-9C05-03AF-815E30FC0FE6}"/>
                </a:ext>
              </a:extLst>
            </p:cNvPr>
            <p:cNvSpPr/>
            <p:nvPr/>
          </p:nvSpPr>
          <p:spPr>
            <a:xfrm>
              <a:off x="930059" y="4181408"/>
              <a:ext cx="2098390" cy="1370023"/>
            </a:xfrm>
            <a:custGeom>
              <a:avLst/>
              <a:gdLst>
                <a:gd name="connsiteX0" fmla="*/ 753339 w 2098390"/>
                <a:gd name="connsiteY0" fmla="*/ 382393 h 1370023"/>
                <a:gd name="connsiteX1" fmla="*/ 755247 w 2098390"/>
                <a:gd name="connsiteY1" fmla="*/ 384474 h 1370023"/>
                <a:gd name="connsiteX2" fmla="*/ 758022 w 2098390"/>
                <a:gd name="connsiteY2" fmla="*/ 386555 h 1370023"/>
                <a:gd name="connsiteX3" fmla="*/ 765479 w 2098390"/>
                <a:gd name="connsiteY3" fmla="*/ 385341 h 1370023"/>
                <a:gd name="connsiteX4" fmla="*/ 786116 w 2098390"/>
                <a:gd name="connsiteY4" fmla="*/ 390890 h 1370023"/>
                <a:gd name="connsiteX5" fmla="*/ 790278 w 2098390"/>
                <a:gd name="connsiteY5" fmla="*/ 389850 h 1370023"/>
                <a:gd name="connsiteX6" fmla="*/ 793053 w 2098390"/>
                <a:gd name="connsiteY6" fmla="*/ 382219 h 1370023"/>
                <a:gd name="connsiteX7" fmla="*/ 799643 w 2098390"/>
                <a:gd name="connsiteY7" fmla="*/ 372334 h 1370023"/>
                <a:gd name="connsiteX8" fmla="*/ 808314 w 2098390"/>
                <a:gd name="connsiteY8" fmla="*/ 363837 h 1370023"/>
                <a:gd name="connsiteX9" fmla="*/ 816638 w 2098390"/>
                <a:gd name="connsiteY9" fmla="*/ 360368 h 1370023"/>
                <a:gd name="connsiteX10" fmla="*/ 806233 w 2098390"/>
                <a:gd name="connsiteY10" fmla="*/ 343547 h 1370023"/>
                <a:gd name="connsiteX11" fmla="*/ 802764 w 2098390"/>
                <a:gd name="connsiteY11" fmla="*/ 333835 h 1370023"/>
                <a:gd name="connsiteX12" fmla="*/ 803458 w 2098390"/>
                <a:gd name="connsiteY12" fmla="*/ 324297 h 1370023"/>
                <a:gd name="connsiteX13" fmla="*/ 808834 w 2098390"/>
                <a:gd name="connsiteY13" fmla="*/ 316319 h 1370023"/>
                <a:gd name="connsiteX14" fmla="*/ 832419 w 2098390"/>
                <a:gd name="connsiteY14" fmla="*/ 302619 h 1370023"/>
                <a:gd name="connsiteX15" fmla="*/ 820627 w 2098390"/>
                <a:gd name="connsiteY15" fmla="*/ 299498 h 1370023"/>
                <a:gd name="connsiteX16" fmla="*/ 804672 w 2098390"/>
                <a:gd name="connsiteY16" fmla="*/ 303313 h 1370023"/>
                <a:gd name="connsiteX17" fmla="*/ 790625 w 2098390"/>
                <a:gd name="connsiteY17" fmla="*/ 312331 h 1370023"/>
                <a:gd name="connsiteX18" fmla="*/ 784729 w 2098390"/>
                <a:gd name="connsiteY18" fmla="*/ 325164 h 1370023"/>
                <a:gd name="connsiteX19" fmla="*/ 780913 w 2098390"/>
                <a:gd name="connsiteY19" fmla="*/ 331234 h 1370023"/>
                <a:gd name="connsiteX20" fmla="*/ 772416 w 2098390"/>
                <a:gd name="connsiteY20" fmla="*/ 335396 h 1370023"/>
                <a:gd name="connsiteX21" fmla="*/ 763224 w 2098390"/>
                <a:gd name="connsiteY21" fmla="*/ 338517 h 1370023"/>
                <a:gd name="connsiteX22" fmla="*/ 757848 w 2098390"/>
                <a:gd name="connsiteY22" fmla="*/ 341639 h 1370023"/>
                <a:gd name="connsiteX23" fmla="*/ 753686 w 2098390"/>
                <a:gd name="connsiteY23" fmla="*/ 350483 h 1370023"/>
                <a:gd name="connsiteX24" fmla="*/ 747617 w 2098390"/>
                <a:gd name="connsiteY24" fmla="*/ 380485 h 1370023"/>
                <a:gd name="connsiteX25" fmla="*/ 751085 w 2098390"/>
                <a:gd name="connsiteY25" fmla="*/ 381005 h 1370023"/>
                <a:gd name="connsiteX26" fmla="*/ 753339 w 2098390"/>
                <a:gd name="connsiteY26" fmla="*/ 382393 h 1370023"/>
                <a:gd name="connsiteX27" fmla="*/ 728887 w 2098390"/>
                <a:gd name="connsiteY27" fmla="*/ 561883 h 1370023"/>
                <a:gd name="connsiteX28" fmla="*/ 735477 w 2098390"/>
                <a:gd name="connsiteY28" fmla="*/ 564311 h 1370023"/>
                <a:gd name="connsiteX29" fmla="*/ 740506 w 2098390"/>
                <a:gd name="connsiteY29" fmla="*/ 568647 h 1370023"/>
                <a:gd name="connsiteX30" fmla="*/ 746923 w 2098390"/>
                <a:gd name="connsiteY30" fmla="*/ 571074 h 1370023"/>
                <a:gd name="connsiteX31" fmla="*/ 758022 w 2098390"/>
                <a:gd name="connsiteY31" fmla="*/ 567779 h 1370023"/>
                <a:gd name="connsiteX32" fmla="*/ 767040 w 2098390"/>
                <a:gd name="connsiteY32" fmla="*/ 559976 h 1370023"/>
                <a:gd name="connsiteX33" fmla="*/ 772936 w 2098390"/>
                <a:gd name="connsiteY33" fmla="*/ 548703 h 1370023"/>
                <a:gd name="connsiteX34" fmla="*/ 775364 w 2098390"/>
                <a:gd name="connsiteY34" fmla="*/ 535523 h 1370023"/>
                <a:gd name="connsiteX35" fmla="*/ 773630 w 2098390"/>
                <a:gd name="connsiteY35" fmla="*/ 521996 h 1370023"/>
                <a:gd name="connsiteX36" fmla="*/ 767560 w 2098390"/>
                <a:gd name="connsiteY36" fmla="*/ 511418 h 1370023"/>
                <a:gd name="connsiteX37" fmla="*/ 758889 w 2098390"/>
                <a:gd name="connsiteY37" fmla="*/ 505521 h 1370023"/>
                <a:gd name="connsiteX38" fmla="*/ 751258 w 2098390"/>
                <a:gd name="connsiteY38" fmla="*/ 507429 h 1370023"/>
                <a:gd name="connsiteX39" fmla="*/ 747963 w 2098390"/>
                <a:gd name="connsiteY39" fmla="*/ 519915 h 1370023"/>
                <a:gd name="connsiteX40" fmla="*/ 745015 w 2098390"/>
                <a:gd name="connsiteY40" fmla="*/ 525638 h 1370023"/>
                <a:gd name="connsiteX41" fmla="*/ 738599 w 2098390"/>
                <a:gd name="connsiteY41" fmla="*/ 525812 h 1370023"/>
                <a:gd name="connsiteX42" fmla="*/ 731142 w 2098390"/>
                <a:gd name="connsiteY42" fmla="*/ 523731 h 1370023"/>
                <a:gd name="connsiteX43" fmla="*/ 726112 w 2098390"/>
                <a:gd name="connsiteY43" fmla="*/ 523384 h 1370023"/>
                <a:gd name="connsiteX44" fmla="*/ 715534 w 2098390"/>
                <a:gd name="connsiteY44" fmla="*/ 533095 h 1370023"/>
                <a:gd name="connsiteX45" fmla="*/ 701660 w 2098390"/>
                <a:gd name="connsiteY45" fmla="*/ 555293 h 1370023"/>
                <a:gd name="connsiteX46" fmla="*/ 694030 w 2098390"/>
                <a:gd name="connsiteY46" fmla="*/ 562056 h 1370023"/>
                <a:gd name="connsiteX47" fmla="*/ 694030 w 2098390"/>
                <a:gd name="connsiteY47" fmla="*/ 567953 h 1370023"/>
                <a:gd name="connsiteX48" fmla="*/ 703568 w 2098390"/>
                <a:gd name="connsiteY48" fmla="*/ 567779 h 1370023"/>
                <a:gd name="connsiteX49" fmla="*/ 728887 w 2098390"/>
                <a:gd name="connsiteY49" fmla="*/ 561883 h 1370023"/>
                <a:gd name="connsiteX50" fmla="*/ 275565 w 2098390"/>
                <a:gd name="connsiteY50" fmla="*/ 732009 h 1370023"/>
                <a:gd name="connsiteX51" fmla="*/ 268976 w 2098390"/>
                <a:gd name="connsiteY51" fmla="*/ 732182 h 1370023"/>
                <a:gd name="connsiteX52" fmla="*/ 266374 w 2098390"/>
                <a:gd name="connsiteY52" fmla="*/ 725419 h 1370023"/>
                <a:gd name="connsiteX53" fmla="*/ 262906 w 2098390"/>
                <a:gd name="connsiteY53" fmla="*/ 722644 h 1370023"/>
                <a:gd name="connsiteX54" fmla="*/ 256489 w 2098390"/>
                <a:gd name="connsiteY54" fmla="*/ 723858 h 1370023"/>
                <a:gd name="connsiteX55" fmla="*/ 250073 w 2098390"/>
                <a:gd name="connsiteY55" fmla="*/ 728714 h 1370023"/>
                <a:gd name="connsiteX56" fmla="*/ 244523 w 2098390"/>
                <a:gd name="connsiteY56" fmla="*/ 737558 h 1370023"/>
                <a:gd name="connsiteX57" fmla="*/ 239321 w 2098390"/>
                <a:gd name="connsiteY57" fmla="*/ 747617 h 1370023"/>
                <a:gd name="connsiteX58" fmla="*/ 234985 w 2098390"/>
                <a:gd name="connsiteY58" fmla="*/ 759062 h 1370023"/>
                <a:gd name="connsiteX59" fmla="*/ 234118 w 2098390"/>
                <a:gd name="connsiteY59" fmla="*/ 771549 h 1370023"/>
                <a:gd name="connsiteX60" fmla="*/ 239147 w 2098390"/>
                <a:gd name="connsiteY60" fmla="*/ 785075 h 1370023"/>
                <a:gd name="connsiteX61" fmla="*/ 246778 w 2098390"/>
                <a:gd name="connsiteY61" fmla="*/ 788197 h 1370023"/>
                <a:gd name="connsiteX62" fmla="*/ 249899 w 2098390"/>
                <a:gd name="connsiteY62" fmla="*/ 784729 h 1370023"/>
                <a:gd name="connsiteX63" fmla="*/ 253888 w 2098390"/>
                <a:gd name="connsiteY63" fmla="*/ 779179 h 1370023"/>
                <a:gd name="connsiteX64" fmla="*/ 258917 w 2098390"/>
                <a:gd name="connsiteY64" fmla="*/ 770682 h 1370023"/>
                <a:gd name="connsiteX65" fmla="*/ 261345 w 2098390"/>
                <a:gd name="connsiteY65" fmla="*/ 764092 h 1370023"/>
                <a:gd name="connsiteX66" fmla="*/ 273484 w 2098390"/>
                <a:gd name="connsiteY66" fmla="*/ 749871 h 1370023"/>
                <a:gd name="connsiteX67" fmla="*/ 275565 w 2098390"/>
                <a:gd name="connsiteY67" fmla="*/ 744495 h 1370023"/>
                <a:gd name="connsiteX68" fmla="*/ 279207 w 2098390"/>
                <a:gd name="connsiteY68" fmla="*/ 740160 h 1370023"/>
                <a:gd name="connsiteX69" fmla="*/ 285971 w 2098390"/>
                <a:gd name="connsiteY69" fmla="*/ 733396 h 1370023"/>
                <a:gd name="connsiteX70" fmla="*/ 284410 w 2098390"/>
                <a:gd name="connsiteY70" fmla="*/ 729581 h 1370023"/>
                <a:gd name="connsiteX71" fmla="*/ 275565 w 2098390"/>
                <a:gd name="connsiteY71" fmla="*/ 732009 h 1370023"/>
                <a:gd name="connsiteX72" fmla="*/ 24973 w 2098390"/>
                <a:gd name="connsiteY72" fmla="*/ 1299441 h 1370023"/>
                <a:gd name="connsiteX73" fmla="*/ 18209 w 2098390"/>
                <a:gd name="connsiteY73" fmla="*/ 1290944 h 1370023"/>
                <a:gd name="connsiteX74" fmla="*/ 9712 w 2098390"/>
                <a:gd name="connsiteY74" fmla="*/ 1287995 h 1370023"/>
                <a:gd name="connsiteX75" fmla="*/ 3815 w 2098390"/>
                <a:gd name="connsiteY75" fmla="*/ 1293545 h 1370023"/>
                <a:gd name="connsiteX76" fmla="*/ 0 w 2098390"/>
                <a:gd name="connsiteY76" fmla="*/ 1303430 h 1370023"/>
                <a:gd name="connsiteX77" fmla="*/ 1908 w 2098390"/>
                <a:gd name="connsiteY77" fmla="*/ 1310713 h 1370023"/>
                <a:gd name="connsiteX78" fmla="*/ 10579 w 2098390"/>
                <a:gd name="connsiteY78" fmla="*/ 1316089 h 1370023"/>
                <a:gd name="connsiteX79" fmla="*/ 25666 w 2098390"/>
                <a:gd name="connsiteY79" fmla="*/ 1329963 h 1370023"/>
                <a:gd name="connsiteX80" fmla="*/ 29482 w 2098390"/>
                <a:gd name="connsiteY80" fmla="*/ 1332391 h 1370023"/>
                <a:gd name="connsiteX81" fmla="*/ 31216 w 2098390"/>
                <a:gd name="connsiteY81" fmla="*/ 1333258 h 1370023"/>
                <a:gd name="connsiteX82" fmla="*/ 34684 w 2098390"/>
                <a:gd name="connsiteY82" fmla="*/ 1333952 h 1370023"/>
                <a:gd name="connsiteX83" fmla="*/ 37112 w 2098390"/>
                <a:gd name="connsiteY83" fmla="*/ 1329790 h 1370023"/>
                <a:gd name="connsiteX84" fmla="*/ 36418 w 2098390"/>
                <a:gd name="connsiteY84" fmla="*/ 1322333 h 1370023"/>
                <a:gd name="connsiteX85" fmla="*/ 24973 w 2098390"/>
                <a:gd name="connsiteY85" fmla="*/ 1299441 h 1370023"/>
                <a:gd name="connsiteX86" fmla="*/ 734090 w 2098390"/>
                <a:gd name="connsiteY86" fmla="*/ 844039 h 1370023"/>
                <a:gd name="connsiteX87" fmla="*/ 742241 w 2098390"/>
                <a:gd name="connsiteY87" fmla="*/ 843518 h 1370023"/>
                <a:gd name="connsiteX88" fmla="*/ 749177 w 2098390"/>
                <a:gd name="connsiteY88" fmla="*/ 841090 h 1370023"/>
                <a:gd name="connsiteX89" fmla="*/ 751258 w 2098390"/>
                <a:gd name="connsiteY89" fmla="*/ 829991 h 1370023"/>
                <a:gd name="connsiteX90" fmla="*/ 744842 w 2098390"/>
                <a:gd name="connsiteY90" fmla="*/ 816811 h 1370023"/>
                <a:gd name="connsiteX91" fmla="*/ 736518 w 2098390"/>
                <a:gd name="connsiteY91" fmla="*/ 804672 h 1370023"/>
                <a:gd name="connsiteX92" fmla="*/ 726633 w 2098390"/>
                <a:gd name="connsiteY92" fmla="*/ 782995 h 1370023"/>
                <a:gd name="connsiteX93" fmla="*/ 720216 w 2098390"/>
                <a:gd name="connsiteY93" fmla="*/ 791319 h 1370023"/>
                <a:gd name="connsiteX94" fmla="*/ 717441 w 2098390"/>
                <a:gd name="connsiteY94" fmla="*/ 809528 h 1370023"/>
                <a:gd name="connsiteX95" fmla="*/ 720390 w 2098390"/>
                <a:gd name="connsiteY95" fmla="*/ 842131 h 1370023"/>
                <a:gd name="connsiteX96" fmla="*/ 726633 w 2098390"/>
                <a:gd name="connsiteY96" fmla="*/ 847333 h 1370023"/>
                <a:gd name="connsiteX97" fmla="*/ 734090 w 2098390"/>
                <a:gd name="connsiteY97" fmla="*/ 844039 h 1370023"/>
                <a:gd name="connsiteX98" fmla="*/ 705302 w 2098390"/>
                <a:gd name="connsiteY98" fmla="*/ 717095 h 1370023"/>
                <a:gd name="connsiteX99" fmla="*/ 696111 w 2098390"/>
                <a:gd name="connsiteY99" fmla="*/ 708770 h 1370023"/>
                <a:gd name="connsiteX100" fmla="*/ 689521 w 2098390"/>
                <a:gd name="connsiteY100" fmla="*/ 696631 h 1370023"/>
                <a:gd name="connsiteX101" fmla="*/ 686572 w 2098390"/>
                <a:gd name="connsiteY101" fmla="*/ 694723 h 1370023"/>
                <a:gd name="connsiteX102" fmla="*/ 681717 w 2098390"/>
                <a:gd name="connsiteY102" fmla="*/ 697151 h 1370023"/>
                <a:gd name="connsiteX103" fmla="*/ 667670 w 2098390"/>
                <a:gd name="connsiteY103" fmla="*/ 716401 h 1370023"/>
                <a:gd name="connsiteX104" fmla="*/ 644778 w 2098390"/>
                <a:gd name="connsiteY104" fmla="*/ 725592 h 1370023"/>
                <a:gd name="connsiteX105" fmla="*/ 639402 w 2098390"/>
                <a:gd name="connsiteY105" fmla="*/ 732876 h 1370023"/>
                <a:gd name="connsiteX106" fmla="*/ 646339 w 2098390"/>
                <a:gd name="connsiteY106" fmla="*/ 748657 h 1370023"/>
                <a:gd name="connsiteX107" fmla="*/ 649807 w 2098390"/>
                <a:gd name="connsiteY107" fmla="*/ 747443 h 1370023"/>
                <a:gd name="connsiteX108" fmla="*/ 661947 w 2098390"/>
                <a:gd name="connsiteY108" fmla="*/ 752646 h 1370023"/>
                <a:gd name="connsiteX109" fmla="*/ 673219 w 2098390"/>
                <a:gd name="connsiteY109" fmla="*/ 759236 h 1370023"/>
                <a:gd name="connsiteX110" fmla="*/ 673219 w 2098390"/>
                <a:gd name="connsiteY110" fmla="*/ 762184 h 1370023"/>
                <a:gd name="connsiteX111" fmla="*/ 681196 w 2098390"/>
                <a:gd name="connsiteY111" fmla="*/ 762878 h 1370023"/>
                <a:gd name="connsiteX112" fmla="*/ 686572 w 2098390"/>
                <a:gd name="connsiteY112" fmla="*/ 762357 h 1370023"/>
                <a:gd name="connsiteX113" fmla="*/ 691949 w 2098390"/>
                <a:gd name="connsiteY113" fmla="*/ 758369 h 1370023"/>
                <a:gd name="connsiteX114" fmla="*/ 703741 w 2098390"/>
                <a:gd name="connsiteY114" fmla="*/ 742587 h 1370023"/>
                <a:gd name="connsiteX115" fmla="*/ 707036 w 2098390"/>
                <a:gd name="connsiteY115" fmla="*/ 735651 h 1370023"/>
                <a:gd name="connsiteX116" fmla="*/ 708770 w 2098390"/>
                <a:gd name="connsiteY116" fmla="*/ 728194 h 1370023"/>
                <a:gd name="connsiteX117" fmla="*/ 707730 w 2098390"/>
                <a:gd name="connsiteY117" fmla="*/ 720910 h 1370023"/>
                <a:gd name="connsiteX118" fmla="*/ 705302 w 2098390"/>
                <a:gd name="connsiteY118" fmla="*/ 717095 h 1370023"/>
                <a:gd name="connsiteX119" fmla="*/ 708077 w 2098390"/>
                <a:gd name="connsiteY119" fmla="*/ 639055 h 1370023"/>
                <a:gd name="connsiteX120" fmla="*/ 705302 w 2098390"/>
                <a:gd name="connsiteY120" fmla="*/ 636280 h 1370023"/>
                <a:gd name="connsiteX121" fmla="*/ 701660 w 2098390"/>
                <a:gd name="connsiteY121" fmla="*/ 635587 h 1370023"/>
                <a:gd name="connsiteX122" fmla="*/ 696457 w 2098390"/>
                <a:gd name="connsiteY122" fmla="*/ 636280 h 1370023"/>
                <a:gd name="connsiteX123" fmla="*/ 671138 w 2098390"/>
                <a:gd name="connsiteY123" fmla="*/ 645992 h 1370023"/>
                <a:gd name="connsiteX124" fmla="*/ 657264 w 2098390"/>
                <a:gd name="connsiteY124" fmla="*/ 648940 h 1370023"/>
                <a:gd name="connsiteX125" fmla="*/ 646686 w 2098390"/>
                <a:gd name="connsiteY125" fmla="*/ 644952 h 1370023"/>
                <a:gd name="connsiteX126" fmla="*/ 637148 w 2098390"/>
                <a:gd name="connsiteY126" fmla="*/ 648593 h 1370023"/>
                <a:gd name="connsiteX127" fmla="*/ 628650 w 2098390"/>
                <a:gd name="connsiteY127" fmla="*/ 654143 h 1370023"/>
                <a:gd name="connsiteX128" fmla="*/ 622407 w 2098390"/>
                <a:gd name="connsiteY128" fmla="*/ 662467 h 1370023"/>
                <a:gd name="connsiteX129" fmla="*/ 620152 w 2098390"/>
                <a:gd name="connsiteY129" fmla="*/ 674260 h 1370023"/>
                <a:gd name="connsiteX130" fmla="*/ 621540 w 2098390"/>
                <a:gd name="connsiteY130" fmla="*/ 686746 h 1370023"/>
                <a:gd name="connsiteX131" fmla="*/ 625528 w 2098390"/>
                <a:gd name="connsiteY131" fmla="*/ 696804 h 1370023"/>
                <a:gd name="connsiteX132" fmla="*/ 632292 w 2098390"/>
                <a:gd name="connsiteY132" fmla="*/ 703048 h 1370023"/>
                <a:gd name="connsiteX133" fmla="*/ 641310 w 2098390"/>
                <a:gd name="connsiteY133" fmla="*/ 704088 h 1370023"/>
                <a:gd name="connsiteX134" fmla="*/ 650501 w 2098390"/>
                <a:gd name="connsiteY134" fmla="*/ 699926 h 1370023"/>
                <a:gd name="connsiteX135" fmla="*/ 657264 w 2098390"/>
                <a:gd name="connsiteY135" fmla="*/ 691602 h 1370023"/>
                <a:gd name="connsiteX136" fmla="*/ 661426 w 2098390"/>
                <a:gd name="connsiteY136" fmla="*/ 680503 h 1370023"/>
                <a:gd name="connsiteX137" fmla="*/ 662987 w 2098390"/>
                <a:gd name="connsiteY137" fmla="*/ 667843 h 1370023"/>
                <a:gd name="connsiteX138" fmla="*/ 667323 w 2098390"/>
                <a:gd name="connsiteY138" fmla="*/ 665415 h 1370023"/>
                <a:gd name="connsiteX139" fmla="*/ 677034 w 2098390"/>
                <a:gd name="connsiteY139" fmla="*/ 667496 h 1370023"/>
                <a:gd name="connsiteX140" fmla="*/ 687613 w 2098390"/>
                <a:gd name="connsiteY140" fmla="*/ 667496 h 1370023"/>
                <a:gd name="connsiteX141" fmla="*/ 694376 w 2098390"/>
                <a:gd name="connsiteY141" fmla="*/ 658652 h 1370023"/>
                <a:gd name="connsiteX142" fmla="*/ 698365 w 2098390"/>
                <a:gd name="connsiteY142" fmla="*/ 660906 h 1370023"/>
                <a:gd name="connsiteX143" fmla="*/ 707210 w 2098390"/>
                <a:gd name="connsiteY143" fmla="*/ 663334 h 1370023"/>
                <a:gd name="connsiteX144" fmla="*/ 710851 w 2098390"/>
                <a:gd name="connsiteY144" fmla="*/ 665068 h 1370023"/>
                <a:gd name="connsiteX145" fmla="*/ 710505 w 2098390"/>
                <a:gd name="connsiteY145" fmla="*/ 645125 h 1370023"/>
                <a:gd name="connsiteX146" fmla="*/ 708077 w 2098390"/>
                <a:gd name="connsiteY146" fmla="*/ 639055 h 1370023"/>
                <a:gd name="connsiteX147" fmla="*/ 827564 w 2098390"/>
                <a:gd name="connsiteY147" fmla="*/ 349096 h 1370023"/>
                <a:gd name="connsiteX148" fmla="*/ 835888 w 2098390"/>
                <a:gd name="connsiteY148" fmla="*/ 368519 h 1370023"/>
                <a:gd name="connsiteX149" fmla="*/ 840050 w 2098390"/>
                <a:gd name="connsiteY149" fmla="*/ 373722 h 1370023"/>
                <a:gd name="connsiteX150" fmla="*/ 844385 w 2098390"/>
                <a:gd name="connsiteY150" fmla="*/ 375976 h 1370023"/>
                <a:gd name="connsiteX151" fmla="*/ 847680 w 2098390"/>
                <a:gd name="connsiteY151" fmla="*/ 379098 h 1370023"/>
                <a:gd name="connsiteX152" fmla="*/ 850975 w 2098390"/>
                <a:gd name="connsiteY152" fmla="*/ 379791 h 1370023"/>
                <a:gd name="connsiteX153" fmla="*/ 857739 w 2098390"/>
                <a:gd name="connsiteY153" fmla="*/ 380485 h 1370023"/>
                <a:gd name="connsiteX154" fmla="*/ 862074 w 2098390"/>
                <a:gd name="connsiteY154" fmla="*/ 384300 h 1370023"/>
                <a:gd name="connsiteX155" fmla="*/ 881844 w 2098390"/>
                <a:gd name="connsiteY155" fmla="*/ 387595 h 1370023"/>
                <a:gd name="connsiteX156" fmla="*/ 887220 w 2098390"/>
                <a:gd name="connsiteY156" fmla="*/ 389156 h 1370023"/>
                <a:gd name="connsiteX157" fmla="*/ 885833 w 2098390"/>
                <a:gd name="connsiteY157" fmla="*/ 393838 h 1370023"/>
                <a:gd name="connsiteX158" fmla="*/ 885659 w 2098390"/>
                <a:gd name="connsiteY158" fmla="*/ 402163 h 1370023"/>
                <a:gd name="connsiteX159" fmla="*/ 888781 w 2098390"/>
                <a:gd name="connsiteY159" fmla="*/ 407712 h 1370023"/>
                <a:gd name="connsiteX160" fmla="*/ 892596 w 2098390"/>
                <a:gd name="connsiteY160" fmla="*/ 412568 h 1370023"/>
                <a:gd name="connsiteX161" fmla="*/ 901614 w 2098390"/>
                <a:gd name="connsiteY161" fmla="*/ 414649 h 1370023"/>
                <a:gd name="connsiteX162" fmla="*/ 903695 w 2098390"/>
                <a:gd name="connsiteY162" fmla="*/ 417597 h 1370023"/>
                <a:gd name="connsiteX163" fmla="*/ 906643 w 2098390"/>
                <a:gd name="connsiteY163" fmla="*/ 415169 h 1370023"/>
                <a:gd name="connsiteX164" fmla="*/ 909591 w 2098390"/>
                <a:gd name="connsiteY164" fmla="*/ 405978 h 1370023"/>
                <a:gd name="connsiteX165" fmla="*/ 908204 w 2098390"/>
                <a:gd name="connsiteY165" fmla="*/ 398694 h 1370023"/>
                <a:gd name="connsiteX166" fmla="*/ 904215 w 2098390"/>
                <a:gd name="connsiteY166" fmla="*/ 393318 h 1370023"/>
                <a:gd name="connsiteX167" fmla="*/ 901961 w 2098390"/>
                <a:gd name="connsiteY167" fmla="*/ 384994 h 1370023"/>
                <a:gd name="connsiteX168" fmla="*/ 897279 w 2098390"/>
                <a:gd name="connsiteY168" fmla="*/ 378404 h 1370023"/>
                <a:gd name="connsiteX169" fmla="*/ 889128 w 2098390"/>
                <a:gd name="connsiteY169" fmla="*/ 377884 h 1370023"/>
                <a:gd name="connsiteX170" fmla="*/ 882018 w 2098390"/>
                <a:gd name="connsiteY170" fmla="*/ 374589 h 1370023"/>
                <a:gd name="connsiteX171" fmla="*/ 873520 w 2098390"/>
                <a:gd name="connsiteY171" fmla="*/ 365744 h 1370023"/>
                <a:gd name="connsiteX172" fmla="*/ 873520 w 2098390"/>
                <a:gd name="connsiteY172" fmla="*/ 360715 h 1370023"/>
                <a:gd name="connsiteX173" fmla="*/ 876468 w 2098390"/>
                <a:gd name="connsiteY173" fmla="*/ 357247 h 1370023"/>
                <a:gd name="connsiteX174" fmla="*/ 883578 w 2098390"/>
                <a:gd name="connsiteY174" fmla="*/ 356726 h 1370023"/>
                <a:gd name="connsiteX175" fmla="*/ 888954 w 2098390"/>
                <a:gd name="connsiteY175" fmla="*/ 351350 h 1370023"/>
                <a:gd name="connsiteX176" fmla="*/ 887047 w 2098390"/>
                <a:gd name="connsiteY176" fmla="*/ 345107 h 1370023"/>
                <a:gd name="connsiteX177" fmla="*/ 882191 w 2098390"/>
                <a:gd name="connsiteY177" fmla="*/ 346495 h 1370023"/>
                <a:gd name="connsiteX178" fmla="*/ 878376 w 2098390"/>
                <a:gd name="connsiteY178" fmla="*/ 346668 h 1370023"/>
                <a:gd name="connsiteX179" fmla="*/ 876815 w 2098390"/>
                <a:gd name="connsiteY179" fmla="*/ 342506 h 1370023"/>
                <a:gd name="connsiteX180" fmla="*/ 871959 w 2098390"/>
                <a:gd name="connsiteY180" fmla="*/ 340078 h 1370023"/>
                <a:gd name="connsiteX181" fmla="*/ 864502 w 2098390"/>
                <a:gd name="connsiteY181" fmla="*/ 344067 h 1370023"/>
                <a:gd name="connsiteX182" fmla="*/ 857912 w 2098390"/>
                <a:gd name="connsiteY182" fmla="*/ 346321 h 1370023"/>
                <a:gd name="connsiteX183" fmla="*/ 850628 w 2098390"/>
                <a:gd name="connsiteY183" fmla="*/ 341465 h 1370023"/>
                <a:gd name="connsiteX184" fmla="*/ 841611 w 2098390"/>
                <a:gd name="connsiteY184" fmla="*/ 338170 h 1370023"/>
                <a:gd name="connsiteX185" fmla="*/ 831726 w 2098390"/>
                <a:gd name="connsiteY185" fmla="*/ 341465 h 1370023"/>
                <a:gd name="connsiteX186" fmla="*/ 827564 w 2098390"/>
                <a:gd name="connsiteY186" fmla="*/ 349096 h 1370023"/>
                <a:gd name="connsiteX187" fmla="*/ 845426 w 2098390"/>
                <a:gd name="connsiteY187" fmla="*/ 401469 h 1370023"/>
                <a:gd name="connsiteX188" fmla="*/ 844732 w 2098390"/>
                <a:gd name="connsiteY188" fmla="*/ 396613 h 1370023"/>
                <a:gd name="connsiteX189" fmla="*/ 842824 w 2098390"/>
                <a:gd name="connsiteY189" fmla="*/ 392451 h 1370023"/>
                <a:gd name="connsiteX190" fmla="*/ 839530 w 2098390"/>
                <a:gd name="connsiteY190" fmla="*/ 387942 h 1370023"/>
                <a:gd name="connsiteX191" fmla="*/ 832593 w 2098390"/>
                <a:gd name="connsiteY191" fmla="*/ 386035 h 1370023"/>
                <a:gd name="connsiteX192" fmla="*/ 822708 w 2098390"/>
                <a:gd name="connsiteY192" fmla="*/ 386902 h 1370023"/>
                <a:gd name="connsiteX193" fmla="*/ 815944 w 2098390"/>
                <a:gd name="connsiteY193" fmla="*/ 383780 h 1370023"/>
                <a:gd name="connsiteX194" fmla="*/ 810915 w 2098390"/>
                <a:gd name="connsiteY194" fmla="*/ 384474 h 1370023"/>
                <a:gd name="connsiteX195" fmla="*/ 804845 w 2098390"/>
                <a:gd name="connsiteY195" fmla="*/ 388462 h 1370023"/>
                <a:gd name="connsiteX196" fmla="*/ 803458 w 2098390"/>
                <a:gd name="connsiteY196" fmla="*/ 392798 h 1370023"/>
                <a:gd name="connsiteX197" fmla="*/ 806753 w 2098390"/>
                <a:gd name="connsiteY197" fmla="*/ 393838 h 1370023"/>
                <a:gd name="connsiteX198" fmla="*/ 810221 w 2098390"/>
                <a:gd name="connsiteY198" fmla="*/ 393145 h 1370023"/>
                <a:gd name="connsiteX199" fmla="*/ 812476 w 2098390"/>
                <a:gd name="connsiteY199" fmla="*/ 394359 h 1370023"/>
                <a:gd name="connsiteX200" fmla="*/ 806926 w 2098390"/>
                <a:gd name="connsiteY200" fmla="*/ 398694 h 1370023"/>
                <a:gd name="connsiteX201" fmla="*/ 807967 w 2098390"/>
                <a:gd name="connsiteY201" fmla="*/ 400775 h 1370023"/>
                <a:gd name="connsiteX202" fmla="*/ 811782 w 2098390"/>
                <a:gd name="connsiteY202" fmla="*/ 400602 h 1370023"/>
                <a:gd name="connsiteX203" fmla="*/ 814730 w 2098390"/>
                <a:gd name="connsiteY203" fmla="*/ 402163 h 1370023"/>
                <a:gd name="connsiteX204" fmla="*/ 815944 w 2098390"/>
                <a:gd name="connsiteY204" fmla="*/ 406325 h 1370023"/>
                <a:gd name="connsiteX205" fmla="*/ 819586 w 2098390"/>
                <a:gd name="connsiteY205" fmla="*/ 406672 h 1370023"/>
                <a:gd name="connsiteX206" fmla="*/ 823748 w 2098390"/>
                <a:gd name="connsiteY206" fmla="*/ 404590 h 1370023"/>
                <a:gd name="connsiteX207" fmla="*/ 826870 w 2098390"/>
                <a:gd name="connsiteY207" fmla="*/ 406672 h 1370023"/>
                <a:gd name="connsiteX208" fmla="*/ 833807 w 2098390"/>
                <a:gd name="connsiteY208" fmla="*/ 414302 h 1370023"/>
                <a:gd name="connsiteX209" fmla="*/ 837969 w 2098390"/>
                <a:gd name="connsiteY209" fmla="*/ 415863 h 1370023"/>
                <a:gd name="connsiteX210" fmla="*/ 841957 w 2098390"/>
                <a:gd name="connsiteY210" fmla="*/ 413608 h 1370023"/>
                <a:gd name="connsiteX211" fmla="*/ 845252 w 2098390"/>
                <a:gd name="connsiteY211" fmla="*/ 410660 h 1370023"/>
                <a:gd name="connsiteX212" fmla="*/ 845426 w 2098390"/>
                <a:gd name="connsiteY212" fmla="*/ 401469 h 1370023"/>
                <a:gd name="connsiteX213" fmla="*/ 784555 w 2098390"/>
                <a:gd name="connsiteY213" fmla="*/ 576797 h 1370023"/>
                <a:gd name="connsiteX214" fmla="*/ 777098 w 2098390"/>
                <a:gd name="connsiteY214" fmla="*/ 572635 h 1370023"/>
                <a:gd name="connsiteX215" fmla="*/ 767907 w 2098390"/>
                <a:gd name="connsiteY215" fmla="*/ 573676 h 1370023"/>
                <a:gd name="connsiteX216" fmla="*/ 756634 w 2098390"/>
                <a:gd name="connsiteY216" fmla="*/ 579399 h 1370023"/>
                <a:gd name="connsiteX217" fmla="*/ 754380 w 2098390"/>
                <a:gd name="connsiteY217" fmla="*/ 586856 h 1370023"/>
                <a:gd name="connsiteX218" fmla="*/ 759756 w 2098390"/>
                <a:gd name="connsiteY218" fmla="*/ 596741 h 1370023"/>
                <a:gd name="connsiteX219" fmla="*/ 766173 w 2098390"/>
                <a:gd name="connsiteY219" fmla="*/ 605759 h 1370023"/>
                <a:gd name="connsiteX220" fmla="*/ 777792 w 2098390"/>
                <a:gd name="connsiteY220" fmla="*/ 618938 h 1370023"/>
                <a:gd name="connsiteX221" fmla="*/ 777445 w 2098390"/>
                <a:gd name="connsiteY221" fmla="*/ 622754 h 1370023"/>
                <a:gd name="connsiteX222" fmla="*/ 779179 w 2098390"/>
                <a:gd name="connsiteY222" fmla="*/ 628303 h 1370023"/>
                <a:gd name="connsiteX223" fmla="*/ 786116 w 2098390"/>
                <a:gd name="connsiteY223" fmla="*/ 628824 h 1370023"/>
                <a:gd name="connsiteX224" fmla="*/ 794440 w 2098390"/>
                <a:gd name="connsiteY224" fmla="*/ 624141 h 1370023"/>
                <a:gd name="connsiteX225" fmla="*/ 797041 w 2098390"/>
                <a:gd name="connsiteY225" fmla="*/ 615123 h 1370023"/>
                <a:gd name="connsiteX226" fmla="*/ 796868 w 2098390"/>
                <a:gd name="connsiteY226" fmla="*/ 604544 h 1370023"/>
                <a:gd name="connsiteX227" fmla="*/ 801724 w 2098390"/>
                <a:gd name="connsiteY227" fmla="*/ 598995 h 1370023"/>
                <a:gd name="connsiteX228" fmla="*/ 809354 w 2098390"/>
                <a:gd name="connsiteY228" fmla="*/ 599342 h 1370023"/>
                <a:gd name="connsiteX229" fmla="*/ 814904 w 2098390"/>
                <a:gd name="connsiteY229" fmla="*/ 595873 h 1370023"/>
                <a:gd name="connsiteX230" fmla="*/ 816811 w 2098390"/>
                <a:gd name="connsiteY230" fmla="*/ 587029 h 1370023"/>
                <a:gd name="connsiteX231" fmla="*/ 812996 w 2098390"/>
                <a:gd name="connsiteY231" fmla="*/ 572288 h 1370023"/>
                <a:gd name="connsiteX232" fmla="*/ 823401 w 2098390"/>
                <a:gd name="connsiteY232" fmla="*/ 565525 h 1370023"/>
                <a:gd name="connsiteX233" fmla="*/ 822534 w 2098390"/>
                <a:gd name="connsiteY233" fmla="*/ 559629 h 1370023"/>
                <a:gd name="connsiteX234" fmla="*/ 818892 w 2098390"/>
                <a:gd name="connsiteY234" fmla="*/ 554253 h 1370023"/>
                <a:gd name="connsiteX235" fmla="*/ 815077 w 2098390"/>
                <a:gd name="connsiteY235" fmla="*/ 552172 h 1370023"/>
                <a:gd name="connsiteX236" fmla="*/ 810221 w 2098390"/>
                <a:gd name="connsiteY236" fmla="*/ 552692 h 1370023"/>
                <a:gd name="connsiteX237" fmla="*/ 800163 w 2098390"/>
                <a:gd name="connsiteY237" fmla="*/ 552518 h 1370023"/>
                <a:gd name="connsiteX238" fmla="*/ 792706 w 2098390"/>
                <a:gd name="connsiteY238" fmla="*/ 559802 h 1370023"/>
                <a:gd name="connsiteX239" fmla="*/ 794267 w 2098390"/>
                <a:gd name="connsiteY239" fmla="*/ 570901 h 1370023"/>
                <a:gd name="connsiteX240" fmla="*/ 792186 w 2098390"/>
                <a:gd name="connsiteY240" fmla="*/ 576624 h 1370023"/>
                <a:gd name="connsiteX241" fmla="*/ 784555 w 2098390"/>
                <a:gd name="connsiteY241" fmla="*/ 576797 h 1370023"/>
                <a:gd name="connsiteX242" fmla="*/ 773283 w 2098390"/>
                <a:gd name="connsiteY242" fmla="*/ 1089602 h 1370023"/>
                <a:gd name="connsiteX243" fmla="*/ 768080 w 2098390"/>
                <a:gd name="connsiteY243" fmla="*/ 1087001 h 1370023"/>
                <a:gd name="connsiteX244" fmla="*/ 756981 w 2098390"/>
                <a:gd name="connsiteY244" fmla="*/ 1088735 h 1370023"/>
                <a:gd name="connsiteX245" fmla="*/ 730274 w 2098390"/>
                <a:gd name="connsiteY245" fmla="*/ 1083186 h 1370023"/>
                <a:gd name="connsiteX246" fmla="*/ 724552 w 2098390"/>
                <a:gd name="connsiteY246" fmla="*/ 1087001 h 1370023"/>
                <a:gd name="connsiteX247" fmla="*/ 724205 w 2098390"/>
                <a:gd name="connsiteY247" fmla="*/ 1091683 h 1370023"/>
                <a:gd name="connsiteX248" fmla="*/ 720910 w 2098390"/>
                <a:gd name="connsiteY248" fmla="*/ 1096192 h 1370023"/>
                <a:gd name="connsiteX249" fmla="*/ 721430 w 2098390"/>
                <a:gd name="connsiteY249" fmla="*/ 1101221 h 1370023"/>
                <a:gd name="connsiteX250" fmla="*/ 726806 w 2098390"/>
                <a:gd name="connsiteY250" fmla="*/ 1109025 h 1370023"/>
                <a:gd name="connsiteX251" fmla="*/ 742761 w 2098390"/>
                <a:gd name="connsiteY251" fmla="*/ 1115615 h 1370023"/>
                <a:gd name="connsiteX252" fmla="*/ 747617 w 2098390"/>
                <a:gd name="connsiteY252" fmla="*/ 1114922 h 1370023"/>
                <a:gd name="connsiteX253" fmla="*/ 749004 w 2098390"/>
                <a:gd name="connsiteY253" fmla="*/ 1110239 h 1370023"/>
                <a:gd name="connsiteX254" fmla="*/ 751605 w 2098390"/>
                <a:gd name="connsiteY254" fmla="*/ 1110066 h 1370023"/>
                <a:gd name="connsiteX255" fmla="*/ 754900 w 2098390"/>
                <a:gd name="connsiteY255" fmla="*/ 1115095 h 1370023"/>
                <a:gd name="connsiteX256" fmla="*/ 758369 w 2098390"/>
                <a:gd name="connsiteY256" fmla="*/ 1116656 h 1370023"/>
                <a:gd name="connsiteX257" fmla="*/ 762704 w 2098390"/>
                <a:gd name="connsiteY257" fmla="*/ 1113014 h 1370023"/>
                <a:gd name="connsiteX258" fmla="*/ 770161 w 2098390"/>
                <a:gd name="connsiteY258" fmla="*/ 1112147 h 1370023"/>
                <a:gd name="connsiteX259" fmla="*/ 773803 w 2098390"/>
                <a:gd name="connsiteY259" fmla="*/ 1106771 h 1370023"/>
                <a:gd name="connsiteX260" fmla="*/ 772589 w 2098390"/>
                <a:gd name="connsiteY260" fmla="*/ 1100007 h 1370023"/>
                <a:gd name="connsiteX261" fmla="*/ 773283 w 2098390"/>
                <a:gd name="connsiteY261" fmla="*/ 1089602 h 1370023"/>
                <a:gd name="connsiteX262" fmla="*/ 931269 w 2098390"/>
                <a:gd name="connsiteY262" fmla="*/ 550958 h 1370023"/>
                <a:gd name="connsiteX263" fmla="*/ 921557 w 2098390"/>
                <a:gd name="connsiteY263" fmla="*/ 553906 h 1370023"/>
                <a:gd name="connsiteX264" fmla="*/ 920864 w 2098390"/>
                <a:gd name="connsiteY264" fmla="*/ 557895 h 1370023"/>
                <a:gd name="connsiteX265" fmla="*/ 918262 w 2098390"/>
                <a:gd name="connsiteY265" fmla="*/ 560496 h 1370023"/>
                <a:gd name="connsiteX266" fmla="*/ 915488 w 2098390"/>
                <a:gd name="connsiteY266" fmla="*/ 563964 h 1370023"/>
                <a:gd name="connsiteX267" fmla="*/ 899706 w 2098390"/>
                <a:gd name="connsiteY267" fmla="*/ 569687 h 1370023"/>
                <a:gd name="connsiteX268" fmla="*/ 887394 w 2098390"/>
                <a:gd name="connsiteY268" fmla="*/ 570554 h 1370023"/>
                <a:gd name="connsiteX269" fmla="*/ 883232 w 2098390"/>
                <a:gd name="connsiteY269" fmla="*/ 575583 h 1370023"/>
                <a:gd name="connsiteX270" fmla="*/ 887914 w 2098390"/>
                <a:gd name="connsiteY270" fmla="*/ 581653 h 1370023"/>
                <a:gd name="connsiteX271" fmla="*/ 897105 w 2098390"/>
                <a:gd name="connsiteY271" fmla="*/ 584775 h 1370023"/>
                <a:gd name="connsiteX272" fmla="*/ 908551 w 2098390"/>
                <a:gd name="connsiteY272" fmla="*/ 582867 h 1370023"/>
                <a:gd name="connsiteX273" fmla="*/ 918609 w 2098390"/>
                <a:gd name="connsiteY273" fmla="*/ 577838 h 1370023"/>
                <a:gd name="connsiteX274" fmla="*/ 941501 w 2098390"/>
                <a:gd name="connsiteY274" fmla="*/ 574196 h 1370023"/>
                <a:gd name="connsiteX275" fmla="*/ 944796 w 2098390"/>
                <a:gd name="connsiteY275" fmla="*/ 575930 h 1370023"/>
                <a:gd name="connsiteX276" fmla="*/ 966474 w 2098390"/>
                <a:gd name="connsiteY276" fmla="*/ 587896 h 1370023"/>
                <a:gd name="connsiteX277" fmla="*/ 968554 w 2098390"/>
                <a:gd name="connsiteY277" fmla="*/ 591712 h 1370023"/>
                <a:gd name="connsiteX278" fmla="*/ 966127 w 2098390"/>
                <a:gd name="connsiteY278" fmla="*/ 597088 h 1370023"/>
                <a:gd name="connsiteX279" fmla="*/ 961271 w 2098390"/>
                <a:gd name="connsiteY279" fmla="*/ 602637 h 1370023"/>
                <a:gd name="connsiteX280" fmla="*/ 969595 w 2098390"/>
                <a:gd name="connsiteY280" fmla="*/ 605759 h 1370023"/>
                <a:gd name="connsiteX281" fmla="*/ 984856 w 2098390"/>
                <a:gd name="connsiteY281" fmla="*/ 591712 h 1370023"/>
                <a:gd name="connsiteX282" fmla="*/ 983295 w 2098390"/>
                <a:gd name="connsiteY282" fmla="*/ 571768 h 1370023"/>
                <a:gd name="connsiteX283" fmla="*/ 968554 w 2098390"/>
                <a:gd name="connsiteY283" fmla="*/ 566566 h 1370023"/>
                <a:gd name="connsiteX284" fmla="*/ 957629 w 2098390"/>
                <a:gd name="connsiteY284" fmla="*/ 566392 h 1370023"/>
                <a:gd name="connsiteX285" fmla="*/ 952600 w 2098390"/>
                <a:gd name="connsiteY285" fmla="*/ 564831 h 1370023"/>
                <a:gd name="connsiteX286" fmla="*/ 951559 w 2098390"/>
                <a:gd name="connsiteY286" fmla="*/ 560496 h 1370023"/>
                <a:gd name="connsiteX287" fmla="*/ 951039 w 2098390"/>
                <a:gd name="connsiteY287" fmla="*/ 554946 h 1370023"/>
                <a:gd name="connsiteX288" fmla="*/ 952426 w 2098390"/>
                <a:gd name="connsiteY288" fmla="*/ 550611 h 1370023"/>
                <a:gd name="connsiteX289" fmla="*/ 964219 w 2098390"/>
                <a:gd name="connsiteY289" fmla="*/ 542807 h 1370023"/>
                <a:gd name="connsiteX290" fmla="*/ 970982 w 2098390"/>
                <a:gd name="connsiteY290" fmla="*/ 541940 h 1370023"/>
                <a:gd name="connsiteX291" fmla="*/ 972023 w 2098390"/>
                <a:gd name="connsiteY291" fmla="*/ 536390 h 1370023"/>
                <a:gd name="connsiteX292" fmla="*/ 962138 w 2098390"/>
                <a:gd name="connsiteY292" fmla="*/ 526505 h 1370023"/>
                <a:gd name="connsiteX293" fmla="*/ 948264 w 2098390"/>
                <a:gd name="connsiteY293" fmla="*/ 519568 h 1370023"/>
                <a:gd name="connsiteX294" fmla="*/ 934911 w 2098390"/>
                <a:gd name="connsiteY294" fmla="*/ 516273 h 1370023"/>
                <a:gd name="connsiteX295" fmla="*/ 926413 w 2098390"/>
                <a:gd name="connsiteY295" fmla="*/ 520609 h 1370023"/>
                <a:gd name="connsiteX296" fmla="*/ 929015 w 2098390"/>
                <a:gd name="connsiteY296" fmla="*/ 529974 h 1370023"/>
                <a:gd name="connsiteX297" fmla="*/ 935084 w 2098390"/>
                <a:gd name="connsiteY297" fmla="*/ 538298 h 1370023"/>
                <a:gd name="connsiteX298" fmla="*/ 934737 w 2098390"/>
                <a:gd name="connsiteY298" fmla="*/ 545235 h 1370023"/>
                <a:gd name="connsiteX299" fmla="*/ 931269 w 2098390"/>
                <a:gd name="connsiteY299" fmla="*/ 550958 h 1370023"/>
                <a:gd name="connsiteX300" fmla="*/ 835194 w 2098390"/>
                <a:gd name="connsiteY300" fmla="*/ 634200 h 1370023"/>
                <a:gd name="connsiteX301" fmla="*/ 833286 w 2098390"/>
                <a:gd name="connsiteY301" fmla="*/ 630211 h 1370023"/>
                <a:gd name="connsiteX302" fmla="*/ 827737 w 2098390"/>
                <a:gd name="connsiteY302" fmla="*/ 622580 h 1370023"/>
                <a:gd name="connsiteX303" fmla="*/ 820280 w 2098390"/>
                <a:gd name="connsiteY303" fmla="*/ 619285 h 1370023"/>
                <a:gd name="connsiteX304" fmla="*/ 814383 w 2098390"/>
                <a:gd name="connsiteY304" fmla="*/ 624141 h 1370023"/>
                <a:gd name="connsiteX305" fmla="*/ 803111 w 2098390"/>
                <a:gd name="connsiteY305" fmla="*/ 628997 h 1370023"/>
                <a:gd name="connsiteX306" fmla="*/ 783861 w 2098390"/>
                <a:gd name="connsiteY306" fmla="*/ 632119 h 1370023"/>
                <a:gd name="connsiteX307" fmla="*/ 776231 w 2098390"/>
                <a:gd name="connsiteY307" fmla="*/ 638535 h 1370023"/>
                <a:gd name="connsiteX308" fmla="*/ 785769 w 2098390"/>
                <a:gd name="connsiteY308" fmla="*/ 644084 h 1370023"/>
                <a:gd name="connsiteX309" fmla="*/ 798776 w 2098390"/>
                <a:gd name="connsiteY309" fmla="*/ 648940 h 1370023"/>
                <a:gd name="connsiteX310" fmla="*/ 808834 w 2098390"/>
                <a:gd name="connsiteY310" fmla="*/ 657611 h 1370023"/>
                <a:gd name="connsiteX311" fmla="*/ 817852 w 2098390"/>
                <a:gd name="connsiteY311" fmla="*/ 662814 h 1370023"/>
                <a:gd name="connsiteX312" fmla="*/ 827043 w 2098390"/>
                <a:gd name="connsiteY312" fmla="*/ 660386 h 1370023"/>
                <a:gd name="connsiteX313" fmla="*/ 831726 w 2098390"/>
                <a:gd name="connsiteY313" fmla="*/ 655357 h 1370023"/>
                <a:gd name="connsiteX314" fmla="*/ 830165 w 2098390"/>
                <a:gd name="connsiteY314" fmla="*/ 642697 h 1370023"/>
                <a:gd name="connsiteX315" fmla="*/ 832766 w 2098390"/>
                <a:gd name="connsiteY315" fmla="*/ 636627 h 1370023"/>
                <a:gd name="connsiteX316" fmla="*/ 835194 w 2098390"/>
                <a:gd name="connsiteY316" fmla="*/ 634200 h 1370023"/>
                <a:gd name="connsiteX317" fmla="*/ 776925 w 2098390"/>
                <a:gd name="connsiteY317" fmla="*/ 679462 h 1370023"/>
                <a:gd name="connsiteX318" fmla="*/ 784035 w 2098390"/>
                <a:gd name="connsiteY318" fmla="*/ 692469 h 1370023"/>
                <a:gd name="connsiteX319" fmla="*/ 785422 w 2098390"/>
                <a:gd name="connsiteY319" fmla="*/ 700446 h 1370023"/>
                <a:gd name="connsiteX320" fmla="*/ 790972 w 2098390"/>
                <a:gd name="connsiteY320" fmla="*/ 704435 h 1370023"/>
                <a:gd name="connsiteX321" fmla="*/ 796695 w 2098390"/>
                <a:gd name="connsiteY321" fmla="*/ 703915 h 1370023"/>
                <a:gd name="connsiteX322" fmla="*/ 799469 w 2098390"/>
                <a:gd name="connsiteY322" fmla="*/ 702527 h 1370023"/>
                <a:gd name="connsiteX323" fmla="*/ 803632 w 2098390"/>
                <a:gd name="connsiteY323" fmla="*/ 698885 h 1370023"/>
                <a:gd name="connsiteX324" fmla="*/ 811956 w 2098390"/>
                <a:gd name="connsiteY324" fmla="*/ 699059 h 1370023"/>
                <a:gd name="connsiteX325" fmla="*/ 819066 w 2098390"/>
                <a:gd name="connsiteY325" fmla="*/ 709464 h 1370023"/>
                <a:gd name="connsiteX326" fmla="*/ 828084 w 2098390"/>
                <a:gd name="connsiteY326" fmla="*/ 718482 h 1370023"/>
                <a:gd name="connsiteX327" fmla="*/ 837969 w 2098390"/>
                <a:gd name="connsiteY327" fmla="*/ 717442 h 1370023"/>
                <a:gd name="connsiteX328" fmla="*/ 842478 w 2098390"/>
                <a:gd name="connsiteY328" fmla="*/ 708424 h 1370023"/>
                <a:gd name="connsiteX329" fmla="*/ 842131 w 2098390"/>
                <a:gd name="connsiteY329" fmla="*/ 698365 h 1370023"/>
                <a:gd name="connsiteX330" fmla="*/ 839530 w 2098390"/>
                <a:gd name="connsiteY330" fmla="*/ 690041 h 1370023"/>
                <a:gd name="connsiteX331" fmla="*/ 838836 w 2098390"/>
                <a:gd name="connsiteY331" fmla="*/ 683798 h 1370023"/>
                <a:gd name="connsiteX332" fmla="*/ 839356 w 2098390"/>
                <a:gd name="connsiteY332" fmla="*/ 679115 h 1370023"/>
                <a:gd name="connsiteX333" fmla="*/ 836581 w 2098390"/>
                <a:gd name="connsiteY333" fmla="*/ 673913 h 1370023"/>
                <a:gd name="connsiteX334" fmla="*/ 831379 w 2098390"/>
                <a:gd name="connsiteY334" fmla="*/ 669231 h 1370023"/>
                <a:gd name="connsiteX335" fmla="*/ 823748 w 2098390"/>
                <a:gd name="connsiteY335" fmla="*/ 667323 h 1370023"/>
                <a:gd name="connsiteX336" fmla="*/ 814557 w 2098390"/>
                <a:gd name="connsiteY336" fmla="*/ 666629 h 1370023"/>
                <a:gd name="connsiteX337" fmla="*/ 807794 w 2098390"/>
                <a:gd name="connsiteY337" fmla="*/ 663161 h 1370023"/>
                <a:gd name="connsiteX338" fmla="*/ 803111 w 2098390"/>
                <a:gd name="connsiteY338" fmla="*/ 658132 h 1370023"/>
                <a:gd name="connsiteX339" fmla="*/ 795827 w 2098390"/>
                <a:gd name="connsiteY339" fmla="*/ 654837 h 1370023"/>
                <a:gd name="connsiteX340" fmla="*/ 786116 w 2098390"/>
                <a:gd name="connsiteY340" fmla="*/ 653276 h 1370023"/>
                <a:gd name="connsiteX341" fmla="*/ 777792 w 2098390"/>
                <a:gd name="connsiteY341" fmla="*/ 654143 h 1370023"/>
                <a:gd name="connsiteX342" fmla="*/ 772069 w 2098390"/>
                <a:gd name="connsiteY342" fmla="*/ 657091 h 1370023"/>
                <a:gd name="connsiteX343" fmla="*/ 765999 w 2098390"/>
                <a:gd name="connsiteY343" fmla="*/ 657091 h 1370023"/>
                <a:gd name="connsiteX344" fmla="*/ 758542 w 2098390"/>
                <a:gd name="connsiteY344" fmla="*/ 655184 h 1370023"/>
                <a:gd name="connsiteX345" fmla="*/ 761837 w 2098390"/>
                <a:gd name="connsiteY345" fmla="*/ 662987 h 1370023"/>
                <a:gd name="connsiteX346" fmla="*/ 776925 w 2098390"/>
                <a:gd name="connsiteY346" fmla="*/ 679462 h 1370023"/>
                <a:gd name="connsiteX347" fmla="*/ 895371 w 2098390"/>
                <a:gd name="connsiteY347" fmla="*/ 517314 h 1370023"/>
                <a:gd name="connsiteX348" fmla="*/ 898319 w 2098390"/>
                <a:gd name="connsiteY348" fmla="*/ 514886 h 1370023"/>
                <a:gd name="connsiteX349" fmla="*/ 900920 w 2098390"/>
                <a:gd name="connsiteY349" fmla="*/ 505175 h 1370023"/>
                <a:gd name="connsiteX350" fmla="*/ 900747 w 2098390"/>
                <a:gd name="connsiteY350" fmla="*/ 501186 h 1370023"/>
                <a:gd name="connsiteX351" fmla="*/ 896238 w 2098390"/>
                <a:gd name="connsiteY351" fmla="*/ 499278 h 1370023"/>
                <a:gd name="connsiteX352" fmla="*/ 882885 w 2098390"/>
                <a:gd name="connsiteY352" fmla="*/ 499278 h 1370023"/>
                <a:gd name="connsiteX353" fmla="*/ 876815 w 2098390"/>
                <a:gd name="connsiteY353" fmla="*/ 502573 h 1370023"/>
                <a:gd name="connsiteX354" fmla="*/ 875254 w 2098390"/>
                <a:gd name="connsiteY354" fmla="*/ 511591 h 1370023"/>
                <a:gd name="connsiteX355" fmla="*/ 879069 w 2098390"/>
                <a:gd name="connsiteY355" fmla="*/ 520089 h 1370023"/>
                <a:gd name="connsiteX356" fmla="*/ 888434 w 2098390"/>
                <a:gd name="connsiteY356" fmla="*/ 520436 h 1370023"/>
                <a:gd name="connsiteX357" fmla="*/ 895371 w 2098390"/>
                <a:gd name="connsiteY357" fmla="*/ 517314 h 1370023"/>
                <a:gd name="connsiteX358" fmla="*/ 1722761 w 2098390"/>
                <a:gd name="connsiteY358" fmla="*/ 1362913 h 1370023"/>
                <a:gd name="connsiteX359" fmla="*/ 1718252 w 2098390"/>
                <a:gd name="connsiteY359" fmla="*/ 1358924 h 1370023"/>
                <a:gd name="connsiteX360" fmla="*/ 1708367 w 2098390"/>
                <a:gd name="connsiteY360" fmla="*/ 1342623 h 1370023"/>
                <a:gd name="connsiteX361" fmla="*/ 1706980 w 2098390"/>
                <a:gd name="connsiteY361" fmla="*/ 1332911 h 1370023"/>
                <a:gd name="connsiteX362" fmla="*/ 1709581 w 2098390"/>
                <a:gd name="connsiteY362" fmla="*/ 1324240 h 1370023"/>
                <a:gd name="connsiteX363" fmla="*/ 1707673 w 2098390"/>
                <a:gd name="connsiteY363" fmla="*/ 1320252 h 1370023"/>
                <a:gd name="connsiteX364" fmla="*/ 1706460 w 2098390"/>
                <a:gd name="connsiteY364" fmla="*/ 1320599 h 1370023"/>
                <a:gd name="connsiteX365" fmla="*/ 1704378 w 2098390"/>
                <a:gd name="connsiteY365" fmla="*/ 1323026 h 1370023"/>
                <a:gd name="connsiteX366" fmla="*/ 1700737 w 2098390"/>
                <a:gd name="connsiteY366" fmla="*/ 1324240 h 1370023"/>
                <a:gd name="connsiteX367" fmla="*/ 1697962 w 2098390"/>
                <a:gd name="connsiteY367" fmla="*/ 1323373 h 1370023"/>
                <a:gd name="connsiteX368" fmla="*/ 1695534 w 2098390"/>
                <a:gd name="connsiteY368" fmla="*/ 1324240 h 1370023"/>
                <a:gd name="connsiteX369" fmla="*/ 1695014 w 2098390"/>
                <a:gd name="connsiteY369" fmla="*/ 1328056 h 1370023"/>
                <a:gd name="connsiteX370" fmla="*/ 1695361 w 2098390"/>
                <a:gd name="connsiteY370" fmla="*/ 1332391 h 1370023"/>
                <a:gd name="connsiteX371" fmla="*/ 1694147 w 2098390"/>
                <a:gd name="connsiteY371" fmla="*/ 1336206 h 1370023"/>
                <a:gd name="connsiteX372" fmla="*/ 1696054 w 2098390"/>
                <a:gd name="connsiteY372" fmla="*/ 1342623 h 1370023"/>
                <a:gd name="connsiteX373" fmla="*/ 1698482 w 2098390"/>
                <a:gd name="connsiteY373" fmla="*/ 1345571 h 1370023"/>
                <a:gd name="connsiteX374" fmla="*/ 1701430 w 2098390"/>
                <a:gd name="connsiteY374" fmla="*/ 1347652 h 1370023"/>
                <a:gd name="connsiteX375" fmla="*/ 1703164 w 2098390"/>
                <a:gd name="connsiteY375" fmla="*/ 1355456 h 1370023"/>
                <a:gd name="connsiteX376" fmla="*/ 1705766 w 2098390"/>
                <a:gd name="connsiteY376" fmla="*/ 1361873 h 1370023"/>
                <a:gd name="connsiteX377" fmla="*/ 1707673 w 2098390"/>
                <a:gd name="connsiteY377" fmla="*/ 1364821 h 1370023"/>
                <a:gd name="connsiteX378" fmla="*/ 1718252 w 2098390"/>
                <a:gd name="connsiteY378" fmla="*/ 1367249 h 1370023"/>
                <a:gd name="connsiteX379" fmla="*/ 1729178 w 2098390"/>
                <a:gd name="connsiteY379" fmla="*/ 1372625 h 1370023"/>
                <a:gd name="connsiteX380" fmla="*/ 1730045 w 2098390"/>
                <a:gd name="connsiteY380" fmla="*/ 1367942 h 1370023"/>
                <a:gd name="connsiteX381" fmla="*/ 1727964 w 2098390"/>
                <a:gd name="connsiteY381" fmla="*/ 1364821 h 1370023"/>
                <a:gd name="connsiteX382" fmla="*/ 1722761 w 2098390"/>
                <a:gd name="connsiteY382" fmla="*/ 1362913 h 1370023"/>
                <a:gd name="connsiteX383" fmla="*/ 1649578 w 2098390"/>
                <a:gd name="connsiteY383" fmla="*/ 922772 h 1370023"/>
                <a:gd name="connsiteX384" fmla="*/ 1636918 w 2098390"/>
                <a:gd name="connsiteY384" fmla="*/ 921731 h 1370023"/>
                <a:gd name="connsiteX385" fmla="*/ 1612639 w 2098390"/>
                <a:gd name="connsiteY385" fmla="*/ 924679 h 1370023"/>
                <a:gd name="connsiteX386" fmla="*/ 1587319 w 2098390"/>
                <a:gd name="connsiteY386" fmla="*/ 929362 h 1370023"/>
                <a:gd name="connsiteX387" fmla="*/ 1575007 w 2098390"/>
                <a:gd name="connsiteY387" fmla="*/ 934391 h 1370023"/>
                <a:gd name="connsiteX388" fmla="*/ 1564254 w 2098390"/>
                <a:gd name="connsiteY388" fmla="*/ 942368 h 1370023"/>
                <a:gd name="connsiteX389" fmla="*/ 1571538 w 2098390"/>
                <a:gd name="connsiteY389" fmla="*/ 947224 h 1370023"/>
                <a:gd name="connsiteX390" fmla="*/ 1574486 w 2098390"/>
                <a:gd name="connsiteY390" fmla="*/ 951386 h 1370023"/>
                <a:gd name="connsiteX391" fmla="*/ 1573793 w 2098390"/>
                <a:gd name="connsiteY391" fmla="*/ 955721 h 1370023"/>
                <a:gd name="connsiteX392" fmla="*/ 1569631 w 2098390"/>
                <a:gd name="connsiteY392" fmla="*/ 960924 h 1370023"/>
                <a:gd name="connsiteX393" fmla="*/ 1569631 w 2098390"/>
                <a:gd name="connsiteY393" fmla="*/ 967861 h 1370023"/>
                <a:gd name="connsiteX394" fmla="*/ 1588187 w 2098390"/>
                <a:gd name="connsiteY394" fmla="*/ 980347 h 1370023"/>
                <a:gd name="connsiteX395" fmla="*/ 1597204 w 2098390"/>
                <a:gd name="connsiteY395" fmla="*/ 984856 h 1370023"/>
                <a:gd name="connsiteX396" fmla="*/ 1609517 w 2098390"/>
                <a:gd name="connsiteY396" fmla="*/ 986590 h 1370023"/>
                <a:gd name="connsiteX397" fmla="*/ 1641427 w 2098390"/>
                <a:gd name="connsiteY397" fmla="*/ 980694 h 1370023"/>
                <a:gd name="connsiteX398" fmla="*/ 1655647 w 2098390"/>
                <a:gd name="connsiteY398" fmla="*/ 974798 h 1370023"/>
                <a:gd name="connsiteX399" fmla="*/ 1665879 w 2098390"/>
                <a:gd name="connsiteY399" fmla="*/ 960577 h 1370023"/>
                <a:gd name="connsiteX400" fmla="*/ 1668480 w 2098390"/>
                <a:gd name="connsiteY400" fmla="*/ 943062 h 1370023"/>
                <a:gd name="connsiteX401" fmla="*/ 1659983 w 2098390"/>
                <a:gd name="connsiteY401" fmla="*/ 927801 h 1370023"/>
                <a:gd name="connsiteX402" fmla="*/ 1649578 w 2098390"/>
                <a:gd name="connsiteY402" fmla="*/ 922772 h 1370023"/>
                <a:gd name="connsiteX403" fmla="*/ 1549687 w 2098390"/>
                <a:gd name="connsiteY403" fmla="*/ 1054918 h 1370023"/>
                <a:gd name="connsiteX404" fmla="*/ 1545005 w 2098390"/>
                <a:gd name="connsiteY404" fmla="*/ 1048848 h 1370023"/>
                <a:gd name="connsiteX405" fmla="*/ 1542404 w 2098390"/>
                <a:gd name="connsiteY405" fmla="*/ 1044513 h 1370023"/>
                <a:gd name="connsiteX406" fmla="*/ 1538762 w 2098390"/>
                <a:gd name="connsiteY406" fmla="*/ 1041391 h 1370023"/>
                <a:gd name="connsiteX407" fmla="*/ 1530958 w 2098390"/>
                <a:gd name="connsiteY407" fmla="*/ 1042258 h 1370023"/>
                <a:gd name="connsiteX408" fmla="*/ 1520379 w 2098390"/>
                <a:gd name="connsiteY408" fmla="*/ 1045553 h 1370023"/>
                <a:gd name="connsiteX409" fmla="*/ 1514309 w 2098390"/>
                <a:gd name="connsiteY409" fmla="*/ 1042952 h 1370023"/>
                <a:gd name="connsiteX410" fmla="*/ 1511361 w 2098390"/>
                <a:gd name="connsiteY410" fmla="*/ 1034454 h 1370023"/>
                <a:gd name="connsiteX411" fmla="*/ 1506332 w 2098390"/>
                <a:gd name="connsiteY411" fmla="*/ 1026824 h 1370023"/>
                <a:gd name="connsiteX412" fmla="*/ 1500783 w 2098390"/>
                <a:gd name="connsiteY412" fmla="*/ 1021448 h 1370023"/>
                <a:gd name="connsiteX413" fmla="*/ 1498355 w 2098390"/>
                <a:gd name="connsiteY413" fmla="*/ 1020581 h 1370023"/>
                <a:gd name="connsiteX414" fmla="*/ 1499048 w 2098390"/>
                <a:gd name="connsiteY414" fmla="*/ 1023009 h 1370023"/>
                <a:gd name="connsiteX415" fmla="*/ 1491418 w 2098390"/>
                <a:gd name="connsiteY415" fmla="*/ 1029425 h 1370023"/>
                <a:gd name="connsiteX416" fmla="*/ 1484308 w 2098390"/>
                <a:gd name="connsiteY416" fmla="*/ 1038096 h 1370023"/>
                <a:gd name="connsiteX417" fmla="*/ 1479799 w 2098390"/>
                <a:gd name="connsiteY417" fmla="*/ 1041218 h 1370023"/>
                <a:gd name="connsiteX418" fmla="*/ 1474076 w 2098390"/>
                <a:gd name="connsiteY418" fmla="*/ 1042432 h 1370023"/>
                <a:gd name="connsiteX419" fmla="*/ 1472168 w 2098390"/>
                <a:gd name="connsiteY419" fmla="*/ 1044166 h 1370023"/>
                <a:gd name="connsiteX420" fmla="*/ 1474423 w 2098390"/>
                <a:gd name="connsiteY420" fmla="*/ 1045727 h 1370023"/>
                <a:gd name="connsiteX421" fmla="*/ 1479452 w 2098390"/>
                <a:gd name="connsiteY421" fmla="*/ 1047461 h 1370023"/>
                <a:gd name="connsiteX422" fmla="*/ 1492458 w 2098390"/>
                <a:gd name="connsiteY422" fmla="*/ 1048675 h 1370023"/>
                <a:gd name="connsiteX423" fmla="*/ 1497661 w 2098390"/>
                <a:gd name="connsiteY423" fmla="*/ 1051797 h 1370023"/>
                <a:gd name="connsiteX424" fmla="*/ 1499569 w 2098390"/>
                <a:gd name="connsiteY424" fmla="*/ 1056479 h 1370023"/>
                <a:gd name="connsiteX425" fmla="*/ 1497314 w 2098390"/>
                <a:gd name="connsiteY425" fmla="*/ 1060294 h 1370023"/>
                <a:gd name="connsiteX426" fmla="*/ 1514309 w 2098390"/>
                <a:gd name="connsiteY426" fmla="*/ 1063763 h 1370023"/>
                <a:gd name="connsiteX427" fmla="*/ 1517084 w 2098390"/>
                <a:gd name="connsiteY427" fmla="*/ 1067578 h 1370023"/>
                <a:gd name="connsiteX428" fmla="*/ 1512228 w 2098390"/>
                <a:gd name="connsiteY428" fmla="*/ 1070873 h 1370023"/>
                <a:gd name="connsiteX429" fmla="*/ 1508413 w 2098390"/>
                <a:gd name="connsiteY429" fmla="*/ 1076769 h 1370023"/>
                <a:gd name="connsiteX430" fmla="*/ 1509107 w 2098390"/>
                <a:gd name="connsiteY430" fmla="*/ 1085093 h 1370023"/>
                <a:gd name="connsiteX431" fmla="*/ 1517084 w 2098390"/>
                <a:gd name="connsiteY431" fmla="*/ 1081451 h 1370023"/>
                <a:gd name="connsiteX432" fmla="*/ 1530784 w 2098390"/>
                <a:gd name="connsiteY432" fmla="*/ 1070699 h 1370023"/>
                <a:gd name="connsiteX433" fmla="*/ 1536334 w 2098390"/>
                <a:gd name="connsiteY433" fmla="*/ 1065150 h 1370023"/>
                <a:gd name="connsiteX434" fmla="*/ 1531651 w 2098390"/>
                <a:gd name="connsiteY434" fmla="*/ 1062375 h 1370023"/>
                <a:gd name="connsiteX435" fmla="*/ 1529570 w 2098390"/>
                <a:gd name="connsiteY435" fmla="*/ 1059774 h 1370023"/>
                <a:gd name="connsiteX436" fmla="*/ 1535120 w 2098390"/>
                <a:gd name="connsiteY436" fmla="*/ 1057519 h 1370023"/>
                <a:gd name="connsiteX437" fmla="*/ 1542750 w 2098390"/>
                <a:gd name="connsiteY437" fmla="*/ 1059254 h 1370023"/>
                <a:gd name="connsiteX438" fmla="*/ 1549340 w 2098390"/>
                <a:gd name="connsiteY438" fmla="*/ 1062549 h 1370023"/>
                <a:gd name="connsiteX439" fmla="*/ 1554023 w 2098390"/>
                <a:gd name="connsiteY439" fmla="*/ 1061508 h 1370023"/>
                <a:gd name="connsiteX440" fmla="*/ 1552462 w 2098390"/>
                <a:gd name="connsiteY440" fmla="*/ 1057173 h 1370023"/>
                <a:gd name="connsiteX441" fmla="*/ 1549687 w 2098390"/>
                <a:gd name="connsiteY441" fmla="*/ 1054918 h 1370023"/>
                <a:gd name="connsiteX442" fmla="*/ 2085037 w 2098390"/>
                <a:gd name="connsiteY442" fmla="*/ 902828 h 1370023"/>
                <a:gd name="connsiteX443" fmla="*/ 2078794 w 2098390"/>
                <a:gd name="connsiteY443" fmla="*/ 901614 h 1370023"/>
                <a:gd name="connsiteX444" fmla="*/ 2078447 w 2098390"/>
                <a:gd name="connsiteY444" fmla="*/ 898319 h 1370023"/>
                <a:gd name="connsiteX445" fmla="*/ 2079834 w 2098390"/>
                <a:gd name="connsiteY445" fmla="*/ 891729 h 1370023"/>
                <a:gd name="connsiteX446" fmla="*/ 2068042 w 2098390"/>
                <a:gd name="connsiteY446" fmla="*/ 868838 h 1370023"/>
                <a:gd name="connsiteX447" fmla="*/ 2057983 w 2098390"/>
                <a:gd name="connsiteY447" fmla="*/ 861381 h 1370023"/>
                <a:gd name="connsiteX448" fmla="*/ 2043763 w 2098390"/>
                <a:gd name="connsiteY448" fmla="*/ 863288 h 1370023"/>
                <a:gd name="connsiteX449" fmla="*/ 2030756 w 2098390"/>
                <a:gd name="connsiteY449" fmla="*/ 869531 h 1370023"/>
                <a:gd name="connsiteX450" fmla="*/ 2026594 w 2098390"/>
                <a:gd name="connsiteY450" fmla="*/ 877509 h 1370023"/>
                <a:gd name="connsiteX451" fmla="*/ 2032144 w 2098390"/>
                <a:gd name="connsiteY451" fmla="*/ 884099 h 1370023"/>
                <a:gd name="connsiteX452" fmla="*/ 2038560 w 2098390"/>
                <a:gd name="connsiteY452" fmla="*/ 887567 h 1370023"/>
                <a:gd name="connsiteX453" fmla="*/ 2042375 w 2098390"/>
                <a:gd name="connsiteY453" fmla="*/ 893463 h 1370023"/>
                <a:gd name="connsiteX454" fmla="*/ 2045844 w 2098390"/>
                <a:gd name="connsiteY454" fmla="*/ 901441 h 1370023"/>
                <a:gd name="connsiteX455" fmla="*/ 2053474 w 2098390"/>
                <a:gd name="connsiteY455" fmla="*/ 907337 h 1370023"/>
                <a:gd name="connsiteX456" fmla="*/ 2064747 w 2098390"/>
                <a:gd name="connsiteY456" fmla="*/ 911152 h 1370023"/>
                <a:gd name="connsiteX457" fmla="*/ 2071857 w 2098390"/>
                <a:gd name="connsiteY457" fmla="*/ 915141 h 1370023"/>
                <a:gd name="connsiteX458" fmla="*/ 2074458 w 2098390"/>
                <a:gd name="connsiteY458" fmla="*/ 918956 h 1370023"/>
                <a:gd name="connsiteX459" fmla="*/ 2076019 w 2098390"/>
                <a:gd name="connsiteY459" fmla="*/ 920517 h 1370023"/>
                <a:gd name="connsiteX460" fmla="*/ 2082262 w 2098390"/>
                <a:gd name="connsiteY460" fmla="*/ 920170 h 1370023"/>
                <a:gd name="connsiteX461" fmla="*/ 2091974 w 2098390"/>
                <a:gd name="connsiteY461" fmla="*/ 916875 h 1370023"/>
                <a:gd name="connsiteX462" fmla="*/ 2093708 w 2098390"/>
                <a:gd name="connsiteY462" fmla="*/ 910979 h 1370023"/>
                <a:gd name="connsiteX463" fmla="*/ 2090239 w 2098390"/>
                <a:gd name="connsiteY463" fmla="*/ 905603 h 1370023"/>
                <a:gd name="connsiteX464" fmla="*/ 2085037 w 2098390"/>
                <a:gd name="connsiteY464" fmla="*/ 902828 h 1370023"/>
                <a:gd name="connsiteX465" fmla="*/ 1873637 w 2098390"/>
                <a:gd name="connsiteY465" fmla="*/ 937512 h 1370023"/>
                <a:gd name="connsiteX466" fmla="*/ 1866527 w 2098390"/>
                <a:gd name="connsiteY466" fmla="*/ 937859 h 1370023"/>
                <a:gd name="connsiteX467" fmla="*/ 1859590 w 2098390"/>
                <a:gd name="connsiteY467" fmla="*/ 944796 h 1370023"/>
                <a:gd name="connsiteX468" fmla="*/ 1855948 w 2098390"/>
                <a:gd name="connsiteY468" fmla="*/ 945663 h 1370023"/>
                <a:gd name="connsiteX469" fmla="*/ 1855775 w 2098390"/>
                <a:gd name="connsiteY469" fmla="*/ 943235 h 1370023"/>
                <a:gd name="connsiteX470" fmla="*/ 1845023 w 2098390"/>
                <a:gd name="connsiteY470" fmla="*/ 940460 h 1370023"/>
                <a:gd name="connsiteX471" fmla="*/ 1839300 w 2098390"/>
                <a:gd name="connsiteY471" fmla="*/ 937165 h 1370023"/>
                <a:gd name="connsiteX472" fmla="*/ 1833750 w 2098390"/>
                <a:gd name="connsiteY472" fmla="*/ 934738 h 1370023"/>
                <a:gd name="connsiteX473" fmla="*/ 1829935 w 2098390"/>
                <a:gd name="connsiteY473" fmla="*/ 936819 h 1370023"/>
                <a:gd name="connsiteX474" fmla="*/ 1831322 w 2098390"/>
                <a:gd name="connsiteY474" fmla="*/ 940981 h 1370023"/>
                <a:gd name="connsiteX475" fmla="*/ 1831843 w 2098390"/>
                <a:gd name="connsiteY475" fmla="*/ 946183 h 1370023"/>
                <a:gd name="connsiteX476" fmla="*/ 1829068 w 2098390"/>
                <a:gd name="connsiteY476" fmla="*/ 953293 h 1370023"/>
                <a:gd name="connsiteX477" fmla="*/ 1834271 w 2098390"/>
                <a:gd name="connsiteY477" fmla="*/ 957109 h 1370023"/>
                <a:gd name="connsiteX478" fmla="*/ 1842768 w 2098390"/>
                <a:gd name="connsiteY478" fmla="*/ 962485 h 1370023"/>
                <a:gd name="connsiteX479" fmla="*/ 1840687 w 2098390"/>
                <a:gd name="connsiteY479" fmla="*/ 966300 h 1370023"/>
                <a:gd name="connsiteX480" fmla="*/ 1844329 w 2098390"/>
                <a:gd name="connsiteY480" fmla="*/ 971156 h 1370023"/>
                <a:gd name="connsiteX481" fmla="*/ 1852133 w 2098390"/>
                <a:gd name="connsiteY481" fmla="*/ 973757 h 1370023"/>
                <a:gd name="connsiteX482" fmla="*/ 1857336 w 2098390"/>
                <a:gd name="connsiteY482" fmla="*/ 979307 h 1370023"/>
                <a:gd name="connsiteX483" fmla="*/ 1857682 w 2098390"/>
                <a:gd name="connsiteY483" fmla="*/ 987284 h 1370023"/>
                <a:gd name="connsiteX484" fmla="*/ 1862018 w 2098390"/>
                <a:gd name="connsiteY484" fmla="*/ 989885 h 1370023"/>
                <a:gd name="connsiteX485" fmla="*/ 1874331 w 2098390"/>
                <a:gd name="connsiteY485" fmla="*/ 986070 h 1370023"/>
                <a:gd name="connsiteX486" fmla="*/ 1888378 w 2098390"/>
                <a:gd name="connsiteY486" fmla="*/ 976879 h 1370023"/>
                <a:gd name="connsiteX487" fmla="*/ 1894274 w 2098390"/>
                <a:gd name="connsiteY487" fmla="*/ 970636 h 1370023"/>
                <a:gd name="connsiteX488" fmla="*/ 1894274 w 2098390"/>
                <a:gd name="connsiteY488" fmla="*/ 965086 h 1370023"/>
                <a:gd name="connsiteX489" fmla="*/ 1890806 w 2098390"/>
                <a:gd name="connsiteY489" fmla="*/ 955721 h 1370023"/>
                <a:gd name="connsiteX490" fmla="*/ 1873637 w 2098390"/>
                <a:gd name="connsiteY490" fmla="*/ 937512 h 1370023"/>
                <a:gd name="connsiteX491" fmla="*/ 2100125 w 2098390"/>
                <a:gd name="connsiteY491" fmla="*/ 474479 h 1370023"/>
                <a:gd name="connsiteX492" fmla="*/ 2100125 w 2098390"/>
                <a:gd name="connsiteY492" fmla="*/ 456964 h 1370023"/>
                <a:gd name="connsiteX493" fmla="*/ 2089719 w 2098390"/>
                <a:gd name="connsiteY493" fmla="*/ 431297 h 1370023"/>
                <a:gd name="connsiteX494" fmla="*/ 2041508 w 2098390"/>
                <a:gd name="connsiteY494" fmla="*/ 378751 h 1370023"/>
                <a:gd name="connsiteX495" fmla="*/ 2033184 w 2098390"/>
                <a:gd name="connsiteY495" fmla="*/ 361235 h 1370023"/>
                <a:gd name="connsiteX496" fmla="*/ 2026421 w 2098390"/>
                <a:gd name="connsiteY496" fmla="*/ 341292 h 1370023"/>
                <a:gd name="connsiteX497" fmla="*/ 2009079 w 2098390"/>
                <a:gd name="connsiteY497" fmla="*/ 323083 h 1370023"/>
                <a:gd name="connsiteX498" fmla="*/ 1990002 w 2098390"/>
                <a:gd name="connsiteY498" fmla="*/ 309209 h 1370023"/>
                <a:gd name="connsiteX499" fmla="*/ 1979597 w 2098390"/>
                <a:gd name="connsiteY499" fmla="*/ 290306 h 1370023"/>
                <a:gd name="connsiteX500" fmla="*/ 1976302 w 2098390"/>
                <a:gd name="connsiteY500" fmla="*/ 240014 h 1370023"/>
                <a:gd name="connsiteX501" fmla="*/ 1968498 w 2098390"/>
                <a:gd name="connsiteY501" fmla="*/ 215735 h 1370023"/>
                <a:gd name="connsiteX502" fmla="*/ 1952543 w 2098390"/>
                <a:gd name="connsiteY502" fmla="*/ 197006 h 1370023"/>
                <a:gd name="connsiteX503" fmla="*/ 1956706 w 2098390"/>
                <a:gd name="connsiteY503" fmla="*/ 176369 h 1370023"/>
                <a:gd name="connsiteX504" fmla="*/ 1912483 w 2098390"/>
                <a:gd name="connsiteY504" fmla="*/ 140644 h 1370023"/>
                <a:gd name="connsiteX505" fmla="*/ 1862885 w 2098390"/>
                <a:gd name="connsiteY505" fmla="*/ 122782 h 1370023"/>
                <a:gd name="connsiteX506" fmla="*/ 1834791 w 2098390"/>
                <a:gd name="connsiteY506" fmla="*/ 138390 h 1370023"/>
                <a:gd name="connsiteX507" fmla="*/ 1812246 w 2098390"/>
                <a:gd name="connsiteY507" fmla="*/ 162669 h 1370023"/>
                <a:gd name="connsiteX508" fmla="*/ 1787967 w 2098390"/>
                <a:gd name="connsiteY508" fmla="*/ 166137 h 1370023"/>
                <a:gd name="connsiteX509" fmla="*/ 1762301 w 2098390"/>
                <a:gd name="connsiteY509" fmla="*/ 166311 h 1370023"/>
                <a:gd name="connsiteX510" fmla="*/ 1734207 w 2098390"/>
                <a:gd name="connsiteY510" fmla="*/ 170126 h 1370023"/>
                <a:gd name="connsiteX511" fmla="*/ 1705766 w 2098390"/>
                <a:gd name="connsiteY511" fmla="*/ 169606 h 1370023"/>
                <a:gd name="connsiteX512" fmla="*/ 1692586 w 2098390"/>
                <a:gd name="connsiteY512" fmla="*/ 161802 h 1370023"/>
                <a:gd name="connsiteX513" fmla="*/ 1680793 w 2098390"/>
                <a:gd name="connsiteY513" fmla="*/ 152784 h 1370023"/>
                <a:gd name="connsiteX514" fmla="*/ 1667266 w 2098390"/>
                <a:gd name="connsiteY514" fmla="*/ 156252 h 1370023"/>
                <a:gd name="connsiteX515" fmla="*/ 1651138 w 2098390"/>
                <a:gd name="connsiteY515" fmla="*/ 156079 h 1370023"/>
                <a:gd name="connsiteX516" fmla="*/ 1627727 w 2098390"/>
                <a:gd name="connsiteY516" fmla="*/ 159894 h 1370023"/>
                <a:gd name="connsiteX517" fmla="*/ 1605529 w 2098390"/>
                <a:gd name="connsiteY517" fmla="*/ 173247 h 1370023"/>
                <a:gd name="connsiteX518" fmla="*/ 1576741 w 2098390"/>
                <a:gd name="connsiteY518" fmla="*/ 168912 h 1370023"/>
                <a:gd name="connsiteX519" fmla="*/ 1558185 w 2098390"/>
                <a:gd name="connsiteY519" fmla="*/ 148969 h 1370023"/>
                <a:gd name="connsiteX520" fmla="*/ 1559225 w 2098390"/>
                <a:gd name="connsiteY520" fmla="*/ 117579 h 1370023"/>
                <a:gd name="connsiteX521" fmla="*/ 1543444 w 2098390"/>
                <a:gd name="connsiteY521" fmla="*/ 99717 h 1370023"/>
                <a:gd name="connsiteX522" fmla="*/ 1538762 w 2098390"/>
                <a:gd name="connsiteY522" fmla="*/ 82028 h 1370023"/>
                <a:gd name="connsiteX523" fmla="*/ 1545698 w 2098390"/>
                <a:gd name="connsiteY523" fmla="*/ 54628 h 1370023"/>
                <a:gd name="connsiteX524" fmla="*/ 1530091 w 2098390"/>
                <a:gd name="connsiteY524" fmla="*/ 30869 h 1370023"/>
                <a:gd name="connsiteX525" fmla="*/ 1507373 w 2098390"/>
                <a:gd name="connsiteY525" fmla="*/ 32083 h 1370023"/>
                <a:gd name="connsiteX526" fmla="*/ 1501823 w 2098390"/>
                <a:gd name="connsiteY526" fmla="*/ 41794 h 1370023"/>
                <a:gd name="connsiteX527" fmla="*/ 1494193 w 2098390"/>
                <a:gd name="connsiteY527" fmla="*/ 49078 h 1370023"/>
                <a:gd name="connsiteX528" fmla="*/ 1489163 w 2098390"/>
                <a:gd name="connsiteY528" fmla="*/ 61564 h 1370023"/>
                <a:gd name="connsiteX529" fmla="*/ 1487256 w 2098390"/>
                <a:gd name="connsiteY529" fmla="*/ 75091 h 1370023"/>
                <a:gd name="connsiteX530" fmla="*/ 1463324 w 2098390"/>
                <a:gd name="connsiteY530" fmla="*/ 75438 h 1370023"/>
                <a:gd name="connsiteX531" fmla="*/ 1427079 w 2098390"/>
                <a:gd name="connsiteY531" fmla="*/ 26187 h 1370023"/>
                <a:gd name="connsiteX532" fmla="*/ 1403320 w 2098390"/>
                <a:gd name="connsiteY532" fmla="*/ 6763 h 1370023"/>
                <a:gd name="connsiteX533" fmla="*/ 1389793 w 2098390"/>
                <a:gd name="connsiteY533" fmla="*/ 1041 h 1370023"/>
                <a:gd name="connsiteX534" fmla="*/ 1375746 w 2098390"/>
                <a:gd name="connsiteY534" fmla="*/ 0 h 1370023"/>
                <a:gd name="connsiteX535" fmla="*/ 1362913 w 2098390"/>
                <a:gd name="connsiteY535" fmla="*/ 15261 h 1370023"/>
                <a:gd name="connsiteX536" fmla="*/ 1336727 w 2098390"/>
                <a:gd name="connsiteY536" fmla="*/ 12660 h 1370023"/>
                <a:gd name="connsiteX537" fmla="*/ 1317303 w 2098390"/>
                <a:gd name="connsiteY537" fmla="*/ 30175 h 1370023"/>
                <a:gd name="connsiteX538" fmla="*/ 1317303 w 2098390"/>
                <a:gd name="connsiteY538" fmla="*/ 43009 h 1370023"/>
                <a:gd name="connsiteX539" fmla="*/ 1317997 w 2098390"/>
                <a:gd name="connsiteY539" fmla="*/ 55841 h 1370023"/>
                <a:gd name="connsiteX540" fmla="*/ 1310887 w 2098390"/>
                <a:gd name="connsiteY540" fmla="*/ 66594 h 1370023"/>
                <a:gd name="connsiteX541" fmla="*/ 1301175 w 2098390"/>
                <a:gd name="connsiteY541" fmla="*/ 73704 h 1370023"/>
                <a:gd name="connsiteX542" fmla="*/ 1301696 w 2098390"/>
                <a:gd name="connsiteY542" fmla="*/ 83762 h 1370023"/>
                <a:gd name="connsiteX543" fmla="*/ 1303256 w 2098390"/>
                <a:gd name="connsiteY543" fmla="*/ 93474 h 1370023"/>
                <a:gd name="connsiteX544" fmla="*/ 1296840 w 2098390"/>
                <a:gd name="connsiteY544" fmla="*/ 107001 h 1370023"/>
                <a:gd name="connsiteX545" fmla="*/ 1286608 w 2098390"/>
                <a:gd name="connsiteY545" fmla="*/ 115845 h 1370023"/>
                <a:gd name="connsiteX546" fmla="*/ 1273948 w 2098390"/>
                <a:gd name="connsiteY546" fmla="*/ 121915 h 1370023"/>
                <a:gd name="connsiteX547" fmla="*/ 1260595 w 2098390"/>
                <a:gd name="connsiteY547" fmla="*/ 125730 h 1370023"/>
                <a:gd name="connsiteX548" fmla="*/ 1249323 w 2098390"/>
                <a:gd name="connsiteY548" fmla="*/ 132493 h 1370023"/>
                <a:gd name="connsiteX549" fmla="*/ 1238917 w 2098390"/>
                <a:gd name="connsiteY549" fmla="*/ 140124 h 1370023"/>
                <a:gd name="connsiteX550" fmla="*/ 1212904 w 2098390"/>
                <a:gd name="connsiteY550" fmla="*/ 143939 h 1370023"/>
                <a:gd name="connsiteX551" fmla="*/ 1188279 w 2098390"/>
                <a:gd name="connsiteY551" fmla="*/ 152784 h 1370023"/>
                <a:gd name="connsiteX552" fmla="*/ 1165214 w 2098390"/>
                <a:gd name="connsiteY552" fmla="*/ 158506 h 1370023"/>
                <a:gd name="connsiteX553" fmla="*/ 1145964 w 2098390"/>
                <a:gd name="connsiteY553" fmla="*/ 152090 h 1370023"/>
                <a:gd name="connsiteX554" fmla="*/ 1147004 w 2098390"/>
                <a:gd name="connsiteY554" fmla="*/ 126424 h 1370023"/>
                <a:gd name="connsiteX555" fmla="*/ 1152034 w 2098390"/>
                <a:gd name="connsiteY555" fmla="*/ 100931 h 1370023"/>
                <a:gd name="connsiteX556" fmla="*/ 1156543 w 2098390"/>
                <a:gd name="connsiteY556" fmla="*/ 66247 h 1370023"/>
                <a:gd name="connsiteX557" fmla="*/ 1134171 w 2098390"/>
                <a:gd name="connsiteY557" fmla="*/ 60177 h 1370023"/>
                <a:gd name="connsiteX558" fmla="*/ 1058907 w 2098390"/>
                <a:gd name="connsiteY558" fmla="*/ 81161 h 1370023"/>
                <a:gd name="connsiteX559" fmla="*/ 1042952 w 2098390"/>
                <a:gd name="connsiteY559" fmla="*/ 86364 h 1370023"/>
                <a:gd name="connsiteX560" fmla="*/ 1042778 w 2098390"/>
                <a:gd name="connsiteY560" fmla="*/ 86364 h 1370023"/>
                <a:gd name="connsiteX561" fmla="*/ 1057693 w 2098390"/>
                <a:gd name="connsiteY561" fmla="*/ 103186 h 1370023"/>
                <a:gd name="connsiteX562" fmla="*/ 1059600 w 2098390"/>
                <a:gd name="connsiteY562" fmla="*/ 110122 h 1370023"/>
                <a:gd name="connsiteX563" fmla="*/ 1052663 w 2098390"/>
                <a:gd name="connsiteY563" fmla="*/ 110642 h 1370023"/>
                <a:gd name="connsiteX564" fmla="*/ 1038963 w 2098390"/>
                <a:gd name="connsiteY564" fmla="*/ 106480 h 1370023"/>
                <a:gd name="connsiteX565" fmla="*/ 1027691 w 2098390"/>
                <a:gd name="connsiteY565" fmla="*/ 91740 h 1370023"/>
                <a:gd name="connsiteX566" fmla="*/ 1023182 w 2098390"/>
                <a:gd name="connsiteY566" fmla="*/ 87057 h 1370023"/>
                <a:gd name="connsiteX567" fmla="*/ 1006187 w 2098390"/>
                <a:gd name="connsiteY567" fmla="*/ 113070 h 1370023"/>
                <a:gd name="connsiteX568" fmla="*/ 999423 w 2098390"/>
                <a:gd name="connsiteY568" fmla="*/ 127638 h 1370023"/>
                <a:gd name="connsiteX569" fmla="*/ 996822 w 2098390"/>
                <a:gd name="connsiteY569" fmla="*/ 142378 h 1370023"/>
                <a:gd name="connsiteX570" fmla="*/ 998209 w 2098390"/>
                <a:gd name="connsiteY570" fmla="*/ 148969 h 1370023"/>
                <a:gd name="connsiteX571" fmla="*/ 1000637 w 2098390"/>
                <a:gd name="connsiteY571" fmla="*/ 155038 h 1370023"/>
                <a:gd name="connsiteX572" fmla="*/ 1001851 w 2098390"/>
                <a:gd name="connsiteY572" fmla="*/ 161281 h 1370023"/>
                <a:gd name="connsiteX573" fmla="*/ 999077 w 2098390"/>
                <a:gd name="connsiteY573" fmla="*/ 169085 h 1370023"/>
                <a:gd name="connsiteX574" fmla="*/ 994047 w 2098390"/>
                <a:gd name="connsiteY574" fmla="*/ 174635 h 1370023"/>
                <a:gd name="connsiteX575" fmla="*/ 989018 w 2098390"/>
                <a:gd name="connsiteY575" fmla="*/ 178450 h 1370023"/>
                <a:gd name="connsiteX576" fmla="*/ 984509 w 2098390"/>
                <a:gd name="connsiteY576" fmla="*/ 183479 h 1370023"/>
                <a:gd name="connsiteX577" fmla="*/ 980694 w 2098390"/>
                <a:gd name="connsiteY577" fmla="*/ 191977 h 1370023"/>
                <a:gd name="connsiteX578" fmla="*/ 986764 w 2098390"/>
                <a:gd name="connsiteY578" fmla="*/ 193191 h 1370023"/>
                <a:gd name="connsiteX579" fmla="*/ 989538 w 2098390"/>
                <a:gd name="connsiteY579" fmla="*/ 195098 h 1370023"/>
                <a:gd name="connsiteX580" fmla="*/ 991966 w 2098390"/>
                <a:gd name="connsiteY580" fmla="*/ 197179 h 1370023"/>
                <a:gd name="connsiteX581" fmla="*/ 996649 w 2098390"/>
                <a:gd name="connsiteY581" fmla="*/ 198914 h 1370023"/>
                <a:gd name="connsiteX582" fmla="*/ 982602 w 2098390"/>
                <a:gd name="connsiteY582" fmla="*/ 202382 h 1370023"/>
                <a:gd name="connsiteX583" fmla="*/ 966474 w 2098390"/>
                <a:gd name="connsiteY583" fmla="*/ 203249 h 1370023"/>
                <a:gd name="connsiteX584" fmla="*/ 952253 w 2098390"/>
                <a:gd name="connsiteY584" fmla="*/ 206544 h 1370023"/>
                <a:gd name="connsiteX585" fmla="*/ 943582 w 2098390"/>
                <a:gd name="connsiteY585" fmla="*/ 217296 h 1370023"/>
                <a:gd name="connsiteX586" fmla="*/ 965606 w 2098390"/>
                <a:gd name="connsiteY586" fmla="*/ 216949 h 1370023"/>
                <a:gd name="connsiteX587" fmla="*/ 975838 w 2098390"/>
                <a:gd name="connsiteY587" fmla="*/ 215215 h 1370023"/>
                <a:gd name="connsiteX588" fmla="*/ 985723 w 2098390"/>
                <a:gd name="connsiteY588" fmla="*/ 211227 h 1370023"/>
                <a:gd name="connsiteX589" fmla="*/ 984162 w 2098390"/>
                <a:gd name="connsiteY589" fmla="*/ 224406 h 1370023"/>
                <a:gd name="connsiteX590" fmla="*/ 988151 w 2098390"/>
                <a:gd name="connsiteY590" fmla="*/ 231864 h 1370023"/>
                <a:gd name="connsiteX591" fmla="*/ 996302 w 2098390"/>
                <a:gd name="connsiteY591" fmla="*/ 237587 h 1370023"/>
                <a:gd name="connsiteX592" fmla="*/ 994568 w 2098390"/>
                <a:gd name="connsiteY592" fmla="*/ 246258 h 1370023"/>
                <a:gd name="connsiteX593" fmla="*/ 990926 w 2098390"/>
                <a:gd name="connsiteY593" fmla="*/ 251460 h 1370023"/>
                <a:gd name="connsiteX594" fmla="*/ 987284 w 2098390"/>
                <a:gd name="connsiteY594" fmla="*/ 255275 h 1370023"/>
                <a:gd name="connsiteX595" fmla="*/ 985550 w 2098390"/>
                <a:gd name="connsiteY595" fmla="*/ 259958 h 1370023"/>
                <a:gd name="connsiteX596" fmla="*/ 991446 w 2098390"/>
                <a:gd name="connsiteY596" fmla="*/ 273658 h 1370023"/>
                <a:gd name="connsiteX597" fmla="*/ 1016765 w 2098390"/>
                <a:gd name="connsiteY597" fmla="*/ 303313 h 1370023"/>
                <a:gd name="connsiteX598" fmla="*/ 1024743 w 2098390"/>
                <a:gd name="connsiteY598" fmla="*/ 324644 h 1370023"/>
                <a:gd name="connsiteX599" fmla="*/ 1029772 w 2098390"/>
                <a:gd name="connsiteY599" fmla="*/ 329846 h 1370023"/>
                <a:gd name="connsiteX600" fmla="*/ 1036015 w 2098390"/>
                <a:gd name="connsiteY600" fmla="*/ 333315 h 1370023"/>
                <a:gd name="connsiteX601" fmla="*/ 1050583 w 2098390"/>
                <a:gd name="connsiteY601" fmla="*/ 336957 h 1370023"/>
                <a:gd name="connsiteX602" fmla="*/ 1054398 w 2098390"/>
                <a:gd name="connsiteY602" fmla="*/ 343026 h 1370023"/>
                <a:gd name="connsiteX603" fmla="*/ 1054745 w 2098390"/>
                <a:gd name="connsiteY603" fmla="*/ 359848 h 1370023"/>
                <a:gd name="connsiteX604" fmla="*/ 1052663 w 2098390"/>
                <a:gd name="connsiteY604" fmla="*/ 374936 h 1370023"/>
                <a:gd name="connsiteX605" fmla="*/ 1033761 w 2098390"/>
                <a:gd name="connsiteY605" fmla="*/ 419505 h 1370023"/>
                <a:gd name="connsiteX606" fmla="*/ 1025436 w 2098390"/>
                <a:gd name="connsiteY606" fmla="*/ 411007 h 1370023"/>
                <a:gd name="connsiteX607" fmla="*/ 1019887 w 2098390"/>
                <a:gd name="connsiteY607" fmla="*/ 401295 h 1370023"/>
                <a:gd name="connsiteX608" fmla="*/ 1018673 w 2098390"/>
                <a:gd name="connsiteY608" fmla="*/ 390890 h 1370023"/>
                <a:gd name="connsiteX609" fmla="*/ 1023182 w 2098390"/>
                <a:gd name="connsiteY609" fmla="*/ 380138 h 1370023"/>
                <a:gd name="connsiteX610" fmla="*/ 1017286 w 2098390"/>
                <a:gd name="connsiteY610" fmla="*/ 376843 h 1370023"/>
                <a:gd name="connsiteX611" fmla="*/ 1004279 w 2098390"/>
                <a:gd name="connsiteY611" fmla="*/ 376323 h 1370023"/>
                <a:gd name="connsiteX612" fmla="*/ 996822 w 2098390"/>
                <a:gd name="connsiteY612" fmla="*/ 373722 h 1370023"/>
                <a:gd name="connsiteX613" fmla="*/ 987631 w 2098390"/>
                <a:gd name="connsiteY613" fmla="*/ 368172 h 1370023"/>
                <a:gd name="connsiteX614" fmla="*/ 984856 w 2098390"/>
                <a:gd name="connsiteY614" fmla="*/ 365051 h 1370023"/>
                <a:gd name="connsiteX615" fmla="*/ 984162 w 2098390"/>
                <a:gd name="connsiteY615" fmla="*/ 359675 h 1370023"/>
                <a:gd name="connsiteX616" fmla="*/ 981041 w 2098390"/>
                <a:gd name="connsiteY616" fmla="*/ 347188 h 1370023"/>
                <a:gd name="connsiteX617" fmla="*/ 978613 w 2098390"/>
                <a:gd name="connsiteY617" fmla="*/ 345628 h 1370023"/>
                <a:gd name="connsiteX618" fmla="*/ 974971 w 2098390"/>
                <a:gd name="connsiteY618" fmla="*/ 347015 h 1370023"/>
                <a:gd name="connsiteX619" fmla="*/ 971850 w 2098390"/>
                <a:gd name="connsiteY619" fmla="*/ 347015 h 1370023"/>
                <a:gd name="connsiteX620" fmla="*/ 970289 w 2098390"/>
                <a:gd name="connsiteY620" fmla="*/ 341465 h 1370023"/>
                <a:gd name="connsiteX621" fmla="*/ 971156 w 2098390"/>
                <a:gd name="connsiteY621" fmla="*/ 335916 h 1370023"/>
                <a:gd name="connsiteX622" fmla="*/ 974624 w 2098390"/>
                <a:gd name="connsiteY622" fmla="*/ 327071 h 1370023"/>
                <a:gd name="connsiteX623" fmla="*/ 976705 w 2098390"/>
                <a:gd name="connsiteY623" fmla="*/ 309556 h 1370023"/>
                <a:gd name="connsiteX624" fmla="*/ 975665 w 2098390"/>
                <a:gd name="connsiteY624" fmla="*/ 300538 h 1370023"/>
                <a:gd name="connsiteX625" fmla="*/ 970115 w 2098390"/>
                <a:gd name="connsiteY625" fmla="*/ 289786 h 1370023"/>
                <a:gd name="connsiteX626" fmla="*/ 963872 w 2098390"/>
                <a:gd name="connsiteY626" fmla="*/ 311464 h 1370023"/>
                <a:gd name="connsiteX627" fmla="*/ 958323 w 2098390"/>
                <a:gd name="connsiteY627" fmla="*/ 322389 h 1370023"/>
                <a:gd name="connsiteX628" fmla="*/ 948438 w 2098390"/>
                <a:gd name="connsiteY628" fmla="*/ 328632 h 1370023"/>
                <a:gd name="connsiteX629" fmla="*/ 942195 w 2098390"/>
                <a:gd name="connsiteY629" fmla="*/ 313718 h 1370023"/>
                <a:gd name="connsiteX630" fmla="*/ 928148 w 2098390"/>
                <a:gd name="connsiteY630" fmla="*/ 306435 h 1370023"/>
                <a:gd name="connsiteX631" fmla="*/ 912366 w 2098390"/>
                <a:gd name="connsiteY631" fmla="*/ 308516 h 1370023"/>
                <a:gd name="connsiteX632" fmla="*/ 901267 w 2098390"/>
                <a:gd name="connsiteY632" fmla="*/ 321522 h 1370023"/>
                <a:gd name="connsiteX633" fmla="*/ 904042 w 2098390"/>
                <a:gd name="connsiteY633" fmla="*/ 337303 h 1370023"/>
                <a:gd name="connsiteX634" fmla="*/ 923985 w 2098390"/>
                <a:gd name="connsiteY634" fmla="*/ 363837 h 1370023"/>
                <a:gd name="connsiteX635" fmla="*/ 916702 w 2098390"/>
                <a:gd name="connsiteY635" fmla="*/ 373895 h 1370023"/>
                <a:gd name="connsiteX636" fmla="*/ 927627 w 2098390"/>
                <a:gd name="connsiteY636" fmla="*/ 388289 h 1370023"/>
                <a:gd name="connsiteX637" fmla="*/ 938553 w 2098390"/>
                <a:gd name="connsiteY637" fmla="*/ 387942 h 1370023"/>
                <a:gd name="connsiteX638" fmla="*/ 943929 w 2098390"/>
                <a:gd name="connsiteY638" fmla="*/ 375803 h 1370023"/>
                <a:gd name="connsiteX639" fmla="*/ 937859 w 2098390"/>
                <a:gd name="connsiteY639" fmla="*/ 354472 h 1370023"/>
                <a:gd name="connsiteX640" fmla="*/ 952600 w 2098390"/>
                <a:gd name="connsiteY640" fmla="*/ 359501 h 1370023"/>
                <a:gd name="connsiteX641" fmla="*/ 966127 w 2098390"/>
                <a:gd name="connsiteY641" fmla="*/ 371988 h 1370023"/>
                <a:gd name="connsiteX642" fmla="*/ 988151 w 2098390"/>
                <a:gd name="connsiteY642" fmla="*/ 402509 h 1370023"/>
                <a:gd name="connsiteX643" fmla="*/ 993874 w 2098390"/>
                <a:gd name="connsiteY643" fmla="*/ 422279 h 1370023"/>
                <a:gd name="connsiteX644" fmla="*/ 972196 w 2098390"/>
                <a:gd name="connsiteY644" fmla="*/ 443784 h 1370023"/>
                <a:gd name="connsiteX645" fmla="*/ 974451 w 2098390"/>
                <a:gd name="connsiteY645" fmla="*/ 464074 h 1370023"/>
                <a:gd name="connsiteX646" fmla="*/ 955028 w 2098390"/>
                <a:gd name="connsiteY646" fmla="*/ 459912 h 1370023"/>
                <a:gd name="connsiteX647" fmla="*/ 946357 w 2098390"/>
                <a:gd name="connsiteY647" fmla="*/ 459391 h 1370023"/>
                <a:gd name="connsiteX648" fmla="*/ 937512 w 2098390"/>
                <a:gd name="connsiteY648" fmla="*/ 463900 h 1370023"/>
                <a:gd name="connsiteX649" fmla="*/ 941327 w 2098390"/>
                <a:gd name="connsiteY649" fmla="*/ 472398 h 1370023"/>
                <a:gd name="connsiteX650" fmla="*/ 946183 w 2098390"/>
                <a:gd name="connsiteY650" fmla="*/ 479508 h 1370023"/>
                <a:gd name="connsiteX651" fmla="*/ 951906 w 2098390"/>
                <a:gd name="connsiteY651" fmla="*/ 485405 h 1370023"/>
                <a:gd name="connsiteX652" fmla="*/ 958669 w 2098390"/>
                <a:gd name="connsiteY652" fmla="*/ 490260 h 1370023"/>
                <a:gd name="connsiteX653" fmla="*/ 955375 w 2098390"/>
                <a:gd name="connsiteY653" fmla="*/ 491648 h 1370023"/>
                <a:gd name="connsiteX654" fmla="*/ 947917 w 2098390"/>
                <a:gd name="connsiteY654" fmla="*/ 496677 h 1370023"/>
                <a:gd name="connsiteX655" fmla="*/ 957629 w 2098390"/>
                <a:gd name="connsiteY655" fmla="*/ 503094 h 1370023"/>
                <a:gd name="connsiteX656" fmla="*/ 971156 w 2098390"/>
                <a:gd name="connsiteY656" fmla="*/ 507429 h 1370023"/>
                <a:gd name="connsiteX657" fmla="*/ 985203 w 2098390"/>
                <a:gd name="connsiteY657" fmla="*/ 506389 h 1370023"/>
                <a:gd name="connsiteX658" fmla="*/ 996128 w 2098390"/>
                <a:gd name="connsiteY658" fmla="*/ 496503 h 1370023"/>
                <a:gd name="connsiteX659" fmla="*/ 995955 w 2098390"/>
                <a:gd name="connsiteY659" fmla="*/ 487659 h 1370023"/>
                <a:gd name="connsiteX660" fmla="*/ 992140 w 2098390"/>
                <a:gd name="connsiteY660" fmla="*/ 476734 h 1370023"/>
                <a:gd name="connsiteX661" fmla="*/ 990926 w 2098390"/>
                <a:gd name="connsiteY661" fmla="*/ 467542 h 1370023"/>
                <a:gd name="connsiteX662" fmla="*/ 999077 w 2098390"/>
                <a:gd name="connsiteY662" fmla="*/ 464074 h 1370023"/>
                <a:gd name="connsiteX663" fmla="*/ 1004973 w 2098390"/>
                <a:gd name="connsiteY663" fmla="*/ 461993 h 1370023"/>
                <a:gd name="connsiteX664" fmla="*/ 1009135 w 2098390"/>
                <a:gd name="connsiteY664" fmla="*/ 457310 h 1370023"/>
                <a:gd name="connsiteX665" fmla="*/ 1014338 w 2098390"/>
                <a:gd name="connsiteY665" fmla="*/ 452801 h 1370023"/>
                <a:gd name="connsiteX666" fmla="*/ 1023182 w 2098390"/>
                <a:gd name="connsiteY666" fmla="*/ 451241 h 1370023"/>
                <a:gd name="connsiteX667" fmla="*/ 1042605 w 2098390"/>
                <a:gd name="connsiteY667" fmla="*/ 455923 h 1370023"/>
                <a:gd name="connsiteX668" fmla="*/ 1038096 w 2098390"/>
                <a:gd name="connsiteY668" fmla="*/ 464247 h 1370023"/>
                <a:gd name="connsiteX669" fmla="*/ 1023529 w 2098390"/>
                <a:gd name="connsiteY669" fmla="*/ 474306 h 1370023"/>
                <a:gd name="connsiteX670" fmla="*/ 1012777 w 2098390"/>
                <a:gd name="connsiteY670" fmla="*/ 484191 h 1370023"/>
                <a:gd name="connsiteX671" fmla="*/ 1011216 w 2098390"/>
                <a:gd name="connsiteY671" fmla="*/ 499799 h 1370023"/>
                <a:gd name="connsiteX672" fmla="*/ 1015898 w 2098390"/>
                <a:gd name="connsiteY672" fmla="*/ 518354 h 1370023"/>
                <a:gd name="connsiteX673" fmla="*/ 1024396 w 2098390"/>
                <a:gd name="connsiteY673" fmla="*/ 534136 h 1370023"/>
                <a:gd name="connsiteX674" fmla="*/ 1034107 w 2098390"/>
                <a:gd name="connsiteY674" fmla="*/ 541766 h 1370023"/>
                <a:gd name="connsiteX675" fmla="*/ 1024049 w 2098390"/>
                <a:gd name="connsiteY675" fmla="*/ 550611 h 1370023"/>
                <a:gd name="connsiteX676" fmla="*/ 1021448 w 2098390"/>
                <a:gd name="connsiteY676" fmla="*/ 557548 h 1370023"/>
                <a:gd name="connsiteX677" fmla="*/ 1023529 w 2098390"/>
                <a:gd name="connsiteY677" fmla="*/ 571595 h 1370023"/>
                <a:gd name="connsiteX678" fmla="*/ 1023182 w 2098390"/>
                <a:gd name="connsiteY678" fmla="*/ 578878 h 1370023"/>
                <a:gd name="connsiteX679" fmla="*/ 1021795 w 2098390"/>
                <a:gd name="connsiteY679" fmla="*/ 585295 h 1370023"/>
                <a:gd name="connsiteX680" fmla="*/ 1018500 w 2098390"/>
                <a:gd name="connsiteY680" fmla="*/ 592058 h 1370023"/>
                <a:gd name="connsiteX681" fmla="*/ 1012777 w 2098390"/>
                <a:gd name="connsiteY681" fmla="*/ 600729 h 1370023"/>
                <a:gd name="connsiteX682" fmla="*/ 996995 w 2098390"/>
                <a:gd name="connsiteY682" fmla="*/ 616511 h 1370023"/>
                <a:gd name="connsiteX683" fmla="*/ 991446 w 2098390"/>
                <a:gd name="connsiteY683" fmla="*/ 625875 h 1370023"/>
                <a:gd name="connsiteX684" fmla="*/ 994047 w 2098390"/>
                <a:gd name="connsiteY684" fmla="*/ 635934 h 1370023"/>
                <a:gd name="connsiteX685" fmla="*/ 1002198 w 2098390"/>
                <a:gd name="connsiteY685" fmla="*/ 640096 h 1370023"/>
                <a:gd name="connsiteX686" fmla="*/ 1018846 w 2098390"/>
                <a:gd name="connsiteY686" fmla="*/ 634546 h 1370023"/>
                <a:gd name="connsiteX687" fmla="*/ 1029425 w 2098390"/>
                <a:gd name="connsiteY687" fmla="*/ 634720 h 1370023"/>
                <a:gd name="connsiteX688" fmla="*/ 1030639 w 2098390"/>
                <a:gd name="connsiteY688" fmla="*/ 625008 h 1370023"/>
                <a:gd name="connsiteX689" fmla="*/ 1037229 w 2098390"/>
                <a:gd name="connsiteY689" fmla="*/ 621887 h 1370023"/>
                <a:gd name="connsiteX690" fmla="*/ 1057866 w 2098390"/>
                <a:gd name="connsiteY690" fmla="*/ 626569 h 1370023"/>
                <a:gd name="connsiteX691" fmla="*/ 1068098 w 2098390"/>
                <a:gd name="connsiteY691" fmla="*/ 623448 h 1370023"/>
                <a:gd name="connsiteX692" fmla="*/ 1074861 w 2098390"/>
                <a:gd name="connsiteY692" fmla="*/ 617378 h 1370023"/>
                <a:gd name="connsiteX693" fmla="*/ 1081972 w 2098390"/>
                <a:gd name="connsiteY693" fmla="*/ 614256 h 1370023"/>
                <a:gd name="connsiteX694" fmla="*/ 1092550 w 2098390"/>
                <a:gd name="connsiteY694" fmla="*/ 619632 h 1370023"/>
                <a:gd name="connsiteX695" fmla="*/ 1089255 w 2098390"/>
                <a:gd name="connsiteY695" fmla="*/ 624661 h 1370023"/>
                <a:gd name="connsiteX696" fmla="*/ 1085093 w 2098390"/>
                <a:gd name="connsiteY696" fmla="*/ 634546 h 1370023"/>
                <a:gd name="connsiteX697" fmla="*/ 1081972 w 2098390"/>
                <a:gd name="connsiteY697" fmla="*/ 639576 h 1370023"/>
                <a:gd name="connsiteX698" fmla="*/ 1086827 w 2098390"/>
                <a:gd name="connsiteY698" fmla="*/ 643217 h 1370023"/>
                <a:gd name="connsiteX699" fmla="*/ 1086827 w 2098390"/>
                <a:gd name="connsiteY699" fmla="*/ 645472 h 1370023"/>
                <a:gd name="connsiteX700" fmla="*/ 1102262 w 2098390"/>
                <a:gd name="connsiteY700" fmla="*/ 644084 h 1370023"/>
                <a:gd name="connsiteX701" fmla="*/ 1110239 w 2098390"/>
                <a:gd name="connsiteY701" fmla="*/ 633159 h 1370023"/>
                <a:gd name="connsiteX702" fmla="*/ 1118910 w 2098390"/>
                <a:gd name="connsiteY702" fmla="*/ 601076 h 1370023"/>
                <a:gd name="connsiteX703" fmla="*/ 1128102 w 2098390"/>
                <a:gd name="connsiteY703" fmla="*/ 582520 h 1370023"/>
                <a:gd name="connsiteX704" fmla="*/ 1129489 w 2098390"/>
                <a:gd name="connsiteY704" fmla="*/ 581306 h 1370023"/>
                <a:gd name="connsiteX705" fmla="*/ 1128275 w 2098390"/>
                <a:gd name="connsiteY705" fmla="*/ 572809 h 1370023"/>
                <a:gd name="connsiteX706" fmla="*/ 1123246 w 2098390"/>
                <a:gd name="connsiteY706" fmla="*/ 556854 h 1370023"/>
                <a:gd name="connsiteX707" fmla="*/ 1124113 w 2098390"/>
                <a:gd name="connsiteY707" fmla="*/ 549050 h 1370023"/>
                <a:gd name="connsiteX708" fmla="*/ 1132610 w 2098390"/>
                <a:gd name="connsiteY708" fmla="*/ 537257 h 1370023"/>
                <a:gd name="connsiteX709" fmla="*/ 1144056 w 2098390"/>
                <a:gd name="connsiteY709" fmla="*/ 531881 h 1370023"/>
                <a:gd name="connsiteX710" fmla="*/ 1154635 w 2098390"/>
                <a:gd name="connsiteY710" fmla="*/ 535176 h 1370023"/>
                <a:gd name="connsiteX711" fmla="*/ 1160878 w 2098390"/>
                <a:gd name="connsiteY711" fmla="*/ 549050 h 1370023"/>
                <a:gd name="connsiteX712" fmla="*/ 1160705 w 2098390"/>
                <a:gd name="connsiteY712" fmla="*/ 558761 h 1370023"/>
                <a:gd name="connsiteX713" fmla="*/ 1157236 w 2098390"/>
                <a:gd name="connsiteY713" fmla="*/ 564484 h 1370023"/>
                <a:gd name="connsiteX714" fmla="*/ 1153074 w 2098390"/>
                <a:gd name="connsiteY714" fmla="*/ 569167 h 1370023"/>
                <a:gd name="connsiteX715" fmla="*/ 1150299 w 2098390"/>
                <a:gd name="connsiteY715" fmla="*/ 575410 h 1370023"/>
                <a:gd name="connsiteX716" fmla="*/ 1150299 w 2098390"/>
                <a:gd name="connsiteY716" fmla="*/ 585295 h 1370023"/>
                <a:gd name="connsiteX717" fmla="*/ 1152380 w 2098390"/>
                <a:gd name="connsiteY717" fmla="*/ 591712 h 1370023"/>
                <a:gd name="connsiteX718" fmla="*/ 1153421 w 2098390"/>
                <a:gd name="connsiteY718" fmla="*/ 597955 h 1370023"/>
                <a:gd name="connsiteX719" fmla="*/ 1150473 w 2098390"/>
                <a:gd name="connsiteY719" fmla="*/ 607146 h 1370023"/>
                <a:gd name="connsiteX720" fmla="*/ 1190706 w 2098390"/>
                <a:gd name="connsiteY720" fmla="*/ 603504 h 1370023"/>
                <a:gd name="connsiteX721" fmla="*/ 1208222 w 2098390"/>
                <a:gd name="connsiteY721" fmla="*/ 606799 h 1370023"/>
                <a:gd name="connsiteX722" fmla="*/ 1219668 w 2098390"/>
                <a:gd name="connsiteY722" fmla="*/ 620153 h 1370023"/>
                <a:gd name="connsiteX723" fmla="*/ 1211517 w 2098390"/>
                <a:gd name="connsiteY723" fmla="*/ 619806 h 1370023"/>
                <a:gd name="connsiteX724" fmla="*/ 1205100 w 2098390"/>
                <a:gd name="connsiteY724" fmla="*/ 621193 h 1370023"/>
                <a:gd name="connsiteX725" fmla="*/ 1193134 w 2098390"/>
                <a:gd name="connsiteY725" fmla="*/ 627263 h 1370023"/>
                <a:gd name="connsiteX726" fmla="*/ 1198684 w 2098390"/>
                <a:gd name="connsiteY726" fmla="*/ 639229 h 1370023"/>
                <a:gd name="connsiteX727" fmla="*/ 1180475 w 2098390"/>
                <a:gd name="connsiteY727" fmla="*/ 637841 h 1370023"/>
                <a:gd name="connsiteX728" fmla="*/ 1144923 w 2098390"/>
                <a:gd name="connsiteY728" fmla="*/ 627263 h 1370023"/>
                <a:gd name="connsiteX729" fmla="*/ 1126021 w 2098390"/>
                <a:gd name="connsiteY729" fmla="*/ 631945 h 1370023"/>
                <a:gd name="connsiteX730" fmla="*/ 1116829 w 2098390"/>
                <a:gd name="connsiteY730" fmla="*/ 644084 h 1370023"/>
                <a:gd name="connsiteX731" fmla="*/ 1115268 w 2098390"/>
                <a:gd name="connsiteY731" fmla="*/ 660733 h 1370023"/>
                <a:gd name="connsiteX732" fmla="*/ 1118737 w 2098390"/>
                <a:gd name="connsiteY732" fmla="*/ 678942 h 1370023"/>
                <a:gd name="connsiteX733" fmla="*/ 1115095 w 2098390"/>
                <a:gd name="connsiteY733" fmla="*/ 677555 h 1370023"/>
                <a:gd name="connsiteX734" fmla="*/ 1113014 w 2098390"/>
                <a:gd name="connsiteY734" fmla="*/ 675820 h 1370023"/>
                <a:gd name="connsiteX735" fmla="*/ 1111106 w 2098390"/>
                <a:gd name="connsiteY735" fmla="*/ 673913 h 1370023"/>
                <a:gd name="connsiteX736" fmla="*/ 1108158 w 2098390"/>
                <a:gd name="connsiteY736" fmla="*/ 671832 h 1370023"/>
                <a:gd name="connsiteX737" fmla="*/ 1096192 w 2098390"/>
                <a:gd name="connsiteY737" fmla="*/ 674086 h 1370023"/>
                <a:gd name="connsiteX738" fmla="*/ 1060814 w 2098390"/>
                <a:gd name="connsiteY738" fmla="*/ 647900 h 1370023"/>
                <a:gd name="connsiteX739" fmla="*/ 1031333 w 2098390"/>
                <a:gd name="connsiteY739" fmla="*/ 661080 h 1370023"/>
                <a:gd name="connsiteX740" fmla="*/ 1008268 w 2098390"/>
                <a:gd name="connsiteY740" fmla="*/ 657438 h 1370023"/>
                <a:gd name="connsiteX741" fmla="*/ 997342 w 2098390"/>
                <a:gd name="connsiteY741" fmla="*/ 661947 h 1370023"/>
                <a:gd name="connsiteX742" fmla="*/ 986243 w 2098390"/>
                <a:gd name="connsiteY742" fmla="*/ 675820 h 1370023"/>
                <a:gd name="connsiteX743" fmla="*/ 988671 w 2098390"/>
                <a:gd name="connsiteY743" fmla="*/ 684838 h 1370023"/>
                <a:gd name="connsiteX744" fmla="*/ 1006534 w 2098390"/>
                <a:gd name="connsiteY744" fmla="*/ 690735 h 1370023"/>
                <a:gd name="connsiteX745" fmla="*/ 1025957 w 2098390"/>
                <a:gd name="connsiteY745" fmla="*/ 685532 h 1370023"/>
                <a:gd name="connsiteX746" fmla="*/ 1041738 w 2098390"/>
                <a:gd name="connsiteY746" fmla="*/ 695764 h 1370023"/>
                <a:gd name="connsiteX747" fmla="*/ 1064630 w 2098390"/>
                <a:gd name="connsiteY747" fmla="*/ 694203 h 1370023"/>
                <a:gd name="connsiteX748" fmla="*/ 1083879 w 2098390"/>
                <a:gd name="connsiteY748" fmla="*/ 698018 h 1370023"/>
                <a:gd name="connsiteX749" fmla="*/ 1097926 w 2098390"/>
                <a:gd name="connsiteY749" fmla="*/ 704608 h 1370023"/>
                <a:gd name="connsiteX750" fmla="*/ 1123246 w 2098390"/>
                <a:gd name="connsiteY750" fmla="*/ 737038 h 1370023"/>
                <a:gd name="connsiteX751" fmla="*/ 1140068 w 2098390"/>
                <a:gd name="connsiteY751" fmla="*/ 749351 h 1370023"/>
                <a:gd name="connsiteX752" fmla="*/ 1134345 w 2098390"/>
                <a:gd name="connsiteY752" fmla="*/ 756288 h 1370023"/>
                <a:gd name="connsiteX753" fmla="*/ 1157583 w 2098390"/>
                <a:gd name="connsiteY753" fmla="*/ 776751 h 1370023"/>
                <a:gd name="connsiteX754" fmla="*/ 1170763 w 2098390"/>
                <a:gd name="connsiteY754" fmla="*/ 785075 h 1370023"/>
                <a:gd name="connsiteX755" fmla="*/ 1187065 w 2098390"/>
                <a:gd name="connsiteY755" fmla="*/ 787850 h 1370023"/>
                <a:gd name="connsiteX756" fmla="*/ 1170937 w 2098390"/>
                <a:gd name="connsiteY756" fmla="*/ 792012 h 1370023"/>
                <a:gd name="connsiteX757" fmla="*/ 1148565 w 2098390"/>
                <a:gd name="connsiteY757" fmla="*/ 784902 h 1370023"/>
                <a:gd name="connsiteX758" fmla="*/ 1130183 w 2098390"/>
                <a:gd name="connsiteY758" fmla="*/ 774844 h 1370023"/>
                <a:gd name="connsiteX759" fmla="*/ 1115789 w 2098390"/>
                <a:gd name="connsiteY759" fmla="*/ 766520 h 1370023"/>
                <a:gd name="connsiteX760" fmla="*/ 1106077 w 2098390"/>
                <a:gd name="connsiteY760" fmla="*/ 768601 h 1370023"/>
                <a:gd name="connsiteX761" fmla="*/ 1122205 w 2098390"/>
                <a:gd name="connsiteY761" fmla="*/ 790105 h 1370023"/>
                <a:gd name="connsiteX762" fmla="*/ 1118910 w 2098390"/>
                <a:gd name="connsiteY762" fmla="*/ 794267 h 1370023"/>
                <a:gd name="connsiteX763" fmla="*/ 1110760 w 2098390"/>
                <a:gd name="connsiteY763" fmla="*/ 788891 h 1370023"/>
                <a:gd name="connsiteX764" fmla="*/ 1100007 w 2098390"/>
                <a:gd name="connsiteY764" fmla="*/ 781087 h 1370023"/>
                <a:gd name="connsiteX765" fmla="*/ 1091683 w 2098390"/>
                <a:gd name="connsiteY765" fmla="*/ 772936 h 1370023"/>
                <a:gd name="connsiteX766" fmla="*/ 1077810 w 2098390"/>
                <a:gd name="connsiteY766" fmla="*/ 767386 h 1370023"/>
                <a:gd name="connsiteX767" fmla="*/ 1067751 w 2098390"/>
                <a:gd name="connsiteY767" fmla="*/ 760797 h 1370023"/>
                <a:gd name="connsiteX768" fmla="*/ 1063069 w 2098390"/>
                <a:gd name="connsiteY768" fmla="*/ 754380 h 1370023"/>
                <a:gd name="connsiteX769" fmla="*/ 1055092 w 2098390"/>
                <a:gd name="connsiteY769" fmla="*/ 749178 h 1370023"/>
                <a:gd name="connsiteX770" fmla="*/ 1053184 w 2098390"/>
                <a:gd name="connsiteY770" fmla="*/ 743455 h 1370023"/>
                <a:gd name="connsiteX771" fmla="*/ 1053531 w 2098390"/>
                <a:gd name="connsiteY771" fmla="*/ 739813 h 1370023"/>
                <a:gd name="connsiteX772" fmla="*/ 1053357 w 2098390"/>
                <a:gd name="connsiteY772" fmla="*/ 735997 h 1370023"/>
                <a:gd name="connsiteX773" fmla="*/ 1055438 w 2098390"/>
                <a:gd name="connsiteY773" fmla="*/ 723685 h 1370023"/>
                <a:gd name="connsiteX774" fmla="*/ 1051276 w 2098390"/>
                <a:gd name="connsiteY774" fmla="*/ 716227 h 1370023"/>
                <a:gd name="connsiteX775" fmla="*/ 1018846 w 2098390"/>
                <a:gd name="connsiteY775" fmla="*/ 709117 h 1370023"/>
                <a:gd name="connsiteX776" fmla="*/ 997689 w 2098390"/>
                <a:gd name="connsiteY776" fmla="*/ 711198 h 1370023"/>
                <a:gd name="connsiteX777" fmla="*/ 1002198 w 2098390"/>
                <a:gd name="connsiteY777" fmla="*/ 727673 h 1370023"/>
                <a:gd name="connsiteX778" fmla="*/ 996302 w 2098390"/>
                <a:gd name="connsiteY778" fmla="*/ 741027 h 1370023"/>
                <a:gd name="connsiteX779" fmla="*/ 998730 w 2098390"/>
                <a:gd name="connsiteY779" fmla="*/ 764612 h 1370023"/>
                <a:gd name="connsiteX780" fmla="*/ 1003586 w 2098390"/>
                <a:gd name="connsiteY780" fmla="*/ 782127 h 1370023"/>
                <a:gd name="connsiteX781" fmla="*/ 1011563 w 2098390"/>
                <a:gd name="connsiteY781" fmla="*/ 781434 h 1370023"/>
                <a:gd name="connsiteX782" fmla="*/ 1016419 w 2098390"/>
                <a:gd name="connsiteY782" fmla="*/ 768080 h 1370023"/>
                <a:gd name="connsiteX783" fmla="*/ 1026650 w 2098390"/>
                <a:gd name="connsiteY783" fmla="*/ 766173 h 1370023"/>
                <a:gd name="connsiteX784" fmla="*/ 1023876 w 2098390"/>
                <a:gd name="connsiteY784" fmla="*/ 787850 h 1370023"/>
                <a:gd name="connsiteX785" fmla="*/ 1033761 w 2098390"/>
                <a:gd name="connsiteY785" fmla="*/ 797735 h 1370023"/>
                <a:gd name="connsiteX786" fmla="*/ 1041218 w 2098390"/>
                <a:gd name="connsiteY786" fmla="*/ 809528 h 1370023"/>
                <a:gd name="connsiteX787" fmla="*/ 1057172 w 2098390"/>
                <a:gd name="connsiteY787" fmla="*/ 812996 h 1370023"/>
                <a:gd name="connsiteX788" fmla="*/ 1061855 w 2098390"/>
                <a:gd name="connsiteY788" fmla="*/ 815251 h 1370023"/>
                <a:gd name="connsiteX789" fmla="*/ 1070526 w 2098390"/>
                <a:gd name="connsiteY789" fmla="*/ 813863 h 1370023"/>
                <a:gd name="connsiteX790" fmla="*/ 1064283 w 2098390"/>
                <a:gd name="connsiteY790" fmla="*/ 830165 h 1370023"/>
                <a:gd name="connsiteX791" fmla="*/ 1055438 w 2098390"/>
                <a:gd name="connsiteY791" fmla="*/ 831032 h 1370023"/>
                <a:gd name="connsiteX792" fmla="*/ 1038963 w 2098390"/>
                <a:gd name="connsiteY792" fmla="*/ 819586 h 1370023"/>
                <a:gd name="connsiteX793" fmla="*/ 1000637 w 2098390"/>
                <a:gd name="connsiteY793" fmla="*/ 813170 h 1370023"/>
                <a:gd name="connsiteX794" fmla="*/ 990926 w 2098390"/>
                <a:gd name="connsiteY794" fmla="*/ 807447 h 1370023"/>
                <a:gd name="connsiteX795" fmla="*/ 974971 w 2098390"/>
                <a:gd name="connsiteY795" fmla="*/ 762531 h 1370023"/>
                <a:gd name="connsiteX796" fmla="*/ 972370 w 2098390"/>
                <a:gd name="connsiteY796" fmla="*/ 752126 h 1370023"/>
                <a:gd name="connsiteX797" fmla="*/ 970982 w 2098390"/>
                <a:gd name="connsiteY797" fmla="*/ 742587 h 1370023"/>
                <a:gd name="connsiteX798" fmla="*/ 973237 w 2098390"/>
                <a:gd name="connsiteY798" fmla="*/ 733223 h 1370023"/>
                <a:gd name="connsiteX799" fmla="*/ 980694 w 2098390"/>
                <a:gd name="connsiteY799" fmla="*/ 723511 h 1370023"/>
                <a:gd name="connsiteX800" fmla="*/ 957109 w 2098390"/>
                <a:gd name="connsiteY800" fmla="*/ 688133 h 1370023"/>
                <a:gd name="connsiteX801" fmla="*/ 952080 w 2098390"/>
                <a:gd name="connsiteY801" fmla="*/ 676861 h 1370023"/>
                <a:gd name="connsiteX802" fmla="*/ 947571 w 2098390"/>
                <a:gd name="connsiteY802" fmla="*/ 673739 h 1370023"/>
                <a:gd name="connsiteX803" fmla="*/ 941501 w 2098390"/>
                <a:gd name="connsiteY803" fmla="*/ 672005 h 1370023"/>
                <a:gd name="connsiteX804" fmla="*/ 935778 w 2098390"/>
                <a:gd name="connsiteY804" fmla="*/ 671485 h 1370023"/>
                <a:gd name="connsiteX805" fmla="*/ 929535 w 2098390"/>
                <a:gd name="connsiteY805" fmla="*/ 674607 h 1370023"/>
                <a:gd name="connsiteX806" fmla="*/ 928321 w 2098390"/>
                <a:gd name="connsiteY806" fmla="*/ 681890 h 1370023"/>
                <a:gd name="connsiteX807" fmla="*/ 929015 w 2098390"/>
                <a:gd name="connsiteY807" fmla="*/ 690561 h 1370023"/>
                <a:gd name="connsiteX808" fmla="*/ 928148 w 2098390"/>
                <a:gd name="connsiteY808" fmla="*/ 697672 h 1370023"/>
                <a:gd name="connsiteX809" fmla="*/ 919997 w 2098390"/>
                <a:gd name="connsiteY809" fmla="*/ 718655 h 1370023"/>
                <a:gd name="connsiteX810" fmla="*/ 913233 w 2098390"/>
                <a:gd name="connsiteY810" fmla="*/ 748831 h 1370023"/>
                <a:gd name="connsiteX811" fmla="*/ 914621 w 2098390"/>
                <a:gd name="connsiteY811" fmla="*/ 775884 h 1370023"/>
                <a:gd name="connsiteX812" fmla="*/ 930749 w 2098390"/>
                <a:gd name="connsiteY812" fmla="*/ 787677 h 1370023"/>
                <a:gd name="connsiteX813" fmla="*/ 951559 w 2098390"/>
                <a:gd name="connsiteY813" fmla="*/ 797909 h 1370023"/>
                <a:gd name="connsiteX814" fmla="*/ 954854 w 2098390"/>
                <a:gd name="connsiteY814" fmla="*/ 807620 h 1370023"/>
                <a:gd name="connsiteX815" fmla="*/ 949305 w 2098390"/>
                <a:gd name="connsiteY815" fmla="*/ 812129 h 1370023"/>
                <a:gd name="connsiteX816" fmla="*/ 941501 w 2098390"/>
                <a:gd name="connsiteY816" fmla="*/ 811956 h 1370023"/>
                <a:gd name="connsiteX817" fmla="*/ 938379 w 2098390"/>
                <a:gd name="connsiteY817" fmla="*/ 807620 h 1370023"/>
                <a:gd name="connsiteX818" fmla="*/ 935431 w 2098390"/>
                <a:gd name="connsiteY818" fmla="*/ 812823 h 1370023"/>
                <a:gd name="connsiteX819" fmla="*/ 932310 w 2098390"/>
                <a:gd name="connsiteY819" fmla="*/ 814037 h 1370023"/>
                <a:gd name="connsiteX820" fmla="*/ 930922 w 2098390"/>
                <a:gd name="connsiteY820" fmla="*/ 816811 h 1370023"/>
                <a:gd name="connsiteX821" fmla="*/ 933524 w 2098390"/>
                <a:gd name="connsiteY821" fmla="*/ 826350 h 1370023"/>
                <a:gd name="connsiteX822" fmla="*/ 935605 w 2098390"/>
                <a:gd name="connsiteY822" fmla="*/ 827390 h 1370023"/>
                <a:gd name="connsiteX823" fmla="*/ 951733 w 2098390"/>
                <a:gd name="connsiteY823" fmla="*/ 842825 h 1370023"/>
                <a:gd name="connsiteX824" fmla="*/ 956589 w 2098390"/>
                <a:gd name="connsiteY824" fmla="*/ 844732 h 1370023"/>
                <a:gd name="connsiteX825" fmla="*/ 962832 w 2098390"/>
                <a:gd name="connsiteY825" fmla="*/ 843518 h 1370023"/>
                <a:gd name="connsiteX826" fmla="*/ 968381 w 2098390"/>
                <a:gd name="connsiteY826" fmla="*/ 840397 h 1370023"/>
                <a:gd name="connsiteX827" fmla="*/ 970636 w 2098390"/>
                <a:gd name="connsiteY827" fmla="*/ 836755 h 1370023"/>
                <a:gd name="connsiteX828" fmla="*/ 972890 w 2098390"/>
                <a:gd name="connsiteY828" fmla="*/ 830685 h 1370023"/>
                <a:gd name="connsiteX829" fmla="*/ 977572 w 2098390"/>
                <a:gd name="connsiteY829" fmla="*/ 835194 h 1370023"/>
                <a:gd name="connsiteX830" fmla="*/ 981388 w 2098390"/>
                <a:gd name="connsiteY830" fmla="*/ 842825 h 1370023"/>
                <a:gd name="connsiteX831" fmla="*/ 981214 w 2098390"/>
                <a:gd name="connsiteY831" fmla="*/ 845773 h 1370023"/>
                <a:gd name="connsiteX832" fmla="*/ 999597 w 2098390"/>
                <a:gd name="connsiteY832" fmla="*/ 854791 h 1370023"/>
                <a:gd name="connsiteX833" fmla="*/ 1006187 w 2098390"/>
                <a:gd name="connsiteY833" fmla="*/ 863462 h 1370023"/>
                <a:gd name="connsiteX834" fmla="*/ 1007574 w 2098390"/>
                <a:gd name="connsiteY834" fmla="*/ 878376 h 1370023"/>
                <a:gd name="connsiteX835" fmla="*/ 1019020 w 2098390"/>
                <a:gd name="connsiteY835" fmla="*/ 873867 h 1370023"/>
                <a:gd name="connsiteX836" fmla="*/ 1028038 w 2098390"/>
                <a:gd name="connsiteY836" fmla="*/ 872306 h 1370023"/>
                <a:gd name="connsiteX837" fmla="*/ 1044686 w 2098390"/>
                <a:gd name="connsiteY837" fmla="*/ 871959 h 1370023"/>
                <a:gd name="connsiteX838" fmla="*/ 1052317 w 2098390"/>
                <a:gd name="connsiteY838" fmla="*/ 873173 h 1370023"/>
                <a:gd name="connsiteX839" fmla="*/ 1058907 w 2098390"/>
                <a:gd name="connsiteY839" fmla="*/ 873347 h 1370023"/>
                <a:gd name="connsiteX840" fmla="*/ 1065844 w 2098390"/>
                <a:gd name="connsiteY840" fmla="*/ 871786 h 1370023"/>
                <a:gd name="connsiteX841" fmla="*/ 1068445 w 2098390"/>
                <a:gd name="connsiteY841" fmla="*/ 863288 h 1370023"/>
                <a:gd name="connsiteX842" fmla="*/ 1071740 w 2098390"/>
                <a:gd name="connsiteY842" fmla="*/ 856872 h 1370023"/>
                <a:gd name="connsiteX843" fmla="*/ 1076422 w 2098390"/>
                <a:gd name="connsiteY843" fmla="*/ 852536 h 1370023"/>
                <a:gd name="connsiteX844" fmla="*/ 1081625 w 2098390"/>
                <a:gd name="connsiteY844" fmla="*/ 852710 h 1370023"/>
                <a:gd name="connsiteX845" fmla="*/ 1091683 w 2098390"/>
                <a:gd name="connsiteY845" fmla="*/ 858953 h 1370023"/>
                <a:gd name="connsiteX846" fmla="*/ 1098100 w 2098390"/>
                <a:gd name="connsiteY846" fmla="*/ 858953 h 1370023"/>
                <a:gd name="connsiteX847" fmla="*/ 1102956 w 2098390"/>
                <a:gd name="connsiteY847" fmla="*/ 855658 h 1370023"/>
                <a:gd name="connsiteX848" fmla="*/ 1109892 w 2098390"/>
                <a:gd name="connsiteY848" fmla="*/ 846987 h 1370023"/>
                <a:gd name="connsiteX849" fmla="*/ 1113361 w 2098390"/>
                <a:gd name="connsiteY849" fmla="*/ 845599 h 1370023"/>
                <a:gd name="connsiteX850" fmla="*/ 1122725 w 2098390"/>
                <a:gd name="connsiteY850" fmla="*/ 850802 h 1370023"/>
                <a:gd name="connsiteX851" fmla="*/ 1122552 w 2098390"/>
                <a:gd name="connsiteY851" fmla="*/ 859646 h 1370023"/>
                <a:gd name="connsiteX852" fmla="*/ 1114922 w 2098390"/>
                <a:gd name="connsiteY852" fmla="*/ 869705 h 1370023"/>
                <a:gd name="connsiteX853" fmla="*/ 1102782 w 2098390"/>
                <a:gd name="connsiteY853" fmla="*/ 878202 h 1370023"/>
                <a:gd name="connsiteX854" fmla="*/ 1110066 w 2098390"/>
                <a:gd name="connsiteY854" fmla="*/ 880804 h 1370023"/>
                <a:gd name="connsiteX855" fmla="*/ 1116136 w 2098390"/>
                <a:gd name="connsiteY855" fmla="*/ 884619 h 1370023"/>
                <a:gd name="connsiteX856" fmla="*/ 1120991 w 2098390"/>
                <a:gd name="connsiteY856" fmla="*/ 890168 h 1370023"/>
                <a:gd name="connsiteX857" fmla="*/ 1124460 w 2098390"/>
                <a:gd name="connsiteY857" fmla="*/ 897452 h 1370023"/>
                <a:gd name="connsiteX858" fmla="*/ 1105210 w 2098390"/>
                <a:gd name="connsiteY858" fmla="*/ 897972 h 1370023"/>
                <a:gd name="connsiteX859" fmla="*/ 1084573 w 2098390"/>
                <a:gd name="connsiteY859" fmla="*/ 901961 h 1370023"/>
                <a:gd name="connsiteX860" fmla="*/ 1069139 w 2098390"/>
                <a:gd name="connsiteY860" fmla="*/ 913407 h 1370023"/>
                <a:gd name="connsiteX861" fmla="*/ 1065670 w 2098390"/>
                <a:gd name="connsiteY861" fmla="*/ 936125 h 1370023"/>
                <a:gd name="connsiteX862" fmla="*/ 1078156 w 2098390"/>
                <a:gd name="connsiteY862" fmla="*/ 931963 h 1370023"/>
                <a:gd name="connsiteX863" fmla="*/ 1079544 w 2098390"/>
                <a:gd name="connsiteY863" fmla="*/ 938206 h 1370023"/>
                <a:gd name="connsiteX864" fmla="*/ 1076596 w 2098390"/>
                <a:gd name="connsiteY864" fmla="*/ 949825 h 1370023"/>
                <a:gd name="connsiteX865" fmla="*/ 1076249 w 2098390"/>
                <a:gd name="connsiteY865" fmla="*/ 961791 h 1370023"/>
                <a:gd name="connsiteX866" fmla="*/ 1074515 w 2098390"/>
                <a:gd name="connsiteY866" fmla="*/ 963179 h 1370023"/>
                <a:gd name="connsiteX867" fmla="*/ 1072260 w 2098390"/>
                <a:gd name="connsiteY867" fmla="*/ 967861 h 1370023"/>
                <a:gd name="connsiteX868" fmla="*/ 1073474 w 2098390"/>
                <a:gd name="connsiteY868" fmla="*/ 972890 h 1370023"/>
                <a:gd name="connsiteX869" fmla="*/ 1081798 w 2098390"/>
                <a:gd name="connsiteY869" fmla="*/ 975145 h 1370023"/>
                <a:gd name="connsiteX870" fmla="*/ 1093417 w 2098390"/>
                <a:gd name="connsiteY870" fmla="*/ 976532 h 1370023"/>
                <a:gd name="connsiteX871" fmla="*/ 1099140 w 2098390"/>
                <a:gd name="connsiteY871" fmla="*/ 978440 h 1370023"/>
                <a:gd name="connsiteX872" fmla="*/ 1102956 w 2098390"/>
                <a:gd name="connsiteY872" fmla="*/ 981561 h 1370023"/>
                <a:gd name="connsiteX873" fmla="*/ 1105904 w 2098390"/>
                <a:gd name="connsiteY873" fmla="*/ 991099 h 1370023"/>
                <a:gd name="connsiteX874" fmla="*/ 1103823 w 2098390"/>
                <a:gd name="connsiteY874" fmla="*/ 1000637 h 1370023"/>
                <a:gd name="connsiteX875" fmla="*/ 1092897 w 2098390"/>
                <a:gd name="connsiteY875" fmla="*/ 1020581 h 1370023"/>
                <a:gd name="connsiteX876" fmla="*/ 1089602 w 2098390"/>
                <a:gd name="connsiteY876" fmla="*/ 1022835 h 1370023"/>
                <a:gd name="connsiteX877" fmla="*/ 1086134 w 2098390"/>
                <a:gd name="connsiteY877" fmla="*/ 1021621 h 1370023"/>
                <a:gd name="connsiteX878" fmla="*/ 1083532 w 2098390"/>
                <a:gd name="connsiteY878" fmla="*/ 1022141 h 1370023"/>
                <a:gd name="connsiteX879" fmla="*/ 1081972 w 2098390"/>
                <a:gd name="connsiteY879" fmla="*/ 1036882 h 1370023"/>
                <a:gd name="connsiteX880" fmla="*/ 1080584 w 2098390"/>
                <a:gd name="connsiteY880" fmla="*/ 1040698 h 1370023"/>
                <a:gd name="connsiteX881" fmla="*/ 1076422 w 2098390"/>
                <a:gd name="connsiteY881" fmla="*/ 1046074 h 1370023"/>
                <a:gd name="connsiteX882" fmla="*/ 1076422 w 2098390"/>
                <a:gd name="connsiteY882" fmla="*/ 1051970 h 1370023"/>
                <a:gd name="connsiteX883" fmla="*/ 1096712 w 2098390"/>
                <a:gd name="connsiteY883" fmla="*/ 1050929 h 1370023"/>
                <a:gd name="connsiteX884" fmla="*/ 1106424 w 2098390"/>
                <a:gd name="connsiteY884" fmla="*/ 1052837 h 1370023"/>
                <a:gd name="connsiteX885" fmla="*/ 1113534 w 2098390"/>
                <a:gd name="connsiteY885" fmla="*/ 1058907 h 1370023"/>
                <a:gd name="connsiteX886" fmla="*/ 1114922 w 2098390"/>
                <a:gd name="connsiteY886" fmla="*/ 1069486 h 1370023"/>
                <a:gd name="connsiteX887" fmla="*/ 1107638 w 2098390"/>
                <a:gd name="connsiteY887" fmla="*/ 1092030 h 1370023"/>
                <a:gd name="connsiteX888" fmla="*/ 1108678 w 2098390"/>
                <a:gd name="connsiteY888" fmla="*/ 1103129 h 1370023"/>
                <a:gd name="connsiteX889" fmla="*/ 1117696 w 2098390"/>
                <a:gd name="connsiteY889" fmla="*/ 1105037 h 1370023"/>
                <a:gd name="connsiteX890" fmla="*/ 1153421 w 2098390"/>
                <a:gd name="connsiteY890" fmla="*/ 1093244 h 1370023"/>
                <a:gd name="connsiteX891" fmla="*/ 1172324 w 2098390"/>
                <a:gd name="connsiteY891" fmla="*/ 1097233 h 1370023"/>
                <a:gd name="connsiteX892" fmla="*/ 1172324 w 2098390"/>
                <a:gd name="connsiteY892" fmla="*/ 1086481 h 1370023"/>
                <a:gd name="connsiteX893" fmla="*/ 1173885 w 2098390"/>
                <a:gd name="connsiteY893" fmla="*/ 1077463 h 1370023"/>
                <a:gd name="connsiteX894" fmla="*/ 1192787 w 2098390"/>
                <a:gd name="connsiteY894" fmla="*/ 1014164 h 1370023"/>
                <a:gd name="connsiteX895" fmla="*/ 1195909 w 2098390"/>
                <a:gd name="connsiteY895" fmla="*/ 1008094 h 1370023"/>
                <a:gd name="connsiteX896" fmla="*/ 1204580 w 2098390"/>
                <a:gd name="connsiteY896" fmla="*/ 1000811 h 1370023"/>
                <a:gd name="connsiteX897" fmla="*/ 1227472 w 2098390"/>
                <a:gd name="connsiteY897" fmla="*/ 995088 h 1370023"/>
                <a:gd name="connsiteX898" fmla="*/ 1233541 w 2098390"/>
                <a:gd name="connsiteY898" fmla="*/ 990926 h 1370023"/>
                <a:gd name="connsiteX899" fmla="*/ 1237530 w 2098390"/>
                <a:gd name="connsiteY899" fmla="*/ 981561 h 1370023"/>
                <a:gd name="connsiteX900" fmla="*/ 1237703 w 2098390"/>
                <a:gd name="connsiteY900" fmla="*/ 974624 h 1370023"/>
                <a:gd name="connsiteX901" fmla="*/ 1239784 w 2098390"/>
                <a:gd name="connsiteY901" fmla="*/ 970289 h 1370023"/>
                <a:gd name="connsiteX902" fmla="*/ 1250016 w 2098390"/>
                <a:gd name="connsiteY902" fmla="*/ 968728 h 1370023"/>
                <a:gd name="connsiteX903" fmla="*/ 1253832 w 2098390"/>
                <a:gd name="connsiteY903" fmla="*/ 969769 h 1370023"/>
                <a:gd name="connsiteX904" fmla="*/ 1260942 w 2098390"/>
                <a:gd name="connsiteY904" fmla="*/ 974104 h 1370023"/>
                <a:gd name="connsiteX905" fmla="*/ 1265624 w 2098390"/>
                <a:gd name="connsiteY905" fmla="*/ 975145 h 1370023"/>
                <a:gd name="connsiteX906" fmla="*/ 1268225 w 2098390"/>
                <a:gd name="connsiteY906" fmla="*/ 973063 h 1370023"/>
                <a:gd name="connsiteX907" fmla="*/ 1269093 w 2098390"/>
                <a:gd name="connsiteY907" fmla="*/ 968555 h 1370023"/>
                <a:gd name="connsiteX908" fmla="*/ 1268399 w 2098390"/>
                <a:gd name="connsiteY908" fmla="*/ 964046 h 1370023"/>
                <a:gd name="connsiteX909" fmla="*/ 1265798 w 2098390"/>
                <a:gd name="connsiteY909" fmla="*/ 961964 h 1370023"/>
                <a:gd name="connsiteX910" fmla="*/ 1254352 w 2098390"/>
                <a:gd name="connsiteY910" fmla="*/ 957456 h 1370023"/>
                <a:gd name="connsiteX911" fmla="*/ 1265451 w 2098390"/>
                <a:gd name="connsiteY911" fmla="*/ 947224 h 1370023"/>
                <a:gd name="connsiteX912" fmla="*/ 1295106 w 2098390"/>
                <a:gd name="connsiteY912" fmla="*/ 930055 h 1370023"/>
                <a:gd name="connsiteX913" fmla="*/ 1277764 w 2098390"/>
                <a:gd name="connsiteY913" fmla="*/ 908031 h 1370023"/>
                <a:gd name="connsiteX914" fmla="*/ 1274642 w 2098390"/>
                <a:gd name="connsiteY914" fmla="*/ 896585 h 1370023"/>
                <a:gd name="connsiteX915" fmla="*/ 1298574 w 2098390"/>
                <a:gd name="connsiteY915" fmla="*/ 888608 h 1370023"/>
                <a:gd name="connsiteX916" fmla="*/ 1298401 w 2098390"/>
                <a:gd name="connsiteY916" fmla="*/ 880630 h 1370023"/>
                <a:gd name="connsiteX917" fmla="*/ 1293545 w 2098390"/>
                <a:gd name="connsiteY917" fmla="*/ 869358 h 1370023"/>
                <a:gd name="connsiteX918" fmla="*/ 1290423 w 2098390"/>
                <a:gd name="connsiteY918" fmla="*/ 856351 h 1370023"/>
                <a:gd name="connsiteX919" fmla="*/ 1293025 w 2098390"/>
                <a:gd name="connsiteY919" fmla="*/ 847333 h 1370023"/>
                <a:gd name="connsiteX920" fmla="*/ 1299441 w 2098390"/>
                <a:gd name="connsiteY920" fmla="*/ 837102 h 1370023"/>
                <a:gd name="connsiteX921" fmla="*/ 1307939 w 2098390"/>
                <a:gd name="connsiteY921" fmla="*/ 829124 h 1370023"/>
                <a:gd name="connsiteX922" fmla="*/ 1316263 w 2098390"/>
                <a:gd name="connsiteY922" fmla="*/ 826697 h 1370023"/>
                <a:gd name="connsiteX923" fmla="*/ 1325107 w 2098390"/>
                <a:gd name="connsiteY923" fmla="*/ 833286 h 1370023"/>
                <a:gd name="connsiteX924" fmla="*/ 1330137 w 2098390"/>
                <a:gd name="connsiteY924" fmla="*/ 845946 h 1370023"/>
                <a:gd name="connsiteX925" fmla="*/ 1331004 w 2098390"/>
                <a:gd name="connsiteY925" fmla="*/ 860340 h 1370023"/>
                <a:gd name="connsiteX926" fmla="*/ 1326668 w 2098390"/>
                <a:gd name="connsiteY926" fmla="*/ 872133 h 1370023"/>
                <a:gd name="connsiteX927" fmla="*/ 1329616 w 2098390"/>
                <a:gd name="connsiteY927" fmla="*/ 890515 h 1370023"/>
                <a:gd name="connsiteX928" fmla="*/ 1326321 w 2098390"/>
                <a:gd name="connsiteY928" fmla="*/ 938033 h 1370023"/>
                <a:gd name="connsiteX929" fmla="*/ 1332391 w 2098390"/>
                <a:gd name="connsiteY929" fmla="*/ 956068 h 1370023"/>
                <a:gd name="connsiteX930" fmla="*/ 1339155 w 2098390"/>
                <a:gd name="connsiteY930" fmla="*/ 960230 h 1370023"/>
                <a:gd name="connsiteX931" fmla="*/ 1368809 w 2098390"/>
                <a:gd name="connsiteY931" fmla="*/ 968901 h 1370023"/>
                <a:gd name="connsiteX932" fmla="*/ 1390487 w 2098390"/>
                <a:gd name="connsiteY932" fmla="*/ 984336 h 1370023"/>
                <a:gd name="connsiteX933" fmla="*/ 1400545 w 2098390"/>
                <a:gd name="connsiteY933" fmla="*/ 987457 h 1370023"/>
                <a:gd name="connsiteX934" fmla="*/ 1396210 w 2098390"/>
                <a:gd name="connsiteY934" fmla="*/ 976532 h 1370023"/>
                <a:gd name="connsiteX935" fmla="*/ 1395863 w 2098390"/>
                <a:gd name="connsiteY935" fmla="*/ 966474 h 1370023"/>
                <a:gd name="connsiteX936" fmla="*/ 1399158 w 2098390"/>
                <a:gd name="connsiteY936" fmla="*/ 957282 h 1370023"/>
                <a:gd name="connsiteX937" fmla="*/ 1405921 w 2098390"/>
                <a:gd name="connsiteY937" fmla="*/ 949132 h 1370023"/>
                <a:gd name="connsiteX938" fmla="*/ 1426559 w 2098390"/>
                <a:gd name="connsiteY938" fmla="*/ 959363 h 1370023"/>
                <a:gd name="connsiteX939" fmla="*/ 1433842 w 2098390"/>
                <a:gd name="connsiteY939" fmla="*/ 952947 h 1370023"/>
                <a:gd name="connsiteX940" fmla="*/ 1432455 w 2098390"/>
                <a:gd name="connsiteY940" fmla="*/ 914100 h 1370023"/>
                <a:gd name="connsiteX941" fmla="*/ 1475116 w 2098390"/>
                <a:gd name="connsiteY941" fmla="*/ 871959 h 1370023"/>
                <a:gd name="connsiteX942" fmla="*/ 1469393 w 2098390"/>
                <a:gd name="connsiteY942" fmla="*/ 859646 h 1370023"/>
                <a:gd name="connsiteX943" fmla="*/ 1473035 w 2098390"/>
                <a:gd name="connsiteY943" fmla="*/ 849588 h 1370023"/>
                <a:gd name="connsiteX944" fmla="*/ 1480145 w 2098390"/>
                <a:gd name="connsiteY944" fmla="*/ 841090 h 1370023"/>
                <a:gd name="connsiteX945" fmla="*/ 1485175 w 2098390"/>
                <a:gd name="connsiteY945" fmla="*/ 833286 h 1370023"/>
                <a:gd name="connsiteX946" fmla="*/ 1486562 w 2098390"/>
                <a:gd name="connsiteY946" fmla="*/ 822361 h 1370023"/>
                <a:gd name="connsiteX947" fmla="*/ 1486215 w 2098390"/>
                <a:gd name="connsiteY947" fmla="*/ 811956 h 1370023"/>
                <a:gd name="connsiteX948" fmla="*/ 1487603 w 2098390"/>
                <a:gd name="connsiteY948" fmla="*/ 804152 h 1370023"/>
                <a:gd name="connsiteX949" fmla="*/ 1493499 w 2098390"/>
                <a:gd name="connsiteY949" fmla="*/ 801204 h 1370023"/>
                <a:gd name="connsiteX950" fmla="*/ 1503037 w 2098390"/>
                <a:gd name="connsiteY950" fmla="*/ 798776 h 1370023"/>
                <a:gd name="connsiteX951" fmla="*/ 1512922 w 2098390"/>
                <a:gd name="connsiteY951" fmla="*/ 793053 h 1370023"/>
                <a:gd name="connsiteX952" fmla="*/ 1528183 w 2098390"/>
                <a:gd name="connsiteY952" fmla="*/ 781434 h 1370023"/>
                <a:gd name="connsiteX953" fmla="*/ 1556624 w 2098390"/>
                <a:gd name="connsiteY953" fmla="*/ 764785 h 1370023"/>
                <a:gd name="connsiteX954" fmla="*/ 1562867 w 2098390"/>
                <a:gd name="connsiteY954" fmla="*/ 759583 h 1370023"/>
                <a:gd name="connsiteX955" fmla="*/ 1576914 w 2098390"/>
                <a:gd name="connsiteY955" fmla="*/ 741027 h 1370023"/>
                <a:gd name="connsiteX956" fmla="*/ 1585412 w 2098390"/>
                <a:gd name="connsiteY956" fmla="*/ 733223 h 1370023"/>
                <a:gd name="connsiteX957" fmla="*/ 1594603 w 2098390"/>
                <a:gd name="connsiteY957" fmla="*/ 729928 h 1370023"/>
                <a:gd name="connsiteX958" fmla="*/ 1614026 w 2098390"/>
                <a:gd name="connsiteY958" fmla="*/ 733916 h 1370023"/>
                <a:gd name="connsiteX959" fmla="*/ 1623391 w 2098390"/>
                <a:gd name="connsiteY959" fmla="*/ 734437 h 1370023"/>
                <a:gd name="connsiteX960" fmla="*/ 1634490 w 2098390"/>
                <a:gd name="connsiteY960" fmla="*/ 729928 h 1370023"/>
                <a:gd name="connsiteX961" fmla="*/ 1645242 w 2098390"/>
                <a:gd name="connsiteY961" fmla="*/ 716748 h 1370023"/>
                <a:gd name="connsiteX962" fmla="*/ 1660850 w 2098390"/>
                <a:gd name="connsiteY962" fmla="*/ 676514 h 1370023"/>
                <a:gd name="connsiteX963" fmla="*/ 1671775 w 2098390"/>
                <a:gd name="connsiteY963" fmla="*/ 659172 h 1370023"/>
                <a:gd name="connsiteX964" fmla="*/ 1690852 w 2098390"/>
                <a:gd name="connsiteY964" fmla="*/ 690041 h 1370023"/>
                <a:gd name="connsiteX965" fmla="*/ 1704899 w 2098390"/>
                <a:gd name="connsiteY965" fmla="*/ 701660 h 1370023"/>
                <a:gd name="connsiteX966" fmla="*/ 1721720 w 2098390"/>
                <a:gd name="connsiteY966" fmla="*/ 694550 h 1370023"/>
                <a:gd name="connsiteX967" fmla="*/ 1736461 w 2098390"/>
                <a:gd name="connsiteY967" fmla="*/ 683104 h 1370023"/>
                <a:gd name="connsiteX968" fmla="*/ 1742011 w 2098390"/>
                <a:gd name="connsiteY968" fmla="*/ 690735 h 1370023"/>
                <a:gd name="connsiteX969" fmla="*/ 1746173 w 2098390"/>
                <a:gd name="connsiteY969" fmla="*/ 707556 h 1370023"/>
                <a:gd name="connsiteX970" fmla="*/ 1756925 w 2098390"/>
                <a:gd name="connsiteY970" fmla="*/ 723685 h 1370023"/>
                <a:gd name="connsiteX971" fmla="*/ 1750855 w 2098390"/>
                <a:gd name="connsiteY971" fmla="*/ 733570 h 1370023"/>
                <a:gd name="connsiteX972" fmla="*/ 1740276 w 2098390"/>
                <a:gd name="connsiteY972" fmla="*/ 756288 h 1370023"/>
                <a:gd name="connsiteX973" fmla="*/ 1735247 w 2098390"/>
                <a:gd name="connsiteY973" fmla="*/ 762878 h 1370023"/>
                <a:gd name="connsiteX974" fmla="*/ 1723281 w 2098390"/>
                <a:gd name="connsiteY974" fmla="*/ 767386 h 1370023"/>
                <a:gd name="connsiteX975" fmla="*/ 1714437 w 2098390"/>
                <a:gd name="connsiteY975" fmla="*/ 764438 h 1370023"/>
                <a:gd name="connsiteX976" fmla="*/ 1707847 w 2098390"/>
                <a:gd name="connsiteY976" fmla="*/ 755941 h 1370023"/>
                <a:gd name="connsiteX977" fmla="*/ 1703164 w 2098390"/>
                <a:gd name="connsiteY977" fmla="*/ 743628 h 1370023"/>
                <a:gd name="connsiteX978" fmla="*/ 1707327 w 2098390"/>
                <a:gd name="connsiteY978" fmla="*/ 734610 h 1370023"/>
                <a:gd name="connsiteX979" fmla="*/ 1705939 w 2098390"/>
                <a:gd name="connsiteY979" fmla="*/ 727326 h 1370023"/>
                <a:gd name="connsiteX980" fmla="*/ 1700563 w 2098390"/>
                <a:gd name="connsiteY980" fmla="*/ 721603 h 1370023"/>
                <a:gd name="connsiteX981" fmla="*/ 1692412 w 2098390"/>
                <a:gd name="connsiteY981" fmla="*/ 717268 h 1370023"/>
                <a:gd name="connsiteX982" fmla="*/ 1670041 w 2098390"/>
                <a:gd name="connsiteY982" fmla="*/ 742067 h 1370023"/>
                <a:gd name="connsiteX983" fmla="*/ 1665879 w 2098390"/>
                <a:gd name="connsiteY983" fmla="*/ 749524 h 1370023"/>
                <a:gd name="connsiteX984" fmla="*/ 1666573 w 2098390"/>
                <a:gd name="connsiteY984" fmla="*/ 763745 h 1370023"/>
                <a:gd name="connsiteX985" fmla="*/ 1671255 w 2098390"/>
                <a:gd name="connsiteY985" fmla="*/ 771028 h 1370023"/>
                <a:gd name="connsiteX986" fmla="*/ 1677325 w 2098390"/>
                <a:gd name="connsiteY986" fmla="*/ 777272 h 1370023"/>
                <a:gd name="connsiteX987" fmla="*/ 1681834 w 2098390"/>
                <a:gd name="connsiteY987" fmla="*/ 788197 h 1370023"/>
                <a:gd name="connsiteX988" fmla="*/ 1682007 w 2098390"/>
                <a:gd name="connsiteY988" fmla="*/ 815944 h 1370023"/>
                <a:gd name="connsiteX989" fmla="*/ 1670735 w 2098390"/>
                <a:gd name="connsiteY989" fmla="*/ 831552 h 1370023"/>
                <a:gd name="connsiteX990" fmla="*/ 1651832 w 2098390"/>
                <a:gd name="connsiteY990" fmla="*/ 838489 h 1370023"/>
                <a:gd name="connsiteX991" fmla="*/ 1629114 w 2098390"/>
                <a:gd name="connsiteY991" fmla="*/ 840050 h 1370023"/>
                <a:gd name="connsiteX992" fmla="*/ 1640386 w 2098390"/>
                <a:gd name="connsiteY992" fmla="*/ 812649 h 1370023"/>
                <a:gd name="connsiteX993" fmla="*/ 1644201 w 2098390"/>
                <a:gd name="connsiteY993" fmla="*/ 797388 h 1370023"/>
                <a:gd name="connsiteX994" fmla="*/ 1644895 w 2098390"/>
                <a:gd name="connsiteY994" fmla="*/ 781607 h 1370023"/>
                <a:gd name="connsiteX995" fmla="*/ 1633623 w 2098390"/>
                <a:gd name="connsiteY995" fmla="*/ 787156 h 1370023"/>
                <a:gd name="connsiteX996" fmla="*/ 1628073 w 2098390"/>
                <a:gd name="connsiteY996" fmla="*/ 794093 h 1370023"/>
                <a:gd name="connsiteX997" fmla="*/ 1618362 w 2098390"/>
                <a:gd name="connsiteY997" fmla="*/ 814384 h 1370023"/>
                <a:gd name="connsiteX998" fmla="*/ 1602754 w 2098390"/>
                <a:gd name="connsiteY998" fmla="*/ 835021 h 1370023"/>
                <a:gd name="connsiteX999" fmla="*/ 1597204 w 2098390"/>
                <a:gd name="connsiteY999" fmla="*/ 839876 h 1370023"/>
                <a:gd name="connsiteX1000" fmla="*/ 1580036 w 2098390"/>
                <a:gd name="connsiteY1000" fmla="*/ 850108 h 1370023"/>
                <a:gd name="connsiteX1001" fmla="*/ 1575180 w 2098390"/>
                <a:gd name="connsiteY1001" fmla="*/ 858086 h 1370023"/>
                <a:gd name="connsiteX1002" fmla="*/ 1576047 w 2098390"/>
                <a:gd name="connsiteY1002" fmla="*/ 871959 h 1370023"/>
                <a:gd name="connsiteX1003" fmla="*/ 1583157 w 2098390"/>
                <a:gd name="connsiteY1003" fmla="*/ 885486 h 1370023"/>
                <a:gd name="connsiteX1004" fmla="*/ 1593563 w 2098390"/>
                <a:gd name="connsiteY1004" fmla="*/ 891036 h 1370023"/>
                <a:gd name="connsiteX1005" fmla="*/ 1605702 w 2098390"/>
                <a:gd name="connsiteY1005" fmla="*/ 893463 h 1370023"/>
                <a:gd name="connsiteX1006" fmla="*/ 1618362 w 2098390"/>
                <a:gd name="connsiteY1006" fmla="*/ 897799 h 1370023"/>
                <a:gd name="connsiteX1007" fmla="*/ 1616107 w 2098390"/>
                <a:gd name="connsiteY1007" fmla="*/ 893984 h 1370023"/>
                <a:gd name="connsiteX1008" fmla="*/ 1612986 w 2098390"/>
                <a:gd name="connsiteY1008" fmla="*/ 884272 h 1370023"/>
                <a:gd name="connsiteX1009" fmla="*/ 1643681 w 2098390"/>
                <a:gd name="connsiteY1009" fmla="*/ 868144 h 1370023"/>
                <a:gd name="connsiteX1010" fmla="*/ 1652526 w 2098390"/>
                <a:gd name="connsiteY1010" fmla="*/ 866063 h 1370023"/>
                <a:gd name="connsiteX1011" fmla="*/ 1681487 w 2098390"/>
                <a:gd name="connsiteY1011" fmla="*/ 897452 h 1370023"/>
                <a:gd name="connsiteX1012" fmla="*/ 1692412 w 2098390"/>
                <a:gd name="connsiteY1012" fmla="*/ 919823 h 1370023"/>
                <a:gd name="connsiteX1013" fmla="*/ 1723975 w 2098390"/>
                <a:gd name="connsiteY1013" fmla="*/ 961618 h 1370023"/>
                <a:gd name="connsiteX1014" fmla="*/ 1745479 w 2098390"/>
                <a:gd name="connsiteY1014" fmla="*/ 961444 h 1370023"/>
                <a:gd name="connsiteX1015" fmla="*/ 1735594 w 2098390"/>
                <a:gd name="connsiteY1015" fmla="*/ 950692 h 1370023"/>
                <a:gd name="connsiteX1016" fmla="*/ 1733340 w 2098390"/>
                <a:gd name="connsiteY1016" fmla="*/ 934391 h 1370023"/>
                <a:gd name="connsiteX1017" fmla="*/ 1755711 w 2098390"/>
                <a:gd name="connsiteY1017" fmla="*/ 917396 h 1370023"/>
                <a:gd name="connsiteX1018" fmla="*/ 1769931 w 2098390"/>
                <a:gd name="connsiteY1018" fmla="*/ 923986 h 1370023"/>
                <a:gd name="connsiteX1019" fmla="*/ 1782938 w 2098390"/>
                <a:gd name="connsiteY1019" fmla="*/ 905429 h 1370023"/>
                <a:gd name="connsiteX1020" fmla="*/ 1819703 w 2098390"/>
                <a:gd name="connsiteY1020" fmla="*/ 871612 h 1370023"/>
                <a:gd name="connsiteX1021" fmla="*/ 1803575 w 2098390"/>
                <a:gd name="connsiteY1021" fmla="*/ 857912 h 1370023"/>
                <a:gd name="connsiteX1022" fmla="*/ 1774094 w 2098390"/>
                <a:gd name="connsiteY1022" fmla="*/ 865543 h 1370023"/>
                <a:gd name="connsiteX1023" fmla="*/ 1767504 w 2098390"/>
                <a:gd name="connsiteY1023" fmla="*/ 861207 h 1370023"/>
                <a:gd name="connsiteX1024" fmla="*/ 1756578 w 2098390"/>
                <a:gd name="connsiteY1024" fmla="*/ 858779 h 1370023"/>
                <a:gd name="connsiteX1025" fmla="*/ 1747387 w 2098390"/>
                <a:gd name="connsiteY1025" fmla="*/ 839183 h 1370023"/>
                <a:gd name="connsiteX1026" fmla="*/ 1745479 w 2098390"/>
                <a:gd name="connsiteY1026" fmla="*/ 836235 h 1370023"/>
                <a:gd name="connsiteX1027" fmla="*/ 1749988 w 2098390"/>
                <a:gd name="connsiteY1027" fmla="*/ 829124 h 1370023"/>
                <a:gd name="connsiteX1028" fmla="*/ 1760567 w 2098390"/>
                <a:gd name="connsiteY1028" fmla="*/ 821494 h 1370023"/>
                <a:gd name="connsiteX1029" fmla="*/ 1773053 w 2098390"/>
                <a:gd name="connsiteY1029" fmla="*/ 815771 h 1370023"/>
                <a:gd name="connsiteX1030" fmla="*/ 1783111 w 2098390"/>
                <a:gd name="connsiteY1030" fmla="*/ 813863 h 1370023"/>
                <a:gd name="connsiteX1031" fmla="*/ 1794384 w 2098390"/>
                <a:gd name="connsiteY1031" fmla="*/ 817505 h 1370023"/>
                <a:gd name="connsiteX1032" fmla="*/ 1829588 w 2098390"/>
                <a:gd name="connsiteY1032" fmla="*/ 839530 h 1370023"/>
                <a:gd name="connsiteX1033" fmla="*/ 1839126 w 2098390"/>
                <a:gd name="connsiteY1033" fmla="*/ 837102 h 1370023"/>
                <a:gd name="connsiteX1034" fmla="*/ 1854214 w 2098390"/>
                <a:gd name="connsiteY1034" fmla="*/ 837795 h 1370023"/>
                <a:gd name="connsiteX1035" fmla="*/ 1862191 w 2098390"/>
                <a:gd name="connsiteY1035" fmla="*/ 831032 h 1370023"/>
                <a:gd name="connsiteX1036" fmla="*/ 1869301 w 2098390"/>
                <a:gd name="connsiteY1036" fmla="*/ 823922 h 1370023"/>
                <a:gd name="connsiteX1037" fmla="*/ 1867047 w 2098390"/>
                <a:gd name="connsiteY1037" fmla="*/ 804325 h 1370023"/>
                <a:gd name="connsiteX1038" fmla="*/ 1862712 w 2098390"/>
                <a:gd name="connsiteY1038" fmla="*/ 793920 h 1370023"/>
                <a:gd name="connsiteX1039" fmla="*/ 1829415 w 2098390"/>
                <a:gd name="connsiteY1039" fmla="*/ 781087 h 1370023"/>
                <a:gd name="connsiteX1040" fmla="*/ 1835138 w 2098390"/>
                <a:gd name="connsiteY1040" fmla="*/ 779873 h 1370023"/>
                <a:gd name="connsiteX1041" fmla="*/ 1848664 w 2098390"/>
                <a:gd name="connsiteY1041" fmla="*/ 779873 h 1370023"/>
                <a:gd name="connsiteX1042" fmla="*/ 1856642 w 2098390"/>
                <a:gd name="connsiteY1042" fmla="*/ 781087 h 1370023"/>
                <a:gd name="connsiteX1043" fmla="*/ 1839993 w 2098390"/>
                <a:gd name="connsiteY1043" fmla="*/ 757328 h 1370023"/>
                <a:gd name="connsiteX1044" fmla="*/ 1815714 w 2098390"/>
                <a:gd name="connsiteY1044" fmla="*/ 741720 h 1370023"/>
                <a:gd name="connsiteX1045" fmla="*/ 1793343 w 2098390"/>
                <a:gd name="connsiteY1045" fmla="*/ 721603 h 1370023"/>
                <a:gd name="connsiteX1046" fmla="*/ 1782591 w 2098390"/>
                <a:gd name="connsiteY1046" fmla="*/ 684145 h 1370023"/>
                <a:gd name="connsiteX1047" fmla="*/ 1784672 w 2098390"/>
                <a:gd name="connsiteY1047" fmla="*/ 681543 h 1370023"/>
                <a:gd name="connsiteX1048" fmla="*/ 1788834 w 2098390"/>
                <a:gd name="connsiteY1048" fmla="*/ 680503 h 1370023"/>
                <a:gd name="connsiteX1049" fmla="*/ 1790395 w 2098390"/>
                <a:gd name="connsiteY1049" fmla="*/ 677208 h 1370023"/>
                <a:gd name="connsiteX1050" fmla="*/ 1784846 w 2098390"/>
                <a:gd name="connsiteY1050" fmla="*/ 668190 h 1370023"/>
                <a:gd name="connsiteX1051" fmla="*/ 1777042 w 2098390"/>
                <a:gd name="connsiteY1051" fmla="*/ 664895 h 1370023"/>
                <a:gd name="connsiteX1052" fmla="*/ 1762474 w 2098390"/>
                <a:gd name="connsiteY1052" fmla="*/ 670791 h 1370023"/>
                <a:gd name="connsiteX1053" fmla="*/ 1755884 w 2098390"/>
                <a:gd name="connsiteY1053" fmla="*/ 665415 h 1370023"/>
                <a:gd name="connsiteX1054" fmla="*/ 1758659 w 2098390"/>
                <a:gd name="connsiteY1054" fmla="*/ 652582 h 1370023"/>
                <a:gd name="connsiteX1055" fmla="*/ 1775308 w 2098390"/>
                <a:gd name="connsiteY1055" fmla="*/ 643217 h 1370023"/>
                <a:gd name="connsiteX1056" fmla="*/ 1808258 w 2098390"/>
                <a:gd name="connsiteY1056" fmla="*/ 632639 h 1370023"/>
                <a:gd name="connsiteX1057" fmla="*/ 1808258 w 2098390"/>
                <a:gd name="connsiteY1057" fmla="*/ 626742 h 1370023"/>
                <a:gd name="connsiteX1058" fmla="*/ 1791782 w 2098390"/>
                <a:gd name="connsiteY1058" fmla="*/ 621887 h 1370023"/>
                <a:gd name="connsiteX1059" fmla="*/ 1771839 w 2098390"/>
                <a:gd name="connsiteY1059" fmla="*/ 613216 h 1370023"/>
                <a:gd name="connsiteX1060" fmla="*/ 1761607 w 2098390"/>
                <a:gd name="connsiteY1060" fmla="*/ 604891 h 1370023"/>
                <a:gd name="connsiteX1061" fmla="*/ 1774267 w 2098390"/>
                <a:gd name="connsiteY1061" fmla="*/ 601076 h 1370023"/>
                <a:gd name="connsiteX1062" fmla="*/ 1807737 w 2098390"/>
                <a:gd name="connsiteY1062" fmla="*/ 601943 h 1370023"/>
                <a:gd name="connsiteX1063" fmla="*/ 1823172 w 2098390"/>
                <a:gd name="connsiteY1063" fmla="*/ 600036 h 1370023"/>
                <a:gd name="connsiteX1064" fmla="*/ 1849531 w 2098390"/>
                <a:gd name="connsiteY1064" fmla="*/ 590671 h 1370023"/>
                <a:gd name="connsiteX1065" fmla="*/ 1853520 w 2098390"/>
                <a:gd name="connsiteY1065" fmla="*/ 590151 h 1370023"/>
                <a:gd name="connsiteX1066" fmla="*/ 1856122 w 2098390"/>
                <a:gd name="connsiteY1066" fmla="*/ 588243 h 1370023"/>
                <a:gd name="connsiteX1067" fmla="*/ 1861151 w 2098390"/>
                <a:gd name="connsiteY1067" fmla="*/ 581133 h 1370023"/>
                <a:gd name="connsiteX1068" fmla="*/ 1874331 w 2098390"/>
                <a:gd name="connsiteY1068" fmla="*/ 547489 h 1370023"/>
                <a:gd name="connsiteX1069" fmla="*/ 1876932 w 2098390"/>
                <a:gd name="connsiteY1069" fmla="*/ 545408 h 1370023"/>
                <a:gd name="connsiteX1070" fmla="*/ 1878666 w 2098390"/>
                <a:gd name="connsiteY1070" fmla="*/ 541419 h 1370023"/>
                <a:gd name="connsiteX1071" fmla="*/ 1882308 w 2098390"/>
                <a:gd name="connsiteY1071" fmla="*/ 542633 h 1370023"/>
                <a:gd name="connsiteX1072" fmla="*/ 1885950 w 2098390"/>
                <a:gd name="connsiteY1072" fmla="*/ 546796 h 1370023"/>
                <a:gd name="connsiteX1073" fmla="*/ 1887684 w 2098390"/>
                <a:gd name="connsiteY1073" fmla="*/ 552172 h 1370023"/>
                <a:gd name="connsiteX1074" fmla="*/ 1886990 w 2098390"/>
                <a:gd name="connsiteY1074" fmla="*/ 557027 h 1370023"/>
                <a:gd name="connsiteX1075" fmla="*/ 1883522 w 2098390"/>
                <a:gd name="connsiteY1075" fmla="*/ 566219 h 1370023"/>
                <a:gd name="connsiteX1076" fmla="*/ 1882828 w 2098390"/>
                <a:gd name="connsiteY1076" fmla="*/ 571768 h 1370023"/>
                <a:gd name="connsiteX1077" fmla="*/ 1884909 w 2098390"/>
                <a:gd name="connsiteY1077" fmla="*/ 580959 h 1370023"/>
                <a:gd name="connsiteX1078" fmla="*/ 1896702 w 2098390"/>
                <a:gd name="connsiteY1078" fmla="*/ 605759 h 1370023"/>
                <a:gd name="connsiteX1079" fmla="*/ 1894448 w 2098390"/>
                <a:gd name="connsiteY1079" fmla="*/ 609400 h 1370023"/>
                <a:gd name="connsiteX1080" fmla="*/ 1893060 w 2098390"/>
                <a:gd name="connsiteY1080" fmla="*/ 615123 h 1370023"/>
                <a:gd name="connsiteX1081" fmla="*/ 1893407 w 2098390"/>
                <a:gd name="connsiteY1081" fmla="*/ 619979 h 1370023"/>
                <a:gd name="connsiteX1082" fmla="*/ 1897222 w 2098390"/>
                <a:gd name="connsiteY1082" fmla="*/ 623968 h 1370023"/>
                <a:gd name="connsiteX1083" fmla="*/ 1901731 w 2098390"/>
                <a:gd name="connsiteY1083" fmla="*/ 624661 h 1370023"/>
                <a:gd name="connsiteX1084" fmla="*/ 1906067 w 2098390"/>
                <a:gd name="connsiteY1084" fmla="*/ 624835 h 1370023"/>
                <a:gd name="connsiteX1085" fmla="*/ 1909362 w 2098390"/>
                <a:gd name="connsiteY1085" fmla="*/ 626916 h 1370023"/>
                <a:gd name="connsiteX1086" fmla="*/ 1921675 w 2098390"/>
                <a:gd name="connsiteY1086" fmla="*/ 653449 h 1370023"/>
                <a:gd name="connsiteX1087" fmla="*/ 1927918 w 2098390"/>
                <a:gd name="connsiteY1087" fmla="*/ 662294 h 1370023"/>
                <a:gd name="connsiteX1088" fmla="*/ 1931560 w 2098390"/>
                <a:gd name="connsiteY1088" fmla="*/ 678248 h 1370023"/>
                <a:gd name="connsiteX1089" fmla="*/ 1924276 w 2098390"/>
                <a:gd name="connsiteY1089" fmla="*/ 696804 h 1370023"/>
                <a:gd name="connsiteX1090" fmla="*/ 1914218 w 2098390"/>
                <a:gd name="connsiteY1090" fmla="*/ 716401 h 1370023"/>
                <a:gd name="connsiteX1091" fmla="*/ 1909535 w 2098390"/>
                <a:gd name="connsiteY1091" fmla="*/ 736344 h 1370023"/>
                <a:gd name="connsiteX1092" fmla="*/ 1913350 w 2098390"/>
                <a:gd name="connsiteY1092" fmla="*/ 757328 h 1370023"/>
                <a:gd name="connsiteX1093" fmla="*/ 1922195 w 2098390"/>
                <a:gd name="connsiteY1093" fmla="*/ 771202 h 1370023"/>
                <a:gd name="connsiteX1094" fmla="*/ 1936068 w 2098390"/>
                <a:gd name="connsiteY1094" fmla="*/ 778832 h 1370023"/>
                <a:gd name="connsiteX1095" fmla="*/ 1954625 w 2098390"/>
                <a:gd name="connsiteY1095" fmla="*/ 781087 h 1370023"/>
                <a:gd name="connsiteX1096" fmla="*/ 1967284 w 2098390"/>
                <a:gd name="connsiteY1096" fmla="*/ 794440 h 1370023"/>
                <a:gd name="connsiteX1097" fmla="*/ 1975261 w 2098390"/>
                <a:gd name="connsiteY1097" fmla="*/ 798949 h 1370023"/>
                <a:gd name="connsiteX1098" fmla="*/ 1978730 w 2098390"/>
                <a:gd name="connsiteY1098" fmla="*/ 791145 h 1370023"/>
                <a:gd name="connsiteX1099" fmla="*/ 1973007 w 2098390"/>
                <a:gd name="connsiteY1099" fmla="*/ 749178 h 1370023"/>
                <a:gd name="connsiteX1100" fmla="*/ 1968498 w 2098390"/>
                <a:gd name="connsiteY1100" fmla="*/ 735997 h 1370023"/>
                <a:gd name="connsiteX1101" fmla="*/ 1962428 w 2098390"/>
                <a:gd name="connsiteY1101" fmla="*/ 723511 h 1370023"/>
                <a:gd name="connsiteX1102" fmla="*/ 1966244 w 2098390"/>
                <a:gd name="connsiteY1102" fmla="*/ 722471 h 1370023"/>
                <a:gd name="connsiteX1103" fmla="*/ 1967284 w 2098390"/>
                <a:gd name="connsiteY1103" fmla="*/ 720737 h 1370023"/>
                <a:gd name="connsiteX1104" fmla="*/ 1968498 w 2098390"/>
                <a:gd name="connsiteY1104" fmla="*/ 720390 h 1370023"/>
                <a:gd name="connsiteX1105" fmla="*/ 1973007 w 2098390"/>
                <a:gd name="connsiteY1105" fmla="*/ 723338 h 1370023"/>
                <a:gd name="connsiteX1106" fmla="*/ 1987227 w 2098390"/>
                <a:gd name="connsiteY1106" fmla="*/ 692296 h 1370023"/>
                <a:gd name="connsiteX1107" fmla="*/ 2004570 w 2098390"/>
                <a:gd name="connsiteY1107" fmla="*/ 695937 h 1370023"/>
                <a:gd name="connsiteX1108" fmla="*/ 2026074 w 2098390"/>
                <a:gd name="connsiteY1108" fmla="*/ 706689 h 1370023"/>
                <a:gd name="connsiteX1109" fmla="*/ 2053301 w 2098390"/>
                <a:gd name="connsiteY1109" fmla="*/ 697498 h 1370023"/>
                <a:gd name="connsiteX1110" fmla="*/ 2059717 w 2098390"/>
                <a:gd name="connsiteY1110" fmla="*/ 686573 h 1370023"/>
                <a:gd name="connsiteX1111" fmla="*/ 2068562 w 2098390"/>
                <a:gd name="connsiteY1111" fmla="*/ 639576 h 1370023"/>
                <a:gd name="connsiteX1112" fmla="*/ 2076192 w 2098390"/>
                <a:gd name="connsiteY1112" fmla="*/ 612869 h 1370023"/>
                <a:gd name="connsiteX1113" fmla="*/ 2078794 w 2098390"/>
                <a:gd name="connsiteY1113" fmla="*/ 599689 h 1370023"/>
                <a:gd name="connsiteX1114" fmla="*/ 2079661 w 2098390"/>
                <a:gd name="connsiteY1114" fmla="*/ 581133 h 1370023"/>
                <a:gd name="connsiteX1115" fmla="*/ 2065093 w 2098390"/>
                <a:gd name="connsiteY1115" fmla="*/ 588937 h 1370023"/>
                <a:gd name="connsiteX1116" fmla="*/ 2051914 w 2098390"/>
                <a:gd name="connsiteY1116" fmla="*/ 588070 h 1370023"/>
                <a:gd name="connsiteX1117" fmla="*/ 2037693 w 2098390"/>
                <a:gd name="connsiteY1117" fmla="*/ 585295 h 1370023"/>
                <a:gd name="connsiteX1118" fmla="*/ 2021044 w 2098390"/>
                <a:gd name="connsiteY1118" fmla="*/ 587549 h 1370023"/>
                <a:gd name="connsiteX1119" fmla="*/ 1997113 w 2098390"/>
                <a:gd name="connsiteY1119" fmla="*/ 610094 h 1370023"/>
                <a:gd name="connsiteX1120" fmla="*/ 1987401 w 2098390"/>
                <a:gd name="connsiteY1120" fmla="*/ 616164 h 1370023"/>
                <a:gd name="connsiteX1121" fmla="*/ 1979250 w 2098390"/>
                <a:gd name="connsiteY1121" fmla="*/ 612175 h 1370023"/>
                <a:gd name="connsiteX1122" fmla="*/ 1970579 w 2098390"/>
                <a:gd name="connsiteY1122" fmla="*/ 600903 h 1370023"/>
                <a:gd name="connsiteX1123" fmla="*/ 1958266 w 2098390"/>
                <a:gd name="connsiteY1123" fmla="*/ 592925 h 1370023"/>
                <a:gd name="connsiteX1124" fmla="*/ 1944566 w 2098390"/>
                <a:gd name="connsiteY1124" fmla="*/ 574196 h 1370023"/>
                <a:gd name="connsiteX1125" fmla="*/ 1932600 w 2098390"/>
                <a:gd name="connsiteY1125" fmla="*/ 552692 h 1370023"/>
                <a:gd name="connsiteX1126" fmla="*/ 1925490 w 2098390"/>
                <a:gd name="connsiteY1126" fmla="*/ 536043 h 1370023"/>
                <a:gd name="connsiteX1127" fmla="*/ 1924623 w 2098390"/>
                <a:gd name="connsiteY1127" fmla="*/ 520262 h 1370023"/>
                <a:gd name="connsiteX1128" fmla="*/ 1928785 w 2098390"/>
                <a:gd name="connsiteY1128" fmla="*/ 501359 h 1370023"/>
                <a:gd name="connsiteX1129" fmla="*/ 1937283 w 2098390"/>
                <a:gd name="connsiteY1129" fmla="*/ 489220 h 1370023"/>
                <a:gd name="connsiteX1130" fmla="*/ 1949422 w 2098390"/>
                <a:gd name="connsiteY1130" fmla="*/ 494076 h 1370023"/>
                <a:gd name="connsiteX1131" fmla="*/ 1963989 w 2098390"/>
                <a:gd name="connsiteY1131" fmla="*/ 523904 h 1370023"/>
                <a:gd name="connsiteX1132" fmla="*/ 1975608 w 2098390"/>
                <a:gd name="connsiteY1132" fmla="*/ 533962 h 1370023"/>
                <a:gd name="connsiteX1133" fmla="*/ 1991910 w 2098390"/>
                <a:gd name="connsiteY1133" fmla="*/ 526679 h 1370023"/>
                <a:gd name="connsiteX1134" fmla="*/ 2021218 w 2098390"/>
                <a:gd name="connsiteY1134" fmla="*/ 503267 h 1370023"/>
                <a:gd name="connsiteX1135" fmla="*/ 2028328 w 2098390"/>
                <a:gd name="connsiteY1135" fmla="*/ 494943 h 1370023"/>
                <a:gd name="connsiteX1136" fmla="*/ 2031450 w 2098390"/>
                <a:gd name="connsiteY1136" fmla="*/ 489047 h 1370023"/>
                <a:gd name="connsiteX1137" fmla="*/ 2036999 w 2098390"/>
                <a:gd name="connsiteY1137" fmla="*/ 471704 h 1370023"/>
                <a:gd name="connsiteX1138" fmla="*/ 2035265 w 2098390"/>
                <a:gd name="connsiteY1138" fmla="*/ 466675 h 1370023"/>
                <a:gd name="connsiteX1139" fmla="*/ 2033878 w 2098390"/>
                <a:gd name="connsiteY1139" fmla="*/ 455403 h 1370023"/>
                <a:gd name="connsiteX1140" fmla="*/ 2035959 w 2098390"/>
                <a:gd name="connsiteY1140" fmla="*/ 448119 h 1370023"/>
                <a:gd name="connsiteX1141" fmla="*/ 2044803 w 2098390"/>
                <a:gd name="connsiteY1141" fmla="*/ 455229 h 1370023"/>
                <a:gd name="connsiteX1142" fmla="*/ 2049312 w 2098390"/>
                <a:gd name="connsiteY1142" fmla="*/ 464421 h 1370023"/>
                <a:gd name="connsiteX1143" fmla="*/ 2051220 w 2098390"/>
                <a:gd name="connsiteY1143" fmla="*/ 471531 h 1370023"/>
                <a:gd name="connsiteX1144" fmla="*/ 2055382 w 2098390"/>
                <a:gd name="connsiteY1144" fmla="*/ 476387 h 1370023"/>
                <a:gd name="connsiteX1145" fmla="*/ 2065787 w 2098390"/>
                <a:gd name="connsiteY1145" fmla="*/ 478121 h 1370023"/>
                <a:gd name="connsiteX1146" fmla="*/ 2097176 w 2098390"/>
                <a:gd name="connsiteY1146" fmla="*/ 477774 h 1370023"/>
                <a:gd name="connsiteX1147" fmla="*/ 2102206 w 2098390"/>
                <a:gd name="connsiteY1147" fmla="*/ 479161 h 1370023"/>
                <a:gd name="connsiteX1148" fmla="*/ 2100125 w 2098390"/>
                <a:gd name="connsiteY1148" fmla="*/ 474479 h 1370023"/>
                <a:gd name="connsiteX1149" fmla="*/ 1452918 w 2098390"/>
                <a:gd name="connsiteY1149" fmla="*/ 296203 h 1370023"/>
                <a:gd name="connsiteX1150" fmla="*/ 1405228 w 2098390"/>
                <a:gd name="connsiteY1150" fmla="*/ 288572 h 1370023"/>
                <a:gd name="connsiteX1151" fmla="*/ 1363087 w 2098390"/>
                <a:gd name="connsiteY1151" fmla="*/ 263253 h 1370023"/>
                <a:gd name="connsiteX1152" fmla="*/ 1341929 w 2098390"/>
                <a:gd name="connsiteY1152" fmla="*/ 216603 h 1370023"/>
                <a:gd name="connsiteX1153" fmla="*/ 1358578 w 2098390"/>
                <a:gd name="connsiteY1153" fmla="*/ 200821 h 1370023"/>
                <a:gd name="connsiteX1154" fmla="*/ 1386325 w 2098390"/>
                <a:gd name="connsiteY1154" fmla="*/ 208278 h 1370023"/>
                <a:gd name="connsiteX1155" fmla="*/ 1406615 w 2098390"/>
                <a:gd name="connsiteY1155" fmla="*/ 203596 h 1370023"/>
                <a:gd name="connsiteX1156" fmla="*/ 1427773 w 2098390"/>
                <a:gd name="connsiteY1156" fmla="*/ 197179 h 1370023"/>
                <a:gd name="connsiteX1157" fmla="*/ 1467659 w 2098390"/>
                <a:gd name="connsiteY1157" fmla="*/ 212094 h 1370023"/>
                <a:gd name="connsiteX1158" fmla="*/ 1483267 w 2098390"/>
                <a:gd name="connsiteY1158" fmla="*/ 255449 h 1370023"/>
                <a:gd name="connsiteX1159" fmla="*/ 1452918 w 2098390"/>
                <a:gd name="connsiteY1159" fmla="*/ 296203 h 1370023"/>
                <a:gd name="connsiteX1160" fmla="*/ 785422 w 2098390"/>
                <a:gd name="connsiteY1160" fmla="*/ 824962 h 1370023"/>
                <a:gd name="connsiteX1161" fmla="*/ 784035 w 2098390"/>
                <a:gd name="connsiteY1161" fmla="*/ 820107 h 1370023"/>
                <a:gd name="connsiteX1162" fmla="*/ 782301 w 2098390"/>
                <a:gd name="connsiteY1162" fmla="*/ 818372 h 1370023"/>
                <a:gd name="connsiteX1163" fmla="*/ 781780 w 2098390"/>
                <a:gd name="connsiteY1163" fmla="*/ 810221 h 1370023"/>
                <a:gd name="connsiteX1164" fmla="*/ 772242 w 2098390"/>
                <a:gd name="connsiteY1164" fmla="*/ 804845 h 1370023"/>
                <a:gd name="connsiteX1165" fmla="*/ 766693 w 2098390"/>
                <a:gd name="connsiteY1165" fmla="*/ 798949 h 1370023"/>
                <a:gd name="connsiteX1166" fmla="*/ 757155 w 2098390"/>
                <a:gd name="connsiteY1166" fmla="*/ 791319 h 1370023"/>
                <a:gd name="connsiteX1167" fmla="*/ 751258 w 2098390"/>
                <a:gd name="connsiteY1167" fmla="*/ 795654 h 1370023"/>
                <a:gd name="connsiteX1168" fmla="*/ 756114 w 2098390"/>
                <a:gd name="connsiteY1168" fmla="*/ 811435 h 1370023"/>
                <a:gd name="connsiteX1169" fmla="*/ 763918 w 2098390"/>
                <a:gd name="connsiteY1169" fmla="*/ 823922 h 1370023"/>
                <a:gd name="connsiteX1170" fmla="*/ 767733 w 2098390"/>
                <a:gd name="connsiteY1170" fmla="*/ 833286 h 1370023"/>
                <a:gd name="connsiteX1171" fmla="*/ 763918 w 2098390"/>
                <a:gd name="connsiteY1171" fmla="*/ 842478 h 1370023"/>
                <a:gd name="connsiteX1172" fmla="*/ 755074 w 2098390"/>
                <a:gd name="connsiteY1172" fmla="*/ 849241 h 1370023"/>
                <a:gd name="connsiteX1173" fmla="*/ 743801 w 2098390"/>
                <a:gd name="connsiteY1173" fmla="*/ 849588 h 1370023"/>
                <a:gd name="connsiteX1174" fmla="*/ 733049 w 2098390"/>
                <a:gd name="connsiteY1174" fmla="*/ 851149 h 1370023"/>
                <a:gd name="connsiteX1175" fmla="*/ 728887 w 2098390"/>
                <a:gd name="connsiteY1175" fmla="*/ 856178 h 1370023"/>
                <a:gd name="connsiteX1176" fmla="*/ 746056 w 2098390"/>
                <a:gd name="connsiteY1176" fmla="*/ 859993 h 1370023"/>
                <a:gd name="connsiteX1177" fmla="*/ 746749 w 2098390"/>
                <a:gd name="connsiteY1177" fmla="*/ 863288 h 1370023"/>
                <a:gd name="connsiteX1178" fmla="*/ 742067 w 2098390"/>
                <a:gd name="connsiteY1178" fmla="*/ 866757 h 1370023"/>
                <a:gd name="connsiteX1179" fmla="*/ 738078 w 2098390"/>
                <a:gd name="connsiteY1179" fmla="*/ 870745 h 1370023"/>
                <a:gd name="connsiteX1180" fmla="*/ 733396 w 2098390"/>
                <a:gd name="connsiteY1180" fmla="*/ 870919 h 1370023"/>
                <a:gd name="connsiteX1181" fmla="*/ 728887 w 2098390"/>
                <a:gd name="connsiteY1181" fmla="*/ 872480 h 1370023"/>
                <a:gd name="connsiteX1182" fmla="*/ 731662 w 2098390"/>
                <a:gd name="connsiteY1182" fmla="*/ 877335 h 1370023"/>
                <a:gd name="connsiteX1183" fmla="*/ 740680 w 2098390"/>
                <a:gd name="connsiteY1183" fmla="*/ 879937 h 1370023"/>
                <a:gd name="connsiteX1184" fmla="*/ 749177 w 2098390"/>
                <a:gd name="connsiteY1184" fmla="*/ 878723 h 1370023"/>
                <a:gd name="connsiteX1185" fmla="*/ 764438 w 2098390"/>
                <a:gd name="connsiteY1185" fmla="*/ 869705 h 1370023"/>
                <a:gd name="connsiteX1186" fmla="*/ 770855 w 2098390"/>
                <a:gd name="connsiteY1186" fmla="*/ 863635 h 1370023"/>
                <a:gd name="connsiteX1187" fmla="*/ 777098 w 2098390"/>
                <a:gd name="connsiteY1187" fmla="*/ 858953 h 1370023"/>
                <a:gd name="connsiteX1188" fmla="*/ 781434 w 2098390"/>
                <a:gd name="connsiteY1188" fmla="*/ 854270 h 1370023"/>
                <a:gd name="connsiteX1189" fmla="*/ 782127 w 2098390"/>
                <a:gd name="connsiteY1189" fmla="*/ 845252 h 1370023"/>
                <a:gd name="connsiteX1190" fmla="*/ 784555 w 2098390"/>
                <a:gd name="connsiteY1190" fmla="*/ 834847 h 1370023"/>
                <a:gd name="connsiteX1191" fmla="*/ 785422 w 2098390"/>
                <a:gd name="connsiteY1191" fmla="*/ 824962 h 1370023"/>
                <a:gd name="connsiteX1192" fmla="*/ 1408696 w 2098390"/>
                <a:gd name="connsiteY1192" fmla="*/ 1192788 h 1370023"/>
                <a:gd name="connsiteX1193" fmla="*/ 1400892 w 2098390"/>
                <a:gd name="connsiteY1193" fmla="*/ 1181515 h 1370023"/>
                <a:gd name="connsiteX1194" fmla="*/ 1387712 w 2098390"/>
                <a:gd name="connsiteY1194" fmla="*/ 1178047 h 1370023"/>
                <a:gd name="connsiteX1195" fmla="*/ 1376613 w 2098390"/>
                <a:gd name="connsiteY1195" fmla="*/ 1183423 h 1370023"/>
                <a:gd name="connsiteX1196" fmla="*/ 1371064 w 2098390"/>
                <a:gd name="connsiteY1196" fmla="*/ 1188625 h 1370023"/>
                <a:gd name="connsiteX1197" fmla="*/ 1368116 w 2098390"/>
                <a:gd name="connsiteY1197" fmla="*/ 1195736 h 1370023"/>
                <a:gd name="connsiteX1198" fmla="*/ 1366902 w 2098390"/>
                <a:gd name="connsiteY1198" fmla="*/ 1204580 h 1370023"/>
                <a:gd name="connsiteX1199" fmla="*/ 1362046 w 2098390"/>
                <a:gd name="connsiteY1199" fmla="*/ 1214292 h 1370023"/>
                <a:gd name="connsiteX1200" fmla="*/ 1365168 w 2098390"/>
                <a:gd name="connsiteY1200" fmla="*/ 1228686 h 1370023"/>
                <a:gd name="connsiteX1201" fmla="*/ 1368116 w 2098390"/>
                <a:gd name="connsiteY1201" fmla="*/ 1230420 h 1370023"/>
                <a:gd name="connsiteX1202" fmla="*/ 1370717 w 2098390"/>
                <a:gd name="connsiteY1202" fmla="*/ 1225737 h 1370023"/>
                <a:gd name="connsiteX1203" fmla="*/ 1375746 w 2098390"/>
                <a:gd name="connsiteY1203" fmla="*/ 1225044 h 1370023"/>
                <a:gd name="connsiteX1204" fmla="*/ 1382683 w 2098390"/>
                <a:gd name="connsiteY1204" fmla="*/ 1231287 h 1370023"/>
                <a:gd name="connsiteX1205" fmla="*/ 1391181 w 2098390"/>
                <a:gd name="connsiteY1205" fmla="*/ 1235622 h 1370023"/>
                <a:gd name="connsiteX1206" fmla="*/ 1402626 w 2098390"/>
                <a:gd name="connsiteY1206" fmla="*/ 1234582 h 1370023"/>
                <a:gd name="connsiteX1207" fmla="*/ 1411644 w 2098390"/>
                <a:gd name="connsiteY1207" fmla="*/ 1229726 h 1370023"/>
                <a:gd name="connsiteX1208" fmla="*/ 1416500 w 2098390"/>
                <a:gd name="connsiteY1208" fmla="*/ 1221055 h 1370023"/>
                <a:gd name="connsiteX1209" fmla="*/ 1418408 w 2098390"/>
                <a:gd name="connsiteY1209" fmla="*/ 1216026 h 1370023"/>
                <a:gd name="connsiteX1210" fmla="*/ 1420489 w 2098390"/>
                <a:gd name="connsiteY1210" fmla="*/ 1204233 h 1370023"/>
                <a:gd name="connsiteX1211" fmla="*/ 1415806 w 2098390"/>
                <a:gd name="connsiteY1211" fmla="*/ 1199031 h 1370023"/>
                <a:gd name="connsiteX1212" fmla="*/ 1408696 w 2098390"/>
                <a:gd name="connsiteY1212" fmla="*/ 1192788 h 1370023"/>
                <a:gd name="connsiteX1213" fmla="*/ 1168335 w 2098390"/>
                <a:gd name="connsiteY1213" fmla="*/ 1220015 h 1370023"/>
                <a:gd name="connsiteX1214" fmla="*/ 1164000 w 2098390"/>
                <a:gd name="connsiteY1214" fmla="*/ 1218801 h 1370023"/>
                <a:gd name="connsiteX1215" fmla="*/ 1155329 w 2098390"/>
                <a:gd name="connsiteY1215" fmla="*/ 1218627 h 1370023"/>
                <a:gd name="connsiteX1216" fmla="*/ 1148912 w 2098390"/>
                <a:gd name="connsiteY1216" fmla="*/ 1220535 h 1370023"/>
                <a:gd name="connsiteX1217" fmla="*/ 1144403 w 2098390"/>
                <a:gd name="connsiteY1217" fmla="*/ 1220015 h 1370023"/>
                <a:gd name="connsiteX1218" fmla="*/ 1129142 w 2098390"/>
                <a:gd name="connsiteY1218" fmla="*/ 1210303 h 1370023"/>
                <a:gd name="connsiteX1219" fmla="*/ 1117349 w 2098390"/>
                <a:gd name="connsiteY1219" fmla="*/ 1210303 h 1370023"/>
                <a:gd name="connsiteX1220" fmla="*/ 1103649 w 2098390"/>
                <a:gd name="connsiteY1220" fmla="*/ 1219841 h 1370023"/>
                <a:gd name="connsiteX1221" fmla="*/ 1096886 w 2098390"/>
                <a:gd name="connsiteY1221" fmla="*/ 1233715 h 1370023"/>
                <a:gd name="connsiteX1222" fmla="*/ 1097406 w 2098390"/>
                <a:gd name="connsiteY1222" fmla="*/ 1247935 h 1370023"/>
                <a:gd name="connsiteX1223" fmla="*/ 1105730 w 2098390"/>
                <a:gd name="connsiteY1223" fmla="*/ 1258861 h 1370023"/>
                <a:gd name="connsiteX1224" fmla="*/ 1120471 w 2098390"/>
                <a:gd name="connsiteY1224" fmla="*/ 1259554 h 1370023"/>
                <a:gd name="connsiteX1225" fmla="*/ 1132090 w 2098390"/>
                <a:gd name="connsiteY1225" fmla="*/ 1252444 h 1370023"/>
                <a:gd name="connsiteX1226" fmla="*/ 1139721 w 2098390"/>
                <a:gd name="connsiteY1226" fmla="*/ 1245507 h 1370023"/>
                <a:gd name="connsiteX1227" fmla="*/ 1148392 w 2098390"/>
                <a:gd name="connsiteY1227" fmla="*/ 1239611 h 1370023"/>
                <a:gd name="connsiteX1228" fmla="*/ 1150993 w 2098390"/>
                <a:gd name="connsiteY1228" fmla="*/ 1234582 h 1370023"/>
                <a:gd name="connsiteX1229" fmla="*/ 1155155 w 2098390"/>
                <a:gd name="connsiteY1229" fmla="*/ 1230593 h 1370023"/>
                <a:gd name="connsiteX1230" fmla="*/ 1162439 w 2098390"/>
                <a:gd name="connsiteY1230" fmla="*/ 1230420 h 1370023"/>
                <a:gd name="connsiteX1231" fmla="*/ 1169549 w 2098390"/>
                <a:gd name="connsiteY1231" fmla="*/ 1234235 h 1370023"/>
                <a:gd name="connsiteX1232" fmla="*/ 1172497 w 2098390"/>
                <a:gd name="connsiteY1232" fmla="*/ 1235449 h 1370023"/>
                <a:gd name="connsiteX1233" fmla="*/ 1173885 w 2098390"/>
                <a:gd name="connsiteY1233" fmla="*/ 1231807 h 1370023"/>
                <a:gd name="connsiteX1234" fmla="*/ 1176659 w 2098390"/>
                <a:gd name="connsiteY1234" fmla="*/ 1232328 h 1370023"/>
                <a:gd name="connsiteX1235" fmla="*/ 1179954 w 2098390"/>
                <a:gd name="connsiteY1235" fmla="*/ 1235276 h 1370023"/>
                <a:gd name="connsiteX1236" fmla="*/ 1181862 w 2098390"/>
                <a:gd name="connsiteY1236" fmla="*/ 1231113 h 1370023"/>
                <a:gd name="connsiteX1237" fmla="*/ 1175445 w 2098390"/>
                <a:gd name="connsiteY1237" fmla="*/ 1222963 h 1370023"/>
                <a:gd name="connsiteX1238" fmla="*/ 1168335 w 2098390"/>
                <a:gd name="connsiteY1238" fmla="*/ 1220015 h 1370023"/>
                <a:gd name="connsiteX1239" fmla="*/ 975838 w 2098390"/>
                <a:gd name="connsiteY1239" fmla="*/ 873520 h 1370023"/>
                <a:gd name="connsiteX1240" fmla="*/ 975145 w 2098390"/>
                <a:gd name="connsiteY1240" fmla="*/ 865369 h 1370023"/>
                <a:gd name="connsiteX1241" fmla="*/ 957629 w 2098390"/>
                <a:gd name="connsiteY1241" fmla="*/ 876468 h 1370023"/>
                <a:gd name="connsiteX1242" fmla="*/ 954161 w 2098390"/>
                <a:gd name="connsiteY1242" fmla="*/ 877682 h 1370023"/>
                <a:gd name="connsiteX1243" fmla="*/ 948958 w 2098390"/>
                <a:gd name="connsiteY1243" fmla="*/ 873520 h 1370023"/>
                <a:gd name="connsiteX1244" fmla="*/ 945316 w 2098390"/>
                <a:gd name="connsiteY1244" fmla="*/ 867103 h 1370023"/>
                <a:gd name="connsiteX1245" fmla="*/ 943062 w 2098390"/>
                <a:gd name="connsiteY1245" fmla="*/ 861207 h 1370023"/>
                <a:gd name="connsiteX1246" fmla="*/ 941154 w 2098390"/>
                <a:gd name="connsiteY1246" fmla="*/ 858606 h 1370023"/>
                <a:gd name="connsiteX1247" fmla="*/ 932830 w 2098390"/>
                <a:gd name="connsiteY1247" fmla="*/ 854270 h 1370023"/>
                <a:gd name="connsiteX1248" fmla="*/ 921731 w 2098390"/>
                <a:gd name="connsiteY1248" fmla="*/ 845426 h 1370023"/>
                <a:gd name="connsiteX1249" fmla="*/ 908898 w 2098390"/>
                <a:gd name="connsiteY1249" fmla="*/ 838489 h 1370023"/>
                <a:gd name="connsiteX1250" fmla="*/ 896412 w 2098390"/>
                <a:gd name="connsiteY1250" fmla="*/ 839356 h 1370023"/>
                <a:gd name="connsiteX1251" fmla="*/ 891209 w 2098390"/>
                <a:gd name="connsiteY1251" fmla="*/ 847160 h 1370023"/>
                <a:gd name="connsiteX1252" fmla="*/ 911152 w 2098390"/>
                <a:gd name="connsiteY1252" fmla="*/ 862941 h 1370023"/>
                <a:gd name="connsiteX1253" fmla="*/ 917049 w 2098390"/>
                <a:gd name="connsiteY1253" fmla="*/ 874734 h 1370023"/>
                <a:gd name="connsiteX1254" fmla="*/ 912366 w 2098390"/>
                <a:gd name="connsiteY1254" fmla="*/ 888608 h 1370023"/>
                <a:gd name="connsiteX1255" fmla="*/ 901441 w 2098390"/>
                <a:gd name="connsiteY1255" fmla="*/ 895891 h 1370023"/>
                <a:gd name="connsiteX1256" fmla="*/ 889128 w 2098390"/>
                <a:gd name="connsiteY1256" fmla="*/ 894677 h 1370023"/>
                <a:gd name="connsiteX1257" fmla="*/ 880110 w 2098390"/>
                <a:gd name="connsiteY1257" fmla="*/ 883579 h 1370023"/>
                <a:gd name="connsiteX1258" fmla="*/ 878029 w 2098390"/>
                <a:gd name="connsiteY1258" fmla="*/ 896932 h 1370023"/>
                <a:gd name="connsiteX1259" fmla="*/ 872479 w 2098390"/>
                <a:gd name="connsiteY1259" fmla="*/ 901094 h 1370023"/>
                <a:gd name="connsiteX1260" fmla="*/ 865022 w 2098390"/>
                <a:gd name="connsiteY1260" fmla="*/ 902308 h 1370023"/>
                <a:gd name="connsiteX1261" fmla="*/ 856698 w 2098390"/>
                <a:gd name="connsiteY1261" fmla="*/ 906817 h 1370023"/>
                <a:gd name="connsiteX1262" fmla="*/ 849588 w 2098390"/>
                <a:gd name="connsiteY1262" fmla="*/ 914794 h 1370023"/>
                <a:gd name="connsiteX1263" fmla="*/ 845079 w 2098390"/>
                <a:gd name="connsiteY1263" fmla="*/ 922078 h 1370023"/>
                <a:gd name="connsiteX1264" fmla="*/ 838142 w 2098390"/>
                <a:gd name="connsiteY1264" fmla="*/ 942368 h 1370023"/>
                <a:gd name="connsiteX1265" fmla="*/ 816465 w 2098390"/>
                <a:gd name="connsiteY1265" fmla="*/ 943929 h 1370023"/>
                <a:gd name="connsiteX1266" fmla="*/ 794440 w 2098390"/>
                <a:gd name="connsiteY1266" fmla="*/ 969248 h 1370023"/>
                <a:gd name="connsiteX1267" fmla="*/ 784729 w 2098390"/>
                <a:gd name="connsiteY1267" fmla="*/ 1000637 h 1370023"/>
                <a:gd name="connsiteX1268" fmla="*/ 801030 w 2098390"/>
                <a:gd name="connsiteY1268" fmla="*/ 1019887 h 1370023"/>
                <a:gd name="connsiteX1269" fmla="*/ 801030 w 2098390"/>
                <a:gd name="connsiteY1269" fmla="*/ 1000117 h 1370023"/>
                <a:gd name="connsiteX1270" fmla="*/ 823401 w 2098390"/>
                <a:gd name="connsiteY1270" fmla="*/ 1014164 h 1370023"/>
                <a:gd name="connsiteX1271" fmla="*/ 827564 w 2098390"/>
                <a:gd name="connsiteY1271" fmla="*/ 1019887 h 1370023"/>
                <a:gd name="connsiteX1272" fmla="*/ 825309 w 2098390"/>
                <a:gd name="connsiteY1272" fmla="*/ 1024743 h 1370023"/>
                <a:gd name="connsiteX1273" fmla="*/ 819586 w 2098390"/>
                <a:gd name="connsiteY1273" fmla="*/ 1030466 h 1370023"/>
                <a:gd name="connsiteX1274" fmla="*/ 815251 w 2098390"/>
                <a:gd name="connsiteY1274" fmla="*/ 1037403 h 1370023"/>
                <a:gd name="connsiteX1275" fmla="*/ 816985 w 2098390"/>
                <a:gd name="connsiteY1275" fmla="*/ 1045553 h 1370023"/>
                <a:gd name="connsiteX1276" fmla="*/ 826003 w 2098390"/>
                <a:gd name="connsiteY1276" fmla="*/ 1047808 h 1370023"/>
                <a:gd name="connsiteX1277" fmla="*/ 858606 w 2098390"/>
                <a:gd name="connsiteY1277" fmla="*/ 1045033 h 1370023"/>
                <a:gd name="connsiteX1278" fmla="*/ 867450 w 2098390"/>
                <a:gd name="connsiteY1278" fmla="*/ 1041911 h 1370023"/>
                <a:gd name="connsiteX1279" fmla="*/ 941154 w 2098390"/>
                <a:gd name="connsiteY1279" fmla="*/ 1001678 h 1370023"/>
                <a:gd name="connsiteX1280" fmla="*/ 944276 w 2098390"/>
                <a:gd name="connsiteY1280" fmla="*/ 986590 h 1370023"/>
                <a:gd name="connsiteX1281" fmla="*/ 944276 w 2098390"/>
                <a:gd name="connsiteY1281" fmla="*/ 980694 h 1370023"/>
                <a:gd name="connsiteX1282" fmla="*/ 950345 w 2098390"/>
                <a:gd name="connsiteY1282" fmla="*/ 984509 h 1370023"/>
                <a:gd name="connsiteX1283" fmla="*/ 963525 w 2098390"/>
                <a:gd name="connsiteY1283" fmla="*/ 996996 h 1370023"/>
                <a:gd name="connsiteX1284" fmla="*/ 964913 w 2098390"/>
                <a:gd name="connsiteY1284" fmla="*/ 999944 h 1370023"/>
                <a:gd name="connsiteX1285" fmla="*/ 972543 w 2098390"/>
                <a:gd name="connsiteY1285" fmla="*/ 994741 h 1370023"/>
                <a:gd name="connsiteX1286" fmla="*/ 978786 w 2098390"/>
                <a:gd name="connsiteY1286" fmla="*/ 984856 h 1370023"/>
                <a:gd name="connsiteX1287" fmla="*/ 994047 w 2098390"/>
                <a:gd name="connsiteY1287" fmla="*/ 952080 h 1370023"/>
                <a:gd name="connsiteX1288" fmla="*/ 998209 w 2098390"/>
                <a:gd name="connsiteY1288" fmla="*/ 938033 h 1370023"/>
                <a:gd name="connsiteX1289" fmla="*/ 1000290 w 2098390"/>
                <a:gd name="connsiteY1289" fmla="*/ 923639 h 1370023"/>
                <a:gd name="connsiteX1290" fmla="*/ 999077 w 2098390"/>
                <a:gd name="connsiteY1290" fmla="*/ 910632 h 1370023"/>
                <a:gd name="connsiteX1291" fmla="*/ 975838 w 2098390"/>
                <a:gd name="connsiteY1291" fmla="*/ 873520 h 1370023"/>
                <a:gd name="connsiteX1292" fmla="*/ 1365688 w 2098390"/>
                <a:gd name="connsiteY1292" fmla="*/ 1089082 h 1370023"/>
                <a:gd name="connsiteX1293" fmla="*/ 1369677 w 2098390"/>
                <a:gd name="connsiteY1293" fmla="*/ 1085614 h 1370023"/>
                <a:gd name="connsiteX1294" fmla="*/ 1376787 w 2098390"/>
                <a:gd name="connsiteY1294" fmla="*/ 1084226 h 1370023"/>
                <a:gd name="connsiteX1295" fmla="*/ 1383550 w 2098390"/>
                <a:gd name="connsiteY1295" fmla="*/ 1085440 h 1370023"/>
                <a:gd name="connsiteX1296" fmla="*/ 1388406 w 2098390"/>
                <a:gd name="connsiteY1296" fmla="*/ 1080064 h 1370023"/>
                <a:gd name="connsiteX1297" fmla="*/ 1389100 w 2098390"/>
                <a:gd name="connsiteY1297" fmla="*/ 1073474 h 1370023"/>
                <a:gd name="connsiteX1298" fmla="*/ 1390314 w 2098390"/>
                <a:gd name="connsiteY1298" fmla="*/ 1070352 h 1370023"/>
                <a:gd name="connsiteX1299" fmla="*/ 1394823 w 2098390"/>
                <a:gd name="connsiteY1299" fmla="*/ 1065150 h 1370023"/>
                <a:gd name="connsiteX1300" fmla="*/ 1396383 w 2098390"/>
                <a:gd name="connsiteY1300" fmla="*/ 1058213 h 1370023"/>
                <a:gd name="connsiteX1301" fmla="*/ 1389620 w 2098390"/>
                <a:gd name="connsiteY1301" fmla="*/ 1054224 h 1370023"/>
                <a:gd name="connsiteX1302" fmla="*/ 1378694 w 2098390"/>
                <a:gd name="connsiteY1302" fmla="*/ 1051623 h 1370023"/>
                <a:gd name="connsiteX1303" fmla="*/ 1370023 w 2098390"/>
                <a:gd name="connsiteY1303" fmla="*/ 1050756 h 1370023"/>
                <a:gd name="connsiteX1304" fmla="*/ 1366728 w 2098390"/>
                <a:gd name="connsiteY1304" fmla="*/ 1051450 h 1370023"/>
                <a:gd name="connsiteX1305" fmla="*/ 1363433 w 2098390"/>
                <a:gd name="connsiteY1305" fmla="*/ 1051623 h 1370023"/>
                <a:gd name="connsiteX1306" fmla="*/ 1357884 w 2098390"/>
                <a:gd name="connsiteY1306" fmla="*/ 1050062 h 1370023"/>
                <a:gd name="connsiteX1307" fmla="*/ 1353375 w 2098390"/>
                <a:gd name="connsiteY1307" fmla="*/ 1046594 h 1370023"/>
                <a:gd name="connsiteX1308" fmla="*/ 1345571 w 2098390"/>
                <a:gd name="connsiteY1308" fmla="*/ 1048501 h 1370023"/>
                <a:gd name="connsiteX1309" fmla="*/ 1335166 w 2098390"/>
                <a:gd name="connsiteY1309" fmla="*/ 1056999 h 1370023"/>
                <a:gd name="connsiteX1310" fmla="*/ 1326668 w 2098390"/>
                <a:gd name="connsiteY1310" fmla="*/ 1060641 h 1370023"/>
                <a:gd name="connsiteX1311" fmla="*/ 1319558 w 2098390"/>
                <a:gd name="connsiteY1311" fmla="*/ 1057346 h 1370023"/>
                <a:gd name="connsiteX1312" fmla="*/ 1313488 w 2098390"/>
                <a:gd name="connsiteY1312" fmla="*/ 1056479 h 1370023"/>
                <a:gd name="connsiteX1313" fmla="*/ 1310714 w 2098390"/>
                <a:gd name="connsiteY1313" fmla="*/ 1057866 h 1370023"/>
                <a:gd name="connsiteX1314" fmla="*/ 1307245 w 2098390"/>
                <a:gd name="connsiteY1314" fmla="*/ 1059774 h 1370023"/>
                <a:gd name="connsiteX1315" fmla="*/ 1299441 w 2098390"/>
                <a:gd name="connsiteY1315" fmla="*/ 1062028 h 1370023"/>
                <a:gd name="connsiteX1316" fmla="*/ 1291464 w 2098390"/>
                <a:gd name="connsiteY1316" fmla="*/ 1063069 h 1370023"/>
                <a:gd name="connsiteX1317" fmla="*/ 1292504 w 2098390"/>
                <a:gd name="connsiteY1317" fmla="*/ 1066191 h 1370023"/>
                <a:gd name="connsiteX1318" fmla="*/ 1309673 w 2098390"/>
                <a:gd name="connsiteY1318" fmla="*/ 1073821 h 1370023"/>
                <a:gd name="connsiteX1319" fmla="*/ 1312621 w 2098390"/>
                <a:gd name="connsiteY1319" fmla="*/ 1075729 h 1370023"/>
                <a:gd name="connsiteX1320" fmla="*/ 1315569 w 2098390"/>
                <a:gd name="connsiteY1320" fmla="*/ 1077289 h 1370023"/>
                <a:gd name="connsiteX1321" fmla="*/ 1323026 w 2098390"/>
                <a:gd name="connsiteY1321" fmla="*/ 1077289 h 1370023"/>
                <a:gd name="connsiteX1322" fmla="*/ 1332218 w 2098390"/>
                <a:gd name="connsiteY1322" fmla="*/ 1073994 h 1370023"/>
                <a:gd name="connsiteX1323" fmla="*/ 1340195 w 2098390"/>
                <a:gd name="connsiteY1323" fmla="*/ 1072780 h 1370023"/>
                <a:gd name="connsiteX1324" fmla="*/ 1346265 w 2098390"/>
                <a:gd name="connsiteY1324" fmla="*/ 1075382 h 1370023"/>
                <a:gd name="connsiteX1325" fmla="*/ 1350427 w 2098390"/>
                <a:gd name="connsiteY1325" fmla="*/ 1081105 h 1370023"/>
                <a:gd name="connsiteX1326" fmla="*/ 1351988 w 2098390"/>
                <a:gd name="connsiteY1326" fmla="*/ 1088388 h 1370023"/>
                <a:gd name="connsiteX1327" fmla="*/ 1355803 w 2098390"/>
                <a:gd name="connsiteY1327" fmla="*/ 1093764 h 1370023"/>
                <a:gd name="connsiteX1328" fmla="*/ 1362740 w 2098390"/>
                <a:gd name="connsiteY1328" fmla="*/ 1092377 h 1370023"/>
                <a:gd name="connsiteX1329" fmla="*/ 1365688 w 2098390"/>
                <a:gd name="connsiteY1329" fmla="*/ 1089082 h 1370023"/>
                <a:gd name="connsiteX1330" fmla="*/ 1178567 w 2098390"/>
                <a:gd name="connsiteY1330" fmla="*/ 1173711 h 1370023"/>
                <a:gd name="connsiteX1331" fmla="*/ 1174578 w 2098390"/>
                <a:gd name="connsiteY1331" fmla="*/ 1170763 h 1370023"/>
                <a:gd name="connsiteX1332" fmla="*/ 1166254 w 2098390"/>
                <a:gd name="connsiteY1332" fmla="*/ 1166428 h 1370023"/>
                <a:gd name="connsiteX1333" fmla="*/ 1150126 w 2098390"/>
                <a:gd name="connsiteY1333" fmla="*/ 1163653 h 1370023"/>
                <a:gd name="connsiteX1334" fmla="*/ 1144056 w 2098390"/>
                <a:gd name="connsiteY1334" fmla="*/ 1160358 h 1370023"/>
                <a:gd name="connsiteX1335" fmla="*/ 1137987 w 2098390"/>
                <a:gd name="connsiteY1335" fmla="*/ 1158450 h 1370023"/>
                <a:gd name="connsiteX1336" fmla="*/ 1135385 w 2098390"/>
                <a:gd name="connsiteY1336" fmla="*/ 1160705 h 1370023"/>
                <a:gd name="connsiteX1337" fmla="*/ 1139374 w 2098390"/>
                <a:gd name="connsiteY1337" fmla="*/ 1167295 h 1370023"/>
                <a:gd name="connsiteX1338" fmla="*/ 1139894 w 2098390"/>
                <a:gd name="connsiteY1338" fmla="*/ 1169896 h 1370023"/>
                <a:gd name="connsiteX1339" fmla="*/ 1137987 w 2098390"/>
                <a:gd name="connsiteY1339" fmla="*/ 1171977 h 1370023"/>
                <a:gd name="connsiteX1340" fmla="*/ 1135212 w 2098390"/>
                <a:gd name="connsiteY1340" fmla="*/ 1173364 h 1370023"/>
                <a:gd name="connsiteX1341" fmla="*/ 1134518 w 2098390"/>
                <a:gd name="connsiteY1341" fmla="*/ 1175446 h 1370023"/>
                <a:gd name="connsiteX1342" fmla="*/ 1136079 w 2098390"/>
                <a:gd name="connsiteY1342" fmla="*/ 1177700 h 1370023"/>
                <a:gd name="connsiteX1343" fmla="*/ 1135732 w 2098390"/>
                <a:gd name="connsiteY1343" fmla="*/ 1180475 h 1370023"/>
                <a:gd name="connsiteX1344" fmla="*/ 1133478 w 2098390"/>
                <a:gd name="connsiteY1344" fmla="*/ 1184637 h 1370023"/>
                <a:gd name="connsiteX1345" fmla="*/ 1129489 w 2098390"/>
                <a:gd name="connsiteY1345" fmla="*/ 1195909 h 1370023"/>
                <a:gd name="connsiteX1346" fmla="*/ 1130183 w 2098390"/>
                <a:gd name="connsiteY1346" fmla="*/ 1199031 h 1370023"/>
                <a:gd name="connsiteX1347" fmla="*/ 1133824 w 2098390"/>
                <a:gd name="connsiteY1347" fmla="*/ 1199724 h 1370023"/>
                <a:gd name="connsiteX1348" fmla="*/ 1137119 w 2098390"/>
                <a:gd name="connsiteY1348" fmla="*/ 1200938 h 1370023"/>
                <a:gd name="connsiteX1349" fmla="*/ 1138680 w 2098390"/>
                <a:gd name="connsiteY1349" fmla="*/ 1204753 h 1370023"/>
                <a:gd name="connsiteX1350" fmla="*/ 1144750 w 2098390"/>
                <a:gd name="connsiteY1350" fmla="*/ 1210476 h 1370023"/>
                <a:gd name="connsiteX1351" fmla="*/ 1156543 w 2098390"/>
                <a:gd name="connsiteY1351" fmla="*/ 1213598 h 1370023"/>
                <a:gd name="connsiteX1352" fmla="*/ 1160531 w 2098390"/>
                <a:gd name="connsiteY1352" fmla="*/ 1210303 h 1370023"/>
                <a:gd name="connsiteX1353" fmla="*/ 1156716 w 2098390"/>
                <a:gd name="connsiteY1353" fmla="*/ 1203540 h 1370023"/>
                <a:gd name="connsiteX1354" fmla="*/ 1162959 w 2098390"/>
                <a:gd name="connsiteY1354" fmla="*/ 1202326 h 1370023"/>
                <a:gd name="connsiteX1355" fmla="*/ 1174231 w 2098390"/>
                <a:gd name="connsiteY1355" fmla="*/ 1201632 h 1370023"/>
                <a:gd name="connsiteX1356" fmla="*/ 1177006 w 2098390"/>
                <a:gd name="connsiteY1356" fmla="*/ 1191053 h 1370023"/>
                <a:gd name="connsiteX1357" fmla="*/ 1182382 w 2098390"/>
                <a:gd name="connsiteY1357" fmla="*/ 1186544 h 1370023"/>
                <a:gd name="connsiteX1358" fmla="*/ 1181689 w 2098390"/>
                <a:gd name="connsiteY1358" fmla="*/ 1178394 h 1370023"/>
                <a:gd name="connsiteX1359" fmla="*/ 1178567 w 2098390"/>
                <a:gd name="connsiteY1359" fmla="*/ 1173711 h 1370023"/>
                <a:gd name="connsiteX1360" fmla="*/ 1224870 w 2098390"/>
                <a:gd name="connsiteY1360" fmla="*/ 1234409 h 1370023"/>
                <a:gd name="connsiteX1361" fmla="*/ 1217066 w 2098390"/>
                <a:gd name="connsiteY1361" fmla="*/ 1222789 h 1370023"/>
                <a:gd name="connsiteX1362" fmla="*/ 1218454 w 2098390"/>
                <a:gd name="connsiteY1362" fmla="*/ 1215679 h 1370023"/>
                <a:gd name="connsiteX1363" fmla="*/ 1225911 w 2098390"/>
                <a:gd name="connsiteY1363" fmla="*/ 1209263 h 1370023"/>
                <a:gd name="connsiteX1364" fmla="*/ 1224003 w 2098390"/>
                <a:gd name="connsiteY1364" fmla="*/ 1200071 h 1370023"/>
                <a:gd name="connsiteX1365" fmla="*/ 1210823 w 2098390"/>
                <a:gd name="connsiteY1365" fmla="*/ 1193308 h 1370023"/>
                <a:gd name="connsiteX1366" fmla="*/ 1204233 w 2098390"/>
                <a:gd name="connsiteY1366" fmla="*/ 1193308 h 1370023"/>
                <a:gd name="connsiteX1367" fmla="*/ 1203886 w 2098390"/>
                <a:gd name="connsiteY1367" fmla="*/ 1196429 h 1370023"/>
                <a:gd name="connsiteX1368" fmla="*/ 1197470 w 2098390"/>
                <a:gd name="connsiteY1368" fmla="*/ 1202672 h 1370023"/>
                <a:gd name="connsiteX1369" fmla="*/ 1199031 w 2098390"/>
                <a:gd name="connsiteY1369" fmla="*/ 1207008 h 1370023"/>
                <a:gd name="connsiteX1370" fmla="*/ 1204060 w 2098390"/>
                <a:gd name="connsiteY1370" fmla="*/ 1211690 h 1370023"/>
                <a:gd name="connsiteX1371" fmla="*/ 1202326 w 2098390"/>
                <a:gd name="connsiteY1371" fmla="*/ 1223657 h 1370023"/>
                <a:gd name="connsiteX1372" fmla="*/ 1197470 w 2098390"/>
                <a:gd name="connsiteY1372" fmla="*/ 1245161 h 1370023"/>
                <a:gd name="connsiteX1373" fmla="*/ 1199204 w 2098390"/>
                <a:gd name="connsiteY1373" fmla="*/ 1257647 h 1370023"/>
                <a:gd name="connsiteX1374" fmla="*/ 1203193 w 2098390"/>
                <a:gd name="connsiteY1374" fmla="*/ 1258514 h 1370023"/>
                <a:gd name="connsiteX1375" fmla="*/ 1206835 w 2098390"/>
                <a:gd name="connsiteY1375" fmla="*/ 1261462 h 1370023"/>
                <a:gd name="connsiteX1376" fmla="*/ 1208222 w 2098390"/>
                <a:gd name="connsiteY1376" fmla="*/ 1265798 h 1370023"/>
                <a:gd name="connsiteX1377" fmla="*/ 1212211 w 2098390"/>
                <a:gd name="connsiteY1377" fmla="*/ 1268225 h 1370023"/>
                <a:gd name="connsiteX1378" fmla="*/ 1219841 w 2098390"/>
                <a:gd name="connsiteY1378" fmla="*/ 1266145 h 1370023"/>
                <a:gd name="connsiteX1379" fmla="*/ 1223830 w 2098390"/>
                <a:gd name="connsiteY1379" fmla="*/ 1258861 h 1370023"/>
                <a:gd name="connsiteX1380" fmla="*/ 1223830 w 2098390"/>
                <a:gd name="connsiteY1380" fmla="*/ 1249496 h 1370023"/>
                <a:gd name="connsiteX1381" fmla="*/ 1225044 w 2098390"/>
                <a:gd name="connsiteY1381" fmla="*/ 1243947 h 1370023"/>
                <a:gd name="connsiteX1382" fmla="*/ 1228512 w 2098390"/>
                <a:gd name="connsiteY1382" fmla="*/ 1243426 h 1370023"/>
                <a:gd name="connsiteX1383" fmla="*/ 1230940 w 2098390"/>
                <a:gd name="connsiteY1383" fmla="*/ 1240652 h 1370023"/>
                <a:gd name="connsiteX1384" fmla="*/ 1228339 w 2098390"/>
                <a:gd name="connsiteY1384" fmla="*/ 1236143 h 1370023"/>
                <a:gd name="connsiteX1385" fmla="*/ 1224870 w 2098390"/>
                <a:gd name="connsiteY1385" fmla="*/ 1234409 h 1370023"/>
                <a:gd name="connsiteX1386" fmla="*/ 1355109 w 2098390"/>
                <a:gd name="connsiteY1386" fmla="*/ 973063 h 1370023"/>
                <a:gd name="connsiteX1387" fmla="*/ 1351467 w 2098390"/>
                <a:gd name="connsiteY1387" fmla="*/ 967514 h 1370023"/>
                <a:gd name="connsiteX1388" fmla="*/ 1341756 w 2098390"/>
                <a:gd name="connsiteY1388" fmla="*/ 965780 h 1370023"/>
                <a:gd name="connsiteX1389" fmla="*/ 1325628 w 2098390"/>
                <a:gd name="connsiteY1389" fmla="*/ 969595 h 1370023"/>
                <a:gd name="connsiteX1390" fmla="*/ 1310367 w 2098390"/>
                <a:gd name="connsiteY1390" fmla="*/ 978093 h 1370023"/>
                <a:gd name="connsiteX1391" fmla="*/ 1299441 w 2098390"/>
                <a:gd name="connsiteY1391" fmla="*/ 992487 h 1370023"/>
                <a:gd name="connsiteX1392" fmla="*/ 1294065 w 2098390"/>
                <a:gd name="connsiteY1392" fmla="*/ 1004279 h 1370023"/>
                <a:gd name="connsiteX1393" fmla="*/ 1290423 w 2098390"/>
                <a:gd name="connsiteY1393" fmla="*/ 1009829 h 1370023"/>
                <a:gd name="connsiteX1394" fmla="*/ 1287649 w 2098390"/>
                <a:gd name="connsiteY1394" fmla="*/ 1015378 h 1370023"/>
                <a:gd name="connsiteX1395" fmla="*/ 1291117 w 2098390"/>
                <a:gd name="connsiteY1395" fmla="*/ 1018846 h 1370023"/>
                <a:gd name="connsiteX1396" fmla="*/ 1294932 w 2098390"/>
                <a:gd name="connsiteY1396" fmla="*/ 1019193 h 1370023"/>
                <a:gd name="connsiteX1397" fmla="*/ 1298574 w 2098390"/>
                <a:gd name="connsiteY1397" fmla="*/ 1021968 h 1370023"/>
                <a:gd name="connsiteX1398" fmla="*/ 1300135 w 2098390"/>
                <a:gd name="connsiteY1398" fmla="*/ 1030119 h 1370023"/>
                <a:gd name="connsiteX1399" fmla="*/ 1300135 w 2098390"/>
                <a:gd name="connsiteY1399" fmla="*/ 1039830 h 1370023"/>
                <a:gd name="connsiteX1400" fmla="*/ 1305164 w 2098390"/>
                <a:gd name="connsiteY1400" fmla="*/ 1045727 h 1370023"/>
                <a:gd name="connsiteX1401" fmla="*/ 1309326 w 2098390"/>
                <a:gd name="connsiteY1401" fmla="*/ 1042779 h 1370023"/>
                <a:gd name="connsiteX1402" fmla="*/ 1311581 w 2098390"/>
                <a:gd name="connsiteY1402" fmla="*/ 1032720 h 1370023"/>
                <a:gd name="connsiteX1403" fmla="*/ 1318691 w 2098390"/>
                <a:gd name="connsiteY1403" fmla="*/ 1023009 h 1370023"/>
                <a:gd name="connsiteX1404" fmla="*/ 1339155 w 2098390"/>
                <a:gd name="connsiteY1404" fmla="*/ 1013470 h 1370023"/>
                <a:gd name="connsiteX1405" fmla="*/ 1343143 w 2098390"/>
                <a:gd name="connsiteY1405" fmla="*/ 1007748 h 1370023"/>
                <a:gd name="connsiteX1406" fmla="*/ 1349733 w 2098390"/>
                <a:gd name="connsiteY1406" fmla="*/ 1006187 h 1370023"/>
                <a:gd name="connsiteX1407" fmla="*/ 1365688 w 2098390"/>
                <a:gd name="connsiteY1407" fmla="*/ 1011043 h 1370023"/>
                <a:gd name="connsiteX1408" fmla="*/ 1371411 w 2098390"/>
                <a:gd name="connsiteY1408" fmla="*/ 1010002 h 1370023"/>
                <a:gd name="connsiteX1409" fmla="*/ 1370717 w 2098390"/>
                <a:gd name="connsiteY1409" fmla="*/ 1004279 h 1370023"/>
                <a:gd name="connsiteX1410" fmla="*/ 1365514 w 2098390"/>
                <a:gd name="connsiteY1410" fmla="*/ 996822 h 1370023"/>
                <a:gd name="connsiteX1411" fmla="*/ 1359618 w 2098390"/>
                <a:gd name="connsiteY1411" fmla="*/ 990232 h 1370023"/>
                <a:gd name="connsiteX1412" fmla="*/ 1352508 w 2098390"/>
                <a:gd name="connsiteY1412" fmla="*/ 985897 h 1370023"/>
                <a:gd name="connsiteX1413" fmla="*/ 1351814 w 2098390"/>
                <a:gd name="connsiteY1413" fmla="*/ 983642 h 1370023"/>
                <a:gd name="connsiteX1414" fmla="*/ 1355803 w 2098390"/>
                <a:gd name="connsiteY1414" fmla="*/ 979480 h 1370023"/>
                <a:gd name="connsiteX1415" fmla="*/ 1355109 w 2098390"/>
                <a:gd name="connsiteY1415" fmla="*/ 973063 h 1370023"/>
                <a:gd name="connsiteX1416" fmla="*/ 1296146 w 2098390"/>
                <a:gd name="connsiteY1416" fmla="*/ 1088388 h 1370023"/>
                <a:gd name="connsiteX1417" fmla="*/ 1281926 w 2098390"/>
                <a:gd name="connsiteY1417" fmla="*/ 1074341 h 1370023"/>
                <a:gd name="connsiteX1418" fmla="*/ 1279498 w 2098390"/>
                <a:gd name="connsiteY1418" fmla="*/ 1066364 h 1370023"/>
                <a:gd name="connsiteX1419" fmla="*/ 1275336 w 2098390"/>
                <a:gd name="connsiteY1419" fmla="*/ 1060641 h 1370023"/>
                <a:gd name="connsiteX1420" fmla="*/ 1272908 w 2098390"/>
                <a:gd name="connsiteY1420" fmla="*/ 1053704 h 1370023"/>
                <a:gd name="connsiteX1421" fmla="*/ 1270827 w 2098390"/>
                <a:gd name="connsiteY1421" fmla="*/ 1038790 h 1370023"/>
                <a:gd name="connsiteX1422" fmla="*/ 1263717 w 2098390"/>
                <a:gd name="connsiteY1422" fmla="*/ 1020754 h 1370023"/>
                <a:gd name="connsiteX1423" fmla="*/ 1254525 w 2098390"/>
                <a:gd name="connsiteY1423" fmla="*/ 1009829 h 1370023"/>
                <a:gd name="connsiteX1424" fmla="*/ 1246201 w 2098390"/>
                <a:gd name="connsiteY1424" fmla="*/ 1004106 h 1370023"/>
                <a:gd name="connsiteX1425" fmla="*/ 1237357 w 2098390"/>
                <a:gd name="connsiteY1425" fmla="*/ 1001158 h 1370023"/>
                <a:gd name="connsiteX1426" fmla="*/ 1223830 w 2098390"/>
                <a:gd name="connsiteY1426" fmla="*/ 1002545 h 1370023"/>
                <a:gd name="connsiteX1427" fmla="*/ 1219321 w 2098390"/>
                <a:gd name="connsiteY1427" fmla="*/ 1003586 h 1370023"/>
                <a:gd name="connsiteX1428" fmla="*/ 1210997 w 2098390"/>
                <a:gd name="connsiteY1428" fmla="*/ 1007574 h 1370023"/>
                <a:gd name="connsiteX1429" fmla="*/ 1204927 w 2098390"/>
                <a:gd name="connsiteY1429" fmla="*/ 1016592 h 1370023"/>
                <a:gd name="connsiteX1430" fmla="*/ 1201805 w 2098390"/>
                <a:gd name="connsiteY1430" fmla="*/ 1028385 h 1370023"/>
                <a:gd name="connsiteX1431" fmla="*/ 1201112 w 2098390"/>
                <a:gd name="connsiteY1431" fmla="*/ 1040177 h 1370023"/>
                <a:gd name="connsiteX1432" fmla="*/ 1201805 w 2098390"/>
                <a:gd name="connsiteY1432" fmla="*/ 1051797 h 1370023"/>
                <a:gd name="connsiteX1433" fmla="*/ 1204060 w 2098390"/>
                <a:gd name="connsiteY1433" fmla="*/ 1062028 h 1370023"/>
                <a:gd name="connsiteX1434" fmla="*/ 1209436 w 2098390"/>
                <a:gd name="connsiteY1434" fmla="*/ 1068965 h 1370023"/>
                <a:gd name="connsiteX1435" fmla="*/ 1218454 w 2098390"/>
                <a:gd name="connsiteY1435" fmla="*/ 1074862 h 1370023"/>
                <a:gd name="connsiteX1436" fmla="*/ 1228512 w 2098390"/>
                <a:gd name="connsiteY1436" fmla="*/ 1077636 h 1370023"/>
                <a:gd name="connsiteX1437" fmla="*/ 1236490 w 2098390"/>
                <a:gd name="connsiteY1437" fmla="*/ 1075555 h 1370023"/>
                <a:gd name="connsiteX1438" fmla="*/ 1243253 w 2098390"/>
                <a:gd name="connsiteY1438" fmla="*/ 1077289 h 1370023"/>
                <a:gd name="connsiteX1439" fmla="*/ 1245161 w 2098390"/>
                <a:gd name="connsiteY1439" fmla="*/ 1084226 h 1370023"/>
                <a:gd name="connsiteX1440" fmla="*/ 1238050 w 2098390"/>
                <a:gd name="connsiteY1440" fmla="*/ 1089776 h 1370023"/>
                <a:gd name="connsiteX1441" fmla="*/ 1238224 w 2098390"/>
                <a:gd name="connsiteY1441" fmla="*/ 1095845 h 1370023"/>
                <a:gd name="connsiteX1442" fmla="*/ 1252791 w 2098390"/>
                <a:gd name="connsiteY1442" fmla="*/ 1100875 h 1370023"/>
                <a:gd name="connsiteX1443" fmla="*/ 1264584 w 2098390"/>
                <a:gd name="connsiteY1443" fmla="*/ 1103649 h 1370023"/>
                <a:gd name="connsiteX1444" fmla="*/ 1271347 w 2098390"/>
                <a:gd name="connsiteY1444" fmla="*/ 1106771 h 1370023"/>
                <a:gd name="connsiteX1445" fmla="*/ 1274989 w 2098390"/>
                <a:gd name="connsiteY1445" fmla="*/ 1104516 h 1370023"/>
                <a:gd name="connsiteX1446" fmla="*/ 1275682 w 2098390"/>
                <a:gd name="connsiteY1446" fmla="*/ 1098967 h 1370023"/>
                <a:gd name="connsiteX1447" fmla="*/ 1278978 w 2098390"/>
                <a:gd name="connsiteY1447" fmla="*/ 1098273 h 1370023"/>
                <a:gd name="connsiteX1448" fmla="*/ 1284874 w 2098390"/>
                <a:gd name="connsiteY1448" fmla="*/ 1102088 h 1370023"/>
                <a:gd name="connsiteX1449" fmla="*/ 1291811 w 2098390"/>
                <a:gd name="connsiteY1449" fmla="*/ 1105037 h 1370023"/>
                <a:gd name="connsiteX1450" fmla="*/ 1295626 w 2098390"/>
                <a:gd name="connsiteY1450" fmla="*/ 1106077 h 1370023"/>
                <a:gd name="connsiteX1451" fmla="*/ 1299441 w 2098390"/>
                <a:gd name="connsiteY1451" fmla="*/ 1106598 h 1370023"/>
                <a:gd name="connsiteX1452" fmla="*/ 1302043 w 2098390"/>
                <a:gd name="connsiteY1452" fmla="*/ 1103996 h 1370023"/>
                <a:gd name="connsiteX1453" fmla="*/ 1297707 w 2098390"/>
                <a:gd name="connsiteY1453" fmla="*/ 1093591 h 1370023"/>
                <a:gd name="connsiteX1454" fmla="*/ 1296146 w 2098390"/>
                <a:gd name="connsiteY1454" fmla="*/ 1088388 h 137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</a:cxnLst>
              <a:rect l="l" t="t" r="r" b="b"/>
              <a:pathLst>
                <a:path w="2098390" h="1370023">
                  <a:moveTo>
                    <a:pt x="753339" y="382393"/>
                  </a:moveTo>
                  <a:lnTo>
                    <a:pt x="755247" y="384474"/>
                  </a:lnTo>
                  <a:lnTo>
                    <a:pt x="758022" y="386555"/>
                  </a:lnTo>
                  <a:lnTo>
                    <a:pt x="765479" y="385341"/>
                  </a:lnTo>
                  <a:lnTo>
                    <a:pt x="786116" y="390890"/>
                  </a:lnTo>
                  <a:lnTo>
                    <a:pt x="790278" y="389850"/>
                  </a:lnTo>
                  <a:lnTo>
                    <a:pt x="793053" y="382219"/>
                  </a:lnTo>
                  <a:lnTo>
                    <a:pt x="799643" y="372334"/>
                  </a:lnTo>
                  <a:lnTo>
                    <a:pt x="808314" y="363837"/>
                  </a:lnTo>
                  <a:lnTo>
                    <a:pt x="816638" y="360368"/>
                  </a:lnTo>
                  <a:lnTo>
                    <a:pt x="806233" y="343547"/>
                  </a:lnTo>
                  <a:lnTo>
                    <a:pt x="802764" y="333835"/>
                  </a:lnTo>
                  <a:lnTo>
                    <a:pt x="803458" y="324297"/>
                  </a:lnTo>
                  <a:lnTo>
                    <a:pt x="808834" y="316319"/>
                  </a:lnTo>
                  <a:lnTo>
                    <a:pt x="832419" y="302619"/>
                  </a:lnTo>
                  <a:lnTo>
                    <a:pt x="820627" y="299498"/>
                  </a:lnTo>
                  <a:lnTo>
                    <a:pt x="804672" y="303313"/>
                  </a:lnTo>
                  <a:lnTo>
                    <a:pt x="790625" y="312331"/>
                  </a:lnTo>
                  <a:lnTo>
                    <a:pt x="784729" y="325164"/>
                  </a:lnTo>
                  <a:lnTo>
                    <a:pt x="780913" y="331234"/>
                  </a:lnTo>
                  <a:lnTo>
                    <a:pt x="772416" y="335396"/>
                  </a:lnTo>
                  <a:lnTo>
                    <a:pt x="763224" y="338517"/>
                  </a:lnTo>
                  <a:lnTo>
                    <a:pt x="757848" y="341639"/>
                  </a:lnTo>
                  <a:lnTo>
                    <a:pt x="753686" y="350483"/>
                  </a:lnTo>
                  <a:lnTo>
                    <a:pt x="747617" y="380485"/>
                  </a:lnTo>
                  <a:lnTo>
                    <a:pt x="751085" y="381005"/>
                  </a:lnTo>
                  <a:lnTo>
                    <a:pt x="753339" y="382393"/>
                  </a:lnTo>
                  <a:close/>
                  <a:moveTo>
                    <a:pt x="728887" y="561883"/>
                  </a:moveTo>
                  <a:lnTo>
                    <a:pt x="735477" y="564311"/>
                  </a:lnTo>
                  <a:lnTo>
                    <a:pt x="740506" y="568647"/>
                  </a:lnTo>
                  <a:lnTo>
                    <a:pt x="746923" y="571074"/>
                  </a:lnTo>
                  <a:lnTo>
                    <a:pt x="758022" y="567779"/>
                  </a:lnTo>
                  <a:lnTo>
                    <a:pt x="767040" y="559976"/>
                  </a:lnTo>
                  <a:lnTo>
                    <a:pt x="772936" y="548703"/>
                  </a:lnTo>
                  <a:lnTo>
                    <a:pt x="775364" y="535523"/>
                  </a:lnTo>
                  <a:lnTo>
                    <a:pt x="773630" y="521996"/>
                  </a:lnTo>
                  <a:lnTo>
                    <a:pt x="767560" y="511418"/>
                  </a:lnTo>
                  <a:lnTo>
                    <a:pt x="758889" y="505521"/>
                  </a:lnTo>
                  <a:lnTo>
                    <a:pt x="751258" y="507429"/>
                  </a:lnTo>
                  <a:lnTo>
                    <a:pt x="747963" y="519915"/>
                  </a:lnTo>
                  <a:lnTo>
                    <a:pt x="745015" y="525638"/>
                  </a:lnTo>
                  <a:lnTo>
                    <a:pt x="738599" y="525812"/>
                  </a:lnTo>
                  <a:lnTo>
                    <a:pt x="731142" y="523731"/>
                  </a:lnTo>
                  <a:lnTo>
                    <a:pt x="726112" y="523384"/>
                  </a:lnTo>
                  <a:lnTo>
                    <a:pt x="715534" y="533095"/>
                  </a:lnTo>
                  <a:lnTo>
                    <a:pt x="701660" y="555293"/>
                  </a:lnTo>
                  <a:lnTo>
                    <a:pt x="694030" y="562056"/>
                  </a:lnTo>
                  <a:lnTo>
                    <a:pt x="694030" y="567953"/>
                  </a:lnTo>
                  <a:lnTo>
                    <a:pt x="703568" y="567779"/>
                  </a:lnTo>
                  <a:lnTo>
                    <a:pt x="728887" y="561883"/>
                  </a:lnTo>
                  <a:close/>
                  <a:moveTo>
                    <a:pt x="275565" y="732009"/>
                  </a:moveTo>
                  <a:lnTo>
                    <a:pt x="268976" y="732182"/>
                  </a:lnTo>
                  <a:lnTo>
                    <a:pt x="266374" y="725419"/>
                  </a:lnTo>
                  <a:lnTo>
                    <a:pt x="262906" y="722644"/>
                  </a:lnTo>
                  <a:lnTo>
                    <a:pt x="256489" y="723858"/>
                  </a:lnTo>
                  <a:lnTo>
                    <a:pt x="250073" y="728714"/>
                  </a:lnTo>
                  <a:lnTo>
                    <a:pt x="244523" y="737558"/>
                  </a:lnTo>
                  <a:lnTo>
                    <a:pt x="239321" y="747617"/>
                  </a:lnTo>
                  <a:lnTo>
                    <a:pt x="234985" y="759062"/>
                  </a:lnTo>
                  <a:lnTo>
                    <a:pt x="234118" y="771549"/>
                  </a:lnTo>
                  <a:lnTo>
                    <a:pt x="239147" y="785075"/>
                  </a:lnTo>
                  <a:lnTo>
                    <a:pt x="246778" y="788197"/>
                  </a:lnTo>
                  <a:lnTo>
                    <a:pt x="249899" y="784729"/>
                  </a:lnTo>
                  <a:lnTo>
                    <a:pt x="253888" y="779179"/>
                  </a:lnTo>
                  <a:lnTo>
                    <a:pt x="258917" y="770682"/>
                  </a:lnTo>
                  <a:lnTo>
                    <a:pt x="261345" y="764092"/>
                  </a:lnTo>
                  <a:lnTo>
                    <a:pt x="273484" y="749871"/>
                  </a:lnTo>
                  <a:lnTo>
                    <a:pt x="275565" y="744495"/>
                  </a:lnTo>
                  <a:lnTo>
                    <a:pt x="279207" y="740160"/>
                  </a:lnTo>
                  <a:lnTo>
                    <a:pt x="285971" y="733396"/>
                  </a:lnTo>
                  <a:lnTo>
                    <a:pt x="284410" y="729581"/>
                  </a:lnTo>
                  <a:lnTo>
                    <a:pt x="275565" y="732009"/>
                  </a:lnTo>
                  <a:close/>
                  <a:moveTo>
                    <a:pt x="24973" y="1299441"/>
                  </a:moveTo>
                  <a:lnTo>
                    <a:pt x="18209" y="1290944"/>
                  </a:lnTo>
                  <a:lnTo>
                    <a:pt x="9712" y="1287995"/>
                  </a:lnTo>
                  <a:lnTo>
                    <a:pt x="3815" y="1293545"/>
                  </a:lnTo>
                  <a:lnTo>
                    <a:pt x="0" y="1303430"/>
                  </a:lnTo>
                  <a:lnTo>
                    <a:pt x="1908" y="1310713"/>
                  </a:lnTo>
                  <a:lnTo>
                    <a:pt x="10579" y="1316089"/>
                  </a:lnTo>
                  <a:lnTo>
                    <a:pt x="25666" y="1329963"/>
                  </a:lnTo>
                  <a:lnTo>
                    <a:pt x="29482" y="1332391"/>
                  </a:lnTo>
                  <a:lnTo>
                    <a:pt x="31216" y="1333258"/>
                  </a:lnTo>
                  <a:lnTo>
                    <a:pt x="34684" y="1333952"/>
                  </a:lnTo>
                  <a:lnTo>
                    <a:pt x="37112" y="1329790"/>
                  </a:lnTo>
                  <a:lnTo>
                    <a:pt x="36418" y="1322333"/>
                  </a:lnTo>
                  <a:lnTo>
                    <a:pt x="24973" y="1299441"/>
                  </a:lnTo>
                  <a:close/>
                  <a:moveTo>
                    <a:pt x="734090" y="844039"/>
                  </a:moveTo>
                  <a:lnTo>
                    <a:pt x="742241" y="843518"/>
                  </a:lnTo>
                  <a:lnTo>
                    <a:pt x="749177" y="841090"/>
                  </a:lnTo>
                  <a:lnTo>
                    <a:pt x="751258" y="829991"/>
                  </a:lnTo>
                  <a:lnTo>
                    <a:pt x="744842" y="816811"/>
                  </a:lnTo>
                  <a:lnTo>
                    <a:pt x="736518" y="804672"/>
                  </a:lnTo>
                  <a:lnTo>
                    <a:pt x="726633" y="782995"/>
                  </a:lnTo>
                  <a:lnTo>
                    <a:pt x="720216" y="791319"/>
                  </a:lnTo>
                  <a:lnTo>
                    <a:pt x="717441" y="809528"/>
                  </a:lnTo>
                  <a:lnTo>
                    <a:pt x="720390" y="842131"/>
                  </a:lnTo>
                  <a:lnTo>
                    <a:pt x="726633" y="847333"/>
                  </a:lnTo>
                  <a:lnTo>
                    <a:pt x="734090" y="844039"/>
                  </a:lnTo>
                  <a:close/>
                  <a:moveTo>
                    <a:pt x="705302" y="717095"/>
                  </a:moveTo>
                  <a:lnTo>
                    <a:pt x="696111" y="708770"/>
                  </a:lnTo>
                  <a:lnTo>
                    <a:pt x="689521" y="696631"/>
                  </a:lnTo>
                  <a:lnTo>
                    <a:pt x="686572" y="694723"/>
                  </a:lnTo>
                  <a:lnTo>
                    <a:pt x="681717" y="697151"/>
                  </a:lnTo>
                  <a:lnTo>
                    <a:pt x="667670" y="716401"/>
                  </a:lnTo>
                  <a:lnTo>
                    <a:pt x="644778" y="725592"/>
                  </a:lnTo>
                  <a:lnTo>
                    <a:pt x="639402" y="732876"/>
                  </a:lnTo>
                  <a:lnTo>
                    <a:pt x="646339" y="748657"/>
                  </a:lnTo>
                  <a:lnTo>
                    <a:pt x="649807" y="747443"/>
                  </a:lnTo>
                  <a:lnTo>
                    <a:pt x="661947" y="752646"/>
                  </a:lnTo>
                  <a:lnTo>
                    <a:pt x="673219" y="759236"/>
                  </a:lnTo>
                  <a:lnTo>
                    <a:pt x="673219" y="762184"/>
                  </a:lnTo>
                  <a:lnTo>
                    <a:pt x="681196" y="762878"/>
                  </a:lnTo>
                  <a:lnTo>
                    <a:pt x="686572" y="762357"/>
                  </a:lnTo>
                  <a:lnTo>
                    <a:pt x="691949" y="758369"/>
                  </a:lnTo>
                  <a:lnTo>
                    <a:pt x="703741" y="742587"/>
                  </a:lnTo>
                  <a:lnTo>
                    <a:pt x="707036" y="735651"/>
                  </a:lnTo>
                  <a:lnTo>
                    <a:pt x="708770" y="728194"/>
                  </a:lnTo>
                  <a:lnTo>
                    <a:pt x="707730" y="720910"/>
                  </a:lnTo>
                  <a:lnTo>
                    <a:pt x="705302" y="717095"/>
                  </a:lnTo>
                  <a:close/>
                  <a:moveTo>
                    <a:pt x="708077" y="639055"/>
                  </a:moveTo>
                  <a:lnTo>
                    <a:pt x="705302" y="636280"/>
                  </a:lnTo>
                  <a:lnTo>
                    <a:pt x="701660" y="635587"/>
                  </a:lnTo>
                  <a:lnTo>
                    <a:pt x="696457" y="636280"/>
                  </a:lnTo>
                  <a:lnTo>
                    <a:pt x="671138" y="645992"/>
                  </a:lnTo>
                  <a:lnTo>
                    <a:pt x="657264" y="648940"/>
                  </a:lnTo>
                  <a:lnTo>
                    <a:pt x="646686" y="644952"/>
                  </a:lnTo>
                  <a:lnTo>
                    <a:pt x="637148" y="648593"/>
                  </a:lnTo>
                  <a:lnTo>
                    <a:pt x="628650" y="654143"/>
                  </a:lnTo>
                  <a:lnTo>
                    <a:pt x="622407" y="662467"/>
                  </a:lnTo>
                  <a:lnTo>
                    <a:pt x="620152" y="674260"/>
                  </a:lnTo>
                  <a:lnTo>
                    <a:pt x="621540" y="686746"/>
                  </a:lnTo>
                  <a:lnTo>
                    <a:pt x="625528" y="696804"/>
                  </a:lnTo>
                  <a:lnTo>
                    <a:pt x="632292" y="703048"/>
                  </a:lnTo>
                  <a:lnTo>
                    <a:pt x="641310" y="704088"/>
                  </a:lnTo>
                  <a:lnTo>
                    <a:pt x="650501" y="699926"/>
                  </a:lnTo>
                  <a:lnTo>
                    <a:pt x="657264" y="691602"/>
                  </a:lnTo>
                  <a:lnTo>
                    <a:pt x="661426" y="680503"/>
                  </a:lnTo>
                  <a:lnTo>
                    <a:pt x="662987" y="667843"/>
                  </a:lnTo>
                  <a:lnTo>
                    <a:pt x="667323" y="665415"/>
                  </a:lnTo>
                  <a:lnTo>
                    <a:pt x="677034" y="667496"/>
                  </a:lnTo>
                  <a:lnTo>
                    <a:pt x="687613" y="667496"/>
                  </a:lnTo>
                  <a:lnTo>
                    <a:pt x="694376" y="658652"/>
                  </a:lnTo>
                  <a:lnTo>
                    <a:pt x="698365" y="660906"/>
                  </a:lnTo>
                  <a:lnTo>
                    <a:pt x="707210" y="663334"/>
                  </a:lnTo>
                  <a:lnTo>
                    <a:pt x="710851" y="665068"/>
                  </a:lnTo>
                  <a:lnTo>
                    <a:pt x="710505" y="645125"/>
                  </a:lnTo>
                  <a:lnTo>
                    <a:pt x="708077" y="639055"/>
                  </a:lnTo>
                  <a:close/>
                  <a:moveTo>
                    <a:pt x="827564" y="349096"/>
                  </a:moveTo>
                  <a:lnTo>
                    <a:pt x="835888" y="368519"/>
                  </a:lnTo>
                  <a:lnTo>
                    <a:pt x="840050" y="373722"/>
                  </a:lnTo>
                  <a:lnTo>
                    <a:pt x="844385" y="375976"/>
                  </a:lnTo>
                  <a:lnTo>
                    <a:pt x="847680" y="379098"/>
                  </a:lnTo>
                  <a:lnTo>
                    <a:pt x="850975" y="379791"/>
                  </a:lnTo>
                  <a:lnTo>
                    <a:pt x="857739" y="380485"/>
                  </a:lnTo>
                  <a:lnTo>
                    <a:pt x="862074" y="384300"/>
                  </a:lnTo>
                  <a:lnTo>
                    <a:pt x="881844" y="387595"/>
                  </a:lnTo>
                  <a:lnTo>
                    <a:pt x="887220" y="389156"/>
                  </a:lnTo>
                  <a:lnTo>
                    <a:pt x="885833" y="393838"/>
                  </a:lnTo>
                  <a:lnTo>
                    <a:pt x="885659" y="402163"/>
                  </a:lnTo>
                  <a:lnTo>
                    <a:pt x="888781" y="407712"/>
                  </a:lnTo>
                  <a:lnTo>
                    <a:pt x="892596" y="412568"/>
                  </a:lnTo>
                  <a:lnTo>
                    <a:pt x="901614" y="414649"/>
                  </a:lnTo>
                  <a:lnTo>
                    <a:pt x="903695" y="417597"/>
                  </a:lnTo>
                  <a:lnTo>
                    <a:pt x="906643" y="415169"/>
                  </a:lnTo>
                  <a:lnTo>
                    <a:pt x="909591" y="405978"/>
                  </a:lnTo>
                  <a:lnTo>
                    <a:pt x="908204" y="398694"/>
                  </a:lnTo>
                  <a:lnTo>
                    <a:pt x="904215" y="393318"/>
                  </a:lnTo>
                  <a:lnTo>
                    <a:pt x="901961" y="384994"/>
                  </a:lnTo>
                  <a:lnTo>
                    <a:pt x="897279" y="378404"/>
                  </a:lnTo>
                  <a:lnTo>
                    <a:pt x="889128" y="377884"/>
                  </a:lnTo>
                  <a:lnTo>
                    <a:pt x="882018" y="374589"/>
                  </a:lnTo>
                  <a:lnTo>
                    <a:pt x="873520" y="365744"/>
                  </a:lnTo>
                  <a:lnTo>
                    <a:pt x="873520" y="360715"/>
                  </a:lnTo>
                  <a:lnTo>
                    <a:pt x="876468" y="357247"/>
                  </a:lnTo>
                  <a:lnTo>
                    <a:pt x="883578" y="356726"/>
                  </a:lnTo>
                  <a:lnTo>
                    <a:pt x="888954" y="351350"/>
                  </a:lnTo>
                  <a:lnTo>
                    <a:pt x="887047" y="345107"/>
                  </a:lnTo>
                  <a:lnTo>
                    <a:pt x="882191" y="346495"/>
                  </a:lnTo>
                  <a:lnTo>
                    <a:pt x="878376" y="346668"/>
                  </a:lnTo>
                  <a:lnTo>
                    <a:pt x="876815" y="342506"/>
                  </a:lnTo>
                  <a:lnTo>
                    <a:pt x="871959" y="340078"/>
                  </a:lnTo>
                  <a:lnTo>
                    <a:pt x="864502" y="344067"/>
                  </a:lnTo>
                  <a:lnTo>
                    <a:pt x="857912" y="346321"/>
                  </a:lnTo>
                  <a:lnTo>
                    <a:pt x="850628" y="341465"/>
                  </a:lnTo>
                  <a:lnTo>
                    <a:pt x="841611" y="338170"/>
                  </a:lnTo>
                  <a:lnTo>
                    <a:pt x="831726" y="341465"/>
                  </a:lnTo>
                  <a:lnTo>
                    <a:pt x="827564" y="349096"/>
                  </a:lnTo>
                  <a:close/>
                  <a:moveTo>
                    <a:pt x="845426" y="401469"/>
                  </a:moveTo>
                  <a:lnTo>
                    <a:pt x="844732" y="396613"/>
                  </a:lnTo>
                  <a:lnTo>
                    <a:pt x="842824" y="392451"/>
                  </a:lnTo>
                  <a:lnTo>
                    <a:pt x="839530" y="387942"/>
                  </a:lnTo>
                  <a:lnTo>
                    <a:pt x="832593" y="386035"/>
                  </a:lnTo>
                  <a:lnTo>
                    <a:pt x="822708" y="386902"/>
                  </a:lnTo>
                  <a:lnTo>
                    <a:pt x="815944" y="383780"/>
                  </a:lnTo>
                  <a:lnTo>
                    <a:pt x="810915" y="384474"/>
                  </a:lnTo>
                  <a:lnTo>
                    <a:pt x="804845" y="388462"/>
                  </a:lnTo>
                  <a:lnTo>
                    <a:pt x="803458" y="392798"/>
                  </a:lnTo>
                  <a:lnTo>
                    <a:pt x="806753" y="393838"/>
                  </a:lnTo>
                  <a:lnTo>
                    <a:pt x="810221" y="393145"/>
                  </a:lnTo>
                  <a:lnTo>
                    <a:pt x="812476" y="394359"/>
                  </a:lnTo>
                  <a:lnTo>
                    <a:pt x="806926" y="398694"/>
                  </a:lnTo>
                  <a:lnTo>
                    <a:pt x="807967" y="400775"/>
                  </a:lnTo>
                  <a:lnTo>
                    <a:pt x="811782" y="400602"/>
                  </a:lnTo>
                  <a:lnTo>
                    <a:pt x="814730" y="402163"/>
                  </a:lnTo>
                  <a:lnTo>
                    <a:pt x="815944" y="406325"/>
                  </a:lnTo>
                  <a:lnTo>
                    <a:pt x="819586" y="406672"/>
                  </a:lnTo>
                  <a:lnTo>
                    <a:pt x="823748" y="404590"/>
                  </a:lnTo>
                  <a:lnTo>
                    <a:pt x="826870" y="406672"/>
                  </a:lnTo>
                  <a:lnTo>
                    <a:pt x="833807" y="414302"/>
                  </a:lnTo>
                  <a:lnTo>
                    <a:pt x="837969" y="415863"/>
                  </a:lnTo>
                  <a:lnTo>
                    <a:pt x="841957" y="413608"/>
                  </a:lnTo>
                  <a:lnTo>
                    <a:pt x="845252" y="410660"/>
                  </a:lnTo>
                  <a:lnTo>
                    <a:pt x="845426" y="401469"/>
                  </a:lnTo>
                  <a:close/>
                  <a:moveTo>
                    <a:pt x="784555" y="576797"/>
                  </a:moveTo>
                  <a:lnTo>
                    <a:pt x="777098" y="572635"/>
                  </a:lnTo>
                  <a:lnTo>
                    <a:pt x="767907" y="573676"/>
                  </a:lnTo>
                  <a:lnTo>
                    <a:pt x="756634" y="579399"/>
                  </a:lnTo>
                  <a:lnTo>
                    <a:pt x="754380" y="586856"/>
                  </a:lnTo>
                  <a:lnTo>
                    <a:pt x="759756" y="596741"/>
                  </a:lnTo>
                  <a:lnTo>
                    <a:pt x="766173" y="605759"/>
                  </a:lnTo>
                  <a:lnTo>
                    <a:pt x="777792" y="618938"/>
                  </a:lnTo>
                  <a:lnTo>
                    <a:pt x="777445" y="622754"/>
                  </a:lnTo>
                  <a:lnTo>
                    <a:pt x="779179" y="628303"/>
                  </a:lnTo>
                  <a:lnTo>
                    <a:pt x="786116" y="628824"/>
                  </a:lnTo>
                  <a:lnTo>
                    <a:pt x="794440" y="624141"/>
                  </a:lnTo>
                  <a:lnTo>
                    <a:pt x="797041" y="615123"/>
                  </a:lnTo>
                  <a:lnTo>
                    <a:pt x="796868" y="604544"/>
                  </a:lnTo>
                  <a:lnTo>
                    <a:pt x="801724" y="598995"/>
                  </a:lnTo>
                  <a:lnTo>
                    <a:pt x="809354" y="599342"/>
                  </a:lnTo>
                  <a:lnTo>
                    <a:pt x="814904" y="595873"/>
                  </a:lnTo>
                  <a:lnTo>
                    <a:pt x="816811" y="587029"/>
                  </a:lnTo>
                  <a:lnTo>
                    <a:pt x="812996" y="572288"/>
                  </a:lnTo>
                  <a:lnTo>
                    <a:pt x="823401" y="565525"/>
                  </a:lnTo>
                  <a:lnTo>
                    <a:pt x="822534" y="559629"/>
                  </a:lnTo>
                  <a:lnTo>
                    <a:pt x="818892" y="554253"/>
                  </a:lnTo>
                  <a:lnTo>
                    <a:pt x="815077" y="552172"/>
                  </a:lnTo>
                  <a:lnTo>
                    <a:pt x="810221" y="552692"/>
                  </a:lnTo>
                  <a:lnTo>
                    <a:pt x="800163" y="552518"/>
                  </a:lnTo>
                  <a:lnTo>
                    <a:pt x="792706" y="559802"/>
                  </a:lnTo>
                  <a:lnTo>
                    <a:pt x="794267" y="570901"/>
                  </a:lnTo>
                  <a:lnTo>
                    <a:pt x="792186" y="576624"/>
                  </a:lnTo>
                  <a:lnTo>
                    <a:pt x="784555" y="576797"/>
                  </a:lnTo>
                  <a:close/>
                  <a:moveTo>
                    <a:pt x="773283" y="1089602"/>
                  </a:moveTo>
                  <a:lnTo>
                    <a:pt x="768080" y="1087001"/>
                  </a:lnTo>
                  <a:lnTo>
                    <a:pt x="756981" y="1088735"/>
                  </a:lnTo>
                  <a:lnTo>
                    <a:pt x="730274" y="1083186"/>
                  </a:lnTo>
                  <a:lnTo>
                    <a:pt x="724552" y="1087001"/>
                  </a:lnTo>
                  <a:lnTo>
                    <a:pt x="724205" y="1091683"/>
                  </a:lnTo>
                  <a:lnTo>
                    <a:pt x="720910" y="1096192"/>
                  </a:lnTo>
                  <a:lnTo>
                    <a:pt x="721430" y="1101221"/>
                  </a:lnTo>
                  <a:lnTo>
                    <a:pt x="726806" y="1109025"/>
                  </a:lnTo>
                  <a:lnTo>
                    <a:pt x="742761" y="1115615"/>
                  </a:lnTo>
                  <a:lnTo>
                    <a:pt x="747617" y="1114922"/>
                  </a:lnTo>
                  <a:lnTo>
                    <a:pt x="749004" y="1110239"/>
                  </a:lnTo>
                  <a:lnTo>
                    <a:pt x="751605" y="1110066"/>
                  </a:lnTo>
                  <a:lnTo>
                    <a:pt x="754900" y="1115095"/>
                  </a:lnTo>
                  <a:lnTo>
                    <a:pt x="758369" y="1116656"/>
                  </a:lnTo>
                  <a:lnTo>
                    <a:pt x="762704" y="1113014"/>
                  </a:lnTo>
                  <a:lnTo>
                    <a:pt x="770161" y="1112147"/>
                  </a:lnTo>
                  <a:lnTo>
                    <a:pt x="773803" y="1106771"/>
                  </a:lnTo>
                  <a:lnTo>
                    <a:pt x="772589" y="1100007"/>
                  </a:lnTo>
                  <a:lnTo>
                    <a:pt x="773283" y="1089602"/>
                  </a:lnTo>
                  <a:close/>
                  <a:moveTo>
                    <a:pt x="931269" y="550958"/>
                  </a:moveTo>
                  <a:lnTo>
                    <a:pt x="921557" y="553906"/>
                  </a:lnTo>
                  <a:lnTo>
                    <a:pt x="920864" y="557895"/>
                  </a:lnTo>
                  <a:lnTo>
                    <a:pt x="918262" y="560496"/>
                  </a:lnTo>
                  <a:lnTo>
                    <a:pt x="915488" y="563964"/>
                  </a:lnTo>
                  <a:lnTo>
                    <a:pt x="899706" y="569687"/>
                  </a:lnTo>
                  <a:lnTo>
                    <a:pt x="887394" y="570554"/>
                  </a:lnTo>
                  <a:lnTo>
                    <a:pt x="883232" y="575583"/>
                  </a:lnTo>
                  <a:lnTo>
                    <a:pt x="887914" y="581653"/>
                  </a:lnTo>
                  <a:lnTo>
                    <a:pt x="897105" y="584775"/>
                  </a:lnTo>
                  <a:lnTo>
                    <a:pt x="908551" y="582867"/>
                  </a:lnTo>
                  <a:lnTo>
                    <a:pt x="918609" y="577838"/>
                  </a:lnTo>
                  <a:lnTo>
                    <a:pt x="941501" y="574196"/>
                  </a:lnTo>
                  <a:lnTo>
                    <a:pt x="944796" y="575930"/>
                  </a:lnTo>
                  <a:lnTo>
                    <a:pt x="966474" y="587896"/>
                  </a:lnTo>
                  <a:lnTo>
                    <a:pt x="968554" y="591712"/>
                  </a:lnTo>
                  <a:lnTo>
                    <a:pt x="966127" y="597088"/>
                  </a:lnTo>
                  <a:lnTo>
                    <a:pt x="961271" y="602637"/>
                  </a:lnTo>
                  <a:lnTo>
                    <a:pt x="969595" y="605759"/>
                  </a:lnTo>
                  <a:lnTo>
                    <a:pt x="984856" y="591712"/>
                  </a:lnTo>
                  <a:lnTo>
                    <a:pt x="983295" y="571768"/>
                  </a:lnTo>
                  <a:lnTo>
                    <a:pt x="968554" y="566566"/>
                  </a:lnTo>
                  <a:lnTo>
                    <a:pt x="957629" y="566392"/>
                  </a:lnTo>
                  <a:lnTo>
                    <a:pt x="952600" y="564831"/>
                  </a:lnTo>
                  <a:lnTo>
                    <a:pt x="951559" y="560496"/>
                  </a:lnTo>
                  <a:lnTo>
                    <a:pt x="951039" y="554946"/>
                  </a:lnTo>
                  <a:lnTo>
                    <a:pt x="952426" y="550611"/>
                  </a:lnTo>
                  <a:lnTo>
                    <a:pt x="964219" y="542807"/>
                  </a:lnTo>
                  <a:lnTo>
                    <a:pt x="970982" y="541940"/>
                  </a:lnTo>
                  <a:lnTo>
                    <a:pt x="972023" y="536390"/>
                  </a:lnTo>
                  <a:lnTo>
                    <a:pt x="962138" y="526505"/>
                  </a:lnTo>
                  <a:lnTo>
                    <a:pt x="948264" y="519568"/>
                  </a:lnTo>
                  <a:lnTo>
                    <a:pt x="934911" y="516273"/>
                  </a:lnTo>
                  <a:lnTo>
                    <a:pt x="926413" y="520609"/>
                  </a:lnTo>
                  <a:lnTo>
                    <a:pt x="929015" y="529974"/>
                  </a:lnTo>
                  <a:lnTo>
                    <a:pt x="935084" y="538298"/>
                  </a:lnTo>
                  <a:lnTo>
                    <a:pt x="934737" y="545235"/>
                  </a:lnTo>
                  <a:lnTo>
                    <a:pt x="931269" y="550958"/>
                  </a:lnTo>
                  <a:close/>
                  <a:moveTo>
                    <a:pt x="835194" y="634200"/>
                  </a:moveTo>
                  <a:lnTo>
                    <a:pt x="833286" y="630211"/>
                  </a:lnTo>
                  <a:lnTo>
                    <a:pt x="827737" y="622580"/>
                  </a:lnTo>
                  <a:lnTo>
                    <a:pt x="820280" y="619285"/>
                  </a:lnTo>
                  <a:lnTo>
                    <a:pt x="814383" y="624141"/>
                  </a:lnTo>
                  <a:lnTo>
                    <a:pt x="803111" y="628997"/>
                  </a:lnTo>
                  <a:lnTo>
                    <a:pt x="783861" y="632119"/>
                  </a:lnTo>
                  <a:lnTo>
                    <a:pt x="776231" y="638535"/>
                  </a:lnTo>
                  <a:lnTo>
                    <a:pt x="785769" y="644084"/>
                  </a:lnTo>
                  <a:lnTo>
                    <a:pt x="798776" y="648940"/>
                  </a:lnTo>
                  <a:lnTo>
                    <a:pt x="808834" y="657611"/>
                  </a:lnTo>
                  <a:lnTo>
                    <a:pt x="817852" y="662814"/>
                  </a:lnTo>
                  <a:lnTo>
                    <a:pt x="827043" y="660386"/>
                  </a:lnTo>
                  <a:lnTo>
                    <a:pt x="831726" y="655357"/>
                  </a:lnTo>
                  <a:lnTo>
                    <a:pt x="830165" y="642697"/>
                  </a:lnTo>
                  <a:lnTo>
                    <a:pt x="832766" y="636627"/>
                  </a:lnTo>
                  <a:lnTo>
                    <a:pt x="835194" y="634200"/>
                  </a:lnTo>
                  <a:close/>
                  <a:moveTo>
                    <a:pt x="776925" y="679462"/>
                  </a:moveTo>
                  <a:lnTo>
                    <a:pt x="784035" y="692469"/>
                  </a:lnTo>
                  <a:lnTo>
                    <a:pt x="785422" y="700446"/>
                  </a:lnTo>
                  <a:lnTo>
                    <a:pt x="790972" y="704435"/>
                  </a:lnTo>
                  <a:lnTo>
                    <a:pt x="796695" y="703915"/>
                  </a:lnTo>
                  <a:lnTo>
                    <a:pt x="799469" y="702527"/>
                  </a:lnTo>
                  <a:lnTo>
                    <a:pt x="803632" y="698885"/>
                  </a:lnTo>
                  <a:lnTo>
                    <a:pt x="811956" y="699059"/>
                  </a:lnTo>
                  <a:lnTo>
                    <a:pt x="819066" y="709464"/>
                  </a:lnTo>
                  <a:lnTo>
                    <a:pt x="828084" y="718482"/>
                  </a:lnTo>
                  <a:lnTo>
                    <a:pt x="837969" y="717442"/>
                  </a:lnTo>
                  <a:lnTo>
                    <a:pt x="842478" y="708424"/>
                  </a:lnTo>
                  <a:lnTo>
                    <a:pt x="842131" y="698365"/>
                  </a:lnTo>
                  <a:lnTo>
                    <a:pt x="839530" y="690041"/>
                  </a:lnTo>
                  <a:lnTo>
                    <a:pt x="838836" y="683798"/>
                  </a:lnTo>
                  <a:lnTo>
                    <a:pt x="839356" y="679115"/>
                  </a:lnTo>
                  <a:lnTo>
                    <a:pt x="836581" y="673913"/>
                  </a:lnTo>
                  <a:lnTo>
                    <a:pt x="831379" y="669231"/>
                  </a:lnTo>
                  <a:lnTo>
                    <a:pt x="823748" y="667323"/>
                  </a:lnTo>
                  <a:lnTo>
                    <a:pt x="814557" y="666629"/>
                  </a:lnTo>
                  <a:lnTo>
                    <a:pt x="807794" y="663161"/>
                  </a:lnTo>
                  <a:lnTo>
                    <a:pt x="803111" y="658132"/>
                  </a:lnTo>
                  <a:lnTo>
                    <a:pt x="795827" y="654837"/>
                  </a:lnTo>
                  <a:lnTo>
                    <a:pt x="786116" y="653276"/>
                  </a:lnTo>
                  <a:lnTo>
                    <a:pt x="777792" y="654143"/>
                  </a:lnTo>
                  <a:lnTo>
                    <a:pt x="772069" y="657091"/>
                  </a:lnTo>
                  <a:lnTo>
                    <a:pt x="765999" y="657091"/>
                  </a:lnTo>
                  <a:lnTo>
                    <a:pt x="758542" y="655184"/>
                  </a:lnTo>
                  <a:lnTo>
                    <a:pt x="761837" y="662987"/>
                  </a:lnTo>
                  <a:lnTo>
                    <a:pt x="776925" y="679462"/>
                  </a:lnTo>
                  <a:close/>
                  <a:moveTo>
                    <a:pt x="895371" y="517314"/>
                  </a:moveTo>
                  <a:lnTo>
                    <a:pt x="898319" y="514886"/>
                  </a:lnTo>
                  <a:lnTo>
                    <a:pt x="900920" y="505175"/>
                  </a:lnTo>
                  <a:lnTo>
                    <a:pt x="900747" y="501186"/>
                  </a:lnTo>
                  <a:lnTo>
                    <a:pt x="896238" y="499278"/>
                  </a:lnTo>
                  <a:lnTo>
                    <a:pt x="882885" y="499278"/>
                  </a:lnTo>
                  <a:lnTo>
                    <a:pt x="876815" y="502573"/>
                  </a:lnTo>
                  <a:lnTo>
                    <a:pt x="875254" y="511591"/>
                  </a:lnTo>
                  <a:lnTo>
                    <a:pt x="879069" y="520089"/>
                  </a:lnTo>
                  <a:lnTo>
                    <a:pt x="888434" y="520436"/>
                  </a:lnTo>
                  <a:lnTo>
                    <a:pt x="895371" y="517314"/>
                  </a:lnTo>
                  <a:close/>
                  <a:moveTo>
                    <a:pt x="1722761" y="1362913"/>
                  </a:moveTo>
                  <a:lnTo>
                    <a:pt x="1718252" y="1358924"/>
                  </a:lnTo>
                  <a:lnTo>
                    <a:pt x="1708367" y="1342623"/>
                  </a:lnTo>
                  <a:lnTo>
                    <a:pt x="1706980" y="1332911"/>
                  </a:lnTo>
                  <a:lnTo>
                    <a:pt x="1709581" y="1324240"/>
                  </a:lnTo>
                  <a:lnTo>
                    <a:pt x="1707673" y="1320252"/>
                  </a:lnTo>
                  <a:lnTo>
                    <a:pt x="1706460" y="1320599"/>
                  </a:lnTo>
                  <a:lnTo>
                    <a:pt x="1704378" y="1323026"/>
                  </a:lnTo>
                  <a:lnTo>
                    <a:pt x="1700737" y="1324240"/>
                  </a:lnTo>
                  <a:lnTo>
                    <a:pt x="1697962" y="1323373"/>
                  </a:lnTo>
                  <a:lnTo>
                    <a:pt x="1695534" y="1324240"/>
                  </a:lnTo>
                  <a:lnTo>
                    <a:pt x="1695014" y="1328056"/>
                  </a:lnTo>
                  <a:lnTo>
                    <a:pt x="1695361" y="1332391"/>
                  </a:lnTo>
                  <a:lnTo>
                    <a:pt x="1694147" y="1336206"/>
                  </a:lnTo>
                  <a:lnTo>
                    <a:pt x="1696054" y="1342623"/>
                  </a:lnTo>
                  <a:lnTo>
                    <a:pt x="1698482" y="1345571"/>
                  </a:lnTo>
                  <a:lnTo>
                    <a:pt x="1701430" y="1347652"/>
                  </a:lnTo>
                  <a:lnTo>
                    <a:pt x="1703164" y="1355456"/>
                  </a:lnTo>
                  <a:lnTo>
                    <a:pt x="1705766" y="1361873"/>
                  </a:lnTo>
                  <a:lnTo>
                    <a:pt x="1707673" y="1364821"/>
                  </a:lnTo>
                  <a:lnTo>
                    <a:pt x="1718252" y="1367249"/>
                  </a:lnTo>
                  <a:lnTo>
                    <a:pt x="1729178" y="1372625"/>
                  </a:lnTo>
                  <a:lnTo>
                    <a:pt x="1730045" y="1367942"/>
                  </a:lnTo>
                  <a:lnTo>
                    <a:pt x="1727964" y="1364821"/>
                  </a:lnTo>
                  <a:lnTo>
                    <a:pt x="1722761" y="1362913"/>
                  </a:lnTo>
                  <a:close/>
                  <a:moveTo>
                    <a:pt x="1649578" y="922772"/>
                  </a:moveTo>
                  <a:lnTo>
                    <a:pt x="1636918" y="921731"/>
                  </a:lnTo>
                  <a:lnTo>
                    <a:pt x="1612639" y="924679"/>
                  </a:lnTo>
                  <a:lnTo>
                    <a:pt x="1587319" y="929362"/>
                  </a:lnTo>
                  <a:lnTo>
                    <a:pt x="1575007" y="934391"/>
                  </a:lnTo>
                  <a:lnTo>
                    <a:pt x="1564254" y="942368"/>
                  </a:lnTo>
                  <a:lnTo>
                    <a:pt x="1571538" y="947224"/>
                  </a:lnTo>
                  <a:lnTo>
                    <a:pt x="1574486" y="951386"/>
                  </a:lnTo>
                  <a:lnTo>
                    <a:pt x="1573793" y="955721"/>
                  </a:lnTo>
                  <a:lnTo>
                    <a:pt x="1569631" y="960924"/>
                  </a:lnTo>
                  <a:lnTo>
                    <a:pt x="1569631" y="967861"/>
                  </a:lnTo>
                  <a:lnTo>
                    <a:pt x="1588187" y="980347"/>
                  </a:lnTo>
                  <a:lnTo>
                    <a:pt x="1597204" y="984856"/>
                  </a:lnTo>
                  <a:lnTo>
                    <a:pt x="1609517" y="986590"/>
                  </a:lnTo>
                  <a:lnTo>
                    <a:pt x="1641427" y="980694"/>
                  </a:lnTo>
                  <a:lnTo>
                    <a:pt x="1655647" y="974798"/>
                  </a:lnTo>
                  <a:lnTo>
                    <a:pt x="1665879" y="960577"/>
                  </a:lnTo>
                  <a:lnTo>
                    <a:pt x="1668480" y="943062"/>
                  </a:lnTo>
                  <a:lnTo>
                    <a:pt x="1659983" y="927801"/>
                  </a:lnTo>
                  <a:lnTo>
                    <a:pt x="1649578" y="922772"/>
                  </a:lnTo>
                  <a:close/>
                  <a:moveTo>
                    <a:pt x="1549687" y="1054918"/>
                  </a:moveTo>
                  <a:lnTo>
                    <a:pt x="1545005" y="1048848"/>
                  </a:lnTo>
                  <a:lnTo>
                    <a:pt x="1542404" y="1044513"/>
                  </a:lnTo>
                  <a:lnTo>
                    <a:pt x="1538762" y="1041391"/>
                  </a:lnTo>
                  <a:lnTo>
                    <a:pt x="1530958" y="1042258"/>
                  </a:lnTo>
                  <a:lnTo>
                    <a:pt x="1520379" y="1045553"/>
                  </a:lnTo>
                  <a:lnTo>
                    <a:pt x="1514309" y="1042952"/>
                  </a:lnTo>
                  <a:lnTo>
                    <a:pt x="1511361" y="1034454"/>
                  </a:lnTo>
                  <a:lnTo>
                    <a:pt x="1506332" y="1026824"/>
                  </a:lnTo>
                  <a:lnTo>
                    <a:pt x="1500783" y="1021448"/>
                  </a:lnTo>
                  <a:lnTo>
                    <a:pt x="1498355" y="1020581"/>
                  </a:lnTo>
                  <a:lnTo>
                    <a:pt x="1499048" y="1023009"/>
                  </a:lnTo>
                  <a:lnTo>
                    <a:pt x="1491418" y="1029425"/>
                  </a:lnTo>
                  <a:lnTo>
                    <a:pt x="1484308" y="1038096"/>
                  </a:lnTo>
                  <a:lnTo>
                    <a:pt x="1479799" y="1041218"/>
                  </a:lnTo>
                  <a:lnTo>
                    <a:pt x="1474076" y="1042432"/>
                  </a:lnTo>
                  <a:lnTo>
                    <a:pt x="1472168" y="1044166"/>
                  </a:lnTo>
                  <a:lnTo>
                    <a:pt x="1474423" y="1045727"/>
                  </a:lnTo>
                  <a:lnTo>
                    <a:pt x="1479452" y="1047461"/>
                  </a:lnTo>
                  <a:lnTo>
                    <a:pt x="1492458" y="1048675"/>
                  </a:lnTo>
                  <a:lnTo>
                    <a:pt x="1497661" y="1051797"/>
                  </a:lnTo>
                  <a:lnTo>
                    <a:pt x="1499569" y="1056479"/>
                  </a:lnTo>
                  <a:lnTo>
                    <a:pt x="1497314" y="1060294"/>
                  </a:lnTo>
                  <a:lnTo>
                    <a:pt x="1514309" y="1063763"/>
                  </a:lnTo>
                  <a:lnTo>
                    <a:pt x="1517084" y="1067578"/>
                  </a:lnTo>
                  <a:lnTo>
                    <a:pt x="1512228" y="1070873"/>
                  </a:lnTo>
                  <a:lnTo>
                    <a:pt x="1508413" y="1076769"/>
                  </a:lnTo>
                  <a:lnTo>
                    <a:pt x="1509107" y="1085093"/>
                  </a:lnTo>
                  <a:lnTo>
                    <a:pt x="1517084" y="1081451"/>
                  </a:lnTo>
                  <a:lnTo>
                    <a:pt x="1530784" y="1070699"/>
                  </a:lnTo>
                  <a:lnTo>
                    <a:pt x="1536334" y="1065150"/>
                  </a:lnTo>
                  <a:lnTo>
                    <a:pt x="1531651" y="1062375"/>
                  </a:lnTo>
                  <a:lnTo>
                    <a:pt x="1529570" y="1059774"/>
                  </a:lnTo>
                  <a:lnTo>
                    <a:pt x="1535120" y="1057519"/>
                  </a:lnTo>
                  <a:lnTo>
                    <a:pt x="1542750" y="1059254"/>
                  </a:lnTo>
                  <a:lnTo>
                    <a:pt x="1549340" y="1062549"/>
                  </a:lnTo>
                  <a:lnTo>
                    <a:pt x="1554023" y="1061508"/>
                  </a:lnTo>
                  <a:lnTo>
                    <a:pt x="1552462" y="1057173"/>
                  </a:lnTo>
                  <a:lnTo>
                    <a:pt x="1549687" y="1054918"/>
                  </a:lnTo>
                  <a:close/>
                  <a:moveTo>
                    <a:pt x="2085037" y="902828"/>
                  </a:moveTo>
                  <a:lnTo>
                    <a:pt x="2078794" y="901614"/>
                  </a:lnTo>
                  <a:lnTo>
                    <a:pt x="2078447" y="898319"/>
                  </a:lnTo>
                  <a:lnTo>
                    <a:pt x="2079834" y="891729"/>
                  </a:lnTo>
                  <a:lnTo>
                    <a:pt x="2068042" y="868838"/>
                  </a:lnTo>
                  <a:lnTo>
                    <a:pt x="2057983" y="861381"/>
                  </a:lnTo>
                  <a:lnTo>
                    <a:pt x="2043763" y="863288"/>
                  </a:lnTo>
                  <a:lnTo>
                    <a:pt x="2030756" y="869531"/>
                  </a:lnTo>
                  <a:lnTo>
                    <a:pt x="2026594" y="877509"/>
                  </a:lnTo>
                  <a:lnTo>
                    <a:pt x="2032144" y="884099"/>
                  </a:lnTo>
                  <a:lnTo>
                    <a:pt x="2038560" y="887567"/>
                  </a:lnTo>
                  <a:lnTo>
                    <a:pt x="2042375" y="893463"/>
                  </a:lnTo>
                  <a:lnTo>
                    <a:pt x="2045844" y="901441"/>
                  </a:lnTo>
                  <a:lnTo>
                    <a:pt x="2053474" y="907337"/>
                  </a:lnTo>
                  <a:lnTo>
                    <a:pt x="2064747" y="911152"/>
                  </a:lnTo>
                  <a:lnTo>
                    <a:pt x="2071857" y="915141"/>
                  </a:lnTo>
                  <a:lnTo>
                    <a:pt x="2074458" y="918956"/>
                  </a:lnTo>
                  <a:lnTo>
                    <a:pt x="2076019" y="920517"/>
                  </a:lnTo>
                  <a:lnTo>
                    <a:pt x="2082262" y="920170"/>
                  </a:lnTo>
                  <a:lnTo>
                    <a:pt x="2091974" y="916875"/>
                  </a:lnTo>
                  <a:lnTo>
                    <a:pt x="2093708" y="910979"/>
                  </a:lnTo>
                  <a:lnTo>
                    <a:pt x="2090239" y="905603"/>
                  </a:lnTo>
                  <a:lnTo>
                    <a:pt x="2085037" y="902828"/>
                  </a:lnTo>
                  <a:close/>
                  <a:moveTo>
                    <a:pt x="1873637" y="937512"/>
                  </a:moveTo>
                  <a:lnTo>
                    <a:pt x="1866527" y="937859"/>
                  </a:lnTo>
                  <a:lnTo>
                    <a:pt x="1859590" y="944796"/>
                  </a:lnTo>
                  <a:lnTo>
                    <a:pt x="1855948" y="945663"/>
                  </a:lnTo>
                  <a:lnTo>
                    <a:pt x="1855775" y="943235"/>
                  </a:lnTo>
                  <a:lnTo>
                    <a:pt x="1845023" y="940460"/>
                  </a:lnTo>
                  <a:lnTo>
                    <a:pt x="1839300" y="937165"/>
                  </a:lnTo>
                  <a:lnTo>
                    <a:pt x="1833750" y="934738"/>
                  </a:lnTo>
                  <a:lnTo>
                    <a:pt x="1829935" y="936819"/>
                  </a:lnTo>
                  <a:lnTo>
                    <a:pt x="1831322" y="940981"/>
                  </a:lnTo>
                  <a:lnTo>
                    <a:pt x="1831843" y="946183"/>
                  </a:lnTo>
                  <a:lnTo>
                    <a:pt x="1829068" y="953293"/>
                  </a:lnTo>
                  <a:lnTo>
                    <a:pt x="1834271" y="957109"/>
                  </a:lnTo>
                  <a:lnTo>
                    <a:pt x="1842768" y="962485"/>
                  </a:lnTo>
                  <a:lnTo>
                    <a:pt x="1840687" y="966300"/>
                  </a:lnTo>
                  <a:lnTo>
                    <a:pt x="1844329" y="971156"/>
                  </a:lnTo>
                  <a:lnTo>
                    <a:pt x="1852133" y="973757"/>
                  </a:lnTo>
                  <a:lnTo>
                    <a:pt x="1857336" y="979307"/>
                  </a:lnTo>
                  <a:lnTo>
                    <a:pt x="1857682" y="987284"/>
                  </a:lnTo>
                  <a:lnTo>
                    <a:pt x="1862018" y="989885"/>
                  </a:lnTo>
                  <a:lnTo>
                    <a:pt x="1874331" y="986070"/>
                  </a:lnTo>
                  <a:lnTo>
                    <a:pt x="1888378" y="976879"/>
                  </a:lnTo>
                  <a:lnTo>
                    <a:pt x="1894274" y="970636"/>
                  </a:lnTo>
                  <a:lnTo>
                    <a:pt x="1894274" y="965086"/>
                  </a:lnTo>
                  <a:lnTo>
                    <a:pt x="1890806" y="955721"/>
                  </a:lnTo>
                  <a:lnTo>
                    <a:pt x="1873637" y="937512"/>
                  </a:lnTo>
                  <a:close/>
                  <a:moveTo>
                    <a:pt x="2100125" y="474479"/>
                  </a:moveTo>
                  <a:lnTo>
                    <a:pt x="2100125" y="456964"/>
                  </a:lnTo>
                  <a:lnTo>
                    <a:pt x="2089719" y="431297"/>
                  </a:lnTo>
                  <a:lnTo>
                    <a:pt x="2041508" y="378751"/>
                  </a:lnTo>
                  <a:lnTo>
                    <a:pt x="2033184" y="361235"/>
                  </a:lnTo>
                  <a:lnTo>
                    <a:pt x="2026421" y="341292"/>
                  </a:lnTo>
                  <a:lnTo>
                    <a:pt x="2009079" y="323083"/>
                  </a:lnTo>
                  <a:lnTo>
                    <a:pt x="1990002" y="309209"/>
                  </a:lnTo>
                  <a:lnTo>
                    <a:pt x="1979597" y="290306"/>
                  </a:lnTo>
                  <a:lnTo>
                    <a:pt x="1976302" y="240014"/>
                  </a:lnTo>
                  <a:lnTo>
                    <a:pt x="1968498" y="215735"/>
                  </a:lnTo>
                  <a:lnTo>
                    <a:pt x="1952543" y="197006"/>
                  </a:lnTo>
                  <a:lnTo>
                    <a:pt x="1956706" y="176369"/>
                  </a:lnTo>
                  <a:lnTo>
                    <a:pt x="1912483" y="140644"/>
                  </a:lnTo>
                  <a:lnTo>
                    <a:pt x="1862885" y="122782"/>
                  </a:lnTo>
                  <a:lnTo>
                    <a:pt x="1834791" y="138390"/>
                  </a:lnTo>
                  <a:lnTo>
                    <a:pt x="1812246" y="162669"/>
                  </a:lnTo>
                  <a:lnTo>
                    <a:pt x="1787967" y="166137"/>
                  </a:lnTo>
                  <a:lnTo>
                    <a:pt x="1762301" y="166311"/>
                  </a:lnTo>
                  <a:lnTo>
                    <a:pt x="1734207" y="170126"/>
                  </a:lnTo>
                  <a:lnTo>
                    <a:pt x="1705766" y="169606"/>
                  </a:lnTo>
                  <a:lnTo>
                    <a:pt x="1692586" y="161802"/>
                  </a:lnTo>
                  <a:lnTo>
                    <a:pt x="1680793" y="152784"/>
                  </a:lnTo>
                  <a:lnTo>
                    <a:pt x="1667266" y="156252"/>
                  </a:lnTo>
                  <a:lnTo>
                    <a:pt x="1651138" y="156079"/>
                  </a:lnTo>
                  <a:lnTo>
                    <a:pt x="1627727" y="159894"/>
                  </a:lnTo>
                  <a:lnTo>
                    <a:pt x="1605529" y="173247"/>
                  </a:lnTo>
                  <a:lnTo>
                    <a:pt x="1576741" y="168912"/>
                  </a:lnTo>
                  <a:lnTo>
                    <a:pt x="1558185" y="148969"/>
                  </a:lnTo>
                  <a:lnTo>
                    <a:pt x="1559225" y="117579"/>
                  </a:lnTo>
                  <a:lnTo>
                    <a:pt x="1543444" y="99717"/>
                  </a:lnTo>
                  <a:lnTo>
                    <a:pt x="1538762" y="82028"/>
                  </a:lnTo>
                  <a:lnTo>
                    <a:pt x="1545698" y="54628"/>
                  </a:lnTo>
                  <a:lnTo>
                    <a:pt x="1530091" y="30869"/>
                  </a:lnTo>
                  <a:lnTo>
                    <a:pt x="1507373" y="32083"/>
                  </a:lnTo>
                  <a:lnTo>
                    <a:pt x="1501823" y="41794"/>
                  </a:lnTo>
                  <a:lnTo>
                    <a:pt x="1494193" y="49078"/>
                  </a:lnTo>
                  <a:lnTo>
                    <a:pt x="1489163" y="61564"/>
                  </a:lnTo>
                  <a:lnTo>
                    <a:pt x="1487256" y="75091"/>
                  </a:lnTo>
                  <a:lnTo>
                    <a:pt x="1463324" y="75438"/>
                  </a:lnTo>
                  <a:lnTo>
                    <a:pt x="1427079" y="26187"/>
                  </a:lnTo>
                  <a:lnTo>
                    <a:pt x="1403320" y="6763"/>
                  </a:lnTo>
                  <a:lnTo>
                    <a:pt x="1389793" y="1041"/>
                  </a:lnTo>
                  <a:lnTo>
                    <a:pt x="1375746" y="0"/>
                  </a:lnTo>
                  <a:lnTo>
                    <a:pt x="1362913" y="15261"/>
                  </a:lnTo>
                  <a:lnTo>
                    <a:pt x="1336727" y="12660"/>
                  </a:lnTo>
                  <a:lnTo>
                    <a:pt x="1317303" y="30175"/>
                  </a:lnTo>
                  <a:lnTo>
                    <a:pt x="1317303" y="43009"/>
                  </a:lnTo>
                  <a:lnTo>
                    <a:pt x="1317997" y="55841"/>
                  </a:lnTo>
                  <a:lnTo>
                    <a:pt x="1310887" y="66594"/>
                  </a:lnTo>
                  <a:lnTo>
                    <a:pt x="1301175" y="73704"/>
                  </a:lnTo>
                  <a:lnTo>
                    <a:pt x="1301696" y="83762"/>
                  </a:lnTo>
                  <a:lnTo>
                    <a:pt x="1303256" y="93474"/>
                  </a:lnTo>
                  <a:lnTo>
                    <a:pt x="1296840" y="107001"/>
                  </a:lnTo>
                  <a:lnTo>
                    <a:pt x="1286608" y="115845"/>
                  </a:lnTo>
                  <a:lnTo>
                    <a:pt x="1273948" y="121915"/>
                  </a:lnTo>
                  <a:lnTo>
                    <a:pt x="1260595" y="125730"/>
                  </a:lnTo>
                  <a:lnTo>
                    <a:pt x="1249323" y="132493"/>
                  </a:lnTo>
                  <a:lnTo>
                    <a:pt x="1238917" y="140124"/>
                  </a:lnTo>
                  <a:lnTo>
                    <a:pt x="1212904" y="143939"/>
                  </a:lnTo>
                  <a:lnTo>
                    <a:pt x="1188279" y="152784"/>
                  </a:lnTo>
                  <a:lnTo>
                    <a:pt x="1165214" y="158506"/>
                  </a:lnTo>
                  <a:lnTo>
                    <a:pt x="1145964" y="152090"/>
                  </a:lnTo>
                  <a:lnTo>
                    <a:pt x="1147004" y="126424"/>
                  </a:lnTo>
                  <a:lnTo>
                    <a:pt x="1152034" y="100931"/>
                  </a:lnTo>
                  <a:lnTo>
                    <a:pt x="1156543" y="66247"/>
                  </a:lnTo>
                  <a:lnTo>
                    <a:pt x="1134171" y="60177"/>
                  </a:lnTo>
                  <a:lnTo>
                    <a:pt x="1058907" y="81161"/>
                  </a:lnTo>
                  <a:lnTo>
                    <a:pt x="1042952" y="86364"/>
                  </a:lnTo>
                  <a:lnTo>
                    <a:pt x="1042778" y="86364"/>
                  </a:lnTo>
                  <a:lnTo>
                    <a:pt x="1057693" y="103186"/>
                  </a:lnTo>
                  <a:lnTo>
                    <a:pt x="1059600" y="110122"/>
                  </a:lnTo>
                  <a:lnTo>
                    <a:pt x="1052663" y="110642"/>
                  </a:lnTo>
                  <a:lnTo>
                    <a:pt x="1038963" y="106480"/>
                  </a:lnTo>
                  <a:lnTo>
                    <a:pt x="1027691" y="91740"/>
                  </a:lnTo>
                  <a:lnTo>
                    <a:pt x="1023182" y="87057"/>
                  </a:lnTo>
                  <a:lnTo>
                    <a:pt x="1006187" y="113070"/>
                  </a:lnTo>
                  <a:lnTo>
                    <a:pt x="999423" y="127638"/>
                  </a:lnTo>
                  <a:lnTo>
                    <a:pt x="996822" y="142378"/>
                  </a:lnTo>
                  <a:lnTo>
                    <a:pt x="998209" y="148969"/>
                  </a:lnTo>
                  <a:lnTo>
                    <a:pt x="1000637" y="155038"/>
                  </a:lnTo>
                  <a:lnTo>
                    <a:pt x="1001851" y="161281"/>
                  </a:lnTo>
                  <a:lnTo>
                    <a:pt x="999077" y="169085"/>
                  </a:lnTo>
                  <a:lnTo>
                    <a:pt x="994047" y="174635"/>
                  </a:lnTo>
                  <a:lnTo>
                    <a:pt x="989018" y="178450"/>
                  </a:lnTo>
                  <a:lnTo>
                    <a:pt x="984509" y="183479"/>
                  </a:lnTo>
                  <a:lnTo>
                    <a:pt x="980694" y="191977"/>
                  </a:lnTo>
                  <a:lnTo>
                    <a:pt x="986764" y="193191"/>
                  </a:lnTo>
                  <a:lnTo>
                    <a:pt x="989538" y="195098"/>
                  </a:lnTo>
                  <a:lnTo>
                    <a:pt x="991966" y="197179"/>
                  </a:lnTo>
                  <a:lnTo>
                    <a:pt x="996649" y="198914"/>
                  </a:lnTo>
                  <a:lnTo>
                    <a:pt x="982602" y="202382"/>
                  </a:lnTo>
                  <a:lnTo>
                    <a:pt x="966474" y="203249"/>
                  </a:lnTo>
                  <a:lnTo>
                    <a:pt x="952253" y="206544"/>
                  </a:lnTo>
                  <a:lnTo>
                    <a:pt x="943582" y="217296"/>
                  </a:lnTo>
                  <a:lnTo>
                    <a:pt x="965606" y="216949"/>
                  </a:lnTo>
                  <a:lnTo>
                    <a:pt x="975838" y="215215"/>
                  </a:lnTo>
                  <a:lnTo>
                    <a:pt x="985723" y="211227"/>
                  </a:lnTo>
                  <a:lnTo>
                    <a:pt x="984162" y="224406"/>
                  </a:lnTo>
                  <a:lnTo>
                    <a:pt x="988151" y="231864"/>
                  </a:lnTo>
                  <a:lnTo>
                    <a:pt x="996302" y="237587"/>
                  </a:lnTo>
                  <a:lnTo>
                    <a:pt x="994568" y="246258"/>
                  </a:lnTo>
                  <a:lnTo>
                    <a:pt x="990926" y="251460"/>
                  </a:lnTo>
                  <a:lnTo>
                    <a:pt x="987284" y="255275"/>
                  </a:lnTo>
                  <a:lnTo>
                    <a:pt x="985550" y="259958"/>
                  </a:lnTo>
                  <a:lnTo>
                    <a:pt x="991446" y="273658"/>
                  </a:lnTo>
                  <a:lnTo>
                    <a:pt x="1016765" y="303313"/>
                  </a:lnTo>
                  <a:lnTo>
                    <a:pt x="1024743" y="324644"/>
                  </a:lnTo>
                  <a:lnTo>
                    <a:pt x="1029772" y="329846"/>
                  </a:lnTo>
                  <a:lnTo>
                    <a:pt x="1036015" y="333315"/>
                  </a:lnTo>
                  <a:lnTo>
                    <a:pt x="1050583" y="336957"/>
                  </a:lnTo>
                  <a:lnTo>
                    <a:pt x="1054398" y="343026"/>
                  </a:lnTo>
                  <a:lnTo>
                    <a:pt x="1054745" y="359848"/>
                  </a:lnTo>
                  <a:lnTo>
                    <a:pt x="1052663" y="374936"/>
                  </a:lnTo>
                  <a:lnTo>
                    <a:pt x="1033761" y="419505"/>
                  </a:lnTo>
                  <a:lnTo>
                    <a:pt x="1025436" y="411007"/>
                  </a:lnTo>
                  <a:lnTo>
                    <a:pt x="1019887" y="401295"/>
                  </a:lnTo>
                  <a:lnTo>
                    <a:pt x="1018673" y="390890"/>
                  </a:lnTo>
                  <a:lnTo>
                    <a:pt x="1023182" y="380138"/>
                  </a:lnTo>
                  <a:lnTo>
                    <a:pt x="1017286" y="376843"/>
                  </a:lnTo>
                  <a:lnTo>
                    <a:pt x="1004279" y="376323"/>
                  </a:lnTo>
                  <a:lnTo>
                    <a:pt x="996822" y="373722"/>
                  </a:lnTo>
                  <a:lnTo>
                    <a:pt x="987631" y="368172"/>
                  </a:lnTo>
                  <a:lnTo>
                    <a:pt x="984856" y="365051"/>
                  </a:lnTo>
                  <a:lnTo>
                    <a:pt x="984162" y="359675"/>
                  </a:lnTo>
                  <a:lnTo>
                    <a:pt x="981041" y="347188"/>
                  </a:lnTo>
                  <a:lnTo>
                    <a:pt x="978613" y="345628"/>
                  </a:lnTo>
                  <a:lnTo>
                    <a:pt x="974971" y="347015"/>
                  </a:lnTo>
                  <a:lnTo>
                    <a:pt x="971850" y="347015"/>
                  </a:lnTo>
                  <a:lnTo>
                    <a:pt x="970289" y="341465"/>
                  </a:lnTo>
                  <a:lnTo>
                    <a:pt x="971156" y="335916"/>
                  </a:lnTo>
                  <a:lnTo>
                    <a:pt x="974624" y="327071"/>
                  </a:lnTo>
                  <a:lnTo>
                    <a:pt x="976705" y="309556"/>
                  </a:lnTo>
                  <a:lnTo>
                    <a:pt x="975665" y="300538"/>
                  </a:lnTo>
                  <a:lnTo>
                    <a:pt x="970115" y="289786"/>
                  </a:lnTo>
                  <a:lnTo>
                    <a:pt x="963872" y="311464"/>
                  </a:lnTo>
                  <a:lnTo>
                    <a:pt x="958323" y="322389"/>
                  </a:lnTo>
                  <a:lnTo>
                    <a:pt x="948438" y="328632"/>
                  </a:lnTo>
                  <a:lnTo>
                    <a:pt x="942195" y="313718"/>
                  </a:lnTo>
                  <a:lnTo>
                    <a:pt x="928148" y="306435"/>
                  </a:lnTo>
                  <a:lnTo>
                    <a:pt x="912366" y="308516"/>
                  </a:lnTo>
                  <a:lnTo>
                    <a:pt x="901267" y="321522"/>
                  </a:lnTo>
                  <a:lnTo>
                    <a:pt x="904042" y="337303"/>
                  </a:lnTo>
                  <a:lnTo>
                    <a:pt x="923985" y="363837"/>
                  </a:lnTo>
                  <a:lnTo>
                    <a:pt x="916702" y="373895"/>
                  </a:lnTo>
                  <a:lnTo>
                    <a:pt x="927627" y="388289"/>
                  </a:lnTo>
                  <a:lnTo>
                    <a:pt x="938553" y="387942"/>
                  </a:lnTo>
                  <a:lnTo>
                    <a:pt x="943929" y="375803"/>
                  </a:lnTo>
                  <a:lnTo>
                    <a:pt x="937859" y="354472"/>
                  </a:lnTo>
                  <a:lnTo>
                    <a:pt x="952600" y="359501"/>
                  </a:lnTo>
                  <a:lnTo>
                    <a:pt x="966127" y="371988"/>
                  </a:lnTo>
                  <a:lnTo>
                    <a:pt x="988151" y="402509"/>
                  </a:lnTo>
                  <a:lnTo>
                    <a:pt x="993874" y="422279"/>
                  </a:lnTo>
                  <a:lnTo>
                    <a:pt x="972196" y="443784"/>
                  </a:lnTo>
                  <a:lnTo>
                    <a:pt x="974451" y="464074"/>
                  </a:lnTo>
                  <a:lnTo>
                    <a:pt x="955028" y="459912"/>
                  </a:lnTo>
                  <a:lnTo>
                    <a:pt x="946357" y="459391"/>
                  </a:lnTo>
                  <a:lnTo>
                    <a:pt x="937512" y="463900"/>
                  </a:lnTo>
                  <a:lnTo>
                    <a:pt x="941327" y="472398"/>
                  </a:lnTo>
                  <a:lnTo>
                    <a:pt x="946183" y="479508"/>
                  </a:lnTo>
                  <a:lnTo>
                    <a:pt x="951906" y="485405"/>
                  </a:lnTo>
                  <a:lnTo>
                    <a:pt x="958669" y="490260"/>
                  </a:lnTo>
                  <a:lnTo>
                    <a:pt x="955375" y="491648"/>
                  </a:lnTo>
                  <a:lnTo>
                    <a:pt x="947917" y="496677"/>
                  </a:lnTo>
                  <a:lnTo>
                    <a:pt x="957629" y="503094"/>
                  </a:lnTo>
                  <a:lnTo>
                    <a:pt x="971156" y="507429"/>
                  </a:lnTo>
                  <a:lnTo>
                    <a:pt x="985203" y="506389"/>
                  </a:lnTo>
                  <a:lnTo>
                    <a:pt x="996128" y="496503"/>
                  </a:lnTo>
                  <a:lnTo>
                    <a:pt x="995955" y="487659"/>
                  </a:lnTo>
                  <a:lnTo>
                    <a:pt x="992140" y="476734"/>
                  </a:lnTo>
                  <a:lnTo>
                    <a:pt x="990926" y="467542"/>
                  </a:lnTo>
                  <a:lnTo>
                    <a:pt x="999077" y="464074"/>
                  </a:lnTo>
                  <a:lnTo>
                    <a:pt x="1004973" y="461993"/>
                  </a:lnTo>
                  <a:lnTo>
                    <a:pt x="1009135" y="457310"/>
                  </a:lnTo>
                  <a:lnTo>
                    <a:pt x="1014338" y="452801"/>
                  </a:lnTo>
                  <a:lnTo>
                    <a:pt x="1023182" y="451241"/>
                  </a:lnTo>
                  <a:lnTo>
                    <a:pt x="1042605" y="455923"/>
                  </a:lnTo>
                  <a:lnTo>
                    <a:pt x="1038096" y="464247"/>
                  </a:lnTo>
                  <a:lnTo>
                    <a:pt x="1023529" y="474306"/>
                  </a:lnTo>
                  <a:lnTo>
                    <a:pt x="1012777" y="484191"/>
                  </a:lnTo>
                  <a:lnTo>
                    <a:pt x="1011216" y="499799"/>
                  </a:lnTo>
                  <a:lnTo>
                    <a:pt x="1015898" y="518354"/>
                  </a:lnTo>
                  <a:lnTo>
                    <a:pt x="1024396" y="534136"/>
                  </a:lnTo>
                  <a:lnTo>
                    <a:pt x="1034107" y="541766"/>
                  </a:lnTo>
                  <a:lnTo>
                    <a:pt x="1024049" y="550611"/>
                  </a:lnTo>
                  <a:lnTo>
                    <a:pt x="1021448" y="557548"/>
                  </a:lnTo>
                  <a:lnTo>
                    <a:pt x="1023529" y="571595"/>
                  </a:lnTo>
                  <a:lnTo>
                    <a:pt x="1023182" y="578878"/>
                  </a:lnTo>
                  <a:lnTo>
                    <a:pt x="1021795" y="585295"/>
                  </a:lnTo>
                  <a:lnTo>
                    <a:pt x="1018500" y="592058"/>
                  </a:lnTo>
                  <a:lnTo>
                    <a:pt x="1012777" y="600729"/>
                  </a:lnTo>
                  <a:lnTo>
                    <a:pt x="996995" y="616511"/>
                  </a:lnTo>
                  <a:lnTo>
                    <a:pt x="991446" y="625875"/>
                  </a:lnTo>
                  <a:lnTo>
                    <a:pt x="994047" y="635934"/>
                  </a:lnTo>
                  <a:lnTo>
                    <a:pt x="1002198" y="640096"/>
                  </a:lnTo>
                  <a:lnTo>
                    <a:pt x="1018846" y="634546"/>
                  </a:lnTo>
                  <a:lnTo>
                    <a:pt x="1029425" y="634720"/>
                  </a:lnTo>
                  <a:lnTo>
                    <a:pt x="1030639" y="625008"/>
                  </a:lnTo>
                  <a:lnTo>
                    <a:pt x="1037229" y="621887"/>
                  </a:lnTo>
                  <a:lnTo>
                    <a:pt x="1057866" y="626569"/>
                  </a:lnTo>
                  <a:lnTo>
                    <a:pt x="1068098" y="623448"/>
                  </a:lnTo>
                  <a:lnTo>
                    <a:pt x="1074861" y="617378"/>
                  </a:lnTo>
                  <a:lnTo>
                    <a:pt x="1081972" y="614256"/>
                  </a:lnTo>
                  <a:lnTo>
                    <a:pt x="1092550" y="619632"/>
                  </a:lnTo>
                  <a:lnTo>
                    <a:pt x="1089255" y="624661"/>
                  </a:lnTo>
                  <a:lnTo>
                    <a:pt x="1085093" y="634546"/>
                  </a:lnTo>
                  <a:lnTo>
                    <a:pt x="1081972" y="639576"/>
                  </a:lnTo>
                  <a:lnTo>
                    <a:pt x="1086827" y="643217"/>
                  </a:lnTo>
                  <a:lnTo>
                    <a:pt x="1086827" y="645472"/>
                  </a:lnTo>
                  <a:lnTo>
                    <a:pt x="1102262" y="644084"/>
                  </a:lnTo>
                  <a:lnTo>
                    <a:pt x="1110239" y="633159"/>
                  </a:lnTo>
                  <a:lnTo>
                    <a:pt x="1118910" y="601076"/>
                  </a:lnTo>
                  <a:lnTo>
                    <a:pt x="1128102" y="582520"/>
                  </a:lnTo>
                  <a:lnTo>
                    <a:pt x="1129489" y="581306"/>
                  </a:lnTo>
                  <a:lnTo>
                    <a:pt x="1128275" y="572809"/>
                  </a:lnTo>
                  <a:lnTo>
                    <a:pt x="1123246" y="556854"/>
                  </a:lnTo>
                  <a:lnTo>
                    <a:pt x="1124113" y="549050"/>
                  </a:lnTo>
                  <a:lnTo>
                    <a:pt x="1132610" y="537257"/>
                  </a:lnTo>
                  <a:lnTo>
                    <a:pt x="1144056" y="531881"/>
                  </a:lnTo>
                  <a:lnTo>
                    <a:pt x="1154635" y="535176"/>
                  </a:lnTo>
                  <a:lnTo>
                    <a:pt x="1160878" y="549050"/>
                  </a:lnTo>
                  <a:lnTo>
                    <a:pt x="1160705" y="558761"/>
                  </a:lnTo>
                  <a:lnTo>
                    <a:pt x="1157236" y="564484"/>
                  </a:lnTo>
                  <a:lnTo>
                    <a:pt x="1153074" y="569167"/>
                  </a:lnTo>
                  <a:lnTo>
                    <a:pt x="1150299" y="575410"/>
                  </a:lnTo>
                  <a:lnTo>
                    <a:pt x="1150299" y="585295"/>
                  </a:lnTo>
                  <a:lnTo>
                    <a:pt x="1152380" y="591712"/>
                  </a:lnTo>
                  <a:lnTo>
                    <a:pt x="1153421" y="597955"/>
                  </a:lnTo>
                  <a:lnTo>
                    <a:pt x="1150473" y="607146"/>
                  </a:lnTo>
                  <a:lnTo>
                    <a:pt x="1190706" y="603504"/>
                  </a:lnTo>
                  <a:lnTo>
                    <a:pt x="1208222" y="606799"/>
                  </a:lnTo>
                  <a:lnTo>
                    <a:pt x="1219668" y="620153"/>
                  </a:lnTo>
                  <a:lnTo>
                    <a:pt x="1211517" y="619806"/>
                  </a:lnTo>
                  <a:lnTo>
                    <a:pt x="1205100" y="621193"/>
                  </a:lnTo>
                  <a:lnTo>
                    <a:pt x="1193134" y="627263"/>
                  </a:lnTo>
                  <a:lnTo>
                    <a:pt x="1198684" y="639229"/>
                  </a:lnTo>
                  <a:lnTo>
                    <a:pt x="1180475" y="637841"/>
                  </a:lnTo>
                  <a:lnTo>
                    <a:pt x="1144923" y="627263"/>
                  </a:lnTo>
                  <a:lnTo>
                    <a:pt x="1126021" y="631945"/>
                  </a:lnTo>
                  <a:lnTo>
                    <a:pt x="1116829" y="644084"/>
                  </a:lnTo>
                  <a:lnTo>
                    <a:pt x="1115268" y="660733"/>
                  </a:lnTo>
                  <a:lnTo>
                    <a:pt x="1118737" y="678942"/>
                  </a:lnTo>
                  <a:lnTo>
                    <a:pt x="1115095" y="677555"/>
                  </a:lnTo>
                  <a:lnTo>
                    <a:pt x="1113014" y="675820"/>
                  </a:lnTo>
                  <a:lnTo>
                    <a:pt x="1111106" y="673913"/>
                  </a:lnTo>
                  <a:lnTo>
                    <a:pt x="1108158" y="671832"/>
                  </a:lnTo>
                  <a:lnTo>
                    <a:pt x="1096192" y="674086"/>
                  </a:lnTo>
                  <a:lnTo>
                    <a:pt x="1060814" y="647900"/>
                  </a:lnTo>
                  <a:lnTo>
                    <a:pt x="1031333" y="661080"/>
                  </a:lnTo>
                  <a:lnTo>
                    <a:pt x="1008268" y="657438"/>
                  </a:lnTo>
                  <a:lnTo>
                    <a:pt x="997342" y="661947"/>
                  </a:lnTo>
                  <a:lnTo>
                    <a:pt x="986243" y="675820"/>
                  </a:lnTo>
                  <a:lnTo>
                    <a:pt x="988671" y="684838"/>
                  </a:lnTo>
                  <a:lnTo>
                    <a:pt x="1006534" y="690735"/>
                  </a:lnTo>
                  <a:lnTo>
                    <a:pt x="1025957" y="685532"/>
                  </a:lnTo>
                  <a:lnTo>
                    <a:pt x="1041738" y="695764"/>
                  </a:lnTo>
                  <a:lnTo>
                    <a:pt x="1064630" y="694203"/>
                  </a:lnTo>
                  <a:lnTo>
                    <a:pt x="1083879" y="698018"/>
                  </a:lnTo>
                  <a:lnTo>
                    <a:pt x="1097926" y="704608"/>
                  </a:lnTo>
                  <a:lnTo>
                    <a:pt x="1123246" y="737038"/>
                  </a:lnTo>
                  <a:lnTo>
                    <a:pt x="1140068" y="749351"/>
                  </a:lnTo>
                  <a:lnTo>
                    <a:pt x="1134345" y="756288"/>
                  </a:lnTo>
                  <a:lnTo>
                    <a:pt x="1157583" y="776751"/>
                  </a:lnTo>
                  <a:lnTo>
                    <a:pt x="1170763" y="785075"/>
                  </a:lnTo>
                  <a:lnTo>
                    <a:pt x="1187065" y="787850"/>
                  </a:lnTo>
                  <a:lnTo>
                    <a:pt x="1170937" y="792012"/>
                  </a:lnTo>
                  <a:lnTo>
                    <a:pt x="1148565" y="784902"/>
                  </a:lnTo>
                  <a:lnTo>
                    <a:pt x="1130183" y="774844"/>
                  </a:lnTo>
                  <a:lnTo>
                    <a:pt x="1115789" y="766520"/>
                  </a:lnTo>
                  <a:lnTo>
                    <a:pt x="1106077" y="768601"/>
                  </a:lnTo>
                  <a:lnTo>
                    <a:pt x="1122205" y="790105"/>
                  </a:lnTo>
                  <a:lnTo>
                    <a:pt x="1118910" y="794267"/>
                  </a:lnTo>
                  <a:lnTo>
                    <a:pt x="1110760" y="788891"/>
                  </a:lnTo>
                  <a:lnTo>
                    <a:pt x="1100007" y="781087"/>
                  </a:lnTo>
                  <a:lnTo>
                    <a:pt x="1091683" y="772936"/>
                  </a:lnTo>
                  <a:lnTo>
                    <a:pt x="1077810" y="767386"/>
                  </a:lnTo>
                  <a:lnTo>
                    <a:pt x="1067751" y="760797"/>
                  </a:lnTo>
                  <a:lnTo>
                    <a:pt x="1063069" y="754380"/>
                  </a:lnTo>
                  <a:lnTo>
                    <a:pt x="1055092" y="749178"/>
                  </a:lnTo>
                  <a:lnTo>
                    <a:pt x="1053184" y="743455"/>
                  </a:lnTo>
                  <a:lnTo>
                    <a:pt x="1053531" y="739813"/>
                  </a:lnTo>
                  <a:lnTo>
                    <a:pt x="1053357" y="735997"/>
                  </a:lnTo>
                  <a:lnTo>
                    <a:pt x="1055438" y="723685"/>
                  </a:lnTo>
                  <a:lnTo>
                    <a:pt x="1051276" y="716227"/>
                  </a:lnTo>
                  <a:lnTo>
                    <a:pt x="1018846" y="709117"/>
                  </a:lnTo>
                  <a:lnTo>
                    <a:pt x="997689" y="711198"/>
                  </a:lnTo>
                  <a:lnTo>
                    <a:pt x="1002198" y="727673"/>
                  </a:lnTo>
                  <a:lnTo>
                    <a:pt x="996302" y="741027"/>
                  </a:lnTo>
                  <a:lnTo>
                    <a:pt x="998730" y="764612"/>
                  </a:lnTo>
                  <a:lnTo>
                    <a:pt x="1003586" y="782127"/>
                  </a:lnTo>
                  <a:lnTo>
                    <a:pt x="1011563" y="781434"/>
                  </a:lnTo>
                  <a:lnTo>
                    <a:pt x="1016419" y="768080"/>
                  </a:lnTo>
                  <a:lnTo>
                    <a:pt x="1026650" y="766173"/>
                  </a:lnTo>
                  <a:lnTo>
                    <a:pt x="1023876" y="787850"/>
                  </a:lnTo>
                  <a:lnTo>
                    <a:pt x="1033761" y="797735"/>
                  </a:lnTo>
                  <a:lnTo>
                    <a:pt x="1041218" y="809528"/>
                  </a:lnTo>
                  <a:lnTo>
                    <a:pt x="1057172" y="812996"/>
                  </a:lnTo>
                  <a:lnTo>
                    <a:pt x="1061855" y="815251"/>
                  </a:lnTo>
                  <a:lnTo>
                    <a:pt x="1070526" y="813863"/>
                  </a:lnTo>
                  <a:lnTo>
                    <a:pt x="1064283" y="830165"/>
                  </a:lnTo>
                  <a:lnTo>
                    <a:pt x="1055438" y="831032"/>
                  </a:lnTo>
                  <a:lnTo>
                    <a:pt x="1038963" y="819586"/>
                  </a:lnTo>
                  <a:lnTo>
                    <a:pt x="1000637" y="813170"/>
                  </a:lnTo>
                  <a:lnTo>
                    <a:pt x="990926" y="807447"/>
                  </a:lnTo>
                  <a:lnTo>
                    <a:pt x="974971" y="762531"/>
                  </a:lnTo>
                  <a:lnTo>
                    <a:pt x="972370" y="752126"/>
                  </a:lnTo>
                  <a:lnTo>
                    <a:pt x="970982" y="742587"/>
                  </a:lnTo>
                  <a:lnTo>
                    <a:pt x="973237" y="733223"/>
                  </a:lnTo>
                  <a:lnTo>
                    <a:pt x="980694" y="723511"/>
                  </a:lnTo>
                  <a:lnTo>
                    <a:pt x="957109" y="688133"/>
                  </a:lnTo>
                  <a:lnTo>
                    <a:pt x="952080" y="676861"/>
                  </a:lnTo>
                  <a:lnTo>
                    <a:pt x="947571" y="673739"/>
                  </a:lnTo>
                  <a:lnTo>
                    <a:pt x="941501" y="672005"/>
                  </a:lnTo>
                  <a:lnTo>
                    <a:pt x="935778" y="671485"/>
                  </a:lnTo>
                  <a:lnTo>
                    <a:pt x="929535" y="674607"/>
                  </a:lnTo>
                  <a:lnTo>
                    <a:pt x="928321" y="681890"/>
                  </a:lnTo>
                  <a:lnTo>
                    <a:pt x="929015" y="690561"/>
                  </a:lnTo>
                  <a:lnTo>
                    <a:pt x="928148" y="697672"/>
                  </a:lnTo>
                  <a:lnTo>
                    <a:pt x="919997" y="718655"/>
                  </a:lnTo>
                  <a:lnTo>
                    <a:pt x="913233" y="748831"/>
                  </a:lnTo>
                  <a:lnTo>
                    <a:pt x="914621" y="775884"/>
                  </a:lnTo>
                  <a:lnTo>
                    <a:pt x="930749" y="787677"/>
                  </a:lnTo>
                  <a:lnTo>
                    <a:pt x="951559" y="797909"/>
                  </a:lnTo>
                  <a:lnTo>
                    <a:pt x="954854" y="807620"/>
                  </a:lnTo>
                  <a:lnTo>
                    <a:pt x="949305" y="812129"/>
                  </a:lnTo>
                  <a:lnTo>
                    <a:pt x="941501" y="811956"/>
                  </a:lnTo>
                  <a:lnTo>
                    <a:pt x="938379" y="807620"/>
                  </a:lnTo>
                  <a:lnTo>
                    <a:pt x="935431" y="812823"/>
                  </a:lnTo>
                  <a:lnTo>
                    <a:pt x="932310" y="814037"/>
                  </a:lnTo>
                  <a:lnTo>
                    <a:pt x="930922" y="816811"/>
                  </a:lnTo>
                  <a:lnTo>
                    <a:pt x="933524" y="826350"/>
                  </a:lnTo>
                  <a:lnTo>
                    <a:pt x="935605" y="827390"/>
                  </a:lnTo>
                  <a:lnTo>
                    <a:pt x="951733" y="842825"/>
                  </a:lnTo>
                  <a:lnTo>
                    <a:pt x="956589" y="844732"/>
                  </a:lnTo>
                  <a:lnTo>
                    <a:pt x="962832" y="843518"/>
                  </a:lnTo>
                  <a:lnTo>
                    <a:pt x="968381" y="840397"/>
                  </a:lnTo>
                  <a:lnTo>
                    <a:pt x="970636" y="836755"/>
                  </a:lnTo>
                  <a:lnTo>
                    <a:pt x="972890" y="830685"/>
                  </a:lnTo>
                  <a:lnTo>
                    <a:pt x="977572" y="835194"/>
                  </a:lnTo>
                  <a:lnTo>
                    <a:pt x="981388" y="842825"/>
                  </a:lnTo>
                  <a:lnTo>
                    <a:pt x="981214" y="845773"/>
                  </a:lnTo>
                  <a:lnTo>
                    <a:pt x="999597" y="854791"/>
                  </a:lnTo>
                  <a:lnTo>
                    <a:pt x="1006187" y="863462"/>
                  </a:lnTo>
                  <a:lnTo>
                    <a:pt x="1007574" y="878376"/>
                  </a:lnTo>
                  <a:lnTo>
                    <a:pt x="1019020" y="873867"/>
                  </a:lnTo>
                  <a:lnTo>
                    <a:pt x="1028038" y="872306"/>
                  </a:lnTo>
                  <a:lnTo>
                    <a:pt x="1044686" y="871959"/>
                  </a:lnTo>
                  <a:lnTo>
                    <a:pt x="1052317" y="873173"/>
                  </a:lnTo>
                  <a:lnTo>
                    <a:pt x="1058907" y="873347"/>
                  </a:lnTo>
                  <a:lnTo>
                    <a:pt x="1065844" y="871786"/>
                  </a:lnTo>
                  <a:lnTo>
                    <a:pt x="1068445" y="863288"/>
                  </a:lnTo>
                  <a:lnTo>
                    <a:pt x="1071740" y="856872"/>
                  </a:lnTo>
                  <a:lnTo>
                    <a:pt x="1076422" y="852536"/>
                  </a:lnTo>
                  <a:lnTo>
                    <a:pt x="1081625" y="852710"/>
                  </a:lnTo>
                  <a:lnTo>
                    <a:pt x="1091683" y="858953"/>
                  </a:lnTo>
                  <a:lnTo>
                    <a:pt x="1098100" y="858953"/>
                  </a:lnTo>
                  <a:lnTo>
                    <a:pt x="1102956" y="855658"/>
                  </a:lnTo>
                  <a:lnTo>
                    <a:pt x="1109892" y="846987"/>
                  </a:lnTo>
                  <a:lnTo>
                    <a:pt x="1113361" y="845599"/>
                  </a:lnTo>
                  <a:lnTo>
                    <a:pt x="1122725" y="850802"/>
                  </a:lnTo>
                  <a:lnTo>
                    <a:pt x="1122552" y="859646"/>
                  </a:lnTo>
                  <a:lnTo>
                    <a:pt x="1114922" y="869705"/>
                  </a:lnTo>
                  <a:lnTo>
                    <a:pt x="1102782" y="878202"/>
                  </a:lnTo>
                  <a:lnTo>
                    <a:pt x="1110066" y="880804"/>
                  </a:lnTo>
                  <a:lnTo>
                    <a:pt x="1116136" y="884619"/>
                  </a:lnTo>
                  <a:lnTo>
                    <a:pt x="1120991" y="890168"/>
                  </a:lnTo>
                  <a:lnTo>
                    <a:pt x="1124460" y="897452"/>
                  </a:lnTo>
                  <a:lnTo>
                    <a:pt x="1105210" y="897972"/>
                  </a:lnTo>
                  <a:lnTo>
                    <a:pt x="1084573" y="901961"/>
                  </a:lnTo>
                  <a:lnTo>
                    <a:pt x="1069139" y="913407"/>
                  </a:lnTo>
                  <a:lnTo>
                    <a:pt x="1065670" y="936125"/>
                  </a:lnTo>
                  <a:lnTo>
                    <a:pt x="1078156" y="931963"/>
                  </a:lnTo>
                  <a:lnTo>
                    <a:pt x="1079544" y="938206"/>
                  </a:lnTo>
                  <a:lnTo>
                    <a:pt x="1076596" y="949825"/>
                  </a:lnTo>
                  <a:lnTo>
                    <a:pt x="1076249" y="961791"/>
                  </a:lnTo>
                  <a:lnTo>
                    <a:pt x="1074515" y="963179"/>
                  </a:lnTo>
                  <a:lnTo>
                    <a:pt x="1072260" y="967861"/>
                  </a:lnTo>
                  <a:lnTo>
                    <a:pt x="1073474" y="972890"/>
                  </a:lnTo>
                  <a:lnTo>
                    <a:pt x="1081798" y="975145"/>
                  </a:lnTo>
                  <a:lnTo>
                    <a:pt x="1093417" y="976532"/>
                  </a:lnTo>
                  <a:lnTo>
                    <a:pt x="1099140" y="978440"/>
                  </a:lnTo>
                  <a:lnTo>
                    <a:pt x="1102956" y="981561"/>
                  </a:lnTo>
                  <a:lnTo>
                    <a:pt x="1105904" y="991099"/>
                  </a:lnTo>
                  <a:lnTo>
                    <a:pt x="1103823" y="1000637"/>
                  </a:lnTo>
                  <a:lnTo>
                    <a:pt x="1092897" y="1020581"/>
                  </a:lnTo>
                  <a:lnTo>
                    <a:pt x="1089602" y="1022835"/>
                  </a:lnTo>
                  <a:lnTo>
                    <a:pt x="1086134" y="1021621"/>
                  </a:lnTo>
                  <a:lnTo>
                    <a:pt x="1083532" y="1022141"/>
                  </a:lnTo>
                  <a:lnTo>
                    <a:pt x="1081972" y="1036882"/>
                  </a:lnTo>
                  <a:lnTo>
                    <a:pt x="1080584" y="1040698"/>
                  </a:lnTo>
                  <a:lnTo>
                    <a:pt x="1076422" y="1046074"/>
                  </a:lnTo>
                  <a:lnTo>
                    <a:pt x="1076422" y="1051970"/>
                  </a:lnTo>
                  <a:lnTo>
                    <a:pt x="1096712" y="1050929"/>
                  </a:lnTo>
                  <a:lnTo>
                    <a:pt x="1106424" y="1052837"/>
                  </a:lnTo>
                  <a:lnTo>
                    <a:pt x="1113534" y="1058907"/>
                  </a:lnTo>
                  <a:lnTo>
                    <a:pt x="1114922" y="1069486"/>
                  </a:lnTo>
                  <a:lnTo>
                    <a:pt x="1107638" y="1092030"/>
                  </a:lnTo>
                  <a:lnTo>
                    <a:pt x="1108678" y="1103129"/>
                  </a:lnTo>
                  <a:lnTo>
                    <a:pt x="1117696" y="1105037"/>
                  </a:lnTo>
                  <a:lnTo>
                    <a:pt x="1153421" y="1093244"/>
                  </a:lnTo>
                  <a:lnTo>
                    <a:pt x="1172324" y="1097233"/>
                  </a:lnTo>
                  <a:lnTo>
                    <a:pt x="1172324" y="1086481"/>
                  </a:lnTo>
                  <a:lnTo>
                    <a:pt x="1173885" y="1077463"/>
                  </a:lnTo>
                  <a:lnTo>
                    <a:pt x="1192787" y="1014164"/>
                  </a:lnTo>
                  <a:lnTo>
                    <a:pt x="1195909" y="1008094"/>
                  </a:lnTo>
                  <a:lnTo>
                    <a:pt x="1204580" y="1000811"/>
                  </a:lnTo>
                  <a:lnTo>
                    <a:pt x="1227472" y="995088"/>
                  </a:lnTo>
                  <a:lnTo>
                    <a:pt x="1233541" y="990926"/>
                  </a:lnTo>
                  <a:lnTo>
                    <a:pt x="1237530" y="981561"/>
                  </a:lnTo>
                  <a:lnTo>
                    <a:pt x="1237703" y="974624"/>
                  </a:lnTo>
                  <a:lnTo>
                    <a:pt x="1239784" y="970289"/>
                  </a:lnTo>
                  <a:lnTo>
                    <a:pt x="1250016" y="968728"/>
                  </a:lnTo>
                  <a:lnTo>
                    <a:pt x="1253832" y="969769"/>
                  </a:lnTo>
                  <a:lnTo>
                    <a:pt x="1260942" y="974104"/>
                  </a:lnTo>
                  <a:lnTo>
                    <a:pt x="1265624" y="975145"/>
                  </a:lnTo>
                  <a:lnTo>
                    <a:pt x="1268225" y="973063"/>
                  </a:lnTo>
                  <a:lnTo>
                    <a:pt x="1269093" y="968555"/>
                  </a:lnTo>
                  <a:lnTo>
                    <a:pt x="1268399" y="964046"/>
                  </a:lnTo>
                  <a:lnTo>
                    <a:pt x="1265798" y="961964"/>
                  </a:lnTo>
                  <a:lnTo>
                    <a:pt x="1254352" y="957456"/>
                  </a:lnTo>
                  <a:lnTo>
                    <a:pt x="1265451" y="947224"/>
                  </a:lnTo>
                  <a:lnTo>
                    <a:pt x="1295106" y="930055"/>
                  </a:lnTo>
                  <a:lnTo>
                    <a:pt x="1277764" y="908031"/>
                  </a:lnTo>
                  <a:lnTo>
                    <a:pt x="1274642" y="896585"/>
                  </a:lnTo>
                  <a:lnTo>
                    <a:pt x="1298574" y="888608"/>
                  </a:lnTo>
                  <a:lnTo>
                    <a:pt x="1298401" y="880630"/>
                  </a:lnTo>
                  <a:lnTo>
                    <a:pt x="1293545" y="869358"/>
                  </a:lnTo>
                  <a:lnTo>
                    <a:pt x="1290423" y="856351"/>
                  </a:lnTo>
                  <a:lnTo>
                    <a:pt x="1293025" y="847333"/>
                  </a:lnTo>
                  <a:lnTo>
                    <a:pt x="1299441" y="837102"/>
                  </a:lnTo>
                  <a:lnTo>
                    <a:pt x="1307939" y="829124"/>
                  </a:lnTo>
                  <a:lnTo>
                    <a:pt x="1316263" y="826697"/>
                  </a:lnTo>
                  <a:lnTo>
                    <a:pt x="1325107" y="833286"/>
                  </a:lnTo>
                  <a:lnTo>
                    <a:pt x="1330137" y="845946"/>
                  </a:lnTo>
                  <a:lnTo>
                    <a:pt x="1331004" y="860340"/>
                  </a:lnTo>
                  <a:lnTo>
                    <a:pt x="1326668" y="872133"/>
                  </a:lnTo>
                  <a:lnTo>
                    <a:pt x="1329616" y="890515"/>
                  </a:lnTo>
                  <a:lnTo>
                    <a:pt x="1326321" y="938033"/>
                  </a:lnTo>
                  <a:lnTo>
                    <a:pt x="1332391" y="956068"/>
                  </a:lnTo>
                  <a:lnTo>
                    <a:pt x="1339155" y="960230"/>
                  </a:lnTo>
                  <a:lnTo>
                    <a:pt x="1368809" y="968901"/>
                  </a:lnTo>
                  <a:lnTo>
                    <a:pt x="1390487" y="984336"/>
                  </a:lnTo>
                  <a:lnTo>
                    <a:pt x="1400545" y="987457"/>
                  </a:lnTo>
                  <a:lnTo>
                    <a:pt x="1396210" y="976532"/>
                  </a:lnTo>
                  <a:lnTo>
                    <a:pt x="1395863" y="966474"/>
                  </a:lnTo>
                  <a:lnTo>
                    <a:pt x="1399158" y="957282"/>
                  </a:lnTo>
                  <a:lnTo>
                    <a:pt x="1405921" y="949132"/>
                  </a:lnTo>
                  <a:lnTo>
                    <a:pt x="1426559" y="959363"/>
                  </a:lnTo>
                  <a:lnTo>
                    <a:pt x="1433842" y="952947"/>
                  </a:lnTo>
                  <a:lnTo>
                    <a:pt x="1432455" y="914100"/>
                  </a:lnTo>
                  <a:lnTo>
                    <a:pt x="1475116" y="871959"/>
                  </a:lnTo>
                  <a:lnTo>
                    <a:pt x="1469393" y="859646"/>
                  </a:lnTo>
                  <a:lnTo>
                    <a:pt x="1473035" y="849588"/>
                  </a:lnTo>
                  <a:lnTo>
                    <a:pt x="1480145" y="841090"/>
                  </a:lnTo>
                  <a:lnTo>
                    <a:pt x="1485175" y="833286"/>
                  </a:lnTo>
                  <a:lnTo>
                    <a:pt x="1486562" y="822361"/>
                  </a:lnTo>
                  <a:lnTo>
                    <a:pt x="1486215" y="811956"/>
                  </a:lnTo>
                  <a:lnTo>
                    <a:pt x="1487603" y="804152"/>
                  </a:lnTo>
                  <a:lnTo>
                    <a:pt x="1493499" y="801204"/>
                  </a:lnTo>
                  <a:lnTo>
                    <a:pt x="1503037" y="798776"/>
                  </a:lnTo>
                  <a:lnTo>
                    <a:pt x="1512922" y="793053"/>
                  </a:lnTo>
                  <a:lnTo>
                    <a:pt x="1528183" y="781434"/>
                  </a:lnTo>
                  <a:lnTo>
                    <a:pt x="1556624" y="764785"/>
                  </a:lnTo>
                  <a:lnTo>
                    <a:pt x="1562867" y="759583"/>
                  </a:lnTo>
                  <a:lnTo>
                    <a:pt x="1576914" y="741027"/>
                  </a:lnTo>
                  <a:lnTo>
                    <a:pt x="1585412" y="733223"/>
                  </a:lnTo>
                  <a:lnTo>
                    <a:pt x="1594603" y="729928"/>
                  </a:lnTo>
                  <a:lnTo>
                    <a:pt x="1614026" y="733916"/>
                  </a:lnTo>
                  <a:lnTo>
                    <a:pt x="1623391" y="734437"/>
                  </a:lnTo>
                  <a:lnTo>
                    <a:pt x="1634490" y="729928"/>
                  </a:lnTo>
                  <a:lnTo>
                    <a:pt x="1645242" y="716748"/>
                  </a:lnTo>
                  <a:lnTo>
                    <a:pt x="1660850" y="676514"/>
                  </a:lnTo>
                  <a:lnTo>
                    <a:pt x="1671775" y="659172"/>
                  </a:lnTo>
                  <a:lnTo>
                    <a:pt x="1690852" y="690041"/>
                  </a:lnTo>
                  <a:lnTo>
                    <a:pt x="1704899" y="701660"/>
                  </a:lnTo>
                  <a:lnTo>
                    <a:pt x="1721720" y="694550"/>
                  </a:lnTo>
                  <a:lnTo>
                    <a:pt x="1736461" y="683104"/>
                  </a:lnTo>
                  <a:lnTo>
                    <a:pt x="1742011" y="690735"/>
                  </a:lnTo>
                  <a:lnTo>
                    <a:pt x="1746173" y="707556"/>
                  </a:lnTo>
                  <a:lnTo>
                    <a:pt x="1756925" y="723685"/>
                  </a:lnTo>
                  <a:lnTo>
                    <a:pt x="1750855" y="733570"/>
                  </a:lnTo>
                  <a:lnTo>
                    <a:pt x="1740276" y="756288"/>
                  </a:lnTo>
                  <a:lnTo>
                    <a:pt x="1735247" y="762878"/>
                  </a:lnTo>
                  <a:lnTo>
                    <a:pt x="1723281" y="767386"/>
                  </a:lnTo>
                  <a:lnTo>
                    <a:pt x="1714437" y="764438"/>
                  </a:lnTo>
                  <a:lnTo>
                    <a:pt x="1707847" y="755941"/>
                  </a:lnTo>
                  <a:lnTo>
                    <a:pt x="1703164" y="743628"/>
                  </a:lnTo>
                  <a:lnTo>
                    <a:pt x="1707327" y="734610"/>
                  </a:lnTo>
                  <a:lnTo>
                    <a:pt x="1705939" y="727326"/>
                  </a:lnTo>
                  <a:lnTo>
                    <a:pt x="1700563" y="721603"/>
                  </a:lnTo>
                  <a:lnTo>
                    <a:pt x="1692412" y="717268"/>
                  </a:lnTo>
                  <a:lnTo>
                    <a:pt x="1670041" y="742067"/>
                  </a:lnTo>
                  <a:lnTo>
                    <a:pt x="1665879" y="749524"/>
                  </a:lnTo>
                  <a:lnTo>
                    <a:pt x="1666573" y="763745"/>
                  </a:lnTo>
                  <a:lnTo>
                    <a:pt x="1671255" y="771028"/>
                  </a:lnTo>
                  <a:lnTo>
                    <a:pt x="1677325" y="777272"/>
                  </a:lnTo>
                  <a:lnTo>
                    <a:pt x="1681834" y="788197"/>
                  </a:lnTo>
                  <a:lnTo>
                    <a:pt x="1682007" y="815944"/>
                  </a:lnTo>
                  <a:lnTo>
                    <a:pt x="1670735" y="831552"/>
                  </a:lnTo>
                  <a:lnTo>
                    <a:pt x="1651832" y="838489"/>
                  </a:lnTo>
                  <a:lnTo>
                    <a:pt x="1629114" y="840050"/>
                  </a:lnTo>
                  <a:lnTo>
                    <a:pt x="1640386" y="812649"/>
                  </a:lnTo>
                  <a:lnTo>
                    <a:pt x="1644201" y="797388"/>
                  </a:lnTo>
                  <a:lnTo>
                    <a:pt x="1644895" y="781607"/>
                  </a:lnTo>
                  <a:lnTo>
                    <a:pt x="1633623" y="787156"/>
                  </a:lnTo>
                  <a:lnTo>
                    <a:pt x="1628073" y="794093"/>
                  </a:lnTo>
                  <a:lnTo>
                    <a:pt x="1618362" y="814384"/>
                  </a:lnTo>
                  <a:lnTo>
                    <a:pt x="1602754" y="835021"/>
                  </a:lnTo>
                  <a:lnTo>
                    <a:pt x="1597204" y="839876"/>
                  </a:lnTo>
                  <a:lnTo>
                    <a:pt x="1580036" y="850108"/>
                  </a:lnTo>
                  <a:lnTo>
                    <a:pt x="1575180" y="858086"/>
                  </a:lnTo>
                  <a:lnTo>
                    <a:pt x="1576047" y="871959"/>
                  </a:lnTo>
                  <a:lnTo>
                    <a:pt x="1583157" y="885486"/>
                  </a:lnTo>
                  <a:lnTo>
                    <a:pt x="1593563" y="891036"/>
                  </a:lnTo>
                  <a:lnTo>
                    <a:pt x="1605702" y="893463"/>
                  </a:lnTo>
                  <a:lnTo>
                    <a:pt x="1618362" y="897799"/>
                  </a:lnTo>
                  <a:lnTo>
                    <a:pt x="1616107" y="893984"/>
                  </a:lnTo>
                  <a:lnTo>
                    <a:pt x="1612986" y="884272"/>
                  </a:lnTo>
                  <a:lnTo>
                    <a:pt x="1643681" y="868144"/>
                  </a:lnTo>
                  <a:lnTo>
                    <a:pt x="1652526" y="866063"/>
                  </a:lnTo>
                  <a:lnTo>
                    <a:pt x="1681487" y="897452"/>
                  </a:lnTo>
                  <a:lnTo>
                    <a:pt x="1692412" y="919823"/>
                  </a:lnTo>
                  <a:lnTo>
                    <a:pt x="1723975" y="961618"/>
                  </a:lnTo>
                  <a:lnTo>
                    <a:pt x="1745479" y="961444"/>
                  </a:lnTo>
                  <a:lnTo>
                    <a:pt x="1735594" y="950692"/>
                  </a:lnTo>
                  <a:lnTo>
                    <a:pt x="1733340" y="934391"/>
                  </a:lnTo>
                  <a:lnTo>
                    <a:pt x="1755711" y="917396"/>
                  </a:lnTo>
                  <a:lnTo>
                    <a:pt x="1769931" y="923986"/>
                  </a:lnTo>
                  <a:lnTo>
                    <a:pt x="1782938" y="905429"/>
                  </a:lnTo>
                  <a:lnTo>
                    <a:pt x="1819703" y="871612"/>
                  </a:lnTo>
                  <a:lnTo>
                    <a:pt x="1803575" y="857912"/>
                  </a:lnTo>
                  <a:lnTo>
                    <a:pt x="1774094" y="865543"/>
                  </a:lnTo>
                  <a:lnTo>
                    <a:pt x="1767504" y="861207"/>
                  </a:lnTo>
                  <a:lnTo>
                    <a:pt x="1756578" y="858779"/>
                  </a:lnTo>
                  <a:lnTo>
                    <a:pt x="1747387" y="839183"/>
                  </a:lnTo>
                  <a:lnTo>
                    <a:pt x="1745479" y="836235"/>
                  </a:lnTo>
                  <a:lnTo>
                    <a:pt x="1749988" y="829124"/>
                  </a:lnTo>
                  <a:lnTo>
                    <a:pt x="1760567" y="821494"/>
                  </a:lnTo>
                  <a:lnTo>
                    <a:pt x="1773053" y="815771"/>
                  </a:lnTo>
                  <a:lnTo>
                    <a:pt x="1783111" y="813863"/>
                  </a:lnTo>
                  <a:lnTo>
                    <a:pt x="1794384" y="817505"/>
                  </a:lnTo>
                  <a:lnTo>
                    <a:pt x="1829588" y="839530"/>
                  </a:lnTo>
                  <a:lnTo>
                    <a:pt x="1839126" y="837102"/>
                  </a:lnTo>
                  <a:lnTo>
                    <a:pt x="1854214" y="837795"/>
                  </a:lnTo>
                  <a:lnTo>
                    <a:pt x="1862191" y="831032"/>
                  </a:lnTo>
                  <a:lnTo>
                    <a:pt x="1869301" y="823922"/>
                  </a:lnTo>
                  <a:lnTo>
                    <a:pt x="1867047" y="804325"/>
                  </a:lnTo>
                  <a:lnTo>
                    <a:pt x="1862712" y="793920"/>
                  </a:lnTo>
                  <a:lnTo>
                    <a:pt x="1829415" y="781087"/>
                  </a:lnTo>
                  <a:lnTo>
                    <a:pt x="1835138" y="779873"/>
                  </a:lnTo>
                  <a:lnTo>
                    <a:pt x="1848664" y="779873"/>
                  </a:lnTo>
                  <a:lnTo>
                    <a:pt x="1856642" y="781087"/>
                  </a:lnTo>
                  <a:lnTo>
                    <a:pt x="1839993" y="757328"/>
                  </a:lnTo>
                  <a:lnTo>
                    <a:pt x="1815714" y="741720"/>
                  </a:lnTo>
                  <a:lnTo>
                    <a:pt x="1793343" y="721603"/>
                  </a:lnTo>
                  <a:lnTo>
                    <a:pt x="1782591" y="684145"/>
                  </a:lnTo>
                  <a:lnTo>
                    <a:pt x="1784672" y="681543"/>
                  </a:lnTo>
                  <a:lnTo>
                    <a:pt x="1788834" y="680503"/>
                  </a:lnTo>
                  <a:lnTo>
                    <a:pt x="1790395" y="677208"/>
                  </a:lnTo>
                  <a:lnTo>
                    <a:pt x="1784846" y="668190"/>
                  </a:lnTo>
                  <a:lnTo>
                    <a:pt x="1777042" y="664895"/>
                  </a:lnTo>
                  <a:lnTo>
                    <a:pt x="1762474" y="670791"/>
                  </a:lnTo>
                  <a:lnTo>
                    <a:pt x="1755884" y="665415"/>
                  </a:lnTo>
                  <a:lnTo>
                    <a:pt x="1758659" y="652582"/>
                  </a:lnTo>
                  <a:lnTo>
                    <a:pt x="1775308" y="643217"/>
                  </a:lnTo>
                  <a:lnTo>
                    <a:pt x="1808258" y="632639"/>
                  </a:lnTo>
                  <a:lnTo>
                    <a:pt x="1808258" y="626742"/>
                  </a:lnTo>
                  <a:lnTo>
                    <a:pt x="1791782" y="621887"/>
                  </a:lnTo>
                  <a:lnTo>
                    <a:pt x="1771839" y="613216"/>
                  </a:lnTo>
                  <a:lnTo>
                    <a:pt x="1761607" y="604891"/>
                  </a:lnTo>
                  <a:lnTo>
                    <a:pt x="1774267" y="601076"/>
                  </a:lnTo>
                  <a:lnTo>
                    <a:pt x="1807737" y="601943"/>
                  </a:lnTo>
                  <a:lnTo>
                    <a:pt x="1823172" y="600036"/>
                  </a:lnTo>
                  <a:lnTo>
                    <a:pt x="1849531" y="590671"/>
                  </a:lnTo>
                  <a:lnTo>
                    <a:pt x="1853520" y="590151"/>
                  </a:lnTo>
                  <a:lnTo>
                    <a:pt x="1856122" y="588243"/>
                  </a:lnTo>
                  <a:lnTo>
                    <a:pt x="1861151" y="581133"/>
                  </a:lnTo>
                  <a:lnTo>
                    <a:pt x="1874331" y="547489"/>
                  </a:lnTo>
                  <a:lnTo>
                    <a:pt x="1876932" y="545408"/>
                  </a:lnTo>
                  <a:lnTo>
                    <a:pt x="1878666" y="541419"/>
                  </a:lnTo>
                  <a:lnTo>
                    <a:pt x="1882308" y="542633"/>
                  </a:lnTo>
                  <a:lnTo>
                    <a:pt x="1885950" y="546796"/>
                  </a:lnTo>
                  <a:lnTo>
                    <a:pt x="1887684" y="552172"/>
                  </a:lnTo>
                  <a:lnTo>
                    <a:pt x="1886990" y="557027"/>
                  </a:lnTo>
                  <a:lnTo>
                    <a:pt x="1883522" y="566219"/>
                  </a:lnTo>
                  <a:lnTo>
                    <a:pt x="1882828" y="571768"/>
                  </a:lnTo>
                  <a:lnTo>
                    <a:pt x="1884909" y="580959"/>
                  </a:lnTo>
                  <a:lnTo>
                    <a:pt x="1896702" y="605759"/>
                  </a:lnTo>
                  <a:lnTo>
                    <a:pt x="1894448" y="609400"/>
                  </a:lnTo>
                  <a:lnTo>
                    <a:pt x="1893060" y="615123"/>
                  </a:lnTo>
                  <a:lnTo>
                    <a:pt x="1893407" y="619979"/>
                  </a:lnTo>
                  <a:lnTo>
                    <a:pt x="1897222" y="623968"/>
                  </a:lnTo>
                  <a:lnTo>
                    <a:pt x="1901731" y="624661"/>
                  </a:lnTo>
                  <a:lnTo>
                    <a:pt x="1906067" y="624835"/>
                  </a:lnTo>
                  <a:lnTo>
                    <a:pt x="1909362" y="626916"/>
                  </a:lnTo>
                  <a:lnTo>
                    <a:pt x="1921675" y="653449"/>
                  </a:lnTo>
                  <a:lnTo>
                    <a:pt x="1927918" y="662294"/>
                  </a:lnTo>
                  <a:lnTo>
                    <a:pt x="1931560" y="678248"/>
                  </a:lnTo>
                  <a:lnTo>
                    <a:pt x="1924276" y="696804"/>
                  </a:lnTo>
                  <a:lnTo>
                    <a:pt x="1914218" y="716401"/>
                  </a:lnTo>
                  <a:lnTo>
                    <a:pt x="1909535" y="736344"/>
                  </a:lnTo>
                  <a:lnTo>
                    <a:pt x="1913350" y="757328"/>
                  </a:lnTo>
                  <a:lnTo>
                    <a:pt x="1922195" y="771202"/>
                  </a:lnTo>
                  <a:lnTo>
                    <a:pt x="1936068" y="778832"/>
                  </a:lnTo>
                  <a:lnTo>
                    <a:pt x="1954625" y="781087"/>
                  </a:lnTo>
                  <a:lnTo>
                    <a:pt x="1967284" y="794440"/>
                  </a:lnTo>
                  <a:lnTo>
                    <a:pt x="1975261" y="798949"/>
                  </a:lnTo>
                  <a:lnTo>
                    <a:pt x="1978730" y="791145"/>
                  </a:lnTo>
                  <a:lnTo>
                    <a:pt x="1973007" y="749178"/>
                  </a:lnTo>
                  <a:lnTo>
                    <a:pt x="1968498" y="735997"/>
                  </a:lnTo>
                  <a:lnTo>
                    <a:pt x="1962428" y="723511"/>
                  </a:lnTo>
                  <a:lnTo>
                    <a:pt x="1966244" y="722471"/>
                  </a:lnTo>
                  <a:lnTo>
                    <a:pt x="1967284" y="720737"/>
                  </a:lnTo>
                  <a:lnTo>
                    <a:pt x="1968498" y="720390"/>
                  </a:lnTo>
                  <a:lnTo>
                    <a:pt x="1973007" y="723338"/>
                  </a:lnTo>
                  <a:lnTo>
                    <a:pt x="1987227" y="692296"/>
                  </a:lnTo>
                  <a:lnTo>
                    <a:pt x="2004570" y="695937"/>
                  </a:lnTo>
                  <a:lnTo>
                    <a:pt x="2026074" y="706689"/>
                  </a:lnTo>
                  <a:lnTo>
                    <a:pt x="2053301" y="697498"/>
                  </a:lnTo>
                  <a:lnTo>
                    <a:pt x="2059717" y="686573"/>
                  </a:lnTo>
                  <a:lnTo>
                    <a:pt x="2068562" y="639576"/>
                  </a:lnTo>
                  <a:lnTo>
                    <a:pt x="2076192" y="612869"/>
                  </a:lnTo>
                  <a:lnTo>
                    <a:pt x="2078794" y="599689"/>
                  </a:lnTo>
                  <a:lnTo>
                    <a:pt x="2079661" y="581133"/>
                  </a:lnTo>
                  <a:lnTo>
                    <a:pt x="2065093" y="588937"/>
                  </a:lnTo>
                  <a:lnTo>
                    <a:pt x="2051914" y="588070"/>
                  </a:lnTo>
                  <a:lnTo>
                    <a:pt x="2037693" y="585295"/>
                  </a:lnTo>
                  <a:lnTo>
                    <a:pt x="2021044" y="587549"/>
                  </a:lnTo>
                  <a:lnTo>
                    <a:pt x="1997113" y="610094"/>
                  </a:lnTo>
                  <a:lnTo>
                    <a:pt x="1987401" y="616164"/>
                  </a:lnTo>
                  <a:lnTo>
                    <a:pt x="1979250" y="612175"/>
                  </a:lnTo>
                  <a:lnTo>
                    <a:pt x="1970579" y="600903"/>
                  </a:lnTo>
                  <a:lnTo>
                    <a:pt x="1958266" y="592925"/>
                  </a:lnTo>
                  <a:lnTo>
                    <a:pt x="1944566" y="574196"/>
                  </a:lnTo>
                  <a:lnTo>
                    <a:pt x="1932600" y="552692"/>
                  </a:lnTo>
                  <a:lnTo>
                    <a:pt x="1925490" y="536043"/>
                  </a:lnTo>
                  <a:lnTo>
                    <a:pt x="1924623" y="520262"/>
                  </a:lnTo>
                  <a:lnTo>
                    <a:pt x="1928785" y="501359"/>
                  </a:lnTo>
                  <a:lnTo>
                    <a:pt x="1937283" y="489220"/>
                  </a:lnTo>
                  <a:lnTo>
                    <a:pt x="1949422" y="494076"/>
                  </a:lnTo>
                  <a:lnTo>
                    <a:pt x="1963989" y="523904"/>
                  </a:lnTo>
                  <a:lnTo>
                    <a:pt x="1975608" y="533962"/>
                  </a:lnTo>
                  <a:lnTo>
                    <a:pt x="1991910" y="526679"/>
                  </a:lnTo>
                  <a:lnTo>
                    <a:pt x="2021218" y="503267"/>
                  </a:lnTo>
                  <a:lnTo>
                    <a:pt x="2028328" y="494943"/>
                  </a:lnTo>
                  <a:lnTo>
                    <a:pt x="2031450" y="489047"/>
                  </a:lnTo>
                  <a:lnTo>
                    <a:pt x="2036999" y="471704"/>
                  </a:lnTo>
                  <a:lnTo>
                    <a:pt x="2035265" y="466675"/>
                  </a:lnTo>
                  <a:lnTo>
                    <a:pt x="2033878" y="455403"/>
                  </a:lnTo>
                  <a:lnTo>
                    <a:pt x="2035959" y="448119"/>
                  </a:lnTo>
                  <a:lnTo>
                    <a:pt x="2044803" y="455229"/>
                  </a:lnTo>
                  <a:lnTo>
                    <a:pt x="2049312" y="464421"/>
                  </a:lnTo>
                  <a:lnTo>
                    <a:pt x="2051220" y="471531"/>
                  </a:lnTo>
                  <a:lnTo>
                    <a:pt x="2055382" y="476387"/>
                  </a:lnTo>
                  <a:lnTo>
                    <a:pt x="2065787" y="478121"/>
                  </a:lnTo>
                  <a:lnTo>
                    <a:pt x="2097176" y="477774"/>
                  </a:lnTo>
                  <a:lnTo>
                    <a:pt x="2102206" y="479161"/>
                  </a:lnTo>
                  <a:lnTo>
                    <a:pt x="2100125" y="474479"/>
                  </a:lnTo>
                  <a:close/>
                  <a:moveTo>
                    <a:pt x="1452918" y="296203"/>
                  </a:moveTo>
                  <a:lnTo>
                    <a:pt x="1405228" y="288572"/>
                  </a:lnTo>
                  <a:lnTo>
                    <a:pt x="1363087" y="263253"/>
                  </a:lnTo>
                  <a:lnTo>
                    <a:pt x="1341929" y="216603"/>
                  </a:lnTo>
                  <a:lnTo>
                    <a:pt x="1358578" y="200821"/>
                  </a:lnTo>
                  <a:lnTo>
                    <a:pt x="1386325" y="208278"/>
                  </a:lnTo>
                  <a:lnTo>
                    <a:pt x="1406615" y="203596"/>
                  </a:lnTo>
                  <a:lnTo>
                    <a:pt x="1427773" y="197179"/>
                  </a:lnTo>
                  <a:lnTo>
                    <a:pt x="1467659" y="212094"/>
                  </a:lnTo>
                  <a:lnTo>
                    <a:pt x="1483267" y="255449"/>
                  </a:lnTo>
                  <a:lnTo>
                    <a:pt x="1452918" y="296203"/>
                  </a:lnTo>
                  <a:close/>
                  <a:moveTo>
                    <a:pt x="785422" y="824962"/>
                  </a:moveTo>
                  <a:lnTo>
                    <a:pt x="784035" y="820107"/>
                  </a:lnTo>
                  <a:lnTo>
                    <a:pt x="782301" y="818372"/>
                  </a:lnTo>
                  <a:lnTo>
                    <a:pt x="781780" y="810221"/>
                  </a:lnTo>
                  <a:lnTo>
                    <a:pt x="772242" y="804845"/>
                  </a:lnTo>
                  <a:lnTo>
                    <a:pt x="766693" y="798949"/>
                  </a:lnTo>
                  <a:lnTo>
                    <a:pt x="757155" y="791319"/>
                  </a:lnTo>
                  <a:lnTo>
                    <a:pt x="751258" y="795654"/>
                  </a:lnTo>
                  <a:lnTo>
                    <a:pt x="756114" y="811435"/>
                  </a:lnTo>
                  <a:lnTo>
                    <a:pt x="763918" y="823922"/>
                  </a:lnTo>
                  <a:lnTo>
                    <a:pt x="767733" y="833286"/>
                  </a:lnTo>
                  <a:lnTo>
                    <a:pt x="763918" y="842478"/>
                  </a:lnTo>
                  <a:lnTo>
                    <a:pt x="755074" y="849241"/>
                  </a:lnTo>
                  <a:lnTo>
                    <a:pt x="743801" y="849588"/>
                  </a:lnTo>
                  <a:lnTo>
                    <a:pt x="733049" y="851149"/>
                  </a:lnTo>
                  <a:lnTo>
                    <a:pt x="728887" y="856178"/>
                  </a:lnTo>
                  <a:lnTo>
                    <a:pt x="746056" y="859993"/>
                  </a:lnTo>
                  <a:lnTo>
                    <a:pt x="746749" y="863288"/>
                  </a:lnTo>
                  <a:lnTo>
                    <a:pt x="742067" y="866757"/>
                  </a:lnTo>
                  <a:lnTo>
                    <a:pt x="738078" y="870745"/>
                  </a:lnTo>
                  <a:lnTo>
                    <a:pt x="733396" y="870919"/>
                  </a:lnTo>
                  <a:lnTo>
                    <a:pt x="728887" y="872480"/>
                  </a:lnTo>
                  <a:lnTo>
                    <a:pt x="731662" y="877335"/>
                  </a:lnTo>
                  <a:lnTo>
                    <a:pt x="740680" y="879937"/>
                  </a:lnTo>
                  <a:lnTo>
                    <a:pt x="749177" y="878723"/>
                  </a:lnTo>
                  <a:lnTo>
                    <a:pt x="764438" y="869705"/>
                  </a:lnTo>
                  <a:lnTo>
                    <a:pt x="770855" y="863635"/>
                  </a:lnTo>
                  <a:lnTo>
                    <a:pt x="777098" y="858953"/>
                  </a:lnTo>
                  <a:lnTo>
                    <a:pt x="781434" y="854270"/>
                  </a:lnTo>
                  <a:lnTo>
                    <a:pt x="782127" y="845252"/>
                  </a:lnTo>
                  <a:lnTo>
                    <a:pt x="784555" y="834847"/>
                  </a:lnTo>
                  <a:lnTo>
                    <a:pt x="785422" y="824962"/>
                  </a:lnTo>
                  <a:close/>
                  <a:moveTo>
                    <a:pt x="1408696" y="1192788"/>
                  </a:moveTo>
                  <a:lnTo>
                    <a:pt x="1400892" y="1181515"/>
                  </a:lnTo>
                  <a:lnTo>
                    <a:pt x="1387712" y="1178047"/>
                  </a:lnTo>
                  <a:lnTo>
                    <a:pt x="1376613" y="1183423"/>
                  </a:lnTo>
                  <a:lnTo>
                    <a:pt x="1371064" y="1188625"/>
                  </a:lnTo>
                  <a:lnTo>
                    <a:pt x="1368116" y="1195736"/>
                  </a:lnTo>
                  <a:lnTo>
                    <a:pt x="1366902" y="1204580"/>
                  </a:lnTo>
                  <a:lnTo>
                    <a:pt x="1362046" y="1214292"/>
                  </a:lnTo>
                  <a:lnTo>
                    <a:pt x="1365168" y="1228686"/>
                  </a:lnTo>
                  <a:lnTo>
                    <a:pt x="1368116" y="1230420"/>
                  </a:lnTo>
                  <a:lnTo>
                    <a:pt x="1370717" y="1225737"/>
                  </a:lnTo>
                  <a:lnTo>
                    <a:pt x="1375746" y="1225044"/>
                  </a:lnTo>
                  <a:lnTo>
                    <a:pt x="1382683" y="1231287"/>
                  </a:lnTo>
                  <a:lnTo>
                    <a:pt x="1391181" y="1235622"/>
                  </a:lnTo>
                  <a:lnTo>
                    <a:pt x="1402626" y="1234582"/>
                  </a:lnTo>
                  <a:lnTo>
                    <a:pt x="1411644" y="1229726"/>
                  </a:lnTo>
                  <a:lnTo>
                    <a:pt x="1416500" y="1221055"/>
                  </a:lnTo>
                  <a:lnTo>
                    <a:pt x="1418408" y="1216026"/>
                  </a:lnTo>
                  <a:lnTo>
                    <a:pt x="1420489" y="1204233"/>
                  </a:lnTo>
                  <a:lnTo>
                    <a:pt x="1415806" y="1199031"/>
                  </a:lnTo>
                  <a:lnTo>
                    <a:pt x="1408696" y="1192788"/>
                  </a:lnTo>
                  <a:close/>
                  <a:moveTo>
                    <a:pt x="1168335" y="1220015"/>
                  </a:moveTo>
                  <a:lnTo>
                    <a:pt x="1164000" y="1218801"/>
                  </a:lnTo>
                  <a:lnTo>
                    <a:pt x="1155329" y="1218627"/>
                  </a:lnTo>
                  <a:lnTo>
                    <a:pt x="1148912" y="1220535"/>
                  </a:lnTo>
                  <a:lnTo>
                    <a:pt x="1144403" y="1220015"/>
                  </a:lnTo>
                  <a:lnTo>
                    <a:pt x="1129142" y="1210303"/>
                  </a:lnTo>
                  <a:lnTo>
                    <a:pt x="1117349" y="1210303"/>
                  </a:lnTo>
                  <a:lnTo>
                    <a:pt x="1103649" y="1219841"/>
                  </a:lnTo>
                  <a:lnTo>
                    <a:pt x="1096886" y="1233715"/>
                  </a:lnTo>
                  <a:lnTo>
                    <a:pt x="1097406" y="1247935"/>
                  </a:lnTo>
                  <a:lnTo>
                    <a:pt x="1105730" y="1258861"/>
                  </a:lnTo>
                  <a:lnTo>
                    <a:pt x="1120471" y="1259554"/>
                  </a:lnTo>
                  <a:lnTo>
                    <a:pt x="1132090" y="1252444"/>
                  </a:lnTo>
                  <a:lnTo>
                    <a:pt x="1139721" y="1245507"/>
                  </a:lnTo>
                  <a:lnTo>
                    <a:pt x="1148392" y="1239611"/>
                  </a:lnTo>
                  <a:lnTo>
                    <a:pt x="1150993" y="1234582"/>
                  </a:lnTo>
                  <a:lnTo>
                    <a:pt x="1155155" y="1230593"/>
                  </a:lnTo>
                  <a:lnTo>
                    <a:pt x="1162439" y="1230420"/>
                  </a:lnTo>
                  <a:lnTo>
                    <a:pt x="1169549" y="1234235"/>
                  </a:lnTo>
                  <a:lnTo>
                    <a:pt x="1172497" y="1235449"/>
                  </a:lnTo>
                  <a:lnTo>
                    <a:pt x="1173885" y="1231807"/>
                  </a:lnTo>
                  <a:lnTo>
                    <a:pt x="1176659" y="1232328"/>
                  </a:lnTo>
                  <a:lnTo>
                    <a:pt x="1179954" y="1235276"/>
                  </a:lnTo>
                  <a:lnTo>
                    <a:pt x="1181862" y="1231113"/>
                  </a:lnTo>
                  <a:lnTo>
                    <a:pt x="1175445" y="1222963"/>
                  </a:lnTo>
                  <a:lnTo>
                    <a:pt x="1168335" y="1220015"/>
                  </a:lnTo>
                  <a:close/>
                  <a:moveTo>
                    <a:pt x="975838" y="873520"/>
                  </a:moveTo>
                  <a:lnTo>
                    <a:pt x="975145" y="865369"/>
                  </a:lnTo>
                  <a:lnTo>
                    <a:pt x="957629" y="876468"/>
                  </a:lnTo>
                  <a:lnTo>
                    <a:pt x="954161" y="877682"/>
                  </a:lnTo>
                  <a:lnTo>
                    <a:pt x="948958" y="873520"/>
                  </a:lnTo>
                  <a:lnTo>
                    <a:pt x="945316" y="867103"/>
                  </a:lnTo>
                  <a:lnTo>
                    <a:pt x="943062" y="861207"/>
                  </a:lnTo>
                  <a:lnTo>
                    <a:pt x="941154" y="858606"/>
                  </a:lnTo>
                  <a:lnTo>
                    <a:pt x="932830" y="854270"/>
                  </a:lnTo>
                  <a:lnTo>
                    <a:pt x="921731" y="845426"/>
                  </a:lnTo>
                  <a:lnTo>
                    <a:pt x="908898" y="838489"/>
                  </a:lnTo>
                  <a:lnTo>
                    <a:pt x="896412" y="839356"/>
                  </a:lnTo>
                  <a:lnTo>
                    <a:pt x="891209" y="847160"/>
                  </a:lnTo>
                  <a:lnTo>
                    <a:pt x="911152" y="862941"/>
                  </a:lnTo>
                  <a:lnTo>
                    <a:pt x="917049" y="874734"/>
                  </a:lnTo>
                  <a:lnTo>
                    <a:pt x="912366" y="888608"/>
                  </a:lnTo>
                  <a:lnTo>
                    <a:pt x="901441" y="895891"/>
                  </a:lnTo>
                  <a:lnTo>
                    <a:pt x="889128" y="894677"/>
                  </a:lnTo>
                  <a:lnTo>
                    <a:pt x="880110" y="883579"/>
                  </a:lnTo>
                  <a:lnTo>
                    <a:pt x="878029" y="896932"/>
                  </a:lnTo>
                  <a:lnTo>
                    <a:pt x="872479" y="901094"/>
                  </a:lnTo>
                  <a:lnTo>
                    <a:pt x="865022" y="902308"/>
                  </a:lnTo>
                  <a:lnTo>
                    <a:pt x="856698" y="906817"/>
                  </a:lnTo>
                  <a:lnTo>
                    <a:pt x="849588" y="914794"/>
                  </a:lnTo>
                  <a:lnTo>
                    <a:pt x="845079" y="922078"/>
                  </a:lnTo>
                  <a:lnTo>
                    <a:pt x="838142" y="942368"/>
                  </a:lnTo>
                  <a:lnTo>
                    <a:pt x="816465" y="943929"/>
                  </a:lnTo>
                  <a:lnTo>
                    <a:pt x="794440" y="969248"/>
                  </a:lnTo>
                  <a:lnTo>
                    <a:pt x="784729" y="1000637"/>
                  </a:lnTo>
                  <a:lnTo>
                    <a:pt x="801030" y="1019887"/>
                  </a:lnTo>
                  <a:lnTo>
                    <a:pt x="801030" y="1000117"/>
                  </a:lnTo>
                  <a:lnTo>
                    <a:pt x="823401" y="1014164"/>
                  </a:lnTo>
                  <a:lnTo>
                    <a:pt x="827564" y="1019887"/>
                  </a:lnTo>
                  <a:lnTo>
                    <a:pt x="825309" y="1024743"/>
                  </a:lnTo>
                  <a:lnTo>
                    <a:pt x="819586" y="1030466"/>
                  </a:lnTo>
                  <a:lnTo>
                    <a:pt x="815251" y="1037403"/>
                  </a:lnTo>
                  <a:lnTo>
                    <a:pt x="816985" y="1045553"/>
                  </a:lnTo>
                  <a:lnTo>
                    <a:pt x="826003" y="1047808"/>
                  </a:lnTo>
                  <a:lnTo>
                    <a:pt x="858606" y="1045033"/>
                  </a:lnTo>
                  <a:lnTo>
                    <a:pt x="867450" y="1041911"/>
                  </a:lnTo>
                  <a:lnTo>
                    <a:pt x="941154" y="1001678"/>
                  </a:lnTo>
                  <a:lnTo>
                    <a:pt x="944276" y="986590"/>
                  </a:lnTo>
                  <a:lnTo>
                    <a:pt x="944276" y="980694"/>
                  </a:lnTo>
                  <a:lnTo>
                    <a:pt x="950345" y="984509"/>
                  </a:lnTo>
                  <a:lnTo>
                    <a:pt x="963525" y="996996"/>
                  </a:lnTo>
                  <a:lnTo>
                    <a:pt x="964913" y="999944"/>
                  </a:lnTo>
                  <a:lnTo>
                    <a:pt x="972543" y="994741"/>
                  </a:lnTo>
                  <a:lnTo>
                    <a:pt x="978786" y="984856"/>
                  </a:lnTo>
                  <a:lnTo>
                    <a:pt x="994047" y="952080"/>
                  </a:lnTo>
                  <a:lnTo>
                    <a:pt x="998209" y="938033"/>
                  </a:lnTo>
                  <a:lnTo>
                    <a:pt x="1000290" y="923639"/>
                  </a:lnTo>
                  <a:lnTo>
                    <a:pt x="999077" y="910632"/>
                  </a:lnTo>
                  <a:lnTo>
                    <a:pt x="975838" y="873520"/>
                  </a:lnTo>
                  <a:close/>
                  <a:moveTo>
                    <a:pt x="1365688" y="1089082"/>
                  </a:moveTo>
                  <a:lnTo>
                    <a:pt x="1369677" y="1085614"/>
                  </a:lnTo>
                  <a:lnTo>
                    <a:pt x="1376787" y="1084226"/>
                  </a:lnTo>
                  <a:lnTo>
                    <a:pt x="1383550" y="1085440"/>
                  </a:lnTo>
                  <a:lnTo>
                    <a:pt x="1388406" y="1080064"/>
                  </a:lnTo>
                  <a:lnTo>
                    <a:pt x="1389100" y="1073474"/>
                  </a:lnTo>
                  <a:lnTo>
                    <a:pt x="1390314" y="1070352"/>
                  </a:lnTo>
                  <a:lnTo>
                    <a:pt x="1394823" y="1065150"/>
                  </a:lnTo>
                  <a:lnTo>
                    <a:pt x="1396383" y="1058213"/>
                  </a:lnTo>
                  <a:lnTo>
                    <a:pt x="1389620" y="1054224"/>
                  </a:lnTo>
                  <a:lnTo>
                    <a:pt x="1378694" y="1051623"/>
                  </a:lnTo>
                  <a:lnTo>
                    <a:pt x="1370023" y="1050756"/>
                  </a:lnTo>
                  <a:lnTo>
                    <a:pt x="1366728" y="1051450"/>
                  </a:lnTo>
                  <a:lnTo>
                    <a:pt x="1363433" y="1051623"/>
                  </a:lnTo>
                  <a:lnTo>
                    <a:pt x="1357884" y="1050062"/>
                  </a:lnTo>
                  <a:lnTo>
                    <a:pt x="1353375" y="1046594"/>
                  </a:lnTo>
                  <a:lnTo>
                    <a:pt x="1345571" y="1048501"/>
                  </a:lnTo>
                  <a:lnTo>
                    <a:pt x="1335166" y="1056999"/>
                  </a:lnTo>
                  <a:lnTo>
                    <a:pt x="1326668" y="1060641"/>
                  </a:lnTo>
                  <a:lnTo>
                    <a:pt x="1319558" y="1057346"/>
                  </a:lnTo>
                  <a:lnTo>
                    <a:pt x="1313488" y="1056479"/>
                  </a:lnTo>
                  <a:lnTo>
                    <a:pt x="1310714" y="1057866"/>
                  </a:lnTo>
                  <a:lnTo>
                    <a:pt x="1307245" y="1059774"/>
                  </a:lnTo>
                  <a:lnTo>
                    <a:pt x="1299441" y="1062028"/>
                  </a:lnTo>
                  <a:lnTo>
                    <a:pt x="1291464" y="1063069"/>
                  </a:lnTo>
                  <a:lnTo>
                    <a:pt x="1292504" y="1066191"/>
                  </a:lnTo>
                  <a:lnTo>
                    <a:pt x="1309673" y="1073821"/>
                  </a:lnTo>
                  <a:lnTo>
                    <a:pt x="1312621" y="1075729"/>
                  </a:lnTo>
                  <a:lnTo>
                    <a:pt x="1315569" y="1077289"/>
                  </a:lnTo>
                  <a:lnTo>
                    <a:pt x="1323026" y="1077289"/>
                  </a:lnTo>
                  <a:lnTo>
                    <a:pt x="1332218" y="1073994"/>
                  </a:lnTo>
                  <a:lnTo>
                    <a:pt x="1340195" y="1072780"/>
                  </a:lnTo>
                  <a:lnTo>
                    <a:pt x="1346265" y="1075382"/>
                  </a:lnTo>
                  <a:lnTo>
                    <a:pt x="1350427" y="1081105"/>
                  </a:lnTo>
                  <a:lnTo>
                    <a:pt x="1351988" y="1088388"/>
                  </a:lnTo>
                  <a:lnTo>
                    <a:pt x="1355803" y="1093764"/>
                  </a:lnTo>
                  <a:lnTo>
                    <a:pt x="1362740" y="1092377"/>
                  </a:lnTo>
                  <a:lnTo>
                    <a:pt x="1365688" y="1089082"/>
                  </a:lnTo>
                  <a:close/>
                  <a:moveTo>
                    <a:pt x="1178567" y="1173711"/>
                  </a:moveTo>
                  <a:lnTo>
                    <a:pt x="1174578" y="1170763"/>
                  </a:lnTo>
                  <a:lnTo>
                    <a:pt x="1166254" y="1166428"/>
                  </a:lnTo>
                  <a:lnTo>
                    <a:pt x="1150126" y="1163653"/>
                  </a:lnTo>
                  <a:lnTo>
                    <a:pt x="1144056" y="1160358"/>
                  </a:lnTo>
                  <a:lnTo>
                    <a:pt x="1137987" y="1158450"/>
                  </a:lnTo>
                  <a:lnTo>
                    <a:pt x="1135385" y="1160705"/>
                  </a:lnTo>
                  <a:lnTo>
                    <a:pt x="1139374" y="1167295"/>
                  </a:lnTo>
                  <a:lnTo>
                    <a:pt x="1139894" y="1169896"/>
                  </a:lnTo>
                  <a:lnTo>
                    <a:pt x="1137987" y="1171977"/>
                  </a:lnTo>
                  <a:lnTo>
                    <a:pt x="1135212" y="1173364"/>
                  </a:lnTo>
                  <a:lnTo>
                    <a:pt x="1134518" y="1175446"/>
                  </a:lnTo>
                  <a:lnTo>
                    <a:pt x="1136079" y="1177700"/>
                  </a:lnTo>
                  <a:lnTo>
                    <a:pt x="1135732" y="1180475"/>
                  </a:lnTo>
                  <a:lnTo>
                    <a:pt x="1133478" y="1184637"/>
                  </a:lnTo>
                  <a:lnTo>
                    <a:pt x="1129489" y="1195909"/>
                  </a:lnTo>
                  <a:lnTo>
                    <a:pt x="1130183" y="1199031"/>
                  </a:lnTo>
                  <a:lnTo>
                    <a:pt x="1133824" y="1199724"/>
                  </a:lnTo>
                  <a:lnTo>
                    <a:pt x="1137119" y="1200938"/>
                  </a:lnTo>
                  <a:lnTo>
                    <a:pt x="1138680" y="1204753"/>
                  </a:lnTo>
                  <a:lnTo>
                    <a:pt x="1144750" y="1210476"/>
                  </a:lnTo>
                  <a:lnTo>
                    <a:pt x="1156543" y="1213598"/>
                  </a:lnTo>
                  <a:lnTo>
                    <a:pt x="1160531" y="1210303"/>
                  </a:lnTo>
                  <a:lnTo>
                    <a:pt x="1156716" y="1203540"/>
                  </a:lnTo>
                  <a:lnTo>
                    <a:pt x="1162959" y="1202326"/>
                  </a:lnTo>
                  <a:lnTo>
                    <a:pt x="1174231" y="1201632"/>
                  </a:lnTo>
                  <a:lnTo>
                    <a:pt x="1177006" y="1191053"/>
                  </a:lnTo>
                  <a:lnTo>
                    <a:pt x="1182382" y="1186544"/>
                  </a:lnTo>
                  <a:lnTo>
                    <a:pt x="1181689" y="1178394"/>
                  </a:lnTo>
                  <a:lnTo>
                    <a:pt x="1178567" y="1173711"/>
                  </a:lnTo>
                  <a:close/>
                  <a:moveTo>
                    <a:pt x="1224870" y="1234409"/>
                  </a:moveTo>
                  <a:lnTo>
                    <a:pt x="1217066" y="1222789"/>
                  </a:lnTo>
                  <a:lnTo>
                    <a:pt x="1218454" y="1215679"/>
                  </a:lnTo>
                  <a:lnTo>
                    <a:pt x="1225911" y="1209263"/>
                  </a:lnTo>
                  <a:lnTo>
                    <a:pt x="1224003" y="1200071"/>
                  </a:lnTo>
                  <a:lnTo>
                    <a:pt x="1210823" y="1193308"/>
                  </a:lnTo>
                  <a:lnTo>
                    <a:pt x="1204233" y="1193308"/>
                  </a:lnTo>
                  <a:lnTo>
                    <a:pt x="1203886" y="1196429"/>
                  </a:lnTo>
                  <a:lnTo>
                    <a:pt x="1197470" y="1202672"/>
                  </a:lnTo>
                  <a:lnTo>
                    <a:pt x="1199031" y="1207008"/>
                  </a:lnTo>
                  <a:lnTo>
                    <a:pt x="1204060" y="1211690"/>
                  </a:lnTo>
                  <a:lnTo>
                    <a:pt x="1202326" y="1223657"/>
                  </a:lnTo>
                  <a:lnTo>
                    <a:pt x="1197470" y="1245161"/>
                  </a:lnTo>
                  <a:lnTo>
                    <a:pt x="1199204" y="1257647"/>
                  </a:lnTo>
                  <a:lnTo>
                    <a:pt x="1203193" y="1258514"/>
                  </a:lnTo>
                  <a:lnTo>
                    <a:pt x="1206835" y="1261462"/>
                  </a:lnTo>
                  <a:lnTo>
                    <a:pt x="1208222" y="1265798"/>
                  </a:lnTo>
                  <a:lnTo>
                    <a:pt x="1212211" y="1268225"/>
                  </a:lnTo>
                  <a:lnTo>
                    <a:pt x="1219841" y="1266145"/>
                  </a:lnTo>
                  <a:lnTo>
                    <a:pt x="1223830" y="1258861"/>
                  </a:lnTo>
                  <a:lnTo>
                    <a:pt x="1223830" y="1249496"/>
                  </a:lnTo>
                  <a:lnTo>
                    <a:pt x="1225044" y="1243947"/>
                  </a:lnTo>
                  <a:lnTo>
                    <a:pt x="1228512" y="1243426"/>
                  </a:lnTo>
                  <a:lnTo>
                    <a:pt x="1230940" y="1240652"/>
                  </a:lnTo>
                  <a:lnTo>
                    <a:pt x="1228339" y="1236143"/>
                  </a:lnTo>
                  <a:lnTo>
                    <a:pt x="1224870" y="1234409"/>
                  </a:lnTo>
                  <a:close/>
                  <a:moveTo>
                    <a:pt x="1355109" y="973063"/>
                  </a:moveTo>
                  <a:lnTo>
                    <a:pt x="1351467" y="967514"/>
                  </a:lnTo>
                  <a:lnTo>
                    <a:pt x="1341756" y="965780"/>
                  </a:lnTo>
                  <a:lnTo>
                    <a:pt x="1325628" y="969595"/>
                  </a:lnTo>
                  <a:lnTo>
                    <a:pt x="1310367" y="978093"/>
                  </a:lnTo>
                  <a:lnTo>
                    <a:pt x="1299441" y="992487"/>
                  </a:lnTo>
                  <a:lnTo>
                    <a:pt x="1294065" y="1004279"/>
                  </a:lnTo>
                  <a:lnTo>
                    <a:pt x="1290423" y="1009829"/>
                  </a:lnTo>
                  <a:lnTo>
                    <a:pt x="1287649" y="1015378"/>
                  </a:lnTo>
                  <a:lnTo>
                    <a:pt x="1291117" y="1018846"/>
                  </a:lnTo>
                  <a:lnTo>
                    <a:pt x="1294932" y="1019193"/>
                  </a:lnTo>
                  <a:lnTo>
                    <a:pt x="1298574" y="1021968"/>
                  </a:lnTo>
                  <a:lnTo>
                    <a:pt x="1300135" y="1030119"/>
                  </a:lnTo>
                  <a:lnTo>
                    <a:pt x="1300135" y="1039830"/>
                  </a:lnTo>
                  <a:lnTo>
                    <a:pt x="1305164" y="1045727"/>
                  </a:lnTo>
                  <a:lnTo>
                    <a:pt x="1309326" y="1042779"/>
                  </a:lnTo>
                  <a:lnTo>
                    <a:pt x="1311581" y="1032720"/>
                  </a:lnTo>
                  <a:lnTo>
                    <a:pt x="1318691" y="1023009"/>
                  </a:lnTo>
                  <a:lnTo>
                    <a:pt x="1339155" y="1013470"/>
                  </a:lnTo>
                  <a:lnTo>
                    <a:pt x="1343143" y="1007748"/>
                  </a:lnTo>
                  <a:lnTo>
                    <a:pt x="1349733" y="1006187"/>
                  </a:lnTo>
                  <a:lnTo>
                    <a:pt x="1365688" y="1011043"/>
                  </a:lnTo>
                  <a:lnTo>
                    <a:pt x="1371411" y="1010002"/>
                  </a:lnTo>
                  <a:lnTo>
                    <a:pt x="1370717" y="1004279"/>
                  </a:lnTo>
                  <a:lnTo>
                    <a:pt x="1365514" y="996822"/>
                  </a:lnTo>
                  <a:lnTo>
                    <a:pt x="1359618" y="990232"/>
                  </a:lnTo>
                  <a:lnTo>
                    <a:pt x="1352508" y="985897"/>
                  </a:lnTo>
                  <a:lnTo>
                    <a:pt x="1351814" y="983642"/>
                  </a:lnTo>
                  <a:lnTo>
                    <a:pt x="1355803" y="979480"/>
                  </a:lnTo>
                  <a:lnTo>
                    <a:pt x="1355109" y="973063"/>
                  </a:lnTo>
                  <a:close/>
                  <a:moveTo>
                    <a:pt x="1296146" y="1088388"/>
                  </a:moveTo>
                  <a:lnTo>
                    <a:pt x="1281926" y="1074341"/>
                  </a:lnTo>
                  <a:lnTo>
                    <a:pt x="1279498" y="1066364"/>
                  </a:lnTo>
                  <a:lnTo>
                    <a:pt x="1275336" y="1060641"/>
                  </a:lnTo>
                  <a:lnTo>
                    <a:pt x="1272908" y="1053704"/>
                  </a:lnTo>
                  <a:lnTo>
                    <a:pt x="1270827" y="1038790"/>
                  </a:lnTo>
                  <a:lnTo>
                    <a:pt x="1263717" y="1020754"/>
                  </a:lnTo>
                  <a:lnTo>
                    <a:pt x="1254525" y="1009829"/>
                  </a:lnTo>
                  <a:lnTo>
                    <a:pt x="1246201" y="1004106"/>
                  </a:lnTo>
                  <a:lnTo>
                    <a:pt x="1237357" y="1001158"/>
                  </a:lnTo>
                  <a:lnTo>
                    <a:pt x="1223830" y="1002545"/>
                  </a:lnTo>
                  <a:lnTo>
                    <a:pt x="1219321" y="1003586"/>
                  </a:lnTo>
                  <a:lnTo>
                    <a:pt x="1210997" y="1007574"/>
                  </a:lnTo>
                  <a:lnTo>
                    <a:pt x="1204927" y="1016592"/>
                  </a:lnTo>
                  <a:lnTo>
                    <a:pt x="1201805" y="1028385"/>
                  </a:lnTo>
                  <a:lnTo>
                    <a:pt x="1201112" y="1040177"/>
                  </a:lnTo>
                  <a:lnTo>
                    <a:pt x="1201805" y="1051797"/>
                  </a:lnTo>
                  <a:lnTo>
                    <a:pt x="1204060" y="1062028"/>
                  </a:lnTo>
                  <a:lnTo>
                    <a:pt x="1209436" y="1068965"/>
                  </a:lnTo>
                  <a:lnTo>
                    <a:pt x="1218454" y="1074862"/>
                  </a:lnTo>
                  <a:lnTo>
                    <a:pt x="1228512" y="1077636"/>
                  </a:lnTo>
                  <a:lnTo>
                    <a:pt x="1236490" y="1075555"/>
                  </a:lnTo>
                  <a:lnTo>
                    <a:pt x="1243253" y="1077289"/>
                  </a:lnTo>
                  <a:lnTo>
                    <a:pt x="1245161" y="1084226"/>
                  </a:lnTo>
                  <a:lnTo>
                    <a:pt x="1238050" y="1089776"/>
                  </a:lnTo>
                  <a:lnTo>
                    <a:pt x="1238224" y="1095845"/>
                  </a:lnTo>
                  <a:lnTo>
                    <a:pt x="1252791" y="1100875"/>
                  </a:lnTo>
                  <a:lnTo>
                    <a:pt x="1264584" y="1103649"/>
                  </a:lnTo>
                  <a:lnTo>
                    <a:pt x="1271347" y="1106771"/>
                  </a:lnTo>
                  <a:lnTo>
                    <a:pt x="1274989" y="1104516"/>
                  </a:lnTo>
                  <a:lnTo>
                    <a:pt x="1275682" y="1098967"/>
                  </a:lnTo>
                  <a:lnTo>
                    <a:pt x="1278978" y="1098273"/>
                  </a:lnTo>
                  <a:lnTo>
                    <a:pt x="1284874" y="1102088"/>
                  </a:lnTo>
                  <a:lnTo>
                    <a:pt x="1291811" y="1105037"/>
                  </a:lnTo>
                  <a:lnTo>
                    <a:pt x="1295626" y="1106077"/>
                  </a:lnTo>
                  <a:lnTo>
                    <a:pt x="1299441" y="1106598"/>
                  </a:lnTo>
                  <a:lnTo>
                    <a:pt x="1302043" y="1103996"/>
                  </a:lnTo>
                  <a:lnTo>
                    <a:pt x="1297707" y="1093591"/>
                  </a:lnTo>
                  <a:lnTo>
                    <a:pt x="1296146" y="1088388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0" scaled="1"/>
              <a:tileRect/>
            </a:gradFill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 dirty="0"/>
            </a:p>
          </p:txBody>
        </p:sp>
        <p:sp>
          <p:nvSpPr>
            <p:cNvPr id="85" name="Freeform: Shape 19">
              <a:extLst>
                <a:ext uri="{FF2B5EF4-FFF2-40B4-BE49-F238E27FC236}">
                  <a16:creationId xmlns:a16="http://schemas.microsoft.com/office/drawing/2014/main" id="{22C23EC9-100A-23D7-BFE2-6AC7BAC5F8CE}"/>
                </a:ext>
              </a:extLst>
            </p:cNvPr>
            <p:cNvSpPr/>
            <p:nvPr/>
          </p:nvSpPr>
          <p:spPr>
            <a:xfrm>
              <a:off x="2382630" y="1113423"/>
              <a:ext cx="1924969" cy="1959654"/>
            </a:xfrm>
            <a:custGeom>
              <a:avLst/>
              <a:gdLst>
                <a:gd name="connsiteX0" fmla="*/ 1167815 w 1924969"/>
                <a:gd name="connsiteY0" fmla="*/ 196139 h 1959653"/>
                <a:gd name="connsiteX1" fmla="*/ 1236316 w 1924969"/>
                <a:gd name="connsiteY1" fmla="*/ 331580 h 1959653"/>
                <a:gd name="connsiteX2" fmla="*/ 1289556 w 1924969"/>
                <a:gd name="connsiteY2" fmla="*/ 473438 h 1959653"/>
                <a:gd name="connsiteX3" fmla="*/ 1298227 w 1924969"/>
                <a:gd name="connsiteY3" fmla="*/ 488873 h 1959653"/>
                <a:gd name="connsiteX4" fmla="*/ 1325975 w 1924969"/>
                <a:gd name="connsiteY4" fmla="*/ 523210 h 1959653"/>
                <a:gd name="connsiteX5" fmla="*/ 1336727 w 1924969"/>
                <a:gd name="connsiteY5" fmla="*/ 552171 h 1959653"/>
                <a:gd name="connsiteX6" fmla="*/ 1465752 w 1924969"/>
                <a:gd name="connsiteY6" fmla="*/ 736864 h 1959653"/>
                <a:gd name="connsiteX7" fmla="*/ 1515870 w 1924969"/>
                <a:gd name="connsiteY7" fmla="*/ 809875 h 1959653"/>
                <a:gd name="connsiteX8" fmla="*/ 1575874 w 1924969"/>
                <a:gd name="connsiteY8" fmla="*/ 876468 h 1959653"/>
                <a:gd name="connsiteX9" fmla="*/ 1584371 w 1924969"/>
                <a:gd name="connsiteY9" fmla="*/ 883405 h 1959653"/>
                <a:gd name="connsiteX10" fmla="*/ 1624432 w 1924969"/>
                <a:gd name="connsiteY10" fmla="*/ 930749 h 1959653"/>
                <a:gd name="connsiteX11" fmla="*/ 1626513 w 1924969"/>
                <a:gd name="connsiteY11" fmla="*/ 950866 h 1959653"/>
                <a:gd name="connsiteX12" fmla="*/ 1626859 w 1924969"/>
                <a:gd name="connsiteY12" fmla="*/ 974798 h 1959653"/>
                <a:gd name="connsiteX13" fmla="*/ 1631542 w 1924969"/>
                <a:gd name="connsiteY13" fmla="*/ 995261 h 1959653"/>
                <a:gd name="connsiteX14" fmla="*/ 1658942 w 1924969"/>
                <a:gd name="connsiteY14" fmla="*/ 1010522 h 1959653"/>
                <a:gd name="connsiteX15" fmla="*/ 1666920 w 1924969"/>
                <a:gd name="connsiteY15" fmla="*/ 1026824 h 1959653"/>
                <a:gd name="connsiteX16" fmla="*/ 1689464 w 1924969"/>
                <a:gd name="connsiteY16" fmla="*/ 1100528 h 1959653"/>
                <a:gd name="connsiteX17" fmla="*/ 1699696 w 1924969"/>
                <a:gd name="connsiteY17" fmla="*/ 1117696 h 1959653"/>
                <a:gd name="connsiteX18" fmla="*/ 1711662 w 1924969"/>
                <a:gd name="connsiteY18" fmla="*/ 1124980 h 1959653"/>
                <a:gd name="connsiteX19" fmla="*/ 1721894 w 1924969"/>
                <a:gd name="connsiteY19" fmla="*/ 1135385 h 1959653"/>
                <a:gd name="connsiteX20" fmla="*/ 1757098 w 1924969"/>
                <a:gd name="connsiteY20" fmla="*/ 1204753 h 1959653"/>
                <a:gd name="connsiteX21" fmla="*/ 1778256 w 1924969"/>
                <a:gd name="connsiteY21" fmla="*/ 1231460 h 1959653"/>
                <a:gd name="connsiteX22" fmla="*/ 1785539 w 1924969"/>
                <a:gd name="connsiteY22" fmla="*/ 1246201 h 1959653"/>
                <a:gd name="connsiteX23" fmla="*/ 1788487 w 1924969"/>
                <a:gd name="connsiteY23" fmla="*/ 1261635 h 1959653"/>
                <a:gd name="connsiteX24" fmla="*/ 1793690 w 1924969"/>
                <a:gd name="connsiteY24" fmla="*/ 1276723 h 1959653"/>
                <a:gd name="connsiteX25" fmla="*/ 1831149 w 1924969"/>
                <a:gd name="connsiteY25" fmla="*/ 1317824 h 1959653"/>
                <a:gd name="connsiteX26" fmla="*/ 1843115 w 1924969"/>
                <a:gd name="connsiteY26" fmla="*/ 1351641 h 1959653"/>
                <a:gd name="connsiteX27" fmla="*/ 1853694 w 1924969"/>
                <a:gd name="connsiteY27" fmla="*/ 1425171 h 1959653"/>
                <a:gd name="connsiteX28" fmla="*/ 1868087 w 1924969"/>
                <a:gd name="connsiteY28" fmla="*/ 1465752 h 1959653"/>
                <a:gd name="connsiteX29" fmla="*/ 1907801 w 1924969"/>
                <a:gd name="connsiteY29" fmla="*/ 1521073 h 1959653"/>
                <a:gd name="connsiteX30" fmla="*/ 1910922 w 1924969"/>
                <a:gd name="connsiteY30" fmla="*/ 1532692 h 1959653"/>
                <a:gd name="connsiteX31" fmla="*/ 1906414 w 1924969"/>
                <a:gd name="connsiteY31" fmla="*/ 1543791 h 1959653"/>
                <a:gd name="connsiteX32" fmla="*/ 1899130 w 1924969"/>
                <a:gd name="connsiteY32" fmla="*/ 1554543 h 1959653"/>
                <a:gd name="connsiteX33" fmla="*/ 1894621 w 1924969"/>
                <a:gd name="connsiteY33" fmla="*/ 1564948 h 1959653"/>
                <a:gd name="connsiteX34" fmla="*/ 1894274 w 1924969"/>
                <a:gd name="connsiteY34" fmla="*/ 1574486 h 1959653"/>
                <a:gd name="connsiteX35" fmla="*/ 1899997 w 1924969"/>
                <a:gd name="connsiteY35" fmla="*/ 1604835 h 1959653"/>
                <a:gd name="connsiteX36" fmla="*/ 1906760 w 1924969"/>
                <a:gd name="connsiteY36" fmla="*/ 1691372 h 1959653"/>
                <a:gd name="connsiteX37" fmla="*/ 1913870 w 1924969"/>
                <a:gd name="connsiteY37" fmla="*/ 1731259 h 1959653"/>
                <a:gd name="connsiteX38" fmla="*/ 1939537 w 1924969"/>
                <a:gd name="connsiteY38" fmla="*/ 1812766 h 1959653"/>
                <a:gd name="connsiteX39" fmla="*/ 1941618 w 1924969"/>
                <a:gd name="connsiteY39" fmla="*/ 1852653 h 1959653"/>
                <a:gd name="connsiteX40" fmla="*/ 1933640 w 1924969"/>
                <a:gd name="connsiteY40" fmla="*/ 1889418 h 1959653"/>
                <a:gd name="connsiteX41" fmla="*/ 1916125 w 1924969"/>
                <a:gd name="connsiteY41" fmla="*/ 1922888 h 1959653"/>
                <a:gd name="connsiteX42" fmla="*/ 1902078 w 1924969"/>
                <a:gd name="connsiteY42" fmla="*/ 1962602 h 1959653"/>
                <a:gd name="connsiteX43" fmla="*/ 1894274 w 1924969"/>
                <a:gd name="connsiteY43" fmla="*/ 1962255 h 1959653"/>
                <a:gd name="connsiteX44" fmla="*/ 1868434 w 1924969"/>
                <a:gd name="connsiteY44" fmla="*/ 1956359 h 1959653"/>
                <a:gd name="connsiteX45" fmla="*/ 1843635 w 1924969"/>
                <a:gd name="connsiteY45" fmla="*/ 1967284 h 1959653"/>
                <a:gd name="connsiteX46" fmla="*/ 1790048 w 1924969"/>
                <a:gd name="connsiteY46" fmla="*/ 1947514 h 1959653"/>
                <a:gd name="connsiteX47" fmla="*/ 1798546 w 1924969"/>
                <a:gd name="connsiteY47" fmla="*/ 1924623 h 1959653"/>
                <a:gd name="connsiteX48" fmla="*/ 1796118 w 1924969"/>
                <a:gd name="connsiteY48" fmla="*/ 1903119 h 1959653"/>
                <a:gd name="connsiteX49" fmla="*/ 1789355 w 1924969"/>
                <a:gd name="connsiteY49" fmla="*/ 1879186 h 1959653"/>
                <a:gd name="connsiteX50" fmla="*/ 1787274 w 1924969"/>
                <a:gd name="connsiteY50" fmla="*/ 1852133 h 1959653"/>
                <a:gd name="connsiteX51" fmla="*/ 1797505 w 1924969"/>
                <a:gd name="connsiteY51" fmla="*/ 1826466 h 1959653"/>
                <a:gd name="connsiteX52" fmla="*/ 1805829 w 1924969"/>
                <a:gd name="connsiteY52" fmla="*/ 1802188 h 1959653"/>
                <a:gd name="connsiteX53" fmla="*/ 1799760 w 1924969"/>
                <a:gd name="connsiteY53" fmla="*/ 1794904 h 1959653"/>
                <a:gd name="connsiteX54" fmla="*/ 1793170 w 1924969"/>
                <a:gd name="connsiteY54" fmla="*/ 1788661 h 1959653"/>
                <a:gd name="connsiteX55" fmla="*/ 1796291 w 1924969"/>
                <a:gd name="connsiteY55" fmla="*/ 1766636 h 1959653"/>
                <a:gd name="connsiteX56" fmla="*/ 1739583 w 1924969"/>
                <a:gd name="connsiteY56" fmla="*/ 1762474 h 1959653"/>
                <a:gd name="connsiteX57" fmla="*/ 1722934 w 1924969"/>
                <a:gd name="connsiteY57" fmla="*/ 1752936 h 1959653"/>
                <a:gd name="connsiteX58" fmla="*/ 1705072 w 1924969"/>
                <a:gd name="connsiteY58" fmla="*/ 1745306 h 1959653"/>
                <a:gd name="connsiteX59" fmla="*/ 1697962 w 1924969"/>
                <a:gd name="connsiteY59" fmla="*/ 1727443 h 1959653"/>
                <a:gd name="connsiteX60" fmla="*/ 1692239 w 1924969"/>
                <a:gd name="connsiteY60" fmla="*/ 1706980 h 1959653"/>
                <a:gd name="connsiteX61" fmla="*/ 1666746 w 1924969"/>
                <a:gd name="connsiteY61" fmla="*/ 1694840 h 1959653"/>
                <a:gd name="connsiteX62" fmla="*/ 1650791 w 1924969"/>
                <a:gd name="connsiteY62" fmla="*/ 1670735 h 1959653"/>
                <a:gd name="connsiteX63" fmla="*/ 1647323 w 1924969"/>
                <a:gd name="connsiteY63" fmla="*/ 1639346 h 1959653"/>
                <a:gd name="connsiteX64" fmla="*/ 1652873 w 1924969"/>
                <a:gd name="connsiteY64" fmla="*/ 1615240 h 1959653"/>
                <a:gd name="connsiteX65" fmla="*/ 1666052 w 1924969"/>
                <a:gd name="connsiteY65" fmla="*/ 1605182 h 1959653"/>
                <a:gd name="connsiteX66" fmla="*/ 1680620 w 1924969"/>
                <a:gd name="connsiteY66" fmla="*/ 1599806 h 1959653"/>
                <a:gd name="connsiteX67" fmla="*/ 1703164 w 1924969"/>
                <a:gd name="connsiteY67" fmla="*/ 1608824 h 1959653"/>
                <a:gd name="connsiteX68" fmla="*/ 1721547 w 1924969"/>
                <a:gd name="connsiteY68" fmla="*/ 1594950 h 1959653"/>
                <a:gd name="connsiteX69" fmla="*/ 1713916 w 1924969"/>
                <a:gd name="connsiteY69" fmla="*/ 1572752 h 1959653"/>
                <a:gd name="connsiteX70" fmla="*/ 1689811 w 1924969"/>
                <a:gd name="connsiteY70" fmla="*/ 1558011 h 1959653"/>
                <a:gd name="connsiteX71" fmla="*/ 1663278 w 1924969"/>
                <a:gd name="connsiteY71" fmla="*/ 1551942 h 1959653"/>
                <a:gd name="connsiteX72" fmla="*/ 1642294 w 1924969"/>
                <a:gd name="connsiteY72" fmla="*/ 1563041 h 1959653"/>
                <a:gd name="connsiteX73" fmla="*/ 1622003 w 1924969"/>
                <a:gd name="connsiteY73" fmla="*/ 1568243 h 1959653"/>
                <a:gd name="connsiteX74" fmla="*/ 1593389 w 1924969"/>
                <a:gd name="connsiteY74" fmla="*/ 1555063 h 1959653"/>
                <a:gd name="connsiteX75" fmla="*/ 1563041 w 1924969"/>
                <a:gd name="connsiteY75" fmla="*/ 1549861 h 1959653"/>
                <a:gd name="connsiteX76" fmla="*/ 1552809 w 1924969"/>
                <a:gd name="connsiteY76" fmla="*/ 1554023 h 1959653"/>
                <a:gd name="connsiteX77" fmla="*/ 1544485 w 1924969"/>
                <a:gd name="connsiteY77" fmla="*/ 1552982 h 1959653"/>
                <a:gd name="connsiteX78" fmla="*/ 1537895 w 1924969"/>
                <a:gd name="connsiteY78" fmla="*/ 1544311 h 1959653"/>
                <a:gd name="connsiteX79" fmla="*/ 1528356 w 1924969"/>
                <a:gd name="connsiteY79" fmla="*/ 1540322 h 1959653"/>
                <a:gd name="connsiteX80" fmla="*/ 1506332 w 1924969"/>
                <a:gd name="connsiteY80" fmla="*/ 1557491 h 1959653"/>
                <a:gd name="connsiteX81" fmla="*/ 1483094 w 1924969"/>
                <a:gd name="connsiteY81" fmla="*/ 1566682 h 1959653"/>
                <a:gd name="connsiteX82" fmla="*/ 1481360 w 1924969"/>
                <a:gd name="connsiteY82" fmla="*/ 1549687 h 1959653"/>
                <a:gd name="connsiteX83" fmla="*/ 1483267 w 1924969"/>
                <a:gd name="connsiteY83" fmla="*/ 1532692 h 1959653"/>
                <a:gd name="connsiteX84" fmla="*/ 1469914 w 1924969"/>
                <a:gd name="connsiteY84" fmla="*/ 1526102 h 1959653"/>
                <a:gd name="connsiteX85" fmla="*/ 1455000 w 1924969"/>
                <a:gd name="connsiteY85" fmla="*/ 1522634 h 1959653"/>
                <a:gd name="connsiteX86" fmla="*/ 1444074 w 1924969"/>
                <a:gd name="connsiteY86" fmla="*/ 1503557 h 1959653"/>
                <a:gd name="connsiteX87" fmla="*/ 1422917 w 1924969"/>
                <a:gd name="connsiteY87" fmla="*/ 1501823 h 1959653"/>
                <a:gd name="connsiteX88" fmla="*/ 1401933 w 1924969"/>
                <a:gd name="connsiteY88" fmla="*/ 1511708 h 1959653"/>
                <a:gd name="connsiteX89" fmla="*/ 1387712 w 1924969"/>
                <a:gd name="connsiteY89" fmla="*/ 1528877 h 1959653"/>
                <a:gd name="connsiteX90" fmla="*/ 1392915 w 1924969"/>
                <a:gd name="connsiteY90" fmla="*/ 1552809 h 1959653"/>
                <a:gd name="connsiteX91" fmla="*/ 1390487 w 1924969"/>
                <a:gd name="connsiteY91" fmla="*/ 1575007 h 1959653"/>
                <a:gd name="connsiteX92" fmla="*/ 1385805 w 1924969"/>
                <a:gd name="connsiteY92" fmla="*/ 1595817 h 1959653"/>
                <a:gd name="connsiteX93" fmla="*/ 1366035 w 1924969"/>
                <a:gd name="connsiteY93" fmla="*/ 1593909 h 1959653"/>
                <a:gd name="connsiteX94" fmla="*/ 1342970 w 1924969"/>
                <a:gd name="connsiteY94" fmla="*/ 1588880 h 1959653"/>
                <a:gd name="connsiteX95" fmla="*/ 1323894 w 1924969"/>
                <a:gd name="connsiteY95" fmla="*/ 1580903 h 1959653"/>
                <a:gd name="connsiteX96" fmla="*/ 1303950 w 1924969"/>
                <a:gd name="connsiteY96" fmla="*/ 1570324 h 1959653"/>
                <a:gd name="connsiteX97" fmla="*/ 1288516 w 1924969"/>
                <a:gd name="connsiteY97" fmla="*/ 1560266 h 1959653"/>
                <a:gd name="connsiteX98" fmla="*/ 1272734 w 1924969"/>
                <a:gd name="connsiteY98" fmla="*/ 1553502 h 1959653"/>
                <a:gd name="connsiteX99" fmla="*/ 1253138 w 1924969"/>
                <a:gd name="connsiteY99" fmla="*/ 1551248 h 1959653"/>
                <a:gd name="connsiteX100" fmla="*/ 1233021 w 1924969"/>
                <a:gd name="connsiteY100" fmla="*/ 1547259 h 1959653"/>
                <a:gd name="connsiteX101" fmla="*/ 1212558 w 1924969"/>
                <a:gd name="connsiteY101" fmla="*/ 1533906 h 1959653"/>
                <a:gd name="connsiteX102" fmla="*/ 1194175 w 1924969"/>
                <a:gd name="connsiteY102" fmla="*/ 1520032 h 1959653"/>
                <a:gd name="connsiteX103" fmla="*/ 1175619 w 1924969"/>
                <a:gd name="connsiteY103" fmla="*/ 1520206 h 1959653"/>
                <a:gd name="connsiteX104" fmla="*/ 1157063 w 1924969"/>
                <a:gd name="connsiteY104" fmla="*/ 1526102 h 1959653"/>
                <a:gd name="connsiteX105" fmla="*/ 1140414 w 1924969"/>
                <a:gd name="connsiteY105" fmla="*/ 1529050 h 1959653"/>
                <a:gd name="connsiteX106" fmla="*/ 1126367 w 1924969"/>
                <a:gd name="connsiteY106" fmla="*/ 1530091 h 1959653"/>
                <a:gd name="connsiteX107" fmla="*/ 1120645 w 1924969"/>
                <a:gd name="connsiteY107" fmla="*/ 1517431 h 1959653"/>
                <a:gd name="connsiteX108" fmla="*/ 1105383 w 1924969"/>
                <a:gd name="connsiteY108" fmla="*/ 1501303 h 1959653"/>
                <a:gd name="connsiteX109" fmla="*/ 1106597 w 1924969"/>
                <a:gd name="connsiteY109" fmla="*/ 1487603 h 1959653"/>
                <a:gd name="connsiteX110" fmla="*/ 1098967 w 1924969"/>
                <a:gd name="connsiteY110" fmla="*/ 1479105 h 1959653"/>
                <a:gd name="connsiteX111" fmla="*/ 1062028 w 1924969"/>
                <a:gd name="connsiteY111" fmla="*/ 1483267 h 1959653"/>
                <a:gd name="connsiteX112" fmla="*/ 1038616 w 1924969"/>
                <a:gd name="connsiteY112" fmla="*/ 1491071 h 1959653"/>
                <a:gd name="connsiteX113" fmla="*/ 1031506 w 1924969"/>
                <a:gd name="connsiteY113" fmla="*/ 1494539 h 1959653"/>
                <a:gd name="connsiteX114" fmla="*/ 1024743 w 1924969"/>
                <a:gd name="connsiteY114" fmla="*/ 1494366 h 1959653"/>
                <a:gd name="connsiteX115" fmla="*/ 1013644 w 1924969"/>
                <a:gd name="connsiteY115" fmla="*/ 1488296 h 1959653"/>
                <a:gd name="connsiteX116" fmla="*/ 1005146 w 1924969"/>
                <a:gd name="connsiteY116" fmla="*/ 1478585 h 1959653"/>
                <a:gd name="connsiteX117" fmla="*/ 1018500 w 1924969"/>
                <a:gd name="connsiteY117" fmla="*/ 1457948 h 1959653"/>
                <a:gd name="connsiteX118" fmla="*/ 1040871 w 1924969"/>
                <a:gd name="connsiteY118" fmla="*/ 1442166 h 1959653"/>
                <a:gd name="connsiteX119" fmla="*/ 1049715 w 1924969"/>
                <a:gd name="connsiteY119" fmla="*/ 1421703 h 1959653"/>
                <a:gd name="connsiteX120" fmla="*/ 1035842 w 1924969"/>
                <a:gd name="connsiteY120" fmla="*/ 1417541 h 1959653"/>
                <a:gd name="connsiteX121" fmla="*/ 991619 w 1924969"/>
                <a:gd name="connsiteY121" fmla="*/ 1410430 h 1959653"/>
                <a:gd name="connsiteX122" fmla="*/ 948438 w 1924969"/>
                <a:gd name="connsiteY122" fmla="*/ 1394996 h 1959653"/>
                <a:gd name="connsiteX123" fmla="*/ 930575 w 1924969"/>
                <a:gd name="connsiteY123" fmla="*/ 1408870 h 1959653"/>
                <a:gd name="connsiteX124" fmla="*/ 915314 w 1924969"/>
                <a:gd name="connsiteY124" fmla="*/ 1417020 h 1959653"/>
                <a:gd name="connsiteX125" fmla="*/ 896758 w 1924969"/>
                <a:gd name="connsiteY125" fmla="*/ 1413032 h 1959653"/>
                <a:gd name="connsiteX126" fmla="*/ 881324 w 1924969"/>
                <a:gd name="connsiteY126" fmla="*/ 1424998 h 1959653"/>
                <a:gd name="connsiteX127" fmla="*/ 855658 w 1924969"/>
                <a:gd name="connsiteY127" fmla="*/ 1439392 h 1959653"/>
                <a:gd name="connsiteX128" fmla="*/ 829991 w 1924969"/>
                <a:gd name="connsiteY128" fmla="*/ 1445635 h 1959653"/>
                <a:gd name="connsiteX129" fmla="*/ 820453 w 1924969"/>
                <a:gd name="connsiteY129" fmla="*/ 1432108 h 1959653"/>
                <a:gd name="connsiteX130" fmla="*/ 820453 w 1924969"/>
                <a:gd name="connsiteY130" fmla="*/ 1411297 h 1959653"/>
                <a:gd name="connsiteX131" fmla="*/ 790972 w 1924969"/>
                <a:gd name="connsiteY131" fmla="*/ 1380082 h 1959653"/>
                <a:gd name="connsiteX132" fmla="*/ 751432 w 1924969"/>
                <a:gd name="connsiteY132" fmla="*/ 1393435 h 1959653"/>
                <a:gd name="connsiteX133" fmla="*/ 736864 w 1924969"/>
                <a:gd name="connsiteY133" fmla="*/ 1411297 h 1959653"/>
                <a:gd name="connsiteX134" fmla="*/ 741027 w 1924969"/>
                <a:gd name="connsiteY134" fmla="*/ 1458641 h 1959653"/>
                <a:gd name="connsiteX135" fmla="*/ 725419 w 1924969"/>
                <a:gd name="connsiteY135" fmla="*/ 1469393 h 1959653"/>
                <a:gd name="connsiteX136" fmla="*/ 720216 w 1924969"/>
                <a:gd name="connsiteY136" fmla="*/ 1475637 h 1959653"/>
                <a:gd name="connsiteX137" fmla="*/ 714146 w 1924969"/>
                <a:gd name="connsiteY137" fmla="*/ 1481013 h 1959653"/>
                <a:gd name="connsiteX138" fmla="*/ 707556 w 1924969"/>
                <a:gd name="connsiteY138" fmla="*/ 1477891 h 1959653"/>
                <a:gd name="connsiteX139" fmla="*/ 700966 w 1924969"/>
                <a:gd name="connsiteY139" fmla="*/ 1473729 h 1959653"/>
                <a:gd name="connsiteX140" fmla="*/ 677208 w 1924969"/>
                <a:gd name="connsiteY140" fmla="*/ 1471995 h 1959653"/>
                <a:gd name="connsiteX141" fmla="*/ 653796 w 1924969"/>
                <a:gd name="connsiteY141" fmla="*/ 1477717 h 1959653"/>
                <a:gd name="connsiteX142" fmla="*/ 660386 w 1924969"/>
                <a:gd name="connsiteY142" fmla="*/ 1430721 h 1959653"/>
                <a:gd name="connsiteX143" fmla="*/ 578011 w 1924969"/>
                <a:gd name="connsiteY143" fmla="*/ 1441993 h 1959653"/>
                <a:gd name="connsiteX144" fmla="*/ 496330 w 1924969"/>
                <a:gd name="connsiteY144" fmla="*/ 1464538 h 1959653"/>
                <a:gd name="connsiteX145" fmla="*/ 538298 w 1924969"/>
                <a:gd name="connsiteY145" fmla="*/ 1386672 h 1959653"/>
                <a:gd name="connsiteX146" fmla="*/ 572635 w 1924969"/>
                <a:gd name="connsiteY146" fmla="*/ 1302042 h 1959653"/>
                <a:gd name="connsiteX147" fmla="*/ 620326 w 1924969"/>
                <a:gd name="connsiteY147" fmla="*/ 1200071 h 1959653"/>
                <a:gd name="connsiteX148" fmla="*/ 626396 w 1924969"/>
                <a:gd name="connsiteY148" fmla="*/ 1178220 h 1959653"/>
                <a:gd name="connsiteX149" fmla="*/ 621886 w 1924969"/>
                <a:gd name="connsiteY149" fmla="*/ 1156196 h 1959653"/>
                <a:gd name="connsiteX150" fmla="*/ 631945 w 1924969"/>
                <a:gd name="connsiteY150" fmla="*/ 1138507 h 1959653"/>
                <a:gd name="connsiteX151" fmla="*/ 646339 w 1924969"/>
                <a:gd name="connsiteY151" fmla="*/ 1120991 h 1959653"/>
                <a:gd name="connsiteX152" fmla="*/ 661773 w 1924969"/>
                <a:gd name="connsiteY152" fmla="*/ 1114748 h 1959653"/>
                <a:gd name="connsiteX153" fmla="*/ 669751 w 1924969"/>
                <a:gd name="connsiteY153" fmla="*/ 1097233 h 1959653"/>
                <a:gd name="connsiteX154" fmla="*/ 660906 w 1924969"/>
                <a:gd name="connsiteY154" fmla="*/ 1082318 h 1959653"/>
                <a:gd name="connsiteX155" fmla="*/ 649461 w 1924969"/>
                <a:gd name="connsiteY155" fmla="*/ 1072433 h 1959653"/>
                <a:gd name="connsiteX156" fmla="*/ 631078 w 1924969"/>
                <a:gd name="connsiteY156" fmla="*/ 1070352 h 1959653"/>
                <a:gd name="connsiteX157" fmla="*/ 612175 w 1924969"/>
                <a:gd name="connsiteY157" fmla="*/ 1063242 h 1959653"/>
                <a:gd name="connsiteX158" fmla="*/ 585989 w 1924969"/>
                <a:gd name="connsiteY158" fmla="*/ 1059774 h 1959653"/>
                <a:gd name="connsiteX159" fmla="*/ 542460 w 1924969"/>
                <a:gd name="connsiteY159" fmla="*/ 1035495 h 1959653"/>
                <a:gd name="connsiteX160" fmla="*/ 522863 w 1924969"/>
                <a:gd name="connsiteY160" fmla="*/ 1027517 h 1959653"/>
                <a:gd name="connsiteX161" fmla="*/ 503440 w 1924969"/>
                <a:gd name="connsiteY161" fmla="*/ 1014684 h 1959653"/>
                <a:gd name="connsiteX162" fmla="*/ 482109 w 1924969"/>
                <a:gd name="connsiteY162" fmla="*/ 1011389 h 1959653"/>
                <a:gd name="connsiteX163" fmla="*/ 461472 w 1924969"/>
                <a:gd name="connsiteY163" fmla="*/ 1017979 h 1959653"/>
                <a:gd name="connsiteX164" fmla="*/ 444130 w 1924969"/>
                <a:gd name="connsiteY164" fmla="*/ 1003412 h 1959653"/>
                <a:gd name="connsiteX165" fmla="*/ 445518 w 1924969"/>
                <a:gd name="connsiteY165" fmla="*/ 987631 h 1959653"/>
                <a:gd name="connsiteX166" fmla="*/ 453668 w 1924969"/>
                <a:gd name="connsiteY166" fmla="*/ 970982 h 1959653"/>
                <a:gd name="connsiteX167" fmla="*/ 456963 w 1924969"/>
                <a:gd name="connsiteY167" fmla="*/ 951733 h 1959653"/>
                <a:gd name="connsiteX168" fmla="*/ 457137 w 1924969"/>
                <a:gd name="connsiteY168" fmla="*/ 931963 h 1959653"/>
                <a:gd name="connsiteX169" fmla="*/ 436673 w 1924969"/>
                <a:gd name="connsiteY169" fmla="*/ 938553 h 1959653"/>
                <a:gd name="connsiteX170" fmla="*/ 427482 w 1924969"/>
                <a:gd name="connsiteY170" fmla="*/ 926587 h 1959653"/>
                <a:gd name="connsiteX171" fmla="*/ 450027 w 1924969"/>
                <a:gd name="connsiteY171" fmla="*/ 900053 h 1959653"/>
                <a:gd name="connsiteX172" fmla="*/ 446211 w 1924969"/>
                <a:gd name="connsiteY172" fmla="*/ 882364 h 1959653"/>
                <a:gd name="connsiteX173" fmla="*/ 439968 w 1924969"/>
                <a:gd name="connsiteY173" fmla="*/ 864849 h 1959653"/>
                <a:gd name="connsiteX174" fmla="*/ 444477 w 1924969"/>
                <a:gd name="connsiteY174" fmla="*/ 851495 h 1959653"/>
                <a:gd name="connsiteX175" fmla="*/ 444304 w 1924969"/>
                <a:gd name="connsiteY175" fmla="*/ 835541 h 1959653"/>
                <a:gd name="connsiteX176" fmla="*/ 442743 w 1924969"/>
                <a:gd name="connsiteY176" fmla="*/ 820453 h 1959653"/>
                <a:gd name="connsiteX177" fmla="*/ 482109 w 1924969"/>
                <a:gd name="connsiteY177" fmla="*/ 791319 h 1959653"/>
                <a:gd name="connsiteX178" fmla="*/ 497891 w 1924969"/>
                <a:gd name="connsiteY178" fmla="*/ 786116 h 1959653"/>
                <a:gd name="connsiteX179" fmla="*/ 506909 w 1924969"/>
                <a:gd name="connsiteY179" fmla="*/ 772416 h 1959653"/>
                <a:gd name="connsiteX180" fmla="*/ 510897 w 1924969"/>
                <a:gd name="connsiteY180" fmla="*/ 732702 h 1959653"/>
                <a:gd name="connsiteX181" fmla="*/ 492515 w 1924969"/>
                <a:gd name="connsiteY181" fmla="*/ 704608 h 1959653"/>
                <a:gd name="connsiteX182" fmla="*/ 477427 w 1924969"/>
                <a:gd name="connsiteY182" fmla="*/ 701487 h 1959653"/>
                <a:gd name="connsiteX183" fmla="*/ 463207 w 1924969"/>
                <a:gd name="connsiteY183" fmla="*/ 694897 h 1959653"/>
                <a:gd name="connsiteX184" fmla="*/ 452281 w 1924969"/>
                <a:gd name="connsiteY184" fmla="*/ 665935 h 1959653"/>
                <a:gd name="connsiteX185" fmla="*/ 435286 w 1924969"/>
                <a:gd name="connsiteY185" fmla="*/ 665068 h 1959653"/>
                <a:gd name="connsiteX186" fmla="*/ 416903 w 1924969"/>
                <a:gd name="connsiteY186" fmla="*/ 666282 h 1959653"/>
                <a:gd name="connsiteX187" fmla="*/ 396960 w 1924969"/>
                <a:gd name="connsiteY187" fmla="*/ 651541 h 1959653"/>
                <a:gd name="connsiteX188" fmla="*/ 387422 w 1924969"/>
                <a:gd name="connsiteY188" fmla="*/ 625528 h 1959653"/>
                <a:gd name="connsiteX189" fmla="*/ 383433 w 1924969"/>
                <a:gd name="connsiteY189" fmla="*/ 579398 h 1959653"/>
                <a:gd name="connsiteX190" fmla="*/ 375976 w 1924969"/>
                <a:gd name="connsiteY190" fmla="*/ 555987 h 1959653"/>
                <a:gd name="connsiteX191" fmla="*/ 370773 w 1924969"/>
                <a:gd name="connsiteY191" fmla="*/ 551478 h 1959653"/>
                <a:gd name="connsiteX192" fmla="*/ 364704 w 1924969"/>
                <a:gd name="connsiteY192" fmla="*/ 552518 h 1959653"/>
                <a:gd name="connsiteX193" fmla="*/ 360715 w 1924969"/>
                <a:gd name="connsiteY193" fmla="*/ 556507 h 1959653"/>
                <a:gd name="connsiteX194" fmla="*/ 355512 w 1924969"/>
                <a:gd name="connsiteY194" fmla="*/ 557201 h 1959653"/>
                <a:gd name="connsiteX195" fmla="*/ 342332 w 1924969"/>
                <a:gd name="connsiteY195" fmla="*/ 548009 h 1959653"/>
                <a:gd name="connsiteX196" fmla="*/ 310076 w 1924969"/>
                <a:gd name="connsiteY196" fmla="*/ 559455 h 1959653"/>
                <a:gd name="connsiteX197" fmla="*/ 280248 w 1924969"/>
                <a:gd name="connsiteY197" fmla="*/ 552171 h 1959653"/>
                <a:gd name="connsiteX198" fmla="*/ 268282 w 1924969"/>
                <a:gd name="connsiteY198" fmla="*/ 544888 h 1959653"/>
                <a:gd name="connsiteX199" fmla="*/ 256142 w 1924969"/>
                <a:gd name="connsiteY199" fmla="*/ 533789 h 1959653"/>
                <a:gd name="connsiteX200" fmla="*/ 255622 w 1924969"/>
                <a:gd name="connsiteY200" fmla="*/ 515233 h 1959653"/>
                <a:gd name="connsiteX201" fmla="*/ 261692 w 1924969"/>
                <a:gd name="connsiteY201" fmla="*/ 497717 h 1959653"/>
                <a:gd name="connsiteX202" fmla="*/ 266027 w 1924969"/>
                <a:gd name="connsiteY202" fmla="*/ 491127 h 1959653"/>
                <a:gd name="connsiteX203" fmla="*/ 269149 w 1924969"/>
                <a:gd name="connsiteY203" fmla="*/ 484711 h 1959653"/>
                <a:gd name="connsiteX204" fmla="*/ 264120 w 1924969"/>
                <a:gd name="connsiteY204" fmla="*/ 480375 h 1959653"/>
                <a:gd name="connsiteX205" fmla="*/ 257530 w 1924969"/>
                <a:gd name="connsiteY205" fmla="*/ 478814 h 1959653"/>
                <a:gd name="connsiteX206" fmla="*/ 251287 w 1924969"/>
                <a:gd name="connsiteY206" fmla="*/ 480202 h 1959653"/>
                <a:gd name="connsiteX207" fmla="*/ 245737 w 1924969"/>
                <a:gd name="connsiteY207" fmla="*/ 484364 h 1959653"/>
                <a:gd name="connsiteX208" fmla="*/ 235505 w 1924969"/>
                <a:gd name="connsiteY208" fmla="*/ 497717 h 1959653"/>
                <a:gd name="connsiteX209" fmla="*/ 224059 w 1924969"/>
                <a:gd name="connsiteY209" fmla="*/ 509337 h 1959653"/>
                <a:gd name="connsiteX210" fmla="*/ 206544 w 1924969"/>
                <a:gd name="connsiteY210" fmla="*/ 512285 h 1959653"/>
                <a:gd name="connsiteX211" fmla="*/ 190936 w 1924969"/>
                <a:gd name="connsiteY211" fmla="*/ 501706 h 1959653"/>
                <a:gd name="connsiteX212" fmla="*/ 188161 w 1924969"/>
                <a:gd name="connsiteY212" fmla="*/ 492168 h 1959653"/>
                <a:gd name="connsiteX213" fmla="*/ 186947 w 1924969"/>
                <a:gd name="connsiteY213" fmla="*/ 482456 h 1959653"/>
                <a:gd name="connsiteX214" fmla="*/ 181398 w 1924969"/>
                <a:gd name="connsiteY214" fmla="*/ 478988 h 1959653"/>
                <a:gd name="connsiteX215" fmla="*/ 175328 w 1924969"/>
                <a:gd name="connsiteY215" fmla="*/ 485231 h 1959653"/>
                <a:gd name="connsiteX216" fmla="*/ 173421 w 1924969"/>
                <a:gd name="connsiteY216" fmla="*/ 495289 h 1959653"/>
                <a:gd name="connsiteX217" fmla="*/ 173247 w 1924969"/>
                <a:gd name="connsiteY217" fmla="*/ 527546 h 1959653"/>
                <a:gd name="connsiteX218" fmla="*/ 163189 w 1924969"/>
                <a:gd name="connsiteY218" fmla="*/ 543500 h 1959653"/>
                <a:gd name="connsiteX219" fmla="*/ 134748 w 1924969"/>
                <a:gd name="connsiteY219" fmla="*/ 529974 h 1959653"/>
                <a:gd name="connsiteX220" fmla="*/ 108735 w 1924969"/>
                <a:gd name="connsiteY220" fmla="*/ 506388 h 1959653"/>
                <a:gd name="connsiteX221" fmla="*/ 99543 w 1924969"/>
                <a:gd name="connsiteY221" fmla="*/ 496850 h 1959653"/>
                <a:gd name="connsiteX222" fmla="*/ 90005 w 1924969"/>
                <a:gd name="connsiteY222" fmla="*/ 498064 h 1959653"/>
                <a:gd name="connsiteX223" fmla="*/ 81508 w 1924969"/>
                <a:gd name="connsiteY223" fmla="*/ 485578 h 1959653"/>
                <a:gd name="connsiteX224" fmla="*/ 76132 w 1924969"/>
                <a:gd name="connsiteY224" fmla="*/ 469276 h 1959653"/>
                <a:gd name="connsiteX225" fmla="*/ 69021 w 1924969"/>
                <a:gd name="connsiteY225" fmla="*/ 460779 h 1959653"/>
                <a:gd name="connsiteX226" fmla="*/ 60697 w 1924969"/>
                <a:gd name="connsiteY226" fmla="*/ 454015 h 1959653"/>
                <a:gd name="connsiteX227" fmla="*/ 54107 w 1924969"/>
                <a:gd name="connsiteY227" fmla="*/ 438581 h 1959653"/>
                <a:gd name="connsiteX228" fmla="*/ 42661 w 1924969"/>
                <a:gd name="connsiteY228" fmla="*/ 431297 h 1959653"/>
                <a:gd name="connsiteX229" fmla="*/ 15434 w 1924969"/>
                <a:gd name="connsiteY229" fmla="*/ 413955 h 1959653"/>
                <a:gd name="connsiteX230" fmla="*/ 0 w 1924969"/>
                <a:gd name="connsiteY230" fmla="*/ 406325 h 1959653"/>
                <a:gd name="connsiteX231" fmla="*/ 4509 w 1924969"/>
                <a:gd name="connsiteY231" fmla="*/ 400602 h 1959653"/>
                <a:gd name="connsiteX232" fmla="*/ 46997 w 1924969"/>
                <a:gd name="connsiteY232" fmla="*/ 365571 h 1959653"/>
                <a:gd name="connsiteX233" fmla="*/ 96422 w 1924969"/>
                <a:gd name="connsiteY233" fmla="*/ 334528 h 1959653"/>
                <a:gd name="connsiteX234" fmla="*/ 148275 w 1924969"/>
                <a:gd name="connsiteY234" fmla="*/ 313545 h 1959653"/>
                <a:gd name="connsiteX235" fmla="*/ 198220 w 1924969"/>
                <a:gd name="connsiteY235" fmla="*/ 307995 h 1959653"/>
                <a:gd name="connsiteX236" fmla="*/ 222846 w 1924969"/>
                <a:gd name="connsiteY236" fmla="*/ 310770 h 1959653"/>
                <a:gd name="connsiteX237" fmla="*/ 318227 w 1924969"/>
                <a:gd name="connsiteY237" fmla="*/ 302272 h 1959653"/>
                <a:gd name="connsiteX238" fmla="*/ 391757 w 1924969"/>
                <a:gd name="connsiteY238" fmla="*/ 324644 h 1959653"/>
                <a:gd name="connsiteX239" fmla="*/ 414996 w 1924969"/>
                <a:gd name="connsiteY239" fmla="*/ 322562 h 1959653"/>
                <a:gd name="connsiteX240" fmla="*/ 460432 w 1924969"/>
                <a:gd name="connsiteY240" fmla="*/ 308689 h 1959653"/>
                <a:gd name="connsiteX241" fmla="*/ 609921 w 1924969"/>
                <a:gd name="connsiteY241" fmla="*/ 295509 h 1959653"/>
                <a:gd name="connsiteX242" fmla="*/ 616164 w 1924969"/>
                <a:gd name="connsiteY242" fmla="*/ 299844 h 1959653"/>
                <a:gd name="connsiteX243" fmla="*/ 626049 w 1924969"/>
                <a:gd name="connsiteY243" fmla="*/ 314238 h 1959653"/>
                <a:gd name="connsiteX244" fmla="*/ 635587 w 1924969"/>
                <a:gd name="connsiteY244" fmla="*/ 323950 h 1959653"/>
                <a:gd name="connsiteX245" fmla="*/ 646339 w 1924969"/>
                <a:gd name="connsiteY245" fmla="*/ 326551 h 1959653"/>
                <a:gd name="connsiteX246" fmla="*/ 697498 w 1924969"/>
                <a:gd name="connsiteY246" fmla="*/ 315799 h 1959653"/>
                <a:gd name="connsiteX247" fmla="*/ 778659 w 1924969"/>
                <a:gd name="connsiteY247" fmla="*/ 320655 h 1959653"/>
                <a:gd name="connsiteX248" fmla="*/ 831379 w 1924969"/>
                <a:gd name="connsiteY248" fmla="*/ 316319 h 1959653"/>
                <a:gd name="connsiteX249" fmla="*/ 884619 w 1924969"/>
                <a:gd name="connsiteY249" fmla="*/ 297416 h 1959653"/>
                <a:gd name="connsiteX250" fmla="*/ 934044 w 1924969"/>
                <a:gd name="connsiteY250" fmla="*/ 265334 h 1959653"/>
                <a:gd name="connsiteX251" fmla="*/ 975145 w 1924969"/>
                <a:gd name="connsiteY251" fmla="*/ 222152 h 1959653"/>
                <a:gd name="connsiteX252" fmla="*/ 993180 w 1924969"/>
                <a:gd name="connsiteY252" fmla="*/ 196486 h 1959653"/>
                <a:gd name="connsiteX253" fmla="*/ 1008094 w 1924969"/>
                <a:gd name="connsiteY253" fmla="*/ 168912 h 1959653"/>
                <a:gd name="connsiteX254" fmla="*/ 1018153 w 1924969"/>
                <a:gd name="connsiteY254" fmla="*/ 138563 h 1959653"/>
                <a:gd name="connsiteX255" fmla="*/ 1021621 w 1924969"/>
                <a:gd name="connsiteY255" fmla="*/ 103359 h 1959653"/>
                <a:gd name="connsiteX256" fmla="*/ 1015031 w 1924969"/>
                <a:gd name="connsiteY256" fmla="*/ 69542 h 1959653"/>
                <a:gd name="connsiteX257" fmla="*/ 1013297 w 1924969"/>
                <a:gd name="connsiteY257" fmla="*/ 52200 h 1959653"/>
                <a:gd name="connsiteX258" fmla="*/ 1018153 w 1924969"/>
                <a:gd name="connsiteY258" fmla="*/ 39540 h 1959653"/>
                <a:gd name="connsiteX259" fmla="*/ 1039310 w 1924969"/>
                <a:gd name="connsiteY259" fmla="*/ 22718 h 1959653"/>
                <a:gd name="connsiteX260" fmla="*/ 1083012 w 1924969"/>
                <a:gd name="connsiteY260" fmla="*/ 0 h 1959653"/>
                <a:gd name="connsiteX261" fmla="*/ 1106251 w 1924969"/>
                <a:gd name="connsiteY261" fmla="*/ 45783 h 1959653"/>
                <a:gd name="connsiteX262" fmla="*/ 1106251 w 1924969"/>
                <a:gd name="connsiteY262" fmla="*/ 45783 h 1959653"/>
                <a:gd name="connsiteX263" fmla="*/ 1142322 w 1924969"/>
                <a:gd name="connsiteY263" fmla="*/ 117232 h 1959653"/>
                <a:gd name="connsiteX264" fmla="*/ 1149432 w 1924969"/>
                <a:gd name="connsiteY264" fmla="*/ 148622 h 195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1924969" h="1959653">
                  <a:moveTo>
                    <a:pt x="1167815" y="196139"/>
                  </a:moveTo>
                  <a:lnTo>
                    <a:pt x="1236316" y="331580"/>
                  </a:lnTo>
                  <a:lnTo>
                    <a:pt x="1289556" y="473438"/>
                  </a:lnTo>
                  <a:lnTo>
                    <a:pt x="1298227" y="488873"/>
                  </a:lnTo>
                  <a:lnTo>
                    <a:pt x="1325975" y="523210"/>
                  </a:lnTo>
                  <a:lnTo>
                    <a:pt x="1336727" y="552171"/>
                  </a:lnTo>
                  <a:lnTo>
                    <a:pt x="1465752" y="736864"/>
                  </a:lnTo>
                  <a:lnTo>
                    <a:pt x="1515870" y="809875"/>
                  </a:lnTo>
                  <a:lnTo>
                    <a:pt x="1575874" y="876468"/>
                  </a:lnTo>
                  <a:lnTo>
                    <a:pt x="1584371" y="883405"/>
                  </a:lnTo>
                  <a:lnTo>
                    <a:pt x="1624432" y="930749"/>
                  </a:lnTo>
                  <a:lnTo>
                    <a:pt x="1626513" y="950866"/>
                  </a:lnTo>
                  <a:lnTo>
                    <a:pt x="1626859" y="974798"/>
                  </a:lnTo>
                  <a:lnTo>
                    <a:pt x="1631542" y="995261"/>
                  </a:lnTo>
                  <a:lnTo>
                    <a:pt x="1658942" y="1010522"/>
                  </a:lnTo>
                  <a:lnTo>
                    <a:pt x="1666920" y="1026824"/>
                  </a:lnTo>
                  <a:lnTo>
                    <a:pt x="1689464" y="1100528"/>
                  </a:lnTo>
                  <a:lnTo>
                    <a:pt x="1699696" y="1117696"/>
                  </a:lnTo>
                  <a:lnTo>
                    <a:pt x="1711662" y="1124980"/>
                  </a:lnTo>
                  <a:lnTo>
                    <a:pt x="1721894" y="1135385"/>
                  </a:lnTo>
                  <a:lnTo>
                    <a:pt x="1757098" y="1204753"/>
                  </a:lnTo>
                  <a:lnTo>
                    <a:pt x="1778256" y="1231460"/>
                  </a:lnTo>
                  <a:lnTo>
                    <a:pt x="1785539" y="1246201"/>
                  </a:lnTo>
                  <a:lnTo>
                    <a:pt x="1788487" y="1261635"/>
                  </a:lnTo>
                  <a:lnTo>
                    <a:pt x="1793690" y="1276723"/>
                  </a:lnTo>
                  <a:lnTo>
                    <a:pt x="1831149" y="1317824"/>
                  </a:lnTo>
                  <a:lnTo>
                    <a:pt x="1843115" y="1351641"/>
                  </a:lnTo>
                  <a:lnTo>
                    <a:pt x="1853694" y="1425171"/>
                  </a:lnTo>
                  <a:lnTo>
                    <a:pt x="1868087" y="1465752"/>
                  </a:lnTo>
                  <a:lnTo>
                    <a:pt x="1907801" y="1521073"/>
                  </a:lnTo>
                  <a:lnTo>
                    <a:pt x="1910922" y="1532692"/>
                  </a:lnTo>
                  <a:lnTo>
                    <a:pt x="1906414" y="1543791"/>
                  </a:lnTo>
                  <a:lnTo>
                    <a:pt x="1899130" y="1554543"/>
                  </a:lnTo>
                  <a:lnTo>
                    <a:pt x="1894621" y="1564948"/>
                  </a:lnTo>
                  <a:lnTo>
                    <a:pt x="1894274" y="1574486"/>
                  </a:lnTo>
                  <a:lnTo>
                    <a:pt x="1899997" y="1604835"/>
                  </a:lnTo>
                  <a:lnTo>
                    <a:pt x="1906760" y="1691372"/>
                  </a:lnTo>
                  <a:lnTo>
                    <a:pt x="1913870" y="1731259"/>
                  </a:lnTo>
                  <a:lnTo>
                    <a:pt x="1939537" y="1812766"/>
                  </a:lnTo>
                  <a:lnTo>
                    <a:pt x="1941618" y="1852653"/>
                  </a:lnTo>
                  <a:lnTo>
                    <a:pt x="1933640" y="1889418"/>
                  </a:lnTo>
                  <a:lnTo>
                    <a:pt x="1916125" y="1922888"/>
                  </a:lnTo>
                  <a:lnTo>
                    <a:pt x="1902078" y="1962602"/>
                  </a:lnTo>
                  <a:lnTo>
                    <a:pt x="1894274" y="1962255"/>
                  </a:lnTo>
                  <a:lnTo>
                    <a:pt x="1868434" y="1956359"/>
                  </a:lnTo>
                  <a:lnTo>
                    <a:pt x="1843635" y="1967284"/>
                  </a:lnTo>
                  <a:lnTo>
                    <a:pt x="1790048" y="1947514"/>
                  </a:lnTo>
                  <a:lnTo>
                    <a:pt x="1798546" y="1924623"/>
                  </a:lnTo>
                  <a:lnTo>
                    <a:pt x="1796118" y="1903119"/>
                  </a:lnTo>
                  <a:lnTo>
                    <a:pt x="1789355" y="1879186"/>
                  </a:lnTo>
                  <a:lnTo>
                    <a:pt x="1787274" y="1852133"/>
                  </a:lnTo>
                  <a:lnTo>
                    <a:pt x="1797505" y="1826466"/>
                  </a:lnTo>
                  <a:lnTo>
                    <a:pt x="1805829" y="1802188"/>
                  </a:lnTo>
                  <a:lnTo>
                    <a:pt x="1799760" y="1794904"/>
                  </a:lnTo>
                  <a:lnTo>
                    <a:pt x="1793170" y="1788661"/>
                  </a:lnTo>
                  <a:lnTo>
                    <a:pt x="1796291" y="1766636"/>
                  </a:lnTo>
                  <a:lnTo>
                    <a:pt x="1739583" y="1762474"/>
                  </a:lnTo>
                  <a:lnTo>
                    <a:pt x="1722934" y="1752936"/>
                  </a:lnTo>
                  <a:lnTo>
                    <a:pt x="1705072" y="1745306"/>
                  </a:lnTo>
                  <a:lnTo>
                    <a:pt x="1697962" y="1727443"/>
                  </a:lnTo>
                  <a:lnTo>
                    <a:pt x="1692239" y="1706980"/>
                  </a:lnTo>
                  <a:lnTo>
                    <a:pt x="1666746" y="1694840"/>
                  </a:lnTo>
                  <a:lnTo>
                    <a:pt x="1650791" y="1670735"/>
                  </a:lnTo>
                  <a:lnTo>
                    <a:pt x="1647323" y="1639346"/>
                  </a:lnTo>
                  <a:lnTo>
                    <a:pt x="1652873" y="1615240"/>
                  </a:lnTo>
                  <a:lnTo>
                    <a:pt x="1666052" y="1605182"/>
                  </a:lnTo>
                  <a:lnTo>
                    <a:pt x="1680620" y="1599806"/>
                  </a:lnTo>
                  <a:lnTo>
                    <a:pt x="1703164" y="1608824"/>
                  </a:lnTo>
                  <a:lnTo>
                    <a:pt x="1721547" y="1594950"/>
                  </a:lnTo>
                  <a:lnTo>
                    <a:pt x="1713916" y="1572752"/>
                  </a:lnTo>
                  <a:lnTo>
                    <a:pt x="1689811" y="1558011"/>
                  </a:lnTo>
                  <a:lnTo>
                    <a:pt x="1663278" y="1551942"/>
                  </a:lnTo>
                  <a:lnTo>
                    <a:pt x="1642294" y="1563041"/>
                  </a:lnTo>
                  <a:lnTo>
                    <a:pt x="1622003" y="1568243"/>
                  </a:lnTo>
                  <a:lnTo>
                    <a:pt x="1593389" y="1555063"/>
                  </a:lnTo>
                  <a:lnTo>
                    <a:pt x="1563041" y="1549861"/>
                  </a:lnTo>
                  <a:lnTo>
                    <a:pt x="1552809" y="1554023"/>
                  </a:lnTo>
                  <a:lnTo>
                    <a:pt x="1544485" y="1552982"/>
                  </a:lnTo>
                  <a:lnTo>
                    <a:pt x="1537895" y="1544311"/>
                  </a:lnTo>
                  <a:lnTo>
                    <a:pt x="1528356" y="1540322"/>
                  </a:lnTo>
                  <a:lnTo>
                    <a:pt x="1506332" y="1557491"/>
                  </a:lnTo>
                  <a:lnTo>
                    <a:pt x="1483094" y="1566682"/>
                  </a:lnTo>
                  <a:lnTo>
                    <a:pt x="1481360" y="1549687"/>
                  </a:lnTo>
                  <a:lnTo>
                    <a:pt x="1483267" y="1532692"/>
                  </a:lnTo>
                  <a:lnTo>
                    <a:pt x="1469914" y="1526102"/>
                  </a:lnTo>
                  <a:lnTo>
                    <a:pt x="1455000" y="1522634"/>
                  </a:lnTo>
                  <a:lnTo>
                    <a:pt x="1444074" y="1503557"/>
                  </a:lnTo>
                  <a:lnTo>
                    <a:pt x="1422917" y="1501823"/>
                  </a:lnTo>
                  <a:lnTo>
                    <a:pt x="1401933" y="1511708"/>
                  </a:lnTo>
                  <a:lnTo>
                    <a:pt x="1387712" y="1528877"/>
                  </a:lnTo>
                  <a:lnTo>
                    <a:pt x="1392915" y="1552809"/>
                  </a:lnTo>
                  <a:lnTo>
                    <a:pt x="1390487" y="1575007"/>
                  </a:lnTo>
                  <a:lnTo>
                    <a:pt x="1385805" y="1595817"/>
                  </a:lnTo>
                  <a:lnTo>
                    <a:pt x="1366035" y="1593909"/>
                  </a:lnTo>
                  <a:lnTo>
                    <a:pt x="1342970" y="1588880"/>
                  </a:lnTo>
                  <a:lnTo>
                    <a:pt x="1323894" y="1580903"/>
                  </a:lnTo>
                  <a:lnTo>
                    <a:pt x="1303950" y="1570324"/>
                  </a:lnTo>
                  <a:lnTo>
                    <a:pt x="1288516" y="1560266"/>
                  </a:lnTo>
                  <a:lnTo>
                    <a:pt x="1272734" y="1553502"/>
                  </a:lnTo>
                  <a:lnTo>
                    <a:pt x="1253138" y="1551248"/>
                  </a:lnTo>
                  <a:lnTo>
                    <a:pt x="1233021" y="1547259"/>
                  </a:lnTo>
                  <a:lnTo>
                    <a:pt x="1212558" y="1533906"/>
                  </a:lnTo>
                  <a:lnTo>
                    <a:pt x="1194175" y="1520032"/>
                  </a:lnTo>
                  <a:lnTo>
                    <a:pt x="1175619" y="1520206"/>
                  </a:lnTo>
                  <a:lnTo>
                    <a:pt x="1157063" y="1526102"/>
                  </a:lnTo>
                  <a:lnTo>
                    <a:pt x="1140414" y="1529050"/>
                  </a:lnTo>
                  <a:lnTo>
                    <a:pt x="1126367" y="1530091"/>
                  </a:lnTo>
                  <a:lnTo>
                    <a:pt x="1120645" y="1517431"/>
                  </a:lnTo>
                  <a:lnTo>
                    <a:pt x="1105383" y="1501303"/>
                  </a:lnTo>
                  <a:lnTo>
                    <a:pt x="1106597" y="1487603"/>
                  </a:lnTo>
                  <a:lnTo>
                    <a:pt x="1098967" y="1479105"/>
                  </a:lnTo>
                  <a:lnTo>
                    <a:pt x="1062028" y="1483267"/>
                  </a:lnTo>
                  <a:lnTo>
                    <a:pt x="1038616" y="1491071"/>
                  </a:lnTo>
                  <a:lnTo>
                    <a:pt x="1031506" y="1494539"/>
                  </a:lnTo>
                  <a:lnTo>
                    <a:pt x="1024743" y="1494366"/>
                  </a:lnTo>
                  <a:lnTo>
                    <a:pt x="1013644" y="1488296"/>
                  </a:lnTo>
                  <a:lnTo>
                    <a:pt x="1005146" y="1478585"/>
                  </a:lnTo>
                  <a:lnTo>
                    <a:pt x="1018500" y="1457948"/>
                  </a:lnTo>
                  <a:lnTo>
                    <a:pt x="1040871" y="1442166"/>
                  </a:lnTo>
                  <a:lnTo>
                    <a:pt x="1049715" y="1421703"/>
                  </a:lnTo>
                  <a:lnTo>
                    <a:pt x="1035842" y="1417541"/>
                  </a:lnTo>
                  <a:lnTo>
                    <a:pt x="991619" y="1410430"/>
                  </a:lnTo>
                  <a:lnTo>
                    <a:pt x="948438" y="1394996"/>
                  </a:lnTo>
                  <a:lnTo>
                    <a:pt x="930575" y="1408870"/>
                  </a:lnTo>
                  <a:lnTo>
                    <a:pt x="915314" y="1417020"/>
                  </a:lnTo>
                  <a:lnTo>
                    <a:pt x="896758" y="1413032"/>
                  </a:lnTo>
                  <a:lnTo>
                    <a:pt x="881324" y="1424998"/>
                  </a:lnTo>
                  <a:lnTo>
                    <a:pt x="855658" y="1439392"/>
                  </a:lnTo>
                  <a:lnTo>
                    <a:pt x="829991" y="1445635"/>
                  </a:lnTo>
                  <a:lnTo>
                    <a:pt x="820453" y="1432108"/>
                  </a:lnTo>
                  <a:lnTo>
                    <a:pt x="820453" y="1411297"/>
                  </a:lnTo>
                  <a:lnTo>
                    <a:pt x="790972" y="1380082"/>
                  </a:lnTo>
                  <a:lnTo>
                    <a:pt x="751432" y="1393435"/>
                  </a:lnTo>
                  <a:lnTo>
                    <a:pt x="736864" y="1411297"/>
                  </a:lnTo>
                  <a:lnTo>
                    <a:pt x="741027" y="1458641"/>
                  </a:lnTo>
                  <a:lnTo>
                    <a:pt x="725419" y="1469393"/>
                  </a:lnTo>
                  <a:lnTo>
                    <a:pt x="720216" y="1475637"/>
                  </a:lnTo>
                  <a:lnTo>
                    <a:pt x="714146" y="1481013"/>
                  </a:lnTo>
                  <a:lnTo>
                    <a:pt x="707556" y="1477891"/>
                  </a:lnTo>
                  <a:lnTo>
                    <a:pt x="700966" y="1473729"/>
                  </a:lnTo>
                  <a:lnTo>
                    <a:pt x="677208" y="1471995"/>
                  </a:lnTo>
                  <a:lnTo>
                    <a:pt x="653796" y="1477717"/>
                  </a:lnTo>
                  <a:lnTo>
                    <a:pt x="660386" y="1430721"/>
                  </a:lnTo>
                  <a:lnTo>
                    <a:pt x="578011" y="1441993"/>
                  </a:lnTo>
                  <a:lnTo>
                    <a:pt x="496330" y="1464538"/>
                  </a:lnTo>
                  <a:lnTo>
                    <a:pt x="538298" y="1386672"/>
                  </a:lnTo>
                  <a:lnTo>
                    <a:pt x="572635" y="1302042"/>
                  </a:lnTo>
                  <a:lnTo>
                    <a:pt x="620326" y="1200071"/>
                  </a:lnTo>
                  <a:lnTo>
                    <a:pt x="626396" y="1178220"/>
                  </a:lnTo>
                  <a:lnTo>
                    <a:pt x="621886" y="1156196"/>
                  </a:lnTo>
                  <a:lnTo>
                    <a:pt x="631945" y="1138507"/>
                  </a:lnTo>
                  <a:lnTo>
                    <a:pt x="646339" y="1120991"/>
                  </a:lnTo>
                  <a:lnTo>
                    <a:pt x="661773" y="1114748"/>
                  </a:lnTo>
                  <a:lnTo>
                    <a:pt x="669751" y="1097233"/>
                  </a:lnTo>
                  <a:lnTo>
                    <a:pt x="660906" y="1082318"/>
                  </a:lnTo>
                  <a:lnTo>
                    <a:pt x="649461" y="1072433"/>
                  </a:lnTo>
                  <a:lnTo>
                    <a:pt x="631078" y="1070352"/>
                  </a:lnTo>
                  <a:lnTo>
                    <a:pt x="612175" y="1063242"/>
                  </a:lnTo>
                  <a:lnTo>
                    <a:pt x="585989" y="1059774"/>
                  </a:lnTo>
                  <a:lnTo>
                    <a:pt x="542460" y="1035495"/>
                  </a:lnTo>
                  <a:lnTo>
                    <a:pt x="522863" y="1027517"/>
                  </a:lnTo>
                  <a:lnTo>
                    <a:pt x="503440" y="1014684"/>
                  </a:lnTo>
                  <a:lnTo>
                    <a:pt x="482109" y="1011389"/>
                  </a:lnTo>
                  <a:lnTo>
                    <a:pt x="461472" y="1017979"/>
                  </a:lnTo>
                  <a:lnTo>
                    <a:pt x="444130" y="1003412"/>
                  </a:lnTo>
                  <a:lnTo>
                    <a:pt x="445518" y="987631"/>
                  </a:lnTo>
                  <a:lnTo>
                    <a:pt x="453668" y="970982"/>
                  </a:lnTo>
                  <a:lnTo>
                    <a:pt x="456963" y="951733"/>
                  </a:lnTo>
                  <a:lnTo>
                    <a:pt x="457137" y="931963"/>
                  </a:lnTo>
                  <a:lnTo>
                    <a:pt x="436673" y="938553"/>
                  </a:lnTo>
                  <a:lnTo>
                    <a:pt x="427482" y="926587"/>
                  </a:lnTo>
                  <a:lnTo>
                    <a:pt x="450027" y="900053"/>
                  </a:lnTo>
                  <a:lnTo>
                    <a:pt x="446211" y="882364"/>
                  </a:lnTo>
                  <a:lnTo>
                    <a:pt x="439968" y="864849"/>
                  </a:lnTo>
                  <a:lnTo>
                    <a:pt x="444477" y="851495"/>
                  </a:lnTo>
                  <a:lnTo>
                    <a:pt x="444304" y="835541"/>
                  </a:lnTo>
                  <a:lnTo>
                    <a:pt x="442743" y="820453"/>
                  </a:lnTo>
                  <a:lnTo>
                    <a:pt x="482109" y="791319"/>
                  </a:lnTo>
                  <a:lnTo>
                    <a:pt x="497891" y="786116"/>
                  </a:lnTo>
                  <a:lnTo>
                    <a:pt x="506909" y="772416"/>
                  </a:lnTo>
                  <a:lnTo>
                    <a:pt x="510897" y="732702"/>
                  </a:lnTo>
                  <a:lnTo>
                    <a:pt x="492515" y="704608"/>
                  </a:lnTo>
                  <a:lnTo>
                    <a:pt x="477427" y="701487"/>
                  </a:lnTo>
                  <a:lnTo>
                    <a:pt x="463207" y="694897"/>
                  </a:lnTo>
                  <a:lnTo>
                    <a:pt x="452281" y="665935"/>
                  </a:lnTo>
                  <a:lnTo>
                    <a:pt x="435286" y="665068"/>
                  </a:lnTo>
                  <a:lnTo>
                    <a:pt x="416903" y="666282"/>
                  </a:lnTo>
                  <a:lnTo>
                    <a:pt x="396960" y="651541"/>
                  </a:lnTo>
                  <a:lnTo>
                    <a:pt x="387422" y="625528"/>
                  </a:lnTo>
                  <a:lnTo>
                    <a:pt x="383433" y="579398"/>
                  </a:lnTo>
                  <a:lnTo>
                    <a:pt x="375976" y="555987"/>
                  </a:lnTo>
                  <a:lnTo>
                    <a:pt x="370773" y="551478"/>
                  </a:lnTo>
                  <a:lnTo>
                    <a:pt x="364704" y="552518"/>
                  </a:lnTo>
                  <a:lnTo>
                    <a:pt x="360715" y="556507"/>
                  </a:lnTo>
                  <a:lnTo>
                    <a:pt x="355512" y="557201"/>
                  </a:lnTo>
                  <a:lnTo>
                    <a:pt x="342332" y="548009"/>
                  </a:lnTo>
                  <a:lnTo>
                    <a:pt x="310076" y="559455"/>
                  </a:lnTo>
                  <a:lnTo>
                    <a:pt x="280248" y="552171"/>
                  </a:lnTo>
                  <a:lnTo>
                    <a:pt x="268282" y="544888"/>
                  </a:lnTo>
                  <a:lnTo>
                    <a:pt x="256142" y="533789"/>
                  </a:lnTo>
                  <a:lnTo>
                    <a:pt x="255622" y="515233"/>
                  </a:lnTo>
                  <a:lnTo>
                    <a:pt x="261692" y="497717"/>
                  </a:lnTo>
                  <a:lnTo>
                    <a:pt x="266027" y="491127"/>
                  </a:lnTo>
                  <a:lnTo>
                    <a:pt x="269149" y="484711"/>
                  </a:lnTo>
                  <a:lnTo>
                    <a:pt x="264120" y="480375"/>
                  </a:lnTo>
                  <a:lnTo>
                    <a:pt x="257530" y="478814"/>
                  </a:lnTo>
                  <a:lnTo>
                    <a:pt x="251287" y="480202"/>
                  </a:lnTo>
                  <a:lnTo>
                    <a:pt x="245737" y="484364"/>
                  </a:lnTo>
                  <a:lnTo>
                    <a:pt x="235505" y="497717"/>
                  </a:lnTo>
                  <a:lnTo>
                    <a:pt x="224059" y="509337"/>
                  </a:lnTo>
                  <a:lnTo>
                    <a:pt x="206544" y="512285"/>
                  </a:lnTo>
                  <a:lnTo>
                    <a:pt x="190936" y="501706"/>
                  </a:lnTo>
                  <a:lnTo>
                    <a:pt x="188161" y="492168"/>
                  </a:lnTo>
                  <a:lnTo>
                    <a:pt x="186947" y="482456"/>
                  </a:lnTo>
                  <a:lnTo>
                    <a:pt x="181398" y="478988"/>
                  </a:lnTo>
                  <a:lnTo>
                    <a:pt x="175328" y="485231"/>
                  </a:lnTo>
                  <a:lnTo>
                    <a:pt x="173421" y="495289"/>
                  </a:lnTo>
                  <a:lnTo>
                    <a:pt x="173247" y="527546"/>
                  </a:lnTo>
                  <a:lnTo>
                    <a:pt x="163189" y="543500"/>
                  </a:lnTo>
                  <a:lnTo>
                    <a:pt x="134748" y="529974"/>
                  </a:lnTo>
                  <a:lnTo>
                    <a:pt x="108735" y="506388"/>
                  </a:lnTo>
                  <a:lnTo>
                    <a:pt x="99543" y="496850"/>
                  </a:lnTo>
                  <a:lnTo>
                    <a:pt x="90005" y="498064"/>
                  </a:lnTo>
                  <a:lnTo>
                    <a:pt x="81508" y="485578"/>
                  </a:lnTo>
                  <a:lnTo>
                    <a:pt x="76132" y="469276"/>
                  </a:lnTo>
                  <a:lnTo>
                    <a:pt x="69021" y="460779"/>
                  </a:lnTo>
                  <a:lnTo>
                    <a:pt x="60697" y="454015"/>
                  </a:lnTo>
                  <a:lnTo>
                    <a:pt x="54107" y="438581"/>
                  </a:lnTo>
                  <a:lnTo>
                    <a:pt x="42661" y="431297"/>
                  </a:lnTo>
                  <a:lnTo>
                    <a:pt x="15434" y="413955"/>
                  </a:lnTo>
                  <a:lnTo>
                    <a:pt x="0" y="406325"/>
                  </a:lnTo>
                  <a:lnTo>
                    <a:pt x="4509" y="400602"/>
                  </a:lnTo>
                  <a:lnTo>
                    <a:pt x="46997" y="365571"/>
                  </a:lnTo>
                  <a:lnTo>
                    <a:pt x="96422" y="334528"/>
                  </a:lnTo>
                  <a:lnTo>
                    <a:pt x="148275" y="313545"/>
                  </a:lnTo>
                  <a:lnTo>
                    <a:pt x="198220" y="307995"/>
                  </a:lnTo>
                  <a:lnTo>
                    <a:pt x="222846" y="310770"/>
                  </a:lnTo>
                  <a:lnTo>
                    <a:pt x="318227" y="302272"/>
                  </a:lnTo>
                  <a:lnTo>
                    <a:pt x="391757" y="324644"/>
                  </a:lnTo>
                  <a:lnTo>
                    <a:pt x="414996" y="322562"/>
                  </a:lnTo>
                  <a:lnTo>
                    <a:pt x="460432" y="308689"/>
                  </a:lnTo>
                  <a:lnTo>
                    <a:pt x="609921" y="295509"/>
                  </a:lnTo>
                  <a:lnTo>
                    <a:pt x="616164" y="299844"/>
                  </a:lnTo>
                  <a:lnTo>
                    <a:pt x="626049" y="314238"/>
                  </a:lnTo>
                  <a:lnTo>
                    <a:pt x="635587" y="323950"/>
                  </a:lnTo>
                  <a:lnTo>
                    <a:pt x="646339" y="326551"/>
                  </a:lnTo>
                  <a:lnTo>
                    <a:pt x="697498" y="315799"/>
                  </a:lnTo>
                  <a:lnTo>
                    <a:pt x="778659" y="320655"/>
                  </a:lnTo>
                  <a:lnTo>
                    <a:pt x="831379" y="316319"/>
                  </a:lnTo>
                  <a:lnTo>
                    <a:pt x="884619" y="297416"/>
                  </a:lnTo>
                  <a:lnTo>
                    <a:pt x="934044" y="265334"/>
                  </a:lnTo>
                  <a:lnTo>
                    <a:pt x="975145" y="222152"/>
                  </a:lnTo>
                  <a:lnTo>
                    <a:pt x="993180" y="196486"/>
                  </a:lnTo>
                  <a:lnTo>
                    <a:pt x="1008094" y="168912"/>
                  </a:lnTo>
                  <a:lnTo>
                    <a:pt x="1018153" y="138563"/>
                  </a:lnTo>
                  <a:lnTo>
                    <a:pt x="1021621" y="103359"/>
                  </a:lnTo>
                  <a:lnTo>
                    <a:pt x="1015031" y="69542"/>
                  </a:lnTo>
                  <a:lnTo>
                    <a:pt x="1013297" y="52200"/>
                  </a:lnTo>
                  <a:lnTo>
                    <a:pt x="1018153" y="39540"/>
                  </a:lnTo>
                  <a:lnTo>
                    <a:pt x="1039310" y="22718"/>
                  </a:lnTo>
                  <a:lnTo>
                    <a:pt x="1083012" y="0"/>
                  </a:lnTo>
                  <a:lnTo>
                    <a:pt x="1106251" y="45783"/>
                  </a:lnTo>
                  <a:lnTo>
                    <a:pt x="1106251" y="45783"/>
                  </a:lnTo>
                  <a:lnTo>
                    <a:pt x="1142322" y="117232"/>
                  </a:lnTo>
                  <a:lnTo>
                    <a:pt x="1149432" y="148622"/>
                  </a:lnTo>
                  <a:close/>
                </a:path>
              </a:pathLst>
            </a:custGeom>
            <a:solidFill>
              <a:srgbClr val="CCCCCC"/>
            </a:solidFill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6" name="Freeform: Shape 31">
              <a:extLst>
                <a:ext uri="{FF2B5EF4-FFF2-40B4-BE49-F238E27FC236}">
                  <a16:creationId xmlns:a16="http://schemas.microsoft.com/office/drawing/2014/main" id="{9D209E31-76D5-A42D-7746-52D4EE18E95E}"/>
                </a:ext>
              </a:extLst>
            </p:cNvPr>
            <p:cNvSpPr/>
            <p:nvPr/>
          </p:nvSpPr>
          <p:spPr>
            <a:xfrm>
              <a:off x="4409224" y="2436709"/>
              <a:ext cx="88618" cy="88271"/>
            </a:xfrm>
            <a:custGeom>
              <a:avLst/>
              <a:gdLst>
                <a:gd name="connsiteX0" fmla="*/ 75612 w 88618"/>
                <a:gd name="connsiteY0" fmla="*/ 0 h 88271"/>
                <a:gd name="connsiteX1" fmla="*/ 88618 w 88618"/>
                <a:gd name="connsiteY1" fmla="*/ 10058 h 88271"/>
                <a:gd name="connsiteX2" fmla="*/ 87751 w 88618"/>
                <a:gd name="connsiteY2" fmla="*/ 34858 h 88271"/>
                <a:gd name="connsiteX3" fmla="*/ 79253 w 88618"/>
                <a:gd name="connsiteY3" fmla="*/ 62431 h 88271"/>
                <a:gd name="connsiteX4" fmla="*/ 70236 w 88618"/>
                <a:gd name="connsiteY4" fmla="*/ 80814 h 88271"/>
                <a:gd name="connsiteX5" fmla="*/ 55495 w 88618"/>
                <a:gd name="connsiteY5" fmla="*/ 88271 h 88271"/>
                <a:gd name="connsiteX6" fmla="*/ 35725 w 88618"/>
                <a:gd name="connsiteY6" fmla="*/ 84456 h 88271"/>
                <a:gd name="connsiteX7" fmla="*/ 16649 w 88618"/>
                <a:gd name="connsiteY7" fmla="*/ 73010 h 88271"/>
                <a:gd name="connsiteX8" fmla="*/ 3989 w 88618"/>
                <a:gd name="connsiteY8" fmla="*/ 57576 h 88271"/>
                <a:gd name="connsiteX9" fmla="*/ 0 w 88618"/>
                <a:gd name="connsiteY9" fmla="*/ 37632 h 88271"/>
                <a:gd name="connsiteX10" fmla="*/ 6590 w 88618"/>
                <a:gd name="connsiteY10" fmla="*/ 22718 h 88271"/>
                <a:gd name="connsiteX11" fmla="*/ 20464 w 88618"/>
                <a:gd name="connsiteY11" fmla="*/ 13353 h 88271"/>
                <a:gd name="connsiteX12" fmla="*/ 48038 w 88618"/>
                <a:gd name="connsiteY12" fmla="*/ 8671 h 88271"/>
                <a:gd name="connsiteX13" fmla="*/ 66420 w 88618"/>
                <a:gd name="connsiteY13" fmla="*/ 1908 h 88271"/>
                <a:gd name="connsiteX14" fmla="*/ 75612 w 88618"/>
                <a:gd name="connsiteY14" fmla="*/ 0 h 8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618" h="88271">
                  <a:moveTo>
                    <a:pt x="75612" y="0"/>
                  </a:moveTo>
                  <a:lnTo>
                    <a:pt x="88618" y="10058"/>
                  </a:lnTo>
                  <a:lnTo>
                    <a:pt x="87751" y="34858"/>
                  </a:lnTo>
                  <a:lnTo>
                    <a:pt x="79253" y="62431"/>
                  </a:lnTo>
                  <a:lnTo>
                    <a:pt x="70236" y="80814"/>
                  </a:lnTo>
                  <a:lnTo>
                    <a:pt x="55495" y="88271"/>
                  </a:lnTo>
                  <a:lnTo>
                    <a:pt x="35725" y="84456"/>
                  </a:lnTo>
                  <a:lnTo>
                    <a:pt x="16649" y="73010"/>
                  </a:lnTo>
                  <a:lnTo>
                    <a:pt x="3989" y="57576"/>
                  </a:lnTo>
                  <a:lnTo>
                    <a:pt x="0" y="37632"/>
                  </a:lnTo>
                  <a:lnTo>
                    <a:pt x="6590" y="22718"/>
                  </a:lnTo>
                  <a:lnTo>
                    <a:pt x="20464" y="13353"/>
                  </a:lnTo>
                  <a:lnTo>
                    <a:pt x="48038" y="8671"/>
                  </a:lnTo>
                  <a:lnTo>
                    <a:pt x="66420" y="1908"/>
                  </a:lnTo>
                  <a:lnTo>
                    <a:pt x="75612" y="0"/>
                  </a:lnTo>
                  <a:close/>
                </a:path>
              </a:pathLst>
            </a:custGeom>
            <a:grpFill/>
            <a:ln w="17327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7" name="Freeform: Shape 28">
              <a:extLst>
                <a:ext uri="{FF2B5EF4-FFF2-40B4-BE49-F238E27FC236}">
                  <a16:creationId xmlns:a16="http://schemas.microsoft.com/office/drawing/2014/main" id="{7E248602-107F-ECF6-53A7-54424BE53756}"/>
                </a:ext>
              </a:extLst>
            </p:cNvPr>
            <p:cNvSpPr/>
            <p:nvPr/>
          </p:nvSpPr>
          <p:spPr>
            <a:xfrm>
              <a:off x="3020125" y="2615247"/>
              <a:ext cx="1392568" cy="1502170"/>
            </a:xfrm>
            <a:custGeom>
              <a:avLst/>
              <a:gdLst>
                <a:gd name="connsiteX0" fmla="*/ 785596 w 1392568"/>
                <a:gd name="connsiteY0" fmla="*/ 0 h 1502170"/>
                <a:gd name="connsiteX1" fmla="*/ 806753 w 1392568"/>
                <a:gd name="connsiteY1" fmla="*/ 1734 h 1502170"/>
                <a:gd name="connsiteX2" fmla="*/ 817678 w 1392568"/>
                <a:gd name="connsiteY2" fmla="*/ 20810 h 1502170"/>
                <a:gd name="connsiteX3" fmla="*/ 832593 w 1392568"/>
                <a:gd name="connsiteY3" fmla="*/ 24279 h 1502170"/>
                <a:gd name="connsiteX4" fmla="*/ 846119 w 1392568"/>
                <a:gd name="connsiteY4" fmla="*/ 31042 h 1502170"/>
                <a:gd name="connsiteX5" fmla="*/ 844212 w 1392568"/>
                <a:gd name="connsiteY5" fmla="*/ 47864 h 1502170"/>
                <a:gd name="connsiteX6" fmla="*/ 845946 w 1392568"/>
                <a:gd name="connsiteY6" fmla="*/ 64859 h 1502170"/>
                <a:gd name="connsiteX7" fmla="*/ 869184 w 1392568"/>
                <a:gd name="connsiteY7" fmla="*/ 55668 h 1502170"/>
                <a:gd name="connsiteX8" fmla="*/ 891209 w 1392568"/>
                <a:gd name="connsiteY8" fmla="*/ 38499 h 1502170"/>
                <a:gd name="connsiteX9" fmla="*/ 900573 w 1392568"/>
                <a:gd name="connsiteY9" fmla="*/ 42488 h 1502170"/>
                <a:gd name="connsiteX10" fmla="*/ 907164 w 1392568"/>
                <a:gd name="connsiteY10" fmla="*/ 51332 h 1502170"/>
                <a:gd name="connsiteX11" fmla="*/ 915661 w 1392568"/>
                <a:gd name="connsiteY11" fmla="*/ 52373 h 1502170"/>
                <a:gd name="connsiteX12" fmla="*/ 925893 w 1392568"/>
                <a:gd name="connsiteY12" fmla="*/ 48211 h 1502170"/>
                <a:gd name="connsiteX13" fmla="*/ 956242 w 1392568"/>
                <a:gd name="connsiteY13" fmla="*/ 53240 h 1502170"/>
                <a:gd name="connsiteX14" fmla="*/ 984856 w 1392568"/>
                <a:gd name="connsiteY14" fmla="*/ 66420 h 1502170"/>
                <a:gd name="connsiteX15" fmla="*/ 1005146 w 1392568"/>
                <a:gd name="connsiteY15" fmla="*/ 61217 h 1502170"/>
                <a:gd name="connsiteX16" fmla="*/ 1026130 w 1392568"/>
                <a:gd name="connsiteY16" fmla="*/ 50118 h 1502170"/>
                <a:gd name="connsiteX17" fmla="*/ 1052663 w 1392568"/>
                <a:gd name="connsiteY17" fmla="*/ 56362 h 1502170"/>
                <a:gd name="connsiteX18" fmla="*/ 1076769 w 1392568"/>
                <a:gd name="connsiteY18" fmla="*/ 70929 h 1502170"/>
                <a:gd name="connsiteX19" fmla="*/ 1084226 w 1392568"/>
                <a:gd name="connsiteY19" fmla="*/ 93300 h 1502170"/>
                <a:gd name="connsiteX20" fmla="*/ 1065843 w 1392568"/>
                <a:gd name="connsiteY20" fmla="*/ 107000 h 1502170"/>
                <a:gd name="connsiteX21" fmla="*/ 1043299 w 1392568"/>
                <a:gd name="connsiteY21" fmla="*/ 97982 h 1502170"/>
                <a:gd name="connsiteX22" fmla="*/ 1028731 w 1392568"/>
                <a:gd name="connsiteY22" fmla="*/ 103359 h 1502170"/>
                <a:gd name="connsiteX23" fmla="*/ 1015551 w 1392568"/>
                <a:gd name="connsiteY23" fmla="*/ 113417 h 1502170"/>
                <a:gd name="connsiteX24" fmla="*/ 1010002 w 1392568"/>
                <a:gd name="connsiteY24" fmla="*/ 137522 h 1502170"/>
                <a:gd name="connsiteX25" fmla="*/ 1013470 w 1392568"/>
                <a:gd name="connsiteY25" fmla="*/ 168912 h 1502170"/>
                <a:gd name="connsiteX26" fmla="*/ 1029425 w 1392568"/>
                <a:gd name="connsiteY26" fmla="*/ 193017 h 1502170"/>
                <a:gd name="connsiteX27" fmla="*/ 1054918 w 1392568"/>
                <a:gd name="connsiteY27" fmla="*/ 205156 h 1502170"/>
                <a:gd name="connsiteX28" fmla="*/ 1060641 w 1392568"/>
                <a:gd name="connsiteY28" fmla="*/ 225794 h 1502170"/>
                <a:gd name="connsiteX29" fmla="*/ 1067925 w 1392568"/>
                <a:gd name="connsiteY29" fmla="*/ 243656 h 1502170"/>
                <a:gd name="connsiteX30" fmla="*/ 1085613 w 1392568"/>
                <a:gd name="connsiteY30" fmla="*/ 251286 h 1502170"/>
                <a:gd name="connsiteX31" fmla="*/ 1102262 w 1392568"/>
                <a:gd name="connsiteY31" fmla="*/ 260824 h 1502170"/>
                <a:gd name="connsiteX32" fmla="*/ 1158970 w 1392568"/>
                <a:gd name="connsiteY32" fmla="*/ 264987 h 1502170"/>
                <a:gd name="connsiteX33" fmla="*/ 1155849 w 1392568"/>
                <a:gd name="connsiteY33" fmla="*/ 287011 h 1502170"/>
                <a:gd name="connsiteX34" fmla="*/ 1162439 w 1392568"/>
                <a:gd name="connsiteY34" fmla="*/ 293254 h 1502170"/>
                <a:gd name="connsiteX35" fmla="*/ 1168508 w 1392568"/>
                <a:gd name="connsiteY35" fmla="*/ 300364 h 1502170"/>
                <a:gd name="connsiteX36" fmla="*/ 1160184 w 1392568"/>
                <a:gd name="connsiteY36" fmla="*/ 324643 h 1502170"/>
                <a:gd name="connsiteX37" fmla="*/ 1149779 w 1392568"/>
                <a:gd name="connsiteY37" fmla="*/ 350310 h 1502170"/>
                <a:gd name="connsiteX38" fmla="*/ 1151860 w 1392568"/>
                <a:gd name="connsiteY38" fmla="*/ 377363 h 1502170"/>
                <a:gd name="connsiteX39" fmla="*/ 1158624 w 1392568"/>
                <a:gd name="connsiteY39" fmla="*/ 401295 h 1502170"/>
                <a:gd name="connsiteX40" fmla="*/ 1161051 w 1392568"/>
                <a:gd name="connsiteY40" fmla="*/ 422799 h 1502170"/>
                <a:gd name="connsiteX41" fmla="*/ 1152554 w 1392568"/>
                <a:gd name="connsiteY41" fmla="*/ 445691 h 1502170"/>
                <a:gd name="connsiteX42" fmla="*/ 1206141 w 1392568"/>
                <a:gd name="connsiteY42" fmla="*/ 465461 h 1502170"/>
                <a:gd name="connsiteX43" fmla="*/ 1230940 w 1392568"/>
                <a:gd name="connsiteY43" fmla="*/ 454535 h 1502170"/>
                <a:gd name="connsiteX44" fmla="*/ 1256780 w 1392568"/>
                <a:gd name="connsiteY44" fmla="*/ 460432 h 1502170"/>
                <a:gd name="connsiteX45" fmla="*/ 1264584 w 1392568"/>
                <a:gd name="connsiteY45" fmla="*/ 460779 h 1502170"/>
                <a:gd name="connsiteX46" fmla="*/ 1264757 w 1392568"/>
                <a:gd name="connsiteY46" fmla="*/ 462339 h 1502170"/>
                <a:gd name="connsiteX47" fmla="*/ 1268746 w 1392568"/>
                <a:gd name="connsiteY47" fmla="*/ 500318 h 1502170"/>
                <a:gd name="connsiteX48" fmla="*/ 1279324 w 1392568"/>
                <a:gd name="connsiteY48" fmla="*/ 539858 h 1502170"/>
                <a:gd name="connsiteX49" fmla="*/ 1283486 w 1392568"/>
                <a:gd name="connsiteY49" fmla="*/ 579745 h 1502170"/>
                <a:gd name="connsiteX50" fmla="*/ 1278631 w 1392568"/>
                <a:gd name="connsiteY50" fmla="*/ 661947 h 1502170"/>
                <a:gd name="connsiteX51" fmla="*/ 1273948 w 1392568"/>
                <a:gd name="connsiteY51" fmla="*/ 679635 h 1502170"/>
                <a:gd name="connsiteX52" fmla="*/ 1250016 w 1392568"/>
                <a:gd name="connsiteY52" fmla="*/ 708597 h 1502170"/>
                <a:gd name="connsiteX53" fmla="*/ 1240651 w 1392568"/>
                <a:gd name="connsiteY53" fmla="*/ 724898 h 1502170"/>
                <a:gd name="connsiteX54" fmla="*/ 1236490 w 1392568"/>
                <a:gd name="connsiteY54" fmla="*/ 743975 h 1502170"/>
                <a:gd name="connsiteX55" fmla="*/ 1233194 w 1392568"/>
                <a:gd name="connsiteY55" fmla="*/ 859993 h 1502170"/>
                <a:gd name="connsiteX56" fmla="*/ 1235796 w 1392568"/>
                <a:gd name="connsiteY56" fmla="*/ 875774 h 1502170"/>
                <a:gd name="connsiteX57" fmla="*/ 1240478 w 1392568"/>
                <a:gd name="connsiteY57" fmla="*/ 884445 h 1502170"/>
                <a:gd name="connsiteX58" fmla="*/ 1245681 w 1392568"/>
                <a:gd name="connsiteY58" fmla="*/ 887914 h 1502170"/>
                <a:gd name="connsiteX59" fmla="*/ 1249843 w 1392568"/>
                <a:gd name="connsiteY59" fmla="*/ 892770 h 1502170"/>
                <a:gd name="connsiteX60" fmla="*/ 1254352 w 1392568"/>
                <a:gd name="connsiteY60" fmla="*/ 925372 h 1502170"/>
                <a:gd name="connsiteX61" fmla="*/ 1260075 w 1392568"/>
                <a:gd name="connsiteY61" fmla="*/ 950345 h 1502170"/>
                <a:gd name="connsiteX62" fmla="*/ 1266318 w 1392568"/>
                <a:gd name="connsiteY62" fmla="*/ 954681 h 1502170"/>
                <a:gd name="connsiteX63" fmla="*/ 1270480 w 1392568"/>
                <a:gd name="connsiteY63" fmla="*/ 960057 h 1502170"/>
                <a:gd name="connsiteX64" fmla="*/ 1267532 w 1392568"/>
                <a:gd name="connsiteY64" fmla="*/ 974971 h 1502170"/>
                <a:gd name="connsiteX65" fmla="*/ 1261289 w 1392568"/>
                <a:gd name="connsiteY65" fmla="*/ 983468 h 1502170"/>
                <a:gd name="connsiteX66" fmla="*/ 1253138 w 1392568"/>
                <a:gd name="connsiteY66" fmla="*/ 987284 h 1502170"/>
                <a:gd name="connsiteX67" fmla="*/ 1245507 w 1392568"/>
                <a:gd name="connsiteY67" fmla="*/ 989712 h 1502170"/>
                <a:gd name="connsiteX68" fmla="*/ 1232674 w 1392568"/>
                <a:gd name="connsiteY68" fmla="*/ 1000464 h 1502170"/>
                <a:gd name="connsiteX69" fmla="*/ 1231980 w 1392568"/>
                <a:gd name="connsiteY69" fmla="*/ 1013644 h 1502170"/>
                <a:gd name="connsiteX70" fmla="*/ 1248282 w 1392568"/>
                <a:gd name="connsiteY70" fmla="*/ 1028731 h 1502170"/>
                <a:gd name="connsiteX71" fmla="*/ 1260075 w 1392568"/>
                <a:gd name="connsiteY71" fmla="*/ 1041911 h 1502170"/>
                <a:gd name="connsiteX72" fmla="*/ 1272387 w 1392568"/>
                <a:gd name="connsiteY72" fmla="*/ 1056999 h 1502170"/>
                <a:gd name="connsiteX73" fmla="*/ 1288169 w 1392568"/>
                <a:gd name="connsiteY73" fmla="*/ 1059773 h 1502170"/>
                <a:gd name="connsiteX74" fmla="*/ 1308112 w 1392568"/>
                <a:gd name="connsiteY74" fmla="*/ 1044166 h 1502170"/>
                <a:gd name="connsiteX75" fmla="*/ 1357363 w 1392568"/>
                <a:gd name="connsiteY75" fmla="*/ 990232 h 1502170"/>
                <a:gd name="connsiteX76" fmla="*/ 1366902 w 1392568"/>
                <a:gd name="connsiteY76" fmla="*/ 974277 h 1502170"/>
                <a:gd name="connsiteX77" fmla="*/ 1379735 w 1392568"/>
                <a:gd name="connsiteY77" fmla="*/ 984509 h 1502170"/>
                <a:gd name="connsiteX78" fmla="*/ 1382510 w 1392568"/>
                <a:gd name="connsiteY78" fmla="*/ 1000984 h 1502170"/>
                <a:gd name="connsiteX79" fmla="*/ 1388579 w 1392568"/>
                <a:gd name="connsiteY79" fmla="*/ 1019366 h 1502170"/>
                <a:gd name="connsiteX80" fmla="*/ 1392568 w 1392568"/>
                <a:gd name="connsiteY80" fmla="*/ 1038443 h 1502170"/>
                <a:gd name="connsiteX81" fmla="*/ 1380428 w 1392568"/>
                <a:gd name="connsiteY81" fmla="*/ 1057346 h 1502170"/>
                <a:gd name="connsiteX82" fmla="*/ 1352508 w 1392568"/>
                <a:gd name="connsiteY82" fmla="*/ 1112840 h 1502170"/>
                <a:gd name="connsiteX83" fmla="*/ 1350427 w 1392568"/>
                <a:gd name="connsiteY83" fmla="*/ 1137639 h 1502170"/>
                <a:gd name="connsiteX84" fmla="*/ 1342103 w 1392568"/>
                <a:gd name="connsiteY84" fmla="*/ 1203019 h 1502170"/>
                <a:gd name="connsiteX85" fmla="*/ 1321986 w 1392568"/>
                <a:gd name="connsiteY85" fmla="*/ 1259727 h 1502170"/>
                <a:gd name="connsiteX86" fmla="*/ 1323026 w 1392568"/>
                <a:gd name="connsiteY86" fmla="*/ 1295279 h 1502170"/>
                <a:gd name="connsiteX87" fmla="*/ 1302563 w 1392568"/>
                <a:gd name="connsiteY87" fmla="*/ 1356843 h 1502170"/>
                <a:gd name="connsiteX88" fmla="*/ 1287475 w 1392568"/>
                <a:gd name="connsiteY88" fmla="*/ 1386845 h 1502170"/>
                <a:gd name="connsiteX89" fmla="*/ 1280885 w 1392568"/>
                <a:gd name="connsiteY89" fmla="*/ 1401759 h 1502170"/>
                <a:gd name="connsiteX90" fmla="*/ 1287302 w 1392568"/>
                <a:gd name="connsiteY90" fmla="*/ 1418754 h 1502170"/>
                <a:gd name="connsiteX91" fmla="*/ 1293198 w 1392568"/>
                <a:gd name="connsiteY91" fmla="*/ 1425864 h 1502170"/>
                <a:gd name="connsiteX92" fmla="*/ 1292504 w 1392568"/>
                <a:gd name="connsiteY92" fmla="*/ 1426038 h 1502170"/>
                <a:gd name="connsiteX93" fmla="*/ 1231287 w 1392568"/>
                <a:gd name="connsiteY93" fmla="*/ 1410950 h 1502170"/>
                <a:gd name="connsiteX94" fmla="*/ 1159317 w 1392568"/>
                <a:gd name="connsiteY94" fmla="*/ 1423957 h 1502170"/>
                <a:gd name="connsiteX95" fmla="*/ 1146311 w 1392568"/>
                <a:gd name="connsiteY95" fmla="*/ 1420662 h 1502170"/>
                <a:gd name="connsiteX96" fmla="*/ 1136773 w 1392568"/>
                <a:gd name="connsiteY96" fmla="*/ 1413725 h 1502170"/>
                <a:gd name="connsiteX97" fmla="*/ 1134865 w 1392568"/>
                <a:gd name="connsiteY97" fmla="*/ 1401065 h 1502170"/>
                <a:gd name="connsiteX98" fmla="*/ 1134518 w 1392568"/>
                <a:gd name="connsiteY98" fmla="*/ 1386845 h 1502170"/>
                <a:gd name="connsiteX99" fmla="*/ 1127408 w 1392568"/>
                <a:gd name="connsiteY99" fmla="*/ 1375052 h 1502170"/>
                <a:gd name="connsiteX100" fmla="*/ 1100181 w 1392568"/>
                <a:gd name="connsiteY100" fmla="*/ 1363260 h 1502170"/>
                <a:gd name="connsiteX101" fmla="*/ 1073994 w 1392568"/>
                <a:gd name="connsiteY101" fmla="*/ 1357710 h 1502170"/>
                <a:gd name="connsiteX102" fmla="*/ 1047114 w 1392568"/>
                <a:gd name="connsiteY102" fmla="*/ 1361699 h 1502170"/>
                <a:gd name="connsiteX103" fmla="*/ 1014337 w 1392568"/>
                <a:gd name="connsiteY103" fmla="*/ 1373145 h 1502170"/>
                <a:gd name="connsiteX104" fmla="*/ 988324 w 1392568"/>
                <a:gd name="connsiteY104" fmla="*/ 1393435 h 1502170"/>
                <a:gd name="connsiteX105" fmla="*/ 992486 w 1392568"/>
                <a:gd name="connsiteY105" fmla="*/ 1406788 h 1502170"/>
                <a:gd name="connsiteX106" fmla="*/ 999944 w 1392568"/>
                <a:gd name="connsiteY106" fmla="*/ 1419101 h 1502170"/>
                <a:gd name="connsiteX107" fmla="*/ 995088 w 1392568"/>
                <a:gd name="connsiteY107" fmla="*/ 1428466 h 1502170"/>
                <a:gd name="connsiteX108" fmla="*/ 983122 w 1392568"/>
                <a:gd name="connsiteY108" fmla="*/ 1428813 h 1502170"/>
                <a:gd name="connsiteX109" fmla="*/ 963178 w 1392568"/>
                <a:gd name="connsiteY109" fmla="*/ 1440432 h 1502170"/>
                <a:gd name="connsiteX110" fmla="*/ 944449 w 1392568"/>
                <a:gd name="connsiteY110" fmla="*/ 1455520 h 1502170"/>
                <a:gd name="connsiteX111" fmla="*/ 922771 w 1392568"/>
                <a:gd name="connsiteY111" fmla="*/ 1462803 h 1502170"/>
                <a:gd name="connsiteX112" fmla="*/ 899880 w 1392568"/>
                <a:gd name="connsiteY112" fmla="*/ 1452051 h 1502170"/>
                <a:gd name="connsiteX113" fmla="*/ 870052 w 1392568"/>
                <a:gd name="connsiteY113" fmla="*/ 1444594 h 1502170"/>
                <a:gd name="connsiteX114" fmla="*/ 841957 w 1392568"/>
                <a:gd name="connsiteY114" fmla="*/ 1456040 h 1502170"/>
                <a:gd name="connsiteX115" fmla="*/ 833113 w 1392568"/>
                <a:gd name="connsiteY115" fmla="*/ 1467486 h 1502170"/>
                <a:gd name="connsiteX116" fmla="*/ 822534 w 1392568"/>
                <a:gd name="connsiteY116" fmla="*/ 1476677 h 1502170"/>
                <a:gd name="connsiteX117" fmla="*/ 811262 w 1392568"/>
                <a:gd name="connsiteY117" fmla="*/ 1478064 h 1502170"/>
                <a:gd name="connsiteX118" fmla="*/ 800163 w 1392568"/>
                <a:gd name="connsiteY118" fmla="*/ 1482226 h 1502170"/>
                <a:gd name="connsiteX119" fmla="*/ 775017 w 1392568"/>
                <a:gd name="connsiteY119" fmla="*/ 1502170 h 1502170"/>
                <a:gd name="connsiteX120" fmla="*/ 746056 w 1392568"/>
                <a:gd name="connsiteY120" fmla="*/ 1501303 h 1502170"/>
                <a:gd name="connsiteX121" fmla="*/ 721950 w 1392568"/>
                <a:gd name="connsiteY121" fmla="*/ 1488643 h 1502170"/>
                <a:gd name="connsiteX122" fmla="*/ 696631 w 1392568"/>
                <a:gd name="connsiteY122" fmla="*/ 1480839 h 1502170"/>
                <a:gd name="connsiteX123" fmla="*/ 667670 w 1392568"/>
                <a:gd name="connsiteY123" fmla="*/ 1486041 h 1502170"/>
                <a:gd name="connsiteX124" fmla="*/ 639575 w 1392568"/>
                <a:gd name="connsiteY124" fmla="*/ 1489163 h 1502170"/>
                <a:gd name="connsiteX125" fmla="*/ 615297 w 1392568"/>
                <a:gd name="connsiteY125" fmla="*/ 1473729 h 1502170"/>
                <a:gd name="connsiteX126" fmla="*/ 595700 w 1392568"/>
                <a:gd name="connsiteY126" fmla="*/ 1449797 h 1502170"/>
                <a:gd name="connsiteX127" fmla="*/ 589283 w 1392568"/>
                <a:gd name="connsiteY127" fmla="*/ 1397077 h 1502170"/>
                <a:gd name="connsiteX128" fmla="*/ 571421 w 1392568"/>
                <a:gd name="connsiteY128" fmla="*/ 1410950 h 1502170"/>
                <a:gd name="connsiteX129" fmla="*/ 552345 w 1392568"/>
                <a:gd name="connsiteY129" fmla="*/ 1438177 h 1502170"/>
                <a:gd name="connsiteX130" fmla="*/ 531187 w 1392568"/>
                <a:gd name="connsiteY130" fmla="*/ 1433842 h 1502170"/>
                <a:gd name="connsiteX131" fmla="*/ 489740 w 1392568"/>
                <a:gd name="connsiteY131" fmla="*/ 1455173 h 1502170"/>
                <a:gd name="connsiteX132" fmla="*/ 467716 w 1392568"/>
                <a:gd name="connsiteY132" fmla="*/ 1450664 h 1502170"/>
                <a:gd name="connsiteX133" fmla="*/ 447946 w 1392568"/>
                <a:gd name="connsiteY133" fmla="*/ 1435750 h 1502170"/>
                <a:gd name="connsiteX134" fmla="*/ 426962 w 1392568"/>
                <a:gd name="connsiteY134" fmla="*/ 1425691 h 1502170"/>
                <a:gd name="connsiteX135" fmla="*/ 404590 w 1392568"/>
                <a:gd name="connsiteY135" fmla="*/ 1421876 h 1502170"/>
                <a:gd name="connsiteX136" fmla="*/ 381179 w 1392568"/>
                <a:gd name="connsiteY136" fmla="*/ 1425171 h 1502170"/>
                <a:gd name="connsiteX137" fmla="*/ 333488 w 1392568"/>
                <a:gd name="connsiteY137" fmla="*/ 1423090 h 1502170"/>
                <a:gd name="connsiteX138" fmla="*/ 321349 w 1392568"/>
                <a:gd name="connsiteY138" fmla="*/ 1379041 h 1502170"/>
                <a:gd name="connsiteX139" fmla="*/ 330713 w 1392568"/>
                <a:gd name="connsiteY139" fmla="*/ 1357537 h 1502170"/>
                <a:gd name="connsiteX140" fmla="*/ 331233 w 1392568"/>
                <a:gd name="connsiteY140" fmla="*/ 1334992 h 1502170"/>
                <a:gd name="connsiteX141" fmla="*/ 320828 w 1392568"/>
                <a:gd name="connsiteY141" fmla="*/ 1322853 h 1502170"/>
                <a:gd name="connsiteX142" fmla="*/ 308862 w 1392568"/>
                <a:gd name="connsiteY142" fmla="*/ 1315396 h 1502170"/>
                <a:gd name="connsiteX143" fmla="*/ 306261 w 1392568"/>
                <a:gd name="connsiteY143" fmla="*/ 1307245 h 1502170"/>
                <a:gd name="connsiteX144" fmla="*/ 301925 w 1392568"/>
                <a:gd name="connsiteY144" fmla="*/ 1298400 h 1502170"/>
                <a:gd name="connsiteX145" fmla="*/ 284757 w 1392568"/>
                <a:gd name="connsiteY145" fmla="*/ 1286261 h 1502170"/>
                <a:gd name="connsiteX146" fmla="*/ 274351 w 1392568"/>
                <a:gd name="connsiteY146" fmla="*/ 1266664 h 1502170"/>
                <a:gd name="connsiteX147" fmla="*/ 259611 w 1392568"/>
                <a:gd name="connsiteY147" fmla="*/ 1250710 h 1502170"/>
                <a:gd name="connsiteX148" fmla="*/ 239667 w 1392568"/>
                <a:gd name="connsiteY148" fmla="*/ 1243946 h 1502170"/>
                <a:gd name="connsiteX149" fmla="*/ 217816 w 1392568"/>
                <a:gd name="connsiteY149" fmla="*/ 1244120 h 1502170"/>
                <a:gd name="connsiteX150" fmla="*/ 195619 w 1392568"/>
                <a:gd name="connsiteY150" fmla="*/ 1242385 h 1502170"/>
                <a:gd name="connsiteX151" fmla="*/ 183132 w 1392568"/>
                <a:gd name="connsiteY151" fmla="*/ 1233888 h 1502170"/>
                <a:gd name="connsiteX152" fmla="*/ 172900 w 1392568"/>
                <a:gd name="connsiteY152" fmla="*/ 1225390 h 1502170"/>
                <a:gd name="connsiteX153" fmla="*/ 149489 w 1392568"/>
                <a:gd name="connsiteY153" fmla="*/ 1223483 h 1502170"/>
                <a:gd name="connsiteX154" fmla="*/ 143245 w 1392568"/>
                <a:gd name="connsiteY154" fmla="*/ 1221402 h 1502170"/>
                <a:gd name="connsiteX155" fmla="*/ 137002 w 1392568"/>
                <a:gd name="connsiteY155" fmla="*/ 1218627 h 1502170"/>
                <a:gd name="connsiteX156" fmla="*/ 133881 w 1392568"/>
                <a:gd name="connsiteY156" fmla="*/ 1210823 h 1502170"/>
                <a:gd name="connsiteX157" fmla="*/ 133187 w 1392568"/>
                <a:gd name="connsiteY157" fmla="*/ 1203192 h 1502170"/>
                <a:gd name="connsiteX158" fmla="*/ 126077 w 1392568"/>
                <a:gd name="connsiteY158" fmla="*/ 1197123 h 1502170"/>
                <a:gd name="connsiteX159" fmla="*/ 118793 w 1392568"/>
                <a:gd name="connsiteY159" fmla="*/ 1191747 h 1502170"/>
                <a:gd name="connsiteX160" fmla="*/ 103185 w 1392568"/>
                <a:gd name="connsiteY160" fmla="*/ 1182555 h 1502170"/>
                <a:gd name="connsiteX161" fmla="*/ 96942 w 1392568"/>
                <a:gd name="connsiteY161" fmla="*/ 1161398 h 1502170"/>
                <a:gd name="connsiteX162" fmla="*/ 100584 w 1392568"/>
                <a:gd name="connsiteY162" fmla="*/ 1100527 h 1502170"/>
                <a:gd name="connsiteX163" fmla="*/ 68848 w 1392568"/>
                <a:gd name="connsiteY163" fmla="*/ 1046420 h 1502170"/>
                <a:gd name="connsiteX164" fmla="*/ 87577 w 1392568"/>
                <a:gd name="connsiteY164" fmla="*/ 1037229 h 1502170"/>
                <a:gd name="connsiteX165" fmla="*/ 107001 w 1392568"/>
                <a:gd name="connsiteY165" fmla="*/ 1030639 h 1502170"/>
                <a:gd name="connsiteX166" fmla="*/ 118967 w 1392568"/>
                <a:gd name="connsiteY166" fmla="*/ 1007227 h 1502170"/>
                <a:gd name="connsiteX167" fmla="*/ 125383 w 1392568"/>
                <a:gd name="connsiteY167" fmla="*/ 982601 h 1502170"/>
                <a:gd name="connsiteX168" fmla="*/ 131453 w 1392568"/>
                <a:gd name="connsiteY168" fmla="*/ 971849 h 1502170"/>
                <a:gd name="connsiteX169" fmla="*/ 138910 w 1392568"/>
                <a:gd name="connsiteY169" fmla="*/ 962831 h 1502170"/>
                <a:gd name="connsiteX170" fmla="*/ 140644 w 1392568"/>
                <a:gd name="connsiteY170" fmla="*/ 947050 h 1502170"/>
                <a:gd name="connsiteX171" fmla="*/ 140471 w 1392568"/>
                <a:gd name="connsiteY171" fmla="*/ 933870 h 1502170"/>
                <a:gd name="connsiteX172" fmla="*/ 136135 w 1392568"/>
                <a:gd name="connsiteY172" fmla="*/ 908030 h 1502170"/>
                <a:gd name="connsiteX173" fmla="*/ 154865 w 1392568"/>
                <a:gd name="connsiteY173" fmla="*/ 891902 h 1502170"/>
                <a:gd name="connsiteX174" fmla="*/ 173421 w 1392568"/>
                <a:gd name="connsiteY174" fmla="*/ 895371 h 1502170"/>
                <a:gd name="connsiteX175" fmla="*/ 189896 w 1392568"/>
                <a:gd name="connsiteY175" fmla="*/ 896411 h 1502170"/>
                <a:gd name="connsiteX176" fmla="*/ 181051 w 1392568"/>
                <a:gd name="connsiteY176" fmla="*/ 846466 h 1502170"/>
                <a:gd name="connsiteX177" fmla="*/ 163536 w 1392568"/>
                <a:gd name="connsiteY177" fmla="*/ 833459 h 1502170"/>
                <a:gd name="connsiteX178" fmla="*/ 123996 w 1392568"/>
                <a:gd name="connsiteY178" fmla="*/ 842998 h 1502170"/>
                <a:gd name="connsiteX179" fmla="*/ 108908 w 1392568"/>
                <a:gd name="connsiteY179" fmla="*/ 835887 h 1502170"/>
                <a:gd name="connsiteX180" fmla="*/ 87057 w 1392568"/>
                <a:gd name="connsiteY180" fmla="*/ 817505 h 1502170"/>
                <a:gd name="connsiteX181" fmla="*/ 68328 w 1392568"/>
                <a:gd name="connsiteY181" fmla="*/ 811435 h 1502170"/>
                <a:gd name="connsiteX182" fmla="*/ 37285 w 1392568"/>
                <a:gd name="connsiteY182" fmla="*/ 818719 h 1502170"/>
                <a:gd name="connsiteX183" fmla="*/ 32603 w 1392568"/>
                <a:gd name="connsiteY183" fmla="*/ 773109 h 1502170"/>
                <a:gd name="connsiteX184" fmla="*/ 49772 w 1392568"/>
                <a:gd name="connsiteY184" fmla="*/ 758369 h 1502170"/>
                <a:gd name="connsiteX185" fmla="*/ 60871 w 1392568"/>
                <a:gd name="connsiteY185" fmla="*/ 736170 h 1502170"/>
                <a:gd name="connsiteX186" fmla="*/ 52373 w 1392568"/>
                <a:gd name="connsiteY186" fmla="*/ 720910 h 1502170"/>
                <a:gd name="connsiteX187" fmla="*/ 47517 w 1392568"/>
                <a:gd name="connsiteY187" fmla="*/ 704261 h 1502170"/>
                <a:gd name="connsiteX188" fmla="*/ 52200 w 1392568"/>
                <a:gd name="connsiteY188" fmla="*/ 681196 h 1502170"/>
                <a:gd name="connsiteX189" fmla="*/ 55321 w 1392568"/>
                <a:gd name="connsiteY189" fmla="*/ 628823 h 1502170"/>
                <a:gd name="connsiteX190" fmla="*/ 62952 w 1392568"/>
                <a:gd name="connsiteY190" fmla="*/ 606799 h 1502170"/>
                <a:gd name="connsiteX191" fmla="*/ 76999 w 1392568"/>
                <a:gd name="connsiteY191" fmla="*/ 593098 h 1502170"/>
                <a:gd name="connsiteX192" fmla="*/ 39020 w 1392568"/>
                <a:gd name="connsiteY192" fmla="*/ 537951 h 1502170"/>
                <a:gd name="connsiteX193" fmla="*/ 8671 w 1392568"/>
                <a:gd name="connsiteY193" fmla="*/ 532748 h 1502170"/>
                <a:gd name="connsiteX194" fmla="*/ 0 w 1392568"/>
                <a:gd name="connsiteY194" fmla="*/ 510724 h 1502170"/>
                <a:gd name="connsiteX195" fmla="*/ 11446 w 1392568"/>
                <a:gd name="connsiteY195" fmla="*/ 505348 h 1502170"/>
                <a:gd name="connsiteX196" fmla="*/ 22891 w 1392568"/>
                <a:gd name="connsiteY196" fmla="*/ 503267 h 1502170"/>
                <a:gd name="connsiteX197" fmla="*/ 34164 w 1392568"/>
                <a:gd name="connsiteY197" fmla="*/ 491301 h 1502170"/>
                <a:gd name="connsiteX198" fmla="*/ 51679 w 1392568"/>
                <a:gd name="connsiteY198" fmla="*/ 467889 h 1502170"/>
                <a:gd name="connsiteX199" fmla="*/ 56015 w 1392568"/>
                <a:gd name="connsiteY199" fmla="*/ 458004 h 1502170"/>
                <a:gd name="connsiteX200" fmla="*/ 55495 w 1392568"/>
                <a:gd name="connsiteY200" fmla="*/ 448986 h 1502170"/>
                <a:gd name="connsiteX201" fmla="*/ 57576 w 1392568"/>
                <a:gd name="connsiteY201" fmla="*/ 437540 h 1502170"/>
                <a:gd name="connsiteX202" fmla="*/ 81681 w 1392568"/>
                <a:gd name="connsiteY202" fmla="*/ 421239 h 1502170"/>
                <a:gd name="connsiteX203" fmla="*/ 108735 w 1392568"/>
                <a:gd name="connsiteY203" fmla="*/ 408405 h 1502170"/>
                <a:gd name="connsiteX204" fmla="*/ 125556 w 1392568"/>
                <a:gd name="connsiteY204" fmla="*/ 383260 h 1502170"/>
                <a:gd name="connsiteX205" fmla="*/ 155038 w 1392568"/>
                <a:gd name="connsiteY205" fmla="*/ 396093 h 1502170"/>
                <a:gd name="connsiteX206" fmla="*/ 210012 w 1392568"/>
                <a:gd name="connsiteY206" fmla="*/ 404764 h 1502170"/>
                <a:gd name="connsiteX207" fmla="*/ 198740 w 1392568"/>
                <a:gd name="connsiteY207" fmla="*/ 383086 h 1502170"/>
                <a:gd name="connsiteX208" fmla="*/ 183999 w 1392568"/>
                <a:gd name="connsiteY208" fmla="*/ 364010 h 1502170"/>
                <a:gd name="connsiteX209" fmla="*/ 189202 w 1392568"/>
                <a:gd name="connsiteY209" fmla="*/ 344240 h 1502170"/>
                <a:gd name="connsiteX210" fmla="*/ 198914 w 1392568"/>
                <a:gd name="connsiteY210" fmla="*/ 323083 h 1502170"/>
                <a:gd name="connsiteX211" fmla="*/ 208278 w 1392568"/>
                <a:gd name="connsiteY211" fmla="*/ 307128 h 1502170"/>
                <a:gd name="connsiteX212" fmla="*/ 220764 w 1392568"/>
                <a:gd name="connsiteY212" fmla="*/ 315279 h 1502170"/>
                <a:gd name="connsiteX213" fmla="*/ 236199 w 1392568"/>
                <a:gd name="connsiteY213" fmla="*/ 313891 h 1502170"/>
                <a:gd name="connsiteX214" fmla="*/ 248859 w 1392568"/>
                <a:gd name="connsiteY214" fmla="*/ 296722 h 1502170"/>
                <a:gd name="connsiteX215" fmla="*/ 262039 w 1392568"/>
                <a:gd name="connsiteY215" fmla="*/ 288225 h 1502170"/>
                <a:gd name="connsiteX216" fmla="*/ 274525 w 1392568"/>
                <a:gd name="connsiteY216" fmla="*/ 296376 h 1502170"/>
                <a:gd name="connsiteX217" fmla="*/ 298457 w 1392568"/>
                <a:gd name="connsiteY217" fmla="*/ 304873 h 1502170"/>
                <a:gd name="connsiteX218" fmla="*/ 320828 w 1392568"/>
                <a:gd name="connsiteY218" fmla="*/ 306608 h 1502170"/>
                <a:gd name="connsiteX219" fmla="*/ 326204 w 1392568"/>
                <a:gd name="connsiteY219" fmla="*/ 290653 h 1502170"/>
                <a:gd name="connsiteX220" fmla="*/ 330020 w 1392568"/>
                <a:gd name="connsiteY220" fmla="*/ 275565 h 1502170"/>
                <a:gd name="connsiteX221" fmla="*/ 338170 w 1392568"/>
                <a:gd name="connsiteY221" fmla="*/ 262732 h 1502170"/>
                <a:gd name="connsiteX222" fmla="*/ 348229 w 1392568"/>
                <a:gd name="connsiteY222" fmla="*/ 252674 h 1502170"/>
                <a:gd name="connsiteX223" fmla="*/ 358287 w 1392568"/>
                <a:gd name="connsiteY223" fmla="*/ 263946 h 1502170"/>
                <a:gd name="connsiteX224" fmla="*/ 371120 w 1392568"/>
                <a:gd name="connsiteY224" fmla="*/ 273137 h 1502170"/>
                <a:gd name="connsiteX225" fmla="*/ 389329 w 1392568"/>
                <a:gd name="connsiteY225" fmla="*/ 288919 h 1502170"/>
                <a:gd name="connsiteX226" fmla="*/ 400775 w 1392568"/>
                <a:gd name="connsiteY226" fmla="*/ 312330 h 1502170"/>
                <a:gd name="connsiteX227" fmla="*/ 428349 w 1392568"/>
                <a:gd name="connsiteY227" fmla="*/ 321348 h 1502170"/>
                <a:gd name="connsiteX228" fmla="*/ 493208 w 1392568"/>
                <a:gd name="connsiteY228" fmla="*/ 294121 h 1502170"/>
                <a:gd name="connsiteX229" fmla="*/ 504654 w 1392568"/>
                <a:gd name="connsiteY229" fmla="*/ 256142 h 1502170"/>
                <a:gd name="connsiteX230" fmla="*/ 494422 w 1392568"/>
                <a:gd name="connsiteY230" fmla="*/ 246777 h 1502170"/>
                <a:gd name="connsiteX231" fmla="*/ 489046 w 1392568"/>
                <a:gd name="connsiteY231" fmla="*/ 237239 h 1502170"/>
                <a:gd name="connsiteX232" fmla="*/ 498931 w 1392568"/>
                <a:gd name="connsiteY232" fmla="*/ 219204 h 1502170"/>
                <a:gd name="connsiteX233" fmla="*/ 507082 w 1392568"/>
                <a:gd name="connsiteY233" fmla="*/ 200994 h 1502170"/>
                <a:gd name="connsiteX234" fmla="*/ 524077 w 1392568"/>
                <a:gd name="connsiteY234" fmla="*/ 176542 h 1502170"/>
                <a:gd name="connsiteX235" fmla="*/ 548009 w 1392568"/>
                <a:gd name="connsiteY235" fmla="*/ 159547 h 1502170"/>
                <a:gd name="connsiteX236" fmla="*/ 554773 w 1392568"/>
                <a:gd name="connsiteY236" fmla="*/ 147234 h 1502170"/>
                <a:gd name="connsiteX237" fmla="*/ 564311 w 1392568"/>
                <a:gd name="connsiteY237" fmla="*/ 139257 h 1502170"/>
                <a:gd name="connsiteX238" fmla="*/ 580265 w 1392568"/>
                <a:gd name="connsiteY238" fmla="*/ 134227 h 1502170"/>
                <a:gd name="connsiteX239" fmla="*/ 593099 w 1392568"/>
                <a:gd name="connsiteY239" fmla="*/ 121741 h 1502170"/>
                <a:gd name="connsiteX240" fmla="*/ 612869 w 1392568"/>
                <a:gd name="connsiteY240" fmla="*/ 105266 h 1502170"/>
                <a:gd name="connsiteX241" fmla="*/ 630731 w 1392568"/>
                <a:gd name="connsiteY241" fmla="*/ 86363 h 1502170"/>
                <a:gd name="connsiteX242" fmla="*/ 638188 w 1392568"/>
                <a:gd name="connsiteY242" fmla="*/ 81508 h 1502170"/>
                <a:gd name="connsiteX243" fmla="*/ 647379 w 1392568"/>
                <a:gd name="connsiteY243" fmla="*/ 85149 h 1502170"/>
                <a:gd name="connsiteX244" fmla="*/ 657785 w 1392568"/>
                <a:gd name="connsiteY244" fmla="*/ 79080 h 1502170"/>
                <a:gd name="connsiteX245" fmla="*/ 667149 w 1392568"/>
                <a:gd name="connsiteY245" fmla="*/ 68327 h 1502170"/>
                <a:gd name="connsiteX246" fmla="*/ 686919 w 1392568"/>
                <a:gd name="connsiteY246" fmla="*/ 78906 h 1502170"/>
                <a:gd name="connsiteX247" fmla="*/ 705995 w 1392568"/>
                <a:gd name="connsiteY247" fmla="*/ 86884 h 1502170"/>
                <a:gd name="connsiteX248" fmla="*/ 729060 w 1392568"/>
                <a:gd name="connsiteY248" fmla="*/ 91913 h 1502170"/>
                <a:gd name="connsiteX249" fmla="*/ 748830 w 1392568"/>
                <a:gd name="connsiteY249" fmla="*/ 93820 h 1502170"/>
                <a:gd name="connsiteX250" fmla="*/ 753339 w 1392568"/>
                <a:gd name="connsiteY250" fmla="*/ 73183 h 1502170"/>
                <a:gd name="connsiteX251" fmla="*/ 755767 w 1392568"/>
                <a:gd name="connsiteY251" fmla="*/ 50985 h 1502170"/>
                <a:gd name="connsiteX252" fmla="*/ 750565 w 1392568"/>
                <a:gd name="connsiteY252" fmla="*/ 27053 h 1502170"/>
                <a:gd name="connsiteX253" fmla="*/ 764612 w 1392568"/>
                <a:gd name="connsiteY253" fmla="*/ 9885 h 1502170"/>
                <a:gd name="connsiteX254" fmla="*/ 785596 w 1392568"/>
                <a:gd name="connsiteY254" fmla="*/ 0 h 1502170"/>
                <a:gd name="connsiteX255" fmla="*/ 699926 w 1392568"/>
                <a:gd name="connsiteY255" fmla="*/ 1044513 h 1502170"/>
                <a:gd name="connsiteX256" fmla="*/ 658999 w 1392568"/>
                <a:gd name="connsiteY256" fmla="*/ 1047114 h 1502170"/>
                <a:gd name="connsiteX257" fmla="*/ 609747 w 1392568"/>
                <a:gd name="connsiteY257" fmla="*/ 1053704 h 1502170"/>
                <a:gd name="connsiteX258" fmla="*/ 573329 w 1392568"/>
                <a:gd name="connsiteY258" fmla="*/ 1083879 h 1502170"/>
                <a:gd name="connsiteX259" fmla="*/ 578184 w 1392568"/>
                <a:gd name="connsiteY259" fmla="*/ 1127408 h 1502170"/>
                <a:gd name="connsiteX260" fmla="*/ 564831 w 1392568"/>
                <a:gd name="connsiteY260" fmla="*/ 1141975 h 1502170"/>
                <a:gd name="connsiteX261" fmla="*/ 556507 w 1392568"/>
                <a:gd name="connsiteY261" fmla="*/ 1160704 h 1502170"/>
                <a:gd name="connsiteX262" fmla="*/ 563791 w 1392568"/>
                <a:gd name="connsiteY262" fmla="*/ 1161918 h 1502170"/>
                <a:gd name="connsiteX263" fmla="*/ 570554 w 1392568"/>
                <a:gd name="connsiteY263" fmla="*/ 1164520 h 1502170"/>
                <a:gd name="connsiteX264" fmla="*/ 569167 w 1392568"/>
                <a:gd name="connsiteY264" fmla="*/ 1174058 h 1502170"/>
                <a:gd name="connsiteX265" fmla="*/ 565872 w 1392568"/>
                <a:gd name="connsiteY265" fmla="*/ 1183076 h 1502170"/>
                <a:gd name="connsiteX266" fmla="*/ 553385 w 1392568"/>
                <a:gd name="connsiteY266" fmla="*/ 1185157 h 1502170"/>
                <a:gd name="connsiteX267" fmla="*/ 541766 w 1392568"/>
                <a:gd name="connsiteY267" fmla="*/ 1185157 h 1502170"/>
                <a:gd name="connsiteX268" fmla="*/ 531014 w 1392568"/>
                <a:gd name="connsiteY268" fmla="*/ 1200071 h 1502170"/>
                <a:gd name="connsiteX269" fmla="*/ 535696 w 1392568"/>
                <a:gd name="connsiteY269" fmla="*/ 1217760 h 1502170"/>
                <a:gd name="connsiteX270" fmla="*/ 547663 w 1392568"/>
                <a:gd name="connsiteY270" fmla="*/ 1222442 h 1502170"/>
                <a:gd name="connsiteX271" fmla="*/ 558935 w 1392568"/>
                <a:gd name="connsiteY271" fmla="*/ 1233541 h 1502170"/>
                <a:gd name="connsiteX272" fmla="*/ 568126 w 1392568"/>
                <a:gd name="connsiteY272" fmla="*/ 1251403 h 1502170"/>
                <a:gd name="connsiteX273" fmla="*/ 581826 w 1392568"/>
                <a:gd name="connsiteY273" fmla="*/ 1262502 h 1502170"/>
                <a:gd name="connsiteX274" fmla="*/ 591364 w 1392568"/>
                <a:gd name="connsiteY274" fmla="*/ 1268745 h 1502170"/>
                <a:gd name="connsiteX275" fmla="*/ 598475 w 1392568"/>
                <a:gd name="connsiteY275" fmla="*/ 1274642 h 1502170"/>
                <a:gd name="connsiteX276" fmla="*/ 604371 w 1392568"/>
                <a:gd name="connsiteY276" fmla="*/ 1269613 h 1502170"/>
                <a:gd name="connsiteX277" fmla="*/ 615470 w 1392568"/>
                <a:gd name="connsiteY277" fmla="*/ 1250363 h 1502170"/>
                <a:gd name="connsiteX278" fmla="*/ 626569 w 1392568"/>
                <a:gd name="connsiteY278" fmla="*/ 1241692 h 1502170"/>
                <a:gd name="connsiteX279" fmla="*/ 651541 w 1392568"/>
                <a:gd name="connsiteY279" fmla="*/ 1244293 h 1502170"/>
                <a:gd name="connsiteX280" fmla="*/ 696284 w 1392568"/>
                <a:gd name="connsiteY280" fmla="*/ 1255912 h 1502170"/>
                <a:gd name="connsiteX281" fmla="*/ 713626 w 1392568"/>
                <a:gd name="connsiteY281" fmla="*/ 1245507 h 1502170"/>
                <a:gd name="connsiteX282" fmla="*/ 715881 w 1392568"/>
                <a:gd name="connsiteY282" fmla="*/ 1236489 h 1502170"/>
                <a:gd name="connsiteX283" fmla="*/ 715881 w 1392568"/>
                <a:gd name="connsiteY283" fmla="*/ 1230246 h 1502170"/>
                <a:gd name="connsiteX284" fmla="*/ 723164 w 1392568"/>
                <a:gd name="connsiteY284" fmla="*/ 1211170 h 1502170"/>
                <a:gd name="connsiteX285" fmla="*/ 724205 w 1392568"/>
                <a:gd name="connsiteY285" fmla="*/ 1203019 h 1502170"/>
                <a:gd name="connsiteX286" fmla="*/ 723858 w 1392568"/>
                <a:gd name="connsiteY286" fmla="*/ 1196776 h 1502170"/>
                <a:gd name="connsiteX287" fmla="*/ 731142 w 1392568"/>
                <a:gd name="connsiteY287" fmla="*/ 1196082 h 1502170"/>
                <a:gd name="connsiteX288" fmla="*/ 737038 w 1392568"/>
                <a:gd name="connsiteY288" fmla="*/ 1197816 h 1502170"/>
                <a:gd name="connsiteX289" fmla="*/ 749177 w 1392568"/>
                <a:gd name="connsiteY289" fmla="*/ 1185330 h 1502170"/>
                <a:gd name="connsiteX290" fmla="*/ 753339 w 1392568"/>
                <a:gd name="connsiteY290" fmla="*/ 1170243 h 1502170"/>
                <a:gd name="connsiteX291" fmla="*/ 752993 w 1392568"/>
                <a:gd name="connsiteY291" fmla="*/ 1154114 h 1502170"/>
                <a:gd name="connsiteX292" fmla="*/ 751432 w 1392568"/>
                <a:gd name="connsiteY292" fmla="*/ 1139027 h 1502170"/>
                <a:gd name="connsiteX293" fmla="*/ 743107 w 1392568"/>
                <a:gd name="connsiteY293" fmla="*/ 1131917 h 1502170"/>
                <a:gd name="connsiteX294" fmla="*/ 736864 w 1392568"/>
                <a:gd name="connsiteY294" fmla="*/ 1122552 h 1502170"/>
                <a:gd name="connsiteX295" fmla="*/ 736691 w 1392568"/>
                <a:gd name="connsiteY295" fmla="*/ 1098446 h 1502170"/>
                <a:gd name="connsiteX296" fmla="*/ 740506 w 1392568"/>
                <a:gd name="connsiteY296" fmla="*/ 1092030 h 1502170"/>
                <a:gd name="connsiteX297" fmla="*/ 740853 w 1392568"/>
                <a:gd name="connsiteY297" fmla="*/ 1084399 h 1502170"/>
                <a:gd name="connsiteX298" fmla="*/ 730968 w 1392568"/>
                <a:gd name="connsiteY298" fmla="*/ 1067231 h 1502170"/>
                <a:gd name="connsiteX299" fmla="*/ 699926 w 1392568"/>
                <a:gd name="connsiteY299" fmla="*/ 1044513 h 1502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1392568" h="1502170">
                  <a:moveTo>
                    <a:pt x="785596" y="0"/>
                  </a:moveTo>
                  <a:lnTo>
                    <a:pt x="806753" y="1734"/>
                  </a:lnTo>
                  <a:lnTo>
                    <a:pt x="817678" y="20810"/>
                  </a:lnTo>
                  <a:lnTo>
                    <a:pt x="832593" y="24279"/>
                  </a:lnTo>
                  <a:lnTo>
                    <a:pt x="846119" y="31042"/>
                  </a:lnTo>
                  <a:lnTo>
                    <a:pt x="844212" y="47864"/>
                  </a:lnTo>
                  <a:lnTo>
                    <a:pt x="845946" y="64859"/>
                  </a:lnTo>
                  <a:lnTo>
                    <a:pt x="869184" y="55668"/>
                  </a:lnTo>
                  <a:lnTo>
                    <a:pt x="891209" y="38499"/>
                  </a:lnTo>
                  <a:lnTo>
                    <a:pt x="900573" y="42488"/>
                  </a:lnTo>
                  <a:lnTo>
                    <a:pt x="907164" y="51332"/>
                  </a:lnTo>
                  <a:lnTo>
                    <a:pt x="915661" y="52373"/>
                  </a:lnTo>
                  <a:lnTo>
                    <a:pt x="925893" y="48211"/>
                  </a:lnTo>
                  <a:lnTo>
                    <a:pt x="956242" y="53240"/>
                  </a:lnTo>
                  <a:lnTo>
                    <a:pt x="984856" y="66420"/>
                  </a:lnTo>
                  <a:lnTo>
                    <a:pt x="1005146" y="61217"/>
                  </a:lnTo>
                  <a:lnTo>
                    <a:pt x="1026130" y="50118"/>
                  </a:lnTo>
                  <a:lnTo>
                    <a:pt x="1052663" y="56362"/>
                  </a:lnTo>
                  <a:lnTo>
                    <a:pt x="1076769" y="70929"/>
                  </a:lnTo>
                  <a:lnTo>
                    <a:pt x="1084226" y="93300"/>
                  </a:lnTo>
                  <a:lnTo>
                    <a:pt x="1065843" y="107000"/>
                  </a:lnTo>
                  <a:lnTo>
                    <a:pt x="1043299" y="97982"/>
                  </a:lnTo>
                  <a:lnTo>
                    <a:pt x="1028731" y="103359"/>
                  </a:lnTo>
                  <a:lnTo>
                    <a:pt x="1015551" y="113417"/>
                  </a:lnTo>
                  <a:lnTo>
                    <a:pt x="1010002" y="137522"/>
                  </a:lnTo>
                  <a:lnTo>
                    <a:pt x="1013470" y="168912"/>
                  </a:lnTo>
                  <a:lnTo>
                    <a:pt x="1029425" y="193017"/>
                  </a:lnTo>
                  <a:lnTo>
                    <a:pt x="1054918" y="205156"/>
                  </a:lnTo>
                  <a:lnTo>
                    <a:pt x="1060641" y="225794"/>
                  </a:lnTo>
                  <a:lnTo>
                    <a:pt x="1067925" y="243656"/>
                  </a:lnTo>
                  <a:lnTo>
                    <a:pt x="1085613" y="251286"/>
                  </a:lnTo>
                  <a:lnTo>
                    <a:pt x="1102262" y="260824"/>
                  </a:lnTo>
                  <a:lnTo>
                    <a:pt x="1158970" y="264987"/>
                  </a:lnTo>
                  <a:lnTo>
                    <a:pt x="1155849" y="287011"/>
                  </a:lnTo>
                  <a:lnTo>
                    <a:pt x="1162439" y="293254"/>
                  </a:lnTo>
                  <a:lnTo>
                    <a:pt x="1168508" y="300364"/>
                  </a:lnTo>
                  <a:lnTo>
                    <a:pt x="1160184" y="324643"/>
                  </a:lnTo>
                  <a:lnTo>
                    <a:pt x="1149779" y="350310"/>
                  </a:lnTo>
                  <a:lnTo>
                    <a:pt x="1151860" y="377363"/>
                  </a:lnTo>
                  <a:lnTo>
                    <a:pt x="1158624" y="401295"/>
                  </a:lnTo>
                  <a:lnTo>
                    <a:pt x="1161051" y="422799"/>
                  </a:lnTo>
                  <a:lnTo>
                    <a:pt x="1152554" y="445691"/>
                  </a:lnTo>
                  <a:lnTo>
                    <a:pt x="1206141" y="465461"/>
                  </a:lnTo>
                  <a:lnTo>
                    <a:pt x="1230940" y="454535"/>
                  </a:lnTo>
                  <a:lnTo>
                    <a:pt x="1256780" y="460432"/>
                  </a:lnTo>
                  <a:lnTo>
                    <a:pt x="1264584" y="460779"/>
                  </a:lnTo>
                  <a:lnTo>
                    <a:pt x="1264757" y="462339"/>
                  </a:lnTo>
                  <a:lnTo>
                    <a:pt x="1268746" y="500318"/>
                  </a:lnTo>
                  <a:lnTo>
                    <a:pt x="1279324" y="539858"/>
                  </a:lnTo>
                  <a:lnTo>
                    <a:pt x="1283486" y="579745"/>
                  </a:lnTo>
                  <a:lnTo>
                    <a:pt x="1278631" y="661947"/>
                  </a:lnTo>
                  <a:lnTo>
                    <a:pt x="1273948" y="679635"/>
                  </a:lnTo>
                  <a:lnTo>
                    <a:pt x="1250016" y="708597"/>
                  </a:lnTo>
                  <a:lnTo>
                    <a:pt x="1240651" y="724898"/>
                  </a:lnTo>
                  <a:lnTo>
                    <a:pt x="1236490" y="743975"/>
                  </a:lnTo>
                  <a:lnTo>
                    <a:pt x="1233194" y="859993"/>
                  </a:lnTo>
                  <a:lnTo>
                    <a:pt x="1235796" y="875774"/>
                  </a:lnTo>
                  <a:lnTo>
                    <a:pt x="1240478" y="884445"/>
                  </a:lnTo>
                  <a:lnTo>
                    <a:pt x="1245681" y="887914"/>
                  </a:lnTo>
                  <a:lnTo>
                    <a:pt x="1249843" y="892770"/>
                  </a:lnTo>
                  <a:lnTo>
                    <a:pt x="1254352" y="925372"/>
                  </a:lnTo>
                  <a:lnTo>
                    <a:pt x="1260075" y="950345"/>
                  </a:lnTo>
                  <a:lnTo>
                    <a:pt x="1266318" y="954681"/>
                  </a:lnTo>
                  <a:lnTo>
                    <a:pt x="1270480" y="960057"/>
                  </a:lnTo>
                  <a:lnTo>
                    <a:pt x="1267532" y="974971"/>
                  </a:lnTo>
                  <a:lnTo>
                    <a:pt x="1261289" y="983468"/>
                  </a:lnTo>
                  <a:lnTo>
                    <a:pt x="1253138" y="987284"/>
                  </a:lnTo>
                  <a:lnTo>
                    <a:pt x="1245507" y="989712"/>
                  </a:lnTo>
                  <a:lnTo>
                    <a:pt x="1232674" y="1000464"/>
                  </a:lnTo>
                  <a:lnTo>
                    <a:pt x="1231980" y="1013644"/>
                  </a:lnTo>
                  <a:lnTo>
                    <a:pt x="1248282" y="1028731"/>
                  </a:lnTo>
                  <a:lnTo>
                    <a:pt x="1260075" y="1041911"/>
                  </a:lnTo>
                  <a:lnTo>
                    <a:pt x="1272387" y="1056999"/>
                  </a:lnTo>
                  <a:lnTo>
                    <a:pt x="1288169" y="1059773"/>
                  </a:lnTo>
                  <a:lnTo>
                    <a:pt x="1308112" y="1044166"/>
                  </a:lnTo>
                  <a:lnTo>
                    <a:pt x="1357363" y="990232"/>
                  </a:lnTo>
                  <a:lnTo>
                    <a:pt x="1366902" y="974277"/>
                  </a:lnTo>
                  <a:lnTo>
                    <a:pt x="1379735" y="984509"/>
                  </a:lnTo>
                  <a:lnTo>
                    <a:pt x="1382510" y="1000984"/>
                  </a:lnTo>
                  <a:lnTo>
                    <a:pt x="1388579" y="1019366"/>
                  </a:lnTo>
                  <a:lnTo>
                    <a:pt x="1392568" y="1038443"/>
                  </a:lnTo>
                  <a:lnTo>
                    <a:pt x="1380428" y="1057346"/>
                  </a:lnTo>
                  <a:lnTo>
                    <a:pt x="1352508" y="1112840"/>
                  </a:lnTo>
                  <a:lnTo>
                    <a:pt x="1350427" y="1137639"/>
                  </a:lnTo>
                  <a:lnTo>
                    <a:pt x="1342103" y="1203019"/>
                  </a:lnTo>
                  <a:lnTo>
                    <a:pt x="1321986" y="1259727"/>
                  </a:lnTo>
                  <a:lnTo>
                    <a:pt x="1323026" y="1295279"/>
                  </a:lnTo>
                  <a:lnTo>
                    <a:pt x="1302563" y="1356843"/>
                  </a:lnTo>
                  <a:lnTo>
                    <a:pt x="1287475" y="1386845"/>
                  </a:lnTo>
                  <a:lnTo>
                    <a:pt x="1280885" y="1401759"/>
                  </a:lnTo>
                  <a:lnTo>
                    <a:pt x="1287302" y="1418754"/>
                  </a:lnTo>
                  <a:lnTo>
                    <a:pt x="1293198" y="1425864"/>
                  </a:lnTo>
                  <a:lnTo>
                    <a:pt x="1292504" y="1426038"/>
                  </a:lnTo>
                  <a:lnTo>
                    <a:pt x="1231287" y="1410950"/>
                  </a:lnTo>
                  <a:lnTo>
                    <a:pt x="1159317" y="1423957"/>
                  </a:lnTo>
                  <a:lnTo>
                    <a:pt x="1146311" y="1420662"/>
                  </a:lnTo>
                  <a:lnTo>
                    <a:pt x="1136773" y="1413725"/>
                  </a:lnTo>
                  <a:lnTo>
                    <a:pt x="1134865" y="1401065"/>
                  </a:lnTo>
                  <a:lnTo>
                    <a:pt x="1134518" y="1386845"/>
                  </a:lnTo>
                  <a:lnTo>
                    <a:pt x="1127408" y="1375052"/>
                  </a:lnTo>
                  <a:lnTo>
                    <a:pt x="1100181" y="1363260"/>
                  </a:lnTo>
                  <a:lnTo>
                    <a:pt x="1073994" y="1357710"/>
                  </a:lnTo>
                  <a:lnTo>
                    <a:pt x="1047114" y="1361699"/>
                  </a:lnTo>
                  <a:lnTo>
                    <a:pt x="1014337" y="1373145"/>
                  </a:lnTo>
                  <a:lnTo>
                    <a:pt x="988324" y="1393435"/>
                  </a:lnTo>
                  <a:lnTo>
                    <a:pt x="992486" y="1406788"/>
                  </a:lnTo>
                  <a:lnTo>
                    <a:pt x="999944" y="1419101"/>
                  </a:lnTo>
                  <a:lnTo>
                    <a:pt x="995088" y="1428466"/>
                  </a:lnTo>
                  <a:lnTo>
                    <a:pt x="983122" y="1428813"/>
                  </a:lnTo>
                  <a:lnTo>
                    <a:pt x="963178" y="1440432"/>
                  </a:lnTo>
                  <a:lnTo>
                    <a:pt x="944449" y="1455520"/>
                  </a:lnTo>
                  <a:lnTo>
                    <a:pt x="922771" y="1462803"/>
                  </a:lnTo>
                  <a:lnTo>
                    <a:pt x="899880" y="1452051"/>
                  </a:lnTo>
                  <a:lnTo>
                    <a:pt x="870052" y="1444594"/>
                  </a:lnTo>
                  <a:lnTo>
                    <a:pt x="841957" y="1456040"/>
                  </a:lnTo>
                  <a:lnTo>
                    <a:pt x="833113" y="1467486"/>
                  </a:lnTo>
                  <a:lnTo>
                    <a:pt x="822534" y="1476677"/>
                  </a:lnTo>
                  <a:lnTo>
                    <a:pt x="811262" y="1478064"/>
                  </a:lnTo>
                  <a:lnTo>
                    <a:pt x="800163" y="1482226"/>
                  </a:lnTo>
                  <a:lnTo>
                    <a:pt x="775017" y="1502170"/>
                  </a:lnTo>
                  <a:lnTo>
                    <a:pt x="746056" y="1501303"/>
                  </a:lnTo>
                  <a:lnTo>
                    <a:pt x="721950" y="1488643"/>
                  </a:lnTo>
                  <a:lnTo>
                    <a:pt x="696631" y="1480839"/>
                  </a:lnTo>
                  <a:lnTo>
                    <a:pt x="667670" y="1486041"/>
                  </a:lnTo>
                  <a:lnTo>
                    <a:pt x="639575" y="1489163"/>
                  </a:lnTo>
                  <a:lnTo>
                    <a:pt x="615297" y="1473729"/>
                  </a:lnTo>
                  <a:lnTo>
                    <a:pt x="595700" y="1449797"/>
                  </a:lnTo>
                  <a:lnTo>
                    <a:pt x="589283" y="1397077"/>
                  </a:lnTo>
                  <a:lnTo>
                    <a:pt x="571421" y="1410950"/>
                  </a:lnTo>
                  <a:lnTo>
                    <a:pt x="552345" y="1438177"/>
                  </a:lnTo>
                  <a:lnTo>
                    <a:pt x="531187" y="1433842"/>
                  </a:lnTo>
                  <a:lnTo>
                    <a:pt x="489740" y="1455173"/>
                  </a:lnTo>
                  <a:lnTo>
                    <a:pt x="467716" y="1450664"/>
                  </a:lnTo>
                  <a:lnTo>
                    <a:pt x="447946" y="1435750"/>
                  </a:lnTo>
                  <a:lnTo>
                    <a:pt x="426962" y="1425691"/>
                  </a:lnTo>
                  <a:lnTo>
                    <a:pt x="404590" y="1421876"/>
                  </a:lnTo>
                  <a:lnTo>
                    <a:pt x="381179" y="1425171"/>
                  </a:lnTo>
                  <a:lnTo>
                    <a:pt x="333488" y="1423090"/>
                  </a:lnTo>
                  <a:lnTo>
                    <a:pt x="321349" y="1379041"/>
                  </a:lnTo>
                  <a:lnTo>
                    <a:pt x="330713" y="1357537"/>
                  </a:lnTo>
                  <a:lnTo>
                    <a:pt x="331233" y="1334992"/>
                  </a:lnTo>
                  <a:lnTo>
                    <a:pt x="320828" y="1322853"/>
                  </a:lnTo>
                  <a:lnTo>
                    <a:pt x="308862" y="1315396"/>
                  </a:lnTo>
                  <a:lnTo>
                    <a:pt x="306261" y="1307245"/>
                  </a:lnTo>
                  <a:lnTo>
                    <a:pt x="301925" y="1298400"/>
                  </a:lnTo>
                  <a:lnTo>
                    <a:pt x="284757" y="1286261"/>
                  </a:lnTo>
                  <a:lnTo>
                    <a:pt x="274351" y="1266664"/>
                  </a:lnTo>
                  <a:lnTo>
                    <a:pt x="259611" y="1250710"/>
                  </a:lnTo>
                  <a:lnTo>
                    <a:pt x="239667" y="1243946"/>
                  </a:lnTo>
                  <a:lnTo>
                    <a:pt x="217816" y="1244120"/>
                  </a:lnTo>
                  <a:lnTo>
                    <a:pt x="195619" y="1242385"/>
                  </a:lnTo>
                  <a:lnTo>
                    <a:pt x="183132" y="1233888"/>
                  </a:lnTo>
                  <a:lnTo>
                    <a:pt x="172900" y="1225390"/>
                  </a:lnTo>
                  <a:lnTo>
                    <a:pt x="149489" y="1223483"/>
                  </a:lnTo>
                  <a:lnTo>
                    <a:pt x="143245" y="1221402"/>
                  </a:lnTo>
                  <a:lnTo>
                    <a:pt x="137002" y="1218627"/>
                  </a:lnTo>
                  <a:lnTo>
                    <a:pt x="133881" y="1210823"/>
                  </a:lnTo>
                  <a:lnTo>
                    <a:pt x="133187" y="1203192"/>
                  </a:lnTo>
                  <a:lnTo>
                    <a:pt x="126077" y="1197123"/>
                  </a:lnTo>
                  <a:lnTo>
                    <a:pt x="118793" y="1191747"/>
                  </a:lnTo>
                  <a:lnTo>
                    <a:pt x="103185" y="1182555"/>
                  </a:lnTo>
                  <a:lnTo>
                    <a:pt x="96942" y="1161398"/>
                  </a:lnTo>
                  <a:lnTo>
                    <a:pt x="100584" y="1100527"/>
                  </a:lnTo>
                  <a:lnTo>
                    <a:pt x="68848" y="1046420"/>
                  </a:lnTo>
                  <a:lnTo>
                    <a:pt x="87577" y="1037229"/>
                  </a:lnTo>
                  <a:lnTo>
                    <a:pt x="107001" y="1030639"/>
                  </a:lnTo>
                  <a:lnTo>
                    <a:pt x="118967" y="1007227"/>
                  </a:lnTo>
                  <a:lnTo>
                    <a:pt x="125383" y="982601"/>
                  </a:lnTo>
                  <a:lnTo>
                    <a:pt x="131453" y="971849"/>
                  </a:lnTo>
                  <a:lnTo>
                    <a:pt x="138910" y="962831"/>
                  </a:lnTo>
                  <a:lnTo>
                    <a:pt x="140644" y="947050"/>
                  </a:lnTo>
                  <a:lnTo>
                    <a:pt x="140471" y="933870"/>
                  </a:lnTo>
                  <a:lnTo>
                    <a:pt x="136135" y="908030"/>
                  </a:lnTo>
                  <a:lnTo>
                    <a:pt x="154865" y="891902"/>
                  </a:lnTo>
                  <a:lnTo>
                    <a:pt x="173421" y="895371"/>
                  </a:lnTo>
                  <a:lnTo>
                    <a:pt x="189896" y="896411"/>
                  </a:lnTo>
                  <a:lnTo>
                    <a:pt x="181051" y="846466"/>
                  </a:lnTo>
                  <a:lnTo>
                    <a:pt x="163536" y="833459"/>
                  </a:lnTo>
                  <a:lnTo>
                    <a:pt x="123996" y="842998"/>
                  </a:lnTo>
                  <a:lnTo>
                    <a:pt x="108908" y="835887"/>
                  </a:lnTo>
                  <a:lnTo>
                    <a:pt x="87057" y="817505"/>
                  </a:lnTo>
                  <a:lnTo>
                    <a:pt x="68328" y="811435"/>
                  </a:lnTo>
                  <a:lnTo>
                    <a:pt x="37285" y="818719"/>
                  </a:lnTo>
                  <a:lnTo>
                    <a:pt x="32603" y="773109"/>
                  </a:lnTo>
                  <a:lnTo>
                    <a:pt x="49772" y="758369"/>
                  </a:lnTo>
                  <a:lnTo>
                    <a:pt x="60871" y="736170"/>
                  </a:lnTo>
                  <a:lnTo>
                    <a:pt x="52373" y="720910"/>
                  </a:lnTo>
                  <a:lnTo>
                    <a:pt x="47517" y="704261"/>
                  </a:lnTo>
                  <a:lnTo>
                    <a:pt x="52200" y="681196"/>
                  </a:lnTo>
                  <a:lnTo>
                    <a:pt x="55321" y="628823"/>
                  </a:lnTo>
                  <a:lnTo>
                    <a:pt x="62952" y="606799"/>
                  </a:lnTo>
                  <a:lnTo>
                    <a:pt x="76999" y="593098"/>
                  </a:lnTo>
                  <a:lnTo>
                    <a:pt x="39020" y="537951"/>
                  </a:lnTo>
                  <a:lnTo>
                    <a:pt x="8671" y="532748"/>
                  </a:lnTo>
                  <a:lnTo>
                    <a:pt x="0" y="510724"/>
                  </a:lnTo>
                  <a:lnTo>
                    <a:pt x="11446" y="505348"/>
                  </a:lnTo>
                  <a:lnTo>
                    <a:pt x="22891" y="503267"/>
                  </a:lnTo>
                  <a:lnTo>
                    <a:pt x="34164" y="491301"/>
                  </a:lnTo>
                  <a:lnTo>
                    <a:pt x="51679" y="467889"/>
                  </a:lnTo>
                  <a:lnTo>
                    <a:pt x="56015" y="458004"/>
                  </a:lnTo>
                  <a:lnTo>
                    <a:pt x="55495" y="448986"/>
                  </a:lnTo>
                  <a:lnTo>
                    <a:pt x="57576" y="437540"/>
                  </a:lnTo>
                  <a:lnTo>
                    <a:pt x="81681" y="421239"/>
                  </a:lnTo>
                  <a:lnTo>
                    <a:pt x="108735" y="408405"/>
                  </a:lnTo>
                  <a:lnTo>
                    <a:pt x="125556" y="383260"/>
                  </a:lnTo>
                  <a:lnTo>
                    <a:pt x="155038" y="396093"/>
                  </a:lnTo>
                  <a:lnTo>
                    <a:pt x="210012" y="404764"/>
                  </a:lnTo>
                  <a:lnTo>
                    <a:pt x="198740" y="383086"/>
                  </a:lnTo>
                  <a:lnTo>
                    <a:pt x="183999" y="364010"/>
                  </a:lnTo>
                  <a:lnTo>
                    <a:pt x="189202" y="344240"/>
                  </a:lnTo>
                  <a:lnTo>
                    <a:pt x="198914" y="323083"/>
                  </a:lnTo>
                  <a:lnTo>
                    <a:pt x="208278" y="307128"/>
                  </a:lnTo>
                  <a:lnTo>
                    <a:pt x="220764" y="315279"/>
                  </a:lnTo>
                  <a:lnTo>
                    <a:pt x="236199" y="313891"/>
                  </a:lnTo>
                  <a:lnTo>
                    <a:pt x="248859" y="296722"/>
                  </a:lnTo>
                  <a:lnTo>
                    <a:pt x="262039" y="288225"/>
                  </a:lnTo>
                  <a:lnTo>
                    <a:pt x="274525" y="296376"/>
                  </a:lnTo>
                  <a:lnTo>
                    <a:pt x="298457" y="304873"/>
                  </a:lnTo>
                  <a:lnTo>
                    <a:pt x="320828" y="306608"/>
                  </a:lnTo>
                  <a:lnTo>
                    <a:pt x="326204" y="290653"/>
                  </a:lnTo>
                  <a:lnTo>
                    <a:pt x="330020" y="275565"/>
                  </a:lnTo>
                  <a:lnTo>
                    <a:pt x="338170" y="262732"/>
                  </a:lnTo>
                  <a:lnTo>
                    <a:pt x="348229" y="252674"/>
                  </a:lnTo>
                  <a:lnTo>
                    <a:pt x="358287" y="263946"/>
                  </a:lnTo>
                  <a:lnTo>
                    <a:pt x="371120" y="273137"/>
                  </a:lnTo>
                  <a:lnTo>
                    <a:pt x="389329" y="288919"/>
                  </a:lnTo>
                  <a:lnTo>
                    <a:pt x="400775" y="312330"/>
                  </a:lnTo>
                  <a:lnTo>
                    <a:pt x="428349" y="321348"/>
                  </a:lnTo>
                  <a:lnTo>
                    <a:pt x="493208" y="294121"/>
                  </a:lnTo>
                  <a:lnTo>
                    <a:pt x="504654" y="256142"/>
                  </a:lnTo>
                  <a:lnTo>
                    <a:pt x="494422" y="246777"/>
                  </a:lnTo>
                  <a:lnTo>
                    <a:pt x="489046" y="237239"/>
                  </a:lnTo>
                  <a:lnTo>
                    <a:pt x="498931" y="219204"/>
                  </a:lnTo>
                  <a:lnTo>
                    <a:pt x="507082" y="200994"/>
                  </a:lnTo>
                  <a:lnTo>
                    <a:pt x="524077" y="176542"/>
                  </a:lnTo>
                  <a:lnTo>
                    <a:pt x="548009" y="159547"/>
                  </a:lnTo>
                  <a:lnTo>
                    <a:pt x="554773" y="147234"/>
                  </a:lnTo>
                  <a:lnTo>
                    <a:pt x="564311" y="139257"/>
                  </a:lnTo>
                  <a:lnTo>
                    <a:pt x="580265" y="134227"/>
                  </a:lnTo>
                  <a:lnTo>
                    <a:pt x="593099" y="121741"/>
                  </a:lnTo>
                  <a:lnTo>
                    <a:pt x="612869" y="105266"/>
                  </a:lnTo>
                  <a:lnTo>
                    <a:pt x="630731" y="86363"/>
                  </a:lnTo>
                  <a:lnTo>
                    <a:pt x="638188" y="81508"/>
                  </a:lnTo>
                  <a:lnTo>
                    <a:pt x="647379" y="85149"/>
                  </a:lnTo>
                  <a:lnTo>
                    <a:pt x="657785" y="79080"/>
                  </a:lnTo>
                  <a:lnTo>
                    <a:pt x="667149" y="68327"/>
                  </a:lnTo>
                  <a:lnTo>
                    <a:pt x="686919" y="78906"/>
                  </a:lnTo>
                  <a:lnTo>
                    <a:pt x="705995" y="86884"/>
                  </a:lnTo>
                  <a:lnTo>
                    <a:pt x="729060" y="91913"/>
                  </a:lnTo>
                  <a:lnTo>
                    <a:pt x="748830" y="93820"/>
                  </a:lnTo>
                  <a:lnTo>
                    <a:pt x="753339" y="73183"/>
                  </a:lnTo>
                  <a:lnTo>
                    <a:pt x="755767" y="50985"/>
                  </a:lnTo>
                  <a:lnTo>
                    <a:pt x="750565" y="27053"/>
                  </a:lnTo>
                  <a:lnTo>
                    <a:pt x="764612" y="9885"/>
                  </a:lnTo>
                  <a:lnTo>
                    <a:pt x="785596" y="0"/>
                  </a:lnTo>
                  <a:close/>
                  <a:moveTo>
                    <a:pt x="699926" y="1044513"/>
                  </a:moveTo>
                  <a:lnTo>
                    <a:pt x="658999" y="1047114"/>
                  </a:lnTo>
                  <a:lnTo>
                    <a:pt x="609747" y="1053704"/>
                  </a:lnTo>
                  <a:lnTo>
                    <a:pt x="573329" y="1083879"/>
                  </a:lnTo>
                  <a:lnTo>
                    <a:pt x="578184" y="1127408"/>
                  </a:lnTo>
                  <a:lnTo>
                    <a:pt x="564831" y="1141975"/>
                  </a:lnTo>
                  <a:lnTo>
                    <a:pt x="556507" y="1160704"/>
                  </a:lnTo>
                  <a:lnTo>
                    <a:pt x="563791" y="1161918"/>
                  </a:lnTo>
                  <a:lnTo>
                    <a:pt x="570554" y="1164520"/>
                  </a:lnTo>
                  <a:lnTo>
                    <a:pt x="569167" y="1174058"/>
                  </a:lnTo>
                  <a:lnTo>
                    <a:pt x="565872" y="1183076"/>
                  </a:lnTo>
                  <a:lnTo>
                    <a:pt x="553385" y="1185157"/>
                  </a:lnTo>
                  <a:lnTo>
                    <a:pt x="541766" y="1185157"/>
                  </a:lnTo>
                  <a:lnTo>
                    <a:pt x="531014" y="1200071"/>
                  </a:lnTo>
                  <a:lnTo>
                    <a:pt x="535696" y="1217760"/>
                  </a:lnTo>
                  <a:lnTo>
                    <a:pt x="547663" y="1222442"/>
                  </a:lnTo>
                  <a:lnTo>
                    <a:pt x="558935" y="1233541"/>
                  </a:lnTo>
                  <a:lnTo>
                    <a:pt x="568126" y="1251403"/>
                  </a:lnTo>
                  <a:lnTo>
                    <a:pt x="581826" y="1262502"/>
                  </a:lnTo>
                  <a:lnTo>
                    <a:pt x="591364" y="1268745"/>
                  </a:lnTo>
                  <a:lnTo>
                    <a:pt x="598475" y="1274642"/>
                  </a:lnTo>
                  <a:lnTo>
                    <a:pt x="604371" y="1269613"/>
                  </a:lnTo>
                  <a:lnTo>
                    <a:pt x="615470" y="1250363"/>
                  </a:lnTo>
                  <a:lnTo>
                    <a:pt x="626569" y="1241692"/>
                  </a:lnTo>
                  <a:lnTo>
                    <a:pt x="651541" y="1244293"/>
                  </a:lnTo>
                  <a:lnTo>
                    <a:pt x="696284" y="1255912"/>
                  </a:lnTo>
                  <a:lnTo>
                    <a:pt x="713626" y="1245507"/>
                  </a:lnTo>
                  <a:lnTo>
                    <a:pt x="715881" y="1236489"/>
                  </a:lnTo>
                  <a:lnTo>
                    <a:pt x="715881" y="1230246"/>
                  </a:lnTo>
                  <a:lnTo>
                    <a:pt x="723164" y="1211170"/>
                  </a:lnTo>
                  <a:lnTo>
                    <a:pt x="724205" y="1203019"/>
                  </a:lnTo>
                  <a:lnTo>
                    <a:pt x="723858" y="1196776"/>
                  </a:lnTo>
                  <a:lnTo>
                    <a:pt x="731142" y="1196082"/>
                  </a:lnTo>
                  <a:lnTo>
                    <a:pt x="737038" y="1197816"/>
                  </a:lnTo>
                  <a:lnTo>
                    <a:pt x="749177" y="1185330"/>
                  </a:lnTo>
                  <a:lnTo>
                    <a:pt x="753339" y="1170243"/>
                  </a:lnTo>
                  <a:lnTo>
                    <a:pt x="752993" y="1154114"/>
                  </a:lnTo>
                  <a:lnTo>
                    <a:pt x="751432" y="1139027"/>
                  </a:lnTo>
                  <a:lnTo>
                    <a:pt x="743107" y="1131917"/>
                  </a:lnTo>
                  <a:lnTo>
                    <a:pt x="736864" y="1122552"/>
                  </a:lnTo>
                  <a:lnTo>
                    <a:pt x="736691" y="1098446"/>
                  </a:lnTo>
                  <a:lnTo>
                    <a:pt x="740506" y="1092030"/>
                  </a:lnTo>
                  <a:lnTo>
                    <a:pt x="740853" y="1084399"/>
                  </a:lnTo>
                  <a:lnTo>
                    <a:pt x="730968" y="1067231"/>
                  </a:lnTo>
                  <a:lnTo>
                    <a:pt x="699926" y="10445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8100000" scaled="1"/>
              <a:tileRect/>
            </a:gradFill>
            <a:ln w="17327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 dirty="0"/>
            </a:p>
          </p:txBody>
        </p:sp>
        <p:sp>
          <p:nvSpPr>
            <p:cNvPr id="88" name="Freeform: Shape 23">
              <a:extLst>
                <a:ext uri="{FF2B5EF4-FFF2-40B4-BE49-F238E27FC236}">
                  <a16:creationId xmlns:a16="http://schemas.microsoft.com/office/drawing/2014/main" id="{7093FF77-B2DF-45CA-539D-E1971CE87FFB}"/>
                </a:ext>
              </a:extLst>
            </p:cNvPr>
            <p:cNvSpPr/>
            <p:nvPr/>
          </p:nvSpPr>
          <p:spPr>
            <a:xfrm>
              <a:off x="2455120" y="3142619"/>
              <a:ext cx="312157" cy="260131"/>
            </a:xfrm>
            <a:custGeom>
              <a:avLst/>
              <a:gdLst>
                <a:gd name="connsiteX0" fmla="*/ 264813 w 312157"/>
                <a:gd name="connsiteY0" fmla="*/ 123996 h 260131"/>
                <a:gd name="connsiteX1" fmla="*/ 289786 w 312157"/>
                <a:gd name="connsiteY1" fmla="*/ 118446 h 260131"/>
                <a:gd name="connsiteX2" fmla="*/ 298804 w 312157"/>
                <a:gd name="connsiteY2" fmla="*/ 105266 h 260131"/>
                <a:gd name="connsiteX3" fmla="*/ 309729 w 312157"/>
                <a:gd name="connsiteY3" fmla="*/ 108041 h 260131"/>
                <a:gd name="connsiteX4" fmla="*/ 308342 w 312157"/>
                <a:gd name="connsiteY4" fmla="*/ 118967 h 260131"/>
                <a:gd name="connsiteX5" fmla="*/ 317880 w 312157"/>
                <a:gd name="connsiteY5" fmla="*/ 123822 h 260131"/>
                <a:gd name="connsiteX6" fmla="*/ 319267 w 312157"/>
                <a:gd name="connsiteY6" fmla="*/ 140991 h 260131"/>
                <a:gd name="connsiteX7" fmla="*/ 327245 w 312157"/>
                <a:gd name="connsiteY7" fmla="*/ 166657 h 260131"/>
                <a:gd name="connsiteX8" fmla="*/ 323430 w 312157"/>
                <a:gd name="connsiteY8" fmla="*/ 189202 h 260131"/>
                <a:gd name="connsiteX9" fmla="*/ 313371 w 312157"/>
                <a:gd name="connsiteY9" fmla="*/ 205504 h 260131"/>
                <a:gd name="connsiteX10" fmla="*/ 302099 w 312157"/>
                <a:gd name="connsiteY10" fmla="*/ 247124 h 260131"/>
                <a:gd name="connsiteX11" fmla="*/ 281809 w 312157"/>
                <a:gd name="connsiteY11" fmla="*/ 263426 h 260131"/>
                <a:gd name="connsiteX12" fmla="*/ 270710 w 312157"/>
                <a:gd name="connsiteY12" fmla="*/ 267241 h 260131"/>
                <a:gd name="connsiteX13" fmla="*/ 253368 w 312157"/>
                <a:gd name="connsiteY13" fmla="*/ 257183 h 260131"/>
                <a:gd name="connsiteX14" fmla="*/ 228222 w 312157"/>
                <a:gd name="connsiteY14" fmla="*/ 244523 h 260131"/>
                <a:gd name="connsiteX15" fmla="*/ 217990 w 312157"/>
                <a:gd name="connsiteY15" fmla="*/ 225794 h 260131"/>
                <a:gd name="connsiteX16" fmla="*/ 210879 w 312157"/>
                <a:gd name="connsiteY16" fmla="*/ 191803 h 260131"/>
                <a:gd name="connsiteX17" fmla="*/ 198740 w 312157"/>
                <a:gd name="connsiteY17" fmla="*/ 169085 h 260131"/>
                <a:gd name="connsiteX18" fmla="*/ 192670 w 312157"/>
                <a:gd name="connsiteY18" fmla="*/ 142725 h 260131"/>
                <a:gd name="connsiteX19" fmla="*/ 208105 w 312157"/>
                <a:gd name="connsiteY19" fmla="*/ 78386 h 260131"/>
                <a:gd name="connsiteX20" fmla="*/ 211226 w 312157"/>
                <a:gd name="connsiteY20" fmla="*/ 70929 h 260131"/>
                <a:gd name="connsiteX21" fmla="*/ 209145 w 312157"/>
                <a:gd name="connsiteY21" fmla="*/ 64513 h 260131"/>
                <a:gd name="connsiteX22" fmla="*/ 70582 w 312157"/>
                <a:gd name="connsiteY22" fmla="*/ 102492 h 260131"/>
                <a:gd name="connsiteX23" fmla="*/ 0 w 312157"/>
                <a:gd name="connsiteY23" fmla="*/ 88618 h 260131"/>
                <a:gd name="connsiteX24" fmla="*/ 7110 w 312157"/>
                <a:gd name="connsiteY24" fmla="*/ 68501 h 260131"/>
                <a:gd name="connsiteX25" fmla="*/ 18903 w 312157"/>
                <a:gd name="connsiteY25" fmla="*/ 57229 h 260131"/>
                <a:gd name="connsiteX26" fmla="*/ 117753 w 312157"/>
                <a:gd name="connsiteY26" fmla="*/ 11619 h 260131"/>
                <a:gd name="connsiteX27" fmla="*/ 174635 w 312157"/>
                <a:gd name="connsiteY27" fmla="*/ 0 h 260131"/>
                <a:gd name="connsiteX28" fmla="*/ 233598 w 312157"/>
                <a:gd name="connsiteY28" fmla="*/ 3815 h 260131"/>
                <a:gd name="connsiteX29" fmla="*/ 233077 w 312157"/>
                <a:gd name="connsiteY29" fmla="*/ 14220 h 260131"/>
                <a:gd name="connsiteX30" fmla="*/ 229089 w 312157"/>
                <a:gd name="connsiteY30" fmla="*/ 23238 h 260131"/>
                <a:gd name="connsiteX31" fmla="*/ 227528 w 312157"/>
                <a:gd name="connsiteY31" fmla="*/ 30696 h 260131"/>
                <a:gd name="connsiteX32" fmla="*/ 230129 w 312157"/>
                <a:gd name="connsiteY32" fmla="*/ 36765 h 260131"/>
                <a:gd name="connsiteX33" fmla="*/ 230649 w 312157"/>
                <a:gd name="connsiteY33" fmla="*/ 41621 h 260131"/>
                <a:gd name="connsiteX34" fmla="*/ 231517 w 312157"/>
                <a:gd name="connsiteY34" fmla="*/ 46650 h 260131"/>
                <a:gd name="connsiteX35" fmla="*/ 230129 w 312157"/>
                <a:gd name="connsiteY35" fmla="*/ 56535 h 260131"/>
                <a:gd name="connsiteX36" fmla="*/ 226834 w 312157"/>
                <a:gd name="connsiteY36" fmla="*/ 66073 h 260131"/>
                <a:gd name="connsiteX37" fmla="*/ 225100 w 312157"/>
                <a:gd name="connsiteY37" fmla="*/ 73357 h 260131"/>
                <a:gd name="connsiteX38" fmla="*/ 227701 w 312157"/>
                <a:gd name="connsiteY38" fmla="*/ 80467 h 260131"/>
                <a:gd name="connsiteX39" fmla="*/ 233251 w 312157"/>
                <a:gd name="connsiteY39" fmla="*/ 86537 h 260131"/>
                <a:gd name="connsiteX40" fmla="*/ 240014 w 312157"/>
                <a:gd name="connsiteY40" fmla="*/ 89658 h 260131"/>
                <a:gd name="connsiteX41" fmla="*/ 244523 w 312157"/>
                <a:gd name="connsiteY41" fmla="*/ 100584 h 260131"/>
                <a:gd name="connsiteX42" fmla="*/ 241575 w 312157"/>
                <a:gd name="connsiteY42" fmla="*/ 117406 h 26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2157" h="260131">
                  <a:moveTo>
                    <a:pt x="264813" y="123996"/>
                  </a:moveTo>
                  <a:lnTo>
                    <a:pt x="289786" y="118446"/>
                  </a:lnTo>
                  <a:lnTo>
                    <a:pt x="298804" y="105266"/>
                  </a:lnTo>
                  <a:lnTo>
                    <a:pt x="309729" y="108041"/>
                  </a:lnTo>
                  <a:lnTo>
                    <a:pt x="308342" y="118967"/>
                  </a:lnTo>
                  <a:lnTo>
                    <a:pt x="317880" y="123822"/>
                  </a:lnTo>
                  <a:lnTo>
                    <a:pt x="319267" y="140991"/>
                  </a:lnTo>
                  <a:lnTo>
                    <a:pt x="327245" y="166657"/>
                  </a:lnTo>
                  <a:lnTo>
                    <a:pt x="323430" y="189202"/>
                  </a:lnTo>
                  <a:lnTo>
                    <a:pt x="313371" y="205504"/>
                  </a:lnTo>
                  <a:lnTo>
                    <a:pt x="302099" y="247124"/>
                  </a:lnTo>
                  <a:lnTo>
                    <a:pt x="281809" y="263426"/>
                  </a:lnTo>
                  <a:lnTo>
                    <a:pt x="270710" y="267241"/>
                  </a:lnTo>
                  <a:lnTo>
                    <a:pt x="253368" y="257183"/>
                  </a:lnTo>
                  <a:lnTo>
                    <a:pt x="228222" y="244523"/>
                  </a:lnTo>
                  <a:lnTo>
                    <a:pt x="217990" y="225794"/>
                  </a:lnTo>
                  <a:lnTo>
                    <a:pt x="210879" y="191803"/>
                  </a:lnTo>
                  <a:lnTo>
                    <a:pt x="198740" y="169085"/>
                  </a:lnTo>
                  <a:lnTo>
                    <a:pt x="192670" y="142725"/>
                  </a:lnTo>
                  <a:lnTo>
                    <a:pt x="208105" y="78386"/>
                  </a:lnTo>
                  <a:lnTo>
                    <a:pt x="211226" y="70929"/>
                  </a:lnTo>
                  <a:lnTo>
                    <a:pt x="209145" y="64513"/>
                  </a:lnTo>
                  <a:lnTo>
                    <a:pt x="70582" y="102492"/>
                  </a:lnTo>
                  <a:lnTo>
                    <a:pt x="0" y="88618"/>
                  </a:lnTo>
                  <a:lnTo>
                    <a:pt x="7110" y="68501"/>
                  </a:lnTo>
                  <a:lnTo>
                    <a:pt x="18903" y="57229"/>
                  </a:lnTo>
                  <a:lnTo>
                    <a:pt x="117753" y="11619"/>
                  </a:lnTo>
                  <a:lnTo>
                    <a:pt x="174635" y="0"/>
                  </a:lnTo>
                  <a:lnTo>
                    <a:pt x="233598" y="3815"/>
                  </a:lnTo>
                  <a:lnTo>
                    <a:pt x="233077" y="14220"/>
                  </a:lnTo>
                  <a:lnTo>
                    <a:pt x="229089" y="23238"/>
                  </a:lnTo>
                  <a:lnTo>
                    <a:pt x="227528" y="30696"/>
                  </a:lnTo>
                  <a:lnTo>
                    <a:pt x="230129" y="36765"/>
                  </a:lnTo>
                  <a:lnTo>
                    <a:pt x="230649" y="41621"/>
                  </a:lnTo>
                  <a:lnTo>
                    <a:pt x="231517" y="46650"/>
                  </a:lnTo>
                  <a:lnTo>
                    <a:pt x="230129" y="56535"/>
                  </a:lnTo>
                  <a:lnTo>
                    <a:pt x="226834" y="66073"/>
                  </a:lnTo>
                  <a:lnTo>
                    <a:pt x="225100" y="73357"/>
                  </a:lnTo>
                  <a:lnTo>
                    <a:pt x="227701" y="80467"/>
                  </a:lnTo>
                  <a:lnTo>
                    <a:pt x="233251" y="86537"/>
                  </a:lnTo>
                  <a:lnTo>
                    <a:pt x="240014" y="89658"/>
                  </a:lnTo>
                  <a:lnTo>
                    <a:pt x="244523" y="100584"/>
                  </a:lnTo>
                  <a:lnTo>
                    <a:pt x="241575" y="117406"/>
                  </a:lnTo>
                  <a:close/>
                </a:path>
              </a:pathLst>
            </a:custGeom>
            <a:grpFill/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9" name="Freeform: Shape 24">
              <a:extLst>
                <a:ext uri="{FF2B5EF4-FFF2-40B4-BE49-F238E27FC236}">
                  <a16:creationId xmlns:a16="http://schemas.microsoft.com/office/drawing/2014/main" id="{4088F773-ABC3-F679-73C6-CDA8E7252652}"/>
                </a:ext>
              </a:extLst>
            </p:cNvPr>
            <p:cNvSpPr/>
            <p:nvPr/>
          </p:nvSpPr>
          <p:spPr>
            <a:xfrm>
              <a:off x="1733864" y="2651665"/>
              <a:ext cx="1144576" cy="1023182"/>
            </a:xfrm>
            <a:custGeom>
              <a:avLst/>
              <a:gdLst>
                <a:gd name="connsiteX0" fmla="*/ 220591 w 1144576"/>
                <a:gd name="connsiteY0" fmla="*/ 594313 h 1023181"/>
                <a:gd name="connsiteX1" fmla="*/ 214695 w 1144576"/>
                <a:gd name="connsiteY1" fmla="*/ 576450 h 1023181"/>
                <a:gd name="connsiteX2" fmla="*/ 212614 w 1144576"/>
                <a:gd name="connsiteY2" fmla="*/ 567259 h 1023181"/>
                <a:gd name="connsiteX3" fmla="*/ 213307 w 1144576"/>
                <a:gd name="connsiteY3" fmla="*/ 562403 h 1023181"/>
                <a:gd name="connsiteX4" fmla="*/ 214175 w 1144576"/>
                <a:gd name="connsiteY4" fmla="*/ 556334 h 1023181"/>
                <a:gd name="connsiteX5" fmla="*/ 203249 w 1144576"/>
                <a:gd name="connsiteY5" fmla="*/ 550264 h 1023181"/>
                <a:gd name="connsiteX6" fmla="*/ 197873 w 1144576"/>
                <a:gd name="connsiteY6" fmla="*/ 549223 h 1023181"/>
                <a:gd name="connsiteX7" fmla="*/ 197873 w 1144576"/>
                <a:gd name="connsiteY7" fmla="*/ 543327 h 1023181"/>
                <a:gd name="connsiteX8" fmla="*/ 214175 w 1144576"/>
                <a:gd name="connsiteY8" fmla="*/ 543327 h 1023181"/>
                <a:gd name="connsiteX9" fmla="*/ 207238 w 1144576"/>
                <a:gd name="connsiteY9" fmla="*/ 531361 h 1023181"/>
                <a:gd name="connsiteX10" fmla="*/ 198393 w 1144576"/>
                <a:gd name="connsiteY10" fmla="*/ 526158 h 1023181"/>
                <a:gd name="connsiteX11" fmla="*/ 194405 w 1144576"/>
                <a:gd name="connsiteY11" fmla="*/ 519221 h 1023181"/>
                <a:gd name="connsiteX12" fmla="*/ 197873 w 1144576"/>
                <a:gd name="connsiteY12" fmla="*/ 511418 h 1023181"/>
                <a:gd name="connsiteX13" fmla="*/ 195792 w 1144576"/>
                <a:gd name="connsiteY13" fmla="*/ 502053 h 1023181"/>
                <a:gd name="connsiteX14" fmla="*/ 182785 w 1144576"/>
                <a:gd name="connsiteY14" fmla="*/ 472398 h 1023181"/>
                <a:gd name="connsiteX15" fmla="*/ 182092 w 1144576"/>
                <a:gd name="connsiteY15" fmla="*/ 465808 h 1023181"/>
                <a:gd name="connsiteX16" fmla="*/ 187988 w 1144576"/>
                <a:gd name="connsiteY16" fmla="*/ 461126 h 1023181"/>
                <a:gd name="connsiteX17" fmla="*/ 191283 w 1144576"/>
                <a:gd name="connsiteY17" fmla="*/ 454015 h 1023181"/>
                <a:gd name="connsiteX18" fmla="*/ 189896 w 1144576"/>
                <a:gd name="connsiteY18" fmla="*/ 448119 h 1023181"/>
                <a:gd name="connsiteX19" fmla="*/ 179664 w 1144576"/>
                <a:gd name="connsiteY19" fmla="*/ 431644 h 1023181"/>
                <a:gd name="connsiteX20" fmla="*/ 164923 w 1144576"/>
                <a:gd name="connsiteY20" fmla="*/ 436500 h 1023181"/>
                <a:gd name="connsiteX21" fmla="*/ 151223 w 1144576"/>
                <a:gd name="connsiteY21" fmla="*/ 449333 h 1023181"/>
                <a:gd name="connsiteX22" fmla="*/ 144459 w 1144576"/>
                <a:gd name="connsiteY22" fmla="*/ 458177 h 1023181"/>
                <a:gd name="connsiteX23" fmla="*/ 152437 w 1144576"/>
                <a:gd name="connsiteY23" fmla="*/ 485058 h 1023181"/>
                <a:gd name="connsiteX24" fmla="*/ 156079 w 1144576"/>
                <a:gd name="connsiteY24" fmla="*/ 506388 h 1023181"/>
                <a:gd name="connsiteX25" fmla="*/ 159027 w 1144576"/>
                <a:gd name="connsiteY25" fmla="*/ 541593 h 1023181"/>
                <a:gd name="connsiteX26" fmla="*/ 154865 w 1144576"/>
                <a:gd name="connsiteY26" fmla="*/ 564658 h 1023181"/>
                <a:gd name="connsiteX27" fmla="*/ 163015 w 1144576"/>
                <a:gd name="connsiteY27" fmla="*/ 560322 h 1023181"/>
                <a:gd name="connsiteX28" fmla="*/ 166657 w 1144576"/>
                <a:gd name="connsiteY28" fmla="*/ 568993 h 1023181"/>
                <a:gd name="connsiteX29" fmla="*/ 177236 w 1144576"/>
                <a:gd name="connsiteY29" fmla="*/ 556507 h 1023181"/>
                <a:gd name="connsiteX30" fmla="*/ 182612 w 1144576"/>
                <a:gd name="connsiteY30" fmla="*/ 562403 h 1023181"/>
                <a:gd name="connsiteX31" fmla="*/ 168565 w 1144576"/>
                <a:gd name="connsiteY31" fmla="*/ 581826 h 1023181"/>
                <a:gd name="connsiteX32" fmla="*/ 166137 w 1144576"/>
                <a:gd name="connsiteY32" fmla="*/ 596220 h 1023181"/>
                <a:gd name="connsiteX33" fmla="*/ 174808 w 1144576"/>
                <a:gd name="connsiteY33" fmla="*/ 600382 h 1023181"/>
                <a:gd name="connsiteX34" fmla="*/ 193191 w 1144576"/>
                <a:gd name="connsiteY34" fmla="*/ 588763 h 1023181"/>
                <a:gd name="connsiteX35" fmla="*/ 190069 w 1144576"/>
                <a:gd name="connsiteY35" fmla="*/ 597261 h 1023181"/>
                <a:gd name="connsiteX36" fmla="*/ 184173 w 1144576"/>
                <a:gd name="connsiteY36" fmla="*/ 602810 h 1023181"/>
                <a:gd name="connsiteX37" fmla="*/ 180358 w 1144576"/>
                <a:gd name="connsiteY37" fmla="*/ 608013 h 1023181"/>
                <a:gd name="connsiteX38" fmla="*/ 182439 w 1144576"/>
                <a:gd name="connsiteY38" fmla="*/ 622407 h 1023181"/>
                <a:gd name="connsiteX39" fmla="*/ 193538 w 1144576"/>
                <a:gd name="connsiteY39" fmla="*/ 624141 h 1023181"/>
                <a:gd name="connsiteX40" fmla="*/ 227875 w 1144576"/>
                <a:gd name="connsiteY40" fmla="*/ 622233 h 1023181"/>
                <a:gd name="connsiteX41" fmla="*/ 235332 w 1144576"/>
                <a:gd name="connsiteY41" fmla="*/ 625702 h 1023181"/>
                <a:gd name="connsiteX42" fmla="*/ 230996 w 1144576"/>
                <a:gd name="connsiteY42" fmla="*/ 610614 h 1023181"/>
                <a:gd name="connsiteX43" fmla="*/ 220591 w 1144576"/>
                <a:gd name="connsiteY43" fmla="*/ 594313 h 1023181"/>
                <a:gd name="connsiteX44" fmla="*/ 1136772 w 1144576"/>
                <a:gd name="connsiteY44" fmla="*/ 961271 h 1023181"/>
                <a:gd name="connsiteX45" fmla="*/ 1120991 w 1144576"/>
                <a:gd name="connsiteY45" fmla="*/ 933177 h 1023181"/>
                <a:gd name="connsiteX46" fmla="*/ 1114401 w 1144576"/>
                <a:gd name="connsiteY46" fmla="*/ 900400 h 1023181"/>
                <a:gd name="connsiteX47" fmla="*/ 1115442 w 1144576"/>
                <a:gd name="connsiteY47" fmla="*/ 867277 h 1023181"/>
                <a:gd name="connsiteX48" fmla="*/ 1107465 w 1144576"/>
                <a:gd name="connsiteY48" fmla="*/ 838836 h 1023181"/>
                <a:gd name="connsiteX49" fmla="*/ 1083706 w 1144576"/>
                <a:gd name="connsiteY49" fmla="*/ 824268 h 1023181"/>
                <a:gd name="connsiteX50" fmla="*/ 1060814 w 1144576"/>
                <a:gd name="connsiteY50" fmla="*/ 816811 h 1023181"/>
                <a:gd name="connsiteX51" fmla="*/ 1035842 w 1144576"/>
                <a:gd name="connsiteY51" fmla="*/ 822014 h 1023181"/>
                <a:gd name="connsiteX52" fmla="*/ 1033761 w 1144576"/>
                <a:gd name="connsiteY52" fmla="*/ 794787 h 1023181"/>
                <a:gd name="connsiteX53" fmla="*/ 1035148 w 1144576"/>
                <a:gd name="connsiteY53" fmla="*/ 768254 h 1023181"/>
                <a:gd name="connsiteX54" fmla="*/ 1044513 w 1144576"/>
                <a:gd name="connsiteY54" fmla="*/ 731142 h 1023181"/>
                <a:gd name="connsiteX55" fmla="*/ 1062028 w 1144576"/>
                <a:gd name="connsiteY55" fmla="*/ 699579 h 1023181"/>
                <a:gd name="connsiteX56" fmla="*/ 1069139 w 1144576"/>
                <a:gd name="connsiteY56" fmla="*/ 683451 h 1023181"/>
                <a:gd name="connsiteX57" fmla="*/ 1076942 w 1144576"/>
                <a:gd name="connsiteY57" fmla="*/ 669230 h 1023181"/>
                <a:gd name="connsiteX58" fmla="*/ 1089602 w 1144576"/>
                <a:gd name="connsiteY58" fmla="*/ 659692 h 1023181"/>
                <a:gd name="connsiteX59" fmla="*/ 1092550 w 1144576"/>
                <a:gd name="connsiteY59" fmla="*/ 643044 h 1023181"/>
                <a:gd name="connsiteX60" fmla="*/ 1082665 w 1144576"/>
                <a:gd name="connsiteY60" fmla="*/ 639749 h 1023181"/>
                <a:gd name="connsiteX61" fmla="*/ 1071913 w 1144576"/>
                <a:gd name="connsiteY61" fmla="*/ 634893 h 1023181"/>
                <a:gd name="connsiteX62" fmla="*/ 1058907 w 1144576"/>
                <a:gd name="connsiteY62" fmla="*/ 644431 h 1023181"/>
                <a:gd name="connsiteX63" fmla="*/ 1048675 w 1144576"/>
                <a:gd name="connsiteY63" fmla="*/ 658131 h 1023181"/>
                <a:gd name="connsiteX64" fmla="*/ 1044860 w 1144576"/>
                <a:gd name="connsiteY64" fmla="*/ 680676 h 1023181"/>
                <a:gd name="connsiteX65" fmla="*/ 1034628 w 1144576"/>
                <a:gd name="connsiteY65" fmla="*/ 696978 h 1023181"/>
                <a:gd name="connsiteX66" fmla="*/ 1023355 w 1144576"/>
                <a:gd name="connsiteY66" fmla="*/ 738599 h 1023181"/>
                <a:gd name="connsiteX67" fmla="*/ 1003065 w 1144576"/>
                <a:gd name="connsiteY67" fmla="*/ 754900 h 1023181"/>
                <a:gd name="connsiteX68" fmla="*/ 991966 w 1144576"/>
                <a:gd name="connsiteY68" fmla="*/ 758715 h 1023181"/>
                <a:gd name="connsiteX69" fmla="*/ 974624 w 1144576"/>
                <a:gd name="connsiteY69" fmla="*/ 748657 h 1023181"/>
                <a:gd name="connsiteX70" fmla="*/ 949305 w 1144576"/>
                <a:gd name="connsiteY70" fmla="*/ 735997 h 1023181"/>
                <a:gd name="connsiteX71" fmla="*/ 939073 w 1144576"/>
                <a:gd name="connsiteY71" fmla="*/ 717094 h 1023181"/>
                <a:gd name="connsiteX72" fmla="*/ 931963 w 1144576"/>
                <a:gd name="connsiteY72" fmla="*/ 683104 h 1023181"/>
                <a:gd name="connsiteX73" fmla="*/ 919823 w 1144576"/>
                <a:gd name="connsiteY73" fmla="*/ 660386 h 1023181"/>
                <a:gd name="connsiteX74" fmla="*/ 913754 w 1144576"/>
                <a:gd name="connsiteY74" fmla="*/ 634026 h 1023181"/>
                <a:gd name="connsiteX75" fmla="*/ 929361 w 1144576"/>
                <a:gd name="connsiteY75" fmla="*/ 569860 h 1023181"/>
                <a:gd name="connsiteX76" fmla="*/ 932483 w 1144576"/>
                <a:gd name="connsiteY76" fmla="*/ 562403 h 1023181"/>
                <a:gd name="connsiteX77" fmla="*/ 930402 w 1144576"/>
                <a:gd name="connsiteY77" fmla="*/ 556160 h 1023181"/>
                <a:gd name="connsiteX78" fmla="*/ 791839 w 1144576"/>
                <a:gd name="connsiteY78" fmla="*/ 594139 h 1023181"/>
                <a:gd name="connsiteX79" fmla="*/ 721257 w 1144576"/>
                <a:gd name="connsiteY79" fmla="*/ 580266 h 1023181"/>
                <a:gd name="connsiteX80" fmla="*/ 728367 w 1144576"/>
                <a:gd name="connsiteY80" fmla="*/ 560149 h 1023181"/>
                <a:gd name="connsiteX81" fmla="*/ 740159 w 1144576"/>
                <a:gd name="connsiteY81" fmla="*/ 548876 h 1023181"/>
                <a:gd name="connsiteX82" fmla="*/ 839009 w 1144576"/>
                <a:gd name="connsiteY82" fmla="*/ 503267 h 1023181"/>
                <a:gd name="connsiteX83" fmla="*/ 842651 w 1144576"/>
                <a:gd name="connsiteY83" fmla="*/ 473612 h 1023181"/>
                <a:gd name="connsiteX84" fmla="*/ 852363 w 1144576"/>
                <a:gd name="connsiteY84" fmla="*/ 445865 h 1023181"/>
                <a:gd name="connsiteX85" fmla="*/ 850975 w 1144576"/>
                <a:gd name="connsiteY85" fmla="*/ 429563 h 1023181"/>
                <a:gd name="connsiteX86" fmla="*/ 866063 w 1144576"/>
                <a:gd name="connsiteY86" fmla="*/ 396613 h 1023181"/>
                <a:gd name="connsiteX87" fmla="*/ 887567 w 1144576"/>
                <a:gd name="connsiteY87" fmla="*/ 365571 h 1023181"/>
                <a:gd name="connsiteX88" fmla="*/ 903869 w 1144576"/>
                <a:gd name="connsiteY88" fmla="*/ 337130 h 1023181"/>
                <a:gd name="connsiteX89" fmla="*/ 910285 w 1144576"/>
                <a:gd name="connsiteY89" fmla="*/ 330193 h 1023181"/>
                <a:gd name="connsiteX90" fmla="*/ 917569 w 1144576"/>
                <a:gd name="connsiteY90" fmla="*/ 331407 h 1023181"/>
                <a:gd name="connsiteX91" fmla="*/ 924853 w 1144576"/>
                <a:gd name="connsiteY91" fmla="*/ 329326 h 1023181"/>
                <a:gd name="connsiteX92" fmla="*/ 928841 w 1144576"/>
                <a:gd name="connsiteY92" fmla="*/ 321869 h 1023181"/>
                <a:gd name="connsiteX93" fmla="*/ 929882 w 1144576"/>
                <a:gd name="connsiteY93" fmla="*/ 313545 h 1023181"/>
                <a:gd name="connsiteX94" fmla="*/ 932310 w 1144576"/>
                <a:gd name="connsiteY94" fmla="*/ 302966 h 1023181"/>
                <a:gd name="connsiteX95" fmla="*/ 936125 w 1144576"/>
                <a:gd name="connsiteY95" fmla="*/ 292734 h 1023181"/>
                <a:gd name="connsiteX96" fmla="*/ 938033 w 1144576"/>
                <a:gd name="connsiteY96" fmla="*/ 281809 h 1023181"/>
                <a:gd name="connsiteX97" fmla="*/ 936298 w 1144576"/>
                <a:gd name="connsiteY97" fmla="*/ 270883 h 1023181"/>
                <a:gd name="connsiteX98" fmla="*/ 931096 w 1144576"/>
                <a:gd name="connsiteY98" fmla="*/ 261171 h 1023181"/>
                <a:gd name="connsiteX99" fmla="*/ 924679 w 1144576"/>
                <a:gd name="connsiteY99" fmla="*/ 255275 h 1023181"/>
                <a:gd name="connsiteX100" fmla="*/ 925546 w 1144576"/>
                <a:gd name="connsiteY100" fmla="*/ 235332 h 1023181"/>
                <a:gd name="connsiteX101" fmla="*/ 915314 w 1144576"/>
                <a:gd name="connsiteY101" fmla="*/ 228222 h 1023181"/>
                <a:gd name="connsiteX102" fmla="*/ 901961 w 1144576"/>
                <a:gd name="connsiteY102" fmla="*/ 201515 h 1023181"/>
                <a:gd name="connsiteX103" fmla="*/ 891556 w 1144576"/>
                <a:gd name="connsiteY103" fmla="*/ 195445 h 1023181"/>
                <a:gd name="connsiteX104" fmla="*/ 882365 w 1144576"/>
                <a:gd name="connsiteY104" fmla="*/ 185907 h 1023181"/>
                <a:gd name="connsiteX105" fmla="*/ 876295 w 1144576"/>
                <a:gd name="connsiteY105" fmla="*/ 171513 h 1023181"/>
                <a:gd name="connsiteX106" fmla="*/ 839703 w 1144576"/>
                <a:gd name="connsiteY106" fmla="*/ 166484 h 1023181"/>
                <a:gd name="connsiteX107" fmla="*/ 809701 w 1144576"/>
                <a:gd name="connsiteY107" fmla="*/ 141338 h 1023181"/>
                <a:gd name="connsiteX108" fmla="*/ 776231 w 1144576"/>
                <a:gd name="connsiteY108" fmla="*/ 126077 h 1023181"/>
                <a:gd name="connsiteX109" fmla="*/ 711892 w 1144576"/>
                <a:gd name="connsiteY109" fmla="*/ 153651 h 1023181"/>
                <a:gd name="connsiteX110" fmla="*/ 681543 w 1144576"/>
                <a:gd name="connsiteY110" fmla="*/ 153651 h 1023181"/>
                <a:gd name="connsiteX111" fmla="*/ 645472 w 1144576"/>
                <a:gd name="connsiteY111" fmla="*/ 146194 h 1023181"/>
                <a:gd name="connsiteX112" fmla="*/ 645298 w 1144576"/>
                <a:gd name="connsiteY112" fmla="*/ 146194 h 1023181"/>
                <a:gd name="connsiteX113" fmla="*/ 630384 w 1144576"/>
                <a:gd name="connsiteY113" fmla="*/ 157639 h 1023181"/>
                <a:gd name="connsiteX114" fmla="*/ 596741 w 1144576"/>
                <a:gd name="connsiteY114" fmla="*/ 171166 h 1023181"/>
                <a:gd name="connsiteX115" fmla="*/ 582520 w 1144576"/>
                <a:gd name="connsiteY115" fmla="*/ 173594 h 1023181"/>
                <a:gd name="connsiteX116" fmla="*/ 566739 w 1144576"/>
                <a:gd name="connsiteY116" fmla="*/ 180704 h 1023181"/>
                <a:gd name="connsiteX117" fmla="*/ 574716 w 1144576"/>
                <a:gd name="connsiteY117" fmla="*/ 197006 h 1023181"/>
                <a:gd name="connsiteX118" fmla="*/ 601250 w 1144576"/>
                <a:gd name="connsiteY118" fmla="*/ 226487 h 1023181"/>
                <a:gd name="connsiteX119" fmla="*/ 584775 w 1144576"/>
                <a:gd name="connsiteY119" fmla="*/ 224406 h 1023181"/>
                <a:gd name="connsiteX120" fmla="*/ 569167 w 1144576"/>
                <a:gd name="connsiteY120" fmla="*/ 219897 h 1023181"/>
                <a:gd name="connsiteX121" fmla="*/ 575583 w 1144576"/>
                <a:gd name="connsiteY121" fmla="*/ 244176 h 1023181"/>
                <a:gd name="connsiteX122" fmla="*/ 571595 w 1144576"/>
                <a:gd name="connsiteY122" fmla="*/ 257876 h 1023181"/>
                <a:gd name="connsiteX123" fmla="*/ 563964 w 1144576"/>
                <a:gd name="connsiteY123" fmla="*/ 270710 h 1023181"/>
                <a:gd name="connsiteX124" fmla="*/ 559455 w 1144576"/>
                <a:gd name="connsiteY124" fmla="*/ 292387 h 1023181"/>
                <a:gd name="connsiteX125" fmla="*/ 553039 w 1144576"/>
                <a:gd name="connsiteY125" fmla="*/ 289439 h 1023181"/>
                <a:gd name="connsiteX126" fmla="*/ 548530 w 1144576"/>
                <a:gd name="connsiteY126" fmla="*/ 285624 h 1023181"/>
                <a:gd name="connsiteX127" fmla="*/ 545581 w 1144576"/>
                <a:gd name="connsiteY127" fmla="*/ 280074 h 1023181"/>
                <a:gd name="connsiteX128" fmla="*/ 543327 w 1144576"/>
                <a:gd name="connsiteY128" fmla="*/ 271924 h 1023181"/>
                <a:gd name="connsiteX129" fmla="*/ 555987 w 1144576"/>
                <a:gd name="connsiteY129" fmla="*/ 268108 h 1023181"/>
                <a:gd name="connsiteX130" fmla="*/ 558241 w 1144576"/>
                <a:gd name="connsiteY130" fmla="*/ 259437 h 1023181"/>
                <a:gd name="connsiteX131" fmla="*/ 551651 w 1144576"/>
                <a:gd name="connsiteY131" fmla="*/ 229262 h 1023181"/>
                <a:gd name="connsiteX132" fmla="*/ 544714 w 1144576"/>
                <a:gd name="connsiteY132" fmla="*/ 217643 h 1023181"/>
                <a:gd name="connsiteX133" fmla="*/ 543154 w 1144576"/>
                <a:gd name="connsiteY133" fmla="*/ 209666 h 1023181"/>
                <a:gd name="connsiteX134" fmla="*/ 543847 w 1144576"/>
                <a:gd name="connsiteY134" fmla="*/ 202035 h 1023181"/>
                <a:gd name="connsiteX135" fmla="*/ 547489 w 1144576"/>
                <a:gd name="connsiteY135" fmla="*/ 188855 h 1023181"/>
                <a:gd name="connsiteX136" fmla="*/ 548356 w 1144576"/>
                <a:gd name="connsiteY136" fmla="*/ 182959 h 1023181"/>
                <a:gd name="connsiteX137" fmla="*/ 546622 w 1144576"/>
                <a:gd name="connsiteY137" fmla="*/ 155385 h 1023181"/>
                <a:gd name="connsiteX138" fmla="*/ 543327 w 1144576"/>
                <a:gd name="connsiteY138" fmla="*/ 141164 h 1023181"/>
                <a:gd name="connsiteX139" fmla="*/ 537778 w 1144576"/>
                <a:gd name="connsiteY139" fmla="*/ 133187 h 1023181"/>
                <a:gd name="connsiteX140" fmla="*/ 529800 w 1144576"/>
                <a:gd name="connsiteY140" fmla="*/ 134574 h 1023181"/>
                <a:gd name="connsiteX141" fmla="*/ 515233 w 1144576"/>
                <a:gd name="connsiteY141" fmla="*/ 153304 h 1023181"/>
                <a:gd name="connsiteX142" fmla="*/ 506215 w 1144576"/>
                <a:gd name="connsiteY142" fmla="*/ 159027 h 1023181"/>
                <a:gd name="connsiteX143" fmla="*/ 518354 w 1144576"/>
                <a:gd name="connsiteY143" fmla="*/ 117232 h 1023181"/>
                <a:gd name="connsiteX144" fmla="*/ 517140 w 1144576"/>
                <a:gd name="connsiteY144" fmla="*/ 96595 h 1023181"/>
                <a:gd name="connsiteX145" fmla="*/ 500839 w 1144576"/>
                <a:gd name="connsiteY145" fmla="*/ 79773 h 1023181"/>
                <a:gd name="connsiteX146" fmla="*/ 487312 w 1144576"/>
                <a:gd name="connsiteY146" fmla="*/ 70929 h 1023181"/>
                <a:gd name="connsiteX147" fmla="*/ 468583 w 1144576"/>
                <a:gd name="connsiteY147" fmla="*/ 65900 h 1023181"/>
                <a:gd name="connsiteX148" fmla="*/ 453669 w 1144576"/>
                <a:gd name="connsiteY148" fmla="*/ 60524 h 1023181"/>
                <a:gd name="connsiteX149" fmla="*/ 440315 w 1144576"/>
                <a:gd name="connsiteY149" fmla="*/ 58790 h 1023181"/>
                <a:gd name="connsiteX150" fmla="*/ 428349 w 1144576"/>
                <a:gd name="connsiteY150" fmla="*/ 58963 h 1023181"/>
                <a:gd name="connsiteX151" fmla="*/ 415516 w 1144576"/>
                <a:gd name="connsiteY151" fmla="*/ 65033 h 1023181"/>
                <a:gd name="connsiteX152" fmla="*/ 408406 w 1144576"/>
                <a:gd name="connsiteY152" fmla="*/ 78560 h 1023181"/>
                <a:gd name="connsiteX153" fmla="*/ 403550 w 1144576"/>
                <a:gd name="connsiteY153" fmla="*/ 86884 h 1023181"/>
                <a:gd name="connsiteX154" fmla="*/ 400428 w 1144576"/>
                <a:gd name="connsiteY154" fmla="*/ 94688 h 1023181"/>
                <a:gd name="connsiteX155" fmla="*/ 403377 w 1144576"/>
                <a:gd name="connsiteY155" fmla="*/ 118273 h 1023181"/>
                <a:gd name="connsiteX156" fmla="*/ 401295 w 1144576"/>
                <a:gd name="connsiteY156" fmla="*/ 126250 h 1023181"/>
                <a:gd name="connsiteX157" fmla="*/ 397827 w 1144576"/>
                <a:gd name="connsiteY157" fmla="*/ 133360 h 1023181"/>
                <a:gd name="connsiteX158" fmla="*/ 389330 w 1144576"/>
                <a:gd name="connsiteY158" fmla="*/ 139257 h 1023181"/>
                <a:gd name="connsiteX159" fmla="*/ 392104 w 1144576"/>
                <a:gd name="connsiteY159" fmla="*/ 123302 h 1023181"/>
                <a:gd name="connsiteX160" fmla="*/ 391237 w 1144576"/>
                <a:gd name="connsiteY160" fmla="*/ 114284 h 1023181"/>
                <a:gd name="connsiteX161" fmla="*/ 383607 w 1144576"/>
                <a:gd name="connsiteY161" fmla="*/ 99543 h 1023181"/>
                <a:gd name="connsiteX162" fmla="*/ 382046 w 1144576"/>
                <a:gd name="connsiteY162" fmla="*/ 92607 h 1023181"/>
                <a:gd name="connsiteX163" fmla="*/ 389503 w 1144576"/>
                <a:gd name="connsiteY163" fmla="*/ 83762 h 1023181"/>
                <a:gd name="connsiteX164" fmla="*/ 393145 w 1144576"/>
                <a:gd name="connsiteY164" fmla="*/ 70582 h 1023181"/>
                <a:gd name="connsiteX165" fmla="*/ 385341 w 1144576"/>
                <a:gd name="connsiteY165" fmla="*/ 57402 h 1023181"/>
                <a:gd name="connsiteX166" fmla="*/ 374068 w 1144576"/>
                <a:gd name="connsiteY166" fmla="*/ 51159 h 1023181"/>
                <a:gd name="connsiteX167" fmla="*/ 362276 w 1144576"/>
                <a:gd name="connsiteY167" fmla="*/ 43182 h 1023181"/>
                <a:gd name="connsiteX168" fmla="*/ 356206 w 1144576"/>
                <a:gd name="connsiteY168" fmla="*/ 36939 h 1023181"/>
                <a:gd name="connsiteX169" fmla="*/ 341465 w 1144576"/>
                <a:gd name="connsiteY169" fmla="*/ 26707 h 1023181"/>
                <a:gd name="connsiteX170" fmla="*/ 326031 w 1144576"/>
                <a:gd name="connsiteY170" fmla="*/ 15608 h 1023181"/>
                <a:gd name="connsiteX171" fmla="*/ 314932 w 1144576"/>
                <a:gd name="connsiteY171" fmla="*/ 5896 h 1023181"/>
                <a:gd name="connsiteX172" fmla="*/ 302619 w 1144576"/>
                <a:gd name="connsiteY172" fmla="*/ 0 h 1023181"/>
                <a:gd name="connsiteX173" fmla="*/ 288399 w 1144576"/>
                <a:gd name="connsiteY173" fmla="*/ 347 h 1023181"/>
                <a:gd name="connsiteX174" fmla="*/ 290133 w 1144576"/>
                <a:gd name="connsiteY174" fmla="*/ 15434 h 1023181"/>
                <a:gd name="connsiteX175" fmla="*/ 297416 w 1144576"/>
                <a:gd name="connsiteY175" fmla="*/ 37806 h 1023181"/>
                <a:gd name="connsiteX176" fmla="*/ 313371 w 1144576"/>
                <a:gd name="connsiteY176" fmla="*/ 52893 h 1023181"/>
                <a:gd name="connsiteX177" fmla="*/ 328112 w 1144576"/>
                <a:gd name="connsiteY177" fmla="*/ 60004 h 1023181"/>
                <a:gd name="connsiteX178" fmla="*/ 339037 w 1144576"/>
                <a:gd name="connsiteY178" fmla="*/ 62778 h 1023181"/>
                <a:gd name="connsiteX179" fmla="*/ 344413 w 1144576"/>
                <a:gd name="connsiteY179" fmla="*/ 69021 h 1023181"/>
                <a:gd name="connsiteX180" fmla="*/ 343720 w 1144576"/>
                <a:gd name="connsiteY180" fmla="*/ 75611 h 1023181"/>
                <a:gd name="connsiteX181" fmla="*/ 336436 w 1144576"/>
                <a:gd name="connsiteY181" fmla="*/ 79947 h 1023181"/>
                <a:gd name="connsiteX182" fmla="*/ 326725 w 1144576"/>
                <a:gd name="connsiteY182" fmla="*/ 79947 h 1023181"/>
                <a:gd name="connsiteX183" fmla="*/ 318747 w 1144576"/>
                <a:gd name="connsiteY183" fmla="*/ 76305 h 1023181"/>
                <a:gd name="connsiteX184" fmla="*/ 312157 w 1144576"/>
                <a:gd name="connsiteY184" fmla="*/ 70409 h 1023181"/>
                <a:gd name="connsiteX185" fmla="*/ 299844 w 1144576"/>
                <a:gd name="connsiteY185" fmla="*/ 54974 h 1023181"/>
                <a:gd name="connsiteX186" fmla="*/ 291867 w 1144576"/>
                <a:gd name="connsiteY186" fmla="*/ 47517 h 1023181"/>
                <a:gd name="connsiteX187" fmla="*/ 285277 w 1144576"/>
                <a:gd name="connsiteY187" fmla="*/ 46303 h 1023181"/>
                <a:gd name="connsiteX188" fmla="*/ 282676 w 1144576"/>
                <a:gd name="connsiteY188" fmla="*/ 56709 h 1023181"/>
                <a:gd name="connsiteX189" fmla="*/ 286144 w 1144576"/>
                <a:gd name="connsiteY189" fmla="*/ 59483 h 1023181"/>
                <a:gd name="connsiteX190" fmla="*/ 333661 w 1144576"/>
                <a:gd name="connsiteY190" fmla="*/ 109775 h 1023181"/>
                <a:gd name="connsiteX191" fmla="*/ 339558 w 1144576"/>
                <a:gd name="connsiteY191" fmla="*/ 119660 h 1023181"/>
                <a:gd name="connsiteX192" fmla="*/ 346321 w 1144576"/>
                <a:gd name="connsiteY192" fmla="*/ 139430 h 1023181"/>
                <a:gd name="connsiteX193" fmla="*/ 351871 w 1144576"/>
                <a:gd name="connsiteY193" fmla="*/ 146714 h 1023181"/>
                <a:gd name="connsiteX194" fmla="*/ 351871 w 1144576"/>
                <a:gd name="connsiteY194" fmla="*/ 152784 h 1023181"/>
                <a:gd name="connsiteX195" fmla="*/ 340945 w 1144576"/>
                <a:gd name="connsiteY195" fmla="*/ 152090 h 1023181"/>
                <a:gd name="connsiteX196" fmla="*/ 335049 w 1144576"/>
                <a:gd name="connsiteY196" fmla="*/ 145673 h 1023181"/>
                <a:gd name="connsiteX197" fmla="*/ 331060 w 1144576"/>
                <a:gd name="connsiteY197" fmla="*/ 135962 h 1023181"/>
                <a:gd name="connsiteX198" fmla="*/ 325511 w 1144576"/>
                <a:gd name="connsiteY198" fmla="*/ 125557 h 1023181"/>
                <a:gd name="connsiteX199" fmla="*/ 312157 w 1144576"/>
                <a:gd name="connsiteY199" fmla="*/ 110642 h 1023181"/>
                <a:gd name="connsiteX200" fmla="*/ 302792 w 1144576"/>
                <a:gd name="connsiteY200" fmla="*/ 104226 h 1023181"/>
                <a:gd name="connsiteX201" fmla="*/ 298630 w 1144576"/>
                <a:gd name="connsiteY201" fmla="*/ 109602 h 1023181"/>
                <a:gd name="connsiteX202" fmla="*/ 295335 w 1144576"/>
                <a:gd name="connsiteY202" fmla="*/ 132320 h 1023181"/>
                <a:gd name="connsiteX203" fmla="*/ 281115 w 1144576"/>
                <a:gd name="connsiteY203" fmla="*/ 178623 h 1023181"/>
                <a:gd name="connsiteX204" fmla="*/ 277993 w 1144576"/>
                <a:gd name="connsiteY204" fmla="*/ 202729 h 1023181"/>
                <a:gd name="connsiteX205" fmla="*/ 275392 w 1144576"/>
                <a:gd name="connsiteY205" fmla="*/ 207238 h 1023181"/>
                <a:gd name="connsiteX206" fmla="*/ 269669 w 1144576"/>
                <a:gd name="connsiteY206" fmla="*/ 203943 h 1023181"/>
                <a:gd name="connsiteX207" fmla="*/ 263946 w 1144576"/>
                <a:gd name="connsiteY207" fmla="*/ 195098 h 1023181"/>
                <a:gd name="connsiteX208" fmla="*/ 261345 w 1144576"/>
                <a:gd name="connsiteY208" fmla="*/ 182612 h 1023181"/>
                <a:gd name="connsiteX209" fmla="*/ 261345 w 1144576"/>
                <a:gd name="connsiteY209" fmla="*/ 139430 h 1023181"/>
                <a:gd name="connsiteX210" fmla="*/ 263600 w 1144576"/>
                <a:gd name="connsiteY210" fmla="*/ 133360 h 1023181"/>
                <a:gd name="connsiteX211" fmla="*/ 270536 w 1144576"/>
                <a:gd name="connsiteY211" fmla="*/ 125036 h 1023181"/>
                <a:gd name="connsiteX212" fmla="*/ 271924 w 1144576"/>
                <a:gd name="connsiteY212" fmla="*/ 122435 h 1023181"/>
                <a:gd name="connsiteX213" fmla="*/ 271057 w 1144576"/>
                <a:gd name="connsiteY213" fmla="*/ 115845 h 1023181"/>
                <a:gd name="connsiteX214" fmla="*/ 267415 w 1144576"/>
                <a:gd name="connsiteY214" fmla="*/ 109775 h 1023181"/>
                <a:gd name="connsiteX215" fmla="*/ 266548 w 1144576"/>
                <a:gd name="connsiteY215" fmla="*/ 103012 h 1023181"/>
                <a:gd name="connsiteX216" fmla="*/ 263253 w 1144576"/>
                <a:gd name="connsiteY216" fmla="*/ 94861 h 1023181"/>
                <a:gd name="connsiteX217" fmla="*/ 255622 w 1144576"/>
                <a:gd name="connsiteY217" fmla="*/ 94688 h 1023181"/>
                <a:gd name="connsiteX218" fmla="*/ 247298 w 1144576"/>
                <a:gd name="connsiteY218" fmla="*/ 99370 h 1023181"/>
                <a:gd name="connsiteX219" fmla="*/ 240535 w 1144576"/>
                <a:gd name="connsiteY219" fmla="*/ 106133 h 1023181"/>
                <a:gd name="connsiteX220" fmla="*/ 235679 w 1144576"/>
                <a:gd name="connsiteY220" fmla="*/ 90526 h 1023181"/>
                <a:gd name="connsiteX221" fmla="*/ 240188 w 1144576"/>
                <a:gd name="connsiteY221" fmla="*/ 79600 h 1023181"/>
                <a:gd name="connsiteX222" fmla="*/ 247645 w 1144576"/>
                <a:gd name="connsiteY222" fmla="*/ 71276 h 1023181"/>
                <a:gd name="connsiteX223" fmla="*/ 251633 w 1144576"/>
                <a:gd name="connsiteY223" fmla="*/ 63299 h 1023181"/>
                <a:gd name="connsiteX224" fmla="*/ 245911 w 1144576"/>
                <a:gd name="connsiteY224" fmla="*/ 50465 h 1023181"/>
                <a:gd name="connsiteX225" fmla="*/ 232210 w 1144576"/>
                <a:gd name="connsiteY225" fmla="*/ 45610 h 1023181"/>
                <a:gd name="connsiteX226" fmla="*/ 203596 w 1144576"/>
                <a:gd name="connsiteY226" fmla="*/ 46130 h 1023181"/>
                <a:gd name="connsiteX227" fmla="*/ 203596 w 1144576"/>
                <a:gd name="connsiteY227" fmla="*/ 53414 h 1023181"/>
                <a:gd name="connsiteX228" fmla="*/ 207064 w 1144576"/>
                <a:gd name="connsiteY228" fmla="*/ 60697 h 1023181"/>
                <a:gd name="connsiteX229" fmla="*/ 204116 w 1144576"/>
                <a:gd name="connsiteY229" fmla="*/ 63645 h 1023181"/>
                <a:gd name="connsiteX230" fmla="*/ 197700 w 1144576"/>
                <a:gd name="connsiteY230" fmla="*/ 62258 h 1023181"/>
                <a:gd name="connsiteX231" fmla="*/ 190243 w 1144576"/>
                <a:gd name="connsiteY231" fmla="*/ 56535 h 1023181"/>
                <a:gd name="connsiteX232" fmla="*/ 182612 w 1144576"/>
                <a:gd name="connsiteY232" fmla="*/ 52200 h 1023181"/>
                <a:gd name="connsiteX233" fmla="*/ 174288 w 1144576"/>
                <a:gd name="connsiteY233" fmla="*/ 53587 h 1023181"/>
                <a:gd name="connsiteX234" fmla="*/ 166657 w 1144576"/>
                <a:gd name="connsiteY234" fmla="*/ 58963 h 1023181"/>
                <a:gd name="connsiteX235" fmla="*/ 160934 w 1144576"/>
                <a:gd name="connsiteY235" fmla="*/ 66420 h 1023181"/>
                <a:gd name="connsiteX236" fmla="*/ 175155 w 1144576"/>
                <a:gd name="connsiteY236" fmla="*/ 65380 h 1023181"/>
                <a:gd name="connsiteX237" fmla="*/ 187121 w 1144576"/>
                <a:gd name="connsiteY237" fmla="*/ 69021 h 1023181"/>
                <a:gd name="connsiteX238" fmla="*/ 192670 w 1144576"/>
                <a:gd name="connsiteY238" fmla="*/ 77866 h 1023181"/>
                <a:gd name="connsiteX239" fmla="*/ 187641 w 1144576"/>
                <a:gd name="connsiteY239" fmla="*/ 92953 h 1023181"/>
                <a:gd name="connsiteX240" fmla="*/ 176542 w 1144576"/>
                <a:gd name="connsiteY240" fmla="*/ 84803 h 1023181"/>
                <a:gd name="connsiteX241" fmla="*/ 172900 w 1144576"/>
                <a:gd name="connsiteY241" fmla="*/ 87924 h 1023181"/>
                <a:gd name="connsiteX242" fmla="*/ 175328 w 1144576"/>
                <a:gd name="connsiteY242" fmla="*/ 96942 h 1023181"/>
                <a:gd name="connsiteX243" fmla="*/ 182785 w 1144576"/>
                <a:gd name="connsiteY243" fmla="*/ 106133 h 1023181"/>
                <a:gd name="connsiteX244" fmla="*/ 192844 w 1144576"/>
                <a:gd name="connsiteY244" fmla="*/ 110122 h 1023181"/>
                <a:gd name="connsiteX245" fmla="*/ 212614 w 1144576"/>
                <a:gd name="connsiteY245" fmla="*/ 110642 h 1023181"/>
                <a:gd name="connsiteX246" fmla="*/ 219377 w 1144576"/>
                <a:gd name="connsiteY246" fmla="*/ 112897 h 1023181"/>
                <a:gd name="connsiteX247" fmla="*/ 225447 w 1144576"/>
                <a:gd name="connsiteY247" fmla="*/ 129025 h 1023181"/>
                <a:gd name="connsiteX248" fmla="*/ 222672 w 1144576"/>
                <a:gd name="connsiteY248" fmla="*/ 150702 h 1023181"/>
                <a:gd name="connsiteX249" fmla="*/ 211747 w 1144576"/>
                <a:gd name="connsiteY249" fmla="*/ 168565 h 1023181"/>
                <a:gd name="connsiteX250" fmla="*/ 193017 w 1144576"/>
                <a:gd name="connsiteY250" fmla="*/ 172900 h 1023181"/>
                <a:gd name="connsiteX251" fmla="*/ 193017 w 1144576"/>
                <a:gd name="connsiteY251" fmla="*/ 178970 h 1023181"/>
                <a:gd name="connsiteX252" fmla="*/ 207931 w 1144576"/>
                <a:gd name="connsiteY252" fmla="*/ 185213 h 1023181"/>
                <a:gd name="connsiteX253" fmla="*/ 214175 w 1144576"/>
                <a:gd name="connsiteY253" fmla="*/ 186080 h 1023181"/>
                <a:gd name="connsiteX254" fmla="*/ 214175 w 1144576"/>
                <a:gd name="connsiteY254" fmla="*/ 192150 h 1023181"/>
                <a:gd name="connsiteX255" fmla="*/ 198740 w 1144576"/>
                <a:gd name="connsiteY255" fmla="*/ 196139 h 1023181"/>
                <a:gd name="connsiteX256" fmla="*/ 190589 w 1144576"/>
                <a:gd name="connsiteY256" fmla="*/ 199434 h 1023181"/>
                <a:gd name="connsiteX257" fmla="*/ 187294 w 1144576"/>
                <a:gd name="connsiteY257" fmla="*/ 202729 h 1023181"/>
                <a:gd name="connsiteX258" fmla="*/ 183826 w 1144576"/>
                <a:gd name="connsiteY258" fmla="*/ 213134 h 1023181"/>
                <a:gd name="connsiteX259" fmla="*/ 176195 w 1144576"/>
                <a:gd name="connsiteY259" fmla="*/ 208105 h 1023181"/>
                <a:gd name="connsiteX260" fmla="*/ 163709 w 1144576"/>
                <a:gd name="connsiteY260" fmla="*/ 192150 h 1023181"/>
                <a:gd name="connsiteX261" fmla="*/ 155385 w 1144576"/>
                <a:gd name="connsiteY261" fmla="*/ 201862 h 1023181"/>
                <a:gd name="connsiteX262" fmla="*/ 161108 w 1144576"/>
                <a:gd name="connsiteY262" fmla="*/ 223539 h 1023181"/>
                <a:gd name="connsiteX263" fmla="*/ 177062 w 1144576"/>
                <a:gd name="connsiteY263" fmla="*/ 258223 h 1023181"/>
                <a:gd name="connsiteX264" fmla="*/ 154691 w 1144576"/>
                <a:gd name="connsiteY264" fmla="*/ 242962 h 1023181"/>
                <a:gd name="connsiteX265" fmla="*/ 144980 w 1144576"/>
                <a:gd name="connsiteY265" fmla="*/ 243309 h 1023181"/>
                <a:gd name="connsiteX266" fmla="*/ 131973 w 1144576"/>
                <a:gd name="connsiteY266" fmla="*/ 255275 h 1023181"/>
                <a:gd name="connsiteX267" fmla="*/ 126424 w 1144576"/>
                <a:gd name="connsiteY267" fmla="*/ 257876 h 1023181"/>
                <a:gd name="connsiteX268" fmla="*/ 122262 w 1144576"/>
                <a:gd name="connsiteY268" fmla="*/ 252674 h 1023181"/>
                <a:gd name="connsiteX269" fmla="*/ 119660 w 1144576"/>
                <a:gd name="connsiteY269" fmla="*/ 243829 h 1023181"/>
                <a:gd name="connsiteX270" fmla="*/ 118967 w 1144576"/>
                <a:gd name="connsiteY270" fmla="*/ 235505 h 1023181"/>
                <a:gd name="connsiteX271" fmla="*/ 121915 w 1144576"/>
                <a:gd name="connsiteY271" fmla="*/ 232904 h 1023181"/>
                <a:gd name="connsiteX272" fmla="*/ 135788 w 1144576"/>
                <a:gd name="connsiteY272" fmla="*/ 223713 h 1023181"/>
                <a:gd name="connsiteX273" fmla="*/ 139950 w 1144576"/>
                <a:gd name="connsiteY273" fmla="*/ 219204 h 1023181"/>
                <a:gd name="connsiteX274" fmla="*/ 139257 w 1144576"/>
                <a:gd name="connsiteY274" fmla="*/ 215388 h 1023181"/>
                <a:gd name="connsiteX275" fmla="*/ 134401 w 1144576"/>
                <a:gd name="connsiteY275" fmla="*/ 201168 h 1023181"/>
                <a:gd name="connsiteX276" fmla="*/ 134228 w 1144576"/>
                <a:gd name="connsiteY276" fmla="*/ 192323 h 1023181"/>
                <a:gd name="connsiteX277" fmla="*/ 138910 w 1144576"/>
                <a:gd name="connsiteY277" fmla="*/ 183999 h 1023181"/>
                <a:gd name="connsiteX278" fmla="*/ 146541 w 1144576"/>
                <a:gd name="connsiteY278" fmla="*/ 176022 h 1023181"/>
                <a:gd name="connsiteX279" fmla="*/ 151223 w 1144576"/>
                <a:gd name="connsiteY279" fmla="*/ 167004 h 1023181"/>
                <a:gd name="connsiteX280" fmla="*/ 141511 w 1144576"/>
                <a:gd name="connsiteY280" fmla="*/ 141511 h 1023181"/>
                <a:gd name="connsiteX281" fmla="*/ 138043 w 1144576"/>
                <a:gd name="connsiteY281" fmla="*/ 120354 h 1023181"/>
                <a:gd name="connsiteX282" fmla="*/ 137523 w 1144576"/>
                <a:gd name="connsiteY282" fmla="*/ 99370 h 1023181"/>
                <a:gd name="connsiteX283" fmla="*/ 139777 w 1144576"/>
                <a:gd name="connsiteY283" fmla="*/ 86017 h 1023181"/>
                <a:gd name="connsiteX284" fmla="*/ 121741 w 1144576"/>
                <a:gd name="connsiteY284" fmla="*/ 91566 h 1023181"/>
                <a:gd name="connsiteX285" fmla="*/ 118100 w 1144576"/>
                <a:gd name="connsiteY285" fmla="*/ 115498 h 1023181"/>
                <a:gd name="connsiteX286" fmla="*/ 120007 w 1144576"/>
                <a:gd name="connsiteY286" fmla="*/ 144806 h 1023181"/>
                <a:gd name="connsiteX287" fmla="*/ 118620 w 1144576"/>
                <a:gd name="connsiteY287" fmla="*/ 166657 h 1023181"/>
                <a:gd name="connsiteX288" fmla="*/ 113591 w 1144576"/>
                <a:gd name="connsiteY288" fmla="*/ 175328 h 1023181"/>
                <a:gd name="connsiteX289" fmla="*/ 108388 w 1144576"/>
                <a:gd name="connsiteY289" fmla="*/ 178970 h 1023181"/>
                <a:gd name="connsiteX290" fmla="*/ 89138 w 1144576"/>
                <a:gd name="connsiteY290" fmla="*/ 179317 h 1023181"/>
                <a:gd name="connsiteX291" fmla="*/ 78560 w 1144576"/>
                <a:gd name="connsiteY291" fmla="*/ 177062 h 1023181"/>
                <a:gd name="connsiteX292" fmla="*/ 76652 w 1144576"/>
                <a:gd name="connsiteY292" fmla="*/ 170473 h 1023181"/>
                <a:gd name="connsiteX293" fmla="*/ 81508 w 1144576"/>
                <a:gd name="connsiteY293" fmla="*/ 146887 h 1023181"/>
                <a:gd name="connsiteX294" fmla="*/ 62605 w 1144576"/>
                <a:gd name="connsiteY294" fmla="*/ 153651 h 1023181"/>
                <a:gd name="connsiteX295" fmla="*/ 49598 w 1144576"/>
                <a:gd name="connsiteY295" fmla="*/ 164229 h 1023181"/>
                <a:gd name="connsiteX296" fmla="*/ 48384 w 1144576"/>
                <a:gd name="connsiteY296" fmla="*/ 177756 h 1023181"/>
                <a:gd name="connsiteX297" fmla="*/ 65900 w 1144576"/>
                <a:gd name="connsiteY297" fmla="*/ 192323 h 1023181"/>
                <a:gd name="connsiteX298" fmla="*/ 53067 w 1144576"/>
                <a:gd name="connsiteY298" fmla="*/ 212961 h 1023181"/>
                <a:gd name="connsiteX299" fmla="*/ 54454 w 1144576"/>
                <a:gd name="connsiteY299" fmla="*/ 224927 h 1023181"/>
                <a:gd name="connsiteX300" fmla="*/ 66594 w 1144576"/>
                <a:gd name="connsiteY300" fmla="*/ 230476 h 1023181"/>
                <a:gd name="connsiteX301" fmla="*/ 86364 w 1144576"/>
                <a:gd name="connsiteY301" fmla="*/ 231863 h 1023181"/>
                <a:gd name="connsiteX302" fmla="*/ 80467 w 1144576"/>
                <a:gd name="connsiteY302" fmla="*/ 243309 h 1023181"/>
                <a:gd name="connsiteX303" fmla="*/ 71449 w 1144576"/>
                <a:gd name="connsiteY303" fmla="*/ 245737 h 1023181"/>
                <a:gd name="connsiteX304" fmla="*/ 49425 w 1144576"/>
                <a:gd name="connsiteY304" fmla="*/ 239147 h 1023181"/>
                <a:gd name="connsiteX305" fmla="*/ 57749 w 1144576"/>
                <a:gd name="connsiteY305" fmla="*/ 254061 h 1023181"/>
                <a:gd name="connsiteX306" fmla="*/ 65900 w 1144576"/>
                <a:gd name="connsiteY306" fmla="*/ 265507 h 1023181"/>
                <a:gd name="connsiteX307" fmla="*/ 59310 w 1144576"/>
                <a:gd name="connsiteY307" fmla="*/ 264120 h 1023181"/>
                <a:gd name="connsiteX308" fmla="*/ 53414 w 1144576"/>
                <a:gd name="connsiteY308" fmla="*/ 262039 h 1023181"/>
                <a:gd name="connsiteX309" fmla="*/ 48384 w 1144576"/>
                <a:gd name="connsiteY309" fmla="*/ 261692 h 1023181"/>
                <a:gd name="connsiteX310" fmla="*/ 44222 w 1144576"/>
                <a:gd name="connsiteY310" fmla="*/ 265507 h 1023181"/>
                <a:gd name="connsiteX311" fmla="*/ 38846 w 1144576"/>
                <a:gd name="connsiteY311" fmla="*/ 257703 h 1023181"/>
                <a:gd name="connsiteX312" fmla="*/ 34684 w 1144576"/>
                <a:gd name="connsiteY312" fmla="*/ 249726 h 1023181"/>
                <a:gd name="connsiteX313" fmla="*/ 31389 w 1144576"/>
                <a:gd name="connsiteY313" fmla="*/ 241228 h 1023181"/>
                <a:gd name="connsiteX314" fmla="*/ 28961 w 1144576"/>
                <a:gd name="connsiteY314" fmla="*/ 231863 h 1023181"/>
                <a:gd name="connsiteX315" fmla="*/ 25840 w 1144576"/>
                <a:gd name="connsiteY315" fmla="*/ 244176 h 1023181"/>
                <a:gd name="connsiteX316" fmla="*/ 21851 w 1144576"/>
                <a:gd name="connsiteY316" fmla="*/ 253021 h 1023181"/>
                <a:gd name="connsiteX317" fmla="*/ 2081 w 1144576"/>
                <a:gd name="connsiteY317" fmla="*/ 278340 h 1023181"/>
                <a:gd name="connsiteX318" fmla="*/ 0 w 1144576"/>
                <a:gd name="connsiteY318" fmla="*/ 284930 h 1023181"/>
                <a:gd name="connsiteX319" fmla="*/ 1561 w 1144576"/>
                <a:gd name="connsiteY319" fmla="*/ 308515 h 1023181"/>
                <a:gd name="connsiteX320" fmla="*/ 694 w 1144576"/>
                <a:gd name="connsiteY320" fmla="*/ 332794 h 1023181"/>
                <a:gd name="connsiteX321" fmla="*/ 3642 w 1144576"/>
                <a:gd name="connsiteY321" fmla="*/ 340598 h 1023181"/>
                <a:gd name="connsiteX322" fmla="*/ 12660 w 1144576"/>
                <a:gd name="connsiteY322" fmla="*/ 332274 h 1023181"/>
                <a:gd name="connsiteX323" fmla="*/ 16995 w 1144576"/>
                <a:gd name="connsiteY323" fmla="*/ 321175 h 1023181"/>
                <a:gd name="connsiteX324" fmla="*/ 19250 w 1144576"/>
                <a:gd name="connsiteY324" fmla="*/ 297070 h 1023181"/>
                <a:gd name="connsiteX325" fmla="*/ 23238 w 1144576"/>
                <a:gd name="connsiteY325" fmla="*/ 285450 h 1023181"/>
                <a:gd name="connsiteX326" fmla="*/ 33297 w 1144576"/>
                <a:gd name="connsiteY326" fmla="*/ 293775 h 1023181"/>
                <a:gd name="connsiteX327" fmla="*/ 45783 w 1144576"/>
                <a:gd name="connsiteY327" fmla="*/ 297416 h 1023181"/>
                <a:gd name="connsiteX328" fmla="*/ 57749 w 1144576"/>
                <a:gd name="connsiteY328" fmla="*/ 303313 h 1023181"/>
                <a:gd name="connsiteX329" fmla="*/ 66073 w 1144576"/>
                <a:gd name="connsiteY329" fmla="*/ 318574 h 1023181"/>
                <a:gd name="connsiteX330" fmla="*/ 66247 w 1144576"/>
                <a:gd name="connsiteY330" fmla="*/ 333141 h 1023181"/>
                <a:gd name="connsiteX331" fmla="*/ 58096 w 1144576"/>
                <a:gd name="connsiteY331" fmla="*/ 338691 h 1023181"/>
                <a:gd name="connsiteX332" fmla="*/ 26187 w 1144576"/>
                <a:gd name="connsiteY332" fmla="*/ 338344 h 1023181"/>
                <a:gd name="connsiteX333" fmla="*/ 22371 w 1144576"/>
                <a:gd name="connsiteY333" fmla="*/ 342332 h 1023181"/>
                <a:gd name="connsiteX334" fmla="*/ 23585 w 1144576"/>
                <a:gd name="connsiteY334" fmla="*/ 351177 h 1023181"/>
                <a:gd name="connsiteX335" fmla="*/ 26880 w 1144576"/>
                <a:gd name="connsiteY335" fmla="*/ 360195 h 1023181"/>
                <a:gd name="connsiteX336" fmla="*/ 29135 w 1144576"/>
                <a:gd name="connsiteY336" fmla="*/ 364704 h 1023181"/>
                <a:gd name="connsiteX337" fmla="*/ 38499 w 1144576"/>
                <a:gd name="connsiteY337" fmla="*/ 370080 h 1023181"/>
                <a:gd name="connsiteX338" fmla="*/ 46477 w 1144576"/>
                <a:gd name="connsiteY338" fmla="*/ 369559 h 1023181"/>
                <a:gd name="connsiteX339" fmla="*/ 54454 w 1144576"/>
                <a:gd name="connsiteY339" fmla="*/ 366438 h 1023181"/>
                <a:gd name="connsiteX340" fmla="*/ 63299 w 1144576"/>
                <a:gd name="connsiteY340" fmla="*/ 364704 h 1023181"/>
                <a:gd name="connsiteX341" fmla="*/ 78386 w 1144576"/>
                <a:gd name="connsiteY341" fmla="*/ 359154 h 1023181"/>
                <a:gd name="connsiteX342" fmla="*/ 98850 w 1144576"/>
                <a:gd name="connsiteY342" fmla="*/ 333141 h 1023181"/>
                <a:gd name="connsiteX343" fmla="*/ 113070 w 1144576"/>
                <a:gd name="connsiteY343" fmla="*/ 325164 h 1023181"/>
                <a:gd name="connsiteX344" fmla="*/ 118967 w 1144576"/>
                <a:gd name="connsiteY344" fmla="*/ 351524 h 1023181"/>
                <a:gd name="connsiteX345" fmla="*/ 112203 w 1144576"/>
                <a:gd name="connsiteY345" fmla="*/ 370253 h 1023181"/>
                <a:gd name="connsiteX346" fmla="*/ 134921 w 1144576"/>
                <a:gd name="connsiteY346" fmla="*/ 407712 h 1023181"/>
                <a:gd name="connsiteX347" fmla="*/ 124343 w 1144576"/>
                <a:gd name="connsiteY347" fmla="*/ 431297 h 1023181"/>
                <a:gd name="connsiteX348" fmla="*/ 126944 w 1144576"/>
                <a:gd name="connsiteY348" fmla="*/ 436847 h 1023181"/>
                <a:gd name="connsiteX349" fmla="*/ 128678 w 1144576"/>
                <a:gd name="connsiteY349" fmla="*/ 443437 h 1023181"/>
                <a:gd name="connsiteX350" fmla="*/ 129545 w 1144576"/>
                <a:gd name="connsiteY350" fmla="*/ 450547 h 1023181"/>
                <a:gd name="connsiteX351" fmla="*/ 129372 w 1144576"/>
                <a:gd name="connsiteY351" fmla="*/ 457657 h 1023181"/>
                <a:gd name="connsiteX352" fmla="*/ 136135 w 1144576"/>
                <a:gd name="connsiteY352" fmla="*/ 447599 h 1023181"/>
                <a:gd name="connsiteX353" fmla="*/ 144459 w 1144576"/>
                <a:gd name="connsiteY353" fmla="*/ 439275 h 1023181"/>
                <a:gd name="connsiteX354" fmla="*/ 154518 w 1144576"/>
                <a:gd name="connsiteY354" fmla="*/ 433552 h 1023181"/>
                <a:gd name="connsiteX355" fmla="*/ 166311 w 1144576"/>
                <a:gd name="connsiteY355" fmla="*/ 431124 h 1023181"/>
                <a:gd name="connsiteX356" fmla="*/ 153304 w 1144576"/>
                <a:gd name="connsiteY356" fmla="*/ 413435 h 1023181"/>
                <a:gd name="connsiteX357" fmla="*/ 152090 w 1144576"/>
                <a:gd name="connsiteY357" fmla="*/ 405457 h 1023181"/>
                <a:gd name="connsiteX358" fmla="*/ 160588 w 1144576"/>
                <a:gd name="connsiteY358" fmla="*/ 398174 h 1023181"/>
                <a:gd name="connsiteX359" fmla="*/ 155558 w 1144576"/>
                <a:gd name="connsiteY359" fmla="*/ 382219 h 1023181"/>
                <a:gd name="connsiteX360" fmla="*/ 141511 w 1144576"/>
                <a:gd name="connsiteY360" fmla="*/ 359674 h 1023181"/>
                <a:gd name="connsiteX361" fmla="*/ 134228 w 1144576"/>
                <a:gd name="connsiteY361" fmla="*/ 344760 h 1023181"/>
                <a:gd name="connsiteX362" fmla="*/ 151917 w 1144576"/>
                <a:gd name="connsiteY362" fmla="*/ 344413 h 1023181"/>
                <a:gd name="connsiteX363" fmla="*/ 157466 w 1144576"/>
                <a:gd name="connsiteY363" fmla="*/ 333141 h 1023181"/>
                <a:gd name="connsiteX364" fmla="*/ 159374 w 1144576"/>
                <a:gd name="connsiteY364" fmla="*/ 317707 h 1023181"/>
                <a:gd name="connsiteX365" fmla="*/ 166311 w 1144576"/>
                <a:gd name="connsiteY365" fmla="*/ 305047 h 1023181"/>
                <a:gd name="connsiteX366" fmla="*/ 178797 w 1144576"/>
                <a:gd name="connsiteY366" fmla="*/ 302792 h 1023181"/>
                <a:gd name="connsiteX367" fmla="*/ 187121 w 1144576"/>
                <a:gd name="connsiteY367" fmla="*/ 312851 h 1023181"/>
                <a:gd name="connsiteX368" fmla="*/ 184520 w 1144576"/>
                <a:gd name="connsiteY368" fmla="*/ 337303 h 1023181"/>
                <a:gd name="connsiteX369" fmla="*/ 193364 w 1144576"/>
                <a:gd name="connsiteY369" fmla="*/ 341465 h 1023181"/>
                <a:gd name="connsiteX370" fmla="*/ 188682 w 1144576"/>
                <a:gd name="connsiteY370" fmla="*/ 360368 h 1023181"/>
                <a:gd name="connsiteX371" fmla="*/ 184867 w 1144576"/>
                <a:gd name="connsiteY371" fmla="*/ 412568 h 1023181"/>
                <a:gd name="connsiteX372" fmla="*/ 199781 w 1144576"/>
                <a:gd name="connsiteY372" fmla="*/ 422453 h 1023181"/>
                <a:gd name="connsiteX373" fmla="*/ 214695 w 1144576"/>
                <a:gd name="connsiteY373" fmla="*/ 423146 h 1023181"/>
                <a:gd name="connsiteX374" fmla="*/ 229089 w 1144576"/>
                <a:gd name="connsiteY374" fmla="*/ 434419 h 1023181"/>
                <a:gd name="connsiteX375" fmla="*/ 236026 w 1144576"/>
                <a:gd name="connsiteY375" fmla="*/ 425574 h 1023181"/>
                <a:gd name="connsiteX376" fmla="*/ 244176 w 1144576"/>
                <a:gd name="connsiteY376" fmla="*/ 404070 h 1023181"/>
                <a:gd name="connsiteX377" fmla="*/ 240708 w 1144576"/>
                <a:gd name="connsiteY377" fmla="*/ 378751 h 1023181"/>
                <a:gd name="connsiteX378" fmla="*/ 246431 w 1144576"/>
                <a:gd name="connsiteY378" fmla="*/ 359848 h 1023181"/>
                <a:gd name="connsiteX379" fmla="*/ 245390 w 1144576"/>
                <a:gd name="connsiteY379" fmla="*/ 343546 h 1023181"/>
                <a:gd name="connsiteX380" fmla="*/ 239841 w 1144576"/>
                <a:gd name="connsiteY380" fmla="*/ 335222 h 1023181"/>
                <a:gd name="connsiteX381" fmla="*/ 239321 w 1144576"/>
                <a:gd name="connsiteY381" fmla="*/ 328459 h 1023181"/>
                <a:gd name="connsiteX382" fmla="*/ 241748 w 1144576"/>
                <a:gd name="connsiteY382" fmla="*/ 321695 h 1023181"/>
                <a:gd name="connsiteX383" fmla="*/ 254061 w 1144576"/>
                <a:gd name="connsiteY383" fmla="*/ 316493 h 1023181"/>
                <a:gd name="connsiteX384" fmla="*/ 264987 w 1144576"/>
                <a:gd name="connsiteY384" fmla="*/ 304527 h 1023181"/>
                <a:gd name="connsiteX385" fmla="*/ 271403 w 1144576"/>
                <a:gd name="connsiteY385" fmla="*/ 298977 h 1023181"/>
                <a:gd name="connsiteX386" fmla="*/ 273831 w 1144576"/>
                <a:gd name="connsiteY386" fmla="*/ 307475 h 1023181"/>
                <a:gd name="connsiteX387" fmla="*/ 277473 w 1144576"/>
                <a:gd name="connsiteY387" fmla="*/ 313371 h 1023181"/>
                <a:gd name="connsiteX388" fmla="*/ 287878 w 1144576"/>
                <a:gd name="connsiteY388" fmla="*/ 325164 h 1023181"/>
                <a:gd name="connsiteX389" fmla="*/ 269843 w 1144576"/>
                <a:gd name="connsiteY389" fmla="*/ 328112 h 1023181"/>
                <a:gd name="connsiteX390" fmla="*/ 263946 w 1144576"/>
                <a:gd name="connsiteY390" fmla="*/ 340078 h 1023181"/>
                <a:gd name="connsiteX391" fmla="*/ 267762 w 1144576"/>
                <a:gd name="connsiteY391" fmla="*/ 356206 h 1023181"/>
                <a:gd name="connsiteX392" fmla="*/ 286318 w 1144576"/>
                <a:gd name="connsiteY392" fmla="*/ 359674 h 1023181"/>
                <a:gd name="connsiteX393" fmla="*/ 293601 w 1144576"/>
                <a:gd name="connsiteY393" fmla="*/ 373028 h 1023181"/>
                <a:gd name="connsiteX394" fmla="*/ 282676 w 1144576"/>
                <a:gd name="connsiteY394" fmla="*/ 381872 h 1023181"/>
                <a:gd name="connsiteX395" fmla="*/ 274872 w 1144576"/>
                <a:gd name="connsiteY395" fmla="*/ 393145 h 1023181"/>
                <a:gd name="connsiteX396" fmla="*/ 287358 w 1144576"/>
                <a:gd name="connsiteY396" fmla="*/ 405457 h 1023181"/>
                <a:gd name="connsiteX397" fmla="*/ 296549 w 1144576"/>
                <a:gd name="connsiteY397" fmla="*/ 407365 h 1023181"/>
                <a:gd name="connsiteX398" fmla="*/ 302792 w 1144576"/>
                <a:gd name="connsiteY398" fmla="*/ 415689 h 1023181"/>
                <a:gd name="connsiteX399" fmla="*/ 298110 w 1144576"/>
                <a:gd name="connsiteY399" fmla="*/ 426095 h 1023181"/>
                <a:gd name="connsiteX400" fmla="*/ 296896 w 1144576"/>
                <a:gd name="connsiteY400" fmla="*/ 437887 h 1023181"/>
                <a:gd name="connsiteX401" fmla="*/ 280768 w 1144576"/>
                <a:gd name="connsiteY401" fmla="*/ 437367 h 1023181"/>
                <a:gd name="connsiteX402" fmla="*/ 265334 w 1144576"/>
                <a:gd name="connsiteY402" fmla="*/ 444651 h 1023181"/>
                <a:gd name="connsiteX403" fmla="*/ 254582 w 1144576"/>
                <a:gd name="connsiteY403" fmla="*/ 445344 h 1023181"/>
                <a:gd name="connsiteX404" fmla="*/ 254928 w 1144576"/>
                <a:gd name="connsiteY404" fmla="*/ 449333 h 1023181"/>
                <a:gd name="connsiteX405" fmla="*/ 259611 w 1144576"/>
                <a:gd name="connsiteY405" fmla="*/ 456443 h 1023181"/>
                <a:gd name="connsiteX406" fmla="*/ 263426 w 1144576"/>
                <a:gd name="connsiteY406" fmla="*/ 473092 h 1023181"/>
                <a:gd name="connsiteX407" fmla="*/ 264120 w 1144576"/>
                <a:gd name="connsiteY407" fmla="*/ 481936 h 1023181"/>
                <a:gd name="connsiteX408" fmla="*/ 260651 w 1144576"/>
                <a:gd name="connsiteY408" fmla="*/ 490087 h 1023181"/>
                <a:gd name="connsiteX409" fmla="*/ 264293 w 1144576"/>
                <a:gd name="connsiteY409" fmla="*/ 498931 h 1023181"/>
                <a:gd name="connsiteX410" fmla="*/ 267935 w 1144576"/>
                <a:gd name="connsiteY410" fmla="*/ 499625 h 1023181"/>
                <a:gd name="connsiteX411" fmla="*/ 274005 w 1144576"/>
                <a:gd name="connsiteY411" fmla="*/ 503614 h 1023181"/>
                <a:gd name="connsiteX412" fmla="*/ 280768 w 1144576"/>
                <a:gd name="connsiteY412" fmla="*/ 509857 h 1023181"/>
                <a:gd name="connsiteX413" fmla="*/ 295682 w 1144576"/>
                <a:gd name="connsiteY413" fmla="*/ 504481 h 1023181"/>
                <a:gd name="connsiteX414" fmla="*/ 298110 w 1144576"/>
                <a:gd name="connsiteY414" fmla="*/ 509683 h 1023181"/>
                <a:gd name="connsiteX415" fmla="*/ 290653 w 1144576"/>
                <a:gd name="connsiteY415" fmla="*/ 521302 h 1023181"/>
                <a:gd name="connsiteX416" fmla="*/ 274525 w 1144576"/>
                <a:gd name="connsiteY416" fmla="*/ 540205 h 1023181"/>
                <a:gd name="connsiteX417" fmla="*/ 274005 w 1144576"/>
                <a:gd name="connsiteY417" fmla="*/ 550957 h 1023181"/>
                <a:gd name="connsiteX418" fmla="*/ 278514 w 1144576"/>
                <a:gd name="connsiteY418" fmla="*/ 569167 h 1023181"/>
                <a:gd name="connsiteX419" fmla="*/ 285624 w 1144576"/>
                <a:gd name="connsiteY419" fmla="*/ 587029 h 1023181"/>
                <a:gd name="connsiteX420" fmla="*/ 293254 w 1144576"/>
                <a:gd name="connsiteY420" fmla="*/ 596394 h 1023181"/>
                <a:gd name="connsiteX421" fmla="*/ 305567 w 1144576"/>
                <a:gd name="connsiteY421" fmla="*/ 593966 h 1023181"/>
                <a:gd name="connsiteX422" fmla="*/ 322216 w 1144576"/>
                <a:gd name="connsiteY422" fmla="*/ 568993 h 1023181"/>
                <a:gd name="connsiteX423" fmla="*/ 333141 w 1144576"/>
                <a:gd name="connsiteY423" fmla="*/ 562750 h 1023181"/>
                <a:gd name="connsiteX424" fmla="*/ 378404 w 1144576"/>
                <a:gd name="connsiteY424" fmla="*/ 562750 h 1023181"/>
                <a:gd name="connsiteX425" fmla="*/ 363316 w 1144576"/>
                <a:gd name="connsiteY425" fmla="*/ 570901 h 1023181"/>
                <a:gd name="connsiteX426" fmla="*/ 331407 w 1144576"/>
                <a:gd name="connsiteY426" fmla="*/ 579745 h 1023181"/>
                <a:gd name="connsiteX427" fmla="*/ 316493 w 1144576"/>
                <a:gd name="connsiteY427" fmla="*/ 601423 h 1023181"/>
                <a:gd name="connsiteX428" fmla="*/ 300538 w 1144576"/>
                <a:gd name="connsiteY428" fmla="*/ 606279 h 1023181"/>
                <a:gd name="connsiteX429" fmla="*/ 286491 w 1144576"/>
                <a:gd name="connsiteY429" fmla="*/ 614083 h 1023181"/>
                <a:gd name="connsiteX430" fmla="*/ 298110 w 1144576"/>
                <a:gd name="connsiteY430" fmla="*/ 635587 h 1023181"/>
                <a:gd name="connsiteX431" fmla="*/ 288052 w 1144576"/>
                <a:gd name="connsiteY431" fmla="*/ 635587 h 1023181"/>
                <a:gd name="connsiteX432" fmla="*/ 288052 w 1144576"/>
                <a:gd name="connsiteY432" fmla="*/ 642003 h 1023181"/>
                <a:gd name="connsiteX433" fmla="*/ 294295 w 1144576"/>
                <a:gd name="connsiteY433" fmla="*/ 647553 h 1023181"/>
                <a:gd name="connsiteX434" fmla="*/ 303486 w 1144576"/>
                <a:gd name="connsiteY434" fmla="*/ 658652 h 1023181"/>
                <a:gd name="connsiteX435" fmla="*/ 308862 w 1144576"/>
                <a:gd name="connsiteY435" fmla="*/ 662293 h 1023181"/>
                <a:gd name="connsiteX436" fmla="*/ 334355 w 1144576"/>
                <a:gd name="connsiteY436" fmla="*/ 662467 h 1023181"/>
                <a:gd name="connsiteX437" fmla="*/ 346495 w 1144576"/>
                <a:gd name="connsiteY437" fmla="*/ 665589 h 1023181"/>
                <a:gd name="connsiteX438" fmla="*/ 351524 w 1144576"/>
                <a:gd name="connsiteY438" fmla="*/ 678422 h 1023181"/>
                <a:gd name="connsiteX439" fmla="*/ 344413 w 1144576"/>
                <a:gd name="connsiteY439" fmla="*/ 688480 h 1023181"/>
                <a:gd name="connsiteX440" fmla="*/ 310250 w 1144576"/>
                <a:gd name="connsiteY440" fmla="*/ 696631 h 1023181"/>
                <a:gd name="connsiteX441" fmla="*/ 298630 w 1144576"/>
                <a:gd name="connsiteY441" fmla="*/ 707383 h 1023181"/>
                <a:gd name="connsiteX442" fmla="*/ 310423 w 1144576"/>
                <a:gd name="connsiteY442" fmla="*/ 713626 h 1023181"/>
                <a:gd name="connsiteX443" fmla="*/ 343373 w 1144576"/>
                <a:gd name="connsiteY443" fmla="*/ 723684 h 1023181"/>
                <a:gd name="connsiteX444" fmla="*/ 351871 w 1144576"/>
                <a:gd name="connsiteY444" fmla="*/ 734263 h 1023181"/>
                <a:gd name="connsiteX445" fmla="*/ 340598 w 1144576"/>
                <a:gd name="connsiteY445" fmla="*/ 741894 h 1023181"/>
                <a:gd name="connsiteX446" fmla="*/ 331233 w 1144576"/>
                <a:gd name="connsiteY446" fmla="*/ 761664 h 1023181"/>
                <a:gd name="connsiteX447" fmla="*/ 314932 w 1144576"/>
                <a:gd name="connsiteY447" fmla="*/ 806406 h 1023181"/>
                <a:gd name="connsiteX448" fmla="*/ 319788 w 1144576"/>
                <a:gd name="connsiteY448" fmla="*/ 813170 h 1023181"/>
                <a:gd name="connsiteX449" fmla="*/ 325511 w 1144576"/>
                <a:gd name="connsiteY449" fmla="*/ 819413 h 1023181"/>
                <a:gd name="connsiteX450" fmla="*/ 329846 w 1144576"/>
                <a:gd name="connsiteY450" fmla="*/ 821841 h 1023181"/>
                <a:gd name="connsiteX451" fmla="*/ 336089 w 1144576"/>
                <a:gd name="connsiteY451" fmla="*/ 818199 h 1023181"/>
                <a:gd name="connsiteX452" fmla="*/ 341292 w 1144576"/>
                <a:gd name="connsiteY452" fmla="*/ 819413 h 1023181"/>
                <a:gd name="connsiteX453" fmla="*/ 349963 w 1144576"/>
                <a:gd name="connsiteY453" fmla="*/ 825656 h 1023181"/>
                <a:gd name="connsiteX454" fmla="*/ 356380 w 1144576"/>
                <a:gd name="connsiteY454" fmla="*/ 833113 h 1023181"/>
                <a:gd name="connsiteX455" fmla="*/ 367825 w 1144576"/>
                <a:gd name="connsiteY455" fmla="*/ 852016 h 1023181"/>
                <a:gd name="connsiteX456" fmla="*/ 335396 w 1144576"/>
                <a:gd name="connsiteY456" fmla="*/ 842651 h 1023181"/>
                <a:gd name="connsiteX457" fmla="*/ 312157 w 1144576"/>
                <a:gd name="connsiteY457" fmla="*/ 849935 h 1023181"/>
                <a:gd name="connsiteX458" fmla="*/ 285797 w 1144576"/>
                <a:gd name="connsiteY458" fmla="*/ 863288 h 1023181"/>
                <a:gd name="connsiteX459" fmla="*/ 282676 w 1144576"/>
                <a:gd name="connsiteY459" fmla="*/ 891382 h 1023181"/>
                <a:gd name="connsiteX460" fmla="*/ 288052 w 1144576"/>
                <a:gd name="connsiteY460" fmla="*/ 896238 h 1023181"/>
                <a:gd name="connsiteX461" fmla="*/ 290653 w 1144576"/>
                <a:gd name="connsiteY461" fmla="*/ 889995 h 1023181"/>
                <a:gd name="connsiteX462" fmla="*/ 295335 w 1144576"/>
                <a:gd name="connsiteY462" fmla="*/ 871959 h 1023181"/>
                <a:gd name="connsiteX463" fmla="*/ 310423 w 1144576"/>
                <a:gd name="connsiteY463" fmla="*/ 869531 h 1023181"/>
                <a:gd name="connsiteX464" fmla="*/ 327939 w 1144576"/>
                <a:gd name="connsiteY464" fmla="*/ 880803 h 1023181"/>
                <a:gd name="connsiteX465" fmla="*/ 328285 w 1144576"/>
                <a:gd name="connsiteY465" fmla="*/ 891382 h 1023181"/>
                <a:gd name="connsiteX466" fmla="*/ 333141 w 1144576"/>
                <a:gd name="connsiteY466" fmla="*/ 891382 h 1023181"/>
                <a:gd name="connsiteX467" fmla="*/ 343373 w 1144576"/>
                <a:gd name="connsiteY467" fmla="*/ 885486 h 1023181"/>
                <a:gd name="connsiteX468" fmla="*/ 356900 w 1144576"/>
                <a:gd name="connsiteY468" fmla="*/ 891382 h 1023181"/>
                <a:gd name="connsiteX469" fmla="*/ 374589 w 1144576"/>
                <a:gd name="connsiteY469" fmla="*/ 921904 h 1023181"/>
                <a:gd name="connsiteX470" fmla="*/ 384300 w 1144576"/>
                <a:gd name="connsiteY470" fmla="*/ 925199 h 1023181"/>
                <a:gd name="connsiteX471" fmla="*/ 394879 w 1144576"/>
                <a:gd name="connsiteY471" fmla="*/ 929708 h 1023181"/>
                <a:gd name="connsiteX472" fmla="*/ 399908 w 1144576"/>
                <a:gd name="connsiteY472" fmla="*/ 935778 h 1023181"/>
                <a:gd name="connsiteX473" fmla="*/ 389156 w 1144576"/>
                <a:gd name="connsiteY473" fmla="*/ 944449 h 1023181"/>
                <a:gd name="connsiteX474" fmla="*/ 396093 w 1144576"/>
                <a:gd name="connsiteY474" fmla="*/ 956068 h 1023181"/>
                <a:gd name="connsiteX475" fmla="*/ 409099 w 1144576"/>
                <a:gd name="connsiteY475" fmla="*/ 973237 h 1023181"/>
                <a:gd name="connsiteX476" fmla="*/ 415516 w 1144576"/>
                <a:gd name="connsiteY476" fmla="*/ 983642 h 1023181"/>
                <a:gd name="connsiteX477" fmla="*/ 419505 w 1144576"/>
                <a:gd name="connsiteY477" fmla="*/ 995608 h 1023181"/>
                <a:gd name="connsiteX478" fmla="*/ 420719 w 1144576"/>
                <a:gd name="connsiteY478" fmla="*/ 1004453 h 1023181"/>
                <a:gd name="connsiteX479" fmla="*/ 424707 w 1144576"/>
                <a:gd name="connsiteY479" fmla="*/ 1011043 h 1023181"/>
                <a:gd name="connsiteX480" fmla="*/ 436500 w 1144576"/>
                <a:gd name="connsiteY480" fmla="*/ 1016765 h 1023181"/>
                <a:gd name="connsiteX481" fmla="*/ 452628 w 1144576"/>
                <a:gd name="connsiteY481" fmla="*/ 1009655 h 1023181"/>
                <a:gd name="connsiteX482" fmla="*/ 469970 w 1144576"/>
                <a:gd name="connsiteY482" fmla="*/ 1006707 h 1023181"/>
                <a:gd name="connsiteX483" fmla="*/ 484537 w 1144576"/>
                <a:gd name="connsiteY483" fmla="*/ 999770 h 1023181"/>
                <a:gd name="connsiteX484" fmla="*/ 497717 w 1144576"/>
                <a:gd name="connsiteY484" fmla="*/ 987110 h 1023181"/>
                <a:gd name="connsiteX485" fmla="*/ 513325 w 1144576"/>
                <a:gd name="connsiteY485" fmla="*/ 976358 h 1023181"/>
                <a:gd name="connsiteX486" fmla="*/ 529280 w 1144576"/>
                <a:gd name="connsiteY486" fmla="*/ 971503 h 1023181"/>
                <a:gd name="connsiteX487" fmla="*/ 564137 w 1144576"/>
                <a:gd name="connsiteY487" fmla="*/ 928494 h 1023181"/>
                <a:gd name="connsiteX488" fmla="*/ 601250 w 1144576"/>
                <a:gd name="connsiteY488" fmla="*/ 924506 h 1023181"/>
                <a:gd name="connsiteX489" fmla="*/ 644778 w 1144576"/>
                <a:gd name="connsiteY489" fmla="*/ 915141 h 1023181"/>
                <a:gd name="connsiteX490" fmla="*/ 724899 w 1144576"/>
                <a:gd name="connsiteY490" fmla="*/ 889821 h 1023181"/>
                <a:gd name="connsiteX491" fmla="*/ 753513 w 1144576"/>
                <a:gd name="connsiteY491" fmla="*/ 895544 h 1023181"/>
                <a:gd name="connsiteX492" fmla="*/ 746576 w 1144576"/>
                <a:gd name="connsiteY492" fmla="*/ 937859 h 1023181"/>
                <a:gd name="connsiteX493" fmla="*/ 763051 w 1144576"/>
                <a:gd name="connsiteY493" fmla="*/ 963525 h 1023181"/>
                <a:gd name="connsiteX494" fmla="*/ 785943 w 1144576"/>
                <a:gd name="connsiteY494" fmla="*/ 959190 h 1023181"/>
                <a:gd name="connsiteX495" fmla="*/ 807620 w 1144576"/>
                <a:gd name="connsiteY495" fmla="*/ 950692 h 1023181"/>
                <a:gd name="connsiteX496" fmla="*/ 850282 w 1144576"/>
                <a:gd name="connsiteY496" fmla="*/ 942368 h 1023181"/>
                <a:gd name="connsiteX497" fmla="*/ 861554 w 1144576"/>
                <a:gd name="connsiteY497" fmla="*/ 938379 h 1023181"/>
                <a:gd name="connsiteX498" fmla="*/ 872480 w 1144576"/>
                <a:gd name="connsiteY498" fmla="*/ 933524 h 1023181"/>
                <a:gd name="connsiteX499" fmla="*/ 888781 w 1144576"/>
                <a:gd name="connsiteY499" fmla="*/ 930228 h 1023181"/>
                <a:gd name="connsiteX500" fmla="*/ 899186 w 1144576"/>
                <a:gd name="connsiteY500" fmla="*/ 913927 h 1023181"/>
                <a:gd name="connsiteX501" fmla="*/ 912193 w 1144576"/>
                <a:gd name="connsiteY501" fmla="*/ 900573 h 1023181"/>
                <a:gd name="connsiteX502" fmla="*/ 936992 w 1144576"/>
                <a:gd name="connsiteY502" fmla="*/ 922598 h 1023181"/>
                <a:gd name="connsiteX503" fmla="*/ 971850 w 1144576"/>
                <a:gd name="connsiteY503" fmla="*/ 985376 h 1023181"/>
                <a:gd name="connsiteX504" fmla="*/ 997516 w 1144576"/>
                <a:gd name="connsiteY504" fmla="*/ 998383 h 1023181"/>
                <a:gd name="connsiteX505" fmla="*/ 1007401 w 1144576"/>
                <a:gd name="connsiteY505" fmla="*/ 1000984 h 1023181"/>
                <a:gd name="connsiteX506" fmla="*/ 1012083 w 1144576"/>
                <a:gd name="connsiteY506" fmla="*/ 1010522 h 1023181"/>
                <a:gd name="connsiteX507" fmla="*/ 1006707 w 1144576"/>
                <a:gd name="connsiteY507" fmla="*/ 1021448 h 1023181"/>
                <a:gd name="connsiteX508" fmla="*/ 1009829 w 1144576"/>
                <a:gd name="connsiteY508" fmla="*/ 1029078 h 1023181"/>
                <a:gd name="connsiteX509" fmla="*/ 1054571 w 1144576"/>
                <a:gd name="connsiteY509" fmla="*/ 1034974 h 1023181"/>
                <a:gd name="connsiteX510" fmla="*/ 1071220 w 1144576"/>
                <a:gd name="connsiteY510" fmla="*/ 1030813 h 1023181"/>
                <a:gd name="connsiteX511" fmla="*/ 1094111 w 1144576"/>
                <a:gd name="connsiteY511" fmla="*/ 1029772 h 1023181"/>
                <a:gd name="connsiteX512" fmla="*/ 1117003 w 1144576"/>
                <a:gd name="connsiteY512" fmla="*/ 1023355 h 1023181"/>
                <a:gd name="connsiteX513" fmla="*/ 1135732 w 1144576"/>
                <a:gd name="connsiteY513" fmla="*/ 1006880 h 1023181"/>
                <a:gd name="connsiteX514" fmla="*/ 1154115 w 1144576"/>
                <a:gd name="connsiteY514" fmla="*/ 988498 h 1023181"/>
                <a:gd name="connsiteX515" fmla="*/ 1136772 w 1144576"/>
                <a:gd name="connsiteY515" fmla="*/ 961271 h 102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</a:cxnLst>
              <a:rect l="l" t="t" r="r" b="b"/>
              <a:pathLst>
                <a:path w="1144576" h="1023181">
                  <a:moveTo>
                    <a:pt x="220591" y="594313"/>
                  </a:moveTo>
                  <a:lnTo>
                    <a:pt x="214695" y="576450"/>
                  </a:lnTo>
                  <a:lnTo>
                    <a:pt x="212614" y="567259"/>
                  </a:lnTo>
                  <a:lnTo>
                    <a:pt x="213307" y="562403"/>
                  </a:lnTo>
                  <a:lnTo>
                    <a:pt x="214175" y="556334"/>
                  </a:lnTo>
                  <a:lnTo>
                    <a:pt x="203249" y="550264"/>
                  </a:lnTo>
                  <a:lnTo>
                    <a:pt x="197873" y="549223"/>
                  </a:lnTo>
                  <a:lnTo>
                    <a:pt x="197873" y="543327"/>
                  </a:lnTo>
                  <a:lnTo>
                    <a:pt x="214175" y="543327"/>
                  </a:lnTo>
                  <a:lnTo>
                    <a:pt x="207238" y="531361"/>
                  </a:lnTo>
                  <a:lnTo>
                    <a:pt x="198393" y="526158"/>
                  </a:lnTo>
                  <a:lnTo>
                    <a:pt x="194405" y="519221"/>
                  </a:lnTo>
                  <a:lnTo>
                    <a:pt x="197873" y="511418"/>
                  </a:lnTo>
                  <a:lnTo>
                    <a:pt x="195792" y="502053"/>
                  </a:lnTo>
                  <a:lnTo>
                    <a:pt x="182785" y="472398"/>
                  </a:lnTo>
                  <a:lnTo>
                    <a:pt x="182092" y="465808"/>
                  </a:lnTo>
                  <a:lnTo>
                    <a:pt x="187988" y="461126"/>
                  </a:lnTo>
                  <a:lnTo>
                    <a:pt x="191283" y="454015"/>
                  </a:lnTo>
                  <a:lnTo>
                    <a:pt x="189896" y="448119"/>
                  </a:lnTo>
                  <a:lnTo>
                    <a:pt x="179664" y="431644"/>
                  </a:lnTo>
                  <a:lnTo>
                    <a:pt x="164923" y="436500"/>
                  </a:lnTo>
                  <a:lnTo>
                    <a:pt x="151223" y="449333"/>
                  </a:lnTo>
                  <a:lnTo>
                    <a:pt x="144459" y="458177"/>
                  </a:lnTo>
                  <a:lnTo>
                    <a:pt x="152437" y="485058"/>
                  </a:lnTo>
                  <a:lnTo>
                    <a:pt x="156079" y="506388"/>
                  </a:lnTo>
                  <a:lnTo>
                    <a:pt x="159027" y="541593"/>
                  </a:lnTo>
                  <a:lnTo>
                    <a:pt x="154865" y="564658"/>
                  </a:lnTo>
                  <a:lnTo>
                    <a:pt x="163015" y="560322"/>
                  </a:lnTo>
                  <a:lnTo>
                    <a:pt x="166657" y="568993"/>
                  </a:lnTo>
                  <a:lnTo>
                    <a:pt x="177236" y="556507"/>
                  </a:lnTo>
                  <a:lnTo>
                    <a:pt x="182612" y="562403"/>
                  </a:lnTo>
                  <a:lnTo>
                    <a:pt x="168565" y="581826"/>
                  </a:lnTo>
                  <a:lnTo>
                    <a:pt x="166137" y="596220"/>
                  </a:lnTo>
                  <a:lnTo>
                    <a:pt x="174808" y="600382"/>
                  </a:lnTo>
                  <a:lnTo>
                    <a:pt x="193191" y="588763"/>
                  </a:lnTo>
                  <a:lnTo>
                    <a:pt x="190069" y="597261"/>
                  </a:lnTo>
                  <a:lnTo>
                    <a:pt x="184173" y="602810"/>
                  </a:lnTo>
                  <a:lnTo>
                    <a:pt x="180358" y="608013"/>
                  </a:lnTo>
                  <a:lnTo>
                    <a:pt x="182439" y="622407"/>
                  </a:lnTo>
                  <a:lnTo>
                    <a:pt x="193538" y="624141"/>
                  </a:lnTo>
                  <a:lnTo>
                    <a:pt x="227875" y="622233"/>
                  </a:lnTo>
                  <a:lnTo>
                    <a:pt x="235332" y="625702"/>
                  </a:lnTo>
                  <a:lnTo>
                    <a:pt x="230996" y="610614"/>
                  </a:lnTo>
                  <a:lnTo>
                    <a:pt x="220591" y="594313"/>
                  </a:lnTo>
                  <a:close/>
                  <a:moveTo>
                    <a:pt x="1136772" y="961271"/>
                  </a:moveTo>
                  <a:lnTo>
                    <a:pt x="1120991" y="933177"/>
                  </a:lnTo>
                  <a:lnTo>
                    <a:pt x="1114401" y="900400"/>
                  </a:lnTo>
                  <a:lnTo>
                    <a:pt x="1115442" y="867277"/>
                  </a:lnTo>
                  <a:lnTo>
                    <a:pt x="1107465" y="838836"/>
                  </a:lnTo>
                  <a:lnTo>
                    <a:pt x="1083706" y="824268"/>
                  </a:lnTo>
                  <a:lnTo>
                    <a:pt x="1060814" y="816811"/>
                  </a:lnTo>
                  <a:lnTo>
                    <a:pt x="1035842" y="822014"/>
                  </a:lnTo>
                  <a:lnTo>
                    <a:pt x="1033761" y="794787"/>
                  </a:lnTo>
                  <a:lnTo>
                    <a:pt x="1035148" y="768254"/>
                  </a:lnTo>
                  <a:lnTo>
                    <a:pt x="1044513" y="731142"/>
                  </a:lnTo>
                  <a:lnTo>
                    <a:pt x="1062028" y="699579"/>
                  </a:lnTo>
                  <a:lnTo>
                    <a:pt x="1069139" y="683451"/>
                  </a:lnTo>
                  <a:lnTo>
                    <a:pt x="1076942" y="669230"/>
                  </a:lnTo>
                  <a:lnTo>
                    <a:pt x="1089602" y="659692"/>
                  </a:lnTo>
                  <a:lnTo>
                    <a:pt x="1092550" y="643044"/>
                  </a:lnTo>
                  <a:lnTo>
                    <a:pt x="1082665" y="639749"/>
                  </a:lnTo>
                  <a:lnTo>
                    <a:pt x="1071913" y="634893"/>
                  </a:lnTo>
                  <a:lnTo>
                    <a:pt x="1058907" y="644431"/>
                  </a:lnTo>
                  <a:lnTo>
                    <a:pt x="1048675" y="658131"/>
                  </a:lnTo>
                  <a:lnTo>
                    <a:pt x="1044860" y="680676"/>
                  </a:lnTo>
                  <a:lnTo>
                    <a:pt x="1034628" y="696978"/>
                  </a:lnTo>
                  <a:lnTo>
                    <a:pt x="1023355" y="738599"/>
                  </a:lnTo>
                  <a:lnTo>
                    <a:pt x="1003065" y="754900"/>
                  </a:lnTo>
                  <a:lnTo>
                    <a:pt x="991966" y="758715"/>
                  </a:lnTo>
                  <a:lnTo>
                    <a:pt x="974624" y="748657"/>
                  </a:lnTo>
                  <a:lnTo>
                    <a:pt x="949305" y="735997"/>
                  </a:lnTo>
                  <a:lnTo>
                    <a:pt x="939073" y="717094"/>
                  </a:lnTo>
                  <a:lnTo>
                    <a:pt x="931963" y="683104"/>
                  </a:lnTo>
                  <a:lnTo>
                    <a:pt x="919823" y="660386"/>
                  </a:lnTo>
                  <a:lnTo>
                    <a:pt x="913754" y="634026"/>
                  </a:lnTo>
                  <a:lnTo>
                    <a:pt x="929361" y="569860"/>
                  </a:lnTo>
                  <a:lnTo>
                    <a:pt x="932483" y="562403"/>
                  </a:lnTo>
                  <a:lnTo>
                    <a:pt x="930402" y="556160"/>
                  </a:lnTo>
                  <a:lnTo>
                    <a:pt x="791839" y="594139"/>
                  </a:lnTo>
                  <a:lnTo>
                    <a:pt x="721257" y="580266"/>
                  </a:lnTo>
                  <a:lnTo>
                    <a:pt x="728367" y="560149"/>
                  </a:lnTo>
                  <a:lnTo>
                    <a:pt x="740159" y="548876"/>
                  </a:lnTo>
                  <a:lnTo>
                    <a:pt x="839009" y="503267"/>
                  </a:lnTo>
                  <a:lnTo>
                    <a:pt x="842651" y="473612"/>
                  </a:lnTo>
                  <a:lnTo>
                    <a:pt x="852363" y="445865"/>
                  </a:lnTo>
                  <a:lnTo>
                    <a:pt x="850975" y="429563"/>
                  </a:lnTo>
                  <a:lnTo>
                    <a:pt x="866063" y="396613"/>
                  </a:lnTo>
                  <a:lnTo>
                    <a:pt x="887567" y="365571"/>
                  </a:lnTo>
                  <a:lnTo>
                    <a:pt x="903869" y="337130"/>
                  </a:lnTo>
                  <a:lnTo>
                    <a:pt x="910285" y="330193"/>
                  </a:lnTo>
                  <a:lnTo>
                    <a:pt x="917569" y="331407"/>
                  </a:lnTo>
                  <a:lnTo>
                    <a:pt x="924853" y="329326"/>
                  </a:lnTo>
                  <a:lnTo>
                    <a:pt x="928841" y="321869"/>
                  </a:lnTo>
                  <a:lnTo>
                    <a:pt x="929882" y="313545"/>
                  </a:lnTo>
                  <a:lnTo>
                    <a:pt x="932310" y="302966"/>
                  </a:lnTo>
                  <a:lnTo>
                    <a:pt x="936125" y="292734"/>
                  </a:lnTo>
                  <a:lnTo>
                    <a:pt x="938033" y="281809"/>
                  </a:lnTo>
                  <a:lnTo>
                    <a:pt x="936298" y="270883"/>
                  </a:lnTo>
                  <a:lnTo>
                    <a:pt x="931096" y="261171"/>
                  </a:lnTo>
                  <a:lnTo>
                    <a:pt x="924679" y="255275"/>
                  </a:lnTo>
                  <a:lnTo>
                    <a:pt x="925546" y="235332"/>
                  </a:lnTo>
                  <a:lnTo>
                    <a:pt x="915314" y="228222"/>
                  </a:lnTo>
                  <a:lnTo>
                    <a:pt x="901961" y="201515"/>
                  </a:lnTo>
                  <a:lnTo>
                    <a:pt x="891556" y="195445"/>
                  </a:lnTo>
                  <a:lnTo>
                    <a:pt x="882365" y="185907"/>
                  </a:lnTo>
                  <a:lnTo>
                    <a:pt x="876295" y="171513"/>
                  </a:lnTo>
                  <a:lnTo>
                    <a:pt x="839703" y="166484"/>
                  </a:lnTo>
                  <a:lnTo>
                    <a:pt x="809701" y="141338"/>
                  </a:lnTo>
                  <a:lnTo>
                    <a:pt x="776231" y="126077"/>
                  </a:lnTo>
                  <a:lnTo>
                    <a:pt x="711892" y="153651"/>
                  </a:lnTo>
                  <a:lnTo>
                    <a:pt x="681543" y="153651"/>
                  </a:lnTo>
                  <a:lnTo>
                    <a:pt x="645472" y="146194"/>
                  </a:lnTo>
                  <a:lnTo>
                    <a:pt x="645298" y="146194"/>
                  </a:lnTo>
                  <a:lnTo>
                    <a:pt x="630384" y="157639"/>
                  </a:lnTo>
                  <a:lnTo>
                    <a:pt x="596741" y="171166"/>
                  </a:lnTo>
                  <a:lnTo>
                    <a:pt x="582520" y="173594"/>
                  </a:lnTo>
                  <a:lnTo>
                    <a:pt x="566739" y="180704"/>
                  </a:lnTo>
                  <a:lnTo>
                    <a:pt x="574716" y="197006"/>
                  </a:lnTo>
                  <a:lnTo>
                    <a:pt x="601250" y="226487"/>
                  </a:lnTo>
                  <a:lnTo>
                    <a:pt x="584775" y="224406"/>
                  </a:lnTo>
                  <a:lnTo>
                    <a:pt x="569167" y="219897"/>
                  </a:lnTo>
                  <a:lnTo>
                    <a:pt x="575583" y="244176"/>
                  </a:lnTo>
                  <a:lnTo>
                    <a:pt x="571595" y="257876"/>
                  </a:lnTo>
                  <a:lnTo>
                    <a:pt x="563964" y="270710"/>
                  </a:lnTo>
                  <a:lnTo>
                    <a:pt x="559455" y="292387"/>
                  </a:lnTo>
                  <a:lnTo>
                    <a:pt x="553039" y="289439"/>
                  </a:lnTo>
                  <a:lnTo>
                    <a:pt x="548530" y="285624"/>
                  </a:lnTo>
                  <a:lnTo>
                    <a:pt x="545581" y="280074"/>
                  </a:lnTo>
                  <a:lnTo>
                    <a:pt x="543327" y="271924"/>
                  </a:lnTo>
                  <a:lnTo>
                    <a:pt x="555987" y="268108"/>
                  </a:lnTo>
                  <a:lnTo>
                    <a:pt x="558241" y="259437"/>
                  </a:lnTo>
                  <a:lnTo>
                    <a:pt x="551651" y="229262"/>
                  </a:lnTo>
                  <a:lnTo>
                    <a:pt x="544714" y="217643"/>
                  </a:lnTo>
                  <a:lnTo>
                    <a:pt x="543154" y="209666"/>
                  </a:lnTo>
                  <a:lnTo>
                    <a:pt x="543847" y="202035"/>
                  </a:lnTo>
                  <a:lnTo>
                    <a:pt x="547489" y="188855"/>
                  </a:lnTo>
                  <a:lnTo>
                    <a:pt x="548356" y="182959"/>
                  </a:lnTo>
                  <a:lnTo>
                    <a:pt x="546622" y="155385"/>
                  </a:lnTo>
                  <a:lnTo>
                    <a:pt x="543327" y="141164"/>
                  </a:lnTo>
                  <a:lnTo>
                    <a:pt x="537778" y="133187"/>
                  </a:lnTo>
                  <a:lnTo>
                    <a:pt x="529800" y="134574"/>
                  </a:lnTo>
                  <a:lnTo>
                    <a:pt x="515233" y="153304"/>
                  </a:lnTo>
                  <a:lnTo>
                    <a:pt x="506215" y="159027"/>
                  </a:lnTo>
                  <a:lnTo>
                    <a:pt x="518354" y="117232"/>
                  </a:lnTo>
                  <a:lnTo>
                    <a:pt x="517140" y="96595"/>
                  </a:lnTo>
                  <a:lnTo>
                    <a:pt x="500839" y="79773"/>
                  </a:lnTo>
                  <a:lnTo>
                    <a:pt x="487312" y="70929"/>
                  </a:lnTo>
                  <a:lnTo>
                    <a:pt x="468583" y="65900"/>
                  </a:lnTo>
                  <a:lnTo>
                    <a:pt x="453669" y="60524"/>
                  </a:lnTo>
                  <a:lnTo>
                    <a:pt x="440315" y="58790"/>
                  </a:lnTo>
                  <a:lnTo>
                    <a:pt x="428349" y="58963"/>
                  </a:lnTo>
                  <a:lnTo>
                    <a:pt x="415516" y="65033"/>
                  </a:lnTo>
                  <a:lnTo>
                    <a:pt x="408406" y="78560"/>
                  </a:lnTo>
                  <a:lnTo>
                    <a:pt x="403550" y="86884"/>
                  </a:lnTo>
                  <a:lnTo>
                    <a:pt x="400428" y="94688"/>
                  </a:lnTo>
                  <a:lnTo>
                    <a:pt x="403377" y="118273"/>
                  </a:lnTo>
                  <a:lnTo>
                    <a:pt x="401295" y="126250"/>
                  </a:lnTo>
                  <a:lnTo>
                    <a:pt x="397827" y="133360"/>
                  </a:lnTo>
                  <a:lnTo>
                    <a:pt x="389330" y="139257"/>
                  </a:lnTo>
                  <a:lnTo>
                    <a:pt x="392104" y="123302"/>
                  </a:lnTo>
                  <a:lnTo>
                    <a:pt x="391237" y="114284"/>
                  </a:lnTo>
                  <a:lnTo>
                    <a:pt x="383607" y="99543"/>
                  </a:lnTo>
                  <a:lnTo>
                    <a:pt x="382046" y="92607"/>
                  </a:lnTo>
                  <a:lnTo>
                    <a:pt x="389503" y="83762"/>
                  </a:lnTo>
                  <a:lnTo>
                    <a:pt x="393145" y="70582"/>
                  </a:lnTo>
                  <a:lnTo>
                    <a:pt x="385341" y="57402"/>
                  </a:lnTo>
                  <a:lnTo>
                    <a:pt x="374068" y="51159"/>
                  </a:lnTo>
                  <a:lnTo>
                    <a:pt x="362276" y="43182"/>
                  </a:lnTo>
                  <a:lnTo>
                    <a:pt x="356206" y="36939"/>
                  </a:lnTo>
                  <a:lnTo>
                    <a:pt x="341465" y="26707"/>
                  </a:lnTo>
                  <a:lnTo>
                    <a:pt x="326031" y="15608"/>
                  </a:lnTo>
                  <a:lnTo>
                    <a:pt x="314932" y="5896"/>
                  </a:lnTo>
                  <a:lnTo>
                    <a:pt x="302619" y="0"/>
                  </a:lnTo>
                  <a:lnTo>
                    <a:pt x="288399" y="347"/>
                  </a:lnTo>
                  <a:lnTo>
                    <a:pt x="290133" y="15434"/>
                  </a:lnTo>
                  <a:lnTo>
                    <a:pt x="297416" y="37806"/>
                  </a:lnTo>
                  <a:lnTo>
                    <a:pt x="313371" y="52893"/>
                  </a:lnTo>
                  <a:lnTo>
                    <a:pt x="328112" y="60004"/>
                  </a:lnTo>
                  <a:lnTo>
                    <a:pt x="339037" y="62778"/>
                  </a:lnTo>
                  <a:lnTo>
                    <a:pt x="344413" y="69021"/>
                  </a:lnTo>
                  <a:lnTo>
                    <a:pt x="343720" y="75611"/>
                  </a:lnTo>
                  <a:lnTo>
                    <a:pt x="336436" y="79947"/>
                  </a:lnTo>
                  <a:lnTo>
                    <a:pt x="326725" y="79947"/>
                  </a:lnTo>
                  <a:lnTo>
                    <a:pt x="318747" y="76305"/>
                  </a:lnTo>
                  <a:lnTo>
                    <a:pt x="312157" y="70409"/>
                  </a:lnTo>
                  <a:lnTo>
                    <a:pt x="299844" y="54974"/>
                  </a:lnTo>
                  <a:lnTo>
                    <a:pt x="291867" y="47517"/>
                  </a:lnTo>
                  <a:lnTo>
                    <a:pt x="285277" y="46303"/>
                  </a:lnTo>
                  <a:lnTo>
                    <a:pt x="282676" y="56709"/>
                  </a:lnTo>
                  <a:lnTo>
                    <a:pt x="286144" y="59483"/>
                  </a:lnTo>
                  <a:lnTo>
                    <a:pt x="333661" y="109775"/>
                  </a:lnTo>
                  <a:lnTo>
                    <a:pt x="339558" y="119660"/>
                  </a:lnTo>
                  <a:lnTo>
                    <a:pt x="346321" y="139430"/>
                  </a:lnTo>
                  <a:lnTo>
                    <a:pt x="351871" y="146714"/>
                  </a:lnTo>
                  <a:lnTo>
                    <a:pt x="351871" y="152784"/>
                  </a:lnTo>
                  <a:lnTo>
                    <a:pt x="340945" y="152090"/>
                  </a:lnTo>
                  <a:lnTo>
                    <a:pt x="335049" y="145673"/>
                  </a:lnTo>
                  <a:lnTo>
                    <a:pt x="331060" y="135962"/>
                  </a:lnTo>
                  <a:lnTo>
                    <a:pt x="325511" y="125557"/>
                  </a:lnTo>
                  <a:lnTo>
                    <a:pt x="312157" y="110642"/>
                  </a:lnTo>
                  <a:lnTo>
                    <a:pt x="302792" y="104226"/>
                  </a:lnTo>
                  <a:lnTo>
                    <a:pt x="298630" y="109602"/>
                  </a:lnTo>
                  <a:lnTo>
                    <a:pt x="295335" y="132320"/>
                  </a:lnTo>
                  <a:lnTo>
                    <a:pt x="281115" y="178623"/>
                  </a:lnTo>
                  <a:lnTo>
                    <a:pt x="277993" y="202729"/>
                  </a:lnTo>
                  <a:lnTo>
                    <a:pt x="275392" y="207238"/>
                  </a:lnTo>
                  <a:lnTo>
                    <a:pt x="269669" y="203943"/>
                  </a:lnTo>
                  <a:lnTo>
                    <a:pt x="263946" y="195098"/>
                  </a:lnTo>
                  <a:lnTo>
                    <a:pt x="261345" y="182612"/>
                  </a:lnTo>
                  <a:lnTo>
                    <a:pt x="261345" y="139430"/>
                  </a:lnTo>
                  <a:lnTo>
                    <a:pt x="263600" y="133360"/>
                  </a:lnTo>
                  <a:lnTo>
                    <a:pt x="270536" y="125036"/>
                  </a:lnTo>
                  <a:lnTo>
                    <a:pt x="271924" y="122435"/>
                  </a:lnTo>
                  <a:lnTo>
                    <a:pt x="271057" y="115845"/>
                  </a:lnTo>
                  <a:lnTo>
                    <a:pt x="267415" y="109775"/>
                  </a:lnTo>
                  <a:lnTo>
                    <a:pt x="266548" y="103012"/>
                  </a:lnTo>
                  <a:lnTo>
                    <a:pt x="263253" y="94861"/>
                  </a:lnTo>
                  <a:lnTo>
                    <a:pt x="255622" y="94688"/>
                  </a:lnTo>
                  <a:lnTo>
                    <a:pt x="247298" y="99370"/>
                  </a:lnTo>
                  <a:lnTo>
                    <a:pt x="240535" y="106133"/>
                  </a:lnTo>
                  <a:lnTo>
                    <a:pt x="235679" y="90526"/>
                  </a:lnTo>
                  <a:lnTo>
                    <a:pt x="240188" y="79600"/>
                  </a:lnTo>
                  <a:lnTo>
                    <a:pt x="247645" y="71276"/>
                  </a:lnTo>
                  <a:lnTo>
                    <a:pt x="251633" y="63299"/>
                  </a:lnTo>
                  <a:lnTo>
                    <a:pt x="245911" y="50465"/>
                  </a:lnTo>
                  <a:lnTo>
                    <a:pt x="232210" y="45610"/>
                  </a:lnTo>
                  <a:lnTo>
                    <a:pt x="203596" y="46130"/>
                  </a:lnTo>
                  <a:lnTo>
                    <a:pt x="203596" y="53414"/>
                  </a:lnTo>
                  <a:lnTo>
                    <a:pt x="207064" y="60697"/>
                  </a:lnTo>
                  <a:lnTo>
                    <a:pt x="204116" y="63645"/>
                  </a:lnTo>
                  <a:lnTo>
                    <a:pt x="197700" y="62258"/>
                  </a:lnTo>
                  <a:lnTo>
                    <a:pt x="190243" y="56535"/>
                  </a:lnTo>
                  <a:lnTo>
                    <a:pt x="182612" y="52200"/>
                  </a:lnTo>
                  <a:lnTo>
                    <a:pt x="174288" y="53587"/>
                  </a:lnTo>
                  <a:lnTo>
                    <a:pt x="166657" y="58963"/>
                  </a:lnTo>
                  <a:lnTo>
                    <a:pt x="160934" y="66420"/>
                  </a:lnTo>
                  <a:lnTo>
                    <a:pt x="175155" y="65380"/>
                  </a:lnTo>
                  <a:lnTo>
                    <a:pt x="187121" y="69021"/>
                  </a:lnTo>
                  <a:lnTo>
                    <a:pt x="192670" y="77866"/>
                  </a:lnTo>
                  <a:lnTo>
                    <a:pt x="187641" y="92953"/>
                  </a:lnTo>
                  <a:lnTo>
                    <a:pt x="176542" y="84803"/>
                  </a:lnTo>
                  <a:lnTo>
                    <a:pt x="172900" y="87924"/>
                  </a:lnTo>
                  <a:lnTo>
                    <a:pt x="175328" y="96942"/>
                  </a:lnTo>
                  <a:lnTo>
                    <a:pt x="182785" y="106133"/>
                  </a:lnTo>
                  <a:lnTo>
                    <a:pt x="192844" y="110122"/>
                  </a:lnTo>
                  <a:lnTo>
                    <a:pt x="212614" y="110642"/>
                  </a:lnTo>
                  <a:lnTo>
                    <a:pt x="219377" y="112897"/>
                  </a:lnTo>
                  <a:lnTo>
                    <a:pt x="225447" y="129025"/>
                  </a:lnTo>
                  <a:lnTo>
                    <a:pt x="222672" y="150702"/>
                  </a:lnTo>
                  <a:lnTo>
                    <a:pt x="211747" y="168565"/>
                  </a:lnTo>
                  <a:lnTo>
                    <a:pt x="193017" y="172900"/>
                  </a:lnTo>
                  <a:lnTo>
                    <a:pt x="193017" y="178970"/>
                  </a:lnTo>
                  <a:lnTo>
                    <a:pt x="207931" y="185213"/>
                  </a:lnTo>
                  <a:lnTo>
                    <a:pt x="214175" y="186080"/>
                  </a:lnTo>
                  <a:lnTo>
                    <a:pt x="214175" y="192150"/>
                  </a:lnTo>
                  <a:lnTo>
                    <a:pt x="198740" y="196139"/>
                  </a:lnTo>
                  <a:lnTo>
                    <a:pt x="190589" y="199434"/>
                  </a:lnTo>
                  <a:lnTo>
                    <a:pt x="187294" y="202729"/>
                  </a:lnTo>
                  <a:lnTo>
                    <a:pt x="183826" y="213134"/>
                  </a:lnTo>
                  <a:lnTo>
                    <a:pt x="176195" y="208105"/>
                  </a:lnTo>
                  <a:lnTo>
                    <a:pt x="163709" y="192150"/>
                  </a:lnTo>
                  <a:lnTo>
                    <a:pt x="155385" y="201862"/>
                  </a:lnTo>
                  <a:lnTo>
                    <a:pt x="161108" y="223539"/>
                  </a:lnTo>
                  <a:lnTo>
                    <a:pt x="177062" y="258223"/>
                  </a:lnTo>
                  <a:lnTo>
                    <a:pt x="154691" y="242962"/>
                  </a:lnTo>
                  <a:lnTo>
                    <a:pt x="144980" y="243309"/>
                  </a:lnTo>
                  <a:lnTo>
                    <a:pt x="131973" y="255275"/>
                  </a:lnTo>
                  <a:lnTo>
                    <a:pt x="126424" y="257876"/>
                  </a:lnTo>
                  <a:lnTo>
                    <a:pt x="122262" y="252674"/>
                  </a:lnTo>
                  <a:lnTo>
                    <a:pt x="119660" y="243829"/>
                  </a:lnTo>
                  <a:lnTo>
                    <a:pt x="118967" y="235505"/>
                  </a:lnTo>
                  <a:lnTo>
                    <a:pt x="121915" y="232904"/>
                  </a:lnTo>
                  <a:lnTo>
                    <a:pt x="135788" y="223713"/>
                  </a:lnTo>
                  <a:lnTo>
                    <a:pt x="139950" y="219204"/>
                  </a:lnTo>
                  <a:lnTo>
                    <a:pt x="139257" y="215388"/>
                  </a:lnTo>
                  <a:lnTo>
                    <a:pt x="134401" y="201168"/>
                  </a:lnTo>
                  <a:lnTo>
                    <a:pt x="134228" y="192323"/>
                  </a:lnTo>
                  <a:lnTo>
                    <a:pt x="138910" y="183999"/>
                  </a:lnTo>
                  <a:lnTo>
                    <a:pt x="146541" y="176022"/>
                  </a:lnTo>
                  <a:lnTo>
                    <a:pt x="151223" y="167004"/>
                  </a:lnTo>
                  <a:lnTo>
                    <a:pt x="141511" y="141511"/>
                  </a:lnTo>
                  <a:lnTo>
                    <a:pt x="138043" y="120354"/>
                  </a:lnTo>
                  <a:lnTo>
                    <a:pt x="137523" y="99370"/>
                  </a:lnTo>
                  <a:lnTo>
                    <a:pt x="139777" y="86017"/>
                  </a:lnTo>
                  <a:lnTo>
                    <a:pt x="121741" y="91566"/>
                  </a:lnTo>
                  <a:lnTo>
                    <a:pt x="118100" y="115498"/>
                  </a:lnTo>
                  <a:lnTo>
                    <a:pt x="120007" y="144806"/>
                  </a:lnTo>
                  <a:lnTo>
                    <a:pt x="118620" y="166657"/>
                  </a:lnTo>
                  <a:lnTo>
                    <a:pt x="113591" y="175328"/>
                  </a:lnTo>
                  <a:lnTo>
                    <a:pt x="108388" y="178970"/>
                  </a:lnTo>
                  <a:lnTo>
                    <a:pt x="89138" y="179317"/>
                  </a:lnTo>
                  <a:lnTo>
                    <a:pt x="78560" y="177062"/>
                  </a:lnTo>
                  <a:lnTo>
                    <a:pt x="76652" y="170473"/>
                  </a:lnTo>
                  <a:lnTo>
                    <a:pt x="81508" y="146887"/>
                  </a:lnTo>
                  <a:lnTo>
                    <a:pt x="62605" y="153651"/>
                  </a:lnTo>
                  <a:lnTo>
                    <a:pt x="49598" y="164229"/>
                  </a:lnTo>
                  <a:lnTo>
                    <a:pt x="48384" y="177756"/>
                  </a:lnTo>
                  <a:lnTo>
                    <a:pt x="65900" y="192323"/>
                  </a:lnTo>
                  <a:lnTo>
                    <a:pt x="53067" y="212961"/>
                  </a:lnTo>
                  <a:lnTo>
                    <a:pt x="54454" y="224927"/>
                  </a:lnTo>
                  <a:lnTo>
                    <a:pt x="66594" y="230476"/>
                  </a:lnTo>
                  <a:lnTo>
                    <a:pt x="86364" y="231863"/>
                  </a:lnTo>
                  <a:lnTo>
                    <a:pt x="80467" y="243309"/>
                  </a:lnTo>
                  <a:lnTo>
                    <a:pt x="71449" y="245737"/>
                  </a:lnTo>
                  <a:lnTo>
                    <a:pt x="49425" y="239147"/>
                  </a:lnTo>
                  <a:lnTo>
                    <a:pt x="57749" y="254061"/>
                  </a:lnTo>
                  <a:lnTo>
                    <a:pt x="65900" y="265507"/>
                  </a:lnTo>
                  <a:lnTo>
                    <a:pt x="59310" y="264120"/>
                  </a:lnTo>
                  <a:lnTo>
                    <a:pt x="53414" y="262039"/>
                  </a:lnTo>
                  <a:lnTo>
                    <a:pt x="48384" y="261692"/>
                  </a:lnTo>
                  <a:lnTo>
                    <a:pt x="44222" y="265507"/>
                  </a:lnTo>
                  <a:lnTo>
                    <a:pt x="38846" y="257703"/>
                  </a:lnTo>
                  <a:lnTo>
                    <a:pt x="34684" y="249726"/>
                  </a:lnTo>
                  <a:lnTo>
                    <a:pt x="31389" y="241228"/>
                  </a:lnTo>
                  <a:lnTo>
                    <a:pt x="28961" y="231863"/>
                  </a:lnTo>
                  <a:lnTo>
                    <a:pt x="25840" y="244176"/>
                  </a:lnTo>
                  <a:lnTo>
                    <a:pt x="21851" y="253021"/>
                  </a:lnTo>
                  <a:lnTo>
                    <a:pt x="2081" y="278340"/>
                  </a:lnTo>
                  <a:lnTo>
                    <a:pt x="0" y="284930"/>
                  </a:lnTo>
                  <a:lnTo>
                    <a:pt x="1561" y="308515"/>
                  </a:lnTo>
                  <a:lnTo>
                    <a:pt x="694" y="332794"/>
                  </a:lnTo>
                  <a:lnTo>
                    <a:pt x="3642" y="340598"/>
                  </a:lnTo>
                  <a:lnTo>
                    <a:pt x="12660" y="332274"/>
                  </a:lnTo>
                  <a:lnTo>
                    <a:pt x="16995" y="321175"/>
                  </a:lnTo>
                  <a:lnTo>
                    <a:pt x="19250" y="297070"/>
                  </a:lnTo>
                  <a:lnTo>
                    <a:pt x="23238" y="285450"/>
                  </a:lnTo>
                  <a:lnTo>
                    <a:pt x="33297" y="293775"/>
                  </a:lnTo>
                  <a:lnTo>
                    <a:pt x="45783" y="297416"/>
                  </a:lnTo>
                  <a:lnTo>
                    <a:pt x="57749" y="303313"/>
                  </a:lnTo>
                  <a:lnTo>
                    <a:pt x="66073" y="318574"/>
                  </a:lnTo>
                  <a:lnTo>
                    <a:pt x="66247" y="333141"/>
                  </a:lnTo>
                  <a:lnTo>
                    <a:pt x="58096" y="338691"/>
                  </a:lnTo>
                  <a:lnTo>
                    <a:pt x="26187" y="338344"/>
                  </a:lnTo>
                  <a:lnTo>
                    <a:pt x="22371" y="342332"/>
                  </a:lnTo>
                  <a:lnTo>
                    <a:pt x="23585" y="351177"/>
                  </a:lnTo>
                  <a:lnTo>
                    <a:pt x="26880" y="360195"/>
                  </a:lnTo>
                  <a:lnTo>
                    <a:pt x="29135" y="364704"/>
                  </a:lnTo>
                  <a:lnTo>
                    <a:pt x="38499" y="370080"/>
                  </a:lnTo>
                  <a:lnTo>
                    <a:pt x="46477" y="369559"/>
                  </a:lnTo>
                  <a:lnTo>
                    <a:pt x="54454" y="366438"/>
                  </a:lnTo>
                  <a:lnTo>
                    <a:pt x="63299" y="364704"/>
                  </a:lnTo>
                  <a:lnTo>
                    <a:pt x="78386" y="359154"/>
                  </a:lnTo>
                  <a:lnTo>
                    <a:pt x="98850" y="333141"/>
                  </a:lnTo>
                  <a:lnTo>
                    <a:pt x="113070" y="325164"/>
                  </a:lnTo>
                  <a:lnTo>
                    <a:pt x="118967" y="351524"/>
                  </a:lnTo>
                  <a:lnTo>
                    <a:pt x="112203" y="370253"/>
                  </a:lnTo>
                  <a:lnTo>
                    <a:pt x="134921" y="407712"/>
                  </a:lnTo>
                  <a:lnTo>
                    <a:pt x="124343" y="431297"/>
                  </a:lnTo>
                  <a:lnTo>
                    <a:pt x="126944" y="436847"/>
                  </a:lnTo>
                  <a:lnTo>
                    <a:pt x="128678" y="443437"/>
                  </a:lnTo>
                  <a:lnTo>
                    <a:pt x="129545" y="450547"/>
                  </a:lnTo>
                  <a:lnTo>
                    <a:pt x="129372" y="457657"/>
                  </a:lnTo>
                  <a:lnTo>
                    <a:pt x="136135" y="447599"/>
                  </a:lnTo>
                  <a:lnTo>
                    <a:pt x="144459" y="439275"/>
                  </a:lnTo>
                  <a:lnTo>
                    <a:pt x="154518" y="433552"/>
                  </a:lnTo>
                  <a:lnTo>
                    <a:pt x="166311" y="431124"/>
                  </a:lnTo>
                  <a:lnTo>
                    <a:pt x="153304" y="413435"/>
                  </a:lnTo>
                  <a:lnTo>
                    <a:pt x="152090" y="405457"/>
                  </a:lnTo>
                  <a:lnTo>
                    <a:pt x="160588" y="398174"/>
                  </a:lnTo>
                  <a:lnTo>
                    <a:pt x="155558" y="382219"/>
                  </a:lnTo>
                  <a:lnTo>
                    <a:pt x="141511" y="359674"/>
                  </a:lnTo>
                  <a:lnTo>
                    <a:pt x="134228" y="344760"/>
                  </a:lnTo>
                  <a:lnTo>
                    <a:pt x="151917" y="344413"/>
                  </a:lnTo>
                  <a:lnTo>
                    <a:pt x="157466" y="333141"/>
                  </a:lnTo>
                  <a:lnTo>
                    <a:pt x="159374" y="317707"/>
                  </a:lnTo>
                  <a:lnTo>
                    <a:pt x="166311" y="305047"/>
                  </a:lnTo>
                  <a:lnTo>
                    <a:pt x="178797" y="302792"/>
                  </a:lnTo>
                  <a:lnTo>
                    <a:pt x="187121" y="312851"/>
                  </a:lnTo>
                  <a:lnTo>
                    <a:pt x="184520" y="337303"/>
                  </a:lnTo>
                  <a:lnTo>
                    <a:pt x="193364" y="341465"/>
                  </a:lnTo>
                  <a:lnTo>
                    <a:pt x="188682" y="360368"/>
                  </a:lnTo>
                  <a:lnTo>
                    <a:pt x="184867" y="412568"/>
                  </a:lnTo>
                  <a:lnTo>
                    <a:pt x="199781" y="422453"/>
                  </a:lnTo>
                  <a:lnTo>
                    <a:pt x="214695" y="423146"/>
                  </a:lnTo>
                  <a:lnTo>
                    <a:pt x="229089" y="434419"/>
                  </a:lnTo>
                  <a:lnTo>
                    <a:pt x="236026" y="425574"/>
                  </a:lnTo>
                  <a:lnTo>
                    <a:pt x="244176" y="404070"/>
                  </a:lnTo>
                  <a:lnTo>
                    <a:pt x="240708" y="378751"/>
                  </a:lnTo>
                  <a:lnTo>
                    <a:pt x="246431" y="359848"/>
                  </a:lnTo>
                  <a:lnTo>
                    <a:pt x="245390" y="343546"/>
                  </a:lnTo>
                  <a:lnTo>
                    <a:pt x="239841" y="335222"/>
                  </a:lnTo>
                  <a:lnTo>
                    <a:pt x="239321" y="328459"/>
                  </a:lnTo>
                  <a:lnTo>
                    <a:pt x="241748" y="321695"/>
                  </a:lnTo>
                  <a:lnTo>
                    <a:pt x="254061" y="316493"/>
                  </a:lnTo>
                  <a:lnTo>
                    <a:pt x="264987" y="304527"/>
                  </a:lnTo>
                  <a:lnTo>
                    <a:pt x="271403" y="298977"/>
                  </a:lnTo>
                  <a:lnTo>
                    <a:pt x="273831" y="307475"/>
                  </a:lnTo>
                  <a:lnTo>
                    <a:pt x="277473" y="313371"/>
                  </a:lnTo>
                  <a:lnTo>
                    <a:pt x="287878" y="325164"/>
                  </a:lnTo>
                  <a:lnTo>
                    <a:pt x="269843" y="328112"/>
                  </a:lnTo>
                  <a:lnTo>
                    <a:pt x="263946" y="340078"/>
                  </a:lnTo>
                  <a:lnTo>
                    <a:pt x="267762" y="356206"/>
                  </a:lnTo>
                  <a:lnTo>
                    <a:pt x="286318" y="359674"/>
                  </a:lnTo>
                  <a:lnTo>
                    <a:pt x="293601" y="373028"/>
                  </a:lnTo>
                  <a:lnTo>
                    <a:pt x="282676" y="381872"/>
                  </a:lnTo>
                  <a:lnTo>
                    <a:pt x="274872" y="393145"/>
                  </a:lnTo>
                  <a:lnTo>
                    <a:pt x="287358" y="405457"/>
                  </a:lnTo>
                  <a:lnTo>
                    <a:pt x="296549" y="407365"/>
                  </a:lnTo>
                  <a:lnTo>
                    <a:pt x="302792" y="415689"/>
                  </a:lnTo>
                  <a:lnTo>
                    <a:pt x="298110" y="426095"/>
                  </a:lnTo>
                  <a:lnTo>
                    <a:pt x="296896" y="437887"/>
                  </a:lnTo>
                  <a:lnTo>
                    <a:pt x="280768" y="437367"/>
                  </a:lnTo>
                  <a:lnTo>
                    <a:pt x="265334" y="444651"/>
                  </a:lnTo>
                  <a:lnTo>
                    <a:pt x="254582" y="445344"/>
                  </a:lnTo>
                  <a:lnTo>
                    <a:pt x="254928" y="449333"/>
                  </a:lnTo>
                  <a:lnTo>
                    <a:pt x="259611" y="456443"/>
                  </a:lnTo>
                  <a:lnTo>
                    <a:pt x="263426" y="473092"/>
                  </a:lnTo>
                  <a:lnTo>
                    <a:pt x="264120" y="481936"/>
                  </a:lnTo>
                  <a:lnTo>
                    <a:pt x="260651" y="490087"/>
                  </a:lnTo>
                  <a:lnTo>
                    <a:pt x="264293" y="498931"/>
                  </a:lnTo>
                  <a:lnTo>
                    <a:pt x="267935" y="499625"/>
                  </a:lnTo>
                  <a:lnTo>
                    <a:pt x="274005" y="503614"/>
                  </a:lnTo>
                  <a:lnTo>
                    <a:pt x="280768" y="509857"/>
                  </a:lnTo>
                  <a:lnTo>
                    <a:pt x="295682" y="504481"/>
                  </a:lnTo>
                  <a:lnTo>
                    <a:pt x="298110" y="509683"/>
                  </a:lnTo>
                  <a:lnTo>
                    <a:pt x="290653" y="521302"/>
                  </a:lnTo>
                  <a:lnTo>
                    <a:pt x="274525" y="540205"/>
                  </a:lnTo>
                  <a:lnTo>
                    <a:pt x="274005" y="550957"/>
                  </a:lnTo>
                  <a:lnTo>
                    <a:pt x="278514" y="569167"/>
                  </a:lnTo>
                  <a:lnTo>
                    <a:pt x="285624" y="587029"/>
                  </a:lnTo>
                  <a:lnTo>
                    <a:pt x="293254" y="596394"/>
                  </a:lnTo>
                  <a:lnTo>
                    <a:pt x="305567" y="593966"/>
                  </a:lnTo>
                  <a:lnTo>
                    <a:pt x="322216" y="568993"/>
                  </a:lnTo>
                  <a:lnTo>
                    <a:pt x="333141" y="562750"/>
                  </a:lnTo>
                  <a:lnTo>
                    <a:pt x="378404" y="562750"/>
                  </a:lnTo>
                  <a:lnTo>
                    <a:pt x="363316" y="570901"/>
                  </a:lnTo>
                  <a:lnTo>
                    <a:pt x="331407" y="579745"/>
                  </a:lnTo>
                  <a:lnTo>
                    <a:pt x="316493" y="601423"/>
                  </a:lnTo>
                  <a:lnTo>
                    <a:pt x="300538" y="606279"/>
                  </a:lnTo>
                  <a:lnTo>
                    <a:pt x="286491" y="614083"/>
                  </a:lnTo>
                  <a:lnTo>
                    <a:pt x="298110" y="635587"/>
                  </a:lnTo>
                  <a:lnTo>
                    <a:pt x="288052" y="635587"/>
                  </a:lnTo>
                  <a:lnTo>
                    <a:pt x="288052" y="642003"/>
                  </a:lnTo>
                  <a:lnTo>
                    <a:pt x="294295" y="647553"/>
                  </a:lnTo>
                  <a:lnTo>
                    <a:pt x="303486" y="658652"/>
                  </a:lnTo>
                  <a:lnTo>
                    <a:pt x="308862" y="662293"/>
                  </a:lnTo>
                  <a:lnTo>
                    <a:pt x="334355" y="662467"/>
                  </a:lnTo>
                  <a:lnTo>
                    <a:pt x="346495" y="665589"/>
                  </a:lnTo>
                  <a:lnTo>
                    <a:pt x="351524" y="678422"/>
                  </a:lnTo>
                  <a:lnTo>
                    <a:pt x="344413" y="688480"/>
                  </a:lnTo>
                  <a:lnTo>
                    <a:pt x="310250" y="696631"/>
                  </a:lnTo>
                  <a:lnTo>
                    <a:pt x="298630" y="707383"/>
                  </a:lnTo>
                  <a:lnTo>
                    <a:pt x="310423" y="713626"/>
                  </a:lnTo>
                  <a:lnTo>
                    <a:pt x="343373" y="723684"/>
                  </a:lnTo>
                  <a:lnTo>
                    <a:pt x="351871" y="734263"/>
                  </a:lnTo>
                  <a:lnTo>
                    <a:pt x="340598" y="741894"/>
                  </a:lnTo>
                  <a:lnTo>
                    <a:pt x="331233" y="761664"/>
                  </a:lnTo>
                  <a:lnTo>
                    <a:pt x="314932" y="806406"/>
                  </a:lnTo>
                  <a:lnTo>
                    <a:pt x="319788" y="813170"/>
                  </a:lnTo>
                  <a:lnTo>
                    <a:pt x="325511" y="819413"/>
                  </a:lnTo>
                  <a:lnTo>
                    <a:pt x="329846" y="821841"/>
                  </a:lnTo>
                  <a:lnTo>
                    <a:pt x="336089" y="818199"/>
                  </a:lnTo>
                  <a:lnTo>
                    <a:pt x="341292" y="819413"/>
                  </a:lnTo>
                  <a:lnTo>
                    <a:pt x="349963" y="825656"/>
                  </a:lnTo>
                  <a:lnTo>
                    <a:pt x="356380" y="833113"/>
                  </a:lnTo>
                  <a:lnTo>
                    <a:pt x="367825" y="852016"/>
                  </a:lnTo>
                  <a:lnTo>
                    <a:pt x="335396" y="842651"/>
                  </a:lnTo>
                  <a:lnTo>
                    <a:pt x="312157" y="849935"/>
                  </a:lnTo>
                  <a:lnTo>
                    <a:pt x="285797" y="863288"/>
                  </a:lnTo>
                  <a:lnTo>
                    <a:pt x="282676" y="891382"/>
                  </a:lnTo>
                  <a:lnTo>
                    <a:pt x="288052" y="896238"/>
                  </a:lnTo>
                  <a:lnTo>
                    <a:pt x="290653" y="889995"/>
                  </a:lnTo>
                  <a:lnTo>
                    <a:pt x="295335" y="871959"/>
                  </a:lnTo>
                  <a:lnTo>
                    <a:pt x="310423" y="869531"/>
                  </a:lnTo>
                  <a:lnTo>
                    <a:pt x="327939" y="880803"/>
                  </a:lnTo>
                  <a:lnTo>
                    <a:pt x="328285" y="891382"/>
                  </a:lnTo>
                  <a:lnTo>
                    <a:pt x="333141" y="891382"/>
                  </a:lnTo>
                  <a:lnTo>
                    <a:pt x="343373" y="885486"/>
                  </a:lnTo>
                  <a:lnTo>
                    <a:pt x="356900" y="891382"/>
                  </a:lnTo>
                  <a:lnTo>
                    <a:pt x="374589" y="921904"/>
                  </a:lnTo>
                  <a:lnTo>
                    <a:pt x="384300" y="925199"/>
                  </a:lnTo>
                  <a:lnTo>
                    <a:pt x="394879" y="929708"/>
                  </a:lnTo>
                  <a:lnTo>
                    <a:pt x="399908" y="935778"/>
                  </a:lnTo>
                  <a:lnTo>
                    <a:pt x="389156" y="944449"/>
                  </a:lnTo>
                  <a:lnTo>
                    <a:pt x="396093" y="956068"/>
                  </a:lnTo>
                  <a:lnTo>
                    <a:pt x="409099" y="973237"/>
                  </a:lnTo>
                  <a:lnTo>
                    <a:pt x="415516" y="983642"/>
                  </a:lnTo>
                  <a:lnTo>
                    <a:pt x="419505" y="995608"/>
                  </a:lnTo>
                  <a:lnTo>
                    <a:pt x="420719" y="1004453"/>
                  </a:lnTo>
                  <a:lnTo>
                    <a:pt x="424707" y="1011043"/>
                  </a:lnTo>
                  <a:lnTo>
                    <a:pt x="436500" y="1016765"/>
                  </a:lnTo>
                  <a:lnTo>
                    <a:pt x="452628" y="1009655"/>
                  </a:lnTo>
                  <a:lnTo>
                    <a:pt x="469970" y="1006707"/>
                  </a:lnTo>
                  <a:lnTo>
                    <a:pt x="484537" y="999770"/>
                  </a:lnTo>
                  <a:lnTo>
                    <a:pt x="497717" y="987110"/>
                  </a:lnTo>
                  <a:lnTo>
                    <a:pt x="513325" y="976358"/>
                  </a:lnTo>
                  <a:lnTo>
                    <a:pt x="529280" y="971503"/>
                  </a:lnTo>
                  <a:lnTo>
                    <a:pt x="564137" y="928494"/>
                  </a:lnTo>
                  <a:lnTo>
                    <a:pt x="601250" y="924506"/>
                  </a:lnTo>
                  <a:lnTo>
                    <a:pt x="644778" y="915141"/>
                  </a:lnTo>
                  <a:lnTo>
                    <a:pt x="724899" y="889821"/>
                  </a:lnTo>
                  <a:lnTo>
                    <a:pt x="753513" y="895544"/>
                  </a:lnTo>
                  <a:lnTo>
                    <a:pt x="746576" y="937859"/>
                  </a:lnTo>
                  <a:lnTo>
                    <a:pt x="763051" y="963525"/>
                  </a:lnTo>
                  <a:lnTo>
                    <a:pt x="785943" y="959190"/>
                  </a:lnTo>
                  <a:lnTo>
                    <a:pt x="807620" y="950692"/>
                  </a:lnTo>
                  <a:lnTo>
                    <a:pt x="850282" y="942368"/>
                  </a:lnTo>
                  <a:lnTo>
                    <a:pt x="861554" y="938379"/>
                  </a:lnTo>
                  <a:lnTo>
                    <a:pt x="872480" y="933524"/>
                  </a:lnTo>
                  <a:lnTo>
                    <a:pt x="888781" y="930228"/>
                  </a:lnTo>
                  <a:lnTo>
                    <a:pt x="899186" y="913927"/>
                  </a:lnTo>
                  <a:lnTo>
                    <a:pt x="912193" y="900573"/>
                  </a:lnTo>
                  <a:lnTo>
                    <a:pt x="936992" y="922598"/>
                  </a:lnTo>
                  <a:lnTo>
                    <a:pt x="971850" y="985376"/>
                  </a:lnTo>
                  <a:lnTo>
                    <a:pt x="997516" y="998383"/>
                  </a:lnTo>
                  <a:lnTo>
                    <a:pt x="1007401" y="1000984"/>
                  </a:lnTo>
                  <a:lnTo>
                    <a:pt x="1012083" y="1010522"/>
                  </a:lnTo>
                  <a:lnTo>
                    <a:pt x="1006707" y="1021448"/>
                  </a:lnTo>
                  <a:lnTo>
                    <a:pt x="1009829" y="1029078"/>
                  </a:lnTo>
                  <a:lnTo>
                    <a:pt x="1054571" y="1034974"/>
                  </a:lnTo>
                  <a:lnTo>
                    <a:pt x="1071220" y="1030813"/>
                  </a:lnTo>
                  <a:lnTo>
                    <a:pt x="1094111" y="1029772"/>
                  </a:lnTo>
                  <a:lnTo>
                    <a:pt x="1117003" y="1023355"/>
                  </a:lnTo>
                  <a:lnTo>
                    <a:pt x="1135732" y="1006880"/>
                  </a:lnTo>
                  <a:lnTo>
                    <a:pt x="1154115" y="988498"/>
                  </a:lnTo>
                  <a:lnTo>
                    <a:pt x="1136772" y="961271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0" scaled="1"/>
              <a:tileRect/>
            </a:gradFill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0" name="Freeform: Shape 25">
              <a:extLst>
                <a:ext uri="{FF2B5EF4-FFF2-40B4-BE49-F238E27FC236}">
                  <a16:creationId xmlns:a16="http://schemas.microsoft.com/office/drawing/2014/main" id="{BCDC856C-3869-CCB3-B4B2-64D9CED76B8D}"/>
                </a:ext>
              </a:extLst>
            </p:cNvPr>
            <p:cNvSpPr/>
            <p:nvPr/>
          </p:nvSpPr>
          <p:spPr>
            <a:xfrm>
              <a:off x="2572873" y="2493505"/>
              <a:ext cx="1109892" cy="1196603"/>
            </a:xfrm>
            <a:custGeom>
              <a:avLst/>
              <a:gdLst>
                <a:gd name="connsiteX0" fmla="*/ 639749 w 1109892"/>
                <a:gd name="connsiteY0" fmla="*/ 65553 h 1196602"/>
                <a:gd name="connsiteX1" fmla="*/ 665415 w 1109892"/>
                <a:gd name="connsiteY1" fmla="*/ 59310 h 1196602"/>
                <a:gd name="connsiteX2" fmla="*/ 691081 w 1109892"/>
                <a:gd name="connsiteY2" fmla="*/ 44916 h 1196602"/>
                <a:gd name="connsiteX3" fmla="*/ 706516 w 1109892"/>
                <a:gd name="connsiteY3" fmla="*/ 32950 h 1196602"/>
                <a:gd name="connsiteX4" fmla="*/ 725072 w 1109892"/>
                <a:gd name="connsiteY4" fmla="*/ 36939 h 1196602"/>
                <a:gd name="connsiteX5" fmla="*/ 740333 w 1109892"/>
                <a:gd name="connsiteY5" fmla="*/ 28788 h 1196602"/>
                <a:gd name="connsiteX6" fmla="*/ 758195 w 1109892"/>
                <a:gd name="connsiteY6" fmla="*/ 14914 h 1196602"/>
                <a:gd name="connsiteX7" fmla="*/ 801377 w 1109892"/>
                <a:gd name="connsiteY7" fmla="*/ 30349 h 1196602"/>
                <a:gd name="connsiteX8" fmla="*/ 845599 w 1109892"/>
                <a:gd name="connsiteY8" fmla="*/ 37459 h 1196602"/>
                <a:gd name="connsiteX9" fmla="*/ 859473 w 1109892"/>
                <a:gd name="connsiteY9" fmla="*/ 41621 h 1196602"/>
                <a:gd name="connsiteX10" fmla="*/ 850628 w 1109892"/>
                <a:gd name="connsiteY10" fmla="*/ 62085 h 1196602"/>
                <a:gd name="connsiteX11" fmla="*/ 828257 w 1109892"/>
                <a:gd name="connsiteY11" fmla="*/ 77866 h 1196602"/>
                <a:gd name="connsiteX12" fmla="*/ 814904 w 1109892"/>
                <a:gd name="connsiteY12" fmla="*/ 98503 h 1196602"/>
                <a:gd name="connsiteX13" fmla="*/ 823401 w 1109892"/>
                <a:gd name="connsiteY13" fmla="*/ 108214 h 1196602"/>
                <a:gd name="connsiteX14" fmla="*/ 834500 w 1109892"/>
                <a:gd name="connsiteY14" fmla="*/ 114284 h 1196602"/>
                <a:gd name="connsiteX15" fmla="*/ 841264 w 1109892"/>
                <a:gd name="connsiteY15" fmla="*/ 114458 h 1196602"/>
                <a:gd name="connsiteX16" fmla="*/ 848374 w 1109892"/>
                <a:gd name="connsiteY16" fmla="*/ 110989 h 1196602"/>
                <a:gd name="connsiteX17" fmla="*/ 871786 w 1109892"/>
                <a:gd name="connsiteY17" fmla="*/ 103185 h 1196602"/>
                <a:gd name="connsiteX18" fmla="*/ 908724 w 1109892"/>
                <a:gd name="connsiteY18" fmla="*/ 99023 h 1196602"/>
                <a:gd name="connsiteX19" fmla="*/ 916355 w 1109892"/>
                <a:gd name="connsiteY19" fmla="*/ 107521 h 1196602"/>
                <a:gd name="connsiteX20" fmla="*/ 915141 w 1109892"/>
                <a:gd name="connsiteY20" fmla="*/ 121221 h 1196602"/>
                <a:gd name="connsiteX21" fmla="*/ 930402 w 1109892"/>
                <a:gd name="connsiteY21" fmla="*/ 137349 h 1196602"/>
                <a:gd name="connsiteX22" fmla="*/ 936125 w 1109892"/>
                <a:gd name="connsiteY22" fmla="*/ 150009 h 1196602"/>
                <a:gd name="connsiteX23" fmla="*/ 950172 w 1109892"/>
                <a:gd name="connsiteY23" fmla="*/ 148968 h 1196602"/>
                <a:gd name="connsiteX24" fmla="*/ 966820 w 1109892"/>
                <a:gd name="connsiteY24" fmla="*/ 146020 h 1196602"/>
                <a:gd name="connsiteX25" fmla="*/ 985376 w 1109892"/>
                <a:gd name="connsiteY25" fmla="*/ 140124 h 1196602"/>
                <a:gd name="connsiteX26" fmla="*/ 1003932 w 1109892"/>
                <a:gd name="connsiteY26" fmla="*/ 139950 h 1196602"/>
                <a:gd name="connsiteX27" fmla="*/ 1022315 w 1109892"/>
                <a:gd name="connsiteY27" fmla="*/ 153824 h 1196602"/>
                <a:gd name="connsiteX28" fmla="*/ 1042778 w 1109892"/>
                <a:gd name="connsiteY28" fmla="*/ 167178 h 1196602"/>
                <a:gd name="connsiteX29" fmla="*/ 1062895 w 1109892"/>
                <a:gd name="connsiteY29" fmla="*/ 171166 h 1196602"/>
                <a:gd name="connsiteX30" fmla="*/ 1082492 w 1109892"/>
                <a:gd name="connsiteY30" fmla="*/ 173421 h 1196602"/>
                <a:gd name="connsiteX31" fmla="*/ 1098273 w 1109892"/>
                <a:gd name="connsiteY31" fmla="*/ 180184 h 1196602"/>
                <a:gd name="connsiteX32" fmla="*/ 1113708 w 1109892"/>
                <a:gd name="connsiteY32" fmla="*/ 190243 h 1196602"/>
                <a:gd name="connsiteX33" fmla="*/ 1104343 w 1109892"/>
                <a:gd name="connsiteY33" fmla="*/ 200995 h 1196602"/>
                <a:gd name="connsiteX34" fmla="*/ 1093764 w 1109892"/>
                <a:gd name="connsiteY34" fmla="*/ 207064 h 1196602"/>
                <a:gd name="connsiteX35" fmla="*/ 1084573 w 1109892"/>
                <a:gd name="connsiteY35" fmla="*/ 203423 h 1196602"/>
                <a:gd name="connsiteX36" fmla="*/ 1077116 w 1109892"/>
                <a:gd name="connsiteY36" fmla="*/ 208278 h 1196602"/>
                <a:gd name="connsiteX37" fmla="*/ 1059253 w 1109892"/>
                <a:gd name="connsiteY37" fmla="*/ 227181 h 1196602"/>
                <a:gd name="connsiteX38" fmla="*/ 1039657 w 1109892"/>
                <a:gd name="connsiteY38" fmla="*/ 243656 h 1196602"/>
                <a:gd name="connsiteX39" fmla="*/ 1026650 w 1109892"/>
                <a:gd name="connsiteY39" fmla="*/ 256316 h 1196602"/>
                <a:gd name="connsiteX40" fmla="*/ 1010696 w 1109892"/>
                <a:gd name="connsiteY40" fmla="*/ 261345 h 1196602"/>
                <a:gd name="connsiteX41" fmla="*/ 1001158 w 1109892"/>
                <a:gd name="connsiteY41" fmla="*/ 269322 h 1196602"/>
                <a:gd name="connsiteX42" fmla="*/ 994221 w 1109892"/>
                <a:gd name="connsiteY42" fmla="*/ 281635 h 1196602"/>
                <a:gd name="connsiteX43" fmla="*/ 970289 w 1109892"/>
                <a:gd name="connsiteY43" fmla="*/ 298630 h 1196602"/>
                <a:gd name="connsiteX44" fmla="*/ 953293 w 1109892"/>
                <a:gd name="connsiteY44" fmla="*/ 323083 h 1196602"/>
                <a:gd name="connsiteX45" fmla="*/ 945316 w 1109892"/>
                <a:gd name="connsiteY45" fmla="*/ 341292 h 1196602"/>
                <a:gd name="connsiteX46" fmla="*/ 935431 w 1109892"/>
                <a:gd name="connsiteY46" fmla="*/ 359328 h 1196602"/>
                <a:gd name="connsiteX47" fmla="*/ 940807 w 1109892"/>
                <a:gd name="connsiteY47" fmla="*/ 368692 h 1196602"/>
                <a:gd name="connsiteX48" fmla="*/ 951039 w 1109892"/>
                <a:gd name="connsiteY48" fmla="*/ 378230 h 1196602"/>
                <a:gd name="connsiteX49" fmla="*/ 939593 w 1109892"/>
                <a:gd name="connsiteY49" fmla="*/ 416210 h 1196602"/>
                <a:gd name="connsiteX50" fmla="*/ 874907 w 1109892"/>
                <a:gd name="connsiteY50" fmla="*/ 443437 h 1196602"/>
                <a:gd name="connsiteX51" fmla="*/ 847160 w 1109892"/>
                <a:gd name="connsiteY51" fmla="*/ 434245 h 1196602"/>
                <a:gd name="connsiteX52" fmla="*/ 835714 w 1109892"/>
                <a:gd name="connsiteY52" fmla="*/ 411007 h 1196602"/>
                <a:gd name="connsiteX53" fmla="*/ 817505 w 1109892"/>
                <a:gd name="connsiteY53" fmla="*/ 395226 h 1196602"/>
                <a:gd name="connsiteX54" fmla="*/ 804498 w 1109892"/>
                <a:gd name="connsiteY54" fmla="*/ 386034 h 1196602"/>
                <a:gd name="connsiteX55" fmla="*/ 794440 w 1109892"/>
                <a:gd name="connsiteY55" fmla="*/ 374589 h 1196602"/>
                <a:gd name="connsiteX56" fmla="*/ 784382 w 1109892"/>
                <a:gd name="connsiteY56" fmla="*/ 384647 h 1196602"/>
                <a:gd name="connsiteX57" fmla="*/ 776404 w 1109892"/>
                <a:gd name="connsiteY57" fmla="*/ 397307 h 1196602"/>
                <a:gd name="connsiteX58" fmla="*/ 772416 w 1109892"/>
                <a:gd name="connsiteY58" fmla="*/ 412394 h 1196602"/>
                <a:gd name="connsiteX59" fmla="*/ 767040 w 1109892"/>
                <a:gd name="connsiteY59" fmla="*/ 428349 h 1196602"/>
                <a:gd name="connsiteX60" fmla="*/ 744668 w 1109892"/>
                <a:gd name="connsiteY60" fmla="*/ 426615 h 1196602"/>
                <a:gd name="connsiteX61" fmla="*/ 720736 w 1109892"/>
                <a:gd name="connsiteY61" fmla="*/ 418291 h 1196602"/>
                <a:gd name="connsiteX62" fmla="*/ 708250 w 1109892"/>
                <a:gd name="connsiteY62" fmla="*/ 410140 h 1196602"/>
                <a:gd name="connsiteX63" fmla="*/ 695070 w 1109892"/>
                <a:gd name="connsiteY63" fmla="*/ 418637 h 1196602"/>
                <a:gd name="connsiteX64" fmla="*/ 682410 w 1109892"/>
                <a:gd name="connsiteY64" fmla="*/ 435806 h 1196602"/>
                <a:gd name="connsiteX65" fmla="*/ 666976 w 1109892"/>
                <a:gd name="connsiteY65" fmla="*/ 437194 h 1196602"/>
                <a:gd name="connsiteX66" fmla="*/ 654490 w 1109892"/>
                <a:gd name="connsiteY66" fmla="*/ 428869 h 1196602"/>
                <a:gd name="connsiteX67" fmla="*/ 645125 w 1109892"/>
                <a:gd name="connsiteY67" fmla="*/ 444824 h 1196602"/>
                <a:gd name="connsiteX68" fmla="*/ 635413 w 1109892"/>
                <a:gd name="connsiteY68" fmla="*/ 465981 h 1196602"/>
                <a:gd name="connsiteX69" fmla="*/ 630211 w 1109892"/>
                <a:gd name="connsiteY69" fmla="*/ 485751 h 1196602"/>
                <a:gd name="connsiteX70" fmla="*/ 645125 w 1109892"/>
                <a:gd name="connsiteY70" fmla="*/ 504828 h 1196602"/>
                <a:gd name="connsiteX71" fmla="*/ 656397 w 1109892"/>
                <a:gd name="connsiteY71" fmla="*/ 526505 h 1196602"/>
                <a:gd name="connsiteX72" fmla="*/ 601423 w 1109892"/>
                <a:gd name="connsiteY72" fmla="*/ 517834 h 1196602"/>
                <a:gd name="connsiteX73" fmla="*/ 571941 w 1109892"/>
                <a:gd name="connsiteY73" fmla="*/ 505001 h 1196602"/>
                <a:gd name="connsiteX74" fmla="*/ 555120 w 1109892"/>
                <a:gd name="connsiteY74" fmla="*/ 530147 h 1196602"/>
                <a:gd name="connsiteX75" fmla="*/ 528066 w 1109892"/>
                <a:gd name="connsiteY75" fmla="*/ 542980 h 1196602"/>
                <a:gd name="connsiteX76" fmla="*/ 503960 w 1109892"/>
                <a:gd name="connsiteY76" fmla="*/ 559282 h 1196602"/>
                <a:gd name="connsiteX77" fmla="*/ 502053 w 1109892"/>
                <a:gd name="connsiteY77" fmla="*/ 570728 h 1196602"/>
                <a:gd name="connsiteX78" fmla="*/ 502573 w 1109892"/>
                <a:gd name="connsiteY78" fmla="*/ 579745 h 1196602"/>
                <a:gd name="connsiteX79" fmla="*/ 498238 w 1109892"/>
                <a:gd name="connsiteY79" fmla="*/ 589630 h 1196602"/>
                <a:gd name="connsiteX80" fmla="*/ 480722 w 1109892"/>
                <a:gd name="connsiteY80" fmla="*/ 613042 h 1196602"/>
                <a:gd name="connsiteX81" fmla="*/ 469450 w 1109892"/>
                <a:gd name="connsiteY81" fmla="*/ 625182 h 1196602"/>
                <a:gd name="connsiteX82" fmla="*/ 458177 w 1109892"/>
                <a:gd name="connsiteY82" fmla="*/ 627263 h 1196602"/>
                <a:gd name="connsiteX83" fmla="*/ 446732 w 1109892"/>
                <a:gd name="connsiteY83" fmla="*/ 632465 h 1196602"/>
                <a:gd name="connsiteX84" fmla="*/ 455403 w 1109892"/>
                <a:gd name="connsiteY84" fmla="*/ 654490 h 1196602"/>
                <a:gd name="connsiteX85" fmla="*/ 485751 w 1109892"/>
                <a:gd name="connsiteY85" fmla="*/ 659692 h 1196602"/>
                <a:gd name="connsiteX86" fmla="*/ 523731 w 1109892"/>
                <a:gd name="connsiteY86" fmla="*/ 714840 h 1196602"/>
                <a:gd name="connsiteX87" fmla="*/ 509683 w 1109892"/>
                <a:gd name="connsiteY87" fmla="*/ 728540 h 1196602"/>
                <a:gd name="connsiteX88" fmla="*/ 501879 w 1109892"/>
                <a:gd name="connsiteY88" fmla="*/ 750565 h 1196602"/>
                <a:gd name="connsiteX89" fmla="*/ 498758 w 1109892"/>
                <a:gd name="connsiteY89" fmla="*/ 803111 h 1196602"/>
                <a:gd name="connsiteX90" fmla="*/ 494249 w 1109892"/>
                <a:gd name="connsiteY90" fmla="*/ 826176 h 1196602"/>
                <a:gd name="connsiteX91" fmla="*/ 499105 w 1109892"/>
                <a:gd name="connsiteY91" fmla="*/ 842651 h 1196602"/>
                <a:gd name="connsiteX92" fmla="*/ 507602 w 1109892"/>
                <a:gd name="connsiteY92" fmla="*/ 857912 h 1196602"/>
                <a:gd name="connsiteX93" fmla="*/ 496503 w 1109892"/>
                <a:gd name="connsiteY93" fmla="*/ 880110 h 1196602"/>
                <a:gd name="connsiteX94" fmla="*/ 479335 w 1109892"/>
                <a:gd name="connsiteY94" fmla="*/ 894851 h 1196602"/>
                <a:gd name="connsiteX95" fmla="*/ 484017 w 1109892"/>
                <a:gd name="connsiteY95" fmla="*/ 940460 h 1196602"/>
                <a:gd name="connsiteX96" fmla="*/ 515059 w 1109892"/>
                <a:gd name="connsiteY96" fmla="*/ 933177 h 1196602"/>
                <a:gd name="connsiteX97" fmla="*/ 533789 w 1109892"/>
                <a:gd name="connsiteY97" fmla="*/ 939246 h 1196602"/>
                <a:gd name="connsiteX98" fmla="*/ 555813 w 1109892"/>
                <a:gd name="connsiteY98" fmla="*/ 957629 h 1196602"/>
                <a:gd name="connsiteX99" fmla="*/ 570901 w 1109892"/>
                <a:gd name="connsiteY99" fmla="*/ 964739 h 1196602"/>
                <a:gd name="connsiteX100" fmla="*/ 610441 w 1109892"/>
                <a:gd name="connsiteY100" fmla="*/ 955201 h 1196602"/>
                <a:gd name="connsiteX101" fmla="*/ 627956 w 1109892"/>
                <a:gd name="connsiteY101" fmla="*/ 968208 h 1196602"/>
                <a:gd name="connsiteX102" fmla="*/ 636627 w 1109892"/>
                <a:gd name="connsiteY102" fmla="*/ 1018153 h 1196602"/>
                <a:gd name="connsiteX103" fmla="*/ 620152 w 1109892"/>
                <a:gd name="connsiteY103" fmla="*/ 1017286 h 1196602"/>
                <a:gd name="connsiteX104" fmla="*/ 601596 w 1109892"/>
                <a:gd name="connsiteY104" fmla="*/ 1013817 h 1196602"/>
                <a:gd name="connsiteX105" fmla="*/ 582867 w 1109892"/>
                <a:gd name="connsiteY105" fmla="*/ 1029772 h 1196602"/>
                <a:gd name="connsiteX106" fmla="*/ 587202 w 1109892"/>
                <a:gd name="connsiteY106" fmla="*/ 1055612 h 1196602"/>
                <a:gd name="connsiteX107" fmla="*/ 587376 w 1109892"/>
                <a:gd name="connsiteY107" fmla="*/ 1068618 h 1196602"/>
                <a:gd name="connsiteX108" fmla="*/ 585642 w 1109892"/>
                <a:gd name="connsiteY108" fmla="*/ 1084400 h 1196602"/>
                <a:gd name="connsiteX109" fmla="*/ 578358 w 1109892"/>
                <a:gd name="connsiteY109" fmla="*/ 1093591 h 1196602"/>
                <a:gd name="connsiteX110" fmla="*/ 572288 w 1109892"/>
                <a:gd name="connsiteY110" fmla="*/ 1104170 h 1196602"/>
                <a:gd name="connsiteX111" fmla="*/ 565872 w 1109892"/>
                <a:gd name="connsiteY111" fmla="*/ 1128795 h 1196602"/>
                <a:gd name="connsiteX112" fmla="*/ 553732 w 1109892"/>
                <a:gd name="connsiteY112" fmla="*/ 1152207 h 1196602"/>
                <a:gd name="connsiteX113" fmla="*/ 534309 w 1109892"/>
                <a:gd name="connsiteY113" fmla="*/ 1158797 h 1196602"/>
                <a:gd name="connsiteX114" fmla="*/ 515580 w 1109892"/>
                <a:gd name="connsiteY114" fmla="*/ 1167988 h 1196602"/>
                <a:gd name="connsiteX115" fmla="*/ 505695 w 1109892"/>
                <a:gd name="connsiteY115" fmla="*/ 1178394 h 1196602"/>
                <a:gd name="connsiteX116" fmla="*/ 495636 w 1109892"/>
                <a:gd name="connsiteY116" fmla="*/ 1187585 h 1196602"/>
                <a:gd name="connsiteX117" fmla="*/ 484364 w 1109892"/>
                <a:gd name="connsiteY117" fmla="*/ 1181342 h 1196602"/>
                <a:gd name="connsiteX118" fmla="*/ 473091 w 1109892"/>
                <a:gd name="connsiteY118" fmla="*/ 1170590 h 1196602"/>
                <a:gd name="connsiteX119" fmla="*/ 444477 w 1109892"/>
                <a:gd name="connsiteY119" fmla="*/ 1183423 h 1196602"/>
                <a:gd name="connsiteX120" fmla="*/ 419678 w 1109892"/>
                <a:gd name="connsiteY120" fmla="*/ 1198684 h 1196602"/>
                <a:gd name="connsiteX121" fmla="*/ 407192 w 1109892"/>
                <a:gd name="connsiteY121" fmla="*/ 1195215 h 1196602"/>
                <a:gd name="connsiteX122" fmla="*/ 399908 w 1109892"/>
                <a:gd name="connsiteY122" fmla="*/ 1186197 h 1196602"/>
                <a:gd name="connsiteX123" fmla="*/ 365397 w 1109892"/>
                <a:gd name="connsiteY123" fmla="*/ 1174752 h 1196602"/>
                <a:gd name="connsiteX124" fmla="*/ 353778 w 1109892"/>
                <a:gd name="connsiteY124" fmla="*/ 1161052 h 1196602"/>
                <a:gd name="connsiteX125" fmla="*/ 340598 w 1109892"/>
                <a:gd name="connsiteY125" fmla="*/ 1153248 h 1196602"/>
                <a:gd name="connsiteX126" fmla="*/ 335569 w 1109892"/>
                <a:gd name="connsiteY126" fmla="*/ 1160011 h 1196602"/>
                <a:gd name="connsiteX127" fmla="*/ 329326 w 1109892"/>
                <a:gd name="connsiteY127" fmla="*/ 1161572 h 1196602"/>
                <a:gd name="connsiteX128" fmla="*/ 322042 w 1109892"/>
                <a:gd name="connsiteY128" fmla="*/ 1154808 h 1196602"/>
                <a:gd name="connsiteX129" fmla="*/ 315279 w 1109892"/>
                <a:gd name="connsiteY129" fmla="*/ 1146831 h 1196602"/>
                <a:gd name="connsiteX130" fmla="*/ 297763 w 1109892"/>
                <a:gd name="connsiteY130" fmla="*/ 1119430 h 1196602"/>
                <a:gd name="connsiteX131" fmla="*/ 281982 w 1109892"/>
                <a:gd name="connsiteY131" fmla="*/ 1091336 h 1196602"/>
                <a:gd name="connsiteX132" fmla="*/ 275392 w 1109892"/>
                <a:gd name="connsiteY132" fmla="*/ 1058387 h 1196602"/>
                <a:gd name="connsiteX133" fmla="*/ 276432 w 1109892"/>
                <a:gd name="connsiteY133" fmla="*/ 1025263 h 1196602"/>
                <a:gd name="connsiteX134" fmla="*/ 268282 w 1109892"/>
                <a:gd name="connsiteY134" fmla="*/ 996822 h 1196602"/>
                <a:gd name="connsiteX135" fmla="*/ 244523 w 1109892"/>
                <a:gd name="connsiteY135" fmla="*/ 982255 h 1196602"/>
                <a:gd name="connsiteX136" fmla="*/ 221631 w 1109892"/>
                <a:gd name="connsiteY136" fmla="*/ 974798 h 1196602"/>
                <a:gd name="connsiteX137" fmla="*/ 196659 w 1109892"/>
                <a:gd name="connsiteY137" fmla="*/ 980000 h 1196602"/>
                <a:gd name="connsiteX138" fmla="*/ 194578 w 1109892"/>
                <a:gd name="connsiteY138" fmla="*/ 952600 h 1196602"/>
                <a:gd name="connsiteX139" fmla="*/ 195965 w 1109892"/>
                <a:gd name="connsiteY139" fmla="*/ 926066 h 1196602"/>
                <a:gd name="connsiteX140" fmla="*/ 205157 w 1109892"/>
                <a:gd name="connsiteY140" fmla="*/ 888954 h 1196602"/>
                <a:gd name="connsiteX141" fmla="*/ 222672 w 1109892"/>
                <a:gd name="connsiteY141" fmla="*/ 857392 h 1196602"/>
                <a:gd name="connsiteX142" fmla="*/ 229782 w 1109892"/>
                <a:gd name="connsiteY142" fmla="*/ 841264 h 1196602"/>
                <a:gd name="connsiteX143" fmla="*/ 237586 w 1109892"/>
                <a:gd name="connsiteY143" fmla="*/ 827043 h 1196602"/>
                <a:gd name="connsiteX144" fmla="*/ 250419 w 1109892"/>
                <a:gd name="connsiteY144" fmla="*/ 817332 h 1196602"/>
                <a:gd name="connsiteX145" fmla="*/ 253367 w 1109892"/>
                <a:gd name="connsiteY145" fmla="*/ 800683 h 1196602"/>
                <a:gd name="connsiteX146" fmla="*/ 243309 w 1109892"/>
                <a:gd name="connsiteY146" fmla="*/ 797388 h 1196602"/>
                <a:gd name="connsiteX147" fmla="*/ 232730 w 1109892"/>
                <a:gd name="connsiteY147" fmla="*/ 792533 h 1196602"/>
                <a:gd name="connsiteX148" fmla="*/ 219551 w 1109892"/>
                <a:gd name="connsiteY148" fmla="*/ 802071 h 1196602"/>
                <a:gd name="connsiteX149" fmla="*/ 209492 w 1109892"/>
                <a:gd name="connsiteY149" fmla="*/ 815771 h 1196602"/>
                <a:gd name="connsiteX150" fmla="*/ 201515 w 1109892"/>
                <a:gd name="connsiteY150" fmla="*/ 790105 h 1196602"/>
                <a:gd name="connsiteX151" fmla="*/ 200127 w 1109892"/>
                <a:gd name="connsiteY151" fmla="*/ 772936 h 1196602"/>
                <a:gd name="connsiteX152" fmla="*/ 190589 w 1109892"/>
                <a:gd name="connsiteY152" fmla="*/ 768080 h 1196602"/>
                <a:gd name="connsiteX153" fmla="*/ 191977 w 1109892"/>
                <a:gd name="connsiteY153" fmla="*/ 757155 h 1196602"/>
                <a:gd name="connsiteX154" fmla="*/ 181051 w 1109892"/>
                <a:gd name="connsiteY154" fmla="*/ 754380 h 1196602"/>
                <a:gd name="connsiteX155" fmla="*/ 172033 w 1109892"/>
                <a:gd name="connsiteY155" fmla="*/ 767560 h 1196602"/>
                <a:gd name="connsiteX156" fmla="*/ 147061 w 1109892"/>
                <a:gd name="connsiteY156" fmla="*/ 773109 h 1196602"/>
                <a:gd name="connsiteX157" fmla="*/ 123822 w 1109892"/>
                <a:gd name="connsiteY157" fmla="*/ 766519 h 1196602"/>
                <a:gd name="connsiteX158" fmla="*/ 126770 w 1109892"/>
                <a:gd name="connsiteY158" fmla="*/ 749698 h 1196602"/>
                <a:gd name="connsiteX159" fmla="*/ 122261 w 1109892"/>
                <a:gd name="connsiteY159" fmla="*/ 738772 h 1196602"/>
                <a:gd name="connsiteX160" fmla="*/ 115498 w 1109892"/>
                <a:gd name="connsiteY160" fmla="*/ 735650 h 1196602"/>
                <a:gd name="connsiteX161" fmla="*/ 109949 w 1109892"/>
                <a:gd name="connsiteY161" fmla="*/ 729581 h 1196602"/>
                <a:gd name="connsiteX162" fmla="*/ 107347 w 1109892"/>
                <a:gd name="connsiteY162" fmla="*/ 722471 h 1196602"/>
                <a:gd name="connsiteX163" fmla="*/ 109082 w 1109892"/>
                <a:gd name="connsiteY163" fmla="*/ 715187 h 1196602"/>
                <a:gd name="connsiteX164" fmla="*/ 112377 w 1109892"/>
                <a:gd name="connsiteY164" fmla="*/ 705649 h 1196602"/>
                <a:gd name="connsiteX165" fmla="*/ 113764 w 1109892"/>
                <a:gd name="connsiteY165" fmla="*/ 695764 h 1196602"/>
                <a:gd name="connsiteX166" fmla="*/ 112897 w 1109892"/>
                <a:gd name="connsiteY166" fmla="*/ 690735 h 1196602"/>
                <a:gd name="connsiteX167" fmla="*/ 112377 w 1109892"/>
                <a:gd name="connsiteY167" fmla="*/ 685879 h 1196602"/>
                <a:gd name="connsiteX168" fmla="*/ 109775 w 1109892"/>
                <a:gd name="connsiteY168" fmla="*/ 679809 h 1196602"/>
                <a:gd name="connsiteX169" fmla="*/ 111336 w 1109892"/>
                <a:gd name="connsiteY169" fmla="*/ 672352 h 1196602"/>
                <a:gd name="connsiteX170" fmla="*/ 115325 w 1109892"/>
                <a:gd name="connsiteY170" fmla="*/ 663334 h 1196602"/>
                <a:gd name="connsiteX171" fmla="*/ 115845 w 1109892"/>
                <a:gd name="connsiteY171" fmla="*/ 652929 h 1196602"/>
                <a:gd name="connsiteX172" fmla="*/ 56882 w 1109892"/>
                <a:gd name="connsiteY172" fmla="*/ 649114 h 1196602"/>
                <a:gd name="connsiteX173" fmla="*/ 0 w 1109892"/>
                <a:gd name="connsiteY173" fmla="*/ 660733 h 1196602"/>
                <a:gd name="connsiteX174" fmla="*/ 3642 w 1109892"/>
                <a:gd name="connsiteY174" fmla="*/ 631078 h 1196602"/>
                <a:gd name="connsiteX175" fmla="*/ 13180 w 1109892"/>
                <a:gd name="connsiteY175" fmla="*/ 603331 h 1196602"/>
                <a:gd name="connsiteX176" fmla="*/ 11793 w 1109892"/>
                <a:gd name="connsiteY176" fmla="*/ 587202 h 1196602"/>
                <a:gd name="connsiteX177" fmla="*/ 26880 w 1109892"/>
                <a:gd name="connsiteY177" fmla="*/ 554252 h 1196602"/>
                <a:gd name="connsiteX178" fmla="*/ 48384 w 1109892"/>
                <a:gd name="connsiteY178" fmla="*/ 523037 h 1196602"/>
                <a:gd name="connsiteX179" fmla="*/ 64686 w 1109892"/>
                <a:gd name="connsiteY179" fmla="*/ 494769 h 1196602"/>
                <a:gd name="connsiteX180" fmla="*/ 71102 w 1109892"/>
                <a:gd name="connsiteY180" fmla="*/ 487659 h 1196602"/>
                <a:gd name="connsiteX181" fmla="*/ 78560 w 1109892"/>
                <a:gd name="connsiteY181" fmla="*/ 488873 h 1196602"/>
                <a:gd name="connsiteX182" fmla="*/ 85670 w 1109892"/>
                <a:gd name="connsiteY182" fmla="*/ 486792 h 1196602"/>
                <a:gd name="connsiteX183" fmla="*/ 89658 w 1109892"/>
                <a:gd name="connsiteY183" fmla="*/ 479508 h 1196602"/>
                <a:gd name="connsiteX184" fmla="*/ 90699 w 1109892"/>
                <a:gd name="connsiteY184" fmla="*/ 471184 h 1196602"/>
                <a:gd name="connsiteX185" fmla="*/ 93127 w 1109892"/>
                <a:gd name="connsiteY185" fmla="*/ 460605 h 1196602"/>
                <a:gd name="connsiteX186" fmla="*/ 96942 w 1109892"/>
                <a:gd name="connsiteY186" fmla="*/ 450374 h 1196602"/>
                <a:gd name="connsiteX187" fmla="*/ 98850 w 1109892"/>
                <a:gd name="connsiteY187" fmla="*/ 439448 h 1196602"/>
                <a:gd name="connsiteX188" fmla="*/ 97116 w 1109892"/>
                <a:gd name="connsiteY188" fmla="*/ 428522 h 1196602"/>
                <a:gd name="connsiteX189" fmla="*/ 91913 w 1109892"/>
                <a:gd name="connsiteY189" fmla="*/ 418811 h 1196602"/>
                <a:gd name="connsiteX190" fmla="*/ 85670 w 1109892"/>
                <a:gd name="connsiteY190" fmla="*/ 412915 h 1196602"/>
                <a:gd name="connsiteX191" fmla="*/ 86363 w 1109892"/>
                <a:gd name="connsiteY191" fmla="*/ 393145 h 1196602"/>
                <a:gd name="connsiteX192" fmla="*/ 76305 w 1109892"/>
                <a:gd name="connsiteY192" fmla="*/ 385861 h 1196602"/>
                <a:gd name="connsiteX193" fmla="*/ 62952 w 1109892"/>
                <a:gd name="connsiteY193" fmla="*/ 359154 h 1196602"/>
                <a:gd name="connsiteX194" fmla="*/ 52546 w 1109892"/>
                <a:gd name="connsiteY194" fmla="*/ 353085 h 1196602"/>
                <a:gd name="connsiteX195" fmla="*/ 43355 w 1109892"/>
                <a:gd name="connsiteY195" fmla="*/ 343546 h 1196602"/>
                <a:gd name="connsiteX196" fmla="*/ 37285 w 1109892"/>
                <a:gd name="connsiteY196" fmla="*/ 329152 h 1196602"/>
                <a:gd name="connsiteX197" fmla="*/ 72143 w 1109892"/>
                <a:gd name="connsiteY197" fmla="*/ 318921 h 1196602"/>
                <a:gd name="connsiteX198" fmla="*/ 104919 w 1109892"/>
                <a:gd name="connsiteY198" fmla="*/ 302966 h 1196602"/>
                <a:gd name="connsiteX199" fmla="*/ 130759 w 1109892"/>
                <a:gd name="connsiteY199" fmla="*/ 294468 h 1196602"/>
                <a:gd name="connsiteX200" fmla="*/ 137696 w 1109892"/>
                <a:gd name="connsiteY200" fmla="*/ 265854 h 1196602"/>
                <a:gd name="connsiteX201" fmla="*/ 150356 w 1109892"/>
                <a:gd name="connsiteY201" fmla="*/ 252154 h 1196602"/>
                <a:gd name="connsiteX202" fmla="*/ 170126 w 1109892"/>
                <a:gd name="connsiteY202" fmla="*/ 243656 h 1196602"/>
                <a:gd name="connsiteX203" fmla="*/ 179490 w 1109892"/>
                <a:gd name="connsiteY203" fmla="*/ 231517 h 1196602"/>
                <a:gd name="connsiteX204" fmla="*/ 185907 w 1109892"/>
                <a:gd name="connsiteY204" fmla="*/ 215388 h 1196602"/>
                <a:gd name="connsiteX205" fmla="*/ 197873 w 1109892"/>
                <a:gd name="connsiteY205" fmla="*/ 202555 h 1196602"/>
                <a:gd name="connsiteX206" fmla="*/ 213134 w 1109892"/>
                <a:gd name="connsiteY206" fmla="*/ 205677 h 1196602"/>
                <a:gd name="connsiteX207" fmla="*/ 217470 w 1109892"/>
                <a:gd name="connsiteY207" fmla="*/ 211573 h 1196602"/>
                <a:gd name="connsiteX208" fmla="*/ 236893 w 1109892"/>
                <a:gd name="connsiteY208" fmla="*/ 198046 h 1196602"/>
                <a:gd name="connsiteX209" fmla="*/ 273831 w 1109892"/>
                <a:gd name="connsiteY209" fmla="*/ 129198 h 1196602"/>
                <a:gd name="connsiteX210" fmla="*/ 277647 w 1109892"/>
                <a:gd name="connsiteY210" fmla="*/ 120874 h 1196602"/>
                <a:gd name="connsiteX211" fmla="*/ 282155 w 1109892"/>
                <a:gd name="connsiteY211" fmla="*/ 113244 h 1196602"/>
                <a:gd name="connsiteX212" fmla="*/ 288052 w 1109892"/>
                <a:gd name="connsiteY212" fmla="*/ 108388 h 1196602"/>
                <a:gd name="connsiteX213" fmla="*/ 294295 w 1109892"/>
                <a:gd name="connsiteY213" fmla="*/ 104052 h 1196602"/>
                <a:gd name="connsiteX214" fmla="*/ 300538 w 1109892"/>
                <a:gd name="connsiteY214" fmla="*/ 94688 h 1196602"/>
                <a:gd name="connsiteX215" fmla="*/ 306088 w 1109892"/>
                <a:gd name="connsiteY215" fmla="*/ 84456 h 1196602"/>
                <a:gd name="connsiteX216" fmla="*/ 387769 w 1109892"/>
                <a:gd name="connsiteY216" fmla="*/ 61911 h 1196602"/>
                <a:gd name="connsiteX217" fmla="*/ 470143 w 1109892"/>
                <a:gd name="connsiteY217" fmla="*/ 50639 h 1196602"/>
                <a:gd name="connsiteX218" fmla="*/ 463554 w 1109892"/>
                <a:gd name="connsiteY218" fmla="*/ 97636 h 1196602"/>
                <a:gd name="connsiteX219" fmla="*/ 486965 w 1109892"/>
                <a:gd name="connsiteY219" fmla="*/ 91913 h 1196602"/>
                <a:gd name="connsiteX220" fmla="*/ 510724 w 1109892"/>
                <a:gd name="connsiteY220" fmla="*/ 93647 h 1196602"/>
                <a:gd name="connsiteX221" fmla="*/ 517314 w 1109892"/>
                <a:gd name="connsiteY221" fmla="*/ 97809 h 1196602"/>
                <a:gd name="connsiteX222" fmla="*/ 523904 w 1109892"/>
                <a:gd name="connsiteY222" fmla="*/ 100931 h 1196602"/>
                <a:gd name="connsiteX223" fmla="*/ 529973 w 1109892"/>
                <a:gd name="connsiteY223" fmla="*/ 95555 h 1196602"/>
                <a:gd name="connsiteX224" fmla="*/ 535176 w 1109892"/>
                <a:gd name="connsiteY224" fmla="*/ 89312 h 1196602"/>
                <a:gd name="connsiteX225" fmla="*/ 550784 w 1109892"/>
                <a:gd name="connsiteY225" fmla="*/ 78560 h 1196602"/>
                <a:gd name="connsiteX226" fmla="*/ 546622 w 1109892"/>
                <a:gd name="connsiteY226" fmla="*/ 31216 h 1196602"/>
                <a:gd name="connsiteX227" fmla="*/ 561189 w 1109892"/>
                <a:gd name="connsiteY227" fmla="*/ 13353 h 1196602"/>
                <a:gd name="connsiteX228" fmla="*/ 600729 w 1109892"/>
                <a:gd name="connsiteY228" fmla="*/ 0 h 1196602"/>
                <a:gd name="connsiteX229" fmla="*/ 630211 w 1109892"/>
                <a:gd name="connsiteY229" fmla="*/ 31216 h 1196602"/>
                <a:gd name="connsiteX230" fmla="*/ 630211 w 1109892"/>
                <a:gd name="connsiteY230" fmla="*/ 52026 h 11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1109892" h="1196602">
                  <a:moveTo>
                    <a:pt x="639749" y="65553"/>
                  </a:moveTo>
                  <a:lnTo>
                    <a:pt x="665415" y="59310"/>
                  </a:lnTo>
                  <a:lnTo>
                    <a:pt x="691081" y="44916"/>
                  </a:lnTo>
                  <a:lnTo>
                    <a:pt x="706516" y="32950"/>
                  </a:lnTo>
                  <a:lnTo>
                    <a:pt x="725072" y="36939"/>
                  </a:lnTo>
                  <a:lnTo>
                    <a:pt x="740333" y="28788"/>
                  </a:lnTo>
                  <a:lnTo>
                    <a:pt x="758195" y="14914"/>
                  </a:lnTo>
                  <a:lnTo>
                    <a:pt x="801377" y="30349"/>
                  </a:lnTo>
                  <a:lnTo>
                    <a:pt x="845599" y="37459"/>
                  </a:lnTo>
                  <a:lnTo>
                    <a:pt x="859473" y="41621"/>
                  </a:lnTo>
                  <a:lnTo>
                    <a:pt x="850628" y="62085"/>
                  </a:lnTo>
                  <a:lnTo>
                    <a:pt x="828257" y="77866"/>
                  </a:lnTo>
                  <a:lnTo>
                    <a:pt x="814904" y="98503"/>
                  </a:lnTo>
                  <a:lnTo>
                    <a:pt x="823401" y="108214"/>
                  </a:lnTo>
                  <a:lnTo>
                    <a:pt x="834500" y="114284"/>
                  </a:lnTo>
                  <a:lnTo>
                    <a:pt x="841264" y="114458"/>
                  </a:lnTo>
                  <a:lnTo>
                    <a:pt x="848374" y="110989"/>
                  </a:lnTo>
                  <a:lnTo>
                    <a:pt x="871786" y="103185"/>
                  </a:lnTo>
                  <a:lnTo>
                    <a:pt x="908724" y="99023"/>
                  </a:lnTo>
                  <a:lnTo>
                    <a:pt x="916355" y="107521"/>
                  </a:lnTo>
                  <a:lnTo>
                    <a:pt x="915141" y="121221"/>
                  </a:lnTo>
                  <a:lnTo>
                    <a:pt x="930402" y="137349"/>
                  </a:lnTo>
                  <a:lnTo>
                    <a:pt x="936125" y="150009"/>
                  </a:lnTo>
                  <a:lnTo>
                    <a:pt x="950172" y="148968"/>
                  </a:lnTo>
                  <a:lnTo>
                    <a:pt x="966820" y="146020"/>
                  </a:lnTo>
                  <a:lnTo>
                    <a:pt x="985376" y="140124"/>
                  </a:lnTo>
                  <a:lnTo>
                    <a:pt x="1003932" y="139950"/>
                  </a:lnTo>
                  <a:lnTo>
                    <a:pt x="1022315" y="153824"/>
                  </a:lnTo>
                  <a:lnTo>
                    <a:pt x="1042778" y="167178"/>
                  </a:lnTo>
                  <a:lnTo>
                    <a:pt x="1062895" y="171166"/>
                  </a:lnTo>
                  <a:lnTo>
                    <a:pt x="1082492" y="173421"/>
                  </a:lnTo>
                  <a:lnTo>
                    <a:pt x="1098273" y="180184"/>
                  </a:lnTo>
                  <a:lnTo>
                    <a:pt x="1113708" y="190243"/>
                  </a:lnTo>
                  <a:lnTo>
                    <a:pt x="1104343" y="200995"/>
                  </a:lnTo>
                  <a:lnTo>
                    <a:pt x="1093764" y="207064"/>
                  </a:lnTo>
                  <a:lnTo>
                    <a:pt x="1084573" y="203423"/>
                  </a:lnTo>
                  <a:lnTo>
                    <a:pt x="1077116" y="208278"/>
                  </a:lnTo>
                  <a:lnTo>
                    <a:pt x="1059253" y="227181"/>
                  </a:lnTo>
                  <a:lnTo>
                    <a:pt x="1039657" y="243656"/>
                  </a:lnTo>
                  <a:lnTo>
                    <a:pt x="1026650" y="256316"/>
                  </a:lnTo>
                  <a:lnTo>
                    <a:pt x="1010696" y="261345"/>
                  </a:lnTo>
                  <a:lnTo>
                    <a:pt x="1001158" y="269322"/>
                  </a:lnTo>
                  <a:lnTo>
                    <a:pt x="994221" y="281635"/>
                  </a:lnTo>
                  <a:lnTo>
                    <a:pt x="970289" y="298630"/>
                  </a:lnTo>
                  <a:lnTo>
                    <a:pt x="953293" y="323083"/>
                  </a:lnTo>
                  <a:lnTo>
                    <a:pt x="945316" y="341292"/>
                  </a:lnTo>
                  <a:lnTo>
                    <a:pt x="935431" y="359328"/>
                  </a:lnTo>
                  <a:lnTo>
                    <a:pt x="940807" y="368692"/>
                  </a:lnTo>
                  <a:lnTo>
                    <a:pt x="951039" y="378230"/>
                  </a:lnTo>
                  <a:lnTo>
                    <a:pt x="939593" y="416210"/>
                  </a:lnTo>
                  <a:lnTo>
                    <a:pt x="874907" y="443437"/>
                  </a:lnTo>
                  <a:lnTo>
                    <a:pt x="847160" y="434245"/>
                  </a:lnTo>
                  <a:lnTo>
                    <a:pt x="835714" y="411007"/>
                  </a:lnTo>
                  <a:lnTo>
                    <a:pt x="817505" y="395226"/>
                  </a:lnTo>
                  <a:lnTo>
                    <a:pt x="804498" y="386034"/>
                  </a:lnTo>
                  <a:lnTo>
                    <a:pt x="794440" y="374589"/>
                  </a:lnTo>
                  <a:lnTo>
                    <a:pt x="784382" y="384647"/>
                  </a:lnTo>
                  <a:lnTo>
                    <a:pt x="776404" y="397307"/>
                  </a:lnTo>
                  <a:lnTo>
                    <a:pt x="772416" y="412394"/>
                  </a:lnTo>
                  <a:lnTo>
                    <a:pt x="767040" y="428349"/>
                  </a:lnTo>
                  <a:lnTo>
                    <a:pt x="744668" y="426615"/>
                  </a:lnTo>
                  <a:lnTo>
                    <a:pt x="720736" y="418291"/>
                  </a:lnTo>
                  <a:lnTo>
                    <a:pt x="708250" y="410140"/>
                  </a:lnTo>
                  <a:lnTo>
                    <a:pt x="695070" y="418637"/>
                  </a:lnTo>
                  <a:lnTo>
                    <a:pt x="682410" y="435806"/>
                  </a:lnTo>
                  <a:lnTo>
                    <a:pt x="666976" y="437194"/>
                  </a:lnTo>
                  <a:lnTo>
                    <a:pt x="654490" y="428869"/>
                  </a:lnTo>
                  <a:lnTo>
                    <a:pt x="645125" y="444824"/>
                  </a:lnTo>
                  <a:lnTo>
                    <a:pt x="635413" y="465981"/>
                  </a:lnTo>
                  <a:lnTo>
                    <a:pt x="630211" y="485751"/>
                  </a:lnTo>
                  <a:lnTo>
                    <a:pt x="645125" y="504828"/>
                  </a:lnTo>
                  <a:lnTo>
                    <a:pt x="656397" y="526505"/>
                  </a:lnTo>
                  <a:lnTo>
                    <a:pt x="601423" y="517834"/>
                  </a:lnTo>
                  <a:lnTo>
                    <a:pt x="571941" y="505001"/>
                  </a:lnTo>
                  <a:lnTo>
                    <a:pt x="555120" y="530147"/>
                  </a:lnTo>
                  <a:lnTo>
                    <a:pt x="528066" y="542980"/>
                  </a:lnTo>
                  <a:lnTo>
                    <a:pt x="503960" y="559282"/>
                  </a:lnTo>
                  <a:lnTo>
                    <a:pt x="502053" y="570728"/>
                  </a:lnTo>
                  <a:lnTo>
                    <a:pt x="502573" y="579745"/>
                  </a:lnTo>
                  <a:lnTo>
                    <a:pt x="498238" y="589630"/>
                  </a:lnTo>
                  <a:lnTo>
                    <a:pt x="480722" y="613042"/>
                  </a:lnTo>
                  <a:lnTo>
                    <a:pt x="469450" y="625182"/>
                  </a:lnTo>
                  <a:lnTo>
                    <a:pt x="458177" y="627263"/>
                  </a:lnTo>
                  <a:lnTo>
                    <a:pt x="446732" y="632465"/>
                  </a:lnTo>
                  <a:lnTo>
                    <a:pt x="455403" y="654490"/>
                  </a:lnTo>
                  <a:lnTo>
                    <a:pt x="485751" y="659692"/>
                  </a:lnTo>
                  <a:lnTo>
                    <a:pt x="523731" y="714840"/>
                  </a:lnTo>
                  <a:lnTo>
                    <a:pt x="509683" y="728540"/>
                  </a:lnTo>
                  <a:lnTo>
                    <a:pt x="501879" y="750565"/>
                  </a:lnTo>
                  <a:lnTo>
                    <a:pt x="498758" y="803111"/>
                  </a:lnTo>
                  <a:lnTo>
                    <a:pt x="494249" y="826176"/>
                  </a:lnTo>
                  <a:lnTo>
                    <a:pt x="499105" y="842651"/>
                  </a:lnTo>
                  <a:lnTo>
                    <a:pt x="507602" y="857912"/>
                  </a:lnTo>
                  <a:lnTo>
                    <a:pt x="496503" y="880110"/>
                  </a:lnTo>
                  <a:lnTo>
                    <a:pt x="479335" y="894851"/>
                  </a:lnTo>
                  <a:lnTo>
                    <a:pt x="484017" y="940460"/>
                  </a:lnTo>
                  <a:lnTo>
                    <a:pt x="515059" y="933177"/>
                  </a:lnTo>
                  <a:lnTo>
                    <a:pt x="533789" y="939246"/>
                  </a:lnTo>
                  <a:lnTo>
                    <a:pt x="555813" y="957629"/>
                  </a:lnTo>
                  <a:lnTo>
                    <a:pt x="570901" y="964739"/>
                  </a:lnTo>
                  <a:lnTo>
                    <a:pt x="610441" y="955201"/>
                  </a:lnTo>
                  <a:lnTo>
                    <a:pt x="627956" y="968208"/>
                  </a:lnTo>
                  <a:lnTo>
                    <a:pt x="636627" y="1018153"/>
                  </a:lnTo>
                  <a:lnTo>
                    <a:pt x="620152" y="1017286"/>
                  </a:lnTo>
                  <a:lnTo>
                    <a:pt x="601596" y="1013817"/>
                  </a:lnTo>
                  <a:lnTo>
                    <a:pt x="582867" y="1029772"/>
                  </a:lnTo>
                  <a:lnTo>
                    <a:pt x="587202" y="1055612"/>
                  </a:lnTo>
                  <a:lnTo>
                    <a:pt x="587376" y="1068618"/>
                  </a:lnTo>
                  <a:lnTo>
                    <a:pt x="585642" y="1084400"/>
                  </a:lnTo>
                  <a:lnTo>
                    <a:pt x="578358" y="1093591"/>
                  </a:lnTo>
                  <a:lnTo>
                    <a:pt x="572288" y="1104170"/>
                  </a:lnTo>
                  <a:lnTo>
                    <a:pt x="565872" y="1128795"/>
                  </a:lnTo>
                  <a:lnTo>
                    <a:pt x="553732" y="1152207"/>
                  </a:lnTo>
                  <a:lnTo>
                    <a:pt x="534309" y="1158797"/>
                  </a:lnTo>
                  <a:lnTo>
                    <a:pt x="515580" y="1167988"/>
                  </a:lnTo>
                  <a:lnTo>
                    <a:pt x="505695" y="1178394"/>
                  </a:lnTo>
                  <a:lnTo>
                    <a:pt x="495636" y="1187585"/>
                  </a:lnTo>
                  <a:lnTo>
                    <a:pt x="484364" y="1181342"/>
                  </a:lnTo>
                  <a:lnTo>
                    <a:pt x="473091" y="1170590"/>
                  </a:lnTo>
                  <a:lnTo>
                    <a:pt x="444477" y="1183423"/>
                  </a:lnTo>
                  <a:lnTo>
                    <a:pt x="419678" y="1198684"/>
                  </a:lnTo>
                  <a:lnTo>
                    <a:pt x="407192" y="1195215"/>
                  </a:lnTo>
                  <a:lnTo>
                    <a:pt x="399908" y="1186197"/>
                  </a:lnTo>
                  <a:lnTo>
                    <a:pt x="365397" y="1174752"/>
                  </a:lnTo>
                  <a:lnTo>
                    <a:pt x="353778" y="1161052"/>
                  </a:lnTo>
                  <a:lnTo>
                    <a:pt x="340598" y="1153248"/>
                  </a:lnTo>
                  <a:lnTo>
                    <a:pt x="335569" y="1160011"/>
                  </a:lnTo>
                  <a:lnTo>
                    <a:pt x="329326" y="1161572"/>
                  </a:lnTo>
                  <a:lnTo>
                    <a:pt x="322042" y="1154808"/>
                  </a:lnTo>
                  <a:lnTo>
                    <a:pt x="315279" y="1146831"/>
                  </a:lnTo>
                  <a:lnTo>
                    <a:pt x="297763" y="1119430"/>
                  </a:lnTo>
                  <a:lnTo>
                    <a:pt x="281982" y="1091336"/>
                  </a:lnTo>
                  <a:lnTo>
                    <a:pt x="275392" y="1058387"/>
                  </a:lnTo>
                  <a:lnTo>
                    <a:pt x="276432" y="1025263"/>
                  </a:lnTo>
                  <a:lnTo>
                    <a:pt x="268282" y="996822"/>
                  </a:lnTo>
                  <a:lnTo>
                    <a:pt x="244523" y="982255"/>
                  </a:lnTo>
                  <a:lnTo>
                    <a:pt x="221631" y="974798"/>
                  </a:lnTo>
                  <a:lnTo>
                    <a:pt x="196659" y="980000"/>
                  </a:lnTo>
                  <a:lnTo>
                    <a:pt x="194578" y="952600"/>
                  </a:lnTo>
                  <a:lnTo>
                    <a:pt x="195965" y="926066"/>
                  </a:lnTo>
                  <a:lnTo>
                    <a:pt x="205157" y="888954"/>
                  </a:lnTo>
                  <a:lnTo>
                    <a:pt x="222672" y="857392"/>
                  </a:lnTo>
                  <a:lnTo>
                    <a:pt x="229782" y="841264"/>
                  </a:lnTo>
                  <a:lnTo>
                    <a:pt x="237586" y="827043"/>
                  </a:lnTo>
                  <a:lnTo>
                    <a:pt x="250419" y="817332"/>
                  </a:lnTo>
                  <a:lnTo>
                    <a:pt x="253367" y="800683"/>
                  </a:lnTo>
                  <a:lnTo>
                    <a:pt x="243309" y="797388"/>
                  </a:lnTo>
                  <a:lnTo>
                    <a:pt x="232730" y="792533"/>
                  </a:lnTo>
                  <a:lnTo>
                    <a:pt x="219551" y="802071"/>
                  </a:lnTo>
                  <a:lnTo>
                    <a:pt x="209492" y="815771"/>
                  </a:lnTo>
                  <a:lnTo>
                    <a:pt x="201515" y="790105"/>
                  </a:lnTo>
                  <a:lnTo>
                    <a:pt x="200127" y="772936"/>
                  </a:lnTo>
                  <a:lnTo>
                    <a:pt x="190589" y="768080"/>
                  </a:lnTo>
                  <a:lnTo>
                    <a:pt x="191977" y="757155"/>
                  </a:lnTo>
                  <a:lnTo>
                    <a:pt x="181051" y="754380"/>
                  </a:lnTo>
                  <a:lnTo>
                    <a:pt x="172033" y="767560"/>
                  </a:lnTo>
                  <a:lnTo>
                    <a:pt x="147061" y="773109"/>
                  </a:lnTo>
                  <a:lnTo>
                    <a:pt x="123822" y="766519"/>
                  </a:lnTo>
                  <a:lnTo>
                    <a:pt x="126770" y="749698"/>
                  </a:lnTo>
                  <a:lnTo>
                    <a:pt x="122261" y="738772"/>
                  </a:lnTo>
                  <a:lnTo>
                    <a:pt x="115498" y="735650"/>
                  </a:lnTo>
                  <a:lnTo>
                    <a:pt x="109949" y="729581"/>
                  </a:lnTo>
                  <a:lnTo>
                    <a:pt x="107347" y="722471"/>
                  </a:lnTo>
                  <a:lnTo>
                    <a:pt x="109082" y="715187"/>
                  </a:lnTo>
                  <a:lnTo>
                    <a:pt x="112377" y="705649"/>
                  </a:lnTo>
                  <a:lnTo>
                    <a:pt x="113764" y="695764"/>
                  </a:lnTo>
                  <a:lnTo>
                    <a:pt x="112897" y="690735"/>
                  </a:lnTo>
                  <a:lnTo>
                    <a:pt x="112377" y="685879"/>
                  </a:lnTo>
                  <a:lnTo>
                    <a:pt x="109775" y="679809"/>
                  </a:lnTo>
                  <a:lnTo>
                    <a:pt x="111336" y="672352"/>
                  </a:lnTo>
                  <a:lnTo>
                    <a:pt x="115325" y="663334"/>
                  </a:lnTo>
                  <a:lnTo>
                    <a:pt x="115845" y="652929"/>
                  </a:lnTo>
                  <a:lnTo>
                    <a:pt x="56882" y="649114"/>
                  </a:lnTo>
                  <a:lnTo>
                    <a:pt x="0" y="660733"/>
                  </a:lnTo>
                  <a:lnTo>
                    <a:pt x="3642" y="631078"/>
                  </a:lnTo>
                  <a:lnTo>
                    <a:pt x="13180" y="603331"/>
                  </a:lnTo>
                  <a:lnTo>
                    <a:pt x="11793" y="587202"/>
                  </a:lnTo>
                  <a:lnTo>
                    <a:pt x="26880" y="554252"/>
                  </a:lnTo>
                  <a:lnTo>
                    <a:pt x="48384" y="523037"/>
                  </a:lnTo>
                  <a:lnTo>
                    <a:pt x="64686" y="494769"/>
                  </a:lnTo>
                  <a:lnTo>
                    <a:pt x="71102" y="487659"/>
                  </a:lnTo>
                  <a:lnTo>
                    <a:pt x="78560" y="488873"/>
                  </a:lnTo>
                  <a:lnTo>
                    <a:pt x="85670" y="486792"/>
                  </a:lnTo>
                  <a:lnTo>
                    <a:pt x="89658" y="479508"/>
                  </a:lnTo>
                  <a:lnTo>
                    <a:pt x="90699" y="471184"/>
                  </a:lnTo>
                  <a:lnTo>
                    <a:pt x="93127" y="460605"/>
                  </a:lnTo>
                  <a:lnTo>
                    <a:pt x="96942" y="450374"/>
                  </a:lnTo>
                  <a:lnTo>
                    <a:pt x="98850" y="439448"/>
                  </a:lnTo>
                  <a:lnTo>
                    <a:pt x="97116" y="428522"/>
                  </a:lnTo>
                  <a:lnTo>
                    <a:pt x="91913" y="418811"/>
                  </a:lnTo>
                  <a:lnTo>
                    <a:pt x="85670" y="412915"/>
                  </a:lnTo>
                  <a:lnTo>
                    <a:pt x="86363" y="393145"/>
                  </a:lnTo>
                  <a:lnTo>
                    <a:pt x="76305" y="385861"/>
                  </a:lnTo>
                  <a:lnTo>
                    <a:pt x="62952" y="359154"/>
                  </a:lnTo>
                  <a:lnTo>
                    <a:pt x="52546" y="353085"/>
                  </a:lnTo>
                  <a:lnTo>
                    <a:pt x="43355" y="343546"/>
                  </a:lnTo>
                  <a:lnTo>
                    <a:pt x="37285" y="329152"/>
                  </a:lnTo>
                  <a:lnTo>
                    <a:pt x="72143" y="318921"/>
                  </a:lnTo>
                  <a:lnTo>
                    <a:pt x="104919" y="302966"/>
                  </a:lnTo>
                  <a:lnTo>
                    <a:pt x="130759" y="294468"/>
                  </a:lnTo>
                  <a:lnTo>
                    <a:pt x="137696" y="265854"/>
                  </a:lnTo>
                  <a:lnTo>
                    <a:pt x="150356" y="252154"/>
                  </a:lnTo>
                  <a:lnTo>
                    <a:pt x="170126" y="243656"/>
                  </a:lnTo>
                  <a:lnTo>
                    <a:pt x="179490" y="231517"/>
                  </a:lnTo>
                  <a:lnTo>
                    <a:pt x="185907" y="215388"/>
                  </a:lnTo>
                  <a:lnTo>
                    <a:pt x="197873" y="202555"/>
                  </a:lnTo>
                  <a:lnTo>
                    <a:pt x="213134" y="205677"/>
                  </a:lnTo>
                  <a:lnTo>
                    <a:pt x="217470" y="211573"/>
                  </a:lnTo>
                  <a:lnTo>
                    <a:pt x="236893" y="198046"/>
                  </a:lnTo>
                  <a:lnTo>
                    <a:pt x="273831" y="129198"/>
                  </a:lnTo>
                  <a:lnTo>
                    <a:pt x="277647" y="120874"/>
                  </a:lnTo>
                  <a:lnTo>
                    <a:pt x="282155" y="113244"/>
                  </a:lnTo>
                  <a:lnTo>
                    <a:pt x="288052" y="108388"/>
                  </a:lnTo>
                  <a:lnTo>
                    <a:pt x="294295" y="104052"/>
                  </a:lnTo>
                  <a:lnTo>
                    <a:pt x="300538" y="94688"/>
                  </a:lnTo>
                  <a:lnTo>
                    <a:pt x="306088" y="84456"/>
                  </a:lnTo>
                  <a:lnTo>
                    <a:pt x="387769" y="61911"/>
                  </a:lnTo>
                  <a:lnTo>
                    <a:pt x="470143" y="50639"/>
                  </a:lnTo>
                  <a:lnTo>
                    <a:pt x="463554" y="97636"/>
                  </a:lnTo>
                  <a:lnTo>
                    <a:pt x="486965" y="91913"/>
                  </a:lnTo>
                  <a:lnTo>
                    <a:pt x="510724" y="93647"/>
                  </a:lnTo>
                  <a:lnTo>
                    <a:pt x="517314" y="97809"/>
                  </a:lnTo>
                  <a:lnTo>
                    <a:pt x="523904" y="100931"/>
                  </a:lnTo>
                  <a:lnTo>
                    <a:pt x="529973" y="95555"/>
                  </a:lnTo>
                  <a:lnTo>
                    <a:pt x="535176" y="89312"/>
                  </a:lnTo>
                  <a:lnTo>
                    <a:pt x="550784" y="78560"/>
                  </a:lnTo>
                  <a:lnTo>
                    <a:pt x="546622" y="31216"/>
                  </a:lnTo>
                  <a:lnTo>
                    <a:pt x="561189" y="13353"/>
                  </a:lnTo>
                  <a:lnTo>
                    <a:pt x="600729" y="0"/>
                  </a:lnTo>
                  <a:lnTo>
                    <a:pt x="630211" y="31216"/>
                  </a:lnTo>
                  <a:lnTo>
                    <a:pt x="630211" y="52026"/>
                  </a:lnTo>
                  <a:close/>
                </a:path>
              </a:pathLst>
            </a:custGeom>
            <a:grpFill/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 dirty="0"/>
            </a:p>
          </p:txBody>
        </p:sp>
        <p:sp>
          <p:nvSpPr>
            <p:cNvPr id="91" name="Freeform: Shape 26">
              <a:extLst>
                <a:ext uri="{FF2B5EF4-FFF2-40B4-BE49-F238E27FC236}">
                  <a16:creationId xmlns:a16="http://schemas.microsoft.com/office/drawing/2014/main" id="{3888D6C1-50D1-FE97-287F-3101470B5123}"/>
                </a:ext>
              </a:extLst>
            </p:cNvPr>
            <p:cNvSpPr/>
            <p:nvPr/>
          </p:nvSpPr>
          <p:spPr>
            <a:xfrm>
              <a:off x="3918964" y="4362460"/>
              <a:ext cx="190763" cy="208105"/>
            </a:xfrm>
            <a:custGeom>
              <a:avLst/>
              <a:gdLst>
                <a:gd name="connsiteX0" fmla="*/ 192670 w 190762"/>
                <a:gd name="connsiteY0" fmla="*/ 102318 h 208104"/>
                <a:gd name="connsiteX1" fmla="*/ 188855 w 190762"/>
                <a:gd name="connsiteY1" fmla="*/ 109949 h 208104"/>
                <a:gd name="connsiteX2" fmla="*/ 176889 w 190762"/>
                <a:gd name="connsiteY2" fmla="*/ 109775 h 208104"/>
                <a:gd name="connsiteX3" fmla="*/ 168044 w 190762"/>
                <a:gd name="connsiteY3" fmla="*/ 109428 h 208104"/>
                <a:gd name="connsiteX4" fmla="*/ 157292 w 190762"/>
                <a:gd name="connsiteY4" fmla="*/ 111163 h 208104"/>
                <a:gd name="connsiteX5" fmla="*/ 149315 w 190762"/>
                <a:gd name="connsiteY5" fmla="*/ 110642 h 208104"/>
                <a:gd name="connsiteX6" fmla="*/ 140818 w 190762"/>
                <a:gd name="connsiteY6" fmla="*/ 114458 h 208104"/>
                <a:gd name="connsiteX7" fmla="*/ 131626 w 190762"/>
                <a:gd name="connsiteY7" fmla="*/ 115672 h 208104"/>
                <a:gd name="connsiteX8" fmla="*/ 130759 w 190762"/>
                <a:gd name="connsiteY8" fmla="*/ 128852 h 208104"/>
                <a:gd name="connsiteX9" fmla="*/ 137002 w 190762"/>
                <a:gd name="connsiteY9" fmla="*/ 138043 h 208104"/>
                <a:gd name="connsiteX10" fmla="*/ 138043 w 190762"/>
                <a:gd name="connsiteY10" fmla="*/ 149142 h 208104"/>
                <a:gd name="connsiteX11" fmla="*/ 134054 w 190762"/>
                <a:gd name="connsiteY11" fmla="*/ 161802 h 208104"/>
                <a:gd name="connsiteX12" fmla="*/ 116712 w 190762"/>
                <a:gd name="connsiteY12" fmla="*/ 169779 h 208104"/>
                <a:gd name="connsiteX13" fmla="*/ 102665 w 190762"/>
                <a:gd name="connsiteY13" fmla="*/ 157640 h 208104"/>
                <a:gd name="connsiteX14" fmla="*/ 94167 w 190762"/>
                <a:gd name="connsiteY14" fmla="*/ 150529 h 208104"/>
                <a:gd name="connsiteX15" fmla="*/ 87924 w 190762"/>
                <a:gd name="connsiteY15" fmla="*/ 142899 h 208104"/>
                <a:gd name="connsiteX16" fmla="*/ 67634 w 190762"/>
                <a:gd name="connsiteY16" fmla="*/ 164576 h 208104"/>
                <a:gd name="connsiteX17" fmla="*/ 58269 w 190762"/>
                <a:gd name="connsiteY17" fmla="*/ 181918 h 208104"/>
                <a:gd name="connsiteX18" fmla="*/ 55321 w 190762"/>
                <a:gd name="connsiteY18" fmla="*/ 200474 h 208104"/>
                <a:gd name="connsiteX19" fmla="*/ 49078 w 190762"/>
                <a:gd name="connsiteY19" fmla="*/ 204810 h 208104"/>
                <a:gd name="connsiteX20" fmla="*/ 45436 w 190762"/>
                <a:gd name="connsiteY20" fmla="*/ 195618 h 208104"/>
                <a:gd name="connsiteX21" fmla="*/ 36072 w 190762"/>
                <a:gd name="connsiteY21" fmla="*/ 185560 h 208104"/>
                <a:gd name="connsiteX22" fmla="*/ 36938 w 190762"/>
                <a:gd name="connsiteY22" fmla="*/ 194405 h 208104"/>
                <a:gd name="connsiteX23" fmla="*/ 38846 w 190762"/>
                <a:gd name="connsiteY23" fmla="*/ 213654 h 208104"/>
                <a:gd name="connsiteX24" fmla="*/ 32776 w 190762"/>
                <a:gd name="connsiteY24" fmla="*/ 213654 h 208104"/>
                <a:gd name="connsiteX25" fmla="*/ 30175 w 190762"/>
                <a:gd name="connsiteY25" fmla="*/ 207238 h 208104"/>
                <a:gd name="connsiteX26" fmla="*/ 26880 w 190762"/>
                <a:gd name="connsiteY26" fmla="*/ 205851 h 208104"/>
                <a:gd name="connsiteX27" fmla="*/ 19076 w 190762"/>
                <a:gd name="connsiteY27" fmla="*/ 211053 h 208104"/>
                <a:gd name="connsiteX28" fmla="*/ 11446 w 190762"/>
                <a:gd name="connsiteY28" fmla="*/ 215909 h 208104"/>
                <a:gd name="connsiteX29" fmla="*/ 6243 w 190762"/>
                <a:gd name="connsiteY29" fmla="*/ 209492 h 208104"/>
                <a:gd name="connsiteX30" fmla="*/ 0 w 190762"/>
                <a:gd name="connsiteY30" fmla="*/ 188162 h 208104"/>
                <a:gd name="connsiteX31" fmla="*/ 2601 w 190762"/>
                <a:gd name="connsiteY31" fmla="*/ 168912 h 208104"/>
                <a:gd name="connsiteX32" fmla="*/ 8497 w 190762"/>
                <a:gd name="connsiteY32" fmla="*/ 144633 h 208104"/>
                <a:gd name="connsiteX33" fmla="*/ 9712 w 190762"/>
                <a:gd name="connsiteY33" fmla="*/ 130933 h 208104"/>
                <a:gd name="connsiteX34" fmla="*/ 16128 w 190762"/>
                <a:gd name="connsiteY34" fmla="*/ 119140 h 208104"/>
                <a:gd name="connsiteX35" fmla="*/ 27747 w 190762"/>
                <a:gd name="connsiteY35" fmla="*/ 104573 h 208104"/>
                <a:gd name="connsiteX36" fmla="*/ 38846 w 190762"/>
                <a:gd name="connsiteY36" fmla="*/ 87751 h 208104"/>
                <a:gd name="connsiteX37" fmla="*/ 46997 w 190762"/>
                <a:gd name="connsiteY37" fmla="*/ 31736 h 208104"/>
                <a:gd name="connsiteX38" fmla="*/ 57922 w 190762"/>
                <a:gd name="connsiteY38" fmla="*/ 18036 h 208104"/>
                <a:gd name="connsiteX39" fmla="*/ 72663 w 190762"/>
                <a:gd name="connsiteY39" fmla="*/ 7284 h 208104"/>
                <a:gd name="connsiteX40" fmla="*/ 91046 w 190762"/>
                <a:gd name="connsiteY40" fmla="*/ 0 h 208104"/>
                <a:gd name="connsiteX41" fmla="*/ 110642 w 190762"/>
                <a:gd name="connsiteY41" fmla="*/ 867 h 208104"/>
                <a:gd name="connsiteX42" fmla="*/ 125730 w 190762"/>
                <a:gd name="connsiteY42" fmla="*/ 10579 h 208104"/>
                <a:gd name="connsiteX43" fmla="*/ 130066 w 190762"/>
                <a:gd name="connsiteY43" fmla="*/ 31389 h 208104"/>
                <a:gd name="connsiteX44" fmla="*/ 143939 w 190762"/>
                <a:gd name="connsiteY44" fmla="*/ 50639 h 208104"/>
                <a:gd name="connsiteX45" fmla="*/ 161628 w 190762"/>
                <a:gd name="connsiteY45" fmla="*/ 64859 h 208104"/>
                <a:gd name="connsiteX46" fmla="*/ 175675 w 190762"/>
                <a:gd name="connsiteY46" fmla="*/ 82895 h 208104"/>
                <a:gd name="connsiteX47" fmla="*/ 191283 w 190762"/>
                <a:gd name="connsiteY47" fmla="*/ 98850 h 20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90762" h="208104">
                  <a:moveTo>
                    <a:pt x="192670" y="102318"/>
                  </a:moveTo>
                  <a:lnTo>
                    <a:pt x="188855" y="109949"/>
                  </a:lnTo>
                  <a:lnTo>
                    <a:pt x="176889" y="109775"/>
                  </a:lnTo>
                  <a:lnTo>
                    <a:pt x="168044" y="109428"/>
                  </a:lnTo>
                  <a:lnTo>
                    <a:pt x="157292" y="111163"/>
                  </a:lnTo>
                  <a:lnTo>
                    <a:pt x="149315" y="110642"/>
                  </a:lnTo>
                  <a:lnTo>
                    <a:pt x="140818" y="114458"/>
                  </a:lnTo>
                  <a:lnTo>
                    <a:pt x="131626" y="115672"/>
                  </a:lnTo>
                  <a:lnTo>
                    <a:pt x="130759" y="128852"/>
                  </a:lnTo>
                  <a:lnTo>
                    <a:pt x="137002" y="138043"/>
                  </a:lnTo>
                  <a:lnTo>
                    <a:pt x="138043" y="149142"/>
                  </a:lnTo>
                  <a:lnTo>
                    <a:pt x="134054" y="161802"/>
                  </a:lnTo>
                  <a:lnTo>
                    <a:pt x="116712" y="169779"/>
                  </a:lnTo>
                  <a:lnTo>
                    <a:pt x="102665" y="157640"/>
                  </a:lnTo>
                  <a:lnTo>
                    <a:pt x="94167" y="150529"/>
                  </a:lnTo>
                  <a:lnTo>
                    <a:pt x="87924" y="142899"/>
                  </a:lnTo>
                  <a:lnTo>
                    <a:pt x="67634" y="164576"/>
                  </a:lnTo>
                  <a:lnTo>
                    <a:pt x="58269" y="181918"/>
                  </a:lnTo>
                  <a:lnTo>
                    <a:pt x="55321" y="200474"/>
                  </a:lnTo>
                  <a:lnTo>
                    <a:pt x="49078" y="204810"/>
                  </a:lnTo>
                  <a:lnTo>
                    <a:pt x="45436" y="195618"/>
                  </a:lnTo>
                  <a:lnTo>
                    <a:pt x="36072" y="185560"/>
                  </a:lnTo>
                  <a:lnTo>
                    <a:pt x="36938" y="194405"/>
                  </a:lnTo>
                  <a:lnTo>
                    <a:pt x="38846" y="213654"/>
                  </a:lnTo>
                  <a:lnTo>
                    <a:pt x="32776" y="213654"/>
                  </a:lnTo>
                  <a:lnTo>
                    <a:pt x="30175" y="207238"/>
                  </a:lnTo>
                  <a:lnTo>
                    <a:pt x="26880" y="205851"/>
                  </a:lnTo>
                  <a:lnTo>
                    <a:pt x="19076" y="211053"/>
                  </a:lnTo>
                  <a:lnTo>
                    <a:pt x="11446" y="215909"/>
                  </a:lnTo>
                  <a:lnTo>
                    <a:pt x="6243" y="209492"/>
                  </a:lnTo>
                  <a:lnTo>
                    <a:pt x="0" y="188162"/>
                  </a:lnTo>
                  <a:lnTo>
                    <a:pt x="2601" y="168912"/>
                  </a:lnTo>
                  <a:lnTo>
                    <a:pt x="8497" y="144633"/>
                  </a:lnTo>
                  <a:lnTo>
                    <a:pt x="9712" y="130933"/>
                  </a:lnTo>
                  <a:lnTo>
                    <a:pt x="16128" y="119140"/>
                  </a:lnTo>
                  <a:lnTo>
                    <a:pt x="27747" y="104573"/>
                  </a:lnTo>
                  <a:lnTo>
                    <a:pt x="38846" y="87751"/>
                  </a:lnTo>
                  <a:lnTo>
                    <a:pt x="46997" y="31736"/>
                  </a:lnTo>
                  <a:lnTo>
                    <a:pt x="57922" y="18036"/>
                  </a:lnTo>
                  <a:lnTo>
                    <a:pt x="72663" y="7284"/>
                  </a:lnTo>
                  <a:lnTo>
                    <a:pt x="91046" y="0"/>
                  </a:lnTo>
                  <a:lnTo>
                    <a:pt x="110642" y="867"/>
                  </a:lnTo>
                  <a:lnTo>
                    <a:pt x="125730" y="10579"/>
                  </a:lnTo>
                  <a:lnTo>
                    <a:pt x="130066" y="31389"/>
                  </a:lnTo>
                  <a:lnTo>
                    <a:pt x="143939" y="50639"/>
                  </a:lnTo>
                  <a:lnTo>
                    <a:pt x="161628" y="64859"/>
                  </a:lnTo>
                  <a:lnTo>
                    <a:pt x="175675" y="82895"/>
                  </a:lnTo>
                  <a:lnTo>
                    <a:pt x="191283" y="9885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 w="4332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</p:grpSp>
      <p:sp>
        <p:nvSpPr>
          <p:cNvPr id="92" name="제목 1">
            <a:extLst>
              <a:ext uri="{FF2B5EF4-FFF2-40B4-BE49-F238E27FC236}">
                <a16:creationId xmlns:a16="http://schemas.microsoft.com/office/drawing/2014/main" id="{CDB90050-671D-57B0-573C-588D1DEE68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3" name="矩形 22">
            <a:extLst>
              <a:ext uri="{FF2B5EF4-FFF2-40B4-BE49-F238E27FC236}">
                <a16:creationId xmlns:a16="http://schemas.microsoft.com/office/drawing/2014/main" id="{3E58CF20-8B24-F4AD-045E-0765795B1B6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7541704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ina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제목 1">
            <a:extLst>
              <a:ext uri="{FF2B5EF4-FFF2-40B4-BE49-F238E27FC236}">
                <a16:creationId xmlns:a16="http://schemas.microsoft.com/office/drawing/2014/main" id="{CDB90050-671D-57B0-573C-588D1DEE68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3" name="矩形 22">
            <a:extLst>
              <a:ext uri="{FF2B5EF4-FFF2-40B4-BE49-F238E27FC236}">
                <a16:creationId xmlns:a16="http://schemas.microsoft.com/office/drawing/2014/main" id="{3E58CF20-8B24-F4AD-045E-0765795B1B6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grpSp>
        <p:nvGrpSpPr>
          <p:cNvPr id="2" name="Graphic 4">
            <a:extLst>
              <a:ext uri="{FF2B5EF4-FFF2-40B4-BE49-F238E27FC236}">
                <a16:creationId xmlns:a16="http://schemas.microsoft.com/office/drawing/2014/main" id="{02BE5FB5-B3F4-08D0-B1B8-467A9C96711B}"/>
              </a:ext>
            </a:extLst>
          </p:cNvPr>
          <p:cNvGrpSpPr/>
          <p:nvPr userDrawn="1"/>
        </p:nvGrpSpPr>
        <p:grpSpPr>
          <a:xfrm>
            <a:off x="258227" y="1595114"/>
            <a:ext cx="6120253" cy="4500886"/>
            <a:chOff x="843915" y="2522855"/>
            <a:chExt cx="4895850" cy="3600450"/>
          </a:xfrm>
          <a:solidFill>
            <a:schemeClr val="tx1">
              <a:alpha val="20000"/>
            </a:schemeClr>
          </a:solidFill>
        </p:grpSpPr>
        <p:sp>
          <p:nvSpPr>
            <p:cNvPr id="3" name="Freeform: Shape 6">
              <a:extLst>
                <a:ext uri="{FF2B5EF4-FFF2-40B4-BE49-F238E27FC236}">
                  <a16:creationId xmlns:a16="http://schemas.microsoft.com/office/drawing/2014/main" id="{337C085D-7AEE-AD02-9F20-8749CD9BB72F}"/>
                </a:ext>
              </a:extLst>
            </p:cNvPr>
            <p:cNvSpPr/>
            <p:nvPr/>
          </p:nvSpPr>
          <p:spPr>
            <a:xfrm>
              <a:off x="4393883" y="4980591"/>
              <a:ext cx="352425" cy="361950"/>
            </a:xfrm>
            <a:custGeom>
              <a:avLst/>
              <a:gdLst>
                <a:gd name="connsiteX0" fmla="*/ 246316 w 352425"/>
                <a:gd name="connsiteY0" fmla="*/ 337756 h 361950"/>
                <a:gd name="connsiteX1" fmla="*/ 245554 w 352425"/>
                <a:gd name="connsiteY1" fmla="*/ 337185 h 361950"/>
                <a:gd name="connsiteX2" fmla="*/ 243935 w 352425"/>
                <a:gd name="connsiteY2" fmla="*/ 337756 h 361950"/>
                <a:gd name="connsiteX3" fmla="*/ 243364 w 352425"/>
                <a:gd name="connsiteY3" fmla="*/ 338519 h 361950"/>
                <a:gd name="connsiteX4" fmla="*/ 243649 w 352425"/>
                <a:gd name="connsiteY4" fmla="*/ 339376 h 361950"/>
                <a:gd name="connsiteX5" fmla="*/ 244411 w 352425"/>
                <a:gd name="connsiteY5" fmla="*/ 340423 h 361950"/>
                <a:gd name="connsiteX6" fmla="*/ 245078 w 352425"/>
                <a:gd name="connsiteY6" fmla="*/ 341090 h 361950"/>
                <a:gd name="connsiteX7" fmla="*/ 245840 w 352425"/>
                <a:gd name="connsiteY7" fmla="*/ 340900 h 361950"/>
                <a:gd name="connsiteX8" fmla="*/ 245269 w 352425"/>
                <a:gd name="connsiteY8" fmla="*/ 340138 h 361950"/>
                <a:gd name="connsiteX9" fmla="*/ 245078 w 352425"/>
                <a:gd name="connsiteY9" fmla="*/ 339376 h 361950"/>
                <a:gd name="connsiteX10" fmla="*/ 245745 w 352425"/>
                <a:gd name="connsiteY10" fmla="*/ 339185 h 361950"/>
                <a:gd name="connsiteX11" fmla="*/ 247174 w 352425"/>
                <a:gd name="connsiteY11" fmla="*/ 339566 h 361950"/>
                <a:gd name="connsiteX12" fmla="*/ 248031 w 352425"/>
                <a:gd name="connsiteY12" fmla="*/ 339662 h 361950"/>
                <a:gd name="connsiteX13" fmla="*/ 248031 w 352425"/>
                <a:gd name="connsiteY13" fmla="*/ 338899 h 361950"/>
                <a:gd name="connsiteX14" fmla="*/ 247269 w 352425"/>
                <a:gd name="connsiteY14" fmla="*/ 338328 h 361950"/>
                <a:gd name="connsiteX15" fmla="*/ 246316 w 352425"/>
                <a:gd name="connsiteY15" fmla="*/ 337756 h 361950"/>
                <a:gd name="connsiteX16" fmla="*/ 254222 w 352425"/>
                <a:gd name="connsiteY16" fmla="*/ 302609 h 361950"/>
                <a:gd name="connsiteX17" fmla="*/ 253174 w 352425"/>
                <a:gd name="connsiteY17" fmla="*/ 303086 h 361950"/>
                <a:gd name="connsiteX18" fmla="*/ 252413 w 352425"/>
                <a:gd name="connsiteY18" fmla="*/ 303181 h 361950"/>
                <a:gd name="connsiteX19" fmla="*/ 252031 w 352425"/>
                <a:gd name="connsiteY19" fmla="*/ 303371 h 361950"/>
                <a:gd name="connsiteX20" fmla="*/ 251936 w 352425"/>
                <a:gd name="connsiteY20" fmla="*/ 303657 h 361950"/>
                <a:gd name="connsiteX21" fmla="*/ 252222 w 352425"/>
                <a:gd name="connsiteY21" fmla="*/ 304038 h 361950"/>
                <a:gd name="connsiteX22" fmla="*/ 251650 w 352425"/>
                <a:gd name="connsiteY22" fmla="*/ 304324 h 361950"/>
                <a:gd name="connsiteX23" fmla="*/ 250317 w 352425"/>
                <a:gd name="connsiteY23" fmla="*/ 304229 h 361950"/>
                <a:gd name="connsiteX24" fmla="*/ 248793 w 352425"/>
                <a:gd name="connsiteY24" fmla="*/ 304514 h 361950"/>
                <a:gd name="connsiteX25" fmla="*/ 247364 w 352425"/>
                <a:gd name="connsiteY25" fmla="*/ 305943 h 361950"/>
                <a:gd name="connsiteX26" fmla="*/ 247555 w 352425"/>
                <a:gd name="connsiteY26" fmla="*/ 306896 h 361950"/>
                <a:gd name="connsiteX27" fmla="*/ 248983 w 352425"/>
                <a:gd name="connsiteY27" fmla="*/ 306896 h 361950"/>
                <a:gd name="connsiteX28" fmla="*/ 250031 w 352425"/>
                <a:gd name="connsiteY28" fmla="*/ 306610 h 361950"/>
                <a:gd name="connsiteX29" fmla="*/ 250698 w 352425"/>
                <a:gd name="connsiteY29" fmla="*/ 306229 h 361950"/>
                <a:gd name="connsiteX30" fmla="*/ 251460 w 352425"/>
                <a:gd name="connsiteY30" fmla="*/ 306229 h 361950"/>
                <a:gd name="connsiteX31" fmla="*/ 252508 w 352425"/>
                <a:gd name="connsiteY31" fmla="*/ 306800 h 361950"/>
                <a:gd name="connsiteX32" fmla="*/ 253365 w 352425"/>
                <a:gd name="connsiteY32" fmla="*/ 306800 h 361950"/>
                <a:gd name="connsiteX33" fmla="*/ 253651 w 352425"/>
                <a:gd name="connsiteY33" fmla="*/ 306134 h 361950"/>
                <a:gd name="connsiteX34" fmla="*/ 253555 w 352425"/>
                <a:gd name="connsiteY34" fmla="*/ 304800 h 361950"/>
                <a:gd name="connsiteX35" fmla="*/ 253746 w 352425"/>
                <a:gd name="connsiteY35" fmla="*/ 304514 h 361950"/>
                <a:gd name="connsiteX36" fmla="*/ 254127 w 352425"/>
                <a:gd name="connsiteY36" fmla="*/ 304610 h 361950"/>
                <a:gd name="connsiteX37" fmla="*/ 254508 w 352425"/>
                <a:gd name="connsiteY37" fmla="*/ 304514 h 361950"/>
                <a:gd name="connsiteX38" fmla="*/ 254698 w 352425"/>
                <a:gd name="connsiteY38" fmla="*/ 304324 h 361950"/>
                <a:gd name="connsiteX39" fmla="*/ 254889 w 352425"/>
                <a:gd name="connsiteY39" fmla="*/ 304133 h 361950"/>
                <a:gd name="connsiteX40" fmla="*/ 254889 w 352425"/>
                <a:gd name="connsiteY40" fmla="*/ 303467 h 361950"/>
                <a:gd name="connsiteX41" fmla="*/ 254794 w 352425"/>
                <a:gd name="connsiteY41" fmla="*/ 302705 h 361950"/>
                <a:gd name="connsiteX42" fmla="*/ 254222 w 352425"/>
                <a:gd name="connsiteY42" fmla="*/ 302609 h 361950"/>
                <a:gd name="connsiteX43" fmla="*/ 245459 w 352425"/>
                <a:gd name="connsiteY43" fmla="*/ 294227 h 361950"/>
                <a:gd name="connsiteX44" fmla="*/ 246412 w 352425"/>
                <a:gd name="connsiteY44" fmla="*/ 294418 h 361950"/>
                <a:gd name="connsiteX45" fmla="*/ 247174 w 352425"/>
                <a:gd name="connsiteY45" fmla="*/ 295085 h 361950"/>
                <a:gd name="connsiteX46" fmla="*/ 248031 w 352425"/>
                <a:gd name="connsiteY46" fmla="*/ 295180 h 361950"/>
                <a:gd name="connsiteX47" fmla="*/ 249841 w 352425"/>
                <a:gd name="connsiteY47" fmla="*/ 294704 h 361950"/>
                <a:gd name="connsiteX48" fmla="*/ 250888 w 352425"/>
                <a:gd name="connsiteY48" fmla="*/ 294227 h 361950"/>
                <a:gd name="connsiteX49" fmla="*/ 250888 w 352425"/>
                <a:gd name="connsiteY49" fmla="*/ 293465 h 361950"/>
                <a:gd name="connsiteX50" fmla="*/ 249936 w 352425"/>
                <a:gd name="connsiteY50" fmla="*/ 292418 h 361950"/>
                <a:gd name="connsiteX51" fmla="*/ 248602 w 352425"/>
                <a:gd name="connsiteY51" fmla="*/ 291846 h 361950"/>
                <a:gd name="connsiteX52" fmla="*/ 246126 w 352425"/>
                <a:gd name="connsiteY52" fmla="*/ 292132 h 361950"/>
                <a:gd name="connsiteX53" fmla="*/ 245745 w 352425"/>
                <a:gd name="connsiteY53" fmla="*/ 292037 h 361950"/>
                <a:gd name="connsiteX54" fmla="*/ 245269 w 352425"/>
                <a:gd name="connsiteY54" fmla="*/ 291941 h 361950"/>
                <a:gd name="connsiteX55" fmla="*/ 244888 w 352425"/>
                <a:gd name="connsiteY55" fmla="*/ 292037 h 361950"/>
                <a:gd name="connsiteX56" fmla="*/ 243364 w 352425"/>
                <a:gd name="connsiteY56" fmla="*/ 293275 h 361950"/>
                <a:gd name="connsiteX57" fmla="*/ 242983 w 352425"/>
                <a:gd name="connsiteY57" fmla="*/ 294132 h 361950"/>
                <a:gd name="connsiteX58" fmla="*/ 243364 w 352425"/>
                <a:gd name="connsiteY58" fmla="*/ 294704 h 361950"/>
                <a:gd name="connsiteX59" fmla="*/ 243745 w 352425"/>
                <a:gd name="connsiteY59" fmla="*/ 294799 h 361950"/>
                <a:gd name="connsiteX60" fmla="*/ 245459 w 352425"/>
                <a:gd name="connsiteY60" fmla="*/ 294227 h 361950"/>
                <a:gd name="connsiteX61" fmla="*/ 260128 w 352425"/>
                <a:gd name="connsiteY61" fmla="*/ 277749 h 361950"/>
                <a:gd name="connsiteX62" fmla="*/ 260604 w 352425"/>
                <a:gd name="connsiteY62" fmla="*/ 275177 h 361950"/>
                <a:gd name="connsiteX63" fmla="*/ 261271 w 352425"/>
                <a:gd name="connsiteY63" fmla="*/ 273939 h 361950"/>
                <a:gd name="connsiteX64" fmla="*/ 261175 w 352425"/>
                <a:gd name="connsiteY64" fmla="*/ 272891 h 361950"/>
                <a:gd name="connsiteX65" fmla="*/ 260223 w 352425"/>
                <a:gd name="connsiteY65" fmla="*/ 270986 h 361950"/>
                <a:gd name="connsiteX66" fmla="*/ 258127 w 352425"/>
                <a:gd name="connsiteY66" fmla="*/ 270510 h 361950"/>
                <a:gd name="connsiteX67" fmla="*/ 256604 w 352425"/>
                <a:gd name="connsiteY67" fmla="*/ 271463 h 361950"/>
                <a:gd name="connsiteX68" fmla="*/ 256413 w 352425"/>
                <a:gd name="connsiteY68" fmla="*/ 272224 h 361950"/>
                <a:gd name="connsiteX69" fmla="*/ 256032 w 352425"/>
                <a:gd name="connsiteY69" fmla="*/ 273177 h 361950"/>
                <a:gd name="connsiteX70" fmla="*/ 254698 w 352425"/>
                <a:gd name="connsiteY70" fmla="*/ 275082 h 361950"/>
                <a:gd name="connsiteX71" fmla="*/ 252889 w 352425"/>
                <a:gd name="connsiteY71" fmla="*/ 276701 h 361950"/>
                <a:gd name="connsiteX72" fmla="*/ 250507 w 352425"/>
                <a:gd name="connsiteY72" fmla="*/ 277368 h 361950"/>
                <a:gd name="connsiteX73" fmla="*/ 249746 w 352425"/>
                <a:gd name="connsiteY73" fmla="*/ 277654 h 361950"/>
                <a:gd name="connsiteX74" fmla="*/ 249364 w 352425"/>
                <a:gd name="connsiteY74" fmla="*/ 278035 h 361950"/>
                <a:gd name="connsiteX75" fmla="*/ 249936 w 352425"/>
                <a:gd name="connsiteY75" fmla="*/ 278892 h 361950"/>
                <a:gd name="connsiteX76" fmla="*/ 250317 w 352425"/>
                <a:gd name="connsiteY76" fmla="*/ 280035 h 361950"/>
                <a:gd name="connsiteX77" fmla="*/ 250222 w 352425"/>
                <a:gd name="connsiteY77" fmla="*/ 280988 h 361950"/>
                <a:gd name="connsiteX78" fmla="*/ 250793 w 352425"/>
                <a:gd name="connsiteY78" fmla="*/ 281845 h 361950"/>
                <a:gd name="connsiteX79" fmla="*/ 251174 w 352425"/>
                <a:gd name="connsiteY79" fmla="*/ 282893 h 361950"/>
                <a:gd name="connsiteX80" fmla="*/ 251936 w 352425"/>
                <a:gd name="connsiteY80" fmla="*/ 283273 h 361950"/>
                <a:gd name="connsiteX81" fmla="*/ 252127 w 352425"/>
                <a:gd name="connsiteY81" fmla="*/ 283845 h 361950"/>
                <a:gd name="connsiteX82" fmla="*/ 251460 w 352425"/>
                <a:gd name="connsiteY82" fmla="*/ 285083 h 361950"/>
                <a:gd name="connsiteX83" fmla="*/ 251841 w 352425"/>
                <a:gd name="connsiteY83" fmla="*/ 286607 h 361950"/>
                <a:gd name="connsiteX84" fmla="*/ 253079 w 352425"/>
                <a:gd name="connsiteY84" fmla="*/ 286417 h 361950"/>
                <a:gd name="connsiteX85" fmla="*/ 254603 w 352425"/>
                <a:gd name="connsiteY85" fmla="*/ 286321 h 361950"/>
                <a:gd name="connsiteX86" fmla="*/ 255841 w 352425"/>
                <a:gd name="connsiteY86" fmla="*/ 285369 h 361950"/>
                <a:gd name="connsiteX87" fmla="*/ 257080 w 352425"/>
                <a:gd name="connsiteY87" fmla="*/ 284988 h 361950"/>
                <a:gd name="connsiteX88" fmla="*/ 257175 w 352425"/>
                <a:gd name="connsiteY88" fmla="*/ 284131 h 361950"/>
                <a:gd name="connsiteX89" fmla="*/ 258127 w 352425"/>
                <a:gd name="connsiteY89" fmla="*/ 284417 h 361950"/>
                <a:gd name="connsiteX90" fmla="*/ 258699 w 352425"/>
                <a:gd name="connsiteY90" fmla="*/ 283845 h 361950"/>
                <a:gd name="connsiteX91" fmla="*/ 258318 w 352425"/>
                <a:gd name="connsiteY91" fmla="*/ 283178 h 361950"/>
                <a:gd name="connsiteX92" fmla="*/ 258318 w 352425"/>
                <a:gd name="connsiteY92" fmla="*/ 282893 h 361950"/>
                <a:gd name="connsiteX93" fmla="*/ 258508 w 352425"/>
                <a:gd name="connsiteY93" fmla="*/ 282607 h 361950"/>
                <a:gd name="connsiteX94" fmla="*/ 258699 w 352425"/>
                <a:gd name="connsiteY94" fmla="*/ 281940 h 361950"/>
                <a:gd name="connsiteX95" fmla="*/ 259461 w 352425"/>
                <a:gd name="connsiteY95" fmla="*/ 282416 h 361950"/>
                <a:gd name="connsiteX96" fmla="*/ 260223 w 352425"/>
                <a:gd name="connsiteY96" fmla="*/ 282702 h 361950"/>
                <a:gd name="connsiteX97" fmla="*/ 261080 w 352425"/>
                <a:gd name="connsiteY97" fmla="*/ 282797 h 361950"/>
                <a:gd name="connsiteX98" fmla="*/ 261938 w 352425"/>
                <a:gd name="connsiteY98" fmla="*/ 282702 h 361950"/>
                <a:gd name="connsiteX99" fmla="*/ 262414 w 352425"/>
                <a:gd name="connsiteY99" fmla="*/ 281178 h 361950"/>
                <a:gd name="connsiteX100" fmla="*/ 260794 w 352425"/>
                <a:gd name="connsiteY100" fmla="*/ 279368 h 361950"/>
                <a:gd name="connsiteX101" fmla="*/ 260128 w 352425"/>
                <a:gd name="connsiteY101" fmla="*/ 277749 h 361950"/>
                <a:gd name="connsiteX102" fmla="*/ 308610 w 352425"/>
                <a:gd name="connsiteY102" fmla="*/ 188119 h 361950"/>
                <a:gd name="connsiteX103" fmla="*/ 308134 w 352425"/>
                <a:gd name="connsiteY103" fmla="*/ 187738 h 361950"/>
                <a:gd name="connsiteX104" fmla="*/ 307086 w 352425"/>
                <a:gd name="connsiteY104" fmla="*/ 187071 h 361950"/>
                <a:gd name="connsiteX105" fmla="*/ 303276 w 352425"/>
                <a:gd name="connsiteY105" fmla="*/ 186404 h 361950"/>
                <a:gd name="connsiteX106" fmla="*/ 302800 w 352425"/>
                <a:gd name="connsiteY106" fmla="*/ 186404 h 361950"/>
                <a:gd name="connsiteX107" fmla="*/ 302514 w 352425"/>
                <a:gd name="connsiteY107" fmla="*/ 186976 h 361950"/>
                <a:gd name="connsiteX108" fmla="*/ 302323 w 352425"/>
                <a:gd name="connsiteY108" fmla="*/ 187928 h 361950"/>
                <a:gd name="connsiteX109" fmla="*/ 302228 w 352425"/>
                <a:gd name="connsiteY109" fmla="*/ 188690 h 361950"/>
                <a:gd name="connsiteX110" fmla="*/ 302514 w 352425"/>
                <a:gd name="connsiteY110" fmla="*/ 189167 h 361950"/>
                <a:gd name="connsiteX111" fmla="*/ 303085 w 352425"/>
                <a:gd name="connsiteY111" fmla="*/ 189262 h 361950"/>
                <a:gd name="connsiteX112" fmla="*/ 303847 w 352425"/>
                <a:gd name="connsiteY112" fmla="*/ 189262 h 361950"/>
                <a:gd name="connsiteX113" fmla="*/ 304800 w 352425"/>
                <a:gd name="connsiteY113" fmla="*/ 189547 h 361950"/>
                <a:gd name="connsiteX114" fmla="*/ 305752 w 352425"/>
                <a:gd name="connsiteY114" fmla="*/ 190214 h 361950"/>
                <a:gd name="connsiteX115" fmla="*/ 306610 w 352425"/>
                <a:gd name="connsiteY115" fmla="*/ 190976 h 361950"/>
                <a:gd name="connsiteX116" fmla="*/ 306991 w 352425"/>
                <a:gd name="connsiteY116" fmla="*/ 191453 h 361950"/>
                <a:gd name="connsiteX117" fmla="*/ 307943 w 352425"/>
                <a:gd name="connsiteY117" fmla="*/ 191262 h 361950"/>
                <a:gd name="connsiteX118" fmla="*/ 308515 w 352425"/>
                <a:gd name="connsiteY118" fmla="*/ 190405 h 361950"/>
                <a:gd name="connsiteX119" fmla="*/ 308991 w 352425"/>
                <a:gd name="connsiteY119" fmla="*/ 189547 h 361950"/>
                <a:gd name="connsiteX120" fmla="*/ 308800 w 352425"/>
                <a:gd name="connsiteY120" fmla="*/ 188786 h 361950"/>
                <a:gd name="connsiteX121" fmla="*/ 308610 w 352425"/>
                <a:gd name="connsiteY121" fmla="*/ 188119 h 361950"/>
                <a:gd name="connsiteX122" fmla="*/ 316039 w 352425"/>
                <a:gd name="connsiteY122" fmla="*/ 186880 h 361950"/>
                <a:gd name="connsiteX123" fmla="*/ 315754 w 352425"/>
                <a:gd name="connsiteY123" fmla="*/ 186119 h 361950"/>
                <a:gd name="connsiteX124" fmla="*/ 315087 w 352425"/>
                <a:gd name="connsiteY124" fmla="*/ 185356 h 361950"/>
                <a:gd name="connsiteX125" fmla="*/ 313754 w 352425"/>
                <a:gd name="connsiteY125" fmla="*/ 184880 h 361950"/>
                <a:gd name="connsiteX126" fmla="*/ 311848 w 352425"/>
                <a:gd name="connsiteY126" fmla="*/ 184880 h 361950"/>
                <a:gd name="connsiteX127" fmla="*/ 310134 w 352425"/>
                <a:gd name="connsiteY127" fmla="*/ 185452 h 361950"/>
                <a:gd name="connsiteX128" fmla="*/ 309086 w 352425"/>
                <a:gd name="connsiteY128" fmla="*/ 186595 h 361950"/>
                <a:gd name="connsiteX129" fmla="*/ 309372 w 352425"/>
                <a:gd name="connsiteY129" fmla="*/ 188500 h 361950"/>
                <a:gd name="connsiteX130" fmla="*/ 310705 w 352425"/>
                <a:gd name="connsiteY130" fmla="*/ 190024 h 361950"/>
                <a:gd name="connsiteX131" fmla="*/ 311658 w 352425"/>
                <a:gd name="connsiteY131" fmla="*/ 191548 h 361950"/>
                <a:gd name="connsiteX132" fmla="*/ 310705 w 352425"/>
                <a:gd name="connsiteY132" fmla="*/ 193453 h 361950"/>
                <a:gd name="connsiteX133" fmla="*/ 312610 w 352425"/>
                <a:gd name="connsiteY133" fmla="*/ 193548 h 361950"/>
                <a:gd name="connsiteX134" fmla="*/ 313658 w 352425"/>
                <a:gd name="connsiteY134" fmla="*/ 194310 h 361950"/>
                <a:gd name="connsiteX135" fmla="*/ 314515 w 352425"/>
                <a:gd name="connsiteY135" fmla="*/ 194310 h 361950"/>
                <a:gd name="connsiteX136" fmla="*/ 316325 w 352425"/>
                <a:gd name="connsiteY136" fmla="*/ 190786 h 361950"/>
                <a:gd name="connsiteX137" fmla="*/ 316325 w 352425"/>
                <a:gd name="connsiteY137" fmla="*/ 190214 h 361950"/>
                <a:gd name="connsiteX138" fmla="*/ 316230 w 352425"/>
                <a:gd name="connsiteY138" fmla="*/ 189167 h 361950"/>
                <a:gd name="connsiteX139" fmla="*/ 316039 w 352425"/>
                <a:gd name="connsiteY139" fmla="*/ 186880 h 361950"/>
                <a:gd name="connsiteX140" fmla="*/ 331089 w 352425"/>
                <a:gd name="connsiteY140" fmla="*/ 132969 h 361950"/>
                <a:gd name="connsiteX141" fmla="*/ 330898 w 352425"/>
                <a:gd name="connsiteY141" fmla="*/ 132874 h 361950"/>
                <a:gd name="connsiteX142" fmla="*/ 329755 w 352425"/>
                <a:gd name="connsiteY142" fmla="*/ 131921 h 361950"/>
                <a:gd name="connsiteX143" fmla="*/ 329374 w 352425"/>
                <a:gd name="connsiteY143" fmla="*/ 131350 h 361950"/>
                <a:gd name="connsiteX144" fmla="*/ 329279 w 352425"/>
                <a:gd name="connsiteY144" fmla="*/ 130683 h 361950"/>
                <a:gd name="connsiteX145" fmla="*/ 329470 w 352425"/>
                <a:gd name="connsiteY145" fmla="*/ 129445 h 361950"/>
                <a:gd name="connsiteX146" fmla="*/ 329374 w 352425"/>
                <a:gd name="connsiteY146" fmla="*/ 128683 h 361950"/>
                <a:gd name="connsiteX147" fmla="*/ 328803 w 352425"/>
                <a:gd name="connsiteY147" fmla="*/ 127826 h 361950"/>
                <a:gd name="connsiteX148" fmla="*/ 328231 w 352425"/>
                <a:gd name="connsiteY148" fmla="*/ 127730 h 361950"/>
                <a:gd name="connsiteX149" fmla="*/ 327469 w 352425"/>
                <a:gd name="connsiteY149" fmla="*/ 128016 h 361950"/>
                <a:gd name="connsiteX150" fmla="*/ 326422 w 352425"/>
                <a:gd name="connsiteY150" fmla="*/ 128206 h 361950"/>
                <a:gd name="connsiteX151" fmla="*/ 325088 w 352425"/>
                <a:gd name="connsiteY151" fmla="*/ 128683 h 361950"/>
                <a:gd name="connsiteX152" fmla="*/ 324136 w 352425"/>
                <a:gd name="connsiteY152" fmla="*/ 129730 h 361950"/>
                <a:gd name="connsiteX153" fmla="*/ 323469 w 352425"/>
                <a:gd name="connsiteY153" fmla="*/ 130778 h 361950"/>
                <a:gd name="connsiteX154" fmla="*/ 322993 w 352425"/>
                <a:gd name="connsiteY154" fmla="*/ 131254 h 361950"/>
                <a:gd name="connsiteX155" fmla="*/ 322707 w 352425"/>
                <a:gd name="connsiteY155" fmla="*/ 131540 h 361950"/>
                <a:gd name="connsiteX156" fmla="*/ 322421 w 352425"/>
                <a:gd name="connsiteY156" fmla="*/ 132207 h 361950"/>
                <a:gd name="connsiteX157" fmla="*/ 322231 w 352425"/>
                <a:gd name="connsiteY157" fmla="*/ 133064 h 361950"/>
                <a:gd name="connsiteX158" fmla="*/ 322231 w 352425"/>
                <a:gd name="connsiteY158" fmla="*/ 133731 h 361950"/>
                <a:gd name="connsiteX159" fmla="*/ 322516 w 352425"/>
                <a:gd name="connsiteY159" fmla="*/ 134303 h 361950"/>
                <a:gd name="connsiteX160" fmla="*/ 322802 w 352425"/>
                <a:gd name="connsiteY160" fmla="*/ 134398 h 361950"/>
                <a:gd name="connsiteX161" fmla="*/ 323183 w 352425"/>
                <a:gd name="connsiteY161" fmla="*/ 134303 h 361950"/>
                <a:gd name="connsiteX162" fmla="*/ 323850 w 352425"/>
                <a:gd name="connsiteY162" fmla="*/ 134398 h 361950"/>
                <a:gd name="connsiteX163" fmla="*/ 324136 w 352425"/>
                <a:gd name="connsiteY163" fmla="*/ 134017 h 361950"/>
                <a:gd name="connsiteX164" fmla="*/ 325469 w 352425"/>
                <a:gd name="connsiteY164" fmla="*/ 133636 h 361950"/>
                <a:gd name="connsiteX165" fmla="*/ 326993 w 352425"/>
                <a:gd name="connsiteY165" fmla="*/ 133540 h 361950"/>
                <a:gd name="connsiteX166" fmla="*/ 327660 w 352425"/>
                <a:gd name="connsiteY166" fmla="*/ 134112 h 361950"/>
                <a:gd name="connsiteX167" fmla="*/ 327850 w 352425"/>
                <a:gd name="connsiteY167" fmla="*/ 134969 h 361950"/>
                <a:gd name="connsiteX168" fmla="*/ 328231 w 352425"/>
                <a:gd name="connsiteY168" fmla="*/ 135541 h 361950"/>
                <a:gd name="connsiteX169" fmla="*/ 328708 w 352425"/>
                <a:gd name="connsiteY169" fmla="*/ 136017 h 361950"/>
                <a:gd name="connsiteX170" fmla="*/ 329184 w 352425"/>
                <a:gd name="connsiteY170" fmla="*/ 136588 h 361950"/>
                <a:gd name="connsiteX171" fmla="*/ 329374 w 352425"/>
                <a:gd name="connsiteY171" fmla="*/ 137065 h 361950"/>
                <a:gd name="connsiteX172" fmla="*/ 329565 w 352425"/>
                <a:gd name="connsiteY172" fmla="*/ 138303 h 361950"/>
                <a:gd name="connsiteX173" fmla="*/ 329755 w 352425"/>
                <a:gd name="connsiteY173" fmla="*/ 138684 h 361950"/>
                <a:gd name="connsiteX174" fmla="*/ 330136 w 352425"/>
                <a:gd name="connsiteY174" fmla="*/ 138684 h 361950"/>
                <a:gd name="connsiteX175" fmla="*/ 330613 w 352425"/>
                <a:gd name="connsiteY175" fmla="*/ 138303 h 361950"/>
                <a:gd name="connsiteX176" fmla="*/ 331470 w 352425"/>
                <a:gd name="connsiteY176" fmla="*/ 137446 h 361950"/>
                <a:gd name="connsiteX177" fmla="*/ 331470 w 352425"/>
                <a:gd name="connsiteY177" fmla="*/ 138589 h 361950"/>
                <a:gd name="connsiteX178" fmla="*/ 332708 w 352425"/>
                <a:gd name="connsiteY178" fmla="*/ 138208 h 361950"/>
                <a:gd name="connsiteX179" fmla="*/ 333089 w 352425"/>
                <a:gd name="connsiteY179" fmla="*/ 138017 h 361950"/>
                <a:gd name="connsiteX180" fmla="*/ 332518 w 352425"/>
                <a:gd name="connsiteY180" fmla="*/ 139922 h 361950"/>
                <a:gd name="connsiteX181" fmla="*/ 334423 w 352425"/>
                <a:gd name="connsiteY181" fmla="*/ 138208 h 361950"/>
                <a:gd name="connsiteX182" fmla="*/ 333661 w 352425"/>
                <a:gd name="connsiteY182" fmla="*/ 136017 h 361950"/>
                <a:gd name="connsiteX183" fmla="*/ 331089 w 352425"/>
                <a:gd name="connsiteY183" fmla="*/ 132969 h 361950"/>
                <a:gd name="connsiteX184" fmla="*/ 343948 w 352425"/>
                <a:gd name="connsiteY184" fmla="*/ 125254 h 361950"/>
                <a:gd name="connsiteX185" fmla="*/ 344424 w 352425"/>
                <a:gd name="connsiteY185" fmla="*/ 124587 h 361950"/>
                <a:gd name="connsiteX186" fmla="*/ 344519 w 352425"/>
                <a:gd name="connsiteY186" fmla="*/ 124206 h 361950"/>
                <a:gd name="connsiteX187" fmla="*/ 342329 w 352425"/>
                <a:gd name="connsiteY187" fmla="*/ 122968 h 361950"/>
                <a:gd name="connsiteX188" fmla="*/ 341281 w 352425"/>
                <a:gd name="connsiteY188" fmla="*/ 122587 h 361950"/>
                <a:gd name="connsiteX189" fmla="*/ 339376 w 352425"/>
                <a:gd name="connsiteY189" fmla="*/ 122682 h 361950"/>
                <a:gd name="connsiteX190" fmla="*/ 338138 w 352425"/>
                <a:gd name="connsiteY190" fmla="*/ 123539 h 361950"/>
                <a:gd name="connsiteX191" fmla="*/ 338233 w 352425"/>
                <a:gd name="connsiteY191" fmla="*/ 124301 h 361950"/>
                <a:gd name="connsiteX192" fmla="*/ 338614 w 352425"/>
                <a:gd name="connsiteY192" fmla="*/ 124682 h 361950"/>
                <a:gd name="connsiteX193" fmla="*/ 339757 w 352425"/>
                <a:gd name="connsiteY193" fmla="*/ 126302 h 361950"/>
                <a:gd name="connsiteX194" fmla="*/ 340900 w 352425"/>
                <a:gd name="connsiteY194" fmla="*/ 127063 h 361950"/>
                <a:gd name="connsiteX195" fmla="*/ 341471 w 352425"/>
                <a:gd name="connsiteY195" fmla="*/ 127635 h 361950"/>
                <a:gd name="connsiteX196" fmla="*/ 343281 w 352425"/>
                <a:gd name="connsiteY196" fmla="*/ 128873 h 361950"/>
                <a:gd name="connsiteX197" fmla="*/ 344329 w 352425"/>
                <a:gd name="connsiteY197" fmla="*/ 129159 h 361950"/>
                <a:gd name="connsiteX198" fmla="*/ 344805 w 352425"/>
                <a:gd name="connsiteY198" fmla="*/ 128492 h 361950"/>
                <a:gd name="connsiteX199" fmla="*/ 344614 w 352425"/>
                <a:gd name="connsiteY199" fmla="*/ 127445 h 361950"/>
                <a:gd name="connsiteX200" fmla="*/ 343948 w 352425"/>
                <a:gd name="connsiteY200" fmla="*/ 125254 h 361950"/>
                <a:gd name="connsiteX201" fmla="*/ 317563 w 352425"/>
                <a:gd name="connsiteY201" fmla="*/ 117729 h 361950"/>
                <a:gd name="connsiteX202" fmla="*/ 318992 w 352425"/>
                <a:gd name="connsiteY202" fmla="*/ 116967 h 361950"/>
                <a:gd name="connsiteX203" fmla="*/ 319088 w 352425"/>
                <a:gd name="connsiteY203" fmla="*/ 116014 h 361950"/>
                <a:gd name="connsiteX204" fmla="*/ 318516 w 352425"/>
                <a:gd name="connsiteY204" fmla="*/ 114967 h 361950"/>
                <a:gd name="connsiteX205" fmla="*/ 317373 w 352425"/>
                <a:gd name="connsiteY205" fmla="*/ 113633 h 361950"/>
                <a:gd name="connsiteX206" fmla="*/ 317182 w 352425"/>
                <a:gd name="connsiteY206" fmla="*/ 113443 h 361950"/>
                <a:gd name="connsiteX207" fmla="*/ 316897 w 352425"/>
                <a:gd name="connsiteY207" fmla="*/ 112967 h 361950"/>
                <a:gd name="connsiteX208" fmla="*/ 316421 w 352425"/>
                <a:gd name="connsiteY208" fmla="*/ 112871 h 361950"/>
                <a:gd name="connsiteX209" fmla="*/ 315754 w 352425"/>
                <a:gd name="connsiteY209" fmla="*/ 113347 h 361950"/>
                <a:gd name="connsiteX210" fmla="*/ 314896 w 352425"/>
                <a:gd name="connsiteY210" fmla="*/ 114300 h 361950"/>
                <a:gd name="connsiteX211" fmla="*/ 314325 w 352425"/>
                <a:gd name="connsiteY211" fmla="*/ 115824 h 361950"/>
                <a:gd name="connsiteX212" fmla="*/ 315373 w 352425"/>
                <a:gd name="connsiteY212" fmla="*/ 117443 h 361950"/>
                <a:gd name="connsiteX213" fmla="*/ 317563 w 352425"/>
                <a:gd name="connsiteY213" fmla="*/ 117729 h 361950"/>
                <a:gd name="connsiteX214" fmla="*/ 351854 w 352425"/>
                <a:gd name="connsiteY214" fmla="*/ 115348 h 361950"/>
                <a:gd name="connsiteX215" fmla="*/ 352234 w 352425"/>
                <a:gd name="connsiteY215" fmla="*/ 114967 h 361950"/>
                <a:gd name="connsiteX216" fmla="*/ 352330 w 352425"/>
                <a:gd name="connsiteY216" fmla="*/ 114395 h 361950"/>
                <a:gd name="connsiteX217" fmla="*/ 352330 w 352425"/>
                <a:gd name="connsiteY217" fmla="*/ 113538 h 361950"/>
                <a:gd name="connsiteX218" fmla="*/ 352139 w 352425"/>
                <a:gd name="connsiteY218" fmla="*/ 112871 h 361950"/>
                <a:gd name="connsiteX219" fmla="*/ 351663 w 352425"/>
                <a:gd name="connsiteY219" fmla="*/ 112871 h 361950"/>
                <a:gd name="connsiteX220" fmla="*/ 350710 w 352425"/>
                <a:gd name="connsiteY220" fmla="*/ 113252 h 361950"/>
                <a:gd name="connsiteX221" fmla="*/ 348329 w 352425"/>
                <a:gd name="connsiteY221" fmla="*/ 113443 h 361950"/>
                <a:gd name="connsiteX222" fmla="*/ 347281 w 352425"/>
                <a:gd name="connsiteY222" fmla="*/ 113157 h 361950"/>
                <a:gd name="connsiteX223" fmla="*/ 346900 w 352425"/>
                <a:gd name="connsiteY223" fmla="*/ 111919 h 361950"/>
                <a:gd name="connsiteX224" fmla="*/ 346424 w 352425"/>
                <a:gd name="connsiteY224" fmla="*/ 112109 h 361950"/>
                <a:gd name="connsiteX225" fmla="*/ 346043 w 352425"/>
                <a:gd name="connsiteY225" fmla="*/ 112395 h 361950"/>
                <a:gd name="connsiteX226" fmla="*/ 345662 w 352425"/>
                <a:gd name="connsiteY226" fmla="*/ 112776 h 361950"/>
                <a:gd name="connsiteX227" fmla="*/ 345376 w 352425"/>
                <a:gd name="connsiteY227" fmla="*/ 113252 h 361950"/>
                <a:gd name="connsiteX228" fmla="*/ 345281 w 352425"/>
                <a:gd name="connsiteY228" fmla="*/ 114300 h 361950"/>
                <a:gd name="connsiteX229" fmla="*/ 345662 w 352425"/>
                <a:gd name="connsiteY229" fmla="*/ 115157 h 361950"/>
                <a:gd name="connsiteX230" fmla="*/ 346329 w 352425"/>
                <a:gd name="connsiteY230" fmla="*/ 115824 h 361950"/>
                <a:gd name="connsiteX231" fmla="*/ 347948 w 352425"/>
                <a:gd name="connsiteY231" fmla="*/ 116777 h 361950"/>
                <a:gd name="connsiteX232" fmla="*/ 348615 w 352425"/>
                <a:gd name="connsiteY232" fmla="*/ 117348 h 361950"/>
                <a:gd name="connsiteX233" fmla="*/ 348996 w 352425"/>
                <a:gd name="connsiteY233" fmla="*/ 118110 h 361950"/>
                <a:gd name="connsiteX234" fmla="*/ 349186 w 352425"/>
                <a:gd name="connsiteY234" fmla="*/ 119253 h 361950"/>
                <a:gd name="connsiteX235" fmla="*/ 348901 w 352425"/>
                <a:gd name="connsiteY235" fmla="*/ 119920 h 361950"/>
                <a:gd name="connsiteX236" fmla="*/ 348424 w 352425"/>
                <a:gd name="connsiteY236" fmla="*/ 120491 h 361950"/>
                <a:gd name="connsiteX237" fmla="*/ 348234 w 352425"/>
                <a:gd name="connsiteY237" fmla="*/ 121253 h 361950"/>
                <a:gd name="connsiteX238" fmla="*/ 348901 w 352425"/>
                <a:gd name="connsiteY238" fmla="*/ 122396 h 361950"/>
                <a:gd name="connsiteX239" fmla="*/ 349853 w 352425"/>
                <a:gd name="connsiteY239" fmla="*/ 123349 h 361950"/>
                <a:gd name="connsiteX240" fmla="*/ 350425 w 352425"/>
                <a:gd name="connsiteY240" fmla="*/ 123730 h 361950"/>
                <a:gd name="connsiteX241" fmla="*/ 351282 w 352425"/>
                <a:gd name="connsiteY241" fmla="*/ 123920 h 361950"/>
                <a:gd name="connsiteX242" fmla="*/ 351282 w 352425"/>
                <a:gd name="connsiteY242" fmla="*/ 123063 h 361950"/>
                <a:gd name="connsiteX243" fmla="*/ 351187 w 352425"/>
                <a:gd name="connsiteY243" fmla="*/ 122587 h 361950"/>
                <a:gd name="connsiteX244" fmla="*/ 350520 w 352425"/>
                <a:gd name="connsiteY244" fmla="*/ 121729 h 361950"/>
                <a:gd name="connsiteX245" fmla="*/ 350234 w 352425"/>
                <a:gd name="connsiteY245" fmla="*/ 120968 h 361950"/>
                <a:gd name="connsiteX246" fmla="*/ 350520 w 352425"/>
                <a:gd name="connsiteY246" fmla="*/ 120396 h 361950"/>
                <a:gd name="connsiteX247" fmla="*/ 350996 w 352425"/>
                <a:gd name="connsiteY247" fmla="*/ 119824 h 361950"/>
                <a:gd name="connsiteX248" fmla="*/ 351187 w 352425"/>
                <a:gd name="connsiteY248" fmla="*/ 119158 h 361950"/>
                <a:gd name="connsiteX249" fmla="*/ 352234 w 352425"/>
                <a:gd name="connsiteY249" fmla="*/ 117634 h 361950"/>
                <a:gd name="connsiteX250" fmla="*/ 352330 w 352425"/>
                <a:gd name="connsiteY250" fmla="*/ 116586 h 361950"/>
                <a:gd name="connsiteX251" fmla="*/ 351187 w 352425"/>
                <a:gd name="connsiteY251" fmla="*/ 115634 h 361950"/>
                <a:gd name="connsiteX252" fmla="*/ 351854 w 352425"/>
                <a:gd name="connsiteY252" fmla="*/ 115348 h 361950"/>
                <a:gd name="connsiteX253" fmla="*/ 306514 w 352425"/>
                <a:gd name="connsiteY253" fmla="*/ 109538 h 361950"/>
                <a:gd name="connsiteX254" fmla="*/ 307372 w 352425"/>
                <a:gd name="connsiteY254" fmla="*/ 110109 h 361950"/>
                <a:gd name="connsiteX255" fmla="*/ 308419 w 352425"/>
                <a:gd name="connsiteY255" fmla="*/ 110490 h 361950"/>
                <a:gd name="connsiteX256" fmla="*/ 309372 w 352425"/>
                <a:gd name="connsiteY256" fmla="*/ 110585 h 361950"/>
                <a:gd name="connsiteX257" fmla="*/ 310801 w 352425"/>
                <a:gd name="connsiteY257" fmla="*/ 109919 h 361950"/>
                <a:gd name="connsiteX258" fmla="*/ 311848 w 352425"/>
                <a:gd name="connsiteY258" fmla="*/ 108299 h 361950"/>
                <a:gd name="connsiteX259" fmla="*/ 312420 w 352425"/>
                <a:gd name="connsiteY259" fmla="*/ 106204 h 361950"/>
                <a:gd name="connsiteX260" fmla="*/ 312325 w 352425"/>
                <a:gd name="connsiteY260" fmla="*/ 104299 h 361950"/>
                <a:gd name="connsiteX261" fmla="*/ 311753 w 352425"/>
                <a:gd name="connsiteY261" fmla="*/ 103537 h 361950"/>
                <a:gd name="connsiteX262" fmla="*/ 310991 w 352425"/>
                <a:gd name="connsiteY262" fmla="*/ 103251 h 361950"/>
                <a:gd name="connsiteX263" fmla="*/ 310324 w 352425"/>
                <a:gd name="connsiteY263" fmla="*/ 102775 h 361950"/>
                <a:gd name="connsiteX264" fmla="*/ 310039 w 352425"/>
                <a:gd name="connsiteY264" fmla="*/ 101346 h 361950"/>
                <a:gd name="connsiteX265" fmla="*/ 309563 w 352425"/>
                <a:gd name="connsiteY265" fmla="*/ 100870 h 361950"/>
                <a:gd name="connsiteX266" fmla="*/ 308610 w 352425"/>
                <a:gd name="connsiteY266" fmla="*/ 100489 h 361950"/>
                <a:gd name="connsiteX267" fmla="*/ 307657 w 352425"/>
                <a:gd name="connsiteY267" fmla="*/ 100394 h 361950"/>
                <a:gd name="connsiteX268" fmla="*/ 307276 w 352425"/>
                <a:gd name="connsiteY268" fmla="*/ 100774 h 361950"/>
                <a:gd name="connsiteX269" fmla="*/ 306419 w 352425"/>
                <a:gd name="connsiteY269" fmla="*/ 103251 h 361950"/>
                <a:gd name="connsiteX270" fmla="*/ 306229 w 352425"/>
                <a:gd name="connsiteY270" fmla="*/ 104299 h 361950"/>
                <a:gd name="connsiteX271" fmla="*/ 306229 w 352425"/>
                <a:gd name="connsiteY271" fmla="*/ 104870 h 361950"/>
                <a:gd name="connsiteX272" fmla="*/ 306324 w 352425"/>
                <a:gd name="connsiteY272" fmla="*/ 106013 h 361950"/>
                <a:gd name="connsiteX273" fmla="*/ 306229 w 352425"/>
                <a:gd name="connsiteY273" fmla="*/ 106585 h 361950"/>
                <a:gd name="connsiteX274" fmla="*/ 306038 w 352425"/>
                <a:gd name="connsiteY274" fmla="*/ 107156 h 361950"/>
                <a:gd name="connsiteX275" fmla="*/ 305752 w 352425"/>
                <a:gd name="connsiteY275" fmla="*/ 107537 h 361950"/>
                <a:gd name="connsiteX276" fmla="*/ 305657 w 352425"/>
                <a:gd name="connsiteY276" fmla="*/ 108013 h 361950"/>
                <a:gd name="connsiteX277" fmla="*/ 305752 w 352425"/>
                <a:gd name="connsiteY277" fmla="*/ 108585 h 361950"/>
                <a:gd name="connsiteX278" fmla="*/ 306514 w 352425"/>
                <a:gd name="connsiteY278" fmla="*/ 109538 h 361950"/>
                <a:gd name="connsiteX279" fmla="*/ 341852 w 352425"/>
                <a:gd name="connsiteY279" fmla="*/ 114014 h 361950"/>
                <a:gd name="connsiteX280" fmla="*/ 343090 w 352425"/>
                <a:gd name="connsiteY280" fmla="*/ 114586 h 361950"/>
                <a:gd name="connsiteX281" fmla="*/ 343567 w 352425"/>
                <a:gd name="connsiteY281" fmla="*/ 112871 h 361950"/>
                <a:gd name="connsiteX282" fmla="*/ 343662 w 352425"/>
                <a:gd name="connsiteY282" fmla="*/ 110680 h 361950"/>
                <a:gd name="connsiteX283" fmla="*/ 343852 w 352425"/>
                <a:gd name="connsiteY283" fmla="*/ 109728 h 361950"/>
                <a:gd name="connsiteX284" fmla="*/ 344138 w 352425"/>
                <a:gd name="connsiteY284" fmla="*/ 108680 h 361950"/>
                <a:gd name="connsiteX285" fmla="*/ 344614 w 352425"/>
                <a:gd name="connsiteY285" fmla="*/ 108109 h 361950"/>
                <a:gd name="connsiteX286" fmla="*/ 345186 w 352425"/>
                <a:gd name="connsiteY286" fmla="*/ 107918 h 361950"/>
                <a:gd name="connsiteX287" fmla="*/ 345662 w 352425"/>
                <a:gd name="connsiteY287" fmla="*/ 107442 h 361950"/>
                <a:gd name="connsiteX288" fmla="*/ 345757 w 352425"/>
                <a:gd name="connsiteY288" fmla="*/ 106204 h 361950"/>
                <a:gd name="connsiteX289" fmla="*/ 345376 w 352425"/>
                <a:gd name="connsiteY289" fmla="*/ 105537 h 361950"/>
                <a:gd name="connsiteX290" fmla="*/ 343948 w 352425"/>
                <a:gd name="connsiteY290" fmla="*/ 104585 h 361950"/>
                <a:gd name="connsiteX291" fmla="*/ 343662 w 352425"/>
                <a:gd name="connsiteY291" fmla="*/ 103918 h 361950"/>
                <a:gd name="connsiteX292" fmla="*/ 343376 w 352425"/>
                <a:gd name="connsiteY292" fmla="*/ 102679 h 361950"/>
                <a:gd name="connsiteX293" fmla="*/ 342805 w 352425"/>
                <a:gd name="connsiteY293" fmla="*/ 102203 h 361950"/>
                <a:gd name="connsiteX294" fmla="*/ 341185 w 352425"/>
                <a:gd name="connsiteY294" fmla="*/ 102298 h 361950"/>
                <a:gd name="connsiteX295" fmla="*/ 340138 w 352425"/>
                <a:gd name="connsiteY295" fmla="*/ 102108 h 361950"/>
                <a:gd name="connsiteX296" fmla="*/ 339661 w 352425"/>
                <a:gd name="connsiteY296" fmla="*/ 101632 h 361950"/>
                <a:gd name="connsiteX297" fmla="*/ 339280 w 352425"/>
                <a:gd name="connsiteY297" fmla="*/ 101060 h 361950"/>
                <a:gd name="connsiteX298" fmla="*/ 338709 w 352425"/>
                <a:gd name="connsiteY298" fmla="*/ 100489 h 361950"/>
                <a:gd name="connsiteX299" fmla="*/ 337947 w 352425"/>
                <a:gd name="connsiteY299" fmla="*/ 100013 h 361950"/>
                <a:gd name="connsiteX300" fmla="*/ 335947 w 352425"/>
                <a:gd name="connsiteY300" fmla="*/ 99251 h 361950"/>
                <a:gd name="connsiteX301" fmla="*/ 335089 w 352425"/>
                <a:gd name="connsiteY301" fmla="*/ 99251 h 361950"/>
                <a:gd name="connsiteX302" fmla="*/ 334232 w 352425"/>
                <a:gd name="connsiteY302" fmla="*/ 99346 h 361950"/>
                <a:gd name="connsiteX303" fmla="*/ 333565 w 352425"/>
                <a:gd name="connsiteY303" fmla="*/ 98965 h 361950"/>
                <a:gd name="connsiteX304" fmla="*/ 333280 w 352425"/>
                <a:gd name="connsiteY304" fmla="*/ 97631 h 361950"/>
                <a:gd name="connsiteX305" fmla="*/ 332899 w 352425"/>
                <a:gd name="connsiteY305" fmla="*/ 97346 h 361950"/>
                <a:gd name="connsiteX306" fmla="*/ 330994 w 352425"/>
                <a:gd name="connsiteY306" fmla="*/ 97250 h 361950"/>
                <a:gd name="connsiteX307" fmla="*/ 330327 w 352425"/>
                <a:gd name="connsiteY307" fmla="*/ 97060 h 361950"/>
                <a:gd name="connsiteX308" fmla="*/ 329089 w 352425"/>
                <a:gd name="connsiteY308" fmla="*/ 95917 h 361950"/>
                <a:gd name="connsiteX309" fmla="*/ 327946 w 352425"/>
                <a:gd name="connsiteY309" fmla="*/ 95155 h 361950"/>
                <a:gd name="connsiteX310" fmla="*/ 326707 w 352425"/>
                <a:gd name="connsiteY310" fmla="*/ 94774 h 361950"/>
                <a:gd name="connsiteX311" fmla="*/ 317659 w 352425"/>
                <a:gd name="connsiteY311" fmla="*/ 94774 h 361950"/>
                <a:gd name="connsiteX312" fmla="*/ 316706 w 352425"/>
                <a:gd name="connsiteY312" fmla="*/ 95250 h 361950"/>
                <a:gd name="connsiteX313" fmla="*/ 316897 w 352425"/>
                <a:gd name="connsiteY313" fmla="*/ 96393 h 361950"/>
                <a:gd name="connsiteX314" fmla="*/ 317944 w 352425"/>
                <a:gd name="connsiteY314" fmla="*/ 98488 h 361950"/>
                <a:gd name="connsiteX315" fmla="*/ 318135 w 352425"/>
                <a:gd name="connsiteY315" fmla="*/ 100013 h 361950"/>
                <a:gd name="connsiteX316" fmla="*/ 318135 w 352425"/>
                <a:gd name="connsiteY316" fmla="*/ 100489 h 361950"/>
                <a:gd name="connsiteX317" fmla="*/ 317849 w 352425"/>
                <a:gd name="connsiteY317" fmla="*/ 101155 h 361950"/>
                <a:gd name="connsiteX318" fmla="*/ 317563 w 352425"/>
                <a:gd name="connsiteY318" fmla="*/ 101632 h 361950"/>
                <a:gd name="connsiteX319" fmla="*/ 317373 w 352425"/>
                <a:gd name="connsiteY319" fmla="*/ 102108 h 361950"/>
                <a:gd name="connsiteX320" fmla="*/ 317468 w 352425"/>
                <a:gd name="connsiteY320" fmla="*/ 102775 h 361950"/>
                <a:gd name="connsiteX321" fmla="*/ 317754 w 352425"/>
                <a:gd name="connsiteY321" fmla="*/ 103346 h 361950"/>
                <a:gd name="connsiteX322" fmla="*/ 318992 w 352425"/>
                <a:gd name="connsiteY322" fmla="*/ 104775 h 361950"/>
                <a:gd name="connsiteX323" fmla="*/ 319278 w 352425"/>
                <a:gd name="connsiteY323" fmla="*/ 104870 h 361950"/>
                <a:gd name="connsiteX324" fmla="*/ 320326 w 352425"/>
                <a:gd name="connsiteY324" fmla="*/ 105156 h 361950"/>
                <a:gd name="connsiteX325" fmla="*/ 320611 w 352425"/>
                <a:gd name="connsiteY325" fmla="*/ 105251 h 361950"/>
                <a:gd name="connsiteX326" fmla="*/ 320707 w 352425"/>
                <a:gd name="connsiteY326" fmla="*/ 105823 h 361950"/>
                <a:gd name="connsiteX327" fmla="*/ 320516 w 352425"/>
                <a:gd name="connsiteY327" fmla="*/ 106775 h 361950"/>
                <a:gd name="connsiteX328" fmla="*/ 320611 w 352425"/>
                <a:gd name="connsiteY328" fmla="*/ 107156 h 361950"/>
                <a:gd name="connsiteX329" fmla="*/ 320611 w 352425"/>
                <a:gd name="connsiteY329" fmla="*/ 107442 h 361950"/>
                <a:gd name="connsiteX330" fmla="*/ 320421 w 352425"/>
                <a:gd name="connsiteY330" fmla="*/ 107823 h 361950"/>
                <a:gd name="connsiteX331" fmla="*/ 320516 w 352425"/>
                <a:gd name="connsiteY331" fmla="*/ 108204 h 361950"/>
                <a:gd name="connsiteX332" fmla="*/ 321183 w 352425"/>
                <a:gd name="connsiteY332" fmla="*/ 108490 h 361950"/>
                <a:gd name="connsiteX333" fmla="*/ 321755 w 352425"/>
                <a:gd name="connsiteY333" fmla="*/ 108490 h 361950"/>
                <a:gd name="connsiteX334" fmla="*/ 322135 w 352425"/>
                <a:gd name="connsiteY334" fmla="*/ 108299 h 361950"/>
                <a:gd name="connsiteX335" fmla="*/ 322421 w 352425"/>
                <a:gd name="connsiteY335" fmla="*/ 108013 h 361950"/>
                <a:gd name="connsiteX336" fmla="*/ 323564 w 352425"/>
                <a:gd name="connsiteY336" fmla="*/ 107537 h 361950"/>
                <a:gd name="connsiteX337" fmla="*/ 324898 w 352425"/>
                <a:gd name="connsiteY337" fmla="*/ 106775 h 361950"/>
                <a:gd name="connsiteX338" fmla="*/ 325850 w 352425"/>
                <a:gd name="connsiteY338" fmla="*/ 106585 h 361950"/>
                <a:gd name="connsiteX339" fmla="*/ 327565 w 352425"/>
                <a:gd name="connsiteY339" fmla="*/ 106871 h 361950"/>
                <a:gd name="connsiteX340" fmla="*/ 331184 w 352425"/>
                <a:gd name="connsiteY340" fmla="*/ 108204 h 361950"/>
                <a:gd name="connsiteX341" fmla="*/ 334423 w 352425"/>
                <a:gd name="connsiteY341" fmla="*/ 108776 h 361950"/>
                <a:gd name="connsiteX342" fmla="*/ 337947 w 352425"/>
                <a:gd name="connsiteY342" fmla="*/ 110204 h 361950"/>
                <a:gd name="connsiteX343" fmla="*/ 339280 w 352425"/>
                <a:gd name="connsiteY343" fmla="*/ 110966 h 361950"/>
                <a:gd name="connsiteX344" fmla="*/ 341852 w 352425"/>
                <a:gd name="connsiteY344" fmla="*/ 114014 h 361950"/>
                <a:gd name="connsiteX345" fmla="*/ 351568 w 352425"/>
                <a:gd name="connsiteY345" fmla="*/ 83248 h 361950"/>
                <a:gd name="connsiteX346" fmla="*/ 350139 w 352425"/>
                <a:gd name="connsiteY346" fmla="*/ 83058 h 361950"/>
                <a:gd name="connsiteX347" fmla="*/ 346900 w 352425"/>
                <a:gd name="connsiteY347" fmla="*/ 83344 h 361950"/>
                <a:gd name="connsiteX348" fmla="*/ 346043 w 352425"/>
                <a:gd name="connsiteY348" fmla="*/ 83344 h 361950"/>
                <a:gd name="connsiteX349" fmla="*/ 345376 w 352425"/>
                <a:gd name="connsiteY349" fmla="*/ 83439 h 361950"/>
                <a:gd name="connsiteX350" fmla="*/ 344900 w 352425"/>
                <a:gd name="connsiteY350" fmla="*/ 83820 h 361950"/>
                <a:gd name="connsiteX351" fmla="*/ 344424 w 352425"/>
                <a:gd name="connsiteY351" fmla="*/ 84582 h 361950"/>
                <a:gd name="connsiteX352" fmla="*/ 343567 w 352425"/>
                <a:gd name="connsiteY352" fmla="*/ 85344 h 361950"/>
                <a:gd name="connsiteX353" fmla="*/ 342329 w 352425"/>
                <a:gd name="connsiteY353" fmla="*/ 85725 h 361950"/>
                <a:gd name="connsiteX354" fmla="*/ 341566 w 352425"/>
                <a:gd name="connsiteY354" fmla="*/ 86392 h 361950"/>
                <a:gd name="connsiteX355" fmla="*/ 341471 w 352425"/>
                <a:gd name="connsiteY355" fmla="*/ 86868 h 361950"/>
                <a:gd name="connsiteX356" fmla="*/ 341947 w 352425"/>
                <a:gd name="connsiteY356" fmla="*/ 86868 h 361950"/>
                <a:gd name="connsiteX357" fmla="*/ 342900 w 352425"/>
                <a:gd name="connsiteY357" fmla="*/ 86773 h 361950"/>
                <a:gd name="connsiteX358" fmla="*/ 343757 w 352425"/>
                <a:gd name="connsiteY358" fmla="*/ 86487 h 361950"/>
                <a:gd name="connsiteX359" fmla="*/ 344614 w 352425"/>
                <a:gd name="connsiteY359" fmla="*/ 86487 h 361950"/>
                <a:gd name="connsiteX360" fmla="*/ 345662 w 352425"/>
                <a:gd name="connsiteY360" fmla="*/ 86582 h 361950"/>
                <a:gd name="connsiteX361" fmla="*/ 346996 w 352425"/>
                <a:gd name="connsiteY361" fmla="*/ 86296 h 361950"/>
                <a:gd name="connsiteX362" fmla="*/ 347948 w 352425"/>
                <a:gd name="connsiteY362" fmla="*/ 85725 h 361950"/>
                <a:gd name="connsiteX363" fmla="*/ 349377 w 352425"/>
                <a:gd name="connsiteY363" fmla="*/ 84392 h 361950"/>
                <a:gd name="connsiteX364" fmla="*/ 349853 w 352425"/>
                <a:gd name="connsiteY364" fmla="*/ 84201 h 361950"/>
                <a:gd name="connsiteX365" fmla="*/ 350044 w 352425"/>
                <a:gd name="connsiteY365" fmla="*/ 84392 h 361950"/>
                <a:gd name="connsiteX366" fmla="*/ 350139 w 352425"/>
                <a:gd name="connsiteY366" fmla="*/ 85439 h 361950"/>
                <a:gd name="connsiteX367" fmla="*/ 351091 w 352425"/>
                <a:gd name="connsiteY367" fmla="*/ 86392 h 361950"/>
                <a:gd name="connsiteX368" fmla="*/ 352139 w 352425"/>
                <a:gd name="connsiteY368" fmla="*/ 86011 h 361950"/>
                <a:gd name="connsiteX369" fmla="*/ 352330 w 352425"/>
                <a:gd name="connsiteY369" fmla="*/ 85058 h 361950"/>
                <a:gd name="connsiteX370" fmla="*/ 352139 w 352425"/>
                <a:gd name="connsiteY370" fmla="*/ 84011 h 361950"/>
                <a:gd name="connsiteX371" fmla="*/ 351568 w 352425"/>
                <a:gd name="connsiteY371" fmla="*/ 83248 h 361950"/>
                <a:gd name="connsiteX372" fmla="*/ 330613 w 352425"/>
                <a:gd name="connsiteY372" fmla="*/ 85154 h 361950"/>
                <a:gd name="connsiteX373" fmla="*/ 333565 w 352425"/>
                <a:gd name="connsiteY373" fmla="*/ 85725 h 361950"/>
                <a:gd name="connsiteX374" fmla="*/ 334708 w 352425"/>
                <a:gd name="connsiteY374" fmla="*/ 86106 h 361950"/>
                <a:gd name="connsiteX375" fmla="*/ 335851 w 352425"/>
                <a:gd name="connsiteY375" fmla="*/ 86296 h 361950"/>
                <a:gd name="connsiteX376" fmla="*/ 336804 w 352425"/>
                <a:gd name="connsiteY376" fmla="*/ 85820 h 361950"/>
                <a:gd name="connsiteX377" fmla="*/ 337090 w 352425"/>
                <a:gd name="connsiteY377" fmla="*/ 85154 h 361950"/>
                <a:gd name="connsiteX378" fmla="*/ 337090 w 352425"/>
                <a:gd name="connsiteY378" fmla="*/ 84392 h 361950"/>
                <a:gd name="connsiteX379" fmla="*/ 337280 w 352425"/>
                <a:gd name="connsiteY379" fmla="*/ 83629 h 361950"/>
                <a:gd name="connsiteX380" fmla="*/ 338233 w 352425"/>
                <a:gd name="connsiteY380" fmla="*/ 82963 h 361950"/>
                <a:gd name="connsiteX381" fmla="*/ 337566 w 352425"/>
                <a:gd name="connsiteY381" fmla="*/ 82868 h 361950"/>
                <a:gd name="connsiteX382" fmla="*/ 335947 w 352425"/>
                <a:gd name="connsiteY382" fmla="*/ 82296 h 361950"/>
                <a:gd name="connsiteX383" fmla="*/ 335947 w 352425"/>
                <a:gd name="connsiteY383" fmla="*/ 81724 h 361950"/>
                <a:gd name="connsiteX384" fmla="*/ 338709 w 352425"/>
                <a:gd name="connsiteY384" fmla="*/ 79724 h 361950"/>
                <a:gd name="connsiteX385" fmla="*/ 337852 w 352425"/>
                <a:gd name="connsiteY385" fmla="*/ 79438 h 361950"/>
                <a:gd name="connsiteX386" fmla="*/ 337280 w 352425"/>
                <a:gd name="connsiteY386" fmla="*/ 79057 h 361950"/>
                <a:gd name="connsiteX387" fmla="*/ 337185 w 352425"/>
                <a:gd name="connsiteY387" fmla="*/ 78581 h 361950"/>
                <a:gd name="connsiteX388" fmla="*/ 337661 w 352425"/>
                <a:gd name="connsiteY388" fmla="*/ 78010 h 361950"/>
                <a:gd name="connsiteX389" fmla="*/ 336613 w 352425"/>
                <a:gd name="connsiteY389" fmla="*/ 76676 h 361950"/>
                <a:gd name="connsiteX390" fmla="*/ 335280 w 352425"/>
                <a:gd name="connsiteY390" fmla="*/ 77438 h 361950"/>
                <a:gd name="connsiteX391" fmla="*/ 332994 w 352425"/>
                <a:gd name="connsiteY391" fmla="*/ 78105 h 361950"/>
                <a:gd name="connsiteX392" fmla="*/ 331946 w 352425"/>
                <a:gd name="connsiteY392" fmla="*/ 78962 h 361950"/>
                <a:gd name="connsiteX393" fmla="*/ 331470 w 352425"/>
                <a:gd name="connsiteY393" fmla="*/ 79057 h 361950"/>
                <a:gd name="connsiteX394" fmla="*/ 329470 w 352425"/>
                <a:gd name="connsiteY394" fmla="*/ 79248 h 361950"/>
                <a:gd name="connsiteX395" fmla="*/ 328041 w 352425"/>
                <a:gd name="connsiteY395" fmla="*/ 79724 h 361950"/>
                <a:gd name="connsiteX396" fmla="*/ 327374 w 352425"/>
                <a:gd name="connsiteY396" fmla="*/ 80010 h 361950"/>
                <a:gd name="connsiteX397" fmla="*/ 326707 w 352425"/>
                <a:gd name="connsiteY397" fmla="*/ 80486 h 361950"/>
                <a:gd name="connsiteX398" fmla="*/ 326422 w 352425"/>
                <a:gd name="connsiteY398" fmla="*/ 80772 h 361950"/>
                <a:gd name="connsiteX399" fmla="*/ 325564 w 352425"/>
                <a:gd name="connsiteY399" fmla="*/ 81820 h 361950"/>
                <a:gd name="connsiteX400" fmla="*/ 328803 w 352425"/>
                <a:gd name="connsiteY400" fmla="*/ 84201 h 361950"/>
                <a:gd name="connsiteX401" fmla="*/ 330613 w 352425"/>
                <a:gd name="connsiteY401" fmla="*/ 85154 h 361950"/>
                <a:gd name="connsiteX402" fmla="*/ 352520 w 352425"/>
                <a:gd name="connsiteY402" fmla="*/ 66961 h 361950"/>
                <a:gd name="connsiteX403" fmla="*/ 351568 w 352425"/>
                <a:gd name="connsiteY403" fmla="*/ 66580 h 361950"/>
                <a:gd name="connsiteX404" fmla="*/ 350520 w 352425"/>
                <a:gd name="connsiteY404" fmla="*/ 66580 h 361950"/>
                <a:gd name="connsiteX405" fmla="*/ 349567 w 352425"/>
                <a:gd name="connsiteY405" fmla="*/ 66389 h 361950"/>
                <a:gd name="connsiteX406" fmla="*/ 349091 w 352425"/>
                <a:gd name="connsiteY406" fmla="*/ 65818 h 361950"/>
                <a:gd name="connsiteX407" fmla="*/ 349186 w 352425"/>
                <a:gd name="connsiteY407" fmla="*/ 64579 h 361950"/>
                <a:gd name="connsiteX408" fmla="*/ 347567 w 352425"/>
                <a:gd name="connsiteY408" fmla="*/ 66104 h 361950"/>
                <a:gd name="connsiteX409" fmla="*/ 346615 w 352425"/>
                <a:gd name="connsiteY409" fmla="*/ 66294 h 361950"/>
                <a:gd name="connsiteX410" fmla="*/ 344519 w 352425"/>
                <a:gd name="connsiteY410" fmla="*/ 64961 h 361950"/>
                <a:gd name="connsiteX411" fmla="*/ 343567 w 352425"/>
                <a:gd name="connsiteY411" fmla="*/ 65056 h 361950"/>
                <a:gd name="connsiteX412" fmla="*/ 342900 w 352425"/>
                <a:gd name="connsiteY412" fmla="*/ 65056 h 361950"/>
                <a:gd name="connsiteX413" fmla="*/ 342614 w 352425"/>
                <a:gd name="connsiteY413" fmla="*/ 64008 h 361950"/>
                <a:gd name="connsiteX414" fmla="*/ 342043 w 352425"/>
                <a:gd name="connsiteY414" fmla="*/ 64103 h 361950"/>
                <a:gd name="connsiteX415" fmla="*/ 341757 w 352425"/>
                <a:gd name="connsiteY415" fmla="*/ 64389 h 361950"/>
                <a:gd name="connsiteX416" fmla="*/ 341471 w 352425"/>
                <a:gd name="connsiteY416" fmla="*/ 65342 h 361950"/>
                <a:gd name="connsiteX417" fmla="*/ 341471 w 352425"/>
                <a:gd name="connsiteY417" fmla="*/ 66294 h 361950"/>
                <a:gd name="connsiteX418" fmla="*/ 341566 w 352425"/>
                <a:gd name="connsiteY418" fmla="*/ 67056 h 361950"/>
                <a:gd name="connsiteX419" fmla="*/ 341947 w 352425"/>
                <a:gd name="connsiteY419" fmla="*/ 67532 h 361950"/>
                <a:gd name="connsiteX420" fmla="*/ 342709 w 352425"/>
                <a:gd name="connsiteY420" fmla="*/ 67818 h 361950"/>
                <a:gd name="connsiteX421" fmla="*/ 341947 w 352425"/>
                <a:gd name="connsiteY421" fmla="*/ 68294 h 361950"/>
                <a:gd name="connsiteX422" fmla="*/ 341566 w 352425"/>
                <a:gd name="connsiteY422" fmla="*/ 68389 h 361950"/>
                <a:gd name="connsiteX423" fmla="*/ 342614 w 352425"/>
                <a:gd name="connsiteY423" fmla="*/ 69628 h 361950"/>
                <a:gd name="connsiteX424" fmla="*/ 344233 w 352425"/>
                <a:gd name="connsiteY424" fmla="*/ 69532 h 361950"/>
                <a:gd name="connsiteX425" fmla="*/ 347567 w 352425"/>
                <a:gd name="connsiteY425" fmla="*/ 68389 h 361950"/>
                <a:gd name="connsiteX426" fmla="*/ 348805 w 352425"/>
                <a:gd name="connsiteY426" fmla="*/ 68580 h 361950"/>
                <a:gd name="connsiteX427" fmla="*/ 352044 w 352425"/>
                <a:gd name="connsiteY427" fmla="*/ 69913 h 361950"/>
                <a:gd name="connsiteX428" fmla="*/ 353568 w 352425"/>
                <a:gd name="connsiteY428" fmla="*/ 70295 h 361950"/>
                <a:gd name="connsiteX429" fmla="*/ 352996 w 352425"/>
                <a:gd name="connsiteY429" fmla="*/ 67818 h 361950"/>
                <a:gd name="connsiteX430" fmla="*/ 352520 w 352425"/>
                <a:gd name="connsiteY430" fmla="*/ 66961 h 361950"/>
                <a:gd name="connsiteX431" fmla="*/ 361664 w 352425"/>
                <a:gd name="connsiteY431" fmla="*/ 42672 h 361950"/>
                <a:gd name="connsiteX432" fmla="*/ 361855 w 352425"/>
                <a:gd name="connsiteY432" fmla="*/ 42101 h 361950"/>
                <a:gd name="connsiteX433" fmla="*/ 361474 w 352425"/>
                <a:gd name="connsiteY433" fmla="*/ 41815 h 361950"/>
                <a:gd name="connsiteX434" fmla="*/ 360235 w 352425"/>
                <a:gd name="connsiteY434" fmla="*/ 42005 h 361950"/>
                <a:gd name="connsiteX435" fmla="*/ 359664 w 352425"/>
                <a:gd name="connsiteY435" fmla="*/ 42196 h 361950"/>
                <a:gd name="connsiteX436" fmla="*/ 359188 w 352425"/>
                <a:gd name="connsiteY436" fmla="*/ 42386 h 361950"/>
                <a:gd name="connsiteX437" fmla="*/ 358235 w 352425"/>
                <a:gd name="connsiteY437" fmla="*/ 42577 h 361950"/>
                <a:gd name="connsiteX438" fmla="*/ 357283 w 352425"/>
                <a:gd name="connsiteY438" fmla="*/ 42386 h 361950"/>
                <a:gd name="connsiteX439" fmla="*/ 356044 w 352425"/>
                <a:gd name="connsiteY439" fmla="*/ 41148 h 361950"/>
                <a:gd name="connsiteX440" fmla="*/ 354711 w 352425"/>
                <a:gd name="connsiteY440" fmla="*/ 40196 h 361950"/>
                <a:gd name="connsiteX441" fmla="*/ 353854 w 352425"/>
                <a:gd name="connsiteY441" fmla="*/ 40005 h 361950"/>
                <a:gd name="connsiteX442" fmla="*/ 353758 w 352425"/>
                <a:gd name="connsiteY442" fmla="*/ 40481 h 361950"/>
                <a:gd name="connsiteX443" fmla="*/ 354235 w 352425"/>
                <a:gd name="connsiteY443" fmla="*/ 41529 h 361950"/>
                <a:gd name="connsiteX444" fmla="*/ 354044 w 352425"/>
                <a:gd name="connsiteY444" fmla="*/ 42672 h 361950"/>
                <a:gd name="connsiteX445" fmla="*/ 353568 w 352425"/>
                <a:gd name="connsiteY445" fmla="*/ 43720 h 361950"/>
                <a:gd name="connsiteX446" fmla="*/ 353949 w 352425"/>
                <a:gd name="connsiteY446" fmla="*/ 44291 h 361950"/>
                <a:gd name="connsiteX447" fmla="*/ 354997 w 352425"/>
                <a:gd name="connsiteY447" fmla="*/ 44387 h 361950"/>
                <a:gd name="connsiteX448" fmla="*/ 355759 w 352425"/>
                <a:gd name="connsiteY448" fmla="*/ 44672 h 361950"/>
                <a:gd name="connsiteX449" fmla="*/ 356235 w 352425"/>
                <a:gd name="connsiteY449" fmla="*/ 44672 h 361950"/>
                <a:gd name="connsiteX450" fmla="*/ 356425 w 352425"/>
                <a:gd name="connsiteY450" fmla="*/ 44482 h 361950"/>
                <a:gd name="connsiteX451" fmla="*/ 356711 w 352425"/>
                <a:gd name="connsiteY451" fmla="*/ 44196 h 361950"/>
                <a:gd name="connsiteX452" fmla="*/ 357378 w 352425"/>
                <a:gd name="connsiteY452" fmla="*/ 43910 h 361950"/>
                <a:gd name="connsiteX453" fmla="*/ 358426 w 352425"/>
                <a:gd name="connsiteY453" fmla="*/ 44005 h 361950"/>
                <a:gd name="connsiteX454" fmla="*/ 358902 w 352425"/>
                <a:gd name="connsiteY454" fmla="*/ 43910 h 361950"/>
                <a:gd name="connsiteX455" fmla="*/ 361379 w 352425"/>
                <a:gd name="connsiteY455" fmla="*/ 44005 h 361950"/>
                <a:gd name="connsiteX456" fmla="*/ 361855 w 352425"/>
                <a:gd name="connsiteY456" fmla="*/ 43720 h 361950"/>
                <a:gd name="connsiteX457" fmla="*/ 361664 w 352425"/>
                <a:gd name="connsiteY457" fmla="*/ 42672 h 361950"/>
                <a:gd name="connsiteX458" fmla="*/ 276320 w 352425"/>
                <a:gd name="connsiteY458" fmla="*/ 152019 h 361950"/>
                <a:gd name="connsiteX459" fmla="*/ 277082 w 352425"/>
                <a:gd name="connsiteY459" fmla="*/ 151447 h 361950"/>
                <a:gd name="connsiteX460" fmla="*/ 277654 w 352425"/>
                <a:gd name="connsiteY460" fmla="*/ 150781 h 361950"/>
                <a:gd name="connsiteX461" fmla="*/ 278416 w 352425"/>
                <a:gd name="connsiteY461" fmla="*/ 150209 h 361950"/>
                <a:gd name="connsiteX462" fmla="*/ 279559 w 352425"/>
                <a:gd name="connsiteY462" fmla="*/ 149828 h 361950"/>
                <a:gd name="connsiteX463" fmla="*/ 280511 w 352425"/>
                <a:gd name="connsiteY463" fmla="*/ 149828 h 361950"/>
                <a:gd name="connsiteX464" fmla="*/ 280988 w 352425"/>
                <a:gd name="connsiteY464" fmla="*/ 150114 h 361950"/>
                <a:gd name="connsiteX465" fmla="*/ 281273 w 352425"/>
                <a:gd name="connsiteY465" fmla="*/ 151733 h 361950"/>
                <a:gd name="connsiteX466" fmla="*/ 281464 w 352425"/>
                <a:gd name="connsiteY466" fmla="*/ 153162 h 361950"/>
                <a:gd name="connsiteX467" fmla="*/ 282130 w 352425"/>
                <a:gd name="connsiteY467" fmla="*/ 153448 h 361950"/>
                <a:gd name="connsiteX468" fmla="*/ 285559 w 352425"/>
                <a:gd name="connsiteY468" fmla="*/ 149638 h 361950"/>
                <a:gd name="connsiteX469" fmla="*/ 286988 w 352425"/>
                <a:gd name="connsiteY469" fmla="*/ 150400 h 361950"/>
                <a:gd name="connsiteX470" fmla="*/ 288322 w 352425"/>
                <a:gd name="connsiteY470" fmla="*/ 150209 h 361950"/>
                <a:gd name="connsiteX471" fmla="*/ 289465 w 352425"/>
                <a:gd name="connsiteY471" fmla="*/ 149447 h 361950"/>
                <a:gd name="connsiteX472" fmla="*/ 290417 w 352425"/>
                <a:gd name="connsiteY472" fmla="*/ 149447 h 361950"/>
                <a:gd name="connsiteX473" fmla="*/ 291370 w 352425"/>
                <a:gd name="connsiteY473" fmla="*/ 149257 h 361950"/>
                <a:gd name="connsiteX474" fmla="*/ 292894 w 352425"/>
                <a:gd name="connsiteY474" fmla="*/ 149257 h 361950"/>
                <a:gd name="connsiteX475" fmla="*/ 294513 w 352425"/>
                <a:gd name="connsiteY475" fmla="*/ 148685 h 361950"/>
                <a:gd name="connsiteX476" fmla="*/ 295846 w 352425"/>
                <a:gd name="connsiteY476" fmla="*/ 147828 h 361950"/>
                <a:gd name="connsiteX477" fmla="*/ 296894 w 352425"/>
                <a:gd name="connsiteY477" fmla="*/ 146304 h 361950"/>
                <a:gd name="connsiteX478" fmla="*/ 301561 w 352425"/>
                <a:gd name="connsiteY478" fmla="*/ 140494 h 361950"/>
                <a:gd name="connsiteX479" fmla="*/ 306229 w 352425"/>
                <a:gd name="connsiteY479" fmla="*/ 137351 h 361950"/>
                <a:gd name="connsiteX480" fmla="*/ 308419 w 352425"/>
                <a:gd name="connsiteY480" fmla="*/ 135446 h 361950"/>
                <a:gd name="connsiteX481" fmla="*/ 308705 w 352425"/>
                <a:gd name="connsiteY481" fmla="*/ 132874 h 361950"/>
                <a:gd name="connsiteX482" fmla="*/ 309277 w 352425"/>
                <a:gd name="connsiteY482" fmla="*/ 131254 h 361950"/>
                <a:gd name="connsiteX483" fmla="*/ 310229 w 352425"/>
                <a:gd name="connsiteY483" fmla="*/ 130588 h 361950"/>
                <a:gd name="connsiteX484" fmla="*/ 311563 w 352425"/>
                <a:gd name="connsiteY484" fmla="*/ 131350 h 361950"/>
                <a:gd name="connsiteX485" fmla="*/ 313372 w 352425"/>
                <a:gd name="connsiteY485" fmla="*/ 129445 h 361950"/>
                <a:gd name="connsiteX486" fmla="*/ 314325 w 352425"/>
                <a:gd name="connsiteY486" fmla="*/ 127730 h 361950"/>
                <a:gd name="connsiteX487" fmla="*/ 316706 w 352425"/>
                <a:gd name="connsiteY487" fmla="*/ 125921 h 361950"/>
                <a:gd name="connsiteX488" fmla="*/ 318040 w 352425"/>
                <a:gd name="connsiteY488" fmla="*/ 124873 h 361950"/>
                <a:gd name="connsiteX489" fmla="*/ 321659 w 352425"/>
                <a:gd name="connsiteY489" fmla="*/ 123730 h 361950"/>
                <a:gd name="connsiteX490" fmla="*/ 324898 w 352425"/>
                <a:gd name="connsiteY490" fmla="*/ 122301 h 361950"/>
                <a:gd name="connsiteX491" fmla="*/ 328613 w 352425"/>
                <a:gd name="connsiteY491" fmla="*/ 120491 h 361950"/>
                <a:gd name="connsiteX492" fmla="*/ 330327 w 352425"/>
                <a:gd name="connsiteY492" fmla="*/ 119253 h 361950"/>
                <a:gd name="connsiteX493" fmla="*/ 329755 w 352425"/>
                <a:gd name="connsiteY493" fmla="*/ 117443 h 361950"/>
                <a:gd name="connsiteX494" fmla="*/ 327850 w 352425"/>
                <a:gd name="connsiteY494" fmla="*/ 117157 h 361950"/>
                <a:gd name="connsiteX495" fmla="*/ 326326 w 352425"/>
                <a:gd name="connsiteY495" fmla="*/ 117824 h 361950"/>
                <a:gd name="connsiteX496" fmla="*/ 324802 w 352425"/>
                <a:gd name="connsiteY496" fmla="*/ 118681 h 361950"/>
                <a:gd name="connsiteX497" fmla="*/ 323850 w 352425"/>
                <a:gd name="connsiteY497" fmla="*/ 118872 h 361950"/>
                <a:gd name="connsiteX498" fmla="*/ 317849 w 352425"/>
                <a:gd name="connsiteY498" fmla="*/ 118586 h 361950"/>
                <a:gd name="connsiteX499" fmla="*/ 316325 w 352425"/>
                <a:gd name="connsiteY499" fmla="*/ 118777 h 361950"/>
                <a:gd name="connsiteX500" fmla="*/ 315277 w 352425"/>
                <a:gd name="connsiteY500" fmla="*/ 118872 h 361950"/>
                <a:gd name="connsiteX501" fmla="*/ 314134 w 352425"/>
                <a:gd name="connsiteY501" fmla="*/ 118872 h 361950"/>
                <a:gd name="connsiteX502" fmla="*/ 312515 w 352425"/>
                <a:gd name="connsiteY502" fmla="*/ 116014 h 361950"/>
                <a:gd name="connsiteX503" fmla="*/ 311277 w 352425"/>
                <a:gd name="connsiteY503" fmla="*/ 115634 h 361950"/>
                <a:gd name="connsiteX504" fmla="*/ 309181 w 352425"/>
                <a:gd name="connsiteY504" fmla="*/ 114776 h 361950"/>
                <a:gd name="connsiteX505" fmla="*/ 307657 w 352425"/>
                <a:gd name="connsiteY505" fmla="*/ 114014 h 361950"/>
                <a:gd name="connsiteX506" fmla="*/ 304990 w 352425"/>
                <a:gd name="connsiteY506" fmla="*/ 112967 h 361950"/>
                <a:gd name="connsiteX507" fmla="*/ 303371 w 352425"/>
                <a:gd name="connsiteY507" fmla="*/ 111919 h 361950"/>
                <a:gd name="connsiteX508" fmla="*/ 301085 w 352425"/>
                <a:gd name="connsiteY508" fmla="*/ 110966 h 361950"/>
                <a:gd name="connsiteX509" fmla="*/ 299656 w 352425"/>
                <a:gd name="connsiteY509" fmla="*/ 111062 h 361950"/>
                <a:gd name="connsiteX510" fmla="*/ 298228 w 352425"/>
                <a:gd name="connsiteY510" fmla="*/ 112014 h 361950"/>
                <a:gd name="connsiteX511" fmla="*/ 297371 w 352425"/>
                <a:gd name="connsiteY511" fmla="*/ 112109 h 361950"/>
                <a:gd name="connsiteX512" fmla="*/ 298228 w 352425"/>
                <a:gd name="connsiteY512" fmla="*/ 110490 h 361950"/>
                <a:gd name="connsiteX513" fmla="*/ 296227 w 352425"/>
                <a:gd name="connsiteY513" fmla="*/ 109919 h 361950"/>
                <a:gd name="connsiteX514" fmla="*/ 293941 w 352425"/>
                <a:gd name="connsiteY514" fmla="*/ 108490 h 361950"/>
                <a:gd name="connsiteX515" fmla="*/ 292417 w 352425"/>
                <a:gd name="connsiteY515" fmla="*/ 106871 h 361950"/>
                <a:gd name="connsiteX516" fmla="*/ 291179 w 352425"/>
                <a:gd name="connsiteY516" fmla="*/ 105251 h 361950"/>
                <a:gd name="connsiteX517" fmla="*/ 289560 w 352425"/>
                <a:gd name="connsiteY517" fmla="*/ 103061 h 361950"/>
                <a:gd name="connsiteX518" fmla="*/ 286702 w 352425"/>
                <a:gd name="connsiteY518" fmla="*/ 98298 h 361950"/>
                <a:gd name="connsiteX519" fmla="*/ 284131 w 352425"/>
                <a:gd name="connsiteY519" fmla="*/ 93726 h 361950"/>
                <a:gd name="connsiteX520" fmla="*/ 280321 w 352425"/>
                <a:gd name="connsiteY520" fmla="*/ 88297 h 361950"/>
                <a:gd name="connsiteX521" fmla="*/ 274130 w 352425"/>
                <a:gd name="connsiteY521" fmla="*/ 81534 h 361950"/>
                <a:gd name="connsiteX522" fmla="*/ 269938 w 352425"/>
                <a:gd name="connsiteY522" fmla="*/ 78581 h 361950"/>
                <a:gd name="connsiteX523" fmla="*/ 264795 w 352425"/>
                <a:gd name="connsiteY523" fmla="*/ 77343 h 361950"/>
                <a:gd name="connsiteX524" fmla="*/ 260032 w 352425"/>
                <a:gd name="connsiteY524" fmla="*/ 76390 h 361950"/>
                <a:gd name="connsiteX525" fmla="*/ 254508 w 352425"/>
                <a:gd name="connsiteY525" fmla="*/ 77343 h 361950"/>
                <a:gd name="connsiteX526" fmla="*/ 251650 w 352425"/>
                <a:gd name="connsiteY526" fmla="*/ 78391 h 361950"/>
                <a:gd name="connsiteX527" fmla="*/ 249936 w 352425"/>
                <a:gd name="connsiteY527" fmla="*/ 80581 h 361950"/>
                <a:gd name="connsiteX528" fmla="*/ 248412 w 352425"/>
                <a:gd name="connsiteY528" fmla="*/ 82296 h 361950"/>
                <a:gd name="connsiteX529" fmla="*/ 239268 w 352425"/>
                <a:gd name="connsiteY529" fmla="*/ 88868 h 361950"/>
                <a:gd name="connsiteX530" fmla="*/ 236506 w 352425"/>
                <a:gd name="connsiteY530" fmla="*/ 90297 h 361950"/>
                <a:gd name="connsiteX531" fmla="*/ 236029 w 352425"/>
                <a:gd name="connsiteY531" fmla="*/ 90678 h 361950"/>
                <a:gd name="connsiteX532" fmla="*/ 233553 w 352425"/>
                <a:gd name="connsiteY532" fmla="*/ 91249 h 361950"/>
                <a:gd name="connsiteX533" fmla="*/ 231076 w 352425"/>
                <a:gd name="connsiteY533" fmla="*/ 92773 h 361950"/>
                <a:gd name="connsiteX534" fmla="*/ 227933 w 352425"/>
                <a:gd name="connsiteY534" fmla="*/ 92393 h 361950"/>
                <a:gd name="connsiteX535" fmla="*/ 225933 w 352425"/>
                <a:gd name="connsiteY535" fmla="*/ 91440 h 361950"/>
                <a:gd name="connsiteX536" fmla="*/ 224695 w 352425"/>
                <a:gd name="connsiteY536" fmla="*/ 88868 h 361950"/>
                <a:gd name="connsiteX537" fmla="*/ 219742 w 352425"/>
                <a:gd name="connsiteY537" fmla="*/ 87725 h 361950"/>
                <a:gd name="connsiteX538" fmla="*/ 215741 w 352425"/>
                <a:gd name="connsiteY538" fmla="*/ 91535 h 361950"/>
                <a:gd name="connsiteX539" fmla="*/ 212693 w 352425"/>
                <a:gd name="connsiteY539" fmla="*/ 95536 h 361950"/>
                <a:gd name="connsiteX540" fmla="*/ 211360 w 352425"/>
                <a:gd name="connsiteY540" fmla="*/ 96869 h 361950"/>
                <a:gd name="connsiteX541" fmla="*/ 212788 w 352425"/>
                <a:gd name="connsiteY541" fmla="*/ 98488 h 361950"/>
                <a:gd name="connsiteX542" fmla="*/ 214693 w 352425"/>
                <a:gd name="connsiteY542" fmla="*/ 99536 h 361950"/>
                <a:gd name="connsiteX543" fmla="*/ 216789 w 352425"/>
                <a:gd name="connsiteY543" fmla="*/ 99917 h 361950"/>
                <a:gd name="connsiteX544" fmla="*/ 220789 w 352425"/>
                <a:gd name="connsiteY544" fmla="*/ 99631 h 361950"/>
                <a:gd name="connsiteX545" fmla="*/ 222313 w 352425"/>
                <a:gd name="connsiteY545" fmla="*/ 100298 h 361950"/>
                <a:gd name="connsiteX546" fmla="*/ 222980 w 352425"/>
                <a:gd name="connsiteY546" fmla="*/ 102394 h 361950"/>
                <a:gd name="connsiteX547" fmla="*/ 222313 w 352425"/>
                <a:gd name="connsiteY547" fmla="*/ 101918 h 361950"/>
                <a:gd name="connsiteX548" fmla="*/ 221361 w 352425"/>
                <a:gd name="connsiteY548" fmla="*/ 100870 h 361950"/>
                <a:gd name="connsiteX549" fmla="*/ 220789 w 352425"/>
                <a:gd name="connsiteY549" fmla="*/ 100584 h 361950"/>
                <a:gd name="connsiteX550" fmla="*/ 220027 w 352425"/>
                <a:gd name="connsiteY550" fmla="*/ 100584 h 361950"/>
                <a:gd name="connsiteX551" fmla="*/ 217551 w 352425"/>
                <a:gd name="connsiteY551" fmla="*/ 101251 h 361950"/>
                <a:gd name="connsiteX552" fmla="*/ 215741 w 352425"/>
                <a:gd name="connsiteY552" fmla="*/ 101155 h 361950"/>
                <a:gd name="connsiteX553" fmla="*/ 214217 w 352425"/>
                <a:gd name="connsiteY553" fmla="*/ 100774 h 361950"/>
                <a:gd name="connsiteX554" fmla="*/ 211931 w 352425"/>
                <a:gd name="connsiteY554" fmla="*/ 99155 h 361950"/>
                <a:gd name="connsiteX555" fmla="*/ 210217 w 352425"/>
                <a:gd name="connsiteY555" fmla="*/ 97346 h 361950"/>
                <a:gd name="connsiteX556" fmla="*/ 210121 w 352425"/>
                <a:gd name="connsiteY556" fmla="*/ 96203 h 361950"/>
                <a:gd name="connsiteX557" fmla="*/ 211169 w 352425"/>
                <a:gd name="connsiteY557" fmla="*/ 95155 h 361950"/>
                <a:gd name="connsiteX558" fmla="*/ 212979 w 352425"/>
                <a:gd name="connsiteY558" fmla="*/ 93250 h 361950"/>
                <a:gd name="connsiteX559" fmla="*/ 214979 w 352425"/>
                <a:gd name="connsiteY559" fmla="*/ 90392 h 361950"/>
                <a:gd name="connsiteX560" fmla="*/ 218408 w 352425"/>
                <a:gd name="connsiteY560" fmla="*/ 87154 h 361950"/>
                <a:gd name="connsiteX561" fmla="*/ 217741 w 352425"/>
                <a:gd name="connsiteY561" fmla="*/ 86201 h 361950"/>
                <a:gd name="connsiteX562" fmla="*/ 215551 w 352425"/>
                <a:gd name="connsiteY562" fmla="*/ 85344 h 361950"/>
                <a:gd name="connsiteX563" fmla="*/ 214408 w 352425"/>
                <a:gd name="connsiteY563" fmla="*/ 83534 h 361950"/>
                <a:gd name="connsiteX564" fmla="*/ 212217 w 352425"/>
                <a:gd name="connsiteY564" fmla="*/ 77629 h 361950"/>
                <a:gd name="connsiteX565" fmla="*/ 211741 w 352425"/>
                <a:gd name="connsiteY565" fmla="*/ 75533 h 361950"/>
                <a:gd name="connsiteX566" fmla="*/ 209359 w 352425"/>
                <a:gd name="connsiteY566" fmla="*/ 74295 h 361950"/>
                <a:gd name="connsiteX567" fmla="*/ 201644 w 352425"/>
                <a:gd name="connsiteY567" fmla="*/ 73819 h 361950"/>
                <a:gd name="connsiteX568" fmla="*/ 197834 w 352425"/>
                <a:gd name="connsiteY568" fmla="*/ 74104 h 361950"/>
                <a:gd name="connsiteX569" fmla="*/ 195739 w 352425"/>
                <a:gd name="connsiteY569" fmla="*/ 74676 h 361950"/>
                <a:gd name="connsiteX570" fmla="*/ 193357 w 352425"/>
                <a:gd name="connsiteY570" fmla="*/ 80486 h 361950"/>
                <a:gd name="connsiteX571" fmla="*/ 192024 w 352425"/>
                <a:gd name="connsiteY571" fmla="*/ 82868 h 361950"/>
                <a:gd name="connsiteX572" fmla="*/ 191262 w 352425"/>
                <a:gd name="connsiteY572" fmla="*/ 84296 h 361950"/>
                <a:gd name="connsiteX573" fmla="*/ 190405 w 352425"/>
                <a:gd name="connsiteY573" fmla="*/ 85725 h 361950"/>
                <a:gd name="connsiteX574" fmla="*/ 189071 w 352425"/>
                <a:gd name="connsiteY574" fmla="*/ 86487 h 361950"/>
                <a:gd name="connsiteX575" fmla="*/ 187642 w 352425"/>
                <a:gd name="connsiteY575" fmla="*/ 86487 h 361950"/>
                <a:gd name="connsiteX576" fmla="*/ 186118 w 352425"/>
                <a:gd name="connsiteY576" fmla="*/ 85725 h 361950"/>
                <a:gd name="connsiteX577" fmla="*/ 184785 w 352425"/>
                <a:gd name="connsiteY577" fmla="*/ 84392 h 361950"/>
                <a:gd name="connsiteX578" fmla="*/ 183261 w 352425"/>
                <a:gd name="connsiteY578" fmla="*/ 82963 h 361950"/>
                <a:gd name="connsiteX579" fmla="*/ 181546 w 352425"/>
                <a:gd name="connsiteY579" fmla="*/ 83058 h 361950"/>
                <a:gd name="connsiteX580" fmla="*/ 179641 w 352425"/>
                <a:gd name="connsiteY580" fmla="*/ 83725 h 361950"/>
                <a:gd name="connsiteX581" fmla="*/ 178022 w 352425"/>
                <a:gd name="connsiteY581" fmla="*/ 86868 h 361950"/>
                <a:gd name="connsiteX582" fmla="*/ 175641 w 352425"/>
                <a:gd name="connsiteY582" fmla="*/ 88582 h 361950"/>
                <a:gd name="connsiteX583" fmla="*/ 173926 w 352425"/>
                <a:gd name="connsiteY583" fmla="*/ 90202 h 361950"/>
                <a:gd name="connsiteX584" fmla="*/ 171355 w 352425"/>
                <a:gd name="connsiteY584" fmla="*/ 90392 h 361950"/>
                <a:gd name="connsiteX585" fmla="*/ 175260 w 352425"/>
                <a:gd name="connsiteY585" fmla="*/ 87249 h 361950"/>
                <a:gd name="connsiteX586" fmla="*/ 178784 w 352425"/>
                <a:gd name="connsiteY586" fmla="*/ 82105 h 361950"/>
                <a:gd name="connsiteX587" fmla="*/ 180213 w 352425"/>
                <a:gd name="connsiteY587" fmla="*/ 81248 h 361950"/>
                <a:gd name="connsiteX588" fmla="*/ 182404 w 352425"/>
                <a:gd name="connsiteY588" fmla="*/ 81153 h 361950"/>
                <a:gd name="connsiteX589" fmla="*/ 184880 w 352425"/>
                <a:gd name="connsiteY589" fmla="*/ 81915 h 361950"/>
                <a:gd name="connsiteX590" fmla="*/ 186976 w 352425"/>
                <a:gd name="connsiteY590" fmla="*/ 83439 h 361950"/>
                <a:gd name="connsiteX591" fmla="*/ 188785 w 352425"/>
                <a:gd name="connsiteY591" fmla="*/ 83915 h 361950"/>
                <a:gd name="connsiteX592" fmla="*/ 189929 w 352425"/>
                <a:gd name="connsiteY592" fmla="*/ 83439 h 361950"/>
                <a:gd name="connsiteX593" fmla="*/ 190690 w 352425"/>
                <a:gd name="connsiteY593" fmla="*/ 81820 h 361950"/>
                <a:gd name="connsiteX594" fmla="*/ 191357 w 352425"/>
                <a:gd name="connsiteY594" fmla="*/ 78962 h 361950"/>
                <a:gd name="connsiteX595" fmla="*/ 192119 w 352425"/>
                <a:gd name="connsiteY595" fmla="*/ 75914 h 361950"/>
                <a:gd name="connsiteX596" fmla="*/ 192786 w 352425"/>
                <a:gd name="connsiteY596" fmla="*/ 74676 h 361950"/>
                <a:gd name="connsiteX597" fmla="*/ 193929 w 352425"/>
                <a:gd name="connsiteY597" fmla="*/ 72676 h 361950"/>
                <a:gd name="connsiteX598" fmla="*/ 197834 w 352425"/>
                <a:gd name="connsiteY598" fmla="*/ 71438 h 361950"/>
                <a:gd name="connsiteX599" fmla="*/ 209074 w 352425"/>
                <a:gd name="connsiteY599" fmla="*/ 71247 h 361950"/>
                <a:gd name="connsiteX600" fmla="*/ 212884 w 352425"/>
                <a:gd name="connsiteY600" fmla="*/ 71628 h 361950"/>
                <a:gd name="connsiteX601" fmla="*/ 215360 w 352425"/>
                <a:gd name="connsiteY601" fmla="*/ 72295 h 361950"/>
                <a:gd name="connsiteX602" fmla="*/ 217646 w 352425"/>
                <a:gd name="connsiteY602" fmla="*/ 74009 h 361950"/>
                <a:gd name="connsiteX603" fmla="*/ 219075 w 352425"/>
                <a:gd name="connsiteY603" fmla="*/ 75533 h 361950"/>
                <a:gd name="connsiteX604" fmla="*/ 219837 w 352425"/>
                <a:gd name="connsiteY604" fmla="*/ 78486 h 361950"/>
                <a:gd name="connsiteX605" fmla="*/ 221075 w 352425"/>
                <a:gd name="connsiteY605" fmla="*/ 80391 h 361950"/>
                <a:gd name="connsiteX606" fmla="*/ 222504 w 352425"/>
                <a:gd name="connsiteY606" fmla="*/ 81534 h 361950"/>
                <a:gd name="connsiteX607" fmla="*/ 224409 w 352425"/>
                <a:gd name="connsiteY607" fmla="*/ 81248 h 361950"/>
                <a:gd name="connsiteX608" fmla="*/ 226123 w 352425"/>
                <a:gd name="connsiteY608" fmla="*/ 80486 h 361950"/>
                <a:gd name="connsiteX609" fmla="*/ 227647 w 352425"/>
                <a:gd name="connsiteY609" fmla="*/ 78200 h 361950"/>
                <a:gd name="connsiteX610" fmla="*/ 230696 w 352425"/>
                <a:gd name="connsiteY610" fmla="*/ 74676 h 361950"/>
                <a:gd name="connsiteX611" fmla="*/ 231743 w 352425"/>
                <a:gd name="connsiteY611" fmla="*/ 74200 h 361950"/>
                <a:gd name="connsiteX612" fmla="*/ 232886 w 352425"/>
                <a:gd name="connsiteY612" fmla="*/ 74104 h 361950"/>
                <a:gd name="connsiteX613" fmla="*/ 232886 w 352425"/>
                <a:gd name="connsiteY613" fmla="*/ 73533 h 361950"/>
                <a:gd name="connsiteX614" fmla="*/ 232410 w 352425"/>
                <a:gd name="connsiteY614" fmla="*/ 73152 h 361950"/>
                <a:gd name="connsiteX615" fmla="*/ 232029 w 352425"/>
                <a:gd name="connsiteY615" fmla="*/ 72771 h 361950"/>
                <a:gd name="connsiteX616" fmla="*/ 231267 w 352425"/>
                <a:gd name="connsiteY616" fmla="*/ 71628 h 361950"/>
                <a:gd name="connsiteX617" fmla="*/ 231838 w 352425"/>
                <a:gd name="connsiteY617" fmla="*/ 71438 h 361950"/>
                <a:gd name="connsiteX618" fmla="*/ 233458 w 352425"/>
                <a:gd name="connsiteY618" fmla="*/ 71247 h 361950"/>
                <a:gd name="connsiteX619" fmla="*/ 234029 w 352425"/>
                <a:gd name="connsiteY619" fmla="*/ 70961 h 361950"/>
                <a:gd name="connsiteX620" fmla="*/ 234886 w 352425"/>
                <a:gd name="connsiteY620" fmla="*/ 69723 h 361950"/>
                <a:gd name="connsiteX621" fmla="*/ 234791 w 352425"/>
                <a:gd name="connsiteY621" fmla="*/ 68866 h 361950"/>
                <a:gd name="connsiteX622" fmla="*/ 234315 w 352425"/>
                <a:gd name="connsiteY622" fmla="*/ 68104 h 361950"/>
                <a:gd name="connsiteX623" fmla="*/ 234029 w 352425"/>
                <a:gd name="connsiteY623" fmla="*/ 66865 h 361950"/>
                <a:gd name="connsiteX624" fmla="*/ 234220 w 352425"/>
                <a:gd name="connsiteY624" fmla="*/ 65056 h 361950"/>
                <a:gd name="connsiteX625" fmla="*/ 235553 w 352425"/>
                <a:gd name="connsiteY625" fmla="*/ 61913 h 361950"/>
                <a:gd name="connsiteX626" fmla="*/ 237839 w 352425"/>
                <a:gd name="connsiteY626" fmla="*/ 58579 h 361950"/>
                <a:gd name="connsiteX627" fmla="*/ 239458 w 352425"/>
                <a:gd name="connsiteY627" fmla="*/ 57245 h 361950"/>
                <a:gd name="connsiteX628" fmla="*/ 241268 w 352425"/>
                <a:gd name="connsiteY628" fmla="*/ 56007 h 361950"/>
                <a:gd name="connsiteX629" fmla="*/ 243459 w 352425"/>
                <a:gd name="connsiteY629" fmla="*/ 54959 h 361950"/>
                <a:gd name="connsiteX630" fmla="*/ 247840 w 352425"/>
                <a:gd name="connsiteY630" fmla="*/ 54388 h 361950"/>
                <a:gd name="connsiteX631" fmla="*/ 249364 w 352425"/>
                <a:gd name="connsiteY631" fmla="*/ 54007 h 361950"/>
                <a:gd name="connsiteX632" fmla="*/ 250126 w 352425"/>
                <a:gd name="connsiteY632" fmla="*/ 53340 h 361950"/>
                <a:gd name="connsiteX633" fmla="*/ 250603 w 352425"/>
                <a:gd name="connsiteY633" fmla="*/ 52578 h 361950"/>
                <a:gd name="connsiteX634" fmla="*/ 250984 w 352425"/>
                <a:gd name="connsiteY634" fmla="*/ 51721 h 361950"/>
                <a:gd name="connsiteX635" fmla="*/ 251555 w 352425"/>
                <a:gd name="connsiteY635" fmla="*/ 50768 h 361950"/>
                <a:gd name="connsiteX636" fmla="*/ 252413 w 352425"/>
                <a:gd name="connsiteY636" fmla="*/ 49911 h 361950"/>
                <a:gd name="connsiteX637" fmla="*/ 253936 w 352425"/>
                <a:gd name="connsiteY637" fmla="*/ 49054 h 361950"/>
                <a:gd name="connsiteX638" fmla="*/ 255937 w 352425"/>
                <a:gd name="connsiteY638" fmla="*/ 47244 h 361950"/>
                <a:gd name="connsiteX639" fmla="*/ 257461 w 352425"/>
                <a:gd name="connsiteY639" fmla="*/ 46292 h 361950"/>
                <a:gd name="connsiteX640" fmla="*/ 260890 w 352425"/>
                <a:gd name="connsiteY640" fmla="*/ 44958 h 361950"/>
                <a:gd name="connsiteX641" fmla="*/ 261747 w 352425"/>
                <a:gd name="connsiteY641" fmla="*/ 44768 h 361950"/>
                <a:gd name="connsiteX642" fmla="*/ 261747 w 352425"/>
                <a:gd name="connsiteY642" fmla="*/ 44768 h 361950"/>
                <a:gd name="connsiteX643" fmla="*/ 261080 w 352425"/>
                <a:gd name="connsiteY643" fmla="*/ 41624 h 361950"/>
                <a:gd name="connsiteX644" fmla="*/ 260318 w 352425"/>
                <a:gd name="connsiteY644" fmla="*/ 39910 h 361950"/>
                <a:gd name="connsiteX645" fmla="*/ 259080 w 352425"/>
                <a:gd name="connsiteY645" fmla="*/ 38195 h 361950"/>
                <a:gd name="connsiteX646" fmla="*/ 258604 w 352425"/>
                <a:gd name="connsiteY646" fmla="*/ 37719 h 361950"/>
                <a:gd name="connsiteX647" fmla="*/ 257937 w 352425"/>
                <a:gd name="connsiteY647" fmla="*/ 37147 h 361950"/>
                <a:gd name="connsiteX648" fmla="*/ 256699 w 352425"/>
                <a:gd name="connsiteY648" fmla="*/ 36386 h 361950"/>
                <a:gd name="connsiteX649" fmla="*/ 256222 w 352425"/>
                <a:gd name="connsiteY649" fmla="*/ 36195 h 361950"/>
                <a:gd name="connsiteX650" fmla="*/ 255651 w 352425"/>
                <a:gd name="connsiteY650" fmla="*/ 36004 h 361950"/>
                <a:gd name="connsiteX651" fmla="*/ 255079 w 352425"/>
                <a:gd name="connsiteY651" fmla="*/ 35909 h 361950"/>
                <a:gd name="connsiteX652" fmla="*/ 254508 w 352425"/>
                <a:gd name="connsiteY652" fmla="*/ 35909 h 361950"/>
                <a:gd name="connsiteX653" fmla="*/ 253555 w 352425"/>
                <a:gd name="connsiteY653" fmla="*/ 36100 h 361950"/>
                <a:gd name="connsiteX654" fmla="*/ 252889 w 352425"/>
                <a:gd name="connsiteY654" fmla="*/ 36100 h 361950"/>
                <a:gd name="connsiteX655" fmla="*/ 252127 w 352425"/>
                <a:gd name="connsiteY655" fmla="*/ 36004 h 361950"/>
                <a:gd name="connsiteX656" fmla="*/ 251079 w 352425"/>
                <a:gd name="connsiteY656" fmla="*/ 35623 h 361950"/>
                <a:gd name="connsiteX657" fmla="*/ 250507 w 352425"/>
                <a:gd name="connsiteY657" fmla="*/ 35243 h 361950"/>
                <a:gd name="connsiteX658" fmla="*/ 250222 w 352425"/>
                <a:gd name="connsiteY658" fmla="*/ 34766 h 361950"/>
                <a:gd name="connsiteX659" fmla="*/ 249936 w 352425"/>
                <a:gd name="connsiteY659" fmla="*/ 34099 h 361950"/>
                <a:gd name="connsiteX660" fmla="*/ 248221 w 352425"/>
                <a:gd name="connsiteY660" fmla="*/ 31718 h 361950"/>
                <a:gd name="connsiteX661" fmla="*/ 247364 w 352425"/>
                <a:gd name="connsiteY661" fmla="*/ 31147 h 361950"/>
                <a:gd name="connsiteX662" fmla="*/ 246697 w 352425"/>
                <a:gd name="connsiteY662" fmla="*/ 30861 h 361950"/>
                <a:gd name="connsiteX663" fmla="*/ 246221 w 352425"/>
                <a:gd name="connsiteY663" fmla="*/ 30956 h 361950"/>
                <a:gd name="connsiteX664" fmla="*/ 245745 w 352425"/>
                <a:gd name="connsiteY664" fmla="*/ 31052 h 361950"/>
                <a:gd name="connsiteX665" fmla="*/ 245364 w 352425"/>
                <a:gd name="connsiteY665" fmla="*/ 31242 h 361950"/>
                <a:gd name="connsiteX666" fmla="*/ 245078 w 352425"/>
                <a:gd name="connsiteY666" fmla="*/ 31623 h 361950"/>
                <a:gd name="connsiteX667" fmla="*/ 244792 w 352425"/>
                <a:gd name="connsiteY667" fmla="*/ 32099 h 361950"/>
                <a:gd name="connsiteX668" fmla="*/ 244411 w 352425"/>
                <a:gd name="connsiteY668" fmla="*/ 33052 h 361950"/>
                <a:gd name="connsiteX669" fmla="*/ 244126 w 352425"/>
                <a:gd name="connsiteY669" fmla="*/ 33433 h 361950"/>
                <a:gd name="connsiteX670" fmla="*/ 243840 w 352425"/>
                <a:gd name="connsiteY670" fmla="*/ 33814 h 361950"/>
                <a:gd name="connsiteX671" fmla="*/ 243459 w 352425"/>
                <a:gd name="connsiteY671" fmla="*/ 34004 h 361950"/>
                <a:gd name="connsiteX672" fmla="*/ 242983 w 352425"/>
                <a:gd name="connsiteY672" fmla="*/ 34099 h 361950"/>
                <a:gd name="connsiteX673" fmla="*/ 242411 w 352425"/>
                <a:gd name="connsiteY673" fmla="*/ 34004 h 361950"/>
                <a:gd name="connsiteX674" fmla="*/ 239363 w 352425"/>
                <a:gd name="connsiteY674" fmla="*/ 32861 h 361950"/>
                <a:gd name="connsiteX675" fmla="*/ 238696 w 352425"/>
                <a:gd name="connsiteY675" fmla="*/ 32385 h 361950"/>
                <a:gd name="connsiteX676" fmla="*/ 238411 w 352425"/>
                <a:gd name="connsiteY676" fmla="*/ 31909 h 361950"/>
                <a:gd name="connsiteX677" fmla="*/ 238506 w 352425"/>
                <a:gd name="connsiteY677" fmla="*/ 31432 h 361950"/>
                <a:gd name="connsiteX678" fmla="*/ 238696 w 352425"/>
                <a:gd name="connsiteY678" fmla="*/ 30956 h 361950"/>
                <a:gd name="connsiteX679" fmla="*/ 239554 w 352425"/>
                <a:gd name="connsiteY679" fmla="*/ 29718 h 361950"/>
                <a:gd name="connsiteX680" fmla="*/ 239744 w 352425"/>
                <a:gd name="connsiteY680" fmla="*/ 29242 h 361950"/>
                <a:gd name="connsiteX681" fmla="*/ 239744 w 352425"/>
                <a:gd name="connsiteY681" fmla="*/ 28670 h 361950"/>
                <a:gd name="connsiteX682" fmla="*/ 239554 w 352425"/>
                <a:gd name="connsiteY682" fmla="*/ 28099 h 361950"/>
                <a:gd name="connsiteX683" fmla="*/ 238506 w 352425"/>
                <a:gd name="connsiteY683" fmla="*/ 26670 h 361950"/>
                <a:gd name="connsiteX684" fmla="*/ 238411 w 352425"/>
                <a:gd name="connsiteY684" fmla="*/ 26289 h 361950"/>
                <a:gd name="connsiteX685" fmla="*/ 238411 w 352425"/>
                <a:gd name="connsiteY685" fmla="*/ 25813 h 361950"/>
                <a:gd name="connsiteX686" fmla="*/ 238506 w 352425"/>
                <a:gd name="connsiteY686" fmla="*/ 25337 h 361950"/>
                <a:gd name="connsiteX687" fmla="*/ 238792 w 352425"/>
                <a:gd name="connsiteY687" fmla="*/ 24860 h 361950"/>
                <a:gd name="connsiteX688" fmla="*/ 239363 w 352425"/>
                <a:gd name="connsiteY688" fmla="*/ 24098 h 361950"/>
                <a:gd name="connsiteX689" fmla="*/ 239554 w 352425"/>
                <a:gd name="connsiteY689" fmla="*/ 23622 h 361950"/>
                <a:gd name="connsiteX690" fmla="*/ 239649 w 352425"/>
                <a:gd name="connsiteY690" fmla="*/ 23146 h 361950"/>
                <a:gd name="connsiteX691" fmla="*/ 239554 w 352425"/>
                <a:gd name="connsiteY691" fmla="*/ 22670 h 361950"/>
                <a:gd name="connsiteX692" fmla="*/ 238696 w 352425"/>
                <a:gd name="connsiteY692" fmla="*/ 19907 h 361950"/>
                <a:gd name="connsiteX693" fmla="*/ 238696 w 352425"/>
                <a:gd name="connsiteY693" fmla="*/ 19336 h 361950"/>
                <a:gd name="connsiteX694" fmla="*/ 238696 w 352425"/>
                <a:gd name="connsiteY694" fmla="*/ 18764 h 361950"/>
                <a:gd name="connsiteX695" fmla="*/ 238887 w 352425"/>
                <a:gd name="connsiteY695" fmla="*/ 17621 h 361950"/>
                <a:gd name="connsiteX696" fmla="*/ 238887 w 352425"/>
                <a:gd name="connsiteY696" fmla="*/ 16954 h 361950"/>
                <a:gd name="connsiteX697" fmla="*/ 238601 w 352425"/>
                <a:gd name="connsiteY697" fmla="*/ 16097 h 361950"/>
                <a:gd name="connsiteX698" fmla="*/ 238220 w 352425"/>
                <a:gd name="connsiteY698" fmla="*/ 15621 h 361950"/>
                <a:gd name="connsiteX699" fmla="*/ 237744 w 352425"/>
                <a:gd name="connsiteY699" fmla="*/ 15335 h 361950"/>
                <a:gd name="connsiteX700" fmla="*/ 236601 w 352425"/>
                <a:gd name="connsiteY700" fmla="*/ 15049 h 361950"/>
                <a:gd name="connsiteX701" fmla="*/ 235363 w 352425"/>
                <a:gd name="connsiteY701" fmla="*/ 14954 h 361950"/>
                <a:gd name="connsiteX702" fmla="*/ 232886 w 352425"/>
                <a:gd name="connsiteY702" fmla="*/ 15145 h 361950"/>
                <a:gd name="connsiteX703" fmla="*/ 231648 w 352425"/>
                <a:gd name="connsiteY703" fmla="*/ 16478 h 361950"/>
                <a:gd name="connsiteX704" fmla="*/ 231172 w 352425"/>
                <a:gd name="connsiteY704" fmla="*/ 16669 h 361950"/>
                <a:gd name="connsiteX705" fmla="*/ 230410 w 352425"/>
                <a:gd name="connsiteY705" fmla="*/ 16764 h 361950"/>
                <a:gd name="connsiteX706" fmla="*/ 229743 w 352425"/>
                <a:gd name="connsiteY706" fmla="*/ 16669 h 361950"/>
                <a:gd name="connsiteX707" fmla="*/ 227647 w 352425"/>
                <a:gd name="connsiteY707" fmla="*/ 16097 h 361950"/>
                <a:gd name="connsiteX708" fmla="*/ 226790 w 352425"/>
                <a:gd name="connsiteY708" fmla="*/ 16002 h 361950"/>
                <a:gd name="connsiteX709" fmla="*/ 222599 w 352425"/>
                <a:gd name="connsiteY709" fmla="*/ 16478 h 361950"/>
                <a:gd name="connsiteX710" fmla="*/ 221932 w 352425"/>
                <a:gd name="connsiteY710" fmla="*/ 16669 h 361950"/>
                <a:gd name="connsiteX711" fmla="*/ 219742 w 352425"/>
                <a:gd name="connsiteY711" fmla="*/ 17812 h 361950"/>
                <a:gd name="connsiteX712" fmla="*/ 218884 w 352425"/>
                <a:gd name="connsiteY712" fmla="*/ 18097 h 361950"/>
                <a:gd name="connsiteX713" fmla="*/ 218122 w 352425"/>
                <a:gd name="connsiteY713" fmla="*/ 18193 h 361950"/>
                <a:gd name="connsiteX714" fmla="*/ 215836 w 352425"/>
                <a:gd name="connsiteY714" fmla="*/ 18193 h 361950"/>
                <a:gd name="connsiteX715" fmla="*/ 215360 w 352425"/>
                <a:gd name="connsiteY715" fmla="*/ 18288 h 361950"/>
                <a:gd name="connsiteX716" fmla="*/ 214884 w 352425"/>
                <a:gd name="connsiteY716" fmla="*/ 18574 h 361950"/>
                <a:gd name="connsiteX717" fmla="*/ 214503 w 352425"/>
                <a:gd name="connsiteY717" fmla="*/ 19050 h 361950"/>
                <a:gd name="connsiteX718" fmla="*/ 214313 w 352425"/>
                <a:gd name="connsiteY718" fmla="*/ 19907 h 361950"/>
                <a:gd name="connsiteX719" fmla="*/ 214503 w 352425"/>
                <a:gd name="connsiteY719" fmla="*/ 20384 h 361950"/>
                <a:gd name="connsiteX720" fmla="*/ 214884 w 352425"/>
                <a:gd name="connsiteY720" fmla="*/ 20764 h 361950"/>
                <a:gd name="connsiteX721" fmla="*/ 215265 w 352425"/>
                <a:gd name="connsiteY721" fmla="*/ 21050 h 361950"/>
                <a:gd name="connsiteX722" fmla="*/ 215551 w 352425"/>
                <a:gd name="connsiteY722" fmla="*/ 21431 h 361950"/>
                <a:gd name="connsiteX723" fmla="*/ 215741 w 352425"/>
                <a:gd name="connsiteY723" fmla="*/ 21812 h 361950"/>
                <a:gd name="connsiteX724" fmla="*/ 215932 w 352425"/>
                <a:gd name="connsiteY724" fmla="*/ 22193 h 361950"/>
                <a:gd name="connsiteX725" fmla="*/ 216408 w 352425"/>
                <a:gd name="connsiteY725" fmla="*/ 24098 h 361950"/>
                <a:gd name="connsiteX726" fmla="*/ 216598 w 352425"/>
                <a:gd name="connsiteY726" fmla="*/ 26194 h 361950"/>
                <a:gd name="connsiteX727" fmla="*/ 216503 w 352425"/>
                <a:gd name="connsiteY727" fmla="*/ 26670 h 361950"/>
                <a:gd name="connsiteX728" fmla="*/ 216217 w 352425"/>
                <a:gd name="connsiteY728" fmla="*/ 27051 h 361950"/>
                <a:gd name="connsiteX729" fmla="*/ 215455 w 352425"/>
                <a:gd name="connsiteY729" fmla="*/ 27146 h 361950"/>
                <a:gd name="connsiteX730" fmla="*/ 211264 w 352425"/>
                <a:gd name="connsiteY730" fmla="*/ 29051 h 361950"/>
                <a:gd name="connsiteX731" fmla="*/ 210502 w 352425"/>
                <a:gd name="connsiteY731" fmla="*/ 29242 h 361950"/>
                <a:gd name="connsiteX732" fmla="*/ 209359 w 352425"/>
                <a:gd name="connsiteY732" fmla="*/ 29242 h 361950"/>
                <a:gd name="connsiteX733" fmla="*/ 208121 w 352425"/>
                <a:gd name="connsiteY733" fmla="*/ 29051 h 361950"/>
                <a:gd name="connsiteX734" fmla="*/ 207169 w 352425"/>
                <a:gd name="connsiteY734" fmla="*/ 29528 h 361950"/>
                <a:gd name="connsiteX735" fmla="*/ 206026 w 352425"/>
                <a:gd name="connsiteY735" fmla="*/ 30480 h 361950"/>
                <a:gd name="connsiteX736" fmla="*/ 202501 w 352425"/>
                <a:gd name="connsiteY736" fmla="*/ 34671 h 361950"/>
                <a:gd name="connsiteX737" fmla="*/ 199072 w 352425"/>
                <a:gd name="connsiteY737" fmla="*/ 38100 h 361950"/>
                <a:gd name="connsiteX738" fmla="*/ 197929 w 352425"/>
                <a:gd name="connsiteY738" fmla="*/ 34480 h 361950"/>
                <a:gd name="connsiteX739" fmla="*/ 197834 w 352425"/>
                <a:gd name="connsiteY739" fmla="*/ 34004 h 361950"/>
                <a:gd name="connsiteX740" fmla="*/ 195548 w 352425"/>
                <a:gd name="connsiteY740" fmla="*/ 26479 h 361950"/>
                <a:gd name="connsiteX741" fmla="*/ 195167 w 352425"/>
                <a:gd name="connsiteY741" fmla="*/ 25718 h 361950"/>
                <a:gd name="connsiteX742" fmla="*/ 194786 w 352425"/>
                <a:gd name="connsiteY742" fmla="*/ 25432 h 361950"/>
                <a:gd name="connsiteX743" fmla="*/ 194310 w 352425"/>
                <a:gd name="connsiteY743" fmla="*/ 25241 h 361950"/>
                <a:gd name="connsiteX744" fmla="*/ 193643 w 352425"/>
                <a:gd name="connsiteY744" fmla="*/ 25432 h 361950"/>
                <a:gd name="connsiteX745" fmla="*/ 192881 w 352425"/>
                <a:gd name="connsiteY745" fmla="*/ 26194 h 361950"/>
                <a:gd name="connsiteX746" fmla="*/ 192500 w 352425"/>
                <a:gd name="connsiteY746" fmla="*/ 26479 h 361950"/>
                <a:gd name="connsiteX747" fmla="*/ 192024 w 352425"/>
                <a:gd name="connsiteY747" fmla="*/ 26670 h 361950"/>
                <a:gd name="connsiteX748" fmla="*/ 190976 w 352425"/>
                <a:gd name="connsiteY748" fmla="*/ 26765 h 361950"/>
                <a:gd name="connsiteX749" fmla="*/ 190405 w 352425"/>
                <a:gd name="connsiteY749" fmla="*/ 26670 h 361950"/>
                <a:gd name="connsiteX750" fmla="*/ 189929 w 352425"/>
                <a:gd name="connsiteY750" fmla="*/ 26384 h 361950"/>
                <a:gd name="connsiteX751" fmla="*/ 189452 w 352425"/>
                <a:gd name="connsiteY751" fmla="*/ 25622 h 361950"/>
                <a:gd name="connsiteX752" fmla="*/ 189262 w 352425"/>
                <a:gd name="connsiteY752" fmla="*/ 25051 h 361950"/>
                <a:gd name="connsiteX753" fmla="*/ 189166 w 352425"/>
                <a:gd name="connsiteY753" fmla="*/ 24479 h 361950"/>
                <a:gd name="connsiteX754" fmla="*/ 189071 w 352425"/>
                <a:gd name="connsiteY754" fmla="*/ 22860 h 361950"/>
                <a:gd name="connsiteX755" fmla="*/ 188881 w 352425"/>
                <a:gd name="connsiteY755" fmla="*/ 22384 h 361950"/>
                <a:gd name="connsiteX756" fmla="*/ 188595 w 352425"/>
                <a:gd name="connsiteY756" fmla="*/ 22098 h 361950"/>
                <a:gd name="connsiteX757" fmla="*/ 188023 w 352425"/>
                <a:gd name="connsiteY757" fmla="*/ 22098 h 361950"/>
                <a:gd name="connsiteX758" fmla="*/ 183928 w 352425"/>
                <a:gd name="connsiteY758" fmla="*/ 22860 h 361950"/>
                <a:gd name="connsiteX759" fmla="*/ 176689 w 352425"/>
                <a:gd name="connsiteY759" fmla="*/ 23813 h 361950"/>
                <a:gd name="connsiteX760" fmla="*/ 169926 w 352425"/>
                <a:gd name="connsiteY760" fmla="*/ 21717 h 361950"/>
                <a:gd name="connsiteX761" fmla="*/ 163735 w 352425"/>
                <a:gd name="connsiteY761" fmla="*/ 16954 h 361950"/>
                <a:gd name="connsiteX762" fmla="*/ 161639 w 352425"/>
                <a:gd name="connsiteY762" fmla="*/ 14383 h 361950"/>
                <a:gd name="connsiteX763" fmla="*/ 156591 w 352425"/>
                <a:gd name="connsiteY763" fmla="*/ 10192 h 361950"/>
                <a:gd name="connsiteX764" fmla="*/ 155067 w 352425"/>
                <a:gd name="connsiteY764" fmla="*/ 8477 h 361950"/>
                <a:gd name="connsiteX765" fmla="*/ 154781 w 352425"/>
                <a:gd name="connsiteY765" fmla="*/ 7334 h 361950"/>
                <a:gd name="connsiteX766" fmla="*/ 154591 w 352425"/>
                <a:gd name="connsiteY766" fmla="*/ 6001 h 361950"/>
                <a:gd name="connsiteX767" fmla="*/ 154496 w 352425"/>
                <a:gd name="connsiteY767" fmla="*/ 3620 h 361950"/>
                <a:gd name="connsiteX768" fmla="*/ 154114 w 352425"/>
                <a:gd name="connsiteY768" fmla="*/ 2572 h 361950"/>
                <a:gd name="connsiteX769" fmla="*/ 152305 w 352425"/>
                <a:gd name="connsiteY769" fmla="*/ 1143 h 361950"/>
                <a:gd name="connsiteX770" fmla="*/ 151352 w 352425"/>
                <a:gd name="connsiteY770" fmla="*/ 857 h 361950"/>
                <a:gd name="connsiteX771" fmla="*/ 150019 w 352425"/>
                <a:gd name="connsiteY771" fmla="*/ 762 h 361950"/>
                <a:gd name="connsiteX772" fmla="*/ 147923 w 352425"/>
                <a:gd name="connsiteY772" fmla="*/ 857 h 361950"/>
                <a:gd name="connsiteX773" fmla="*/ 146399 w 352425"/>
                <a:gd name="connsiteY773" fmla="*/ 1048 h 361950"/>
                <a:gd name="connsiteX774" fmla="*/ 144971 w 352425"/>
                <a:gd name="connsiteY774" fmla="*/ 1524 h 361950"/>
                <a:gd name="connsiteX775" fmla="*/ 143827 w 352425"/>
                <a:gd name="connsiteY775" fmla="*/ 1714 h 361950"/>
                <a:gd name="connsiteX776" fmla="*/ 142684 w 352425"/>
                <a:gd name="connsiteY776" fmla="*/ 1619 h 361950"/>
                <a:gd name="connsiteX777" fmla="*/ 142018 w 352425"/>
                <a:gd name="connsiteY777" fmla="*/ 1143 h 361950"/>
                <a:gd name="connsiteX778" fmla="*/ 141351 w 352425"/>
                <a:gd name="connsiteY778" fmla="*/ 571 h 361950"/>
                <a:gd name="connsiteX779" fmla="*/ 140684 w 352425"/>
                <a:gd name="connsiteY779" fmla="*/ 95 h 361950"/>
                <a:gd name="connsiteX780" fmla="*/ 139922 w 352425"/>
                <a:gd name="connsiteY780" fmla="*/ 0 h 361950"/>
                <a:gd name="connsiteX781" fmla="*/ 138779 w 352425"/>
                <a:gd name="connsiteY781" fmla="*/ 95 h 361950"/>
                <a:gd name="connsiteX782" fmla="*/ 137255 w 352425"/>
                <a:gd name="connsiteY782" fmla="*/ 762 h 361950"/>
                <a:gd name="connsiteX783" fmla="*/ 135636 w 352425"/>
                <a:gd name="connsiteY783" fmla="*/ 1048 h 361950"/>
                <a:gd name="connsiteX784" fmla="*/ 133540 w 352425"/>
                <a:gd name="connsiteY784" fmla="*/ 1048 h 361950"/>
                <a:gd name="connsiteX785" fmla="*/ 132588 w 352425"/>
                <a:gd name="connsiteY785" fmla="*/ 1334 h 361950"/>
                <a:gd name="connsiteX786" fmla="*/ 131826 w 352425"/>
                <a:gd name="connsiteY786" fmla="*/ 1714 h 361950"/>
                <a:gd name="connsiteX787" fmla="*/ 129921 w 352425"/>
                <a:gd name="connsiteY787" fmla="*/ 4191 h 361950"/>
                <a:gd name="connsiteX788" fmla="*/ 129159 w 352425"/>
                <a:gd name="connsiteY788" fmla="*/ 12002 h 361950"/>
                <a:gd name="connsiteX789" fmla="*/ 125635 w 352425"/>
                <a:gd name="connsiteY789" fmla="*/ 27718 h 361950"/>
                <a:gd name="connsiteX790" fmla="*/ 125825 w 352425"/>
                <a:gd name="connsiteY790" fmla="*/ 28765 h 361950"/>
                <a:gd name="connsiteX791" fmla="*/ 125825 w 352425"/>
                <a:gd name="connsiteY791" fmla="*/ 29242 h 361950"/>
                <a:gd name="connsiteX792" fmla="*/ 125730 w 352425"/>
                <a:gd name="connsiteY792" fmla="*/ 29909 h 361950"/>
                <a:gd name="connsiteX793" fmla="*/ 125444 w 352425"/>
                <a:gd name="connsiteY793" fmla="*/ 30671 h 361950"/>
                <a:gd name="connsiteX794" fmla="*/ 124873 w 352425"/>
                <a:gd name="connsiteY794" fmla="*/ 31718 h 361950"/>
                <a:gd name="connsiteX795" fmla="*/ 124111 w 352425"/>
                <a:gd name="connsiteY795" fmla="*/ 32766 h 361950"/>
                <a:gd name="connsiteX796" fmla="*/ 123539 w 352425"/>
                <a:gd name="connsiteY796" fmla="*/ 33814 h 361950"/>
                <a:gd name="connsiteX797" fmla="*/ 122872 w 352425"/>
                <a:gd name="connsiteY797" fmla="*/ 35433 h 361950"/>
                <a:gd name="connsiteX798" fmla="*/ 122587 w 352425"/>
                <a:gd name="connsiteY798" fmla="*/ 36004 h 361950"/>
                <a:gd name="connsiteX799" fmla="*/ 122206 w 352425"/>
                <a:gd name="connsiteY799" fmla="*/ 36386 h 361950"/>
                <a:gd name="connsiteX800" fmla="*/ 121444 w 352425"/>
                <a:gd name="connsiteY800" fmla="*/ 36957 h 361950"/>
                <a:gd name="connsiteX801" fmla="*/ 119634 w 352425"/>
                <a:gd name="connsiteY801" fmla="*/ 38005 h 361950"/>
                <a:gd name="connsiteX802" fmla="*/ 119443 w 352425"/>
                <a:gd name="connsiteY802" fmla="*/ 38195 h 361950"/>
                <a:gd name="connsiteX803" fmla="*/ 119253 w 352425"/>
                <a:gd name="connsiteY803" fmla="*/ 38671 h 361950"/>
                <a:gd name="connsiteX804" fmla="*/ 119063 w 352425"/>
                <a:gd name="connsiteY804" fmla="*/ 39434 h 361950"/>
                <a:gd name="connsiteX805" fmla="*/ 119063 w 352425"/>
                <a:gd name="connsiteY805" fmla="*/ 40767 h 361950"/>
                <a:gd name="connsiteX806" fmla="*/ 118967 w 352425"/>
                <a:gd name="connsiteY806" fmla="*/ 41720 h 361950"/>
                <a:gd name="connsiteX807" fmla="*/ 118681 w 352425"/>
                <a:gd name="connsiteY807" fmla="*/ 42767 h 361950"/>
                <a:gd name="connsiteX808" fmla="*/ 116776 w 352425"/>
                <a:gd name="connsiteY808" fmla="*/ 46482 h 361950"/>
                <a:gd name="connsiteX809" fmla="*/ 115729 w 352425"/>
                <a:gd name="connsiteY809" fmla="*/ 49244 h 361950"/>
                <a:gd name="connsiteX810" fmla="*/ 115443 w 352425"/>
                <a:gd name="connsiteY810" fmla="*/ 49721 h 361950"/>
                <a:gd name="connsiteX811" fmla="*/ 115062 w 352425"/>
                <a:gd name="connsiteY811" fmla="*/ 50102 h 361950"/>
                <a:gd name="connsiteX812" fmla="*/ 114586 w 352425"/>
                <a:gd name="connsiteY812" fmla="*/ 50292 h 361950"/>
                <a:gd name="connsiteX813" fmla="*/ 114014 w 352425"/>
                <a:gd name="connsiteY813" fmla="*/ 50292 h 361950"/>
                <a:gd name="connsiteX814" fmla="*/ 113442 w 352425"/>
                <a:gd name="connsiteY814" fmla="*/ 50197 h 361950"/>
                <a:gd name="connsiteX815" fmla="*/ 112966 w 352425"/>
                <a:gd name="connsiteY815" fmla="*/ 50006 h 361950"/>
                <a:gd name="connsiteX816" fmla="*/ 112585 w 352425"/>
                <a:gd name="connsiteY816" fmla="*/ 49721 h 361950"/>
                <a:gd name="connsiteX817" fmla="*/ 112300 w 352425"/>
                <a:gd name="connsiteY817" fmla="*/ 49339 h 361950"/>
                <a:gd name="connsiteX818" fmla="*/ 112109 w 352425"/>
                <a:gd name="connsiteY818" fmla="*/ 48959 h 361950"/>
                <a:gd name="connsiteX819" fmla="*/ 112014 w 352425"/>
                <a:gd name="connsiteY819" fmla="*/ 48482 h 361950"/>
                <a:gd name="connsiteX820" fmla="*/ 111823 w 352425"/>
                <a:gd name="connsiteY820" fmla="*/ 47530 h 361950"/>
                <a:gd name="connsiteX821" fmla="*/ 111633 w 352425"/>
                <a:gd name="connsiteY821" fmla="*/ 47054 h 361950"/>
                <a:gd name="connsiteX822" fmla="*/ 111442 w 352425"/>
                <a:gd name="connsiteY822" fmla="*/ 46672 h 361950"/>
                <a:gd name="connsiteX823" fmla="*/ 111157 w 352425"/>
                <a:gd name="connsiteY823" fmla="*/ 46292 h 361950"/>
                <a:gd name="connsiteX824" fmla="*/ 110776 w 352425"/>
                <a:gd name="connsiteY824" fmla="*/ 46006 h 361950"/>
                <a:gd name="connsiteX825" fmla="*/ 110299 w 352425"/>
                <a:gd name="connsiteY825" fmla="*/ 45815 h 361950"/>
                <a:gd name="connsiteX826" fmla="*/ 109823 w 352425"/>
                <a:gd name="connsiteY826" fmla="*/ 45815 h 361950"/>
                <a:gd name="connsiteX827" fmla="*/ 109347 w 352425"/>
                <a:gd name="connsiteY827" fmla="*/ 45911 h 361950"/>
                <a:gd name="connsiteX828" fmla="*/ 108490 w 352425"/>
                <a:gd name="connsiteY828" fmla="*/ 46292 h 361950"/>
                <a:gd name="connsiteX829" fmla="*/ 107728 w 352425"/>
                <a:gd name="connsiteY829" fmla="*/ 46768 h 361950"/>
                <a:gd name="connsiteX830" fmla="*/ 107347 w 352425"/>
                <a:gd name="connsiteY830" fmla="*/ 47054 h 361950"/>
                <a:gd name="connsiteX831" fmla="*/ 107061 w 352425"/>
                <a:gd name="connsiteY831" fmla="*/ 47339 h 361950"/>
                <a:gd name="connsiteX832" fmla="*/ 106775 w 352425"/>
                <a:gd name="connsiteY832" fmla="*/ 47815 h 361950"/>
                <a:gd name="connsiteX833" fmla="*/ 105537 w 352425"/>
                <a:gd name="connsiteY833" fmla="*/ 50768 h 361950"/>
                <a:gd name="connsiteX834" fmla="*/ 105251 w 352425"/>
                <a:gd name="connsiteY834" fmla="*/ 51245 h 361950"/>
                <a:gd name="connsiteX835" fmla="*/ 104965 w 352425"/>
                <a:gd name="connsiteY835" fmla="*/ 51626 h 361950"/>
                <a:gd name="connsiteX836" fmla="*/ 104584 w 352425"/>
                <a:gd name="connsiteY836" fmla="*/ 51911 h 361950"/>
                <a:gd name="connsiteX837" fmla="*/ 104204 w 352425"/>
                <a:gd name="connsiteY837" fmla="*/ 52102 h 361950"/>
                <a:gd name="connsiteX838" fmla="*/ 101917 w 352425"/>
                <a:gd name="connsiteY838" fmla="*/ 52864 h 361950"/>
                <a:gd name="connsiteX839" fmla="*/ 101536 w 352425"/>
                <a:gd name="connsiteY839" fmla="*/ 53054 h 361950"/>
                <a:gd name="connsiteX840" fmla="*/ 101251 w 352425"/>
                <a:gd name="connsiteY840" fmla="*/ 53530 h 361950"/>
                <a:gd name="connsiteX841" fmla="*/ 101060 w 352425"/>
                <a:gd name="connsiteY841" fmla="*/ 54197 h 361950"/>
                <a:gd name="connsiteX842" fmla="*/ 101155 w 352425"/>
                <a:gd name="connsiteY842" fmla="*/ 55626 h 361950"/>
                <a:gd name="connsiteX843" fmla="*/ 100965 w 352425"/>
                <a:gd name="connsiteY843" fmla="*/ 56293 h 361950"/>
                <a:gd name="connsiteX844" fmla="*/ 100679 w 352425"/>
                <a:gd name="connsiteY844" fmla="*/ 56769 h 361950"/>
                <a:gd name="connsiteX845" fmla="*/ 99822 w 352425"/>
                <a:gd name="connsiteY845" fmla="*/ 57150 h 361950"/>
                <a:gd name="connsiteX846" fmla="*/ 99441 w 352425"/>
                <a:gd name="connsiteY846" fmla="*/ 57436 h 361950"/>
                <a:gd name="connsiteX847" fmla="*/ 99250 w 352425"/>
                <a:gd name="connsiteY847" fmla="*/ 57817 h 361950"/>
                <a:gd name="connsiteX848" fmla="*/ 99155 w 352425"/>
                <a:gd name="connsiteY848" fmla="*/ 58388 h 361950"/>
                <a:gd name="connsiteX849" fmla="*/ 99155 w 352425"/>
                <a:gd name="connsiteY849" fmla="*/ 58960 h 361950"/>
                <a:gd name="connsiteX850" fmla="*/ 99250 w 352425"/>
                <a:gd name="connsiteY850" fmla="*/ 59436 h 361950"/>
                <a:gd name="connsiteX851" fmla="*/ 99441 w 352425"/>
                <a:gd name="connsiteY851" fmla="*/ 59912 h 361950"/>
                <a:gd name="connsiteX852" fmla="*/ 99727 w 352425"/>
                <a:gd name="connsiteY852" fmla="*/ 60388 h 361950"/>
                <a:gd name="connsiteX853" fmla="*/ 100203 w 352425"/>
                <a:gd name="connsiteY853" fmla="*/ 60865 h 361950"/>
                <a:gd name="connsiteX854" fmla="*/ 101155 w 352425"/>
                <a:gd name="connsiteY854" fmla="*/ 61531 h 361950"/>
                <a:gd name="connsiteX855" fmla="*/ 101822 w 352425"/>
                <a:gd name="connsiteY855" fmla="*/ 61817 h 361950"/>
                <a:gd name="connsiteX856" fmla="*/ 102394 w 352425"/>
                <a:gd name="connsiteY856" fmla="*/ 61817 h 361950"/>
                <a:gd name="connsiteX857" fmla="*/ 104299 w 352425"/>
                <a:gd name="connsiteY857" fmla="*/ 61341 h 361950"/>
                <a:gd name="connsiteX858" fmla="*/ 104775 w 352425"/>
                <a:gd name="connsiteY858" fmla="*/ 61246 h 361950"/>
                <a:gd name="connsiteX859" fmla="*/ 105156 w 352425"/>
                <a:gd name="connsiteY859" fmla="*/ 61246 h 361950"/>
                <a:gd name="connsiteX860" fmla="*/ 105537 w 352425"/>
                <a:gd name="connsiteY860" fmla="*/ 61341 h 361950"/>
                <a:gd name="connsiteX861" fmla="*/ 106013 w 352425"/>
                <a:gd name="connsiteY861" fmla="*/ 61627 h 361950"/>
                <a:gd name="connsiteX862" fmla="*/ 106299 w 352425"/>
                <a:gd name="connsiteY862" fmla="*/ 62103 h 361950"/>
                <a:gd name="connsiteX863" fmla="*/ 106394 w 352425"/>
                <a:gd name="connsiteY863" fmla="*/ 63055 h 361950"/>
                <a:gd name="connsiteX864" fmla="*/ 106394 w 352425"/>
                <a:gd name="connsiteY864" fmla="*/ 64484 h 361950"/>
                <a:gd name="connsiteX865" fmla="*/ 106585 w 352425"/>
                <a:gd name="connsiteY865" fmla="*/ 65151 h 361950"/>
                <a:gd name="connsiteX866" fmla="*/ 106966 w 352425"/>
                <a:gd name="connsiteY866" fmla="*/ 65818 h 361950"/>
                <a:gd name="connsiteX867" fmla="*/ 107728 w 352425"/>
                <a:gd name="connsiteY867" fmla="*/ 66865 h 361950"/>
                <a:gd name="connsiteX868" fmla="*/ 108204 w 352425"/>
                <a:gd name="connsiteY868" fmla="*/ 67628 h 361950"/>
                <a:gd name="connsiteX869" fmla="*/ 108490 w 352425"/>
                <a:gd name="connsiteY869" fmla="*/ 68389 h 361950"/>
                <a:gd name="connsiteX870" fmla="*/ 108490 w 352425"/>
                <a:gd name="connsiteY870" fmla="*/ 70295 h 361950"/>
                <a:gd name="connsiteX871" fmla="*/ 108585 w 352425"/>
                <a:gd name="connsiteY871" fmla="*/ 71056 h 361950"/>
                <a:gd name="connsiteX872" fmla="*/ 108871 w 352425"/>
                <a:gd name="connsiteY872" fmla="*/ 71723 h 361950"/>
                <a:gd name="connsiteX873" fmla="*/ 109823 w 352425"/>
                <a:gd name="connsiteY873" fmla="*/ 72580 h 361950"/>
                <a:gd name="connsiteX874" fmla="*/ 111061 w 352425"/>
                <a:gd name="connsiteY874" fmla="*/ 73438 h 361950"/>
                <a:gd name="connsiteX875" fmla="*/ 111347 w 352425"/>
                <a:gd name="connsiteY875" fmla="*/ 73819 h 361950"/>
                <a:gd name="connsiteX876" fmla="*/ 111538 w 352425"/>
                <a:gd name="connsiteY876" fmla="*/ 74104 h 361950"/>
                <a:gd name="connsiteX877" fmla="*/ 111157 w 352425"/>
                <a:gd name="connsiteY877" fmla="*/ 75057 h 361950"/>
                <a:gd name="connsiteX878" fmla="*/ 107156 w 352425"/>
                <a:gd name="connsiteY878" fmla="*/ 74676 h 361950"/>
                <a:gd name="connsiteX879" fmla="*/ 106204 w 352425"/>
                <a:gd name="connsiteY879" fmla="*/ 74676 h 361950"/>
                <a:gd name="connsiteX880" fmla="*/ 105346 w 352425"/>
                <a:gd name="connsiteY880" fmla="*/ 74962 h 361950"/>
                <a:gd name="connsiteX881" fmla="*/ 104299 w 352425"/>
                <a:gd name="connsiteY881" fmla="*/ 75533 h 361950"/>
                <a:gd name="connsiteX882" fmla="*/ 102108 w 352425"/>
                <a:gd name="connsiteY882" fmla="*/ 76962 h 361950"/>
                <a:gd name="connsiteX883" fmla="*/ 101251 w 352425"/>
                <a:gd name="connsiteY883" fmla="*/ 77819 h 361950"/>
                <a:gd name="connsiteX884" fmla="*/ 100679 w 352425"/>
                <a:gd name="connsiteY884" fmla="*/ 78486 h 361950"/>
                <a:gd name="connsiteX885" fmla="*/ 99536 w 352425"/>
                <a:gd name="connsiteY885" fmla="*/ 80772 h 361950"/>
                <a:gd name="connsiteX886" fmla="*/ 99155 w 352425"/>
                <a:gd name="connsiteY886" fmla="*/ 81153 h 361950"/>
                <a:gd name="connsiteX887" fmla="*/ 98774 w 352425"/>
                <a:gd name="connsiteY887" fmla="*/ 81344 h 361950"/>
                <a:gd name="connsiteX888" fmla="*/ 98107 w 352425"/>
                <a:gd name="connsiteY888" fmla="*/ 81153 h 361950"/>
                <a:gd name="connsiteX889" fmla="*/ 97726 w 352425"/>
                <a:gd name="connsiteY889" fmla="*/ 80867 h 361950"/>
                <a:gd name="connsiteX890" fmla="*/ 97060 w 352425"/>
                <a:gd name="connsiteY890" fmla="*/ 80201 h 361950"/>
                <a:gd name="connsiteX891" fmla="*/ 96679 w 352425"/>
                <a:gd name="connsiteY891" fmla="*/ 80010 h 361950"/>
                <a:gd name="connsiteX892" fmla="*/ 96202 w 352425"/>
                <a:gd name="connsiteY892" fmla="*/ 79915 h 361950"/>
                <a:gd name="connsiteX893" fmla="*/ 95726 w 352425"/>
                <a:gd name="connsiteY893" fmla="*/ 79915 h 361950"/>
                <a:gd name="connsiteX894" fmla="*/ 93726 w 352425"/>
                <a:gd name="connsiteY894" fmla="*/ 80296 h 361950"/>
                <a:gd name="connsiteX895" fmla="*/ 93154 w 352425"/>
                <a:gd name="connsiteY895" fmla="*/ 80296 h 361950"/>
                <a:gd name="connsiteX896" fmla="*/ 89344 w 352425"/>
                <a:gd name="connsiteY896" fmla="*/ 79820 h 361950"/>
                <a:gd name="connsiteX897" fmla="*/ 84487 w 352425"/>
                <a:gd name="connsiteY897" fmla="*/ 80105 h 361950"/>
                <a:gd name="connsiteX898" fmla="*/ 83915 w 352425"/>
                <a:gd name="connsiteY898" fmla="*/ 80010 h 361950"/>
                <a:gd name="connsiteX899" fmla="*/ 83439 w 352425"/>
                <a:gd name="connsiteY899" fmla="*/ 79820 h 361950"/>
                <a:gd name="connsiteX900" fmla="*/ 82582 w 352425"/>
                <a:gd name="connsiteY900" fmla="*/ 79248 h 361950"/>
                <a:gd name="connsiteX901" fmla="*/ 80200 w 352425"/>
                <a:gd name="connsiteY901" fmla="*/ 78200 h 361950"/>
                <a:gd name="connsiteX902" fmla="*/ 78200 w 352425"/>
                <a:gd name="connsiteY902" fmla="*/ 76771 h 361950"/>
                <a:gd name="connsiteX903" fmla="*/ 77819 w 352425"/>
                <a:gd name="connsiteY903" fmla="*/ 76486 h 361950"/>
                <a:gd name="connsiteX904" fmla="*/ 77343 w 352425"/>
                <a:gd name="connsiteY904" fmla="*/ 76295 h 361950"/>
                <a:gd name="connsiteX905" fmla="*/ 76771 w 352425"/>
                <a:gd name="connsiteY905" fmla="*/ 76105 h 361950"/>
                <a:gd name="connsiteX906" fmla="*/ 76200 w 352425"/>
                <a:gd name="connsiteY906" fmla="*/ 75914 h 361950"/>
                <a:gd name="connsiteX907" fmla="*/ 75629 w 352425"/>
                <a:gd name="connsiteY907" fmla="*/ 75914 h 361950"/>
                <a:gd name="connsiteX908" fmla="*/ 75152 w 352425"/>
                <a:gd name="connsiteY908" fmla="*/ 76010 h 361950"/>
                <a:gd name="connsiteX909" fmla="*/ 74676 w 352425"/>
                <a:gd name="connsiteY909" fmla="*/ 76200 h 361950"/>
                <a:gd name="connsiteX910" fmla="*/ 71818 w 352425"/>
                <a:gd name="connsiteY910" fmla="*/ 77629 h 361950"/>
                <a:gd name="connsiteX911" fmla="*/ 71056 w 352425"/>
                <a:gd name="connsiteY911" fmla="*/ 78105 h 361950"/>
                <a:gd name="connsiteX912" fmla="*/ 70390 w 352425"/>
                <a:gd name="connsiteY912" fmla="*/ 78677 h 361950"/>
                <a:gd name="connsiteX913" fmla="*/ 70104 w 352425"/>
                <a:gd name="connsiteY913" fmla="*/ 79248 h 361950"/>
                <a:gd name="connsiteX914" fmla="*/ 69913 w 352425"/>
                <a:gd name="connsiteY914" fmla="*/ 79915 h 361950"/>
                <a:gd name="connsiteX915" fmla="*/ 70009 w 352425"/>
                <a:gd name="connsiteY915" fmla="*/ 81058 h 361950"/>
                <a:gd name="connsiteX916" fmla="*/ 70104 w 352425"/>
                <a:gd name="connsiteY916" fmla="*/ 81724 h 361950"/>
                <a:gd name="connsiteX917" fmla="*/ 70199 w 352425"/>
                <a:gd name="connsiteY917" fmla="*/ 82201 h 361950"/>
                <a:gd name="connsiteX918" fmla="*/ 71723 w 352425"/>
                <a:gd name="connsiteY918" fmla="*/ 85535 h 361950"/>
                <a:gd name="connsiteX919" fmla="*/ 72676 w 352425"/>
                <a:gd name="connsiteY919" fmla="*/ 88202 h 361950"/>
                <a:gd name="connsiteX920" fmla="*/ 72390 w 352425"/>
                <a:gd name="connsiteY920" fmla="*/ 88963 h 361950"/>
                <a:gd name="connsiteX921" fmla="*/ 71628 w 352425"/>
                <a:gd name="connsiteY921" fmla="*/ 90011 h 361950"/>
                <a:gd name="connsiteX922" fmla="*/ 68771 w 352425"/>
                <a:gd name="connsiteY922" fmla="*/ 92773 h 361950"/>
                <a:gd name="connsiteX923" fmla="*/ 68199 w 352425"/>
                <a:gd name="connsiteY923" fmla="*/ 94012 h 361950"/>
                <a:gd name="connsiteX924" fmla="*/ 69342 w 352425"/>
                <a:gd name="connsiteY924" fmla="*/ 94297 h 361950"/>
                <a:gd name="connsiteX925" fmla="*/ 69818 w 352425"/>
                <a:gd name="connsiteY925" fmla="*/ 94488 h 361950"/>
                <a:gd name="connsiteX926" fmla="*/ 70199 w 352425"/>
                <a:gd name="connsiteY926" fmla="*/ 94774 h 361950"/>
                <a:gd name="connsiteX927" fmla="*/ 70390 w 352425"/>
                <a:gd name="connsiteY927" fmla="*/ 95155 h 361950"/>
                <a:gd name="connsiteX928" fmla="*/ 70294 w 352425"/>
                <a:gd name="connsiteY928" fmla="*/ 95631 h 361950"/>
                <a:gd name="connsiteX929" fmla="*/ 69818 w 352425"/>
                <a:gd name="connsiteY929" fmla="*/ 96869 h 361950"/>
                <a:gd name="connsiteX930" fmla="*/ 69628 w 352425"/>
                <a:gd name="connsiteY930" fmla="*/ 97536 h 361950"/>
                <a:gd name="connsiteX931" fmla="*/ 69532 w 352425"/>
                <a:gd name="connsiteY931" fmla="*/ 98203 h 361950"/>
                <a:gd name="connsiteX932" fmla="*/ 69532 w 352425"/>
                <a:gd name="connsiteY932" fmla="*/ 98774 h 361950"/>
                <a:gd name="connsiteX933" fmla="*/ 69628 w 352425"/>
                <a:gd name="connsiteY933" fmla="*/ 99251 h 361950"/>
                <a:gd name="connsiteX934" fmla="*/ 69723 w 352425"/>
                <a:gd name="connsiteY934" fmla="*/ 99727 h 361950"/>
                <a:gd name="connsiteX935" fmla="*/ 70199 w 352425"/>
                <a:gd name="connsiteY935" fmla="*/ 101155 h 361950"/>
                <a:gd name="connsiteX936" fmla="*/ 71533 w 352425"/>
                <a:gd name="connsiteY936" fmla="*/ 108109 h 361950"/>
                <a:gd name="connsiteX937" fmla="*/ 71628 w 352425"/>
                <a:gd name="connsiteY937" fmla="*/ 108680 h 361950"/>
                <a:gd name="connsiteX938" fmla="*/ 71628 w 352425"/>
                <a:gd name="connsiteY938" fmla="*/ 109823 h 361950"/>
                <a:gd name="connsiteX939" fmla="*/ 71628 w 352425"/>
                <a:gd name="connsiteY939" fmla="*/ 110395 h 361950"/>
                <a:gd name="connsiteX940" fmla="*/ 71342 w 352425"/>
                <a:gd name="connsiteY940" fmla="*/ 111062 h 361950"/>
                <a:gd name="connsiteX941" fmla="*/ 70771 w 352425"/>
                <a:gd name="connsiteY941" fmla="*/ 111823 h 361950"/>
                <a:gd name="connsiteX942" fmla="*/ 68199 w 352425"/>
                <a:gd name="connsiteY942" fmla="*/ 114110 h 361950"/>
                <a:gd name="connsiteX943" fmla="*/ 67818 w 352425"/>
                <a:gd name="connsiteY943" fmla="*/ 114586 h 361950"/>
                <a:gd name="connsiteX944" fmla="*/ 67437 w 352425"/>
                <a:gd name="connsiteY944" fmla="*/ 115538 h 361950"/>
                <a:gd name="connsiteX945" fmla="*/ 67246 w 352425"/>
                <a:gd name="connsiteY945" fmla="*/ 116300 h 361950"/>
                <a:gd name="connsiteX946" fmla="*/ 66961 w 352425"/>
                <a:gd name="connsiteY946" fmla="*/ 118205 h 361950"/>
                <a:gd name="connsiteX947" fmla="*/ 66770 w 352425"/>
                <a:gd name="connsiteY947" fmla="*/ 118681 h 361950"/>
                <a:gd name="connsiteX948" fmla="*/ 66389 w 352425"/>
                <a:gd name="connsiteY948" fmla="*/ 119253 h 361950"/>
                <a:gd name="connsiteX949" fmla="*/ 65817 w 352425"/>
                <a:gd name="connsiteY949" fmla="*/ 119824 h 361950"/>
                <a:gd name="connsiteX950" fmla="*/ 59531 w 352425"/>
                <a:gd name="connsiteY950" fmla="*/ 124587 h 361950"/>
                <a:gd name="connsiteX951" fmla="*/ 59150 w 352425"/>
                <a:gd name="connsiteY951" fmla="*/ 125063 h 361950"/>
                <a:gd name="connsiteX952" fmla="*/ 58769 w 352425"/>
                <a:gd name="connsiteY952" fmla="*/ 125730 h 361950"/>
                <a:gd name="connsiteX953" fmla="*/ 58293 w 352425"/>
                <a:gd name="connsiteY953" fmla="*/ 126873 h 361950"/>
                <a:gd name="connsiteX954" fmla="*/ 58198 w 352425"/>
                <a:gd name="connsiteY954" fmla="*/ 127635 h 361950"/>
                <a:gd name="connsiteX955" fmla="*/ 58198 w 352425"/>
                <a:gd name="connsiteY955" fmla="*/ 128302 h 361950"/>
                <a:gd name="connsiteX956" fmla="*/ 58674 w 352425"/>
                <a:gd name="connsiteY956" fmla="*/ 129635 h 361950"/>
                <a:gd name="connsiteX957" fmla="*/ 58864 w 352425"/>
                <a:gd name="connsiteY957" fmla="*/ 130588 h 361950"/>
                <a:gd name="connsiteX958" fmla="*/ 58864 w 352425"/>
                <a:gd name="connsiteY958" fmla="*/ 131159 h 361950"/>
                <a:gd name="connsiteX959" fmla="*/ 58864 w 352425"/>
                <a:gd name="connsiteY959" fmla="*/ 131731 h 361950"/>
                <a:gd name="connsiteX960" fmla="*/ 58769 w 352425"/>
                <a:gd name="connsiteY960" fmla="*/ 132302 h 361950"/>
                <a:gd name="connsiteX961" fmla="*/ 58579 w 352425"/>
                <a:gd name="connsiteY961" fmla="*/ 132969 h 361950"/>
                <a:gd name="connsiteX962" fmla="*/ 58198 w 352425"/>
                <a:gd name="connsiteY962" fmla="*/ 133636 h 361950"/>
                <a:gd name="connsiteX963" fmla="*/ 52197 w 352425"/>
                <a:gd name="connsiteY963" fmla="*/ 140208 h 361950"/>
                <a:gd name="connsiteX964" fmla="*/ 51530 w 352425"/>
                <a:gd name="connsiteY964" fmla="*/ 140398 h 361950"/>
                <a:gd name="connsiteX965" fmla="*/ 49244 w 352425"/>
                <a:gd name="connsiteY965" fmla="*/ 140589 h 361950"/>
                <a:gd name="connsiteX966" fmla="*/ 48768 w 352425"/>
                <a:gd name="connsiteY966" fmla="*/ 140684 h 361950"/>
                <a:gd name="connsiteX967" fmla="*/ 47911 w 352425"/>
                <a:gd name="connsiteY967" fmla="*/ 141065 h 361950"/>
                <a:gd name="connsiteX968" fmla="*/ 44863 w 352425"/>
                <a:gd name="connsiteY968" fmla="*/ 143161 h 361950"/>
                <a:gd name="connsiteX969" fmla="*/ 40005 w 352425"/>
                <a:gd name="connsiteY969" fmla="*/ 149066 h 361950"/>
                <a:gd name="connsiteX970" fmla="*/ 37814 w 352425"/>
                <a:gd name="connsiteY970" fmla="*/ 152495 h 361950"/>
                <a:gd name="connsiteX971" fmla="*/ 37147 w 352425"/>
                <a:gd name="connsiteY971" fmla="*/ 153162 h 361950"/>
                <a:gd name="connsiteX972" fmla="*/ 34004 w 352425"/>
                <a:gd name="connsiteY972" fmla="*/ 155257 h 361950"/>
                <a:gd name="connsiteX973" fmla="*/ 33623 w 352425"/>
                <a:gd name="connsiteY973" fmla="*/ 155638 h 361950"/>
                <a:gd name="connsiteX974" fmla="*/ 33147 w 352425"/>
                <a:gd name="connsiteY974" fmla="*/ 156210 h 361950"/>
                <a:gd name="connsiteX975" fmla="*/ 32194 w 352425"/>
                <a:gd name="connsiteY975" fmla="*/ 157924 h 361950"/>
                <a:gd name="connsiteX976" fmla="*/ 31813 w 352425"/>
                <a:gd name="connsiteY976" fmla="*/ 158496 h 361950"/>
                <a:gd name="connsiteX977" fmla="*/ 31528 w 352425"/>
                <a:gd name="connsiteY977" fmla="*/ 158782 h 361950"/>
                <a:gd name="connsiteX978" fmla="*/ 30194 w 352425"/>
                <a:gd name="connsiteY978" fmla="*/ 159068 h 361950"/>
                <a:gd name="connsiteX979" fmla="*/ 29432 w 352425"/>
                <a:gd name="connsiteY979" fmla="*/ 158305 h 361950"/>
                <a:gd name="connsiteX980" fmla="*/ 28861 w 352425"/>
                <a:gd name="connsiteY980" fmla="*/ 157639 h 361950"/>
                <a:gd name="connsiteX981" fmla="*/ 28384 w 352425"/>
                <a:gd name="connsiteY981" fmla="*/ 156877 h 361950"/>
                <a:gd name="connsiteX982" fmla="*/ 28099 w 352425"/>
                <a:gd name="connsiteY982" fmla="*/ 156496 h 361950"/>
                <a:gd name="connsiteX983" fmla="*/ 27717 w 352425"/>
                <a:gd name="connsiteY983" fmla="*/ 156115 h 361950"/>
                <a:gd name="connsiteX984" fmla="*/ 27337 w 352425"/>
                <a:gd name="connsiteY984" fmla="*/ 155829 h 361950"/>
                <a:gd name="connsiteX985" fmla="*/ 26860 w 352425"/>
                <a:gd name="connsiteY985" fmla="*/ 155638 h 361950"/>
                <a:gd name="connsiteX986" fmla="*/ 26384 w 352425"/>
                <a:gd name="connsiteY986" fmla="*/ 155448 h 361950"/>
                <a:gd name="connsiteX987" fmla="*/ 25813 w 352425"/>
                <a:gd name="connsiteY987" fmla="*/ 155543 h 361950"/>
                <a:gd name="connsiteX988" fmla="*/ 25241 w 352425"/>
                <a:gd name="connsiteY988" fmla="*/ 155829 h 361950"/>
                <a:gd name="connsiteX989" fmla="*/ 24765 w 352425"/>
                <a:gd name="connsiteY989" fmla="*/ 156686 h 361950"/>
                <a:gd name="connsiteX990" fmla="*/ 24670 w 352425"/>
                <a:gd name="connsiteY990" fmla="*/ 157258 h 361950"/>
                <a:gd name="connsiteX991" fmla="*/ 24765 w 352425"/>
                <a:gd name="connsiteY991" fmla="*/ 157734 h 361950"/>
                <a:gd name="connsiteX992" fmla="*/ 24955 w 352425"/>
                <a:gd name="connsiteY992" fmla="*/ 158115 h 361950"/>
                <a:gd name="connsiteX993" fmla="*/ 25146 w 352425"/>
                <a:gd name="connsiteY993" fmla="*/ 158591 h 361950"/>
                <a:gd name="connsiteX994" fmla="*/ 25146 w 352425"/>
                <a:gd name="connsiteY994" fmla="*/ 159068 h 361950"/>
                <a:gd name="connsiteX995" fmla="*/ 24955 w 352425"/>
                <a:gd name="connsiteY995" fmla="*/ 159544 h 361950"/>
                <a:gd name="connsiteX996" fmla="*/ 22765 w 352425"/>
                <a:gd name="connsiteY996" fmla="*/ 160592 h 361950"/>
                <a:gd name="connsiteX997" fmla="*/ 14097 w 352425"/>
                <a:gd name="connsiteY997" fmla="*/ 163068 h 361950"/>
                <a:gd name="connsiteX998" fmla="*/ 14478 w 352425"/>
                <a:gd name="connsiteY998" fmla="*/ 163544 h 361950"/>
                <a:gd name="connsiteX999" fmla="*/ 14764 w 352425"/>
                <a:gd name="connsiteY999" fmla="*/ 165449 h 361950"/>
                <a:gd name="connsiteX1000" fmla="*/ 14764 w 352425"/>
                <a:gd name="connsiteY1000" fmla="*/ 166021 h 361950"/>
                <a:gd name="connsiteX1001" fmla="*/ 14764 w 352425"/>
                <a:gd name="connsiteY1001" fmla="*/ 166592 h 361950"/>
                <a:gd name="connsiteX1002" fmla="*/ 14668 w 352425"/>
                <a:gd name="connsiteY1002" fmla="*/ 167164 h 361950"/>
                <a:gd name="connsiteX1003" fmla="*/ 14478 w 352425"/>
                <a:gd name="connsiteY1003" fmla="*/ 167735 h 361950"/>
                <a:gd name="connsiteX1004" fmla="*/ 13811 w 352425"/>
                <a:gd name="connsiteY1004" fmla="*/ 169069 h 361950"/>
                <a:gd name="connsiteX1005" fmla="*/ 13049 w 352425"/>
                <a:gd name="connsiteY1005" fmla="*/ 170117 h 361950"/>
                <a:gd name="connsiteX1006" fmla="*/ 11144 w 352425"/>
                <a:gd name="connsiteY1006" fmla="*/ 172212 h 361950"/>
                <a:gd name="connsiteX1007" fmla="*/ 10668 w 352425"/>
                <a:gd name="connsiteY1007" fmla="*/ 173069 h 361950"/>
                <a:gd name="connsiteX1008" fmla="*/ 10096 w 352425"/>
                <a:gd name="connsiteY1008" fmla="*/ 173450 h 361950"/>
                <a:gd name="connsiteX1009" fmla="*/ 9334 w 352425"/>
                <a:gd name="connsiteY1009" fmla="*/ 173736 h 361950"/>
                <a:gd name="connsiteX1010" fmla="*/ 6001 w 352425"/>
                <a:gd name="connsiteY1010" fmla="*/ 174117 h 361950"/>
                <a:gd name="connsiteX1011" fmla="*/ 4286 w 352425"/>
                <a:gd name="connsiteY1011" fmla="*/ 175165 h 361950"/>
                <a:gd name="connsiteX1012" fmla="*/ 4572 w 352425"/>
                <a:gd name="connsiteY1012" fmla="*/ 178308 h 361950"/>
                <a:gd name="connsiteX1013" fmla="*/ 4096 w 352425"/>
                <a:gd name="connsiteY1013" fmla="*/ 180594 h 361950"/>
                <a:gd name="connsiteX1014" fmla="*/ 3810 w 352425"/>
                <a:gd name="connsiteY1014" fmla="*/ 181165 h 361950"/>
                <a:gd name="connsiteX1015" fmla="*/ 95 w 352425"/>
                <a:gd name="connsiteY1015" fmla="*/ 187166 h 361950"/>
                <a:gd name="connsiteX1016" fmla="*/ 0 w 352425"/>
                <a:gd name="connsiteY1016" fmla="*/ 187452 h 361950"/>
                <a:gd name="connsiteX1017" fmla="*/ 0 w 352425"/>
                <a:gd name="connsiteY1017" fmla="*/ 188023 h 361950"/>
                <a:gd name="connsiteX1018" fmla="*/ 286 w 352425"/>
                <a:gd name="connsiteY1018" fmla="*/ 188881 h 361950"/>
                <a:gd name="connsiteX1019" fmla="*/ 857 w 352425"/>
                <a:gd name="connsiteY1019" fmla="*/ 190024 h 361950"/>
                <a:gd name="connsiteX1020" fmla="*/ 2667 w 352425"/>
                <a:gd name="connsiteY1020" fmla="*/ 191929 h 361950"/>
                <a:gd name="connsiteX1021" fmla="*/ 3524 w 352425"/>
                <a:gd name="connsiteY1021" fmla="*/ 192596 h 361950"/>
                <a:gd name="connsiteX1022" fmla="*/ 4191 w 352425"/>
                <a:gd name="connsiteY1022" fmla="*/ 193548 h 361950"/>
                <a:gd name="connsiteX1023" fmla="*/ 5143 w 352425"/>
                <a:gd name="connsiteY1023" fmla="*/ 195739 h 361950"/>
                <a:gd name="connsiteX1024" fmla="*/ 10287 w 352425"/>
                <a:gd name="connsiteY1024" fmla="*/ 198120 h 361950"/>
                <a:gd name="connsiteX1025" fmla="*/ 16097 w 352425"/>
                <a:gd name="connsiteY1025" fmla="*/ 202978 h 361950"/>
                <a:gd name="connsiteX1026" fmla="*/ 17907 w 352425"/>
                <a:gd name="connsiteY1026" fmla="*/ 204026 h 361950"/>
                <a:gd name="connsiteX1027" fmla="*/ 18192 w 352425"/>
                <a:gd name="connsiteY1027" fmla="*/ 204216 h 361950"/>
                <a:gd name="connsiteX1028" fmla="*/ 18383 w 352425"/>
                <a:gd name="connsiteY1028" fmla="*/ 204502 h 361950"/>
                <a:gd name="connsiteX1029" fmla="*/ 18288 w 352425"/>
                <a:gd name="connsiteY1029" fmla="*/ 205169 h 361950"/>
                <a:gd name="connsiteX1030" fmla="*/ 18002 w 352425"/>
                <a:gd name="connsiteY1030" fmla="*/ 206121 h 361950"/>
                <a:gd name="connsiteX1031" fmla="*/ 18002 w 352425"/>
                <a:gd name="connsiteY1031" fmla="*/ 206502 h 361950"/>
                <a:gd name="connsiteX1032" fmla="*/ 18288 w 352425"/>
                <a:gd name="connsiteY1032" fmla="*/ 206883 h 361950"/>
                <a:gd name="connsiteX1033" fmla="*/ 20193 w 352425"/>
                <a:gd name="connsiteY1033" fmla="*/ 207169 h 361950"/>
                <a:gd name="connsiteX1034" fmla="*/ 20669 w 352425"/>
                <a:gd name="connsiteY1034" fmla="*/ 207359 h 361950"/>
                <a:gd name="connsiteX1035" fmla="*/ 21241 w 352425"/>
                <a:gd name="connsiteY1035" fmla="*/ 207931 h 361950"/>
                <a:gd name="connsiteX1036" fmla="*/ 21812 w 352425"/>
                <a:gd name="connsiteY1036" fmla="*/ 208693 h 361950"/>
                <a:gd name="connsiteX1037" fmla="*/ 22765 w 352425"/>
                <a:gd name="connsiteY1037" fmla="*/ 210312 h 361950"/>
                <a:gd name="connsiteX1038" fmla="*/ 23146 w 352425"/>
                <a:gd name="connsiteY1038" fmla="*/ 211264 h 361950"/>
                <a:gd name="connsiteX1039" fmla="*/ 23431 w 352425"/>
                <a:gd name="connsiteY1039" fmla="*/ 212027 h 361950"/>
                <a:gd name="connsiteX1040" fmla="*/ 23527 w 352425"/>
                <a:gd name="connsiteY1040" fmla="*/ 213074 h 361950"/>
                <a:gd name="connsiteX1041" fmla="*/ 24003 w 352425"/>
                <a:gd name="connsiteY1041" fmla="*/ 214884 h 361950"/>
                <a:gd name="connsiteX1042" fmla="*/ 24193 w 352425"/>
                <a:gd name="connsiteY1042" fmla="*/ 215265 h 361950"/>
                <a:gd name="connsiteX1043" fmla="*/ 24765 w 352425"/>
                <a:gd name="connsiteY1043" fmla="*/ 215741 h 361950"/>
                <a:gd name="connsiteX1044" fmla="*/ 25717 w 352425"/>
                <a:gd name="connsiteY1044" fmla="*/ 216408 h 361950"/>
                <a:gd name="connsiteX1045" fmla="*/ 27622 w 352425"/>
                <a:gd name="connsiteY1045" fmla="*/ 217265 h 361950"/>
                <a:gd name="connsiteX1046" fmla="*/ 29623 w 352425"/>
                <a:gd name="connsiteY1046" fmla="*/ 218694 h 361950"/>
                <a:gd name="connsiteX1047" fmla="*/ 31337 w 352425"/>
                <a:gd name="connsiteY1047" fmla="*/ 225266 h 361950"/>
                <a:gd name="connsiteX1048" fmla="*/ 32575 w 352425"/>
                <a:gd name="connsiteY1048" fmla="*/ 226886 h 361950"/>
                <a:gd name="connsiteX1049" fmla="*/ 32956 w 352425"/>
                <a:gd name="connsiteY1049" fmla="*/ 227076 h 361950"/>
                <a:gd name="connsiteX1050" fmla="*/ 33338 w 352425"/>
                <a:gd name="connsiteY1050" fmla="*/ 227362 h 361950"/>
                <a:gd name="connsiteX1051" fmla="*/ 33623 w 352425"/>
                <a:gd name="connsiteY1051" fmla="*/ 227743 h 361950"/>
                <a:gd name="connsiteX1052" fmla="*/ 33909 w 352425"/>
                <a:gd name="connsiteY1052" fmla="*/ 228124 h 361950"/>
                <a:gd name="connsiteX1053" fmla="*/ 34099 w 352425"/>
                <a:gd name="connsiteY1053" fmla="*/ 228695 h 361950"/>
                <a:gd name="connsiteX1054" fmla="*/ 34099 w 352425"/>
                <a:gd name="connsiteY1054" fmla="*/ 229553 h 361950"/>
                <a:gd name="connsiteX1055" fmla="*/ 33909 w 352425"/>
                <a:gd name="connsiteY1055" fmla="*/ 231077 h 361950"/>
                <a:gd name="connsiteX1056" fmla="*/ 33147 w 352425"/>
                <a:gd name="connsiteY1056" fmla="*/ 234505 h 361950"/>
                <a:gd name="connsiteX1057" fmla="*/ 33052 w 352425"/>
                <a:gd name="connsiteY1057" fmla="*/ 235553 h 361950"/>
                <a:gd name="connsiteX1058" fmla="*/ 33147 w 352425"/>
                <a:gd name="connsiteY1058" fmla="*/ 236315 h 361950"/>
                <a:gd name="connsiteX1059" fmla="*/ 34099 w 352425"/>
                <a:gd name="connsiteY1059" fmla="*/ 240030 h 361950"/>
                <a:gd name="connsiteX1060" fmla="*/ 34385 w 352425"/>
                <a:gd name="connsiteY1060" fmla="*/ 240697 h 361950"/>
                <a:gd name="connsiteX1061" fmla="*/ 34576 w 352425"/>
                <a:gd name="connsiteY1061" fmla="*/ 241078 h 361950"/>
                <a:gd name="connsiteX1062" fmla="*/ 36195 w 352425"/>
                <a:gd name="connsiteY1062" fmla="*/ 243173 h 361950"/>
                <a:gd name="connsiteX1063" fmla="*/ 36385 w 352425"/>
                <a:gd name="connsiteY1063" fmla="*/ 243554 h 361950"/>
                <a:gd name="connsiteX1064" fmla="*/ 36481 w 352425"/>
                <a:gd name="connsiteY1064" fmla="*/ 244030 h 361950"/>
                <a:gd name="connsiteX1065" fmla="*/ 36100 w 352425"/>
                <a:gd name="connsiteY1065" fmla="*/ 244793 h 361950"/>
                <a:gd name="connsiteX1066" fmla="*/ 35719 w 352425"/>
                <a:gd name="connsiteY1066" fmla="*/ 245173 h 361950"/>
                <a:gd name="connsiteX1067" fmla="*/ 35052 w 352425"/>
                <a:gd name="connsiteY1067" fmla="*/ 245650 h 361950"/>
                <a:gd name="connsiteX1068" fmla="*/ 34957 w 352425"/>
                <a:gd name="connsiteY1068" fmla="*/ 245745 h 361950"/>
                <a:gd name="connsiteX1069" fmla="*/ 34957 w 352425"/>
                <a:gd name="connsiteY1069" fmla="*/ 245936 h 361950"/>
                <a:gd name="connsiteX1070" fmla="*/ 35052 w 352425"/>
                <a:gd name="connsiteY1070" fmla="*/ 246317 h 361950"/>
                <a:gd name="connsiteX1071" fmla="*/ 35433 w 352425"/>
                <a:gd name="connsiteY1071" fmla="*/ 246793 h 361950"/>
                <a:gd name="connsiteX1072" fmla="*/ 36576 w 352425"/>
                <a:gd name="connsiteY1072" fmla="*/ 247745 h 361950"/>
                <a:gd name="connsiteX1073" fmla="*/ 36862 w 352425"/>
                <a:gd name="connsiteY1073" fmla="*/ 248031 h 361950"/>
                <a:gd name="connsiteX1074" fmla="*/ 37052 w 352425"/>
                <a:gd name="connsiteY1074" fmla="*/ 248317 h 361950"/>
                <a:gd name="connsiteX1075" fmla="*/ 37242 w 352425"/>
                <a:gd name="connsiteY1075" fmla="*/ 256604 h 361950"/>
                <a:gd name="connsiteX1076" fmla="*/ 37814 w 352425"/>
                <a:gd name="connsiteY1076" fmla="*/ 258985 h 361950"/>
                <a:gd name="connsiteX1077" fmla="*/ 38005 w 352425"/>
                <a:gd name="connsiteY1077" fmla="*/ 260890 h 361950"/>
                <a:gd name="connsiteX1078" fmla="*/ 37814 w 352425"/>
                <a:gd name="connsiteY1078" fmla="*/ 261461 h 361950"/>
                <a:gd name="connsiteX1079" fmla="*/ 37624 w 352425"/>
                <a:gd name="connsiteY1079" fmla="*/ 262033 h 361950"/>
                <a:gd name="connsiteX1080" fmla="*/ 35623 w 352425"/>
                <a:gd name="connsiteY1080" fmla="*/ 264890 h 361950"/>
                <a:gd name="connsiteX1081" fmla="*/ 39814 w 352425"/>
                <a:gd name="connsiteY1081" fmla="*/ 267271 h 361950"/>
                <a:gd name="connsiteX1082" fmla="*/ 41148 w 352425"/>
                <a:gd name="connsiteY1082" fmla="*/ 267271 h 361950"/>
                <a:gd name="connsiteX1083" fmla="*/ 41815 w 352425"/>
                <a:gd name="connsiteY1083" fmla="*/ 265938 h 361950"/>
                <a:gd name="connsiteX1084" fmla="*/ 42196 w 352425"/>
                <a:gd name="connsiteY1084" fmla="*/ 265557 h 361950"/>
                <a:gd name="connsiteX1085" fmla="*/ 42672 w 352425"/>
                <a:gd name="connsiteY1085" fmla="*/ 265271 h 361950"/>
                <a:gd name="connsiteX1086" fmla="*/ 47244 w 352425"/>
                <a:gd name="connsiteY1086" fmla="*/ 263938 h 361950"/>
                <a:gd name="connsiteX1087" fmla="*/ 48006 w 352425"/>
                <a:gd name="connsiteY1087" fmla="*/ 263938 h 361950"/>
                <a:gd name="connsiteX1088" fmla="*/ 48577 w 352425"/>
                <a:gd name="connsiteY1088" fmla="*/ 264128 h 361950"/>
                <a:gd name="connsiteX1089" fmla="*/ 48863 w 352425"/>
                <a:gd name="connsiteY1089" fmla="*/ 264509 h 361950"/>
                <a:gd name="connsiteX1090" fmla="*/ 49244 w 352425"/>
                <a:gd name="connsiteY1090" fmla="*/ 264890 h 361950"/>
                <a:gd name="connsiteX1091" fmla="*/ 49721 w 352425"/>
                <a:gd name="connsiteY1091" fmla="*/ 265271 h 361950"/>
                <a:gd name="connsiteX1092" fmla="*/ 50197 w 352425"/>
                <a:gd name="connsiteY1092" fmla="*/ 265271 h 361950"/>
                <a:gd name="connsiteX1093" fmla="*/ 54102 w 352425"/>
                <a:gd name="connsiteY1093" fmla="*/ 264509 h 361950"/>
                <a:gd name="connsiteX1094" fmla="*/ 55054 w 352425"/>
                <a:gd name="connsiteY1094" fmla="*/ 264128 h 361950"/>
                <a:gd name="connsiteX1095" fmla="*/ 55721 w 352425"/>
                <a:gd name="connsiteY1095" fmla="*/ 263747 h 361950"/>
                <a:gd name="connsiteX1096" fmla="*/ 56388 w 352425"/>
                <a:gd name="connsiteY1096" fmla="*/ 263080 h 361950"/>
                <a:gd name="connsiteX1097" fmla="*/ 56769 w 352425"/>
                <a:gd name="connsiteY1097" fmla="*/ 262795 h 361950"/>
                <a:gd name="connsiteX1098" fmla="*/ 57912 w 352425"/>
                <a:gd name="connsiteY1098" fmla="*/ 262128 h 361950"/>
                <a:gd name="connsiteX1099" fmla="*/ 58769 w 352425"/>
                <a:gd name="connsiteY1099" fmla="*/ 261366 h 361950"/>
                <a:gd name="connsiteX1100" fmla="*/ 60198 w 352425"/>
                <a:gd name="connsiteY1100" fmla="*/ 265176 h 361950"/>
                <a:gd name="connsiteX1101" fmla="*/ 60960 w 352425"/>
                <a:gd name="connsiteY1101" fmla="*/ 266414 h 361950"/>
                <a:gd name="connsiteX1102" fmla="*/ 62484 w 352425"/>
                <a:gd name="connsiteY1102" fmla="*/ 267843 h 361950"/>
                <a:gd name="connsiteX1103" fmla="*/ 63532 w 352425"/>
                <a:gd name="connsiteY1103" fmla="*/ 269177 h 361950"/>
                <a:gd name="connsiteX1104" fmla="*/ 63913 w 352425"/>
                <a:gd name="connsiteY1104" fmla="*/ 270034 h 361950"/>
                <a:gd name="connsiteX1105" fmla="*/ 64008 w 352425"/>
                <a:gd name="connsiteY1105" fmla="*/ 270796 h 361950"/>
                <a:gd name="connsiteX1106" fmla="*/ 63817 w 352425"/>
                <a:gd name="connsiteY1106" fmla="*/ 271272 h 361950"/>
                <a:gd name="connsiteX1107" fmla="*/ 63532 w 352425"/>
                <a:gd name="connsiteY1107" fmla="*/ 271653 h 361950"/>
                <a:gd name="connsiteX1108" fmla="*/ 62865 w 352425"/>
                <a:gd name="connsiteY1108" fmla="*/ 272224 h 361950"/>
                <a:gd name="connsiteX1109" fmla="*/ 61722 w 352425"/>
                <a:gd name="connsiteY1109" fmla="*/ 272891 h 361950"/>
                <a:gd name="connsiteX1110" fmla="*/ 61341 w 352425"/>
                <a:gd name="connsiteY1110" fmla="*/ 273177 h 361950"/>
                <a:gd name="connsiteX1111" fmla="*/ 61055 w 352425"/>
                <a:gd name="connsiteY1111" fmla="*/ 273653 h 361950"/>
                <a:gd name="connsiteX1112" fmla="*/ 60865 w 352425"/>
                <a:gd name="connsiteY1112" fmla="*/ 274320 h 361950"/>
                <a:gd name="connsiteX1113" fmla="*/ 60960 w 352425"/>
                <a:gd name="connsiteY1113" fmla="*/ 274796 h 361950"/>
                <a:gd name="connsiteX1114" fmla="*/ 61150 w 352425"/>
                <a:gd name="connsiteY1114" fmla="*/ 275177 h 361950"/>
                <a:gd name="connsiteX1115" fmla="*/ 61531 w 352425"/>
                <a:gd name="connsiteY1115" fmla="*/ 275749 h 361950"/>
                <a:gd name="connsiteX1116" fmla="*/ 61913 w 352425"/>
                <a:gd name="connsiteY1116" fmla="*/ 276415 h 361950"/>
                <a:gd name="connsiteX1117" fmla="*/ 62484 w 352425"/>
                <a:gd name="connsiteY1117" fmla="*/ 277749 h 361950"/>
                <a:gd name="connsiteX1118" fmla="*/ 62579 w 352425"/>
                <a:gd name="connsiteY1118" fmla="*/ 278511 h 361950"/>
                <a:gd name="connsiteX1119" fmla="*/ 62484 w 352425"/>
                <a:gd name="connsiteY1119" fmla="*/ 279082 h 361950"/>
                <a:gd name="connsiteX1120" fmla="*/ 60579 w 352425"/>
                <a:gd name="connsiteY1120" fmla="*/ 280988 h 361950"/>
                <a:gd name="connsiteX1121" fmla="*/ 60293 w 352425"/>
                <a:gd name="connsiteY1121" fmla="*/ 281369 h 361950"/>
                <a:gd name="connsiteX1122" fmla="*/ 60007 w 352425"/>
                <a:gd name="connsiteY1122" fmla="*/ 281749 h 361950"/>
                <a:gd name="connsiteX1123" fmla="*/ 59722 w 352425"/>
                <a:gd name="connsiteY1123" fmla="*/ 282988 h 361950"/>
                <a:gd name="connsiteX1124" fmla="*/ 59436 w 352425"/>
                <a:gd name="connsiteY1124" fmla="*/ 289846 h 361950"/>
                <a:gd name="connsiteX1125" fmla="*/ 59626 w 352425"/>
                <a:gd name="connsiteY1125" fmla="*/ 293180 h 361950"/>
                <a:gd name="connsiteX1126" fmla="*/ 59817 w 352425"/>
                <a:gd name="connsiteY1126" fmla="*/ 293656 h 361950"/>
                <a:gd name="connsiteX1127" fmla="*/ 60007 w 352425"/>
                <a:gd name="connsiteY1127" fmla="*/ 294037 h 361950"/>
                <a:gd name="connsiteX1128" fmla="*/ 60293 w 352425"/>
                <a:gd name="connsiteY1128" fmla="*/ 294418 h 361950"/>
                <a:gd name="connsiteX1129" fmla="*/ 62103 w 352425"/>
                <a:gd name="connsiteY1129" fmla="*/ 296418 h 361950"/>
                <a:gd name="connsiteX1130" fmla="*/ 62865 w 352425"/>
                <a:gd name="connsiteY1130" fmla="*/ 296989 h 361950"/>
                <a:gd name="connsiteX1131" fmla="*/ 64579 w 352425"/>
                <a:gd name="connsiteY1131" fmla="*/ 297942 h 361950"/>
                <a:gd name="connsiteX1132" fmla="*/ 65056 w 352425"/>
                <a:gd name="connsiteY1132" fmla="*/ 298323 h 361950"/>
                <a:gd name="connsiteX1133" fmla="*/ 65532 w 352425"/>
                <a:gd name="connsiteY1133" fmla="*/ 298895 h 361950"/>
                <a:gd name="connsiteX1134" fmla="*/ 66104 w 352425"/>
                <a:gd name="connsiteY1134" fmla="*/ 300038 h 361950"/>
                <a:gd name="connsiteX1135" fmla="*/ 66294 w 352425"/>
                <a:gd name="connsiteY1135" fmla="*/ 301085 h 361950"/>
                <a:gd name="connsiteX1136" fmla="*/ 66675 w 352425"/>
                <a:gd name="connsiteY1136" fmla="*/ 304705 h 361950"/>
                <a:gd name="connsiteX1137" fmla="*/ 67151 w 352425"/>
                <a:gd name="connsiteY1137" fmla="*/ 307372 h 361950"/>
                <a:gd name="connsiteX1138" fmla="*/ 68771 w 352425"/>
                <a:gd name="connsiteY1138" fmla="*/ 311848 h 361950"/>
                <a:gd name="connsiteX1139" fmla="*/ 69437 w 352425"/>
                <a:gd name="connsiteY1139" fmla="*/ 313087 h 361950"/>
                <a:gd name="connsiteX1140" fmla="*/ 70580 w 352425"/>
                <a:gd name="connsiteY1140" fmla="*/ 314801 h 361950"/>
                <a:gd name="connsiteX1141" fmla="*/ 71056 w 352425"/>
                <a:gd name="connsiteY1141" fmla="*/ 315754 h 361950"/>
                <a:gd name="connsiteX1142" fmla="*/ 71152 w 352425"/>
                <a:gd name="connsiteY1142" fmla="*/ 316421 h 361950"/>
                <a:gd name="connsiteX1143" fmla="*/ 71152 w 352425"/>
                <a:gd name="connsiteY1143" fmla="*/ 317087 h 361950"/>
                <a:gd name="connsiteX1144" fmla="*/ 70675 w 352425"/>
                <a:gd name="connsiteY1144" fmla="*/ 318040 h 361950"/>
                <a:gd name="connsiteX1145" fmla="*/ 70485 w 352425"/>
                <a:gd name="connsiteY1145" fmla="*/ 318611 h 361950"/>
                <a:gd name="connsiteX1146" fmla="*/ 70390 w 352425"/>
                <a:gd name="connsiteY1146" fmla="*/ 319564 h 361950"/>
                <a:gd name="connsiteX1147" fmla="*/ 70485 w 352425"/>
                <a:gd name="connsiteY1147" fmla="*/ 320135 h 361950"/>
                <a:gd name="connsiteX1148" fmla="*/ 70771 w 352425"/>
                <a:gd name="connsiteY1148" fmla="*/ 320612 h 361950"/>
                <a:gd name="connsiteX1149" fmla="*/ 71056 w 352425"/>
                <a:gd name="connsiteY1149" fmla="*/ 320993 h 361950"/>
                <a:gd name="connsiteX1150" fmla="*/ 71533 w 352425"/>
                <a:gd name="connsiteY1150" fmla="*/ 322136 h 361950"/>
                <a:gd name="connsiteX1151" fmla="*/ 73819 w 352425"/>
                <a:gd name="connsiteY1151" fmla="*/ 331280 h 361950"/>
                <a:gd name="connsiteX1152" fmla="*/ 73723 w 352425"/>
                <a:gd name="connsiteY1152" fmla="*/ 331851 h 361950"/>
                <a:gd name="connsiteX1153" fmla="*/ 73533 w 352425"/>
                <a:gd name="connsiteY1153" fmla="*/ 332327 h 361950"/>
                <a:gd name="connsiteX1154" fmla="*/ 73247 w 352425"/>
                <a:gd name="connsiteY1154" fmla="*/ 332708 h 361950"/>
                <a:gd name="connsiteX1155" fmla="*/ 72961 w 352425"/>
                <a:gd name="connsiteY1155" fmla="*/ 332994 h 361950"/>
                <a:gd name="connsiteX1156" fmla="*/ 72580 w 352425"/>
                <a:gd name="connsiteY1156" fmla="*/ 333185 h 361950"/>
                <a:gd name="connsiteX1157" fmla="*/ 72199 w 352425"/>
                <a:gd name="connsiteY1157" fmla="*/ 333280 h 361950"/>
                <a:gd name="connsiteX1158" fmla="*/ 71723 w 352425"/>
                <a:gd name="connsiteY1158" fmla="*/ 333280 h 361950"/>
                <a:gd name="connsiteX1159" fmla="*/ 71247 w 352425"/>
                <a:gd name="connsiteY1159" fmla="*/ 333375 h 361950"/>
                <a:gd name="connsiteX1160" fmla="*/ 70866 w 352425"/>
                <a:gd name="connsiteY1160" fmla="*/ 333756 h 361950"/>
                <a:gd name="connsiteX1161" fmla="*/ 70675 w 352425"/>
                <a:gd name="connsiteY1161" fmla="*/ 334613 h 361950"/>
                <a:gd name="connsiteX1162" fmla="*/ 70771 w 352425"/>
                <a:gd name="connsiteY1162" fmla="*/ 335089 h 361950"/>
                <a:gd name="connsiteX1163" fmla="*/ 70866 w 352425"/>
                <a:gd name="connsiteY1163" fmla="*/ 335375 h 361950"/>
                <a:gd name="connsiteX1164" fmla="*/ 71914 w 352425"/>
                <a:gd name="connsiteY1164" fmla="*/ 336613 h 361950"/>
                <a:gd name="connsiteX1165" fmla="*/ 72676 w 352425"/>
                <a:gd name="connsiteY1165" fmla="*/ 337185 h 361950"/>
                <a:gd name="connsiteX1166" fmla="*/ 73533 w 352425"/>
                <a:gd name="connsiteY1166" fmla="*/ 337661 h 361950"/>
                <a:gd name="connsiteX1167" fmla="*/ 74581 w 352425"/>
                <a:gd name="connsiteY1167" fmla="*/ 337947 h 361950"/>
                <a:gd name="connsiteX1168" fmla="*/ 75914 w 352425"/>
                <a:gd name="connsiteY1168" fmla="*/ 338138 h 361950"/>
                <a:gd name="connsiteX1169" fmla="*/ 76581 w 352425"/>
                <a:gd name="connsiteY1169" fmla="*/ 338138 h 361950"/>
                <a:gd name="connsiteX1170" fmla="*/ 79248 w 352425"/>
                <a:gd name="connsiteY1170" fmla="*/ 337471 h 361950"/>
                <a:gd name="connsiteX1171" fmla="*/ 79724 w 352425"/>
                <a:gd name="connsiteY1171" fmla="*/ 337376 h 361950"/>
                <a:gd name="connsiteX1172" fmla="*/ 80486 w 352425"/>
                <a:gd name="connsiteY1172" fmla="*/ 337376 h 361950"/>
                <a:gd name="connsiteX1173" fmla="*/ 84296 w 352425"/>
                <a:gd name="connsiteY1173" fmla="*/ 338138 h 361950"/>
                <a:gd name="connsiteX1174" fmla="*/ 84772 w 352425"/>
                <a:gd name="connsiteY1174" fmla="*/ 338328 h 361950"/>
                <a:gd name="connsiteX1175" fmla="*/ 86106 w 352425"/>
                <a:gd name="connsiteY1175" fmla="*/ 338995 h 361950"/>
                <a:gd name="connsiteX1176" fmla="*/ 86582 w 352425"/>
                <a:gd name="connsiteY1176" fmla="*/ 339185 h 361950"/>
                <a:gd name="connsiteX1177" fmla="*/ 87058 w 352425"/>
                <a:gd name="connsiteY1177" fmla="*/ 339185 h 361950"/>
                <a:gd name="connsiteX1178" fmla="*/ 87439 w 352425"/>
                <a:gd name="connsiteY1178" fmla="*/ 338995 h 361950"/>
                <a:gd name="connsiteX1179" fmla="*/ 87821 w 352425"/>
                <a:gd name="connsiteY1179" fmla="*/ 338709 h 361950"/>
                <a:gd name="connsiteX1180" fmla="*/ 88297 w 352425"/>
                <a:gd name="connsiteY1180" fmla="*/ 338519 h 361950"/>
                <a:gd name="connsiteX1181" fmla="*/ 88773 w 352425"/>
                <a:gd name="connsiteY1181" fmla="*/ 338519 h 361950"/>
                <a:gd name="connsiteX1182" fmla="*/ 89440 w 352425"/>
                <a:gd name="connsiteY1182" fmla="*/ 338995 h 361950"/>
                <a:gd name="connsiteX1183" fmla="*/ 89821 w 352425"/>
                <a:gd name="connsiteY1183" fmla="*/ 339566 h 361950"/>
                <a:gd name="connsiteX1184" fmla="*/ 90106 w 352425"/>
                <a:gd name="connsiteY1184" fmla="*/ 340519 h 361950"/>
                <a:gd name="connsiteX1185" fmla="*/ 90392 w 352425"/>
                <a:gd name="connsiteY1185" fmla="*/ 341090 h 361950"/>
                <a:gd name="connsiteX1186" fmla="*/ 90773 w 352425"/>
                <a:gd name="connsiteY1186" fmla="*/ 341471 h 361950"/>
                <a:gd name="connsiteX1187" fmla="*/ 92678 w 352425"/>
                <a:gd name="connsiteY1187" fmla="*/ 342233 h 361950"/>
                <a:gd name="connsiteX1188" fmla="*/ 94964 w 352425"/>
                <a:gd name="connsiteY1188" fmla="*/ 342805 h 361950"/>
                <a:gd name="connsiteX1189" fmla="*/ 97346 w 352425"/>
                <a:gd name="connsiteY1189" fmla="*/ 343090 h 361950"/>
                <a:gd name="connsiteX1190" fmla="*/ 99536 w 352425"/>
                <a:gd name="connsiteY1190" fmla="*/ 342995 h 361950"/>
                <a:gd name="connsiteX1191" fmla="*/ 100679 w 352425"/>
                <a:gd name="connsiteY1191" fmla="*/ 342805 h 361950"/>
                <a:gd name="connsiteX1192" fmla="*/ 101346 w 352425"/>
                <a:gd name="connsiteY1192" fmla="*/ 342424 h 361950"/>
                <a:gd name="connsiteX1193" fmla="*/ 101917 w 352425"/>
                <a:gd name="connsiteY1193" fmla="*/ 341471 h 361950"/>
                <a:gd name="connsiteX1194" fmla="*/ 102298 w 352425"/>
                <a:gd name="connsiteY1194" fmla="*/ 340614 h 361950"/>
                <a:gd name="connsiteX1195" fmla="*/ 102679 w 352425"/>
                <a:gd name="connsiteY1195" fmla="*/ 340138 h 361950"/>
                <a:gd name="connsiteX1196" fmla="*/ 103156 w 352425"/>
                <a:gd name="connsiteY1196" fmla="*/ 339852 h 361950"/>
                <a:gd name="connsiteX1197" fmla="*/ 105918 w 352425"/>
                <a:gd name="connsiteY1197" fmla="*/ 339090 h 361950"/>
                <a:gd name="connsiteX1198" fmla="*/ 106585 w 352425"/>
                <a:gd name="connsiteY1198" fmla="*/ 338709 h 361950"/>
                <a:gd name="connsiteX1199" fmla="*/ 106966 w 352425"/>
                <a:gd name="connsiteY1199" fmla="*/ 338233 h 361950"/>
                <a:gd name="connsiteX1200" fmla="*/ 107347 w 352425"/>
                <a:gd name="connsiteY1200" fmla="*/ 337185 h 361950"/>
                <a:gd name="connsiteX1201" fmla="*/ 107823 w 352425"/>
                <a:gd name="connsiteY1201" fmla="*/ 336423 h 361950"/>
                <a:gd name="connsiteX1202" fmla="*/ 108490 w 352425"/>
                <a:gd name="connsiteY1202" fmla="*/ 335852 h 361950"/>
                <a:gd name="connsiteX1203" fmla="*/ 109823 w 352425"/>
                <a:gd name="connsiteY1203" fmla="*/ 335089 h 361950"/>
                <a:gd name="connsiteX1204" fmla="*/ 110585 w 352425"/>
                <a:gd name="connsiteY1204" fmla="*/ 334709 h 361950"/>
                <a:gd name="connsiteX1205" fmla="*/ 111252 w 352425"/>
                <a:gd name="connsiteY1205" fmla="*/ 334518 h 361950"/>
                <a:gd name="connsiteX1206" fmla="*/ 111728 w 352425"/>
                <a:gd name="connsiteY1206" fmla="*/ 334518 h 361950"/>
                <a:gd name="connsiteX1207" fmla="*/ 112204 w 352425"/>
                <a:gd name="connsiteY1207" fmla="*/ 334709 h 361950"/>
                <a:gd name="connsiteX1208" fmla="*/ 112585 w 352425"/>
                <a:gd name="connsiteY1208" fmla="*/ 334994 h 361950"/>
                <a:gd name="connsiteX1209" fmla="*/ 112966 w 352425"/>
                <a:gd name="connsiteY1209" fmla="*/ 335566 h 361950"/>
                <a:gd name="connsiteX1210" fmla="*/ 113347 w 352425"/>
                <a:gd name="connsiteY1210" fmla="*/ 335471 h 361950"/>
                <a:gd name="connsiteX1211" fmla="*/ 115919 w 352425"/>
                <a:gd name="connsiteY1211" fmla="*/ 334423 h 361950"/>
                <a:gd name="connsiteX1212" fmla="*/ 116776 w 352425"/>
                <a:gd name="connsiteY1212" fmla="*/ 333851 h 361950"/>
                <a:gd name="connsiteX1213" fmla="*/ 117348 w 352425"/>
                <a:gd name="connsiteY1213" fmla="*/ 333375 h 361950"/>
                <a:gd name="connsiteX1214" fmla="*/ 117824 w 352425"/>
                <a:gd name="connsiteY1214" fmla="*/ 332518 h 361950"/>
                <a:gd name="connsiteX1215" fmla="*/ 118015 w 352425"/>
                <a:gd name="connsiteY1215" fmla="*/ 332042 h 361950"/>
                <a:gd name="connsiteX1216" fmla="*/ 118300 w 352425"/>
                <a:gd name="connsiteY1216" fmla="*/ 329851 h 361950"/>
                <a:gd name="connsiteX1217" fmla="*/ 118491 w 352425"/>
                <a:gd name="connsiteY1217" fmla="*/ 329374 h 361950"/>
                <a:gd name="connsiteX1218" fmla="*/ 119729 w 352425"/>
                <a:gd name="connsiteY1218" fmla="*/ 327374 h 361950"/>
                <a:gd name="connsiteX1219" fmla="*/ 120015 w 352425"/>
                <a:gd name="connsiteY1219" fmla="*/ 326707 h 361950"/>
                <a:gd name="connsiteX1220" fmla="*/ 120110 w 352425"/>
                <a:gd name="connsiteY1220" fmla="*/ 326327 h 361950"/>
                <a:gd name="connsiteX1221" fmla="*/ 120110 w 352425"/>
                <a:gd name="connsiteY1221" fmla="*/ 325374 h 361950"/>
                <a:gd name="connsiteX1222" fmla="*/ 120396 w 352425"/>
                <a:gd name="connsiteY1222" fmla="*/ 324517 h 361950"/>
                <a:gd name="connsiteX1223" fmla="*/ 120967 w 352425"/>
                <a:gd name="connsiteY1223" fmla="*/ 323469 h 361950"/>
                <a:gd name="connsiteX1224" fmla="*/ 122491 w 352425"/>
                <a:gd name="connsiteY1224" fmla="*/ 321564 h 361950"/>
                <a:gd name="connsiteX1225" fmla="*/ 123444 w 352425"/>
                <a:gd name="connsiteY1225" fmla="*/ 320612 h 361950"/>
                <a:gd name="connsiteX1226" fmla="*/ 124206 w 352425"/>
                <a:gd name="connsiteY1226" fmla="*/ 320040 h 361950"/>
                <a:gd name="connsiteX1227" fmla="*/ 124682 w 352425"/>
                <a:gd name="connsiteY1227" fmla="*/ 319945 h 361950"/>
                <a:gd name="connsiteX1228" fmla="*/ 125158 w 352425"/>
                <a:gd name="connsiteY1228" fmla="*/ 319945 h 361950"/>
                <a:gd name="connsiteX1229" fmla="*/ 127254 w 352425"/>
                <a:gd name="connsiteY1229" fmla="*/ 320421 h 361950"/>
                <a:gd name="connsiteX1230" fmla="*/ 128302 w 352425"/>
                <a:gd name="connsiteY1230" fmla="*/ 320516 h 361950"/>
                <a:gd name="connsiteX1231" fmla="*/ 128873 w 352425"/>
                <a:gd name="connsiteY1231" fmla="*/ 320612 h 361950"/>
                <a:gd name="connsiteX1232" fmla="*/ 129254 w 352425"/>
                <a:gd name="connsiteY1232" fmla="*/ 320802 h 361950"/>
                <a:gd name="connsiteX1233" fmla="*/ 129826 w 352425"/>
                <a:gd name="connsiteY1233" fmla="*/ 321373 h 361950"/>
                <a:gd name="connsiteX1234" fmla="*/ 129921 w 352425"/>
                <a:gd name="connsiteY1234" fmla="*/ 322421 h 361950"/>
                <a:gd name="connsiteX1235" fmla="*/ 129826 w 352425"/>
                <a:gd name="connsiteY1235" fmla="*/ 322897 h 361950"/>
                <a:gd name="connsiteX1236" fmla="*/ 129635 w 352425"/>
                <a:gd name="connsiteY1236" fmla="*/ 323374 h 361950"/>
                <a:gd name="connsiteX1237" fmla="*/ 129159 w 352425"/>
                <a:gd name="connsiteY1237" fmla="*/ 324231 h 361950"/>
                <a:gd name="connsiteX1238" fmla="*/ 128968 w 352425"/>
                <a:gd name="connsiteY1238" fmla="*/ 324707 h 361950"/>
                <a:gd name="connsiteX1239" fmla="*/ 128873 w 352425"/>
                <a:gd name="connsiteY1239" fmla="*/ 325279 h 361950"/>
                <a:gd name="connsiteX1240" fmla="*/ 128873 w 352425"/>
                <a:gd name="connsiteY1240" fmla="*/ 325850 h 361950"/>
                <a:gd name="connsiteX1241" fmla="*/ 128968 w 352425"/>
                <a:gd name="connsiteY1241" fmla="*/ 326327 h 361950"/>
                <a:gd name="connsiteX1242" fmla="*/ 129159 w 352425"/>
                <a:gd name="connsiteY1242" fmla="*/ 326707 h 361950"/>
                <a:gd name="connsiteX1243" fmla="*/ 129540 w 352425"/>
                <a:gd name="connsiteY1243" fmla="*/ 326993 h 361950"/>
                <a:gd name="connsiteX1244" fmla="*/ 130111 w 352425"/>
                <a:gd name="connsiteY1244" fmla="*/ 327279 h 361950"/>
                <a:gd name="connsiteX1245" fmla="*/ 131064 w 352425"/>
                <a:gd name="connsiteY1245" fmla="*/ 327565 h 361950"/>
                <a:gd name="connsiteX1246" fmla="*/ 131731 w 352425"/>
                <a:gd name="connsiteY1246" fmla="*/ 327946 h 361950"/>
                <a:gd name="connsiteX1247" fmla="*/ 132207 w 352425"/>
                <a:gd name="connsiteY1247" fmla="*/ 328708 h 361950"/>
                <a:gd name="connsiteX1248" fmla="*/ 132302 w 352425"/>
                <a:gd name="connsiteY1248" fmla="*/ 329374 h 361950"/>
                <a:gd name="connsiteX1249" fmla="*/ 132207 w 352425"/>
                <a:gd name="connsiteY1249" fmla="*/ 330613 h 361950"/>
                <a:gd name="connsiteX1250" fmla="*/ 132207 w 352425"/>
                <a:gd name="connsiteY1250" fmla="*/ 331184 h 361950"/>
                <a:gd name="connsiteX1251" fmla="*/ 132493 w 352425"/>
                <a:gd name="connsiteY1251" fmla="*/ 331756 h 361950"/>
                <a:gd name="connsiteX1252" fmla="*/ 132969 w 352425"/>
                <a:gd name="connsiteY1252" fmla="*/ 332422 h 361950"/>
                <a:gd name="connsiteX1253" fmla="*/ 134017 w 352425"/>
                <a:gd name="connsiteY1253" fmla="*/ 333470 h 361950"/>
                <a:gd name="connsiteX1254" fmla="*/ 134493 w 352425"/>
                <a:gd name="connsiteY1254" fmla="*/ 334137 h 361950"/>
                <a:gd name="connsiteX1255" fmla="*/ 134779 w 352425"/>
                <a:gd name="connsiteY1255" fmla="*/ 334709 h 361950"/>
                <a:gd name="connsiteX1256" fmla="*/ 134969 w 352425"/>
                <a:gd name="connsiteY1256" fmla="*/ 335756 h 361950"/>
                <a:gd name="connsiteX1257" fmla="*/ 135160 w 352425"/>
                <a:gd name="connsiteY1257" fmla="*/ 337185 h 361950"/>
                <a:gd name="connsiteX1258" fmla="*/ 135160 w 352425"/>
                <a:gd name="connsiteY1258" fmla="*/ 338233 h 361950"/>
                <a:gd name="connsiteX1259" fmla="*/ 134779 w 352425"/>
                <a:gd name="connsiteY1259" fmla="*/ 341757 h 361950"/>
                <a:gd name="connsiteX1260" fmla="*/ 134779 w 352425"/>
                <a:gd name="connsiteY1260" fmla="*/ 342233 h 361950"/>
                <a:gd name="connsiteX1261" fmla="*/ 134874 w 352425"/>
                <a:gd name="connsiteY1261" fmla="*/ 342710 h 361950"/>
                <a:gd name="connsiteX1262" fmla="*/ 135255 w 352425"/>
                <a:gd name="connsiteY1262" fmla="*/ 343567 h 361950"/>
                <a:gd name="connsiteX1263" fmla="*/ 136303 w 352425"/>
                <a:gd name="connsiteY1263" fmla="*/ 344710 h 361950"/>
                <a:gd name="connsiteX1264" fmla="*/ 138398 w 352425"/>
                <a:gd name="connsiteY1264" fmla="*/ 346520 h 361950"/>
                <a:gd name="connsiteX1265" fmla="*/ 138779 w 352425"/>
                <a:gd name="connsiteY1265" fmla="*/ 346996 h 361950"/>
                <a:gd name="connsiteX1266" fmla="*/ 139351 w 352425"/>
                <a:gd name="connsiteY1266" fmla="*/ 347853 h 361950"/>
                <a:gd name="connsiteX1267" fmla="*/ 140208 w 352425"/>
                <a:gd name="connsiteY1267" fmla="*/ 348901 h 361950"/>
                <a:gd name="connsiteX1268" fmla="*/ 140398 w 352425"/>
                <a:gd name="connsiteY1268" fmla="*/ 349282 h 361950"/>
                <a:gd name="connsiteX1269" fmla="*/ 140494 w 352425"/>
                <a:gd name="connsiteY1269" fmla="*/ 349758 h 361950"/>
                <a:gd name="connsiteX1270" fmla="*/ 140589 w 352425"/>
                <a:gd name="connsiteY1270" fmla="*/ 350234 h 361950"/>
                <a:gd name="connsiteX1271" fmla="*/ 140589 w 352425"/>
                <a:gd name="connsiteY1271" fmla="*/ 350806 h 361950"/>
                <a:gd name="connsiteX1272" fmla="*/ 140684 w 352425"/>
                <a:gd name="connsiteY1272" fmla="*/ 351282 h 361950"/>
                <a:gd name="connsiteX1273" fmla="*/ 140875 w 352425"/>
                <a:gd name="connsiteY1273" fmla="*/ 351758 h 361950"/>
                <a:gd name="connsiteX1274" fmla="*/ 141351 w 352425"/>
                <a:gd name="connsiteY1274" fmla="*/ 352139 h 361950"/>
                <a:gd name="connsiteX1275" fmla="*/ 142208 w 352425"/>
                <a:gd name="connsiteY1275" fmla="*/ 352330 h 361950"/>
                <a:gd name="connsiteX1276" fmla="*/ 144208 w 352425"/>
                <a:gd name="connsiteY1276" fmla="*/ 352330 h 361950"/>
                <a:gd name="connsiteX1277" fmla="*/ 145161 w 352425"/>
                <a:gd name="connsiteY1277" fmla="*/ 352139 h 361950"/>
                <a:gd name="connsiteX1278" fmla="*/ 145828 w 352425"/>
                <a:gd name="connsiteY1278" fmla="*/ 351854 h 361950"/>
                <a:gd name="connsiteX1279" fmla="*/ 146113 w 352425"/>
                <a:gd name="connsiteY1279" fmla="*/ 351568 h 361950"/>
                <a:gd name="connsiteX1280" fmla="*/ 146494 w 352425"/>
                <a:gd name="connsiteY1280" fmla="*/ 351377 h 361950"/>
                <a:gd name="connsiteX1281" fmla="*/ 146971 w 352425"/>
                <a:gd name="connsiteY1281" fmla="*/ 351282 h 361950"/>
                <a:gd name="connsiteX1282" fmla="*/ 147542 w 352425"/>
                <a:gd name="connsiteY1282" fmla="*/ 351377 h 361950"/>
                <a:gd name="connsiteX1283" fmla="*/ 148304 w 352425"/>
                <a:gd name="connsiteY1283" fmla="*/ 351758 h 361950"/>
                <a:gd name="connsiteX1284" fmla="*/ 148971 w 352425"/>
                <a:gd name="connsiteY1284" fmla="*/ 351949 h 361950"/>
                <a:gd name="connsiteX1285" fmla="*/ 149828 w 352425"/>
                <a:gd name="connsiteY1285" fmla="*/ 351758 h 361950"/>
                <a:gd name="connsiteX1286" fmla="*/ 150876 w 352425"/>
                <a:gd name="connsiteY1286" fmla="*/ 351377 h 361950"/>
                <a:gd name="connsiteX1287" fmla="*/ 151352 w 352425"/>
                <a:gd name="connsiteY1287" fmla="*/ 351282 h 361950"/>
                <a:gd name="connsiteX1288" fmla="*/ 154114 w 352425"/>
                <a:gd name="connsiteY1288" fmla="*/ 351282 h 361950"/>
                <a:gd name="connsiteX1289" fmla="*/ 154591 w 352425"/>
                <a:gd name="connsiteY1289" fmla="*/ 351092 h 361950"/>
                <a:gd name="connsiteX1290" fmla="*/ 154972 w 352425"/>
                <a:gd name="connsiteY1290" fmla="*/ 350806 h 361950"/>
                <a:gd name="connsiteX1291" fmla="*/ 155257 w 352425"/>
                <a:gd name="connsiteY1291" fmla="*/ 350425 h 361950"/>
                <a:gd name="connsiteX1292" fmla="*/ 155448 w 352425"/>
                <a:gd name="connsiteY1292" fmla="*/ 350044 h 361950"/>
                <a:gd name="connsiteX1293" fmla="*/ 156019 w 352425"/>
                <a:gd name="connsiteY1293" fmla="*/ 349377 h 361950"/>
                <a:gd name="connsiteX1294" fmla="*/ 157924 w 352425"/>
                <a:gd name="connsiteY1294" fmla="*/ 348329 h 361950"/>
                <a:gd name="connsiteX1295" fmla="*/ 158305 w 352425"/>
                <a:gd name="connsiteY1295" fmla="*/ 348139 h 361950"/>
                <a:gd name="connsiteX1296" fmla="*/ 158877 w 352425"/>
                <a:gd name="connsiteY1296" fmla="*/ 348139 h 361950"/>
                <a:gd name="connsiteX1297" fmla="*/ 159544 w 352425"/>
                <a:gd name="connsiteY1297" fmla="*/ 348329 h 361950"/>
                <a:gd name="connsiteX1298" fmla="*/ 161449 w 352425"/>
                <a:gd name="connsiteY1298" fmla="*/ 349663 h 361950"/>
                <a:gd name="connsiteX1299" fmla="*/ 162020 w 352425"/>
                <a:gd name="connsiteY1299" fmla="*/ 349853 h 361950"/>
                <a:gd name="connsiteX1300" fmla="*/ 162687 w 352425"/>
                <a:gd name="connsiteY1300" fmla="*/ 349948 h 361950"/>
                <a:gd name="connsiteX1301" fmla="*/ 163639 w 352425"/>
                <a:gd name="connsiteY1301" fmla="*/ 349853 h 361950"/>
                <a:gd name="connsiteX1302" fmla="*/ 164306 w 352425"/>
                <a:gd name="connsiteY1302" fmla="*/ 349758 h 361950"/>
                <a:gd name="connsiteX1303" fmla="*/ 164782 w 352425"/>
                <a:gd name="connsiteY1303" fmla="*/ 349568 h 361950"/>
                <a:gd name="connsiteX1304" fmla="*/ 165544 w 352425"/>
                <a:gd name="connsiteY1304" fmla="*/ 349091 h 361950"/>
                <a:gd name="connsiteX1305" fmla="*/ 168783 w 352425"/>
                <a:gd name="connsiteY1305" fmla="*/ 346043 h 361950"/>
                <a:gd name="connsiteX1306" fmla="*/ 169926 w 352425"/>
                <a:gd name="connsiteY1306" fmla="*/ 345377 h 361950"/>
                <a:gd name="connsiteX1307" fmla="*/ 171545 w 352425"/>
                <a:gd name="connsiteY1307" fmla="*/ 344519 h 361950"/>
                <a:gd name="connsiteX1308" fmla="*/ 176689 w 352425"/>
                <a:gd name="connsiteY1308" fmla="*/ 343281 h 361950"/>
                <a:gd name="connsiteX1309" fmla="*/ 178498 w 352425"/>
                <a:gd name="connsiteY1309" fmla="*/ 343376 h 361950"/>
                <a:gd name="connsiteX1310" fmla="*/ 179641 w 352425"/>
                <a:gd name="connsiteY1310" fmla="*/ 343662 h 361950"/>
                <a:gd name="connsiteX1311" fmla="*/ 180404 w 352425"/>
                <a:gd name="connsiteY1311" fmla="*/ 343948 h 361950"/>
                <a:gd name="connsiteX1312" fmla="*/ 181070 w 352425"/>
                <a:gd name="connsiteY1312" fmla="*/ 344424 h 361950"/>
                <a:gd name="connsiteX1313" fmla="*/ 182880 w 352425"/>
                <a:gd name="connsiteY1313" fmla="*/ 346138 h 361950"/>
                <a:gd name="connsiteX1314" fmla="*/ 183642 w 352425"/>
                <a:gd name="connsiteY1314" fmla="*/ 346520 h 361950"/>
                <a:gd name="connsiteX1315" fmla="*/ 184309 w 352425"/>
                <a:gd name="connsiteY1315" fmla="*/ 346710 h 361950"/>
                <a:gd name="connsiteX1316" fmla="*/ 186214 w 352425"/>
                <a:gd name="connsiteY1316" fmla="*/ 346329 h 361950"/>
                <a:gd name="connsiteX1317" fmla="*/ 186690 w 352425"/>
                <a:gd name="connsiteY1317" fmla="*/ 346329 h 361950"/>
                <a:gd name="connsiteX1318" fmla="*/ 187261 w 352425"/>
                <a:gd name="connsiteY1318" fmla="*/ 346424 h 361950"/>
                <a:gd name="connsiteX1319" fmla="*/ 187833 w 352425"/>
                <a:gd name="connsiteY1319" fmla="*/ 346805 h 361950"/>
                <a:gd name="connsiteX1320" fmla="*/ 188404 w 352425"/>
                <a:gd name="connsiteY1320" fmla="*/ 347472 h 361950"/>
                <a:gd name="connsiteX1321" fmla="*/ 190786 w 352425"/>
                <a:gd name="connsiteY1321" fmla="*/ 350901 h 361950"/>
                <a:gd name="connsiteX1322" fmla="*/ 191643 w 352425"/>
                <a:gd name="connsiteY1322" fmla="*/ 352520 h 361950"/>
                <a:gd name="connsiteX1323" fmla="*/ 192119 w 352425"/>
                <a:gd name="connsiteY1323" fmla="*/ 353854 h 361950"/>
                <a:gd name="connsiteX1324" fmla="*/ 192691 w 352425"/>
                <a:gd name="connsiteY1324" fmla="*/ 356616 h 361950"/>
                <a:gd name="connsiteX1325" fmla="*/ 192976 w 352425"/>
                <a:gd name="connsiteY1325" fmla="*/ 361664 h 361950"/>
                <a:gd name="connsiteX1326" fmla="*/ 193167 w 352425"/>
                <a:gd name="connsiteY1326" fmla="*/ 361855 h 361950"/>
                <a:gd name="connsiteX1327" fmla="*/ 193167 w 352425"/>
                <a:gd name="connsiteY1327" fmla="*/ 361855 h 361950"/>
                <a:gd name="connsiteX1328" fmla="*/ 193167 w 352425"/>
                <a:gd name="connsiteY1328" fmla="*/ 361569 h 361950"/>
                <a:gd name="connsiteX1329" fmla="*/ 193453 w 352425"/>
                <a:gd name="connsiteY1329" fmla="*/ 360426 h 361950"/>
                <a:gd name="connsiteX1330" fmla="*/ 194691 w 352425"/>
                <a:gd name="connsiteY1330" fmla="*/ 360617 h 361950"/>
                <a:gd name="connsiteX1331" fmla="*/ 195739 w 352425"/>
                <a:gd name="connsiteY1331" fmla="*/ 360236 h 361950"/>
                <a:gd name="connsiteX1332" fmla="*/ 196501 w 352425"/>
                <a:gd name="connsiteY1332" fmla="*/ 360521 h 361950"/>
                <a:gd name="connsiteX1333" fmla="*/ 196786 w 352425"/>
                <a:gd name="connsiteY1333" fmla="*/ 362521 h 361950"/>
                <a:gd name="connsiteX1334" fmla="*/ 197167 w 352425"/>
                <a:gd name="connsiteY1334" fmla="*/ 363950 h 361950"/>
                <a:gd name="connsiteX1335" fmla="*/ 198215 w 352425"/>
                <a:gd name="connsiteY1335" fmla="*/ 363569 h 361950"/>
                <a:gd name="connsiteX1336" fmla="*/ 199644 w 352425"/>
                <a:gd name="connsiteY1336" fmla="*/ 362617 h 361950"/>
                <a:gd name="connsiteX1337" fmla="*/ 201168 w 352425"/>
                <a:gd name="connsiteY1337" fmla="*/ 362236 h 361950"/>
                <a:gd name="connsiteX1338" fmla="*/ 200406 w 352425"/>
                <a:gd name="connsiteY1338" fmla="*/ 360902 h 361950"/>
                <a:gd name="connsiteX1339" fmla="*/ 200692 w 352425"/>
                <a:gd name="connsiteY1339" fmla="*/ 360236 h 361950"/>
                <a:gd name="connsiteX1340" fmla="*/ 201454 w 352425"/>
                <a:gd name="connsiteY1340" fmla="*/ 359664 h 361950"/>
                <a:gd name="connsiteX1341" fmla="*/ 201835 w 352425"/>
                <a:gd name="connsiteY1341" fmla="*/ 358807 h 361950"/>
                <a:gd name="connsiteX1342" fmla="*/ 201549 w 352425"/>
                <a:gd name="connsiteY1342" fmla="*/ 357473 h 361950"/>
                <a:gd name="connsiteX1343" fmla="*/ 201358 w 352425"/>
                <a:gd name="connsiteY1343" fmla="*/ 356806 h 361950"/>
                <a:gd name="connsiteX1344" fmla="*/ 201168 w 352425"/>
                <a:gd name="connsiteY1344" fmla="*/ 356711 h 361950"/>
                <a:gd name="connsiteX1345" fmla="*/ 201454 w 352425"/>
                <a:gd name="connsiteY1345" fmla="*/ 356235 h 361950"/>
                <a:gd name="connsiteX1346" fmla="*/ 201835 w 352425"/>
                <a:gd name="connsiteY1346" fmla="*/ 355854 h 361950"/>
                <a:gd name="connsiteX1347" fmla="*/ 202311 w 352425"/>
                <a:gd name="connsiteY1347" fmla="*/ 355473 h 361950"/>
                <a:gd name="connsiteX1348" fmla="*/ 202597 w 352425"/>
                <a:gd name="connsiteY1348" fmla="*/ 355187 h 361950"/>
                <a:gd name="connsiteX1349" fmla="*/ 202978 w 352425"/>
                <a:gd name="connsiteY1349" fmla="*/ 354997 h 361950"/>
                <a:gd name="connsiteX1350" fmla="*/ 203359 w 352425"/>
                <a:gd name="connsiteY1350" fmla="*/ 354616 h 361950"/>
                <a:gd name="connsiteX1351" fmla="*/ 203549 w 352425"/>
                <a:gd name="connsiteY1351" fmla="*/ 353854 h 361950"/>
                <a:gd name="connsiteX1352" fmla="*/ 203454 w 352425"/>
                <a:gd name="connsiteY1352" fmla="*/ 352520 h 361950"/>
                <a:gd name="connsiteX1353" fmla="*/ 203549 w 352425"/>
                <a:gd name="connsiteY1353" fmla="*/ 351854 h 361950"/>
                <a:gd name="connsiteX1354" fmla="*/ 203835 w 352425"/>
                <a:gd name="connsiteY1354" fmla="*/ 351377 h 361950"/>
                <a:gd name="connsiteX1355" fmla="*/ 203644 w 352425"/>
                <a:gd name="connsiteY1355" fmla="*/ 350806 h 361950"/>
                <a:gd name="connsiteX1356" fmla="*/ 202597 w 352425"/>
                <a:gd name="connsiteY1356" fmla="*/ 350330 h 361950"/>
                <a:gd name="connsiteX1357" fmla="*/ 201263 w 352425"/>
                <a:gd name="connsiteY1357" fmla="*/ 349948 h 361950"/>
                <a:gd name="connsiteX1358" fmla="*/ 200311 w 352425"/>
                <a:gd name="connsiteY1358" fmla="*/ 349853 h 361950"/>
                <a:gd name="connsiteX1359" fmla="*/ 200311 w 352425"/>
                <a:gd name="connsiteY1359" fmla="*/ 349282 h 361950"/>
                <a:gd name="connsiteX1360" fmla="*/ 202121 w 352425"/>
                <a:gd name="connsiteY1360" fmla="*/ 348805 h 361950"/>
                <a:gd name="connsiteX1361" fmla="*/ 203073 w 352425"/>
                <a:gd name="connsiteY1361" fmla="*/ 347472 h 361950"/>
                <a:gd name="connsiteX1362" fmla="*/ 203454 w 352425"/>
                <a:gd name="connsiteY1362" fmla="*/ 345662 h 361950"/>
                <a:gd name="connsiteX1363" fmla="*/ 203549 w 352425"/>
                <a:gd name="connsiteY1363" fmla="*/ 344043 h 361950"/>
                <a:gd name="connsiteX1364" fmla="*/ 204597 w 352425"/>
                <a:gd name="connsiteY1364" fmla="*/ 344138 h 361950"/>
                <a:gd name="connsiteX1365" fmla="*/ 209645 w 352425"/>
                <a:gd name="connsiteY1365" fmla="*/ 346043 h 361950"/>
                <a:gd name="connsiteX1366" fmla="*/ 210693 w 352425"/>
                <a:gd name="connsiteY1366" fmla="*/ 346138 h 361950"/>
                <a:gd name="connsiteX1367" fmla="*/ 210979 w 352425"/>
                <a:gd name="connsiteY1367" fmla="*/ 345757 h 361950"/>
                <a:gd name="connsiteX1368" fmla="*/ 211741 w 352425"/>
                <a:gd name="connsiteY1368" fmla="*/ 344329 h 361950"/>
                <a:gd name="connsiteX1369" fmla="*/ 210979 w 352425"/>
                <a:gd name="connsiteY1369" fmla="*/ 343567 h 361950"/>
                <a:gd name="connsiteX1370" fmla="*/ 210693 w 352425"/>
                <a:gd name="connsiteY1370" fmla="*/ 342900 h 361950"/>
                <a:gd name="connsiteX1371" fmla="*/ 210788 w 352425"/>
                <a:gd name="connsiteY1371" fmla="*/ 342138 h 361950"/>
                <a:gd name="connsiteX1372" fmla="*/ 211455 w 352425"/>
                <a:gd name="connsiteY1372" fmla="*/ 340328 h 361950"/>
                <a:gd name="connsiteX1373" fmla="*/ 211741 w 352425"/>
                <a:gd name="connsiteY1373" fmla="*/ 340138 h 361950"/>
                <a:gd name="connsiteX1374" fmla="*/ 212217 w 352425"/>
                <a:gd name="connsiteY1374" fmla="*/ 340138 h 361950"/>
                <a:gd name="connsiteX1375" fmla="*/ 212979 w 352425"/>
                <a:gd name="connsiteY1375" fmla="*/ 339662 h 361950"/>
                <a:gd name="connsiteX1376" fmla="*/ 213931 w 352425"/>
                <a:gd name="connsiteY1376" fmla="*/ 338328 h 361950"/>
                <a:gd name="connsiteX1377" fmla="*/ 214217 w 352425"/>
                <a:gd name="connsiteY1377" fmla="*/ 336995 h 361950"/>
                <a:gd name="connsiteX1378" fmla="*/ 213836 w 352425"/>
                <a:gd name="connsiteY1378" fmla="*/ 335852 h 361950"/>
                <a:gd name="connsiteX1379" fmla="*/ 212598 w 352425"/>
                <a:gd name="connsiteY1379" fmla="*/ 335089 h 361950"/>
                <a:gd name="connsiteX1380" fmla="*/ 211836 w 352425"/>
                <a:gd name="connsiteY1380" fmla="*/ 335089 h 361950"/>
                <a:gd name="connsiteX1381" fmla="*/ 210312 w 352425"/>
                <a:gd name="connsiteY1381" fmla="*/ 334709 h 361950"/>
                <a:gd name="connsiteX1382" fmla="*/ 209074 w 352425"/>
                <a:gd name="connsiteY1382" fmla="*/ 333851 h 361950"/>
                <a:gd name="connsiteX1383" fmla="*/ 208693 w 352425"/>
                <a:gd name="connsiteY1383" fmla="*/ 332708 h 361950"/>
                <a:gd name="connsiteX1384" fmla="*/ 208026 w 352425"/>
                <a:gd name="connsiteY1384" fmla="*/ 330898 h 361950"/>
                <a:gd name="connsiteX1385" fmla="*/ 207264 w 352425"/>
                <a:gd name="connsiteY1385" fmla="*/ 329089 h 361950"/>
                <a:gd name="connsiteX1386" fmla="*/ 208121 w 352425"/>
                <a:gd name="connsiteY1386" fmla="*/ 328041 h 361950"/>
                <a:gd name="connsiteX1387" fmla="*/ 209074 w 352425"/>
                <a:gd name="connsiteY1387" fmla="*/ 326898 h 361950"/>
                <a:gd name="connsiteX1388" fmla="*/ 210407 w 352425"/>
                <a:gd name="connsiteY1388" fmla="*/ 325564 h 361950"/>
                <a:gd name="connsiteX1389" fmla="*/ 212884 w 352425"/>
                <a:gd name="connsiteY1389" fmla="*/ 324040 h 361950"/>
                <a:gd name="connsiteX1390" fmla="*/ 213646 w 352425"/>
                <a:gd name="connsiteY1390" fmla="*/ 320993 h 361950"/>
                <a:gd name="connsiteX1391" fmla="*/ 213455 w 352425"/>
                <a:gd name="connsiteY1391" fmla="*/ 320993 h 361950"/>
                <a:gd name="connsiteX1392" fmla="*/ 212979 w 352425"/>
                <a:gd name="connsiteY1392" fmla="*/ 320230 h 361950"/>
                <a:gd name="connsiteX1393" fmla="*/ 213169 w 352425"/>
                <a:gd name="connsiteY1393" fmla="*/ 319373 h 361950"/>
                <a:gd name="connsiteX1394" fmla="*/ 214027 w 352425"/>
                <a:gd name="connsiteY1394" fmla="*/ 318516 h 361950"/>
                <a:gd name="connsiteX1395" fmla="*/ 213455 w 352425"/>
                <a:gd name="connsiteY1395" fmla="*/ 316897 h 361950"/>
                <a:gd name="connsiteX1396" fmla="*/ 213360 w 352425"/>
                <a:gd name="connsiteY1396" fmla="*/ 316230 h 361950"/>
                <a:gd name="connsiteX1397" fmla="*/ 211169 w 352425"/>
                <a:gd name="connsiteY1397" fmla="*/ 314230 h 361950"/>
                <a:gd name="connsiteX1398" fmla="*/ 210502 w 352425"/>
                <a:gd name="connsiteY1398" fmla="*/ 313182 h 361950"/>
                <a:gd name="connsiteX1399" fmla="*/ 210407 w 352425"/>
                <a:gd name="connsiteY1399" fmla="*/ 311658 h 361950"/>
                <a:gd name="connsiteX1400" fmla="*/ 211836 w 352425"/>
                <a:gd name="connsiteY1400" fmla="*/ 312611 h 361950"/>
                <a:gd name="connsiteX1401" fmla="*/ 214598 w 352425"/>
                <a:gd name="connsiteY1401" fmla="*/ 314992 h 361950"/>
                <a:gd name="connsiteX1402" fmla="*/ 215932 w 352425"/>
                <a:gd name="connsiteY1402" fmla="*/ 316230 h 361950"/>
                <a:gd name="connsiteX1403" fmla="*/ 217360 w 352425"/>
                <a:gd name="connsiteY1403" fmla="*/ 315944 h 361950"/>
                <a:gd name="connsiteX1404" fmla="*/ 218789 w 352425"/>
                <a:gd name="connsiteY1404" fmla="*/ 314420 h 361950"/>
                <a:gd name="connsiteX1405" fmla="*/ 221075 w 352425"/>
                <a:gd name="connsiteY1405" fmla="*/ 310896 h 361950"/>
                <a:gd name="connsiteX1406" fmla="*/ 223171 w 352425"/>
                <a:gd name="connsiteY1406" fmla="*/ 307943 h 361950"/>
                <a:gd name="connsiteX1407" fmla="*/ 224123 w 352425"/>
                <a:gd name="connsiteY1407" fmla="*/ 305276 h 361950"/>
                <a:gd name="connsiteX1408" fmla="*/ 225647 w 352425"/>
                <a:gd name="connsiteY1408" fmla="*/ 304038 h 361950"/>
                <a:gd name="connsiteX1409" fmla="*/ 227647 w 352425"/>
                <a:gd name="connsiteY1409" fmla="*/ 303181 h 361950"/>
                <a:gd name="connsiteX1410" fmla="*/ 228981 w 352425"/>
                <a:gd name="connsiteY1410" fmla="*/ 300990 h 361950"/>
                <a:gd name="connsiteX1411" fmla="*/ 228505 w 352425"/>
                <a:gd name="connsiteY1411" fmla="*/ 299180 h 361950"/>
                <a:gd name="connsiteX1412" fmla="*/ 228600 w 352425"/>
                <a:gd name="connsiteY1412" fmla="*/ 297847 h 361950"/>
                <a:gd name="connsiteX1413" fmla="*/ 227838 w 352425"/>
                <a:gd name="connsiteY1413" fmla="*/ 296323 h 361950"/>
                <a:gd name="connsiteX1414" fmla="*/ 227266 w 352425"/>
                <a:gd name="connsiteY1414" fmla="*/ 294989 h 361950"/>
                <a:gd name="connsiteX1415" fmla="*/ 226314 w 352425"/>
                <a:gd name="connsiteY1415" fmla="*/ 294322 h 361950"/>
                <a:gd name="connsiteX1416" fmla="*/ 219551 w 352425"/>
                <a:gd name="connsiteY1416" fmla="*/ 292513 h 361950"/>
                <a:gd name="connsiteX1417" fmla="*/ 218599 w 352425"/>
                <a:gd name="connsiteY1417" fmla="*/ 291846 h 361950"/>
                <a:gd name="connsiteX1418" fmla="*/ 216122 w 352425"/>
                <a:gd name="connsiteY1418" fmla="*/ 289465 h 361950"/>
                <a:gd name="connsiteX1419" fmla="*/ 213455 w 352425"/>
                <a:gd name="connsiteY1419" fmla="*/ 288417 h 361950"/>
                <a:gd name="connsiteX1420" fmla="*/ 212312 w 352425"/>
                <a:gd name="connsiteY1420" fmla="*/ 288227 h 361950"/>
                <a:gd name="connsiteX1421" fmla="*/ 207931 w 352425"/>
                <a:gd name="connsiteY1421" fmla="*/ 288227 h 361950"/>
                <a:gd name="connsiteX1422" fmla="*/ 206692 w 352425"/>
                <a:gd name="connsiteY1422" fmla="*/ 287941 h 361950"/>
                <a:gd name="connsiteX1423" fmla="*/ 206121 w 352425"/>
                <a:gd name="connsiteY1423" fmla="*/ 287274 h 361950"/>
                <a:gd name="connsiteX1424" fmla="*/ 205930 w 352425"/>
                <a:gd name="connsiteY1424" fmla="*/ 286226 h 361950"/>
                <a:gd name="connsiteX1425" fmla="*/ 205930 w 352425"/>
                <a:gd name="connsiteY1425" fmla="*/ 282321 h 361950"/>
                <a:gd name="connsiteX1426" fmla="*/ 205454 w 352425"/>
                <a:gd name="connsiteY1426" fmla="*/ 281369 h 361950"/>
                <a:gd name="connsiteX1427" fmla="*/ 204216 w 352425"/>
                <a:gd name="connsiteY1427" fmla="*/ 280226 h 361950"/>
                <a:gd name="connsiteX1428" fmla="*/ 205645 w 352425"/>
                <a:gd name="connsiteY1428" fmla="*/ 279940 h 361950"/>
                <a:gd name="connsiteX1429" fmla="*/ 206311 w 352425"/>
                <a:gd name="connsiteY1429" fmla="*/ 281749 h 361950"/>
                <a:gd name="connsiteX1430" fmla="*/ 206692 w 352425"/>
                <a:gd name="connsiteY1430" fmla="*/ 285464 h 361950"/>
                <a:gd name="connsiteX1431" fmla="*/ 207931 w 352425"/>
                <a:gd name="connsiteY1431" fmla="*/ 286607 h 361950"/>
                <a:gd name="connsiteX1432" fmla="*/ 209169 w 352425"/>
                <a:gd name="connsiteY1432" fmla="*/ 286798 h 361950"/>
                <a:gd name="connsiteX1433" fmla="*/ 212407 w 352425"/>
                <a:gd name="connsiteY1433" fmla="*/ 286417 h 361950"/>
                <a:gd name="connsiteX1434" fmla="*/ 216027 w 352425"/>
                <a:gd name="connsiteY1434" fmla="*/ 286703 h 361950"/>
                <a:gd name="connsiteX1435" fmla="*/ 217932 w 352425"/>
                <a:gd name="connsiteY1435" fmla="*/ 287179 h 361950"/>
                <a:gd name="connsiteX1436" fmla="*/ 219265 w 352425"/>
                <a:gd name="connsiteY1436" fmla="*/ 287941 h 361950"/>
                <a:gd name="connsiteX1437" fmla="*/ 220504 w 352425"/>
                <a:gd name="connsiteY1437" fmla="*/ 289084 h 361950"/>
                <a:gd name="connsiteX1438" fmla="*/ 221932 w 352425"/>
                <a:gd name="connsiteY1438" fmla="*/ 290131 h 361950"/>
                <a:gd name="connsiteX1439" fmla="*/ 223552 w 352425"/>
                <a:gd name="connsiteY1439" fmla="*/ 290989 h 361950"/>
                <a:gd name="connsiteX1440" fmla="*/ 225076 w 352425"/>
                <a:gd name="connsiteY1440" fmla="*/ 291370 h 361950"/>
                <a:gd name="connsiteX1441" fmla="*/ 227933 w 352425"/>
                <a:gd name="connsiteY1441" fmla="*/ 290703 h 361950"/>
                <a:gd name="connsiteX1442" fmla="*/ 229838 w 352425"/>
                <a:gd name="connsiteY1442" fmla="*/ 290513 h 361950"/>
                <a:gd name="connsiteX1443" fmla="*/ 231267 w 352425"/>
                <a:gd name="connsiteY1443" fmla="*/ 291084 h 361950"/>
                <a:gd name="connsiteX1444" fmla="*/ 233077 w 352425"/>
                <a:gd name="connsiteY1444" fmla="*/ 292037 h 361950"/>
                <a:gd name="connsiteX1445" fmla="*/ 236601 w 352425"/>
                <a:gd name="connsiteY1445" fmla="*/ 291560 h 361950"/>
                <a:gd name="connsiteX1446" fmla="*/ 237839 w 352425"/>
                <a:gd name="connsiteY1446" fmla="*/ 289941 h 361950"/>
                <a:gd name="connsiteX1447" fmla="*/ 238887 w 352425"/>
                <a:gd name="connsiteY1447" fmla="*/ 288131 h 361950"/>
                <a:gd name="connsiteX1448" fmla="*/ 239458 w 352425"/>
                <a:gd name="connsiteY1448" fmla="*/ 285845 h 361950"/>
                <a:gd name="connsiteX1449" fmla="*/ 239554 w 352425"/>
                <a:gd name="connsiteY1449" fmla="*/ 282702 h 361950"/>
                <a:gd name="connsiteX1450" fmla="*/ 240125 w 352425"/>
                <a:gd name="connsiteY1450" fmla="*/ 281083 h 361950"/>
                <a:gd name="connsiteX1451" fmla="*/ 241840 w 352425"/>
                <a:gd name="connsiteY1451" fmla="*/ 278987 h 361950"/>
                <a:gd name="connsiteX1452" fmla="*/ 243554 w 352425"/>
                <a:gd name="connsiteY1452" fmla="*/ 276987 h 361950"/>
                <a:gd name="connsiteX1453" fmla="*/ 246126 w 352425"/>
                <a:gd name="connsiteY1453" fmla="*/ 275368 h 361950"/>
                <a:gd name="connsiteX1454" fmla="*/ 247269 w 352425"/>
                <a:gd name="connsiteY1454" fmla="*/ 273748 h 361950"/>
                <a:gd name="connsiteX1455" fmla="*/ 247936 w 352425"/>
                <a:gd name="connsiteY1455" fmla="*/ 272415 h 361950"/>
                <a:gd name="connsiteX1456" fmla="*/ 248793 w 352425"/>
                <a:gd name="connsiteY1456" fmla="*/ 270701 h 361950"/>
                <a:gd name="connsiteX1457" fmla="*/ 249174 w 352425"/>
                <a:gd name="connsiteY1457" fmla="*/ 269177 h 361950"/>
                <a:gd name="connsiteX1458" fmla="*/ 249555 w 352425"/>
                <a:gd name="connsiteY1458" fmla="*/ 266414 h 361950"/>
                <a:gd name="connsiteX1459" fmla="*/ 248888 w 352425"/>
                <a:gd name="connsiteY1459" fmla="*/ 264795 h 361950"/>
                <a:gd name="connsiteX1460" fmla="*/ 245459 w 352425"/>
                <a:gd name="connsiteY1460" fmla="*/ 265367 h 361950"/>
                <a:gd name="connsiteX1461" fmla="*/ 243840 w 352425"/>
                <a:gd name="connsiteY1461" fmla="*/ 265176 h 361950"/>
                <a:gd name="connsiteX1462" fmla="*/ 242316 w 352425"/>
                <a:gd name="connsiteY1462" fmla="*/ 264700 h 361950"/>
                <a:gd name="connsiteX1463" fmla="*/ 241173 w 352425"/>
                <a:gd name="connsiteY1463" fmla="*/ 262985 h 361950"/>
                <a:gd name="connsiteX1464" fmla="*/ 241935 w 352425"/>
                <a:gd name="connsiteY1464" fmla="*/ 262699 h 361950"/>
                <a:gd name="connsiteX1465" fmla="*/ 243840 w 352425"/>
                <a:gd name="connsiteY1465" fmla="*/ 262414 h 361950"/>
                <a:gd name="connsiteX1466" fmla="*/ 244411 w 352425"/>
                <a:gd name="connsiteY1466" fmla="*/ 262414 h 361950"/>
                <a:gd name="connsiteX1467" fmla="*/ 244888 w 352425"/>
                <a:gd name="connsiteY1467" fmla="*/ 264223 h 361950"/>
                <a:gd name="connsiteX1468" fmla="*/ 246221 w 352425"/>
                <a:gd name="connsiteY1468" fmla="*/ 264128 h 361950"/>
                <a:gd name="connsiteX1469" fmla="*/ 249555 w 352425"/>
                <a:gd name="connsiteY1469" fmla="*/ 262985 h 361950"/>
                <a:gd name="connsiteX1470" fmla="*/ 250698 w 352425"/>
                <a:gd name="connsiteY1470" fmla="*/ 259556 h 361950"/>
                <a:gd name="connsiteX1471" fmla="*/ 252698 w 352425"/>
                <a:gd name="connsiteY1471" fmla="*/ 258128 h 361950"/>
                <a:gd name="connsiteX1472" fmla="*/ 252127 w 352425"/>
                <a:gd name="connsiteY1472" fmla="*/ 256508 h 361950"/>
                <a:gd name="connsiteX1473" fmla="*/ 252698 w 352425"/>
                <a:gd name="connsiteY1473" fmla="*/ 255842 h 361950"/>
                <a:gd name="connsiteX1474" fmla="*/ 253936 w 352425"/>
                <a:gd name="connsiteY1474" fmla="*/ 256127 h 361950"/>
                <a:gd name="connsiteX1475" fmla="*/ 256318 w 352425"/>
                <a:gd name="connsiteY1475" fmla="*/ 258032 h 361950"/>
                <a:gd name="connsiteX1476" fmla="*/ 257651 w 352425"/>
                <a:gd name="connsiteY1476" fmla="*/ 258128 h 361950"/>
                <a:gd name="connsiteX1477" fmla="*/ 260318 w 352425"/>
                <a:gd name="connsiteY1477" fmla="*/ 257461 h 361950"/>
                <a:gd name="connsiteX1478" fmla="*/ 259651 w 352425"/>
                <a:gd name="connsiteY1478" fmla="*/ 258413 h 361950"/>
                <a:gd name="connsiteX1479" fmla="*/ 258699 w 352425"/>
                <a:gd name="connsiteY1479" fmla="*/ 258985 h 361950"/>
                <a:gd name="connsiteX1480" fmla="*/ 257651 w 352425"/>
                <a:gd name="connsiteY1480" fmla="*/ 259080 h 361950"/>
                <a:gd name="connsiteX1481" fmla="*/ 256604 w 352425"/>
                <a:gd name="connsiteY1481" fmla="*/ 258699 h 361950"/>
                <a:gd name="connsiteX1482" fmla="*/ 256032 w 352425"/>
                <a:gd name="connsiteY1482" fmla="*/ 259461 h 361950"/>
                <a:gd name="connsiteX1483" fmla="*/ 255460 w 352425"/>
                <a:gd name="connsiteY1483" fmla="*/ 260509 h 361950"/>
                <a:gd name="connsiteX1484" fmla="*/ 258127 w 352425"/>
                <a:gd name="connsiteY1484" fmla="*/ 262795 h 361950"/>
                <a:gd name="connsiteX1485" fmla="*/ 259080 w 352425"/>
                <a:gd name="connsiteY1485" fmla="*/ 266033 h 361950"/>
                <a:gd name="connsiteX1486" fmla="*/ 257175 w 352425"/>
                <a:gd name="connsiteY1486" fmla="*/ 268891 h 361950"/>
                <a:gd name="connsiteX1487" fmla="*/ 260128 w 352425"/>
                <a:gd name="connsiteY1487" fmla="*/ 270034 h 361950"/>
                <a:gd name="connsiteX1488" fmla="*/ 261175 w 352425"/>
                <a:gd name="connsiteY1488" fmla="*/ 271653 h 361950"/>
                <a:gd name="connsiteX1489" fmla="*/ 262223 w 352425"/>
                <a:gd name="connsiteY1489" fmla="*/ 274130 h 361950"/>
                <a:gd name="connsiteX1490" fmla="*/ 262985 w 352425"/>
                <a:gd name="connsiteY1490" fmla="*/ 274511 h 361950"/>
                <a:gd name="connsiteX1491" fmla="*/ 263938 w 352425"/>
                <a:gd name="connsiteY1491" fmla="*/ 274701 h 361950"/>
                <a:gd name="connsiteX1492" fmla="*/ 265271 w 352425"/>
                <a:gd name="connsiteY1492" fmla="*/ 276796 h 361950"/>
                <a:gd name="connsiteX1493" fmla="*/ 265557 w 352425"/>
                <a:gd name="connsiteY1493" fmla="*/ 277178 h 361950"/>
                <a:gd name="connsiteX1494" fmla="*/ 266319 w 352425"/>
                <a:gd name="connsiteY1494" fmla="*/ 277273 h 361950"/>
                <a:gd name="connsiteX1495" fmla="*/ 266795 w 352425"/>
                <a:gd name="connsiteY1495" fmla="*/ 277368 h 361950"/>
                <a:gd name="connsiteX1496" fmla="*/ 267271 w 352425"/>
                <a:gd name="connsiteY1496" fmla="*/ 277273 h 361950"/>
                <a:gd name="connsiteX1497" fmla="*/ 268033 w 352425"/>
                <a:gd name="connsiteY1497" fmla="*/ 276606 h 361950"/>
                <a:gd name="connsiteX1498" fmla="*/ 268605 w 352425"/>
                <a:gd name="connsiteY1498" fmla="*/ 275844 h 361950"/>
                <a:gd name="connsiteX1499" fmla="*/ 269081 w 352425"/>
                <a:gd name="connsiteY1499" fmla="*/ 274892 h 361950"/>
                <a:gd name="connsiteX1500" fmla="*/ 269272 w 352425"/>
                <a:gd name="connsiteY1500" fmla="*/ 273844 h 361950"/>
                <a:gd name="connsiteX1501" fmla="*/ 269081 w 352425"/>
                <a:gd name="connsiteY1501" fmla="*/ 272796 h 361950"/>
                <a:gd name="connsiteX1502" fmla="*/ 268605 w 352425"/>
                <a:gd name="connsiteY1502" fmla="*/ 273082 h 361950"/>
                <a:gd name="connsiteX1503" fmla="*/ 267462 w 352425"/>
                <a:gd name="connsiteY1503" fmla="*/ 273463 h 361950"/>
                <a:gd name="connsiteX1504" fmla="*/ 267843 w 352425"/>
                <a:gd name="connsiteY1504" fmla="*/ 272129 h 361950"/>
                <a:gd name="connsiteX1505" fmla="*/ 268033 w 352425"/>
                <a:gd name="connsiteY1505" fmla="*/ 270986 h 361950"/>
                <a:gd name="connsiteX1506" fmla="*/ 268319 w 352425"/>
                <a:gd name="connsiteY1506" fmla="*/ 269938 h 361950"/>
                <a:gd name="connsiteX1507" fmla="*/ 269081 w 352425"/>
                <a:gd name="connsiteY1507" fmla="*/ 268986 h 361950"/>
                <a:gd name="connsiteX1508" fmla="*/ 270129 w 352425"/>
                <a:gd name="connsiteY1508" fmla="*/ 268414 h 361950"/>
                <a:gd name="connsiteX1509" fmla="*/ 270986 w 352425"/>
                <a:gd name="connsiteY1509" fmla="*/ 268319 h 361950"/>
                <a:gd name="connsiteX1510" fmla="*/ 271748 w 352425"/>
                <a:gd name="connsiteY1510" fmla="*/ 268129 h 361950"/>
                <a:gd name="connsiteX1511" fmla="*/ 272415 w 352425"/>
                <a:gd name="connsiteY1511" fmla="*/ 267271 h 361950"/>
                <a:gd name="connsiteX1512" fmla="*/ 272605 w 352425"/>
                <a:gd name="connsiteY1512" fmla="*/ 266033 h 361950"/>
                <a:gd name="connsiteX1513" fmla="*/ 272034 w 352425"/>
                <a:gd name="connsiteY1513" fmla="*/ 265652 h 361950"/>
                <a:gd name="connsiteX1514" fmla="*/ 271272 w 352425"/>
                <a:gd name="connsiteY1514" fmla="*/ 265462 h 361950"/>
                <a:gd name="connsiteX1515" fmla="*/ 270796 w 352425"/>
                <a:gd name="connsiteY1515" fmla="*/ 264700 h 361950"/>
                <a:gd name="connsiteX1516" fmla="*/ 271081 w 352425"/>
                <a:gd name="connsiteY1516" fmla="*/ 263366 h 361950"/>
                <a:gd name="connsiteX1517" fmla="*/ 271843 w 352425"/>
                <a:gd name="connsiteY1517" fmla="*/ 262795 h 361950"/>
                <a:gd name="connsiteX1518" fmla="*/ 272796 w 352425"/>
                <a:gd name="connsiteY1518" fmla="*/ 262890 h 361950"/>
                <a:gd name="connsiteX1519" fmla="*/ 273558 w 352425"/>
                <a:gd name="connsiteY1519" fmla="*/ 263557 h 361950"/>
                <a:gd name="connsiteX1520" fmla="*/ 274034 w 352425"/>
                <a:gd name="connsiteY1520" fmla="*/ 263557 h 361950"/>
                <a:gd name="connsiteX1521" fmla="*/ 274130 w 352425"/>
                <a:gd name="connsiteY1521" fmla="*/ 262795 h 361950"/>
                <a:gd name="connsiteX1522" fmla="*/ 274415 w 352425"/>
                <a:gd name="connsiteY1522" fmla="*/ 262223 h 361950"/>
                <a:gd name="connsiteX1523" fmla="*/ 274891 w 352425"/>
                <a:gd name="connsiteY1523" fmla="*/ 261842 h 361950"/>
                <a:gd name="connsiteX1524" fmla="*/ 275558 w 352425"/>
                <a:gd name="connsiteY1524" fmla="*/ 261556 h 361950"/>
                <a:gd name="connsiteX1525" fmla="*/ 276892 w 352425"/>
                <a:gd name="connsiteY1525" fmla="*/ 260509 h 361950"/>
                <a:gd name="connsiteX1526" fmla="*/ 279082 w 352425"/>
                <a:gd name="connsiteY1526" fmla="*/ 260318 h 361950"/>
                <a:gd name="connsiteX1527" fmla="*/ 280797 w 352425"/>
                <a:gd name="connsiteY1527" fmla="*/ 260890 h 361950"/>
                <a:gd name="connsiteX1528" fmla="*/ 282321 w 352425"/>
                <a:gd name="connsiteY1528" fmla="*/ 261366 h 361950"/>
                <a:gd name="connsiteX1529" fmla="*/ 284416 w 352425"/>
                <a:gd name="connsiteY1529" fmla="*/ 262890 h 361950"/>
                <a:gd name="connsiteX1530" fmla="*/ 285464 w 352425"/>
                <a:gd name="connsiteY1530" fmla="*/ 263176 h 361950"/>
                <a:gd name="connsiteX1531" fmla="*/ 285274 w 352425"/>
                <a:gd name="connsiteY1531" fmla="*/ 266795 h 361950"/>
                <a:gd name="connsiteX1532" fmla="*/ 285845 w 352425"/>
                <a:gd name="connsiteY1532" fmla="*/ 267081 h 361950"/>
                <a:gd name="connsiteX1533" fmla="*/ 287655 w 352425"/>
                <a:gd name="connsiteY1533" fmla="*/ 265843 h 361950"/>
                <a:gd name="connsiteX1534" fmla="*/ 288703 w 352425"/>
                <a:gd name="connsiteY1534" fmla="*/ 264509 h 361950"/>
                <a:gd name="connsiteX1535" fmla="*/ 290322 w 352425"/>
                <a:gd name="connsiteY1535" fmla="*/ 261176 h 361950"/>
                <a:gd name="connsiteX1536" fmla="*/ 291465 w 352425"/>
                <a:gd name="connsiteY1536" fmla="*/ 259556 h 361950"/>
                <a:gd name="connsiteX1537" fmla="*/ 290798 w 352425"/>
                <a:gd name="connsiteY1537" fmla="*/ 258699 h 361950"/>
                <a:gd name="connsiteX1538" fmla="*/ 290227 w 352425"/>
                <a:gd name="connsiteY1538" fmla="*/ 258604 h 361950"/>
                <a:gd name="connsiteX1539" fmla="*/ 289655 w 352425"/>
                <a:gd name="connsiteY1539" fmla="*/ 258794 h 361950"/>
                <a:gd name="connsiteX1540" fmla="*/ 289465 w 352425"/>
                <a:gd name="connsiteY1540" fmla="*/ 258032 h 361950"/>
                <a:gd name="connsiteX1541" fmla="*/ 289179 w 352425"/>
                <a:gd name="connsiteY1541" fmla="*/ 257270 h 361950"/>
                <a:gd name="connsiteX1542" fmla="*/ 289465 w 352425"/>
                <a:gd name="connsiteY1542" fmla="*/ 255842 h 361950"/>
                <a:gd name="connsiteX1543" fmla="*/ 288131 w 352425"/>
                <a:gd name="connsiteY1543" fmla="*/ 254222 h 361950"/>
                <a:gd name="connsiteX1544" fmla="*/ 287464 w 352425"/>
                <a:gd name="connsiteY1544" fmla="*/ 252127 h 361950"/>
                <a:gd name="connsiteX1545" fmla="*/ 286321 w 352425"/>
                <a:gd name="connsiteY1545" fmla="*/ 251174 h 361950"/>
                <a:gd name="connsiteX1546" fmla="*/ 285559 w 352425"/>
                <a:gd name="connsiteY1546" fmla="*/ 250127 h 361950"/>
                <a:gd name="connsiteX1547" fmla="*/ 285655 w 352425"/>
                <a:gd name="connsiteY1547" fmla="*/ 249079 h 361950"/>
                <a:gd name="connsiteX1548" fmla="*/ 286893 w 352425"/>
                <a:gd name="connsiteY1548" fmla="*/ 248031 h 361950"/>
                <a:gd name="connsiteX1549" fmla="*/ 287464 w 352425"/>
                <a:gd name="connsiteY1549" fmla="*/ 246983 h 361950"/>
                <a:gd name="connsiteX1550" fmla="*/ 285655 w 352425"/>
                <a:gd name="connsiteY1550" fmla="*/ 245936 h 361950"/>
                <a:gd name="connsiteX1551" fmla="*/ 282511 w 352425"/>
                <a:gd name="connsiteY1551" fmla="*/ 245650 h 361950"/>
                <a:gd name="connsiteX1552" fmla="*/ 280606 w 352425"/>
                <a:gd name="connsiteY1552" fmla="*/ 245840 h 361950"/>
                <a:gd name="connsiteX1553" fmla="*/ 279844 w 352425"/>
                <a:gd name="connsiteY1553" fmla="*/ 245936 h 361950"/>
                <a:gd name="connsiteX1554" fmla="*/ 280606 w 352425"/>
                <a:gd name="connsiteY1554" fmla="*/ 244888 h 361950"/>
                <a:gd name="connsiteX1555" fmla="*/ 281749 w 352425"/>
                <a:gd name="connsiteY1555" fmla="*/ 244697 h 361950"/>
                <a:gd name="connsiteX1556" fmla="*/ 282988 w 352425"/>
                <a:gd name="connsiteY1556" fmla="*/ 244793 h 361950"/>
                <a:gd name="connsiteX1557" fmla="*/ 285464 w 352425"/>
                <a:gd name="connsiteY1557" fmla="*/ 244602 h 361950"/>
                <a:gd name="connsiteX1558" fmla="*/ 284797 w 352425"/>
                <a:gd name="connsiteY1558" fmla="*/ 242792 h 361950"/>
                <a:gd name="connsiteX1559" fmla="*/ 282892 w 352425"/>
                <a:gd name="connsiteY1559" fmla="*/ 240411 h 361950"/>
                <a:gd name="connsiteX1560" fmla="*/ 282035 w 352425"/>
                <a:gd name="connsiteY1560" fmla="*/ 238601 h 361950"/>
                <a:gd name="connsiteX1561" fmla="*/ 281368 w 352425"/>
                <a:gd name="connsiteY1561" fmla="*/ 236029 h 361950"/>
                <a:gd name="connsiteX1562" fmla="*/ 280988 w 352425"/>
                <a:gd name="connsiteY1562" fmla="*/ 233744 h 361950"/>
                <a:gd name="connsiteX1563" fmla="*/ 279749 w 352425"/>
                <a:gd name="connsiteY1563" fmla="*/ 230791 h 361950"/>
                <a:gd name="connsiteX1564" fmla="*/ 278130 w 352425"/>
                <a:gd name="connsiteY1564" fmla="*/ 230029 h 361950"/>
                <a:gd name="connsiteX1565" fmla="*/ 275368 w 352425"/>
                <a:gd name="connsiteY1565" fmla="*/ 227838 h 361950"/>
                <a:gd name="connsiteX1566" fmla="*/ 272129 w 352425"/>
                <a:gd name="connsiteY1566" fmla="*/ 227171 h 361950"/>
                <a:gd name="connsiteX1567" fmla="*/ 269557 w 352425"/>
                <a:gd name="connsiteY1567" fmla="*/ 228505 h 361950"/>
                <a:gd name="connsiteX1568" fmla="*/ 268224 w 352425"/>
                <a:gd name="connsiteY1568" fmla="*/ 227267 h 361950"/>
                <a:gd name="connsiteX1569" fmla="*/ 265271 w 352425"/>
                <a:gd name="connsiteY1569" fmla="*/ 227647 h 361950"/>
                <a:gd name="connsiteX1570" fmla="*/ 259747 w 352425"/>
                <a:gd name="connsiteY1570" fmla="*/ 229171 h 361950"/>
                <a:gd name="connsiteX1571" fmla="*/ 260699 w 352425"/>
                <a:gd name="connsiteY1571" fmla="*/ 228029 h 361950"/>
                <a:gd name="connsiteX1572" fmla="*/ 262033 w 352425"/>
                <a:gd name="connsiteY1572" fmla="*/ 227552 h 361950"/>
                <a:gd name="connsiteX1573" fmla="*/ 262985 w 352425"/>
                <a:gd name="connsiteY1573" fmla="*/ 226790 h 361950"/>
                <a:gd name="connsiteX1574" fmla="*/ 263080 w 352425"/>
                <a:gd name="connsiteY1574" fmla="*/ 224790 h 361950"/>
                <a:gd name="connsiteX1575" fmla="*/ 262033 w 352425"/>
                <a:gd name="connsiteY1575" fmla="*/ 223361 h 361950"/>
                <a:gd name="connsiteX1576" fmla="*/ 258413 w 352425"/>
                <a:gd name="connsiteY1576" fmla="*/ 222028 h 361950"/>
                <a:gd name="connsiteX1577" fmla="*/ 257651 w 352425"/>
                <a:gd name="connsiteY1577" fmla="*/ 221361 h 361950"/>
                <a:gd name="connsiteX1578" fmla="*/ 257365 w 352425"/>
                <a:gd name="connsiteY1578" fmla="*/ 220409 h 361950"/>
                <a:gd name="connsiteX1579" fmla="*/ 256604 w 352425"/>
                <a:gd name="connsiteY1579" fmla="*/ 219075 h 361950"/>
                <a:gd name="connsiteX1580" fmla="*/ 255651 w 352425"/>
                <a:gd name="connsiteY1580" fmla="*/ 217837 h 361950"/>
                <a:gd name="connsiteX1581" fmla="*/ 254603 w 352425"/>
                <a:gd name="connsiteY1581" fmla="*/ 217361 h 361950"/>
                <a:gd name="connsiteX1582" fmla="*/ 252889 w 352425"/>
                <a:gd name="connsiteY1582" fmla="*/ 217170 h 361950"/>
                <a:gd name="connsiteX1583" fmla="*/ 251936 w 352425"/>
                <a:gd name="connsiteY1583" fmla="*/ 216598 h 361950"/>
                <a:gd name="connsiteX1584" fmla="*/ 250507 w 352425"/>
                <a:gd name="connsiteY1584" fmla="*/ 214217 h 361950"/>
                <a:gd name="connsiteX1585" fmla="*/ 250507 w 352425"/>
                <a:gd name="connsiteY1585" fmla="*/ 213646 h 361950"/>
                <a:gd name="connsiteX1586" fmla="*/ 251269 w 352425"/>
                <a:gd name="connsiteY1586" fmla="*/ 213931 h 361950"/>
                <a:gd name="connsiteX1587" fmla="*/ 251555 w 352425"/>
                <a:gd name="connsiteY1587" fmla="*/ 214408 h 361950"/>
                <a:gd name="connsiteX1588" fmla="*/ 251746 w 352425"/>
                <a:gd name="connsiteY1588" fmla="*/ 214979 h 361950"/>
                <a:gd name="connsiteX1589" fmla="*/ 252127 w 352425"/>
                <a:gd name="connsiteY1589" fmla="*/ 215551 h 361950"/>
                <a:gd name="connsiteX1590" fmla="*/ 252984 w 352425"/>
                <a:gd name="connsiteY1590" fmla="*/ 216218 h 361950"/>
                <a:gd name="connsiteX1591" fmla="*/ 254317 w 352425"/>
                <a:gd name="connsiteY1591" fmla="*/ 216789 h 361950"/>
                <a:gd name="connsiteX1592" fmla="*/ 255175 w 352425"/>
                <a:gd name="connsiteY1592" fmla="*/ 216979 h 361950"/>
                <a:gd name="connsiteX1593" fmla="*/ 255746 w 352425"/>
                <a:gd name="connsiteY1593" fmla="*/ 216979 h 361950"/>
                <a:gd name="connsiteX1594" fmla="*/ 256222 w 352425"/>
                <a:gd name="connsiteY1594" fmla="*/ 217170 h 361950"/>
                <a:gd name="connsiteX1595" fmla="*/ 256984 w 352425"/>
                <a:gd name="connsiteY1595" fmla="*/ 218027 h 361950"/>
                <a:gd name="connsiteX1596" fmla="*/ 257270 w 352425"/>
                <a:gd name="connsiteY1596" fmla="*/ 218599 h 361950"/>
                <a:gd name="connsiteX1597" fmla="*/ 257842 w 352425"/>
                <a:gd name="connsiteY1597" fmla="*/ 220504 h 361950"/>
                <a:gd name="connsiteX1598" fmla="*/ 258127 w 352425"/>
                <a:gd name="connsiteY1598" fmla="*/ 221075 h 361950"/>
                <a:gd name="connsiteX1599" fmla="*/ 258794 w 352425"/>
                <a:gd name="connsiteY1599" fmla="*/ 221456 h 361950"/>
                <a:gd name="connsiteX1600" fmla="*/ 260604 w 352425"/>
                <a:gd name="connsiteY1600" fmla="*/ 221647 h 361950"/>
                <a:gd name="connsiteX1601" fmla="*/ 261366 w 352425"/>
                <a:gd name="connsiteY1601" fmla="*/ 221837 h 361950"/>
                <a:gd name="connsiteX1602" fmla="*/ 262318 w 352425"/>
                <a:gd name="connsiteY1602" fmla="*/ 222313 h 361950"/>
                <a:gd name="connsiteX1603" fmla="*/ 262699 w 352425"/>
                <a:gd name="connsiteY1603" fmla="*/ 222599 h 361950"/>
                <a:gd name="connsiteX1604" fmla="*/ 262985 w 352425"/>
                <a:gd name="connsiteY1604" fmla="*/ 222980 h 361950"/>
                <a:gd name="connsiteX1605" fmla="*/ 263557 w 352425"/>
                <a:gd name="connsiteY1605" fmla="*/ 223647 h 361950"/>
                <a:gd name="connsiteX1606" fmla="*/ 264700 w 352425"/>
                <a:gd name="connsiteY1606" fmla="*/ 224695 h 361950"/>
                <a:gd name="connsiteX1607" fmla="*/ 265843 w 352425"/>
                <a:gd name="connsiteY1607" fmla="*/ 225362 h 361950"/>
                <a:gd name="connsiteX1608" fmla="*/ 267176 w 352425"/>
                <a:gd name="connsiteY1608" fmla="*/ 225838 h 361950"/>
                <a:gd name="connsiteX1609" fmla="*/ 279273 w 352425"/>
                <a:gd name="connsiteY1609" fmla="*/ 226886 h 361950"/>
                <a:gd name="connsiteX1610" fmla="*/ 287464 w 352425"/>
                <a:gd name="connsiteY1610" fmla="*/ 224695 h 361950"/>
                <a:gd name="connsiteX1611" fmla="*/ 288703 w 352425"/>
                <a:gd name="connsiteY1611" fmla="*/ 223647 h 361950"/>
                <a:gd name="connsiteX1612" fmla="*/ 288798 w 352425"/>
                <a:gd name="connsiteY1612" fmla="*/ 223076 h 361950"/>
                <a:gd name="connsiteX1613" fmla="*/ 288607 w 352425"/>
                <a:gd name="connsiteY1613" fmla="*/ 222504 h 361950"/>
                <a:gd name="connsiteX1614" fmla="*/ 288226 w 352425"/>
                <a:gd name="connsiteY1614" fmla="*/ 221742 h 361950"/>
                <a:gd name="connsiteX1615" fmla="*/ 288512 w 352425"/>
                <a:gd name="connsiteY1615" fmla="*/ 221266 h 361950"/>
                <a:gd name="connsiteX1616" fmla="*/ 288798 w 352425"/>
                <a:gd name="connsiteY1616" fmla="*/ 220980 h 361950"/>
                <a:gd name="connsiteX1617" fmla="*/ 289084 w 352425"/>
                <a:gd name="connsiteY1617" fmla="*/ 220789 h 361950"/>
                <a:gd name="connsiteX1618" fmla="*/ 289274 w 352425"/>
                <a:gd name="connsiteY1618" fmla="*/ 220504 h 361950"/>
                <a:gd name="connsiteX1619" fmla="*/ 289846 w 352425"/>
                <a:gd name="connsiteY1619" fmla="*/ 219837 h 361950"/>
                <a:gd name="connsiteX1620" fmla="*/ 290417 w 352425"/>
                <a:gd name="connsiteY1620" fmla="*/ 219361 h 361950"/>
                <a:gd name="connsiteX1621" fmla="*/ 291084 w 352425"/>
                <a:gd name="connsiteY1621" fmla="*/ 218980 h 361950"/>
                <a:gd name="connsiteX1622" fmla="*/ 292036 w 352425"/>
                <a:gd name="connsiteY1622" fmla="*/ 218694 h 361950"/>
                <a:gd name="connsiteX1623" fmla="*/ 292036 w 352425"/>
                <a:gd name="connsiteY1623" fmla="*/ 218027 h 361950"/>
                <a:gd name="connsiteX1624" fmla="*/ 289846 w 352425"/>
                <a:gd name="connsiteY1624" fmla="*/ 218027 h 361950"/>
                <a:gd name="connsiteX1625" fmla="*/ 289846 w 352425"/>
                <a:gd name="connsiteY1625" fmla="*/ 217456 h 361950"/>
                <a:gd name="connsiteX1626" fmla="*/ 290703 w 352425"/>
                <a:gd name="connsiteY1626" fmla="*/ 217170 h 361950"/>
                <a:gd name="connsiteX1627" fmla="*/ 291274 w 352425"/>
                <a:gd name="connsiteY1627" fmla="*/ 216789 h 361950"/>
                <a:gd name="connsiteX1628" fmla="*/ 292608 w 352425"/>
                <a:gd name="connsiteY1628" fmla="*/ 215551 h 361950"/>
                <a:gd name="connsiteX1629" fmla="*/ 292036 w 352425"/>
                <a:gd name="connsiteY1629" fmla="*/ 214789 h 361950"/>
                <a:gd name="connsiteX1630" fmla="*/ 291560 w 352425"/>
                <a:gd name="connsiteY1630" fmla="*/ 214408 h 361950"/>
                <a:gd name="connsiteX1631" fmla="*/ 290417 w 352425"/>
                <a:gd name="connsiteY1631" fmla="*/ 213741 h 361950"/>
                <a:gd name="connsiteX1632" fmla="*/ 289846 w 352425"/>
                <a:gd name="connsiteY1632" fmla="*/ 213836 h 361950"/>
                <a:gd name="connsiteX1633" fmla="*/ 289274 w 352425"/>
                <a:gd name="connsiteY1633" fmla="*/ 214217 h 361950"/>
                <a:gd name="connsiteX1634" fmla="*/ 288893 w 352425"/>
                <a:gd name="connsiteY1634" fmla="*/ 214122 h 361950"/>
                <a:gd name="connsiteX1635" fmla="*/ 288703 w 352425"/>
                <a:gd name="connsiteY1635" fmla="*/ 212884 h 361950"/>
                <a:gd name="connsiteX1636" fmla="*/ 288798 w 352425"/>
                <a:gd name="connsiteY1636" fmla="*/ 212407 h 361950"/>
                <a:gd name="connsiteX1637" fmla="*/ 289179 w 352425"/>
                <a:gd name="connsiteY1637" fmla="*/ 211550 h 361950"/>
                <a:gd name="connsiteX1638" fmla="*/ 289274 w 352425"/>
                <a:gd name="connsiteY1638" fmla="*/ 210979 h 361950"/>
                <a:gd name="connsiteX1639" fmla="*/ 289084 w 352425"/>
                <a:gd name="connsiteY1639" fmla="*/ 210598 h 361950"/>
                <a:gd name="connsiteX1640" fmla="*/ 288322 w 352425"/>
                <a:gd name="connsiteY1640" fmla="*/ 210693 h 361950"/>
                <a:gd name="connsiteX1641" fmla="*/ 287846 w 352425"/>
                <a:gd name="connsiteY1641" fmla="*/ 209740 h 361950"/>
                <a:gd name="connsiteX1642" fmla="*/ 287083 w 352425"/>
                <a:gd name="connsiteY1642" fmla="*/ 209550 h 361950"/>
                <a:gd name="connsiteX1643" fmla="*/ 286226 w 352425"/>
                <a:gd name="connsiteY1643" fmla="*/ 209740 h 361950"/>
                <a:gd name="connsiteX1644" fmla="*/ 285464 w 352425"/>
                <a:gd name="connsiteY1644" fmla="*/ 210217 h 361950"/>
                <a:gd name="connsiteX1645" fmla="*/ 284321 w 352425"/>
                <a:gd name="connsiteY1645" fmla="*/ 209645 h 361950"/>
                <a:gd name="connsiteX1646" fmla="*/ 282988 w 352425"/>
                <a:gd name="connsiteY1646" fmla="*/ 209264 h 361950"/>
                <a:gd name="connsiteX1647" fmla="*/ 281845 w 352425"/>
                <a:gd name="connsiteY1647" fmla="*/ 208693 h 361950"/>
                <a:gd name="connsiteX1648" fmla="*/ 281083 w 352425"/>
                <a:gd name="connsiteY1648" fmla="*/ 207740 h 361950"/>
                <a:gd name="connsiteX1649" fmla="*/ 280416 w 352425"/>
                <a:gd name="connsiteY1649" fmla="*/ 207931 h 361950"/>
                <a:gd name="connsiteX1650" fmla="*/ 279940 w 352425"/>
                <a:gd name="connsiteY1650" fmla="*/ 207550 h 361950"/>
                <a:gd name="connsiteX1651" fmla="*/ 279654 w 352425"/>
                <a:gd name="connsiteY1651" fmla="*/ 206788 h 361950"/>
                <a:gd name="connsiteX1652" fmla="*/ 279463 w 352425"/>
                <a:gd name="connsiteY1652" fmla="*/ 205835 h 361950"/>
                <a:gd name="connsiteX1653" fmla="*/ 278416 w 352425"/>
                <a:gd name="connsiteY1653" fmla="*/ 206502 h 361950"/>
                <a:gd name="connsiteX1654" fmla="*/ 278892 w 352425"/>
                <a:gd name="connsiteY1654" fmla="*/ 204597 h 361950"/>
                <a:gd name="connsiteX1655" fmla="*/ 280416 w 352425"/>
                <a:gd name="connsiteY1655" fmla="*/ 204026 h 361950"/>
                <a:gd name="connsiteX1656" fmla="*/ 282035 w 352425"/>
                <a:gd name="connsiteY1656" fmla="*/ 204121 h 361950"/>
                <a:gd name="connsiteX1657" fmla="*/ 282797 w 352425"/>
                <a:gd name="connsiteY1657" fmla="*/ 204406 h 361950"/>
                <a:gd name="connsiteX1658" fmla="*/ 283464 w 352425"/>
                <a:gd name="connsiteY1658" fmla="*/ 205930 h 361950"/>
                <a:gd name="connsiteX1659" fmla="*/ 284797 w 352425"/>
                <a:gd name="connsiteY1659" fmla="*/ 206407 h 361950"/>
                <a:gd name="connsiteX1660" fmla="*/ 285940 w 352425"/>
                <a:gd name="connsiteY1660" fmla="*/ 205645 h 361950"/>
                <a:gd name="connsiteX1661" fmla="*/ 286131 w 352425"/>
                <a:gd name="connsiteY1661" fmla="*/ 203359 h 361950"/>
                <a:gd name="connsiteX1662" fmla="*/ 287560 w 352425"/>
                <a:gd name="connsiteY1662" fmla="*/ 205264 h 361950"/>
                <a:gd name="connsiteX1663" fmla="*/ 289369 w 352425"/>
                <a:gd name="connsiteY1663" fmla="*/ 206216 h 361950"/>
                <a:gd name="connsiteX1664" fmla="*/ 293846 w 352425"/>
                <a:gd name="connsiteY1664" fmla="*/ 207740 h 361950"/>
                <a:gd name="connsiteX1665" fmla="*/ 294227 w 352425"/>
                <a:gd name="connsiteY1665" fmla="*/ 206597 h 361950"/>
                <a:gd name="connsiteX1666" fmla="*/ 294894 w 352425"/>
                <a:gd name="connsiteY1666" fmla="*/ 205740 h 361950"/>
                <a:gd name="connsiteX1667" fmla="*/ 296513 w 352425"/>
                <a:gd name="connsiteY1667" fmla="*/ 204692 h 361950"/>
                <a:gd name="connsiteX1668" fmla="*/ 295846 w 352425"/>
                <a:gd name="connsiteY1668" fmla="*/ 204502 h 361950"/>
                <a:gd name="connsiteX1669" fmla="*/ 294418 w 352425"/>
                <a:gd name="connsiteY1669" fmla="*/ 204311 h 361950"/>
                <a:gd name="connsiteX1670" fmla="*/ 293751 w 352425"/>
                <a:gd name="connsiteY1670" fmla="*/ 204121 h 361950"/>
                <a:gd name="connsiteX1671" fmla="*/ 293656 w 352425"/>
                <a:gd name="connsiteY1671" fmla="*/ 203835 h 361950"/>
                <a:gd name="connsiteX1672" fmla="*/ 293751 w 352425"/>
                <a:gd name="connsiteY1672" fmla="*/ 203454 h 361950"/>
                <a:gd name="connsiteX1673" fmla="*/ 293751 w 352425"/>
                <a:gd name="connsiteY1673" fmla="*/ 203073 h 361950"/>
                <a:gd name="connsiteX1674" fmla="*/ 293370 w 352425"/>
                <a:gd name="connsiteY1674" fmla="*/ 202882 h 361950"/>
                <a:gd name="connsiteX1675" fmla="*/ 292513 w 352425"/>
                <a:gd name="connsiteY1675" fmla="*/ 202882 h 361950"/>
                <a:gd name="connsiteX1676" fmla="*/ 292132 w 352425"/>
                <a:gd name="connsiteY1676" fmla="*/ 202787 h 361950"/>
                <a:gd name="connsiteX1677" fmla="*/ 291751 w 352425"/>
                <a:gd name="connsiteY1677" fmla="*/ 202502 h 361950"/>
                <a:gd name="connsiteX1678" fmla="*/ 291274 w 352425"/>
                <a:gd name="connsiteY1678" fmla="*/ 201073 h 361950"/>
                <a:gd name="connsiteX1679" fmla="*/ 291941 w 352425"/>
                <a:gd name="connsiteY1679" fmla="*/ 199739 h 361950"/>
                <a:gd name="connsiteX1680" fmla="*/ 293084 w 352425"/>
                <a:gd name="connsiteY1680" fmla="*/ 198787 h 361950"/>
                <a:gd name="connsiteX1681" fmla="*/ 294227 w 352425"/>
                <a:gd name="connsiteY1681" fmla="*/ 198406 h 361950"/>
                <a:gd name="connsiteX1682" fmla="*/ 293560 w 352425"/>
                <a:gd name="connsiteY1682" fmla="*/ 197548 h 361950"/>
                <a:gd name="connsiteX1683" fmla="*/ 290417 w 352425"/>
                <a:gd name="connsiteY1683" fmla="*/ 195358 h 361950"/>
                <a:gd name="connsiteX1684" fmla="*/ 288417 w 352425"/>
                <a:gd name="connsiteY1684" fmla="*/ 196405 h 361950"/>
                <a:gd name="connsiteX1685" fmla="*/ 283655 w 352425"/>
                <a:gd name="connsiteY1685" fmla="*/ 195548 h 361950"/>
                <a:gd name="connsiteX1686" fmla="*/ 282226 w 352425"/>
                <a:gd name="connsiteY1686" fmla="*/ 196596 h 361950"/>
                <a:gd name="connsiteX1687" fmla="*/ 283273 w 352425"/>
                <a:gd name="connsiteY1687" fmla="*/ 197358 h 361950"/>
                <a:gd name="connsiteX1688" fmla="*/ 282988 w 352425"/>
                <a:gd name="connsiteY1688" fmla="*/ 198025 h 361950"/>
                <a:gd name="connsiteX1689" fmla="*/ 282130 w 352425"/>
                <a:gd name="connsiteY1689" fmla="*/ 198311 h 361950"/>
                <a:gd name="connsiteX1690" fmla="*/ 281654 w 352425"/>
                <a:gd name="connsiteY1690" fmla="*/ 198120 h 361950"/>
                <a:gd name="connsiteX1691" fmla="*/ 281559 w 352425"/>
                <a:gd name="connsiteY1691" fmla="*/ 195358 h 361950"/>
                <a:gd name="connsiteX1692" fmla="*/ 282130 w 352425"/>
                <a:gd name="connsiteY1692" fmla="*/ 194405 h 361950"/>
                <a:gd name="connsiteX1693" fmla="*/ 283655 w 352425"/>
                <a:gd name="connsiteY1693" fmla="*/ 194024 h 361950"/>
                <a:gd name="connsiteX1694" fmla="*/ 284797 w 352425"/>
                <a:gd name="connsiteY1694" fmla="*/ 194405 h 361950"/>
                <a:gd name="connsiteX1695" fmla="*/ 285940 w 352425"/>
                <a:gd name="connsiteY1695" fmla="*/ 195072 h 361950"/>
                <a:gd name="connsiteX1696" fmla="*/ 287083 w 352425"/>
                <a:gd name="connsiteY1696" fmla="*/ 195358 h 361950"/>
                <a:gd name="connsiteX1697" fmla="*/ 288322 w 352425"/>
                <a:gd name="connsiteY1697" fmla="*/ 194691 h 361950"/>
                <a:gd name="connsiteX1698" fmla="*/ 288893 w 352425"/>
                <a:gd name="connsiteY1698" fmla="*/ 193548 h 361950"/>
                <a:gd name="connsiteX1699" fmla="*/ 289179 w 352425"/>
                <a:gd name="connsiteY1699" fmla="*/ 191929 h 361950"/>
                <a:gd name="connsiteX1700" fmla="*/ 289179 w 352425"/>
                <a:gd name="connsiteY1700" fmla="*/ 190500 h 361950"/>
                <a:gd name="connsiteX1701" fmla="*/ 288893 w 352425"/>
                <a:gd name="connsiteY1701" fmla="*/ 189738 h 361950"/>
                <a:gd name="connsiteX1702" fmla="*/ 281464 w 352425"/>
                <a:gd name="connsiteY1702" fmla="*/ 189547 h 361950"/>
                <a:gd name="connsiteX1703" fmla="*/ 278892 w 352425"/>
                <a:gd name="connsiteY1703" fmla="*/ 190500 h 361950"/>
                <a:gd name="connsiteX1704" fmla="*/ 271272 w 352425"/>
                <a:gd name="connsiteY1704" fmla="*/ 190310 h 361950"/>
                <a:gd name="connsiteX1705" fmla="*/ 272320 w 352425"/>
                <a:gd name="connsiteY1705" fmla="*/ 189071 h 361950"/>
                <a:gd name="connsiteX1706" fmla="*/ 273367 w 352425"/>
                <a:gd name="connsiteY1706" fmla="*/ 188404 h 361950"/>
                <a:gd name="connsiteX1707" fmla="*/ 274415 w 352425"/>
                <a:gd name="connsiteY1707" fmla="*/ 188023 h 361950"/>
                <a:gd name="connsiteX1708" fmla="*/ 275558 w 352425"/>
                <a:gd name="connsiteY1708" fmla="*/ 187738 h 361950"/>
                <a:gd name="connsiteX1709" fmla="*/ 275558 w 352425"/>
                <a:gd name="connsiteY1709" fmla="*/ 187071 h 361950"/>
                <a:gd name="connsiteX1710" fmla="*/ 273939 w 352425"/>
                <a:gd name="connsiteY1710" fmla="*/ 187071 h 361950"/>
                <a:gd name="connsiteX1711" fmla="*/ 274130 w 352425"/>
                <a:gd name="connsiteY1711" fmla="*/ 186785 h 361950"/>
                <a:gd name="connsiteX1712" fmla="*/ 274130 w 352425"/>
                <a:gd name="connsiteY1712" fmla="*/ 186690 h 361950"/>
                <a:gd name="connsiteX1713" fmla="*/ 274225 w 352425"/>
                <a:gd name="connsiteY1713" fmla="*/ 186595 h 361950"/>
                <a:gd name="connsiteX1714" fmla="*/ 274510 w 352425"/>
                <a:gd name="connsiteY1714" fmla="*/ 186404 h 361950"/>
                <a:gd name="connsiteX1715" fmla="*/ 271748 w 352425"/>
                <a:gd name="connsiteY1715" fmla="*/ 185166 h 361950"/>
                <a:gd name="connsiteX1716" fmla="*/ 272605 w 352425"/>
                <a:gd name="connsiteY1716" fmla="*/ 184213 h 361950"/>
                <a:gd name="connsiteX1717" fmla="*/ 273558 w 352425"/>
                <a:gd name="connsiteY1717" fmla="*/ 184118 h 361950"/>
                <a:gd name="connsiteX1718" fmla="*/ 275558 w 352425"/>
                <a:gd name="connsiteY1718" fmla="*/ 185166 h 361950"/>
                <a:gd name="connsiteX1719" fmla="*/ 275939 w 352425"/>
                <a:gd name="connsiteY1719" fmla="*/ 183737 h 361950"/>
                <a:gd name="connsiteX1720" fmla="*/ 276701 w 352425"/>
                <a:gd name="connsiteY1720" fmla="*/ 182404 h 361950"/>
                <a:gd name="connsiteX1721" fmla="*/ 277463 w 352425"/>
                <a:gd name="connsiteY1721" fmla="*/ 181832 h 361950"/>
                <a:gd name="connsiteX1722" fmla="*/ 277749 w 352425"/>
                <a:gd name="connsiteY1722" fmla="*/ 182880 h 361950"/>
                <a:gd name="connsiteX1723" fmla="*/ 278321 w 352425"/>
                <a:gd name="connsiteY1723" fmla="*/ 183737 h 361950"/>
                <a:gd name="connsiteX1724" fmla="*/ 279368 w 352425"/>
                <a:gd name="connsiteY1724" fmla="*/ 183452 h 361950"/>
                <a:gd name="connsiteX1725" fmla="*/ 280035 w 352425"/>
                <a:gd name="connsiteY1725" fmla="*/ 182499 h 361950"/>
                <a:gd name="connsiteX1726" fmla="*/ 279463 w 352425"/>
                <a:gd name="connsiteY1726" fmla="*/ 181356 h 361950"/>
                <a:gd name="connsiteX1727" fmla="*/ 279463 w 352425"/>
                <a:gd name="connsiteY1727" fmla="*/ 180689 h 361950"/>
                <a:gd name="connsiteX1728" fmla="*/ 280416 w 352425"/>
                <a:gd name="connsiteY1728" fmla="*/ 179737 h 361950"/>
                <a:gd name="connsiteX1729" fmla="*/ 281464 w 352425"/>
                <a:gd name="connsiteY1729" fmla="*/ 178022 h 361950"/>
                <a:gd name="connsiteX1730" fmla="*/ 281940 w 352425"/>
                <a:gd name="connsiteY1730" fmla="*/ 176213 h 361950"/>
                <a:gd name="connsiteX1731" fmla="*/ 281083 w 352425"/>
                <a:gd name="connsiteY1731" fmla="*/ 175070 h 361950"/>
                <a:gd name="connsiteX1732" fmla="*/ 281083 w 352425"/>
                <a:gd name="connsiteY1732" fmla="*/ 174403 h 361950"/>
                <a:gd name="connsiteX1733" fmla="*/ 283083 w 352425"/>
                <a:gd name="connsiteY1733" fmla="*/ 174974 h 361950"/>
                <a:gd name="connsiteX1734" fmla="*/ 284035 w 352425"/>
                <a:gd name="connsiteY1734" fmla="*/ 174974 h 361950"/>
                <a:gd name="connsiteX1735" fmla="*/ 284988 w 352425"/>
                <a:gd name="connsiteY1735" fmla="*/ 174403 h 361950"/>
                <a:gd name="connsiteX1736" fmla="*/ 284416 w 352425"/>
                <a:gd name="connsiteY1736" fmla="*/ 173736 h 361950"/>
                <a:gd name="connsiteX1737" fmla="*/ 284035 w 352425"/>
                <a:gd name="connsiteY1737" fmla="*/ 172784 h 361950"/>
                <a:gd name="connsiteX1738" fmla="*/ 284131 w 352425"/>
                <a:gd name="connsiteY1738" fmla="*/ 172021 h 361950"/>
                <a:gd name="connsiteX1739" fmla="*/ 284988 w 352425"/>
                <a:gd name="connsiteY1739" fmla="*/ 171926 h 361950"/>
                <a:gd name="connsiteX1740" fmla="*/ 285750 w 352425"/>
                <a:gd name="connsiteY1740" fmla="*/ 172403 h 361950"/>
                <a:gd name="connsiteX1741" fmla="*/ 286131 w 352425"/>
                <a:gd name="connsiteY1741" fmla="*/ 173164 h 361950"/>
                <a:gd name="connsiteX1742" fmla="*/ 287560 w 352425"/>
                <a:gd name="connsiteY1742" fmla="*/ 178975 h 361950"/>
                <a:gd name="connsiteX1743" fmla="*/ 288226 w 352425"/>
                <a:gd name="connsiteY1743" fmla="*/ 180880 h 361950"/>
                <a:gd name="connsiteX1744" fmla="*/ 289369 w 352425"/>
                <a:gd name="connsiteY1744" fmla="*/ 182499 h 361950"/>
                <a:gd name="connsiteX1745" fmla="*/ 289655 w 352425"/>
                <a:gd name="connsiteY1745" fmla="*/ 180499 h 361950"/>
                <a:gd name="connsiteX1746" fmla="*/ 288893 w 352425"/>
                <a:gd name="connsiteY1746" fmla="*/ 175641 h 361950"/>
                <a:gd name="connsiteX1747" fmla="*/ 289369 w 352425"/>
                <a:gd name="connsiteY1747" fmla="*/ 173736 h 361950"/>
                <a:gd name="connsiteX1748" fmla="*/ 289084 w 352425"/>
                <a:gd name="connsiteY1748" fmla="*/ 172212 h 361950"/>
                <a:gd name="connsiteX1749" fmla="*/ 290322 w 352425"/>
                <a:gd name="connsiteY1749" fmla="*/ 171736 h 361950"/>
                <a:gd name="connsiteX1750" fmla="*/ 291465 w 352425"/>
                <a:gd name="connsiteY1750" fmla="*/ 172307 h 361950"/>
                <a:gd name="connsiteX1751" fmla="*/ 290798 w 352425"/>
                <a:gd name="connsiteY1751" fmla="*/ 174022 h 361950"/>
                <a:gd name="connsiteX1752" fmla="*/ 290513 w 352425"/>
                <a:gd name="connsiteY1752" fmla="*/ 175260 h 361950"/>
                <a:gd name="connsiteX1753" fmla="*/ 290322 w 352425"/>
                <a:gd name="connsiteY1753" fmla="*/ 179832 h 361950"/>
                <a:gd name="connsiteX1754" fmla="*/ 290513 w 352425"/>
                <a:gd name="connsiteY1754" fmla="*/ 181261 h 361950"/>
                <a:gd name="connsiteX1755" fmla="*/ 291370 w 352425"/>
                <a:gd name="connsiteY1755" fmla="*/ 182975 h 361950"/>
                <a:gd name="connsiteX1756" fmla="*/ 292798 w 352425"/>
                <a:gd name="connsiteY1756" fmla="*/ 183642 h 361950"/>
                <a:gd name="connsiteX1757" fmla="*/ 295465 w 352425"/>
                <a:gd name="connsiteY1757" fmla="*/ 183737 h 361950"/>
                <a:gd name="connsiteX1758" fmla="*/ 297085 w 352425"/>
                <a:gd name="connsiteY1758" fmla="*/ 182975 h 361950"/>
                <a:gd name="connsiteX1759" fmla="*/ 298228 w 352425"/>
                <a:gd name="connsiteY1759" fmla="*/ 181737 h 361950"/>
                <a:gd name="connsiteX1760" fmla="*/ 298799 w 352425"/>
                <a:gd name="connsiteY1760" fmla="*/ 181261 h 361950"/>
                <a:gd name="connsiteX1761" fmla="*/ 299847 w 352425"/>
                <a:gd name="connsiteY1761" fmla="*/ 178689 h 361950"/>
                <a:gd name="connsiteX1762" fmla="*/ 301085 w 352425"/>
                <a:gd name="connsiteY1762" fmla="*/ 176498 h 361950"/>
                <a:gd name="connsiteX1763" fmla="*/ 301371 w 352425"/>
                <a:gd name="connsiteY1763" fmla="*/ 172593 h 361950"/>
                <a:gd name="connsiteX1764" fmla="*/ 300799 w 352425"/>
                <a:gd name="connsiteY1764" fmla="*/ 168783 h 361950"/>
                <a:gd name="connsiteX1765" fmla="*/ 299847 w 352425"/>
                <a:gd name="connsiteY1765" fmla="*/ 166783 h 361950"/>
                <a:gd name="connsiteX1766" fmla="*/ 300514 w 352425"/>
                <a:gd name="connsiteY1766" fmla="*/ 166021 h 361950"/>
                <a:gd name="connsiteX1767" fmla="*/ 301276 w 352425"/>
                <a:gd name="connsiteY1767" fmla="*/ 165545 h 361950"/>
                <a:gd name="connsiteX1768" fmla="*/ 302133 w 352425"/>
                <a:gd name="connsiteY1768" fmla="*/ 165354 h 361950"/>
                <a:gd name="connsiteX1769" fmla="*/ 303181 w 352425"/>
                <a:gd name="connsiteY1769" fmla="*/ 165354 h 361950"/>
                <a:gd name="connsiteX1770" fmla="*/ 302228 w 352425"/>
                <a:gd name="connsiteY1770" fmla="*/ 168212 h 361950"/>
                <a:gd name="connsiteX1771" fmla="*/ 302228 w 352425"/>
                <a:gd name="connsiteY1771" fmla="*/ 169450 h 361950"/>
                <a:gd name="connsiteX1772" fmla="*/ 303181 w 352425"/>
                <a:gd name="connsiteY1772" fmla="*/ 170307 h 361950"/>
                <a:gd name="connsiteX1773" fmla="*/ 303562 w 352425"/>
                <a:gd name="connsiteY1773" fmla="*/ 169831 h 361950"/>
                <a:gd name="connsiteX1774" fmla="*/ 304514 w 352425"/>
                <a:gd name="connsiteY1774" fmla="*/ 169069 h 361950"/>
                <a:gd name="connsiteX1775" fmla="*/ 305562 w 352425"/>
                <a:gd name="connsiteY1775" fmla="*/ 168878 h 361950"/>
                <a:gd name="connsiteX1776" fmla="*/ 306324 w 352425"/>
                <a:gd name="connsiteY1776" fmla="*/ 170212 h 361950"/>
                <a:gd name="connsiteX1777" fmla="*/ 305371 w 352425"/>
                <a:gd name="connsiteY1777" fmla="*/ 170212 h 361950"/>
                <a:gd name="connsiteX1778" fmla="*/ 304514 w 352425"/>
                <a:gd name="connsiteY1778" fmla="*/ 170402 h 361950"/>
                <a:gd name="connsiteX1779" fmla="*/ 303752 w 352425"/>
                <a:gd name="connsiteY1779" fmla="*/ 170783 h 361950"/>
                <a:gd name="connsiteX1780" fmla="*/ 302990 w 352425"/>
                <a:gd name="connsiteY1780" fmla="*/ 171355 h 361950"/>
                <a:gd name="connsiteX1781" fmla="*/ 303181 w 352425"/>
                <a:gd name="connsiteY1781" fmla="*/ 172498 h 361950"/>
                <a:gd name="connsiteX1782" fmla="*/ 302705 w 352425"/>
                <a:gd name="connsiteY1782" fmla="*/ 174879 h 361950"/>
                <a:gd name="connsiteX1783" fmla="*/ 302609 w 352425"/>
                <a:gd name="connsiteY1783" fmla="*/ 176879 h 361950"/>
                <a:gd name="connsiteX1784" fmla="*/ 302228 w 352425"/>
                <a:gd name="connsiteY1784" fmla="*/ 179451 h 361950"/>
                <a:gd name="connsiteX1785" fmla="*/ 302133 w 352425"/>
                <a:gd name="connsiteY1785" fmla="*/ 180689 h 361950"/>
                <a:gd name="connsiteX1786" fmla="*/ 301942 w 352425"/>
                <a:gd name="connsiteY1786" fmla="*/ 183737 h 361950"/>
                <a:gd name="connsiteX1787" fmla="*/ 304133 w 352425"/>
                <a:gd name="connsiteY1787" fmla="*/ 184309 h 361950"/>
                <a:gd name="connsiteX1788" fmla="*/ 306419 w 352425"/>
                <a:gd name="connsiteY1788" fmla="*/ 184309 h 361950"/>
                <a:gd name="connsiteX1789" fmla="*/ 310705 w 352425"/>
                <a:gd name="connsiteY1789" fmla="*/ 181928 h 361950"/>
                <a:gd name="connsiteX1790" fmla="*/ 312991 w 352425"/>
                <a:gd name="connsiteY1790" fmla="*/ 181165 h 361950"/>
                <a:gd name="connsiteX1791" fmla="*/ 314611 w 352425"/>
                <a:gd name="connsiteY1791" fmla="*/ 181165 h 361950"/>
                <a:gd name="connsiteX1792" fmla="*/ 314325 w 352425"/>
                <a:gd name="connsiteY1792" fmla="*/ 180404 h 361950"/>
                <a:gd name="connsiteX1793" fmla="*/ 314325 w 352425"/>
                <a:gd name="connsiteY1793" fmla="*/ 179832 h 361950"/>
                <a:gd name="connsiteX1794" fmla="*/ 314611 w 352425"/>
                <a:gd name="connsiteY1794" fmla="*/ 178594 h 361950"/>
                <a:gd name="connsiteX1795" fmla="*/ 315754 w 352425"/>
                <a:gd name="connsiteY1795" fmla="*/ 179261 h 361950"/>
                <a:gd name="connsiteX1796" fmla="*/ 315182 w 352425"/>
                <a:gd name="connsiteY1796" fmla="*/ 177355 h 361950"/>
                <a:gd name="connsiteX1797" fmla="*/ 315373 w 352425"/>
                <a:gd name="connsiteY1797" fmla="*/ 176213 h 361950"/>
                <a:gd name="connsiteX1798" fmla="*/ 316421 w 352425"/>
                <a:gd name="connsiteY1798" fmla="*/ 175641 h 361950"/>
                <a:gd name="connsiteX1799" fmla="*/ 318421 w 352425"/>
                <a:gd name="connsiteY1799" fmla="*/ 175546 h 361950"/>
                <a:gd name="connsiteX1800" fmla="*/ 317944 w 352425"/>
                <a:gd name="connsiteY1800" fmla="*/ 174974 h 361950"/>
                <a:gd name="connsiteX1801" fmla="*/ 317087 w 352425"/>
                <a:gd name="connsiteY1801" fmla="*/ 173355 h 361950"/>
                <a:gd name="connsiteX1802" fmla="*/ 316992 w 352425"/>
                <a:gd name="connsiteY1802" fmla="*/ 172974 h 361950"/>
                <a:gd name="connsiteX1803" fmla="*/ 316039 w 352425"/>
                <a:gd name="connsiteY1803" fmla="*/ 173260 h 361950"/>
                <a:gd name="connsiteX1804" fmla="*/ 314992 w 352425"/>
                <a:gd name="connsiteY1804" fmla="*/ 174593 h 361950"/>
                <a:gd name="connsiteX1805" fmla="*/ 314230 w 352425"/>
                <a:gd name="connsiteY1805" fmla="*/ 174879 h 361950"/>
                <a:gd name="connsiteX1806" fmla="*/ 312801 w 352425"/>
                <a:gd name="connsiteY1806" fmla="*/ 174307 h 361950"/>
                <a:gd name="connsiteX1807" fmla="*/ 311467 w 352425"/>
                <a:gd name="connsiteY1807" fmla="*/ 172974 h 361950"/>
                <a:gd name="connsiteX1808" fmla="*/ 310991 w 352425"/>
                <a:gd name="connsiteY1808" fmla="*/ 171736 h 361950"/>
                <a:gd name="connsiteX1809" fmla="*/ 312230 w 352425"/>
                <a:gd name="connsiteY1809" fmla="*/ 171164 h 361950"/>
                <a:gd name="connsiteX1810" fmla="*/ 311944 w 352425"/>
                <a:gd name="connsiteY1810" fmla="*/ 170307 h 361950"/>
                <a:gd name="connsiteX1811" fmla="*/ 311753 w 352425"/>
                <a:gd name="connsiteY1811" fmla="*/ 169926 h 361950"/>
                <a:gd name="connsiteX1812" fmla="*/ 313087 w 352425"/>
                <a:gd name="connsiteY1812" fmla="*/ 169926 h 361950"/>
                <a:gd name="connsiteX1813" fmla="*/ 313563 w 352425"/>
                <a:gd name="connsiteY1813" fmla="*/ 169450 h 361950"/>
                <a:gd name="connsiteX1814" fmla="*/ 313563 w 352425"/>
                <a:gd name="connsiteY1814" fmla="*/ 168783 h 361950"/>
                <a:gd name="connsiteX1815" fmla="*/ 313372 w 352425"/>
                <a:gd name="connsiteY1815" fmla="*/ 168021 h 361950"/>
                <a:gd name="connsiteX1816" fmla="*/ 313182 w 352425"/>
                <a:gd name="connsiteY1816" fmla="*/ 168116 h 361950"/>
                <a:gd name="connsiteX1817" fmla="*/ 312325 w 352425"/>
                <a:gd name="connsiteY1817" fmla="*/ 167164 h 361950"/>
                <a:gd name="connsiteX1818" fmla="*/ 312325 w 352425"/>
                <a:gd name="connsiteY1818" fmla="*/ 165830 h 361950"/>
                <a:gd name="connsiteX1819" fmla="*/ 312706 w 352425"/>
                <a:gd name="connsiteY1819" fmla="*/ 164211 h 361950"/>
                <a:gd name="connsiteX1820" fmla="*/ 312230 w 352425"/>
                <a:gd name="connsiteY1820" fmla="*/ 163354 h 361950"/>
                <a:gd name="connsiteX1821" fmla="*/ 312706 w 352425"/>
                <a:gd name="connsiteY1821" fmla="*/ 162592 h 361950"/>
                <a:gd name="connsiteX1822" fmla="*/ 313277 w 352425"/>
                <a:gd name="connsiteY1822" fmla="*/ 161639 h 361950"/>
                <a:gd name="connsiteX1823" fmla="*/ 312801 w 352425"/>
                <a:gd name="connsiteY1823" fmla="*/ 160782 h 361950"/>
                <a:gd name="connsiteX1824" fmla="*/ 313372 w 352425"/>
                <a:gd name="connsiteY1824" fmla="*/ 160115 h 361950"/>
                <a:gd name="connsiteX1825" fmla="*/ 313849 w 352425"/>
                <a:gd name="connsiteY1825" fmla="*/ 159925 h 361950"/>
                <a:gd name="connsiteX1826" fmla="*/ 314706 w 352425"/>
                <a:gd name="connsiteY1826" fmla="*/ 160496 h 361950"/>
                <a:gd name="connsiteX1827" fmla="*/ 315468 w 352425"/>
                <a:gd name="connsiteY1827" fmla="*/ 161639 h 361950"/>
                <a:gd name="connsiteX1828" fmla="*/ 315468 w 352425"/>
                <a:gd name="connsiteY1828" fmla="*/ 160306 h 361950"/>
                <a:gd name="connsiteX1829" fmla="*/ 315944 w 352425"/>
                <a:gd name="connsiteY1829" fmla="*/ 159544 h 361950"/>
                <a:gd name="connsiteX1830" fmla="*/ 316421 w 352425"/>
                <a:gd name="connsiteY1830" fmla="*/ 158877 h 361950"/>
                <a:gd name="connsiteX1831" fmla="*/ 316516 w 352425"/>
                <a:gd name="connsiteY1831" fmla="*/ 157924 h 361950"/>
                <a:gd name="connsiteX1832" fmla="*/ 314230 w 352425"/>
                <a:gd name="connsiteY1832" fmla="*/ 155162 h 361950"/>
                <a:gd name="connsiteX1833" fmla="*/ 314039 w 352425"/>
                <a:gd name="connsiteY1833" fmla="*/ 154496 h 361950"/>
                <a:gd name="connsiteX1834" fmla="*/ 314325 w 352425"/>
                <a:gd name="connsiteY1834" fmla="*/ 153543 h 361950"/>
                <a:gd name="connsiteX1835" fmla="*/ 313658 w 352425"/>
                <a:gd name="connsiteY1835" fmla="*/ 152971 h 361950"/>
                <a:gd name="connsiteX1836" fmla="*/ 312610 w 352425"/>
                <a:gd name="connsiteY1836" fmla="*/ 152495 h 361950"/>
                <a:gd name="connsiteX1837" fmla="*/ 311848 w 352425"/>
                <a:gd name="connsiteY1837" fmla="*/ 152019 h 361950"/>
                <a:gd name="connsiteX1838" fmla="*/ 311658 w 352425"/>
                <a:gd name="connsiteY1838" fmla="*/ 151067 h 361950"/>
                <a:gd name="connsiteX1839" fmla="*/ 312610 w 352425"/>
                <a:gd name="connsiteY1839" fmla="*/ 150495 h 361950"/>
                <a:gd name="connsiteX1840" fmla="*/ 314801 w 352425"/>
                <a:gd name="connsiteY1840" fmla="*/ 149828 h 361950"/>
                <a:gd name="connsiteX1841" fmla="*/ 314134 w 352425"/>
                <a:gd name="connsiteY1841" fmla="*/ 148685 h 361950"/>
                <a:gd name="connsiteX1842" fmla="*/ 314801 w 352425"/>
                <a:gd name="connsiteY1842" fmla="*/ 148209 h 361950"/>
                <a:gd name="connsiteX1843" fmla="*/ 315944 w 352425"/>
                <a:gd name="connsiteY1843" fmla="*/ 147828 h 361950"/>
                <a:gd name="connsiteX1844" fmla="*/ 316516 w 352425"/>
                <a:gd name="connsiteY1844" fmla="*/ 147066 h 361950"/>
                <a:gd name="connsiteX1845" fmla="*/ 316516 w 352425"/>
                <a:gd name="connsiteY1845" fmla="*/ 144875 h 361950"/>
                <a:gd name="connsiteX1846" fmla="*/ 316135 w 352425"/>
                <a:gd name="connsiteY1846" fmla="*/ 144018 h 361950"/>
                <a:gd name="connsiteX1847" fmla="*/ 315087 w 352425"/>
                <a:gd name="connsiteY1847" fmla="*/ 143637 h 361950"/>
                <a:gd name="connsiteX1848" fmla="*/ 314230 w 352425"/>
                <a:gd name="connsiteY1848" fmla="*/ 143161 h 361950"/>
                <a:gd name="connsiteX1849" fmla="*/ 312991 w 352425"/>
                <a:gd name="connsiteY1849" fmla="*/ 141065 h 361950"/>
                <a:gd name="connsiteX1850" fmla="*/ 312039 w 352425"/>
                <a:gd name="connsiteY1850" fmla="*/ 140494 h 361950"/>
                <a:gd name="connsiteX1851" fmla="*/ 310705 w 352425"/>
                <a:gd name="connsiteY1851" fmla="*/ 141732 h 361950"/>
                <a:gd name="connsiteX1852" fmla="*/ 309181 w 352425"/>
                <a:gd name="connsiteY1852" fmla="*/ 142113 h 361950"/>
                <a:gd name="connsiteX1853" fmla="*/ 308229 w 352425"/>
                <a:gd name="connsiteY1853" fmla="*/ 141732 h 361950"/>
                <a:gd name="connsiteX1854" fmla="*/ 307086 w 352425"/>
                <a:gd name="connsiteY1854" fmla="*/ 142780 h 361950"/>
                <a:gd name="connsiteX1855" fmla="*/ 305562 w 352425"/>
                <a:gd name="connsiteY1855" fmla="*/ 142780 h 361950"/>
                <a:gd name="connsiteX1856" fmla="*/ 304229 w 352425"/>
                <a:gd name="connsiteY1856" fmla="*/ 143637 h 361950"/>
                <a:gd name="connsiteX1857" fmla="*/ 302419 w 352425"/>
                <a:gd name="connsiteY1857" fmla="*/ 144209 h 361950"/>
                <a:gd name="connsiteX1858" fmla="*/ 300704 w 352425"/>
                <a:gd name="connsiteY1858" fmla="*/ 146495 h 361950"/>
                <a:gd name="connsiteX1859" fmla="*/ 298609 w 352425"/>
                <a:gd name="connsiteY1859" fmla="*/ 147638 h 361950"/>
                <a:gd name="connsiteX1860" fmla="*/ 298323 w 352425"/>
                <a:gd name="connsiteY1860" fmla="*/ 149257 h 361950"/>
                <a:gd name="connsiteX1861" fmla="*/ 299371 w 352425"/>
                <a:gd name="connsiteY1861" fmla="*/ 148971 h 361950"/>
                <a:gd name="connsiteX1862" fmla="*/ 299942 w 352425"/>
                <a:gd name="connsiteY1862" fmla="*/ 149162 h 361950"/>
                <a:gd name="connsiteX1863" fmla="*/ 301276 w 352425"/>
                <a:gd name="connsiteY1863" fmla="*/ 149352 h 361950"/>
                <a:gd name="connsiteX1864" fmla="*/ 302609 w 352425"/>
                <a:gd name="connsiteY1864" fmla="*/ 149162 h 361950"/>
                <a:gd name="connsiteX1865" fmla="*/ 303752 w 352425"/>
                <a:gd name="connsiteY1865" fmla="*/ 148590 h 361950"/>
                <a:gd name="connsiteX1866" fmla="*/ 304705 w 352425"/>
                <a:gd name="connsiteY1866" fmla="*/ 149162 h 361950"/>
                <a:gd name="connsiteX1867" fmla="*/ 305562 w 352425"/>
                <a:gd name="connsiteY1867" fmla="*/ 149543 h 361950"/>
                <a:gd name="connsiteX1868" fmla="*/ 306229 w 352425"/>
                <a:gd name="connsiteY1868" fmla="*/ 150114 h 361950"/>
                <a:gd name="connsiteX1869" fmla="*/ 306419 w 352425"/>
                <a:gd name="connsiteY1869" fmla="*/ 151162 h 361950"/>
                <a:gd name="connsiteX1870" fmla="*/ 305086 w 352425"/>
                <a:gd name="connsiteY1870" fmla="*/ 150781 h 361950"/>
                <a:gd name="connsiteX1871" fmla="*/ 304324 w 352425"/>
                <a:gd name="connsiteY1871" fmla="*/ 152019 h 361950"/>
                <a:gd name="connsiteX1872" fmla="*/ 303562 w 352425"/>
                <a:gd name="connsiteY1872" fmla="*/ 154210 h 361950"/>
                <a:gd name="connsiteX1873" fmla="*/ 301847 w 352425"/>
                <a:gd name="connsiteY1873" fmla="*/ 155543 h 361950"/>
                <a:gd name="connsiteX1874" fmla="*/ 300895 w 352425"/>
                <a:gd name="connsiteY1874" fmla="*/ 156115 h 361950"/>
                <a:gd name="connsiteX1875" fmla="*/ 299752 w 352425"/>
                <a:gd name="connsiteY1875" fmla="*/ 155448 h 361950"/>
                <a:gd name="connsiteX1876" fmla="*/ 299466 w 352425"/>
                <a:gd name="connsiteY1876" fmla="*/ 154591 h 361950"/>
                <a:gd name="connsiteX1877" fmla="*/ 299180 w 352425"/>
                <a:gd name="connsiteY1877" fmla="*/ 153448 h 361950"/>
                <a:gd name="connsiteX1878" fmla="*/ 299942 w 352425"/>
                <a:gd name="connsiteY1878" fmla="*/ 151447 h 361950"/>
                <a:gd name="connsiteX1879" fmla="*/ 299752 w 352425"/>
                <a:gd name="connsiteY1879" fmla="*/ 150495 h 361950"/>
                <a:gd name="connsiteX1880" fmla="*/ 298323 w 352425"/>
                <a:gd name="connsiteY1880" fmla="*/ 151162 h 361950"/>
                <a:gd name="connsiteX1881" fmla="*/ 297656 w 352425"/>
                <a:gd name="connsiteY1881" fmla="*/ 151543 h 361950"/>
                <a:gd name="connsiteX1882" fmla="*/ 297180 w 352425"/>
                <a:gd name="connsiteY1882" fmla="*/ 151638 h 361950"/>
                <a:gd name="connsiteX1883" fmla="*/ 296799 w 352425"/>
                <a:gd name="connsiteY1883" fmla="*/ 151257 h 361950"/>
                <a:gd name="connsiteX1884" fmla="*/ 296704 w 352425"/>
                <a:gd name="connsiteY1884" fmla="*/ 150686 h 361950"/>
                <a:gd name="connsiteX1885" fmla="*/ 296704 w 352425"/>
                <a:gd name="connsiteY1885" fmla="*/ 150114 h 361950"/>
                <a:gd name="connsiteX1886" fmla="*/ 296608 w 352425"/>
                <a:gd name="connsiteY1886" fmla="*/ 149828 h 361950"/>
                <a:gd name="connsiteX1887" fmla="*/ 295561 w 352425"/>
                <a:gd name="connsiteY1887" fmla="*/ 149828 h 361950"/>
                <a:gd name="connsiteX1888" fmla="*/ 294704 w 352425"/>
                <a:gd name="connsiteY1888" fmla="*/ 150209 h 361950"/>
                <a:gd name="connsiteX1889" fmla="*/ 293275 w 352425"/>
                <a:gd name="connsiteY1889" fmla="*/ 151162 h 361950"/>
                <a:gd name="connsiteX1890" fmla="*/ 292703 w 352425"/>
                <a:gd name="connsiteY1890" fmla="*/ 151447 h 361950"/>
                <a:gd name="connsiteX1891" fmla="*/ 292798 w 352425"/>
                <a:gd name="connsiteY1891" fmla="*/ 152305 h 361950"/>
                <a:gd name="connsiteX1892" fmla="*/ 290131 w 352425"/>
                <a:gd name="connsiteY1892" fmla="*/ 153734 h 361950"/>
                <a:gd name="connsiteX1893" fmla="*/ 286893 w 352425"/>
                <a:gd name="connsiteY1893" fmla="*/ 154877 h 361950"/>
                <a:gd name="connsiteX1894" fmla="*/ 285274 w 352425"/>
                <a:gd name="connsiteY1894" fmla="*/ 155353 h 361950"/>
                <a:gd name="connsiteX1895" fmla="*/ 284321 w 352425"/>
                <a:gd name="connsiteY1895" fmla="*/ 155638 h 361950"/>
                <a:gd name="connsiteX1896" fmla="*/ 283559 w 352425"/>
                <a:gd name="connsiteY1896" fmla="*/ 156686 h 361950"/>
                <a:gd name="connsiteX1897" fmla="*/ 283083 w 352425"/>
                <a:gd name="connsiteY1897" fmla="*/ 157829 h 361950"/>
                <a:gd name="connsiteX1898" fmla="*/ 282702 w 352425"/>
                <a:gd name="connsiteY1898" fmla="*/ 158877 h 361950"/>
                <a:gd name="connsiteX1899" fmla="*/ 281845 w 352425"/>
                <a:gd name="connsiteY1899" fmla="*/ 160211 h 361950"/>
                <a:gd name="connsiteX1900" fmla="*/ 281273 w 352425"/>
                <a:gd name="connsiteY1900" fmla="*/ 160877 h 361950"/>
                <a:gd name="connsiteX1901" fmla="*/ 280321 w 352425"/>
                <a:gd name="connsiteY1901" fmla="*/ 161830 h 361950"/>
                <a:gd name="connsiteX1902" fmla="*/ 279463 w 352425"/>
                <a:gd name="connsiteY1902" fmla="*/ 162592 h 361950"/>
                <a:gd name="connsiteX1903" fmla="*/ 278511 w 352425"/>
                <a:gd name="connsiteY1903" fmla="*/ 163068 h 361950"/>
                <a:gd name="connsiteX1904" fmla="*/ 277558 w 352425"/>
                <a:gd name="connsiteY1904" fmla="*/ 163354 h 361950"/>
                <a:gd name="connsiteX1905" fmla="*/ 277082 w 352425"/>
                <a:gd name="connsiteY1905" fmla="*/ 162211 h 361950"/>
                <a:gd name="connsiteX1906" fmla="*/ 276892 w 352425"/>
                <a:gd name="connsiteY1906" fmla="*/ 161735 h 361950"/>
                <a:gd name="connsiteX1907" fmla="*/ 276987 w 352425"/>
                <a:gd name="connsiteY1907" fmla="*/ 161258 h 361950"/>
                <a:gd name="connsiteX1908" fmla="*/ 277273 w 352425"/>
                <a:gd name="connsiteY1908" fmla="*/ 161068 h 361950"/>
                <a:gd name="connsiteX1909" fmla="*/ 278606 w 352425"/>
                <a:gd name="connsiteY1909" fmla="*/ 160401 h 361950"/>
                <a:gd name="connsiteX1910" fmla="*/ 279749 w 352425"/>
                <a:gd name="connsiteY1910" fmla="*/ 158972 h 361950"/>
                <a:gd name="connsiteX1911" fmla="*/ 279940 w 352425"/>
                <a:gd name="connsiteY1911" fmla="*/ 157639 h 361950"/>
                <a:gd name="connsiteX1912" fmla="*/ 278225 w 352425"/>
                <a:gd name="connsiteY1912" fmla="*/ 157258 h 361950"/>
                <a:gd name="connsiteX1913" fmla="*/ 278892 w 352425"/>
                <a:gd name="connsiteY1913" fmla="*/ 155448 h 361950"/>
                <a:gd name="connsiteX1914" fmla="*/ 279273 w 352425"/>
                <a:gd name="connsiteY1914" fmla="*/ 154686 h 361950"/>
                <a:gd name="connsiteX1915" fmla="*/ 277273 w 352425"/>
                <a:gd name="connsiteY1915" fmla="*/ 155543 h 361950"/>
                <a:gd name="connsiteX1916" fmla="*/ 276796 w 352425"/>
                <a:gd name="connsiteY1916" fmla="*/ 157924 h 361950"/>
                <a:gd name="connsiteX1917" fmla="*/ 276130 w 352425"/>
                <a:gd name="connsiteY1917" fmla="*/ 160496 h 361950"/>
                <a:gd name="connsiteX1918" fmla="*/ 274320 w 352425"/>
                <a:gd name="connsiteY1918" fmla="*/ 160972 h 361950"/>
                <a:gd name="connsiteX1919" fmla="*/ 274320 w 352425"/>
                <a:gd name="connsiteY1919" fmla="*/ 158782 h 361950"/>
                <a:gd name="connsiteX1920" fmla="*/ 273177 w 352425"/>
                <a:gd name="connsiteY1920" fmla="*/ 156210 h 361950"/>
                <a:gd name="connsiteX1921" fmla="*/ 274225 w 352425"/>
                <a:gd name="connsiteY1921" fmla="*/ 154972 h 361950"/>
                <a:gd name="connsiteX1922" fmla="*/ 275368 w 352425"/>
                <a:gd name="connsiteY1922" fmla="*/ 154210 h 361950"/>
                <a:gd name="connsiteX1923" fmla="*/ 275463 w 352425"/>
                <a:gd name="connsiteY1923" fmla="*/ 153162 h 361950"/>
                <a:gd name="connsiteX1924" fmla="*/ 274796 w 352425"/>
                <a:gd name="connsiteY1924" fmla="*/ 151924 h 361950"/>
                <a:gd name="connsiteX1925" fmla="*/ 274415 w 352425"/>
                <a:gd name="connsiteY1925" fmla="*/ 151543 h 361950"/>
                <a:gd name="connsiteX1926" fmla="*/ 274415 w 352425"/>
                <a:gd name="connsiteY1926" fmla="*/ 152114 h 361950"/>
                <a:gd name="connsiteX1927" fmla="*/ 276320 w 352425"/>
                <a:gd name="connsiteY1927" fmla="*/ 152019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</a:cxnLst>
              <a:rect l="l" t="t" r="r" b="b"/>
              <a:pathLst>
                <a:path w="352425" h="361950">
                  <a:moveTo>
                    <a:pt x="246316" y="337756"/>
                  </a:moveTo>
                  <a:lnTo>
                    <a:pt x="245554" y="337185"/>
                  </a:lnTo>
                  <a:lnTo>
                    <a:pt x="243935" y="337756"/>
                  </a:lnTo>
                  <a:lnTo>
                    <a:pt x="243364" y="338519"/>
                  </a:lnTo>
                  <a:lnTo>
                    <a:pt x="243649" y="339376"/>
                  </a:lnTo>
                  <a:lnTo>
                    <a:pt x="244411" y="340423"/>
                  </a:lnTo>
                  <a:lnTo>
                    <a:pt x="245078" y="341090"/>
                  </a:lnTo>
                  <a:lnTo>
                    <a:pt x="245840" y="340900"/>
                  </a:lnTo>
                  <a:lnTo>
                    <a:pt x="245269" y="340138"/>
                  </a:lnTo>
                  <a:lnTo>
                    <a:pt x="245078" y="339376"/>
                  </a:lnTo>
                  <a:lnTo>
                    <a:pt x="245745" y="339185"/>
                  </a:lnTo>
                  <a:lnTo>
                    <a:pt x="247174" y="339566"/>
                  </a:lnTo>
                  <a:lnTo>
                    <a:pt x="248031" y="339662"/>
                  </a:lnTo>
                  <a:lnTo>
                    <a:pt x="248031" y="338899"/>
                  </a:lnTo>
                  <a:lnTo>
                    <a:pt x="247269" y="338328"/>
                  </a:lnTo>
                  <a:lnTo>
                    <a:pt x="246316" y="337756"/>
                  </a:lnTo>
                  <a:close/>
                  <a:moveTo>
                    <a:pt x="254222" y="302609"/>
                  </a:moveTo>
                  <a:lnTo>
                    <a:pt x="253174" y="303086"/>
                  </a:lnTo>
                  <a:lnTo>
                    <a:pt x="252413" y="303181"/>
                  </a:lnTo>
                  <a:lnTo>
                    <a:pt x="252031" y="303371"/>
                  </a:lnTo>
                  <a:lnTo>
                    <a:pt x="251936" y="303657"/>
                  </a:lnTo>
                  <a:lnTo>
                    <a:pt x="252222" y="304038"/>
                  </a:lnTo>
                  <a:lnTo>
                    <a:pt x="251650" y="304324"/>
                  </a:lnTo>
                  <a:lnTo>
                    <a:pt x="250317" y="304229"/>
                  </a:lnTo>
                  <a:lnTo>
                    <a:pt x="248793" y="304514"/>
                  </a:lnTo>
                  <a:lnTo>
                    <a:pt x="247364" y="305943"/>
                  </a:lnTo>
                  <a:lnTo>
                    <a:pt x="247555" y="306896"/>
                  </a:lnTo>
                  <a:lnTo>
                    <a:pt x="248983" y="306896"/>
                  </a:lnTo>
                  <a:lnTo>
                    <a:pt x="250031" y="306610"/>
                  </a:lnTo>
                  <a:lnTo>
                    <a:pt x="250698" y="306229"/>
                  </a:lnTo>
                  <a:lnTo>
                    <a:pt x="251460" y="306229"/>
                  </a:lnTo>
                  <a:lnTo>
                    <a:pt x="252508" y="306800"/>
                  </a:lnTo>
                  <a:lnTo>
                    <a:pt x="253365" y="306800"/>
                  </a:lnTo>
                  <a:lnTo>
                    <a:pt x="253651" y="306134"/>
                  </a:lnTo>
                  <a:lnTo>
                    <a:pt x="253555" y="304800"/>
                  </a:lnTo>
                  <a:lnTo>
                    <a:pt x="253746" y="304514"/>
                  </a:lnTo>
                  <a:lnTo>
                    <a:pt x="254127" y="304610"/>
                  </a:lnTo>
                  <a:lnTo>
                    <a:pt x="254508" y="304514"/>
                  </a:lnTo>
                  <a:lnTo>
                    <a:pt x="254698" y="304324"/>
                  </a:lnTo>
                  <a:lnTo>
                    <a:pt x="254889" y="304133"/>
                  </a:lnTo>
                  <a:lnTo>
                    <a:pt x="254889" y="303467"/>
                  </a:lnTo>
                  <a:lnTo>
                    <a:pt x="254794" y="302705"/>
                  </a:lnTo>
                  <a:lnTo>
                    <a:pt x="254222" y="302609"/>
                  </a:lnTo>
                  <a:close/>
                  <a:moveTo>
                    <a:pt x="245459" y="294227"/>
                  </a:moveTo>
                  <a:lnTo>
                    <a:pt x="246412" y="294418"/>
                  </a:lnTo>
                  <a:lnTo>
                    <a:pt x="247174" y="295085"/>
                  </a:lnTo>
                  <a:lnTo>
                    <a:pt x="248031" y="295180"/>
                  </a:lnTo>
                  <a:lnTo>
                    <a:pt x="249841" y="294704"/>
                  </a:lnTo>
                  <a:lnTo>
                    <a:pt x="250888" y="294227"/>
                  </a:lnTo>
                  <a:lnTo>
                    <a:pt x="250888" y="293465"/>
                  </a:lnTo>
                  <a:lnTo>
                    <a:pt x="249936" y="292418"/>
                  </a:lnTo>
                  <a:lnTo>
                    <a:pt x="248602" y="291846"/>
                  </a:lnTo>
                  <a:lnTo>
                    <a:pt x="246126" y="292132"/>
                  </a:lnTo>
                  <a:lnTo>
                    <a:pt x="245745" y="292037"/>
                  </a:lnTo>
                  <a:lnTo>
                    <a:pt x="245269" y="291941"/>
                  </a:lnTo>
                  <a:lnTo>
                    <a:pt x="244888" y="292037"/>
                  </a:lnTo>
                  <a:lnTo>
                    <a:pt x="243364" y="293275"/>
                  </a:lnTo>
                  <a:lnTo>
                    <a:pt x="242983" y="294132"/>
                  </a:lnTo>
                  <a:lnTo>
                    <a:pt x="243364" y="294704"/>
                  </a:lnTo>
                  <a:lnTo>
                    <a:pt x="243745" y="294799"/>
                  </a:lnTo>
                  <a:lnTo>
                    <a:pt x="245459" y="294227"/>
                  </a:lnTo>
                  <a:close/>
                  <a:moveTo>
                    <a:pt x="260128" y="277749"/>
                  </a:moveTo>
                  <a:lnTo>
                    <a:pt x="260604" y="275177"/>
                  </a:lnTo>
                  <a:lnTo>
                    <a:pt x="261271" y="273939"/>
                  </a:lnTo>
                  <a:lnTo>
                    <a:pt x="261175" y="272891"/>
                  </a:lnTo>
                  <a:lnTo>
                    <a:pt x="260223" y="270986"/>
                  </a:lnTo>
                  <a:lnTo>
                    <a:pt x="258127" y="270510"/>
                  </a:lnTo>
                  <a:lnTo>
                    <a:pt x="256604" y="271463"/>
                  </a:lnTo>
                  <a:lnTo>
                    <a:pt x="256413" y="272224"/>
                  </a:lnTo>
                  <a:lnTo>
                    <a:pt x="256032" y="273177"/>
                  </a:lnTo>
                  <a:lnTo>
                    <a:pt x="254698" y="275082"/>
                  </a:lnTo>
                  <a:lnTo>
                    <a:pt x="252889" y="276701"/>
                  </a:lnTo>
                  <a:lnTo>
                    <a:pt x="250507" y="277368"/>
                  </a:lnTo>
                  <a:lnTo>
                    <a:pt x="249746" y="277654"/>
                  </a:lnTo>
                  <a:lnTo>
                    <a:pt x="249364" y="278035"/>
                  </a:lnTo>
                  <a:lnTo>
                    <a:pt x="249936" y="278892"/>
                  </a:lnTo>
                  <a:lnTo>
                    <a:pt x="250317" y="280035"/>
                  </a:lnTo>
                  <a:lnTo>
                    <a:pt x="250222" y="280988"/>
                  </a:lnTo>
                  <a:lnTo>
                    <a:pt x="250793" y="281845"/>
                  </a:lnTo>
                  <a:lnTo>
                    <a:pt x="251174" y="282893"/>
                  </a:lnTo>
                  <a:lnTo>
                    <a:pt x="251936" y="283273"/>
                  </a:lnTo>
                  <a:lnTo>
                    <a:pt x="252127" y="283845"/>
                  </a:lnTo>
                  <a:lnTo>
                    <a:pt x="251460" y="285083"/>
                  </a:lnTo>
                  <a:lnTo>
                    <a:pt x="251841" y="286607"/>
                  </a:lnTo>
                  <a:lnTo>
                    <a:pt x="253079" y="286417"/>
                  </a:lnTo>
                  <a:lnTo>
                    <a:pt x="254603" y="286321"/>
                  </a:lnTo>
                  <a:lnTo>
                    <a:pt x="255841" y="285369"/>
                  </a:lnTo>
                  <a:lnTo>
                    <a:pt x="257080" y="284988"/>
                  </a:lnTo>
                  <a:lnTo>
                    <a:pt x="257175" y="284131"/>
                  </a:lnTo>
                  <a:lnTo>
                    <a:pt x="258127" y="284417"/>
                  </a:lnTo>
                  <a:lnTo>
                    <a:pt x="258699" y="283845"/>
                  </a:lnTo>
                  <a:lnTo>
                    <a:pt x="258318" y="283178"/>
                  </a:lnTo>
                  <a:lnTo>
                    <a:pt x="258318" y="282893"/>
                  </a:lnTo>
                  <a:lnTo>
                    <a:pt x="258508" y="282607"/>
                  </a:lnTo>
                  <a:lnTo>
                    <a:pt x="258699" y="281940"/>
                  </a:lnTo>
                  <a:lnTo>
                    <a:pt x="259461" y="282416"/>
                  </a:lnTo>
                  <a:lnTo>
                    <a:pt x="260223" y="282702"/>
                  </a:lnTo>
                  <a:lnTo>
                    <a:pt x="261080" y="282797"/>
                  </a:lnTo>
                  <a:lnTo>
                    <a:pt x="261938" y="282702"/>
                  </a:lnTo>
                  <a:lnTo>
                    <a:pt x="262414" y="281178"/>
                  </a:lnTo>
                  <a:lnTo>
                    <a:pt x="260794" y="279368"/>
                  </a:lnTo>
                  <a:lnTo>
                    <a:pt x="260128" y="277749"/>
                  </a:lnTo>
                  <a:close/>
                  <a:moveTo>
                    <a:pt x="308610" y="188119"/>
                  </a:moveTo>
                  <a:lnTo>
                    <a:pt x="308134" y="187738"/>
                  </a:lnTo>
                  <a:lnTo>
                    <a:pt x="307086" y="187071"/>
                  </a:lnTo>
                  <a:lnTo>
                    <a:pt x="303276" y="186404"/>
                  </a:lnTo>
                  <a:lnTo>
                    <a:pt x="302800" y="186404"/>
                  </a:lnTo>
                  <a:lnTo>
                    <a:pt x="302514" y="186976"/>
                  </a:lnTo>
                  <a:lnTo>
                    <a:pt x="302323" y="187928"/>
                  </a:lnTo>
                  <a:lnTo>
                    <a:pt x="302228" y="188690"/>
                  </a:lnTo>
                  <a:lnTo>
                    <a:pt x="302514" y="189167"/>
                  </a:lnTo>
                  <a:lnTo>
                    <a:pt x="303085" y="189262"/>
                  </a:lnTo>
                  <a:lnTo>
                    <a:pt x="303847" y="189262"/>
                  </a:lnTo>
                  <a:lnTo>
                    <a:pt x="304800" y="189547"/>
                  </a:lnTo>
                  <a:lnTo>
                    <a:pt x="305752" y="190214"/>
                  </a:lnTo>
                  <a:lnTo>
                    <a:pt x="306610" y="190976"/>
                  </a:lnTo>
                  <a:lnTo>
                    <a:pt x="306991" y="191453"/>
                  </a:lnTo>
                  <a:lnTo>
                    <a:pt x="307943" y="191262"/>
                  </a:lnTo>
                  <a:lnTo>
                    <a:pt x="308515" y="190405"/>
                  </a:lnTo>
                  <a:lnTo>
                    <a:pt x="308991" y="189547"/>
                  </a:lnTo>
                  <a:lnTo>
                    <a:pt x="308800" y="188786"/>
                  </a:lnTo>
                  <a:lnTo>
                    <a:pt x="308610" y="188119"/>
                  </a:lnTo>
                  <a:close/>
                  <a:moveTo>
                    <a:pt x="316039" y="186880"/>
                  </a:moveTo>
                  <a:lnTo>
                    <a:pt x="315754" y="186119"/>
                  </a:lnTo>
                  <a:lnTo>
                    <a:pt x="315087" y="185356"/>
                  </a:lnTo>
                  <a:lnTo>
                    <a:pt x="313754" y="184880"/>
                  </a:lnTo>
                  <a:lnTo>
                    <a:pt x="311848" y="184880"/>
                  </a:lnTo>
                  <a:lnTo>
                    <a:pt x="310134" y="185452"/>
                  </a:lnTo>
                  <a:lnTo>
                    <a:pt x="309086" y="186595"/>
                  </a:lnTo>
                  <a:lnTo>
                    <a:pt x="309372" y="188500"/>
                  </a:lnTo>
                  <a:lnTo>
                    <a:pt x="310705" y="190024"/>
                  </a:lnTo>
                  <a:lnTo>
                    <a:pt x="311658" y="191548"/>
                  </a:lnTo>
                  <a:lnTo>
                    <a:pt x="310705" y="193453"/>
                  </a:lnTo>
                  <a:lnTo>
                    <a:pt x="312610" y="193548"/>
                  </a:lnTo>
                  <a:lnTo>
                    <a:pt x="313658" y="194310"/>
                  </a:lnTo>
                  <a:lnTo>
                    <a:pt x="314515" y="194310"/>
                  </a:lnTo>
                  <a:lnTo>
                    <a:pt x="316325" y="190786"/>
                  </a:lnTo>
                  <a:lnTo>
                    <a:pt x="316325" y="190214"/>
                  </a:lnTo>
                  <a:lnTo>
                    <a:pt x="316230" y="189167"/>
                  </a:lnTo>
                  <a:lnTo>
                    <a:pt x="316039" y="186880"/>
                  </a:lnTo>
                  <a:close/>
                  <a:moveTo>
                    <a:pt x="331089" y="132969"/>
                  </a:moveTo>
                  <a:lnTo>
                    <a:pt x="330898" y="132874"/>
                  </a:lnTo>
                  <a:lnTo>
                    <a:pt x="329755" y="131921"/>
                  </a:lnTo>
                  <a:lnTo>
                    <a:pt x="329374" y="131350"/>
                  </a:lnTo>
                  <a:lnTo>
                    <a:pt x="329279" y="130683"/>
                  </a:lnTo>
                  <a:lnTo>
                    <a:pt x="329470" y="129445"/>
                  </a:lnTo>
                  <a:lnTo>
                    <a:pt x="329374" y="128683"/>
                  </a:lnTo>
                  <a:lnTo>
                    <a:pt x="328803" y="127826"/>
                  </a:lnTo>
                  <a:lnTo>
                    <a:pt x="328231" y="127730"/>
                  </a:lnTo>
                  <a:lnTo>
                    <a:pt x="327469" y="128016"/>
                  </a:lnTo>
                  <a:lnTo>
                    <a:pt x="326422" y="128206"/>
                  </a:lnTo>
                  <a:lnTo>
                    <a:pt x="325088" y="128683"/>
                  </a:lnTo>
                  <a:lnTo>
                    <a:pt x="324136" y="129730"/>
                  </a:lnTo>
                  <a:lnTo>
                    <a:pt x="323469" y="130778"/>
                  </a:lnTo>
                  <a:lnTo>
                    <a:pt x="322993" y="131254"/>
                  </a:lnTo>
                  <a:lnTo>
                    <a:pt x="322707" y="131540"/>
                  </a:lnTo>
                  <a:lnTo>
                    <a:pt x="322421" y="132207"/>
                  </a:lnTo>
                  <a:lnTo>
                    <a:pt x="322231" y="133064"/>
                  </a:lnTo>
                  <a:lnTo>
                    <a:pt x="322231" y="133731"/>
                  </a:lnTo>
                  <a:lnTo>
                    <a:pt x="322516" y="134303"/>
                  </a:lnTo>
                  <a:lnTo>
                    <a:pt x="322802" y="134398"/>
                  </a:lnTo>
                  <a:lnTo>
                    <a:pt x="323183" y="134303"/>
                  </a:lnTo>
                  <a:lnTo>
                    <a:pt x="323850" y="134398"/>
                  </a:lnTo>
                  <a:lnTo>
                    <a:pt x="324136" y="134017"/>
                  </a:lnTo>
                  <a:lnTo>
                    <a:pt x="325469" y="133636"/>
                  </a:lnTo>
                  <a:lnTo>
                    <a:pt x="326993" y="133540"/>
                  </a:lnTo>
                  <a:lnTo>
                    <a:pt x="327660" y="134112"/>
                  </a:lnTo>
                  <a:lnTo>
                    <a:pt x="327850" y="134969"/>
                  </a:lnTo>
                  <a:lnTo>
                    <a:pt x="328231" y="135541"/>
                  </a:lnTo>
                  <a:lnTo>
                    <a:pt x="328708" y="136017"/>
                  </a:lnTo>
                  <a:lnTo>
                    <a:pt x="329184" y="136588"/>
                  </a:lnTo>
                  <a:lnTo>
                    <a:pt x="329374" y="137065"/>
                  </a:lnTo>
                  <a:lnTo>
                    <a:pt x="329565" y="138303"/>
                  </a:lnTo>
                  <a:lnTo>
                    <a:pt x="329755" y="138684"/>
                  </a:lnTo>
                  <a:lnTo>
                    <a:pt x="330136" y="138684"/>
                  </a:lnTo>
                  <a:lnTo>
                    <a:pt x="330613" y="138303"/>
                  </a:lnTo>
                  <a:lnTo>
                    <a:pt x="331470" y="137446"/>
                  </a:lnTo>
                  <a:lnTo>
                    <a:pt x="331470" y="138589"/>
                  </a:lnTo>
                  <a:lnTo>
                    <a:pt x="332708" y="138208"/>
                  </a:lnTo>
                  <a:lnTo>
                    <a:pt x="333089" y="138017"/>
                  </a:lnTo>
                  <a:lnTo>
                    <a:pt x="332518" y="139922"/>
                  </a:lnTo>
                  <a:lnTo>
                    <a:pt x="334423" y="138208"/>
                  </a:lnTo>
                  <a:lnTo>
                    <a:pt x="333661" y="136017"/>
                  </a:lnTo>
                  <a:lnTo>
                    <a:pt x="331089" y="132969"/>
                  </a:lnTo>
                  <a:close/>
                  <a:moveTo>
                    <a:pt x="343948" y="125254"/>
                  </a:moveTo>
                  <a:lnTo>
                    <a:pt x="344424" y="124587"/>
                  </a:lnTo>
                  <a:lnTo>
                    <a:pt x="344519" y="124206"/>
                  </a:lnTo>
                  <a:lnTo>
                    <a:pt x="342329" y="122968"/>
                  </a:lnTo>
                  <a:lnTo>
                    <a:pt x="341281" y="122587"/>
                  </a:lnTo>
                  <a:lnTo>
                    <a:pt x="339376" y="122682"/>
                  </a:lnTo>
                  <a:lnTo>
                    <a:pt x="338138" y="123539"/>
                  </a:lnTo>
                  <a:lnTo>
                    <a:pt x="338233" y="124301"/>
                  </a:lnTo>
                  <a:lnTo>
                    <a:pt x="338614" y="124682"/>
                  </a:lnTo>
                  <a:lnTo>
                    <a:pt x="339757" y="126302"/>
                  </a:lnTo>
                  <a:lnTo>
                    <a:pt x="340900" y="127063"/>
                  </a:lnTo>
                  <a:lnTo>
                    <a:pt x="341471" y="127635"/>
                  </a:lnTo>
                  <a:lnTo>
                    <a:pt x="343281" y="128873"/>
                  </a:lnTo>
                  <a:lnTo>
                    <a:pt x="344329" y="129159"/>
                  </a:lnTo>
                  <a:lnTo>
                    <a:pt x="344805" y="128492"/>
                  </a:lnTo>
                  <a:lnTo>
                    <a:pt x="344614" y="127445"/>
                  </a:lnTo>
                  <a:lnTo>
                    <a:pt x="343948" y="125254"/>
                  </a:lnTo>
                  <a:close/>
                  <a:moveTo>
                    <a:pt x="317563" y="117729"/>
                  </a:moveTo>
                  <a:lnTo>
                    <a:pt x="318992" y="116967"/>
                  </a:lnTo>
                  <a:lnTo>
                    <a:pt x="319088" y="116014"/>
                  </a:lnTo>
                  <a:lnTo>
                    <a:pt x="318516" y="114967"/>
                  </a:lnTo>
                  <a:lnTo>
                    <a:pt x="317373" y="113633"/>
                  </a:lnTo>
                  <a:lnTo>
                    <a:pt x="317182" y="113443"/>
                  </a:lnTo>
                  <a:lnTo>
                    <a:pt x="316897" y="112967"/>
                  </a:lnTo>
                  <a:lnTo>
                    <a:pt x="316421" y="112871"/>
                  </a:lnTo>
                  <a:lnTo>
                    <a:pt x="315754" y="113347"/>
                  </a:lnTo>
                  <a:lnTo>
                    <a:pt x="314896" y="114300"/>
                  </a:lnTo>
                  <a:lnTo>
                    <a:pt x="314325" y="115824"/>
                  </a:lnTo>
                  <a:lnTo>
                    <a:pt x="315373" y="117443"/>
                  </a:lnTo>
                  <a:lnTo>
                    <a:pt x="317563" y="117729"/>
                  </a:lnTo>
                  <a:close/>
                  <a:moveTo>
                    <a:pt x="351854" y="115348"/>
                  </a:moveTo>
                  <a:lnTo>
                    <a:pt x="352234" y="114967"/>
                  </a:lnTo>
                  <a:lnTo>
                    <a:pt x="352330" y="114395"/>
                  </a:lnTo>
                  <a:lnTo>
                    <a:pt x="352330" y="113538"/>
                  </a:lnTo>
                  <a:lnTo>
                    <a:pt x="352139" y="112871"/>
                  </a:lnTo>
                  <a:lnTo>
                    <a:pt x="351663" y="112871"/>
                  </a:lnTo>
                  <a:lnTo>
                    <a:pt x="350710" y="113252"/>
                  </a:lnTo>
                  <a:lnTo>
                    <a:pt x="348329" y="113443"/>
                  </a:lnTo>
                  <a:lnTo>
                    <a:pt x="347281" y="113157"/>
                  </a:lnTo>
                  <a:lnTo>
                    <a:pt x="346900" y="111919"/>
                  </a:lnTo>
                  <a:lnTo>
                    <a:pt x="346424" y="112109"/>
                  </a:lnTo>
                  <a:lnTo>
                    <a:pt x="346043" y="112395"/>
                  </a:lnTo>
                  <a:lnTo>
                    <a:pt x="345662" y="112776"/>
                  </a:lnTo>
                  <a:lnTo>
                    <a:pt x="345376" y="113252"/>
                  </a:lnTo>
                  <a:lnTo>
                    <a:pt x="345281" y="114300"/>
                  </a:lnTo>
                  <a:lnTo>
                    <a:pt x="345662" y="115157"/>
                  </a:lnTo>
                  <a:lnTo>
                    <a:pt x="346329" y="115824"/>
                  </a:lnTo>
                  <a:lnTo>
                    <a:pt x="347948" y="116777"/>
                  </a:lnTo>
                  <a:lnTo>
                    <a:pt x="348615" y="117348"/>
                  </a:lnTo>
                  <a:lnTo>
                    <a:pt x="348996" y="118110"/>
                  </a:lnTo>
                  <a:lnTo>
                    <a:pt x="349186" y="119253"/>
                  </a:lnTo>
                  <a:lnTo>
                    <a:pt x="348901" y="119920"/>
                  </a:lnTo>
                  <a:lnTo>
                    <a:pt x="348424" y="120491"/>
                  </a:lnTo>
                  <a:lnTo>
                    <a:pt x="348234" y="121253"/>
                  </a:lnTo>
                  <a:lnTo>
                    <a:pt x="348901" y="122396"/>
                  </a:lnTo>
                  <a:lnTo>
                    <a:pt x="349853" y="123349"/>
                  </a:lnTo>
                  <a:lnTo>
                    <a:pt x="350425" y="123730"/>
                  </a:lnTo>
                  <a:lnTo>
                    <a:pt x="351282" y="123920"/>
                  </a:lnTo>
                  <a:lnTo>
                    <a:pt x="351282" y="123063"/>
                  </a:lnTo>
                  <a:lnTo>
                    <a:pt x="351187" y="122587"/>
                  </a:lnTo>
                  <a:lnTo>
                    <a:pt x="350520" y="121729"/>
                  </a:lnTo>
                  <a:lnTo>
                    <a:pt x="350234" y="120968"/>
                  </a:lnTo>
                  <a:lnTo>
                    <a:pt x="350520" y="120396"/>
                  </a:lnTo>
                  <a:lnTo>
                    <a:pt x="350996" y="119824"/>
                  </a:lnTo>
                  <a:lnTo>
                    <a:pt x="351187" y="119158"/>
                  </a:lnTo>
                  <a:lnTo>
                    <a:pt x="352234" y="117634"/>
                  </a:lnTo>
                  <a:lnTo>
                    <a:pt x="352330" y="116586"/>
                  </a:lnTo>
                  <a:lnTo>
                    <a:pt x="351187" y="115634"/>
                  </a:lnTo>
                  <a:lnTo>
                    <a:pt x="351854" y="115348"/>
                  </a:lnTo>
                  <a:close/>
                  <a:moveTo>
                    <a:pt x="306514" y="109538"/>
                  </a:moveTo>
                  <a:lnTo>
                    <a:pt x="307372" y="110109"/>
                  </a:lnTo>
                  <a:lnTo>
                    <a:pt x="308419" y="110490"/>
                  </a:lnTo>
                  <a:lnTo>
                    <a:pt x="309372" y="110585"/>
                  </a:lnTo>
                  <a:lnTo>
                    <a:pt x="310801" y="109919"/>
                  </a:lnTo>
                  <a:lnTo>
                    <a:pt x="311848" y="108299"/>
                  </a:lnTo>
                  <a:lnTo>
                    <a:pt x="312420" y="106204"/>
                  </a:lnTo>
                  <a:lnTo>
                    <a:pt x="312325" y="104299"/>
                  </a:lnTo>
                  <a:lnTo>
                    <a:pt x="311753" y="103537"/>
                  </a:lnTo>
                  <a:lnTo>
                    <a:pt x="310991" y="103251"/>
                  </a:lnTo>
                  <a:lnTo>
                    <a:pt x="310324" y="102775"/>
                  </a:lnTo>
                  <a:lnTo>
                    <a:pt x="310039" y="101346"/>
                  </a:lnTo>
                  <a:lnTo>
                    <a:pt x="309563" y="100870"/>
                  </a:lnTo>
                  <a:lnTo>
                    <a:pt x="308610" y="100489"/>
                  </a:lnTo>
                  <a:lnTo>
                    <a:pt x="307657" y="100394"/>
                  </a:lnTo>
                  <a:lnTo>
                    <a:pt x="307276" y="100774"/>
                  </a:lnTo>
                  <a:lnTo>
                    <a:pt x="306419" y="103251"/>
                  </a:lnTo>
                  <a:lnTo>
                    <a:pt x="306229" y="104299"/>
                  </a:lnTo>
                  <a:lnTo>
                    <a:pt x="306229" y="104870"/>
                  </a:lnTo>
                  <a:lnTo>
                    <a:pt x="306324" y="106013"/>
                  </a:lnTo>
                  <a:lnTo>
                    <a:pt x="306229" y="106585"/>
                  </a:lnTo>
                  <a:lnTo>
                    <a:pt x="306038" y="107156"/>
                  </a:lnTo>
                  <a:lnTo>
                    <a:pt x="305752" y="107537"/>
                  </a:lnTo>
                  <a:lnTo>
                    <a:pt x="305657" y="108013"/>
                  </a:lnTo>
                  <a:lnTo>
                    <a:pt x="305752" y="108585"/>
                  </a:lnTo>
                  <a:lnTo>
                    <a:pt x="306514" y="109538"/>
                  </a:lnTo>
                  <a:close/>
                  <a:moveTo>
                    <a:pt x="341852" y="114014"/>
                  </a:moveTo>
                  <a:lnTo>
                    <a:pt x="343090" y="114586"/>
                  </a:lnTo>
                  <a:lnTo>
                    <a:pt x="343567" y="112871"/>
                  </a:lnTo>
                  <a:lnTo>
                    <a:pt x="343662" y="110680"/>
                  </a:lnTo>
                  <a:lnTo>
                    <a:pt x="343852" y="109728"/>
                  </a:lnTo>
                  <a:lnTo>
                    <a:pt x="344138" y="108680"/>
                  </a:lnTo>
                  <a:lnTo>
                    <a:pt x="344614" y="108109"/>
                  </a:lnTo>
                  <a:lnTo>
                    <a:pt x="345186" y="107918"/>
                  </a:lnTo>
                  <a:lnTo>
                    <a:pt x="345662" y="107442"/>
                  </a:lnTo>
                  <a:lnTo>
                    <a:pt x="345757" y="106204"/>
                  </a:lnTo>
                  <a:lnTo>
                    <a:pt x="345376" y="105537"/>
                  </a:lnTo>
                  <a:lnTo>
                    <a:pt x="343948" y="104585"/>
                  </a:lnTo>
                  <a:lnTo>
                    <a:pt x="343662" y="103918"/>
                  </a:lnTo>
                  <a:lnTo>
                    <a:pt x="343376" y="102679"/>
                  </a:lnTo>
                  <a:lnTo>
                    <a:pt x="342805" y="102203"/>
                  </a:lnTo>
                  <a:lnTo>
                    <a:pt x="341185" y="102298"/>
                  </a:lnTo>
                  <a:lnTo>
                    <a:pt x="340138" y="102108"/>
                  </a:lnTo>
                  <a:lnTo>
                    <a:pt x="339661" y="101632"/>
                  </a:lnTo>
                  <a:lnTo>
                    <a:pt x="339280" y="101060"/>
                  </a:lnTo>
                  <a:lnTo>
                    <a:pt x="338709" y="100489"/>
                  </a:lnTo>
                  <a:lnTo>
                    <a:pt x="337947" y="100013"/>
                  </a:lnTo>
                  <a:lnTo>
                    <a:pt x="335947" y="99251"/>
                  </a:lnTo>
                  <a:lnTo>
                    <a:pt x="335089" y="99251"/>
                  </a:lnTo>
                  <a:lnTo>
                    <a:pt x="334232" y="99346"/>
                  </a:lnTo>
                  <a:lnTo>
                    <a:pt x="333565" y="98965"/>
                  </a:lnTo>
                  <a:lnTo>
                    <a:pt x="333280" y="97631"/>
                  </a:lnTo>
                  <a:lnTo>
                    <a:pt x="332899" y="97346"/>
                  </a:lnTo>
                  <a:lnTo>
                    <a:pt x="330994" y="97250"/>
                  </a:lnTo>
                  <a:lnTo>
                    <a:pt x="330327" y="97060"/>
                  </a:lnTo>
                  <a:lnTo>
                    <a:pt x="329089" y="95917"/>
                  </a:lnTo>
                  <a:lnTo>
                    <a:pt x="327946" y="95155"/>
                  </a:lnTo>
                  <a:lnTo>
                    <a:pt x="326707" y="94774"/>
                  </a:lnTo>
                  <a:lnTo>
                    <a:pt x="317659" y="94774"/>
                  </a:lnTo>
                  <a:lnTo>
                    <a:pt x="316706" y="95250"/>
                  </a:lnTo>
                  <a:lnTo>
                    <a:pt x="316897" y="96393"/>
                  </a:lnTo>
                  <a:lnTo>
                    <a:pt x="317944" y="98488"/>
                  </a:lnTo>
                  <a:lnTo>
                    <a:pt x="318135" y="100013"/>
                  </a:lnTo>
                  <a:lnTo>
                    <a:pt x="318135" y="100489"/>
                  </a:lnTo>
                  <a:lnTo>
                    <a:pt x="317849" y="101155"/>
                  </a:lnTo>
                  <a:lnTo>
                    <a:pt x="317563" y="101632"/>
                  </a:lnTo>
                  <a:lnTo>
                    <a:pt x="317373" y="102108"/>
                  </a:lnTo>
                  <a:lnTo>
                    <a:pt x="317468" y="102775"/>
                  </a:lnTo>
                  <a:lnTo>
                    <a:pt x="317754" y="103346"/>
                  </a:lnTo>
                  <a:lnTo>
                    <a:pt x="318992" y="104775"/>
                  </a:lnTo>
                  <a:lnTo>
                    <a:pt x="319278" y="104870"/>
                  </a:lnTo>
                  <a:lnTo>
                    <a:pt x="320326" y="105156"/>
                  </a:lnTo>
                  <a:lnTo>
                    <a:pt x="320611" y="105251"/>
                  </a:lnTo>
                  <a:lnTo>
                    <a:pt x="320707" y="105823"/>
                  </a:lnTo>
                  <a:lnTo>
                    <a:pt x="320516" y="106775"/>
                  </a:lnTo>
                  <a:lnTo>
                    <a:pt x="320611" y="107156"/>
                  </a:lnTo>
                  <a:lnTo>
                    <a:pt x="320611" y="107442"/>
                  </a:lnTo>
                  <a:lnTo>
                    <a:pt x="320421" y="107823"/>
                  </a:lnTo>
                  <a:lnTo>
                    <a:pt x="320516" y="108204"/>
                  </a:lnTo>
                  <a:lnTo>
                    <a:pt x="321183" y="108490"/>
                  </a:lnTo>
                  <a:lnTo>
                    <a:pt x="321755" y="108490"/>
                  </a:lnTo>
                  <a:lnTo>
                    <a:pt x="322135" y="108299"/>
                  </a:lnTo>
                  <a:lnTo>
                    <a:pt x="322421" y="108013"/>
                  </a:lnTo>
                  <a:lnTo>
                    <a:pt x="323564" y="107537"/>
                  </a:lnTo>
                  <a:lnTo>
                    <a:pt x="324898" y="106775"/>
                  </a:lnTo>
                  <a:lnTo>
                    <a:pt x="325850" y="106585"/>
                  </a:lnTo>
                  <a:lnTo>
                    <a:pt x="327565" y="106871"/>
                  </a:lnTo>
                  <a:lnTo>
                    <a:pt x="331184" y="108204"/>
                  </a:lnTo>
                  <a:lnTo>
                    <a:pt x="334423" y="108776"/>
                  </a:lnTo>
                  <a:lnTo>
                    <a:pt x="337947" y="110204"/>
                  </a:lnTo>
                  <a:lnTo>
                    <a:pt x="339280" y="110966"/>
                  </a:lnTo>
                  <a:lnTo>
                    <a:pt x="341852" y="114014"/>
                  </a:lnTo>
                  <a:close/>
                  <a:moveTo>
                    <a:pt x="351568" y="83248"/>
                  </a:moveTo>
                  <a:lnTo>
                    <a:pt x="350139" y="83058"/>
                  </a:lnTo>
                  <a:lnTo>
                    <a:pt x="346900" y="83344"/>
                  </a:lnTo>
                  <a:lnTo>
                    <a:pt x="346043" y="83344"/>
                  </a:lnTo>
                  <a:lnTo>
                    <a:pt x="345376" y="83439"/>
                  </a:lnTo>
                  <a:lnTo>
                    <a:pt x="344900" y="83820"/>
                  </a:lnTo>
                  <a:lnTo>
                    <a:pt x="344424" y="84582"/>
                  </a:lnTo>
                  <a:lnTo>
                    <a:pt x="343567" y="85344"/>
                  </a:lnTo>
                  <a:lnTo>
                    <a:pt x="342329" y="85725"/>
                  </a:lnTo>
                  <a:lnTo>
                    <a:pt x="341566" y="86392"/>
                  </a:lnTo>
                  <a:lnTo>
                    <a:pt x="341471" y="86868"/>
                  </a:lnTo>
                  <a:lnTo>
                    <a:pt x="341947" y="86868"/>
                  </a:lnTo>
                  <a:lnTo>
                    <a:pt x="342900" y="86773"/>
                  </a:lnTo>
                  <a:lnTo>
                    <a:pt x="343757" y="86487"/>
                  </a:lnTo>
                  <a:lnTo>
                    <a:pt x="344614" y="86487"/>
                  </a:lnTo>
                  <a:lnTo>
                    <a:pt x="345662" y="86582"/>
                  </a:lnTo>
                  <a:lnTo>
                    <a:pt x="346996" y="86296"/>
                  </a:lnTo>
                  <a:lnTo>
                    <a:pt x="347948" y="85725"/>
                  </a:lnTo>
                  <a:lnTo>
                    <a:pt x="349377" y="84392"/>
                  </a:lnTo>
                  <a:lnTo>
                    <a:pt x="349853" y="84201"/>
                  </a:lnTo>
                  <a:lnTo>
                    <a:pt x="350044" y="84392"/>
                  </a:lnTo>
                  <a:lnTo>
                    <a:pt x="350139" y="85439"/>
                  </a:lnTo>
                  <a:lnTo>
                    <a:pt x="351091" y="86392"/>
                  </a:lnTo>
                  <a:lnTo>
                    <a:pt x="352139" y="86011"/>
                  </a:lnTo>
                  <a:lnTo>
                    <a:pt x="352330" y="85058"/>
                  </a:lnTo>
                  <a:lnTo>
                    <a:pt x="352139" y="84011"/>
                  </a:lnTo>
                  <a:lnTo>
                    <a:pt x="351568" y="83248"/>
                  </a:lnTo>
                  <a:close/>
                  <a:moveTo>
                    <a:pt x="330613" y="85154"/>
                  </a:moveTo>
                  <a:lnTo>
                    <a:pt x="333565" y="85725"/>
                  </a:lnTo>
                  <a:lnTo>
                    <a:pt x="334708" y="86106"/>
                  </a:lnTo>
                  <a:lnTo>
                    <a:pt x="335851" y="86296"/>
                  </a:lnTo>
                  <a:lnTo>
                    <a:pt x="336804" y="85820"/>
                  </a:lnTo>
                  <a:lnTo>
                    <a:pt x="337090" y="85154"/>
                  </a:lnTo>
                  <a:lnTo>
                    <a:pt x="337090" y="84392"/>
                  </a:lnTo>
                  <a:lnTo>
                    <a:pt x="337280" y="83629"/>
                  </a:lnTo>
                  <a:lnTo>
                    <a:pt x="338233" y="82963"/>
                  </a:lnTo>
                  <a:lnTo>
                    <a:pt x="337566" y="82868"/>
                  </a:lnTo>
                  <a:lnTo>
                    <a:pt x="335947" y="82296"/>
                  </a:lnTo>
                  <a:lnTo>
                    <a:pt x="335947" y="81724"/>
                  </a:lnTo>
                  <a:lnTo>
                    <a:pt x="338709" y="79724"/>
                  </a:lnTo>
                  <a:lnTo>
                    <a:pt x="337852" y="79438"/>
                  </a:lnTo>
                  <a:lnTo>
                    <a:pt x="337280" y="79057"/>
                  </a:lnTo>
                  <a:lnTo>
                    <a:pt x="337185" y="78581"/>
                  </a:lnTo>
                  <a:lnTo>
                    <a:pt x="337661" y="78010"/>
                  </a:lnTo>
                  <a:lnTo>
                    <a:pt x="336613" y="76676"/>
                  </a:lnTo>
                  <a:lnTo>
                    <a:pt x="335280" y="77438"/>
                  </a:lnTo>
                  <a:lnTo>
                    <a:pt x="332994" y="78105"/>
                  </a:lnTo>
                  <a:lnTo>
                    <a:pt x="331946" y="78962"/>
                  </a:lnTo>
                  <a:lnTo>
                    <a:pt x="331470" y="79057"/>
                  </a:lnTo>
                  <a:lnTo>
                    <a:pt x="329470" y="79248"/>
                  </a:lnTo>
                  <a:lnTo>
                    <a:pt x="328041" y="79724"/>
                  </a:lnTo>
                  <a:lnTo>
                    <a:pt x="327374" y="80010"/>
                  </a:lnTo>
                  <a:lnTo>
                    <a:pt x="326707" y="80486"/>
                  </a:lnTo>
                  <a:lnTo>
                    <a:pt x="326422" y="80772"/>
                  </a:lnTo>
                  <a:lnTo>
                    <a:pt x="325564" y="81820"/>
                  </a:lnTo>
                  <a:lnTo>
                    <a:pt x="328803" y="84201"/>
                  </a:lnTo>
                  <a:lnTo>
                    <a:pt x="330613" y="85154"/>
                  </a:lnTo>
                  <a:close/>
                  <a:moveTo>
                    <a:pt x="352520" y="66961"/>
                  </a:moveTo>
                  <a:lnTo>
                    <a:pt x="351568" y="66580"/>
                  </a:lnTo>
                  <a:lnTo>
                    <a:pt x="350520" y="66580"/>
                  </a:lnTo>
                  <a:lnTo>
                    <a:pt x="349567" y="66389"/>
                  </a:lnTo>
                  <a:lnTo>
                    <a:pt x="349091" y="65818"/>
                  </a:lnTo>
                  <a:lnTo>
                    <a:pt x="349186" y="64579"/>
                  </a:lnTo>
                  <a:lnTo>
                    <a:pt x="347567" y="66104"/>
                  </a:lnTo>
                  <a:lnTo>
                    <a:pt x="346615" y="66294"/>
                  </a:lnTo>
                  <a:lnTo>
                    <a:pt x="344519" y="64961"/>
                  </a:lnTo>
                  <a:lnTo>
                    <a:pt x="343567" y="65056"/>
                  </a:lnTo>
                  <a:lnTo>
                    <a:pt x="342900" y="65056"/>
                  </a:lnTo>
                  <a:lnTo>
                    <a:pt x="342614" y="64008"/>
                  </a:lnTo>
                  <a:lnTo>
                    <a:pt x="342043" y="64103"/>
                  </a:lnTo>
                  <a:lnTo>
                    <a:pt x="341757" y="64389"/>
                  </a:lnTo>
                  <a:lnTo>
                    <a:pt x="341471" y="65342"/>
                  </a:lnTo>
                  <a:lnTo>
                    <a:pt x="341471" y="66294"/>
                  </a:lnTo>
                  <a:lnTo>
                    <a:pt x="341566" y="67056"/>
                  </a:lnTo>
                  <a:lnTo>
                    <a:pt x="341947" y="67532"/>
                  </a:lnTo>
                  <a:lnTo>
                    <a:pt x="342709" y="67818"/>
                  </a:lnTo>
                  <a:lnTo>
                    <a:pt x="341947" y="68294"/>
                  </a:lnTo>
                  <a:lnTo>
                    <a:pt x="341566" y="68389"/>
                  </a:lnTo>
                  <a:lnTo>
                    <a:pt x="342614" y="69628"/>
                  </a:lnTo>
                  <a:lnTo>
                    <a:pt x="344233" y="69532"/>
                  </a:lnTo>
                  <a:lnTo>
                    <a:pt x="347567" y="68389"/>
                  </a:lnTo>
                  <a:lnTo>
                    <a:pt x="348805" y="68580"/>
                  </a:lnTo>
                  <a:lnTo>
                    <a:pt x="352044" y="69913"/>
                  </a:lnTo>
                  <a:lnTo>
                    <a:pt x="353568" y="70295"/>
                  </a:lnTo>
                  <a:lnTo>
                    <a:pt x="352996" y="67818"/>
                  </a:lnTo>
                  <a:lnTo>
                    <a:pt x="352520" y="66961"/>
                  </a:lnTo>
                  <a:close/>
                  <a:moveTo>
                    <a:pt x="361664" y="42672"/>
                  </a:moveTo>
                  <a:lnTo>
                    <a:pt x="361855" y="42101"/>
                  </a:lnTo>
                  <a:lnTo>
                    <a:pt x="361474" y="41815"/>
                  </a:lnTo>
                  <a:lnTo>
                    <a:pt x="360235" y="42005"/>
                  </a:lnTo>
                  <a:lnTo>
                    <a:pt x="359664" y="42196"/>
                  </a:lnTo>
                  <a:lnTo>
                    <a:pt x="359188" y="42386"/>
                  </a:lnTo>
                  <a:lnTo>
                    <a:pt x="358235" y="42577"/>
                  </a:lnTo>
                  <a:lnTo>
                    <a:pt x="357283" y="42386"/>
                  </a:lnTo>
                  <a:lnTo>
                    <a:pt x="356044" y="41148"/>
                  </a:lnTo>
                  <a:lnTo>
                    <a:pt x="354711" y="40196"/>
                  </a:lnTo>
                  <a:lnTo>
                    <a:pt x="353854" y="40005"/>
                  </a:lnTo>
                  <a:lnTo>
                    <a:pt x="353758" y="40481"/>
                  </a:lnTo>
                  <a:lnTo>
                    <a:pt x="354235" y="41529"/>
                  </a:lnTo>
                  <a:lnTo>
                    <a:pt x="354044" y="42672"/>
                  </a:lnTo>
                  <a:lnTo>
                    <a:pt x="353568" y="43720"/>
                  </a:lnTo>
                  <a:lnTo>
                    <a:pt x="353949" y="44291"/>
                  </a:lnTo>
                  <a:lnTo>
                    <a:pt x="354997" y="44387"/>
                  </a:lnTo>
                  <a:lnTo>
                    <a:pt x="355759" y="44672"/>
                  </a:lnTo>
                  <a:lnTo>
                    <a:pt x="356235" y="44672"/>
                  </a:lnTo>
                  <a:lnTo>
                    <a:pt x="356425" y="44482"/>
                  </a:lnTo>
                  <a:lnTo>
                    <a:pt x="356711" y="44196"/>
                  </a:lnTo>
                  <a:lnTo>
                    <a:pt x="357378" y="43910"/>
                  </a:lnTo>
                  <a:lnTo>
                    <a:pt x="358426" y="44005"/>
                  </a:lnTo>
                  <a:lnTo>
                    <a:pt x="358902" y="43910"/>
                  </a:lnTo>
                  <a:lnTo>
                    <a:pt x="361379" y="44005"/>
                  </a:lnTo>
                  <a:lnTo>
                    <a:pt x="361855" y="43720"/>
                  </a:lnTo>
                  <a:lnTo>
                    <a:pt x="361664" y="42672"/>
                  </a:lnTo>
                  <a:close/>
                  <a:moveTo>
                    <a:pt x="276320" y="152019"/>
                  </a:moveTo>
                  <a:lnTo>
                    <a:pt x="277082" y="151447"/>
                  </a:lnTo>
                  <a:lnTo>
                    <a:pt x="277654" y="150781"/>
                  </a:lnTo>
                  <a:lnTo>
                    <a:pt x="278416" y="150209"/>
                  </a:lnTo>
                  <a:lnTo>
                    <a:pt x="279559" y="149828"/>
                  </a:lnTo>
                  <a:lnTo>
                    <a:pt x="280511" y="149828"/>
                  </a:lnTo>
                  <a:lnTo>
                    <a:pt x="280988" y="150114"/>
                  </a:lnTo>
                  <a:lnTo>
                    <a:pt x="281273" y="151733"/>
                  </a:lnTo>
                  <a:lnTo>
                    <a:pt x="281464" y="153162"/>
                  </a:lnTo>
                  <a:lnTo>
                    <a:pt x="282130" y="153448"/>
                  </a:lnTo>
                  <a:lnTo>
                    <a:pt x="285559" y="149638"/>
                  </a:lnTo>
                  <a:lnTo>
                    <a:pt x="286988" y="150400"/>
                  </a:lnTo>
                  <a:lnTo>
                    <a:pt x="288322" y="150209"/>
                  </a:lnTo>
                  <a:lnTo>
                    <a:pt x="289465" y="149447"/>
                  </a:lnTo>
                  <a:lnTo>
                    <a:pt x="290417" y="149447"/>
                  </a:lnTo>
                  <a:lnTo>
                    <a:pt x="291370" y="149257"/>
                  </a:lnTo>
                  <a:lnTo>
                    <a:pt x="292894" y="149257"/>
                  </a:lnTo>
                  <a:lnTo>
                    <a:pt x="294513" y="148685"/>
                  </a:lnTo>
                  <a:lnTo>
                    <a:pt x="295846" y="147828"/>
                  </a:lnTo>
                  <a:lnTo>
                    <a:pt x="296894" y="146304"/>
                  </a:lnTo>
                  <a:lnTo>
                    <a:pt x="301561" y="140494"/>
                  </a:lnTo>
                  <a:lnTo>
                    <a:pt x="306229" y="137351"/>
                  </a:lnTo>
                  <a:lnTo>
                    <a:pt x="308419" y="135446"/>
                  </a:lnTo>
                  <a:lnTo>
                    <a:pt x="308705" y="132874"/>
                  </a:lnTo>
                  <a:lnTo>
                    <a:pt x="309277" y="131254"/>
                  </a:lnTo>
                  <a:lnTo>
                    <a:pt x="310229" y="130588"/>
                  </a:lnTo>
                  <a:lnTo>
                    <a:pt x="311563" y="131350"/>
                  </a:lnTo>
                  <a:lnTo>
                    <a:pt x="313372" y="129445"/>
                  </a:lnTo>
                  <a:lnTo>
                    <a:pt x="314325" y="127730"/>
                  </a:lnTo>
                  <a:lnTo>
                    <a:pt x="316706" y="125921"/>
                  </a:lnTo>
                  <a:lnTo>
                    <a:pt x="318040" y="124873"/>
                  </a:lnTo>
                  <a:lnTo>
                    <a:pt x="321659" y="123730"/>
                  </a:lnTo>
                  <a:lnTo>
                    <a:pt x="324898" y="122301"/>
                  </a:lnTo>
                  <a:lnTo>
                    <a:pt x="328613" y="120491"/>
                  </a:lnTo>
                  <a:lnTo>
                    <a:pt x="330327" y="119253"/>
                  </a:lnTo>
                  <a:lnTo>
                    <a:pt x="329755" y="117443"/>
                  </a:lnTo>
                  <a:lnTo>
                    <a:pt x="327850" y="117157"/>
                  </a:lnTo>
                  <a:lnTo>
                    <a:pt x="326326" y="117824"/>
                  </a:lnTo>
                  <a:lnTo>
                    <a:pt x="324802" y="118681"/>
                  </a:lnTo>
                  <a:lnTo>
                    <a:pt x="323850" y="118872"/>
                  </a:lnTo>
                  <a:lnTo>
                    <a:pt x="317849" y="118586"/>
                  </a:lnTo>
                  <a:lnTo>
                    <a:pt x="316325" y="118777"/>
                  </a:lnTo>
                  <a:lnTo>
                    <a:pt x="315277" y="118872"/>
                  </a:lnTo>
                  <a:lnTo>
                    <a:pt x="314134" y="118872"/>
                  </a:lnTo>
                  <a:lnTo>
                    <a:pt x="312515" y="116014"/>
                  </a:lnTo>
                  <a:lnTo>
                    <a:pt x="311277" y="115634"/>
                  </a:lnTo>
                  <a:lnTo>
                    <a:pt x="309181" y="114776"/>
                  </a:lnTo>
                  <a:lnTo>
                    <a:pt x="307657" y="114014"/>
                  </a:lnTo>
                  <a:lnTo>
                    <a:pt x="304990" y="112967"/>
                  </a:lnTo>
                  <a:lnTo>
                    <a:pt x="303371" y="111919"/>
                  </a:lnTo>
                  <a:lnTo>
                    <a:pt x="301085" y="110966"/>
                  </a:lnTo>
                  <a:lnTo>
                    <a:pt x="299656" y="111062"/>
                  </a:lnTo>
                  <a:lnTo>
                    <a:pt x="298228" y="112014"/>
                  </a:lnTo>
                  <a:lnTo>
                    <a:pt x="297371" y="112109"/>
                  </a:lnTo>
                  <a:lnTo>
                    <a:pt x="298228" y="110490"/>
                  </a:lnTo>
                  <a:lnTo>
                    <a:pt x="296227" y="109919"/>
                  </a:lnTo>
                  <a:lnTo>
                    <a:pt x="293941" y="108490"/>
                  </a:lnTo>
                  <a:lnTo>
                    <a:pt x="292417" y="106871"/>
                  </a:lnTo>
                  <a:lnTo>
                    <a:pt x="291179" y="105251"/>
                  </a:lnTo>
                  <a:lnTo>
                    <a:pt x="289560" y="103061"/>
                  </a:lnTo>
                  <a:lnTo>
                    <a:pt x="286702" y="98298"/>
                  </a:lnTo>
                  <a:lnTo>
                    <a:pt x="284131" y="93726"/>
                  </a:lnTo>
                  <a:lnTo>
                    <a:pt x="280321" y="88297"/>
                  </a:lnTo>
                  <a:lnTo>
                    <a:pt x="274130" y="81534"/>
                  </a:lnTo>
                  <a:lnTo>
                    <a:pt x="269938" y="78581"/>
                  </a:lnTo>
                  <a:lnTo>
                    <a:pt x="264795" y="77343"/>
                  </a:lnTo>
                  <a:lnTo>
                    <a:pt x="260032" y="76390"/>
                  </a:lnTo>
                  <a:lnTo>
                    <a:pt x="254508" y="77343"/>
                  </a:lnTo>
                  <a:lnTo>
                    <a:pt x="251650" y="78391"/>
                  </a:lnTo>
                  <a:lnTo>
                    <a:pt x="249936" y="80581"/>
                  </a:lnTo>
                  <a:lnTo>
                    <a:pt x="248412" y="82296"/>
                  </a:lnTo>
                  <a:lnTo>
                    <a:pt x="239268" y="88868"/>
                  </a:lnTo>
                  <a:lnTo>
                    <a:pt x="236506" y="90297"/>
                  </a:lnTo>
                  <a:lnTo>
                    <a:pt x="236029" y="90678"/>
                  </a:lnTo>
                  <a:lnTo>
                    <a:pt x="233553" y="91249"/>
                  </a:lnTo>
                  <a:lnTo>
                    <a:pt x="231076" y="92773"/>
                  </a:lnTo>
                  <a:lnTo>
                    <a:pt x="227933" y="92393"/>
                  </a:lnTo>
                  <a:lnTo>
                    <a:pt x="225933" y="91440"/>
                  </a:lnTo>
                  <a:lnTo>
                    <a:pt x="224695" y="88868"/>
                  </a:lnTo>
                  <a:lnTo>
                    <a:pt x="219742" y="87725"/>
                  </a:lnTo>
                  <a:lnTo>
                    <a:pt x="215741" y="91535"/>
                  </a:lnTo>
                  <a:lnTo>
                    <a:pt x="212693" y="95536"/>
                  </a:lnTo>
                  <a:lnTo>
                    <a:pt x="211360" y="96869"/>
                  </a:lnTo>
                  <a:lnTo>
                    <a:pt x="212788" y="98488"/>
                  </a:lnTo>
                  <a:lnTo>
                    <a:pt x="214693" y="99536"/>
                  </a:lnTo>
                  <a:lnTo>
                    <a:pt x="216789" y="99917"/>
                  </a:lnTo>
                  <a:lnTo>
                    <a:pt x="220789" y="99631"/>
                  </a:lnTo>
                  <a:lnTo>
                    <a:pt x="222313" y="100298"/>
                  </a:lnTo>
                  <a:lnTo>
                    <a:pt x="222980" y="102394"/>
                  </a:lnTo>
                  <a:lnTo>
                    <a:pt x="222313" y="101918"/>
                  </a:lnTo>
                  <a:lnTo>
                    <a:pt x="221361" y="100870"/>
                  </a:lnTo>
                  <a:lnTo>
                    <a:pt x="220789" y="100584"/>
                  </a:lnTo>
                  <a:lnTo>
                    <a:pt x="220027" y="100584"/>
                  </a:lnTo>
                  <a:lnTo>
                    <a:pt x="217551" y="101251"/>
                  </a:lnTo>
                  <a:lnTo>
                    <a:pt x="215741" y="101155"/>
                  </a:lnTo>
                  <a:lnTo>
                    <a:pt x="214217" y="100774"/>
                  </a:lnTo>
                  <a:lnTo>
                    <a:pt x="211931" y="99155"/>
                  </a:lnTo>
                  <a:lnTo>
                    <a:pt x="210217" y="97346"/>
                  </a:lnTo>
                  <a:lnTo>
                    <a:pt x="210121" y="96203"/>
                  </a:lnTo>
                  <a:lnTo>
                    <a:pt x="211169" y="95155"/>
                  </a:lnTo>
                  <a:lnTo>
                    <a:pt x="212979" y="93250"/>
                  </a:lnTo>
                  <a:lnTo>
                    <a:pt x="214979" y="90392"/>
                  </a:lnTo>
                  <a:lnTo>
                    <a:pt x="218408" y="87154"/>
                  </a:lnTo>
                  <a:lnTo>
                    <a:pt x="217741" y="86201"/>
                  </a:lnTo>
                  <a:lnTo>
                    <a:pt x="215551" y="85344"/>
                  </a:lnTo>
                  <a:lnTo>
                    <a:pt x="214408" y="83534"/>
                  </a:lnTo>
                  <a:lnTo>
                    <a:pt x="212217" y="77629"/>
                  </a:lnTo>
                  <a:lnTo>
                    <a:pt x="211741" y="75533"/>
                  </a:lnTo>
                  <a:lnTo>
                    <a:pt x="209359" y="74295"/>
                  </a:lnTo>
                  <a:lnTo>
                    <a:pt x="201644" y="73819"/>
                  </a:lnTo>
                  <a:lnTo>
                    <a:pt x="197834" y="74104"/>
                  </a:lnTo>
                  <a:lnTo>
                    <a:pt x="195739" y="74676"/>
                  </a:lnTo>
                  <a:lnTo>
                    <a:pt x="193357" y="80486"/>
                  </a:lnTo>
                  <a:lnTo>
                    <a:pt x="192024" y="82868"/>
                  </a:lnTo>
                  <a:lnTo>
                    <a:pt x="191262" y="84296"/>
                  </a:lnTo>
                  <a:lnTo>
                    <a:pt x="190405" y="85725"/>
                  </a:lnTo>
                  <a:lnTo>
                    <a:pt x="189071" y="86487"/>
                  </a:lnTo>
                  <a:lnTo>
                    <a:pt x="187642" y="86487"/>
                  </a:lnTo>
                  <a:lnTo>
                    <a:pt x="186118" y="85725"/>
                  </a:lnTo>
                  <a:lnTo>
                    <a:pt x="184785" y="84392"/>
                  </a:lnTo>
                  <a:lnTo>
                    <a:pt x="183261" y="82963"/>
                  </a:lnTo>
                  <a:lnTo>
                    <a:pt x="181546" y="83058"/>
                  </a:lnTo>
                  <a:lnTo>
                    <a:pt x="179641" y="83725"/>
                  </a:lnTo>
                  <a:lnTo>
                    <a:pt x="178022" y="86868"/>
                  </a:lnTo>
                  <a:lnTo>
                    <a:pt x="175641" y="88582"/>
                  </a:lnTo>
                  <a:lnTo>
                    <a:pt x="173926" y="90202"/>
                  </a:lnTo>
                  <a:lnTo>
                    <a:pt x="171355" y="90392"/>
                  </a:lnTo>
                  <a:lnTo>
                    <a:pt x="175260" y="87249"/>
                  </a:lnTo>
                  <a:lnTo>
                    <a:pt x="178784" y="82105"/>
                  </a:lnTo>
                  <a:lnTo>
                    <a:pt x="180213" y="81248"/>
                  </a:lnTo>
                  <a:lnTo>
                    <a:pt x="182404" y="81153"/>
                  </a:lnTo>
                  <a:lnTo>
                    <a:pt x="184880" y="81915"/>
                  </a:lnTo>
                  <a:lnTo>
                    <a:pt x="186976" y="83439"/>
                  </a:lnTo>
                  <a:lnTo>
                    <a:pt x="188785" y="83915"/>
                  </a:lnTo>
                  <a:lnTo>
                    <a:pt x="189929" y="83439"/>
                  </a:lnTo>
                  <a:lnTo>
                    <a:pt x="190690" y="81820"/>
                  </a:lnTo>
                  <a:lnTo>
                    <a:pt x="191357" y="78962"/>
                  </a:lnTo>
                  <a:lnTo>
                    <a:pt x="192119" y="75914"/>
                  </a:lnTo>
                  <a:lnTo>
                    <a:pt x="192786" y="74676"/>
                  </a:lnTo>
                  <a:lnTo>
                    <a:pt x="193929" y="72676"/>
                  </a:lnTo>
                  <a:lnTo>
                    <a:pt x="197834" y="71438"/>
                  </a:lnTo>
                  <a:lnTo>
                    <a:pt x="209074" y="71247"/>
                  </a:lnTo>
                  <a:lnTo>
                    <a:pt x="212884" y="71628"/>
                  </a:lnTo>
                  <a:lnTo>
                    <a:pt x="215360" y="72295"/>
                  </a:lnTo>
                  <a:lnTo>
                    <a:pt x="217646" y="74009"/>
                  </a:lnTo>
                  <a:lnTo>
                    <a:pt x="219075" y="75533"/>
                  </a:lnTo>
                  <a:lnTo>
                    <a:pt x="219837" y="78486"/>
                  </a:lnTo>
                  <a:lnTo>
                    <a:pt x="221075" y="80391"/>
                  </a:lnTo>
                  <a:lnTo>
                    <a:pt x="222504" y="81534"/>
                  </a:lnTo>
                  <a:lnTo>
                    <a:pt x="224409" y="81248"/>
                  </a:lnTo>
                  <a:lnTo>
                    <a:pt x="226123" y="80486"/>
                  </a:lnTo>
                  <a:lnTo>
                    <a:pt x="227647" y="78200"/>
                  </a:lnTo>
                  <a:lnTo>
                    <a:pt x="230696" y="74676"/>
                  </a:lnTo>
                  <a:lnTo>
                    <a:pt x="231743" y="74200"/>
                  </a:lnTo>
                  <a:lnTo>
                    <a:pt x="232886" y="74104"/>
                  </a:lnTo>
                  <a:lnTo>
                    <a:pt x="232886" y="73533"/>
                  </a:lnTo>
                  <a:lnTo>
                    <a:pt x="232410" y="73152"/>
                  </a:lnTo>
                  <a:lnTo>
                    <a:pt x="232029" y="72771"/>
                  </a:lnTo>
                  <a:lnTo>
                    <a:pt x="231267" y="71628"/>
                  </a:lnTo>
                  <a:lnTo>
                    <a:pt x="231838" y="71438"/>
                  </a:lnTo>
                  <a:lnTo>
                    <a:pt x="233458" y="71247"/>
                  </a:lnTo>
                  <a:lnTo>
                    <a:pt x="234029" y="70961"/>
                  </a:lnTo>
                  <a:lnTo>
                    <a:pt x="234886" y="69723"/>
                  </a:lnTo>
                  <a:lnTo>
                    <a:pt x="234791" y="68866"/>
                  </a:lnTo>
                  <a:lnTo>
                    <a:pt x="234315" y="68104"/>
                  </a:lnTo>
                  <a:lnTo>
                    <a:pt x="234029" y="66865"/>
                  </a:lnTo>
                  <a:lnTo>
                    <a:pt x="234220" y="65056"/>
                  </a:lnTo>
                  <a:lnTo>
                    <a:pt x="235553" y="61913"/>
                  </a:lnTo>
                  <a:lnTo>
                    <a:pt x="237839" y="58579"/>
                  </a:lnTo>
                  <a:lnTo>
                    <a:pt x="239458" y="57245"/>
                  </a:lnTo>
                  <a:lnTo>
                    <a:pt x="241268" y="56007"/>
                  </a:lnTo>
                  <a:lnTo>
                    <a:pt x="243459" y="54959"/>
                  </a:lnTo>
                  <a:lnTo>
                    <a:pt x="247840" y="54388"/>
                  </a:lnTo>
                  <a:lnTo>
                    <a:pt x="249364" y="54007"/>
                  </a:lnTo>
                  <a:lnTo>
                    <a:pt x="250126" y="53340"/>
                  </a:lnTo>
                  <a:lnTo>
                    <a:pt x="250603" y="52578"/>
                  </a:lnTo>
                  <a:lnTo>
                    <a:pt x="250984" y="51721"/>
                  </a:lnTo>
                  <a:lnTo>
                    <a:pt x="251555" y="50768"/>
                  </a:lnTo>
                  <a:lnTo>
                    <a:pt x="252413" y="49911"/>
                  </a:lnTo>
                  <a:lnTo>
                    <a:pt x="253936" y="49054"/>
                  </a:lnTo>
                  <a:lnTo>
                    <a:pt x="255937" y="47244"/>
                  </a:lnTo>
                  <a:lnTo>
                    <a:pt x="257461" y="46292"/>
                  </a:lnTo>
                  <a:lnTo>
                    <a:pt x="260890" y="44958"/>
                  </a:lnTo>
                  <a:lnTo>
                    <a:pt x="261747" y="44768"/>
                  </a:lnTo>
                  <a:lnTo>
                    <a:pt x="261747" y="44768"/>
                  </a:lnTo>
                  <a:lnTo>
                    <a:pt x="261080" y="41624"/>
                  </a:lnTo>
                  <a:lnTo>
                    <a:pt x="260318" y="39910"/>
                  </a:lnTo>
                  <a:lnTo>
                    <a:pt x="259080" y="38195"/>
                  </a:lnTo>
                  <a:lnTo>
                    <a:pt x="258604" y="37719"/>
                  </a:lnTo>
                  <a:lnTo>
                    <a:pt x="257937" y="37147"/>
                  </a:lnTo>
                  <a:lnTo>
                    <a:pt x="256699" y="36386"/>
                  </a:lnTo>
                  <a:lnTo>
                    <a:pt x="256222" y="36195"/>
                  </a:lnTo>
                  <a:lnTo>
                    <a:pt x="255651" y="36004"/>
                  </a:lnTo>
                  <a:lnTo>
                    <a:pt x="255079" y="35909"/>
                  </a:lnTo>
                  <a:lnTo>
                    <a:pt x="254508" y="35909"/>
                  </a:lnTo>
                  <a:lnTo>
                    <a:pt x="253555" y="36100"/>
                  </a:lnTo>
                  <a:lnTo>
                    <a:pt x="252889" y="36100"/>
                  </a:lnTo>
                  <a:lnTo>
                    <a:pt x="252127" y="36004"/>
                  </a:lnTo>
                  <a:lnTo>
                    <a:pt x="251079" y="35623"/>
                  </a:lnTo>
                  <a:lnTo>
                    <a:pt x="250507" y="35243"/>
                  </a:lnTo>
                  <a:lnTo>
                    <a:pt x="250222" y="34766"/>
                  </a:lnTo>
                  <a:lnTo>
                    <a:pt x="249936" y="34099"/>
                  </a:lnTo>
                  <a:lnTo>
                    <a:pt x="248221" y="31718"/>
                  </a:lnTo>
                  <a:lnTo>
                    <a:pt x="247364" y="31147"/>
                  </a:lnTo>
                  <a:lnTo>
                    <a:pt x="246697" y="30861"/>
                  </a:lnTo>
                  <a:lnTo>
                    <a:pt x="246221" y="30956"/>
                  </a:lnTo>
                  <a:lnTo>
                    <a:pt x="245745" y="31052"/>
                  </a:lnTo>
                  <a:lnTo>
                    <a:pt x="245364" y="31242"/>
                  </a:lnTo>
                  <a:lnTo>
                    <a:pt x="245078" y="31623"/>
                  </a:lnTo>
                  <a:lnTo>
                    <a:pt x="244792" y="32099"/>
                  </a:lnTo>
                  <a:lnTo>
                    <a:pt x="244411" y="33052"/>
                  </a:lnTo>
                  <a:lnTo>
                    <a:pt x="244126" y="33433"/>
                  </a:lnTo>
                  <a:lnTo>
                    <a:pt x="243840" y="33814"/>
                  </a:lnTo>
                  <a:lnTo>
                    <a:pt x="243459" y="34004"/>
                  </a:lnTo>
                  <a:lnTo>
                    <a:pt x="242983" y="34099"/>
                  </a:lnTo>
                  <a:lnTo>
                    <a:pt x="242411" y="34004"/>
                  </a:lnTo>
                  <a:lnTo>
                    <a:pt x="239363" y="32861"/>
                  </a:lnTo>
                  <a:lnTo>
                    <a:pt x="238696" y="32385"/>
                  </a:lnTo>
                  <a:lnTo>
                    <a:pt x="238411" y="31909"/>
                  </a:lnTo>
                  <a:lnTo>
                    <a:pt x="238506" y="31432"/>
                  </a:lnTo>
                  <a:lnTo>
                    <a:pt x="238696" y="30956"/>
                  </a:lnTo>
                  <a:lnTo>
                    <a:pt x="239554" y="29718"/>
                  </a:lnTo>
                  <a:lnTo>
                    <a:pt x="239744" y="29242"/>
                  </a:lnTo>
                  <a:lnTo>
                    <a:pt x="239744" y="28670"/>
                  </a:lnTo>
                  <a:lnTo>
                    <a:pt x="239554" y="28099"/>
                  </a:lnTo>
                  <a:lnTo>
                    <a:pt x="238506" y="26670"/>
                  </a:lnTo>
                  <a:lnTo>
                    <a:pt x="238411" y="26289"/>
                  </a:lnTo>
                  <a:lnTo>
                    <a:pt x="238411" y="25813"/>
                  </a:lnTo>
                  <a:lnTo>
                    <a:pt x="238506" y="25337"/>
                  </a:lnTo>
                  <a:lnTo>
                    <a:pt x="238792" y="24860"/>
                  </a:lnTo>
                  <a:lnTo>
                    <a:pt x="239363" y="24098"/>
                  </a:lnTo>
                  <a:lnTo>
                    <a:pt x="239554" y="23622"/>
                  </a:lnTo>
                  <a:lnTo>
                    <a:pt x="239649" y="23146"/>
                  </a:lnTo>
                  <a:lnTo>
                    <a:pt x="239554" y="22670"/>
                  </a:lnTo>
                  <a:lnTo>
                    <a:pt x="238696" y="19907"/>
                  </a:lnTo>
                  <a:lnTo>
                    <a:pt x="238696" y="19336"/>
                  </a:lnTo>
                  <a:lnTo>
                    <a:pt x="238696" y="18764"/>
                  </a:lnTo>
                  <a:lnTo>
                    <a:pt x="238887" y="17621"/>
                  </a:lnTo>
                  <a:lnTo>
                    <a:pt x="238887" y="16954"/>
                  </a:lnTo>
                  <a:lnTo>
                    <a:pt x="238601" y="16097"/>
                  </a:lnTo>
                  <a:lnTo>
                    <a:pt x="238220" y="15621"/>
                  </a:lnTo>
                  <a:lnTo>
                    <a:pt x="237744" y="15335"/>
                  </a:lnTo>
                  <a:lnTo>
                    <a:pt x="236601" y="15049"/>
                  </a:lnTo>
                  <a:lnTo>
                    <a:pt x="235363" y="14954"/>
                  </a:lnTo>
                  <a:lnTo>
                    <a:pt x="232886" y="15145"/>
                  </a:lnTo>
                  <a:lnTo>
                    <a:pt x="231648" y="16478"/>
                  </a:lnTo>
                  <a:lnTo>
                    <a:pt x="231172" y="16669"/>
                  </a:lnTo>
                  <a:lnTo>
                    <a:pt x="230410" y="16764"/>
                  </a:lnTo>
                  <a:lnTo>
                    <a:pt x="229743" y="16669"/>
                  </a:lnTo>
                  <a:lnTo>
                    <a:pt x="227647" y="16097"/>
                  </a:lnTo>
                  <a:lnTo>
                    <a:pt x="226790" y="16002"/>
                  </a:lnTo>
                  <a:lnTo>
                    <a:pt x="222599" y="16478"/>
                  </a:lnTo>
                  <a:lnTo>
                    <a:pt x="221932" y="16669"/>
                  </a:lnTo>
                  <a:lnTo>
                    <a:pt x="219742" y="17812"/>
                  </a:lnTo>
                  <a:lnTo>
                    <a:pt x="218884" y="18097"/>
                  </a:lnTo>
                  <a:lnTo>
                    <a:pt x="218122" y="18193"/>
                  </a:lnTo>
                  <a:lnTo>
                    <a:pt x="215836" y="18193"/>
                  </a:lnTo>
                  <a:lnTo>
                    <a:pt x="215360" y="18288"/>
                  </a:lnTo>
                  <a:lnTo>
                    <a:pt x="214884" y="18574"/>
                  </a:lnTo>
                  <a:lnTo>
                    <a:pt x="214503" y="19050"/>
                  </a:lnTo>
                  <a:lnTo>
                    <a:pt x="214313" y="19907"/>
                  </a:lnTo>
                  <a:lnTo>
                    <a:pt x="214503" y="20384"/>
                  </a:lnTo>
                  <a:lnTo>
                    <a:pt x="214884" y="20764"/>
                  </a:lnTo>
                  <a:lnTo>
                    <a:pt x="215265" y="21050"/>
                  </a:lnTo>
                  <a:lnTo>
                    <a:pt x="215551" y="21431"/>
                  </a:lnTo>
                  <a:lnTo>
                    <a:pt x="215741" y="21812"/>
                  </a:lnTo>
                  <a:lnTo>
                    <a:pt x="215932" y="22193"/>
                  </a:lnTo>
                  <a:lnTo>
                    <a:pt x="216408" y="24098"/>
                  </a:lnTo>
                  <a:lnTo>
                    <a:pt x="216598" y="26194"/>
                  </a:lnTo>
                  <a:lnTo>
                    <a:pt x="216503" y="26670"/>
                  </a:lnTo>
                  <a:lnTo>
                    <a:pt x="216217" y="27051"/>
                  </a:lnTo>
                  <a:lnTo>
                    <a:pt x="215455" y="27146"/>
                  </a:lnTo>
                  <a:lnTo>
                    <a:pt x="211264" y="29051"/>
                  </a:lnTo>
                  <a:lnTo>
                    <a:pt x="210502" y="29242"/>
                  </a:lnTo>
                  <a:lnTo>
                    <a:pt x="209359" y="29242"/>
                  </a:lnTo>
                  <a:lnTo>
                    <a:pt x="208121" y="29051"/>
                  </a:lnTo>
                  <a:lnTo>
                    <a:pt x="207169" y="29528"/>
                  </a:lnTo>
                  <a:lnTo>
                    <a:pt x="206026" y="30480"/>
                  </a:lnTo>
                  <a:lnTo>
                    <a:pt x="202501" y="34671"/>
                  </a:lnTo>
                  <a:lnTo>
                    <a:pt x="199072" y="38100"/>
                  </a:lnTo>
                  <a:lnTo>
                    <a:pt x="197929" y="34480"/>
                  </a:lnTo>
                  <a:lnTo>
                    <a:pt x="197834" y="34004"/>
                  </a:lnTo>
                  <a:lnTo>
                    <a:pt x="195548" y="26479"/>
                  </a:lnTo>
                  <a:lnTo>
                    <a:pt x="195167" y="25718"/>
                  </a:lnTo>
                  <a:lnTo>
                    <a:pt x="194786" y="25432"/>
                  </a:lnTo>
                  <a:lnTo>
                    <a:pt x="194310" y="25241"/>
                  </a:lnTo>
                  <a:lnTo>
                    <a:pt x="193643" y="25432"/>
                  </a:lnTo>
                  <a:lnTo>
                    <a:pt x="192881" y="26194"/>
                  </a:lnTo>
                  <a:lnTo>
                    <a:pt x="192500" y="26479"/>
                  </a:lnTo>
                  <a:lnTo>
                    <a:pt x="192024" y="26670"/>
                  </a:lnTo>
                  <a:lnTo>
                    <a:pt x="190976" y="26765"/>
                  </a:lnTo>
                  <a:lnTo>
                    <a:pt x="190405" y="26670"/>
                  </a:lnTo>
                  <a:lnTo>
                    <a:pt x="189929" y="26384"/>
                  </a:lnTo>
                  <a:lnTo>
                    <a:pt x="189452" y="25622"/>
                  </a:lnTo>
                  <a:lnTo>
                    <a:pt x="189262" y="25051"/>
                  </a:lnTo>
                  <a:lnTo>
                    <a:pt x="189166" y="24479"/>
                  </a:lnTo>
                  <a:lnTo>
                    <a:pt x="189071" y="22860"/>
                  </a:lnTo>
                  <a:lnTo>
                    <a:pt x="188881" y="22384"/>
                  </a:lnTo>
                  <a:lnTo>
                    <a:pt x="188595" y="22098"/>
                  </a:lnTo>
                  <a:lnTo>
                    <a:pt x="188023" y="22098"/>
                  </a:lnTo>
                  <a:lnTo>
                    <a:pt x="183928" y="22860"/>
                  </a:lnTo>
                  <a:lnTo>
                    <a:pt x="176689" y="23813"/>
                  </a:lnTo>
                  <a:lnTo>
                    <a:pt x="169926" y="21717"/>
                  </a:lnTo>
                  <a:lnTo>
                    <a:pt x="163735" y="16954"/>
                  </a:lnTo>
                  <a:lnTo>
                    <a:pt x="161639" y="14383"/>
                  </a:lnTo>
                  <a:lnTo>
                    <a:pt x="156591" y="10192"/>
                  </a:lnTo>
                  <a:lnTo>
                    <a:pt x="155067" y="8477"/>
                  </a:lnTo>
                  <a:lnTo>
                    <a:pt x="154781" y="7334"/>
                  </a:lnTo>
                  <a:lnTo>
                    <a:pt x="154591" y="6001"/>
                  </a:lnTo>
                  <a:lnTo>
                    <a:pt x="154496" y="3620"/>
                  </a:lnTo>
                  <a:lnTo>
                    <a:pt x="154114" y="2572"/>
                  </a:lnTo>
                  <a:lnTo>
                    <a:pt x="152305" y="1143"/>
                  </a:lnTo>
                  <a:lnTo>
                    <a:pt x="151352" y="857"/>
                  </a:lnTo>
                  <a:lnTo>
                    <a:pt x="150019" y="762"/>
                  </a:lnTo>
                  <a:lnTo>
                    <a:pt x="147923" y="857"/>
                  </a:lnTo>
                  <a:lnTo>
                    <a:pt x="146399" y="1048"/>
                  </a:lnTo>
                  <a:lnTo>
                    <a:pt x="144971" y="1524"/>
                  </a:lnTo>
                  <a:lnTo>
                    <a:pt x="143827" y="1714"/>
                  </a:lnTo>
                  <a:lnTo>
                    <a:pt x="142684" y="1619"/>
                  </a:lnTo>
                  <a:lnTo>
                    <a:pt x="142018" y="1143"/>
                  </a:lnTo>
                  <a:lnTo>
                    <a:pt x="141351" y="571"/>
                  </a:lnTo>
                  <a:lnTo>
                    <a:pt x="140684" y="95"/>
                  </a:lnTo>
                  <a:lnTo>
                    <a:pt x="139922" y="0"/>
                  </a:lnTo>
                  <a:lnTo>
                    <a:pt x="138779" y="95"/>
                  </a:lnTo>
                  <a:lnTo>
                    <a:pt x="137255" y="762"/>
                  </a:lnTo>
                  <a:lnTo>
                    <a:pt x="135636" y="1048"/>
                  </a:lnTo>
                  <a:lnTo>
                    <a:pt x="133540" y="1048"/>
                  </a:lnTo>
                  <a:lnTo>
                    <a:pt x="132588" y="1334"/>
                  </a:lnTo>
                  <a:lnTo>
                    <a:pt x="131826" y="1714"/>
                  </a:lnTo>
                  <a:lnTo>
                    <a:pt x="129921" y="4191"/>
                  </a:lnTo>
                  <a:lnTo>
                    <a:pt x="129159" y="12002"/>
                  </a:lnTo>
                  <a:lnTo>
                    <a:pt x="125635" y="27718"/>
                  </a:lnTo>
                  <a:lnTo>
                    <a:pt x="125825" y="28765"/>
                  </a:lnTo>
                  <a:lnTo>
                    <a:pt x="125825" y="29242"/>
                  </a:lnTo>
                  <a:lnTo>
                    <a:pt x="125730" y="29909"/>
                  </a:lnTo>
                  <a:lnTo>
                    <a:pt x="125444" y="30671"/>
                  </a:lnTo>
                  <a:lnTo>
                    <a:pt x="124873" y="31718"/>
                  </a:lnTo>
                  <a:lnTo>
                    <a:pt x="124111" y="32766"/>
                  </a:lnTo>
                  <a:lnTo>
                    <a:pt x="123539" y="33814"/>
                  </a:lnTo>
                  <a:lnTo>
                    <a:pt x="122872" y="35433"/>
                  </a:lnTo>
                  <a:lnTo>
                    <a:pt x="122587" y="36004"/>
                  </a:lnTo>
                  <a:lnTo>
                    <a:pt x="122206" y="36386"/>
                  </a:lnTo>
                  <a:lnTo>
                    <a:pt x="121444" y="36957"/>
                  </a:lnTo>
                  <a:lnTo>
                    <a:pt x="119634" y="38005"/>
                  </a:lnTo>
                  <a:lnTo>
                    <a:pt x="119443" y="38195"/>
                  </a:lnTo>
                  <a:lnTo>
                    <a:pt x="119253" y="38671"/>
                  </a:lnTo>
                  <a:lnTo>
                    <a:pt x="119063" y="39434"/>
                  </a:lnTo>
                  <a:lnTo>
                    <a:pt x="119063" y="40767"/>
                  </a:lnTo>
                  <a:lnTo>
                    <a:pt x="118967" y="41720"/>
                  </a:lnTo>
                  <a:lnTo>
                    <a:pt x="118681" y="42767"/>
                  </a:lnTo>
                  <a:lnTo>
                    <a:pt x="116776" y="46482"/>
                  </a:lnTo>
                  <a:lnTo>
                    <a:pt x="115729" y="49244"/>
                  </a:lnTo>
                  <a:lnTo>
                    <a:pt x="115443" y="49721"/>
                  </a:lnTo>
                  <a:lnTo>
                    <a:pt x="115062" y="50102"/>
                  </a:lnTo>
                  <a:lnTo>
                    <a:pt x="114586" y="50292"/>
                  </a:lnTo>
                  <a:lnTo>
                    <a:pt x="114014" y="50292"/>
                  </a:lnTo>
                  <a:lnTo>
                    <a:pt x="113442" y="50197"/>
                  </a:lnTo>
                  <a:lnTo>
                    <a:pt x="112966" y="50006"/>
                  </a:lnTo>
                  <a:lnTo>
                    <a:pt x="112585" y="49721"/>
                  </a:lnTo>
                  <a:lnTo>
                    <a:pt x="112300" y="49339"/>
                  </a:lnTo>
                  <a:lnTo>
                    <a:pt x="112109" y="48959"/>
                  </a:lnTo>
                  <a:lnTo>
                    <a:pt x="112014" y="48482"/>
                  </a:lnTo>
                  <a:lnTo>
                    <a:pt x="111823" y="47530"/>
                  </a:lnTo>
                  <a:lnTo>
                    <a:pt x="111633" y="47054"/>
                  </a:lnTo>
                  <a:lnTo>
                    <a:pt x="111442" y="46672"/>
                  </a:lnTo>
                  <a:lnTo>
                    <a:pt x="111157" y="46292"/>
                  </a:lnTo>
                  <a:lnTo>
                    <a:pt x="110776" y="46006"/>
                  </a:lnTo>
                  <a:lnTo>
                    <a:pt x="110299" y="45815"/>
                  </a:lnTo>
                  <a:lnTo>
                    <a:pt x="109823" y="45815"/>
                  </a:lnTo>
                  <a:lnTo>
                    <a:pt x="109347" y="45911"/>
                  </a:lnTo>
                  <a:lnTo>
                    <a:pt x="108490" y="46292"/>
                  </a:lnTo>
                  <a:lnTo>
                    <a:pt x="107728" y="46768"/>
                  </a:lnTo>
                  <a:lnTo>
                    <a:pt x="107347" y="47054"/>
                  </a:lnTo>
                  <a:lnTo>
                    <a:pt x="107061" y="47339"/>
                  </a:lnTo>
                  <a:lnTo>
                    <a:pt x="106775" y="47815"/>
                  </a:lnTo>
                  <a:lnTo>
                    <a:pt x="105537" y="50768"/>
                  </a:lnTo>
                  <a:lnTo>
                    <a:pt x="105251" y="51245"/>
                  </a:lnTo>
                  <a:lnTo>
                    <a:pt x="104965" y="51626"/>
                  </a:lnTo>
                  <a:lnTo>
                    <a:pt x="104584" y="51911"/>
                  </a:lnTo>
                  <a:lnTo>
                    <a:pt x="104204" y="52102"/>
                  </a:lnTo>
                  <a:lnTo>
                    <a:pt x="101917" y="52864"/>
                  </a:lnTo>
                  <a:lnTo>
                    <a:pt x="101536" y="53054"/>
                  </a:lnTo>
                  <a:lnTo>
                    <a:pt x="101251" y="53530"/>
                  </a:lnTo>
                  <a:lnTo>
                    <a:pt x="101060" y="54197"/>
                  </a:lnTo>
                  <a:lnTo>
                    <a:pt x="101155" y="55626"/>
                  </a:lnTo>
                  <a:lnTo>
                    <a:pt x="100965" y="56293"/>
                  </a:lnTo>
                  <a:lnTo>
                    <a:pt x="100679" y="56769"/>
                  </a:lnTo>
                  <a:lnTo>
                    <a:pt x="99822" y="57150"/>
                  </a:lnTo>
                  <a:lnTo>
                    <a:pt x="99441" y="57436"/>
                  </a:lnTo>
                  <a:lnTo>
                    <a:pt x="99250" y="57817"/>
                  </a:lnTo>
                  <a:lnTo>
                    <a:pt x="99155" y="58388"/>
                  </a:lnTo>
                  <a:lnTo>
                    <a:pt x="99155" y="58960"/>
                  </a:lnTo>
                  <a:lnTo>
                    <a:pt x="99250" y="59436"/>
                  </a:lnTo>
                  <a:lnTo>
                    <a:pt x="99441" y="59912"/>
                  </a:lnTo>
                  <a:lnTo>
                    <a:pt x="99727" y="60388"/>
                  </a:lnTo>
                  <a:lnTo>
                    <a:pt x="100203" y="60865"/>
                  </a:lnTo>
                  <a:lnTo>
                    <a:pt x="101155" y="61531"/>
                  </a:lnTo>
                  <a:lnTo>
                    <a:pt x="101822" y="61817"/>
                  </a:lnTo>
                  <a:lnTo>
                    <a:pt x="102394" y="61817"/>
                  </a:lnTo>
                  <a:lnTo>
                    <a:pt x="104299" y="61341"/>
                  </a:lnTo>
                  <a:lnTo>
                    <a:pt x="104775" y="61246"/>
                  </a:lnTo>
                  <a:lnTo>
                    <a:pt x="105156" y="61246"/>
                  </a:lnTo>
                  <a:lnTo>
                    <a:pt x="105537" y="61341"/>
                  </a:lnTo>
                  <a:lnTo>
                    <a:pt x="106013" y="61627"/>
                  </a:lnTo>
                  <a:lnTo>
                    <a:pt x="106299" y="62103"/>
                  </a:lnTo>
                  <a:lnTo>
                    <a:pt x="106394" y="63055"/>
                  </a:lnTo>
                  <a:lnTo>
                    <a:pt x="106394" y="64484"/>
                  </a:lnTo>
                  <a:lnTo>
                    <a:pt x="106585" y="65151"/>
                  </a:lnTo>
                  <a:lnTo>
                    <a:pt x="106966" y="65818"/>
                  </a:lnTo>
                  <a:lnTo>
                    <a:pt x="107728" y="66865"/>
                  </a:lnTo>
                  <a:lnTo>
                    <a:pt x="108204" y="67628"/>
                  </a:lnTo>
                  <a:lnTo>
                    <a:pt x="108490" y="68389"/>
                  </a:lnTo>
                  <a:lnTo>
                    <a:pt x="108490" y="70295"/>
                  </a:lnTo>
                  <a:lnTo>
                    <a:pt x="108585" y="71056"/>
                  </a:lnTo>
                  <a:lnTo>
                    <a:pt x="108871" y="71723"/>
                  </a:lnTo>
                  <a:lnTo>
                    <a:pt x="109823" y="72580"/>
                  </a:lnTo>
                  <a:lnTo>
                    <a:pt x="111061" y="73438"/>
                  </a:lnTo>
                  <a:lnTo>
                    <a:pt x="111347" y="73819"/>
                  </a:lnTo>
                  <a:lnTo>
                    <a:pt x="111538" y="74104"/>
                  </a:lnTo>
                  <a:lnTo>
                    <a:pt x="111157" y="75057"/>
                  </a:lnTo>
                  <a:lnTo>
                    <a:pt x="107156" y="74676"/>
                  </a:lnTo>
                  <a:lnTo>
                    <a:pt x="106204" y="74676"/>
                  </a:lnTo>
                  <a:lnTo>
                    <a:pt x="105346" y="74962"/>
                  </a:lnTo>
                  <a:lnTo>
                    <a:pt x="104299" y="75533"/>
                  </a:lnTo>
                  <a:lnTo>
                    <a:pt x="102108" y="76962"/>
                  </a:lnTo>
                  <a:lnTo>
                    <a:pt x="101251" y="77819"/>
                  </a:lnTo>
                  <a:lnTo>
                    <a:pt x="100679" y="78486"/>
                  </a:lnTo>
                  <a:lnTo>
                    <a:pt x="99536" y="80772"/>
                  </a:lnTo>
                  <a:lnTo>
                    <a:pt x="99155" y="81153"/>
                  </a:lnTo>
                  <a:lnTo>
                    <a:pt x="98774" y="81344"/>
                  </a:lnTo>
                  <a:lnTo>
                    <a:pt x="98107" y="81153"/>
                  </a:lnTo>
                  <a:lnTo>
                    <a:pt x="97726" y="80867"/>
                  </a:lnTo>
                  <a:lnTo>
                    <a:pt x="97060" y="80201"/>
                  </a:lnTo>
                  <a:lnTo>
                    <a:pt x="96679" y="80010"/>
                  </a:lnTo>
                  <a:lnTo>
                    <a:pt x="96202" y="79915"/>
                  </a:lnTo>
                  <a:lnTo>
                    <a:pt x="95726" y="79915"/>
                  </a:lnTo>
                  <a:lnTo>
                    <a:pt x="93726" y="80296"/>
                  </a:lnTo>
                  <a:lnTo>
                    <a:pt x="93154" y="80296"/>
                  </a:lnTo>
                  <a:lnTo>
                    <a:pt x="89344" y="79820"/>
                  </a:lnTo>
                  <a:lnTo>
                    <a:pt x="84487" y="80105"/>
                  </a:lnTo>
                  <a:lnTo>
                    <a:pt x="83915" y="80010"/>
                  </a:lnTo>
                  <a:lnTo>
                    <a:pt x="83439" y="79820"/>
                  </a:lnTo>
                  <a:lnTo>
                    <a:pt x="82582" y="79248"/>
                  </a:lnTo>
                  <a:lnTo>
                    <a:pt x="80200" y="78200"/>
                  </a:lnTo>
                  <a:lnTo>
                    <a:pt x="78200" y="76771"/>
                  </a:lnTo>
                  <a:lnTo>
                    <a:pt x="77819" y="76486"/>
                  </a:lnTo>
                  <a:lnTo>
                    <a:pt x="77343" y="76295"/>
                  </a:lnTo>
                  <a:lnTo>
                    <a:pt x="76771" y="76105"/>
                  </a:lnTo>
                  <a:lnTo>
                    <a:pt x="76200" y="75914"/>
                  </a:lnTo>
                  <a:lnTo>
                    <a:pt x="75629" y="75914"/>
                  </a:lnTo>
                  <a:lnTo>
                    <a:pt x="75152" y="76010"/>
                  </a:lnTo>
                  <a:lnTo>
                    <a:pt x="74676" y="76200"/>
                  </a:lnTo>
                  <a:lnTo>
                    <a:pt x="71818" y="77629"/>
                  </a:lnTo>
                  <a:lnTo>
                    <a:pt x="71056" y="78105"/>
                  </a:lnTo>
                  <a:lnTo>
                    <a:pt x="70390" y="78677"/>
                  </a:lnTo>
                  <a:lnTo>
                    <a:pt x="70104" y="79248"/>
                  </a:lnTo>
                  <a:lnTo>
                    <a:pt x="69913" y="79915"/>
                  </a:lnTo>
                  <a:lnTo>
                    <a:pt x="70009" y="81058"/>
                  </a:lnTo>
                  <a:lnTo>
                    <a:pt x="70104" y="81724"/>
                  </a:lnTo>
                  <a:lnTo>
                    <a:pt x="70199" y="82201"/>
                  </a:lnTo>
                  <a:lnTo>
                    <a:pt x="71723" y="85535"/>
                  </a:lnTo>
                  <a:lnTo>
                    <a:pt x="72676" y="88202"/>
                  </a:lnTo>
                  <a:lnTo>
                    <a:pt x="72390" y="88963"/>
                  </a:lnTo>
                  <a:lnTo>
                    <a:pt x="71628" y="90011"/>
                  </a:lnTo>
                  <a:lnTo>
                    <a:pt x="68771" y="92773"/>
                  </a:lnTo>
                  <a:lnTo>
                    <a:pt x="68199" y="94012"/>
                  </a:lnTo>
                  <a:lnTo>
                    <a:pt x="69342" y="94297"/>
                  </a:lnTo>
                  <a:lnTo>
                    <a:pt x="69818" y="94488"/>
                  </a:lnTo>
                  <a:lnTo>
                    <a:pt x="70199" y="94774"/>
                  </a:lnTo>
                  <a:lnTo>
                    <a:pt x="70390" y="95155"/>
                  </a:lnTo>
                  <a:lnTo>
                    <a:pt x="70294" y="95631"/>
                  </a:lnTo>
                  <a:lnTo>
                    <a:pt x="69818" y="96869"/>
                  </a:lnTo>
                  <a:lnTo>
                    <a:pt x="69628" y="97536"/>
                  </a:lnTo>
                  <a:lnTo>
                    <a:pt x="69532" y="98203"/>
                  </a:lnTo>
                  <a:lnTo>
                    <a:pt x="69532" y="98774"/>
                  </a:lnTo>
                  <a:lnTo>
                    <a:pt x="69628" y="99251"/>
                  </a:lnTo>
                  <a:lnTo>
                    <a:pt x="69723" y="99727"/>
                  </a:lnTo>
                  <a:lnTo>
                    <a:pt x="70199" y="101155"/>
                  </a:lnTo>
                  <a:lnTo>
                    <a:pt x="71533" y="108109"/>
                  </a:lnTo>
                  <a:lnTo>
                    <a:pt x="71628" y="108680"/>
                  </a:lnTo>
                  <a:lnTo>
                    <a:pt x="71628" y="109823"/>
                  </a:lnTo>
                  <a:lnTo>
                    <a:pt x="71628" y="110395"/>
                  </a:lnTo>
                  <a:lnTo>
                    <a:pt x="71342" y="111062"/>
                  </a:lnTo>
                  <a:lnTo>
                    <a:pt x="70771" y="111823"/>
                  </a:lnTo>
                  <a:lnTo>
                    <a:pt x="68199" y="114110"/>
                  </a:lnTo>
                  <a:lnTo>
                    <a:pt x="67818" y="114586"/>
                  </a:lnTo>
                  <a:lnTo>
                    <a:pt x="67437" y="115538"/>
                  </a:lnTo>
                  <a:lnTo>
                    <a:pt x="67246" y="116300"/>
                  </a:lnTo>
                  <a:lnTo>
                    <a:pt x="66961" y="118205"/>
                  </a:lnTo>
                  <a:lnTo>
                    <a:pt x="66770" y="118681"/>
                  </a:lnTo>
                  <a:lnTo>
                    <a:pt x="66389" y="119253"/>
                  </a:lnTo>
                  <a:lnTo>
                    <a:pt x="65817" y="119824"/>
                  </a:lnTo>
                  <a:lnTo>
                    <a:pt x="59531" y="124587"/>
                  </a:lnTo>
                  <a:lnTo>
                    <a:pt x="59150" y="125063"/>
                  </a:lnTo>
                  <a:lnTo>
                    <a:pt x="58769" y="125730"/>
                  </a:lnTo>
                  <a:lnTo>
                    <a:pt x="58293" y="126873"/>
                  </a:lnTo>
                  <a:lnTo>
                    <a:pt x="58198" y="127635"/>
                  </a:lnTo>
                  <a:lnTo>
                    <a:pt x="58198" y="128302"/>
                  </a:lnTo>
                  <a:lnTo>
                    <a:pt x="58674" y="129635"/>
                  </a:lnTo>
                  <a:lnTo>
                    <a:pt x="58864" y="130588"/>
                  </a:lnTo>
                  <a:lnTo>
                    <a:pt x="58864" y="131159"/>
                  </a:lnTo>
                  <a:lnTo>
                    <a:pt x="58864" y="131731"/>
                  </a:lnTo>
                  <a:lnTo>
                    <a:pt x="58769" y="132302"/>
                  </a:lnTo>
                  <a:lnTo>
                    <a:pt x="58579" y="132969"/>
                  </a:lnTo>
                  <a:lnTo>
                    <a:pt x="58198" y="133636"/>
                  </a:lnTo>
                  <a:lnTo>
                    <a:pt x="52197" y="140208"/>
                  </a:lnTo>
                  <a:lnTo>
                    <a:pt x="51530" y="140398"/>
                  </a:lnTo>
                  <a:lnTo>
                    <a:pt x="49244" y="140589"/>
                  </a:lnTo>
                  <a:lnTo>
                    <a:pt x="48768" y="140684"/>
                  </a:lnTo>
                  <a:lnTo>
                    <a:pt x="47911" y="141065"/>
                  </a:lnTo>
                  <a:lnTo>
                    <a:pt x="44863" y="143161"/>
                  </a:lnTo>
                  <a:lnTo>
                    <a:pt x="40005" y="149066"/>
                  </a:lnTo>
                  <a:lnTo>
                    <a:pt x="37814" y="152495"/>
                  </a:lnTo>
                  <a:lnTo>
                    <a:pt x="37147" y="153162"/>
                  </a:lnTo>
                  <a:lnTo>
                    <a:pt x="34004" y="155257"/>
                  </a:lnTo>
                  <a:lnTo>
                    <a:pt x="33623" y="155638"/>
                  </a:lnTo>
                  <a:lnTo>
                    <a:pt x="33147" y="156210"/>
                  </a:lnTo>
                  <a:lnTo>
                    <a:pt x="32194" y="157924"/>
                  </a:lnTo>
                  <a:lnTo>
                    <a:pt x="31813" y="158496"/>
                  </a:lnTo>
                  <a:lnTo>
                    <a:pt x="31528" y="158782"/>
                  </a:lnTo>
                  <a:lnTo>
                    <a:pt x="30194" y="159068"/>
                  </a:lnTo>
                  <a:lnTo>
                    <a:pt x="29432" y="158305"/>
                  </a:lnTo>
                  <a:lnTo>
                    <a:pt x="28861" y="157639"/>
                  </a:lnTo>
                  <a:lnTo>
                    <a:pt x="28384" y="156877"/>
                  </a:lnTo>
                  <a:lnTo>
                    <a:pt x="28099" y="156496"/>
                  </a:lnTo>
                  <a:lnTo>
                    <a:pt x="27717" y="156115"/>
                  </a:lnTo>
                  <a:lnTo>
                    <a:pt x="27337" y="155829"/>
                  </a:lnTo>
                  <a:lnTo>
                    <a:pt x="26860" y="155638"/>
                  </a:lnTo>
                  <a:lnTo>
                    <a:pt x="26384" y="155448"/>
                  </a:lnTo>
                  <a:lnTo>
                    <a:pt x="25813" y="155543"/>
                  </a:lnTo>
                  <a:lnTo>
                    <a:pt x="25241" y="155829"/>
                  </a:lnTo>
                  <a:lnTo>
                    <a:pt x="24765" y="156686"/>
                  </a:lnTo>
                  <a:lnTo>
                    <a:pt x="24670" y="157258"/>
                  </a:lnTo>
                  <a:lnTo>
                    <a:pt x="24765" y="157734"/>
                  </a:lnTo>
                  <a:lnTo>
                    <a:pt x="24955" y="158115"/>
                  </a:lnTo>
                  <a:lnTo>
                    <a:pt x="25146" y="158591"/>
                  </a:lnTo>
                  <a:lnTo>
                    <a:pt x="25146" y="159068"/>
                  </a:lnTo>
                  <a:lnTo>
                    <a:pt x="24955" y="159544"/>
                  </a:lnTo>
                  <a:lnTo>
                    <a:pt x="22765" y="160592"/>
                  </a:lnTo>
                  <a:lnTo>
                    <a:pt x="14097" y="163068"/>
                  </a:lnTo>
                  <a:lnTo>
                    <a:pt x="14478" y="163544"/>
                  </a:lnTo>
                  <a:lnTo>
                    <a:pt x="14764" y="165449"/>
                  </a:lnTo>
                  <a:lnTo>
                    <a:pt x="14764" y="166021"/>
                  </a:lnTo>
                  <a:lnTo>
                    <a:pt x="14764" y="166592"/>
                  </a:lnTo>
                  <a:lnTo>
                    <a:pt x="14668" y="167164"/>
                  </a:lnTo>
                  <a:lnTo>
                    <a:pt x="14478" y="167735"/>
                  </a:lnTo>
                  <a:lnTo>
                    <a:pt x="13811" y="169069"/>
                  </a:lnTo>
                  <a:lnTo>
                    <a:pt x="13049" y="170117"/>
                  </a:lnTo>
                  <a:lnTo>
                    <a:pt x="11144" y="172212"/>
                  </a:lnTo>
                  <a:lnTo>
                    <a:pt x="10668" y="173069"/>
                  </a:lnTo>
                  <a:lnTo>
                    <a:pt x="10096" y="173450"/>
                  </a:lnTo>
                  <a:lnTo>
                    <a:pt x="9334" y="173736"/>
                  </a:lnTo>
                  <a:lnTo>
                    <a:pt x="6001" y="174117"/>
                  </a:lnTo>
                  <a:lnTo>
                    <a:pt x="4286" y="175165"/>
                  </a:lnTo>
                  <a:lnTo>
                    <a:pt x="4572" y="178308"/>
                  </a:lnTo>
                  <a:lnTo>
                    <a:pt x="4096" y="180594"/>
                  </a:lnTo>
                  <a:lnTo>
                    <a:pt x="3810" y="181165"/>
                  </a:lnTo>
                  <a:lnTo>
                    <a:pt x="95" y="187166"/>
                  </a:lnTo>
                  <a:lnTo>
                    <a:pt x="0" y="187452"/>
                  </a:lnTo>
                  <a:lnTo>
                    <a:pt x="0" y="188023"/>
                  </a:lnTo>
                  <a:lnTo>
                    <a:pt x="286" y="188881"/>
                  </a:lnTo>
                  <a:lnTo>
                    <a:pt x="857" y="190024"/>
                  </a:lnTo>
                  <a:lnTo>
                    <a:pt x="2667" y="191929"/>
                  </a:lnTo>
                  <a:lnTo>
                    <a:pt x="3524" y="192596"/>
                  </a:lnTo>
                  <a:lnTo>
                    <a:pt x="4191" y="193548"/>
                  </a:lnTo>
                  <a:lnTo>
                    <a:pt x="5143" y="195739"/>
                  </a:lnTo>
                  <a:lnTo>
                    <a:pt x="10287" y="198120"/>
                  </a:lnTo>
                  <a:lnTo>
                    <a:pt x="16097" y="202978"/>
                  </a:lnTo>
                  <a:lnTo>
                    <a:pt x="17907" y="204026"/>
                  </a:lnTo>
                  <a:lnTo>
                    <a:pt x="18192" y="204216"/>
                  </a:lnTo>
                  <a:lnTo>
                    <a:pt x="18383" y="204502"/>
                  </a:lnTo>
                  <a:lnTo>
                    <a:pt x="18288" y="205169"/>
                  </a:lnTo>
                  <a:lnTo>
                    <a:pt x="18002" y="206121"/>
                  </a:lnTo>
                  <a:lnTo>
                    <a:pt x="18002" y="206502"/>
                  </a:lnTo>
                  <a:lnTo>
                    <a:pt x="18288" y="206883"/>
                  </a:lnTo>
                  <a:lnTo>
                    <a:pt x="20193" y="207169"/>
                  </a:lnTo>
                  <a:lnTo>
                    <a:pt x="20669" y="207359"/>
                  </a:lnTo>
                  <a:lnTo>
                    <a:pt x="21241" y="207931"/>
                  </a:lnTo>
                  <a:lnTo>
                    <a:pt x="21812" y="208693"/>
                  </a:lnTo>
                  <a:lnTo>
                    <a:pt x="22765" y="210312"/>
                  </a:lnTo>
                  <a:lnTo>
                    <a:pt x="23146" y="211264"/>
                  </a:lnTo>
                  <a:lnTo>
                    <a:pt x="23431" y="212027"/>
                  </a:lnTo>
                  <a:lnTo>
                    <a:pt x="23527" y="213074"/>
                  </a:lnTo>
                  <a:lnTo>
                    <a:pt x="24003" y="214884"/>
                  </a:lnTo>
                  <a:lnTo>
                    <a:pt x="24193" y="215265"/>
                  </a:lnTo>
                  <a:lnTo>
                    <a:pt x="24765" y="215741"/>
                  </a:lnTo>
                  <a:lnTo>
                    <a:pt x="25717" y="216408"/>
                  </a:lnTo>
                  <a:lnTo>
                    <a:pt x="27622" y="217265"/>
                  </a:lnTo>
                  <a:lnTo>
                    <a:pt x="29623" y="218694"/>
                  </a:lnTo>
                  <a:lnTo>
                    <a:pt x="31337" y="225266"/>
                  </a:lnTo>
                  <a:lnTo>
                    <a:pt x="32575" y="226886"/>
                  </a:lnTo>
                  <a:lnTo>
                    <a:pt x="32956" y="227076"/>
                  </a:lnTo>
                  <a:lnTo>
                    <a:pt x="33338" y="227362"/>
                  </a:lnTo>
                  <a:lnTo>
                    <a:pt x="33623" y="227743"/>
                  </a:lnTo>
                  <a:lnTo>
                    <a:pt x="33909" y="228124"/>
                  </a:lnTo>
                  <a:lnTo>
                    <a:pt x="34099" y="228695"/>
                  </a:lnTo>
                  <a:lnTo>
                    <a:pt x="34099" y="229553"/>
                  </a:lnTo>
                  <a:lnTo>
                    <a:pt x="33909" y="231077"/>
                  </a:lnTo>
                  <a:lnTo>
                    <a:pt x="33147" y="234505"/>
                  </a:lnTo>
                  <a:lnTo>
                    <a:pt x="33052" y="235553"/>
                  </a:lnTo>
                  <a:lnTo>
                    <a:pt x="33147" y="236315"/>
                  </a:lnTo>
                  <a:lnTo>
                    <a:pt x="34099" y="240030"/>
                  </a:lnTo>
                  <a:lnTo>
                    <a:pt x="34385" y="240697"/>
                  </a:lnTo>
                  <a:lnTo>
                    <a:pt x="34576" y="241078"/>
                  </a:lnTo>
                  <a:lnTo>
                    <a:pt x="36195" y="243173"/>
                  </a:lnTo>
                  <a:lnTo>
                    <a:pt x="36385" y="243554"/>
                  </a:lnTo>
                  <a:lnTo>
                    <a:pt x="36481" y="244030"/>
                  </a:lnTo>
                  <a:lnTo>
                    <a:pt x="36100" y="244793"/>
                  </a:lnTo>
                  <a:lnTo>
                    <a:pt x="35719" y="245173"/>
                  </a:lnTo>
                  <a:lnTo>
                    <a:pt x="35052" y="245650"/>
                  </a:lnTo>
                  <a:lnTo>
                    <a:pt x="34957" y="245745"/>
                  </a:lnTo>
                  <a:lnTo>
                    <a:pt x="34957" y="245936"/>
                  </a:lnTo>
                  <a:lnTo>
                    <a:pt x="35052" y="246317"/>
                  </a:lnTo>
                  <a:lnTo>
                    <a:pt x="35433" y="246793"/>
                  </a:lnTo>
                  <a:lnTo>
                    <a:pt x="36576" y="247745"/>
                  </a:lnTo>
                  <a:lnTo>
                    <a:pt x="36862" y="248031"/>
                  </a:lnTo>
                  <a:lnTo>
                    <a:pt x="37052" y="248317"/>
                  </a:lnTo>
                  <a:lnTo>
                    <a:pt x="37242" y="256604"/>
                  </a:lnTo>
                  <a:lnTo>
                    <a:pt x="37814" y="258985"/>
                  </a:lnTo>
                  <a:lnTo>
                    <a:pt x="38005" y="260890"/>
                  </a:lnTo>
                  <a:lnTo>
                    <a:pt x="37814" y="261461"/>
                  </a:lnTo>
                  <a:lnTo>
                    <a:pt x="37624" y="262033"/>
                  </a:lnTo>
                  <a:lnTo>
                    <a:pt x="35623" y="264890"/>
                  </a:lnTo>
                  <a:lnTo>
                    <a:pt x="39814" y="267271"/>
                  </a:lnTo>
                  <a:lnTo>
                    <a:pt x="41148" y="267271"/>
                  </a:lnTo>
                  <a:lnTo>
                    <a:pt x="41815" y="265938"/>
                  </a:lnTo>
                  <a:lnTo>
                    <a:pt x="42196" y="265557"/>
                  </a:lnTo>
                  <a:lnTo>
                    <a:pt x="42672" y="265271"/>
                  </a:lnTo>
                  <a:lnTo>
                    <a:pt x="47244" y="263938"/>
                  </a:lnTo>
                  <a:lnTo>
                    <a:pt x="48006" y="263938"/>
                  </a:lnTo>
                  <a:lnTo>
                    <a:pt x="48577" y="264128"/>
                  </a:lnTo>
                  <a:lnTo>
                    <a:pt x="48863" y="264509"/>
                  </a:lnTo>
                  <a:lnTo>
                    <a:pt x="49244" y="264890"/>
                  </a:lnTo>
                  <a:lnTo>
                    <a:pt x="49721" y="265271"/>
                  </a:lnTo>
                  <a:lnTo>
                    <a:pt x="50197" y="265271"/>
                  </a:lnTo>
                  <a:lnTo>
                    <a:pt x="54102" y="264509"/>
                  </a:lnTo>
                  <a:lnTo>
                    <a:pt x="55054" y="264128"/>
                  </a:lnTo>
                  <a:lnTo>
                    <a:pt x="55721" y="263747"/>
                  </a:lnTo>
                  <a:lnTo>
                    <a:pt x="56388" y="263080"/>
                  </a:lnTo>
                  <a:lnTo>
                    <a:pt x="56769" y="262795"/>
                  </a:lnTo>
                  <a:lnTo>
                    <a:pt x="57912" y="262128"/>
                  </a:lnTo>
                  <a:lnTo>
                    <a:pt x="58769" y="261366"/>
                  </a:lnTo>
                  <a:lnTo>
                    <a:pt x="60198" y="265176"/>
                  </a:lnTo>
                  <a:lnTo>
                    <a:pt x="60960" y="266414"/>
                  </a:lnTo>
                  <a:lnTo>
                    <a:pt x="62484" y="267843"/>
                  </a:lnTo>
                  <a:lnTo>
                    <a:pt x="63532" y="269177"/>
                  </a:lnTo>
                  <a:lnTo>
                    <a:pt x="63913" y="270034"/>
                  </a:lnTo>
                  <a:lnTo>
                    <a:pt x="64008" y="270796"/>
                  </a:lnTo>
                  <a:lnTo>
                    <a:pt x="63817" y="271272"/>
                  </a:lnTo>
                  <a:lnTo>
                    <a:pt x="63532" y="271653"/>
                  </a:lnTo>
                  <a:lnTo>
                    <a:pt x="62865" y="272224"/>
                  </a:lnTo>
                  <a:lnTo>
                    <a:pt x="61722" y="272891"/>
                  </a:lnTo>
                  <a:lnTo>
                    <a:pt x="61341" y="273177"/>
                  </a:lnTo>
                  <a:lnTo>
                    <a:pt x="61055" y="273653"/>
                  </a:lnTo>
                  <a:lnTo>
                    <a:pt x="60865" y="274320"/>
                  </a:lnTo>
                  <a:lnTo>
                    <a:pt x="60960" y="274796"/>
                  </a:lnTo>
                  <a:lnTo>
                    <a:pt x="61150" y="275177"/>
                  </a:lnTo>
                  <a:lnTo>
                    <a:pt x="61531" y="275749"/>
                  </a:lnTo>
                  <a:lnTo>
                    <a:pt x="61913" y="276415"/>
                  </a:lnTo>
                  <a:lnTo>
                    <a:pt x="62484" y="277749"/>
                  </a:lnTo>
                  <a:lnTo>
                    <a:pt x="62579" y="278511"/>
                  </a:lnTo>
                  <a:lnTo>
                    <a:pt x="62484" y="279082"/>
                  </a:lnTo>
                  <a:lnTo>
                    <a:pt x="60579" y="280988"/>
                  </a:lnTo>
                  <a:lnTo>
                    <a:pt x="60293" y="281369"/>
                  </a:lnTo>
                  <a:lnTo>
                    <a:pt x="60007" y="281749"/>
                  </a:lnTo>
                  <a:lnTo>
                    <a:pt x="59722" y="282988"/>
                  </a:lnTo>
                  <a:lnTo>
                    <a:pt x="59436" y="289846"/>
                  </a:lnTo>
                  <a:lnTo>
                    <a:pt x="59626" y="293180"/>
                  </a:lnTo>
                  <a:lnTo>
                    <a:pt x="59817" y="293656"/>
                  </a:lnTo>
                  <a:lnTo>
                    <a:pt x="60007" y="294037"/>
                  </a:lnTo>
                  <a:lnTo>
                    <a:pt x="60293" y="294418"/>
                  </a:lnTo>
                  <a:lnTo>
                    <a:pt x="62103" y="296418"/>
                  </a:lnTo>
                  <a:lnTo>
                    <a:pt x="62865" y="296989"/>
                  </a:lnTo>
                  <a:lnTo>
                    <a:pt x="64579" y="297942"/>
                  </a:lnTo>
                  <a:lnTo>
                    <a:pt x="65056" y="298323"/>
                  </a:lnTo>
                  <a:lnTo>
                    <a:pt x="65532" y="298895"/>
                  </a:lnTo>
                  <a:lnTo>
                    <a:pt x="66104" y="300038"/>
                  </a:lnTo>
                  <a:lnTo>
                    <a:pt x="66294" y="301085"/>
                  </a:lnTo>
                  <a:lnTo>
                    <a:pt x="66675" y="304705"/>
                  </a:lnTo>
                  <a:lnTo>
                    <a:pt x="67151" y="307372"/>
                  </a:lnTo>
                  <a:lnTo>
                    <a:pt x="68771" y="311848"/>
                  </a:lnTo>
                  <a:lnTo>
                    <a:pt x="69437" y="313087"/>
                  </a:lnTo>
                  <a:lnTo>
                    <a:pt x="70580" y="314801"/>
                  </a:lnTo>
                  <a:lnTo>
                    <a:pt x="71056" y="315754"/>
                  </a:lnTo>
                  <a:lnTo>
                    <a:pt x="71152" y="316421"/>
                  </a:lnTo>
                  <a:lnTo>
                    <a:pt x="71152" y="317087"/>
                  </a:lnTo>
                  <a:lnTo>
                    <a:pt x="70675" y="318040"/>
                  </a:lnTo>
                  <a:lnTo>
                    <a:pt x="70485" y="318611"/>
                  </a:lnTo>
                  <a:lnTo>
                    <a:pt x="70390" y="319564"/>
                  </a:lnTo>
                  <a:lnTo>
                    <a:pt x="70485" y="320135"/>
                  </a:lnTo>
                  <a:lnTo>
                    <a:pt x="70771" y="320612"/>
                  </a:lnTo>
                  <a:lnTo>
                    <a:pt x="71056" y="320993"/>
                  </a:lnTo>
                  <a:lnTo>
                    <a:pt x="71533" y="322136"/>
                  </a:lnTo>
                  <a:lnTo>
                    <a:pt x="73819" y="331280"/>
                  </a:lnTo>
                  <a:lnTo>
                    <a:pt x="73723" y="331851"/>
                  </a:lnTo>
                  <a:lnTo>
                    <a:pt x="73533" y="332327"/>
                  </a:lnTo>
                  <a:lnTo>
                    <a:pt x="73247" y="332708"/>
                  </a:lnTo>
                  <a:lnTo>
                    <a:pt x="72961" y="332994"/>
                  </a:lnTo>
                  <a:lnTo>
                    <a:pt x="72580" y="333185"/>
                  </a:lnTo>
                  <a:lnTo>
                    <a:pt x="72199" y="333280"/>
                  </a:lnTo>
                  <a:lnTo>
                    <a:pt x="71723" y="333280"/>
                  </a:lnTo>
                  <a:lnTo>
                    <a:pt x="71247" y="333375"/>
                  </a:lnTo>
                  <a:lnTo>
                    <a:pt x="70866" y="333756"/>
                  </a:lnTo>
                  <a:lnTo>
                    <a:pt x="70675" y="334613"/>
                  </a:lnTo>
                  <a:lnTo>
                    <a:pt x="70771" y="335089"/>
                  </a:lnTo>
                  <a:lnTo>
                    <a:pt x="70866" y="335375"/>
                  </a:lnTo>
                  <a:lnTo>
                    <a:pt x="71914" y="336613"/>
                  </a:lnTo>
                  <a:lnTo>
                    <a:pt x="72676" y="337185"/>
                  </a:lnTo>
                  <a:lnTo>
                    <a:pt x="73533" y="337661"/>
                  </a:lnTo>
                  <a:lnTo>
                    <a:pt x="74581" y="337947"/>
                  </a:lnTo>
                  <a:lnTo>
                    <a:pt x="75914" y="338138"/>
                  </a:lnTo>
                  <a:lnTo>
                    <a:pt x="76581" y="338138"/>
                  </a:lnTo>
                  <a:lnTo>
                    <a:pt x="79248" y="337471"/>
                  </a:lnTo>
                  <a:lnTo>
                    <a:pt x="79724" y="337376"/>
                  </a:lnTo>
                  <a:lnTo>
                    <a:pt x="80486" y="337376"/>
                  </a:lnTo>
                  <a:lnTo>
                    <a:pt x="84296" y="338138"/>
                  </a:lnTo>
                  <a:lnTo>
                    <a:pt x="84772" y="338328"/>
                  </a:lnTo>
                  <a:lnTo>
                    <a:pt x="86106" y="338995"/>
                  </a:lnTo>
                  <a:lnTo>
                    <a:pt x="86582" y="339185"/>
                  </a:lnTo>
                  <a:lnTo>
                    <a:pt x="87058" y="339185"/>
                  </a:lnTo>
                  <a:lnTo>
                    <a:pt x="87439" y="338995"/>
                  </a:lnTo>
                  <a:lnTo>
                    <a:pt x="87821" y="338709"/>
                  </a:lnTo>
                  <a:lnTo>
                    <a:pt x="88297" y="338519"/>
                  </a:lnTo>
                  <a:lnTo>
                    <a:pt x="88773" y="338519"/>
                  </a:lnTo>
                  <a:lnTo>
                    <a:pt x="89440" y="338995"/>
                  </a:lnTo>
                  <a:lnTo>
                    <a:pt x="89821" y="339566"/>
                  </a:lnTo>
                  <a:lnTo>
                    <a:pt x="90106" y="340519"/>
                  </a:lnTo>
                  <a:lnTo>
                    <a:pt x="90392" y="341090"/>
                  </a:lnTo>
                  <a:lnTo>
                    <a:pt x="90773" y="341471"/>
                  </a:lnTo>
                  <a:lnTo>
                    <a:pt x="92678" y="342233"/>
                  </a:lnTo>
                  <a:lnTo>
                    <a:pt x="94964" y="342805"/>
                  </a:lnTo>
                  <a:lnTo>
                    <a:pt x="97346" y="343090"/>
                  </a:lnTo>
                  <a:lnTo>
                    <a:pt x="99536" y="342995"/>
                  </a:lnTo>
                  <a:lnTo>
                    <a:pt x="100679" y="342805"/>
                  </a:lnTo>
                  <a:lnTo>
                    <a:pt x="101346" y="342424"/>
                  </a:lnTo>
                  <a:lnTo>
                    <a:pt x="101917" y="341471"/>
                  </a:lnTo>
                  <a:lnTo>
                    <a:pt x="102298" y="340614"/>
                  </a:lnTo>
                  <a:lnTo>
                    <a:pt x="102679" y="340138"/>
                  </a:lnTo>
                  <a:lnTo>
                    <a:pt x="103156" y="339852"/>
                  </a:lnTo>
                  <a:lnTo>
                    <a:pt x="105918" y="339090"/>
                  </a:lnTo>
                  <a:lnTo>
                    <a:pt x="106585" y="338709"/>
                  </a:lnTo>
                  <a:lnTo>
                    <a:pt x="106966" y="338233"/>
                  </a:lnTo>
                  <a:lnTo>
                    <a:pt x="107347" y="337185"/>
                  </a:lnTo>
                  <a:lnTo>
                    <a:pt x="107823" y="336423"/>
                  </a:lnTo>
                  <a:lnTo>
                    <a:pt x="108490" y="335852"/>
                  </a:lnTo>
                  <a:lnTo>
                    <a:pt x="109823" y="335089"/>
                  </a:lnTo>
                  <a:lnTo>
                    <a:pt x="110585" y="334709"/>
                  </a:lnTo>
                  <a:lnTo>
                    <a:pt x="111252" y="334518"/>
                  </a:lnTo>
                  <a:lnTo>
                    <a:pt x="111728" y="334518"/>
                  </a:lnTo>
                  <a:lnTo>
                    <a:pt x="112204" y="334709"/>
                  </a:lnTo>
                  <a:lnTo>
                    <a:pt x="112585" y="334994"/>
                  </a:lnTo>
                  <a:lnTo>
                    <a:pt x="112966" y="335566"/>
                  </a:lnTo>
                  <a:lnTo>
                    <a:pt x="113347" y="335471"/>
                  </a:lnTo>
                  <a:lnTo>
                    <a:pt x="115919" y="334423"/>
                  </a:lnTo>
                  <a:lnTo>
                    <a:pt x="116776" y="333851"/>
                  </a:lnTo>
                  <a:lnTo>
                    <a:pt x="117348" y="333375"/>
                  </a:lnTo>
                  <a:lnTo>
                    <a:pt x="117824" y="332518"/>
                  </a:lnTo>
                  <a:lnTo>
                    <a:pt x="118015" y="332042"/>
                  </a:lnTo>
                  <a:lnTo>
                    <a:pt x="118300" y="329851"/>
                  </a:lnTo>
                  <a:lnTo>
                    <a:pt x="118491" y="329374"/>
                  </a:lnTo>
                  <a:lnTo>
                    <a:pt x="119729" y="327374"/>
                  </a:lnTo>
                  <a:lnTo>
                    <a:pt x="120015" y="326707"/>
                  </a:lnTo>
                  <a:lnTo>
                    <a:pt x="120110" y="326327"/>
                  </a:lnTo>
                  <a:lnTo>
                    <a:pt x="120110" y="325374"/>
                  </a:lnTo>
                  <a:lnTo>
                    <a:pt x="120396" y="324517"/>
                  </a:lnTo>
                  <a:lnTo>
                    <a:pt x="120967" y="323469"/>
                  </a:lnTo>
                  <a:lnTo>
                    <a:pt x="122491" y="321564"/>
                  </a:lnTo>
                  <a:lnTo>
                    <a:pt x="123444" y="320612"/>
                  </a:lnTo>
                  <a:lnTo>
                    <a:pt x="124206" y="320040"/>
                  </a:lnTo>
                  <a:lnTo>
                    <a:pt x="124682" y="319945"/>
                  </a:lnTo>
                  <a:lnTo>
                    <a:pt x="125158" y="319945"/>
                  </a:lnTo>
                  <a:lnTo>
                    <a:pt x="127254" y="320421"/>
                  </a:lnTo>
                  <a:lnTo>
                    <a:pt x="128302" y="320516"/>
                  </a:lnTo>
                  <a:lnTo>
                    <a:pt x="128873" y="320612"/>
                  </a:lnTo>
                  <a:lnTo>
                    <a:pt x="129254" y="320802"/>
                  </a:lnTo>
                  <a:lnTo>
                    <a:pt x="129826" y="321373"/>
                  </a:lnTo>
                  <a:lnTo>
                    <a:pt x="129921" y="322421"/>
                  </a:lnTo>
                  <a:lnTo>
                    <a:pt x="129826" y="322897"/>
                  </a:lnTo>
                  <a:lnTo>
                    <a:pt x="129635" y="323374"/>
                  </a:lnTo>
                  <a:lnTo>
                    <a:pt x="129159" y="324231"/>
                  </a:lnTo>
                  <a:lnTo>
                    <a:pt x="128968" y="324707"/>
                  </a:lnTo>
                  <a:lnTo>
                    <a:pt x="128873" y="325279"/>
                  </a:lnTo>
                  <a:lnTo>
                    <a:pt x="128873" y="325850"/>
                  </a:lnTo>
                  <a:lnTo>
                    <a:pt x="128968" y="326327"/>
                  </a:lnTo>
                  <a:lnTo>
                    <a:pt x="129159" y="326707"/>
                  </a:lnTo>
                  <a:lnTo>
                    <a:pt x="129540" y="326993"/>
                  </a:lnTo>
                  <a:lnTo>
                    <a:pt x="130111" y="327279"/>
                  </a:lnTo>
                  <a:lnTo>
                    <a:pt x="131064" y="327565"/>
                  </a:lnTo>
                  <a:lnTo>
                    <a:pt x="131731" y="327946"/>
                  </a:lnTo>
                  <a:lnTo>
                    <a:pt x="132207" y="328708"/>
                  </a:lnTo>
                  <a:lnTo>
                    <a:pt x="132302" y="329374"/>
                  </a:lnTo>
                  <a:lnTo>
                    <a:pt x="132207" y="330613"/>
                  </a:lnTo>
                  <a:lnTo>
                    <a:pt x="132207" y="331184"/>
                  </a:lnTo>
                  <a:lnTo>
                    <a:pt x="132493" y="331756"/>
                  </a:lnTo>
                  <a:lnTo>
                    <a:pt x="132969" y="332422"/>
                  </a:lnTo>
                  <a:lnTo>
                    <a:pt x="134017" y="333470"/>
                  </a:lnTo>
                  <a:lnTo>
                    <a:pt x="134493" y="334137"/>
                  </a:lnTo>
                  <a:lnTo>
                    <a:pt x="134779" y="334709"/>
                  </a:lnTo>
                  <a:lnTo>
                    <a:pt x="134969" y="335756"/>
                  </a:lnTo>
                  <a:lnTo>
                    <a:pt x="135160" y="337185"/>
                  </a:lnTo>
                  <a:lnTo>
                    <a:pt x="135160" y="338233"/>
                  </a:lnTo>
                  <a:lnTo>
                    <a:pt x="134779" y="341757"/>
                  </a:lnTo>
                  <a:lnTo>
                    <a:pt x="134779" y="342233"/>
                  </a:lnTo>
                  <a:lnTo>
                    <a:pt x="134874" y="342710"/>
                  </a:lnTo>
                  <a:lnTo>
                    <a:pt x="135255" y="343567"/>
                  </a:lnTo>
                  <a:lnTo>
                    <a:pt x="136303" y="344710"/>
                  </a:lnTo>
                  <a:lnTo>
                    <a:pt x="138398" y="346520"/>
                  </a:lnTo>
                  <a:lnTo>
                    <a:pt x="138779" y="346996"/>
                  </a:lnTo>
                  <a:lnTo>
                    <a:pt x="139351" y="347853"/>
                  </a:lnTo>
                  <a:lnTo>
                    <a:pt x="140208" y="348901"/>
                  </a:lnTo>
                  <a:lnTo>
                    <a:pt x="140398" y="349282"/>
                  </a:lnTo>
                  <a:lnTo>
                    <a:pt x="140494" y="349758"/>
                  </a:lnTo>
                  <a:lnTo>
                    <a:pt x="140589" y="350234"/>
                  </a:lnTo>
                  <a:lnTo>
                    <a:pt x="140589" y="350806"/>
                  </a:lnTo>
                  <a:lnTo>
                    <a:pt x="140684" y="351282"/>
                  </a:lnTo>
                  <a:lnTo>
                    <a:pt x="140875" y="351758"/>
                  </a:lnTo>
                  <a:lnTo>
                    <a:pt x="141351" y="352139"/>
                  </a:lnTo>
                  <a:lnTo>
                    <a:pt x="142208" y="352330"/>
                  </a:lnTo>
                  <a:lnTo>
                    <a:pt x="144208" y="352330"/>
                  </a:lnTo>
                  <a:lnTo>
                    <a:pt x="145161" y="352139"/>
                  </a:lnTo>
                  <a:lnTo>
                    <a:pt x="145828" y="351854"/>
                  </a:lnTo>
                  <a:lnTo>
                    <a:pt x="146113" y="351568"/>
                  </a:lnTo>
                  <a:lnTo>
                    <a:pt x="146494" y="351377"/>
                  </a:lnTo>
                  <a:lnTo>
                    <a:pt x="146971" y="351282"/>
                  </a:lnTo>
                  <a:lnTo>
                    <a:pt x="147542" y="351377"/>
                  </a:lnTo>
                  <a:lnTo>
                    <a:pt x="148304" y="351758"/>
                  </a:lnTo>
                  <a:lnTo>
                    <a:pt x="148971" y="351949"/>
                  </a:lnTo>
                  <a:lnTo>
                    <a:pt x="149828" y="351758"/>
                  </a:lnTo>
                  <a:lnTo>
                    <a:pt x="150876" y="351377"/>
                  </a:lnTo>
                  <a:lnTo>
                    <a:pt x="151352" y="351282"/>
                  </a:lnTo>
                  <a:lnTo>
                    <a:pt x="154114" y="351282"/>
                  </a:lnTo>
                  <a:lnTo>
                    <a:pt x="154591" y="351092"/>
                  </a:lnTo>
                  <a:lnTo>
                    <a:pt x="154972" y="350806"/>
                  </a:lnTo>
                  <a:lnTo>
                    <a:pt x="155257" y="350425"/>
                  </a:lnTo>
                  <a:lnTo>
                    <a:pt x="155448" y="350044"/>
                  </a:lnTo>
                  <a:lnTo>
                    <a:pt x="156019" y="349377"/>
                  </a:lnTo>
                  <a:lnTo>
                    <a:pt x="157924" y="348329"/>
                  </a:lnTo>
                  <a:lnTo>
                    <a:pt x="158305" y="348139"/>
                  </a:lnTo>
                  <a:lnTo>
                    <a:pt x="158877" y="348139"/>
                  </a:lnTo>
                  <a:lnTo>
                    <a:pt x="159544" y="348329"/>
                  </a:lnTo>
                  <a:lnTo>
                    <a:pt x="161449" y="349663"/>
                  </a:lnTo>
                  <a:lnTo>
                    <a:pt x="162020" y="349853"/>
                  </a:lnTo>
                  <a:lnTo>
                    <a:pt x="162687" y="349948"/>
                  </a:lnTo>
                  <a:lnTo>
                    <a:pt x="163639" y="349853"/>
                  </a:lnTo>
                  <a:lnTo>
                    <a:pt x="164306" y="349758"/>
                  </a:lnTo>
                  <a:lnTo>
                    <a:pt x="164782" y="349568"/>
                  </a:lnTo>
                  <a:lnTo>
                    <a:pt x="165544" y="349091"/>
                  </a:lnTo>
                  <a:lnTo>
                    <a:pt x="168783" y="346043"/>
                  </a:lnTo>
                  <a:lnTo>
                    <a:pt x="169926" y="345377"/>
                  </a:lnTo>
                  <a:lnTo>
                    <a:pt x="171545" y="344519"/>
                  </a:lnTo>
                  <a:lnTo>
                    <a:pt x="176689" y="343281"/>
                  </a:lnTo>
                  <a:lnTo>
                    <a:pt x="178498" y="343376"/>
                  </a:lnTo>
                  <a:lnTo>
                    <a:pt x="179641" y="343662"/>
                  </a:lnTo>
                  <a:lnTo>
                    <a:pt x="180404" y="343948"/>
                  </a:lnTo>
                  <a:lnTo>
                    <a:pt x="181070" y="344424"/>
                  </a:lnTo>
                  <a:lnTo>
                    <a:pt x="182880" y="346138"/>
                  </a:lnTo>
                  <a:lnTo>
                    <a:pt x="183642" y="346520"/>
                  </a:lnTo>
                  <a:lnTo>
                    <a:pt x="184309" y="346710"/>
                  </a:lnTo>
                  <a:lnTo>
                    <a:pt x="186214" y="346329"/>
                  </a:lnTo>
                  <a:lnTo>
                    <a:pt x="186690" y="346329"/>
                  </a:lnTo>
                  <a:lnTo>
                    <a:pt x="187261" y="346424"/>
                  </a:lnTo>
                  <a:lnTo>
                    <a:pt x="187833" y="346805"/>
                  </a:lnTo>
                  <a:lnTo>
                    <a:pt x="188404" y="347472"/>
                  </a:lnTo>
                  <a:lnTo>
                    <a:pt x="190786" y="350901"/>
                  </a:lnTo>
                  <a:lnTo>
                    <a:pt x="191643" y="352520"/>
                  </a:lnTo>
                  <a:lnTo>
                    <a:pt x="192119" y="353854"/>
                  </a:lnTo>
                  <a:lnTo>
                    <a:pt x="192691" y="356616"/>
                  </a:lnTo>
                  <a:lnTo>
                    <a:pt x="192976" y="361664"/>
                  </a:lnTo>
                  <a:lnTo>
                    <a:pt x="193167" y="361855"/>
                  </a:lnTo>
                  <a:lnTo>
                    <a:pt x="193167" y="361855"/>
                  </a:lnTo>
                  <a:lnTo>
                    <a:pt x="193167" y="361569"/>
                  </a:lnTo>
                  <a:lnTo>
                    <a:pt x="193453" y="360426"/>
                  </a:lnTo>
                  <a:lnTo>
                    <a:pt x="194691" y="360617"/>
                  </a:lnTo>
                  <a:lnTo>
                    <a:pt x="195739" y="360236"/>
                  </a:lnTo>
                  <a:lnTo>
                    <a:pt x="196501" y="360521"/>
                  </a:lnTo>
                  <a:lnTo>
                    <a:pt x="196786" y="362521"/>
                  </a:lnTo>
                  <a:lnTo>
                    <a:pt x="197167" y="363950"/>
                  </a:lnTo>
                  <a:lnTo>
                    <a:pt x="198215" y="363569"/>
                  </a:lnTo>
                  <a:lnTo>
                    <a:pt x="199644" y="362617"/>
                  </a:lnTo>
                  <a:lnTo>
                    <a:pt x="201168" y="362236"/>
                  </a:lnTo>
                  <a:lnTo>
                    <a:pt x="200406" y="360902"/>
                  </a:lnTo>
                  <a:lnTo>
                    <a:pt x="200692" y="360236"/>
                  </a:lnTo>
                  <a:lnTo>
                    <a:pt x="201454" y="359664"/>
                  </a:lnTo>
                  <a:lnTo>
                    <a:pt x="201835" y="358807"/>
                  </a:lnTo>
                  <a:lnTo>
                    <a:pt x="201549" y="357473"/>
                  </a:lnTo>
                  <a:lnTo>
                    <a:pt x="201358" y="356806"/>
                  </a:lnTo>
                  <a:lnTo>
                    <a:pt x="201168" y="356711"/>
                  </a:lnTo>
                  <a:lnTo>
                    <a:pt x="201454" y="356235"/>
                  </a:lnTo>
                  <a:lnTo>
                    <a:pt x="201835" y="355854"/>
                  </a:lnTo>
                  <a:lnTo>
                    <a:pt x="202311" y="355473"/>
                  </a:lnTo>
                  <a:lnTo>
                    <a:pt x="202597" y="355187"/>
                  </a:lnTo>
                  <a:lnTo>
                    <a:pt x="202978" y="354997"/>
                  </a:lnTo>
                  <a:lnTo>
                    <a:pt x="203359" y="354616"/>
                  </a:lnTo>
                  <a:lnTo>
                    <a:pt x="203549" y="353854"/>
                  </a:lnTo>
                  <a:lnTo>
                    <a:pt x="203454" y="352520"/>
                  </a:lnTo>
                  <a:lnTo>
                    <a:pt x="203549" y="351854"/>
                  </a:lnTo>
                  <a:lnTo>
                    <a:pt x="203835" y="351377"/>
                  </a:lnTo>
                  <a:lnTo>
                    <a:pt x="203644" y="350806"/>
                  </a:lnTo>
                  <a:lnTo>
                    <a:pt x="202597" y="350330"/>
                  </a:lnTo>
                  <a:lnTo>
                    <a:pt x="201263" y="349948"/>
                  </a:lnTo>
                  <a:lnTo>
                    <a:pt x="200311" y="349853"/>
                  </a:lnTo>
                  <a:lnTo>
                    <a:pt x="200311" y="349282"/>
                  </a:lnTo>
                  <a:lnTo>
                    <a:pt x="202121" y="348805"/>
                  </a:lnTo>
                  <a:lnTo>
                    <a:pt x="203073" y="347472"/>
                  </a:lnTo>
                  <a:lnTo>
                    <a:pt x="203454" y="345662"/>
                  </a:lnTo>
                  <a:lnTo>
                    <a:pt x="203549" y="344043"/>
                  </a:lnTo>
                  <a:lnTo>
                    <a:pt x="204597" y="344138"/>
                  </a:lnTo>
                  <a:lnTo>
                    <a:pt x="209645" y="346043"/>
                  </a:lnTo>
                  <a:lnTo>
                    <a:pt x="210693" y="346138"/>
                  </a:lnTo>
                  <a:lnTo>
                    <a:pt x="210979" y="345757"/>
                  </a:lnTo>
                  <a:lnTo>
                    <a:pt x="211741" y="344329"/>
                  </a:lnTo>
                  <a:lnTo>
                    <a:pt x="210979" y="343567"/>
                  </a:lnTo>
                  <a:lnTo>
                    <a:pt x="210693" y="342900"/>
                  </a:lnTo>
                  <a:lnTo>
                    <a:pt x="210788" y="342138"/>
                  </a:lnTo>
                  <a:lnTo>
                    <a:pt x="211455" y="340328"/>
                  </a:lnTo>
                  <a:lnTo>
                    <a:pt x="211741" y="340138"/>
                  </a:lnTo>
                  <a:lnTo>
                    <a:pt x="212217" y="340138"/>
                  </a:lnTo>
                  <a:lnTo>
                    <a:pt x="212979" y="339662"/>
                  </a:lnTo>
                  <a:lnTo>
                    <a:pt x="213931" y="338328"/>
                  </a:lnTo>
                  <a:lnTo>
                    <a:pt x="214217" y="336995"/>
                  </a:lnTo>
                  <a:lnTo>
                    <a:pt x="213836" y="335852"/>
                  </a:lnTo>
                  <a:lnTo>
                    <a:pt x="212598" y="335089"/>
                  </a:lnTo>
                  <a:lnTo>
                    <a:pt x="211836" y="335089"/>
                  </a:lnTo>
                  <a:lnTo>
                    <a:pt x="210312" y="334709"/>
                  </a:lnTo>
                  <a:lnTo>
                    <a:pt x="209074" y="333851"/>
                  </a:lnTo>
                  <a:lnTo>
                    <a:pt x="208693" y="332708"/>
                  </a:lnTo>
                  <a:lnTo>
                    <a:pt x="208026" y="330898"/>
                  </a:lnTo>
                  <a:lnTo>
                    <a:pt x="207264" y="329089"/>
                  </a:lnTo>
                  <a:lnTo>
                    <a:pt x="208121" y="328041"/>
                  </a:lnTo>
                  <a:lnTo>
                    <a:pt x="209074" y="326898"/>
                  </a:lnTo>
                  <a:lnTo>
                    <a:pt x="210407" y="325564"/>
                  </a:lnTo>
                  <a:lnTo>
                    <a:pt x="212884" y="324040"/>
                  </a:lnTo>
                  <a:lnTo>
                    <a:pt x="213646" y="320993"/>
                  </a:lnTo>
                  <a:lnTo>
                    <a:pt x="213455" y="320993"/>
                  </a:lnTo>
                  <a:lnTo>
                    <a:pt x="212979" y="320230"/>
                  </a:lnTo>
                  <a:lnTo>
                    <a:pt x="213169" y="319373"/>
                  </a:lnTo>
                  <a:lnTo>
                    <a:pt x="214027" y="318516"/>
                  </a:lnTo>
                  <a:lnTo>
                    <a:pt x="213455" y="316897"/>
                  </a:lnTo>
                  <a:lnTo>
                    <a:pt x="213360" y="316230"/>
                  </a:lnTo>
                  <a:lnTo>
                    <a:pt x="211169" y="314230"/>
                  </a:lnTo>
                  <a:lnTo>
                    <a:pt x="210502" y="313182"/>
                  </a:lnTo>
                  <a:lnTo>
                    <a:pt x="210407" y="311658"/>
                  </a:lnTo>
                  <a:lnTo>
                    <a:pt x="211836" y="312611"/>
                  </a:lnTo>
                  <a:lnTo>
                    <a:pt x="214598" y="314992"/>
                  </a:lnTo>
                  <a:lnTo>
                    <a:pt x="215932" y="316230"/>
                  </a:lnTo>
                  <a:lnTo>
                    <a:pt x="217360" y="315944"/>
                  </a:lnTo>
                  <a:lnTo>
                    <a:pt x="218789" y="314420"/>
                  </a:lnTo>
                  <a:lnTo>
                    <a:pt x="221075" y="310896"/>
                  </a:lnTo>
                  <a:lnTo>
                    <a:pt x="223171" y="307943"/>
                  </a:lnTo>
                  <a:lnTo>
                    <a:pt x="224123" y="305276"/>
                  </a:lnTo>
                  <a:lnTo>
                    <a:pt x="225647" y="304038"/>
                  </a:lnTo>
                  <a:lnTo>
                    <a:pt x="227647" y="303181"/>
                  </a:lnTo>
                  <a:lnTo>
                    <a:pt x="228981" y="300990"/>
                  </a:lnTo>
                  <a:lnTo>
                    <a:pt x="228505" y="299180"/>
                  </a:lnTo>
                  <a:lnTo>
                    <a:pt x="228600" y="297847"/>
                  </a:lnTo>
                  <a:lnTo>
                    <a:pt x="227838" y="296323"/>
                  </a:lnTo>
                  <a:lnTo>
                    <a:pt x="227266" y="294989"/>
                  </a:lnTo>
                  <a:lnTo>
                    <a:pt x="226314" y="294322"/>
                  </a:lnTo>
                  <a:lnTo>
                    <a:pt x="219551" y="292513"/>
                  </a:lnTo>
                  <a:lnTo>
                    <a:pt x="218599" y="291846"/>
                  </a:lnTo>
                  <a:lnTo>
                    <a:pt x="216122" y="289465"/>
                  </a:lnTo>
                  <a:lnTo>
                    <a:pt x="213455" y="288417"/>
                  </a:lnTo>
                  <a:lnTo>
                    <a:pt x="212312" y="288227"/>
                  </a:lnTo>
                  <a:lnTo>
                    <a:pt x="207931" y="288227"/>
                  </a:lnTo>
                  <a:lnTo>
                    <a:pt x="206692" y="287941"/>
                  </a:lnTo>
                  <a:lnTo>
                    <a:pt x="206121" y="287274"/>
                  </a:lnTo>
                  <a:lnTo>
                    <a:pt x="205930" y="286226"/>
                  </a:lnTo>
                  <a:lnTo>
                    <a:pt x="205930" y="282321"/>
                  </a:lnTo>
                  <a:lnTo>
                    <a:pt x="205454" y="281369"/>
                  </a:lnTo>
                  <a:lnTo>
                    <a:pt x="204216" y="280226"/>
                  </a:lnTo>
                  <a:lnTo>
                    <a:pt x="205645" y="279940"/>
                  </a:lnTo>
                  <a:lnTo>
                    <a:pt x="206311" y="281749"/>
                  </a:lnTo>
                  <a:lnTo>
                    <a:pt x="206692" y="285464"/>
                  </a:lnTo>
                  <a:lnTo>
                    <a:pt x="207931" y="286607"/>
                  </a:lnTo>
                  <a:lnTo>
                    <a:pt x="209169" y="286798"/>
                  </a:lnTo>
                  <a:lnTo>
                    <a:pt x="212407" y="286417"/>
                  </a:lnTo>
                  <a:lnTo>
                    <a:pt x="216027" y="286703"/>
                  </a:lnTo>
                  <a:lnTo>
                    <a:pt x="217932" y="287179"/>
                  </a:lnTo>
                  <a:lnTo>
                    <a:pt x="219265" y="287941"/>
                  </a:lnTo>
                  <a:lnTo>
                    <a:pt x="220504" y="289084"/>
                  </a:lnTo>
                  <a:lnTo>
                    <a:pt x="221932" y="290131"/>
                  </a:lnTo>
                  <a:lnTo>
                    <a:pt x="223552" y="290989"/>
                  </a:lnTo>
                  <a:lnTo>
                    <a:pt x="225076" y="291370"/>
                  </a:lnTo>
                  <a:lnTo>
                    <a:pt x="227933" y="290703"/>
                  </a:lnTo>
                  <a:lnTo>
                    <a:pt x="229838" y="290513"/>
                  </a:lnTo>
                  <a:lnTo>
                    <a:pt x="231267" y="291084"/>
                  </a:lnTo>
                  <a:lnTo>
                    <a:pt x="233077" y="292037"/>
                  </a:lnTo>
                  <a:lnTo>
                    <a:pt x="236601" y="291560"/>
                  </a:lnTo>
                  <a:lnTo>
                    <a:pt x="237839" y="289941"/>
                  </a:lnTo>
                  <a:lnTo>
                    <a:pt x="238887" y="288131"/>
                  </a:lnTo>
                  <a:lnTo>
                    <a:pt x="239458" y="285845"/>
                  </a:lnTo>
                  <a:lnTo>
                    <a:pt x="239554" y="282702"/>
                  </a:lnTo>
                  <a:lnTo>
                    <a:pt x="240125" y="281083"/>
                  </a:lnTo>
                  <a:lnTo>
                    <a:pt x="241840" y="278987"/>
                  </a:lnTo>
                  <a:lnTo>
                    <a:pt x="243554" y="276987"/>
                  </a:lnTo>
                  <a:lnTo>
                    <a:pt x="246126" y="275368"/>
                  </a:lnTo>
                  <a:lnTo>
                    <a:pt x="247269" y="273748"/>
                  </a:lnTo>
                  <a:lnTo>
                    <a:pt x="247936" y="272415"/>
                  </a:lnTo>
                  <a:lnTo>
                    <a:pt x="248793" y="270701"/>
                  </a:lnTo>
                  <a:lnTo>
                    <a:pt x="249174" y="269177"/>
                  </a:lnTo>
                  <a:lnTo>
                    <a:pt x="249555" y="266414"/>
                  </a:lnTo>
                  <a:lnTo>
                    <a:pt x="248888" y="264795"/>
                  </a:lnTo>
                  <a:lnTo>
                    <a:pt x="245459" y="265367"/>
                  </a:lnTo>
                  <a:lnTo>
                    <a:pt x="243840" y="265176"/>
                  </a:lnTo>
                  <a:lnTo>
                    <a:pt x="242316" y="264700"/>
                  </a:lnTo>
                  <a:lnTo>
                    <a:pt x="241173" y="262985"/>
                  </a:lnTo>
                  <a:lnTo>
                    <a:pt x="241935" y="262699"/>
                  </a:lnTo>
                  <a:lnTo>
                    <a:pt x="243840" y="262414"/>
                  </a:lnTo>
                  <a:lnTo>
                    <a:pt x="244411" y="262414"/>
                  </a:lnTo>
                  <a:lnTo>
                    <a:pt x="244888" y="264223"/>
                  </a:lnTo>
                  <a:lnTo>
                    <a:pt x="246221" y="264128"/>
                  </a:lnTo>
                  <a:lnTo>
                    <a:pt x="249555" y="262985"/>
                  </a:lnTo>
                  <a:lnTo>
                    <a:pt x="250698" y="259556"/>
                  </a:lnTo>
                  <a:lnTo>
                    <a:pt x="252698" y="258128"/>
                  </a:lnTo>
                  <a:lnTo>
                    <a:pt x="252127" y="256508"/>
                  </a:lnTo>
                  <a:lnTo>
                    <a:pt x="252698" y="255842"/>
                  </a:lnTo>
                  <a:lnTo>
                    <a:pt x="253936" y="256127"/>
                  </a:lnTo>
                  <a:lnTo>
                    <a:pt x="256318" y="258032"/>
                  </a:lnTo>
                  <a:lnTo>
                    <a:pt x="257651" y="258128"/>
                  </a:lnTo>
                  <a:lnTo>
                    <a:pt x="260318" y="257461"/>
                  </a:lnTo>
                  <a:lnTo>
                    <a:pt x="259651" y="258413"/>
                  </a:lnTo>
                  <a:lnTo>
                    <a:pt x="258699" y="258985"/>
                  </a:lnTo>
                  <a:lnTo>
                    <a:pt x="257651" y="259080"/>
                  </a:lnTo>
                  <a:lnTo>
                    <a:pt x="256604" y="258699"/>
                  </a:lnTo>
                  <a:lnTo>
                    <a:pt x="256032" y="259461"/>
                  </a:lnTo>
                  <a:lnTo>
                    <a:pt x="255460" y="260509"/>
                  </a:lnTo>
                  <a:lnTo>
                    <a:pt x="258127" y="262795"/>
                  </a:lnTo>
                  <a:lnTo>
                    <a:pt x="259080" y="266033"/>
                  </a:lnTo>
                  <a:lnTo>
                    <a:pt x="257175" y="268891"/>
                  </a:lnTo>
                  <a:lnTo>
                    <a:pt x="260128" y="270034"/>
                  </a:lnTo>
                  <a:lnTo>
                    <a:pt x="261175" y="271653"/>
                  </a:lnTo>
                  <a:lnTo>
                    <a:pt x="262223" y="274130"/>
                  </a:lnTo>
                  <a:lnTo>
                    <a:pt x="262985" y="274511"/>
                  </a:lnTo>
                  <a:lnTo>
                    <a:pt x="263938" y="274701"/>
                  </a:lnTo>
                  <a:lnTo>
                    <a:pt x="265271" y="276796"/>
                  </a:lnTo>
                  <a:lnTo>
                    <a:pt x="265557" y="277178"/>
                  </a:lnTo>
                  <a:lnTo>
                    <a:pt x="266319" y="277273"/>
                  </a:lnTo>
                  <a:lnTo>
                    <a:pt x="266795" y="277368"/>
                  </a:lnTo>
                  <a:lnTo>
                    <a:pt x="267271" y="277273"/>
                  </a:lnTo>
                  <a:lnTo>
                    <a:pt x="268033" y="276606"/>
                  </a:lnTo>
                  <a:lnTo>
                    <a:pt x="268605" y="275844"/>
                  </a:lnTo>
                  <a:lnTo>
                    <a:pt x="269081" y="274892"/>
                  </a:lnTo>
                  <a:lnTo>
                    <a:pt x="269272" y="273844"/>
                  </a:lnTo>
                  <a:lnTo>
                    <a:pt x="269081" y="272796"/>
                  </a:lnTo>
                  <a:lnTo>
                    <a:pt x="268605" y="273082"/>
                  </a:lnTo>
                  <a:lnTo>
                    <a:pt x="267462" y="273463"/>
                  </a:lnTo>
                  <a:lnTo>
                    <a:pt x="267843" y="272129"/>
                  </a:lnTo>
                  <a:lnTo>
                    <a:pt x="268033" y="270986"/>
                  </a:lnTo>
                  <a:lnTo>
                    <a:pt x="268319" y="269938"/>
                  </a:lnTo>
                  <a:lnTo>
                    <a:pt x="269081" y="268986"/>
                  </a:lnTo>
                  <a:lnTo>
                    <a:pt x="270129" y="268414"/>
                  </a:lnTo>
                  <a:lnTo>
                    <a:pt x="270986" y="268319"/>
                  </a:lnTo>
                  <a:lnTo>
                    <a:pt x="271748" y="268129"/>
                  </a:lnTo>
                  <a:lnTo>
                    <a:pt x="272415" y="267271"/>
                  </a:lnTo>
                  <a:lnTo>
                    <a:pt x="272605" y="266033"/>
                  </a:lnTo>
                  <a:lnTo>
                    <a:pt x="272034" y="265652"/>
                  </a:lnTo>
                  <a:lnTo>
                    <a:pt x="271272" y="265462"/>
                  </a:lnTo>
                  <a:lnTo>
                    <a:pt x="270796" y="264700"/>
                  </a:lnTo>
                  <a:lnTo>
                    <a:pt x="271081" y="263366"/>
                  </a:lnTo>
                  <a:lnTo>
                    <a:pt x="271843" y="262795"/>
                  </a:lnTo>
                  <a:lnTo>
                    <a:pt x="272796" y="262890"/>
                  </a:lnTo>
                  <a:lnTo>
                    <a:pt x="273558" y="263557"/>
                  </a:lnTo>
                  <a:lnTo>
                    <a:pt x="274034" y="263557"/>
                  </a:lnTo>
                  <a:lnTo>
                    <a:pt x="274130" y="262795"/>
                  </a:lnTo>
                  <a:lnTo>
                    <a:pt x="274415" y="262223"/>
                  </a:lnTo>
                  <a:lnTo>
                    <a:pt x="274891" y="261842"/>
                  </a:lnTo>
                  <a:lnTo>
                    <a:pt x="275558" y="261556"/>
                  </a:lnTo>
                  <a:lnTo>
                    <a:pt x="276892" y="260509"/>
                  </a:lnTo>
                  <a:lnTo>
                    <a:pt x="279082" y="260318"/>
                  </a:lnTo>
                  <a:lnTo>
                    <a:pt x="280797" y="260890"/>
                  </a:lnTo>
                  <a:lnTo>
                    <a:pt x="282321" y="261366"/>
                  </a:lnTo>
                  <a:lnTo>
                    <a:pt x="284416" y="262890"/>
                  </a:lnTo>
                  <a:lnTo>
                    <a:pt x="285464" y="263176"/>
                  </a:lnTo>
                  <a:lnTo>
                    <a:pt x="285274" y="266795"/>
                  </a:lnTo>
                  <a:lnTo>
                    <a:pt x="285845" y="267081"/>
                  </a:lnTo>
                  <a:lnTo>
                    <a:pt x="287655" y="265843"/>
                  </a:lnTo>
                  <a:lnTo>
                    <a:pt x="288703" y="264509"/>
                  </a:lnTo>
                  <a:lnTo>
                    <a:pt x="290322" y="261176"/>
                  </a:lnTo>
                  <a:lnTo>
                    <a:pt x="291465" y="259556"/>
                  </a:lnTo>
                  <a:lnTo>
                    <a:pt x="290798" y="258699"/>
                  </a:lnTo>
                  <a:lnTo>
                    <a:pt x="290227" y="258604"/>
                  </a:lnTo>
                  <a:lnTo>
                    <a:pt x="289655" y="258794"/>
                  </a:lnTo>
                  <a:lnTo>
                    <a:pt x="289465" y="258032"/>
                  </a:lnTo>
                  <a:lnTo>
                    <a:pt x="289179" y="257270"/>
                  </a:lnTo>
                  <a:lnTo>
                    <a:pt x="289465" y="255842"/>
                  </a:lnTo>
                  <a:lnTo>
                    <a:pt x="288131" y="254222"/>
                  </a:lnTo>
                  <a:lnTo>
                    <a:pt x="287464" y="252127"/>
                  </a:lnTo>
                  <a:lnTo>
                    <a:pt x="286321" y="251174"/>
                  </a:lnTo>
                  <a:lnTo>
                    <a:pt x="285559" y="250127"/>
                  </a:lnTo>
                  <a:lnTo>
                    <a:pt x="285655" y="249079"/>
                  </a:lnTo>
                  <a:lnTo>
                    <a:pt x="286893" y="248031"/>
                  </a:lnTo>
                  <a:lnTo>
                    <a:pt x="287464" y="246983"/>
                  </a:lnTo>
                  <a:lnTo>
                    <a:pt x="285655" y="245936"/>
                  </a:lnTo>
                  <a:lnTo>
                    <a:pt x="282511" y="245650"/>
                  </a:lnTo>
                  <a:lnTo>
                    <a:pt x="280606" y="245840"/>
                  </a:lnTo>
                  <a:lnTo>
                    <a:pt x="279844" y="245936"/>
                  </a:lnTo>
                  <a:lnTo>
                    <a:pt x="280606" y="244888"/>
                  </a:lnTo>
                  <a:lnTo>
                    <a:pt x="281749" y="244697"/>
                  </a:lnTo>
                  <a:lnTo>
                    <a:pt x="282988" y="244793"/>
                  </a:lnTo>
                  <a:lnTo>
                    <a:pt x="285464" y="244602"/>
                  </a:lnTo>
                  <a:lnTo>
                    <a:pt x="284797" y="242792"/>
                  </a:lnTo>
                  <a:lnTo>
                    <a:pt x="282892" y="240411"/>
                  </a:lnTo>
                  <a:lnTo>
                    <a:pt x="282035" y="238601"/>
                  </a:lnTo>
                  <a:lnTo>
                    <a:pt x="281368" y="236029"/>
                  </a:lnTo>
                  <a:lnTo>
                    <a:pt x="280988" y="233744"/>
                  </a:lnTo>
                  <a:lnTo>
                    <a:pt x="279749" y="230791"/>
                  </a:lnTo>
                  <a:lnTo>
                    <a:pt x="278130" y="230029"/>
                  </a:lnTo>
                  <a:lnTo>
                    <a:pt x="275368" y="227838"/>
                  </a:lnTo>
                  <a:lnTo>
                    <a:pt x="272129" y="227171"/>
                  </a:lnTo>
                  <a:lnTo>
                    <a:pt x="269557" y="228505"/>
                  </a:lnTo>
                  <a:lnTo>
                    <a:pt x="268224" y="227267"/>
                  </a:lnTo>
                  <a:lnTo>
                    <a:pt x="265271" y="227647"/>
                  </a:lnTo>
                  <a:lnTo>
                    <a:pt x="259747" y="229171"/>
                  </a:lnTo>
                  <a:lnTo>
                    <a:pt x="260699" y="228029"/>
                  </a:lnTo>
                  <a:lnTo>
                    <a:pt x="262033" y="227552"/>
                  </a:lnTo>
                  <a:lnTo>
                    <a:pt x="262985" y="226790"/>
                  </a:lnTo>
                  <a:lnTo>
                    <a:pt x="263080" y="224790"/>
                  </a:lnTo>
                  <a:lnTo>
                    <a:pt x="262033" y="223361"/>
                  </a:lnTo>
                  <a:lnTo>
                    <a:pt x="258413" y="222028"/>
                  </a:lnTo>
                  <a:lnTo>
                    <a:pt x="257651" y="221361"/>
                  </a:lnTo>
                  <a:lnTo>
                    <a:pt x="257365" y="220409"/>
                  </a:lnTo>
                  <a:lnTo>
                    <a:pt x="256604" y="219075"/>
                  </a:lnTo>
                  <a:lnTo>
                    <a:pt x="255651" y="217837"/>
                  </a:lnTo>
                  <a:lnTo>
                    <a:pt x="254603" y="217361"/>
                  </a:lnTo>
                  <a:lnTo>
                    <a:pt x="252889" y="217170"/>
                  </a:lnTo>
                  <a:lnTo>
                    <a:pt x="251936" y="216598"/>
                  </a:lnTo>
                  <a:lnTo>
                    <a:pt x="250507" y="214217"/>
                  </a:lnTo>
                  <a:lnTo>
                    <a:pt x="250507" y="213646"/>
                  </a:lnTo>
                  <a:lnTo>
                    <a:pt x="251269" y="213931"/>
                  </a:lnTo>
                  <a:lnTo>
                    <a:pt x="251555" y="214408"/>
                  </a:lnTo>
                  <a:lnTo>
                    <a:pt x="251746" y="214979"/>
                  </a:lnTo>
                  <a:lnTo>
                    <a:pt x="252127" y="215551"/>
                  </a:lnTo>
                  <a:lnTo>
                    <a:pt x="252984" y="216218"/>
                  </a:lnTo>
                  <a:lnTo>
                    <a:pt x="254317" y="216789"/>
                  </a:lnTo>
                  <a:lnTo>
                    <a:pt x="255175" y="216979"/>
                  </a:lnTo>
                  <a:lnTo>
                    <a:pt x="255746" y="216979"/>
                  </a:lnTo>
                  <a:lnTo>
                    <a:pt x="256222" y="217170"/>
                  </a:lnTo>
                  <a:lnTo>
                    <a:pt x="256984" y="218027"/>
                  </a:lnTo>
                  <a:lnTo>
                    <a:pt x="257270" y="218599"/>
                  </a:lnTo>
                  <a:lnTo>
                    <a:pt x="257842" y="220504"/>
                  </a:lnTo>
                  <a:lnTo>
                    <a:pt x="258127" y="221075"/>
                  </a:lnTo>
                  <a:lnTo>
                    <a:pt x="258794" y="221456"/>
                  </a:lnTo>
                  <a:lnTo>
                    <a:pt x="260604" y="221647"/>
                  </a:lnTo>
                  <a:lnTo>
                    <a:pt x="261366" y="221837"/>
                  </a:lnTo>
                  <a:lnTo>
                    <a:pt x="262318" y="222313"/>
                  </a:lnTo>
                  <a:lnTo>
                    <a:pt x="262699" y="222599"/>
                  </a:lnTo>
                  <a:lnTo>
                    <a:pt x="262985" y="222980"/>
                  </a:lnTo>
                  <a:lnTo>
                    <a:pt x="263557" y="223647"/>
                  </a:lnTo>
                  <a:lnTo>
                    <a:pt x="264700" y="224695"/>
                  </a:lnTo>
                  <a:lnTo>
                    <a:pt x="265843" y="225362"/>
                  </a:lnTo>
                  <a:lnTo>
                    <a:pt x="267176" y="225838"/>
                  </a:lnTo>
                  <a:lnTo>
                    <a:pt x="279273" y="226886"/>
                  </a:lnTo>
                  <a:lnTo>
                    <a:pt x="287464" y="224695"/>
                  </a:lnTo>
                  <a:lnTo>
                    <a:pt x="288703" y="223647"/>
                  </a:lnTo>
                  <a:lnTo>
                    <a:pt x="288798" y="223076"/>
                  </a:lnTo>
                  <a:lnTo>
                    <a:pt x="288607" y="222504"/>
                  </a:lnTo>
                  <a:lnTo>
                    <a:pt x="288226" y="221742"/>
                  </a:lnTo>
                  <a:lnTo>
                    <a:pt x="288512" y="221266"/>
                  </a:lnTo>
                  <a:lnTo>
                    <a:pt x="288798" y="220980"/>
                  </a:lnTo>
                  <a:lnTo>
                    <a:pt x="289084" y="220789"/>
                  </a:lnTo>
                  <a:lnTo>
                    <a:pt x="289274" y="220504"/>
                  </a:lnTo>
                  <a:lnTo>
                    <a:pt x="289846" y="219837"/>
                  </a:lnTo>
                  <a:lnTo>
                    <a:pt x="290417" y="219361"/>
                  </a:lnTo>
                  <a:lnTo>
                    <a:pt x="291084" y="218980"/>
                  </a:lnTo>
                  <a:lnTo>
                    <a:pt x="292036" y="218694"/>
                  </a:lnTo>
                  <a:lnTo>
                    <a:pt x="292036" y="218027"/>
                  </a:lnTo>
                  <a:lnTo>
                    <a:pt x="289846" y="218027"/>
                  </a:lnTo>
                  <a:lnTo>
                    <a:pt x="289846" y="217456"/>
                  </a:lnTo>
                  <a:lnTo>
                    <a:pt x="290703" y="217170"/>
                  </a:lnTo>
                  <a:lnTo>
                    <a:pt x="291274" y="216789"/>
                  </a:lnTo>
                  <a:lnTo>
                    <a:pt x="292608" y="215551"/>
                  </a:lnTo>
                  <a:lnTo>
                    <a:pt x="292036" y="214789"/>
                  </a:lnTo>
                  <a:lnTo>
                    <a:pt x="291560" y="214408"/>
                  </a:lnTo>
                  <a:lnTo>
                    <a:pt x="290417" y="213741"/>
                  </a:lnTo>
                  <a:lnTo>
                    <a:pt x="289846" y="213836"/>
                  </a:lnTo>
                  <a:lnTo>
                    <a:pt x="289274" y="214217"/>
                  </a:lnTo>
                  <a:lnTo>
                    <a:pt x="288893" y="214122"/>
                  </a:lnTo>
                  <a:lnTo>
                    <a:pt x="288703" y="212884"/>
                  </a:lnTo>
                  <a:lnTo>
                    <a:pt x="288798" y="212407"/>
                  </a:lnTo>
                  <a:lnTo>
                    <a:pt x="289179" y="211550"/>
                  </a:lnTo>
                  <a:lnTo>
                    <a:pt x="289274" y="210979"/>
                  </a:lnTo>
                  <a:lnTo>
                    <a:pt x="289084" y="210598"/>
                  </a:lnTo>
                  <a:lnTo>
                    <a:pt x="288322" y="210693"/>
                  </a:lnTo>
                  <a:lnTo>
                    <a:pt x="287846" y="209740"/>
                  </a:lnTo>
                  <a:lnTo>
                    <a:pt x="287083" y="209550"/>
                  </a:lnTo>
                  <a:lnTo>
                    <a:pt x="286226" y="209740"/>
                  </a:lnTo>
                  <a:lnTo>
                    <a:pt x="285464" y="210217"/>
                  </a:lnTo>
                  <a:lnTo>
                    <a:pt x="284321" y="209645"/>
                  </a:lnTo>
                  <a:lnTo>
                    <a:pt x="282988" y="209264"/>
                  </a:lnTo>
                  <a:lnTo>
                    <a:pt x="281845" y="208693"/>
                  </a:lnTo>
                  <a:lnTo>
                    <a:pt x="281083" y="207740"/>
                  </a:lnTo>
                  <a:lnTo>
                    <a:pt x="280416" y="207931"/>
                  </a:lnTo>
                  <a:lnTo>
                    <a:pt x="279940" y="207550"/>
                  </a:lnTo>
                  <a:lnTo>
                    <a:pt x="279654" y="206788"/>
                  </a:lnTo>
                  <a:lnTo>
                    <a:pt x="279463" y="205835"/>
                  </a:lnTo>
                  <a:lnTo>
                    <a:pt x="278416" y="206502"/>
                  </a:lnTo>
                  <a:lnTo>
                    <a:pt x="278892" y="204597"/>
                  </a:lnTo>
                  <a:lnTo>
                    <a:pt x="280416" y="204026"/>
                  </a:lnTo>
                  <a:lnTo>
                    <a:pt x="282035" y="204121"/>
                  </a:lnTo>
                  <a:lnTo>
                    <a:pt x="282797" y="204406"/>
                  </a:lnTo>
                  <a:lnTo>
                    <a:pt x="283464" y="205930"/>
                  </a:lnTo>
                  <a:lnTo>
                    <a:pt x="284797" y="206407"/>
                  </a:lnTo>
                  <a:lnTo>
                    <a:pt x="285940" y="205645"/>
                  </a:lnTo>
                  <a:lnTo>
                    <a:pt x="286131" y="203359"/>
                  </a:lnTo>
                  <a:lnTo>
                    <a:pt x="287560" y="205264"/>
                  </a:lnTo>
                  <a:lnTo>
                    <a:pt x="289369" y="206216"/>
                  </a:lnTo>
                  <a:lnTo>
                    <a:pt x="293846" y="207740"/>
                  </a:lnTo>
                  <a:lnTo>
                    <a:pt x="294227" y="206597"/>
                  </a:lnTo>
                  <a:lnTo>
                    <a:pt x="294894" y="205740"/>
                  </a:lnTo>
                  <a:lnTo>
                    <a:pt x="296513" y="204692"/>
                  </a:lnTo>
                  <a:lnTo>
                    <a:pt x="295846" y="204502"/>
                  </a:lnTo>
                  <a:lnTo>
                    <a:pt x="294418" y="204311"/>
                  </a:lnTo>
                  <a:lnTo>
                    <a:pt x="293751" y="204121"/>
                  </a:lnTo>
                  <a:lnTo>
                    <a:pt x="293656" y="203835"/>
                  </a:lnTo>
                  <a:lnTo>
                    <a:pt x="293751" y="203454"/>
                  </a:lnTo>
                  <a:lnTo>
                    <a:pt x="293751" y="203073"/>
                  </a:lnTo>
                  <a:lnTo>
                    <a:pt x="293370" y="202882"/>
                  </a:lnTo>
                  <a:lnTo>
                    <a:pt x="292513" y="202882"/>
                  </a:lnTo>
                  <a:lnTo>
                    <a:pt x="292132" y="202787"/>
                  </a:lnTo>
                  <a:lnTo>
                    <a:pt x="291751" y="202502"/>
                  </a:lnTo>
                  <a:lnTo>
                    <a:pt x="291274" y="201073"/>
                  </a:lnTo>
                  <a:lnTo>
                    <a:pt x="291941" y="199739"/>
                  </a:lnTo>
                  <a:lnTo>
                    <a:pt x="293084" y="198787"/>
                  </a:lnTo>
                  <a:lnTo>
                    <a:pt x="294227" y="198406"/>
                  </a:lnTo>
                  <a:lnTo>
                    <a:pt x="293560" y="197548"/>
                  </a:lnTo>
                  <a:lnTo>
                    <a:pt x="290417" y="195358"/>
                  </a:lnTo>
                  <a:lnTo>
                    <a:pt x="288417" y="196405"/>
                  </a:lnTo>
                  <a:lnTo>
                    <a:pt x="283655" y="195548"/>
                  </a:lnTo>
                  <a:lnTo>
                    <a:pt x="282226" y="196596"/>
                  </a:lnTo>
                  <a:lnTo>
                    <a:pt x="283273" y="197358"/>
                  </a:lnTo>
                  <a:lnTo>
                    <a:pt x="282988" y="198025"/>
                  </a:lnTo>
                  <a:lnTo>
                    <a:pt x="282130" y="198311"/>
                  </a:lnTo>
                  <a:lnTo>
                    <a:pt x="281654" y="198120"/>
                  </a:lnTo>
                  <a:lnTo>
                    <a:pt x="281559" y="195358"/>
                  </a:lnTo>
                  <a:lnTo>
                    <a:pt x="282130" y="194405"/>
                  </a:lnTo>
                  <a:lnTo>
                    <a:pt x="283655" y="194024"/>
                  </a:lnTo>
                  <a:lnTo>
                    <a:pt x="284797" y="194405"/>
                  </a:lnTo>
                  <a:lnTo>
                    <a:pt x="285940" y="195072"/>
                  </a:lnTo>
                  <a:lnTo>
                    <a:pt x="287083" y="195358"/>
                  </a:lnTo>
                  <a:lnTo>
                    <a:pt x="288322" y="194691"/>
                  </a:lnTo>
                  <a:lnTo>
                    <a:pt x="288893" y="193548"/>
                  </a:lnTo>
                  <a:lnTo>
                    <a:pt x="289179" y="191929"/>
                  </a:lnTo>
                  <a:lnTo>
                    <a:pt x="289179" y="190500"/>
                  </a:lnTo>
                  <a:lnTo>
                    <a:pt x="288893" y="189738"/>
                  </a:lnTo>
                  <a:lnTo>
                    <a:pt x="281464" y="189547"/>
                  </a:lnTo>
                  <a:lnTo>
                    <a:pt x="278892" y="190500"/>
                  </a:lnTo>
                  <a:lnTo>
                    <a:pt x="271272" y="190310"/>
                  </a:lnTo>
                  <a:lnTo>
                    <a:pt x="272320" y="189071"/>
                  </a:lnTo>
                  <a:lnTo>
                    <a:pt x="273367" y="188404"/>
                  </a:lnTo>
                  <a:lnTo>
                    <a:pt x="274415" y="188023"/>
                  </a:lnTo>
                  <a:lnTo>
                    <a:pt x="275558" y="187738"/>
                  </a:lnTo>
                  <a:lnTo>
                    <a:pt x="275558" y="187071"/>
                  </a:lnTo>
                  <a:lnTo>
                    <a:pt x="273939" y="187071"/>
                  </a:lnTo>
                  <a:lnTo>
                    <a:pt x="274130" y="186785"/>
                  </a:lnTo>
                  <a:lnTo>
                    <a:pt x="274130" y="186690"/>
                  </a:lnTo>
                  <a:lnTo>
                    <a:pt x="274225" y="186595"/>
                  </a:lnTo>
                  <a:lnTo>
                    <a:pt x="274510" y="186404"/>
                  </a:lnTo>
                  <a:lnTo>
                    <a:pt x="271748" y="185166"/>
                  </a:lnTo>
                  <a:lnTo>
                    <a:pt x="272605" y="184213"/>
                  </a:lnTo>
                  <a:lnTo>
                    <a:pt x="273558" y="184118"/>
                  </a:lnTo>
                  <a:lnTo>
                    <a:pt x="275558" y="185166"/>
                  </a:lnTo>
                  <a:lnTo>
                    <a:pt x="275939" y="183737"/>
                  </a:lnTo>
                  <a:lnTo>
                    <a:pt x="276701" y="182404"/>
                  </a:lnTo>
                  <a:lnTo>
                    <a:pt x="277463" y="181832"/>
                  </a:lnTo>
                  <a:lnTo>
                    <a:pt x="277749" y="182880"/>
                  </a:lnTo>
                  <a:lnTo>
                    <a:pt x="278321" y="183737"/>
                  </a:lnTo>
                  <a:lnTo>
                    <a:pt x="279368" y="183452"/>
                  </a:lnTo>
                  <a:lnTo>
                    <a:pt x="280035" y="182499"/>
                  </a:lnTo>
                  <a:lnTo>
                    <a:pt x="279463" y="181356"/>
                  </a:lnTo>
                  <a:lnTo>
                    <a:pt x="279463" y="180689"/>
                  </a:lnTo>
                  <a:lnTo>
                    <a:pt x="280416" y="179737"/>
                  </a:lnTo>
                  <a:lnTo>
                    <a:pt x="281464" y="178022"/>
                  </a:lnTo>
                  <a:lnTo>
                    <a:pt x="281940" y="176213"/>
                  </a:lnTo>
                  <a:lnTo>
                    <a:pt x="281083" y="175070"/>
                  </a:lnTo>
                  <a:lnTo>
                    <a:pt x="281083" y="174403"/>
                  </a:lnTo>
                  <a:lnTo>
                    <a:pt x="283083" y="174974"/>
                  </a:lnTo>
                  <a:lnTo>
                    <a:pt x="284035" y="174974"/>
                  </a:lnTo>
                  <a:lnTo>
                    <a:pt x="284988" y="174403"/>
                  </a:lnTo>
                  <a:lnTo>
                    <a:pt x="284416" y="173736"/>
                  </a:lnTo>
                  <a:lnTo>
                    <a:pt x="284035" y="172784"/>
                  </a:lnTo>
                  <a:lnTo>
                    <a:pt x="284131" y="172021"/>
                  </a:lnTo>
                  <a:lnTo>
                    <a:pt x="284988" y="171926"/>
                  </a:lnTo>
                  <a:lnTo>
                    <a:pt x="285750" y="172403"/>
                  </a:lnTo>
                  <a:lnTo>
                    <a:pt x="286131" y="173164"/>
                  </a:lnTo>
                  <a:lnTo>
                    <a:pt x="287560" y="178975"/>
                  </a:lnTo>
                  <a:lnTo>
                    <a:pt x="288226" y="180880"/>
                  </a:lnTo>
                  <a:lnTo>
                    <a:pt x="289369" y="182499"/>
                  </a:lnTo>
                  <a:lnTo>
                    <a:pt x="289655" y="180499"/>
                  </a:lnTo>
                  <a:lnTo>
                    <a:pt x="288893" y="175641"/>
                  </a:lnTo>
                  <a:lnTo>
                    <a:pt x="289369" y="173736"/>
                  </a:lnTo>
                  <a:lnTo>
                    <a:pt x="289084" y="172212"/>
                  </a:lnTo>
                  <a:lnTo>
                    <a:pt x="290322" y="171736"/>
                  </a:lnTo>
                  <a:lnTo>
                    <a:pt x="291465" y="172307"/>
                  </a:lnTo>
                  <a:lnTo>
                    <a:pt x="290798" y="174022"/>
                  </a:lnTo>
                  <a:lnTo>
                    <a:pt x="290513" y="175260"/>
                  </a:lnTo>
                  <a:lnTo>
                    <a:pt x="290322" y="179832"/>
                  </a:lnTo>
                  <a:lnTo>
                    <a:pt x="290513" y="181261"/>
                  </a:lnTo>
                  <a:lnTo>
                    <a:pt x="291370" y="182975"/>
                  </a:lnTo>
                  <a:lnTo>
                    <a:pt x="292798" y="183642"/>
                  </a:lnTo>
                  <a:lnTo>
                    <a:pt x="295465" y="183737"/>
                  </a:lnTo>
                  <a:lnTo>
                    <a:pt x="297085" y="182975"/>
                  </a:lnTo>
                  <a:lnTo>
                    <a:pt x="298228" y="181737"/>
                  </a:lnTo>
                  <a:lnTo>
                    <a:pt x="298799" y="181261"/>
                  </a:lnTo>
                  <a:lnTo>
                    <a:pt x="299847" y="178689"/>
                  </a:lnTo>
                  <a:lnTo>
                    <a:pt x="301085" y="176498"/>
                  </a:lnTo>
                  <a:lnTo>
                    <a:pt x="301371" y="172593"/>
                  </a:lnTo>
                  <a:lnTo>
                    <a:pt x="300799" y="168783"/>
                  </a:lnTo>
                  <a:lnTo>
                    <a:pt x="299847" y="166783"/>
                  </a:lnTo>
                  <a:lnTo>
                    <a:pt x="300514" y="166021"/>
                  </a:lnTo>
                  <a:lnTo>
                    <a:pt x="301276" y="165545"/>
                  </a:lnTo>
                  <a:lnTo>
                    <a:pt x="302133" y="165354"/>
                  </a:lnTo>
                  <a:lnTo>
                    <a:pt x="303181" y="165354"/>
                  </a:lnTo>
                  <a:lnTo>
                    <a:pt x="302228" y="168212"/>
                  </a:lnTo>
                  <a:lnTo>
                    <a:pt x="302228" y="169450"/>
                  </a:lnTo>
                  <a:lnTo>
                    <a:pt x="303181" y="170307"/>
                  </a:lnTo>
                  <a:lnTo>
                    <a:pt x="303562" y="169831"/>
                  </a:lnTo>
                  <a:lnTo>
                    <a:pt x="304514" y="169069"/>
                  </a:lnTo>
                  <a:lnTo>
                    <a:pt x="305562" y="168878"/>
                  </a:lnTo>
                  <a:lnTo>
                    <a:pt x="306324" y="170212"/>
                  </a:lnTo>
                  <a:lnTo>
                    <a:pt x="305371" y="170212"/>
                  </a:lnTo>
                  <a:lnTo>
                    <a:pt x="304514" y="170402"/>
                  </a:lnTo>
                  <a:lnTo>
                    <a:pt x="303752" y="170783"/>
                  </a:lnTo>
                  <a:lnTo>
                    <a:pt x="302990" y="171355"/>
                  </a:lnTo>
                  <a:lnTo>
                    <a:pt x="303181" y="172498"/>
                  </a:lnTo>
                  <a:lnTo>
                    <a:pt x="302705" y="174879"/>
                  </a:lnTo>
                  <a:lnTo>
                    <a:pt x="302609" y="176879"/>
                  </a:lnTo>
                  <a:lnTo>
                    <a:pt x="302228" y="179451"/>
                  </a:lnTo>
                  <a:lnTo>
                    <a:pt x="302133" y="180689"/>
                  </a:lnTo>
                  <a:lnTo>
                    <a:pt x="301942" y="183737"/>
                  </a:lnTo>
                  <a:lnTo>
                    <a:pt x="304133" y="184309"/>
                  </a:lnTo>
                  <a:lnTo>
                    <a:pt x="306419" y="184309"/>
                  </a:lnTo>
                  <a:lnTo>
                    <a:pt x="310705" y="181928"/>
                  </a:lnTo>
                  <a:lnTo>
                    <a:pt x="312991" y="181165"/>
                  </a:lnTo>
                  <a:lnTo>
                    <a:pt x="314611" y="181165"/>
                  </a:lnTo>
                  <a:lnTo>
                    <a:pt x="314325" y="180404"/>
                  </a:lnTo>
                  <a:lnTo>
                    <a:pt x="314325" y="179832"/>
                  </a:lnTo>
                  <a:lnTo>
                    <a:pt x="314611" y="178594"/>
                  </a:lnTo>
                  <a:lnTo>
                    <a:pt x="315754" y="179261"/>
                  </a:lnTo>
                  <a:lnTo>
                    <a:pt x="315182" y="177355"/>
                  </a:lnTo>
                  <a:lnTo>
                    <a:pt x="315373" y="176213"/>
                  </a:lnTo>
                  <a:lnTo>
                    <a:pt x="316421" y="175641"/>
                  </a:lnTo>
                  <a:lnTo>
                    <a:pt x="318421" y="175546"/>
                  </a:lnTo>
                  <a:lnTo>
                    <a:pt x="317944" y="174974"/>
                  </a:lnTo>
                  <a:lnTo>
                    <a:pt x="317087" y="173355"/>
                  </a:lnTo>
                  <a:lnTo>
                    <a:pt x="316992" y="172974"/>
                  </a:lnTo>
                  <a:lnTo>
                    <a:pt x="316039" y="173260"/>
                  </a:lnTo>
                  <a:lnTo>
                    <a:pt x="314992" y="174593"/>
                  </a:lnTo>
                  <a:lnTo>
                    <a:pt x="314230" y="174879"/>
                  </a:lnTo>
                  <a:lnTo>
                    <a:pt x="312801" y="174307"/>
                  </a:lnTo>
                  <a:lnTo>
                    <a:pt x="311467" y="172974"/>
                  </a:lnTo>
                  <a:lnTo>
                    <a:pt x="310991" y="171736"/>
                  </a:lnTo>
                  <a:lnTo>
                    <a:pt x="312230" y="171164"/>
                  </a:lnTo>
                  <a:lnTo>
                    <a:pt x="311944" y="170307"/>
                  </a:lnTo>
                  <a:lnTo>
                    <a:pt x="311753" y="169926"/>
                  </a:lnTo>
                  <a:lnTo>
                    <a:pt x="313087" y="169926"/>
                  </a:lnTo>
                  <a:lnTo>
                    <a:pt x="313563" y="169450"/>
                  </a:lnTo>
                  <a:lnTo>
                    <a:pt x="313563" y="168783"/>
                  </a:lnTo>
                  <a:lnTo>
                    <a:pt x="313372" y="168021"/>
                  </a:lnTo>
                  <a:lnTo>
                    <a:pt x="313182" y="168116"/>
                  </a:lnTo>
                  <a:lnTo>
                    <a:pt x="312325" y="167164"/>
                  </a:lnTo>
                  <a:lnTo>
                    <a:pt x="312325" y="165830"/>
                  </a:lnTo>
                  <a:lnTo>
                    <a:pt x="312706" y="164211"/>
                  </a:lnTo>
                  <a:lnTo>
                    <a:pt x="312230" y="163354"/>
                  </a:lnTo>
                  <a:lnTo>
                    <a:pt x="312706" y="162592"/>
                  </a:lnTo>
                  <a:lnTo>
                    <a:pt x="313277" y="161639"/>
                  </a:lnTo>
                  <a:lnTo>
                    <a:pt x="312801" y="160782"/>
                  </a:lnTo>
                  <a:lnTo>
                    <a:pt x="313372" y="160115"/>
                  </a:lnTo>
                  <a:lnTo>
                    <a:pt x="313849" y="159925"/>
                  </a:lnTo>
                  <a:lnTo>
                    <a:pt x="314706" y="160496"/>
                  </a:lnTo>
                  <a:lnTo>
                    <a:pt x="315468" y="161639"/>
                  </a:lnTo>
                  <a:lnTo>
                    <a:pt x="315468" y="160306"/>
                  </a:lnTo>
                  <a:lnTo>
                    <a:pt x="315944" y="159544"/>
                  </a:lnTo>
                  <a:lnTo>
                    <a:pt x="316421" y="158877"/>
                  </a:lnTo>
                  <a:lnTo>
                    <a:pt x="316516" y="157924"/>
                  </a:lnTo>
                  <a:lnTo>
                    <a:pt x="314230" y="155162"/>
                  </a:lnTo>
                  <a:lnTo>
                    <a:pt x="314039" y="154496"/>
                  </a:lnTo>
                  <a:lnTo>
                    <a:pt x="314325" y="153543"/>
                  </a:lnTo>
                  <a:lnTo>
                    <a:pt x="313658" y="152971"/>
                  </a:lnTo>
                  <a:lnTo>
                    <a:pt x="312610" y="152495"/>
                  </a:lnTo>
                  <a:lnTo>
                    <a:pt x="311848" y="152019"/>
                  </a:lnTo>
                  <a:lnTo>
                    <a:pt x="311658" y="151067"/>
                  </a:lnTo>
                  <a:lnTo>
                    <a:pt x="312610" y="150495"/>
                  </a:lnTo>
                  <a:lnTo>
                    <a:pt x="314801" y="149828"/>
                  </a:lnTo>
                  <a:lnTo>
                    <a:pt x="314134" y="148685"/>
                  </a:lnTo>
                  <a:lnTo>
                    <a:pt x="314801" y="148209"/>
                  </a:lnTo>
                  <a:lnTo>
                    <a:pt x="315944" y="147828"/>
                  </a:lnTo>
                  <a:lnTo>
                    <a:pt x="316516" y="147066"/>
                  </a:lnTo>
                  <a:lnTo>
                    <a:pt x="316516" y="144875"/>
                  </a:lnTo>
                  <a:lnTo>
                    <a:pt x="316135" y="144018"/>
                  </a:lnTo>
                  <a:lnTo>
                    <a:pt x="315087" y="143637"/>
                  </a:lnTo>
                  <a:lnTo>
                    <a:pt x="314230" y="143161"/>
                  </a:lnTo>
                  <a:lnTo>
                    <a:pt x="312991" y="141065"/>
                  </a:lnTo>
                  <a:lnTo>
                    <a:pt x="312039" y="140494"/>
                  </a:lnTo>
                  <a:lnTo>
                    <a:pt x="310705" y="141732"/>
                  </a:lnTo>
                  <a:lnTo>
                    <a:pt x="309181" y="142113"/>
                  </a:lnTo>
                  <a:lnTo>
                    <a:pt x="308229" y="141732"/>
                  </a:lnTo>
                  <a:lnTo>
                    <a:pt x="307086" y="142780"/>
                  </a:lnTo>
                  <a:lnTo>
                    <a:pt x="305562" y="142780"/>
                  </a:lnTo>
                  <a:lnTo>
                    <a:pt x="304229" y="143637"/>
                  </a:lnTo>
                  <a:lnTo>
                    <a:pt x="302419" y="144209"/>
                  </a:lnTo>
                  <a:lnTo>
                    <a:pt x="300704" y="146495"/>
                  </a:lnTo>
                  <a:lnTo>
                    <a:pt x="298609" y="147638"/>
                  </a:lnTo>
                  <a:lnTo>
                    <a:pt x="298323" y="149257"/>
                  </a:lnTo>
                  <a:lnTo>
                    <a:pt x="299371" y="148971"/>
                  </a:lnTo>
                  <a:lnTo>
                    <a:pt x="299942" y="149162"/>
                  </a:lnTo>
                  <a:lnTo>
                    <a:pt x="301276" y="149352"/>
                  </a:lnTo>
                  <a:lnTo>
                    <a:pt x="302609" y="149162"/>
                  </a:lnTo>
                  <a:lnTo>
                    <a:pt x="303752" y="148590"/>
                  </a:lnTo>
                  <a:lnTo>
                    <a:pt x="304705" y="149162"/>
                  </a:lnTo>
                  <a:lnTo>
                    <a:pt x="305562" y="149543"/>
                  </a:lnTo>
                  <a:lnTo>
                    <a:pt x="306229" y="150114"/>
                  </a:lnTo>
                  <a:lnTo>
                    <a:pt x="306419" y="151162"/>
                  </a:lnTo>
                  <a:lnTo>
                    <a:pt x="305086" y="150781"/>
                  </a:lnTo>
                  <a:lnTo>
                    <a:pt x="304324" y="152019"/>
                  </a:lnTo>
                  <a:lnTo>
                    <a:pt x="303562" y="154210"/>
                  </a:lnTo>
                  <a:lnTo>
                    <a:pt x="301847" y="155543"/>
                  </a:lnTo>
                  <a:lnTo>
                    <a:pt x="300895" y="156115"/>
                  </a:lnTo>
                  <a:lnTo>
                    <a:pt x="299752" y="155448"/>
                  </a:lnTo>
                  <a:lnTo>
                    <a:pt x="299466" y="154591"/>
                  </a:lnTo>
                  <a:lnTo>
                    <a:pt x="299180" y="153448"/>
                  </a:lnTo>
                  <a:lnTo>
                    <a:pt x="299942" y="151447"/>
                  </a:lnTo>
                  <a:lnTo>
                    <a:pt x="299752" y="150495"/>
                  </a:lnTo>
                  <a:lnTo>
                    <a:pt x="298323" y="151162"/>
                  </a:lnTo>
                  <a:lnTo>
                    <a:pt x="297656" y="151543"/>
                  </a:lnTo>
                  <a:lnTo>
                    <a:pt x="297180" y="151638"/>
                  </a:lnTo>
                  <a:lnTo>
                    <a:pt x="296799" y="151257"/>
                  </a:lnTo>
                  <a:lnTo>
                    <a:pt x="296704" y="150686"/>
                  </a:lnTo>
                  <a:lnTo>
                    <a:pt x="296704" y="150114"/>
                  </a:lnTo>
                  <a:lnTo>
                    <a:pt x="296608" y="149828"/>
                  </a:lnTo>
                  <a:lnTo>
                    <a:pt x="295561" y="149828"/>
                  </a:lnTo>
                  <a:lnTo>
                    <a:pt x="294704" y="150209"/>
                  </a:lnTo>
                  <a:lnTo>
                    <a:pt x="293275" y="151162"/>
                  </a:lnTo>
                  <a:lnTo>
                    <a:pt x="292703" y="151447"/>
                  </a:lnTo>
                  <a:lnTo>
                    <a:pt x="292798" y="152305"/>
                  </a:lnTo>
                  <a:lnTo>
                    <a:pt x="290131" y="153734"/>
                  </a:lnTo>
                  <a:lnTo>
                    <a:pt x="286893" y="154877"/>
                  </a:lnTo>
                  <a:lnTo>
                    <a:pt x="285274" y="155353"/>
                  </a:lnTo>
                  <a:lnTo>
                    <a:pt x="284321" y="155638"/>
                  </a:lnTo>
                  <a:lnTo>
                    <a:pt x="283559" y="156686"/>
                  </a:lnTo>
                  <a:lnTo>
                    <a:pt x="283083" y="157829"/>
                  </a:lnTo>
                  <a:lnTo>
                    <a:pt x="282702" y="158877"/>
                  </a:lnTo>
                  <a:lnTo>
                    <a:pt x="281845" y="160211"/>
                  </a:lnTo>
                  <a:lnTo>
                    <a:pt x="281273" y="160877"/>
                  </a:lnTo>
                  <a:lnTo>
                    <a:pt x="280321" y="161830"/>
                  </a:lnTo>
                  <a:lnTo>
                    <a:pt x="279463" y="162592"/>
                  </a:lnTo>
                  <a:lnTo>
                    <a:pt x="278511" y="163068"/>
                  </a:lnTo>
                  <a:lnTo>
                    <a:pt x="277558" y="163354"/>
                  </a:lnTo>
                  <a:lnTo>
                    <a:pt x="277082" y="162211"/>
                  </a:lnTo>
                  <a:lnTo>
                    <a:pt x="276892" y="161735"/>
                  </a:lnTo>
                  <a:lnTo>
                    <a:pt x="276987" y="161258"/>
                  </a:lnTo>
                  <a:lnTo>
                    <a:pt x="277273" y="161068"/>
                  </a:lnTo>
                  <a:lnTo>
                    <a:pt x="278606" y="160401"/>
                  </a:lnTo>
                  <a:lnTo>
                    <a:pt x="279749" y="158972"/>
                  </a:lnTo>
                  <a:lnTo>
                    <a:pt x="279940" y="157639"/>
                  </a:lnTo>
                  <a:lnTo>
                    <a:pt x="278225" y="157258"/>
                  </a:lnTo>
                  <a:lnTo>
                    <a:pt x="278892" y="155448"/>
                  </a:lnTo>
                  <a:lnTo>
                    <a:pt x="279273" y="154686"/>
                  </a:lnTo>
                  <a:lnTo>
                    <a:pt x="277273" y="155543"/>
                  </a:lnTo>
                  <a:lnTo>
                    <a:pt x="276796" y="157924"/>
                  </a:lnTo>
                  <a:lnTo>
                    <a:pt x="276130" y="160496"/>
                  </a:lnTo>
                  <a:lnTo>
                    <a:pt x="274320" y="160972"/>
                  </a:lnTo>
                  <a:lnTo>
                    <a:pt x="274320" y="158782"/>
                  </a:lnTo>
                  <a:lnTo>
                    <a:pt x="273177" y="156210"/>
                  </a:lnTo>
                  <a:lnTo>
                    <a:pt x="274225" y="154972"/>
                  </a:lnTo>
                  <a:lnTo>
                    <a:pt x="275368" y="154210"/>
                  </a:lnTo>
                  <a:lnTo>
                    <a:pt x="275463" y="153162"/>
                  </a:lnTo>
                  <a:lnTo>
                    <a:pt x="274796" y="151924"/>
                  </a:lnTo>
                  <a:lnTo>
                    <a:pt x="274415" y="151543"/>
                  </a:lnTo>
                  <a:lnTo>
                    <a:pt x="274415" y="152114"/>
                  </a:lnTo>
                  <a:lnTo>
                    <a:pt x="276320" y="152019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4" name="Freeform: Shape 7">
              <a:extLst>
                <a:ext uri="{FF2B5EF4-FFF2-40B4-BE49-F238E27FC236}">
                  <a16:creationId xmlns:a16="http://schemas.microsoft.com/office/drawing/2014/main" id="{7003584A-38A7-3816-D870-155D5E803258}"/>
                </a:ext>
              </a:extLst>
            </p:cNvPr>
            <p:cNvSpPr/>
            <p:nvPr/>
          </p:nvSpPr>
          <p:spPr>
            <a:xfrm>
              <a:off x="2756344" y="5160137"/>
              <a:ext cx="685800" cy="704850"/>
            </a:xfrm>
            <a:custGeom>
              <a:avLst/>
              <a:gdLst>
                <a:gd name="connsiteX0" fmla="*/ 694277 w 685800"/>
                <a:gd name="connsiteY0" fmla="*/ 477488 h 704850"/>
                <a:gd name="connsiteX1" fmla="*/ 694182 w 685800"/>
                <a:gd name="connsiteY1" fmla="*/ 477012 h 704850"/>
                <a:gd name="connsiteX2" fmla="*/ 693992 w 685800"/>
                <a:gd name="connsiteY2" fmla="*/ 476536 h 704850"/>
                <a:gd name="connsiteX3" fmla="*/ 693801 w 685800"/>
                <a:gd name="connsiteY3" fmla="*/ 476059 h 704850"/>
                <a:gd name="connsiteX4" fmla="*/ 689896 w 685800"/>
                <a:gd name="connsiteY4" fmla="*/ 470440 h 704850"/>
                <a:gd name="connsiteX5" fmla="*/ 689801 w 685800"/>
                <a:gd name="connsiteY5" fmla="*/ 469963 h 704850"/>
                <a:gd name="connsiteX6" fmla="*/ 689801 w 685800"/>
                <a:gd name="connsiteY6" fmla="*/ 469487 h 704850"/>
                <a:gd name="connsiteX7" fmla="*/ 689801 w 685800"/>
                <a:gd name="connsiteY7" fmla="*/ 469202 h 704850"/>
                <a:gd name="connsiteX8" fmla="*/ 689896 w 685800"/>
                <a:gd name="connsiteY8" fmla="*/ 468916 h 704850"/>
                <a:gd name="connsiteX9" fmla="*/ 690086 w 685800"/>
                <a:gd name="connsiteY9" fmla="*/ 468535 h 704850"/>
                <a:gd name="connsiteX10" fmla="*/ 690753 w 685800"/>
                <a:gd name="connsiteY10" fmla="*/ 467392 h 704850"/>
                <a:gd name="connsiteX11" fmla="*/ 690848 w 685800"/>
                <a:gd name="connsiteY11" fmla="*/ 467011 h 704850"/>
                <a:gd name="connsiteX12" fmla="*/ 690467 w 685800"/>
                <a:gd name="connsiteY12" fmla="*/ 466439 h 704850"/>
                <a:gd name="connsiteX13" fmla="*/ 689515 w 685800"/>
                <a:gd name="connsiteY13" fmla="*/ 465772 h 704850"/>
                <a:gd name="connsiteX14" fmla="*/ 685324 w 685800"/>
                <a:gd name="connsiteY14" fmla="*/ 463487 h 704850"/>
                <a:gd name="connsiteX15" fmla="*/ 684943 w 685800"/>
                <a:gd name="connsiteY15" fmla="*/ 463296 h 704850"/>
                <a:gd name="connsiteX16" fmla="*/ 683133 w 685800"/>
                <a:gd name="connsiteY16" fmla="*/ 461963 h 704850"/>
                <a:gd name="connsiteX17" fmla="*/ 681133 w 685800"/>
                <a:gd name="connsiteY17" fmla="*/ 460820 h 704850"/>
                <a:gd name="connsiteX18" fmla="*/ 679513 w 685800"/>
                <a:gd name="connsiteY18" fmla="*/ 459581 h 704850"/>
                <a:gd name="connsiteX19" fmla="*/ 678847 w 685800"/>
                <a:gd name="connsiteY19" fmla="*/ 458438 h 704850"/>
                <a:gd name="connsiteX20" fmla="*/ 678942 w 685800"/>
                <a:gd name="connsiteY20" fmla="*/ 457581 h 704850"/>
                <a:gd name="connsiteX21" fmla="*/ 679418 w 685800"/>
                <a:gd name="connsiteY21" fmla="*/ 457009 h 704850"/>
                <a:gd name="connsiteX22" fmla="*/ 679799 w 685800"/>
                <a:gd name="connsiteY22" fmla="*/ 456343 h 704850"/>
                <a:gd name="connsiteX23" fmla="*/ 679990 w 685800"/>
                <a:gd name="connsiteY23" fmla="*/ 455105 h 704850"/>
                <a:gd name="connsiteX24" fmla="*/ 679418 w 685800"/>
                <a:gd name="connsiteY24" fmla="*/ 454819 h 704850"/>
                <a:gd name="connsiteX25" fmla="*/ 678371 w 685800"/>
                <a:gd name="connsiteY25" fmla="*/ 454914 h 704850"/>
                <a:gd name="connsiteX26" fmla="*/ 677799 w 685800"/>
                <a:gd name="connsiteY26" fmla="*/ 455200 h 704850"/>
                <a:gd name="connsiteX27" fmla="*/ 677323 w 685800"/>
                <a:gd name="connsiteY27" fmla="*/ 455486 h 704850"/>
                <a:gd name="connsiteX28" fmla="*/ 676656 w 685800"/>
                <a:gd name="connsiteY28" fmla="*/ 456533 h 704850"/>
                <a:gd name="connsiteX29" fmla="*/ 676275 w 685800"/>
                <a:gd name="connsiteY29" fmla="*/ 456819 h 704850"/>
                <a:gd name="connsiteX30" fmla="*/ 675989 w 685800"/>
                <a:gd name="connsiteY30" fmla="*/ 457105 h 704850"/>
                <a:gd name="connsiteX31" fmla="*/ 675513 w 685800"/>
                <a:gd name="connsiteY31" fmla="*/ 457295 h 704850"/>
                <a:gd name="connsiteX32" fmla="*/ 675037 w 685800"/>
                <a:gd name="connsiteY32" fmla="*/ 457390 h 704850"/>
                <a:gd name="connsiteX33" fmla="*/ 671131 w 685800"/>
                <a:gd name="connsiteY33" fmla="*/ 457676 h 704850"/>
                <a:gd name="connsiteX34" fmla="*/ 670655 w 685800"/>
                <a:gd name="connsiteY34" fmla="*/ 457771 h 704850"/>
                <a:gd name="connsiteX35" fmla="*/ 670274 w 685800"/>
                <a:gd name="connsiteY35" fmla="*/ 457962 h 704850"/>
                <a:gd name="connsiteX36" fmla="*/ 669607 w 685800"/>
                <a:gd name="connsiteY36" fmla="*/ 458533 h 704850"/>
                <a:gd name="connsiteX37" fmla="*/ 669417 w 685800"/>
                <a:gd name="connsiteY37" fmla="*/ 458819 h 704850"/>
                <a:gd name="connsiteX38" fmla="*/ 669131 w 685800"/>
                <a:gd name="connsiteY38" fmla="*/ 459296 h 704850"/>
                <a:gd name="connsiteX39" fmla="*/ 669036 w 685800"/>
                <a:gd name="connsiteY39" fmla="*/ 459677 h 704850"/>
                <a:gd name="connsiteX40" fmla="*/ 669036 w 685800"/>
                <a:gd name="connsiteY40" fmla="*/ 460248 h 704850"/>
                <a:gd name="connsiteX41" fmla="*/ 669036 w 685800"/>
                <a:gd name="connsiteY41" fmla="*/ 461296 h 704850"/>
                <a:gd name="connsiteX42" fmla="*/ 669036 w 685800"/>
                <a:gd name="connsiteY42" fmla="*/ 461772 h 704850"/>
                <a:gd name="connsiteX43" fmla="*/ 668941 w 685800"/>
                <a:gd name="connsiteY43" fmla="*/ 462153 h 704850"/>
                <a:gd name="connsiteX44" fmla="*/ 668560 w 685800"/>
                <a:gd name="connsiteY44" fmla="*/ 462439 h 704850"/>
                <a:gd name="connsiteX45" fmla="*/ 668084 w 685800"/>
                <a:gd name="connsiteY45" fmla="*/ 462629 h 704850"/>
                <a:gd name="connsiteX46" fmla="*/ 664940 w 685800"/>
                <a:gd name="connsiteY46" fmla="*/ 462344 h 704850"/>
                <a:gd name="connsiteX47" fmla="*/ 663893 w 685800"/>
                <a:gd name="connsiteY47" fmla="*/ 462439 h 704850"/>
                <a:gd name="connsiteX48" fmla="*/ 661892 w 685800"/>
                <a:gd name="connsiteY48" fmla="*/ 462915 h 704850"/>
                <a:gd name="connsiteX49" fmla="*/ 661321 w 685800"/>
                <a:gd name="connsiteY49" fmla="*/ 462915 h 704850"/>
                <a:gd name="connsiteX50" fmla="*/ 660749 w 685800"/>
                <a:gd name="connsiteY50" fmla="*/ 462820 h 704850"/>
                <a:gd name="connsiteX51" fmla="*/ 659987 w 685800"/>
                <a:gd name="connsiteY51" fmla="*/ 462534 h 704850"/>
                <a:gd name="connsiteX52" fmla="*/ 657130 w 685800"/>
                <a:gd name="connsiteY52" fmla="*/ 460629 h 704850"/>
                <a:gd name="connsiteX53" fmla="*/ 655892 w 685800"/>
                <a:gd name="connsiteY53" fmla="*/ 460248 h 704850"/>
                <a:gd name="connsiteX54" fmla="*/ 653129 w 685800"/>
                <a:gd name="connsiteY54" fmla="*/ 459962 h 704850"/>
                <a:gd name="connsiteX55" fmla="*/ 652463 w 685800"/>
                <a:gd name="connsiteY55" fmla="*/ 459772 h 704850"/>
                <a:gd name="connsiteX56" fmla="*/ 651701 w 685800"/>
                <a:gd name="connsiteY56" fmla="*/ 459391 h 704850"/>
                <a:gd name="connsiteX57" fmla="*/ 650462 w 685800"/>
                <a:gd name="connsiteY57" fmla="*/ 458629 h 704850"/>
                <a:gd name="connsiteX58" fmla="*/ 649891 w 685800"/>
                <a:gd name="connsiteY58" fmla="*/ 458153 h 704850"/>
                <a:gd name="connsiteX59" fmla="*/ 649605 w 685800"/>
                <a:gd name="connsiteY59" fmla="*/ 457581 h 704850"/>
                <a:gd name="connsiteX60" fmla="*/ 649414 w 685800"/>
                <a:gd name="connsiteY60" fmla="*/ 455866 h 704850"/>
                <a:gd name="connsiteX61" fmla="*/ 649224 w 685800"/>
                <a:gd name="connsiteY61" fmla="*/ 455200 h 704850"/>
                <a:gd name="connsiteX62" fmla="*/ 648367 w 685800"/>
                <a:gd name="connsiteY62" fmla="*/ 453580 h 704850"/>
                <a:gd name="connsiteX63" fmla="*/ 648081 w 685800"/>
                <a:gd name="connsiteY63" fmla="*/ 453295 h 704850"/>
                <a:gd name="connsiteX64" fmla="*/ 647795 w 685800"/>
                <a:gd name="connsiteY64" fmla="*/ 452914 h 704850"/>
                <a:gd name="connsiteX65" fmla="*/ 647414 w 685800"/>
                <a:gd name="connsiteY65" fmla="*/ 452723 h 704850"/>
                <a:gd name="connsiteX66" fmla="*/ 646938 w 685800"/>
                <a:gd name="connsiteY66" fmla="*/ 452533 h 704850"/>
                <a:gd name="connsiteX67" fmla="*/ 646462 w 685800"/>
                <a:gd name="connsiteY67" fmla="*/ 452438 h 704850"/>
                <a:gd name="connsiteX68" fmla="*/ 645700 w 685800"/>
                <a:gd name="connsiteY68" fmla="*/ 452438 h 704850"/>
                <a:gd name="connsiteX69" fmla="*/ 644652 w 685800"/>
                <a:gd name="connsiteY69" fmla="*/ 452723 h 704850"/>
                <a:gd name="connsiteX70" fmla="*/ 642938 w 685800"/>
                <a:gd name="connsiteY70" fmla="*/ 453390 h 704850"/>
                <a:gd name="connsiteX71" fmla="*/ 642461 w 685800"/>
                <a:gd name="connsiteY71" fmla="*/ 453485 h 704850"/>
                <a:gd name="connsiteX72" fmla="*/ 641318 w 685800"/>
                <a:gd name="connsiteY72" fmla="*/ 453676 h 704850"/>
                <a:gd name="connsiteX73" fmla="*/ 640937 w 685800"/>
                <a:gd name="connsiteY73" fmla="*/ 453771 h 704850"/>
                <a:gd name="connsiteX74" fmla="*/ 640556 w 685800"/>
                <a:gd name="connsiteY74" fmla="*/ 453962 h 704850"/>
                <a:gd name="connsiteX75" fmla="*/ 640175 w 685800"/>
                <a:gd name="connsiteY75" fmla="*/ 454247 h 704850"/>
                <a:gd name="connsiteX76" fmla="*/ 639985 w 685800"/>
                <a:gd name="connsiteY76" fmla="*/ 454628 h 704850"/>
                <a:gd name="connsiteX77" fmla="*/ 639604 w 685800"/>
                <a:gd name="connsiteY77" fmla="*/ 456057 h 704850"/>
                <a:gd name="connsiteX78" fmla="*/ 638556 w 685800"/>
                <a:gd name="connsiteY78" fmla="*/ 458629 h 704850"/>
                <a:gd name="connsiteX79" fmla="*/ 638461 w 685800"/>
                <a:gd name="connsiteY79" fmla="*/ 459105 h 704850"/>
                <a:gd name="connsiteX80" fmla="*/ 638365 w 685800"/>
                <a:gd name="connsiteY80" fmla="*/ 459772 h 704850"/>
                <a:gd name="connsiteX81" fmla="*/ 638270 w 685800"/>
                <a:gd name="connsiteY81" fmla="*/ 459962 h 704850"/>
                <a:gd name="connsiteX82" fmla="*/ 638175 w 685800"/>
                <a:gd name="connsiteY82" fmla="*/ 460153 h 704850"/>
                <a:gd name="connsiteX83" fmla="*/ 637794 w 685800"/>
                <a:gd name="connsiteY83" fmla="*/ 460343 h 704850"/>
                <a:gd name="connsiteX84" fmla="*/ 636080 w 685800"/>
                <a:gd name="connsiteY84" fmla="*/ 461010 h 704850"/>
                <a:gd name="connsiteX85" fmla="*/ 634079 w 685800"/>
                <a:gd name="connsiteY85" fmla="*/ 461486 h 704850"/>
                <a:gd name="connsiteX86" fmla="*/ 633508 w 685800"/>
                <a:gd name="connsiteY86" fmla="*/ 461391 h 704850"/>
                <a:gd name="connsiteX87" fmla="*/ 632841 w 685800"/>
                <a:gd name="connsiteY87" fmla="*/ 461105 h 704850"/>
                <a:gd name="connsiteX88" fmla="*/ 632079 w 685800"/>
                <a:gd name="connsiteY88" fmla="*/ 460438 h 704850"/>
                <a:gd name="connsiteX89" fmla="*/ 631317 w 685800"/>
                <a:gd name="connsiteY89" fmla="*/ 459581 h 704850"/>
                <a:gd name="connsiteX90" fmla="*/ 630936 w 685800"/>
                <a:gd name="connsiteY90" fmla="*/ 459200 h 704850"/>
                <a:gd name="connsiteX91" fmla="*/ 630174 w 685800"/>
                <a:gd name="connsiteY91" fmla="*/ 458724 h 704850"/>
                <a:gd name="connsiteX92" fmla="*/ 628745 w 685800"/>
                <a:gd name="connsiteY92" fmla="*/ 458153 h 704850"/>
                <a:gd name="connsiteX93" fmla="*/ 626364 w 685800"/>
                <a:gd name="connsiteY93" fmla="*/ 456629 h 704850"/>
                <a:gd name="connsiteX94" fmla="*/ 623983 w 685800"/>
                <a:gd name="connsiteY94" fmla="*/ 454438 h 704850"/>
                <a:gd name="connsiteX95" fmla="*/ 623221 w 685800"/>
                <a:gd name="connsiteY95" fmla="*/ 453962 h 704850"/>
                <a:gd name="connsiteX96" fmla="*/ 622745 w 685800"/>
                <a:gd name="connsiteY96" fmla="*/ 453676 h 704850"/>
                <a:gd name="connsiteX97" fmla="*/ 622078 w 685800"/>
                <a:gd name="connsiteY97" fmla="*/ 453485 h 704850"/>
                <a:gd name="connsiteX98" fmla="*/ 621411 w 685800"/>
                <a:gd name="connsiteY98" fmla="*/ 453580 h 704850"/>
                <a:gd name="connsiteX99" fmla="*/ 621221 w 685800"/>
                <a:gd name="connsiteY99" fmla="*/ 453962 h 704850"/>
                <a:gd name="connsiteX100" fmla="*/ 621221 w 685800"/>
                <a:gd name="connsiteY100" fmla="*/ 454342 h 704850"/>
                <a:gd name="connsiteX101" fmla="*/ 621411 w 685800"/>
                <a:gd name="connsiteY101" fmla="*/ 454819 h 704850"/>
                <a:gd name="connsiteX102" fmla="*/ 621887 w 685800"/>
                <a:gd name="connsiteY102" fmla="*/ 456057 h 704850"/>
                <a:gd name="connsiteX103" fmla="*/ 621982 w 685800"/>
                <a:gd name="connsiteY103" fmla="*/ 456533 h 704850"/>
                <a:gd name="connsiteX104" fmla="*/ 622078 w 685800"/>
                <a:gd name="connsiteY104" fmla="*/ 457009 h 704850"/>
                <a:gd name="connsiteX105" fmla="*/ 621982 w 685800"/>
                <a:gd name="connsiteY105" fmla="*/ 457486 h 704850"/>
                <a:gd name="connsiteX106" fmla="*/ 621697 w 685800"/>
                <a:gd name="connsiteY106" fmla="*/ 457867 h 704850"/>
                <a:gd name="connsiteX107" fmla="*/ 621411 w 685800"/>
                <a:gd name="connsiteY107" fmla="*/ 458057 h 704850"/>
                <a:gd name="connsiteX108" fmla="*/ 620935 w 685800"/>
                <a:gd name="connsiteY108" fmla="*/ 458248 h 704850"/>
                <a:gd name="connsiteX109" fmla="*/ 619982 w 685800"/>
                <a:gd name="connsiteY109" fmla="*/ 457962 h 704850"/>
                <a:gd name="connsiteX110" fmla="*/ 618554 w 685800"/>
                <a:gd name="connsiteY110" fmla="*/ 457295 h 704850"/>
                <a:gd name="connsiteX111" fmla="*/ 613601 w 685800"/>
                <a:gd name="connsiteY111" fmla="*/ 453771 h 704850"/>
                <a:gd name="connsiteX112" fmla="*/ 613124 w 685800"/>
                <a:gd name="connsiteY112" fmla="*/ 453104 h 704850"/>
                <a:gd name="connsiteX113" fmla="*/ 612362 w 685800"/>
                <a:gd name="connsiteY113" fmla="*/ 452056 h 704850"/>
                <a:gd name="connsiteX114" fmla="*/ 612172 w 685800"/>
                <a:gd name="connsiteY114" fmla="*/ 451580 h 704850"/>
                <a:gd name="connsiteX115" fmla="*/ 611981 w 685800"/>
                <a:gd name="connsiteY115" fmla="*/ 450723 h 704850"/>
                <a:gd name="connsiteX116" fmla="*/ 611981 w 685800"/>
                <a:gd name="connsiteY116" fmla="*/ 450152 h 704850"/>
                <a:gd name="connsiteX117" fmla="*/ 612077 w 685800"/>
                <a:gd name="connsiteY117" fmla="*/ 449199 h 704850"/>
                <a:gd name="connsiteX118" fmla="*/ 612457 w 685800"/>
                <a:gd name="connsiteY118" fmla="*/ 448246 h 704850"/>
                <a:gd name="connsiteX119" fmla="*/ 612648 w 685800"/>
                <a:gd name="connsiteY119" fmla="*/ 447294 h 704850"/>
                <a:gd name="connsiteX120" fmla="*/ 612743 w 685800"/>
                <a:gd name="connsiteY120" fmla="*/ 446818 h 704850"/>
                <a:gd name="connsiteX121" fmla="*/ 612648 w 685800"/>
                <a:gd name="connsiteY121" fmla="*/ 446341 h 704850"/>
                <a:gd name="connsiteX122" fmla="*/ 612267 w 685800"/>
                <a:gd name="connsiteY122" fmla="*/ 444913 h 704850"/>
                <a:gd name="connsiteX123" fmla="*/ 612362 w 685800"/>
                <a:gd name="connsiteY123" fmla="*/ 442913 h 704850"/>
                <a:gd name="connsiteX124" fmla="*/ 612267 w 685800"/>
                <a:gd name="connsiteY124" fmla="*/ 441674 h 704850"/>
                <a:gd name="connsiteX125" fmla="*/ 612457 w 685800"/>
                <a:gd name="connsiteY125" fmla="*/ 437769 h 704850"/>
                <a:gd name="connsiteX126" fmla="*/ 612362 w 685800"/>
                <a:gd name="connsiteY126" fmla="*/ 437197 h 704850"/>
                <a:gd name="connsiteX127" fmla="*/ 612267 w 685800"/>
                <a:gd name="connsiteY127" fmla="*/ 436816 h 704850"/>
                <a:gd name="connsiteX128" fmla="*/ 611981 w 685800"/>
                <a:gd name="connsiteY128" fmla="*/ 436436 h 704850"/>
                <a:gd name="connsiteX129" fmla="*/ 611696 w 685800"/>
                <a:gd name="connsiteY129" fmla="*/ 436150 h 704850"/>
                <a:gd name="connsiteX130" fmla="*/ 609695 w 685800"/>
                <a:gd name="connsiteY130" fmla="*/ 434626 h 704850"/>
                <a:gd name="connsiteX131" fmla="*/ 608457 w 685800"/>
                <a:gd name="connsiteY131" fmla="*/ 433388 h 704850"/>
                <a:gd name="connsiteX132" fmla="*/ 608267 w 685800"/>
                <a:gd name="connsiteY132" fmla="*/ 433006 h 704850"/>
                <a:gd name="connsiteX133" fmla="*/ 608076 w 685800"/>
                <a:gd name="connsiteY133" fmla="*/ 432530 h 704850"/>
                <a:gd name="connsiteX134" fmla="*/ 607886 w 685800"/>
                <a:gd name="connsiteY134" fmla="*/ 430339 h 704850"/>
                <a:gd name="connsiteX135" fmla="*/ 607790 w 685800"/>
                <a:gd name="connsiteY135" fmla="*/ 429863 h 704850"/>
                <a:gd name="connsiteX136" fmla="*/ 607600 w 685800"/>
                <a:gd name="connsiteY136" fmla="*/ 429387 h 704850"/>
                <a:gd name="connsiteX137" fmla="*/ 607409 w 685800"/>
                <a:gd name="connsiteY137" fmla="*/ 429006 h 704850"/>
                <a:gd name="connsiteX138" fmla="*/ 607123 w 685800"/>
                <a:gd name="connsiteY138" fmla="*/ 428720 h 704850"/>
                <a:gd name="connsiteX139" fmla="*/ 606552 w 685800"/>
                <a:gd name="connsiteY139" fmla="*/ 428054 h 704850"/>
                <a:gd name="connsiteX140" fmla="*/ 605790 w 685800"/>
                <a:gd name="connsiteY140" fmla="*/ 427577 h 704850"/>
                <a:gd name="connsiteX141" fmla="*/ 604742 w 685800"/>
                <a:gd name="connsiteY141" fmla="*/ 427291 h 704850"/>
                <a:gd name="connsiteX142" fmla="*/ 603218 w 685800"/>
                <a:gd name="connsiteY142" fmla="*/ 427196 h 704850"/>
                <a:gd name="connsiteX143" fmla="*/ 599599 w 685800"/>
                <a:gd name="connsiteY143" fmla="*/ 427387 h 704850"/>
                <a:gd name="connsiteX144" fmla="*/ 597027 w 685800"/>
                <a:gd name="connsiteY144" fmla="*/ 427768 h 704850"/>
                <a:gd name="connsiteX145" fmla="*/ 596170 w 685800"/>
                <a:gd name="connsiteY145" fmla="*/ 428149 h 704850"/>
                <a:gd name="connsiteX146" fmla="*/ 595694 w 685800"/>
                <a:gd name="connsiteY146" fmla="*/ 428339 h 704850"/>
                <a:gd name="connsiteX147" fmla="*/ 595217 w 685800"/>
                <a:gd name="connsiteY147" fmla="*/ 428434 h 704850"/>
                <a:gd name="connsiteX148" fmla="*/ 594551 w 685800"/>
                <a:gd name="connsiteY148" fmla="*/ 428434 h 704850"/>
                <a:gd name="connsiteX149" fmla="*/ 593693 w 685800"/>
                <a:gd name="connsiteY149" fmla="*/ 428244 h 704850"/>
                <a:gd name="connsiteX150" fmla="*/ 592360 w 685800"/>
                <a:gd name="connsiteY150" fmla="*/ 427863 h 704850"/>
                <a:gd name="connsiteX151" fmla="*/ 591598 w 685800"/>
                <a:gd name="connsiteY151" fmla="*/ 427577 h 704850"/>
                <a:gd name="connsiteX152" fmla="*/ 591026 w 685800"/>
                <a:gd name="connsiteY152" fmla="*/ 427291 h 704850"/>
                <a:gd name="connsiteX153" fmla="*/ 588931 w 685800"/>
                <a:gd name="connsiteY153" fmla="*/ 425767 h 704850"/>
                <a:gd name="connsiteX154" fmla="*/ 588073 w 685800"/>
                <a:gd name="connsiteY154" fmla="*/ 425482 h 704850"/>
                <a:gd name="connsiteX155" fmla="*/ 587121 w 685800"/>
                <a:gd name="connsiteY155" fmla="*/ 425196 h 704850"/>
                <a:gd name="connsiteX156" fmla="*/ 580358 w 685800"/>
                <a:gd name="connsiteY156" fmla="*/ 424434 h 704850"/>
                <a:gd name="connsiteX157" fmla="*/ 578548 w 685800"/>
                <a:gd name="connsiteY157" fmla="*/ 423958 h 704850"/>
                <a:gd name="connsiteX158" fmla="*/ 577977 w 685800"/>
                <a:gd name="connsiteY158" fmla="*/ 423958 h 704850"/>
                <a:gd name="connsiteX159" fmla="*/ 577215 w 685800"/>
                <a:gd name="connsiteY159" fmla="*/ 424148 h 704850"/>
                <a:gd name="connsiteX160" fmla="*/ 575596 w 685800"/>
                <a:gd name="connsiteY160" fmla="*/ 424720 h 704850"/>
                <a:gd name="connsiteX161" fmla="*/ 574834 w 685800"/>
                <a:gd name="connsiteY161" fmla="*/ 425196 h 704850"/>
                <a:gd name="connsiteX162" fmla="*/ 574357 w 685800"/>
                <a:gd name="connsiteY162" fmla="*/ 425672 h 704850"/>
                <a:gd name="connsiteX163" fmla="*/ 573977 w 685800"/>
                <a:gd name="connsiteY163" fmla="*/ 426434 h 704850"/>
                <a:gd name="connsiteX164" fmla="*/ 573786 w 685800"/>
                <a:gd name="connsiteY164" fmla="*/ 427482 h 704850"/>
                <a:gd name="connsiteX165" fmla="*/ 573881 w 685800"/>
                <a:gd name="connsiteY165" fmla="*/ 428625 h 704850"/>
                <a:gd name="connsiteX166" fmla="*/ 573977 w 685800"/>
                <a:gd name="connsiteY166" fmla="*/ 429101 h 704850"/>
                <a:gd name="connsiteX167" fmla="*/ 574072 w 685800"/>
                <a:gd name="connsiteY167" fmla="*/ 429578 h 704850"/>
                <a:gd name="connsiteX168" fmla="*/ 574453 w 685800"/>
                <a:gd name="connsiteY168" fmla="*/ 430339 h 704850"/>
                <a:gd name="connsiteX169" fmla="*/ 575024 w 685800"/>
                <a:gd name="connsiteY169" fmla="*/ 431102 h 704850"/>
                <a:gd name="connsiteX170" fmla="*/ 576263 w 685800"/>
                <a:gd name="connsiteY170" fmla="*/ 432245 h 704850"/>
                <a:gd name="connsiteX171" fmla="*/ 576453 w 685800"/>
                <a:gd name="connsiteY171" fmla="*/ 432625 h 704850"/>
                <a:gd name="connsiteX172" fmla="*/ 576644 w 685800"/>
                <a:gd name="connsiteY172" fmla="*/ 433006 h 704850"/>
                <a:gd name="connsiteX173" fmla="*/ 576834 w 685800"/>
                <a:gd name="connsiteY173" fmla="*/ 433483 h 704850"/>
                <a:gd name="connsiteX174" fmla="*/ 576834 w 685800"/>
                <a:gd name="connsiteY174" fmla="*/ 433959 h 704850"/>
                <a:gd name="connsiteX175" fmla="*/ 576834 w 685800"/>
                <a:gd name="connsiteY175" fmla="*/ 434435 h 704850"/>
                <a:gd name="connsiteX176" fmla="*/ 576644 w 685800"/>
                <a:gd name="connsiteY176" fmla="*/ 434912 h 704850"/>
                <a:gd name="connsiteX177" fmla="*/ 576358 w 685800"/>
                <a:gd name="connsiteY177" fmla="*/ 435292 h 704850"/>
                <a:gd name="connsiteX178" fmla="*/ 576072 w 685800"/>
                <a:gd name="connsiteY178" fmla="*/ 435578 h 704850"/>
                <a:gd name="connsiteX179" fmla="*/ 575786 w 685800"/>
                <a:gd name="connsiteY179" fmla="*/ 435864 h 704850"/>
                <a:gd name="connsiteX180" fmla="*/ 575310 w 685800"/>
                <a:gd name="connsiteY180" fmla="*/ 436055 h 704850"/>
                <a:gd name="connsiteX181" fmla="*/ 574834 w 685800"/>
                <a:gd name="connsiteY181" fmla="*/ 436150 h 704850"/>
                <a:gd name="connsiteX182" fmla="*/ 574262 w 685800"/>
                <a:gd name="connsiteY182" fmla="*/ 436150 h 704850"/>
                <a:gd name="connsiteX183" fmla="*/ 573500 w 685800"/>
                <a:gd name="connsiteY183" fmla="*/ 436055 h 704850"/>
                <a:gd name="connsiteX184" fmla="*/ 572738 w 685800"/>
                <a:gd name="connsiteY184" fmla="*/ 435673 h 704850"/>
                <a:gd name="connsiteX185" fmla="*/ 572167 w 685800"/>
                <a:gd name="connsiteY185" fmla="*/ 435388 h 704850"/>
                <a:gd name="connsiteX186" fmla="*/ 571786 w 685800"/>
                <a:gd name="connsiteY186" fmla="*/ 435102 h 704850"/>
                <a:gd name="connsiteX187" fmla="*/ 566356 w 685800"/>
                <a:gd name="connsiteY187" fmla="*/ 429673 h 704850"/>
                <a:gd name="connsiteX188" fmla="*/ 563975 w 685800"/>
                <a:gd name="connsiteY188" fmla="*/ 426053 h 704850"/>
                <a:gd name="connsiteX189" fmla="*/ 563309 w 685800"/>
                <a:gd name="connsiteY189" fmla="*/ 423481 h 704850"/>
                <a:gd name="connsiteX190" fmla="*/ 558546 w 685800"/>
                <a:gd name="connsiteY190" fmla="*/ 414338 h 704850"/>
                <a:gd name="connsiteX191" fmla="*/ 557213 w 685800"/>
                <a:gd name="connsiteY191" fmla="*/ 409289 h 704850"/>
                <a:gd name="connsiteX192" fmla="*/ 557022 w 685800"/>
                <a:gd name="connsiteY192" fmla="*/ 407956 h 704850"/>
                <a:gd name="connsiteX193" fmla="*/ 557022 w 685800"/>
                <a:gd name="connsiteY193" fmla="*/ 406622 h 704850"/>
                <a:gd name="connsiteX194" fmla="*/ 557213 w 685800"/>
                <a:gd name="connsiteY194" fmla="*/ 406051 h 704850"/>
                <a:gd name="connsiteX195" fmla="*/ 557784 w 685800"/>
                <a:gd name="connsiteY195" fmla="*/ 404908 h 704850"/>
                <a:gd name="connsiteX196" fmla="*/ 557974 w 685800"/>
                <a:gd name="connsiteY196" fmla="*/ 403860 h 704850"/>
                <a:gd name="connsiteX197" fmla="*/ 559403 w 685800"/>
                <a:gd name="connsiteY197" fmla="*/ 402050 h 704850"/>
                <a:gd name="connsiteX198" fmla="*/ 561404 w 685800"/>
                <a:gd name="connsiteY198" fmla="*/ 400050 h 704850"/>
                <a:gd name="connsiteX199" fmla="*/ 561594 w 685800"/>
                <a:gd name="connsiteY199" fmla="*/ 400050 h 704850"/>
                <a:gd name="connsiteX200" fmla="*/ 561594 w 685800"/>
                <a:gd name="connsiteY200" fmla="*/ 399859 h 704850"/>
                <a:gd name="connsiteX201" fmla="*/ 562070 w 685800"/>
                <a:gd name="connsiteY201" fmla="*/ 393763 h 704850"/>
                <a:gd name="connsiteX202" fmla="*/ 562547 w 685800"/>
                <a:gd name="connsiteY202" fmla="*/ 391954 h 704850"/>
                <a:gd name="connsiteX203" fmla="*/ 564166 w 685800"/>
                <a:gd name="connsiteY203" fmla="*/ 390525 h 704850"/>
                <a:gd name="connsiteX204" fmla="*/ 566356 w 685800"/>
                <a:gd name="connsiteY204" fmla="*/ 387001 h 704850"/>
                <a:gd name="connsiteX205" fmla="*/ 566833 w 685800"/>
                <a:gd name="connsiteY205" fmla="*/ 386524 h 704850"/>
                <a:gd name="connsiteX206" fmla="*/ 567499 w 685800"/>
                <a:gd name="connsiteY206" fmla="*/ 386144 h 704850"/>
                <a:gd name="connsiteX207" fmla="*/ 568547 w 685800"/>
                <a:gd name="connsiteY207" fmla="*/ 384905 h 704850"/>
                <a:gd name="connsiteX208" fmla="*/ 571024 w 685800"/>
                <a:gd name="connsiteY208" fmla="*/ 381095 h 704850"/>
                <a:gd name="connsiteX209" fmla="*/ 572072 w 685800"/>
                <a:gd name="connsiteY209" fmla="*/ 380047 h 704850"/>
                <a:gd name="connsiteX210" fmla="*/ 572357 w 685800"/>
                <a:gd name="connsiteY210" fmla="*/ 379857 h 704850"/>
                <a:gd name="connsiteX211" fmla="*/ 572834 w 685800"/>
                <a:gd name="connsiteY211" fmla="*/ 379476 h 704850"/>
                <a:gd name="connsiteX212" fmla="*/ 574453 w 685800"/>
                <a:gd name="connsiteY212" fmla="*/ 377476 h 704850"/>
                <a:gd name="connsiteX213" fmla="*/ 574738 w 685800"/>
                <a:gd name="connsiteY213" fmla="*/ 376619 h 704850"/>
                <a:gd name="connsiteX214" fmla="*/ 574929 w 685800"/>
                <a:gd name="connsiteY214" fmla="*/ 375856 h 704850"/>
                <a:gd name="connsiteX215" fmla="*/ 574738 w 685800"/>
                <a:gd name="connsiteY215" fmla="*/ 374809 h 704850"/>
                <a:gd name="connsiteX216" fmla="*/ 574453 w 685800"/>
                <a:gd name="connsiteY216" fmla="*/ 373856 h 704850"/>
                <a:gd name="connsiteX217" fmla="*/ 573786 w 685800"/>
                <a:gd name="connsiteY217" fmla="*/ 372046 h 704850"/>
                <a:gd name="connsiteX218" fmla="*/ 573500 w 685800"/>
                <a:gd name="connsiteY218" fmla="*/ 370904 h 704850"/>
                <a:gd name="connsiteX219" fmla="*/ 573405 w 685800"/>
                <a:gd name="connsiteY219" fmla="*/ 369761 h 704850"/>
                <a:gd name="connsiteX220" fmla="*/ 573500 w 685800"/>
                <a:gd name="connsiteY220" fmla="*/ 368522 h 704850"/>
                <a:gd name="connsiteX221" fmla="*/ 573691 w 685800"/>
                <a:gd name="connsiteY221" fmla="*/ 367760 h 704850"/>
                <a:gd name="connsiteX222" fmla="*/ 573881 w 685800"/>
                <a:gd name="connsiteY222" fmla="*/ 367284 h 704850"/>
                <a:gd name="connsiteX223" fmla="*/ 575501 w 685800"/>
                <a:gd name="connsiteY223" fmla="*/ 364331 h 704850"/>
                <a:gd name="connsiteX224" fmla="*/ 575786 w 685800"/>
                <a:gd name="connsiteY224" fmla="*/ 363379 h 704850"/>
                <a:gd name="connsiteX225" fmla="*/ 575881 w 685800"/>
                <a:gd name="connsiteY225" fmla="*/ 362617 h 704850"/>
                <a:gd name="connsiteX226" fmla="*/ 575881 w 685800"/>
                <a:gd name="connsiteY226" fmla="*/ 362045 h 704850"/>
                <a:gd name="connsiteX227" fmla="*/ 575691 w 685800"/>
                <a:gd name="connsiteY227" fmla="*/ 360807 h 704850"/>
                <a:gd name="connsiteX228" fmla="*/ 575786 w 685800"/>
                <a:gd name="connsiteY228" fmla="*/ 360045 h 704850"/>
                <a:gd name="connsiteX229" fmla="*/ 575977 w 685800"/>
                <a:gd name="connsiteY229" fmla="*/ 358902 h 704850"/>
                <a:gd name="connsiteX230" fmla="*/ 576453 w 685800"/>
                <a:gd name="connsiteY230" fmla="*/ 358426 h 704850"/>
                <a:gd name="connsiteX231" fmla="*/ 576929 w 685800"/>
                <a:gd name="connsiteY231" fmla="*/ 358140 h 704850"/>
                <a:gd name="connsiteX232" fmla="*/ 579311 w 685800"/>
                <a:gd name="connsiteY232" fmla="*/ 358140 h 704850"/>
                <a:gd name="connsiteX233" fmla="*/ 579787 w 685800"/>
                <a:gd name="connsiteY233" fmla="*/ 358045 h 704850"/>
                <a:gd name="connsiteX234" fmla="*/ 580263 w 685800"/>
                <a:gd name="connsiteY234" fmla="*/ 357759 h 704850"/>
                <a:gd name="connsiteX235" fmla="*/ 580739 w 685800"/>
                <a:gd name="connsiteY235" fmla="*/ 357378 h 704850"/>
                <a:gd name="connsiteX236" fmla="*/ 581406 w 685800"/>
                <a:gd name="connsiteY236" fmla="*/ 356521 h 704850"/>
                <a:gd name="connsiteX237" fmla="*/ 581501 w 685800"/>
                <a:gd name="connsiteY237" fmla="*/ 355949 h 704850"/>
                <a:gd name="connsiteX238" fmla="*/ 581501 w 685800"/>
                <a:gd name="connsiteY238" fmla="*/ 355378 h 704850"/>
                <a:gd name="connsiteX239" fmla="*/ 581311 w 685800"/>
                <a:gd name="connsiteY239" fmla="*/ 354997 h 704850"/>
                <a:gd name="connsiteX240" fmla="*/ 581025 w 685800"/>
                <a:gd name="connsiteY240" fmla="*/ 354616 h 704850"/>
                <a:gd name="connsiteX241" fmla="*/ 580644 w 685800"/>
                <a:gd name="connsiteY241" fmla="*/ 354425 h 704850"/>
                <a:gd name="connsiteX242" fmla="*/ 578739 w 685800"/>
                <a:gd name="connsiteY242" fmla="*/ 353854 h 704850"/>
                <a:gd name="connsiteX243" fmla="*/ 575786 w 685800"/>
                <a:gd name="connsiteY243" fmla="*/ 353473 h 704850"/>
                <a:gd name="connsiteX244" fmla="*/ 575501 w 685800"/>
                <a:gd name="connsiteY244" fmla="*/ 353378 h 704850"/>
                <a:gd name="connsiteX245" fmla="*/ 573691 w 685800"/>
                <a:gd name="connsiteY245" fmla="*/ 352615 h 704850"/>
                <a:gd name="connsiteX246" fmla="*/ 572548 w 685800"/>
                <a:gd name="connsiteY246" fmla="*/ 351854 h 704850"/>
                <a:gd name="connsiteX247" fmla="*/ 571881 w 685800"/>
                <a:gd name="connsiteY247" fmla="*/ 351282 h 704850"/>
                <a:gd name="connsiteX248" fmla="*/ 567404 w 685800"/>
                <a:gd name="connsiteY248" fmla="*/ 346138 h 704850"/>
                <a:gd name="connsiteX249" fmla="*/ 566738 w 685800"/>
                <a:gd name="connsiteY249" fmla="*/ 345567 h 704850"/>
                <a:gd name="connsiteX250" fmla="*/ 565976 w 685800"/>
                <a:gd name="connsiteY250" fmla="*/ 345091 h 704850"/>
                <a:gd name="connsiteX251" fmla="*/ 563689 w 685800"/>
                <a:gd name="connsiteY251" fmla="*/ 343853 h 704850"/>
                <a:gd name="connsiteX252" fmla="*/ 563023 w 685800"/>
                <a:gd name="connsiteY252" fmla="*/ 340328 h 704850"/>
                <a:gd name="connsiteX253" fmla="*/ 562642 w 685800"/>
                <a:gd name="connsiteY253" fmla="*/ 334804 h 704850"/>
                <a:gd name="connsiteX254" fmla="*/ 562070 w 685800"/>
                <a:gd name="connsiteY254" fmla="*/ 333375 h 704850"/>
                <a:gd name="connsiteX255" fmla="*/ 561213 w 685800"/>
                <a:gd name="connsiteY255" fmla="*/ 332708 h 704850"/>
                <a:gd name="connsiteX256" fmla="*/ 560261 w 685800"/>
                <a:gd name="connsiteY256" fmla="*/ 332994 h 704850"/>
                <a:gd name="connsiteX257" fmla="*/ 558165 w 685800"/>
                <a:gd name="connsiteY257" fmla="*/ 333946 h 704850"/>
                <a:gd name="connsiteX258" fmla="*/ 557213 w 685800"/>
                <a:gd name="connsiteY258" fmla="*/ 334137 h 704850"/>
                <a:gd name="connsiteX259" fmla="*/ 555879 w 685800"/>
                <a:gd name="connsiteY259" fmla="*/ 334232 h 704850"/>
                <a:gd name="connsiteX260" fmla="*/ 553403 w 685800"/>
                <a:gd name="connsiteY260" fmla="*/ 333565 h 704850"/>
                <a:gd name="connsiteX261" fmla="*/ 553117 w 685800"/>
                <a:gd name="connsiteY261" fmla="*/ 333375 h 704850"/>
                <a:gd name="connsiteX262" fmla="*/ 553022 w 685800"/>
                <a:gd name="connsiteY262" fmla="*/ 332804 h 704850"/>
                <a:gd name="connsiteX263" fmla="*/ 553022 w 685800"/>
                <a:gd name="connsiteY263" fmla="*/ 328422 h 704850"/>
                <a:gd name="connsiteX264" fmla="*/ 552831 w 685800"/>
                <a:gd name="connsiteY264" fmla="*/ 327184 h 704850"/>
                <a:gd name="connsiteX265" fmla="*/ 552164 w 685800"/>
                <a:gd name="connsiteY265" fmla="*/ 326422 h 704850"/>
                <a:gd name="connsiteX266" fmla="*/ 549973 w 685800"/>
                <a:gd name="connsiteY266" fmla="*/ 325469 h 704850"/>
                <a:gd name="connsiteX267" fmla="*/ 548640 w 685800"/>
                <a:gd name="connsiteY267" fmla="*/ 324803 h 704850"/>
                <a:gd name="connsiteX268" fmla="*/ 548354 w 685800"/>
                <a:gd name="connsiteY268" fmla="*/ 324517 h 704850"/>
                <a:gd name="connsiteX269" fmla="*/ 546449 w 685800"/>
                <a:gd name="connsiteY269" fmla="*/ 323374 h 704850"/>
                <a:gd name="connsiteX270" fmla="*/ 545211 w 685800"/>
                <a:gd name="connsiteY270" fmla="*/ 322516 h 704850"/>
                <a:gd name="connsiteX271" fmla="*/ 544068 w 685800"/>
                <a:gd name="connsiteY271" fmla="*/ 321469 h 704850"/>
                <a:gd name="connsiteX272" fmla="*/ 543497 w 685800"/>
                <a:gd name="connsiteY272" fmla="*/ 320707 h 704850"/>
                <a:gd name="connsiteX273" fmla="*/ 543115 w 685800"/>
                <a:gd name="connsiteY273" fmla="*/ 320040 h 704850"/>
                <a:gd name="connsiteX274" fmla="*/ 543020 w 685800"/>
                <a:gd name="connsiteY274" fmla="*/ 319469 h 704850"/>
                <a:gd name="connsiteX275" fmla="*/ 542925 w 685800"/>
                <a:gd name="connsiteY275" fmla="*/ 318897 h 704850"/>
                <a:gd name="connsiteX276" fmla="*/ 542925 w 685800"/>
                <a:gd name="connsiteY276" fmla="*/ 317754 h 704850"/>
                <a:gd name="connsiteX277" fmla="*/ 543020 w 685800"/>
                <a:gd name="connsiteY277" fmla="*/ 316611 h 704850"/>
                <a:gd name="connsiteX278" fmla="*/ 543020 w 685800"/>
                <a:gd name="connsiteY278" fmla="*/ 314896 h 704850"/>
                <a:gd name="connsiteX279" fmla="*/ 542354 w 685800"/>
                <a:gd name="connsiteY279" fmla="*/ 311753 h 704850"/>
                <a:gd name="connsiteX280" fmla="*/ 542258 w 685800"/>
                <a:gd name="connsiteY280" fmla="*/ 310991 h 704850"/>
                <a:gd name="connsiteX281" fmla="*/ 542354 w 685800"/>
                <a:gd name="connsiteY281" fmla="*/ 310420 h 704850"/>
                <a:gd name="connsiteX282" fmla="*/ 542639 w 685800"/>
                <a:gd name="connsiteY282" fmla="*/ 310039 h 704850"/>
                <a:gd name="connsiteX283" fmla="*/ 543020 w 685800"/>
                <a:gd name="connsiteY283" fmla="*/ 309944 h 704850"/>
                <a:gd name="connsiteX284" fmla="*/ 543497 w 685800"/>
                <a:gd name="connsiteY284" fmla="*/ 309848 h 704850"/>
                <a:gd name="connsiteX285" fmla="*/ 543878 w 685800"/>
                <a:gd name="connsiteY285" fmla="*/ 310039 h 704850"/>
                <a:gd name="connsiteX286" fmla="*/ 546354 w 685800"/>
                <a:gd name="connsiteY286" fmla="*/ 311277 h 704850"/>
                <a:gd name="connsiteX287" fmla="*/ 546830 w 685800"/>
                <a:gd name="connsiteY287" fmla="*/ 311372 h 704850"/>
                <a:gd name="connsiteX288" fmla="*/ 547306 w 685800"/>
                <a:gd name="connsiteY288" fmla="*/ 311467 h 704850"/>
                <a:gd name="connsiteX289" fmla="*/ 547783 w 685800"/>
                <a:gd name="connsiteY289" fmla="*/ 311372 h 704850"/>
                <a:gd name="connsiteX290" fmla="*/ 548164 w 685800"/>
                <a:gd name="connsiteY290" fmla="*/ 311182 h 704850"/>
                <a:gd name="connsiteX291" fmla="*/ 548449 w 685800"/>
                <a:gd name="connsiteY291" fmla="*/ 310896 h 704850"/>
                <a:gd name="connsiteX292" fmla="*/ 549021 w 685800"/>
                <a:gd name="connsiteY292" fmla="*/ 310229 h 704850"/>
                <a:gd name="connsiteX293" fmla="*/ 549497 w 685800"/>
                <a:gd name="connsiteY293" fmla="*/ 309467 h 704850"/>
                <a:gd name="connsiteX294" fmla="*/ 549688 w 685800"/>
                <a:gd name="connsiteY294" fmla="*/ 308705 h 704850"/>
                <a:gd name="connsiteX295" fmla="*/ 549878 w 685800"/>
                <a:gd name="connsiteY295" fmla="*/ 307753 h 704850"/>
                <a:gd name="connsiteX296" fmla="*/ 551783 w 685800"/>
                <a:gd name="connsiteY296" fmla="*/ 302895 h 704850"/>
                <a:gd name="connsiteX297" fmla="*/ 552069 w 685800"/>
                <a:gd name="connsiteY297" fmla="*/ 301942 h 704850"/>
                <a:gd name="connsiteX298" fmla="*/ 552164 w 685800"/>
                <a:gd name="connsiteY298" fmla="*/ 300323 h 704850"/>
                <a:gd name="connsiteX299" fmla="*/ 552069 w 685800"/>
                <a:gd name="connsiteY299" fmla="*/ 298799 h 704850"/>
                <a:gd name="connsiteX300" fmla="*/ 551879 w 685800"/>
                <a:gd name="connsiteY300" fmla="*/ 297942 h 704850"/>
                <a:gd name="connsiteX301" fmla="*/ 551688 w 685800"/>
                <a:gd name="connsiteY301" fmla="*/ 297371 h 704850"/>
                <a:gd name="connsiteX302" fmla="*/ 551402 w 685800"/>
                <a:gd name="connsiteY302" fmla="*/ 297085 h 704850"/>
                <a:gd name="connsiteX303" fmla="*/ 551021 w 685800"/>
                <a:gd name="connsiteY303" fmla="*/ 296799 h 704850"/>
                <a:gd name="connsiteX304" fmla="*/ 550545 w 685800"/>
                <a:gd name="connsiteY304" fmla="*/ 296418 h 704850"/>
                <a:gd name="connsiteX305" fmla="*/ 550164 w 685800"/>
                <a:gd name="connsiteY305" fmla="*/ 295846 h 704850"/>
                <a:gd name="connsiteX306" fmla="*/ 549593 w 685800"/>
                <a:gd name="connsiteY306" fmla="*/ 294894 h 704850"/>
                <a:gd name="connsiteX307" fmla="*/ 549593 w 685800"/>
                <a:gd name="connsiteY307" fmla="*/ 294322 h 704850"/>
                <a:gd name="connsiteX308" fmla="*/ 549878 w 685800"/>
                <a:gd name="connsiteY308" fmla="*/ 293941 h 704850"/>
                <a:gd name="connsiteX309" fmla="*/ 551497 w 685800"/>
                <a:gd name="connsiteY309" fmla="*/ 293084 h 704850"/>
                <a:gd name="connsiteX310" fmla="*/ 553307 w 685800"/>
                <a:gd name="connsiteY310" fmla="*/ 292513 h 704850"/>
                <a:gd name="connsiteX311" fmla="*/ 553784 w 685800"/>
                <a:gd name="connsiteY311" fmla="*/ 292322 h 704850"/>
                <a:gd name="connsiteX312" fmla="*/ 554450 w 685800"/>
                <a:gd name="connsiteY312" fmla="*/ 291846 h 704850"/>
                <a:gd name="connsiteX313" fmla="*/ 555498 w 685800"/>
                <a:gd name="connsiteY313" fmla="*/ 290989 h 704850"/>
                <a:gd name="connsiteX314" fmla="*/ 558355 w 685800"/>
                <a:gd name="connsiteY314" fmla="*/ 286607 h 704850"/>
                <a:gd name="connsiteX315" fmla="*/ 558546 w 685800"/>
                <a:gd name="connsiteY315" fmla="*/ 285464 h 704850"/>
                <a:gd name="connsiteX316" fmla="*/ 558546 w 685800"/>
                <a:gd name="connsiteY316" fmla="*/ 283940 h 704850"/>
                <a:gd name="connsiteX317" fmla="*/ 558641 w 685800"/>
                <a:gd name="connsiteY317" fmla="*/ 283083 h 704850"/>
                <a:gd name="connsiteX318" fmla="*/ 558737 w 685800"/>
                <a:gd name="connsiteY318" fmla="*/ 282512 h 704850"/>
                <a:gd name="connsiteX319" fmla="*/ 559498 w 685800"/>
                <a:gd name="connsiteY319" fmla="*/ 280892 h 704850"/>
                <a:gd name="connsiteX320" fmla="*/ 559784 w 685800"/>
                <a:gd name="connsiteY320" fmla="*/ 279749 h 704850"/>
                <a:gd name="connsiteX321" fmla="*/ 559784 w 685800"/>
                <a:gd name="connsiteY321" fmla="*/ 279082 h 704850"/>
                <a:gd name="connsiteX322" fmla="*/ 559594 w 685800"/>
                <a:gd name="connsiteY322" fmla="*/ 278511 h 704850"/>
                <a:gd name="connsiteX323" fmla="*/ 559118 w 685800"/>
                <a:gd name="connsiteY323" fmla="*/ 277368 h 704850"/>
                <a:gd name="connsiteX324" fmla="*/ 558832 w 685800"/>
                <a:gd name="connsiteY324" fmla="*/ 276225 h 704850"/>
                <a:gd name="connsiteX325" fmla="*/ 558737 w 685800"/>
                <a:gd name="connsiteY325" fmla="*/ 275558 h 704850"/>
                <a:gd name="connsiteX326" fmla="*/ 558927 w 685800"/>
                <a:gd name="connsiteY326" fmla="*/ 274987 h 704850"/>
                <a:gd name="connsiteX327" fmla="*/ 559118 w 685800"/>
                <a:gd name="connsiteY327" fmla="*/ 274606 h 704850"/>
                <a:gd name="connsiteX328" fmla="*/ 560546 w 685800"/>
                <a:gd name="connsiteY328" fmla="*/ 273082 h 704850"/>
                <a:gd name="connsiteX329" fmla="*/ 560927 w 685800"/>
                <a:gd name="connsiteY329" fmla="*/ 272415 h 704850"/>
                <a:gd name="connsiteX330" fmla="*/ 561213 w 685800"/>
                <a:gd name="connsiteY330" fmla="*/ 271844 h 704850"/>
                <a:gd name="connsiteX331" fmla="*/ 561689 w 685800"/>
                <a:gd name="connsiteY331" fmla="*/ 268986 h 704850"/>
                <a:gd name="connsiteX332" fmla="*/ 561689 w 685800"/>
                <a:gd name="connsiteY332" fmla="*/ 266986 h 704850"/>
                <a:gd name="connsiteX333" fmla="*/ 561880 w 685800"/>
                <a:gd name="connsiteY333" fmla="*/ 266033 h 704850"/>
                <a:gd name="connsiteX334" fmla="*/ 561975 w 685800"/>
                <a:gd name="connsiteY334" fmla="*/ 265366 h 704850"/>
                <a:gd name="connsiteX335" fmla="*/ 563309 w 685800"/>
                <a:gd name="connsiteY335" fmla="*/ 263557 h 704850"/>
                <a:gd name="connsiteX336" fmla="*/ 567309 w 685800"/>
                <a:gd name="connsiteY336" fmla="*/ 260223 h 704850"/>
                <a:gd name="connsiteX337" fmla="*/ 569309 w 685800"/>
                <a:gd name="connsiteY337" fmla="*/ 259175 h 704850"/>
                <a:gd name="connsiteX338" fmla="*/ 569976 w 685800"/>
                <a:gd name="connsiteY338" fmla="*/ 258604 h 704850"/>
                <a:gd name="connsiteX339" fmla="*/ 570262 w 685800"/>
                <a:gd name="connsiteY339" fmla="*/ 258223 h 704850"/>
                <a:gd name="connsiteX340" fmla="*/ 570643 w 685800"/>
                <a:gd name="connsiteY340" fmla="*/ 257461 h 704850"/>
                <a:gd name="connsiteX341" fmla="*/ 571214 w 685800"/>
                <a:gd name="connsiteY341" fmla="*/ 256699 h 704850"/>
                <a:gd name="connsiteX342" fmla="*/ 571500 w 685800"/>
                <a:gd name="connsiteY342" fmla="*/ 256413 h 704850"/>
                <a:gd name="connsiteX343" fmla="*/ 571786 w 685800"/>
                <a:gd name="connsiteY343" fmla="*/ 256127 h 704850"/>
                <a:gd name="connsiteX344" fmla="*/ 572167 w 685800"/>
                <a:gd name="connsiteY344" fmla="*/ 255841 h 704850"/>
                <a:gd name="connsiteX345" fmla="*/ 572453 w 685800"/>
                <a:gd name="connsiteY345" fmla="*/ 255746 h 704850"/>
                <a:gd name="connsiteX346" fmla="*/ 572548 w 685800"/>
                <a:gd name="connsiteY346" fmla="*/ 255651 h 704850"/>
                <a:gd name="connsiteX347" fmla="*/ 572548 w 685800"/>
                <a:gd name="connsiteY347" fmla="*/ 255461 h 704850"/>
                <a:gd name="connsiteX348" fmla="*/ 572453 w 685800"/>
                <a:gd name="connsiteY348" fmla="*/ 255365 h 704850"/>
                <a:gd name="connsiteX349" fmla="*/ 572357 w 685800"/>
                <a:gd name="connsiteY349" fmla="*/ 255175 h 704850"/>
                <a:gd name="connsiteX350" fmla="*/ 571786 w 685800"/>
                <a:gd name="connsiteY350" fmla="*/ 254317 h 704850"/>
                <a:gd name="connsiteX351" fmla="*/ 571500 w 685800"/>
                <a:gd name="connsiteY351" fmla="*/ 253555 h 704850"/>
                <a:gd name="connsiteX352" fmla="*/ 570833 w 685800"/>
                <a:gd name="connsiteY352" fmla="*/ 251079 h 704850"/>
                <a:gd name="connsiteX353" fmla="*/ 570643 w 685800"/>
                <a:gd name="connsiteY353" fmla="*/ 250698 h 704850"/>
                <a:gd name="connsiteX354" fmla="*/ 570071 w 685800"/>
                <a:gd name="connsiteY354" fmla="*/ 250031 h 704850"/>
                <a:gd name="connsiteX355" fmla="*/ 569786 w 685800"/>
                <a:gd name="connsiteY355" fmla="*/ 249650 h 704850"/>
                <a:gd name="connsiteX356" fmla="*/ 569500 w 685800"/>
                <a:gd name="connsiteY356" fmla="*/ 249364 h 704850"/>
                <a:gd name="connsiteX357" fmla="*/ 569309 w 685800"/>
                <a:gd name="connsiteY357" fmla="*/ 248793 h 704850"/>
                <a:gd name="connsiteX358" fmla="*/ 569023 w 685800"/>
                <a:gd name="connsiteY358" fmla="*/ 247936 h 704850"/>
                <a:gd name="connsiteX359" fmla="*/ 568928 w 685800"/>
                <a:gd name="connsiteY359" fmla="*/ 246507 h 704850"/>
                <a:gd name="connsiteX360" fmla="*/ 568738 w 685800"/>
                <a:gd name="connsiteY360" fmla="*/ 245745 h 704850"/>
                <a:gd name="connsiteX361" fmla="*/ 568547 w 685800"/>
                <a:gd name="connsiteY361" fmla="*/ 245173 h 704850"/>
                <a:gd name="connsiteX362" fmla="*/ 568262 w 685800"/>
                <a:gd name="connsiteY362" fmla="*/ 244983 h 704850"/>
                <a:gd name="connsiteX363" fmla="*/ 568262 w 685800"/>
                <a:gd name="connsiteY363" fmla="*/ 244983 h 704850"/>
                <a:gd name="connsiteX364" fmla="*/ 567976 w 685800"/>
                <a:gd name="connsiteY364" fmla="*/ 244792 h 704850"/>
                <a:gd name="connsiteX365" fmla="*/ 566261 w 685800"/>
                <a:gd name="connsiteY365" fmla="*/ 242792 h 704850"/>
                <a:gd name="connsiteX366" fmla="*/ 564928 w 685800"/>
                <a:gd name="connsiteY366" fmla="*/ 241459 h 704850"/>
                <a:gd name="connsiteX367" fmla="*/ 564642 w 685800"/>
                <a:gd name="connsiteY367" fmla="*/ 241078 h 704850"/>
                <a:gd name="connsiteX368" fmla="*/ 564452 w 685800"/>
                <a:gd name="connsiteY368" fmla="*/ 240506 h 704850"/>
                <a:gd name="connsiteX369" fmla="*/ 564356 w 685800"/>
                <a:gd name="connsiteY369" fmla="*/ 239363 h 704850"/>
                <a:gd name="connsiteX370" fmla="*/ 564261 w 685800"/>
                <a:gd name="connsiteY370" fmla="*/ 238887 h 704850"/>
                <a:gd name="connsiteX371" fmla="*/ 564071 w 685800"/>
                <a:gd name="connsiteY371" fmla="*/ 238411 h 704850"/>
                <a:gd name="connsiteX372" fmla="*/ 563785 w 685800"/>
                <a:gd name="connsiteY372" fmla="*/ 238030 h 704850"/>
                <a:gd name="connsiteX373" fmla="*/ 563499 w 685800"/>
                <a:gd name="connsiteY373" fmla="*/ 237744 h 704850"/>
                <a:gd name="connsiteX374" fmla="*/ 563118 w 685800"/>
                <a:gd name="connsiteY374" fmla="*/ 237458 h 704850"/>
                <a:gd name="connsiteX375" fmla="*/ 562642 w 685800"/>
                <a:gd name="connsiteY375" fmla="*/ 237172 h 704850"/>
                <a:gd name="connsiteX376" fmla="*/ 562070 w 685800"/>
                <a:gd name="connsiteY376" fmla="*/ 236887 h 704850"/>
                <a:gd name="connsiteX377" fmla="*/ 560927 w 685800"/>
                <a:gd name="connsiteY377" fmla="*/ 236696 h 704850"/>
                <a:gd name="connsiteX378" fmla="*/ 560165 w 685800"/>
                <a:gd name="connsiteY378" fmla="*/ 236696 h 704850"/>
                <a:gd name="connsiteX379" fmla="*/ 559594 w 685800"/>
                <a:gd name="connsiteY379" fmla="*/ 236791 h 704850"/>
                <a:gd name="connsiteX380" fmla="*/ 558832 w 685800"/>
                <a:gd name="connsiteY380" fmla="*/ 237077 h 704850"/>
                <a:gd name="connsiteX381" fmla="*/ 558451 w 685800"/>
                <a:gd name="connsiteY381" fmla="*/ 237172 h 704850"/>
                <a:gd name="connsiteX382" fmla="*/ 558070 w 685800"/>
                <a:gd name="connsiteY382" fmla="*/ 237172 h 704850"/>
                <a:gd name="connsiteX383" fmla="*/ 557594 w 685800"/>
                <a:gd name="connsiteY383" fmla="*/ 237077 h 704850"/>
                <a:gd name="connsiteX384" fmla="*/ 556927 w 685800"/>
                <a:gd name="connsiteY384" fmla="*/ 236696 h 704850"/>
                <a:gd name="connsiteX385" fmla="*/ 556260 w 685800"/>
                <a:gd name="connsiteY385" fmla="*/ 235934 h 704850"/>
                <a:gd name="connsiteX386" fmla="*/ 555688 w 685800"/>
                <a:gd name="connsiteY386" fmla="*/ 234887 h 704850"/>
                <a:gd name="connsiteX387" fmla="*/ 555593 w 685800"/>
                <a:gd name="connsiteY387" fmla="*/ 234601 h 704850"/>
                <a:gd name="connsiteX388" fmla="*/ 555498 w 685800"/>
                <a:gd name="connsiteY388" fmla="*/ 233744 h 704850"/>
                <a:gd name="connsiteX389" fmla="*/ 555498 w 685800"/>
                <a:gd name="connsiteY389" fmla="*/ 231457 h 704850"/>
                <a:gd name="connsiteX390" fmla="*/ 555403 w 685800"/>
                <a:gd name="connsiteY390" fmla="*/ 230886 h 704850"/>
                <a:gd name="connsiteX391" fmla="*/ 555212 w 685800"/>
                <a:gd name="connsiteY391" fmla="*/ 230505 h 704850"/>
                <a:gd name="connsiteX392" fmla="*/ 553307 w 685800"/>
                <a:gd name="connsiteY392" fmla="*/ 226790 h 704850"/>
                <a:gd name="connsiteX393" fmla="*/ 553117 w 685800"/>
                <a:gd name="connsiteY393" fmla="*/ 226409 h 704850"/>
                <a:gd name="connsiteX394" fmla="*/ 552831 w 685800"/>
                <a:gd name="connsiteY394" fmla="*/ 226123 h 704850"/>
                <a:gd name="connsiteX395" fmla="*/ 552355 w 685800"/>
                <a:gd name="connsiteY395" fmla="*/ 225838 h 704850"/>
                <a:gd name="connsiteX396" fmla="*/ 551783 w 685800"/>
                <a:gd name="connsiteY396" fmla="*/ 225552 h 704850"/>
                <a:gd name="connsiteX397" fmla="*/ 550831 w 685800"/>
                <a:gd name="connsiteY397" fmla="*/ 225552 h 704850"/>
                <a:gd name="connsiteX398" fmla="*/ 550259 w 685800"/>
                <a:gd name="connsiteY398" fmla="*/ 225647 h 704850"/>
                <a:gd name="connsiteX399" fmla="*/ 549878 w 685800"/>
                <a:gd name="connsiteY399" fmla="*/ 226028 h 704850"/>
                <a:gd name="connsiteX400" fmla="*/ 549593 w 685800"/>
                <a:gd name="connsiteY400" fmla="*/ 226409 h 704850"/>
                <a:gd name="connsiteX401" fmla="*/ 549497 w 685800"/>
                <a:gd name="connsiteY401" fmla="*/ 226886 h 704850"/>
                <a:gd name="connsiteX402" fmla="*/ 549307 w 685800"/>
                <a:gd name="connsiteY402" fmla="*/ 228505 h 704850"/>
                <a:gd name="connsiteX403" fmla="*/ 549116 w 685800"/>
                <a:gd name="connsiteY403" fmla="*/ 228981 h 704850"/>
                <a:gd name="connsiteX404" fmla="*/ 548926 w 685800"/>
                <a:gd name="connsiteY404" fmla="*/ 229362 h 704850"/>
                <a:gd name="connsiteX405" fmla="*/ 547116 w 685800"/>
                <a:gd name="connsiteY405" fmla="*/ 231838 h 704850"/>
                <a:gd name="connsiteX406" fmla="*/ 546830 w 685800"/>
                <a:gd name="connsiteY406" fmla="*/ 232220 h 704850"/>
                <a:gd name="connsiteX407" fmla="*/ 546449 w 685800"/>
                <a:gd name="connsiteY407" fmla="*/ 232505 h 704850"/>
                <a:gd name="connsiteX408" fmla="*/ 546068 w 685800"/>
                <a:gd name="connsiteY408" fmla="*/ 232696 h 704850"/>
                <a:gd name="connsiteX409" fmla="*/ 545306 w 685800"/>
                <a:gd name="connsiteY409" fmla="*/ 233172 h 704850"/>
                <a:gd name="connsiteX410" fmla="*/ 544830 w 685800"/>
                <a:gd name="connsiteY410" fmla="*/ 233363 h 704850"/>
                <a:gd name="connsiteX411" fmla="*/ 544354 w 685800"/>
                <a:gd name="connsiteY411" fmla="*/ 233458 h 704850"/>
                <a:gd name="connsiteX412" fmla="*/ 543782 w 685800"/>
                <a:gd name="connsiteY412" fmla="*/ 233553 h 704850"/>
                <a:gd name="connsiteX413" fmla="*/ 536924 w 685800"/>
                <a:gd name="connsiteY413" fmla="*/ 233839 h 704850"/>
                <a:gd name="connsiteX414" fmla="*/ 536353 w 685800"/>
                <a:gd name="connsiteY414" fmla="*/ 233839 h 704850"/>
                <a:gd name="connsiteX415" fmla="*/ 535877 w 685800"/>
                <a:gd name="connsiteY415" fmla="*/ 233744 h 704850"/>
                <a:gd name="connsiteX416" fmla="*/ 531876 w 685800"/>
                <a:gd name="connsiteY416" fmla="*/ 231838 h 704850"/>
                <a:gd name="connsiteX417" fmla="*/ 531209 w 685800"/>
                <a:gd name="connsiteY417" fmla="*/ 231648 h 704850"/>
                <a:gd name="connsiteX418" fmla="*/ 530733 w 685800"/>
                <a:gd name="connsiteY418" fmla="*/ 231553 h 704850"/>
                <a:gd name="connsiteX419" fmla="*/ 530162 w 685800"/>
                <a:gd name="connsiteY419" fmla="*/ 231553 h 704850"/>
                <a:gd name="connsiteX420" fmla="*/ 529685 w 685800"/>
                <a:gd name="connsiteY420" fmla="*/ 231648 h 704850"/>
                <a:gd name="connsiteX421" fmla="*/ 529209 w 685800"/>
                <a:gd name="connsiteY421" fmla="*/ 231838 h 704850"/>
                <a:gd name="connsiteX422" fmla="*/ 528352 w 685800"/>
                <a:gd name="connsiteY422" fmla="*/ 232220 h 704850"/>
                <a:gd name="connsiteX423" fmla="*/ 527971 w 685800"/>
                <a:gd name="connsiteY423" fmla="*/ 232410 h 704850"/>
                <a:gd name="connsiteX424" fmla="*/ 527304 w 685800"/>
                <a:gd name="connsiteY424" fmla="*/ 233077 h 704850"/>
                <a:gd name="connsiteX425" fmla="*/ 524828 w 685800"/>
                <a:gd name="connsiteY425" fmla="*/ 236125 h 704850"/>
                <a:gd name="connsiteX426" fmla="*/ 524542 w 685800"/>
                <a:gd name="connsiteY426" fmla="*/ 236506 h 704850"/>
                <a:gd name="connsiteX427" fmla="*/ 522827 w 685800"/>
                <a:gd name="connsiteY427" fmla="*/ 239649 h 704850"/>
                <a:gd name="connsiteX428" fmla="*/ 522446 w 685800"/>
                <a:gd name="connsiteY428" fmla="*/ 240506 h 704850"/>
                <a:gd name="connsiteX429" fmla="*/ 522161 w 685800"/>
                <a:gd name="connsiteY429" fmla="*/ 242030 h 704850"/>
                <a:gd name="connsiteX430" fmla="*/ 521970 w 685800"/>
                <a:gd name="connsiteY430" fmla="*/ 242506 h 704850"/>
                <a:gd name="connsiteX431" fmla="*/ 521684 w 685800"/>
                <a:gd name="connsiteY431" fmla="*/ 242792 h 704850"/>
                <a:gd name="connsiteX432" fmla="*/ 521017 w 685800"/>
                <a:gd name="connsiteY432" fmla="*/ 243364 h 704850"/>
                <a:gd name="connsiteX433" fmla="*/ 520637 w 685800"/>
                <a:gd name="connsiteY433" fmla="*/ 243649 h 704850"/>
                <a:gd name="connsiteX434" fmla="*/ 520065 w 685800"/>
                <a:gd name="connsiteY434" fmla="*/ 243745 h 704850"/>
                <a:gd name="connsiteX435" fmla="*/ 518160 w 685800"/>
                <a:gd name="connsiteY435" fmla="*/ 243364 h 704850"/>
                <a:gd name="connsiteX436" fmla="*/ 511683 w 685800"/>
                <a:gd name="connsiteY436" fmla="*/ 243364 h 704850"/>
                <a:gd name="connsiteX437" fmla="*/ 510921 w 685800"/>
                <a:gd name="connsiteY437" fmla="*/ 243364 h 704850"/>
                <a:gd name="connsiteX438" fmla="*/ 509111 w 685800"/>
                <a:gd name="connsiteY438" fmla="*/ 242792 h 704850"/>
                <a:gd name="connsiteX439" fmla="*/ 507301 w 685800"/>
                <a:gd name="connsiteY439" fmla="*/ 242125 h 704850"/>
                <a:gd name="connsiteX440" fmla="*/ 504825 w 685800"/>
                <a:gd name="connsiteY440" fmla="*/ 240792 h 704850"/>
                <a:gd name="connsiteX441" fmla="*/ 501396 w 685800"/>
                <a:gd name="connsiteY441" fmla="*/ 238125 h 704850"/>
                <a:gd name="connsiteX442" fmla="*/ 500920 w 685800"/>
                <a:gd name="connsiteY442" fmla="*/ 237649 h 704850"/>
                <a:gd name="connsiteX443" fmla="*/ 500539 w 685800"/>
                <a:gd name="connsiteY443" fmla="*/ 236887 h 704850"/>
                <a:gd name="connsiteX444" fmla="*/ 499491 w 685800"/>
                <a:gd name="connsiteY444" fmla="*/ 234696 h 704850"/>
                <a:gd name="connsiteX445" fmla="*/ 499205 w 685800"/>
                <a:gd name="connsiteY445" fmla="*/ 234029 h 704850"/>
                <a:gd name="connsiteX446" fmla="*/ 499110 w 685800"/>
                <a:gd name="connsiteY446" fmla="*/ 233458 h 704850"/>
                <a:gd name="connsiteX447" fmla="*/ 499110 w 685800"/>
                <a:gd name="connsiteY447" fmla="*/ 232791 h 704850"/>
                <a:gd name="connsiteX448" fmla="*/ 499491 w 685800"/>
                <a:gd name="connsiteY448" fmla="*/ 230505 h 704850"/>
                <a:gd name="connsiteX449" fmla="*/ 499491 w 685800"/>
                <a:gd name="connsiteY449" fmla="*/ 228219 h 704850"/>
                <a:gd name="connsiteX450" fmla="*/ 499491 w 685800"/>
                <a:gd name="connsiteY450" fmla="*/ 227743 h 704850"/>
                <a:gd name="connsiteX451" fmla="*/ 500444 w 685800"/>
                <a:gd name="connsiteY451" fmla="*/ 224409 h 704850"/>
                <a:gd name="connsiteX452" fmla="*/ 500444 w 685800"/>
                <a:gd name="connsiteY452" fmla="*/ 223933 h 704850"/>
                <a:gd name="connsiteX453" fmla="*/ 500253 w 685800"/>
                <a:gd name="connsiteY453" fmla="*/ 223647 h 704850"/>
                <a:gd name="connsiteX454" fmla="*/ 499682 w 685800"/>
                <a:gd name="connsiteY454" fmla="*/ 223552 h 704850"/>
                <a:gd name="connsiteX455" fmla="*/ 498348 w 685800"/>
                <a:gd name="connsiteY455" fmla="*/ 224028 h 704850"/>
                <a:gd name="connsiteX456" fmla="*/ 497872 w 685800"/>
                <a:gd name="connsiteY456" fmla="*/ 224123 h 704850"/>
                <a:gd name="connsiteX457" fmla="*/ 497396 w 685800"/>
                <a:gd name="connsiteY457" fmla="*/ 224028 h 704850"/>
                <a:gd name="connsiteX458" fmla="*/ 497110 w 685800"/>
                <a:gd name="connsiteY458" fmla="*/ 223647 h 704850"/>
                <a:gd name="connsiteX459" fmla="*/ 496919 w 685800"/>
                <a:gd name="connsiteY459" fmla="*/ 223075 h 704850"/>
                <a:gd name="connsiteX460" fmla="*/ 496824 w 685800"/>
                <a:gd name="connsiteY460" fmla="*/ 222028 h 704850"/>
                <a:gd name="connsiteX461" fmla="*/ 496443 w 685800"/>
                <a:gd name="connsiteY461" fmla="*/ 220028 h 704850"/>
                <a:gd name="connsiteX462" fmla="*/ 495871 w 685800"/>
                <a:gd name="connsiteY462" fmla="*/ 218408 h 704850"/>
                <a:gd name="connsiteX463" fmla="*/ 495681 w 685800"/>
                <a:gd name="connsiteY463" fmla="*/ 216884 h 704850"/>
                <a:gd name="connsiteX464" fmla="*/ 495681 w 685800"/>
                <a:gd name="connsiteY464" fmla="*/ 216027 h 704850"/>
                <a:gd name="connsiteX465" fmla="*/ 495967 w 685800"/>
                <a:gd name="connsiteY465" fmla="*/ 215455 h 704850"/>
                <a:gd name="connsiteX466" fmla="*/ 496253 w 685800"/>
                <a:gd name="connsiteY466" fmla="*/ 215074 h 704850"/>
                <a:gd name="connsiteX467" fmla="*/ 496443 w 685800"/>
                <a:gd name="connsiteY467" fmla="*/ 214694 h 704850"/>
                <a:gd name="connsiteX468" fmla="*/ 496634 w 685800"/>
                <a:gd name="connsiteY468" fmla="*/ 214313 h 704850"/>
                <a:gd name="connsiteX469" fmla="*/ 496824 w 685800"/>
                <a:gd name="connsiteY469" fmla="*/ 213265 h 704850"/>
                <a:gd name="connsiteX470" fmla="*/ 497110 w 685800"/>
                <a:gd name="connsiteY470" fmla="*/ 212884 h 704850"/>
                <a:gd name="connsiteX471" fmla="*/ 497491 w 685800"/>
                <a:gd name="connsiteY471" fmla="*/ 212693 h 704850"/>
                <a:gd name="connsiteX472" fmla="*/ 498443 w 685800"/>
                <a:gd name="connsiteY472" fmla="*/ 212598 h 704850"/>
                <a:gd name="connsiteX473" fmla="*/ 500158 w 685800"/>
                <a:gd name="connsiteY473" fmla="*/ 211931 h 704850"/>
                <a:gd name="connsiteX474" fmla="*/ 500539 w 685800"/>
                <a:gd name="connsiteY474" fmla="*/ 211646 h 704850"/>
                <a:gd name="connsiteX475" fmla="*/ 500729 w 685800"/>
                <a:gd name="connsiteY475" fmla="*/ 211169 h 704850"/>
                <a:gd name="connsiteX476" fmla="*/ 500634 w 685800"/>
                <a:gd name="connsiteY476" fmla="*/ 210503 h 704850"/>
                <a:gd name="connsiteX477" fmla="*/ 500348 w 685800"/>
                <a:gd name="connsiteY477" fmla="*/ 209645 h 704850"/>
                <a:gd name="connsiteX478" fmla="*/ 500158 w 685800"/>
                <a:gd name="connsiteY478" fmla="*/ 208312 h 704850"/>
                <a:gd name="connsiteX479" fmla="*/ 500158 w 685800"/>
                <a:gd name="connsiteY479" fmla="*/ 207836 h 704850"/>
                <a:gd name="connsiteX480" fmla="*/ 500253 w 685800"/>
                <a:gd name="connsiteY480" fmla="*/ 207359 h 704850"/>
                <a:gd name="connsiteX481" fmla="*/ 500729 w 685800"/>
                <a:gd name="connsiteY481" fmla="*/ 206026 h 704850"/>
                <a:gd name="connsiteX482" fmla="*/ 500825 w 685800"/>
                <a:gd name="connsiteY482" fmla="*/ 205454 h 704850"/>
                <a:gd name="connsiteX483" fmla="*/ 500825 w 685800"/>
                <a:gd name="connsiteY483" fmla="*/ 204978 h 704850"/>
                <a:gd name="connsiteX484" fmla="*/ 500729 w 685800"/>
                <a:gd name="connsiteY484" fmla="*/ 204406 h 704850"/>
                <a:gd name="connsiteX485" fmla="*/ 500348 w 685800"/>
                <a:gd name="connsiteY485" fmla="*/ 203835 h 704850"/>
                <a:gd name="connsiteX486" fmla="*/ 500063 w 685800"/>
                <a:gd name="connsiteY486" fmla="*/ 203359 h 704850"/>
                <a:gd name="connsiteX487" fmla="*/ 499205 w 685800"/>
                <a:gd name="connsiteY487" fmla="*/ 202597 h 704850"/>
                <a:gd name="connsiteX488" fmla="*/ 498920 w 685800"/>
                <a:gd name="connsiteY488" fmla="*/ 202121 h 704850"/>
                <a:gd name="connsiteX489" fmla="*/ 498729 w 685800"/>
                <a:gd name="connsiteY489" fmla="*/ 201073 h 704850"/>
                <a:gd name="connsiteX490" fmla="*/ 498538 w 685800"/>
                <a:gd name="connsiteY490" fmla="*/ 200501 h 704850"/>
                <a:gd name="connsiteX491" fmla="*/ 498538 w 685800"/>
                <a:gd name="connsiteY491" fmla="*/ 200501 h 704850"/>
                <a:gd name="connsiteX492" fmla="*/ 498538 w 685800"/>
                <a:gd name="connsiteY492" fmla="*/ 200406 h 704850"/>
                <a:gd name="connsiteX493" fmla="*/ 498348 w 685800"/>
                <a:gd name="connsiteY493" fmla="*/ 200025 h 704850"/>
                <a:gd name="connsiteX494" fmla="*/ 497586 w 685800"/>
                <a:gd name="connsiteY494" fmla="*/ 199072 h 704850"/>
                <a:gd name="connsiteX495" fmla="*/ 496824 w 685800"/>
                <a:gd name="connsiteY495" fmla="*/ 197929 h 704850"/>
                <a:gd name="connsiteX496" fmla="*/ 496253 w 685800"/>
                <a:gd name="connsiteY496" fmla="*/ 197263 h 704850"/>
                <a:gd name="connsiteX497" fmla="*/ 495395 w 685800"/>
                <a:gd name="connsiteY497" fmla="*/ 196310 h 704850"/>
                <a:gd name="connsiteX498" fmla="*/ 495014 w 685800"/>
                <a:gd name="connsiteY498" fmla="*/ 196024 h 704850"/>
                <a:gd name="connsiteX499" fmla="*/ 494538 w 685800"/>
                <a:gd name="connsiteY499" fmla="*/ 195834 h 704850"/>
                <a:gd name="connsiteX500" fmla="*/ 493776 w 685800"/>
                <a:gd name="connsiteY500" fmla="*/ 195834 h 704850"/>
                <a:gd name="connsiteX501" fmla="*/ 493205 w 685800"/>
                <a:gd name="connsiteY501" fmla="*/ 196120 h 704850"/>
                <a:gd name="connsiteX502" fmla="*/ 492442 w 685800"/>
                <a:gd name="connsiteY502" fmla="*/ 196882 h 704850"/>
                <a:gd name="connsiteX503" fmla="*/ 491204 w 685800"/>
                <a:gd name="connsiteY503" fmla="*/ 198025 h 704850"/>
                <a:gd name="connsiteX504" fmla="*/ 489395 w 685800"/>
                <a:gd name="connsiteY504" fmla="*/ 198787 h 704850"/>
                <a:gd name="connsiteX505" fmla="*/ 487013 w 685800"/>
                <a:gd name="connsiteY505" fmla="*/ 196024 h 704850"/>
                <a:gd name="connsiteX506" fmla="*/ 486251 w 685800"/>
                <a:gd name="connsiteY506" fmla="*/ 194786 h 704850"/>
                <a:gd name="connsiteX507" fmla="*/ 486156 w 685800"/>
                <a:gd name="connsiteY507" fmla="*/ 194215 h 704850"/>
                <a:gd name="connsiteX508" fmla="*/ 486156 w 685800"/>
                <a:gd name="connsiteY508" fmla="*/ 193643 h 704850"/>
                <a:gd name="connsiteX509" fmla="*/ 486442 w 685800"/>
                <a:gd name="connsiteY509" fmla="*/ 193072 h 704850"/>
                <a:gd name="connsiteX510" fmla="*/ 486728 w 685800"/>
                <a:gd name="connsiteY510" fmla="*/ 192596 h 704850"/>
                <a:gd name="connsiteX511" fmla="*/ 487013 w 685800"/>
                <a:gd name="connsiteY511" fmla="*/ 192310 h 704850"/>
                <a:gd name="connsiteX512" fmla="*/ 488347 w 685800"/>
                <a:gd name="connsiteY512" fmla="*/ 191071 h 704850"/>
                <a:gd name="connsiteX513" fmla="*/ 491300 w 685800"/>
                <a:gd name="connsiteY513" fmla="*/ 189166 h 704850"/>
                <a:gd name="connsiteX514" fmla="*/ 494062 w 685800"/>
                <a:gd name="connsiteY514" fmla="*/ 186976 h 704850"/>
                <a:gd name="connsiteX515" fmla="*/ 502253 w 685800"/>
                <a:gd name="connsiteY515" fmla="*/ 177737 h 704850"/>
                <a:gd name="connsiteX516" fmla="*/ 503968 w 685800"/>
                <a:gd name="connsiteY516" fmla="*/ 176213 h 704850"/>
                <a:gd name="connsiteX517" fmla="*/ 507206 w 685800"/>
                <a:gd name="connsiteY517" fmla="*/ 172307 h 704850"/>
                <a:gd name="connsiteX518" fmla="*/ 509969 w 685800"/>
                <a:gd name="connsiteY518" fmla="*/ 167069 h 704850"/>
                <a:gd name="connsiteX519" fmla="*/ 510540 w 685800"/>
                <a:gd name="connsiteY519" fmla="*/ 166211 h 704850"/>
                <a:gd name="connsiteX520" fmla="*/ 510921 w 685800"/>
                <a:gd name="connsiteY520" fmla="*/ 165830 h 704850"/>
                <a:gd name="connsiteX521" fmla="*/ 511302 w 685800"/>
                <a:gd name="connsiteY521" fmla="*/ 165545 h 704850"/>
                <a:gd name="connsiteX522" fmla="*/ 512350 w 685800"/>
                <a:gd name="connsiteY522" fmla="*/ 165163 h 704850"/>
                <a:gd name="connsiteX523" fmla="*/ 513588 w 685800"/>
                <a:gd name="connsiteY523" fmla="*/ 164782 h 704850"/>
                <a:gd name="connsiteX524" fmla="*/ 514731 w 685800"/>
                <a:gd name="connsiteY524" fmla="*/ 164592 h 704850"/>
                <a:gd name="connsiteX525" fmla="*/ 515874 w 685800"/>
                <a:gd name="connsiteY525" fmla="*/ 164592 h 704850"/>
                <a:gd name="connsiteX526" fmla="*/ 516446 w 685800"/>
                <a:gd name="connsiteY526" fmla="*/ 164592 h 704850"/>
                <a:gd name="connsiteX527" fmla="*/ 516922 w 685800"/>
                <a:gd name="connsiteY527" fmla="*/ 164782 h 704850"/>
                <a:gd name="connsiteX528" fmla="*/ 517303 w 685800"/>
                <a:gd name="connsiteY528" fmla="*/ 164973 h 704850"/>
                <a:gd name="connsiteX529" fmla="*/ 518065 w 685800"/>
                <a:gd name="connsiteY529" fmla="*/ 165449 h 704850"/>
                <a:gd name="connsiteX530" fmla="*/ 518541 w 685800"/>
                <a:gd name="connsiteY530" fmla="*/ 165830 h 704850"/>
                <a:gd name="connsiteX531" fmla="*/ 519589 w 685800"/>
                <a:gd name="connsiteY531" fmla="*/ 167164 h 704850"/>
                <a:gd name="connsiteX532" fmla="*/ 520827 w 685800"/>
                <a:gd name="connsiteY532" fmla="*/ 168402 h 704850"/>
                <a:gd name="connsiteX533" fmla="*/ 522161 w 685800"/>
                <a:gd name="connsiteY533" fmla="*/ 169545 h 704850"/>
                <a:gd name="connsiteX534" fmla="*/ 523780 w 685800"/>
                <a:gd name="connsiteY534" fmla="*/ 170402 h 704850"/>
                <a:gd name="connsiteX535" fmla="*/ 526066 w 685800"/>
                <a:gd name="connsiteY535" fmla="*/ 171450 h 704850"/>
                <a:gd name="connsiteX536" fmla="*/ 528352 w 685800"/>
                <a:gd name="connsiteY536" fmla="*/ 172783 h 704850"/>
                <a:gd name="connsiteX537" fmla="*/ 529685 w 685800"/>
                <a:gd name="connsiteY537" fmla="*/ 173831 h 704850"/>
                <a:gd name="connsiteX538" fmla="*/ 530923 w 685800"/>
                <a:gd name="connsiteY538" fmla="*/ 175165 h 704850"/>
                <a:gd name="connsiteX539" fmla="*/ 531876 w 685800"/>
                <a:gd name="connsiteY539" fmla="*/ 176022 h 704850"/>
                <a:gd name="connsiteX540" fmla="*/ 532352 w 685800"/>
                <a:gd name="connsiteY540" fmla="*/ 176213 h 704850"/>
                <a:gd name="connsiteX541" fmla="*/ 533210 w 685800"/>
                <a:gd name="connsiteY541" fmla="*/ 176213 h 704850"/>
                <a:gd name="connsiteX542" fmla="*/ 534638 w 685800"/>
                <a:gd name="connsiteY542" fmla="*/ 175831 h 704850"/>
                <a:gd name="connsiteX543" fmla="*/ 537496 w 685800"/>
                <a:gd name="connsiteY543" fmla="*/ 174117 h 704850"/>
                <a:gd name="connsiteX544" fmla="*/ 538067 w 685800"/>
                <a:gd name="connsiteY544" fmla="*/ 173546 h 704850"/>
                <a:gd name="connsiteX545" fmla="*/ 538258 w 685800"/>
                <a:gd name="connsiteY545" fmla="*/ 173164 h 704850"/>
                <a:gd name="connsiteX546" fmla="*/ 538353 w 685800"/>
                <a:gd name="connsiteY546" fmla="*/ 172688 h 704850"/>
                <a:gd name="connsiteX547" fmla="*/ 538353 w 685800"/>
                <a:gd name="connsiteY547" fmla="*/ 172117 h 704850"/>
                <a:gd name="connsiteX548" fmla="*/ 538163 w 685800"/>
                <a:gd name="connsiteY548" fmla="*/ 169259 h 704850"/>
                <a:gd name="connsiteX549" fmla="*/ 538639 w 685800"/>
                <a:gd name="connsiteY549" fmla="*/ 168402 h 704850"/>
                <a:gd name="connsiteX550" fmla="*/ 539496 w 685800"/>
                <a:gd name="connsiteY550" fmla="*/ 167354 h 704850"/>
                <a:gd name="connsiteX551" fmla="*/ 543592 w 685800"/>
                <a:gd name="connsiteY551" fmla="*/ 164021 h 704850"/>
                <a:gd name="connsiteX552" fmla="*/ 544449 w 685800"/>
                <a:gd name="connsiteY552" fmla="*/ 162687 h 704850"/>
                <a:gd name="connsiteX553" fmla="*/ 544925 w 685800"/>
                <a:gd name="connsiteY553" fmla="*/ 162115 h 704850"/>
                <a:gd name="connsiteX554" fmla="*/ 545973 w 685800"/>
                <a:gd name="connsiteY554" fmla="*/ 161068 h 704850"/>
                <a:gd name="connsiteX555" fmla="*/ 546640 w 685800"/>
                <a:gd name="connsiteY555" fmla="*/ 160591 h 704850"/>
                <a:gd name="connsiteX556" fmla="*/ 547306 w 685800"/>
                <a:gd name="connsiteY556" fmla="*/ 160496 h 704850"/>
                <a:gd name="connsiteX557" fmla="*/ 547688 w 685800"/>
                <a:gd name="connsiteY557" fmla="*/ 160687 h 704850"/>
                <a:gd name="connsiteX558" fmla="*/ 547973 w 685800"/>
                <a:gd name="connsiteY558" fmla="*/ 161068 h 704850"/>
                <a:gd name="connsiteX559" fmla="*/ 548259 w 685800"/>
                <a:gd name="connsiteY559" fmla="*/ 161354 h 704850"/>
                <a:gd name="connsiteX560" fmla="*/ 550545 w 685800"/>
                <a:gd name="connsiteY560" fmla="*/ 165354 h 704850"/>
                <a:gd name="connsiteX561" fmla="*/ 553879 w 685800"/>
                <a:gd name="connsiteY561" fmla="*/ 169450 h 704850"/>
                <a:gd name="connsiteX562" fmla="*/ 554546 w 685800"/>
                <a:gd name="connsiteY562" fmla="*/ 170021 h 704850"/>
                <a:gd name="connsiteX563" fmla="*/ 555974 w 685800"/>
                <a:gd name="connsiteY563" fmla="*/ 170783 h 704850"/>
                <a:gd name="connsiteX564" fmla="*/ 559213 w 685800"/>
                <a:gd name="connsiteY564" fmla="*/ 171926 h 704850"/>
                <a:gd name="connsiteX565" fmla="*/ 559689 w 685800"/>
                <a:gd name="connsiteY565" fmla="*/ 172021 h 704850"/>
                <a:gd name="connsiteX566" fmla="*/ 560165 w 685800"/>
                <a:gd name="connsiteY566" fmla="*/ 172117 h 704850"/>
                <a:gd name="connsiteX567" fmla="*/ 562261 w 685800"/>
                <a:gd name="connsiteY567" fmla="*/ 171736 h 704850"/>
                <a:gd name="connsiteX568" fmla="*/ 565976 w 685800"/>
                <a:gd name="connsiteY568" fmla="*/ 172403 h 704850"/>
                <a:gd name="connsiteX569" fmla="*/ 567976 w 685800"/>
                <a:gd name="connsiteY569" fmla="*/ 172307 h 704850"/>
                <a:gd name="connsiteX570" fmla="*/ 573596 w 685800"/>
                <a:gd name="connsiteY570" fmla="*/ 171069 h 704850"/>
                <a:gd name="connsiteX571" fmla="*/ 574738 w 685800"/>
                <a:gd name="connsiteY571" fmla="*/ 171069 h 704850"/>
                <a:gd name="connsiteX572" fmla="*/ 575215 w 685800"/>
                <a:gd name="connsiteY572" fmla="*/ 171259 h 704850"/>
                <a:gd name="connsiteX573" fmla="*/ 576167 w 685800"/>
                <a:gd name="connsiteY573" fmla="*/ 171736 h 704850"/>
                <a:gd name="connsiteX574" fmla="*/ 576739 w 685800"/>
                <a:gd name="connsiteY574" fmla="*/ 171926 h 704850"/>
                <a:gd name="connsiteX575" fmla="*/ 577787 w 685800"/>
                <a:gd name="connsiteY575" fmla="*/ 171926 h 704850"/>
                <a:gd name="connsiteX576" fmla="*/ 578548 w 685800"/>
                <a:gd name="connsiteY576" fmla="*/ 171736 h 704850"/>
                <a:gd name="connsiteX577" fmla="*/ 579977 w 685800"/>
                <a:gd name="connsiteY577" fmla="*/ 171069 h 704850"/>
                <a:gd name="connsiteX578" fmla="*/ 580549 w 685800"/>
                <a:gd name="connsiteY578" fmla="*/ 170879 h 704850"/>
                <a:gd name="connsiteX579" fmla="*/ 581025 w 685800"/>
                <a:gd name="connsiteY579" fmla="*/ 170783 h 704850"/>
                <a:gd name="connsiteX580" fmla="*/ 581597 w 685800"/>
                <a:gd name="connsiteY580" fmla="*/ 170783 h 704850"/>
                <a:gd name="connsiteX581" fmla="*/ 582073 w 685800"/>
                <a:gd name="connsiteY581" fmla="*/ 170879 h 704850"/>
                <a:gd name="connsiteX582" fmla="*/ 582549 w 685800"/>
                <a:gd name="connsiteY582" fmla="*/ 171069 h 704850"/>
                <a:gd name="connsiteX583" fmla="*/ 583311 w 685800"/>
                <a:gd name="connsiteY583" fmla="*/ 171450 h 704850"/>
                <a:gd name="connsiteX584" fmla="*/ 584835 w 685800"/>
                <a:gd name="connsiteY584" fmla="*/ 172593 h 704850"/>
                <a:gd name="connsiteX585" fmla="*/ 585883 w 685800"/>
                <a:gd name="connsiteY585" fmla="*/ 172974 h 704850"/>
                <a:gd name="connsiteX586" fmla="*/ 586835 w 685800"/>
                <a:gd name="connsiteY586" fmla="*/ 173069 h 704850"/>
                <a:gd name="connsiteX587" fmla="*/ 587502 w 685800"/>
                <a:gd name="connsiteY587" fmla="*/ 172974 h 704850"/>
                <a:gd name="connsiteX588" fmla="*/ 588073 w 685800"/>
                <a:gd name="connsiteY588" fmla="*/ 172783 h 704850"/>
                <a:gd name="connsiteX589" fmla="*/ 591122 w 685800"/>
                <a:gd name="connsiteY589" fmla="*/ 170879 h 704850"/>
                <a:gd name="connsiteX590" fmla="*/ 591407 w 685800"/>
                <a:gd name="connsiteY590" fmla="*/ 170593 h 704850"/>
                <a:gd name="connsiteX591" fmla="*/ 592169 w 685800"/>
                <a:gd name="connsiteY591" fmla="*/ 170116 h 704850"/>
                <a:gd name="connsiteX592" fmla="*/ 592646 w 685800"/>
                <a:gd name="connsiteY592" fmla="*/ 169926 h 704850"/>
                <a:gd name="connsiteX593" fmla="*/ 597598 w 685800"/>
                <a:gd name="connsiteY593" fmla="*/ 168116 h 704850"/>
                <a:gd name="connsiteX594" fmla="*/ 598265 w 685800"/>
                <a:gd name="connsiteY594" fmla="*/ 167545 h 704850"/>
                <a:gd name="connsiteX595" fmla="*/ 600170 w 685800"/>
                <a:gd name="connsiteY595" fmla="*/ 165640 h 704850"/>
                <a:gd name="connsiteX596" fmla="*/ 600647 w 685800"/>
                <a:gd name="connsiteY596" fmla="*/ 165259 h 704850"/>
                <a:gd name="connsiteX597" fmla="*/ 602456 w 685800"/>
                <a:gd name="connsiteY597" fmla="*/ 164211 h 704850"/>
                <a:gd name="connsiteX598" fmla="*/ 603885 w 685800"/>
                <a:gd name="connsiteY598" fmla="*/ 163735 h 704850"/>
                <a:gd name="connsiteX599" fmla="*/ 604933 w 685800"/>
                <a:gd name="connsiteY599" fmla="*/ 163639 h 704850"/>
                <a:gd name="connsiteX600" fmla="*/ 608362 w 685800"/>
                <a:gd name="connsiteY600" fmla="*/ 163925 h 704850"/>
                <a:gd name="connsiteX601" fmla="*/ 611600 w 685800"/>
                <a:gd name="connsiteY601" fmla="*/ 165163 h 704850"/>
                <a:gd name="connsiteX602" fmla="*/ 612267 w 685800"/>
                <a:gd name="connsiteY602" fmla="*/ 165259 h 704850"/>
                <a:gd name="connsiteX603" fmla="*/ 613220 w 685800"/>
                <a:gd name="connsiteY603" fmla="*/ 165354 h 704850"/>
                <a:gd name="connsiteX604" fmla="*/ 613791 w 685800"/>
                <a:gd name="connsiteY604" fmla="*/ 165163 h 704850"/>
                <a:gd name="connsiteX605" fmla="*/ 614172 w 685800"/>
                <a:gd name="connsiteY605" fmla="*/ 164878 h 704850"/>
                <a:gd name="connsiteX606" fmla="*/ 614267 w 685800"/>
                <a:gd name="connsiteY606" fmla="*/ 164402 h 704850"/>
                <a:gd name="connsiteX607" fmla="*/ 614267 w 685800"/>
                <a:gd name="connsiteY607" fmla="*/ 162782 h 704850"/>
                <a:gd name="connsiteX608" fmla="*/ 614363 w 685800"/>
                <a:gd name="connsiteY608" fmla="*/ 162306 h 704850"/>
                <a:gd name="connsiteX609" fmla="*/ 614648 w 685800"/>
                <a:gd name="connsiteY609" fmla="*/ 161925 h 704850"/>
                <a:gd name="connsiteX610" fmla="*/ 615505 w 685800"/>
                <a:gd name="connsiteY610" fmla="*/ 160972 h 704850"/>
                <a:gd name="connsiteX611" fmla="*/ 615696 w 685800"/>
                <a:gd name="connsiteY611" fmla="*/ 160591 h 704850"/>
                <a:gd name="connsiteX612" fmla="*/ 615887 w 685800"/>
                <a:gd name="connsiteY612" fmla="*/ 160115 h 704850"/>
                <a:gd name="connsiteX613" fmla="*/ 615982 w 685800"/>
                <a:gd name="connsiteY613" fmla="*/ 159544 h 704850"/>
                <a:gd name="connsiteX614" fmla="*/ 616077 w 685800"/>
                <a:gd name="connsiteY614" fmla="*/ 157829 h 704850"/>
                <a:gd name="connsiteX615" fmla="*/ 616077 w 685800"/>
                <a:gd name="connsiteY615" fmla="*/ 156686 h 704850"/>
                <a:gd name="connsiteX616" fmla="*/ 616077 w 685800"/>
                <a:gd name="connsiteY616" fmla="*/ 156210 h 704850"/>
                <a:gd name="connsiteX617" fmla="*/ 616172 w 685800"/>
                <a:gd name="connsiteY617" fmla="*/ 155734 h 704850"/>
                <a:gd name="connsiteX618" fmla="*/ 617601 w 685800"/>
                <a:gd name="connsiteY618" fmla="*/ 153924 h 704850"/>
                <a:gd name="connsiteX619" fmla="*/ 617792 w 685800"/>
                <a:gd name="connsiteY619" fmla="*/ 153448 h 704850"/>
                <a:gd name="connsiteX620" fmla="*/ 617887 w 685800"/>
                <a:gd name="connsiteY620" fmla="*/ 152971 h 704850"/>
                <a:gd name="connsiteX621" fmla="*/ 618077 w 685800"/>
                <a:gd name="connsiteY621" fmla="*/ 151924 h 704850"/>
                <a:gd name="connsiteX622" fmla="*/ 618077 w 685800"/>
                <a:gd name="connsiteY622" fmla="*/ 148399 h 704850"/>
                <a:gd name="connsiteX623" fmla="*/ 618172 w 685800"/>
                <a:gd name="connsiteY623" fmla="*/ 147828 h 704850"/>
                <a:gd name="connsiteX624" fmla="*/ 618363 w 685800"/>
                <a:gd name="connsiteY624" fmla="*/ 147447 h 704850"/>
                <a:gd name="connsiteX625" fmla="*/ 619411 w 685800"/>
                <a:gd name="connsiteY625" fmla="*/ 146018 h 704850"/>
                <a:gd name="connsiteX626" fmla="*/ 619697 w 685800"/>
                <a:gd name="connsiteY626" fmla="*/ 145637 h 704850"/>
                <a:gd name="connsiteX627" fmla="*/ 620554 w 685800"/>
                <a:gd name="connsiteY627" fmla="*/ 143351 h 704850"/>
                <a:gd name="connsiteX628" fmla="*/ 621125 w 685800"/>
                <a:gd name="connsiteY628" fmla="*/ 141351 h 704850"/>
                <a:gd name="connsiteX629" fmla="*/ 621697 w 685800"/>
                <a:gd name="connsiteY629" fmla="*/ 137541 h 704850"/>
                <a:gd name="connsiteX630" fmla="*/ 622078 w 685800"/>
                <a:gd name="connsiteY630" fmla="*/ 135827 h 704850"/>
                <a:gd name="connsiteX631" fmla="*/ 619982 w 685800"/>
                <a:gd name="connsiteY631" fmla="*/ 132493 h 704850"/>
                <a:gd name="connsiteX632" fmla="*/ 619982 w 685800"/>
                <a:gd name="connsiteY632" fmla="*/ 131731 h 704850"/>
                <a:gd name="connsiteX633" fmla="*/ 620173 w 685800"/>
                <a:gd name="connsiteY633" fmla="*/ 130873 h 704850"/>
                <a:gd name="connsiteX634" fmla="*/ 620459 w 685800"/>
                <a:gd name="connsiteY634" fmla="*/ 129921 h 704850"/>
                <a:gd name="connsiteX635" fmla="*/ 620173 w 685800"/>
                <a:gd name="connsiteY635" fmla="*/ 129349 h 704850"/>
                <a:gd name="connsiteX636" fmla="*/ 618363 w 685800"/>
                <a:gd name="connsiteY636" fmla="*/ 127349 h 704850"/>
                <a:gd name="connsiteX637" fmla="*/ 617030 w 685800"/>
                <a:gd name="connsiteY637" fmla="*/ 125158 h 704850"/>
                <a:gd name="connsiteX638" fmla="*/ 616553 w 685800"/>
                <a:gd name="connsiteY638" fmla="*/ 123825 h 704850"/>
                <a:gd name="connsiteX639" fmla="*/ 616648 w 685800"/>
                <a:gd name="connsiteY639" fmla="*/ 122872 h 704850"/>
                <a:gd name="connsiteX640" fmla="*/ 616839 w 685800"/>
                <a:gd name="connsiteY640" fmla="*/ 122396 h 704850"/>
                <a:gd name="connsiteX641" fmla="*/ 618935 w 685800"/>
                <a:gd name="connsiteY641" fmla="*/ 119824 h 704850"/>
                <a:gd name="connsiteX642" fmla="*/ 619887 w 685800"/>
                <a:gd name="connsiteY642" fmla="*/ 118205 h 704850"/>
                <a:gd name="connsiteX643" fmla="*/ 620268 w 685800"/>
                <a:gd name="connsiteY643" fmla="*/ 116872 h 704850"/>
                <a:gd name="connsiteX644" fmla="*/ 620554 w 685800"/>
                <a:gd name="connsiteY644" fmla="*/ 115253 h 704850"/>
                <a:gd name="connsiteX645" fmla="*/ 620935 w 685800"/>
                <a:gd name="connsiteY645" fmla="*/ 111347 h 704850"/>
                <a:gd name="connsiteX646" fmla="*/ 620935 w 685800"/>
                <a:gd name="connsiteY646" fmla="*/ 110776 h 704850"/>
                <a:gd name="connsiteX647" fmla="*/ 620744 w 685800"/>
                <a:gd name="connsiteY647" fmla="*/ 110585 h 704850"/>
                <a:gd name="connsiteX648" fmla="*/ 620363 w 685800"/>
                <a:gd name="connsiteY648" fmla="*/ 110299 h 704850"/>
                <a:gd name="connsiteX649" fmla="*/ 619601 w 685800"/>
                <a:gd name="connsiteY649" fmla="*/ 110109 h 704850"/>
                <a:gd name="connsiteX650" fmla="*/ 618744 w 685800"/>
                <a:gd name="connsiteY650" fmla="*/ 110204 h 704850"/>
                <a:gd name="connsiteX651" fmla="*/ 616744 w 685800"/>
                <a:gd name="connsiteY651" fmla="*/ 110776 h 704850"/>
                <a:gd name="connsiteX652" fmla="*/ 616268 w 685800"/>
                <a:gd name="connsiteY652" fmla="*/ 110871 h 704850"/>
                <a:gd name="connsiteX653" fmla="*/ 615601 w 685800"/>
                <a:gd name="connsiteY653" fmla="*/ 110871 h 704850"/>
                <a:gd name="connsiteX654" fmla="*/ 614648 w 685800"/>
                <a:gd name="connsiteY654" fmla="*/ 110680 h 704850"/>
                <a:gd name="connsiteX655" fmla="*/ 613696 w 685800"/>
                <a:gd name="connsiteY655" fmla="*/ 110014 h 704850"/>
                <a:gd name="connsiteX656" fmla="*/ 613315 w 685800"/>
                <a:gd name="connsiteY656" fmla="*/ 108966 h 704850"/>
                <a:gd name="connsiteX657" fmla="*/ 613220 w 685800"/>
                <a:gd name="connsiteY657" fmla="*/ 106489 h 704850"/>
                <a:gd name="connsiteX658" fmla="*/ 612934 w 685800"/>
                <a:gd name="connsiteY658" fmla="*/ 105823 h 704850"/>
                <a:gd name="connsiteX659" fmla="*/ 612077 w 685800"/>
                <a:gd name="connsiteY659" fmla="*/ 105251 h 704850"/>
                <a:gd name="connsiteX660" fmla="*/ 602837 w 685800"/>
                <a:gd name="connsiteY660" fmla="*/ 102870 h 704850"/>
                <a:gd name="connsiteX661" fmla="*/ 599789 w 685800"/>
                <a:gd name="connsiteY661" fmla="*/ 103156 h 704850"/>
                <a:gd name="connsiteX662" fmla="*/ 596741 w 685800"/>
                <a:gd name="connsiteY662" fmla="*/ 105156 h 704850"/>
                <a:gd name="connsiteX663" fmla="*/ 596074 w 685800"/>
                <a:gd name="connsiteY663" fmla="*/ 105823 h 704850"/>
                <a:gd name="connsiteX664" fmla="*/ 595694 w 685800"/>
                <a:gd name="connsiteY664" fmla="*/ 106489 h 704850"/>
                <a:gd name="connsiteX665" fmla="*/ 595217 w 685800"/>
                <a:gd name="connsiteY665" fmla="*/ 108871 h 704850"/>
                <a:gd name="connsiteX666" fmla="*/ 594551 w 685800"/>
                <a:gd name="connsiteY666" fmla="*/ 110776 h 704850"/>
                <a:gd name="connsiteX667" fmla="*/ 594551 w 685800"/>
                <a:gd name="connsiteY667" fmla="*/ 110871 h 704850"/>
                <a:gd name="connsiteX668" fmla="*/ 594646 w 685800"/>
                <a:gd name="connsiteY668" fmla="*/ 111823 h 704850"/>
                <a:gd name="connsiteX669" fmla="*/ 595027 w 685800"/>
                <a:gd name="connsiteY669" fmla="*/ 114776 h 704850"/>
                <a:gd name="connsiteX670" fmla="*/ 594836 w 685800"/>
                <a:gd name="connsiteY670" fmla="*/ 115729 h 704850"/>
                <a:gd name="connsiteX671" fmla="*/ 594360 w 685800"/>
                <a:gd name="connsiteY671" fmla="*/ 116491 h 704850"/>
                <a:gd name="connsiteX672" fmla="*/ 593598 w 685800"/>
                <a:gd name="connsiteY672" fmla="*/ 116967 h 704850"/>
                <a:gd name="connsiteX673" fmla="*/ 591884 w 685800"/>
                <a:gd name="connsiteY673" fmla="*/ 117634 h 704850"/>
                <a:gd name="connsiteX674" fmla="*/ 591217 w 685800"/>
                <a:gd name="connsiteY674" fmla="*/ 118205 h 704850"/>
                <a:gd name="connsiteX675" fmla="*/ 590740 w 685800"/>
                <a:gd name="connsiteY675" fmla="*/ 119063 h 704850"/>
                <a:gd name="connsiteX676" fmla="*/ 590169 w 685800"/>
                <a:gd name="connsiteY676" fmla="*/ 119729 h 704850"/>
                <a:gd name="connsiteX677" fmla="*/ 589407 w 685800"/>
                <a:gd name="connsiteY677" fmla="*/ 120205 h 704850"/>
                <a:gd name="connsiteX678" fmla="*/ 588455 w 685800"/>
                <a:gd name="connsiteY678" fmla="*/ 120491 h 704850"/>
                <a:gd name="connsiteX679" fmla="*/ 585026 w 685800"/>
                <a:gd name="connsiteY679" fmla="*/ 120872 h 704850"/>
                <a:gd name="connsiteX680" fmla="*/ 581215 w 685800"/>
                <a:gd name="connsiteY680" fmla="*/ 122111 h 704850"/>
                <a:gd name="connsiteX681" fmla="*/ 580263 w 685800"/>
                <a:gd name="connsiteY681" fmla="*/ 122301 h 704850"/>
                <a:gd name="connsiteX682" fmla="*/ 579120 w 685800"/>
                <a:gd name="connsiteY682" fmla="*/ 122206 h 704850"/>
                <a:gd name="connsiteX683" fmla="*/ 576644 w 685800"/>
                <a:gd name="connsiteY683" fmla="*/ 121444 h 704850"/>
                <a:gd name="connsiteX684" fmla="*/ 575596 w 685800"/>
                <a:gd name="connsiteY684" fmla="*/ 121253 h 704850"/>
                <a:gd name="connsiteX685" fmla="*/ 574548 w 685800"/>
                <a:gd name="connsiteY685" fmla="*/ 121348 h 704850"/>
                <a:gd name="connsiteX686" fmla="*/ 570738 w 685800"/>
                <a:gd name="connsiteY686" fmla="*/ 123730 h 704850"/>
                <a:gd name="connsiteX687" fmla="*/ 569881 w 685800"/>
                <a:gd name="connsiteY687" fmla="*/ 124111 h 704850"/>
                <a:gd name="connsiteX688" fmla="*/ 568928 w 685800"/>
                <a:gd name="connsiteY688" fmla="*/ 124396 h 704850"/>
                <a:gd name="connsiteX689" fmla="*/ 566738 w 685800"/>
                <a:gd name="connsiteY689" fmla="*/ 124682 h 704850"/>
                <a:gd name="connsiteX690" fmla="*/ 565499 w 685800"/>
                <a:gd name="connsiteY690" fmla="*/ 124492 h 704850"/>
                <a:gd name="connsiteX691" fmla="*/ 564166 w 685800"/>
                <a:gd name="connsiteY691" fmla="*/ 124015 h 704850"/>
                <a:gd name="connsiteX692" fmla="*/ 560642 w 685800"/>
                <a:gd name="connsiteY692" fmla="*/ 121920 h 704850"/>
                <a:gd name="connsiteX693" fmla="*/ 558355 w 685800"/>
                <a:gd name="connsiteY693" fmla="*/ 121348 h 704850"/>
                <a:gd name="connsiteX694" fmla="*/ 557784 w 685800"/>
                <a:gd name="connsiteY694" fmla="*/ 121063 h 704850"/>
                <a:gd name="connsiteX695" fmla="*/ 557022 w 685800"/>
                <a:gd name="connsiteY695" fmla="*/ 120682 h 704850"/>
                <a:gd name="connsiteX696" fmla="*/ 548449 w 685800"/>
                <a:gd name="connsiteY696" fmla="*/ 114300 h 704850"/>
                <a:gd name="connsiteX697" fmla="*/ 547497 w 685800"/>
                <a:gd name="connsiteY697" fmla="*/ 113157 h 704850"/>
                <a:gd name="connsiteX698" fmla="*/ 546354 w 685800"/>
                <a:gd name="connsiteY698" fmla="*/ 111728 h 704850"/>
                <a:gd name="connsiteX699" fmla="*/ 544735 w 685800"/>
                <a:gd name="connsiteY699" fmla="*/ 108775 h 704850"/>
                <a:gd name="connsiteX700" fmla="*/ 544544 w 685800"/>
                <a:gd name="connsiteY700" fmla="*/ 107442 h 704850"/>
                <a:gd name="connsiteX701" fmla="*/ 545116 w 685800"/>
                <a:gd name="connsiteY701" fmla="*/ 106585 h 704850"/>
                <a:gd name="connsiteX702" fmla="*/ 549116 w 685800"/>
                <a:gd name="connsiteY702" fmla="*/ 105537 h 704850"/>
                <a:gd name="connsiteX703" fmla="*/ 552640 w 685800"/>
                <a:gd name="connsiteY703" fmla="*/ 104013 h 704850"/>
                <a:gd name="connsiteX704" fmla="*/ 553307 w 685800"/>
                <a:gd name="connsiteY704" fmla="*/ 103441 h 704850"/>
                <a:gd name="connsiteX705" fmla="*/ 553784 w 685800"/>
                <a:gd name="connsiteY705" fmla="*/ 102775 h 704850"/>
                <a:gd name="connsiteX706" fmla="*/ 553974 w 685800"/>
                <a:gd name="connsiteY706" fmla="*/ 101822 h 704850"/>
                <a:gd name="connsiteX707" fmla="*/ 553879 w 685800"/>
                <a:gd name="connsiteY707" fmla="*/ 100870 h 704850"/>
                <a:gd name="connsiteX708" fmla="*/ 553593 w 685800"/>
                <a:gd name="connsiteY708" fmla="*/ 100013 h 704850"/>
                <a:gd name="connsiteX709" fmla="*/ 553307 w 685800"/>
                <a:gd name="connsiteY709" fmla="*/ 99155 h 704850"/>
                <a:gd name="connsiteX710" fmla="*/ 551212 w 685800"/>
                <a:gd name="connsiteY710" fmla="*/ 94774 h 704850"/>
                <a:gd name="connsiteX711" fmla="*/ 550831 w 685800"/>
                <a:gd name="connsiteY711" fmla="*/ 93916 h 704850"/>
                <a:gd name="connsiteX712" fmla="*/ 550831 w 685800"/>
                <a:gd name="connsiteY712" fmla="*/ 93059 h 704850"/>
                <a:gd name="connsiteX713" fmla="*/ 551212 w 685800"/>
                <a:gd name="connsiteY713" fmla="*/ 92297 h 704850"/>
                <a:gd name="connsiteX714" fmla="*/ 552260 w 685800"/>
                <a:gd name="connsiteY714" fmla="*/ 90964 h 704850"/>
                <a:gd name="connsiteX715" fmla="*/ 552355 w 685800"/>
                <a:gd name="connsiteY715" fmla="*/ 90202 h 704850"/>
                <a:gd name="connsiteX716" fmla="*/ 551783 w 685800"/>
                <a:gd name="connsiteY716" fmla="*/ 89249 h 704850"/>
                <a:gd name="connsiteX717" fmla="*/ 549973 w 685800"/>
                <a:gd name="connsiteY717" fmla="*/ 87058 h 704850"/>
                <a:gd name="connsiteX718" fmla="*/ 549307 w 685800"/>
                <a:gd name="connsiteY718" fmla="*/ 86201 h 704850"/>
                <a:gd name="connsiteX719" fmla="*/ 548545 w 685800"/>
                <a:gd name="connsiteY719" fmla="*/ 85344 h 704850"/>
                <a:gd name="connsiteX720" fmla="*/ 547402 w 685800"/>
                <a:gd name="connsiteY720" fmla="*/ 84677 h 704850"/>
                <a:gd name="connsiteX721" fmla="*/ 543401 w 685800"/>
                <a:gd name="connsiteY721" fmla="*/ 83439 h 704850"/>
                <a:gd name="connsiteX722" fmla="*/ 541972 w 685800"/>
                <a:gd name="connsiteY722" fmla="*/ 82867 h 704850"/>
                <a:gd name="connsiteX723" fmla="*/ 540639 w 685800"/>
                <a:gd name="connsiteY723" fmla="*/ 81724 h 704850"/>
                <a:gd name="connsiteX724" fmla="*/ 539877 w 685800"/>
                <a:gd name="connsiteY724" fmla="*/ 80772 h 704850"/>
                <a:gd name="connsiteX725" fmla="*/ 539496 w 685800"/>
                <a:gd name="connsiteY725" fmla="*/ 79629 h 704850"/>
                <a:gd name="connsiteX726" fmla="*/ 539401 w 685800"/>
                <a:gd name="connsiteY726" fmla="*/ 78486 h 704850"/>
                <a:gd name="connsiteX727" fmla="*/ 539496 w 685800"/>
                <a:gd name="connsiteY727" fmla="*/ 75247 h 704850"/>
                <a:gd name="connsiteX728" fmla="*/ 539020 w 685800"/>
                <a:gd name="connsiteY728" fmla="*/ 73438 h 704850"/>
                <a:gd name="connsiteX729" fmla="*/ 539401 w 685800"/>
                <a:gd name="connsiteY729" fmla="*/ 70675 h 704850"/>
                <a:gd name="connsiteX730" fmla="*/ 538924 w 685800"/>
                <a:gd name="connsiteY730" fmla="*/ 68866 h 704850"/>
                <a:gd name="connsiteX731" fmla="*/ 538924 w 685800"/>
                <a:gd name="connsiteY731" fmla="*/ 67913 h 704850"/>
                <a:gd name="connsiteX732" fmla="*/ 539020 w 685800"/>
                <a:gd name="connsiteY732" fmla="*/ 66961 h 704850"/>
                <a:gd name="connsiteX733" fmla="*/ 538924 w 685800"/>
                <a:gd name="connsiteY733" fmla="*/ 66199 h 704850"/>
                <a:gd name="connsiteX734" fmla="*/ 538924 w 685800"/>
                <a:gd name="connsiteY734" fmla="*/ 65818 h 704850"/>
                <a:gd name="connsiteX735" fmla="*/ 538924 w 685800"/>
                <a:gd name="connsiteY735" fmla="*/ 65722 h 704850"/>
                <a:gd name="connsiteX736" fmla="*/ 538544 w 685800"/>
                <a:gd name="connsiteY736" fmla="*/ 64770 h 704850"/>
                <a:gd name="connsiteX737" fmla="*/ 538448 w 685800"/>
                <a:gd name="connsiteY737" fmla="*/ 63913 h 704850"/>
                <a:gd name="connsiteX738" fmla="*/ 538448 w 685800"/>
                <a:gd name="connsiteY738" fmla="*/ 62960 h 704850"/>
                <a:gd name="connsiteX739" fmla="*/ 538829 w 685800"/>
                <a:gd name="connsiteY739" fmla="*/ 62103 h 704850"/>
                <a:gd name="connsiteX740" fmla="*/ 539401 w 685800"/>
                <a:gd name="connsiteY740" fmla="*/ 61627 h 704850"/>
                <a:gd name="connsiteX741" fmla="*/ 542830 w 685800"/>
                <a:gd name="connsiteY741" fmla="*/ 60674 h 704850"/>
                <a:gd name="connsiteX742" fmla="*/ 543687 w 685800"/>
                <a:gd name="connsiteY742" fmla="*/ 60293 h 704850"/>
                <a:gd name="connsiteX743" fmla="*/ 545211 w 685800"/>
                <a:gd name="connsiteY743" fmla="*/ 59436 h 704850"/>
                <a:gd name="connsiteX744" fmla="*/ 545973 w 685800"/>
                <a:gd name="connsiteY744" fmla="*/ 59246 h 704850"/>
                <a:gd name="connsiteX745" fmla="*/ 546640 w 685800"/>
                <a:gd name="connsiteY745" fmla="*/ 59627 h 704850"/>
                <a:gd name="connsiteX746" fmla="*/ 547402 w 685800"/>
                <a:gd name="connsiteY746" fmla="*/ 59817 h 704850"/>
                <a:gd name="connsiteX747" fmla="*/ 548164 w 685800"/>
                <a:gd name="connsiteY747" fmla="*/ 59817 h 704850"/>
                <a:gd name="connsiteX748" fmla="*/ 548926 w 685800"/>
                <a:gd name="connsiteY748" fmla="*/ 59436 h 704850"/>
                <a:gd name="connsiteX749" fmla="*/ 549402 w 685800"/>
                <a:gd name="connsiteY749" fmla="*/ 59055 h 704850"/>
                <a:gd name="connsiteX750" fmla="*/ 550069 w 685800"/>
                <a:gd name="connsiteY750" fmla="*/ 58007 h 704850"/>
                <a:gd name="connsiteX751" fmla="*/ 550545 w 685800"/>
                <a:gd name="connsiteY751" fmla="*/ 57531 h 704850"/>
                <a:gd name="connsiteX752" fmla="*/ 551021 w 685800"/>
                <a:gd name="connsiteY752" fmla="*/ 57150 h 704850"/>
                <a:gd name="connsiteX753" fmla="*/ 551593 w 685800"/>
                <a:gd name="connsiteY753" fmla="*/ 56864 h 704850"/>
                <a:gd name="connsiteX754" fmla="*/ 553022 w 685800"/>
                <a:gd name="connsiteY754" fmla="*/ 56388 h 704850"/>
                <a:gd name="connsiteX755" fmla="*/ 553593 w 685800"/>
                <a:gd name="connsiteY755" fmla="*/ 56197 h 704850"/>
                <a:gd name="connsiteX756" fmla="*/ 553879 w 685800"/>
                <a:gd name="connsiteY756" fmla="*/ 55816 h 704850"/>
                <a:gd name="connsiteX757" fmla="*/ 554069 w 685800"/>
                <a:gd name="connsiteY757" fmla="*/ 55340 h 704850"/>
                <a:gd name="connsiteX758" fmla="*/ 553974 w 685800"/>
                <a:gd name="connsiteY758" fmla="*/ 54864 h 704850"/>
                <a:gd name="connsiteX759" fmla="*/ 553879 w 685800"/>
                <a:gd name="connsiteY759" fmla="*/ 54388 h 704850"/>
                <a:gd name="connsiteX760" fmla="*/ 553498 w 685800"/>
                <a:gd name="connsiteY760" fmla="*/ 54007 h 704850"/>
                <a:gd name="connsiteX761" fmla="*/ 552736 w 685800"/>
                <a:gd name="connsiteY761" fmla="*/ 53530 h 704850"/>
                <a:gd name="connsiteX762" fmla="*/ 551497 w 685800"/>
                <a:gd name="connsiteY762" fmla="*/ 53054 h 704850"/>
                <a:gd name="connsiteX763" fmla="*/ 549973 w 685800"/>
                <a:gd name="connsiteY763" fmla="*/ 52673 h 704850"/>
                <a:gd name="connsiteX764" fmla="*/ 549116 w 685800"/>
                <a:gd name="connsiteY764" fmla="*/ 52483 h 704850"/>
                <a:gd name="connsiteX765" fmla="*/ 547497 w 685800"/>
                <a:gd name="connsiteY765" fmla="*/ 52388 h 704850"/>
                <a:gd name="connsiteX766" fmla="*/ 546640 w 685800"/>
                <a:gd name="connsiteY766" fmla="*/ 52483 h 704850"/>
                <a:gd name="connsiteX767" fmla="*/ 546163 w 685800"/>
                <a:gd name="connsiteY767" fmla="*/ 52864 h 704850"/>
                <a:gd name="connsiteX768" fmla="*/ 545782 w 685800"/>
                <a:gd name="connsiteY768" fmla="*/ 53245 h 704850"/>
                <a:gd name="connsiteX769" fmla="*/ 545021 w 685800"/>
                <a:gd name="connsiteY769" fmla="*/ 53626 h 704850"/>
                <a:gd name="connsiteX770" fmla="*/ 543401 w 685800"/>
                <a:gd name="connsiteY770" fmla="*/ 53912 h 704850"/>
                <a:gd name="connsiteX771" fmla="*/ 541877 w 685800"/>
                <a:gd name="connsiteY771" fmla="*/ 53721 h 704850"/>
                <a:gd name="connsiteX772" fmla="*/ 540448 w 685800"/>
                <a:gd name="connsiteY772" fmla="*/ 53149 h 704850"/>
                <a:gd name="connsiteX773" fmla="*/ 539305 w 685800"/>
                <a:gd name="connsiteY773" fmla="*/ 52102 h 704850"/>
                <a:gd name="connsiteX774" fmla="*/ 538448 w 685800"/>
                <a:gd name="connsiteY774" fmla="*/ 51054 h 704850"/>
                <a:gd name="connsiteX775" fmla="*/ 538258 w 685800"/>
                <a:gd name="connsiteY775" fmla="*/ 51054 h 704850"/>
                <a:gd name="connsiteX776" fmla="*/ 538163 w 685800"/>
                <a:gd name="connsiteY776" fmla="*/ 51721 h 704850"/>
                <a:gd name="connsiteX777" fmla="*/ 537591 w 685800"/>
                <a:gd name="connsiteY777" fmla="*/ 52673 h 704850"/>
                <a:gd name="connsiteX778" fmla="*/ 537020 w 685800"/>
                <a:gd name="connsiteY778" fmla="*/ 53054 h 704850"/>
                <a:gd name="connsiteX779" fmla="*/ 532733 w 685800"/>
                <a:gd name="connsiteY779" fmla="*/ 53149 h 704850"/>
                <a:gd name="connsiteX780" fmla="*/ 529685 w 685800"/>
                <a:gd name="connsiteY780" fmla="*/ 53626 h 704850"/>
                <a:gd name="connsiteX781" fmla="*/ 527971 w 685800"/>
                <a:gd name="connsiteY781" fmla="*/ 54197 h 704850"/>
                <a:gd name="connsiteX782" fmla="*/ 526542 w 685800"/>
                <a:gd name="connsiteY782" fmla="*/ 55150 h 704850"/>
                <a:gd name="connsiteX783" fmla="*/ 525780 w 685800"/>
                <a:gd name="connsiteY783" fmla="*/ 55531 h 704850"/>
                <a:gd name="connsiteX784" fmla="*/ 524732 w 685800"/>
                <a:gd name="connsiteY784" fmla="*/ 55436 h 704850"/>
                <a:gd name="connsiteX785" fmla="*/ 523018 w 685800"/>
                <a:gd name="connsiteY785" fmla="*/ 53912 h 704850"/>
                <a:gd name="connsiteX786" fmla="*/ 522256 w 685800"/>
                <a:gd name="connsiteY786" fmla="*/ 53626 h 704850"/>
                <a:gd name="connsiteX787" fmla="*/ 520732 w 685800"/>
                <a:gd name="connsiteY787" fmla="*/ 53912 h 704850"/>
                <a:gd name="connsiteX788" fmla="*/ 517874 w 685800"/>
                <a:gd name="connsiteY788" fmla="*/ 55150 h 704850"/>
                <a:gd name="connsiteX789" fmla="*/ 516255 w 685800"/>
                <a:gd name="connsiteY789" fmla="*/ 55436 h 704850"/>
                <a:gd name="connsiteX790" fmla="*/ 514636 w 685800"/>
                <a:gd name="connsiteY790" fmla="*/ 55340 h 704850"/>
                <a:gd name="connsiteX791" fmla="*/ 513683 w 685800"/>
                <a:gd name="connsiteY791" fmla="*/ 54864 h 704850"/>
                <a:gd name="connsiteX792" fmla="*/ 512731 w 685800"/>
                <a:gd name="connsiteY792" fmla="*/ 54292 h 704850"/>
                <a:gd name="connsiteX793" fmla="*/ 511112 w 685800"/>
                <a:gd name="connsiteY793" fmla="*/ 53626 h 704850"/>
                <a:gd name="connsiteX794" fmla="*/ 510445 w 685800"/>
                <a:gd name="connsiteY794" fmla="*/ 53626 h 704850"/>
                <a:gd name="connsiteX795" fmla="*/ 509492 w 685800"/>
                <a:gd name="connsiteY795" fmla="*/ 53912 h 704850"/>
                <a:gd name="connsiteX796" fmla="*/ 508730 w 685800"/>
                <a:gd name="connsiteY796" fmla="*/ 53912 h 704850"/>
                <a:gd name="connsiteX797" fmla="*/ 508349 w 685800"/>
                <a:gd name="connsiteY797" fmla="*/ 53340 h 704850"/>
                <a:gd name="connsiteX798" fmla="*/ 508254 w 685800"/>
                <a:gd name="connsiteY798" fmla="*/ 51435 h 704850"/>
                <a:gd name="connsiteX799" fmla="*/ 508063 w 685800"/>
                <a:gd name="connsiteY799" fmla="*/ 50673 h 704850"/>
                <a:gd name="connsiteX800" fmla="*/ 507778 w 685800"/>
                <a:gd name="connsiteY800" fmla="*/ 49816 h 704850"/>
                <a:gd name="connsiteX801" fmla="*/ 506540 w 685800"/>
                <a:gd name="connsiteY801" fmla="*/ 50482 h 704850"/>
                <a:gd name="connsiteX802" fmla="*/ 506063 w 685800"/>
                <a:gd name="connsiteY802" fmla="*/ 51816 h 704850"/>
                <a:gd name="connsiteX803" fmla="*/ 505778 w 685800"/>
                <a:gd name="connsiteY803" fmla="*/ 53340 h 704850"/>
                <a:gd name="connsiteX804" fmla="*/ 505016 w 685800"/>
                <a:gd name="connsiteY804" fmla="*/ 54769 h 704850"/>
                <a:gd name="connsiteX805" fmla="*/ 505396 w 685800"/>
                <a:gd name="connsiteY805" fmla="*/ 56197 h 704850"/>
                <a:gd name="connsiteX806" fmla="*/ 504730 w 685800"/>
                <a:gd name="connsiteY806" fmla="*/ 57817 h 704850"/>
                <a:gd name="connsiteX807" fmla="*/ 502825 w 685800"/>
                <a:gd name="connsiteY807" fmla="*/ 61055 h 704850"/>
                <a:gd name="connsiteX808" fmla="*/ 502063 w 685800"/>
                <a:gd name="connsiteY808" fmla="*/ 62865 h 704850"/>
                <a:gd name="connsiteX809" fmla="*/ 502253 w 685800"/>
                <a:gd name="connsiteY809" fmla="*/ 63437 h 704850"/>
                <a:gd name="connsiteX810" fmla="*/ 504158 w 685800"/>
                <a:gd name="connsiteY810" fmla="*/ 67056 h 704850"/>
                <a:gd name="connsiteX811" fmla="*/ 507206 w 685800"/>
                <a:gd name="connsiteY811" fmla="*/ 74676 h 704850"/>
                <a:gd name="connsiteX812" fmla="*/ 508063 w 685800"/>
                <a:gd name="connsiteY812" fmla="*/ 79820 h 704850"/>
                <a:gd name="connsiteX813" fmla="*/ 508825 w 685800"/>
                <a:gd name="connsiteY813" fmla="*/ 81439 h 704850"/>
                <a:gd name="connsiteX814" fmla="*/ 501587 w 685800"/>
                <a:gd name="connsiteY814" fmla="*/ 87821 h 704850"/>
                <a:gd name="connsiteX815" fmla="*/ 498443 w 685800"/>
                <a:gd name="connsiteY815" fmla="*/ 88963 h 704850"/>
                <a:gd name="connsiteX816" fmla="*/ 496253 w 685800"/>
                <a:gd name="connsiteY816" fmla="*/ 91440 h 704850"/>
                <a:gd name="connsiteX817" fmla="*/ 495205 w 685800"/>
                <a:gd name="connsiteY817" fmla="*/ 91345 h 704850"/>
                <a:gd name="connsiteX818" fmla="*/ 494252 w 685800"/>
                <a:gd name="connsiteY818" fmla="*/ 90202 h 704850"/>
                <a:gd name="connsiteX819" fmla="*/ 493109 w 685800"/>
                <a:gd name="connsiteY819" fmla="*/ 88582 h 704850"/>
                <a:gd name="connsiteX820" fmla="*/ 491776 w 685800"/>
                <a:gd name="connsiteY820" fmla="*/ 87058 h 704850"/>
                <a:gd name="connsiteX821" fmla="*/ 489966 w 685800"/>
                <a:gd name="connsiteY821" fmla="*/ 86487 h 704850"/>
                <a:gd name="connsiteX822" fmla="*/ 489204 w 685800"/>
                <a:gd name="connsiteY822" fmla="*/ 86678 h 704850"/>
                <a:gd name="connsiteX823" fmla="*/ 488633 w 685800"/>
                <a:gd name="connsiteY823" fmla="*/ 87249 h 704850"/>
                <a:gd name="connsiteX824" fmla="*/ 488061 w 685800"/>
                <a:gd name="connsiteY824" fmla="*/ 87821 h 704850"/>
                <a:gd name="connsiteX825" fmla="*/ 487490 w 685800"/>
                <a:gd name="connsiteY825" fmla="*/ 88297 h 704850"/>
                <a:gd name="connsiteX826" fmla="*/ 486728 w 685800"/>
                <a:gd name="connsiteY826" fmla="*/ 88487 h 704850"/>
                <a:gd name="connsiteX827" fmla="*/ 484918 w 685800"/>
                <a:gd name="connsiteY827" fmla="*/ 88582 h 704850"/>
                <a:gd name="connsiteX828" fmla="*/ 484251 w 685800"/>
                <a:gd name="connsiteY828" fmla="*/ 88868 h 704850"/>
                <a:gd name="connsiteX829" fmla="*/ 483489 w 685800"/>
                <a:gd name="connsiteY829" fmla="*/ 90202 h 704850"/>
                <a:gd name="connsiteX830" fmla="*/ 482632 w 685800"/>
                <a:gd name="connsiteY830" fmla="*/ 92297 h 704850"/>
                <a:gd name="connsiteX831" fmla="*/ 481584 w 685800"/>
                <a:gd name="connsiteY831" fmla="*/ 94202 h 704850"/>
                <a:gd name="connsiteX832" fmla="*/ 475202 w 685800"/>
                <a:gd name="connsiteY832" fmla="*/ 98679 h 704850"/>
                <a:gd name="connsiteX833" fmla="*/ 474917 w 685800"/>
                <a:gd name="connsiteY833" fmla="*/ 98774 h 704850"/>
                <a:gd name="connsiteX834" fmla="*/ 474726 w 685800"/>
                <a:gd name="connsiteY834" fmla="*/ 99631 h 704850"/>
                <a:gd name="connsiteX835" fmla="*/ 475012 w 685800"/>
                <a:gd name="connsiteY835" fmla="*/ 101346 h 704850"/>
                <a:gd name="connsiteX836" fmla="*/ 474631 w 685800"/>
                <a:gd name="connsiteY836" fmla="*/ 102203 h 704850"/>
                <a:gd name="connsiteX837" fmla="*/ 474155 w 685800"/>
                <a:gd name="connsiteY837" fmla="*/ 102679 h 704850"/>
                <a:gd name="connsiteX838" fmla="*/ 473678 w 685800"/>
                <a:gd name="connsiteY838" fmla="*/ 103346 h 704850"/>
                <a:gd name="connsiteX839" fmla="*/ 473392 w 685800"/>
                <a:gd name="connsiteY839" fmla="*/ 104013 h 704850"/>
                <a:gd name="connsiteX840" fmla="*/ 473202 w 685800"/>
                <a:gd name="connsiteY840" fmla="*/ 104680 h 704850"/>
                <a:gd name="connsiteX841" fmla="*/ 473774 w 685800"/>
                <a:gd name="connsiteY841" fmla="*/ 107061 h 704850"/>
                <a:gd name="connsiteX842" fmla="*/ 475012 w 685800"/>
                <a:gd name="connsiteY842" fmla="*/ 107442 h 704850"/>
                <a:gd name="connsiteX843" fmla="*/ 476441 w 685800"/>
                <a:gd name="connsiteY843" fmla="*/ 107252 h 704850"/>
                <a:gd name="connsiteX844" fmla="*/ 477584 w 685800"/>
                <a:gd name="connsiteY844" fmla="*/ 107442 h 704850"/>
                <a:gd name="connsiteX845" fmla="*/ 478631 w 685800"/>
                <a:gd name="connsiteY845" fmla="*/ 111538 h 704850"/>
                <a:gd name="connsiteX846" fmla="*/ 479584 w 685800"/>
                <a:gd name="connsiteY846" fmla="*/ 113443 h 704850"/>
                <a:gd name="connsiteX847" fmla="*/ 481203 w 685800"/>
                <a:gd name="connsiteY847" fmla="*/ 112681 h 704850"/>
                <a:gd name="connsiteX848" fmla="*/ 481775 w 685800"/>
                <a:gd name="connsiteY848" fmla="*/ 112204 h 704850"/>
                <a:gd name="connsiteX849" fmla="*/ 482537 w 685800"/>
                <a:gd name="connsiteY849" fmla="*/ 111919 h 704850"/>
                <a:gd name="connsiteX850" fmla="*/ 483299 w 685800"/>
                <a:gd name="connsiteY850" fmla="*/ 111919 h 704850"/>
                <a:gd name="connsiteX851" fmla="*/ 483680 w 685800"/>
                <a:gd name="connsiteY851" fmla="*/ 112395 h 704850"/>
                <a:gd name="connsiteX852" fmla="*/ 483489 w 685800"/>
                <a:gd name="connsiteY852" fmla="*/ 113062 h 704850"/>
                <a:gd name="connsiteX853" fmla="*/ 482917 w 685800"/>
                <a:gd name="connsiteY853" fmla="*/ 113538 h 704850"/>
                <a:gd name="connsiteX854" fmla="*/ 481394 w 685800"/>
                <a:gd name="connsiteY854" fmla="*/ 114300 h 704850"/>
                <a:gd name="connsiteX855" fmla="*/ 479965 w 685800"/>
                <a:gd name="connsiteY855" fmla="*/ 115729 h 704850"/>
                <a:gd name="connsiteX856" fmla="*/ 479393 w 685800"/>
                <a:gd name="connsiteY856" fmla="*/ 117157 h 704850"/>
                <a:gd name="connsiteX857" fmla="*/ 479108 w 685800"/>
                <a:gd name="connsiteY857" fmla="*/ 123063 h 704850"/>
                <a:gd name="connsiteX858" fmla="*/ 478726 w 685800"/>
                <a:gd name="connsiteY858" fmla="*/ 124396 h 704850"/>
                <a:gd name="connsiteX859" fmla="*/ 477107 w 685800"/>
                <a:gd name="connsiteY859" fmla="*/ 126587 h 704850"/>
                <a:gd name="connsiteX860" fmla="*/ 476821 w 685800"/>
                <a:gd name="connsiteY860" fmla="*/ 127445 h 704850"/>
                <a:gd name="connsiteX861" fmla="*/ 476821 w 685800"/>
                <a:gd name="connsiteY861" fmla="*/ 128302 h 704850"/>
                <a:gd name="connsiteX862" fmla="*/ 476631 w 685800"/>
                <a:gd name="connsiteY862" fmla="*/ 128873 h 704850"/>
                <a:gd name="connsiteX863" fmla="*/ 475679 w 685800"/>
                <a:gd name="connsiteY863" fmla="*/ 129064 h 704850"/>
                <a:gd name="connsiteX864" fmla="*/ 475202 w 685800"/>
                <a:gd name="connsiteY864" fmla="*/ 129540 h 704850"/>
                <a:gd name="connsiteX865" fmla="*/ 475012 w 685800"/>
                <a:gd name="connsiteY865" fmla="*/ 130492 h 704850"/>
                <a:gd name="connsiteX866" fmla="*/ 474917 w 685800"/>
                <a:gd name="connsiteY866" fmla="*/ 131636 h 704850"/>
                <a:gd name="connsiteX867" fmla="*/ 474631 w 685800"/>
                <a:gd name="connsiteY867" fmla="*/ 132397 h 704850"/>
                <a:gd name="connsiteX868" fmla="*/ 474059 w 685800"/>
                <a:gd name="connsiteY868" fmla="*/ 132779 h 704850"/>
                <a:gd name="connsiteX869" fmla="*/ 471678 w 685800"/>
                <a:gd name="connsiteY869" fmla="*/ 133921 h 704850"/>
                <a:gd name="connsiteX870" fmla="*/ 464630 w 685800"/>
                <a:gd name="connsiteY870" fmla="*/ 140208 h 704850"/>
                <a:gd name="connsiteX871" fmla="*/ 463963 w 685800"/>
                <a:gd name="connsiteY871" fmla="*/ 141065 h 704850"/>
                <a:gd name="connsiteX872" fmla="*/ 463582 w 685800"/>
                <a:gd name="connsiteY872" fmla="*/ 141827 h 704850"/>
                <a:gd name="connsiteX873" fmla="*/ 461772 w 685800"/>
                <a:gd name="connsiteY873" fmla="*/ 142684 h 704850"/>
                <a:gd name="connsiteX874" fmla="*/ 461200 w 685800"/>
                <a:gd name="connsiteY874" fmla="*/ 143161 h 704850"/>
                <a:gd name="connsiteX875" fmla="*/ 461391 w 685800"/>
                <a:gd name="connsiteY875" fmla="*/ 143732 h 704850"/>
                <a:gd name="connsiteX876" fmla="*/ 462915 w 685800"/>
                <a:gd name="connsiteY876" fmla="*/ 146304 h 704850"/>
                <a:gd name="connsiteX877" fmla="*/ 462153 w 685800"/>
                <a:gd name="connsiteY877" fmla="*/ 147923 h 704850"/>
                <a:gd name="connsiteX878" fmla="*/ 461296 w 685800"/>
                <a:gd name="connsiteY878" fmla="*/ 148495 h 704850"/>
                <a:gd name="connsiteX879" fmla="*/ 458438 w 685800"/>
                <a:gd name="connsiteY879" fmla="*/ 148780 h 704850"/>
                <a:gd name="connsiteX880" fmla="*/ 456819 w 685800"/>
                <a:gd name="connsiteY880" fmla="*/ 149162 h 704850"/>
                <a:gd name="connsiteX881" fmla="*/ 455962 w 685800"/>
                <a:gd name="connsiteY881" fmla="*/ 149733 h 704850"/>
                <a:gd name="connsiteX882" fmla="*/ 451295 w 685800"/>
                <a:gd name="connsiteY882" fmla="*/ 156020 h 704850"/>
                <a:gd name="connsiteX883" fmla="*/ 450533 w 685800"/>
                <a:gd name="connsiteY883" fmla="*/ 158115 h 704850"/>
                <a:gd name="connsiteX884" fmla="*/ 450247 w 685800"/>
                <a:gd name="connsiteY884" fmla="*/ 161639 h 704850"/>
                <a:gd name="connsiteX885" fmla="*/ 449294 w 685800"/>
                <a:gd name="connsiteY885" fmla="*/ 162782 h 704850"/>
                <a:gd name="connsiteX886" fmla="*/ 448151 w 685800"/>
                <a:gd name="connsiteY886" fmla="*/ 163639 h 704850"/>
                <a:gd name="connsiteX887" fmla="*/ 447008 w 685800"/>
                <a:gd name="connsiteY887" fmla="*/ 163925 h 704850"/>
                <a:gd name="connsiteX888" fmla="*/ 445865 w 685800"/>
                <a:gd name="connsiteY888" fmla="*/ 163449 h 704850"/>
                <a:gd name="connsiteX889" fmla="*/ 445199 w 685800"/>
                <a:gd name="connsiteY889" fmla="*/ 163735 h 704850"/>
                <a:gd name="connsiteX890" fmla="*/ 444151 w 685800"/>
                <a:gd name="connsiteY890" fmla="*/ 164021 h 704850"/>
                <a:gd name="connsiteX891" fmla="*/ 442246 w 685800"/>
                <a:gd name="connsiteY891" fmla="*/ 164116 h 704850"/>
                <a:gd name="connsiteX892" fmla="*/ 441579 w 685800"/>
                <a:gd name="connsiteY892" fmla="*/ 164402 h 704850"/>
                <a:gd name="connsiteX893" fmla="*/ 440055 w 685800"/>
                <a:gd name="connsiteY893" fmla="*/ 165640 h 704850"/>
                <a:gd name="connsiteX894" fmla="*/ 439579 w 685800"/>
                <a:gd name="connsiteY894" fmla="*/ 165925 h 704850"/>
                <a:gd name="connsiteX895" fmla="*/ 437864 w 685800"/>
                <a:gd name="connsiteY895" fmla="*/ 165925 h 704850"/>
                <a:gd name="connsiteX896" fmla="*/ 436721 w 685800"/>
                <a:gd name="connsiteY896" fmla="*/ 165735 h 704850"/>
                <a:gd name="connsiteX897" fmla="*/ 435864 w 685800"/>
                <a:gd name="connsiteY897" fmla="*/ 164782 h 704850"/>
                <a:gd name="connsiteX898" fmla="*/ 434912 w 685800"/>
                <a:gd name="connsiteY898" fmla="*/ 162878 h 704850"/>
                <a:gd name="connsiteX899" fmla="*/ 433864 w 685800"/>
                <a:gd name="connsiteY899" fmla="*/ 164306 h 704850"/>
                <a:gd name="connsiteX900" fmla="*/ 432911 w 685800"/>
                <a:gd name="connsiteY900" fmla="*/ 167640 h 704850"/>
                <a:gd name="connsiteX901" fmla="*/ 431101 w 685800"/>
                <a:gd name="connsiteY901" fmla="*/ 170688 h 704850"/>
                <a:gd name="connsiteX902" fmla="*/ 429673 w 685800"/>
                <a:gd name="connsiteY902" fmla="*/ 174403 h 704850"/>
                <a:gd name="connsiteX903" fmla="*/ 429482 w 685800"/>
                <a:gd name="connsiteY903" fmla="*/ 175736 h 704850"/>
                <a:gd name="connsiteX904" fmla="*/ 429673 w 685800"/>
                <a:gd name="connsiteY904" fmla="*/ 177546 h 704850"/>
                <a:gd name="connsiteX905" fmla="*/ 430816 w 685800"/>
                <a:gd name="connsiteY905" fmla="*/ 180689 h 704850"/>
                <a:gd name="connsiteX906" fmla="*/ 431768 w 685800"/>
                <a:gd name="connsiteY906" fmla="*/ 188500 h 704850"/>
                <a:gd name="connsiteX907" fmla="*/ 431578 w 685800"/>
                <a:gd name="connsiteY907" fmla="*/ 190405 h 704850"/>
                <a:gd name="connsiteX908" fmla="*/ 431006 w 685800"/>
                <a:gd name="connsiteY908" fmla="*/ 191738 h 704850"/>
                <a:gd name="connsiteX909" fmla="*/ 429292 w 685800"/>
                <a:gd name="connsiteY909" fmla="*/ 194596 h 704850"/>
                <a:gd name="connsiteX910" fmla="*/ 428911 w 685800"/>
                <a:gd name="connsiteY910" fmla="*/ 196215 h 704850"/>
                <a:gd name="connsiteX911" fmla="*/ 428911 w 685800"/>
                <a:gd name="connsiteY911" fmla="*/ 196977 h 704850"/>
                <a:gd name="connsiteX912" fmla="*/ 428816 w 685800"/>
                <a:gd name="connsiteY912" fmla="*/ 197263 h 704850"/>
                <a:gd name="connsiteX913" fmla="*/ 428816 w 685800"/>
                <a:gd name="connsiteY913" fmla="*/ 197644 h 704850"/>
                <a:gd name="connsiteX914" fmla="*/ 428911 w 685800"/>
                <a:gd name="connsiteY914" fmla="*/ 198406 h 704850"/>
                <a:gd name="connsiteX915" fmla="*/ 429196 w 685800"/>
                <a:gd name="connsiteY915" fmla="*/ 198882 h 704850"/>
                <a:gd name="connsiteX916" fmla="*/ 430149 w 685800"/>
                <a:gd name="connsiteY916" fmla="*/ 199739 h 704850"/>
                <a:gd name="connsiteX917" fmla="*/ 430435 w 685800"/>
                <a:gd name="connsiteY917" fmla="*/ 200215 h 704850"/>
                <a:gd name="connsiteX918" fmla="*/ 430530 w 685800"/>
                <a:gd name="connsiteY918" fmla="*/ 201168 h 704850"/>
                <a:gd name="connsiteX919" fmla="*/ 429959 w 685800"/>
                <a:gd name="connsiteY919" fmla="*/ 203930 h 704850"/>
                <a:gd name="connsiteX920" fmla="*/ 430625 w 685800"/>
                <a:gd name="connsiteY920" fmla="*/ 207169 h 704850"/>
                <a:gd name="connsiteX921" fmla="*/ 432530 w 685800"/>
                <a:gd name="connsiteY921" fmla="*/ 210121 h 704850"/>
                <a:gd name="connsiteX922" fmla="*/ 434816 w 685800"/>
                <a:gd name="connsiteY922" fmla="*/ 212788 h 704850"/>
                <a:gd name="connsiteX923" fmla="*/ 436531 w 685800"/>
                <a:gd name="connsiteY923" fmla="*/ 215551 h 704850"/>
                <a:gd name="connsiteX924" fmla="*/ 437864 w 685800"/>
                <a:gd name="connsiteY924" fmla="*/ 221361 h 704850"/>
                <a:gd name="connsiteX925" fmla="*/ 438436 w 685800"/>
                <a:gd name="connsiteY925" fmla="*/ 222218 h 704850"/>
                <a:gd name="connsiteX926" fmla="*/ 438817 w 685800"/>
                <a:gd name="connsiteY926" fmla="*/ 222695 h 704850"/>
                <a:gd name="connsiteX927" fmla="*/ 439103 w 685800"/>
                <a:gd name="connsiteY927" fmla="*/ 223742 h 704850"/>
                <a:gd name="connsiteX928" fmla="*/ 439293 w 685800"/>
                <a:gd name="connsiteY928" fmla="*/ 225838 h 704850"/>
                <a:gd name="connsiteX929" fmla="*/ 439484 w 685800"/>
                <a:gd name="connsiteY929" fmla="*/ 226886 h 704850"/>
                <a:gd name="connsiteX930" fmla="*/ 440436 w 685800"/>
                <a:gd name="connsiteY930" fmla="*/ 228981 h 704850"/>
                <a:gd name="connsiteX931" fmla="*/ 440817 w 685800"/>
                <a:gd name="connsiteY931" fmla="*/ 230600 h 704850"/>
                <a:gd name="connsiteX932" fmla="*/ 441008 w 685800"/>
                <a:gd name="connsiteY932" fmla="*/ 232220 h 704850"/>
                <a:gd name="connsiteX933" fmla="*/ 440912 w 685800"/>
                <a:gd name="connsiteY933" fmla="*/ 235934 h 704850"/>
                <a:gd name="connsiteX934" fmla="*/ 441388 w 685800"/>
                <a:gd name="connsiteY934" fmla="*/ 237649 h 704850"/>
                <a:gd name="connsiteX935" fmla="*/ 442341 w 685800"/>
                <a:gd name="connsiteY935" fmla="*/ 238696 h 704850"/>
                <a:gd name="connsiteX936" fmla="*/ 443103 w 685800"/>
                <a:gd name="connsiteY936" fmla="*/ 239935 h 704850"/>
                <a:gd name="connsiteX937" fmla="*/ 443103 w 685800"/>
                <a:gd name="connsiteY937" fmla="*/ 241745 h 704850"/>
                <a:gd name="connsiteX938" fmla="*/ 442817 w 685800"/>
                <a:gd name="connsiteY938" fmla="*/ 242602 h 704850"/>
                <a:gd name="connsiteX939" fmla="*/ 441579 w 685800"/>
                <a:gd name="connsiteY939" fmla="*/ 244412 h 704850"/>
                <a:gd name="connsiteX940" fmla="*/ 441198 w 685800"/>
                <a:gd name="connsiteY940" fmla="*/ 244792 h 704850"/>
                <a:gd name="connsiteX941" fmla="*/ 440341 w 685800"/>
                <a:gd name="connsiteY941" fmla="*/ 244792 h 704850"/>
                <a:gd name="connsiteX942" fmla="*/ 439293 w 685800"/>
                <a:gd name="connsiteY942" fmla="*/ 244888 h 704850"/>
                <a:gd name="connsiteX943" fmla="*/ 438531 w 685800"/>
                <a:gd name="connsiteY943" fmla="*/ 245364 h 704850"/>
                <a:gd name="connsiteX944" fmla="*/ 438150 w 685800"/>
                <a:gd name="connsiteY944" fmla="*/ 246316 h 704850"/>
                <a:gd name="connsiteX945" fmla="*/ 438245 w 685800"/>
                <a:gd name="connsiteY945" fmla="*/ 246793 h 704850"/>
                <a:gd name="connsiteX946" fmla="*/ 438721 w 685800"/>
                <a:gd name="connsiteY946" fmla="*/ 247745 h 704850"/>
                <a:gd name="connsiteX947" fmla="*/ 438721 w 685800"/>
                <a:gd name="connsiteY947" fmla="*/ 248412 h 704850"/>
                <a:gd name="connsiteX948" fmla="*/ 438626 w 685800"/>
                <a:gd name="connsiteY948" fmla="*/ 248793 h 704850"/>
                <a:gd name="connsiteX949" fmla="*/ 437864 w 685800"/>
                <a:gd name="connsiteY949" fmla="*/ 249746 h 704850"/>
                <a:gd name="connsiteX950" fmla="*/ 437674 w 685800"/>
                <a:gd name="connsiteY950" fmla="*/ 250222 h 704850"/>
                <a:gd name="connsiteX951" fmla="*/ 437864 w 685800"/>
                <a:gd name="connsiteY951" fmla="*/ 251174 h 704850"/>
                <a:gd name="connsiteX952" fmla="*/ 438531 w 685800"/>
                <a:gd name="connsiteY952" fmla="*/ 252984 h 704850"/>
                <a:gd name="connsiteX953" fmla="*/ 438721 w 685800"/>
                <a:gd name="connsiteY953" fmla="*/ 253841 h 704850"/>
                <a:gd name="connsiteX954" fmla="*/ 438436 w 685800"/>
                <a:gd name="connsiteY954" fmla="*/ 255365 h 704850"/>
                <a:gd name="connsiteX955" fmla="*/ 437579 w 685800"/>
                <a:gd name="connsiteY955" fmla="*/ 256984 h 704850"/>
                <a:gd name="connsiteX956" fmla="*/ 436245 w 685800"/>
                <a:gd name="connsiteY956" fmla="*/ 258223 h 704850"/>
                <a:gd name="connsiteX957" fmla="*/ 434626 w 685800"/>
                <a:gd name="connsiteY957" fmla="*/ 258699 h 704850"/>
                <a:gd name="connsiteX958" fmla="*/ 431197 w 685800"/>
                <a:gd name="connsiteY958" fmla="*/ 258413 h 704850"/>
                <a:gd name="connsiteX959" fmla="*/ 429863 w 685800"/>
                <a:gd name="connsiteY959" fmla="*/ 257842 h 704850"/>
                <a:gd name="connsiteX960" fmla="*/ 429959 w 685800"/>
                <a:gd name="connsiteY960" fmla="*/ 256984 h 704850"/>
                <a:gd name="connsiteX961" fmla="*/ 428816 w 685800"/>
                <a:gd name="connsiteY961" fmla="*/ 256984 h 704850"/>
                <a:gd name="connsiteX962" fmla="*/ 426149 w 685800"/>
                <a:gd name="connsiteY962" fmla="*/ 260318 h 704850"/>
                <a:gd name="connsiteX963" fmla="*/ 424244 w 685800"/>
                <a:gd name="connsiteY963" fmla="*/ 261175 h 704850"/>
                <a:gd name="connsiteX964" fmla="*/ 421862 w 685800"/>
                <a:gd name="connsiteY964" fmla="*/ 261842 h 704850"/>
                <a:gd name="connsiteX965" fmla="*/ 419862 w 685800"/>
                <a:gd name="connsiteY965" fmla="*/ 263366 h 704850"/>
                <a:gd name="connsiteX966" fmla="*/ 416147 w 685800"/>
                <a:gd name="connsiteY966" fmla="*/ 268319 h 704850"/>
                <a:gd name="connsiteX967" fmla="*/ 415385 w 685800"/>
                <a:gd name="connsiteY967" fmla="*/ 269081 h 704850"/>
                <a:gd name="connsiteX968" fmla="*/ 414433 w 685800"/>
                <a:gd name="connsiteY968" fmla="*/ 269557 h 704850"/>
                <a:gd name="connsiteX969" fmla="*/ 413004 w 685800"/>
                <a:gd name="connsiteY969" fmla="*/ 269653 h 704850"/>
                <a:gd name="connsiteX970" fmla="*/ 411956 w 685800"/>
                <a:gd name="connsiteY970" fmla="*/ 269272 h 704850"/>
                <a:gd name="connsiteX971" fmla="*/ 410242 w 685800"/>
                <a:gd name="connsiteY971" fmla="*/ 267653 h 704850"/>
                <a:gd name="connsiteX972" fmla="*/ 407289 w 685800"/>
                <a:gd name="connsiteY972" fmla="*/ 266224 h 704850"/>
                <a:gd name="connsiteX973" fmla="*/ 407480 w 685800"/>
                <a:gd name="connsiteY973" fmla="*/ 263938 h 704850"/>
                <a:gd name="connsiteX974" fmla="*/ 408432 w 685800"/>
                <a:gd name="connsiteY974" fmla="*/ 261080 h 704850"/>
                <a:gd name="connsiteX975" fmla="*/ 408622 w 685800"/>
                <a:gd name="connsiteY975" fmla="*/ 258699 h 704850"/>
                <a:gd name="connsiteX976" fmla="*/ 407956 w 685800"/>
                <a:gd name="connsiteY976" fmla="*/ 257842 h 704850"/>
                <a:gd name="connsiteX977" fmla="*/ 406813 w 685800"/>
                <a:gd name="connsiteY977" fmla="*/ 256889 h 704850"/>
                <a:gd name="connsiteX978" fmla="*/ 405384 w 685800"/>
                <a:gd name="connsiteY978" fmla="*/ 256127 h 704850"/>
                <a:gd name="connsiteX979" fmla="*/ 403955 w 685800"/>
                <a:gd name="connsiteY979" fmla="*/ 255746 h 704850"/>
                <a:gd name="connsiteX980" fmla="*/ 402908 w 685800"/>
                <a:gd name="connsiteY980" fmla="*/ 256222 h 704850"/>
                <a:gd name="connsiteX981" fmla="*/ 398812 w 685800"/>
                <a:gd name="connsiteY981" fmla="*/ 259366 h 704850"/>
                <a:gd name="connsiteX982" fmla="*/ 395764 w 685800"/>
                <a:gd name="connsiteY982" fmla="*/ 260699 h 704850"/>
                <a:gd name="connsiteX983" fmla="*/ 394240 w 685800"/>
                <a:gd name="connsiteY983" fmla="*/ 261080 h 704850"/>
                <a:gd name="connsiteX984" fmla="*/ 392525 w 685800"/>
                <a:gd name="connsiteY984" fmla="*/ 261175 h 704850"/>
                <a:gd name="connsiteX985" fmla="*/ 390620 w 685800"/>
                <a:gd name="connsiteY985" fmla="*/ 261652 h 704850"/>
                <a:gd name="connsiteX986" fmla="*/ 389477 w 685800"/>
                <a:gd name="connsiteY986" fmla="*/ 262890 h 704850"/>
                <a:gd name="connsiteX987" fmla="*/ 388620 w 685800"/>
                <a:gd name="connsiteY987" fmla="*/ 264509 h 704850"/>
                <a:gd name="connsiteX988" fmla="*/ 387191 w 685800"/>
                <a:gd name="connsiteY988" fmla="*/ 266033 h 704850"/>
                <a:gd name="connsiteX989" fmla="*/ 385667 w 685800"/>
                <a:gd name="connsiteY989" fmla="*/ 267081 h 704850"/>
                <a:gd name="connsiteX990" fmla="*/ 383762 w 685800"/>
                <a:gd name="connsiteY990" fmla="*/ 267843 h 704850"/>
                <a:gd name="connsiteX991" fmla="*/ 381762 w 685800"/>
                <a:gd name="connsiteY991" fmla="*/ 268319 h 704850"/>
                <a:gd name="connsiteX992" fmla="*/ 379857 w 685800"/>
                <a:gd name="connsiteY992" fmla="*/ 268510 h 704850"/>
                <a:gd name="connsiteX993" fmla="*/ 378714 w 685800"/>
                <a:gd name="connsiteY993" fmla="*/ 269081 h 704850"/>
                <a:gd name="connsiteX994" fmla="*/ 377857 w 685800"/>
                <a:gd name="connsiteY994" fmla="*/ 270320 h 704850"/>
                <a:gd name="connsiteX995" fmla="*/ 377095 w 685800"/>
                <a:gd name="connsiteY995" fmla="*/ 271844 h 704850"/>
                <a:gd name="connsiteX996" fmla="*/ 376333 w 685800"/>
                <a:gd name="connsiteY996" fmla="*/ 272796 h 704850"/>
                <a:gd name="connsiteX997" fmla="*/ 370237 w 685800"/>
                <a:gd name="connsiteY997" fmla="*/ 277654 h 704850"/>
                <a:gd name="connsiteX998" fmla="*/ 368999 w 685800"/>
                <a:gd name="connsiteY998" fmla="*/ 279178 h 704850"/>
                <a:gd name="connsiteX999" fmla="*/ 367951 w 685800"/>
                <a:gd name="connsiteY999" fmla="*/ 280797 h 704850"/>
                <a:gd name="connsiteX1000" fmla="*/ 367570 w 685800"/>
                <a:gd name="connsiteY1000" fmla="*/ 281845 h 704850"/>
                <a:gd name="connsiteX1001" fmla="*/ 366808 w 685800"/>
                <a:gd name="connsiteY1001" fmla="*/ 281940 h 704850"/>
                <a:gd name="connsiteX1002" fmla="*/ 366236 w 685800"/>
                <a:gd name="connsiteY1002" fmla="*/ 281940 h 704850"/>
                <a:gd name="connsiteX1003" fmla="*/ 352330 w 685800"/>
                <a:gd name="connsiteY1003" fmla="*/ 280606 h 704850"/>
                <a:gd name="connsiteX1004" fmla="*/ 351758 w 685800"/>
                <a:gd name="connsiteY1004" fmla="*/ 280702 h 704850"/>
                <a:gd name="connsiteX1005" fmla="*/ 351472 w 685800"/>
                <a:gd name="connsiteY1005" fmla="*/ 280892 h 704850"/>
                <a:gd name="connsiteX1006" fmla="*/ 350901 w 685800"/>
                <a:gd name="connsiteY1006" fmla="*/ 281559 h 704850"/>
                <a:gd name="connsiteX1007" fmla="*/ 349187 w 685800"/>
                <a:gd name="connsiteY1007" fmla="*/ 284416 h 704850"/>
                <a:gd name="connsiteX1008" fmla="*/ 348710 w 685800"/>
                <a:gd name="connsiteY1008" fmla="*/ 284988 h 704850"/>
                <a:gd name="connsiteX1009" fmla="*/ 347758 w 685800"/>
                <a:gd name="connsiteY1009" fmla="*/ 285750 h 704850"/>
                <a:gd name="connsiteX1010" fmla="*/ 347091 w 685800"/>
                <a:gd name="connsiteY1010" fmla="*/ 286036 h 704850"/>
                <a:gd name="connsiteX1011" fmla="*/ 346520 w 685800"/>
                <a:gd name="connsiteY1011" fmla="*/ 286226 h 704850"/>
                <a:gd name="connsiteX1012" fmla="*/ 346138 w 685800"/>
                <a:gd name="connsiteY1012" fmla="*/ 286131 h 704850"/>
                <a:gd name="connsiteX1013" fmla="*/ 345948 w 685800"/>
                <a:gd name="connsiteY1013" fmla="*/ 285940 h 704850"/>
                <a:gd name="connsiteX1014" fmla="*/ 345758 w 685800"/>
                <a:gd name="connsiteY1014" fmla="*/ 285655 h 704850"/>
                <a:gd name="connsiteX1015" fmla="*/ 345376 w 685800"/>
                <a:gd name="connsiteY1015" fmla="*/ 284416 h 704850"/>
                <a:gd name="connsiteX1016" fmla="*/ 343091 w 685800"/>
                <a:gd name="connsiteY1016" fmla="*/ 283464 h 704850"/>
                <a:gd name="connsiteX1017" fmla="*/ 342329 w 685800"/>
                <a:gd name="connsiteY1017" fmla="*/ 282988 h 704850"/>
                <a:gd name="connsiteX1018" fmla="*/ 341662 w 685800"/>
                <a:gd name="connsiteY1018" fmla="*/ 282035 h 704850"/>
                <a:gd name="connsiteX1019" fmla="*/ 341090 w 685800"/>
                <a:gd name="connsiteY1019" fmla="*/ 281178 h 704850"/>
                <a:gd name="connsiteX1020" fmla="*/ 340805 w 685800"/>
                <a:gd name="connsiteY1020" fmla="*/ 280511 h 704850"/>
                <a:gd name="connsiteX1021" fmla="*/ 340614 w 685800"/>
                <a:gd name="connsiteY1021" fmla="*/ 279845 h 704850"/>
                <a:gd name="connsiteX1022" fmla="*/ 340614 w 685800"/>
                <a:gd name="connsiteY1022" fmla="*/ 278321 h 704850"/>
                <a:gd name="connsiteX1023" fmla="*/ 340805 w 685800"/>
                <a:gd name="connsiteY1023" fmla="*/ 276987 h 704850"/>
                <a:gd name="connsiteX1024" fmla="*/ 340805 w 685800"/>
                <a:gd name="connsiteY1024" fmla="*/ 276225 h 704850"/>
                <a:gd name="connsiteX1025" fmla="*/ 340424 w 685800"/>
                <a:gd name="connsiteY1025" fmla="*/ 274796 h 704850"/>
                <a:gd name="connsiteX1026" fmla="*/ 340138 w 685800"/>
                <a:gd name="connsiteY1026" fmla="*/ 274130 h 704850"/>
                <a:gd name="connsiteX1027" fmla="*/ 339662 w 685800"/>
                <a:gd name="connsiteY1027" fmla="*/ 273748 h 704850"/>
                <a:gd name="connsiteX1028" fmla="*/ 336423 w 685800"/>
                <a:gd name="connsiteY1028" fmla="*/ 272034 h 704850"/>
                <a:gd name="connsiteX1029" fmla="*/ 332708 w 685800"/>
                <a:gd name="connsiteY1029" fmla="*/ 269177 h 704850"/>
                <a:gd name="connsiteX1030" fmla="*/ 332042 w 685800"/>
                <a:gd name="connsiteY1030" fmla="*/ 268796 h 704850"/>
                <a:gd name="connsiteX1031" fmla="*/ 331375 w 685800"/>
                <a:gd name="connsiteY1031" fmla="*/ 268605 h 704850"/>
                <a:gd name="connsiteX1032" fmla="*/ 330899 w 685800"/>
                <a:gd name="connsiteY1032" fmla="*/ 268700 h 704850"/>
                <a:gd name="connsiteX1033" fmla="*/ 330517 w 685800"/>
                <a:gd name="connsiteY1033" fmla="*/ 268891 h 704850"/>
                <a:gd name="connsiteX1034" fmla="*/ 330232 w 685800"/>
                <a:gd name="connsiteY1034" fmla="*/ 269177 h 704850"/>
                <a:gd name="connsiteX1035" fmla="*/ 329470 w 685800"/>
                <a:gd name="connsiteY1035" fmla="*/ 270224 h 704850"/>
                <a:gd name="connsiteX1036" fmla="*/ 329089 w 685800"/>
                <a:gd name="connsiteY1036" fmla="*/ 270510 h 704850"/>
                <a:gd name="connsiteX1037" fmla="*/ 328708 w 685800"/>
                <a:gd name="connsiteY1037" fmla="*/ 270796 h 704850"/>
                <a:gd name="connsiteX1038" fmla="*/ 328327 w 685800"/>
                <a:gd name="connsiteY1038" fmla="*/ 270986 h 704850"/>
                <a:gd name="connsiteX1039" fmla="*/ 327755 w 685800"/>
                <a:gd name="connsiteY1039" fmla="*/ 271081 h 704850"/>
                <a:gd name="connsiteX1040" fmla="*/ 327088 w 685800"/>
                <a:gd name="connsiteY1040" fmla="*/ 271081 h 704850"/>
                <a:gd name="connsiteX1041" fmla="*/ 326231 w 685800"/>
                <a:gd name="connsiteY1041" fmla="*/ 270796 h 704850"/>
                <a:gd name="connsiteX1042" fmla="*/ 325565 w 685800"/>
                <a:gd name="connsiteY1042" fmla="*/ 270320 h 704850"/>
                <a:gd name="connsiteX1043" fmla="*/ 325184 w 685800"/>
                <a:gd name="connsiteY1043" fmla="*/ 269938 h 704850"/>
                <a:gd name="connsiteX1044" fmla="*/ 324707 w 685800"/>
                <a:gd name="connsiteY1044" fmla="*/ 269081 h 704850"/>
                <a:gd name="connsiteX1045" fmla="*/ 324612 w 685800"/>
                <a:gd name="connsiteY1045" fmla="*/ 268605 h 704850"/>
                <a:gd name="connsiteX1046" fmla="*/ 324421 w 685800"/>
                <a:gd name="connsiteY1046" fmla="*/ 268224 h 704850"/>
                <a:gd name="connsiteX1047" fmla="*/ 324421 w 685800"/>
                <a:gd name="connsiteY1047" fmla="*/ 267653 h 704850"/>
                <a:gd name="connsiteX1048" fmla="*/ 324517 w 685800"/>
                <a:gd name="connsiteY1048" fmla="*/ 266700 h 704850"/>
                <a:gd name="connsiteX1049" fmla="*/ 324803 w 685800"/>
                <a:gd name="connsiteY1049" fmla="*/ 265652 h 704850"/>
                <a:gd name="connsiteX1050" fmla="*/ 324803 w 685800"/>
                <a:gd name="connsiteY1050" fmla="*/ 265176 h 704850"/>
                <a:gd name="connsiteX1051" fmla="*/ 324803 w 685800"/>
                <a:gd name="connsiteY1051" fmla="*/ 264700 h 704850"/>
                <a:gd name="connsiteX1052" fmla="*/ 324421 w 685800"/>
                <a:gd name="connsiteY1052" fmla="*/ 263271 h 704850"/>
                <a:gd name="connsiteX1053" fmla="*/ 324517 w 685800"/>
                <a:gd name="connsiteY1053" fmla="*/ 262890 h 704850"/>
                <a:gd name="connsiteX1054" fmla="*/ 324707 w 685800"/>
                <a:gd name="connsiteY1054" fmla="*/ 262509 h 704850"/>
                <a:gd name="connsiteX1055" fmla="*/ 324993 w 685800"/>
                <a:gd name="connsiteY1055" fmla="*/ 262128 h 704850"/>
                <a:gd name="connsiteX1056" fmla="*/ 326326 w 685800"/>
                <a:gd name="connsiteY1056" fmla="*/ 260985 h 704850"/>
                <a:gd name="connsiteX1057" fmla="*/ 326803 w 685800"/>
                <a:gd name="connsiteY1057" fmla="*/ 260413 h 704850"/>
                <a:gd name="connsiteX1058" fmla="*/ 327088 w 685800"/>
                <a:gd name="connsiteY1058" fmla="*/ 260128 h 704850"/>
                <a:gd name="connsiteX1059" fmla="*/ 327470 w 685800"/>
                <a:gd name="connsiteY1059" fmla="*/ 259937 h 704850"/>
                <a:gd name="connsiteX1060" fmla="*/ 328041 w 685800"/>
                <a:gd name="connsiteY1060" fmla="*/ 259842 h 704850"/>
                <a:gd name="connsiteX1061" fmla="*/ 328708 w 685800"/>
                <a:gd name="connsiteY1061" fmla="*/ 259556 h 704850"/>
                <a:gd name="connsiteX1062" fmla="*/ 329470 w 685800"/>
                <a:gd name="connsiteY1062" fmla="*/ 258985 h 704850"/>
                <a:gd name="connsiteX1063" fmla="*/ 330137 w 685800"/>
                <a:gd name="connsiteY1063" fmla="*/ 258318 h 704850"/>
                <a:gd name="connsiteX1064" fmla="*/ 330327 w 685800"/>
                <a:gd name="connsiteY1064" fmla="*/ 257270 h 704850"/>
                <a:gd name="connsiteX1065" fmla="*/ 330137 w 685800"/>
                <a:gd name="connsiteY1065" fmla="*/ 256699 h 704850"/>
                <a:gd name="connsiteX1066" fmla="*/ 329660 w 685800"/>
                <a:gd name="connsiteY1066" fmla="*/ 256222 h 704850"/>
                <a:gd name="connsiteX1067" fmla="*/ 328803 w 685800"/>
                <a:gd name="connsiteY1067" fmla="*/ 255746 h 704850"/>
                <a:gd name="connsiteX1068" fmla="*/ 327850 w 685800"/>
                <a:gd name="connsiteY1068" fmla="*/ 254984 h 704850"/>
                <a:gd name="connsiteX1069" fmla="*/ 327279 w 685800"/>
                <a:gd name="connsiteY1069" fmla="*/ 254127 h 704850"/>
                <a:gd name="connsiteX1070" fmla="*/ 326803 w 685800"/>
                <a:gd name="connsiteY1070" fmla="*/ 253079 h 704850"/>
                <a:gd name="connsiteX1071" fmla="*/ 325755 w 685800"/>
                <a:gd name="connsiteY1071" fmla="*/ 250127 h 704850"/>
                <a:gd name="connsiteX1072" fmla="*/ 325184 w 685800"/>
                <a:gd name="connsiteY1072" fmla="*/ 248983 h 704850"/>
                <a:gd name="connsiteX1073" fmla="*/ 324421 w 685800"/>
                <a:gd name="connsiteY1073" fmla="*/ 247936 h 704850"/>
                <a:gd name="connsiteX1074" fmla="*/ 322136 w 685800"/>
                <a:gd name="connsiteY1074" fmla="*/ 245459 h 704850"/>
                <a:gd name="connsiteX1075" fmla="*/ 320612 w 685800"/>
                <a:gd name="connsiteY1075" fmla="*/ 244126 h 704850"/>
                <a:gd name="connsiteX1076" fmla="*/ 319945 w 685800"/>
                <a:gd name="connsiteY1076" fmla="*/ 243745 h 704850"/>
                <a:gd name="connsiteX1077" fmla="*/ 319183 w 685800"/>
                <a:gd name="connsiteY1077" fmla="*/ 243364 h 704850"/>
                <a:gd name="connsiteX1078" fmla="*/ 314706 w 685800"/>
                <a:gd name="connsiteY1078" fmla="*/ 242316 h 704850"/>
                <a:gd name="connsiteX1079" fmla="*/ 312420 w 685800"/>
                <a:gd name="connsiteY1079" fmla="*/ 240221 h 704850"/>
                <a:gd name="connsiteX1080" fmla="*/ 312039 w 685800"/>
                <a:gd name="connsiteY1080" fmla="*/ 239554 h 704850"/>
                <a:gd name="connsiteX1081" fmla="*/ 311658 w 685800"/>
                <a:gd name="connsiteY1081" fmla="*/ 238792 h 704850"/>
                <a:gd name="connsiteX1082" fmla="*/ 311563 w 685800"/>
                <a:gd name="connsiteY1082" fmla="*/ 238220 h 704850"/>
                <a:gd name="connsiteX1083" fmla="*/ 311753 w 685800"/>
                <a:gd name="connsiteY1083" fmla="*/ 237363 h 704850"/>
                <a:gd name="connsiteX1084" fmla="*/ 312230 w 685800"/>
                <a:gd name="connsiteY1084" fmla="*/ 236601 h 704850"/>
                <a:gd name="connsiteX1085" fmla="*/ 312801 w 685800"/>
                <a:gd name="connsiteY1085" fmla="*/ 235934 h 704850"/>
                <a:gd name="connsiteX1086" fmla="*/ 314230 w 685800"/>
                <a:gd name="connsiteY1086" fmla="*/ 234696 h 704850"/>
                <a:gd name="connsiteX1087" fmla="*/ 314611 w 685800"/>
                <a:gd name="connsiteY1087" fmla="*/ 234315 h 704850"/>
                <a:gd name="connsiteX1088" fmla="*/ 314896 w 685800"/>
                <a:gd name="connsiteY1088" fmla="*/ 233744 h 704850"/>
                <a:gd name="connsiteX1089" fmla="*/ 315944 w 685800"/>
                <a:gd name="connsiteY1089" fmla="*/ 231172 h 704850"/>
                <a:gd name="connsiteX1090" fmla="*/ 318230 w 685800"/>
                <a:gd name="connsiteY1090" fmla="*/ 226695 h 704850"/>
                <a:gd name="connsiteX1091" fmla="*/ 318516 w 685800"/>
                <a:gd name="connsiteY1091" fmla="*/ 225647 h 704850"/>
                <a:gd name="connsiteX1092" fmla="*/ 318707 w 685800"/>
                <a:gd name="connsiteY1092" fmla="*/ 224885 h 704850"/>
                <a:gd name="connsiteX1093" fmla="*/ 318897 w 685800"/>
                <a:gd name="connsiteY1093" fmla="*/ 222218 h 704850"/>
                <a:gd name="connsiteX1094" fmla="*/ 318802 w 685800"/>
                <a:gd name="connsiteY1094" fmla="*/ 221266 h 704850"/>
                <a:gd name="connsiteX1095" fmla="*/ 318611 w 685800"/>
                <a:gd name="connsiteY1095" fmla="*/ 220599 h 704850"/>
                <a:gd name="connsiteX1096" fmla="*/ 318421 w 685800"/>
                <a:gd name="connsiteY1096" fmla="*/ 220123 h 704850"/>
                <a:gd name="connsiteX1097" fmla="*/ 317849 w 685800"/>
                <a:gd name="connsiteY1097" fmla="*/ 219742 h 704850"/>
                <a:gd name="connsiteX1098" fmla="*/ 317087 w 685800"/>
                <a:gd name="connsiteY1098" fmla="*/ 219456 h 704850"/>
                <a:gd name="connsiteX1099" fmla="*/ 316135 w 685800"/>
                <a:gd name="connsiteY1099" fmla="*/ 219456 h 704850"/>
                <a:gd name="connsiteX1100" fmla="*/ 315278 w 685800"/>
                <a:gd name="connsiteY1100" fmla="*/ 219837 h 704850"/>
                <a:gd name="connsiteX1101" fmla="*/ 314611 w 685800"/>
                <a:gd name="connsiteY1101" fmla="*/ 220694 h 704850"/>
                <a:gd name="connsiteX1102" fmla="*/ 313563 w 685800"/>
                <a:gd name="connsiteY1102" fmla="*/ 223552 h 704850"/>
                <a:gd name="connsiteX1103" fmla="*/ 312992 w 685800"/>
                <a:gd name="connsiteY1103" fmla="*/ 224219 h 704850"/>
                <a:gd name="connsiteX1104" fmla="*/ 312325 w 685800"/>
                <a:gd name="connsiteY1104" fmla="*/ 224599 h 704850"/>
                <a:gd name="connsiteX1105" fmla="*/ 311372 w 685800"/>
                <a:gd name="connsiteY1105" fmla="*/ 224599 h 704850"/>
                <a:gd name="connsiteX1106" fmla="*/ 310420 w 685800"/>
                <a:gd name="connsiteY1106" fmla="*/ 224028 h 704850"/>
                <a:gd name="connsiteX1107" fmla="*/ 309563 w 685800"/>
                <a:gd name="connsiteY1107" fmla="*/ 223266 h 704850"/>
                <a:gd name="connsiteX1108" fmla="*/ 308705 w 685800"/>
                <a:gd name="connsiteY1108" fmla="*/ 221742 h 704850"/>
                <a:gd name="connsiteX1109" fmla="*/ 308229 w 685800"/>
                <a:gd name="connsiteY1109" fmla="*/ 220599 h 704850"/>
                <a:gd name="connsiteX1110" fmla="*/ 307658 w 685800"/>
                <a:gd name="connsiteY1110" fmla="*/ 215074 h 704850"/>
                <a:gd name="connsiteX1111" fmla="*/ 307181 w 685800"/>
                <a:gd name="connsiteY1111" fmla="*/ 213646 h 704850"/>
                <a:gd name="connsiteX1112" fmla="*/ 306610 w 685800"/>
                <a:gd name="connsiteY1112" fmla="*/ 212693 h 704850"/>
                <a:gd name="connsiteX1113" fmla="*/ 306038 w 685800"/>
                <a:gd name="connsiteY1113" fmla="*/ 211931 h 704850"/>
                <a:gd name="connsiteX1114" fmla="*/ 291560 w 685800"/>
                <a:gd name="connsiteY1114" fmla="*/ 198977 h 704850"/>
                <a:gd name="connsiteX1115" fmla="*/ 290798 w 685800"/>
                <a:gd name="connsiteY1115" fmla="*/ 198025 h 704850"/>
                <a:gd name="connsiteX1116" fmla="*/ 289941 w 685800"/>
                <a:gd name="connsiteY1116" fmla="*/ 196501 h 704850"/>
                <a:gd name="connsiteX1117" fmla="*/ 289941 w 685800"/>
                <a:gd name="connsiteY1117" fmla="*/ 194691 h 704850"/>
                <a:gd name="connsiteX1118" fmla="*/ 290322 w 685800"/>
                <a:gd name="connsiteY1118" fmla="*/ 192405 h 704850"/>
                <a:gd name="connsiteX1119" fmla="*/ 290989 w 685800"/>
                <a:gd name="connsiteY1119" fmla="*/ 190119 h 704850"/>
                <a:gd name="connsiteX1120" fmla="*/ 292322 w 685800"/>
                <a:gd name="connsiteY1120" fmla="*/ 186880 h 704850"/>
                <a:gd name="connsiteX1121" fmla="*/ 292703 w 685800"/>
                <a:gd name="connsiteY1121" fmla="*/ 185261 h 704850"/>
                <a:gd name="connsiteX1122" fmla="*/ 292417 w 685800"/>
                <a:gd name="connsiteY1122" fmla="*/ 183452 h 704850"/>
                <a:gd name="connsiteX1123" fmla="*/ 292037 w 685800"/>
                <a:gd name="connsiteY1123" fmla="*/ 182975 h 704850"/>
                <a:gd name="connsiteX1124" fmla="*/ 291465 w 685800"/>
                <a:gd name="connsiteY1124" fmla="*/ 182594 h 704850"/>
                <a:gd name="connsiteX1125" fmla="*/ 290417 w 685800"/>
                <a:gd name="connsiteY1125" fmla="*/ 182308 h 704850"/>
                <a:gd name="connsiteX1126" fmla="*/ 286607 w 685800"/>
                <a:gd name="connsiteY1126" fmla="*/ 182118 h 704850"/>
                <a:gd name="connsiteX1127" fmla="*/ 285845 w 685800"/>
                <a:gd name="connsiteY1127" fmla="*/ 182213 h 704850"/>
                <a:gd name="connsiteX1128" fmla="*/ 285083 w 685800"/>
                <a:gd name="connsiteY1128" fmla="*/ 182499 h 704850"/>
                <a:gd name="connsiteX1129" fmla="*/ 283178 w 685800"/>
                <a:gd name="connsiteY1129" fmla="*/ 183832 h 704850"/>
                <a:gd name="connsiteX1130" fmla="*/ 281654 w 685800"/>
                <a:gd name="connsiteY1130" fmla="*/ 184595 h 704850"/>
                <a:gd name="connsiteX1131" fmla="*/ 280702 w 685800"/>
                <a:gd name="connsiteY1131" fmla="*/ 184690 h 704850"/>
                <a:gd name="connsiteX1132" fmla="*/ 279940 w 685800"/>
                <a:gd name="connsiteY1132" fmla="*/ 184404 h 704850"/>
                <a:gd name="connsiteX1133" fmla="*/ 279368 w 685800"/>
                <a:gd name="connsiteY1133" fmla="*/ 183642 h 704850"/>
                <a:gd name="connsiteX1134" fmla="*/ 278987 w 685800"/>
                <a:gd name="connsiteY1134" fmla="*/ 182880 h 704850"/>
                <a:gd name="connsiteX1135" fmla="*/ 278606 w 685800"/>
                <a:gd name="connsiteY1135" fmla="*/ 181261 h 704850"/>
                <a:gd name="connsiteX1136" fmla="*/ 278416 w 685800"/>
                <a:gd name="connsiteY1136" fmla="*/ 178784 h 704850"/>
                <a:gd name="connsiteX1137" fmla="*/ 278321 w 685800"/>
                <a:gd name="connsiteY1137" fmla="*/ 173831 h 704850"/>
                <a:gd name="connsiteX1138" fmla="*/ 277940 w 685800"/>
                <a:gd name="connsiteY1138" fmla="*/ 170879 h 704850"/>
                <a:gd name="connsiteX1139" fmla="*/ 276892 w 685800"/>
                <a:gd name="connsiteY1139" fmla="*/ 167069 h 704850"/>
                <a:gd name="connsiteX1140" fmla="*/ 273939 w 685800"/>
                <a:gd name="connsiteY1140" fmla="*/ 161639 h 704850"/>
                <a:gd name="connsiteX1141" fmla="*/ 272796 w 685800"/>
                <a:gd name="connsiteY1141" fmla="*/ 160211 h 704850"/>
                <a:gd name="connsiteX1142" fmla="*/ 271748 w 685800"/>
                <a:gd name="connsiteY1142" fmla="*/ 159353 h 704850"/>
                <a:gd name="connsiteX1143" fmla="*/ 270796 w 685800"/>
                <a:gd name="connsiteY1143" fmla="*/ 158972 h 704850"/>
                <a:gd name="connsiteX1144" fmla="*/ 269081 w 685800"/>
                <a:gd name="connsiteY1144" fmla="*/ 157924 h 704850"/>
                <a:gd name="connsiteX1145" fmla="*/ 268319 w 685800"/>
                <a:gd name="connsiteY1145" fmla="*/ 157067 h 704850"/>
                <a:gd name="connsiteX1146" fmla="*/ 268034 w 685800"/>
                <a:gd name="connsiteY1146" fmla="*/ 156210 h 704850"/>
                <a:gd name="connsiteX1147" fmla="*/ 268034 w 685800"/>
                <a:gd name="connsiteY1147" fmla="*/ 155924 h 704850"/>
                <a:gd name="connsiteX1148" fmla="*/ 268034 w 685800"/>
                <a:gd name="connsiteY1148" fmla="*/ 155734 h 704850"/>
                <a:gd name="connsiteX1149" fmla="*/ 268034 w 685800"/>
                <a:gd name="connsiteY1149" fmla="*/ 155638 h 704850"/>
                <a:gd name="connsiteX1150" fmla="*/ 268510 w 685800"/>
                <a:gd name="connsiteY1150" fmla="*/ 151352 h 704850"/>
                <a:gd name="connsiteX1151" fmla="*/ 268415 w 685800"/>
                <a:gd name="connsiteY1151" fmla="*/ 150209 h 704850"/>
                <a:gd name="connsiteX1152" fmla="*/ 251555 w 685800"/>
                <a:gd name="connsiteY1152" fmla="*/ 122111 h 704850"/>
                <a:gd name="connsiteX1153" fmla="*/ 249936 w 685800"/>
                <a:gd name="connsiteY1153" fmla="*/ 120587 h 704850"/>
                <a:gd name="connsiteX1154" fmla="*/ 248698 w 685800"/>
                <a:gd name="connsiteY1154" fmla="*/ 120110 h 704850"/>
                <a:gd name="connsiteX1155" fmla="*/ 247841 w 685800"/>
                <a:gd name="connsiteY1155" fmla="*/ 120396 h 704850"/>
                <a:gd name="connsiteX1156" fmla="*/ 247269 w 685800"/>
                <a:gd name="connsiteY1156" fmla="*/ 120967 h 704850"/>
                <a:gd name="connsiteX1157" fmla="*/ 246793 w 685800"/>
                <a:gd name="connsiteY1157" fmla="*/ 121539 h 704850"/>
                <a:gd name="connsiteX1158" fmla="*/ 246126 w 685800"/>
                <a:gd name="connsiteY1158" fmla="*/ 122491 h 704850"/>
                <a:gd name="connsiteX1159" fmla="*/ 244983 w 685800"/>
                <a:gd name="connsiteY1159" fmla="*/ 124682 h 704850"/>
                <a:gd name="connsiteX1160" fmla="*/ 244412 w 685800"/>
                <a:gd name="connsiteY1160" fmla="*/ 125539 h 704850"/>
                <a:gd name="connsiteX1161" fmla="*/ 243459 w 685800"/>
                <a:gd name="connsiteY1161" fmla="*/ 126587 h 704850"/>
                <a:gd name="connsiteX1162" fmla="*/ 242792 w 685800"/>
                <a:gd name="connsiteY1162" fmla="*/ 127063 h 704850"/>
                <a:gd name="connsiteX1163" fmla="*/ 242125 w 685800"/>
                <a:gd name="connsiteY1163" fmla="*/ 127254 h 704850"/>
                <a:gd name="connsiteX1164" fmla="*/ 241268 w 685800"/>
                <a:gd name="connsiteY1164" fmla="*/ 127349 h 704850"/>
                <a:gd name="connsiteX1165" fmla="*/ 240316 w 685800"/>
                <a:gd name="connsiteY1165" fmla="*/ 127063 h 704850"/>
                <a:gd name="connsiteX1166" fmla="*/ 238982 w 685800"/>
                <a:gd name="connsiteY1166" fmla="*/ 126492 h 704850"/>
                <a:gd name="connsiteX1167" fmla="*/ 237268 w 685800"/>
                <a:gd name="connsiteY1167" fmla="*/ 125254 h 704850"/>
                <a:gd name="connsiteX1168" fmla="*/ 235839 w 685800"/>
                <a:gd name="connsiteY1168" fmla="*/ 124587 h 704850"/>
                <a:gd name="connsiteX1169" fmla="*/ 234601 w 685800"/>
                <a:gd name="connsiteY1169" fmla="*/ 124396 h 704850"/>
                <a:gd name="connsiteX1170" fmla="*/ 233267 w 685800"/>
                <a:gd name="connsiteY1170" fmla="*/ 124778 h 704850"/>
                <a:gd name="connsiteX1171" fmla="*/ 232220 w 685800"/>
                <a:gd name="connsiteY1171" fmla="*/ 125444 h 704850"/>
                <a:gd name="connsiteX1172" fmla="*/ 231458 w 685800"/>
                <a:gd name="connsiteY1172" fmla="*/ 126206 h 704850"/>
                <a:gd name="connsiteX1173" fmla="*/ 226600 w 685800"/>
                <a:gd name="connsiteY1173" fmla="*/ 133636 h 704850"/>
                <a:gd name="connsiteX1174" fmla="*/ 224314 w 685800"/>
                <a:gd name="connsiteY1174" fmla="*/ 134874 h 704850"/>
                <a:gd name="connsiteX1175" fmla="*/ 222885 w 685800"/>
                <a:gd name="connsiteY1175" fmla="*/ 132683 h 704850"/>
                <a:gd name="connsiteX1176" fmla="*/ 222504 w 685800"/>
                <a:gd name="connsiteY1176" fmla="*/ 132302 h 704850"/>
                <a:gd name="connsiteX1177" fmla="*/ 222790 w 685800"/>
                <a:gd name="connsiteY1177" fmla="*/ 131636 h 704850"/>
                <a:gd name="connsiteX1178" fmla="*/ 222980 w 685800"/>
                <a:gd name="connsiteY1178" fmla="*/ 130588 h 704850"/>
                <a:gd name="connsiteX1179" fmla="*/ 222409 w 685800"/>
                <a:gd name="connsiteY1179" fmla="*/ 126873 h 704850"/>
                <a:gd name="connsiteX1180" fmla="*/ 222695 w 685800"/>
                <a:gd name="connsiteY1180" fmla="*/ 125921 h 704850"/>
                <a:gd name="connsiteX1181" fmla="*/ 222504 w 685800"/>
                <a:gd name="connsiteY1181" fmla="*/ 125444 h 704850"/>
                <a:gd name="connsiteX1182" fmla="*/ 222409 w 685800"/>
                <a:gd name="connsiteY1182" fmla="*/ 124111 h 704850"/>
                <a:gd name="connsiteX1183" fmla="*/ 221742 w 685800"/>
                <a:gd name="connsiteY1183" fmla="*/ 123063 h 704850"/>
                <a:gd name="connsiteX1184" fmla="*/ 220885 w 685800"/>
                <a:gd name="connsiteY1184" fmla="*/ 122396 h 704850"/>
                <a:gd name="connsiteX1185" fmla="*/ 217837 w 685800"/>
                <a:gd name="connsiteY1185" fmla="*/ 121634 h 704850"/>
                <a:gd name="connsiteX1186" fmla="*/ 216217 w 685800"/>
                <a:gd name="connsiteY1186" fmla="*/ 120872 h 704850"/>
                <a:gd name="connsiteX1187" fmla="*/ 214884 w 685800"/>
                <a:gd name="connsiteY1187" fmla="*/ 119920 h 704850"/>
                <a:gd name="connsiteX1188" fmla="*/ 214027 w 685800"/>
                <a:gd name="connsiteY1188" fmla="*/ 118777 h 704850"/>
                <a:gd name="connsiteX1189" fmla="*/ 212503 w 685800"/>
                <a:gd name="connsiteY1189" fmla="*/ 115443 h 704850"/>
                <a:gd name="connsiteX1190" fmla="*/ 211455 w 685800"/>
                <a:gd name="connsiteY1190" fmla="*/ 114014 h 704850"/>
                <a:gd name="connsiteX1191" fmla="*/ 206312 w 685800"/>
                <a:gd name="connsiteY1191" fmla="*/ 109156 h 704850"/>
                <a:gd name="connsiteX1192" fmla="*/ 204502 w 685800"/>
                <a:gd name="connsiteY1192" fmla="*/ 106871 h 704850"/>
                <a:gd name="connsiteX1193" fmla="*/ 203454 w 685800"/>
                <a:gd name="connsiteY1193" fmla="*/ 104870 h 704850"/>
                <a:gd name="connsiteX1194" fmla="*/ 202883 w 685800"/>
                <a:gd name="connsiteY1194" fmla="*/ 101346 h 704850"/>
                <a:gd name="connsiteX1195" fmla="*/ 201073 w 685800"/>
                <a:gd name="connsiteY1195" fmla="*/ 97822 h 704850"/>
                <a:gd name="connsiteX1196" fmla="*/ 200882 w 685800"/>
                <a:gd name="connsiteY1196" fmla="*/ 96869 h 704850"/>
                <a:gd name="connsiteX1197" fmla="*/ 200978 w 685800"/>
                <a:gd name="connsiteY1197" fmla="*/ 95536 h 704850"/>
                <a:gd name="connsiteX1198" fmla="*/ 201454 w 685800"/>
                <a:gd name="connsiteY1198" fmla="*/ 94774 h 704850"/>
                <a:gd name="connsiteX1199" fmla="*/ 202501 w 685800"/>
                <a:gd name="connsiteY1199" fmla="*/ 94012 h 704850"/>
                <a:gd name="connsiteX1200" fmla="*/ 203835 w 685800"/>
                <a:gd name="connsiteY1200" fmla="*/ 93345 h 704850"/>
                <a:gd name="connsiteX1201" fmla="*/ 208217 w 685800"/>
                <a:gd name="connsiteY1201" fmla="*/ 92107 h 704850"/>
                <a:gd name="connsiteX1202" fmla="*/ 209741 w 685800"/>
                <a:gd name="connsiteY1202" fmla="*/ 91249 h 704850"/>
                <a:gd name="connsiteX1203" fmla="*/ 211646 w 685800"/>
                <a:gd name="connsiteY1203" fmla="*/ 89535 h 704850"/>
                <a:gd name="connsiteX1204" fmla="*/ 212217 w 685800"/>
                <a:gd name="connsiteY1204" fmla="*/ 88392 h 704850"/>
                <a:gd name="connsiteX1205" fmla="*/ 212122 w 685800"/>
                <a:gd name="connsiteY1205" fmla="*/ 87344 h 704850"/>
                <a:gd name="connsiteX1206" fmla="*/ 211741 w 685800"/>
                <a:gd name="connsiteY1206" fmla="*/ 86773 h 704850"/>
                <a:gd name="connsiteX1207" fmla="*/ 210598 w 685800"/>
                <a:gd name="connsiteY1207" fmla="*/ 85820 h 704850"/>
                <a:gd name="connsiteX1208" fmla="*/ 210503 w 685800"/>
                <a:gd name="connsiteY1208" fmla="*/ 85154 h 704850"/>
                <a:gd name="connsiteX1209" fmla="*/ 210503 w 685800"/>
                <a:gd name="connsiteY1209" fmla="*/ 84201 h 704850"/>
                <a:gd name="connsiteX1210" fmla="*/ 210884 w 685800"/>
                <a:gd name="connsiteY1210" fmla="*/ 82582 h 704850"/>
                <a:gd name="connsiteX1211" fmla="*/ 210693 w 685800"/>
                <a:gd name="connsiteY1211" fmla="*/ 81248 h 704850"/>
                <a:gd name="connsiteX1212" fmla="*/ 210121 w 685800"/>
                <a:gd name="connsiteY1212" fmla="*/ 80010 h 704850"/>
                <a:gd name="connsiteX1213" fmla="*/ 209264 w 685800"/>
                <a:gd name="connsiteY1213" fmla="*/ 79153 h 704850"/>
                <a:gd name="connsiteX1214" fmla="*/ 204216 w 685800"/>
                <a:gd name="connsiteY1214" fmla="*/ 76200 h 704850"/>
                <a:gd name="connsiteX1215" fmla="*/ 202597 w 685800"/>
                <a:gd name="connsiteY1215" fmla="*/ 73723 h 704850"/>
                <a:gd name="connsiteX1216" fmla="*/ 201263 w 685800"/>
                <a:gd name="connsiteY1216" fmla="*/ 72199 h 704850"/>
                <a:gd name="connsiteX1217" fmla="*/ 198787 w 685800"/>
                <a:gd name="connsiteY1217" fmla="*/ 69628 h 704850"/>
                <a:gd name="connsiteX1218" fmla="*/ 197834 w 685800"/>
                <a:gd name="connsiteY1218" fmla="*/ 68294 h 704850"/>
                <a:gd name="connsiteX1219" fmla="*/ 197167 w 685800"/>
                <a:gd name="connsiteY1219" fmla="*/ 66770 h 704850"/>
                <a:gd name="connsiteX1220" fmla="*/ 195548 w 685800"/>
                <a:gd name="connsiteY1220" fmla="*/ 62198 h 704850"/>
                <a:gd name="connsiteX1221" fmla="*/ 194882 w 685800"/>
                <a:gd name="connsiteY1221" fmla="*/ 61055 h 704850"/>
                <a:gd name="connsiteX1222" fmla="*/ 194310 w 685800"/>
                <a:gd name="connsiteY1222" fmla="*/ 60293 h 704850"/>
                <a:gd name="connsiteX1223" fmla="*/ 193453 w 685800"/>
                <a:gd name="connsiteY1223" fmla="*/ 59436 h 704850"/>
                <a:gd name="connsiteX1224" fmla="*/ 192405 w 685800"/>
                <a:gd name="connsiteY1224" fmla="*/ 58769 h 704850"/>
                <a:gd name="connsiteX1225" fmla="*/ 191071 w 685800"/>
                <a:gd name="connsiteY1225" fmla="*/ 58103 h 704850"/>
                <a:gd name="connsiteX1226" fmla="*/ 189929 w 685800"/>
                <a:gd name="connsiteY1226" fmla="*/ 57912 h 704850"/>
                <a:gd name="connsiteX1227" fmla="*/ 188976 w 685800"/>
                <a:gd name="connsiteY1227" fmla="*/ 57912 h 704850"/>
                <a:gd name="connsiteX1228" fmla="*/ 188214 w 685800"/>
                <a:gd name="connsiteY1228" fmla="*/ 57721 h 704850"/>
                <a:gd name="connsiteX1229" fmla="*/ 187452 w 685800"/>
                <a:gd name="connsiteY1229" fmla="*/ 57436 h 704850"/>
                <a:gd name="connsiteX1230" fmla="*/ 186404 w 685800"/>
                <a:gd name="connsiteY1230" fmla="*/ 56293 h 704850"/>
                <a:gd name="connsiteX1231" fmla="*/ 185928 w 685800"/>
                <a:gd name="connsiteY1231" fmla="*/ 55340 h 704850"/>
                <a:gd name="connsiteX1232" fmla="*/ 185833 w 685800"/>
                <a:gd name="connsiteY1232" fmla="*/ 54292 h 704850"/>
                <a:gd name="connsiteX1233" fmla="*/ 185833 w 685800"/>
                <a:gd name="connsiteY1233" fmla="*/ 53245 h 704850"/>
                <a:gd name="connsiteX1234" fmla="*/ 185642 w 685800"/>
                <a:gd name="connsiteY1234" fmla="*/ 51721 h 704850"/>
                <a:gd name="connsiteX1235" fmla="*/ 185357 w 685800"/>
                <a:gd name="connsiteY1235" fmla="*/ 50768 h 704850"/>
                <a:gd name="connsiteX1236" fmla="*/ 184975 w 685800"/>
                <a:gd name="connsiteY1236" fmla="*/ 50102 h 704850"/>
                <a:gd name="connsiteX1237" fmla="*/ 184404 w 685800"/>
                <a:gd name="connsiteY1237" fmla="*/ 49339 h 704850"/>
                <a:gd name="connsiteX1238" fmla="*/ 183451 w 685800"/>
                <a:gd name="connsiteY1238" fmla="*/ 48578 h 704850"/>
                <a:gd name="connsiteX1239" fmla="*/ 182023 w 685800"/>
                <a:gd name="connsiteY1239" fmla="*/ 47530 h 704850"/>
                <a:gd name="connsiteX1240" fmla="*/ 180975 w 685800"/>
                <a:gd name="connsiteY1240" fmla="*/ 46958 h 704850"/>
                <a:gd name="connsiteX1241" fmla="*/ 179737 w 685800"/>
                <a:gd name="connsiteY1241" fmla="*/ 46482 h 704850"/>
                <a:gd name="connsiteX1242" fmla="*/ 179165 w 685800"/>
                <a:gd name="connsiteY1242" fmla="*/ 46101 h 704850"/>
                <a:gd name="connsiteX1243" fmla="*/ 178308 w 685800"/>
                <a:gd name="connsiteY1243" fmla="*/ 45148 h 704850"/>
                <a:gd name="connsiteX1244" fmla="*/ 177355 w 685800"/>
                <a:gd name="connsiteY1244" fmla="*/ 43529 h 704850"/>
                <a:gd name="connsiteX1245" fmla="*/ 176784 w 685800"/>
                <a:gd name="connsiteY1245" fmla="*/ 42005 h 704850"/>
                <a:gd name="connsiteX1246" fmla="*/ 176594 w 685800"/>
                <a:gd name="connsiteY1246" fmla="*/ 40862 h 704850"/>
                <a:gd name="connsiteX1247" fmla="*/ 176689 w 685800"/>
                <a:gd name="connsiteY1247" fmla="*/ 36766 h 704850"/>
                <a:gd name="connsiteX1248" fmla="*/ 176498 w 685800"/>
                <a:gd name="connsiteY1248" fmla="*/ 35528 h 704850"/>
                <a:gd name="connsiteX1249" fmla="*/ 176213 w 685800"/>
                <a:gd name="connsiteY1249" fmla="*/ 34671 h 704850"/>
                <a:gd name="connsiteX1250" fmla="*/ 175736 w 685800"/>
                <a:gd name="connsiteY1250" fmla="*/ 34385 h 704850"/>
                <a:gd name="connsiteX1251" fmla="*/ 175165 w 685800"/>
                <a:gd name="connsiteY1251" fmla="*/ 34480 h 704850"/>
                <a:gd name="connsiteX1252" fmla="*/ 173165 w 685800"/>
                <a:gd name="connsiteY1252" fmla="*/ 35719 h 704850"/>
                <a:gd name="connsiteX1253" fmla="*/ 171926 w 685800"/>
                <a:gd name="connsiteY1253" fmla="*/ 36290 h 704850"/>
                <a:gd name="connsiteX1254" fmla="*/ 170307 w 685800"/>
                <a:gd name="connsiteY1254" fmla="*/ 36671 h 704850"/>
                <a:gd name="connsiteX1255" fmla="*/ 169069 w 685800"/>
                <a:gd name="connsiteY1255" fmla="*/ 37243 h 704850"/>
                <a:gd name="connsiteX1256" fmla="*/ 167926 w 685800"/>
                <a:gd name="connsiteY1256" fmla="*/ 38100 h 704850"/>
                <a:gd name="connsiteX1257" fmla="*/ 167450 w 685800"/>
                <a:gd name="connsiteY1257" fmla="*/ 39053 h 704850"/>
                <a:gd name="connsiteX1258" fmla="*/ 166688 w 685800"/>
                <a:gd name="connsiteY1258" fmla="*/ 42386 h 704850"/>
                <a:gd name="connsiteX1259" fmla="*/ 166021 w 685800"/>
                <a:gd name="connsiteY1259" fmla="*/ 43910 h 704850"/>
                <a:gd name="connsiteX1260" fmla="*/ 165068 w 685800"/>
                <a:gd name="connsiteY1260" fmla="*/ 45148 h 704850"/>
                <a:gd name="connsiteX1261" fmla="*/ 162878 w 685800"/>
                <a:gd name="connsiteY1261" fmla="*/ 46958 h 704850"/>
                <a:gd name="connsiteX1262" fmla="*/ 162020 w 685800"/>
                <a:gd name="connsiteY1262" fmla="*/ 47911 h 704850"/>
                <a:gd name="connsiteX1263" fmla="*/ 161544 w 685800"/>
                <a:gd name="connsiteY1263" fmla="*/ 49339 h 704850"/>
                <a:gd name="connsiteX1264" fmla="*/ 160496 w 685800"/>
                <a:gd name="connsiteY1264" fmla="*/ 55721 h 704850"/>
                <a:gd name="connsiteX1265" fmla="*/ 159925 w 685800"/>
                <a:gd name="connsiteY1265" fmla="*/ 57150 h 704850"/>
                <a:gd name="connsiteX1266" fmla="*/ 159544 w 685800"/>
                <a:gd name="connsiteY1266" fmla="*/ 57817 h 704850"/>
                <a:gd name="connsiteX1267" fmla="*/ 158972 w 685800"/>
                <a:gd name="connsiteY1267" fmla="*/ 58483 h 704850"/>
                <a:gd name="connsiteX1268" fmla="*/ 158687 w 685800"/>
                <a:gd name="connsiteY1268" fmla="*/ 58674 h 704850"/>
                <a:gd name="connsiteX1269" fmla="*/ 157353 w 685800"/>
                <a:gd name="connsiteY1269" fmla="*/ 58769 h 704850"/>
                <a:gd name="connsiteX1270" fmla="*/ 156210 w 685800"/>
                <a:gd name="connsiteY1270" fmla="*/ 59150 h 704850"/>
                <a:gd name="connsiteX1271" fmla="*/ 154496 w 685800"/>
                <a:gd name="connsiteY1271" fmla="*/ 60103 h 704850"/>
                <a:gd name="connsiteX1272" fmla="*/ 151162 w 685800"/>
                <a:gd name="connsiteY1272" fmla="*/ 61341 h 704850"/>
                <a:gd name="connsiteX1273" fmla="*/ 150209 w 685800"/>
                <a:gd name="connsiteY1273" fmla="*/ 61817 h 704850"/>
                <a:gd name="connsiteX1274" fmla="*/ 149638 w 685800"/>
                <a:gd name="connsiteY1274" fmla="*/ 62389 h 704850"/>
                <a:gd name="connsiteX1275" fmla="*/ 149066 w 685800"/>
                <a:gd name="connsiteY1275" fmla="*/ 62960 h 704850"/>
                <a:gd name="connsiteX1276" fmla="*/ 148685 w 685800"/>
                <a:gd name="connsiteY1276" fmla="*/ 64008 h 704850"/>
                <a:gd name="connsiteX1277" fmla="*/ 148495 w 685800"/>
                <a:gd name="connsiteY1277" fmla="*/ 64865 h 704850"/>
                <a:gd name="connsiteX1278" fmla="*/ 148400 w 685800"/>
                <a:gd name="connsiteY1278" fmla="*/ 65437 h 704850"/>
                <a:gd name="connsiteX1279" fmla="*/ 148495 w 685800"/>
                <a:gd name="connsiteY1279" fmla="*/ 65627 h 704850"/>
                <a:gd name="connsiteX1280" fmla="*/ 148780 w 685800"/>
                <a:gd name="connsiteY1280" fmla="*/ 66484 h 704850"/>
                <a:gd name="connsiteX1281" fmla="*/ 149733 w 685800"/>
                <a:gd name="connsiteY1281" fmla="*/ 67913 h 704850"/>
                <a:gd name="connsiteX1282" fmla="*/ 150495 w 685800"/>
                <a:gd name="connsiteY1282" fmla="*/ 68675 h 704850"/>
                <a:gd name="connsiteX1283" fmla="*/ 150590 w 685800"/>
                <a:gd name="connsiteY1283" fmla="*/ 69628 h 704850"/>
                <a:gd name="connsiteX1284" fmla="*/ 150495 w 685800"/>
                <a:gd name="connsiteY1284" fmla="*/ 70580 h 704850"/>
                <a:gd name="connsiteX1285" fmla="*/ 150019 w 685800"/>
                <a:gd name="connsiteY1285" fmla="*/ 72295 h 704850"/>
                <a:gd name="connsiteX1286" fmla="*/ 149733 w 685800"/>
                <a:gd name="connsiteY1286" fmla="*/ 74009 h 704850"/>
                <a:gd name="connsiteX1287" fmla="*/ 149542 w 685800"/>
                <a:gd name="connsiteY1287" fmla="*/ 76200 h 704850"/>
                <a:gd name="connsiteX1288" fmla="*/ 149828 w 685800"/>
                <a:gd name="connsiteY1288" fmla="*/ 80677 h 704850"/>
                <a:gd name="connsiteX1289" fmla="*/ 150781 w 685800"/>
                <a:gd name="connsiteY1289" fmla="*/ 84106 h 704850"/>
                <a:gd name="connsiteX1290" fmla="*/ 151829 w 685800"/>
                <a:gd name="connsiteY1290" fmla="*/ 86773 h 704850"/>
                <a:gd name="connsiteX1291" fmla="*/ 152114 w 685800"/>
                <a:gd name="connsiteY1291" fmla="*/ 87916 h 704850"/>
                <a:gd name="connsiteX1292" fmla="*/ 150971 w 685800"/>
                <a:gd name="connsiteY1292" fmla="*/ 93821 h 704850"/>
                <a:gd name="connsiteX1293" fmla="*/ 150686 w 685800"/>
                <a:gd name="connsiteY1293" fmla="*/ 98965 h 704850"/>
                <a:gd name="connsiteX1294" fmla="*/ 150686 w 685800"/>
                <a:gd name="connsiteY1294" fmla="*/ 99441 h 704850"/>
                <a:gd name="connsiteX1295" fmla="*/ 149733 w 685800"/>
                <a:gd name="connsiteY1295" fmla="*/ 98298 h 704850"/>
                <a:gd name="connsiteX1296" fmla="*/ 149828 w 685800"/>
                <a:gd name="connsiteY1296" fmla="*/ 95726 h 704850"/>
                <a:gd name="connsiteX1297" fmla="*/ 149257 w 685800"/>
                <a:gd name="connsiteY1297" fmla="*/ 94202 h 704850"/>
                <a:gd name="connsiteX1298" fmla="*/ 145923 w 685800"/>
                <a:gd name="connsiteY1298" fmla="*/ 90678 h 704850"/>
                <a:gd name="connsiteX1299" fmla="*/ 144875 w 685800"/>
                <a:gd name="connsiteY1299" fmla="*/ 90106 h 704850"/>
                <a:gd name="connsiteX1300" fmla="*/ 143923 w 685800"/>
                <a:gd name="connsiteY1300" fmla="*/ 89821 h 704850"/>
                <a:gd name="connsiteX1301" fmla="*/ 143446 w 685800"/>
                <a:gd name="connsiteY1301" fmla="*/ 89154 h 704850"/>
                <a:gd name="connsiteX1302" fmla="*/ 143161 w 685800"/>
                <a:gd name="connsiteY1302" fmla="*/ 88202 h 704850"/>
                <a:gd name="connsiteX1303" fmla="*/ 142684 w 685800"/>
                <a:gd name="connsiteY1303" fmla="*/ 87439 h 704850"/>
                <a:gd name="connsiteX1304" fmla="*/ 142208 w 685800"/>
                <a:gd name="connsiteY1304" fmla="*/ 86963 h 704850"/>
                <a:gd name="connsiteX1305" fmla="*/ 141065 w 685800"/>
                <a:gd name="connsiteY1305" fmla="*/ 86106 h 704850"/>
                <a:gd name="connsiteX1306" fmla="*/ 140779 w 685800"/>
                <a:gd name="connsiteY1306" fmla="*/ 85820 h 704850"/>
                <a:gd name="connsiteX1307" fmla="*/ 140684 w 685800"/>
                <a:gd name="connsiteY1307" fmla="*/ 85058 h 704850"/>
                <a:gd name="connsiteX1308" fmla="*/ 140779 w 685800"/>
                <a:gd name="connsiteY1308" fmla="*/ 84011 h 704850"/>
                <a:gd name="connsiteX1309" fmla="*/ 140684 w 685800"/>
                <a:gd name="connsiteY1309" fmla="*/ 83153 h 704850"/>
                <a:gd name="connsiteX1310" fmla="*/ 140017 w 685800"/>
                <a:gd name="connsiteY1310" fmla="*/ 82772 h 704850"/>
                <a:gd name="connsiteX1311" fmla="*/ 139160 w 685800"/>
                <a:gd name="connsiteY1311" fmla="*/ 82487 h 704850"/>
                <a:gd name="connsiteX1312" fmla="*/ 138398 w 685800"/>
                <a:gd name="connsiteY1312" fmla="*/ 81820 h 704850"/>
                <a:gd name="connsiteX1313" fmla="*/ 136970 w 685800"/>
                <a:gd name="connsiteY1313" fmla="*/ 80200 h 704850"/>
                <a:gd name="connsiteX1314" fmla="*/ 131826 w 685800"/>
                <a:gd name="connsiteY1314" fmla="*/ 71342 h 704850"/>
                <a:gd name="connsiteX1315" fmla="*/ 131731 w 685800"/>
                <a:gd name="connsiteY1315" fmla="*/ 69723 h 704850"/>
                <a:gd name="connsiteX1316" fmla="*/ 132588 w 685800"/>
                <a:gd name="connsiteY1316" fmla="*/ 69056 h 704850"/>
                <a:gd name="connsiteX1317" fmla="*/ 133064 w 685800"/>
                <a:gd name="connsiteY1317" fmla="*/ 67342 h 704850"/>
                <a:gd name="connsiteX1318" fmla="*/ 133255 w 685800"/>
                <a:gd name="connsiteY1318" fmla="*/ 65246 h 704850"/>
                <a:gd name="connsiteX1319" fmla="*/ 133064 w 685800"/>
                <a:gd name="connsiteY1319" fmla="*/ 63532 h 704850"/>
                <a:gd name="connsiteX1320" fmla="*/ 132874 w 685800"/>
                <a:gd name="connsiteY1320" fmla="*/ 62770 h 704850"/>
                <a:gd name="connsiteX1321" fmla="*/ 132017 w 685800"/>
                <a:gd name="connsiteY1321" fmla="*/ 60770 h 704850"/>
                <a:gd name="connsiteX1322" fmla="*/ 132112 w 685800"/>
                <a:gd name="connsiteY1322" fmla="*/ 59817 h 704850"/>
                <a:gd name="connsiteX1323" fmla="*/ 132493 w 685800"/>
                <a:gd name="connsiteY1323" fmla="*/ 58198 h 704850"/>
                <a:gd name="connsiteX1324" fmla="*/ 132588 w 685800"/>
                <a:gd name="connsiteY1324" fmla="*/ 57340 h 704850"/>
                <a:gd name="connsiteX1325" fmla="*/ 132302 w 685800"/>
                <a:gd name="connsiteY1325" fmla="*/ 56388 h 704850"/>
                <a:gd name="connsiteX1326" fmla="*/ 131636 w 685800"/>
                <a:gd name="connsiteY1326" fmla="*/ 55054 h 704850"/>
                <a:gd name="connsiteX1327" fmla="*/ 131445 w 685800"/>
                <a:gd name="connsiteY1327" fmla="*/ 53912 h 704850"/>
                <a:gd name="connsiteX1328" fmla="*/ 131159 w 685800"/>
                <a:gd name="connsiteY1328" fmla="*/ 52959 h 704850"/>
                <a:gd name="connsiteX1329" fmla="*/ 129635 w 685800"/>
                <a:gd name="connsiteY1329" fmla="*/ 51721 h 704850"/>
                <a:gd name="connsiteX1330" fmla="*/ 129254 w 685800"/>
                <a:gd name="connsiteY1330" fmla="*/ 50768 h 704850"/>
                <a:gd name="connsiteX1331" fmla="*/ 129064 w 685800"/>
                <a:gd name="connsiteY1331" fmla="*/ 49625 h 704850"/>
                <a:gd name="connsiteX1332" fmla="*/ 128397 w 685800"/>
                <a:gd name="connsiteY1332" fmla="*/ 47720 h 704850"/>
                <a:gd name="connsiteX1333" fmla="*/ 128207 w 685800"/>
                <a:gd name="connsiteY1333" fmla="*/ 46768 h 704850"/>
                <a:gd name="connsiteX1334" fmla="*/ 128207 w 685800"/>
                <a:gd name="connsiteY1334" fmla="*/ 45720 h 704850"/>
                <a:gd name="connsiteX1335" fmla="*/ 128683 w 685800"/>
                <a:gd name="connsiteY1335" fmla="*/ 44005 h 704850"/>
                <a:gd name="connsiteX1336" fmla="*/ 128778 w 685800"/>
                <a:gd name="connsiteY1336" fmla="*/ 43053 h 704850"/>
                <a:gd name="connsiteX1337" fmla="*/ 128302 w 685800"/>
                <a:gd name="connsiteY1337" fmla="*/ 41148 h 704850"/>
                <a:gd name="connsiteX1338" fmla="*/ 126873 w 685800"/>
                <a:gd name="connsiteY1338" fmla="*/ 37338 h 704850"/>
                <a:gd name="connsiteX1339" fmla="*/ 126492 w 685800"/>
                <a:gd name="connsiteY1339" fmla="*/ 35242 h 704850"/>
                <a:gd name="connsiteX1340" fmla="*/ 126683 w 685800"/>
                <a:gd name="connsiteY1340" fmla="*/ 33433 h 704850"/>
                <a:gd name="connsiteX1341" fmla="*/ 128207 w 685800"/>
                <a:gd name="connsiteY1341" fmla="*/ 27527 h 704850"/>
                <a:gd name="connsiteX1342" fmla="*/ 128492 w 685800"/>
                <a:gd name="connsiteY1342" fmla="*/ 23527 h 704850"/>
                <a:gd name="connsiteX1343" fmla="*/ 127063 w 685800"/>
                <a:gd name="connsiteY1343" fmla="*/ 12002 h 704850"/>
                <a:gd name="connsiteX1344" fmla="*/ 127445 w 685800"/>
                <a:gd name="connsiteY1344" fmla="*/ 0 h 704850"/>
                <a:gd name="connsiteX1345" fmla="*/ 127063 w 685800"/>
                <a:gd name="connsiteY1345" fmla="*/ 95 h 704850"/>
                <a:gd name="connsiteX1346" fmla="*/ 123634 w 685800"/>
                <a:gd name="connsiteY1346" fmla="*/ 762 h 704850"/>
                <a:gd name="connsiteX1347" fmla="*/ 122301 w 685800"/>
                <a:gd name="connsiteY1347" fmla="*/ 1333 h 704850"/>
                <a:gd name="connsiteX1348" fmla="*/ 121063 w 685800"/>
                <a:gd name="connsiteY1348" fmla="*/ 1524 h 704850"/>
                <a:gd name="connsiteX1349" fmla="*/ 119253 w 685800"/>
                <a:gd name="connsiteY1349" fmla="*/ 1524 h 704850"/>
                <a:gd name="connsiteX1350" fmla="*/ 118682 w 685800"/>
                <a:gd name="connsiteY1350" fmla="*/ 1714 h 704850"/>
                <a:gd name="connsiteX1351" fmla="*/ 118015 w 685800"/>
                <a:gd name="connsiteY1351" fmla="*/ 2000 h 704850"/>
                <a:gd name="connsiteX1352" fmla="*/ 117253 w 685800"/>
                <a:gd name="connsiteY1352" fmla="*/ 2762 h 704850"/>
                <a:gd name="connsiteX1353" fmla="*/ 116776 w 685800"/>
                <a:gd name="connsiteY1353" fmla="*/ 3810 h 704850"/>
                <a:gd name="connsiteX1354" fmla="*/ 116586 w 685800"/>
                <a:gd name="connsiteY1354" fmla="*/ 5905 h 704850"/>
                <a:gd name="connsiteX1355" fmla="*/ 116967 w 685800"/>
                <a:gd name="connsiteY1355" fmla="*/ 7525 h 704850"/>
                <a:gd name="connsiteX1356" fmla="*/ 117443 w 685800"/>
                <a:gd name="connsiteY1356" fmla="*/ 8954 h 704850"/>
                <a:gd name="connsiteX1357" fmla="*/ 118396 w 685800"/>
                <a:gd name="connsiteY1357" fmla="*/ 10763 h 704850"/>
                <a:gd name="connsiteX1358" fmla="*/ 118777 w 685800"/>
                <a:gd name="connsiteY1358" fmla="*/ 11906 h 704850"/>
                <a:gd name="connsiteX1359" fmla="*/ 119253 w 685800"/>
                <a:gd name="connsiteY1359" fmla="*/ 13716 h 704850"/>
                <a:gd name="connsiteX1360" fmla="*/ 119444 w 685800"/>
                <a:gd name="connsiteY1360" fmla="*/ 15049 h 704850"/>
                <a:gd name="connsiteX1361" fmla="*/ 119444 w 685800"/>
                <a:gd name="connsiteY1361" fmla="*/ 16383 h 704850"/>
                <a:gd name="connsiteX1362" fmla="*/ 119063 w 685800"/>
                <a:gd name="connsiteY1362" fmla="*/ 17240 h 704850"/>
                <a:gd name="connsiteX1363" fmla="*/ 118205 w 685800"/>
                <a:gd name="connsiteY1363" fmla="*/ 18288 h 704850"/>
                <a:gd name="connsiteX1364" fmla="*/ 114681 w 685800"/>
                <a:gd name="connsiteY1364" fmla="*/ 20383 h 704850"/>
                <a:gd name="connsiteX1365" fmla="*/ 114300 w 685800"/>
                <a:gd name="connsiteY1365" fmla="*/ 20669 h 704850"/>
                <a:gd name="connsiteX1366" fmla="*/ 113347 w 685800"/>
                <a:gd name="connsiteY1366" fmla="*/ 21622 h 704850"/>
                <a:gd name="connsiteX1367" fmla="*/ 112204 w 685800"/>
                <a:gd name="connsiteY1367" fmla="*/ 23813 h 704850"/>
                <a:gd name="connsiteX1368" fmla="*/ 111442 w 685800"/>
                <a:gd name="connsiteY1368" fmla="*/ 26098 h 704850"/>
                <a:gd name="connsiteX1369" fmla="*/ 111347 w 685800"/>
                <a:gd name="connsiteY1369" fmla="*/ 27432 h 704850"/>
                <a:gd name="connsiteX1370" fmla="*/ 111538 w 685800"/>
                <a:gd name="connsiteY1370" fmla="*/ 28289 h 704850"/>
                <a:gd name="connsiteX1371" fmla="*/ 112300 w 685800"/>
                <a:gd name="connsiteY1371" fmla="*/ 29528 h 704850"/>
                <a:gd name="connsiteX1372" fmla="*/ 113824 w 685800"/>
                <a:gd name="connsiteY1372" fmla="*/ 31242 h 704850"/>
                <a:gd name="connsiteX1373" fmla="*/ 114586 w 685800"/>
                <a:gd name="connsiteY1373" fmla="*/ 32290 h 704850"/>
                <a:gd name="connsiteX1374" fmla="*/ 114871 w 685800"/>
                <a:gd name="connsiteY1374" fmla="*/ 33147 h 704850"/>
                <a:gd name="connsiteX1375" fmla="*/ 114776 w 685800"/>
                <a:gd name="connsiteY1375" fmla="*/ 34099 h 704850"/>
                <a:gd name="connsiteX1376" fmla="*/ 114395 w 685800"/>
                <a:gd name="connsiteY1376" fmla="*/ 34671 h 704850"/>
                <a:gd name="connsiteX1377" fmla="*/ 111728 w 685800"/>
                <a:gd name="connsiteY1377" fmla="*/ 36481 h 704850"/>
                <a:gd name="connsiteX1378" fmla="*/ 110585 w 685800"/>
                <a:gd name="connsiteY1378" fmla="*/ 37052 h 704850"/>
                <a:gd name="connsiteX1379" fmla="*/ 108680 w 685800"/>
                <a:gd name="connsiteY1379" fmla="*/ 37433 h 704850"/>
                <a:gd name="connsiteX1380" fmla="*/ 107633 w 685800"/>
                <a:gd name="connsiteY1380" fmla="*/ 37338 h 704850"/>
                <a:gd name="connsiteX1381" fmla="*/ 106871 w 685800"/>
                <a:gd name="connsiteY1381" fmla="*/ 36671 h 704850"/>
                <a:gd name="connsiteX1382" fmla="*/ 106108 w 685800"/>
                <a:gd name="connsiteY1382" fmla="*/ 35147 h 704850"/>
                <a:gd name="connsiteX1383" fmla="*/ 104394 w 685800"/>
                <a:gd name="connsiteY1383" fmla="*/ 30671 h 704850"/>
                <a:gd name="connsiteX1384" fmla="*/ 101632 w 685800"/>
                <a:gd name="connsiteY1384" fmla="*/ 20288 h 704850"/>
                <a:gd name="connsiteX1385" fmla="*/ 101632 w 685800"/>
                <a:gd name="connsiteY1385" fmla="*/ 20288 h 704850"/>
                <a:gd name="connsiteX1386" fmla="*/ 101537 w 685800"/>
                <a:gd name="connsiteY1386" fmla="*/ 20288 h 704850"/>
                <a:gd name="connsiteX1387" fmla="*/ 101441 w 685800"/>
                <a:gd name="connsiteY1387" fmla="*/ 20193 h 704850"/>
                <a:gd name="connsiteX1388" fmla="*/ 101060 w 685800"/>
                <a:gd name="connsiteY1388" fmla="*/ 20098 h 704850"/>
                <a:gd name="connsiteX1389" fmla="*/ 100584 w 685800"/>
                <a:gd name="connsiteY1389" fmla="*/ 20003 h 704850"/>
                <a:gd name="connsiteX1390" fmla="*/ 100108 w 685800"/>
                <a:gd name="connsiteY1390" fmla="*/ 20098 h 704850"/>
                <a:gd name="connsiteX1391" fmla="*/ 99632 w 685800"/>
                <a:gd name="connsiteY1391" fmla="*/ 20288 h 704850"/>
                <a:gd name="connsiteX1392" fmla="*/ 98965 w 685800"/>
                <a:gd name="connsiteY1392" fmla="*/ 20860 h 704850"/>
                <a:gd name="connsiteX1393" fmla="*/ 98203 w 685800"/>
                <a:gd name="connsiteY1393" fmla="*/ 21336 h 704850"/>
                <a:gd name="connsiteX1394" fmla="*/ 97155 w 685800"/>
                <a:gd name="connsiteY1394" fmla="*/ 21717 h 704850"/>
                <a:gd name="connsiteX1395" fmla="*/ 92012 w 685800"/>
                <a:gd name="connsiteY1395" fmla="*/ 22670 h 704850"/>
                <a:gd name="connsiteX1396" fmla="*/ 90869 w 685800"/>
                <a:gd name="connsiteY1396" fmla="*/ 23050 h 704850"/>
                <a:gd name="connsiteX1397" fmla="*/ 90488 w 685800"/>
                <a:gd name="connsiteY1397" fmla="*/ 23622 h 704850"/>
                <a:gd name="connsiteX1398" fmla="*/ 90202 w 685800"/>
                <a:gd name="connsiteY1398" fmla="*/ 24479 h 704850"/>
                <a:gd name="connsiteX1399" fmla="*/ 89630 w 685800"/>
                <a:gd name="connsiteY1399" fmla="*/ 25717 h 704850"/>
                <a:gd name="connsiteX1400" fmla="*/ 89916 w 685800"/>
                <a:gd name="connsiteY1400" fmla="*/ 26670 h 704850"/>
                <a:gd name="connsiteX1401" fmla="*/ 89916 w 685800"/>
                <a:gd name="connsiteY1401" fmla="*/ 31337 h 704850"/>
                <a:gd name="connsiteX1402" fmla="*/ 90107 w 685800"/>
                <a:gd name="connsiteY1402" fmla="*/ 32099 h 704850"/>
                <a:gd name="connsiteX1403" fmla="*/ 91154 w 685800"/>
                <a:gd name="connsiteY1403" fmla="*/ 33528 h 704850"/>
                <a:gd name="connsiteX1404" fmla="*/ 91250 w 685800"/>
                <a:gd name="connsiteY1404" fmla="*/ 34004 h 704850"/>
                <a:gd name="connsiteX1405" fmla="*/ 91059 w 685800"/>
                <a:gd name="connsiteY1405" fmla="*/ 34480 h 704850"/>
                <a:gd name="connsiteX1406" fmla="*/ 90964 w 685800"/>
                <a:gd name="connsiteY1406" fmla="*/ 35242 h 704850"/>
                <a:gd name="connsiteX1407" fmla="*/ 91059 w 685800"/>
                <a:gd name="connsiteY1407" fmla="*/ 36195 h 704850"/>
                <a:gd name="connsiteX1408" fmla="*/ 91345 w 685800"/>
                <a:gd name="connsiteY1408" fmla="*/ 36766 h 704850"/>
                <a:gd name="connsiteX1409" fmla="*/ 91726 w 685800"/>
                <a:gd name="connsiteY1409" fmla="*/ 37338 h 704850"/>
                <a:gd name="connsiteX1410" fmla="*/ 92012 w 685800"/>
                <a:gd name="connsiteY1410" fmla="*/ 38100 h 704850"/>
                <a:gd name="connsiteX1411" fmla="*/ 93059 w 685800"/>
                <a:gd name="connsiteY1411" fmla="*/ 42386 h 704850"/>
                <a:gd name="connsiteX1412" fmla="*/ 93059 w 685800"/>
                <a:gd name="connsiteY1412" fmla="*/ 43148 h 704850"/>
                <a:gd name="connsiteX1413" fmla="*/ 93059 w 685800"/>
                <a:gd name="connsiteY1413" fmla="*/ 43720 h 704850"/>
                <a:gd name="connsiteX1414" fmla="*/ 92583 w 685800"/>
                <a:gd name="connsiteY1414" fmla="*/ 44291 h 704850"/>
                <a:gd name="connsiteX1415" fmla="*/ 88297 w 685800"/>
                <a:gd name="connsiteY1415" fmla="*/ 47244 h 704850"/>
                <a:gd name="connsiteX1416" fmla="*/ 87440 w 685800"/>
                <a:gd name="connsiteY1416" fmla="*/ 48101 h 704850"/>
                <a:gd name="connsiteX1417" fmla="*/ 86582 w 685800"/>
                <a:gd name="connsiteY1417" fmla="*/ 49149 h 704850"/>
                <a:gd name="connsiteX1418" fmla="*/ 85916 w 685800"/>
                <a:gd name="connsiteY1418" fmla="*/ 50292 h 704850"/>
                <a:gd name="connsiteX1419" fmla="*/ 85534 w 685800"/>
                <a:gd name="connsiteY1419" fmla="*/ 52197 h 704850"/>
                <a:gd name="connsiteX1420" fmla="*/ 85630 w 685800"/>
                <a:gd name="connsiteY1420" fmla="*/ 54292 h 704850"/>
                <a:gd name="connsiteX1421" fmla="*/ 86296 w 685800"/>
                <a:gd name="connsiteY1421" fmla="*/ 58198 h 704850"/>
                <a:gd name="connsiteX1422" fmla="*/ 87821 w 685800"/>
                <a:gd name="connsiteY1422" fmla="*/ 62103 h 704850"/>
                <a:gd name="connsiteX1423" fmla="*/ 89630 w 685800"/>
                <a:gd name="connsiteY1423" fmla="*/ 65722 h 704850"/>
                <a:gd name="connsiteX1424" fmla="*/ 90011 w 685800"/>
                <a:gd name="connsiteY1424" fmla="*/ 66961 h 704850"/>
                <a:gd name="connsiteX1425" fmla="*/ 90202 w 685800"/>
                <a:gd name="connsiteY1425" fmla="*/ 68104 h 704850"/>
                <a:gd name="connsiteX1426" fmla="*/ 90392 w 685800"/>
                <a:gd name="connsiteY1426" fmla="*/ 69342 h 704850"/>
                <a:gd name="connsiteX1427" fmla="*/ 90392 w 685800"/>
                <a:gd name="connsiteY1427" fmla="*/ 70771 h 704850"/>
                <a:gd name="connsiteX1428" fmla="*/ 90011 w 685800"/>
                <a:gd name="connsiteY1428" fmla="*/ 72580 h 704850"/>
                <a:gd name="connsiteX1429" fmla="*/ 89154 w 685800"/>
                <a:gd name="connsiteY1429" fmla="*/ 74962 h 704850"/>
                <a:gd name="connsiteX1430" fmla="*/ 87916 w 685800"/>
                <a:gd name="connsiteY1430" fmla="*/ 77724 h 704850"/>
                <a:gd name="connsiteX1431" fmla="*/ 84868 w 685800"/>
                <a:gd name="connsiteY1431" fmla="*/ 82201 h 704850"/>
                <a:gd name="connsiteX1432" fmla="*/ 83439 w 685800"/>
                <a:gd name="connsiteY1432" fmla="*/ 83820 h 704850"/>
                <a:gd name="connsiteX1433" fmla="*/ 78010 w 685800"/>
                <a:gd name="connsiteY1433" fmla="*/ 88487 h 704850"/>
                <a:gd name="connsiteX1434" fmla="*/ 77153 w 685800"/>
                <a:gd name="connsiteY1434" fmla="*/ 88963 h 704850"/>
                <a:gd name="connsiteX1435" fmla="*/ 74676 w 685800"/>
                <a:gd name="connsiteY1435" fmla="*/ 89916 h 704850"/>
                <a:gd name="connsiteX1436" fmla="*/ 73342 w 685800"/>
                <a:gd name="connsiteY1436" fmla="*/ 89535 h 704850"/>
                <a:gd name="connsiteX1437" fmla="*/ 71628 w 685800"/>
                <a:gd name="connsiteY1437" fmla="*/ 88202 h 704850"/>
                <a:gd name="connsiteX1438" fmla="*/ 68771 w 685800"/>
                <a:gd name="connsiteY1438" fmla="*/ 84677 h 704850"/>
                <a:gd name="connsiteX1439" fmla="*/ 66484 w 685800"/>
                <a:gd name="connsiteY1439" fmla="*/ 81439 h 704850"/>
                <a:gd name="connsiteX1440" fmla="*/ 65818 w 685800"/>
                <a:gd name="connsiteY1440" fmla="*/ 80581 h 704850"/>
                <a:gd name="connsiteX1441" fmla="*/ 64961 w 685800"/>
                <a:gd name="connsiteY1441" fmla="*/ 79724 h 704850"/>
                <a:gd name="connsiteX1442" fmla="*/ 62865 w 685800"/>
                <a:gd name="connsiteY1442" fmla="*/ 78867 h 704850"/>
                <a:gd name="connsiteX1443" fmla="*/ 61436 w 685800"/>
                <a:gd name="connsiteY1443" fmla="*/ 82391 h 704850"/>
                <a:gd name="connsiteX1444" fmla="*/ 60484 w 685800"/>
                <a:gd name="connsiteY1444" fmla="*/ 87249 h 704850"/>
                <a:gd name="connsiteX1445" fmla="*/ 59722 w 685800"/>
                <a:gd name="connsiteY1445" fmla="*/ 89249 h 704850"/>
                <a:gd name="connsiteX1446" fmla="*/ 58674 w 685800"/>
                <a:gd name="connsiteY1446" fmla="*/ 90964 h 704850"/>
                <a:gd name="connsiteX1447" fmla="*/ 57245 w 685800"/>
                <a:gd name="connsiteY1447" fmla="*/ 92583 h 704850"/>
                <a:gd name="connsiteX1448" fmla="*/ 55817 w 685800"/>
                <a:gd name="connsiteY1448" fmla="*/ 93536 h 704850"/>
                <a:gd name="connsiteX1449" fmla="*/ 49721 w 685800"/>
                <a:gd name="connsiteY1449" fmla="*/ 96774 h 704850"/>
                <a:gd name="connsiteX1450" fmla="*/ 48006 w 685800"/>
                <a:gd name="connsiteY1450" fmla="*/ 97917 h 704850"/>
                <a:gd name="connsiteX1451" fmla="*/ 48387 w 685800"/>
                <a:gd name="connsiteY1451" fmla="*/ 98107 h 704850"/>
                <a:gd name="connsiteX1452" fmla="*/ 49054 w 685800"/>
                <a:gd name="connsiteY1452" fmla="*/ 99631 h 704850"/>
                <a:gd name="connsiteX1453" fmla="*/ 49054 w 685800"/>
                <a:gd name="connsiteY1453" fmla="*/ 101346 h 704850"/>
                <a:gd name="connsiteX1454" fmla="*/ 48673 w 685800"/>
                <a:gd name="connsiteY1454" fmla="*/ 109442 h 704850"/>
                <a:gd name="connsiteX1455" fmla="*/ 48292 w 685800"/>
                <a:gd name="connsiteY1455" fmla="*/ 111347 h 704850"/>
                <a:gd name="connsiteX1456" fmla="*/ 47434 w 685800"/>
                <a:gd name="connsiteY1456" fmla="*/ 113252 h 704850"/>
                <a:gd name="connsiteX1457" fmla="*/ 47911 w 685800"/>
                <a:gd name="connsiteY1457" fmla="*/ 114300 h 704850"/>
                <a:gd name="connsiteX1458" fmla="*/ 50768 w 685800"/>
                <a:gd name="connsiteY1458" fmla="*/ 115824 h 704850"/>
                <a:gd name="connsiteX1459" fmla="*/ 52102 w 685800"/>
                <a:gd name="connsiteY1459" fmla="*/ 117157 h 704850"/>
                <a:gd name="connsiteX1460" fmla="*/ 53054 w 685800"/>
                <a:gd name="connsiteY1460" fmla="*/ 118681 h 704850"/>
                <a:gd name="connsiteX1461" fmla="*/ 52959 w 685800"/>
                <a:gd name="connsiteY1461" fmla="*/ 120015 h 704850"/>
                <a:gd name="connsiteX1462" fmla="*/ 51340 w 685800"/>
                <a:gd name="connsiteY1462" fmla="*/ 120777 h 704850"/>
                <a:gd name="connsiteX1463" fmla="*/ 50101 w 685800"/>
                <a:gd name="connsiteY1463" fmla="*/ 121729 h 704850"/>
                <a:gd name="connsiteX1464" fmla="*/ 50483 w 685800"/>
                <a:gd name="connsiteY1464" fmla="*/ 123349 h 704850"/>
                <a:gd name="connsiteX1465" fmla="*/ 51816 w 685800"/>
                <a:gd name="connsiteY1465" fmla="*/ 124968 h 704850"/>
                <a:gd name="connsiteX1466" fmla="*/ 54578 w 685800"/>
                <a:gd name="connsiteY1466" fmla="*/ 126778 h 704850"/>
                <a:gd name="connsiteX1467" fmla="*/ 54864 w 685800"/>
                <a:gd name="connsiteY1467" fmla="*/ 127635 h 704850"/>
                <a:gd name="connsiteX1468" fmla="*/ 54769 w 685800"/>
                <a:gd name="connsiteY1468" fmla="*/ 128778 h 704850"/>
                <a:gd name="connsiteX1469" fmla="*/ 54674 w 685800"/>
                <a:gd name="connsiteY1469" fmla="*/ 130588 h 704850"/>
                <a:gd name="connsiteX1470" fmla="*/ 55054 w 685800"/>
                <a:gd name="connsiteY1470" fmla="*/ 131445 h 704850"/>
                <a:gd name="connsiteX1471" fmla="*/ 55531 w 685800"/>
                <a:gd name="connsiteY1471" fmla="*/ 131921 h 704850"/>
                <a:gd name="connsiteX1472" fmla="*/ 55721 w 685800"/>
                <a:gd name="connsiteY1472" fmla="*/ 132397 h 704850"/>
                <a:gd name="connsiteX1473" fmla="*/ 54959 w 685800"/>
                <a:gd name="connsiteY1473" fmla="*/ 134493 h 704850"/>
                <a:gd name="connsiteX1474" fmla="*/ 55150 w 685800"/>
                <a:gd name="connsiteY1474" fmla="*/ 135350 h 704850"/>
                <a:gd name="connsiteX1475" fmla="*/ 57912 w 685800"/>
                <a:gd name="connsiteY1475" fmla="*/ 139637 h 704850"/>
                <a:gd name="connsiteX1476" fmla="*/ 59150 w 685800"/>
                <a:gd name="connsiteY1476" fmla="*/ 142494 h 704850"/>
                <a:gd name="connsiteX1477" fmla="*/ 60865 w 685800"/>
                <a:gd name="connsiteY1477" fmla="*/ 149447 h 704850"/>
                <a:gd name="connsiteX1478" fmla="*/ 62389 w 685800"/>
                <a:gd name="connsiteY1478" fmla="*/ 152495 h 704850"/>
                <a:gd name="connsiteX1479" fmla="*/ 65151 w 685800"/>
                <a:gd name="connsiteY1479" fmla="*/ 153733 h 704850"/>
                <a:gd name="connsiteX1480" fmla="*/ 67913 w 685800"/>
                <a:gd name="connsiteY1480" fmla="*/ 152876 h 704850"/>
                <a:gd name="connsiteX1481" fmla="*/ 69533 w 685800"/>
                <a:gd name="connsiteY1481" fmla="*/ 150781 h 704850"/>
                <a:gd name="connsiteX1482" fmla="*/ 70295 w 685800"/>
                <a:gd name="connsiteY1482" fmla="*/ 147923 h 704850"/>
                <a:gd name="connsiteX1483" fmla="*/ 70675 w 685800"/>
                <a:gd name="connsiteY1483" fmla="*/ 144971 h 704850"/>
                <a:gd name="connsiteX1484" fmla="*/ 70580 w 685800"/>
                <a:gd name="connsiteY1484" fmla="*/ 141732 h 704850"/>
                <a:gd name="connsiteX1485" fmla="*/ 70866 w 685800"/>
                <a:gd name="connsiteY1485" fmla="*/ 140017 h 704850"/>
                <a:gd name="connsiteX1486" fmla="*/ 71628 w 685800"/>
                <a:gd name="connsiteY1486" fmla="*/ 139255 h 704850"/>
                <a:gd name="connsiteX1487" fmla="*/ 72580 w 685800"/>
                <a:gd name="connsiteY1487" fmla="*/ 139541 h 704850"/>
                <a:gd name="connsiteX1488" fmla="*/ 76771 w 685800"/>
                <a:gd name="connsiteY1488" fmla="*/ 141637 h 704850"/>
                <a:gd name="connsiteX1489" fmla="*/ 78200 w 685800"/>
                <a:gd name="connsiteY1489" fmla="*/ 142875 h 704850"/>
                <a:gd name="connsiteX1490" fmla="*/ 80582 w 685800"/>
                <a:gd name="connsiteY1490" fmla="*/ 141732 h 704850"/>
                <a:gd name="connsiteX1491" fmla="*/ 82296 w 685800"/>
                <a:gd name="connsiteY1491" fmla="*/ 142970 h 704850"/>
                <a:gd name="connsiteX1492" fmla="*/ 84011 w 685800"/>
                <a:gd name="connsiteY1492" fmla="*/ 146495 h 704850"/>
                <a:gd name="connsiteX1493" fmla="*/ 85058 w 685800"/>
                <a:gd name="connsiteY1493" fmla="*/ 147542 h 704850"/>
                <a:gd name="connsiteX1494" fmla="*/ 87154 w 685800"/>
                <a:gd name="connsiteY1494" fmla="*/ 147447 h 704850"/>
                <a:gd name="connsiteX1495" fmla="*/ 88106 w 685800"/>
                <a:gd name="connsiteY1495" fmla="*/ 146971 h 704850"/>
                <a:gd name="connsiteX1496" fmla="*/ 88868 w 685800"/>
                <a:gd name="connsiteY1496" fmla="*/ 146304 h 704850"/>
                <a:gd name="connsiteX1497" fmla="*/ 89630 w 685800"/>
                <a:gd name="connsiteY1497" fmla="*/ 145828 h 704850"/>
                <a:gd name="connsiteX1498" fmla="*/ 90583 w 685800"/>
                <a:gd name="connsiteY1498" fmla="*/ 145732 h 704850"/>
                <a:gd name="connsiteX1499" fmla="*/ 91250 w 685800"/>
                <a:gd name="connsiteY1499" fmla="*/ 146209 h 704850"/>
                <a:gd name="connsiteX1500" fmla="*/ 92107 w 685800"/>
                <a:gd name="connsiteY1500" fmla="*/ 147066 h 704850"/>
                <a:gd name="connsiteX1501" fmla="*/ 92774 w 685800"/>
                <a:gd name="connsiteY1501" fmla="*/ 148019 h 704850"/>
                <a:gd name="connsiteX1502" fmla="*/ 93154 w 685800"/>
                <a:gd name="connsiteY1502" fmla="*/ 148780 h 704850"/>
                <a:gd name="connsiteX1503" fmla="*/ 93345 w 685800"/>
                <a:gd name="connsiteY1503" fmla="*/ 150686 h 704850"/>
                <a:gd name="connsiteX1504" fmla="*/ 92488 w 685800"/>
                <a:gd name="connsiteY1504" fmla="*/ 154305 h 704850"/>
                <a:gd name="connsiteX1505" fmla="*/ 92297 w 685800"/>
                <a:gd name="connsiteY1505" fmla="*/ 158020 h 704850"/>
                <a:gd name="connsiteX1506" fmla="*/ 92774 w 685800"/>
                <a:gd name="connsiteY1506" fmla="*/ 165925 h 704850"/>
                <a:gd name="connsiteX1507" fmla="*/ 92964 w 685800"/>
                <a:gd name="connsiteY1507" fmla="*/ 166878 h 704850"/>
                <a:gd name="connsiteX1508" fmla="*/ 93536 w 685800"/>
                <a:gd name="connsiteY1508" fmla="*/ 167069 h 704850"/>
                <a:gd name="connsiteX1509" fmla="*/ 94107 w 685800"/>
                <a:gd name="connsiteY1509" fmla="*/ 167164 h 704850"/>
                <a:gd name="connsiteX1510" fmla="*/ 94583 w 685800"/>
                <a:gd name="connsiteY1510" fmla="*/ 167545 h 704850"/>
                <a:gd name="connsiteX1511" fmla="*/ 95441 w 685800"/>
                <a:gd name="connsiteY1511" fmla="*/ 170307 h 704850"/>
                <a:gd name="connsiteX1512" fmla="*/ 95155 w 685800"/>
                <a:gd name="connsiteY1512" fmla="*/ 173260 h 704850"/>
                <a:gd name="connsiteX1513" fmla="*/ 93250 w 685800"/>
                <a:gd name="connsiteY1513" fmla="*/ 179261 h 704850"/>
                <a:gd name="connsiteX1514" fmla="*/ 92678 w 685800"/>
                <a:gd name="connsiteY1514" fmla="*/ 181928 h 704850"/>
                <a:gd name="connsiteX1515" fmla="*/ 92583 w 685800"/>
                <a:gd name="connsiteY1515" fmla="*/ 184785 h 704850"/>
                <a:gd name="connsiteX1516" fmla="*/ 93440 w 685800"/>
                <a:gd name="connsiteY1516" fmla="*/ 190690 h 704850"/>
                <a:gd name="connsiteX1517" fmla="*/ 94107 w 685800"/>
                <a:gd name="connsiteY1517" fmla="*/ 192214 h 704850"/>
                <a:gd name="connsiteX1518" fmla="*/ 95059 w 685800"/>
                <a:gd name="connsiteY1518" fmla="*/ 192691 h 704850"/>
                <a:gd name="connsiteX1519" fmla="*/ 96107 w 685800"/>
                <a:gd name="connsiteY1519" fmla="*/ 193072 h 704850"/>
                <a:gd name="connsiteX1520" fmla="*/ 97346 w 685800"/>
                <a:gd name="connsiteY1520" fmla="*/ 194310 h 704850"/>
                <a:gd name="connsiteX1521" fmla="*/ 97822 w 685800"/>
                <a:gd name="connsiteY1521" fmla="*/ 196120 h 704850"/>
                <a:gd name="connsiteX1522" fmla="*/ 97346 w 685800"/>
                <a:gd name="connsiteY1522" fmla="*/ 197739 h 704850"/>
                <a:gd name="connsiteX1523" fmla="*/ 96488 w 685800"/>
                <a:gd name="connsiteY1523" fmla="*/ 199263 h 704850"/>
                <a:gd name="connsiteX1524" fmla="*/ 95821 w 685800"/>
                <a:gd name="connsiteY1524" fmla="*/ 200882 h 704850"/>
                <a:gd name="connsiteX1525" fmla="*/ 97631 w 685800"/>
                <a:gd name="connsiteY1525" fmla="*/ 208788 h 704850"/>
                <a:gd name="connsiteX1526" fmla="*/ 97726 w 685800"/>
                <a:gd name="connsiteY1526" fmla="*/ 209550 h 704850"/>
                <a:gd name="connsiteX1527" fmla="*/ 97441 w 685800"/>
                <a:gd name="connsiteY1527" fmla="*/ 210503 h 704850"/>
                <a:gd name="connsiteX1528" fmla="*/ 96298 w 685800"/>
                <a:gd name="connsiteY1528" fmla="*/ 211836 h 704850"/>
                <a:gd name="connsiteX1529" fmla="*/ 96012 w 685800"/>
                <a:gd name="connsiteY1529" fmla="*/ 212788 h 704850"/>
                <a:gd name="connsiteX1530" fmla="*/ 96298 w 685800"/>
                <a:gd name="connsiteY1530" fmla="*/ 214503 h 704850"/>
                <a:gd name="connsiteX1531" fmla="*/ 98203 w 685800"/>
                <a:gd name="connsiteY1531" fmla="*/ 217361 h 704850"/>
                <a:gd name="connsiteX1532" fmla="*/ 98870 w 685800"/>
                <a:gd name="connsiteY1532" fmla="*/ 218980 h 704850"/>
                <a:gd name="connsiteX1533" fmla="*/ 98774 w 685800"/>
                <a:gd name="connsiteY1533" fmla="*/ 220885 h 704850"/>
                <a:gd name="connsiteX1534" fmla="*/ 97536 w 685800"/>
                <a:gd name="connsiteY1534" fmla="*/ 224123 h 704850"/>
                <a:gd name="connsiteX1535" fmla="*/ 97346 w 685800"/>
                <a:gd name="connsiteY1535" fmla="*/ 226028 h 704850"/>
                <a:gd name="connsiteX1536" fmla="*/ 98488 w 685800"/>
                <a:gd name="connsiteY1536" fmla="*/ 228886 h 704850"/>
                <a:gd name="connsiteX1537" fmla="*/ 98584 w 685800"/>
                <a:gd name="connsiteY1537" fmla="*/ 229648 h 704850"/>
                <a:gd name="connsiteX1538" fmla="*/ 98584 w 685800"/>
                <a:gd name="connsiteY1538" fmla="*/ 230410 h 704850"/>
                <a:gd name="connsiteX1539" fmla="*/ 98584 w 685800"/>
                <a:gd name="connsiteY1539" fmla="*/ 231172 h 704850"/>
                <a:gd name="connsiteX1540" fmla="*/ 98870 w 685800"/>
                <a:gd name="connsiteY1540" fmla="*/ 232029 h 704850"/>
                <a:gd name="connsiteX1541" fmla="*/ 99250 w 685800"/>
                <a:gd name="connsiteY1541" fmla="*/ 233839 h 704850"/>
                <a:gd name="connsiteX1542" fmla="*/ 98679 w 685800"/>
                <a:gd name="connsiteY1542" fmla="*/ 235553 h 704850"/>
                <a:gd name="connsiteX1543" fmla="*/ 97060 w 685800"/>
                <a:gd name="connsiteY1543" fmla="*/ 238506 h 704850"/>
                <a:gd name="connsiteX1544" fmla="*/ 96488 w 685800"/>
                <a:gd name="connsiteY1544" fmla="*/ 241554 h 704850"/>
                <a:gd name="connsiteX1545" fmla="*/ 96203 w 685800"/>
                <a:gd name="connsiteY1545" fmla="*/ 253079 h 704850"/>
                <a:gd name="connsiteX1546" fmla="*/ 95917 w 685800"/>
                <a:gd name="connsiteY1546" fmla="*/ 254794 h 704850"/>
                <a:gd name="connsiteX1547" fmla="*/ 95441 w 685800"/>
                <a:gd name="connsiteY1547" fmla="*/ 256413 h 704850"/>
                <a:gd name="connsiteX1548" fmla="*/ 94583 w 685800"/>
                <a:gd name="connsiteY1548" fmla="*/ 257937 h 704850"/>
                <a:gd name="connsiteX1549" fmla="*/ 91440 w 685800"/>
                <a:gd name="connsiteY1549" fmla="*/ 261747 h 704850"/>
                <a:gd name="connsiteX1550" fmla="*/ 90773 w 685800"/>
                <a:gd name="connsiteY1550" fmla="*/ 263557 h 704850"/>
                <a:gd name="connsiteX1551" fmla="*/ 90392 w 685800"/>
                <a:gd name="connsiteY1551" fmla="*/ 265271 h 704850"/>
                <a:gd name="connsiteX1552" fmla="*/ 90202 w 685800"/>
                <a:gd name="connsiteY1552" fmla="*/ 266795 h 704850"/>
                <a:gd name="connsiteX1553" fmla="*/ 90678 w 685800"/>
                <a:gd name="connsiteY1553" fmla="*/ 267653 h 704850"/>
                <a:gd name="connsiteX1554" fmla="*/ 92297 w 685800"/>
                <a:gd name="connsiteY1554" fmla="*/ 267367 h 704850"/>
                <a:gd name="connsiteX1555" fmla="*/ 92964 w 685800"/>
                <a:gd name="connsiteY1555" fmla="*/ 268129 h 704850"/>
                <a:gd name="connsiteX1556" fmla="*/ 94964 w 685800"/>
                <a:gd name="connsiteY1556" fmla="*/ 272415 h 704850"/>
                <a:gd name="connsiteX1557" fmla="*/ 95250 w 685800"/>
                <a:gd name="connsiteY1557" fmla="*/ 273844 h 704850"/>
                <a:gd name="connsiteX1558" fmla="*/ 94869 w 685800"/>
                <a:gd name="connsiteY1558" fmla="*/ 274701 h 704850"/>
                <a:gd name="connsiteX1559" fmla="*/ 94202 w 685800"/>
                <a:gd name="connsiteY1559" fmla="*/ 275177 h 704850"/>
                <a:gd name="connsiteX1560" fmla="*/ 93726 w 685800"/>
                <a:gd name="connsiteY1560" fmla="*/ 275654 h 704850"/>
                <a:gd name="connsiteX1561" fmla="*/ 93726 w 685800"/>
                <a:gd name="connsiteY1561" fmla="*/ 277558 h 704850"/>
                <a:gd name="connsiteX1562" fmla="*/ 93250 w 685800"/>
                <a:gd name="connsiteY1562" fmla="*/ 278225 h 704850"/>
                <a:gd name="connsiteX1563" fmla="*/ 90392 w 685800"/>
                <a:gd name="connsiteY1563" fmla="*/ 280606 h 704850"/>
                <a:gd name="connsiteX1564" fmla="*/ 89249 w 685800"/>
                <a:gd name="connsiteY1564" fmla="*/ 280702 h 704850"/>
                <a:gd name="connsiteX1565" fmla="*/ 88773 w 685800"/>
                <a:gd name="connsiteY1565" fmla="*/ 279749 h 704850"/>
                <a:gd name="connsiteX1566" fmla="*/ 88868 w 685800"/>
                <a:gd name="connsiteY1566" fmla="*/ 276511 h 704850"/>
                <a:gd name="connsiteX1567" fmla="*/ 88392 w 685800"/>
                <a:gd name="connsiteY1567" fmla="*/ 276415 h 704850"/>
                <a:gd name="connsiteX1568" fmla="*/ 86963 w 685800"/>
                <a:gd name="connsiteY1568" fmla="*/ 276892 h 704850"/>
                <a:gd name="connsiteX1569" fmla="*/ 83820 w 685800"/>
                <a:gd name="connsiteY1569" fmla="*/ 277654 h 704850"/>
                <a:gd name="connsiteX1570" fmla="*/ 82867 w 685800"/>
                <a:gd name="connsiteY1570" fmla="*/ 278606 h 704850"/>
                <a:gd name="connsiteX1571" fmla="*/ 82487 w 685800"/>
                <a:gd name="connsiteY1571" fmla="*/ 279940 h 704850"/>
                <a:gd name="connsiteX1572" fmla="*/ 82582 w 685800"/>
                <a:gd name="connsiteY1572" fmla="*/ 281464 h 704850"/>
                <a:gd name="connsiteX1573" fmla="*/ 83153 w 685800"/>
                <a:gd name="connsiteY1573" fmla="*/ 282988 h 704850"/>
                <a:gd name="connsiteX1574" fmla="*/ 84582 w 685800"/>
                <a:gd name="connsiteY1574" fmla="*/ 286131 h 704850"/>
                <a:gd name="connsiteX1575" fmla="*/ 84963 w 685800"/>
                <a:gd name="connsiteY1575" fmla="*/ 287750 h 704850"/>
                <a:gd name="connsiteX1576" fmla="*/ 84868 w 685800"/>
                <a:gd name="connsiteY1576" fmla="*/ 289750 h 704850"/>
                <a:gd name="connsiteX1577" fmla="*/ 85439 w 685800"/>
                <a:gd name="connsiteY1577" fmla="*/ 290894 h 704850"/>
                <a:gd name="connsiteX1578" fmla="*/ 86201 w 685800"/>
                <a:gd name="connsiteY1578" fmla="*/ 290989 h 704850"/>
                <a:gd name="connsiteX1579" fmla="*/ 87154 w 685800"/>
                <a:gd name="connsiteY1579" fmla="*/ 290894 h 704850"/>
                <a:gd name="connsiteX1580" fmla="*/ 88106 w 685800"/>
                <a:gd name="connsiteY1580" fmla="*/ 291179 h 704850"/>
                <a:gd name="connsiteX1581" fmla="*/ 88868 w 685800"/>
                <a:gd name="connsiteY1581" fmla="*/ 291941 h 704850"/>
                <a:gd name="connsiteX1582" fmla="*/ 91440 w 685800"/>
                <a:gd name="connsiteY1582" fmla="*/ 295942 h 704850"/>
                <a:gd name="connsiteX1583" fmla="*/ 92202 w 685800"/>
                <a:gd name="connsiteY1583" fmla="*/ 297656 h 704850"/>
                <a:gd name="connsiteX1584" fmla="*/ 92583 w 685800"/>
                <a:gd name="connsiteY1584" fmla="*/ 298037 h 704850"/>
                <a:gd name="connsiteX1585" fmla="*/ 93536 w 685800"/>
                <a:gd name="connsiteY1585" fmla="*/ 298323 h 704850"/>
                <a:gd name="connsiteX1586" fmla="*/ 94012 w 685800"/>
                <a:gd name="connsiteY1586" fmla="*/ 298895 h 704850"/>
                <a:gd name="connsiteX1587" fmla="*/ 94202 w 685800"/>
                <a:gd name="connsiteY1587" fmla="*/ 300038 h 704850"/>
                <a:gd name="connsiteX1588" fmla="*/ 94012 w 685800"/>
                <a:gd name="connsiteY1588" fmla="*/ 301180 h 704850"/>
                <a:gd name="connsiteX1589" fmla="*/ 93631 w 685800"/>
                <a:gd name="connsiteY1589" fmla="*/ 302323 h 704850"/>
                <a:gd name="connsiteX1590" fmla="*/ 93059 w 685800"/>
                <a:gd name="connsiteY1590" fmla="*/ 303181 h 704850"/>
                <a:gd name="connsiteX1591" fmla="*/ 88868 w 685800"/>
                <a:gd name="connsiteY1591" fmla="*/ 306419 h 704850"/>
                <a:gd name="connsiteX1592" fmla="*/ 87630 w 685800"/>
                <a:gd name="connsiteY1592" fmla="*/ 306896 h 704850"/>
                <a:gd name="connsiteX1593" fmla="*/ 86868 w 685800"/>
                <a:gd name="connsiteY1593" fmla="*/ 306800 h 704850"/>
                <a:gd name="connsiteX1594" fmla="*/ 86106 w 685800"/>
                <a:gd name="connsiteY1594" fmla="*/ 306419 h 704850"/>
                <a:gd name="connsiteX1595" fmla="*/ 83820 w 685800"/>
                <a:gd name="connsiteY1595" fmla="*/ 305562 h 704850"/>
                <a:gd name="connsiteX1596" fmla="*/ 82010 w 685800"/>
                <a:gd name="connsiteY1596" fmla="*/ 304038 h 704850"/>
                <a:gd name="connsiteX1597" fmla="*/ 80963 w 685800"/>
                <a:gd name="connsiteY1597" fmla="*/ 303562 h 704850"/>
                <a:gd name="connsiteX1598" fmla="*/ 79534 w 685800"/>
                <a:gd name="connsiteY1598" fmla="*/ 303657 h 704850"/>
                <a:gd name="connsiteX1599" fmla="*/ 78676 w 685800"/>
                <a:gd name="connsiteY1599" fmla="*/ 304229 h 704850"/>
                <a:gd name="connsiteX1600" fmla="*/ 76771 w 685800"/>
                <a:gd name="connsiteY1600" fmla="*/ 306514 h 704850"/>
                <a:gd name="connsiteX1601" fmla="*/ 75724 w 685800"/>
                <a:gd name="connsiteY1601" fmla="*/ 307467 h 704850"/>
                <a:gd name="connsiteX1602" fmla="*/ 75057 w 685800"/>
                <a:gd name="connsiteY1602" fmla="*/ 308896 h 704850"/>
                <a:gd name="connsiteX1603" fmla="*/ 74009 w 685800"/>
                <a:gd name="connsiteY1603" fmla="*/ 311944 h 704850"/>
                <a:gd name="connsiteX1604" fmla="*/ 73438 w 685800"/>
                <a:gd name="connsiteY1604" fmla="*/ 312611 h 704850"/>
                <a:gd name="connsiteX1605" fmla="*/ 72771 w 685800"/>
                <a:gd name="connsiteY1605" fmla="*/ 313087 h 704850"/>
                <a:gd name="connsiteX1606" fmla="*/ 72295 w 685800"/>
                <a:gd name="connsiteY1606" fmla="*/ 313658 h 704850"/>
                <a:gd name="connsiteX1607" fmla="*/ 72200 w 685800"/>
                <a:gd name="connsiteY1607" fmla="*/ 314706 h 704850"/>
                <a:gd name="connsiteX1608" fmla="*/ 72104 w 685800"/>
                <a:gd name="connsiteY1608" fmla="*/ 315754 h 704850"/>
                <a:gd name="connsiteX1609" fmla="*/ 71914 w 685800"/>
                <a:gd name="connsiteY1609" fmla="*/ 316516 h 704850"/>
                <a:gd name="connsiteX1610" fmla="*/ 68866 w 685800"/>
                <a:gd name="connsiteY1610" fmla="*/ 320326 h 704850"/>
                <a:gd name="connsiteX1611" fmla="*/ 68390 w 685800"/>
                <a:gd name="connsiteY1611" fmla="*/ 321373 h 704850"/>
                <a:gd name="connsiteX1612" fmla="*/ 67437 w 685800"/>
                <a:gd name="connsiteY1612" fmla="*/ 325279 h 704850"/>
                <a:gd name="connsiteX1613" fmla="*/ 66580 w 685800"/>
                <a:gd name="connsiteY1613" fmla="*/ 326612 h 704850"/>
                <a:gd name="connsiteX1614" fmla="*/ 65437 w 685800"/>
                <a:gd name="connsiteY1614" fmla="*/ 327565 h 704850"/>
                <a:gd name="connsiteX1615" fmla="*/ 63817 w 685800"/>
                <a:gd name="connsiteY1615" fmla="*/ 328422 h 704850"/>
                <a:gd name="connsiteX1616" fmla="*/ 62008 w 685800"/>
                <a:gd name="connsiteY1616" fmla="*/ 328994 h 704850"/>
                <a:gd name="connsiteX1617" fmla="*/ 60960 w 685800"/>
                <a:gd name="connsiteY1617" fmla="*/ 328803 h 704850"/>
                <a:gd name="connsiteX1618" fmla="*/ 58579 w 685800"/>
                <a:gd name="connsiteY1618" fmla="*/ 326422 h 704850"/>
                <a:gd name="connsiteX1619" fmla="*/ 57436 w 685800"/>
                <a:gd name="connsiteY1619" fmla="*/ 325850 h 704850"/>
                <a:gd name="connsiteX1620" fmla="*/ 50863 w 685800"/>
                <a:gd name="connsiteY1620" fmla="*/ 323469 h 704850"/>
                <a:gd name="connsiteX1621" fmla="*/ 50101 w 685800"/>
                <a:gd name="connsiteY1621" fmla="*/ 323659 h 704850"/>
                <a:gd name="connsiteX1622" fmla="*/ 49911 w 685800"/>
                <a:gd name="connsiteY1622" fmla="*/ 324707 h 704850"/>
                <a:gd name="connsiteX1623" fmla="*/ 50006 w 685800"/>
                <a:gd name="connsiteY1623" fmla="*/ 328994 h 704850"/>
                <a:gd name="connsiteX1624" fmla="*/ 49625 w 685800"/>
                <a:gd name="connsiteY1624" fmla="*/ 330422 h 704850"/>
                <a:gd name="connsiteX1625" fmla="*/ 48673 w 685800"/>
                <a:gd name="connsiteY1625" fmla="*/ 331470 h 704850"/>
                <a:gd name="connsiteX1626" fmla="*/ 47244 w 685800"/>
                <a:gd name="connsiteY1626" fmla="*/ 332804 h 704850"/>
                <a:gd name="connsiteX1627" fmla="*/ 46863 w 685800"/>
                <a:gd name="connsiteY1627" fmla="*/ 333470 h 704850"/>
                <a:gd name="connsiteX1628" fmla="*/ 46768 w 685800"/>
                <a:gd name="connsiteY1628" fmla="*/ 334042 h 704850"/>
                <a:gd name="connsiteX1629" fmla="*/ 47244 w 685800"/>
                <a:gd name="connsiteY1629" fmla="*/ 336328 h 704850"/>
                <a:gd name="connsiteX1630" fmla="*/ 47530 w 685800"/>
                <a:gd name="connsiteY1630" fmla="*/ 337090 h 704850"/>
                <a:gd name="connsiteX1631" fmla="*/ 47816 w 685800"/>
                <a:gd name="connsiteY1631" fmla="*/ 337947 h 704850"/>
                <a:gd name="connsiteX1632" fmla="*/ 47625 w 685800"/>
                <a:gd name="connsiteY1632" fmla="*/ 341281 h 704850"/>
                <a:gd name="connsiteX1633" fmla="*/ 47816 w 685800"/>
                <a:gd name="connsiteY1633" fmla="*/ 342614 h 704850"/>
                <a:gd name="connsiteX1634" fmla="*/ 47530 w 685800"/>
                <a:gd name="connsiteY1634" fmla="*/ 343186 h 704850"/>
                <a:gd name="connsiteX1635" fmla="*/ 46006 w 685800"/>
                <a:gd name="connsiteY1635" fmla="*/ 343471 h 704850"/>
                <a:gd name="connsiteX1636" fmla="*/ 44863 w 685800"/>
                <a:gd name="connsiteY1636" fmla="*/ 344329 h 704850"/>
                <a:gd name="connsiteX1637" fmla="*/ 43815 w 685800"/>
                <a:gd name="connsiteY1637" fmla="*/ 346234 h 704850"/>
                <a:gd name="connsiteX1638" fmla="*/ 42482 w 685800"/>
                <a:gd name="connsiteY1638" fmla="*/ 349948 h 704850"/>
                <a:gd name="connsiteX1639" fmla="*/ 41529 w 685800"/>
                <a:gd name="connsiteY1639" fmla="*/ 350901 h 704850"/>
                <a:gd name="connsiteX1640" fmla="*/ 38291 w 685800"/>
                <a:gd name="connsiteY1640" fmla="*/ 352615 h 704850"/>
                <a:gd name="connsiteX1641" fmla="*/ 36957 w 685800"/>
                <a:gd name="connsiteY1641" fmla="*/ 353473 h 704850"/>
                <a:gd name="connsiteX1642" fmla="*/ 33338 w 685800"/>
                <a:gd name="connsiteY1642" fmla="*/ 358235 h 704850"/>
                <a:gd name="connsiteX1643" fmla="*/ 31623 w 685800"/>
                <a:gd name="connsiteY1643" fmla="*/ 359188 h 704850"/>
                <a:gd name="connsiteX1644" fmla="*/ 30004 w 685800"/>
                <a:gd name="connsiteY1644" fmla="*/ 359378 h 704850"/>
                <a:gd name="connsiteX1645" fmla="*/ 29146 w 685800"/>
                <a:gd name="connsiteY1645" fmla="*/ 358616 h 704850"/>
                <a:gd name="connsiteX1646" fmla="*/ 28575 w 685800"/>
                <a:gd name="connsiteY1646" fmla="*/ 357378 h 704850"/>
                <a:gd name="connsiteX1647" fmla="*/ 27718 w 685800"/>
                <a:gd name="connsiteY1647" fmla="*/ 355949 h 704850"/>
                <a:gd name="connsiteX1648" fmla="*/ 24765 w 685800"/>
                <a:gd name="connsiteY1648" fmla="*/ 354425 h 704850"/>
                <a:gd name="connsiteX1649" fmla="*/ 22955 w 685800"/>
                <a:gd name="connsiteY1649" fmla="*/ 356521 h 704850"/>
                <a:gd name="connsiteX1650" fmla="*/ 21050 w 685800"/>
                <a:gd name="connsiteY1650" fmla="*/ 363474 h 704850"/>
                <a:gd name="connsiteX1651" fmla="*/ 19241 w 685800"/>
                <a:gd name="connsiteY1651" fmla="*/ 367379 h 704850"/>
                <a:gd name="connsiteX1652" fmla="*/ 17907 w 685800"/>
                <a:gd name="connsiteY1652" fmla="*/ 369475 h 704850"/>
                <a:gd name="connsiteX1653" fmla="*/ 16574 w 685800"/>
                <a:gd name="connsiteY1653" fmla="*/ 370427 h 704850"/>
                <a:gd name="connsiteX1654" fmla="*/ 15145 w 685800"/>
                <a:gd name="connsiteY1654" fmla="*/ 370904 h 704850"/>
                <a:gd name="connsiteX1655" fmla="*/ 14859 w 685800"/>
                <a:gd name="connsiteY1655" fmla="*/ 371665 h 704850"/>
                <a:gd name="connsiteX1656" fmla="*/ 15335 w 685800"/>
                <a:gd name="connsiteY1656" fmla="*/ 374904 h 704850"/>
                <a:gd name="connsiteX1657" fmla="*/ 15145 w 685800"/>
                <a:gd name="connsiteY1657" fmla="*/ 380905 h 704850"/>
                <a:gd name="connsiteX1658" fmla="*/ 15526 w 685800"/>
                <a:gd name="connsiteY1658" fmla="*/ 383762 h 704850"/>
                <a:gd name="connsiteX1659" fmla="*/ 16764 w 685800"/>
                <a:gd name="connsiteY1659" fmla="*/ 386429 h 704850"/>
                <a:gd name="connsiteX1660" fmla="*/ 19717 w 685800"/>
                <a:gd name="connsiteY1660" fmla="*/ 388715 h 704850"/>
                <a:gd name="connsiteX1661" fmla="*/ 20669 w 685800"/>
                <a:gd name="connsiteY1661" fmla="*/ 390144 h 704850"/>
                <a:gd name="connsiteX1662" fmla="*/ 20098 w 685800"/>
                <a:gd name="connsiteY1662" fmla="*/ 391858 h 704850"/>
                <a:gd name="connsiteX1663" fmla="*/ 18764 w 685800"/>
                <a:gd name="connsiteY1663" fmla="*/ 392621 h 704850"/>
                <a:gd name="connsiteX1664" fmla="*/ 17050 w 685800"/>
                <a:gd name="connsiteY1664" fmla="*/ 392621 h 704850"/>
                <a:gd name="connsiteX1665" fmla="*/ 13716 w 685800"/>
                <a:gd name="connsiteY1665" fmla="*/ 391954 h 704850"/>
                <a:gd name="connsiteX1666" fmla="*/ 12001 w 685800"/>
                <a:gd name="connsiteY1666" fmla="*/ 392335 h 704850"/>
                <a:gd name="connsiteX1667" fmla="*/ 10287 w 685800"/>
                <a:gd name="connsiteY1667" fmla="*/ 393478 h 704850"/>
                <a:gd name="connsiteX1668" fmla="*/ 7239 w 685800"/>
                <a:gd name="connsiteY1668" fmla="*/ 396145 h 704850"/>
                <a:gd name="connsiteX1669" fmla="*/ 1810 w 685800"/>
                <a:gd name="connsiteY1669" fmla="*/ 399764 h 704850"/>
                <a:gd name="connsiteX1670" fmla="*/ 1810 w 685800"/>
                <a:gd name="connsiteY1670" fmla="*/ 399764 h 704850"/>
                <a:gd name="connsiteX1671" fmla="*/ 1524 w 685800"/>
                <a:gd name="connsiteY1671" fmla="*/ 401669 h 704850"/>
                <a:gd name="connsiteX1672" fmla="*/ 2000 w 685800"/>
                <a:gd name="connsiteY1672" fmla="*/ 412623 h 704850"/>
                <a:gd name="connsiteX1673" fmla="*/ 0 w 685800"/>
                <a:gd name="connsiteY1673" fmla="*/ 424529 h 704850"/>
                <a:gd name="connsiteX1674" fmla="*/ 0 w 685800"/>
                <a:gd name="connsiteY1674" fmla="*/ 426530 h 704850"/>
                <a:gd name="connsiteX1675" fmla="*/ 476 w 685800"/>
                <a:gd name="connsiteY1675" fmla="*/ 427196 h 704850"/>
                <a:gd name="connsiteX1676" fmla="*/ 6953 w 685800"/>
                <a:gd name="connsiteY1676" fmla="*/ 426244 h 704850"/>
                <a:gd name="connsiteX1677" fmla="*/ 8858 w 685800"/>
                <a:gd name="connsiteY1677" fmla="*/ 426148 h 704850"/>
                <a:gd name="connsiteX1678" fmla="*/ 10096 w 685800"/>
                <a:gd name="connsiteY1678" fmla="*/ 426434 h 704850"/>
                <a:gd name="connsiteX1679" fmla="*/ 10668 w 685800"/>
                <a:gd name="connsiteY1679" fmla="*/ 427101 h 704850"/>
                <a:gd name="connsiteX1680" fmla="*/ 11049 w 685800"/>
                <a:gd name="connsiteY1680" fmla="*/ 427863 h 704850"/>
                <a:gd name="connsiteX1681" fmla="*/ 11335 w 685800"/>
                <a:gd name="connsiteY1681" fmla="*/ 428815 h 704850"/>
                <a:gd name="connsiteX1682" fmla="*/ 11430 w 685800"/>
                <a:gd name="connsiteY1682" fmla="*/ 429673 h 704850"/>
                <a:gd name="connsiteX1683" fmla="*/ 11906 w 685800"/>
                <a:gd name="connsiteY1683" fmla="*/ 430721 h 704850"/>
                <a:gd name="connsiteX1684" fmla="*/ 13335 w 685800"/>
                <a:gd name="connsiteY1684" fmla="*/ 431863 h 704850"/>
                <a:gd name="connsiteX1685" fmla="*/ 13907 w 685800"/>
                <a:gd name="connsiteY1685" fmla="*/ 432721 h 704850"/>
                <a:gd name="connsiteX1686" fmla="*/ 14002 w 685800"/>
                <a:gd name="connsiteY1686" fmla="*/ 434530 h 704850"/>
                <a:gd name="connsiteX1687" fmla="*/ 12859 w 685800"/>
                <a:gd name="connsiteY1687" fmla="*/ 435007 h 704850"/>
                <a:gd name="connsiteX1688" fmla="*/ 11144 w 685800"/>
                <a:gd name="connsiteY1688" fmla="*/ 435197 h 704850"/>
                <a:gd name="connsiteX1689" fmla="*/ 9906 w 685800"/>
                <a:gd name="connsiteY1689" fmla="*/ 436150 h 704850"/>
                <a:gd name="connsiteX1690" fmla="*/ 10478 w 685800"/>
                <a:gd name="connsiteY1690" fmla="*/ 438436 h 704850"/>
                <a:gd name="connsiteX1691" fmla="*/ 16383 w 685800"/>
                <a:gd name="connsiteY1691" fmla="*/ 440531 h 704850"/>
                <a:gd name="connsiteX1692" fmla="*/ 16764 w 685800"/>
                <a:gd name="connsiteY1692" fmla="*/ 443674 h 704850"/>
                <a:gd name="connsiteX1693" fmla="*/ 16383 w 685800"/>
                <a:gd name="connsiteY1693" fmla="*/ 444341 h 704850"/>
                <a:gd name="connsiteX1694" fmla="*/ 15812 w 685800"/>
                <a:gd name="connsiteY1694" fmla="*/ 444817 h 704850"/>
                <a:gd name="connsiteX1695" fmla="*/ 15240 w 685800"/>
                <a:gd name="connsiteY1695" fmla="*/ 445389 h 704850"/>
                <a:gd name="connsiteX1696" fmla="*/ 15050 w 685800"/>
                <a:gd name="connsiteY1696" fmla="*/ 446341 h 704850"/>
                <a:gd name="connsiteX1697" fmla="*/ 15240 w 685800"/>
                <a:gd name="connsiteY1697" fmla="*/ 447389 h 704850"/>
                <a:gd name="connsiteX1698" fmla="*/ 16383 w 685800"/>
                <a:gd name="connsiteY1698" fmla="*/ 448913 h 704850"/>
                <a:gd name="connsiteX1699" fmla="*/ 16764 w 685800"/>
                <a:gd name="connsiteY1699" fmla="*/ 449866 h 704850"/>
                <a:gd name="connsiteX1700" fmla="*/ 16478 w 685800"/>
                <a:gd name="connsiteY1700" fmla="*/ 451866 h 704850"/>
                <a:gd name="connsiteX1701" fmla="*/ 15526 w 685800"/>
                <a:gd name="connsiteY1701" fmla="*/ 453866 h 704850"/>
                <a:gd name="connsiteX1702" fmla="*/ 191 w 685800"/>
                <a:gd name="connsiteY1702" fmla="*/ 469678 h 704850"/>
                <a:gd name="connsiteX1703" fmla="*/ 1524 w 685800"/>
                <a:gd name="connsiteY1703" fmla="*/ 471392 h 704850"/>
                <a:gd name="connsiteX1704" fmla="*/ 4667 w 685800"/>
                <a:gd name="connsiteY1704" fmla="*/ 472821 h 704850"/>
                <a:gd name="connsiteX1705" fmla="*/ 7715 w 685800"/>
                <a:gd name="connsiteY1705" fmla="*/ 474916 h 704850"/>
                <a:gd name="connsiteX1706" fmla="*/ 8096 w 685800"/>
                <a:gd name="connsiteY1706" fmla="*/ 475583 h 704850"/>
                <a:gd name="connsiteX1707" fmla="*/ 8477 w 685800"/>
                <a:gd name="connsiteY1707" fmla="*/ 476345 h 704850"/>
                <a:gd name="connsiteX1708" fmla="*/ 8858 w 685800"/>
                <a:gd name="connsiteY1708" fmla="*/ 478060 h 704850"/>
                <a:gd name="connsiteX1709" fmla="*/ 9811 w 685800"/>
                <a:gd name="connsiteY1709" fmla="*/ 476631 h 704850"/>
                <a:gd name="connsiteX1710" fmla="*/ 10668 w 685800"/>
                <a:gd name="connsiteY1710" fmla="*/ 476155 h 704850"/>
                <a:gd name="connsiteX1711" fmla="*/ 11335 w 685800"/>
                <a:gd name="connsiteY1711" fmla="*/ 475869 h 704850"/>
                <a:gd name="connsiteX1712" fmla="*/ 13049 w 685800"/>
                <a:gd name="connsiteY1712" fmla="*/ 475297 h 704850"/>
                <a:gd name="connsiteX1713" fmla="*/ 14669 w 685800"/>
                <a:gd name="connsiteY1713" fmla="*/ 474536 h 704850"/>
                <a:gd name="connsiteX1714" fmla="*/ 18764 w 685800"/>
                <a:gd name="connsiteY1714" fmla="*/ 470440 h 704850"/>
                <a:gd name="connsiteX1715" fmla="*/ 20288 w 685800"/>
                <a:gd name="connsiteY1715" fmla="*/ 469392 h 704850"/>
                <a:gd name="connsiteX1716" fmla="*/ 22003 w 685800"/>
                <a:gd name="connsiteY1716" fmla="*/ 468821 h 704850"/>
                <a:gd name="connsiteX1717" fmla="*/ 23241 w 685800"/>
                <a:gd name="connsiteY1717" fmla="*/ 468725 h 704850"/>
                <a:gd name="connsiteX1718" fmla="*/ 24289 w 685800"/>
                <a:gd name="connsiteY1718" fmla="*/ 468344 h 704850"/>
                <a:gd name="connsiteX1719" fmla="*/ 25813 w 685800"/>
                <a:gd name="connsiteY1719" fmla="*/ 467201 h 704850"/>
                <a:gd name="connsiteX1720" fmla="*/ 28956 w 685800"/>
                <a:gd name="connsiteY1720" fmla="*/ 463487 h 704850"/>
                <a:gd name="connsiteX1721" fmla="*/ 30099 w 685800"/>
                <a:gd name="connsiteY1721" fmla="*/ 462724 h 704850"/>
                <a:gd name="connsiteX1722" fmla="*/ 47244 w 685800"/>
                <a:gd name="connsiteY1722" fmla="*/ 455866 h 704850"/>
                <a:gd name="connsiteX1723" fmla="*/ 53340 w 685800"/>
                <a:gd name="connsiteY1723" fmla="*/ 454438 h 704850"/>
                <a:gd name="connsiteX1724" fmla="*/ 56388 w 685800"/>
                <a:gd name="connsiteY1724" fmla="*/ 454533 h 704850"/>
                <a:gd name="connsiteX1725" fmla="*/ 62294 w 685800"/>
                <a:gd name="connsiteY1725" fmla="*/ 456057 h 704850"/>
                <a:gd name="connsiteX1726" fmla="*/ 65246 w 685800"/>
                <a:gd name="connsiteY1726" fmla="*/ 456057 h 704850"/>
                <a:gd name="connsiteX1727" fmla="*/ 66580 w 685800"/>
                <a:gd name="connsiteY1727" fmla="*/ 455581 h 704850"/>
                <a:gd name="connsiteX1728" fmla="*/ 69151 w 685800"/>
                <a:gd name="connsiteY1728" fmla="*/ 454057 h 704850"/>
                <a:gd name="connsiteX1729" fmla="*/ 70485 w 685800"/>
                <a:gd name="connsiteY1729" fmla="*/ 453580 h 704850"/>
                <a:gd name="connsiteX1730" fmla="*/ 73628 w 685800"/>
                <a:gd name="connsiteY1730" fmla="*/ 453390 h 704850"/>
                <a:gd name="connsiteX1731" fmla="*/ 76771 w 685800"/>
                <a:gd name="connsiteY1731" fmla="*/ 453580 h 704850"/>
                <a:gd name="connsiteX1732" fmla="*/ 79058 w 685800"/>
                <a:gd name="connsiteY1732" fmla="*/ 454152 h 704850"/>
                <a:gd name="connsiteX1733" fmla="*/ 82296 w 685800"/>
                <a:gd name="connsiteY1733" fmla="*/ 456533 h 704850"/>
                <a:gd name="connsiteX1734" fmla="*/ 84392 w 685800"/>
                <a:gd name="connsiteY1734" fmla="*/ 457581 h 704850"/>
                <a:gd name="connsiteX1735" fmla="*/ 85630 w 685800"/>
                <a:gd name="connsiteY1735" fmla="*/ 458153 h 704850"/>
                <a:gd name="connsiteX1736" fmla="*/ 86582 w 685800"/>
                <a:gd name="connsiteY1736" fmla="*/ 457486 h 704850"/>
                <a:gd name="connsiteX1737" fmla="*/ 87821 w 685800"/>
                <a:gd name="connsiteY1737" fmla="*/ 457105 h 704850"/>
                <a:gd name="connsiteX1738" fmla="*/ 90011 w 685800"/>
                <a:gd name="connsiteY1738" fmla="*/ 455962 h 704850"/>
                <a:gd name="connsiteX1739" fmla="*/ 93345 w 685800"/>
                <a:gd name="connsiteY1739" fmla="*/ 455390 h 704850"/>
                <a:gd name="connsiteX1740" fmla="*/ 96107 w 685800"/>
                <a:gd name="connsiteY1740" fmla="*/ 454152 h 704850"/>
                <a:gd name="connsiteX1741" fmla="*/ 104204 w 685800"/>
                <a:gd name="connsiteY1741" fmla="*/ 453485 h 704850"/>
                <a:gd name="connsiteX1742" fmla="*/ 107251 w 685800"/>
                <a:gd name="connsiteY1742" fmla="*/ 452628 h 704850"/>
                <a:gd name="connsiteX1743" fmla="*/ 108013 w 685800"/>
                <a:gd name="connsiteY1743" fmla="*/ 452056 h 704850"/>
                <a:gd name="connsiteX1744" fmla="*/ 108109 w 685800"/>
                <a:gd name="connsiteY1744" fmla="*/ 452247 h 704850"/>
                <a:gd name="connsiteX1745" fmla="*/ 108680 w 685800"/>
                <a:gd name="connsiteY1745" fmla="*/ 454819 h 704850"/>
                <a:gd name="connsiteX1746" fmla="*/ 107251 w 685800"/>
                <a:gd name="connsiteY1746" fmla="*/ 457486 h 704850"/>
                <a:gd name="connsiteX1747" fmla="*/ 100013 w 685800"/>
                <a:gd name="connsiteY1747" fmla="*/ 462344 h 704850"/>
                <a:gd name="connsiteX1748" fmla="*/ 96107 w 685800"/>
                <a:gd name="connsiteY1748" fmla="*/ 465772 h 704850"/>
                <a:gd name="connsiteX1749" fmla="*/ 94774 w 685800"/>
                <a:gd name="connsiteY1749" fmla="*/ 466344 h 704850"/>
                <a:gd name="connsiteX1750" fmla="*/ 93250 w 685800"/>
                <a:gd name="connsiteY1750" fmla="*/ 466820 h 704850"/>
                <a:gd name="connsiteX1751" fmla="*/ 91916 w 685800"/>
                <a:gd name="connsiteY1751" fmla="*/ 467392 h 704850"/>
                <a:gd name="connsiteX1752" fmla="*/ 91535 w 685800"/>
                <a:gd name="connsiteY1752" fmla="*/ 468154 h 704850"/>
                <a:gd name="connsiteX1753" fmla="*/ 92107 w 685800"/>
                <a:gd name="connsiteY1753" fmla="*/ 468821 h 704850"/>
                <a:gd name="connsiteX1754" fmla="*/ 92774 w 685800"/>
                <a:gd name="connsiteY1754" fmla="*/ 470249 h 704850"/>
                <a:gd name="connsiteX1755" fmla="*/ 92678 w 685800"/>
                <a:gd name="connsiteY1755" fmla="*/ 471011 h 704850"/>
                <a:gd name="connsiteX1756" fmla="*/ 92012 w 685800"/>
                <a:gd name="connsiteY1756" fmla="*/ 473107 h 704850"/>
                <a:gd name="connsiteX1757" fmla="*/ 91916 w 685800"/>
                <a:gd name="connsiteY1757" fmla="*/ 474250 h 704850"/>
                <a:gd name="connsiteX1758" fmla="*/ 92488 w 685800"/>
                <a:gd name="connsiteY1758" fmla="*/ 480631 h 704850"/>
                <a:gd name="connsiteX1759" fmla="*/ 92297 w 685800"/>
                <a:gd name="connsiteY1759" fmla="*/ 481394 h 704850"/>
                <a:gd name="connsiteX1760" fmla="*/ 91916 w 685800"/>
                <a:gd name="connsiteY1760" fmla="*/ 481870 h 704850"/>
                <a:gd name="connsiteX1761" fmla="*/ 91916 w 685800"/>
                <a:gd name="connsiteY1761" fmla="*/ 482346 h 704850"/>
                <a:gd name="connsiteX1762" fmla="*/ 92869 w 685800"/>
                <a:gd name="connsiteY1762" fmla="*/ 483203 h 704850"/>
                <a:gd name="connsiteX1763" fmla="*/ 93631 w 685800"/>
                <a:gd name="connsiteY1763" fmla="*/ 483489 h 704850"/>
                <a:gd name="connsiteX1764" fmla="*/ 95441 w 685800"/>
                <a:gd name="connsiteY1764" fmla="*/ 483489 h 704850"/>
                <a:gd name="connsiteX1765" fmla="*/ 97917 w 685800"/>
                <a:gd name="connsiteY1765" fmla="*/ 484251 h 704850"/>
                <a:gd name="connsiteX1766" fmla="*/ 101060 w 685800"/>
                <a:gd name="connsiteY1766" fmla="*/ 484822 h 704850"/>
                <a:gd name="connsiteX1767" fmla="*/ 102299 w 685800"/>
                <a:gd name="connsiteY1767" fmla="*/ 485775 h 704850"/>
                <a:gd name="connsiteX1768" fmla="*/ 102775 w 685800"/>
                <a:gd name="connsiteY1768" fmla="*/ 487013 h 704850"/>
                <a:gd name="connsiteX1769" fmla="*/ 102870 w 685800"/>
                <a:gd name="connsiteY1769" fmla="*/ 491490 h 704850"/>
                <a:gd name="connsiteX1770" fmla="*/ 103442 w 685800"/>
                <a:gd name="connsiteY1770" fmla="*/ 492919 h 704850"/>
                <a:gd name="connsiteX1771" fmla="*/ 106775 w 685800"/>
                <a:gd name="connsiteY1771" fmla="*/ 498253 h 704850"/>
                <a:gd name="connsiteX1772" fmla="*/ 107251 w 685800"/>
                <a:gd name="connsiteY1772" fmla="*/ 498634 h 704850"/>
                <a:gd name="connsiteX1773" fmla="*/ 107347 w 685800"/>
                <a:gd name="connsiteY1773" fmla="*/ 499110 h 704850"/>
                <a:gd name="connsiteX1774" fmla="*/ 106775 w 685800"/>
                <a:gd name="connsiteY1774" fmla="*/ 500253 h 704850"/>
                <a:gd name="connsiteX1775" fmla="*/ 106299 w 685800"/>
                <a:gd name="connsiteY1775" fmla="*/ 500920 h 704850"/>
                <a:gd name="connsiteX1776" fmla="*/ 102489 w 685800"/>
                <a:gd name="connsiteY1776" fmla="*/ 503111 h 704850"/>
                <a:gd name="connsiteX1777" fmla="*/ 101537 w 685800"/>
                <a:gd name="connsiteY1777" fmla="*/ 504063 h 704850"/>
                <a:gd name="connsiteX1778" fmla="*/ 101251 w 685800"/>
                <a:gd name="connsiteY1778" fmla="*/ 505301 h 704850"/>
                <a:gd name="connsiteX1779" fmla="*/ 102775 w 685800"/>
                <a:gd name="connsiteY1779" fmla="*/ 509778 h 704850"/>
                <a:gd name="connsiteX1780" fmla="*/ 103632 w 685800"/>
                <a:gd name="connsiteY1780" fmla="*/ 510445 h 704850"/>
                <a:gd name="connsiteX1781" fmla="*/ 105251 w 685800"/>
                <a:gd name="connsiteY1781" fmla="*/ 509873 h 704850"/>
                <a:gd name="connsiteX1782" fmla="*/ 106680 w 685800"/>
                <a:gd name="connsiteY1782" fmla="*/ 509873 h 704850"/>
                <a:gd name="connsiteX1783" fmla="*/ 107918 w 685800"/>
                <a:gd name="connsiteY1783" fmla="*/ 511016 h 704850"/>
                <a:gd name="connsiteX1784" fmla="*/ 108871 w 685800"/>
                <a:gd name="connsiteY1784" fmla="*/ 512826 h 704850"/>
                <a:gd name="connsiteX1785" fmla="*/ 109919 w 685800"/>
                <a:gd name="connsiteY1785" fmla="*/ 516255 h 704850"/>
                <a:gd name="connsiteX1786" fmla="*/ 110204 w 685800"/>
                <a:gd name="connsiteY1786" fmla="*/ 517970 h 704850"/>
                <a:gd name="connsiteX1787" fmla="*/ 110014 w 685800"/>
                <a:gd name="connsiteY1787" fmla="*/ 519589 h 704850"/>
                <a:gd name="connsiteX1788" fmla="*/ 109347 w 685800"/>
                <a:gd name="connsiteY1788" fmla="*/ 521208 h 704850"/>
                <a:gd name="connsiteX1789" fmla="*/ 108680 w 685800"/>
                <a:gd name="connsiteY1789" fmla="*/ 521589 h 704850"/>
                <a:gd name="connsiteX1790" fmla="*/ 107728 w 685800"/>
                <a:gd name="connsiteY1790" fmla="*/ 521970 h 704850"/>
                <a:gd name="connsiteX1791" fmla="*/ 107061 w 685800"/>
                <a:gd name="connsiteY1791" fmla="*/ 522446 h 704850"/>
                <a:gd name="connsiteX1792" fmla="*/ 107061 w 685800"/>
                <a:gd name="connsiteY1792" fmla="*/ 523304 h 704850"/>
                <a:gd name="connsiteX1793" fmla="*/ 107633 w 685800"/>
                <a:gd name="connsiteY1793" fmla="*/ 523494 h 704850"/>
                <a:gd name="connsiteX1794" fmla="*/ 110490 w 685800"/>
                <a:gd name="connsiteY1794" fmla="*/ 523494 h 704850"/>
                <a:gd name="connsiteX1795" fmla="*/ 111633 w 685800"/>
                <a:gd name="connsiteY1795" fmla="*/ 525685 h 704850"/>
                <a:gd name="connsiteX1796" fmla="*/ 107633 w 685800"/>
                <a:gd name="connsiteY1796" fmla="*/ 533019 h 704850"/>
                <a:gd name="connsiteX1797" fmla="*/ 107537 w 685800"/>
                <a:gd name="connsiteY1797" fmla="*/ 535877 h 704850"/>
                <a:gd name="connsiteX1798" fmla="*/ 113443 w 685800"/>
                <a:gd name="connsiteY1798" fmla="*/ 536543 h 704850"/>
                <a:gd name="connsiteX1799" fmla="*/ 116491 w 685800"/>
                <a:gd name="connsiteY1799" fmla="*/ 537400 h 704850"/>
                <a:gd name="connsiteX1800" fmla="*/ 118015 w 685800"/>
                <a:gd name="connsiteY1800" fmla="*/ 537591 h 704850"/>
                <a:gd name="connsiteX1801" fmla="*/ 119539 w 685800"/>
                <a:gd name="connsiteY1801" fmla="*/ 537400 h 704850"/>
                <a:gd name="connsiteX1802" fmla="*/ 120872 w 685800"/>
                <a:gd name="connsiteY1802" fmla="*/ 537591 h 704850"/>
                <a:gd name="connsiteX1803" fmla="*/ 121444 w 685800"/>
                <a:gd name="connsiteY1803" fmla="*/ 538734 h 704850"/>
                <a:gd name="connsiteX1804" fmla="*/ 121920 w 685800"/>
                <a:gd name="connsiteY1804" fmla="*/ 540448 h 704850"/>
                <a:gd name="connsiteX1805" fmla="*/ 123158 w 685800"/>
                <a:gd name="connsiteY1805" fmla="*/ 541972 h 704850"/>
                <a:gd name="connsiteX1806" fmla="*/ 124778 w 685800"/>
                <a:gd name="connsiteY1806" fmla="*/ 542639 h 704850"/>
                <a:gd name="connsiteX1807" fmla="*/ 126111 w 685800"/>
                <a:gd name="connsiteY1807" fmla="*/ 542639 h 704850"/>
                <a:gd name="connsiteX1808" fmla="*/ 129159 w 685800"/>
                <a:gd name="connsiteY1808" fmla="*/ 542258 h 704850"/>
                <a:gd name="connsiteX1809" fmla="*/ 129826 w 685800"/>
                <a:gd name="connsiteY1809" fmla="*/ 542354 h 704850"/>
                <a:gd name="connsiteX1810" fmla="*/ 131921 w 685800"/>
                <a:gd name="connsiteY1810" fmla="*/ 542925 h 704850"/>
                <a:gd name="connsiteX1811" fmla="*/ 133064 w 685800"/>
                <a:gd name="connsiteY1811" fmla="*/ 543115 h 704850"/>
                <a:gd name="connsiteX1812" fmla="*/ 133350 w 685800"/>
                <a:gd name="connsiteY1812" fmla="*/ 543211 h 704850"/>
                <a:gd name="connsiteX1813" fmla="*/ 133541 w 685800"/>
                <a:gd name="connsiteY1813" fmla="*/ 543211 h 704850"/>
                <a:gd name="connsiteX1814" fmla="*/ 134303 w 685800"/>
                <a:gd name="connsiteY1814" fmla="*/ 543115 h 704850"/>
                <a:gd name="connsiteX1815" fmla="*/ 134684 w 685800"/>
                <a:gd name="connsiteY1815" fmla="*/ 543401 h 704850"/>
                <a:gd name="connsiteX1816" fmla="*/ 134779 w 685800"/>
                <a:gd name="connsiteY1816" fmla="*/ 545021 h 704850"/>
                <a:gd name="connsiteX1817" fmla="*/ 134969 w 685800"/>
                <a:gd name="connsiteY1817" fmla="*/ 545592 h 704850"/>
                <a:gd name="connsiteX1818" fmla="*/ 135541 w 685800"/>
                <a:gd name="connsiteY1818" fmla="*/ 546068 h 704850"/>
                <a:gd name="connsiteX1819" fmla="*/ 136112 w 685800"/>
                <a:gd name="connsiteY1819" fmla="*/ 546449 h 704850"/>
                <a:gd name="connsiteX1820" fmla="*/ 136779 w 685800"/>
                <a:gd name="connsiteY1820" fmla="*/ 546449 h 704850"/>
                <a:gd name="connsiteX1821" fmla="*/ 137636 w 685800"/>
                <a:gd name="connsiteY1821" fmla="*/ 546068 h 704850"/>
                <a:gd name="connsiteX1822" fmla="*/ 139351 w 685800"/>
                <a:gd name="connsiteY1822" fmla="*/ 544544 h 704850"/>
                <a:gd name="connsiteX1823" fmla="*/ 140113 w 685800"/>
                <a:gd name="connsiteY1823" fmla="*/ 544163 h 704850"/>
                <a:gd name="connsiteX1824" fmla="*/ 141542 w 685800"/>
                <a:gd name="connsiteY1824" fmla="*/ 543782 h 704850"/>
                <a:gd name="connsiteX1825" fmla="*/ 142304 w 685800"/>
                <a:gd name="connsiteY1825" fmla="*/ 543020 h 704850"/>
                <a:gd name="connsiteX1826" fmla="*/ 142970 w 685800"/>
                <a:gd name="connsiteY1826" fmla="*/ 541687 h 704850"/>
                <a:gd name="connsiteX1827" fmla="*/ 143923 w 685800"/>
                <a:gd name="connsiteY1827" fmla="*/ 540448 h 704850"/>
                <a:gd name="connsiteX1828" fmla="*/ 145447 w 685800"/>
                <a:gd name="connsiteY1828" fmla="*/ 540258 h 704850"/>
                <a:gd name="connsiteX1829" fmla="*/ 146875 w 685800"/>
                <a:gd name="connsiteY1829" fmla="*/ 541115 h 704850"/>
                <a:gd name="connsiteX1830" fmla="*/ 149257 w 685800"/>
                <a:gd name="connsiteY1830" fmla="*/ 544354 h 704850"/>
                <a:gd name="connsiteX1831" fmla="*/ 151067 w 685800"/>
                <a:gd name="connsiteY1831" fmla="*/ 545497 h 704850"/>
                <a:gd name="connsiteX1832" fmla="*/ 156972 w 685800"/>
                <a:gd name="connsiteY1832" fmla="*/ 545687 h 704850"/>
                <a:gd name="connsiteX1833" fmla="*/ 158210 w 685800"/>
                <a:gd name="connsiteY1833" fmla="*/ 546449 h 704850"/>
                <a:gd name="connsiteX1834" fmla="*/ 158401 w 685800"/>
                <a:gd name="connsiteY1834" fmla="*/ 547688 h 704850"/>
                <a:gd name="connsiteX1835" fmla="*/ 158115 w 685800"/>
                <a:gd name="connsiteY1835" fmla="*/ 548926 h 704850"/>
                <a:gd name="connsiteX1836" fmla="*/ 158020 w 685800"/>
                <a:gd name="connsiteY1836" fmla="*/ 550355 h 704850"/>
                <a:gd name="connsiteX1837" fmla="*/ 158687 w 685800"/>
                <a:gd name="connsiteY1837" fmla="*/ 551783 h 704850"/>
                <a:gd name="connsiteX1838" fmla="*/ 161544 w 685800"/>
                <a:gd name="connsiteY1838" fmla="*/ 555784 h 704850"/>
                <a:gd name="connsiteX1839" fmla="*/ 161830 w 685800"/>
                <a:gd name="connsiteY1839" fmla="*/ 557784 h 704850"/>
                <a:gd name="connsiteX1840" fmla="*/ 160020 w 685800"/>
                <a:gd name="connsiteY1840" fmla="*/ 559308 h 704850"/>
                <a:gd name="connsiteX1841" fmla="*/ 157544 w 685800"/>
                <a:gd name="connsiteY1841" fmla="*/ 559117 h 704850"/>
                <a:gd name="connsiteX1842" fmla="*/ 153162 w 685800"/>
                <a:gd name="connsiteY1842" fmla="*/ 556831 h 704850"/>
                <a:gd name="connsiteX1843" fmla="*/ 151829 w 685800"/>
                <a:gd name="connsiteY1843" fmla="*/ 557403 h 704850"/>
                <a:gd name="connsiteX1844" fmla="*/ 151638 w 685800"/>
                <a:gd name="connsiteY1844" fmla="*/ 558355 h 704850"/>
                <a:gd name="connsiteX1845" fmla="*/ 152114 w 685800"/>
                <a:gd name="connsiteY1845" fmla="*/ 562261 h 704850"/>
                <a:gd name="connsiteX1846" fmla="*/ 151924 w 685800"/>
                <a:gd name="connsiteY1846" fmla="*/ 563785 h 704850"/>
                <a:gd name="connsiteX1847" fmla="*/ 151067 w 685800"/>
                <a:gd name="connsiteY1847" fmla="*/ 565118 h 704850"/>
                <a:gd name="connsiteX1848" fmla="*/ 149066 w 685800"/>
                <a:gd name="connsiteY1848" fmla="*/ 567499 h 704850"/>
                <a:gd name="connsiteX1849" fmla="*/ 147447 w 685800"/>
                <a:gd name="connsiteY1849" fmla="*/ 570833 h 704850"/>
                <a:gd name="connsiteX1850" fmla="*/ 146780 w 685800"/>
                <a:gd name="connsiteY1850" fmla="*/ 571405 h 704850"/>
                <a:gd name="connsiteX1851" fmla="*/ 145828 w 685800"/>
                <a:gd name="connsiteY1851" fmla="*/ 571690 h 704850"/>
                <a:gd name="connsiteX1852" fmla="*/ 144971 w 685800"/>
                <a:gd name="connsiteY1852" fmla="*/ 572072 h 704850"/>
                <a:gd name="connsiteX1853" fmla="*/ 144113 w 685800"/>
                <a:gd name="connsiteY1853" fmla="*/ 572643 h 704850"/>
                <a:gd name="connsiteX1854" fmla="*/ 143446 w 685800"/>
                <a:gd name="connsiteY1854" fmla="*/ 573405 h 704850"/>
                <a:gd name="connsiteX1855" fmla="*/ 143351 w 685800"/>
                <a:gd name="connsiteY1855" fmla="*/ 575596 h 704850"/>
                <a:gd name="connsiteX1856" fmla="*/ 147161 w 685800"/>
                <a:gd name="connsiteY1856" fmla="*/ 585121 h 704850"/>
                <a:gd name="connsiteX1857" fmla="*/ 147352 w 685800"/>
                <a:gd name="connsiteY1857" fmla="*/ 587026 h 704850"/>
                <a:gd name="connsiteX1858" fmla="*/ 146495 w 685800"/>
                <a:gd name="connsiteY1858" fmla="*/ 589883 h 704850"/>
                <a:gd name="connsiteX1859" fmla="*/ 146304 w 685800"/>
                <a:gd name="connsiteY1859" fmla="*/ 591598 h 704850"/>
                <a:gd name="connsiteX1860" fmla="*/ 146495 w 685800"/>
                <a:gd name="connsiteY1860" fmla="*/ 592550 h 704850"/>
                <a:gd name="connsiteX1861" fmla="*/ 147257 w 685800"/>
                <a:gd name="connsiteY1861" fmla="*/ 593979 h 704850"/>
                <a:gd name="connsiteX1862" fmla="*/ 147352 w 685800"/>
                <a:gd name="connsiteY1862" fmla="*/ 594931 h 704850"/>
                <a:gd name="connsiteX1863" fmla="*/ 147066 w 685800"/>
                <a:gd name="connsiteY1863" fmla="*/ 595884 h 704850"/>
                <a:gd name="connsiteX1864" fmla="*/ 146399 w 685800"/>
                <a:gd name="connsiteY1864" fmla="*/ 596837 h 704850"/>
                <a:gd name="connsiteX1865" fmla="*/ 141351 w 685800"/>
                <a:gd name="connsiteY1865" fmla="*/ 602075 h 704850"/>
                <a:gd name="connsiteX1866" fmla="*/ 138208 w 685800"/>
                <a:gd name="connsiteY1866" fmla="*/ 603695 h 704850"/>
                <a:gd name="connsiteX1867" fmla="*/ 137732 w 685800"/>
                <a:gd name="connsiteY1867" fmla="*/ 604838 h 704850"/>
                <a:gd name="connsiteX1868" fmla="*/ 138017 w 685800"/>
                <a:gd name="connsiteY1868" fmla="*/ 605409 h 704850"/>
                <a:gd name="connsiteX1869" fmla="*/ 138494 w 685800"/>
                <a:gd name="connsiteY1869" fmla="*/ 605980 h 704850"/>
                <a:gd name="connsiteX1870" fmla="*/ 138684 w 685800"/>
                <a:gd name="connsiteY1870" fmla="*/ 607123 h 704850"/>
                <a:gd name="connsiteX1871" fmla="*/ 138303 w 685800"/>
                <a:gd name="connsiteY1871" fmla="*/ 608171 h 704850"/>
                <a:gd name="connsiteX1872" fmla="*/ 136874 w 685800"/>
                <a:gd name="connsiteY1872" fmla="*/ 609886 h 704850"/>
                <a:gd name="connsiteX1873" fmla="*/ 136208 w 685800"/>
                <a:gd name="connsiteY1873" fmla="*/ 610838 h 704850"/>
                <a:gd name="connsiteX1874" fmla="*/ 135255 w 685800"/>
                <a:gd name="connsiteY1874" fmla="*/ 615029 h 704850"/>
                <a:gd name="connsiteX1875" fmla="*/ 134684 w 685800"/>
                <a:gd name="connsiteY1875" fmla="*/ 616363 h 704850"/>
                <a:gd name="connsiteX1876" fmla="*/ 132112 w 685800"/>
                <a:gd name="connsiteY1876" fmla="*/ 619887 h 704850"/>
                <a:gd name="connsiteX1877" fmla="*/ 131540 w 685800"/>
                <a:gd name="connsiteY1877" fmla="*/ 621602 h 704850"/>
                <a:gd name="connsiteX1878" fmla="*/ 132779 w 685800"/>
                <a:gd name="connsiteY1878" fmla="*/ 622935 h 704850"/>
                <a:gd name="connsiteX1879" fmla="*/ 130302 w 685800"/>
                <a:gd name="connsiteY1879" fmla="*/ 624269 h 704850"/>
                <a:gd name="connsiteX1880" fmla="*/ 132112 w 685800"/>
                <a:gd name="connsiteY1880" fmla="*/ 626078 h 704850"/>
                <a:gd name="connsiteX1881" fmla="*/ 135731 w 685800"/>
                <a:gd name="connsiteY1881" fmla="*/ 627793 h 704850"/>
                <a:gd name="connsiteX1882" fmla="*/ 138970 w 685800"/>
                <a:gd name="connsiteY1882" fmla="*/ 628650 h 704850"/>
                <a:gd name="connsiteX1883" fmla="*/ 145161 w 685800"/>
                <a:gd name="connsiteY1883" fmla="*/ 629222 h 704850"/>
                <a:gd name="connsiteX1884" fmla="*/ 147923 w 685800"/>
                <a:gd name="connsiteY1884" fmla="*/ 628936 h 704850"/>
                <a:gd name="connsiteX1885" fmla="*/ 152781 w 685800"/>
                <a:gd name="connsiteY1885" fmla="*/ 626936 h 704850"/>
                <a:gd name="connsiteX1886" fmla="*/ 153829 w 685800"/>
                <a:gd name="connsiteY1886" fmla="*/ 626745 h 704850"/>
                <a:gd name="connsiteX1887" fmla="*/ 158020 w 685800"/>
                <a:gd name="connsiteY1887" fmla="*/ 628459 h 704850"/>
                <a:gd name="connsiteX1888" fmla="*/ 159163 w 685800"/>
                <a:gd name="connsiteY1888" fmla="*/ 628555 h 704850"/>
                <a:gd name="connsiteX1889" fmla="*/ 161830 w 685800"/>
                <a:gd name="connsiteY1889" fmla="*/ 628269 h 704850"/>
                <a:gd name="connsiteX1890" fmla="*/ 169450 w 685800"/>
                <a:gd name="connsiteY1890" fmla="*/ 630174 h 704850"/>
                <a:gd name="connsiteX1891" fmla="*/ 170117 w 685800"/>
                <a:gd name="connsiteY1891" fmla="*/ 630555 h 704850"/>
                <a:gd name="connsiteX1892" fmla="*/ 170783 w 685800"/>
                <a:gd name="connsiteY1892" fmla="*/ 631222 h 704850"/>
                <a:gd name="connsiteX1893" fmla="*/ 171450 w 685800"/>
                <a:gd name="connsiteY1893" fmla="*/ 632746 h 704850"/>
                <a:gd name="connsiteX1894" fmla="*/ 171831 w 685800"/>
                <a:gd name="connsiteY1894" fmla="*/ 633222 h 704850"/>
                <a:gd name="connsiteX1895" fmla="*/ 173450 w 685800"/>
                <a:gd name="connsiteY1895" fmla="*/ 634079 h 704850"/>
                <a:gd name="connsiteX1896" fmla="*/ 174212 w 685800"/>
                <a:gd name="connsiteY1896" fmla="*/ 633413 h 704850"/>
                <a:gd name="connsiteX1897" fmla="*/ 175070 w 685800"/>
                <a:gd name="connsiteY1897" fmla="*/ 632174 h 704850"/>
                <a:gd name="connsiteX1898" fmla="*/ 176594 w 685800"/>
                <a:gd name="connsiteY1898" fmla="*/ 631412 h 704850"/>
                <a:gd name="connsiteX1899" fmla="*/ 177832 w 685800"/>
                <a:gd name="connsiteY1899" fmla="*/ 631698 h 704850"/>
                <a:gd name="connsiteX1900" fmla="*/ 182690 w 685800"/>
                <a:gd name="connsiteY1900" fmla="*/ 634174 h 704850"/>
                <a:gd name="connsiteX1901" fmla="*/ 183356 w 685800"/>
                <a:gd name="connsiteY1901" fmla="*/ 634746 h 704850"/>
                <a:gd name="connsiteX1902" fmla="*/ 183833 w 685800"/>
                <a:gd name="connsiteY1902" fmla="*/ 635413 h 704850"/>
                <a:gd name="connsiteX1903" fmla="*/ 184404 w 685800"/>
                <a:gd name="connsiteY1903" fmla="*/ 635889 h 704850"/>
                <a:gd name="connsiteX1904" fmla="*/ 185452 w 685800"/>
                <a:gd name="connsiteY1904" fmla="*/ 635794 h 704850"/>
                <a:gd name="connsiteX1905" fmla="*/ 186023 w 685800"/>
                <a:gd name="connsiteY1905" fmla="*/ 635127 h 704850"/>
                <a:gd name="connsiteX1906" fmla="*/ 186119 w 685800"/>
                <a:gd name="connsiteY1906" fmla="*/ 633413 h 704850"/>
                <a:gd name="connsiteX1907" fmla="*/ 186595 w 685800"/>
                <a:gd name="connsiteY1907" fmla="*/ 632746 h 704850"/>
                <a:gd name="connsiteX1908" fmla="*/ 188119 w 685800"/>
                <a:gd name="connsiteY1908" fmla="*/ 632460 h 704850"/>
                <a:gd name="connsiteX1909" fmla="*/ 194120 w 685800"/>
                <a:gd name="connsiteY1909" fmla="*/ 633508 h 704850"/>
                <a:gd name="connsiteX1910" fmla="*/ 193548 w 685800"/>
                <a:gd name="connsiteY1910" fmla="*/ 634651 h 704850"/>
                <a:gd name="connsiteX1911" fmla="*/ 193453 w 685800"/>
                <a:gd name="connsiteY1911" fmla="*/ 635794 h 704850"/>
                <a:gd name="connsiteX1912" fmla="*/ 193929 w 685800"/>
                <a:gd name="connsiteY1912" fmla="*/ 636937 h 704850"/>
                <a:gd name="connsiteX1913" fmla="*/ 194786 w 685800"/>
                <a:gd name="connsiteY1913" fmla="*/ 637794 h 704850"/>
                <a:gd name="connsiteX1914" fmla="*/ 195929 w 685800"/>
                <a:gd name="connsiteY1914" fmla="*/ 640556 h 704850"/>
                <a:gd name="connsiteX1915" fmla="*/ 195167 w 685800"/>
                <a:gd name="connsiteY1915" fmla="*/ 643890 h 704850"/>
                <a:gd name="connsiteX1916" fmla="*/ 192310 w 685800"/>
                <a:gd name="connsiteY1916" fmla="*/ 650081 h 704850"/>
                <a:gd name="connsiteX1917" fmla="*/ 192119 w 685800"/>
                <a:gd name="connsiteY1917" fmla="*/ 652081 h 704850"/>
                <a:gd name="connsiteX1918" fmla="*/ 192500 w 685800"/>
                <a:gd name="connsiteY1918" fmla="*/ 653510 h 704850"/>
                <a:gd name="connsiteX1919" fmla="*/ 193834 w 685800"/>
                <a:gd name="connsiteY1919" fmla="*/ 656558 h 704850"/>
                <a:gd name="connsiteX1920" fmla="*/ 194786 w 685800"/>
                <a:gd name="connsiteY1920" fmla="*/ 661321 h 704850"/>
                <a:gd name="connsiteX1921" fmla="*/ 195548 w 685800"/>
                <a:gd name="connsiteY1921" fmla="*/ 662749 h 704850"/>
                <a:gd name="connsiteX1922" fmla="*/ 198501 w 685800"/>
                <a:gd name="connsiteY1922" fmla="*/ 664273 h 704850"/>
                <a:gd name="connsiteX1923" fmla="*/ 205264 w 685800"/>
                <a:gd name="connsiteY1923" fmla="*/ 664464 h 704850"/>
                <a:gd name="connsiteX1924" fmla="*/ 208312 w 685800"/>
                <a:gd name="connsiteY1924" fmla="*/ 665321 h 704850"/>
                <a:gd name="connsiteX1925" fmla="*/ 209550 w 685800"/>
                <a:gd name="connsiteY1925" fmla="*/ 666369 h 704850"/>
                <a:gd name="connsiteX1926" fmla="*/ 210121 w 685800"/>
                <a:gd name="connsiteY1926" fmla="*/ 666940 h 704850"/>
                <a:gd name="connsiteX1927" fmla="*/ 210407 w 685800"/>
                <a:gd name="connsiteY1927" fmla="*/ 667417 h 704850"/>
                <a:gd name="connsiteX1928" fmla="*/ 210217 w 685800"/>
                <a:gd name="connsiteY1928" fmla="*/ 668274 h 704850"/>
                <a:gd name="connsiteX1929" fmla="*/ 209645 w 685800"/>
                <a:gd name="connsiteY1929" fmla="*/ 668560 h 704850"/>
                <a:gd name="connsiteX1930" fmla="*/ 208788 w 685800"/>
                <a:gd name="connsiteY1930" fmla="*/ 668655 h 704850"/>
                <a:gd name="connsiteX1931" fmla="*/ 207931 w 685800"/>
                <a:gd name="connsiteY1931" fmla="*/ 669131 h 704850"/>
                <a:gd name="connsiteX1932" fmla="*/ 207074 w 685800"/>
                <a:gd name="connsiteY1932" fmla="*/ 670370 h 704850"/>
                <a:gd name="connsiteX1933" fmla="*/ 206312 w 685800"/>
                <a:gd name="connsiteY1933" fmla="*/ 671798 h 704850"/>
                <a:gd name="connsiteX1934" fmla="*/ 205835 w 685800"/>
                <a:gd name="connsiteY1934" fmla="*/ 673227 h 704850"/>
                <a:gd name="connsiteX1935" fmla="*/ 205550 w 685800"/>
                <a:gd name="connsiteY1935" fmla="*/ 674465 h 704850"/>
                <a:gd name="connsiteX1936" fmla="*/ 205550 w 685800"/>
                <a:gd name="connsiteY1936" fmla="*/ 675894 h 704850"/>
                <a:gd name="connsiteX1937" fmla="*/ 205930 w 685800"/>
                <a:gd name="connsiteY1937" fmla="*/ 677704 h 704850"/>
                <a:gd name="connsiteX1938" fmla="*/ 206502 w 685800"/>
                <a:gd name="connsiteY1938" fmla="*/ 679513 h 704850"/>
                <a:gd name="connsiteX1939" fmla="*/ 207359 w 685800"/>
                <a:gd name="connsiteY1939" fmla="*/ 680561 h 704850"/>
                <a:gd name="connsiteX1940" fmla="*/ 208979 w 685800"/>
                <a:gd name="connsiteY1940" fmla="*/ 681704 h 704850"/>
                <a:gd name="connsiteX1941" fmla="*/ 211741 w 685800"/>
                <a:gd name="connsiteY1941" fmla="*/ 685609 h 704850"/>
                <a:gd name="connsiteX1942" fmla="*/ 213646 w 685800"/>
                <a:gd name="connsiteY1942" fmla="*/ 686372 h 704850"/>
                <a:gd name="connsiteX1943" fmla="*/ 214503 w 685800"/>
                <a:gd name="connsiteY1943" fmla="*/ 685895 h 704850"/>
                <a:gd name="connsiteX1944" fmla="*/ 217075 w 685800"/>
                <a:gd name="connsiteY1944" fmla="*/ 683895 h 704850"/>
                <a:gd name="connsiteX1945" fmla="*/ 218218 w 685800"/>
                <a:gd name="connsiteY1945" fmla="*/ 683228 h 704850"/>
                <a:gd name="connsiteX1946" fmla="*/ 220694 w 685800"/>
                <a:gd name="connsiteY1946" fmla="*/ 682371 h 704850"/>
                <a:gd name="connsiteX1947" fmla="*/ 221837 w 685800"/>
                <a:gd name="connsiteY1947" fmla="*/ 681609 h 704850"/>
                <a:gd name="connsiteX1948" fmla="*/ 222885 w 685800"/>
                <a:gd name="connsiteY1948" fmla="*/ 680656 h 704850"/>
                <a:gd name="connsiteX1949" fmla="*/ 222885 w 685800"/>
                <a:gd name="connsiteY1949" fmla="*/ 680561 h 704850"/>
                <a:gd name="connsiteX1950" fmla="*/ 222885 w 685800"/>
                <a:gd name="connsiteY1950" fmla="*/ 680561 h 704850"/>
                <a:gd name="connsiteX1951" fmla="*/ 222885 w 685800"/>
                <a:gd name="connsiteY1951" fmla="*/ 680561 h 704850"/>
                <a:gd name="connsiteX1952" fmla="*/ 223838 w 685800"/>
                <a:gd name="connsiteY1952" fmla="*/ 679132 h 704850"/>
                <a:gd name="connsiteX1953" fmla="*/ 224790 w 685800"/>
                <a:gd name="connsiteY1953" fmla="*/ 678180 h 704850"/>
                <a:gd name="connsiteX1954" fmla="*/ 226028 w 685800"/>
                <a:gd name="connsiteY1954" fmla="*/ 677608 h 704850"/>
                <a:gd name="connsiteX1955" fmla="*/ 227743 w 685800"/>
                <a:gd name="connsiteY1955" fmla="*/ 677513 h 704850"/>
                <a:gd name="connsiteX1956" fmla="*/ 229362 w 685800"/>
                <a:gd name="connsiteY1956" fmla="*/ 677799 h 704850"/>
                <a:gd name="connsiteX1957" fmla="*/ 230600 w 685800"/>
                <a:gd name="connsiteY1957" fmla="*/ 678561 h 704850"/>
                <a:gd name="connsiteX1958" fmla="*/ 233077 w 685800"/>
                <a:gd name="connsiteY1958" fmla="*/ 680561 h 704850"/>
                <a:gd name="connsiteX1959" fmla="*/ 233458 w 685800"/>
                <a:gd name="connsiteY1959" fmla="*/ 682085 h 704850"/>
                <a:gd name="connsiteX1960" fmla="*/ 234125 w 685800"/>
                <a:gd name="connsiteY1960" fmla="*/ 683323 h 704850"/>
                <a:gd name="connsiteX1961" fmla="*/ 235267 w 685800"/>
                <a:gd name="connsiteY1961" fmla="*/ 684086 h 704850"/>
                <a:gd name="connsiteX1962" fmla="*/ 236601 w 685800"/>
                <a:gd name="connsiteY1962" fmla="*/ 683895 h 704850"/>
                <a:gd name="connsiteX1963" fmla="*/ 238411 w 685800"/>
                <a:gd name="connsiteY1963" fmla="*/ 683514 h 704850"/>
                <a:gd name="connsiteX1964" fmla="*/ 242316 w 685800"/>
                <a:gd name="connsiteY1964" fmla="*/ 684181 h 704850"/>
                <a:gd name="connsiteX1965" fmla="*/ 244412 w 685800"/>
                <a:gd name="connsiteY1965" fmla="*/ 684086 h 704850"/>
                <a:gd name="connsiteX1966" fmla="*/ 248412 w 685800"/>
                <a:gd name="connsiteY1966" fmla="*/ 682847 h 704850"/>
                <a:gd name="connsiteX1967" fmla="*/ 250317 w 685800"/>
                <a:gd name="connsiteY1967" fmla="*/ 681895 h 704850"/>
                <a:gd name="connsiteX1968" fmla="*/ 251555 w 685800"/>
                <a:gd name="connsiteY1968" fmla="*/ 680656 h 704850"/>
                <a:gd name="connsiteX1969" fmla="*/ 251555 w 685800"/>
                <a:gd name="connsiteY1969" fmla="*/ 680561 h 704850"/>
                <a:gd name="connsiteX1970" fmla="*/ 251555 w 685800"/>
                <a:gd name="connsiteY1970" fmla="*/ 680561 h 704850"/>
                <a:gd name="connsiteX1971" fmla="*/ 251555 w 685800"/>
                <a:gd name="connsiteY1971" fmla="*/ 680561 h 704850"/>
                <a:gd name="connsiteX1972" fmla="*/ 254984 w 685800"/>
                <a:gd name="connsiteY1972" fmla="*/ 678847 h 704850"/>
                <a:gd name="connsiteX1973" fmla="*/ 259175 w 685800"/>
                <a:gd name="connsiteY1973" fmla="*/ 674275 h 704850"/>
                <a:gd name="connsiteX1974" fmla="*/ 262414 w 685800"/>
                <a:gd name="connsiteY1974" fmla="*/ 669417 h 704850"/>
                <a:gd name="connsiteX1975" fmla="*/ 265462 w 685800"/>
                <a:gd name="connsiteY1975" fmla="*/ 666750 h 704850"/>
                <a:gd name="connsiteX1976" fmla="*/ 268891 w 685800"/>
                <a:gd name="connsiteY1976" fmla="*/ 665036 h 704850"/>
                <a:gd name="connsiteX1977" fmla="*/ 276606 w 685800"/>
                <a:gd name="connsiteY1977" fmla="*/ 662749 h 704850"/>
                <a:gd name="connsiteX1978" fmla="*/ 278035 w 685800"/>
                <a:gd name="connsiteY1978" fmla="*/ 662178 h 704850"/>
                <a:gd name="connsiteX1979" fmla="*/ 282035 w 685800"/>
                <a:gd name="connsiteY1979" fmla="*/ 659225 h 704850"/>
                <a:gd name="connsiteX1980" fmla="*/ 283083 w 685800"/>
                <a:gd name="connsiteY1980" fmla="*/ 658463 h 704850"/>
                <a:gd name="connsiteX1981" fmla="*/ 284131 w 685800"/>
                <a:gd name="connsiteY1981" fmla="*/ 657797 h 704850"/>
                <a:gd name="connsiteX1982" fmla="*/ 285274 w 685800"/>
                <a:gd name="connsiteY1982" fmla="*/ 657415 h 704850"/>
                <a:gd name="connsiteX1983" fmla="*/ 288131 w 685800"/>
                <a:gd name="connsiteY1983" fmla="*/ 657987 h 704850"/>
                <a:gd name="connsiteX1984" fmla="*/ 288608 w 685800"/>
                <a:gd name="connsiteY1984" fmla="*/ 659321 h 704850"/>
                <a:gd name="connsiteX1985" fmla="*/ 288893 w 685800"/>
                <a:gd name="connsiteY1985" fmla="*/ 663512 h 704850"/>
                <a:gd name="connsiteX1986" fmla="*/ 289560 w 685800"/>
                <a:gd name="connsiteY1986" fmla="*/ 664464 h 704850"/>
                <a:gd name="connsiteX1987" fmla="*/ 290608 w 685800"/>
                <a:gd name="connsiteY1987" fmla="*/ 665131 h 704850"/>
                <a:gd name="connsiteX1988" fmla="*/ 291560 w 685800"/>
                <a:gd name="connsiteY1988" fmla="*/ 666655 h 704850"/>
                <a:gd name="connsiteX1989" fmla="*/ 292132 w 685800"/>
                <a:gd name="connsiteY1989" fmla="*/ 668464 h 704850"/>
                <a:gd name="connsiteX1990" fmla="*/ 291941 w 685800"/>
                <a:gd name="connsiteY1990" fmla="*/ 669703 h 704850"/>
                <a:gd name="connsiteX1991" fmla="*/ 292513 w 685800"/>
                <a:gd name="connsiteY1991" fmla="*/ 670655 h 704850"/>
                <a:gd name="connsiteX1992" fmla="*/ 292037 w 685800"/>
                <a:gd name="connsiteY1992" fmla="*/ 671608 h 704850"/>
                <a:gd name="connsiteX1993" fmla="*/ 291275 w 685800"/>
                <a:gd name="connsiteY1993" fmla="*/ 672846 h 704850"/>
                <a:gd name="connsiteX1994" fmla="*/ 290989 w 685800"/>
                <a:gd name="connsiteY1994" fmla="*/ 674370 h 704850"/>
                <a:gd name="connsiteX1995" fmla="*/ 291370 w 685800"/>
                <a:gd name="connsiteY1995" fmla="*/ 675704 h 704850"/>
                <a:gd name="connsiteX1996" fmla="*/ 292608 w 685800"/>
                <a:gd name="connsiteY1996" fmla="*/ 675799 h 704850"/>
                <a:gd name="connsiteX1997" fmla="*/ 293561 w 685800"/>
                <a:gd name="connsiteY1997" fmla="*/ 677228 h 704850"/>
                <a:gd name="connsiteX1998" fmla="*/ 293656 w 685800"/>
                <a:gd name="connsiteY1998" fmla="*/ 679704 h 704850"/>
                <a:gd name="connsiteX1999" fmla="*/ 292132 w 685800"/>
                <a:gd name="connsiteY1999" fmla="*/ 686657 h 704850"/>
                <a:gd name="connsiteX2000" fmla="*/ 292322 w 685800"/>
                <a:gd name="connsiteY2000" fmla="*/ 688467 h 704850"/>
                <a:gd name="connsiteX2001" fmla="*/ 292989 w 685800"/>
                <a:gd name="connsiteY2001" fmla="*/ 688943 h 704850"/>
                <a:gd name="connsiteX2002" fmla="*/ 295275 w 685800"/>
                <a:gd name="connsiteY2002" fmla="*/ 690181 h 704850"/>
                <a:gd name="connsiteX2003" fmla="*/ 296704 w 685800"/>
                <a:gd name="connsiteY2003" fmla="*/ 691229 h 704850"/>
                <a:gd name="connsiteX2004" fmla="*/ 297085 w 685800"/>
                <a:gd name="connsiteY2004" fmla="*/ 691134 h 704850"/>
                <a:gd name="connsiteX2005" fmla="*/ 297275 w 685800"/>
                <a:gd name="connsiteY2005" fmla="*/ 691134 h 704850"/>
                <a:gd name="connsiteX2006" fmla="*/ 297371 w 685800"/>
                <a:gd name="connsiteY2006" fmla="*/ 691801 h 704850"/>
                <a:gd name="connsiteX2007" fmla="*/ 296418 w 685800"/>
                <a:gd name="connsiteY2007" fmla="*/ 694277 h 704850"/>
                <a:gd name="connsiteX2008" fmla="*/ 295275 w 685800"/>
                <a:gd name="connsiteY2008" fmla="*/ 695992 h 704850"/>
                <a:gd name="connsiteX2009" fmla="*/ 295370 w 685800"/>
                <a:gd name="connsiteY2009" fmla="*/ 696563 h 704850"/>
                <a:gd name="connsiteX2010" fmla="*/ 296132 w 685800"/>
                <a:gd name="connsiteY2010" fmla="*/ 697325 h 704850"/>
                <a:gd name="connsiteX2011" fmla="*/ 296228 w 685800"/>
                <a:gd name="connsiteY2011" fmla="*/ 697611 h 704850"/>
                <a:gd name="connsiteX2012" fmla="*/ 296132 w 685800"/>
                <a:gd name="connsiteY2012" fmla="*/ 698754 h 704850"/>
                <a:gd name="connsiteX2013" fmla="*/ 295370 w 685800"/>
                <a:gd name="connsiteY2013" fmla="*/ 701897 h 704850"/>
                <a:gd name="connsiteX2014" fmla="*/ 296228 w 685800"/>
                <a:gd name="connsiteY2014" fmla="*/ 702945 h 704850"/>
                <a:gd name="connsiteX2015" fmla="*/ 297371 w 685800"/>
                <a:gd name="connsiteY2015" fmla="*/ 705231 h 704850"/>
                <a:gd name="connsiteX2016" fmla="*/ 298133 w 685800"/>
                <a:gd name="connsiteY2016" fmla="*/ 706374 h 704850"/>
                <a:gd name="connsiteX2017" fmla="*/ 299371 w 685800"/>
                <a:gd name="connsiteY2017" fmla="*/ 707517 h 704850"/>
                <a:gd name="connsiteX2018" fmla="*/ 300609 w 685800"/>
                <a:gd name="connsiteY2018" fmla="*/ 707993 h 704850"/>
                <a:gd name="connsiteX2019" fmla="*/ 302038 w 685800"/>
                <a:gd name="connsiteY2019" fmla="*/ 707803 h 704850"/>
                <a:gd name="connsiteX2020" fmla="*/ 303752 w 685800"/>
                <a:gd name="connsiteY2020" fmla="*/ 707136 h 704850"/>
                <a:gd name="connsiteX2021" fmla="*/ 307562 w 685800"/>
                <a:gd name="connsiteY2021" fmla="*/ 704469 h 704850"/>
                <a:gd name="connsiteX2022" fmla="*/ 309182 w 685800"/>
                <a:gd name="connsiteY2022" fmla="*/ 703897 h 704850"/>
                <a:gd name="connsiteX2023" fmla="*/ 318230 w 685800"/>
                <a:gd name="connsiteY2023" fmla="*/ 702183 h 704850"/>
                <a:gd name="connsiteX2024" fmla="*/ 320040 w 685800"/>
                <a:gd name="connsiteY2024" fmla="*/ 702183 h 704850"/>
                <a:gd name="connsiteX2025" fmla="*/ 321755 w 685800"/>
                <a:gd name="connsiteY2025" fmla="*/ 702469 h 704850"/>
                <a:gd name="connsiteX2026" fmla="*/ 324421 w 685800"/>
                <a:gd name="connsiteY2026" fmla="*/ 703421 h 704850"/>
                <a:gd name="connsiteX2027" fmla="*/ 324993 w 685800"/>
                <a:gd name="connsiteY2027" fmla="*/ 703421 h 704850"/>
                <a:gd name="connsiteX2028" fmla="*/ 325279 w 685800"/>
                <a:gd name="connsiteY2028" fmla="*/ 703707 h 704850"/>
                <a:gd name="connsiteX2029" fmla="*/ 325660 w 685800"/>
                <a:gd name="connsiteY2029" fmla="*/ 704659 h 704850"/>
                <a:gd name="connsiteX2030" fmla="*/ 325565 w 685800"/>
                <a:gd name="connsiteY2030" fmla="*/ 705422 h 704850"/>
                <a:gd name="connsiteX2031" fmla="*/ 325088 w 685800"/>
                <a:gd name="connsiteY2031" fmla="*/ 706279 h 704850"/>
                <a:gd name="connsiteX2032" fmla="*/ 324803 w 685800"/>
                <a:gd name="connsiteY2032" fmla="*/ 707041 h 704850"/>
                <a:gd name="connsiteX2033" fmla="*/ 325184 w 685800"/>
                <a:gd name="connsiteY2033" fmla="*/ 707898 h 704850"/>
                <a:gd name="connsiteX2034" fmla="*/ 326326 w 685800"/>
                <a:gd name="connsiteY2034" fmla="*/ 708088 h 704850"/>
                <a:gd name="connsiteX2035" fmla="*/ 329470 w 685800"/>
                <a:gd name="connsiteY2035" fmla="*/ 706660 h 704850"/>
                <a:gd name="connsiteX2036" fmla="*/ 330994 w 685800"/>
                <a:gd name="connsiteY2036" fmla="*/ 706755 h 704850"/>
                <a:gd name="connsiteX2037" fmla="*/ 332232 w 685800"/>
                <a:gd name="connsiteY2037" fmla="*/ 707803 h 704850"/>
                <a:gd name="connsiteX2038" fmla="*/ 333661 w 685800"/>
                <a:gd name="connsiteY2038" fmla="*/ 710374 h 704850"/>
                <a:gd name="connsiteX2039" fmla="*/ 334899 w 685800"/>
                <a:gd name="connsiteY2039" fmla="*/ 711327 h 704850"/>
                <a:gd name="connsiteX2040" fmla="*/ 336042 w 685800"/>
                <a:gd name="connsiteY2040" fmla="*/ 711422 h 704850"/>
                <a:gd name="connsiteX2041" fmla="*/ 337566 w 685800"/>
                <a:gd name="connsiteY2041" fmla="*/ 711137 h 704850"/>
                <a:gd name="connsiteX2042" fmla="*/ 339090 w 685800"/>
                <a:gd name="connsiteY2042" fmla="*/ 710660 h 704850"/>
                <a:gd name="connsiteX2043" fmla="*/ 339947 w 685800"/>
                <a:gd name="connsiteY2043" fmla="*/ 709994 h 704850"/>
                <a:gd name="connsiteX2044" fmla="*/ 340042 w 685800"/>
                <a:gd name="connsiteY2044" fmla="*/ 709136 h 704850"/>
                <a:gd name="connsiteX2045" fmla="*/ 340233 w 685800"/>
                <a:gd name="connsiteY2045" fmla="*/ 708279 h 704850"/>
                <a:gd name="connsiteX2046" fmla="*/ 339662 w 685800"/>
                <a:gd name="connsiteY2046" fmla="*/ 707136 h 704850"/>
                <a:gd name="connsiteX2047" fmla="*/ 339376 w 685800"/>
                <a:gd name="connsiteY2047" fmla="*/ 706183 h 704850"/>
                <a:gd name="connsiteX2048" fmla="*/ 340519 w 685800"/>
                <a:gd name="connsiteY2048" fmla="*/ 705136 h 704850"/>
                <a:gd name="connsiteX2049" fmla="*/ 342233 w 685800"/>
                <a:gd name="connsiteY2049" fmla="*/ 705517 h 704850"/>
                <a:gd name="connsiteX2050" fmla="*/ 342995 w 685800"/>
                <a:gd name="connsiteY2050" fmla="*/ 705422 h 704850"/>
                <a:gd name="connsiteX2051" fmla="*/ 343662 w 685800"/>
                <a:gd name="connsiteY2051" fmla="*/ 704945 h 704850"/>
                <a:gd name="connsiteX2052" fmla="*/ 344138 w 685800"/>
                <a:gd name="connsiteY2052" fmla="*/ 704469 h 704850"/>
                <a:gd name="connsiteX2053" fmla="*/ 344329 w 685800"/>
                <a:gd name="connsiteY2053" fmla="*/ 703993 h 704850"/>
                <a:gd name="connsiteX2054" fmla="*/ 344424 w 685800"/>
                <a:gd name="connsiteY2054" fmla="*/ 703707 h 704850"/>
                <a:gd name="connsiteX2055" fmla="*/ 344519 w 685800"/>
                <a:gd name="connsiteY2055" fmla="*/ 702850 h 704850"/>
                <a:gd name="connsiteX2056" fmla="*/ 344234 w 685800"/>
                <a:gd name="connsiteY2056" fmla="*/ 701802 h 704850"/>
                <a:gd name="connsiteX2057" fmla="*/ 343567 w 685800"/>
                <a:gd name="connsiteY2057" fmla="*/ 700849 h 704850"/>
                <a:gd name="connsiteX2058" fmla="*/ 342709 w 685800"/>
                <a:gd name="connsiteY2058" fmla="*/ 700088 h 704850"/>
                <a:gd name="connsiteX2059" fmla="*/ 341662 w 685800"/>
                <a:gd name="connsiteY2059" fmla="*/ 699516 h 704850"/>
                <a:gd name="connsiteX2060" fmla="*/ 337471 w 685800"/>
                <a:gd name="connsiteY2060" fmla="*/ 697897 h 704850"/>
                <a:gd name="connsiteX2061" fmla="*/ 336423 w 685800"/>
                <a:gd name="connsiteY2061" fmla="*/ 696944 h 704850"/>
                <a:gd name="connsiteX2062" fmla="*/ 335851 w 685800"/>
                <a:gd name="connsiteY2062" fmla="*/ 695515 h 704850"/>
                <a:gd name="connsiteX2063" fmla="*/ 335851 w 685800"/>
                <a:gd name="connsiteY2063" fmla="*/ 693991 h 704850"/>
                <a:gd name="connsiteX2064" fmla="*/ 336613 w 685800"/>
                <a:gd name="connsiteY2064" fmla="*/ 690848 h 704850"/>
                <a:gd name="connsiteX2065" fmla="*/ 336995 w 685800"/>
                <a:gd name="connsiteY2065" fmla="*/ 682371 h 704850"/>
                <a:gd name="connsiteX2066" fmla="*/ 338138 w 685800"/>
                <a:gd name="connsiteY2066" fmla="*/ 680561 h 704850"/>
                <a:gd name="connsiteX2067" fmla="*/ 338423 w 685800"/>
                <a:gd name="connsiteY2067" fmla="*/ 678942 h 704850"/>
                <a:gd name="connsiteX2068" fmla="*/ 337375 w 685800"/>
                <a:gd name="connsiteY2068" fmla="*/ 675608 h 704850"/>
                <a:gd name="connsiteX2069" fmla="*/ 337471 w 685800"/>
                <a:gd name="connsiteY2069" fmla="*/ 674180 h 704850"/>
                <a:gd name="connsiteX2070" fmla="*/ 338709 w 685800"/>
                <a:gd name="connsiteY2070" fmla="*/ 673417 h 704850"/>
                <a:gd name="connsiteX2071" fmla="*/ 340424 w 685800"/>
                <a:gd name="connsiteY2071" fmla="*/ 673132 h 704850"/>
                <a:gd name="connsiteX2072" fmla="*/ 342043 w 685800"/>
                <a:gd name="connsiteY2072" fmla="*/ 672655 h 704850"/>
                <a:gd name="connsiteX2073" fmla="*/ 343091 w 685800"/>
                <a:gd name="connsiteY2073" fmla="*/ 671131 h 704850"/>
                <a:gd name="connsiteX2074" fmla="*/ 342900 w 685800"/>
                <a:gd name="connsiteY2074" fmla="*/ 669417 h 704850"/>
                <a:gd name="connsiteX2075" fmla="*/ 341757 w 685800"/>
                <a:gd name="connsiteY2075" fmla="*/ 668750 h 704850"/>
                <a:gd name="connsiteX2076" fmla="*/ 340233 w 685800"/>
                <a:gd name="connsiteY2076" fmla="*/ 668369 h 704850"/>
                <a:gd name="connsiteX2077" fmla="*/ 339090 w 685800"/>
                <a:gd name="connsiteY2077" fmla="*/ 667512 h 704850"/>
                <a:gd name="connsiteX2078" fmla="*/ 338804 w 685800"/>
                <a:gd name="connsiteY2078" fmla="*/ 666655 h 704850"/>
                <a:gd name="connsiteX2079" fmla="*/ 339090 w 685800"/>
                <a:gd name="connsiteY2079" fmla="*/ 664845 h 704850"/>
                <a:gd name="connsiteX2080" fmla="*/ 338995 w 685800"/>
                <a:gd name="connsiteY2080" fmla="*/ 663988 h 704850"/>
                <a:gd name="connsiteX2081" fmla="*/ 338519 w 685800"/>
                <a:gd name="connsiteY2081" fmla="*/ 663321 h 704850"/>
                <a:gd name="connsiteX2082" fmla="*/ 337185 w 685800"/>
                <a:gd name="connsiteY2082" fmla="*/ 662178 h 704850"/>
                <a:gd name="connsiteX2083" fmla="*/ 336899 w 685800"/>
                <a:gd name="connsiteY2083" fmla="*/ 661606 h 704850"/>
                <a:gd name="connsiteX2084" fmla="*/ 336804 w 685800"/>
                <a:gd name="connsiteY2084" fmla="*/ 660273 h 704850"/>
                <a:gd name="connsiteX2085" fmla="*/ 337090 w 685800"/>
                <a:gd name="connsiteY2085" fmla="*/ 658749 h 704850"/>
                <a:gd name="connsiteX2086" fmla="*/ 338709 w 685800"/>
                <a:gd name="connsiteY2086" fmla="*/ 653987 h 704850"/>
                <a:gd name="connsiteX2087" fmla="*/ 338709 w 685800"/>
                <a:gd name="connsiteY2087" fmla="*/ 653224 h 704850"/>
                <a:gd name="connsiteX2088" fmla="*/ 336709 w 685800"/>
                <a:gd name="connsiteY2088" fmla="*/ 651415 h 704850"/>
                <a:gd name="connsiteX2089" fmla="*/ 336328 w 685800"/>
                <a:gd name="connsiteY2089" fmla="*/ 650748 h 704850"/>
                <a:gd name="connsiteX2090" fmla="*/ 335280 w 685800"/>
                <a:gd name="connsiteY2090" fmla="*/ 648557 h 704850"/>
                <a:gd name="connsiteX2091" fmla="*/ 333470 w 685800"/>
                <a:gd name="connsiteY2091" fmla="*/ 646081 h 704850"/>
                <a:gd name="connsiteX2092" fmla="*/ 333280 w 685800"/>
                <a:gd name="connsiteY2092" fmla="*/ 645414 h 704850"/>
                <a:gd name="connsiteX2093" fmla="*/ 333184 w 685800"/>
                <a:gd name="connsiteY2093" fmla="*/ 644747 h 704850"/>
                <a:gd name="connsiteX2094" fmla="*/ 333089 w 685800"/>
                <a:gd name="connsiteY2094" fmla="*/ 644080 h 704850"/>
                <a:gd name="connsiteX2095" fmla="*/ 332518 w 685800"/>
                <a:gd name="connsiteY2095" fmla="*/ 643319 h 704850"/>
                <a:gd name="connsiteX2096" fmla="*/ 329660 w 685800"/>
                <a:gd name="connsiteY2096" fmla="*/ 642461 h 704850"/>
                <a:gd name="connsiteX2097" fmla="*/ 327946 w 685800"/>
                <a:gd name="connsiteY2097" fmla="*/ 641413 h 704850"/>
                <a:gd name="connsiteX2098" fmla="*/ 327184 w 685800"/>
                <a:gd name="connsiteY2098" fmla="*/ 640175 h 704850"/>
                <a:gd name="connsiteX2099" fmla="*/ 326612 w 685800"/>
                <a:gd name="connsiteY2099" fmla="*/ 636746 h 704850"/>
                <a:gd name="connsiteX2100" fmla="*/ 325946 w 685800"/>
                <a:gd name="connsiteY2100" fmla="*/ 635032 h 704850"/>
                <a:gd name="connsiteX2101" fmla="*/ 323755 w 685800"/>
                <a:gd name="connsiteY2101" fmla="*/ 631507 h 704850"/>
                <a:gd name="connsiteX2102" fmla="*/ 323088 w 685800"/>
                <a:gd name="connsiteY2102" fmla="*/ 629698 h 704850"/>
                <a:gd name="connsiteX2103" fmla="*/ 322993 w 685800"/>
                <a:gd name="connsiteY2103" fmla="*/ 627793 h 704850"/>
                <a:gd name="connsiteX2104" fmla="*/ 323564 w 685800"/>
                <a:gd name="connsiteY2104" fmla="*/ 626269 h 704850"/>
                <a:gd name="connsiteX2105" fmla="*/ 323945 w 685800"/>
                <a:gd name="connsiteY2105" fmla="*/ 624649 h 704850"/>
                <a:gd name="connsiteX2106" fmla="*/ 323564 w 685800"/>
                <a:gd name="connsiteY2106" fmla="*/ 622363 h 704850"/>
                <a:gd name="connsiteX2107" fmla="*/ 322517 w 685800"/>
                <a:gd name="connsiteY2107" fmla="*/ 620839 h 704850"/>
                <a:gd name="connsiteX2108" fmla="*/ 320040 w 685800"/>
                <a:gd name="connsiteY2108" fmla="*/ 617887 h 704850"/>
                <a:gd name="connsiteX2109" fmla="*/ 319850 w 685800"/>
                <a:gd name="connsiteY2109" fmla="*/ 616363 h 704850"/>
                <a:gd name="connsiteX2110" fmla="*/ 321183 w 685800"/>
                <a:gd name="connsiteY2110" fmla="*/ 614839 h 704850"/>
                <a:gd name="connsiteX2111" fmla="*/ 321850 w 685800"/>
                <a:gd name="connsiteY2111" fmla="*/ 614172 h 704850"/>
                <a:gd name="connsiteX2112" fmla="*/ 322707 w 685800"/>
                <a:gd name="connsiteY2112" fmla="*/ 613696 h 704850"/>
                <a:gd name="connsiteX2113" fmla="*/ 323659 w 685800"/>
                <a:gd name="connsiteY2113" fmla="*/ 613696 h 704850"/>
                <a:gd name="connsiteX2114" fmla="*/ 324707 w 685800"/>
                <a:gd name="connsiteY2114" fmla="*/ 613981 h 704850"/>
                <a:gd name="connsiteX2115" fmla="*/ 325660 w 685800"/>
                <a:gd name="connsiteY2115" fmla="*/ 614172 h 704850"/>
                <a:gd name="connsiteX2116" fmla="*/ 326708 w 685800"/>
                <a:gd name="connsiteY2116" fmla="*/ 613696 h 704850"/>
                <a:gd name="connsiteX2117" fmla="*/ 327088 w 685800"/>
                <a:gd name="connsiteY2117" fmla="*/ 613029 h 704850"/>
                <a:gd name="connsiteX2118" fmla="*/ 328232 w 685800"/>
                <a:gd name="connsiteY2118" fmla="*/ 609409 h 704850"/>
                <a:gd name="connsiteX2119" fmla="*/ 328422 w 685800"/>
                <a:gd name="connsiteY2119" fmla="*/ 608076 h 704850"/>
                <a:gd name="connsiteX2120" fmla="*/ 328517 w 685800"/>
                <a:gd name="connsiteY2120" fmla="*/ 607695 h 704850"/>
                <a:gd name="connsiteX2121" fmla="*/ 329851 w 685800"/>
                <a:gd name="connsiteY2121" fmla="*/ 606266 h 704850"/>
                <a:gd name="connsiteX2122" fmla="*/ 330137 w 685800"/>
                <a:gd name="connsiteY2122" fmla="*/ 606171 h 704850"/>
                <a:gd name="connsiteX2123" fmla="*/ 330232 w 685800"/>
                <a:gd name="connsiteY2123" fmla="*/ 604456 h 704850"/>
                <a:gd name="connsiteX2124" fmla="*/ 330137 w 685800"/>
                <a:gd name="connsiteY2124" fmla="*/ 602742 h 704850"/>
                <a:gd name="connsiteX2125" fmla="*/ 330232 w 685800"/>
                <a:gd name="connsiteY2125" fmla="*/ 601028 h 704850"/>
                <a:gd name="connsiteX2126" fmla="*/ 330994 w 685800"/>
                <a:gd name="connsiteY2126" fmla="*/ 599122 h 704850"/>
                <a:gd name="connsiteX2127" fmla="*/ 332137 w 685800"/>
                <a:gd name="connsiteY2127" fmla="*/ 597694 h 704850"/>
                <a:gd name="connsiteX2128" fmla="*/ 333756 w 685800"/>
                <a:gd name="connsiteY2128" fmla="*/ 596265 h 704850"/>
                <a:gd name="connsiteX2129" fmla="*/ 335661 w 685800"/>
                <a:gd name="connsiteY2129" fmla="*/ 595217 h 704850"/>
                <a:gd name="connsiteX2130" fmla="*/ 337947 w 685800"/>
                <a:gd name="connsiteY2130" fmla="*/ 594836 h 704850"/>
                <a:gd name="connsiteX2131" fmla="*/ 338614 w 685800"/>
                <a:gd name="connsiteY2131" fmla="*/ 594836 h 704850"/>
                <a:gd name="connsiteX2132" fmla="*/ 338995 w 685800"/>
                <a:gd name="connsiteY2132" fmla="*/ 594836 h 704850"/>
                <a:gd name="connsiteX2133" fmla="*/ 341376 w 685800"/>
                <a:gd name="connsiteY2133" fmla="*/ 596932 h 704850"/>
                <a:gd name="connsiteX2134" fmla="*/ 344043 w 685800"/>
                <a:gd name="connsiteY2134" fmla="*/ 602552 h 704850"/>
                <a:gd name="connsiteX2135" fmla="*/ 346043 w 685800"/>
                <a:gd name="connsiteY2135" fmla="*/ 604552 h 704850"/>
                <a:gd name="connsiteX2136" fmla="*/ 348044 w 685800"/>
                <a:gd name="connsiteY2136" fmla="*/ 604933 h 704850"/>
                <a:gd name="connsiteX2137" fmla="*/ 348805 w 685800"/>
                <a:gd name="connsiteY2137" fmla="*/ 603790 h 704850"/>
                <a:gd name="connsiteX2138" fmla="*/ 349091 w 685800"/>
                <a:gd name="connsiteY2138" fmla="*/ 602075 h 704850"/>
                <a:gd name="connsiteX2139" fmla="*/ 349949 w 685800"/>
                <a:gd name="connsiteY2139" fmla="*/ 600551 h 704850"/>
                <a:gd name="connsiteX2140" fmla="*/ 351377 w 685800"/>
                <a:gd name="connsiteY2140" fmla="*/ 599980 h 704850"/>
                <a:gd name="connsiteX2141" fmla="*/ 354806 w 685800"/>
                <a:gd name="connsiteY2141" fmla="*/ 599884 h 704850"/>
                <a:gd name="connsiteX2142" fmla="*/ 356521 w 685800"/>
                <a:gd name="connsiteY2142" fmla="*/ 599218 h 704850"/>
                <a:gd name="connsiteX2143" fmla="*/ 358140 w 685800"/>
                <a:gd name="connsiteY2143" fmla="*/ 599027 h 704850"/>
                <a:gd name="connsiteX2144" fmla="*/ 359759 w 685800"/>
                <a:gd name="connsiteY2144" fmla="*/ 599122 h 704850"/>
                <a:gd name="connsiteX2145" fmla="*/ 364617 w 685800"/>
                <a:gd name="connsiteY2145" fmla="*/ 600265 h 704850"/>
                <a:gd name="connsiteX2146" fmla="*/ 365379 w 685800"/>
                <a:gd name="connsiteY2146" fmla="*/ 600551 h 704850"/>
                <a:gd name="connsiteX2147" fmla="*/ 366236 w 685800"/>
                <a:gd name="connsiteY2147" fmla="*/ 601123 h 704850"/>
                <a:gd name="connsiteX2148" fmla="*/ 366522 w 685800"/>
                <a:gd name="connsiteY2148" fmla="*/ 601789 h 704850"/>
                <a:gd name="connsiteX2149" fmla="*/ 366617 w 685800"/>
                <a:gd name="connsiteY2149" fmla="*/ 602647 h 704850"/>
                <a:gd name="connsiteX2150" fmla="*/ 367189 w 685800"/>
                <a:gd name="connsiteY2150" fmla="*/ 603313 h 704850"/>
                <a:gd name="connsiteX2151" fmla="*/ 368046 w 685800"/>
                <a:gd name="connsiteY2151" fmla="*/ 603313 h 704850"/>
                <a:gd name="connsiteX2152" fmla="*/ 368903 w 685800"/>
                <a:gd name="connsiteY2152" fmla="*/ 602171 h 704850"/>
                <a:gd name="connsiteX2153" fmla="*/ 370332 w 685800"/>
                <a:gd name="connsiteY2153" fmla="*/ 601313 h 704850"/>
                <a:gd name="connsiteX2154" fmla="*/ 371761 w 685800"/>
                <a:gd name="connsiteY2154" fmla="*/ 600932 h 704850"/>
                <a:gd name="connsiteX2155" fmla="*/ 373475 w 685800"/>
                <a:gd name="connsiteY2155" fmla="*/ 601313 h 704850"/>
                <a:gd name="connsiteX2156" fmla="*/ 374809 w 685800"/>
                <a:gd name="connsiteY2156" fmla="*/ 601980 h 704850"/>
                <a:gd name="connsiteX2157" fmla="*/ 376047 w 685800"/>
                <a:gd name="connsiteY2157" fmla="*/ 602171 h 704850"/>
                <a:gd name="connsiteX2158" fmla="*/ 377095 w 685800"/>
                <a:gd name="connsiteY2158" fmla="*/ 600837 h 704850"/>
                <a:gd name="connsiteX2159" fmla="*/ 377476 w 685800"/>
                <a:gd name="connsiteY2159" fmla="*/ 599313 h 704850"/>
                <a:gd name="connsiteX2160" fmla="*/ 377952 w 685800"/>
                <a:gd name="connsiteY2160" fmla="*/ 596455 h 704850"/>
                <a:gd name="connsiteX2161" fmla="*/ 378809 w 685800"/>
                <a:gd name="connsiteY2161" fmla="*/ 594931 h 704850"/>
                <a:gd name="connsiteX2162" fmla="*/ 388715 w 685800"/>
                <a:gd name="connsiteY2162" fmla="*/ 584549 h 704850"/>
                <a:gd name="connsiteX2163" fmla="*/ 389287 w 685800"/>
                <a:gd name="connsiteY2163" fmla="*/ 583406 h 704850"/>
                <a:gd name="connsiteX2164" fmla="*/ 389192 w 685800"/>
                <a:gd name="connsiteY2164" fmla="*/ 583216 h 704850"/>
                <a:gd name="connsiteX2165" fmla="*/ 388811 w 685800"/>
                <a:gd name="connsiteY2165" fmla="*/ 582549 h 704850"/>
                <a:gd name="connsiteX2166" fmla="*/ 388334 w 685800"/>
                <a:gd name="connsiteY2166" fmla="*/ 581978 h 704850"/>
                <a:gd name="connsiteX2167" fmla="*/ 387572 w 685800"/>
                <a:gd name="connsiteY2167" fmla="*/ 581501 h 704850"/>
                <a:gd name="connsiteX2168" fmla="*/ 387096 w 685800"/>
                <a:gd name="connsiteY2168" fmla="*/ 580834 h 704850"/>
                <a:gd name="connsiteX2169" fmla="*/ 387001 w 685800"/>
                <a:gd name="connsiteY2169" fmla="*/ 579882 h 704850"/>
                <a:gd name="connsiteX2170" fmla="*/ 387572 w 685800"/>
                <a:gd name="connsiteY2170" fmla="*/ 579215 h 704850"/>
                <a:gd name="connsiteX2171" fmla="*/ 388430 w 685800"/>
                <a:gd name="connsiteY2171" fmla="*/ 579120 h 704850"/>
                <a:gd name="connsiteX2172" fmla="*/ 389287 w 685800"/>
                <a:gd name="connsiteY2172" fmla="*/ 579215 h 704850"/>
                <a:gd name="connsiteX2173" fmla="*/ 390144 w 685800"/>
                <a:gd name="connsiteY2173" fmla="*/ 578930 h 704850"/>
                <a:gd name="connsiteX2174" fmla="*/ 391096 w 685800"/>
                <a:gd name="connsiteY2174" fmla="*/ 577882 h 704850"/>
                <a:gd name="connsiteX2175" fmla="*/ 391763 w 685800"/>
                <a:gd name="connsiteY2175" fmla="*/ 576453 h 704850"/>
                <a:gd name="connsiteX2176" fmla="*/ 392621 w 685800"/>
                <a:gd name="connsiteY2176" fmla="*/ 573405 h 704850"/>
                <a:gd name="connsiteX2177" fmla="*/ 392621 w 685800"/>
                <a:gd name="connsiteY2177" fmla="*/ 573405 h 704850"/>
                <a:gd name="connsiteX2178" fmla="*/ 393954 w 685800"/>
                <a:gd name="connsiteY2178" fmla="*/ 571690 h 704850"/>
                <a:gd name="connsiteX2179" fmla="*/ 395954 w 685800"/>
                <a:gd name="connsiteY2179" fmla="*/ 571405 h 704850"/>
                <a:gd name="connsiteX2180" fmla="*/ 398050 w 685800"/>
                <a:gd name="connsiteY2180" fmla="*/ 572072 h 704850"/>
                <a:gd name="connsiteX2181" fmla="*/ 399764 w 685800"/>
                <a:gd name="connsiteY2181" fmla="*/ 573405 h 704850"/>
                <a:gd name="connsiteX2182" fmla="*/ 400621 w 685800"/>
                <a:gd name="connsiteY2182" fmla="*/ 575024 h 704850"/>
                <a:gd name="connsiteX2183" fmla="*/ 400812 w 685800"/>
                <a:gd name="connsiteY2183" fmla="*/ 576644 h 704850"/>
                <a:gd name="connsiteX2184" fmla="*/ 401384 w 685800"/>
                <a:gd name="connsiteY2184" fmla="*/ 577596 h 704850"/>
                <a:gd name="connsiteX2185" fmla="*/ 403193 w 685800"/>
                <a:gd name="connsiteY2185" fmla="*/ 577691 h 704850"/>
                <a:gd name="connsiteX2186" fmla="*/ 403765 w 685800"/>
                <a:gd name="connsiteY2186" fmla="*/ 577310 h 704850"/>
                <a:gd name="connsiteX2187" fmla="*/ 404146 w 685800"/>
                <a:gd name="connsiteY2187" fmla="*/ 576644 h 704850"/>
                <a:gd name="connsiteX2188" fmla="*/ 404622 w 685800"/>
                <a:gd name="connsiteY2188" fmla="*/ 576072 h 704850"/>
                <a:gd name="connsiteX2189" fmla="*/ 405479 w 685800"/>
                <a:gd name="connsiteY2189" fmla="*/ 575881 h 704850"/>
                <a:gd name="connsiteX2190" fmla="*/ 405860 w 685800"/>
                <a:gd name="connsiteY2190" fmla="*/ 576167 h 704850"/>
                <a:gd name="connsiteX2191" fmla="*/ 407003 w 685800"/>
                <a:gd name="connsiteY2191" fmla="*/ 577596 h 704850"/>
                <a:gd name="connsiteX2192" fmla="*/ 407575 w 685800"/>
                <a:gd name="connsiteY2192" fmla="*/ 577977 h 704850"/>
                <a:gd name="connsiteX2193" fmla="*/ 409099 w 685800"/>
                <a:gd name="connsiteY2193" fmla="*/ 578548 h 704850"/>
                <a:gd name="connsiteX2194" fmla="*/ 412337 w 685800"/>
                <a:gd name="connsiteY2194" fmla="*/ 579120 h 704850"/>
                <a:gd name="connsiteX2195" fmla="*/ 413957 w 685800"/>
                <a:gd name="connsiteY2195" fmla="*/ 579787 h 704850"/>
                <a:gd name="connsiteX2196" fmla="*/ 418719 w 685800"/>
                <a:gd name="connsiteY2196" fmla="*/ 583692 h 704850"/>
                <a:gd name="connsiteX2197" fmla="*/ 420243 w 685800"/>
                <a:gd name="connsiteY2197" fmla="*/ 584359 h 704850"/>
                <a:gd name="connsiteX2198" fmla="*/ 423577 w 685800"/>
                <a:gd name="connsiteY2198" fmla="*/ 585121 h 704850"/>
                <a:gd name="connsiteX2199" fmla="*/ 425101 w 685800"/>
                <a:gd name="connsiteY2199" fmla="*/ 585883 h 704850"/>
                <a:gd name="connsiteX2200" fmla="*/ 426149 w 685800"/>
                <a:gd name="connsiteY2200" fmla="*/ 587121 h 704850"/>
                <a:gd name="connsiteX2201" fmla="*/ 426720 w 685800"/>
                <a:gd name="connsiteY2201" fmla="*/ 588645 h 704850"/>
                <a:gd name="connsiteX2202" fmla="*/ 427292 w 685800"/>
                <a:gd name="connsiteY2202" fmla="*/ 590169 h 704850"/>
                <a:gd name="connsiteX2203" fmla="*/ 430054 w 685800"/>
                <a:gd name="connsiteY2203" fmla="*/ 595598 h 704850"/>
                <a:gd name="connsiteX2204" fmla="*/ 430721 w 685800"/>
                <a:gd name="connsiteY2204" fmla="*/ 596455 h 704850"/>
                <a:gd name="connsiteX2205" fmla="*/ 432054 w 685800"/>
                <a:gd name="connsiteY2205" fmla="*/ 597122 h 704850"/>
                <a:gd name="connsiteX2206" fmla="*/ 435007 w 685800"/>
                <a:gd name="connsiteY2206" fmla="*/ 597980 h 704850"/>
                <a:gd name="connsiteX2207" fmla="*/ 437674 w 685800"/>
                <a:gd name="connsiteY2207" fmla="*/ 599884 h 704850"/>
                <a:gd name="connsiteX2208" fmla="*/ 439198 w 685800"/>
                <a:gd name="connsiteY2208" fmla="*/ 600456 h 704850"/>
                <a:gd name="connsiteX2209" fmla="*/ 440817 w 685800"/>
                <a:gd name="connsiteY2209" fmla="*/ 600456 h 704850"/>
                <a:gd name="connsiteX2210" fmla="*/ 442150 w 685800"/>
                <a:gd name="connsiteY2210" fmla="*/ 599599 h 704850"/>
                <a:gd name="connsiteX2211" fmla="*/ 442436 w 685800"/>
                <a:gd name="connsiteY2211" fmla="*/ 598170 h 704850"/>
                <a:gd name="connsiteX2212" fmla="*/ 442055 w 685800"/>
                <a:gd name="connsiteY2212" fmla="*/ 596837 h 704850"/>
                <a:gd name="connsiteX2213" fmla="*/ 442055 w 685800"/>
                <a:gd name="connsiteY2213" fmla="*/ 595694 h 704850"/>
                <a:gd name="connsiteX2214" fmla="*/ 443198 w 685800"/>
                <a:gd name="connsiteY2214" fmla="*/ 594931 h 704850"/>
                <a:gd name="connsiteX2215" fmla="*/ 444437 w 685800"/>
                <a:gd name="connsiteY2215" fmla="*/ 594646 h 704850"/>
                <a:gd name="connsiteX2216" fmla="*/ 445770 w 685800"/>
                <a:gd name="connsiteY2216" fmla="*/ 594074 h 704850"/>
                <a:gd name="connsiteX2217" fmla="*/ 449866 w 685800"/>
                <a:gd name="connsiteY2217" fmla="*/ 591217 h 704850"/>
                <a:gd name="connsiteX2218" fmla="*/ 450151 w 685800"/>
                <a:gd name="connsiteY2218" fmla="*/ 590550 h 704850"/>
                <a:gd name="connsiteX2219" fmla="*/ 450056 w 685800"/>
                <a:gd name="connsiteY2219" fmla="*/ 589693 h 704850"/>
                <a:gd name="connsiteX2220" fmla="*/ 449104 w 685800"/>
                <a:gd name="connsiteY2220" fmla="*/ 588455 h 704850"/>
                <a:gd name="connsiteX2221" fmla="*/ 448913 w 685800"/>
                <a:gd name="connsiteY2221" fmla="*/ 587788 h 704850"/>
                <a:gd name="connsiteX2222" fmla="*/ 449866 w 685800"/>
                <a:gd name="connsiteY2222" fmla="*/ 585311 h 704850"/>
                <a:gd name="connsiteX2223" fmla="*/ 451961 w 685800"/>
                <a:gd name="connsiteY2223" fmla="*/ 583597 h 704850"/>
                <a:gd name="connsiteX2224" fmla="*/ 456724 w 685800"/>
                <a:gd name="connsiteY2224" fmla="*/ 581120 h 704850"/>
                <a:gd name="connsiteX2225" fmla="*/ 458057 w 685800"/>
                <a:gd name="connsiteY2225" fmla="*/ 579977 h 704850"/>
                <a:gd name="connsiteX2226" fmla="*/ 458724 w 685800"/>
                <a:gd name="connsiteY2226" fmla="*/ 579120 h 704850"/>
                <a:gd name="connsiteX2227" fmla="*/ 460058 w 685800"/>
                <a:gd name="connsiteY2227" fmla="*/ 575310 h 704850"/>
                <a:gd name="connsiteX2228" fmla="*/ 463296 w 685800"/>
                <a:gd name="connsiteY2228" fmla="*/ 569690 h 704850"/>
                <a:gd name="connsiteX2229" fmla="*/ 464249 w 685800"/>
                <a:gd name="connsiteY2229" fmla="*/ 569500 h 704850"/>
                <a:gd name="connsiteX2230" fmla="*/ 466058 w 685800"/>
                <a:gd name="connsiteY2230" fmla="*/ 570166 h 704850"/>
                <a:gd name="connsiteX2231" fmla="*/ 467011 w 685800"/>
                <a:gd name="connsiteY2231" fmla="*/ 570738 h 704850"/>
                <a:gd name="connsiteX2232" fmla="*/ 467963 w 685800"/>
                <a:gd name="connsiteY2232" fmla="*/ 571500 h 704850"/>
                <a:gd name="connsiteX2233" fmla="*/ 468821 w 685800"/>
                <a:gd name="connsiteY2233" fmla="*/ 572357 h 704850"/>
                <a:gd name="connsiteX2234" fmla="*/ 469487 w 685800"/>
                <a:gd name="connsiteY2234" fmla="*/ 573405 h 704850"/>
                <a:gd name="connsiteX2235" fmla="*/ 470630 w 685800"/>
                <a:gd name="connsiteY2235" fmla="*/ 573977 h 704850"/>
                <a:gd name="connsiteX2236" fmla="*/ 470821 w 685800"/>
                <a:gd name="connsiteY2236" fmla="*/ 575215 h 704850"/>
                <a:gd name="connsiteX2237" fmla="*/ 470630 w 685800"/>
                <a:gd name="connsiteY2237" fmla="*/ 576739 h 704850"/>
                <a:gd name="connsiteX2238" fmla="*/ 470821 w 685800"/>
                <a:gd name="connsiteY2238" fmla="*/ 578263 h 704850"/>
                <a:gd name="connsiteX2239" fmla="*/ 471392 w 685800"/>
                <a:gd name="connsiteY2239" fmla="*/ 579501 h 704850"/>
                <a:gd name="connsiteX2240" fmla="*/ 474250 w 685800"/>
                <a:gd name="connsiteY2240" fmla="*/ 584359 h 704850"/>
                <a:gd name="connsiteX2241" fmla="*/ 476345 w 685800"/>
                <a:gd name="connsiteY2241" fmla="*/ 586645 h 704850"/>
                <a:gd name="connsiteX2242" fmla="*/ 477298 w 685800"/>
                <a:gd name="connsiteY2242" fmla="*/ 587216 h 704850"/>
                <a:gd name="connsiteX2243" fmla="*/ 478726 w 685800"/>
                <a:gd name="connsiteY2243" fmla="*/ 587502 h 704850"/>
                <a:gd name="connsiteX2244" fmla="*/ 479584 w 685800"/>
                <a:gd name="connsiteY2244" fmla="*/ 587026 h 704850"/>
                <a:gd name="connsiteX2245" fmla="*/ 482155 w 685800"/>
                <a:gd name="connsiteY2245" fmla="*/ 583216 h 704850"/>
                <a:gd name="connsiteX2246" fmla="*/ 482537 w 685800"/>
                <a:gd name="connsiteY2246" fmla="*/ 582358 h 704850"/>
                <a:gd name="connsiteX2247" fmla="*/ 482441 w 685800"/>
                <a:gd name="connsiteY2247" fmla="*/ 581692 h 704850"/>
                <a:gd name="connsiteX2248" fmla="*/ 482060 w 685800"/>
                <a:gd name="connsiteY2248" fmla="*/ 578072 h 704850"/>
                <a:gd name="connsiteX2249" fmla="*/ 482251 w 685800"/>
                <a:gd name="connsiteY2249" fmla="*/ 577215 h 704850"/>
                <a:gd name="connsiteX2250" fmla="*/ 483965 w 685800"/>
                <a:gd name="connsiteY2250" fmla="*/ 575120 h 704850"/>
                <a:gd name="connsiteX2251" fmla="*/ 484632 w 685800"/>
                <a:gd name="connsiteY2251" fmla="*/ 573786 h 704850"/>
                <a:gd name="connsiteX2252" fmla="*/ 485108 w 685800"/>
                <a:gd name="connsiteY2252" fmla="*/ 572453 h 704850"/>
                <a:gd name="connsiteX2253" fmla="*/ 485680 w 685800"/>
                <a:gd name="connsiteY2253" fmla="*/ 571405 h 704850"/>
                <a:gd name="connsiteX2254" fmla="*/ 486728 w 685800"/>
                <a:gd name="connsiteY2254" fmla="*/ 570738 h 704850"/>
                <a:gd name="connsiteX2255" fmla="*/ 490252 w 685800"/>
                <a:gd name="connsiteY2255" fmla="*/ 568738 h 704850"/>
                <a:gd name="connsiteX2256" fmla="*/ 491109 w 685800"/>
                <a:gd name="connsiteY2256" fmla="*/ 569214 h 704850"/>
                <a:gd name="connsiteX2257" fmla="*/ 496538 w 685800"/>
                <a:gd name="connsiteY2257" fmla="*/ 575881 h 704850"/>
                <a:gd name="connsiteX2258" fmla="*/ 501967 w 685800"/>
                <a:gd name="connsiteY2258" fmla="*/ 580739 h 704850"/>
                <a:gd name="connsiteX2259" fmla="*/ 502920 w 685800"/>
                <a:gd name="connsiteY2259" fmla="*/ 581787 h 704850"/>
                <a:gd name="connsiteX2260" fmla="*/ 503206 w 685800"/>
                <a:gd name="connsiteY2260" fmla="*/ 582549 h 704850"/>
                <a:gd name="connsiteX2261" fmla="*/ 504825 w 685800"/>
                <a:gd name="connsiteY2261" fmla="*/ 585121 h 704850"/>
                <a:gd name="connsiteX2262" fmla="*/ 505396 w 685800"/>
                <a:gd name="connsiteY2262" fmla="*/ 585692 h 704850"/>
                <a:gd name="connsiteX2263" fmla="*/ 505968 w 685800"/>
                <a:gd name="connsiteY2263" fmla="*/ 585978 h 704850"/>
                <a:gd name="connsiteX2264" fmla="*/ 507778 w 685800"/>
                <a:gd name="connsiteY2264" fmla="*/ 587978 h 704850"/>
                <a:gd name="connsiteX2265" fmla="*/ 508254 w 685800"/>
                <a:gd name="connsiteY2265" fmla="*/ 588169 h 704850"/>
                <a:gd name="connsiteX2266" fmla="*/ 509492 w 685800"/>
                <a:gd name="connsiteY2266" fmla="*/ 588359 h 704850"/>
                <a:gd name="connsiteX2267" fmla="*/ 509969 w 685800"/>
                <a:gd name="connsiteY2267" fmla="*/ 588550 h 704850"/>
                <a:gd name="connsiteX2268" fmla="*/ 510635 w 685800"/>
                <a:gd name="connsiteY2268" fmla="*/ 589502 h 704850"/>
                <a:gd name="connsiteX2269" fmla="*/ 511778 w 685800"/>
                <a:gd name="connsiteY2269" fmla="*/ 591598 h 704850"/>
                <a:gd name="connsiteX2270" fmla="*/ 512445 w 685800"/>
                <a:gd name="connsiteY2270" fmla="*/ 592074 h 704850"/>
                <a:gd name="connsiteX2271" fmla="*/ 513683 w 685800"/>
                <a:gd name="connsiteY2271" fmla="*/ 592360 h 704850"/>
                <a:gd name="connsiteX2272" fmla="*/ 514541 w 685800"/>
                <a:gd name="connsiteY2272" fmla="*/ 593122 h 704850"/>
                <a:gd name="connsiteX2273" fmla="*/ 515207 w 685800"/>
                <a:gd name="connsiteY2273" fmla="*/ 593884 h 704850"/>
                <a:gd name="connsiteX2274" fmla="*/ 516350 w 685800"/>
                <a:gd name="connsiteY2274" fmla="*/ 593217 h 704850"/>
                <a:gd name="connsiteX2275" fmla="*/ 517303 w 685800"/>
                <a:gd name="connsiteY2275" fmla="*/ 592169 h 704850"/>
                <a:gd name="connsiteX2276" fmla="*/ 517398 w 685800"/>
                <a:gd name="connsiteY2276" fmla="*/ 591026 h 704850"/>
                <a:gd name="connsiteX2277" fmla="*/ 517303 w 685800"/>
                <a:gd name="connsiteY2277" fmla="*/ 589788 h 704850"/>
                <a:gd name="connsiteX2278" fmla="*/ 517303 w 685800"/>
                <a:gd name="connsiteY2278" fmla="*/ 588455 h 704850"/>
                <a:gd name="connsiteX2279" fmla="*/ 517684 w 685800"/>
                <a:gd name="connsiteY2279" fmla="*/ 587121 h 704850"/>
                <a:gd name="connsiteX2280" fmla="*/ 518732 w 685800"/>
                <a:gd name="connsiteY2280" fmla="*/ 584645 h 704850"/>
                <a:gd name="connsiteX2281" fmla="*/ 519017 w 685800"/>
                <a:gd name="connsiteY2281" fmla="*/ 583311 h 704850"/>
                <a:gd name="connsiteX2282" fmla="*/ 519589 w 685800"/>
                <a:gd name="connsiteY2282" fmla="*/ 578072 h 704850"/>
                <a:gd name="connsiteX2283" fmla="*/ 520351 w 685800"/>
                <a:gd name="connsiteY2283" fmla="*/ 575596 h 704850"/>
                <a:gd name="connsiteX2284" fmla="*/ 521970 w 685800"/>
                <a:gd name="connsiteY2284" fmla="*/ 573405 h 704850"/>
                <a:gd name="connsiteX2285" fmla="*/ 522732 w 685800"/>
                <a:gd name="connsiteY2285" fmla="*/ 572643 h 704850"/>
                <a:gd name="connsiteX2286" fmla="*/ 523684 w 685800"/>
                <a:gd name="connsiteY2286" fmla="*/ 570929 h 704850"/>
                <a:gd name="connsiteX2287" fmla="*/ 524256 w 685800"/>
                <a:gd name="connsiteY2287" fmla="*/ 570166 h 704850"/>
                <a:gd name="connsiteX2288" fmla="*/ 525399 w 685800"/>
                <a:gd name="connsiteY2288" fmla="*/ 569405 h 704850"/>
                <a:gd name="connsiteX2289" fmla="*/ 526352 w 685800"/>
                <a:gd name="connsiteY2289" fmla="*/ 569119 h 704850"/>
                <a:gd name="connsiteX2290" fmla="*/ 528638 w 685800"/>
                <a:gd name="connsiteY2290" fmla="*/ 568928 h 704850"/>
                <a:gd name="connsiteX2291" fmla="*/ 535496 w 685800"/>
                <a:gd name="connsiteY2291" fmla="*/ 566547 h 704850"/>
                <a:gd name="connsiteX2292" fmla="*/ 537686 w 685800"/>
                <a:gd name="connsiteY2292" fmla="*/ 566547 h 704850"/>
                <a:gd name="connsiteX2293" fmla="*/ 537115 w 685800"/>
                <a:gd name="connsiteY2293" fmla="*/ 568262 h 704850"/>
                <a:gd name="connsiteX2294" fmla="*/ 536734 w 685800"/>
                <a:gd name="connsiteY2294" fmla="*/ 570071 h 704850"/>
                <a:gd name="connsiteX2295" fmla="*/ 536829 w 685800"/>
                <a:gd name="connsiteY2295" fmla="*/ 571976 h 704850"/>
                <a:gd name="connsiteX2296" fmla="*/ 537401 w 685800"/>
                <a:gd name="connsiteY2296" fmla="*/ 573691 h 704850"/>
                <a:gd name="connsiteX2297" fmla="*/ 538353 w 685800"/>
                <a:gd name="connsiteY2297" fmla="*/ 574834 h 704850"/>
                <a:gd name="connsiteX2298" fmla="*/ 542735 w 685800"/>
                <a:gd name="connsiteY2298" fmla="*/ 576834 h 704850"/>
                <a:gd name="connsiteX2299" fmla="*/ 544449 w 685800"/>
                <a:gd name="connsiteY2299" fmla="*/ 577882 h 704850"/>
                <a:gd name="connsiteX2300" fmla="*/ 545592 w 685800"/>
                <a:gd name="connsiteY2300" fmla="*/ 578453 h 704850"/>
                <a:gd name="connsiteX2301" fmla="*/ 546830 w 685800"/>
                <a:gd name="connsiteY2301" fmla="*/ 578263 h 704850"/>
                <a:gd name="connsiteX2302" fmla="*/ 547402 w 685800"/>
                <a:gd name="connsiteY2302" fmla="*/ 577882 h 704850"/>
                <a:gd name="connsiteX2303" fmla="*/ 554355 w 685800"/>
                <a:gd name="connsiteY2303" fmla="*/ 573405 h 704850"/>
                <a:gd name="connsiteX2304" fmla="*/ 555879 w 685800"/>
                <a:gd name="connsiteY2304" fmla="*/ 571690 h 704850"/>
                <a:gd name="connsiteX2305" fmla="*/ 561022 w 685800"/>
                <a:gd name="connsiteY2305" fmla="*/ 567404 h 704850"/>
                <a:gd name="connsiteX2306" fmla="*/ 562451 w 685800"/>
                <a:gd name="connsiteY2306" fmla="*/ 565785 h 704850"/>
                <a:gd name="connsiteX2307" fmla="*/ 562642 w 685800"/>
                <a:gd name="connsiteY2307" fmla="*/ 565595 h 704850"/>
                <a:gd name="connsiteX2308" fmla="*/ 563404 w 685800"/>
                <a:gd name="connsiteY2308" fmla="*/ 565690 h 704850"/>
                <a:gd name="connsiteX2309" fmla="*/ 563404 w 685800"/>
                <a:gd name="connsiteY2309" fmla="*/ 566071 h 704850"/>
                <a:gd name="connsiteX2310" fmla="*/ 563309 w 685800"/>
                <a:gd name="connsiteY2310" fmla="*/ 566547 h 704850"/>
                <a:gd name="connsiteX2311" fmla="*/ 563594 w 685800"/>
                <a:gd name="connsiteY2311" fmla="*/ 566928 h 704850"/>
                <a:gd name="connsiteX2312" fmla="*/ 564071 w 685800"/>
                <a:gd name="connsiteY2312" fmla="*/ 567214 h 704850"/>
                <a:gd name="connsiteX2313" fmla="*/ 564356 w 685800"/>
                <a:gd name="connsiteY2313" fmla="*/ 567595 h 704850"/>
                <a:gd name="connsiteX2314" fmla="*/ 564737 w 685800"/>
                <a:gd name="connsiteY2314" fmla="*/ 567880 h 704850"/>
                <a:gd name="connsiteX2315" fmla="*/ 565499 w 685800"/>
                <a:gd name="connsiteY2315" fmla="*/ 568071 h 704850"/>
                <a:gd name="connsiteX2316" fmla="*/ 565976 w 685800"/>
                <a:gd name="connsiteY2316" fmla="*/ 567880 h 704850"/>
                <a:gd name="connsiteX2317" fmla="*/ 566738 w 685800"/>
                <a:gd name="connsiteY2317" fmla="*/ 566928 h 704850"/>
                <a:gd name="connsiteX2318" fmla="*/ 567214 w 685800"/>
                <a:gd name="connsiteY2318" fmla="*/ 566642 h 704850"/>
                <a:gd name="connsiteX2319" fmla="*/ 568738 w 685800"/>
                <a:gd name="connsiteY2319" fmla="*/ 566833 h 704850"/>
                <a:gd name="connsiteX2320" fmla="*/ 571405 w 685800"/>
                <a:gd name="connsiteY2320" fmla="*/ 567690 h 704850"/>
                <a:gd name="connsiteX2321" fmla="*/ 573024 w 685800"/>
                <a:gd name="connsiteY2321" fmla="*/ 567595 h 704850"/>
                <a:gd name="connsiteX2322" fmla="*/ 574453 w 685800"/>
                <a:gd name="connsiteY2322" fmla="*/ 567119 h 704850"/>
                <a:gd name="connsiteX2323" fmla="*/ 575596 w 685800"/>
                <a:gd name="connsiteY2323" fmla="*/ 566356 h 704850"/>
                <a:gd name="connsiteX2324" fmla="*/ 576644 w 685800"/>
                <a:gd name="connsiteY2324" fmla="*/ 565309 h 704850"/>
                <a:gd name="connsiteX2325" fmla="*/ 579406 w 685800"/>
                <a:gd name="connsiteY2325" fmla="*/ 561404 h 704850"/>
                <a:gd name="connsiteX2326" fmla="*/ 580358 w 685800"/>
                <a:gd name="connsiteY2326" fmla="*/ 560356 h 704850"/>
                <a:gd name="connsiteX2327" fmla="*/ 584263 w 685800"/>
                <a:gd name="connsiteY2327" fmla="*/ 557974 h 704850"/>
                <a:gd name="connsiteX2328" fmla="*/ 584645 w 685800"/>
                <a:gd name="connsiteY2328" fmla="*/ 557117 h 704850"/>
                <a:gd name="connsiteX2329" fmla="*/ 584549 w 685800"/>
                <a:gd name="connsiteY2329" fmla="*/ 555307 h 704850"/>
                <a:gd name="connsiteX2330" fmla="*/ 582168 w 685800"/>
                <a:gd name="connsiteY2330" fmla="*/ 543973 h 704850"/>
                <a:gd name="connsiteX2331" fmla="*/ 583311 w 685800"/>
                <a:gd name="connsiteY2331" fmla="*/ 543115 h 704850"/>
                <a:gd name="connsiteX2332" fmla="*/ 585216 w 685800"/>
                <a:gd name="connsiteY2332" fmla="*/ 542830 h 704850"/>
                <a:gd name="connsiteX2333" fmla="*/ 587312 w 685800"/>
                <a:gd name="connsiteY2333" fmla="*/ 541115 h 704850"/>
                <a:gd name="connsiteX2334" fmla="*/ 587597 w 685800"/>
                <a:gd name="connsiteY2334" fmla="*/ 539877 h 704850"/>
                <a:gd name="connsiteX2335" fmla="*/ 587693 w 685800"/>
                <a:gd name="connsiteY2335" fmla="*/ 538448 h 704850"/>
                <a:gd name="connsiteX2336" fmla="*/ 587978 w 685800"/>
                <a:gd name="connsiteY2336" fmla="*/ 537305 h 704850"/>
                <a:gd name="connsiteX2337" fmla="*/ 588836 w 685800"/>
                <a:gd name="connsiteY2337" fmla="*/ 536543 h 704850"/>
                <a:gd name="connsiteX2338" fmla="*/ 589979 w 685800"/>
                <a:gd name="connsiteY2338" fmla="*/ 536734 h 704850"/>
                <a:gd name="connsiteX2339" fmla="*/ 592074 w 685800"/>
                <a:gd name="connsiteY2339" fmla="*/ 537972 h 704850"/>
                <a:gd name="connsiteX2340" fmla="*/ 593217 w 685800"/>
                <a:gd name="connsiteY2340" fmla="*/ 538067 h 704850"/>
                <a:gd name="connsiteX2341" fmla="*/ 593979 w 685800"/>
                <a:gd name="connsiteY2341" fmla="*/ 537591 h 704850"/>
                <a:gd name="connsiteX2342" fmla="*/ 596837 w 685800"/>
                <a:gd name="connsiteY2342" fmla="*/ 534924 h 704850"/>
                <a:gd name="connsiteX2343" fmla="*/ 599599 w 685800"/>
                <a:gd name="connsiteY2343" fmla="*/ 533495 h 704850"/>
                <a:gd name="connsiteX2344" fmla="*/ 602075 w 685800"/>
                <a:gd name="connsiteY2344" fmla="*/ 531781 h 704850"/>
                <a:gd name="connsiteX2345" fmla="*/ 603218 w 685800"/>
                <a:gd name="connsiteY2345" fmla="*/ 531305 h 704850"/>
                <a:gd name="connsiteX2346" fmla="*/ 609790 w 685800"/>
                <a:gd name="connsiteY2346" fmla="*/ 529495 h 704850"/>
                <a:gd name="connsiteX2347" fmla="*/ 609981 w 685800"/>
                <a:gd name="connsiteY2347" fmla="*/ 529209 h 704850"/>
                <a:gd name="connsiteX2348" fmla="*/ 610172 w 685800"/>
                <a:gd name="connsiteY2348" fmla="*/ 528828 h 704850"/>
                <a:gd name="connsiteX2349" fmla="*/ 610362 w 685800"/>
                <a:gd name="connsiteY2349" fmla="*/ 528542 h 704850"/>
                <a:gd name="connsiteX2350" fmla="*/ 610838 w 685800"/>
                <a:gd name="connsiteY2350" fmla="*/ 528352 h 704850"/>
                <a:gd name="connsiteX2351" fmla="*/ 611029 w 685800"/>
                <a:gd name="connsiteY2351" fmla="*/ 528447 h 704850"/>
                <a:gd name="connsiteX2352" fmla="*/ 611600 w 685800"/>
                <a:gd name="connsiteY2352" fmla="*/ 528923 h 704850"/>
                <a:gd name="connsiteX2353" fmla="*/ 611886 w 685800"/>
                <a:gd name="connsiteY2353" fmla="*/ 529019 h 704850"/>
                <a:gd name="connsiteX2354" fmla="*/ 612457 w 685800"/>
                <a:gd name="connsiteY2354" fmla="*/ 529114 h 704850"/>
                <a:gd name="connsiteX2355" fmla="*/ 612934 w 685800"/>
                <a:gd name="connsiteY2355" fmla="*/ 529399 h 704850"/>
                <a:gd name="connsiteX2356" fmla="*/ 613505 w 685800"/>
                <a:gd name="connsiteY2356" fmla="*/ 529590 h 704850"/>
                <a:gd name="connsiteX2357" fmla="*/ 614458 w 685800"/>
                <a:gd name="connsiteY2357" fmla="*/ 529495 h 704850"/>
                <a:gd name="connsiteX2358" fmla="*/ 615791 w 685800"/>
                <a:gd name="connsiteY2358" fmla="*/ 528447 h 704850"/>
                <a:gd name="connsiteX2359" fmla="*/ 616268 w 685800"/>
                <a:gd name="connsiteY2359" fmla="*/ 527018 h 704850"/>
                <a:gd name="connsiteX2360" fmla="*/ 616553 w 685800"/>
                <a:gd name="connsiteY2360" fmla="*/ 525399 h 704850"/>
                <a:gd name="connsiteX2361" fmla="*/ 617220 w 685800"/>
                <a:gd name="connsiteY2361" fmla="*/ 523780 h 704850"/>
                <a:gd name="connsiteX2362" fmla="*/ 617982 w 685800"/>
                <a:gd name="connsiteY2362" fmla="*/ 522827 h 704850"/>
                <a:gd name="connsiteX2363" fmla="*/ 620744 w 685800"/>
                <a:gd name="connsiteY2363" fmla="*/ 520351 h 704850"/>
                <a:gd name="connsiteX2364" fmla="*/ 621792 w 685800"/>
                <a:gd name="connsiteY2364" fmla="*/ 519779 h 704850"/>
                <a:gd name="connsiteX2365" fmla="*/ 623316 w 685800"/>
                <a:gd name="connsiteY2365" fmla="*/ 519779 h 704850"/>
                <a:gd name="connsiteX2366" fmla="*/ 623983 w 685800"/>
                <a:gd name="connsiteY2366" fmla="*/ 520732 h 704850"/>
                <a:gd name="connsiteX2367" fmla="*/ 624269 w 685800"/>
                <a:gd name="connsiteY2367" fmla="*/ 522256 h 704850"/>
                <a:gd name="connsiteX2368" fmla="*/ 624935 w 685800"/>
                <a:gd name="connsiteY2368" fmla="*/ 523875 h 704850"/>
                <a:gd name="connsiteX2369" fmla="*/ 625888 w 685800"/>
                <a:gd name="connsiteY2369" fmla="*/ 525113 h 704850"/>
                <a:gd name="connsiteX2370" fmla="*/ 627126 w 685800"/>
                <a:gd name="connsiteY2370" fmla="*/ 526161 h 704850"/>
                <a:gd name="connsiteX2371" fmla="*/ 628364 w 685800"/>
                <a:gd name="connsiteY2371" fmla="*/ 527113 h 704850"/>
                <a:gd name="connsiteX2372" fmla="*/ 629507 w 685800"/>
                <a:gd name="connsiteY2372" fmla="*/ 527590 h 704850"/>
                <a:gd name="connsiteX2373" fmla="*/ 630269 w 685800"/>
                <a:gd name="connsiteY2373" fmla="*/ 527685 h 704850"/>
                <a:gd name="connsiteX2374" fmla="*/ 630841 w 685800"/>
                <a:gd name="connsiteY2374" fmla="*/ 527399 h 704850"/>
                <a:gd name="connsiteX2375" fmla="*/ 631507 w 685800"/>
                <a:gd name="connsiteY2375" fmla="*/ 527304 h 704850"/>
                <a:gd name="connsiteX2376" fmla="*/ 632365 w 685800"/>
                <a:gd name="connsiteY2376" fmla="*/ 527780 h 704850"/>
                <a:gd name="connsiteX2377" fmla="*/ 632841 w 685800"/>
                <a:gd name="connsiteY2377" fmla="*/ 528256 h 704850"/>
                <a:gd name="connsiteX2378" fmla="*/ 633889 w 685800"/>
                <a:gd name="connsiteY2378" fmla="*/ 530257 h 704850"/>
                <a:gd name="connsiteX2379" fmla="*/ 633889 w 685800"/>
                <a:gd name="connsiteY2379" fmla="*/ 530257 h 704850"/>
                <a:gd name="connsiteX2380" fmla="*/ 635508 w 685800"/>
                <a:gd name="connsiteY2380" fmla="*/ 533590 h 704850"/>
                <a:gd name="connsiteX2381" fmla="*/ 636270 w 685800"/>
                <a:gd name="connsiteY2381" fmla="*/ 534638 h 704850"/>
                <a:gd name="connsiteX2382" fmla="*/ 639699 w 685800"/>
                <a:gd name="connsiteY2382" fmla="*/ 536924 h 704850"/>
                <a:gd name="connsiteX2383" fmla="*/ 640080 w 685800"/>
                <a:gd name="connsiteY2383" fmla="*/ 537305 h 704850"/>
                <a:gd name="connsiteX2384" fmla="*/ 640080 w 685800"/>
                <a:gd name="connsiteY2384" fmla="*/ 537305 h 704850"/>
                <a:gd name="connsiteX2385" fmla="*/ 640556 w 685800"/>
                <a:gd name="connsiteY2385" fmla="*/ 535591 h 704850"/>
                <a:gd name="connsiteX2386" fmla="*/ 640556 w 685800"/>
                <a:gd name="connsiteY2386" fmla="*/ 534353 h 704850"/>
                <a:gd name="connsiteX2387" fmla="*/ 640937 w 685800"/>
                <a:gd name="connsiteY2387" fmla="*/ 533590 h 704850"/>
                <a:gd name="connsiteX2388" fmla="*/ 642842 w 685800"/>
                <a:gd name="connsiteY2388" fmla="*/ 531400 h 704850"/>
                <a:gd name="connsiteX2389" fmla="*/ 644557 w 685800"/>
                <a:gd name="connsiteY2389" fmla="*/ 529780 h 704850"/>
                <a:gd name="connsiteX2390" fmla="*/ 644557 w 685800"/>
                <a:gd name="connsiteY2390" fmla="*/ 529780 h 704850"/>
                <a:gd name="connsiteX2391" fmla="*/ 647795 w 685800"/>
                <a:gd name="connsiteY2391" fmla="*/ 526828 h 704850"/>
                <a:gd name="connsiteX2392" fmla="*/ 648081 w 685800"/>
                <a:gd name="connsiteY2392" fmla="*/ 526447 h 704850"/>
                <a:gd name="connsiteX2393" fmla="*/ 648272 w 685800"/>
                <a:gd name="connsiteY2393" fmla="*/ 526066 h 704850"/>
                <a:gd name="connsiteX2394" fmla="*/ 648367 w 685800"/>
                <a:gd name="connsiteY2394" fmla="*/ 525589 h 704850"/>
                <a:gd name="connsiteX2395" fmla="*/ 648462 w 685800"/>
                <a:gd name="connsiteY2395" fmla="*/ 525113 h 704850"/>
                <a:gd name="connsiteX2396" fmla="*/ 648557 w 685800"/>
                <a:gd name="connsiteY2396" fmla="*/ 523970 h 704850"/>
                <a:gd name="connsiteX2397" fmla="*/ 648462 w 685800"/>
                <a:gd name="connsiteY2397" fmla="*/ 522922 h 704850"/>
                <a:gd name="connsiteX2398" fmla="*/ 648462 w 685800"/>
                <a:gd name="connsiteY2398" fmla="*/ 522351 h 704850"/>
                <a:gd name="connsiteX2399" fmla="*/ 648557 w 685800"/>
                <a:gd name="connsiteY2399" fmla="*/ 521875 h 704850"/>
                <a:gd name="connsiteX2400" fmla="*/ 648653 w 685800"/>
                <a:gd name="connsiteY2400" fmla="*/ 521398 h 704850"/>
                <a:gd name="connsiteX2401" fmla="*/ 648843 w 685800"/>
                <a:gd name="connsiteY2401" fmla="*/ 521017 h 704850"/>
                <a:gd name="connsiteX2402" fmla="*/ 649129 w 685800"/>
                <a:gd name="connsiteY2402" fmla="*/ 520732 h 704850"/>
                <a:gd name="connsiteX2403" fmla="*/ 649510 w 685800"/>
                <a:gd name="connsiteY2403" fmla="*/ 520541 h 704850"/>
                <a:gd name="connsiteX2404" fmla="*/ 649986 w 685800"/>
                <a:gd name="connsiteY2404" fmla="*/ 520541 h 704850"/>
                <a:gd name="connsiteX2405" fmla="*/ 650367 w 685800"/>
                <a:gd name="connsiteY2405" fmla="*/ 520732 h 704850"/>
                <a:gd name="connsiteX2406" fmla="*/ 651986 w 685800"/>
                <a:gd name="connsiteY2406" fmla="*/ 521589 h 704850"/>
                <a:gd name="connsiteX2407" fmla="*/ 652463 w 685800"/>
                <a:gd name="connsiteY2407" fmla="*/ 521684 h 704850"/>
                <a:gd name="connsiteX2408" fmla="*/ 652844 w 685800"/>
                <a:gd name="connsiteY2408" fmla="*/ 521684 h 704850"/>
                <a:gd name="connsiteX2409" fmla="*/ 653320 w 685800"/>
                <a:gd name="connsiteY2409" fmla="*/ 521589 h 704850"/>
                <a:gd name="connsiteX2410" fmla="*/ 653701 w 685800"/>
                <a:gd name="connsiteY2410" fmla="*/ 521398 h 704850"/>
                <a:gd name="connsiteX2411" fmla="*/ 653987 w 685800"/>
                <a:gd name="connsiteY2411" fmla="*/ 521113 h 704850"/>
                <a:gd name="connsiteX2412" fmla="*/ 654272 w 685800"/>
                <a:gd name="connsiteY2412" fmla="*/ 520732 h 704850"/>
                <a:gd name="connsiteX2413" fmla="*/ 654463 w 685800"/>
                <a:gd name="connsiteY2413" fmla="*/ 520351 h 704850"/>
                <a:gd name="connsiteX2414" fmla="*/ 654368 w 685800"/>
                <a:gd name="connsiteY2414" fmla="*/ 519684 h 704850"/>
                <a:gd name="connsiteX2415" fmla="*/ 654177 w 685800"/>
                <a:gd name="connsiteY2415" fmla="*/ 518922 h 704850"/>
                <a:gd name="connsiteX2416" fmla="*/ 653701 w 685800"/>
                <a:gd name="connsiteY2416" fmla="*/ 517684 h 704850"/>
                <a:gd name="connsiteX2417" fmla="*/ 653796 w 685800"/>
                <a:gd name="connsiteY2417" fmla="*/ 517112 h 704850"/>
                <a:gd name="connsiteX2418" fmla="*/ 654082 w 685800"/>
                <a:gd name="connsiteY2418" fmla="*/ 516922 h 704850"/>
                <a:gd name="connsiteX2419" fmla="*/ 655225 w 685800"/>
                <a:gd name="connsiteY2419" fmla="*/ 516922 h 704850"/>
                <a:gd name="connsiteX2420" fmla="*/ 655701 w 685800"/>
                <a:gd name="connsiteY2420" fmla="*/ 516922 h 704850"/>
                <a:gd name="connsiteX2421" fmla="*/ 656177 w 685800"/>
                <a:gd name="connsiteY2421" fmla="*/ 516827 h 704850"/>
                <a:gd name="connsiteX2422" fmla="*/ 656654 w 685800"/>
                <a:gd name="connsiteY2422" fmla="*/ 516636 h 704850"/>
                <a:gd name="connsiteX2423" fmla="*/ 656939 w 685800"/>
                <a:gd name="connsiteY2423" fmla="*/ 516446 h 704850"/>
                <a:gd name="connsiteX2424" fmla="*/ 657987 w 685800"/>
                <a:gd name="connsiteY2424" fmla="*/ 515588 h 704850"/>
                <a:gd name="connsiteX2425" fmla="*/ 659035 w 685800"/>
                <a:gd name="connsiteY2425" fmla="*/ 514350 h 704850"/>
                <a:gd name="connsiteX2426" fmla="*/ 660178 w 685800"/>
                <a:gd name="connsiteY2426" fmla="*/ 512445 h 704850"/>
                <a:gd name="connsiteX2427" fmla="*/ 660463 w 685800"/>
                <a:gd name="connsiteY2427" fmla="*/ 512159 h 704850"/>
                <a:gd name="connsiteX2428" fmla="*/ 661130 w 685800"/>
                <a:gd name="connsiteY2428" fmla="*/ 511588 h 704850"/>
                <a:gd name="connsiteX2429" fmla="*/ 662559 w 685800"/>
                <a:gd name="connsiteY2429" fmla="*/ 510730 h 704850"/>
                <a:gd name="connsiteX2430" fmla="*/ 663988 w 685800"/>
                <a:gd name="connsiteY2430" fmla="*/ 509683 h 704850"/>
                <a:gd name="connsiteX2431" fmla="*/ 664178 w 685800"/>
                <a:gd name="connsiteY2431" fmla="*/ 509302 h 704850"/>
                <a:gd name="connsiteX2432" fmla="*/ 664559 w 685800"/>
                <a:gd name="connsiteY2432" fmla="*/ 508540 h 704850"/>
                <a:gd name="connsiteX2433" fmla="*/ 664655 w 685800"/>
                <a:gd name="connsiteY2433" fmla="*/ 508159 h 704850"/>
                <a:gd name="connsiteX2434" fmla="*/ 664655 w 685800"/>
                <a:gd name="connsiteY2434" fmla="*/ 508063 h 704850"/>
                <a:gd name="connsiteX2435" fmla="*/ 664750 w 685800"/>
                <a:gd name="connsiteY2435" fmla="*/ 507873 h 704850"/>
                <a:gd name="connsiteX2436" fmla="*/ 665417 w 685800"/>
                <a:gd name="connsiteY2436" fmla="*/ 507016 h 704850"/>
                <a:gd name="connsiteX2437" fmla="*/ 665797 w 685800"/>
                <a:gd name="connsiteY2437" fmla="*/ 506730 h 704850"/>
                <a:gd name="connsiteX2438" fmla="*/ 666179 w 685800"/>
                <a:gd name="connsiteY2438" fmla="*/ 506444 h 704850"/>
                <a:gd name="connsiteX2439" fmla="*/ 666655 w 685800"/>
                <a:gd name="connsiteY2439" fmla="*/ 506349 h 704850"/>
                <a:gd name="connsiteX2440" fmla="*/ 667131 w 685800"/>
                <a:gd name="connsiteY2440" fmla="*/ 506254 h 704850"/>
                <a:gd name="connsiteX2441" fmla="*/ 667703 w 685800"/>
                <a:gd name="connsiteY2441" fmla="*/ 506349 h 704850"/>
                <a:gd name="connsiteX2442" fmla="*/ 668179 w 685800"/>
                <a:gd name="connsiteY2442" fmla="*/ 506349 h 704850"/>
                <a:gd name="connsiteX2443" fmla="*/ 668655 w 685800"/>
                <a:gd name="connsiteY2443" fmla="*/ 506539 h 704850"/>
                <a:gd name="connsiteX2444" fmla="*/ 669131 w 685800"/>
                <a:gd name="connsiteY2444" fmla="*/ 506635 h 704850"/>
                <a:gd name="connsiteX2445" fmla="*/ 671322 w 685800"/>
                <a:gd name="connsiteY2445" fmla="*/ 507968 h 704850"/>
                <a:gd name="connsiteX2446" fmla="*/ 671513 w 685800"/>
                <a:gd name="connsiteY2446" fmla="*/ 508159 h 704850"/>
                <a:gd name="connsiteX2447" fmla="*/ 671608 w 685800"/>
                <a:gd name="connsiteY2447" fmla="*/ 508159 h 704850"/>
                <a:gd name="connsiteX2448" fmla="*/ 671798 w 685800"/>
                <a:gd name="connsiteY2448" fmla="*/ 508349 h 704850"/>
                <a:gd name="connsiteX2449" fmla="*/ 675037 w 685800"/>
                <a:gd name="connsiteY2449" fmla="*/ 510349 h 704850"/>
                <a:gd name="connsiteX2450" fmla="*/ 675894 w 685800"/>
                <a:gd name="connsiteY2450" fmla="*/ 510635 h 704850"/>
                <a:gd name="connsiteX2451" fmla="*/ 676942 w 685800"/>
                <a:gd name="connsiteY2451" fmla="*/ 510826 h 704850"/>
                <a:gd name="connsiteX2452" fmla="*/ 678656 w 685800"/>
                <a:gd name="connsiteY2452" fmla="*/ 510730 h 704850"/>
                <a:gd name="connsiteX2453" fmla="*/ 679609 w 685800"/>
                <a:gd name="connsiteY2453" fmla="*/ 510540 h 704850"/>
                <a:gd name="connsiteX2454" fmla="*/ 682752 w 685800"/>
                <a:gd name="connsiteY2454" fmla="*/ 509588 h 704850"/>
                <a:gd name="connsiteX2455" fmla="*/ 683133 w 685800"/>
                <a:gd name="connsiteY2455" fmla="*/ 509397 h 704850"/>
                <a:gd name="connsiteX2456" fmla="*/ 683514 w 685800"/>
                <a:gd name="connsiteY2456" fmla="*/ 509111 h 704850"/>
                <a:gd name="connsiteX2457" fmla="*/ 683990 w 685800"/>
                <a:gd name="connsiteY2457" fmla="*/ 508540 h 704850"/>
                <a:gd name="connsiteX2458" fmla="*/ 684181 w 685800"/>
                <a:gd name="connsiteY2458" fmla="*/ 508159 h 704850"/>
                <a:gd name="connsiteX2459" fmla="*/ 685038 w 685800"/>
                <a:gd name="connsiteY2459" fmla="*/ 507111 h 704850"/>
                <a:gd name="connsiteX2460" fmla="*/ 685419 w 685800"/>
                <a:gd name="connsiteY2460" fmla="*/ 506825 h 704850"/>
                <a:gd name="connsiteX2461" fmla="*/ 685705 w 685800"/>
                <a:gd name="connsiteY2461" fmla="*/ 506635 h 704850"/>
                <a:gd name="connsiteX2462" fmla="*/ 686181 w 685800"/>
                <a:gd name="connsiteY2462" fmla="*/ 506444 h 704850"/>
                <a:gd name="connsiteX2463" fmla="*/ 687134 w 685800"/>
                <a:gd name="connsiteY2463" fmla="*/ 506254 h 704850"/>
                <a:gd name="connsiteX2464" fmla="*/ 687514 w 685800"/>
                <a:gd name="connsiteY2464" fmla="*/ 506063 h 704850"/>
                <a:gd name="connsiteX2465" fmla="*/ 687896 w 685800"/>
                <a:gd name="connsiteY2465" fmla="*/ 505873 h 704850"/>
                <a:gd name="connsiteX2466" fmla="*/ 688181 w 685800"/>
                <a:gd name="connsiteY2466" fmla="*/ 505492 h 704850"/>
                <a:gd name="connsiteX2467" fmla="*/ 688372 w 685800"/>
                <a:gd name="connsiteY2467" fmla="*/ 505111 h 704850"/>
                <a:gd name="connsiteX2468" fmla="*/ 688562 w 685800"/>
                <a:gd name="connsiteY2468" fmla="*/ 504634 h 704850"/>
                <a:gd name="connsiteX2469" fmla="*/ 689324 w 685800"/>
                <a:gd name="connsiteY2469" fmla="*/ 497586 h 704850"/>
                <a:gd name="connsiteX2470" fmla="*/ 689229 w 685800"/>
                <a:gd name="connsiteY2470" fmla="*/ 493014 h 704850"/>
                <a:gd name="connsiteX2471" fmla="*/ 689324 w 685800"/>
                <a:gd name="connsiteY2471" fmla="*/ 491966 h 704850"/>
                <a:gd name="connsiteX2472" fmla="*/ 689515 w 685800"/>
                <a:gd name="connsiteY2472" fmla="*/ 491014 h 704850"/>
                <a:gd name="connsiteX2473" fmla="*/ 690277 w 685800"/>
                <a:gd name="connsiteY2473" fmla="*/ 489299 h 704850"/>
                <a:gd name="connsiteX2474" fmla="*/ 690467 w 685800"/>
                <a:gd name="connsiteY2474" fmla="*/ 488347 h 704850"/>
                <a:gd name="connsiteX2475" fmla="*/ 690563 w 685800"/>
                <a:gd name="connsiteY2475" fmla="*/ 487871 h 704850"/>
                <a:gd name="connsiteX2476" fmla="*/ 690563 w 685800"/>
                <a:gd name="connsiteY2476" fmla="*/ 487299 h 704850"/>
                <a:gd name="connsiteX2477" fmla="*/ 690467 w 685800"/>
                <a:gd name="connsiteY2477" fmla="*/ 486442 h 704850"/>
                <a:gd name="connsiteX2478" fmla="*/ 689038 w 685800"/>
                <a:gd name="connsiteY2478" fmla="*/ 482441 h 704850"/>
                <a:gd name="connsiteX2479" fmla="*/ 688943 w 685800"/>
                <a:gd name="connsiteY2479" fmla="*/ 481965 h 704850"/>
                <a:gd name="connsiteX2480" fmla="*/ 688943 w 685800"/>
                <a:gd name="connsiteY2480" fmla="*/ 481489 h 704850"/>
                <a:gd name="connsiteX2481" fmla="*/ 689038 w 685800"/>
                <a:gd name="connsiteY2481" fmla="*/ 481013 h 704850"/>
                <a:gd name="connsiteX2482" fmla="*/ 689229 w 685800"/>
                <a:gd name="connsiteY2482" fmla="*/ 480631 h 704850"/>
                <a:gd name="connsiteX2483" fmla="*/ 689515 w 685800"/>
                <a:gd name="connsiteY2483" fmla="*/ 480346 h 704850"/>
                <a:gd name="connsiteX2484" fmla="*/ 689896 w 685800"/>
                <a:gd name="connsiteY2484" fmla="*/ 480060 h 704850"/>
                <a:gd name="connsiteX2485" fmla="*/ 690277 w 685800"/>
                <a:gd name="connsiteY2485" fmla="*/ 479870 h 704850"/>
                <a:gd name="connsiteX2486" fmla="*/ 693230 w 685800"/>
                <a:gd name="connsiteY2486" fmla="*/ 479298 h 704850"/>
                <a:gd name="connsiteX2487" fmla="*/ 693611 w 685800"/>
                <a:gd name="connsiteY2487" fmla="*/ 479107 h 704850"/>
                <a:gd name="connsiteX2488" fmla="*/ 693992 w 685800"/>
                <a:gd name="connsiteY2488" fmla="*/ 478822 h 704850"/>
                <a:gd name="connsiteX2489" fmla="*/ 694182 w 685800"/>
                <a:gd name="connsiteY2489" fmla="*/ 478441 h 704850"/>
                <a:gd name="connsiteX2490" fmla="*/ 694277 w 685800"/>
                <a:gd name="connsiteY2490" fmla="*/ 477964 h 70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</a:cxnLst>
              <a:rect l="l" t="t" r="r" b="b"/>
              <a:pathLst>
                <a:path w="685800" h="704850">
                  <a:moveTo>
                    <a:pt x="694277" y="477488"/>
                  </a:moveTo>
                  <a:lnTo>
                    <a:pt x="694182" y="477012"/>
                  </a:lnTo>
                  <a:lnTo>
                    <a:pt x="693992" y="476536"/>
                  </a:lnTo>
                  <a:lnTo>
                    <a:pt x="693801" y="476059"/>
                  </a:lnTo>
                  <a:lnTo>
                    <a:pt x="689896" y="470440"/>
                  </a:lnTo>
                  <a:lnTo>
                    <a:pt x="689801" y="469963"/>
                  </a:lnTo>
                  <a:lnTo>
                    <a:pt x="689801" y="469487"/>
                  </a:lnTo>
                  <a:lnTo>
                    <a:pt x="689801" y="469202"/>
                  </a:lnTo>
                  <a:lnTo>
                    <a:pt x="689896" y="468916"/>
                  </a:lnTo>
                  <a:lnTo>
                    <a:pt x="690086" y="468535"/>
                  </a:lnTo>
                  <a:lnTo>
                    <a:pt x="690753" y="467392"/>
                  </a:lnTo>
                  <a:lnTo>
                    <a:pt x="690848" y="467011"/>
                  </a:lnTo>
                  <a:lnTo>
                    <a:pt x="690467" y="466439"/>
                  </a:lnTo>
                  <a:lnTo>
                    <a:pt x="689515" y="465772"/>
                  </a:lnTo>
                  <a:lnTo>
                    <a:pt x="685324" y="463487"/>
                  </a:lnTo>
                  <a:lnTo>
                    <a:pt x="684943" y="463296"/>
                  </a:lnTo>
                  <a:lnTo>
                    <a:pt x="683133" y="461963"/>
                  </a:lnTo>
                  <a:lnTo>
                    <a:pt x="681133" y="460820"/>
                  </a:lnTo>
                  <a:lnTo>
                    <a:pt x="679513" y="459581"/>
                  </a:lnTo>
                  <a:lnTo>
                    <a:pt x="678847" y="458438"/>
                  </a:lnTo>
                  <a:lnTo>
                    <a:pt x="678942" y="457581"/>
                  </a:lnTo>
                  <a:lnTo>
                    <a:pt x="679418" y="457009"/>
                  </a:lnTo>
                  <a:lnTo>
                    <a:pt x="679799" y="456343"/>
                  </a:lnTo>
                  <a:lnTo>
                    <a:pt x="679990" y="455105"/>
                  </a:lnTo>
                  <a:lnTo>
                    <a:pt x="679418" y="454819"/>
                  </a:lnTo>
                  <a:lnTo>
                    <a:pt x="678371" y="454914"/>
                  </a:lnTo>
                  <a:lnTo>
                    <a:pt x="677799" y="455200"/>
                  </a:lnTo>
                  <a:lnTo>
                    <a:pt x="677323" y="455486"/>
                  </a:lnTo>
                  <a:lnTo>
                    <a:pt x="676656" y="456533"/>
                  </a:lnTo>
                  <a:lnTo>
                    <a:pt x="676275" y="456819"/>
                  </a:lnTo>
                  <a:lnTo>
                    <a:pt x="675989" y="457105"/>
                  </a:lnTo>
                  <a:lnTo>
                    <a:pt x="675513" y="457295"/>
                  </a:lnTo>
                  <a:lnTo>
                    <a:pt x="675037" y="457390"/>
                  </a:lnTo>
                  <a:lnTo>
                    <a:pt x="671131" y="457676"/>
                  </a:lnTo>
                  <a:lnTo>
                    <a:pt x="670655" y="457771"/>
                  </a:lnTo>
                  <a:lnTo>
                    <a:pt x="670274" y="457962"/>
                  </a:lnTo>
                  <a:lnTo>
                    <a:pt x="669607" y="458533"/>
                  </a:lnTo>
                  <a:lnTo>
                    <a:pt x="669417" y="458819"/>
                  </a:lnTo>
                  <a:lnTo>
                    <a:pt x="669131" y="459296"/>
                  </a:lnTo>
                  <a:lnTo>
                    <a:pt x="669036" y="459677"/>
                  </a:lnTo>
                  <a:lnTo>
                    <a:pt x="669036" y="460248"/>
                  </a:lnTo>
                  <a:lnTo>
                    <a:pt x="669036" y="461296"/>
                  </a:lnTo>
                  <a:lnTo>
                    <a:pt x="669036" y="461772"/>
                  </a:lnTo>
                  <a:lnTo>
                    <a:pt x="668941" y="462153"/>
                  </a:lnTo>
                  <a:lnTo>
                    <a:pt x="668560" y="462439"/>
                  </a:lnTo>
                  <a:lnTo>
                    <a:pt x="668084" y="462629"/>
                  </a:lnTo>
                  <a:lnTo>
                    <a:pt x="664940" y="462344"/>
                  </a:lnTo>
                  <a:lnTo>
                    <a:pt x="663893" y="462439"/>
                  </a:lnTo>
                  <a:lnTo>
                    <a:pt x="661892" y="462915"/>
                  </a:lnTo>
                  <a:lnTo>
                    <a:pt x="661321" y="462915"/>
                  </a:lnTo>
                  <a:lnTo>
                    <a:pt x="660749" y="462820"/>
                  </a:lnTo>
                  <a:lnTo>
                    <a:pt x="659987" y="462534"/>
                  </a:lnTo>
                  <a:lnTo>
                    <a:pt x="657130" y="460629"/>
                  </a:lnTo>
                  <a:lnTo>
                    <a:pt x="655892" y="460248"/>
                  </a:lnTo>
                  <a:lnTo>
                    <a:pt x="653129" y="459962"/>
                  </a:lnTo>
                  <a:lnTo>
                    <a:pt x="652463" y="459772"/>
                  </a:lnTo>
                  <a:lnTo>
                    <a:pt x="651701" y="459391"/>
                  </a:lnTo>
                  <a:lnTo>
                    <a:pt x="650462" y="458629"/>
                  </a:lnTo>
                  <a:lnTo>
                    <a:pt x="649891" y="458153"/>
                  </a:lnTo>
                  <a:lnTo>
                    <a:pt x="649605" y="457581"/>
                  </a:lnTo>
                  <a:lnTo>
                    <a:pt x="649414" y="455866"/>
                  </a:lnTo>
                  <a:lnTo>
                    <a:pt x="649224" y="455200"/>
                  </a:lnTo>
                  <a:lnTo>
                    <a:pt x="648367" y="453580"/>
                  </a:lnTo>
                  <a:lnTo>
                    <a:pt x="648081" y="453295"/>
                  </a:lnTo>
                  <a:lnTo>
                    <a:pt x="647795" y="452914"/>
                  </a:lnTo>
                  <a:lnTo>
                    <a:pt x="647414" y="452723"/>
                  </a:lnTo>
                  <a:lnTo>
                    <a:pt x="646938" y="452533"/>
                  </a:lnTo>
                  <a:lnTo>
                    <a:pt x="646462" y="452438"/>
                  </a:lnTo>
                  <a:lnTo>
                    <a:pt x="645700" y="452438"/>
                  </a:lnTo>
                  <a:lnTo>
                    <a:pt x="644652" y="452723"/>
                  </a:lnTo>
                  <a:lnTo>
                    <a:pt x="642938" y="453390"/>
                  </a:lnTo>
                  <a:lnTo>
                    <a:pt x="642461" y="453485"/>
                  </a:lnTo>
                  <a:lnTo>
                    <a:pt x="641318" y="453676"/>
                  </a:lnTo>
                  <a:lnTo>
                    <a:pt x="640937" y="453771"/>
                  </a:lnTo>
                  <a:lnTo>
                    <a:pt x="640556" y="453962"/>
                  </a:lnTo>
                  <a:lnTo>
                    <a:pt x="640175" y="454247"/>
                  </a:lnTo>
                  <a:lnTo>
                    <a:pt x="639985" y="454628"/>
                  </a:lnTo>
                  <a:lnTo>
                    <a:pt x="639604" y="456057"/>
                  </a:lnTo>
                  <a:lnTo>
                    <a:pt x="638556" y="458629"/>
                  </a:lnTo>
                  <a:lnTo>
                    <a:pt x="638461" y="459105"/>
                  </a:lnTo>
                  <a:lnTo>
                    <a:pt x="638365" y="459772"/>
                  </a:lnTo>
                  <a:lnTo>
                    <a:pt x="638270" y="459962"/>
                  </a:lnTo>
                  <a:lnTo>
                    <a:pt x="638175" y="460153"/>
                  </a:lnTo>
                  <a:lnTo>
                    <a:pt x="637794" y="460343"/>
                  </a:lnTo>
                  <a:lnTo>
                    <a:pt x="636080" y="461010"/>
                  </a:lnTo>
                  <a:lnTo>
                    <a:pt x="634079" y="461486"/>
                  </a:lnTo>
                  <a:lnTo>
                    <a:pt x="633508" y="461391"/>
                  </a:lnTo>
                  <a:lnTo>
                    <a:pt x="632841" y="461105"/>
                  </a:lnTo>
                  <a:lnTo>
                    <a:pt x="632079" y="460438"/>
                  </a:lnTo>
                  <a:lnTo>
                    <a:pt x="631317" y="459581"/>
                  </a:lnTo>
                  <a:lnTo>
                    <a:pt x="630936" y="459200"/>
                  </a:lnTo>
                  <a:lnTo>
                    <a:pt x="630174" y="458724"/>
                  </a:lnTo>
                  <a:lnTo>
                    <a:pt x="628745" y="458153"/>
                  </a:lnTo>
                  <a:lnTo>
                    <a:pt x="626364" y="456629"/>
                  </a:lnTo>
                  <a:lnTo>
                    <a:pt x="623983" y="454438"/>
                  </a:lnTo>
                  <a:lnTo>
                    <a:pt x="623221" y="453962"/>
                  </a:lnTo>
                  <a:lnTo>
                    <a:pt x="622745" y="453676"/>
                  </a:lnTo>
                  <a:lnTo>
                    <a:pt x="622078" y="453485"/>
                  </a:lnTo>
                  <a:lnTo>
                    <a:pt x="621411" y="453580"/>
                  </a:lnTo>
                  <a:lnTo>
                    <a:pt x="621221" y="453962"/>
                  </a:lnTo>
                  <a:lnTo>
                    <a:pt x="621221" y="454342"/>
                  </a:lnTo>
                  <a:lnTo>
                    <a:pt x="621411" y="454819"/>
                  </a:lnTo>
                  <a:lnTo>
                    <a:pt x="621887" y="456057"/>
                  </a:lnTo>
                  <a:lnTo>
                    <a:pt x="621982" y="456533"/>
                  </a:lnTo>
                  <a:lnTo>
                    <a:pt x="622078" y="457009"/>
                  </a:lnTo>
                  <a:lnTo>
                    <a:pt x="621982" y="457486"/>
                  </a:lnTo>
                  <a:lnTo>
                    <a:pt x="621697" y="457867"/>
                  </a:lnTo>
                  <a:lnTo>
                    <a:pt x="621411" y="458057"/>
                  </a:lnTo>
                  <a:lnTo>
                    <a:pt x="620935" y="458248"/>
                  </a:lnTo>
                  <a:lnTo>
                    <a:pt x="619982" y="457962"/>
                  </a:lnTo>
                  <a:lnTo>
                    <a:pt x="618554" y="457295"/>
                  </a:lnTo>
                  <a:lnTo>
                    <a:pt x="613601" y="453771"/>
                  </a:lnTo>
                  <a:lnTo>
                    <a:pt x="613124" y="453104"/>
                  </a:lnTo>
                  <a:lnTo>
                    <a:pt x="612362" y="452056"/>
                  </a:lnTo>
                  <a:lnTo>
                    <a:pt x="612172" y="451580"/>
                  </a:lnTo>
                  <a:lnTo>
                    <a:pt x="611981" y="450723"/>
                  </a:lnTo>
                  <a:lnTo>
                    <a:pt x="611981" y="450152"/>
                  </a:lnTo>
                  <a:lnTo>
                    <a:pt x="612077" y="449199"/>
                  </a:lnTo>
                  <a:lnTo>
                    <a:pt x="612457" y="448246"/>
                  </a:lnTo>
                  <a:lnTo>
                    <a:pt x="612648" y="447294"/>
                  </a:lnTo>
                  <a:lnTo>
                    <a:pt x="612743" y="446818"/>
                  </a:lnTo>
                  <a:lnTo>
                    <a:pt x="612648" y="446341"/>
                  </a:lnTo>
                  <a:lnTo>
                    <a:pt x="612267" y="444913"/>
                  </a:lnTo>
                  <a:lnTo>
                    <a:pt x="612362" y="442913"/>
                  </a:lnTo>
                  <a:lnTo>
                    <a:pt x="612267" y="441674"/>
                  </a:lnTo>
                  <a:lnTo>
                    <a:pt x="612457" y="437769"/>
                  </a:lnTo>
                  <a:lnTo>
                    <a:pt x="612362" y="437197"/>
                  </a:lnTo>
                  <a:lnTo>
                    <a:pt x="612267" y="436816"/>
                  </a:lnTo>
                  <a:lnTo>
                    <a:pt x="611981" y="436436"/>
                  </a:lnTo>
                  <a:lnTo>
                    <a:pt x="611696" y="436150"/>
                  </a:lnTo>
                  <a:lnTo>
                    <a:pt x="609695" y="434626"/>
                  </a:lnTo>
                  <a:lnTo>
                    <a:pt x="608457" y="433388"/>
                  </a:lnTo>
                  <a:lnTo>
                    <a:pt x="608267" y="433006"/>
                  </a:lnTo>
                  <a:lnTo>
                    <a:pt x="608076" y="432530"/>
                  </a:lnTo>
                  <a:lnTo>
                    <a:pt x="607886" y="430339"/>
                  </a:lnTo>
                  <a:lnTo>
                    <a:pt x="607790" y="429863"/>
                  </a:lnTo>
                  <a:lnTo>
                    <a:pt x="607600" y="429387"/>
                  </a:lnTo>
                  <a:lnTo>
                    <a:pt x="607409" y="429006"/>
                  </a:lnTo>
                  <a:lnTo>
                    <a:pt x="607123" y="428720"/>
                  </a:lnTo>
                  <a:lnTo>
                    <a:pt x="606552" y="428054"/>
                  </a:lnTo>
                  <a:lnTo>
                    <a:pt x="605790" y="427577"/>
                  </a:lnTo>
                  <a:lnTo>
                    <a:pt x="604742" y="427291"/>
                  </a:lnTo>
                  <a:lnTo>
                    <a:pt x="603218" y="427196"/>
                  </a:lnTo>
                  <a:lnTo>
                    <a:pt x="599599" y="427387"/>
                  </a:lnTo>
                  <a:lnTo>
                    <a:pt x="597027" y="427768"/>
                  </a:lnTo>
                  <a:lnTo>
                    <a:pt x="596170" y="428149"/>
                  </a:lnTo>
                  <a:lnTo>
                    <a:pt x="595694" y="428339"/>
                  </a:lnTo>
                  <a:lnTo>
                    <a:pt x="595217" y="428434"/>
                  </a:lnTo>
                  <a:lnTo>
                    <a:pt x="594551" y="428434"/>
                  </a:lnTo>
                  <a:lnTo>
                    <a:pt x="593693" y="428244"/>
                  </a:lnTo>
                  <a:lnTo>
                    <a:pt x="592360" y="427863"/>
                  </a:lnTo>
                  <a:lnTo>
                    <a:pt x="591598" y="427577"/>
                  </a:lnTo>
                  <a:lnTo>
                    <a:pt x="591026" y="427291"/>
                  </a:lnTo>
                  <a:lnTo>
                    <a:pt x="588931" y="425767"/>
                  </a:lnTo>
                  <a:lnTo>
                    <a:pt x="588073" y="425482"/>
                  </a:lnTo>
                  <a:lnTo>
                    <a:pt x="587121" y="425196"/>
                  </a:lnTo>
                  <a:lnTo>
                    <a:pt x="580358" y="424434"/>
                  </a:lnTo>
                  <a:lnTo>
                    <a:pt x="578548" y="423958"/>
                  </a:lnTo>
                  <a:lnTo>
                    <a:pt x="577977" y="423958"/>
                  </a:lnTo>
                  <a:lnTo>
                    <a:pt x="577215" y="424148"/>
                  </a:lnTo>
                  <a:lnTo>
                    <a:pt x="575596" y="424720"/>
                  </a:lnTo>
                  <a:lnTo>
                    <a:pt x="574834" y="425196"/>
                  </a:lnTo>
                  <a:lnTo>
                    <a:pt x="574357" y="425672"/>
                  </a:lnTo>
                  <a:lnTo>
                    <a:pt x="573977" y="426434"/>
                  </a:lnTo>
                  <a:lnTo>
                    <a:pt x="573786" y="427482"/>
                  </a:lnTo>
                  <a:lnTo>
                    <a:pt x="573881" y="428625"/>
                  </a:lnTo>
                  <a:lnTo>
                    <a:pt x="573977" y="429101"/>
                  </a:lnTo>
                  <a:lnTo>
                    <a:pt x="574072" y="429578"/>
                  </a:lnTo>
                  <a:lnTo>
                    <a:pt x="574453" y="430339"/>
                  </a:lnTo>
                  <a:lnTo>
                    <a:pt x="575024" y="431102"/>
                  </a:lnTo>
                  <a:lnTo>
                    <a:pt x="576263" y="432245"/>
                  </a:lnTo>
                  <a:lnTo>
                    <a:pt x="576453" y="432625"/>
                  </a:lnTo>
                  <a:lnTo>
                    <a:pt x="576644" y="433006"/>
                  </a:lnTo>
                  <a:lnTo>
                    <a:pt x="576834" y="433483"/>
                  </a:lnTo>
                  <a:lnTo>
                    <a:pt x="576834" y="433959"/>
                  </a:lnTo>
                  <a:lnTo>
                    <a:pt x="576834" y="434435"/>
                  </a:lnTo>
                  <a:lnTo>
                    <a:pt x="576644" y="434912"/>
                  </a:lnTo>
                  <a:lnTo>
                    <a:pt x="576358" y="435292"/>
                  </a:lnTo>
                  <a:lnTo>
                    <a:pt x="576072" y="435578"/>
                  </a:lnTo>
                  <a:lnTo>
                    <a:pt x="575786" y="435864"/>
                  </a:lnTo>
                  <a:lnTo>
                    <a:pt x="575310" y="436055"/>
                  </a:lnTo>
                  <a:lnTo>
                    <a:pt x="574834" y="436150"/>
                  </a:lnTo>
                  <a:lnTo>
                    <a:pt x="574262" y="436150"/>
                  </a:lnTo>
                  <a:lnTo>
                    <a:pt x="573500" y="436055"/>
                  </a:lnTo>
                  <a:lnTo>
                    <a:pt x="572738" y="435673"/>
                  </a:lnTo>
                  <a:lnTo>
                    <a:pt x="572167" y="435388"/>
                  </a:lnTo>
                  <a:lnTo>
                    <a:pt x="571786" y="435102"/>
                  </a:lnTo>
                  <a:lnTo>
                    <a:pt x="566356" y="429673"/>
                  </a:lnTo>
                  <a:lnTo>
                    <a:pt x="563975" y="426053"/>
                  </a:lnTo>
                  <a:lnTo>
                    <a:pt x="563309" y="423481"/>
                  </a:lnTo>
                  <a:lnTo>
                    <a:pt x="558546" y="414338"/>
                  </a:lnTo>
                  <a:lnTo>
                    <a:pt x="557213" y="409289"/>
                  </a:lnTo>
                  <a:lnTo>
                    <a:pt x="557022" y="407956"/>
                  </a:lnTo>
                  <a:lnTo>
                    <a:pt x="557022" y="406622"/>
                  </a:lnTo>
                  <a:lnTo>
                    <a:pt x="557213" y="406051"/>
                  </a:lnTo>
                  <a:lnTo>
                    <a:pt x="557784" y="404908"/>
                  </a:lnTo>
                  <a:lnTo>
                    <a:pt x="557974" y="403860"/>
                  </a:lnTo>
                  <a:lnTo>
                    <a:pt x="559403" y="402050"/>
                  </a:lnTo>
                  <a:lnTo>
                    <a:pt x="561404" y="400050"/>
                  </a:lnTo>
                  <a:lnTo>
                    <a:pt x="561594" y="400050"/>
                  </a:lnTo>
                  <a:lnTo>
                    <a:pt x="561594" y="399859"/>
                  </a:lnTo>
                  <a:lnTo>
                    <a:pt x="562070" y="393763"/>
                  </a:lnTo>
                  <a:lnTo>
                    <a:pt x="562547" y="391954"/>
                  </a:lnTo>
                  <a:lnTo>
                    <a:pt x="564166" y="390525"/>
                  </a:lnTo>
                  <a:lnTo>
                    <a:pt x="566356" y="387001"/>
                  </a:lnTo>
                  <a:lnTo>
                    <a:pt x="566833" y="386524"/>
                  </a:lnTo>
                  <a:lnTo>
                    <a:pt x="567499" y="386144"/>
                  </a:lnTo>
                  <a:lnTo>
                    <a:pt x="568547" y="384905"/>
                  </a:lnTo>
                  <a:lnTo>
                    <a:pt x="571024" y="381095"/>
                  </a:lnTo>
                  <a:lnTo>
                    <a:pt x="572072" y="380047"/>
                  </a:lnTo>
                  <a:lnTo>
                    <a:pt x="572357" y="379857"/>
                  </a:lnTo>
                  <a:lnTo>
                    <a:pt x="572834" y="379476"/>
                  </a:lnTo>
                  <a:lnTo>
                    <a:pt x="574453" y="377476"/>
                  </a:lnTo>
                  <a:lnTo>
                    <a:pt x="574738" y="376619"/>
                  </a:lnTo>
                  <a:lnTo>
                    <a:pt x="574929" y="375856"/>
                  </a:lnTo>
                  <a:lnTo>
                    <a:pt x="574738" y="374809"/>
                  </a:lnTo>
                  <a:lnTo>
                    <a:pt x="574453" y="373856"/>
                  </a:lnTo>
                  <a:lnTo>
                    <a:pt x="573786" y="372046"/>
                  </a:lnTo>
                  <a:lnTo>
                    <a:pt x="573500" y="370904"/>
                  </a:lnTo>
                  <a:lnTo>
                    <a:pt x="573405" y="369761"/>
                  </a:lnTo>
                  <a:lnTo>
                    <a:pt x="573500" y="368522"/>
                  </a:lnTo>
                  <a:lnTo>
                    <a:pt x="573691" y="367760"/>
                  </a:lnTo>
                  <a:lnTo>
                    <a:pt x="573881" y="367284"/>
                  </a:lnTo>
                  <a:lnTo>
                    <a:pt x="575501" y="364331"/>
                  </a:lnTo>
                  <a:lnTo>
                    <a:pt x="575786" y="363379"/>
                  </a:lnTo>
                  <a:lnTo>
                    <a:pt x="575881" y="362617"/>
                  </a:lnTo>
                  <a:lnTo>
                    <a:pt x="575881" y="362045"/>
                  </a:lnTo>
                  <a:lnTo>
                    <a:pt x="575691" y="360807"/>
                  </a:lnTo>
                  <a:lnTo>
                    <a:pt x="575786" y="360045"/>
                  </a:lnTo>
                  <a:lnTo>
                    <a:pt x="575977" y="358902"/>
                  </a:lnTo>
                  <a:lnTo>
                    <a:pt x="576453" y="358426"/>
                  </a:lnTo>
                  <a:lnTo>
                    <a:pt x="576929" y="358140"/>
                  </a:lnTo>
                  <a:lnTo>
                    <a:pt x="579311" y="358140"/>
                  </a:lnTo>
                  <a:lnTo>
                    <a:pt x="579787" y="358045"/>
                  </a:lnTo>
                  <a:lnTo>
                    <a:pt x="580263" y="357759"/>
                  </a:lnTo>
                  <a:lnTo>
                    <a:pt x="580739" y="357378"/>
                  </a:lnTo>
                  <a:lnTo>
                    <a:pt x="581406" y="356521"/>
                  </a:lnTo>
                  <a:lnTo>
                    <a:pt x="581501" y="355949"/>
                  </a:lnTo>
                  <a:lnTo>
                    <a:pt x="581501" y="355378"/>
                  </a:lnTo>
                  <a:lnTo>
                    <a:pt x="581311" y="354997"/>
                  </a:lnTo>
                  <a:lnTo>
                    <a:pt x="581025" y="354616"/>
                  </a:lnTo>
                  <a:lnTo>
                    <a:pt x="580644" y="354425"/>
                  </a:lnTo>
                  <a:lnTo>
                    <a:pt x="578739" y="353854"/>
                  </a:lnTo>
                  <a:lnTo>
                    <a:pt x="575786" y="353473"/>
                  </a:lnTo>
                  <a:lnTo>
                    <a:pt x="575501" y="353378"/>
                  </a:lnTo>
                  <a:lnTo>
                    <a:pt x="573691" y="352615"/>
                  </a:lnTo>
                  <a:lnTo>
                    <a:pt x="572548" y="351854"/>
                  </a:lnTo>
                  <a:lnTo>
                    <a:pt x="571881" y="351282"/>
                  </a:lnTo>
                  <a:lnTo>
                    <a:pt x="567404" y="346138"/>
                  </a:lnTo>
                  <a:lnTo>
                    <a:pt x="566738" y="345567"/>
                  </a:lnTo>
                  <a:lnTo>
                    <a:pt x="565976" y="345091"/>
                  </a:lnTo>
                  <a:lnTo>
                    <a:pt x="563689" y="343853"/>
                  </a:lnTo>
                  <a:lnTo>
                    <a:pt x="563023" y="340328"/>
                  </a:lnTo>
                  <a:lnTo>
                    <a:pt x="562642" y="334804"/>
                  </a:lnTo>
                  <a:lnTo>
                    <a:pt x="562070" y="333375"/>
                  </a:lnTo>
                  <a:lnTo>
                    <a:pt x="561213" y="332708"/>
                  </a:lnTo>
                  <a:lnTo>
                    <a:pt x="560261" y="332994"/>
                  </a:lnTo>
                  <a:lnTo>
                    <a:pt x="558165" y="333946"/>
                  </a:lnTo>
                  <a:lnTo>
                    <a:pt x="557213" y="334137"/>
                  </a:lnTo>
                  <a:lnTo>
                    <a:pt x="555879" y="334232"/>
                  </a:lnTo>
                  <a:lnTo>
                    <a:pt x="553403" y="333565"/>
                  </a:lnTo>
                  <a:lnTo>
                    <a:pt x="553117" y="333375"/>
                  </a:lnTo>
                  <a:lnTo>
                    <a:pt x="553022" y="332804"/>
                  </a:lnTo>
                  <a:lnTo>
                    <a:pt x="553022" y="328422"/>
                  </a:lnTo>
                  <a:lnTo>
                    <a:pt x="552831" y="327184"/>
                  </a:lnTo>
                  <a:lnTo>
                    <a:pt x="552164" y="326422"/>
                  </a:lnTo>
                  <a:lnTo>
                    <a:pt x="549973" y="325469"/>
                  </a:lnTo>
                  <a:lnTo>
                    <a:pt x="548640" y="324803"/>
                  </a:lnTo>
                  <a:lnTo>
                    <a:pt x="548354" y="324517"/>
                  </a:lnTo>
                  <a:lnTo>
                    <a:pt x="546449" y="323374"/>
                  </a:lnTo>
                  <a:lnTo>
                    <a:pt x="545211" y="322516"/>
                  </a:lnTo>
                  <a:lnTo>
                    <a:pt x="544068" y="321469"/>
                  </a:lnTo>
                  <a:lnTo>
                    <a:pt x="543497" y="320707"/>
                  </a:lnTo>
                  <a:lnTo>
                    <a:pt x="543115" y="320040"/>
                  </a:lnTo>
                  <a:lnTo>
                    <a:pt x="543020" y="319469"/>
                  </a:lnTo>
                  <a:lnTo>
                    <a:pt x="542925" y="318897"/>
                  </a:lnTo>
                  <a:lnTo>
                    <a:pt x="542925" y="317754"/>
                  </a:lnTo>
                  <a:lnTo>
                    <a:pt x="543020" y="316611"/>
                  </a:lnTo>
                  <a:lnTo>
                    <a:pt x="543020" y="314896"/>
                  </a:lnTo>
                  <a:lnTo>
                    <a:pt x="542354" y="311753"/>
                  </a:lnTo>
                  <a:lnTo>
                    <a:pt x="542258" y="310991"/>
                  </a:lnTo>
                  <a:lnTo>
                    <a:pt x="542354" y="310420"/>
                  </a:lnTo>
                  <a:lnTo>
                    <a:pt x="542639" y="310039"/>
                  </a:lnTo>
                  <a:lnTo>
                    <a:pt x="543020" y="309944"/>
                  </a:lnTo>
                  <a:lnTo>
                    <a:pt x="543497" y="309848"/>
                  </a:lnTo>
                  <a:lnTo>
                    <a:pt x="543878" y="310039"/>
                  </a:lnTo>
                  <a:lnTo>
                    <a:pt x="546354" y="311277"/>
                  </a:lnTo>
                  <a:lnTo>
                    <a:pt x="546830" y="311372"/>
                  </a:lnTo>
                  <a:lnTo>
                    <a:pt x="547306" y="311467"/>
                  </a:lnTo>
                  <a:lnTo>
                    <a:pt x="547783" y="311372"/>
                  </a:lnTo>
                  <a:lnTo>
                    <a:pt x="548164" y="311182"/>
                  </a:lnTo>
                  <a:lnTo>
                    <a:pt x="548449" y="310896"/>
                  </a:lnTo>
                  <a:lnTo>
                    <a:pt x="549021" y="310229"/>
                  </a:lnTo>
                  <a:lnTo>
                    <a:pt x="549497" y="309467"/>
                  </a:lnTo>
                  <a:lnTo>
                    <a:pt x="549688" y="308705"/>
                  </a:lnTo>
                  <a:lnTo>
                    <a:pt x="549878" y="307753"/>
                  </a:lnTo>
                  <a:lnTo>
                    <a:pt x="551783" y="302895"/>
                  </a:lnTo>
                  <a:lnTo>
                    <a:pt x="552069" y="301942"/>
                  </a:lnTo>
                  <a:lnTo>
                    <a:pt x="552164" y="300323"/>
                  </a:lnTo>
                  <a:lnTo>
                    <a:pt x="552069" y="298799"/>
                  </a:lnTo>
                  <a:lnTo>
                    <a:pt x="551879" y="297942"/>
                  </a:lnTo>
                  <a:lnTo>
                    <a:pt x="551688" y="297371"/>
                  </a:lnTo>
                  <a:lnTo>
                    <a:pt x="551402" y="297085"/>
                  </a:lnTo>
                  <a:lnTo>
                    <a:pt x="551021" y="296799"/>
                  </a:lnTo>
                  <a:lnTo>
                    <a:pt x="550545" y="296418"/>
                  </a:lnTo>
                  <a:lnTo>
                    <a:pt x="550164" y="295846"/>
                  </a:lnTo>
                  <a:lnTo>
                    <a:pt x="549593" y="294894"/>
                  </a:lnTo>
                  <a:lnTo>
                    <a:pt x="549593" y="294322"/>
                  </a:lnTo>
                  <a:lnTo>
                    <a:pt x="549878" y="293941"/>
                  </a:lnTo>
                  <a:lnTo>
                    <a:pt x="551497" y="293084"/>
                  </a:lnTo>
                  <a:lnTo>
                    <a:pt x="553307" y="292513"/>
                  </a:lnTo>
                  <a:lnTo>
                    <a:pt x="553784" y="292322"/>
                  </a:lnTo>
                  <a:lnTo>
                    <a:pt x="554450" y="291846"/>
                  </a:lnTo>
                  <a:lnTo>
                    <a:pt x="555498" y="290989"/>
                  </a:lnTo>
                  <a:lnTo>
                    <a:pt x="558355" y="286607"/>
                  </a:lnTo>
                  <a:lnTo>
                    <a:pt x="558546" y="285464"/>
                  </a:lnTo>
                  <a:lnTo>
                    <a:pt x="558546" y="283940"/>
                  </a:lnTo>
                  <a:lnTo>
                    <a:pt x="558641" y="283083"/>
                  </a:lnTo>
                  <a:lnTo>
                    <a:pt x="558737" y="282512"/>
                  </a:lnTo>
                  <a:lnTo>
                    <a:pt x="559498" y="280892"/>
                  </a:lnTo>
                  <a:lnTo>
                    <a:pt x="559784" y="279749"/>
                  </a:lnTo>
                  <a:lnTo>
                    <a:pt x="559784" y="279082"/>
                  </a:lnTo>
                  <a:lnTo>
                    <a:pt x="559594" y="278511"/>
                  </a:lnTo>
                  <a:lnTo>
                    <a:pt x="559118" y="277368"/>
                  </a:lnTo>
                  <a:lnTo>
                    <a:pt x="558832" y="276225"/>
                  </a:lnTo>
                  <a:lnTo>
                    <a:pt x="558737" y="275558"/>
                  </a:lnTo>
                  <a:lnTo>
                    <a:pt x="558927" y="274987"/>
                  </a:lnTo>
                  <a:lnTo>
                    <a:pt x="559118" y="274606"/>
                  </a:lnTo>
                  <a:lnTo>
                    <a:pt x="560546" y="273082"/>
                  </a:lnTo>
                  <a:lnTo>
                    <a:pt x="560927" y="272415"/>
                  </a:lnTo>
                  <a:lnTo>
                    <a:pt x="561213" y="271844"/>
                  </a:lnTo>
                  <a:lnTo>
                    <a:pt x="561689" y="268986"/>
                  </a:lnTo>
                  <a:lnTo>
                    <a:pt x="561689" y="266986"/>
                  </a:lnTo>
                  <a:lnTo>
                    <a:pt x="561880" y="266033"/>
                  </a:lnTo>
                  <a:lnTo>
                    <a:pt x="561975" y="265366"/>
                  </a:lnTo>
                  <a:lnTo>
                    <a:pt x="563309" y="263557"/>
                  </a:lnTo>
                  <a:lnTo>
                    <a:pt x="567309" y="260223"/>
                  </a:lnTo>
                  <a:lnTo>
                    <a:pt x="569309" y="259175"/>
                  </a:lnTo>
                  <a:lnTo>
                    <a:pt x="569976" y="258604"/>
                  </a:lnTo>
                  <a:lnTo>
                    <a:pt x="570262" y="258223"/>
                  </a:lnTo>
                  <a:lnTo>
                    <a:pt x="570643" y="257461"/>
                  </a:lnTo>
                  <a:lnTo>
                    <a:pt x="571214" y="256699"/>
                  </a:lnTo>
                  <a:lnTo>
                    <a:pt x="571500" y="256413"/>
                  </a:lnTo>
                  <a:lnTo>
                    <a:pt x="571786" y="256127"/>
                  </a:lnTo>
                  <a:lnTo>
                    <a:pt x="572167" y="255841"/>
                  </a:lnTo>
                  <a:lnTo>
                    <a:pt x="572453" y="255746"/>
                  </a:lnTo>
                  <a:lnTo>
                    <a:pt x="572548" y="255651"/>
                  </a:lnTo>
                  <a:lnTo>
                    <a:pt x="572548" y="255461"/>
                  </a:lnTo>
                  <a:lnTo>
                    <a:pt x="572453" y="255365"/>
                  </a:lnTo>
                  <a:lnTo>
                    <a:pt x="572357" y="255175"/>
                  </a:lnTo>
                  <a:lnTo>
                    <a:pt x="571786" y="254317"/>
                  </a:lnTo>
                  <a:lnTo>
                    <a:pt x="571500" y="253555"/>
                  </a:lnTo>
                  <a:lnTo>
                    <a:pt x="570833" y="251079"/>
                  </a:lnTo>
                  <a:lnTo>
                    <a:pt x="570643" y="250698"/>
                  </a:lnTo>
                  <a:lnTo>
                    <a:pt x="570071" y="250031"/>
                  </a:lnTo>
                  <a:lnTo>
                    <a:pt x="569786" y="249650"/>
                  </a:lnTo>
                  <a:lnTo>
                    <a:pt x="569500" y="249364"/>
                  </a:lnTo>
                  <a:lnTo>
                    <a:pt x="569309" y="248793"/>
                  </a:lnTo>
                  <a:lnTo>
                    <a:pt x="569023" y="247936"/>
                  </a:lnTo>
                  <a:lnTo>
                    <a:pt x="568928" y="246507"/>
                  </a:lnTo>
                  <a:lnTo>
                    <a:pt x="568738" y="245745"/>
                  </a:lnTo>
                  <a:lnTo>
                    <a:pt x="568547" y="245173"/>
                  </a:lnTo>
                  <a:lnTo>
                    <a:pt x="568262" y="244983"/>
                  </a:lnTo>
                  <a:lnTo>
                    <a:pt x="568262" y="244983"/>
                  </a:lnTo>
                  <a:lnTo>
                    <a:pt x="567976" y="244792"/>
                  </a:lnTo>
                  <a:lnTo>
                    <a:pt x="566261" y="242792"/>
                  </a:lnTo>
                  <a:lnTo>
                    <a:pt x="564928" y="241459"/>
                  </a:lnTo>
                  <a:lnTo>
                    <a:pt x="564642" y="241078"/>
                  </a:lnTo>
                  <a:lnTo>
                    <a:pt x="564452" y="240506"/>
                  </a:lnTo>
                  <a:lnTo>
                    <a:pt x="564356" y="239363"/>
                  </a:lnTo>
                  <a:lnTo>
                    <a:pt x="564261" y="238887"/>
                  </a:lnTo>
                  <a:lnTo>
                    <a:pt x="564071" y="238411"/>
                  </a:lnTo>
                  <a:lnTo>
                    <a:pt x="563785" y="238030"/>
                  </a:lnTo>
                  <a:lnTo>
                    <a:pt x="563499" y="237744"/>
                  </a:lnTo>
                  <a:lnTo>
                    <a:pt x="563118" y="237458"/>
                  </a:lnTo>
                  <a:lnTo>
                    <a:pt x="562642" y="237172"/>
                  </a:lnTo>
                  <a:lnTo>
                    <a:pt x="562070" y="236887"/>
                  </a:lnTo>
                  <a:lnTo>
                    <a:pt x="560927" y="236696"/>
                  </a:lnTo>
                  <a:lnTo>
                    <a:pt x="560165" y="236696"/>
                  </a:lnTo>
                  <a:lnTo>
                    <a:pt x="559594" y="236791"/>
                  </a:lnTo>
                  <a:lnTo>
                    <a:pt x="558832" y="237077"/>
                  </a:lnTo>
                  <a:lnTo>
                    <a:pt x="558451" y="237172"/>
                  </a:lnTo>
                  <a:lnTo>
                    <a:pt x="558070" y="237172"/>
                  </a:lnTo>
                  <a:lnTo>
                    <a:pt x="557594" y="237077"/>
                  </a:lnTo>
                  <a:lnTo>
                    <a:pt x="556927" y="236696"/>
                  </a:lnTo>
                  <a:lnTo>
                    <a:pt x="556260" y="235934"/>
                  </a:lnTo>
                  <a:lnTo>
                    <a:pt x="555688" y="234887"/>
                  </a:lnTo>
                  <a:lnTo>
                    <a:pt x="555593" y="234601"/>
                  </a:lnTo>
                  <a:lnTo>
                    <a:pt x="555498" y="233744"/>
                  </a:lnTo>
                  <a:lnTo>
                    <a:pt x="555498" y="231457"/>
                  </a:lnTo>
                  <a:lnTo>
                    <a:pt x="555403" y="230886"/>
                  </a:lnTo>
                  <a:lnTo>
                    <a:pt x="555212" y="230505"/>
                  </a:lnTo>
                  <a:lnTo>
                    <a:pt x="553307" y="226790"/>
                  </a:lnTo>
                  <a:lnTo>
                    <a:pt x="553117" y="226409"/>
                  </a:lnTo>
                  <a:lnTo>
                    <a:pt x="552831" y="226123"/>
                  </a:lnTo>
                  <a:lnTo>
                    <a:pt x="552355" y="225838"/>
                  </a:lnTo>
                  <a:lnTo>
                    <a:pt x="551783" y="225552"/>
                  </a:lnTo>
                  <a:lnTo>
                    <a:pt x="550831" y="225552"/>
                  </a:lnTo>
                  <a:lnTo>
                    <a:pt x="550259" y="225647"/>
                  </a:lnTo>
                  <a:lnTo>
                    <a:pt x="549878" y="226028"/>
                  </a:lnTo>
                  <a:lnTo>
                    <a:pt x="549593" y="226409"/>
                  </a:lnTo>
                  <a:lnTo>
                    <a:pt x="549497" y="226886"/>
                  </a:lnTo>
                  <a:lnTo>
                    <a:pt x="549307" y="228505"/>
                  </a:lnTo>
                  <a:lnTo>
                    <a:pt x="549116" y="228981"/>
                  </a:lnTo>
                  <a:lnTo>
                    <a:pt x="548926" y="229362"/>
                  </a:lnTo>
                  <a:lnTo>
                    <a:pt x="547116" y="231838"/>
                  </a:lnTo>
                  <a:lnTo>
                    <a:pt x="546830" y="232220"/>
                  </a:lnTo>
                  <a:lnTo>
                    <a:pt x="546449" y="232505"/>
                  </a:lnTo>
                  <a:lnTo>
                    <a:pt x="546068" y="232696"/>
                  </a:lnTo>
                  <a:lnTo>
                    <a:pt x="545306" y="233172"/>
                  </a:lnTo>
                  <a:lnTo>
                    <a:pt x="544830" y="233363"/>
                  </a:lnTo>
                  <a:lnTo>
                    <a:pt x="544354" y="233458"/>
                  </a:lnTo>
                  <a:lnTo>
                    <a:pt x="543782" y="233553"/>
                  </a:lnTo>
                  <a:lnTo>
                    <a:pt x="536924" y="233839"/>
                  </a:lnTo>
                  <a:lnTo>
                    <a:pt x="536353" y="233839"/>
                  </a:lnTo>
                  <a:lnTo>
                    <a:pt x="535877" y="233744"/>
                  </a:lnTo>
                  <a:lnTo>
                    <a:pt x="531876" y="231838"/>
                  </a:lnTo>
                  <a:lnTo>
                    <a:pt x="531209" y="231648"/>
                  </a:lnTo>
                  <a:lnTo>
                    <a:pt x="530733" y="231553"/>
                  </a:lnTo>
                  <a:lnTo>
                    <a:pt x="530162" y="231553"/>
                  </a:lnTo>
                  <a:lnTo>
                    <a:pt x="529685" y="231648"/>
                  </a:lnTo>
                  <a:lnTo>
                    <a:pt x="529209" y="231838"/>
                  </a:lnTo>
                  <a:lnTo>
                    <a:pt x="528352" y="232220"/>
                  </a:lnTo>
                  <a:lnTo>
                    <a:pt x="527971" y="232410"/>
                  </a:lnTo>
                  <a:lnTo>
                    <a:pt x="527304" y="233077"/>
                  </a:lnTo>
                  <a:lnTo>
                    <a:pt x="524828" y="236125"/>
                  </a:lnTo>
                  <a:lnTo>
                    <a:pt x="524542" y="236506"/>
                  </a:lnTo>
                  <a:lnTo>
                    <a:pt x="522827" y="239649"/>
                  </a:lnTo>
                  <a:lnTo>
                    <a:pt x="522446" y="240506"/>
                  </a:lnTo>
                  <a:lnTo>
                    <a:pt x="522161" y="242030"/>
                  </a:lnTo>
                  <a:lnTo>
                    <a:pt x="521970" y="242506"/>
                  </a:lnTo>
                  <a:lnTo>
                    <a:pt x="521684" y="242792"/>
                  </a:lnTo>
                  <a:lnTo>
                    <a:pt x="521017" y="243364"/>
                  </a:lnTo>
                  <a:lnTo>
                    <a:pt x="520637" y="243649"/>
                  </a:lnTo>
                  <a:lnTo>
                    <a:pt x="520065" y="243745"/>
                  </a:lnTo>
                  <a:lnTo>
                    <a:pt x="518160" y="243364"/>
                  </a:lnTo>
                  <a:lnTo>
                    <a:pt x="511683" y="243364"/>
                  </a:lnTo>
                  <a:lnTo>
                    <a:pt x="510921" y="243364"/>
                  </a:lnTo>
                  <a:lnTo>
                    <a:pt x="509111" y="242792"/>
                  </a:lnTo>
                  <a:lnTo>
                    <a:pt x="507301" y="242125"/>
                  </a:lnTo>
                  <a:lnTo>
                    <a:pt x="504825" y="240792"/>
                  </a:lnTo>
                  <a:lnTo>
                    <a:pt x="501396" y="238125"/>
                  </a:lnTo>
                  <a:lnTo>
                    <a:pt x="500920" y="237649"/>
                  </a:lnTo>
                  <a:lnTo>
                    <a:pt x="500539" y="236887"/>
                  </a:lnTo>
                  <a:lnTo>
                    <a:pt x="499491" y="234696"/>
                  </a:lnTo>
                  <a:lnTo>
                    <a:pt x="499205" y="234029"/>
                  </a:lnTo>
                  <a:lnTo>
                    <a:pt x="499110" y="233458"/>
                  </a:lnTo>
                  <a:lnTo>
                    <a:pt x="499110" y="232791"/>
                  </a:lnTo>
                  <a:lnTo>
                    <a:pt x="499491" y="230505"/>
                  </a:lnTo>
                  <a:lnTo>
                    <a:pt x="499491" y="228219"/>
                  </a:lnTo>
                  <a:lnTo>
                    <a:pt x="499491" y="227743"/>
                  </a:lnTo>
                  <a:lnTo>
                    <a:pt x="500444" y="224409"/>
                  </a:lnTo>
                  <a:lnTo>
                    <a:pt x="500444" y="223933"/>
                  </a:lnTo>
                  <a:lnTo>
                    <a:pt x="500253" y="223647"/>
                  </a:lnTo>
                  <a:lnTo>
                    <a:pt x="499682" y="223552"/>
                  </a:lnTo>
                  <a:lnTo>
                    <a:pt x="498348" y="224028"/>
                  </a:lnTo>
                  <a:lnTo>
                    <a:pt x="497872" y="224123"/>
                  </a:lnTo>
                  <a:lnTo>
                    <a:pt x="497396" y="224028"/>
                  </a:lnTo>
                  <a:lnTo>
                    <a:pt x="497110" y="223647"/>
                  </a:lnTo>
                  <a:lnTo>
                    <a:pt x="496919" y="223075"/>
                  </a:lnTo>
                  <a:lnTo>
                    <a:pt x="496824" y="222028"/>
                  </a:lnTo>
                  <a:lnTo>
                    <a:pt x="496443" y="220028"/>
                  </a:lnTo>
                  <a:lnTo>
                    <a:pt x="495871" y="218408"/>
                  </a:lnTo>
                  <a:lnTo>
                    <a:pt x="495681" y="216884"/>
                  </a:lnTo>
                  <a:lnTo>
                    <a:pt x="495681" y="216027"/>
                  </a:lnTo>
                  <a:lnTo>
                    <a:pt x="495967" y="215455"/>
                  </a:lnTo>
                  <a:lnTo>
                    <a:pt x="496253" y="215074"/>
                  </a:lnTo>
                  <a:lnTo>
                    <a:pt x="496443" y="214694"/>
                  </a:lnTo>
                  <a:lnTo>
                    <a:pt x="496634" y="214313"/>
                  </a:lnTo>
                  <a:lnTo>
                    <a:pt x="496824" y="213265"/>
                  </a:lnTo>
                  <a:lnTo>
                    <a:pt x="497110" y="212884"/>
                  </a:lnTo>
                  <a:lnTo>
                    <a:pt x="497491" y="212693"/>
                  </a:lnTo>
                  <a:lnTo>
                    <a:pt x="498443" y="212598"/>
                  </a:lnTo>
                  <a:lnTo>
                    <a:pt x="500158" y="211931"/>
                  </a:lnTo>
                  <a:lnTo>
                    <a:pt x="500539" y="211646"/>
                  </a:lnTo>
                  <a:lnTo>
                    <a:pt x="500729" y="211169"/>
                  </a:lnTo>
                  <a:lnTo>
                    <a:pt x="500634" y="210503"/>
                  </a:lnTo>
                  <a:lnTo>
                    <a:pt x="500348" y="209645"/>
                  </a:lnTo>
                  <a:lnTo>
                    <a:pt x="500158" y="208312"/>
                  </a:lnTo>
                  <a:lnTo>
                    <a:pt x="500158" y="207836"/>
                  </a:lnTo>
                  <a:lnTo>
                    <a:pt x="500253" y="207359"/>
                  </a:lnTo>
                  <a:lnTo>
                    <a:pt x="500729" y="206026"/>
                  </a:lnTo>
                  <a:lnTo>
                    <a:pt x="500825" y="205454"/>
                  </a:lnTo>
                  <a:lnTo>
                    <a:pt x="500825" y="204978"/>
                  </a:lnTo>
                  <a:lnTo>
                    <a:pt x="500729" y="204406"/>
                  </a:lnTo>
                  <a:lnTo>
                    <a:pt x="500348" y="203835"/>
                  </a:lnTo>
                  <a:lnTo>
                    <a:pt x="500063" y="203359"/>
                  </a:lnTo>
                  <a:lnTo>
                    <a:pt x="499205" y="202597"/>
                  </a:lnTo>
                  <a:lnTo>
                    <a:pt x="498920" y="202121"/>
                  </a:lnTo>
                  <a:lnTo>
                    <a:pt x="498729" y="201073"/>
                  </a:lnTo>
                  <a:lnTo>
                    <a:pt x="498538" y="200501"/>
                  </a:lnTo>
                  <a:lnTo>
                    <a:pt x="498538" y="200501"/>
                  </a:lnTo>
                  <a:lnTo>
                    <a:pt x="498538" y="200406"/>
                  </a:lnTo>
                  <a:lnTo>
                    <a:pt x="498348" y="200025"/>
                  </a:lnTo>
                  <a:lnTo>
                    <a:pt x="497586" y="199072"/>
                  </a:lnTo>
                  <a:lnTo>
                    <a:pt x="496824" y="197929"/>
                  </a:lnTo>
                  <a:lnTo>
                    <a:pt x="496253" y="197263"/>
                  </a:lnTo>
                  <a:lnTo>
                    <a:pt x="495395" y="196310"/>
                  </a:lnTo>
                  <a:lnTo>
                    <a:pt x="495014" y="196024"/>
                  </a:lnTo>
                  <a:lnTo>
                    <a:pt x="494538" y="195834"/>
                  </a:lnTo>
                  <a:lnTo>
                    <a:pt x="493776" y="195834"/>
                  </a:lnTo>
                  <a:lnTo>
                    <a:pt x="493205" y="196120"/>
                  </a:lnTo>
                  <a:lnTo>
                    <a:pt x="492442" y="196882"/>
                  </a:lnTo>
                  <a:lnTo>
                    <a:pt x="491204" y="198025"/>
                  </a:lnTo>
                  <a:lnTo>
                    <a:pt x="489395" y="198787"/>
                  </a:lnTo>
                  <a:lnTo>
                    <a:pt x="487013" y="196024"/>
                  </a:lnTo>
                  <a:lnTo>
                    <a:pt x="486251" y="194786"/>
                  </a:lnTo>
                  <a:lnTo>
                    <a:pt x="486156" y="194215"/>
                  </a:lnTo>
                  <a:lnTo>
                    <a:pt x="486156" y="193643"/>
                  </a:lnTo>
                  <a:lnTo>
                    <a:pt x="486442" y="193072"/>
                  </a:lnTo>
                  <a:lnTo>
                    <a:pt x="486728" y="192596"/>
                  </a:lnTo>
                  <a:lnTo>
                    <a:pt x="487013" y="192310"/>
                  </a:lnTo>
                  <a:lnTo>
                    <a:pt x="488347" y="191071"/>
                  </a:lnTo>
                  <a:lnTo>
                    <a:pt x="491300" y="189166"/>
                  </a:lnTo>
                  <a:lnTo>
                    <a:pt x="494062" y="186976"/>
                  </a:lnTo>
                  <a:lnTo>
                    <a:pt x="502253" y="177737"/>
                  </a:lnTo>
                  <a:lnTo>
                    <a:pt x="503968" y="176213"/>
                  </a:lnTo>
                  <a:lnTo>
                    <a:pt x="507206" y="172307"/>
                  </a:lnTo>
                  <a:lnTo>
                    <a:pt x="509969" y="167069"/>
                  </a:lnTo>
                  <a:lnTo>
                    <a:pt x="510540" y="166211"/>
                  </a:lnTo>
                  <a:lnTo>
                    <a:pt x="510921" y="165830"/>
                  </a:lnTo>
                  <a:lnTo>
                    <a:pt x="511302" y="165545"/>
                  </a:lnTo>
                  <a:lnTo>
                    <a:pt x="512350" y="165163"/>
                  </a:lnTo>
                  <a:lnTo>
                    <a:pt x="513588" y="164782"/>
                  </a:lnTo>
                  <a:lnTo>
                    <a:pt x="514731" y="164592"/>
                  </a:lnTo>
                  <a:lnTo>
                    <a:pt x="515874" y="164592"/>
                  </a:lnTo>
                  <a:lnTo>
                    <a:pt x="516446" y="164592"/>
                  </a:lnTo>
                  <a:lnTo>
                    <a:pt x="516922" y="164782"/>
                  </a:lnTo>
                  <a:lnTo>
                    <a:pt x="517303" y="164973"/>
                  </a:lnTo>
                  <a:lnTo>
                    <a:pt x="518065" y="165449"/>
                  </a:lnTo>
                  <a:lnTo>
                    <a:pt x="518541" y="165830"/>
                  </a:lnTo>
                  <a:lnTo>
                    <a:pt x="519589" y="167164"/>
                  </a:lnTo>
                  <a:lnTo>
                    <a:pt x="520827" y="168402"/>
                  </a:lnTo>
                  <a:lnTo>
                    <a:pt x="522161" y="169545"/>
                  </a:lnTo>
                  <a:lnTo>
                    <a:pt x="523780" y="170402"/>
                  </a:lnTo>
                  <a:lnTo>
                    <a:pt x="526066" y="171450"/>
                  </a:lnTo>
                  <a:lnTo>
                    <a:pt x="528352" y="172783"/>
                  </a:lnTo>
                  <a:lnTo>
                    <a:pt x="529685" y="173831"/>
                  </a:lnTo>
                  <a:lnTo>
                    <a:pt x="530923" y="175165"/>
                  </a:lnTo>
                  <a:lnTo>
                    <a:pt x="531876" y="176022"/>
                  </a:lnTo>
                  <a:lnTo>
                    <a:pt x="532352" y="176213"/>
                  </a:lnTo>
                  <a:lnTo>
                    <a:pt x="533210" y="176213"/>
                  </a:lnTo>
                  <a:lnTo>
                    <a:pt x="534638" y="175831"/>
                  </a:lnTo>
                  <a:lnTo>
                    <a:pt x="537496" y="174117"/>
                  </a:lnTo>
                  <a:lnTo>
                    <a:pt x="538067" y="173546"/>
                  </a:lnTo>
                  <a:lnTo>
                    <a:pt x="538258" y="173164"/>
                  </a:lnTo>
                  <a:lnTo>
                    <a:pt x="538353" y="172688"/>
                  </a:lnTo>
                  <a:lnTo>
                    <a:pt x="538353" y="172117"/>
                  </a:lnTo>
                  <a:lnTo>
                    <a:pt x="538163" y="169259"/>
                  </a:lnTo>
                  <a:lnTo>
                    <a:pt x="538639" y="168402"/>
                  </a:lnTo>
                  <a:lnTo>
                    <a:pt x="539496" y="167354"/>
                  </a:lnTo>
                  <a:lnTo>
                    <a:pt x="543592" y="164021"/>
                  </a:lnTo>
                  <a:lnTo>
                    <a:pt x="544449" y="162687"/>
                  </a:lnTo>
                  <a:lnTo>
                    <a:pt x="544925" y="162115"/>
                  </a:lnTo>
                  <a:lnTo>
                    <a:pt x="545973" y="161068"/>
                  </a:lnTo>
                  <a:lnTo>
                    <a:pt x="546640" y="160591"/>
                  </a:lnTo>
                  <a:lnTo>
                    <a:pt x="547306" y="160496"/>
                  </a:lnTo>
                  <a:lnTo>
                    <a:pt x="547688" y="160687"/>
                  </a:lnTo>
                  <a:lnTo>
                    <a:pt x="547973" y="161068"/>
                  </a:lnTo>
                  <a:lnTo>
                    <a:pt x="548259" y="161354"/>
                  </a:lnTo>
                  <a:lnTo>
                    <a:pt x="550545" y="165354"/>
                  </a:lnTo>
                  <a:lnTo>
                    <a:pt x="553879" y="169450"/>
                  </a:lnTo>
                  <a:lnTo>
                    <a:pt x="554546" y="170021"/>
                  </a:lnTo>
                  <a:lnTo>
                    <a:pt x="555974" y="170783"/>
                  </a:lnTo>
                  <a:lnTo>
                    <a:pt x="559213" y="171926"/>
                  </a:lnTo>
                  <a:lnTo>
                    <a:pt x="559689" y="172021"/>
                  </a:lnTo>
                  <a:lnTo>
                    <a:pt x="560165" y="172117"/>
                  </a:lnTo>
                  <a:lnTo>
                    <a:pt x="562261" y="171736"/>
                  </a:lnTo>
                  <a:lnTo>
                    <a:pt x="565976" y="172403"/>
                  </a:lnTo>
                  <a:lnTo>
                    <a:pt x="567976" y="172307"/>
                  </a:lnTo>
                  <a:lnTo>
                    <a:pt x="573596" y="171069"/>
                  </a:lnTo>
                  <a:lnTo>
                    <a:pt x="574738" y="171069"/>
                  </a:lnTo>
                  <a:lnTo>
                    <a:pt x="575215" y="171259"/>
                  </a:lnTo>
                  <a:lnTo>
                    <a:pt x="576167" y="171736"/>
                  </a:lnTo>
                  <a:lnTo>
                    <a:pt x="576739" y="171926"/>
                  </a:lnTo>
                  <a:lnTo>
                    <a:pt x="577787" y="171926"/>
                  </a:lnTo>
                  <a:lnTo>
                    <a:pt x="578548" y="171736"/>
                  </a:lnTo>
                  <a:lnTo>
                    <a:pt x="579977" y="171069"/>
                  </a:lnTo>
                  <a:lnTo>
                    <a:pt x="580549" y="170879"/>
                  </a:lnTo>
                  <a:lnTo>
                    <a:pt x="581025" y="170783"/>
                  </a:lnTo>
                  <a:lnTo>
                    <a:pt x="581597" y="170783"/>
                  </a:lnTo>
                  <a:lnTo>
                    <a:pt x="582073" y="170879"/>
                  </a:lnTo>
                  <a:lnTo>
                    <a:pt x="582549" y="171069"/>
                  </a:lnTo>
                  <a:lnTo>
                    <a:pt x="583311" y="171450"/>
                  </a:lnTo>
                  <a:lnTo>
                    <a:pt x="584835" y="172593"/>
                  </a:lnTo>
                  <a:lnTo>
                    <a:pt x="585883" y="172974"/>
                  </a:lnTo>
                  <a:lnTo>
                    <a:pt x="586835" y="173069"/>
                  </a:lnTo>
                  <a:lnTo>
                    <a:pt x="587502" y="172974"/>
                  </a:lnTo>
                  <a:lnTo>
                    <a:pt x="588073" y="172783"/>
                  </a:lnTo>
                  <a:lnTo>
                    <a:pt x="591122" y="170879"/>
                  </a:lnTo>
                  <a:lnTo>
                    <a:pt x="591407" y="170593"/>
                  </a:lnTo>
                  <a:lnTo>
                    <a:pt x="592169" y="170116"/>
                  </a:lnTo>
                  <a:lnTo>
                    <a:pt x="592646" y="169926"/>
                  </a:lnTo>
                  <a:lnTo>
                    <a:pt x="597598" y="168116"/>
                  </a:lnTo>
                  <a:lnTo>
                    <a:pt x="598265" y="167545"/>
                  </a:lnTo>
                  <a:lnTo>
                    <a:pt x="600170" y="165640"/>
                  </a:lnTo>
                  <a:lnTo>
                    <a:pt x="600647" y="165259"/>
                  </a:lnTo>
                  <a:lnTo>
                    <a:pt x="602456" y="164211"/>
                  </a:lnTo>
                  <a:lnTo>
                    <a:pt x="603885" y="163735"/>
                  </a:lnTo>
                  <a:lnTo>
                    <a:pt x="604933" y="163639"/>
                  </a:lnTo>
                  <a:lnTo>
                    <a:pt x="608362" y="163925"/>
                  </a:lnTo>
                  <a:lnTo>
                    <a:pt x="611600" y="165163"/>
                  </a:lnTo>
                  <a:lnTo>
                    <a:pt x="612267" y="165259"/>
                  </a:lnTo>
                  <a:lnTo>
                    <a:pt x="613220" y="165354"/>
                  </a:lnTo>
                  <a:lnTo>
                    <a:pt x="613791" y="165163"/>
                  </a:lnTo>
                  <a:lnTo>
                    <a:pt x="614172" y="164878"/>
                  </a:lnTo>
                  <a:lnTo>
                    <a:pt x="614267" y="164402"/>
                  </a:lnTo>
                  <a:lnTo>
                    <a:pt x="614267" y="162782"/>
                  </a:lnTo>
                  <a:lnTo>
                    <a:pt x="614363" y="162306"/>
                  </a:lnTo>
                  <a:lnTo>
                    <a:pt x="614648" y="161925"/>
                  </a:lnTo>
                  <a:lnTo>
                    <a:pt x="615505" y="160972"/>
                  </a:lnTo>
                  <a:lnTo>
                    <a:pt x="615696" y="160591"/>
                  </a:lnTo>
                  <a:lnTo>
                    <a:pt x="615887" y="160115"/>
                  </a:lnTo>
                  <a:lnTo>
                    <a:pt x="615982" y="159544"/>
                  </a:lnTo>
                  <a:lnTo>
                    <a:pt x="616077" y="157829"/>
                  </a:lnTo>
                  <a:lnTo>
                    <a:pt x="616077" y="156686"/>
                  </a:lnTo>
                  <a:lnTo>
                    <a:pt x="616077" y="156210"/>
                  </a:lnTo>
                  <a:lnTo>
                    <a:pt x="616172" y="155734"/>
                  </a:lnTo>
                  <a:lnTo>
                    <a:pt x="617601" y="153924"/>
                  </a:lnTo>
                  <a:lnTo>
                    <a:pt x="617792" y="153448"/>
                  </a:lnTo>
                  <a:lnTo>
                    <a:pt x="617887" y="152971"/>
                  </a:lnTo>
                  <a:lnTo>
                    <a:pt x="618077" y="151924"/>
                  </a:lnTo>
                  <a:lnTo>
                    <a:pt x="618077" y="148399"/>
                  </a:lnTo>
                  <a:lnTo>
                    <a:pt x="618172" y="147828"/>
                  </a:lnTo>
                  <a:lnTo>
                    <a:pt x="618363" y="147447"/>
                  </a:lnTo>
                  <a:lnTo>
                    <a:pt x="619411" y="146018"/>
                  </a:lnTo>
                  <a:lnTo>
                    <a:pt x="619697" y="145637"/>
                  </a:lnTo>
                  <a:lnTo>
                    <a:pt x="620554" y="143351"/>
                  </a:lnTo>
                  <a:lnTo>
                    <a:pt x="621125" y="141351"/>
                  </a:lnTo>
                  <a:lnTo>
                    <a:pt x="621697" y="137541"/>
                  </a:lnTo>
                  <a:lnTo>
                    <a:pt x="622078" y="135827"/>
                  </a:lnTo>
                  <a:lnTo>
                    <a:pt x="619982" y="132493"/>
                  </a:lnTo>
                  <a:lnTo>
                    <a:pt x="619982" y="131731"/>
                  </a:lnTo>
                  <a:lnTo>
                    <a:pt x="620173" y="130873"/>
                  </a:lnTo>
                  <a:lnTo>
                    <a:pt x="620459" y="129921"/>
                  </a:lnTo>
                  <a:lnTo>
                    <a:pt x="620173" y="129349"/>
                  </a:lnTo>
                  <a:lnTo>
                    <a:pt x="618363" y="127349"/>
                  </a:lnTo>
                  <a:lnTo>
                    <a:pt x="617030" y="125158"/>
                  </a:lnTo>
                  <a:lnTo>
                    <a:pt x="616553" y="123825"/>
                  </a:lnTo>
                  <a:lnTo>
                    <a:pt x="616648" y="122872"/>
                  </a:lnTo>
                  <a:lnTo>
                    <a:pt x="616839" y="122396"/>
                  </a:lnTo>
                  <a:lnTo>
                    <a:pt x="618935" y="119824"/>
                  </a:lnTo>
                  <a:lnTo>
                    <a:pt x="619887" y="118205"/>
                  </a:lnTo>
                  <a:lnTo>
                    <a:pt x="620268" y="116872"/>
                  </a:lnTo>
                  <a:lnTo>
                    <a:pt x="620554" y="115253"/>
                  </a:lnTo>
                  <a:lnTo>
                    <a:pt x="620935" y="111347"/>
                  </a:lnTo>
                  <a:lnTo>
                    <a:pt x="620935" y="110776"/>
                  </a:lnTo>
                  <a:lnTo>
                    <a:pt x="620744" y="110585"/>
                  </a:lnTo>
                  <a:lnTo>
                    <a:pt x="620363" y="110299"/>
                  </a:lnTo>
                  <a:lnTo>
                    <a:pt x="619601" y="110109"/>
                  </a:lnTo>
                  <a:lnTo>
                    <a:pt x="618744" y="110204"/>
                  </a:lnTo>
                  <a:lnTo>
                    <a:pt x="616744" y="110776"/>
                  </a:lnTo>
                  <a:lnTo>
                    <a:pt x="616268" y="110871"/>
                  </a:lnTo>
                  <a:lnTo>
                    <a:pt x="615601" y="110871"/>
                  </a:lnTo>
                  <a:lnTo>
                    <a:pt x="614648" y="110680"/>
                  </a:lnTo>
                  <a:lnTo>
                    <a:pt x="613696" y="110014"/>
                  </a:lnTo>
                  <a:lnTo>
                    <a:pt x="613315" y="108966"/>
                  </a:lnTo>
                  <a:lnTo>
                    <a:pt x="613220" y="106489"/>
                  </a:lnTo>
                  <a:lnTo>
                    <a:pt x="612934" y="105823"/>
                  </a:lnTo>
                  <a:lnTo>
                    <a:pt x="612077" y="105251"/>
                  </a:lnTo>
                  <a:lnTo>
                    <a:pt x="602837" y="102870"/>
                  </a:lnTo>
                  <a:lnTo>
                    <a:pt x="599789" y="103156"/>
                  </a:lnTo>
                  <a:lnTo>
                    <a:pt x="596741" y="105156"/>
                  </a:lnTo>
                  <a:lnTo>
                    <a:pt x="596074" y="105823"/>
                  </a:lnTo>
                  <a:lnTo>
                    <a:pt x="595694" y="106489"/>
                  </a:lnTo>
                  <a:lnTo>
                    <a:pt x="595217" y="108871"/>
                  </a:lnTo>
                  <a:lnTo>
                    <a:pt x="594551" y="110776"/>
                  </a:lnTo>
                  <a:lnTo>
                    <a:pt x="594551" y="110871"/>
                  </a:lnTo>
                  <a:lnTo>
                    <a:pt x="594646" y="111823"/>
                  </a:lnTo>
                  <a:lnTo>
                    <a:pt x="595027" y="114776"/>
                  </a:lnTo>
                  <a:lnTo>
                    <a:pt x="594836" y="115729"/>
                  </a:lnTo>
                  <a:lnTo>
                    <a:pt x="594360" y="116491"/>
                  </a:lnTo>
                  <a:lnTo>
                    <a:pt x="593598" y="116967"/>
                  </a:lnTo>
                  <a:lnTo>
                    <a:pt x="591884" y="117634"/>
                  </a:lnTo>
                  <a:lnTo>
                    <a:pt x="591217" y="118205"/>
                  </a:lnTo>
                  <a:lnTo>
                    <a:pt x="590740" y="119063"/>
                  </a:lnTo>
                  <a:lnTo>
                    <a:pt x="590169" y="119729"/>
                  </a:lnTo>
                  <a:lnTo>
                    <a:pt x="589407" y="120205"/>
                  </a:lnTo>
                  <a:lnTo>
                    <a:pt x="588455" y="120491"/>
                  </a:lnTo>
                  <a:lnTo>
                    <a:pt x="585026" y="120872"/>
                  </a:lnTo>
                  <a:lnTo>
                    <a:pt x="581215" y="122111"/>
                  </a:lnTo>
                  <a:lnTo>
                    <a:pt x="580263" y="122301"/>
                  </a:lnTo>
                  <a:lnTo>
                    <a:pt x="579120" y="122206"/>
                  </a:lnTo>
                  <a:lnTo>
                    <a:pt x="576644" y="121444"/>
                  </a:lnTo>
                  <a:lnTo>
                    <a:pt x="575596" y="121253"/>
                  </a:lnTo>
                  <a:lnTo>
                    <a:pt x="574548" y="121348"/>
                  </a:lnTo>
                  <a:lnTo>
                    <a:pt x="570738" y="123730"/>
                  </a:lnTo>
                  <a:lnTo>
                    <a:pt x="569881" y="124111"/>
                  </a:lnTo>
                  <a:lnTo>
                    <a:pt x="568928" y="124396"/>
                  </a:lnTo>
                  <a:lnTo>
                    <a:pt x="566738" y="124682"/>
                  </a:lnTo>
                  <a:lnTo>
                    <a:pt x="565499" y="124492"/>
                  </a:lnTo>
                  <a:lnTo>
                    <a:pt x="564166" y="124015"/>
                  </a:lnTo>
                  <a:lnTo>
                    <a:pt x="560642" y="121920"/>
                  </a:lnTo>
                  <a:lnTo>
                    <a:pt x="558355" y="121348"/>
                  </a:lnTo>
                  <a:lnTo>
                    <a:pt x="557784" y="121063"/>
                  </a:lnTo>
                  <a:lnTo>
                    <a:pt x="557022" y="120682"/>
                  </a:lnTo>
                  <a:lnTo>
                    <a:pt x="548449" y="114300"/>
                  </a:lnTo>
                  <a:lnTo>
                    <a:pt x="547497" y="113157"/>
                  </a:lnTo>
                  <a:lnTo>
                    <a:pt x="546354" y="111728"/>
                  </a:lnTo>
                  <a:lnTo>
                    <a:pt x="544735" y="108775"/>
                  </a:lnTo>
                  <a:lnTo>
                    <a:pt x="544544" y="107442"/>
                  </a:lnTo>
                  <a:lnTo>
                    <a:pt x="545116" y="106585"/>
                  </a:lnTo>
                  <a:lnTo>
                    <a:pt x="549116" y="105537"/>
                  </a:lnTo>
                  <a:lnTo>
                    <a:pt x="552640" y="104013"/>
                  </a:lnTo>
                  <a:lnTo>
                    <a:pt x="553307" y="103441"/>
                  </a:lnTo>
                  <a:lnTo>
                    <a:pt x="553784" y="102775"/>
                  </a:lnTo>
                  <a:lnTo>
                    <a:pt x="553974" y="101822"/>
                  </a:lnTo>
                  <a:lnTo>
                    <a:pt x="553879" y="100870"/>
                  </a:lnTo>
                  <a:lnTo>
                    <a:pt x="553593" y="100013"/>
                  </a:lnTo>
                  <a:lnTo>
                    <a:pt x="553307" y="99155"/>
                  </a:lnTo>
                  <a:lnTo>
                    <a:pt x="551212" y="94774"/>
                  </a:lnTo>
                  <a:lnTo>
                    <a:pt x="550831" y="93916"/>
                  </a:lnTo>
                  <a:lnTo>
                    <a:pt x="550831" y="93059"/>
                  </a:lnTo>
                  <a:lnTo>
                    <a:pt x="551212" y="92297"/>
                  </a:lnTo>
                  <a:lnTo>
                    <a:pt x="552260" y="90964"/>
                  </a:lnTo>
                  <a:lnTo>
                    <a:pt x="552355" y="90202"/>
                  </a:lnTo>
                  <a:lnTo>
                    <a:pt x="551783" y="89249"/>
                  </a:lnTo>
                  <a:lnTo>
                    <a:pt x="549973" y="87058"/>
                  </a:lnTo>
                  <a:lnTo>
                    <a:pt x="549307" y="86201"/>
                  </a:lnTo>
                  <a:lnTo>
                    <a:pt x="548545" y="85344"/>
                  </a:lnTo>
                  <a:lnTo>
                    <a:pt x="547402" y="84677"/>
                  </a:lnTo>
                  <a:lnTo>
                    <a:pt x="543401" y="83439"/>
                  </a:lnTo>
                  <a:lnTo>
                    <a:pt x="541972" y="82867"/>
                  </a:lnTo>
                  <a:lnTo>
                    <a:pt x="540639" y="81724"/>
                  </a:lnTo>
                  <a:lnTo>
                    <a:pt x="539877" y="80772"/>
                  </a:lnTo>
                  <a:lnTo>
                    <a:pt x="539496" y="79629"/>
                  </a:lnTo>
                  <a:lnTo>
                    <a:pt x="539401" y="78486"/>
                  </a:lnTo>
                  <a:lnTo>
                    <a:pt x="539496" y="75247"/>
                  </a:lnTo>
                  <a:lnTo>
                    <a:pt x="539020" y="73438"/>
                  </a:lnTo>
                  <a:lnTo>
                    <a:pt x="539401" y="70675"/>
                  </a:lnTo>
                  <a:lnTo>
                    <a:pt x="538924" y="68866"/>
                  </a:lnTo>
                  <a:lnTo>
                    <a:pt x="538924" y="67913"/>
                  </a:lnTo>
                  <a:lnTo>
                    <a:pt x="539020" y="66961"/>
                  </a:lnTo>
                  <a:lnTo>
                    <a:pt x="538924" y="66199"/>
                  </a:lnTo>
                  <a:lnTo>
                    <a:pt x="538924" y="65818"/>
                  </a:lnTo>
                  <a:lnTo>
                    <a:pt x="538924" y="65722"/>
                  </a:lnTo>
                  <a:lnTo>
                    <a:pt x="538544" y="64770"/>
                  </a:lnTo>
                  <a:lnTo>
                    <a:pt x="538448" y="63913"/>
                  </a:lnTo>
                  <a:lnTo>
                    <a:pt x="538448" y="62960"/>
                  </a:lnTo>
                  <a:lnTo>
                    <a:pt x="538829" y="62103"/>
                  </a:lnTo>
                  <a:lnTo>
                    <a:pt x="539401" y="61627"/>
                  </a:lnTo>
                  <a:lnTo>
                    <a:pt x="542830" y="60674"/>
                  </a:lnTo>
                  <a:lnTo>
                    <a:pt x="543687" y="60293"/>
                  </a:lnTo>
                  <a:lnTo>
                    <a:pt x="545211" y="59436"/>
                  </a:lnTo>
                  <a:lnTo>
                    <a:pt x="545973" y="59246"/>
                  </a:lnTo>
                  <a:lnTo>
                    <a:pt x="546640" y="59627"/>
                  </a:lnTo>
                  <a:lnTo>
                    <a:pt x="547402" y="59817"/>
                  </a:lnTo>
                  <a:lnTo>
                    <a:pt x="548164" y="59817"/>
                  </a:lnTo>
                  <a:lnTo>
                    <a:pt x="548926" y="59436"/>
                  </a:lnTo>
                  <a:lnTo>
                    <a:pt x="549402" y="59055"/>
                  </a:lnTo>
                  <a:lnTo>
                    <a:pt x="550069" y="58007"/>
                  </a:lnTo>
                  <a:lnTo>
                    <a:pt x="550545" y="57531"/>
                  </a:lnTo>
                  <a:lnTo>
                    <a:pt x="551021" y="57150"/>
                  </a:lnTo>
                  <a:lnTo>
                    <a:pt x="551593" y="56864"/>
                  </a:lnTo>
                  <a:lnTo>
                    <a:pt x="553022" y="56388"/>
                  </a:lnTo>
                  <a:lnTo>
                    <a:pt x="553593" y="56197"/>
                  </a:lnTo>
                  <a:lnTo>
                    <a:pt x="553879" y="55816"/>
                  </a:lnTo>
                  <a:lnTo>
                    <a:pt x="554069" y="55340"/>
                  </a:lnTo>
                  <a:lnTo>
                    <a:pt x="553974" y="54864"/>
                  </a:lnTo>
                  <a:lnTo>
                    <a:pt x="553879" y="54388"/>
                  </a:lnTo>
                  <a:lnTo>
                    <a:pt x="553498" y="54007"/>
                  </a:lnTo>
                  <a:lnTo>
                    <a:pt x="552736" y="53530"/>
                  </a:lnTo>
                  <a:lnTo>
                    <a:pt x="551497" y="53054"/>
                  </a:lnTo>
                  <a:lnTo>
                    <a:pt x="549973" y="52673"/>
                  </a:lnTo>
                  <a:lnTo>
                    <a:pt x="549116" y="52483"/>
                  </a:lnTo>
                  <a:lnTo>
                    <a:pt x="547497" y="52388"/>
                  </a:lnTo>
                  <a:lnTo>
                    <a:pt x="546640" y="52483"/>
                  </a:lnTo>
                  <a:lnTo>
                    <a:pt x="546163" y="52864"/>
                  </a:lnTo>
                  <a:lnTo>
                    <a:pt x="545782" y="53245"/>
                  </a:lnTo>
                  <a:lnTo>
                    <a:pt x="545021" y="53626"/>
                  </a:lnTo>
                  <a:lnTo>
                    <a:pt x="543401" y="53912"/>
                  </a:lnTo>
                  <a:lnTo>
                    <a:pt x="541877" y="53721"/>
                  </a:lnTo>
                  <a:lnTo>
                    <a:pt x="540448" y="53149"/>
                  </a:lnTo>
                  <a:lnTo>
                    <a:pt x="539305" y="52102"/>
                  </a:lnTo>
                  <a:lnTo>
                    <a:pt x="538448" y="51054"/>
                  </a:lnTo>
                  <a:lnTo>
                    <a:pt x="538258" y="51054"/>
                  </a:lnTo>
                  <a:lnTo>
                    <a:pt x="538163" y="51721"/>
                  </a:lnTo>
                  <a:lnTo>
                    <a:pt x="537591" y="52673"/>
                  </a:lnTo>
                  <a:lnTo>
                    <a:pt x="537020" y="53054"/>
                  </a:lnTo>
                  <a:lnTo>
                    <a:pt x="532733" y="53149"/>
                  </a:lnTo>
                  <a:lnTo>
                    <a:pt x="529685" y="53626"/>
                  </a:lnTo>
                  <a:lnTo>
                    <a:pt x="527971" y="54197"/>
                  </a:lnTo>
                  <a:lnTo>
                    <a:pt x="526542" y="55150"/>
                  </a:lnTo>
                  <a:lnTo>
                    <a:pt x="525780" y="55531"/>
                  </a:lnTo>
                  <a:lnTo>
                    <a:pt x="524732" y="55436"/>
                  </a:lnTo>
                  <a:lnTo>
                    <a:pt x="523018" y="53912"/>
                  </a:lnTo>
                  <a:lnTo>
                    <a:pt x="522256" y="53626"/>
                  </a:lnTo>
                  <a:lnTo>
                    <a:pt x="520732" y="53912"/>
                  </a:lnTo>
                  <a:lnTo>
                    <a:pt x="517874" y="55150"/>
                  </a:lnTo>
                  <a:lnTo>
                    <a:pt x="516255" y="55436"/>
                  </a:lnTo>
                  <a:lnTo>
                    <a:pt x="514636" y="55340"/>
                  </a:lnTo>
                  <a:lnTo>
                    <a:pt x="513683" y="54864"/>
                  </a:lnTo>
                  <a:lnTo>
                    <a:pt x="512731" y="54292"/>
                  </a:lnTo>
                  <a:lnTo>
                    <a:pt x="511112" y="53626"/>
                  </a:lnTo>
                  <a:lnTo>
                    <a:pt x="510445" y="53626"/>
                  </a:lnTo>
                  <a:lnTo>
                    <a:pt x="509492" y="53912"/>
                  </a:lnTo>
                  <a:lnTo>
                    <a:pt x="508730" y="53912"/>
                  </a:lnTo>
                  <a:lnTo>
                    <a:pt x="508349" y="53340"/>
                  </a:lnTo>
                  <a:lnTo>
                    <a:pt x="508254" y="51435"/>
                  </a:lnTo>
                  <a:lnTo>
                    <a:pt x="508063" y="50673"/>
                  </a:lnTo>
                  <a:lnTo>
                    <a:pt x="507778" y="49816"/>
                  </a:lnTo>
                  <a:lnTo>
                    <a:pt x="506540" y="50482"/>
                  </a:lnTo>
                  <a:lnTo>
                    <a:pt x="506063" y="51816"/>
                  </a:lnTo>
                  <a:lnTo>
                    <a:pt x="505778" y="53340"/>
                  </a:lnTo>
                  <a:lnTo>
                    <a:pt x="505016" y="54769"/>
                  </a:lnTo>
                  <a:lnTo>
                    <a:pt x="505396" y="56197"/>
                  </a:lnTo>
                  <a:lnTo>
                    <a:pt x="504730" y="57817"/>
                  </a:lnTo>
                  <a:lnTo>
                    <a:pt x="502825" y="61055"/>
                  </a:lnTo>
                  <a:lnTo>
                    <a:pt x="502063" y="62865"/>
                  </a:lnTo>
                  <a:lnTo>
                    <a:pt x="502253" y="63437"/>
                  </a:lnTo>
                  <a:lnTo>
                    <a:pt x="504158" y="67056"/>
                  </a:lnTo>
                  <a:lnTo>
                    <a:pt x="507206" y="74676"/>
                  </a:lnTo>
                  <a:lnTo>
                    <a:pt x="508063" y="79820"/>
                  </a:lnTo>
                  <a:lnTo>
                    <a:pt x="508825" y="81439"/>
                  </a:lnTo>
                  <a:lnTo>
                    <a:pt x="501587" y="87821"/>
                  </a:lnTo>
                  <a:lnTo>
                    <a:pt x="498443" y="88963"/>
                  </a:lnTo>
                  <a:lnTo>
                    <a:pt x="496253" y="91440"/>
                  </a:lnTo>
                  <a:lnTo>
                    <a:pt x="495205" y="91345"/>
                  </a:lnTo>
                  <a:lnTo>
                    <a:pt x="494252" y="90202"/>
                  </a:lnTo>
                  <a:lnTo>
                    <a:pt x="493109" y="88582"/>
                  </a:lnTo>
                  <a:lnTo>
                    <a:pt x="491776" y="87058"/>
                  </a:lnTo>
                  <a:lnTo>
                    <a:pt x="489966" y="86487"/>
                  </a:lnTo>
                  <a:lnTo>
                    <a:pt x="489204" y="86678"/>
                  </a:lnTo>
                  <a:lnTo>
                    <a:pt x="488633" y="87249"/>
                  </a:lnTo>
                  <a:lnTo>
                    <a:pt x="488061" y="87821"/>
                  </a:lnTo>
                  <a:lnTo>
                    <a:pt x="487490" y="88297"/>
                  </a:lnTo>
                  <a:lnTo>
                    <a:pt x="486728" y="88487"/>
                  </a:lnTo>
                  <a:lnTo>
                    <a:pt x="484918" y="88582"/>
                  </a:lnTo>
                  <a:lnTo>
                    <a:pt x="484251" y="88868"/>
                  </a:lnTo>
                  <a:lnTo>
                    <a:pt x="483489" y="90202"/>
                  </a:lnTo>
                  <a:lnTo>
                    <a:pt x="482632" y="92297"/>
                  </a:lnTo>
                  <a:lnTo>
                    <a:pt x="481584" y="94202"/>
                  </a:lnTo>
                  <a:lnTo>
                    <a:pt x="475202" y="98679"/>
                  </a:lnTo>
                  <a:lnTo>
                    <a:pt x="474917" y="98774"/>
                  </a:lnTo>
                  <a:lnTo>
                    <a:pt x="474726" y="99631"/>
                  </a:lnTo>
                  <a:lnTo>
                    <a:pt x="475012" y="101346"/>
                  </a:lnTo>
                  <a:lnTo>
                    <a:pt x="474631" y="102203"/>
                  </a:lnTo>
                  <a:lnTo>
                    <a:pt x="474155" y="102679"/>
                  </a:lnTo>
                  <a:lnTo>
                    <a:pt x="473678" y="103346"/>
                  </a:lnTo>
                  <a:lnTo>
                    <a:pt x="473392" y="104013"/>
                  </a:lnTo>
                  <a:lnTo>
                    <a:pt x="473202" y="104680"/>
                  </a:lnTo>
                  <a:lnTo>
                    <a:pt x="473774" y="107061"/>
                  </a:lnTo>
                  <a:lnTo>
                    <a:pt x="475012" y="107442"/>
                  </a:lnTo>
                  <a:lnTo>
                    <a:pt x="476441" y="107252"/>
                  </a:lnTo>
                  <a:lnTo>
                    <a:pt x="477584" y="107442"/>
                  </a:lnTo>
                  <a:lnTo>
                    <a:pt x="478631" y="111538"/>
                  </a:lnTo>
                  <a:lnTo>
                    <a:pt x="479584" y="113443"/>
                  </a:lnTo>
                  <a:lnTo>
                    <a:pt x="481203" y="112681"/>
                  </a:lnTo>
                  <a:lnTo>
                    <a:pt x="481775" y="112204"/>
                  </a:lnTo>
                  <a:lnTo>
                    <a:pt x="482537" y="111919"/>
                  </a:lnTo>
                  <a:lnTo>
                    <a:pt x="483299" y="111919"/>
                  </a:lnTo>
                  <a:lnTo>
                    <a:pt x="483680" y="112395"/>
                  </a:lnTo>
                  <a:lnTo>
                    <a:pt x="483489" y="113062"/>
                  </a:lnTo>
                  <a:lnTo>
                    <a:pt x="482917" y="113538"/>
                  </a:lnTo>
                  <a:lnTo>
                    <a:pt x="481394" y="114300"/>
                  </a:lnTo>
                  <a:lnTo>
                    <a:pt x="479965" y="115729"/>
                  </a:lnTo>
                  <a:lnTo>
                    <a:pt x="479393" y="117157"/>
                  </a:lnTo>
                  <a:lnTo>
                    <a:pt x="479108" y="123063"/>
                  </a:lnTo>
                  <a:lnTo>
                    <a:pt x="478726" y="124396"/>
                  </a:lnTo>
                  <a:lnTo>
                    <a:pt x="477107" y="126587"/>
                  </a:lnTo>
                  <a:lnTo>
                    <a:pt x="476821" y="127445"/>
                  </a:lnTo>
                  <a:lnTo>
                    <a:pt x="476821" y="128302"/>
                  </a:lnTo>
                  <a:lnTo>
                    <a:pt x="476631" y="128873"/>
                  </a:lnTo>
                  <a:lnTo>
                    <a:pt x="475679" y="129064"/>
                  </a:lnTo>
                  <a:lnTo>
                    <a:pt x="475202" y="129540"/>
                  </a:lnTo>
                  <a:lnTo>
                    <a:pt x="475012" y="130492"/>
                  </a:lnTo>
                  <a:lnTo>
                    <a:pt x="474917" y="131636"/>
                  </a:lnTo>
                  <a:lnTo>
                    <a:pt x="474631" y="132397"/>
                  </a:lnTo>
                  <a:lnTo>
                    <a:pt x="474059" y="132779"/>
                  </a:lnTo>
                  <a:lnTo>
                    <a:pt x="471678" y="133921"/>
                  </a:lnTo>
                  <a:lnTo>
                    <a:pt x="464630" y="140208"/>
                  </a:lnTo>
                  <a:lnTo>
                    <a:pt x="463963" y="141065"/>
                  </a:lnTo>
                  <a:lnTo>
                    <a:pt x="463582" y="141827"/>
                  </a:lnTo>
                  <a:lnTo>
                    <a:pt x="461772" y="142684"/>
                  </a:lnTo>
                  <a:lnTo>
                    <a:pt x="461200" y="143161"/>
                  </a:lnTo>
                  <a:lnTo>
                    <a:pt x="461391" y="143732"/>
                  </a:lnTo>
                  <a:lnTo>
                    <a:pt x="462915" y="146304"/>
                  </a:lnTo>
                  <a:lnTo>
                    <a:pt x="462153" y="147923"/>
                  </a:lnTo>
                  <a:lnTo>
                    <a:pt x="461296" y="148495"/>
                  </a:lnTo>
                  <a:lnTo>
                    <a:pt x="458438" y="148780"/>
                  </a:lnTo>
                  <a:lnTo>
                    <a:pt x="456819" y="149162"/>
                  </a:lnTo>
                  <a:lnTo>
                    <a:pt x="455962" y="149733"/>
                  </a:lnTo>
                  <a:lnTo>
                    <a:pt x="451295" y="156020"/>
                  </a:lnTo>
                  <a:lnTo>
                    <a:pt x="450533" y="158115"/>
                  </a:lnTo>
                  <a:lnTo>
                    <a:pt x="450247" y="161639"/>
                  </a:lnTo>
                  <a:lnTo>
                    <a:pt x="449294" y="162782"/>
                  </a:lnTo>
                  <a:lnTo>
                    <a:pt x="448151" y="163639"/>
                  </a:lnTo>
                  <a:lnTo>
                    <a:pt x="447008" y="163925"/>
                  </a:lnTo>
                  <a:lnTo>
                    <a:pt x="445865" y="163449"/>
                  </a:lnTo>
                  <a:lnTo>
                    <a:pt x="445199" y="163735"/>
                  </a:lnTo>
                  <a:lnTo>
                    <a:pt x="444151" y="164021"/>
                  </a:lnTo>
                  <a:lnTo>
                    <a:pt x="442246" y="164116"/>
                  </a:lnTo>
                  <a:lnTo>
                    <a:pt x="441579" y="164402"/>
                  </a:lnTo>
                  <a:lnTo>
                    <a:pt x="440055" y="165640"/>
                  </a:lnTo>
                  <a:lnTo>
                    <a:pt x="439579" y="165925"/>
                  </a:lnTo>
                  <a:lnTo>
                    <a:pt x="437864" y="165925"/>
                  </a:lnTo>
                  <a:lnTo>
                    <a:pt x="436721" y="165735"/>
                  </a:lnTo>
                  <a:lnTo>
                    <a:pt x="435864" y="164782"/>
                  </a:lnTo>
                  <a:lnTo>
                    <a:pt x="434912" y="162878"/>
                  </a:lnTo>
                  <a:lnTo>
                    <a:pt x="433864" y="164306"/>
                  </a:lnTo>
                  <a:lnTo>
                    <a:pt x="432911" y="167640"/>
                  </a:lnTo>
                  <a:lnTo>
                    <a:pt x="431101" y="170688"/>
                  </a:lnTo>
                  <a:lnTo>
                    <a:pt x="429673" y="174403"/>
                  </a:lnTo>
                  <a:lnTo>
                    <a:pt x="429482" y="175736"/>
                  </a:lnTo>
                  <a:lnTo>
                    <a:pt x="429673" y="177546"/>
                  </a:lnTo>
                  <a:lnTo>
                    <a:pt x="430816" y="180689"/>
                  </a:lnTo>
                  <a:lnTo>
                    <a:pt x="431768" y="188500"/>
                  </a:lnTo>
                  <a:lnTo>
                    <a:pt x="431578" y="190405"/>
                  </a:lnTo>
                  <a:lnTo>
                    <a:pt x="431006" y="191738"/>
                  </a:lnTo>
                  <a:lnTo>
                    <a:pt x="429292" y="194596"/>
                  </a:lnTo>
                  <a:lnTo>
                    <a:pt x="428911" y="196215"/>
                  </a:lnTo>
                  <a:lnTo>
                    <a:pt x="428911" y="196977"/>
                  </a:lnTo>
                  <a:lnTo>
                    <a:pt x="428816" y="197263"/>
                  </a:lnTo>
                  <a:lnTo>
                    <a:pt x="428816" y="197644"/>
                  </a:lnTo>
                  <a:lnTo>
                    <a:pt x="428911" y="198406"/>
                  </a:lnTo>
                  <a:lnTo>
                    <a:pt x="429196" y="198882"/>
                  </a:lnTo>
                  <a:lnTo>
                    <a:pt x="430149" y="199739"/>
                  </a:lnTo>
                  <a:lnTo>
                    <a:pt x="430435" y="200215"/>
                  </a:lnTo>
                  <a:lnTo>
                    <a:pt x="430530" y="201168"/>
                  </a:lnTo>
                  <a:lnTo>
                    <a:pt x="429959" y="203930"/>
                  </a:lnTo>
                  <a:lnTo>
                    <a:pt x="430625" y="207169"/>
                  </a:lnTo>
                  <a:lnTo>
                    <a:pt x="432530" y="210121"/>
                  </a:lnTo>
                  <a:lnTo>
                    <a:pt x="434816" y="212788"/>
                  </a:lnTo>
                  <a:lnTo>
                    <a:pt x="436531" y="215551"/>
                  </a:lnTo>
                  <a:lnTo>
                    <a:pt x="437864" y="221361"/>
                  </a:lnTo>
                  <a:lnTo>
                    <a:pt x="438436" y="222218"/>
                  </a:lnTo>
                  <a:lnTo>
                    <a:pt x="438817" y="222695"/>
                  </a:lnTo>
                  <a:lnTo>
                    <a:pt x="439103" y="223742"/>
                  </a:lnTo>
                  <a:lnTo>
                    <a:pt x="439293" y="225838"/>
                  </a:lnTo>
                  <a:lnTo>
                    <a:pt x="439484" y="226886"/>
                  </a:lnTo>
                  <a:lnTo>
                    <a:pt x="440436" y="228981"/>
                  </a:lnTo>
                  <a:lnTo>
                    <a:pt x="440817" y="230600"/>
                  </a:lnTo>
                  <a:lnTo>
                    <a:pt x="441008" y="232220"/>
                  </a:lnTo>
                  <a:lnTo>
                    <a:pt x="440912" y="235934"/>
                  </a:lnTo>
                  <a:lnTo>
                    <a:pt x="441388" y="237649"/>
                  </a:lnTo>
                  <a:lnTo>
                    <a:pt x="442341" y="238696"/>
                  </a:lnTo>
                  <a:lnTo>
                    <a:pt x="443103" y="239935"/>
                  </a:lnTo>
                  <a:lnTo>
                    <a:pt x="443103" y="241745"/>
                  </a:lnTo>
                  <a:lnTo>
                    <a:pt x="442817" y="242602"/>
                  </a:lnTo>
                  <a:lnTo>
                    <a:pt x="441579" y="244412"/>
                  </a:lnTo>
                  <a:lnTo>
                    <a:pt x="441198" y="244792"/>
                  </a:lnTo>
                  <a:lnTo>
                    <a:pt x="440341" y="244792"/>
                  </a:lnTo>
                  <a:lnTo>
                    <a:pt x="439293" y="244888"/>
                  </a:lnTo>
                  <a:lnTo>
                    <a:pt x="438531" y="245364"/>
                  </a:lnTo>
                  <a:lnTo>
                    <a:pt x="438150" y="246316"/>
                  </a:lnTo>
                  <a:lnTo>
                    <a:pt x="438245" y="246793"/>
                  </a:lnTo>
                  <a:lnTo>
                    <a:pt x="438721" y="247745"/>
                  </a:lnTo>
                  <a:lnTo>
                    <a:pt x="438721" y="248412"/>
                  </a:lnTo>
                  <a:lnTo>
                    <a:pt x="438626" y="248793"/>
                  </a:lnTo>
                  <a:lnTo>
                    <a:pt x="437864" y="249746"/>
                  </a:lnTo>
                  <a:lnTo>
                    <a:pt x="437674" y="250222"/>
                  </a:lnTo>
                  <a:lnTo>
                    <a:pt x="437864" y="251174"/>
                  </a:lnTo>
                  <a:lnTo>
                    <a:pt x="438531" y="252984"/>
                  </a:lnTo>
                  <a:lnTo>
                    <a:pt x="438721" y="253841"/>
                  </a:lnTo>
                  <a:lnTo>
                    <a:pt x="438436" y="255365"/>
                  </a:lnTo>
                  <a:lnTo>
                    <a:pt x="437579" y="256984"/>
                  </a:lnTo>
                  <a:lnTo>
                    <a:pt x="436245" y="258223"/>
                  </a:lnTo>
                  <a:lnTo>
                    <a:pt x="434626" y="258699"/>
                  </a:lnTo>
                  <a:lnTo>
                    <a:pt x="431197" y="258413"/>
                  </a:lnTo>
                  <a:lnTo>
                    <a:pt x="429863" y="257842"/>
                  </a:lnTo>
                  <a:lnTo>
                    <a:pt x="429959" y="256984"/>
                  </a:lnTo>
                  <a:lnTo>
                    <a:pt x="428816" y="256984"/>
                  </a:lnTo>
                  <a:lnTo>
                    <a:pt x="426149" y="260318"/>
                  </a:lnTo>
                  <a:lnTo>
                    <a:pt x="424244" y="261175"/>
                  </a:lnTo>
                  <a:lnTo>
                    <a:pt x="421862" y="261842"/>
                  </a:lnTo>
                  <a:lnTo>
                    <a:pt x="419862" y="263366"/>
                  </a:lnTo>
                  <a:lnTo>
                    <a:pt x="416147" y="268319"/>
                  </a:lnTo>
                  <a:lnTo>
                    <a:pt x="415385" y="269081"/>
                  </a:lnTo>
                  <a:lnTo>
                    <a:pt x="414433" y="269557"/>
                  </a:lnTo>
                  <a:lnTo>
                    <a:pt x="413004" y="269653"/>
                  </a:lnTo>
                  <a:lnTo>
                    <a:pt x="411956" y="269272"/>
                  </a:lnTo>
                  <a:lnTo>
                    <a:pt x="410242" y="267653"/>
                  </a:lnTo>
                  <a:lnTo>
                    <a:pt x="407289" y="266224"/>
                  </a:lnTo>
                  <a:lnTo>
                    <a:pt x="407480" y="263938"/>
                  </a:lnTo>
                  <a:lnTo>
                    <a:pt x="408432" y="261080"/>
                  </a:lnTo>
                  <a:lnTo>
                    <a:pt x="408622" y="258699"/>
                  </a:lnTo>
                  <a:lnTo>
                    <a:pt x="407956" y="257842"/>
                  </a:lnTo>
                  <a:lnTo>
                    <a:pt x="406813" y="256889"/>
                  </a:lnTo>
                  <a:lnTo>
                    <a:pt x="405384" y="256127"/>
                  </a:lnTo>
                  <a:lnTo>
                    <a:pt x="403955" y="255746"/>
                  </a:lnTo>
                  <a:lnTo>
                    <a:pt x="402908" y="256222"/>
                  </a:lnTo>
                  <a:lnTo>
                    <a:pt x="398812" y="259366"/>
                  </a:lnTo>
                  <a:lnTo>
                    <a:pt x="395764" y="260699"/>
                  </a:lnTo>
                  <a:lnTo>
                    <a:pt x="394240" y="261080"/>
                  </a:lnTo>
                  <a:lnTo>
                    <a:pt x="392525" y="261175"/>
                  </a:lnTo>
                  <a:lnTo>
                    <a:pt x="390620" y="261652"/>
                  </a:lnTo>
                  <a:lnTo>
                    <a:pt x="389477" y="262890"/>
                  </a:lnTo>
                  <a:lnTo>
                    <a:pt x="388620" y="264509"/>
                  </a:lnTo>
                  <a:lnTo>
                    <a:pt x="387191" y="266033"/>
                  </a:lnTo>
                  <a:lnTo>
                    <a:pt x="385667" y="267081"/>
                  </a:lnTo>
                  <a:lnTo>
                    <a:pt x="383762" y="267843"/>
                  </a:lnTo>
                  <a:lnTo>
                    <a:pt x="381762" y="268319"/>
                  </a:lnTo>
                  <a:lnTo>
                    <a:pt x="379857" y="268510"/>
                  </a:lnTo>
                  <a:lnTo>
                    <a:pt x="378714" y="269081"/>
                  </a:lnTo>
                  <a:lnTo>
                    <a:pt x="377857" y="270320"/>
                  </a:lnTo>
                  <a:lnTo>
                    <a:pt x="377095" y="271844"/>
                  </a:lnTo>
                  <a:lnTo>
                    <a:pt x="376333" y="272796"/>
                  </a:lnTo>
                  <a:lnTo>
                    <a:pt x="370237" y="277654"/>
                  </a:lnTo>
                  <a:lnTo>
                    <a:pt x="368999" y="279178"/>
                  </a:lnTo>
                  <a:lnTo>
                    <a:pt x="367951" y="280797"/>
                  </a:lnTo>
                  <a:lnTo>
                    <a:pt x="367570" y="281845"/>
                  </a:lnTo>
                  <a:lnTo>
                    <a:pt x="366808" y="281940"/>
                  </a:lnTo>
                  <a:lnTo>
                    <a:pt x="366236" y="281940"/>
                  </a:lnTo>
                  <a:lnTo>
                    <a:pt x="352330" y="280606"/>
                  </a:lnTo>
                  <a:lnTo>
                    <a:pt x="351758" y="280702"/>
                  </a:lnTo>
                  <a:lnTo>
                    <a:pt x="351472" y="280892"/>
                  </a:lnTo>
                  <a:lnTo>
                    <a:pt x="350901" y="281559"/>
                  </a:lnTo>
                  <a:lnTo>
                    <a:pt x="349187" y="284416"/>
                  </a:lnTo>
                  <a:lnTo>
                    <a:pt x="348710" y="284988"/>
                  </a:lnTo>
                  <a:lnTo>
                    <a:pt x="347758" y="285750"/>
                  </a:lnTo>
                  <a:lnTo>
                    <a:pt x="347091" y="286036"/>
                  </a:lnTo>
                  <a:lnTo>
                    <a:pt x="346520" y="286226"/>
                  </a:lnTo>
                  <a:lnTo>
                    <a:pt x="346138" y="286131"/>
                  </a:lnTo>
                  <a:lnTo>
                    <a:pt x="345948" y="285940"/>
                  </a:lnTo>
                  <a:lnTo>
                    <a:pt x="345758" y="285655"/>
                  </a:lnTo>
                  <a:lnTo>
                    <a:pt x="345376" y="284416"/>
                  </a:lnTo>
                  <a:lnTo>
                    <a:pt x="343091" y="283464"/>
                  </a:lnTo>
                  <a:lnTo>
                    <a:pt x="342329" y="282988"/>
                  </a:lnTo>
                  <a:lnTo>
                    <a:pt x="341662" y="282035"/>
                  </a:lnTo>
                  <a:lnTo>
                    <a:pt x="341090" y="281178"/>
                  </a:lnTo>
                  <a:lnTo>
                    <a:pt x="340805" y="280511"/>
                  </a:lnTo>
                  <a:lnTo>
                    <a:pt x="340614" y="279845"/>
                  </a:lnTo>
                  <a:lnTo>
                    <a:pt x="340614" y="278321"/>
                  </a:lnTo>
                  <a:lnTo>
                    <a:pt x="340805" y="276987"/>
                  </a:lnTo>
                  <a:lnTo>
                    <a:pt x="340805" y="276225"/>
                  </a:lnTo>
                  <a:lnTo>
                    <a:pt x="340424" y="274796"/>
                  </a:lnTo>
                  <a:lnTo>
                    <a:pt x="340138" y="274130"/>
                  </a:lnTo>
                  <a:lnTo>
                    <a:pt x="339662" y="273748"/>
                  </a:lnTo>
                  <a:lnTo>
                    <a:pt x="336423" y="272034"/>
                  </a:lnTo>
                  <a:lnTo>
                    <a:pt x="332708" y="269177"/>
                  </a:lnTo>
                  <a:lnTo>
                    <a:pt x="332042" y="268796"/>
                  </a:lnTo>
                  <a:lnTo>
                    <a:pt x="331375" y="268605"/>
                  </a:lnTo>
                  <a:lnTo>
                    <a:pt x="330899" y="268700"/>
                  </a:lnTo>
                  <a:lnTo>
                    <a:pt x="330517" y="268891"/>
                  </a:lnTo>
                  <a:lnTo>
                    <a:pt x="330232" y="269177"/>
                  </a:lnTo>
                  <a:lnTo>
                    <a:pt x="329470" y="270224"/>
                  </a:lnTo>
                  <a:lnTo>
                    <a:pt x="329089" y="270510"/>
                  </a:lnTo>
                  <a:lnTo>
                    <a:pt x="328708" y="270796"/>
                  </a:lnTo>
                  <a:lnTo>
                    <a:pt x="328327" y="270986"/>
                  </a:lnTo>
                  <a:lnTo>
                    <a:pt x="327755" y="271081"/>
                  </a:lnTo>
                  <a:lnTo>
                    <a:pt x="327088" y="271081"/>
                  </a:lnTo>
                  <a:lnTo>
                    <a:pt x="326231" y="270796"/>
                  </a:lnTo>
                  <a:lnTo>
                    <a:pt x="325565" y="270320"/>
                  </a:lnTo>
                  <a:lnTo>
                    <a:pt x="325184" y="269938"/>
                  </a:lnTo>
                  <a:lnTo>
                    <a:pt x="324707" y="269081"/>
                  </a:lnTo>
                  <a:lnTo>
                    <a:pt x="324612" y="268605"/>
                  </a:lnTo>
                  <a:lnTo>
                    <a:pt x="324421" y="268224"/>
                  </a:lnTo>
                  <a:lnTo>
                    <a:pt x="324421" y="267653"/>
                  </a:lnTo>
                  <a:lnTo>
                    <a:pt x="324517" y="266700"/>
                  </a:lnTo>
                  <a:lnTo>
                    <a:pt x="324803" y="265652"/>
                  </a:lnTo>
                  <a:lnTo>
                    <a:pt x="324803" y="265176"/>
                  </a:lnTo>
                  <a:lnTo>
                    <a:pt x="324803" y="264700"/>
                  </a:lnTo>
                  <a:lnTo>
                    <a:pt x="324421" y="263271"/>
                  </a:lnTo>
                  <a:lnTo>
                    <a:pt x="324517" y="262890"/>
                  </a:lnTo>
                  <a:lnTo>
                    <a:pt x="324707" y="262509"/>
                  </a:lnTo>
                  <a:lnTo>
                    <a:pt x="324993" y="262128"/>
                  </a:lnTo>
                  <a:lnTo>
                    <a:pt x="326326" y="260985"/>
                  </a:lnTo>
                  <a:lnTo>
                    <a:pt x="326803" y="260413"/>
                  </a:lnTo>
                  <a:lnTo>
                    <a:pt x="327088" y="260128"/>
                  </a:lnTo>
                  <a:lnTo>
                    <a:pt x="327470" y="259937"/>
                  </a:lnTo>
                  <a:lnTo>
                    <a:pt x="328041" y="259842"/>
                  </a:lnTo>
                  <a:lnTo>
                    <a:pt x="328708" y="259556"/>
                  </a:lnTo>
                  <a:lnTo>
                    <a:pt x="329470" y="258985"/>
                  </a:lnTo>
                  <a:lnTo>
                    <a:pt x="330137" y="258318"/>
                  </a:lnTo>
                  <a:lnTo>
                    <a:pt x="330327" y="257270"/>
                  </a:lnTo>
                  <a:lnTo>
                    <a:pt x="330137" y="256699"/>
                  </a:lnTo>
                  <a:lnTo>
                    <a:pt x="329660" y="256222"/>
                  </a:lnTo>
                  <a:lnTo>
                    <a:pt x="328803" y="255746"/>
                  </a:lnTo>
                  <a:lnTo>
                    <a:pt x="327850" y="254984"/>
                  </a:lnTo>
                  <a:lnTo>
                    <a:pt x="327279" y="254127"/>
                  </a:lnTo>
                  <a:lnTo>
                    <a:pt x="326803" y="253079"/>
                  </a:lnTo>
                  <a:lnTo>
                    <a:pt x="325755" y="250127"/>
                  </a:lnTo>
                  <a:lnTo>
                    <a:pt x="325184" y="248983"/>
                  </a:lnTo>
                  <a:lnTo>
                    <a:pt x="324421" y="247936"/>
                  </a:lnTo>
                  <a:lnTo>
                    <a:pt x="322136" y="245459"/>
                  </a:lnTo>
                  <a:lnTo>
                    <a:pt x="320612" y="244126"/>
                  </a:lnTo>
                  <a:lnTo>
                    <a:pt x="319945" y="243745"/>
                  </a:lnTo>
                  <a:lnTo>
                    <a:pt x="319183" y="243364"/>
                  </a:lnTo>
                  <a:lnTo>
                    <a:pt x="314706" y="242316"/>
                  </a:lnTo>
                  <a:lnTo>
                    <a:pt x="312420" y="240221"/>
                  </a:lnTo>
                  <a:lnTo>
                    <a:pt x="312039" y="239554"/>
                  </a:lnTo>
                  <a:lnTo>
                    <a:pt x="311658" y="238792"/>
                  </a:lnTo>
                  <a:lnTo>
                    <a:pt x="311563" y="238220"/>
                  </a:lnTo>
                  <a:lnTo>
                    <a:pt x="311753" y="237363"/>
                  </a:lnTo>
                  <a:lnTo>
                    <a:pt x="312230" y="236601"/>
                  </a:lnTo>
                  <a:lnTo>
                    <a:pt x="312801" y="235934"/>
                  </a:lnTo>
                  <a:lnTo>
                    <a:pt x="314230" y="234696"/>
                  </a:lnTo>
                  <a:lnTo>
                    <a:pt x="314611" y="234315"/>
                  </a:lnTo>
                  <a:lnTo>
                    <a:pt x="314896" y="233744"/>
                  </a:lnTo>
                  <a:lnTo>
                    <a:pt x="315944" y="231172"/>
                  </a:lnTo>
                  <a:lnTo>
                    <a:pt x="318230" y="226695"/>
                  </a:lnTo>
                  <a:lnTo>
                    <a:pt x="318516" y="225647"/>
                  </a:lnTo>
                  <a:lnTo>
                    <a:pt x="318707" y="224885"/>
                  </a:lnTo>
                  <a:lnTo>
                    <a:pt x="318897" y="222218"/>
                  </a:lnTo>
                  <a:lnTo>
                    <a:pt x="318802" y="221266"/>
                  </a:lnTo>
                  <a:lnTo>
                    <a:pt x="318611" y="220599"/>
                  </a:lnTo>
                  <a:lnTo>
                    <a:pt x="318421" y="220123"/>
                  </a:lnTo>
                  <a:lnTo>
                    <a:pt x="317849" y="219742"/>
                  </a:lnTo>
                  <a:lnTo>
                    <a:pt x="317087" y="219456"/>
                  </a:lnTo>
                  <a:lnTo>
                    <a:pt x="316135" y="219456"/>
                  </a:lnTo>
                  <a:lnTo>
                    <a:pt x="315278" y="219837"/>
                  </a:lnTo>
                  <a:lnTo>
                    <a:pt x="314611" y="220694"/>
                  </a:lnTo>
                  <a:lnTo>
                    <a:pt x="313563" y="223552"/>
                  </a:lnTo>
                  <a:lnTo>
                    <a:pt x="312992" y="224219"/>
                  </a:lnTo>
                  <a:lnTo>
                    <a:pt x="312325" y="224599"/>
                  </a:lnTo>
                  <a:lnTo>
                    <a:pt x="311372" y="224599"/>
                  </a:lnTo>
                  <a:lnTo>
                    <a:pt x="310420" y="224028"/>
                  </a:lnTo>
                  <a:lnTo>
                    <a:pt x="309563" y="223266"/>
                  </a:lnTo>
                  <a:lnTo>
                    <a:pt x="308705" y="221742"/>
                  </a:lnTo>
                  <a:lnTo>
                    <a:pt x="308229" y="220599"/>
                  </a:lnTo>
                  <a:lnTo>
                    <a:pt x="307658" y="215074"/>
                  </a:lnTo>
                  <a:lnTo>
                    <a:pt x="307181" y="213646"/>
                  </a:lnTo>
                  <a:lnTo>
                    <a:pt x="306610" y="212693"/>
                  </a:lnTo>
                  <a:lnTo>
                    <a:pt x="306038" y="211931"/>
                  </a:lnTo>
                  <a:lnTo>
                    <a:pt x="291560" y="198977"/>
                  </a:lnTo>
                  <a:lnTo>
                    <a:pt x="290798" y="198025"/>
                  </a:lnTo>
                  <a:lnTo>
                    <a:pt x="289941" y="196501"/>
                  </a:lnTo>
                  <a:lnTo>
                    <a:pt x="289941" y="194691"/>
                  </a:lnTo>
                  <a:lnTo>
                    <a:pt x="290322" y="192405"/>
                  </a:lnTo>
                  <a:lnTo>
                    <a:pt x="290989" y="190119"/>
                  </a:lnTo>
                  <a:lnTo>
                    <a:pt x="292322" y="186880"/>
                  </a:lnTo>
                  <a:lnTo>
                    <a:pt x="292703" y="185261"/>
                  </a:lnTo>
                  <a:lnTo>
                    <a:pt x="292417" y="183452"/>
                  </a:lnTo>
                  <a:lnTo>
                    <a:pt x="292037" y="182975"/>
                  </a:lnTo>
                  <a:lnTo>
                    <a:pt x="291465" y="182594"/>
                  </a:lnTo>
                  <a:lnTo>
                    <a:pt x="290417" y="182308"/>
                  </a:lnTo>
                  <a:lnTo>
                    <a:pt x="286607" y="182118"/>
                  </a:lnTo>
                  <a:lnTo>
                    <a:pt x="285845" y="182213"/>
                  </a:lnTo>
                  <a:lnTo>
                    <a:pt x="285083" y="182499"/>
                  </a:lnTo>
                  <a:lnTo>
                    <a:pt x="283178" y="183832"/>
                  </a:lnTo>
                  <a:lnTo>
                    <a:pt x="281654" y="184595"/>
                  </a:lnTo>
                  <a:lnTo>
                    <a:pt x="280702" y="184690"/>
                  </a:lnTo>
                  <a:lnTo>
                    <a:pt x="279940" y="184404"/>
                  </a:lnTo>
                  <a:lnTo>
                    <a:pt x="279368" y="183642"/>
                  </a:lnTo>
                  <a:lnTo>
                    <a:pt x="278987" y="182880"/>
                  </a:lnTo>
                  <a:lnTo>
                    <a:pt x="278606" y="181261"/>
                  </a:lnTo>
                  <a:lnTo>
                    <a:pt x="278416" y="178784"/>
                  </a:lnTo>
                  <a:lnTo>
                    <a:pt x="278321" y="173831"/>
                  </a:lnTo>
                  <a:lnTo>
                    <a:pt x="277940" y="170879"/>
                  </a:lnTo>
                  <a:lnTo>
                    <a:pt x="276892" y="167069"/>
                  </a:lnTo>
                  <a:lnTo>
                    <a:pt x="273939" y="161639"/>
                  </a:lnTo>
                  <a:lnTo>
                    <a:pt x="272796" y="160211"/>
                  </a:lnTo>
                  <a:lnTo>
                    <a:pt x="271748" y="159353"/>
                  </a:lnTo>
                  <a:lnTo>
                    <a:pt x="270796" y="158972"/>
                  </a:lnTo>
                  <a:lnTo>
                    <a:pt x="269081" y="157924"/>
                  </a:lnTo>
                  <a:lnTo>
                    <a:pt x="268319" y="157067"/>
                  </a:lnTo>
                  <a:lnTo>
                    <a:pt x="268034" y="156210"/>
                  </a:lnTo>
                  <a:lnTo>
                    <a:pt x="268034" y="155924"/>
                  </a:lnTo>
                  <a:lnTo>
                    <a:pt x="268034" y="155734"/>
                  </a:lnTo>
                  <a:lnTo>
                    <a:pt x="268034" y="155638"/>
                  </a:lnTo>
                  <a:lnTo>
                    <a:pt x="268510" y="151352"/>
                  </a:lnTo>
                  <a:lnTo>
                    <a:pt x="268415" y="150209"/>
                  </a:lnTo>
                  <a:lnTo>
                    <a:pt x="251555" y="122111"/>
                  </a:lnTo>
                  <a:lnTo>
                    <a:pt x="249936" y="120587"/>
                  </a:lnTo>
                  <a:lnTo>
                    <a:pt x="248698" y="120110"/>
                  </a:lnTo>
                  <a:lnTo>
                    <a:pt x="247841" y="120396"/>
                  </a:lnTo>
                  <a:lnTo>
                    <a:pt x="247269" y="120967"/>
                  </a:lnTo>
                  <a:lnTo>
                    <a:pt x="246793" y="121539"/>
                  </a:lnTo>
                  <a:lnTo>
                    <a:pt x="246126" y="122491"/>
                  </a:lnTo>
                  <a:lnTo>
                    <a:pt x="244983" y="124682"/>
                  </a:lnTo>
                  <a:lnTo>
                    <a:pt x="244412" y="125539"/>
                  </a:lnTo>
                  <a:lnTo>
                    <a:pt x="243459" y="126587"/>
                  </a:lnTo>
                  <a:lnTo>
                    <a:pt x="242792" y="127063"/>
                  </a:lnTo>
                  <a:lnTo>
                    <a:pt x="242125" y="127254"/>
                  </a:lnTo>
                  <a:lnTo>
                    <a:pt x="241268" y="127349"/>
                  </a:lnTo>
                  <a:lnTo>
                    <a:pt x="240316" y="127063"/>
                  </a:lnTo>
                  <a:lnTo>
                    <a:pt x="238982" y="126492"/>
                  </a:lnTo>
                  <a:lnTo>
                    <a:pt x="237268" y="125254"/>
                  </a:lnTo>
                  <a:lnTo>
                    <a:pt x="235839" y="124587"/>
                  </a:lnTo>
                  <a:lnTo>
                    <a:pt x="234601" y="124396"/>
                  </a:lnTo>
                  <a:lnTo>
                    <a:pt x="233267" y="124778"/>
                  </a:lnTo>
                  <a:lnTo>
                    <a:pt x="232220" y="125444"/>
                  </a:lnTo>
                  <a:lnTo>
                    <a:pt x="231458" y="126206"/>
                  </a:lnTo>
                  <a:lnTo>
                    <a:pt x="226600" y="133636"/>
                  </a:lnTo>
                  <a:lnTo>
                    <a:pt x="224314" y="134874"/>
                  </a:lnTo>
                  <a:lnTo>
                    <a:pt x="222885" y="132683"/>
                  </a:lnTo>
                  <a:lnTo>
                    <a:pt x="222504" y="132302"/>
                  </a:lnTo>
                  <a:lnTo>
                    <a:pt x="222790" y="131636"/>
                  </a:lnTo>
                  <a:lnTo>
                    <a:pt x="222980" y="130588"/>
                  </a:lnTo>
                  <a:lnTo>
                    <a:pt x="222409" y="126873"/>
                  </a:lnTo>
                  <a:lnTo>
                    <a:pt x="222695" y="125921"/>
                  </a:lnTo>
                  <a:lnTo>
                    <a:pt x="222504" y="125444"/>
                  </a:lnTo>
                  <a:lnTo>
                    <a:pt x="222409" y="124111"/>
                  </a:lnTo>
                  <a:lnTo>
                    <a:pt x="221742" y="123063"/>
                  </a:lnTo>
                  <a:lnTo>
                    <a:pt x="220885" y="122396"/>
                  </a:lnTo>
                  <a:lnTo>
                    <a:pt x="217837" y="121634"/>
                  </a:lnTo>
                  <a:lnTo>
                    <a:pt x="216217" y="120872"/>
                  </a:lnTo>
                  <a:lnTo>
                    <a:pt x="214884" y="119920"/>
                  </a:lnTo>
                  <a:lnTo>
                    <a:pt x="214027" y="118777"/>
                  </a:lnTo>
                  <a:lnTo>
                    <a:pt x="212503" y="115443"/>
                  </a:lnTo>
                  <a:lnTo>
                    <a:pt x="211455" y="114014"/>
                  </a:lnTo>
                  <a:lnTo>
                    <a:pt x="206312" y="109156"/>
                  </a:lnTo>
                  <a:lnTo>
                    <a:pt x="204502" y="106871"/>
                  </a:lnTo>
                  <a:lnTo>
                    <a:pt x="203454" y="104870"/>
                  </a:lnTo>
                  <a:lnTo>
                    <a:pt x="202883" y="101346"/>
                  </a:lnTo>
                  <a:lnTo>
                    <a:pt x="201073" y="97822"/>
                  </a:lnTo>
                  <a:lnTo>
                    <a:pt x="200882" y="96869"/>
                  </a:lnTo>
                  <a:lnTo>
                    <a:pt x="200978" y="95536"/>
                  </a:lnTo>
                  <a:lnTo>
                    <a:pt x="201454" y="94774"/>
                  </a:lnTo>
                  <a:lnTo>
                    <a:pt x="202501" y="94012"/>
                  </a:lnTo>
                  <a:lnTo>
                    <a:pt x="203835" y="93345"/>
                  </a:lnTo>
                  <a:lnTo>
                    <a:pt x="208217" y="92107"/>
                  </a:lnTo>
                  <a:lnTo>
                    <a:pt x="209741" y="91249"/>
                  </a:lnTo>
                  <a:lnTo>
                    <a:pt x="211646" y="89535"/>
                  </a:lnTo>
                  <a:lnTo>
                    <a:pt x="212217" y="88392"/>
                  </a:lnTo>
                  <a:lnTo>
                    <a:pt x="212122" y="87344"/>
                  </a:lnTo>
                  <a:lnTo>
                    <a:pt x="211741" y="86773"/>
                  </a:lnTo>
                  <a:lnTo>
                    <a:pt x="210598" y="85820"/>
                  </a:lnTo>
                  <a:lnTo>
                    <a:pt x="210503" y="85154"/>
                  </a:lnTo>
                  <a:lnTo>
                    <a:pt x="210503" y="84201"/>
                  </a:lnTo>
                  <a:lnTo>
                    <a:pt x="210884" y="82582"/>
                  </a:lnTo>
                  <a:lnTo>
                    <a:pt x="210693" y="81248"/>
                  </a:lnTo>
                  <a:lnTo>
                    <a:pt x="210121" y="80010"/>
                  </a:lnTo>
                  <a:lnTo>
                    <a:pt x="209264" y="79153"/>
                  </a:lnTo>
                  <a:lnTo>
                    <a:pt x="204216" y="76200"/>
                  </a:lnTo>
                  <a:lnTo>
                    <a:pt x="202597" y="73723"/>
                  </a:lnTo>
                  <a:lnTo>
                    <a:pt x="201263" y="72199"/>
                  </a:lnTo>
                  <a:lnTo>
                    <a:pt x="198787" y="69628"/>
                  </a:lnTo>
                  <a:lnTo>
                    <a:pt x="197834" y="68294"/>
                  </a:lnTo>
                  <a:lnTo>
                    <a:pt x="197167" y="66770"/>
                  </a:lnTo>
                  <a:lnTo>
                    <a:pt x="195548" y="62198"/>
                  </a:lnTo>
                  <a:lnTo>
                    <a:pt x="194882" y="61055"/>
                  </a:lnTo>
                  <a:lnTo>
                    <a:pt x="194310" y="60293"/>
                  </a:lnTo>
                  <a:lnTo>
                    <a:pt x="193453" y="59436"/>
                  </a:lnTo>
                  <a:lnTo>
                    <a:pt x="192405" y="58769"/>
                  </a:lnTo>
                  <a:lnTo>
                    <a:pt x="191071" y="58103"/>
                  </a:lnTo>
                  <a:lnTo>
                    <a:pt x="189929" y="57912"/>
                  </a:lnTo>
                  <a:lnTo>
                    <a:pt x="188976" y="57912"/>
                  </a:lnTo>
                  <a:lnTo>
                    <a:pt x="188214" y="57721"/>
                  </a:lnTo>
                  <a:lnTo>
                    <a:pt x="187452" y="57436"/>
                  </a:lnTo>
                  <a:lnTo>
                    <a:pt x="186404" y="56293"/>
                  </a:lnTo>
                  <a:lnTo>
                    <a:pt x="185928" y="55340"/>
                  </a:lnTo>
                  <a:lnTo>
                    <a:pt x="185833" y="54292"/>
                  </a:lnTo>
                  <a:lnTo>
                    <a:pt x="185833" y="53245"/>
                  </a:lnTo>
                  <a:lnTo>
                    <a:pt x="185642" y="51721"/>
                  </a:lnTo>
                  <a:lnTo>
                    <a:pt x="185357" y="50768"/>
                  </a:lnTo>
                  <a:lnTo>
                    <a:pt x="184975" y="50102"/>
                  </a:lnTo>
                  <a:lnTo>
                    <a:pt x="184404" y="49339"/>
                  </a:lnTo>
                  <a:lnTo>
                    <a:pt x="183451" y="48578"/>
                  </a:lnTo>
                  <a:lnTo>
                    <a:pt x="182023" y="47530"/>
                  </a:lnTo>
                  <a:lnTo>
                    <a:pt x="180975" y="46958"/>
                  </a:lnTo>
                  <a:lnTo>
                    <a:pt x="179737" y="46482"/>
                  </a:lnTo>
                  <a:lnTo>
                    <a:pt x="179165" y="46101"/>
                  </a:lnTo>
                  <a:lnTo>
                    <a:pt x="178308" y="45148"/>
                  </a:lnTo>
                  <a:lnTo>
                    <a:pt x="177355" y="43529"/>
                  </a:lnTo>
                  <a:lnTo>
                    <a:pt x="176784" y="42005"/>
                  </a:lnTo>
                  <a:lnTo>
                    <a:pt x="176594" y="40862"/>
                  </a:lnTo>
                  <a:lnTo>
                    <a:pt x="176689" y="36766"/>
                  </a:lnTo>
                  <a:lnTo>
                    <a:pt x="176498" y="35528"/>
                  </a:lnTo>
                  <a:lnTo>
                    <a:pt x="176213" y="34671"/>
                  </a:lnTo>
                  <a:lnTo>
                    <a:pt x="175736" y="34385"/>
                  </a:lnTo>
                  <a:lnTo>
                    <a:pt x="175165" y="34480"/>
                  </a:lnTo>
                  <a:lnTo>
                    <a:pt x="173165" y="35719"/>
                  </a:lnTo>
                  <a:lnTo>
                    <a:pt x="171926" y="36290"/>
                  </a:lnTo>
                  <a:lnTo>
                    <a:pt x="170307" y="36671"/>
                  </a:lnTo>
                  <a:lnTo>
                    <a:pt x="169069" y="37243"/>
                  </a:lnTo>
                  <a:lnTo>
                    <a:pt x="167926" y="38100"/>
                  </a:lnTo>
                  <a:lnTo>
                    <a:pt x="167450" y="39053"/>
                  </a:lnTo>
                  <a:lnTo>
                    <a:pt x="166688" y="42386"/>
                  </a:lnTo>
                  <a:lnTo>
                    <a:pt x="166021" y="43910"/>
                  </a:lnTo>
                  <a:lnTo>
                    <a:pt x="165068" y="45148"/>
                  </a:lnTo>
                  <a:lnTo>
                    <a:pt x="162878" y="46958"/>
                  </a:lnTo>
                  <a:lnTo>
                    <a:pt x="162020" y="47911"/>
                  </a:lnTo>
                  <a:lnTo>
                    <a:pt x="161544" y="49339"/>
                  </a:lnTo>
                  <a:lnTo>
                    <a:pt x="160496" y="55721"/>
                  </a:lnTo>
                  <a:lnTo>
                    <a:pt x="159925" y="57150"/>
                  </a:lnTo>
                  <a:lnTo>
                    <a:pt x="159544" y="57817"/>
                  </a:lnTo>
                  <a:lnTo>
                    <a:pt x="158972" y="58483"/>
                  </a:lnTo>
                  <a:lnTo>
                    <a:pt x="158687" y="58674"/>
                  </a:lnTo>
                  <a:lnTo>
                    <a:pt x="157353" y="58769"/>
                  </a:lnTo>
                  <a:lnTo>
                    <a:pt x="156210" y="59150"/>
                  </a:lnTo>
                  <a:lnTo>
                    <a:pt x="154496" y="60103"/>
                  </a:lnTo>
                  <a:lnTo>
                    <a:pt x="151162" y="61341"/>
                  </a:lnTo>
                  <a:lnTo>
                    <a:pt x="150209" y="61817"/>
                  </a:lnTo>
                  <a:lnTo>
                    <a:pt x="149638" y="62389"/>
                  </a:lnTo>
                  <a:lnTo>
                    <a:pt x="149066" y="62960"/>
                  </a:lnTo>
                  <a:lnTo>
                    <a:pt x="148685" y="64008"/>
                  </a:lnTo>
                  <a:lnTo>
                    <a:pt x="148495" y="64865"/>
                  </a:lnTo>
                  <a:lnTo>
                    <a:pt x="148400" y="65437"/>
                  </a:lnTo>
                  <a:lnTo>
                    <a:pt x="148495" y="65627"/>
                  </a:lnTo>
                  <a:lnTo>
                    <a:pt x="148780" y="66484"/>
                  </a:lnTo>
                  <a:lnTo>
                    <a:pt x="149733" y="67913"/>
                  </a:lnTo>
                  <a:lnTo>
                    <a:pt x="150495" y="68675"/>
                  </a:lnTo>
                  <a:lnTo>
                    <a:pt x="150590" y="69628"/>
                  </a:lnTo>
                  <a:lnTo>
                    <a:pt x="150495" y="70580"/>
                  </a:lnTo>
                  <a:lnTo>
                    <a:pt x="150019" y="72295"/>
                  </a:lnTo>
                  <a:lnTo>
                    <a:pt x="149733" y="74009"/>
                  </a:lnTo>
                  <a:lnTo>
                    <a:pt x="149542" y="76200"/>
                  </a:lnTo>
                  <a:lnTo>
                    <a:pt x="149828" y="80677"/>
                  </a:lnTo>
                  <a:lnTo>
                    <a:pt x="150781" y="84106"/>
                  </a:lnTo>
                  <a:lnTo>
                    <a:pt x="151829" y="86773"/>
                  </a:lnTo>
                  <a:lnTo>
                    <a:pt x="152114" y="87916"/>
                  </a:lnTo>
                  <a:lnTo>
                    <a:pt x="150971" y="93821"/>
                  </a:lnTo>
                  <a:lnTo>
                    <a:pt x="150686" y="98965"/>
                  </a:lnTo>
                  <a:lnTo>
                    <a:pt x="150686" y="99441"/>
                  </a:lnTo>
                  <a:lnTo>
                    <a:pt x="149733" y="98298"/>
                  </a:lnTo>
                  <a:lnTo>
                    <a:pt x="149828" y="95726"/>
                  </a:lnTo>
                  <a:lnTo>
                    <a:pt x="149257" y="94202"/>
                  </a:lnTo>
                  <a:lnTo>
                    <a:pt x="145923" y="90678"/>
                  </a:lnTo>
                  <a:lnTo>
                    <a:pt x="144875" y="90106"/>
                  </a:lnTo>
                  <a:lnTo>
                    <a:pt x="143923" y="89821"/>
                  </a:lnTo>
                  <a:lnTo>
                    <a:pt x="143446" y="89154"/>
                  </a:lnTo>
                  <a:lnTo>
                    <a:pt x="143161" y="88202"/>
                  </a:lnTo>
                  <a:lnTo>
                    <a:pt x="142684" y="87439"/>
                  </a:lnTo>
                  <a:lnTo>
                    <a:pt x="142208" y="86963"/>
                  </a:lnTo>
                  <a:lnTo>
                    <a:pt x="141065" y="86106"/>
                  </a:lnTo>
                  <a:lnTo>
                    <a:pt x="140779" y="85820"/>
                  </a:lnTo>
                  <a:lnTo>
                    <a:pt x="140684" y="85058"/>
                  </a:lnTo>
                  <a:lnTo>
                    <a:pt x="140779" y="84011"/>
                  </a:lnTo>
                  <a:lnTo>
                    <a:pt x="140684" y="83153"/>
                  </a:lnTo>
                  <a:lnTo>
                    <a:pt x="140017" y="82772"/>
                  </a:lnTo>
                  <a:lnTo>
                    <a:pt x="139160" y="82487"/>
                  </a:lnTo>
                  <a:lnTo>
                    <a:pt x="138398" y="81820"/>
                  </a:lnTo>
                  <a:lnTo>
                    <a:pt x="136970" y="80200"/>
                  </a:lnTo>
                  <a:lnTo>
                    <a:pt x="131826" y="71342"/>
                  </a:lnTo>
                  <a:lnTo>
                    <a:pt x="131731" y="69723"/>
                  </a:lnTo>
                  <a:lnTo>
                    <a:pt x="132588" y="69056"/>
                  </a:lnTo>
                  <a:lnTo>
                    <a:pt x="133064" y="67342"/>
                  </a:lnTo>
                  <a:lnTo>
                    <a:pt x="133255" y="65246"/>
                  </a:lnTo>
                  <a:lnTo>
                    <a:pt x="133064" y="63532"/>
                  </a:lnTo>
                  <a:lnTo>
                    <a:pt x="132874" y="62770"/>
                  </a:lnTo>
                  <a:lnTo>
                    <a:pt x="132017" y="60770"/>
                  </a:lnTo>
                  <a:lnTo>
                    <a:pt x="132112" y="59817"/>
                  </a:lnTo>
                  <a:lnTo>
                    <a:pt x="132493" y="58198"/>
                  </a:lnTo>
                  <a:lnTo>
                    <a:pt x="132588" y="57340"/>
                  </a:lnTo>
                  <a:lnTo>
                    <a:pt x="132302" y="56388"/>
                  </a:lnTo>
                  <a:lnTo>
                    <a:pt x="131636" y="55054"/>
                  </a:lnTo>
                  <a:lnTo>
                    <a:pt x="131445" y="53912"/>
                  </a:lnTo>
                  <a:lnTo>
                    <a:pt x="131159" y="52959"/>
                  </a:lnTo>
                  <a:lnTo>
                    <a:pt x="129635" y="51721"/>
                  </a:lnTo>
                  <a:lnTo>
                    <a:pt x="129254" y="50768"/>
                  </a:lnTo>
                  <a:lnTo>
                    <a:pt x="129064" y="49625"/>
                  </a:lnTo>
                  <a:lnTo>
                    <a:pt x="128397" y="47720"/>
                  </a:lnTo>
                  <a:lnTo>
                    <a:pt x="128207" y="46768"/>
                  </a:lnTo>
                  <a:lnTo>
                    <a:pt x="128207" y="45720"/>
                  </a:lnTo>
                  <a:lnTo>
                    <a:pt x="128683" y="44005"/>
                  </a:lnTo>
                  <a:lnTo>
                    <a:pt x="128778" y="43053"/>
                  </a:lnTo>
                  <a:lnTo>
                    <a:pt x="128302" y="41148"/>
                  </a:lnTo>
                  <a:lnTo>
                    <a:pt x="126873" y="37338"/>
                  </a:lnTo>
                  <a:lnTo>
                    <a:pt x="126492" y="35242"/>
                  </a:lnTo>
                  <a:lnTo>
                    <a:pt x="126683" y="33433"/>
                  </a:lnTo>
                  <a:lnTo>
                    <a:pt x="128207" y="27527"/>
                  </a:lnTo>
                  <a:lnTo>
                    <a:pt x="128492" y="23527"/>
                  </a:lnTo>
                  <a:lnTo>
                    <a:pt x="127063" y="12002"/>
                  </a:lnTo>
                  <a:lnTo>
                    <a:pt x="127445" y="0"/>
                  </a:lnTo>
                  <a:lnTo>
                    <a:pt x="127063" y="95"/>
                  </a:lnTo>
                  <a:lnTo>
                    <a:pt x="123634" y="762"/>
                  </a:lnTo>
                  <a:lnTo>
                    <a:pt x="122301" y="1333"/>
                  </a:lnTo>
                  <a:lnTo>
                    <a:pt x="121063" y="1524"/>
                  </a:lnTo>
                  <a:lnTo>
                    <a:pt x="119253" y="1524"/>
                  </a:lnTo>
                  <a:lnTo>
                    <a:pt x="118682" y="1714"/>
                  </a:lnTo>
                  <a:lnTo>
                    <a:pt x="118015" y="2000"/>
                  </a:lnTo>
                  <a:lnTo>
                    <a:pt x="117253" y="2762"/>
                  </a:lnTo>
                  <a:lnTo>
                    <a:pt x="116776" y="3810"/>
                  </a:lnTo>
                  <a:lnTo>
                    <a:pt x="116586" y="5905"/>
                  </a:lnTo>
                  <a:lnTo>
                    <a:pt x="116967" y="7525"/>
                  </a:lnTo>
                  <a:lnTo>
                    <a:pt x="117443" y="8954"/>
                  </a:lnTo>
                  <a:lnTo>
                    <a:pt x="118396" y="10763"/>
                  </a:lnTo>
                  <a:lnTo>
                    <a:pt x="118777" y="11906"/>
                  </a:lnTo>
                  <a:lnTo>
                    <a:pt x="119253" y="13716"/>
                  </a:lnTo>
                  <a:lnTo>
                    <a:pt x="119444" y="15049"/>
                  </a:lnTo>
                  <a:lnTo>
                    <a:pt x="119444" y="16383"/>
                  </a:lnTo>
                  <a:lnTo>
                    <a:pt x="119063" y="17240"/>
                  </a:lnTo>
                  <a:lnTo>
                    <a:pt x="118205" y="18288"/>
                  </a:lnTo>
                  <a:lnTo>
                    <a:pt x="114681" y="20383"/>
                  </a:lnTo>
                  <a:lnTo>
                    <a:pt x="114300" y="20669"/>
                  </a:lnTo>
                  <a:lnTo>
                    <a:pt x="113347" y="21622"/>
                  </a:lnTo>
                  <a:lnTo>
                    <a:pt x="112204" y="23813"/>
                  </a:lnTo>
                  <a:lnTo>
                    <a:pt x="111442" y="26098"/>
                  </a:lnTo>
                  <a:lnTo>
                    <a:pt x="111347" y="27432"/>
                  </a:lnTo>
                  <a:lnTo>
                    <a:pt x="111538" y="28289"/>
                  </a:lnTo>
                  <a:lnTo>
                    <a:pt x="112300" y="29528"/>
                  </a:lnTo>
                  <a:lnTo>
                    <a:pt x="113824" y="31242"/>
                  </a:lnTo>
                  <a:lnTo>
                    <a:pt x="114586" y="32290"/>
                  </a:lnTo>
                  <a:lnTo>
                    <a:pt x="114871" y="33147"/>
                  </a:lnTo>
                  <a:lnTo>
                    <a:pt x="114776" y="34099"/>
                  </a:lnTo>
                  <a:lnTo>
                    <a:pt x="114395" y="34671"/>
                  </a:lnTo>
                  <a:lnTo>
                    <a:pt x="111728" y="36481"/>
                  </a:lnTo>
                  <a:lnTo>
                    <a:pt x="110585" y="37052"/>
                  </a:lnTo>
                  <a:lnTo>
                    <a:pt x="108680" y="37433"/>
                  </a:lnTo>
                  <a:lnTo>
                    <a:pt x="107633" y="37338"/>
                  </a:lnTo>
                  <a:lnTo>
                    <a:pt x="106871" y="36671"/>
                  </a:lnTo>
                  <a:lnTo>
                    <a:pt x="106108" y="35147"/>
                  </a:lnTo>
                  <a:lnTo>
                    <a:pt x="104394" y="30671"/>
                  </a:lnTo>
                  <a:lnTo>
                    <a:pt x="101632" y="20288"/>
                  </a:lnTo>
                  <a:lnTo>
                    <a:pt x="101632" y="20288"/>
                  </a:lnTo>
                  <a:lnTo>
                    <a:pt x="101537" y="20288"/>
                  </a:lnTo>
                  <a:lnTo>
                    <a:pt x="101441" y="20193"/>
                  </a:lnTo>
                  <a:lnTo>
                    <a:pt x="101060" y="20098"/>
                  </a:lnTo>
                  <a:lnTo>
                    <a:pt x="100584" y="20003"/>
                  </a:lnTo>
                  <a:lnTo>
                    <a:pt x="100108" y="20098"/>
                  </a:lnTo>
                  <a:lnTo>
                    <a:pt x="99632" y="20288"/>
                  </a:lnTo>
                  <a:lnTo>
                    <a:pt x="98965" y="20860"/>
                  </a:lnTo>
                  <a:lnTo>
                    <a:pt x="98203" y="21336"/>
                  </a:lnTo>
                  <a:lnTo>
                    <a:pt x="97155" y="21717"/>
                  </a:lnTo>
                  <a:lnTo>
                    <a:pt x="92012" y="22670"/>
                  </a:lnTo>
                  <a:lnTo>
                    <a:pt x="90869" y="23050"/>
                  </a:lnTo>
                  <a:lnTo>
                    <a:pt x="90488" y="23622"/>
                  </a:lnTo>
                  <a:lnTo>
                    <a:pt x="90202" y="24479"/>
                  </a:lnTo>
                  <a:lnTo>
                    <a:pt x="89630" y="25717"/>
                  </a:lnTo>
                  <a:lnTo>
                    <a:pt x="89916" y="26670"/>
                  </a:lnTo>
                  <a:lnTo>
                    <a:pt x="89916" y="31337"/>
                  </a:lnTo>
                  <a:lnTo>
                    <a:pt x="90107" y="32099"/>
                  </a:lnTo>
                  <a:lnTo>
                    <a:pt x="91154" y="33528"/>
                  </a:lnTo>
                  <a:lnTo>
                    <a:pt x="91250" y="34004"/>
                  </a:lnTo>
                  <a:lnTo>
                    <a:pt x="91059" y="34480"/>
                  </a:lnTo>
                  <a:lnTo>
                    <a:pt x="90964" y="35242"/>
                  </a:lnTo>
                  <a:lnTo>
                    <a:pt x="91059" y="36195"/>
                  </a:lnTo>
                  <a:lnTo>
                    <a:pt x="91345" y="36766"/>
                  </a:lnTo>
                  <a:lnTo>
                    <a:pt x="91726" y="37338"/>
                  </a:lnTo>
                  <a:lnTo>
                    <a:pt x="92012" y="38100"/>
                  </a:lnTo>
                  <a:lnTo>
                    <a:pt x="93059" y="42386"/>
                  </a:lnTo>
                  <a:lnTo>
                    <a:pt x="93059" y="43148"/>
                  </a:lnTo>
                  <a:lnTo>
                    <a:pt x="93059" y="43720"/>
                  </a:lnTo>
                  <a:lnTo>
                    <a:pt x="92583" y="44291"/>
                  </a:lnTo>
                  <a:lnTo>
                    <a:pt x="88297" y="47244"/>
                  </a:lnTo>
                  <a:lnTo>
                    <a:pt x="87440" y="48101"/>
                  </a:lnTo>
                  <a:lnTo>
                    <a:pt x="86582" y="49149"/>
                  </a:lnTo>
                  <a:lnTo>
                    <a:pt x="85916" y="50292"/>
                  </a:lnTo>
                  <a:lnTo>
                    <a:pt x="85534" y="52197"/>
                  </a:lnTo>
                  <a:lnTo>
                    <a:pt x="85630" y="54292"/>
                  </a:lnTo>
                  <a:lnTo>
                    <a:pt x="86296" y="58198"/>
                  </a:lnTo>
                  <a:lnTo>
                    <a:pt x="87821" y="62103"/>
                  </a:lnTo>
                  <a:lnTo>
                    <a:pt x="89630" y="65722"/>
                  </a:lnTo>
                  <a:lnTo>
                    <a:pt x="90011" y="66961"/>
                  </a:lnTo>
                  <a:lnTo>
                    <a:pt x="90202" y="68104"/>
                  </a:lnTo>
                  <a:lnTo>
                    <a:pt x="90392" y="69342"/>
                  </a:lnTo>
                  <a:lnTo>
                    <a:pt x="90392" y="70771"/>
                  </a:lnTo>
                  <a:lnTo>
                    <a:pt x="90011" y="72580"/>
                  </a:lnTo>
                  <a:lnTo>
                    <a:pt x="89154" y="74962"/>
                  </a:lnTo>
                  <a:lnTo>
                    <a:pt x="87916" y="77724"/>
                  </a:lnTo>
                  <a:lnTo>
                    <a:pt x="84868" y="82201"/>
                  </a:lnTo>
                  <a:lnTo>
                    <a:pt x="83439" y="83820"/>
                  </a:lnTo>
                  <a:lnTo>
                    <a:pt x="78010" y="88487"/>
                  </a:lnTo>
                  <a:lnTo>
                    <a:pt x="77153" y="88963"/>
                  </a:lnTo>
                  <a:lnTo>
                    <a:pt x="74676" y="89916"/>
                  </a:lnTo>
                  <a:lnTo>
                    <a:pt x="73342" y="89535"/>
                  </a:lnTo>
                  <a:lnTo>
                    <a:pt x="71628" y="88202"/>
                  </a:lnTo>
                  <a:lnTo>
                    <a:pt x="68771" y="84677"/>
                  </a:lnTo>
                  <a:lnTo>
                    <a:pt x="66484" y="81439"/>
                  </a:lnTo>
                  <a:lnTo>
                    <a:pt x="65818" y="80581"/>
                  </a:lnTo>
                  <a:lnTo>
                    <a:pt x="64961" y="79724"/>
                  </a:lnTo>
                  <a:lnTo>
                    <a:pt x="62865" y="78867"/>
                  </a:lnTo>
                  <a:lnTo>
                    <a:pt x="61436" y="82391"/>
                  </a:lnTo>
                  <a:lnTo>
                    <a:pt x="60484" y="87249"/>
                  </a:lnTo>
                  <a:lnTo>
                    <a:pt x="59722" y="89249"/>
                  </a:lnTo>
                  <a:lnTo>
                    <a:pt x="58674" y="90964"/>
                  </a:lnTo>
                  <a:lnTo>
                    <a:pt x="57245" y="92583"/>
                  </a:lnTo>
                  <a:lnTo>
                    <a:pt x="55817" y="93536"/>
                  </a:lnTo>
                  <a:lnTo>
                    <a:pt x="49721" y="96774"/>
                  </a:lnTo>
                  <a:lnTo>
                    <a:pt x="48006" y="97917"/>
                  </a:lnTo>
                  <a:lnTo>
                    <a:pt x="48387" y="98107"/>
                  </a:lnTo>
                  <a:lnTo>
                    <a:pt x="49054" y="99631"/>
                  </a:lnTo>
                  <a:lnTo>
                    <a:pt x="49054" y="101346"/>
                  </a:lnTo>
                  <a:lnTo>
                    <a:pt x="48673" y="109442"/>
                  </a:lnTo>
                  <a:lnTo>
                    <a:pt x="48292" y="111347"/>
                  </a:lnTo>
                  <a:lnTo>
                    <a:pt x="47434" y="113252"/>
                  </a:lnTo>
                  <a:lnTo>
                    <a:pt x="47911" y="114300"/>
                  </a:lnTo>
                  <a:lnTo>
                    <a:pt x="50768" y="115824"/>
                  </a:lnTo>
                  <a:lnTo>
                    <a:pt x="52102" y="117157"/>
                  </a:lnTo>
                  <a:lnTo>
                    <a:pt x="53054" y="118681"/>
                  </a:lnTo>
                  <a:lnTo>
                    <a:pt x="52959" y="120015"/>
                  </a:lnTo>
                  <a:lnTo>
                    <a:pt x="51340" y="120777"/>
                  </a:lnTo>
                  <a:lnTo>
                    <a:pt x="50101" y="121729"/>
                  </a:lnTo>
                  <a:lnTo>
                    <a:pt x="50483" y="123349"/>
                  </a:lnTo>
                  <a:lnTo>
                    <a:pt x="51816" y="124968"/>
                  </a:lnTo>
                  <a:lnTo>
                    <a:pt x="54578" y="126778"/>
                  </a:lnTo>
                  <a:lnTo>
                    <a:pt x="54864" y="127635"/>
                  </a:lnTo>
                  <a:lnTo>
                    <a:pt x="54769" y="128778"/>
                  </a:lnTo>
                  <a:lnTo>
                    <a:pt x="54674" y="130588"/>
                  </a:lnTo>
                  <a:lnTo>
                    <a:pt x="55054" y="131445"/>
                  </a:lnTo>
                  <a:lnTo>
                    <a:pt x="55531" y="131921"/>
                  </a:lnTo>
                  <a:lnTo>
                    <a:pt x="55721" y="132397"/>
                  </a:lnTo>
                  <a:lnTo>
                    <a:pt x="54959" y="134493"/>
                  </a:lnTo>
                  <a:lnTo>
                    <a:pt x="55150" y="135350"/>
                  </a:lnTo>
                  <a:lnTo>
                    <a:pt x="57912" y="139637"/>
                  </a:lnTo>
                  <a:lnTo>
                    <a:pt x="59150" y="142494"/>
                  </a:lnTo>
                  <a:lnTo>
                    <a:pt x="60865" y="149447"/>
                  </a:lnTo>
                  <a:lnTo>
                    <a:pt x="62389" y="152495"/>
                  </a:lnTo>
                  <a:lnTo>
                    <a:pt x="65151" y="153733"/>
                  </a:lnTo>
                  <a:lnTo>
                    <a:pt x="67913" y="152876"/>
                  </a:lnTo>
                  <a:lnTo>
                    <a:pt x="69533" y="150781"/>
                  </a:lnTo>
                  <a:lnTo>
                    <a:pt x="70295" y="147923"/>
                  </a:lnTo>
                  <a:lnTo>
                    <a:pt x="70675" y="144971"/>
                  </a:lnTo>
                  <a:lnTo>
                    <a:pt x="70580" y="141732"/>
                  </a:lnTo>
                  <a:lnTo>
                    <a:pt x="70866" y="140017"/>
                  </a:lnTo>
                  <a:lnTo>
                    <a:pt x="71628" y="139255"/>
                  </a:lnTo>
                  <a:lnTo>
                    <a:pt x="72580" y="139541"/>
                  </a:lnTo>
                  <a:lnTo>
                    <a:pt x="76771" y="141637"/>
                  </a:lnTo>
                  <a:lnTo>
                    <a:pt x="78200" y="142875"/>
                  </a:lnTo>
                  <a:lnTo>
                    <a:pt x="80582" y="141732"/>
                  </a:lnTo>
                  <a:lnTo>
                    <a:pt x="82296" y="142970"/>
                  </a:lnTo>
                  <a:lnTo>
                    <a:pt x="84011" y="146495"/>
                  </a:lnTo>
                  <a:lnTo>
                    <a:pt x="85058" y="147542"/>
                  </a:lnTo>
                  <a:lnTo>
                    <a:pt x="87154" y="147447"/>
                  </a:lnTo>
                  <a:lnTo>
                    <a:pt x="88106" y="146971"/>
                  </a:lnTo>
                  <a:lnTo>
                    <a:pt x="88868" y="146304"/>
                  </a:lnTo>
                  <a:lnTo>
                    <a:pt x="89630" y="145828"/>
                  </a:lnTo>
                  <a:lnTo>
                    <a:pt x="90583" y="145732"/>
                  </a:lnTo>
                  <a:lnTo>
                    <a:pt x="91250" y="146209"/>
                  </a:lnTo>
                  <a:lnTo>
                    <a:pt x="92107" y="147066"/>
                  </a:lnTo>
                  <a:lnTo>
                    <a:pt x="92774" y="148019"/>
                  </a:lnTo>
                  <a:lnTo>
                    <a:pt x="93154" y="148780"/>
                  </a:lnTo>
                  <a:lnTo>
                    <a:pt x="93345" y="150686"/>
                  </a:lnTo>
                  <a:lnTo>
                    <a:pt x="92488" y="154305"/>
                  </a:lnTo>
                  <a:lnTo>
                    <a:pt x="92297" y="158020"/>
                  </a:lnTo>
                  <a:lnTo>
                    <a:pt x="92774" y="165925"/>
                  </a:lnTo>
                  <a:lnTo>
                    <a:pt x="92964" y="166878"/>
                  </a:lnTo>
                  <a:lnTo>
                    <a:pt x="93536" y="167069"/>
                  </a:lnTo>
                  <a:lnTo>
                    <a:pt x="94107" y="167164"/>
                  </a:lnTo>
                  <a:lnTo>
                    <a:pt x="94583" y="167545"/>
                  </a:lnTo>
                  <a:lnTo>
                    <a:pt x="95441" y="170307"/>
                  </a:lnTo>
                  <a:lnTo>
                    <a:pt x="95155" y="173260"/>
                  </a:lnTo>
                  <a:lnTo>
                    <a:pt x="93250" y="179261"/>
                  </a:lnTo>
                  <a:lnTo>
                    <a:pt x="92678" y="181928"/>
                  </a:lnTo>
                  <a:lnTo>
                    <a:pt x="92583" y="184785"/>
                  </a:lnTo>
                  <a:lnTo>
                    <a:pt x="93440" y="190690"/>
                  </a:lnTo>
                  <a:lnTo>
                    <a:pt x="94107" y="192214"/>
                  </a:lnTo>
                  <a:lnTo>
                    <a:pt x="95059" y="192691"/>
                  </a:lnTo>
                  <a:lnTo>
                    <a:pt x="96107" y="193072"/>
                  </a:lnTo>
                  <a:lnTo>
                    <a:pt x="97346" y="194310"/>
                  </a:lnTo>
                  <a:lnTo>
                    <a:pt x="97822" y="196120"/>
                  </a:lnTo>
                  <a:lnTo>
                    <a:pt x="97346" y="197739"/>
                  </a:lnTo>
                  <a:lnTo>
                    <a:pt x="96488" y="199263"/>
                  </a:lnTo>
                  <a:lnTo>
                    <a:pt x="95821" y="200882"/>
                  </a:lnTo>
                  <a:lnTo>
                    <a:pt x="97631" y="208788"/>
                  </a:lnTo>
                  <a:lnTo>
                    <a:pt x="97726" y="209550"/>
                  </a:lnTo>
                  <a:lnTo>
                    <a:pt x="97441" y="210503"/>
                  </a:lnTo>
                  <a:lnTo>
                    <a:pt x="96298" y="211836"/>
                  </a:lnTo>
                  <a:lnTo>
                    <a:pt x="96012" y="212788"/>
                  </a:lnTo>
                  <a:lnTo>
                    <a:pt x="96298" y="214503"/>
                  </a:lnTo>
                  <a:lnTo>
                    <a:pt x="98203" y="217361"/>
                  </a:lnTo>
                  <a:lnTo>
                    <a:pt x="98870" y="218980"/>
                  </a:lnTo>
                  <a:lnTo>
                    <a:pt x="98774" y="220885"/>
                  </a:lnTo>
                  <a:lnTo>
                    <a:pt x="97536" y="224123"/>
                  </a:lnTo>
                  <a:lnTo>
                    <a:pt x="97346" y="226028"/>
                  </a:lnTo>
                  <a:lnTo>
                    <a:pt x="98488" y="228886"/>
                  </a:lnTo>
                  <a:lnTo>
                    <a:pt x="98584" y="229648"/>
                  </a:lnTo>
                  <a:lnTo>
                    <a:pt x="98584" y="230410"/>
                  </a:lnTo>
                  <a:lnTo>
                    <a:pt x="98584" y="231172"/>
                  </a:lnTo>
                  <a:lnTo>
                    <a:pt x="98870" y="232029"/>
                  </a:lnTo>
                  <a:lnTo>
                    <a:pt x="99250" y="233839"/>
                  </a:lnTo>
                  <a:lnTo>
                    <a:pt x="98679" y="235553"/>
                  </a:lnTo>
                  <a:lnTo>
                    <a:pt x="97060" y="238506"/>
                  </a:lnTo>
                  <a:lnTo>
                    <a:pt x="96488" y="241554"/>
                  </a:lnTo>
                  <a:lnTo>
                    <a:pt x="96203" y="253079"/>
                  </a:lnTo>
                  <a:lnTo>
                    <a:pt x="95917" y="254794"/>
                  </a:lnTo>
                  <a:lnTo>
                    <a:pt x="95441" y="256413"/>
                  </a:lnTo>
                  <a:lnTo>
                    <a:pt x="94583" y="257937"/>
                  </a:lnTo>
                  <a:lnTo>
                    <a:pt x="91440" y="261747"/>
                  </a:lnTo>
                  <a:lnTo>
                    <a:pt x="90773" y="263557"/>
                  </a:lnTo>
                  <a:lnTo>
                    <a:pt x="90392" y="265271"/>
                  </a:lnTo>
                  <a:lnTo>
                    <a:pt x="90202" y="266795"/>
                  </a:lnTo>
                  <a:lnTo>
                    <a:pt x="90678" y="267653"/>
                  </a:lnTo>
                  <a:lnTo>
                    <a:pt x="92297" y="267367"/>
                  </a:lnTo>
                  <a:lnTo>
                    <a:pt x="92964" y="268129"/>
                  </a:lnTo>
                  <a:lnTo>
                    <a:pt x="94964" y="272415"/>
                  </a:lnTo>
                  <a:lnTo>
                    <a:pt x="95250" y="273844"/>
                  </a:lnTo>
                  <a:lnTo>
                    <a:pt x="94869" y="274701"/>
                  </a:lnTo>
                  <a:lnTo>
                    <a:pt x="94202" y="275177"/>
                  </a:lnTo>
                  <a:lnTo>
                    <a:pt x="93726" y="275654"/>
                  </a:lnTo>
                  <a:lnTo>
                    <a:pt x="93726" y="277558"/>
                  </a:lnTo>
                  <a:lnTo>
                    <a:pt x="93250" y="278225"/>
                  </a:lnTo>
                  <a:lnTo>
                    <a:pt x="90392" y="280606"/>
                  </a:lnTo>
                  <a:lnTo>
                    <a:pt x="89249" y="280702"/>
                  </a:lnTo>
                  <a:lnTo>
                    <a:pt x="88773" y="279749"/>
                  </a:lnTo>
                  <a:lnTo>
                    <a:pt x="88868" y="276511"/>
                  </a:lnTo>
                  <a:lnTo>
                    <a:pt x="88392" y="276415"/>
                  </a:lnTo>
                  <a:lnTo>
                    <a:pt x="86963" y="276892"/>
                  </a:lnTo>
                  <a:lnTo>
                    <a:pt x="83820" y="277654"/>
                  </a:lnTo>
                  <a:lnTo>
                    <a:pt x="82867" y="278606"/>
                  </a:lnTo>
                  <a:lnTo>
                    <a:pt x="82487" y="279940"/>
                  </a:lnTo>
                  <a:lnTo>
                    <a:pt x="82582" y="281464"/>
                  </a:lnTo>
                  <a:lnTo>
                    <a:pt x="83153" y="282988"/>
                  </a:lnTo>
                  <a:lnTo>
                    <a:pt x="84582" y="286131"/>
                  </a:lnTo>
                  <a:lnTo>
                    <a:pt x="84963" y="287750"/>
                  </a:lnTo>
                  <a:lnTo>
                    <a:pt x="84868" y="289750"/>
                  </a:lnTo>
                  <a:lnTo>
                    <a:pt x="85439" y="290894"/>
                  </a:lnTo>
                  <a:lnTo>
                    <a:pt x="86201" y="290989"/>
                  </a:lnTo>
                  <a:lnTo>
                    <a:pt x="87154" y="290894"/>
                  </a:lnTo>
                  <a:lnTo>
                    <a:pt x="88106" y="291179"/>
                  </a:lnTo>
                  <a:lnTo>
                    <a:pt x="88868" y="291941"/>
                  </a:lnTo>
                  <a:lnTo>
                    <a:pt x="91440" y="295942"/>
                  </a:lnTo>
                  <a:lnTo>
                    <a:pt x="92202" y="297656"/>
                  </a:lnTo>
                  <a:lnTo>
                    <a:pt x="92583" y="298037"/>
                  </a:lnTo>
                  <a:lnTo>
                    <a:pt x="93536" y="298323"/>
                  </a:lnTo>
                  <a:lnTo>
                    <a:pt x="94012" y="298895"/>
                  </a:lnTo>
                  <a:lnTo>
                    <a:pt x="94202" y="300038"/>
                  </a:lnTo>
                  <a:lnTo>
                    <a:pt x="94012" y="301180"/>
                  </a:lnTo>
                  <a:lnTo>
                    <a:pt x="93631" y="302323"/>
                  </a:lnTo>
                  <a:lnTo>
                    <a:pt x="93059" y="303181"/>
                  </a:lnTo>
                  <a:lnTo>
                    <a:pt x="88868" y="306419"/>
                  </a:lnTo>
                  <a:lnTo>
                    <a:pt x="87630" y="306896"/>
                  </a:lnTo>
                  <a:lnTo>
                    <a:pt x="86868" y="306800"/>
                  </a:lnTo>
                  <a:lnTo>
                    <a:pt x="86106" y="306419"/>
                  </a:lnTo>
                  <a:lnTo>
                    <a:pt x="83820" y="305562"/>
                  </a:lnTo>
                  <a:lnTo>
                    <a:pt x="82010" y="304038"/>
                  </a:lnTo>
                  <a:lnTo>
                    <a:pt x="80963" y="303562"/>
                  </a:lnTo>
                  <a:lnTo>
                    <a:pt x="79534" y="303657"/>
                  </a:lnTo>
                  <a:lnTo>
                    <a:pt x="78676" y="304229"/>
                  </a:lnTo>
                  <a:lnTo>
                    <a:pt x="76771" y="306514"/>
                  </a:lnTo>
                  <a:lnTo>
                    <a:pt x="75724" y="307467"/>
                  </a:lnTo>
                  <a:lnTo>
                    <a:pt x="75057" y="308896"/>
                  </a:lnTo>
                  <a:lnTo>
                    <a:pt x="74009" y="311944"/>
                  </a:lnTo>
                  <a:lnTo>
                    <a:pt x="73438" y="312611"/>
                  </a:lnTo>
                  <a:lnTo>
                    <a:pt x="72771" y="313087"/>
                  </a:lnTo>
                  <a:lnTo>
                    <a:pt x="72295" y="313658"/>
                  </a:lnTo>
                  <a:lnTo>
                    <a:pt x="72200" y="314706"/>
                  </a:lnTo>
                  <a:lnTo>
                    <a:pt x="72104" y="315754"/>
                  </a:lnTo>
                  <a:lnTo>
                    <a:pt x="71914" y="316516"/>
                  </a:lnTo>
                  <a:lnTo>
                    <a:pt x="68866" y="320326"/>
                  </a:lnTo>
                  <a:lnTo>
                    <a:pt x="68390" y="321373"/>
                  </a:lnTo>
                  <a:lnTo>
                    <a:pt x="67437" y="325279"/>
                  </a:lnTo>
                  <a:lnTo>
                    <a:pt x="66580" y="326612"/>
                  </a:lnTo>
                  <a:lnTo>
                    <a:pt x="65437" y="327565"/>
                  </a:lnTo>
                  <a:lnTo>
                    <a:pt x="63817" y="328422"/>
                  </a:lnTo>
                  <a:lnTo>
                    <a:pt x="62008" y="328994"/>
                  </a:lnTo>
                  <a:lnTo>
                    <a:pt x="60960" y="328803"/>
                  </a:lnTo>
                  <a:lnTo>
                    <a:pt x="58579" y="326422"/>
                  </a:lnTo>
                  <a:lnTo>
                    <a:pt x="57436" y="325850"/>
                  </a:lnTo>
                  <a:lnTo>
                    <a:pt x="50863" y="323469"/>
                  </a:lnTo>
                  <a:lnTo>
                    <a:pt x="50101" y="323659"/>
                  </a:lnTo>
                  <a:lnTo>
                    <a:pt x="49911" y="324707"/>
                  </a:lnTo>
                  <a:lnTo>
                    <a:pt x="50006" y="328994"/>
                  </a:lnTo>
                  <a:lnTo>
                    <a:pt x="49625" y="330422"/>
                  </a:lnTo>
                  <a:lnTo>
                    <a:pt x="48673" y="331470"/>
                  </a:lnTo>
                  <a:lnTo>
                    <a:pt x="47244" y="332804"/>
                  </a:lnTo>
                  <a:lnTo>
                    <a:pt x="46863" y="333470"/>
                  </a:lnTo>
                  <a:lnTo>
                    <a:pt x="46768" y="334042"/>
                  </a:lnTo>
                  <a:lnTo>
                    <a:pt x="47244" y="336328"/>
                  </a:lnTo>
                  <a:lnTo>
                    <a:pt x="47530" y="337090"/>
                  </a:lnTo>
                  <a:lnTo>
                    <a:pt x="47816" y="337947"/>
                  </a:lnTo>
                  <a:lnTo>
                    <a:pt x="47625" y="341281"/>
                  </a:lnTo>
                  <a:lnTo>
                    <a:pt x="47816" y="342614"/>
                  </a:lnTo>
                  <a:lnTo>
                    <a:pt x="47530" y="343186"/>
                  </a:lnTo>
                  <a:lnTo>
                    <a:pt x="46006" y="343471"/>
                  </a:lnTo>
                  <a:lnTo>
                    <a:pt x="44863" y="344329"/>
                  </a:lnTo>
                  <a:lnTo>
                    <a:pt x="43815" y="346234"/>
                  </a:lnTo>
                  <a:lnTo>
                    <a:pt x="42482" y="349948"/>
                  </a:lnTo>
                  <a:lnTo>
                    <a:pt x="41529" y="350901"/>
                  </a:lnTo>
                  <a:lnTo>
                    <a:pt x="38291" y="352615"/>
                  </a:lnTo>
                  <a:lnTo>
                    <a:pt x="36957" y="353473"/>
                  </a:lnTo>
                  <a:lnTo>
                    <a:pt x="33338" y="358235"/>
                  </a:lnTo>
                  <a:lnTo>
                    <a:pt x="31623" y="359188"/>
                  </a:lnTo>
                  <a:lnTo>
                    <a:pt x="30004" y="359378"/>
                  </a:lnTo>
                  <a:lnTo>
                    <a:pt x="29146" y="358616"/>
                  </a:lnTo>
                  <a:lnTo>
                    <a:pt x="28575" y="357378"/>
                  </a:lnTo>
                  <a:lnTo>
                    <a:pt x="27718" y="355949"/>
                  </a:lnTo>
                  <a:lnTo>
                    <a:pt x="24765" y="354425"/>
                  </a:lnTo>
                  <a:lnTo>
                    <a:pt x="22955" y="356521"/>
                  </a:lnTo>
                  <a:lnTo>
                    <a:pt x="21050" y="363474"/>
                  </a:lnTo>
                  <a:lnTo>
                    <a:pt x="19241" y="367379"/>
                  </a:lnTo>
                  <a:lnTo>
                    <a:pt x="17907" y="369475"/>
                  </a:lnTo>
                  <a:lnTo>
                    <a:pt x="16574" y="370427"/>
                  </a:lnTo>
                  <a:lnTo>
                    <a:pt x="15145" y="370904"/>
                  </a:lnTo>
                  <a:lnTo>
                    <a:pt x="14859" y="371665"/>
                  </a:lnTo>
                  <a:lnTo>
                    <a:pt x="15335" y="374904"/>
                  </a:lnTo>
                  <a:lnTo>
                    <a:pt x="15145" y="380905"/>
                  </a:lnTo>
                  <a:lnTo>
                    <a:pt x="15526" y="383762"/>
                  </a:lnTo>
                  <a:lnTo>
                    <a:pt x="16764" y="386429"/>
                  </a:lnTo>
                  <a:lnTo>
                    <a:pt x="19717" y="388715"/>
                  </a:lnTo>
                  <a:lnTo>
                    <a:pt x="20669" y="390144"/>
                  </a:lnTo>
                  <a:lnTo>
                    <a:pt x="20098" y="391858"/>
                  </a:lnTo>
                  <a:lnTo>
                    <a:pt x="18764" y="392621"/>
                  </a:lnTo>
                  <a:lnTo>
                    <a:pt x="17050" y="392621"/>
                  </a:lnTo>
                  <a:lnTo>
                    <a:pt x="13716" y="391954"/>
                  </a:lnTo>
                  <a:lnTo>
                    <a:pt x="12001" y="392335"/>
                  </a:lnTo>
                  <a:lnTo>
                    <a:pt x="10287" y="393478"/>
                  </a:lnTo>
                  <a:lnTo>
                    <a:pt x="7239" y="396145"/>
                  </a:lnTo>
                  <a:lnTo>
                    <a:pt x="1810" y="399764"/>
                  </a:lnTo>
                  <a:lnTo>
                    <a:pt x="1810" y="399764"/>
                  </a:lnTo>
                  <a:lnTo>
                    <a:pt x="1524" y="401669"/>
                  </a:lnTo>
                  <a:lnTo>
                    <a:pt x="2000" y="412623"/>
                  </a:lnTo>
                  <a:lnTo>
                    <a:pt x="0" y="424529"/>
                  </a:lnTo>
                  <a:lnTo>
                    <a:pt x="0" y="426530"/>
                  </a:lnTo>
                  <a:lnTo>
                    <a:pt x="476" y="427196"/>
                  </a:lnTo>
                  <a:lnTo>
                    <a:pt x="6953" y="426244"/>
                  </a:lnTo>
                  <a:lnTo>
                    <a:pt x="8858" y="426148"/>
                  </a:lnTo>
                  <a:lnTo>
                    <a:pt x="10096" y="426434"/>
                  </a:lnTo>
                  <a:lnTo>
                    <a:pt x="10668" y="427101"/>
                  </a:lnTo>
                  <a:lnTo>
                    <a:pt x="11049" y="427863"/>
                  </a:lnTo>
                  <a:lnTo>
                    <a:pt x="11335" y="428815"/>
                  </a:lnTo>
                  <a:lnTo>
                    <a:pt x="11430" y="429673"/>
                  </a:lnTo>
                  <a:lnTo>
                    <a:pt x="11906" y="430721"/>
                  </a:lnTo>
                  <a:lnTo>
                    <a:pt x="13335" y="431863"/>
                  </a:lnTo>
                  <a:lnTo>
                    <a:pt x="13907" y="432721"/>
                  </a:lnTo>
                  <a:lnTo>
                    <a:pt x="14002" y="434530"/>
                  </a:lnTo>
                  <a:lnTo>
                    <a:pt x="12859" y="435007"/>
                  </a:lnTo>
                  <a:lnTo>
                    <a:pt x="11144" y="435197"/>
                  </a:lnTo>
                  <a:lnTo>
                    <a:pt x="9906" y="436150"/>
                  </a:lnTo>
                  <a:lnTo>
                    <a:pt x="10478" y="438436"/>
                  </a:lnTo>
                  <a:lnTo>
                    <a:pt x="16383" y="440531"/>
                  </a:lnTo>
                  <a:lnTo>
                    <a:pt x="16764" y="443674"/>
                  </a:lnTo>
                  <a:lnTo>
                    <a:pt x="16383" y="444341"/>
                  </a:lnTo>
                  <a:lnTo>
                    <a:pt x="15812" y="444817"/>
                  </a:lnTo>
                  <a:lnTo>
                    <a:pt x="15240" y="445389"/>
                  </a:lnTo>
                  <a:lnTo>
                    <a:pt x="15050" y="446341"/>
                  </a:lnTo>
                  <a:lnTo>
                    <a:pt x="15240" y="447389"/>
                  </a:lnTo>
                  <a:lnTo>
                    <a:pt x="16383" y="448913"/>
                  </a:lnTo>
                  <a:lnTo>
                    <a:pt x="16764" y="449866"/>
                  </a:lnTo>
                  <a:lnTo>
                    <a:pt x="16478" y="451866"/>
                  </a:lnTo>
                  <a:lnTo>
                    <a:pt x="15526" y="453866"/>
                  </a:lnTo>
                  <a:lnTo>
                    <a:pt x="191" y="469678"/>
                  </a:lnTo>
                  <a:lnTo>
                    <a:pt x="1524" y="471392"/>
                  </a:lnTo>
                  <a:lnTo>
                    <a:pt x="4667" y="472821"/>
                  </a:lnTo>
                  <a:lnTo>
                    <a:pt x="7715" y="474916"/>
                  </a:lnTo>
                  <a:lnTo>
                    <a:pt x="8096" y="475583"/>
                  </a:lnTo>
                  <a:lnTo>
                    <a:pt x="8477" y="476345"/>
                  </a:lnTo>
                  <a:lnTo>
                    <a:pt x="8858" y="478060"/>
                  </a:lnTo>
                  <a:lnTo>
                    <a:pt x="9811" y="476631"/>
                  </a:lnTo>
                  <a:lnTo>
                    <a:pt x="10668" y="476155"/>
                  </a:lnTo>
                  <a:lnTo>
                    <a:pt x="11335" y="475869"/>
                  </a:lnTo>
                  <a:lnTo>
                    <a:pt x="13049" y="475297"/>
                  </a:lnTo>
                  <a:lnTo>
                    <a:pt x="14669" y="474536"/>
                  </a:lnTo>
                  <a:lnTo>
                    <a:pt x="18764" y="470440"/>
                  </a:lnTo>
                  <a:lnTo>
                    <a:pt x="20288" y="469392"/>
                  </a:lnTo>
                  <a:lnTo>
                    <a:pt x="22003" y="468821"/>
                  </a:lnTo>
                  <a:lnTo>
                    <a:pt x="23241" y="468725"/>
                  </a:lnTo>
                  <a:lnTo>
                    <a:pt x="24289" y="468344"/>
                  </a:lnTo>
                  <a:lnTo>
                    <a:pt x="25813" y="467201"/>
                  </a:lnTo>
                  <a:lnTo>
                    <a:pt x="28956" y="463487"/>
                  </a:lnTo>
                  <a:lnTo>
                    <a:pt x="30099" y="462724"/>
                  </a:lnTo>
                  <a:lnTo>
                    <a:pt x="47244" y="455866"/>
                  </a:lnTo>
                  <a:lnTo>
                    <a:pt x="53340" y="454438"/>
                  </a:lnTo>
                  <a:lnTo>
                    <a:pt x="56388" y="454533"/>
                  </a:lnTo>
                  <a:lnTo>
                    <a:pt x="62294" y="456057"/>
                  </a:lnTo>
                  <a:lnTo>
                    <a:pt x="65246" y="456057"/>
                  </a:lnTo>
                  <a:lnTo>
                    <a:pt x="66580" y="455581"/>
                  </a:lnTo>
                  <a:lnTo>
                    <a:pt x="69151" y="454057"/>
                  </a:lnTo>
                  <a:lnTo>
                    <a:pt x="70485" y="453580"/>
                  </a:lnTo>
                  <a:lnTo>
                    <a:pt x="73628" y="453390"/>
                  </a:lnTo>
                  <a:lnTo>
                    <a:pt x="76771" y="453580"/>
                  </a:lnTo>
                  <a:lnTo>
                    <a:pt x="79058" y="454152"/>
                  </a:lnTo>
                  <a:lnTo>
                    <a:pt x="82296" y="456533"/>
                  </a:lnTo>
                  <a:lnTo>
                    <a:pt x="84392" y="457581"/>
                  </a:lnTo>
                  <a:lnTo>
                    <a:pt x="85630" y="458153"/>
                  </a:lnTo>
                  <a:lnTo>
                    <a:pt x="86582" y="457486"/>
                  </a:lnTo>
                  <a:lnTo>
                    <a:pt x="87821" y="457105"/>
                  </a:lnTo>
                  <a:lnTo>
                    <a:pt x="90011" y="455962"/>
                  </a:lnTo>
                  <a:lnTo>
                    <a:pt x="93345" y="455390"/>
                  </a:lnTo>
                  <a:lnTo>
                    <a:pt x="96107" y="454152"/>
                  </a:lnTo>
                  <a:lnTo>
                    <a:pt x="104204" y="453485"/>
                  </a:lnTo>
                  <a:lnTo>
                    <a:pt x="107251" y="452628"/>
                  </a:lnTo>
                  <a:lnTo>
                    <a:pt x="108013" y="452056"/>
                  </a:lnTo>
                  <a:lnTo>
                    <a:pt x="108109" y="452247"/>
                  </a:lnTo>
                  <a:lnTo>
                    <a:pt x="108680" y="454819"/>
                  </a:lnTo>
                  <a:lnTo>
                    <a:pt x="107251" y="457486"/>
                  </a:lnTo>
                  <a:lnTo>
                    <a:pt x="100013" y="462344"/>
                  </a:lnTo>
                  <a:lnTo>
                    <a:pt x="96107" y="465772"/>
                  </a:lnTo>
                  <a:lnTo>
                    <a:pt x="94774" y="466344"/>
                  </a:lnTo>
                  <a:lnTo>
                    <a:pt x="93250" y="466820"/>
                  </a:lnTo>
                  <a:lnTo>
                    <a:pt x="91916" y="467392"/>
                  </a:lnTo>
                  <a:lnTo>
                    <a:pt x="91535" y="468154"/>
                  </a:lnTo>
                  <a:lnTo>
                    <a:pt x="92107" y="468821"/>
                  </a:lnTo>
                  <a:lnTo>
                    <a:pt x="92774" y="470249"/>
                  </a:lnTo>
                  <a:lnTo>
                    <a:pt x="92678" y="471011"/>
                  </a:lnTo>
                  <a:lnTo>
                    <a:pt x="92012" y="473107"/>
                  </a:lnTo>
                  <a:lnTo>
                    <a:pt x="91916" y="474250"/>
                  </a:lnTo>
                  <a:lnTo>
                    <a:pt x="92488" y="480631"/>
                  </a:lnTo>
                  <a:lnTo>
                    <a:pt x="92297" y="481394"/>
                  </a:lnTo>
                  <a:lnTo>
                    <a:pt x="91916" y="481870"/>
                  </a:lnTo>
                  <a:lnTo>
                    <a:pt x="91916" y="482346"/>
                  </a:lnTo>
                  <a:lnTo>
                    <a:pt x="92869" y="483203"/>
                  </a:lnTo>
                  <a:lnTo>
                    <a:pt x="93631" y="483489"/>
                  </a:lnTo>
                  <a:lnTo>
                    <a:pt x="95441" y="483489"/>
                  </a:lnTo>
                  <a:lnTo>
                    <a:pt x="97917" y="484251"/>
                  </a:lnTo>
                  <a:lnTo>
                    <a:pt x="101060" y="484822"/>
                  </a:lnTo>
                  <a:lnTo>
                    <a:pt x="102299" y="485775"/>
                  </a:lnTo>
                  <a:lnTo>
                    <a:pt x="102775" y="487013"/>
                  </a:lnTo>
                  <a:lnTo>
                    <a:pt x="102870" y="491490"/>
                  </a:lnTo>
                  <a:lnTo>
                    <a:pt x="103442" y="492919"/>
                  </a:lnTo>
                  <a:lnTo>
                    <a:pt x="106775" y="498253"/>
                  </a:lnTo>
                  <a:lnTo>
                    <a:pt x="107251" y="498634"/>
                  </a:lnTo>
                  <a:lnTo>
                    <a:pt x="107347" y="499110"/>
                  </a:lnTo>
                  <a:lnTo>
                    <a:pt x="106775" y="500253"/>
                  </a:lnTo>
                  <a:lnTo>
                    <a:pt x="106299" y="500920"/>
                  </a:lnTo>
                  <a:lnTo>
                    <a:pt x="102489" y="503111"/>
                  </a:lnTo>
                  <a:lnTo>
                    <a:pt x="101537" y="504063"/>
                  </a:lnTo>
                  <a:lnTo>
                    <a:pt x="101251" y="505301"/>
                  </a:lnTo>
                  <a:lnTo>
                    <a:pt x="102775" y="509778"/>
                  </a:lnTo>
                  <a:lnTo>
                    <a:pt x="103632" y="510445"/>
                  </a:lnTo>
                  <a:lnTo>
                    <a:pt x="105251" y="509873"/>
                  </a:lnTo>
                  <a:lnTo>
                    <a:pt x="106680" y="509873"/>
                  </a:lnTo>
                  <a:lnTo>
                    <a:pt x="107918" y="511016"/>
                  </a:lnTo>
                  <a:lnTo>
                    <a:pt x="108871" y="512826"/>
                  </a:lnTo>
                  <a:lnTo>
                    <a:pt x="109919" y="516255"/>
                  </a:lnTo>
                  <a:lnTo>
                    <a:pt x="110204" y="517970"/>
                  </a:lnTo>
                  <a:lnTo>
                    <a:pt x="110014" y="519589"/>
                  </a:lnTo>
                  <a:lnTo>
                    <a:pt x="109347" y="521208"/>
                  </a:lnTo>
                  <a:lnTo>
                    <a:pt x="108680" y="521589"/>
                  </a:lnTo>
                  <a:lnTo>
                    <a:pt x="107728" y="521970"/>
                  </a:lnTo>
                  <a:lnTo>
                    <a:pt x="107061" y="522446"/>
                  </a:lnTo>
                  <a:lnTo>
                    <a:pt x="107061" y="523304"/>
                  </a:lnTo>
                  <a:lnTo>
                    <a:pt x="107633" y="523494"/>
                  </a:lnTo>
                  <a:lnTo>
                    <a:pt x="110490" y="523494"/>
                  </a:lnTo>
                  <a:lnTo>
                    <a:pt x="111633" y="525685"/>
                  </a:lnTo>
                  <a:lnTo>
                    <a:pt x="107633" y="533019"/>
                  </a:lnTo>
                  <a:lnTo>
                    <a:pt x="107537" y="535877"/>
                  </a:lnTo>
                  <a:lnTo>
                    <a:pt x="113443" y="536543"/>
                  </a:lnTo>
                  <a:lnTo>
                    <a:pt x="116491" y="537400"/>
                  </a:lnTo>
                  <a:lnTo>
                    <a:pt x="118015" y="537591"/>
                  </a:lnTo>
                  <a:lnTo>
                    <a:pt x="119539" y="537400"/>
                  </a:lnTo>
                  <a:lnTo>
                    <a:pt x="120872" y="537591"/>
                  </a:lnTo>
                  <a:lnTo>
                    <a:pt x="121444" y="538734"/>
                  </a:lnTo>
                  <a:lnTo>
                    <a:pt x="121920" y="540448"/>
                  </a:lnTo>
                  <a:lnTo>
                    <a:pt x="123158" y="541972"/>
                  </a:lnTo>
                  <a:lnTo>
                    <a:pt x="124778" y="542639"/>
                  </a:lnTo>
                  <a:lnTo>
                    <a:pt x="126111" y="542639"/>
                  </a:lnTo>
                  <a:lnTo>
                    <a:pt x="129159" y="542258"/>
                  </a:lnTo>
                  <a:lnTo>
                    <a:pt x="129826" y="542354"/>
                  </a:lnTo>
                  <a:lnTo>
                    <a:pt x="131921" y="542925"/>
                  </a:lnTo>
                  <a:lnTo>
                    <a:pt x="133064" y="543115"/>
                  </a:lnTo>
                  <a:lnTo>
                    <a:pt x="133350" y="543211"/>
                  </a:lnTo>
                  <a:lnTo>
                    <a:pt x="133541" y="543211"/>
                  </a:lnTo>
                  <a:lnTo>
                    <a:pt x="134303" y="543115"/>
                  </a:lnTo>
                  <a:lnTo>
                    <a:pt x="134684" y="543401"/>
                  </a:lnTo>
                  <a:lnTo>
                    <a:pt x="134779" y="545021"/>
                  </a:lnTo>
                  <a:lnTo>
                    <a:pt x="134969" y="545592"/>
                  </a:lnTo>
                  <a:lnTo>
                    <a:pt x="135541" y="546068"/>
                  </a:lnTo>
                  <a:lnTo>
                    <a:pt x="136112" y="546449"/>
                  </a:lnTo>
                  <a:lnTo>
                    <a:pt x="136779" y="546449"/>
                  </a:lnTo>
                  <a:lnTo>
                    <a:pt x="137636" y="546068"/>
                  </a:lnTo>
                  <a:lnTo>
                    <a:pt x="139351" y="544544"/>
                  </a:lnTo>
                  <a:lnTo>
                    <a:pt x="140113" y="544163"/>
                  </a:lnTo>
                  <a:lnTo>
                    <a:pt x="141542" y="543782"/>
                  </a:lnTo>
                  <a:lnTo>
                    <a:pt x="142304" y="543020"/>
                  </a:lnTo>
                  <a:lnTo>
                    <a:pt x="142970" y="541687"/>
                  </a:lnTo>
                  <a:lnTo>
                    <a:pt x="143923" y="540448"/>
                  </a:lnTo>
                  <a:lnTo>
                    <a:pt x="145447" y="540258"/>
                  </a:lnTo>
                  <a:lnTo>
                    <a:pt x="146875" y="541115"/>
                  </a:lnTo>
                  <a:lnTo>
                    <a:pt x="149257" y="544354"/>
                  </a:lnTo>
                  <a:lnTo>
                    <a:pt x="151067" y="545497"/>
                  </a:lnTo>
                  <a:lnTo>
                    <a:pt x="156972" y="545687"/>
                  </a:lnTo>
                  <a:lnTo>
                    <a:pt x="158210" y="546449"/>
                  </a:lnTo>
                  <a:lnTo>
                    <a:pt x="158401" y="547688"/>
                  </a:lnTo>
                  <a:lnTo>
                    <a:pt x="158115" y="548926"/>
                  </a:lnTo>
                  <a:lnTo>
                    <a:pt x="158020" y="550355"/>
                  </a:lnTo>
                  <a:lnTo>
                    <a:pt x="158687" y="551783"/>
                  </a:lnTo>
                  <a:lnTo>
                    <a:pt x="161544" y="555784"/>
                  </a:lnTo>
                  <a:lnTo>
                    <a:pt x="161830" y="557784"/>
                  </a:lnTo>
                  <a:lnTo>
                    <a:pt x="160020" y="559308"/>
                  </a:lnTo>
                  <a:lnTo>
                    <a:pt x="157544" y="559117"/>
                  </a:lnTo>
                  <a:lnTo>
                    <a:pt x="153162" y="556831"/>
                  </a:lnTo>
                  <a:lnTo>
                    <a:pt x="151829" y="557403"/>
                  </a:lnTo>
                  <a:lnTo>
                    <a:pt x="151638" y="558355"/>
                  </a:lnTo>
                  <a:lnTo>
                    <a:pt x="152114" y="562261"/>
                  </a:lnTo>
                  <a:lnTo>
                    <a:pt x="151924" y="563785"/>
                  </a:lnTo>
                  <a:lnTo>
                    <a:pt x="151067" y="565118"/>
                  </a:lnTo>
                  <a:lnTo>
                    <a:pt x="149066" y="567499"/>
                  </a:lnTo>
                  <a:lnTo>
                    <a:pt x="147447" y="570833"/>
                  </a:lnTo>
                  <a:lnTo>
                    <a:pt x="146780" y="571405"/>
                  </a:lnTo>
                  <a:lnTo>
                    <a:pt x="145828" y="571690"/>
                  </a:lnTo>
                  <a:lnTo>
                    <a:pt x="144971" y="572072"/>
                  </a:lnTo>
                  <a:lnTo>
                    <a:pt x="144113" y="572643"/>
                  </a:lnTo>
                  <a:lnTo>
                    <a:pt x="143446" y="573405"/>
                  </a:lnTo>
                  <a:lnTo>
                    <a:pt x="143351" y="575596"/>
                  </a:lnTo>
                  <a:lnTo>
                    <a:pt x="147161" y="585121"/>
                  </a:lnTo>
                  <a:lnTo>
                    <a:pt x="147352" y="587026"/>
                  </a:lnTo>
                  <a:lnTo>
                    <a:pt x="146495" y="589883"/>
                  </a:lnTo>
                  <a:lnTo>
                    <a:pt x="146304" y="591598"/>
                  </a:lnTo>
                  <a:lnTo>
                    <a:pt x="146495" y="592550"/>
                  </a:lnTo>
                  <a:lnTo>
                    <a:pt x="147257" y="593979"/>
                  </a:lnTo>
                  <a:lnTo>
                    <a:pt x="147352" y="594931"/>
                  </a:lnTo>
                  <a:lnTo>
                    <a:pt x="147066" y="595884"/>
                  </a:lnTo>
                  <a:lnTo>
                    <a:pt x="146399" y="596837"/>
                  </a:lnTo>
                  <a:lnTo>
                    <a:pt x="141351" y="602075"/>
                  </a:lnTo>
                  <a:lnTo>
                    <a:pt x="138208" y="603695"/>
                  </a:lnTo>
                  <a:lnTo>
                    <a:pt x="137732" y="604838"/>
                  </a:lnTo>
                  <a:lnTo>
                    <a:pt x="138017" y="605409"/>
                  </a:lnTo>
                  <a:lnTo>
                    <a:pt x="138494" y="605980"/>
                  </a:lnTo>
                  <a:lnTo>
                    <a:pt x="138684" y="607123"/>
                  </a:lnTo>
                  <a:lnTo>
                    <a:pt x="138303" y="608171"/>
                  </a:lnTo>
                  <a:lnTo>
                    <a:pt x="136874" y="609886"/>
                  </a:lnTo>
                  <a:lnTo>
                    <a:pt x="136208" y="610838"/>
                  </a:lnTo>
                  <a:lnTo>
                    <a:pt x="135255" y="615029"/>
                  </a:lnTo>
                  <a:lnTo>
                    <a:pt x="134684" y="616363"/>
                  </a:lnTo>
                  <a:lnTo>
                    <a:pt x="132112" y="619887"/>
                  </a:lnTo>
                  <a:lnTo>
                    <a:pt x="131540" y="621602"/>
                  </a:lnTo>
                  <a:lnTo>
                    <a:pt x="132779" y="622935"/>
                  </a:lnTo>
                  <a:lnTo>
                    <a:pt x="130302" y="624269"/>
                  </a:lnTo>
                  <a:lnTo>
                    <a:pt x="132112" y="626078"/>
                  </a:lnTo>
                  <a:lnTo>
                    <a:pt x="135731" y="627793"/>
                  </a:lnTo>
                  <a:lnTo>
                    <a:pt x="138970" y="628650"/>
                  </a:lnTo>
                  <a:lnTo>
                    <a:pt x="145161" y="629222"/>
                  </a:lnTo>
                  <a:lnTo>
                    <a:pt x="147923" y="628936"/>
                  </a:lnTo>
                  <a:lnTo>
                    <a:pt x="152781" y="626936"/>
                  </a:lnTo>
                  <a:lnTo>
                    <a:pt x="153829" y="626745"/>
                  </a:lnTo>
                  <a:lnTo>
                    <a:pt x="158020" y="628459"/>
                  </a:lnTo>
                  <a:lnTo>
                    <a:pt x="159163" y="628555"/>
                  </a:lnTo>
                  <a:lnTo>
                    <a:pt x="161830" y="628269"/>
                  </a:lnTo>
                  <a:lnTo>
                    <a:pt x="169450" y="630174"/>
                  </a:lnTo>
                  <a:lnTo>
                    <a:pt x="170117" y="630555"/>
                  </a:lnTo>
                  <a:lnTo>
                    <a:pt x="170783" y="631222"/>
                  </a:lnTo>
                  <a:lnTo>
                    <a:pt x="171450" y="632746"/>
                  </a:lnTo>
                  <a:lnTo>
                    <a:pt x="171831" y="633222"/>
                  </a:lnTo>
                  <a:lnTo>
                    <a:pt x="173450" y="634079"/>
                  </a:lnTo>
                  <a:lnTo>
                    <a:pt x="174212" y="633413"/>
                  </a:lnTo>
                  <a:lnTo>
                    <a:pt x="175070" y="632174"/>
                  </a:lnTo>
                  <a:lnTo>
                    <a:pt x="176594" y="631412"/>
                  </a:lnTo>
                  <a:lnTo>
                    <a:pt x="177832" y="631698"/>
                  </a:lnTo>
                  <a:lnTo>
                    <a:pt x="182690" y="634174"/>
                  </a:lnTo>
                  <a:lnTo>
                    <a:pt x="183356" y="634746"/>
                  </a:lnTo>
                  <a:lnTo>
                    <a:pt x="183833" y="635413"/>
                  </a:lnTo>
                  <a:lnTo>
                    <a:pt x="184404" y="635889"/>
                  </a:lnTo>
                  <a:lnTo>
                    <a:pt x="185452" y="635794"/>
                  </a:lnTo>
                  <a:lnTo>
                    <a:pt x="186023" y="635127"/>
                  </a:lnTo>
                  <a:lnTo>
                    <a:pt x="186119" y="633413"/>
                  </a:lnTo>
                  <a:lnTo>
                    <a:pt x="186595" y="632746"/>
                  </a:lnTo>
                  <a:lnTo>
                    <a:pt x="188119" y="632460"/>
                  </a:lnTo>
                  <a:lnTo>
                    <a:pt x="194120" y="633508"/>
                  </a:lnTo>
                  <a:lnTo>
                    <a:pt x="193548" y="634651"/>
                  </a:lnTo>
                  <a:lnTo>
                    <a:pt x="193453" y="635794"/>
                  </a:lnTo>
                  <a:lnTo>
                    <a:pt x="193929" y="636937"/>
                  </a:lnTo>
                  <a:lnTo>
                    <a:pt x="194786" y="637794"/>
                  </a:lnTo>
                  <a:lnTo>
                    <a:pt x="195929" y="640556"/>
                  </a:lnTo>
                  <a:lnTo>
                    <a:pt x="195167" y="643890"/>
                  </a:lnTo>
                  <a:lnTo>
                    <a:pt x="192310" y="650081"/>
                  </a:lnTo>
                  <a:lnTo>
                    <a:pt x="192119" y="652081"/>
                  </a:lnTo>
                  <a:lnTo>
                    <a:pt x="192500" y="653510"/>
                  </a:lnTo>
                  <a:lnTo>
                    <a:pt x="193834" y="656558"/>
                  </a:lnTo>
                  <a:lnTo>
                    <a:pt x="194786" y="661321"/>
                  </a:lnTo>
                  <a:lnTo>
                    <a:pt x="195548" y="662749"/>
                  </a:lnTo>
                  <a:lnTo>
                    <a:pt x="198501" y="664273"/>
                  </a:lnTo>
                  <a:lnTo>
                    <a:pt x="205264" y="664464"/>
                  </a:lnTo>
                  <a:lnTo>
                    <a:pt x="208312" y="665321"/>
                  </a:lnTo>
                  <a:lnTo>
                    <a:pt x="209550" y="666369"/>
                  </a:lnTo>
                  <a:lnTo>
                    <a:pt x="210121" y="666940"/>
                  </a:lnTo>
                  <a:lnTo>
                    <a:pt x="210407" y="667417"/>
                  </a:lnTo>
                  <a:lnTo>
                    <a:pt x="210217" y="668274"/>
                  </a:lnTo>
                  <a:lnTo>
                    <a:pt x="209645" y="668560"/>
                  </a:lnTo>
                  <a:lnTo>
                    <a:pt x="208788" y="668655"/>
                  </a:lnTo>
                  <a:lnTo>
                    <a:pt x="207931" y="669131"/>
                  </a:lnTo>
                  <a:lnTo>
                    <a:pt x="207074" y="670370"/>
                  </a:lnTo>
                  <a:lnTo>
                    <a:pt x="206312" y="671798"/>
                  </a:lnTo>
                  <a:lnTo>
                    <a:pt x="205835" y="673227"/>
                  </a:lnTo>
                  <a:lnTo>
                    <a:pt x="205550" y="674465"/>
                  </a:lnTo>
                  <a:lnTo>
                    <a:pt x="205550" y="675894"/>
                  </a:lnTo>
                  <a:lnTo>
                    <a:pt x="205930" y="677704"/>
                  </a:lnTo>
                  <a:lnTo>
                    <a:pt x="206502" y="679513"/>
                  </a:lnTo>
                  <a:lnTo>
                    <a:pt x="207359" y="680561"/>
                  </a:lnTo>
                  <a:lnTo>
                    <a:pt x="208979" y="681704"/>
                  </a:lnTo>
                  <a:lnTo>
                    <a:pt x="211741" y="685609"/>
                  </a:lnTo>
                  <a:lnTo>
                    <a:pt x="213646" y="686372"/>
                  </a:lnTo>
                  <a:lnTo>
                    <a:pt x="214503" y="685895"/>
                  </a:lnTo>
                  <a:lnTo>
                    <a:pt x="217075" y="683895"/>
                  </a:lnTo>
                  <a:lnTo>
                    <a:pt x="218218" y="683228"/>
                  </a:lnTo>
                  <a:lnTo>
                    <a:pt x="220694" y="682371"/>
                  </a:lnTo>
                  <a:lnTo>
                    <a:pt x="221837" y="681609"/>
                  </a:lnTo>
                  <a:lnTo>
                    <a:pt x="222885" y="680656"/>
                  </a:lnTo>
                  <a:lnTo>
                    <a:pt x="222885" y="680561"/>
                  </a:lnTo>
                  <a:lnTo>
                    <a:pt x="222885" y="680561"/>
                  </a:lnTo>
                  <a:lnTo>
                    <a:pt x="222885" y="680561"/>
                  </a:lnTo>
                  <a:lnTo>
                    <a:pt x="223838" y="679132"/>
                  </a:lnTo>
                  <a:lnTo>
                    <a:pt x="224790" y="678180"/>
                  </a:lnTo>
                  <a:lnTo>
                    <a:pt x="226028" y="677608"/>
                  </a:lnTo>
                  <a:lnTo>
                    <a:pt x="227743" y="677513"/>
                  </a:lnTo>
                  <a:lnTo>
                    <a:pt x="229362" y="677799"/>
                  </a:lnTo>
                  <a:lnTo>
                    <a:pt x="230600" y="678561"/>
                  </a:lnTo>
                  <a:lnTo>
                    <a:pt x="233077" y="680561"/>
                  </a:lnTo>
                  <a:lnTo>
                    <a:pt x="233458" y="682085"/>
                  </a:lnTo>
                  <a:lnTo>
                    <a:pt x="234125" y="683323"/>
                  </a:lnTo>
                  <a:lnTo>
                    <a:pt x="235267" y="684086"/>
                  </a:lnTo>
                  <a:lnTo>
                    <a:pt x="236601" y="683895"/>
                  </a:lnTo>
                  <a:lnTo>
                    <a:pt x="238411" y="683514"/>
                  </a:lnTo>
                  <a:lnTo>
                    <a:pt x="242316" y="684181"/>
                  </a:lnTo>
                  <a:lnTo>
                    <a:pt x="244412" y="684086"/>
                  </a:lnTo>
                  <a:lnTo>
                    <a:pt x="248412" y="682847"/>
                  </a:lnTo>
                  <a:lnTo>
                    <a:pt x="250317" y="681895"/>
                  </a:lnTo>
                  <a:lnTo>
                    <a:pt x="251555" y="680656"/>
                  </a:lnTo>
                  <a:lnTo>
                    <a:pt x="251555" y="680561"/>
                  </a:lnTo>
                  <a:lnTo>
                    <a:pt x="251555" y="680561"/>
                  </a:lnTo>
                  <a:lnTo>
                    <a:pt x="251555" y="680561"/>
                  </a:lnTo>
                  <a:lnTo>
                    <a:pt x="254984" y="678847"/>
                  </a:lnTo>
                  <a:lnTo>
                    <a:pt x="259175" y="674275"/>
                  </a:lnTo>
                  <a:lnTo>
                    <a:pt x="262414" y="669417"/>
                  </a:lnTo>
                  <a:lnTo>
                    <a:pt x="265462" y="666750"/>
                  </a:lnTo>
                  <a:lnTo>
                    <a:pt x="268891" y="665036"/>
                  </a:lnTo>
                  <a:lnTo>
                    <a:pt x="276606" y="662749"/>
                  </a:lnTo>
                  <a:lnTo>
                    <a:pt x="278035" y="662178"/>
                  </a:lnTo>
                  <a:lnTo>
                    <a:pt x="282035" y="659225"/>
                  </a:lnTo>
                  <a:lnTo>
                    <a:pt x="283083" y="658463"/>
                  </a:lnTo>
                  <a:lnTo>
                    <a:pt x="284131" y="657797"/>
                  </a:lnTo>
                  <a:lnTo>
                    <a:pt x="285274" y="657415"/>
                  </a:lnTo>
                  <a:lnTo>
                    <a:pt x="288131" y="657987"/>
                  </a:lnTo>
                  <a:lnTo>
                    <a:pt x="288608" y="659321"/>
                  </a:lnTo>
                  <a:lnTo>
                    <a:pt x="288893" y="663512"/>
                  </a:lnTo>
                  <a:lnTo>
                    <a:pt x="289560" y="664464"/>
                  </a:lnTo>
                  <a:lnTo>
                    <a:pt x="290608" y="665131"/>
                  </a:lnTo>
                  <a:lnTo>
                    <a:pt x="291560" y="666655"/>
                  </a:lnTo>
                  <a:lnTo>
                    <a:pt x="292132" y="668464"/>
                  </a:lnTo>
                  <a:lnTo>
                    <a:pt x="291941" y="669703"/>
                  </a:lnTo>
                  <a:lnTo>
                    <a:pt x="292513" y="670655"/>
                  </a:lnTo>
                  <a:lnTo>
                    <a:pt x="292037" y="671608"/>
                  </a:lnTo>
                  <a:lnTo>
                    <a:pt x="291275" y="672846"/>
                  </a:lnTo>
                  <a:lnTo>
                    <a:pt x="290989" y="674370"/>
                  </a:lnTo>
                  <a:lnTo>
                    <a:pt x="291370" y="675704"/>
                  </a:lnTo>
                  <a:lnTo>
                    <a:pt x="292608" y="675799"/>
                  </a:lnTo>
                  <a:lnTo>
                    <a:pt x="293561" y="677228"/>
                  </a:lnTo>
                  <a:lnTo>
                    <a:pt x="293656" y="679704"/>
                  </a:lnTo>
                  <a:lnTo>
                    <a:pt x="292132" y="686657"/>
                  </a:lnTo>
                  <a:lnTo>
                    <a:pt x="292322" y="688467"/>
                  </a:lnTo>
                  <a:lnTo>
                    <a:pt x="292989" y="688943"/>
                  </a:lnTo>
                  <a:lnTo>
                    <a:pt x="295275" y="690181"/>
                  </a:lnTo>
                  <a:lnTo>
                    <a:pt x="296704" y="691229"/>
                  </a:lnTo>
                  <a:lnTo>
                    <a:pt x="297085" y="691134"/>
                  </a:lnTo>
                  <a:lnTo>
                    <a:pt x="297275" y="691134"/>
                  </a:lnTo>
                  <a:lnTo>
                    <a:pt x="297371" y="691801"/>
                  </a:lnTo>
                  <a:lnTo>
                    <a:pt x="296418" y="694277"/>
                  </a:lnTo>
                  <a:lnTo>
                    <a:pt x="295275" y="695992"/>
                  </a:lnTo>
                  <a:lnTo>
                    <a:pt x="295370" y="696563"/>
                  </a:lnTo>
                  <a:lnTo>
                    <a:pt x="296132" y="697325"/>
                  </a:lnTo>
                  <a:lnTo>
                    <a:pt x="296228" y="697611"/>
                  </a:lnTo>
                  <a:lnTo>
                    <a:pt x="296132" y="698754"/>
                  </a:lnTo>
                  <a:lnTo>
                    <a:pt x="295370" y="701897"/>
                  </a:lnTo>
                  <a:lnTo>
                    <a:pt x="296228" y="702945"/>
                  </a:lnTo>
                  <a:lnTo>
                    <a:pt x="297371" y="705231"/>
                  </a:lnTo>
                  <a:lnTo>
                    <a:pt x="298133" y="706374"/>
                  </a:lnTo>
                  <a:lnTo>
                    <a:pt x="299371" y="707517"/>
                  </a:lnTo>
                  <a:lnTo>
                    <a:pt x="300609" y="707993"/>
                  </a:lnTo>
                  <a:lnTo>
                    <a:pt x="302038" y="707803"/>
                  </a:lnTo>
                  <a:lnTo>
                    <a:pt x="303752" y="707136"/>
                  </a:lnTo>
                  <a:lnTo>
                    <a:pt x="307562" y="704469"/>
                  </a:lnTo>
                  <a:lnTo>
                    <a:pt x="309182" y="703897"/>
                  </a:lnTo>
                  <a:lnTo>
                    <a:pt x="318230" y="702183"/>
                  </a:lnTo>
                  <a:lnTo>
                    <a:pt x="320040" y="702183"/>
                  </a:lnTo>
                  <a:lnTo>
                    <a:pt x="321755" y="702469"/>
                  </a:lnTo>
                  <a:lnTo>
                    <a:pt x="324421" y="703421"/>
                  </a:lnTo>
                  <a:lnTo>
                    <a:pt x="324993" y="703421"/>
                  </a:lnTo>
                  <a:lnTo>
                    <a:pt x="325279" y="703707"/>
                  </a:lnTo>
                  <a:lnTo>
                    <a:pt x="325660" y="704659"/>
                  </a:lnTo>
                  <a:lnTo>
                    <a:pt x="325565" y="705422"/>
                  </a:lnTo>
                  <a:lnTo>
                    <a:pt x="325088" y="706279"/>
                  </a:lnTo>
                  <a:lnTo>
                    <a:pt x="324803" y="707041"/>
                  </a:lnTo>
                  <a:lnTo>
                    <a:pt x="325184" y="707898"/>
                  </a:lnTo>
                  <a:lnTo>
                    <a:pt x="326326" y="708088"/>
                  </a:lnTo>
                  <a:lnTo>
                    <a:pt x="329470" y="706660"/>
                  </a:lnTo>
                  <a:lnTo>
                    <a:pt x="330994" y="706755"/>
                  </a:lnTo>
                  <a:lnTo>
                    <a:pt x="332232" y="707803"/>
                  </a:lnTo>
                  <a:lnTo>
                    <a:pt x="333661" y="710374"/>
                  </a:lnTo>
                  <a:lnTo>
                    <a:pt x="334899" y="711327"/>
                  </a:lnTo>
                  <a:lnTo>
                    <a:pt x="336042" y="711422"/>
                  </a:lnTo>
                  <a:lnTo>
                    <a:pt x="337566" y="711137"/>
                  </a:lnTo>
                  <a:lnTo>
                    <a:pt x="339090" y="710660"/>
                  </a:lnTo>
                  <a:lnTo>
                    <a:pt x="339947" y="709994"/>
                  </a:lnTo>
                  <a:lnTo>
                    <a:pt x="340042" y="709136"/>
                  </a:lnTo>
                  <a:lnTo>
                    <a:pt x="340233" y="708279"/>
                  </a:lnTo>
                  <a:lnTo>
                    <a:pt x="339662" y="707136"/>
                  </a:lnTo>
                  <a:lnTo>
                    <a:pt x="339376" y="706183"/>
                  </a:lnTo>
                  <a:lnTo>
                    <a:pt x="340519" y="705136"/>
                  </a:lnTo>
                  <a:lnTo>
                    <a:pt x="342233" y="705517"/>
                  </a:lnTo>
                  <a:lnTo>
                    <a:pt x="342995" y="705422"/>
                  </a:lnTo>
                  <a:lnTo>
                    <a:pt x="343662" y="704945"/>
                  </a:lnTo>
                  <a:lnTo>
                    <a:pt x="344138" y="704469"/>
                  </a:lnTo>
                  <a:lnTo>
                    <a:pt x="344329" y="703993"/>
                  </a:lnTo>
                  <a:lnTo>
                    <a:pt x="344424" y="703707"/>
                  </a:lnTo>
                  <a:lnTo>
                    <a:pt x="344519" y="702850"/>
                  </a:lnTo>
                  <a:lnTo>
                    <a:pt x="344234" y="701802"/>
                  </a:lnTo>
                  <a:lnTo>
                    <a:pt x="343567" y="700849"/>
                  </a:lnTo>
                  <a:lnTo>
                    <a:pt x="342709" y="700088"/>
                  </a:lnTo>
                  <a:lnTo>
                    <a:pt x="341662" y="699516"/>
                  </a:lnTo>
                  <a:lnTo>
                    <a:pt x="337471" y="697897"/>
                  </a:lnTo>
                  <a:lnTo>
                    <a:pt x="336423" y="696944"/>
                  </a:lnTo>
                  <a:lnTo>
                    <a:pt x="335851" y="695515"/>
                  </a:lnTo>
                  <a:lnTo>
                    <a:pt x="335851" y="693991"/>
                  </a:lnTo>
                  <a:lnTo>
                    <a:pt x="336613" y="690848"/>
                  </a:lnTo>
                  <a:lnTo>
                    <a:pt x="336995" y="682371"/>
                  </a:lnTo>
                  <a:lnTo>
                    <a:pt x="338138" y="680561"/>
                  </a:lnTo>
                  <a:lnTo>
                    <a:pt x="338423" y="678942"/>
                  </a:lnTo>
                  <a:lnTo>
                    <a:pt x="337375" y="675608"/>
                  </a:lnTo>
                  <a:lnTo>
                    <a:pt x="337471" y="674180"/>
                  </a:lnTo>
                  <a:lnTo>
                    <a:pt x="338709" y="673417"/>
                  </a:lnTo>
                  <a:lnTo>
                    <a:pt x="340424" y="673132"/>
                  </a:lnTo>
                  <a:lnTo>
                    <a:pt x="342043" y="672655"/>
                  </a:lnTo>
                  <a:lnTo>
                    <a:pt x="343091" y="671131"/>
                  </a:lnTo>
                  <a:lnTo>
                    <a:pt x="342900" y="669417"/>
                  </a:lnTo>
                  <a:lnTo>
                    <a:pt x="341757" y="668750"/>
                  </a:lnTo>
                  <a:lnTo>
                    <a:pt x="340233" y="668369"/>
                  </a:lnTo>
                  <a:lnTo>
                    <a:pt x="339090" y="667512"/>
                  </a:lnTo>
                  <a:lnTo>
                    <a:pt x="338804" y="666655"/>
                  </a:lnTo>
                  <a:lnTo>
                    <a:pt x="339090" y="664845"/>
                  </a:lnTo>
                  <a:lnTo>
                    <a:pt x="338995" y="663988"/>
                  </a:lnTo>
                  <a:lnTo>
                    <a:pt x="338519" y="663321"/>
                  </a:lnTo>
                  <a:lnTo>
                    <a:pt x="337185" y="662178"/>
                  </a:lnTo>
                  <a:lnTo>
                    <a:pt x="336899" y="661606"/>
                  </a:lnTo>
                  <a:lnTo>
                    <a:pt x="336804" y="660273"/>
                  </a:lnTo>
                  <a:lnTo>
                    <a:pt x="337090" y="658749"/>
                  </a:lnTo>
                  <a:lnTo>
                    <a:pt x="338709" y="653987"/>
                  </a:lnTo>
                  <a:lnTo>
                    <a:pt x="338709" y="653224"/>
                  </a:lnTo>
                  <a:lnTo>
                    <a:pt x="336709" y="651415"/>
                  </a:lnTo>
                  <a:lnTo>
                    <a:pt x="336328" y="650748"/>
                  </a:lnTo>
                  <a:lnTo>
                    <a:pt x="335280" y="648557"/>
                  </a:lnTo>
                  <a:lnTo>
                    <a:pt x="333470" y="646081"/>
                  </a:lnTo>
                  <a:lnTo>
                    <a:pt x="333280" y="645414"/>
                  </a:lnTo>
                  <a:lnTo>
                    <a:pt x="333184" y="644747"/>
                  </a:lnTo>
                  <a:lnTo>
                    <a:pt x="333089" y="644080"/>
                  </a:lnTo>
                  <a:lnTo>
                    <a:pt x="332518" y="643319"/>
                  </a:lnTo>
                  <a:lnTo>
                    <a:pt x="329660" y="642461"/>
                  </a:lnTo>
                  <a:lnTo>
                    <a:pt x="327946" y="641413"/>
                  </a:lnTo>
                  <a:lnTo>
                    <a:pt x="327184" y="640175"/>
                  </a:lnTo>
                  <a:lnTo>
                    <a:pt x="326612" y="636746"/>
                  </a:lnTo>
                  <a:lnTo>
                    <a:pt x="325946" y="635032"/>
                  </a:lnTo>
                  <a:lnTo>
                    <a:pt x="323755" y="631507"/>
                  </a:lnTo>
                  <a:lnTo>
                    <a:pt x="323088" y="629698"/>
                  </a:lnTo>
                  <a:lnTo>
                    <a:pt x="322993" y="627793"/>
                  </a:lnTo>
                  <a:lnTo>
                    <a:pt x="323564" y="626269"/>
                  </a:lnTo>
                  <a:lnTo>
                    <a:pt x="323945" y="624649"/>
                  </a:lnTo>
                  <a:lnTo>
                    <a:pt x="323564" y="622363"/>
                  </a:lnTo>
                  <a:lnTo>
                    <a:pt x="322517" y="620839"/>
                  </a:lnTo>
                  <a:lnTo>
                    <a:pt x="320040" y="617887"/>
                  </a:lnTo>
                  <a:lnTo>
                    <a:pt x="319850" y="616363"/>
                  </a:lnTo>
                  <a:lnTo>
                    <a:pt x="321183" y="614839"/>
                  </a:lnTo>
                  <a:lnTo>
                    <a:pt x="321850" y="614172"/>
                  </a:lnTo>
                  <a:lnTo>
                    <a:pt x="322707" y="613696"/>
                  </a:lnTo>
                  <a:lnTo>
                    <a:pt x="323659" y="613696"/>
                  </a:lnTo>
                  <a:lnTo>
                    <a:pt x="324707" y="613981"/>
                  </a:lnTo>
                  <a:lnTo>
                    <a:pt x="325660" y="614172"/>
                  </a:lnTo>
                  <a:lnTo>
                    <a:pt x="326708" y="613696"/>
                  </a:lnTo>
                  <a:lnTo>
                    <a:pt x="327088" y="613029"/>
                  </a:lnTo>
                  <a:lnTo>
                    <a:pt x="328232" y="609409"/>
                  </a:lnTo>
                  <a:lnTo>
                    <a:pt x="328422" y="608076"/>
                  </a:lnTo>
                  <a:lnTo>
                    <a:pt x="328517" y="607695"/>
                  </a:lnTo>
                  <a:lnTo>
                    <a:pt x="329851" y="606266"/>
                  </a:lnTo>
                  <a:lnTo>
                    <a:pt x="330137" y="606171"/>
                  </a:lnTo>
                  <a:lnTo>
                    <a:pt x="330232" y="604456"/>
                  </a:lnTo>
                  <a:lnTo>
                    <a:pt x="330137" y="602742"/>
                  </a:lnTo>
                  <a:lnTo>
                    <a:pt x="330232" y="601028"/>
                  </a:lnTo>
                  <a:lnTo>
                    <a:pt x="330994" y="599122"/>
                  </a:lnTo>
                  <a:lnTo>
                    <a:pt x="332137" y="597694"/>
                  </a:lnTo>
                  <a:lnTo>
                    <a:pt x="333756" y="596265"/>
                  </a:lnTo>
                  <a:lnTo>
                    <a:pt x="335661" y="595217"/>
                  </a:lnTo>
                  <a:lnTo>
                    <a:pt x="337947" y="594836"/>
                  </a:lnTo>
                  <a:lnTo>
                    <a:pt x="338614" y="594836"/>
                  </a:lnTo>
                  <a:lnTo>
                    <a:pt x="338995" y="594836"/>
                  </a:lnTo>
                  <a:lnTo>
                    <a:pt x="341376" y="596932"/>
                  </a:lnTo>
                  <a:lnTo>
                    <a:pt x="344043" y="602552"/>
                  </a:lnTo>
                  <a:lnTo>
                    <a:pt x="346043" y="604552"/>
                  </a:lnTo>
                  <a:lnTo>
                    <a:pt x="348044" y="604933"/>
                  </a:lnTo>
                  <a:lnTo>
                    <a:pt x="348805" y="603790"/>
                  </a:lnTo>
                  <a:lnTo>
                    <a:pt x="349091" y="602075"/>
                  </a:lnTo>
                  <a:lnTo>
                    <a:pt x="349949" y="600551"/>
                  </a:lnTo>
                  <a:lnTo>
                    <a:pt x="351377" y="599980"/>
                  </a:lnTo>
                  <a:lnTo>
                    <a:pt x="354806" y="599884"/>
                  </a:lnTo>
                  <a:lnTo>
                    <a:pt x="356521" y="599218"/>
                  </a:lnTo>
                  <a:lnTo>
                    <a:pt x="358140" y="599027"/>
                  </a:lnTo>
                  <a:lnTo>
                    <a:pt x="359759" y="599122"/>
                  </a:lnTo>
                  <a:lnTo>
                    <a:pt x="364617" y="600265"/>
                  </a:lnTo>
                  <a:lnTo>
                    <a:pt x="365379" y="600551"/>
                  </a:lnTo>
                  <a:lnTo>
                    <a:pt x="366236" y="601123"/>
                  </a:lnTo>
                  <a:lnTo>
                    <a:pt x="366522" y="601789"/>
                  </a:lnTo>
                  <a:lnTo>
                    <a:pt x="366617" y="602647"/>
                  </a:lnTo>
                  <a:lnTo>
                    <a:pt x="367189" y="603313"/>
                  </a:lnTo>
                  <a:lnTo>
                    <a:pt x="368046" y="603313"/>
                  </a:lnTo>
                  <a:lnTo>
                    <a:pt x="368903" y="602171"/>
                  </a:lnTo>
                  <a:lnTo>
                    <a:pt x="370332" y="601313"/>
                  </a:lnTo>
                  <a:lnTo>
                    <a:pt x="371761" y="600932"/>
                  </a:lnTo>
                  <a:lnTo>
                    <a:pt x="373475" y="601313"/>
                  </a:lnTo>
                  <a:lnTo>
                    <a:pt x="374809" y="601980"/>
                  </a:lnTo>
                  <a:lnTo>
                    <a:pt x="376047" y="602171"/>
                  </a:lnTo>
                  <a:lnTo>
                    <a:pt x="377095" y="600837"/>
                  </a:lnTo>
                  <a:lnTo>
                    <a:pt x="377476" y="599313"/>
                  </a:lnTo>
                  <a:lnTo>
                    <a:pt x="377952" y="596455"/>
                  </a:lnTo>
                  <a:lnTo>
                    <a:pt x="378809" y="594931"/>
                  </a:lnTo>
                  <a:lnTo>
                    <a:pt x="388715" y="584549"/>
                  </a:lnTo>
                  <a:lnTo>
                    <a:pt x="389287" y="583406"/>
                  </a:lnTo>
                  <a:lnTo>
                    <a:pt x="389192" y="583216"/>
                  </a:lnTo>
                  <a:lnTo>
                    <a:pt x="388811" y="582549"/>
                  </a:lnTo>
                  <a:lnTo>
                    <a:pt x="388334" y="581978"/>
                  </a:lnTo>
                  <a:lnTo>
                    <a:pt x="387572" y="581501"/>
                  </a:lnTo>
                  <a:lnTo>
                    <a:pt x="387096" y="580834"/>
                  </a:lnTo>
                  <a:lnTo>
                    <a:pt x="387001" y="579882"/>
                  </a:lnTo>
                  <a:lnTo>
                    <a:pt x="387572" y="579215"/>
                  </a:lnTo>
                  <a:lnTo>
                    <a:pt x="388430" y="579120"/>
                  </a:lnTo>
                  <a:lnTo>
                    <a:pt x="389287" y="579215"/>
                  </a:lnTo>
                  <a:lnTo>
                    <a:pt x="390144" y="578930"/>
                  </a:lnTo>
                  <a:lnTo>
                    <a:pt x="391096" y="577882"/>
                  </a:lnTo>
                  <a:lnTo>
                    <a:pt x="391763" y="576453"/>
                  </a:lnTo>
                  <a:lnTo>
                    <a:pt x="392621" y="573405"/>
                  </a:lnTo>
                  <a:lnTo>
                    <a:pt x="392621" y="573405"/>
                  </a:lnTo>
                  <a:lnTo>
                    <a:pt x="393954" y="571690"/>
                  </a:lnTo>
                  <a:lnTo>
                    <a:pt x="395954" y="571405"/>
                  </a:lnTo>
                  <a:lnTo>
                    <a:pt x="398050" y="572072"/>
                  </a:lnTo>
                  <a:lnTo>
                    <a:pt x="399764" y="573405"/>
                  </a:lnTo>
                  <a:lnTo>
                    <a:pt x="400621" y="575024"/>
                  </a:lnTo>
                  <a:lnTo>
                    <a:pt x="400812" y="576644"/>
                  </a:lnTo>
                  <a:lnTo>
                    <a:pt x="401384" y="577596"/>
                  </a:lnTo>
                  <a:lnTo>
                    <a:pt x="403193" y="577691"/>
                  </a:lnTo>
                  <a:lnTo>
                    <a:pt x="403765" y="577310"/>
                  </a:lnTo>
                  <a:lnTo>
                    <a:pt x="404146" y="576644"/>
                  </a:lnTo>
                  <a:lnTo>
                    <a:pt x="404622" y="576072"/>
                  </a:lnTo>
                  <a:lnTo>
                    <a:pt x="405479" y="575881"/>
                  </a:lnTo>
                  <a:lnTo>
                    <a:pt x="405860" y="576167"/>
                  </a:lnTo>
                  <a:lnTo>
                    <a:pt x="407003" y="577596"/>
                  </a:lnTo>
                  <a:lnTo>
                    <a:pt x="407575" y="577977"/>
                  </a:lnTo>
                  <a:lnTo>
                    <a:pt x="409099" y="578548"/>
                  </a:lnTo>
                  <a:lnTo>
                    <a:pt x="412337" y="579120"/>
                  </a:lnTo>
                  <a:lnTo>
                    <a:pt x="413957" y="579787"/>
                  </a:lnTo>
                  <a:lnTo>
                    <a:pt x="418719" y="583692"/>
                  </a:lnTo>
                  <a:lnTo>
                    <a:pt x="420243" y="584359"/>
                  </a:lnTo>
                  <a:lnTo>
                    <a:pt x="423577" y="585121"/>
                  </a:lnTo>
                  <a:lnTo>
                    <a:pt x="425101" y="585883"/>
                  </a:lnTo>
                  <a:lnTo>
                    <a:pt x="426149" y="587121"/>
                  </a:lnTo>
                  <a:lnTo>
                    <a:pt x="426720" y="588645"/>
                  </a:lnTo>
                  <a:lnTo>
                    <a:pt x="427292" y="590169"/>
                  </a:lnTo>
                  <a:lnTo>
                    <a:pt x="430054" y="595598"/>
                  </a:lnTo>
                  <a:lnTo>
                    <a:pt x="430721" y="596455"/>
                  </a:lnTo>
                  <a:lnTo>
                    <a:pt x="432054" y="597122"/>
                  </a:lnTo>
                  <a:lnTo>
                    <a:pt x="435007" y="597980"/>
                  </a:lnTo>
                  <a:lnTo>
                    <a:pt x="437674" y="599884"/>
                  </a:lnTo>
                  <a:lnTo>
                    <a:pt x="439198" y="600456"/>
                  </a:lnTo>
                  <a:lnTo>
                    <a:pt x="440817" y="600456"/>
                  </a:lnTo>
                  <a:lnTo>
                    <a:pt x="442150" y="599599"/>
                  </a:lnTo>
                  <a:lnTo>
                    <a:pt x="442436" y="598170"/>
                  </a:lnTo>
                  <a:lnTo>
                    <a:pt x="442055" y="596837"/>
                  </a:lnTo>
                  <a:lnTo>
                    <a:pt x="442055" y="595694"/>
                  </a:lnTo>
                  <a:lnTo>
                    <a:pt x="443198" y="594931"/>
                  </a:lnTo>
                  <a:lnTo>
                    <a:pt x="444437" y="594646"/>
                  </a:lnTo>
                  <a:lnTo>
                    <a:pt x="445770" y="594074"/>
                  </a:lnTo>
                  <a:lnTo>
                    <a:pt x="449866" y="591217"/>
                  </a:lnTo>
                  <a:lnTo>
                    <a:pt x="450151" y="590550"/>
                  </a:lnTo>
                  <a:lnTo>
                    <a:pt x="450056" y="589693"/>
                  </a:lnTo>
                  <a:lnTo>
                    <a:pt x="449104" y="588455"/>
                  </a:lnTo>
                  <a:lnTo>
                    <a:pt x="448913" y="587788"/>
                  </a:lnTo>
                  <a:lnTo>
                    <a:pt x="449866" y="585311"/>
                  </a:lnTo>
                  <a:lnTo>
                    <a:pt x="451961" y="583597"/>
                  </a:lnTo>
                  <a:lnTo>
                    <a:pt x="456724" y="581120"/>
                  </a:lnTo>
                  <a:lnTo>
                    <a:pt x="458057" y="579977"/>
                  </a:lnTo>
                  <a:lnTo>
                    <a:pt x="458724" y="579120"/>
                  </a:lnTo>
                  <a:lnTo>
                    <a:pt x="460058" y="575310"/>
                  </a:lnTo>
                  <a:lnTo>
                    <a:pt x="463296" y="569690"/>
                  </a:lnTo>
                  <a:lnTo>
                    <a:pt x="464249" y="569500"/>
                  </a:lnTo>
                  <a:lnTo>
                    <a:pt x="466058" y="570166"/>
                  </a:lnTo>
                  <a:lnTo>
                    <a:pt x="467011" y="570738"/>
                  </a:lnTo>
                  <a:lnTo>
                    <a:pt x="467963" y="571500"/>
                  </a:lnTo>
                  <a:lnTo>
                    <a:pt x="468821" y="572357"/>
                  </a:lnTo>
                  <a:lnTo>
                    <a:pt x="469487" y="573405"/>
                  </a:lnTo>
                  <a:lnTo>
                    <a:pt x="470630" y="573977"/>
                  </a:lnTo>
                  <a:lnTo>
                    <a:pt x="470821" y="575215"/>
                  </a:lnTo>
                  <a:lnTo>
                    <a:pt x="470630" y="576739"/>
                  </a:lnTo>
                  <a:lnTo>
                    <a:pt x="470821" y="578263"/>
                  </a:lnTo>
                  <a:lnTo>
                    <a:pt x="471392" y="579501"/>
                  </a:lnTo>
                  <a:lnTo>
                    <a:pt x="474250" y="584359"/>
                  </a:lnTo>
                  <a:lnTo>
                    <a:pt x="476345" y="586645"/>
                  </a:lnTo>
                  <a:lnTo>
                    <a:pt x="477298" y="587216"/>
                  </a:lnTo>
                  <a:lnTo>
                    <a:pt x="478726" y="587502"/>
                  </a:lnTo>
                  <a:lnTo>
                    <a:pt x="479584" y="587026"/>
                  </a:lnTo>
                  <a:lnTo>
                    <a:pt x="482155" y="583216"/>
                  </a:lnTo>
                  <a:lnTo>
                    <a:pt x="482537" y="582358"/>
                  </a:lnTo>
                  <a:lnTo>
                    <a:pt x="482441" y="581692"/>
                  </a:lnTo>
                  <a:lnTo>
                    <a:pt x="482060" y="578072"/>
                  </a:lnTo>
                  <a:lnTo>
                    <a:pt x="482251" y="577215"/>
                  </a:lnTo>
                  <a:lnTo>
                    <a:pt x="483965" y="575120"/>
                  </a:lnTo>
                  <a:lnTo>
                    <a:pt x="484632" y="573786"/>
                  </a:lnTo>
                  <a:lnTo>
                    <a:pt x="485108" y="572453"/>
                  </a:lnTo>
                  <a:lnTo>
                    <a:pt x="485680" y="571405"/>
                  </a:lnTo>
                  <a:lnTo>
                    <a:pt x="486728" y="570738"/>
                  </a:lnTo>
                  <a:lnTo>
                    <a:pt x="490252" y="568738"/>
                  </a:lnTo>
                  <a:lnTo>
                    <a:pt x="491109" y="569214"/>
                  </a:lnTo>
                  <a:lnTo>
                    <a:pt x="496538" y="575881"/>
                  </a:lnTo>
                  <a:lnTo>
                    <a:pt x="501967" y="580739"/>
                  </a:lnTo>
                  <a:lnTo>
                    <a:pt x="502920" y="581787"/>
                  </a:lnTo>
                  <a:lnTo>
                    <a:pt x="503206" y="582549"/>
                  </a:lnTo>
                  <a:lnTo>
                    <a:pt x="504825" y="585121"/>
                  </a:lnTo>
                  <a:lnTo>
                    <a:pt x="505396" y="585692"/>
                  </a:lnTo>
                  <a:lnTo>
                    <a:pt x="505968" y="585978"/>
                  </a:lnTo>
                  <a:lnTo>
                    <a:pt x="507778" y="587978"/>
                  </a:lnTo>
                  <a:lnTo>
                    <a:pt x="508254" y="588169"/>
                  </a:lnTo>
                  <a:lnTo>
                    <a:pt x="509492" y="588359"/>
                  </a:lnTo>
                  <a:lnTo>
                    <a:pt x="509969" y="588550"/>
                  </a:lnTo>
                  <a:lnTo>
                    <a:pt x="510635" y="589502"/>
                  </a:lnTo>
                  <a:lnTo>
                    <a:pt x="511778" y="591598"/>
                  </a:lnTo>
                  <a:lnTo>
                    <a:pt x="512445" y="592074"/>
                  </a:lnTo>
                  <a:lnTo>
                    <a:pt x="513683" y="592360"/>
                  </a:lnTo>
                  <a:lnTo>
                    <a:pt x="514541" y="593122"/>
                  </a:lnTo>
                  <a:lnTo>
                    <a:pt x="515207" y="593884"/>
                  </a:lnTo>
                  <a:lnTo>
                    <a:pt x="516350" y="593217"/>
                  </a:lnTo>
                  <a:lnTo>
                    <a:pt x="517303" y="592169"/>
                  </a:lnTo>
                  <a:lnTo>
                    <a:pt x="517398" y="591026"/>
                  </a:lnTo>
                  <a:lnTo>
                    <a:pt x="517303" y="589788"/>
                  </a:lnTo>
                  <a:lnTo>
                    <a:pt x="517303" y="588455"/>
                  </a:lnTo>
                  <a:lnTo>
                    <a:pt x="517684" y="587121"/>
                  </a:lnTo>
                  <a:lnTo>
                    <a:pt x="518732" y="584645"/>
                  </a:lnTo>
                  <a:lnTo>
                    <a:pt x="519017" y="583311"/>
                  </a:lnTo>
                  <a:lnTo>
                    <a:pt x="519589" y="578072"/>
                  </a:lnTo>
                  <a:lnTo>
                    <a:pt x="520351" y="575596"/>
                  </a:lnTo>
                  <a:lnTo>
                    <a:pt x="521970" y="573405"/>
                  </a:lnTo>
                  <a:lnTo>
                    <a:pt x="522732" y="572643"/>
                  </a:lnTo>
                  <a:lnTo>
                    <a:pt x="523684" y="570929"/>
                  </a:lnTo>
                  <a:lnTo>
                    <a:pt x="524256" y="570166"/>
                  </a:lnTo>
                  <a:lnTo>
                    <a:pt x="525399" y="569405"/>
                  </a:lnTo>
                  <a:lnTo>
                    <a:pt x="526352" y="569119"/>
                  </a:lnTo>
                  <a:lnTo>
                    <a:pt x="528638" y="568928"/>
                  </a:lnTo>
                  <a:lnTo>
                    <a:pt x="535496" y="566547"/>
                  </a:lnTo>
                  <a:lnTo>
                    <a:pt x="537686" y="566547"/>
                  </a:lnTo>
                  <a:lnTo>
                    <a:pt x="537115" y="568262"/>
                  </a:lnTo>
                  <a:lnTo>
                    <a:pt x="536734" y="570071"/>
                  </a:lnTo>
                  <a:lnTo>
                    <a:pt x="536829" y="571976"/>
                  </a:lnTo>
                  <a:lnTo>
                    <a:pt x="537401" y="573691"/>
                  </a:lnTo>
                  <a:lnTo>
                    <a:pt x="538353" y="574834"/>
                  </a:lnTo>
                  <a:lnTo>
                    <a:pt x="542735" y="576834"/>
                  </a:lnTo>
                  <a:lnTo>
                    <a:pt x="544449" y="577882"/>
                  </a:lnTo>
                  <a:lnTo>
                    <a:pt x="545592" y="578453"/>
                  </a:lnTo>
                  <a:lnTo>
                    <a:pt x="546830" y="578263"/>
                  </a:lnTo>
                  <a:lnTo>
                    <a:pt x="547402" y="577882"/>
                  </a:lnTo>
                  <a:lnTo>
                    <a:pt x="554355" y="573405"/>
                  </a:lnTo>
                  <a:lnTo>
                    <a:pt x="555879" y="571690"/>
                  </a:lnTo>
                  <a:lnTo>
                    <a:pt x="561022" y="567404"/>
                  </a:lnTo>
                  <a:lnTo>
                    <a:pt x="562451" y="565785"/>
                  </a:lnTo>
                  <a:lnTo>
                    <a:pt x="562642" y="565595"/>
                  </a:lnTo>
                  <a:lnTo>
                    <a:pt x="563404" y="565690"/>
                  </a:lnTo>
                  <a:lnTo>
                    <a:pt x="563404" y="566071"/>
                  </a:lnTo>
                  <a:lnTo>
                    <a:pt x="563309" y="566547"/>
                  </a:lnTo>
                  <a:lnTo>
                    <a:pt x="563594" y="566928"/>
                  </a:lnTo>
                  <a:lnTo>
                    <a:pt x="564071" y="567214"/>
                  </a:lnTo>
                  <a:lnTo>
                    <a:pt x="564356" y="567595"/>
                  </a:lnTo>
                  <a:lnTo>
                    <a:pt x="564737" y="567880"/>
                  </a:lnTo>
                  <a:lnTo>
                    <a:pt x="565499" y="568071"/>
                  </a:lnTo>
                  <a:lnTo>
                    <a:pt x="565976" y="567880"/>
                  </a:lnTo>
                  <a:lnTo>
                    <a:pt x="566738" y="566928"/>
                  </a:lnTo>
                  <a:lnTo>
                    <a:pt x="567214" y="566642"/>
                  </a:lnTo>
                  <a:lnTo>
                    <a:pt x="568738" y="566833"/>
                  </a:lnTo>
                  <a:lnTo>
                    <a:pt x="571405" y="567690"/>
                  </a:lnTo>
                  <a:lnTo>
                    <a:pt x="573024" y="567595"/>
                  </a:lnTo>
                  <a:lnTo>
                    <a:pt x="574453" y="567119"/>
                  </a:lnTo>
                  <a:lnTo>
                    <a:pt x="575596" y="566356"/>
                  </a:lnTo>
                  <a:lnTo>
                    <a:pt x="576644" y="565309"/>
                  </a:lnTo>
                  <a:lnTo>
                    <a:pt x="579406" y="561404"/>
                  </a:lnTo>
                  <a:lnTo>
                    <a:pt x="580358" y="560356"/>
                  </a:lnTo>
                  <a:lnTo>
                    <a:pt x="584263" y="557974"/>
                  </a:lnTo>
                  <a:lnTo>
                    <a:pt x="584645" y="557117"/>
                  </a:lnTo>
                  <a:lnTo>
                    <a:pt x="584549" y="555307"/>
                  </a:lnTo>
                  <a:lnTo>
                    <a:pt x="582168" y="543973"/>
                  </a:lnTo>
                  <a:lnTo>
                    <a:pt x="583311" y="543115"/>
                  </a:lnTo>
                  <a:lnTo>
                    <a:pt x="585216" y="542830"/>
                  </a:lnTo>
                  <a:lnTo>
                    <a:pt x="587312" y="541115"/>
                  </a:lnTo>
                  <a:lnTo>
                    <a:pt x="587597" y="539877"/>
                  </a:lnTo>
                  <a:lnTo>
                    <a:pt x="587693" y="538448"/>
                  </a:lnTo>
                  <a:lnTo>
                    <a:pt x="587978" y="537305"/>
                  </a:lnTo>
                  <a:lnTo>
                    <a:pt x="588836" y="536543"/>
                  </a:lnTo>
                  <a:lnTo>
                    <a:pt x="589979" y="536734"/>
                  </a:lnTo>
                  <a:lnTo>
                    <a:pt x="592074" y="537972"/>
                  </a:lnTo>
                  <a:lnTo>
                    <a:pt x="593217" y="538067"/>
                  </a:lnTo>
                  <a:lnTo>
                    <a:pt x="593979" y="537591"/>
                  </a:lnTo>
                  <a:lnTo>
                    <a:pt x="596837" y="534924"/>
                  </a:lnTo>
                  <a:lnTo>
                    <a:pt x="599599" y="533495"/>
                  </a:lnTo>
                  <a:lnTo>
                    <a:pt x="602075" y="531781"/>
                  </a:lnTo>
                  <a:lnTo>
                    <a:pt x="603218" y="531305"/>
                  </a:lnTo>
                  <a:lnTo>
                    <a:pt x="609790" y="529495"/>
                  </a:lnTo>
                  <a:lnTo>
                    <a:pt x="609981" y="529209"/>
                  </a:lnTo>
                  <a:lnTo>
                    <a:pt x="610172" y="528828"/>
                  </a:lnTo>
                  <a:lnTo>
                    <a:pt x="610362" y="528542"/>
                  </a:lnTo>
                  <a:lnTo>
                    <a:pt x="610838" y="528352"/>
                  </a:lnTo>
                  <a:lnTo>
                    <a:pt x="611029" y="528447"/>
                  </a:lnTo>
                  <a:lnTo>
                    <a:pt x="611600" y="528923"/>
                  </a:lnTo>
                  <a:lnTo>
                    <a:pt x="611886" y="529019"/>
                  </a:lnTo>
                  <a:lnTo>
                    <a:pt x="612457" y="529114"/>
                  </a:lnTo>
                  <a:lnTo>
                    <a:pt x="612934" y="529399"/>
                  </a:lnTo>
                  <a:lnTo>
                    <a:pt x="613505" y="529590"/>
                  </a:lnTo>
                  <a:lnTo>
                    <a:pt x="614458" y="529495"/>
                  </a:lnTo>
                  <a:lnTo>
                    <a:pt x="615791" y="528447"/>
                  </a:lnTo>
                  <a:lnTo>
                    <a:pt x="616268" y="527018"/>
                  </a:lnTo>
                  <a:lnTo>
                    <a:pt x="616553" y="525399"/>
                  </a:lnTo>
                  <a:lnTo>
                    <a:pt x="617220" y="523780"/>
                  </a:lnTo>
                  <a:lnTo>
                    <a:pt x="617982" y="522827"/>
                  </a:lnTo>
                  <a:lnTo>
                    <a:pt x="620744" y="520351"/>
                  </a:lnTo>
                  <a:lnTo>
                    <a:pt x="621792" y="519779"/>
                  </a:lnTo>
                  <a:lnTo>
                    <a:pt x="623316" y="519779"/>
                  </a:lnTo>
                  <a:lnTo>
                    <a:pt x="623983" y="520732"/>
                  </a:lnTo>
                  <a:lnTo>
                    <a:pt x="624269" y="522256"/>
                  </a:lnTo>
                  <a:lnTo>
                    <a:pt x="624935" y="523875"/>
                  </a:lnTo>
                  <a:lnTo>
                    <a:pt x="625888" y="525113"/>
                  </a:lnTo>
                  <a:lnTo>
                    <a:pt x="627126" y="526161"/>
                  </a:lnTo>
                  <a:lnTo>
                    <a:pt x="628364" y="527113"/>
                  </a:lnTo>
                  <a:lnTo>
                    <a:pt x="629507" y="527590"/>
                  </a:lnTo>
                  <a:lnTo>
                    <a:pt x="630269" y="527685"/>
                  </a:lnTo>
                  <a:lnTo>
                    <a:pt x="630841" y="527399"/>
                  </a:lnTo>
                  <a:lnTo>
                    <a:pt x="631507" y="527304"/>
                  </a:lnTo>
                  <a:lnTo>
                    <a:pt x="632365" y="527780"/>
                  </a:lnTo>
                  <a:lnTo>
                    <a:pt x="632841" y="528256"/>
                  </a:lnTo>
                  <a:lnTo>
                    <a:pt x="633889" y="530257"/>
                  </a:lnTo>
                  <a:lnTo>
                    <a:pt x="633889" y="530257"/>
                  </a:lnTo>
                  <a:lnTo>
                    <a:pt x="635508" y="533590"/>
                  </a:lnTo>
                  <a:lnTo>
                    <a:pt x="636270" y="534638"/>
                  </a:lnTo>
                  <a:lnTo>
                    <a:pt x="639699" y="536924"/>
                  </a:lnTo>
                  <a:lnTo>
                    <a:pt x="640080" y="537305"/>
                  </a:lnTo>
                  <a:lnTo>
                    <a:pt x="640080" y="537305"/>
                  </a:lnTo>
                  <a:lnTo>
                    <a:pt x="640556" y="535591"/>
                  </a:lnTo>
                  <a:lnTo>
                    <a:pt x="640556" y="534353"/>
                  </a:lnTo>
                  <a:lnTo>
                    <a:pt x="640937" y="533590"/>
                  </a:lnTo>
                  <a:lnTo>
                    <a:pt x="642842" y="531400"/>
                  </a:lnTo>
                  <a:lnTo>
                    <a:pt x="644557" y="529780"/>
                  </a:lnTo>
                  <a:lnTo>
                    <a:pt x="644557" y="529780"/>
                  </a:lnTo>
                  <a:lnTo>
                    <a:pt x="647795" y="526828"/>
                  </a:lnTo>
                  <a:lnTo>
                    <a:pt x="648081" y="526447"/>
                  </a:lnTo>
                  <a:lnTo>
                    <a:pt x="648272" y="526066"/>
                  </a:lnTo>
                  <a:lnTo>
                    <a:pt x="648367" y="525589"/>
                  </a:lnTo>
                  <a:lnTo>
                    <a:pt x="648462" y="525113"/>
                  </a:lnTo>
                  <a:lnTo>
                    <a:pt x="648557" y="523970"/>
                  </a:lnTo>
                  <a:lnTo>
                    <a:pt x="648462" y="522922"/>
                  </a:lnTo>
                  <a:lnTo>
                    <a:pt x="648462" y="522351"/>
                  </a:lnTo>
                  <a:lnTo>
                    <a:pt x="648557" y="521875"/>
                  </a:lnTo>
                  <a:lnTo>
                    <a:pt x="648653" y="521398"/>
                  </a:lnTo>
                  <a:lnTo>
                    <a:pt x="648843" y="521017"/>
                  </a:lnTo>
                  <a:lnTo>
                    <a:pt x="649129" y="520732"/>
                  </a:lnTo>
                  <a:lnTo>
                    <a:pt x="649510" y="520541"/>
                  </a:lnTo>
                  <a:lnTo>
                    <a:pt x="649986" y="520541"/>
                  </a:lnTo>
                  <a:lnTo>
                    <a:pt x="650367" y="520732"/>
                  </a:lnTo>
                  <a:lnTo>
                    <a:pt x="651986" y="521589"/>
                  </a:lnTo>
                  <a:lnTo>
                    <a:pt x="652463" y="521684"/>
                  </a:lnTo>
                  <a:lnTo>
                    <a:pt x="652844" y="521684"/>
                  </a:lnTo>
                  <a:lnTo>
                    <a:pt x="653320" y="521589"/>
                  </a:lnTo>
                  <a:lnTo>
                    <a:pt x="653701" y="521398"/>
                  </a:lnTo>
                  <a:lnTo>
                    <a:pt x="653987" y="521113"/>
                  </a:lnTo>
                  <a:lnTo>
                    <a:pt x="654272" y="520732"/>
                  </a:lnTo>
                  <a:lnTo>
                    <a:pt x="654463" y="520351"/>
                  </a:lnTo>
                  <a:lnTo>
                    <a:pt x="654368" y="519684"/>
                  </a:lnTo>
                  <a:lnTo>
                    <a:pt x="654177" y="518922"/>
                  </a:lnTo>
                  <a:lnTo>
                    <a:pt x="653701" y="517684"/>
                  </a:lnTo>
                  <a:lnTo>
                    <a:pt x="653796" y="517112"/>
                  </a:lnTo>
                  <a:lnTo>
                    <a:pt x="654082" y="516922"/>
                  </a:lnTo>
                  <a:lnTo>
                    <a:pt x="655225" y="516922"/>
                  </a:lnTo>
                  <a:lnTo>
                    <a:pt x="655701" y="516922"/>
                  </a:lnTo>
                  <a:lnTo>
                    <a:pt x="656177" y="516827"/>
                  </a:lnTo>
                  <a:lnTo>
                    <a:pt x="656654" y="516636"/>
                  </a:lnTo>
                  <a:lnTo>
                    <a:pt x="656939" y="516446"/>
                  </a:lnTo>
                  <a:lnTo>
                    <a:pt x="657987" y="515588"/>
                  </a:lnTo>
                  <a:lnTo>
                    <a:pt x="659035" y="514350"/>
                  </a:lnTo>
                  <a:lnTo>
                    <a:pt x="660178" y="512445"/>
                  </a:lnTo>
                  <a:lnTo>
                    <a:pt x="660463" y="512159"/>
                  </a:lnTo>
                  <a:lnTo>
                    <a:pt x="661130" y="511588"/>
                  </a:lnTo>
                  <a:lnTo>
                    <a:pt x="662559" y="510730"/>
                  </a:lnTo>
                  <a:lnTo>
                    <a:pt x="663988" y="509683"/>
                  </a:lnTo>
                  <a:lnTo>
                    <a:pt x="664178" y="509302"/>
                  </a:lnTo>
                  <a:lnTo>
                    <a:pt x="664559" y="508540"/>
                  </a:lnTo>
                  <a:lnTo>
                    <a:pt x="664655" y="508159"/>
                  </a:lnTo>
                  <a:lnTo>
                    <a:pt x="664655" y="508063"/>
                  </a:lnTo>
                  <a:lnTo>
                    <a:pt x="664750" y="507873"/>
                  </a:lnTo>
                  <a:lnTo>
                    <a:pt x="665417" y="507016"/>
                  </a:lnTo>
                  <a:lnTo>
                    <a:pt x="665797" y="506730"/>
                  </a:lnTo>
                  <a:lnTo>
                    <a:pt x="666179" y="506444"/>
                  </a:lnTo>
                  <a:lnTo>
                    <a:pt x="666655" y="506349"/>
                  </a:lnTo>
                  <a:lnTo>
                    <a:pt x="667131" y="506254"/>
                  </a:lnTo>
                  <a:lnTo>
                    <a:pt x="667703" y="506349"/>
                  </a:lnTo>
                  <a:lnTo>
                    <a:pt x="668179" y="506349"/>
                  </a:lnTo>
                  <a:lnTo>
                    <a:pt x="668655" y="506539"/>
                  </a:lnTo>
                  <a:lnTo>
                    <a:pt x="669131" y="506635"/>
                  </a:lnTo>
                  <a:lnTo>
                    <a:pt x="671322" y="507968"/>
                  </a:lnTo>
                  <a:lnTo>
                    <a:pt x="671513" y="508159"/>
                  </a:lnTo>
                  <a:lnTo>
                    <a:pt x="671608" y="508159"/>
                  </a:lnTo>
                  <a:lnTo>
                    <a:pt x="671798" y="508349"/>
                  </a:lnTo>
                  <a:lnTo>
                    <a:pt x="675037" y="510349"/>
                  </a:lnTo>
                  <a:lnTo>
                    <a:pt x="675894" y="510635"/>
                  </a:lnTo>
                  <a:lnTo>
                    <a:pt x="676942" y="510826"/>
                  </a:lnTo>
                  <a:lnTo>
                    <a:pt x="678656" y="510730"/>
                  </a:lnTo>
                  <a:lnTo>
                    <a:pt x="679609" y="510540"/>
                  </a:lnTo>
                  <a:lnTo>
                    <a:pt x="682752" y="509588"/>
                  </a:lnTo>
                  <a:lnTo>
                    <a:pt x="683133" y="509397"/>
                  </a:lnTo>
                  <a:lnTo>
                    <a:pt x="683514" y="509111"/>
                  </a:lnTo>
                  <a:lnTo>
                    <a:pt x="683990" y="508540"/>
                  </a:lnTo>
                  <a:lnTo>
                    <a:pt x="684181" y="508159"/>
                  </a:lnTo>
                  <a:lnTo>
                    <a:pt x="685038" y="507111"/>
                  </a:lnTo>
                  <a:lnTo>
                    <a:pt x="685419" y="506825"/>
                  </a:lnTo>
                  <a:lnTo>
                    <a:pt x="685705" y="506635"/>
                  </a:lnTo>
                  <a:lnTo>
                    <a:pt x="686181" y="506444"/>
                  </a:lnTo>
                  <a:lnTo>
                    <a:pt x="687134" y="506254"/>
                  </a:lnTo>
                  <a:lnTo>
                    <a:pt x="687514" y="506063"/>
                  </a:lnTo>
                  <a:lnTo>
                    <a:pt x="687896" y="505873"/>
                  </a:lnTo>
                  <a:lnTo>
                    <a:pt x="688181" y="505492"/>
                  </a:lnTo>
                  <a:lnTo>
                    <a:pt x="688372" y="505111"/>
                  </a:lnTo>
                  <a:lnTo>
                    <a:pt x="688562" y="504634"/>
                  </a:lnTo>
                  <a:lnTo>
                    <a:pt x="689324" y="497586"/>
                  </a:lnTo>
                  <a:lnTo>
                    <a:pt x="689229" y="493014"/>
                  </a:lnTo>
                  <a:lnTo>
                    <a:pt x="689324" y="491966"/>
                  </a:lnTo>
                  <a:lnTo>
                    <a:pt x="689515" y="491014"/>
                  </a:lnTo>
                  <a:lnTo>
                    <a:pt x="690277" y="489299"/>
                  </a:lnTo>
                  <a:lnTo>
                    <a:pt x="690467" y="488347"/>
                  </a:lnTo>
                  <a:lnTo>
                    <a:pt x="690563" y="487871"/>
                  </a:lnTo>
                  <a:lnTo>
                    <a:pt x="690563" y="487299"/>
                  </a:lnTo>
                  <a:lnTo>
                    <a:pt x="690467" y="486442"/>
                  </a:lnTo>
                  <a:lnTo>
                    <a:pt x="689038" y="482441"/>
                  </a:lnTo>
                  <a:lnTo>
                    <a:pt x="688943" y="481965"/>
                  </a:lnTo>
                  <a:lnTo>
                    <a:pt x="688943" y="481489"/>
                  </a:lnTo>
                  <a:lnTo>
                    <a:pt x="689038" y="481013"/>
                  </a:lnTo>
                  <a:lnTo>
                    <a:pt x="689229" y="480631"/>
                  </a:lnTo>
                  <a:lnTo>
                    <a:pt x="689515" y="480346"/>
                  </a:lnTo>
                  <a:lnTo>
                    <a:pt x="689896" y="480060"/>
                  </a:lnTo>
                  <a:lnTo>
                    <a:pt x="690277" y="479870"/>
                  </a:lnTo>
                  <a:lnTo>
                    <a:pt x="693230" y="479298"/>
                  </a:lnTo>
                  <a:lnTo>
                    <a:pt x="693611" y="479107"/>
                  </a:lnTo>
                  <a:lnTo>
                    <a:pt x="693992" y="478822"/>
                  </a:lnTo>
                  <a:lnTo>
                    <a:pt x="694182" y="478441"/>
                  </a:lnTo>
                  <a:lnTo>
                    <a:pt x="694277" y="477964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5" name="Freeform: Shape 8">
              <a:extLst>
                <a:ext uri="{FF2B5EF4-FFF2-40B4-BE49-F238E27FC236}">
                  <a16:creationId xmlns:a16="http://schemas.microsoft.com/office/drawing/2014/main" id="{2E62CE46-0F91-13D6-3186-49763AE6BF46}"/>
                </a:ext>
              </a:extLst>
            </p:cNvPr>
            <p:cNvSpPr/>
            <p:nvPr/>
          </p:nvSpPr>
          <p:spPr>
            <a:xfrm>
              <a:off x="845153" y="3086926"/>
              <a:ext cx="1819275" cy="1590675"/>
            </a:xfrm>
            <a:custGeom>
              <a:avLst/>
              <a:gdLst>
                <a:gd name="connsiteX0" fmla="*/ 1818799 w 1819275"/>
                <a:gd name="connsiteY0" fmla="*/ 739235 h 1590675"/>
                <a:gd name="connsiteX1" fmla="*/ 1818227 w 1819275"/>
                <a:gd name="connsiteY1" fmla="*/ 737426 h 1590675"/>
                <a:gd name="connsiteX2" fmla="*/ 1817180 w 1819275"/>
                <a:gd name="connsiteY2" fmla="*/ 723805 h 1590675"/>
                <a:gd name="connsiteX3" fmla="*/ 1816608 w 1819275"/>
                <a:gd name="connsiteY3" fmla="*/ 721328 h 1590675"/>
                <a:gd name="connsiteX4" fmla="*/ 1815656 w 1819275"/>
                <a:gd name="connsiteY4" fmla="*/ 719138 h 1590675"/>
                <a:gd name="connsiteX5" fmla="*/ 1813751 w 1819275"/>
                <a:gd name="connsiteY5" fmla="*/ 716566 h 1590675"/>
                <a:gd name="connsiteX6" fmla="*/ 1782890 w 1819275"/>
                <a:gd name="connsiteY6" fmla="*/ 685895 h 1590675"/>
                <a:gd name="connsiteX7" fmla="*/ 1780127 w 1819275"/>
                <a:gd name="connsiteY7" fmla="*/ 682371 h 1590675"/>
                <a:gd name="connsiteX8" fmla="*/ 1778603 w 1819275"/>
                <a:gd name="connsiteY8" fmla="*/ 678275 h 1590675"/>
                <a:gd name="connsiteX9" fmla="*/ 1777841 w 1819275"/>
                <a:gd name="connsiteY9" fmla="*/ 673703 h 1590675"/>
                <a:gd name="connsiteX10" fmla="*/ 1777556 w 1819275"/>
                <a:gd name="connsiteY10" fmla="*/ 668655 h 1590675"/>
                <a:gd name="connsiteX11" fmla="*/ 1776794 w 1819275"/>
                <a:gd name="connsiteY11" fmla="*/ 664655 h 1590675"/>
                <a:gd name="connsiteX12" fmla="*/ 1765649 w 1819275"/>
                <a:gd name="connsiteY12" fmla="*/ 640271 h 1590675"/>
                <a:gd name="connsiteX13" fmla="*/ 1757363 w 1819275"/>
                <a:gd name="connsiteY13" fmla="*/ 613982 h 1590675"/>
                <a:gd name="connsiteX14" fmla="*/ 1753076 w 1819275"/>
                <a:gd name="connsiteY14" fmla="*/ 604171 h 1590675"/>
                <a:gd name="connsiteX15" fmla="*/ 1751076 w 1819275"/>
                <a:gd name="connsiteY15" fmla="*/ 601790 h 1590675"/>
                <a:gd name="connsiteX16" fmla="*/ 1748219 w 1819275"/>
                <a:gd name="connsiteY16" fmla="*/ 601028 h 1590675"/>
                <a:gd name="connsiteX17" fmla="*/ 1744028 w 1819275"/>
                <a:gd name="connsiteY17" fmla="*/ 600742 h 1590675"/>
                <a:gd name="connsiteX18" fmla="*/ 1736407 w 1819275"/>
                <a:gd name="connsiteY18" fmla="*/ 598742 h 1590675"/>
                <a:gd name="connsiteX19" fmla="*/ 1735741 w 1819275"/>
                <a:gd name="connsiteY19" fmla="*/ 597599 h 1590675"/>
                <a:gd name="connsiteX20" fmla="*/ 1735741 w 1819275"/>
                <a:gd name="connsiteY20" fmla="*/ 595027 h 1590675"/>
                <a:gd name="connsiteX21" fmla="*/ 1736503 w 1819275"/>
                <a:gd name="connsiteY21" fmla="*/ 588645 h 1590675"/>
                <a:gd name="connsiteX22" fmla="*/ 1735931 w 1819275"/>
                <a:gd name="connsiteY22" fmla="*/ 583025 h 1590675"/>
                <a:gd name="connsiteX23" fmla="*/ 1736027 w 1819275"/>
                <a:gd name="connsiteY23" fmla="*/ 581978 h 1590675"/>
                <a:gd name="connsiteX24" fmla="*/ 1736407 w 1819275"/>
                <a:gd name="connsiteY24" fmla="*/ 580834 h 1590675"/>
                <a:gd name="connsiteX25" fmla="*/ 1737455 w 1819275"/>
                <a:gd name="connsiteY25" fmla="*/ 578739 h 1590675"/>
                <a:gd name="connsiteX26" fmla="*/ 1738027 w 1819275"/>
                <a:gd name="connsiteY26" fmla="*/ 575691 h 1590675"/>
                <a:gd name="connsiteX27" fmla="*/ 1738979 w 1819275"/>
                <a:gd name="connsiteY27" fmla="*/ 573786 h 1590675"/>
                <a:gd name="connsiteX28" fmla="*/ 1741361 w 1819275"/>
                <a:gd name="connsiteY28" fmla="*/ 570548 h 1590675"/>
                <a:gd name="connsiteX29" fmla="*/ 1742027 w 1819275"/>
                <a:gd name="connsiteY29" fmla="*/ 568357 h 1590675"/>
                <a:gd name="connsiteX30" fmla="*/ 1740599 w 1819275"/>
                <a:gd name="connsiteY30" fmla="*/ 567595 h 1590675"/>
                <a:gd name="connsiteX31" fmla="*/ 1713167 w 1819275"/>
                <a:gd name="connsiteY31" fmla="*/ 571214 h 1590675"/>
                <a:gd name="connsiteX32" fmla="*/ 1709738 w 1819275"/>
                <a:gd name="connsiteY32" fmla="*/ 570738 h 1590675"/>
                <a:gd name="connsiteX33" fmla="*/ 1702689 w 1819275"/>
                <a:gd name="connsiteY33" fmla="*/ 566833 h 1590675"/>
                <a:gd name="connsiteX34" fmla="*/ 1687925 w 1819275"/>
                <a:gd name="connsiteY34" fmla="*/ 562261 h 1590675"/>
                <a:gd name="connsiteX35" fmla="*/ 1686116 w 1819275"/>
                <a:gd name="connsiteY35" fmla="*/ 561404 h 1590675"/>
                <a:gd name="connsiteX36" fmla="*/ 1684973 w 1819275"/>
                <a:gd name="connsiteY36" fmla="*/ 559880 h 1590675"/>
                <a:gd name="connsiteX37" fmla="*/ 1684115 w 1819275"/>
                <a:gd name="connsiteY37" fmla="*/ 557975 h 1590675"/>
                <a:gd name="connsiteX38" fmla="*/ 1682877 w 1819275"/>
                <a:gd name="connsiteY38" fmla="*/ 556355 h 1590675"/>
                <a:gd name="connsiteX39" fmla="*/ 1677353 w 1819275"/>
                <a:gd name="connsiteY39" fmla="*/ 551021 h 1590675"/>
                <a:gd name="connsiteX40" fmla="*/ 1667161 w 1819275"/>
                <a:gd name="connsiteY40" fmla="*/ 544640 h 1590675"/>
                <a:gd name="connsiteX41" fmla="*/ 1664684 w 1819275"/>
                <a:gd name="connsiteY41" fmla="*/ 543401 h 1590675"/>
                <a:gd name="connsiteX42" fmla="*/ 1659636 w 1819275"/>
                <a:gd name="connsiteY42" fmla="*/ 543401 h 1590675"/>
                <a:gd name="connsiteX43" fmla="*/ 1657350 w 1819275"/>
                <a:gd name="connsiteY43" fmla="*/ 542544 h 1590675"/>
                <a:gd name="connsiteX44" fmla="*/ 1656017 w 1819275"/>
                <a:gd name="connsiteY44" fmla="*/ 540734 h 1590675"/>
                <a:gd name="connsiteX45" fmla="*/ 1653921 w 1819275"/>
                <a:gd name="connsiteY45" fmla="*/ 535972 h 1590675"/>
                <a:gd name="connsiteX46" fmla="*/ 1652492 w 1819275"/>
                <a:gd name="connsiteY46" fmla="*/ 533876 h 1590675"/>
                <a:gd name="connsiteX47" fmla="*/ 1645920 w 1819275"/>
                <a:gd name="connsiteY47" fmla="*/ 526637 h 1590675"/>
                <a:gd name="connsiteX48" fmla="*/ 1644872 w 1819275"/>
                <a:gd name="connsiteY48" fmla="*/ 525875 h 1590675"/>
                <a:gd name="connsiteX49" fmla="*/ 1643539 w 1819275"/>
                <a:gd name="connsiteY49" fmla="*/ 525399 h 1590675"/>
                <a:gd name="connsiteX50" fmla="*/ 1642205 w 1819275"/>
                <a:gd name="connsiteY50" fmla="*/ 525209 h 1590675"/>
                <a:gd name="connsiteX51" fmla="*/ 1638586 w 1819275"/>
                <a:gd name="connsiteY51" fmla="*/ 526923 h 1590675"/>
                <a:gd name="connsiteX52" fmla="*/ 1635061 w 1819275"/>
                <a:gd name="connsiteY52" fmla="*/ 527018 h 1590675"/>
                <a:gd name="connsiteX53" fmla="*/ 1628299 w 1819275"/>
                <a:gd name="connsiteY53" fmla="*/ 525971 h 1590675"/>
                <a:gd name="connsiteX54" fmla="*/ 1624489 w 1819275"/>
                <a:gd name="connsiteY54" fmla="*/ 524542 h 1590675"/>
                <a:gd name="connsiteX55" fmla="*/ 1620298 w 1819275"/>
                <a:gd name="connsiteY55" fmla="*/ 519970 h 1590675"/>
                <a:gd name="connsiteX56" fmla="*/ 1607439 w 1819275"/>
                <a:gd name="connsiteY56" fmla="*/ 501967 h 1590675"/>
                <a:gd name="connsiteX57" fmla="*/ 1605439 w 1819275"/>
                <a:gd name="connsiteY57" fmla="*/ 500063 h 1590675"/>
                <a:gd name="connsiteX58" fmla="*/ 1592390 w 1819275"/>
                <a:gd name="connsiteY58" fmla="*/ 493300 h 1590675"/>
                <a:gd name="connsiteX59" fmla="*/ 1584007 w 1819275"/>
                <a:gd name="connsiteY59" fmla="*/ 492919 h 1590675"/>
                <a:gd name="connsiteX60" fmla="*/ 1582388 w 1819275"/>
                <a:gd name="connsiteY60" fmla="*/ 492252 h 1590675"/>
                <a:gd name="connsiteX61" fmla="*/ 1579245 w 1819275"/>
                <a:gd name="connsiteY61" fmla="*/ 490252 h 1590675"/>
                <a:gd name="connsiteX62" fmla="*/ 1577626 w 1819275"/>
                <a:gd name="connsiteY62" fmla="*/ 489490 h 1590675"/>
                <a:gd name="connsiteX63" fmla="*/ 1575721 w 1819275"/>
                <a:gd name="connsiteY63" fmla="*/ 489394 h 1590675"/>
                <a:gd name="connsiteX64" fmla="*/ 1571911 w 1819275"/>
                <a:gd name="connsiteY64" fmla="*/ 490061 h 1590675"/>
                <a:gd name="connsiteX65" fmla="*/ 1569911 w 1819275"/>
                <a:gd name="connsiteY65" fmla="*/ 489871 h 1590675"/>
                <a:gd name="connsiteX66" fmla="*/ 1563624 w 1819275"/>
                <a:gd name="connsiteY66" fmla="*/ 486918 h 1590675"/>
                <a:gd name="connsiteX67" fmla="*/ 1561529 w 1819275"/>
                <a:gd name="connsiteY67" fmla="*/ 486728 h 1590675"/>
                <a:gd name="connsiteX68" fmla="*/ 1556480 w 1819275"/>
                <a:gd name="connsiteY68" fmla="*/ 487204 h 1590675"/>
                <a:gd name="connsiteX69" fmla="*/ 1554575 w 1819275"/>
                <a:gd name="connsiteY69" fmla="*/ 487394 h 1590675"/>
                <a:gd name="connsiteX70" fmla="*/ 1553051 w 1819275"/>
                <a:gd name="connsiteY70" fmla="*/ 486918 h 1590675"/>
                <a:gd name="connsiteX71" fmla="*/ 1551527 w 1819275"/>
                <a:gd name="connsiteY71" fmla="*/ 486728 h 1590675"/>
                <a:gd name="connsiteX72" fmla="*/ 1550003 w 1819275"/>
                <a:gd name="connsiteY72" fmla="*/ 486918 h 1590675"/>
                <a:gd name="connsiteX73" fmla="*/ 1548384 w 1819275"/>
                <a:gd name="connsiteY73" fmla="*/ 487299 h 1590675"/>
                <a:gd name="connsiteX74" fmla="*/ 1546003 w 1819275"/>
                <a:gd name="connsiteY74" fmla="*/ 487204 h 1590675"/>
                <a:gd name="connsiteX75" fmla="*/ 1543717 w 1819275"/>
                <a:gd name="connsiteY75" fmla="*/ 486156 h 1590675"/>
                <a:gd name="connsiteX76" fmla="*/ 1539335 w 1819275"/>
                <a:gd name="connsiteY76" fmla="*/ 483584 h 1590675"/>
                <a:gd name="connsiteX77" fmla="*/ 1538192 w 1819275"/>
                <a:gd name="connsiteY77" fmla="*/ 483394 h 1590675"/>
                <a:gd name="connsiteX78" fmla="*/ 1535525 w 1819275"/>
                <a:gd name="connsiteY78" fmla="*/ 483965 h 1590675"/>
                <a:gd name="connsiteX79" fmla="*/ 1534287 w 1819275"/>
                <a:gd name="connsiteY79" fmla="*/ 484061 h 1590675"/>
                <a:gd name="connsiteX80" fmla="*/ 1530668 w 1819275"/>
                <a:gd name="connsiteY80" fmla="*/ 483584 h 1590675"/>
                <a:gd name="connsiteX81" fmla="*/ 1521524 w 1819275"/>
                <a:gd name="connsiteY81" fmla="*/ 486061 h 1590675"/>
                <a:gd name="connsiteX82" fmla="*/ 1516190 w 1819275"/>
                <a:gd name="connsiteY82" fmla="*/ 486346 h 1590675"/>
                <a:gd name="connsiteX83" fmla="*/ 1508474 w 1819275"/>
                <a:gd name="connsiteY83" fmla="*/ 488061 h 1590675"/>
                <a:gd name="connsiteX84" fmla="*/ 1507141 w 1819275"/>
                <a:gd name="connsiteY84" fmla="*/ 488061 h 1590675"/>
                <a:gd name="connsiteX85" fmla="*/ 1503521 w 1819275"/>
                <a:gd name="connsiteY85" fmla="*/ 486537 h 1590675"/>
                <a:gd name="connsiteX86" fmla="*/ 1502188 w 1819275"/>
                <a:gd name="connsiteY86" fmla="*/ 486346 h 1590675"/>
                <a:gd name="connsiteX87" fmla="*/ 1498282 w 1819275"/>
                <a:gd name="connsiteY87" fmla="*/ 486918 h 1590675"/>
                <a:gd name="connsiteX88" fmla="*/ 1496949 w 1819275"/>
                <a:gd name="connsiteY88" fmla="*/ 486918 h 1590675"/>
                <a:gd name="connsiteX89" fmla="*/ 1493234 w 1819275"/>
                <a:gd name="connsiteY89" fmla="*/ 485584 h 1590675"/>
                <a:gd name="connsiteX90" fmla="*/ 1491901 w 1819275"/>
                <a:gd name="connsiteY90" fmla="*/ 485584 h 1590675"/>
                <a:gd name="connsiteX91" fmla="*/ 1487996 w 1819275"/>
                <a:gd name="connsiteY91" fmla="*/ 486632 h 1590675"/>
                <a:gd name="connsiteX92" fmla="*/ 1485995 w 1819275"/>
                <a:gd name="connsiteY92" fmla="*/ 486156 h 1590675"/>
                <a:gd name="connsiteX93" fmla="*/ 1479137 w 1819275"/>
                <a:gd name="connsiteY93" fmla="*/ 481298 h 1590675"/>
                <a:gd name="connsiteX94" fmla="*/ 1476566 w 1819275"/>
                <a:gd name="connsiteY94" fmla="*/ 480060 h 1590675"/>
                <a:gd name="connsiteX95" fmla="*/ 1473899 w 1819275"/>
                <a:gd name="connsiteY95" fmla="*/ 479393 h 1590675"/>
                <a:gd name="connsiteX96" fmla="*/ 1471232 w 1819275"/>
                <a:gd name="connsiteY96" fmla="*/ 479203 h 1590675"/>
                <a:gd name="connsiteX97" fmla="*/ 1468469 w 1819275"/>
                <a:gd name="connsiteY97" fmla="*/ 479584 h 1590675"/>
                <a:gd name="connsiteX98" fmla="*/ 1463993 w 1819275"/>
                <a:gd name="connsiteY98" fmla="*/ 480441 h 1590675"/>
                <a:gd name="connsiteX99" fmla="*/ 1450277 w 1819275"/>
                <a:gd name="connsiteY99" fmla="*/ 479679 h 1590675"/>
                <a:gd name="connsiteX100" fmla="*/ 1448467 w 1819275"/>
                <a:gd name="connsiteY100" fmla="*/ 479869 h 1590675"/>
                <a:gd name="connsiteX101" fmla="*/ 1445228 w 1819275"/>
                <a:gd name="connsiteY101" fmla="*/ 480917 h 1590675"/>
                <a:gd name="connsiteX102" fmla="*/ 1443514 w 1819275"/>
                <a:gd name="connsiteY102" fmla="*/ 481108 h 1590675"/>
                <a:gd name="connsiteX103" fmla="*/ 1435608 w 1819275"/>
                <a:gd name="connsiteY103" fmla="*/ 479107 h 1590675"/>
                <a:gd name="connsiteX104" fmla="*/ 1434656 w 1819275"/>
                <a:gd name="connsiteY104" fmla="*/ 479298 h 1590675"/>
                <a:gd name="connsiteX105" fmla="*/ 1433989 w 1819275"/>
                <a:gd name="connsiteY105" fmla="*/ 479679 h 1590675"/>
                <a:gd name="connsiteX106" fmla="*/ 1433227 w 1819275"/>
                <a:gd name="connsiteY106" fmla="*/ 479774 h 1590675"/>
                <a:gd name="connsiteX107" fmla="*/ 1432274 w 1819275"/>
                <a:gd name="connsiteY107" fmla="*/ 479107 h 1590675"/>
                <a:gd name="connsiteX108" fmla="*/ 1427036 w 1819275"/>
                <a:gd name="connsiteY108" fmla="*/ 472345 h 1590675"/>
                <a:gd name="connsiteX109" fmla="*/ 1425607 w 1819275"/>
                <a:gd name="connsiteY109" fmla="*/ 471297 h 1590675"/>
                <a:gd name="connsiteX110" fmla="*/ 1423892 w 1819275"/>
                <a:gd name="connsiteY110" fmla="*/ 471392 h 1590675"/>
                <a:gd name="connsiteX111" fmla="*/ 1422464 w 1819275"/>
                <a:gd name="connsiteY111" fmla="*/ 472345 h 1590675"/>
                <a:gd name="connsiteX112" fmla="*/ 1421225 w 1819275"/>
                <a:gd name="connsiteY112" fmla="*/ 473773 h 1590675"/>
                <a:gd name="connsiteX113" fmla="*/ 1419797 w 1819275"/>
                <a:gd name="connsiteY113" fmla="*/ 474917 h 1590675"/>
                <a:gd name="connsiteX114" fmla="*/ 1418273 w 1819275"/>
                <a:gd name="connsiteY114" fmla="*/ 475012 h 1590675"/>
                <a:gd name="connsiteX115" fmla="*/ 1410462 w 1819275"/>
                <a:gd name="connsiteY115" fmla="*/ 473202 h 1590675"/>
                <a:gd name="connsiteX116" fmla="*/ 1405319 w 1819275"/>
                <a:gd name="connsiteY116" fmla="*/ 470440 h 1590675"/>
                <a:gd name="connsiteX117" fmla="*/ 1404080 w 1819275"/>
                <a:gd name="connsiteY117" fmla="*/ 469392 h 1590675"/>
                <a:gd name="connsiteX118" fmla="*/ 1402366 w 1819275"/>
                <a:gd name="connsiteY118" fmla="*/ 466725 h 1590675"/>
                <a:gd name="connsiteX119" fmla="*/ 1401318 w 1819275"/>
                <a:gd name="connsiteY119" fmla="*/ 465487 h 1590675"/>
                <a:gd name="connsiteX120" fmla="*/ 1398651 w 1819275"/>
                <a:gd name="connsiteY120" fmla="*/ 464058 h 1590675"/>
                <a:gd name="connsiteX121" fmla="*/ 1395127 w 1819275"/>
                <a:gd name="connsiteY121" fmla="*/ 463296 h 1590675"/>
                <a:gd name="connsiteX122" fmla="*/ 1391412 w 1819275"/>
                <a:gd name="connsiteY122" fmla="*/ 463105 h 1590675"/>
                <a:gd name="connsiteX123" fmla="*/ 1388555 w 1819275"/>
                <a:gd name="connsiteY123" fmla="*/ 463582 h 1590675"/>
                <a:gd name="connsiteX124" fmla="*/ 1383030 w 1819275"/>
                <a:gd name="connsiteY124" fmla="*/ 466820 h 1590675"/>
                <a:gd name="connsiteX125" fmla="*/ 1380458 w 1819275"/>
                <a:gd name="connsiteY125" fmla="*/ 466820 h 1590675"/>
                <a:gd name="connsiteX126" fmla="*/ 1379125 w 1819275"/>
                <a:gd name="connsiteY126" fmla="*/ 463582 h 1590675"/>
                <a:gd name="connsiteX127" fmla="*/ 1379411 w 1819275"/>
                <a:gd name="connsiteY127" fmla="*/ 461677 h 1590675"/>
                <a:gd name="connsiteX128" fmla="*/ 1379792 w 1819275"/>
                <a:gd name="connsiteY128" fmla="*/ 460438 h 1590675"/>
                <a:gd name="connsiteX129" fmla="*/ 1379887 w 1819275"/>
                <a:gd name="connsiteY129" fmla="*/ 459200 h 1590675"/>
                <a:gd name="connsiteX130" fmla="*/ 1378934 w 1819275"/>
                <a:gd name="connsiteY130" fmla="*/ 457295 h 1590675"/>
                <a:gd name="connsiteX131" fmla="*/ 1377506 w 1819275"/>
                <a:gd name="connsiteY131" fmla="*/ 456152 h 1590675"/>
                <a:gd name="connsiteX132" fmla="*/ 1374267 w 1819275"/>
                <a:gd name="connsiteY132" fmla="*/ 454723 h 1590675"/>
                <a:gd name="connsiteX133" fmla="*/ 1373791 w 1819275"/>
                <a:gd name="connsiteY133" fmla="*/ 453485 h 1590675"/>
                <a:gd name="connsiteX134" fmla="*/ 1373791 w 1819275"/>
                <a:gd name="connsiteY134" fmla="*/ 449675 h 1590675"/>
                <a:gd name="connsiteX135" fmla="*/ 1372838 w 1819275"/>
                <a:gd name="connsiteY135" fmla="*/ 446532 h 1590675"/>
                <a:gd name="connsiteX136" fmla="*/ 1371600 w 1819275"/>
                <a:gd name="connsiteY136" fmla="*/ 443579 h 1590675"/>
                <a:gd name="connsiteX137" fmla="*/ 1370838 w 1819275"/>
                <a:gd name="connsiteY137" fmla="*/ 440246 h 1590675"/>
                <a:gd name="connsiteX138" fmla="*/ 1369600 w 1819275"/>
                <a:gd name="connsiteY138" fmla="*/ 437864 h 1590675"/>
                <a:gd name="connsiteX139" fmla="*/ 1364361 w 1819275"/>
                <a:gd name="connsiteY139" fmla="*/ 433959 h 1590675"/>
                <a:gd name="connsiteX140" fmla="*/ 1362647 w 1819275"/>
                <a:gd name="connsiteY140" fmla="*/ 432054 h 1590675"/>
                <a:gd name="connsiteX141" fmla="*/ 1366266 w 1819275"/>
                <a:gd name="connsiteY141" fmla="*/ 405003 h 1590675"/>
                <a:gd name="connsiteX142" fmla="*/ 1367409 w 1819275"/>
                <a:gd name="connsiteY142" fmla="*/ 402527 h 1590675"/>
                <a:gd name="connsiteX143" fmla="*/ 1384078 w 1819275"/>
                <a:gd name="connsiteY143" fmla="*/ 379857 h 1590675"/>
                <a:gd name="connsiteX144" fmla="*/ 1388555 w 1819275"/>
                <a:gd name="connsiteY144" fmla="*/ 375571 h 1590675"/>
                <a:gd name="connsiteX145" fmla="*/ 1389412 w 1819275"/>
                <a:gd name="connsiteY145" fmla="*/ 374904 h 1590675"/>
                <a:gd name="connsiteX146" fmla="*/ 1390745 w 1819275"/>
                <a:gd name="connsiteY146" fmla="*/ 371665 h 1590675"/>
                <a:gd name="connsiteX147" fmla="*/ 1390936 w 1819275"/>
                <a:gd name="connsiteY147" fmla="*/ 366332 h 1590675"/>
                <a:gd name="connsiteX148" fmla="*/ 1390174 w 1819275"/>
                <a:gd name="connsiteY148" fmla="*/ 361093 h 1590675"/>
                <a:gd name="connsiteX149" fmla="*/ 1388555 w 1819275"/>
                <a:gd name="connsiteY149" fmla="*/ 358045 h 1590675"/>
                <a:gd name="connsiteX150" fmla="*/ 1386459 w 1819275"/>
                <a:gd name="connsiteY150" fmla="*/ 354806 h 1590675"/>
                <a:gd name="connsiteX151" fmla="*/ 1382459 w 1819275"/>
                <a:gd name="connsiteY151" fmla="*/ 341757 h 1590675"/>
                <a:gd name="connsiteX152" fmla="*/ 1382268 w 1819275"/>
                <a:gd name="connsiteY152" fmla="*/ 339376 h 1590675"/>
                <a:gd name="connsiteX153" fmla="*/ 1383030 w 1819275"/>
                <a:gd name="connsiteY153" fmla="*/ 337661 h 1590675"/>
                <a:gd name="connsiteX154" fmla="*/ 1385411 w 1819275"/>
                <a:gd name="connsiteY154" fmla="*/ 334613 h 1590675"/>
                <a:gd name="connsiteX155" fmla="*/ 1388555 w 1819275"/>
                <a:gd name="connsiteY155" fmla="*/ 326231 h 1590675"/>
                <a:gd name="connsiteX156" fmla="*/ 1389412 w 1819275"/>
                <a:gd name="connsiteY156" fmla="*/ 324040 h 1590675"/>
                <a:gd name="connsiteX157" fmla="*/ 1390650 w 1819275"/>
                <a:gd name="connsiteY157" fmla="*/ 319469 h 1590675"/>
                <a:gd name="connsiteX158" fmla="*/ 1391698 w 1819275"/>
                <a:gd name="connsiteY158" fmla="*/ 317373 h 1590675"/>
                <a:gd name="connsiteX159" fmla="*/ 1393412 w 1819275"/>
                <a:gd name="connsiteY159" fmla="*/ 313182 h 1590675"/>
                <a:gd name="connsiteX160" fmla="*/ 1394174 w 1819275"/>
                <a:gd name="connsiteY160" fmla="*/ 310610 h 1590675"/>
                <a:gd name="connsiteX161" fmla="*/ 1394365 w 1819275"/>
                <a:gd name="connsiteY161" fmla="*/ 308896 h 1590675"/>
                <a:gd name="connsiteX162" fmla="*/ 1393127 w 1819275"/>
                <a:gd name="connsiteY162" fmla="*/ 307277 h 1590675"/>
                <a:gd name="connsiteX163" fmla="*/ 1391412 w 1819275"/>
                <a:gd name="connsiteY163" fmla="*/ 306705 h 1590675"/>
                <a:gd name="connsiteX164" fmla="*/ 1390174 w 1819275"/>
                <a:gd name="connsiteY164" fmla="*/ 305562 h 1590675"/>
                <a:gd name="connsiteX165" fmla="*/ 1390364 w 1819275"/>
                <a:gd name="connsiteY165" fmla="*/ 302609 h 1590675"/>
                <a:gd name="connsiteX166" fmla="*/ 1391507 w 1819275"/>
                <a:gd name="connsiteY166" fmla="*/ 297656 h 1590675"/>
                <a:gd name="connsiteX167" fmla="*/ 1391698 w 1819275"/>
                <a:gd name="connsiteY167" fmla="*/ 294513 h 1590675"/>
                <a:gd name="connsiteX168" fmla="*/ 1391793 w 1819275"/>
                <a:gd name="connsiteY168" fmla="*/ 292989 h 1590675"/>
                <a:gd name="connsiteX169" fmla="*/ 1390936 w 1819275"/>
                <a:gd name="connsiteY169" fmla="*/ 288703 h 1590675"/>
                <a:gd name="connsiteX170" fmla="*/ 1388555 w 1819275"/>
                <a:gd name="connsiteY170" fmla="*/ 284702 h 1590675"/>
                <a:gd name="connsiteX171" fmla="*/ 1385697 w 1819275"/>
                <a:gd name="connsiteY171" fmla="*/ 281845 h 1590675"/>
                <a:gd name="connsiteX172" fmla="*/ 1384554 w 1819275"/>
                <a:gd name="connsiteY172" fmla="*/ 280225 h 1590675"/>
                <a:gd name="connsiteX173" fmla="*/ 1384173 w 1819275"/>
                <a:gd name="connsiteY173" fmla="*/ 277844 h 1590675"/>
                <a:gd name="connsiteX174" fmla="*/ 1384364 w 1819275"/>
                <a:gd name="connsiteY174" fmla="*/ 276892 h 1590675"/>
                <a:gd name="connsiteX175" fmla="*/ 1385316 w 1819275"/>
                <a:gd name="connsiteY175" fmla="*/ 275082 h 1590675"/>
                <a:gd name="connsiteX176" fmla="*/ 1385507 w 1819275"/>
                <a:gd name="connsiteY176" fmla="*/ 274225 h 1590675"/>
                <a:gd name="connsiteX177" fmla="*/ 1385126 w 1819275"/>
                <a:gd name="connsiteY177" fmla="*/ 272986 h 1590675"/>
                <a:gd name="connsiteX178" fmla="*/ 1384649 w 1819275"/>
                <a:gd name="connsiteY178" fmla="*/ 272320 h 1590675"/>
                <a:gd name="connsiteX179" fmla="*/ 1383982 w 1819275"/>
                <a:gd name="connsiteY179" fmla="*/ 271748 h 1590675"/>
                <a:gd name="connsiteX180" fmla="*/ 1383316 w 1819275"/>
                <a:gd name="connsiteY180" fmla="*/ 270986 h 1590675"/>
                <a:gd name="connsiteX181" fmla="*/ 1382554 w 1819275"/>
                <a:gd name="connsiteY181" fmla="*/ 268796 h 1590675"/>
                <a:gd name="connsiteX182" fmla="*/ 1382078 w 1819275"/>
                <a:gd name="connsiteY182" fmla="*/ 266795 h 1590675"/>
                <a:gd name="connsiteX183" fmla="*/ 1381316 w 1819275"/>
                <a:gd name="connsiteY183" fmla="*/ 264890 h 1590675"/>
                <a:gd name="connsiteX184" fmla="*/ 1380173 w 1819275"/>
                <a:gd name="connsiteY184" fmla="*/ 263080 h 1590675"/>
                <a:gd name="connsiteX185" fmla="*/ 1378553 w 1819275"/>
                <a:gd name="connsiteY185" fmla="*/ 261556 h 1590675"/>
                <a:gd name="connsiteX186" fmla="*/ 1376839 w 1819275"/>
                <a:gd name="connsiteY186" fmla="*/ 260509 h 1590675"/>
                <a:gd name="connsiteX187" fmla="*/ 1375029 w 1819275"/>
                <a:gd name="connsiteY187" fmla="*/ 259937 h 1590675"/>
                <a:gd name="connsiteX188" fmla="*/ 1373124 w 1819275"/>
                <a:gd name="connsiteY188" fmla="*/ 260032 h 1590675"/>
                <a:gd name="connsiteX189" fmla="*/ 1369981 w 1819275"/>
                <a:gd name="connsiteY189" fmla="*/ 259366 h 1590675"/>
                <a:gd name="connsiteX190" fmla="*/ 1367504 w 1819275"/>
                <a:gd name="connsiteY190" fmla="*/ 256699 h 1590675"/>
                <a:gd name="connsiteX191" fmla="*/ 1348073 w 1819275"/>
                <a:gd name="connsiteY191" fmla="*/ 222218 h 1590675"/>
                <a:gd name="connsiteX192" fmla="*/ 1347883 w 1819275"/>
                <a:gd name="connsiteY192" fmla="*/ 221361 h 1590675"/>
                <a:gd name="connsiteX193" fmla="*/ 1348073 w 1819275"/>
                <a:gd name="connsiteY193" fmla="*/ 220504 h 1590675"/>
                <a:gd name="connsiteX194" fmla="*/ 1348645 w 1819275"/>
                <a:gd name="connsiteY194" fmla="*/ 219646 h 1590675"/>
                <a:gd name="connsiteX195" fmla="*/ 1349407 w 1819275"/>
                <a:gd name="connsiteY195" fmla="*/ 217932 h 1590675"/>
                <a:gd name="connsiteX196" fmla="*/ 1349788 w 1819275"/>
                <a:gd name="connsiteY196" fmla="*/ 216027 h 1590675"/>
                <a:gd name="connsiteX197" fmla="*/ 1349597 w 1819275"/>
                <a:gd name="connsiteY197" fmla="*/ 214027 h 1590675"/>
                <a:gd name="connsiteX198" fmla="*/ 1348645 w 1819275"/>
                <a:gd name="connsiteY198" fmla="*/ 212503 h 1590675"/>
                <a:gd name="connsiteX199" fmla="*/ 1346454 w 1819275"/>
                <a:gd name="connsiteY199" fmla="*/ 210979 h 1590675"/>
                <a:gd name="connsiteX200" fmla="*/ 1345882 w 1819275"/>
                <a:gd name="connsiteY200" fmla="*/ 207931 h 1590675"/>
                <a:gd name="connsiteX201" fmla="*/ 1346073 w 1819275"/>
                <a:gd name="connsiteY201" fmla="*/ 204121 h 1590675"/>
                <a:gd name="connsiteX202" fmla="*/ 1345882 w 1819275"/>
                <a:gd name="connsiteY202" fmla="*/ 200501 h 1590675"/>
                <a:gd name="connsiteX203" fmla="*/ 1344740 w 1819275"/>
                <a:gd name="connsiteY203" fmla="*/ 198977 h 1590675"/>
                <a:gd name="connsiteX204" fmla="*/ 1342168 w 1819275"/>
                <a:gd name="connsiteY204" fmla="*/ 196786 h 1590675"/>
                <a:gd name="connsiteX205" fmla="*/ 1341120 w 1819275"/>
                <a:gd name="connsiteY205" fmla="*/ 195167 h 1590675"/>
                <a:gd name="connsiteX206" fmla="*/ 1338739 w 1819275"/>
                <a:gd name="connsiteY206" fmla="*/ 189262 h 1590675"/>
                <a:gd name="connsiteX207" fmla="*/ 1337691 w 1819275"/>
                <a:gd name="connsiteY207" fmla="*/ 187547 h 1590675"/>
                <a:gd name="connsiteX208" fmla="*/ 1336739 w 1819275"/>
                <a:gd name="connsiteY208" fmla="*/ 185166 h 1590675"/>
                <a:gd name="connsiteX209" fmla="*/ 1337596 w 1819275"/>
                <a:gd name="connsiteY209" fmla="*/ 183547 h 1590675"/>
                <a:gd name="connsiteX210" fmla="*/ 1338548 w 1819275"/>
                <a:gd name="connsiteY210" fmla="*/ 182213 h 1590675"/>
                <a:gd name="connsiteX211" fmla="*/ 1338167 w 1819275"/>
                <a:gd name="connsiteY211" fmla="*/ 180975 h 1590675"/>
                <a:gd name="connsiteX212" fmla="*/ 1336453 w 1819275"/>
                <a:gd name="connsiteY212" fmla="*/ 179642 h 1590675"/>
                <a:gd name="connsiteX213" fmla="*/ 1334738 w 1819275"/>
                <a:gd name="connsiteY213" fmla="*/ 178594 h 1590675"/>
                <a:gd name="connsiteX214" fmla="*/ 1327404 w 1819275"/>
                <a:gd name="connsiteY214" fmla="*/ 176594 h 1590675"/>
                <a:gd name="connsiteX215" fmla="*/ 1323689 w 1819275"/>
                <a:gd name="connsiteY215" fmla="*/ 174879 h 1590675"/>
                <a:gd name="connsiteX216" fmla="*/ 1320165 w 1819275"/>
                <a:gd name="connsiteY216" fmla="*/ 172498 h 1590675"/>
                <a:gd name="connsiteX217" fmla="*/ 1317212 w 1819275"/>
                <a:gd name="connsiteY217" fmla="*/ 169450 h 1590675"/>
                <a:gd name="connsiteX218" fmla="*/ 1316260 w 1819275"/>
                <a:gd name="connsiteY218" fmla="*/ 167830 h 1590675"/>
                <a:gd name="connsiteX219" fmla="*/ 1315307 w 1819275"/>
                <a:gd name="connsiteY219" fmla="*/ 165449 h 1590675"/>
                <a:gd name="connsiteX220" fmla="*/ 1314831 w 1819275"/>
                <a:gd name="connsiteY220" fmla="*/ 162973 h 1590675"/>
                <a:gd name="connsiteX221" fmla="*/ 1315117 w 1819275"/>
                <a:gd name="connsiteY221" fmla="*/ 160782 h 1590675"/>
                <a:gd name="connsiteX222" fmla="*/ 1315784 w 1819275"/>
                <a:gd name="connsiteY222" fmla="*/ 158210 h 1590675"/>
                <a:gd name="connsiteX223" fmla="*/ 1315403 w 1819275"/>
                <a:gd name="connsiteY223" fmla="*/ 156019 h 1590675"/>
                <a:gd name="connsiteX224" fmla="*/ 1314164 w 1819275"/>
                <a:gd name="connsiteY224" fmla="*/ 154781 h 1590675"/>
                <a:gd name="connsiteX225" fmla="*/ 1310831 w 1819275"/>
                <a:gd name="connsiteY225" fmla="*/ 154686 h 1590675"/>
                <a:gd name="connsiteX226" fmla="*/ 1307687 w 1819275"/>
                <a:gd name="connsiteY226" fmla="*/ 153734 h 1590675"/>
                <a:gd name="connsiteX227" fmla="*/ 1306354 w 1819275"/>
                <a:gd name="connsiteY227" fmla="*/ 154305 h 1590675"/>
                <a:gd name="connsiteX228" fmla="*/ 1305782 w 1819275"/>
                <a:gd name="connsiteY228" fmla="*/ 155829 h 1590675"/>
                <a:gd name="connsiteX229" fmla="*/ 1305592 w 1819275"/>
                <a:gd name="connsiteY229" fmla="*/ 157353 h 1590675"/>
                <a:gd name="connsiteX230" fmla="*/ 1305401 w 1819275"/>
                <a:gd name="connsiteY230" fmla="*/ 158972 h 1590675"/>
                <a:gd name="connsiteX231" fmla="*/ 1304354 w 1819275"/>
                <a:gd name="connsiteY231" fmla="*/ 160401 h 1590675"/>
                <a:gd name="connsiteX232" fmla="*/ 1301782 w 1819275"/>
                <a:gd name="connsiteY232" fmla="*/ 161354 h 1590675"/>
                <a:gd name="connsiteX233" fmla="*/ 1293305 w 1819275"/>
                <a:gd name="connsiteY233" fmla="*/ 162020 h 1590675"/>
                <a:gd name="connsiteX234" fmla="*/ 1290733 w 1819275"/>
                <a:gd name="connsiteY234" fmla="*/ 161354 h 1590675"/>
                <a:gd name="connsiteX235" fmla="*/ 1289876 w 1819275"/>
                <a:gd name="connsiteY235" fmla="*/ 159925 h 1590675"/>
                <a:gd name="connsiteX236" fmla="*/ 1289114 w 1819275"/>
                <a:gd name="connsiteY236" fmla="*/ 156496 h 1590675"/>
                <a:gd name="connsiteX237" fmla="*/ 1288542 w 1819275"/>
                <a:gd name="connsiteY237" fmla="*/ 154972 h 1590675"/>
                <a:gd name="connsiteX238" fmla="*/ 1287209 w 1819275"/>
                <a:gd name="connsiteY238" fmla="*/ 153638 h 1590675"/>
                <a:gd name="connsiteX239" fmla="*/ 1284446 w 1819275"/>
                <a:gd name="connsiteY239" fmla="*/ 153067 h 1590675"/>
                <a:gd name="connsiteX240" fmla="*/ 1283018 w 1819275"/>
                <a:gd name="connsiteY240" fmla="*/ 152400 h 1590675"/>
                <a:gd name="connsiteX241" fmla="*/ 1282160 w 1819275"/>
                <a:gd name="connsiteY241" fmla="*/ 150876 h 1590675"/>
                <a:gd name="connsiteX242" fmla="*/ 1281494 w 1819275"/>
                <a:gd name="connsiteY242" fmla="*/ 148876 h 1590675"/>
                <a:gd name="connsiteX243" fmla="*/ 1280827 w 1819275"/>
                <a:gd name="connsiteY243" fmla="*/ 147161 h 1590675"/>
                <a:gd name="connsiteX244" fmla="*/ 1279684 w 1819275"/>
                <a:gd name="connsiteY244" fmla="*/ 146494 h 1590675"/>
                <a:gd name="connsiteX245" fmla="*/ 1278350 w 1819275"/>
                <a:gd name="connsiteY245" fmla="*/ 146113 h 1590675"/>
                <a:gd name="connsiteX246" fmla="*/ 1277303 w 1819275"/>
                <a:gd name="connsiteY246" fmla="*/ 144971 h 1590675"/>
                <a:gd name="connsiteX247" fmla="*/ 1276731 w 1819275"/>
                <a:gd name="connsiteY247" fmla="*/ 143256 h 1590675"/>
                <a:gd name="connsiteX248" fmla="*/ 1276731 w 1819275"/>
                <a:gd name="connsiteY248" fmla="*/ 141256 h 1590675"/>
                <a:gd name="connsiteX249" fmla="*/ 1276350 w 1819275"/>
                <a:gd name="connsiteY249" fmla="*/ 138017 h 1590675"/>
                <a:gd name="connsiteX250" fmla="*/ 1273969 w 1819275"/>
                <a:gd name="connsiteY250" fmla="*/ 136779 h 1590675"/>
                <a:gd name="connsiteX251" fmla="*/ 1270921 w 1819275"/>
                <a:gd name="connsiteY251" fmla="*/ 136874 h 1590675"/>
                <a:gd name="connsiteX252" fmla="*/ 1268635 w 1819275"/>
                <a:gd name="connsiteY252" fmla="*/ 137731 h 1590675"/>
                <a:gd name="connsiteX253" fmla="*/ 1264730 w 1819275"/>
                <a:gd name="connsiteY253" fmla="*/ 137827 h 1590675"/>
                <a:gd name="connsiteX254" fmla="*/ 1263396 w 1819275"/>
                <a:gd name="connsiteY254" fmla="*/ 137731 h 1590675"/>
                <a:gd name="connsiteX255" fmla="*/ 1260157 w 1819275"/>
                <a:gd name="connsiteY255" fmla="*/ 135922 h 1590675"/>
                <a:gd name="connsiteX256" fmla="*/ 1259015 w 1819275"/>
                <a:gd name="connsiteY256" fmla="*/ 135827 h 1590675"/>
                <a:gd name="connsiteX257" fmla="*/ 1257395 w 1819275"/>
                <a:gd name="connsiteY257" fmla="*/ 136588 h 1590675"/>
                <a:gd name="connsiteX258" fmla="*/ 1253490 w 1819275"/>
                <a:gd name="connsiteY258" fmla="*/ 139827 h 1590675"/>
                <a:gd name="connsiteX259" fmla="*/ 1252157 w 1819275"/>
                <a:gd name="connsiteY259" fmla="*/ 141256 h 1590675"/>
                <a:gd name="connsiteX260" fmla="*/ 1250156 w 1819275"/>
                <a:gd name="connsiteY260" fmla="*/ 142780 h 1590675"/>
                <a:gd name="connsiteX261" fmla="*/ 1248156 w 1819275"/>
                <a:gd name="connsiteY261" fmla="*/ 143161 h 1590675"/>
                <a:gd name="connsiteX262" fmla="*/ 1244060 w 1819275"/>
                <a:gd name="connsiteY262" fmla="*/ 142399 h 1590675"/>
                <a:gd name="connsiteX263" fmla="*/ 1236631 w 1819275"/>
                <a:gd name="connsiteY263" fmla="*/ 142304 h 1590675"/>
                <a:gd name="connsiteX264" fmla="*/ 1234345 w 1819275"/>
                <a:gd name="connsiteY264" fmla="*/ 141256 h 1590675"/>
                <a:gd name="connsiteX265" fmla="*/ 1234345 w 1819275"/>
                <a:gd name="connsiteY265" fmla="*/ 141256 h 1590675"/>
                <a:gd name="connsiteX266" fmla="*/ 1234345 w 1819275"/>
                <a:gd name="connsiteY266" fmla="*/ 141256 h 1590675"/>
                <a:gd name="connsiteX267" fmla="*/ 1225296 w 1819275"/>
                <a:gd name="connsiteY267" fmla="*/ 128873 h 1590675"/>
                <a:gd name="connsiteX268" fmla="*/ 1224058 w 1819275"/>
                <a:gd name="connsiteY268" fmla="*/ 127825 h 1590675"/>
                <a:gd name="connsiteX269" fmla="*/ 1221867 w 1819275"/>
                <a:gd name="connsiteY269" fmla="*/ 127254 h 1590675"/>
                <a:gd name="connsiteX270" fmla="*/ 1217200 w 1819275"/>
                <a:gd name="connsiteY270" fmla="*/ 127921 h 1590675"/>
                <a:gd name="connsiteX271" fmla="*/ 1215104 w 1819275"/>
                <a:gd name="connsiteY271" fmla="*/ 127825 h 1590675"/>
                <a:gd name="connsiteX272" fmla="*/ 1212723 w 1819275"/>
                <a:gd name="connsiteY272" fmla="*/ 126111 h 1590675"/>
                <a:gd name="connsiteX273" fmla="*/ 1207484 w 1819275"/>
                <a:gd name="connsiteY273" fmla="*/ 120586 h 1590675"/>
                <a:gd name="connsiteX274" fmla="*/ 1205198 w 1819275"/>
                <a:gd name="connsiteY274" fmla="*/ 119825 h 1590675"/>
                <a:gd name="connsiteX275" fmla="*/ 1203103 w 1819275"/>
                <a:gd name="connsiteY275" fmla="*/ 120015 h 1590675"/>
                <a:gd name="connsiteX276" fmla="*/ 1201579 w 1819275"/>
                <a:gd name="connsiteY276" fmla="*/ 119444 h 1590675"/>
                <a:gd name="connsiteX277" fmla="*/ 1198436 w 1819275"/>
                <a:gd name="connsiteY277" fmla="*/ 116872 h 1590675"/>
                <a:gd name="connsiteX278" fmla="*/ 1197197 w 1819275"/>
                <a:gd name="connsiteY278" fmla="*/ 115157 h 1590675"/>
                <a:gd name="connsiteX279" fmla="*/ 1196626 w 1819275"/>
                <a:gd name="connsiteY279" fmla="*/ 113062 h 1590675"/>
                <a:gd name="connsiteX280" fmla="*/ 1196245 w 1819275"/>
                <a:gd name="connsiteY280" fmla="*/ 110680 h 1590675"/>
                <a:gd name="connsiteX281" fmla="*/ 1195578 w 1819275"/>
                <a:gd name="connsiteY281" fmla="*/ 108394 h 1590675"/>
                <a:gd name="connsiteX282" fmla="*/ 1195388 w 1819275"/>
                <a:gd name="connsiteY282" fmla="*/ 106013 h 1590675"/>
                <a:gd name="connsiteX283" fmla="*/ 1196531 w 1819275"/>
                <a:gd name="connsiteY283" fmla="*/ 101536 h 1590675"/>
                <a:gd name="connsiteX284" fmla="*/ 1195959 w 1819275"/>
                <a:gd name="connsiteY284" fmla="*/ 99441 h 1590675"/>
                <a:gd name="connsiteX285" fmla="*/ 1190911 w 1819275"/>
                <a:gd name="connsiteY285" fmla="*/ 93536 h 1590675"/>
                <a:gd name="connsiteX286" fmla="*/ 1189006 w 1819275"/>
                <a:gd name="connsiteY286" fmla="*/ 92583 h 1590675"/>
                <a:gd name="connsiteX287" fmla="*/ 1187482 w 1819275"/>
                <a:gd name="connsiteY287" fmla="*/ 92869 h 1590675"/>
                <a:gd name="connsiteX288" fmla="*/ 1185863 w 1819275"/>
                <a:gd name="connsiteY288" fmla="*/ 93345 h 1590675"/>
                <a:gd name="connsiteX289" fmla="*/ 1184053 w 1819275"/>
                <a:gd name="connsiteY289" fmla="*/ 93345 h 1590675"/>
                <a:gd name="connsiteX290" fmla="*/ 1181386 w 1819275"/>
                <a:gd name="connsiteY290" fmla="*/ 91630 h 1590675"/>
                <a:gd name="connsiteX291" fmla="*/ 1177290 w 1819275"/>
                <a:gd name="connsiteY291" fmla="*/ 86106 h 1590675"/>
                <a:gd name="connsiteX292" fmla="*/ 1175099 w 1819275"/>
                <a:gd name="connsiteY292" fmla="*/ 84296 h 1590675"/>
                <a:gd name="connsiteX293" fmla="*/ 1169575 w 1819275"/>
                <a:gd name="connsiteY293" fmla="*/ 81439 h 1590675"/>
                <a:gd name="connsiteX294" fmla="*/ 1168146 w 1819275"/>
                <a:gd name="connsiteY294" fmla="*/ 81248 h 1590675"/>
                <a:gd name="connsiteX295" fmla="*/ 1165384 w 1819275"/>
                <a:gd name="connsiteY295" fmla="*/ 81439 h 1590675"/>
                <a:gd name="connsiteX296" fmla="*/ 1164050 w 1819275"/>
                <a:gd name="connsiteY296" fmla="*/ 81344 h 1590675"/>
                <a:gd name="connsiteX297" fmla="*/ 1162622 w 1819275"/>
                <a:gd name="connsiteY297" fmla="*/ 80677 h 1590675"/>
                <a:gd name="connsiteX298" fmla="*/ 1160050 w 1819275"/>
                <a:gd name="connsiteY298" fmla="*/ 78581 h 1590675"/>
                <a:gd name="connsiteX299" fmla="*/ 1157764 w 1819275"/>
                <a:gd name="connsiteY299" fmla="*/ 77438 h 1590675"/>
                <a:gd name="connsiteX300" fmla="*/ 1156526 w 1819275"/>
                <a:gd name="connsiteY300" fmla="*/ 75914 h 1590675"/>
                <a:gd name="connsiteX301" fmla="*/ 1155764 w 1819275"/>
                <a:gd name="connsiteY301" fmla="*/ 75438 h 1590675"/>
                <a:gd name="connsiteX302" fmla="*/ 1154906 w 1819275"/>
                <a:gd name="connsiteY302" fmla="*/ 75438 h 1590675"/>
                <a:gd name="connsiteX303" fmla="*/ 1153001 w 1819275"/>
                <a:gd name="connsiteY303" fmla="*/ 75819 h 1590675"/>
                <a:gd name="connsiteX304" fmla="*/ 1152049 w 1819275"/>
                <a:gd name="connsiteY304" fmla="*/ 75819 h 1590675"/>
                <a:gd name="connsiteX305" fmla="*/ 1149382 w 1819275"/>
                <a:gd name="connsiteY305" fmla="*/ 74295 h 1590675"/>
                <a:gd name="connsiteX306" fmla="*/ 1146905 w 1819275"/>
                <a:gd name="connsiteY306" fmla="*/ 71533 h 1590675"/>
                <a:gd name="connsiteX307" fmla="*/ 1146143 w 1819275"/>
                <a:gd name="connsiteY307" fmla="*/ 68675 h 1590675"/>
                <a:gd name="connsiteX308" fmla="*/ 1148810 w 1819275"/>
                <a:gd name="connsiteY308" fmla="*/ 66580 h 1590675"/>
                <a:gd name="connsiteX309" fmla="*/ 1149953 w 1819275"/>
                <a:gd name="connsiteY309" fmla="*/ 65627 h 1590675"/>
                <a:gd name="connsiteX310" fmla="*/ 1150620 w 1819275"/>
                <a:gd name="connsiteY310" fmla="*/ 64294 h 1590675"/>
                <a:gd name="connsiteX311" fmla="*/ 1151001 w 1819275"/>
                <a:gd name="connsiteY311" fmla="*/ 63055 h 1590675"/>
                <a:gd name="connsiteX312" fmla="*/ 1151573 w 1819275"/>
                <a:gd name="connsiteY312" fmla="*/ 62103 h 1590675"/>
                <a:gd name="connsiteX313" fmla="*/ 1155192 w 1819275"/>
                <a:gd name="connsiteY313" fmla="*/ 59722 h 1590675"/>
                <a:gd name="connsiteX314" fmla="*/ 1155859 w 1819275"/>
                <a:gd name="connsiteY314" fmla="*/ 58579 h 1590675"/>
                <a:gd name="connsiteX315" fmla="*/ 1155478 w 1819275"/>
                <a:gd name="connsiteY315" fmla="*/ 55531 h 1590675"/>
                <a:gd name="connsiteX316" fmla="*/ 1153478 w 1819275"/>
                <a:gd name="connsiteY316" fmla="*/ 52959 h 1590675"/>
                <a:gd name="connsiteX317" fmla="*/ 1148810 w 1819275"/>
                <a:gd name="connsiteY317" fmla="*/ 49721 h 1590675"/>
                <a:gd name="connsiteX318" fmla="*/ 1147001 w 1819275"/>
                <a:gd name="connsiteY318" fmla="*/ 49149 h 1590675"/>
                <a:gd name="connsiteX319" fmla="*/ 1143381 w 1819275"/>
                <a:gd name="connsiteY319" fmla="*/ 49435 h 1590675"/>
                <a:gd name="connsiteX320" fmla="*/ 1138142 w 1819275"/>
                <a:gd name="connsiteY320" fmla="*/ 46958 h 1590675"/>
                <a:gd name="connsiteX321" fmla="*/ 1136428 w 1819275"/>
                <a:gd name="connsiteY321" fmla="*/ 45815 h 1590675"/>
                <a:gd name="connsiteX322" fmla="*/ 1135285 w 1819275"/>
                <a:gd name="connsiteY322" fmla="*/ 44387 h 1590675"/>
                <a:gd name="connsiteX323" fmla="*/ 1134904 w 1819275"/>
                <a:gd name="connsiteY323" fmla="*/ 43243 h 1590675"/>
                <a:gd name="connsiteX324" fmla="*/ 1134809 w 1819275"/>
                <a:gd name="connsiteY324" fmla="*/ 40767 h 1590675"/>
                <a:gd name="connsiteX325" fmla="*/ 1134428 w 1819275"/>
                <a:gd name="connsiteY325" fmla="*/ 39624 h 1590675"/>
                <a:gd name="connsiteX326" fmla="*/ 1133761 w 1819275"/>
                <a:gd name="connsiteY326" fmla="*/ 38767 h 1590675"/>
                <a:gd name="connsiteX327" fmla="*/ 1132904 w 1819275"/>
                <a:gd name="connsiteY327" fmla="*/ 38195 h 1590675"/>
                <a:gd name="connsiteX328" fmla="*/ 1131189 w 1819275"/>
                <a:gd name="connsiteY328" fmla="*/ 37528 h 1590675"/>
                <a:gd name="connsiteX329" fmla="*/ 1129760 w 1819275"/>
                <a:gd name="connsiteY329" fmla="*/ 36004 h 1590675"/>
                <a:gd name="connsiteX330" fmla="*/ 1129665 w 1819275"/>
                <a:gd name="connsiteY330" fmla="*/ 33909 h 1590675"/>
                <a:gd name="connsiteX331" fmla="*/ 1130237 w 1819275"/>
                <a:gd name="connsiteY331" fmla="*/ 31718 h 1590675"/>
                <a:gd name="connsiteX332" fmla="*/ 1131284 w 1819275"/>
                <a:gd name="connsiteY332" fmla="*/ 29813 h 1590675"/>
                <a:gd name="connsiteX333" fmla="*/ 1137666 w 1819275"/>
                <a:gd name="connsiteY333" fmla="*/ 26765 h 1590675"/>
                <a:gd name="connsiteX334" fmla="*/ 1140619 w 1819275"/>
                <a:gd name="connsiteY334" fmla="*/ 24098 h 1590675"/>
                <a:gd name="connsiteX335" fmla="*/ 1140524 w 1819275"/>
                <a:gd name="connsiteY335" fmla="*/ 19717 h 1590675"/>
                <a:gd name="connsiteX336" fmla="*/ 1139285 w 1819275"/>
                <a:gd name="connsiteY336" fmla="*/ 18288 h 1590675"/>
                <a:gd name="connsiteX337" fmla="*/ 1137761 w 1819275"/>
                <a:gd name="connsiteY337" fmla="*/ 17717 h 1590675"/>
                <a:gd name="connsiteX338" fmla="*/ 1136523 w 1819275"/>
                <a:gd name="connsiteY338" fmla="*/ 16669 h 1590675"/>
                <a:gd name="connsiteX339" fmla="*/ 1136047 w 1819275"/>
                <a:gd name="connsiteY339" fmla="*/ 14002 h 1590675"/>
                <a:gd name="connsiteX340" fmla="*/ 1136428 w 1819275"/>
                <a:gd name="connsiteY340" fmla="*/ 11430 h 1590675"/>
                <a:gd name="connsiteX341" fmla="*/ 1137095 w 1819275"/>
                <a:gd name="connsiteY341" fmla="*/ 9716 h 1590675"/>
                <a:gd name="connsiteX342" fmla="*/ 1137571 w 1819275"/>
                <a:gd name="connsiteY342" fmla="*/ 7906 h 1590675"/>
                <a:gd name="connsiteX343" fmla="*/ 1137380 w 1819275"/>
                <a:gd name="connsiteY343" fmla="*/ 5143 h 1590675"/>
                <a:gd name="connsiteX344" fmla="*/ 1136237 w 1819275"/>
                <a:gd name="connsiteY344" fmla="*/ 1429 h 1590675"/>
                <a:gd name="connsiteX345" fmla="*/ 1136047 w 1819275"/>
                <a:gd name="connsiteY345" fmla="*/ 0 h 1590675"/>
                <a:gd name="connsiteX346" fmla="*/ 1128046 w 1819275"/>
                <a:gd name="connsiteY346" fmla="*/ 857 h 1590675"/>
                <a:gd name="connsiteX347" fmla="*/ 1112806 w 1819275"/>
                <a:gd name="connsiteY347" fmla="*/ 5620 h 1590675"/>
                <a:gd name="connsiteX348" fmla="*/ 1111949 w 1819275"/>
                <a:gd name="connsiteY348" fmla="*/ 5620 h 1590675"/>
                <a:gd name="connsiteX349" fmla="*/ 1111282 w 1819275"/>
                <a:gd name="connsiteY349" fmla="*/ 5429 h 1590675"/>
                <a:gd name="connsiteX350" fmla="*/ 1110806 w 1819275"/>
                <a:gd name="connsiteY350" fmla="*/ 5715 h 1590675"/>
                <a:gd name="connsiteX351" fmla="*/ 1110139 w 1819275"/>
                <a:gd name="connsiteY351" fmla="*/ 7620 h 1590675"/>
                <a:gd name="connsiteX352" fmla="*/ 1109758 w 1819275"/>
                <a:gd name="connsiteY352" fmla="*/ 8382 h 1590675"/>
                <a:gd name="connsiteX353" fmla="*/ 1109377 w 1819275"/>
                <a:gd name="connsiteY353" fmla="*/ 9049 h 1590675"/>
                <a:gd name="connsiteX354" fmla="*/ 1108805 w 1819275"/>
                <a:gd name="connsiteY354" fmla="*/ 9525 h 1590675"/>
                <a:gd name="connsiteX355" fmla="*/ 1105853 w 1819275"/>
                <a:gd name="connsiteY355" fmla="*/ 11049 h 1590675"/>
                <a:gd name="connsiteX356" fmla="*/ 1102805 w 1819275"/>
                <a:gd name="connsiteY356" fmla="*/ 11525 h 1590675"/>
                <a:gd name="connsiteX357" fmla="*/ 1099757 w 1819275"/>
                <a:gd name="connsiteY357" fmla="*/ 11049 h 1590675"/>
                <a:gd name="connsiteX358" fmla="*/ 1096709 w 1819275"/>
                <a:gd name="connsiteY358" fmla="*/ 9811 h 1590675"/>
                <a:gd name="connsiteX359" fmla="*/ 1086898 w 1819275"/>
                <a:gd name="connsiteY359" fmla="*/ 6953 h 1590675"/>
                <a:gd name="connsiteX360" fmla="*/ 1083755 w 1819275"/>
                <a:gd name="connsiteY360" fmla="*/ 5239 h 1590675"/>
                <a:gd name="connsiteX361" fmla="*/ 1080135 w 1819275"/>
                <a:gd name="connsiteY361" fmla="*/ 4381 h 1590675"/>
                <a:gd name="connsiteX362" fmla="*/ 1068896 w 1819275"/>
                <a:gd name="connsiteY362" fmla="*/ 8953 h 1590675"/>
                <a:gd name="connsiteX363" fmla="*/ 1066514 w 1819275"/>
                <a:gd name="connsiteY363" fmla="*/ 8668 h 1590675"/>
                <a:gd name="connsiteX364" fmla="*/ 1061847 w 1819275"/>
                <a:gd name="connsiteY364" fmla="*/ 7144 h 1590675"/>
                <a:gd name="connsiteX365" fmla="*/ 1059561 w 1819275"/>
                <a:gd name="connsiteY365" fmla="*/ 7334 h 1590675"/>
                <a:gd name="connsiteX366" fmla="*/ 1057847 w 1819275"/>
                <a:gd name="connsiteY366" fmla="*/ 8763 h 1590675"/>
                <a:gd name="connsiteX367" fmla="*/ 1056132 w 1819275"/>
                <a:gd name="connsiteY367" fmla="*/ 13049 h 1590675"/>
                <a:gd name="connsiteX368" fmla="*/ 1054799 w 1819275"/>
                <a:gd name="connsiteY368" fmla="*/ 15049 h 1590675"/>
                <a:gd name="connsiteX369" fmla="*/ 1051655 w 1819275"/>
                <a:gd name="connsiteY369" fmla="*/ 17717 h 1590675"/>
                <a:gd name="connsiteX370" fmla="*/ 1050322 w 1819275"/>
                <a:gd name="connsiteY370" fmla="*/ 19241 h 1590675"/>
                <a:gd name="connsiteX371" fmla="*/ 1049084 w 1819275"/>
                <a:gd name="connsiteY371" fmla="*/ 21336 h 1590675"/>
                <a:gd name="connsiteX372" fmla="*/ 1047941 w 1819275"/>
                <a:gd name="connsiteY372" fmla="*/ 23813 h 1590675"/>
                <a:gd name="connsiteX373" fmla="*/ 1047560 w 1819275"/>
                <a:gd name="connsiteY373" fmla="*/ 25717 h 1590675"/>
                <a:gd name="connsiteX374" fmla="*/ 1047750 w 1819275"/>
                <a:gd name="connsiteY374" fmla="*/ 27813 h 1590675"/>
                <a:gd name="connsiteX375" fmla="*/ 1048322 w 1819275"/>
                <a:gd name="connsiteY375" fmla="*/ 30766 h 1590675"/>
                <a:gd name="connsiteX376" fmla="*/ 1050227 w 1819275"/>
                <a:gd name="connsiteY376" fmla="*/ 34862 h 1590675"/>
                <a:gd name="connsiteX377" fmla="*/ 1052703 w 1819275"/>
                <a:gd name="connsiteY377" fmla="*/ 37338 h 1590675"/>
                <a:gd name="connsiteX378" fmla="*/ 1054037 w 1819275"/>
                <a:gd name="connsiteY378" fmla="*/ 39719 h 1590675"/>
                <a:gd name="connsiteX379" fmla="*/ 1052036 w 1819275"/>
                <a:gd name="connsiteY379" fmla="*/ 43529 h 1590675"/>
                <a:gd name="connsiteX380" fmla="*/ 1050512 w 1819275"/>
                <a:gd name="connsiteY380" fmla="*/ 45244 h 1590675"/>
                <a:gd name="connsiteX381" fmla="*/ 1049941 w 1819275"/>
                <a:gd name="connsiteY381" fmla="*/ 46387 h 1590675"/>
                <a:gd name="connsiteX382" fmla="*/ 1050131 w 1819275"/>
                <a:gd name="connsiteY382" fmla="*/ 47815 h 1590675"/>
                <a:gd name="connsiteX383" fmla="*/ 1050989 w 1819275"/>
                <a:gd name="connsiteY383" fmla="*/ 52959 h 1590675"/>
                <a:gd name="connsiteX384" fmla="*/ 1050989 w 1819275"/>
                <a:gd name="connsiteY384" fmla="*/ 54673 h 1590675"/>
                <a:gd name="connsiteX385" fmla="*/ 1050417 w 1819275"/>
                <a:gd name="connsiteY385" fmla="*/ 56102 h 1590675"/>
                <a:gd name="connsiteX386" fmla="*/ 1044416 w 1819275"/>
                <a:gd name="connsiteY386" fmla="*/ 64484 h 1590675"/>
                <a:gd name="connsiteX387" fmla="*/ 1040511 w 1819275"/>
                <a:gd name="connsiteY387" fmla="*/ 68199 h 1590675"/>
                <a:gd name="connsiteX388" fmla="*/ 1039273 w 1819275"/>
                <a:gd name="connsiteY388" fmla="*/ 69723 h 1590675"/>
                <a:gd name="connsiteX389" fmla="*/ 1038320 w 1819275"/>
                <a:gd name="connsiteY389" fmla="*/ 71723 h 1590675"/>
                <a:gd name="connsiteX390" fmla="*/ 1036892 w 1819275"/>
                <a:gd name="connsiteY390" fmla="*/ 75819 h 1590675"/>
                <a:gd name="connsiteX391" fmla="*/ 1036034 w 1819275"/>
                <a:gd name="connsiteY391" fmla="*/ 77343 h 1590675"/>
                <a:gd name="connsiteX392" fmla="*/ 1034606 w 1819275"/>
                <a:gd name="connsiteY392" fmla="*/ 78581 h 1590675"/>
                <a:gd name="connsiteX393" fmla="*/ 1025271 w 1819275"/>
                <a:gd name="connsiteY393" fmla="*/ 82296 h 1590675"/>
                <a:gd name="connsiteX394" fmla="*/ 1017556 w 1819275"/>
                <a:gd name="connsiteY394" fmla="*/ 81725 h 1590675"/>
                <a:gd name="connsiteX395" fmla="*/ 1015460 w 1819275"/>
                <a:gd name="connsiteY395" fmla="*/ 82677 h 1590675"/>
                <a:gd name="connsiteX396" fmla="*/ 1013746 w 1819275"/>
                <a:gd name="connsiteY396" fmla="*/ 84296 h 1590675"/>
                <a:gd name="connsiteX397" fmla="*/ 1010603 w 1819275"/>
                <a:gd name="connsiteY397" fmla="*/ 88106 h 1590675"/>
                <a:gd name="connsiteX398" fmla="*/ 1006221 w 1819275"/>
                <a:gd name="connsiteY398" fmla="*/ 90392 h 1590675"/>
                <a:gd name="connsiteX399" fmla="*/ 991362 w 1819275"/>
                <a:gd name="connsiteY399" fmla="*/ 89059 h 1590675"/>
                <a:gd name="connsiteX400" fmla="*/ 973646 w 1819275"/>
                <a:gd name="connsiteY400" fmla="*/ 91726 h 1590675"/>
                <a:gd name="connsiteX401" fmla="*/ 970693 w 1819275"/>
                <a:gd name="connsiteY401" fmla="*/ 93821 h 1590675"/>
                <a:gd name="connsiteX402" fmla="*/ 968407 w 1819275"/>
                <a:gd name="connsiteY402" fmla="*/ 97536 h 1590675"/>
                <a:gd name="connsiteX403" fmla="*/ 957834 w 1819275"/>
                <a:gd name="connsiteY403" fmla="*/ 123634 h 1590675"/>
                <a:gd name="connsiteX404" fmla="*/ 955834 w 1819275"/>
                <a:gd name="connsiteY404" fmla="*/ 136779 h 1590675"/>
                <a:gd name="connsiteX405" fmla="*/ 954691 w 1819275"/>
                <a:gd name="connsiteY405" fmla="*/ 141256 h 1590675"/>
                <a:gd name="connsiteX406" fmla="*/ 953262 w 1819275"/>
                <a:gd name="connsiteY406" fmla="*/ 144399 h 1590675"/>
                <a:gd name="connsiteX407" fmla="*/ 952310 w 1819275"/>
                <a:gd name="connsiteY407" fmla="*/ 147066 h 1590675"/>
                <a:gd name="connsiteX408" fmla="*/ 952119 w 1819275"/>
                <a:gd name="connsiteY408" fmla="*/ 149923 h 1590675"/>
                <a:gd name="connsiteX409" fmla="*/ 958596 w 1819275"/>
                <a:gd name="connsiteY409" fmla="*/ 185071 h 1590675"/>
                <a:gd name="connsiteX410" fmla="*/ 958596 w 1819275"/>
                <a:gd name="connsiteY410" fmla="*/ 188976 h 1590675"/>
                <a:gd name="connsiteX411" fmla="*/ 957358 w 1819275"/>
                <a:gd name="connsiteY411" fmla="*/ 196882 h 1590675"/>
                <a:gd name="connsiteX412" fmla="*/ 957739 w 1819275"/>
                <a:gd name="connsiteY412" fmla="*/ 200501 h 1590675"/>
                <a:gd name="connsiteX413" fmla="*/ 957739 w 1819275"/>
                <a:gd name="connsiteY413" fmla="*/ 200501 h 1590675"/>
                <a:gd name="connsiteX414" fmla="*/ 958977 w 1819275"/>
                <a:gd name="connsiteY414" fmla="*/ 204025 h 1590675"/>
                <a:gd name="connsiteX415" fmla="*/ 964502 w 1819275"/>
                <a:gd name="connsiteY415" fmla="*/ 213360 h 1590675"/>
                <a:gd name="connsiteX416" fmla="*/ 965264 w 1819275"/>
                <a:gd name="connsiteY416" fmla="*/ 215741 h 1590675"/>
                <a:gd name="connsiteX417" fmla="*/ 964883 w 1819275"/>
                <a:gd name="connsiteY417" fmla="*/ 218027 h 1590675"/>
                <a:gd name="connsiteX418" fmla="*/ 964311 w 1819275"/>
                <a:gd name="connsiteY418" fmla="*/ 220218 h 1590675"/>
                <a:gd name="connsiteX419" fmla="*/ 964502 w 1819275"/>
                <a:gd name="connsiteY419" fmla="*/ 222218 h 1590675"/>
                <a:gd name="connsiteX420" fmla="*/ 965264 w 1819275"/>
                <a:gd name="connsiteY420" fmla="*/ 224314 h 1590675"/>
                <a:gd name="connsiteX421" fmla="*/ 965264 w 1819275"/>
                <a:gd name="connsiteY421" fmla="*/ 226219 h 1590675"/>
                <a:gd name="connsiteX422" fmla="*/ 964406 w 1819275"/>
                <a:gd name="connsiteY422" fmla="*/ 230124 h 1590675"/>
                <a:gd name="connsiteX423" fmla="*/ 964121 w 1819275"/>
                <a:gd name="connsiteY423" fmla="*/ 232505 h 1590675"/>
                <a:gd name="connsiteX424" fmla="*/ 963740 w 1819275"/>
                <a:gd name="connsiteY424" fmla="*/ 234220 h 1590675"/>
                <a:gd name="connsiteX425" fmla="*/ 962692 w 1819275"/>
                <a:gd name="connsiteY425" fmla="*/ 235267 h 1590675"/>
                <a:gd name="connsiteX426" fmla="*/ 959072 w 1819275"/>
                <a:gd name="connsiteY426" fmla="*/ 235648 h 1590675"/>
                <a:gd name="connsiteX427" fmla="*/ 957167 w 1819275"/>
                <a:gd name="connsiteY427" fmla="*/ 236220 h 1590675"/>
                <a:gd name="connsiteX428" fmla="*/ 955453 w 1819275"/>
                <a:gd name="connsiteY428" fmla="*/ 237458 h 1590675"/>
                <a:gd name="connsiteX429" fmla="*/ 954691 w 1819275"/>
                <a:gd name="connsiteY429" fmla="*/ 239459 h 1590675"/>
                <a:gd name="connsiteX430" fmla="*/ 954500 w 1819275"/>
                <a:gd name="connsiteY430" fmla="*/ 241649 h 1590675"/>
                <a:gd name="connsiteX431" fmla="*/ 954024 w 1819275"/>
                <a:gd name="connsiteY431" fmla="*/ 243459 h 1590675"/>
                <a:gd name="connsiteX432" fmla="*/ 953262 w 1819275"/>
                <a:gd name="connsiteY432" fmla="*/ 245078 h 1590675"/>
                <a:gd name="connsiteX433" fmla="*/ 952310 w 1819275"/>
                <a:gd name="connsiteY433" fmla="*/ 246698 h 1590675"/>
                <a:gd name="connsiteX434" fmla="*/ 951548 w 1819275"/>
                <a:gd name="connsiteY434" fmla="*/ 248793 h 1590675"/>
                <a:gd name="connsiteX435" fmla="*/ 951357 w 1819275"/>
                <a:gd name="connsiteY435" fmla="*/ 250888 h 1590675"/>
                <a:gd name="connsiteX436" fmla="*/ 950786 w 1819275"/>
                <a:gd name="connsiteY436" fmla="*/ 252317 h 1590675"/>
                <a:gd name="connsiteX437" fmla="*/ 945547 w 1819275"/>
                <a:gd name="connsiteY437" fmla="*/ 252222 h 1590675"/>
                <a:gd name="connsiteX438" fmla="*/ 935260 w 1819275"/>
                <a:gd name="connsiteY438" fmla="*/ 253841 h 1590675"/>
                <a:gd name="connsiteX439" fmla="*/ 930688 w 1819275"/>
                <a:gd name="connsiteY439" fmla="*/ 253175 h 1590675"/>
                <a:gd name="connsiteX440" fmla="*/ 928973 w 1819275"/>
                <a:gd name="connsiteY440" fmla="*/ 253555 h 1590675"/>
                <a:gd name="connsiteX441" fmla="*/ 927354 w 1819275"/>
                <a:gd name="connsiteY441" fmla="*/ 254508 h 1590675"/>
                <a:gd name="connsiteX442" fmla="*/ 926306 w 1819275"/>
                <a:gd name="connsiteY442" fmla="*/ 255651 h 1590675"/>
                <a:gd name="connsiteX443" fmla="*/ 924306 w 1819275"/>
                <a:gd name="connsiteY443" fmla="*/ 259175 h 1590675"/>
                <a:gd name="connsiteX444" fmla="*/ 922592 w 1819275"/>
                <a:gd name="connsiteY444" fmla="*/ 260985 h 1590675"/>
                <a:gd name="connsiteX445" fmla="*/ 917162 w 1819275"/>
                <a:gd name="connsiteY445" fmla="*/ 264986 h 1590675"/>
                <a:gd name="connsiteX446" fmla="*/ 914781 w 1819275"/>
                <a:gd name="connsiteY446" fmla="*/ 267653 h 1590675"/>
                <a:gd name="connsiteX447" fmla="*/ 913829 w 1819275"/>
                <a:gd name="connsiteY447" fmla="*/ 268319 h 1590675"/>
                <a:gd name="connsiteX448" fmla="*/ 910209 w 1819275"/>
                <a:gd name="connsiteY448" fmla="*/ 269177 h 1590675"/>
                <a:gd name="connsiteX449" fmla="*/ 909066 w 1819275"/>
                <a:gd name="connsiteY449" fmla="*/ 269843 h 1590675"/>
                <a:gd name="connsiteX450" fmla="*/ 907733 w 1819275"/>
                <a:gd name="connsiteY450" fmla="*/ 271177 h 1590675"/>
                <a:gd name="connsiteX451" fmla="*/ 905923 w 1819275"/>
                <a:gd name="connsiteY451" fmla="*/ 274606 h 1590675"/>
                <a:gd name="connsiteX452" fmla="*/ 904304 w 1819275"/>
                <a:gd name="connsiteY452" fmla="*/ 275844 h 1590675"/>
                <a:gd name="connsiteX453" fmla="*/ 898208 w 1819275"/>
                <a:gd name="connsiteY453" fmla="*/ 277178 h 1590675"/>
                <a:gd name="connsiteX454" fmla="*/ 892397 w 1819275"/>
                <a:gd name="connsiteY454" fmla="*/ 279654 h 1590675"/>
                <a:gd name="connsiteX455" fmla="*/ 890111 w 1819275"/>
                <a:gd name="connsiteY455" fmla="*/ 280035 h 1590675"/>
                <a:gd name="connsiteX456" fmla="*/ 888587 w 1819275"/>
                <a:gd name="connsiteY456" fmla="*/ 279273 h 1590675"/>
                <a:gd name="connsiteX457" fmla="*/ 888206 w 1819275"/>
                <a:gd name="connsiteY457" fmla="*/ 277654 h 1590675"/>
                <a:gd name="connsiteX458" fmla="*/ 888968 w 1819275"/>
                <a:gd name="connsiteY458" fmla="*/ 275844 h 1590675"/>
                <a:gd name="connsiteX459" fmla="*/ 890111 w 1819275"/>
                <a:gd name="connsiteY459" fmla="*/ 274034 h 1590675"/>
                <a:gd name="connsiteX460" fmla="*/ 890969 w 1819275"/>
                <a:gd name="connsiteY460" fmla="*/ 272129 h 1590675"/>
                <a:gd name="connsiteX461" fmla="*/ 891159 w 1819275"/>
                <a:gd name="connsiteY461" fmla="*/ 267938 h 1590675"/>
                <a:gd name="connsiteX462" fmla="*/ 889540 w 1819275"/>
                <a:gd name="connsiteY462" fmla="*/ 264509 h 1590675"/>
                <a:gd name="connsiteX463" fmla="*/ 886968 w 1819275"/>
                <a:gd name="connsiteY463" fmla="*/ 261842 h 1590675"/>
                <a:gd name="connsiteX464" fmla="*/ 884111 w 1819275"/>
                <a:gd name="connsiteY464" fmla="*/ 260318 h 1590675"/>
                <a:gd name="connsiteX465" fmla="*/ 880301 w 1819275"/>
                <a:gd name="connsiteY465" fmla="*/ 260032 h 1590675"/>
                <a:gd name="connsiteX466" fmla="*/ 872681 w 1819275"/>
                <a:gd name="connsiteY466" fmla="*/ 261938 h 1590675"/>
                <a:gd name="connsiteX467" fmla="*/ 869061 w 1819275"/>
                <a:gd name="connsiteY467" fmla="*/ 261271 h 1590675"/>
                <a:gd name="connsiteX468" fmla="*/ 864775 w 1819275"/>
                <a:gd name="connsiteY468" fmla="*/ 259175 h 1590675"/>
                <a:gd name="connsiteX469" fmla="*/ 863441 w 1819275"/>
                <a:gd name="connsiteY469" fmla="*/ 259080 h 1590675"/>
                <a:gd name="connsiteX470" fmla="*/ 862203 w 1819275"/>
                <a:gd name="connsiteY470" fmla="*/ 259175 h 1590675"/>
                <a:gd name="connsiteX471" fmla="*/ 862108 w 1819275"/>
                <a:gd name="connsiteY471" fmla="*/ 259175 h 1590675"/>
                <a:gd name="connsiteX472" fmla="*/ 852297 w 1819275"/>
                <a:gd name="connsiteY472" fmla="*/ 258413 h 1590675"/>
                <a:gd name="connsiteX473" fmla="*/ 843725 w 1819275"/>
                <a:gd name="connsiteY473" fmla="*/ 259175 h 1590675"/>
                <a:gd name="connsiteX474" fmla="*/ 843725 w 1819275"/>
                <a:gd name="connsiteY474" fmla="*/ 259175 h 1590675"/>
                <a:gd name="connsiteX475" fmla="*/ 843725 w 1819275"/>
                <a:gd name="connsiteY475" fmla="*/ 259175 h 1590675"/>
                <a:gd name="connsiteX476" fmla="*/ 843629 w 1819275"/>
                <a:gd name="connsiteY476" fmla="*/ 259175 h 1590675"/>
                <a:gd name="connsiteX477" fmla="*/ 838581 w 1819275"/>
                <a:gd name="connsiteY477" fmla="*/ 262223 h 1590675"/>
                <a:gd name="connsiteX478" fmla="*/ 836581 w 1819275"/>
                <a:gd name="connsiteY478" fmla="*/ 262604 h 1590675"/>
                <a:gd name="connsiteX479" fmla="*/ 830961 w 1819275"/>
                <a:gd name="connsiteY479" fmla="*/ 261366 h 1590675"/>
                <a:gd name="connsiteX480" fmla="*/ 823436 w 1819275"/>
                <a:gd name="connsiteY480" fmla="*/ 261461 h 1590675"/>
                <a:gd name="connsiteX481" fmla="*/ 793052 w 1819275"/>
                <a:gd name="connsiteY481" fmla="*/ 250603 h 1590675"/>
                <a:gd name="connsiteX482" fmla="*/ 779336 w 1819275"/>
                <a:gd name="connsiteY482" fmla="*/ 241459 h 1590675"/>
                <a:gd name="connsiteX483" fmla="*/ 776192 w 1819275"/>
                <a:gd name="connsiteY483" fmla="*/ 239935 h 1590675"/>
                <a:gd name="connsiteX484" fmla="*/ 768858 w 1819275"/>
                <a:gd name="connsiteY484" fmla="*/ 238315 h 1590675"/>
                <a:gd name="connsiteX485" fmla="*/ 767239 w 1819275"/>
                <a:gd name="connsiteY485" fmla="*/ 237268 h 1590675"/>
                <a:gd name="connsiteX486" fmla="*/ 763143 w 1819275"/>
                <a:gd name="connsiteY486" fmla="*/ 233648 h 1590675"/>
                <a:gd name="connsiteX487" fmla="*/ 761238 w 1819275"/>
                <a:gd name="connsiteY487" fmla="*/ 232886 h 1590675"/>
                <a:gd name="connsiteX488" fmla="*/ 759047 w 1819275"/>
                <a:gd name="connsiteY488" fmla="*/ 232696 h 1590675"/>
                <a:gd name="connsiteX489" fmla="*/ 756856 w 1819275"/>
                <a:gd name="connsiteY489" fmla="*/ 232791 h 1590675"/>
                <a:gd name="connsiteX490" fmla="*/ 754856 w 1819275"/>
                <a:gd name="connsiteY490" fmla="*/ 233267 h 1590675"/>
                <a:gd name="connsiteX491" fmla="*/ 752856 w 1819275"/>
                <a:gd name="connsiteY491" fmla="*/ 234315 h 1590675"/>
                <a:gd name="connsiteX492" fmla="*/ 752189 w 1819275"/>
                <a:gd name="connsiteY492" fmla="*/ 235648 h 1590675"/>
                <a:gd name="connsiteX493" fmla="*/ 752285 w 1819275"/>
                <a:gd name="connsiteY493" fmla="*/ 240316 h 1590675"/>
                <a:gd name="connsiteX494" fmla="*/ 752094 w 1819275"/>
                <a:gd name="connsiteY494" fmla="*/ 241744 h 1590675"/>
                <a:gd name="connsiteX495" fmla="*/ 751237 w 1819275"/>
                <a:gd name="connsiteY495" fmla="*/ 244221 h 1590675"/>
                <a:gd name="connsiteX496" fmla="*/ 750951 w 1819275"/>
                <a:gd name="connsiteY496" fmla="*/ 245554 h 1590675"/>
                <a:gd name="connsiteX497" fmla="*/ 751046 w 1819275"/>
                <a:gd name="connsiteY497" fmla="*/ 246698 h 1590675"/>
                <a:gd name="connsiteX498" fmla="*/ 751618 w 1819275"/>
                <a:gd name="connsiteY498" fmla="*/ 248984 h 1590675"/>
                <a:gd name="connsiteX499" fmla="*/ 751523 w 1819275"/>
                <a:gd name="connsiteY499" fmla="*/ 250222 h 1590675"/>
                <a:gd name="connsiteX500" fmla="*/ 750284 w 1819275"/>
                <a:gd name="connsiteY500" fmla="*/ 254603 h 1590675"/>
                <a:gd name="connsiteX501" fmla="*/ 749903 w 1819275"/>
                <a:gd name="connsiteY501" fmla="*/ 256984 h 1590675"/>
                <a:gd name="connsiteX502" fmla="*/ 750189 w 1819275"/>
                <a:gd name="connsiteY502" fmla="*/ 259175 h 1590675"/>
                <a:gd name="connsiteX503" fmla="*/ 750570 w 1819275"/>
                <a:gd name="connsiteY503" fmla="*/ 261271 h 1590675"/>
                <a:gd name="connsiteX504" fmla="*/ 750475 w 1819275"/>
                <a:gd name="connsiteY504" fmla="*/ 263176 h 1590675"/>
                <a:gd name="connsiteX505" fmla="*/ 749903 w 1819275"/>
                <a:gd name="connsiteY505" fmla="*/ 265081 h 1590675"/>
                <a:gd name="connsiteX506" fmla="*/ 738283 w 1819275"/>
                <a:gd name="connsiteY506" fmla="*/ 289560 h 1590675"/>
                <a:gd name="connsiteX507" fmla="*/ 730949 w 1819275"/>
                <a:gd name="connsiteY507" fmla="*/ 317278 h 1590675"/>
                <a:gd name="connsiteX508" fmla="*/ 727710 w 1819275"/>
                <a:gd name="connsiteY508" fmla="*/ 324136 h 1590675"/>
                <a:gd name="connsiteX509" fmla="*/ 727234 w 1819275"/>
                <a:gd name="connsiteY509" fmla="*/ 326136 h 1590675"/>
                <a:gd name="connsiteX510" fmla="*/ 726281 w 1819275"/>
                <a:gd name="connsiteY510" fmla="*/ 332423 h 1590675"/>
                <a:gd name="connsiteX511" fmla="*/ 725043 w 1819275"/>
                <a:gd name="connsiteY511" fmla="*/ 336042 h 1590675"/>
                <a:gd name="connsiteX512" fmla="*/ 719804 w 1819275"/>
                <a:gd name="connsiteY512" fmla="*/ 344805 h 1590675"/>
                <a:gd name="connsiteX513" fmla="*/ 716566 w 1819275"/>
                <a:gd name="connsiteY513" fmla="*/ 351568 h 1590675"/>
                <a:gd name="connsiteX514" fmla="*/ 714470 w 1819275"/>
                <a:gd name="connsiteY514" fmla="*/ 359092 h 1590675"/>
                <a:gd name="connsiteX515" fmla="*/ 712375 w 1819275"/>
                <a:gd name="connsiteY515" fmla="*/ 374904 h 1590675"/>
                <a:gd name="connsiteX516" fmla="*/ 712375 w 1819275"/>
                <a:gd name="connsiteY516" fmla="*/ 374904 h 1590675"/>
                <a:gd name="connsiteX517" fmla="*/ 710279 w 1819275"/>
                <a:gd name="connsiteY517" fmla="*/ 385382 h 1590675"/>
                <a:gd name="connsiteX518" fmla="*/ 709231 w 1819275"/>
                <a:gd name="connsiteY518" fmla="*/ 388715 h 1590675"/>
                <a:gd name="connsiteX519" fmla="*/ 706946 w 1819275"/>
                <a:gd name="connsiteY519" fmla="*/ 394144 h 1590675"/>
                <a:gd name="connsiteX520" fmla="*/ 700945 w 1819275"/>
                <a:gd name="connsiteY520" fmla="*/ 404527 h 1590675"/>
                <a:gd name="connsiteX521" fmla="*/ 697992 w 1819275"/>
                <a:gd name="connsiteY521" fmla="*/ 415861 h 1590675"/>
                <a:gd name="connsiteX522" fmla="*/ 695516 w 1819275"/>
                <a:gd name="connsiteY522" fmla="*/ 421862 h 1590675"/>
                <a:gd name="connsiteX523" fmla="*/ 694944 w 1819275"/>
                <a:gd name="connsiteY523" fmla="*/ 425005 h 1590675"/>
                <a:gd name="connsiteX524" fmla="*/ 694468 w 1819275"/>
                <a:gd name="connsiteY524" fmla="*/ 427482 h 1590675"/>
                <a:gd name="connsiteX525" fmla="*/ 697325 w 1819275"/>
                <a:gd name="connsiteY525" fmla="*/ 431959 h 1590675"/>
                <a:gd name="connsiteX526" fmla="*/ 697325 w 1819275"/>
                <a:gd name="connsiteY526" fmla="*/ 431959 h 1590675"/>
                <a:gd name="connsiteX527" fmla="*/ 697421 w 1819275"/>
                <a:gd name="connsiteY527" fmla="*/ 431959 h 1590675"/>
                <a:gd name="connsiteX528" fmla="*/ 700183 w 1819275"/>
                <a:gd name="connsiteY528" fmla="*/ 433388 h 1590675"/>
                <a:gd name="connsiteX529" fmla="*/ 712184 w 1819275"/>
                <a:gd name="connsiteY529" fmla="*/ 435102 h 1590675"/>
                <a:gd name="connsiteX530" fmla="*/ 720376 w 1819275"/>
                <a:gd name="connsiteY530" fmla="*/ 438531 h 1590675"/>
                <a:gd name="connsiteX531" fmla="*/ 721709 w 1819275"/>
                <a:gd name="connsiteY531" fmla="*/ 440817 h 1590675"/>
                <a:gd name="connsiteX532" fmla="*/ 722090 w 1819275"/>
                <a:gd name="connsiteY532" fmla="*/ 445008 h 1590675"/>
                <a:gd name="connsiteX533" fmla="*/ 721805 w 1819275"/>
                <a:gd name="connsiteY533" fmla="*/ 449485 h 1590675"/>
                <a:gd name="connsiteX534" fmla="*/ 720281 w 1819275"/>
                <a:gd name="connsiteY534" fmla="*/ 459772 h 1590675"/>
                <a:gd name="connsiteX535" fmla="*/ 717995 w 1819275"/>
                <a:gd name="connsiteY535" fmla="*/ 467868 h 1590675"/>
                <a:gd name="connsiteX536" fmla="*/ 714280 w 1819275"/>
                <a:gd name="connsiteY536" fmla="*/ 473869 h 1590675"/>
                <a:gd name="connsiteX537" fmla="*/ 709231 w 1819275"/>
                <a:gd name="connsiteY537" fmla="*/ 474726 h 1590675"/>
                <a:gd name="connsiteX538" fmla="*/ 705326 w 1819275"/>
                <a:gd name="connsiteY538" fmla="*/ 472345 h 1590675"/>
                <a:gd name="connsiteX539" fmla="*/ 698468 w 1819275"/>
                <a:gd name="connsiteY539" fmla="*/ 464725 h 1590675"/>
                <a:gd name="connsiteX540" fmla="*/ 694754 w 1819275"/>
                <a:gd name="connsiteY540" fmla="*/ 462058 h 1590675"/>
                <a:gd name="connsiteX541" fmla="*/ 690753 w 1819275"/>
                <a:gd name="connsiteY541" fmla="*/ 461677 h 1590675"/>
                <a:gd name="connsiteX542" fmla="*/ 686467 w 1819275"/>
                <a:gd name="connsiteY542" fmla="*/ 462725 h 1590675"/>
                <a:gd name="connsiteX543" fmla="*/ 671227 w 1819275"/>
                <a:gd name="connsiteY543" fmla="*/ 470535 h 1590675"/>
                <a:gd name="connsiteX544" fmla="*/ 667226 w 1819275"/>
                <a:gd name="connsiteY544" fmla="*/ 471488 h 1590675"/>
                <a:gd name="connsiteX545" fmla="*/ 663988 w 1819275"/>
                <a:gd name="connsiteY545" fmla="*/ 469963 h 1590675"/>
                <a:gd name="connsiteX546" fmla="*/ 662464 w 1819275"/>
                <a:gd name="connsiteY546" fmla="*/ 468249 h 1590675"/>
                <a:gd name="connsiteX547" fmla="*/ 661226 w 1819275"/>
                <a:gd name="connsiteY547" fmla="*/ 467392 h 1590675"/>
                <a:gd name="connsiteX548" fmla="*/ 655796 w 1819275"/>
                <a:gd name="connsiteY548" fmla="*/ 466534 h 1590675"/>
                <a:gd name="connsiteX549" fmla="*/ 654653 w 1819275"/>
                <a:gd name="connsiteY549" fmla="*/ 465773 h 1590675"/>
                <a:gd name="connsiteX550" fmla="*/ 654272 w 1819275"/>
                <a:gd name="connsiteY550" fmla="*/ 464248 h 1590675"/>
                <a:gd name="connsiteX551" fmla="*/ 654177 w 1819275"/>
                <a:gd name="connsiteY551" fmla="*/ 461582 h 1590675"/>
                <a:gd name="connsiteX552" fmla="*/ 653701 w 1819275"/>
                <a:gd name="connsiteY552" fmla="*/ 457676 h 1590675"/>
                <a:gd name="connsiteX553" fmla="*/ 652367 w 1819275"/>
                <a:gd name="connsiteY553" fmla="*/ 453104 h 1590675"/>
                <a:gd name="connsiteX554" fmla="*/ 650367 w 1819275"/>
                <a:gd name="connsiteY554" fmla="*/ 449580 h 1590675"/>
                <a:gd name="connsiteX555" fmla="*/ 647605 w 1819275"/>
                <a:gd name="connsiteY555" fmla="*/ 449390 h 1590675"/>
                <a:gd name="connsiteX556" fmla="*/ 644462 w 1819275"/>
                <a:gd name="connsiteY556" fmla="*/ 448532 h 1590675"/>
                <a:gd name="connsiteX557" fmla="*/ 641033 w 1819275"/>
                <a:gd name="connsiteY557" fmla="*/ 450056 h 1590675"/>
                <a:gd name="connsiteX558" fmla="*/ 634556 w 1819275"/>
                <a:gd name="connsiteY558" fmla="*/ 454723 h 1590675"/>
                <a:gd name="connsiteX559" fmla="*/ 602742 w 1819275"/>
                <a:gd name="connsiteY559" fmla="*/ 464725 h 1590675"/>
                <a:gd name="connsiteX560" fmla="*/ 596265 w 1819275"/>
                <a:gd name="connsiteY560" fmla="*/ 468344 h 1590675"/>
                <a:gd name="connsiteX561" fmla="*/ 593027 w 1819275"/>
                <a:gd name="connsiteY561" fmla="*/ 469582 h 1590675"/>
                <a:gd name="connsiteX562" fmla="*/ 589312 w 1819275"/>
                <a:gd name="connsiteY562" fmla="*/ 469678 h 1590675"/>
                <a:gd name="connsiteX563" fmla="*/ 579596 w 1819275"/>
                <a:gd name="connsiteY563" fmla="*/ 473583 h 1590675"/>
                <a:gd name="connsiteX564" fmla="*/ 577501 w 1819275"/>
                <a:gd name="connsiteY564" fmla="*/ 473678 h 1590675"/>
                <a:gd name="connsiteX565" fmla="*/ 570929 w 1819275"/>
                <a:gd name="connsiteY565" fmla="*/ 471583 h 1590675"/>
                <a:gd name="connsiteX566" fmla="*/ 567023 w 1819275"/>
                <a:gd name="connsiteY566" fmla="*/ 471583 h 1590675"/>
                <a:gd name="connsiteX567" fmla="*/ 554260 w 1819275"/>
                <a:gd name="connsiteY567" fmla="*/ 476440 h 1590675"/>
                <a:gd name="connsiteX568" fmla="*/ 548735 w 1819275"/>
                <a:gd name="connsiteY568" fmla="*/ 475869 h 1590675"/>
                <a:gd name="connsiteX569" fmla="*/ 546926 w 1819275"/>
                <a:gd name="connsiteY569" fmla="*/ 476059 h 1590675"/>
                <a:gd name="connsiteX570" fmla="*/ 545306 w 1819275"/>
                <a:gd name="connsiteY570" fmla="*/ 477393 h 1590675"/>
                <a:gd name="connsiteX571" fmla="*/ 543782 w 1819275"/>
                <a:gd name="connsiteY571" fmla="*/ 481394 h 1590675"/>
                <a:gd name="connsiteX572" fmla="*/ 542544 w 1819275"/>
                <a:gd name="connsiteY572" fmla="*/ 482632 h 1590675"/>
                <a:gd name="connsiteX573" fmla="*/ 540544 w 1819275"/>
                <a:gd name="connsiteY573" fmla="*/ 482917 h 1590675"/>
                <a:gd name="connsiteX574" fmla="*/ 534543 w 1819275"/>
                <a:gd name="connsiteY574" fmla="*/ 482632 h 1590675"/>
                <a:gd name="connsiteX575" fmla="*/ 528828 w 1819275"/>
                <a:gd name="connsiteY575" fmla="*/ 484918 h 1590675"/>
                <a:gd name="connsiteX576" fmla="*/ 523113 w 1819275"/>
                <a:gd name="connsiteY576" fmla="*/ 483965 h 1590675"/>
                <a:gd name="connsiteX577" fmla="*/ 519589 w 1819275"/>
                <a:gd name="connsiteY577" fmla="*/ 484156 h 1590675"/>
                <a:gd name="connsiteX578" fmla="*/ 516255 w 1819275"/>
                <a:gd name="connsiteY578" fmla="*/ 485680 h 1590675"/>
                <a:gd name="connsiteX579" fmla="*/ 513207 w 1819275"/>
                <a:gd name="connsiteY579" fmla="*/ 488537 h 1590675"/>
                <a:gd name="connsiteX580" fmla="*/ 513207 w 1819275"/>
                <a:gd name="connsiteY580" fmla="*/ 488537 h 1590675"/>
                <a:gd name="connsiteX581" fmla="*/ 505301 w 1819275"/>
                <a:gd name="connsiteY581" fmla="*/ 495490 h 1590675"/>
                <a:gd name="connsiteX582" fmla="*/ 501587 w 1819275"/>
                <a:gd name="connsiteY582" fmla="*/ 497396 h 1590675"/>
                <a:gd name="connsiteX583" fmla="*/ 499967 w 1819275"/>
                <a:gd name="connsiteY583" fmla="*/ 498634 h 1590675"/>
                <a:gd name="connsiteX584" fmla="*/ 498729 w 1819275"/>
                <a:gd name="connsiteY584" fmla="*/ 502063 h 1590675"/>
                <a:gd name="connsiteX585" fmla="*/ 500825 w 1819275"/>
                <a:gd name="connsiteY585" fmla="*/ 504730 h 1590675"/>
                <a:gd name="connsiteX586" fmla="*/ 510635 w 1819275"/>
                <a:gd name="connsiteY586" fmla="*/ 511016 h 1590675"/>
                <a:gd name="connsiteX587" fmla="*/ 514445 w 1819275"/>
                <a:gd name="connsiteY587" fmla="*/ 511397 h 1590675"/>
                <a:gd name="connsiteX588" fmla="*/ 528733 w 1819275"/>
                <a:gd name="connsiteY588" fmla="*/ 508254 h 1590675"/>
                <a:gd name="connsiteX589" fmla="*/ 530924 w 1819275"/>
                <a:gd name="connsiteY589" fmla="*/ 508540 h 1590675"/>
                <a:gd name="connsiteX590" fmla="*/ 532352 w 1819275"/>
                <a:gd name="connsiteY590" fmla="*/ 509302 h 1590675"/>
                <a:gd name="connsiteX591" fmla="*/ 536448 w 1819275"/>
                <a:gd name="connsiteY591" fmla="*/ 512540 h 1590675"/>
                <a:gd name="connsiteX592" fmla="*/ 549402 w 1819275"/>
                <a:gd name="connsiteY592" fmla="*/ 517588 h 1590675"/>
                <a:gd name="connsiteX593" fmla="*/ 550640 w 1819275"/>
                <a:gd name="connsiteY593" fmla="*/ 518350 h 1590675"/>
                <a:gd name="connsiteX594" fmla="*/ 551117 w 1819275"/>
                <a:gd name="connsiteY594" fmla="*/ 519875 h 1590675"/>
                <a:gd name="connsiteX595" fmla="*/ 550640 w 1819275"/>
                <a:gd name="connsiteY595" fmla="*/ 521303 h 1590675"/>
                <a:gd name="connsiteX596" fmla="*/ 549402 w 1819275"/>
                <a:gd name="connsiteY596" fmla="*/ 522256 h 1590675"/>
                <a:gd name="connsiteX597" fmla="*/ 544163 w 1819275"/>
                <a:gd name="connsiteY597" fmla="*/ 523494 h 1590675"/>
                <a:gd name="connsiteX598" fmla="*/ 541401 w 1819275"/>
                <a:gd name="connsiteY598" fmla="*/ 524732 h 1590675"/>
                <a:gd name="connsiteX599" fmla="*/ 539782 w 1819275"/>
                <a:gd name="connsiteY599" fmla="*/ 526828 h 1590675"/>
                <a:gd name="connsiteX600" fmla="*/ 539687 w 1819275"/>
                <a:gd name="connsiteY600" fmla="*/ 528066 h 1590675"/>
                <a:gd name="connsiteX601" fmla="*/ 540068 w 1819275"/>
                <a:gd name="connsiteY601" fmla="*/ 529114 h 1590675"/>
                <a:gd name="connsiteX602" fmla="*/ 541496 w 1819275"/>
                <a:gd name="connsiteY602" fmla="*/ 531019 h 1590675"/>
                <a:gd name="connsiteX603" fmla="*/ 541973 w 1819275"/>
                <a:gd name="connsiteY603" fmla="*/ 532448 h 1590675"/>
                <a:gd name="connsiteX604" fmla="*/ 541687 w 1819275"/>
                <a:gd name="connsiteY604" fmla="*/ 533686 h 1590675"/>
                <a:gd name="connsiteX605" fmla="*/ 540449 w 1819275"/>
                <a:gd name="connsiteY605" fmla="*/ 536162 h 1590675"/>
                <a:gd name="connsiteX606" fmla="*/ 538353 w 1819275"/>
                <a:gd name="connsiteY606" fmla="*/ 544544 h 1590675"/>
                <a:gd name="connsiteX607" fmla="*/ 537686 w 1819275"/>
                <a:gd name="connsiteY607" fmla="*/ 549116 h 1590675"/>
                <a:gd name="connsiteX608" fmla="*/ 537972 w 1819275"/>
                <a:gd name="connsiteY608" fmla="*/ 553117 h 1590675"/>
                <a:gd name="connsiteX609" fmla="*/ 541115 w 1819275"/>
                <a:gd name="connsiteY609" fmla="*/ 569500 h 1590675"/>
                <a:gd name="connsiteX610" fmla="*/ 541115 w 1819275"/>
                <a:gd name="connsiteY610" fmla="*/ 573881 h 1590675"/>
                <a:gd name="connsiteX611" fmla="*/ 539020 w 1819275"/>
                <a:gd name="connsiteY611" fmla="*/ 581882 h 1590675"/>
                <a:gd name="connsiteX612" fmla="*/ 538448 w 1819275"/>
                <a:gd name="connsiteY612" fmla="*/ 586073 h 1590675"/>
                <a:gd name="connsiteX613" fmla="*/ 538925 w 1819275"/>
                <a:gd name="connsiteY613" fmla="*/ 588074 h 1590675"/>
                <a:gd name="connsiteX614" fmla="*/ 540068 w 1819275"/>
                <a:gd name="connsiteY614" fmla="*/ 589598 h 1590675"/>
                <a:gd name="connsiteX615" fmla="*/ 542639 w 1819275"/>
                <a:gd name="connsiteY615" fmla="*/ 592265 h 1590675"/>
                <a:gd name="connsiteX616" fmla="*/ 543592 w 1819275"/>
                <a:gd name="connsiteY616" fmla="*/ 594074 h 1590675"/>
                <a:gd name="connsiteX617" fmla="*/ 544068 w 1819275"/>
                <a:gd name="connsiteY617" fmla="*/ 595979 h 1590675"/>
                <a:gd name="connsiteX618" fmla="*/ 544259 w 1819275"/>
                <a:gd name="connsiteY618" fmla="*/ 597980 h 1590675"/>
                <a:gd name="connsiteX619" fmla="*/ 544259 w 1819275"/>
                <a:gd name="connsiteY619" fmla="*/ 600265 h 1590675"/>
                <a:gd name="connsiteX620" fmla="*/ 544259 w 1819275"/>
                <a:gd name="connsiteY620" fmla="*/ 600265 h 1590675"/>
                <a:gd name="connsiteX621" fmla="*/ 545116 w 1819275"/>
                <a:gd name="connsiteY621" fmla="*/ 602552 h 1590675"/>
                <a:gd name="connsiteX622" fmla="*/ 546449 w 1819275"/>
                <a:gd name="connsiteY622" fmla="*/ 605123 h 1590675"/>
                <a:gd name="connsiteX623" fmla="*/ 549402 w 1819275"/>
                <a:gd name="connsiteY623" fmla="*/ 609409 h 1590675"/>
                <a:gd name="connsiteX624" fmla="*/ 558832 w 1819275"/>
                <a:gd name="connsiteY624" fmla="*/ 634365 h 1590675"/>
                <a:gd name="connsiteX625" fmla="*/ 568262 w 1819275"/>
                <a:gd name="connsiteY625" fmla="*/ 659130 h 1590675"/>
                <a:gd name="connsiteX626" fmla="*/ 568071 w 1819275"/>
                <a:gd name="connsiteY626" fmla="*/ 662750 h 1590675"/>
                <a:gd name="connsiteX627" fmla="*/ 566833 w 1819275"/>
                <a:gd name="connsiteY627" fmla="*/ 666179 h 1590675"/>
                <a:gd name="connsiteX628" fmla="*/ 562737 w 1819275"/>
                <a:gd name="connsiteY628" fmla="*/ 673703 h 1590675"/>
                <a:gd name="connsiteX629" fmla="*/ 563975 w 1819275"/>
                <a:gd name="connsiteY629" fmla="*/ 675418 h 1590675"/>
                <a:gd name="connsiteX630" fmla="*/ 566928 w 1819275"/>
                <a:gd name="connsiteY630" fmla="*/ 676180 h 1590675"/>
                <a:gd name="connsiteX631" fmla="*/ 570071 w 1819275"/>
                <a:gd name="connsiteY631" fmla="*/ 677799 h 1590675"/>
                <a:gd name="connsiteX632" fmla="*/ 571119 w 1819275"/>
                <a:gd name="connsiteY632" fmla="*/ 679323 h 1590675"/>
                <a:gd name="connsiteX633" fmla="*/ 571691 w 1819275"/>
                <a:gd name="connsiteY633" fmla="*/ 681228 h 1590675"/>
                <a:gd name="connsiteX634" fmla="*/ 571976 w 1819275"/>
                <a:gd name="connsiteY634" fmla="*/ 683324 h 1590675"/>
                <a:gd name="connsiteX635" fmla="*/ 572072 w 1819275"/>
                <a:gd name="connsiteY635" fmla="*/ 685419 h 1590675"/>
                <a:gd name="connsiteX636" fmla="*/ 572453 w 1819275"/>
                <a:gd name="connsiteY636" fmla="*/ 687514 h 1590675"/>
                <a:gd name="connsiteX637" fmla="*/ 574358 w 1819275"/>
                <a:gd name="connsiteY637" fmla="*/ 690943 h 1590675"/>
                <a:gd name="connsiteX638" fmla="*/ 574739 w 1819275"/>
                <a:gd name="connsiteY638" fmla="*/ 693039 h 1590675"/>
                <a:gd name="connsiteX639" fmla="*/ 574262 w 1819275"/>
                <a:gd name="connsiteY639" fmla="*/ 695325 h 1590675"/>
                <a:gd name="connsiteX640" fmla="*/ 573119 w 1819275"/>
                <a:gd name="connsiteY640" fmla="*/ 697039 h 1590675"/>
                <a:gd name="connsiteX641" fmla="*/ 571500 w 1819275"/>
                <a:gd name="connsiteY641" fmla="*/ 697992 h 1590675"/>
                <a:gd name="connsiteX642" fmla="*/ 569786 w 1819275"/>
                <a:gd name="connsiteY642" fmla="*/ 698278 h 1590675"/>
                <a:gd name="connsiteX643" fmla="*/ 568166 w 1819275"/>
                <a:gd name="connsiteY643" fmla="*/ 697897 h 1590675"/>
                <a:gd name="connsiteX644" fmla="*/ 564071 w 1819275"/>
                <a:gd name="connsiteY644" fmla="*/ 694849 h 1590675"/>
                <a:gd name="connsiteX645" fmla="*/ 560737 w 1819275"/>
                <a:gd name="connsiteY645" fmla="*/ 694658 h 1590675"/>
                <a:gd name="connsiteX646" fmla="*/ 557308 w 1819275"/>
                <a:gd name="connsiteY646" fmla="*/ 696278 h 1590675"/>
                <a:gd name="connsiteX647" fmla="*/ 551117 w 1819275"/>
                <a:gd name="connsiteY647" fmla="*/ 701040 h 1590675"/>
                <a:gd name="connsiteX648" fmla="*/ 544068 w 1819275"/>
                <a:gd name="connsiteY648" fmla="*/ 703993 h 1590675"/>
                <a:gd name="connsiteX649" fmla="*/ 540734 w 1819275"/>
                <a:gd name="connsiteY649" fmla="*/ 706184 h 1590675"/>
                <a:gd name="connsiteX650" fmla="*/ 539687 w 1819275"/>
                <a:gd name="connsiteY650" fmla="*/ 709231 h 1590675"/>
                <a:gd name="connsiteX651" fmla="*/ 541211 w 1819275"/>
                <a:gd name="connsiteY651" fmla="*/ 711994 h 1590675"/>
                <a:gd name="connsiteX652" fmla="*/ 543878 w 1819275"/>
                <a:gd name="connsiteY652" fmla="*/ 714280 h 1590675"/>
                <a:gd name="connsiteX653" fmla="*/ 549402 w 1819275"/>
                <a:gd name="connsiteY653" fmla="*/ 716947 h 1590675"/>
                <a:gd name="connsiteX654" fmla="*/ 553022 w 1819275"/>
                <a:gd name="connsiteY654" fmla="*/ 717423 h 1590675"/>
                <a:gd name="connsiteX655" fmla="*/ 554736 w 1819275"/>
                <a:gd name="connsiteY655" fmla="*/ 718376 h 1590675"/>
                <a:gd name="connsiteX656" fmla="*/ 555689 w 1819275"/>
                <a:gd name="connsiteY656" fmla="*/ 720280 h 1590675"/>
                <a:gd name="connsiteX657" fmla="*/ 555212 w 1819275"/>
                <a:gd name="connsiteY657" fmla="*/ 722567 h 1590675"/>
                <a:gd name="connsiteX658" fmla="*/ 553403 w 1819275"/>
                <a:gd name="connsiteY658" fmla="*/ 723614 h 1590675"/>
                <a:gd name="connsiteX659" fmla="*/ 549402 w 1819275"/>
                <a:gd name="connsiteY659" fmla="*/ 724091 h 1590675"/>
                <a:gd name="connsiteX660" fmla="*/ 543306 w 1819275"/>
                <a:gd name="connsiteY660" fmla="*/ 726376 h 1590675"/>
                <a:gd name="connsiteX661" fmla="*/ 541782 w 1819275"/>
                <a:gd name="connsiteY661" fmla="*/ 727615 h 1590675"/>
                <a:gd name="connsiteX662" fmla="*/ 537972 w 1819275"/>
                <a:gd name="connsiteY662" fmla="*/ 729234 h 1590675"/>
                <a:gd name="connsiteX663" fmla="*/ 536639 w 1819275"/>
                <a:gd name="connsiteY663" fmla="*/ 729329 h 1590675"/>
                <a:gd name="connsiteX664" fmla="*/ 533876 w 1819275"/>
                <a:gd name="connsiteY664" fmla="*/ 728567 h 1590675"/>
                <a:gd name="connsiteX665" fmla="*/ 532448 w 1819275"/>
                <a:gd name="connsiteY665" fmla="*/ 728472 h 1590675"/>
                <a:gd name="connsiteX666" fmla="*/ 531209 w 1819275"/>
                <a:gd name="connsiteY666" fmla="*/ 729329 h 1590675"/>
                <a:gd name="connsiteX667" fmla="*/ 529495 w 1819275"/>
                <a:gd name="connsiteY667" fmla="*/ 731996 h 1590675"/>
                <a:gd name="connsiteX668" fmla="*/ 527780 w 1819275"/>
                <a:gd name="connsiteY668" fmla="*/ 738568 h 1590675"/>
                <a:gd name="connsiteX669" fmla="*/ 526447 w 1819275"/>
                <a:gd name="connsiteY669" fmla="*/ 741712 h 1590675"/>
                <a:gd name="connsiteX670" fmla="*/ 523494 w 1819275"/>
                <a:gd name="connsiteY670" fmla="*/ 746188 h 1590675"/>
                <a:gd name="connsiteX671" fmla="*/ 522827 w 1819275"/>
                <a:gd name="connsiteY671" fmla="*/ 747903 h 1590675"/>
                <a:gd name="connsiteX672" fmla="*/ 522542 w 1819275"/>
                <a:gd name="connsiteY672" fmla="*/ 750284 h 1590675"/>
                <a:gd name="connsiteX673" fmla="*/ 522923 w 1819275"/>
                <a:gd name="connsiteY673" fmla="*/ 751999 h 1590675"/>
                <a:gd name="connsiteX674" fmla="*/ 523589 w 1819275"/>
                <a:gd name="connsiteY674" fmla="*/ 753618 h 1590675"/>
                <a:gd name="connsiteX675" fmla="*/ 524256 w 1819275"/>
                <a:gd name="connsiteY675" fmla="*/ 757904 h 1590675"/>
                <a:gd name="connsiteX676" fmla="*/ 525209 w 1819275"/>
                <a:gd name="connsiteY676" fmla="*/ 759524 h 1590675"/>
                <a:gd name="connsiteX677" fmla="*/ 527304 w 1819275"/>
                <a:gd name="connsiteY677" fmla="*/ 762667 h 1590675"/>
                <a:gd name="connsiteX678" fmla="*/ 528161 w 1819275"/>
                <a:gd name="connsiteY678" fmla="*/ 764572 h 1590675"/>
                <a:gd name="connsiteX679" fmla="*/ 528257 w 1819275"/>
                <a:gd name="connsiteY679" fmla="*/ 765810 h 1590675"/>
                <a:gd name="connsiteX680" fmla="*/ 527780 w 1819275"/>
                <a:gd name="connsiteY680" fmla="*/ 767239 h 1590675"/>
                <a:gd name="connsiteX681" fmla="*/ 526923 w 1819275"/>
                <a:gd name="connsiteY681" fmla="*/ 769334 h 1590675"/>
                <a:gd name="connsiteX682" fmla="*/ 527018 w 1819275"/>
                <a:gd name="connsiteY682" fmla="*/ 770572 h 1590675"/>
                <a:gd name="connsiteX683" fmla="*/ 528828 w 1819275"/>
                <a:gd name="connsiteY683" fmla="*/ 779145 h 1590675"/>
                <a:gd name="connsiteX684" fmla="*/ 529304 w 1819275"/>
                <a:gd name="connsiteY684" fmla="*/ 780859 h 1590675"/>
                <a:gd name="connsiteX685" fmla="*/ 530162 w 1819275"/>
                <a:gd name="connsiteY685" fmla="*/ 782479 h 1590675"/>
                <a:gd name="connsiteX686" fmla="*/ 531305 w 1819275"/>
                <a:gd name="connsiteY686" fmla="*/ 784003 h 1590675"/>
                <a:gd name="connsiteX687" fmla="*/ 532733 w 1819275"/>
                <a:gd name="connsiteY687" fmla="*/ 791813 h 1590675"/>
                <a:gd name="connsiteX688" fmla="*/ 532162 w 1819275"/>
                <a:gd name="connsiteY688" fmla="*/ 794099 h 1590675"/>
                <a:gd name="connsiteX689" fmla="*/ 531209 w 1819275"/>
                <a:gd name="connsiteY689" fmla="*/ 795338 h 1590675"/>
                <a:gd name="connsiteX690" fmla="*/ 528161 w 1819275"/>
                <a:gd name="connsiteY690" fmla="*/ 796957 h 1590675"/>
                <a:gd name="connsiteX691" fmla="*/ 528638 w 1819275"/>
                <a:gd name="connsiteY691" fmla="*/ 798576 h 1590675"/>
                <a:gd name="connsiteX692" fmla="*/ 528923 w 1819275"/>
                <a:gd name="connsiteY692" fmla="*/ 802100 h 1590675"/>
                <a:gd name="connsiteX693" fmla="*/ 529304 w 1819275"/>
                <a:gd name="connsiteY693" fmla="*/ 803815 h 1590675"/>
                <a:gd name="connsiteX694" fmla="*/ 530162 w 1819275"/>
                <a:gd name="connsiteY694" fmla="*/ 805434 h 1590675"/>
                <a:gd name="connsiteX695" fmla="*/ 531114 w 1819275"/>
                <a:gd name="connsiteY695" fmla="*/ 806768 h 1590675"/>
                <a:gd name="connsiteX696" fmla="*/ 531781 w 1819275"/>
                <a:gd name="connsiteY696" fmla="*/ 808292 h 1590675"/>
                <a:gd name="connsiteX697" fmla="*/ 531876 w 1819275"/>
                <a:gd name="connsiteY697" fmla="*/ 810292 h 1590675"/>
                <a:gd name="connsiteX698" fmla="*/ 529781 w 1819275"/>
                <a:gd name="connsiteY698" fmla="*/ 813721 h 1590675"/>
                <a:gd name="connsiteX699" fmla="*/ 525875 w 1819275"/>
                <a:gd name="connsiteY699" fmla="*/ 815054 h 1590675"/>
                <a:gd name="connsiteX700" fmla="*/ 505778 w 1819275"/>
                <a:gd name="connsiteY700" fmla="*/ 814864 h 1590675"/>
                <a:gd name="connsiteX701" fmla="*/ 501682 w 1819275"/>
                <a:gd name="connsiteY701" fmla="*/ 815912 h 1590675"/>
                <a:gd name="connsiteX702" fmla="*/ 498729 w 1819275"/>
                <a:gd name="connsiteY702" fmla="*/ 817150 h 1590675"/>
                <a:gd name="connsiteX703" fmla="*/ 497491 w 1819275"/>
                <a:gd name="connsiteY703" fmla="*/ 818197 h 1590675"/>
                <a:gd name="connsiteX704" fmla="*/ 496348 w 1819275"/>
                <a:gd name="connsiteY704" fmla="*/ 819722 h 1590675"/>
                <a:gd name="connsiteX705" fmla="*/ 495681 w 1819275"/>
                <a:gd name="connsiteY705" fmla="*/ 821626 h 1590675"/>
                <a:gd name="connsiteX706" fmla="*/ 494729 w 1819275"/>
                <a:gd name="connsiteY706" fmla="*/ 825627 h 1590675"/>
                <a:gd name="connsiteX707" fmla="*/ 493967 w 1819275"/>
                <a:gd name="connsiteY707" fmla="*/ 827532 h 1590675"/>
                <a:gd name="connsiteX708" fmla="*/ 491109 w 1819275"/>
                <a:gd name="connsiteY708" fmla="*/ 830199 h 1590675"/>
                <a:gd name="connsiteX709" fmla="*/ 487585 w 1819275"/>
                <a:gd name="connsiteY709" fmla="*/ 830675 h 1590675"/>
                <a:gd name="connsiteX710" fmla="*/ 483775 w 1819275"/>
                <a:gd name="connsiteY710" fmla="*/ 830580 h 1590675"/>
                <a:gd name="connsiteX711" fmla="*/ 480251 w 1819275"/>
                <a:gd name="connsiteY711" fmla="*/ 831533 h 1590675"/>
                <a:gd name="connsiteX712" fmla="*/ 475679 w 1819275"/>
                <a:gd name="connsiteY712" fmla="*/ 834676 h 1590675"/>
                <a:gd name="connsiteX713" fmla="*/ 470535 w 1819275"/>
                <a:gd name="connsiteY713" fmla="*/ 836676 h 1590675"/>
                <a:gd name="connsiteX714" fmla="*/ 464249 w 1819275"/>
                <a:gd name="connsiteY714" fmla="*/ 841058 h 1590675"/>
                <a:gd name="connsiteX715" fmla="*/ 462629 w 1819275"/>
                <a:gd name="connsiteY715" fmla="*/ 841629 h 1590675"/>
                <a:gd name="connsiteX716" fmla="*/ 460724 w 1819275"/>
                <a:gd name="connsiteY716" fmla="*/ 841629 h 1590675"/>
                <a:gd name="connsiteX717" fmla="*/ 455676 w 1819275"/>
                <a:gd name="connsiteY717" fmla="*/ 840010 h 1590675"/>
                <a:gd name="connsiteX718" fmla="*/ 453962 w 1819275"/>
                <a:gd name="connsiteY718" fmla="*/ 840486 h 1590675"/>
                <a:gd name="connsiteX719" fmla="*/ 452533 w 1819275"/>
                <a:gd name="connsiteY719" fmla="*/ 841438 h 1590675"/>
                <a:gd name="connsiteX720" fmla="*/ 448818 w 1819275"/>
                <a:gd name="connsiteY720" fmla="*/ 844963 h 1590675"/>
                <a:gd name="connsiteX721" fmla="*/ 447008 w 1819275"/>
                <a:gd name="connsiteY721" fmla="*/ 846296 h 1590675"/>
                <a:gd name="connsiteX722" fmla="*/ 445294 w 1819275"/>
                <a:gd name="connsiteY722" fmla="*/ 846963 h 1590675"/>
                <a:gd name="connsiteX723" fmla="*/ 441579 w 1819275"/>
                <a:gd name="connsiteY723" fmla="*/ 847916 h 1590675"/>
                <a:gd name="connsiteX724" fmla="*/ 438531 w 1819275"/>
                <a:gd name="connsiteY724" fmla="*/ 849154 h 1590675"/>
                <a:gd name="connsiteX725" fmla="*/ 429482 w 1819275"/>
                <a:gd name="connsiteY725" fmla="*/ 855631 h 1590675"/>
                <a:gd name="connsiteX726" fmla="*/ 424625 w 1819275"/>
                <a:gd name="connsiteY726" fmla="*/ 856488 h 1590675"/>
                <a:gd name="connsiteX727" fmla="*/ 423196 w 1819275"/>
                <a:gd name="connsiteY727" fmla="*/ 857250 h 1590675"/>
                <a:gd name="connsiteX728" fmla="*/ 415957 w 1819275"/>
                <a:gd name="connsiteY728" fmla="*/ 862393 h 1590675"/>
                <a:gd name="connsiteX729" fmla="*/ 405193 w 1819275"/>
                <a:gd name="connsiteY729" fmla="*/ 866584 h 1590675"/>
                <a:gd name="connsiteX730" fmla="*/ 404051 w 1819275"/>
                <a:gd name="connsiteY730" fmla="*/ 867251 h 1590675"/>
                <a:gd name="connsiteX731" fmla="*/ 403003 w 1819275"/>
                <a:gd name="connsiteY731" fmla="*/ 868204 h 1590675"/>
                <a:gd name="connsiteX732" fmla="*/ 402431 w 1819275"/>
                <a:gd name="connsiteY732" fmla="*/ 869347 h 1590675"/>
                <a:gd name="connsiteX733" fmla="*/ 401765 w 1819275"/>
                <a:gd name="connsiteY733" fmla="*/ 872014 h 1590675"/>
                <a:gd name="connsiteX734" fmla="*/ 400907 w 1819275"/>
                <a:gd name="connsiteY734" fmla="*/ 873062 h 1590675"/>
                <a:gd name="connsiteX735" fmla="*/ 398145 w 1819275"/>
                <a:gd name="connsiteY735" fmla="*/ 874300 h 1590675"/>
                <a:gd name="connsiteX736" fmla="*/ 392240 w 1819275"/>
                <a:gd name="connsiteY736" fmla="*/ 875538 h 1590675"/>
                <a:gd name="connsiteX737" fmla="*/ 384810 w 1819275"/>
                <a:gd name="connsiteY737" fmla="*/ 881253 h 1590675"/>
                <a:gd name="connsiteX738" fmla="*/ 381667 w 1819275"/>
                <a:gd name="connsiteY738" fmla="*/ 882777 h 1590675"/>
                <a:gd name="connsiteX739" fmla="*/ 380238 w 1819275"/>
                <a:gd name="connsiteY739" fmla="*/ 883730 h 1590675"/>
                <a:gd name="connsiteX740" fmla="*/ 378905 w 1819275"/>
                <a:gd name="connsiteY740" fmla="*/ 885349 h 1590675"/>
                <a:gd name="connsiteX741" fmla="*/ 378619 w 1819275"/>
                <a:gd name="connsiteY741" fmla="*/ 887254 h 1590675"/>
                <a:gd name="connsiteX742" fmla="*/ 379952 w 1819275"/>
                <a:gd name="connsiteY742" fmla="*/ 891350 h 1590675"/>
                <a:gd name="connsiteX743" fmla="*/ 380238 w 1819275"/>
                <a:gd name="connsiteY743" fmla="*/ 893255 h 1590675"/>
                <a:gd name="connsiteX744" fmla="*/ 379381 w 1819275"/>
                <a:gd name="connsiteY744" fmla="*/ 895064 h 1590675"/>
                <a:gd name="connsiteX745" fmla="*/ 377952 w 1819275"/>
                <a:gd name="connsiteY745" fmla="*/ 896303 h 1590675"/>
                <a:gd name="connsiteX746" fmla="*/ 374809 w 1819275"/>
                <a:gd name="connsiteY746" fmla="*/ 898208 h 1590675"/>
                <a:gd name="connsiteX747" fmla="*/ 373475 w 1819275"/>
                <a:gd name="connsiteY747" fmla="*/ 899446 h 1590675"/>
                <a:gd name="connsiteX748" fmla="*/ 371475 w 1819275"/>
                <a:gd name="connsiteY748" fmla="*/ 902494 h 1590675"/>
                <a:gd name="connsiteX749" fmla="*/ 369951 w 1819275"/>
                <a:gd name="connsiteY749" fmla="*/ 905351 h 1590675"/>
                <a:gd name="connsiteX750" fmla="*/ 367760 w 1819275"/>
                <a:gd name="connsiteY750" fmla="*/ 909542 h 1590675"/>
                <a:gd name="connsiteX751" fmla="*/ 366713 w 1819275"/>
                <a:gd name="connsiteY751" fmla="*/ 911257 h 1590675"/>
                <a:gd name="connsiteX752" fmla="*/ 365569 w 1819275"/>
                <a:gd name="connsiteY752" fmla="*/ 912495 h 1590675"/>
                <a:gd name="connsiteX753" fmla="*/ 357473 w 1819275"/>
                <a:gd name="connsiteY753" fmla="*/ 919448 h 1590675"/>
                <a:gd name="connsiteX754" fmla="*/ 356044 w 1819275"/>
                <a:gd name="connsiteY754" fmla="*/ 920020 h 1590675"/>
                <a:gd name="connsiteX755" fmla="*/ 354425 w 1819275"/>
                <a:gd name="connsiteY755" fmla="*/ 919829 h 1590675"/>
                <a:gd name="connsiteX756" fmla="*/ 351282 w 1819275"/>
                <a:gd name="connsiteY756" fmla="*/ 918401 h 1590675"/>
                <a:gd name="connsiteX757" fmla="*/ 340805 w 1819275"/>
                <a:gd name="connsiteY757" fmla="*/ 916876 h 1590675"/>
                <a:gd name="connsiteX758" fmla="*/ 337947 w 1819275"/>
                <a:gd name="connsiteY758" fmla="*/ 916972 h 1590675"/>
                <a:gd name="connsiteX759" fmla="*/ 335280 w 1819275"/>
                <a:gd name="connsiteY759" fmla="*/ 917924 h 1590675"/>
                <a:gd name="connsiteX760" fmla="*/ 324707 w 1819275"/>
                <a:gd name="connsiteY760" fmla="*/ 923544 h 1590675"/>
                <a:gd name="connsiteX761" fmla="*/ 323469 w 1819275"/>
                <a:gd name="connsiteY761" fmla="*/ 923925 h 1590675"/>
                <a:gd name="connsiteX762" fmla="*/ 322040 w 1819275"/>
                <a:gd name="connsiteY762" fmla="*/ 924116 h 1590675"/>
                <a:gd name="connsiteX763" fmla="*/ 317944 w 1819275"/>
                <a:gd name="connsiteY763" fmla="*/ 923925 h 1590675"/>
                <a:gd name="connsiteX764" fmla="*/ 311753 w 1819275"/>
                <a:gd name="connsiteY764" fmla="*/ 925639 h 1590675"/>
                <a:gd name="connsiteX765" fmla="*/ 309467 w 1819275"/>
                <a:gd name="connsiteY765" fmla="*/ 925544 h 1590675"/>
                <a:gd name="connsiteX766" fmla="*/ 307086 w 1819275"/>
                <a:gd name="connsiteY766" fmla="*/ 924306 h 1590675"/>
                <a:gd name="connsiteX767" fmla="*/ 302609 w 1819275"/>
                <a:gd name="connsiteY767" fmla="*/ 922401 h 1590675"/>
                <a:gd name="connsiteX768" fmla="*/ 298133 w 1819275"/>
                <a:gd name="connsiteY768" fmla="*/ 921449 h 1590675"/>
                <a:gd name="connsiteX769" fmla="*/ 295561 w 1819275"/>
                <a:gd name="connsiteY769" fmla="*/ 921639 h 1590675"/>
                <a:gd name="connsiteX770" fmla="*/ 290989 w 1819275"/>
                <a:gd name="connsiteY770" fmla="*/ 923068 h 1590675"/>
                <a:gd name="connsiteX771" fmla="*/ 280988 w 1819275"/>
                <a:gd name="connsiteY771" fmla="*/ 922401 h 1590675"/>
                <a:gd name="connsiteX772" fmla="*/ 278606 w 1819275"/>
                <a:gd name="connsiteY772" fmla="*/ 921544 h 1590675"/>
                <a:gd name="connsiteX773" fmla="*/ 274320 w 1819275"/>
                <a:gd name="connsiteY773" fmla="*/ 919353 h 1590675"/>
                <a:gd name="connsiteX774" fmla="*/ 272129 w 1819275"/>
                <a:gd name="connsiteY774" fmla="*/ 918972 h 1590675"/>
                <a:gd name="connsiteX775" fmla="*/ 263557 w 1819275"/>
                <a:gd name="connsiteY775" fmla="*/ 920972 h 1590675"/>
                <a:gd name="connsiteX776" fmla="*/ 260414 w 1819275"/>
                <a:gd name="connsiteY776" fmla="*/ 922306 h 1590675"/>
                <a:gd name="connsiteX777" fmla="*/ 258318 w 1819275"/>
                <a:gd name="connsiteY777" fmla="*/ 924306 h 1590675"/>
                <a:gd name="connsiteX778" fmla="*/ 257175 w 1819275"/>
                <a:gd name="connsiteY778" fmla="*/ 926021 h 1590675"/>
                <a:gd name="connsiteX779" fmla="*/ 254222 w 1819275"/>
                <a:gd name="connsiteY779" fmla="*/ 928211 h 1590675"/>
                <a:gd name="connsiteX780" fmla="*/ 252889 w 1819275"/>
                <a:gd name="connsiteY780" fmla="*/ 929450 h 1590675"/>
                <a:gd name="connsiteX781" fmla="*/ 252127 w 1819275"/>
                <a:gd name="connsiteY781" fmla="*/ 931450 h 1590675"/>
                <a:gd name="connsiteX782" fmla="*/ 252412 w 1819275"/>
                <a:gd name="connsiteY782" fmla="*/ 933545 h 1590675"/>
                <a:gd name="connsiteX783" fmla="*/ 252984 w 1819275"/>
                <a:gd name="connsiteY783" fmla="*/ 935546 h 1590675"/>
                <a:gd name="connsiteX784" fmla="*/ 253174 w 1819275"/>
                <a:gd name="connsiteY784" fmla="*/ 937641 h 1590675"/>
                <a:gd name="connsiteX785" fmla="*/ 252508 w 1819275"/>
                <a:gd name="connsiteY785" fmla="*/ 939737 h 1590675"/>
                <a:gd name="connsiteX786" fmla="*/ 251270 w 1819275"/>
                <a:gd name="connsiteY786" fmla="*/ 941070 h 1590675"/>
                <a:gd name="connsiteX787" fmla="*/ 248126 w 1819275"/>
                <a:gd name="connsiteY787" fmla="*/ 942880 h 1590675"/>
                <a:gd name="connsiteX788" fmla="*/ 245459 w 1819275"/>
                <a:gd name="connsiteY788" fmla="*/ 945166 h 1590675"/>
                <a:gd name="connsiteX789" fmla="*/ 243364 w 1819275"/>
                <a:gd name="connsiteY789" fmla="*/ 948404 h 1590675"/>
                <a:gd name="connsiteX790" fmla="*/ 242030 w 1819275"/>
                <a:gd name="connsiteY790" fmla="*/ 952214 h 1590675"/>
                <a:gd name="connsiteX791" fmla="*/ 241459 w 1819275"/>
                <a:gd name="connsiteY791" fmla="*/ 962882 h 1590675"/>
                <a:gd name="connsiteX792" fmla="*/ 241173 w 1819275"/>
                <a:gd name="connsiteY792" fmla="*/ 964501 h 1590675"/>
                <a:gd name="connsiteX793" fmla="*/ 240316 w 1819275"/>
                <a:gd name="connsiteY793" fmla="*/ 966026 h 1590675"/>
                <a:gd name="connsiteX794" fmla="*/ 236030 w 1819275"/>
                <a:gd name="connsiteY794" fmla="*/ 969359 h 1590675"/>
                <a:gd name="connsiteX795" fmla="*/ 234029 w 1819275"/>
                <a:gd name="connsiteY795" fmla="*/ 972503 h 1590675"/>
                <a:gd name="connsiteX796" fmla="*/ 231458 w 1819275"/>
                <a:gd name="connsiteY796" fmla="*/ 979932 h 1590675"/>
                <a:gd name="connsiteX797" fmla="*/ 229648 w 1819275"/>
                <a:gd name="connsiteY797" fmla="*/ 982885 h 1590675"/>
                <a:gd name="connsiteX798" fmla="*/ 227457 w 1819275"/>
                <a:gd name="connsiteY798" fmla="*/ 985076 h 1590675"/>
                <a:gd name="connsiteX799" fmla="*/ 220504 w 1819275"/>
                <a:gd name="connsiteY799" fmla="*/ 989647 h 1590675"/>
                <a:gd name="connsiteX800" fmla="*/ 218027 w 1819275"/>
                <a:gd name="connsiteY800" fmla="*/ 992124 h 1590675"/>
                <a:gd name="connsiteX801" fmla="*/ 216694 w 1819275"/>
                <a:gd name="connsiteY801" fmla="*/ 992600 h 1590675"/>
                <a:gd name="connsiteX802" fmla="*/ 215551 w 1819275"/>
                <a:gd name="connsiteY802" fmla="*/ 991267 h 1590675"/>
                <a:gd name="connsiteX803" fmla="*/ 214217 w 1819275"/>
                <a:gd name="connsiteY803" fmla="*/ 984885 h 1590675"/>
                <a:gd name="connsiteX804" fmla="*/ 213455 w 1819275"/>
                <a:gd name="connsiteY804" fmla="*/ 983075 h 1590675"/>
                <a:gd name="connsiteX805" fmla="*/ 211074 w 1819275"/>
                <a:gd name="connsiteY805" fmla="*/ 982313 h 1590675"/>
                <a:gd name="connsiteX806" fmla="*/ 208788 w 1819275"/>
                <a:gd name="connsiteY806" fmla="*/ 984980 h 1590675"/>
                <a:gd name="connsiteX807" fmla="*/ 206407 w 1819275"/>
                <a:gd name="connsiteY807" fmla="*/ 988314 h 1590675"/>
                <a:gd name="connsiteX808" fmla="*/ 203740 w 1819275"/>
                <a:gd name="connsiteY808" fmla="*/ 990029 h 1590675"/>
                <a:gd name="connsiteX809" fmla="*/ 202216 w 1819275"/>
                <a:gd name="connsiteY809" fmla="*/ 989647 h 1590675"/>
                <a:gd name="connsiteX810" fmla="*/ 199168 w 1819275"/>
                <a:gd name="connsiteY810" fmla="*/ 988028 h 1590675"/>
                <a:gd name="connsiteX811" fmla="*/ 197644 w 1819275"/>
                <a:gd name="connsiteY811" fmla="*/ 987552 h 1590675"/>
                <a:gd name="connsiteX812" fmla="*/ 195739 w 1819275"/>
                <a:gd name="connsiteY812" fmla="*/ 987647 h 1590675"/>
                <a:gd name="connsiteX813" fmla="*/ 188595 w 1819275"/>
                <a:gd name="connsiteY813" fmla="*/ 991172 h 1590675"/>
                <a:gd name="connsiteX814" fmla="*/ 187547 w 1819275"/>
                <a:gd name="connsiteY814" fmla="*/ 992600 h 1590675"/>
                <a:gd name="connsiteX815" fmla="*/ 186690 w 1819275"/>
                <a:gd name="connsiteY815" fmla="*/ 994410 h 1590675"/>
                <a:gd name="connsiteX816" fmla="*/ 185357 w 1819275"/>
                <a:gd name="connsiteY816" fmla="*/ 996125 h 1590675"/>
                <a:gd name="connsiteX817" fmla="*/ 183737 w 1819275"/>
                <a:gd name="connsiteY817" fmla="*/ 997268 h 1590675"/>
                <a:gd name="connsiteX818" fmla="*/ 182023 w 1819275"/>
                <a:gd name="connsiteY818" fmla="*/ 997649 h 1590675"/>
                <a:gd name="connsiteX819" fmla="*/ 180308 w 1819275"/>
                <a:gd name="connsiteY819" fmla="*/ 997458 h 1590675"/>
                <a:gd name="connsiteX820" fmla="*/ 175070 w 1819275"/>
                <a:gd name="connsiteY820" fmla="*/ 996220 h 1590675"/>
                <a:gd name="connsiteX821" fmla="*/ 173355 w 1819275"/>
                <a:gd name="connsiteY821" fmla="*/ 996029 h 1590675"/>
                <a:gd name="connsiteX822" fmla="*/ 171641 w 1819275"/>
                <a:gd name="connsiteY822" fmla="*/ 996220 h 1590675"/>
                <a:gd name="connsiteX823" fmla="*/ 168021 w 1819275"/>
                <a:gd name="connsiteY823" fmla="*/ 997839 h 1590675"/>
                <a:gd name="connsiteX824" fmla="*/ 166211 w 1819275"/>
                <a:gd name="connsiteY824" fmla="*/ 997934 h 1590675"/>
                <a:gd name="connsiteX825" fmla="*/ 164783 w 1819275"/>
                <a:gd name="connsiteY825" fmla="*/ 996505 h 1590675"/>
                <a:gd name="connsiteX826" fmla="*/ 164116 w 1819275"/>
                <a:gd name="connsiteY826" fmla="*/ 994696 h 1590675"/>
                <a:gd name="connsiteX827" fmla="*/ 162878 w 1819275"/>
                <a:gd name="connsiteY827" fmla="*/ 990124 h 1590675"/>
                <a:gd name="connsiteX828" fmla="*/ 162687 w 1819275"/>
                <a:gd name="connsiteY828" fmla="*/ 988124 h 1590675"/>
                <a:gd name="connsiteX829" fmla="*/ 163354 w 1819275"/>
                <a:gd name="connsiteY829" fmla="*/ 986123 h 1590675"/>
                <a:gd name="connsiteX830" fmla="*/ 164402 w 1819275"/>
                <a:gd name="connsiteY830" fmla="*/ 984695 h 1590675"/>
                <a:gd name="connsiteX831" fmla="*/ 165164 w 1819275"/>
                <a:gd name="connsiteY831" fmla="*/ 983266 h 1590675"/>
                <a:gd name="connsiteX832" fmla="*/ 164973 w 1819275"/>
                <a:gd name="connsiteY832" fmla="*/ 981456 h 1590675"/>
                <a:gd name="connsiteX833" fmla="*/ 164211 w 1819275"/>
                <a:gd name="connsiteY833" fmla="*/ 980313 h 1590675"/>
                <a:gd name="connsiteX834" fmla="*/ 161925 w 1819275"/>
                <a:gd name="connsiteY834" fmla="*/ 978122 h 1590675"/>
                <a:gd name="connsiteX835" fmla="*/ 161068 w 1819275"/>
                <a:gd name="connsiteY835" fmla="*/ 976789 h 1590675"/>
                <a:gd name="connsiteX836" fmla="*/ 160496 w 1819275"/>
                <a:gd name="connsiteY836" fmla="*/ 974884 h 1590675"/>
                <a:gd name="connsiteX837" fmla="*/ 160115 w 1819275"/>
                <a:gd name="connsiteY837" fmla="*/ 968978 h 1590675"/>
                <a:gd name="connsiteX838" fmla="*/ 158687 w 1819275"/>
                <a:gd name="connsiteY838" fmla="*/ 964501 h 1590675"/>
                <a:gd name="connsiteX839" fmla="*/ 156401 w 1819275"/>
                <a:gd name="connsiteY839" fmla="*/ 962311 h 1590675"/>
                <a:gd name="connsiteX840" fmla="*/ 153543 w 1819275"/>
                <a:gd name="connsiteY840" fmla="*/ 962216 h 1590675"/>
                <a:gd name="connsiteX841" fmla="*/ 150209 w 1819275"/>
                <a:gd name="connsiteY841" fmla="*/ 964216 h 1590675"/>
                <a:gd name="connsiteX842" fmla="*/ 132683 w 1819275"/>
                <a:gd name="connsiteY842" fmla="*/ 978313 h 1590675"/>
                <a:gd name="connsiteX843" fmla="*/ 131921 w 1819275"/>
                <a:gd name="connsiteY843" fmla="*/ 978694 h 1590675"/>
                <a:gd name="connsiteX844" fmla="*/ 130969 w 1819275"/>
                <a:gd name="connsiteY844" fmla="*/ 978884 h 1590675"/>
                <a:gd name="connsiteX845" fmla="*/ 130016 w 1819275"/>
                <a:gd name="connsiteY845" fmla="*/ 979265 h 1590675"/>
                <a:gd name="connsiteX846" fmla="*/ 129540 w 1819275"/>
                <a:gd name="connsiteY846" fmla="*/ 980122 h 1590675"/>
                <a:gd name="connsiteX847" fmla="*/ 129254 w 1819275"/>
                <a:gd name="connsiteY847" fmla="*/ 981170 h 1590675"/>
                <a:gd name="connsiteX848" fmla="*/ 128683 w 1819275"/>
                <a:gd name="connsiteY848" fmla="*/ 982028 h 1590675"/>
                <a:gd name="connsiteX849" fmla="*/ 127159 w 1819275"/>
                <a:gd name="connsiteY849" fmla="*/ 982313 h 1590675"/>
                <a:gd name="connsiteX850" fmla="*/ 125730 w 1819275"/>
                <a:gd name="connsiteY850" fmla="*/ 981647 h 1590675"/>
                <a:gd name="connsiteX851" fmla="*/ 124206 w 1819275"/>
                <a:gd name="connsiteY851" fmla="*/ 980599 h 1590675"/>
                <a:gd name="connsiteX852" fmla="*/ 122682 w 1819275"/>
                <a:gd name="connsiteY852" fmla="*/ 980027 h 1590675"/>
                <a:gd name="connsiteX853" fmla="*/ 120682 w 1819275"/>
                <a:gd name="connsiteY853" fmla="*/ 980313 h 1590675"/>
                <a:gd name="connsiteX854" fmla="*/ 116777 w 1819275"/>
                <a:gd name="connsiteY854" fmla="*/ 982123 h 1590675"/>
                <a:gd name="connsiteX855" fmla="*/ 114776 w 1819275"/>
                <a:gd name="connsiteY855" fmla="*/ 982409 h 1590675"/>
                <a:gd name="connsiteX856" fmla="*/ 111824 w 1819275"/>
                <a:gd name="connsiteY856" fmla="*/ 981742 h 1590675"/>
                <a:gd name="connsiteX857" fmla="*/ 108966 w 1819275"/>
                <a:gd name="connsiteY857" fmla="*/ 980504 h 1590675"/>
                <a:gd name="connsiteX858" fmla="*/ 102013 w 1819275"/>
                <a:gd name="connsiteY858" fmla="*/ 975646 h 1590675"/>
                <a:gd name="connsiteX859" fmla="*/ 100203 w 1819275"/>
                <a:gd name="connsiteY859" fmla="*/ 974788 h 1590675"/>
                <a:gd name="connsiteX860" fmla="*/ 98489 w 1819275"/>
                <a:gd name="connsiteY860" fmla="*/ 974979 h 1590675"/>
                <a:gd name="connsiteX861" fmla="*/ 98298 w 1819275"/>
                <a:gd name="connsiteY861" fmla="*/ 975360 h 1590675"/>
                <a:gd name="connsiteX862" fmla="*/ 97250 w 1819275"/>
                <a:gd name="connsiteY862" fmla="*/ 976789 h 1590675"/>
                <a:gd name="connsiteX863" fmla="*/ 96965 w 1819275"/>
                <a:gd name="connsiteY863" fmla="*/ 977932 h 1590675"/>
                <a:gd name="connsiteX864" fmla="*/ 96869 w 1819275"/>
                <a:gd name="connsiteY864" fmla="*/ 978313 h 1590675"/>
                <a:gd name="connsiteX865" fmla="*/ 96202 w 1819275"/>
                <a:gd name="connsiteY865" fmla="*/ 980218 h 1590675"/>
                <a:gd name="connsiteX866" fmla="*/ 95250 w 1819275"/>
                <a:gd name="connsiteY866" fmla="*/ 982409 h 1590675"/>
                <a:gd name="connsiteX867" fmla="*/ 94679 w 1819275"/>
                <a:gd name="connsiteY867" fmla="*/ 984504 h 1590675"/>
                <a:gd name="connsiteX868" fmla="*/ 95250 w 1819275"/>
                <a:gd name="connsiteY868" fmla="*/ 986123 h 1590675"/>
                <a:gd name="connsiteX869" fmla="*/ 99060 w 1819275"/>
                <a:gd name="connsiteY869" fmla="*/ 989552 h 1590675"/>
                <a:gd name="connsiteX870" fmla="*/ 100013 w 1819275"/>
                <a:gd name="connsiteY870" fmla="*/ 990981 h 1590675"/>
                <a:gd name="connsiteX871" fmla="*/ 100679 w 1819275"/>
                <a:gd name="connsiteY871" fmla="*/ 994410 h 1590675"/>
                <a:gd name="connsiteX872" fmla="*/ 98203 w 1819275"/>
                <a:gd name="connsiteY872" fmla="*/ 995077 h 1590675"/>
                <a:gd name="connsiteX873" fmla="*/ 91440 w 1819275"/>
                <a:gd name="connsiteY873" fmla="*/ 993267 h 1590675"/>
                <a:gd name="connsiteX874" fmla="*/ 89630 w 1819275"/>
                <a:gd name="connsiteY874" fmla="*/ 993172 h 1590675"/>
                <a:gd name="connsiteX875" fmla="*/ 88202 w 1819275"/>
                <a:gd name="connsiteY875" fmla="*/ 993838 h 1590675"/>
                <a:gd name="connsiteX876" fmla="*/ 84011 w 1819275"/>
                <a:gd name="connsiteY876" fmla="*/ 998030 h 1590675"/>
                <a:gd name="connsiteX877" fmla="*/ 82677 w 1819275"/>
                <a:gd name="connsiteY877" fmla="*/ 998982 h 1590675"/>
                <a:gd name="connsiteX878" fmla="*/ 79629 w 1819275"/>
                <a:gd name="connsiteY878" fmla="*/ 1000601 h 1590675"/>
                <a:gd name="connsiteX879" fmla="*/ 76962 w 1819275"/>
                <a:gd name="connsiteY879" fmla="*/ 1002697 h 1590675"/>
                <a:gd name="connsiteX880" fmla="*/ 69818 w 1819275"/>
                <a:gd name="connsiteY880" fmla="*/ 1010412 h 1590675"/>
                <a:gd name="connsiteX881" fmla="*/ 61341 w 1819275"/>
                <a:gd name="connsiteY881" fmla="*/ 1017365 h 1590675"/>
                <a:gd name="connsiteX882" fmla="*/ 58388 w 1819275"/>
                <a:gd name="connsiteY882" fmla="*/ 1018604 h 1590675"/>
                <a:gd name="connsiteX883" fmla="*/ 55912 w 1819275"/>
                <a:gd name="connsiteY883" fmla="*/ 1018984 h 1590675"/>
                <a:gd name="connsiteX884" fmla="*/ 53531 w 1819275"/>
                <a:gd name="connsiteY884" fmla="*/ 1018604 h 1590675"/>
                <a:gd name="connsiteX885" fmla="*/ 50768 w 1819275"/>
                <a:gd name="connsiteY885" fmla="*/ 1017556 h 1590675"/>
                <a:gd name="connsiteX886" fmla="*/ 48006 w 1819275"/>
                <a:gd name="connsiteY886" fmla="*/ 1016889 h 1590675"/>
                <a:gd name="connsiteX887" fmla="*/ 45149 w 1819275"/>
                <a:gd name="connsiteY887" fmla="*/ 1017270 h 1590675"/>
                <a:gd name="connsiteX888" fmla="*/ 42386 w 1819275"/>
                <a:gd name="connsiteY888" fmla="*/ 1018413 h 1590675"/>
                <a:gd name="connsiteX889" fmla="*/ 39815 w 1819275"/>
                <a:gd name="connsiteY889" fmla="*/ 1020128 h 1590675"/>
                <a:gd name="connsiteX890" fmla="*/ 37338 w 1819275"/>
                <a:gd name="connsiteY890" fmla="*/ 1021271 h 1590675"/>
                <a:gd name="connsiteX891" fmla="*/ 32099 w 1819275"/>
                <a:gd name="connsiteY891" fmla="*/ 1022033 h 1590675"/>
                <a:gd name="connsiteX892" fmla="*/ 29909 w 1819275"/>
                <a:gd name="connsiteY892" fmla="*/ 1023842 h 1590675"/>
                <a:gd name="connsiteX893" fmla="*/ 29051 w 1819275"/>
                <a:gd name="connsiteY893" fmla="*/ 1024890 h 1590675"/>
                <a:gd name="connsiteX894" fmla="*/ 28385 w 1819275"/>
                <a:gd name="connsiteY894" fmla="*/ 1026128 h 1590675"/>
                <a:gd name="connsiteX895" fmla="*/ 27908 w 1819275"/>
                <a:gd name="connsiteY895" fmla="*/ 1027462 h 1590675"/>
                <a:gd name="connsiteX896" fmla="*/ 27718 w 1819275"/>
                <a:gd name="connsiteY896" fmla="*/ 1028986 h 1590675"/>
                <a:gd name="connsiteX897" fmla="*/ 27242 w 1819275"/>
                <a:gd name="connsiteY897" fmla="*/ 1031462 h 1590675"/>
                <a:gd name="connsiteX898" fmla="*/ 25908 w 1819275"/>
                <a:gd name="connsiteY898" fmla="*/ 1033177 h 1590675"/>
                <a:gd name="connsiteX899" fmla="*/ 24384 w 1819275"/>
                <a:gd name="connsiteY899" fmla="*/ 1034796 h 1590675"/>
                <a:gd name="connsiteX900" fmla="*/ 23241 w 1819275"/>
                <a:gd name="connsiteY900" fmla="*/ 1036892 h 1590675"/>
                <a:gd name="connsiteX901" fmla="*/ 22574 w 1819275"/>
                <a:gd name="connsiteY901" fmla="*/ 1041178 h 1590675"/>
                <a:gd name="connsiteX902" fmla="*/ 22193 w 1819275"/>
                <a:gd name="connsiteY902" fmla="*/ 1042416 h 1590675"/>
                <a:gd name="connsiteX903" fmla="*/ 21622 w 1819275"/>
                <a:gd name="connsiteY903" fmla="*/ 1043178 h 1590675"/>
                <a:gd name="connsiteX904" fmla="*/ 19241 w 1819275"/>
                <a:gd name="connsiteY904" fmla="*/ 1045178 h 1590675"/>
                <a:gd name="connsiteX905" fmla="*/ 18288 w 1819275"/>
                <a:gd name="connsiteY905" fmla="*/ 1046702 h 1590675"/>
                <a:gd name="connsiteX906" fmla="*/ 17621 w 1819275"/>
                <a:gd name="connsiteY906" fmla="*/ 1048512 h 1590675"/>
                <a:gd name="connsiteX907" fmla="*/ 17240 w 1819275"/>
                <a:gd name="connsiteY907" fmla="*/ 1050608 h 1590675"/>
                <a:gd name="connsiteX908" fmla="*/ 17336 w 1819275"/>
                <a:gd name="connsiteY908" fmla="*/ 1052608 h 1590675"/>
                <a:gd name="connsiteX909" fmla="*/ 18098 w 1819275"/>
                <a:gd name="connsiteY909" fmla="*/ 1054608 h 1590675"/>
                <a:gd name="connsiteX910" fmla="*/ 19241 w 1819275"/>
                <a:gd name="connsiteY910" fmla="*/ 1055275 h 1590675"/>
                <a:gd name="connsiteX911" fmla="*/ 20574 w 1819275"/>
                <a:gd name="connsiteY911" fmla="*/ 1055656 h 1590675"/>
                <a:gd name="connsiteX912" fmla="*/ 22098 w 1819275"/>
                <a:gd name="connsiteY912" fmla="*/ 1056608 h 1590675"/>
                <a:gd name="connsiteX913" fmla="*/ 23241 w 1819275"/>
                <a:gd name="connsiteY913" fmla="*/ 1058418 h 1590675"/>
                <a:gd name="connsiteX914" fmla="*/ 23717 w 1819275"/>
                <a:gd name="connsiteY914" fmla="*/ 1060609 h 1590675"/>
                <a:gd name="connsiteX915" fmla="*/ 24098 w 1819275"/>
                <a:gd name="connsiteY915" fmla="*/ 1064990 h 1590675"/>
                <a:gd name="connsiteX916" fmla="*/ 25908 w 1819275"/>
                <a:gd name="connsiteY916" fmla="*/ 1070515 h 1590675"/>
                <a:gd name="connsiteX917" fmla="*/ 25432 w 1819275"/>
                <a:gd name="connsiteY917" fmla="*/ 1071658 h 1590675"/>
                <a:gd name="connsiteX918" fmla="*/ 23717 w 1819275"/>
                <a:gd name="connsiteY918" fmla="*/ 1072706 h 1590675"/>
                <a:gd name="connsiteX919" fmla="*/ 22384 w 1819275"/>
                <a:gd name="connsiteY919" fmla="*/ 1073849 h 1590675"/>
                <a:gd name="connsiteX920" fmla="*/ 21431 w 1819275"/>
                <a:gd name="connsiteY920" fmla="*/ 1075277 h 1590675"/>
                <a:gd name="connsiteX921" fmla="*/ 20479 w 1819275"/>
                <a:gd name="connsiteY921" fmla="*/ 1077659 h 1590675"/>
                <a:gd name="connsiteX922" fmla="*/ 19622 w 1819275"/>
                <a:gd name="connsiteY922" fmla="*/ 1081183 h 1590675"/>
                <a:gd name="connsiteX923" fmla="*/ 18860 w 1819275"/>
                <a:gd name="connsiteY923" fmla="*/ 1082612 h 1590675"/>
                <a:gd name="connsiteX924" fmla="*/ 17431 w 1819275"/>
                <a:gd name="connsiteY924" fmla="*/ 1083374 h 1590675"/>
                <a:gd name="connsiteX925" fmla="*/ 2381 w 1819275"/>
                <a:gd name="connsiteY925" fmla="*/ 1085469 h 1590675"/>
                <a:gd name="connsiteX926" fmla="*/ 2286 w 1819275"/>
                <a:gd name="connsiteY926" fmla="*/ 1087469 h 1590675"/>
                <a:gd name="connsiteX927" fmla="*/ 3143 w 1819275"/>
                <a:gd name="connsiteY927" fmla="*/ 1093375 h 1590675"/>
                <a:gd name="connsiteX928" fmla="*/ 3239 w 1819275"/>
                <a:gd name="connsiteY928" fmla="*/ 1095470 h 1590675"/>
                <a:gd name="connsiteX929" fmla="*/ 3048 w 1819275"/>
                <a:gd name="connsiteY929" fmla="*/ 1097089 h 1590675"/>
                <a:gd name="connsiteX930" fmla="*/ 572 w 1819275"/>
                <a:gd name="connsiteY930" fmla="*/ 1104329 h 1590675"/>
                <a:gd name="connsiteX931" fmla="*/ 0 w 1819275"/>
                <a:gd name="connsiteY931" fmla="*/ 1107377 h 1590675"/>
                <a:gd name="connsiteX932" fmla="*/ 381 w 1819275"/>
                <a:gd name="connsiteY932" fmla="*/ 1110234 h 1590675"/>
                <a:gd name="connsiteX933" fmla="*/ 2286 w 1819275"/>
                <a:gd name="connsiteY933" fmla="*/ 1113568 h 1590675"/>
                <a:gd name="connsiteX934" fmla="*/ 5715 w 1819275"/>
                <a:gd name="connsiteY934" fmla="*/ 1116902 h 1590675"/>
                <a:gd name="connsiteX935" fmla="*/ 6382 w 1819275"/>
                <a:gd name="connsiteY935" fmla="*/ 1118330 h 1590675"/>
                <a:gd name="connsiteX936" fmla="*/ 7144 w 1819275"/>
                <a:gd name="connsiteY936" fmla="*/ 1121855 h 1590675"/>
                <a:gd name="connsiteX937" fmla="*/ 7620 w 1819275"/>
                <a:gd name="connsiteY937" fmla="*/ 1123474 h 1590675"/>
                <a:gd name="connsiteX938" fmla="*/ 8477 w 1819275"/>
                <a:gd name="connsiteY938" fmla="*/ 1124807 h 1590675"/>
                <a:gd name="connsiteX939" fmla="*/ 13240 w 1819275"/>
                <a:gd name="connsiteY939" fmla="*/ 1128427 h 1590675"/>
                <a:gd name="connsiteX940" fmla="*/ 15907 w 1819275"/>
                <a:gd name="connsiteY940" fmla="*/ 1131380 h 1590675"/>
                <a:gd name="connsiteX941" fmla="*/ 17050 w 1819275"/>
                <a:gd name="connsiteY941" fmla="*/ 1132142 h 1590675"/>
                <a:gd name="connsiteX942" fmla="*/ 17812 w 1819275"/>
                <a:gd name="connsiteY942" fmla="*/ 1133856 h 1590675"/>
                <a:gd name="connsiteX943" fmla="*/ 18098 w 1819275"/>
                <a:gd name="connsiteY943" fmla="*/ 1135571 h 1590675"/>
                <a:gd name="connsiteX944" fmla="*/ 17717 w 1819275"/>
                <a:gd name="connsiteY944" fmla="*/ 1137190 h 1590675"/>
                <a:gd name="connsiteX945" fmla="*/ 16478 w 1819275"/>
                <a:gd name="connsiteY945" fmla="*/ 1138428 h 1590675"/>
                <a:gd name="connsiteX946" fmla="*/ 14764 w 1819275"/>
                <a:gd name="connsiteY946" fmla="*/ 1139000 h 1590675"/>
                <a:gd name="connsiteX947" fmla="*/ 10954 w 1819275"/>
                <a:gd name="connsiteY947" fmla="*/ 1139000 h 1590675"/>
                <a:gd name="connsiteX948" fmla="*/ 9144 w 1819275"/>
                <a:gd name="connsiteY948" fmla="*/ 1139857 h 1590675"/>
                <a:gd name="connsiteX949" fmla="*/ 8001 w 1819275"/>
                <a:gd name="connsiteY949" fmla="*/ 1141095 h 1590675"/>
                <a:gd name="connsiteX950" fmla="*/ 6858 w 1819275"/>
                <a:gd name="connsiteY950" fmla="*/ 1142714 h 1590675"/>
                <a:gd name="connsiteX951" fmla="*/ 6191 w 1819275"/>
                <a:gd name="connsiteY951" fmla="*/ 1144524 h 1590675"/>
                <a:gd name="connsiteX952" fmla="*/ 6477 w 1819275"/>
                <a:gd name="connsiteY952" fmla="*/ 1146334 h 1590675"/>
                <a:gd name="connsiteX953" fmla="*/ 7430 w 1819275"/>
                <a:gd name="connsiteY953" fmla="*/ 1147858 h 1590675"/>
                <a:gd name="connsiteX954" fmla="*/ 9716 w 1819275"/>
                <a:gd name="connsiteY954" fmla="*/ 1150525 h 1590675"/>
                <a:gd name="connsiteX955" fmla="*/ 10668 w 1819275"/>
                <a:gd name="connsiteY955" fmla="*/ 1151954 h 1590675"/>
                <a:gd name="connsiteX956" fmla="*/ 10859 w 1819275"/>
                <a:gd name="connsiteY956" fmla="*/ 1153954 h 1590675"/>
                <a:gd name="connsiteX957" fmla="*/ 10382 w 1819275"/>
                <a:gd name="connsiteY957" fmla="*/ 1158431 h 1590675"/>
                <a:gd name="connsiteX958" fmla="*/ 10668 w 1819275"/>
                <a:gd name="connsiteY958" fmla="*/ 1159955 h 1590675"/>
                <a:gd name="connsiteX959" fmla="*/ 13526 w 1819275"/>
                <a:gd name="connsiteY959" fmla="*/ 1164812 h 1590675"/>
                <a:gd name="connsiteX960" fmla="*/ 14097 w 1819275"/>
                <a:gd name="connsiteY960" fmla="*/ 1166241 h 1590675"/>
                <a:gd name="connsiteX961" fmla="*/ 14859 w 1819275"/>
                <a:gd name="connsiteY961" fmla="*/ 1170527 h 1590675"/>
                <a:gd name="connsiteX962" fmla="*/ 15526 w 1819275"/>
                <a:gd name="connsiteY962" fmla="*/ 1172147 h 1590675"/>
                <a:gd name="connsiteX963" fmla="*/ 17050 w 1819275"/>
                <a:gd name="connsiteY963" fmla="*/ 1173766 h 1590675"/>
                <a:gd name="connsiteX964" fmla="*/ 18479 w 1819275"/>
                <a:gd name="connsiteY964" fmla="*/ 1174623 h 1590675"/>
                <a:gd name="connsiteX965" fmla="*/ 21336 w 1819275"/>
                <a:gd name="connsiteY965" fmla="*/ 1175766 h 1590675"/>
                <a:gd name="connsiteX966" fmla="*/ 22765 w 1819275"/>
                <a:gd name="connsiteY966" fmla="*/ 1176528 h 1590675"/>
                <a:gd name="connsiteX967" fmla="*/ 25146 w 1819275"/>
                <a:gd name="connsiteY967" fmla="*/ 1178814 h 1590675"/>
                <a:gd name="connsiteX968" fmla="*/ 26384 w 1819275"/>
                <a:gd name="connsiteY968" fmla="*/ 1179576 h 1590675"/>
                <a:gd name="connsiteX969" fmla="*/ 34100 w 1819275"/>
                <a:gd name="connsiteY969" fmla="*/ 1179767 h 1590675"/>
                <a:gd name="connsiteX970" fmla="*/ 35338 w 1819275"/>
                <a:gd name="connsiteY970" fmla="*/ 1179481 h 1590675"/>
                <a:gd name="connsiteX971" fmla="*/ 36481 w 1819275"/>
                <a:gd name="connsiteY971" fmla="*/ 1177766 h 1590675"/>
                <a:gd name="connsiteX972" fmla="*/ 35814 w 1819275"/>
                <a:gd name="connsiteY972" fmla="*/ 1176242 h 1590675"/>
                <a:gd name="connsiteX973" fmla="*/ 34766 w 1819275"/>
                <a:gd name="connsiteY973" fmla="*/ 1174528 h 1590675"/>
                <a:gd name="connsiteX974" fmla="*/ 34766 w 1819275"/>
                <a:gd name="connsiteY974" fmla="*/ 1172528 h 1590675"/>
                <a:gd name="connsiteX975" fmla="*/ 35338 w 1819275"/>
                <a:gd name="connsiteY975" fmla="*/ 1172051 h 1590675"/>
                <a:gd name="connsiteX976" fmla="*/ 38481 w 1819275"/>
                <a:gd name="connsiteY976" fmla="*/ 1171004 h 1590675"/>
                <a:gd name="connsiteX977" fmla="*/ 39053 w 1819275"/>
                <a:gd name="connsiteY977" fmla="*/ 1170337 h 1590675"/>
                <a:gd name="connsiteX978" fmla="*/ 39148 w 1819275"/>
                <a:gd name="connsiteY978" fmla="*/ 1169480 h 1590675"/>
                <a:gd name="connsiteX979" fmla="*/ 39148 w 1819275"/>
                <a:gd name="connsiteY979" fmla="*/ 1168527 h 1590675"/>
                <a:gd name="connsiteX980" fmla="*/ 39338 w 1819275"/>
                <a:gd name="connsiteY980" fmla="*/ 1167765 h 1590675"/>
                <a:gd name="connsiteX981" fmla="*/ 40481 w 1819275"/>
                <a:gd name="connsiteY981" fmla="*/ 1166051 h 1590675"/>
                <a:gd name="connsiteX982" fmla="*/ 41624 w 1819275"/>
                <a:gd name="connsiteY982" fmla="*/ 1165289 h 1590675"/>
                <a:gd name="connsiteX983" fmla="*/ 42958 w 1819275"/>
                <a:gd name="connsiteY983" fmla="*/ 1165384 h 1590675"/>
                <a:gd name="connsiteX984" fmla="*/ 47911 w 1819275"/>
                <a:gd name="connsiteY984" fmla="*/ 1167098 h 1590675"/>
                <a:gd name="connsiteX985" fmla="*/ 49435 w 1819275"/>
                <a:gd name="connsiteY985" fmla="*/ 1167289 h 1590675"/>
                <a:gd name="connsiteX986" fmla="*/ 51245 w 1819275"/>
                <a:gd name="connsiteY986" fmla="*/ 1167289 h 1590675"/>
                <a:gd name="connsiteX987" fmla="*/ 56769 w 1819275"/>
                <a:gd name="connsiteY987" fmla="*/ 1165384 h 1590675"/>
                <a:gd name="connsiteX988" fmla="*/ 58484 w 1819275"/>
                <a:gd name="connsiteY988" fmla="*/ 1165574 h 1590675"/>
                <a:gd name="connsiteX989" fmla="*/ 69818 w 1819275"/>
                <a:gd name="connsiteY989" fmla="*/ 1171194 h 1590675"/>
                <a:gd name="connsiteX990" fmla="*/ 83344 w 1819275"/>
                <a:gd name="connsiteY990" fmla="*/ 1176338 h 1590675"/>
                <a:gd name="connsiteX991" fmla="*/ 84868 w 1819275"/>
                <a:gd name="connsiteY991" fmla="*/ 1177576 h 1590675"/>
                <a:gd name="connsiteX992" fmla="*/ 86106 w 1819275"/>
                <a:gd name="connsiteY992" fmla="*/ 1179005 h 1590675"/>
                <a:gd name="connsiteX993" fmla="*/ 87440 w 1819275"/>
                <a:gd name="connsiteY993" fmla="*/ 1180148 h 1590675"/>
                <a:gd name="connsiteX994" fmla="*/ 89249 w 1819275"/>
                <a:gd name="connsiteY994" fmla="*/ 1180338 h 1590675"/>
                <a:gd name="connsiteX995" fmla="*/ 91059 w 1819275"/>
                <a:gd name="connsiteY995" fmla="*/ 1180243 h 1590675"/>
                <a:gd name="connsiteX996" fmla="*/ 92488 w 1819275"/>
                <a:gd name="connsiteY996" fmla="*/ 1180529 h 1590675"/>
                <a:gd name="connsiteX997" fmla="*/ 93821 w 1819275"/>
                <a:gd name="connsiteY997" fmla="*/ 1181481 h 1590675"/>
                <a:gd name="connsiteX998" fmla="*/ 95060 w 1819275"/>
                <a:gd name="connsiteY998" fmla="*/ 1183196 h 1590675"/>
                <a:gd name="connsiteX999" fmla="*/ 95060 w 1819275"/>
                <a:gd name="connsiteY999" fmla="*/ 1183196 h 1590675"/>
                <a:gd name="connsiteX1000" fmla="*/ 95060 w 1819275"/>
                <a:gd name="connsiteY1000" fmla="*/ 1183196 h 1590675"/>
                <a:gd name="connsiteX1001" fmla="*/ 95060 w 1819275"/>
                <a:gd name="connsiteY1001" fmla="*/ 1183196 h 1590675"/>
                <a:gd name="connsiteX1002" fmla="*/ 95821 w 1819275"/>
                <a:gd name="connsiteY1002" fmla="*/ 1184339 h 1590675"/>
                <a:gd name="connsiteX1003" fmla="*/ 96393 w 1819275"/>
                <a:gd name="connsiteY1003" fmla="*/ 1184815 h 1590675"/>
                <a:gd name="connsiteX1004" fmla="*/ 97822 w 1819275"/>
                <a:gd name="connsiteY1004" fmla="*/ 1185672 h 1590675"/>
                <a:gd name="connsiteX1005" fmla="*/ 98298 w 1819275"/>
                <a:gd name="connsiteY1005" fmla="*/ 1186243 h 1590675"/>
                <a:gd name="connsiteX1006" fmla="*/ 98584 w 1819275"/>
                <a:gd name="connsiteY1006" fmla="*/ 1187101 h 1590675"/>
                <a:gd name="connsiteX1007" fmla="*/ 98679 w 1819275"/>
                <a:gd name="connsiteY1007" fmla="*/ 1188053 h 1590675"/>
                <a:gd name="connsiteX1008" fmla="*/ 99251 w 1819275"/>
                <a:gd name="connsiteY1008" fmla="*/ 1191006 h 1590675"/>
                <a:gd name="connsiteX1009" fmla="*/ 99251 w 1819275"/>
                <a:gd name="connsiteY1009" fmla="*/ 1193006 h 1590675"/>
                <a:gd name="connsiteX1010" fmla="*/ 98774 w 1819275"/>
                <a:gd name="connsiteY1010" fmla="*/ 1194816 h 1590675"/>
                <a:gd name="connsiteX1011" fmla="*/ 97822 w 1819275"/>
                <a:gd name="connsiteY1011" fmla="*/ 1196435 h 1590675"/>
                <a:gd name="connsiteX1012" fmla="*/ 94393 w 1819275"/>
                <a:gd name="connsiteY1012" fmla="*/ 1200245 h 1590675"/>
                <a:gd name="connsiteX1013" fmla="*/ 93631 w 1819275"/>
                <a:gd name="connsiteY1013" fmla="*/ 1201864 h 1590675"/>
                <a:gd name="connsiteX1014" fmla="*/ 93345 w 1819275"/>
                <a:gd name="connsiteY1014" fmla="*/ 1203770 h 1590675"/>
                <a:gd name="connsiteX1015" fmla="*/ 93345 w 1819275"/>
                <a:gd name="connsiteY1015" fmla="*/ 1213390 h 1590675"/>
                <a:gd name="connsiteX1016" fmla="*/ 94964 w 1819275"/>
                <a:gd name="connsiteY1016" fmla="*/ 1225010 h 1590675"/>
                <a:gd name="connsiteX1017" fmla="*/ 96488 w 1819275"/>
                <a:gd name="connsiteY1017" fmla="*/ 1227868 h 1590675"/>
                <a:gd name="connsiteX1018" fmla="*/ 102108 w 1819275"/>
                <a:gd name="connsiteY1018" fmla="*/ 1231106 h 1590675"/>
                <a:gd name="connsiteX1019" fmla="*/ 103061 w 1819275"/>
                <a:gd name="connsiteY1019" fmla="*/ 1233868 h 1590675"/>
                <a:gd name="connsiteX1020" fmla="*/ 102775 w 1819275"/>
                <a:gd name="connsiteY1020" fmla="*/ 1240250 h 1590675"/>
                <a:gd name="connsiteX1021" fmla="*/ 102965 w 1819275"/>
                <a:gd name="connsiteY1021" fmla="*/ 1242917 h 1590675"/>
                <a:gd name="connsiteX1022" fmla="*/ 102965 w 1819275"/>
                <a:gd name="connsiteY1022" fmla="*/ 1243584 h 1590675"/>
                <a:gd name="connsiteX1023" fmla="*/ 103156 w 1819275"/>
                <a:gd name="connsiteY1023" fmla="*/ 1244156 h 1590675"/>
                <a:gd name="connsiteX1024" fmla="*/ 104108 w 1819275"/>
                <a:gd name="connsiteY1024" fmla="*/ 1244632 h 1590675"/>
                <a:gd name="connsiteX1025" fmla="*/ 104775 w 1819275"/>
                <a:gd name="connsiteY1025" fmla="*/ 1245299 h 1590675"/>
                <a:gd name="connsiteX1026" fmla="*/ 104585 w 1819275"/>
                <a:gd name="connsiteY1026" fmla="*/ 1245965 h 1590675"/>
                <a:gd name="connsiteX1027" fmla="*/ 103251 w 1819275"/>
                <a:gd name="connsiteY1027" fmla="*/ 1248156 h 1590675"/>
                <a:gd name="connsiteX1028" fmla="*/ 102680 w 1819275"/>
                <a:gd name="connsiteY1028" fmla="*/ 1248537 h 1590675"/>
                <a:gd name="connsiteX1029" fmla="*/ 102299 w 1819275"/>
                <a:gd name="connsiteY1029" fmla="*/ 1249013 h 1590675"/>
                <a:gd name="connsiteX1030" fmla="*/ 102584 w 1819275"/>
                <a:gd name="connsiteY1030" fmla="*/ 1250347 h 1590675"/>
                <a:gd name="connsiteX1031" fmla="*/ 102965 w 1819275"/>
                <a:gd name="connsiteY1031" fmla="*/ 1251109 h 1590675"/>
                <a:gd name="connsiteX1032" fmla="*/ 103537 w 1819275"/>
                <a:gd name="connsiteY1032" fmla="*/ 1251680 h 1590675"/>
                <a:gd name="connsiteX1033" fmla="*/ 107633 w 1819275"/>
                <a:gd name="connsiteY1033" fmla="*/ 1253871 h 1590675"/>
                <a:gd name="connsiteX1034" fmla="*/ 108585 w 1819275"/>
                <a:gd name="connsiteY1034" fmla="*/ 1254919 h 1590675"/>
                <a:gd name="connsiteX1035" fmla="*/ 108871 w 1819275"/>
                <a:gd name="connsiteY1035" fmla="*/ 1256729 h 1590675"/>
                <a:gd name="connsiteX1036" fmla="*/ 108585 w 1819275"/>
                <a:gd name="connsiteY1036" fmla="*/ 1257681 h 1590675"/>
                <a:gd name="connsiteX1037" fmla="*/ 108014 w 1819275"/>
                <a:gd name="connsiteY1037" fmla="*/ 1258729 h 1590675"/>
                <a:gd name="connsiteX1038" fmla="*/ 106775 w 1819275"/>
                <a:gd name="connsiteY1038" fmla="*/ 1260348 h 1590675"/>
                <a:gd name="connsiteX1039" fmla="*/ 106204 w 1819275"/>
                <a:gd name="connsiteY1039" fmla="*/ 1261301 h 1590675"/>
                <a:gd name="connsiteX1040" fmla="*/ 106013 w 1819275"/>
                <a:gd name="connsiteY1040" fmla="*/ 1262253 h 1590675"/>
                <a:gd name="connsiteX1041" fmla="*/ 105823 w 1819275"/>
                <a:gd name="connsiteY1041" fmla="*/ 1263110 h 1590675"/>
                <a:gd name="connsiteX1042" fmla="*/ 105537 w 1819275"/>
                <a:gd name="connsiteY1042" fmla="*/ 1263968 h 1590675"/>
                <a:gd name="connsiteX1043" fmla="*/ 104585 w 1819275"/>
                <a:gd name="connsiteY1043" fmla="*/ 1265492 h 1590675"/>
                <a:gd name="connsiteX1044" fmla="*/ 103442 w 1819275"/>
                <a:gd name="connsiteY1044" fmla="*/ 1266730 h 1590675"/>
                <a:gd name="connsiteX1045" fmla="*/ 102584 w 1819275"/>
                <a:gd name="connsiteY1045" fmla="*/ 1268159 h 1590675"/>
                <a:gd name="connsiteX1046" fmla="*/ 102299 w 1819275"/>
                <a:gd name="connsiteY1046" fmla="*/ 1270064 h 1590675"/>
                <a:gd name="connsiteX1047" fmla="*/ 103061 w 1819275"/>
                <a:gd name="connsiteY1047" fmla="*/ 1273588 h 1590675"/>
                <a:gd name="connsiteX1048" fmla="*/ 104870 w 1819275"/>
                <a:gd name="connsiteY1048" fmla="*/ 1276445 h 1590675"/>
                <a:gd name="connsiteX1049" fmla="*/ 107252 w 1819275"/>
                <a:gd name="connsiteY1049" fmla="*/ 1278731 h 1590675"/>
                <a:gd name="connsiteX1050" fmla="*/ 114586 w 1819275"/>
                <a:gd name="connsiteY1050" fmla="*/ 1282922 h 1590675"/>
                <a:gd name="connsiteX1051" fmla="*/ 115919 w 1819275"/>
                <a:gd name="connsiteY1051" fmla="*/ 1284160 h 1590675"/>
                <a:gd name="connsiteX1052" fmla="*/ 120015 w 1819275"/>
                <a:gd name="connsiteY1052" fmla="*/ 1289495 h 1590675"/>
                <a:gd name="connsiteX1053" fmla="*/ 122301 w 1819275"/>
                <a:gd name="connsiteY1053" fmla="*/ 1291781 h 1590675"/>
                <a:gd name="connsiteX1054" fmla="*/ 124777 w 1819275"/>
                <a:gd name="connsiteY1054" fmla="*/ 1293590 h 1590675"/>
                <a:gd name="connsiteX1055" fmla="*/ 120872 w 1819275"/>
                <a:gd name="connsiteY1055" fmla="*/ 1294829 h 1590675"/>
                <a:gd name="connsiteX1056" fmla="*/ 118967 w 1819275"/>
                <a:gd name="connsiteY1056" fmla="*/ 1295781 h 1590675"/>
                <a:gd name="connsiteX1057" fmla="*/ 118015 w 1819275"/>
                <a:gd name="connsiteY1057" fmla="*/ 1297496 h 1590675"/>
                <a:gd name="connsiteX1058" fmla="*/ 117824 w 1819275"/>
                <a:gd name="connsiteY1058" fmla="*/ 1301210 h 1590675"/>
                <a:gd name="connsiteX1059" fmla="*/ 117158 w 1819275"/>
                <a:gd name="connsiteY1059" fmla="*/ 1302449 h 1590675"/>
                <a:gd name="connsiteX1060" fmla="*/ 109728 w 1819275"/>
                <a:gd name="connsiteY1060" fmla="*/ 1305211 h 1590675"/>
                <a:gd name="connsiteX1061" fmla="*/ 107823 w 1819275"/>
                <a:gd name="connsiteY1061" fmla="*/ 1305497 h 1590675"/>
                <a:gd name="connsiteX1062" fmla="*/ 106299 w 1819275"/>
                <a:gd name="connsiteY1062" fmla="*/ 1306354 h 1590675"/>
                <a:gd name="connsiteX1063" fmla="*/ 105537 w 1819275"/>
                <a:gd name="connsiteY1063" fmla="*/ 1308068 h 1590675"/>
                <a:gd name="connsiteX1064" fmla="*/ 104680 w 1819275"/>
                <a:gd name="connsiteY1064" fmla="*/ 1309688 h 1590675"/>
                <a:gd name="connsiteX1065" fmla="*/ 103061 w 1819275"/>
                <a:gd name="connsiteY1065" fmla="*/ 1310545 h 1590675"/>
                <a:gd name="connsiteX1066" fmla="*/ 96774 w 1819275"/>
                <a:gd name="connsiteY1066" fmla="*/ 1312069 h 1590675"/>
                <a:gd name="connsiteX1067" fmla="*/ 95250 w 1819275"/>
                <a:gd name="connsiteY1067" fmla="*/ 1312259 h 1590675"/>
                <a:gd name="connsiteX1068" fmla="*/ 94393 w 1819275"/>
                <a:gd name="connsiteY1068" fmla="*/ 1311688 h 1590675"/>
                <a:gd name="connsiteX1069" fmla="*/ 91250 w 1819275"/>
                <a:gd name="connsiteY1069" fmla="*/ 1304830 h 1590675"/>
                <a:gd name="connsiteX1070" fmla="*/ 90678 w 1819275"/>
                <a:gd name="connsiteY1070" fmla="*/ 1303973 h 1590675"/>
                <a:gd name="connsiteX1071" fmla="*/ 89440 w 1819275"/>
                <a:gd name="connsiteY1071" fmla="*/ 1303877 h 1590675"/>
                <a:gd name="connsiteX1072" fmla="*/ 88487 w 1819275"/>
                <a:gd name="connsiteY1072" fmla="*/ 1304544 h 1590675"/>
                <a:gd name="connsiteX1073" fmla="*/ 87630 w 1819275"/>
                <a:gd name="connsiteY1073" fmla="*/ 1305592 h 1590675"/>
                <a:gd name="connsiteX1074" fmla="*/ 85820 w 1819275"/>
                <a:gd name="connsiteY1074" fmla="*/ 1307211 h 1590675"/>
                <a:gd name="connsiteX1075" fmla="*/ 85344 w 1819275"/>
                <a:gd name="connsiteY1075" fmla="*/ 1307497 h 1590675"/>
                <a:gd name="connsiteX1076" fmla="*/ 83820 w 1819275"/>
                <a:gd name="connsiteY1076" fmla="*/ 1307687 h 1590675"/>
                <a:gd name="connsiteX1077" fmla="*/ 83439 w 1819275"/>
                <a:gd name="connsiteY1077" fmla="*/ 1308164 h 1590675"/>
                <a:gd name="connsiteX1078" fmla="*/ 83153 w 1819275"/>
                <a:gd name="connsiteY1078" fmla="*/ 1308830 h 1590675"/>
                <a:gd name="connsiteX1079" fmla="*/ 82106 w 1819275"/>
                <a:gd name="connsiteY1079" fmla="*/ 1309783 h 1590675"/>
                <a:gd name="connsiteX1080" fmla="*/ 81915 w 1819275"/>
                <a:gd name="connsiteY1080" fmla="*/ 1310164 h 1590675"/>
                <a:gd name="connsiteX1081" fmla="*/ 81534 w 1819275"/>
                <a:gd name="connsiteY1081" fmla="*/ 1310545 h 1590675"/>
                <a:gd name="connsiteX1082" fmla="*/ 80867 w 1819275"/>
                <a:gd name="connsiteY1082" fmla="*/ 1310831 h 1590675"/>
                <a:gd name="connsiteX1083" fmla="*/ 80391 w 1819275"/>
                <a:gd name="connsiteY1083" fmla="*/ 1310640 h 1590675"/>
                <a:gd name="connsiteX1084" fmla="*/ 79439 w 1819275"/>
                <a:gd name="connsiteY1084" fmla="*/ 1309592 h 1590675"/>
                <a:gd name="connsiteX1085" fmla="*/ 78867 w 1819275"/>
                <a:gd name="connsiteY1085" fmla="*/ 1309306 h 1590675"/>
                <a:gd name="connsiteX1086" fmla="*/ 77819 w 1819275"/>
                <a:gd name="connsiteY1086" fmla="*/ 1309402 h 1590675"/>
                <a:gd name="connsiteX1087" fmla="*/ 74295 w 1819275"/>
                <a:gd name="connsiteY1087" fmla="*/ 1310450 h 1590675"/>
                <a:gd name="connsiteX1088" fmla="*/ 71723 w 1819275"/>
                <a:gd name="connsiteY1088" fmla="*/ 1310450 h 1590675"/>
                <a:gd name="connsiteX1089" fmla="*/ 70676 w 1819275"/>
                <a:gd name="connsiteY1089" fmla="*/ 1311021 h 1590675"/>
                <a:gd name="connsiteX1090" fmla="*/ 69818 w 1819275"/>
                <a:gd name="connsiteY1090" fmla="*/ 1312640 h 1590675"/>
                <a:gd name="connsiteX1091" fmla="*/ 69152 w 1819275"/>
                <a:gd name="connsiteY1091" fmla="*/ 1314641 h 1590675"/>
                <a:gd name="connsiteX1092" fmla="*/ 68199 w 1819275"/>
                <a:gd name="connsiteY1092" fmla="*/ 1315879 h 1590675"/>
                <a:gd name="connsiteX1093" fmla="*/ 67056 w 1819275"/>
                <a:gd name="connsiteY1093" fmla="*/ 1316546 h 1590675"/>
                <a:gd name="connsiteX1094" fmla="*/ 65341 w 1819275"/>
                <a:gd name="connsiteY1094" fmla="*/ 1316831 h 1590675"/>
                <a:gd name="connsiteX1095" fmla="*/ 62294 w 1819275"/>
                <a:gd name="connsiteY1095" fmla="*/ 1316450 h 1590675"/>
                <a:gd name="connsiteX1096" fmla="*/ 61151 w 1819275"/>
                <a:gd name="connsiteY1096" fmla="*/ 1316927 h 1590675"/>
                <a:gd name="connsiteX1097" fmla="*/ 61055 w 1819275"/>
                <a:gd name="connsiteY1097" fmla="*/ 1318831 h 1590675"/>
                <a:gd name="connsiteX1098" fmla="*/ 62294 w 1819275"/>
                <a:gd name="connsiteY1098" fmla="*/ 1320927 h 1590675"/>
                <a:gd name="connsiteX1099" fmla="*/ 64865 w 1819275"/>
                <a:gd name="connsiteY1099" fmla="*/ 1322832 h 1590675"/>
                <a:gd name="connsiteX1100" fmla="*/ 69818 w 1819275"/>
                <a:gd name="connsiteY1100" fmla="*/ 1325309 h 1590675"/>
                <a:gd name="connsiteX1101" fmla="*/ 71247 w 1819275"/>
                <a:gd name="connsiteY1101" fmla="*/ 1326928 h 1590675"/>
                <a:gd name="connsiteX1102" fmla="*/ 72200 w 1819275"/>
                <a:gd name="connsiteY1102" fmla="*/ 1328928 h 1590675"/>
                <a:gd name="connsiteX1103" fmla="*/ 73247 w 1819275"/>
                <a:gd name="connsiteY1103" fmla="*/ 1330547 h 1590675"/>
                <a:gd name="connsiteX1104" fmla="*/ 75057 w 1819275"/>
                <a:gd name="connsiteY1104" fmla="*/ 1331405 h 1590675"/>
                <a:gd name="connsiteX1105" fmla="*/ 76676 w 1819275"/>
                <a:gd name="connsiteY1105" fmla="*/ 1330643 h 1590675"/>
                <a:gd name="connsiteX1106" fmla="*/ 81820 w 1819275"/>
                <a:gd name="connsiteY1106" fmla="*/ 1329309 h 1590675"/>
                <a:gd name="connsiteX1107" fmla="*/ 84677 w 1819275"/>
                <a:gd name="connsiteY1107" fmla="*/ 1328166 h 1590675"/>
                <a:gd name="connsiteX1108" fmla="*/ 85916 w 1819275"/>
                <a:gd name="connsiteY1108" fmla="*/ 1328452 h 1590675"/>
                <a:gd name="connsiteX1109" fmla="*/ 87059 w 1819275"/>
                <a:gd name="connsiteY1109" fmla="*/ 1329976 h 1590675"/>
                <a:gd name="connsiteX1110" fmla="*/ 89249 w 1819275"/>
                <a:gd name="connsiteY1110" fmla="*/ 1331976 h 1590675"/>
                <a:gd name="connsiteX1111" fmla="*/ 95060 w 1819275"/>
                <a:gd name="connsiteY1111" fmla="*/ 1332071 h 1590675"/>
                <a:gd name="connsiteX1112" fmla="*/ 97631 w 1819275"/>
                <a:gd name="connsiteY1112" fmla="*/ 1334167 h 1590675"/>
                <a:gd name="connsiteX1113" fmla="*/ 97631 w 1819275"/>
                <a:gd name="connsiteY1113" fmla="*/ 1334167 h 1590675"/>
                <a:gd name="connsiteX1114" fmla="*/ 99917 w 1819275"/>
                <a:gd name="connsiteY1114" fmla="*/ 1337691 h 1590675"/>
                <a:gd name="connsiteX1115" fmla="*/ 100584 w 1819275"/>
                <a:gd name="connsiteY1115" fmla="*/ 1338834 h 1590675"/>
                <a:gd name="connsiteX1116" fmla="*/ 101060 w 1819275"/>
                <a:gd name="connsiteY1116" fmla="*/ 1341882 h 1590675"/>
                <a:gd name="connsiteX1117" fmla="*/ 101441 w 1819275"/>
                <a:gd name="connsiteY1117" fmla="*/ 1342835 h 1590675"/>
                <a:gd name="connsiteX1118" fmla="*/ 102584 w 1819275"/>
                <a:gd name="connsiteY1118" fmla="*/ 1342358 h 1590675"/>
                <a:gd name="connsiteX1119" fmla="*/ 103061 w 1819275"/>
                <a:gd name="connsiteY1119" fmla="*/ 1341406 h 1590675"/>
                <a:gd name="connsiteX1120" fmla="*/ 103727 w 1819275"/>
                <a:gd name="connsiteY1120" fmla="*/ 1338548 h 1590675"/>
                <a:gd name="connsiteX1121" fmla="*/ 104489 w 1819275"/>
                <a:gd name="connsiteY1121" fmla="*/ 1337310 h 1590675"/>
                <a:gd name="connsiteX1122" fmla="*/ 105632 w 1819275"/>
                <a:gd name="connsiteY1122" fmla="*/ 1336453 h 1590675"/>
                <a:gd name="connsiteX1123" fmla="*/ 107061 w 1819275"/>
                <a:gd name="connsiteY1123" fmla="*/ 1335881 h 1590675"/>
                <a:gd name="connsiteX1124" fmla="*/ 109823 w 1819275"/>
                <a:gd name="connsiteY1124" fmla="*/ 1335119 h 1590675"/>
                <a:gd name="connsiteX1125" fmla="*/ 112871 w 1819275"/>
                <a:gd name="connsiteY1125" fmla="*/ 1335119 h 1590675"/>
                <a:gd name="connsiteX1126" fmla="*/ 119634 w 1819275"/>
                <a:gd name="connsiteY1126" fmla="*/ 1334167 h 1590675"/>
                <a:gd name="connsiteX1127" fmla="*/ 121158 w 1819275"/>
                <a:gd name="connsiteY1127" fmla="*/ 1334453 h 1590675"/>
                <a:gd name="connsiteX1128" fmla="*/ 122301 w 1819275"/>
                <a:gd name="connsiteY1128" fmla="*/ 1335119 h 1590675"/>
                <a:gd name="connsiteX1129" fmla="*/ 124587 w 1819275"/>
                <a:gd name="connsiteY1129" fmla="*/ 1337120 h 1590675"/>
                <a:gd name="connsiteX1130" fmla="*/ 127254 w 1819275"/>
                <a:gd name="connsiteY1130" fmla="*/ 1338643 h 1590675"/>
                <a:gd name="connsiteX1131" fmla="*/ 136684 w 1819275"/>
                <a:gd name="connsiteY1131" fmla="*/ 1340644 h 1590675"/>
                <a:gd name="connsiteX1132" fmla="*/ 139732 w 1819275"/>
                <a:gd name="connsiteY1132" fmla="*/ 1341977 h 1590675"/>
                <a:gd name="connsiteX1133" fmla="*/ 141923 w 1819275"/>
                <a:gd name="connsiteY1133" fmla="*/ 1344073 h 1590675"/>
                <a:gd name="connsiteX1134" fmla="*/ 143161 w 1819275"/>
                <a:gd name="connsiteY1134" fmla="*/ 1347121 h 1590675"/>
                <a:gd name="connsiteX1135" fmla="*/ 143732 w 1819275"/>
                <a:gd name="connsiteY1135" fmla="*/ 1350931 h 1590675"/>
                <a:gd name="connsiteX1136" fmla="*/ 143923 w 1819275"/>
                <a:gd name="connsiteY1136" fmla="*/ 1355027 h 1590675"/>
                <a:gd name="connsiteX1137" fmla="*/ 144494 w 1819275"/>
                <a:gd name="connsiteY1137" fmla="*/ 1358741 h 1590675"/>
                <a:gd name="connsiteX1138" fmla="*/ 146209 w 1819275"/>
                <a:gd name="connsiteY1138" fmla="*/ 1361123 h 1590675"/>
                <a:gd name="connsiteX1139" fmla="*/ 151067 w 1819275"/>
                <a:gd name="connsiteY1139" fmla="*/ 1361313 h 1590675"/>
                <a:gd name="connsiteX1140" fmla="*/ 151543 w 1819275"/>
                <a:gd name="connsiteY1140" fmla="*/ 1360646 h 1590675"/>
                <a:gd name="connsiteX1141" fmla="*/ 151829 w 1819275"/>
                <a:gd name="connsiteY1141" fmla="*/ 1359599 h 1590675"/>
                <a:gd name="connsiteX1142" fmla="*/ 152305 w 1819275"/>
                <a:gd name="connsiteY1142" fmla="*/ 1358646 h 1590675"/>
                <a:gd name="connsiteX1143" fmla="*/ 157258 w 1819275"/>
                <a:gd name="connsiteY1143" fmla="*/ 1356741 h 1590675"/>
                <a:gd name="connsiteX1144" fmla="*/ 163640 w 1819275"/>
                <a:gd name="connsiteY1144" fmla="*/ 1358075 h 1590675"/>
                <a:gd name="connsiteX1145" fmla="*/ 169926 w 1819275"/>
                <a:gd name="connsiteY1145" fmla="*/ 1361123 h 1590675"/>
                <a:gd name="connsiteX1146" fmla="*/ 174879 w 1819275"/>
                <a:gd name="connsiteY1146" fmla="*/ 1364647 h 1590675"/>
                <a:gd name="connsiteX1147" fmla="*/ 179642 w 1819275"/>
                <a:gd name="connsiteY1147" fmla="*/ 1368933 h 1590675"/>
                <a:gd name="connsiteX1148" fmla="*/ 181547 w 1819275"/>
                <a:gd name="connsiteY1148" fmla="*/ 1371410 h 1590675"/>
                <a:gd name="connsiteX1149" fmla="*/ 189738 w 1819275"/>
                <a:gd name="connsiteY1149" fmla="*/ 1386935 h 1590675"/>
                <a:gd name="connsiteX1150" fmla="*/ 189738 w 1819275"/>
                <a:gd name="connsiteY1150" fmla="*/ 1387031 h 1590675"/>
                <a:gd name="connsiteX1151" fmla="*/ 190119 w 1819275"/>
                <a:gd name="connsiteY1151" fmla="*/ 1388650 h 1590675"/>
                <a:gd name="connsiteX1152" fmla="*/ 190595 w 1819275"/>
                <a:gd name="connsiteY1152" fmla="*/ 1391031 h 1590675"/>
                <a:gd name="connsiteX1153" fmla="*/ 189071 w 1819275"/>
                <a:gd name="connsiteY1153" fmla="*/ 1398842 h 1590675"/>
                <a:gd name="connsiteX1154" fmla="*/ 189071 w 1819275"/>
                <a:gd name="connsiteY1154" fmla="*/ 1402842 h 1590675"/>
                <a:gd name="connsiteX1155" fmla="*/ 189738 w 1819275"/>
                <a:gd name="connsiteY1155" fmla="*/ 1404271 h 1590675"/>
                <a:gd name="connsiteX1156" fmla="*/ 191738 w 1819275"/>
                <a:gd name="connsiteY1156" fmla="*/ 1406843 h 1590675"/>
                <a:gd name="connsiteX1157" fmla="*/ 192596 w 1819275"/>
                <a:gd name="connsiteY1157" fmla="*/ 1408176 h 1590675"/>
                <a:gd name="connsiteX1158" fmla="*/ 192786 w 1819275"/>
                <a:gd name="connsiteY1158" fmla="*/ 1409891 h 1590675"/>
                <a:gd name="connsiteX1159" fmla="*/ 191738 w 1819275"/>
                <a:gd name="connsiteY1159" fmla="*/ 1410748 h 1590675"/>
                <a:gd name="connsiteX1160" fmla="*/ 190310 w 1819275"/>
                <a:gd name="connsiteY1160" fmla="*/ 1411319 h 1590675"/>
                <a:gd name="connsiteX1161" fmla="*/ 189167 w 1819275"/>
                <a:gd name="connsiteY1161" fmla="*/ 1412653 h 1590675"/>
                <a:gd name="connsiteX1162" fmla="*/ 189167 w 1819275"/>
                <a:gd name="connsiteY1162" fmla="*/ 1413701 h 1590675"/>
                <a:gd name="connsiteX1163" fmla="*/ 189833 w 1819275"/>
                <a:gd name="connsiteY1163" fmla="*/ 1415510 h 1590675"/>
                <a:gd name="connsiteX1164" fmla="*/ 189738 w 1819275"/>
                <a:gd name="connsiteY1164" fmla="*/ 1416558 h 1590675"/>
                <a:gd name="connsiteX1165" fmla="*/ 189357 w 1819275"/>
                <a:gd name="connsiteY1165" fmla="*/ 1417320 h 1590675"/>
                <a:gd name="connsiteX1166" fmla="*/ 188786 w 1819275"/>
                <a:gd name="connsiteY1166" fmla="*/ 1417796 h 1590675"/>
                <a:gd name="connsiteX1167" fmla="*/ 184785 w 1819275"/>
                <a:gd name="connsiteY1167" fmla="*/ 1420368 h 1590675"/>
                <a:gd name="connsiteX1168" fmla="*/ 183737 w 1819275"/>
                <a:gd name="connsiteY1168" fmla="*/ 1421416 h 1590675"/>
                <a:gd name="connsiteX1169" fmla="*/ 183166 w 1819275"/>
                <a:gd name="connsiteY1169" fmla="*/ 1423035 h 1590675"/>
                <a:gd name="connsiteX1170" fmla="*/ 183642 w 1819275"/>
                <a:gd name="connsiteY1170" fmla="*/ 1426369 h 1590675"/>
                <a:gd name="connsiteX1171" fmla="*/ 185357 w 1819275"/>
                <a:gd name="connsiteY1171" fmla="*/ 1429512 h 1590675"/>
                <a:gd name="connsiteX1172" fmla="*/ 187833 w 1819275"/>
                <a:gd name="connsiteY1172" fmla="*/ 1431893 h 1590675"/>
                <a:gd name="connsiteX1173" fmla="*/ 190310 w 1819275"/>
                <a:gd name="connsiteY1173" fmla="*/ 1433036 h 1590675"/>
                <a:gd name="connsiteX1174" fmla="*/ 196501 w 1819275"/>
                <a:gd name="connsiteY1174" fmla="*/ 1433417 h 1590675"/>
                <a:gd name="connsiteX1175" fmla="*/ 198787 w 1819275"/>
                <a:gd name="connsiteY1175" fmla="*/ 1434751 h 1590675"/>
                <a:gd name="connsiteX1176" fmla="*/ 200787 w 1819275"/>
                <a:gd name="connsiteY1176" fmla="*/ 1438275 h 1590675"/>
                <a:gd name="connsiteX1177" fmla="*/ 201454 w 1819275"/>
                <a:gd name="connsiteY1177" fmla="*/ 1442085 h 1590675"/>
                <a:gd name="connsiteX1178" fmla="*/ 201835 w 1819275"/>
                <a:gd name="connsiteY1178" fmla="*/ 1446181 h 1590675"/>
                <a:gd name="connsiteX1179" fmla="*/ 202597 w 1819275"/>
                <a:gd name="connsiteY1179" fmla="*/ 1449610 h 1590675"/>
                <a:gd name="connsiteX1180" fmla="*/ 204883 w 1819275"/>
                <a:gd name="connsiteY1180" fmla="*/ 1451610 h 1590675"/>
                <a:gd name="connsiteX1181" fmla="*/ 206788 w 1819275"/>
                <a:gd name="connsiteY1181" fmla="*/ 1451705 h 1590675"/>
                <a:gd name="connsiteX1182" fmla="*/ 210598 w 1819275"/>
                <a:gd name="connsiteY1182" fmla="*/ 1450753 h 1590675"/>
                <a:gd name="connsiteX1183" fmla="*/ 212408 w 1819275"/>
                <a:gd name="connsiteY1183" fmla="*/ 1450467 h 1590675"/>
                <a:gd name="connsiteX1184" fmla="*/ 214027 w 1819275"/>
                <a:gd name="connsiteY1184" fmla="*/ 1450848 h 1590675"/>
                <a:gd name="connsiteX1185" fmla="*/ 215265 w 1819275"/>
                <a:gd name="connsiteY1185" fmla="*/ 1451324 h 1590675"/>
                <a:gd name="connsiteX1186" fmla="*/ 216503 w 1819275"/>
                <a:gd name="connsiteY1186" fmla="*/ 1451324 h 1590675"/>
                <a:gd name="connsiteX1187" fmla="*/ 219456 w 1819275"/>
                <a:gd name="connsiteY1187" fmla="*/ 1449229 h 1590675"/>
                <a:gd name="connsiteX1188" fmla="*/ 220885 w 1819275"/>
                <a:gd name="connsiteY1188" fmla="*/ 1449229 h 1590675"/>
                <a:gd name="connsiteX1189" fmla="*/ 222314 w 1819275"/>
                <a:gd name="connsiteY1189" fmla="*/ 1449419 h 1590675"/>
                <a:gd name="connsiteX1190" fmla="*/ 223837 w 1819275"/>
                <a:gd name="connsiteY1190" fmla="*/ 1449229 h 1590675"/>
                <a:gd name="connsiteX1191" fmla="*/ 224409 w 1819275"/>
                <a:gd name="connsiteY1191" fmla="*/ 1448657 h 1590675"/>
                <a:gd name="connsiteX1192" fmla="*/ 225362 w 1819275"/>
                <a:gd name="connsiteY1192" fmla="*/ 1446943 h 1590675"/>
                <a:gd name="connsiteX1193" fmla="*/ 226124 w 1819275"/>
                <a:gd name="connsiteY1193" fmla="*/ 1446276 h 1590675"/>
                <a:gd name="connsiteX1194" fmla="*/ 226981 w 1819275"/>
                <a:gd name="connsiteY1194" fmla="*/ 1445990 h 1590675"/>
                <a:gd name="connsiteX1195" fmla="*/ 227933 w 1819275"/>
                <a:gd name="connsiteY1195" fmla="*/ 1445895 h 1590675"/>
                <a:gd name="connsiteX1196" fmla="*/ 229648 w 1819275"/>
                <a:gd name="connsiteY1196" fmla="*/ 1445800 h 1590675"/>
                <a:gd name="connsiteX1197" fmla="*/ 231553 w 1819275"/>
                <a:gd name="connsiteY1197" fmla="*/ 1445228 h 1590675"/>
                <a:gd name="connsiteX1198" fmla="*/ 234506 w 1819275"/>
                <a:gd name="connsiteY1198" fmla="*/ 1442180 h 1590675"/>
                <a:gd name="connsiteX1199" fmla="*/ 236030 w 1819275"/>
                <a:gd name="connsiteY1199" fmla="*/ 1442656 h 1590675"/>
                <a:gd name="connsiteX1200" fmla="*/ 236792 w 1819275"/>
                <a:gd name="connsiteY1200" fmla="*/ 1445800 h 1590675"/>
                <a:gd name="connsiteX1201" fmla="*/ 235649 w 1819275"/>
                <a:gd name="connsiteY1201" fmla="*/ 1453801 h 1590675"/>
                <a:gd name="connsiteX1202" fmla="*/ 237268 w 1819275"/>
                <a:gd name="connsiteY1202" fmla="*/ 1457039 h 1590675"/>
                <a:gd name="connsiteX1203" fmla="*/ 239935 w 1819275"/>
                <a:gd name="connsiteY1203" fmla="*/ 1458563 h 1590675"/>
                <a:gd name="connsiteX1204" fmla="*/ 245650 w 1819275"/>
                <a:gd name="connsiteY1204" fmla="*/ 1460659 h 1590675"/>
                <a:gd name="connsiteX1205" fmla="*/ 248317 w 1819275"/>
                <a:gd name="connsiteY1205" fmla="*/ 1462659 h 1590675"/>
                <a:gd name="connsiteX1206" fmla="*/ 250222 w 1819275"/>
                <a:gd name="connsiteY1206" fmla="*/ 1465326 h 1590675"/>
                <a:gd name="connsiteX1207" fmla="*/ 251174 w 1819275"/>
                <a:gd name="connsiteY1207" fmla="*/ 1466469 h 1590675"/>
                <a:gd name="connsiteX1208" fmla="*/ 252603 w 1819275"/>
                <a:gd name="connsiteY1208" fmla="*/ 1467231 h 1590675"/>
                <a:gd name="connsiteX1209" fmla="*/ 253746 w 1819275"/>
                <a:gd name="connsiteY1209" fmla="*/ 1467326 h 1590675"/>
                <a:gd name="connsiteX1210" fmla="*/ 254127 w 1819275"/>
                <a:gd name="connsiteY1210" fmla="*/ 1467326 h 1590675"/>
                <a:gd name="connsiteX1211" fmla="*/ 257556 w 1819275"/>
                <a:gd name="connsiteY1211" fmla="*/ 1467136 h 1590675"/>
                <a:gd name="connsiteX1212" fmla="*/ 258985 w 1819275"/>
                <a:gd name="connsiteY1212" fmla="*/ 1467803 h 1590675"/>
                <a:gd name="connsiteX1213" fmla="*/ 260128 w 1819275"/>
                <a:gd name="connsiteY1213" fmla="*/ 1469041 h 1590675"/>
                <a:gd name="connsiteX1214" fmla="*/ 261937 w 1819275"/>
                <a:gd name="connsiteY1214" fmla="*/ 1471803 h 1590675"/>
                <a:gd name="connsiteX1215" fmla="*/ 263271 w 1819275"/>
                <a:gd name="connsiteY1215" fmla="*/ 1472851 h 1590675"/>
                <a:gd name="connsiteX1216" fmla="*/ 264700 w 1819275"/>
                <a:gd name="connsiteY1216" fmla="*/ 1473518 h 1590675"/>
                <a:gd name="connsiteX1217" fmla="*/ 266414 w 1819275"/>
                <a:gd name="connsiteY1217" fmla="*/ 1473803 h 1590675"/>
                <a:gd name="connsiteX1218" fmla="*/ 269653 w 1819275"/>
                <a:gd name="connsiteY1218" fmla="*/ 1473899 h 1590675"/>
                <a:gd name="connsiteX1219" fmla="*/ 272891 w 1819275"/>
                <a:gd name="connsiteY1219" fmla="*/ 1473327 h 1590675"/>
                <a:gd name="connsiteX1220" fmla="*/ 274701 w 1819275"/>
                <a:gd name="connsiteY1220" fmla="*/ 1473327 h 1590675"/>
                <a:gd name="connsiteX1221" fmla="*/ 276225 w 1819275"/>
                <a:gd name="connsiteY1221" fmla="*/ 1473803 h 1590675"/>
                <a:gd name="connsiteX1222" fmla="*/ 277178 w 1819275"/>
                <a:gd name="connsiteY1222" fmla="*/ 1474660 h 1590675"/>
                <a:gd name="connsiteX1223" fmla="*/ 278892 w 1819275"/>
                <a:gd name="connsiteY1223" fmla="*/ 1476947 h 1590675"/>
                <a:gd name="connsiteX1224" fmla="*/ 279940 w 1819275"/>
                <a:gd name="connsiteY1224" fmla="*/ 1477899 h 1590675"/>
                <a:gd name="connsiteX1225" fmla="*/ 282797 w 1819275"/>
                <a:gd name="connsiteY1225" fmla="*/ 1479137 h 1590675"/>
                <a:gd name="connsiteX1226" fmla="*/ 285750 w 1819275"/>
                <a:gd name="connsiteY1226" fmla="*/ 1479328 h 1590675"/>
                <a:gd name="connsiteX1227" fmla="*/ 291560 w 1819275"/>
                <a:gd name="connsiteY1227" fmla="*/ 1478566 h 1590675"/>
                <a:gd name="connsiteX1228" fmla="*/ 294037 w 1819275"/>
                <a:gd name="connsiteY1228" fmla="*/ 1478852 h 1590675"/>
                <a:gd name="connsiteX1229" fmla="*/ 295942 w 1819275"/>
                <a:gd name="connsiteY1229" fmla="*/ 1479899 h 1590675"/>
                <a:gd name="connsiteX1230" fmla="*/ 299657 w 1819275"/>
                <a:gd name="connsiteY1230" fmla="*/ 1482947 h 1590675"/>
                <a:gd name="connsiteX1231" fmla="*/ 302228 w 1819275"/>
                <a:gd name="connsiteY1231" fmla="*/ 1484376 h 1590675"/>
                <a:gd name="connsiteX1232" fmla="*/ 304514 w 1819275"/>
                <a:gd name="connsiteY1232" fmla="*/ 1484567 h 1590675"/>
                <a:gd name="connsiteX1233" fmla="*/ 309658 w 1819275"/>
                <a:gd name="connsiteY1233" fmla="*/ 1483805 h 1590675"/>
                <a:gd name="connsiteX1234" fmla="*/ 312515 w 1819275"/>
                <a:gd name="connsiteY1234" fmla="*/ 1483709 h 1590675"/>
                <a:gd name="connsiteX1235" fmla="*/ 313087 w 1819275"/>
                <a:gd name="connsiteY1235" fmla="*/ 1483805 h 1590675"/>
                <a:gd name="connsiteX1236" fmla="*/ 324326 w 1819275"/>
                <a:gd name="connsiteY1236" fmla="*/ 1485710 h 1590675"/>
                <a:gd name="connsiteX1237" fmla="*/ 326612 w 1819275"/>
                <a:gd name="connsiteY1237" fmla="*/ 1485233 h 1590675"/>
                <a:gd name="connsiteX1238" fmla="*/ 328803 w 1819275"/>
                <a:gd name="connsiteY1238" fmla="*/ 1483995 h 1590675"/>
                <a:gd name="connsiteX1239" fmla="*/ 331280 w 1819275"/>
                <a:gd name="connsiteY1239" fmla="*/ 1482185 h 1590675"/>
                <a:gd name="connsiteX1240" fmla="*/ 332327 w 1819275"/>
                <a:gd name="connsiteY1240" fmla="*/ 1481804 h 1590675"/>
                <a:gd name="connsiteX1241" fmla="*/ 333375 w 1819275"/>
                <a:gd name="connsiteY1241" fmla="*/ 1481709 h 1590675"/>
                <a:gd name="connsiteX1242" fmla="*/ 335471 w 1819275"/>
                <a:gd name="connsiteY1242" fmla="*/ 1482090 h 1590675"/>
                <a:gd name="connsiteX1243" fmla="*/ 336709 w 1819275"/>
                <a:gd name="connsiteY1243" fmla="*/ 1484185 h 1590675"/>
                <a:gd name="connsiteX1244" fmla="*/ 338233 w 1819275"/>
                <a:gd name="connsiteY1244" fmla="*/ 1486281 h 1590675"/>
                <a:gd name="connsiteX1245" fmla="*/ 340043 w 1819275"/>
                <a:gd name="connsiteY1245" fmla="*/ 1487805 h 1590675"/>
                <a:gd name="connsiteX1246" fmla="*/ 342138 w 1819275"/>
                <a:gd name="connsiteY1246" fmla="*/ 1488377 h 1590675"/>
                <a:gd name="connsiteX1247" fmla="*/ 344519 w 1819275"/>
                <a:gd name="connsiteY1247" fmla="*/ 1487329 h 1590675"/>
                <a:gd name="connsiteX1248" fmla="*/ 348139 w 1819275"/>
                <a:gd name="connsiteY1248" fmla="*/ 1483328 h 1590675"/>
                <a:gd name="connsiteX1249" fmla="*/ 350330 w 1819275"/>
                <a:gd name="connsiteY1249" fmla="*/ 1482185 h 1590675"/>
                <a:gd name="connsiteX1250" fmla="*/ 354997 w 1819275"/>
                <a:gd name="connsiteY1250" fmla="*/ 1482471 h 1590675"/>
                <a:gd name="connsiteX1251" fmla="*/ 355949 w 1819275"/>
                <a:gd name="connsiteY1251" fmla="*/ 1486186 h 1590675"/>
                <a:gd name="connsiteX1252" fmla="*/ 354521 w 1819275"/>
                <a:gd name="connsiteY1252" fmla="*/ 1491520 h 1590675"/>
                <a:gd name="connsiteX1253" fmla="*/ 352235 w 1819275"/>
                <a:gd name="connsiteY1253" fmla="*/ 1496473 h 1590675"/>
                <a:gd name="connsiteX1254" fmla="*/ 351568 w 1819275"/>
                <a:gd name="connsiteY1254" fmla="*/ 1504188 h 1590675"/>
                <a:gd name="connsiteX1255" fmla="*/ 354330 w 1819275"/>
                <a:gd name="connsiteY1255" fmla="*/ 1511427 h 1590675"/>
                <a:gd name="connsiteX1256" fmla="*/ 361855 w 1819275"/>
                <a:gd name="connsiteY1256" fmla="*/ 1524953 h 1590675"/>
                <a:gd name="connsiteX1257" fmla="*/ 362617 w 1819275"/>
                <a:gd name="connsiteY1257" fmla="*/ 1528477 h 1590675"/>
                <a:gd name="connsiteX1258" fmla="*/ 363284 w 1819275"/>
                <a:gd name="connsiteY1258" fmla="*/ 1535811 h 1590675"/>
                <a:gd name="connsiteX1259" fmla="*/ 364427 w 1819275"/>
                <a:gd name="connsiteY1259" fmla="*/ 1539145 h 1590675"/>
                <a:gd name="connsiteX1260" fmla="*/ 367665 w 1819275"/>
                <a:gd name="connsiteY1260" fmla="*/ 1543336 h 1590675"/>
                <a:gd name="connsiteX1261" fmla="*/ 368332 w 1819275"/>
                <a:gd name="connsiteY1261" fmla="*/ 1545050 h 1590675"/>
                <a:gd name="connsiteX1262" fmla="*/ 373285 w 1819275"/>
                <a:gd name="connsiteY1262" fmla="*/ 1563434 h 1590675"/>
                <a:gd name="connsiteX1263" fmla="*/ 375094 w 1819275"/>
                <a:gd name="connsiteY1263" fmla="*/ 1566672 h 1590675"/>
                <a:gd name="connsiteX1264" fmla="*/ 378238 w 1819275"/>
                <a:gd name="connsiteY1264" fmla="*/ 1569625 h 1590675"/>
                <a:gd name="connsiteX1265" fmla="*/ 381762 w 1819275"/>
                <a:gd name="connsiteY1265" fmla="*/ 1571149 h 1590675"/>
                <a:gd name="connsiteX1266" fmla="*/ 400050 w 1819275"/>
                <a:gd name="connsiteY1266" fmla="*/ 1574292 h 1590675"/>
                <a:gd name="connsiteX1267" fmla="*/ 404622 w 1819275"/>
                <a:gd name="connsiteY1267" fmla="*/ 1576197 h 1590675"/>
                <a:gd name="connsiteX1268" fmla="*/ 411480 w 1819275"/>
                <a:gd name="connsiteY1268" fmla="*/ 1581531 h 1590675"/>
                <a:gd name="connsiteX1269" fmla="*/ 415576 w 1819275"/>
                <a:gd name="connsiteY1269" fmla="*/ 1586960 h 1590675"/>
                <a:gd name="connsiteX1270" fmla="*/ 418529 w 1819275"/>
                <a:gd name="connsiteY1270" fmla="*/ 1588675 h 1590675"/>
                <a:gd name="connsiteX1271" fmla="*/ 422243 w 1819275"/>
                <a:gd name="connsiteY1271" fmla="*/ 1589723 h 1590675"/>
                <a:gd name="connsiteX1272" fmla="*/ 425196 w 1819275"/>
                <a:gd name="connsiteY1272" fmla="*/ 1591056 h 1590675"/>
                <a:gd name="connsiteX1273" fmla="*/ 427482 w 1819275"/>
                <a:gd name="connsiteY1273" fmla="*/ 1593342 h 1590675"/>
                <a:gd name="connsiteX1274" fmla="*/ 427958 w 1819275"/>
                <a:gd name="connsiteY1274" fmla="*/ 1594199 h 1590675"/>
                <a:gd name="connsiteX1275" fmla="*/ 427958 w 1819275"/>
                <a:gd name="connsiteY1275" fmla="*/ 1594199 h 1590675"/>
                <a:gd name="connsiteX1276" fmla="*/ 430244 w 1819275"/>
                <a:gd name="connsiteY1276" fmla="*/ 1593247 h 1590675"/>
                <a:gd name="connsiteX1277" fmla="*/ 431292 w 1819275"/>
                <a:gd name="connsiteY1277" fmla="*/ 1592485 h 1590675"/>
                <a:gd name="connsiteX1278" fmla="*/ 433578 w 1819275"/>
                <a:gd name="connsiteY1278" fmla="*/ 1590389 h 1590675"/>
                <a:gd name="connsiteX1279" fmla="*/ 434435 w 1819275"/>
                <a:gd name="connsiteY1279" fmla="*/ 1589913 h 1590675"/>
                <a:gd name="connsiteX1280" fmla="*/ 447770 w 1819275"/>
                <a:gd name="connsiteY1280" fmla="*/ 1584579 h 1590675"/>
                <a:gd name="connsiteX1281" fmla="*/ 448913 w 1819275"/>
                <a:gd name="connsiteY1281" fmla="*/ 1584484 h 1590675"/>
                <a:gd name="connsiteX1282" fmla="*/ 450533 w 1819275"/>
                <a:gd name="connsiteY1282" fmla="*/ 1584484 h 1590675"/>
                <a:gd name="connsiteX1283" fmla="*/ 458438 w 1819275"/>
                <a:gd name="connsiteY1283" fmla="*/ 1585436 h 1590675"/>
                <a:gd name="connsiteX1284" fmla="*/ 460534 w 1819275"/>
                <a:gd name="connsiteY1284" fmla="*/ 1585055 h 1590675"/>
                <a:gd name="connsiteX1285" fmla="*/ 461867 w 1819275"/>
                <a:gd name="connsiteY1285" fmla="*/ 1584674 h 1590675"/>
                <a:gd name="connsiteX1286" fmla="*/ 466058 w 1819275"/>
                <a:gd name="connsiteY1286" fmla="*/ 1582484 h 1590675"/>
                <a:gd name="connsiteX1287" fmla="*/ 467582 w 1819275"/>
                <a:gd name="connsiteY1287" fmla="*/ 1582007 h 1590675"/>
                <a:gd name="connsiteX1288" fmla="*/ 469868 w 1819275"/>
                <a:gd name="connsiteY1288" fmla="*/ 1581531 h 1590675"/>
                <a:gd name="connsiteX1289" fmla="*/ 472345 w 1819275"/>
                <a:gd name="connsiteY1289" fmla="*/ 1581436 h 1590675"/>
                <a:gd name="connsiteX1290" fmla="*/ 479584 w 1819275"/>
                <a:gd name="connsiteY1290" fmla="*/ 1582769 h 1590675"/>
                <a:gd name="connsiteX1291" fmla="*/ 483680 w 1819275"/>
                <a:gd name="connsiteY1291" fmla="*/ 1584389 h 1590675"/>
                <a:gd name="connsiteX1292" fmla="*/ 487775 w 1819275"/>
                <a:gd name="connsiteY1292" fmla="*/ 1586770 h 1590675"/>
                <a:gd name="connsiteX1293" fmla="*/ 488156 w 1819275"/>
                <a:gd name="connsiteY1293" fmla="*/ 1586960 h 1590675"/>
                <a:gd name="connsiteX1294" fmla="*/ 488728 w 1819275"/>
                <a:gd name="connsiteY1294" fmla="*/ 1587151 h 1590675"/>
                <a:gd name="connsiteX1295" fmla="*/ 489585 w 1819275"/>
                <a:gd name="connsiteY1295" fmla="*/ 1587341 h 1590675"/>
                <a:gd name="connsiteX1296" fmla="*/ 490728 w 1819275"/>
                <a:gd name="connsiteY1296" fmla="*/ 1587437 h 1590675"/>
                <a:gd name="connsiteX1297" fmla="*/ 491871 w 1819275"/>
                <a:gd name="connsiteY1297" fmla="*/ 1587341 h 1590675"/>
                <a:gd name="connsiteX1298" fmla="*/ 492919 w 1819275"/>
                <a:gd name="connsiteY1298" fmla="*/ 1587056 h 1590675"/>
                <a:gd name="connsiteX1299" fmla="*/ 493776 w 1819275"/>
                <a:gd name="connsiteY1299" fmla="*/ 1586579 h 1590675"/>
                <a:gd name="connsiteX1300" fmla="*/ 494824 w 1819275"/>
                <a:gd name="connsiteY1300" fmla="*/ 1585436 h 1590675"/>
                <a:gd name="connsiteX1301" fmla="*/ 500348 w 1819275"/>
                <a:gd name="connsiteY1301" fmla="*/ 1576673 h 1590675"/>
                <a:gd name="connsiteX1302" fmla="*/ 501682 w 1819275"/>
                <a:gd name="connsiteY1302" fmla="*/ 1573911 h 1590675"/>
                <a:gd name="connsiteX1303" fmla="*/ 504444 w 1819275"/>
                <a:gd name="connsiteY1303" fmla="*/ 1566577 h 1590675"/>
                <a:gd name="connsiteX1304" fmla="*/ 506349 w 1819275"/>
                <a:gd name="connsiteY1304" fmla="*/ 1563624 h 1590675"/>
                <a:gd name="connsiteX1305" fmla="*/ 506730 w 1819275"/>
                <a:gd name="connsiteY1305" fmla="*/ 1562862 h 1590675"/>
                <a:gd name="connsiteX1306" fmla="*/ 507873 w 1819275"/>
                <a:gd name="connsiteY1306" fmla="*/ 1560862 h 1590675"/>
                <a:gd name="connsiteX1307" fmla="*/ 508159 w 1819275"/>
                <a:gd name="connsiteY1307" fmla="*/ 1559624 h 1590675"/>
                <a:gd name="connsiteX1308" fmla="*/ 508349 w 1819275"/>
                <a:gd name="connsiteY1308" fmla="*/ 1557433 h 1590675"/>
                <a:gd name="connsiteX1309" fmla="*/ 508254 w 1819275"/>
                <a:gd name="connsiteY1309" fmla="*/ 1555909 h 1590675"/>
                <a:gd name="connsiteX1310" fmla="*/ 507968 w 1819275"/>
                <a:gd name="connsiteY1310" fmla="*/ 1554671 h 1590675"/>
                <a:gd name="connsiteX1311" fmla="*/ 507587 w 1819275"/>
                <a:gd name="connsiteY1311" fmla="*/ 1553813 h 1590675"/>
                <a:gd name="connsiteX1312" fmla="*/ 504635 w 1819275"/>
                <a:gd name="connsiteY1312" fmla="*/ 1549908 h 1590675"/>
                <a:gd name="connsiteX1313" fmla="*/ 504254 w 1819275"/>
                <a:gd name="connsiteY1313" fmla="*/ 1548956 h 1590675"/>
                <a:gd name="connsiteX1314" fmla="*/ 503968 w 1819275"/>
                <a:gd name="connsiteY1314" fmla="*/ 1547908 h 1590675"/>
                <a:gd name="connsiteX1315" fmla="*/ 503492 w 1819275"/>
                <a:gd name="connsiteY1315" fmla="*/ 1544288 h 1590675"/>
                <a:gd name="connsiteX1316" fmla="*/ 503206 w 1819275"/>
                <a:gd name="connsiteY1316" fmla="*/ 1543336 h 1590675"/>
                <a:gd name="connsiteX1317" fmla="*/ 501777 w 1819275"/>
                <a:gd name="connsiteY1317" fmla="*/ 1540669 h 1590675"/>
                <a:gd name="connsiteX1318" fmla="*/ 501777 w 1819275"/>
                <a:gd name="connsiteY1318" fmla="*/ 1539431 h 1590675"/>
                <a:gd name="connsiteX1319" fmla="*/ 502063 w 1819275"/>
                <a:gd name="connsiteY1319" fmla="*/ 1538097 h 1590675"/>
                <a:gd name="connsiteX1320" fmla="*/ 503396 w 1819275"/>
                <a:gd name="connsiteY1320" fmla="*/ 1536383 h 1590675"/>
                <a:gd name="connsiteX1321" fmla="*/ 504349 w 1819275"/>
                <a:gd name="connsiteY1321" fmla="*/ 1535430 h 1590675"/>
                <a:gd name="connsiteX1322" fmla="*/ 505397 w 1819275"/>
                <a:gd name="connsiteY1322" fmla="*/ 1534763 h 1590675"/>
                <a:gd name="connsiteX1323" fmla="*/ 506444 w 1819275"/>
                <a:gd name="connsiteY1323" fmla="*/ 1534287 h 1590675"/>
                <a:gd name="connsiteX1324" fmla="*/ 507492 w 1819275"/>
                <a:gd name="connsiteY1324" fmla="*/ 1534001 h 1590675"/>
                <a:gd name="connsiteX1325" fmla="*/ 511397 w 1819275"/>
                <a:gd name="connsiteY1325" fmla="*/ 1533430 h 1590675"/>
                <a:gd name="connsiteX1326" fmla="*/ 512159 w 1819275"/>
                <a:gd name="connsiteY1326" fmla="*/ 1533144 h 1590675"/>
                <a:gd name="connsiteX1327" fmla="*/ 512826 w 1819275"/>
                <a:gd name="connsiteY1327" fmla="*/ 1532763 h 1590675"/>
                <a:gd name="connsiteX1328" fmla="*/ 513683 w 1819275"/>
                <a:gd name="connsiteY1328" fmla="*/ 1532192 h 1590675"/>
                <a:gd name="connsiteX1329" fmla="*/ 514350 w 1819275"/>
                <a:gd name="connsiteY1329" fmla="*/ 1531334 h 1590675"/>
                <a:gd name="connsiteX1330" fmla="*/ 514826 w 1819275"/>
                <a:gd name="connsiteY1330" fmla="*/ 1530191 h 1590675"/>
                <a:gd name="connsiteX1331" fmla="*/ 515112 w 1819275"/>
                <a:gd name="connsiteY1331" fmla="*/ 1528572 h 1590675"/>
                <a:gd name="connsiteX1332" fmla="*/ 514922 w 1819275"/>
                <a:gd name="connsiteY1332" fmla="*/ 1527429 h 1590675"/>
                <a:gd name="connsiteX1333" fmla="*/ 514541 w 1819275"/>
                <a:gd name="connsiteY1333" fmla="*/ 1526381 h 1590675"/>
                <a:gd name="connsiteX1334" fmla="*/ 513969 w 1819275"/>
                <a:gd name="connsiteY1334" fmla="*/ 1525619 h 1590675"/>
                <a:gd name="connsiteX1335" fmla="*/ 513398 w 1819275"/>
                <a:gd name="connsiteY1335" fmla="*/ 1524857 h 1590675"/>
                <a:gd name="connsiteX1336" fmla="*/ 512826 w 1819275"/>
                <a:gd name="connsiteY1336" fmla="*/ 1524095 h 1590675"/>
                <a:gd name="connsiteX1337" fmla="*/ 512445 w 1819275"/>
                <a:gd name="connsiteY1337" fmla="*/ 1523238 h 1590675"/>
                <a:gd name="connsiteX1338" fmla="*/ 512445 w 1819275"/>
                <a:gd name="connsiteY1338" fmla="*/ 1522000 h 1590675"/>
                <a:gd name="connsiteX1339" fmla="*/ 512921 w 1819275"/>
                <a:gd name="connsiteY1339" fmla="*/ 1520666 h 1590675"/>
                <a:gd name="connsiteX1340" fmla="*/ 514255 w 1819275"/>
                <a:gd name="connsiteY1340" fmla="*/ 1518666 h 1590675"/>
                <a:gd name="connsiteX1341" fmla="*/ 519113 w 1819275"/>
                <a:gd name="connsiteY1341" fmla="*/ 1512856 h 1590675"/>
                <a:gd name="connsiteX1342" fmla="*/ 523399 w 1819275"/>
                <a:gd name="connsiteY1342" fmla="*/ 1508951 h 1590675"/>
                <a:gd name="connsiteX1343" fmla="*/ 524542 w 1819275"/>
                <a:gd name="connsiteY1343" fmla="*/ 1507427 h 1590675"/>
                <a:gd name="connsiteX1344" fmla="*/ 525399 w 1819275"/>
                <a:gd name="connsiteY1344" fmla="*/ 1505712 h 1590675"/>
                <a:gd name="connsiteX1345" fmla="*/ 530162 w 1819275"/>
                <a:gd name="connsiteY1345" fmla="*/ 1493806 h 1590675"/>
                <a:gd name="connsiteX1346" fmla="*/ 531686 w 1819275"/>
                <a:gd name="connsiteY1346" fmla="*/ 1491139 h 1590675"/>
                <a:gd name="connsiteX1347" fmla="*/ 532067 w 1819275"/>
                <a:gd name="connsiteY1347" fmla="*/ 1489710 h 1590675"/>
                <a:gd name="connsiteX1348" fmla="*/ 532352 w 1819275"/>
                <a:gd name="connsiteY1348" fmla="*/ 1487900 h 1590675"/>
                <a:gd name="connsiteX1349" fmla="*/ 532352 w 1819275"/>
                <a:gd name="connsiteY1349" fmla="*/ 1484662 h 1590675"/>
                <a:gd name="connsiteX1350" fmla="*/ 532162 w 1819275"/>
                <a:gd name="connsiteY1350" fmla="*/ 1482947 h 1590675"/>
                <a:gd name="connsiteX1351" fmla="*/ 531971 w 1819275"/>
                <a:gd name="connsiteY1351" fmla="*/ 1481423 h 1590675"/>
                <a:gd name="connsiteX1352" fmla="*/ 531971 w 1819275"/>
                <a:gd name="connsiteY1352" fmla="*/ 1480947 h 1590675"/>
                <a:gd name="connsiteX1353" fmla="*/ 532067 w 1819275"/>
                <a:gd name="connsiteY1353" fmla="*/ 1480185 h 1590675"/>
                <a:gd name="connsiteX1354" fmla="*/ 533210 w 1819275"/>
                <a:gd name="connsiteY1354" fmla="*/ 1478947 h 1590675"/>
                <a:gd name="connsiteX1355" fmla="*/ 536258 w 1819275"/>
                <a:gd name="connsiteY1355" fmla="*/ 1480376 h 1590675"/>
                <a:gd name="connsiteX1356" fmla="*/ 536829 w 1819275"/>
                <a:gd name="connsiteY1356" fmla="*/ 1480661 h 1590675"/>
                <a:gd name="connsiteX1357" fmla="*/ 540544 w 1819275"/>
                <a:gd name="connsiteY1357" fmla="*/ 1484090 h 1590675"/>
                <a:gd name="connsiteX1358" fmla="*/ 542354 w 1819275"/>
                <a:gd name="connsiteY1358" fmla="*/ 1485710 h 1590675"/>
                <a:gd name="connsiteX1359" fmla="*/ 550164 w 1819275"/>
                <a:gd name="connsiteY1359" fmla="*/ 1490948 h 1590675"/>
                <a:gd name="connsiteX1360" fmla="*/ 552260 w 1819275"/>
                <a:gd name="connsiteY1360" fmla="*/ 1491710 h 1590675"/>
                <a:gd name="connsiteX1361" fmla="*/ 554546 w 1819275"/>
                <a:gd name="connsiteY1361" fmla="*/ 1492282 h 1590675"/>
                <a:gd name="connsiteX1362" fmla="*/ 563785 w 1819275"/>
                <a:gd name="connsiteY1362" fmla="*/ 1492949 h 1590675"/>
                <a:gd name="connsiteX1363" fmla="*/ 564928 w 1819275"/>
                <a:gd name="connsiteY1363" fmla="*/ 1493234 h 1590675"/>
                <a:gd name="connsiteX1364" fmla="*/ 565404 w 1819275"/>
                <a:gd name="connsiteY1364" fmla="*/ 1493425 h 1590675"/>
                <a:gd name="connsiteX1365" fmla="*/ 568833 w 1819275"/>
                <a:gd name="connsiteY1365" fmla="*/ 1495520 h 1590675"/>
                <a:gd name="connsiteX1366" fmla="*/ 570833 w 1819275"/>
                <a:gd name="connsiteY1366" fmla="*/ 1496473 h 1590675"/>
                <a:gd name="connsiteX1367" fmla="*/ 571881 w 1819275"/>
                <a:gd name="connsiteY1367" fmla="*/ 1496759 h 1590675"/>
                <a:gd name="connsiteX1368" fmla="*/ 572548 w 1819275"/>
                <a:gd name="connsiteY1368" fmla="*/ 1496854 h 1590675"/>
                <a:gd name="connsiteX1369" fmla="*/ 574548 w 1819275"/>
                <a:gd name="connsiteY1369" fmla="*/ 1496854 h 1590675"/>
                <a:gd name="connsiteX1370" fmla="*/ 577691 w 1819275"/>
                <a:gd name="connsiteY1370" fmla="*/ 1496473 h 1590675"/>
                <a:gd name="connsiteX1371" fmla="*/ 578930 w 1819275"/>
                <a:gd name="connsiteY1371" fmla="*/ 1496473 h 1590675"/>
                <a:gd name="connsiteX1372" fmla="*/ 579977 w 1819275"/>
                <a:gd name="connsiteY1372" fmla="*/ 1496568 h 1590675"/>
                <a:gd name="connsiteX1373" fmla="*/ 581311 w 1819275"/>
                <a:gd name="connsiteY1373" fmla="*/ 1496854 h 1590675"/>
                <a:gd name="connsiteX1374" fmla="*/ 582740 w 1819275"/>
                <a:gd name="connsiteY1374" fmla="*/ 1497521 h 1590675"/>
                <a:gd name="connsiteX1375" fmla="*/ 587693 w 1819275"/>
                <a:gd name="connsiteY1375" fmla="*/ 1500854 h 1590675"/>
                <a:gd name="connsiteX1376" fmla="*/ 589598 w 1819275"/>
                <a:gd name="connsiteY1376" fmla="*/ 1501807 h 1590675"/>
                <a:gd name="connsiteX1377" fmla="*/ 590264 w 1819275"/>
                <a:gd name="connsiteY1377" fmla="*/ 1501902 h 1590675"/>
                <a:gd name="connsiteX1378" fmla="*/ 591217 w 1819275"/>
                <a:gd name="connsiteY1378" fmla="*/ 1501807 h 1590675"/>
                <a:gd name="connsiteX1379" fmla="*/ 592741 w 1819275"/>
                <a:gd name="connsiteY1379" fmla="*/ 1501521 h 1590675"/>
                <a:gd name="connsiteX1380" fmla="*/ 593598 w 1819275"/>
                <a:gd name="connsiteY1380" fmla="*/ 1501140 h 1590675"/>
                <a:gd name="connsiteX1381" fmla="*/ 594074 w 1819275"/>
                <a:gd name="connsiteY1381" fmla="*/ 1500759 h 1590675"/>
                <a:gd name="connsiteX1382" fmla="*/ 594170 w 1819275"/>
                <a:gd name="connsiteY1382" fmla="*/ 1500092 h 1590675"/>
                <a:gd name="connsiteX1383" fmla="*/ 593884 w 1819275"/>
                <a:gd name="connsiteY1383" fmla="*/ 1497139 h 1590675"/>
                <a:gd name="connsiteX1384" fmla="*/ 593884 w 1819275"/>
                <a:gd name="connsiteY1384" fmla="*/ 1496378 h 1590675"/>
                <a:gd name="connsiteX1385" fmla="*/ 593979 w 1819275"/>
                <a:gd name="connsiteY1385" fmla="*/ 1495806 h 1590675"/>
                <a:gd name="connsiteX1386" fmla="*/ 594265 w 1819275"/>
                <a:gd name="connsiteY1386" fmla="*/ 1494949 h 1590675"/>
                <a:gd name="connsiteX1387" fmla="*/ 594646 w 1819275"/>
                <a:gd name="connsiteY1387" fmla="*/ 1493901 h 1590675"/>
                <a:gd name="connsiteX1388" fmla="*/ 595313 w 1819275"/>
                <a:gd name="connsiteY1388" fmla="*/ 1493044 h 1590675"/>
                <a:gd name="connsiteX1389" fmla="*/ 596075 w 1819275"/>
                <a:gd name="connsiteY1389" fmla="*/ 1492472 h 1590675"/>
                <a:gd name="connsiteX1390" fmla="*/ 597122 w 1819275"/>
                <a:gd name="connsiteY1390" fmla="*/ 1492377 h 1590675"/>
                <a:gd name="connsiteX1391" fmla="*/ 598551 w 1819275"/>
                <a:gd name="connsiteY1391" fmla="*/ 1492949 h 1590675"/>
                <a:gd name="connsiteX1392" fmla="*/ 599789 w 1819275"/>
                <a:gd name="connsiteY1392" fmla="*/ 1493901 h 1590675"/>
                <a:gd name="connsiteX1393" fmla="*/ 601694 w 1819275"/>
                <a:gd name="connsiteY1393" fmla="*/ 1495901 h 1590675"/>
                <a:gd name="connsiteX1394" fmla="*/ 605504 w 1819275"/>
                <a:gd name="connsiteY1394" fmla="*/ 1498283 h 1590675"/>
                <a:gd name="connsiteX1395" fmla="*/ 608076 w 1819275"/>
                <a:gd name="connsiteY1395" fmla="*/ 1499521 h 1590675"/>
                <a:gd name="connsiteX1396" fmla="*/ 609886 w 1819275"/>
                <a:gd name="connsiteY1396" fmla="*/ 1499806 h 1590675"/>
                <a:gd name="connsiteX1397" fmla="*/ 611981 w 1819275"/>
                <a:gd name="connsiteY1397" fmla="*/ 1499711 h 1590675"/>
                <a:gd name="connsiteX1398" fmla="*/ 619792 w 1819275"/>
                <a:gd name="connsiteY1398" fmla="*/ 1497997 h 1590675"/>
                <a:gd name="connsiteX1399" fmla="*/ 621411 w 1819275"/>
                <a:gd name="connsiteY1399" fmla="*/ 1497997 h 1590675"/>
                <a:gd name="connsiteX1400" fmla="*/ 624650 w 1819275"/>
                <a:gd name="connsiteY1400" fmla="*/ 1498568 h 1590675"/>
                <a:gd name="connsiteX1401" fmla="*/ 626555 w 1819275"/>
                <a:gd name="connsiteY1401" fmla="*/ 1499235 h 1590675"/>
                <a:gd name="connsiteX1402" fmla="*/ 628174 w 1819275"/>
                <a:gd name="connsiteY1402" fmla="*/ 1500092 h 1590675"/>
                <a:gd name="connsiteX1403" fmla="*/ 634841 w 1819275"/>
                <a:gd name="connsiteY1403" fmla="*/ 1505807 h 1590675"/>
                <a:gd name="connsiteX1404" fmla="*/ 635889 w 1819275"/>
                <a:gd name="connsiteY1404" fmla="*/ 1506474 h 1590675"/>
                <a:gd name="connsiteX1405" fmla="*/ 637318 w 1819275"/>
                <a:gd name="connsiteY1405" fmla="*/ 1507046 h 1590675"/>
                <a:gd name="connsiteX1406" fmla="*/ 639508 w 1819275"/>
                <a:gd name="connsiteY1406" fmla="*/ 1507236 h 1590675"/>
                <a:gd name="connsiteX1407" fmla="*/ 648081 w 1819275"/>
                <a:gd name="connsiteY1407" fmla="*/ 1506474 h 1590675"/>
                <a:gd name="connsiteX1408" fmla="*/ 665131 w 1819275"/>
                <a:gd name="connsiteY1408" fmla="*/ 1501902 h 1590675"/>
                <a:gd name="connsiteX1409" fmla="*/ 671322 w 1819275"/>
                <a:gd name="connsiteY1409" fmla="*/ 1499235 h 1590675"/>
                <a:gd name="connsiteX1410" fmla="*/ 672179 w 1819275"/>
                <a:gd name="connsiteY1410" fmla="*/ 1498664 h 1590675"/>
                <a:gd name="connsiteX1411" fmla="*/ 672941 w 1819275"/>
                <a:gd name="connsiteY1411" fmla="*/ 1497902 h 1590675"/>
                <a:gd name="connsiteX1412" fmla="*/ 673608 w 1819275"/>
                <a:gd name="connsiteY1412" fmla="*/ 1497139 h 1590675"/>
                <a:gd name="connsiteX1413" fmla="*/ 674180 w 1819275"/>
                <a:gd name="connsiteY1413" fmla="*/ 1496092 h 1590675"/>
                <a:gd name="connsiteX1414" fmla="*/ 674656 w 1819275"/>
                <a:gd name="connsiteY1414" fmla="*/ 1494473 h 1590675"/>
                <a:gd name="connsiteX1415" fmla="*/ 675704 w 1819275"/>
                <a:gd name="connsiteY1415" fmla="*/ 1489520 h 1590675"/>
                <a:gd name="connsiteX1416" fmla="*/ 675989 w 1819275"/>
                <a:gd name="connsiteY1416" fmla="*/ 1488758 h 1590675"/>
                <a:gd name="connsiteX1417" fmla="*/ 676466 w 1819275"/>
                <a:gd name="connsiteY1417" fmla="*/ 1488091 h 1590675"/>
                <a:gd name="connsiteX1418" fmla="*/ 677228 w 1819275"/>
                <a:gd name="connsiteY1418" fmla="*/ 1487234 h 1590675"/>
                <a:gd name="connsiteX1419" fmla="*/ 678085 w 1819275"/>
                <a:gd name="connsiteY1419" fmla="*/ 1486662 h 1590675"/>
                <a:gd name="connsiteX1420" fmla="*/ 688943 w 1819275"/>
                <a:gd name="connsiteY1420" fmla="*/ 1481042 h 1590675"/>
                <a:gd name="connsiteX1421" fmla="*/ 694277 w 1819275"/>
                <a:gd name="connsiteY1421" fmla="*/ 1477232 h 1590675"/>
                <a:gd name="connsiteX1422" fmla="*/ 695039 w 1819275"/>
                <a:gd name="connsiteY1422" fmla="*/ 1476470 h 1590675"/>
                <a:gd name="connsiteX1423" fmla="*/ 695516 w 1819275"/>
                <a:gd name="connsiteY1423" fmla="*/ 1475613 h 1590675"/>
                <a:gd name="connsiteX1424" fmla="*/ 695897 w 1819275"/>
                <a:gd name="connsiteY1424" fmla="*/ 1474565 h 1590675"/>
                <a:gd name="connsiteX1425" fmla="*/ 696182 w 1819275"/>
                <a:gd name="connsiteY1425" fmla="*/ 1473518 h 1590675"/>
                <a:gd name="connsiteX1426" fmla="*/ 696278 w 1819275"/>
                <a:gd name="connsiteY1426" fmla="*/ 1469993 h 1590675"/>
                <a:gd name="connsiteX1427" fmla="*/ 696658 w 1819275"/>
                <a:gd name="connsiteY1427" fmla="*/ 1468564 h 1590675"/>
                <a:gd name="connsiteX1428" fmla="*/ 697421 w 1819275"/>
                <a:gd name="connsiteY1428" fmla="*/ 1467517 h 1590675"/>
                <a:gd name="connsiteX1429" fmla="*/ 698278 w 1819275"/>
                <a:gd name="connsiteY1429" fmla="*/ 1466850 h 1590675"/>
                <a:gd name="connsiteX1430" fmla="*/ 699992 w 1819275"/>
                <a:gd name="connsiteY1430" fmla="*/ 1466279 h 1590675"/>
                <a:gd name="connsiteX1431" fmla="*/ 701040 w 1819275"/>
                <a:gd name="connsiteY1431" fmla="*/ 1465802 h 1590675"/>
                <a:gd name="connsiteX1432" fmla="*/ 703231 w 1819275"/>
                <a:gd name="connsiteY1432" fmla="*/ 1464088 h 1590675"/>
                <a:gd name="connsiteX1433" fmla="*/ 704279 w 1819275"/>
                <a:gd name="connsiteY1433" fmla="*/ 1463421 h 1590675"/>
                <a:gd name="connsiteX1434" fmla="*/ 705422 w 1819275"/>
                <a:gd name="connsiteY1434" fmla="*/ 1463040 h 1590675"/>
                <a:gd name="connsiteX1435" fmla="*/ 707803 w 1819275"/>
                <a:gd name="connsiteY1435" fmla="*/ 1463231 h 1590675"/>
                <a:gd name="connsiteX1436" fmla="*/ 724853 w 1819275"/>
                <a:gd name="connsiteY1436" fmla="*/ 1466850 h 1590675"/>
                <a:gd name="connsiteX1437" fmla="*/ 727996 w 1819275"/>
                <a:gd name="connsiteY1437" fmla="*/ 1466945 h 1590675"/>
                <a:gd name="connsiteX1438" fmla="*/ 729615 w 1819275"/>
                <a:gd name="connsiteY1438" fmla="*/ 1466183 h 1590675"/>
                <a:gd name="connsiteX1439" fmla="*/ 733901 w 1819275"/>
                <a:gd name="connsiteY1439" fmla="*/ 1463516 h 1590675"/>
                <a:gd name="connsiteX1440" fmla="*/ 735330 w 1819275"/>
                <a:gd name="connsiteY1440" fmla="*/ 1463135 h 1590675"/>
                <a:gd name="connsiteX1441" fmla="*/ 737140 w 1819275"/>
                <a:gd name="connsiteY1441" fmla="*/ 1462850 h 1590675"/>
                <a:gd name="connsiteX1442" fmla="*/ 741902 w 1819275"/>
                <a:gd name="connsiteY1442" fmla="*/ 1463135 h 1590675"/>
                <a:gd name="connsiteX1443" fmla="*/ 744093 w 1819275"/>
                <a:gd name="connsiteY1443" fmla="*/ 1463707 h 1590675"/>
                <a:gd name="connsiteX1444" fmla="*/ 745998 w 1819275"/>
                <a:gd name="connsiteY1444" fmla="*/ 1464564 h 1590675"/>
                <a:gd name="connsiteX1445" fmla="*/ 747617 w 1819275"/>
                <a:gd name="connsiteY1445" fmla="*/ 1466183 h 1590675"/>
                <a:gd name="connsiteX1446" fmla="*/ 748570 w 1819275"/>
                <a:gd name="connsiteY1446" fmla="*/ 1467707 h 1590675"/>
                <a:gd name="connsiteX1447" fmla="*/ 749237 w 1819275"/>
                <a:gd name="connsiteY1447" fmla="*/ 1469708 h 1590675"/>
                <a:gd name="connsiteX1448" fmla="*/ 749427 w 1819275"/>
                <a:gd name="connsiteY1448" fmla="*/ 1471708 h 1590675"/>
                <a:gd name="connsiteX1449" fmla="*/ 748475 w 1819275"/>
                <a:gd name="connsiteY1449" fmla="*/ 1479995 h 1590675"/>
                <a:gd name="connsiteX1450" fmla="*/ 748475 w 1819275"/>
                <a:gd name="connsiteY1450" fmla="*/ 1481138 h 1590675"/>
                <a:gd name="connsiteX1451" fmla="*/ 748570 w 1819275"/>
                <a:gd name="connsiteY1451" fmla="*/ 1481804 h 1590675"/>
                <a:gd name="connsiteX1452" fmla="*/ 748856 w 1819275"/>
                <a:gd name="connsiteY1452" fmla="*/ 1482566 h 1590675"/>
                <a:gd name="connsiteX1453" fmla="*/ 749903 w 1819275"/>
                <a:gd name="connsiteY1453" fmla="*/ 1483519 h 1590675"/>
                <a:gd name="connsiteX1454" fmla="*/ 751618 w 1819275"/>
                <a:gd name="connsiteY1454" fmla="*/ 1484567 h 1590675"/>
                <a:gd name="connsiteX1455" fmla="*/ 754475 w 1819275"/>
                <a:gd name="connsiteY1455" fmla="*/ 1485995 h 1590675"/>
                <a:gd name="connsiteX1456" fmla="*/ 756190 w 1819275"/>
                <a:gd name="connsiteY1456" fmla="*/ 1487424 h 1590675"/>
                <a:gd name="connsiteX1457" fmla="*/ 757714 w 1819275"/>
                <a:gd name="connsiteY1457" fmla="*/ 1488948 h 1590675"/>
                <a:gd name="connsiteX1458" fmla="*/ 758952 w 1819275"/>
                <a:gd name="connsiteY1458" fmla="*/ 1490091 h 1590675"/>
                <a:gd name="connsiteX1459" fmla="*/ 760857 w 1819275"/>
                <a:gd name="connsiteY1459" fmla="*/ 1490948 h 1590675"/>
                <a:gd name="connsiteX1460" fmla="*/ 763619 w 1819275"/>
                <a:gd name="connsiteY1460" fmla="*/ 1490663 h 1590675"/>
                <a:gd name="connsiteX1461" fmla="*/ 767906 w 1819275"/>
                <a:gd name="connsiteY1461" fmla="*/ 1489139 h 1590675"/>
                <a:gd name="connsiteX1462" fmla="*/ 769144 w 1819275"/>
                <a:gd name="connsiteY1462" fmla="*/ 1489043 h 1590675"/>
                <a:gd name="connsiteX1463" fmla="*/ 770763 w 1819275"/>
                <a:gd name="connsiteY1463" fmla="*/ 1489329 h 1590675"/>
                <a:gd name="connsiteX1464" fmla="*/ 773335 w 1819275"/>
                <a:gd name="connsiteY1464" fmla="*/ 1490091 h 1590675"/>
                <a:gd name="connsiteX1465" fmla="*/ 776002 w 1819275"/>
                <a:gd name="connsiteY1465" fmla="*/ 1491234 h 1590675"/>
                <a:gd name="connsiteX1466" fmla="*/ 777335 w 1819275"/>
                <a:gd name="connsiteY1466" fmla="*/ 1491710 h 1590675"/>
                <a:gd name="connsiteX1467" fmla="*/ 779336 w 1819275"/>
                <a:gd name="connsiteY1467" fmla="*/ 1491996 h 1590675"/>
                <a:gd name="connsiteX1468" fmla="*/ 787241 w 1819275"/>
                <a:gd name="connsiteY1468" fmla="*/ 1491996 h 1590675"/>
                <a:gd name="connsiteX1469" fmla="*/ 790956 w 1819275"/>
                <a:gd name="connsiteY1469" fmla="*/ 1492853 h 1590675"/>
                <a:gd name="connsiteX1470" fmla="*/ 794290 w 1819275"/>
                <a:gd name="connsiteY1470" fmla="*/ 1494663 h 1590675"/>
                <a:gd name="connsiteX1471" fmla="*/ 796290 w 1819275"/>
                <a:gd name="connsiteY1471" fmla="*/ 1495235 h 1590675"/>
                <a:gd name="connsiteX1472" fmla="*/ 800291 w 1819275"/>
                <a:gd name="connsiteY1472" fmla="*/ 1495330 h 1590675"/>
                <a:gd name="connsiteX1473" fmla="*/ 820674 w 1819275"/>
                <a:gd name="connsiteY1473" fmla="*/ 1493901 h 1590675"/>
                <a:gd name="connsiteX1474" fmla="*/ 829818 w 1819275"/>
                <a:gd name="connsiteY1474" fmla="*/ 1489805 h 1590675"/>
                <a:gd name="connsiteX1475" fmla="*/ 831723 w 1819275"/>
                <a:gd name="connsiteY1475" fmla="*/ 1489615 h 1590675"/>
                <a:gd name="connsiteX1476" fmla="*/ 832961 w 1819275"/>
                <a:gd name="connsiteY1476" fmla="*/ 1489615 h 1590675"/>
                <a:gd name="connsiteX1477" fmla="*/ 834200 w 1819275"/>
                <a:gd name="connsiteY1477" fmla="*/ 1489805 h 1590675"/>
                <a:gd name="connsiteX1478" fmla="*/ 835152 w 1819275"/>
                <a:gd name="connsiteY1478" fmla="*/ 1490186 h 1590675"/>
                <a:gd name="connsiteX1479" fmla="*/ 840105 w 1819275"/>
                <a:gd name="connsiteY1479" fmla="*/ 1493044 h 1590675"/>
                <a:gd name="connsiteX1480" fmla="*/ 841724 w 1819275"/>
                <a:gd name="connsiteY1480" fmla="*/ 1493615 h 1590675"/>
                <a:gd name="connsiteX1481" fmla="*/ 843439 w 1819275"/>
                <a:gd name="connsiteY1481" fmla="*/ 1493806 h 1590675"/>
                <a:gd name="connsiteX1482" fmla="*/ 844963 w 1819275"/>
                <a:gd name="connsiteY1482" fmla="*/ 1493615 h 1590675"/>
                <a:gd name="connsiteX1483" fmla="*/ 848201 w 1819275"/>
                <a:gd name="connsiteY1483" fmla="*/ 1492472 h 1590675"/>
                <a:gd name="connsiteX1484" fmla="*/ 876110 w 1819275"/>
                <a:gd name="connsiteY1484" fmla="*/ 1475804 h 1590675"/>
                <a:gd name="connsiteX1485" fmla="*/ 877824 w 1819275"/>
                <a:gd name="connsiteY1485" fmla="*/ 1475042 h 1590675"/>
                <a:gd name="connsiteX1486" fmla="*/ 893159 w 1819275"/>
                <a:gd name="connsiteY1486" fmla="*/ 1471803 h 1590675"/>
                <a:gd name="connsiteX1487" fmla="*/ 898779 w 1819275"/>
                <a:gd name="connsiteY1487" fmla="*/ 1468564 h 1590675"/>
                <a:gd name="connsiteX1488" fmla="*/ 904875 w 1819275"/>
                <a:gd name="connsiteY1488" fmla="*/ 1463040 h 1590675"/>
                <a:gd name="connsiteX1489" fmla="*/ 922973 w 1819275"/>
                <a:gd name="connsiteY1489" fmla="*/ 1457135 h 1590675"/>
                <a:gd name="connsiteX1490" fmla="*/ 925163 w 1819275"/>
                <a:gd name="connsiteY1490" fmla="*/ 1457039 h 1590675"/>
                <a:gd name="connsiteX1491" fmla="*/ 928116 w 1819275"/>
                <a:gd name="connsiteY1491" fmla="*/ 1457420 h 1590675"/>
                <a:gd name="connsiteX1492" fmla="*/ 928878 w 1819275"/>
                <a:gd name="connsiteY1492" fmla="*/ 1457611 h 1590675"/>
                <a:gd name="connsiteX1493" fmla="*/ 931259 w 1819275"/>
                <a:gd name="connsiteY1493" fmla="*/ 1458849 h 1590675"/>
                <a:gd name="connsiteX1494" fmla="*/ 931736 w 1819275"/>
                <a:gd name="connsiteY1494" fmla="*/ 1459039 h 1590675"/>
                <a:gd name="connsiteX1495" fmla="*/ 932593 w 1819275"/>
                <a:gd name="connsiteY1495" fmla="*/ 1459039 h 1590675"/>
                <a:gd name="connsiteX1496" fmla="*/ 933641 w 1819275"/>
                <a:gd name="connsiteY1496" fmla="*/ 1458944 h 1590675"/>
                <a:gd name="connsiteX1497" fmla="*/ 936212 w 1819275"/>
                <a:gd name="connsiteY1497" fmla="*/ 1458182 h 1590675"/>
                <a:gd name="connsiteX1498" fmla="*/ 938308 w 1819275"/>
                <a:gd name="connsiteY1498" fmla="*/ 1457230 h 1590675"/>
                <a:gd name="connsiteX1499" fmla="*/ 940308 w 1819275"/>
                <a:gd name="connsiteY1499" fmla="*/ 1456658 h 1590675"/>
                <a:gd name="connsiteX1500" fmla="*/ 942118 w 1819275"/>
                <a:gd name="connsiteY1500" fmla="*/ 1456468 h 1590675"/>
                <a:gd name="connsiteX1501" fmla="*/ 945261 w 1819275"/>
                <a:gd name="connsiteY1501" fmla="*/ 1456658 h 1590675"/>
                <a:gd name="connsiteX1502" fmla="*/ 946309 w 1819275"/>
                <a:gd name="connsiteY1502" fmla="*/ 1456944 h 1590675"/>
                <a:gd name="connsiteX1503" fmla="*/ 947071 w 1819275"/>
                <a:gd name="connsiteY1503" fmla="*/ 1457230 h 1590675"/>
                <a:gd name="connsiteX1504" fmla="*/ 952881 w 1819275"/>
                <a:gd name="connsiteY1504" fmla="*/ 1460468 h 1590675"/>
                <a:gd name="connsiteX1505" fmla="*/ 953167 w 1819275"/>
                <a:gd name="connsiteY1505" fmla="*/ 1460754 h 1590675"/>
                <a:gd name="connsiteX1506" fmla="*/ 953357 w 1819275"/>
                <a:gd name="connsiteY1506" fmla="*/ 1461230 h 1590675"/>
                <a:gd name="connsiteX1507" fmla="*/ 954405 w 1819275"/>
                <a:gd name="connsiteY1507" fmla="*/ 1464183 h 1590675"/>
                <a:gd name="connsiteX1508" fmla="*/ 954786 w 1819275"/>
                <a:gd name="connsiteY1508" fmla="*/ 1465040 h 1590675"/>
                <a:gd name="connsiteX1509" fmla="*/ 955262 w 1819275"/>
                <a:gd name="connsiteY1509" fmla="*/ 1465802 h 1590675"/>
                <a:gd name="connsiteX1510" fmla="*/ 955834 w 1819275"/>
                <a:gd name="connsiteY1510" fmla="*/ 1466183 h 1590675"/>
                <a:gd name="connsiteX1511" fmla="*/ 956596 w 1819275"/>
                <a:gd name="connsiteY1511" fmla="*/ 1466374 h 1590675"/>
                <a:gd name="connsiteX1512" fmla="*/ 957548 w 1819275"/>
                <a:gd name="connsiteY1512" fmla="*/ 1466183 h 1590675"/>
                <a:gd name="connsiteX1513" fmla="*/ 958787 w 1819275"/>
                <a:gd name="connsiteY1513" fmla="*/ 1465612 h 1590675"/>
                <a:gd name="connsiteX1514" fmla="*/ 960501 w 1819275"/>
                <a:gd name="connsiteY1514" fmla="*/ 1464469 h 1590675"/>
                <a:gd name="connsiteX1515" fmla="*/ 968312 w 1819275"/>
                <a:gd name="connsiteY1515" fmla="*/ 1456182 h 1590675"/>
                <a:gd name="connsiteX1516" fmla="*/ 969264 w 1819275"/>
                <a:gd name="connsiteY1516" fmla="*/ 1455515 h 1590675"/>
                <a:gd name="connsiteX1517" fmla="*/ 970502 w 1819275"/>
                <a:gd name="connsiteY1517" fmla="*/ 1455134 h 1590675"/>
                <a:gd name="connsiteX1518" fmla="*/ 972407 w 1819275"/>
                <a:gd name="connsiteY1518" fmla="*/ 1454944 h 1590675"/>
                <a:gd name="connsiteX1519" fmla="*/ 985266 w 1819275"/>
                <a:gd name="connsiteY1519" fmla="*/ 1455992 h 1590675"/>
                <a:gd name="connsiteX1520" fmla="*/ 986981 w 1819275"/>
                <a:gd name="connsiteY1520" fmla="*/ 1455801 h 1590675"/>
                <a:gd name="connsiteX1521" fmla="*/ 988790 w 1819275"/>
                <a:gd name="connsiteY1521" fmla="*/ 1454944 h 1590675"/>
                <a:gd name="connsiteX1522" fmla="*/ 989838 w 1819275"/>
                <a:gd name="connsiteY1522" fmla="*/ 1454182 h 1590675"/>
                <a:gd name="connsiteX1523" fmla="*/ 990314 w 1819275"/>
                <a:gd name="connsiteY1523" fmla="*/ 1453706 h 1590675"/>
                <a:gd name="connsiteX1524" fmla="*/ 993172 w 1819275"/>
                <a:gd name="connsiteY1524" fmla="*/ 1449610 h 1590675"/>
                <a:gd name="connsiteX1525" fmla="*/ 996791 w 1819275"/>
                <a:gd name="connsiteY1525" fmla="*/ 1446276 h 1590675"/>
                <a:gd name="connsiteX1526" fmla="*/ 997839 w 1819275"/>
                <a:gd name="connsiteY1526" fmla="*/ 1444847 h 1590675"/>
                <a:gd name="connsiteX1527" fmla="*/ 999744 w 1819275"/>
                <a:gd name="connsiteY1527" fmla="*/ 1440847 h 1590675"/>
                <a:gd name="connsiteX1528" fmla="*/ 999935 w 1819275"/>
                <a:gd name="connsiteY1528" fmla="*/ 1440371 h 1590675"/>
                <a:gd name="connsiteX1529" fmla="*/ 1000506 w 1819275"/>
                <a:gd name="connsiteY1529" fmla="*/ 1436751 h 1590675"/>
                <a:gd name="connsiteX1530" fmla="*/ 1000982 w 1819275"/>
                <a:gd name="connsiteY1530" fmla="*/ 1434941 h 1590675"/>
                <a:gd name="connsiteX1531" fmla="*/ 1001173 w 1819275"/>
                <a:gd name="connsiteY1531" fmla="*/ 1434465 h 1590675"/>
                <a:gd name="connsiteX1532" fmla="*/ 1001554 w 1819275"/>
                <a:gd name="connsiteY1532" fmla="*/ 1433989 h 1590675"/>
                <a:gd name="connsiteX1533" fmla="*/ 1003649 w 1819275"/>
                <a:gd name="connsiteY1533" fmla="*/ 1432560 h 1590675"/>
                <a:gd name="connsiteX1534" fmla="*/ 1004411 w 1819275"/>
                <a:gd name="connsiteY1534" fmla="*/ 1431703 h 1590675"/>
                <a:gd name="connsiteX1535" fmla="*/ 1005173 w 1819275"/>
                <a:gd name="connsiteY1535" fmla="*/ 1430560 h 1590675"/>
                <a:gd name="connsiteX1536" fmla="*/ 1005840 w 1819275"/>
                <a:gd name="connsiteY1536" fmla="*/ 1429226 h 1590675"/>
                <a:gd name="connsiteX1537" fmla="*/ 1006221 w 1819275"/>
                <a:gd name="connsiteY1537" fmla="*/ 1427798 h 1590675"/>
                <a:gd name="connsiteX1538" fmla="*/ 1007078 w 1819275"/>
                <a:gd name="connsiteY1538" fmla="*/ 1423130 h 1590675"/>
                <a:gd name="connsiteX1539" fmla="*/ 1007459 w 1819275"/>
                <a:gd name="connsiteY1539" fmla="*/ 1421987 h 1590675"/>
                <a:gd name="connsiteX1540" fmla="*/ 1007840 w 1819275"/>
                <a:gd name="connsiteY1540" fmla="*/ 1421130 h 1590675"/>
                <a:gd name="connsiteX1541" fmla="*/ 1008793 w 1819275"/>
                <a:gd name="connsiteY1541" fmla="*/ 1420273 h 1590675"/>
                <a:gd name="connsiteX1542" fmla="*/ 1009555 w 1819275"/>
                <a:gd name="connsiteY1542" fmla="*/ 1419701 h 1590675"/>
                <a:gd name="connsiteX1543" fmla="*/ 1010507 w 1819275"/>
                <a:gd name="connsiteY1543" fmla="*/ 1419225 h 1590675"/>
                <a:gd name="connsiteX1544" fmla="*/ 1012698 w 1819275"/>
                <a:gd name="connsiteY1544" fmla="*/ 1418273 h 1590675"/>
                <a:gd name="connsiteX1545" fmla="*/ 1022795 w 1819275"/>
                <a:gd name="connsiteY1545" fmla="*/ 1415796 h 1590675"/>
                <a:gd name="connsiteX1546" fmla="*/ 1023747 w 1819275"/>
                <a:gd name="connsiteY1546" fmla="*/ 1415415 h 1590675"/>
                <a:gd name="connsiteX1547" fmla="*/ 1024414 w 1819275"/>
                <a:gd name="connsiteY1547" fmla="*/ 1414843 h 1590675"/>
                <a:gd name="connsiteX1548" fmla="*/ 1025176 w 1819275"/>
                <a:gd name="connsiteY1548" fmla="*/ 1414081 h 1590675"/>
                <a:gd name="connsiteX1549" fmla="*/ 1025843 w 1819275"/>
                <a:gd name="connsiteY1549" fmla="*/ 1412939 h 1590675"/>
                <a:gd name="connsiteX1550" fmla="*/ 1026795 w 1819275"/>
                <a:gd name="connsiteY1550" fmla="*/ 1411891 h 1590675"/>
                <a:gd name="connsiteX1551" fmla="*/ 1027652 w 1819275"/>
                <a:gd name="connsiteY1551" fmla="*/ 1410938 h 1590675"/>
                <a:gd name="connsiteX1552" fmla="*/ 1028891 w 1819275"/>
                <a:gd name="connsiteY1552" fmla="*/ 1410557 h 1590675"/>
                <a:gd name="connsiteX1553" fmla="*/ 1030605 w 1819275"/>
                <a:gd name="connsiteY1553" fmla="*/ 1410367 h 1590675"/>
                <a:gd name="connsiteX1554" fmla="*/ 1038035 w 1819275"/>
                <a:gd name="connsiteY1554" fmla="*/ 1411224 h 1590675"/>
                <a:gd name="connsiteX1555" fmla="*/ 1043750 w 1819275"/>
                <a:gd name="connsiteY1555" fmla="*/ 1410938 h 1590675"/>
                <a:gd name="connsiteX1556" fmla="*/ 1046036 w 1819275"/>
                <a:gd name="connsiteY1556" fmla="*/ 1410367 h 1590675"/>
                <a:gd name="connsiteX1557" fmla="*/ 1047941 w 1819275"/>
                <a:gd name="connsiteY1557" fmla="*/ 1409795 h 1590675"/>
                <a:gd name="connsiteX1558" fmla="*/ 1053846 w 1819275"/>
                <a:gd name="connsiteY1558" fmla="*/ 1406938 h 1590675"/>
                <a:gd name="connsiteX1559" fmla="*/ 1056418 w 1819275"/>
                <a:gd name="connsiteY1559" fmla="*/ 1406462 h 1590675"/>
                <a:gd name="connsiteX1560" fmla="*/ 1070896 w 1819275"/>
                <a:gd name="connsiteY1560" fmla="*/ 1405604 h 1590675"/>
                <a:gd name="connsiteX1561" fmla="*/ 1071658 w 1819275"/>
                <a:gd name="connsiteY1561" fmla="*/ 1405128 h 1590675"/>
                <a:gd name="connsiteX1562" fmla="*/ 1073277 w 1819275"/>
                <a:gd name="connsiteY1562" fmla="*/ 1404556 h 1590675"/>
                <a:gd name="connsiteX1563" fmla="*/ 1075944 w 1819275"/>
                <a:gd name="connsiteY1563" fmla="*/ 1403795 h 1590675"/>
                <a:gd name="connsiteX1564" fmla="*/ 1085183 w 1819275"/>
                <a:gd name="connsiteY1564" fmla="*/ 1402937 h 1590675"/>
                <a:gd name="connsiteX1565" fmla="*/ 1086326 w 1819275"/>
                <a:gd name="connsiteY1565" fmla="*/ 1402652 h 1590675"/>
                <a:gd name="connsiteX1566" fmla="*/ 1098423 w 1819275"/>
                <a:gd name="connsiteY1566" fmla="*/ 1395698 h 1590675"/>
                <a:gd name="connsiteX1567" fmla="*/ 1099947 w 1819275"/>
                <a:gd name="connsiteY1567" fmla="*/ 1395508 h 1590675"/>
                <a:gd name="connsiteX1568" fmla="*/ 1102328 w 1819275"/>
                <a:gd name="connsiteY1568" fmla="*/ 1396079 h 1590675"/>
                <a:gd name="connsiteX1569" fmla="*/ 1106900 w 1819275"/>
                <a:gd name="connsiteY1569" fmla="*/ 1398175 h 1590675"/>
                <a:gd name="connsiteX1570" fmla="*/ 1110806 w 1819275"/>
                <a:gd name="connsiteY1570" fmla="*/ 1399413 h 1590675"/>
                <a:gd name="connsiteX1571" fmla="*/ 1111949 w 1819275"/>
                <a:gd name="connsiteY1571" fmla="*/ 1399604 h 1590675"/>
                <a:gd name="connsiteX1572" fmla="*/ 1116425 w 1819275"/>
                <a:gd name="connsiteY1572" fmla="*/ 1399699 h 1590675"/>
                <a:gd name="connsiteX1573" fmla="*/ 1132046 w 1819275"/>
                <a:gd name="connsiteY1573" fmla="*/ 1397127 h 1590675"/>
                <a:gd name="connsiteX1574" fmla="*/ 1138904 w 1819275"/>
                <a:gd name="connsiteY1574" fmla="*/ 1396841 h 1590675"/>
                <a:gd name="connsiteX1575" fmla="*/ 1141762 w 1819275"/>
                <a:gd name="connsiteY1575" fmla="*/ 1396175 h 1590675"/>
                <a:gd name="connsiteX1576" fmla="*/ 1144715 w 1819275"/>
                <a:gd name="connsiteY1576" fmla="*/ 1394841 h 1590675"/>
                <a:gd name="connsiteX1577" fmla="*/ 1146143 w 1819275"/>
                <a:gd name="connsiteY1577" fmla="*/ 1393793 h 1590675"/>
                <a:gd name="connsiteX1578" fmla="*/ 1148144 w 1819275"/>
                <a:gd name="connsiteY1578" fmla="*/ 1391793 h 1590675"/>
                <a:gd name="connsiteX1579" fmla="*/ 1148906 w 1819275"/>
                <a:gd name="connsiteY1579" fmla="*/ 1391126 h 1590675"/>
                <a:gd name="connsiteX1580" fmla="*/ 1149668 w 1819275"/>
                <a:gd name="connsiteY1580" fmla="*/ 1390650 h 1590675"/>
                <a:gd name="connsiteX1581" fmla="*/ 1150239 w 1819275"/>
                <a:gd name="connsiteY1581" fmla="*/ 1390460 h 1590675"/>
                <a:gd name="connsiteX1582" fmla="*/ 1150715 w 1819275"/>
                <a:gd name="connsiteY1582" fmla="*/ 1390364 h 1590675"/>
                <a:gd name="connsiteX1583" fmla="*/ 1157002 w 1819275"/>
                <a:gd name="connsiteY1583" fmla="*/ 1390745 h 1590675"/>
                <a:gd name="connsiteX1584" fmla="*/ 1162622 w 1819275"/>
                <a:gd name="connsiteY1584" fmla="*/ 1390364 h 1590675"/>
                <a:gd name="connsiteX1585" fmla="*/ 1172909 w 1819275"/>
                <a:gd name="connsiteY1585" fmla="*/ 1388364 h 1590675"/>
                <a:gd name="connsiteX1586" fmla="*/ 1182624 w 1819275"/>
                <a:gd name="connsiteY1586" fmla="*/ 1387697 h 1590675"/>
                <a:gd name="connsiteX1587" fmla="*/ 1187482 w 1819275"/>
                <a:gd name="connsiteY1587" fmla="*/ 1388269 h 1590675"/>
                <a:gd name="connsiteX1588" fmla="*/ 1188720 w 1819275"/>
                <a:gd name="connsiteY1588" fmla="*/ 1388650 h 1590675"/>
                <a:gd name="connsiteX1589" fmla="*/ 1189958 w 1819275"/>
                <a:gd name="connsiteY1589" fmla="*/ 1389412 h 1590675"/>
                <a:gd name="connsiteX1590" fmla="*/ 1190435 w 1819275"/>
                <a:gd name="connsiteY1590" fmla="*/ 1389888 h 1590675"/>
                <a:gd name="connsiteX1591" fmla="*/ 1190720 w 1819275"/>
                <a:gd name="connsiteY1591" fmla="*/ 1390269 h 1590675"/>
                <a:gd name="connsiteX1592" fmla="*/ 1190911 w 1819275"/>
                <a:gd name="connsiteY1592" fmla="*/ 1390555 h 1590675"/>
                <a:gd name="connsiteX1593" fmla="*/ 1191197 w 1819275"/>
                <a:gd name="connsiteY1593" fmla="*/ 1390841 h 1590675"/>
                <a:gd name="connsiteX1594" fmla="*/ 1191578 w 1819275"/>
                <a:gd name="connsiteY1594" fmla="*/ 1391222 h 1590675"/>
                <a:gd name="connsiteX1595" fmla="*/ 1192054 w 1819275"/>
                <a:gd name="connsiteY1595" fmla="*/ 1391507 h 1590675"/>
                <a:gd name="connsiteX1596" fmla="*/ 1192530 w 1819275"/>
                <a:gd name="connsiteY1596" fmla="*/ 1391698 h 1590675"/>
                <a:gd name="connsiteX1597" fmla="*/ 1207675 w 1819275"/>
                <a:gd name="connsiteY1597" fmla="*/ 1396270 h 1590675"/>
                <a:gd name="connsiteX1598" fmla="*/ 1216914 w 1819275"/>
                <a:gd name="connsiteY1598" fmla="*/ 1395698 h 1590675"/>
                <a:gd name="connsiteX1599" fmla="*/ 1217771 w 1819275"/>
                <a:gd name="connsiteY1599" fmla="*/ 1395984 h 1590675"/>
                <a:gd name="connsiteX1600" fmla="*/ 1218819 w 1819275"/>
                <a:gd name="connsiteY1600" fmla="*/ 1396365 h 1590675"/>
                <a:gd name="connsiteX1601" fmla="*/ 1221296 w 1819275"/>
                <a:gd name="connsiteY1601" fmla="*/ 1398080 h 1590675"/>
                <a:gd name="connsiteX1602" fmla="*/ 1227392 w 1819275"/>
                <a:gd name="connsiteY1602" fmla="*/ 1404271 h 1590675"/>
                <a:gd name="connsiteX1603" fmla="*/ 1228725 w 1819275"/>
                <a:gd name="connsiteY1603" fmla="*/ 1405128 h 1590675"/>
                <a:gd name="connsiteX1604" fmla="*/ 1229297 w 1819275"/>
                <a:gd name="connsiteY1604" fmla="*/ 1405414 h 1590675"/>
                <a:gd name="connsiteX1605" fmla="*/ 1230154 w 1819275"/>
                <a:gd name="connsiteY1605" fmla="*/ 1405604 h 1590675"/>
                <a:gd name="connsiteX1606" fmla="*/ 1233869 w 1819275"/>
                <a:gd name="connsiteY1606" fmla="*/ 1405795 h 1590675"/>
                <a:gd name="connsiteX1607" fmla="*/ 1236917 w 1819275"/>
                <a:gd name="connsiteY1607" fmla="*/ 1406557 h 1590675"/>
                <a:gd name="connsiteX1608" fmla="*/ 1239488 w 1819275"/>
                <a:gd name="connsiteY1608" fmla="*/ 1406747 h 1590675"/>
                <a:gd name="connsiteX1609" fmla="*/ 1247013 w 1819275"/>
                <a:gd name="connsiteY1609" fmla="*/ 1406366 h 1590675"/>
                <a:gd name="connsiteX1610" fmla="*/ 1248537 w 1819275"/>
                <a:gd name="connsiteY1610" fmla="*/ 1406652 h 1590675"/>
                <a:gd name="connsiteX1611" fmla="*/ 1284827 w 1819275"/>
                <a:gd name="connsiteY1611" fmla="*/ 1424559 h 1590675"/>
                <a:gd name="connsiteX1612" fmla="*/ 1299972 w 1819275"/>
                <a:gd name="connsiteY1612" fmla="*/ 1426083 h 1590675"/>
                <a:gd name="connsiteX1613" fmla="*/ 1302068 w 1819275"/>
                <a:gd name="connsiteY1613" fmla="*/ 1426083 h 1590675"/>
                <a:gd name="connsiteX1614" fmla="*/ 1304163 w 1819275"/>
                <a:gd name="connsiteY1614" fmla="*/ 1425702 h 1590675"/>
                <a:gd name="connsiteX1615" fmla="*/ 1306354 w 1819275"/>
                <a:gd name="connsiteY1615" fmla="*/ 1424750 h 1590675"/>
                <a:gd name="connsiteX1616" fmla="*/ 1307592 w 1819275"/>
                <a:gd name="connsiteY1616" fmla="*/ 1423511 h 1590675"/>
                <a:gd name="connsiteX1617" fmla="*/ 1308354 w 1819275"/>
                <a:gd name="connsiteY1617" fmla="*/ 1422273 h 1590675"/>
                <a:gd name="connsiteX1618" fmla="*/ 1308735 w 1819275"/>
                <a:gd name="connsiteY1618" fmla="*/ 1420939 h 1590675"/>
                <a:gd name="connsiteX1619" fmla="*/ 1308926 w 1819275"/>
                <a:gd name="connsiteY1619" fmla="*/ 1419511 h 1590675"/>
                <a:gd name="connsiteX1620" fmla="*/ 1311688 w 1819275"/>
                <a:gd name="connsiteY1620" fmla="*/ 1407700 h 1590675"/>
                <a:gd name="connsiteX1621" fmla="*/ 1312259 w 1819275"/>
                <a:gd name="connsiteY1621" fmla="*/ 1407128 h 1590675"/>
                <a:gd name="connsiteX1622" fmla="*/ 1313021 w 1819275"/>
                <a:gd name="connsiteY1622" fmla="*/ 1407033 h 1590675"/>
                <a:gd name="connsiteX1623" fmla="*/ 1314164 w 1819275"/>
                <a:gd name="connsiteY1623" fmla="*/ 1407890 h 1590675"/>
                <a:gd name="connsiteX1624" fmla="*/ 1316165 w 1819275"/>
                <a:gd name="connsiteY1624" fmla="*/ 1409605 h 1590675"/>
                <a:gd name="connsiteX1625" fmla="*/ 1317307 w 1819275"/>
                <a:gd name="connsiteY1625" fmla="*/ 1410843 h 1590675"/>
                <a:gd name="connsiteX1626" fmla="*/ 1318451 w 1819275"/>
                <a:gd name="connsiteY1626" fmla="*/ 1412367 h 1590675"/>
                <a:gd name="connsiteX1627" fmla="*/ 1321213 w 1819275"/>
                <a:gd name="connsiteY1627" fmla="*/ 1417701 h 1590675"/>
                <a:gd name="connsiteX1628" fmla="*/ 1321689 w 1819275"/>
                <a:gd name="connsiteY1628" fmla="*/ 1418463 h 1590675"/>
                <a:gd name="connsiteX1629" fmla="*/ 1322261 w 1819275"/>
                <a:gd name="connsiteY1629" fmla="*/ 1419130 h 1590675"/>
                <a:gd name="connsiteX1630" fmla="*/ 1322927 w 1819275"/>
                <a:gd name="connsiteY1630" fmla="*/ 1419511 h 1590675"/>
                <a:gd name="connsiteX1631" fmla="*/ 1323880 w 1819275"/>
                <a:gd name="connsiteY1631" fmla="*/ 1419892 h 1590675"/>
                <a:gd name="connsiteX1632" fmla="*/ 1333976 w 1819275"/>
                <a:gd name="connsiteY1632" fmla="*/ 1421225 h 1590675"/>
                <a:gd name="connsiteX1633" fmla="*/ 1360361 w 1819275"/>
                <a:gd name="connsiteY1633" fmla="*/ 1421606 h 1590675"/>
                <a:gd name="connsiteX1634" fmla="*/ 1361980 w 1819275"/>
                <a:gd name="connsiteY1634" fmla="*/ 1422178 h 1590675"/>
                <a:gd name="connsiteX1635" fmla="*/ 1376934 w 1819275"/>
                <a:gd name="connsiteY1635" fmla="*/ 1431512 h 1590675"/>
                <a:gd name="connsiteX1636" fmla="*/ 1378839 w 1819275"/>
                <a:gd name="connsiteY1636" fmla="*/ 1432084 h 1590675"/>
                <a:gd name="connsiteX1637" fmla="*/ 1380554 w 1819275"/>
                <a:gd name="connsiteY1637" fmla="*/ 1432179 h 1590675"/>
                <a:gd name="connsiteX1638" fmla="*/ 1382078 w 1819275"/>
                <a:gd name="connsiteY1638" fmla="*/ 1431893 h 1590675"/>
                <a:gd name="connsiteX1639" fmla="*/ 1383792 w 1819275"/>
                <a:gd name="connsiteY1639" fmla="*/ 1431227 h 1590675"/>
                <a:gd name="connsiteX1640" fmla="*/ 1391031 w 1819275"/>
                <a:gd name="connsiteY1640" fmla="*/ 1427417 h 1590675"/>
                <a:gd name="connsiteX1641" fmla="*/ 1394365 w 1819275"/>
                <a:gd name="connsiteY1641" fmla="*/ 1426369 h 1590675"/>
                <a:gd name="connsiteX1642" fmla="*/ 1397889 w 1819275"/>
                <a:gd name="connsiteY1642" fmla="*/ 1425702 h 1590675"/>
                <a:gd name="connsiteX1643" fmla="*/ 1399413 w 1819275"/>
                <a:gd name="connsiteY1643" fmla="*/ 1425321 h 1590675"/>
                <a:gd name="connsiteX1644" fmla="*/ 1400461 w 1819275"/>
                <a:gd name="connsiteY1644" fmla="*/ 1424559 h 1590675"/>
                <a:gd name="connsiteX1645" fmla="*/ 1401032 w 1819275"/>
                <a:gd name="connsiteY1645" fmla="*/ 1423606 h 1590675"/>
                <a:gd name="connsiteX1646" fmla="*/ 1401413 w 1819275"/>
                <a:gd name="connsiteY1646" fmla="*/ 1422273 h 1590675"/>
                <a:gd name="connsiteX1647" fmla="*/ 1401509 w 1819275"/>
                <a:gd name="connsiteY1647" fmla="*/ 1420749 h 1590675"/>
                <a:gd name="connsiteX1648" fmla="*/ 1401413 w 1819275"/>
                <a:gd name="connsiteY1648" fmla="*/ 1418749 h 1590675"/>
                <a:gd name="connsiteX1649" fmla="*/ 1399985 w 1819275"/>
                <a:gd name="connsiteY1649" fmla="*/ 1413129 h 1590675"/>
                <a:gd name="connsiteX1650" fmla="*/ 1397222 w 1819275"/>
                <a:gd name="connsiteY1650" fmla="*/ 1406938 h 1590675"/>
                <a:gd name="connsiteX1651" fmla="*/ 1395413 w 1819275"/>
                <a:gd name="connsiteY1651" fmla="*/ 1401699 h 1590675"/>
                <a:gd name="connsiteX1652" fmla="*/ 1392460 w 1819275"/>
                <a:gd name="connsiteY1652" fmla="*/ 1387126 h 1590675"/>
                <a:gd name="connsiteX1653" fmla="*/ 1391126 w 1819275"/>
                <a:gd name="connsiteY1653" fmla="*/ 1382935 h 1590675"/>
                <a:gd name="connsiteX1654" fmla="*/ 1390555 w 1819275"/>
                <a:gd name="connsiteY1654" fmla="*/ 1382363 h 1590675"/>
                <a:gd name="connsiteX1655" fmla="*/ 1390174 w 1819275"/>
                <a:gd name="connsiteY1655" fmla="*/ 1381982 h 1590675"/>
                <a:gd name="connsiteX1656" fmla="*/ 1389412 w 1819275"/>
                <a:gd name="connsiteY1656" fmla="*/ 1381506 h 1590675"/>
                <a:gd name="connsiteX1657" fmla="*/ 1388364 w 1819275"/>
                <a:gd name="connsiteY1657" fmla="*/ 1381030 h 1590675"/>
                <a:gd name="connsiteX1658" fmla="*/ 1385507 w 1819275"/>
                <a:gd name="connsiteY1658" fmla="*/ 1380268 h 1590675"/>
                <a:gd name="connsiteX1659" fmla="*/ 1379220 w 1819275"/>
                <a:gd name="connsiteY1659" fmla="*/ 1379410 h 1590675"/>
                <a:gd name="connsiteX1660" fmla="*/ 1377791 w 1819275"/>
                <a:gd name="connsiteY1660" fmla="*/ 1378934 h 1590675"/>
                <a:gd name="connsiteX1661" fmla="*/ 1375029 w 1819275"/>
                <a:gd name="connsiteY1661" fmla="*/ 1377410 h 1590675"/>
                <a:gd name="connsiteX1662" fmla="*/ 1371410 w 1819275"/>
                <a:gd name="connsiteY1662" fmla="*/ 1374267 h 1590675"/>
                <a:gd name="connsiteX1663" fmla="*/ 1367409 w 1819275"/>
                <a:gd name="connsiteY1663" fmla="*/ 1369790 h 1590675"/>
                <a:gd name="connsiteX1664" fmla="*/ 1366742 w 1819275"/>
                <a:gd name="connsiteY1664" fmla="*/ 1368743 h 1590675"/>
                <a:gd name="connsiteX1665" fmla="*/ 1366361 w 1819275"/>
                <a:gd name="connsiteY1665" fmla="*/ 1367790 h 1590675"/>
                <a:gd name="connsiteX1666" fmla="*/ 1366266 w 1819275"/>
                <a:gd name="connsiteY1666" fmla="*/ 1367314 h 1590675"/>
                <a:gd name="connsiteX1667" fmla="*/ 1365599 w 1819275"/>
                <a:gd name="connsiteY1667" fmla="*/ 1363599 h 1590675"/>
                <a:gd name="connsiteX1668" fmla="*/ 1365504 w 1819275"/>
                <a:gd name="connsiteY1668" fmla="*/ 1358837 h 1590675"/>
                <a:gd name="connsiteX1669" fmla="*/ 1365790 w 1819275"/>
                <a:gd name="connsiteY1669" fmla="*/ 1355884 h 1590675"/>
                <a:gd name="connsiteX1670" fmla="*/ 1366266 w 1819275"/>
                <a:gd name="connsiteY1670" fmla="*/ 1353788 h 1590675"/>
                <a:gd name="connsiteX1671" fmla="*/ 1366647 w 1819275"/>
                <a:gd name="connsiteY1671" fmla="*/ 1352741 h 1590675"/>
                <a:gd name="connsiteX1672" fmla="*/ 1367600 w 1819275"/>
                <a:gd name="connsiteY1672" fmla="*/ 1351312 h 1590675"/>
                <a:gd name="connsiteX1673" fmla="*/ 1371791 w 1819275"/>
                <a:gd name="connsiteY1673" fmla="*/ 1347121 h 1590675"/>
                <a:gd name="connsiteX1674" fmla="*/ 1375220 w 1819275"/>
                <a:gd name="connsiteY1674" fmla="*/ 1342454 h 1590675"/>
                <a:gd name="connsiteX1675" fmla="*/ 1376648 w 1819275"/>
                <a:gd name="connsiteY1675" fmla="*/ 1341215 h 1590675"/>
                <a:gd name="connsiteX1676" fmla="*/ 1377601 w 1819275"/>
                <a:gd name="connsiteY1676" fmla="*/ 1340739 h 1590675"/>
                <a:gd name="connsiteX1677" fmla="*/ 1381887 w 1819275"/>
                <a:gd name="connsiteY1677" fmla="*/ 1339596 h 1590675"/>
                <a:gd name="connsiteX1678" fmla="*/ 1382173 w 1819275"/>
                <a:gd name="connsiteY1678" fmla="*/ 1339596 h 1590675"/>
                <a:gd name="connsiteX1679" fmla="*/ 1387602 w 1819275"/>
                <a:gd name="connsiteY1679" fmla="*/ 1340549 h 1590675"/>
                <a:gd name="connsiteX1680" fmla="*/ 1389126 w 1819275"/>
                <a:gd name="connsiteY1680" fmla="*/ 1340549 h 1590675"/>
                <a:gd name="connsiteX1681" fmla="*/ 1390555 w 1819275"/>
                <a:gd name="connsiteY1681" fmla="*/ 1340453 h 1590675"/>
                <a:gd name="connsiteX1682" fmla="*/ 1394936 w 1819275"/>
                <a:gd name="connsiteY1682" fmla="*/ 1339025 h 1590675"/>
                <a:gd name="connsiteX1683" fmla="*/ 1403414 w 1819275"/>
                <a:gd name="connsiteY1683" fmla="*/ 1334357 h 1590675"/>
                <a:gd name="connsiteX1684" fmla="*/ 1405795 w 1819275"/>
                <a:gd name="connsiteY1684" fmla="*/ 1333405 h 1590675"/>
                <a:gd name="connsiteX1685" fmla="*/ 1413510 w 1819275"/>
                <a:gd name="connsiteY1685" fmla="*/ 1332262 h 1590675"/>
                <a:gd name="connsiteX1686" fmla="*/ 1414463 w 1819275"/>
                <a:gd name="connsiteY1686" fmla="*/ 1331785 h 1590675"/>
                <a:gd name="connsiteX1687" fmla="*/ 1415225 w 1819275"/>
                <a:gd name="connsiteY1687" fmla="*/ 1331214 h 1590675"/>
                <a:gd name="connsiteX1688" fmla="*/ 1415986 w 1819275"/>
                <a:gd name="connsiteY1688" fmla="*/ 1330071 h 1590675"/>
                <a:gd name="connsiteX1689" fmla="*/ 1416368 w 1819275"/>
                <a:gd name="connsiteY1689" fmla="*/ 1329214 h 1590675"/>
                <a:gd name="connsiteX1690" fmla="*/ 1416558 w 1819275"/>
                <a:gd name="connsiteY1690" fmla="*/ 1328261 h 1590675"/>
                <a:gd name="connsiteX1691" fmla="*/ 1416558 w 1819275"/>
                <a:gd name="connsiteY1691" fmla="*/ 1326547 h 1590675"/>
                <a:gd name="connsiteX1692" fmla="*/ 1416368 w 1819275"/>
                <a:gd name="connsiteY1692" fmla="*/ 1324356 h 1590675"/>
                <a:gd name="connsiteX1693" fmla="*/ 1416177 w 1819275"/>
                <a:gd name="connsiteY1693" fmla="*/ 1323023 h 1590675"/>
                <a:gd name="connsiteX1694" fmla="*/ 1415796 w 1819275"/>
                <a:gd name="connsiteY1694" fmla="*/ 1321689 h 1590675"/>
                <a:gd name="connsiteX1695" fmla="*/ 1415320 w 1819275"/>
                <a:gd name="connsiteY1695" fmla="*/ 1320737 h 1590675"/>
                <a:gd name="connsiteX1696" fmla="*/ 1414748 w 1819275"/>
                <a:gd name="connsiteY1696" fmla="*/ 1319879 h 1590675"/>
                <a:gd name="connsiteX1697" fmla="*/ 1409319 w 1819275"/>
                <a:gd name="connsiteY1697" fmla="*/ 1314069 h 1590675"/>
                <a:gd name="connsiteX1698" fmla="*/ 1403604 w 1819275"/>
                <a:gd name="connsiteY1698" fmla="*/ 1303592 h 1590675"/>
                <a:gd name="connsiteX1699" fmla="*/ 1402652 w 1819275"/>
                <a:gd name="connsiteY1699" fmla="*/ 1301306 h 1590675"/>
                <a:gd name="connsiteX1700" fmla="*/ 1400651 w 1819275"/>
                <a:gd name="connsiteY1700" fmla="*/ 1291781 h 1590675"/>
                <a:gd name="connsiteX1701" fmla="*/ 1399985 w 1819275"/>
                <a:gd name="connsiteY1701" fmla="*/ 1289780 h 1590675"/>
                <a:gd name="connsiteX1702" fmla="*/ 1399032 w 1819275"/>
                <a:gd name="connsiteY1702" fmla="*/ 1287780 h 1590675"/>
                <a:gd name="connsiteX1703" fmla="*/ 1397889 w 1819275"/>
                <a:gd name="connsiteY1703" fmla="*/ 1286066 h 1590675"/>
                <a:gd name="connsiteX1704" fmla="*/ 1397032 w 1819275"/>
                <a:gd name="connsiteY1704" fmla="*/ 1285304 h 1590675"/>
                <a:gd name="connsiteX1705" fmla="*/ 1396460 w 1819275"/>
                <a:gd name="connsiteY1705" fmla="*/ 1284827 h 1590675"/>
                <a:gd name="connsiteX1706" fmla="*/ 1387126 w 1819275"/>
                <a:gd name="connsiteY1706" fmla="*/ 1281589 h 1590675"/>
                <a:gd name="connsiteX1707" fmla="*/ 1385697 w 1819275"/>
                <a:gd name="connsiteY1707" fmla="*/ 1280827 h 1590675"/>
                <a:gd name="connsiteX1708" fmla="*/ 1382459 w 1819275"/>
                <a:gd name="connsiteY1708" fmla="*/ 1278255 h 1590675"/>
                <a:gd name="connsiteX1709" fmla="*/ 1379887 w 1819275"/>
                <a:gd name="connsiteY1709" fmla="*/ 1275207 h 1590675"/>
                <a:gd name="connsiteX1710" fmla="*/ 1377315 w 1819275"/>
                <a:gd name="connsiteY1710" fmla="*/ 1272731 h 1590675"/>
                <a:gd name="connsiteX1711" fmla="*/ 1364647 w 1819275"/>
                <a:gd name="connsiteY1711" fmla="*/ 1266539 h 1590675"/>
                <a:gd name="connsiteX1712" fmla="*/ 1356074 w 1819275"/>
                <a:gd name="connsiteY1712" fmla="*/ 1260253 h 1590675"/>
                <a:gd name="connsiteX1713" fmla="*/ 1345502 w 1819275"/>
                <a:gd name="connsiteY1713" fmla="*/ 1255585 h 1590675"/>
                <a:gd name="connsiteX1714" fmla="*/ 1344930 w 1819275"/>
                <a:gd name="connsiteY1714" fmla="*/ 1255205 h 1590675"/>
                <a:gd name="connsiteX1715" fmla="*/ 1344359 w 1819275"/>
                <a:gd name="connsiteY1715" fmla="*/ 1254538 h 1590675"/>
                <a:gd name="connsiteX1716" fmla="*/ 1343597 w 1819275"/>
                <a:gd name="connsiteY1716" fmla="*/ 1253395 h 1590675"/>
                <a:gd name="connsiteX1717" fmla="*/ 1343311 w 1819275"/>
                <a:gd name="connsiteY1717" fmla="*/ 1252538 h 1590675"/>
                <a:gd name="connsiteX1718" fmla="*/ 1343025 w 1819275"/>
                <a:gd name="connsiteY1718" fmla="*/ 1251776 h 1590675"/>
                <a:gd name="connsiteX1719" fmla="*/ 1343025 w 1819275"/>
                <a:gd name="connsiteY1719" fmla="*/ 1250633 h 1590675"/>
                <a:gd name="connsiteX1720" fmla="*/ 1343025 w 1819275"/>
                <a:gd name="connsiteY1720" fmla="*/ 1250061 h 1590675"/>
                <a:gd name="connsiteX1721" fmla="*/ 1343120 w 1819275"/>
                <a:gd name="connsiteY1721" fmla="*/ 1249394 h 1590675"/>
                <a:gd name="connsiteX1722" fmla="*/ 1343406 w 1819275"/>
                <a:gd name="connsiteY1722" fmla="*/ 1248728 h 1590675"/>
                <a:gd name="connsiteX1723" fmla="*/ 1346073 w 1819275"/>
                <a:gd name="connsiteY1723" fmla="*/ 1243298 h 1590675"/>
                <a:gd name="connsiteX1724" fmla="*/ 1346454 w 1819275"/>
                <a:gd name="connsiteY1724" fmla="*/ 1241774 h 1590675"/>
                <a:gd name="connsiteX1725" fmla="*/ 1346645 w 1819275"/>
                <a:gd name="connsiteY1725" fmla="*/ 1239679 h 1590675"/>
                <a:gd name="connsiteX1726" fmla="*/ 1346454 w 1819275"/>
                <a:gd name="connsiteY1726" fmla="*/ 1236726 h 1590675"/>
                <a:gd name="connsiteX1727" fmla="*/ 1346073 w 1819275"/>
                <a:gd name="connsiteY1727" fmla="*/ 1234821 h 1590675"/>
                <a:gd name="connsiteX1728" fmla="*/ 1345692 w 1819275"/>
                <a:gd name="connsiteY1728" fmla="*/ 1233678 h 1590675"/>
                <a:gd name="connsiteX1729" fmla="*/ 1326071 w 1819275"/>
                <a:gd name="connsiteY1729" fmla="*/ 1200245 h 1590675"/>
                <a:gd name="connsiteX1730" fmla="*/ 1323785 w 1819275"/>
                <a:gd name="connsiteY1730" fmla="*/ 1194911 h 1590675"/>
                <a:gd name="connsiteX1731" fmla="*/ 1322832 w 1819275"/>
                <a:gd name="connsiteY1731" fmla="*/ 1191863 h 1590675"/>
                <a:gd name="connsiteX1732" fmla="*/ 1322642 w 1819275"/>
                <a:gd name="connsiteY1732" fmla="*/ 1189387 h 1590675"/>
                <a:gd name="connsiteX1733" fmla="*/ 1323308 w 1819275"/>
                <a:gd name="connsiteY1733" fmla="*/ 1188053 h 1590675"/>
                <a:gd name="connsiteX1734" fmla="*/ 1324356 w 1819275"/>
                <a:gd name="connsiteY1734" fmla="*/ 1187006 h 1590675"/>
                <a:gd name="connsiteX1735" fmla="*/ 1325690 w 1819275"/>
                <a:gd name="connsiteY1735" fmla="*/ 1186243 h 1590675"/>
                <a:gd name="connsiteX1736" fmla="*/ 1327023 w 1819275"/>
                <a:gd name="connsiteY1736" fmla="*/ 1185672 h 1590675"/>
                <a:gd name="connsiteX1737" fmla="*/ 1329881 w 1819275"/>
                <a:gd name="connsiteY1737" fmla="*/ 1185196 h 1590675"/>
                <a:gd name="connsiteX1738" fmla="*/ 1331119 w 1819275"/>
                <a:gd name="connsiteY1738" fmla="*/ 1185196 h 1590675"/>
                <a:gd name="connsiteX1739" fmla="*/ 1335596 w 1819275"/>
                <a:gd name="connsiteY1739" fmla="*/ 1186053 h 1590675"/>
                <a:gd name="connsiteX1740" fmla="*/ 1336262 w 1819275"/>
                <a:gd name="connsiteY1740" fmla="*/ 1185958 h 1590675"/>
                <a:gd name="connsiteX1741" fmla="*/ 1341025 w 1819275"/>
                <a:gd name="connsiteY1741" fmla="*/ 1183958 h 1590675"/>
                <a:gd name="connsiteX1742" fmla="*/ 1342644 w 1819275"/>
                <a:gd name="connsiteY1742" fmla="*/ 1182910 h 1590675"/>
                <a:gd name="connsiteX1743" fmla="*/ 1343501 w 1819275"/>
                <a:gd name="connsiteY1743" fmla="*/ 1182148 h 1590675"/>
                <a:gd name="connsiteX1744" fmla="*/ 1348835 w 1819275"/>
                <a:gd name="connsiteY1744" fmla="*/ 1179290 h 1590675"/>
                <a:gd name="connsiteX1745" fmla="*/ 1353503 w 1819275"/>
                <a:gd name="connsiteY1745" fmla="*/ 1175290 h 1590675"/>
                <a:gd name="connsiteX1746" fmla="*/ 1354550 w 1819275"/>
                <a:gd name="connsiteY1746" fmla="*/ 1174242 h 1590675"/>
                <a:gd name="connsiteX1747" fmla="*/ 1356932 w 1819275"/>
                <a:gd name="connsiteY1747" fmla="*/ 1172337 h 1590675"/>
                <a:gd name="connsiteX1748" fmla="*/ 1360646 w 1819275"/>
                <a:gd name="connsiteY1748" fmla="*/ 1170623 h 1590675"/>
                <a:gd name="connsiteX1749" fmla="*/ 1361123 w 1819275"/>
                <a:gd name="connsiteY1749" fmla="*/ 1170337 h 1590675"/>
                <a:gd name="connsiteX1750" fmla="*/ 1361408 w 1819275"/>
                <a:gd name="connsiteY1750" fmla="*/ 1169956 h 1590675"/>
                <a:gd name="connsiteX1751" fmla="*/ 1361694 w 1819275"/>
                <a:gd name="connsiteY1751" fmla="*/ 1169384 h 1590675"/>
                <a:gd name="connsiteX1752" fmla="*/ 1361789 w 1819275"/>
                <a:gd name="connsiteY1752" fmla="*/ 1168813 h 1590675"/>
                <a:gd name="connsiteX1753" fmla="*/ 1361980 w 1819275"/>
                <a:gd name="connsiteY1753" fmla="*/ 1166908 h 1590675"/>
                <a:gd name="connsiteX1754" fmla="*/ 1362170 w 1819275"/>
                <a:gd name="connsiteY1754" fmla="*/ 1166146 h 1590675"/>
                <a:gd name="connsiteX1755" fmla="*/ 1362456 w 1819275"/>
                <a:gd name="connsiteY1755" fmla="*/ 1165384 h 1590675"/>
                <a:gd name="connsiteX1756" fmla="*/ 1362837 w 1819275"/>
                <a:gd name="connsiteY1756" fmla="*/ 1164812 h 1590675"/>
                <a:gd name="connsiteX1757" fmla="*/ 1363313 w 1819275"/>
                <a:gd name="connsiteY1757" fmla="*/ 1164527 h 1590675"/>
                <a:gd name="connsiteX1758" fmla="*/ 1363790 w 1819275"/>
                <a:gd name="connsiteY1758" fmla="*/ 1164431 h 1590675"/>
                <a:gd name="connsiteX1759" fmla="*/ 1367028 w 1819275"/>
                <a:gd name="connsiteY1759" fmla="*/ 1165098 h 1590675"/>
                <a:gd name="connsiteX1760" fmla="*/ 1369409 w 1819275"/>
                <a:gd name="connsiteY1760" fmla="*/ 1164908 h 1590675"/>
                <a:gd name="connsiteX1761" fmla="*/ 1382173 w 1819275"/>
                <a:gd name="connsiteY1761" fmla="*/ 1162145 h 1590675"/>
                <a:gd name="connsiteX1762" fmla="*/ 1384459 w 1819275"/>
                <a:gd name="connsiteY1762" fmla="*/ 1161860 h 1590675"/>
                <a:gd name="connsiteX1763" fmla="*/ 1391507 w 1819275"/>
                <a:gd name="connsiteY1763" fmla="*/ 1162336 h 1590675"/>
                <a:gd name="connsiteX1764" fmla="*/ 1400080 w 1819275"/>
                <a:gd name="connsiteY1764" fmla="*/ 1160526 h 1590675"/>
                <a:gd name="connsiteX1765" fmla="*/ 1406461 w 1819275"/>
                <a:gd name="connsiteY1765" fmla="*/ 1158050 h 1590675"/>
                <a:gd name="connsiteX1766" fmla="*/ 1408652 w 1819275"/>
                <a:gd name="connsiteY1766" fmla="*/ 1157668 h 1590675"/>
                <a:gd name="connsiteX1767" fmla="*/ 1414082 w 1819275"/>
                <a:gd name="connsiteY1767" fmla="*/ 1157573 h 1590675"/>
                <a:gd name="connsiteX1768" fmla="*/ 1417892 w 1819275"/>
                <a:gd name="connsiteY1768" fmla="*/ 1156145 h 1590675"/>
                <a:gd name="connsiteX1769" fmla="*/ 1425893 w 1819275"/>
                <a:gd name="connsiteY1769" fmla="*/ 1151573 h 1590675"/>
                <a:gd name="connsiteX1770" fmla="*/ 1427798 w 1819275"/>
                <a:gd name="connsiteY1770" fmla="*/ 1150810 h 1590675"/>
                <a:gd name="connsiteX1771" fmla="*/ 1429798 w 1819275"/>
                <a:gd name="connsiteY1771" fmla="*/ 1150239 h 1590675"/>
                <a:gd name="connsiteX1772" fmla="*/ 1440752 w 1819275"/>
                <a:gd name="connsiteY1772" fmla="*/ 1149382 h 1590675"/>
                <a:gd name="connsiteX1773" fmla="*/ 1460945 w 1819275"/>
                <a:gd name="connsiteY1773" fmla="*/ 1144238 h 1590675"/>
                <a:gd name="connsiteX1774" fmla="*/ 1468469 w 1819275"/>
                <a:gd name="connsiteY1774" fmla="*/ 1141095 h 1590675"/>
                <a:gd name="connsiteX1775" fmla="*/ 1480280 w 1819275"/>
                <a:gd name="connsiteY1775" fmla="*/ 1137571 h 1590675"/>
                <a:gd name="connsiteX1776" fmla="*/ 1490377 w 1819275"/>
                <a:gd name="connsiteY1776" fmla="*/ 1132618 h 1590675"/>
                <a:gd name="connsiteX1777" fmla="*/ 1497140 w 1819275"/>
                <a:gd name="connsiteY1777" fmla="*/ 1126427 h 1590675"/>
                <a:gd name="connsiteX1778" fmla="*/ 1497902 w 1819275"/>
                <a:gd name="connsiteY1778" fmla="*/ 1125855 h 1590675"/>
                <a:gd name="connsiteX1779" fmla="*/ 1499807 w 1819275"/>
                <a:gd name="connsiteY1779" fmla="*/ 1125093 h 1590675"/>
                <a:gd name="connsiteX1780" fmla="*/ 1501997 w 1819275"/>
                <a:gd name="connsiteY1780" fmla="*/ 1124617 h 1590675"/>
                <a:gd name="connsiteX1781" fmla="*/ 1510760 w 1819275"/>
                <a:gd name="connsiteY1781" fmla="*/ 1123950 h 1590675"/>
                <a:gd name="connsiteX1782" fmla="*/ 1535335 w 1819275"/>
                <a:gd name="connsiteY1782" fmla="*/ 1118616 h 1590675"/>
                <a:gd name="connsiteX1783" fmla="*/ 1542764 w 1819275"/>
                <a:gd name="connsiteY1783" fmla="*/ 1116044 h 1590675"/>
                <a:gd name="connsiteX1784" fmla="*/ 1544288 w 1819275"/>
                <a:gd name="connsiteY1784" fmla="*/ 1115854 h 1590675"/>
                <a:gd name="connsiteX1785" fmla="*/ 1545241 w 1819275"/>
                <a:gd name="connsiteY1785" fmla="*/ 1115854 h 1590675"/>
                <a:gd name="connsiteX1786" fmla="*/ 1545241 w 1819275"/>
                <a:gd name="connsiteY1786" fmla="*/ 1114711 h 1590675"/>
                <a:gd name="connsiteX1787" fmla="*/ 1545717 w 1819275"/>
                <a:gd name="connsiteY1787" fmla="*/ 1099661 h 1590675"/>
                <a:gd name="connsiteX1788" fmla="*/ 1546670 w 1819275"/>
                <a:gd name="connsiteY1788" fmla="*/ 1091279 h 1590675"/>
                <a:gd name="connsiteX1789" fmla="*/ 1546765 w 1819275"/>
                <a:gd name="connsiteY1789" fmla="*/ 1087564 h 1590675"/>
                <a:gd name="connsiteX1790" fmla="*/ 1546479 w 1819275"/>
                <a:gd name="connsiteY1790" fmla="*/ 1086136 h 1590675"/>
                <a:gd name="connsiteX1791" fmla="*/ 1546289 w 1819275"/>
                <a:gd name="connsiteY1791" fmla="*/ 1084993 h 1590675"/>
                <a:gd name="connsiteX1792" fmla="*/ 1532192 w 1819275"/>
                <a:gd name="connsiteY1792" fmla="*/ 1048036 h 1590675"/>
                <a:gd name="connsiteX1793" fmla="*/ 1531715 w 1819275"/>
                <a:gd name="connsiteY1793" fmla="*/ 1044988 h 1590675"/>
                <a:gd name="connsiteX1794" fmla="*/ 1531620 w 1819275"/>
                <a:gd name="connsiteY1794" fmla="*/ 1042606 h 1590675"/>
                <a:gd name="connsiteX1795" fmla="*/ 1531715 w 1819275"/>
                <a:gd name="connsiteY1795" fmla="*/ 1041083 h 1590675"/>
                <a:gd name="connsiteX1796" fmla="*/ 1532096 w 1819275"/>
                <a:gd name="connsiteY1796" fmla="*/ 1039749 h 1590675"/>
                <a:gd name="connsiteX1797" fmla="*/ 1532573 w 1819275"/>
                <a:gd name="connsiteY1797" fmla="*/ 1038130 h 1590675"/>
                <a:gd name="connsiteX1798" fmla="*/ 1543050 w 1819275"/>
                <a:gd name="connsiteY1798" fmla="*/ 1020128 h 1590675"/>
                <a:gd name="connsiteX1799" fmla="*/ 1543622 w 1819275"/>
                <a:gd name="connsiteY1799" fmla="*/ 1018699 h 1590675"/>
                <a:gd name="connsiteX1800" fmla="*/ 1544003 w 1819275"/>
                <a:gd name="connsiteY1800" fmla="*/ 1016127 h 1590675"/>
                <a:gd name="connsiteX1801" fmla="*/ 1544479 w 1819275"/>
                <a:gd name="connsiteY1801" fmla="*/ 984313 h 1590675"/>
                <a:gd name="connsiteX1802" fmla="*/ 1545717 w 1819275"/>
                <a:gd name="connsiteY1802" fmla="*/ 979075 h 1590675"/>
                <a:gd name="connsiteX1803" fmla="*/ 1549622 w 1819275"/>
                <a:gd name="connsiteY1803" fmla="*/ 977455 h 1590675"/>
                <a:gd name="connsiteX1804" fmla="*/ 1553337 w 1819275"/>
                <a:gd name="connsiteY1804" fmla="*/ 977265 h 1590675"/>
                <a:gd name="connsiteX1805" fmla="*/ 1573244 w 1819275"/>
                <a:gd name="connsiteY1805" fmla="*/ 979456 h 1590675"/>
                <a:gd name="connsiteX1806" fmla="*/ 1575911 w 1819275"/>
                <a:gd name="connsiteY1806" fmla="*/ 978599 h 1590675"/>
                <a:gd name="connsiteX1807" fmla="*/ 1582198 w 1819275"/>
                <a:gd name="connsiteY1807" fmla="*/ 974408 h 1590675"/>
                <a:gd name="connsiteX1808" fmla="*/ 1590675 w 1819275"/>
                <a:gd name="connsiteY1808" fmla="*/ 971264 h 1590675"/>
                <a:gd name="connsiteX1809" fmla="*/ 1593152 w 1819275"/>
                <a:gd name="connsiteY1809" fmla="*/ 969835 h 1590675"/>
                <a:gd name="connsiteX1810" fmla="*/ 1596581 w 1819275"/>
                <a:gd name="connsiteY1810" fmla="*/ 966978 h 1590675"/>
                <a:gd name="connsiteX1811" fmla="*/ 1603915 w 1819275"/>
                <a:gd name="connsiteY1811" fmla="*/ 956977 h 1590675"/>
                <a:gd name="connsiteX1812" fmla="*/ 1607534 w 1819275"/>
                <a:gd name="connsiteY1812" fmla="*/ 950690 h 1590675"/>
                <a:gd name="connsiteX1813" fmla="*/ 1611154 w 1819275"/>
                <a:gd name="connsiteY1813" fmla="*/ 942308 h 1590675"/>
                <a:gd name="connsiteX1814" fmla="*/ 1631252 w 1819275"/>
                <a:gd name="connsiteY1814" fmla="*/ 912685 h 1590675"/>
                <a:gd name="connsiteX1815" fmla="*/ 1676781 w 1819275"/>
                <a:gd name="connsiteY1815" fmla="*/ 861631 h 1590675"/>
                <a:gd name="connsiteX1816" fmla="*/ 1714881 w 1819275"/>
                <a:gd name="connsiteY1816" fmla="*/ 839914 h 1590675"/>
                <a:gd name="connsiteX1817" fmla="*/ 1749552 w 1819275"/>
                <a:gd name="connsiteY1817" fmla="*/ 832771 h 1590675"/>
                <a:gd name="connsiteX1818" fmla="*/ 1771936 w 1819275"/>
                <a:gd name="connsiteY1818" fmla="*/ 835533 h 1590675"/>
                <a:gd name="connsiteX1819" fmla="*/ 1774698 w 1819275"/>
                <a:gd name="connsiteY1819" fmla="*/ 835247 h 1590675"/>
                <a:gd name="connsiteX1820" fmla="*/ 1777175 w 1819275"/>
                <a:gd name="connsiteY1820" fmla="*/ 834200 h 1590675"/>
                <a:gd name="connsiteX1821" fmla="*/ 1779270 w 1819275"/>
                <a:gd name="connsiteY1821" fmla="*/ 832866 h 1590675"/>
                <a:gd name="connsiteX1822" fmla="*/ 1786319 w 1819275"/>
                <a:gd name="connsiteY1822" fmla="*/ 826008 h 1590675"/>
                <a:gd name="connsiteX1823" fmla="*/ 1793081 w 1819275"/>
                <a:gd name="connsiteY1823" fmla="*/ 817817 h 1590675"/>
                <a:gd name="connsiteX1824" fmla="*/ 1793462 w 1819275"/>
                <a:gd name="connsiteY1824" fmla="*/ 816959 h 1590675"/>
                <a:gd name="connsiteX1825" fmla="*/ 1793748 w 1819275"/>
                <a:gd name="connsiteY1825" fmla="*/ 815912 h 1590675"/>
                <a:gd name="connsiteX1826" fmla="*/ 1793748 w 1819275"/>
                <a:gd name="connsiteY1826" fmla="*/ 814006 h 1590675"/>
                <a:gd name="connsiteX1827" fmla="*/ 1793462 w 1819275"/>
                <a:gd name="connsiteY1827" fmla="*/ 812673 h 1590675"/>
                <a:gd name="connsiteX1828" fmla="*/ 1792224 w 1819275"/>
                <a:gd name="connsiteY1828" fmla="*/ 808577 h 1590675"/>
                <a:gd name="connsiteX1829" fmla="*/ 1791843 w 1819275"/>
                <a:gd name="connsiteY1829" fmla="*/ 806291 h 1590675"/>
                <a:gd name="connsiteX1830" fmla="*/ 1791653 w 1819275"/>
                <a:gd name="connsiteY1830" fmla="*/ 802481 h 1590675"/>
                <a:gd name="connsiteX1831" fmla="*/ 1793653 w 1819275"/>
                <a:gd name="connsiteY1831" fmla="*/ 763524 h 1590675"/>
                <a:gd name="connsiteX1832" fmla="*/ 1794415 w 1819275"/>
                <a:gd name="connsiteY1832" fmla="*/ 759143 h 1590675"/>
                <a:gd name="connsiteX1833" fmla="*/ 1795177 w 1819275"/>
                <a:gd name="connsiteY1833" fmla="*/ 757142 h 1590675"/>
                <a:gd name="connsiteX1834" fmla="*/ 1796034 w 1819275"/>
                <a:gd name="connsiteY1834" fmla="*/ 755713 h 1590675"/>
                <a:gd name="connsiteX1835" fmla="*/ 1797463 w 1819275"/>
                <a:gd name="connsiteY1835" fmla="*/ 754189 h 1590675"/>
                <a:gd name="connsiteX1836" fmla="*/ 1819466 w 1819275"/>
                <a:gd name="connsiteY1836" fmla="*/ 739426 h 1590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</a:cxnLst>
              <a:rect l="l" t="t" r="r" b="b"/>
              <a:pathLst>
                <a:path w="1819275" h="1590675">
                  <a:moveTo>
                    <a:pt x="1818799" y="739235"/>
                  </a:moveTo>
                  <a:lnTo>
                    <a:pt x="1818227" y="737426"/>
                  </a:lnTo>
                  <a:lnTo>
                    <a:pt x="1817180" y="723805"/>
                  </a:lnTo>
                  <a:lnTo>
                    <a:pt x="1816608" y="721328"/>
                  </a:lnTo>
                  <a:lnTo>
                    <a:pt x="1815656" y="719138"/>
                  </a:lnTo>
                  <a:lnTo>
                    <a:pt x="1813751" y="716566"/>
                  </a:lnTo>
                  <a:lnTo>
                    <a:pt x="1782890" y="685895"/>
                  </a:lnTo>
                  <a:lnTo>
                    <a:pt x="1780127" y="682371"/>
                  </a:lnTo>
                  <a:lnTo>
                    <a:pt x="1778603" y="678275"/>
                  </a:lnTo>
                  <a:lnTo>
                    <a:pt x="1777841" y="673703"/>
                  </a:lnTo>
                  <a:lnTo>
                    <a:pt x="1777556" y="668655"/>
                  </a:lnTo>
                  <a:lnTo>
                    <a:pt x="1776794" y="664655"/>
                  </a:lnTo>
                  <a:lnTo>
                    <a:pt x="1765649" y="640271"/>
                  </a:lnTo>
                  <a:lnTo>
                    <a:pt x="1757363" y="613982"/>
                  </a:lnTo>
                  <a:lnTo>
                    <a:pt x="1753076" y="604171"/>
                  </a:lnTo>
                  <a:lnTo>
                    <a:pt x="1751076" y="601790"/>
                  </a:lnTo>
                  <a:lnTo>
                    <a:pt x="1748219" y="601028"/>
                  </a:lnTo>
                  <a:lnTo>
                    <a:pt x="1744028" y="600742"/>
                  </a:lnTo>
                  <a:lnTo>
                    <a:pt x="1736407" y="598742"/>
                  </a:lnTo>
                  <a:lnTo>
                    <a:pt x="1735741" y="597599"/>
                  </a:lnTo>
                  <a:lnTo>
                    <a:pt x="1735741" y="595027"/>
                  </a:lnTo>
                  <a:lnTo>
                    <a:pt x="1736503" y="588645"/>
                  </a:lnTo>
                  <a:lnTo>
                    <a:pt x="1735931" y="583025"/>
                  </a:lnTo>
                  <a:lnTo>
                    <a:pt x="1736027" y="581978"/>
                  </a:lnTo>
                  <a:lnTo>
                    <a:pt x="1736407" y="580834"/>
                  </a:lnTo>
                  <a:lnTo>
                    <a:pt x="1737455" y="578739"/>
                  </a:lnTo>
                  <a:lnTo>
                    <a:pt x="1738027" y="575691"/>
                  </a:lnTo>
                  <a:lnTo>
                    <a:pt x="1738979" y="573786"/>
                  </a:lnTo>
                  <a:lnTo>
                    <a:pt x="1741361" y="570548"/>
                  </a:lnTo>
                  <a:lnTo>
                    <a:pt x="1742027" y="568357"/>
                  </a:lnTo>
                  <a:lnTo>
                    <a:pt x="1740599" y="567595"/>
                  </a:lnTo>
                  <a:lnTo>
                    <a:pt x="1713167" y="571214"/>
                  </a:lnTo>
                  <a:lnTo>
                    <a:pt x="1709738" y="570738"/>
                  </a:lnTo>
                  <a:lnTo>
                    <a:pt x="1702689" y="566833"/>
                  </a:lnTo>
                  <a:lnTo>
                    <a:pt x="1687925" y="562261"/>
                  </a:lnTo>
                  <a:lnTo>
                    <a:pt x="1686116" y="561404"/>
                  </a:lnTo>
                  <a:lnTo>
                    <a:pt x="1684973" y="559880"/>
                  </a:lnTo>
                  <a:lnTo>
                    <a:pt x="1684115" y="557975"/>
                  </a:lnTo>
                  <a:lnTo>
                    <a:pt x="1682877" y="556355"/>
                  </a:lnTo>
                  <a:lnTo>
                    <a:pt x="1677353" y="551021"/>
                  </a:lnTo>
                  <a:lnTo>
                    <a:pt x="1667161" y="544640"/>
                  </a:lnTo>
                  <a:lnTo>
                    <a:pt x="1664684" y="543401"/>
                  </a:lnTo>
                  <a:lnTo>
                    <a:pt x="1659636" y="543401"/>
                  </a:lnTo>
                  <a:lnTo>
                    <a:pt x="1657350" y="542544"/>
                  </a:lnTo>
                  <a:lnTo>
                    <a:pt x="1656017" y="540734"/>
                  </a:lnTo>
                  <a:lnTo>
                    <a:pt x="1653921" y="535972"/>
                  </a:lnTo>
                  <a:lnTo>
                    <a:pt x="1652492" y="533876"/>
                  </a:lnTo>
                  <a:lnTo>
                    <a:pt x="1645920" y="526637"/>
                  </a:lnTo>
                  <a:lnTo>
                    <a:pt x="1644872" y="525875"/>
                  </a:lnTo>
                  <a:lnTo>
                    <a:pt x="1643539" y="525399"/>
                  </a:lnTo>
                  <a:lnTo>
                    <a:pt x="1642205" y="525209"/>
                  </a:lnTo>
                  <a:lnTo>
                    <a:pt x="1638586" y="526923"/>
                  </a:lnTo>
                  <a:lnTo>
                    <a:pt x="1635061" y="527018"/>
                  </a:lnTo>
                  <a:lnTo>
                    <a:pt x="1628299" y="525971"/>
                  </a:lnTo>
                  <a:lnTo>
                    <a:pt x="1624489" y="524542"/>
                  </a:lnTo>
                  <a:lnTo>
                    <a:pt x="1620298" y="519970"/>
                  </a:lnTo>
                  <a:lnTo>
                    <a:pt x="1607439" y="501967"/>
                  </a:lnTo>
                  <a:lnTo>
                    <a:pt x="1605439" y="500063"/>
                  </a:lnTo>
                  <a:lnTo>
                    <a:pt x="1592390" y="493300"/>
                  </a:lnTo>
                  <a:lnTo>
                    <a:pt x="1584007" y="492919"/>
                  </a:lnTo>
                  <a:lnTo>
                    <a:pt x="1582388" y="492252"/>
                  </a:lnTo>
                  <a:lnTo>
                    <a:pt x="1579245" y="490252"/>
                  </a:lnTo>
                  <a:lnTo>
                    <a:pt x="1577626" y="489490"/>
                  </a:lnTo>
                  <a:lnTo>
                    <a:pt x="1575721" y="489394"/>
                  </a:lnTo>
                  <a:lnTo>
                    <a:pt x="1571911" y="490061"/>
                  </a:lnTo>
                  <a:lnTo>
                    <a:pt x="1569911" y="489871"/>
                  </a:lnTo>
                  <a:lnTo>
                    <a:pt x="1563624" y="486918"/>
                  </a:lnTo>
                  <a:lnTo>
                    <a:pt x="1561529" y="486728"/>
                  </a:lnTo>
                  <a:lnTo>
                    <a:pt x="1556480" y="487204"/>
                  </a:lnTo>
                  <a:lnTo>
                    <a:pt x="1554575" y="487394"/>
                  </a:lnTo>
                  <a:lnTo>
                    <a:pt x="1553051" y="486918"/>
                  </a:lnTo>
                  <a:lnTo>
                    <a:pt x="1551527" y="486728"/>
                  </a:lnTo>
                  <a:lnTo>
                    <a:pt x="1550003" y="486918"/>
                  </a:lnTo>
                  <a:lnTo>
                    <a:pt x="1548384" y="487299"/>
                  </a:lnTo>
                  <a:lnTo>
                    <a:pt x="1546003" y="487204"/>
                  </a:lnTo>
                  <a:lnTo>
                    <a:pt x="1543717" y="486156"/>
                  </a:lnTo>
                  <a:lnTo>
                    <a:pt x="1539335" y="483584"/>
                  </a:lnTo>
                  <a:lnTo>
                    <a:pt x="1538192" y="483394"/>
                  </a:lnTo>
                  <a:lnTo>
                    <a:pt x="1535525" y="483965"/>
                  </a:lnTo>
                  <a:lnTo>
                    <a:pt x="1534287" y="484061"/>
                  </a:lnTo>
                  <a:lnTo>
                    <a:pt x="1530668" y="483584"/>
                  </a:lnTo>
                  <a:lnTo>
                    <a:pt x="1521524" y="486061"/>
                  </a:lnTo>
                  <a:lnTo>
                    <a:pt x="1516190" y="486346"/>
                  </a:lnTo>
                  <a:lnTo>
                    <a:pt x="1508474" y="488061"/>
                  </a:lnTo>
                  <a:lnTo>
                    <a:pt x="1507141" y="488061"/>
                  </a:lnTo>
                  <a:lnTo>
                    <a:pt x="1503521" y="486537"/>
                  </a:lnTo>
                  <a:lnTo>
                    <a:pt x="1502188" y="486346"/>
                  </a:lnTo>
                  <a:lnTo>
                    <a:pt x="1498282" y="486918"/>
                  </a:lnTo>
                  <a:lnTo>
                    <a:pt x="1496949" y="486918"/>
                  </a:lnTo>
                  <a:lnTo>
                    <a:pt x="1493234" y="485584"/>
                  </a:lnTo>
                  <a:lnTo>
                    <a:pt x="1491901" y="485584"/>
                  </a:lnTo>
                  <a:lnTo>
                    <a:pt x="1487996" y="486632"/>
                  </a:lnTo>
                  <a:lnTo>
                    <a:pt x="1485995" y="486156"/>
                  </a:lnTo>
                  <a:lnTo>
                    <a:pt x="1479137" y="481298"/>
                  </a:lnTo>
                  <a:lnTo>
                    <a:pt x="1476566" y="480060"/>
                  </a:lnTo>
                  <a:lnTo>
                    <a:pt x="1473899" y="479393"/>
                  </a:lnTo>
                  <a:lnTo>
                    <a:pt x="1471232" y="479203"/>
                  </a:lnTo>
                  <a:lnTo>
                    <a:pt x="1468469" y="479584"/>
                  </a:lnTo>
                  <a:lnTo>
                    <a:pt x="1463993" y="480441"/>
                  </a:lnTo>
                  <a:lnTo>
                    <a:pt x="1450277" y="479679"/>
                  </a:lnTo>
                  <a:lnTo>
                    <a:pt x="1448467" y="479869"/>
                  </a:lnTo>
                  <a:lnTo>
                    <a:pt x="1445228" y="480917"/>
                  </a:lnTo>
                  <a:lnTo>
                    <a:pt x="1443514" y="481108"/>
                  </a:lnTo>
                  <a:lnTo>
                    <a:pt x="1435608" y="479107"/>
                  </a:lnTo>
                  <a:lnTo>
                    <a:pt x="1434656" y="479298"/>
                  </a:lnTo>
                  <a:lnTo>
                    <a:pt x="1433989" y="479679"/>
                  </a:lnTo>
                  <a:lnTo>
                    <a:pt x="1433227" y="479774"/>
                  </a:lnTo>
                  <a:lnTo>
                    <a:pt x="1432274" y="479107"/>
                  </a:lnTo>
                  <a:lnTo>
                    <a:pt x="1427036" y="472345"/>
                  </a:lnTo>
                  <a:lnTo>
                    <a:pt x="1425607" y="471297"/>
                  </a:lnTo>
                  <a:lnTo>
                    <a:pt x="1423892" y="471392"/>
                  </a:lnTo>
                  <a:lnTo>
                    <a:pt x="1422464" y="472345"/>
                  </a:lnTo>
                  <a:lnTo>
                    <a:pt x="1421225" y="473773"/>
                  </a:lnTo>
                  <a:lnTo>
                    <a:pt x="1419797" y="474917"/>
                  </a:lnTo>
                  <a:lnTo>
                    <a:pt x="1418273" y="475012"/>
                  </a:lnTo>
                  <a:lnTo>
                    <a:pt x="1410462" y="473202"/>
                  </a:lnTo>
                  <a:lnTo>
                    <a:pt x="1405319" y="470440"/>
                  </a:lnTo>
                  <a:lnTo>
                    <a:pt x="1404080" y="469392"/>
                  </a:lnTo>
                  <a:lnTo>
                    <a:pt x="1402366" y="466725"/>
                  </a:lnTo>
                  <a:lnTo>
                    <a:pt x="1401318" y="465487"/>
                  </a:lnTo>
                  <a:lnTo>
                    <a:pt x="1398651" y="464058"/>
                  </a:lnTo>
                  <a:lnTo>
                    <a:pt x="1395127" y="463296"/>
                  </a:lnTo>
                  <a:lnTo>
                    <a:pt x="1391412" y="463105"/>
                  </a:lnTo>
                  <a:lnTo>
                    <a:pt x="1388555" y="463582"/>
                  </a:lnTo>
                  <a:lnTo>
                    <a:pt x="1383030" y="466820"/>
                  </a:lnTo>
                  <a:lnTo>
                    <a:pt x="1380458" y="466820"/>
                  </a:lnTo>
                  <a:lnTo>
                    <a:pt x="1379125" y="463582"/>
                  </a:lnTo>
                  <a:lnTo>
                    <a:pt x="1379411" y="461677"/>
                  </a:lnTo>
                  <a:lnTo>
                    <a:pt x="1379792" y="460438"/>
                  </a:lnTo>
                  <a:lnTo>
                    <a:pt x="1379887" y="459200"/>
                  </a:lnTo>
                  <a:lnTo>
                    <a:pt x="1378934" y="457295"/>
                  </a:lnTo>
                  <a:lnTo>
                    <a:pt x="1377506" y="456152"/>
                  </a:lnTo>
                  <a:lnTo>
                    <a:pt x="1374267" y="454723"/>
                  </a:lnTo>
                  <a:lnTo>
                    <a:pt x="1373791" y="453485"/>
                  </a:lnTo>
                  <a:lnTo>
                    <a:pt x="1373791" y="449675"/>
                  </a:lnTo>
                  <a:lnTo>
                    <a:pt x="1372838" y="446532"/>
                  </a:lnTo>
                  <a:lnTo>
                    <a:pt x="1371600" y="443579"/>
                  </a:lnTo>
                  <a:lnTo>
                    <a:pt x="1370838" y="440246"/>
                  </a:lnTo>
                  <a:lnTo>
                    <a:pt x="1369600" y="437864"/>
                  </a:lnTo>
                  <a:lnTo>
                    <a:pt x="1364361" y="433959"/>
                  </a:lnTo>
                  <a:lnTo>
                    <a:pt x="1362647" y="432054"/>
                  </a:lnTo>
                  <a:lnTo>
                    <a:pt x="1366266" y="405003"/>
                  </a:lnTo>
                  <a:lnTo>
                    <a:pt x="1367409" y="402527"/>
                  </a:lnTo>
                  <a:lnTo>
                    <a:pt x="1384078" y="379857"/>
                  </a:lnTo>
                  <a:lnTo>
                    <a:pt x="1388555" y="375571"/>
                  </a:lnTo>
                  <a:lnTo>
                    <a:pt x="1389412" y="374904"/>
                  </a:lnTo>
                  <a:lnTo>
                    <a:pt x="1390745" y="371665"/>
                  </a:lnTo>
                  <a:lnTo>
                    <a:pt x="1390936" y="366332"/>
                  </a:lnTo>
                  <a:lnTo>
                    <a:pt x="1390174" y="361093"/>
                  </a:lnTo>
                  <a:lnTo>
                    <a:pt x="1388555" y="358045"/>
                  </a:lnTo>
                  <a:lnTo>
                    <a:pt x="1386459" y="354806"/>
                  </a:lnTo>
                  <a:lnTo>
                    <a:pt x="1382459" y="341757"/>
                  </a:lnTo>
                  <a:lnTo>
                    <a:pt x="1382268" y="339376"/>
                  </a:lnTo>
                  <a:lnTo>
                    <a:pt x="1383030" y="337661"/>
                  </a:lnTo>
                  <a:lnTo>
                    <a:pt x="1385411" y="334613"/>
                  </a:lnTo>
                  <a:lnTo>
                    <a:pt x="1388555" y="326231"/>
                  </a:lnTo>
                  <a:lnTo>
                    <a:pt x="1389412" y="324040"/>
                  </a:lnTo>
                  <a:lnTo>
                    <a:pt x="1390650" y="319469"/>
                  </a:lnTo>
                  <a:lnTo>
                    <a:pt x="1391698" y="317373"/>
                  </a:lnTo>
                  <a:lnTo>
                    <a:pt x="1393412" y="313182"/>
                  </a:lnTo>
                  <a:lnTo>
                    <a:pt x="1394174" y="310610"/>
                  </a:lnTo>
                  <a:lnTo>
                    <a:pt x="1394365" y="308896"/>
                  </a:lnTo>
                  <a:lnTo>
                    <a:pt x="1393127" y="307277"/>
                  </a:lnTo>
                  <a:lnTo>
                    <a:pt x="1391412" y="306705"/>
                  </a:lnTo>
                  <a:lnTo>
                    <a:pt x="1390174" y="305562"/>
                  </a:lnTo>
                  <a:lnTo>
                    <a:pt x="1390364" y="302609"/>
                  </a:lnTo>
                  <a:lnTo>
                    <a:pt x="1391507" y="297656"/>
                  </a:lnTo>
                  <a:lnTo>
                    <a:pt x="1391698" y="294513"/>
                  </a:lnTo>
                  <a:lnTo>
                    <a:pt x="1391793" y="292989"/>
                  </a:lnTo>
                  <a:lnTo>
                    <a:pt x="1390936" y="288703"/>
                  </a:lnTo>
                  <a:lnTo>
                    <a:pt x="1388555" y="284702"/>
                  </a:lnTo>
                  <a:lnTo>
                    <a:pt x="1385697" y="281845"/>
                  </a:lnTo>
                  <a:lnTo>
                    <a:pt x="1384554" y="280225"/>
                  </a:lnTo>
                  <a:lnTo>
                    <a:pt x="1384173" y="277844"/>
                  </a:lnTo>
                  <a:lnTo>
                    <a:pt x="1384364" y="276892"/>
                  </a:lnTo>
                  <a:lnTo>
                    <a:pt x="1385316" y="275082"/>
                  </a:lnTo>
                  <a:lnTo>
                    <a:pt x="1385507" y="274225"/>
                  </a:lnTo>
                  <a:lnTo>
                    <a:pt x="1385126" y="272986"/>
                  </a:lnTo>
                  <a:lnTo>
                    <a:pt x="1384649" y="272320"/>
                  </a:lnTo>
                  <a:lnTo>
                    <a:pt x="1383982" y="271748"/>
                  </a:lnTo>
                  <a:lnTo>
                    <a:pt x="1383316" y="270986"/>
                  </a:lnTo>
                  <a:lnTo>
                    <a:pt x="1382554" y="268796"/>
                  </a:lnTo>
                  <a:lnTo>
                    <a:pt x="1382078" y="266795"/>
                  </a:lnTo>
                  <a:lnTo>
                    <a:pt x="1381316" y="264890"/>
                  </a:lnTo>
                  <a:lnTo>
                    <a:pt x="1380173" y="263080"/>
                  </a:lnTo>
                  <a:lnTo>
                    <a:pt x="1378553" y="261556"/>
                  </a:lnTo>
                  <a:lnTo>
                    <a:pt x="1376839" y="260509"/>
                  </a:lnTo>
                  <a:lnTo>
                    <a:pt x="1375029" y="259937"/>
                  </a:lnTo>
                  <a:lnTo>
                    <a:pt x="1373124" y="260032"/>
                  </a:lnTo>
                  <a:lnTo>
                    <a:pt x="1369981" y="259366"/>
                  </a:lnTo>
                  <a:lnTo>
                    <a:pt x="1367504" y="256699"/>
                  </a:lnTo>
                  <a:lnTo>
                    <a:pt x="1348073" y="222218"/>
                  </a:lnTo>
                  <a:lnTo>
                    <a:pt x="1347883" y="221361"/>
                  </a:lnTo>
                  <a:lnTo>
                    <a:pt x="1348073" y="220504"/>
                  </a:lnTo>
                  <a:lnTo>
                    <a:pt x="1348645" y="219646"/>
                  </a:lnTo>
                  <a:lnTo>
                    <a:pt x="1349407" y="217932"/>
                  </a:lnTo>
                  <a:lnTo>
                    <a:pt x="1349788" y="216027"/>
                  </a:lnTo>
                  <a:lnTo>
                    <a:pt x="1349597" y="214027"/>
                  </a:lnTo>
                  <a:lnTo>
                    <a:pt x="1348645" y="212503"/>
                  </a:lnTo>
                  <a:lnTo>
                    <a:pt x="1346454" y="210979"/>
                  </a:lnTo>
                  <a:lnTo>
                    <a:pt x="1345882" y="207931"/>
                  </a:lnTo>
                  <a:lnTo>
                    <a:pt x="1346073" y="204121"/>
                  </a:lnTo>
                  <a:lnTo>
                    <a:pt x="1345882" y="200501"/>
                  </a:lnTo>
                  <a:lnTo>
                    <a:pt x="1344740" y="198977"/>
                  </a:lnTo>
                  <a:lnTo>
                    <a:pt x="1342168" y="196786"/>
                  </a:lnTo>
                  <a:lnTo>
                    <a:pt x="1341120" y="195167"/>
                  </a:lnTo>
                  <a:lnTo>
                    <a:pt x="1338739" y="189262"/>
                  </a:lnTo>
                  <a:lnTo>
                    <a:pt x="1337691" y="187547"/>
                  </a:lnTo>
                  <a:lnTo>
                    <a:pt x="1336739" y="185166"/>
                  </a:lnTo>
                  <a:lnTo>
                    <a:pt x="1337596" y="183547"/>
                  </a:lnTo>
                  <a:lnTo>
                    <a:pt x="1338548" y="182213"/>
                  </a:lnTo>
                  <a:lnTo>
                    <a:pt x="1338167" y="180975"/>
                  </a:lnTo>
                  <a:lnTo>
                    <a:pt x="1336453" y="179642"/>
                  </a:lnTo>
                  <a:lnTo>
                    <a:pt x="1334738" y="178594"/>
                  </a:lnTo>
                  <a:lnTo>
                    <a:pt x="1327404" y="176594"/>
                  </a:lnTo>
                  <a:lnTo>
                    <a:pt x="1323689" y="174879"/>
                  </a:lnTo>
                  <a:lnTo>
                    <a:pt x="1320165" y="172498"/>
                  </a:lnTo>
                  <a:lnTo>
                    <a:pt x="1317212" y="169450"/>
                  </a:lnTo>
                  <a:lnTo>
                    <a:pt x="1316260" y="167830"/>
                  </a:lnTo>
                  <a:lnTo>
                    <a:pt x="1315307" y="165449"/>
                  </a:lnTo>
                  <a:lnTo>
                    <a:pt x="1314831" y="162973"/>
                  </a:lnTo>
                  <a:lnTo>
                    <a:pt x="1315117" y="160782"/>
                  </a:lnTo>
                  <a:lnTo>
                    <a:pt x="1315784" y="158210"/>
                  </a:lnTo>
                  <a:lnTo>
                    <a:pt x="1315403" y="156019"/>
                  </a:lnTo>
                  <a:lnTo>
                    <a:pt x="1314164" y="154781"/>
                  </a:lnTo>
                  <a:lnTo>
                    <a:pt x="1310831" y="154686"/>
                  </a:lnTo>
                  <a:lnTo>
                    <a:pt x="1307687" y="153734"/>
                  </a:lnTo>
                  <a:lnTo>
                    <a:pt x="1306354" y="154305"/>
                  </a:lnTo>
                  <a:lnTo>
                    <a:pt x="1305782" y="155829"/>
                  </a:lnTo>
                  <a:lnTo>
                    <a:pt x="1305592" y="157353"/>
                  </a:lnTo>
                  <a:lnTo>
                    <a:pt x="1305401" y="158972"/>
                  </a:lnTo>
                  <a:lnTo>
                    <a:pt x="1304354" y="160401"/>
                  </a:lnTo>
                  <a:lnTo>
                    <a:pt x="1301782" y="161354"/>
                  </a:lnTo>
                  <a:lnTo>
                    <a:pt x="1293305" y="162020"/>
                  </a:lnTo>
                  <a:lnTo>
                    <a:pt x="1290733" y="161354"/>
                  </a:lnTo>
                  <a:lnTo>
                    <a:pt x="1289876" y="159925"/>
                  </a:lnTo>
                  <a:lnTo>
                    <a:pt x="1289114" y="156496"/>
                  </a:lnTo>
                  <a:lnTo>
                    <a:pt x="1288542" y="154972"/>
                  </a:lnTo>
                  <a:lnTo>
                    <a:pt x="1287209" y="153638"/>
                  </a:lnTo>
                  <a:lnTo>
                    <a:pt x="1284446" y="153067"/>
                  </a:lnTo>
                  <a:lnTo>
                    <a:pt x="1283018" y="152400"/>
                  </a:lnTo>
                  <a:lnTo>
                    <a:pt x="1282160" y="150876"/>
                  </a:lnTo>
                  <a:lnTo>
                    <a:pt x="1281494" y="148876"/>
                  </a:lnTo>
                  <a:lnTo>
                    <a:pt x="1280827" y="147161"/>
                  </a:lnTo>
                  <a:lnTo>
                    <a:pt x="1279684" y="146494"/>
                  </a:lnTo>
                  <a:lnTo>
                    <a:pt x="1278350" y="146113"/>
                  </a:lnTo>
                  <a:lnTo>
                    <a:pt x="1277303" y="144971"/>
                  </a:lnTo>
                  <a:lnTo>
                    <a:pt x="1276731" y="143256"/>
                  </a:lnTo>
                  <a:lnTo>
                    <a:pt x="1276731" y="141256"/>
                  </a:lnTo>
                  <a:lnTo>
                    <a:pt x="1276350" y="138017"/>
                  </a:lnTo>
                  <a:lnTo>
                    <a:pt x="1273969" y="136779"/>
                  </a:lnTo>
                  <a:lnTo>
                    <a:pt x="1270921" y="136874"/>
                  </a:lnTo>
                  <a:lnTo>
                    <a:pt x="1268635" y="137731"/>
                  </a:lnTo>
                  <a:lnTo>
                    <a:pt x="1264730" y="137827"/>
                  </a:lnTo>
                  <a:lnTo>
                    <a:pt x="1263396" y="137731"/>
                  </a:lnTo>
                  <a:lnTo>
                    <a:pt x="1260157" y="135922"/>
                  </a:lnTo>
                  <a:lnTo>
                    <a:pt x="1259015" y="135827"/>
                  </a:lnTo>
                  <a:lnTo>
                    <a:pt x="1257395" y="136588"/>
                  </a:lnTo>
                  <a:lnTo>
                    <a:pt x="1253490" y="139827"/>
                  </a:lnTo>
                  <a:lnTo>
                    <a:pt x="1252157" y="141256"/>
                  </a:lnTo>
                  <a:lnTo>
                    <a:pt x="1250156" y="142780"/>
                  </a:lnTo>
                  <a:lnTo>
                    <a:pt x="1248156" y="143161"/>
                  </a:lnTo>
                  <a:lnTo>
                    <a:pt x="1244060" y="142399"/>
                  </a:lnTo>
                  <a:lnTo>
                    <a:pt x="1236631" y="142304"/>
                  </a:lnTo>
                  <a:lnTo>
                    <a:pt x="1234345" y="141256"/>
                  </a:lnTo>
                  <a:lnTo>
                    <a:pt x="1234345" y="141256"/>
                  </a:lnTo>
                  <a:lnTo>
                    <a:pt x="1234345" y="141256"/>
                  </a:lnTo>
                  <a:lnTo>
                    <a:pt x="1225296" y="128873"/>
                  </a:lnTo>
                  <a:lnTo>
                    <a:pt x="1224058" y="127825"/>
                  </a:lnTo>
                  <a:lnTo>
                    <a:pt x="1221867" y="127254"/>
                  </a:lnTo>
                  <a:lnTo>
                    <a:pt x="1217200" y="127921"/>
                  </a:lnTo>
                  <a:lnTo>
                    <a:pt x="1215104" y="127825"/>
                  </a:lnTo>
                  <a:lnTo>
                    <a:pt x="1212723" y="126111"/>
                  </a:lnTo>
                  <a:lnTo>
                    <a:pt x="1207484" y="120586"/>
                  </a:lnTo>
                  <a:lnTo>
                    <a:pt x="1205198" y="119825"/>
                  </a:lnTo>
                  <a:lnTo>
                    <a:pt x="1203103" y="120015"/>
                  </a:lnTo>
                  <a:lnTo>
                    <a:pt x="1201579" y="119444"/>
                  </a:lnTo>
                  <a:lnTo>
                    <a:pt x="1198436" y="116872"/>
                  </a:lnTo>
                  <a:lnTo>
                    <a:pt x="1197197" y="115157"/>
                  </a:lnTo>
                  <a:lnTo>
                    <a:pt x="1196626" y="113062"/>
                  </a:lnTo>
                  <a:lnTo>
                    <a:pt x="1196245" y="110680"/>
                  </a:lnTo>
                  <a:lnTo>
                    <a:pt x="1195578" y="108394"/>
                  </a:lnTo>
                  <a:lnTo>
                    <a:pt x="1195388" y="106013"/>
                  </a:lnTo>
                  <a:lnTo>
                    <a:pt x="1196531" y="101536"/>
                  </a:lnTo>
                  <a:lnTo>
                    <a:pt x="1195959" y="99441"/>
                  </a:lnTo>
                  <a:lnTo>
                    <a:pt x="1190911" y="93536"/>
                  </a:lnTo>
                  <a:lnTo>
                    <a:pt x="1189006" y="92583"/>
                  </a:lnTo>
                  <a:lnTo>
                    <a:pt x="1187482" y="92869"/>
                  </a:lnTo>
                  <a:lnTo>
                    <a:pt x="1185863" y="93345"/>
                  </a:lnTo>
                  <a:lnTo>
                    <a:pt x="1184053" y="93345"/>
                  </a:lnTo>
                  <a:lnTo>
                    <a:pt x="1181386" y="91630"/>
                  </a:lnTo>
                  <a:lnTo>
                    <a:pt x="1177290" y="86106"/>
                  </a:lnTo>
                  <a:lnTo>
                    <a:pt x="1175099" y="84296"/>
                  </a:lnTo>
                  <a:lnTo>
                    <a:pt x="1169575" y="81439"/>
                  </a:lnTo>
                  <a:lnTo>
                    <a:pt x="1168146" y="81248"/>
                  </a:lnTo>
                  <a:lnTo>
                    <a:pt x="1165384" y="81439"/>
                  </a:lnTo>
                  <a:lnTo>
                    <a:pt x="1164050" y="81344"/>
                  </a:lnTo>
                  <a:lnTo>
                    <a:pt x="1162622" y="80677"/>
                  </a:lnTo>
                  <a:lnTo>
                    <a:pt x="1160050" y="78581"/>
                  </a:lnTo>
                  <a:lnTo>
                    <a:pt x="1157764" y="77438"/>
                  </a:lnTo>
                  <a:lnTo>
                    <a:pt x="1156526" y="75914"/>
                  </a:lnTo>
                  <a:lnTo>
                    <a:pt x="1155764" y="75438"/>
                  </a:lnTo>
                  <a:lnTo>
                    <a:pt x="1154906" y="75438"/>
                  </a:lnTo>
                  <a:lnTo>
                    <a:pt x="1153001" y="75819"/>
                  </a:lnTo>
                  <a:lnTo>
                    <a:pt x="1152049" y="75819"/>
                  </a:lnTo>
                  <a:lnTo>
                    <a:pt x="1149382" y="74295"/>
                  </a:lnTo>
                  <a:lnTo>
                    <a:pt x="1146905" y="71533"/>
                  </a:lnTo>
                  <a:lnTo>
                    <a:pt x="1146143" y="68675"/>
                  </a:lnTo>
                  <a:lnTo>
                    <a:pt x="1148810" y="66580"/>
                  </a:lnTo>
                  <a:lnTo>
                    <a:pt x="1149953" y="65627"/>
                  </a:lnTo>
                  <a:lnTo>
                    <a:pt x="1150620" y="64294"/>
                  </a:lnTo>
                  <a:lnTo>
                    <a:pt x="1151001" y="63055"/>
                  </a:lnTo>
                  <a:lnTo>
                    <a:pt x="1151573" y="62103"/>
                  </a:lnTo>
                  <a:lnTo>
                    <a:pt x="1155192" y="59722"/>
                  </a:lnTo>
                  <a:lnTo>
                    <a:pt x="1155859" y="58579"/>
                  </a:lnTo>
                  <a:lnTo>
                    <a:pt x="1155478" y="55531"/>
                  </a:lnTo>
                  <a:lnTo>
                    <a:pt x="1153478" y="52959"/>
                  </a:lnTo>
                  <a:lnTo>
                    <a:pt x="1148810" y="49721"/>
                  </a:lnTo>
                  <a:lnTo>
                    <a:pt x="1147001" y="49149"/>
                  </a:lnTo>
                  <a:lnTo>
                    <a:pt x="1143381" y="49435"/>
                  </a:lnTo>
                  <a:lnTo>
                    <a:pt x="1138142" y="46958"/>
                  </a:lnTo>
                  <a:lnTo>
                    <a:pt x="1136428" y="45815"/>
                  </a:lnTo>
                  <a:lnTo>
                    <a:pt x="1135285" y="44387"/>
                  </a:lnTo>
                  <a:lnTo>
                    <a:pt x="1134904" y="43243"/>
                  </a:lnTo>
                  <a:lnTo>
                    <a:pt x="1134809" y="40767"/>
                  </a:lnTo>
                  <a:lnTo>
                    <a:pt x="1134428" y="39624"/>
                  </a:lnTo>
                  <a:lnTo>
                    <a:pt x="1133761" y="38767"/>
                  </a:lnTo>
                  <a:lnTo>
                    <a:pt x="1132904" y="38195"/>
                  </a:lnTo>
                  <a:lnTo>
                    <a:pt x="1131189" y="37528"/>
                  </a:lnTo>
                  <a:lnTo>
                    <a:pt x="1129760" y="36004"/>
                  </a:lnTo>
                  <a:lnTo>
                    <a:pt x="1129665" y="33909"/>
                  </a:lnTo>
                  <a:lnTo>
                    <a:pt x="1130237" y="31718"/>
                  </a:lnTo>
                  <a:lnTo>
                    <a:pt x="1131284" y="29813"/>
                  </a:lnTo>
                  <a:lnTo>
                    <a:pt x="1137666" y="26765"/>
                  </a:lnTo>
                  <a:lnTo>
                    <a:pt x="1140619" y="24098"/>
                  </a:lnTo>
                  <a:lnTo>
                    <a:pt x="1140524" y="19717"/>
                  </a:lnTo>
                  <a:lnTo>
                    <a:pt x="1139285" y="18288"/>
                  </a:lnTo>
                  <a:lnTo>
                    <a:pt x="1137761" y="17717"/>
                  </a:lnTo>
                  <a:lnTo>
                    <a:pt x="1136523" y="16669"/>
                  </a:lnTo>
                  <a:lnTo>
                    <a:pt x="1136047" y="14002"/>
                  </a:lnTo>
                  <a:lnTo>
                    <a:pt x="1136428" y="11430"/>
                  </a:lnTo>
                  <a:lnTo>
                    <a:pt x="1137095" y="9716"/>
                  </a:lnTo>
                  <a:lnTo>
                    <a:pt x="1137571" y="7906"/>
                  </a:lnTo>
                  <a:lnTo>
                    <a:pt x="1137380" y="5143"/>
                  </a:lnTo>
                  <a:lnTo>
                    <a:pt x="1136237" y="1429"/>
                  </a:lnTo>
                  <a:lnTo>
                    <a:pt x="1136047" y="0"/>
                  </a:lnTo>
                  <a:lnTo>
                    <a:pt x="1128046" y="857"/>
                  </a:lnTo>
                  <a:lnTo>
                    <a:pt x="1112806" y="5620"/>
                  </a:lnTo>
                  <a:lnTo>
                    <a:pt x="1111949" y="5620"/>
                  </a:lnTo>
                  <a:lnTo>
                    <a:pt x="1111282" y="5429"/>
                  </a:lnTo>
                  <a:lnTo>
                    <a:pt x="1110806" y="5715"/>
                  </a:lnTo>
                  <a:lnTo>
                    <a:pt x="1110139" y="7620"/>
                  </a:lnTo>
                  <a:lnTo>
                    <a:pt x="1109758" y="8382"/>
                  </a:lnTo>
                  <a:lnTo>
                    <a:pt x="1109377" y="9049"/>
                  </a:lnTo>
                  <a:lnTo>
                    <a:pt x="1108805" y="9525"/>
                  </a:lnTo>
                  <a:lnTo>
                    <a:pt x="1105853" y="11049"/>
                  </a:lnTo>
                  <a:lnTo>
                    <a:pt x="1102805" y="11525"/>
                  </a:lnTo>
                  <a:lnTo>
                    <a:pt x="1099757" y="11049"/>
                  </a:lnTo>
                  <a:lnTo>
                    <a:pt x="1096709" y="9811"/>
                  </a:lnTo>
                  <a:lnTo>
                    <a:pt x="1086898" y="6953"/>
                  </a:lnTo>
                  <a:lnTo>
                    <a:pt x="1083755" y="5239"/>
                  </a:lnTo>
                  <a:lnTo>
                    <a:pt x="1080135" y="4381"/>
                  </a:lnTo>
                  <a:lnTo>
                    <a:pt x="1068896" y="8953"/>
                  </a:lnTo>
                  <a:lnTo>
                    <a:pt x="1066514" y="8668"/>
                  </a:lnTo>
                  <a:lnTo>
                    <a:pt x="1061847" y="7144"/>
                  </a:lnTo>
                  <a:lnTo>
                    <a:pt x="1059561" y="7334"/>
                  </a:lnTo>
                  <a:lnTo>
                    <a:pt x="1057847" y="8763"/>
                  </a:lnTo>
                  <a:lnTo>
                    <a:pt x="1056132" y="13049"/>
                  </a:lnTo>
                  <a:lnTo>
                    <a:pt x="1054799" y="15049"/>
                  </a:lnTo>
                  <a:lnTo>
                    <a:pt x="1051655" y="17717"/>
                  </a:lnTo>
                  <a:lnTo>
                    <a:pt x="1050322" y="19241"/>
                  </a:lnTo>
                  <a:lnTo>
                    <a:pt x="1049084" y="21336"/>
                  </a:lnTo>
                  <a:lnTo>
                    <a:pt x="1047941" y="23813"/>
                  </a:lnTo>
                  <a:lnTo>
                    <a:pt x="1047560" y="25717"/>
                  </a:lnTo>
                  <a:lnTo>
                    <a:pt x="1047750" y="27813"/>
                  </a:lnTo>
                  <a:lnTo>
                    <a:pt x="1048322" y="30766"/>
                  </a:lnTo>
                  <a:lnTo>
                    <a:pt x="1050227" y="34862"/>
                  </a:lnTo>
                  <a:lnTo>
                    <a:pt x="1052703" y="37338"/>
                  </a:lnTo>
                  <a:lnTo>
                    <a:pt x="1054037" y="39719"/>
                  </a:lnTo>
                  <a:lnTo>
                    <a:pt x="1052036" y="43529"/>
                  </a:lnTo>
                  <a:lnTo>
                    <a:pt x="1050512" y="45244"/>
                  </a:lnTo>
                  <a:lnTo>
                    <a:pt x="1049941" y="46387"/>
                  </a:lnTo>
                  <a:lnTo>
                    <a:pt x="1050131" y="47815"/>
                  </a:lnTo>
                  <a:lnTo>
                    <a:pt x="1050989" y="52959"/>
                  </a:lnTo>
                  <a:lnTo>
                    <a:pt x="1050989" y="54673"/>
                  </a:lnTo>
                  <a:lnTo>
                    <a:pt x="1050417" y="56102"/>
                  </a:lnTo>
                  <a:lnTo>
                    <a:pt x="1044416" y="64484"/>
                  </a:lnTo>
                  <a:lnTo>
                    <a:pt x="1040511" y="68199"/>
                  </a:lnTo>
                  <a:lnTo>
                    <a:pt x="1039273" y="69723"/>
                  </a:lnTo>
                  <a:lnTo>
                    <a:pt x="1038320" y="71723"/>
                  </a:lnTo>
                  <a:lnTo>
                    <a:pt x="1036892" y="75819"/>
                  </a:lnTo>
                  <a:lnTo>
                    <a:pt x="1036034" y="77343"/>
                  </a:lnTo>
                  <a:lnTo>
                    <a:pt x="1034606" y="78581"/>
                  </a:lnTo>
                  <a:lnTo>
                    <a:pt x="1025271" y="82296"/>
                  </a:lnTo>
                  <a:lnTo>
                    <a:pt x="1017556" y="81725"/>
                  </a:lnTo>
                  <a:lnTo>
                    <a:pt x="1015460" y="82677"/>
                  </a:lnTo>
                  <a:lnTo>
                    <a:pt x="1013746" y="84296"/>
                  </a:lnTo>
                  <a:lnTo>
                    <a:pt x="1010603" y="88106"/>
                  </a:lnTo>
                  <a:lnTo>
                    <a:pt x="1006221" y="90392"/>
                  </a:lnTo>
                  <a:lnTo>
                    <a:pt x="991362" y="89059"/>
                  </a:lnTo>
                  <a:lnTo>
                    <a:pt x="973646" y="91726"/>
                  </a:lnTo>
                  <a:lnTo>
                    <a:pt x="970693" y="93821"/>
                  </a:lnTo>
                  <a:lnTo>
                    <a:pt x="968407" y="97536"/>
                  </a:lnTo>
                  <a:lnTo>
                    <a:pt x="957834" y="123634"/>
                  </a:lnTo>
                  <a:lnTo>
                    <a:pt x="955834" y="136779"/>
                  </a:lnTo>
                  <a:lnTo>
                    <a:pt x="954691" y="141256"/>
                  </a:lnTo>
                  <a:lnTo>
                    <a:pt x="953262" y="144399"/>
                  </a:lnTo>
                  <a:lnTo>
                    <a:pt x="952310" y="147066"/>
                  </a:lnTo>
                  <a:lnTo>
                    <a:pt x="952119" y="149923"/>
                  </a:lnTo>
                  <a:lnTo>
                    <a:pt x="958596" y="185071"/>
                  </a:lnTo>
                  <a:lnTo>
                    <a:pt x="958596" y="188976"/>
                  </a:lnTo>
                  <a:lnTo>
                    <a:pt x="957358" y="196882"/>
                  </a:lnTo>
                  <a:lnTo>
                    <a:pt x="957739" y="200501"/>
                  </a:lnTo>
                  <a:lnTo>
                    <a:pt x="957739" y="200501"/>
                  </a:lnTo>
                  <a:lnTo>
                    <a:pt x="958977" y="204025"/>
                  </a:lnTo>
                  <a:lnTo>
                    <a:pt x="964502" y="213360"/>
                  </a:lnTo>
                  <a:lnTo>
                    <a:pt x="965264" y="215741"/>
                  </a:lnTo>
                  <a:lnTo>
                    <a:pt x="964883" y="218027"/>
                  </a:lnTo>
                  <a:lnTo>
                    <a:pt x="964311" y="220218"/>
                  </a:lnTo>
                  <a:lnTo>
                    <a:pt x="964502" y="222218"/>
                  </a:lnTo>
                  <a:lnTo>
                    <a:pt x="965264" y="224314"/>
                  </a:lnTo>
                  <a:lnTo>
                    <a:pt x="965264" y="226219"/>
                  </a:lnTo>
                  <a:lnTo>
                    <a:pt x="964406" y="230124"/>
                  </a:lnTo>
                  <a:lnTo>
                    <a:pt x="964121" y="232505"/>
                  </a:lnTo>
                  <a:lnTo>
                    <a:pt x="963740" y="234220"/>
                  </a:lnTo>
                  <a:lnTo>
                    <a:pt x="962692" y="235267"/>
                  </a:lnTo>
                  <a:lnTo>
                    <a:pt x="959072" y="235648"/>
                  </a:lnTo>
                  <a:lnTo>
                    <a:pt x="957167" y="236220"/>
                  </a:lnTo>
                  <a:lnTo>
                    <a:pt x="955453" y="237458"/>
                  </a:lnTo>
                  <a:lnTo>
                    <a:pt x="954691" y="239459"/>
                  </a:lnTo>
                  <a:lnTo>
                    <a:pt x="954500" y="241649"/>
                  </a:lnTo>
                  <a:lnTo>
                    <a:pt x="954024" y="243459"/>
                  </a:lnTo>
                  <a:lnTo>
                    <a:pt x="953262" y="245078"/>
                  </a:lnTo>
                  <a:lnTo>
                    <a:pt x="952310" y="246698"/>
                  </a:lnTo>
                  <a:lnTo>
                    <a:pt x="951548" y="248793"/>
                  </a:lnTo>
                  <a:lnTo>
                    <a:pt x="951357" y="250888"/>
                  </a:lnTo>
                  <a:lnTo>
                    <a:pt x="950786" y="252317"/>
                  </a:lnTo>
                  <a:lnTo>
                    <a:pt x="945547" y="252222"/>
                  </a:lnTo>
                  <a:lnTo>
                    <a:pt x="935260" y="253841"/>
                  </a:lnTo>
                  <a:lnTo>
                    <a:pt x="930688" y="253175"/>
                  </a:lnTo>
                  <a:lnTo>
                    <a:pt x="928973" y="253555"/>
                  </a:lnTo>
                  <a:lnTo>
                    <a:pt x="927354" y="254508"/>
                  </a:lnTo>
                  <a:lnTo>
                    <a:pt x="926306" y="255651"/>
                  </a:lnTo>
                  <a:lnTo>
                    <a:pt x="924306" y="259175"/>
                  </a:lnTo>
                  <a:lnTo>
                    <a:pt x="922592" y="260985"/>
                  </a:lnTo>
                  <a:lnTo>
                    <a:pt x="917162" y="264986"/>
                  </a:lnTo>
                  <a:lnTo>
                    <a:pt x="914781" y="267653"/>
                  </a:lnTo>
                  <a:lnTo>
                    <a:pt x="913829" y="268319"/>
                  </a:lnTo>
                  <a:lnTo>
                    <a:pt x="910209" y="269177"/>
                  </a:lnTo>
                  <a:lnTo>
                    <a:pt x="909066" y="269843"/>
                  </a:lnTo>
                  <a:lnTo>
                    <a:pt x="907733" y="271177"/>
                  </a:lnTo>
                  <a:lnTo>
                    <a:pt x="905923" y="274606"/>
                  </a:lnTo>
                  <a:lnTo>
                    <a:pt x="904304" y="275844"/>
                  </a:lnTo>
                  <a:lnTo>
                    <a:pt x="898208" y="277178"/>
                  </a:lnTo>
                  <a:lnTo>
                    <a:pt x="892397" y="279654"/>
                  </a:lnTo>
                  <a:lnTo>
                    <a:pt x="890111" y="280035"/>
                  </a:lnTo>
                  <a:lnTo>
                    <a:pt x="888587" y="279273"/>
                  </a:lnTo>
                  <a:lnTo>
                    <a:pt x="888206" y="277654"/>
                  </a:lnTo>
                  <a:lnTo>
                    <a:pt x="888968" y="275844"/>
                  </a:lnTo>
                  <a:lnTo>
                    <a:pt x="890111" y="274034"/>
                  </a:lnTo>
                  <a:lnTo>
                    <a:pt x="890969" y="272129"/>
                  </a:lnTo>
                  <a:lnTo>
                    <a:pt x="891159" y="267938"/>
                  </a:lnTo>
                  <a:lnTo>
                    <a:pt x="889540" y="264509"/>
                  </a:lnTo>
                  <a:lnTo>
                    <a:pt x="886968" y="261842"/>
                  </a:lnTo>
                  <a:lnTo>
                    <a:pt x="884111" y="260318"/>
                  </a:lnTo>
                  <a:lnTo>
                    <a:pt x="880301" y="260032"/>
                  </a:lnTo>
                  <a:lnTo>
                    <a:pt x="872681" y="261938"/>
                  </a:lnTo>
                  <a:lnTo>
                    <a:pt x="869061" y="261271"/>
                  </a:lnTo>
                  <a:lnTo>
                    <a:pt x="864775" y="259175"/>
                  </a:lnTo>
                  <a:lnTo>
                    <a:pt x="863441" y="259080"/>
                  </a:lnTo>
                  <a:lnTo>
                    <a:pt x="862203" y="259175"/>
                  </a:lnTo>
                  <a:lnTo>
                    <a:pt x="862108" y="259175"/>
                  </a:lnTo>
                  <a:lnTo>
                    <a:pt x="852297" y="258413"/>
                  </a:lnTo>
                  <a:lnTo>
                    <a:pt x="843725" y="259175"/>
                  </a:lnTo>
                  <a:lnTo>
                    <a:pt x="843725" y="259175"/>
                  </a:lnTo>
                  <a:lnTo>
                    <a:pt x="843725" y="259175"/>
                  </a:lnTo>
                  <a:lnTo>
                    <a:pt x="843629" y="259175"/>
                  </a:lnTo>
                  <a:lnTo>
                    <a:pt x="838581" y="262223"/>
                  </a:lnTo>
                  <a:lnTo>
                    <a:pt x="836581" y="262604"/>
                  </a:lnTo>
                  <a:lnTo>
                    <a:pt x="830961" y="261366"/>
                  </a:lnTo>
                  <a:lnTo>
                    <a:pt x="823436" y="261461"/>
                  </a:lnTo>
                  <a:lnTo>
                    <a:pt x="793052" y="250603"/>
                  </a:lnTo>
                  <a:lnTo>
                    <a:pt x="779336" y="241459"/>
                  </a:lnTo>
                  <a:lnTo>
                    <a:pt x="776192" y="239935"/>
                  </a:lnTo>
                  <a:lnTo>
                    <a:pt x="768858" y="238315"/>
                  </a:lnTo>
                  <a:lnTo>
                    <a:pt x="767239" y="237268"/>
                  </a:lnTo>
                  <a:lnTo>
                    <a:pt x="763143" y="233648"/>
                  </a:lnTo>
                  <a:lnTo>
                    <a:pt x="761238" y="232886"/>
                  </a:lnTo>
                  <a:lnTo>
                    <a:pt x="759047" y="232696"/>
                  </a:lnTo>
                  <a:lnTo>
                    <a:pt x="756856" y="232791"/>
                  </a:lnTo>
                  <a:lnTo>
                    <a:pt x="754856" y="233267"/>
                  </a:lnTo>
                  <a:lnTo>
                    <a:pt x="752856" y="234315"/>
                  </a:lnTo>
                  <a:lnTo>
                    <a:pt x="752189" y="235648"/>
                  </a:lnTo>
                  <a:lnTo>
                    <a:pt x="752285" y="240316"/>
                  </a:lnTo>
                  <a:lnTo>
                    <a:pt x="752094" y="241744"/>
                  </a:lnTo>
                  <a:lnTo>
                    <a:pt x="751237" y="244221"/>
                  </a:lnTo>
                  <a:lnTo>
                    <a:pt x="750951" y="245554"/>
                  </a:lnTo>
                  <a:lnTo>
                    <a:pt x="751046" y="246698"/>
                  </a:lnTo>
                  <a:lnTo>
                    <a:pt x="751618" y="248984"/>
                  </a:lnTo>
                  <a:lnTo>
                    <a:pt x="751523" y="250222"/>
                  </a:lnTo>
                  <a:lnTo>
                    <a:pt x="750284" y="254603"/>
                  </a:lnTo>
                  <a:lnTo>
                    <a:pt x="749903" y="256984"/>
                  </a:lnTo>
                  <a:lnTo>
                    <a:pt x="750189" y="259175"/>
                  </a:lnTo>
                  <a:lnTo>
                    <a:pt x="750570" y="261271"/>
                  </a:lnTo>
                  <a:lnTo>
                    <a:pt x="750475" y="263176"/>
                  </a:lnTo>
                  <a:lnTo>
                    <a:pt x="749903" y="265081"/>
                  </a:lnTo>
                  <a:lnTo>
                    <a:pt x="738283" y="289560"/>
                  </a:lnTo>
                  <a:lnTo>
                    <a:pt x="730949" y="317278"/>
                  </a:lnTo>
                  <a:lnTo>
                    <a:pt x="727710" y="324136"/>
                  </a:lnTo>
                  <a:lnTo>
                    <a:pt x="727234" y="326136"/>
                  </a:lnTo>
                  <a:lnTo>
                    <a:pt x="726281" y="332423"/>
                  </a:lnTo>
                  <a:lnTo>
                    <a:pt x="725043" y="336042"/>
                  </a:lnTo>
                  <a:lnTo>
                    <a:pt x="719804" y="344805"/>
                  </a:lnTo>
                  <a:lnTo>
                    <a:pt x="716566" y="351568"/>
                  </a:lnTo>
                  <a:lnTo>
                    <a:pt x="714470" y="359092"/>
                  </a:lnTo>
                  <a:lnTo>
                    <a:pt x="712375" y="374904"/>
                  </a:lnTo>
                  <a:lnTo>
                    <a:pt x="712375" y="374904"/>
                  </a:lnTo>
                  <a:lnTo>
                    <a:pt x="710279" y="385382"/>
                  </a:lnTo>
                  <a:lnTo>
                    <a:pt x="709231" y="388715"/>
                  </a:lnTo>
                  <a:lnTo>
                    <a:pt x="706946" y="394144"/>
                  </a:lnTo>
                  <a:lnTo>
                    <a:pt x="700945" y="404527"/>
                  </a:lnTo>
                  <a:lnTo>
                    <a:pt x="697992" y="415861"/>
                  </a:lnTo>
                  <a:lnTo>
                    <a:pt x="695516" y="421862"/>
                  </a:lnTo>
                  <a:lnTo>
                    <a:pt x="694944" y="425005"/>
                  </a:lnTo>
                  <a:lnTo>
                    <a:pt x="694468" y="427482"/>
                  </a:lnTo>
                  <a:lnTo>
                    <a:pt x="697325" y="431959"/>
                  </a:lnTo>
                  <a:lnTo>
                    <a:pt x="697325" y="431959"/>
                  </a:lnTo>
                  <a:lnTo>
                    <a:pt x="697421" y="431959"/>
                  </a:lnTo>
                  <a:lnTo>
                    <a:pt x="700183" y="433388"/>
                  </a:lnTo>
                  <a:lnTo>
                    <a:pt x="712184" y="435102"/>
                  </a:lnTo>
                  <a:lnTo>
                    <a:pt x="720376" y="438531"/>
                  </a:lnTo>
                  <a:lnTo>
                    <a:pt x="721709" y="440817"/>
                  </a:lnTo>
                  <a:lnTo>
                    <a:pt x="722090" y="445008"/>
                  </a:lnTo>
                  <a:lnTo>
                    <a:pt x="721805" y="449485"/>
                  </a:lnTo>
                  <a:lnTo>
                    <a:pt x="720281" y="459772"/>
                  </a:lnTo>
                  <a:lnTo>
                    <a:pt x="717995" y="467868"/>
                  </a:lnTo>
                  <a:lnTo>
                    <a:pt x="714280" y="473869"/>
                  </a:lnTo>
                  <a:lnTo>
                    <a:pt x="709231" y="474726"/>
                  </a:lnTo>
                  <a:lnTo>
                    <a:pt x="705326" y="472345"/>
                  </a:lnTo>
                  <a:lnTo>
                    <a:pt x="698468" y="464725"/>
                  </a:lnTo>
                  <a:lnTo>
                    <a:pt x="694754" y="462058"/>
                  </a:lnTo>
                  <a:lnTo>
                    <a:pt x="690753" y="461677"/>
                  </a:lnTo>
                  <a:lnTo>
                    <a:pt x="686467" y="462725"/>
                  </a:lnTo>
                  <a:lnTo>
                    <a:pt x="671227" y="470535"/>
                  </a:lnTo>
                  <a:lnTo>
                    <a:pt x="667226" y="471488"/>
                  </a:lnTo>
                  <a:lnTo>
                    <a:pt x="663988" y="469963"/>
                  </a:lnTo>
                  <a:lnTo>
                    <a:pt x="662464" y="468249"/>
                  </a:lnTo>
                  <a:lnTo>
                    <a:pt x="661226" y="467392"/>
                  </a:lnTo>
                  <a:lnTo>
                    <a:pt x="655796" y="466534"/>
                  </a:lnTo>
                  <a:lnTo>
                    <a:pt x="654653" y="465773"/>
                  </a:lnTo>
                  <a:lnTo>
                    <a:pt x="654272" y="464248"/>
                  </a:lnTo>
                  <a:lnTo>
                    <a:pt x="654177" y="461582"/>
                  </a:lnTo>
                  <a:lnTo>
                    <a:pt x="653701" y="457676"/>
                  </a:lnTo>
                  <a:lnTo>
                    <a:pt x="652367" y="453104"/>
                  </a:lnTo>
                  <a:lnTo>
                    <a:pt x="650367" y="449580"/>
                  </a:lnTo>
                  <a:lnTo>
                    <a:pt x="647605" y="449390"/>
                  </a:lnTo>
                  <a:lnTo>
                    <a:pt x="644462" y="448532"/>
                  </a:lnTo>
                  <a:lnTo>
                    <a:pt x="641033" y="450056"/>
                  </a:lnTo>
                  <a:lnTo>
                    <a:pt x="634556" y="454723"/>
                  </a:lnTo>
                  <a:lnTo>
                    <a:pt x="602742" y="464725"/>
                  </a:lnTo>
                  <a:lnTo>
                    <a:pt x="596265" y="468344"/>
                  </a:lnTo>
                  <a:lnTo>
                    <a:pt x="593027" y="469582"/>
                  </a:lnTo>
                  <a:lnTo>
                    <a:pt x="589312" y="469678"/>
                  </a:lnTo>
                  <a:lnTo>
                    <a:pt x="579596" y="473583"/>
                  </a:lnTo>
                  <a:lnTo>
                    <a:pt x="577501" y="473678"/>
                  </a:lnTo>
                  <a:lnTo>
                    <a:pt x="570929" y="471583"/>
                  </a:lnTo>
                  <a:lnTo>
                    <a:pt x="567023" y="471583"/>
                  </a:lnTo>
                  <a:lnTo>
                    <a:pt x="554260" y="476440"/>
                  </a:lnTo>
                  <a:lnTo>
                    <a:pt x="548735" y="475869"/>
                  </a:lnTo>
                  <a:lnTo>
                    <a:pt x="546926" y="476059"/>
                  </a:lnTo>
                  <a:lnTo>
                    <a:pt x="545306" y="477393"/>
                  </a:lnTo>
                  <a:lnTo>
                    <a:pt x="543782" y="481394"/>
                  </a:lnTo>
                  <a:lnTo>
                    <a:pt x="542544" y="482632"/>
                  </a:lnTo>
                  <a:lnTo>
                    <a:pt x="540544" y="482917"/>
                  </a:lnTo>
                  <a:lnTo>
                    <a:pt x="534543" y="482632"/>
                  </a:lnTo>
                  <a:lnTo>
                    <a:pt x="528828" y="484918"/>
                  </a:lnTo>
                  <a:lnTo>
                    <a:pt x="523113" y="483965"/>
                  </a:lnTo>
                  <a:lnTo>
                    <a:pt x="519589" y="484156"/>
                  </a:lnTo>
                  <a:lnTo>
                    <a:pt x="516255" y="485680"/>
                  </a:lnTo>
                  <a:lnTo>
                    <a:pt x="513207" y="488537"/>
                  </a:lnTo>
                  <a:lnTo>
                    <a:pt x="513207" y="488537"/>
                  </a:lnTo>
                  <a:lnTo>
                    <a:pt x="505301" y="495490"/>
                  </a:lnTo>
                  <a:lnTo>
                    <a:pt x="501587" y="497396"/>
                  </a:lnTo>
                  <a:lnTo>
                    <a:pt x="499967" y="498634"/>
                  </a:lnTo>
                  <a:lnTo>
                    <a:pt x="498729" y="502063"/>
                  </a:lnTo>
                  <a:lnTo>
                    <a:pt x="500825" y="504730"/>
                  </a:lnTo>
                  <a:lnTo>
                    <a:pt x="510635" y="511016"/>
                  </a:lnTo>
                  <a:lnTo>
                    <a:pt x="514445" y="511397"/>
                  </a:lnTo>
                  <a:lnTo>
                    <a:pt x="528733" y="508254"/>
                  </a:lnTo>
                  <a:lnTo>
                    <a:pt x="530924" y="508540"/>
                  </a:lnTo>
                  <a:lnTo>
                    <a:pt x="532352" y="509302"/>
                  </a:lnTo>
                  <a:lnTo>
                    <a:pt x="536448" y="512540"/>
                  </a:lnTo>
                  <a:lnTo>
                    <a:pt x="549402" y="517588"/>
                  </a:lnTo>
                  <a:lnTo>
                    <a:pt x="550640" y="518350"/>
                  </a:lnTo>
                  <a:lnTo>
                    <a:pt x="551117" y="519875"/>
                  </a:lnTo>
                  <a:lnTo>
                    <a:pt x="550640" y="521303"/>
                  </a:lnTo>
                  <a:lnTo>
                    <a:pt x="549402" y="522256"/>
                  </a:lnTo>
                  <a:lnTo>
                    <a:pt x="544163" y="523494"/>
                  </a:lnTo>
                  <a:lnTo>
                    <a:pt x="541401" y="524732"/>
                  </a:lnTo>
                  <a:lnTo>
                    <a:pt x="539782" y="526828"/>
                  </a:lnTo>
                  <a:lnTo>
                    <a:pt x="539687" y="528066"/>
                  </a:lnTo>
                  <a:lnTo>
                    <a:pt x="540068" y="529114"/>
                  </a:lnTo>
                  <a:lnTo>
                    <a:pt x="541496" y="531019"/>
                  </a:lnTo>
                  <a:lnTo>
                    <a:pt x="541973" y="532448"/>
                  </a:lnTo>
                  <a:lnTo>
                    <a:pt x="541687" y="533686"/>
                  </a:lnTo>
                  <a:lnTo>
                    <a:pt x="540449" y="536162"/>
                  </a:lnTo>
                  <a:lnTo>
                    <a:pt x="538353" y="544544"/>
                  </a:lnTo>
                  <a:lnTo>
                    <a:pt x="537686" y="549116"/>
                  </a:lnTo>
                  <a:lnTo>
                    <a:pt x="537972" y="553117"/>
                  </a:lnTo>
                  <a:lnTo>
                    <a:pt x="541115" y="569500"/>
                  </a:lnTo>
                  <a:lnTo>
                    <a:pt x="541115" y="573881"/>
                  </a:lnTo>
                  <a:lnTo>
                    <a:pt x="539020" y="581882"/>
                  </a:lnTo>
                  <a:lnTo>
                    <a:pt x="538448" y="586073"/>
                  </a:lnTo>
                  <a:lnTo>
                    <a:pt x="538925" y="588074"/>
                  </a:lnTo>
                  <a:lnTo>
                    <a:pt x="540068" y="589598"/>
                  </a:lnTo>
                  <a:lnTo>
                    <a:pt x="542639" y="592265"/>
                  </a:lnTo>
                  <a:lnTo>
                    <a:pt x="543592" y="594074"/>
                  </a:lnTo>
                  <a:lnTo>
                    <a:pt x="544068" y="595979"/>
                  </a:lnTo>
                  <a:lnTo>
                    <a:pt x="544259" y="597980"/>
                  </a:lnTo>
                  <a:lnTo>
                    <a:pt x="544259" y="600265"/>
                  </a:lnTo>
                  <a:lnTo>
                    <a:pt x="544259" y="600265"/>
                  </a:lnTo>
                  <a:lnTo>
                    <a:pt x="545116" y="602552"/>
                  </a:lnTo>
                  <a:lnTo>
                    <a:pt x="546449" y="605123"/>
                  </a:lnTo>
                  <a:lnTo>
                    <a:pt x="549402" y="609409"/>
                  </a:lnTo>
                  <a:lnTo>
                    <a:pt x="558832" y="634365"/>
                  </a:lnTo>
                  <a:lnTo>
                    <a:pt x="568262" y="659130"/>
                  </a:lnTo>
                  <a:lnTo>
                    <a:pt x="568071" y="662750"/>
                  </a:lnTo>
                  <a:lnTo>
                    <a:pt x="566833" y="666179"/>
                  </a:lnTo>
                  <a:lnTo>
                    <a:pt x="562737" y="673703"/>
                  </a:lnTo>
                  <a:lnTo>
                    <a:pt x="563975" y="675418"/>
                  </a:lnTo>
                  <a:lnTo>
                    <a:pt x="566928" y="676180"/>
                  </a:lnTo>
                  <a:lnTo>
                    <a:pt x="570071" y="677799"/>
                  </a:lnTo>
                  <a:lnTo>
                    <a:pt x="571119" y="679323"/>
                  </a:lnTo>
                  <a:lnTo>
                    <a:pt x="571691" y="681228"/>
                  </a:lnTo>
                  <a:lnTo>
                    <a:pt x="571976" y="683324"/>
                  </a:lnTo>
                  <a:lnTo>
                    <a:pt x="572072" y="685419"/>
                  </a:lnTo>
                  <a:lnTo>
                    <a:pt x="572453" y="687514"/>
                  </a:lnTo>
                  <a:lnTo>
                    <a:pt x="574358" y="690943"/>
                  </a:lnTo>
                  <a:lnTo>
                    <a:pt x="574739" y="693039"/>
                  </a:lnTo>
                  <a:lnTo>
                    <a:pt x="574262" y="695325"/>
                  </a:lnTo>
                  <a:lnTo>
                    <a:pt x="573119" y="697039"/>
                  </a:lnTo>
                  <a:lnTo>
                    <a:pt x="571500" y="697992"/>
                  </a:lnTo>
                  <a:lnTo>
                    <a:pt x="569786" y="698278"/>
                  </a:lnTo>
                  <a:lnTo>
                    <a:pt x="568166" y="697897"/>
                  </a:lnTo>
                  <a:lnTo>
                    <a:pt x="564071" y="694849"/>
                  </a:lnTo>
                  <a:lnTo>
                    <a:pt x="560737" y="694658"/>
                  </a:lnTo>
                  <a:lnTo>
                    <a:pt x="557308" y="696278"/>
                  </a:lnTo>
                  <a:lnTo>
                    <a:pt x="551117" y="701040"/>
                  </a:lnTo>
                  <a:lnTo>
                    <a:pt x="544068" y="703993"/>
                  </a:lnTo>
                  <a:lnTo>
                    <a:pt x="540734" y="706184"/>
                  </a:lnTo>
                  <a:lnTo>
                    <a:pt x="539687" y="709231"/>
                  </a:lnTo>
                  <a:lnTo>
                    <a:pt x="541211" y="711994"/>
                  </a:lnTo>
                  <a:lnTo>
                    <a:pt x="543878" y="714280"/>
                  </a:lnTo>
                  <a:lnTo>
                    <a:pt x="549402" y="716947"/>
                  </a:lnTo>
                  <a:lnTo>
                    <a:pt x="553022" y="717423"/>
                  </a:lnTo>
                  <a:lnTo>
                    <a:pt x="554736" y="718376"/>
                  </a:lnTo>
                  <a:lnTo>
                    <a:pt x="555689" y="720280"/>
                  </a:lnTo>
                  <a:lnTo>
                    <a:pt x="555212" y="722567"/>
                  </a:lnTo>
                  <a:lnTo>
                    <a:pt x="553403" y="723614"/>
                  </a:lnTo>
                  <a:lnTo>
                    <a:pt x="549402" y="724091"/>
                  </a:lnTo>
                  <a:lnTo>
                    <a:pt x="543306" y="726376"/>
                  </a:lnTo>
                  <a:lnTo>
                    <a:pt x="541782" y="727615"/>
                  </a:lnTo>
                  <a:lnTo>
                    <a:pt x="537972" y="729234"/>
                  </a:lnTo>
                  <a:lnTo>
                    <a:pt x="536639" y="729329"/>
                  </a:lnTo>
                  <a:lnTo>
                    <a:pt x="533876" y="728567"/>
                  </a:lnTo>
                  <a:lnTo>
                    <a:pt x="532448" y="728472"/>
                  </a:lnTo>
                  <a:lnTo>
                    <a:pt x="531209" y="729329"/>
                  </a:lnTo>
                  <a:lnTo>
                    <a:pt x="529495" y="731996"/>
                  </a:lnTo>
                  <a:lnTo>
                    <a:pt x="527780" y="738568"/>
                  </a:lnTo>
                  <a:lnTo>
                    <a:pt x="526447" y="741712"/>
                  </a:lnTo>
                  <a:lnTo>
                    <a:pt x="523494" y="746188"/>
                  </a:lnTo>
                  <a:lnTo>
                    <a:pt x="522827" y="747903"/>
                  </a:lnTo>
                  <a:lnTo>
                    <a:pt x="522542" y="750284"/>
                  </a:lnTo>
                  <a:lnTo>
                    <a:pt x="522923" y="751999"/>
                  </a:lnTo>
                  <a:lnTo>
                    <a:pt x="523589" y="753618"/>
                  </a:lnTo>
                  <a:lnTo>
                    <a:pt x="524256" y="757904"/>
                  </a:lnTo>
                  <a:lnTo>
                    <a:pt x="525209" y="759524"/>
                  </a:lnTo>
                  <a:lnTo>
                    <a:pt x="527304" y="762667"/>
                  </a:lnTo>
                  <a:lnTo>
                    <a:pt x="528161" y="764572"/>
                  </a:lnTo>
                  <a:lnTo>
                    <a:pt x="528257" y="765810"/>
                  </a:lnTo>
                  <a:lnTo>
                    <a:pt x="527780" y="767239"/>
                  </a:lnTo>
                  <a:lnTo>
                    <a:pt x="526923" y="769334"/>
                  </a:lnTo>
                  <a:lnTo>
                    <a:pt x="527018" y="770572"/>
                  </a:lnTo>
                  <a:lnTo>
                    <a:pt x="528828" y="779145"/>
                  </a:lnTo>
                  <a:lnTo>
                    <a:pt x="529304" y="780859"/>
                  </a:lnTo>
                  <a:lnTo>
                    <a:pt x="530162" y="782479"/>
                  </a:lnTo>
                  <a:lnTo>
                    <a:pt x="531305" y="784003"/>
                  </a:lnTo>
                  <a:lnTo>
                    <a:pt x="532733" y="791813"/>
                  </a:lnTo>
                  <a:lnTo>
                    <a:pt x="532162" y="794099"/>
                  </a:lnTo>
                  <a:lnTo>
                    <a:pt x="531209" y="795338"/>
                  </a:lnTo>
                  <a:lnTo>
                    <a:pt x="528161" y="796957"/>
                  </a:lnTo>
                  <a:lnTo>
                    <a:pt x="528638" y="798576"/>
                  </a:lnTo>
                  <a:lnTo>
                    <a:pt x="528923" y="802100"/>
                  </a:lnTo>
                  <a:lnTo>
                    <a:pt x="529304" y="803815"/>
                  </a:lnTo>
                  <a:lnTo>
                    <a:pt x="530162" y="805434"/>
                  </a:lnTo>
                  <a:lnTo>
                    <a:pt x="531114" y="806768"/>
                  </a:lnTo>
                  <a:lnTo>
                    <a:pt x="531781" y="808292"/>
                  </a:lnTo>
                  <a:lnTo>
                    <a:pt x="531876" y="810292"/>
                  </a:lnTo>
                  <a:lnTo>
                    <a:pt x="529781" y="813721"/>
                  </a:lnTo>
                  <a:lnTo>
                    <a:pt x="525875" y="815054"/>
                  </a:lnTo>
                  <a:lnTo>
                    <a:pt x="505778" y="814864"/>
                  </a:lnTo>
                  <a:lnTo>
                    <a:pt x="501682" y="815912"/>
                  </a:lnTo>
                  <a:lnTo>
                    <a:pt x="498729" y="817150"/>
                  </a:lnTo>
                  <a:lnTo>
                    <a:pt x="497491" y="818197"/>
                  </a:lnTo>
                  <a:lnTo>
                    <a:pt x="496348" y="819722"/>
                  </a:lnTo>
                  <a:lnTo>
                    <a:pt x="495681" y="821626"/>
                  </a:lnTo>
                  <a:lnTo>
                    <a:pt x="494729" y="825627"/>
                  </a:lnTo>
                  <a:lnTo>
                    <a:pt x="493967" y="827532"/>
                  </a:lnTo>
                  <a:lnTo>
                    <a:pt x="491109" y="830199"/>
                  </a:lnTo>
                  <a:lnTo>
                    <a:pt x="487585" y="830675"/>
                  </a:lnTo>
                  <a:lnTo>
                    <a:pt x="483775" y="830580"/>
                  </a:lnTo>
                  <a:lnTo>
                    <a:pt x="480251" y="831533"/>
                  </a:lnTo>
                  <a:lnTo>
                    <a:pt x="475679" y="834676"/>
                  </a:lnTo>
                  <a:lnTo>
                    <a:pt x="470535" y="836676"/>
                  </a:lnTo>
                  <a:lnTo>
                    <a:pt x="464249" y="841058"/>
                  </a:lnTo>
                  <a:lnTo>
                    <a:pt x="462629" y="841629"/>
                  </a:lnTo>
                  <a:lnTo>
                    <a:pt x="460724" y="841629"/>
                  </a:lnTo>
                  <a:lnTo>
                    <a:pt x="455676" y="840010"/>
                  </a:lnTo>
                  <a:lnTo>
                    <a:pt x="453962" y="840486"/>
                  </a:lnTo>
                  <a:lnTo>
                    <a:pt x="452533" y="841438"/>
                  </a:lnTo>
                  <a:lnTo>
                    <a:pt x="448818" y="844963"/>
                  </a:lnTo>
                  <a:lnTo>
                    <a:pt x="447008" y="846296"/>
                  </a:lnTo>
                  <a:lnTo>
                    <a:pt x="445294" y="846963"/>
                  </a:lnTo>
                  <a:lnTo>
                    <a:pt x="441579" y="847916"/>
                  </a:lnTo>
                  <a:lnTo>
                    <a:pt x="438531" y="849154"/>
                  </a:lnTo>
                  <a:lnTo>
                    <a:pt x="429482" y="855631"/>
                  </a:lnTo>
                  <a:lnTo>
                    <a:pt x="424625" y="856488"/>
                  </a:lnTo>
                  <a:lnTo>
                    <a:pt x="423196" y="857250"/>
                  </a:lnTo>
                  <a:lnTo>
                    <a:pt x="415957" y="862393"/>
                  </a:lnTo>
                  <a:lnTo>
                    <a:pt x="405193" y="866584"/>
                  </a:lnTo>
                  <a:lnTo>
                    <a:pt x="404051" y="867251"/>
                  </a:lnTo>
                  <a:lnTo>
                    <a:pt x="403003" y="868204"/>
                  </a:lnTo>
                  <a:lnTo>
                    <a:pt x="402431" y="869347"/>
                  </a:lnTo>
                  <a:lnTo>
                    <a:pt x="401765" y="872014"/>
                  </a:lnTo>
                  <a:lnTo>
                    <a:pt x="400907" y="873062"/>
                  </a:lnTo>
                  <a:lnTo>
                    <a:pt x="398145" y="874300"/>
                  </a:lnTo>
                  <a:lnTo>
                    <a:pt x="392240" y="875538"/>
                  </a:lnTo>
                  <a:lnTo>
                    <a:pt x="384810" y="881253"/>
                  </a:lnTo>
                  <a:lnTo>
                    <a:pt x="381667" y="882777"/>
                  </a:lnTo>
                  <a:lnTo>
                    <a:pt x="380238" y="883730"/>
                  </a:lnTo>
                  <a:lnTo>
                    <a:pt x="378905" y="885349"/>
                  </a:lnTo>
                  <a:lnTo>
                    <a:pt x="378619" y="887254"/>
                  </a:lnTo>
                  <a:lnTo>
                    <a:pt x="379952" y="891350"/>
                  </a:lnTo>
                  <a:lnTo>
                    <a:pt x="380238" y="893255"/>
                  </a:lnTo>
                  <a:lnTo>
                    <a:pt x="379381" y="895064"/>
                  </a:lnTo>
                  <a:lnTo>
                    <a:pt x="377952" y="896303"/>
                  </a:lnTo>
                  <a:lnTo>
                    <a:pt x="374809" y="898208"/>
                  </a:lnTo>
                  <a:lnTo>
                    <a:pt x="373475" y="899446"/>
                  </a:lnTo>
                  <a:lnTo>
                    <a:pt x="371475" y="902494"/>
                  </a:lnTo>
                  <a:lnTo>
                    <a:pt x="369951" y="905351"/>
                  </a:lnTo>
                  <a:lnTo>
                    <a:pt x="367760" y="909542"/>
                  </a:lnTo>
                  <a:lnTo>
                    <a:pt x="366713" y="911257"/>
                  </a:lnTo>
                  <a:lnTo>
                    <a:pt x="365569" y="912495"/>
                  </a:lnTo>
                  <a:lnTo>
                    <a:pt x="357473" y="919448"/>
                  </a:lnTo>
                  <a:lnTo>
                    <a:pt x="356044" y="920020"/>
                  </a:lnTo>
                  <a:lnTo>
                    <a:pt x="354425" y="919829"/>
                  </a:lnTo>
                  <a:lnTo>
                    <a:pt x="351282" y="918401"/>
                  </a:lnTo>
                  <a:lnTo>
                    <a:pt x="340805" y="916876"/>
                  </a:lnTo>
                  <a:lnTo>
                    <a:pt x="337947" y="916972"/>
                  </a:lnTo>
                  <a:lnTo>
                    <a:pt x="335280" y="917924"/>
                  </a:lnTo>
                  <a:lnTo>
                    <a:pt x="324707" y="923544"/>
                  </a:lnTo>
                  <a:lnTo>
                    <a:pt x="323469" y="923925"/>
                  </a:lnTo>
                  <a:lnTo>
                    <a:pt x="322040" y="924116"/>
                  </a:lnTo>
                  <a:lnTo>
                    <a:pt x="317944" y="923925"/>
                  </a:lnTo>
                  <a:lnTo>
                    <a:pt x="311753" y="925639"/>
                  </a:lnTo>
                  <a:lnTo>
                    <a:pt x="309467" y="925544"/>
                  </a:lnTo>
                  <a:lnTo>
                    <a:pt x="307086" y="924306"/>
                  </a:lnTo>
                  <a:lnTo>
                    <a:pt x="302609" y="922401"/>
                  </a:lnTo>
                  <a:lnTo>
                    <a:pt x="298133" y="921449"/>
                  </a:lnTo>
                  <a:lnTo>
                    <a:pt x="295561" y="921639"/>
                  </a:lnTo>
                  <a:lnTo>
                    <a:pt x="290989" y="923068"/>
                  </a:lnTo>
                  <a:lnTo>
                    <a:pt x="280988" y="922401"/>
                  </a:lnTo>
                  <a:lnTo>
                    <a:pt x="278606" y="921544"/>
                  </a:lnTo>
                  <a:lnTo>
                    <a:pt x="274320" y="919353"/>
                  </a:lnTo>
                  <a:lnTo>
                    <a:pt x="272129" y="918972"/>
                  </a:lnTo>
                  <a:lnTo>
                    <a:pt x="263557" y="920972"/>
                  </a:lnTo>
                  <a:lnTo>
                    <a:pt x="260414" y="922306"/>
                  </a:lnTo>
                  <a:lnTo>
                    <a:pt x="258318" y="924306"/>
                  </a:lnTo>
                  <a:lnTo>
                    <a:pt x="257175" y="926021"/>
                  </a:lnTo>
                  <a:lnTo>
                    <a:pt x="254222" y="928211"/>
                  </a:lnTo>
                  <a:lnTo>
                    <a:pt x="252889" y="929450"/>
                  </a:lnTo>
                  <a:lnTo>
                    <a:pt x="252127" y="931450"/>
                  </a:lnTo>
                  <a:lnTo>
                    <a:pt x="252412" y="933545"/>
                  </a:lnTo>
                  <a:lnTo>
                    <a:pt x="252984" y="935546"/>
                  </a:lnTo>
                  <a:lnTo>
                    <a:pt x="253174" y="937641"/>
                  </a:lnTo>
                  <a:lnTo>
                    <a:pt x="252508" y="939737"/>
                  </a:lnTo>
                  <a:lnTo>
                    <a:pt x="251270" y="941070"/>
                  </a:lnTo>
                  <a:lnTo>
                    <a:pt x="248126" y="942880"/>
                  </a:lnTo>
                  <a:lnTo>
                    <a:pt x="245459" y="945166"/>
                  </a:lnTo>
                  <a:lnTo>
                    <a:pt x="243364" y="948404"/>
                  </a:lnTo>
                  <a:lnTo>
                    <a:pt x="242030" y="952214"/>
                  </a:lnTo>
                  <a:lnTo>
                    <a:pt x="241459" y="962882"/>
                  </a:lnTo>
                  <a:lnTo>
                    <a:pt x="241173" y="964501"/>
                  </a:lnTo>
                  <a:lnTo>
                    <a:pt x="240316" y="966026"/>
                  </a:lnTo>
                  <a:lnTo>
                    <a:pt x="236030" y="969359"/>
                  </a:lnTo>
                  <a:lnTo>
                    <a:pt x="234029" y="972503"/>
                  </a:lnTo>
                  <a:lnTo>
                    <a:pt x="231458" y="979932"/>
                  </a:lnTo>
                  <a:lnTo>
                    <a:pt x="229648" y="982885"/>
                  </a:lnTo>
                  <a:lnTo>
                    <a:pt x="227457" y="985076"/>
                  </a:lnTo>
                  <a:lnTo>
                    <a:pt x="220504" y="989647"/>
                  </a:lnTo>
                  <a:lnTo>
                    <a:pt x="218027" y="992124"/>
                  </a:lnTo>
                  <a:lnTo>
                    <a:pt x="216694" y="992600"/>
                  </a:lnTo>
                  <a:lnTo>
                    <a:pt x="215551" y="991267"/>
                  </a:lnTo>
                  <a:lnTo>
                    <a:pt x="214217" y="984885"/>
                  </a:lnTo>
                  <a:lnTo>
                    <a:pt x="213455" y="983075"/>
                  </a:lnTo>
                  <a:lnTo>
                    <a:pt x="211074" y="982313"/>
                  </a:lnTo>
                  <a:lnTo>
                    <a:pt x="208788" y="984980"/>
                  </a:lnTo>
                  <a:lnTo>
                    <a:pt x="206407" y="988314"/>
                  </a:lnTo>
                  <a:lnTo>
                    <a:pt x="203740" y="990029"/>
                  </a:lnTo>
                  <a:lnTo>
                    <a:pt x="202216" y="989647"/>
                  </a:lnTo>
                  <a:lnTo>
                    <a:pt x="199168" y="988028"/>
                  </a:lnTo>
                  <a:lnTo>
                    <a:pt x="197644" y="987552"/>
                  </a:lnTo>
                  <a:lnTo>
                    <a:pt x="195739" y="987647"/>
                  </a:lnTo>
                  <a:lnTo>
                    <a:pt x="188595" y="991172"/>
                  </a:lnTo>
                  <a:lnTo>
                    <a:pt x="187547" y="992600"/>
                  </a:lnTo>
                  <a:lnTo>
                    <a:pt x="186690" y="994410"/>
                  </a:lnTo>
                  <a:lnTo>
                    <a:pt x="185357" y="996125"/>
                  </a:lnTo>
                  <a:lnTo>
                    <a:pt x="183737" y="997268"/>
                  </a:lnTo>
                  <a:lnTo>
                    <a:pt x="182023" y="997649"/>
                  </a:lnTo>
                  <a:lnTo>
                    <a:pt x="180308" y="997458"/>
                  </a:lnTo>
                  <a:lnTo>
                    <a:pt x="175070" y="996220"/>
                  </a:lnTo>
                  <a:lnTo>
                    <a:pt x="173355" y="996029"/>
                  </a:lnTo>
                  <a:lnTo>
                    <a:pt x="171641" y="996220"/>
                  </a:lnTo>
                  <a:lnTo>
                    <a:pt x="168021" y="997839"/>
                  </a:lnTo>
                  <a:lnTo>
                    <a:pt x="166211" y="997934"/>
                  </a:lnTo>
                  <a:lnTo>
                    <a:pt x="164783" y="996505"/>
                  </a:lnTo>
                  <a:lnTo>
                    <a:pt x="164116" y="994696"/>
                  </a:lnTo>
                  <a:lnTo>
                    <a:pt x="162878" y="990124"/>
                  </a:lnTo>
                  <a:lnTo>
                    <a:pt x="162687" y="988124"/>
                  </a:lnTo>
                  <a:lnTo>
                    <a:pt x="163354" y="986123"/>
                  </a:lnTo>
                  <a:lnTo>
                    <a:pt x="164402" y="984695"/>
                  </a:lnTo>
                  <a:lnTo>
                    <a:pt x="165164" y="983266"/>
                  </a:lnTo>
                  <a:lnTo>
                    <a:pt x="164973" y="981456"/>
                  </a:lnTo>
                  <a:lnTo>
                    <a:pt x="164211" y="980313"/>
                  </a:lnTo>
                  <a:lnTo>
                    <a:pt x="161925" y="978122"/>
                  </a:lnTo>
                  <a:lnTo>
                    <a:pt x="161068" y="976789"/>
                  </a:lnTo>
                  <a:lnTo>
                    <a:pt x="160496" y="974884"/>
                  </a:lnTo>
                  <a:lnTo>
                    <a:pt x="160115" y="968978"/>
                  </a:lnTo>
                  <a:lnTo>
                    <a:pt x="158687" y="964501"/>
                  </a:lnTo>
                  <a:lnTo>
                    <a:pt x="156401" y="962311"/>
                  </a:lnTo>
                  <a:lnTo>
                    <a:pt x="153543" y="962216"/>
                  </a:lnTo>
                  <a:lnTo>
                    <a:pt x="150209" y="964216"/>
                  </a:lnTo>
                  <a:lnTo>
                    <a:pt x="132683" y="978313"/>
                  </a:lnTo>
                  <a:lnTo>
                    <a:pt x="131921" y="978694"/>
                  </a:lnTo>
                  <a:lnTo>
                    <a:pt x="130969" y="978884"/>
                  </a:lnTo>
                  <a:lnTo>
                    <a:pt x="130016" y="979265"/>
                  </a:lnTo>
                  <a:lnTo>
                    <a:pt x="129540" y="980122"/>
                  </a:lnTo>
                  <a:lnTo>
                    <a:pt x="129254" y="981170"/>
                  </a:lnTo>
                  <a:lnTo>
                    <a:pt x="128683" y="982028"/>
                  </a:lnTo>
                  <a:lnTo>
                    <a:pt x="127159" y="982313"/>
                  </a:lnTo>
                  <a:lnTo>
                    <a:pt x="125730" y="981647"/>
                  </a:lnTo>
                  <a:lnTo>
                    <a:pt x="124206" y="980599"/>
                  </a:lnTo>
                  <a:lnTo>
                    <a:pt x="122682" y="980027"/>
                  </a:lnTo>
                  <a:lnTo>
                    <a:pt x="120682" y="980313"/>
                  </a:lnTo>
                  <a:lnTo>
                    <a:pt x="116777" y="982123"/>
                  </a:lnTo>
                  <a:lnTo>
                    <a:pt x="114776" y="982409"/>
                  </a:lnTo>
                  <a:lnTo>
                    <a:pt x="111824" y="981742"/>
                  </a:lnTo>
                  <a:lnTo>
                    <a:pt x="108966" y="980504"/>
                  </a:lnTo>
                  <a:lnTo>
                    <a:pt x="102013" y="975646"/>
                  </a:lnTo>
                  <a:lnTo>
                    <a:pt x="100203" y="974788"/>
                  </a:lnTo>
                  <a:lnTo>
                    <a:pt x="98489" y="974979"/>
                  </a:lnTo>
                  <a:lnTo>
                    <a:pt x="98298" y="975360"/>
                  </a:lnTo>
                  <a:lnTo>
                    <a:pt x="97250" y="976789"/>
                  </a:lnTo>
                  <a:lnTo>
                    <a:pt x="96965" y="977932"/>
                  </a:lnTo>
                  <a:lnTo>
                    <a:pt x="96869" y="978313"/>
                  </a:lnTo>
                  <a:lnTo>
                    <a:pt x="96202" y="980218"/>
                  </a:lnTo>
                  <a:lnTo>
                    <a:pt x="95250" y="982409"/>
                  </a:lnTo>
                  <a:lnTo>
                    <a:pt x="94679" y="984504"/>
                  </a:lnTo>
                  <a:lnTo>
                    <a:pt x="95250" y="986123"/>
                  </a:lnTo>
                  <a:lnTo>
                    <a:pt x="99060" y="989552"/>
                  </a:lnTo>
                  <a:lnTo>
                    <a:pt x="100013" y="990981"/>
                  </a:lnTo>
                  <a:lnTo>
                    <a:pt x="100679" y="994410"/>
                  </a:lnTo>
                  <a:lnTo>
                    <a:pt x="98203" y="995077"/>
                  </a:lnTo>
                  <a:lnTo>
                    <a:pt x="91440" y="993267"/>
                  </a:lnTo>
                  <a:lnTo>
                    <a:pt x="89630" y="993172"/>
                  </a:lnTo>
                  <a:lnTo>
                    <a:pt x="88202" y="993838"/>
                  </a:lnTo>
                  <a:lnTo>
                    <a:pt x="84011" y="998030"/>
                  </a:lnTo>
                  <a:lnTo>
                    <a:pt x="82677" y="998982"/>
                  </a:lnTo>
                  <a:lnTo>
                    <a:pt x="79629" y="1000601"/>
                  </a:lnTo>
                  <a:lnTo>
                    <a:pt x="76962" y="1002697"/>
                  </a:lnTo>
                  <a:lnTo>
                    <a:pt x="69818" y="1010412"/>
                  </a:lnTo>
                  <a:lnTo>
                    <a:pt x="61341" y="1017365"/>
                  </a:lnTo>
                  <a:lnTo>
                    <a:pt x="58388" y="1018604"/>
                  </a:lnTo>
                  <a:lnTo>
                    <a:pt x="55912" y="1018984"/>
                  </a:lnTo>
                  <a:lnTo>
                    <a:pt x="53531" y="1018604"/>
                  </a:lnTo>
                  <a:lnTo>
                    <a:pt x="50768" y="1017556"/>
                  </a:lnTo>
                  <a:lnTo>
                    <a:pt x="48006" y="1016889"/>
                  </a:lnTo>
                  <a:lnTo>
                    <a:pt x="45149" y="1017270"/>
                  </a:lnTo>
                  <a:lnTo>
                    <a:pt x="42386" y="1018413"/>
                  </a:lnTo>
                  <a:lnTo>
                    <a:pt x="39815" y="1020128"/>
                  </a:lnTo>
                  <a:lnTo>
                    <a:pt x="37338" y="1021271"/>
                  </a:lnTo>
                  <a:lnTo>
                    <a:pt x="32099" y="1022033"/>
                  </a:lnTo>
                  <a:lnTo>
                    <a:pt x="29909" y="1023842"/>
                  </a:lnTo>
                  <a:lnTo>
                    <a:pt x="29051" y="1024890"/>
                  </a:lnTo>
                  <a:lnTo>
                    <a:pt x="28385" y="1026128"/>
                  </a:lnTo>
                  <a:lnTo>
                    <a:pt x="27908" y="1027462"/>
                  </a:lnTo>
                  <a:lnTo>
                    <a:pt x="27718" y="1028986"/>
                  </a:lnTo>
                  <a:lnTo>
                    <a:pt x="27242" y="1031462"/>
                  </a:lnTo>
                  <a:lnTo>
                    <a:pt x="25908" y="1033177"/>
                  </a:lnTo>
                  <a:lnTo>
                    <a:pt x="24384" y="1034796"/>
                  </a:lnTo>
                  <a:lnTo>
                    <a:pt x="23241" y="1036892"/>
                  </a:lnTo>
                  <a:lnTo>
                    <a:pt x="22574" y="1041178"/>
                  </a:lnTo>
                  <a:lnTo>
                    <a:pt x="22193" y="1042416"/>
                  </a:lnTo>
                  <a:lnTo>
                    <a:pt x="21622" y="1043178"/>
                  </a:lnTo>
                  <a:lnTo>
                    <a:pt x="19241" y="1045178"/>
                  </a:lnTo>
                  <a:lnTo>
                    <a:pt x="18288" y="1046702"/>
                  </a:lnTo>
                  <a:lnTo>
                    <a:pt x="17621" y="1048512"/>
                  </a:lnTo>
                  <a:lnTo>
                    <a:pt x="17240" y="1050608"/>
                  </a:lnTo>
                  <a:lnTo>
                    <a:pt x="17336" y="1052608"/>
                  </a:lnTo>
                  <a:lnTo>
                    <a:pt x="18098" y="1054608"/>
                  </a:lnTo>
                  <a:lnTo>
                    <a:pt x="19241" y="1055275"/>
                  </a:lnTo>
                  <a:lnTo>
                    <a:pt x="20574" y="1055656"/>
                  </a:lnTo>
                  <a:lnTo>
                    <a:pt x="22098" y="1056608"/>
                  </a:lnTo>
                  <a:lnTo>
                    <a:pt x="23241" y="1058418"/>
                  </a:lnTo>
                  <a:lnTo>
                    <a:pt x="23717" y="1060609"/>
                  </a:lnTo>
                  <a:lnTo>
                    <a:pt x="24098" y="1064990"/>
                  </a:lnTo>
                  <a:lnTo>
                    <a:pt x="25908" y="1070515"/>
                  </a:lnTo>
                  <a:lnTo>
                    <a:pt x="25432" y="1071658"/>
                  </a:lnTo>
                  <a:lnTo>
                    <a:pt x="23717" y="1072706"/>
                  </a:lnTo>
                  <a:lnTo>
                    <a:pt x="22384" y="1073849"/>
                  </a:lnTo>
                  <a:lnTo>
                    <a:pt x="21431" y="1075277"/>
                  </a:lnTo>
                  <a:lnTo>
                    <a:pt x="20479" y="1077659"/>
                  </a:lnTo>
                  <a:lnTo>
                    <a:pt x="19622" y="1081183"/>
                  </a:lnTo>
                  <a:lnTo>
                    <a:pt x="18860" y="1082612"/>
                  </a:lnTo>
                  <a:lnTo>
                    <a:pt x="17431" y="1083374"/>
                  </a:lnTo>
                  <a:lnTo>
                    <a:pt x="2381" y="1085469"/>
                  </a:lnTo>
                  <a:lnTo>
                    <a:pt x="2286" y="1087469"/>
                  </a:lnTo>
                  <a:lnTo>
                    <a:pt x="3143" y="1093375"/>
                  </a:lnTo>
                  <a:lnTo>
                    <a:pt x="3239" y="1095470"/>
                  </a:lnTo>
                  <a:lnTo>
                    <a:pt x="3048" y="1097089"/>
                  </a:lnTo>
                  <a:lnTo>
                    <a:pt x="572" y="1104329"/>
                  </a:lnTo>
                  <a:lnTo>
                    <a:pt x="0" y="1107377"/>
                  </a:lnTo>
                  <a:lnTo>
                    <a:pt x="381" y="1110234"/>
                  </a:lnTo>
                  <a:lnTo>
                    <a:pt x="2286" y="1113568"/>
                  </a:lnTo>
                  <a:lnTo>
                    <a:pt x="5715" y="1116902"/>
                  </a:lnTo>
                  <a:lnTo>
                    <a:pt x="6382" y="1118330"/>
                  </a:lnTo>
                  <a:lnTo>
                    <a:pt x="7144" y="1121855"/>
                  </a:lnTo>
                  <a:lnTo>
                    <a:pt x="7620" y="1123474"/>
                  </a:lnTo>
                  <a:lnTo>
                    <a:pt x="8477" y="1124807"/>
                  </a:lnTo>
                  <a:lnTo>
                    <a:pt x="13240" y="1128427"/>
                  </a:lnTo>
                  <a:lnTo>
                    <a:pt x="15907" y="1131380"/>
                  </a:lnTo>
                  <a:lnTo>
                    <a:pt x="17050" y="1132142"/>
                  </a:lnTo>
                  <a:lnTo>
                    <a:pt x="17812" y="1133856"/>
                  </a:lnTo>
                  <a:lnTo>
                    <a:pt x="18098" y="1135571"/>
                  </a:lnTo>
                  <a:lnTo>
                    <a:pt x="17717" y="1137190"/>
                  </a:lnTo>
                  <a:lnTo>
                    <a:pt x="16478" y="1138428"/>
                  </a:lnTo>
                  <a:lnTo>
                    <a:pt x="14764" y="1139000"/>
                  </a:lnTo>
                  <a:lnTo>
                    <a:pt x="10954" y="1139000"/>
                  </a:lnTo>
                  <a:lnTo>
                    <a:pt x="9144" y="1139857"/>
                  </a:lnTo>
                  <a:lnTo>
                    <a:pt x="8001" y="1141095"/>
                  </a:lnTo>
                  <a:lnTo>
                    <a:pt x="6858" y="1142714"/>
                  </a:lnTo>
                  <a:lnTo>
                    <a:pt x="6191" y="1144524"/>
                  </a:lnTo>
                  <a:lnTo>
                    <a:pt x="6477" y="1146334"/>
                  </a:lnTo>
                  <a:lnTo>
                    <a:pt x="7430" y="1147858"/>
                  </a:lnTo>
                  <a:lnTo>
                    <a:pt x="9716" y="1150525"/>
                  </a:lnTo>
                  <a:lnTo>
                    <a:pt x="10668" y="1151954"/>
                  </a:lnTo>
                  <a:lnTo>
                    <a:pt x="10859" y="1153954"/>
                  </a:lnTo>
                  <a:lnTo>
                    <a:pt x="10382" y="1158431"/>
                  </a:lnTo>
                  <a:lnTo>
                    <a:pt x="10668" y="1159955"/>
                  </a:lnTo>
                  <a:lnTo>
                    <a:pt x="13526" y="1164812"/>
                  </a:lnTo>
                  <a:lnTo>
                    <a:pt x="14097" y="1166241"/>
                  </a:lnTo>
                  <a:lnTo>
                    <a:pt x="14859" y="1170527"/>
                  </a:lnTo>
                  <a:lnTo>
                    <a:pt x="15526" y="1172147"/>
                  </a:lnTo>
                  <a:lnTo>
                    <a:pt x="17050" y="1173766"/>
                  </a:lnTo>
                  <a:lnTo>
                    <a:pt x="18479" y="1174623"/>
                  </a:lnTo>
                  <a:lnTo>
                    <a:pt x="21336" y="1175766"/>
                  </a:lnTo>
                  <a:lnTo>
                    <a:pt x="22765" y="1176528"/>
                  </a:lnTo>
                  <a:lnTo>
                    <a:pt x="25146" y="1178814"/>
                  </a:lnTo>
                  <a:lnTo>
                    <a:pt x="26384" y="1179576"/>
                  </a:lnTo>
                  <a:lnTo>
                    <a:pt x="34100" y="1179767"/>
                  </a:lnTo>
                  <a:lnTo>
                    <a:pt x="35338" y="1179481"/>
                  </a:lnTo>
                  <a:lnTo>
                    <a:pt x="36481" y="1177766"/>
                  </a:lnTo>
                  <a:lnTo>
                    <a:pt x="35814" y="1176242"/>
                  </a:lnTo>
                  <a:lnTo>
                    <a:pt x="34766" y="1174528"/>
                  </a:lnTo>
                  <a:lnTo>
                    <a:pt x="34766" y="1172528"/>
                  </a:lnTo>
                  <a:lnTo>
                    <a:pt x="35338" y="1172051"/>
                  </a:lnTo>
                  <a:lnTo>
                    <a:pt x="38481" y="1171004"/>
                  </a:lnTo>
                  <a:lnTo>
                    <a:pt x="39053" y="1170337"/>
                  </a:lnTo>
                  <a:lnTo>
                    <a:pt x="39148" y="1169480"/>
                  </a:lnTo>
                  <a:lnTo>
                    <a:pt x="39148" y="1168527"/>
                  </a:lnTo>
                  <a:lnTo>
                    <a:pt x="39338" y="1167765"/>
                  </a:lnTo>
                  <a:lnTo>
                    <a:pt x="40481" y="1166051"/>
                  </a:lnTo>
                  <a:lnTo>
                    <a:pt x="41624" y="1165289"/>
                  </a:lnTo>
                  <a:lnTo>
                    <a:pt x="42958" y="1165384"/>
                  </a:lnTo>
                  <a:lnTo>
                    <a:pt x="47911" y="1167098"/>
                  </a:lnTo>
                  <a:lnTo>
                    <a:pt x="49435" y="1167289"/>
                  </a:lnTo>
                  <a:lnTo>
                    <a:pt x="51245" y="1167289"/>
                  </a:lnTo>
                  <a:lnTo>
                    <a:pt x="56769" y="1165384"/>
                  </a:lnTo>
                  <a:lnTo>
                    <a:pt x="58484" y="1165574"/>
                  </a:lnTo>
                  <a:lnTo>
                    <a:pt x="69818" y="1171194"/>
                  </a:lnTo>
                  <a:lnTo>
                    <a:pt x="83344" y="1176338"/>
                  </a:lnTo>
                  <a:lnTo>
                    <a:pt x="84868" y="1177576"/>
                  </a:lnTo>
                  <a:lnTo>
                    <a:pt x="86106" y="1179005"/>
                  </a:lnTo>
                  <a:lnTo>
                    <a:pt x="87440" y="1180148"/>
                  </a:lnTo>
                  <a:lnTo>
                    <a:pt x="89249" y="1180338"/>
                  </a:lnTo>
                  <a:lnTo>
                    <a:pt x="91059" y="1180243"/>
                  </a:lnTo>
                  <a:lnTo>
                    <a:pt x="92488" y="1180529"/>
                  </a:lnTo>
                  <a:lnTo>
                    <a:pt x="93821" y="1181481"/>
                  </a:lnTo>
                  <a:lnTo>
                    <a:pt x="95060" y="1183196"/>
                  </a:lnTo>
                  <a:lnTo>
                    <a:pt x="95060" y="1183196"/>
                  </a:lnTo>
                  <a:lnTo>
                    <a:pt x="95060" y="1183196"/>
                  </a:lnTo>
                  <a:lnTo>
                    <a:pt x="95060" y="1183196"/>
                  </a:lnTo>
                  <a:lnTo>
                    <a:pt x="95821" y="1184339"/>
                  </a:lnTo>
                  <a:lnTo>
                    <a:pt x="96393" y="1184815"/>
                  </a:lnTo>
                  <a:lnTo>
                    <a:pt x="97822" y="1185672"/>
                  </a:lnTo>
                  <a:lnTo>
                    <a:pt x="98298" y="1186243"/>
                  </a:lnTo>
                  <a:lnTo>
                    <a:pt x="98584" y="1187101"/>
                  </a:lnTo>
                  <a:lnTo>
                    <a:pt x="98679" y="1188053"/>
                  </a:lnTo>
                  <a:lnTo>
                    <a:pt x="99251" y="1191006"/>
                  </a:lnTo>
                  <a:lnTo>
                    <a:pt x="99251" y="1193006"/>
                  </a:lnTo>
                  <a:lnTo>
                    <a:pt x="98774" y="1194816"/>
                  </a:lnTo>
                  <a:lnTo>
                    <a:pt x="97822" y="1196435"/>
                  </a:lnTo>
                  <a:lnTo>
                    <a:pt x="94393" y="1200245"/>
                  </a:lnTo>
                  <a:lnTo>
                    <a:pt x="93631" y="1201864"/>
                  </a:lnTo>
                  <a:lnTo>
                    <a:pt x="93345" y="1203770"/>
                  </a:lnTo>
                  <a:lnTo>
                    <a:pt x="93345" y="1213390"/>
                  </a:lnTo>
                  <a:lnTo>
                    <a:pt x="94964" y="1225010"/>
                  </a:lnTo>
                  <a:lnTo>
                    <a:pt x="96488" y="1227868"/>
                  </a:lnTo>
                  <a:lnTo>
                    <a:pt x="102108" y="1231106"/>
                  </a:lnTo>
                  <a:lnTo>
                    <a:pt x="103061" y="1233868"/>
                  </a:lnTo>
                  <a:lnTo>
                    <a:pt x="102775" y="1240250"/>
                  </a:lnTo>
                  <a:lnTo>
                    <a:pt x="102965" y="1242917"/>
                  </a:lnTo>
                  <a:lnTo>
                    <a:pt x="102965" y="1243584"/>
                  </a:lnTo>
                  <a:lnTo>
                    <a:pt x="103156" y="1244156"/>
                  </a:lnTo>
                  <a:lnTo>
                    <a:pt x="104108" y="1244632"/>
                  </a:lnTo>
                  <a:lnTo>
                    <a:pt x="104775" y="1245299"/>
                  </a:lnTo>
                  <a:lnTo>
                    <a:pt x="104585" y="1245965"/>
                  </a:lnTo>
                  <a:lnTo>
                    <a:pt x="103251" y="1248156"/>
                  </a:lnTo>
                  <a:lnTo>
                    <a:pt x="102680" y="1248537"/>
                  </a:lnTo>
                  <a:lnTo>
                    <a:pt x="102299" y="1249013"/>
                  </a:lnTo>
                  <a:lnTo>
                    <a:pt x="102584" y="1250347"/>
                  </a:lnTo>
                  <a:lnTo>
                    <a:pt x="102965" y="1251109"/>
                  </a:lnTo>
                  <a:lnTo>
                    <a:pt x="103537" y="1251680"/>
                  </a:lnTo>
                  <a:lnTo>
                    <a:pt x="107633" y="1253871"/>
                  </a:lnTo>
                  <a:lnTo>
                    <a:pt x="108585" y="1254919"/>
                  </a:lnTo>
                  <a:lnTo>
                    <a:pt x="108871" y="1256729"/>
                  </a:lnTo>
                  <a:lnTo>
                    <a:pt x="108585" y="1257681"/>
                  </a:lnTo>
                  <a:lnTo>
                    <a:pt x="108014" y="1258729"/>
                  </a:lnTo>
                  <a:lnTo>
                    <a:pt x="106775" y="1260348"/>
                  </a:lnTo>
                  <a:lnTo>
                    <a:pt x="106204" y="1261301"/>
                  </a:lnTo>
                  <a:lnTo>
                    <a:pt x="106013" y="1262253"/>
                  </a:lnTo>
                  <a:lnTo>
                    <a:pt x="105823" y="1263110"/>
                  </a:lnTo>
                  <a:lnTo>
                    <a:pt x="105537" y="1263968"/>
                  </a:lnTo>
                  <a:lnTo>
                    <a:pt x="104585" y="1265492"/>
                  </a:lnTo>
                  <a:lnTo>
                    <a:pt x="103442" y="1266730"/>
                  </a:lnTo>
                  <a:lnTo>
                    <a:pt x="102584" y="1268159"/>
                  </a:lnTo>
                  <a:lnTo>
                    <a:pt x="102299" y="1270064"/>
                  </a:lnTo>
                  <a:lnTo>
                    <a:pt x="103061" y="1273588"/>
                  </a:lnTo>
                  <a:lnTo>
                    <a:pt x="104870" y="1276445"/>
                  </a:lnTo>
                  <a:lnTo>
                    <a:pt x="107252" y="1278731"/>
                  </a:lnTo>
                  <a:lnTo>
                    <a:pt x="114586" y="1282922"/>
                  </a:lnTo>
                  <a:lnTo>
                    <a:pt x="115919" y="1284160"/>
                  </a:lnTo>
                  <a:lnTo>
                    <a:pt x="120015" y="1289495"/>
                  </a:lnTo>
                  <a:lnTo>
                    <a:pt x="122301" y="1291781"/>
                  </a:lnTo>
                  <a:lnTo>
                    <a:pt x="124777" y="1293590"/>
                  </a:lnTo>
                  <a:lnTo>
                    <a:pt x="120872" y="1294829"/>
                  </a:lnTo>
                  <a:lnTo>
                    <a:pt x="118967" y="1295781"/>
                  </a:lnTo>
                  <a:lnTo>
                    <a:pt x="118015" y="1297496"/>
                  </a:lnTo>
                  <a:lnTo>
                    <a:pt x="117824" y="1301210"/>
                  </a:lnTo>
                  <a:lnTo>
                    <a:pt x="117158" y="1302449"/>
                  </a:lnTo>
                  <a:lnTo>
                    <a:pt x="109728" y="1305211"/>
                  </a:lnTo>
                  <a:lnTo>
                    <a:pt x="107823" y="1305497"/>
                  </a:lnTo>
                  <a:lnTo>
                    <a:pt x="106299" y="1306354"/>
                  </a:lnTo>
                  <a:lnTo>
                    <a:pt x="105537" y="1308068"/>
                  </a:lnTo>
                  <a:lnTo>
                    <a:pt x="104680" y="1309688"/>
                  </a:lnTo>
                  <a:lnTo>
                    <a:pt x="103061" y="1310545"/>
                  </a:lnTo>
                  <a:lnTo>
                    <a:pt x="96774" y="1312069"/>
                  </a:lnTo>
                  <a:lnTo>
                    <a:pt x="95250" y="1312259"/>
                  </a:lnTo>
                  <a:lnTo>
                    <a:pt x="94393" y="1311688"/>
                  </a:lnTo>
                  <a:lnTo>
                    <a:pt x="91250" y="1304830"/>
                  </a:lnTo>
                  <a:lnTo>
                    <a:pt x="90678" y="1303973"/>
                  </a:lnTo>
                  <a:lnTo>
                    <a:pt x="89440" y="1303877"/>
                  </a:lnTo>
                  <a:lnTo>
                    <a:pt x="88487" y="1304544"/>
                  </a:lnTo>
                  <a:lnTo>
                    <a:pt x="87630" y="1305592"/>
                  </a:lnTo>
                  <a:lnTo>
                    <a:pt x="85820" y="1307211"/>
                  </a:lnTo>
                  <a:lnTo>
                    <a:pt x="85344" y="1307497"/>
                  </a:lnTo>
                  <a:lnTo>
                    <a:pt x="83820" y="1307687"/>
                  </a:lnTo>
                  <a:lnTo>
                    <a:pt x="83439" y="1308164"/>
                  </a:lnTo>
                  <a:lnTo>
                    <a:pt x="83153" y="1308830"/>
                  </a:lnTo>
                  <a:lnTo>
                    <a:pt x="82106" y="1309783"/>
                  </a:lnTo>
                  <a:lnTo>
                    <a:pt x="81915" y="1310164"/>
                  </a:lnTo>
                  <a:lnTo>
                    <a:pt x="81534" y="1310545"/>
                  </a:lnTo>
                  <a:lnTo>
                    <a:pt x="80867" y="1310831"/>
                  </a:lnTo>
                  <a:lnTo>
                    <a:pt x="80391" y="1310640"/>
                  </a:lnTo>
                  <a:lnTo>
                    <a:pt x="79439" y="1309592"/>
                  </a:lnTo>
                  <a:lnTo>
                    <a:pt x="78867" y="1309306"/>
                  </a:lnTo>
                  <a:lnTo>
                    <a:pt x="77819" y="1309402"/>
                  </a:lnTo>
                  <a:lnTo>
                    <a:pt x="74295" y="1310450"/>
                  </a:lnTo>
                  <a:lnTo>
                    <a:pt x="71723" y="1310450"/>
                  </a:lnTo>
                  <a:lnTo>
                    <a:pt x="70676" y="1311021"/>
                  </a:lnTo>
                  <a:lnTo>
                    <a:pt x="69818" y="1312640"/>
                  </a:lnTo>
                  <a:lnTo>
                    <a:pt x="69152" y="1314641"/>
                  </a:lnTo>
                  <a:lnTo>
                    <a:pt x="68199" y="1315879"/>
                  </a:lnTo>
                  <a:lnTo>
                    <a:pt x="67056" y="1316546"/>
                  </a:lnTo>
                  <a:lnTo>
                    <a:pt x="65341" y="1316831"/>
                  </a:lnTo>
                  <a:lnTo>
                    <a:pt x="62294" y="1316450"/>
                  </a:lnTo>
                  <a:lnTo>
                    <a:pt x="61151" y="1316927"/>
                  </a:lnTo>
                  <a:lnTo>
                    <a:pt x="61055" y="1318831"/>
                  </a:lnTo>
                  <a:lnTo>
                    <a:pt x="62294" y="1320927"/>
                  </a:lnTo>
                  <a:lnTo>
                    <a:pt x="64865" y="1322832"/>
                  </a:lnTo>
                  <a:lnTo>
                    <a:pt x="69818" y="1325309"/>
                  </a:lnTo>
                  <a:lnTo>
                    <a:pt x="71247" y="1326928"/>
                  </a:lnTo>
                  <a:lnTo>
                    <a:pt x="72200" y="1328928"/>
                  </a:lnTo>
                  <a:lnTo>
                    <a:pt x="73247" y="1330547"/>
                  </a:lnTo>
                  <a:lnTo>
                    <a:pt x="75057" y="1331405"/>
                  </a:lnTo>
                  <a:lnTo>
                    <a:pt x="76676" y="1330643"/>
                  </a:lnTo>
                  <a:lnTo>
                    <a:pt x="81820" y="1329309"/>
                  </a:lnTo>
                  <a:lnTo>
                    <a:pt x="84677" y="1328166"/>
                  </a:lnTo>
                  <a:lnTo>
                    <a:pt x="85916" y="1328452"/>
                  </a:lnTo>
                  <a:lnTo>
                    <a:pt x="87059" y="1329976"/>
                  </a:lnTo>
                  <a:lnTo>
                    <a:pt x="89249" y="1331976"/>
                  </a:lnTo>
                  <a:lnTo>
                    <a:pt x="95060" y="1332071"/>
                  </a:lnTo>
                  <a:lnTo>
                    <a:pt x="97631" y="1334167"/>
                  </a:lnTo>
                  <a:lnTo>
                    <a:pt x="97631" y="1334167"/>
                  </a:lnTo>
                  <a:lnTo>
                    <a:pt x="99917" y="1337691"/>
                  </a:lnTo>
                  <a:lnTo>
                    <a:pt x="100584" y="1338834"/>
                  </a:lnTo>
                  <a:lnTo>
                    <a:pt x="101060" y="1341882"/>
                  </a:lnTo>
                  <a:lnTo>
                    <a:pt x="101441" y="1342835"/>
                  </a:lnTo>
                  <a:lnTo>
                    <a:pt x="102584" y="1342358"/>
                  </a:lnTo>
                  <a:lnTo>
                    <a:pt x="103061" y="1341406"/>
                  </a:lnTo>
                  <a:lnTo>
                    <a:pt x="103727" y="1338548"/>
                  </a:lnTo>
                  <a:lnTo>
                    <a:pt x="104489" y="1337310"/>
                  </a:lnTo>
                  <a:lnTo>
                    <a:pt x="105632" y="1336453"/>
                  </a:lnTo>
                  <a:lnTo>
                    <a:pt x="107061" y="1335881"/>
                  </a:lnTo>
                  <a:lnTo>
                    <a:pt x="109823" y="1335119"/>
                  </a:lnTo>
                  <a:lnTo>
                    <a:pt x="112871" y="1335119"/>
                  </a:lnTo>
                  <a:lnTo>
                    <a:pt x="119634" y="1334167"/>
                  </a:lnTo>
                  <a:lnTo>
                    <a:pt x="121158" y="1334453"/>
                  </a:lnTo>
                  <a:lnTo>
                    <a:pt x="122301" y="1335119"/>
                  </a:lnTo>
                  <a:lnTo>
                    <a:pt x="124587" y="1337120"/>
                  </a:lnTo>
                  <a:lnTo>
                    <a:pt x="127254" y="1338643"/>
                  </a:lnTo>
                  <a:lnTo>
                    <a:pt x="136684" y="1340644"/>
                  </a:lnTo>
                  <a:lnTo>
                    <a:pt x="139732" y="1341977"/>
                  </a:lnTo>
                  <a:lnTo>
                    <a:pt x="141923" y="1344073"/>
                  </a:lnTo>
                  <a:lnTo>
                    <a:pt x="143161" y="1347121"/>
                  </a:lnTo>
                  <a:lnTo>
                    <a:pt x="143732" y="1350931"/>
                  </a:lnTo>
                  <a:lnTo>
                    <a:pt x="143923" y="1355027"/>
                  </a:lnTo>
                  <a:lnTo>
                    <a:pt x="144494" y="1358741"/>
                  </a:lnTo>
                  <a:lnTo>
                    <a:pt x="146209" y="1361123"/>
                  </a:lnTo>
                  <a:lnTo>
                    <a:pt x="151067" y="1361313"/>
                  </a:lnTo>
                  <a:lnTo>
                    <a:pt x="151543" y="1360646"/>
                  </a:lnTo>
                  <a:lnTo>
                    <a:pt x="151829" y="1359599"/>
                  </a:lnTo>
                  <a:lnTo>
                    <a:pt x="152305" y="1358646"/>
                  </a:lnTo>
                  <a:lnTo>
                    <a:pt x="157258" y="1356741"/>
                  </a:lnTo>
                  <a:lnTo>
                    <a:pt x="163640" y="1358075"/>
                  </a:lnTo>
                  <a:lnTo>
                    <a:pt x="169926" y="1361123"/>
                  </a:lnTo>
                  <a:lnTo>
                    <a:pt x="174879" y="1364647"/>
                  </a:lnTo>
                  <a:lnTo>
                    <a:pt x="179642" y="1368933"/>
                  </a:lnTo>
                  <a:lnTo>
                    <a:pt x="181547" y="1371410"/>
                  </a:lnTo>
                  <a:lnTo>
                    <a:pt x="189738" y="1386935"/>
                  </a:lnTo>
                  <a:lnTo>
                    <a:pt x="189738" y="1387031"/>
                  </a:lnTo>
                  <a:lnTo>
                    <a:pt x="190119" y="1388650"/>
                  </a:lnTo>
                  <a:lnTo>
                    <a:pt x="190595" y="1391031"/>
                  </a:lnTo>
                  <a:lnTo>
                    <a:pt x="189071" y="1398842"/>
                  </a:lnTo>
                  <a:lnTo>
                    <a:pt x="189071" y="1402842"/>
                  </a:lnTo>
                  <a:lnTo>
                    <a:pt x="189738" y="1404271"/>
                  </a:lnTo>
                  <a:lnTo>
                    <a:pt x="191738" y="1406843"/>
                  </a:lnTo>
                  <a:lnTo>
                    <a:pt x="192596" y="1408176"/>
                  </a:lnTo>
                  <a:lnTo>
                    <a:pt x="192786" y="1409891"/>
                  </a:lnTo>
                  <a:lnTo>
                    <a:pt x="191738" y="1410748"/>
                  </a:lnTo>
                  <a:lnTo>
                    <a:pt x="190310" y="1411319"/>
                  </a:lnTo>
                  <a:lnTo>
                    <a:pt x="189167" y="1412653"/>
                  </a:lnTo>
                  <a:lnTo>
                    <a:pt x="189167" y="1413701"/>
                  </a:lnTo>
                  <a:lnTo>
                    <a:pt x="189833" y="1415510"/>
                  </a:lnTo>
                  <a:lnTo>
                    <a:pt x="189738" y="1416558"/>
                  </a:lnTo>
                  <a:lnTo>
                    <a:pt x="189357" y="1417320"/>
                  </a:lnTo>
                  <a:lnTo>
                    <a:pt x="188786" y="1417796"/>
                  </a:lnTo>
                  <a:lnTo>
                    <a:pt x="184785" y="1420368"/>
                  </a:lnTo>
                  <a:lnTo>
                    <a:pt x="183737" y="1421416"/>
                  </a:lnTo>
                  <a:lnTo>
                    <a:pt x="183166" y="1423035"/>
                  </a:lnTo>
                  <a:lnTo>
                    <a:pt x="183642" y="1426369"/>
                  </a:lnTo>
                  <a:lnTo>
                    <a:pt x="185357" y="1429512"/>
                  </a:lnTo>
                  <a:lnTo>
                    <a:pt x="187833" y="1431893"/>
                  </a:lnTo>
                  <a:lnTo>
                    <a:pt x="190310" y="1433036"/>
                  </a:lnTo>
                  <a:lnTo>
                    <a:pt x="196501" y="1433417"/>
                  </a:lnTo>
                  <a:lnTo>
                    <a:pt x="198787" y="1434751"/>
                  </a:lnTo>
                  <a:lnTo>
                    <a:pt x="200787" y="1438275"/>
                  </a:lnTo>
                  <a:lnTo>
                    <a:pt x="201454" y="1442085"/>
                  </a:lnTo>
                  <a:lnTo>
                    <a:pt x="201835" y="1446181"/>
                  </a:lnTo>
                  <a:lnTo>
                    <a:pt x="202597" y="1449610"/>
                  </a:lnTo>
                  <a:lnTo>
                    <a:pt x="204883" y="1451610"/>
                  </a:lnTo>
                  <a:lnTo>
                    <a:pt x="206788" y="1451705"/>
                  </a:lnTo>
                  <a:lnTo>
                    <a:pt x="210598" y="1450753"/>
                  </a:lnTo>
                  <a:lnTo>
                    <a:pt x="212408" y="1450467"/>
                  </a:lnTo>
                  <a:lnTo>
                    <a:pt x="214027" y="1450848"/>
                  </a:lnTo>
                  <a:lnTo>
                    <a:pt x="215265" y="1451324"/>
                  </a:lnTo>
                  <a:lnTo>
                    <a:pt x="216503" y="1451324"/>
                  </a:lnTo>
                  <a:lnTo>
                    <a:pt x="219456" y="1449229"/>
                  </a:lnTo>
                  <a:lnTo>
                    <a:pt x="220885" y="1449229"/>
                  </a:lnTo>
                  <a:lnTo>
                    <a:pt x="222314" y="1449419"/>
                  </a:lnTo>
                  <a:lnTo>
                    <a:pt x="223837" y="1449229"/>
                  </a:lnTo>
                  <a:lnTo>
                    <a:pt x="224409" y="1448657"/>
                  </a:lnTo>
                  <a:lnTo>
                    <a:pt x="225362" y="1446943"/>
                  </a:lnTo>
                  <a:lnTo>
                    <a:pt x="226124" y="1446276"/>
                  </a:lnTo>
                  <a:lnTo>
                    <a:pt x="226981" y="1445990"/>
                  </a:lnTo>
                  <a:lnTo>
                    <a:pt x="227933" y="1445895"/>
                  </a:lnTo>
                  <a:lnTo>
                    <a:pt x="229648" y="1445800"/>
                  </a:lnTo>
                  <a:lnTo>
                    <a:pt x="231553" y="1445228"/>
                  </a:lnTo>
                  <a:lnTo>
                    <a:pt x="234506" y="1442180"/>
                  </a:lnTo>
                  <a:lnTo>
                    <a:pt x="236030" y="1442656"/>
                  </a:lnTo>
                  <a:lnTo>
                    <a:pt x="236792" y="1445800"/>
                  </a:lnTo>
                  <a:lnTo>
                    <a:pt x="235649" y="1453801"/>
                  </a:lnTo>
                  <a:lnTo>
                    <a:pt x="237268" y="1457039"/>
                  </a:lnTo>
                  <a:lnTo>
                    <a:pt x="239935" y="1458563"/>
                  </a:lnTo>
                  <a:lnTo>
                    <a:pt x="245650" y="1460659"/>
                  </a:lnTo>
                  <a:lnTo>
                    <a:pt x="248317" y="1462659"/>
                  </a:lnTo>
                  <a:lnTo>
                    <a:pt x="250222" y="1465326"/>
                  </a:lnTo>
                  <a:lnTo>
                    <a:pt x="251174" y="1466469"/>
                  </a:lnTo>
                  <a:lnTo>
                    <a:pt x="252603" y="1467231"/>
                  </a:lnTo>
                  <a:lnTo>
                    <a:pt x="253746" y="1467326"/>
                  </a:lnTo>
                  <a:lnTo>
                    <a:pt x="254127" y="1467326"/>
                  </a:lnTo>
                  <a:lnTo>
                    <a:pt x="257556" y="1467136"/>
                  </a:lnTo>
                  <a:lnTo>
                    <a:pt x="258985" y="1467803"/>
                  </a:lnTo>
                  <a:lnTo>
                    <a:pt x="260128" y="1469041"/>
                  </a:lnTo>
                  <a:lnTo>
                    <a:pt x="261937" y="1471803"/>
                  </a:lnTo>
                  <a:lnTo>
                    <a:pt x="263271" y="1472851"/>
                  </a:lnTo>
                  <a:lnTo>
                    <a:pt x="264700" y="1473518"/>
                  </a:lnTo>
                  <a:lnTo>
                    <a:pt x="266414" y="1473803"/>
                  </a:lnTo>
                  <a:lnTo>
                    <a:pt x="269653" y="1473899"/>
                  </a:lnTo>
                  <a:lnTo>
                    <a:pt x="272891" y="1473327"/>
                  </a:lnTo>
                  <a:lnTo>
                    <a:pt x="274701" y="1473327"/>
                  </a:lnTo>
                  <a:lnTo>
                    <a:pt x="276225" y="1473803"/>
                  </a:lnTo>
                  <a:lnTo>
                    <a:pt x="277178" y="1474660"/>
                  </a:lnTo>
                  <a:lnTo>
                    <a:pt x="278892" y="1476947"/>
                  </a:lnTo>
                  <a:lnTo>
                    <a:pt x="279940" y="1477899"/>
                  </a:lnTo>
                  <a:lnTo>
                    <a:pt x="282797" y="1479137"/>
                  </a:lnTo>
                  <a:lnTo>
                    <a:pt x="285750" y="1479328"/>
                  </a:lnTo>
                  <a:lnTo>
                    <a:pt x="291560" y="1478566"/>
                  </a:lnTo>
                  <a:lnTo>
                    <a:pt x="294037" y="1478852"/>
                  </a:lnTo>
                  <a:lnTo>
                    <a:pt x="295942" y="1479899"/>
                  </a:lnTo>
                  <a:lnTo>
                    <a:pt x="299657" y="1482947"/>
                  </a:lnTo>
                  <a:lnTo>
                    <a:pt x="302228" y="1484376"/>
                  </a:lnTo>
                  <a:lnTo>
                    <a:pt x="304514" y="1484567"/>
                  </a:lnTo>
                  <a:lnTo>
                    <a:pt x="309658" y="1483805"/>
                  </a:lnTo>
                  <a:lnTo>
                    <a:pt x="312515" y="1483709"/>
                  </a:lnTo>
                  <a:lnTo>
                    <a:pt x="313087" y="1483805"/>
                  </a:lnTo>
                  <a:lnTo>
                    <a:pt x="324326" y="1485710"/>
                  </a:lnTo>
                  <a:lnTo>
                    <a:pt x="326612" y="1485233"/>
                  </a:lnTo>
                  <a:lnTo>
                    <a:pt x="328803" y="1483995"/>
                  </a:lnTo>
                  <a:lnTo>
                    <a:pt x="331280" y="1482185"/>
                  </a:lnTo>
                  <a:lnTo>
                    <a:pt x="332327" y="1481804"/>
                  </a:lnTo>
                  <a:lnTo>
                    <a:pt x="333375" y="1481709"/>
                  </a:lnTo>
                  <a:lnTo>
                    <a:pt x="335471" y="1482090"/>
                  </a:lnTo>
                  <a:lnTo>
                    <a:pt x="336709" y="1484185"/>
                  </a:lnTo>
                  <a:lnTo>
                    <a:pt x="338233" y="1486281"/>
                  </a:lnTo>
                  <a:lnTo>
                    <a:pt x="340043" y="1487805"/>
                  </a:lnTo>
                  <a:lnTo>
                    <a:pt x="342138" y="1488377"/>
                  </a:lnTo>
                  <a:lnTo>
                    <a:pt x="344519" y="1487329"/>
                  </a:lnTo>
                  <a:lnTo>
                    <a:pt x="348139" y="1483328"/>
                  </a:lnTo>
                  <a:lnTo>
                    <a:pt x="350330" y="1482185"/>
                  </a:lnTo>
                  <a:lnTo>
                    <a:pt x="354997" y="1482471"/>
                  </a:lnTo>
                  <a:lnTo>
                    <a:pt x="355949" y="1486186"/>
                  </a:lnTo>
                  <a:lnTo>
                    <a:pt x="354521" y="1491520"/>
                  </a:lnTo>
                  <a:lnTo>
                    <a:pt x="352235" y="1496473"/>
                  </a:lnTo>
                  <a:lnTo>
                    <a:pt x="351568" y="1504188"/>
                  </a:lnTo>
                  <a:lnTo>
                    <a:pt x="354330" y="1511427"/>
                  </a:lnTo>
                  <a:lnTo>
                    <a:pt x="361855" y="1524953"/>
                  </a:lnTo>
                  <a:lnTo>
                    <a:pt x="362617" y="1528477"/>
                  </a:lnTo>
                  <a:lnTo>
                    <a:pt x="363284" y="1535811"/>
                  </a:lnTo>
                  <a:lnTo>
                    <a:pt x="364427" y="1539145"/>
                  </a:lnTo>
                  <a:lnTo>
                    <a:pt x="367665" y="1543336"/>
                  </a:lnTo>
                  <a:lnTo>
                    <a:pt x="368332" y="1545050"/>
                  </a:lnTo>
                  <a:lnTo>
                    <a:pt x="373285" y="1563434"/>
                  </a:lnTo>
                  <a:lnTo>
                    <a:pt x="375094" y="1566672"/>
                  </a:lnTo>
                  <a:lnTo>
                    <a:pt x="378238" y="1569625"/>
                  </a:lnTo>
                  <a:lnTo>
                    <a:pt x="381762" y="1571149"/>
                  </a:lnTo>
                  <a:lnTo>
                    <a:pt x="400050" y="1574292"/>
                  </a:lnTo>
                  <a:lnTo>
                    <a:pt x="404622" y="1576197"/>
                  </a:lnTo>
                  <a:lnTo>
                    <a:pt x="411480" y="1581531"/>
                  </a:lnTo>
                  <a:lnTo>
                    <a:pt x="415576" y="1586960"/>
                  </a:lnTo>
                  <a:lnTo>
                    <a:pt x="418529" y="1588675"/>
                  </a:lnTo>
                  <a:lnTo>
                    <a:pt x="422243" y="1589723"/>
                  </a:lnTo>
                  <a:lnTo>
                    <a:pt x="425196" y="1591056"/>
                  </a:lnTo>
                  <a:lnTo>
                    <a:pt x="427482" y="1593342"/>
                  </a:lnTo>
                  <a:lnTo>
                    <a:pt x="427958" y="1594199"/>
                  </a:lnTo>
                  <a:lnTo>
                    <a:pt x="427958" y="1594199"/>
                  </a:lnTo>
                  <a:lnTo>
                    <a:pt x="430244" y="1593247"/>
                  </a:lnTo>
                  <a:lnTo>
                    <a:pt x="431292" y="1592485"/>
                  </a:lnTo>
                  <a:lnTo>
                    <a:pt x="433578" y="1590389"/>
                  </a:lnTo>
                  <a:lnTo>
                    <a:pt x="434435" y="1589913"/>
                  </a:lnTo>
                  <a:lnTo>
                    <a:pt x="447770" y="1584579"/>
                  </a:lnTo>
                  <a:lnTo>
                    <a:pt x="448913" y="1584484"/>
                  </a:lnTo>
                  <a:lnTo>
                    <a:pt x="450533" y="1584484"/>
                  </a:lnTo>
                  <a:lnTo>
                    <a:pt x="458438" y="1585436"/>
                  </a:lnTo>
                  <a:lnTo>
                    <a:pt x="460534" y="1585055"/>
                  </a:lnTo>
                  <a:lnTo>
                    <a:pt x="461867" y="1584674"/>
                  </a:lnTo>
                  <a:lnTo>
                    <a:pt x="466058" y="1582484"/>
                  </a:lnTo>
                  <a:lnTo>
                    <a:pt x="467582" y="1582007"/>
                  </a:lnTo>
                  <a:lnTo>
                    <a:pt x="469868" y="1581531"/>
                  </a:lnTo>
                  <a:lnTo>
                    <a:pt x="472345" y="1581436"/>
                  </a:lnTo>
                  <a:lnTo>
                    <a:pt x="479584" y="1582769"/>
                  </a:lnTo>
                  <a:lnTo>
                    <a:pt x="483680" y="1584389"/>
                  </a:lnTo>
                  <a:lnTo>
                    <a:pt x="487775" y="1586770"/>
                  </a:lnTo>
                  <a:lnTo>
                    <a:pt x="488156" y="1586960"/>
                  </a:lnTo>
                  <a:lnTo>
                    <a:pt x="488728" y="1587151"/>
                  </a:lnTo>
                  <a:lnTo>
                    <a:pt x="489585" y="1587341"/>
                  </a:lnTo>
                  <a:lnTo>
                    <a:pt x="490728" y="1587437"/>
                  </a:lnTo>
                  <a:lnTo>
                    <a:pt x="491871" y="1587341"/>
                  </a:lnTo>
                  <a:lnTo>
                    <a:pt x="492919" y="1587056"/>
                  </a:lnTo>
                  <a:lnTo>
                    <a:pt x="493776" y="1586579"/>
                  </a:lnTo>
                  <a:lnTo>
                    <a:pt x="494824" y="1585436"/>
                  </a:lnTo>
                  <a:lnTo>
                    <a:pt x="500348" y="1576673"/>
                  </a:lnTo>
                  <a:lnTo>
                    <a:pt x="501682" y="1573911"/>
                  </a:lnTo>
                  <a:lnTo>
                    <a:pt x="504444" y="1566577"/>
                  </a:lnTo>
                  <a:lnTo>
                    <a:pt x="506349" y="1563624"/>
                  </a:lnTo>
                  <a:lnTo>
                    <a:pt x="506730" y="1562862"/>
                  </a:lnTo>
                  <a:lnTo>
                    <a:pt x="507873" y="1560862"/>
                  </a:lnTo>
                  <a:lnTo>
                    <a:pt x="508159" y="1559624"/>
                  </a:lnTo>
                  <a:lnTo>
                    <a:pt x="508349" y="1557433"/>
                  </a:lnTo>
                  <a:lnTo>
                    <a:pt x="508254" y="1555909"/>
                  </a:lnTo>
                  <a:lnTo>
                    <a:pt x="507968" y="1554671"/>
                  </a:lnTo>
                  <a:lnTo>
                    <a:pt x="507587" y="1553813"/>
                  </a:lnTo>
                  <a:lnTo>
                    <a:pt x="504635" y="1549908"/>
                  </a:lnTo>
                  <a:lnTo>
                    <a:pt x="504254" y="1548956"/>
                  </a:lnTo>
                  <a:lnTo>
                    <a:pt x="503968" y="1547908"/>
                  </a:lnTo>
                  <a:lnTo>
                    <a:pt x="503492" y="1544288"/>
                  </a:lnTo>
                  <a:lnTo>
                    <a:pt x="503206" y="1543336"/>
                  </a:lnTo>
                  <a:lnTo>
                    <a:pt x="501777" y="1540669"/>
                  </a:lnTo>
                  <a:lnTo>
                    <a:pt x="501777" y="1539431"/>
                  </a:lnTo>
                  <a:lnTo>
                    <a:pt x="502063" y="1538097"/>
                  </a:lnTo>
                  <a:lnTo>
                    <a:pt x="503396" y="1536383"/>
                  </a:lnTo>
                  <a:lnTo>
                    <a:pt x="504349" y="1535430"/>
                  </a:lnTo>
                  <a:lnTo>
                    <a:pt x="505397" y="1534763"/>
                  </a:lnTo>
                  <a:lnTo>
                    <a:pt x="506444" y="1534287"/>
                  </a:lnTo>
                  <a:lnTo>
                    <a:pt x="507492" y="1534001"/>
                  </a:lnTo>
                  <a:lnTo>
                    <a:pt x="511397" y="1533430"/>
                  </a:lnTo>
                  <a:lnTo>
                    <a:pt x="512159" y="1533144"/>
                  </a:lnTo>
                  <a:lnTo>
                    <a:pt x="512826" y="1532763"/>
                  </a:lnTo>
                  <a:lnTo>
                    <a:pt x="513683" y="1532192"/>
                  </a:lnTo>
                  <a:lnTo>
                    <a:pt x="514350" y="1531334"/>
                  </a:lnTo>
                  <a:lnTo>
                    <a:pt x="514826" y="1530191"/>
                  </a:lnTo>
                  <a:lnTo>
                    <a:pt x="515112" y="1528572"/>
                  </a:lnTo>
                  <a:lnTo>
                    <a:pt x="514922" y="1527429"/>
                  </a:lnTo>
                  <a:lnTo>
                    <a:pt x="514541" y="1526381"/>
                  </a:lnTo>
                  <a:lnTo>
                    <a:pt x="513969" y="1525619"/>
                  </a:lnTo>
                  <a:lnTo>
                    <a:pt x="513398" y="1524857"/>
                  </a:lnTo>
                  <a:lnTo>
                    <a:pt x="512826" y="1524095"/>
                  </a:lnTo>
                  <a:lnTo>
                    <a:pt x="512445" y="1523238"/>
                  </a:lnTo>
                  <a:lnTo>
                    <a:pt x="512445" y="1522000"/>
                  </a:lnTo>
                  <a:lnTo>
                    <a:pt x="512921" y="1520666"/>
                  </a:lnTo>
                  <a:lnTo>
                    <a:pt x="514255" y="1518666"/>
                  </a:lnTo>
                  <a:lnTo>
                    <a:pt x="519113" y="1512856"/>
                  </a:lnTo>
                  <a:lnTo>
                    <a:pt x="523399" y="1508951"/>
                  </a:lnTo>
                  <a:lnTo>
                    <a:pt x="524542" y="1507427"/>
                  </a:lnTo>
                  <a:lnTo>
                    <a:pt x="525399" y="1505712"/>
                  </a:lnTo>
                  <a:lnTo>
                    <a:pt x="530162" y="1493806"/>
                  </a:lnTo>
                  <a:lnTo>
                    <a:pt x="531686" y="1491139"/>
                  </a:lnTo>
                  <a:lnTo>
                    <a:pt x="532067" y="1489710"/>
                  </a:lnTo>
                  <a:lnTo>
                    <a:pt x="532352" y="1487900"/>
                  </a:lnTo>
                  <a:lnTo>
                    <a:pt x="532352" y="1484662"/>
                  </a:lnTo>
                  <a:lnTo>
                    <a:pt x="532162" y="1482947"/>
                  </a:lnTo>
                  <a:lnTo>
                    <a:pt x="531971" y="1481423"/>
                  </a:lnTo>
                  <a:lnTo>
                    <a:pt x="531971" y="1480947"/>
                  </a:lnTo>
                  <a:lnTo>
                    <a:pt x="532067" y="1480185"/>
                  </a:lnTo>
                  <a:lnTo>
                    <a:pt x="533210" y="1478947"/>
                  </a:lnTo>
                  <a:lnTo>
                    <a:pt x="536258" y="1480376"/>
                  </a:lnTo>
                  <a:lnTo>
                    <a:pt x="536829" y="1480661"/>
                  </a:lnTo>
                  <a:lnTo>
                    <a:pt x="540544" y="1484090"/>
                  </a:lnTo>
                  <a:lnTo>
                    <a:pt x="542354" y="1485710"/>
                  </a:lnTo>
                  <a:lnTo>
                    <a:pt x="550164" y="1490948"/>
                  </a:lnTo>
                  <a:lnTo>
                    <a:pt x="552260" y="1491710"/>
                  </a:lnTo>
                  <a:lnTo>
                    <a:pt x="554546" y="1492282"/>
                  </a:lnTo>
                  <a:lnTo>
                    <a:pt x="563785" y="1492949"/>
                  </a:lnTo>
                  <a:lnTo>
                    <a:pt x="564928" y="1493234"/>
                  </a:lnTo>
                  <a:lnTo>
                    <a:pt x="565404" y="1493425"/>
                  </a:lnTo>
                  <a:lnTo>
                    <a:pt x="568833" y="1495520"/>
                  </a:lnTo>
                  <a:lnTo>
                    <a:pt x="570833" y="1496473"/>
                  </a:lnTo>
                  <a:lnTo>
                    <a:pt x="571881" y="1496759"/>
                  </a:lnTo>
                  <a:lnTo>
                    <a:pt x="572548" y="1496854"/>
                  </a:lnTo>
                  <a:lnTo>
                    <a:pt x="574548" y="1496854"/>
                  </a:lnTo>
                  <a:lnTo>
                    <a:pt x="577691" y="1496473"/>
                  </a:lnTo>
                  <a:lnTo>
                    <a:pt x="578930" y="1496473"/>
                  </a:lnTo>
                  <a:lnTo>
                    <a:pt x="579977" y="1496568"/>
                  </a:lnTo>
                  <a:lnTo>
                    <a:pt x="581311" y="1496854"/>
                  </a:lnTo>
                  <a:lnTo>
                    <a:pt x="582740" y="1497521"/>
                  </a:lnTo>
                  <a:lnTo>
                    <a:pt x="587693" y="1500854"/>
                  </a:lnTo>
                  <a:lnTo>
                    <a:pt x="589598" y="1501807"/>
                  </a:lnTo>
                  <a:lnTo>
                    <a:pt x="590264" y="1501902"/>
                  </a:lnTo>
                  <a:lnTo>
                    <a:pt x="591217" y="1501807"/>
                  </a:lnTo>
                  <a:lnTo>
                    <a:pt x="592741" y="1501521"/>
                  </a:lnTo>
                  <a:lnTo>
                    <a:pt x="593598" y="1501140"/>
                  </a:lnTo>
                  <a:lnTo>
                    <a:pt x="594074" y="1500759"/>
                  </a:lnTo>
                  <a:lnTo>
                    <a:pt x="594170" y="1500092"/>
                  </a:lnTo>
                  <a:lnTo>
                    <a:pt x="593884" y="1497139"/>
                  </a:lnTo>
                  <a:lnTo>
                    <a:pt x="593884" y="1496378"/>
                  </a:lnTo>
                  <a:lnTo>
                    <a:pt x="593979" y="1495806"/>
                  </a:lnTo>
                  <a:lnTo>
                    <a:pt x="594265" y="1494949"/>
                  </a:lnTo>
                  <a:lnTo>
                    <a:pt x="594646" y="1493901"/>
                  </a:lnTo>
                  <a:lnTo>
                    <a:pt x="595313" y="1493044"/>
                  </a:lnTo>
                  <a:lnTo>
                    <a:pt x="596075" y="1492472"/>
                  </a:lnTo>
                  <a:lnTo>
                    <a:pt x="597122" y="1492377"/>
                  </a:lnTo>
                  <a:lnTo>
                    <a:pt x="598551" y="1492949"/>
                  </a:lnTo>
                  <a:lnTo>
                    <a:pt x="599789" y="1493901"/>
                  </a:lnTo>
                  <a:lnTo>
                    <a:pt x="601694" y="1495901"/>
                  </a:lnTo>
                  <a:lnTo>
                    <a:pt x="605504" y="1498283"/>
                  </a:lnTo>
                  <a:lnTo>
                    <a:pt x="608076" y="1499521"/>
                  </a:lnTo>
                  <a:lnTo>
                    <a:pt x="609886" y="1499806"/>
                  </a:lnTo>
                  <a:lnTo>
                    <a:pt x="611981" y="1499711"/>
                  </a:lnTo>
                  <a:lnTo>
                    <a:pt x="619792" y="1497997"/>
                  </a:lnTo>
                  <a:lnTo>
                    <a:pt x="621411" y="1497997"/>
                  </a:lnTo>
                  <a:lnTo>
                    <a:pt x="624650" y="1498568"/>
                  </a:lnTo>
                  <a:lnTo>
                    <a:pt x="626555" y="1499235"/>
                  </a:lnTo>
                  <a:lnTo>
                    <a:pt x="628174" y="1500092"/>
                  </a:lnTo>
                  <a:lnTo>
                    <a:pt x="634841" y="1505807"/>
                  </a:lnTo>
                  <a:lnTo>
                    <a:pt x="635889" y="1506474"/>
                  </a:lnTo>
                  <a:lnTo>
                    <a:pt x="637318" y="1507046"/>
                  </a:lnTo>
                  <a:lnTo>
                    <a:pt x="639508" y="1507236"/>
                  </a:lnTo>
                  <a:lnTo>
                    <a:pt x="648081" y="1506474"/>
                  </a:lnTo>
                  <a:lnTo>
                    <a:pt x="665131" y="1501902"/>
                  </a:lnTo>
                  <a:lnTo>
                    <a:pt x="671322" y="1499235"/>
                  </a:lnTo>
                  <a:lnTo>
                    <a:pt x="672179" y="1498664"/>
                  </a:lnTo>
                  <a:lnTo>
                    <a:pt x="672941" y="1497902"/>
                  </a:lnTo>
                  <a:lnTo>
                    <a:pt x="673608" y="1497139"/>
                  </a:lnTo>
                  <a:lnTo>
                    <a:pt x="674180" y="1496092"/>
                  </a:lnTo>
                  <a:lnTo>
                    <a:pt x="674656" y="1494473"/>
                  </a:lnTo>
                  <a:lnTo>
                    <a:pt x="675704" y="1489520"/>
                  </a:lnTo>
                  <a:lnTo>
                    <a:pt x="675989" y="1488758"/>
                  </a:lnTo>
                  <a:lnTo>
                    <a:pt x="676466" y="1488091"/>
                  </a:lnTo>
                  <a:lnTo>
                    <a:pt x="677228" y="1487234"/>
                  </a:lnTo>
                  <a:lnTo>
                    <a:pt x="678085" y="1486662"/>
                  </a:lnTo>
                  <a:lnTo>
                    <a:pt x="688943" y="1481042"/>
                  </a:lnTo>
                  <a:lnTo>
                    <a:pt x="694277" y="1477232"/>
                  </a:lnTo>
                  <a:lnTo>
                    <a:pt x="695039" y="1476470"/>
                  </a:lnTo>
                  <a:lnTo>
                    <a:pt x="695516" y="1475613"/>
                  </a:lnTo>
                  <a:lnTo>
                    <a:pt x="695897" y="1474565"/>
                  </a:lnTo>
                  <a:lnTo>
                    <a:pt x="696182" y="1473518"/>
                  </a:lnTo>
                  <a:lnTo>
                    <a:pt x="696278" y="1469993"/>
                  </a:lnTo>
                  <a:lnTo>
                    <a:pt x="696658" y="1468564"/>
                  </a:lnTo>
                  <a:lnTo>
                    <a:pt x="697421" y="1467517"/>
                  </a:lnTo>
                  <a:lnTo>
                    <a:pt x="698278" y="1466850"/>
                  </a:lnTo>
                  <a:lnTo>
                    <a:pt x="699992" y="1466279"/>
                  </a:lnTo>
                  <a:lnTo>
                    <a:pt x="701040" y="1465802"/>
                  </a:lnTo>
                  <a:lnTo>
                    <a:pt x="703231" y="1464088"/>
                  </a:lnTo>
                  <a:lnTo>
                    <a:pt x="704279" y="1463421"/>
                  </a:lnTo>
                  <a:lnTo>
                    <a:pt x="705422" y="1463040"/>
                  </a:lnTo>
                  <a:lnTo>
                    <a:pt x="707803" y="1463231"/>
                  </a:lnTo>
                  <a:lnTo>
                    <a:pt x="724853" y="1466850"/>
                  </a:lnTo>
                  <a:lnTo>
                    <a:pt x="727996" y="1466945"/>
                  </a:lnTo>
                  <a:lnTo>
                    <a:pt x="729615" y="1466183"/>
                  </a:lnTo>
                  <a:lnTo>
                    <a:pt x="733901" y="1463516"/>
                  </a:lnTo>
                  <a:lnTo>
                    <a:pt x="735330" y="1463135"/>
                  </a:lnTo>
                  <a:lnTo>
                    <a:pt x="737140" y="1462850"/>
                  </a:lnTo>
                  <a:lnTo>
                    <a:pt x="741902" y="1463135"/>
                  </a:lnTo>
                  <a:lnTo>
                    <a:pt x="744093" y="1463707"/>
                  </a:lnTo>
                  <a:lnTo>
                    <a:pt x="745998" y="1464564"/>
                  </a:lnTo>
                  <a:lnTo>
                    <a:pt x="747617" y="1466183"/>
                  </a:lnTo>
                  <a:lnTo>
                    <a:pt x="748570" y="1467707"/>
                  </a:lnTo>
                  <a:lnTo>
                    <a:pt x="749237" y="1469708"/>
                  </a:lnTo>
                  <a:lnTo>
                    <a:pt x="749427" y="1471708"/>
                  </a:lnTo>
                  <a:lnTo>
                    <a:pt x="748475" y="1479995"/>
                  </a:lnTo>
                  <a:lnTo>
                    <a:pt x="748475" y="1481138"/>
                  </a:lnTo>
                  <a:lnTo>
                    <a:pt x="748570" y="1481804"/>
                  </a:lnTo>
                  <a:lnTo>
                    <a:pt x="748856" y="1482566"/>
                  </a:lnTo>
                  <a:lnTo>
                    <a:pt x="749903" y="1483519"/>
                  </a:lnTo>
                  <a:lnTo>
                    <a:pt x="751618" y="1484567"/>
                  </a:lnTo>
                  <a:lnTo>
                    <a:pt x="754475" y="1485995"/>
                  </a:lnTo>
                  <a:lnTo>
                    <a:pt x="756190" y="1487424"/>
                  </a:lnTo>
                  <a:lnTo>
                    <a:pt x="757714" y="1488948"/>
                  </a:lnTo>
                  <a:lnTo>
                    <a:pt x="758952" y="1490091"/>
                  </a:lnTo>
                  <a:lnTo>
                    <a:pt x="760857" y="1490948"/>
                  </a:lnTo>
                  <a:lnTo>
                    <a:pt x="763619" y="1490663"/>
                  </a:lnTo>
                  <a:lnTo>
                    <a:pt x="767906" y="1489139"/>
                  </a:lnTo>
                  <a:lnTo>
                    <a:pt x="769144" y="1489043"/>
                  </a:lnTo>
                  <a:lnTo>
                    <a:pt x="770763" y="1489329"/>
                  </a:lnTo>
                  <a:lnTo>
                    <a:pt x="773335" y="1490091"/>
                  </a:lnTo>
                  <a:lnTo>
                    <a:pt x="776002" y="1491234"/>
                  </a:lnTo>
                  <a:lnTo>
                    <a:pt x="777335" y="1491710"/>
                  </a:lnTo>
                  <a:lnTo>
                    <a:pt x="779336" y="1491996"/>
                  </a:lnTo>
                  <a:lnTo>
                    <a:pt x="787241" y="1491996"/>
                  </a:lnTo>
                  <a:lnTo>
                    <a:pt x="790956" y="1492853"/>
                  </a:lnTo>
                  <a:lnTo>
                    <a:pt x="794290" y="1494663"/>
                  </a:lnTo>
                  <a:lnTo>
                    <a:pt x="796290" y="1495235"/>
                  </a:lnTo>
                  <a:lnTo>
                    <a:pt x="800291" y="1495330"/>
                  </a:lnTo>
                  <a:lnTo>
                    <a:pt x="820674" y="1493901"/>
                  </a:lnTo>
                  <a:lnTo>
                    <a:pt x="829818" y="1489805"/>
                  </a:lnTo>
                  <a:lnTo>
                    <a:pt x="831723" y="1489615"/>
                  </a:lnTo>
                  <a:lnTo>
                    <a:pt x="832961" y="1489615"/>
                  </a:lnTo>
                  <a:lnTo>
                    <a:pt x="834200" y="1489805"/>
                  </a:lnTo>
                  <a:lnTo>
                    <a:pt x="835152" y="1490186"/>
                  </a:lnTo>
                  <a:lnTo>
                    <a:pt x="840105" y="1493044"/>
                  </a:lnTo>
                  <a:lnTo>
                    <a:pt x="841724" y="1493615"/>
                  </a:lnTo>
                  <a:lnTo>
                    <a:pt x="843439" y="1493806"/>
                  </a:lnTo>
                  <a:lnTo>
                    <a:pt x="844963" y="1493615"/>
                  </a:lnTo>
                  <a:lnTo>
                    <a:pt x="848201" y="1492472"/>
                  </a:lnTo>
                  <a:lnTo>
                    <a:pt x="876110" y="1475804"/>
                  </a:lnTo>
                  <a:lnTo>
                    <a:pt x="877824" y="1475042"/>
                  </a:lnTo>
                  <a:lnTo>
                    <a:pt x="893159" y="1471803"/>
                  </a:lnTo>
                  <a:lnTo>
                    <a:pt x="898779" y="1468564"/>
                  </a:lnTo>
                  <a:lnTo>
                    <a:pt x="904875" y="1463040"/>
                  </a:lnTo>
                  <a:lnTo>
                    <a:pt x="922973" y="1457135"/>
                  </a:lnTo>
                  <a:lnTo>
                    <a:pt x="925163" y="1457039"/>
                  </a:lnTo>
                  <a:lnTo>
                    <a:pt x="928116" y="1457420"/>
                  </a:lnTo>
                  <a:lnTo>
                    <a:pt x="928878" y="1457611"/>
                  </a:lnTo>
                  <a:lnTo>
                    <a:pt x="931259" y="1458849"/>
                  </a:lnTo>
                  <a:lnTo>
                    <a:pt x="931736" y="1459039"/>
                  </a:lnTo>
                  <a:lnTo>
                    <a:pt x="932593" y="1459039"/>
                  </a:lnTo>
                  <a:lnTo>
                    <a:pt x="933641" y="1458944"/>
                  </a:lnTo>
                  <a:lnTo>
                    <a:pt x="936212" y="1458182"/>
                  </a:lnTo>
                  <a:lnTo>
                    <a:pt x="938308" y="1457230"/>
                  </a:lnTo>
                  <a:lnTo>
                    <a:pt x="940308" y="1456658"/>
                  </a:lnTo>
                  <a:lnTo>
                    <a:pt x="942118" y="1456468"/>
                  </a:lnTo>
                  <a:lnTo>
                    <a:pt x="945261" y="1456658"/>
                  </a:lnTo>
                  <a:lnTo>
                    <a:pt x="946309" y="1456944"/>
                  </a:lnTo>
                  <a:lnTo>
                    <a:pt x="947071" y="1457230"/>
                  </a:lnTo>
                  <a:lnTo>
                    <a:pt x="952881" y="1460468"/>
                  </a:lnTo>
                  <a:lnTo>
                    <a:pt x="953167" y="1460754"/>
                  </a:lnTo>
                  <a:lnTo>
                    <a:pt x="953357" y="1461230"/>
                  </a:lnTo>
                  <a:lnTo>
                    <a:pt x="954405" y="1464183"/>
                  </a:lnTo>
                  <a:lnTo>
                    <a:pt x="954786" y="1465040"/>
                  </a:lnTo>
                  <a:lnTo>
                    <a:pt x="955262" y="1465802"/>
                  </a:lnTo>
                  <a:lnTo>
                    <a:pt x="955834" y="1466183"/>
                  </a:lnTo>
                  <a:lnTo>
                    <a:pt x="956596" y="1466374"/>
                  </a:lnTo>
                  <a:lnTo>
                    <a:pt x="957548" y="1466183"/>
                  </a:lnTo>
                  <a:lnTo>
                    <a:pt x="958787" y="1465612"/>
                  </a:lnTo>
                  <a:lnTo>
                    <a:pt x="960501" y="1464469"/>
                  </a:lnTo>
                  <a:lnTo>
                    <a:pt x="968312" y="1456182"/>
                  </a:lnTo>
                  <a:lnTo>
                    <a:pt x="969264" y="1455515"/>
                  </a:lnTo>
                  <a:lnTo>
                    <a:pt x="970502" y="1455134"/>
                  </a:lnTo>
                  <a:lnTo>
                    <a:pt x="972407" y="1454944"/>
                  </a:lnTo>
                  <a:lnTo>
                    <a:pt x="985266" y="1455992"/>
                  </a:lnTo>
                  <a:lnTo>
                    <a:pt x="986981" y="1455801"/>
                  </a:lnTo>
                  <a:lnTo>
                    <a:pt x="988790" y="1454944"/>
                  </a:lnTo>
                  <a:lnTo>
                    <a:pt x="989838" y="1454182"/>
                  </a:lnTo>
                  <a:lnTo>
                    <a:pt x="990314" y="1453706"/>
                  </a:lnTo>
                  <a:lnTo>
                    <a:pt x="993172" y="1449610"/>
                  </a:lnTo>
                  <a:lnTo>
                    <a:pt x="996791" y="1446276"/>
                  </a:lnTo>
                  <a:lnTo>
                    <a:pt x="997839" y="1444847"/>
                  </a:lnTo>
                  <a:lnTo>
                    <a:pt x="999744" y="1440847"/>
                  </a:lnTo>
                  <a:lnTo>
                    <a:pt x="999935" y="1440371"/>
                  </a:lnTo>
                  <a:lnTo>
                    <a:pt x="1000506" y="1436751"/>
                  </a:lnTo>
                  <a:lnTo>
                    <a:pt x="1000982" y="1434941"/>
                  </a:lnTo>
                  <a:lnTo>
                    <a:pt x="1001173" y="1434465"/>
                  </a:lnTo>
                  <a:lnTo>
                    <a:pt x="1001554" y="1433989"/>
                  </a:lnTo>
                  <a:lnTo>
                    <a:pt x="1003649" y="1432560"/>
                  </a:lnTo>
                  <a:lnTo>
                    <a:pt x="1004411" y="1431703"/>
                  </a:lnTo>
                  <a:lnTo>
                    <a:pt x="1005173" y="1430560"/>
                  </a:lnTo>
                  <a:lnTo>
                    <a:pt x="1005840" y="1429226"/>
                  </a:lnTo>
                  <a:lnTo>
                    <a:pt x="1006221" y="1427798"/>
                  </a:lnTo>
                  <a:lnTo>
                    <a:pt x="1007078" y="1423130"/>
                  </a:lnTo>
                  <a:lnTo>
                    <a:pt x="1007459" y="1421987"/>
                  </a:lnTo>
                  <a:lnTo>
                    <a:pt x="1007840" y="1421130"/>
                  </a:lnTo>
                  <a:lnTo>
                    <a:pt x="1008793" y="1420273"/>
                  </a:lnTo>
                  <a:lnTo>
                    <a:pt x="1009555" y="1419701"/>
                  </a:lnTo>
                  <a:lnTo>
                    <a:pt x="1010507" y="1419225"/>
                  </a:lnTo>
                  <a:lnTo>
                    <a:pt x="1012698" y="1418273"/>
                  </a:lnTo>
                  <a:lnTo>
                    <a:pt x="1022795" y="1415796"/>
                  </a:lnTo>
                  <a:lnTo>
                    <a:pt x="1023747" y="1415415"/>
                  </a:lnTo>
                  <a:lnTo>
                    <a:pt x="1024414" y="1414843"/>
                  </a:lnTo>
                  <a:lnTo>
                    <a:pt x="1025176" y="1414081"/>
                  </a:lnTo>
                  <a:lnTo>
                    <a:pt x="1025843" y="1412939"/>
                  </a:lnTo>
                  <a:lnTo>
                    <a:pt x="1026795" y="1411891"/>
                  </a:lnTo>
                  <a:lnTo>
                    <a:pt x="1027652" y="1410938"/>
                  </a:lnTo>
                  <a:lnTo>
                    <a:pt x="1028891" y="1410557"/>
                  </a:lnTo>
                  <a:lnTo>
                    <a:pt x="1030605" y="1410367"/>
                  </a:lnTo>
                  <a:lnTo>
                    <a:pt x="1038035" y="1411224"/>
                  </a:lnTo>
                  <a:lnTo>
                    <a:pt x="1043750" y="1410938"/>
                  </a:lnTo>
                  <a:lnTo>
                    <a:pt x="1046036" y="1410367"/>
                  </a:lnTo>
                  <a:lnTo>
                    <a:pt x="1047941" y="1409795"/>
                  </a:lnTo>
                  <a:lnTo>
                    <a:pt x="1053846" y="1406938"/>
                  </a:lnTo>
                  <a:lnTo>
                    <a:pt x="1056418" y="1406462"/>
                  </a:lnTo>
                  <a:lnTo>
                    <a:pt x="1070896" y="1405604"/>
                  </a:lnTo>
                  <a:lnTo>
                    <a:pt x="1071658" y="1405128"/>
                  </a:lnTo>
                  <a:lnTo>
                    <a:pt x="1073277" y="1404556"/>
                  </a:lnTo>
                  <a:lnTo>
                    <a:pt x="1075944" y="1403795"/>
                  </a:lnTo>
                  <a:lnTo>
                    <a:pt x="1085183" y="1402937"/>
                  </a:lnTo>
                  <a:lnTo>
                    <a:pt x="1086326" y="1402652"/>
                  </a:lnTo>
                  <a:lnTo>
                    <a:pt x="1098423" y="1395698"/>
                  </a:lnTo>
                  <a:lnTo>
                    <a:pt x="1099947" y="1395508"/>
                  </a:lnTo>
                  <a:lnTo>
                    <a:pt x="1102328" y="1396079"/>
                  </a:lnTo>
                  <a:lnTo>
                    <a:pt x="1106900" y="1398175"/>
                  </a:lnTo>
                  <a:lnTo>
                    <a:pt x="1110806" y="1399413"/>
                  </a:lnTo>
                  <a:lnTo>
                    <a:pt x="1111949" y="1399604"/>
                  </a:lnTo>
                  <a:lnTo>
                    <a:pt x="1116425" y="1399699"/>
                  </a:lnTo>
                  <a:lnTo>
                    <a:pt x="1132046" y="1397127"/>
                  </a:lnTo>
                  <a:lnTo>
                    <a:pt x="1138904" y="1396841"/>
                  </a:lnTo>
                  <a:lnTo>
                    <a:pt x="1141762" y="1396175"/>
                  </a:lnTo>
                  <a:lnTo>
                    <a:pt x="1144715" y="1394841"/>
                  </a:lnTo>
                  <a:lnTo>
                    <a:pt x="1146143" y="1393793"/>
                  </a:lnTo>
                  <a:lnTo>
                    <a:pt x="1148144" y="1391793"/>
                  </a:lnTo>
                  <a:lnTo>
                    <a:pt x="1148906" y="1391126"/>
                  </a:lnTo>
                  <a:lnTo>
                    <a:pt x="1149668" y="1390650"/>
                  </a:lnTo>
                  <a:lnTo>
                    <a:pt x="1150239" y="1390460"/>
                  </a:lnTo>
                  <a:lnTo>
                    <a:pt x="1150715" y="1390364"/>
                  </a:lnTo>
                  <a:lnTo>
                    <a:pt x="1157002" y="1390745"/>
                  </a:lnTo>
                  <a:lnTo>
                    <a:pt x="1162622" y="1390364"/>
                  </a:lnTo>
                  <a:lnTo>
                    <a:pt x="1172909" y="1388364"/>
                  </a:lnTo>
                  <a:lnTo>
                    <a:pt x="1182624" y="1387697"/>
                  </a:lnTo>
                  <a:lnTo>
                    <a:pt x="1187482" y="1388269"/>
                  </a:lnTo>
                  <a:lnTo>
                    <a:pt x="1188720" y="1388650"/>
                  </a:lnTo>
                  <a:lnTo>
                    <a:pt x="1189958" y="1389412"/>
                  </a:lnTo>
                  <a:lnTo>
                    <a:pt x="1190435" y="1389888"/>
                  </a:lnTo>
                  <a:lnTo>
                    <a:pt x="1190720" y="1390269"/>
                  </a:lnTo>
                  <a:lnTo>
                    <a:pt x="1190911" y="1390555"/>
                  </a:lnTo>
                  <a:lnTo>
                    <a:pt x="1191197" y="1390841"/>
                  </a:lnTo>
                  <a:lnTo>
                    <a:pt x="1191578" y="1391222"/>
                  </a:lnTo>
                  <a:lnTo>
                    <a:pt x="1192054" y="1391507"/>
                  </a:lnTo>
                  <a:lnTo>
                    <a:pt x="1192530" y="1391698"/>
                  </a:lnTo>
                  <a:lnTo>
                    <a:pt x="1207675" y="1396270"/>
                  </a:lnTo>
                  <a:lnTo>
                    <a:pt x="1216914" y="1395698"/>
                  </a:lnTo>
                  <a:lnTo>
                    <a:pt x="1217771" y="1395984"/>
                  </a:lnTo>
                  <a:lnTo>
                    <a:pt x="1218819" y="1396365"/>
                  </a:lnTo>
                  <a:lnTo>
                    <a:pt x="1221296" y="1398080"/>
                  </a:lnTo>
                  <a:lnTo>
                    <a:pt x="1227392" y="1404271"/>
                  </a:lnTo>
                  <a:lnTo>
                    <a:pt x="1228725" y="1405128"/>
                  </a:lnTo>
                  <a:lnTo>
                    <a:pt x="1229297" y="1405414"/>
                  </a:lnTo>
                  <a:lnTo>
                    <a:pt x="1230154" y="1405604"/>
                  </a:lnTo>
                  <a:lnTo>
                    <a:pt x="1233869" y="1405795"/>
                  </a:lnTo>
                  <a:lnTo>
                    <a:pt x="1236917" y="1406557"/>
                  </a:lnTo>
                  <a:lnTo>
                    <a:pt x="1239488" y="1406747"/>
                  </a:lnTo>
                  <a:lnTo>
                    <a:pt x="1247013" y="1406366"/>
                  </a:lnTo>
                  <a:lnTo>
                    <a:pt x="1248537" y="1406652"/>
                  </a:lnTo>
                  <a:lnTo>
                    <a:pt x="1284827" y="1424559"/>
                  </a:lnTo>
                  <a:lnTo>
                    <a:pt x="1299972" y="1426083"/>
                  </a:lnTo>
                  <a:lnTo>
                    <a:pt x="1302068" y="1426083"/>
                  </a:lnTo>
                  <a:lnTo>
                    <a:pt x="1304163" y="1425702"/>
                  </a:lnTo>
                  <a:lnTo>
                    <a:pt x="1306354" y="1424750"/>
                  </a:lnTo>
                  <a:lnTo>
                    <a:pt x="1307592" y="1423511"/>
                  </a:lnTo>
                  <a:lnTo>
                    <a:pt x="1308354" y="1422273"/>
                  </a:lnTo>
                  <a:lnTo>
                    <a:pt x="1308735" y="1420939"/>
                  </a:lnTo>
                  <a:lnTo>
                    <a:pt x="1308926" y="1419511"/>
                  </a:lnTo>
                  <a:lnTo>
                    <a:pt x="1311688" y="1407700"/>
                  </a:lnTo>
                  <a:lnTo>
                    <a:pt x="1312259" y="1407128"/>
                  </a:lnTo>
                  <a:lnTo>
                    <a:pt x="1313021" y="1407033"/>
                  </a:lnTo>
                  <a:lnTo>
                    <a:pt x="1314164" y="1407890"/>
                  </a:lnTo>
                  <a:lnTo>
                    <a:pt x="1316165" y="1409605"/>
                  </a:lnTo>
                  <a:lnTo>
                    <a:pt x="1317307" y="1410843"/>
                  </a:lnTo>
                  <a:lnTo>
                    <a:pt x="1318451" y="1412367"/>
                  </a:lnTo>
                  <a:lnTo>
                    <a:pt x="1321213" y="1417701"/>
                  </a:lnTo>
                  <a:lnTo>
                    <a:pt x="1321689" y="1418463"/>
                  </a:lnTo>
                  <a:lnTo>
                    <a:pt x="1322261" y="1419130"/>
                  </a:lnTo>
                  <a:lnTo>
                    <a:pt x="1322927" y="1419511"/>
                  </a:lnTo>
                  <a:lnTo>
                    <a:pt x="1323880" y="1419892"/>
                  </a:lnTo>
                  <a:lnTo>
                    <a:pt x="1333976" y="1421225"/>
                  </a:lnTo>
                  <a:lnTo>
                    <a:pt x="1360361" y="1421606"/>
                  </a:lnTo>
                  <a:lnTo>
                    <a:pt x="1361980" y="1422178"/>
                  </a:lnTo>
                  <a:lnTo>
                    <a:pt x="1376934" y="1431512"/>
                  </a:lnTo>
                  <a:lnTo>
                    <a:pt x="1378839" y="1432084"/>
                  </a:lnTo>
                  <a:lnTo>
                    <a:pt x="1380554" y="1432179"/>
                  </a:lnTo>
                  <a:lnTo>
                    <a:pt x="1382078" y="1431893"/>
                  </a:lnTo>
                  <a:lnTo>
                    <a:pt x="1383792" y="1431227"/>
                  </a:lnTo>
                  <a:lnTo>
                    <a:pt x="1391031" y="1427417"/>
                  </a:lnTo>
                  <a:lnTo>
                    <a:pt x="1394365" y="1426369"/>
                  </a:lnTo>
                  <a:lnTo>
                    <a:pt x="1397889" y="1425702"/>
                  </a:lnTo>
                  <a:lnTo>
                    <a:pt x="1399413" y="1425321"/>
                  </a:lnTo>
                  <a:lnTo>
                    <a:pt x="1400461" y="1424559"/>
                  </a:lnTo>
                  <a:lnTo>
                    <a:pt x="1401032" y="1423606"/>
                  </a:lnTo>
                  <a:lnTo>
                    <a:pt x="1401413" y="1422273"/>
                  </a:lnTo>
                  <a:lnTo>
                    <a:pt x="1401509" y="1420749"/>
                  </a:lnTo>
                  <a:lnTo>
                    <a:pt x="1401413" y="1418749"/>
                  </a:lnTo>
                  <a:lnTo>
                    <a:pt x="1399985" y="1413129"/>
                  </a:lnTo>
                  <a:lnTo>
                    <a:pt x="1397222" y="1406938"/>
                  </a:lnTo>
                  <a:lnTo>
                    <a:pt x="1395413" y="1401699"/>
                  </a:lnTo>
                  <a:lnTo>
                    <a:pt x="1392460" y="1387126"/>
                  </a:lnTo>
                  <a:lnTo>
                    <a:pt x="1391126" y="1382935"/>
                  </a:lnTo>
                  <a:lnTo>
                    <a:pt x="1390555" y="1382363"/>
                  </a:lnTo>
                  <a:lnTo>
                    <a:pt x="1390174" y="1381982"/>
                  </a:lnTo>
                  <a:lnTo>
                    <a:pt x="1389412" y="1381506"/>
                  </a:lnTo>
                  <a:lnTo>
                    <a:pt x="1388364" y="1381030"/>
                  </a:lnTo>
                  <a:lnTo>
                    <a:pt x="1385507" y="1380268"/>
                  </a:lnTo>
                  <a:lnTo>
                    <a:pt x="1379220" y="1379410"/>
                  </a:lnTo>
                  <a:lnTo>
                    <a:pt x="1377791" y="1378934"/>
                  </a:lnTo>
                  <a:lnTo>
                    <a:pt x="1375029" y="1377410"/>
                  </a:lnTo>
                  <a:lnTo>
                    <a:pt x="1371410" y="1374267"/>
                  </a:lnTo>
                  <a:lnTo>
                    <a:pt x="1367409" y="1369790"/>
                  </a:lnTo>
                  <a:lnTo>
                    <a:pt x="1366742" y="1368743"/>
                  </a:lnTo>
                  <a:lnTo>
                    <a:pt x="1366361" y="1367790"/>
                  </a:lnTo>
                  <a:lnTo>
                    <a:pt x="1366266" y="1367314"/>
                  </a:lnTo>
                  <a:lnTo>
                    <a:pt x="1365599" y="1363599"/>
                  </a:lnTo>
                  <a:lnTo>
                    <a:pt x="1365504" y="1358837"/>
                  </a:lnTo>
                  <a:lnTo>
                    <a:pt x="1365790" y="1355884"/>
                  </a:lnTo>
                  <a:lnTo>
                    <a:pt x="1366266" y="1353788"/>
                  </a:lnTo>
                  <a:lnTo>
                    <a:pt x="1366647" y="1352741"/>
                  </a:lnTo>
                  <a:lnTo>
                    <a:pt x="1367600" y="1351312"/>
                  </a:lnTo>
                  <a:lnTo>
                    <a:pt x="1371791" y="1347121"/>
                  </a:lnTo>
                  <a:lnTo>
                    <a:pt x="1375220" y="1342454"/>
                  </a:lnTo>
                  <a:lnTo>
                    <a:pt x="1376648" y="1341215"/>
                  </a:lnTo>
                  <a:lnTo>
                    <a:pt x="1377601" y="1340739"/>
                  </a:lnTo>
                  <a:lnTo>
                    <a:pt x="1381887" y="1339596"/>
                  </a:lnTo>
                  <a:lnTo>
                    <a:pt x="1382173" y="1339596"/>
                  </a:lnTo>
                  <a:lnTo>
                    <a:pt x="1387602" y="1340549"/>
                  </a:lnTo>
                  <a:lnTo>
                    <a:pt x="1389126" y="1340549"/>
                  </a:lnTo>
                  <a:lnTo>
                    <a:pt x="1390555" y="1340453"/>
                  </a:lnTo>
                  <a:lnTo>
                    <a:pt x="1394936" y="1339025"/>
                  </a:lnTo>
                  <a:lnTo>
                    <a:pt x="1403414" y="1334357"/>
                  </a:lnTo>
                  <a:lnTo>
                    <a:pt x="1405795" y="1333405"/>
                  </a:lnTo>
                  <a:lnTo>
                    <a:pt x="1413510" y="1332262"/>
                  </a:lnTo>
                  <a:lnTo>
                    <a:pt x="1414463" y="1331785"/>
                  </a:lnTo>
                  <a:lnTo>
                    <a:pt x="1415225" y="1331214"/>
                  </a:lnTo>
                  <a:lnTo>
                    <a:pt x="1415986" y="1330071"/>
                  </a:lnTo>
                  <a:lnTo>
                    <a:pt x="1416368" y="1329214"/>
                  </a:lnTo>
                  <a:lnTo>
                    <a:pt x="1416558" y="1328261"/>
                  </a:lnTo>
                  <a:lnTo>
                    <a:pt x="1416558" y="1326547"/>
                  </a:lnTo>
                  <a:lnTo>
                    <a:pt x="1416368" y="1324356"/>
                  </a:lnTo>
                  <a:lnTo>
                    <a:pt x="1416177" y="1323023"/>
                  </a:lnTo>
                  <a:lnTo>
                    <a:pt x="1415796" y="1321689"/>
                  </a:lnTo>
                  <a:lnTo>
                    <a:pt x="1415320" y="1320737"/>
                  </a:lnTo>
                  <a:lnTo>
                    <a:pt x="1414748" y="1319879"/>
                  </a:lnTo>
                  <a:lnTo>
                    <a:pt x="1409319" y="1314069"/>
                  </a:lnTo>
                  <a:lnTo>
                    <a:pt x="1403604" y="1303592"/>
                  </a:lnTo>
                  <a:lnTo>
                    <a:pt x="1402652" y="1301306"/>
                  </a:lnTo>
                  <a:lnTo>
                    <a:pt x="1400651" y="1291781"/>
                  </a:lnTo>
                  <a:lnTo>
                    <a:pt x="1399985" y="1289780"/>
                  </a:lnTo>
                  <a:lnTo>
                    <a:pt x="1399032" y="1287780"/>
                  </a:lnTo>
                  <a:lnTo>
                    <a:pt x="1397889" y="1286066"/>
                  </a:lnTo>
                  <a:lnTo>
                    <a:pt x="1397032" y="1285304"/>
                  </a:lnTo>
                  <a:lnTo>
                    <a:pt x="1396460" y="1284827"/>
                  </a:lnTo>
                  <a:lnTo>
                    <a:pt x="1387126" y="1281589"/>
                  </a:lnTo>
                  <a:lnTo>
                    <a:pt x="1385697" y="1280827"/>
                  </a:lnTo>
                  <a:lnTo>
                    <a:pt x="1382459" y="1278255"/>
                  </a:lnTo>
                  <a:lnTo>
                    <a:pt x="1379887" y="1275207"/>
                  </a:lnTo>
                  <a:lnTo>
                    <a:pt x="1377315" y="1272731"/>
                  </a:lnTo>
                  <a:lnTo>
                    <a:pt x="1364647" y="1266539"/>
                  </a:lnTo>
                  <a:lnTo>
                    <a:pt x="1356074" y="1260253"/>
                  </a:lnTo>
                  <a:lnTo>
                    <a:pt x="1345502" y="1255585"/>
                  </a:lnTo>
                  <a:lnTo>
                    <a:pt x="1344930" y="1255205"/>
                  </a:lnTo>
                  <a:lnTo>
                    <a:pt x="1344359" y="1254538"/>
                  </a:lnTo>
                  <a:lnTo>
                    <a:pt x="1343597" y="1253395"/>
                  </a:lnTo>
                  <a:lnTo>
                    <a:pt x="1343311" y="1252538"/>
                  </a:lnTo>
                  <a:lnTo>
                    <a:pt x="1343025" y="1251776"/>
                  </a:lnTo>
                  <a:lnTo>
                    <a:pt x="1343025" y="1250633"/>
                  </a:lnTo>
                  <a:lnTo>
                    <a:pt x="1343025" y="1250061"/>
                  </a:lnTo>
                  <a:lnTo>
                    <a:pt x="1343120" y="1249394"/>
                  </a:lnTo>
                  <a:lnTo>
                    <a:pt x="1343406" y="1248728"/>
                  </a:lnTo>
                  <a:lnTo>
                    <a:pt x="1346073" y="1243298"/>
                  </a:lnTo>
                  <a:lnTo>
                    <a:pt x="1346454" y="1241774"/>
                  </a:lnTo>
                  <a:lnTo>
                    <a:pt x="1346645" y="1239679"/>
                  </a:lnTo>
                  <a:lnTo>
                    <a:pt x="1346454" y="1236726"/>
                  </a:lnTo>
                  <a:lnTo>
                    <a:pt x="1346073" y="1234821"/>
                  </a:lnTo>
                  <a:lnTo>
                    <a:pt x="1345692" y="1233678"/>
                  </a:lnTo>
                  <a:lnTo>
                    <a:pt x="1326071" y="1200245"/>
                  </a:lnTo>
                  <a:lnTo>
                    <a:pt x="1323785" y="1194911"/>
                  </a:lnTo>
                  <a:lnTo>
                    <a:pt x="1322832" y="1191863"/>
                  </a:lnTo>
                  <a:lnTo>
                    <a:pt x="1322642" y="1189387"/>
                  </a:lnTo>
                  <a:lnTo>
                    <a:pt x="1323308" y="1188053"/>
                  </a:lnTo>
                  <a:lnTo>
                    <a:pt x="1324356" y="1187006"/>
                  </a:lnTo>
                  <a:lnTo>
                    <a:pt x="1325690" y="1186243"/>
                  </a:lnTo>
                  <a:lnTo>
                    <a:pt x="1327023" y="1185672"/>
                  </a:lnTo>
                  <a:lnTo>
                    <a:pt x="1329881" y="1185196"/>
                  </a:lnTo>
                  <a:lnTo>
                    <a:pt x="1331119" y="1185196"/>
                  </a:lnTo>
                  <a:lnTo>
                    <a:pt x="1335596" y="1186053"/>
                  </a:lnTo>
                  <a:lnTo>
                    <a:pt x="1336262" y="1185958"/>
                  </a:lnTo>
                  <a:lnTo>
                    <a:pt x="1341025" y="1183958"/>
                  </a:lnTo>
                  <a:lnTo>
                    <a:pt x="1342644" y="1182910"/>
                  </a:lnTo>
                  <a:lnTo>
                    <a:pt x="1343501" y="1182148"/>
                  </a:lnTo>
                  <a:lnTo>
                    <a:pt x="1348835" y="1179290"/>
                  </a:lnTo>
                  <a:lnTo>
                    <a:pt x="1353503" y="1175290"/>
                  </a:lnTo>
                  <a:lnTo>
                    <a:pt x="1354550" y="1174242"/>
                  </a:lnTo>
                  <a:lnTo>
                    <a:pt x="1356932" y="1172337"/>
                  </a:lnTo>
                  <a:lnTo>
                    <a:pt x="1360646" y="1170623"/>
                  </a:lnTo>
                  <a:lnTo>
                    <a:pt x="1361123" y="1170337"/>
                  </a:lnTo>
                  <a:lnTo>
                    <a:pt x="1361408" y="1169956"/>
                  </a:lnTo>
                  <a:lnTo>
                    <a:pt x="1361694" y="1169384"/>
                  </a:lnTo>
                  <a:lnTo>
                    <a:pt x="1361789" y="1168813"/>
                  </a:lnTo>
                  <a:lnTo>
                    <a:pt x="1361980" y="1166908"/>
                  </a:lnTo>
                  <a:lnTo>
                    <a:pt x="1362170" y="1166146"/>
                  </a:lnTo>
                  <a:lnTo>
                    <a:pt x="1362456" y="1165384"/>
                  </a:lnTo>
                  <a:lnTo>
                    <a:pt x="1362837" y="1164812"/>
                  </a:lnTo>
                  <a:lnTo>
                    <a:pt x="1363313" y="1164527"/>
                  </a:lnTo>
                  <a:lnTo>
                    <a:pt x="1363790" y="1164431"/>
                  </a:lnTo>
                  <a:lnTo>
                    <a:pt x="1367028" y="1165098"/>
                  </a:lnTo>
                  <a:lnTo>
                    <a:pt x="1369409" y="1164908"/>
                  </a:lnTo>
                  <a:lnTo>
                    <a:pt x="1382173" y="1162145"/>
                  </a:lnTo>
                  <a:lnTo>
                    <a:pt x="1384459" y="1161860"/>
                  </a:lnTo>
                  <a:lnTo>
                    <a:pt x="1391507" y="1162336"/>
                  </a:lnTo>
                  <a:lnTo>
                    <a:pt x="1400080" y="1160526"/>
                  </a:lnTo>
                  <a:lnTo>
                    <a:pt x="1406461" y="1158050"/>
                  </a:lnTo>
                  <a:lnTo>
                    <a:pt x="1408652" y="1157668"/>
                  </a:lnTo>
                  <a:lnTo>
                    <a:pt x="1414082" y="1157573"/>
                  </a:lnTo>
                  <a:lnTo>
                    <a:pt x="1417892" y="1156145"/>
                  </a:lnTo>
                  <a:lnTo>
                    <a:pt x="1425893" y="1151573"/>
                  </a:lnTo>
                  <a:lnTo>
                    <a:pt x="1427798" y="1150810"/>
                  </a:lnTo>
                  <a:lnTo>
                    <a:pt x="1429798" y="1150239"/>
                  </a:lnTo>
                  <a:lnTo>
                    <a:pt x="1440752" y="1149382"/>
                  </a:lnTo>
                  <a:lnTo>
                    <a:pt x="1460945" y="1144238"/>
                  </a:lnTo>
                  <a:lnTo>
                    <a:pt x="1468469" y="1141095"/>
                  </a:lnTo>
                  <a:lnTo>
                    <a:pt x="1480280" y="1137571"/>
                  </a:lnTo>
                  <a:lnTo>
                    <a:pt x="1490377" y="1132618"/>
                  </a:lnTo>
                  <a:lnTo>
                    <a:pt x="1497140" y="1126427"/>
                  </a:lnTo>
                  <a:lnTo>
                    <a:pt x="1497902" y="1125855"/>
                  </a:lnTo>
                  <a:lnTo>
                    <a:pt x="1499807" y="1125093"/>
                  </a:lnTo>
                  <a:lnTo>
                    <a:pt x="1501997" y="1124617"/>
                  </a:lnTo>
                  <a:lnTo>
                    <a:pt x="1510760" y="1123950"/>
                  </a:lnTo>
                  <a:lnTo>
                    <a:pt x="1535335" y="1118616"/>
                  </a:lnTo>
                  <a:lnTo>
                    <a:pt x="1542764" y="1116044"/>
                  </a:lnTo>
                  <a:lnTo>
                    <a:pt x="1544288" y="1115854"/>
                  </a:lnTo>
                  <a:lnTo>
                    <a:pt x="1545241" y="1115854"/>
                  </a:lnTo>
                  <a:lnTo>
                    <a:pt x="1545241" y="1114711"/>
                  </a:lnTo>
                  <a:lnTo>
                    <a:pt x="1545717" y="1099661"/>
                  </a:lnTo>
                  <a:lnTo>
                    <a:pt x="1546670" y="1091279"/>
                  </a:lnTo>
                  <a:lnTo>
                    <a:pt x="1546765" y="1087564"/>
                  </a:lnTo>
                  <a:lnTo>
                    <a:pt x="1546479" y="1086136"/>
                  </a:lnTo>
                  <a:lnTo>
                    <a:pt x="1546289" y="1084993"/>
                  </a:lnTo>
                  <a:lnTo>
                    <a:pt x="1532192" y="1048036"/>
                  </a:lnTo>
                  <a:lnTo>
                    <a:pt x="1531715" y="1044988"/>
                  </a:lnTo>
                  <a:lnTo>
                    <a:pt x="1531620" y="1042606"/>
                  </a:lnTo>
                  <a:lnTo>
                    <a:pt x="1531715" y="1041083"/>
                  </a:lnTo>
                  <a:lnTo>
                    <a:pt x="1532096" y="1039749"/>
                  </a:lnTo>
                  <a:lnTo>
                    <a:pt x="1532573" y="1038130"/>
                  </a:lnTo>
                  <a:lnTo>
                    <a:pt x="1543050" y="1020128"/>
                  </a:lnTo>
                  <a:lnTo>
                    <a:pt x="1543622" y="1018699"/>
                  </a:lnTo>
                  <a:lnTo>
                    <a:pt x="1544003" y="1016127"/>
                  </a:lnTo>
                  <a:lnTo>
                    <a:pt x="1544479" y="984313"/>
                  </a:lnTo>
                  <a:lnTo>
                    <a:pt x="1545717" y="979075"/>
                  </a:lnTo>
                  <a:lnTo>
                    <a:pt x="1549622" y="977455"/>
                  </a:lnTo>
                  <a:lnTo>
                    <a:pt x="1553337" y="977265"/>
                  </a:lnTo>
                  <a:lnTo>
                    <a:pt x="1573244" y="979456"/>
                  </a:lnTo>
                  <a:lnTo>
                    <a:pt x="1575911" y="978599"/>
                  </a:lnTo>
                  <a:lnTo>
                    <a:pt x="1582198" y="974408"/>
                  </a:lnTo>
                  <a:lnTo>
                    <a:pt x="1590675" y="971264"/>
                  </a:lnTo>
                  <a:lnTo>
                    <a:pt x="1593152" y="969835"/>
                  </a:lnTo>
                  <a:lnTo>
                    <a:pt x="1596581" y="966978"/>
                  </a:lnTo>
                  <a:lnTo>
                    <a:pt x="1603915" y="956977"/>
                  </a:lnTo>
                  <a:lnTo>
                    <a:pt x="1607534" y="950690"/>
                  </a:lnTo>
                  <a:lnTo>
                    <a:pt x="1611154" y="942308"/>
                  </a:lnTo>
                  <a:lnTo>
                    <a:pt x="1631252" y="912685"/>
                  </a:lnTo>
                  <a:lnTo>
                    <a:pt x="1676781" y="861631"/>
                  </a:lnTo>
                  <a:lnTo>
                    <a:pt x="1714881" y="839914"/>
                  </a:lnTo>
                  <a:lnTo>
                    <a:pt x="1749552" y="832771"/>
                  </a:lnTo>
                  <a:lnTo>
                    <a:pt x="1771936" y="835533"/>
                  </a:lnTo>
                  <a:lnTo>
                    <a:pt x="1774698" y="835247"/>
                  </a:lnTo>
                  <a:lnTo>
                    <a:pt x="1777175" y="834200"/>
                  </a:lnTo>
                  <a:lnTo>
                    <a:pt x="1779270" y="832866"/>
                  </a:lnTo>
                  <a:lnTo>
                    <a:pt x="1786319" y="826008"/>
                  </a:lnTo>
                  <a:lnTo>
                    <a:pt x="1793081" y="817817"/>
                  </a:lnTo>
                  <a:lnTo>
                    <a:pt x="1793462" y="816959"/>
                  </a:lnTo>
                  <a:lnTo>
                    <a:pt x="1793748" y="815912"/>
                  </a:lnTo>
                  <a:lnTo>
                    <a:pt x="1793748" y="814006"/>
                  </a:lnTo>
                  <a:lnTo>
                    <a:pt x="1793462" y="812673"/>
                  </a:lnTo>
                  <a:lnTo>
                    <a:pt x="1792224" y="808577"/>
                  </a:lnTo>
                  <a:lnTo>
                    <a:pt x="1791843" y="806291"/>
                  </a:lnTo>
                  <a:lnTo>
                    <a:pt x="1791653" y="802481"/>
                  </a:lnTo>
                  <a:lnTo>
                    <a:pt x="1793653" y="763524"/>
                  </a:lnTo>
                  <a:lnTo>
                    <a:pt x="1794415" y="759143"/>
                  </a:lnTo>
                  <a:lnTo>
                    <a:pt x="1795177" y="757142"/>
                  </a:lnTo>
                  <a:lnTo>
                    <a:pt x="1796034" y="755713"/>
                  </a:lnTo>
                  <a:lnTo>
                    <a:pt x="1797463" y="754189"/>
                  </a:lnTo>
                  <a:lnTo>
                    <a:pt x="1819466" y="739426"/>
                  </a:lnTo>
                  <a:close/>
                </a:path>
              </a:pathLst>
            </a:custGeom>
            <a:solidFill>
              <a:srgbClr val="CCCCCC"/>
            </a:soli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6" name="Freeform: Shape 9">
              <a:extLst>
                <a:ext uri="{FF2B5EF4-FFF2-40B4-BE49-F238E27FC236}">
                  <a16:creationId xmlns:a16="http://schemas.microsoft.com/office/drawing/2014/main" id="{F35FC1CB-0EF7-EC3B-8A73-8FE214D30A6D}"/>
                </a:ext>
              </a:extLst>
            </p:cNvPr>
            <p:cNvSpPr/>
            <p:nvPr/>
          </p:nvSpPr>
          <p:spPr>
            <a:xfrm>
              <a:off x="1227106" y="4474623"/>
              <a:ext cx="1647825" cy="857250"/>
            </a:xfrm>
            <a:custGeom>
              <a:avLst/>
              <a:gdLst>
                <a:gd name="connsiteX0" fmla="*/ 1655731 w 1647825"/>
                <a:gd name="connsiteY0" fmla="*/ 683038 h 857250"/>
                <a:gd name="connsiteX1" fmla="*/ 1655255 w 1647825"/>
                <a:gd name="connsiteY1" fmla="*/ 681609 h 857250"/>
                <a:gd name="connsiteX2" fmla="*/ 1653445 w 1647825"/>
                <a:gd name="connsiteY2" fmla="*/ 678847 h 857250"/>
                <a:gd name="connsiteX3" fmla="*/ 1653064 w 1647825"/>
                <a:gd name="connsiteY3" fmla="*/ 677799 h 857250"/>
                <a:gd name="connsiteX4" fmla="*/ 1653064 w 1647825"/>
                <a:gd name="connsiteY4" fmla="*/ 674180 h 857250"/>
                <a:gd name="connsiteX5" fmla="*/ 1652778 w 1647825"/>
                <a:gd name="connsiteY5" fmla="*/ 672465 h 857250"/>
                <a:gd name="connsiteX6" fmla="*/ 1651921 w 1647825"/>
                <a:gd name="connsiteY6" fmla="*/ 670560 h 857250"/>
                <a:gd name="connsiteX7" fmla="*/ 1652778 w 1647825"/>
                <a:gd name="connsiteY7" fmla="*/ 667798 h 857250"/>
                <a:gd name="connsiteX8" fmla="*/ 1651349 w 1647825"/>
                <a:gd name="connsiteY8" fmla="*/ 657701 h 857250"/>
                <a:gd name="connsiteX9" fmla="*/ 1651349 w 1647825"/>
                <a:gd name="connsiteY9" fmla="*/ 654558 h 857250"/>
                <a:gd name="connsiteX10" fmla="*/ 1651159 w 1647825"/>
                <a:gd name="connsiteY10" fmla="*/ 654177 h 857250"/>
                <a:gd name="connsiteX11" fmla="*/ 1649921 w 1647825"/>
                <a:gd name="connsiteY11" fmla="*/ 652844 h 857250"/>
                <a:gd name="connsiteX12" fmla="*/ 1649254 w 1647825"/>
                <a:gd name="connsiteY12" fmla="*/ 650748 h 857250"/>
                <a:gd name="connsiteX13" fmla="*/ 1647444 w 1647825"/>
                <a:gd name="connsiteY13" fmla="*/ 647986 h 857250"/>
                <a:gd name="connsiteX14" fmla="*/ 1646968 w 1647825"/>
                <a:gd name="connsiteY14" fmla="*/ 646462 h 857250"/>
                <a:gd name="connsiteX15" fmla="*/ 1647063 w 1647825"/>
                <a:gd name="connsiteY15" fmla="*/ 643033 h 857250"/>
                <a:gd name="connsiteX16" fmla="*/ 1648111 w 1647825"/>
                <a:gd name="connsiteY16" fmla="*/ 636746 h 857250"/>
                <a:gd name="connsiteX17" fmla="*/ 1648301 w 1647825"/>
                <a:gd name="connsiteY17" fmla="*/ 636365 h 857250"/>
                <a:gd name="connsiteX18" fmla="*/ 1649063 w 1647825"/>
                <a:gd name="connsiteY18" fmla="*/ 636080 h 857250"/>
                <a:gd name="connsiteX19" fmla="*/ 1649159 w 1647825"/>
                <a:gd name="connsiteY19" fmla="*/ 635794 h 857250"/>
                <a:gd name="connsiteX20" fmla="*/ 1649063 w 1647825"/>
                <a:gd name="connsiteY20" fmla="*/ 635317 h 857250"/>
                <a:gd name="connsiteX21" fmla="*/ 1648301 w 1647825"/>
                <a:gd name="connsiteY21" fmla="*/ 634555 h 857250"/>
                <a:gd name="connsiteX22" fmla="*/ 1648111 w 1647825"/>
                <a:gd name="connsiteY22" fmla="*/ 634270 h 857250"/>
                <a:gd name="connsiteX23" fmla="*/ 1648492 w 1647825"/>
                <a:gd name="connsiteY23" fmla="*/ 631031 h 857250"/>
                <a:gd name="connsiteX24" fmla="*/ 1649444 w 1647825"/>
                <a:gd name="connsiteY24" fmla="*/ 627983 h 857250"/>
                <a:gd name="connsiteX25" fmla="*/ 1652492 w 1647825"/>
                <a:gd name="connsiteY25" fmla="*/ 622268 h 857250"/>
                <a:gd name="connsiteX26" fmla="*/ 1651540 w 1647825"/>
                <a:gd name="connsiteY26" fmla="*/ 619506 h 857250"/>
                <a:gd name="connsiteX27" fmla="*/ 1650968 w 1647825"/>
                <a:gd name="connsiteY27" fmla="*/ 616744 h 857250"/>
                <a:gd name="connsiteX28" fmla="*/ 1650778 w 1647825"/>
                <a:gd name="connsiteY28" fmla="*/ 609410 h 857250"/>
                <a:gd name="connsiteX29" fmla="*/ 1650397 w 1647825"/>
                <a:gd name="connsiteY29" fmla="*/ 608266 h 857250"/>
                <a:gd name="connsiteX30" fmla="*/ 1646968 w 1647825"/>
                <a:gd name="connsiteY30" fmla="*/ 601218 h 857250"/>
                <a:gd name="connsiteX31" fmla="*/ 1644872 w 1647825"/>
                <a:gd name="connsiteY31" fmla="*/ 572167 h 857250"/>
                <a:gd name="connsiteX32" fmla="*/ 1644587 w 1647825"/>
                <a:gd name="connsiteY32" fmla="*/ 571119 h 857250"/>
                <a:gd name="connsiteX33" fmla="*/ 1643825 w 1647825"/>
                <a:gd name="connsiteY33" fmla="*/ 570357 h 857250"/>
                <a:gd name="connsiteX34" fmla="*/ 1643063 w 1647825"/>
                <a:gd name="connsiteY34" fmla="*/ 569786 h 857250"/>
                <a:gd name="connsiteX35" fmla="*/ 1642682 w 1647825"/>
                <a:gd name="connsiteY35" fmla="*/ 569309 h 857250"/>
                <a:gd name="connsiteX36" fmla="*/ 1642491 w 1647825"/>
                <a:gd name="connsiteY36" fmla="*/ 568452 h 857250"/>
                <a:gd name="connsiteX37" fmla="*/ 1642586 w 1647825"/>
                <a:gd name="connsiteY37" fmla="*/ 561118 h 857250"/>
                <a:gd name="connsiteX38" fmla="*/ 1642205 w 1647825"/>
                <a:gd name="connsiteY38" fmla="*/ 559784 h 857250"/>
                <a:gd name="connsiteX39" fmla="*/ 1642110 w 1647825"/>
                <a:gd name="connsiteY39" fmla="*/ 558832 h 857250"/>
                <a:gd name="connsiteX40" fmla="*/ 1641824 w 1647825"/>
                <a:gd name="connsiteY40" fmla="*/ 557022 h 857250"/>
                <a:gd name="connsiteX41" fmla="*/ 1640491 w 1647825"/>
                <a:gd name="connsiteY41" fmla="*/ 553307 h 857250"/>
                <a:gd name="connsiteX42" fmla="*/ 1640491 w 1647825"/>
                <a:gd name="connsiteY42" fmla="*/ 551593 h 857250"/>
                <a:gd name="connsiteX43" fmla="*/ 1641443 w 1647825"/>
                <a:gd name="connsiteY43" fmla="*/ 550450 h 857250"/>
                <a:gd name="connsiteX44" fmla="*/ 1642967 w 1647825"/>
                <a:gd name="connsiteY44" fmla="*/ 549973 h 857250"/>
                <a:gd name="connsiteX45" fmla="*/ 1644301 w 1647825"/>
                <a:gd name="connsiteY45" fmla="*/ 549212 h 857250"/>
                <a:gd name="connsiteX46" fmla="*/ 1644872 w 1647825"/>
                <a:gd name="connsiteY46" fmla="*/ 547497 h 857250"/>
                <a:gd name="connsiteX47" fmla="*/ 1644396 w 1647825"/>
                <a:gd name="connsiteY47" fmla="*/ 545592 h 857250"/>
                <a:gd name="connsiteX48" fmla="*/ 1643158 w 1647825"/>
                <a:gd name="connsiteY48" fmla="*/ 544449 h 857250"/>
                <a:gd name="connsiteX49" fmla="*/ 1639919 w 1647825"/>
                <a:gd name="connsiteY49" fmla="*/ 542735 h 857250"/>
                <a:gd name="connsiteX50" fmla="*/ 1638491 w 1647825"/>
                <a:gd name="connsiteY50" fmla="*/ 541401 h 857250"/>
                <a:gd name="connsiteX51" fmla="*/ 1634681 w 1647825"/>
                <a:gd name="connsiteY51" fmla="*/ 536734 h 857250"/>
                <a:gd name="connsiteX52" fmla="*/ 1632109 w 1647825"/>
                <a:gd name="connsiteY52" fmla="*/ 534448 h 857250"/>
                <a:gd name="connsiteX53" fmla="*/ 1631061 w 1647825"/>
                <a:gd name="connsiteY53" fmla="*/ 533210 h 857250"/>
                <a:gd name="connsiteX54" fmla="*/ 1630013 w 1647825"/>
                <a:gd name="connsiteY54" fmla="*/ 531305 h 857250"/>
                <a:gd name="connsiteX55" fmla="*/ 1630966 w 1647825"/>
                <a:gd name="connsiteY55" fmla="*/ 529780 h 857250"/>
                <a:gd name="connsiteX56" fmla="*/ 1631918 w 1647825"/>
                <a:gd name="connsiteY56" fmla="*/ 527685 h 857250"/>
                <a:gd name="connsiteX57" fmla="*/ 1632490 w 1647825"/>
                <a:gd name="connsiteY57" fmla="*/ 525304 h 857250"/>
                <a:gd name="connsiteX58" fmla="*/ 1632299 w 1647825"/>
                <a:gd name="connsiteY58" fmla="*/ 523018 h 857250"/>
                <a:gd name="connsiteX59" fmla="*/ 1631823 w 1647825"/>
                <a:gd name="connsiteY59" fmla="*/ 522446 h 857250"/>
                <a:gd name="connsiteX60" fmla="*/ 1630013 w 1647825"/>
                <a:gd name="connsiteY60" fmla="*/ 521494 h 857250"/>
                <a:gd name="connsiteX61" fmla="*/ 1629251 w 1647825"/>
                <a:gd name="connsiteY61" fmla="*/ 520827 h 857250"/>
                <a:gd name="connsiteX62" fmla="*/ 1627632 w 1647825"/>
                <a:gd name="connsiteY62" fmla="*/ 518446 h 857250"/>
                <a:gd name="connsiteX63" fmla="*/ 1626108 w 1647825"/>
                <a:gd name="connsiteY63" fmla="*/ 516636 h 857250"/>
                <a:gd name="connsiteX64" fmla="*/ 1625727 w 1647825"/>
                <a:gd name="connsiteY64" fmla="*/ 516064 h 857250"/>
                <a:gd name="connsiteX65" fmla="*/ 1623536 w 1647825"/>
                <a:gd name="connsiteY65" fmla="*/ 510635 h 857250"/>
                <a:gd name="connsiteX66" fmla="*/ 1620203 w 1647825"/>
                <a:gd name="connsiteY66" fmla="*/ 507778 h 857250"/>
                <a:gd name="connsiteX67" fmla="*/ 1619155 w 1647825"/>
                <a:gd name="connsiteY67" fmla="*/ 507397 h 857250"/>
                <a:gd name="connsiteX68" fmla="*/ 1617059 w 1647825"/>
                <a:gd name="connsiteY68" fmla="*/ 506921 h 857250"/>
                <a:gd name="connsiteX69" fmla="*/ 1616392 w 1647825"/>
                <a:gd name="connsiteY69" fmla="*/ 506444 h 857250"/>
                <a:gd name="connsiteX70" fmla="*/ 1617631 w 1647825"/>
                <a:gd name="connsiteY70" fmla="*/ 504730 h 857250"/>
                <a:gd name="connsiteX71" fmla="*/ 1616964 w 1647825"/>
                <a:gd name="connsiteY71" fmla="*/ 498348 h 857250"/>
                <a:gd name="connsiteX72" fmla="*/ 1617726 w 1647825"/>
                <a:gd name="connsiteY72" fmla="*/ 495300 h 857250"/>
                <a:gd name="connsiteX73" fmla="*/ 1619060 w 1647825"/>
                <a:gd name="connsiteY73" fmla="*/ 493490 h 857250"/>
                <a:gd name="connsiteX74" fmla="*/ 1620012 w 1647825"/>
                <a:gd name="connsiteY74" fmla="*/ 492728 h 857250"/>
                <a:gd name="connsiteX75" fmla="*/ 1621250 w 1647825"/>
                <a:gd name="connsiteY75" fmla="*/ 492442 h 857250"/>
                <a:gd name="connsiteX76" fmla="*/ 1622679 w 1647825"/>
                <a:gd name="connsiteY76" fmla="*/ 492823 h 857250"/>
                <a:gd name="connsiteX77" fmla="*/ 1625156 w 1647825"/>
                <a:gd name="connsiteY77" fmla="*/ 495110 h 857250"/>
                <a:gd name="connsiteX78" fmla="*/ 1625917 w 1647825"/>
                <a:gd name="connsiteY78" fmla="*/ 495681 h 857250"/>
                <a:gd name="connsiteX79" fmla="*/ 1626584 w 1647825"/>
                <a:gd name="connsiteY79" fmla="*/ 496348 h 857250"/>
                <a:gd name="connsiteX80" fmla="*/ 1628585 w 1647825"/>
                <a:gd name="connsiteY80" fmla="*/ 499491 h 857250"/>
                <a:gd name="connsiteX81" fmla="*/ 1628966 w 1647825"/>
                <a:gd name="connsiteY81" fmla="*/ 500444 h 857250"/>
                <a:gd name="connsiteX82" fmla="*/ 1629442 w 1647825"/>
                <a:gd name="connsiteY82" fmla="*/ 500824 h 857250"/>
                <a:gd name="connsiteX83" fmla="*/ 1630585 w 1647825"/>
                <a:gd name="connsiteY83" fmla="*/ 499967 h 857250"/>
                <a:gd name="connsiteX84" fmla="*/ 1632299 w 1647825"/>
                <a:gd name="connsiteY84" fmla="*/ 498253 h 857250"/>
                <a:gd name="connsiteX85" fmla="*/ 1634490 w 1647825"/>
                <a:gd name="connsiteY85" fmla="*/ 494443 h 857250"/>
                <a:gd name="connsiteX86" fmla="*/ 1638014 w 1647825"/>
                <a:gd name="connsiteY86" fmla="*/ 490442 h 857250"/>
                <a:gd name="connsiteX87" fmla="*/ 1638872 w 1647825"/>
                <a:gd name="connsiteY87" fmla="*/ 489299 h 857250"/>
                <a:gd name="connsiteX88" fmla="*/ 1637443 w 1647825"/>
                <a:gd name="connsiteY88" fmla="*/ 488252 h 857250"/>
                <a:gd name="connsiteX89" fmla="*/ 1637157 w 1647825"/>
                <a:gd name="connsiteY89" fmla="*/ 487966 h 857250"/>
                <a:gd name="connsiteX90" fmla="*/ 1635347 w 1647825"/>
                <a:gd name="connsiteY90" fmla="*/ 485299 h 857250"/>
                <a:gd name="connsiteX91" fmla="*/ 1615440 w 1647825"/>
                <a:gd name="connsiteY91" fmla="*/ 466439 h 857250"/>
                <a:gd name="connsiteX92" fmla="*/ 1614107 w 1647825"/>
                <a:gd name="connsiteY92" fmla="*/ 464820 h 857250"/>
                <a:gd name="connsiteX93" fmla="*/ 1613535 w 1647825"/>
                <a:gd name="connsiteY93" fmla="*/ 463391 h 857250"/>
                <a:gd name="connsiteX94" fmla="*/ 1613345 w 1647825"/>
                <a:gd name="connsiteY94" fmla="*/ 460629 h 857250"/>
                <a:gd name="connsiteX95" fmla="*/ 1613154 w 1647825"/>
                <a:gd name="connsiteY95" fmla="*/ 459867 h 857250"/>
                <a:gd name="connsiteX96" fmla="*/ 1612773 w 1647825"/>
                <a:gd name="connsiteY96" fmla="*/ 459105 h 857250"/>
                <a:gd name="connsiteX97" fmla="*/ 1612392 w 1647825"/>
                <a:gd name="connsiteY97" fmla="*/ 458724 h 857250"/>
                <a:gd name="connsiteX98" fmla="*/ 1611916 w 1647825"/>
                <a:gd name="connsiteY98" fmla="*/ 458438 h 857250"/>
                <a:gd name="connsiteX99" fmla="*/ 1611440 w 1647825"/>
                <a:gd name="connsiteY99" fmla="*/ 457962 h 857250"/>
                <a:gd name="connsiteX100" fmla="*/ 1608201 w 1647825"/>
                <a:gd name="connsiteY100" fmla="*/ 452342 h 857250"/>
                <a:gd name="connsiteX101" fmla="*/ 1605534 w 1647825"/>
                <a:gd name="connsiteY101" fmla="*/ 450723 h 857250"/>
                <a:gd name="connsiteX102" fmla="*/ 1603724 w 1647825"/>
                <a:gd name="connsiteY102" fmla="*/ 447294 h 857250"/>
                <a:gd name="connsiteX103" fmla="*/ 1602105 w 1647825"/>
                <a:gd name="connsiteY103" fmla="*/ 446437 h 857250"/>
                <a:gd name="connsiteX104" fmla="*/ 1602867 w 1647825"/>
                <a:gd name="connsiteY104" fmla="*/ 445294 h 857250"/>
                <a:gd name="connsiteX105" fmla="*/ 1602867 w 1647825"/>
                <a:gd name="connsiteY105" fmla="*/ 444055 h 857250"/>
                <a:gd name="connsiteX106" fmla="*/ 1601724 w 1647825"/>
                <a:gd name="connsiteY106" fmla="*/ 440341 h 857250"/>
                <a:gd name="connsiteX107" fmla="*/ 1601629 w 1647825"/>
                <a:gd name="connsiteY107" fmla="*/ 440150 h 857250"/>
                <a:gd name="connsiteX108" fmla="*/ 1601915 w 1647825"/>
                <a:gd name="connsiteY108" fmla="*/ 439960 h 857250"/>
                <a:gd name="connsiteX109" fmla="*/ 1602867 w 1647825"/>
                <a:gd name="connsiteY109" fmla="*/ 439007 h 857250"/>
                <a:gd name="connsiteX110" fmla="*/ 1603629 w 1647825"/>
                <a:gd name="connsiteY110" fmla="*/ 437579 h 857250"/>
                <a:gd name="connsiteX111" fmla="*/ 1604296 w 1647825"/>
                <a:gd name="connsiteY111" fmla="*/ 435197 h 857250"/>
                <a:gd name="connsiteX112" fmla="*/ 1604582 w 1647825"/>
                <a:gd name="connsiteY112" fmla="*/ 432625 h 857250"/>
                <a:gd name="connsiteX113" fmla="*/ 1604296 w 1647825"/>
                <a:gd name="connsiteY113" fmla="*/ 430435 h 857250"/>
                <a:gd name="connsiteX114" fmla="*/ 1603058 w 1647825"/>
                <a:gd name="connsiteY114" fmla="*/ 428530 h 857250"/>
                <a:gd name="connsiteX115" fmla="*/ 1599533 w 1647825"/>
                <a:gd name="connsiteY115" fmla="*/ 425101 h 857250"/>
                <a:gd name="connsiteX116" fmla="*/ 1598867 w 1647825"/>
                <a:gd name="connsiteY116" fmla="*/ 422910 h 857250"/>
                <a:gd name="connsiteX117" fmla="*/ 1598009 w 1647825"/>
                <a:gd name="connsiteY117" fmla="*/ 421386 h 857250"/>
                <a:gd name="connsiteX118" fmla="*/ 1592866 w 1647825"/>
                <a:gd name="connsiteY118" fmla="*/ 416814 h 857250"/>
                <a:gd name="connsiteX119" fmla="*/ 1589818 w 1647825"/>
                <a:gd name="connsiteY119" fmla="*/ 411004 h 857250"/>
                <a:gd name="connsiteX120" fmla="*/ 1585722 w 1647825"/>
                <a:gd name="connsiteY120" fmla="*/ 405193 h 857250"/>
                <a:gd name="connsiteX121" fmla="*/ 1585151 w 1647825"/>
                <a:gd name="connsiteY121" fmla="*/ 403288 h 857250"/>
                <a:gd name="connsiteX122" fmla="*/ 1585055 w 1647825"/>
                <a:gd name="connsiteY122" fmla="*/ 401098 h 857250"/>
                <a:gd name="connsiteX123" fmla="*/ 1585151 w 1647825"/>
                <a:gd name="connsiteY123" fmla="*/ 397192 h 857250"/>
                <a:gd name="connsiteX124" fmla="*/ 1584579 w 1647825"/>
                <a:gd name="connsiteY124" fmla="*/ 395478 h 857250"/>
                <a:gd name="connsiteX125" fmla="*/ 1583055 w 1647825"/>
                <a:gd name="connsiteY125" fmla="*/ 394430 h 857250"/>
                <a:gd name="connsiteX126" fmla="*/ 1579626 w 1647825"/>
                <a:gd name="connsiteY126" fmla="*/ 393001 h 857250"/>
                <a:gd name="connsiteX127" fmla="*/ 1578959 w 1647825"/>
                <a:gd name="connsiteY127" fmla="*/ 392430 h 857250"/>
                <a:gd name="connsiteX128" fmla="*/ 1578388 w 1647825"/>
                <a:gd name="connsiteY128" fmla="*/ 391763 h 857250"/>
                <a:gd name="connsiteX129" fmla="*/ 1577912 w 1647825"/>
                <a:gd name="connsiteY129" fmla="*/ 391287 h 857250"/>
                <a:gd name="connsiteX130" fmla="*/ 1577150 w 1647825"/>
                <a:gd name="connsiteY130" fmla="*/ 391096 h 857250"/>
                <a:gd name="connsiteX131" fmla="*/ 1575340 w 1647825"/>
                <a:gd name="connsiteY131" fmla="*/ 391096 h 857250"/>
                <a:gd name="connsiteX132" fmla="*/ 1574578 w 1647825"/>
                <a:gd name="connsiteY132" fmla="*/ 390906 h 857250"/>
                <a:gd name="connsiteX133" fmla="*/ 1574197 w 1647825"/>
                <a:gd name="connsiteY133" fmla="*/ 390049 h 857250"/>
                <a:gd name="connsiteX134" fmla="*/ 1573435 w 1647825"/>
                <a:gd name="connsiteY134" fmla="*/ 389192 h 857250"/>
                <a:gd name="connsiteX135" fmla="*/ 1569244 w 1647825"/>
                <a:gd name="connsiteY135" fmla="*/ 385191 h 857250"/>
                <a:gd name="connsiteX136" fmla="*/ 1559052 w 1647825"/>
                <a:gd name="connsiteY136" fmla="*/ 382143 h 857250"/>
                <a:gd name="connsiteX137" fmla="*/ 1556671 w 1647825"/>
                <a:gd name="connsiteY137" fmla="*/ 380047 h 857250"/>
                <a:gd name="connsiteX138" fmla="*/ 1555147 w 1647825"/>
                <a:gd name="connsiteY138" fmla="*/ 380809 h 857250"/>
                <a:gd name="connsiteX139" fmla="*/ 1553528 w 1647825"/>
                <a:gd name="connsiteY139" fmla="*/ 380619 h 857250"/>
                <a:gd name="connsiteX140" fmla="*/ 1545336 w 1647825"/>
                <a:gd name="connsiteY140" fmla="*/ 377666 h 857250"/>
                <a:gd name="connsiteX141" fmla="*/ 1545241 w 1647825"/>
                <a:gd name="connsiteY141" fmla="*/ 378333 h 857250"/>
                <a:gd name="connsiteX142" fmla="*/ 1544384 w 1647825"/>
                <a:gd name="connsiteY142" fmla="*/ 381000 h 857250"/>
                <a:gd name="connsiteX143" fmla="*/ 1543812 w 1647825"/>
                <a:gd name="connsiteY143" fmla="*/ 381762 h 857250"/>
                <a:gd name="connsiteX144" fmla="*/ 1543717 w 1647825"/>
                <a:gd name="connsiteY144" fmla="*/ 381857 h 857250"/>
                <a:gd name="connsiteX145" fmla="*/ 1543622 w 1647825"/>
                <a:gd name="connsiteY145" fmla="*/ 381857 h 857250"/>
                <a:gd name="connsiteX146" fmla="*/ 1542288 w 1647825"/>
                <a:gd name="connsiteY146" fmla="*/ 382334 h 857250"/>
                <a:gd name="connsiteX147" fmla="*/ 1541431 w 1647825"/>
                <a:gd name="connsiteY147" fmla="*/ 382905 h 857250"/>
                <a:gd name="connsiteX148" fmla="*/ 1541050 w 1647825"/>
                <a:gd name="connsiteY148" fmla="*/ 383762 h 857250"/>
                <a:gd name="connsiteX149" fmla="*/ 1540764 w 1647825"/>
                <a:gd name="connsiteY149" fmla="*/ 384810 h 857250"/>
                <a:gd name="connsiteX150" fmla="*/ 1540383 w 1647825"/>
                <a:gd name="connsiteY150" fmla="*/ 386143 h 857250"/>
                <a:gd name="connsiteX151" fmla="*/ 1539526 w 1647825"/>
                <a:gd name="connsiteY151" fmla="*/ 386810 h 857250"/>
                <a:gd name="connsiteX152" fmla="*/ 1538573 w 1647825"/>
                <a:gd name="connsiteY152" fmla="*/ 387191 h 857250"/>
                <a:gd name="connsiteX153" fmla="*/ 1537811 w 1647825"/>
                <a:gd name="connsiteY153" fmla="*/ 387001 h 857250"/>
                <a:gd name="connsiteX154" fmla="*/ 1537049 w 1647825"/>
                <a:gd name="connsiteY154" fmla="*/ 386334 h 857250"/>
                <a:gd name="connsiteX155" fmla="*/ 1535335 w 1647825"/>
                <a:gd name="connsiteY155" fmla="*/ 384334 h 857250"/>
                <a:gd name="connsiteX156" fmla="*/ 1534287 w 1647825"/>
                <a:gd name="connsiteY156" fmla="*/ 383667 h 857250"/>
                <a:gd name="connsiteX157" fmla="*/ 1533144 w 1647825"/>
                <a:gd name="connsiteY157" fmla="*/ 383381 h 857250"/>
                <a:gd name="connsiteX158" fmla="*/ 1528191 w 1647825"/>
                <a:gd name="connsiteY158" fmla="*/ 383286 h 857250"/>
                <a:gd name="connsiteX159" fmla="*/ 1520190 w 1647825"/>
                <a:gd name="connsiteY159" fmla="*/ 381571 h 857250"/>
                <a:gd name="connsiteX160" fmla="*/ 1518285 w 1647825"/>
                <a:gd name="connsiteY160" fmla="*/ 381571 h 857250"/>
                <a:gd name="connsiteX161" fmla="*/ 1517428 w 1647825"/>
                <a:gd name="connsiteY161" fmla="*/ 381762 h 857250"/>
                <a:gd name="connsiteX162" fmla="*/ 1517047 w 1647825"/>
                <a:gd name="connsiteY162" fmla="*/ 381857 h 857250"/>
                <a:gd name="connsiteX163" fmla="*/ 1516856 w 1647825"/>
                <a:gd name="connsiteY163" fmla="*/ 382714 h 857250"/>
                <a:gd name="connsiteX164" fmla="*/ 1516761 w 1647825"/>
                <a:gd name="connsiteY164" fmla="*/ 383667 h 857250"/>
                <a:gd name="connsiteX165" fmla="*/ 1516475 w 1647825"/>
                <a:gd name="connsiteY165" fmla="*/ 384905 h 857250"/>
                <a:gd name="connsiteX166" fmla="*/ 1515999 w 1647825"/>
                <a:gd name="connsiteY166" fmla="*/ 386334 h 857250"/>
                <a:gd name="connsiteX167" fmla="*/ 1514951 w 1647825"/>
                <a:gd name="connsiteY167" fmla="*/ 387858 h 857250"/>
                <a:gd name="connsiteX168" fmla="*/ 1514285 w 1647825"/>
                <a:gd name="connsiteY168" fmla="*/ 389096 h 857250"/>
                <a:gd name="connsiteX169" fmla="*/ 1514189 w 1647825"/>
                <a:gd name="connsiteY169" fmla="*/ 390144 h 857250"/>
                <a:gd name="connsiteX170" fmla="*/ 1515047 w 1647825"/>
                <a:gd name="connsiteY170" fmla="*/ 390811 h 857250"/>
                <a:gd name="connsiteX171" fmla="*/ 1516190 w 1647825"/>
                <a:gd name="connsiteY171" fmla="*/ 391287 h 857250"/>
                <a:gd name="connsiteX172" fmla="*/ 1517904 w 1647825"/>
                <a:gd name="connsiteY172" fmla="*/ 391477 h 857250"/>
                <a:gd name="connsiteX173" fmla="*/ 1518952 w 1647825"/>
                <a:gd name="connsiteY173" fmla="*/ 392049 h 857250"/>
                <a:gd name="connsiteX174" fmla="*/ 1519619 w 1647825"/>
                <a:gd name="connsiteY174" fmla="*/ 392716 h 857250"/>
                <a:gd name="connsiteX175" fmla="*/ 1519809 w 1647825"/>
                <a:gd name="connsiteY175" fmla="*/ 393954 h 857250"/>
                <a:gd name="connsiteX176" fmla="*/ 1519714 w 1647825"/>
                <a:gd name="connsiteY176" fmla="*/ 395668 h 857250"/>
                <a:gd name="connsiteX177" fmla="*/ 1518095 w 1647825"/>
                <a:gd name="connsiteY177" fmla="*/ 399097 h 857250"/>
                <a:gd name="connsiteX178" fmla="*/ 1518095 w 1647825"/>
                <a:gd name="connsiteY178" fmla="*/ 400145 h 857250"/>
                <a:gd name="connsiteX179" fmla="*/ 1519238 w 1647825"/>
                <a:gd name="connsiteY179" fmla="*/ 401669 h 857250"/>
                <a:gd name="connsiteX180" fmla="*/ 1519238 w 1647825"/>
                <a:gd name="connsiteY180" fmla="*/ 402526 h 857250"/>
                <a:gd name="connsiteX181" fmla="*/ 1518285 w 1647825"/>
                <a:gd name="connsiteY181" fmla="*/ 403955 h 857250"/>
                <a:gd name="connsiteX182" fmla="*/ 1516952 w 1647825"/>
                <a:gd name="connsiteY182" fmla="*/ 404431 h 857250"/>
                <a:gd name="connsiteX183" fmla="*/ 1514951 w 1647825"/>
                <a:gd name="connsiteY183" fmla="*/ 404336 h 857250"/>
                <a:gd name="connsiteX184" fmla="*/ 1513332 w 1647825"/>
                <a:gd name="connsiteY184" fmla="*/ 403860 h 857250"/>
                <a:gd name="connsiteX185" fmla="*/ 1511522 w 1647825"/>
                <a:gd name="connsiteY185" fmla="*/ 404050 h 857250"/>
                <a:gd name="connsiteX186" fmla="*/ 1510284 w 1647825"/>
                <a:gd name="connsiteY186" fmla="*/ 405193 h 857250"/>
                <a:gd name="connsiteX187" fmla="*/ 1509427 w 1647825"/>
                <a:gd name="connsiteY187" fmla="*/ 407098 h 857250"/>
                <a:gd name="connsiteX188" fmla="*/ 1508474 w 1647825"/>
                <a:gd name="connsiteY188" fmla="*/ 409765 h 857250"/>
                <a:gd name="connsiteX189" fmla="*/ 1507712 w 1647825"/>
                <a:gd name="connsiteY189" fmla="*/ 413480 h 857250"/>
                <a:gd name="connsiteX190" fmla="*/ 1507712 w 1647825"/>
                <a:gd name="connsiteY190" fmla="*/ 415004 h 857250"/>
                <a:gd name="connsiteX191" fmla="*/ 1507903 w 1647825"/>
                <a:gd name="connsiteY191" fmla="*/ 416147 h 857250"/>
                <a:gd name="connsiteX192" fmla="*/ 1508189 w 1647825"/>
                <a:gd name="connsiteY192" fmla="*/ 416814 h 857250"/>
                <a:gd name="connsiteX193" fmla="*/ 1508570 w 1647825"/>
                <a:gd name="connsiteY193" fmla="*/ 417195 h 857250"/>
                <a:gd name="connsiteX194" fmla="*/ 1508951 w 1647825"/>
                <a:gd name="connsiteY194" fmla="*/ 417290 h 857250"/>
                <a:gd name="connsiteX195" fmla="*/ 1509522 w 1647825"/>
                <a:gd name="connsiteY195" fmla="*/ 417385 h 857250"/>
                <a:gd name="connsiteX196" fmla="*/ 1510094 w 1647825"/>
                <a:gd name="connsiteY196" fmla="*/ 417576 h 857250"/>
                <a:gd name="connsiteX197" fmla="*/ 1510284 w 1647825"/>
                <a:gd name="connsiteY197" fmla="*/ 418243 h 857250"/>
                <a:gd name="connsiteX198" fmla="*/ 1509998 w 1647825"/>
                <a:gd name="connsiteY198" fmla="*/ 419481 h 857250"/>
                <a:gd name="connsiteX199" fmla="*/ 1508570 w 1647825"/>
                <a:gd name="connsiteY199" fmla="*/ 421767 h 857250"/>
                <a:gd name="connsiteX200" fmla="*/ 1507331 w 1647825"/>
                <a:gd name="connsiteY200" fmla="*/ 422719 h 857250"/>
                <a:gd name="connsiteX201" fmla="*/ 1506188 w 1647825"/>
                <a:gd name="connsiteY201" fmla="*/ 423005 h 857250"/>
                <a:gd name="connsiteX202" fmla="*/ 1504093 w 1647825"/>
                <a:gd name="connsiteY202" fmla="*/ 422529 h 857250"/>
                <a:gd name="connsiteX203" fmla="*/ 1502855 w 1647825"/>
                <a:gd name="connsiteY203" fmla="*/ 422815 h 857250"/>
                <a:gd name="connsiteX204" fmla="*/ 1502474 w 1647825"/>
                <a:gd name="connsiteY204" fmla="*/ 423481 h 857250"/>
                <a:gd name="connsiteX205" fmla="*/ 1502188 w 1647825"/>
                <a:gd name="connsiteY205" fmla="*/ 425672 h 857250"/>
                <a:gd name="connsiteX206" fmla="*/ 1500854 w 1647825"/>
                <a:gd name="connsiteY206" fmla="*/ 427006 h 857250"/>
                <a:gd name="connsiteX207" fmla="*/ 1499616 w 1647825"/>
                <a:gd name="connsiteY207" fmla="*/ 427672 h 857250"/>
                <a:gd name="connsiteX208" fmla="*/ 1498092 w 1647825"/>
                <a:gd name="connsiteY208" fmla="*/ 428054 h 857250"/>
                <a:gd name="connsiteX209" fmla="*/ 1494758 w 1647825"/>
                <a:gd name="connsiteY209" fmla="*/ 427768 h 857250"/>
                <a:gd name="connsiteX210" fmla="*/ 1489615 w 1647825"/>
                <a:gd name="connsiteY210" fmla="*/ 426720 h 857250"/>
                <a:gd name="connsiteX211" fmla="*/ 1488186 w 1647825"/>
                <a:gd name="connsiteY211" fmla="*/ 426910 h 857250"/>
                <a:gd name="connsiteX212" fmla="*/ 1486757 w 1647825"/>
                <a:gd name="connsiteY212" fmla="*/ 427292 h 857250"/>
                <a:gd name="connsiteX213" fmla="*/ 1482852 w 1647825"/>
                <a:gd name="connsiteY213" fmla="*/ 429387 h 857250"/>
                <a:gd name="connsiteX214" fmla="*/ 1481328 w 1647825"/>
                <a:gd name="connsiteY214" fmla="*/ 429863 h 857250"/>
                <a:gd name="connsiteX215" fmla="*/ 1480376 w 1647825"/>
                <a:gd name="connsiteY215" fmla="*/ 429768 h 857250"/>
                <a:gd name="connsiteX216" fmla="*/ 1479233 w 1647825"/>
                <a:gd name="connsiteY216" fmla="*/ 429482 h 857250"/>
                <a:gd name="connsiteX217" fmla="*/ 1477899 w 1647825"/>
                <a:gd name="connsiteY217" fmla="*/ 429482 h 857250"/>
                <a:gd name="connsiteX218" fmla="*/ 1476470 w 1647825"/>
                <a:gd name="connsiteY218" fmla="*/ 429768 h 857250"/>
                <a:gd name="connsiteX219" fmla="*/ 1472470 w 1647825"/>
                <a:gd name="connsiteY219" fmla="*/ 431483 h 857250"/>
                <a:gd name="connsiteX220" fmla="*/ 1471041 w 1647825"/>
                <a:gd name="connsiteY220" fmla="*/ 431578 h 857250"/>
                <a:gd name="connsiteX221" fmla="*/ 1468469 w 1647825"/>
                <a:gd name="connsiteY221" fmla="*/ 431387 h 857250"/>
                <a:gd name="connsiteX222" fmla="*/ 1467231 w 1647825"/>
                <a:gd name="connsiteY222" fmla="*/ 431863 h 857250"/>
                <a:gd name="connsiteX223" fmla="*/ 1466850 w 1647825"/>
                <a:gd name="connsiteY223" fmla="*/ 432625 h 857250"/>
                <a:gd name="connsiteX224" fmla="*/ 1467041 w 1647825"/>
                <a:gd name="connsiteY224" fmla="*/ 433483 h 857250"/>
                <a:gd name="connsiteX225" fmla="*/ 1467707 w 1647825"/>
                <a:gd name="connsiteY225" fmla="*/ 434340 h 857250"/>
                <a:gd name="connsiteX226" fmla="*/ 1471136 w 1647825"/>
                <a:gd name="connsiteY226" fmla="*/ 437293 h 857250"/>
                <a:gd name="connsiteX227" fmla="*/ 1471327 w 1647825"/>
                <a:gd name="connsiteY227" fmla="*/ 438531 h 857250"/>
                <a:gd name="connsiteX228" fmla="*/ 1470946 w 1647825"/>
                <a:gd name="connsiteY228" fmla="*/ 440150 h 857250"/>
                <a:gd name="connsiteX229" fmla="*/ 1469327 w 1647825"/>
                <a:gd name="connsiteY229" fmla="*/ 442531 h 857250"/>
                <a:gd name="connsiteX230" fmla="*/ 1468374 w 1647825"/>
                <a:gd name="connsiteY230" fmla="*/ 444055 h 857250"/>
                <a:gd name="connsiteX231" fmla="*/ 1468088 w 1647825"/>
                <a:gd name="connsiteY231" fmla="*/ 445389 h 857250"/>
                <a:gd name="connsiteX232" fmla="*/ 1468374 w 1647825"/>
                <a:gd name="connsiteY232" fmla="*/ 446532 h 857250"/>
                <a:gd name="connsiteX233" fmla="*/ 1469041 w 1647825"/>
                <a:gd name="connsiteY233" fmla="*/ 447770 h 857250"/>
                <a:gd name="connsiteX234" fmla="*/ 1470660 w 1647825"/>
                <a:gd name="connsiteY234" fmla="*/ 450151 h 857250"/>
                <a:gd name="connsiteX235" fmla="*/ 1471422 w 1647825"/>
                <a:gd name="connsiteY235" fmla="*/ 451771 h 857250"/>
                <a:gd name="connsiteX236" fmla="*/ 1471898 w 1647825"/>
                <a:gd name="connsiteY236" fmla="*/ 453485 h 857250"/>
                <a:gd name="connsiteX237" fmla="*/ 1471803 w 1647825"/>
                <a:gd name="connsiteY237" fmla="*/ 455581 h 857250"/>
                <a:gd name="connsiteX238" fmla="*/ 1470565 w 1647825"/>
                <a:gd name="connsiteY238" fmla="*/ 457771 h 857250"/>
                <a:gd name="connsiteX239" fmla="*/ 1469327 w 1647825"/>
                <a:gd name="connsiteY239" fmla="*/ 458819 h 857250"/>
                <a:gd name="connsiteX240" fmla="*/ 1468088 w 1647825"/>
                <a:gd name="connsiteY240" fmla="*/ 459105 h 857250"/>
                <a:gd name="connsiteX241" fmla="*/ 1467136 w 1647825"/>
                <a:gd name="connsiteY241" fmla="*/ 458914 h 857250"/>
                <a:gd name="connsiteX242" fmla="*/ 1465040 w 1647825"/>
                <a:gd name="connsiteY242" fmla="*/ 457867 h 857250"/>
                <a:gd name="connsiteX243" fmla="*/ 1461326 w 1647825"/>
                <a:gd name="connsiteY243" fmla="*/ 455009 h 857250"/>
                <a:gd name="connsiteX244" fmla="*/ 1460183 w 1647825"/>
                <a:gd name="connsiteY244" fmla="*/ 454628 h 857250"/>
                <a:gd name="connsiteX245" fmla="*/ 1459135 w 1647825"/>
                <a:gd name="connsiteY245" fmla="*/ 454533 h 857250"/>
                <a:gd name="connsiteX246" fmla="*/ 1456373 w 1647825"/>
                <a:gd name="connsiteY246" fmla="*/ 453962 h 857250"/>
                <a:gd name="connsiteX247" fmla="*/ 1453039 w 1647825"/>
                <a:gd name="connsiteY247" fmla="*/ 453580 h 857250"/>
                <a:gd name="connsiteX248" fmla="*/ 1446848 w 1647825"/>
                <a:gd name="connsiteY248" fmla="*/ 451961 h 857250"/>
                <a:gd name="connsiteX249" fmla="*/ 1445419 w 1647825"/>
                <a:gd name="connsiteY249" fmla="*/ 451294 h 857250"/>
                <a:gd name="connsiteX250" fmla="*/ 1442942 w 1647825"/>
                <a:gd name="connsiteY250" fmla="*/ 449866 h 857250"/>
                <a:gd name="connsiteX251" fmla="*/ 1441323 w 1647825"/>
                <a:gd name="connsiteY251" fmla="*/ 448532 h 857250"/>
                <a:gd name="connsiteX252" fmla="*/ 1438847 w 1647825"/>
                <a:gd name="connsiteY252" fmla="*/ 445960 h 857250"/>
                <a:gd name="connsiteX253" fmla="*/ 1434751 w 1647825"/>
                <a:gd name="connsiteY253" fmla="*/ 439102 h 857250"/>
                <a:gd name="connsiteX254" fmla="*/ 1432846 w 1647825"/>
                <a:gd name="connsiteY254" fmla="*/ 437674 h 857250"/>
                <a:gd name="connsiteX255" fmla="*/ 1430465 w 1647825"/>
                <a:gd name="connsiteY255" fmla="*/ 437388 h 857250"/>
                <a:gd name="connsiteX256" fmla="*/ 1425988 w 1647825"/>
                <a:gd name="connsiteY256" fmla="*/ 438912 h 857250"/>
                <a:gd name="connsiteX257" fmla="*/ 1423988 w 1647825"/>
                <a:gd name="connsiteY257" fmla="*/ 439960 h 857250"/>
                <a:gd name="connsiteX258" fmla="*/ 1422845 w 1647825"/>
                <a:gd name="connsiteY258" fmla="*/ 441008 h 857250"/>
                <a:gd name="connsiteX259" fmla="*/ 1422749 w 1647825"/>
                <a:gd name="connsiteY259" fmla="*/ 441484 h 857250"/>
                <a:gd name="connsiteX260" fmla="*/ 1422368 w 1647825"/>
                <a:gd name="connsiteY260" fmla="*/ 442531 h 857250"/>
                <a:gd name="connsiteX261" fmla="*/ 1421702 w 1647825"/>
                <a:gd name="connsiteY261" fmla="*/ 443675 h 857250"/>
                <a:gd name="connsiteX262" fmla="*/ 1419797 w 1647825"/>
                <a:gd name="connsiteY262" fmla="*/ 445865 h 857250"/>
                <a:gd name="connsiteX263" fmla="*/ 1419511 w 1647825"/>
                <a:gd name="connsiteY263" fmla="*/ 447961 h 857250"/>
                <a:gd name="connsiteX264" fmla="*/ 1420082 w 1647825"/>
                <a:gd name="connsiteY264" fmla="*/ 449485 h 857250"/>
                <a:gd name="connsiteX265" fmla="*/ 1421321 w 1647825"/>
                <a:gd name="connsiteY265" fmla="*/ 450628 h 857250"/>
                <a:gd name="connsiteX266" fmla="*/ 1424273 w 1647825"/>
                <a:gd name="connsiteY266" fmla="*/ 452628 h 857250"/>
                <a:gd name="connsiteX267" fmla="*/ 1425226 w 1647825"/>
                <a:gd name="connsiteY267" fmla="*/ 453676 h 857250"/>
                <a:gd name="connsiteX268" fmla="*/ 1426083 w 1647825"/>
                <a:gd name="connsiteY268" fmla="*/ 455105 h 857250"/>
                <a:gd name="connsiteX269" fmla="*/ 1426559 w 1647825"/>
                <a:gd name="connsiteY269" fmla="*/ 456819 h 857250"/>
                <a:gd name="connsiteX270" fmla="*/ 1426845 w 1647825"/>
                <a:gd name="connsiteY270" fmla="*/ 458724 h 857250"/>
                <a:gd name="connsiteX271" fmla="*/ 1426655 w 1647825"/>
                <a:gd name="connsiteY271" fmla="*/ 460153 h 857250"/>
                <a:gd name="connsiteX272" fmla="*/ 1426274 w 1647825"/>
                <a:gd name="connsiteY272" fmla="*/ 461867 h 857250"/>
                <a:gd name="connsiteX273" fmla="*/ 1425797 w 1647825"/>
                <a:gd name="connsiteY273" fmla="*/ 463201 h 857250"/>
                <a:gd name="connsiteX274" fmla="*/ 1425512 w 1647825"/>
                <a:gd name="connsiteY274" fmla="*/ 464439 h 857250"/>
                <a:gd name="connsiteX275" fmla="*/ 1425416 w 1647825"/>
                <a:gd name="connsiteY275" fmla="*/ 465677 h 857250"/>
                <a:gd name="connsiteX276" fmla="*/ 1425512 w 1647825"/>
                <a:gd name="connsiteY276" fmla="*/ 466439 h 857250"/>
                <a:gd name="connsiteX277" fmla="*/ 1425797 w 1647825"/>
                <a:gd name="connsiteY277" fmla="*/ 467106 h 857250"/>
                <a:gd name="connsiteX278" fmla="*/ 1426750 w 1647825"/>
                <a:gd name="connsiteY278" fmla="*/ 467963 h 857250"/>
                <a:gd name="connsiteX279" fmla="*/ 1427131 w 1647825"/>
                <a:gd name="connsiteY279" fmla="*/ 468439 h 857250"/>
                <a:gd name="connsiteX280" fmla="*/ 1427036 w 1647825"/>
                <a:gd name="connsiteY280" fmla="*/ 469201 h 857250"/>
                <a:gd name="connsiteX281" fmla="*/ 1426559 w 1647825"/>
                <a:gd name="connsiteY281" fmla="*/ 470249 h 857250"/>
                <a:gd name="connsiteX282" fmla="*/ 1425035 w 1647825"/>
                <a:gd name="connsiteY282" fmla="*/ 471964 h 857250"/>
                <a:gd name="connsiteX283" fmla="*/ 1423702 w 1647825"/>
                <a:gd name="connsiteY283" fmla="*/ 472440 h 857250"/>
                <a:gd name="connsiteX284" fmla="*/ 1422368 w 1647825"/>
                <a:gd name="connsiteY284" fmla="*/ 472154 h 857250"/>
                <a:gd name="connsiteX285" fmla="*/ 1421606 w 1647825"/>
                <a:gd name="connsiteY285" fmla="*/ 471202 h 857250"/>
                <a:gd name="connsiteX286" fmla="*/ 1421035 w 1647825"/>
                <a:gd name="connsiteY286" fmla="*/ 469963 h 857250"/>
                <a:gd name="connsiteX287" fmla="*/ 1420654 w 1647825"/>
                <a:gd name="connsiteY287" fmla="*/ 468630 h 857250"/>
                <a:gd name="connsiteX288" fmla="*/ 1420178 w 1647825"/>
                <a:gd name="connsiteY288" fmla="*/ 467582 h 857250"/>
                <a:gd name="connsiteX289" fmla="*/ 1418844 w 1647825"/>
                <a:gd name="connsiteY289" fmla="*/ 465677 h 857250"/>
                <a:gd name="connsiteX290" fmla="*/ 1418177 w 1647825"/>
                <a:gd name="connsiteY290" fmla="*/ 464344 h 857250"/>
                <a:gd name="connsiteX291" fmla="*/ 1417987 w 1647825"/>
                <a:gd name="connsiteY291" fmla="*/ 462915 h 857250"/>
                <a:gd name="connsiteX292" fmla="*/ 1417892 w 1647825"/>
                <a:gd name="connsiteY292" fmla="*/ 461200 h 857250"/>
                <a:gd name="connsiteX293" fmla="*/ 1417606 w 1647825"/>
                <a:gd name="connsiteY293" fmla="*/ 459486 h 857250"/>
                <a:gd name="connsiteX294" fmla="*/ 1416844 w 1647825"/>
                <a:gd name="connsiteY294" fmla="*/ 458057 h 857250"/>
                <a:gd name="connsiteX295" fmla="*/ 1415796 w 1647825"/>
                <a:gd name="connsiteY295" fmla="*/ 456914 h 857250"/>
                <a:gd name="connsiteX296" fmla="*/ 1414463 w 1647825"/>
                <a:gd name="connsiteY296" fmla="*/ 456152 h 857250"/>
                <a:gd name="connsiteX297" fmla="*/ 1413224 w 1647825"/>
                <a:gd name="connsiteY297" fmla="*/ 455676 h 857250"/>
                <a:gd name="connsiteX298" fmla="*/ 1411891 w 1647825"/>
                <a:gd name="connsiteY298" fmla="*/ 455581 h 857250"/>
                <a:gd name="connsiteX299" fmla="*/ 1410462 w 1647825"/>
                <a:gd name="connsiteY299" fmla="*/ 455581 h 857250"/>
                <a:gd name="connsiteX300" fmla="*/ 1404461 w 1647825"/>
                <a:gd name="connsiteY300" fmla="*/ 456533 h 857250"/>
                <a:gd name="connsiteX301" fmla="*/ 1400175 w 1647825"/>
                <a:gd name="connsiteY301" fmla="*/ 456438 h 857250"/>
                <a:gd name="connsiteX302" fmla="*/ 1396175 w 1647825"/>
                <a:gd name="connsiteY302" fmla="*/ 455676 h 857250"/>
                <a:gd name="connsiteX303" fmla="*/ 1394936 w 1647825"/>
                <a:gd name="connsiteY303" fmla="*/ 455867 h 857250"/>
                <a:gd name="connsiteX304" fmla="*/ 1393793 w 1647825"/>
                <a:gd name="connsiteY304" fmla="*/ 456343 h 857250"/>
                <a:gd name="connsiteX305" fmla="*/ 1392174 w 1647825"/>
                <a:gd name="connsiteY305" fmla="*/ 457295 h 857250"/>
                <a:gd name="connsiteX306" fmla="*/ 1391031 w 1647825"/>
                <a:gd name="connsiteY306" fmla="*/ 457486 h 857250"/>
                <a:gd name="connsiteX307" fmla="*/ 1390174 w 1647825"/>
                <a:gd name="connsiteY307" fmla="*/ 457200 h 857250"/>
                <a:gd name="connsiteX308" fmla="*/ 1389507 w 1647825"/>
                <a:gd name="connsiteY308" fmla="*/ 456343 h 857250"/>
                <a:gd name="connsiteX309" fmla="*/ 1388555 w 1647825"/>
                <a:gd name="connsiteY309" fmla="*/ 454723 h 857250"/>
                <a:gd name="connsiteX310" fmla="*/ 1387507 w 1647825"/>
                <a:gd name="connsiteY310" fmla="*/ 453485 h 857250"/>
                <a:gd name="connsiteX311" fmla="*/ 1386269 w 1647825"/>
                <a:gd name="connsiteY311" fmla="*/ 452628 h 857250"/>
                <a:gd name="connsiteX312" fmla="*/ 1379887 w 1647825"/>
                <a:gd name="connsiteY312" fmla="*/ 451390 h 857250"/>
                <a:gd name="connsiteX313" fmla="*/ 1378077 w 1647825"/>
                <a:gd name="connsiteY313" fmla="*/ 451199 h 857250"/>
                <a:gd name="connsiteX314" fmla="*/ 1375696 w 1647825"/>
                <a:gd name="connsiteY314" fmla="*/ 451199 h 857250"/>
                <a:gd name="connsiteX315" fmla="*/ 1372838 w 1647825"/>
                <a:gd name="connsiteY315" fmla="*/ 451771 h 857250"/>
                <a:gd name="connsiteX316" fmla="*/ 1370362 w 1647825"/>
                <a:gd name="connsiteY316" fmla="*/ 452723 h 857250"/>
                <a:gd name="connsiteX317" fmla="*/ 1368838 w 1647825"/>
                <a:gd name="connsiteY317" fmla="*/ 453104 h 857250"/>
                <a:gd name="connsiteX318" fmla="*/ 1368076 w 1647825"/>
                <a:gd name="connsiteY318" fmla="*/ 453104 h 857250"/>
                <a:gd name="connsiteX319" fmla="*/ 1367219 w 1647825"/>
                <a:gd name="connsiteY319" fmla="*/ 452628 h 857250"/>
                <a:gd name="connsiteX320" fmla="*/ 1364742 w 1647825"/>
                <a:gd name="connsiteY320" fmla="*/ 450056 h 857250"/>
                <a:gd name="connsiteX321" fmla="*/ 1361789 w 1647825"/>
                <a:gd name="connsiteY321" fmla="*/ 447770 h 857250"/>
                <a:gd name="connsiteX322" fmla="*/ 1360837 w 1647825"/>
                <a:gd name="connsiteY322" fmla="*/ 446627 h 857250"/>
                <a:gd name="connsiteX323" fmla="*/ 1360170 w 1647825"/>
                <a:gd name="connsiteY323" fmla="*/ 445294 h 857250"/>
                <a:gd name="connsiteX324" fmla="*/ 1359789 w 1647825"/>
                <a:gd name="connsiteY324" fmla="*/ 443960 h 857250"/>
                <a:gd name="connsiteX325" fmla="*/ 1359503 w 1647825"/>
                <a:gd name="connsiteY325" fmla="*/ 439388 h 857250"/>
                <a:gd name="connsiteX326" fmla="*/ 1359027 w 1647825"/>
                <a:gd name="connsiteY326" fmla="*/ 437864 h 857250"/>
                <a:gd name="connsiteX327" fmla="*/ 1356646 w 1647825"/>
                <a:gd name="connsiteY327" fmla="*/ 433197 h 857250"/>
                <a:gd name="connsiteX328" fmla="*/ 1356455 w 1647825"/>
                <a:gd name="connsiteY328" fmla="*/ 431959 h 857250"/>
                <a:gd name="connsiteX329" fmla="*/ 1356741 w 1647825"/>
                <a:gd name="connsiteY329" fmla="*/ 430816 h 857250"/>
                <a:gd name="connsiteX330" fmla="*/ 1357217 w 1647825"/>
                <a:gd name="connsiteY330" fmla="*/ 429863 h 857250"/>
                <a:gd name="connsiteX331" fmla="*/ 1358075 w 1647825"/>
                <a:gd name="connsiteY331" fmla="*/ 429006 h 857250"/>
                <a:gd name="connsiteX332" fmla="*/ 1358456 w 1647825"/>
                <a:gd name="connsiteY332" fmla="*/ 428815 h 857250"/>
                <a:gd name="connsiteX333" fmla="*/ 1361313 w 1647825"/>
                <a:gd name="connsiteY333" fmla="*/ 428149 h 857250"/>
                <a:gd name="connsiteX334" fmla="*/ 1361980 w 1647825"/>
                <a:gd name="connsiteY334" fmla="*/ 427672 h 857250"/>
                <a:gd name="connsiteX335" fmla="*/ 1362266 w 1647825"/>
                <a:gd name="connsiteY335" fmla="*/ 427196 h 857250"/>
                <a:gd name="connsiteX336" fmla="*/ 1362075 w 1647825"/>
                <a:gd name="connsiteY336" fmla="*/ 426625 h 857250"/>
                <a:gd name="connsiteX337" fmla="*/ 1361694 w 1647825"/>
                <a:gd name="connsiteY337" fmla="*/ 426053 h 857250"/>
                <a:gd name="connsiteX338" fmla="*/ 1361218 w 1647825"/>
                <a:gd name="connsiteY338" fmla="*/ 425482 h 857250"/>
                <a:gd name="connsiteX339" fmla="*/ 1360837 w 1647825"/>
                <a:gd name="connsiteY339" fmla="*/ 424815 h 857250"/>
                <a:gd name="connsiteX340" fmla="*/ 1360837 w 1647825"/>
                <a:gd name="connsiteY340" fmla="*/ 424053 h 857250"/>
                <a:gd name="connsiteX341" fmla="*/ 1361313 w 1647825"/>
                <a:gd name="connsiteY341" fmla="*/ 423196 h 857250"/>
                <a:gd name="connsiteX342" fmla="*/ 1362075 w 1647825"/>
                <a:gd name="connsiteY342" fmla="*/ 422053 h 857250"/>
                <a:gd name="connsiteX343" fmla="*/ 1362361 w 1647825"/>
                <a:gd name="connsiteY343" fmla="*/ 421005 h 857250"/>
                <a:gd name="connsiteX344" fmla="*/ 1362266 w 1647825"/>
                <a:gd name="connsiteY344" fmla="*/ 420052 h 857250"/>
                <a:gd name="connsiteX345" fmla="*/ 1361789 w 1647825"/>
                <a:gd name="connsiteY345" fmla="*/ 419100 h 857250"/>
                <a:gd name="connsiteX346" fmla="*/ 1361313 w 1647825"/>
                <a:gd name="connsiteY346" fmla="*/ 418243 h 857250"/>
                <a:gd name="connsiteX347" fmla="*/ 1360932 w 1647825"/>
                <a:gd name="connsiteY347" fmla="*/ 417290 h 857250"/>
                <a:gd name="connsiteX348" fmla="*/ 1360646 w 1647825"/>
                <a:gd name="connsiteY348" fmla="*/ 414718 h 857250"/>
                <a:gd name="connsiteX349" fmla="*/ 1359980 w 1647825"/>
                <a:gd name="connsiteY349" fmla="*/ 413671 h 857250"/>
                <a:gd name="connsiteX350" fmla="*/ 1358837 w 1647825"/>
                <a:gd name="connsiteY350" fmla="*/ 412909 h 857250"/>
                <a:gd name="connsiteX351" fmla="*/ 1355027 w 1647825"/>
                <a:gd name="connsiteY351" fmla="*/ 412147 h 857250"/>
                <a:gd name="connsiteX352" fmla="*/ 1353693 w 1647825"/>
                <a:gd name="connsiteY352" fmla="*/ 411575 h 857250"/>
                <a:gd name="connsiteX353" fmla="*/ 1352836 w 1647825"/>
                <a:gd name="connsiteY353" fmla="*/ 410909 h 857250"/>
                <a:gd name="connsiteX354" fmla="*/ 1352074 w 1647825"/>
                <a:gd name="connsiteY354" fmla="*/ 409956 h 857250"/>
                <a:gd name="connsiteX355" fmla="*/ 1351121 w 1647825"/>
                <a:gd name="connsiteY355" fmla="*/ 407765 h 857250"/>
                <a:gd name="connsiteX356" fmla="*/ 1350550 w 1647825"/>
                <a:gd name="connsiteY356" fmla="*/ 406813 h 857250"/>
                <a:gd name="connsiteX357" fmla="*/ 1349883 w 1647825"/>
                <a:gd name="connsiteY357" fmla="*/ 406241 h 857250"/>
                <a:gd name="connsiteX358" fmla="*/ 1349026 w 1647825"/>
                <a:gd name="connsiteY358" fmla="*/ 405955 h 857250"/>
                <a:gd name="connsiteX359" fmla="*/ 1337596 w 1647825"/>
                <a:gd name="connsiteY359" fmla="*/ 405670 h 857250"/>
                <a:gd name="connsiteX360" fmla="*/ 1334548 w 1647825"/>
                <a:gd name="connsiteY360" fmla="*/ 405003 h 857250"/>
                <a:gd name="connsiteX361" fmla="*/ 1333214 w 1647825"/>
                <a:gd name="connsiteY361" fmla="*/ 404336 h 857250"/>
                <a:gd name="connsiteX362" fmla="*/ 1328357 w 1647825"/>
                <a:gd name="connsiteY362" fmla="*/ 400145 h 857250"/>
                <a:gd name="connsiteX363" fmla="*/ 1325785 w 1647825"/>
                <a:gd name="connsiteY363" fmla="*/ 398907 h 857250"/>
                <a:gd name="connsiteX364" fmla="*/ 1324832 w 1647825"/>
                <a:gd name="connsiteY364" fmla="*/ 398050 h 857250"/>
                <a:gd name="connsiteX365" fmla="*/ 1324642 w 1647825"/>
                <a:gd name="connsiteY365" fmla="*/ 397669 h 857250"/>
                <a:gd name="connsiteX366" fmla="*/ 1324451 w 1647825"/>
                <a:gd name="connsiteY366" fmla="*/ 397192 h 857250"/>
                <a:gd name="connsiteX367" fmla="*/ 1324166 w 1647825"/>
                <a:gd name="connsiteY367" fmla="*/ 396240 h 857250"/>
                <a:gd name="connsiteX368" fmla="*/ 1323975 w 1647825"/>
                <a:gd name="connsiteY368" fmla="*/ 395097 h 857250"/>
                <a:gd name="connsiteX369" fmla="*/ 1323404 w 1647825"/>
                <a:gd name="connsiteY369" fmla="*/ 388620 h 857250"/>
                <a:gd name="connsiteX370" fmla="*/ 1323213 w 1647825"/>
                <a:gd name="connsiteY370" fmla="*/ 387763 h 857250"/>
                <a:gd name="connsiteX371" fmla="*/ 1322832 w 1647825"/>
                <a:gd name="connsiteY371" fmla="*/ 386810 h 857250"/>
                <a:gd name="connsiteX372" fmla="*/ 1322261 w 1647825"/>
                <a:gd name="connsiteY372" fmla="*/ 386048 h 857250"/>
                <a:gd name="connsiteX373" fmla="*/ 1321499 w 1647825"/>
                <a:gd name="connsiteY373" fmla="*/ 385381 h 857250"/>
                <a:gd name="connsiteX374" fmla="*/ 1316450 w 1647825"/>
                <a:gd name="connsiteY374" fmla="*/ 381857 h 857250"/>
                <a:gd name="connsiteX375" fmla="*/ 1308735 w 1647825"/>
                <a:gd name="connsiteY375" fmla="*/ 378523 h 857250"/>
                <a:gd name="connsiteX376" fmla="*/ 1307878 w 1647825"/>
                <a:gd name="connsiteY376" fmla="*/ 377857 h 857250"/>
                <a:gd name="connsiteX377" fmla="*/ 1307402 w 1647825"/>
                <a:gd name="connsiteY377" fmla="*/ 376904 h 857250"/>
                <a:gd name="connsiteX378" fmla="*/ 1306735 w 1647825"/>
                <a:gd name="connsiteY378" fmla="*/ 374142 h 857250"/>
                <a:gd name="connsiteX379" fmla="*/ 1306068 w 1647825"/>
                <a:gd name="connsiteY379" fmla="*/ 373094 h 857250"/>
                <a:gd name="connsiteX380" fmla="*/ 1305116 w 1647825"/>
                <a:gd name="connsiteY380" fmla="*/ 372427 h 857250"/>
                <a:gd name="connsiteX381" fmla="*/ 1303115 w 1647825"/>
                <a:gd name="connsiteY381" fmla="*/ 371284 h 857250"/>
                <a:gd name="connsiteX382" fmla="*/ 1302067 w 1647825"/>
                <a:gd name="connsiteY382" fmla="*/ 370522 h 857250"/>
                <a:gd name="connsiteX383" fmla="*/ 1301020 w 1647825"/>
                <a:gd name="connsiteY383" fmla="*/ 369380 h 857250"/>
                <a:gd name="connsiteX384" fmla="*/ 1298543 w 1647825"/>
                <a:gd name="connsiteY384" fmla="*/ 366236 h 857250"/>
                <a:gd name="connsiteX385" fmla="*/ 1297496 w 1647825"/>
                <a:gd name="connsiteY385" fmla="*/ 365569 h 857250"/>
                <a:gd name="connsiteX386" fmla="*/ 1296353 w 1647825"/>
                <a:gd name="connsiteY386" fmla="*/ 365284 h 857250"/>
                <a:gd name="connsiteX387" fmla="*/ 1294924 w 1647825"/>
                <a:gd name="connsiteY387" fmla="*/ 365665 h 857250"/>
                <a:gd name="connsiteX388" fmla="*/ 1293781 w 1647825"/>
                <a:gd name="connsiteY388" fmla="*/ 366427 h 857250"/>
                <a:gd name="connsiteX389" fmla="*/ 1291304 w 1647825"/>
                <a:gd name="connsiteY389" fmla="*/ 368617 h 857250"/>
                <a:gd name="connsiteX390" fmla="*/ 1289971 w 1647825"/>
                <a:gd name="connsiteY390" fmla="*/ 369475 h 857250"/>
                <a:gd name="connsiteX391" fmla="*/ 1288637 w 1647825"/>
                <a:gd name="connsiteY391" fmla="*/ 370142 h 857250"/>
                <a:gd name="connsiteX392" fmla="*/ 1284446 w 1647825"/>
                <a:gd name="connsiteY392" fmla="*/ 371380 h 857250"/>
                <a:gd name="connsiteX393" fmla="*/ 1283399 w 1647825"/>
                <a:gd name="connsiteY393" fmla="*/ 372046 h 857250"/>
                <a:gd name="connsiteX394" fmla="*/ 1282446 w 1647825"/>
                <a:gd name="connsiteY394" fmla="*/ 372809 h 857250"/>
                <a:gd name="connsiteX395" fmla="*/ 1281208 w 1647825"/>
                <a:gd name="connsiteY395" fmla="*/ 373285 h 857250"/>
                <a:gd name="connsiteX396" fmla="*/ 1280160 w 1647825"/>
                <a:gd name="connsiteY396" fmla="*/ 372904 h 857250"/>
                <a:gd name="connsiteX397" fmla="*/ 1278827 w 1647825"/>
                <a:gd name="connsiteY397" fmla="*/ 371094 h 857250"/>
                <a:gd name="connsiteX398" fmla="*/ 1277969 w 1647825"/>
                <a:gd name="connsiteY398" fmla="*/ 370713 h 857250"/>
                <a:gd name="connsiteX399" fmla="*/ 1276922 w 1647825"/>
                <a:gd name="connsiteY399" fmla="*/ 371094 h 857250"/>
                <a:gd name="connsiteX400" fmla="*/ 1276445 w 1647825"/>
                <a:gd name="connsiteY400" fmla="*/ 371856 h 857250"/>
                <a:gd name="connsiteX401" fmla="*/ 1276255 w 1647825"/>
                <a:gd name="connsiteY401" fmla="*/ 372713 h 857250"/>
                <a:gd name="connsiteX402" fmla="*/ 1276160 w 1647825"/>
                <a:gd name="connsiteY402" fmla="*/ 374237 h 857250"/>
                <a:gd name="connsiteX403" fmla="*/ 1275969 w 1647825"/>
                <a:gd name="connsiteY403" fmla="*/ 375761 h 857250"/>
                <a:gd name="connsiteX404" fmla="*/ 1275112 w 1647825"/>
                <a:gd name="connsiteY404" fmla="*/ 377190 h 857250"/>
                <a:gd name="connsiteX405" fmla="*/ 1273683 w 1647825"/>
                <a:gd name="connsiteY405" fmla="*/ 378047 h 857250"/>
                <a:gd name="connsiteX406" fmla="*/ 1265015 w 1647825"/>
                <a:gd name="connsiteY406" fmla="*/ 379095 h 857250"/>
                <a:gd name="connsiteX407" fmla="*/ 1262634 w 1647825"/>
                <a:gd name="connsiteY407" fmla="*/ 379762 h 857250"/>
                <a:gd name="connsiteX408" fmla="*/ 1261205 w 1647825"/>
                <a:gd name="connsiteY408" fmla="*/ 380905 h 857250"/>
                <a:gd name="connsiteX409" fmla="*/ 1260634 w 1647825"/>
                <a:gd name="connsiteY409" fmla="*/ 381571 h 857250"/>
                <a:gd name="connsiteX410" fmla="*/ 1260443 w 1647825"/>
                <a:gd name="connsiteY410" fmla="*/ 381952 h 857250"/>
                <a:gd name="connsiteX411" fmla="*/ 1260158 w 1647825"/>
                <a:gd name="connsiteY411" fmla="*/ 382334 h 857250"/>
                <a:gd name="connsiteX412" fmla="*/ 1259110 w 1647825"/>
                <a:gd name="connsiteY412" fmla="*/ 383000 h 857250"/>
                <a:gd name="connsiteX413" fmla="*/ 1257205 w 1647825"/>
                <a:gd name="connsiteY413" fmla="*/ 383953 h 857250"/>
                <a:gd name="connsiteX414" fmla="*/ 1248728 w 1647825"/>
                <a:gd name="connsiteY414" fmla="*/ 383667 h 857250"/>
                <a:gd name="connsiteX415" fmla="*/ 1244632 w 1647825"/>
                <a:gd name="connsiteY415" fmla="*/ 382143 h 857250"/>
                <a:gd name="connsiteX416" fmla="*/ 1242822 w 1647825"/>
                <a:gd name="connsiteY416" fmla="*/ 381000 h 857250"/>
                <a:gd name="connsiteX417" fmla="*/ 1242060 w 1647825"/>
                <a:gd name="connsiteY417" fmla="*/ 381095 h 857250"/>
                <a:gd name="connsiteX418" fmla="*/ 1241203 w 1647825"/>
                <a:gd name="connsiteY418" fmla="*/ 381571 h 857250"/>
                <a:gd name="connsiteX419" fmla="*/ 1240917 w 1647825"/>
                <a:gd name="connsiteY419" fmla="*/ 381762 h 857250"/>
                <a:gd name="connsiteX420" fmla="*/ 1240536 w 1647825"/>
                <a:gd name="connsiteY420" fmla="*/ 381952 h 857250"/>
                <a:gd name="connsiteX421" fmla="*/ 1238536 w 1647825"/>
                <a:gd name="connsiteY421" fmla="*/ 382334 h 857250"/>
                <a:gd name="connsiteX422" fmla="*/ 1236536 w 1647825"/>
                <a:gd name="connsiteY422" fmla="*/ 381857 h 857250"/>
                <a:gd name="connsiteX423" fmla="*/ 1235202 w 1647825"/>
                <a:gd name="connsiteY423" fmla="*/ 380809 h 857250"/>
                <a:gd name="connsiteX424" fmla="*/ 1232535 w 1647825"/>
                <a:gd name="connsiteY424" fmla="*/ 376714 h 857250"/>
                <a:gd name="connsiteX425" fmla="*/ 1230440 w 1647825"/>
                <a:gd name="connsiteY425" fmla="*/ 375666 h 857250"/>
                <a:gd name="connsiteX426" fmla="*/ 1227106 w 1647825"/>
                <a:gd name="connsiteY426" fmla="*/ 374999 h 857250"/>
                <a:gd name="connsiteX427" fmla="*/ 1219962 w 1647825"/>
                <a:gd name="connsiteY427" fmla="*/ 374904 h 857250"/>
                <a:gd name="connsiteX428" fmla="*/ 1216152 w 1647825"/>
                <a:gd name="connsiteY428" fmla="*/ 375761 h 857250"/>
                <a:gd name="connsiteX429" fmla="*/ 1213104 w 1647825"/>
                <a:gd name="connsiteY429" fmla="*/ 377476 h 857250"/>
                <a:gd name="connsiteX430" fmla="*/ 1211199 w 1647825"/>
                <a:gd name="connsiteY430" fmla="*/ 379190 h 857250"/>
                <a:gd name="connsiteX431" fmla="*/ 1209199 w 1647825"/>
                <a:gd name="connsiteY431" fmla="*/ 380333 h 857250"/>
                <a:gd name="connsiteX432" fmla="*/ 1207961 w 1647825"/>
                <a:gd name="connsiteY432" fmla="*/ 380524 h 857250"/>
                <a:gd name="connsiteX433" fmla="*/ 1206437 w 1647825"/>
                <a:gd name="connsiteY433" fmla="*/ 380143 h 857250"/>
                <a:gd name="connsiteX434" fmla="*/ 1205294 w 1647825"/>
                <a:gd name="connsiteY434" fmla="*/ 378714 h 857250"/>
                <a:gd name="connsiteX435" fmla="*/ 1204627 w 1647825"/>
                <a:gd name="connsiteY435" fmla="*/ 377190 h 857250"/>
                <a:gd name="connsiteX436" fmla="*/ 1203865 w 1647825"/>
                <a:gd name="connsiteY436" fmla="*/ 375856 h 857250"/>
                <a:gd name="connsiteX437" fmla="*/ 1202627 w 1647825"/>
                <a:gd name="connsiteY437" fmla="*/ 375285 h 857250"/>
                <a:gd name="connsiteX438" fmla="*/ 1199007 w 1647825"/>
                <a:gd name="connsiteY438" fmla="*/ 375666 h 857250"/>
                <a:gd name="connsiteX439" fmla="*/ 1197388 w 1647825"/>
                <a:gd name="connsiteY439" fmla="*/ 375380 h 857250"/>
                <a:gd name="connsiteX440" fmla="*/ 1196054 w 1647825"/>
                <a:gd name="connsiteY440" fmla="*/ 374523 h 857250"/>
                <a:gd name="connsiteX441" fmla="*/ 1192816 w 1647825"/>
                <a:gd name="connsiteY441" fmla="*/ 371475 h 857250"/>
                <a:gd name="connsiteX442" fmla="*/ 1185958 w 1647825"/>
                <a:gd name="connsiteY442" fmla="*/ 366808 h 857250"/>
                <a:gd name="connsiteX443" fmla="*/ 1184053 w 1647825"/>
                <a:gd name="connsiteY443" fmla="*/ 366141 h 857250"/>
                <a:gd name="connsiteX444" fmla="*/ 1181195 w 1647825"/>
                <a:gd name="connsiteY444" fmla="*/ 365950 h 857250"/>
                <a:gd name="connsiteX445" fmla="*/ 1175004 w 1647825"/>
                <a:gd name="connsiteY445" fmla="*/ 366236 h 857250"/>
                <a:gd name="connsiteX446" fmla="*/ 1174052 w 1647825"/>
                <a:gd name="connsiteY446" fmla="*/ 366617 h 857250"/>
                <a:gd name="connsiteX447" fmla="*/ 1173385 w 1647825"/>
                <a:gd name="connsiteY447" fmla="*/ 367189 h 857250"/>
                <a:gd name="connsiteX448" fmla="*/ 1172718 w 1647825"/>
                <a:gd name="connsiteY448" fmla="*/ 367570 h 857250"/>
                <a:gd name="connsiteX449" fmla="*/ 1171956 w 1647825"/>
                <a:gd name="connsiteY449" fmla="*/ 367475 h 857250"/>
                <a:gd name="connsiteX450" fmla="*/ 1170908 w 1647825"/>
                <a:gd name="connsiteY450" fmla="*/ 366427 h 857250"/>
                <a:gd name="connsiteX451" fmla="*/ 1170337 w 1647825"/>
                <a:gd name="connsiteY451" fmla="*/ 365093 h 857250"/>
                <a:gd name="connsiteX452" fmla="*/ 1169765 w 1647825"/>
                <a:gd name="connsiteY452" fmla="*/ 363188 h 857250"/>
                <a:gd name="connsiteX453" fmla="*/ 1169384 w 1647825"/>
                <a:gd name="connsiteY453" fmla="*/ 361474 h 857250"/>
                <a:gd name="connsiteX454" fmla="*/ 1168908 w 1647825"/>
                <a:gd name="connsiteY454" fmla="*/ 359759 h 857250"/>
                <a:gd name="connsiteX455" fmla="*/ 1168241 w 1647825"/>
                <a:gd name="connsiteY455" fmla="*/ 359092 h 857250"/>
                <a:gd name="connsiteX456" fmla="*/ 1167289 w 1647825"/>
                <a:gd name="connsiteY456" fmla="*/ 358902 h 857250"/>
                <a:gd name="connsiteX457" fmla="*/ 1162526 w 1647825"/>
                <a:gd name="connsiteY457" fmla="*/ 360235 h 857250"/>
                <a:gd name="connsiteX458" fmla="*/ 1161002 w 1647825"/>
                <a:gd name="connsiteY458" fmla="*/ 360426 h 857250"/>
                <a:gd name="connsiteX459" fmla="*/ 1156430 w 1647825"/>
                <a:gd name="connsiteY459" fmla="*/ 360235 h 857250"/>
                <a:gd name="connsiteX460" fmla="*/ 1146620 w 1647825"/>
                <a:gd name="connsiteY460" fmla="*/ 357283 h 857250"/>
                <a:gd name="connsiteX461" fmla="*/ 1140428 w 1647825"/>
                <a:gd name="connsiteY461" fmla="*/ 359188 h 857250"/>
                <a:gd name="connsiteX462" fmla="*/ 1133380 w 1647825"/>
                <a:gd name="connsiteY462" fmla="*/ 358045 h 857250"/>
                <a:gd name="connsiteX463" fmla="*/ 1132427 w 1647825"/>
                <a:gd name="connsiteY463" fmla="*/ 358045 h 857250"/>
                <a:gd name="connsiteX464" fmla="*/ 1130617 w 1647825"/>
                <a:gd name="connsiteY464" fmla="*/ 357950 h 857250"/>
                <a:gd name="connsiteX465" fmla="*/ 1129094 w 1647825"/>
                <a:gd name="connsiteY465" fmla="*/ 357664 h 857250"/>
                <a:gd name="connsiteX466" fmla="*/ 1125760 w 1647825"/>
                <a:gd name="connsiteY466" fmla="*/ 356425 h 857250"/>
                <a:gd name="connsiteX467" fmla="*/ 1124617 w 1647825"/>
                <a:gd name="connsiteY467" fmla="*/ 356425 h 857250"/>
                <a:gd name="connsiteX468" fmla="*/ 1123664 w 1647825"/>
                <a:gd name="connsiteY468" fmla="*/ 356616 h 857250"/>
                <a:gd name="connsiteX469" fmla="*/ 1122998 w 1647825"/>
                <a:gd name="connsiteY469" fmla="*/ 357092 h 857250"/>
                <a:gd name="connsiteX470" fmla="*/ 1122521 w 1647825"/>
                <a:gd name="connsiteY470" fmla="*/ 357473 h 857250"/>
                <a:gd name="connsiteX471" fmla="*/ 1122045 w 1647825"/>
                <a:gd name="connsiteY471" fmla="*/ 357664 h 857250"/>
                <a:gd name="connsiteX472" fmla="*/ 1121283 w 1647825"/>
                <a:gd name="connsiteY472" fmla="*/ 357568 h 857250"/>
                <a:gd name="connsiteX473" fmla="*/ 1119283 w 1647825"/>
                <a:gd name="connsiteY473" fmla="*/ 356425 h 857250"/>
                <a:gd name="connsiteX474" fmla="*/ 1118330 w 1647825"/>
                <a:gd name="connsiteY474" fmla="*/ 356235 h 857250"/>
                <a:gd name="connsiteX475" fmla="*/ 1117283 w 1647825"/>
                <a:gd name="connsiteY475" fmla="*/ 356521 h 857250"/>
                <a:gd name="connsiteX476" fmla="*/ 1116521 w 1647825"/>
                <a:gd name="connsiteY476" fmla="*/ 356997 h 857250"/>
                <a:gd name="connsiteX477" fmla="*/ 1115854 w 1647825"/>
                <a:gd name="connsiteY477" fmla="*/ 357664 h 857250"/>
                <a:gd name="connsiteX478" fmla="*/ 1115282 w 1647825"/>
                <a:gd name="connsiteY478" fmla="*/ 358045 h 857250"/>
                <a:gd name="connsiteX479" fmla="*/ 1114711 w 1647825"/>
                <a:gd name="connsiteY479" fmla="*/ 358140 h 857250"/>
                <a:gd name="connsiteX480" fmla="*/ 1113854 w 1647825"/>
                <a:gd name="connsiteY480" fmla="*/ 357759 h 857250"/>
                <a:gd name="connsiteX481" fmla="*/ 1113092 w 1647825"/>
                <a:gd name="connsiteY481" fmla="*/ 357283 h 857250"/>
                <a:gd name="connsiteX482" fmla="*/ 1112330 w 1647825"/>
                <a:gd name="connsiteY482" fmla="*/ 357092 h 857250"/>
                <a:gd name="connsiteX483" fmla="*/ 1111758 w 1647825"/>
                <a:gd name="connsiteY483" fmla="*/ 357188 h 857250"/>
                <a:gd name="connsiteX484" fmla="*/ 1110520 w 1647825"/>
                <a:gd name="connsiteY484" fmla="*/ 358140 h 857250"/>
                <a:gd name="connsiteX485" fmla="*/ 1109758 w 1647825"/>
                <a:gd name="connsiteY485" fmla="*/ 358521 h 857250"/>
                <a:gd name="connsiteX486" fmla="*/ 1108996 w 1647825"/>
                <a:gd name="connsiteY486" fmla="*/ 358807 h 857250"/>
                <a:gd name="connsiteX487" fmla="*/ 1108139 w 1647825"/>
                <a:gd name="connsiteY487" fmla="*/ 358902 h 857250"/>
                <a:gd name="connsiteX488" fmla="*/ 1107091 w 1647825"/>
                <a:gd name="connsiteY488" fmla="*/ 358997 h 857250"/>
                <a:gd name="connsiteX489" fmla="*/ 1106234 w 1647825"/>
                <a:gd name="connsiteY489" fmla="*/ 358712 h 857250"/>
                <a:gd name="connsiteX490" fmla="*/ 1105376 w 1647825"/>
                <a:gd name="connsiteY490" fmla="*/ 358235 h 857250"/>
                <a:gd name="connsiteX491" fmla="*/ 1104805 w 1647825"/>
                <a:gd name="connsiteY491" fmla="*/ 357188 h 857250"/>
                <a:gd name="connsiteX492" fmla="*/ 1103471 w 1647825"/>
                <a:gd name="connsiteY492" fmla="*/ 352044 h 857250"/>
                <a:gd name="connsiteX493" fmla="*/ 1103567 w 1647825"/>
                <a:gd name="connsiteY493" fmla="*/ 350901 h 857250"/>
                <a:gd name="connsiteX494" fmla="*/ 1103852 w 1647825"/>
                <a:gd name="connsiteY494" fmla="*/ 350139 h 857250"/>
                <a:gd name="connsiteX495" fmla="*/ 1104329 w 1647825"/>
                <a:gd name="connsiteY495" fmla="*/ 349282 h 857250"/>
                <a:gd name="connsiteX496" fmla="*/ 1104710 w 1647825"/>
                <a:gd name="connsiteY496" fmla="*/ 348615 h 857250"/>
                <a:gd name="connsiteX497" fmla="*/ 1104805 w 1647825"/>
                <a:gd name="connsiteY497" fmla="*/ 348043 h 857250"/>
                <a:gd name="connsiteX498" fmla="*/ 1104710 w 1647825"/>
                <a:gd name="connsiteY498" fmla="*/ 347472 h 857250"/>
                <a:gd name="connsiteX499" fmla="*/ 1104233 w 1647825"/>
                <a:gd name="connsiteY499" fmla="*/ 346996 h 857250"/>
                <a:gd name="connsiteX500" fmla="*/ 1103090 w 1647825"/>
                <a:gd name="connsiteY500" fmla="*/ 346519 h 857250"/>
                <a:gd name="connsiteX501" fmla="*/ 1101376 w 1647825"/>
                <a:gd name="connsiteY501" fmla="*/ 345948 h 857250"/>
                <a:gd name="connsiteX502" fmla="*/ 1098042 w 1647825"/>
                <a:gd name="connsiteY502" fmla="*/ 345281 h 857250"/>
                <a:gd name="connsiteX503" fmla="*/ 1096613 w 1647825"/>
                <a:gd name="connsiteY503" fmla="*/ 345186 h 857250"/>
                <a:gd name="connsiteX504" fmla="*/ 1095375 w 1647825"/>
                <a:gd name="connsiteY504" fmla="*/ 345472 h 857250"/>
                <a:gd name="connsiteX505" fmla="*/ 1094327 w 1647825"/>
                <a:gd name="connsiteY505" fmla="*/ 345948 h 857250"/>
                <a:gd name="connsiteX506" fmla="*/ 1093470 w 1647825"/>
                <a:gd name="connsiteY506" fmla="*/ 346615 h 857250"/>
                <a:gd name="connsiteX507" fmla="*/ 1092803 w 1647825"/>
                <a:gd name="connsiteY507" fmla="*/ 347377 h 857250"/>
                <a:gd name="connsiteX508" fmla="*/ 1091946 w 1647825"/>
                <a:gd name="connsiteY508" fmla="*/ 348043 h 857250"/>
                <a:gd name="connsiteX509" fmla="*/ 1090994 w 1647825"/>
                <a:gd name="connsiteY509" fmla="*/ 348425 h 857250"/>
                <a:gd name="connsiteX510" fmla="*/ 1089279 w 1647825"/>
                <a:gd name="connsiteY510" fmla="*/ 348805 h 857250"/>
                <a:gd name="connsiteX511" fmla="*/ 1088231 w 1647825"/>
                <a:gd name="connsiteY511" fmla="*/ 348996 h 857250"/>
                <a:gd name="connsiteX512" fmla="*/ 1086707 w 1647825"/>
                <a:gd name="connsiteY512" fmla="*/ 348901 h 857250"/>
                <a:gd name="connsiteX513" fmla="*/ 1084707 w 1647825"/>
                <a:gd name="connsiteY513" fmla="*/ 348139 h 857250"/>
                <a:gd name="connsiteX514" fmla="*/ 1082516 w 1647825"/>
                <a:gd name="connsiteY514" fmla="*/ 346805 h 857250"/>
                <a:gd name="connsiteX515" fmla="*/ 1076897 w 1647825"/>
                <a:gd name="connsiteY515" fmla="*/ 341852 h 857250"/>
                <a:gd name="connsiteX516" fmla="*/ 1075658 w 1647825"/>
                <a:gd name="connsiteY516" fmla="*/ 340423 h 857250"/>
                <a:gd name="connsiteX517" fmla="*/ 1074611 w 1647825"/>
                <a:gd name="connsiteY517" fmla="*/ 338804 h 857250"/>
                <a:gd name="connsiteX518" fmla="*/ 1073563 w 1647825"/>
                <a:gd name="connsiteY518" fmla="*/ 337566 h 857250"/>
                <a:gd name="connsiteX519" fmla="*/ 1072039 w 1647825"/>
                <a:gd name="connsiteY519" fmla="*/ 336804 h 857250"/>
                <a:gd name="connsiteX520" fmla="*/ 1070801 w 1647825"/>
                <a:gd name="connsiteY520" fmla="*/ 336709 h 857250"/>
                <a:gd name="connsiteX521" fmla="*/ 1068515 w 1647825"/>
                <a:gd name="connsiteY521" fmla="*/ 336899 h 857250"/>
                <a:gd name="connsiteX522" fmla="*/ 1067372 w 1647825"/>
                <a:gd name="connsiteY522" fmla="*/ 336804 h 857250"/>
                <a:gd name="connsiteX523" fmla="*/ 1066133 w 1647825"/>
                <a:gd name="connsiteY523" fmla="*/ 336233 h 857250"/>
                <a:gd name="connsiteX524" fmla="*/ 1059085 w 1647825"/>
                <a:gd name="connsiteY524" fmla="*/ 330994 h 857250"/>
                <a:gd name="connsiteX525" fmla="*/ 1056323 w 1647825"/>
                <a:gd name="connsiteY525" fmla="*/ 329851 h 857250"/>
                <a:gd name="connsiteX526" fmla="*/ 1051941 w 1647825"/>
                <a:gd name="connsiteY526" fmla="*/ 326993 h 857250"/>
                <a:gd name="connsiteX527" fmla="*/ 1046607 w 1647825"/>
                <a:gd name="connsiteY527" fmla="*/ 321278 h 857250"/>
                <a:gd name="connsiteX528" fmla="*/ 1038701 w 1647825"/>
                <a:gd name="connsiteY528" fmla="*/ 308800 h 857250"/>
                <a:gd name="connsiteX529" fmla="*/ 1038130 w 1647825"/>
                <a:gd name="connsiteY529" fmla="*/ 307562 h 857250"/>
                <a:gd name="connsiteX530" fmla="*/ 1038035 w 1647825"/>
                <a:gd name="connsiteY530" fmla="*/ 306800 h 857250"/>
                <a:gd name="connsiteX531" fmla="*/ 1038130 w 1647825"/>
                <a:gd name="connsiteY531" fmla="*/ 306514 h 857250"/>
                <a:gd name="connsiteX532" fmla="*/ 1038416 w 1647825"/>
                <a:gd name="connsiteY532" fmla="*/ 306324 h 857250"/>
                <a:gd name="connsiteX533" fmla="*/ 1038892 w 1647825"/>
                <a:gd name="connsiteY533" fmla="*/ 306229 h 857250"/>
                <a:gd name="connsiteX534" fmla="*/ 1039368 w 1647825"/>
                <a:gd name="connsiteY534" fmla="*/ 306038 h 857250"/>
                <a:gd name="connsiteX535" fmla="*/ 1039749 w 1647825"/>
                <a:gd name="connsiteY535" fmla="*/ 305848 h 857250"/>
                <a:gd name="connsiteX536" fmla="*/ 1040130 w 1647825"/>
                <a:gd name="connsiteY536" fmla="*/ 305467 h 857250"/>
                <a:gd name="connsiteX537" fmla="*/ 1040416 w 1647825"/>
                <a:gd name="connsiteY537" fmla="*/ 305181 h 857250"/>
                <a:gd name="connsiteX538" fmla="*/ 1040511 w 1647825"/>
                <a:gd name="connsiteY538" fmla="*/ 304895 h 857250"/>
                <a:gd name="connsiteX539" fmla="*/ 1040511 w 1647825"/>
                <a:gd name="connsiteY539" fmla="*/ 304514 h 857250"/>
                <a:gd name="connsiteX540" fmla="*/ 1040321 w 1647825"/>
                <a:gd name="connsiteY540" fmla="*/ 304038 h 857250"/>
                <a:gd name="connsiteX541" fmla="*/ 1039844 w 1647825"/>
                <a:gd name="connsiteY541" fmla="*/ 303562 h 857250"/>
                <a:gd name="connsiteX542" fmla="*/ 1038892 w 1647825"/>
                <a:gd name="connsiteY542" fmla="*/ 302895 h 857250"/>
                <a:gd name="connsiteX543" fmla="*/ 1038225 w 1647825"/>
                <a:gd name="connsiteY543" fmla="*/ 302705 h 857250"/>
                <a:gd name="connsiteX544" fmla="*/ 1037463 w 1647825"/>
                <a:gd name="connsiteY544" fmla="*/ 302514 h 857250"/>
                <a:gd name="connsiteX545" fmla="*/ 1023747 w 1647825"/>
                <a:gd name="connsiteY545" fmla="*/ 302514 h 857250"/>
                <a:gd name="connsiteX546" fmla="*/ 1022795 w 1647825"/>
                <a:gd name="connsiteY546" fmla="*/ 302800 h 857250"/>
                <a:gd name="connsiteX547" fmla="*/ 1022128 w 1647825"/>
                <a:gd name="connsiteY547" fmla="*/ 303085 h 857250"/>
                <a:gd name="connsiteX548" fmla="*/ 1021652 w 1647825"/>
                <a:gd name="connsiteY548" fmla="*/ 303467 h 857250"/>
                <a:gd name="connsiteX549" fmla="*/ 1021175 w 1647825"/>
                <a:gd name="connsiteY549" fmla="*/ 303943 h 857250"/>
                <a:gd name="connsiteX550" fmla="*/ 1020794 w 1647825"/>
                <a:gd name="connsiteY550" fmla="*/ 304705 h 857250"/>
                <a:gd name="connsiteX551" fmla="*/ 1020508 w 1647825"/>
                <a:gd name="connsiteY551" fmla="*/ 305467 h 857250"/>
                <a:gd name="connsiteX552" fmla="*/ 1020318 w 1647825"/>
                <a:gd name="connsiteY552" fmla="*/ 306419 h 857250"/>
                <a:gd name="connsiteX553" fmla="*/ 1020128 w 1647825"/>
                <a:gd name="connsiteY553" fmla="*/ 308324 h 857250"/>
                <a:gd name="connsiteX554" fmla="*/ 1019937 w 1647825"/>
                <a:gd name="connsiteY554" fmla="*/ 309181 h 857250"/>
                <a:gd name="connsiteX555" fmla="*/ 1019651 w 1647825"/>
                <a:gd name="connsiteY555" fmla="*/ 309848 h 857250"/>
                <a:gd name="connsiteX556" fmla="*/ 1018794 w 1647825"/>
                <a:gd name="connsiteY556" fmla="*/ 310420 h 857250"/>
                <a:gd name="connsiteX557" fmla="*/ 1011555 w 1647825"/>
                <a:gd name="connsiteY557" fmla="*/ 312325 h 857250"/>
                <a:gd name="connsiteX558" fmla="*/ 1010221 w 1647825"/>
                <a:gd name="connsiteY558" fmla="*/ 312420 h 857250"/>
                <a:gd name="connsiteX559" fmla="*/ 1004602 w 1647825"/>
                <a:gd name="connsiteY559" fmla="*/ 311848 h 857250"/>
                <a:gd name="connsiteX560" fmla="*/ 1003840 w 1647825"/>
                <a:gd name="connsiteY560" fmla="*/ 312134 h 857250"/>
                <a:gd name="connsiteX561" fmla="*/ 1000220 w 1647825"/>
                <a:gd name="connsiteY561" fmla="*/ 315373 h 857250"/>
                <a:gd name="connsiteX562" fmla="*/ 997172 w 1647825"/>
                <a:gd name="connsiteY562" fmla="*/ 318897 h 857250"/>
                <a:gd name="connsiteX563" fmla="*/ 995934 w 1647825"/>
                <a:gd name="connsiteY563" fmla="*/ 319945 h 857250"/>
                <a:gd name="connsiteX564" fmla="*/ 994505 w 1647825"/>
                <a:gd name="connsiteY564" fmla="*/ 320707 h 857250"/>
                <a:gd name="connsiteX565" fmla="*/ 992886 w 1647825"/>
                <a:gd name="connsiteY565" fmla="*/ 321278 h 857250"/>
                <a:gd name="connsiteX566" fmla="*/ 990505 w 1647825"/>
                <a:gd name="connsiteY566" fmla="*/ 321373 h 857250"/>
                <a:gd name="connsiteX567" fmla="*/ 987933 w 1647825"/>
                <a:gd name="connsiteY567" fmla="*/ 321183 h 857250"/>
                <a:gd name="connsiteX568" fmla="*/ 983266 w 1647825"/>
                <a:gd name="connsiteY568" fmla="*/ 320421 h 857250"/>
                <a:gd name="connsiteX569" fmla="*/ 981456 w 1647825"/>
                <a:gd name="connsiteY569" fmla="*/ 319754 h 857250"/>
                <a:gd name="connsiteX570" fmla="*/ 975265 w 1647825"/>
                <a:gd name="connsiteY570" fmla="*/ 316706 h 857250"/>
                <a:gd name="connsiteX571" fmla="*/ 966216 w 1647825"/>
                <a:gd name="connsiteY571" fmla="*/ 310610 h 857250"/>
                <a:gd name="connsiteX572" fmla="*/ 963549 w 1647825"/>
                <a:gd name="connsiteY572" fmla="*/ 307753 h 857250"/>
                <a:gd name="connsiteX573" fmla="*/ 962596 w 1647825"/>
                <a:gd name="connsiteY573" fmla="*/ 307181 h 857250"/>
                <a:gd name="connsiteX574" fmla="*/ 961454 w 1647825"/>
                <a:gd name="connsiteY574" fmla="*/ 307086 h 857250"/>
                <a:gd name="connsiteX575" fmla="*/ 958596 w 1647825"/>
                <a:gd name="connsiteY575" fmla="*/ 307658 h 857250"/>
                <a:gd name="connsiteX576" fmla="*/ 957453 w 1647825"/>
                <a:gd name="connsiteY576" fmla="*/ 307658 h 857250"/>
                <a:gd name="connsiteX577" fmla="*/ 954500 w 1647825"/>
                <a:gd name="connsiteY577" fmla="*/ 307181 h 857250"/>
                <a:gd name="connsiteX578" fmla="*/ 953071 w 1647825"/>
                <a:gd name="connsiteY578" fmla="*/ 306514 h 857250"/>
                <a:gd name="connsiteX579" fmla="*/ 951738 w 1647825"/>
                <a:gd name="connsiteY579" fmla="*/ 305562 h 857250"/>
                <a:gd name="connsiteX580" fmla="*/ 950595 w 1647825"/>
                <a:gd name="connsiteY580" fmla="*/ 304514 h 857250"/>
                <a:gd name="connsiteX581" fmla="*/ 949642 w 1647825"/>
                <a:gd name="connsiteY581" fmla="*/ 303562 h 857250"/>
                <a:gd name="connsiteX582" fmla="*/ 948119 w 1647825"/>
                <a:gd name="connsiteY582" fmla="*/ 301466 h 857250"/>
                <a:gd name="connsiteX583" fmla="*/ 945071 w 1647825"/>
                <a:gd name="connsiteY583" fmla="*/ 296418 h 857250"/>
                <a:gd name="connsiteX584" fmla="*/ 944594 w 1647825"/>
                <a:gd name="connsiteY584" fmla="*/ 295180 h 857250"/>
                <a:gd name="connsiteX585" fmla="*/ 944213 w 1647825"/>
                <a:gd name="connsiteY585" fmla="*/ 293560 h 857250"/>
                <a:gd name="connsiteX586" fmla="*/ 944023 w 1647825"/>
                <a:gd name="connsiteY586" fmla="*/ 291370 h 857250"/>
                <a:gd name="connsiteX587" fmla="*/ 944213 w 1647825"/>
                <a:gd name="connsiteY587" fmla="*/ 289750 h 857250"/>
                <a:gd name="connsiteX588" fmla="*/ 944785 w 1647825"/>
                <a:gd name="connsiteY588" fmla="*/ 287750 h 857250"/>
                <a:gd name="connsiteX589" fmla="*/ 944880 w 1647825"/>
                <a:gd name="connsiteY589" fmla="*/ 286988 h 857250"/>
                <a:gd name="connsiteX590" fmla="*/ 944785 w 1647825"/>
                <a:gd name="connsiteY590" fmla="*/ 286798 h 857250"/>
                <a:gd name="connsiteX591" fmla="*/ 944499 w 1647825"/>
                <a:gd name="connsiteY591" fmla="*/ 286321 h 857250"/>
                <a:gd name="connsiteX592" fmla="*/ 943737 w 1647825"/>
                <a:gd name="connsiteY592" fmla="*/ 285369 h 857250"/>
                <a:gd name="connsiteX593" fmla="*/ 942308 w 1647825"/>
                <a:gd name="connsiteY593" fmla="*/ 283178 h 857250"/>
                <a:gd name="connsiteX594" fmla="*/ 941451 w 1647825"/>
                <a:gd name="connsiteY594" fmla="*/ 281273 h 857250"/>
                <a:gd name="connsiteX595" fmla="*/ 940689 w 1647825"/>
                <a:gd name="connsiteY595" fmla="*/ 280225 h 857250"/>
                <a:gd name="connsiteX596" fmla="*/ 939927 w 1647825"/>
                <a:gd name="connsiteY596" fmla="*/ 279559 h 857250"/>
                <a:gd name="connsiteX597" fmla="*/ 936403 w 1647825"/>
                <a:gd name="connsiteY597" fmla="*/ 277749 h 857250"/>
                <a:gd name="connsiteX598" fmla="*/ 935165 w 1647825"/>
                <a:gd name="connsiteY598" fmla="*/ 277368 h 857250"/>
                <a:gd name="connsiteX599" fmla="*/ 933450 w 1647825"/>
                <a:gd name="connsiteY599" fmla="*/ 277368 h 857250"/>
                <a:gd name="connsiteX600" fmla="*/ 931640 w 1647825"/>
                <a:gd name="connsiteY600" fmla="*/ 276987 h 857250"/>
                <a:gd name="connsiteX601" fmla="*/ 928497 w 1647825"/>
                <a:gd name="connsiteY601" fmla="*/ 275844 h 857250"/>
                <a:gd name="connsiteX602" fmla="*/ 927735 w 1647825"/>
                <a:gd name="connsiteY602" fmla="*/ 275463 h 857250"/>
                <a:gd name="connsiteX603" fmla="*/ 927164 w 1647825"/>
                <a:gd name="connsiteY603" fmla="*/ 275082 h 857250"/>
                <a:gd name="connsiteX604" fmla="*/ 926687 w 1647825"/>
                <a:gd name="connsiteY604" fmla="*/ 274510 h 857250"/>
                <a:gd name="connsiteX605" fmla="*/ 926211 w 1647825"/>
                <a:gd name="connsiteY605" fmla="*/ 273463 h 857250"/>
                <a:gd name="connsiteX606" fmla="*/ 925830 w 1647825"/>
                <a:gd name="connsiteY606" fmla="*/ 271939 h 857250"/>
                <a:gd name="connsiteX607" fmla="*/ 925544 w 1647825"/>
                <a:gd name="connsiteY607" fmla="*/ 268986 h 857250"/>
                <a:gd name="connsiteX608" fmla="*/ 924878 w 1647825"/>
                <a:gd name="connsiteY608" fmla="*/ 266414 h 857250"/>
                <a:gd name="connsiteX609" fmla="*/ 924116 w 1647825"/>
                <a:gd name="connsiteY609" fmla="*/ 265081 h 857250"/>
                <a:gd name="connsiteX610" fmla="*/ 922877 w 1647825"/>
                <a:gd name="connsiteY610" fmla="*/ 264414 h 857250"/>
                <a:gd name="connsiteX611" fmla="*/ 920687 w 1647825"/>
                <a:gd name="connsiteY611" fmla="*/ 263366 h 857250"/>
                <a:gd name="connsiteX612" fmla="*/ 920020 w 1647825"/>
                <a:gd name="connsiteY612" fmla="*/ 262604 h 857250"/>
                <a:gd name="connsiteX613" fmla="*/ 919829 w 1647825"/>
                <a:gd name="connsiteY613" fmla="*/ 261556 h 857250"/>
                <a:gd name="connsiteX614" fmla="*/ 920020 w 1647825"/>
                <a:gd name="connsiteY614" fmla="*/ 259747 h 857250"/>
                <a:gd name="connsiteX615" fmla="*/ 920020 w 1647825"/>
                <a:gd name="connsiteY615" fmla="*/ 258223 h 857250"/>
                <a:gd name="connsiteX616" fmla="*/ 919639 w 1647825"/>
                <a:gd name="connsiteY616" fmla="*/ 256984 h 857250"/>
                <a:gd name="connsiteX617" fmla="*/ 918877 w 1647825"/>
                <a:gd name="connsiteY617" fmla="*/ 256127 h 857250"/>
                <a:gd name="connsiteX618" fmla="*/ 912781 w 1647825"/>
                <a:gd name="connsiteY618" fmla="*/ 250698 h 857250"/>
                <a:gd name="connsiteX619" fmla="*/ 911924 w 1647825"/>
                <a:gd name="connsiteY619" fmla="*/ 250317 h 857250"/>
                <a:gd name="connsiteX620" fmla="*/ 910400 w 1647825"/>
                <a:gd name="connsiteY620" fmla="*/ 249936 h 857250"/>
                <a:gd name="connsiteX621" fmla="*/ 909637 w 1647825"/>
                <a:gd name="connsiteY621" fmla="*/ 249460 h 857250"/>
                <a:gd name="connsiteX622" fmla="*/ 908018 w 1647825"/>
                <a:gd name="connsiteY622" fmla="*/ 247840 h 857250"/>
                <a:gd name="connsiteX623" fmla="*/ 903161 w 1647825"/>
                <a:gd name="connsiteY623" fmla="*/ 240792 h 857250"/>
                <a:gd name="connsiteX624" fmla="*/ 902399 w 1647825"/>
                <a:gd name="connsiteY624" fmla="*/ 239077 h 857250"/>
                <a:gd name="connsiteX625" fmla="*/ 901827 w 1647825"/>
                <a:gd name="connsiteY625" fmla="*/ 237458 h 857250"/>
                <a:gd name="connsiteX626" fmla="*/ 901351 w 1647825"/>
                <a:gd name="connsiteY626" fmla="*/ 236220 h 857250"/>
                <a:gd name="connsiteX627" fmla="*/ 899922 w 1647825"/>
                <a:gd name="connsiteY627" fmla="*/ 233648 h 857250"/>
                <a:gd name="connsiteX628" fmla="*/ 899541 w 1647825"/>
                <a:gd name="connsiteY628" fmla="*/ 232029 h 857250"/>
                <a:gd name="connsiteX629" fmla="*/ 899636 w 1647825"/>
                <a:gd name="connsiteY629" fmla="*/ 230219 h 857250"/>
                <a:gd name="connsiteX630" fmla="*/ 900494 w 1647825"/>
                <a:gd name="connsiteY630" fmla="*/ 227838 h 857250"/>
                <a:gd name="connsiteX631" fmla="*/ 901351 w 1647825"/>
                <a:gd name="connsiteY631" fmla="*/ 226600 h 857250"/>
                <a:gd name="connsiteX632" fmla="*/ 902303 w 1647825"/>
                <a:gd name="connsiteY632" fmla="*/ 225742 h 857250"/>
                <a:gd name="connsiteX633" fmla="*/ 903161 w 1647825"/>
                <a:gd name="connsiteY633" fmla="*/ 225362 h 857250"/>
                <a:gd name="connsiteX634" fmla="*/ 904113 w 1647825"/>
                <a:gd name="connsiteY634" fmla="*/ 225266 h 857250"/>
                <a:gd name="connsiteX635" fmla="*/ 906113 w 1647825"/>
                <a:gd name="connsiteY635" fmla="*/ 225171 h 857250"/>
                <a:gd name="connsiteX636" fmla="*/ 907161 w 1647825"/>
                <a:gd name="connsiteY636" fmla="*/ 224885 h 857250"/>
                <a:gd name="connsiteX637" fmla="*/ 907828 w 1647825"/>
                <a:gd name="connsiteY637" fmla="*/ 224409 h 857250"/>
                <a:gd name="connsiteX638" fmla="*/ 909161 w 1647825"/>
                <a:gd name="connsiteY638" fmla="*/ 222694 h 857250"/>
                <a:gd name="connsiteX639" fmla="*/ 911162 w 1647825"/>
                <a:gd name="connsiteY639" fmla="*/ 220789 h 857250"/>
                <a:gd name="connsiteX640" fmla="*/ 911638 w 1647825"/>
                <a:gd name="connsiteY640" fmla="*/ 220123 h 857250"/>
                <a:gd name="connsiteX641" fmla="*/ 912304 w 1647825"/>
                <a:gd name="connsiteY641" fmla="*/ 217551 h 857250"/>
                <a:gd name="connsiteX642" fmla="*/ 914210 w 1647825"/>
                <a:gd name="connsiteY642" fmla="*/ 208693 h 857250"/>
                <a:gd name="connsiteX643" fmla="*/ 914686 w 1647825"/>
                <a:gd name="connsiteY643" fmla="*/ 207454 h 857250"/>
                <a:gd name="connsiteX644" fmla="*/ 915829 w 1647825"/>
                <a:gd name="connsiteY644" fmla="*/ 205740 h 857250"/>
                <a:gd name="connsiteX645" fmla="*/ 916210 w 1647825"/>
                <a:gd name="connsiteY645" fmla="*/ 204788 h 857250"/>
                <a:gd name="connsiteX646" fmla="*/ 916305 w 1647825"/>
                <a:gd name="connsiteY646" fmla="*/ 203549 h 857250"/>
                <a:gd name="connsiteX647" fmla="*/ 915924 w 1647825"/>
                <a:gd name="connsiteY647" fmla="*/ 202311 h 857250"/>
                <a:gd name="connsiteX648" fmla="*/ 915353 w 1647825"/>
                <a:gd name="connsiteY648" fmla="*/ 201644 h 857250"/>
                <a:gd name="connsiteX649" fmla="*/ 914686 w 1647825"/>
                <a:gd name="connsiteY649" fmla="*/ 201263 h 857250"/>
                <a:gd name="connsiteX650" fmla="*/ 913352 w 1647825"/>
                <a:gd name="connsiteY650" fmla="*/ 200977 h 857250"/>
                <a:gd name="connsiteX651" fmla="*/ 912971 w 1647825"/>
                <a:gd name="connsiteY651" fmla="*/ 200787 h 857250"/>
                <a:gd name="connsiteX652" fmla="*/ 912590 w 1647825"/>
                <a:gd name="connsiteY652" fmla="*/ 200406 h 857250"/>
                <a:gd name="connsiteX653" fmla="*/ 912304 w 1647825"/>
                <a:gd name="connsiteY653" fmla="*/ 199930 h 857250"/>
                <a:gd name="connsiteX654" fmla="*/ 912114 w 1647825"/>
                <a:gd name="connsiteY654" fmla="*/ 198596 h 857250"/>
                <a:gd name="connsiteX655" fmla="*/ 912019 w 1647825"/>
                <a:gd name="connsiteY655" fmla="*/ 196882 h 857250"/>
                <a:gd name="connsiteX656" fmla="*/ 912400 w 1647825"/>
                <a:gd name="connsiteY656" fmla="*/ 190500 h 857250"/>
                <a:gd name="connsiteX657" fmla="*/ 911924 w 1647825"/>
                <a:gd name="connsiteY657" fmla="*/ 185833 h 857250"/>
                <a:gd name="connsiteX658" fmla="*/ 909637 w 1647825"/>
                <a:gd name="connsiteY658" fmla="*/ 175355 h 857250"/>
                <a:gd name="connsiteX659" fmla="*/ 908875 w 1647825"/>
                <a:gd name="connsiteY659" fmla="*/ 174212 h 857250"/>
                <a:gd name="connsiteX660" fmla="*/ 908018 w 1647825"/>
                <a:gd name="connsiteY660" fmla="*/ 173355 h 857250"/>
                <a:gd name="connsiteX661" fmla="*/ 907256 w 1647825"/>
                <a:gd name="connsiteY661" fmla="*/ 172784 h 857250"/>
                <a:gd name="connsiteX662" fmla="*/ 906685 w 1647825"/>
                <a:gd name="connsiteY662" fmla="*/ 172021 h 857250"/>
                <a:gd name="connsiteX663" fmla="*/ 906304 w 1647825"/>
                <a:gd name="connsiteY663" fmla="*/ 171164 h 857250"/>
                <a:gd name="connsiteX664" fmla="*/ 906018 w 1647825"/>
                <a:gd name="connsiteY664" fmla="*/ 170212 h 857250"/>
                <a:gd name="connsiteX665" fmla="*/ 905923 w 1647825"/>
                <a:gd name="connsiteY665" fmla="*/ 169259 h 857250"/>
                <a:gd name="connsiteX666" fmla="*/ 906113 w 1647825"/>
                <a:gd name="connsiteY666" fmla="*/ 168688 h 857250"/>
                <a:gd name="connsiteX667" fmla="*/ 906590 w 1647825"/>
                <a:gd name="connsiteY667" fmla="*/ 167926 h 857250"/>
                <a:gd name="connsiteX668" fmla="*/ 911733 w 1647825"/>
                <a:gd name="connsiteY668" fmla="*/ 163354 h 857250"/>
                <a:gd name="connsiteX669" fmla="*/ 913638 w 1647825"/>
                <a:gd name="connsiteY669" fmla="*/ 160877 h 857250"/>
                <a:gd name="connsiteX670" fmla="*/ 914686 w 1647825"/>
                <a:gd name="connsiteY670" fmla="*/ 157543 h 857250"/>
                <a:gd name="connsiteX671" fmla="*/ 913352 w 1647825"/>
                <a:gd name="connsiteY671" fmla="*/ 151733 h 857250"/>
                <a:gd name="connsiteX672" fmla="*/ 911733 w 1647825"/>
                <a:gd name="connsiteY672" fmla="*/ 149733 h 857250"/>
                <a:gd name="connsiteX673" fmla="*/ 910971 w 1647825"/>
                <a:gd name="connsiteY673" fmla="*/ 149352 h 857250"/>
                <a:gd name="connsiteX674" fmla="*/ 909542 w 1647825"/>
                <a:gd name="connsiteY674" fmla="*/ 148876 h 857250"/>
                <a:gd name="connsiteX675" fmla="*/ 906685 w 1647825"/>
                <a:gd name="connsiteY675" fmla="*/ 148590 h 857250"/>
                <a:gd name="connsiteX676" fmla="*/ 900303 w 1647825"/>
                <a:gd name="connsiteY676" fmla="*/ 149066 h 857250"/>
                <a:gd name="connsiteX677" fmla="*/ 897446 w 1647825"/>
                <a:gd name="connsiteY677" fmla="*/ 148971 h 857250"/>
                <a:gd name="connsiteX678" fmla="*/ 895350 w 1647825"/>
                <a:gd name="connsiteY678" fmla="*/ 148400 h 857250"/>
                <a:gd name="connsiteX679" fmla="*/ 894207 w 1647825"/>
                <a:gd name="connsiteY679" fmla="*/ 147638 h 857250"/>
                <a:gd name="connsiteX680" fmla="*/ 893731 w 1647825"/>
                <a:gd name="connsiteY680" fmla="*/ 146875 h 857250"/>
                <a:gd name="connsiteX681" fmla="*/ 893540 w 1647825"/>
                <a:gd name="connsiteY681" fmla="*/ 145828 h 857250"/>
                <a:gd name="connsiteX682" fmla="*/ 893540 w 1647825"/>
                <a:gd name="connsiteY682" fmla="*/ 144685 h 857250"/>
                <a:gd name="connsiteX683" fmla="*/ 894017 w 1647825"/>
                <a:gd name="connsiteY683" fmla="*/ 142208 h 857250"/>
                <a:gd name="connsiteX684" fmla="*/ 894588 w 1647825"/>
                <a:gd name="connsiteY684" fmla="*/ 138303 h 857250"/>
                <a:gd name="connsiteX685" fmla="*/ 894588 w 1647825"/>
                <a:gd name="connsiteY685" fmla="*/ 136874 h 857250"/>
                <a:gd name="connsiteX686" fmla="*/ 894398 w 1647825"/>
                <a:gd name="connsiteY686" fmla="*/ 135541 h 857250"/>
                <a:gd name="connsiteX687" fmla="*/ 893540 w 1647825"/>
                <a:gd name="connsiteY687" fmla="*/ 133731 h 857250"/>
                <a:gd name="connsiteX688" fmla="*/ 891921 w 1647825"/>
                <a:gd name="connsiteY688" fmla="*/ 131350 h 857250"/>
                <a:gd name="connsiteX689" fmla="*/ 888111 w 1647825"/>
                <a:gd name="connsiteY689" fmla="*/ 126873 h 857250"/>
                <a:gd name="connsiteX690" fmla="*/ 886301 w 1647825"/>
                <a:gd name="connsiteY690" fmla="*/ 124206 h 857250"/>
                <a:gd name="connsiteX691" fmla="*/ 885063 w 1647825"/>
                <a:gd name="connsiteY691" fmla="*/ 121920 h 857250"/>
                <a:gd name="connsiteX692" fmla="*/ 885063 w 1647825"/>
                <a:gd name="connsiteY692" fmla="*/ 120777 h 857250"/>
                <a:gd name="connsiteX693" fmla="*/ 885158 w 1647825"/>
                <a:gd name="connsiteY693" fmla="*/ 120015 h 857250"/>
                <a:gd name="connsiteX694" fmla="*/ 885444 w 1647825"/>
                <a:gd name="connsiteY694" fmla="*/ 119443 h 857250"/>
                <a:gd name="connsiteX695" fmla="*/ 885730 w 1647825"/>
                <a:gd name="connsiteY695" fmla="*/ 119063 h 857250"/>
                <a:gd name="connsiteX696" fmla="*/ 886587 w 1647825"/>
                <a:gd name="connsiteY696" fmla="*/ 118110 h 857250"/>
                <a:gd name="connsiteX697" fmla="*/ 886968 w 1647825"/>
                <a:gd name="connsiteY697" fmla="*/ 117634 h 857250"/>
                <a:gd name="connsiteX698" fmla="*/ 887349 w 1647825"/>
                <a:gd name="connsiteY698" fmla="*/ 116681 h 857250"/>
                <a:gd name="connsiteX699" fmla="*/ 887540 w 1647825"/>
                <a:gd name="connsiteY699" fmla="*/ 115348 h 857250"/>
                <a:gd name="connsiteX700" fmla="*/ 887444 w 1647825"/>
                <a:gd name="connsiteY700" fmla="*/ 113919 h 857250"/>
                <a:gd name="connsiteX701" fmla="*/ 887063 w 1647825"/>
                <a:gd name="connsiteY701" fmla="*/ 111347 h 857250"/>
                <a:gd name="connsiteX702" fmla="*/ 887158 w 1647825"/>
                <a:gd name="connsiteY702" fmla="*/ 110300 h 857250"/>
                <a:gd name="connsiteX703" fmla="*/ 887444 w 1647825"/>
                <a:gd name="connsiteY703" fmla="*/ 109347 h 857250"/>
                <a:gd name="connsiteX704" fmla="*/ 888016 w 1647825"/>
                <a:gd name="connsiteY704" fmla="*/ 108490 h 857250"/>
                <a:gd name="connsiteX705" fmla="*/ 888778 w 1647825"/>
                <a:gd name="connsiteY705" fmla="*/ 108013 h 857250"/>
                <a:gd name="connsiteX706" fmla="*/ 889635 w 1647825"/>
                <a:gd name="connsiteY706" fmla="*/ 107633 h 857250"/>
                <a:gd name="connsiteX707" fmla="*/ 894779 w 1647825"/>
                <a:gd name="connsiteY707" fmla="*/ 106299 h 857250"/>
                <a:gd name="connsiteX708" fmla="*/ 898208 w 1647825"/>
                <a:gd name="connsiteY708" fmla="*/ 104965 h 857250"/>
                <a:gd name="connsiteX709" fmla="*/ 907066 w 1647825"/>
                <a:gd name="connsiteY709" fmla="*/ 99441 h 857250"/>
                <a:gd name="connsiteX710" fmla="*/ 907637 w 1647825"/>
                <a:gd name="connsiteY710" fmla="*/ 98774 h 857250"/>
                <a:gd name="connsiteX711" fmla="*/ 908018 w 1647825"/>
                <a:gd name="connsiteY711" fmla="*/ 98108 h 857250"/>
                <a:gd name="connsiteX712" fmla="*/ 908114 w 1647825"/>
                <a:gd name="connsiteY712" fmla="*/ 96869 h 857250"/>
                <a:gd name="connsiteX713" fmla="*/ 907637 w 1647825"/>
                <a:gd name="connsiteY713" fmla="*/ 96012 h 857250"/>
                <a:gd name="connsiteX714" fmla="*/ 906685 w 1647825"/>
                <a:gd name="connsiteY714" fmla="*/ 95345 h 857250"/>
                <a:gd name="connsiteX715" fmla="*/ 905637 w 1647825"/>
                <a:gd name="connsiteY715" fmla="*/ 94774 h 857250"/>
                <a:gd name="connsiteX716" fmla="*/ 904685 w 1647825"/>
                <a:gd name="connsiteY716" fmla="*/ 94107 h 857250"/>
                <a:gd name="connsiteX717" fmla="*/ 903923 w 1647825"/>
                <a:gd name="connsiteY717" fmla="*/ 93059 h 857250"/>
                <a:gd name="connsiteX718" fmla="*/ 903923 w 1647825"/>
                <a:gd name="connsiteY718" fmla="*/ 92012 h 857250"/>
                <a:gd name="connsiteX719" fmla="*/ 904399 w 1647825"/>
                <a:gd name="connsiteY719" fmla="*/ 91059 h 857250"/>
                <a:gd name="connsiteX720" fmla="*/ 906113 w 1647825"/>
                <a:gd name="connsiteY720" fmla="*/ 88963 h 857250"/>
                <a:gd name="connsiteX721" fmla="*/ 906494 w 1647825"/>
                <a:gd name="connsiteY721" fmla="*/ 87439 h 857250"/>
                <a:gd name="connsiteX722" fmla="*/ 906494 w 1647825"/>
                <a:gd name="connsiteY722" fmla="*/ 86106 h 857250"/>
                <a:gd name="connsiteX723" fmla="*/ 905732 w 1647825"/>
                <a:gd name="connsiteY723" fmla="*/ 82582 h 857250"/>
                <a:gd name="connsiteX724" fmla="*/ 905732 w 1647825"/>
                <a:gd name="connsiteY724" fmla="*/ 81248 h 857250"/>
                <a:gd name="connsiteX725" fmla="*/ 905923 w 1647825"/>
                <a:gd name="connsiteY725" fmla="*/ 80010 h 857250"/>
                <a:gd name="connsiteX726" fmla="*/ 906875 w 1647825"/>
                <a:gd name="connsiteY726" fmla="*/ 77533 h 857250"/>
                <a:gd name="connsiteX727" fmla="*/ 910495 w 1647825"/>
                <a:gd name="connsiteY727" fmla="*/ 70961 h 857250"/>
                <a:gd name="connsiteX728" fmla="*/ 911162 w 1647825"/>
                <a:gd name="connsiteY728" fmla="*/ 69056 h 857250"/>
                <a:gd name="connsiteX729" fmla="*/ 911828 w 1647825"/>
                <a:gd name="connsiteY729" fmla="*/ 66961 h 857250"/>
                <a:gd name="connsiteX730" fmla="*/ 912209 w 1647825"/>
                <a:gd name="connsiteY730" fmla="*/ 64198 h 857250"/>
                <a:gd name="connsiteX731" fmla="*/ 912114 w 1647825"/>
                <a:gd name="connsiteY731" fmla="*/ 62770 h 857250"/>
                <a:gd name="connsiteX732" fmla="*/ 911733 w 1647825"/>
                <a:gd name="connsiteY732" fmla="*/ 61913 h 857250"/>
                <a:gd name="connsiteX733" fmla="*/ 911257 w 1647825"/>
                <a:gd name="connsiteY733" fmla="*/ 61436 h 857250"/>
                <a:gd name="connsiteX734" fmla="*/ 910400 w 1647825"/>
                <a:gd name="connsiteY734" fmla="*/ 61055 h 857250"/>
                <a:gd name="connsiteX735" fmla="*/ 909447 w 1647825"/>
                <a:gd name="connsiteY735" fmla="*/ 60769 h 857250"/>
                <a:gd name="connsiteX736" fmla="*/ 908304 w 1647825"/>
                <a:gd name="connsiteY736" fmla="*/ 60769 h 857250"/>
                <a:gd name="connsiteX737" fmla="*/ 902779 w 1647825"/>
                <a:gd name="connsiteY737" fmla="*/ 61436 h 857250"/>
                <a:gd name="connsiteX738" fmla="*/ 899350 w 1647825"/>
                <a:gd name="connsiteY738" fmla="*/ 61341 h 857250"/>
                <a:gd name="connsiteX739" fmla="*/ 895160 w 1647825"/>
                <a:gd name="connsiteY739" fmla="*/ 60674 h 857250"/>
                <a:gd name="connsiteX740" fmla="*/ 892112 w 1647825"/>
                <a:gd name="connsiteY740" fmla="*/ 59531 h 857250"/>
                <a:gd name="connsiteX741" fmla="*/ 889635 w 1647825"/>
                <a:gd name="connsiteY741" fmla="*/ 58293 h 857250"/>
                <a:gd name="connsiteX742" fmla="*/ 888206 w 1647825"/>
                <a:gd name="connsiteY742" fmla="*/ 57340 h 857250"/>
                <a:gd name="connsiteX743" fmla="*/ 887444 w 1647825"/>
                <a:gd name="connsiteY743" fmla="*/ 56674 h 857250"/>
                <a:gd name="connsiteX744" fmla="*/ 886492 w 1647825"/>
                <a:gd name="connsiteY744" fmla="*/ 55245 h 857250"/>
                <a:gd name="connsiteX745" fmla="*/ 885444 w 1647825"/>
                <a:gd name="connsiteY745" fmla="*/ 53054 h 857250"/>
                <a:gd name="connsiteX746" fmla="*/ 884111 w 1647825"/>
                <a:gd name="connsiteY746" fmla="*/ 49625 h 857250"/>
                <a:gd name="connsiteX747" fmla="*/ 883634 w 1647825"/>
                <a:gd name="connsiteY747" fmla="*/ 47530 h 857250"/>
                <a:gd name="connsiteX748" fmla="*/ 883539 w 1647825"/>
                <a:gd name="connsiteY748" fmla="*/ 46101 h 857250"/>
                <a:gd name="connsiteX749" fmla="*/ 883729 w 1647825"/>
                <a:gd name="connsiteY749" fmla="*/ 45339 h 857250"/>
                <a:gd name="connsiteX750" fmla="*/ 883825 w 1647825"/>
                <a:gd name="connsiteY750" fmla="*/ 44958 h 857250"/>
                <a:gd name="connsiteX751" fmla="*/ 883825 w 1647825"/>
                <a:gd name="connsiteY751" fmla="*/ 44863 h 857250"/>
                <a:gd name="connsiteX752" fmla="*/ 884301 w 1647825"/>
                <a:gd name="connsiteY752" fmla="*/ 44196 h 857250"/>
                <a:gd name="connsiteX753" fmla="*/ 886016 w 1647825"/>
                <a:gd name="connsiteY753" fmla="*/ 42196 h 857250"/>
                <a:gd name="connsiteX754" fmla="*/ 888206 w 1647825"/>
                <a:gd name="connsiteY754" fmla="*/ 40481 h 857250"/>
                <a:gd name="connsiteX755" fmla="*/ 889825 w 1647825"/>
                <a:gd name="connsiteY755" fmla="*/ 39624 h 857250"/>
                <a:gd name="connsiteX756" fmla="*/ 896112 w 1647825"/>
                <a:gd name="connsiteY756" fmla="*/ 37719 h 857250"/>
                <a:gd name="connsiteX757" fmla="*/ 902875 w 1647825"/>
                <a:gd name="connsiteY757" fmla="*/ 36862 h 857250"/>
                <a:gd name="connsiteX758" fmla="*/ 866585 w 1647825"/>
                <a:gd name="connsiteY758" fmla="*/ 18955 h 857250"/>
                <a:gd name="connsiteX759" fmla="*/ 865061 w 1647825"/>
                <a:gd name="connsiteY759" fmla="*/ 18669 h 857250"/>
                <a:gd name="connsiteX760" fmla="*/ 857536 w 1647825"/>
                <a:gd name="connsiteY760" fmla="*/ 19050 h 857250"/>
                <a:gd name="connsiteX761" fmla="*/ 854964 w 1647825"/>
                <a:gd name="connsiteY761" fmla="*/ 18859 h 857250"/>
                <a:gd name="connsiteX762" fmla="*/ 851916 w 1647825"/>
                <a:gd name="connsiteY762" fmla="*/ 18097 h 857250"/>
                <a:gd name="connsiteX763" fmla="*/ 848201 w 1647825"/>
                <a:gd name="connsiteY763" fmla="*/ 17907 h 857250"/>
                <a:gd name="connsiteX764" fmla="*/ 847344 w 1647825"/>
                <a:gd name="connsiteY764" fmla="*/ 17717 h 857250"/>
                <a:gd name="connsiteX765" fmla="*/ 846773 w 1647825"/>
                <a:gd name="connsiteY765" fmla="*/ 17431 h 857250"/>
                <a:gd name="connsiteX766" fmla="*/ 845439 w 1647825"/>
                <a:gd name="connsiteY766" fmla="*/ 16573 h 857250"/>
                <a:gd name="connsiteX767" fmla="*/ 839343 w 1647825"/>
                <a:gd name="connsiteY767" fmla="*/ 10382 h 857250"/>
                <a:gd name="connsiteX768" fmla="*/ 836867 w 1647825"/>
                <a:gd name="connsiteY768" fmla="*/ 8668 h 857250"/>
                <a:gd name="connsiteX769" fmla="*/ 835819 w 1647825"/>
                <a:gd name="connsiteY769" fmla="*/ 8287 h 857250"/>
                <a:gd name="connsiteX770" fmla="*/ 834962 w 1647825"/>
                <a:gd name="connsiteY770" fmla="*/ 8001 h 857250"/>
                <a:gd name="connsiteX771" fmla="*/ 825722 w 1647825"/>
                <a:gd name="connsiteY771" fmla="*/ 8572 h 857250"/>
                <a:gd name="connsiteX772" fmla="*/ 810578 w 1647825"/>
                <a:gd name="connsiteY772" fmla="*/ 4000 h 857250"/>
                <a:gd name="connsiteX773" fmla="*/ 810101 w 1647825"/>
                <a:gd name="connsiteY773" fmla="*/ 3810 h 857250"/>
                <a:gd name="connsiteX774" fmla="*/ 809625 w 1647825"/>
                <a:gd name="connsiteY774" fmla="*/ 3524 h 857250"/>
                <a:gd name="connsiteX775" fmla="*/ 809244 w 1647825"/>
                <a:gd name="connsiteY775" fmla="*/ 3143 h 857250"/>
                <a:gd name="connsiteX776" fmla="*/ 808958 w 1647825"/>
                <a:gd name="connsiteY776" fmla="*/ 2858 h 857250"/>
                <a:gd name="connsiteX777" fmla="*/ 808768 w 1647825"/>
                <a:gd name="connsiteY777" fmla="*/ 2572 h 857250"/>
                <a:gd name="connsiteX778" fmla="*/ 808482 w 1647825"/>
                <a:gd name="connsiteY778" fmla="*/ 2191 h 857250"/>
                <a:gd name="connsiteX779" fmla="*/ 808006 w 1647825"/>
                <a:gd name="connsiteY779" fmla="*/ 1714 h 857250"/>
                <a:gd name="connsiteX780" fmla="*/ 806768 w 1647825"/>
                <a:gd name="connsiteY780" fmla="*/ 952 h 857250"/>
                <a:gd name="connsiteX781" fmla="*/ 805529 w 1647825"/>
                <a:gd name="connsiteY781" fmla="*/ 571 h 857250"/>
                <a:gd name="connsiteX782" fmla="*/ 800672 w 1647825"/>
                <a:gd name="connsiteY782" fmla="*/ 0 h 857250"/>
                <a:gd name="connsiteX783" fmla="*/ 790956 w 1647825"/>
                <a:gd name="connsiteY783" fmla="*/ 667 h 857250"/>
                <a:gd name="connsiteX784" fmla="*/ 780669 w 1647825"/>
                <a:gd name="connsiteY784" fmla="*/ 2667 h 857250"/>
                <a:gd name="connsiteX785" fmla="*/ 775049 w 1647825"/>
                <a:gd name="connsiteY785" fmla="*/ 3048 h 857250"/>
                <a:gd name="connsiteX786" fmla="*/ 768763 w 1647825"/>
                <a:gd name="connsiteY786" fmla="*/ 2667 h 857250"/>
                <a:gd name="connsiteX787" fmla="*/ 768287 w 1647825"/>
                <a:gd name="connsiteY787" fmla="*/ 2762 h 857250"/>
                <a:gd name="connsiteX788" fmla="*/ 767715 w 1647825"/>
                <a:gd name="connsiteY788" fmla="*/ 2953 h 857250"/>
                <a:gd name="connsiteX789" fmla="*/ 766953 w 1647825"/>
                <a:gd name="connsiteY789" fmla="*/ 3429 h 857250"/>
                <a:gd name="connsiteX790" fmla="*/ 766191 w 1647825"/>
                <a:gd name="connsiteY790" fmla="*/ 4096 h 857250"/>
                <a:gd name="connsiteX791" fmla="*/ 764191 w 1647825"/>
                <a:gd name="connsiteY791" fmla="*/ 6096 h 857250"/>
                <a:gd name="connsiteX792" fmla="*/ 762762 w 1647825"/>
                <a:gd name="connsiteY792" fmla="*/ 7144 h 857250"/>
                <a:gd name="connsiteX793" fmla="*/ 759809 w 1647825"/>
                <a:gd name="connsiteY793" fmla="*/ 8477 h 857250"/>
                <a:gd name="connsiteX794" fmla="*/ 756952 w 1647825"/>
                <a:gd name="connsiteY794" fmla="*/ 9144 h 857250"/>
                <a:gd name="connsiteX795" fmla="*/ 750094 w 1647825"/>
                <a:gd name="connsiteY795" fmla="*/ 9430 h 857250"/>
                <a:gd name="connsiteX796" fmla="*/ 734473 w 1647825"/>
                <a:gd name="connsiteY796" fmla="*/ 12001 h 857250"/>
                <a:gd name="connsiteX797" fmla="*/ 729996 w 1647825"/>
                <a:gd name="connsiteY797" fmla="*/ 11906 h 857250"/>
                <a:gd name="connsiteX798" fmla="*/ 728853 w 1647825"/>
                <a:gd name="connsiteY798" fmla="*/ 11716 h 857250"/>
                <a:gd name="connsiteX799" fmla="*/ 724948 w 1647825"/>
                <a:gd name="connsiteY799" fmla="*/ 10477 h 857250"/>
                <a:gd name="connsiteX800" fmla="*/ 720376 w 1647825"/>
                <a:gd name="connsiteY800" fmla="*/ 8382 h 857250"/>
                <a:gd name="connsiteX801" fmla="*/ 717995 w 1647825"/>
                <a:gd name="connsiteY801" fmla="*/ 7810 h 857250"/>
                <a:gd name="connsiteX802" fmla="*/ 716471 w 1647825"/>
                <a:gd name="connsiteY802" fmla="*/ 8001 h 857250"/>
                <a:gd name="connsiteX803" fmla="*/ 704374 w 1647825"/>
                <a:gd name="connsiteY803" fmla="*/ 14954 h 857250"/>
                <a:gd name="connsiteX804" fmla="*/ 703231 w 1647825"/>
                <a:gd name="connsiteY804" fmla="*/ 15240 h 857250"/>
                <a:gd name="connsiteX805" fmla="*/ 693992 w 1647825"/>
                <a:gd name="connsiteY805" fmla="*/ 16097 h 857250"/>
                <a:gd name="connsiteX806" fmla="*/ 691325 w 1647825"/>
                <a:gd name="connsiteY806" fmla="*/ 16859 h 857250"/>
                <a:gd name="connsiteX807" fmla="*/ 689705 w 1647825"/>
                <a:gd name="connsiteY807" fmla="*/ 17431 h 857250"/>
                <a:gd name="connsiteX808" fmla="*/ 688943 w 1647825"/>
                <a:gd name="connsiteY808" fmla="*/ 17907 h 857250"/>
                <a:gd name="connsiteX809" fmla="*/ 674465 w 1647825"/>
                <a:gd name="connsiteY809" fmla="*/ 18764 h 857250"/>
                <a:gd name="connsiteX810" fmla="*/ 671894 w 1647825"/>
                <a:gd name="connsiteY810" fmla="*/ 19240 h 857250"/>
                <a:gd name="connsiteX811" fmla="*/ 665988 w 1647825"/>
                <a:gd name="connsiteY811" fmla="*/ 22098 h 857250"/>
                <a:gd name="connsiteX812" fmla="*/ 664083 w 1647825"/>
                <a:gd name="connsiteY812" fmla="*/ 22669 h 857250"/>
                <a:gd name="connsiteX813" fmla="*/ 661797 w 1647825"/>
                <a:gd name="connsiteY813" fmla="*/ 23241 h 857250"/>
                <a:gd name="connsiteX814" fmla="*/ 656082 w 1647825"/>
                <a:gd name="connsiteY814" fmla="*/ 23527 h 857250"/>
                <a:gd name="connsiteX815" fmla="*/ 648653 w 1647825"/>
                <a:gd name="connsiteY815" fmla="*/ 22669 h 857250"/>
                <a:gd name="connsiteX816" fmla="*/ 646938 w 1647825"/>
                <a:gd name="connsiteY816" fmla="*/ 22860 h 857250"/>
                <a:gd name="connsiteX817" fmla="*/ 645700 w 1647825"/>
                <a:gd name="connsiteY817" fmla="*/ 23241 h 857250"/>
                <a:gd name="connsiteX818" fmla="*/ 644843 w 1647825"/>
                <a:gd name="connsiteY818" fmla="*/ 24193 h 857250"/>
                <a:gd name="connsiteX819" fmla="*/ 643890 w 1647825"/>
                <a:gd name="connsiteY819" fmla="*/ 25241 h 857250"/>
                <a:gd name="connsiteX820" fmla="*/ 643223 w 1647825"/>
                <a:gd name="connsiteY820" fmla="*/ 26384 h 857250"/>
                <a:gd name="connsiteX821" fmla="*/ 642461 w 1647825"/>
                <a:gd name="connsiteY821" fmla="*/ 27146 h 857250"/>
                <a:gd name="connsiteX822" fmla="*/ 641795 w 1647825"/>
                <a:gd name="connsiteY822" fmla="*/ 27718 h 857250"/>
                <a:gd name="connsiteX823" fmla="*/ 640842 w 1647825"/>
                <a:gd name="connsiteY823" fmla="*/ 28099 h 857250"/>
                <a:gd name="connsiteX824" fmla="*/ 630746 w 1647825"/>
                <a:gd name="connsiteY824" fmla="*/ 30575 h 857250"/>
                <a:gd name="connsiteX825" fmla="*/ 628555 w 1647825"/>
                <a:gd name="connsiteY825" fmla="*/ 31528 h 857250"/>
                <a:gd name="connsiteX826" fmla="*/ 627602 w 1647825"/>
                <a:gd name="connsiteY826" fmla="*/ 32004 h 857250"/>
                <a:gd name="connsiteX827" fmla="*/ 626840 w 1647825"/>
                <a:gd name="connsiteY827" fmla="*/ 32575 h 857250"/>
                <a:gd name="connsiteX828" fmla="*/ 625888 w 1647825"/>
                <a:gd name="connsiteY828" fmla="*/ 33433 h 857250"/>
                <a:gd name="connsiteX829" fmla="*/ 625507 w 1647825"/>
                <a:gd name="connsiteY829" fmla="*/ 34290 h 857250"/>
                <a:gd name="connsiteX830" fmla="*/ 625126 w 1647825"/>
                <a:gd name="connsiteY830" fmla="*/ 35433 h 857250"/>
                <a:gd name="connsiteX831" fmla="*/ 624269 w 1647825"/>
                <a:gd name="connsiteY831" fmla="*/ 40100 h 857250"/>
                <a:gd name="connsiteX832" fmla="*/ 623888 w 1647825"/>
                <a:gd name="connsiteY832" fmla="*/ 41529 h 857250"/>
                <a:gd name="connsiteX833" fmla="*/ 623221 w 1647825"/>
                <a:gd name="connsiteY833" fmla="*/ 42863 h 857250"/>
                <a:gd name="connsiteX834" fmla="*/ 622459 w 1647825"/>
                <a:gd name="connsiteY834" fmla="*/ 44005 h 857250"/>
                <a:gd name="connsiteX835" fmla="*/ 621697 w 1647825"/>
                <a:gd name="connsiteY835" fmla="*/ 44863 h 857250"/>
                <a:gd name="connsiteX836" fmla="*/ 619601 w 1647825"/>
                <a:gd name="connsiteY836" fmla="*/ 46292 h 857250"/>
                <a:gd name="connsiteX837" fmla="*/ 619220 w 1647825"/>
                <a:gd name="connsiteY837" fmla="*/ 46768 h 857250"/>
                <a:gd name="connsiteX838" fmla="*/ 619030 w 1647825"/>
                <a:gd name="connsiteY838" fmla="*/ 47244 h 857250"/>
                <a:gd name="connsiteX839" fmla="*/ 618554 w 1647825"/>
                <a:gd name="connsiteY839" fmla="*/ 49054 h 857250"/>
                <a:gd name="connsiteX840" fmla="*/ 617982 w 1647825"/>
                <a:gd name="connsiteY840" fmla="*/ 52673 h 857250"/>
                <a:gd name="connsiteX841" fmla="*/ 617792 w 1647825"/>
                <a:gd name="connsiteY841" fmla="*/ 53150 h 857250"/>
                <a:gd name="connsiteX842" fmla="*/ 615887 w 1647825"/>
                <a:gd name="connsiteY842" fmla="*/ 57150 h 857250"/>
                <a:gd name="connsiteX843" fmla="*/ 614839 w 1647825"/>
                <a:gd name="connsiteY843" fmla="*/ 58579 h 857250"/>
                <a:gd name="connsiteX844" fmla="*/ 611219 w 1647825"/>
                <a:gd name="connsiteY844" fmla="*/ 61913 h 857250"/>
                <a:gd name="connsiteX845" fmla="*/ 608362 w 1647825"/>
                <a:gd name="connsiteY845" fmla="*/ 66008 h 857250"/>
                <a:gd name="connsiteX846" fmla="*/ 607886 w 1647825"/>
                <a:gd name="connsiteY846" fmla="*/ 66484 h 857250"/>
                <a:gd name="connsiteX847" fmla="*/ 606838 w 1647825"/>
                <a:gd name="connsiteY847" fmla="*/ 67246 h 857250"/>
                <a:gd name="connsiteX848" fmla="*/ 605028 w 1647825"/>
                <a:gd name="connsiteY848" fmla="*/ 68104 h 857250"/>
                <a:gd name="connsiteX849" fmla="*/ 603314 w 1647825"/>
                <a:gd name="connsiteY849" fmla="*/ 68294 h 857250"/>
                <a:gd name="connsiteX850" fmla="*/ 590455 w 1647825"/>
                <a:gd name="connsiteY850" fmla="*/ 67246 h 857250"/>
                <a:gd name="connsiteX851" fmla="*/ 588550 w 1647825"/>
                <a:gd name="connsiteY851" fmla="*/ 67437 h 857250"/>
                <a:gd name="connsiteX852" fmla="*/ 587312 w 1647825"/>
                <a:gd name="connsiteY852" fmla="*/ 67818 h 857250"/>
                <a:gd name="connsiteX853" fmla="*/ 586359 w 1647825"/>
                <a:gd name="connsiteY853" fmla="*/ 68485 h 857250"/>
                <a:gd name="connsiteX854" fmla="*/ 578549 w 1647825"/>
                <a:gd name="connsiteY854" fmla="*/ 76771 h 857250"/>
                <a:gd name="connsiteX855" fmla="*/ 576834 w 1647825"/>
                <a:gd name="connsiteY855" fmla="*/ 77914 h 857250"/>
                <a:gd name="connsiteX856" fmla="*/ 575596 w 1647825"/>
                <a:gd name="connsiteY856" fmla="*/ 78486 h 857250"/>
                <a:gd name="connsiteX857" fmla="*/ 574643 w 1647825"/>
                <a:gd name="connsiteY857" fmla="*/ 78676 h 857250"/>
                <a:gd name="connsiteX858" fmla="*/ 573881 w 1647825"/>
                <a:gd name="connsiteY858" fmla="*/ 78486 h 857250"/>
                <a:gd name="connsiteX859" fmla="*/ 573310 w 1647825"/>
                <a:gd name="connsiteY859" fmla="*/ 78105 h 857250"/>
                <a:gd name="connsiteX860" fmla="*/ 572834 w 1647825"/>
                <a:gd name="connsiteY860" fmla="*/ 77343 h 857250"/>
                <a:gd name="connsiteX861" fmla="*/ 572453 w 1647825"/>
                <a:gd name="connsiteY861" fmla="*/ 76486 h 857250"/>
                <a:gd name="connsiteX862" fmla="*/ 571405 w 1647825"/>
                <a:gd name="connsiteY862" fmla="*/ 73533 h 857250"/>
                <a:gd name="connsiteX863" fmla="*/ 571214 w 1647825"/>
                <a:gd name="connsiteY863" fmla="*/ 73057 h 857250"/>
                <a:gd name="connsiteX864" fmla="*/ 570929 w 1647825"/>
                <a:gd name="connsiteY864" fmla="*/ 72771 h 857250"/>
                <a:gd name="connsiteX865" fmla="*/ 565118 w 1647825"/>
                <a:gd name="connsiteY865" fmla="*/ 69533 h 857250"/>
                <a:gd name="connsiteX866" fmla="*/ 564356 w 1647825"/>
                <a:gd name="connsiteY866" fmla="*/ 69247 h 857250"/>
                <a:gd name="connsiteX867" fmla="*/ 563309 w 1647825"/>
                <a:gd name="connsiteY867" fmla="*/ 68961 h 857250"/>
                <a:gd name="connsiteX868" fmla="*/ 560165 w 1647825"/>
                <a:gd name="connsiteY868" fmla="*/ 68771 h 857250"/>
                <a:gd name="connsiteX869" fmla="*/ 558356 w 1647825"/>
                <a:gd name="connsiteY869" fmla="*/ 68961 h 857250"/>
                <a:gd name="connsiteX870" fmla="*/ 556355 w 1647825"/>
                <a:gd name="connsiteY870" fmla="*/ 69533 h 857250"/>
                <a:gd name="connsiteX871" fmla="*/ 554260 w 1647825"/>
                <a:gd name="connsiteY871" fmla="*/ 70485 h 857250"/>
                <a:gd name="connsiteX872" fmla="*/ 551688 w 1647825"/>
                <a:gd name="connsiteY872" fmla="*/ 71247 h 857250"/>
                <a:gd name="connsiteX873" fmla="*/ 550640 w 1647825"/>
                <a:gd name="connsiteY873" fmla="*/ 71342 h 857250"/>
                <a:gd name="connsiteX874" fmla="*/ 549783 w 1647825"/>
                <a:gd name="connsiteY874" fmla="*/ 71342 h 857250"/>
                <a:gd name="connsiteX875" fmla="*/ 549307 w 1647825"/>
                <a:gd name="connsiteY875" fmla="*/ 71152 h 857250"/>
                <a:gd name="connsiteX876" fmla="*/ 546926 w 1647825"/>
                <a:gd name="connsiteY876" fmla="*/ 69913 h 857250"/>
                <a:gd name="connsiteX877" fmla="*/ 546164 w 1647825"/>
                <a:gd name="connsiteY877" fmla="*/ 69723 h 857250"/>
                <a:gd name="connsiteX878" fmla="*/ 543211 w 1647825"/>
                <a:gd name="connsiteY878" fmla="*/ 69342 h 857250"/>
                <a:gd name="connsiteX879" fmla="*/ 541020 w 1647825"/>
                <a:gd name="connsiteY879" fmla="*/ 69437 h 857250"/>
                <a:gd name="connsiteX880" fmla="*/ 522922 w 1647825"/>
                <a:gd name="connsiteY880" fmla="*/ 75343 h 857250"/>
                <a:gd name="connsiteX881" fmla="*/ 516826 w 1647825"/>
                <a:gd name="connsiteY881" fmla="*/ 80867 h 857250"/>
                <a:gd name="connsiteX882" fmla="*/ 511207 w 1647825"/>
                <a:gd name="connsiteY882" fmla="*/ 84106 h 857250"/>
                <a:gd name="connsiteX883" fmla="*/ 495872 w 1647825"/>
                <a:gd name="connsiteY883" fmla="*/ 87344 h 857250"/>
                <a:gd name="connsiteX884" fmla="*/ 494157 w 1647825"/>
                <a:gd name="connsiteY884" fmla="*/ 88106 h 857250"/>
                <a:gd name="connsiteX885" fmla="*/ 466249 w 1647825"/>
                <a:gd name="connsiteY885" fmla="*/ 104775 h 857250"/>
                <a:gd name="connsiteX886" fmla="*/ 463010 w 1647825"/>
                <a:gd name="connsiteY886" fmla="*/ 105918 h 857250"/>
                <a:gd name="connsiteX887" fmla="*/ 461486 w 1647825"/>
                <a:gd name="connsiteY887" fmla="*/ 106108 h 857250"/>
                <a:gd name="connsiteX888" fmla="*/ 459772 w 1647825"/>
                <a:gd name="connsiteY888" fmla="*/ 105918 h 857250"/>
                <a:gd name="connsiteX889" fmla="*/ 458153 w 1647825"/>
                <a:gd name="connsiteY889" fmla="*/ 105346 h 857250"/>
                <a:gd name="connsiteX890" fmla="*/ 453199 w 1647825"/>
                <a:gd name="connsiteY890" fmla="*/ 102489 h 857250"/>
                <a:gd name="connsiteX891" fmla="*/ 452247 w 1647825"/>
                <a:gd name="connsiteY891" fmla="*/ 102108 h 857250"/>
                <a:gd name="connsiteX892" fmla="*/ 451009 w 1647825"/>
                <a:gd name="connsiteY892" fmla="*/ 101917 h 857250"/>
                <a:gd name="connsiteX893" fmla="*/ 449770 w 1647825"/>
                <a:gd name="connsiteY893" fmla="*/ 101917 h 857250"/>
                <a:gd name="connsiteX894" fmla="*/ 447866 w 1647825"/>
                <a:gd name="connsiteY894" fmla="*/ 102108 h 857250"/>
                <a:gd name="connsiteX895" fmla="*/ 438722 w 1647825"/>
                <a:gd name="connsiteY895" fmla="*/ 106204 h 857250"/>
                <a:gd name="connsiteX896" fmla="*/ 418338 w 1647825"/>
                <a:gd name="connsiteY896" fmla="*/ 107633 h 857250"/>
                <a:gd name="connsiteX897" fmla="*/ 414338 w 1647825"/>
                <a:gd name="connsiteY897" fmla="*/ 107537 h 857250"/>
                <a:gd name="connsiteX898" fmla="*/ 412337 w 1647825"/>
                <a:gd name="connsiteY898" fmla="*/ 106966 h 857250"/>
                <a:gd name="connsiteX899" fmla="*/ 409004 w 1647825"/>
                <a:gd name="connsiteY899" fmla="*/ 105156 h 857250"/>
                <a:gd name="connsiteX900" fmla="*/ 405289 w 1647825"/>
                <a:gd name="connsiteY900" fmla="*/ 104299 h 857250"/>
                <a:gd name="connsiteX901" fmla="*/ 397383 w 1647825"/>
                <a:gd name="connsiteY901" fmla="*/ 104299 h 857250"/>
                <a:gd name="connsiteX902" fmla="*/ 395383 w 1647825"/>
                <a:gd name="connsiteY902" fmla="*/ 104013 h 857250"/>
                <a:gd name="connsiteX903" fmla="*/ 394049 w 1647825"/>
                <a:gd name="connsiteY903" fmla="*/ 103537 h 857250"/>
                <a:gd name="connsiteX904" fmla="*/ 391382 w 1647825"/>
                <a:gd name="connsiteY904" fmla="*/ 102394 h 857250"/>
                <a:gd name="connsiteX905" fmla="*/ 388811 w 1647825"/>
                <a:gd name="connsiteY905" fmla="*/ 101632 h 857250"/>
                <a:gd name="connsiteX906" fmla="*/ 387191 w 1647825"/>
                <a:gd name="connsiteY906" fmla="*/ 101346 h 857250"/>
                <a:gd name="connsiteX907" fmla="*/ 385953 w 1647825"/>
                <a:gd name="connsiteY907" fmla="*/ 101441 h 857250"/>
                <a:gd name="connsiteX908" fmla="*/ 381667 w 1647825"/>
                <a:gd name="connsiteY908" fmla="*/ 102965 h 857250"/>
                <a:gd name="connsiteX909" fmla="*/ 378905 w 1647825"/>
                <a:gd name="connsiteY909" fmla="*/ 103251 h 857250"/>
                <a:gd name="connsiteX910" fmla="*/ 376999 w 1647825"/>
                <a:gd name="connsiteY910" fmla="*/ 102394 h 857250"/>
                <a:gd name="connsiteX911" fmla="*/ 375761 w 1647825"/>
                <a:gd name="connsiteY911" fmla="*/ 101251 h 857250"/>
                <a:gd name="connsiteX912" fmla="*/ 374237 w 1647825"/>
                <a:gd name="connsiteY912" fmla="*/ 99727 h 857250"/>
                <a:gd name="connsiteX913" fmla="*/ 372523 w 1647825"/>
                <a:gd name="connsiteY913" fmla="*/ 98298 h 857250"/>
                <a:gd name="connsiteX914" fmla="*/ 369665 w 1647825"/>
                <a:gd name="connsiteY914" fmla="*/ 96869 h 857250"/>
                <a:gd name="connsiteX915" fmla="*/ 367951 w 1647825"/>
                <a:gd name="connsiteY915" fmla="*/ 95821 h 857250"/>
                <a:gd name="connsiteX916" fmla="*/ 366903 w 1647825"/>
                <a:gd name="connsiteY916" fmla="*/ 94869 h 857250"/>
                <a:gd name="connsiteX917" fmla="*/ 366617 w 1647825"/>
                <a:gd name="connsiteY917" fmla="*/ 94107 h 857250"/>
                <a:gd name="connsiteX918" fmla="*/ 366522 w 1647825"/>
                <a:gd name="connsiteY918" fmla="*/ 93440 h 857250"/>
                <a:gd name="connsiteX919" fmla="*/ 366522 w 1647825"/>
                <a:gd name="connsiteY919" fmla="*/ 92297 h 857250"/>
                <a:gd name="connsiteX920" fmla="*/ 367474 w 1647825"/>
                <a:gd name="connsiteY920" fmla="*/ 84010 h 857250"/>
                <a:gd name="connsiteX921" fmla="*/ 367284 w 1647825"/>
                <a:gd name="connsiteY921" fmla="*/ 82010 h 857250"/>
                <a:gd name="connsiteX922" fmla="*/ 366617 w 1647825"/>
                <a:gd name="connsiteY922" fmla="*/ 80010 h 857250"/>
                <a:gd name="connsiteX923" fmla="*/ 365665 w 1647825"/>
                <a:gd name="connsiteY923" fmla="*/ 78486 h 857250"/>
                <a:gd name="connsiteX924" fmla="*/ 364045 w 1647825"/>
                <a:gd name="connsiteY924" fmla="*/ 76867 h 857250"/>
                <a:gd name="connsiteX925" fmla="*/ 362141 w 1647825"/>
                <a:gd name="connsiteY925" fmla="*/ 76009 h 857250"/>
                <a:gd name="connsiteX926" fmla="*/ 359950 w 1647825"/>
                <a:gd name="connsiteY926" fmla="*/ 75438 h 857250"/>
                <a:gd name="connsiteX927" fmla="*/ 355187 w 1647825"/>
                <a:gd name="connsiteY927" fmla="*/ 75152 h 857250"/>
                <a:gd name="connsiteX928" fmla="*/ 353378 w 1647825"/>
                <a:gd name="connsiteY928" fmla="*/ 75438 h 857250"/>
                <a:gd name="connsiteX929" fmla="*/ 351949 w 1647825"/>
                <a:gd name="connsiteY929" fmla="*/ 75819 h 857250"/>
                <a:gd name="connsiteX930" fmla="*/ 347663 w 1647825"/>
                <a:gd name="connsiteY930" fmla="*/ 78486 h 857250"/>
                <a:gd name="connsiteX931" fmla="*/ 346043 w 1647825"/>
                <a:gd name="connsiteY931" fmla="*/ 79248 h 857250"/>
                <a:gd name="connsiteX932" fmla="*/ 342900 w 1647825"/>
                <a:gd name="connsiteY932" fmla="*/ 79153 h 857250"/>
                <a:gd name="connsiteX933" fmla="*/ 325850 w 1647825"/>
                <a:gd name="connsiteY933" fmla="*/ 75533 h 857250"/>
                <a:gd name="connsiteX934" fmla="*/ 323469 w 1647825"/>
                <a:gd name="connsiteY934" fmla="*/ 75343 h 857250"/>
                <a:gd name="connsiteX935" fmla="*/ 322326 w 1647825"/>
                <a:gd name="connsiteY935" fmla="*/ 75724 h 857250"/>
                <a:gd name="connsiteX936" fmla="*/ 321278 w 1647825"/>
                <a:gd name="connsiteY936" fmla="*/ 76390 h 857250"/>
                <a:gd name="connsiteX937" fmla="*/ 319088 w 1647825"/>
                <a:gd name="connsiteY937" fmla="*/ 78105 h 857250"/>
                <a:gd name="connsiteX938" fmla="*/ 318040 w 1647825"/>
                <a:gd name="connsiteY938" fmla="*/ 78581 h 857250"/>
                <a:gd name="connsiteX939" fmla="*/ 316325 w 1647825"/>
                <a:gd name="connsiteY939" fmla="*/ 79153 h 857250"/>
                <a:gd name="connsiteX940" fmla="*/ 315468 w 1647825"/>
                <a:gd name="connsiteY940" fmla="*/ 79819 h 857250"/>
                <a:gd name="connsiteX941" fmla="*/ 314706 w 1647825"/>
                <a:gd name="connsiteY941" fmla="*/ 80867 h 857250"/>
                <a:gd name="connsiteX942" fmla="*/ 314325 w 1647825"/>
                <a:gd name="connsiteY942" fmla="*/ 82296 h 857250"/>
                <a:gd name="connsiteX943" fmla="*/ 314230 w 1647825"/>
                <a:gd name="connsiteY943" fmla="*/ 85820 h 857250"/>
                <a:gd name="connsiteX944" fmla="*/ 313944 w 1647825"/>
                <a:gd name="connsiteY944" fmla="*/ 86868 h 857250"/>
                <a:gd name="connsiteX945" fmla="*/ 313563 w 1647825"/>
                <a:gd name="connsiteY945" fmla="*/ 87916 h 857250"/>
                <a:gd name="connsiteX946" fmla="*/ 313087 w 1647825"/>
                <a:gd name="connsiteY946" fmla="*/ 88773 h 857250"/>
                <a:gd name="connsiteX947" fmla="*/ 312325 w 1647825"/>
                <a:gd name="connsiteY947" fmla="*/ 89535 h 857250"/>
                <a:gd name="connsiteX948" fmla="*/ 306991 w 1647825"/>
                <a:gd name="connsiteY948" fmla="*/ 93345 h 857250"/>
                <a:gd name="connsiteX949" fmla="*/ 296132 w 1647825"/>
                <a:gd name="connsiteY949" fmla="*/ 98965 h 857250"/>
                <a:gd name="connsiteX950" fmla="*/ 295275 w 1647825"/>
                <a:gd name="connsiteY950" fmla="*/ 99536 h 857250"/>
                <a:gd name="connsiteX951" fmla="*/ 294513 w 1647825"/>
                <a:gd name="connsiteY951" fmla="*/ 100393 h 857250"/>
                <a:gd name="connsiteX952" fmla="*/ 294037 w 1647825"/>
                <a:gd name="connsiteY952" fmla="*/ 101060 h 857250"/>
                <a:gd name="connsiteX953" fmla="*/ 293751 w 1647825"/>
                <a:gd name="connsiteY953" fmla="*/ 101822 h 857250"/>
                <a:gd name="connsiteX954" fmla="*/ 292703 w 1647825"/>
                <a:gd name="connsiteY954" fmla="*/ 106775 h 857250"/>
                <a:gd name="connsiteX955" fmla="*/ 292227 w 1647825"/>
                <a:gd name="connsiteY955" fmla="*/ 108394 h 857250"/>
                <a:gd name="connsiteX956" fmla="*/ 291656 w 1647825"/>
                <a:gd name="connsiteY956" fmla="*/ 109442 h 857250"/>
                <a:gd name="connsiteX957" fmla="*/ 290989 w 1647825"/>
                <a:gd name="connsiteY957" fmla="*/ 110204 h 857250"/>
                <a:gd name="connsiteX958" fmla="*/ 290227 w 1647825"/>
                <a:gd name="connsiteY958" fmla="*/ 110966 h 857250"/>
                <a:gd name="connsiteX959" fmla="*/ 289370 w 1647825"/>
                <a:gd name="connsiteY959" fmla="*/ 111538 h 857250"/>
                <a:gd name="connsiteX960" fmla="*/ 283178 w 1647825"/>
                <a:gd name="connsiteY960" fmla="*/ 114205 h 857250"/>
                <a:gd name="connsiteX961" fmla="*/ 266129 w 1647825"/>
                <a:gd name="connsiteY961" fmla="*/ 118777 h 857250"/>
                <a:gd name="connsiteX962" fmla="*/ 257556 w 1647825"/>
                <a:gd name="connsiteY962" fmla="*/ 119539 h 857250"/>
                <a:gd name="connsiteX963" fmla="*/ 255365 w 1647825"/>
                <a:gd name="connsiteY963" fmla="*/ 119348 h 857250"/>
                <a:gd name="connsiteX964" fmla="*/ 253937 w 1647825"/>
                <a:gd name="connsiteY964" fmla="*/ 118777 h 857250"/>
                <a:gd name="connsiteX965" fmla="*/ 252889 w 1647825"/>
                <a:gd name="connsiteY965" fmla="*/ 118110 h 857250"/>
                <a:gd name="connsiteX966" fmla="*/ 246221 w 1647825"/>
                <a:gd name="connsiteY966" fmla="*/ 112395 h 857250"/>
                <a:gd name="connsiteX967" fmla="*/ 244602 w 1647825"/>
                <a:gd name="connsiteY967" fmla="*/ 111538 h 857250"/>
                <a:gd name="connsiteX968" fmla="*/ 242697 w 1647825"/>
                <a:gd name="connsiteY968" fmla="*/ 110871 h 857250"/>
                <a:gd name="connsiteX969" fmla="*/ 239459 w 1647825"/>
                <a:gd name="connsiteY969" fmla="*/ 110300 h 857250"/>
                <a:gd name="connsiteX970" fmla="*/ 237839 w 1647825"/>
                <a:gd name="connsiteY970" fmla="*/ 110300 h 857250"/>
                <a:gd name="connsiteX971" fmla="*/ 230029 w 1647825"/>
                <a:gd name="connsiteY971" fmla="*/ 112014 h 857250"/>
                <a:gd name="connsiteX972" fmla="*/ 227933 w 1647825"/>
                <a:gd name="connsiteY972" fmla="*/ 112109 h 857250"/>
                <a:gd name="connsiteX973" fmla="*/ 226124 w 1647825"/>
                <a:gd name="connsiteY973" fmla="*/ 111823 h 857250"/>
                <a:gd name="connsiteX974" fmla="*/ 223552 w 1647825"/>
                <a:gd name="connsiteY974" fmla="*/ 110585 h 857250"/>
                <a:gd name="connsiteX975" fmla="*/ 219742 w 1647825"/>
                <a:gd name="connsiteY975" fmla="*/ 108204 h 857250"/>
                <a:gd name="connsiteX976" fmla="*/ 217837 w 1647825"/>
                <a:gd name="connsiteY976" fmla="*/ 106204 h 857250"/>
                <a:gd name="connsiteX977" fmla="*/ 216599 w 1647825"/>
                <a:gd name="connsiteY977" fmla="*/ 105251 h 857250"/>
                <a:gd name="connsiteX978" fmla="*/ 215170 w 1647825"/>
                <a:gd name="connsiteY978" fmla="*/ 104680 h 857250"/>
                <a:gd name="connsiteX979" fmla="*/ 214122 w 1647825"/>
                <a:gd name="connsiteY979" fmla="*/ 104775 h 857250"/>
                <a:gd name="connsiteX980" fmla="*/ 213360 w 1647825"/>
                <a:gd name="connsiteY980" fmla="*/ 105346 h 857250"/>
                <a:gd name="connsiteX981" fmla="*/ 212693 w 1647825"/>
                <a:gd name="connsiteY981" fmla="*/ 106204 h 857250"/>
                <a:gd name="connsiteX982" fmla="*/ 212312 w 1647825"/>
                <a:gd name="connsiteY982" fmla="*/ 107251 h 857250"/>
                <a:gd name="connsiteX983" fmla="*/ 212027 w 1647825"/>
                <a:gd name="connsiteY983" fmla="*/ 108109 h 857250"/>
                <a:gd name="connsiteX984" fmla="*/ 211931 w 1647825"/>
                <a:gd name="connsiteY984" fmla="*/ 108680 h 857250"/>
                <a:gd name="connsiteX985" fmla="*/ 211931 w 1647825"/>
                <a:gd name="connsiteY985" fmla="*/ 109442 h 857250"/>
                <a:gd name="connsiteX986" fmla="*/ 212217 w 1647825"/>
                <a:gd name="connsiteY986" fmla="*/ 112395 h 857250"/>
                <a:gd name="connsiteX987" fmla="*/ 212122 w 1647825"/>
                <a:gd name="connsiteY987" fmla="*/ 113062 h 857250"/>
                <a:gd name="connsiteX988" fmla="*/ 211646 w 1647825"/>
                <a:gd name="connsiteY988" fmla="*/ 113443 h 857250"/>
                <a:gd name="connsiteX989" fmla="*/ 210788 w 1647825"/>
                <a:gd name="connsiteY989" fmla="*/ 113824 h 857250"/>
                <a:gd name="connsiteX990" fmla="*/ 209264 w 1647825"/>
                <a:gd name="connsiteY990" fmla="*/ 114109 h 857250"/>
                <a:gd name="connsiteX991" fmla="*/ 208312 w 1647825"/>
                <a:gd name="connsiteY991" fmla="*/ 114205 h 857250"/>
                <a:gd name="connsiteX992" fmla="*/ 207645 w 1647825"/>
                <a:gd name="connsiteY992" fmla="*/ 114109 h 857250"/>
                <a:gd name="connsiteX993" fmla="*/ 205740 w 1647825"/>
                <a:gd name="connsiteY993" fmla="*/ 113157 h 857250"/>
                <a:gd name="connsiteX994" fmla="*/ 200787 w 1647825"/>
                <a:gd name="connsiteY994" fmla="*/ 109823 h 857250"/>
                <a:gd name="connsiteX995" fmla="*/ 199358 w 1647825"/>
                <a:gd name="connsiteY995" fmla="*/ 109156 h 857250"/>
                <a:gd name="connsiteX996" fmla="*/ 198025 w 1647825"/>
                <a:gd name="connsiteY996" fmla="*/ 108871 h 857250"/>
                <a:gd name="connsiteX997" fmla="*/ 196977 w 1647825"/>
                <a:gd name="connsiteY997" fmla="*/ 108775 h 857250"/>
                <a:gd name="connsiteX998" fmla="*/ 195739 w 1647825"/>
                <a:gd name="connsiteY998" fmla="*/ 108775 h 857250"/>
                <a:gd name="connsiteX999" fmla="*/ 192596 w 1647825"/>
                <a:gd name="connsiteY999" fmla="*/ 109156 h 857250"/>
                <a:gd name="connsiteX1000" fmla="*/ 190595 w 1647825"/>
                <a:gd name="connsiteY1000" fmla="*/ 109156 h 857250"/>
                <a:gd name="connsiteX1001" fmla="*/ 189928 w 1647825"/>
                <a:gd name="connsiteY1001" fmla="*/ 109061 h 857250"/>
                <a:gd name="connsiteX1002" fmla="*/ 188881 w 1647825"/>
                <a:gd name="connsiteY1002" fmla="*/ 108775 h 857250"/>
                <a:gd name="connsiteX1003" fmla="*/ 186880 w 1647825"/>
                <a:gd name="connsiteY1003" fmla="*/ 107823 h 857250"/>
                <a:gd name="connsiteX1004" fmla="*/ 183452 w 1647825"/>
                <a:gd name="connsiteY1004" fmla="*/ 105727 h 857250"/>
                <a:gd name="connsiteX1005" fmla="*/ 182975 w 1647825"/>
                <a:gd name="connsiteY1005" fmla="*/ 105537 h 857250"/>
                <a:gd name="connsiteX1006" fmla="*/ 181832 w 1647825"/>
                <a:gd name="connsiteY1006" fmla="*/ 105251 h 857250"/>
                <a:gd name="connsiteX1007" fmla="*/ 172593 w 1647825"/>
                <a:gd name="connsiteY1007" fmla="*/ 104584 h 857250"/>
                <a:gd name="connsiteX1008" fmla="*/ 170307 w 1647825"/>
                <a:gd name="connsiteY1008" fmla="*/ 104013 h 857250"/>
                <a:gd name="connsiteX1009" fmla="*/ 168212 w 1647825"/>
                <a:gd name="connsiteY1009" fmla="*/ 103251 h 857250"/>
                <a:gd name="connsiteX1010" fmla="*/ 160401 w 1647825"/>
                <a:gd name="connsiteY1010" fmla="*/ 98012 h 857250"/>
                <a:gd name="connsiteX1011" fmla="*/ 158591 w 1647825"/>
                <a:gd name="connsiteY1011" fmla="*/ 96393 h 857250"/>
                <a:gd name="connsiteX1012" fmla="*/ 154877 w 1647825"/>
                <a:gd name="connsiteY1012" fmla="*/ 92964 h 857250"/>
                <a:gd name="connsiteX1013" fmla="*/ 154305 w 1647825"/>
                <a:gd name="connsiteY1013" fmla="*/ 92678 h 857250"/>
                <a:gd name="connsiteX1014" fmla="*/ 151257 w 1647825"/>
                <a:gd name="connsiteY1014" fmla="*/ 91250 h 857250"/>
                <a:gd name="connsiteX1015" fmla="*/ 150114 w 1647825"/>
                <a:gd name="connsiteY1015" fmla="*/ 92488 h 857250"/>
                <a:gd name="connsiteX1016" fmla="*/ 150019 w 1647825"/>
                <a:gd name="connsiteY1016" fmla="*/ 93250 h 857250"/>
                <a:gd name="connsiteX1017" fmla="*/ 150019 w 1647825"/>
                <a:gd name="connsiteY1017" fmla="*/ 93726 h 857250"/>
                <a:gd name="connsiteX1018" fmla="*/ 150209 w 1647825"/>
                <a:gd name="connsiteY1018" fmla="*/ 95250 h 857250"/>
                <a:gd name="connsiteX1019" fmla="*/ 150400 w 1647825"/>
                <a:gd name="connsiteY1019" fmla="*/ 96964 h 857250"/>
                <a:gd name="connsiteX1020" fmla="*/ 150400 w 1647825"/>
                <a:gd name="connsiteY1020" fmla="*/ 100203 h 857250"/>
                <a:gd name="connsiteX1021" fmla="*/ 150114 w 1647825"/>
                <a:gd name="connsiteY1021" fmla="*/ 102013 h 857250"/>
                <a:gd name="connsiteX1022" fmla="*/ 149733 w 1647825"/>
                <a:gd name="connsiteY1022" fmla="*/ 103442 h 857250"/>
                <a:gd name="connsiteX1023" fmla="*/ 148209 w 1647825"/>
                <a:gd name="connsiteY1023" fmla="*/ 106108 h 857250"/>
                <a:gd name="connsiteX1024" fmla="*/ 143447 w 1647825"/>
                <a:gd name="connsiteY1024" fmla="*/ 118015 h 857250"/>
                <a:gd name="connsiteX1025" fmla="*/ 142589 w 1647825"/>
                <a:gd name="connsiteY1025" fmla="*/ 119729 h 857250"/>
                <a:gd name="connsiteX1026" fmla="*/ 141446 w 1647825"/>
                <a:gd name="connsiteY1026" fmla="*/ 121253 h 857250"/>
                <a:gd name="connsiteX1027" fmla="*/ 137160 w 1647825"/>
                <a:gd name="connsiteY1027" fmla="*/ 125158 h 857250"/>
                <a:gd name="connsiteX1028" fmla="*/ 132302 w 1647825"/>
                <a:gd name="connsiteY1028" fmla="*/ 130969 h 857250"/>
                <a:gd name="connsiteX1029" fmla="*/ 130969 w 1647825"/>
                <a:gd name="connsiteY1029" fmla="*/ 132969 h 857250"/>
                <a:gd name="connsiteX1030" fmla="*/ 130493 w 1647825"/>
                <a:gd name="connsiteY1030" fmla="*/ 134302 h 857250"/>
                <a:gd name="connsiteX1031" fmla="*/ 130493 w 1647825"/>
                <a:gd name="connsiteY1031" fmla="*/ 135541 h 857250"/>
                <a:gd name="connsiteX1032" fmla="*/ 130874 w 1647825"/>
                <a:gd name="connsiteY1032" fmla="*/ 136398 h 857250"/>
                <a:gd name="connsiteX1033" fmla="*/ 131445 w 1647825"/>
                <a:gd name="connsiteY1033" fmla="*/ 137160 h 857250"/>
                <a:gd name="connsiteX1034" fmla="*/ 132017 w 1647825"/>
                <a:gd name="connsiteY1034" fmla="*/ 137922 h 857250"/>
                <a:gd name="connsiteX1035" fmla="*/ 132588 w 1647825"/>
                <a:gd name="connsiteY1035" fmla="*/ 138684 h 857250"/>
                <a:gd name="connsiteX1036" fmla="*/ 132969 w 1647825"/>
                <a:gd name="connsiteY1036" fmla="*/ 139732 h 857250"/>
                <a:gd name="connsiteX1037" fmla="*/ 133160 w 1647825"/>
                <a:gd name="connsiteY1037" fmla="*/ 140875 h 857250"/>
                <a:gd name="connsiteX1038" fmla="*/ 132874 w 1647825"/>
                <a:gd name="connsiteY1038" fmla="*/ 142494 h 857250"/>
                <a:gd name="connsiteX1039" fmla="*/ 132398 w 1647825"/>
                <a:gd name="connsiteY1039" fmla="*/ 143637 h 857250"/>
                <a:gd name="connsiteX1040" fmla="*/ 131731 w 1647825"/>
                <a:gd name="connsiteY1040" fmla="*/ 144494 h 857250"/>
                <a:gd name="connsiteX1041" fmla="*/ 130874 w 1647825"/>
                <a:gd name="connsiteY1041" fmla="*/ 145066 h 857250"/>
                <a:gd name="connsiteX1042" fmla="*/ 130207 w 1647825"/>
                <a:gd name="connsiteY1042" fmla="*/ 145447 h 857250"/>
                <a:gd name="connsiteX1043" fmla="*/ 129445 w 1647825"/>
                <a:gd name="connsiteY1043" fmla="*/ 145733 h 857250"/>
                <a:gd name="connsiteX1044" fmla="*/ 125540 w 1647825"/>
                <a:gd name="connsiteY1044" fmla="*/ 146304 h 857250"/>
                <a:gd name="connsiteX1045" fmla="*/ 124492 w 1647825"/>
                <a:gd name="connsiteY1045" fmla="*/ 146590 h 857250"/>
                <a:gd name="connsiteX1046" fmla="*/ 123444 w 1647825"/>
                <a:gd name="connsiteY1046" fmla="*/ 147066 h 857250"/>
                <a:gd name="connsiteX1047" fmla="*/ 122396 w 1647825"/>
                <a:gd name="connsiteY1047" fmla="*/ 147733 h 857250"/>
                <a:gd name="connsiteX1048" fmla="*/ 121444 w 1647825"/>
                <a:gd name="connsiteY1048" fmla="*/ 148685 h 857250"/>
                <a:gd name="connsiteX1049" fmla="*/ 120110 w 1647825"/>
                <a:gd name="connsiteY1049" fmla="*/ 150400 h 857250"/>
                <a:gd name="connsiteX1050" fmla="*/ 119825 w 1647825"/>
                <a:gd name="connsiteY1050" fmla="*/ 151733 h 857250"/>
                <a:gd name="connsiteX1051" fmla="*/ 119825 w 1647825"/>
                <a:gd name="connsiteY1051" fmla="*/ 152971 h 857250"/>
                <a:gd name="connsiteX1052" fmla="*/ 121253 w 1647825"/>
                <a:gd name="connsiteY1052" fmla="*/ 155638 h 857250"/>
                <a:gd name="connsiteX1053" fmla="*/ 121539 w 1647825"/>
                <a:gd name="connsiteY1053" fmla="*/ 156591 h 857250"/>
                <a:gd name="connsiteX1054" fmla="*/ 122015 w 1647825"/>
                <a:gd name="connsiteY1054" fmla="*/ 160210 h 857250"/>
                <a:gd name="connsiteX1055" fmla="*/ 122301 w 1647825"/>
                <a:gd name="connsiteY1055" fmla="*/ 161258 h 857250"/>
                <a:gd name="connsiteX1056" fmla="*/ 122682 w 1647825"/>
                <a:gd name="connsiteY1056" fmla="*/ 162211 h 857250"/>
                <a:gd name="connsiteX1057" fmla="*/ 125635 w 1647825"/>
                <a:gd name="connsiteY1057" fmla="*/ 166116 h 857250"/>
                <a:gd name="connsiteX1058" fmla="*/ 126016 w 1647825"/>
                <a:gd name="connsiteY1058" fmla="*/ 166973 h 857250"/>
                <a:gd name="connsiteX1059" fmla="*/ 126302 w 1647825"/>
                <a:gd name="connsiteY1059" fmla="*/ 168212 h 857250"/>
                <a:gd name="connsiteX1060" fmla="*/ 126397 w 1647825"/>
                <a:gd name="connsiteY1060" fmla="*/ 169735 h 857250"/>
                <a:gd name="connsiteX1061" fmla="*/ 126206 w 1647825"/>
                <a:gd name="connsiteY1061" fmla="*/ 171926 h 857250"/>
                <a:gd name="connsiteX1062" fmla="*/ 125921 w 1647825"/>
                <a:gd name="connsiteY1062" fmla="*/ 173164 h 857250"/>
                <a:gd name="connsiteX1063" fmla="*/ 124778 w 1647825"/>
                <a:gd name="connsiteY1063" fmla="*/ 175165 h 857250"/>
                <a:gd name="connsiteX1064" fmla="*/ 124397 w 1647825"/>
                <a:gd name="connsiteY1064" fmla="*/ 175927 h 857250"/>
                <a:gd name="connsiteX1065" fmla="*/ 122492 w 1647825"/>
                <a:gd name="connsiteY1065" fmla="*/ 178879 h 857250"/>
                <a:gd name="connsiteX1066" fmla="*/ 119729 w 1647825"/>
                <a:gd name="connsiteY1066" fmla="*/ 186214 h 857250"/>
                <a:gd name="connsiteX1067" fmla="*/ 118396 w 1647825"/>
                <a:gd name="connsiteY1067" fmla="*/ 188976 h 857250"/>
                <a:gd name="connsiteX1068" fmla="*/ 112871 w 1647825"/>
                <a:gd name="connsiteY1068" fmla="*/ 197739 h 857250"/>
                <a:gd name="connsiteX1069" fmla="*/ 111824 w 1647825"/>
                <a:gd name="connsiteY1069" fmla="*/ 198882 h 857250"/>
                <a:gd name="connsiteX1070" fmla="*/ 110966 w 1647825"/>
                <a:gd name="connsiteY1070" fmla="*/ 199358 h 857250"/>
                <a:gd name="connsiteX1071" fmla="*/ 109919 w 1647825"/>
                <a:gd name="connsiteY1071" fmla="*/ 199644 h 857250"/>
                <a:gd name="connsiteX1072" fmla="*/ 108776 w 1647825"/>
                <a:gd name="connsiteY1072" fmla="*/ 199739 h 857250"/>
                <a:gd name="connsiteX1073" fmla="*/ 107632 w 1647825"/>
                <a:gd name="connsiteY1073" fmla="*/ 199644 h 857250"/>
                <a:gd name="connsiteX1074" fmla="*/ 106775 w 1647825"/>
                <a:gd name="connsiteY1074" fmla="*/ 199454 h 857250"/>
                <a:gd name="connsiteX1075" fmla="*/ 106204 w 1647825"/>
                <a:gd name="connsiteY1075" fmla="*/ 199263 h 857250"/>
                <a:gd name="connsiteX1076" fmla="*/ 105823 w 1647825"/>
                <a:gd name="connsiteY1076" fmla="*/ 199072 h 857250"/>
                <a:gd name="connsiteX1077" fmla="*/ 101727 w 1647825"/>
                <a:gd name="connsiteY1077" fmla="*/ 196691 h 857250"/>
                <a:gd name="connsiteX1078" fmla="*/ 97631 w 1647825"/>
                <a:gd name="connsiteY1078" fmla="*/ 195072 h 857250"/>
                <a:gd name="connsiteX1079" fmla="*/ 90392 w 1647825"/>
                <a:gd name="connsiteY1079" fmla="*/ 193738 h 857250"/>
                <a:gd name="connsiteX1080" fmla="*/ 87916 w 1647825"/>
                <a:gd name="connsiteY1080" fmla="*/ 193834 h 857250"/>
                <a:gd name="connsiteX1081" fmla="*/ 85630 w 1647825"/>
                <a:gd name="connsiteY1081" fmla="*/ 194310 h 857250"/>
                <a:gd name="connsiteX1082" fmla="*/ 84106 w 1647825"/>
                <a:gd name="connsiteY1082" fmla="*/ 194786 h 857250"/>
                <a:gd name="connsiteX1083" fmla="*/ 79915 w 1647825"/>
                <a:gd name="connsiteY1083" fmla="*/ 196977 h 857250"/>
                <a:gd name="connsiteX1084" fmla="*/ 78581 w 1647825"/>
                <a:gd name="connsiteY1084" fmla="*/ 197358 h 857250"/>
                <a:gd name="connsiteX1085" fmla="*/ 76486 w 1647825"/>
                <a:gd name="connsiteY1085" fmla="*/ 197739 h 857250"/>
                <a:gd name="connsiteX1086" fmla="*/ 68580 w 1647825"/>
                <a:gd name="connsiteY1086" fmla="*/ 196787 h 857250"/>
                <a:gd name="connsiteX1087" fmla="*/ 66961 w 1647825"/>
                <a:gd name="connsiteY1087" fmla="*/ 196787 h 857250"/>
                <a:gd name="connsiteX1088" fmla="*/ 65818 w 1647825"/>
                <a:gd name="connsiteY1088" fmla="*/ 196882 h 857250"/>
                <a:gd name="connsiteX1089" fmla="*/ 52483 w 1647825"/>
                <a:gd name="connsiteY1089" fmla="*/ 202216 h 857250"/>
                <a:gd name="connsiteX1090" fmla="*/ 51626 w 1647825"/>
                <a:gd name="connsiteY1090" fmla="*/ 202692 h 857250"/>
                <a:gd name="connsiteX1091" fmla="*/ 49340 w 1647825"/>
                <a:gd name="connsiteY1091" fmla="*/ 204788 h 857250"/>
                <a:gd name="connsiteX1092" fmla="*/ 48292 w 1647825"/>
                <a:gd name="connsiteY1092" fmla="*/ 205550 h 857250"/>
                <a:gd name="connsiteX1093" fmla="*/ 46006 w 1647825"/>
                <a:gd name="connsiteY1093" fmla="*/ 206502 h 857250"/>
                <a:gd name="connsiteX1094" fmla="*/ 46006 w 1647825"/>
                <a:gd name="connsiteY1094" fmla="*/ 206502 h 857250"/>
                <a:gd name="connsiteX1095" fmla="*/ 47530 w 1647825"/>
                <a:gd name="connsiteY1095" fmla="*/ 209455 h 857250"/>
                <a:gd name="connsiteX1096" fmla="*/ 48292 w 1647825"/>
                <a:gd name="connsiteY1096" fmla="*/ 211646 h 857250"/>
                <a:gd name="connsiteX1097" fmla="*/ 48482 w 1647825"/>
                <a:gd name="connsiteY1097" fmla="*/ 213931 h 857250"/>
                <a:gd name="connsiteX1098" fmla="*/ 48292 w 1647825"/>
                <a:gd name="connsiteY1098" fmla="*/ 216122 h 857250"/>
                <a:gd name="connsiteX1099" fmla="*/ 47530 w 1647825"/>
                <a:gd name="connsiteY1099" fmla="*/ 218313 h 857250"/>
                <a:gd name="connsiteX1100" fmla="*/ 41720 w 1647825"/>
                <a:gd name="connsiteY1100" fmla="*/ 224028 h 857250"/>
                <a:gd name="connsiteX1101" fmla="*/ 33909 w 1647825"/>
                <a:gd name="connsiteY1101" fmla="*/ 227362 h 857250"/>
                <a:gd name="connsiteX1102" fmla="*/ 27908 w 1647825"/>
                <a:gd name="connsiteY1102" fmla="*/ 231553 h 857250"/>
                <a:gd name="connsiteX1103" fmla="*/ 27146 w 1647825"/>
                <a:gd name="connsiteY1103" fmla="*/ 239744 h 857250"/>
                <a:gd name="connsiteX1104" fmla="*/ 31052 w 1647825"/>
                <a:gd name="connsiteY1104" fmla="*/ 251460 h 857250"/>
                <a:gd name="connsiteX1105" fmla="*/ 32480 w 1647825"/>
                <a:gd name="connsiteY1105" fmla="*/ 257556 h 857250"/>
                <a:gd name="connsiteX1106" fmla="*/ 32956 w 1647825"/>
                <a:gd name="connsiteY1106" fmla="*/ 263747 h 857250"/>
                <a:gd name="connsiteX1107" fmla="*/ 32004 w 1647825"/>
                <a:gd name="connsiteY1107" fmla="*/ 281940 h 857250"/>
                <a:gd name="connsiteX1108" fmla="*/ 33528 w 1647825"/>
                <a:gd name="connsiteY1108" fmla="*/ 287560 h 857250"/>
                <a:gd name="connsiteX1109" fmla="*/ 35433 w 1647825"/>
                <a:gd name="connsiteY1109" fmla="*/ 290703 h 857250"/>
                <a:gd name="connsiteX1110" fmla="*/ 42767 w 1647825"/>
                <a:gd name="connsiteY1110" fmla="*/ 297751 h 857250"/>
                <a:gd name="connsiteX1111" fmla="*/ 42863 w 1647825"/>
                <a:gd name="connsiteY1111" fmla="*/ 297847 h 857250"/>
                <a:gd name="connsiteX1112" fmla="*/ 47339 w 1647825"/>
                <a:gd name="connsiteY1112" fmla="*/ 305181 h 857250"/>
                <a:gd name="connsiteX1113" fmla="*/ 48578 w 1647825"/>
                <a:gd name="connsiteY1113" fmla="*/ 305848 h 857250"/>
                <a:gd name="connsiteX1114" fmla="*/ 51530 w 1647825"/>
                <a:gd name="connsiteY1114" fmla="*/ 306800 h 857250"/>
                <a:gd name="connsiteX1115" fmla="*/ 52864 w 1647825"/>
                <a:gd name="connsiteY1115" fmla="*/ 307467 h 857250"/>
                <a:gd name="connsiteX1116" fmla="*/ 54293 w 1647825"/>
                <a:gd name="connsiteY1116" fmla="*/ 308324 h 857250"/>
                <a:gd name="connsiteX1117" fmla="*/ 55245 w 1647825"/>
                <a:gd name="connsiteY1117" fmla="*/ 309563 h 857250"/>
                <a:gd name="connsiteX1118" fmla="*/ 55626 w 1647825"/>
                <a:gd name="connsiteY1118" fmla="*/ 311372 h 857250"/>
                <a:gd name="connsiteX1119" fmla="*/ 55721 w 1647825"/>
                <a:gd name="connsiteY1119" fmla="*/ 313563 h 857250"/>
                <a:gd name="connsiteX1120" fmla="*/ 56388 w 1647825"/>
                <a:gd name="connsiteY1120" fmla="*/ 314134 h 857250"/>
                <a:gd name="connsiteX1121" fmla="*/ 59246 w 1647825"/>
                <a:gd name="connsiteY1121" fmla="*/ 312801 h 857250"/>
                <a:gd name="connsiteX1122" fmla="*/ 61722 w 1647825"/>
                <a:gd name="connsiteY1122" fmla="*/ 312992 h 857250"/>
                <a:gd name="connsiteX1123" fmla="*/ 67818 w 1647825"/>
                <a:gd name="connsiteY1123" fmla="*/ 316325 h 857250"/>
                <a:gd name="connsiteX1124" fmla="*/ 70580 w 1647825"/>
                <a:gd name="connsiteY1124" fmla="*/ 317278 h 857250"/>
                <a:gd name="connsiteX1125" fmla="*/ 76962 w 1647825"/>
                <a:gd name="connsiteY1125" fmla="*/ 317563 h 857250"/>
                <a:gd name="connsiteX1126" fmla="*/ 79724 w 1647825"/>
                <a:gd name="connsiteY1126" fmla="*/ 318992 h 857250"/>
                <a:gd name="connsiteX1127" fmla="*/ 79915 w 1647825"/>
                <a:gd name="connsiteY1127" fmla="*/ 322517 h 857250"/>
                <a:gd name="connsiteX1128" fmla="*/ 79248 w 1647825"/>
                <a:gd name="connsiteY1128" fmla="*/ 323945 h 857250"/>
                <a:gd name="connsiteX1129" fmla="*/ 77533 w 1647825"/>
                <a:gd name="connsiteY1129" fmla="*/ 326517 h 857250"/>
                <a:gd name="connsiteX1130" fmla="*/ 76962 w 1647825"/>
                <a:gd name="connsiteY1130" fmla="*/ 328327 h 857250"/>
                <a:gd name="connsiteX1131" fmla="*/ 76581 w 1647825"/>
                <a:gd name="connsiteY1131" fmla="*/ 333280 h 857250"/>
                <a:gd name="connsiteX1132" fmla="*/ 76105 w 1647825"/>
                <a:gd name="connsiteY1132" fmla="*/ 335089 h 857250"/>
                <a:gd name="connsiteX1133" fmla="*/ 76105 w 1647825"/>
                <a:gd name="connsiteY1133" fmla="*/ 338709 h 857250"/>
                <a:gd name="connsiteX1134" fmla="*/ 77724 w 1647825"/>
                <a:gd name="connsiteY1134" fmla="*/ 341185 h 857250"/>
                <a:gd name="connsiteX1135" fmla="*/ 82391 w 1647825"/>
                <a:gd name="connsiteY1135" fmla="*/ 345376 h 857250"/>
                <a:gd name="connsiteX1136" fmla="*/ 84011 w 1647825"/>
                <a:gd name="connsiteY1136" fmla="*/ 348329 h 857250"/>
                <a:gd name="connsiteX1137" fmla="*/ 84487 w 1647825"/>
                <a:gd name="connsiteY1137" fmla="*/ 351187 h 857250"/>
                <a:gd name="connsiteX1138" fmla="*/ 85344 w 1647825"/>
                <a:gd name="connsiteY1138" fmla="*/ 353949 h 857250"/>
                <a:gd name="connsiteX1139" fmla="*/ 87535 w 1647825"/>
                <a:gd name="connsiteY1139" fmla="*/ 356425 h 857250"/>
                <a:gd name="connsiteX1140" fmla="*/ 89440 w 1647825"/>
                <a:gd name="connsiteY1140" fmla="*/ 358521 h 857250"/>
                <a:gd name="connsiteX1141" fmla="*/ 89821 w 1647825"/>
                <a:gd name="connsiteY1141" fmla="*/ 361664 h 857250"/>
                <a:gd name="connsiteX1142" fmla="*/ 89059 w 1647825"/>
                <a:gd name="connsiteY1142" fmla="*/ 365093 h 857250"/>
                <a:gd name="connsiteX1143" fmla="*/ 87535 w 1647825"/>
                <a:gd name="connsiteY1143" fmla="*/ 368141 h 857250"/>
                <a:gd name="connsiteX1144" fmla="*/ 84201 w 1647825"/>
                <a:gd name="connsiteY1144" fmla="*/ 372237 h 857250"/>
                <a:gd name="connsiteX1145" fmla="*/ 76391 w 1647825"/>
                <a:gd name="connsiteY1145" fmla="*/ 378523 h 857250"/>
                <a:gd name="connsiteX1146" fmla="*/ 72962 w 1647825"/>
                <a:gd name="connsiteY1146" fmla="*/ 382429 h 857250"/>
                <a:gd name="connsiteX1147" fmla="*/ 71533 w 1647825"/>
                <a:gd name="connsiteY1147" fmla="*/ 382810 h 857250"/>
                <a:gd name="connsiteX1148" fmla="*/ 69914 w 1647825"/>
                <a:gd name="connsiteY1148" fmla="*/ 382238 h 857250"/>
                <a:gd name="connsiteX1149" fmla="*/ 68294 w 1647825"/>
                <a:gd name="connsiteY1149" fmla="*/ 381476 h 857250"/>
                <a:gd name="connsiteX1150" fmla="*/ 66675 w 1647825"/>
                <a:gd name="connsiteY1150" fmla="*/ 381095 h 857250"/>
                <a:gd name="connsiteX1151" fmla="*/ 64675 w 1647825"/>
                <a:gd name="connsiteY1151" fmla="*/ 381476 h 857250"/>
                <a:gd name="connsiteX1152" fmla="*/ 62294 w 1647825"/>
                <a:gd name="connsiteY1152" fmla="*/ 382238 h 857250"/>
                <a:gd name="connsiteX1153" fmla="*/ 60103 w 1647825"/>
                <a:gd name="connsiteY1153" fmla="*/ 383286 h 857250"/>
                <a:gd name="connsiteX1154" fmla="*/ 58483 w 1647825"/>
                <a:gd name="connsiteY1154" fmla="*/ 384524 h 857250"/>
                <a:gd name="connsiteX1155" fmla="*/ 57626 w 1647825"/>
                <a:gd name="connsiteY1155" fmla="*/ 386620 h 857250"/>
                <a:gd name="connsiteX1156" fmla="*/ 56769 w 1647825"/>
                <a:gd name="connsiteY1156" fmla="*/ 392239 h 857250"/>
                <a:gd name="connsiteX1157" fmla="*/ 55435 w 1647825"/>
                <a:gd name="connsiteY1157" fmla="*/ 394049 h 857250"/>
                <a:gd name="connsiteX1158" fmla="*/ 54769 w 1647825"/>
                <a:gd name="connsiteY1158" fmla="*/ 394144 h 857250"/>
                <a:gd name="connsiteX1159" fmla="*/ 52578 w 1647825"/>
                <a:gd name="connsiteY1159" fmla="*/ 393573 h 857250"/>
                <a:gd name="connsiteX1160" fmla="*/ 51721 w 1647825"/>
                <a:gd name="connsiteY1160" fmla="*/ 393478 h 857250"/>
                <a:gd name="connsiteX1161" fmla="*/ 50578 w 1647825"/>
                <a:gd name="connsiteY1161" fmla="*/ 393763 h 857250"/>
                <a:gd name="connsiteX1162" fmla="*/ 48673 w 1647825"/>
                <a:gd name="connsiteY1162" fmla="*/ 394716 h 857250"/>
                <a:gd name="connsiteX1163" fmla="*/ 47530 w 1647825"/>
                <a:gd name="connsiteY1163" fmla="*/ 394906 h 857250"/>
                <a:gd name="connsiteX1164" fmla="*/ 44958 w 1647825"/>
                <a:gd name="connsiteY1164" fmla="*/ 396335 h 857250"/>
                <a:gd name="connsiteX1165" fmla="*/ 42386 w 1647825"/>
                <a:gd name="connsiteY1165" fmla="*/ 395573 h 857250"/>
                <a:gd name="connsiteX1166" fmla="*/ 40005 w 1647825"/>
                <a:gd name="connsiteY1166" fmla="*/ 393573 h 857250"/>
                <a:gd name="connsiteX1167" fmla="*/ 37909 w 1647825"/>
                <a:gd name="connsiteY1167" fmla="*/ 391287 h 857250"/>
                <a:gd name="connsiteX1168" fmla="*/ 31147 w 1647825"/>
                <a:gd name="connsiteY1168" fmla="*/ 385477 h 857250"/>
                <a:gd name="connsiteX1169" fmla="*/ 29813 w 1647825"/>
                <a:gd name="connsiteY1169" fmla="*/ 382429 h 857250"/>
                <a:gd name="connsiteX1170" fmla="*/ 28384 w 1647825"/>
                <a:gd name="connsiteY1170" fmla="*/ 377571 h 857250"/>
                <a:gd name="connsiteX1171" fmla="*/ 28289 w 1647825"/>
                <a:gd name="connsiteY1171" fmla="*/ 376142 h 857250"/>
                <a:gd name="connsiteX1172" fmla="*/ 28670 w 1647825"/>
                <a:gd name="connsiteY1172" fmla="*/ 374428 h 857250"/>
                <a:gd name="connsiteX1173" fmla="*/ 29432 w 1647825"/>
                <a:gd name="connsiteY1173" fmla="*/ 372809 h 857250"/>
                <a:gd name="connsiteX1174" fmla="*/ 29528 w 1647825"/>
                <a:gd name="connsiteY1174" fmla="*/ 371189 h 857250"/>
                <a:gd name="connsiteX1175" fmla="*/ 28384 w 1647825"/>
                <a:gd name="connsiteY1175" fmla="*/ 369665 h 857250"/>
                <a:gd name="connsiteX1176" fmla="*/ 26479 w 1647825"/>
                <a:gd name="connsiteY1176" fmla="*/ 368903 h 857250"/>
                <a:gd name="connsiteX1177" fmla="*/ 25051 w 1647825"/>
                <a:gd name="connsiteY1177" fmla="*/ 369665 h 857250"/>
                <a:gd name="connsiteX1178" fmla="*/ 22670 w 1647825"/>
                <a:gd name="connsiteY1178" fmla="*/ 372523 h 857250"/>
                <a:gd name="connsiteX1179" fmla="*/ 21241 w 1647825"/>
                <a:gd name="connsiteY1179" fmla="*/ 373761 h 857250"/>
                <a:gd name="connsiteX1180" fmla="*/ 19907 w 1647825"/>
                <a:gd name="connsiteY1180" fmla="*/ 374523 h 857250"/>
                <a:gd name="connsiteX1181" fmla="*/ 16669 w 1647825"/>
                <a:gd name="connsiteY1181" fmla="*/ 375285 h 857250"/>
                <a:gd name="connsiteX1182" fmla="*/ 5239 w 1647825"/>
                <a:gd name="connsiteY1182" fmla="*/ 375666 h 857250"/>
                <a:gd name="connsiteX1183" fmla="*/ 2096 w 1647825"/>
                <a:gd name="connsiteY1183" fmla="*/ 376333 h 857250"/>
                <a:gd name="connsiteX1184" fmla="*/ 286 w 1647825"/>
                <a:gd name="connsiteY1184" fmla="*/ 377380 h 857250"/>
                <a:gd name="connsiteX1185" fmla="*/ 0 w 1647825"/>
                <a:gd name="connsiteY1185" fmla="*/ 379190 h 857250"/>
                <a:gd name="connsiteX1186" fmla="*/ 2191 w 1647825"/>
                <a:gd name="connsiteY1186" fmla="*/ 384048 h 857250"/>
                <a:gd name="connsiteX1187" fmla="*/ 5334 w 1647825"/>
                <a:gd name="connsiteY1187" fmla="*/ 388810 h 857250"/>
                <a:gd name="connsiteX1188" fmla="*/ 5620 w 1647825"/>
                <a:gd name="connsiteY1188" fmla="*/ 389763 h 857250"/>
                <a:gd name="connsiteX1189" fmla="*/ 5334 w 1647825"/>
                <a:gd name="connsiteY1189" fmla="*/ 390334 h 857250"/>
                <a:gd name="connsiteX1190" fmla="*/ 4763 w 1647825"/>
                <a:gd name="connsiteY1190" fmla="*/ 390811 h 857250"/>
                <a:gd name="connsiteX1191" fmla="*/ 4381 w 1647825"/>
                <a:gd name="connsiteY1191" fmla="*/ 391668 h 857250"/>
                <a:gd name="connsiteX1192" fmla="*/ 4286 w 1647825"/>
                <a:gd name="connsiteY1192" fmla="*/ 392811 h 857250"/>
                <a:gd name="connsiteX1193" fmla="*/ 4381 w 1647825"/>
                <a:gd name="connsiteY1193" fmla="*/ 393383 h 857250"/>
                <a:gd name="connsiteX1194" fmla="*/ 4572 w 1647825"/>
                <a:gd name="connsiteY1194" fmla="*/ 393859 h 857250"/>
                <a:gd name="connsiteX1195" fmla="*/ 6477 w 1647825"/>
                <a:gd name="connsiteY1195" fmla="*/ 402431 h 857250"/>
                <a:gd name="connsiteX1196" fmla="*/ 6382 w 1647825"/>
                <a:gd name="connsiteY1196" fmla="*/ 404431 h 857250"/>
                <a:gd name="connsiteX1197" fmla="*/ 6001 w 1647825"/>
                <a:gd name="connsiteY1197" fmla="*/ 406146 h 857250"/>
                <a:gd name="connsiteX1198" fmla="*/ 6096 w 1647825"/>
                <a:gd name="connsiteY1198" fmla="*/ 407384 h 857250"/>
                <a:gd name="connsiteX1199" fmla="*/ 6953 w 1647825"/>
                <a:gd name="connsiteY1199" fmla="*/ 407575 h 857250"/>
                <a:gd name="connsiteX1200" fmla="*/ 6953 w 1647825"/>
                <a:gd name="connsiteY1200" fmla="*/ 407670 h 857250"/>
                <a:gd name="connsiteX1201" fmla="*/ 7620 w 1647825"/>
                <a:gd name="connsiteY1201" fmla="*/ 407860 h 857250"/>
                <a:gd name="connsiteX1202" fmla="*/ 10478 w 1647825"/>
                <a:gd name="connsiteY1202" fmla="*/ 409384 h 857250"/>
                <a:gd name="connsiteX1203" fmla="*/ 12287 w 1647825"/>
                <a:gd name="connsiteY1203" fmla="*/ 411861 h 857250"/>
                <a:gd name="connsiteX1204" fmla="*/ 13621 w 1647825"/>
                <a:gd name="connsiteY1204" fmla="*/ 414814 h 857250"/>
                <a:gd name="connsiteX1205" fmla="*/ 21431 w 1647825"/>
                <a:gd name="connsiteY1205" fmla="*/ 425482 h 857250"/>
                <a:gd name="connsiteX1206" fmla="*/ 23717 w 1647825"/>
                <a:gd name="connsiteY1206" fmla="*/ 427292 h 857250"/>
                <a:gd name="connsiteX1207" fmla="*/ 27242 w 1647825"/>
                <a:gd name="connsiteY1207" fmla="*/ 429387 h 857250"/>
                <a:gd name="connsiteX1208" fmla="*/ 28194 w 1647825"/>
                <a:gd name="connsiteY1208" fmla="*/ 430339 h 857250"/>
                <a:gd name="connsiteX1209" fmla="*/ 29051 w 1647825"/>
                <a:gd name="connsiteY1209" fmla="*/ 432244 h 857250"/>
                <a:gd name="connsiteX1210" fmla="*/ 28861 w 1647825"/>
                <a:gd name="connsiteY1210" fmla="*/ 434054 h 857250"/>
                <a:gd name="connsiteX1211" fmla="*/ 27051 w 1647825"/>
                <a:gd name="connsiteY1211" fmla="*/ 438055 h 857250"/>
                <a:gd name="connsiteX1212" fmla="*/ 26575 w 1647825"/>
                <a:gd name="connsiteY1212" fmla="*/ 439864 h 857250"/>
                <a:gd name="connsiteX1213" fmla="*/ 26003 w 1647825"/>
                <a:gd name="connsiteY1213" fmla="*/ 443865 h 857250"/>
                <a:gd name="connsiteX1214" fmla="*/ 25527 w 1647825"/>
                <a:gd name="connsiteY1214" fmla="*/ 445580 h 857250"/>
                <a:gd name="connsiteX1215" fmla="*/ 23431 w 1647825"/>
                <a:gd name="connsiteY1215" fmla="*/ 448913 h 857250"/>
                <a:gd name="connsiteX1216" fmla="*/ 23146 w 1647825"/>
                <a:gd name="connsiteY1216" fmla="*/ 450437 h 857250"/>
                <a:gd name="connsiteX1217" fmla="*/ 25146 w 1647825"/>
                <a:gd name="connsiteY1217" fmla="*/ 452628 h 857250"/>
                <a:gd name="connsiteX1218" fmla="*/ 25051 w 1647825"/>
                <a:gd name="connsiteY1218" fmla="*/ 453485 h 857250"/>
                <a:gd name="connsiteX1219" fmla="*/ 24860 w 1647825"/>
                <a:gd name="connsiteY1219" fmla="*/ 454342 h 857250"/>
                <a:gd name="connsiteX1220" fmla="*/ 24955 w 1647825"/>
                <a:gd name="connsiteY1220" fmla="*/ 455295 h 857250"/>
                <a:gd name="connsiteX1221" fmla="*/ 25336 w 1647825"/>
                <a:gd name="connsiteY1221" fmla="*/ 455962 h 857250"/>
                <a:gd name="connsiteX1222" fmla="*/ 26289 w 1647825"/>
                <a:gd name="connsiteY1222" fmla="*/ 457200 h 857250"/>
                <a:gd name="connsiteX1223" fmla="*/ 26956 w 1647825"/>
                <a:gd name="connsiteY1223" fmla="*/ 458819 h 857250"/>
                <a:gd name="connsiteX1224" fmla="*/ 27337 w 1647825"/>
                <a:gd name="connsiteY1224" fmla="*/ 459486 h 857250"/>
                <a:gd name="connsiteX1225" fmla="*/ 28003 w 1647825"/>
                <a:gd name="connsiteY1225" fmla="*/ 459962 h 857250"/>
                <a:gd name="connsiteX1226" fmla="*/ 28670 w 1647825"/>
                <a:gd name="connsiteY1226" fmla="*/ 460153 h 857250"/>
                <a:gd name="connsiteX1227" fmla="*/ 30099 w 1647825"/>
                <a:gd name="connsiteY1227" fmla="*/ 460153 h 857250"/>
                <a:gd name="connsiteX1228" fmla="*/ 33052 w 1647825"/>
                <a:gd name="connsiteY1228" fmla="*/ 463201 h 857250"/>
                <a:gd name="connsiteX1229" fmla="*/ 34957 w 1647825"/>
                <a:gd name="connsiteY1229" fmla="*/ 465677 h 857250"/>
                <a:gd name="connsiteX1230" fmla="*/ 34576 w 1647825"/>
                <a:gd name="connsiteY1230" fmla="*/ 466820 h 857250"/>
                <a:gd name="connsiteX1231" fmla="*/ 33242 w 1647825"/>
                <a:gd name="connsiteY1231" fmla="*/ 468344 h 857250"/>
                <a:gd name="connsiteX1232" fmla="*/ 25432 w 1647825"/>
                <a:gd name="connsiteY1232" fmla="*/ 474726 h 857250"/>
                <a:gd name="connsiteX1233" fmla="*/ 25051 w 1647825"/>
                <a:gd name="connsiteY1233" fmla="*/ 476821 h 857250"/>
                <a:gd name="connsiteX1234" fmla="*/ 28099 w 1647825"/>
                <a:gd name="connsiteY1234" fmla="*/ 478726 h 857250"/>
                <a:gd name="connsiteX1235" fmla="*/ 30480 w 1647825"/>
                <a:gd name="connsiteY1235" fmla="*/ 480822 h 857250"/>
                <a:gd name="connsiteX1236" fmla="*/ 30290 w 1647825"/>
                <a:gd name="connsiteY1236" fmla="*/ 483870 h 857250"/>
                <a:gd name="connsiteX1237" fmla="*/ 29051 w 1647825"/>
                <a:gd name="connsiteY1237" fmla="*/ 487489 h 857250"/>
                <a:gd name="connsiteX1238" fmla="*/ 28575 w 1647825"/>
                <a:gd name="connsiteY1238" fmla="*/ 491014 h 857250"/>
                <a:gd name="connsiteX1239" fmla="*/ 28766 w 1647825"/>
                <a:gd name="connsiteY1239" fmla="*/ 492633 h 857250"/>
                <a:gd name="connsiteX1240" fmla="*/ 29051 w 1647825"/>
                <a:gd name="connsiteY1240" fmla="*/ 493586 h 857250"/>
                <a:gd name="connsiteX1241" fmla="*/ 29718 w 1647825"/>
                <a:gd name="connsiteY1241" fmla="*/ 494157 h 857250"/>
                <a:gd name="connsiteX1242" fmla="*/ 32195 w 1647825"/>
                <a:gd name="connsiteY1242" fmla="*/ 495395 h 857250"/>
                <a:gd name="connsiteX1243" fmla="*/ 33147 w 1647825"/>
                <a:gd name="connsiteY1243" fmla="*/ 495395 h 857250"/>
                <a:gd name="connsiteX1244" fmla="*/ 35243 w 1647825"/>
                <a:gd name="connsiteY1244" fmla="*/ 494919 h 857250"/>
                <a:gd name="connsiteX1245" fmla="*/ 37338 w 1647825"/>
                <a:gd name="connsiteY1245" fmla="*/ 495205 h 857250"/>
                <a:gd name="connsiteX1246" fmla="*/ 38386 w 1647825"/>
                <a:gd name="connsiteY1246" fmla="*/ 495110 h 857250"/>
                <a:gd name="connsiteX1247" fmla="*/ 39624 w 1647825"/>
                <a:gd name="connsiteY1247" fmla="*/ 494443 h 857250"/>
                <a:gd name="connsiteX1248" fmla="*/ 39719 w 1647825"/>
                <a:gd name="connsiteY1248" fmla="*/ 494347 h 857250"/>
                <a:gd name="connsiteX1249" fmla="*/ 40672 w 1647825"/>
                <a:gd name="connsiteY1249" fmla="*/ 493395 h 857250"/>
                <a:gd name="connsiteX1250" fmla="*/ 41529 w 1647825"/>
                <a:gd name="connsiteY1250" fmla="*/ 492157 h 857250"/>
                <a:gd name="connsiteX1251" fmla="*/ 42863 w 1647825"/>
                <a:gd name="connsiteY1251" fmla="*/ 489204 h 857250"/>
                <a:gd name="connsiteX1252" fmla="*/ 44196 w 1647825"/>
                <a:gd name="connsiteY1252" fmla="*/ 489871 h 857250"/>
                <a:gd name="connsiteX1253" fmla="*/ 46196 w 1647825"/>
                <a:gd name="connsiteY1253" fmla="*/ 491966 h 857250"/>
                <a:gd name="connsiteX1254" fmla="*/ 47530 w 1647825"/>
                <a:gd name="connsiteY1254" fmla="*/ 492442 h 857250"/>
                <a:gd name="connsiteX1255" fmla="*/ 48578 w 1647825"/>
                <a:gd name="connsiteY1255" fmla="*/ 490252 h 857250"/>
                <a:gd name="connsiteX1256" fmla="*/ 49054 w 1647825"/>
                <a:gd name="connsiteY1256" fmla="*/ 486251 h 857250"/>
                <a:gd name="connsiteX1257" fmla="*/ 50578 w 1647825"/>
                <a:gd name="connsiteY1257" fmla="*/ 482632 h 857250"/>
                <a:gd name="connsiteX1258" fmla="*/ 54483 w 1647825"/>
                <a:gd name="connsiteY1258" fmla="*/ 481870 h 857250"/>
                <a:gd name="connsiteX1259" fmla="*/ 55626 w 1647825"/>
                <a:gd name="connsiteY1259" fmla="*/ 482441 h 857250"/>
                <a:gd name="connsiteX1260" fmla="*/ 57912 w 1647825"/>
                <a:gd name="connsiteY1260" fmla="*/ 484442 h 857250"/>
                <a:gd name="connsiteX1261" fmla="*/ 60579 w 1647825"/>
                <a:gd name="connsiteY1261" fmla="*/ 486061 h 857250"/>
                <a:gd name="connsiteX1262" fmla="*/ 61055 w 1647825"/>
                <a:gd name="connsiteY1262" fmla="*/ 487394 h 857250"/>
                <a:gd name="connsiteX1263" fmla="*/ 61436 w 1647825"/>
                <a:gd name="connsiteY1263" fmla="*/ 488823 h 857250"/>
                <a:gd name="connsiteX1264" fmla="*/ 62198 w 1647825"/>
                <a:gd name="connsiteY1264" fmla="*/ 490156 h 857250"/>
                <a:gd name="connsiteX1265" fmla="*/ 62865 w 1647825"/>
                <a:gd name="connsiteY1265" fmla="*/ 490442 h 857250"/>
                <a:gd name="connsiteX1266" fmla="*/ 64389 w 1647825"/>
                <a:gd name="connsiteY1266" fmla="*/ 490633 h 857250"/>
                <a:gd name="connsiteX1267" fmla="*/ 64960 w 1647825"/>
                <a:gd name="connsiteY1267" fmla="*/ 491014 h 857250"/>
                <a:gd name="connsiteX1268" fmla="*/ 65342 w 1647825"/>
                <a:gd name="connsiteY1268" fmla="*/ 491966 h 857250"/>
                <a:gd name="connsiteX1269" fmla="*/ 65246 w 1647825"/>
                <a:gd name="connsiteY1269" fmla="*/ 492823 h 857250"/>
                <a:gd name="connsiteX1270" fmla="*/ 65056 w 1647825"/>
                <a:gd name="connsiteY1270" fmla="*/ 493776 h 857250"/>
                <a:gd name="connsiteX1271" fmla="*/ 64960 w 1647825"/>
                <a:gd name="connsiteY1271" fmla="*/ 494729 h 857250"/>
                <a:gd name="connsiteX1272" fmla="*/ 65246 w 1647825"/>
                <a:gd name="connsiteY1272" fmla="*/ 495490 h 857250"/>
                <a:gd name="connsiteX1273" fmla="*/ 66484 w 1647825"/>
                <a:gd name="connsiteY1273" fmla="*/ 496443 h 857250"/>
                <a:gd name="connsiteX1274" fmla="*/ 66961 w 1647825"/>
                <a:gd name="connsiteY1274" fmla="*/ 497110 h 857250"/>
                <a:gd name="connsiteX1275" fmla="*/ 66961 w 1647825"/>
                <a:gd name="connsiteY1275" fmla="*/ 497967 h 857250"/>
                <a:gd name="connsiteX1276" fmla="*/ 66770 w 1647825"/>
                <a:gd name="connsiteY1276" fmla="*/ 498729 h 857250"/>
                <a:gd name="connsiteX1277" fmla="*/ 66675 w 1647825"/>
                <a:gd name="connsiteY1277" fmla="*/ 499586 h 857250"/>
                <a:gd name="connsiteX1278" fmla="*/ 66961 w 1647825"/>
                <a:gd name="connsiteY1278" fmla="*/ 500444 h 857250"/>
                <a:gd name="connsiteX1279" fmla="*/ 68199 w 1647825"/>
                <a:gd name="connsiteY1279" fmla="*/ 501396 h 857250"/>
                <a:gd name="connsiteX1280" fmla="*/ 69628 w 1647825"/>
                <a:gd name="connsiteY1280" fmla="*/ 501777 h 857250"/>
                <a:gd name="connsiteX1281" fmla="*/ 70676 w 1647825"/>
                <a:gd name="connsiteY1281" fmla="*/ 502444 h 857250"/>
                <a:gd name="connsiteX1282" fmla="*/ 71152 w 1647825"/>
                <a:gd name="connsiteY1282" fmla="*/ 504444 h 857250"/>
                <a:gd name="connsiteX1283" fmla="*/ 71247 w 1647825"/>
                <a:gd name="connsiteY1283" fmla="*/ 506254 h 857250"/>
                <a:gd name="connsiteX1284" fmla="*/ 71438 w 1647825"/>
                <a:gd name="connsiteY1284" fmla="*/ 507873 h 857250"/>
                <a:gd name="connsiteX1285" fmla="*/ 72009 w 1647825"/>
                <a:gd name="connsiteY1285" fmla="*/ 509397 h 857250"/>
                <a:gd name="connsiteX1286" fmla="*/ 73057 w 1647825"/>
                <a:gd name="connsiteY1286" fmla="*/ 510635 h 857250"/>
                <a:gd name="connsiteX1287" fmla="*/ 75057 w 1647825"/>
                <a:gd name="connsiteY1287" fmla="*/ 511778 h 857250"/>
                <a:gd name="connsiteX1288" fmla="*/ 77248 w 1647825"/>
                <a:gd name="connsiteY1288" fmla="*/ 512445 h 857250"/>
                <a:gd name="connsiteX1289" fmla="*/ 79153 w 1647825"/>
                <a:gd name="connsiteY1289" fmla="*/ 513493 h 857250"/>
                <a:gd name="connsiteX1290" fmla="*/ 80010 w 1647825"/>
                <a:gd name="connsiteY1290" fmla="*/ 514921 h 857250"/>
                <a:gd name="connsiteX1291" fmla="*/ 80486 w 1647825"/>
                <a:gd name="connsiteY1291" fmla="*/ 515779 h 857250"/>
                <a:gd name="connsiteX1292" fmla="*/ 80963 w 1647825"/>
                <a:gd name="connsiteY1292" fmla="*/ 518827 h 857250"/>
                <a:gd name="connsiteX1293" fmla="*/ 81534 w 1647825"/>
                <a:gd name="connsiteY1293" fmla="*/ 519970 h 857250"/>
                <a:gd name="connsiteX1294" fmla="*/ 82582 w 1647825"/>
                <a:gd name="connsiteY1294" fmla="*/ 520351 h 857250"/>
                <a:gd name="connsiteX1295" fmla="*/ 83820 w 1647825"/>
                <a:gd name="connsiteY1295" fmla="*/ 520065 h 857250"/>
                <a:gd name="connsiteX1296" fmla="*/ 85153 w 1647825"/>
                <a:gd name="connsiteY1296" fmla="*/ 519970 h 857250"/>
                <a:gd name="connsiteX1297" fmla="*/ 86297 w 1647825"/>
                <a:gd name="connsiteY1297" fmla="*/ 520255 h 857250"/>
                <a:gd name="connsiteX1298" fmla="*/ 87535 w 1647825"/>
                <a:gd name="connsiteY1298" fmla="*/ 520922 h 857250"/>
                <a:gd name="connsiteX1299" fmla="*/ 87821 w 1647825"/>
                <a:gd name="connsiteY1299" fmla="*/ 521303 h 857250"/>
                <a:gd name="connsiteX1300" fmla="*/ 88106 w 1647825"/>
                <a:gd name="connsiteY1300" fmla="*/ 521684 h 857250"/>
                <a:gd name="connsiteX1301" fmla="*/ 88392 w 1647825"/>
                <a:gd name="connsiteY1301" fmla="*/ 522161 h 857250"/>
                <a:gd name="connsiteX1302" fmla="*/ 88487 w 1647825"/>
                <a:gd name="connsiteY1302" fmla="*/ 522732 h 857250"/>
                <a:gd name="connsiteX1303" fmla="*/ 89249 w 1647825"/>
                <a:gd name="connsiteY1303" fmla="*/ 523970 h 857250"/>
                <a:gd name="connsiteX1304" fmla="*/ 90392 w 1647825"/>
                <a:gd name="connsiteY1304" fmla="*/ 525304 h 857250"/>
                <a:gd name="connsiteX1305" fmla="*/ 91726 w 1647825"/>
                <a:gd name="connsiteY1305" fmla="*/ 526542 h 857250"/>
                <a:gd name="connsiteX1306" fmla="*/ 92964 w 1647825"/>
                <a:gd name="connsiteY1306" fmla="*/ 527113 h 857250"/>
                <a:gd name="connsiteX1307" fmla="*/ 94678 w 1647825"/>
                <a:gd name="connsiteY1307" fmla="*/ 527495 h 857250"/>
                <a:gd name="connsiteX1308" fmla="*/ 95631 w 1647825"/>
                <a:gd name="connsiteY1308" fmla="*/ 527875 h 857250"/>
                <a:gd name="connsiteX1309" fmla="*/ 96583 w 1647825"/>
                <a:gd name="connsiteY1309" fmla="*/ 527780 h 857250"/>
                <a:gd name="connsiteX1310" fmla="*/ 99822 w 1647825"/>
                <a:gd name="connsiteY1310" fmla="*/ 525685 h 857250"/>
                <a:gd name="connsiteX1311" fmla="*/ 101251 w 1647825"/>
                <a:gd name="connsiteY1311" fmla="*/ 525399 h 857250"/>
                <a:gd name="connsiteX1312" fmla="*/ 104489 w 1647825"/>
                <a:gd name="connsiteY1312" fmla="*/ 525208 h 857250"/>
                <a:gd name="connsiteX1313" fmla="*/ 108490 w 1647825"/>
                <a:gd name="connsiteY1313" fmla="*/ 524161 h 857250"/>
                <a:gd name="connsiteX1314" fmla="*/ 110204 w 1647825"/>
                <a:gd name="connsiteY1314" fmla="*/ 524351 h 857250"/>
                <a:gd name="connsiteX1315" fmla="*/ 116015 w 1647825"/>
                <a:gd name="connsiteY1315" fmla="*/ 525780 h 857250"/>
                <a:gd name="connsiteX1316" fmla="*/ 117443 w 1647825"/>
                <a:gd name="connsiteY1316" fmla="*/ 526447 h 857250"/>
                <a:gd name="connsiteX1317" fmla="*/ 118396 w 1647825"/>
                <a:gd name="connsiteY1317" fmla="*/ 527590 h 857250"/>
                <a:gd name="connsiteX1318" fmla="*/ 119825 w 1647825"/>
                <a:gd name="connsiteY1318" fmla="*/ 530257 h 857250"/>
                <a:gd name="connsiteX1319" fmla="*/ 121634 w 1647825"/>
                <a:gd name="connsiteY1319" fmla="*/ 532352 h 857250"/>
                <a:gd name="connsiteX1320" fmla="*/ 122587 w 1647825"/>
                <a:gd name="connsiteY1320" fmla="*/ 532924 h 857250"/>
                <a:gd name="connsiteX1321" fmla="*/ 122968 w 1647825"/>
                <a:gd name="connsiteY1321" fmla="*/ 533210 h 857250"/>
                <a:gd name="connsiteX1322" fmla="*/ 124206 w 1647825"/>
                <a:gd name="connsiteY1322" fmla="*/ 533972 h 857250"/>
                <a:gd name="connsiteX1323" fmla="*/ 129826 w 1647825"/>
                <a:gd name="connsiteY1323" fmla="*/ 536353 h 857250"/>
                <a:gd name="connsiteX1324" fmla="*/ 131636 w 1647825"/>
                <a:gd name="connsiteY1324" fmla="*/ 537877 h 857250"/>
                <a:gd name="connsiteX1325" fmla="*/ 132874 w 1647825"/>
                <a:gd name="connsiteY1325" fmla="*/ 540067 h 857250"/>
                <a:gd name="connsiteX1326" fmla="*/ 134398 w 1647825"/>
                <a:gd name="connsiteY1326" fmla="*/ 542163 h 857250"/>
                <a:gd name="connsiteX1327" fmla="*/ 136779 w 1647825"/>
                <a:gd name="connsiteY1327" fmla="*/ 543115 h 857250"/>
                <a:gd name="connsiteX1328" fmla="*/ 138113 w 1647825"/>
                <a:gd name="connsiteY1328" fmla="*/ 542735 h 857250"/>
                <a:gd name="connsiteX1329" fmla="*/ 140589 w 1647825"/>
                <a:gd name="connsiteY1329" fmla="*/ 541401 h 857250"/>
                <a:gd name="connsiteX1330" fmla="*/ 141923 w 1647825"/>
                <a:gd name="connsiteY1330" fmla="*/ 541401 h 857250"/>
                <a:gd name="connsiteX1331" fmla="*/ 142875 w 1647825"/>
                <a:gd name="connsiteY1331" fmla="*/ 542068 h 857250"/>
                <a:gd name="connsiteX1332" fmla="*/ 145066 w 1647825"/>
                <a:gd name="connsiteY1332" fmla="*/ 545497 h 857250"/>
                <a:gd name="connsiteX1333" fmla="*/ 147352 w 1647825"/>
                <a:gd name="connsiteY1333" fmla="*/ 546830 h 857250"/>
                <a:gd name="connsiteX1334" fmla="*/ 147828 w 1647825"/>
                <a:gd name="connsiteY1334" fmla="*/ 547688 h 857250"/>
                <a:gd name="connsiteX1335" fmla="*/ 145923 w 1647825"/>
                <a:gd name="connsiteY1335" fmla="*/ 551307 h 857250"/>
                <a:gd name="connsiteX1336" fmla="*/ 145352 w 1647825"/>
                <a:gd name="connsiteY1336" fmla="*/ 551783 h 857250"/>
                <a:gd name="connsiteX1337" fmla="*/ 144685 w 1647825"/>
                <a:gd name="connsiteY1337" fmla="*/ 551879 h 857250"/>
                <a:gd name="connsiteX1338" fmla="*/ 143923 w 1647825"/>
                <a:gd name="connsiteY1338" fmla="*/ 551879 h 857250"/>
                <a:gd name="connsiteX1339" fmla="*/ 143161 w 1647825"/>
                <a:gd name="connsiteY1339" fmla="*/ 551879 h 857250"/>
                <a:gd name="connsiteX1340" fmla="*/ 142685 w 1647825"/>
                <a:gd name="connsiteY1340" fmla="*/ 552355 h 857250"/>
                <a:gd name="connsiteX1341" fmla="*/ 142685 w 1647825"/>
                <a:gd name="connsiteY1341" fmla="*/ 553498 h 857250"/>
                <a:gd name="connsiteX1342" fmla="*/ 143542 w 1647825"/>
                <a:gd name="connsiteY1342" fmla="*/ 554641 h 857250"/>
                <a:gd name="connsiteX1343" fmla="*/ 144590 w 1647825"/>
                <a:gd name="connsiteY1343" fmla="*/ 555688 h 857250"/>
                <a:gd name="connsiteX1344" fmla="*/ 145352 w 1647825"/>
                <a:gd name="connsiteY1344" fmla="*/ 556831 h 857250"/>
                <a:gd name="connsiteX1345" fmla="*/ 145637 w 1647825"/>
                <a:gd name="connsiteY1345" fmla="*/ 558641 h 857250"/>
                <a:gd name="connsiteX1346" fmla="*/ 145161 w 1647825"/>
                <a:gd name="connsiteY1346" fmla="*/ 560070 h 857250"/>
                <a:gd name="connsiteX1347" fmla="*/ 144399 w 1647825"/>
                <a:gd name="connsiteY1347" fmla="*/ 561404 h 857250"/>
                <a:gd name="connsiteX1348" fmla="*/ 143732 w 1647825"/>
                <a:gd name="connsiteY1348" fmla="*/ 563023 h 857250"/>
                <a:gd name="connsiteX1349" fmla="*/ 146685 w 1647825"/>
                <a:gd name="connsiteY1349" fmla="*/ 562261 h 857250"/>
                <a:gd name="connsiteX1350" fmla="*/ 149543 w 1647825"/>
                <a:gd name="connsiteY1350" fmla="*/ 562451 h 857250"/>
                <a:gd name="connsiteX1351" fmla="*/ 155448 w 1647825"/>
                <a:gd name="connsiteY1351" fmla="*/ 564166 h 857250"/>
                <a:gd name="connsiteX1352" fmla="*/ 163354 w 1647825"/>
                <a:gd name="connsiteY1352" fmla="*/ 568642 h 857250"/>
                <a:gd name="connsiteX1353" fmla="*/ 167354 w 1647825"/>
                <a:gd name="connsiteY1353" fmla="*/ 570262 h 857250"/>
                <a:gd name="connsiteX1354" fmla="*/ 170021 w 1647825"/>
                <a:gd name="connsiteY1354" fmla="*/ 571976 h 857250"/>
                <a:gd name="connsiteX1355" fmla="*/ 171355 w 1647825"/>
                <a:gd name="connsiteY1355" fmla="*/ 572262 h 857250"/>
                <a:gd name="connsiteX1356" fmla="*/ 172974 w 1647825"/>
                <a:gd name="connsiteY1356" fmla="*/ 572072 h 857250"/>
                <a:gd name="connsiteX1357" fmla="*/ 174117 w 1647825"/>
                <a:gd name="connsiteY1357" fmla="*/ 571690 h 857250"/>
                <a:gd name="connsiteX1358" fmla="*/ 175355 w 1647825"/>
                <a:gd name="connsiteY1358" fmla="*/ 571595 h 857250"/>
                <a:gd name="connsiteX1359" fmla="*/ 177070 w 1647825"/>
                <a:gd name="connsiteY1359" fmla="*/ 572167 h 857250"/>
                <a:gd name="connsiteX1360" fmla="*/ 184880 w 1647825"/>
                <a:gd name="connsiteY1360" fmla="*/ 576644 h 857250"/>
                <a:gd name="connsiteX1361" fmla="*/ 187166 w 1647825"/>
                <a:gd name="connsiteY1361" fmla="*/ 578453 h 857250"/>
                <a:gd name="connsiteX1362" fmla="*/ 188119 w 1647825"/>
                <a:gd name="connsiteY1362" fmla="*/ 579691 h 857250"/>
                <a:gd name="connsiteX1363" fmla="*/ 189738 w 1647825"/>
                <a:gd name="connsiteY1363" fmla="*/ 582644 h 857250"/>
                <a:gd name="connsiteX1364" fmla="*/ 190691 w 1647825"/>
                <a:gd name="connsiteY1364" fmla="*/ 583978 h 857250"/>
                <a:gd name="connsiteX1365" fmla="*/ 191834 w 1647825"/>
                <a:gd name="connsiteY1365" fmla="*/ 584930 h 857250"/>
                <a:gd name="connsiteX1366" fmla="*/ 198692 w 1647825"/>
                <a:gd name="connsiteY1366" fmla="*/ 587978 h 857250"/>
                <a:gd name="connsiteX1367" fmla="*/ 204788 w 1647825"/>
                <a:gd name="connsiteY1367" fmla="*/ 589693 h 857250"/>
                <a:gd name="connsiteX1368" fmla="*/ 207359 w 1647825"/>
                <a:gd name="connsiteY1368" fmla="*/ 591026 h 857250"/>
                <a:gd name="connsiteX1369" fmla="*/ 208978 w 1647825"/>
                <a:gd name="connsiteY1369" fmla="*/ 593598 h 857250"/>
                <a:gd name="connsiteX1370" fmla="*/ 209550 w 1647825"/>
                <a:gd name="connsiteY1370" fmla="*/ 594931 h 857250"/>
                <a:gd name="connsiteX1371" fmla="*/ 208978 w 1647825"/>
                <a:gd name="connsiteY1371" fmla="*/ 596360 h 857250"/>
                <a:gd name="connsiteX1372" fmla="*/ 209836 w 1647825"/>
                <a:gd name="connsiteY1372" fmla="*/ 597122 h 857250"/>
                <a:gd name="connsiteX1373" fmla="*/ 210884 w 1647825"/>
                <a:gd name="connsiteY1373" fmla="*/ 598646 h 857250"/>
                <a:gd name="connsiteX1374" fmla="*/ 211741 w 1647825"/>
                <a:gd name="connsiteY1374" fmla="*/ 600456 h 857250"/>
                <a:gd name="connsiteX1375" fmla="*/ 212789 w 1647825"/>
                <a:gd name="connsiteY1375" fmla="*/ 603409 h 857250"/>
                <a:gd name="connsiteX1376" fmla="*/ 214598 w 1647825"/>
                <a:gd name="connsiteY1376" fmla="*/ 606457 h 857250"/>
                <a:gd name="connsiteX1377" fmla="*/ 215265 w 1647825"/>
                <a:gd name="connsiteY1377" fmla="*/ 607886 h 857250"/>
                <a:gd name="connsiteX1378" fmla="*/ 216027 w 1647825"/>
                <a:gd name="connsiteY1378" fmla="*/ 611981 h 857250"/>
                <a:gd name="connsiteX1379" fmla="*/ 216122 w 1647825"/>
                <a:gd name="connsiteY1379" fmla="*/ 612077 h 857250"/>
                <a:gd name="connsiteX1380" fmla="*/ 217075 w 1647825"/>
                <a:gd name="connsiteY1380" fmla="*/ 612934 h 857250"/>
                <a:gd name="connsiteX1381" fmla="*/ 219266 w 1647825"/>
                <a:gd name="connsiteY1381" fmla="*/ 612362 h 857250"/>
                <a:gd name="connsiteX1382" fmla="*/ 221171 w 1647825"/>
                <a:gd name="connsiteY1382" fmla="*/ 612362 h 857250"/>
                <a:gd name="connsiteX1383" fmla="*/ 224885 w 1647825"/>
                <a:gd name="connsiteY1383" fmla="*/ 614077 h 857250"/>
                <a:gd name="connsiteX1384" fmla="*/ 226600 w 1647825"/>
                <a:gd name="connsiteY1384" fmla="*/ 613791 h 857250"/>
                <a:gd name="connsiteX1385" fmla="*/ 227457 w 1647825"/>
                <a:gd name="connsiteY1385" fmla="*/ 612457 h 857250"/>
                <a:gd name="connsiteX1386" fmla="*/ 227362 w 1647825"/>
                <a:gd name="connsiteY1386" fmla="*/ 609886 h 857250"/>
                <a:gd name="connsiteX1387" fmla="*/ 228410 w 1647825"/>
                <a:gd name="connsiteY1387" fmla="*/ 609124 h 857250"/>
                <a:gd name="connsiteX1388" fmla="*/ 229838 w 1647825"/>
                <a:gd name="connsiteY1388" fmla="*/ 608647 h 857250"/>
                <a:gd name="connsiteX1389" fmla="*/ 230600 w 1647825"/>
                <a:gd name="connsiteY1389" fmla="*/ 608076 h 857250"/>
                <a:gd name="connsiteX1390" fmla="*/ 230695 w 1647825"/>
                <a:gd name="connsiteY1390" fmla="*/ 607886 h 857250"/>
                <a:gd name="connsiteX1391" fmla="*/ 231076 w 1647825"/>
                <a:gd name="connsiteY1391" fmla="*/ 607123 h 857250"/>
                <a:gd name="connsiteX1392" fmla="*/ 231362 w 1647825"/>
                <a:gd name="connsiteY1392" fmla="*/ 605695 h 857250"/>
                <a:gd name="connsiteX1393" fmla="*/ 231267 w 1647825"/>
                <a:gd name="connsiteY1393" fmla="*/ 605123 h 857250"/>
                <a:gd name="connsiteX1394" fmla="*/ 230600 w 1647825"/>
                <a:gd name="connsiteY1394" fmla="*/ 603695 h 857250"/>
                <a:gd name="connsiteX1395" fmla="*/ 230600 w 1647825"/>
                <a:gd name="connsiteY1395" fmla="*/ 603028 h 857250"/>
                <a:gd name="connsiteX1396" fmla="*/ 231458 w 1647825"/>
                <a:gd name="connsiteY1396" fmla="*/ 602361 h 857250"/>
                <a:gd name="connsiteX1397" fmla="*/ 232696 w 1647825"/>
                <a:gd name="connsiteY1397" fmla="*/ 602266 h 857250"/>
                <a:gd name="connsiteX1398" fmla="*/ 234029 w 1647825"/>
                <a:gd name="connsiteY1398" fmla="*/ 602361 h 857250"/>
                <a:gd name="connsiteX1399" fmla="*/ 235077 w 1647825"/>
                <a:gd name="connsiteY1399" fmla="*/ 602171 h 857250"/>
                <a:gd name="connsiteX1400" fmla="*/ 236315 w 1647825"/>
                <a:gd name="connsiteY1400" fmla="*/ 601313 h 857250"/>
                <a:gd name="connsiteX1401" fmla="*/ 237268 w 1647825"/>
                <a:gd name="connsiteY1401" fmla="*/ 600075 h 857250"/>
                <a:gd name="connsiteX1402" fmla="*/ 237839 w 1647825"/>
                <a:gd name="connsiteY1402" fmla="*/ 598551 h 857250"/>
                <a:gd name="connsiteX1403" fmla="*/ 238220 w 1647825"/>
                <a:gd name="connsiteY1403" fmla="*/ 595694 h 857250"/>
                <a:gd name="connsiteX1404" fmla="*/ 239268 w 1647825"/>
                <a:gd name="connsiteY1404" fmla="*/ 593979 h 857250"/>
                <a:gd name="connsiteX1405" fmla="*/ 239459 w 1647825"/>
                <a:gd name="connsiteY1405" fmla="*/ 593122 h 857250"/>
                <a:gd name="connsiteX1406" fmla="*/ 239459 w 1647825"/>
                <a:gd name="connsiteY1406" fmla="*/ 592360 h 857250"/>
                <a:gd name="connsiteX1407" fmla="*/ 238887 w 1647825"/>
                <a:gd name="connsiteY1407" fmla="*/ 590836 h 857250"/>
                <a:gd name="connsiteX1408" fmla="*/ 238792 w 1647825"/>
                <a:gd name="connsiteY1408" fmla="*/ 590074 h 857250"/>
                <a:gd name="connsiteX1409" fmla="*/ 238697 w 1647825"/>
                <a:gd name="connsiteY1409" fmla="*/ 586835 h 857250"/>
                <a:gd name="connsiteX1410" fmla="*/ 238982 w 1647825"/>
                <a:gd name="connsiteY1410" fmla="*/ 585311 h 857250"/>
                <a:gd name="connsiteX1411" fmla="*/ 239840 w 1647825"/>
                <a:gd name="connsiteY1411" fmla="*/ 584073 h 857250"/>
                <a:gd name="connsiteX1412" fmla="*/ 240220 w 1647825"/>
                <a:gd name="connsiteY1412" fmla="*/ 582739 h 857250"/>
                <a:gd name="connsiteX1413" fmla="*/ 240030 w 1647825"/>
                <a:gd name="connsiteY1413" fmla="*/ 581311 h 857250"/>
                <a:gd name="connsiteX1414" fmla="*/ 240316 w 1647825"/>
                <a:gd name="connsiteY1414" fmla="*/ 580072 h 857250"/>
                <a:gd name="connsiteX1415" fmla="*/ 241840 w 1647825"/>
                <a:gd name="connsiteY1415" fmla="*/ 579596 h 857250"/>
                <a:gd name="connsiteX1416" fmla="*/ 243364 w 1647825"/>
                <a:gd name="connsiteY1416" fmla="*/ 580263 h 857250"/>
                <a:gd name="connsiteX1417" fmla="*/ 246316 w 1647825"/>
                <a:gd name="connsiteY1417" fmla="*/ 583121 h 857250"/>
                <a:gd name="connsiteX1418" fmla="*/ 247936 w 1647825"/>
                <a:gd name="connsiteY1418" fmla="*/ 583978 h 857250"/>
                <a:gd name="connsiteX1419" fmla="*/ 250031 w 1647825"/>
                <a:gd name="connsiteY1419" fmla="*/ 584263 h 857250"/>
                <a:gd name="connsiteX1420" fmla="*/ 250889 w 1647825"/>
                <a:gd name="connsiteY1420" fmla="*/ 583978 h 857250"/>
                <a:gd name="connsiteX1421" fmla="*/ 251841 w 1647825"/>
                <a:gd name="connsiteY1421" fmla="*/ 580454 h 857250"/>
                <a:gd name="connsiteX1422" fmla="*/ 252222 w 1647825"/>
                <a:gd name="connsiteY1422" fmla="*/ 579691 h 857250"/>
                <a:gd name="connsiteX1423" fmla="*/ 252793 w 1647825"/>
                <a:gd name="connsiteY1423" fmla="*/ 579311 h 857250"/>
                <a:gd name="connsiteX1424" fmla="*/ 254318 w 1647825"/>
                <a:gd name="connsiteY1424" fmla="*/ 579025 h 857250"/>
                <a:gd name="connsiteX1425" fmla="*/ 255365 w 1647825"/>
                <a:gd name="connsiteY1425" fmla="*/ 578548 h 857250"/>
                <a:gd name="connsiteX1426" fmla="*/ 255841 w 1647825"/>
                <a:gd name="connsiteY1426" fmla="*/ 577787 h 857250"/>
                <a:gd name="connsiteX1427" fmla="*/ 256032 w 1647825"/>
                <a:gd name="connsiteY1427" fmla="*/ 576929 h 857250"/>
                <a:gd name="connsiteX1428" fmla="*/ 256603 w 1647825"/>
                <a:gd name="connsiteY1428" fmla="*/ 576358 h 857250"/>
                <a:gd name="connsiteX1429" fmla="*/ 258413 w 1647825"/>
                <a:gd name="connsiteY1429" fmla="*/ 576167 h 857250"/>
                <a:gd name="connsiteX1430" fmla="*/ 260128 w 1647825"/>
                <a:gd name="connsiteY1430" fmla="*/ 576644 h 857250"/>
                <a:gd name="connsiteX1431" fmla="*/ 269843 w 1647825"/>
                <a:gd name="connsiteY1431" fmla="*/ 581120 h 857250"/>
                <a:gd name="connsiteX1432" fmla="*/ 271558 w 1647825"/>
                <a:gd name="connsiteY1432" fmla="*/ 581597 h 857250"/>
                <a:gd name="connsiteX1433" fmla="*/ 273368 w 1647825"/>
                <a:gd name="connsiteY1433" fmla="*/ 581215 h 857250"/>
                <a:gd name="connsiteX1434" fmla="*/ 275082 w 1647825"/>
                <a:gd name="connsiteY1434" fmla="*/ 580644 h 857250"/>
                <a:gd name="connsiteX1435" fmla="*/ 276797 w 1647825"/>
                <a:gd name="connsiteY1435" fmla="*/ 580358 h 857250"/>
                <a:gd name="connsiteX1436" fmla="*/ 280226 w 1647825"/>
                <a:gd name="connsiteY1436" fmla="*/ 581882 h 857250"/>
                <a:gd name="connsiteX1437" fmla="*/ 282988 w 1647825"/>
                <a:gd name="connsiteY1437" fmla="*/ 581597 h 857250"/>
                <a:gd name="connsiteX1438" fmla="*/ 284512 w 1647825"/>
                <a:gd name="connsiteY1438" fmla="*/ 581978 h 857250"/>
                <a:gd name="connsiteX1439" fmla="*/ 285274 w 1647825"/>
                <a:gd name="connsiteY1439" fmla="*/ 582454 h 857250"/>
                <a:gd name="connsiteX1440" fmla="*/ 286226 w 1647825"/>
                <a:gd name="connsiteY1440" fmla="*/ 583787 h 857250"/>
                <a:gd name="connsiteX1441" fmla="*/ 286798 w 1647825"/>
                <a:gd name="connsiteY1441" fmla="*/ 584263 h 857250"/>
                <a:gd name="connsiteX1442" fmla="*/ 287560 w 1647825"/>
                <a:gd name="connsiteY1442" fmla="*/ 584454 h 857250"/>
                <a:gd name="connsiteX1443" fmla="*/ 288322 w 1647825"/>
                <a:gd name="connsiteY1443" fmla="*/ 584168 h 857250"/>
                <a:gd name="connsiteX1444" fmla="*/ 289084 w 1647825"/>
                <a:gd name="connsiteY1444" fmla="*/ 583787 h 857250"/>
                <a:gd name="connsiteX1445" fmla="*/ 289846 w 1647825"/>
                <a:gd name="connsiteY1445" fmla="*/ 583502 h 857250"/>
                <a:gd name="connsiteX1446" fmla="*/ 293180 w 1647825"/>
                <a:gd name="connsiteY1446" fmla="*/ 583311 h 857250"/>
                <a:gd name="connsiteX1447" fmla="*/ 295085 w 1647825"/>
                <a:gd name="connsiteY1447" fmla="*/ 583502 h 857250"/>
                <a:gd name="connsiteX1448" fmla="*/ 296323 w 1647825"/>
                <a:gd name="connsiteY1448" fmla="*/ 584168 h 857250"/>
                <a:gd name="connsiteX1449" fmla="*/ 296704 w 1647825"/>
                <a:gd name="connsiteY1449" fmla="*/ 585597 h 857250"/>
                <a:gd name="connsiteX1450" fmla="*/ 295751 w 1647825"/>
                <a:gd name="connsiteY1450" fmla="*/ 590836 h 857250"/>
                <a:gd name="connsiteX1451" fmla="*/ 296037 w 1647825"/>
                <a:gd name="connsiteY1451" fmla="*/ 593312 h 857250"/>
                <a:gd name="connsiteX1452" fmla="*/ 296894 w 1647825"/>
                <a:gd name="connsiteY1452" fmla="*/ 594836 h 857250"/>
                <a:gd name="connsiteX1453" fmla="*/ 298323 w 1647825"/>
                <a:gd name="connsiteY1453" fmla="*/ 595884 h 857250"/>
                <a:gd name="connsiteX1454" fmla="*/ 300418 w 1647825"/>
                <a:gd name="connsiteY1454" fmla="*/ 596646 h 857250"/>
                <a:gd name="connsiteX1455" fmla="*/ 301657 w 1647825"/>
                <a:gd name="connsiteY1455" fmla="*/ 597789 h 857250"/>
                <a:gd name="connsiteX1456" fmla="*/ 301276 w 1647825"/>
                <a:gd name="connsiteY1456" fmla="*/ 599599 h 857250"/>
                <a:gd name="connsiteX1457" fmla="*/ 299466 w 1647825"/>
                <a:gd name="connsiteY1457" fmla="*/ 603028 h 857250"/>
                <a:gd name="connsiteX1458" fmla="*/ 299561 w 1647825"/>
                <a:gd name="connsiteY1458" fmla="*/ 604361 h 857250"/>
                <a:gd name="connsiteX1459" fmla="*/ 300038 w 1647825"/>
                <a:gd name="connsiteY1459" fmla="*/ 606266 h 857250"/>
                <a:gd name="connsiteX1460" fmla="*/ 300799 w 1647825"/>
                <a:gd name="connsiteY1460" fmla="*/ 608076 h 857250"/>
                <a:gd name="connsiteX1461" fmla="*/ 301562 w 1647825"/>
                <a:gd name="connsiteY1461" fmla="*/ 609124 h 857250"/>
                <a:gd name="connsiteX1462" fmla="*/ 303181 w 1647825"/>
                <a:gd name="connsiteY1462" fmla="*/ 609410 h 857250"/>
                <a:gd name="connsiteX1463" fmla="*/ 304610 w 1647825"/>
                <a:gd name="connsiteY1463" fmla="*/ 608838 h 857250"/>
                <a:gd name="connsiteX1464" fmla="*/ 306038 w 1647825"/>
                <a:gd name="connsiteY1464" fmla="*/ 608552 h 857250"/>
                <a:gd name="connsiteX1465" fmla="*/ 309658 w 1647825"/>
                <a:gd name="connsiteY1465" fmla="*/ 610838 h 857250"/>
                <a:gd name="connsiteX1466" fmla="*/ 311277 w 1647825"/>
                <a:gd name="connsiteY1466" fmla="*/ 611124 h 857250"/>
                <a:gd name="connsiteX1467" fmla="*/ 312896 w 1647825"/>
                <a:gd name="connsiteY1467" fmla="*/ 611124 h 857250"/>
                <a:gd name="connsiteX1468" fmla="*/ 314706 w 1647825"/>
                <a:gd name="connsiteY1468" fmla="*/ 611600 h 857250"/>
                <a:gd name="connsiteX1469" fmla="*/ 315373 w 1647825"/>
                <a:gd name="connsiteY1469" fmla="*/ 612172 h 857250"/>
                <a:gd name="connsiteX1470" fmla="*/ 316325 w 1647825"/>
                <a:gd name="connsiteY1470" fmla="*/ 613696 h 857250"/>
                <a:gd name="connsiteX1471" fmla="*/ 316992 w 1647825"/>
                <a:gd name="connsiteY1471" fmla="*/ 614172 h 857250"/>
                <a:gd name="connsiteX1472" fmla="*/ 318326 w 1647825"/>
                <a:gd name="connsiteY1472" fmla="*/ 614363 h 857250"/>
                <a:gd name="connsiteX1473" fmla="*/ 319564 w 1647825"/>
                <a:gd name="connsiteY1473" fmla="*/ 614172 h 857250"/>
                <a:gd name="connsiteX1474" fmla="*/ 320707 w 1647825"/>
                <a:gd name="connsiteY1474" fmla="*/ 614172 h 857250"/>
                <a:gd name="connsiteX1475" fmla="*/ 321945 w 1647825"/>
                <a:gd name="connsiteY1475" fmla="*/ 615029 h 857250"/>
                <a:gd name="connsiteX1476" fmla="*/ 322993 w 1647825"/>
                <a:gd name="connsiteY1476" fmla="*/ 616363 h 857250"/>
                <a:gd name="connsiteX1477" fmla="*/ 324326 w 1647825"/>
                <a:gd name="connsiteY1477" fmla="*/ 617601 h 857250"/>
                <a:gd name="connsiteX1478" fmla="*/ 325755 w 1647825"/>
                <a:gd name="connsiteY1478" fmla="*/ 618744 h 857250"/>
                <a:gd name="connsiteX1479" fmla="*/ 327279 w 1647825"/>
                <a:gd name="connsiteY1479" fmla="*/ 619506 h 857250"/>
                <a:gd name="connsiteX1480" fmla="*/ 331089 w 1647825"/>
                <a:gd name="connsiteY1480" fmla="*/ 620744 h 857250"/>
                <a:gd name="connsiteX1481" fmla="*/ 332518 w 1647825"/>
                <a:gd name="connsiteY1481" fmla="*/ 621506 h 857250"/>
                <a:gd name="connsiteX1482" fmla="*/ 338709 w 1647825"/>
                <a:gd name="connsiteY1482" fmla="*/ 629222 h 857250"/>
                <a:gd name="connsiteX1483" fmla="*/ 340043 w 1647825"/>
                <a:gd name="connsiteY1483" fmla="*/ 630174 h 857250"/>
                <a:gd name="connsiteX1484" fmla="*/ 340900 w 1647825"/>
                <a:gd name="connsiteY1484" fmla="*/ 630174 h 857250"/>
                <a:gd name="connsiteX1485" fmla="*/ 342519 w 1647825"/>
                <a:gd name="connsiteY1485" fmla="*/ 629603 h 857250"/>
                <a:gd name="connsiteX1486" fmla="*/ 343376 w 1647825"/>
                <a:gd name="connsiteY1486" fmla="*/ 629698 h 857250"/>
                <a:gd name="connsiteX1487" fmla="*/ 344329 w 1647825"/>
                <a:gd name="connsiteY1487" fmla="*/ 630269 h 857250"/>
                <a:gd name="connsiteX1488" fmla="*/ 344329 w 1647825"/>
                <a:gd name="connsiteY1488" fmla="*/ 631031 h 857250"/>
                <a:gd name="connsiteX1489" fmla="*/ 343948 w 1647825"/>
                <a:gd name="connsiteY1489" fmla="*/ 631984 h 857250"/>
                <a:gd name="connsiteX1490" fmla="*/ 343757 w 1647825"/>
                <a:gd name="connsiteY1490" fmla="*/ 633031 h 857250"/>
                <a:gd name="connsiteX1491" fmla="*/ 344424 w 1647825"/>
                <a:gd name="connsiteY1491" fmla="*/ 634651 h 857250"/>
                <a:gd name="connsiteX1492" fmla="*/ 349282 w 1647825"/>
                <a:gd name="connsiteY1492" fmla="*/ 638365 h 857250"/>
                <a:gd name="connsiteX1493" fmla="*/ 350806 w 1647825"/>
                <a:gd name="connsiteY1493" fmla="*/ 640747 h 857250"/>
                <a:gd name="connsiteX1494" fmla="*/ 351663 w 1647825"/>
                <a:gd name="connsiteY1494" fmla="*/ 641509 h 857250"/>
                <a:gd name="connsiteX1495" fmla="*/ 352616 w 1647825"/>
                <a:gd name="connsiteY1495" fmla="*/ 642080 h 857250"/>
                <a:gd name="connsiteX1496" fmla="*/ 353568 w 1647825"/>
                <a:gd name="connsiteY1496" fmla="*/ 642366 h 857250"/>
                <a:gd name="connsiteX1497" fmla="*/ 354425 w 1647825"/>
                <a:gd name="connsiteY1497" fmla="*/ 642938 h 857250"/>
                <a:gd name="connsiteX1498" fmla="*/ 354997 w 1647825"/>
                <a:gd name="connsiteY1498" fmla="*/ 643985 h 857250"/>
                <a:gd name="connsiteX1499" fmla="*/ 356140 w 1647825"/>
                <a:gd name="connsiteY1499" fmla="*/ 645700 h 857250"/>
                <a:gd name="connsiteX1500" fmla="*/ 357759 w 1647825"/>
                <a:gd name="connsiteY1500" fmla="*/ 645128 h 857250"/>
                <a:gd name="connsiteX1501" fmla="*/ 359569 w 1647825"/>
                <a:gd name="connsiteY1501" fmla="*/ 643699 h 857250"/>
                <a:gd name="connsiteX1502" fmla="*/ 361188 w 1647825"/>
                <a:gd name="connsiteY1502" fmla="*/ 643033 h 857250"/>
                <a:gd name="connsiteX1503" fmla="*/ 361855 w 1647825"/>
                <a:gd name="connsiteY1503" fmla="*/ 643414 h 857250"/>
                <a:gd name="connsiteX1504" fmla="*/ 363093 w 1647825"/>
                <a:gd name="connsiteY1504" fmla="*/ 644747 h 857250"/>
                <a:gd name="connsiteX1505" fmla="*/ 363760 w 1647825"/>
                <a:gd name="connsiteY1505" fmla="*/ 645319 h 857250"/>
                <a:gd name="connsiteX1506" fmla="*/ 364522 w 1647825"/>
                <a:gd name="connsiteY1506" fmla="*/ 645414 h 857250"/>
                <a:gd name="connsiteX1507" fmla="*/ 366332 w 1647825"/>
                <a:gd name="connsiteY1507" fmla="*/ 645128 h 857250"/>
                <a:gd name="connsiteX1508" fmla="*/ 367189 w 1647825"/>
                <a:gd name="connsiteY1508" fmla="*/ 645319 h 857250"/>
                <a:gd name="connsiteX1509" fmla="*/ 371761 w 1647825"/>
                <a:gd name="connsiteY1509" fmla="*/ 649319 h 857250"/>
                <a:gd name="connsiteX1510" fmla="*/ 372428 w 1647825"/>
                <a:gd name="connsiteY1510" fmla="*/ 650177 h 857250"/>
                <a:gd name="connsiteX1511" fmla="*/ 373475 w 1647825"/>
                <a:gd name="connsiteY1511" fmla="*/ 652463 h 857250"/>
                <a:gd name="connsiteX1512" fmla="*/ 374333 w 1647825"/>
                <a:gd name="connsiteY1512" fmla="*/ 653129 h 857250"/>
                <a:gd name="connsiteX1513" fmla="*/ 375476 w 1647825"/>
                <a:gd name="connsiteY1513" fmla="*/ 653034 h 857250"/>
                <a:gd name="connsiteX1514" fmla="*/ 375952 w 1647825"/>
                <a:gd name="connsiteY1514" fmla="*/ 652081 h 857250"/>
                <a:gd name="connsiteX1515" fmla="*/ 376238 w 1647825"/>
                <a:gd name="connsiteY1515" fmla="*/ 650748 h 857250"/>
                <a:gd name="connsiteX1516" fmla="*/ 376618 w 1647825"/>
                <a:gd name="connsiteY1516" fmla="*/ 649796 h 857250"/>
                <a:gd name="connsiteX1517" fmla="*/ 377190 w 1647825"/>
                <a:gd name="connsiteY1517" fmla="*/ 649510 h 857250"/>
                <a:gd name="connsiteX1518" fmla="*/ 379286 w 1647825"/>
                <a:gd name="connsiteY1518" fmla="*/ 649033 h 857250"/>
                <a:gd name="connsiteX1519" fmla="*/ 381191 w 1647825"/>
                <a:gd name="connsiteY1519" fmla="*/ 648843 h 857250"/>
                <a:gd name="connsiteX1520" fmla="*/ 382143 w 1647825"/>
                <a:gd name="connsiteY1520" fmla="*/ 648843 h 857250"/>
                <a:gd name="connsiteX1521" fmla="*/ 383000 w 1647825"/>
                <a:gd name="connsiteY1521" fmla="*/ 649224 h 857250"/>
                <a:gd name="connsiteX1522" fmla="*/ 384143 w 1647825"/>
                <a:gd name="connsiteY1522" fmla="*/ 650081 h 857250"/>
                <a:gd name="connsiteX1523" fmla="*/ 384429 w 1647825"/>
                <a:gd name="connsiteY1523" fmla="*/ 650557 h 857250"/>
                <a:gd name="connsiteX1524" fmla="*/ 384715 w 1647825"/>
                <a:gd name="connsiteY1524" fmla="*/ 651700 h 857250"/>
                <a:gd name="connsiteX1525" fmla="*/ 384905 w 1647825"/>
                <a:gd name="connsiteY1525" fmla="*/ 652177 h 857250"/>
                <a:gd name="connsiteX1526" fmla="*/ 385572 w 1647825"/>
                <a:gd name="connsiteY1526" fmla="*/ 652558 h 857250"/>
                <a:gd name="connsiteX1527" fmla="*/ 386906 w 1647825"/>
                <a:gd name="connsiteY1527" fmla="*/ 653034 h 857250"/>
                <a:gd name="connsiteX1528" fmla="*/ 387477 w 1647825"/>
                <a:gd name="connsiteY1528" fmla="*/ 653320 h 857250"/>
                <a:gd name="connsiteX1529" fmla="*/ 389382 w 1647825"/>
                <a:gd name="connsiteY1529" fmla="*/ 655225 h 857250"/>
                <a:gd name="connsiteX1530" fmla="*/ 390049 w 1647825"/>
                <a:gd name="connsiteY1530" fmla="*/ 656463 h 857250"/>
                <a:gd name="connsiteX1531" fmla="*/ 390239 w 1647825"/>
                <a:gd name="connsiteY1531" fmla="*/ 657797 h 857250"/>
                <a:gd name="connsiteX1532" fmla="*/ 389954 w 1647825"/>
                <a:gd name="connsiteY1532" fmla="*/ 658558 h 857250"/>
                <a:gd name="connsiteX1533" fmla="*/ 389477 w 1647825"/>
                <a:gd name="connsiteY1533" fmla="*/ 659130 h 857250"/>
                <a:gd name="connsiteX1534" fmla="*/ 389001 w 1647825"/>
                <a:gd name="connsiteY1534" fmla="*/ 659702 h 857250"/>
                <a:gd name="connsiteX1535" fmla="*/ 388906 w 1647825"/>
                <a:gd name="connsiteY1535" fmla="*/ 660749 h 857250"/>
                <a:gd name="connsiteX1536" fmla="*/ 390239 w 1647825"/>
                <a:gd name="connsiteY1536" fmla="*/ 662749 h 857250"/>
                <a:gd name="connsiteX1537" fmla="*/ 395383 w 1647825"/>
                <a:gd name="connsiteY1537" fmla="*/ 661702 h 857250"/>
                <a:gd name="connsiteX1538" fmla="*/ 397574 w 1647825"/>
                <a:gd name="connsiteY1538" fmla="*/ 663892 h 857250"/>
                <a:gd name="connsiteX1539" fmla="*/ 397764 w 1647825"/>
                <a:gd name="connsiteY1539" fmla="*/ 665512 h 857250"/>
                <a:gd name="connsiteX1540" fmla="*/ 397574 w 1647825"/>
                <a:gd name="connsiteY1540" fmla="*/ 666845 h 857250"/>
                <a:gd name="connsiteX1541" fmla="*/ 397669 w 1647825"/>
                <a:gd name="connsiteY1541" fmla="*/ 667988 h 857250"/>
                <a:gd name="connsiteX1542" fmla="*/ 400145 w 1647825"/>
                <a:gd name="connsiteY1542" fmla="*/ 669988 h 857250"/>
                <a:gd name="connsiteX1543" fmla="*/ 400241 w 1647825"/>
                <a:gd name="connsiteY1543" fmla="*/ 671036 h 857250"/>
                <a:gd name="connsiteX1544" fmla="*/ 400145 w 1647825"/>
                <a:gd name="connsiteY1544" fmla="*/ 672179 h 857250"/>
                <a:gd name="connsiteX1545" fmla="*/ 400622 w 1647825"/>
                <a:gd name="connsiteY1545" fmla="*/ 673417 h 857250"/>
                <a:gd name="connsiteX1546" fmla="*/ 401574 w 1647825"/>
                <a:gd name="connsiteY1546" fmla="*/ 674275 h 857250"/>
                <a:gd name="connsiteX1547" fmla="*/ 402526 w 1647825"/>
                <a:gd name="connsiteY1547" fmla="*/ 674846 h 857250"/>
                <a:gd name="connsiteX1548" fmla="*/ 403384 w 1647825"/>
                <a:gd name="connsiteY1548" fmla="*/ 675513 h 857250"/>
                <a:gd name="connsiteX1549" fmla="*/ 404146 w 1647825"/>
                <a:gd name="connsiteY1549" fmla="*/ 678085 h 857250"/>
                <a:gd name="connsiteX1550" fmla="*/ 405003 w 1647825"/>
                <a:gd name="connsiteY1550" fmla="*/ 678847 h 857250"/>
                <a:gd name="connsiteX1551" fmla="*/ 407194 w 1647825"/>
                <a:gd name="connsiteY1551" fmla="*/ 679704 h 857250"/>
                <a:gd name="connsiteX1552" fmla="*/ 408622 w 1647825"/>
                <a:gd name="connsiteY1552" fmla="*/ 680752 h 857250"/>
                <a:gd name="connsiteX1553" fmla="*/ 409385 w 1647825"/>
                <a:gd name="connsiteY1553" fmla="*/ 682085 h 857250"/>
                <a:gd name="connsiteX1554" fmla="*/ 410147 w 1647825"/>
                <a:gd name="connsiteY1554" fmla="*/ 685514 h 857250"/>
                <a:gd name="connsiteX1555" fmla="*/ 410242 w 1647825"/>
                <a:gd name="connsiteY1555" fmla="*/ 687514 h 857250"/>
                <a:gd name="connsiteX1556" fmla="*/ 410528 w 1647825"/>
                <a:gd name="connsiteY1556" fmla="*/ 688467 h 857250"/>
                <a:gd name="connsiteX1557" fmla="*/ 411004 w 1647825"/>
                <a:gd name="connsiteY1557" fmla="*/ 689134 h 857250"/>
                <a:gd name="connsiteX1558" fmla="*/ 411956 w 1647825"/>
                <a:gd name="connsiteY1558" fmla="*/ 689515 h 857250"/>
                <a:gd name="connsiteX1559" fmla="*/ 414052 w 1647825"/>
                <a:gd name="connsiteY1559" fmla="*/ 689800 h 857250"/>
                <a:gd name="connsiteX1560" fmla="*/ 414909 w 1647825"/>
                <a:gd name="connsiteY1560" fmla="*/ 690563 h 857250"/>
                <a:gd name="connsiteX1561" fmla="*/ 415862 w 1647825"/>
                <a:gd name="connsiteY1561" fmla="*/ 691134 h 857250"/>
                <a:gd name="connsiteX1562" fmla="*/ 419100 w 1647825"/>
                <a:gd name="connsiteY1562" fmla="*/ 691705 h 857250"/>
                <a:gd name="connsiteX1563" fmla="*/ 420243 w 1647825"/>
                <a:gd name="connsiteY1563" fmla="*/ 691801 h 857250"/>
                <a:gd name="connsiteX1564" fmla="*/ 421481 w 1647825"/>
                <a:gd name="connsiteY1564" fmla="*/ 691229 h 857250"/>
                <a:gd name="connsiteX1565" fmla="*/ 421576 w 1647825"/>
                <a:gd name="connsiteY1565" fmla="*/ 691229 h 857250"/>
                <a:gd name="connsiteX1566" fmla="*/ 422148 w 1647825"/>
                <a:gd name="connsiteY1566" fmla="*/ 689991 h 857250"/>
                <a:gd name="connsiteX1567" fmla="*/ 422529 w 1647825"/>
                <a:gd name="connsiteY1567" fmla="*/ 688372 h 857250"/>
                <a:gd name="connsiteX1568" fmla="*/ 423101 w 1647825"/>
                <a:gd name="connsiteY1568" fmla="*/ 686848 h 857250"/>
                <a:gd name="connsiteX1569" fmla="*/ 424720 w 1647825"/>
                <a:gd name="connsiteY1569" fmla="*/ 685324 h 857250"/>
                <a:gd name="connsiteX1570" fmla="*/ 426720 w 1647825"/>
                <a:gd name="connsiteY1570" fmla="*/ 684657 h 857250"/>
                <a:gd name="connsiteX1571" fmla="*/ 428720 w 1647825"/>
                <a:gd name="connsiteY1571" fmla="*/ 684562 h 857250"/>
                <a:gd name="connsiteX1572" fmla="*/ 430720 w 1647825"/>
                <a:gd name="connsiteY1572" fmla="*/ 684752 h 857250"/>
                <a:gd name="connsiteX1573" fmla="*/ 432530 w 1647825"/>
                <a:gd name="connsiteY1573" fmla="*/ 684466 h 857250"/>
                <a:gd name="connsiteX1574" fmla="*/ 436150 w 1647825"/>
                <a:gd name="connsiteY1574" fmla="*/ 682752 h 857250"/>
                <a:gd name="connsiteX1575" fmla="*/ 438055 w 1647825"/>
                <a:gd name="connsiteY1575" fmla="*/ 682180 h 857250"/>
                <a:gd name="connsiteX1576" fmla="*/ 438626 w 1647825"/>
                <a:gd name="connsiteY1576" fmla="*/ 681895 h 857250"/>
                <a:gd name="connsiteX1577" fmla="*/ 439293 w 1647825"/>
                <a:gd name="connsiteY1577" fmla="*/ 680656 h 857250"/>
                <a:gd name="connsiteX1578" fmla="*/ 439769 w 1647825"/>
                <a:gd name="connsiteY1578" fmla="*/ 680180 h 857250"/>
                <a:gd name="connsiteX1579" fmla="*/ 442246 w 1647825"/>
                <a:gd name="connsiteY1579" fmla="*/ 679513 h 857250"/>
                <a:gd name="connsiteX1580" fmla="*/ 443770 w 1647825"/>
                <a:gd name="connsiteY1580" fmla="*/ 679323 h 857250"/>
                <a:gd name="connsiteX1581" fmla="*/ 444722 w 1647825"/>
                <a:gd name="connsiteY1581" fmla="*/ 679323 h 857250"/>
                <a:gd name="connsiteX1582" fmla="*/ 445770 w 1647825"/>
                <a:gd name="connsiteY1582" fmla="*/ 679513 h 857250"/>
                <a:gd name="connsiteX1583" fmla="*/ 446437 w 1647825"/>
                <a:gd name="connsiteY1583" fmla="*/ 679990 h 857250"/>
                <a:gd name="connsiteX1584" fmla="*/ 446913 w 1647825"/>
                <a:gd name="connsiteY1584" fmla="*/ 680656 h 857250"/>
                <a:gd name="connsiteX1585" fmla="*/ 447199 w 1647825"/>
                <a:gd name="connsiteY1585" fmla="*/ 681895 h 857250"/>
                <a:gd name="connsiteX1586" fmla="*/ 448151 w 1647825"/>
                <a:gd name="connsiteY1586" fmla="*/ 681323 h 857250"/>
                <a:gd name="connsiteX1587" fmla="*/ 449199 w 1647825"/>
                <a:gd name="connsiteY1587" fmla="*/ 681038 h 857250"/>
                <a:gd name="connsiteX1588" fmla="*/ 450056 w 1647825"/>
                <a:gd name="connsiteY1588" fmla="*/ 681228 h 857250"/>
                <a:gd name="connsiteX1589" fmla="*/ 450818 w 1647825"/>
                <a:gd name="connsiteY1589" fmla="*/ 682180 h 857250"/>
                <a:gd name="connsiteX1590" fmla="*/ 451866 w 1647825"/>
                <a:gd name="connsiteY1590" fmla="*/ 683323 h 857250"/>
                <a:gd name="connsiteX1591" fmla="*/ 453295 w 1647825"/>
                <a:gd name="connsiteY1591" fmla="*/ 683038 h 857250"/>
                <a:gd name="connsiteX1592" fmla="*/ 454819 w 1647825"/>
                <a:gd name="connsiteY1592" fmla="*/ 682466 h 857250"/>
                <a:gd name="connsiteX1593" fmla="*/ 456247 w 1647825"/>
                <a:gd name="connsiteY1593" fmla="*/ 682466 h 857250"/>
                <a:gd name="connsiteX1594" fmla="*/ 457010 w 1647825"/>
                <a:gd name="connsiteY1594" fmla="*/ 683419 h 857250"/>
                <a:gd name="connsiteX1595" fmla="*/ 457486 w 1647825"/>
                <a:gd name="connsiteY1595" fmla="*/ 685895 h 857250"/>
                <a:gd name="connsiteX1596" fmla="*/ 458057 w 1647825"/>
                <a:gd name="connsiteY1596" fmla="*/ 686848 h 857250"/>
                <a:gd name="connsiteX1597" fmla="*/ 459200 w 1647825"/>
                <a:gd name="connsiteY1597" fmla="*/ 687133 h 857250"/>
                <a:gd name="connsiteX1598" fmla="*/ 460439 w 1647825"/>
                <a:gd name="connsiteY1598" fmla="*/ 686943 h 857250"/>
                <a:gd name="connsiteX1599" fmla="*/ 461486 w 1647825"/>
                <a:gd name="connsiteY1599" fmla="*/ 687038 h 857250"/>
                <a:gd name="connsiteX1600" fmla="*/ 461963 w 1647825"/>
                <a:gd name="connsiteY1600" fmla="*/ 688372 h 857250"/>
                <a:gd name="connsiteX1601" fmla="*/ 461486 w 1647825"/>
                <a:gd name="connsiteY1601" fmla="*/ 689896 h 857250"/>
                <a:gd name="connsiteX1602" fmla="*/ 460439 w 1647825"/>
                <a:gd name="connsiteY1602" fmla="*/ 691324 h 857250"/>
                <a:gd name="connsiteX1603" fmla="*/ 459676 w 1647825"/>
                <a:gd name="connsiteY1603" fmla="*/ 692753 h 857250"/>
                <a:gd name="connsiteX1604" fmla="*/ 460153 w 1647825"/>
                <a:gd name="connsiteY1604" fmla="*/ 694563 h 857250"/>
                <a:gd name="connsiteX1605" fmla="*/ 461867 w 1647825"/>
                <a:gd name="connsiteY1605" fmla="*/ 696278 h 857250"/>
                <a:gd name="connsiteX1606" fmla="*/ 462343 w 1647825"/>
                <a:gd name="connsiteY1606" fmla="*/ 696944 h 857250"/>
                <a:gd name="connsiteX1607" fmla="*/ 462629 w 1647825"/>
                <a:gd name="connsiteY1607" fmla="*/ 697802 h 857250"/>
                <a:gd name="connsiteX1608" fmla="*/ 463106 w 1647825"/>
                <a:gd name="connsiteY1608" fmla="*/ 700659 h 857250"/>
                <a:gd name="connsiteX1609" fmla="*/ 464915 w 1647825"/>
                <a:gd name="connsiteY1609" fmla="*/ 701707 h 857250"/>
                <a:gd name="connsiteX1610" fmla="*/ 466725 w 1647825"/>
                <a:gd name="connsiteY1610" fmla="*/ 702373 h 857250"/>
                <a:gd name="connsiteX1611" fmla="*/ 467582 w 1647825"/>
                <a:gd name="connsiteY1611" fmla="*/ 703516 h 857250"/>
                <a:gd name="connsiteX1612" fmla="*/ 465582 w 1647825"/>
                <a:gd name="connsiteY1612" fmla="*/ 711232 h 857250"/>
                <a:gd name="connsiteX1613" fmla="*/ 467106 w 1647825"/>
                <a:gd name="connsiteY1613" fmla="*/ 713708 h 857250"/>
                <a:gd name="connsiteX1614" fmla="*/ 467868 w 1647825"/>
                <a:gd name="connsiteY1614" fmla="*/ 714947 h 857250"/>
                <a:gd name="connsiteX1615" fmla="*/ 471964 w 1647825"/>
                <a:gd name="connsiteY1615" fmla="*/ 717328 h 857250"/>
                <a:gd name="connsiteX1616" fmla="*/ 477393 w 1647825"/>
                <a:gd name="connsiteY1616" fmla="*/ 718471 h 857250"/>
                <a:gd name="connsiteX1617" fmla="*/ 478345 w 1647825"/>
                <a:gd name="connsiteY1617" fmla="*/ 718852 h 857250"/>
                <a:gd name="connsiteX1618" fmla="*/ 479203 w 1647825"/>
                <a:gd name="connsiteY1618" fmla="*/ 719614 h 857250"/>
                <a:gd name="connsiteX1619" fmla="*/ 480536 w 1647825"/>
                <a:gd name="connsiteY1619" fmla="*/ 721805 h 857250"/>
                <a:gd name="connsiteX1620" fmla="*/ 482156 w 1647825"/>
                <a:gd name="connsiteY1620" fmla="*/ 723329 h 857250"/>
                <a:gd name="connsiteX1621" fmla="*/ 482918 w 1647825"/>
                <a:gd name="connsiteY1621" fmla="*/ 724090 h 857250"/>
                <a:gd name="connsiteX1622" fmla="*/ 484061 w 1647825"/>
                <a:gd name="connsiteY1622" fmla="*/ 728281 h 857250"/>
                <a:gd name="connsiteX1623" fmla="*/ 485108 w 1647825"/>
                <a:gd name="connsiteY1623" fmla="*/ 729996 h 857250"/>
                <a:gd name="connsiteX1624" fmla="*/ 487109 w 1647825"/>
                <a:gd name="connsiteY1624" fmla="*/ 730663 h 857250"/>
                <a:gd name="connsiteX1625" fmla="*/ 488918 w 1647825"/>
                <a:gd name="connsiteY1625" fmla="*/ 730567 h 857250"/>
                <a:gd name="connsiteX1626" fmla="*/ 490347 w 1647825"/>
                <a:gd name="connsiteY1626" fmla="*/ 731139 h 857250"/>
                <a:gd name="connsiteX1627" fmla="*/ 491585 w 1647825"/>
                <a:gd name="connsiteY1627" fmla="*/ 731996 h 857250"/>
                <a:gd name="connsiteX1628" fmla="*/ 493205 w 1647825"/>
                <a:gd name="connsiteY1628" fmla="*/ 732568 h 857250"/>
                <a:gd name="connsiteX1629" fmla="*/ 497586 w 1647825"/>
                <a:gd name="connsiteY1629" fmla="*/ 733235 h 857250"/>
                <a:gd name="connsiteX1630" fmla="*/ 498348 w 1647825"/>
                <a:gd name="connsiteY1630" fmla="*/ 733711 h 857250"/>
                <a:gd name="connsiteX1631" fmla="*/ 499110 w 1647825"/>
                <a:gd name="connsiteY1631" fmla="*/ 735235 h 857250"/>
                <a:gd name="connsiteX1632" fmla="*/ 499682 w 1647825"/>
                <a:gd name="connsiteY1632" fmla="*/ 735902 h 857250"/>
                <a:gd name="connsiteX1633" fmla="*/ 501206 w 1647825"/>
                <a:gd name="connsiteY1633" fmla="*/ 736473 h 857250"/>
                <a:gd name="connsiteX1634" fmla="*/ 502730 w 1647825"/>
                <a:gd name="connsiteY1634" fmla="*/ 736854 h 857250"/>
                <a:gd name="connsiteX1635" fmla="*/ 503682 w 1647825"/>
                <a:gd name="connsiteY1635" fmla="*/ 737616 h 857250"/>
                <a:gd name="connsiteX1636" fmla="*/ 503301 w 1647825"/>
                <a:gd name="connsiteY1636" fmla="*/ 741807 h 857250"/>
                <a:gd name="connsiteX1637" fmla="*/ 504349 w 1647825"/>
                <a:gd name="connsiteY1637" fmla="*/ 742474 h 857250"/>
                <a:gd name="connsiteX1638" fmla="*/ 507968 w 1647825"/>
                <a:gd name="connsiteY1638" fmla="*/ 742664 h 857250"/>
                <a:gd name="connsiteX1639" fmla="*/ 509492 w 1647825"/>
                <a:gd name="connsiteY1639" fmla="*/ 743522 h 857250"/>
                <a:gd name="connsiteX1640" fmla="*/ 511588 w 1647825"/>
                <a:gd name="connsiteY1640" fmla="*/ 745903 h 857250"/>
                <a:gd name="connsiteX1641" fmla="*/ 512921 w 1647825"/>
                <a:gd name="connsiteY1641" fmla="*/ 747046 h 857250"/>
                <a:gd name="connsiteX1642" fmla="*/ 513969 w 1647825"/>
                <a:gd name="connsiteY1642" fmla="*/ 747427 h 857250"/>
                <a:gd name="connsiteX1643" fmla="*/ 514922 w 1647825"/>
                <a:gd name="connsiteY1643" fmla="*/ 747522 h 857250"/>
                <a:gd name="connsiteX1644" fmla="*/ 519398 w 1647825"/>
                <a:gd name="connsiteY1644" fmla="*/ 747236 h 857250"/>
                <a:gd name="connsiteX1645" fmla="*/ 520351 w 1647825"/>
                <a:gd name="connsiteY1645" fmla="*/ 747427 h 857250"/>
                <a:gd name="connsiteX1646" fmla="*/ 521684 w 1647825"/>
                <a:gd name="connsiteY1646" fmla="*/ 747903 h 857250"/>
                <a:gd name="connsiteX1647" fmla="*/ 522541 w 1647825"/>
                <a:gd name="connsiteY1647" fmla="*/ 747998 h 857250"/>
                <a:gd name="connsiteX1648" fmla="*/ 523304 w 1647825"/>
                <a:gd name="connsiteY1648" fmla="*/ 747713 h 857250"/>
                <a:gd name="connsiteX1649" fmla="*/ 523970 w 1647825"/>
                <a:gd name="connsiteY1649" fmla="*/ 747141 h 857250"/>
                <a:gd name="connsiteX1650" fmla="*/ 524923 w 1647825"/>
                <a:gd name="connsiteY1650" fmla="*/ 745046 h 857250"/>
                <a:gd name="connsiteX1651" fmla="*/ 525399 w 1647825"/>
                <a:gd name="connsiteY1651" fmla="*/ 744474 h 857250"/>
                <a:gd name="connsiteX1652" fmla="*/ 527780 w 1647825"/>
                <a:gd name="connsiteY1652" fmla="*/ 743236 h 857250"/>
                <a:gd name="connsiteX1653" fmla="*/ 528542 w 1647825"/>
                <a:gd name="connsiteY1653" fmla="*/ 743045 h 857250"/>
                <a:gd name="connsiteX1654" fmla="*/ 529209 w 1647825"/>
                <a:gd name="connsiteY1654" fmla="*/ 742664 h 857250"/>
                <a:gd name="connsiteX1655" fmla="*/ 529781 w 1647825"/>
                <a:gd name="connsiteY1655" fmla="*/ 741902 h 857250"/>
                <a:gd name="connsiteX1656" fmla="*/ 530543 w 1647825"/>
                <a:gd name="connsiteY1656" fmla="*/ 740378 h 857250"/>
                <a:gd name="connsiteX1657" fmla="*/ 531019 w 1647825"/>
                <a:gd name="connsiteY1657" fmla="*/ 739616 h 857250"/>
                <a:gd name="connsiteX1658" fmla="*/ 531590 w 1647825"/>
                <a:gd name="connsiteY1658" fmla="*/ 739045 h 857250"/>
                <a:gd name="connsiteX1659" fmla="*/ 533400 w 1647825"/>
                <a:gd name="connsiteY1659" fmla="*/ 738664 h 857250"/>
                <a:gd name="connsiteX1660" fmla="*/ 535019 w 1647825"/>
                <a:gd name="connsiteY1660" fmla="*/ 739330 h 857250"/>
                <a:gd name="connsiteX1661" fmla="*/ 537972 w 1647825"/>
                <a:gd name="connsiteY1661" fmla="*/ 741331 h 857250"/>
                <a:gd name="connsiteX1662" fmla="*/ 541877 w 1647825"/>
                <a:gd name="connsiteY1662" fmla="*/ 742664 h 857250"/>
                <a:gd name="connsiteX1663" fmla="*/ 542449 w 1647825"/>
                <a:gd name="connsiteY1663" fmla="*/ 743712 h 857250"/>
                <a:gd name="connsiteX1664" fmla="*/ 541592 w 1647825"/>
                <a:gd name="connsiteY1664" fmla="*/ 748189 h 857250"/>
                <a:gd name="connsiteX1665" fmla="*/ 541306 w 1647825"/>
                <a:gd name="connsiteY1665" fmla="*/ 748951 h 857250"/>
                <a:gd name="connsiteX1666" fmla="*/ 540830 w 1647825"/>
                <a:gd name="connsiteY1666" fmla="*/ 749808 h 857250"/>
                <a:gd name="connsiteX1667" fmla="*/ 540258 w 1647825"/>
                <a:gd name="connsiteY1667" fmla="*/ 750189 h 857250"/>
                <a:gd name="connsiteX1668" fmla="*/ 538829 w 1647825"/>
                <a:gd name="connsiteY1668" fmla="*/ 750761 h 857250"/>
                <a:gd name="connsiteX1669" fmla="*/ 538353 w 1647825"/>
                <a:gd name="connsiteY1669" fmla="*/ 751427 h 857250"/>
                <a:gd name="connsiteX1670" fmla="*/ 538258 w 1647825"/>
                <a:gd name="connsiteY1670" fmla="*/ 751999 h 857250"/>
                <a:gd name="connsiteX1671" fmla="*/ 538258 w 1647825"/>
                <a:gd name="connsiteY1671" fmla="*/ 753713 h 857250"/>
                <a:gd name="connsiteX1672" fmla="*/ 537782 w 1647825"/>
                <a:gd name="connsiteY1672" fmla="*/ 754856 h 857250"/>
                <a:gd name="connsiteX1673" fmla="*/ 535686 w 1647825"/>
                <a:gd name="connsiteY1673" fmla="*/ 756190 h 857250"/>
                <a:gd name="connsiteX1674" fmla="*/ 535210 w 1647825"/>
                <a:gd name="connsiteY1674" fmla="*/ 757047 h 857250"/>
                <a:gd name="connsiteX1675" fmla="*/ 535877 w 1647825"/>
                <a:gd name="connsiteY1675" fmla="*/ 762000 h 857250"/>
                <a:gd name="connsiteX1676" fmla="*/ 535877 w 1647825"/>
                <a:gd name="connsiteY1676" fmla="*/ 763714 h 857250"/>
                <a:gd name="connsiteX1677" fmla="*/ 535591 w 1647825"/>
                <a:gd name="connsiteY1677" fmla="*/ 766477 h 857250"/>
                <a:gd name="connsiteX1678" fmla="*/ 535400 w 1647825"/>
                <a:gd name="connsiteY1678" fmla="*/ 767620 h 857250"/>
                <a:gd name="connsiteX1679" fmla="*/ 535972 w 1647825"/>
                <a:gd name="connsiteY1679" fmla="*/ 768953 h 857250"/>
                <a:gd name="connsiteX1680" fmla="*/ 537782 w 1647825"/>
                <a:gd name="connsiteY1680" fmla="*/ 770001 h 857250"/>
                <a:gd name="connsiteX1681" fmla="*/ 539782 w 1647825"/>
                <a:gd name="connsiteY1681" fmla="*/ 770001 h 857250"/>
                <a:gd name="connsiteX1682" fmla="*/ 541401 w 1647825"/>
                <a:gd name="connsiteY1682" fmla="*/ 769239 h 857250"/>
                <a:gd name="connsiteX1683" fmla="*/ 542925 w 1647825"/>
                <a:gd name="connsiteY1683" fmla="*/ 768953 h 857250"/>
                <a:gd name="connsiteX1684" fmla="*/ 545497 w 1647825"/>
                <a:gd name="connsiteY1684" fmla="*/ 771239 h 857250"/>
                <a:gd name="connsiteX1685" fmla="*/ 546926 w 1647825"/>
                <a:gd name="connsiteY1685" fmla="*/ 771811 h 857250"/>
                <a:gd name="connsiteX1686" fmla="*/ 548450 w 1647825"/>
                <a:gd name="connsiteY1686" fmla="*/ 772192 h 857250"/>
                <a:gd name="connsiteX1687" fmla="*/ 549783 w 1647825"/>
                <a:gd name="connsiteY1687" fmla="*/ 772287 h 857250"/>
                <a:gd name="connsiteX1688" fmla="*/ 550831 w 1647825"/>
                <a:gd name="connsiteY1688" fmla="*/ 772001 h 857250"/>
                <a:gd name="connsiteX1689" fmla="*/ 553117 w 1647825"/>
                <a:gd name="connsiteY1689" fmla="*/ 771049 h 857250"/>
                <a:gd name="connsiteX1690" fmla="*/ 553974 w 1647825"/>
                <a:gd name="connsiteY1690" fmla="*/ 770858 h 857250"/>
                <a:gd name="connsiteX1691" fmla="*/ 555022 w 1647825"/>
                <a:gd name="connsiteY1691" fmla="*/ 771335 h 857250"/>
                <a:gd name="connsiteX1692" fmla="*/ 555784 w 1647825"/>
                <a:gd name="connsiteY1692" fmla="*/ 772097 h 857250"/>
                <a:gd name="connsiteX1693" fmla="*/ 556641 w 1647825"/>
                <a:gd name="connsiteY1693" fmla="*/ 772763 h 857250"/>
                <a:gd name="connsiteX1694" fmla="*/ 557975 w 1647825"/>
                <a:gd name="connsiteY1694" fmla="*/ 772954 h 857250"/>
                <a:gd name="connsiteX1695" fmla="*/ 559213 w 1647825"/>
                <a:gd name="connsiteY1695" fmla="*/ 772382 h 857250"/>
                <a:gd name="connsiteX1696" fmla="*/ 561118 w 1647825"/>
                <a:gd name="connsiteY1696" fmla="*/ 770287 h 857250"/>
                <a:gd name="connsiteX1697" fmla="*/ 562166 w 1647825"/>
                <a:gd name="connsiteY1697" fmla="*/ 769620 h 857250"/>
                <a:gd name="connsiteX1698" fmla="*/ 563499 w 1647825"/>
                <a:gd name="connsiteY1698" fmla="*/ 769525 h 857250"/>
                <a:gd name="connsiteX1699" fmla="*/ 564737 w 1647825"/>
                <a:gd name="connsiteY1699" fmla="*/ 770001 h 857250"/>
                <a:gd name="connsiteX1700" fmla="*/ 567023 w 1647825"/>
                <a:gd name="connsiteY1700" fmla="*/ 771144 h 857250"/>
                <a:gd name="connsiteX1701" fmla="*/ 568738 w 1647825"/>
                <a:gd name="connsiteY1701" fmla="*/ 770858 h 857250"/>
                <a:gd name="connsiteX1702" fmla="*/ 570643 w 1647825"/>
                <a:gd name="connsiteY1702" fmla="*/ 770858 h 857250"/>
                <a:gd name="connsiteX1703" fmla="*/ 572453 w 1647825"/>
                <a:gd name="connsiteY1703" fmla="*/ 771049 h 857250"/>
                <a:gd name="connsiteX1704" fmla="*/ 574167 w 1647825"/>
                <a:gd name="connsiteY1704" fmla="*/ 771525 h 857250"/>
                <a:gd name="connsiteX1705" fmla="*/ 575786 w 1647825"/>
                <a:gd name="connsiteY1705" fmla="*/ 772668 h 857250"/>
                <a:gd name="connsiteX1706" fmla="*/ 576929 w 1647825"/>
                <a:gd name="connsiteY1706" fmla="*/ 773716 h 857250"/>
                <a:gd name="connsiteX1707" fmla="*/ 577882 w 1647825"/>
                <a:gd name="connsiteY1707" fmla="*/ 773716 h 857250"/>
                <a:gd name="connsiteX1708" fmla="*/ 580073 w 1647825"/>
                <a:gd name="connsiteY1708" fmla="*/ 770382 h 857250"/>
                <a:gd name="connsiteX1709" fmla="*/ 580739 w 1647825"/>
                <a:gd name="connsiteY1709" fmla="*/ 769906 h 857250"/>
                <a:gd name="connsiteX1710" fmla="*/ 582454 w 1647825"/>
                <a:gd name="connsiteY1710" fmla="*/ 769239 h 857250"/>
                <a:gd name="connsiteX1711" fmla="*/ 582930 w 1647825"/>
                <a:gd name="connsiteY1711" fmla="*/ 768763 h 857250"/>
                <a:gd name="connsiteX1712" fmla="*/ 583025 w 1647825"/>
                <a:gd name="connsiteY1712" fmla="*/ 767905 h 857250"/>
                <a:gd name="connsiteX1713" fmla="*/ 583025 w 1647825"/>
                <a:gd name="connsiteY1713" fmla="*/ 767048 h 857250"/>
                <a:gd name="connsiteX1714" fmla="*/ 583311 w 1647825"/>
                <a:gd name="connsiteY1714" fmla="*/ 766286 h 857250"/>
                <a:gd name="connsiteX1715" fmla="*/ 584359 w 1647825"/>
                <a:gd name="connsiteY1715" fmla="*/ 766096 h 857250"/>
                <a:gd name="connsiteX1716" fmla="*/ 584835 w 1647825"/>
                <a:gd name="connsiteY1716" fmla="*/ 768096 h 857250"/>
                <a:gd name="connsiteX1717" fmla="*/ 584930 w 1647825"/>
                <a:gd name="connsiteY1717" fmla="*/ 772097 h 857250"/>
                <a:gd name="connsiteX1718" fmla="*/ 586169 w 1647825"/>
                <a:gd name="connsiteY1718" fmla="*/ 774382 h 857250"/>
                <a:gd name="connsiteX1719" fmla="*/ 587693 w 1647825"/>
                <a:gd name="connsiteY1719" fmla="*/ 776383 h 857250"/>
                <a:gd name="connsiteX1720" fmla="*/ 589502 w 1647825"/>
                <a:gd name="connsiteY1720" fmla="*/ 778002 h 857250"/>
                <a:gd name="connsiteX1721" fmla="*/ 591598 w 1647825"/>
                <a:gd name="connsiteY1721" fmla="*/ 779431 h 857250"/>
                <a:gd name="connsiteX1722" fmla="*/ 595122 w 1647825"/>
                <a:gd name="connsiteY1722" fmla="*/ 780955 h 857250"/>
                <a:gd name="connsiteX1723" fmla="*/ 596837 w 1647825"/>
                <a:gd name="connsiteY1723" fmla="*/ 782003 h 857250"/>
                <a:gd name="connsiteX1724" fmla="*/ 597980 w 1647825"/>
                <a:gd name="connsiteY1724" fmla="*/ 783431 h 857250"/>
                <a:gd name="connsiteX1725" fmla="*/ 598361 w 1647825"/>
                <a:gd name="connsiteY1725" fmla="*/ 784384 h 857250"/>
                <a:gd name="connsiteX1726" fmla="*/ 598646 w 1647825"/>
                <a:gd name="connsiteY1726" fmla="*/ 786384 h 857250"/>
                <a:gd name="connsiteX1727" fmla="*/ 600075 w 1647825"/>
                <a:gd name="connsiteY1727" fmla="*/ 788194 h 857250"/>
                <a:gd name="connsiteX1728" fmla="*/ 600266 w 1647825"/>
                <a:gd name="connsiteY1728" fmla="*/ 789051 h 857250"/>
                <a:gd name="connsiteX1729" fmla="*/ 600170 w 1647825"/>
                <a:gd name="connsiteY1729" fmla="*/ 789908 h 857250"/>
                <a:gd name="connsiteX1730" fmla="*/ 600170 w 1647825"/>
                <a:gd name="connsiteY1730" fmla="*/ 791051 h 857250"/>
                <a:gd name="connsiteX1731" fmla="*/ 600837 w 1647825"/>
                <a:gd name="connsiteY1731" fmla="*/ 793147 h 857250"/>
                <a:gd name="connsiteX1732" fmla="*/ 601694 w 1647825"/>
                <a:gd name="connsiteY1732" fmla="*/ 794290 h 857250"/>
                <a:gd name="connsiteX1733" fmla="*/ 604457 w 1647825"/>
                <a:gd name="connsiteY1733" fmla="*/ 796862 h 857250"/>
                <a:gd name="connsiteX1734" fmla="*/ 605504 w 1647825"/>
                <a:gd name="connsiteY1734" fmla="*/ 798481 h 857250"/>
                <a:gd name="connsiteX1735" fmla="*/ 605409 w 1647825"/>
                <a:gd name="connsiteY1735" fmla="*/ 800195 h 857250"/>
                <a:gd name="connsiteX1736" fmla="*/ 605123 w 1647825"/>
                <a:gd name="connsiteY1736" fmla="*/ 802005 h 857250"/>
                <a:gd name="connsiteX1737" fmla="*/ 605028 w 1647825"/>
                <a:gd name="connsiteY1737" fmla="*/ 803910 h 857250"/>
                <a:gd name="connsiteX1738" fmla="*/ 605981 w 1647825"/>
                <a:gd name="connsiteY1738" fmla="*/ 806101 h 857250"/>
                <a:gd name="connsiteX1739" fmla="*/ 607409 w 1647825"/>
                <a:gd name="connsiteY1739" fmla="*/ 806672 h 857250"/>
                <a:gd name="connsiteX1740" fmla="*/ 611029 w 1647825"/>
                <a:gd name="connsiteY1740" fmla="*/ 806291 h 857250"/>
                <a:gd name="connsiteX1741" fmla="*/ 613029 w 1647825"/>
                <a:gd name="connsiteY1741" fmla="*/ 806482 h 857250"/>
                <a:gd name="connsiteX1742" fmla="*/ 613315 w 1647825"/>
                <a:gd name="connsiteY1742" fmla="*/ 806387 h 857250"/>
                <a:gd name="connsiteX1743" fmla="*/ 613886 w 1647825"/>
                <a:gd name="connsiteY1743" fmla="*/ 806387 h 857250"/>
                <a:gd name="connsiteX1744" fmla="*/ 615029 w 1647825"/>
                <a:gd name="connsiteY1744" fmla="*/ 805815 h 857250"/>
                <a:gd name="connsiteX1745" fmla="*/ 617506 w 1647825"/>
                <a:gd name="connsiteY1745" fmla="*/ 803338 h 857250"/>
                <a:gd name="connsiteX1746" fmla="*/ 617982 w 1647825"/>
                <a:gd name="connsiteY1746" fmla="*/ 802957 h 857250"/>
                <a:gd name="connsiteX1747" fmla="*/ 617887 w 1647825"/>
                <a:gd name="connsiteY1747" fmla="*/ 802005 h 857250"/>
                <a:gd name="connsiteX1748" fmla="*/ 617506 w 1647825"/>
                <a:gd name="connsiteY1748" fmla="*/ 801338 h 857250"/>
                <a:gd name="connsiteX1749" fmla="*/ 616934 w 1647825"/>
                <a:gd name="connsiteY1749" fmla="*/ 800862 h 857250"/>
                <a:gd name="connsiteX1750" fmla="*/ 616553 w 1647825"/>
                <a:gd name="connsiteY1750" fmla="*/ 800100 h 857250"/>
                <a:gd name="connsiteX1751" fmla="*/ 616553 w 1647825"/>
                <a:gd name="connsiteY1751" fmla="*/ 799147 h 857250"/>
                <a:gd name="connsiteX1752" fmla="*/ 616744 w 1647825"/>
                <a:gd name="connsiteY1752" fmla="*/ 798386 h 857250"/>
                <a:gd name="connsiteX1753" fmla="*/ 616744 w 1647825"/>
                <a:gd name="connsiteY1753" fmla="*/ 797623 h 857250"/>
                <a:gd name="connsiteX1754" fmla="*/ 616077 w 1647825"/>
                <a:gd name="connsiteY1754" fmla="*/ 796862 h 857250"/>
                <a:gd name="connsiteX1755" fmla="*/ 616077 w 1647825"/>
                <a:gd name="connsiteY1755" fmla="*/ 796862 h 857250"/>
                <a:gd name="connsiteX1756" fmla="*/ 616077 w 1647825"/>
                <a:gd name="connsiteY1756" fmla="*/ 796766 h 857250"/>
                <a:gd name="connsiteX1757" fmla="*/ 616077 w 1647825"/>
                <a:gd name="connsiteY1757" fmla="*/ 796862 h 857250"/>
                <a:gd name="connsiteX1758" fmla="*/ 615315 w 1647825"/>
                <a:gd name="connsiteY1758" fmla="*/ 796290 h 857250"/>
                <a:gd name="connsiteX1759" fmla="*/ 615125 w 1647825"/>
                <a:gd name="connsiteY1759" fmla="*/ 795719 h 857250"/>
                <a:gd name="connsiteX1760" fmla="*/ 615315 w 1647825"/>
                <a:gd name="connsiteY1760" fmla="*/ 795147 h 857250"/>
                <a:gd name="connsiteX1761" fmla="*/ 615315 w 1647825"/>
                <a:gd name="connsiteY1761" fmla="*/ 794385 h 857250"/>
                <a:gd name="connsiteX1762" fmla="*/ 615696 w 1647825"/>
                <a:gd name="connsiteY1762" fmla="*/ 792861 h 857250"/>
                <a:gd name="connsiteX1763" fmla="*/ 615696 w 1647825"/>
                <a:gd name="connsiteY1763" fmla="*/ 792385 h 857250"/>
                <a:gd name="connsiteX1764" fmla="*/ 615506 w 1647825"/>
                <a:gd name="connsiteY1764" fmla="*/ 791718 h 857250"/>
                <a:gd name="connsiteX1765" fmla="*/ 614553 w 1647825"/>
                <a:gd name="connsiteY1765" fmla="*/ 790385 h 857250"/>
                <a:gd name="connsiteX1766" fmla="*/ 614458 w 1647825"/>
                <a:gd name="connsiteY1766" fmla="*/ 789432 h 857250"/>
                <a:gd name="connsiteX1767" fmla="*/ 621411 w 1647825"/>
                <a:gd name="connsiteY1767" fmla="*/ 782288 h 857250"/>
                <a:gd name="connsiteX1768" fmla="*/ 623030 w 1647825"/>
                <a:gd name="connsiteY1768" fmla="*/ 782574 h 857250"/>
                <a:gd name="connsiteX1769" fmla="*/ 623792 w 1647825"/>
                <a:gd name="connsiteY1769" fmla="*/ 784288 h 857250"/>
                <a:gd name="connsiteX1770" fmla="*/ 623888 w 1647825"/>
                <a:gd name="connsiteY1770" fmla="*/ 786574 h 857250"/>
                <a:gd name="connsiteX1771" fmla="*/ 623411 w 1647825"/>
                <a:gd name="connsiteY1771" fmla="*/ 788384 h 857250"/>
                <a:gd name="connsiteX1772" fmla="*/ 622745 w 1647825"/>
                <a:gd name="connsiteY1772" fmla="*/ 789908 h 857250"/>
                <a:gd name="connsiteX1773" fmla="*/ 622935 w 1647825"/>
                <a:gd name="connsiteY1773" fmla="*/ 790765 h 857250"/>
                <a:gd name="connsiteX1774" fmla="*/ 623507 w 1647825"/>
                <a:gd name="connsiteY1774" fmla="*/ 791432 h 857250"/>
                <a:gd name="connsiteX1775" fmla="*/ 624078 w 1647825"/>
                <a:gd name="connsiteY1775" fmla="*/ 792385 h 857250"/>
                <a:gd name="connsiteX1776" fmla="*/ 624650 w 1647825"/>
                <a:gd name="connsiteY1776" fmla="*/ 795052 h 857250"/>
                <a:gd name="connsiteX1777" fmla="*/ 625126 w 1647825"/>
                <a:gd name="connsiteY1777" fmla="*/ 796099 h 857250"/>
                <a:gd name="connsiteX1778" fmla="*/ 626364 w 1647825"/>
                <a:gd name="connsiteY1778" fmla="*/ 796766 h 857250"/>
                <a:gd name="connsiteX1779" fmla="*/ 626364 w 1647825"/>
                <a:gd name="connsiteY1779" fmla="*/ 796766 h 857250"/>
                <a:gd name="connsiteX1780" fmla="*/ 626364 w 1647825"/>
                <a:gd name="connsiteY1780" fmla="*/ 796862 h 857250"/>
                <a:gd name="connsiteX1781" fmla="*/ 627983 w 1647825"/>
                <a:gd name="connsiteY1781" fmla="*/ 797338 h 857250"/>
                <a:gd name="connsiteX1782" fmla="*/ 629603 w 1647825"/>
                <a:gd name="connsiteY1782" fmla="*/ 797433 h 857250"/>
                <a:gd name="connsiteX1783" fmla="*/ 631127 w 1647825"/>
                <a:gd name="connsiteY1783" fmla="*/ 797814 h 857250"/>
                <a:gd name="connsiteX1784" fmla="*/ 632460 w 1647825"/>
                <a:gd name="connsiteY1784" fmla="*/ 798862 h 857250"/>
                <a:gd name="connsiteX1785" fmla="*/ 634365 w 1647825"/>
                <a:gd name="connsiteY1785" fmla="*/ 801243 h 857250"/>
                <a:gd name="connsiteX1786" fmla="*/ 635127 w 1647825"/>
                <a:gd name="connsiteY1786" fmla="*/ 801814 h 857250"/>
                <a:gd name="connsiteX1787" fmla="*/ 635889 w 1647825"/>
                <a:gd name="connsiteY1787" fmla="*/ 801910 h 857250"/>
                <a:gd name="connsiteX1788" fmla="*/ 636556 w 1647825"/>
                <a:gd name="connsiteY1788" fmla="*/ 801624 h 857250"/>
                <a:gd name="connsiteX1789" fmla="*/ 637223 w 1647825"/>
                <a:gd name="connsiteY1789" fmla="*/ 801338 h 857250"/>
                <a:gd name="connsiteX1790" fmla="*/ 637985 w 1647825"/>
                <a:gd name="connsiteY1790" fmla="*/ 801243 h 857250"/>
                <a:gd name="connsiteX1791" fmla="*/ 638651 w 1647825"/>
                <a:gd name="connsiteY1791" fmla="*/ 801624 h 857250"/>
                <a:gd name="connsiteX1792" fmla="*/ 641414 w 1647825"/>
                <a:gd name="connsiteY1792" fmla="*/ 803815 h 857250"/>
                <a:gd name="connsiteX1793" fmla="*/ 642938 w 1647825"/>
                <a:gd name="connsiteY1793" fmla="*/ 804481 h 857250"/>
                <a:gd name="connsiteX1794" fmla="*/ 643985 w 1647825"/>
                <a:gd name="connsiteY1794" fmla="*/ 804386 h 857250"/>
                <a:gd name="connsiteX1795" fmla="*/ 646938 w 1647825"/>
                <a:gd name="connsiteY1795" fmla="*/ 802862 h 857250"/>
                <a:gd name="connsiteX1796" fmla="*/ 648653 w 1647825"/>
                <a:gd name="connsiteY1796" fmla="*/ 801910 h 857250"/>
                <a:gd name="connsiteX1797" fmla="*/ 649700 w 1647825"/>
                <a:gd name="connsiteY1797" fmla="*/ 800672 h 857250"/>
                <a:gd name="connsiteX1798" fmla="*/ 650272 w 1647825"/>
                <a:gd name="connsiteY1798" fmla="*/ 798957 h 857250"/>
                <a:gd name="connsiteX1799" fmla="*/ 650272 w 1647825"/>
                <a:gd name="connsiteY1799" fmla="*/ 798957 h 857250"/>
                <a:gd name="connsiteX1800" fmla="*/ 650272 w 1647825"/>
                <a:gd name="connsiteY1800" fmla="*/ 796862 h 857250"/>
                <a:gd name="connsiteX1801" fmla="*/ 650177 w 1647825"/>
                <a:gd name="connsiteY1801" fmla="*/ 795242 h 857250"/>
                <a:gd name="connsiteX1802" fmla="*/ 650653 w 1647825"/>
                <a:gd name="connsiteY1802" fmla="*/ 794195 h 857250"/>
                <a:gd name="connsiteX1803" fmla="*/ 651415 w 1647825"/>
                <a:gd name="connsiteY1803" fmla="*/ 793337 h 857250"/>
                <a:gd name="connsiteX1804" fmla="*/ 651986 w 1647825"/>
                <a:gd name="connsiteY1804" fmla="*/ 792099 h 857250"/>
                <a:gd name="connsiteX1805" fmla="*/ 652177 w 1647825"/>
                <a:gd name="connsiteY1805" fmla="*/ 790765 h 857250"/>
                <a:gd name="connsiteX1806" fmla="*/ 652177 w 1647825"/>
                <a:gd name="connsiteY1806" fmla="*/ 789337 h 857250"/>
                <a:gd name="connsiteX1807" fmla="*/ 652463 w 1647825"/>
                <a:gd name="connsiteY1807" fmla="*/ 788003 h 857250"/>
                <a:gd name="connsiteX1808" fmla="*/ 653225 w 1647825"/>
                <a:gd name="connsiteY1808" fmla="*/ 786955 h 857250"/>
                <a:gd name="connsiteX1809" fmla="*/ 654463 w 1647825"/>
                <a:gd name="connsiteY1809" fmla="*/ 786765 h 857250"/>
                <a:gd name="connsiteX1810" fmla="*/ 655511 w 1647825"/>
                <a:gd name="connsiteY1810" fmla="*/ 787527 h 857250"/>
                <a:gd name="connsiteX1811" fmla="*/ 656654 w 1647825"/>
                <a:gd name="connsiteY1811" fmla="*/ 788575 h 857250"/>
                <a:gd name="connsiteX1812" fmla="*/ 657892 w 1647825"/>
                <a:gd name="connsiteY1812" fmla="*/ 789146 h 857250"/>
                <a:gd name="connsiteX1813" fmla="*/ 659035 w 1647825"/>
                <a:gd name="connsiteY1813" fmla="*/ 788861 h 857250"/>
                <a:gd name="connsiteX1814" fmla="*/ 660845 w 1647825"/>
                <a:gd name="connsiteY1814" fmla="*/ 787241 h 857250"/>
                <a:gd name="connsiteX1815" fmla="*/ 661892 w 1647825"/>
                <a:gd name="connsiteY1815" fmla="*/ 786765 h 857250"/>
                <a:gd name="connsiteX1816" fmla="*/ 663321 w 1647825"/>
                <a:gd name="connsiteY1816" fmla="*/ 786860 h 857250"/>
                <a:gd name="connsiteX1817" fmla="*/ 664845 w 1647825"/>
                <a:gd name="connsiteY1817" fmla="*/ 787432 h 857250"/>
                <a:gd name="connsiteX1818" fmla="*/ 666274 w 1647825"/>
                <a:gd name="connsiteY1818" fmla="*/ 788384 h 857250"/>
                <a:gd name="connsiteX1819" fmla="*/ 667417 w 1647825"/>
                <a:gd name="connsiteY1819" fmla="*/ 789432 h 857250"/>
                <a:gd name="connsiteX1820" fmla="*/ 667798 w 1647825"/>
                <a:gd name="connsiteY1820" fmla="*/ 790480 h 857250"/>
                <a:gd name="connsiteX1821" fmla="*/ 667512 w 1647825"/>
                <a:gd name="connsiteY1821" fmla="*/ 793242 h 857250"/>
                <a:gd name="connsiteX1822" fmla="*/ 668084 w 1647825"/>
                <a:gd name="connsiteY1822" fmla="*/ 794385 h 857250"/>
                <a:gd name="connsiteX1823" fmla="*/ 670465 w 1647825"/>
                <a:gd name="connsiteY1823" fmla="*/ 795242 h 857250"/>
                <a:gd name="connsiteX1824" fmla="*/ 676085 w 1647825"/>
                <a:gd name="connsiteY1824" fmla="*/ 795052 h 857250"/>
                <a:gd name="connsiteX1825" fmla="*/ 678371 w 1647825"/>
                <a:gd name="connsiteY1825" fmla="*/ 796862 h 857250"/>
                <a:gd name="connsiteX1826" fmla="*/ 678371 w 1647825"/>
                <a:gd name="connsiteY1826" fmla="*/ 796862 h 857250"/>
                <a:gd name="connsiteX1827" fmla="*/ 679037 w 1647825"/>
                <a:gd name="connsiteY1827" fmla="*/ 798957 h 857250"/>
                <a:gd name="connsiteX1828" fmla="*/ 680371 w 1647825"/>
                <a:gd name="connsiteY1828" fmla="*/ 800481 h 857250"/>
                <a:gd name="connsiteX1829" fmla="*/ 682085 w 1647825"/>
                <a:gd name="connsiteY1829" fmla="*/ 801338 h 857250"/>
                <a:gd name="connsiteX1830" fmla="*/ 684086 w 1647825"/>
                <a:gd name="connsiteY1830" fmla="*/ 801433 h 857250"/>
                <a:gd name="connsiteX1831" fmla="*/ 686467 w 1647825"/>
                <a:gd name="connsiteY1831" fmla="*/ 801053 h 857250"/>
                <a:gd name="connsiteX1832" fmla="*/ 687419 w 1647825"/>
                <a:gd name="connsiteY1832" fmla="*/ 800767 h 857250"/>
                <a:gd name="connsiteX1833" fmla="*/ 687991 w 1647825"/>
                <a:gd name="connsiteY1833" fmla="*/ 800672 h 857250"/>
                <a:gd name="connsiteX1834" fmla="*/ 689324 w 1647825"/>
                <a:gd name="connsiteY1834" fmla="*/ 800767 h 857250"/>
                <a:gd name="connsiteX1835" fmla="*/ 691325 w 1647825"/>
                <a:gd name="connsiteY1835" fmla="*/ 801910 h 857250"/>
                <a:gd name="connsiteX1836" fmla="*/ 693801 w 1647825"/>
                <a:gd name="connsiteY1836" fmla="*/ 804577 h 857250"/>
                <a:gd name="connsiteX1837" fmla="*/ 698183 w 1647825"/>
                <a:gd name="connsiteY1837" fmla="*/ 810292 h 857250"/>
                <a:gd name="connsiteX1838" fmla="*/ 701326 w 1647825"/>
                <a:gd name="connsiteY1838" fmla="*/ 812006 h 857250"/>
                <a:gd name="connsiteX1839" fmla="*/ 703421 w 1647825"/>
                <a:gd name="connsiteY1839" fmla="*/ 812102 h 857250"/>
                <a:gd name="connsiteX1840" fmla="*/ 707517 w 1647825"/>
                <a:gd name="connsiteY1840" fmla="*/ 811721 h 857250"/>
                <a:gd name="connsiteX1841" fmla="*/ 712089 w 1647825"/>
                <a:gd name="connsiteY1841" fmla="*/ 812863 h 857250"/>
                <a:gd name="connsiteX1842" fmla="*/ 713994 w 1647825"/>
                <a:gd name="connsiteY1842" fmla="*/ 811816 h 857250"/>
                <a:gd name="connsiteX1843" fmla="*/ 715709 w 1647825"/>
                <a:gd name="connsiteY1843" fmla="*/ 810197 h 857250"/>
                <a:gd name="connsiteX1844" fmla="*/ 717995 w 1647825"/>
                <a:gd name="connsiteY1844" fmla="*/ 809339 h 857250"/>
                <a:gd name="connsiteX1845" fmla="*/ 719709 w 1647825"/>
                <a:gd name="connsiteY1845" fmla="*/ 809911 h 857250"/>
                <a:gd name="connsiteX1846" fmla="*/ 719328 w 1647825"/>
                <a:gd name="connsiteY1846" fmla="*/ 811149 h 857250"/>
                <a:gd name="connsiteX1847" fmla="*/ 718376 w 1647825"/>
                <a:gd name="connsiteY1847" fmla="*/ 812673 h 857250"/>
                <a:gd name="connsiteX1848" fmla="*/ 718376 w 1647825"/>
                <a:gd name="connsiteY1848" fmla="*/ 814006 h 857250"/>
                <a:gd name="connsiteX1849" fmla="*/ 719804 w 1647825"/>
                <a:gd name="connsiteY1849" fmla="*/ 813911 h 857250"/>
                <a:gd name="connsiteX1850" fmla="*/ 726853 w 1647825"/>
                <a:gd name="connsiteY1850" fmla="*/ 811911 h 857250"/>
                <a:gd name="connsiteX1851" fmla="*/ 729996 w 1647825"/>
                <a:gd name="connsiteY1851" fmla="*/ 811149 h 857250"/>
                <a:gd name="connsiteX1852" fmla="*/ 731330 w 1647825"/>
                <a:gd name="connsiteY1852" fmla="*/ 811054 h 857250"/>
                <a:gd name="connsiteX1853" fmla="*/ 732949 w 1647825"/>
                <a:gd name="connsiteY1853" fmla="*/ 811435 h 857250"/>
                <a:gd name="connsiteX1854" fmla="*/ 733330 w 1647825"/>
                <a:gd name="connsiteY1854" fmla="*/ 811911 h 857250"/>
                <a:gd name="connsiteX1855" fmla="*/ 733616 w 1647825"/>
                <a:gd name="connsiteY1855" fmla="*/ 812673 h 857250"/>
                <a:gd name="connsiteX1856" fmla="*/ 733997 w 1647825"/>
                <a:gd name="connsiteY1856" fmla="*/ 813340 h 857250"/>
                <a:gd name="connsiteX1857" fmla="*/ 734663 w 1647825"/>
                <a:gd name="connsiteY1857" fmla="*/ 813911 h 857250"/>
                <a:gd name="connsiteX1858" fmla="*/ 735997 w 1647825"/>
                <a:gd name="connsiteY1858" fmla="*/ 813911 h 857250"/>
                <a:gd name="connsiteX1859" fmla="*/ 738473 w 1647825"/>
                <a:gd name="connsiteY1859" fmla="*/ 812578 h 857250"/>
                <a:gd name="connsiteX1860" fmla="*/ 739712 w 1647825"/>
                <a:gd name="connsiteY1860" fmla="*/ 812197 h 857250"/>
                <a:gd name="connsiteX1861" fmla="*/ 741617 w 1647825"/>
                <a:gd name="connsiteY1861" fmla="*/ 812578 h 857250"/>
                <a:gd name="connsiteX1862" fmla="*/ 743141 w 1647825"/>
                <a:gd name="connsiteY1862" fmla="*/ 813149 h 857250"/>
                <a:gd name="connsiteX1863" fmla="*/ 744855 w 1647825"/>
                <a:gd name="connsiteY1863" fmla="*/ 813816 h 857250"/>
                <a:gd name="connsiteX1864" fmla="*/ 746951 w 1647825"/>
                <a:gd name="connsiteY1864" fmla="*/ 813625 h 857250"/>
                <a:gd name="connsiteX1865" fmla="*/ 749332 w 1647825"/>
                <a:gd name="connsiteY1865" fmla="*/ 812482 h 857250"/>
                <a:gd name="connsiteX1866" fmla="*/ 751237 w 1647825"/>
                <a:gd name="connsiteY1866" fmla="*/ 810768 h 857250"/>
                <a:gd name="connsiteX1867" fmla="*/ 752666 w 1647825"/>
                <a:gd name="connsiteY1867" fmla="*/ 808672 h 857250"/>
                <a:gd name="connsiteX1868" fmla="*/ 753904 w 1647825"/>
                <a:gd name="connsiteY1868" fmla="*/ 806196 h 857250"/>
                <a:gd name="connsiteX1869" fmla="*/ 754856 w 1647825"/>
                <a:gd name="connsiteY1869" fmla="*/ 804767 h 857250"/>
                <a:gd name="connsiteX1870" fmla="*/ 755714 w 1647825"/>
                <a:gd name="connsiteY1870" fmla="*/ 804577 h 857250"/>
                <a:gd name="connsiteX1871" fmla="*/ 757333 w 1647825"/>
                <a:gd name="connsiteY1871" fmla="*/ 805434 h 857250"/>
                <a:gd name="connsiteX1872" fmla="*/ 763619 w 1647825"/>
                <a:gd name="connsiteY1872" fmla="*/ 805815 h 857250"/>
                <a:gd name="connsiteX1873" fmla="*/ 764381 w 1647825"/>
                <a:gd name="connsiteY1873" fmla="*/ 806005 h 857250"/>
                <a:gd name="connsiteX1874" fmla="*/ 766096 w 1647825"/>
                <a:gd name="connsiteY1874" fmla="*/ 806863 h 857250"/>
                <a:gd name="connsiteX1875" fmla="*/ 767048 w 1647825"/>
                <a:gd name="connsiteY1875" fmla="*/ 807148 h 857250"/>
                <a:gd name="connsiteX1876" fmla="*/ 768191 w 1647825"/>
                <a:gd name="connsiteY1876" fmla="*/ 806958 h 857250"/>
                <a:gd name="connsiteX1877" fmla="*/ 770287 w 1647825"/>
                <a:gd name="connsiteY1877" fmla="*/ 806101 h 857250"/>
                <a:gd name="connsiteX1878" fmla="*/ 771239 w 1647825"/>
                <a:gd name="connsiteY1878" fmla="*/ 805910 h 857250"/>
                <a:gd name="connsiteX1879" fmla="*/ 773049 w 1647825"/>
                <a:gd name="connsiteY1879" fmla="*/ 806577 h 857250"/>
                <a:gd name="connsiteX1880" fmla="*/ 776478 w 1647825"/>
                <a:gd name="connsiteY1880" fmla="*/ 808482 h 857250"/>
                <a:gd name="connsiteX1881" fmla="*/ 778288 w 1647825"/>
                <a:gd name="connsiteY1881" fmla="*/ 808863 h 857250"/>
                <a:gd name="connsiteX1882" fmla="*/ 777145 w 1647825"/>
                <a:gd name="connsiteY1882" fmla="*/ 807148 h 857250"/>
                <a:gd name="connsiteX1883" fmla="*/ 776573 w 1647825"/>
                <a:gd name="connsiteY1883" fmla="*/ 804958 h 857250"/>
                <a:gd name="connsiteX1884" fmla="*/ 776764 w 1647825"/>
                <a:gd name="connsiteY1884" fmla="*/ 802767 h 857250"/>
                <a:gd name="connsiteX1885" fmla="*/ 778097 w 1647825"/>
                <a:gd name="connsiteY1885" fmla="*/ 801148 h 857250"/>
                <a:gd name="connsiteX1886" fmla="*/ 778955 w 1647825"/>
                <a:gd name="connsiteY1886" fmla="*/ 800862 h 857250"/>
                <a:gd name="connsiteX1887" fmla="*/ 780860 w 1647825"/>
                <a:gd name="connsiteY1887" fmla="*/ 801148 h 857250"/>
                <a:gd name="connsiteX1888" fmla="*/ 781812 w 1647825"/>
                <a:gd name="connsiteY1888" fmla="*/ 801148 h 857250"/>
                <a:gd name="connsiteX1889" fmla="*/ 782765 w 1647825"/>
                <a:gd name="connsiteY1889" fmla="*/ 800862 h 857250"/>
                <a:gd name="connsiteX1890" fmla="*/ 784574 w 1647825"/>
                <a:gd name="connsiteY1890" fmla="*/ 800100 h 857250"/>
                <a:gd name="connsiteX1891" fmla="*/ 799052 w 1647825"/>
                <a:gd name="connsiteY1891" fmla="*/ 797909 h 857250"/>
                <a:gd name="connsiteX1892" fmla="*/ 800767 w 1647825"/>
                <a:gd name="connsiteY1892" fmla="*/ 796862 h 857250"/>
                <a:gd name="connsiteX1893" fmla="*/ 800767 w 1647825"/>
                <a:gd name="connsiteY1893" fmla="*/ 796862 h 857250"/>
                <a:gd name="connsiteX1894" fmla="*/ 800767 w 1647825"/>
                <a:gd name="connsiteY1894" fmla="*/ 796862 h 857250"/>
                <a:gd name="connsiteX1895" fmla="*/ 805244 w 1647825"/>
                <a:gd name="connsiteY1895" fmla="*/ 793528 h 857250"/>
                <a:gd name="connsiteX1896" fmla="*/ 806768 w 1647825"/>
                <a:gd name="connsiteY1896" fmla="*/ 793052 h 857250"/>
                <a:gd name="connsiteX1897" fmla="*/ 808958 w 1647825"/>
                <a:gd name="connsiteY1897" fmla="*/ 793718 h 857250"/>
                <a:gd name="connsiteX1898" fmla="*/ 810101 w 1647825"/>
                <a:gd name="connsiteY1898" fmla="*/ 792766 h 857250"/>
                <a:gd name="connsiteX1899" fmla="*/ 811244 w 1647825"/>
                <a:gd name="connsiteY1899" fmla="*/ 791051 h 857250"/>
                <a:gd name="connsiteX1900" fmla="*/ 812959 w 1647825"/>
                <a:gd name="connsiteY1900" fmla="*/ 789337 h 857250"/>
                <a:gd name="connsiteX1901" fmla="*/ 816293 w 1647825"/>
                <a:gd name="connsiteY1901" fmla="*/ 786765 h 857250"/>
                <a:gd name="connsiteX1902" fmla="*/ 817626 w 1647825"/>
                <a:gd name="connsiteY1902" fmla="*/ 786860 h 857250"/>
                <a:gd name="connsiteX1903" fmla="*/ 819245 w 1647825"/>
                <a:gd name="connsiteY1903" fmla="*/ 788861 h 857250"/>
                <a:gd name="connsiteX1904" fmla="*/ 820960 w 1647825"/>
                <a:gd name="connsiteY1904" fmla="*/ 790099 h 857250"/>
                <a:gd name="connsiteX1905" fmla="*/ 825532 w 1647825"/>
                <a:gd name="connsiteY1905" fmla="*/ 790765 h 857250"/>
                <a:gd name="connsiteX1906" fmla="*/ 827627 w 1647825"/>
                <a:gd name="connsiteY1906" fmla="*/ 791337 h 857250"/>
                <a:gd name="connsiteX1907" fmla="*/ 831152 w 1647825"/>
                <a:gd name="connsiteY1907" fmla="*/ 793813 h 857250"/>
                <a:gd name="connsiteX1908" fmla="*/ 832961 w 1647825"/>
                <a:gd name="connsiteY1908" fmla="*/ 795338 h 857250"/>
                <a:gd name="connsiteX1909" fmla="*/ 834104 w 1647825"/>
                <a:gd name="connsiteY1909" fmla="*/ 796862 h 857250"/>
                <a:gd name="connsiteX1910" fmla="*/ 834200 w 1647825"/>
                <a:gd name="connsiteY1910" fmla="*/ 796862 h 857250"/>
                <a:gd name="connsiteX1911" fmla="*/ 834200 w 1647825"/>
                <a:gd name="connsiteY1911" fmla="*/ 796862 h 857250"/>
                <a:gd name="connsiteX1912" fmla="*/ 834295 w 1647825"/>
                <a:gd name="connsiteY1912" fmla="*/ 798386 h 857250"/>
                <a:gd name="connsiteX1913" fmla="*/ 833533 w 1647825"/>
                <a:gd name="connsiteY1913" fmla="*/ 801338 h 857250"/>
                <a:gd name="connsiteX1914" fmla="*/ 833628 w 1647825"/>
                <a:gd name="connsiteY1914" fmla="*/ 802862 h 857250"/>
                <a:gd name="connsiteX1915" fmla="*/ 834295 w 1647825"/>
                <a:gd name="connsiteY1915" fmla="*/ 804005 h 857250"/>
                <a:gd name="connsiteX1916" fmla="*/ 836200 w 1647825"/>
                <a:gd name="connsiteY1916" fmla="*/ 806005 h 857250"/>
                <a:gd name="connsiteX1917" fmla="*/ 836867 w 1647825"/>
                <a:gd name="connsiteY1917" fmla="*/ 807434 h 857250"/>
                <a:gd name="connsiteX1918" fmla="*/ 837152 w 1647825"/>
                <a:gd name="connsiteY1918" fmla="*/ 809054 h 857250"/>
                <a:gd name="connsiteX1919" fmla="*/ 837057 w 1647825"/>
                <a:gd name="connsiteY1919" fmla="*/ 810387 h 857250"/>
                <a:gd name="connsiteX1920" fmla="*/ 833152 w 1647825"/>
                <a:gd name="connsiteY1920" fmla="*/ 827341 h 857250"/>
                <a:gd name="connsiteX1921" fmla="*/ 831437 w 1647825"/>
                <a:gd name="connsiteY1921" fmla="*/ 830294 h 857250"/>
                <a:gd name="connsiteX1922" fmla="*/ 830104 w 1647825"/>
                <a:gd name="connsiteY1922" fmla="*/ 833533 h 857250"/>
                <a:gd name="connsiteX1923" fmla="*/ 828580 w 1647825"/>
                <a:gd name="connsiteY1923" fmla="*/ 835914 h 857250"/>
                <a:gd name="connsiteX1924" fmla="*/ 828008 w 1647825"/>
                <a:gd name="connsiteY1924" fmla="*/ 837152 h 857250"/>
                <a:gd name="connsiteX1925" fmla="*/ 828104 w 1647825"/>
                <a:gd name="connsiteY1925" fmla="*/ 838390 h 857250"/>
                <a:gd name="connsiteX1926" fmla="*/ 829342 w 1647825"/>
                <a:gd name="connsiteY1926" fmla="*/ 840296 h 857250"/>
                <a:gd name="connsiteX1927" fmla="*/ 829342 w 1647825"/>
                <a:gd name="connsiteY1927" fmla="*/ 841724 h 857250"/>
                <a:gd name="connsiteX1928" fmla="*/ 829056 w 1647825"/>
                <a:gd name="connsiteY1928" fmla="*/ 844487 h 857250"/>
                <a:gd name="connsiteX1929" fmla="*/ 829532 w 1647825"/>
                <a:gd name="connsiteY1929" fmla="*/ 847058 h 857250"/>
                <a:gd name="connsiteX1930" fmla="*/ 830675 w 1647825"/>
                <a:gd name="connsiteY1930" fmla="*/ 849439 h 857250"/>
                <a:gd name="connsiteX1931" fmla="*/ 832390 w 1647825"/>
                <a:gd name="connsiteY1931" fmla="*/ 851535 h 857250"/>
                <a:gd name="connsiteX1932" fmla="*/ 833438 w 1647825"/>
                <a:gd name="connsiteY1932" fmla="*/ 852202 h 857250"/>
                <a:gd name="connsiteX1933" fmla="*/ 834295 w 1647825"/>
                <a:gd name="connsiteY1933" fmla="*/ 852583 h 857250"/>
                <a:gd name="connsiteX1934" fmla="*/ 835247 w 1647825"/>
                <a:gd name="connsiteY1934" fmla="*/ 853154 h 857250"/>
                <a:gd name="connsiteX1935" fmla="*/ 836867 w 1647825"/>
                <a:gd name="connsiteY1935" fmla="*/ 855440 h 857250"/>
                <a:gd name="connsiteX1936" fmla="*/ 837914 w 1647825"/>
                <a:gd name="connsiteY1936" fmla="*/ 856297 h 857250"/>
                <a:gd name="connsiteX1937" fmla="*/ 840105 w 1647825"/>
                <a:gd name="connsiteY1937" fmla="*/ 857822 h 857250"/>
                <a:gd name="connsiteX1938" fmla="*/ 841915 w 1647825"/>
                <a:gd name="connsiteY1938" fmla="*/ 856393 h 857250"/>
                <a:gd name="connsiteX1939" fmla="*/ 844772 w 1647825"/>
                <a:gd name="connsiteY1939" fmla="*/ 856679 h 857250"/>
                <a:gd name="connsiteX1940" fmla="*/ 846487 w 1647825"/>
                <a:gd name="connsiteY1940" fmla="*/ 858107 h 857250"/>
                <a:gd name="connsiteX1941" fmla="*/ 848487 w 1647825"/>
                <a:gd name="connsiteY1941" fmla="*/ 856393 h 857250"/>
                <a:gd name="connsiteX1942" fmla="*/ 847249 w 1647825"/>
                <a:gd name="connsiteY1942" fmla="*/ 854297 h 857250"/>
                <a:gd name="connsiteX1943" fmla="*/ 845820 w 1647825"/>
                <a:gd name="connsiteY1943" fmla="*/ 850868 h 857250"/>
                <a:gd name="connsiteX1944" fmla="*/ 844867 w 1647825"/>
                <a:gd name="connsiteY1944" fmla="*/ 847249 h 857250"/>
                <a:gd name="connsiteX1945" fmla="*/ 845344 w 1647825"/>
                <a:gd name="connsiteY1945" fmla="*/ 845153 h 857250"/>
                <a:gd name="connsiteX1946" fmla="*/ 846011 w 1647825"/>
                <a:gd name="connsiteY1946" fmla="*/ 843248 h 857250"/>
                <a:gd name="connsiteX1947" fmla="*/ 847344 w 1647825"/>
                <a:gd name="connsiteY1947" fmla="*/ 841915 h 857250"/>
                <a:gd name="connsiteX1948" fmla="*/ 847154 w 1647825"/>
                <a:gd name="connsiteY1948" fmla="*/ 841438 h 857250"/>
                <a:gd name="connsiteX1949" fmla="*/ 846773 w 1647825"/>
                <a:gd name="connsiteY1949" fmla="*/ 840677 h 857250"/>
                <a:gd name="connsiteX1950" fmla="*/ 846582 w 1647825"/>
                <a:gd name="connsiteY1950" fmla="*/ 839724 h 857250"/>
                <a:gd name="connsiteX1951" fmla="*/ 846963 w 1647825"/>
                <a:gd name="connsiteY1951" fmla="*/ 838581 h 857250"/>
                <a:gd name="connsiteX1952" fmla="*/ 848201 w 1647825"/>
                <a:gd name="connsiteY1952" fmla="*/ 837914 h 857250"/>
                <a:gd name="connsiteX1953" fmla="*/ 849154 w 1647825"/>
                <a:gd name="connsiteY1953" fmla="*/ 836866 h 857250"/>
                <a:gd name="connsiteX1954" fmla="*/ 848963 w 1647825"/>
                <a:gd name="connsiteY1954" fmla="*/ 835819 h 857250"/>
                <a:gd name="connsiteX1955" fmla="*/ 850011 w 1647825"/>
                <a:gd name="connsiteY1955" fmla="*/ 834485 h 857250"/>
                <a:gd name="connsiteX1956" fmla="*/ 851440 w 1647825"/>
                <a:gd name="connsiteY1956" fmla="*/ 834199 h 857250"/>
                <a:gd name="connsiteX1957" fmla="*/ 851916 w 1647825"/>
                <a:gd name="connsiteY1957" fmla="*/ 832866 h 857250"/>
                <a:gd name="connsiteX1958" fmla="*/ 852773 w 1647825"/>
                <a:gd name="connsiteY1958" fmla="*/ 831532 h 857250"/>
                <a:gd name="connsiteX1959" fmla="*/ 853821 w 1647825"/>
                <a:gd name="connsiteY1959" fmla="*/ 830866 h 857250"/>
                <a:gd name="connsiteX1960" fmla="*/ 856012 w 1647825"/>
                <a:gd name="connsiteY1960" fmla="*/ 830008 h 857250"/>
                <a:gd name="connsiteX1961" fmla="*/ 856869 w 1647825"/>
                <a:gd name="connsiteY1961" fmla="*/ 830199 h 857250"/>
                <a:gd name="connsiteX1962" fmla="*/ 857155 w 1647825"/>
                <a:gd name="connsiteY1962" fmla="*/ 830294 h 857250"/>
                <a:gd name="connsiteX1963" fmla="*/ 857536 w 1647825"/>
                <a:gd name="connsiteY1963" fmla="*/ 830294 h 857250"/>
                <a:gd name="connsiteX1964" fmla="*/ 858298 w 1647825"/>
                <a:gd name="connsiteY1964" fmla="*/ 830675 h 857250"/>
                <a:gd name="connsiteX1965" fmla="*/ 858679 w 1647825"/>
                <a:gd name="connsiteY1965" fmla="*/ 830961 h 857250"/>
                <a:gd name="connsiteX1966" fmla="*/ 858869 w 1647825"/>
                <a:gd name="connsiteY1966" fmla="*/ 829818 h 857250"/>
                <a:gd name="connsiteX1967" fmla="*/ 861250 w 1647825"/>
                <a:gd name="connsiteY1967" fmla="*/ 826389 h 857250"/>
                <a:gd name="connsiteX1968" fmla="*/ 864584 w 1647825"/>
                <a:gd name="connsiteY1968" fmla="*/ 820579 h 857250"/>
                <a:gd name="connsiteX1969" fmla="*/ 865156 w 1647825"/>
                <a:gd name="connsiteY1969" fmla="*/ 819055 h 857250"/>
                <a:gd name="connsiteX1970" fmla="*/ 866013 w 1647825"/>
                <a:gd name="connsiteY1970" fmla="*/ 816959 h 857250"/>
                <a:gd name="connsiteX1971" fmla="*/ 866680 w 1647825"/>
                <a:gd name="connsiteY1971" fmla="*/ 813625 h 857250"/>
                <a:gd name="connsiteX1972" fmla="*/ 869442 w 1647825"/>
                <a:gd name="connsiteY1972" fmla="*/ 811911 h 857250"/>
                <a:gd name="connsiteX1973" fmla="*/ 872681 w 1647825"/>
                <a:gd name="connsiteY1973" fmla="*/ 810387 h 857250"/>
                <a:gd name="connsiteX1974" fmla="*/ 875633 w 1647825"/>
                <a:gd name="connsiteY1974" fmla="*/ 808101 h 857250"/>
                <a:gd name="connsiteX1975" fmla="*/ 878300 w 1647825"/>
                <a:gd name="connsiteY1975" fmla="*/ 804481 h 857250"/>
                <a:gd name="connsiteX1976" fmla="*/ 882110 w 1647825"/>
                <a:gd name="connsiteY1976" fmla="*/ 797338 h 857250"/>
                <a:gd name="connsiteX1977" fmla="*/ 882396 w 1647825"/>
                <a:gd name="connsiteY1977" fmla="*/ 796862 h 857250"/>
                <a:gd name="connsiteX1978" fmla="*/ 882396 w 1647825"/>
                <a:gd name="connsiteY1978" fmla="*/ 796862 h 857250"/>
                <a:gd name="connsiteX1979" fmla="*/ 884301 w 1647825"/>
                <a:gd name="connsiteY1979" fmla="*/ 793528 h 857250"/>
                <a:gd name="connsiteX1980" fmla="*/ 885444 w 1647825"/>
                <a:gd name="connsiteY1980" fmla="*/ 792004 h 857250"/>
                <a:gd name="connsiteX1981" fmla="*/ 886682 w 1647825"/>
                <a:gd name="connsiteY1981" fmla="*/ 790861 h 857250"/>
                <a:gd name="connsiteX1982" fmla="*/ 888302 w 1647825"/>
                <a:gd name="connsiteY1982" fmla="*/ 790194 h 857250"/>
                <a:gd name="connsiteX1983" fmla="*/ 889921 w 1647825"/>
                <a:gd name="connsiteY1983" fmla="*/ 788956 h 857250"/>
                <a:gd name="connsiteX1984" fmla="*/ 893636 w 1647825"/>
                <a:gd name="connsiteY1984" fmla="*/ 784193 h 857250"/>
                <a:gd name="connsiteX1985" fmla="*/ 895064 w 1647825"/>
                <a:gd name="connsiteY1985" fmla="*/ 783336 h 857250"/>
                <a:gd name="connsiteX1986" fmla="*/ 896493 w 1647825"/>
                <a:gd name="connsiteY1986" fmla="*/ 782860 h 857250"/>
                <a:gd name="connsiteX1987" fmla="*/ 906113 w 1647825"/>
                <a:gd name="connsiteY1987" fmla="*/ 781145 h 857250"/>
                <a:gd name="connsiteX1988" fmla="*/ 909161 w 1647825"/>
                <a:gd name="connsiteY1988" fmla="*/ 779716 h 857250"/>
                <a:gd name="connsiteX1989" fmla="*/ 910590 w 1647825"/>
                <a:gd name="connsiteY1989" fmla="*/ 777145 h 857250"/>
                <a:gd name="connsiteX1990" fmla="*/ 911162 w 1647825"/>
                <a:gd name="connsiteY1990" fmla="*/ 775716 h 857250"/>
                <a:gd name="connsiteX1991" fmla="*/ 912400 w 1647825"/>
                <a:gd name="connsiteY1991" fmla="*/ 774668 h 857250"/>
                <a:gd name="connsiteX1992" fmla="*/ 915067 w 1647825"/>
                <a:gd name="connsiteY1992" fmla="*/ 772954 h 857250"/>
                <a:gd name="connsiteX1993" fmla="*/ 915733 w 1647825"/>
                <a:gd name="connsiteY1993" fmla="*/ 772192 h 857250"/>
                <a:gd name="connsiteX1994" fmla="*/ 916972 w 1647825"/>
                <a:gd name="connsiteY1994" fmla="*/ 770477 h 857250"/>
                <a:gd name="connsiteX1995" fmla="*/ 917734 w 1647825"/>
                <a:gd name="connsiteY1995" fmla="*/ 769715 h 857250"/>
                <a:gd name="connsiteX1996" fmla="*/ 918591 w 1647825"/>
                <a:gd name="connsiteY1996" fmla="*/ 769239 h 857250"/>
                <a:gd name="connsiteX1997" fmla="*/ 919162 w 1647825"/>
                <a:gd name="connsiteY1997" fmla="*/ 769525 h 857250"/>
                <a:gd name="connsiteX1998" fmla="*/ 921925 w 1647825"/>
                <a:gd name="connsiteY1998" fmla="*/ 767905 h 857250"/>
                <a:gd name="connsiteX1999" fmla="*/ 924878 w 1647825"/>
                <a:gd name="connsiteY1999" fmla="*/ 768572 h 857250"/>
                <a:gd name="connsiteX2000" fmla="*/ 926402 w 1647825"/>
                <a:gd name="connsiteY2000" fmla="*/ 767715 h 857250"/>
                <a:gd name="connsiteX2001" fmla="*/ 927925 w 1647825"/>
                <a:gd name="connsiteY2001" fmla="*/ 767429 h 857250"/>
                <a:gd name="connsiteX2002" fmla="*/ 934307 w 1647825"/>
                <a:gd name="connsiteY2002" fmla="*/ 765238 h 857250"/>
                <a:gd name="connsiteX2003" fmla="*/ 938498 w 1647825"/>
                <a:gd name="connsiteY2003" fmla="*/ 766096 h 857250"/>
                <a:gd name="connsiteX2004" fmla="*/ 940879 w 1647825"/>
                <a:gd name="connsiteY2004" fmla="*/ 767334 h 857250"/>
                <a:gd name="connsiteX2005" fmla="*/ 942785 w 1647825"/>
                <a:gd name="connsiteY2005" fmla="*/ 766953 h 857250"/>
                <a:gd name="connsiteX2006" fmla="*/ 944594 w 1647825"/>
                <a:gd name="connsiteY2006" fmla="*/ 764953 h 857250"/>
                <a:gd name="connsiteX2007" fmla="*/ 946690 w 1647825"/>
                <a:gd name="connsiteY2007" fmla="*/ 764000 h 857250"/>
                <a:gd name="connsiteX2008" fmla="*/ 949547 w 1647825"/>
                <a:gd name="connsiteY2008" fmla="*/ 766096 h 857250"/>
                <a:gd name="connsiteX2009" fmla="*/ 949547 w 1647825"/>
                <a:gd name="connsiteY2009" fmla="*/ 769334 h 857250"/>
                <a:gd name="connsiteX2010" fmla="*/ 951929 w 1647825"/>
                <a:gd name="connsiteY2010" fmla="*/ 772763 h 857250"/>
                <a:gd name="connsiteX2011" fmla="*/ 954977 w 1647825"/>
                <a:gd name="connsiteY2011" fmla="*/ 773335 h 857250"/>
                <a:gd name="connsiteX2012" fmla="*/ 956977 w 1647825"/>
                <a:gd name="connsiteY2012" fmla="*/ 769334 h 857250"/>
                <a:gd name="connsiteX2013" fmla="*/ 959549 w 1647825"/>
                <a:gd name="connsiteY2013" fmla="*/ 769334 h 857250"/>
                <a:gd name="connsiteX2014" fmla="*/ 961930 w 1647825"/>
                <a:gd name="connsiteY2014" fmla="*/ 770858 h 857250"/>
                <a:gd name="connsiteX2015" fmla="*/ 965073 w 1647825"/>
                <a:gd name="connsiteY2015" fmla="*/ 770858 h 857250"/>
                <a:gd name="connsiteX2016" fmla="*/ 969074 w 1647825"/>
                <a:gd name="connsiteY2016" fmla="*/ 773811 h 857250"/>
                <a:gd name="connsiteX2017" fmla="*/ 972503 w 1647825"/>
                <a:gd name="connsiteY2017" fmla="*/ 774097 h 857250"/>
                <a:gd name="connsiteX2018" fmla="*/ 975646 w 1647825"/>
                <a:gd name="connsiteY2018" fmla="*/ 775335 h 857250"/>
                <a:gd name="connsiteX2019" fmla="*/ 976408 w 1647825"/>
                <a:gd name="connsiteY2019" fmla="*/ 778288 h 857250"/>
                <a:gd name="connsiteX2020" fmla="*/ 974027 w 1647825"/>
                <a:gd name="connsiteY2020" fmla="*/ 779145 h 857250"/>
                <a:gd name="connsiteX2021" fmla="*/ 972503 w 1647825"/>
                <a:gd name="connsiteY2021" fmla="*/ 782193 h 857250"/>
                <a:gd name="connsiteX2022" fmla="*/ 969836 w 1647825"/>
                <a:gd name="connsiteY2022" fmla="*/ 782479 h 857250"/>
                <a:gd name="connsiteX2023" fmla="*/ 967454 w 1647825"/>
                <a:gd name="connsiteY2023" fmla="*/ 785146 h 857250"/>
                <a:gd name="connsiteX2024" fmla="*/ 966692 w 1647825"/>
                <a:gd name="connsiteY2024" fmla="*/ 789813 h 857250"/>
                <a:gd name="connsiteX2025" fmla="*/ 968026 w 1647825"/>
                <a:gd name="connsiteY2025" fmla="*/ 789622 h 857250"/>
                <a:gd name="connsiteX2026" fmla="*/ 969454 w 1647825"/>
                <a:gd name="connsiteY2026" fmla="*/ 789718 h 857250"/>
                <a:gd name="connsiteX2027" fmla="*/ 974598 w 1647825"/>
                <a:gd name="connsiteY2027" fmla="*/ 790385 h 857250"/>
                <a:gd name="connsiteX2028" fmla="*/ 976408 w 1647825"/>
                <a:gd name="connsiteY2028" fmla="*/ 790004 h 857250"/>
                <a:gd name="connsiteX2029" fmla="*/ 978408 w 1647825"/>
                <a:gd name="connsiteY2029" fmla="*/ 789813 h 857250"/>
                <a:gd name="connsiteX2030" fmla="*/ 980694 w 1647825"/>
                <a:gd name="connsiteY2030" fmla="*/ 788480 h 857250"/>
                <a:gd name="connsiteX2031" fmla="*/ 982028 w 1647825"/>
                <a:gd name="connsiteY2031" fmla="*/ 788194 h 857250"/>
                <a:gd name="connsiteX2032" fmla="*/ 983361 w 1647825"/>
                <a:gd name="connsiteY2032" fmla="*/ 788480 h 857250"/>
                <a:gd name="connsiteX2033" fmla="*/ 986790 w 1647825"/>
                <a:gd name="connsiteY2033" fmla="*/ 790765 h 857250"/>
                <a:gd name="connsiteX2034" fmla="*/ 989076 w 1647825"/>
                <a:gd name="connsiteY2034" fmla="*/ 791337 h 857250"/>
                <a:gd name="connsiteX2035" fmla="*/ 991743 w 1647825"/>
                <a:gd name="connsiteY2035" fmla="*/ 792099 h 857250"/>
                <a:gd name="connsiteX2036" fmla="*/ 996696 w 1647825"/>
                <a:gd name="connsiteY2036" fmla="*/ 792385 h 857250"/>
                <a:gd name="connsiteX2037" fmla="*/ 1001363 w 1647825"/>
                <a:gd name="connsiteY2037" fmla="*/ 793432 h 857250"/>
                <a:gd name="connsiteX2038" fmla="*/ 1005459 w 1647825"/>
                <a:gd name="connsiteY2038" fmla="*/ 796862 h 857250"/>
                <a:gd name="connsiteX2039" fmla="*/ 1006602 w 1647825"/>
                <a:gd name="connsiteY2039" fmla="*/ 798005 h 857250"/>
                <a:gd name="connsiteX2040" fmla="*/ 1009269 w 1647825"/>
                <a:gd name="connsiteY2040" fmla="*/ 799338 h 857250"/>
                <a:gd name="connsiteX2041" fmla="*/ 1012698 w 1647825"/>
                <a:gd name="connsiteY2041" fmla="*/ 799719 h 857250"/>
                <a:gd name="connsiteX2042" fmla="*/ 1016032 w 1647825"/>
                <a:gd name="connsiteY2042" fmla="*/ 798862 h 857250"/>
                <a:gd name="connsiteX2043" fmla="*/ 1018127 w 1647825"/>
                <a:gd name="connsiteY2043" fmla="*/ 796862 h 857250"/>
                <a:gd name="connsiteX2044" fmla="*/ 1018127 w 1647825"/>
                <a:gd name="connsiteY2044" fmla="*/ 796862 h 857250"/>
                <a:gd name="connsiteX2045" fmla="*/ 1018127 w 1647825"/>
                <a:gd name="connsiteY2045" fmla="*/ 796862 h 857250"/>
                <a:gd name="connsiteX2046" fmla="*/ 1019270 w 1647825"/>
                <a:gd name="connsiteY2046" fmla="*/ 795052 h 857250"/>
                <a:gd name="connsiteX2047" fmla="*/ 1022604 w 1647825"/>
                <a:gd name="connsiteY2047" fmla="*/ 791147 h 857250"/>
                <a:gd name="connsiteX2048" fmla="*/ 1024128 w 1647825"/>
                <a:gd name="connsiteY2048" fmla="*/ 790004 h 857250"/>
                <a:gd name="connsiteX2049" fmla="*/ 1026224 w 1647825"/>
                <a:gd name="connsiteY2049" fmla="*/ 789622 h 857250"/>
                <a:gd name="connsiteX2050" fmla="*/ 1028224 w 1647825"/>
                <a:gd name="connsiteY2050" fmla="*/ 789908 h 857250"/>
                <a:gd name="connsiteX2051" fmla="*/ 1030129 w 1647825"/>
                <a:gd name="connsiteY2051" fmla="*/ 789813 h 857250"/>
                <a:gd name="connsiteX2052" fmla="*/ 1031748 w 1647825"/>
                <a:gd name="connsiteY2052" fmla="*/ 788098 h 857250"/>
                <a:gd name="connsiteX2053" fmla="*/ 1033367 w 1647825"/>
                <a:gd name="connsiteY2053" fmla="*/ 791242 h 857250"/>
                <a:gd name="connsiteX2054" fmla="*/ 1035844 w 1647825"/>
                <a:gd name="connsiteY2054" fmla="*/ 793623 h 857250"/>
                <a:gd name="connsiteX2055" fmla="*/ 1042035 w 1647825"/>
                <a:gd name="connsiteY2055" fmla="*/ 796862 h 857250"/>
                <a:gd name="connsiteX2056" fmla="*/ 1043464 w 1647825"/>
                <a:gd name="connsiteY2056" fmla="*/ 797338 h 857250"/>
                <a:gd name="connsiteX2057" fmla="*/ 1044321 w 1647825"/>
                <a:gd name="connsiteY2057" fmla="*/ 797623 h 857250"/>
                <a:gd name="connsiteX2058" fmla="*/ 1045464 w 1647825"/>
                <a:gd name="connsiteY2058" fmla="*/ 797719 h 857250"/>
                <a:gd name="connsiteX2059" fmla="*/ 1048321 w 1647825"/>
                <a:gd name="connsiteY2059" fmla="*/ 797814 h 857250"/>
                <a:gd name="connsiteX2060" fmla="*/ 1051560 w 1647825"/>
                <a:gd name="connsiteY2060" fmla="*/ 799147 h 857250"/>
                <a:gd name="connsiteX2061" fmla="*/ 1054799 w 1647825"/>
                <a:gd name="connsiteY2061" fmla="*/ 799529 h 857250"/>
                <a:gd name="connsiteX2062" fmla="*/ 1056608 w 1647825"/>
                <a:gd name="connsiteY2062" fmla="*/ 800005 h 857250"/>
                <a:gd name="connsiteX2063" fmla="*/ 1058323 w 1647825"/>
                <a:gd name="connsiteY2063" fmla="*/ 800767 h 857250"/>
                <a:gd name="connsiteX2064" fmla="*/ 1059561 w 1647825"/>
                <a:gd name="connsiteY2064" fmla="*/ 801814 h 857250"/>
                <a:gd name="connsiteX2065" fmla="*/ 1060799 w 1647825"/>
                <a:gd name="connsiteY2065" fmla="*/ 803815 h 857250"/>
                <a:gd name="connsiteX2066" fmla="*/ 1060418 w 1647825"/>
                <a:gd name="connsiteY2066" fmla="*/ 805624 h 857250"/>
                <a:gd name="connsiteX2067" fmla="*/ 1059561 w 1647825"/>
                <a:gd name="connsiteY2067" fmla="*/ 807434 h 857250"/>
                <a:gd name="connsiteX2068" fmla="*/ 1058799 w 1647825"/>
                <a:gd name="connsiteY2068" fmla="*/ 809625 h 857250"/>
                <a:gd name="connsiteX2069" fmla="*/ 1058704 w 1647825"/>
                <a:gd name="connsiteY2069" fmla="*/ 811625 h 857250"/>
                <a:gd name="connsiteX2070" fmla="*/ 1059180 w 1647825"/>
                <a:gd name="connsiteY2070" fmla="*/ 818007 h 857250"/>
                <a:gd name="connsiteX2071" fmla="*/ 1070420 w 1647825"/>
                <a:gd name="connsiteY2071" fmla="*/ 817626 h 857250"/>
                <a:gd name="connsiteX2072" fmla="*/ 1073753 w 1647825"/>
                <a:gd name="connsiteY2072" fmla="*/ 818388 h 857250"/>
                <a:gd name="connsiteX2073" fmla="*/ 1076516 w 1647825"/>
                <a:gd name="connsiteY2073" fmla="*/ 820198 h 857250"/>
                <a:gd name="connsiteX2074" fmla="*/ 1077754 w 1647825"/>
                <a:gd name="connsiteY2074" fmla="*/ 820674 h 857250"/>
                <a:gd name="connsiteX2075" fmla="*/ 1081183 w 1647825"/>
                <a:gd name="connsiteY2075" fmla="*/ 820483 h 857250"/>
                <a:gd name="connsiteX2076" fmla="*/ 1084707 w 1647825"/>
                <a:gd name="connsiteY2076" fmla="*/ 821055 h 857250"/>
                <a:gd name="connsiteX2077" fmla="*/ 1086517 w 1647825"/>
                <a:gd name="connsiteY2077" fmla="*/ 820960 h 857250"/>
                <a:gd name="connsiteX2078" fmla="*/ 1089470 w 1647825"/>
                <a:gd name="connsiteY2078" fmla="*/ 819626 h 857250"/>
                <a:gd name="connsiteX2079" fmla="*/ 1094042 w 1647825"/>
                <a:gd name="connsiteY2079" fmla="*/ 814864 h 857250"/>
                <a:gd name="connsiteX2080" fmla="*/ 1096994 w 1647825"/>
                <a:gd name="connsiteY2080" fmla="*/ 813340 h 857250"/>
                <a:gd name="connsiteX2081" fmla="*/ 1098614 w 1647825"/>
                <a:gd name="connsiteY2081" fmla="*/ 813245 h 857250"/>
                <a:gd name="connsiteX2082" fmla="*/ 1105281 w 1647825"/>
                <a:gd name="connsiteY2082" fmla="*/ 813816 h 857250"/>
                <a:gd name="connsiteX2083" fmla="*/ 1106234 w 1647825"/>
                <a:gd name="connsiteY2083" fmla="*/ 813721 h 857250"/>
                <a:gd name="connsiteX2084" fmla="*/ 1106805 w 1647825"/>
                <a:gd name="connsiteY2084" fmla="*/ 813435 h 857250"/>
                <a:gd name="connsiteX2085" fmla="*/ 1107281 w 1647825"/>
                <a:gd name="connsiteY2085" fmla="*/ 812482 h 857250"/>
                <a:gd name="connsiteX2086" fmla="*/ 1107186 w 1647825"/>
                <a:gd name="connsiteY2086" fmla="*/ 811625 h 857250"/>
                <a:gd name="connsiteX2087" fmla="*/ 1106805 w 1647825"/>
                <a:gd name="connsiteY2087" fmla="*/ 810768 h 857250"/>
                <a:gd name="connsiteX2088" fmla="*/ 1106805 w 1647825"/>
                <a:gd name="connsiteY2088" fmla="*/ 809911 h 857250"/>
                <a:gd name="connsiteX2089" fmla="*/ 1107662 w 1647825"/>
                <a:gd name="connsiteY2089" fmla="*/ 808482 h 857250"/>
                <a:gd name="connsiteX2090" fmla="*/ 1108424 w 1647825"/>
                <a:gd name="connsiteY2090" fmla="*/ 808672 h 857250"/>
                <a:gd name="connsiteX2091" fmla="*/ 1109186 w 1647825"/>
                <a:gd name="connsiteY2091" fmla="*/ 810006 h 857250"/>
                <a:gd name="connsiteX2092" fmla="*/ 1110520 w 1647825"/>
                <a:gd name="connsiteY2092" fmla="*/ 813340 h 857250"/>
                <a:gd name="connsiteX2093" fmla="*/ 1111567 w 1647825"/>
                <a:gd name="connsiteY2093" fmla="*/ 814959 h 857250"/>
                <a:gd name="connsiteX2094" fmla="*/ 1112806 w 1647825"/>
                <a:gd name="connsiteY2094" fmla="*/ 815626 h 857250"/>
                <a:gd name="connsiteX2095" fmla="*/ 1113854 w 1647825"/>
                <a:gd name="connsiteY2095" fmla="*/ 814006 h 857250"/>
                <a:gd name="connsiteX2096" fmla="*/ 1114806 w 1647825"/>
                <a:gd name="connsiteY2096" fmla="*/ 811435 h 857250"/>
                <a:gd name="connsiteX2097" fmla="*/ 1115282 w 1647825"/>
                <a:gd name="connsiteY2097" fmla="*/ 811530 h 857250"/>
                <a:gd name="connsiteX2098" fmla="*/ 1115663 w 1647825"/>
                <a:gd name="connsiteY2098" fmla="*/ 812959 h 857250"/>
                <a:gd name="connsiteX2099" fmla="*/ 1116521 w 1647825"/>
                <a:gd name="connsiteY2099" fmla="*/ 814102 h 857250"/>
                <a:gd name="connsiteX2100" fmla="*/ 1117949 w 1647825"/>
                <a:gd name="connsiteY2100" fmla="*/ 814006 h 857250"/>
                <a:gd name="connsiteX2101" fmla="*/ 1118521 w 1647825"/>
                <a:gd name="connsiteY2101" fmla="*/ 812482 h 857250"/>
                <a:gd name="connsiteX2102" fmla="*/ 1118997 w 1647825"/>
                <a:gd name="connsiteY2102" fmla="*/ 810578 h 857250"/>
                <a:gd name="connsiteX2103" fmla="*/ 1119950 w 1647825"/>
                <a:gd name="connsiteY2103" fmla="*/ 809339 h 857250"/>
                <a:gd name="connsiteX2104" fmla="*/ 1120807 w 1647825"/>
                <a:gd name="connsiteY2104" fmla="*/ 809530 h 857250"/>
                <a:gd name="connsiteX2105" fmla="*/ 1121855 w 1647825"/>
                <a:gd name="connsiteY2105" fmla="*/ 811721 h 857250"/>
                <a:gd name="connsiteX2106" fmla="*/ 1122712 w 1647825"/>
                <a:gd name="connsiteY2106" fmla="*/ 812482 h 857250"/>
                <a:gd name="connsiteX2107" fmla="*/ 1123569 w 1647825"/>
                <a:gd name="connsiteY2107" fmla="*/ 812292 h 857250"/>
                <a:gd name="connsiteX2108" fmla="*/ 1126522 w 1647825"/>
                <a:gd name="connsiteY2108" fmla="*/ 810197 h 857250"/>
                <a:gd name="connsiteX2109" fmla="*/ 1130332 w 1647825"/>
                <a:gd name="connsiteY2109" fmla="*/ 808958 h 857250"/>
                <a:gd name="connsiteX2110" fmla="*/ 1131570 w 1647825"/>
                <a:gd name="connsiteY2110" fmla="*/ 808101 h 857250"/>
                <a:gd name="connsiteX2111" fmla="*/ 1133666 w 1647825"/>
                <a:gd name="connsiteY2111" fmla="*/ 805815 h 857250"/>
                <a:gd name="connsiteX2112" fmla="*/ 1134618 w 1647825"/>
                <a:gd name="connsiteY2112" fmla="*/ 805244 h 857250"/>
                <a:gd name="connsiteX2113" fmla="*/ 1136523 w 1647825"/>
                <a:gd name="connsiteY2113" fmla="*/ 804958 h 857250"/>
                <a:gd name="connsiteX2114" fmla="*/ 1138714 w 1647825"/>
                <a:gd name="connsiteY2114" fmla="*/ 803910 h 857250"/>
                <a:gd name="connsiteX2115" fmla="*/ 1141476 w 1647825"/>
                <a:gd name="connsiteY2115" fmla="*/ 801814 h 857250"/>
                <a:gd name="connsiteX2116" fmla="*/ 1143476 w 1647825"/>
                <a:gd name="connsiteY2116" fmla="*/ 799243 h 857250"/>
                <a:gd name="connsiteX2117" fmla="*/ 1143762 w 1647825"/>
                <a:gd name="connsiteY2117" fmla="*/ 796862 h 857250"/>
                <a:gd name="connsiteX2118" fmla="*/ 1143762 w 1647825"/>
                <a:gd name="connsiteY2118" fmla="*/ 796766 h 857250"/>
                <a:gd name="connsiteX2119" fmla="*/ 1143762 w 1647825"/>
                <a:gd name="connsiteY2119" fmla="*/ 796766 h 857250"/>
                <a:gd name="connsiteX2120" fmla="*/ 1143762 w 1647825"/>
                <a:gd name="connsiteY2120" fmla="*/ 796766 h 857250"/>
                <a:gd name="connsiteX2121" fmla="*/ 1144619 w 1647825"/>
                <a:gd name="connsiteY2121" fmla="*/ 794099 h 857250"/>
                <a:gd name="connsiteX2122" fmla="*/ 1144619 w 1647825"/>
                <a:gd name="connsiteY2122" fmla="*/ 792956 h 857250"/>
                <a:gd name="connsiteX2123" fmla="*/ 1143572 w 1647825"/>
                <a:gd name="connsiteY2123" fmla="*/ 792004 h 857250"/>
                <a:gd name="connsiteX2124" fmla="*/ 1140809 w 1647825"/>
                <a:gd name="connsiteY2124" fmla="*/ 791623 h 857250"/>
                <a:gd name="connsiteX2125" fmla="*/ 1139571 w 1647825"/>
                <a:gd name="connsiteY2125" fmla="*/ 791147 h 857250"/>
                <a:gd name="connsiteX2126" fmla="*/ 1139476 w 1647825"/>
                <a:gd name="connsiteY2126" fmla="*/ 789908 h 857250"/>
                <a:gd name="connsiteX2127" fmla="*/ 1140905 w 1647825"/>
                <a:gd name="connsiteY2127" fmla="*/ 786860 h 857250"/>
                <a:gd name="connsiteX2128" fmla="*/ 1142810 w 1647825"/>
                <a:gd name="connsiteY2128" fmla="*/ 784384 h 857250"/>
                <a:gd name="connsiteX2129" fmla="*/ 1145096 w 1647825"/>
                <a:gd name="connsiteY2129" fmla="*/ 782383 h 857250"/>
                <a:gd name="connsiteX2130" fmla="*/ 1150049 w 1647825"/>
                <a:gd name="connsiteY2130" fmla="*/ 779050 h 857250"/>
                <a:gd name="connsiteX2131" fmla="*/ 1150811 w 1647825"/>
                <a:gd name="connsiteY2131" fmla="*/ 778669 h 857250"/>
                <a:gd name="connsiteX2132" fmla="*/ 1151096 w 1647825"/>
                <a:gd name="connsiteY2132" fmla="*/ 779145 h 857250"/>
                <a:gd name="connsiteX2133" fmla="*/ 1151287 w 1647825"/>
                <a:gd name="connsiteY2133" fmla="*/ 779812 h 857250"/>
                <a:gd name="connsiteX2134" fmla="*/ 1151668 w 1647825"/>
                <a:gd name="connsiteY2134" fmla="*/ 780193 h 857250"/>
                <a:gd name="connsiteX2135" fmla="*/ 1152906 w 1647825"/>
                <a:gd name="connsiteY2135" fmla="*/ 780288 h 857250"/>
                <a:gd name="connsiteX2136" fmla="*/ 1154049 w 1647825"/>
                <a:gd name="connsiteY2136" fmla="*/ 780193 h 857250"/>
                <a:gd name="connsiteX2137" fmla="*/ 1155287 w 1647825"/>
                <a:gd name="connsiteY2137" fmla="*/ 779812 h 857250"/>
                <a:gd name="connsiteX2138" fmla="*/ 1156526 w 1647825"/>
                <a:gd name="connsiteY2138" fmla="*/ 779050 h 857250"/>
                <a:gd name="connsiteX2139" fmla="*/ 1157669 w 1647825"/>
                <a:gd name="connsiteY2139" fmla="*/ 777812 h 857250"/>
                <a:gd name="connsiteX2140" fmla="*/ 1159669 w 1647825"/>
                <a:gd name="connsiteY2140" fmla="*/ 775049 h 857250"/>
                <a:gd name="connsiteX2141" fmla="*/ 1160717 w 1647825"/>
                <a:gd name="connsiteY2141" fmla="*/ 773811 h 857250"/>
                <a:gd name="connsiteX2142" fmla="*/ 1162241 w 1647825"/>
                <a:gd name="connsiteY2142" fmla="*/ 773049 h 857250"/>
                <a:gd name="connsiteX2143" fmla="*/ 1165289 w 1647825"/>
                <a:gd name="connsiteY2143" fmla="*/ 772001 h 857250"/>
                <a:gd name="connsiteX2144" fmla="*/ 1166432 w 1647825"/>
                <a:gd name="connsiteY2144" fmla="*/ 770858 h 857250"/>
                <a:gd name="connsiteX2145" fmla="*/ 1168527 w 1647825"/>
                <a:gd name="connsiteY2145" fmla="*/ 768477 h 857250"/>
                <a:gd name="connsiteX2146" fmla="*/ 1175861 w 1647825"/>
                <a:gd name="connsiteY2146" fmla="*/ 763238 h 857250"/>
                <a:gd name="connsiteX2147" fmla="*/ 1177766 w 1647825"/>
                <a:gd name="connsiteY2147" fmla="*/ 761143 h 857250"/>
                <a:gd name="connsiteX2148" fmla="*/ 1179386 w 1647825"/>
                <a:gd name="connsiteY2148" fmla="*/ 758095 h 857250"/>
                <a:gd name="connsiteX2149" fmla="*/ 1180433 w 1647825"/>
                <a:gd name="connsiteY2149" fmla="*/ 754666 h 857250"/>
                <a:gd name="connsiteX2150" fmla="*/ 1180910 w 1647825"/>
                <a:gd name="connsiteY2150" fmla="*/ 751713 h 857250"/>
                <a:gd name="connsiteX2151" fmla="*/ 1183481 w 1647825"/>
                <a:gd name="connsiteY2151" fmla="*/ 749617 h 857250"/>
                <a:gd name="connsiteX2152" fmla="*/ 1186053 w 1647825"/>
                <a:gd name="connsiteY2152" fmla="*/ 747427 h 857250"/>
                <a:gd name="connsiteX2153" fmla="*/ 1189577 w 1647825"/>
                <a:gd name="connsiteY2153" fmla="*/ 745617 h 857250"/>
                <a:gd name="connsiteX2154" fmla="*/ 1193768 w 1647825"/>
                <a:gd name="connsiteY2154" fmla="*/ 741807 h 857250"/>
                <a:gd name="connsiteX2155" fmla="*/ 1196816 w 1647825"/>
                <a:gd name="connsiteY2155" fmla="*/ 739997 h 857250"/>
                <a:gd name="connsiteX2156" fmla="*/ 1204151 w 1647825"/>
                <a:gd name="connsiteY2156" fmla="*/ 735616 h 857250"/>
                <a:gd name="connsiteX2157" fmla="*/ 1212533 w 1647825"/>
                <a:gd name="connsiteY2157" fmla="*/ 735044 h 857250"/>
                <a:gd name="connsiteX2158" fmla="*/ 1217009 w 1647825"/>
                <a:gd name="connsiteY2158" fmla="*/ 735616 h 857250"/>
                <a:gd name="connsiteX2159" fmla="*/ 1218438 w 1647825"/>
                <a:gd name="connsiteY2159" fmla="*/ 735616 h 857250"/>
                <a:gd name="connsiteX2160" fmla="*/ 1219867 w 1647825"/>
                <a:gd name="connsiteY2160" fmla="*/ 734854 h 857250"/>
                <a:gd name="connsiteX2161" fmla="*/ 1221200 w 1647825"/>
                <a:gd name="connsiteY2161" fmla="*/ 733711 h 857250"/>
                <a:gd name="connsiteX2162" fmla="*/ 1222343 w 1647825"/>
                <a:gd name="connsiteY2162" fmla="*/ 732854 h 857250"/>
                <a:gd name="connsiteX2163" fmla="*/ 1223582 w 1647825"/>
                <a:gd name="connsiteY2163" fmla="*/ 733139 h 857250"/>
                <a:gd name="connsiteX2164" fmla="*/ 1224820 w 1647825"/>
                <a:gd name="connsiteY2164" fmla="*/ 733806 h 857250"/>
                <a:gd name="connsiteX2165" fmla="*/ 1226153 w 1647825"/>
                <a:gd name="connsiteY2165" fmla="*/ 733425 h 857250"/>
                <a:gd name="connsiteX2166" fmla="*/ 1231678 w 1647825"/>
                <a:gd name="connsiteY2166" fmla="*/ 728472 h 857250"/>
                <a:gd name="connsiteX2167" fmla="*/ 1232916 w 1647825"/>
                <a:gd name="connsiteY2167" fmla="*/ 727710 h 857250"/>
                <a:gd name="connsiteX2168" fmla="*/ 1237679 w 1647825"/>
                <a:gd name="connsiteY2168" fmla="*/ 726281 h 857250"/>
                <a:gd name="connsiteX2169" fmla="*/ 1238250 w 1647825"/>
                <a:gd name="connsiteY2169" fmla="*/ 725710 h 857250"/>
                <a:gd name="connsiteX2170" fmla="*/ 1238536 w 1647825"/>
                <a:gd name="connsiteY2170" fmla="*/ 724757 h 857250"/>
                <a:gd name="connsiteX2171" fmla="*/ 1239393 w 1647825"/>
                <a:gd name="connsiteY2171" fmla="*/ 724472 h 857250"/>
                <a:gd name="connsiteX2172" fmla="*/ 1240346 w 1647825"/>
                <a:gd name="connsiteY2172" fmla="*/ 724472 h 857250"/>
                <a:gd name="connsiteX2173" fmla="*/ 1241108 w 1647825"/>
                <a:gd name="connsiteY2173" fmla="*/ 724186 h 857250"/>
                <a:gd name="connsiteX2174" fmla="*/ 1241393 w 1647825"/>
                <a:gd name="connsiteY2174" fmla="*/ 723519 h 857250"/>
                <a:gd name="connsiteX2175" fmla="*/ 1241203 w 1647825"/>
                <a:gd name="connsiteY2175" fmla="*/ 722947 h 857250"/>
                <a:gd name="connsiteX2176" fmla="*/ 1240917 w 1647825"/>
                <a:gd name="connsiteY2176" fmla="*/ 722471 h 857250"/>
                <a:gd name="connsiteX2177" fmla="*/ 1240917 w 1647825"/>
                <a:gd name="connsiteY2177" fmla="*/ 721709 h 857250"/>
                <a:gd name="connsiteX2178" fmla="*/ 1241870 w 1647825"/>
                <a:gd name="connsiteY2178" fmla="*/ 721042 h 857250"/>
                <a:gd name="connsiteX2179" fmla="*/ 1243489 w 1647825"/>
                <a:gd name="connsiteY2179" fmla="*/ 720757 h 857250"/>
                <a:gd name="connsiteX2180" fmla="*/ 1245203 w 1647825"/>
                <a:gd name="connsiteY2180" fmla="*/ 720662 h 857250"/>
                <a:gd name="connsiteX2181" fmla="*/ 1246346 w 1647825"/>
                <a:gd name="connsiteY2181" fmla="*/ 720852 h 857250"/>
                <a:gd name="connsiteX2182" fmla="*/ 1247775 w 1647825"/>
                <a:gd name="connsiteY2182" fmla="*/ 719995 h 857250"/>
                <a:gd name="connsiteX2183" fmla="*/ 1249299 w 1647825"/>
                <a:gd name="connsiteY2183" fmla="*/ 719233 h 857250"/>
                <a:gd name="connsiteX2184" fmla="*/ 1250537 w 1647825"/>
                <a:gd name="connsiteY2184" fmla="*/ 718185 h 857250"/>
                <a:gd name="connsiteX2185" fmla="*/ 1254728 w 1647825"/>
                <a:gd name="connsiteY2185" fmla="*/ 716471 h 857250"/>
                <a:gd name="connsiteX2186" fmla="*/ 1259205 w 1647825"/>
                <a:gd name="connsiteY2186" fmla="*/ 715137 h 857250"/>
                <a:gd name="connsiteX2187" fmla="*/ 1262253 w 1647825"/>
                <a:gd name="connsiteY2187" fmla="*/ 712184 h 857250"/>
                <a:gd name="connsiteX2188" fmla="*/ 1268349 w 1647825"/>
                <a:gd name="connsiteY2188" fmla="*/ 711994 h 857250"/>
                <a:gd name="connsiteX2189" fmla="*/ 1271683 w 1647825"/>
                <a:gd name="connsiteY2189" fmla="*/ 707898 h 857250"/>
                <a:gd name="connsiteX2190" fmla="*/ 1276160 w 1647825"/>
                <a:gd name="connsiteY2190" fmla="*/ 703612 h 857250"/>
                <a:gd name="connsiteX2191" fmla="*/ 1273112 w 1647825"/>
                <a:gd name="connsiteY2191" fmla="*/ 700469 h 857250"/>
                <a:gd name="connsiteX2192" fmla="*/ 1270064 w 1647825"/>
                <a:gd name="connsiteY2192" fmla="*/ 696944 h 857250"/>
                <a:gd name="connsiteX2193" fmla="*/ 1271397 w 1647825"/>
                <a:gd name="connsiteY2193" fmla="*/ 692372 h 857250"/>
                <a:gd name="connsiteX2194" fmla="*/ 1274255 w 1647825"/>
                <a:gd name="connsiteY2194" fmla="*/ 692563 h 857250"/>
                <a:gd name="connsiteX2195" fmla="*/ 1275207 w 1647825"/>
                <a:gd name="connsiteY2195" fmla="*/ 692277 h 857250"/>
                <a:gd name="connsiteX2196" fmla="*/ 1276064 w 1647825"/>
                <a:gd name="connsiteY2196" fmla="*/ 691420 h 857250"/>
                <a:gd name="connsiteX2197" fmla="*/ 1277398 w 1647825"/>
                <a:gd name="connsiteY2197" fmla="*/ 689038 h 857250"/>
                <a:gd name="connsiteX2198" fmla="*/ 1278160 w 1647825"/>
                <a:gd name="connsiteY2198" fmla="*/ 687991 h 857250"/>
                <a:gd name="connsiteX2199" fmla="*/ 1280065 w 1647825"/>
                <a:gd name="connsiteY2199" fmla="*/ 687038 h 857250"/>
                <a:gd name="connsiteX2200" fmla="*/ 1282160 w 1647825"/>
                <a:gd name="connsiteY2200" fmla="*/ 686753 h 857250"/>
                <a:gd name="connsiteX2201" fmla="*/ 1286351 w 1647825"/>
                <a:gd name="connsiteY2201" fmla="*/ 686657 h 857250"/>
                <a:gd name="connsiteX2202" fmla="*/ 1288161 w 1647825"/>
                <a:gd name="connsiteY2202" fmla="*/ 686276 h 857250"/>
                <a:gd name="connsiteX2203" fmla="*/ 1289495 w 1647825"/>
                <a:gd name="connsiteY2203" fmla="*/ 685705 h 857250"/>
                <a:gd name="connsiteX2204" fmla="*/ 1290638 w 1647825"/>
                <a:gd name="connsiteY2204" fmla="*/ 684847 h 857250"/>
                <a:gd name="connsiteX2205" fmla="*/ 1294924 w 1647825"/>
                <a:gd name="connsiteY2205" fmla="*/ 678275 h 857250"/>
                <a:gd name="connsiteX2206" fmla="*/ 1296353 w 1647825"/>
                <a:gd name="connsiteY2206" fmla="*/ 677037 h 857250"/>
                <a:gd name="connsiteX2207" fmla="*/ 1298734 w 1647825"/>
                <a:gd name="connsiteY2207" fmla="*/ 676751 h 857250"/>
                <a:gd name="connsiteX2208" fmla="*/ 1301782 w 1647825"/>
                <a:gd name="connsiteY2208" fmla="*/ 677989 h 857250"/>
                <a:gd name="connsiteX2209" fmla="*/ 1304639 w 1647825"/>
                <a:gd name="connsiteY2209" fmla="*/ 679990 h 857250"/>
                <a:gd name="connsiteX2210" fmla="*/ 1308830 w 1647825"/>
                <a:gd name="connsiteY2210" fmla="*/ 684847 h 857250"/>
                <a:gd name="connsiteX2211" fmla="*/ 1309783 w 1647825"/>
                <a:gd name="connsiteY2211" fmla="*/ 686372 h 857250"/>
                <a:gd name="connsiteX2212" fmla="*/ 1309211 w 1647825"/>
                <a:gd name="connsiteY2212" fmla="*/ 689991 h 857250"/>
                <a:gd name="connsiteX2213" fmla="*/ 1310450 w 1647825"/>
                <a:gd name="connsiteY2213" fmla="*/ 690658 h 857250"/>
                <a:gd name="connsiteX2214" fmla="*/ 1312259 w 1647825"/>
                <a:gd name="connsiteY2214" fmla="*/ 690753 h 857250"/>
                <a:gd name="connsiteX2215" fmla="*/ 1313593 w 1647825"/>
                <a:gd name="connsiteY2215" fmla="*/ 690467 h 857250"/>
                <a:gd name="connsiteX2216" fmla="*/ 1316641 w 1647825"/>
                <a:gd name="connsiteY2216" fmla="*/ 690372 h 857250"/>
                <a:gd name="connsiteX2217" fmla="*/ 1319594 w 1647825"/>
                <a:gd name="connsiteY2217" fmla="*/ 691229 h 857250"/>
                <a:gd name="connsiteX2218" fmla="*/ 1325594 w 1647825"/>
                <a:gd name="connsiteY2218" fmla="*/ 693991 h 857250"/>
                <a:gd name="connsiteX2219" fmla="*/ 1327404 w 1647825"/>
                <a:gd name="connsiteY2219" fmla="*/ 694563 h 857250"/>
                <a:gd name="connsiteX2220" fmla="*/ 1326833 w 1647825"/>
                <a:gd name="connsiteY2220" fmla="*/ 693801 h 857250"/>
                <a:gd name="connsiteX2221" fmla="*/ 1325499 w 1647825"/>
                <a:gd name="connsiteY2221" fmla="*/ 692182 h 857250"/>
                <a:gd name="connsiteX2222" fmla="*/ 1324642 w 1647825"/>
                <a:gd name="connsiteY2222" fmla="*/ 690467 h 857250"/>
                <a:gd name="connsiteX2223" fmla="*/ 1326071 w 1647825"/>
                <a:gd name="connsiteY2223" fmla="*/ 691324 h 857250"/>
                <a:gd name="connsiteX2224" fmla="*/ 1327404 w 1647825"/>
                <a:gd name="connsiteY2224" fmla="*/ 691896 h 857250"/>
                <a:gd name="connsiteX2225" fmla="*/ 1332071 w 1647825"/>
                <a:gd name="connsiteY2225" fmla="*/ 693039 h 857250"/>
                <a:gd name="connsiteX2226" fmla="*/ 1336262 w 1647825"/>
                <a:gd name="connsiteY2226" fmla="*/ 695515 h 857250"/>
                <a:gd name="connsiteX2227" fmla="*/ 1337691 w 1647825"/>
                <a:gd name="connsiteY2227" fmla="*/ 695992 h 857250"/>
                <a:gd name="connsiteX2228" fmla="*/ 1343597 w 1647825"/>
                <a:gd name="connsiteY2228" fmla="*/ 697039 h 857250"/>
                <a:gd name="connsiteX2229" fmla="*/ 1344263 w 1647825"/>
                <a:gd name="connsiteY2229" fmla="*/ 697325 h 857250"/>
                <a:gd name="connsiteX2230" fmla="*/ 1344930 w 1647825"/>
                <a:gd name="connsiteY2230" fmla="*/ 697706 h 857250"/>
                <a:gd name="connsiteX2231" fmla="*/ 1345311 w 1647825"/>
                <a:gd name="connsiteY2231" fmla="*/ 698468 h 857250"/>
                <a:gd name="connsiteX2232" fmla="*/ 1345406 w 1647825"/>
                <a:gd name="connsiteY2232" fmla="*/ 699230 h 857250"/>
                <a:gd name="connsiteX2233" fmla="*/ 1345597 w 1647825"/>
                <a:gd name="connsiteY2233" fmla="*/ 699992 h 857250"/>
                <a:gd name="connsiteX2234" fmla="*/ 1346264 w 1647825"/>
                <a:gd name="connsiteY2234" fmla="*/ 700469 h 857250"/>
                <a:gd name="connsiteX2235" fmla="*/ 1350836 w 1647825"/>
                <a:gd name="connsiteY2235" fmla="*/ 701040 h 857250"/>
                <a:gd name="connsiteX2236" fmla="*/ 1350264 w 1647825"/>
                <a:gd name="connsiteY2236" fmla="*/ 695611 h 857250"/>
                <a:gd name="connsiteX2237" fmla="*/ 1352836 w 1647825"/>
                <a:gd name="connsiteY2237" fmla="*/ 693515 h 857250"/>
                <a:gd name="connsiteX2238" fmla="*/ 1357979 w 1647825"/>
                <a:gd name="connsiteY2238" fmla="*/ 693230 h 857250"/>
                <a:gd name="connsiteX2239" fmla="*/ 1361027 w 1647825"/>
                <a:gd name="connsiteY2239" fmla="*/ 693991 h 857250"/>
                <a:gd name="connsiteX2240" fmla="*/ 1362266 w 1647825"/>
                <a:gd name="connsiteY2240" fmla="*/ 689705 h 857250"/>
                <a:gd name="connsiteX2241" fmla="*/ 1363885 w 1647825"/>
                <a:gd name="connsiteY2241" fmla="*/ 688943 h 857250"/>
                <a:gd name="connsiteX2242" fmla="*/ 1364171 w 1647825"/>
                <a:gd name="connsiteY2242" fmla="*/ 692372 h 857250"/>
                <a:gd name="connsiteX2243" fmla="*/ 1365599 w 1647825"/>
                <a:gd name="connsiteY2243" fmla="*/ 694754 h 857250"/>
                <a:gd name="connsiteX2244" fmla="*/ 1366266 w 1647825"/>
                <a:gd name="connsiteY2244" fmla="*/ 693420 h 857250"/>
                <a:gd name="connsiteX2245" fmla="*/ 1369219 w 1647825"/>
                <a:gd name="connsiteY2245" fmla="*/ 693896 h 857250"/>
                <a:gd name="connsiteX2246" fmla="*/ 1369981 w 1647825"/>
                <a:gd name="connsiteY2246" fmla="*/ 693325 h 857250"/>
                <a:gd name="connsiteX2247" fmla="*/ 1370076 w 1647825"/>
                <a:gd name="connsiteY2247" fmla="*/ 691229 h 857250"/>
                <a:gd name="connsiteX2248" fmla="*/ 1369219 w 1647825"/>
                <a:gd name="connsiteY2248" fmla="*/ 687896 h 857250"/>
                <a:gd name="connsiteX2249" fmla="*/ 1369505 w 1647825"/>
                <a:gd name="connsiteY2249" fmla="*/ 686848 h 857250"/>
                <a:gd name="connsiteX2250" fmla="*/ 1372267 w 1647825"/>
                <a:gd name="connsiteY2250" fmla="*/ 686562 h 857250"/>
                <a:gd name="connsiteX2251" fmla="*/ 1372457 w 1647825"/>
                <a:gd name="connsiteY2251" fmla="*/ 685800 h 857250"/>
                <a:gd name="connsiteX2252" fmla="*/ 1372362 w 1647825"/>
                <a:gd name="connsiteY2252" fmla="*/ 684943 h 857250"/>
                <a:gd name="connsiteX2253" fmla="*/ 1372553 w 1647825"/>
                <a:gd name="connsiteY2253" fmla="*/ 684086 h 857250"/>
                <a:gd name="connsiteX2254" fmla="*/ 1373410 w 1647825"/>
                <a:gd name="connsiteY2254" fmla="*/ 683514 h 857250"/>
                <a:gd name="connsiteX2255" fmla="*/ 1374077 w 1647825"/>
                <a:gd name="connsiteY2255" fmla="*/ 683323 h 857250"/>
                <a:gd name="connsiteX2256" fmla="*/ 1374839 w 1647825"/>
                <a:gd name="connsiteY2256" fmla="*/ 683323 h 857250"/>
                <a:gd name="connsiteX2257" fmla="*/ 1375696 w 1647825"/>
                <a:gd name="connsiteY2257" fmla="*/ 683133 h 857250"/>
                <a:gd name="connsiteX2258" fmla="*/ 1379982 w 1647825"/>
                <a:gd name="connsiteY2258" fmla="*/ 685133 h 857250"/>
                <a:gd name="connsiteX2259" fmla="*/ 1385602 w 1647825"/>
                <a:gd name="connsiteY2259" fmla="*/ 685990 h 857250"/>
                <a:gd name="connsiteX2260" fmla="*/ 1388078 w 1647825"/>
                <a:gd name="connsiteY2260" fmla="*/ 680942 h 857250"/>
                <a:gd name="connsiteX2261" fmla="*/ 1387792 w 1647825"/>
                <a:gd name="connsiteY2261" fmla="*/ 674846 h 857250"/>
                <a:gd name="connsiteX2262" fmla="*/ 1390364 w 1647825"/>
                <a:gd name="connsiteY2262" fmla="*/ 674370 h 857250"/>
                <a:gd name="connsiteX2263" fmla="*/ 1391888 w 1647825"/>
                <a:gd name="connsiteY2263" fmla="*/ 673703 h 857250"/>
                <a:gd name="connsiteX2264" fmla="*/ 1397317 w 1647825"/>
                <a:gd name="connsiteY2264" fmla="*/ 676370 h 857250"/>
                <a:gd name="connsiteX2265" fmla="*/ 1404557 w 1647825"/>
                <a:gd name="connsiteY2265" fmla="*/ 673132 h 857250"/>
                <a:gd name="connsiteX2266" fmla="*/ 1409414 w 1647825"/>
                <a:gd name="connsiteY2266" fmla="*/ 672655 h 857250"/>
                <a:gd name="connsiteX2267" fmla="*/ 1414177 w 1647825"/>
                <a:gd name="connsiteY2267" fmla="*/ 672274 h 857250"/>
                <a:gd name="connsiteX2268" fmla="*/ 1419606 w 1647825"/>
                <a:gd name="connsiteY2268" fmla="*/ 672274 h 857250"/>
                <a:gd name="connsiteX2269" fmla="*/ 1420273 w 1647825"/>
                <a:gd name="connsiteY2269" fmla="*/ 673608 h 857250"/>
                <a:gd name="connsiteX2270" fmla="*/ 1421511 w 1647825"/>
                <a:gd name="connsiteY2270" fmla="*/ 678275 h 857250"/>
                <a:gd name="connsiteX2271" fmla="*/ 1422368 w 1647825"/>
                <a:gd name="connsiteY2271" fmla="*/ 679799 h 857250"/>
                <a:gd name="connsiteX2272" fmla="*/ 1424654 w 1647825"/>
                <a:gd name="connsiteY2272" fmla="*/ 682466 h 857250"/>
                <a:gd name="connsiteX2273" fmla="*/ 1427036 w 1647825"/>
                <a:gd name="connsiteY2273" fmla="*/ 683895 h 857250"/>
                <a:gd name="connsiteX2274" fmla="*/ 1429607 w 1647825"/>
                <a:gd name="connsiteY2274" fmla="*/ 683895 h 857250"/>
                <a:gd name="connsiteX2275" fmla="*/ 1432560 w 1647825"/>
                <a:gd name="connsiteY2275" fmla="*/ 682085 h 857250"/>
                <a:gd name="connsiteX2276" fmla="*/ 1434084 w 1647825"/>
                <a:gd name="connsiteY2276" fmla="*/ 680847 h 857250"/>
                <a:gd name="connsiteX2277" fmla="*/ 1435227 w 1647825"/>
                <a:gd name="connsiteY2277" fmla="*/ 680371 h 857250"/>
                <a:gd name="connsiteX2278" fmla="*/ 1436180 w 1647825"/>
                <a:gd name="connsiteY2278" fmla="*/ 680942 h 857250"/>
                <a:gd name="connsiteX2279" fmla="*/ 1437513 w 1647825"/>
                <a:gd name="connsiteY2279" fmla="*/ 682466 h 857250"/>
                <a:gd name="connsiteX2280" fmla="*/ 1437608 w 1647825"/>
                <a:gd name="connsiteY2280" fmla="*/ 683609 h 857250"/>
                <a:gd name="connsiteX2281" fmla="*/ 1435608 w 1647825"/>
                <a:gd name="connsiteY2281" fmla="*/ 686657 h 857250"/>
                <a:gd name="connsiteX2282" fmla="*/ 1434370 w 1647825"/>
                <a:gd name="connsiteY2282" fmla="*/ 689420 h 857250"/>
                <a:gd name="connsiteX2283" fmla="*/ 1433513 w 1647825"/>
                <a:gd name="connsiteY2283" fmla="*/ 690277 h 857250"/>
                <a:gd name="connsiteX2284" fmla="*/ 1425035 w 1647825"/>
                <a:gd name="connsiteY2284" fmla="*/ 692563 h 857250"/>
                <a:gd name="connsiteX2285" fmla="*/ 1423702 w 1647825"/>
                <a:gd name="connsiteY2285" fmla="*/ 693420 h 857250"/>
                <a:gd name="connsiteX2286" fmla="*/ 1422940 w 1647825"/>
                <a:gd name="connsiteY2286" fmla="*/ 694563 h 857250"/>
                <a:gd name="connsiteX2287" fmla="*/ 1422178 w 1647825"/>
                <a:gd name="connsiteY2287" fmla="*/ 695992 h 857250"/>
                <a:gd name="connsiteX2288" fmla="*/ 1423892 w 1647825"/>
                <a:gd name="connsiteY2288" fmla="*/ 703421 h 857250"/>
                <a:gd name="connsiteX2289" fmla="*/ 1430655 w 1647825"/>
                <a:gd name="connsiteY2289" fmla="*/ 698849 h 857250"/>
                <a:gd name="connsiteX2290" fmla="*/ 1436370 w 1647825"/>
                <a:gd name="connsiteY2290" fmla="*/ 697039 h 857250"/>
                <a:gd name="connsiteX2291" fmla="*/ 1437513 w 1647825"/>
                <a:gd name="connsiteY2291" fmla="*/ 702564 h 857250"/>
                <a:gd name="connsiteX2292" fmla="*/ 1444847 w 1647825"/>
                <a:gd name="connsiteY2292" fmla="*/ 706374 h 857250"/>
                <a:gd name="connsiteX2293" fmla="*/ 1444276 w 1647825"/>
                <a:gd name="connsiteY2293" fmla="*/ 707517 h 857250"/>
                <a:gd name="connsiteX2294" fmla="*/ 1444371 w 1647825"/>
                <a:gd name="connsiteY2294" fmla="*/ 708565 h 857250"/>
                <a:gd name="connsiteX2295" fmla="*/ 1445038 w 1647825"/>
                <a:gd name="connsiteY2295" fmla="*/ 709231 h 857250"/>
                <a:gd name="connsiteX2296" fmla="*/ 1446181 w 1647825"/>
                <a:gd name="connsiteY2296" fmla="*/ 709327 h 857250"/>
                <a:gd name="connsiteX2297" fmla="*/ 1447610 w 1647825"/>
                <a:gd name="connsiteY2297" fmla="*/ 710565 h 857250"/>
                <a:gd name="connsiteX2298" fmla="*/ 1448276 w 1647825"/>
                <a:gd name="connsiteY2298" fmla="*/ 712280 h 857250"/>
                <a:gd name="connsiteX2299" fmla="*/ 1449038 w 1647825"/>
                <a:gd name="connsiteY2299" fmla="*/ 716280 h 857250"/>
                <a:gd name="connsiteX2300" fmla="*/ 1450086 w 1647825"/>
                <a:gd name="connsiteY2300" fmla="*/ 718185 h 857250"/>
                <a:gd name="connsiteX2301" fmla="*/ 1454372 w 1647825"/>
                <a:gd name="connsiteY2301" fmla="*/ 723233 h 857250"/>
                <a:gd name="connsiteX2302" fmla="*/ 1455611 w 1647825"/>
                <a:gd name="connsiteY2302" fmla="*/ 727900 h 857250"/>
                <a:gd name="connsiteX2303" fmla="*/ 1455992 w 1647825"/>
                <a:gd name="connsiteY2303" fmla="*/ 732187 h 857250"/>
                <a:gd name="connsiteX2304" fmla="*/ 1448372 w 1647825"/>
                <a:gd name="connsiteY2304" fmla="*/ 738092 h 857250"/>
                <a:gd name="connsiteX2305" fmla="*/ 1443038 w 1647825"/>
                <a:gd name="connsiteY2305" fmla="*/ 741140 h 857250"/>
                <a:gd name="connsiteX2306" fmla="*/ 1445609 w 1647825"/>
                <a:gd name="connsiteY2306" fmla="*/ 745427 h 857250"/>
                <a:gd name="connsiteX2307" fmla="*/ 1442371 w 1647825"/>
                <a:gd name="connsiteY2307" fmla="*/ 749522 h 857250"/>
                <a:gd name="connsiteX2308" fmla="*/ 1445133 w 1647825"/>
                <a:gd name="connsiteY2308" fmla="*/ 752285 h 857250"/>
                <a:gd name="connsiteX2309" fmla="*/ 1447800 w 1647825"/>
                <a:gd name="connsiteY2309" fmla="*/ 758285 h 857250"/>
                <a:gd name="connsiteX2310" fmla="*/ 1449229 w 1647825"/>
                <a:gd name="connsiteY2310" fmla="*/ 757619 h 857250"/>
                <a:gd name="connsiteX2311" fmla="*/ 1449610 w 1647825"/>
                <a:gd name="connsiteY2311" fmla="*/ 752285 h 857250"/>
                <a:gd name="connsiteX2312" fmla="*/ 1450372 w 1647825"/>
                <a:gd name="connsiteY2312" fmla="*/ 748189 h 857250"/>
                <a:gd name="connsiteX2313" fmla="*/ 1452848 w 1647825"/>
                <a:gd name="connsiteY2313" fmla="*/ 743617 h 857250"/>
                <a:gd name="connsiteX2314" fmla="*/ 1457230 w 1647825"/>
                <a:gd name="connsiteY2314" fmla="*/ 741331 h 857250"/>
                <a:gd name="connsiteX2315" fmla="*/ 1464088 w 1647825"/>
                <a:gd name="connsiteY2315" fmla="*/ 743140 h 857250"/>
                <a:gd name="connsiteX2316" fmla="*/ 1469708 w 1647825"/>
                <a:gd name="connsiteY2316" fmla="*/ 749522 h 857250"/>
                <a:gd name="connsiteX2317" fmla="*/ 1475327 w 1647825"/>
                <a:gd name="connsiteY2317" fmla="*/ 753142 h 857250"/>
                <a:gd name="connsiteX2318" fmla="*/ 1478947 w 1647825"/>
                <a:gd name="connsiteY2318" fmla="*/ 757714 h 857250"/>
                <a:gd name="connsiteX2319" fmla="*/ 1479995 w 1647825"/>
                <a:gd name="connsiteY2319" fmla="*/ 764381 h 857250"/>
                <a:gd name="connsiteX2320" fmla="*/ 1482852 w 1647825"/>
                <a:gd name="connsiteY2320" fmla="*/ 766000 h 857250"/>
                <a:gd name="connsiteX2321" fmla="*/ 1485424 w 1647825"/>
                <a:gd name="connsiteY2321" fmla="*/ 766572 h 857250"/>
                <a:gd name="connsiteX2322" fmla="*/ 1487996 w 1647825"/>
                <a:gd name="connsiteY2322" fmla="*/ 765905 h 857250"/>
                <a:gd name="connsiteX2323" fmla="*/ 1490758 w 1647825"/>
                <a:gd name="connsiteY2323" fmla="*/ 764191 h 857250"/>
                <a:gd name="connsiteX2324" fmla="*/ 1494473 w 1647825"/>
                <a:gd name="connsiteY2324" fmla="*/ 762476 h 857250"/>
                <a:gd name="connsiteX2325" fmla="*/ 1497425 w 1647825"/>
                <a:gd name="connsiteY2325" fmla="*/ 763333 h 857250"/>
                <a:gd name="connsiteX2326" fmla="*/ 1502759 w 1647825"/>
                <a:gd name="connsiteY2326" fmla="*/ 767905 h 857250"/>
                <a:gd name="connsiteX2327" fmla="*/ 1503617 w 1647825"/>
                <a:gd name="connsiteY2327" fmla="*/ 768287 h 857250"/>
                <a:gd name="connsiteX2328" fmla="*/ 1504379 w 1647825"/>
                <a:gd name="connsiteY2328" fmla="*/ 768287 h 857250"/>
                <a:gd name="connsiteX2329" fmla="*/ 1504950 w 1647825"/>
                <a:gd name="connsiteY2329" fmla="*/ 768572 h 857250"/>
                <a:gd name="connsiteX2330" fmla="*/ 1505807 w 1647825"/>
                <a:gd name="connsiteY2330" fmla="*/ 770763 h 857250"/>
                <a:gd name="connsiteX2331" fmla="*/ 1506569 w 1647825"/>
                <a:gd name="connsiteY2331" fmla="*/ 771620 h 857250"/>
                <a:gd name="connsiteX2332" fmla="*/ 1510951 w 1647825"/>
                <a:gd name="connsiteY2332" fmla="*/ 775145 h 857250"/>
                <a:gd name="connsiteX2333" fmla="*/ 1513999 w 1647825"/>
                <a:gd name="connsiteY2333" fmla="*/ 776764 h 857250"/>
                <a:gd name="connsiteX2334" fmla="*/ 1514856 w 1647825"/>
                <a:gd name="connsiteY2334" fmla="*/ 775145 h 857250"/>
                <a:gd name="connsiteX2335" fmla="*/ 1517714 w 1647825"/>
                <a:gd name="connsiteY2335" fmla="*/ 773525 h 857250"/>
                <a:gd name="connsiteX2336" fmla="*/ 1518380 w 1647825"/>
                <a:gd name="connsiteY2336" fmla="*/ 772573 h 857250"/>
                <a:gd name="connsiteX2337" fmla="*/ 1518857 w 1647825"/>
                <a:gd name="connsiteY2337" fmla="*/ 770668 h 857250"/>
                <a:gd name="connsiteX2338" fmla="*/ 1520000 w 1647825"/>
                <a:gd name="connsiteY2338" fmla="*/ 770287 h 857250"/>
                <a:gd name="connsiteX2339" fmla="*/ 1521524 w 1647825"/>
                <a:gd name="connsiteY2339" fmla="*/ 770572 h 857250"/>
                <a:gd name="connsiteX2340" fmla="*/ 1523048 w 1647825"/>
                <a:gd name="connsiteY2340" fmla="*/ 770572 h 857250"/>
                <a:gd name="connsiteX2341" fmla="*/ 1524000 w 1647825"/>
                <a:gd name="connsiteY2341" fmla="*/ 769525 h 857250"/>
                <a:gd name="connsiteX2342" fmla="*/ 1524286 w 1647825"/>
                <a:gd name="connsiteY2342" fmla="*/ 767715 h 857250"/>
                <a:gd name="connsiteX2343" fmla="*/ 1524286 w 1647825"/>
                <a:gd name="connsiteY2343" fmla="*/ 764286 h 857250"/>
                <a:gd name="connsiteX2344" fmla="*/ 1524191 w 1647825"/>
                <a:gd name="connsiteY2344" fmla="*/ 763429 h 857250"/>
                <a:gd name="connsiteX2345" fmla="*/ 1523905 w 1647825"/>
                <a:gd name="connsiteY2345" fmla="*/ 762572 h 857250"/>
                <a:gd name="connsiteX2346" fmla="*/ 1523810 w 1647825"/>
                <a:gd name="connsiteY2346" fmla="*/ 761810 h 857250"/>
                <a:gd name="connsiteX2347" fmla="*/ 1524191 w 1647825"/>
                <a:gd name="connsiteY2347" fmla="*/ 760952 h 857250"/>
                <a:gd name="connsiteX2348" fmla="*/ 1525429 w 1647825"/>
                <a:gd name="connsiteY2348" fmla="*/ 759619 h 857250"/>
                <a:gd name="connsiteX2349" fmla="*/ 1525810 w 1647825"/>
                <a:gd name="connsiteY2349" fmla="*/ 758952 h 857250"/>
                <a:gd name="connsiteX2350" fmla="*/ 1526096 w 1647825"/>
                <a:gd name="connsiteY2350" fmla="*/ 757904 h 857250"/>
                <a:gd name="connsiteX2351" fmla="*/ 1527143 w 1647825"/>
                <a:gd name="connsiteY2351" fmla="*/ 756475 h 857250"/>
                <a:gd name="connsiteX2352" fmla="*/ 1528382 w 1647825"/>
                <a:gd name="connsiteY2352" fmla="*/ 753237 h 857250"/>
                <a:gd name="connsiteX2353" fmla="*/ 1529239 w 1647825"/>
                <a:gd name="connsiteY2353" fmla="*/ 751713 h 857250"/>
                <a:gd name="connsiteX2354" fmla="*/ 1530382 w 1647825"/>
                <a:gd name="connsiteY2354" fmla="*/ 748570 h 857250"/>
                <a:gd name="connsiteX2355" fmla="*/ 1531811 w 1647825"/>
                <a:gd name="connsiteY2355" fmla="*/ 747713 h 857250"/>
                <a:gd name="connsiteX2356" fmla="*/ 1533525 w 1647825"/>
                <a:gd name="connsiteY2356" fmla="*/ 748951 h 857250"/>
                <a:gd name="connsiteX2357" fmla="*/ 1535335 w 1647825"/>
                <a:gd name="connsiteY2357" fmla="*/ 751713 h 857250"/>
                <a:gd name="connsiteX2358" fmla="*/ 1537240 w 1647825"/>
                <a:gd name="connsiteY2358" fmla="*/ 752856 h 857250"/>
                <a:gd name="connsiteX2359" fmla="*/ 1539431 w 1647825"/>
                <a:gd name="connsiteY2359" fmla="*/ 751332 h 857250"/>
                <a:gd name="connsiteX2360" fmla="*/ 1541717 w 1647825"/>
                <a:gd name="connsiteY2360" fmla="*/ 750189 h 857250"/>
                <a:gd name="connsiteX2361" fmla="*/ 1544098 w 1647825"/>
                <a:gd name="connsiteY2361" fmla="*/ 752285 h 857250"/>
                <a:gd name="connsiteX2362" fmla="*/ 1547336 w 1647825"/>
                <a:gd name="connsiteY2362" fmla="*/ 761810 h 857250"/>
                <a:gd name="connsiteX2363" fmla="*/ 1549337 w 1647825"/>
                <a:gd name="connsiteY2363" fmla="*/ 764572 h 857250"/>
                <a:gd name="connsiteX2364" fmla="*/ 1551908 w 1647825"/>
                <a:gd name="connsiteY2364" fmla="*/ 765334 h 857250"/>
                <a:gd name="connsiteX2365" fmla="*/ 1556861 w 1647825"/>
                <a:gd name="connsiteY2365" fmla="*/ 762953 h 857250"/>
                <a:gd name="connsiteX2366" fmla="*/ 1559909 w 1647825"/>
                <a:gd name="connsiteY2366" fmla="*/ 764286 h 857250"/>
                <a:gd name="connsiteX2367" fmla="*/ 1563719 w 1647825"/>
                <a:gd name="connsiteY2367" fmla="*/ 769430 h 857250"/>
                <a:gd name="connsiteX2368" fmla="*/ 1566386 w 1647825"/>
                <a:gd name="connsiteY2368" fmla="*/ 771049 h 857250"/>
                <a:gd name="connsiteX2369" fmla="*/ 1567529 w 1647825"/>
                <a:gd name="connsiteY2369" fmla="*/ 772097 h 857250"/>
                <a:gd name="connsiteX2370" fmla="*/ 1567625 w 1647825"/>
                <a:gd name="connsiteY2370" fmla="*/ 773621 h 857250"/>
                <a:gd name="connsiteX2371" fmla="*/ 1566863 w 1647825"/>
                <a:gd name="connsiteY2371" fmla="*/ 776097 h 857250"/>
                <a:gd name="connsiteX2372" fmla="*/ 1567339 w 1647825"/>
                <a:gd name="connsiteY2372" fmla="*/ 777049 h 857250"/>
                <a:gd name="connsiteX2373" fmla="*/ 1570577 w 1647825"/>
                <a:gd name="connsiteY2373" fmla="*/ 777621 h 857250"/>
                <a:gd name="connsiteX2374" fmla="*/ 1572006 w 1647825"/>
                <a:gd name="connsiteY2374" fmla="*/ 778383 h 857250"/>
                <a:gd name="connsiteX2375" fmla="*/ 1577245 w 1647825"/>
                <a:gd name="connsiteY2375" fmla="*/ 783431 h 857250"/>
                <a:gd name="connsiteX2376" fmla="*/ 1578959 w 1647825"/>
                <a:gd name="connsiteY2376" fmla="*/ 782288 h 857250"/>
                <a:gd name="connsiteX2377" fmla="*/ 1585055 w 1647825"/>
                <a:gd name="connsiteY2377" fmla="*/ 779050 h 857250"/>
                <a:gd name="connsiteX2378" fmla="*/ 1586484 w 1647825"/>
                <a:gd name="connsiteY2378" fmla="*/ 778097 h 857250"/>
                <a:gd name="connsiteX2379" fmla="*/ 1587913 w 1647825"/>
                <a:gd name="connsiteY2379" fmla="*/ 776478 h 857250"/>
                <a:gd name="connsiteX2380" fmla="*/ 1588961 w 1647825"/>
                <a:gd name="connsiteY2380" fmla="*/ 774763 h 857250"/>
                <a:gd name="connsiteX2381" fmla="*/ 1589723 w 1647825"/>
                <a:gd name="connsiteY2381" fmla="*/ 772763 h 857250"/>
                <a:gd name="connsiteX2382" fmla="*/ 1590675 w 1647825"/>
                <a:gd name="connsiteY2382" fmla="*/ 767905 h 857250"/>
                <a:gd name="connsiteX2383" fmla="*/ 1592104 w 1647825"/>
                <a:gd name="connsiteY2383" fmla="*/ 764381 h 857250"/>
                <a:gd name="connsiteX2384" fmla="*/ 1594199 w 1647825"/>
                <a:gd name="connsiteY2384" fmla="*/ 765238 h 857250"/>
                <a:gd name="connsiteX2385" fmla="*/ 1595057 w 1647825"/>
                <a:gd name="connsiteY2385" fmla="*/ 766096 h 857250"/>
                <a:gd name="connsiteX2386" fmla="*/ 1595723 w 1647825"/>
                <a:gd name="connsiteY2386" fmla="*/ 766953 h 857250"/>
                <a:gd name="connsiteX2387" fmla="*/ 1598009 w 1647825"/>
                <a:gd name="connsiteY2387" fmla="*/ 770191 h 857250"/>
                <a:gd name="connsiteX2388" fmla="*/ 1600867 w 1647825"/>
                <a:gd name="connsiteY2388" fmla="*/ 773716 h 857250"/>
                <a:gd name="connsiteX2389" fmla="*/ 1602581 w 1647825"/>
                <a:gd name="connsiteY2389" fmla="*/ 775049 h 857250"/>
                <a:gd name="connsiteX2390" fmla="*/ 1603915 w 1647825"/>
                <a:gd name="connsiteY2390" fmla="*/ 775430 h 857250"/>
                <a:gd name="connsiteX2391" fmla="*/ 1606391 w 1647825"/>
                <a:gd name="connsiteY2391" fmla="*/ 774478 h 857250"/>
                <a:gd name="connsiteX2392" fmla="*/ 1607249 w 1647825"/>
                <a:gd name="connsiteY2392" fmla="*/ 774002 h 857250"/>
                <a:gd name="connsiteX2393" fmla="*/ 1612678 w 1647825"/>
                <a:gd name="connsiteY2393" fmla="*/ 769334 h 857250"/>
                <a:gd name="connsiteX2394" fmla="*/ 1614107 w 1647825"/>
                <a:gd name="connsiteY2394" fmla="*/ 767715 h 857250"/>
                <a:gd name="connsiteX2395" fmla="*/ 1617155 w 1647825"/>
                <a:gd name="connsiteY2395" fmla="*/ 763238 h 857250"/>
                <a:gd name="connsiteX2396" fmla="*/ 1618393 w 1647825"/>
                <a:gd name="connsiteY2396" fmla="*/ 760476 h 857250"/>
                <a:gd name="connsiteX2397" fmla="*/ 1619250 w 1647825"/>
                <a:gd name="connsiteY2397" fmla="*/ 758095 h 857250"/>
                <a:gd name="connsiteX2398" fmla="*/ 1619631 w 1647825"/>
                <a:gd name="connsiteY2398" fmla="*/ 756285 h 857250"/>
                <a:gd name="connsiteX2399" fmla="*/ 1619631 w 1647825"/>
                <a:gd name="connsiteY2399" fmla="*/ 754856 h 857250"/>
                <a:gd name="connsiteX2400" fmla="*/ 1619441 w 1647825"/>
                <a:gd name="connsiteY2400" fmla="*/ 753618 h 857250"/>
                <a:gd name="connsiteX2401" fmla="*/ 1619250 w 1647825"/>
                <a:gd name="connsiteY2401" fmla="*/ 752475 h 857250"/>
                <a:gd name="connsiteX2402" fmla="*/ 1618869 w 1647825"/>
                <a:gd name="connsiteY2402" fmla="*/ 751237 h 857250"/>
                <a:gd name="connsiteX2403" fmla="*/ 1617059 w 1647825"/>
                <a:gd name="connsiteY2403" fmla="*/ 747617 h 857250"/>
                <a:gd name="connsiteX2404" fmla="*/ 1615535 w 1647825"/>
                <a:gd name="connsiteY2404" fmla="*/ 743712 h 857250"/>
                <a:gd name="connsiteX2405" fmla="*/ 1614869 w 1647825"/>
                <a:gd name="connsiteY2405" fmla="*/ 739807 h 857250"/>
                <a:gd name="connsiteX2406" fmla="*/ 1614773 w 1647825"/>
                <a:gd name="connsiteY2406" fmla="*/ 737711 h 857250"/>
                <a:gd name="connsiteX2407" fmla="*/ 1615154 w 1647825"/>
                <a:gd name="connsiteY2407" fmla="*/ 735806 h 857250"/>
                <a:gd name="connsiteX2408" fmla="*/ 1615821 w 1647825"/>
                <a:gd name="connsiteY2408" fmla="*/ 734663 h 857250"/>
                <a:gd name="connsiteX2409" fmla="*/ 1616678 w 1647825"/>
                <a:gd name="connsiteY2409" fmla="*/ 733615 h 857250"/>
                <a:gd name="connsiteX2410" fmla="*/ 1617536 w 1647825"/>
                <a:gd name="connsiteY2410" fmla="*/ 732758 h 857250"/>
                <a:gd name="connsiteX2411" fmla="*/ 1621822 w 1647825"/>
                <a:gd name="connsiteY2411" fmla="*/ 729805 h 857250"/>
                <a:gd name="connsiteX2412" fmla="*/ 1622298 w 1647825"/>
                <a:gd name="connsiteY2412" fmla="*/ 729234 h 857250"/>
                <a:gd name="connsiteX2413" fmla="*/ 1622298 w 1647825"/>
                <a:gd name="connsiteY2413" fmla="*/ 728663 h 857250"/>
                <a:gd name="connsiteX2414" fmla="*/ 1622298 w 1647825"/>
                <a:gd name="connsiteY2414" fmla="*/ 727900 h 857250"/>
                <a:gd name="connsiteX2415" fmla="*/ 1621250 w 1647825"/>
                <a:gd name="connsiteY2415" fmla="*/ 723614 h 857250"/>
                <a:gd name="connsiteX2416" fmla="*/ 1620965 w 1647825"/>
                <a:gd name="connsiteY2416" fmla="*/ 722852 h 857250"/>
                <a:gd name="connsiteX2417" fmla="*/ 1620584 w 1647825"/>
                <a:gd name="connsiteY2417" fmla="*/ 722281 h 857250"/>
                <a:gd name="connsiteX2418" fmla="*/ 1620298 w 1647825"/>
                <a:gd name="connsiteY2418" fmla="*/ 721709 h 857250"/>
                <a:gd name="connsiteX2419" fmla="*/ 1620203 w 1647825"/>
                <a:gd name="connsiteY2419" fmla="*/ 720757 h 857250"/>
                <a:gd name="connsiteX2420" fmla="*/ 1620298 w 1647825"/>
                <a:gd name="connsiteY2420" fmla="*/ 719995 h 857250"/>
                <a:gd name="connsiteX2421" fmla="*/ 1620488 w 1647825"/>
                <a:gd name="connsiteY2421" fmla="*/ 719519 h 857250"/>
                <a:gd name="connsiteX2422" fmla="*/ 1620393 w 1647825"/>
                <a:gd name="connsiteY2422" fmla="*/ 719042 h 857250"/>
                <a:gd name="connsiteX2423" fmla="*/ 1619345 w 1647825"/>
                <a:gd name="connsiteY2423" fmla="*/ 717613 h 857250"/>
                <a:gd name="connsiteX2424" fmla="*/ 1619155 w 1647825"/>
                <a:gd name="connsiteY2424" fmla="*/ 716852 h 857250"/>
                <a:gd name="connsiteX2425" fmla="*/ 1619155 w 1647825"/>
                <a:gd name="connsiteY2425" fmla="*/ 712184 h 857250"/>
                <a:gd name="connsiteX2426" fmla="*/ 1618869 w 1647825"/>
                <a:gd name="connsiteY2426" fmla="*/ 711232 h 857250"/>
                <a:gd name="connsiteX2427" fmla="*/ 1619441 w 1647825"/>
                <a:gd name="connsiteY2427" fmla="*/ 709994 h 857250"/>
                <a:gd name="connsiteX2428" fmla="*/ 1619726 w 1647825"/>
                <a:gd name="connsiteY2428" fmla="*/ 709136 h 857250"/>
                <a:gd name="connsiteX2429" fmla="*/ 1620107 w 1647825"/>
                <a:gd name="connsiteY2429" fmla="*/ 708565 h 857250"/>
                <a:gd name="connsiteX2430" fmla="*/ 1621250 w 1647825"/>
                <a:gd name="connsiteY2430" fmla="*/ 708184 h 857250"/>
                <a:gd name="connsiteX2431" fmla="*/ 1626394 w 1647825"/>
                <a:gd name="connsiteY2431" fmla="*/ 707231 h 857250"/>
                <a:gd name="connsiteX2432" fmla="*/ 1627442 w 1647825"/>
                <a:gd name="connsiteY2432" fmla="*/ 706850 h 857250"/>
                <a:gd name="connsiteX2433" fmla="*/ 1628204 w 1647825"/>
                <a:gd name="connsiteY2433" fmla="*/ 706374 h 857250"/>
                <a:gd name="connsiteX2434" fmla="*/ 1628870 w 1647825"/>
                <a:gd name="connsiteY2434" fmla="*/ 705803 h 857250"/>
                <a:gd name="connsiteX2435" fmla="*/ 1629347 w 1647825"/>
                <a:gd name="connsiteY2435" fmla="*/ 705612 h 857250"/>
                <a:gd name="connsiteX2436" fmla="*/ 1629823 w 1647825"/>
                <a:gd name="connsiteY2436" fmla="*/ 705517 h 857250"/>
                <a:gd name="connsiteX2437" fmla="*/ 1630299 w 1647825"/>
                <a:gd name="connsiteY2437" fmla="*/ 705612 h 857250"/>
                <a:gd name="connsiteX2438" fmla="*/ 1630680 w 1647825"/>
                <a:gd name="connsiteY2438" fmla="*/ 705707 h 857250"/>
                <a:gd name="connsiteX2439" fmla="*/ 1630775 w 1647825"/>
                <a:gd name="connsiteY2439" fmla="*/ 705803 h 857250"/>
                <a:gd name="connsiteX2440" fmla="*/ 1630871 w 1647825"/>
                <a:gd name="connsiteY2440" fmla="*/ 705803 h 857250"/>
                <a:gd name="connsiteX2441" fmla="*/ 1630871 w 1647825"/>
                <a:gd name="connsiteY2441" fmla="*/ 705803 h 857250"/>
                <a:gd name="connsiteX2442" fmla="*/ 1633633 w 1647825"/>
                <a:gd name="connsiteY2442" fmla="*/ 716185 h 857250"/>
                <a:gd name="connsiteX2443" fmla="*/ 1635347 w 1647825"/>
                <a:gd name="connsiteY2443" fmla="*/ 720662 h 857250"/>
                <a:gd name="connsiteX2444" fmla="*/ 1636109 w 1647825"/>
                <a:gd name="connsiteY2444" fmla="*/ 722186 h 857250"/>
                <a:gd name="connsiteX2445" fmla="*/ 1636871 w 1647825"/>
                <a:gd name="connsiteY2445" fmla="*/ 722852 h 857250"/>
                <a:gd name="connsiteX2446" fmla="*/ 1637919 w 1647825"/>
                <a:gd name="connsiteY2446" fmla="*/ 722947 h 857250"/>
                <a:gd name="connsiteX2447" fmla="*/ 1639824 w 1647825"/>
                <a:gd name="connsiteY2447" fmla="*/ 722566 h 857250"/>
                <a:gd name="connsiteX2448" fmla="*/ 1640967 w 1647825"/>
                <a:gd name="connsiteY2448" fmla="*/ 721995 h 857250"/>
                <a:gd name="connsiteX2449" fmla="*/ 1643634 w 1647825"/>
                <a:gd name="connsiteY2449" fmla="*/ 720185 h 857250"/>
                <a:gd name="connsiteX2450" fmla="*/ 1644015 w 1647825"/>
                <a:gd name="connsiteY2450" fmla="*/ 719614 h 857250"/>
                <a:gd name="connsiteX2451" fmla="*/ 1644110 w 1647825"/>
                <a:gd name="connsiteY2451" fmla="*/ 718661 h 857250"/>
                <a:gd name="connsiteX2452" fmla="*/ 1643825 w 1647825"/>
                <a:gd name="connsiteY2452" fmla="*/ 717804 h 857250"/>
                <a:gd name="connsiteX2453" fmla="*/ 1643063 w 1647825"/>
                <a:gd name="connsiteY2453" fmla="*/ 716756 h 857250"/>
                <a:gd name="connsiteX2454" fmla="*/ 1641539 w 1647825"/>
                <a:gd name="connsiteY2454" fmla="*/ 715042 h 857250"/>
                <a:gd name="connsiteX2455" fmla="*/ 1640777 w 1647825"/>
                <a:gd name="connsiteY2455" fmla="*/ 713804 h 857250"/>
                <a:gd name="connsiteX2456" fmla="*/ 1640586 w 1647825"/>
                <a:gd name="connsiteY2456" fmla="*/ 712946 h 857250"/>
                <a:gd name="connsiteX2457" fmla="*/ 1640681 w 1647825"/>
                <a:gd name="connsiteY2457" fmla="*/ 711613 h 857250"/>
                <a:gd name="connsiteX2458" fmla="*/ 1641443 w 1647825"/>
                <a:gd name="connsiteY2458" fmla="*/ 709327 h 857250"/>
                <a:gd name="connsiteX2459" fmla="*/ 1642586 w 1647825"/>
                <a:gd name="connsiteY2459" fmla="*/ 707136 h 857250"/>
                <a:gd name="connsiteX2460" fmla="*/ 1643539 w 1647825"/>
                <a:gd name="connsiteY2460" fmla="*/ 706183 h 857250"/>
                <a:gd name="connsiteX2461" fmla="*/ 1643920 w 1647825"/>
                <a:gd name="connsiteY2461" fmla="*/ 705898 h 857250"/>
                <a:gd name="connsiteX2462" fmla="*/ 1647444 w 1647825"/>
                <a:gd name="connsiteY2462" fmla="*/ 703802 h 857250"/>
                <a:gd name="connsiteX2463" fmla="*/ 1648301 w 1647825"/>
                <a:gd name="connsiteY2463" fmla="*/ 702755 h 857250"/>
                <a:gd name="connsiteX2464" fmla="*/ 1648682 w 1647825"/>
                <a:gd name="connsiteY2464" fmla="*/ 701897 h 857250"/>
                <a:gd name="connsiteX2465" fmla="*/ 1648682 w 1647825"/>
                <a:gd name="connsiteY2465" fmla="*/ 700564 h 857250"/>
                <a:gd name="connsiteX2466" fmla="*/ 1648492 w 1647825"/>
                <a:gd name="connsiteY2466" fmla="*/ 699230 h 857250"/>
                <a:gd name="connsiteX2467" fmla="*/ 1648016 w 1647825"/>
                <a:gd name="connsiteY2467" fmla="*/ 697421 h 857250"/>
                <a:gd name="connsiteX2468" fmla="*/ 1647635 w 1647825"/>
                <a:gd name="connsiteY2468" fmla="*/ 696278 h 857250"/>
                <a:gd name="connsiteX2469" fmla="*/ 1646682 w 1647825"/>
                <a:gd name="connsiteY2469" fmla="*/ 694468 h 857250"/>
                <a:gd name="connsiteX2470" fmla="*/ 1646206 w 1647825"/>
                <a:gd name="connsiteY2470" fmla="*/ 693039 h 857250"/>
                <a:gd name="connsiteX2471" fmla="*/ 1645825 w 1647825"/>
                <a:gd name="connsiteY2471" fmla="*/ 691420 h 857250"/>
                <a:gd name="connsiteX2472" fmla="*/ 1646015 w 1647825"/>
                <a:gd name="connsiteY2472" fmla="*/ 689324 h 857250"/>
                <a:gd name="connsiteX2473" fmla="*/ 1646492 w 1647825"/>
                <a:gd name="connsiteY2473" fmla="*/ 688277 h 857250"/>
                <a:gd name="connsiteX2474" fmla="*/ 1647254 w 1647825"/>
                <a:gd name="connsiteY2474" fmla="*/ 687514 h 857250"/>
                <a:gd name="connsiteX2475" fmla="*/ 1647920 w 1647825"/>
                <a:gd name="connsiteY2475" fmla="*/ 687229 h 857250"/>
                <a:gd name="connsiteX2476" fmla="*/ 1648492 w 1647825"/>
                <a:gd name="connsiteY2476" fmla="*/ 687038 h 857250"/>
                <a:gd name="connsiteX2477" fmla="*/ 1650302 w 1647825"/>
                <a:gd name="connsiteY2477" fmla="*/ 687038 h 857250"/>
                <a:gd name="connsiteX2478" fmla="*/ 1651540 w 1647825"/>
                <a:gd name="connsiteY2478" fmla="*/ 686848 h 857250"/>
                <a:gd name="connsiteX2479" fmla="*/ 1652873 w 1647825"/>
                <a:gd name="connsiteY2479" fmla="*/ 686276 h 857250"/>
                <a:gd name="connsiteX2480" fmla="*/ 1656302 w 1647825"/>
                <a:gd name="connsiteY2480" fmla="*/ 685610 h 857250"/>
                <a:gd name="connsiteX2481" fmla="*/ 1656683 w 1647825"/>
                <a:gd name="connsiteY2481" fmla="*/ 685514 h 857250"/>
                <a:gd name="connsiteX2482" fmla="*/ 1656683 w 1647825"/>
                <a:gd name="connsiteY2482" fmla="*/ 685514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</a:cxnLst>
              <a:rect l="l" t="t" r="r" b="b"/>
              <a:pathLst>
                <a:path w="1647825" h="857250">
                  <a:moveTo>
                    <a:pt x="1655731" y="683038"/>
                  </a:moveTo>
                  <a:lnTo>
                    <a:pt x="1655255" y="681609"/>
                  </a:lnTo>
                  <a:lnTo>
                    <a:pt x="1653445" y="678847"/>
                  </a:lnTo>
                  <a:lnTo>
                    <a:pt x="1653064" y="677799"/>
                  </a:lnTo>
                  <a:lnTo>
                    <a:pt x="1653064" y="674180"/>
                  </a:lnTo>
                  <a:lnTo>
                    <a:pt x="1652778" y="672465"/>
                  </a:lnTo>
                  <a:lnTo>
                    <a:pt x="1651921" y="670560"/>
                  </a:lnTo>
                  <a:lnTo>
                    <a:pt x="1652778" y="667798"/>
                  </a:lnTo>
                  <a:lnTo>
                    <a:pt x="1651349" y="657701"/>
                  </a:lnTo>
                  <a:lnTo>
                    <a:pt x="1651349" y="654558"/>
                  </a:lnTo>
                  <a:lnTo>
                    <a:pt x="1651159" y="654177"/>
                  </a:lnTo>
                  <a:lnTo>
                    <a:pt x="1649921" y="652844"/>
                  </a:lnTo>
                  <a:lnTo>
                    <a:pt x="1649254" y="650748"/>
                  </a:lnTo>
                  <a:lnTo>
                    <a:pt x="1647444" y="647986"/>
                  </a:lnTo>
                  <a:lnTo>
                    <a:pt x="1646968" y="646462"/>
                  </a:lnTo>
                  <a:lnTo>
                    <a:pt x="1647063" y="643033"/>
                  </a:lnTo>
                  <a:lnTo>
                    <a:pt x="1648111" y="636746"/>
                  </a:lnTo>
                  <a:lnTo>
                    <a:pt x="1648301" y="636365"/>
                  </a:lnTo>
                  <a:lnTo>
                    <a:pt x="1649063" y="636080"/>
                  </a:lnTo>
                  <a:lnTo>
                    <a:pt x="1649159" y="635794"/>
                  </a:lnTo>
                  <a:lnTo>
                    <a:pt x="1649063" y="635317"/>
                  </a:lnTo>
                  <a:lnTo>
                    <a:pt x="1648301" y="634555"/>
                  </a:lnTo>
                  <a:lnTo>
                    <a:pt x="1648111" y="634270"/>
                  </a:lnTo>
                  <a:lnTo>
                    <a:pt x="1648492" y="631031"/>
                  </a:lnTo>
                  <a:lnTo>
                    <a:pt x="1649444" y="627983"/>
                  </a:lnTo>
                  <a:lnTo>
                    <a:pt x="1652492" y="622268"/>
                  </a:lnTo>
                  <a:lnTo>
                    <a:pt x="1651540" y="619506"/>
                  </a:lnTo>
                  <a:lnTo>
                    <a:pt x="1650968" y="616744"/>
                  </a:lnTo>
                  <a:lnTo>
                    <a:pt x="1650778" y="609410"/>
                  </a:lnTo>
                  <a:lnTo>
                    <a:pt x="1650397" y="608266"/>
                  </a:lnTo>
                  <a:lnTo>
                    <a:pt x="1646968" y="601218"/>
                  </a:lnTo>
                  <a:lnTo>
                    <a:pt x="1644872" y="572167"/>
                  </a:lnTo>
                  <a:lnTo>
                    <a:pt x="1644587" y="571119"/>
                  </a:lnTo>
                  <a:lnTo>
                    <a:pt x="1643825" y="570357"/>
                  </a:lnTo>
                  <a:lnTo>
                    <a:pt x="1643063" y="569786"/>
                  </a:lnTo>
                  <a:lnTo>
                    <a:pt x="1642682" y="569309"/>
                  </a:lnTo>
                  <a:lnTo>
                    <a:pt x="1642491" y="568452"/>
                  </a:lnTo>
                  <a:lnTo>
                    <a:pt x="1642586" y="561118"/>
                  </a:lnTo>
                  <a:lnTo>
                    <a:pt x="1642205" y="559784"/>
                  </a:lnTo>
                  <a:lnTo>
                    <a:pt x="1642110" y="558832"/>
                  </a:lnTo>
                  <a:lnTo>
                    <a:pt x="1641824" y="557022"/>
                  </a:lnTo>
                  <a:lnTo>
                    <a:pt x="1640491" y="553307"/>
                  </a:lnTo>
                  <a:lnTo>
                    <a:pt x="1640491" y="551593"/>
                  </a:lnTo>
                  <a:lnTo>
                    <a:pt x="1641443" y="550450"/>
                  </a:lnTo>
                  <a:lnTo>
                    <a:pt x="1642967" y="549973"/>
                  </a:lnTo>
                  <a:lnTo>
                    <a:pt x="1644301" y="549212"/>
                  </a:lnTo>
                  <a:lnTo>
                    <a:pt x="1644872" y="547497"/>
                  </a:lnTo>
                  <a:lnTo>
                    <a:pt x="1644396" y="545592"/>
                  </a:lnTo>
                  <a:lnTo>
                    <a:pt x="1643158" y="544449"/>
                  </a:lnTo>
                  <a:lnTo>
                    <a:pt x="1639919" y="542735"/>
                  </a:lnTo>
                  <a:lnTo>
                    <a:pt x="1638491" y="541401"/>
                  </a:lnTo>
                  <a:lnTo>
                    <a:pt x="1634681" y="536734"/>
                  </a:lnTo>
                  <a:lnTo>
                    <a:pt x="1632109" y="534448"/>
                  </a:lnTo>
                  <a:lnTo>
                    <a:pt x="1631061" y="533210"/>
                  </a:lnTo>
                  <a:lnTo>
                    <a:pt x="1630013" y="531305"/>
                  </a:lnTo>
                  <a:lnTo>
                    <a:pt x="1630966" y="529780"/>
                  </a:lnTo>
                  <a:lnTo>
                    <a:pt x="1631918" y="527685"/>
                  </a:lnTo>
                  <a:lnTo>
                    <a:pt x="1632490" y="525304"/>
                  </a:lnTo>
                  <a:lnTo>
                    <a:pt x="1632299" y="523018"/>
                  </a:lnTo>
                  <a:lnTo>
                    <a:pt x="1631823" y="522446"/>
                  </a:lnTo>
                  <a:lnTo>
                    <a:pt x="1630013" y="521494"/>
                  </a:lnTo>
                  <a:lnTo>
                    <a:pt x="1629251" y="520827"/>
                  </a:lnTo>
                  <a:lnTo>
                    <a:pt x="1627632" y="518446"/>
                  </a:lnTo>
                  <a:lnTo>
                    <a:pt x="1626108" y="516636"/>
                  </a:lnTo>
                  <a:lnTo>
                    <a:pt x="1625727" y="516064"/>
                  </a:lnTo>
                  <a:lnTo>
                    <a:pt x="1623536" y="510635"/>
                  </a:lnTo>
                  <a:lnTo>
                    <a:pt x="1620203" y="507778"/>
                  </a:lnTo>
                  <a:lnTo>
                    <a:pt x="1619155" y="507397"/>
                  </a:lnTo>
                  <a:lnTo>
                    <a:pt x="1617059" y="506921"/>
                  </a:lnTo>
                  <a:lnTo>
                    <a:pt x="1616392" y="506444"/>
                  </a:lnTo>
                  <a:lnTo>
                    <a:pt x="1617631" y="504730"/>
                  </a:lnTo>
                  <a:lnTo>
                    <a:pt x="1616964" y="498348"/>
                  </a:lnTo>
                  <a:lnTo>
                    <a:pt x="1617726" y="495300"/>
                  </a:lnTo>
                  <a:lnTo>
                    <a:pt x="1619060" y="493490"/>
                  </a:lnTo>
                  <a:lnTo>
                    <a:pt x="1620012" y="492728"/>
                  </a:lnTo>
                  <a:lnTo>
                    <a:pt x="1621250" y="492442"/>
                  </a:lnTo>
                  <a:lnTo>
                    <a:pt x="1622679" y="492823"/>
                  </a:lnTo>
                  <a:lnTo>
                    <a:pt x="1625156" y="495110"/>
                  </a:lnTo>
                  <a:lnTo>
                    <a:pt x="1625917" y="495681"/>
                  </a:lnTo>
                  <a:lnTo>
                    <a:pt x="1626584" y="496348"/>
                  </a:lnTo>
                  <a:lnTo>
                    <a:pt x="1628585" y="499491"/>
                  </a:lnTo>
                  <a:lnTo>
                    <a:pt x="1628966" y="500444"/>
                  </a:lnTo>
                  <a:lnTo>
                    <a:pt x="1629442" y="500824"/>
                  </a:lnTo>
                  <a:lnTo>
                    <a:pt x="1630585" y="499967"/>
                  </a:lnTo>
                  <a:lnTo>
                    <a:pt x="1632299" y="498253"/>
                  </a:lnTo>
                  <a:lnTo>
                    <a:pt x="1634490" y="494443"/>
                  </a:lnTo>
                  <a:lnTo>
                    <a:pt x="1638014" y="490442"/>
                  </a:lnTo>
                  <a:lnTo>
                    <a:pt x="1638872" y="489299"/>
                  </a:lnTo>
                  <a:lnTo>
                    <a:pt x="1637443" y="488252"/>
                  </a:lnTo>
                  <a:lnTo>
                    <a:pt x="1637157" y="487966"/>
                  </a:lnTo>
                  <a:lnTo>
                    <a:pt x="1635347" y="485299"/>
                  </a:lnTo>
                  <a:lnTo>
                    <a:pt x="1615440" y="466439"/>
                  </a:lnTo>
                  <a:lnTo>
                    <a:pt x="1614107" y="464820"/>
                  </a:lnTo>
                  <a:lnTo>
                    <a:pt x="1613535" y="463391"/>
                  </a:lnTo>
                  <a:lnTo>
                    <a:pt x="1613345" y="460629"/>
                  </a:lnTo>
                  <a:lnTo>
                    <a:pt x="1613154" y="459867"/>
                  </a:lnTo>
                  <a:lnTo>
                    <a:pt x="1612773" y="459105"/>
                  </a:lnTo>
                  <a:lnTo>
                    <a:pt x="1612392" y="458724"/>
                  </a:lnTo>
                  <a:lnTo>
                    <a:pt x="1611916" y="458438"/>
                  </a:lnTo>
                  <a:lnTo>
                    <a:pt x="1611440" y="457962"/>
                  </a:lnTo>
                  <a:lnTo>
                    <a:pt x="1608201" y="452342"/>
                  </a:lnTo>
                  <a:lnTo>
                    <a:pt x="1605534" y="450723"/>
                  </a:lnTo>
                  <a:lnTo>
                    <a:pt x="1603724" y="447294"/>
                  </a:lnTo>
                  <a:lnTo>
                    <a:pt x="1602105" y="446437"/>
                  </a:lnTo>
                  <a:lnTo>
                    <a:pt x="1602867" y="445294"/>
                  </a:lnTo>
                  <a:lnTo>
                    <a:pt x="1602867" y="444055"/>
                  </a:lnTo>
                  <a:lnTo>
                    <a:pt x="1601724" y="440341"/>
                  </a:lnTo>
                  <a:lnTo>
                    <a:pt x="1601629" y="440150"/>
                  </a:lnTo>
                  <a:lnTo>
                    <a:pt x="1601915" y="439960"/>
                  </a:lnTo>
                  <a:lnTo>
                    <a:pt x="1602867" y="439007"/>
                  </a:lnTo>
                  <a:lnTo>
                    <a:pt x="1603629" y="437579"/>
                  </a:lnTo>
                  <a:lnTo>
                    <a:pt x="1604296" y="435197"/>
                  </a:lnTo>
                  <a:lnTo>
                    <a:pt x="1604582" y="432625"/>
                  </a:lnTo>
                  <a:lnTo>
                    <a:pt x="1604296" y="430435"/>
                  </a:lnTo>
                  <a:lnTo>
                    <a:pt x="1603058" y="428530"/>
                  </a:lnTo>
                  <a:lnTo>
                    <a:pt x="1599533" y="425101"/>
                  </a:lnTo>
                  <a:lnTo>
                    <a:pt x="1598867" y="422910"/>
                  </a:lnTo>
                  <a:lnTo>
                    <a:pt x="1598009" y="421386"/>
                  </a:lnTo>
                  <a:lnTo>
                    <a:pt x="1592866" y="416814"/>
                  </a:lnTo>
                  <a:lnTo>
                    <a:pt x="1589818" y="411004"/>
                  </a:lnTo>
                  <a:lnTo>
                    <a:pt x="1585722" y="405193"/>
                  </a:lnTo>
                  <a:lnTo>
                    <a:pt x="1585151" y="403288"/>
                  </a:lnTo>
                  <a:lnTo>
                    <a:pt x="1585055" y="401098"/>
                  </a:lnTo>
                  <a:lnTo>
                    <a:pt x="1585151" y="397192"/>
                  </a:lnTo>
                  <a:lnTo>
                    <a:pt x="1584579" y="395478"/>
                  </a:lnTo>
                  <a:lnTo>
                    <a:pt x="1583055" y="394430"/>
                  </a:lnTo>
                  <a:lnTo>
                    <a:pt x="1579626" y="393001"/>
                  </a:lnTo>
                  <a:lnTo>
                    <a:pt x="1578959" y="392430"/>
                  </a:lnTo>
                  <a:lnTo>
                    <a:pt x="1578388" y="391763"/>
                  </a:lnTo>
                  <a:lnTo>
                    <a:pt x="1577912" y="391287"/>
                  </a:lnTo>
                  <a:lnTo>
                    <a:pt x="1577150" y="391096"/>
                  </a:lnTo>
                  <a:lnTo>
                    <a:pt x="1575340" y="391096"/>
                  </a:lnTo>
                  <a:lnTo>
                    <a:pt x="1574578" y="390906"/>
                  </a:lnTo>
                  <a:lnTo>
                    <a:pt x="1574197" y="390049"/>
                  </a:lnTo>
                  <a:lnTo>
                    <a:pt x="1573435" y="389192"/>
                  </a:lnTo>
                  <a:lnTo>
                    <a:pt x="1569244" y="385191"/>
                  </a:lnTo>
                  <a:lnTo>
                    <a:pt x="1559052" y="382143"/>
                  </a:lnTo>
                  <a:lnTo>
                    <a:pt x="1556671" y="380047"/>
                  </a:lnTo>
                  <a:lnTo>
                    <a:pt x="1555147" y="380809"/>
                  </a:lnTo>
                  <a:lnTo>
                    <a:pt x="1553528" y="380619"/>
                  </a:lnTo>
                  <a:lnTo>
                    <a:pt x="1545336" y="377666"/>
                  </a:lnTo>
                  <a:lnTo>
                    <a:pt x="1545241" y="378333"/>
                  </a:lnTo>
                  <a:lnTo>
                    <a:pt x="1544384" y="381000"/>
                  </a:lnTo>
                  <a:lnTo>
                    <a:pt x="1543812" y="381762"/>
                  </a:lnTo>
                  <a:lnTo>
                    <a:pt x="1543717" y="381857"/>
                  </a:lnTo>
                  <a:lnTo>
                    <a:pt x="1543622" y="381857"/>
                  </a:lnTo>
                  <a:lnTo>
                    <a:pt x="1542288" y="382334"/>
                  </a:lnTo>
                  <a:lnTo>
                    <a:pt x="1541431" y="382905"/>
                  </a:lnTo>
                  <a:lnTo>
                    <a:pt x="1541050" y="383762"/>
                  </a:lnTo>
                  <a:lnTo>
                    <a:pt x="1540764" y="384810"/>
                  </a:lnTo>
                  <a:lnTo>
                    <a:pt x="1540383" y="386143"/>
                  </a:lnTo>
                  <a:lnTo>
                    <a:pt x="1539526" y="386810"/>
                  </a:lnTo>
                  <a:lnTo>
                    <a:pt x="1538573" y="387191"/>
                  </a:lnTo>
                  <a:lnTo>
                    <a:pt x="1537811" y="387001"/>
                  </a:lnTo>
                  <a:lnTo>
                    <a:pt x="1537049" y="386334"/>
                  </a:lnTo>
                  <a:lnTo>
                    <a:pt x="1535335" y="384334"/>
                  </a:lnTo>
                  <a:lnTo>
                    <a:pt x="1534287" y="383667"/>
                  </a:lnTo>
                  <a:lnTo>
                    <a:pt x="1533144" y="383381"/>
                  </a:lnTo>
                  <a:lnTo>
                    <a:pt x="1528191" y="383286"/>
                  </a:lnTo>
                  <a:lnTo>
                    <a:pt x="1520190" y="381571"/>
                  </a:lnTo>
                  <a:lnTo>
                    <a:pt x="1518285" y="381571"/>
                  </a:lnTo>
                  <a:lnTo>
                    <a:pt x="1517428" y="381762"/>
                  </a:lnTo>
                  <a:lnTo>
                    <a:pt x="1517047" y="381857"/>
                  </a:lnTo>
                  <a:lnTo>
                    <a:pt x="1516856" y="382714"/>
                  </a:lnTo>
                  <a:lnTo>
                    <a:pt x="1516761" y="383667"/>
                  </a:lnTo>
                  <a:lnTo>
                    <a:pt x="1516475" y="384905"/>
                  </a:lnTo>
                  <a:lnTo>
                    <a:pt x="1515999" y="386334"/>
                  </a:lnTo>
                  <a:lnTo>
                    <a:pt x="1514951" y="387858"/>
                  </a:lnTo>
                  <a:lnTo>
                    <a:pt x="1514285" y="389096"/>
                  </a:lnTo>
                  <a:lnTo>
                    <a:pt x="1514189" y="390144"/>
                  </a:lnTo>
                  <a:lnTo>
                    <a:pt x="1515047" y="390811"/>
                  </a:lnTo>
                  <a:lnTo>
                    <a:pt x="1516190" y="391287"/>
                  </a:lnTo>
                  <a:lnTo>
                    <a:pt x="1517904" y="391477"/>
                  </a:lnTo>
                  <a:lnTo>
                    <a:pt x="1518952" y="392049"/>
                  </a:lnTo>
                  <a:lnTo>
                    <a:pt x="1519619" y="392716"/>
                  </a:lnTo>
                  <a:lnTo>
                    <a:pt x="1519809" y="393954"/>
                  </a:lnTo>
                  <a:lnTo>
                    <a:pt x="1519714" y="395668"/>
                  </a:lnTo>
                  <a:lnTo>
                    <a:pt x="1518095" y="399097"/>
                  </a:lnTo>
                  <a:lnTo>
                    <a:pt x="1518095" y="400145"/>
                  </a:lnTo>
                  <a:lnTo>
                    <a:pt x="1519238" y="401669"/>
                  </a:lnTo>
                  <a:lnTo>
                    <a:pt x="1519238" y="402526"/>
                  </a:lnTo>
                  <a:lnTo>
                    <a:pt x="1518285" y="403955"/>
                  </a:lnTo>
                  <a:lnTo>
                    <a:pt x="1516952" y="404431"/>
                  </a:lnTo>
                  <a:lnTo>
                    <a:pt x="1514951" y="404336"/>
                  </a:lnTo>
                  <a:lnTo>
                    <a:pt x="1513332" y="403860"/>
                  </a:lnTo>
                  <a:lnTo>
                    <a:pt x="1511522" y="404050"/>
                  </a:lnTo>
                  <a:lnTo>
                    <a:pt x="1510284" y="405193"/>
                  </a:lnTo>
                  <a:lnTo>
                    <a:pt x="1509427" y="407098"/>
                  </a:lnTo>
                  <a:lnTo>
                    <a:pt x="1508474" y="409765"/>
                  </a:lnTo>
                  <a:lnTo>
                    <a:pt x="1507712" y="413480"/>
                  </a:lnTo>
                  <a:lnTo>
                    <a:pt x="1507712" y="415004"/>
                  </a:lnTo>
                  <a:lnTo>
                    <a:pt x="1507903" y="416147"/>
                  </a:lnTo>
                  <a:lnTo>
                    <a:pt x="1508189" y="416814"/>
                  </a:lnTo>
                  <a:lnTo>
                    <a:pt x="1508570" y="417195"/>
                  </a:lnTo>
                  <a:lnTo>
                    <a:pt x="1508951" y="417290"/>
                  </a:lnTo>
                  <a:lnTo>
                    <a:pt x="1509522" y="417385"/>
                  </a:lnTo>
                  <a:lnTo>
                    <a:pt x="1510094" y="417576"/>
                  </a:lnTo>
                  <a:lnTo>
                    <a:pt x="1510284" y="418243"/>
                  </a:lnTo>
                  <a:lnTo>
                    <a:pt x="1509998" y="419481"/>
                  </a:lnTo>
                  <a:lnTo>
                    <a:pt x="1508570" y="421767"/>
                  </a:lnTo>
                  <a:lnTo>
                    <a:pt x="1507331" y="422719"/>
                  </a:lnTo>
                  <a:lnTo>
                    <a:pt x="1506188" y="423005"/>
                  </a:lnTo>
                  <a:lnTo>
                    <a:pt x="1504093" y="422529"/>
                  </a:lnTo>
                  <a:lnTo>
                    <a:pt x="1502855" y="422815"/>
                  </a:lnTo>
                  <a:lnTo>
                    <a:pt x="1502474" y="423481"/>
                  </a:lnTo>
                  <a:lnTo>
                    <a:pt x="1502188" y="425672"/>
                  </a:lnTo>
                  <a:lnTo>
                    <a:pt x="1500854" y="427006"/>
                  </a:lnTo>
                  <a:lnTo>
                    <a:pt x="1499616" y="427672"/>
                  </a:lnTo>
                  <a:lnTo>
                    <a:pt x="1498092" y="428054"/>
                  </a:lnTo>
                  <a:lnTo>
                    <a:pt x="1494758" y="427768"/>
                  </a:lnTo>
                  <a:lnTo>
                    <a:pt x="1489615" y="426720"/>
                  </a:lnTo>
                  <a:lnTo>
                    <a:pt x="1488186" y="426910"/>
                  </a:lnTo>
                  <a:lnTo>
                    <a:pt x="1486757" y="427292"/>
                  </a:lnTo>
                  <a:lnTo>
                    <a:pt x="1482852" y="429387"/>
                  </a:lnTo>
                  <a:lnTo>
                    <a:pt x="1481328" y="429863"/>
                  </a:lnTo>
                  <a:lnTo>
                    <a:pt x="1480376" y="429768"/>
                  </a:lnTo>
                  <a:lnTo>
                    <a:pt x="1479233" y="429482"/>
                  </a:lnTo>
                  <a:lnTo>
                    <a:pt x="1477899" y="429482"/>
                  </a:lnTo>
                  <a:lnTo>
                    <a:pt x="1476470" y="429768"/>
                  </a:lnTo>
                  <a:lnTo>
                    <a:pt x="1472470" y="431483"/>
                  </a:lnTo>
                  <a:lnTo>
                    <a:pt x="1471041" y="431578"/>
                  </a:lnTo>
                  <a:lnTo>
                    <a:pt x="1468469" y="431387"/>
                  </a:lnTo>
                  <a:lnTo>
                    <a:pt x="1467231" y="431863"/>
                  </a:lnTo>
                  <a:lnTo>
                    <a:pt x="1466850" y="432625"/>
                  </a:lnTo>
                  <a:lnTo>
                    <a:pt x="1467041" y="433483"/>
                  </a:lnTo>
                  <a:lnTo>
                    <a:pt x="1467707" y="434340"/>
                  </a:lnTo>
                  <a:lnTo>
                    <a:pt x="1471136" y="437293"/>
                  </a:lnTo>
                  <a:lnTo>
                    <a:pt x="1471327" y="438531"/>
                  </a:lnTo>
                  <a:lnTo>
                    <a:pt x="1470946" y="440150"/>
                  </a:lnTo>
                  <a:lnTo>
                    <a:pt x="1469327" y="442531"/>
                  </a:lnTo>
                  <a:lnTo>
                    <a:pt x="1468374" y="444055"/>
                  </a:lnTo>
                  <a:lnTo>
                    <a:pt x="1468088" y="445389"/>
                  </a:lnTo>
                  <a:lnTo>
                    <a:pt x="1468374" y="446532"/>
                  </a:lnTo>
                  <a:lnTo>
                    <a:pt x="1469041" y="447770"/>
                  </a:lnTo>
                  <a:lnTo>
                    <a:pt x="1470660" y="450151"/>
                  </a:lnTo>
                  <a:lnTo>
                    <a:pt x="1471422" y="451771"/>
                  </a:lnTo>
                  <a:lnTo>
                    <a:pt x="1471898" y="453485"/>
                  </a:lnTo>
                  <a:lnTo>
                    <a:pt x="1471803" y="455581"/>
                  </a:lnTo>
                  <a:lnTo>
                    <a:pt x="1470565" y="457771"/>
                  </a:lnTo>
                  <a:lnTo>
                    <a:pt x="1469327" y="458819"/>
                  </a:lnTo>
                  <a:lnTo>
                    <a:pt x="1468088" y="459105"/>
                  </a:lnTo>
                  <a:lnTo>
                    <a:pt x="1467136" y="458914"/>
                  </a:lnTo>
                  <a:lnTo>
                    <a:pt x="1465040" y="457867"/>
                  </a:lnTo>
                  <a:lnTo>
                    <a:pt x="1461326" y="455009"/>
                  </a:lnTo>
                  <a:lnTo>
                    <a:pt x="1460183" y="454628"/>
                  </a:lnTo>
                  <a:lnTo>
                    <a:pt x="1459135" y="454533"/>
                  </a:lnTo>
                  <a:lnTo>
                    <a:pt x="1456373" y="453962"/>
                  </a:lnTo>
                  <a:lnTo>
                    <a:pt x="1453039" y="453580"/>
                  </a:lnTo>
                  <a:lnTo>
                    <a:pt x="1446848" y="451961"/>
                  </a:lnTo>
                  <a:lnTo>
                    <a:pt x="1445419" y="451294"/>
                  </a:lnTo>
                  <a:lnTo>
                    <a:pt x="1442942" y="449866"/>
                  </a:lnTo>
                  <a:lnTo>
                    <a:pt x="1441323" y="448532"/>
                  </a:lnTo>
                  <a:lnTo>
                    <a:pt x="1438847" y="445960"/>
                  </a:lnTo>
                  <a:lnTo>
                    <a:pt x="1434751" y="439102"/>
                  </a:lnTo>
                  <a:lnTo>
                    <a:pt x="1432846" y="437674"/>
                  </a:lnTo>
                  <a:lnTo>
                    <a:pt x="1430465" y="437388"/>
                  </a:lnTo>
                  <a:lnTo>
                    <a:pt x="1425988" y="438912"/>
                  </a:lnTo>
                  <a:lnTo>
                    <a:pt x="1423988" y="439960"/>
                  </a:lnTo>
                  <a:lnTo>
                    <a:pt x="1422845" y="441008"/>
                  </a:lnTo>
                  <a:lnTo>
                    <a:pt x="1422749" y="441484"/>
                  </a:lnTo>
                  <a:lnTo>
                    <a:pt x="1422368" y="442531"/>
                  </a:lnTo>
                  <a:lnTo>
                    <a:pt x="1421702" y="443675"/>
                  </a:lnTo>
                  <a:lnTo>
                    <a:pt x="1419797" y="445865"/>
                  </a:lnTo>
                  <a:lnTo>
                    <a:pt x="1419511" y="447961"/>
                  </a:lnTo>
                  <a:lnTo>
                    <a:pt x="1420082" y="449485"/>
                  </a:lnTo>
                  <a:lnTo>
                    <a:pt x="1421321" y="450628"/>
                  </a:lnTo>
                  <a:lnTo>
                    <a:pt x="1424273" y="452628"/>
                  </a:lnTo>
                  <a:lnTo>
                    <a:pt x="1425226" y="453676"/>
                  </a:lnTo>
                  <a:lnTo>
                    <a:pt x="1426083" y="455105"/>
                  </a:lnTo>
                  <a:lnTo>
                    <a:pt x="1426559" y="456819"/>
                  </a:lnTo>
                  <a:lnTo>
                    <a:pt x="1426845" y="458724"/>
                  </a:lnTo>
                  <a:lnTo>
                    <a:pt x="1426655" y="460153"/>
                  </a:lnTo>
                  <a:lnTo>
                    <a:pt x="1426274" y="461867"/>
                  </a:lnTo>
                  <a:lnTo>
                    <a:pt x="1425797" y="463201"/>
                  </a:lnTo>
                  <a:lnTo>
                    <a:pt x="1425512" y="464439"/>
                  </a:lnTo>
                  <a:lnTo>
                    <a:pt x="1425416" y="465677"/>
                  </a:lnTo>
                  <a:lnTo>
                    <a:pt x="1425512" y="466439"/>
                  </a:lnTo>
                  <a:lnTo>
                    <a:pt x="1425797" y="467106"/>
                  </a:lnTo>
                  <a:lnTo>
                    <a:pt x="1426750" y="467963"/>
                  </a:lnTo>
                  <a:lnTo>
                    <a:pt x="1427131" y="468439"/>
                  </a:lnTo>
                  <a:lnTo>
                    <a:pt x="1427036" y="469201"/>
                  </a:lnTo>
                  <a:lnTo>
                    <a:pt x="1426559" y="470249"/>
                  </a:lnTo>
                  <a:lnTo>
                    <a:pt x="1425035" y="471964"/>
                  </a:lnTo>
                  <a:lnTo>
                    <a:pt x="1423702" y="472440"/>
                  </a:lnTo>
                  <a:lnTo>
                    <a:pt x="1422368" y="472154"/>
                  </a:lnTo>
                  <a:lnTo>
                    <a:pt x="1421606" y="471202"/>
                  </a:lnTo>
                  <a:lnTo>
                    <a:pt x="1421035" y="469963"/>
                  </a:lnTo>
                  <a:lnTo>
                    <a:pt x="1420654" y="468630"/>
                  </a:lnTo>
                  <a:lnTo>
                    <a:pt x="1420178" y="467582"/>
                  </a:lnTo>
                  <a:lnTo>
                    <a:pt x="1418844" y="465677"/>
                  </a:lnTo>
                  <a:lnTo>
                    <a:pt x="1418177" y="464344"/>
                  </a:lnTo>
                  <a:lnTo>
                    <a:pt x="1417987" y="462915"/>
                  </a:lnTo>
                  <a:lnTo>
                    <a:pt x="1417892" y="461200"/>
                  </a:lnTo>
                  <a:lnTo>
                    <a:pt x="1417606" y="459486"/>
                  </a:lnTo>
                  <a:lnTo>
                    <a:pt x="1416844" y="458057"/>
                  </a:lnTo>
                  <a:lnTo>
                    <a:pt x="1415796" y="456914"/>
                  </a:lnTo>
                  <a:lnTo>
                    <a:pt x="1414463" y="456152"/>
                  </a:lnTo>
                  <a:lnTo>
                    <a:pt x="1413224" y="455676"/>
                  </a:lnTo>
                  <a:lnTo>
                    <a:pt x="1411891" y="455581"/>
                  </a:lnTo>
                  <a:lnTo>
                    <a:pt x="1410462" y="455581"/>
                  </a:lnTo>
                  <a:lnTo>
                    <a:pt x="1404461" y="456533"/>
                  </a:lnTo>
                  <a:lnTo>
                    <a:pt x="1400175" y="456438"/>
                  </a:lnTo>
                  <a:lnTo>
                    <a:pt x="1396175" y="455676"/>
                  </a:lnTo>
                  <a:lnTo>
                    <a:pt x="1394936" y="455867"/>
                  </a:lnTo>
                  <a:lnTo>
                    <a:pt x="1393793" y="456343"/>
                  </a:lnTo>
                  <a:lnTo>
                    <a:pt x="1392174" y="457295"/>
                  </a:lnTo>
                  <a:lnTo>
                    <a:pt x="1391031" y="457486"/>
                  </a:lnTo>
                  <a:lnTo>
                    <a:pt x="1390174" y="457200"/>
                  </a:lnTo>
                  <a:lnTo>
                    <a:pt x="1389507" y="456343"/>
                  </a:lnTo>
                  <a:lnTo>
                    <a:pt x="1388555" y="454723"/>
                  </a:lnTo>
                  <a:lnTo>
                    <a:pt x="1387507" y="453485"/>
                  </a:lnTo>
                  <a:lnTo>
                    <a:pt x="1386269" y="452628"/>
                  </a:lnTo>
                  <a:lnTo>
                    <a:pt x="1379887" y="451390"/>
                  </a:lnTo>
                  <a:lnTo>
                    <a:pt x="1378077" y="451199"/>
                  </a:lnTo>
                  <a:lnTo>
                    <a:pt x="1375696" y="451199"/>
                  </a:lnTo>
                  <a:lnTo>
                    <a:pt x="1372838" y="451771"/>
                  </a:lnTo>
                  <a:lnTo>
                    <a:pt x="1370362" y="452723"/>
                  </a:lnTo>
                  <a:lnTo>
                    <a:pt x="1368838" y="453104"/>
                  </a:lnTo>
                  <a:lnTo>
                    <a:pt x="1368076" y="453104"/>
                  </a:lnTo>
                  <a:lnTo>
                    <a:pt x="1367219" y="452628"/>
                  </a:lnTo>
                  <a:lnTo>
                    <a:pt x="1364742" y="450056"/>
                  </a:lnTo>
                  <a:lnTo>
                    <a:pt x="1361789" y="447770"/>
                  </a:lnTo>
                  <a:lnTo>
                    <a:pt x="1360837" y="446627"/>
                  </a:lnTo>
                  <a:lnTo>
                    <a:pt x="1360170" y="445294"/>
                  </a:lnTo>
                  <a:lnTo>
                    <a:pt x="1359789" y="443960"/>
                  </a:lnTo>
                  <a:lnTo>
                    <a:pt x="1359503" y="439388"/>
                  </a:lnTo>
                  <a:lnTo>
                    <a:pt x="1359027" y="437864"/>
                  </a:lnTo>
                  <a:lnTo>
                    <a:pt x="1356646" y="433197"/>
                  </a:lnTo>
                  <a:lnTo>
                    <a:pt x="1356455" y="431959"/>
                  </a:lnTo>
                  <a:lnTo>
                    <a:pt x="1356741" y="430816"/>
                  </a:lnTo>
                  <a:lnTo>
                    <a:pt x="1357217" y="429863"/>
                  </a:lnTo>
                  <a:lnTo>
                    <a:pt x="1358075" y="429006"/>
                  </a:lnTo>
                  <a:lnTo>
                    <a:pt x="1358456" y="428815"/>
                  </a:lnTo>
                  <a:lnTo>
                    <a:pt x="1361313" y="428149"/>
                  </a:lnTo>
                  <a:lnTo>
                    <a:pt x="1361980" y="427672"/>
                  </a:lnTo>
                  <a:lnTo>
                    <a:pt x="1362266" y="427196"/>
                  </a:lnTo>
                  <a:lnTo>
                    <a:pt x="1362075" y="426625"/>
                  </a:lnTo>
                  <a:lnTo>
                    <a:pt x="1361694" y="426053"/>
                  </a:lnTo>
                  <a:lnTo>
                    <a:pt x="1361218" y="425482"/>
                  </a:lnTo>
                  <a:lnTo>
                    <a:pt x="1360837" y="424815"/>
                  </a:lnTo>
                  <a:lnTo>
                    <a:pt x="1360837" y="424053"/>
                  </a:lnTo>
                  <a:lnTo>
                    <a:pt x="1361313" y="423196"/>
                  </a:lnTo>
                  <a:lnTo>
                    <a:pt x="1362075" y="422053"/>
                  </a:lnTo>
                  <a:lnTo>
                    <a:pt x="1362361" y="421005"/>
                  </a:lnTo>
                  <a:lnTo>
                    <a:pt x="1362266" y="420052"/>
                  </a:lnTo>
                  <a:lnTo>
                    <a:pt x="1361789" y="419100"/>
                  </a:lnTo>
                  <a:lnTo>
                    <a:pt x="1361313" y="418243"/>
                  </a:lnTo>
                  <a:lnTo>
                    <a:pt x="1360932" y="417290"/>
                  </a:lnTo>
                  <a:lnTo>
                    <a:pt x="1360646" y="414718"/>
                  </a:lnTo>
                  <a:lnTo>
                    <a:pt x="1359980" y="413671"/>
                  </a:lnTo>
                  <a:lnTo>
                    <a:pt x="1358837" y="412909"/>
                  </a:lnTo>
                  <a:lnTo>
                    <a:pt x="1355027" y="412147"/>
                  </a:lnTo>
                  <a:lnTo>
                    <a:pt x="1353693" y="411575"/>
                  </a:lnTo>
                  <a:lnTo>
                    <a:pt x="1352836" y="410909"/>
                  </a:lnTo>
                  <a:lnTo>
                    <a:pt x="1352074" y="409956"/>
                  </a:lnTo>
                  <a:lnTo>
                    <a:pt x="1351121" y="407765"/>
                  </a:lnTo>
                  <a:lnTo>
                    <a:pt x="1350550" y="406813"/>
                  </a:lnTo>
                  <a:lnTo>
                    <a:pt x="1349883" y="406241"/>
                  </a:lnTo>
                  <a:lnTo>
                    <a:pt x="1349026" y="405955"/>
                  </a:lnTo>
                  <a:lnTo>
                    <a:pt x="1337596" y="405670"/>
                  </a:lnTo>
                  <a:lnTo>
                    <a:pt x="1334548" y="405003"/>
                  </a:lnTo>
                  <a:lnTo>
                    <a:pt x="1333214" y="404336"/>
                  </a:lnTo>
                  <a:lnTo>
                    <a:pt x="1328357" y="400145"/>
                  </a:lnTo>
                  <a:lnTo>
                    <a:pt x="1325785" y="398907"/>
                  </a:lnTo>
                  <a:lnTo>
                    <a:pt x="1324832" y="398050"/>
                  </a:lnTo>
                  <a:lnTo>
                    <a:pt x="1324642" y="397669"/>
                  </a:lnTo>
                  <a:lnTo>
                    <a:pt x="1324451" y="397192"/>
                  </a:lnTo>
                  <a:lnTo>
                    <a:pt x="1324166" y="396240"/>
                  </a:lnTo>
                  <a:lnTo>
                    <a:pt x="1323975" y="395097"/>
                  </a:lnTo>
                  <a:lnTo>
                    <a:pt x="1323404" y="388620"/>
                  </a:lnTo>
                  <a:lnTo>
                    <a:pt x="1323213" y="387763"/>
                  </a:lnTo>
                  <a:lnTo>
                    <a:pt x="1322832" y="386810"/>
                  </a:lnTo>
                  <a:lnTo>
                    <a:pt x="1322261" y="386048"/>
                  </a:lnTo>
                  <a:lnTo>
                    <a:pt x="1321499" y="385381"/>
                  </a:lnTo>
                  <a:lnTo>
                    <a:pt x="1316450" y="381857"/>
                  </a:lnTo>
                  <a:lnTo>
                    <a:pt x="1308735" y="378523"/>
                  </a:lnTo>
                  <a:lnTo>
                    <a:pt x="1307878" y="377857"/>
                  </a:lnTo>
                  <a:lnTo>
                    <a:pt x="1307402" y="376904"/>
                  </a:lnTo>
                  <a:lnTo>
                    <a:pt x="1306735" y="374142"/>
                  </a:lnTo>
                  <a:lnTo>
                    <a:pt x="1306068" y="373094"/>
                  </a:lnTo>
                  <a:lnTo>
                    <a:pt x="1305116" y="372427"/>
                  </a:lnTo>
                  <a:lnTo>
                    <a:pt x="1303115" y="371284"/>
                  </a:lnTo>
                  <a:lnTo>
                    <a:pt x="1302067" y="370522"/>
                  </a:lnTo>
                  <a:lnTo>
                    <a:pt x="1301020" y="369380"/>
                  </a:lnTo>
                  <a:lnTo>
                    <a:pt x="1298543" y="366236"/>
                  </a:lnTo>
                  <a:lnTo>
                    <a:pt x="1297496" y="365569"/>
                  </a:lnTo>
                  <a:lnTo>
                    <a:pt x="1296353" y="365284"/>
                  </a:lnTo>
                  <a:lnTo>
                    <a:pt x="1294924" y="365665"/>
                  </a:lnTo>
                  <a:lnTo>
                    <a:pt x="1293781" y="366427"/>
                  </a:lnTo>
                  <a:lnTo>
                    <a:pt x="1291304" y="368617"/>
                  </a:lnTo>
                  <a:lnTo>
                    <a:pt x="1289971" y="369475"/>
                  </a:lnTo>
                  <a:lnTo>
                    <a:pt x="1288637" y="370142"/>
                  </a:lnTo>
                  <a:lnTo>
                    <a:pt x="1284446" y="371380"/>
                  </a:lnTo>
                  <a:lnTo>
                    <a:pt x="1283399" y="372046"/>
                  </a:lnTo>
                  <a:lnTo>
                    <a:pt x="1282446" y="372809"/>
                  </a:lnTo>
                  <a:lnTo>
                    <a:pt x="1281208" y="373285"/>
                  </a:lnTo>
                  <a:lnTo>
                    <a:pt x="1280160" y="372904"/>
                  </a:lnTo>
                  <a:lnTo>
                    <a:pt x="1278827" y="371094"/>
                  </a:lnTo>
                  <a:lnTo>
                    <a:pt x="1277969" y="370713"/>
                  </a:lnTo>
                  <a:lnTo>
                    <a:pt x="1276922" y="371094"/>
                  </a:lnTo>
                  <a:lnTo>
                    <a:pt x="1276445" y="371856"/>
                  </a:lnTo>
                  <a:lnTo>
                    <a:pt x="1276255" y="372713"/>
                  </a:lnTo>
                  <a:lnTo>
                    <a:pt x="1276160" y="374237"/>
                  </a:lnTo>
                  <a:lnTo>
                    <a:pt x="1275969" y="375761"/>
                  </a:lnTo>
                  <a:lnTo>
                    <a:pt x="1275112" y="377190"/>
                  </a:lnTo>
                  <a:lnTo>
                    <a:pt x="1273683" y="378047"/>
                  </a:lnTo>
                  <a:lnTo>
                    <a:pt x="1265015" y="379095"/>
                  </a:lnTo>
                  <a:lnTo>
                    <a:pt x="1262634" y="379762"/>
                  </a:lnTo>
                  <a:lnTo>
                    <a:pt x="1261205" y="380905"/>
                  </a:lnTo>
                  <a:lnTo>
                    <a:pt x="1260634" y="381571"/>
                  </a:lnTo>
                  <a:lnTo>
                    <a:pt x="1260443" y="381952"/>
                  </a:lnTo>
                  <a:lnTo>
                    <a:pt x="1260158" y="382334"/>
                  </a:lnTo>
                  <a:lnTo>
                    <a:pt x="1259110" y="383000"/>
                  </a:lnTo>
                  <a:lnTo>
                    <a:pt x="1257205" y="383953"/>
                  </a:lnTo>
                  <a:lnTo>
                    <a:pt x="1248728" y="383667"/>
                  </a:lnTo>
                  <a:lnTo>
                    <a:pt x="1244632" y="382143"/>
                  </a:lnTo>
                  <a:lnTo>
                    <a:pt x="1242822" y="381000"/>
                  </a:lnTo>
                  <a:lnTo>
                    <a:pt x="1242060" y="381095"/>
                  </a:lnTo>
                  <a:lnTo>
                    <a:pt x="1241203" y="381571"/>
                  </a:lnTo>
                  <a:lnTo>
                    <a:pt x="1240917" y="381762"/>
                  </a:lnTo>
                  <a:lnTo>
                    <a:pt x="1240536" y="381952"/>
                  </a:lnTo>
                  <a:lnTo>
                    <a:pt x="1238536" y="382334"/>
                  </a:lnTo>
                  <a:lnTo>
                    <a:pt x="1236536" y="381857"/>
                  </a:lnTo>
                  <a:lnTo>
                    <a:pt x="1235202" y="380809"/>
                  </a:lnTo>
                  <a:lnTo>
                    <a:pt x="1232535" y="376714"/>
                  </a:lnTo>
                  <a:lnTo>
                    <a:pt x="1230440" y="375666"/>
                  </a:lnTo>
                  <a:lnTo>
                    <a:pt x="1227106" y="374999"/>
                  </a:lnTo>
                  <a:lnTo>
                    <a:pt x="1219962" y="374904"/>
                  </a:lnTo>
                  <a:lnTo>
                    <a:pt x="1216152" y="375761"/>
                  </a:lnTo>
                  <a:lnTo>
                    <a:pt x="1213104" y="377476"/>
                  </a:lnTo>
                  <a:lnTo>
                    <a:pt x="1211199" y="379190"/>
                  </a:lnTo>
                  <a:lnTo>
                    <a:pt x="1209199" y="380333"/>
                  </a:lnTo>
                  <a:lnTo>
                    <a:pt x="1207961" y="380524"/>
                  </a:lnTo>
                  <a:lnTo>
                    <a:pt x="1206437" y="380143"/>
                  </a:lnTo>
                  <a:lnTo>
                    <a:pt x="1205294" y="378714"/>
                  </a:lnTo>
                  <a:lnTo>
                    <a:pt x="1204627" y="377190"/>
                  </a:lnTo>
                  <a:lnTo>
                    <a:pt x="1203865" y="375856"/>
                  </a:lnTo>
                  <a:lnTo>
                    <a:pt x="1202627" y="375285"/>
                  </a:lnTo>
                  <a:lnTo>
                    <a:pt x="1199007" y="375666"/>
                  </a:lnTo>
                  <a:lnTo>
                    <a:pt x="1197388" y="375380"/>
                  </a:lnTo>
                  <a:lnTo>
                    <a:pt x="1196054" y="374523"/>
                  </a:lnTo>
                  <a:lnTo>
                    <a:pt x="1192816" y="371475"/>
                  </a:lnTo>
                  <a:lnTo>
                    <a:pt x="1185958" y="366808"/>
                  </a:lnTo>
                  <a:lnTo>
                    <a:pt x="1184053" y="366141"/>
                  </a:lnTo>
                  <a:lnTo>
                    <a:pt x="1181195" y="365950"/>
                  </a:lnTo>
                  <a:lnTo>
                    <a:pt x="1175004" y="366236"/>
                  </a:lnTo>
                  <a:lnTo>
                    <a:pt x="1174052" y="366617"/>
                  </a:lnTo>
                  <a:lnTo>
                    <a:pt x="1173385" y="367189"/>
                  </a:lnTo>
                  <a:lnTo>
                    <a:pt x="1172718" y="367570"/>
                  </a:lnTo>
                  <a:lnTo>
                    <a:pt x="1171956" y="367475"/>
                  </a:lnTo>
                  <a:lnTo>
                    <a:pt x="1170908" y="366427"/>
                  </a:lnTo>
                  <a:lnTo>
                    <a:pt x="1170337" y="365093"/>
                  </a:lnTo>
                  <a:lnTo>
                    <a:pt x="1169765" y="363188"/>
                  </a:lnTo>
                  <a:lnTo>
                    <a:pt x="1169384" y="361474"/>
                  </a:lnTo>
                  <a:lnTo>
                    <a:pt x="1168908" y="359759"/>
                  </a:lnTo>
                  <a:lnTo>
                    <a:pt x="1168241" y="359092"/>
                  </a:lnTo>
                  <a:lnTo>
                    <a:pt x="1167289" y="358902"/>
                  </a:lnTo>
                  <a:lnTo>
                    <a:pt x="1162526" y="360235"/>
                  </a:lnTo>
                  <a:lnTo>
                    <a:pt x="1161002" y="360426"/>
                  </a:lnTo>
                  <a:lnTo>
                    <a:pt x="1156430" y="360235"/>
                  </a:lnTo>
                  <a:lnTo>
                    <a:pt x="1146620" y="357283"/>
                  </a:lnTo>
                  <a:lnTo>
                    <a:pt x="1140428" y="359188"/>
                  </a:lnTo>
                  <a:lnTo>
                    <a:pt x="1133380" y="358045"/>
                  </a:lnTo>
                  <a:lnTo>
                    <a:pt x="1132427" y="358045"/>
                  </a:lnTo>
                  <a:lnTo>
                    <a:pt x="1130617" y="357950"/>
                  </a:lnTo>
                  <a:lnTo>
                    <a:pt x="1129094" y="357664"/>
                  </a:lnTo>
                  <a:lnTo>
                    <a:pt x="1125760" y="356425"/>
                  </a:lnTo>
                  <a:lnTo>
                    <a:pt x="1124617" y="356425"/>
                  </a:lnTo>
                  <a:lnTo>
                    <a:pt x="1123664" y="356616"/>
                  </a:lnTo>
                  <a:lnTo>
                    <a:pt x="1122998" y="357092"/>
                  </a:lnTo>
                  <a:lnTo>
                    <a:pt x="1122521" y="357473"/>
                  </a:lnTo>
                  <a:lnTo>
                    <a:pt x="1122045" y="357664"/>
                  </a:lnTo>
                  <a:lnTo>
                    <a:pt x="1121283" y="357568"/>
                  </a:lnTo>
                  <a:lnTo>
                    <a:pt x="1119283" y="356425"/>
                  </a:lnTo>
                  <a:lnTo>
                    <a:pt x="1118330" y="356235"/>
                  </a:lnTo>
                  <a:lnTo>
                    <a:pt x="1117283" y="356521"/>
                  </a:lnTo>
                  <a:lnTo>
                    <a:pt x="1116521" y="356997"/>
                  </a:lnTo>
                  <a:lnTo>
                    <a:pt x="1115854" y="357664"/>
                  </a:lnTo>
                  <a:lnTo>
                    <a:pt x="1115282" y="358045"/>
                  </a:lnTo>
                  <a:lnTo>
                    <a:pt x="1114711" y="358140"/>
                  </a:lnTo>
                  <a:lnTo>
                    <a:pt x="1113854" y="357759"/>
                  </a:lnTo>
                  <a:lnTo>
                    <a:pt x="1113092" y="357283"/>
                  </a:lnTo>
                  <a:lnTo>
                    <a:pt x="1112330" y="357092"/>
                  </a:lnTo>
                  <a:lnTo>
                    <a:pt x="1111758" y="357188"/>
                  </a:lnTo>
                  <a:lnTo>
                    <a:pt x="1110520" y="358140"/>
                  </a:lnTo>
                  <a:lnTo>
                    <a:pt x="1109758" y="358521"/>
                  </a:lnTo>
                  <a:lnTo>
                    <a:pt x="1108996" y="358807"/>
                  </a:lnTo>
                  <a:lnTo>
                    <a:pt x="1108139" y="358902"/>
                  </a:lnTo>
                  <a:lnTo>
                    <a:pt x="1107091" y="358997"/>
                  </a:lnTo>
                  <a:lnTo>
                    <a:pt x="1106234" y="358712"/>
                  </a:lnTo>
                  <a:lnTo>
                    <a:pt x="1105376" y="358235"/>
                  </a:lnTo>
                  <a:lnTo>
                    <a:pt x="1104805" y="357188"/>
                  </a:lnTo>
                  <a:lnTo>
                    <a:pt x="1103471" y="352044"/>
                  </a:lnTo>
                  <a:lnTo>
                    <a:pt x="1103567" y="350901"/>
                  </a:lnTo>
                  <a:lnTo>
                    <a:pt x="1103852" y="350139"/>
                  </a:lnTo>
                  <a:lnTo>
                    <a:pt x="1104329" y="349282"/>
                  </a:lnTo>
                  <a:lnTo>
                    <a:pt x="1104710" y="348615"/>
                  </a:lnTo>
                  <a:lnTo>
                    <a:pt x="1104805" y="348043"/>
                  </a:lnTo>
                  <a:lnTo>
                    <a:pt x="1104710" y="347472"/>
                  </a:lnTo>
                  <a:lnTo>
                    <a:pt x="1104233" y="346996"/>
                  </a:lnTo>
                  <a:lnTo>
                    <a:pt x="1103090" y="346519"/>
                  </a:lnTo>
                  <a:lnTo>
                    <a:pt x="1101376" y="345948"/>
                  </a:lnTo>
                  <a:lnTo>
                    <a:pt x="1098042" y="345281"/>
                  </a:lnTo>
                  <a:lnTo>
                    <a:pt x="1096613" y="345186"/>
                  </a:lnTo>
                  <a:lnTo>
                    <a:pt x="1095375" y="345472"/>
                  </a:lnTo>
                  <a:lnTo>
                    <a:pt x="1094327" y="345948"/>
                  </a:lnTo>
                  <a:lnTo>
                    <a:pt x="1093470" y="346615"/>
                  </a:lnTo>
                  <a:lnTo>
                    <a:pt x="1092803" y="347377"/>
                  </a:lnTo>
                  <a:lnTo>
                    <a:pt x="1091946" y="348043"/>
                  </a:lnTo>
                  <a:lnTo>
                    <a:pt x="1090994" y="348425"/>
                  </a:lnTo>
                  <a:lnTo>
                    <a:pt x="1089279" y="348805"/>
                  </a:lnTo>
                  <a:lnTo>
                    <a:pt x="1088231" y="348996"/>
                  </a:lnTo>
                  <a:lnTo>
                    <a:pt x="1086707" y="348901"/>
                  </a:lnTo>
                  <a:lnTo>
                    <a:pt x="1084707" y="348139"/>
                  </a:lnTo>
                  <a:lnTo>
                    <a:pt x="1082516" y="346805"/>
                  </a:lnTo>
                  <a:lnTo>
                    <a:pt x="1076897" y="341852"/>
                  </a:lnTo>
                  <a:lnTo>
                    <a:pt x="1075658" y="340423"/>
                  </a:lnTo>
                  <a:lnTo>
                    <a:pt x="1074611" y="338804"/>
                  </a:lnTo>
                  <a:lnTo>
                    <a:pt x="1073563" y="337566"/>
                  </a:lnTo>
                  <a:lnTo>
                    <a:pt x="1072039" y="336804"/>
                  </a:lnTo>
                  <a:lnTo>
                    <a:pt x="1070801" y="336709"/>
                  </a:lnTo>
                  <a:lnTo>
                    <a:pt x="1068515" y="336899"/>
                  </a:lnTo>
                  <a:lnTo>
                    <a:pt x="1067372" y="336804"/>
                  </a:lnTo>
                  <a:lnTo>
                    <a:pt x="1066133" y="336233"/>
                  </a:lnTo>
                  <a:lnTo>
                    <a:pt x="1059085" y="330994"/>
                  </a:lnTo>
                  <a:lnTo>
                    <a:pt x="1056323" y="329851"/>
                  </a:lnTo>
                  <a:lnTo>
                    <a:pt x="1051941" y="326993"/>
                  </a:lnTo>
                  <a:lnTo>
                    <a:pt x="1046607" y="321278"/>
                  </a:lnTo>
                  <a:lnTo>
                    <a:pt x="1038701" y="308800"/>
                  </a:lnTo>
                  <a:lnTo>
                    <a:pt x="1038130" y="307562"/>
                  </a:lnTo>
                  <a:lnTo>
                    <a:pt x="1038035" y="306800"/>
                  </a:lnTo>
                  <a:lnTo>
                    <a:pt x="1038130" y="306514"/>
                  </a:lnTo>
                  <a:lnTo>
                    <a:pt x="1038416" y="306324"/>
                  </a:lnTo>
                  <a:lnTo>
                    <a:pt x="1038892" y="306229"/>
                  </a:lnTo>
                  <a:lnTo>
                    <a:pt x="1039368" y="306038"/>
                  </a:lnTo>
                  <a:lnTo>
                    <a:pt x="1039749" y="305848"/>
                  </a:lnTo>
                  <a:lnTo>
                    <a:pt x="1040130" y="305467"/>
                  </a:lnTo>
                  <a:lnTo>
                    <a:pt x="1040416" y="305181"/>
                  </a:lnTo>
                  <a:lnTo>
                    <a:pt x="1040511" y="304895"/>
                  </a:lnTo>
                  <a:lnTo>
                    <a:pt x="1040511" y="304514"/>
                  </a:lnTo>
                  <a:lnTo>
                    <a:pt x="1040321" y="304038"/>
                  </a:lnTo>
                  <a:lnTo>
                    <a:pt x="1039844" y="303562"/>
                  </a:lnTo>
                  <a:lnTo>
                    <a:pt x="1038892" y="302895"/>
                  </a:lnTo>
                  <a:lnTo>
                    <a:pt x="1038225" y="302705"/>
                  </a:lnTo>
                  <a:lnTo>
                    <a:pt x="1037463" y="302514"/>
                  </a:lnTo>
                  <a:lnTo>
                    <a:pt x="1023747" y="302514"/>
                  </a:lnTo>
                  <a:lnTo>
                    <a:pt x="1022795" y="302800"/>
                  </a:lnTo>
                  <a:lnTo>
                    <a:pt x="1022128" y="303085"/>
                  </a:lnTo>
                  <a:lnTo>
                    <a:pt x="1021652" y="303467"/>
                  </a:lnTo>
                  <a:lnTo>
                    <a:pt x="1021175" y="303943"/>
                  </a:lnTo>
                  <a:lnTo>
                    <a:pt x="1020794" y="304705"/>
                  </a:lnTo>
                  <a:lnTo>
                    <a:pt x="1020508" y="305467"/>
                  </a:lnTo>
                  <a:lnTo>
                    <a:pt x="1020318" y="306419"/>
                  </a:lnTo>
                  <a:lnTo>
                    <a:pt x="1020128" y="308324"/>
                  </a:lnTo>
                  <a:lnTo>
                    <a:pt x="1019937" y="309181"/>
                  </a:lnTo>
                  <a:lnTo>
                    <a:pt x="1019651" y="309848"/>
                  </a:lnTo>
                  <a:lnTo>
                    <a:pt x="1018794" y="310420"/>
                  </a:lnTo>
                  <a:lnTo>
                    <a:pt x="1011555" y="312325"/>
                  </a:lnTo>
                  <a:lnTo>
                    <a:pt x="1010221" y="312420"/>
                  </a:lnTo>
                  <a:lnTo>
                    <a:pt x="1004602" y="311848"/>
                  </a:lnTo>
                  <a:lnTo>
                    <a:pt x="1003840" y="312134"/>
                  </a:lnTo>
                  <a:lnTo>
                    <a:pt x="1000220" y="315373"/>
                  </a:lnTo>
                  <a:lnTo>
                    <a:pt x="997172" y="318897"/>
                  </a:lnTo>
                  <a:lnTo>
                    <a:pt x="995934" y="319945"/>
                  </a:lnTo>
                  <a:lnTo>
                    <a:pt x="994505" y="320707"/>
                  </a:lnTo>
                  <a:lnTo>
                    <a:pt x="992886" y="321278"/>
                  </a:lnTo>
                  <a:lnTo>
                    <a:pt x="990505" y="321373"/>
                  </a:lnTo>
                  <a:lnTo>
                    <a:pt x="987933" y="321183"/>
                  </a:lnTo>
                  <a:lnTo>
                    <a:pt x="983266" y="320421"/>
                  </a:lnTo>
                  <a:lnTo>
                    <a:pt x="981456" y="319754"/>
                  </a:lnTo>
                  <a:lnTo>
                    <a:pt x="975265" y="316706"/>
                  </a:lnTo>
                  <a:lnTo>
                    <a:pt x="966216" y="310610"/>
                  </a:lnTo>
                  <a:lnTo>
                    <a:pt x="963549" y="307753"/>
                  </a:lnTo>
                  <a:lnTo>
                    <a:pt x="962596" y="307181"/>
                  </a:lnTo>
                  <a:lnTo>
                    <a:pt x="961454" y="307086"/>
                  </a:lnTo>
                  <a:lnTo>
                    <a:pt x="958596" y="307658"/>
                  </a:lnTo>
                  <a:lnTo>
                    <a:pt x="957453" y="307658"/>
                  </a:lnTo>
                  <a:lnTo>
                    <a:pt x="954500" y="307181"/>
                  </a:lnTo>
                  <a:lnTo>
                    <a:pt x="953071" y="306514"/>
                  </a:lnTo>
                  <a:lnTo>
                    <a:pt x="951738" y="305562"/>
                  </a:lnTo>
                  <a:lnTo>
                    <a:pt x="950595" y="304514"/>
                  </a:lnTo>
                  <a:lnTo>
                    <a:pt x="949642" y="303562"/>
                  </a:lnTo>
                  <a:lnTo>
                    <a:pt x="948119" y="301466"/>
                  </a:lnTo>
                  <a:lnTo>
                    <a:pt x="945071" y="296418"/>
                  </a:lnTo>
                  <a:lnTo>
                    <a:pt x="944594" y="295180"/>
                  </a:lnTo>
                  <a:lnTo>
                    <a:pt x="944213" y="293560"/>
                  </a:lnTo>
                  <a:lnTo>
                    <a:pt x="944023" y="291370"/>
                  </a:lnTo>
                  <a:lnTo>
                    <a:pt x="944213" y="289750"/>
                  </a:lnTo>
                  <a:lnTo>
                    <a:pt x="944785" y="287750"/>
                  </a:lnTo>
                  <a:lnTo>
                    <a:pt x="944880" y="286988"/>
                  </a:lnTo>
                  <a:lnTo>
                    <a:pt x="944785" y="286798"/>
                  </a:lnTo>
                  <a:lnTo>
                    <a:pt x="944499" y="286321"/>
                  </a:lnTo>
                  <a:lnTo>
                    <a:pt x="943737" y="285369"/>
                  </a:lnTo>
                  <a:lnTo>
                    <a:pt x="942308" y="283178"/>
                  </a:lnTo>
                  <a:lnTo>
                    <a:pt x="941451" y="281273"/>
                  </a:lnTo>
                  <a:lnTo>
                    <a:pt x="940689" y="280225"/>
                  </a:lnTo>
                  <a:lnTo>
                    <a:pt x="939927" y="279559"/>
                  </a:lnTo>
                  <a:lnTo>
                    <a:pt x="936403" y="277749"/>
                  </a:lnTo>
                  <a:lnTo>
                    <a:pt x="935165" y="277368"/>
                  </a:lnTo>
                  <a:lnTo>
                    <a:pt x="933450" y="277368"/>
                  </a:lnTo>
                  <a:lnTo>
                    <a:pt x="931640" y="276987"/>
                  </a:lnTo>
                  <a:lnTo>
                    <a:pt x="928497" y="275844"/>
                  </a:lnTo>
                  <a:lnTo>
                    <a:pt x="927735" y="275463"/>
                  </a:lnTo>
                  <a:lnTo>
                    <a:pt x="927164" y="275082"/>
                  </a:lnTo>
                  <a:lnTo>
                    <a:pt x="926687" y="274510"/>
                  </a:lnTo>
                  <a:lnTo>
                    <a:pt x="926211" y="273463"/>
                  </a:lnTo>
                  <a:lnTo>
                    <a:pt x="925830" y="271939"/>
                  </a:lnTo>
                  <a:lnTo>
                    <a:pt x="925544" y="268986"/>
                  </a:lnTo>
                  <a:lnTo>
                    <a:pt x="924878" y="266414"/>
                  </a:lnTo>
                  <a:lnTo>
                    <a:pt x="924116" y="265081"/>
                  </a:lnTo>
                  <a:lnTo>
                    <a:pt x="922877" y="264414"/>
                  </a:lnTo>
                  <a:lnTo>
                    <a:pt x="920687" y="263366"/>
                  </a:lnTo>
                  <a:lnTo>
                    <a:pt x="920020" y="262604"/>
                  </a:lnTo>
                  <a:lnTo>
                    <a:pt x="919829" y="261556"/>
                  </a:lnTo>
                  <a:lnTo>
                    <a:pt x="920020" y="259747"/>
                  </a:lnTo>
                  <a:lnTo>
                    <a:pt x="920020" y="258223"/>
                  </a:lnTo>
                  <a:lnTo>
                    <a:pt x="919639" y="256984"/>
                  </a:lnTo>
                  <a:lnTo>
                    <a:pt x="918877" y="256127"/>
                  </a:lnTo>
                  <a:lnTo>
                    <a:pt x="912781" y="250698"/>
                  </a:lnTo>
                  <a:lnTo>
                    <a:pt x="911924" y="250317"/>
                  </a:lnTo>
                  <a:lnTo>
                    <a:pt x="910400" y="249936"/>
                  </a:lnTo>
                  <a:lnTo>
                    <a:pt x="909637" y="249460"/>
                  </a:lnTo>
                  <a:lnTo>
                    <a:pt x="908018" y="247840"/>
                  </a:lnTo>
                  <a:lnTo>
                    <a:pt x="903161" y="240792"/>
                  </a:lnTo>
                  <a:lnTo>
                    <a:pt x="902399" y="239077"/>
                  </a:lnTo>
                  <a:lnTo>
                    <a:pt x="901827" y="237458"/>
                  </a:lnTo>
                  <a:lnTo>
                    <a:pt x="901351" y="236220"/>
                  </a:lnTo>
                  <a:lnTo>
                    <a:pt x="899922" y="233648"/>
                  </a:lnTo>
                  <a:lnTo>
                    <a:pt x="899541" y="232029"/>
                  </a:lnTo>
                  <a:lnTo>
                    <a:pt x="899636" y="230219"/>
                  </a:lnTo>
                  <a:lnTo>
                    <a:pt x="900494" y="227838"/>
                  </a:lnTo>
                  <a:lnTo>
                    <a:pt x="901351" y="226600"/>
                  </a:lnTo>
                  <a:lnTo>
                    <a:pt x="902303" y="225742"/>
                  </a:lnTo>
                  <a:lnTo>
                    <a:pt x="903161" y="225362"/>
                  </a:lnTo>
                  <a:lnTo>
                    <a:pt x="904113" y="225266"/>
                  </a:lnTo>
                  <a:lnTo>
                    <a:pt x="906113" y="225171"/>
                  </a:lnTo>
                  <a:lnTo>
                    <a:pt x="907161" y="224885"/>
                  </a:lnTo>
                  <a:lnTo>
                    <a:pt x="907828" y="224409"/>
                  </a:lnTo>
                  <a:lnTo>
                    <a:pt x="909161" y="222694"/>
                  </a:lnTo>
                  <a:lnTo>
                    <a:pt x="911162" y="220789"/>
                  </a:lnTo>
                  <a:lnTo>
                    <a:pt x="911638" y="220123"/>
                  </a:lnTo>
                  <a:lnTo>
                    <a:pt x="912304" y="217551"/>
                  </a:lnTo>
                  <a:lnTo>
                    <a:pt x="914210" y="208693"/>
                  </a:lnTo>
                  <a:lnTo>
                    <a:pt x="914686" y="207454"/>
                  </a:lnTo>
                  <a:lnTo>
                    <a:pt x="915829" y="205740"/>
                  </a:lnTo>
                  <a:lnTo>
                    <a:pt x="916210" y="204788"/>
                  </a:lnTo>
                  <a:lnTo>
                    <a:pt x="916305" y="203549"/>
                  </a:lnTo>
                  <a:lnTo>
                    <a:pt x="915924" y="202311"/>
                  </a:lnTo>
                  <a:lnTo>
                    <a:pt x="915353" y="201644"/>
                  </a:lnTo>
                  <a:lnTo>
                    <a:pt x="914686" y="201263"/>
                  </a:lnTo>
                  <a:lnTo>
                    <a:pt x="913352" y="200977"/>
                  </a:lnTo>
                  <a:lnTo>
                    <a:pt x="912971" y="200787"/>
                  </a:lnTo>
                  <a:lnTo>
                    <a:pt x="912590" y="200406"/>
                  </a:lnTo>
                  <a:lnTo>
                    <a:pt x="912304" y="199930"/>
                  </a:lnTo>
                  <a:lnTo>
                    <a:pt x="912114" y="198596"/>
                  </a:lnTo>
                  <a:lnTo>
                    <a:pt x="912019" y="196882"/>
                  </a:lnTo>
                  <a:lnTo>
                    <a:pt x="912400" y="190500"/>
                  </a:lnTo>
                  <a:lnTo>
                    <a:pt x="911924" y="185833"/>
                  </a:lnTo>
                  <a:lnTo>
                    <a:pt x="909637" y="175355"/>
                  </a:lnTo>
                  <a:lnTo>
                    <a:pt x="908875" y="174212"/>
                  </a:lnTo>
                  <a:lnTo>
                    <a:pt x="908018" y="173355"/>
                  </a:lnTo>
                  <a:lnTo>
                    <a:pt x="907256" y="172784"/>
                  </a:lnTo>
                  <a:lnTo>
                    <a:pt x="906685" y="172021"/>
                  </a:lnTo>
                  <a:lnTo>
                    <a:pt x="906304" y="171164"/>
                  </a:lnTo>
                  <a:lnTo>
                    <a:pt x="906018" y="170212"/>
                  </a:lnTo>
                  <a:lnTo>
                    <a:pt x="905923" y="169259"/>
                  </a:lnTo>
                  <a:lnTo>
                    <a:pt x="906113" y="168688"/>
                  </a:lnTo>
                  <a:lnTo>
                    <a:pt x="906590" y="167926"/>
                  </a:lnTo>
                  <a:lnTo>
                    <a:pt x="911733" y="163354"/>
                  </a:lnTo>
                  <a:lnTo>
                    <a:pt x="913638" y="160877"/>
                  </a:lnTo>
                  <a:lnTo>
                    <a:pt x="914686" y="157543"/>
                  </a:lnTo>
                  <a:lnTo>
                    <a:pt x="913352" y="151733"/>
                  </a:lnTo>
                  <a:lnTo>
                    <a:pt x="911733" y="149733"/>
                  </a:lnTo>
                  <a:lnTo>
                    <a:pt x="910971" y="149352"/>
                  </a:lnTo>
                  <a:lnTo>
                    <a:pt x="909542" y="148876"/>
                  </a:lnTo>
                  <a:lnTo>
                    <a:pt x="906685" y="148590"/>
                  </a:lnTo>
                  <a:lnTo>
                    <a:pt x="900303" y="149066"/>
                  </a:lnTo>
                  <a:lnTo>
                    <a:pt x="897446" y="148971"/>
                  </a:lnTo>
                  <a:lnTo>
                    <a:pt x="895350" y="148400"/>
                  </a:lnTo>
                  <a:lnTo>
                    <a:pt x="894207" y="147638"/>
                  </a:lnTo>
                  <a:lnTo>
                    <a:pt x="893731" y="146875"/>
                  </a:lnTo>
                  <a:lnTo>
                    <a:pt x="893540" y="145828"/>
                  </a:lnTo>
                  <a:lnTo>
                    <a:pt x="893540" y="144685"/>
                  </a:lnTo>
                  <a:lnTo>
                    <a:pt x="894017" y="142208"/>
                  </a:lnTo>
                  <a:lnTo>
                    <a:pt x="894588" y="138303"/>
                  </a:lnTo>
                  <a:lnTo>
                    <a:pt x="894588" y="136874"/>
                  </a:lnTo>
                  <a:lnTo>
                    <a:pt x="894398" y="135541"/>
                  </a:lnTo>
                  <a:lnTo>
                    <a:pt x="893540" y="133731"/>
                  </a:lnTo>
                  <a:lnTo>
                    <a:pt x="891921" y="131350"/>
                  </a:lnTo>
                  <a:lnTo>
                    <a:pt x="888111" y="126873"/>
                  </a:lnTo>
                  <a:lnTo>
                    <a:pt x="886301" y="124206"/>
                  </a:lnTo>
                  <a:lnTo>
                    <a:pt x="885063" y="121920"/>
                  </a:lnTo>
                  <a:lnTo>
                    <a:pt x="885063" y="120777"/>
                  </a:lnTo>
                  <a:lnTo>
                    <a:pt x="885158" y="120015"/>
                  </a:lnTo>
                  <a:lnTo>
                    <a:pt x="885444" y="119443"/>
                  </a:lnTo>
                  <a:lnTo>
                    <a:pt x="885730" y="119063"/>
                  </a:lnTo>
                  <a:lnTo>
                    <a:pt x="886587" y="118110"/>
                  </a:lnTo>
                  <a:lnTo>
                    <a:pt x="886968" y="117634"/>
                  </a:lnTo>
                  <a:lnTo>
                    <a:pt x="887349" y="116681"/>
                  </a:lnTo>
                  <a:lnTo>
                    <a:pt x="887540" y="115348"/>
                  </a:lnTo>
                  <a:lnTo>
                    <a:pt x="887444" y="113919"/>
                  </a:lnTo>
                  <a:lnTo>
                    <a:pt x="887063" y="111347"/>
                  </a:lnTo>
                  <a:lnTo>
                    <a:pt x="887158" y="110300"/>
                  </a:lnTo>
                  <a:lnTo>
                    <a:pt x="887444" y="109347"/>
                  </a:lnTo>
                  <a:lnTo>
                    <a:pt x="888016" y="108490"/>
                  </a:lnTo>
                  <a:lnTo>
                    <a:pt x="888778" y="108013"/>
                  </a:lnTo>
                  <a:lnTo>
                    <a:pt x="889635" y="107633"/>
                  </a:lnTo>
                  <a:lnTo>
                    <a:pt x="894779" y="106299"/>
                  </a:lnTo>
                  <a:lnTo>
                    <a:pt x="898208" y="104965"/>
                  </a:lnTo>
                  <a:lnTo>
                    <a:pt x="907066" y="99441"/>
                  </a:lnTo>
                  <a:lnTo>
                    <a:pt x="907637" y="98774"/>
                  </a:lnTo>
                  <a:lnTo>
                    <a:pt x="908018" y="98108"/>
                  </a:lnTo>
                  <a:lnTo>
                    <a:pt x="908114" y="96869"/>
                  </a:lnTo>
                  <a:lnTo>
                    <a:pt x="907637" y="96012"/>
                  </a:lnTo>
                  <a:lnTo>
                    <a:pt x="906685" y="95345"/>
                  </a:lnTo>
                  <a:lnTo>
                    <a:pt x="905637" y="94774"/>
                  </a:lnTo>
                  <a:lnTo>
                    <a:pt x="904685" y="94107"/>
                  </a:lnTo>
                  <a:lnTo>
                    <a:pt x="903923" y="93059"/>
                  </a:lnTo>
                  <a:lnTo>
                    <a:pt x="903923" y="92012"/>
                  </a:lnTo>
                  <a:lnTo>
                    <a:pt x="904399" y="91059"/>
                  </a:lnTo>
                  <a:lnTo>
                    <a:pt x="906113" y="88963"/>
                  </a:lnTo>
                  <a:lnTo>
                    <a:pt x="906494" y="87439"/>
                  </a:lnTo>
                  <a:lnTo>
                    <a:pt x="906494" y="86106"/>
                  </a:lnTo>
                  <a:lnTo>
                    <a:pt x="905732" y="82582"/>
                  </a:lnTo>
                  <a:lnTo>
                    <a:pt x="905732" y="81248"/>
                  </a:lnTo>
                  <a:lnTo>
                    <a:pt x="905923" y="80010"/>
                  </a:lnTo>
                  <a:lnTo>
                    <a:pt x="906875" y="77533"/>
                  </a:lnTo>
                  <a:lnTo>
                    <a:pt x="910495" y="70961"/>
                  </a:lnTo>
                  <a:lnTo>
                    <a:pt x="911162" y="69056"/>
                  </a:lnTo>
                  <a:lnTo>
                    <a:pt x="911828" y="66961"/>
                  </a:lnTo>
                  <a:lnTo>
                    <a:pt x="912209" y="64198"/>
                  </a:lnTo>
                  <a:lnTo>
                    <a:pt x="912114" y="62770"/>
                  </a:lnTo>
                  <a:lnTo>
                    <a:pt x="911733" y="61913"/>
                  </a:lnTo>
                  <a:lnTo>
                    <a:pt x="911257" y="61436"/>
                  </a:lnTo>
                  <a:lnTo>
                    <a:pt x="910400" y="61055"/>
                  </a:lnTo>
                  <a:lnTo>
                    <a:pt x="909447" y="60769"/>
                  </a:lnTo>
                  <a:lnTo>
                    <a:pt x="908304" y="60769"/>
                  </a:lnTo>
                  <a:lnTo>
                    <a:pt x="902779" y="61436"/>
                  </a:lnTo>
                  <a:lnTo>
                    <a:pt x="899350" y="61341"/>
                  </a:lnTo>
                  <a:lnTo>
                    <a:pt x="895160" y="60674"/>
                  </a:lnTo>
                  <a:lnTo>
                    <a:pt x="892112" y="59531"/>
                  </a:lnTo>
                  <a:lnTo>
                    <a:pt x="889635" y="58293"/>
                  </a:lnTo>
                  <a:lnTo>
                    <a:pt x="888206" y="57340"/>
                  </a:lnTo>
                  <a:lnTo>
                    <a:pt x="887444" y="56674"/>
                  </a:lnTo>
                  <a:lnTo>
                    <a:pt x="886492" y="55245"/>
                  </a:lnTo>
                  <a:lnTo>
                    <a:pt x="885444" y="53054"/>
                  </a:lnTo>
                  <a:lnTo>
                    <a:pt x="884111" y="49625"/>
                  </a:lnTo>
                  <a:lnTo>
                    <a:pt x="883634" y="47530"/>
                  </a:lnTo>
                  <a:lnTo>
                    <a:pt x="883539" y="46101"/>
                  </a:lnTo>
                  <a:lnTo>
                    <a:pt x="883729" y="45339"/>
                  </a:lnTo>
                  <a:lnTo>
                    <a:pt x="883825" y="44958"/>
                  </a:lnTo>
                  <a:lnTo>
                    <a:pt x="883825" y="44863"/>
                  </a:lnTo>
                  <a:lnTo>
                    <a:pt x="884301" y="44196"/>
                  </a:lnTo>
                  <a:lnTo>
                    <a:pt x="886016" y="42196"/>
                  </a:lnTo>
                  <a:lnTo>
                    <a:pt x="888206" y="40481"/>
                  </a:lnTo>
                  <a:lnTo>
                    <a:pt x="889825" y="39624"/>
                  </a:lnTo>
                  <a:lnTo>
                    <a:pt x="896112" y="37719"/>
                  </a:lnTo>
                  <a:lnTo>
                    <a:pt x="902875" y="36862"/>
                  </a:lnTo>
                  <a:lnTo>
                    <a:pt x="866585" y="18955"/>
                  </a:lnTo>
                  <a:lnTo>
                    <a:pt x="865061" y="18669"/>
                  </a:lnTo>
                  <a:lnTo>
                    <a:pt x="857536" y="19050"/>
                  </a:lnTo>
                  <a:lnTo>
                    <a:pt x="854964" y="18859"/>
                  </a:lnTo>
                  <a:lnTo>
                    <a:pt x="851916" y="18097"/>
                  </a:lnTo>
                  <a:lnTo>
                    <a:pt x="848201" y="17907"/>
                  </a:lnTo>
                  <a:lnTo>
                    <a:pt x="847344" y="17717"/>
                  </a:lnTo>
                  <a:lnTo>
                    <a:pt x="846773" y="17431"/>
                  </a:lnTo>
                  <a:lnTo>
                    <a:pt x="845439" y="16573"/>
                  </a:lnTo>
                  <a:lnTo>
                    <a:pt x="839343" y="10382"/>
                  </a:lnTo>
                  <a:lnTo>
                    <a:pt x="836867" y="8668"/>
                  </a:lnTo>
                  <a:lnTo>
                    <a:pt x="835819" y="8287"/>
                  </a:lnTo>
                  <a:lnTo>
                    <a:pt x="834962" y="8001"/>
                  </a:lnTo>
                  <a:lnTo>
                    <a:pt x="825722" y="8572"/>
                  </a:lnTo>
                  <a:lnTo>
                    <a:pt x="810578" y="4000"/>
                  </a:lnTo>
                  <a:lnTo>
                    <a:pt x="810101" y="3810"/>
                  </a:lnTo>
                  <a:lnTo>
                    <a:pt x="809625" y="3524"/>
                  </a:lnTo>
                  <a:lnTo>
                    <a:pt x="809244" y="3143"/>
                  </a:lnTo>
                  <a:lnTo>
                    <a:pt x="808958" y="2858"/>
                  </a:lnTo>
                  <a:lnTo>
                    <a:pt x="808768" y="2572"/>
                  </a:lnTo>
                  <a:lnTo>
                    <a:pt x="808482" y="2191"/>
                  </a:lnTo>
                  <a:lnTo>
                    <a:pt x="808006" y="1714"/>
                  </a:lnTo>
                  <a:lnTo>
                    <a:pt x="806768" y="952"/>
                  </a:lnTo>
                  <a:lnTo>
                    <a:pt x="805529" y="571"/>
                  </a:lnTo>
                  <a:lnTo>
                    <a:pt x="800672" y="0"/>
                  </a:lnTo>
                  <a:lnTo>
                    <a:pt x="790956" y="667"/>
                  </a:lnTo>
                  <a:lnTo>
                    <a:pt x="780669" y="2667"/>
                  </a:lnTo>
                  <a:lnTo>
                    <a:pt x="775049" y="3048"/>
                  </a:lnTo>
                  <a:lnTo>
                    <a:pt x="768763" y="2667"/>
                  </a:lnTo>
                  <a:lnTo>
                    <a:pt x="768287" y="2762"/>
                  </a:lnTo>
                  <a:lnTo>
                    <a:pt x="767715" y="2953"/>
                  </a:lnTo>
                  <a:lnTo>
                    <a:pt x="766953" y="3429"/>
                  </a:lnTo>
                  <a:lnTo>
                    <a:pt x="766191" y="4096"/>
                  </a:lnTo>
                  <a:lnTo>
                    <a:pt x="764191" y="6096"/>
                  </a:lnTo>
                  <a:lnTo>
                    <a:pt x="762762" y="7144"/>
                  </a:lnTo>
                  <a:lnTo>
                    <a:pt x="759809" y="8477"/>
                  </a:lnTo>
                  <a:lnTo>
                    <a:pt x="756952" y="9144"/>
                  </a:lnTo>
                  <a:lnTo>
                    <a:pt x="750094" y="9430"/>
                  </a:lnTo>
                  <a:lnTo>
                    <a:pt x="734473" y="12001"/>
                  </a:lnTo>
                  <a:lnTo>
                    <a:pt x="729996" y="11906"/>
                  </a:lnTo>
                  <a:lnTo>
                    <a:pt x="728853" y="11716"/>
                  </a:lnTo>
                  <a:lnTo>
                    <a:pt x="724948" y="10477"/>
                  </a:lnTo>
                  <a:lnTo>
                    <a:pt x="720376" y="8382"/>
                  </a:lnTo>
                  <a:lnTo>
                    <a:pt x="717995" y="7810"/>
                  </a:lnTo>
                  <a:lnTo>
                    <a:pt x="716471" y="8001"/>
                  </a:lnTo>
                  <a:lnTo>
                    <a:pt x="704374" y="14954"/>
                  </a:lnTo>
                  <a:lnTo>
                    <a:pt x="703231" y="15240"/>
                  </a:lnTo>
                  <a:lnTo>
                    <a:pt x="693992" y="16097"/>
                  </a:lnTo>
                  <a:lnTo>
                    <a:pt x="691325" y="16859"/>
                  </a:lnTo>
                  <a:lnTo>
                    <a:pt x="689705" y="17431"/>
                  </a:lnTo>
                  <a:lnTo>
                    <a:pt x="688943" y="17907"/>
                  </a:lnTo>
                  <a:lnTo>
                    <a:pt x="674465" y="18764"/>
                  </a:lnTo>
                  <a:lnTo>
                    <a:pt x="671894" y="19240"/>
                  </a:lnTo>
                  <a:lnTo>
                    <a:pt x="665988" y="22098"/>
                  </a:lnTo>
                  <a:lnTo>
                    <a:pt x="664083" y="22669"/>
                  </a:lnTo>
                  <a:lnTo>
                    <a:pt x="661797" y="23241"/>
                  </a:lnTo>
                  <a:lnTo>
                    <a:pt x="656082" y="23527"/>
                  </a:lnTo>
                  <a:lnTo>
                    <a:pt x="648653" y="22669"/>
                  </a:lnTo>
                  <a:lnTo>
                    <a:pt x="646938" y="22860"/>
                  </a:lnTo>
                  <a:lnTo>
                    <a:pt x="645700" y="23241"/>
                  </a:lnTo>
                  <a:lnTo>
                    <a:pt x="644843" y="24193"/>
                  </a:lnTo>
                  <a:lnTo>
                    <a:pt x="643890" y="25241"/>
                  </a:lnTo>
                  <a:lnTo>
                    <a:pt x="643223" y="26384"/>
                  </a:lnTo>
                  <a:lnTo>
                    <a:pt x="642461" y="27146"/>
                  </a:lnTo>
                  <a:lnTo>
                    <a:pt x="641795" y="27718"/>
                  </a:lnTo>
                  <a:lnTo>
                    <a:pt x="640842" y="28099"/>
                  </a:lnTo>
                  <a:lnTo>
                    <a:pt x="630746" y="30575"/>
                  </a:lnTo>
                  <a:lnTo>
                    <a:pt x="628555" y="31528"/>
                  </a:lnTo>
                  <a:lnTo>
                    <a:pt x="627602" y="32004"/>
                  </a:lnTo>
                  <a:lnTo>
                    <a:pt x="626840" y="32575"/>
                  </a:lnTo>
                  <a:lnTo>
                    <a:pt x="625888" y="33433"/>
                  </a:lnTo>
                  <a:lnTo>
                    <a:pt x="625507" y="34290"/>
                  </a:lnTo>
                  <a:lnTo>
                    <a:pt x="625126" y="35433"/>
                  </a:lnTo>
                  <a:lnTo>
                    <a:pt x="624269" y="40100"/>
                  </a:lnTo>
                  <a:lnTo>
                    <a:pt x="623888" y="41529"/>
                  </a:lnTo>
                  <a:lnTo>
                    <a:pt x="623221" y="42863"/>
                  </a:lnTo>
                  <a:lnTo>
                    <a:pt x="622459" y="44005"/>
                  </a:lnTo>
                  <a:lnTo>
                    <a:pt x="621697" y="44863"/>
                  </a:lnTo>
                  <a:lnTo>
                    <a:pt x="619601" y="46292"/>
                  </a:lnTo>
                  <a:lnTo>
                    <a:pt x="619220" y="46768"/>
                  </a:lnTo>
                  <a:lnTo>
                    <a:pt x="619030" y="47244"/>
                  </a:lnTo>
                  <a:lnTo>
                    <a:pt x="618554" y="49054"/>
                  </a:lnTo>
                  <a:lnTo>
                    <a:pt x="617982" y="52673"/>
                  </a:lnTo>
                  <a:lnTo>
                    <a:pt x="617792" y="53150"/>
                  </a:lnTo>
                  <a:lnTo>
                    <a:pt x="615887" y="57150"/>
                  </a:lnTo>
                  <a:lnTo>
                    <a:pt x="614839" y="58579"/>
                  </a:lnTo>
                  <a:lnTo>
                    <a:pt x="611219" y="61913"/>
                  </a:lnTo>
                  <a:lnTo>
                    <a:pt x="608362" y="66008"/>
                  </a:lnTo>
                  <a:lnTo>
                    <a:pt x="607886" y="66484"/>
                  </a:lnTo>
                  <a:lnTo>
                    <a:pt x="606838" y="67246"/>
                  </a:lnTo>
                  <a:lnTo>
                    <a:pt x="605028" y="68104"/>
                  </a:lnTo>
                  <a:lnTo>
                    <a:pt x="603314" y="68294"/>
                  </a:lnTo>
                  <a:lnTo>
                    <a:pt x="590455" y="67246"/>
                  </a:lnTo>
                  <a:lnTo>
                    <a:pt x="588550" y="67437"/>
                  </a:lnTo>
                  <a:lnTo>
                    <a:pt x="587312" y="67818"/>
                  </a:lnTo>
                  <a:lnTo>
                    <a:pt x="586359" y="68485"/>
                  </a:lnTo>
                  <a:lnTo>
                    <a:pt x="578549" y="76771"/>
                  </a:lnTo>
                  <a:lnTo>
                    <a:pt x="576834" y="77914"/>
                  </a:lnTo>
                  <a:lnTo>
                    <a:pt x="575596" y="78486"/>
                  </a:lnTo>
                  <a:lnTo>
                    <a:pt x="574643" y="78676"/>
                  </a:lnTo>
                  <a:lnTo>
                    <a:pt x="573881" y="78486"/>
                  </a:lnTo>
                  <a:lnTo>
                    <a:pt x="573310" y="78105"/>
                  </a:lnTo>
                  <a:lnTo>
                    <a:pt x="572834" y="77343"/>
                  </a:lnTo>
                  <a:lnTo>
                    <a:pt x="572453" y="76486"/>
                  </a:lnTo>
                  <a:lnTo>
                    <a:pt x="571405" y="73533"/>
                  </a:lnTo>
                  <a:lnTo>
                    <a:pt x="571214" y="73057"/>
                  </a:lnTo>
                  <a:lnTo>
                    <a:pt x="570929" y="72771"/>
                  </a:lnTo>
                  <a:lnTo>
                    <a:pt x="565118" y="69533"/>
                  </a:lnTo>
                  <a:lnTo>
                    <a:pt x="564356" y="69247"/>
                  </a:lnTo>
                  <a:lnTo>
                    <a:pt x="563309" y="68961"/>
                  </a:lnTo>
                  <a:lnTo>
                    <a:pt x="560165" y="68771"/>
                  </a:lnTo>
                  <a:lnTo>
                    <a:pt x="558356" y="68961"/>
                  </a:lnTo>
                  <a:lnTo>
                    <a:pt x="556355" y="69533"/>
                  </a:lnTo>
                  <a:lnTo>
                    <a:pt x="554260" y="70485"/>
                  </a:lnTo>
                  <a:lnTo>
                    <a:pt x="551688" y="71247"/>
                  </a:lnTo>
                  <a:lnTo>
                    <a:pt x="550640" y="71342"/>
                  </a:lnTo>
                  <a:lnTo>
                    <a:pt x="549783" y="71342"/>
                  </a:lnTo>
                  <a:lnTo>
                    <a:pt x="549307" y="71152"/>
                  </a:lnTo>
                  <a:lnTo>
                    <a:pt x="546926" y="69913"/>
                  </a:lnTo>
                  <a:lnTo>
                    <a:pt x="546164" y="69723"/>
                  </a:lnTo>
                  <a:lnTo>
                    <a:pt x="543211" y="69342"/>
                  </a:lnTo>
                  <a:lnTo>
                    <a:pt x="541020" y="69437"/>
                  </a:lnTo>
                  <a:lnTo>
                    <a:pt x="522922" y="75343"/>
                  </a:lnTo>
                  <a:lnTo>
                    <a:pt x="516826" y="80867"/>
                  </a:lnTo>
                  <a:lnTo>
                    <a:pt x="511207" y="84106"/>
                  </a:lnTo>
                  <a:lnTo>
                    <a:pt x="495872" y="87344"/>
                  </a:lnTo>
                  <a:lnTo>
                    <a:pt x="494157" y="88106"/>
                  </a:lnTo>
                  <a:lnTo>
                    <a:pt x="466249" y="104775"/>
                  </a:lnTo>
                  <a:lnTo>
                    <a:pt x="463010" y="105918"/>
                  </a:lnTo>
                  <a:lnTo>
                    <a:pt x="461486" y="106108"/>
                  </a:lnTo>
                  <a:lnTo>
                    <a:pt x="459772" y="105918"/>
                  </a:lnTo>
                  <a:lnTo>
                    <a:pt x="458153" y="105346"/>
                  </a:lnTo>
                  <a:lnTo>
                    <a:pt x="453199" y="102489"/>
                  </a:lnTo>
                  <a:lnTo>
                    <a:pt x="452247" y="102108"/>
                  </a:lnTo>
                  <a:lnTo>
                    <a:pt x="451009" y="101917"/>
                  </a:lnTo>
                  <a:lnTo>
                    <a:pt x="449770" y="101917"/>
                  </a:lnTo>
                  <a:lnTo>
                    <a:pt x="447866" y="102108"/>
                  </a:lnTo>
                  <a:lnTo>
                    <a:pt x="438722" y="106204"/>
                  </a:lnTo>
                  <a:lnTo>
                    <a:pt x="418338" y="107633"/>
                  </a:lnTo>
                  <a:lnTo>
                    <a:pt x="414338" y="107537"/>
                  </a:lnTo>
                  <a:lnTo>
                    <a:pt x="412337" y="106966"/>
                  </a:lnTo>
                  <a:lnTo>
                    <a:pt x="409004" y="105156"/>
                  </a:lnTo>
                  <a:lnTo>
                    <a:pt x="405289" y="104299"/>
                  </a:lnTo>
                  <a:lnTo>
                    <a:pt x="397383" y="104299"/>
                  </a:lnTo>
                  <a:lnTo>
                    <a:pt x="395383" y="104013"/>
                  </a:lnTo>
                  <a:lnTo>
                    <a:pt x="394049" y="103537"/>
                  </a:lnTo>
                  <a:lnTo>
                    <a:pt x="391382" y="102394"/>
                  </a:lnTo>
                  <a:lnTo>
                    <a:pt x="388811" y="101632"/>
                  </a:lnTo>
                  <a:lnTo>
                    <a:pt x="387191" y="101346"/>
                  </a:lnTo>
                  <a:lnTo>
                    <a:pt x="385953" y="101441"/>
                  </a:lnTo>
                  <a:lnTo>
                    <a:pt x="381667" y="102965"/>
                  </a:lnTo>
                  <a:lnTo>
                    <a:pt x="378905" y="103251"/>
                  </a:lnTo>
                  <a:lnTo>
                    <a:pt x="376999" y="102394"/>
                  </a:lnTo>
                  <a:lnTo>
                    <a:pt x="375761" y="101251"/>
                  </a:lnTo>
                  <a:lnTo>
                    <a:pt x="374237" y="99727"/>
                  </a:lnTo>
                  <a:lnTo>
                    <a:pt x="372523" y="98298"/>
                  </a:lnTo>
                  <a:lnTo>
                    <a:pt x="369665" y="96869"/>
                  </a:lnTo>
                  <a:lnTo>
                    <a:pt x="367951" y="95821"/>
                  </a:lnTo>
                  <a:lnTo>
                    <a:pt x="366903" y="94869"/>
                  </a:lnTo>
                  <a:lnTo>
                    <a:pt x="366617" y="94107"/>
                  </a:lnTo>
                  <a:lnTo>
                    <a:pt x="366522" y="93440"/>
                  </a:lnTo>
                  <a:lnTo>
                    <a:pt x="366522" y="92297"/>
                  </a:lnTo>
                  <a:lnTo>
                    <a:pt x="367474" y="84010"/>
                  </a:lnTo>
                  <a:lnTo>
                    <a:pt x="367284" y="82010"/>
                  </a:lnTo>
                  <a:lnTo>
                    <a:pt x="366617" y="80010"/>
                  </a:lnTo>
                  <a:lnTo>
                    <a:pt x="365665" y="78486"/>
                  </a:lnTo>
                  <a:lnTo>
                    <a:pt x="364045" y="76867"/>
                  </a:lnTo>
                  <a:lnTo>
                    <a:pt x="362141" y="76009"/>
                  </a:lnTo>
                  <a:lnTo>
                    <a:pt x="359950" y="75438"/>
                  </a:lnTo>
                  <a:lnTo>
                    <a:pt x="355187" y="75152"/>
                  </a:lnTo>
                  <a:lnTo>
                    <a:pt x="353378" y="75438"/>
                  </a:lnTo>
                  <a:lnTo>
                    <a:pt x="351949" y="75819"/>
                  </a:lnTo>
                  <a:lnTo>
                    <a:pt x="347663" y="78486"/>
                  </a:lnTo>
                  <a:lnTo>
                    <a:pt x="346043" y="79248"/>
                  </a:lnTo>
                  <a:lnTo>
                    <a:pt x="342900" y="79153"/>
                  </a:lnTo>
                  <a:lnTo>
                    <a:pt x="325850" y="75533"/>
                  </a:lnTo>
                  <a:lnTo>
                    <a:pt x="323469" y="75343"/>
                  </a:lnTo>
                  <a:lnTo>
                    <a:pt x="322326" y="75724"/>
                  </a:lnTo>
                  <a:lnTo>
                    <a:pt x="321278" y="76390"/>
                  </a:lnTo>
                  <a:lnTo>
                    <a:pt x="319088" y="78105"/>
                  </a:lnTo>
                  <a:lnTo>
                    <a:pt x="318040" y="78581"/>
                  </a:lnTo>
                  <a:lnTo>
                    <a:pt x="316325" y="79153"/>
                  </a:lnTo>
                  <a:lnTo>
                    <a:pt x="315468" y="79819"/>
                  </a:lnTo>
                  <a:lnTo>
                    <a:pt x="314706" y="80867"/>
                  </a:lnTo>
                  <a:lnTo>
                    <a:pt x="314325" y="82296"/>
                  </a:lnTo>
                  <a:lnTo>
                    <a:pt x="314230" y="85820"/>
                  </a:lnTo>
                  <a:lnTo>
                    <a:pt x="313944" y="86868"/>
                  </a:lnTo>
                  <a:lnTo>
                    <a:pt x="313563" y="87916"/>
                  </a:lnTo>
                  <a:lnTo>
                    <a:pt x="313087" y="88773"/>
                  </a:lnTo>
                  <a:lnTo>
                    <a:pt x="312325" y="89535"/>
                  </a:lnTo>
                  <a:lnTo>
                    <a:pt x="306991" y="93345"/>
                  </a:lnTo>
                  <a:lnTo>
                    <a:pt x="296132" y="98965"/>
                  </a:lnTo>
                  <a:lnTo>
                    <a:pt x="295275" y="99536"/>
                  </a:lnTo>
                  <a:lnTo>
                    <a:pt x="294513" y="100393"/>
                  </a:lnTo>
                  <a:lnTo>
                    <a:pt x="294037" y="101060"/>
                  </a:lnTo>
                  <a:lnTo>
                    <a:pt x="293751" y="101822"/>
                  </a:lnTo>
                  <a:lnTo>
                    <a:pt x="292703" y="106775"/>
                  </a:lnTo>
                  <a:lnTo>
                    <a:pt x="292227" y="108394"/>
                  </a:lnTo>
                  <a:lnTo>
                    <a:pt x="291656" y="109442"/>
                  </a:lnTo>
                  <a:lnTo>
                    <a:pt x="290989" y="110204"/>
                  </a:lnTo>
                  <a:lnTo>
                    <a:pt x="290227" y="110966"/>
                  </a:lnTo>
                  <a:lnTo>
                    <a:pt x="289370" y="111538"/>
                  </a:lnTo>
                  <a:lnTo>
                    <a:pt x="283178" y="114205"/>
                  </a:lnTo>
                  <a:lnTo>
                    <a:pt x="266129" y="118777"/>
                  </a:lnTo>
                  <a:lnTo>
                    <a:pt x="257556" y="119539"/>
                  </a:lnTo>
                  <a:lnTo>
                    <a:pt x="255365" y="119348"/>
                  </a:lnTo>
                  <a:lnTo>
                    <a:pt x="253937" y="118777"/>
                  </a:lnTo>
                  <a:lnTo>
                    <a:pt x="252889" y="118110"/>
                  </a:lnTo>
                  <a:lnTo>
                    <a:pt x="246221" y="112395"/>
                  </a:lnTo>
                  <a:lnTo>
                    <a:pt x="244602" y="111538"/>
                  </a:lnTo>
                  <a:lnTo>
                    <a:pt x="242697" y="110871"/>
                  </a:lnTo>
                  <a:lnTo>
                    <a:pt x="239459" y="110300"/>
                  </a:lnTo>
                  <a:lnTo>
                    <a:pt x="237839" y="110300"/>
                  </a:lnTo>
                  <a:lnTo>
                    <a:pt x="230029" y="112014"/>
                  </a:lnTo>
                  <a:lnTo>
                    <a:pt x="227933" y="112109"/>
                  </a:lnTo>
                  <a:lnTo>
                    <a:pt x="226124" y="111823"/>
                  </a:lnTo>
                  <a:lnTo>
                    <a:pt x="223552" y="110585"/>
                  </a:lnTo>
                  <a:lnTo>
                    <a:pt x="219742" y="108204"/>
                  </a:lnTo>
                  <a:lnTo>
                    <a:pt x="217837" y="106204"/>
                  </a:lnTo>
                  <a:lnTo>
                    <a:pt x="216599" y="105251"/>
                  </a:lnTo>
                  <a:lnTo>
                    <a:pt x="215170" y="104680"/>
                  </a:lnTo>
                  <a:lnTo>
                    <a:pt x="214122" y="104775"/>
                  </a:lnTo>
                  <a:lnTo>
                    <a:pt x="213360" y="105346"/>
                  </a:lnTo>
                  <a:lnTo>
                    <a:pt x="212693" y="106204"/>
                  </a:lnTo>
                  <a:lnTo>
                    <a:pt x="212312" y="107251"/>
                  </a:lnTo>
                  <a:lnTo>
                    <a:pt x="212027" y="108109"/>
                  </a:lnTo>
                  <a:lnTo>
                    <a:pt x="211931" y="108680"/>
                  </a:lnTo>
                  <a:lnTo>
                    <a:pt x="211931" y="109442"/>
                  </a:lnTo>
                  <a:lnTo>
                    <a:pt x="212217" y="112395"/>
                  </a:lnTo>
                  <a:lnTo>
                    <a:pt x="212122" y="113062"/>
                  </a:lnTo>
                  <a:lnTo>
                    <a:pt x="211646" y="113443"/>
                  </a:lnTo>
                  <a:lnTo>
                    <a:pt x="210788" y="113824"/>
                  </a:lnTo>
                  <a:lnTo>
                    <a:pt x="209264" y="114109"/>
                  </a:lnTo>
                  <a:lnTo>
                    <a:pt x="208312" y="114205"/>
                  </a:lnTo>
                  <a:lnTo>
                    <a:pt x="207645" y="114109"/>
                  </a:lnTo>
                  <a:lnTo>
                    <a:pt x="205740" y="113157"/>
                  </a:lnTo>
                  <a:lnTo>
                    <a:pt x="200787" y="109823"/>
                  </a:lnTo>
                  <a:lnTo>
                    <a:pt x="199358" y="109156"/>
                  </a:lnTo>
                  <a:lnTo>
                    <a:pt x="198025" y="108871"/>
                  </a:lnTo>
                  <a:lnTo>
                    <a:pt x="196977" y="108775"/>
                  </a:lnTo>
                  <a:lnTo>
                    <a:pt x="195739" y="108775"/>
                  </a:lnTo>
                  <a:lnTo>
                    <a:pt x="192596" y="109156"/>
                  </a:lnTo>
                  <a:lnTo>
                    <a:pt x="190595" y="109156"/>
                  </a:lnTo>
                  <a:lnTo>
                    <a:pt x="189928" y="109061"/>
                  </a:lnTo>
                  <a:lnTo>
                    <a:pt x="188881" y="108775"/>
                  </a:lnTo>
                  <a:lnTo>
                    <a:pt x="186880" y="107823"/>
                  </a:lnTo>
                  <a:lnTo>
                    <a:pt x="183452" y="105727"/>
                  </a:lnTo>
                  <a:lnTo>
                    <a:pt x="182975" y="105537"/>
                  </a:lnTo>
                  <a:lnTo>
                    <a:pt x="181832" y="105251"/>
                  </a:lnTo>
                  <a:lnTo>
                    <a:pt x="172593" y="104584"/>
                  </a:lnTo>
                  <a:lnTo>
                    <a:pt x="170307" y="104013"/>
                  </a:lnTo>
                  <a:lnTo>
                    <a:pt x="168212" y="103251"/>
                  </a:lnTo>
                  <a:lnTo>
                    <a:pt x="160401" y="98012"/>
                  </a:lnTo>
                  <a:lnTo>
                    <a:pt x="158591" y="96393"/>
                  </a:lnTo>
                  <a:lnTo>
                    <a:pt x="154877" y="92964"/>
                  </a:lnTo>
                  <a:lnTo>
                    <a:pt x="154305" y="92678"/>
                  </a:lnTo>
                  <a:lnTo>
                    <a:pt x="151257" y="91250"/>
                  </a:lnTo>
                  <a:lnTo>
                    <a:pt x="150114" y="92488"/>
                  </a:lnTo>
                  <a:lnTo>
                    <a:pt x="150019" y="93250"/>
                  </a:lnTo>
                  <a:lnTo>
                    <a:pt x="150019" y="93726"/>
                  </a:lnTo>
                  <a:lnTo>
                    <a:pt x="150209" y="95250"/>
                  </a:lnTo>
                  <a:lnTo>
                    <a:pt x="150400" y="96964"/>
                  </a:lnTo>
                  <a:lnTo>
                    <a:pt x="150400" y="100203"/>
                  </a:lnTo>
                  <a:lnTo>
                    <a:pt x="150114" y="102013"/>
                  </a:lnTo>
                  <a:lnTo>
                    <a:pt x="149733" y="103442"/>
                  </a:lnTo>
                  <a:lnTo>
                    <a:pt x="148209" y="106108"/>
                  </a:lnTo>
                  <a:lnTo>
                    <a:pt x="143447" y="118015"/>
                  </a:lnTo>
                  <a:lnTo>
                    <a:pt x="142589" y="119729"/>
                  </a:lnTo>
                  <a:lnTo>
                    <a:pt x="141446" y="121253"/>
                  </a:lnTo>
                  <a:lnTo>
                    <a:pt x="137160" y="125158"/>
                  </a:lnTo>
                  <a:lnTo>
                    <a:pt x="132302" y="130969"/>
                  </a:lnTo>
                  <a:lnTo>
                    <a:pt x="130969" y="132969"/>
                  </a:lnTo>
                  <a:lnTo>
                    <a:pt x="130493" y="134302"/>
                  </a:lnTo>
                  <a:lnTo>
                    <a:pt x="130493" y="135541"/>
                  </a:lnTo>
                  <a:lnTo>
                    <a:pt x="130874" y="136398"/>
                  </a:lnTo>
                  <a:lnTo>
                    <a:pt x="131445" y="137160"/>
                  </a:lnTo>
                  <a:lnTo>
                    <a:pt x="132017" y="137922"/>
                  </a:lnTo>
                  <a:lnTo>
                    <a:pt x="132588" y="138684"/>
                  </a:lnTo>
                  <a:lnTo>
                    <a:pt x="132969" y="139732"/>
                  </a:lnTo>
                  <a:lnTo>
                    <a:pt x="133160" y="140875"/>
                  </a:lnTo>
                  <a:lnTo>
                    <a:pt x="132874" y="142494"/>
                  </a:lnTo>
                  <a:lnTo>
                    <a:pt x="132398" y="143637"/>
                  </a:lnTo>
                  <a:lnTo>
                    <a:pt x="131731" y="144494"/>
                  </a:lnTo>
                  <a:lnTo>
                    <a:pt x="130874" y="145066"/>
                  </a:lnTo>
                  <a:lnTo>
                    <a:pt x="130207" y="145447"/>
                  </a:lnTo>
                  <a:lnTo>
                    <a:pt x="129445" y="145733"/>
                  </a:lnTo>
                  <a:lnTo>
                    <a:pt x="125540" y="146304"/>
                  </a:lnTo>
                  <a:lnTo>
                    <a:pt x="124492" y="146590"/>
                  </a:lnTo>
                  <a:lnTo>
                    <a:pt x="123444" y="147066"/>
                  </a:lnTo>
                  <a:lnTo>
                    <a:pt x="122396" y="147733"/>
                  </a:lnTo>
                  <a:lnTo>
                    <a:pt x="121444" y="148685"/>
                  </a:lnTo>
                  <a:lnTo>
                    <a:pt x="120110" y="150400"/>
                  </a:lnTo>
                  <a:lnTo>
                    <a:pt x="119825" y="151733"/>
                  </a:lnTo>
                  <a:lnTo>
                    <a:pt x="119825" y="152971"/>
                  </a:lnTo>
                  <a:lnTo>
                    <a:pt x="121253" y="155638"/>
                  </a:lnTo>
                  <a:lnTo>
                    <a:pt x="121539" y="156591"/>
                  </a:lnTo>
                  <a:lnTo>
                    <a:pt x="122015" y="160210"/>
                  </a:lnTo>
                  <a:lnTo>
                    <a:pt x="122301" y="161258"/>
                  </a:lnTo>
                  <a:lnTo>
                    <a:pt x="122682" y="162211"/>
                  </a:lnTo>
                  <a:lnTo>
                    <a:pt x="125635" y="166116"/>
                  </a:lnTo>
                  <a:lnTo>
                    <a:pt x="126016" y="166973"/>
                  </a:lnTo>
                  <a:lnTo>
                    <a:pt x="126302" y="168212"/>
                  </a:lnTo>
                  <a:lnTo>
                    <a:pt x="126397" y="169735"/>
                  </a:lnTo>
                  <a:lnTo>
                    <a:pt x="126206" y="171926"/>
                  </a:lnTo>
                  <a:lnTo>
                    <a:pt x="125921" y="173164"/>
                  </a:lnTo>
                  <a:lnTo>
                    <a:pt x="124778" y="175165"/>
                  </a:lnTo>
                  <a:lnTo>
                    <a:pt x="124397" y="175927"/>
                  </a:lnTo>
                  <a:lnTo>
                    <a:pt x="122492" y="178879"/>
                  </a:lnTo>
                  <a:lnTo>
                    <a:pt x="119729" y="186214"/>
                  </a:lnTo>
                  <a:lnTo>
                    <a:pt x="118396" y="188976"/>
                  </a:lnTo>
                  <a:lnTo>
                    <a:pt x="112871" y="197739"/>
                  </a:lnTo>
                  <a:lnTo>
                    <a:pt x="111824" y="198882"/>
                  </a:lnTo>
                  <a:lnTo>
                    <a:pt x="110966" y="199358"/>
                  </a:lnTo>
                  <a:lnTo>
                    <a:pt x="109919" y="199644"/>
                  </a:lnTo>
                  <a:lnTo>
                    <a:pt x="108776" y="199739"/>
                  </a:lnTo>
                  <a:lnTo>
                    <a:pt x="107632" y="199644"/>
                  </a:lnTo>
                  <a:lnTo>
                    <a:pt x="106775" y="199454"/>
                  </a:lnTo>
                  <a:lnTo>
                    <a:pt x="106204" y="199263"/>
                  </a:lnTo>
                  <a:lnTo>
                    <a:pt x="105823" y="199072"/>
                  </a:lnTo>
                  <a:lnTo>
                    <a:pt x="101727" y="196691"/>
                  </a:lnTo>
                  <a:lnTo>
                    <a:pt x="97631" y="195072"/>
                  </a:lnTo>
                  <a:lnTo>
                    <a:pt x="90392" y="193738"/>
                  </a:lnTo>
                  <a:lnTo>
                    <a:pt x="87916" y="193834"/>
                  </a:lnTo>
                  <a:lnTo>
                    <a:pt x="85630" y="194310"/>
                  </a:lnTo>
                  <a:lnTo>
                    <a:pt x="84106" y="194786"/>
                  </a:lnTo>
                  <a:lnTo>
                    <a:pt x="79915" y="196977"/>
                  </a:lnTo>
                  <a:lnTo>
                    <a:pt x="78581" y="197358"/>
                  </a:lnTo>
                  <a:lnTo>
                    <a:pt x="76486" y="197739"/>
                  </a:lnTo>
                  <a:lnTo>
                    <a:pt x="68580" y="196787"/>
                  </a:lnTo>
                  <a:lnTo>
                    <a:pt x="66961" y="196787"/>
                  </a:lnTo>
                  <a:lnTo>
                    <a:pt x="65818" y="196882"/>
                  </a:lnTo>
                  <a:lnTo>
                    <a:pt x="52483" y="202216"/>
                  </a:lnTo>
                  <a:lnTo>
                    <a:pt x="51626" y="202692"/>
                  </a:lnTo>
                  <a:lnTo>
                    <a:pt x="49340" y="204788"/>
                  </a:lnTo>
                  <a:lnTo>
                    <a:pt x="48292" y="205550"/>
                  </a:lnTo>
                  <a:lnTo>
                    <a:pt x="46006" y="206502"/>
                  </a:lnTo>
                  <a:lnTo>
                    <a:pt x="46006" y="206502"/>
                  </a:lnTo>
                  <a:lnTo>
                    <a:pt x="47530" y="209455"/>
                  </a:lnTo>
                  <a:lnTo>
                    <a:pt x="48292" y="211646"/>
                  </a:lnTo>
                  <a:lnTo>
                    <a:pt x="48482" y="213931"/>
                  </a:lnTo>
                  <a:lnTo>
                    <a:pt x="48292" y="216122"/>
                  </a:lnTo>
                  <a:lnTo>
                    <a:pt x="47530" y="218313"/>
                  </a:lnTo>
                  <a:lnTo>
                    <a:pt x="41720" y="224028"/>
                  </a:lnTo>
                  <a:lnTo>
                    <a:pt x="33909" y="227362"/>
                  </a:lnTo>
                  <a:lnTo>
                    <a:pt x="27908" y="231553"/>
                  </a:lnTo>
                  <a:lnTo>
                    <a:pt x="27146" y="239744"/>
                  </a:lnTo>
                  <a:lnTo>
                    <a:pt x="31052" y="251460"/>
                  </a:lnTo>
                  <a:lnTo>
                    <a:pt x="32480" y="257556"/>
                  </a:lnTo>
                  <a:lnTo>
                    <a:pt x="32956" y="263747"/>
                  </a:lnTo>
                  <a:lnTo>
                    <a:pt x="32004" y="281940"/>
                  </a:lnTo>
                  <a:lnTo>
                    <a:pt x="33528" y="287560"/>
                  </a:lnTo>
                  <a:lnTo>
                    <a:pt x="35433" y="290703"/>
                  </a:lnTo>
                  <a:lnTo>
                    <a:pt x="42767" y="297751"/>
                  </a:lnTo>
                  <a:lnTo>
                    <a:pt x="42863" y="297847"/>
                  </a:lnTo>
                  <a:lnTo>
                    <a:pt x="47339" y="305181"/>
                  </a:lnTo>
                  <a:lnTo>
                    <a:pt x="48578" y="305848"/>
                  </a:lnTo>
                  <a:lnTo>
                    <a:pt x="51530" y="306800"/>
                  </a:lnTo>
                  <a:lnTo>
                    <a:pt x="52864" y="307467"/>
                  </a:lnTo>
                  <a:lnTo>
                    <a:pt x="54293" y="308324"/>
                  </a:lnTo>
                  <a:lnTo>
                    <a:pt x="55245" y="309563"/>
                  </a:lnTo>
                  <a:lnTo>
                    <a:pt x="55626" y="311372"/>
                  </a:lnTo>
                  <a:lnTo>
                    <a:pt x="55721" y="313563"/>
                  </a:lnTo>
                  <a:lnTo>
                    <a:pt x="56388" y="314134"/>
                  </a:lnTo>
                  <a:lnTo>
                    <a:pt x="59246" y="312801"/>
                  </a:lnTo>
                  <a:lnTo>
                    <a:pt x="61722" y="312992"/>
                  </a:lnTo>
                  <a:lnTo>
                    <a:pt x="67818" y="316325"/>
                  </a:lnTo>
                  <a:lnTo>
                    <a:pt x="70580" y="317278"/>
                  </a:lnTo>
                  <a:lnTo>
                    <a:pt x="76962" y="317563"/>
                  </a:lnTo>
                  <a:lnTo>
                    <a:pt x="79724" y="318992"/>
                  </a:lnTo>
                  <a:lnTo>
                    <a:pt x="79915" y="322517"/>
                  </a:lnTo>
                  <a:lnTo>
                    <a:pt x="79248" y="323945"/>
                  </a:lnTo>
                  <a:lnTo>
                    <a:pt x="77533" y="326517"/>
                  </a:lnTo>
                  <a:lnTo>
                    <a:pt x="76962" y="328327"/>
                  </a:lnTo>
                  <a:lnTo>
                    <a:pt x="76581" y="333280"/>
                  </a:lnTo>
                  <a:lnTo>
                    <a:pt x="76105" y="335089"/>
                  </a:lnTo>
                  <a:lnTo>
                    <a:pt x="76105" y="338709"/>
                  </a:lnTo>
                  <a:lnTo>
                    <a:pt x="77724" y="341185"/>
                  </a:lnTo>
                  <a:lnTo>
                    <a:pt x="82391" y="345376"/>
                  </a:lnTo>
                  <a:lnTo>
                    <a:pt x="84011" y="348329"/>
                  </a:lnTo>
                  <a:lnTo>
                    <a:pt x="84487" y="351187"/>
                  </a:lnTo>
                  <a:lnTo>
                    <a:pt x="85344" y="353949"/>
                  </a:lnTo>
                  <a:lnTo>
                    <a:pt x="87535" y="356425"/>
                  </a:lnTo>
                  <a:lnTo>
                    <a:pt x="89440" y="358521"/>
                  </a:lnTo>
                  <a:lnTo>
                    <a:pt x="89821" y="361664"/>
                  </a:lnTo>
                  <a:lnTo>
                    <a:pt x="89059" y="365093"/>
                  </a:lnTo>
                  <a:lnTo>
                    <a:pt x="87535" y="368141"/>
                  </a:lnTo>
                  <a:lnTo>
                    <a:pt x="84201" y="372237"/>
                  </a:lnTo>
                  <a:lnTo>
                    <a:pt x="76391" y="378523"/>
                  </a:lnTo>
                  <a:lnTo>
                    <a:pt x="72962" y="382429"/>
                  </a:lnTo>
                  <a:lnTo>
                    <a:pt x="71533" y="382810"/>
                  </a:lnTo>
                  <a:lnTo>
                    <a:pt x="69914" y="382238"/>
                  </a:lnTo>
                  <a:lnTo>
                    <a:pt x="68294" y="381476"/>
                  </a:lnTo>
                  <a:lnTo>
                    <a:pt x="66675" y="381095"/>
                  </a:lnTo>
                  <a:lnTo>
                    <a:pt x="64675" y="381476"/>
                  </a:lnTo>
                  <a:lnTo>
                    <a:pt x="62294" y="382238"/>
                  </a:lnTo>
                  <a:lnTo>
                    <a:pt x="60103" y="383286"/>
                  </a:lnTo>
                  <a:lnTo>
                    <a:pt x="58483" y="384524"/>
                  </a:lnTo>
                  <a:lnTo>
                    <a:pt x="57626" y="386620"/>
                  </a:lnTo>
                  <a:lnTo>
                    <a:pt x="56769" y="392239"/>
                  </a:lnTo>
                  <a:lnTo>
                    <a:pt x="55435" y="394049"/>
                  </a:lnTo>
                  <a:lnTo>
                    <a:pt x="54769" y="394144"/>
                  </a:lnTo>
                  <a:lnTo>
                    <a:pt x="52578" y="393573"/>
                  </a:lnTo>
                  <a:lnTo>
                    <a:pt x="51721" y="393478"/>
                  </a:lnTo>
                  <a:lnTo>
                    <a:pt x="50578" y="393763"/>
                  </a:lnTo>
                  <a:lnTo>
                    <a:pt x="48673" y="394716"/>
                  </a:lnTo>
                  <a:lnTo>
                    <a:pt x="47530" y="394906"/>
                  </a:lnTo>
                  <a:lnTo>
                    <a:pt x="44958" y="396335"/>
                  </a:lnTo>
                  <a:lnTo>
                    <a:pt x="42386" y="395573"/>
                  </a:lnTo>
                  <a:lnTo>
                    <a:pt x="40005" y="393573"/>
                  </a:lnTo>
                  <a:lnTo>
                    <a:pt x="37909" y="391287"/>
                  </a:lnTo>
                  <a:lnTo>
                    <a:pt x="31147" y="385477"/>
                  </a:lnTo>
                  <a:lnTo>
                    <a:pt x="29813" y="382429"/>
                  </a:lnTo>
                  <a:lnTo>
                    <a:pt x="28384" y="377571"/>
                  </a:lnTo>
                  <a:lnTo>
                    <a:pt x="28289" y="376142"/>
                  </a:lnTo>
                  <a:lnTo>
                    <a:pt x="28670" y="374428"/>
                  </a:lnTo>
                  <a:lnTo>
                    <a:pt x="29432" y="372809"/>
                  </a:lnTo>
                  <a:lnTo>
                    <a:pt x="29528" y="371189"/>
                  </a:lnTo>
                  <a:lnTo>
                    <a:pt x="28384" y="369665"/>
                  </a:lnTo>
                  <a:lnTo>
                    <a:pt x="26479" y="368903"/>
                  </a:lnTo>
                  <a:lnTo>
                    <a:pt x="25051" y="369665"/>
                  </a:lnTo>
                  <a:lnTo>
                    <a:pt x="22670" y="372523"/>
                  </a:lnTo>
                  <a:lnTo>
                    <a:pt x="21241" y="373761"/>
                  </a:lnTo>
                  <a:lnTo>
                    <a:pt x="19907" y="374523"/>
                  </a:lnTo>
                  <a:lnTo>
                    <a:pt x="16669" y="375285"/>
                  </a:lnTo>
                  <a:lnTo>
                    <a:pt x="5239" y="375666"/>
                  </a:lnTo>
                  <a:lnTo>
                    <a:pt x="2096" y="376333"/>
                  </a:lnTo>
                  <a:lnTo>
                    <a:pt x="286" y="377380"/>
                  </a:lnTo>
                  <a:lnTo>
                    <a:pt x="0" y="379190"/>
                  </a:lnTo>
                  <a:lnTo>
                    <a:pt x="2191" y="384048"/>
                  </a:lnTo>
                  <a:lnTo>
                    <a:pt x="5334" y="388810"/>
                  </a:lnTo>
                  <a:lnTo>
                    <a:pt x="5620" y="389763"/>
                  </a:lnTo>
                  <a:lnTo>
                    <a:pt x="5334" y="390334"/>
                  </a:lnTo>
                  <a:lnTo>
                    <a:pt x="4763" y="390811"/>
                  </a:lnTo>
                  <a:lnTo>
                    <a:pt x="4381" y="391668"/>
                  </a:lnTo>
                  <a:lnTo>
                    <a:pt x="4286" y="392811"/>
                  </a:lnTo>
                  <a:lnTo>
                    <a:pt x="4381" y="393383"/>
                  </a:lnTo>
                  <a:lnTo>
                    <a:pt x="4572" y="393859"/>
                  </a:lnTo>
                  <a:lnTo>
                    <a:pt x="6477" y="402431"/>
                  </a:lnTo>
                  <a:lnTo>
                    <a:pt x="6382" y="404431"/>
                  </a:lnTo>
                  <a:lnTo>
                    <a:pt x="6001" y="406146"/>
                  </a:lnTo>
                  <a:lnTo>
                    <a:pt x="6096" y="407384"/>
                  </a:lnTo>
                  <a:lnTo>
                    <a:pt x="6953" y="407575"/>
                  </a:lnTo>
                  <a:lnTo>
                    <a:pt x="6953" y="407670"/>
                  </a:lnTo>
                  <a:lnTo>
                    <a:pt x="7620" y="407860"/>
                  </a:lnTo>
                  <a:lnTo>
                    <a:pt x="10478" y="409384"/>
                  </a:lnTo>
                  <a:lnTo>
                    <a:pt x="12287" y="411861"/>
                  </a:lnTo>
                  <a:lnTo>
                    <a:pt x="13621" y="414814"/>
                  </a:lnTo>
                  <a:lnTo>
                    <a:pt x="21431" y="425482"/>
                  </a:lnTo>
                  <a:lnTo>
                    <a:pt x="23717" y="427292"/>
                  </a:lnTo>
                  <a:lnTo>
                    <a:pt x="27242" y="429387"/>
                  </a:lnTo>
                  <a:lnTo>
                    <a:pt x="28194" y="430339"/>
                  </a:lnTo>
                  <a:lnTo>
                    <a:pt x="29051" y="432244"/>
                  </a:lnTo>
                  <a:lnTo>
                    <a:pt x="28861" y="434054"/>
                  </a:lnTo>
                  <a:lnTo>
                    <a:pt x="27051" y="438055"/>
                  </a:lnTo>
                  <a:lnTo>
                    <a:pt x="26575" y="439864"/>
                  </a:lnTo>
                  <a:lnTo>
                    <a:pt x="26003" y="443865"/>
                  </a:lnTo>
                  <a:lnTo>
                    <a:pt x="25527" y="445580"/>
                  </a:lnTo>
                  <a:lnTo>
                    <a:pt x="23431" y="448913"/>
                  </a:lnTo>
                  <a:lnTo>
                    <a:pt x="23146" y="450437"/>
                  </a:lnTo>
                  <a:lnTo>
                    <a:pt x="25146" y="452628"/>
                  </a:lnTo>
                  <a:lnTo>
                    <a:pt x="25051" y="453485"/>
                  </a:lnTo>
                  <a:lnTo>
                    <a:pt x="24860" y="454342"/>
                  </a:lnTo>
                  <a:lnTo>
                    <a:pt x="24955" y="455295"/>
                  </a:lnTo>
                  <a:lnTo>
                    <a:pt x="25336" y="455962"/>
                  </a:lnTo>
                  <a:lnTo>
                    <a:pt x="26289" y="457200"/>
                  </a:lnTo>
                  <a:lnTo>
                    <a:pt x="26956" y="458819"/>
                  </a:lnTo>
                  <a:lnTo>
                    <a:pt x="27337" y="459486"/>
                  </a:lnTo>
                  <a:lnTo>
                    <a:pt x="28003" y="459962"/>
                  </a:lnTo>
                  <a:lnTo>
                    <a:pt x="28670" y="460153"/>
                  </a:lnTo>
                  <a:lnTo>
                    <a:pt x="30099" y="460153"/>
                  </a:lnTo>
                  <a:lnTo>
                    <a:pt x="33052" y="463201"/>
                  </a:lnTo>
                  <a:lnTo>
                    <a:pt x="34957" y="465677"/>
                  </a:lnTo>
                  <a:lnTo>
                    <a:pt x="34576" y="466820"/>
                  </a:lnTo>
                  <a:lnTo>
                    <a:pt x="33242" y="468344"/>
                  </a:lnTo>
                  <a:lnTo>
                    <a:pt x="25432" y="474726"/>
                  </a:lnTo>
                  <a:lnTo>
                    <a:pt x="25051" y="476821"/>
                  </a:lnTo>
                  <a:lnTo>
                    <a:pt x="28099" y="478726"/>
                  </a:lnTo>
                  <a:lnTo>
                    <a:pt x="30480" y="480822"/>
                  </a:lnTo>
                  <a:lnTo>
                    <a:pt x="30290" y="483870"/>
                  </a:lnTo>
                  <a:lnTo>
                    <a:pt x="29051" y="487489"/>
                  </a:lnTo>
                  <a:lnTo>
                    <a:pt x="28575" y="491014"/>
                  </a:lnTo>
                  <a:lnTo>
                    <a:pt x="28766" y="492633"/>
                  </a:lnTo>
                  <a:lnTo>
                    <a:pt x="29051" y="493586"/>
                  </a:lnTo>
                  <a:lnTo>
                    <a:pt x="29718" y="494157"/>
                  </a:lnTo>
                  <a:lnTo>
                    <a:pt x="32195" y="495395"/>
                  </a:lnTo>
                  <a:lnTo>
                    <a:pt x="33147" y="495395"/>
                  </a:lnTo>
                  <a:lnTo>
                    <a:pt x="35243" y="494919"/>
                  </a:lnTo>
                  <a:lnTo>
                    <a:pt x="37338" y="495205"/>
                  </a:lnTo>
                  <a:lnTo>
                    <a:pt x="38386" y="495110"/>
                  </a:lnTo>
                  <a:lnTo>
                    <a:pt x="39624" y="494443"/>
                  </a:lnTo>
                  <a:lnTo>
                    <a:pt x="39719" y="494347"/>
                  </a:lnTo>
                  <a:lnTo>
                    <a:pt x="40672" y="493395"/>
                  </a:lnTo>
                  <a:lnTo>
                    <a:pt x="41529" y="492157"/>
                  </a:lnTo>
                  <a:lnTo>
                    <a:pt x="42863" y="489204"/>
                  </a:lnTo>
                  <a:lnTo>
                    <a:pt x="44196" y="489871"/>
                  </a:lnTo>
                  <a:lnTo>
                    <a:pt x="46196" y="491966"/>
                  </a:lnTo>
                  <a:lnTo>
                    <a:pt x="47530" y="492442"/>
                  </a:lnTo>
                  <a:lnTo>
                    <a:pt x="48578" y="490252"/>
                  </a:lnTo>
                  <a:lnTo>
                    <a:pt x="49054" y="486251"/>
                  </a:lnTo>
                  <a:lnTo>
                    <a:pt x="50578" y="482632"/>
                  </a:lnTo>
                  <a:lnTo>
                    <a:pt x="54483" y="481870"/>
                  </a:lnTo>
                  <a:lnTo>
                    <a:pt x="55626" y="482441"/>
                  </a:lnTo>
                  <a:lnTo>
                    <a:pt x="57912" y="484442"/>
                  </a:lnTo>
                  <a:lnTo>
                    <a:pt x="60579" y="486061"/>
                  </a:lnTo>
                  <a:lnTo>
                    <a:pt x="61055" y="487394"/>
                  </a:lnTo>
                  <a:lnTo>
                    <a:pt x="61436" y="488823"/>
                  </a:lnTo>
                  <a:lnTo>
                    <a:pt x="62198" y="490156"/>
                  </a:lnTo>
                  <a:lnTo>
                    <a:pt x="62865" y="490442"/>
                  </a:lnTo>
                  <a:lnTo>
                    <a:pt x="64389" y="490633"/>
                  </a:lnTo>
                  <a:lnTo>
                    <a:pt x="64960" y="491014"/>
                  </a:lnTo>
                  <a:lnTo>
                    <a:pt x="65342" y="491966"/>
                  </a:lnTo>
                  <a:lnTo>
                    <a:pt x="65246" y="492823"/>
                  </a:lnTo>
                  <a:lnTo>
                    <a:pt x="65056" y="493776"/>
                  </a:lnTo>
                  <a:lnTo>
                    <a:pt x="64960" y="494729"/>
                  </a:lnTo>
                  <a:lnTo>
                    <a:pt x="65246" y="495490"/>
                  </a:lnTo>
                  <a:lnTo>
                    <a:pt x="66484" y="496443"/>
                  </a:lnTo>
                  <a:lnTo>
                    <a:pt x="66961" y="497110"/>
                  </a:lnTo>
                  <a:lnTo>
                    <a:pt x="66961" y="497967"/>
                  </a:lnTo>
                  <a:lnTo>
                    <a:pt x="66770" y="498729"/>
                  </a:lnTo>
                  <a:lnTo>
                    <a:pt x="66675" y="499586"/>
                  </a:lnTo>
                  <a:lnTo>
                    <a:pt x="66961" y="500444"/>
                  </a:lnTo>
                  <a:lnTo>
                    <a:pt x="68199" y="501396"/>
                  </a:lnTo>
                  <a:lnTo>
                    <a:pt x="69628" y="501777"/>
                  </a:lnTo>
                  <a:lnTo>
                    <a:pt x="70676" y="502444"/>
                  </a:lnTo>
                  <a:lnTo>
                    <a:pt x="71152" y="504444"/>
                  </a:lnTo>
                  <a:lnTo>
                    <a:pt x="71247" y="506254"/>
                  </a:lnTo>
                  <a:lnTo>
                    <a:pt x="71438" y="507873"/>
                  </a:lnTo>
                  <a:lnTo>
                    <a:pt x="72009" y="509397"/>
                  </a:lnTo>
                  <a:lnTo>
                    <a:pt x="73057" y="510635"/>
                  </a:lnTo>
                  <a:lnTo>
                    <a:pt x="75057" y="511778"/>
                  </a:lnTo>
                  <a:lnTo>
                    <a:pt x="77248" y="512445"/>
                  </a:lnTo>
                  <a:lnTo>
                    <a:pt x="79153" y="513493"/>
                  </a:lnTo>
                  <a:lnTo>
                    <a:pt x="80010" y="514921"/>
                  </a:lnTo>
                  <a:lnTo>
                    <a:pt x="80486" y="515779"/>
                  </a:lnTo>
                  <a:lnTo>
                    <a:pt x="80963" y="518827"/>
                  </a:lnTo>
                  <a:lnTo>
                    <a:pt x="81534" y="519970"/>
                  </a:lnTo>
                  <a:lnTo>
                    <a:pt x="82582" y="520351"/>
                  </a:lnTo>
                  <a:lnTo>
                    <a:pt x="83820" y="520065"/>
                  </a:lnTo>
                  <a:lnTo>
                    <a:pt x="85153" y="519970"/>
                  </a:lnTo>
                  <a:lnTo>
                    <a:pt x="86297" y="520255"/>
                  </a:lnTo>
                  <a:lnTo>
                    <a:pt x="87535" y="520922"/>
                  </a:lnTo>
                  <a:lnTo>
                    <a:pt x="87821" y="521303"/>
                  </a:lnTo>
                  <a:lnTo>
                    <a:pt x="88106" y="521684"/>
                  </a:lnTo>
                  <a:lnTo>
                    <a:pt x="88392" y="522161"/>
                  </a:lnTo>
                  <a:lnTo>
                    <a:pt x="88487" y="522732"/>
                  </a:lnTo>
                  <a:lnTo>
                    <a:pt x="89249" y="523970"/>
                  </a:lnTo>
                  <a:lnTo>
                    <a:pt x="90392" y="525304"/>
                  </a:lnTo>
                  <a:lnTo>
                    <a:pt x="91726" y="526542"/>
                  </a:lnTo>
                  <a:lnTo>
                    <a:pt x="92964" y="527113"/>
                  </a:lnTo>
                  <a:lnTo>
                    <a:pt x="94678" y="527495"/>
                  </a:lnTo>
                  <a:lnTo>
                    <a:pt x="95631" y="527875"/>
                  </a:lnTo>
                  <a:lnTo>
                    <a:pt x="96583" y="527780"/>
                  </a:lnTo>
                  <a:lnTo>
                    <a:pt x="99822" y="525685"/>
                  </a:lnTo>
                  <a:lnTo>
                    <a:pt x="101251" y="525399"/>
                  </a:lnTo>
                  <a:lnTo>
                    <a:pt x="104489" y="525208"/>
                  </a:lnTo>
                  <a:lnTo>
                    <a:pt x="108490" y="524161"/>
                  </a:lnTo>
                  <a:lnTo>
                    <a:pt x="110204" y="524351"/>
                  </a:lnTo>
                  <a:lnTo>
                    <a:pt x="116015" y="525780"/>
                  </a:lnTo>
                  <a:lnTo>
                    <a:pt x="117443" y="526447"/>
                  </a:lnTo>
                  <a:lnTo>
                    <a:pt x="118396" y="527590"/>
                  </a:lnTo>
                  <a:lnTo>
                    <a:pt x="119825" y="530257"/>
                  </a:lnTo>
                  <a:lnTo>
                    <a:pt x="121634" y="532352"/>
                  </a:lnTo>
                  <a:lnTo>
                    <a:pt x="122587" y="532924"/>
                  </a:lnTo>
                  <a:lnTo>
                    <a:pt x="122968" y="533210"/>
                  </a:lnTo>
                  <a:lnTo>
                    <a:pt x="124206" y="533972"/>
                  </a:lnTo>
                  <a:lnTo>
                    <a:pt x="129826" y="536353"/>
                  </a:lnTo>
                  <a:lnTo>
                    <a:pt x="131636" y="537877"/>
                  </a:lnTo>
                  <a:lnTo>
                    <a:pt x="132874" y="540067"/>
                  </a:lnTo>
                  <a:lnTo>
                    <a:pt x="134398" y="542163"/>
                  </a:lnTo>
                  <a:lnTo>
                    <a:pt x="136779" y="543115"/>
                  </a:lnTo>
                  <a:lnTo>
                    <a:pt x="138113" y="542735"/>
                  </a:lnTo>
                  <a:lnTo>
                    <a:pt x="140589" y="541401"/>
                  </a:lnTo>
                  <a:lnTo>
                    <a:pt x="141923" y="541401"/>
                  </a:lnTo>
                  <a:lnTo>
                    <a:pt x="142875" y="542068"/>
                  </a:lnTo>
                  <a:lnTo>
                    <a:pt x="145066" y="545497"/>
                  </a:lnTo>
                  <a:lnTo>
                    <a:pt x="147352" y="546830"/>
                  </a:lnTo>
                  <a:lnTo>
                    <a:pt x="147828" y="547688"/>
                  </a:lnTo>
                  <a:lnTo>
                    <a:pt x="145923" y="551307"/>
                  </a:lnTo>
                  <a:lnTo>
                    <a:pt x="145352" y="551783"/>
                  </a:lnTo>
                  <a:lnTo>
                    <a:pt x="144685" y="551879"/>
                  </a:lnTo>
                  <a:lnTo>
                    <a:pt x="143923" y="551879"/>
                  </a:lnTo>
                  <a:lnTo>
                    <a:pt x="143161" y="551879"/>
                  </a:lnTo>
                  <a:lnTo>
                    <a:pt x="142685" y="552355"/>
                  </a:lnTo>
                  <a:lnTo>
                    <a:pt x="142685" y="553498"/>
                  </a:lnTo>
                  <a:lnTo>
                    <a:pt x="143542" y="554641"/>
                  </a:lnTo>
                  <a:lnTo>
                    <a:pt x="144590" y="555688"/>
                  </a:lnTo>
                  <a:lnTo>
                    <a:pt x="145352" y="556831"/>
                  </a:lnTo>
                  <a:lnTo>
                    <a:pt x="145637" y="558641"/>
                  </a:lnTo>
                  <a:lnTo>
                    <a:pt x="145161" y="560070"/>
                  </a:lnTo>
                  <a:lnTo>
                    <a:pt x="144399" y="561404"/>
                  </a:lnTo>
                  <a:lnTo>
                    <a:pt x="143732" y="563023"/>
                  </a:lnTo>
                  <a:lnTo>
                    <a:pt x="146685" y="562261"/>
                  </a:lnTo>
                  <a:lnTo>
                    <a:pt x="149543" y="562451"/>
                  </a:lnTo>
                  <a:lnTo>
                    <a:pt x="155448" y="564166"/>
                  </a:lnTo>
                  <a:lnTo>
                    <a:pt x="163354" y="568642"/>
                  </a:lnTo>
                  <a:lnTo>
                    <a:pt x="167354" y="570262"/>
                  </a:lnTo>
                  <a:lnTo>
                    <a:pt x="170021" y="571976"/>
                  </a:lnTo>
                  <a:lnTo>
                    <a:pt x="171355" y="572262"/>
                  </a:lnTo>
                  <a:lnTo>
                    <a:pt x="172974" y="572072"/>
                  </a:lnTo>
                  <a:lnTo>
                    <a:pt x="174117" y="571690"/>
                  </a:lnTo>
                  <a:lnTo>
                    <a:pt x="175355" y="571595"/>
                  </a:lnTo>
                  <a:lnTo>
                    <a:pt x="177070" y="572167"/>
                  </a:lnTo>
                  <a:lnTo>
                    <a:pt x="184880" y="576644"/>
                  </a:lnTo>
                  <a:lnTo>
                    <a:pt x="187166" y="578453"/>
                  </a:lnTo>
                  <a:lnTo>
                    <a:pt x="188119" y="579691"/>
                  </a:lnTo>
                  <a:lnTo>
                    <a:pt x="189738" y="582644"/>
                  </a:lnTo>
                  <a:lnTo>
                    <a:pt x="190691" y="583978"/>
                  </a:lnTo>
                  <a:lnTo>
                    <a:pt x="191834" y="584930"/>
                  </a:lnTo>
                  <a:lnTo>
                    <a:pt x="198692" y="587978"/>
                  </a:lnTo>
                  <a:lnTo>
                    <a:pt x="204788" y="589693"/>
                  </a:lnTo>
                  <a:lnTo>
                    <a:pt x="207359" y="591026"/>
                  </a:lnTo>
                  <a:lnTo>
                    <a:pt x="208978" y="593598"/>
                  </a:lnTo>
                  <a:lnTo>
                    <a:pt x="209550" y="594931"/>
                  </a:lnTo>
                  <a:lnTo>
                    <a:pt x="208978" y="596360"/>
                  </a:lnTo>
                  <a:lnTo>
                    <a:pt x="209836" y="597122"/>
                  </a:lnTo>
                  <a:lnTo>
                    <a:pt x="210884" y="598646"/>
                  </a:lnTo>
                  <a:lnTo>
                    <a:pt x="211741" y="600456"/>
                  </a:lnTo>
                  <a:lnTo>
                    <a:pt x="212789" y="603409"/>
                  </a:lnTo>
                  <a:lnTo>
                    <a:pt x="214598" y="606457"/>
                  </a:lnTo>
                  <a:lnTo>
                    <a:pt x="215265" y="607886"/>
                  </a:lnTo>
                  <a:lnTo>
                    <a:pt x="216027" y="611981"/>
                  </a:lnTo>
                  <a:lnTo>
                    <a:pt x="216122" y="612077"/>
                  </a:lnTo>
                  <a:lnTo>
                    <a:pt x="217075" y="612934"/>
                  </a:lnTo>
                  <a:lnTo>
                    <a:pt x="219266" y="612362"/>
                  </a:lnTo>
                  <a:lnTo>
                    <a:pt x="221171" y="612362"/>
                  </a:lnTo>
                  <a:lnTo>
                    <a:pt x="224885" y="614077"/>
                  </a:lnTo>
                  <a:lnTo>
                    <a:pt x="226600" y="613791"/>
                  </a:lnTo>
                  <a:lnTo>
                    <a:pt x="227457" y="612457"/>
                  </a:lnTo>
                  <a:lnTo>
                    <a:pt x="227362" y="609886"/>
                  </a:lnTo>
                  <a:lnTo>
                    <a:pt x="228410" y="609124"/>
                  </a:lnTo>
                  <a:lnTo>
                    <a:pt x="229838" y="608647"/>
                  </a:lnTo>
                  <a:lnTo>
                    <a:pt x="230600" y="608076"/>
                  </a:lnTo>
                  <a:lnTo>
                    <a:pt x="230695" y="607886"/>
                  </a:lnTo>
                  <a:lnTo>
                    <a:pt x="231076" y="607123"/>
                  </a:lnTo>
                  <a:lnTo>
                    <a:pt x="231362" y="605695"/>
                  </a:lnTo>
                  <a:lnTo>
                    <a:pt x="231267" y="605123"/>
                  </a:lnTo>
                  <a:lnTo>
                    <a:pt x="230600" y="603695"/>
                  </a:lnTo>
                  <a:lnTo>
                    <a:pt x="230600" y="603028"/>
                  </a:lnTo>
                  <a:lnTo>
                    <a:pt x="231458" y="602361"/>
                  </a:lnTo>
                  <a:lnTo>
                    <a:pt x="232696" y="602266"/>
                  </a:lnTo>
                  <a:lnTo>
                    <a:pt x="234029" y="602361"/>
                  </a:lnTo>
                  <a:lnTo>
                    <a:pt x="235077" y="602171"/>
                  </a:lnTo>
                  <a:lnTo>
                    <a:pt x="236315" y="601313"/>
                  </a:lnTo>
                  <a:lnTo>
                    <a:pt x="237268" y="600075"/>
                  </a:lnTo>
                  <a:lnTo>
                    <a:pt x="237839" y="598551"/>
                  </a:lnTo>
                  <a:lnTo>
                    <a:pt x="238220" y="595694"/>
                  </a:lnTo>
                  <a:lnTo>
                    <a:pt x="239268" y="593979"/>
                  </a:lnTo>
                  <a:lnTo>
                    <a:pt x="239459" y="593122"/>
                  </a:lnTo>
                  <a:lnTo>
                    <a:pt x="239459" y="592360"/>
                  </a:lnTo>
                  <a:lnTo>
                    <a:pt x="238887" y="590836"/>
                  </a:lnTo>
                  <a:lnTo>
                    <a:pt x="238792" y="590074"/>
                  </a:lnTo>
                  <a:lnTo>
                    <a:pt x="238697" y="586835"/>
                  </a:lnTo>
                  <a:lnTo>
                    <a:pt x="238982" y="585311"/>
                  </a:lnTo>
                  <a:lnTo>
                    <a:pt x="239840" y="584073"/>
                  </a:lnTo>
                  <a:lnTo>
                    <a:pt x="240220" y="582739"/>
                  </a:lnTo>
                  <a:lnTo>
                    <a:pt x="240030" y="581311"/>
                  </a:lnTo>
                  <a:lnTo>
                    <a:pt x="240316" y="580072"/>
                  </a:lnTo>
                  <a:lnTo>
                    <a:pt x="241840" y="579596"/>
                  </a:lnTo>
                  <a:lnTo>
                    <a:pt x="243364" y="580263"/>
                  </a:lnTo>
                  <a:lnTo>
                    <a:pt x="246316" y="583121"/>
                  </a:lnTo>
                  <a:lnTo>
                    <a:pt x="247936" y="583978"/>
                  </a:lnTo>
                  <a:lnTo>
                    <a:pt x="250031" y="584263"/>
                  </a:lnTo>
                  <a:lnTo>
                    <a:pt x="250889" y="583978"/>
                  </a:lnTo>
                  <a:lnTo>
                    <a:pt x="251841" y="580454"/>
                  </a:lnTo>
                  <a:lnTo>
                    <a:pt x="252222" y="579691"/>
                  </a:lnTo>
                  <a:lnTo>
                    <a:pt x="252793" y="579311"/>
                  </a:lnTo>
                  <a:lnTo>
                    <a:pt x="254318" y="579025"/>
                  </a:lnTo>
                  <a:lnTo>
                    <a:pt x="255365" y="578548"/>
                  </a:lnTo>
                  <a:lnTo>
                    <a:pt x="255841" y="577787"/>
                  </a:lnTo>
                  <a:lnTo>
                    <a:pt x="256032" y="576929"/>
                  </a:lnTo>
                  <a:lnTo>
                    <a:pt x="256603" y="576358"/>
                  </a:lnTo>
                  <a:lnTo>
                    <a:pt x="258413" y="576167"/>
                  </a:lnTo>
                  <a:lnTo>
                    <a:pt x="260128" y="576644"/>
                  </a:lnTo>
                  <a:lnTo>
                    <a:pt x="269843" y="581120"/>
                  </a:lnTo>
                  <a:lnTo>
                    <a:pt x="271558" y="581597"/>
                  </a:lnTo>
                  <a:lnTo>
                    <a:pt x="273368" y="581215"/>
                  </a:lnTo>
                  <a:lnTo>
                    <a:pt x="275082" y="580644"/>
                  </a:lnTo>
                  <a:lnTo>
                    <a:pt x="276797" y="580358"/>
                  </a:lnTo>
                  <a:lnTo>
                    <a:pt x="280226" y="581882"/>
                  </a:lnTo>
                  <a:lnTo>
                    <a:pt x="282988" y="581597"/>
                  </a:lnTo>
                  <a:lnTo>
                    <a:pt x="284512" y="581978"/>
                  </a:lnTo>
                  <a:lnTo>
                    <a:pt x="285274" y="582454"/>
                  </a:lnTo>
                  <a:lnTo>
                    <a:pt x="286226" y="583787"/>
                  </a:lnTo>
                  <a:lnTo>
                    <a:pt x="286798" y="584263"/>
                  </a:lnTo>
                  <a:lnTo>
                    <a:pt x="287560" y="584454"/>
                  </a:lnTo>
                  <a:lnTo>
                    <a:pt x="288322" y="584168"/>
                  </a:lnTo>
                  <a:lnTo>
                    <a:pt x="289084" y="583787"/>
                  </a:lnTo>
                  <a:lnTo>
                    <a:pt x="289846" y="583502"/>
                  </a:lnTo>
                  <a:lnTo>
                    <a:pt x="293180" y="583311"/>
                  </a:lnTo>
                  <a:lnTo>
                    <a:pt x="295085" y="583502"/>
                  </a:lnTo>
                  <a:lnTo>
                    <a:pt x="296323" y="584168"/>
                  </a:lnTo>
                  <a:lnTo>
                    <a:pt x="296704" y="585597"/>
                  </a:lnTo>
                  <a:lnTo>
                    <a:pt x="295751" y="590836"/>
                  </a:lnTo>
                  <a:lnTo>
                    <a:pt x="296037" y="593312"/>
                  </a:lnTo>
                  <a:lnTo>
                    <a:pt x="296894" y="594836"/>
                  </a:lnTo>
                  <a:lnTo>
                    <a:pt x="298323" y="595884"/>
                  </a:lnTo>
                  <a:lnTo>
                    <a:pt x="300418" y="596646"/>
                  </a:lnTo>
                  <a:lnTo>
                    <a:pt x="301657" y="597789"/>
                  </a:lnTo>
                  <a:lnTo>
                    <a:pt x="301276" y="599599"/>
                  </a:lnTo>
                  <a:lnTo>
                    <a:pt x="299466" y="603028"/>
                  </a:lnTo>
                  <a:lnTo>
                    <a:pt x="299561" y="604361"/>
                  </a:lnTo>
                  <a:lnTo>
                    <a:pt x="300038" y="606266"/>
                  </a:lnTo>
                  <a:lnTo>
                    <a:pt x="300799" y="608076"/>
                  </a:lnTo>
                  <a:lnTo>
                    <a:pt x="301562" y="609124"/>
                  </a:lnTo>
                  <a:lnTo>
                    <a:pt x="303181" y="609410"/>
                  </a:lnTo>
                  <a:lnTo>
                    <a:pt x="304610" y="608838"/>
                  </a:lnTo>
                  <a:lnTo>
                    <a:pt x="306038" y="608552"/>
                  </a:lnTo>
                  <a:lnTo>
                    <a:pt x="309658" y="610838"/>
                  </a:lnTo>
                  <a:lnTo>
                    <a:pt x="311277" y="611124"/>
                  </a:lnTo>
                  <a:lnTo>
                    <a:pt x="312896" y="611124"/>
                  </a:lnTo>
                  <a:lnTo>
                    <a:pt x="314706" y="611600"/>
                  </a:lnTo>
                  <a:lnTo>
                    <a:pt x="315373" y="612172"/>
                  </a:lnTo>
                  <a:lnTo>
                    <a:pt x="316325" y="613696"/>
                  </a:lnTo>
                  <a:lnTo>
                    <a:pt x="316992" y="614172"/>
                  </a:lnTo>
                  <a:lnTo>
                    <a:pt x="318326" y="614363"/>
                  </a:lnTo>
                  <a:lnTo>
                    <a:pt x="319564" y="614172"/>
                  </a:lnTo>
                  <a:lnTo>
                    <a:pt x="320707" y="614172"/>
                  </a:lnTo>
                  <a:lnTo>
                    <a:pt x="321945" y="615029"/>
                  </a:lnTo>
                  <a:lnTo>
                    <a:pt x="322993" y="616363"/>
                  </a:lnTo>
                  <a:lnTo>
                    <a:pt x="324326" y="617601"/>
                  </a:lnTo>
                  <a:lnTo>
                    <a:pt x="325755" y="618744"/>
                  </a:lnTo>
                  <a:lnTo>
                    <a:pt x="327279" y="619506"/>
                  </a:lnTo>
                  <a:lnTo>
                    <a:pt x="331089" y="620744"/>
                  </a:lnTo>
                  <a:lnTo>
                    <a:pt x="332518" y="621506"/>
                  </a:lnTo>
                  <a:lnTo>
                    <a:pt x="338709" y="629222"/>
                  </a:lnTo>
                  <a:lnTo>
                    <a:pt x="340043" y="630174"/>
                  </a:lnTo>
                  <a:lnTo>
                    <a:pt x="340900" y="630174"/>
                  </a:lnTo>
                  <a:lnTo>
                    <a:pt x="342519" y="629603"/>
                  </a:lnTo>
                  <a:lnTo>
                    <a:pt x="343376" y="629698"/>
                  </a:lnTo>
                  <a:lnTo>
                    <a:pt x="344329" y="630269"/>
                  </a:lnTo>
                  <a:lnTo>
                    <a:pt x="344329" y="631031"/>
                  </a:lnTo>
                  <a:lnTo>
                    <a:pt x="343948" y="631984"/>
                  </a:lnTo>
                  <a:lnTo>
                    <a:pt x="343757" y="633031"/>
                  </a:lnTo>
                  <a:lnTo>
                    <a:pt x="344424" y="634651"/>
                  </a:lnTo>
                  <a:lnTo>
                    <a:pt x="349282" y="638365"/>
                  </a:lnTo>
                  <a:lnTo>
                    <a:pt x="350806" y="640747"/>
                  </a:lnTo>
                  <a:lnTo>
                    <a:pt x="351663" y="641509"/>
                  </a:lnTo>
                  <a:lnTo>
                    <a:pt x="352616" y="642080"/>
                  </a:lnTo>
                  <a:lnTo>
                    <a:pt x="353568" y="642366"/>
                  </a:lnTo>
                  <a:lnTo>
                    <a:pt x="354425" y="642938"/>
                  </a:lnTo>
                  <a:lnTo>
                    <a:pt x="354997" y="643985"/>
                  </a:lnTo>
                  <a:lnTo>
                    <a:pt x="356140" y="645700"/>
                  </a:lnTo>
                  <a:lnTo>
                    <a:pt x="357759" y="645128"/>
                  </a:lnTo>
                  <a:lnTo>
                    <a:pt x="359569" y="643699"/>
                  </a:lnTo>
                  <a:lnTo>
                    <a:pt x="361188" y="643033"/>
                  </a:lnTo>
                  <a:lnTo>
                    <a:pt x="361855" y="643414"/>
                  </a:lnTo>
                  <a:lnTo>
                    <a:pt x="363093" y="644747"/>
                  </a:lnTo>
                  <a:lnTo>
                    <a:pt x="363760" y="645319"/>
                  </a:lnTo>
                  <a:lnTo>
                    <a:pt x="364522" y="645414"/>
                  </a:lnTo>
                  <a:lnTo>
                    <a:pt x="366332" y="645128"/>
                  </a:lnTo>
                  <a:lnTo>
                    <a:pt x="367189" y="645319"/>
                  </a:lnTo>
                  <a:lnTo>
                    <a:pt x="371761" y="649319"/>
                  </a:lnTo>
                  <a:lnTo>
                    <a:pt x="372428" y="650177"/>
                  </a:lnTo>
                  <a:lnTo>
                    <a:pt x="373475" y="652463"/>
                  </a:lnTo>
                  <a:lnTo>
                    <a:pt x="374333" y="653129"/>
                  </a:lnTo>
                  <a:lnTo>
                    <a:pt x="375476" y="653034"/>
                  </a:lnTo>
                  <a:lnTo>
                    <a:pt x="375952" y="652081"/>
                  </a:lnTo>
                  <a:lnTo>
                    <a:pt x="376238" y="650748"/>
                  </a:lnTo>
                  <a:lnTo>
                    <a:pt x="376618" y="649796"/>
                  </a:lnTo>
                  <a:lnTo>
                    <a:pt x="377190" y="649510"/>
                  </a:lnTo>
                  <a:lnTo>
                    <a:pt x="379286" y="649033"/>
                  </a:lnTo>
                  <a:lnTo>
                    <a:pt x="381191" y="648843"/>
                  </a:lnTo>
                  <a:lnTo>
                    <a:pt x="382143" y="648843"/>
                  </a:lnTo>
                  <a:lnTo>
                    <a:pt x="383000" y="649224"/>
                  </a:lnTo>
                  <a:lnTo>
                    <a:pt x="384143" y="650081"/>
                  </a:lnTo>
                  <a:lnTo>
                    <a:pt x="384429" y="650557"/>
                  </a:lnTo>
                  <a:lnTo>
                    <a:pt x="384715" y="651700"/>
                  </a:lnTo>
                  <a:lnTo>
                    <a:pt x="384905" y="652177"/>
                  </a:lnTo>
                  <a:lnTo>
                    <a:pt x="385572" y="652558"/>
                  </a:lnTo>
                  <a:lnTo>
                    <a:pt x="386906" y="653034"/>
                  </a:lnTo>
                  <a:lnTo>
                    <a:pt x="387477" y="653320"/>
                  </a:lnTo>
                  <a:lnTo>
                    <a:pt x="389382" y="655225"/>
                  </a:lnTo>
                  <a:lnTo>
                    <a:pt x="390049" y="656463"/>
                  </a:lnTo>
                  <a:lnTo>
                    <a:pt x="390239" y="657797"/>
                  </a:lnTo>
                  <a:lnTo>
                    <a:pt x="389954" y="658558"/>
                  </a:lnTo>
                  <a:lnTo>
                    <a:pt x="389477" y="659130"/>
                  </a:lnTo>
                  <a:lnTo>
                    <a:pt x="389001" y="659702"/>
                  </a:lnTo>
                  <a:lnTo>
                    <a:pt x="388906" y="660749"/>
                  </a:lnTo>
                  <a:lnTo>
                    <a:pt x="390239" y="662749"/>
                  </a:lnTo>
                  <a:lnTo>
                    <a:pt x="395383" y="661702"/>
                  </a:lnTo>
                  <a:lnTo>
                    <a:pt x="397574" y="663892"/>
                  </a:lnTo>
                  <a:lnTo>
                    <a:pt x="397764" y="665512"/>
                  </a:lnTo>
                  <a:lnTo>
                    <a:pt x="397574" y="666845"/>
                  </a:lnTo>
                  <a:lnTo>
                    <a:pt x="397669" y="667988"/>
                  </a:lnTo>
                  <a:lnTo>
                    <a:pt x="400145" y="669988"/>
                  </a:lnTo>
                  <a:lnTo>
                    <a:pt x="400241" y="671036"/>
                  </a:lnTo>
                  <a:lnTo>
                    <a:pt x="400145" y="672179"/>
                  </a:lnTo>
                  <a:lnTo>
                    <a:pt x="400622" y="673417"/>
                  </a:lnTo>
                  <a:lnTo>
                    <a:pt x="401574" y="674275"/>
                  </a:lnTo>
                  <a:lnTo>
                    <a:pt x="402526" y="674846"/>
                  </a:lnTo>
                  <a:lnTo>
                    <a:pt x="403384" y="675513"/>
                  </a:lnTo>
                  <a:lnTo>
                    <a:pt x="404146" y="678085"/>
                  </a:lnTo>
                  <a:lnTo>
                    <a:pt x="405003" y="678847"/>
                  </a:lnTo>
                  <a:lnTo>
                    <a:pt x="407194" y="679704"/>
                  </a:lnTo>
                  <a:lnTo>
                    <a:pt x="408622" y="680752"/>
                  </a:lnTo>
                  <a:lnTo>
                    <a:pt x="409385" y="682085"/>
                  </a:lnTo>
                  <a:lnTo>
                    <a:pt x="410147" y="685514"/>
                  </a:lnTo>
                  <a:lnTo>
                    <a:pt x="410242" y="687514"/>
                  </a:lnTo>
                  <a:lnTo>
                    <a:pt x="410528" y="688467"/>
                  </a:lnTo>
                  <a:lnTo>
                    <a:pt x="411004" y="689134"/>
                  </a:lnTo>
                  <a:lnTo>
                    <a:pt x="411956" y="689515"/>
                  </a:lnTo>
                  <a:lnTo>
                    <a:pt x="414052" y="689800"/>
                  </a:lnTo>
                  <a:lnTo>
                    <a:pt x="414909" y="690563"/>
                  </a:lnTo>
                  <a:lnTo>
                    <a:pt x="415862" y="691134"/>
                  </a:lnTo>
                  <a:lnTo>
                    <a:pt x="419100" y="691705"/>
                  </a:lnTo>
                  <a:lnTo>
                    <a:pt x="420243" y="691801"/>
                  </a:lnTo>
                  <a:lnTo>
                    <a:pt x="421481" y="691229"/>
                  </a:lnTo>
                  <a:lnTo>
                    <a:pt x="421576" y="691229"/>
                  </a:lnTo>
                  <a:lnTo>
                    <a:pt x="422148" y="689991"/>
                  </a:lnTo>
                  <a:lnTo>
                    <a:pt x="422529" y="688372"/>
                  </a:lnTo>
                  <a:lnTo>
                    <a:pt x="423101" y="686848"/>
                  </a:lnTo>
                  <a:lnTo>
                    <a:pt x="424720" y="685324"/>
                  </a:lnTo>
                  <a:lnTo>
                    <a:pt x="426720" y="684657"/>
                  </a:lnTo>
                  <a:lnTo>
                    <a:pt x="428720" y="684562"/>
                  </a:lnTo>
                  <a:lnTo>
                    <a:pt x="430720" y="684752"/>
                  </a:lnTo>
                  <a:lnTo>
                    <a:pt x="432530" y="684466"/>
                  </a:lnTo>
                  <a:lnTo>
                    <a:pt x="436150" y="682752"/>
                  </a:lnTo>
                  <a:lnTo>
                    <a:pt x="438055" y="682180"/>
                  </a:lnTo>
                  <a:lnTo>
                    <a:pt x="438626" y="681895"/>
                  </a:lnTo>
                  <a:lnTo>
                    <a:pt x="439293" y="680656"/>
                  </a:lnTo>
                  <a:lnTo>
                    <a:pt x="439769" y="680180"/>
                  </a:lnTo>
                  <a:lnTo>
                    <a:pt x="442246" y="679513"/>
                  </a:lnTo>
                  <a:lnTo>
                    <a:pt x="443770" y="679323"/>
                  </a:lnTo>
                  <a:lnTo>
                    <a:pt x="444722" y="679323"/>
                  </a:lnTo>
                  <a:lnTo>
                    <a:pt x="445770" y="679513"/>
                  </a:lnTo>
                  <a:lnTo>
                    <a:pt x="446437" y="679990"/>
                  </a:lnTo>
                  <a:lnTo>
                    <a:pt x="446913" y="680656"/>
                  </a:lnTo>
                  <a:lnTo>
                    <a:pt x="447199" y="681895"/>
                  </a:lnTo>
                  <a:lnTo>
                    <a:pt x="448151" y="681323"/>
                  </a:lnTo>
                  <a:lnTo>
                    <a:pt x="449199" y="681038"/>
                  </a:lnTo>
                  <a:lnTo>
                    <a:pt x="450056" y="681228"/>
                  </a:lnTo>
                  <a:lnTo>
                    <a:pt x="450818" y="682180"/>
                  </a:lnTo>
                  <a:lnTo>
                    <a:pt x="451866" y="683323"/>
                  </a:lnTo>
                  <a:lnTo>
                    <a:pt x="453295" y="683038"/>
                  </a:lnTo>
                  <a:lnTo>
                    <a:pt x="454819" y="682466"/>
                  </a:lnTo>
                  <a:lnTo>
                    <a:pt x="456247" y="682466"/>
                  </a:lnTo>
                  <a:lnTo>
                    <a:pt x="457010" y="683419"/>
                  </a:lnTo>
                  <a:lnTo>
                    <a:pt x="457486" y="685895"/>
                  </a:lnTo>
                  <a:lnTo>
                    <a:pt x="458057" y="686848"/>
                  </a:lnTo>
                  <a:lnTo>
                    <a:pt x="459200" y="687133"/>
                  </a:lnTo>
                  <a:lnTo>
                    <a:pt x="460439" y="686943"/>
                  </a:lnTo>
                  <a:lnTo>
                    <a:pt x="461486" y="687038"/>
                  </a:lnTo>
                  <a:lnTo>
                    <a:pt x="461963" y="688372"/>
                  </a:lnTo>
                  <a:lnTo>
                    <a:pt x="461486" y="689896"/>
                  </a:lnTo>
                  <a:lnTo>
                    <a:pt x="460439" y="691324"/>
                  </a:lnTo>
                  <a:lnTo>
                    <a:pt x="459676" y="692753"/>
                  </a:lnTo>
                  <a:lnTo>
                    <a:pt x="460153" y="694563"/>
                  </a:lnTo>
                  <a:lnTo>
                    <a:pt x="461867" y="696278"/>
                  </a:lnTo>
                  <a:lnTo>
                    <a:pt x="462343" y="696944"/>
                  </a:lnTo>
                  <a:lnTo>
                    <a:pt x="462629" y="697802"/>
                  </a:lnTo>
                  <a:lnTo>
                    <a:pt x="463106" y="700659"/>
                  </a:lnTo>
                  <a:lnTo>
                    <a:pt x="464915" y="701707"/>
                  </a:lnTo>
                  <a:lnTo>
                    <a:pt x="466725" y="702373"/>
                  </a:lnTo>
                  <a:lnTo>
                    <a:pt x="467582" y="703516"/>
                  </a:lnTo>
                  <a:lnTo>
                    <a:pt x="465582" y="711232"/>
                  </a:lnTo>
                  <a:lnTo>
                    <a:pt x="467106" y="713708"/>
                  </a:lnTo>
                  <a:lnTo>
                    <a:pt x="467868" y="714947"/>
                  </a:lnTo>
                  <a:lnTo>
                    <a:pt x="471964" y="717328"/>
                  </a:lnTo>
                  <a:lnTo>
                    <a:pt x="477393" y="718471"/>
                  </a:lnTo>
                  <a:lnTo>
                    <a:pt x="478345" y="718852"/>
                  </a:lnTo>
                  <a:lnTo>
                    <a:pt x="479203" y="719614"/>
                  </a:lnTo>
                  <a:lnTo>
                    <a:pt x="480536" y="721805"/>
                  </a:lnTo>
                  <a:lnTo>
                    <a:pt x="482156" y="723329"/>
                  </a:lnTo>
                  <a:lnTo>
                    <a:pt x="482918" y="724090"/>
                  </a:lnTo>
                  <a:lnTo>
                    <a:pt x="484061" y="728281"/>
                  </a:lnTo>
                  <a:lnTo>
                    <a:pt x="485108" y="729996"/>
                  </a:lnTo>
                  <a:lnTo>
                    <a:pt x="487109" y="730663"/>
                  </a:lnTo>
                  <a:lnTo>
                    <a:pt x="488918" y="730567"/>
                  </a:lnTo>
                  <a:lnTo>
                    <a:pt x="490347" y="731139"/>
                  </a:lnTo>
                  <a:lnTo>
                    <a:pt x="491585" y="731996"/>
                  </a:lnTo>
                  <a:lnTo>
                    <a:pt x="493205" y="732568"/>
                  </a:lnTo>
                  <a:lnTo>
                    <a:pt x="497586" y="733235"/>
                  </a:lnTo>
                  <a:lnTo>
                    <a:pt x="498348" y="733711"/>
                  </a:lnTo>
                  <a:lnTo>
                    <a:pt x="499110" y="735235"/>
                  </a:lnTo>
                  <a:lnTo>
                    <a:pt x="499682" y="735902"/>
                  </a:lnTo>
                  <a:lnTo>
                    <a:pt x="501206" y="736473"/>
                  </a:lnTo>
                  <a:lnTo>
                    <a:pt x="502730" y="736854"/>
                  </a:lnTo>
                  <a:lnTo>
                    <a:pt x="503682" y="737616"/>
                  </a:lnTo>
                  <a:lnTo>
                    <a:pt x="503301" y="741807"/>
                  </a:lnTo>
                  <a:lnTo>
                    <a:pt x="504349" y="742474"/>
                  </a:lnTo>
                  <a:lnTo>
                    <a:pt x="507968" y="742664"/>
                  </a:lnTo>
                  <a:lnTo>
                    <a:pt x="509492" y="743522"/>
                  </a:lnTo>
                  <a:lnTo>
                    <a:pt x="511588" y="745903"/>
                  </a:lnTo>
                  <a:lnTo>
                    <a:pt x="512921" y="747046"/>
                  </a:lnTo>
                  <a:lnTo>
                    <a:pt x="513969" y="747427"/>
                  </a:lnTo>
                  <a:lnTo>
                    <a:pt x="514922" y="747522"/>
                  </a:lnTo>
                  <a:lnTo>
                    <a:pt x="519398" y="747236"/>
                  </a:lnTo>
                  <a:lnTo>
                    <a:pt x="520351" y="747427"/>
                  </a:lnTo>
                  <a:lnTo>
                    <a:pt x="521684" y="747903"/>
                  </a:lnTo>
                  <a:lnTo>
                    <a:pt x="522541" y="747998"/>
                  </a:lnTo>
                  <a:lnTo>
                    <a:pt x="523304" y="747713"/>
                  </a:lnTo>
                  <a:lnTo>
                    <a:pt x="523970" y="747141"/>
                  </a:lnTo>
                  <a:lnTo>
                    <a:pt x="524923" y="745046"/>
                  </a:lnTo>
                  <a:lnTo>
                    <a:pt x="525399" y="744474"/>
                  </a:lnTo>
                  <a:lnTo>
                    <a:pt x="527780" y="743236"/>
                  </a:lnTo>
                  <a:lnTo>
                    <a:pt x="528542" y="743045"/>
                  </a:lnTo>
                  <a:lnTo>
                    <a:pt x="529209" y="742664"/>
                  </a:lnTo>
                  <a:lnTo>
                    <a:pt x="529781" y="741902"/>
                  </a:lnTo>
                  <a:lnTo>
                    <a:pt x="530543" y="740378"/>
                  </a:lnTo>
                  <a:lnTo>
                    <a:pt x="531019" y="739616"/>
                  </a:lnTo>
                  <a:lnTo>
                    <a:pt x="531590" y="739045"/>
                  </a:lnTo>
                  <a:lnTo>
                    <a:pt x="533400" y="738664"/>
                  </a:lnTo>
                  <a:lnTo>
                    <a:pt x="535019" y="739330"/>
                  </a:lnTo>
                  <a:lnTo>
                    <a:pt x="537972" y="741331"/>
                  </a:lnTo>
                  <a:lnTo>
                    <a:pt x="541877" y="742664"/>
                  </a:lnTo>
                  <a:lnTo>
                    <a:pt x="542449" y="743712"/>
                  </a:lnTo>
                  <a:lnTo>
                    <a:pt x="541592" y="748189"/>
                  </a:lnTo>
                  <a:lnTo>
                    <a:pt x="541306" y="748951"/>
                  </a:lnTo>
                  <a:lnTo>
                    <a:pt x="540830" y="749808"/>
                  </a:lnTo>
                  <a:lnTo>
                    <a:pt x="540258" y="750189"/>
                  </a:lnTo>
                  <a:lnTo>
                    <a:pt x="538829" y="750761"/>
                  </a:lnTo>
                  <a:lnTo>
                    <a:pt x="538353" y="751427"/>
                  </a:lnTo>
                  <a:lnTo>
                    <a:pt x="538258" y="751999"/>
                  </a:lnTo>
                  <a:lnTo>
                    <a:pt x="538258" y="753713"/>
                  </a:lnTo>
                  <a:lnTo>
                    <a:pt x="537782" y="754856"/>
                  </a:lnTo>
                  <a:lnTo>
                    <a:pt x="535686" y="756190"/>
                  </a:lnTo>
                  <a:lnTo>
                    <a:pt x="535210" y="757047"/>
                  </a:lnTo>
                  <a:lnTo>
                    <a:pt x="535877" y="762000"/>
                  </a:lnTo>
                  <a:lnTo>
                    <a:pt x="535877" y="763714"/>
                  </a:lnTo>
                  <a:lnTo>
                    <a:pt x="535591" y="766477"/>
                  </a:lnTo>
                  <a:lnTo>
                    <a:pt x="535400" y="767620"/>
                  </a:lnTo>
                  <a:lnTo>
                    <a:pt x="535972" y="768953"/>
                  </a:lnTo>
                  <a:lnTo>
                    <a:pt x="537782" y="770001"/>
                  </a:lnTo>
                  <a:lnTo>
                    <a:pt x="539782" y="770001"/>
                  </a:lnTo>
                  <a:lnTo>
                    <a:pt x="541401" y="769239"/>
                  </a:lnTo>
                  <a:lnTo>
                    <a:pt x="542925" y="768953"/>
                  </a:lnTo>
                  <a:lnTo>
                    <a:pt x="545497" y="771239"/>
                  </a:lnTo>
                  <a:lnTo>
                    <a:pt x="546926" y="771811"/>
                  </a:lnTo>
                  <a:lnTo>
                    <a:pt x="548450" y="772192"/>
                  </a:lnTo>
                  <a:lnTo>
                    <a:pt x="549783" y="772287"/>
                  </a:lnTo>
                  <a:lnTo>
                    <a:pt x="550831" y="772001"/>
                  </a:lnTo>
                  <a:lnTo>
                    <a:pt x="553117" y="771049"/>
                  </a:lnTo>
                  <a:lnTo>
                    <a:pt x="553974" y="770858"/>
                  </a:lnTo>
                  <a:lnTo>
                    <a:pt x="555022" y="771335"/>
                  </a:lnTo>
                  <a:lnTo>
                    <a:pt x="555784" y="772097"/>
                  </a:lnTo>
                  <a:lnTo>
                    <a:pt x="556641" y="772763"/>
                  </a:lnTo>
                  <a:lnTo>
                    <a:pt x="557975" y="772954"/>
                  </a:lnTo>
                  <a:lnTo>
                    <a:pt x="559213" y="772382"/>
                  </a:lnTo>
                  <a:lnTo>
                    <a:pt x="561118" y="770287"/>
                  </a:lnTo>
                  <a:lnTo>
                    <a:pt x="562166" y="769620"/>
                  </a:lnTo>
                  <a:lnTo>
                    <a:pt x="563499" y="769525"/>
                  </a:lnTo>
                  <a:lnTo>
                    <a:pt x="564737" y="770001"/>
                  </a:lnTo>
                  <a:lnTo>
                    <a:pt x="567023" y="771144"/>
                  </a:lnTo>
                  <a:lnTo>
                    <a:pt x="568738" y="770858"/>
                  </a:lnTo>
                  <a:lnTo>
                    <a:pt x="570643" y="770858"/>
                  </a:lnTo>
                  <a:lnTo>
                    <a:pt x="572453" y="771049"/>
                  </a:lnTo>
                  <a:lnTo>
                    <a:pt x="574167" y="771525"/>
                  </a:lnTo>
                  <a:lnTo>
                    <a:pt x="575786" y="772668"/>
                  </a:lnTo>
                  <a:lnTo>
                    <a:pt x="576929" y="773716"/>
                  </a:lnTo>
                  <a:lnTo>
                    <a:pt x="577882" y="773716"/>
                  </a:lnTo>
                  <a:lnTo>
                    <a:pt x="580073" y="770382"/>
                  </a:lnTo>
                  <a:lnTo>
                    <a:pt x="580739" y="769906"/>
                  </a:lnTo>
                  <a:lnTo>
                    <a:pt x="582454" y="769239"/>
                  </a:lnTo>
                  <a:lnTo>
                    <a:pt x="582930" y="768763"/>
                  </a:lnTo>
                  <a:lnTo>
                    <a:pt x="583025" y="767905"/>
                  </a:lnTo>
                  <a:lnTo>
                    <a:pt x="583025" y="767048"/>
                  </a:lnTo>
                  <a:lnTo>
                    <a:pt x="583311" y="766286"/>
                  </a:lnTo>
                  <a:lnTo>
                    <a:pt x="584359" y="766096"/>
                  </a:lnTo>
                  <a:lnTo>
                    <a:pt x="584835" y="768096"/>
                  </a:lnTo>
                  <a:lnTo>
                    <a:pt x="584930" y="772097"/>
                  </a:lnTo>
                  <a:lnTo>
                    <a:pt x="586169" y="774382"/>
                  </a:lnTo>
                  <a:lnTo>
                    <a:pt x="587693" y="776383"/>
                  </a:lnTo>
                  <a:lnTo>
                    <a:pt x="589502" y="778002"/>
                  </a:lnTo>
                  <a:lnTo>
                    <a:pt x="591598" y="779431"/>
                  </a:lnTo>
                  <a:lnTo>
                    <a:pt x="595122" y="780955"/>
                  </a:lnTo>
                  <a:lnTo>
                    <a:pt x="596837" y="782003"/>
                  </a:lnTo>
                  <a:lnTo>
                    <a:pt x="597980" y="783431"/>
                  </a:lnTo>
                  <a:lnTo>
                    <a:pt x="598361" y="784384"/>
                  </a:lnTo>
                  <a:lnTo>
                    <a:pt x="598646" y="786384"/>
                  </a:lnTo>
                  <a:lnTo>
                    <a:pt x="600075" y="788194"/>
                  </a:lnTo>
                  <a:lnTo>
                    <a:pt x="600266" y="789051"/>
                  </a:lnTo>
                  <a:lnTo>
                    <a:pt x="600170" y="789908"/>
                  </a:lnTo>
                  <a:lnTo>
                    <a:pt x="600170" y="791051"/>
                  </a:lnTo>
                  <a:lnTo>
                    <a:pt x="600837" y="793147"/>
                  </a:lnTo>
                  <a:lnTo>
                    <a:pt x="601694" y="794290"/>
                  </a:lnTo>
                  <a:lnTo>
                    <a:pt x="604457" y="796862"/>
                  </a:lnTo>
                  <a:lnTo>
                    <a:pt x="605504" y="798481"/>
                  </a:lnTo>
                  <a:lnTo>
                    <a:pt x="605409" y="800195"/>
                  </a:lnTo>
                  <a:lnTo>
                    <a:pt x="605123" y="802005"/>
                  </a:lnTo>
                  <a:lnTo>
                    <a:pt x="605028" y="803910"/>
                  </a:lnTo>
                  <a:lnTo>
                    <a:pt x="605981" y="806101"/>
                  </a:lnTo>
                  <a:lnTo>
                    <a:pt x="607409" y="806672"/>
                  </a:lnTo>
                  <a:lnTo>
                    <a:pt x="611029" y="806291"/>
                  </a:lnTo>
                  <a:lnTo>
                    <a:pt x="613029" y="806482"/>
                  </a:lnTo>
                  <a:lnTo>
                    <a:pt x="613315" y="806387"/>
                  </a:lnTo>
                  <a:lnTo>
                    <a:pt x="613886" y="806387"/>
                  </a:lnTo>
                  <a:lnTo>
                    <a:pt x="615029" y="805815"/>
                  </a:lnTo>
                  <a:lnTo>
                    <a:pt x="617506" y="803338"/>
                  </a:lnTo>
                  <a:lnTo>
                    <a:pt x="617982" y="802957"/>
                  </a:lnTo>
                  <a:lnTo>
                    <a:pt x="617887" y="802005"/>
                  </a:lnTo>
                  <a:lnTo>
                    <a:pt x="617506" y="801338"/>
                  </a:lnTo>
                  <a:lnTo>
                    <a:pt x="616934" y="800862"/>
                  </a:lnTo>
                  <a:lnTo>
                    <a:pt x="616553" y="800100"/>
                  </a:lnTo>
                  <a:lnTo>
                    <a:pt x="616553" y="799147"/>
                  </a:lnTo>
                  <a:lnTo>
                    <a:pt x="616744" y="798386"/>
                  </a:lnTo>
                  <a:lnTo>
                    <a:pt x="616744" y="797623"/>
                  </a:lnTo>
                  <a:lnTo>
                    <a:pt x="616077" y="796862"/>
                  </a:lnTo>
                  <a:lnTo>
                    <a:pt x="616077" y="796862"/>
                  </a:lnTo>
                  <a:lnTo>
                    <a:pt x="616077" y="796766"/>
                  </a:lnTo>
                  <a:lnTo>
                    <a:pt x="616077" y="796862"/>
                  </a:lnTo>
                  <a:lnTo>
                    <a:pt x="615315" y="796290"/>
                  </a:lnTo>
                  <a:lnTo>
                    <a:pt x="615125" y="795719"/>
                  </a:lnTo>
                  <a:lnTo>
                    <a:pt x="615315" y="795147"/>
                  </a:lnTo>
                  <a:lnTo>
                    <a:pt x="615315" y="794385"/>
                  </a:lnTo>
                  <a:lnTo>
                    <a:pt x="615696" y="792861"/>
                  </a:lnTo>
                  <a:lnTo>
                    <a:pt x="615696" y="792385"/>
                  </a:lnTo>
                  <a:lnTo>
                    <a:pt x="615506" y="791718"/>
                  </a:lnTo>
                  <a:lnTo>
                    <a:pt x="614553" y="790385"/>
                  </a:lnTo>
                  <a:lnTo>
                    <a:pt x="614458" y="789432"/>
                  </a:lnTo>
                  <a:lnTo>
                    <a:pt x="621411" y="782288"/>
                  </a:lnTo>
                  <a:lnTo>
                    <a:pt x="623030" y="782574"/>
                  </a:lnTo>
                  <a:lnTo>
                    <a:pt x="623792" y="784288"/>
                  </a:lnTo>
                  <a:lnTo>
                    <a:pt x="623888" y="786574"/>
                  </a:lnTo>
                  <a:lnTo>
                    <a:pt x="623411" y="788384"/>
                  </a:lnTo>
                  <a:lnTo>
                    <a:pt x="622745" y="789908"/>
                  </a:lnTo>
                  <a:lnTo>
                    <a:pt x="622935" y="790765"/>
                  </a:lnTo>
                  <a:lnTo>
                    <a:pt x="623507" y="791432"/>
                  </a:lnTo>
                  <a:lnTo>
                    <a:pt x="624078" y="792385"/>
                  </a:lnTo>
                  <a:lnTo>
                    <a:pt x="624650" y="795052"/>
                  </a:lnTo>
                  <a:lnTo>
                    <a:pt x="625126" y="796099"/>
                  </a:lnTo>
                  <a:lnTo>
                    <a:pt x="626364" y="796766"/>
                  </a:lnTo>
                  <a:lnTo>
                    <a:pt x="626364" y="796766"/>
                  </a:lnTo>
                  <a:lnTo>
                    <a:pt x="626364" y="796862"/>
                  </a:lnTo>
                  <a:lnTo>
                    <a:pt x="627983" y="797338"/>
                  </a:lnTo>
                  <a:lnTo>
                    <a:pt x="629603" y="797433"/>
                  </a:lnTo>
                  <a:lnTo>
                    <a:pt x="631127" y="797814"/>
                  </a:lnTo>
                  <a:lnTo>
                    <a:pt x="632460" y="798862"/>
                  </a:lnTo>
                  <a:lnTo>
                    <a:pt x="634365" y="801243"/>
                  </a:lnTo>
                  <a:lnTo>
                    <a:pt x="635127" y="801814"/>
                  </a:lnTo>
                  <a:lnTo>
                    <a:pt x="635889" y="801910"/>
                  </a:lnTo>
                  <a:lnTo>
                    <a:pt x="636556" y="801624"/>
                  </a:lnTo>
                  <a:lnTo>
                    <a:pt x="637223" y="801338"/>
                  </a:lnTo>
                  <a:lnTo>
                    <a:pt x="637985" y="801243"/>
                  </a:lnTo>
                  <a:lnTo>
                    <a:pt x="638651" y="801624"/>
                  </a:lnTo>
                  <a:lnTo>
                    <a:pt x="641414" y="803815"/>
                  </a:lnTo>
                  <a:lnTo>
                    <a:pt x="642938" y="804481"/>
                  </a:lnTo>
                  <a:lnTo>
                    <a:pt x="643985" y="804386"/>
                  </a:lnTo>
                  <a:lnTo>
                    <a:pt x="646938" y="802862"/>
                  </a:lnTo>
                  <a:lnTo>
                    <a:pt x="648653" y="801910"/>
                  </a:lnTo>
                  <a:lnTo>
                    <a:pt x="649700" y="800672"/>
                  </a:lnTo>
                  <a:lnTo>
                    <a:pt x="650272" y="798957"/>
                  </a:lnTo>
                  <a:lnTo>
                    <a:pt x="650272" y="798957"/>
                  </a:lnTo>
                  <a:lnTo>
                    <a:pt x="650272" y="796862"/>
                  </a:lnTo>
                  <a:lnTo>
                    <a:pt x="650177" y="795242"/>
                  </a:lnTo>
                  <a:lnTo>
                    <a:pt x="650653" y="794195"/>
                  </a:lnTo>
                  <a:lnTo>
                    <a:pt x="651415" y="793337"/>
                  </a:lnTo>
                  <a:lnTo>
                    <a:pt x="651986" y="792099"/>
                  </a:lnTo>
                  <a:lnTo>
                    <a:pt x="652177" y="790765"/>
                  </a:lnTo>
                  <a:lnTo>
                    <a:pt x="652177" y="789337"/>
                  </a:lnTo>
                  <a:lnTo>
                    <a:pt x="652463" y="788003"/>
                  </a:lnTo>
                  <a:lnTo>
                    <a:pt x="653225" y="786955"/>
                  </a:lnTo>
                  <a:lnTo>
                    <a:pt x="654463" y="786765"/>
                  </a:lnTo>
                  <a:lnTo>
                    <a:pt x="655511" y="787527"/>
                  </a:lnTo>
                  <a:lnTo>
                    <a:pt x="656654" y="788575"/>
                  </a:lnTo>
                  <a:lnTo>
                    <a:pt x="657892" y="789146"/>
                  </a:lnTo>
                  <a:lnTo>
                    <a:pt x="659035" y="788861"/>
                  </a:lnTo>
                  <a:lnTo>
                    <a:pt x="660845" y="787241"/>
                  </a:lnTo>
                  <a:lnTo>
                    <a:pt x="661892" y="786765"/>
                  </a:lnTo>
                  <a:lnTo>
                    <a:pt x="663321" y="786860"/>
                  </a:lnTo>
                  <a:lnTo>
                    <a:pt x="664845" y="787432"/>
                  </a:lnTo>
                  <a:lnTo>
                    <a:pt x="666274" y="788384"/>
                  </a:lnTo>
                  <a:lnTo>
                    <a:pt x="667417" y="789432"/>
                  </a:lnTo>
                  <a:lnTo>
                    <a:pt x="667798" y="790480"/>
                  </a:lnTo>
                  <a:lnTo>
                    <a:pt x="667512" y="793242"/>
                  </a:lnTo>
                  <a:lnTo>
                    <a:pt x="668084" y="794385"/>
                  </a:lnTo>
                  <a:lnTo>
                    <a:pt x="670465" y="795242"/>
                  </a:lnTo>
                  <a:lnTo>
                    <a:pt x="676085" y="795052"/>
                  </a:lnTo>
                  <a:lnTo>
                    <a:pt x="678371" y="796862"/>
                  </a:lnTo>
                  <a:lnTo>
                    <a:pt x="678371" y="796862"/>
                  </a:lnTo>
                  <a:lnTo>
                    <a:pt x="679037" y="798957"/>
                  </a:lnTo>
                  <a:lnTo>
                    <a:pt x="680371" y="800481"/>
                  </a:lnTo>
                  <a:lnTo>
                    <a:pt x="682085" y="801338"/>
                  </a:lnTo>
                  <a:lnTo>
                    <a:pt x="684086" y="801433"/>
                  </a:lnTo>
                  <a:lnTo>
                    <a:pt x="686467" y="801053"/>
                  </a:lnTo>
                  <a:lnTo>
                    <a:pt x="687419" y="800767"/>
                  </a:lnTo>
                  <a:lnTo>
                    <a:pt x="687991" y="800672"/>
                  </a:lnTo>
                  <a:lnTo>
                    <a:pt x="689324" y="800767"/>
                  </a:lnTo>
                  <a:lnTo>
                    <a:pt x="691325" y="801910"/>
                  </a:lnTo>
                  <a:lnTo>
                    <a:pt x="693801" y="804577"/>
                  </a:lnTo>
                  <a:lnTo>
                    <a:pt x="698183" y="810292"/>
                  </a:lnTo>
                  <a:lnTo>
                    <a:pt x="701326" y="812006"/>
                  </a:lnTo>
                  <a:lnTo>
                    <a:pt x="703421" y="812102"/>
                  </a:lnTo>
                  <a:lnTo>
                    <a:pt x="707517" y="811721"/>
                  </a:lnTo>
                  <a:lnTo>
                    <a:pt x="712089" y="812863"/>
                  </a:lnTo>
                  <a:lnTo>
                    <a:pt x="713994" y="811816"/>
                  </a:lnTo>
                  <a:lnTo>
                    <a:pt x="715709" y="810197"/>
                  </a:lnTo>
                  <a:lnTo>
                    <a:pt x="717995" y="809339"/>
                  </a:lnTo>
                  <a:lnTo>
                    <a:pt x="719709" y="809911"/>
                  </a:lnTo>
                  <a:lnTo>
                    <a:pt x="719328" y="811149"/>
                  </a:lnTo>
                  <a:lnTo>
                    <a:pt x="718376" y="812673"/>
                  </a:lnTo>
                  <a:lnTo>
                    <a:pt x="718376" y="814006"/>
                  </a:lnTo>
                  <a:lnTo>
                    <a:pt x="719804" y="813911"/>
                  </a:lnTo>
                  <a:lnTo>
                    <a:pt x="726853" y="811911"/>
                  </a:lnTo>
                  <a:lnTo>
                    <a:pt x="729996" y="811149"/>
                  </a:lnTo>
                  <a:lnTo>
                    <a:pt x="731330" y="811054"/>
                  </a:lnTo>
                  <a:lnTo>
                    <a:pt x="732949" y="811435"/>
                  </a:lnTo>
                  <a:lnTo>
                    <a:pt x="733330" y="811911"/>
                  </a:lnTo>
                  <a:lnTo>
                    <a:pt x="733616" y="812673"/>
                  </a:lnTo>
                  <a:lnTo>
                    <a:pt x="733997" y="813340"/>
                  </a:lnTo>
                  <a:lnTo>
                    <a:pt x="734663" y="813911"/>
                  </a:lnTo>
                  <a:lnTo>
                    <a:pt x="735997" y="813911"/>
                  </a:lnTo>
                  <a:lnTo>
                    <a:pt x="738473" y="812578"/>
                  </a:lnTo>
                  <a:lnTo>
                    <a:pt x="739712" y="812197"/>
                  </a:lnTo>
                  <a:lnTo>
                    <a:pt x="741617" y="812578"/>
                  </a:lnTo>
                  <a:lnTo>
                    <a:pt x="743141" y="813149"/>
                  </a:lnTo>
                  <a:lnTo>
                    <a:pt x="744855" y="813816"/>
                  </a:lnTo>
                  <a:lnTo>
                    <a:pt x="746951" y="813625"/>
                  </a:lnTo>
                  <a:lnTo>
                    <a:pt x="749332" y="812482"/>
                  </a:lnTo>
                  <a:lnTo>
                    <a:pt x="751237" y="810768"/>
                  </a:lnTo>
                  <a:lnTo>
                    <a:pt x="752666" y="808672"/>
                  </a:lnTo>
                  <a:lnTo>
                    <a:pt x="753904" y="806196"/>
                  </a:lnTo>
                  <a:lnTo>
                    <a:pt x="754856" y="804767"/>
                  </a:lnTo>
                  <a:lnTo>
                    <a:pt x="755714" y="804577"/>
                  </a:lnTo>
                  <a:lnTo>
                    <a:pt x="757333" y="805434"/>
                  </a:lnTo>
                  <a:lnTo>
                    <a:pt x="763619" y="805815"/>
                  </a:lnTo>
                  <a:lnTo>
                    <a:pt x="764381" y="806005"/>
                  </a:lnTo>
                  <a:lnTo>
                    <a:pt x="766096" y="806863"/>
                  </a:lnTo>
                  <a:lnTo>
                    <a:pt x="767048" y="807148"/>
                  </a:lnTo>
                  <a:lnTo>
                    <a:pt x="768191" y="806958"/>
                  </a:lnTo>
                  <a:lnTo>
                    <a:pt x="770287" y="806101"/>
                  </a:lnTo>
                  <a:lnTo>
                    <a:pt x="771239" y="805910"/>
                  </a:lnTo>
                  <a:lnTo>
                    <a:pt x="773049" y="806577"/>
                  </a:lnTo>
                  <a:lnTo>
                    <a:pt x="776478" y="808482"/>
                  </a:lnTo>
                  <a:lnTo>
                    <a:pt x="778288" y="808863"/>
                  </a:lnTo>
                  <a:lnTo>
                    <a:pt x="777145" y="807148"/>
                  </a:lnTo>
                  <a:lnTo>
                    <a:pt x="776573" y="804958"/>
                  </a:lnTo>
                  <a:lnTo>
                    <a:pt x="776764" y="802767"/>
                  </a:lnTo>
                  <a:lnTo>
                    <a:pt x="778097" y="801148"/>
                  </a:lnTo>
                  <a:lnTo>
                    <a:pt x="778955" y="800862"/>
                  </a:lnTo>
                  <a:lnTo>
                    <a:pt x="780860" y="801148"/>
                  </a:lnTo>
                  <a:lnTo>
                    <a:pt x="781812" y="801148"/>
                  </a:lnTo>
                  <a:lnTo>
                    <a:pt x="782765" y="800862"/>
                  </a:lnTo>
                  <a:lnTo>
                    <a:pt x="784574" y="800100"/>
                  </a:lnTo>
                  <a:lnTo>
                    <a:pt x="799052" y="797909"/>
                  </a:lnTo>
                  <a:lnTo>
                    <a:pt x="800767" y="796862"/>
                  </a:lnTo>
                  <a:lnTo>
                    <a:pt x="800767" y="796862"/>
                  </a:lnTo>
                  <a:lnTo>
                    <a:pt x="800767" y="796862"/>
                  </a:lnTo>
                  <a:lnTo>
                    <a:pt x="805244" y="793528"/>
                  </a:lnTo>
                  <a:lnTo>
                    <a:pt x="806768" y="793052"/>
                  </a:lnTo>
                  <a:lnTo>
                    <a:pt x="808958" y="793718"/>
                  </a:lnTo>
                  <a:lnTo>
                    <a:pt x="810101" y="792766"/>
                  </a:lnTo>
                  <a:lnTo>
                    <a:pt x="811244" y="791051"/>
                  </a:lnTo>
                  <a:lnTo>
                    <a:pt x="812959" y="789337"/>
                  </a:lnTo>
                  <a:lnTo>
                    <a:pt x="816293" y="786765"/>
                  </a:lnTo>
                  <a:lnTo>
                    <a:pt x="817626" y="786860"/>
                  </a:lnTo>
                  <a:lnTo>
                    <a:pt x="819245" y="788861"/>
                  </a:lnTo>
                  <a:lnTo>
                    <a:pt x="820960" y="790099"/>
                  </a:lnTo>
                  <a:lnTo>
                    <a:pt x="825532" y="790765"/>
                  </a:lnTo>
                  <a:lnTo>
                    <a:pt x="827627" y="791337"/>
                  </a:lnTo>
                  <a:lnTo>
                    <a:pt x="831152" y="793813"/>
                  </a:lnTo>
                  <a:lnTo>
                    <a:pt x="832961" y="795338"/>
                  </a:lnTo>
                  <a:lnTo>
                    <a:pt x="834104" y="796862"/>
                  </a:lnTo>
                  <a:lnTo>
                    <a:pt x="834200" y="796862"/>
                  </a:lnTo>
                  <a:lnTo>
                    <a:pt x="834200" y="796862"/>
                  </a:lnTo>
                  <a:lnTo>
                    <a:pt x="834295" y="798386"/>
                  </a:lnTo>
                  <a:lnTo>
                    <a:pt x="833533" y="801338"/>
                  </a:lnTo>
                  <a:lnTo>
                    <a:pt x="833628" y="802862"/>
                  </a:lnTo>
                  <a:lnTo>
                    <a:pt x="834295" y="804005"/>
                  </a:lnTo>
                  <a:lnTo>
                    <a:pt x="836200" y="806005"/>
                  </a:lnTo>
                  <a:lnTo>
                    <a:pt x="836867" y="807434"/>
                  </a:lnTo>
                  <a:lnTo>
                    <a:pt x="837152" y="809054"/>
                  </a:lnTo>
                  <a:lnTo>
                    <a:pt x="837057" y="810387"/>
                  </a:lnTo>
                  <a:lnTo>
                    <a:pt x="833152" y="827341"/>
                  </a:lnTo>
                  <a:lnTo>
                    <a:pt x="831437" y="830294"/>
                  </a:lnTo>
                  <a:lnTo>
                    <a:pt x="830104" y="833533"/>
                  </a:lnTo>
                  <a:lnTo>
                    <a:pt x="828580" y="835914"/>
                  </a:lnTo>
                  <a:lnTo>
                    <a:pt x="828008" y="837152"/>
                  </a:lnTo>
                  <a:lnTo>
                    <a:pt x="828104" y="838390"/>
                  </a:lnTo>
                  <a:lnTo>
                    <a:pt x="829342" y="840296"/>
                  </a:lnTo>
                  <a:lnTo>
                    <a:pt x="829342" y="841724"/>
                  </a:lnTo>
                  <a:lnTo>
                    <a:pt x="829056" y="844487"/>
                  </a:lnTo>
                  <a:lnTo>
                    <a:pt x="829532" y="847058"/>
                  </a:lnTo>
                  <a:lnTo>
                    <a:pt x="830675" y="849439"/>
                  </a:lnTo>
                  <a:lnTo>
                    <a:pt x="832390" y="851535"/>
                  </a:lnTo>
                  <a:lnTo>
                    <a:pt x="833438" y="852202"/>
                  </a:lnTo>
                  <a:lnTo>
                    <a:pt x="834295" y="852583"/>
                  </a:lnTo>
                  <a:lnTo>
                    <a:pt x="835247" y="853154"/>
                  </a:lnTo>
                  <a:lnTo>
                    <a:pt x="836867" y="855440"/>
                  </a:lnTo>
                  <a:lnTo>
                    <a:pt x="837914" y="856297"/>
                  </a:lnTo>
                  <a:lnTo>
                    <a:pt x="840105" y="857822"/>
                  </a:lnTo>
                  <a:lnTo>
                    <a:pt x="841915" y="856393"/>
                  </a:lnTo>
                  <a:lnTo>
                    <a:pt x="844772" y="856679"/>
                  </a:lnTo>
                  <a:lnTo>
                    <a:pt x="846487" y="858107"/>
                  </a:lnTo>
                  <a:lnTo>
                    <a:pt x="848487" y="856393"/>
                  </a:lnTo>
                  <a:lnTo>
                    <a:pt x="847249" y="854297"/>
                  </a:lnTo>
                  <a:lnTo>
                    <a:pt x="845820" y="850868"/>
                  </a:lnTo>
                  <a:lnTo>
                    <a:pt x="844867" y="847249"/>
                  </a:lnTo>
                  <a:lnTo>
                    <a:pt x="845344" y="845153"/>
                  </a:lnTo>
                  <a:lnTo>
                    <a:pt x="846011" y="843248"/>
                  </a:lnTo>
                  <a:lnTo>
                    <a:pt x="847344" y="841915"/>
                  </a:lnTo>
                  <a:lnTo>
                    <a:pt x="847154" y="841438"/>
                  </a:lnTo>
                  <a:lnTo>
                    <a:pt x="846773" y="840677"/>
                  </a:lnTo>
                  <a:lnTo>
                    <a:pt x="846582" y="839724"/>
                  </a:lnTo>
                  <a:lnTo>
                    <a:pt x="846963" y="838581"/>
                  </a:lnTo>
                  <a:lnTo>
                    <a:pt x="848201" y="837914"/>
                  </a:lnTo>
                  <a:lnTo>
                    <a:pt x="849154" y="836866"/>
                  </a:lnTo>
                  <a:lnTo>
                    <a:pt x="848963" y="835819"/>
                  </a:lnTo>
                  <a:lnTo>
                    <a:pt x="850011" y="834485"/>
                  </a:lnTo>
                  <a:lnTo>
                    <a:pt x="851440" y="834199"/>
                  </a:lnTo>
                  <a:lnTo>
                    <a:pt x="851916" y="832866"/>
                  </a:lnTo>
                  <a:lnTo>
                    <a:pt x="852773" y="831532"/>
                  </a:lnTo>
                  <a:lnTo>
                    <a:pt x="853821" y="830866"/>
                  </a:lnTo>
                  <a:lnTo>
                    <a:pt x="856012" y="830008"/>
                  </a:lnTo>
                  <a:lnTo>
                    <a:pt x="856869" y="830199"/>
                  </a:lnTo>
                  <a:lnTo>
                    <a:pt x="857155" y="830294"/>
                  </a:lnTo>
                  <a:lnTo>
                    <a:pt x="857536" y="830294"/>
                  </a:lnTo>
                  <a:lnTo>
                    <a:pt x="858298" y="830675"/>
                  </a:lnTo>
                  <a:lnTo>
                    <a:pt x="858679" y="830961"/>
                  </a:lnTo>
                  <a:lnTo>
                    <a:pt x="858869" y="829818"/>
                  </a:lnTo>
                  <a:lnTo>
                    <a:pt x="861250" y="826389"/>
                  </a:lnTo>
                  <a:lnTo>
                    <a:pt x="864584" y="820579"/>
                  </a:lnTo>
                  <a:lnTo>
                    <a:pt x="865156" y="819055"/>
                  </a:lnTo>
                  <a:lnTo>
                    <a:pt x="866013" y="816959"/>
                  </a:lnTo>
                  <a:lnTo>
                    <a:pt x="866680" y="813625"/>
                  </a:lnTo>
                  <a:lnTo>
                    <a:pt x="869442" y="811911"/>
                  </a:lnTo>
                  <a:lnTo>
                    <a:pt x="872681" y="810387"/>
                  </a:lnTo>
                  <a:lnTo>
                    <a:pt x="875633" y="808101"/>
                  </a:lnTo>
                  <a:lnTo>
                    <a:pt x="878300" y="804481"/>
                  </a:lnTo>
                  <a:lnTo>
                    <a:pt x="882110" y="797338"/>
                  </a:lnTo>
                  <a:lnTo>
                    <a:pt x="882396" y="796862"/>
                  </a:lnTo>
                  <a:lnTo>
                    <a:pt x="882396" y="796862"/>
                  </a:lnTo>
                  <a:lnTo>
                    <a:pt x="884301" y="793528"/>
                  </a:lnTo>
                  <a:lnTo>
                    <a:pt x="885444" y="792004"/>
                  </a:lnTo>
                  <a:lnTo>
                    <a:pt x="886682" y="790861"/>
                  </a:lnTo>
                  <a:lnTo>
                    <a:pt x="888302" y="790194"/>
                  </a:lnTo>
                  <a:lnTo>
                    <a:pt x="889921" y="788956"/>
                  </a:lnTo>
                  <a:lnTo>
                    <a:pt x="893636" y="784193"/>
                  </a:lnTo>
                  <a:lnTo>
                    <a:pt x="895064" y="783336"/>
                  </a:lnTo>
                  <a:lnTo>
                    <a:pt x="896493" y="782860"/>
                  </a:lnTo>
                  <a:lnTo>
                    <a:pt x="906113" y="781145"/>
                  </a:lnTo>
                  <a:lnTo>
                    <a:pt x="909161" y="779716"/>
                  </a:lnTo>
                  <a:lnTo>
                    <a:pt x="910590" y="777145"/>
                  </a:lnTo>
                  <a:lnTo>
                    <a:pt x="911162" y="775716"/>
                  </a:lnTo>
                  <a:lnTo>
                    <a:pt x="912400" y="774668"/>
                  </a:lnTo>
                  <a:lnTo>
                    <a:pt x="915067" y="772954"/>
                  </a:lnTo>
                  <a:lnTo>
                    <a:pt x="915733" y="772192"/>
                  </a:lnTo>
                  <a:lnTo>
                    <a:pt x="916972" y="770477"/>
                  </a:lnTo>
                  <a:lnTo>
                    <a:pt x="917734" y="769715"/>
                  </a:lnTo>
                  <a:lnTo>
                    <a:pt x="918591" y="769239"/>
                  </a:lnTo>
                  <a:lnTo>
                    <a:pt x="919162" y="769525"/>
                  </a:lnTo>
                  <a:lnTo>
                    <a:pt x="921925" y="767905"/>
                  </a:lnTo>
                  <a:lnTo>
                    <a:pt x="924878" y="768572"/>
                  </a:lnTo>
                  <a:lnTo>
                    <a:pt x="926402" y="767715"/>
                  </a:lnTo>
                  <a:lnTo>
                    <a:pt x="927925" y="767429"/>
                  </a:lnTo>
                  <a:lnTo>
                    <a:pt x="934307" y="765238"/>
                  </a:lnTo>
                  <a:lnTo>
                    <a:pt x="938498" y="766096"/>
                  </a:lnTo>
                  <a:lnTo>
                    <a:pt x="940879" y="767334"/>
                  </a:lnTo>
                  <a:lnTo>
                    <a:pt x="942785" y="766953"/>
                  </a:lnTo>
                  <a:lnTo>
                    <a:pt x="944594" y="764953"/>
                  </a:lnTo>
                  <a:lnTo>
                    <a:pt x="946690" y="764000"/>
                  </a:lnTo>
                  <a:lnTo>
                    <a:pt x="949547" y="766096"/>
                  </a:lnTo>
                  <a:lnTo>
                    <a:pt x="949547" y="769334"/>
                  </a:lnTo>
                  <a:lnTo>
                    <a:pt x="951929" y="772763"/>
                  </a:lnTo>
                  <a:lnTo>
                    <a:pt x="954977" y="773335"/>
                  </a:lnTo>
                  <a:lnTo>
                    <a:pt x="956977" y="769334"/>
                  </a:lnTo>
                  <a:lnTo>
                    <a:pt x="959549" y="769334"/>
                  </a:lnTo>
                  <a:lnTo>
                    <a:pt x="961930" y="770858"/>
                  </a:lnTo>
                  <a:lnTo>
                    <a:pt x="965073" y="770858"/>
                  </a:lnTo>
                  <a:lnTo>
                    <a:pt x="969074" y="773811"/>
                  </a:lnTo>
                  <a:lnTo>
                    <a:pt x="972503" y="774097"/>
                  </a:lnTo>
                  <a:lnTo>
                    <a:pt x="975646" y="775335"/>
                  </a:lnTo>
                  <a:lnTo>
                    <a:pt x="976408" y="778288"/>
                  </a:lnTo>
                  <a:lnTo>
                    <a:pt x="974027" y="779145"/>
                  </a:lnTo>
                  <a:lnTo>
                    <a:pt x="972503" y="782193"/>
                  </a:lnTo>
                  <a:lnTo>
                    <a:pt x="969836" y="782479"/>
                  </a:lnTo>
                  <a:lnTo>
                    <a:pt x="967454" y="785146"/>
                  </a:lnTo>
                  <a:lnTo>
                    <a:pt x="966692" y="789813"/>
                  </a:lnTo>
                  <a:lnTo>
                    <a:pt x="968026" y="789622"/>
                  </a:lnTo>
                  <a:lnTo>
                    <a:pt x="969454" y="789718"/>
                  </a:lnTo>
                  <a:lnTo>
                    <a:pt x="974598" y="790385"/>
                  </a:lnTo>
                  <a:lnTo>
                    <a:pt x="976408" y="790004"/>
                  </a:lnTo>
                  <a:lnTo>
                    <a:pt x="978408" y="789813"/>
                  </a:lnTo>
                  <a:lnTo>
                    <a:pt x="980694" y="788480"/>
                  </a:lnTo>
                  <a:lnTo>
                    <a:pt x="982028" y="788194"/>
                  </a:lnTo>
                  <a:lnTo>
                    <a:pt x="983361" y="788480"/>
                  </a:lnTo>
                  <a:lnTo>
                    <a:pt x="986790" y="790765"/>
                  </a:lnTo>
                  <a:lnTo>
                    <a:pt x="989076" y="791337"/>
                  </a:lnTo>
                  <a:lnTo>
                    <a:pt x="991743" y="792099"/>
                  </a:lnTo>
                  <a:lnTo>
                    <a:pt x="996696" y="792385"/>
                  </a:lnTo>
                  <a:lnTo>
                    <a:pt x="1001363" y="793432"/>
                  </a:lnTo>
                  <a:lnTo>
                    <a:pt x="1005459" y="796862"/>
                  </a:lnTo>
                  <a:lnTo>
                    <a:pt x="1006602" y="798005"/>
                  </a:lnTo>
                  <a:lnTo>
                    <a:pt x="1009269" y="799338"/>
                  </a:lnTo>
                  <a:lnTo>
                    <a:pt x="1012698" y="799719"/>
                  </a:lnTo>
                  <a:lnTo>
                    <a:pt x="1016032" y="798862"/>
                  </a:lnTo>
                  <a:lnTo>
                    <a:pt x="1018127" y="796862"/>
                  </a:lnTo>
                  <a:lnTo>
                    <a:pt x="1018127" y="796862"/>
                  </a:lnTo>
                  <a:lnTo>
                    <a:pt x="1018127" y="796862"/>
                  </a:lnTo>
                  <a:lnTo>
                    <a:pt x="1019270" y="795052"/>
                  </a:lnTo>
                  <a:lnTo>
                    <a:pt x="1022604" y="791147"/>
                  </a:lnTo>
                  <a:lnTo>
                    <a:pt x="1024128" y="790004"/>
                  </a:lnTo>
                  <a:lnTo>
                    <a:pt x="1026224" y="789622"/>
                  </a:lnTo>
                  <a:lnTo>
                    <a:pt x="1028224" y="789908"/>
                  </a:lnTo>
                  <a:lnTo>
                    <a:pt x="1030129" y="789813"/>
                  </a:lnTo>
                  <a:lnTo>
                    <a:pt x="1031748" y="788098"/>
                  </a:lnTo>
                  <a:lnTo>
                    <a:pt x="1033367" y="791242"/>
                  </a:lnTo>
                  <a:lnTo>
                    <a:pt x="1035844" y="793623"/>
                  </a:lnTo>
                  <a:lnTo>
                    <a:pt x="1042035" y="796862"/>
                  </a:lnTo>
                  <a:lnTo>
                    <a:pt x="1043464" y="797338"/>
                  </a:lnTo>
                  <a:lnTo>
                    <a:pt x="1044321" y="797623"/>
                  </a:lnTo>
                  <a:lnTo>
                    <a:pt x="1045464" y="797719"/>
                  </a:lnTo>
                  <a:lnTo>
                    <a:pt x="1048321" y="797814"/>
                  </a:lnTo>
                  <a:lnTo>
                    <a:pt x="1051560" y="799147"/>
                  </a:lnTo>
                  <a:lnTo>
                    <a:pt x="1054799" y="799529"/>
                  </a:lnTo>
                  <a:lnTo>
                    <a:pt x="1056608" y="800005"/>
                  </a:lnTo>
                  <a:lnTo>
                    <a:pt x="1058323" y="800767"/>
                  </a:lnTo>
                  <a:lnTo>
                    <a:pt x="1059561" y="801814"/>
                  </a:lnTo>
                  <a:lnTo>
                    <a:pt x="1060799" y="803815"/>
                  </a:lnTo>
                  <a:lnTo>
                    <a:pt x="1060418" y="805624"/>
                  </a:lnTo>
                  <a:lnTo>
                    <a:pt x="1059561" y="807434"/>
                  </a:lnTo>
                  <a:lnTo>
                    <a:pt x="1058799" y="809625"/>
                  </a:lnTo>
                  <a:lnTo>
                    <a:pt x="1058704" y="811625"/>
                  </a:lnTo>
                  <a:lnTo>
                    <a:pt x="1059180" y="818007"/>
                  </a:lnTo>
                  <a:lnTo>
                    <a:pt x="1070420" y="817626"/>
                  </a:lnTo>
                  <a:lnTo>
                    <a:pt x="1073753" y="818388"/>
                  </a:lnTo>
                  <a:lnTo>
                    <a:pt x="1076516" y="820198"/>
                  </a:lnTo>
                  <a:lnTo>
                    <a:pt x="1077754" y="820674"/>
                  </a:lnTo>
                  <a:lnTo>
                    <a:pt x="1081183" y="820483"/>
                  </a:lnTo>
                  <a:lnTo>
                    <a:pt x="1084707" y="821055"/>
                  </a:lnTo>
                  <a:lnTo>
                    <a:pt x="1086517" y="820960"/>
                  </a:lnTo>
                  <a:lnTo>
                    <a:pt x="1089470" y="819626"/>
                  </a:lnTo>
                  <a:lnTo>
                    <a:pt x="1094042" y="814864"/>
                  </a:lnTo>
                  <a:lnTo>
                    <a:pt x="1096994" y="813340"/>
                  </a:lnTo>
                  <a:lnTo>
                    <a:pt x="1098614" y="813245"/>
                  </a:lnTo>
                  <a:lnTo>
                    <a:pt x="1105281" y="813816"/>
                  </a:lnTo>
                  <a:lnTo>
                    <a:pt x="1106234" y="813721"/>
                  </a:lnTo>
                  <a:lnTo>
                    <a:pt x="1106805" y="813435"/>
                  </a:lnTo>
                  <a:lnTo>
                    <a:pt x="1107281" y="812482"/>
                  </a:lnTo>
                  <a:lnTo>
                    <a:pt x="1107186" y="811625"/>
                  </a:lnTo>
                  <a:lnTo>
                    <a:pt x="1106805" y="810768"/>
                  </a:lnTo>
                  <a:lnTo>
                    <a:pt x="1106805" y="809911"/>
                  </a:lnTo>
                  <a:lnTo>
                    <a:pt x="1107662" y="808482"/>
                  </a:lnTo>
                  <a:lnTo>
                    <a:pt x="1108424" y="808672"/>
                  </a:lnTo>
                  <a:lnTo>
                    <a:pt x="1109186" y="810006"/>
                  </a:lnTo>
                  <a:lnTo>
                    <a:pt x="1110520" y="813340"/>
                  </a:lnTo>
                  <a:lnTo>
                    <a:pt x="1111567" y="814959"/>
                  </a:lnTo>
                  <a:lnTo>
                    <a:pt x="1112806" y="815626"/>
                  </a:lnTo>
                  <a:lnTo>
                    <a:pt x="1113854" y="814006"/>
                  </a:lnTo>
                  <a:lnTo>
                    <a:pt x="1114806" y="811435"/>
                  </a:lnTo>
                  <a:lnTo>
                    <a:pt x="1115282" y="811530"/>
                  </a:lnTo>
                  <a:lnTo>
                    <a:pt x="1115663" y="812959"/>
                  </a:lnTo>
                  <a:lnTo>
                    <a:pt x="1116521" y="814102"/>
                  </a:lnTo>
                  <a:lnTo>
                    <a:pt x="1117949" y="814006"/>
                  </a:lnTo>
                  <a:lnTo>
                    <a:pt x="1118521" y="812482"/>
                  </a:lnTo>
                  <a:lnTo>
                    <a:pt x="1118997" y="810578"/>
                  </a:lnTo>
                  <a:lnTo>
                    <a:pt x="1119950" y="809339"/>
                  </a:lnTo>
                  <a:lnTo>
                    <a:pt x="1120807" y="809530"/>
                  </a:lnTo>
                  <a:lnTo>
                    <a:pt x="1121855" y="811721"/>
                  </a:lnTo>
                  <a:lnTo>
                    <a:pt x="1122712" y="812482"/>
                  </a:lnTo>
                  <a:lnTo>
                    <a:pt x="1123569" y="812292"/>
                  </a:lnTo>
                  <a:lnTo>
                    <a:pt x="1126522" y="810197"/>
                  </a:lnTo>
                  <a:lnTo>
                    <a:pt x="1130332" y="808958"/>
                  </a:lnTo>
                  <a:lnTo>
                    <a:pt x="1131570" y="808101"/>
                  </a:lnTo>
                  <a:lnTo>
                    <a:pt x="1133666" y="805815"/>
                  </a:lnTo>
                  <a:lnTo>
                    <a:pt x="1134618" y="805244"/>
                  </a:lnTo>
                  <a:lnTo>
                    <a:pt x="1136523" y="804958"/>
                  </a:lnTo>
                  <a:lnTo>
                    <a:pt x="1138714" y="803910"/>
                  </a:lnTo>
                  <a:lnTo>
                    <a:pt x="1141476" y="801814"/>
                  </a:lnTo>
                  <a:lnTo>
                    <a:pt x="1143476" y="799243"/>
                  </a:lnTo>
                  <a:lnTo>
                    <a:pt x="1143762" y="796862"/>
                  </a:lnTo>
                  <a:lnTo>
                    <a:pt x="1143762" y="796766"/>
                  </a:lnTo>
                  <a:lnTo>
                    <a:pt x="1143762" y="796766"/>
                  </a:lnTo>
                  <a:lnTo>
                    <a:pt x="1143762" y="796766"/>
                  </a:lnTo>
                  <a:lnTo>
                    <a:pt x="1144619" y="794099"/>
                  </a:lnTo>
                  <a:lnTo>
                    <a:pt x="1144619" y="792956"/>
                  </a:lnTo>
                  <a:lnTo>
                    <a:pt x="1143572" y="792004"/>
                  </a:lnTo>
                  <a:lnTo>
                    <a:pt x="1140809" y="791623"/>
                  </a:lnTo>
                  <a:lnTo>
                    <a:pt x="1139571" y="791147"/>
                  </a:lnTo>
                  <a:lnTo>
                    <a:pt x="1139476" y="789908"/>
                  </a:lnTo>
                  <a:lnTo>
                    <a:pt x="1140905" y="786860"/>
                  </a:lnTo>
                  <a:lnTo>
                    <a:pt x="1142810" y="784384"/>
                  </a:lnTo>
                  <a:lnTo>
                    <a:pt x="1145096" y="782383"/>
                  </a:lnTo>
                  <a:lnTo>
                    <a:pt x="1150049" y="779050"/>
                  </a:lnTo>
                  <a:lnTo>
                    <a:pt x="1150811" y="778669"/>
                  </a:lnTo>
                  <a:lnTo>
                    <a:pt x="1151096" y="779145"/>
                  </a:lnTo>
                  <a:lnTo>
                    <a:pt x="1151287" y="779812"/>
                  </a:lnTo>
                  <a:lnTo>
                    <a:pt x="1151668" y="780193"/>
                  </a:lnTo>
                  <a:lnTo>
                    <a:pt x="1152906" y="780288"/>
                  </a:lnTo>
                  <a:lnTo>
                    <a:pt x="1154049" y="780193"/>
                  </a:lnTo>
                  <a:lnTo>
                    <a:pt x="1155287" y="779812"/>
                  </a:lnTo>
                  <a:lnTo>
                    <a:pt x="1156526" y="779050"/>
                  </a:lnTo>
                  <a:lnTo>
                    <a:pt x="1157669" y="777812"/>
                  </a:lnTo>
                  <a:lnTo>
                    <a:pt x="1159669" y="775049"/>
                  </a:lnTo>
                  <a:lnTo>
                    <a:pt x="1160717" y="773811"/>
                  </a:lnTo>
                  <a:lnTo>
                    <a:pt x="1162241" y="773049"/>
                  </a:lnTo>
                  <a:lnTo>
                    <a:pt x="1165289" y="772001"/>
                  </a:lnTo>
                  <a:lnTo>
                    <a:pt x="1166432" y="770858"/>
                  </a:lnTo>
                  <a:lnTo>
                    <a:pt x="1168527" y="768477"/>
                  </a:lnTo>
                  <a:lnTo>
                    <a:pt x="1175861" y="763238"/>
                  </a:lnTo>
                  <a:lnTo>
                    <a:pt x="1177766" y="761143"/>
                  </a:lnTo>
                  <a:lnTo>
                    <a:pt x="1179386" y="758095"/>
                  </a:lnTo>
                  <a:lnTo>
                    <a:pt x="1180433" y="754666"/>
                  </a:lnTo>
                  <a:lnTo>
                    <a:pt x="1180910" y="751713"/>
                  </a:lnTo>
                  <a:lnTo>
                    <a:pt x="1183481" y="749617"/>
                  </a:lnTo>
                  <a:lnTo>
                    <a:pt x="1186053" y="747427"/>
                  </a:lnTo>
                  <a:lnTo>
                    <a:pt x="1189577" y="745617"/>
                  </a:lnTo>
                  <a:lnTo>
                    <a:pt x="1193768" y="741807"/>
                  </a:lnTo>
                  <a:lnTo>
                    <a:pt x="1196816" y="739997"/>
                  </a:lnTo>
                  <a:lnTo>
                    <a:pt x="1204151" y="735616"/>
                  </a:lnTo>
                  <a:lnTo>
                    <a:pt x="1212533" y="735044"/>
                  </a:lnTo>
                  <a:lnTo>
                    <a:pt x="1217009" y="735616"/>
                  </a:lnTo>
                  <a:lnTo>
                    <a:pt x="1218438" y="735616"/>
                  </a:lnTo>
                  <a:lnTo>
                    <a:pt x="1219867" y="734854"/>
                  </a:lnTo>
                  <a:lnTo>
                    <a:pt x="1221200" y="733711"/>
                  </a:lnTo>
                  <a:lnTo>
                    <a:pt x="1222343" y="732854"/>
                  </a:lnTo>
                  <a:lnTo>
                    <a:pt x="1223582" y="733139"/>
                  </a:lnTo>
                  <a:lnTo>
                    <a:pt x="1224820" y="733806"/>
                  </a:lnTo>
                  <a:lnTo>
                    <a:pt x="1226153" y="733425"/>
                  </a:lnTo>
                  <a:lnTo>
                    <a:pt x="1231678" y="728472"/>
                  </a:lnTo>
                  <a:lnTo>
                    <a:pt x="1232916" y="727710"/>
                  </a:lnTo>
                  <a:lnTo>
                    <a:pt x="1237679" y="726281"/>
                  </a:lnTo>
                  <a:lnTo>
                    <a:pt x="1238250" y="725710"/>
                  </a:lnTo>
                  <a:lnTo>
                    <a:pt x="1238536" y="724757"/>
                  </a:lnTo>
                  <a:lnTo>
                    <a:pt x="1239393" y="724472"/>
                  </a:lnTo>
                  <a:lnTo>
                    <a:pt x="1240346" y="724472"/>
                  </a:lnTo>
                  <a:lnTo>
                    <a:pt x="1241108" y="724186"/>
                  </a:lnTo>
                  <a:lnTo>
                    <a:pt x="1241393" y="723519"/>
                  </a:lnTo>
                  <a:lnTo>
                    <a:pt x="1241203" y="722947"/>
                  </a:lnTo>
                  <a:lnTo>
                    <a:pt x="1240917" y="722471"/>
                  </a:lnTo>
                  <a:lnTo>
                    <a:pt x="1240917" y="721709"/>
                  </a:lnTo>
                  <a:lnTo>
                    <a:pt x="1241870" y="721042"/>
                  </a:lnTo>
                  <a:lnTo>
                    <a:pt x="1243489" y="720757"/>
                  </a:lnTo>
                  <a:lnTo>
                    <a:pt x="1245203" y="720662"/>
                  </a:lnTo>
                  <a:lnTo>
                    <a:pt x="1246346" y="720852"/>
                  </a:lnTo>
                  <a:lnTo>
                    <a:pt x="1247775" y="719995"/>
                  </a:lnTo>
                  <a:lnTo>
                    <a:pt x="1249299" y="719233"/>
                  </a:lnTo>
                  <a:lnTo>
                    <a:pt x="1250537" y="718185"/>
                  </a:lnTo>
                  <a:lnTo>
                    <a:pt x="1254728" y="716471"/>
                  </a:lnTo>
                  <a:lnTo>
                    <a:pt x="1259205" y="715137"/>
                  </a:lnTo>
                  <a:lnTo>
                    <a:pt x="1262253" y="712184"/>
                  </a:lnTo>
                  <a:lnTo>
                    <a:pt x="1268349" y="711994"/>
                  </a:lnTo>
                  <a:lnTo>
                    <a:pt x="1271683" y="707898"/>
                  </a:lnTo>
                  <a:lnTo>
                    <a:pt x="1276160" y="703612"/>
                  </a:lnTo>
                  <a:lnTo>
                    <a:pt x="1273112" y="700469"/>
                  </a:lnTo>
                  <a:lnTo>
                    <a:pt x="1270064" y="696944"/>
                  </a:lnTo>
                  <a:lnTo>
                    <a:pt x="1271397" y="692372"/>
                  </a:lnTo>
                  <a:lnTo>
                    <a:pt x="1274255" y="692563"/>
                  </a:lnTo>
                  <a:lnTo>
                    <a:pt x="1275207" y="692277"/>
                  </a:lnTo>
                  <a:lnTo>
                    <a:pt x="1276064" y="691420"/>
                  </a:lnTo>
                  <a:lnTo>
                    <a:pt x="1277398" y="689038"/>
                  </a:lnTo>
                  <a:lnTo>
                    <a:pt x="1278160" y="687991"/>
                  </a:lnTo>
                  <a:lnTo>
                    <a:pt x="1280065" y="687038"/>
                  </a:lnTo>
                  <a:lnTo>
                    <a:pt x="1282160" y="686753"/>
                  </a:lnTo>
                  <a:lnTo>
                    <a:pt x="1286351" y="686657"/>
                  </a:lnTo>
                  <a:lnTo>
                    <a:pt x="1288161" y="686276"/>
                  </a:lnTo>
                  <a:lnTo>
                    <a:pt x="1289495" y="685705"/>
                  </a:lnTo>
                  <a:lnTo>
                    <a:pt x="1290638" y="684847"/>
                  </a:lnTo>
                  <a:lnTo>
                    <a:pt x="1294924" y="678275"/>
                  </a:lnTo>
                  <a:lnTo>
                    <a:pt x="1296353" y="677037"/>
                  </a:lnTo>
                  <a:lnTo>
                    <a:pt x="1298734" y="676751"/>
                  </a:lnTo>
                  <a:lnTo>
                    <a:pt x="1301782" y="677989"/>
                  </a:lnTo>
                  <a:lnTo>
                    <a:pt x="1304639" y="679990"/>
                  </a:lnTo>
                  <a:lnTo>
                    <a:pt x="1308830" y="684847"/>
                  </a:lnTo>
                  <a:lnTo>
                    <a:pt x="1309783" y="686372"/>
                  </a:lnTo>
                  <a:lnTo>
                    <a:pt x="1309211" y="689991"/>
                  </a:lnTo>
                  <a:lnTo>
                    <a:pt x="1310450" y="690658"/>
                  </a:lnTo>
                  <a:lnTo>
                    <a:pt x="1312259" y="690753"/>
                  </a:lnTo>
                  <a:lnTo>
                    <a:pt x="1313593" y="690467"/>
                  </a:lnTo>
                  <a:lnTo>
                    <a:pt x="1316641" y="690372"/>
                  </a:lnTo>
                  <a:lnTo>
                    <a:pt x="1319594" y="691229"/>
                  </a:lnTo>
                  <a:lnTo>
                    <a:pt x="1325594" y="693991"/>
                  </a:lnTo>
                  <a:lnTo>
                    <a:pt x="1327404" y="694563"/>
                  </a:lnTo>
                  <a:lnTo>
                    <a:pt x="1326833" y="693801"/>
                  </a:lnTo>
                  <a:lnTo>
                    <a:pt x="1325499" y="692182"/>
                  </a:lnTo>
                  <a:lnTo>
                    <a:pt x="1324642" y="690467"/>
                  </a:lnTo>
                  <a:lnTo>
                    <a:pt x="1326071" y="691324"/>
                  </a:lnTo>
                  <a:lnTo>
                    <a:pt x="1327404" y="691896"/>
                  </a:lnTo>
                  <a:lnTo>
                    <a:pt x="1332071" y="693039"/>
                  </a:lnTo>
                  <a:lnTo>
                    <a:pt x="1336262" y="695515"/>
                  </a:lnTo>
                  <a:lnTo>
                    <a:pt x="1337691" y="695992"/>
                  </a:lnTo>
                  <a:lnTo>
                    <a:pt x="1343597" y="697039"/>
                  </a:lnTo>
                  <a:lnTo>
                    <a:pt x="1344263" y="697325"/>
                  </a:lnTo>
                  <a:lnTo>
                    <a:pt x="1344930" y="697706"/>
                  </a:lnTo>
                  <a:lnTo>
                    <a:pt x="1345311" y="698468"/>
                  </a:lnTo>
                  <a:lnTo>
                    <a:pt x="1345406" y="699230"/>
                  </a:lnTo>
                  <a:lnTo>
                    <a:pt x="1345597" y="699992"/>
                  </a:lnTo>
                  <a:lnTo>
                    <a:pt x="1346264" y="700469"/>
                  </a:lnTo>
                  <a:lnTo>
                    <a:pt x="1350836" y="701040"/>
                  </a:lnTo>
                  <a:lnTo>
                    <a:pt x="1350264" y="695611"/>
                  </a:lnTo>
                  <a:lnTo>
                    <a:pt x="1352836" y="693515"/>
                  </a:lnTo>
                  <a:lnTo>
                    <a:pt x="1357979" y="693230"/>
                  </a:lnTo>
                  <a:lnTo>
                    <a:pt x="1361027" y="693991"/>
                  </a:lnTo>
                  <a:lnTo>
                    <a:pt x="1362266" y="689705"/>
                  </a:lnTo>
                  <a:lnTo>
                    <a:pt x="1363885" y="688943"/>
                  </a:lnTo>
                  <a:lnTo>
                    <a:pt x="1364171" y="692372"/>
                  </a:lnTo>
                  <a:lnTo>
                    <a:pt x="1365599" y="694754"/>
                  </a:lnTo>
                  <a:lnTo>
                    <a:pt x="1366266" y="693420"/>
                  </a:lnTo>
                  <a:lnTo>
                    <a:pt x="1369219" y="693896"/>
                  </a:lnTo>
                  <a:lnTo>
                    <a:pt x="1369981" y="693325"/>
                  </a:lnTo>
                  <a:lnTo>
                    <a:pt x="1370076" y="691229"/>
                  </a:lnTo>
                  <a:lnTo>
                    <a:pt x="1369219" y="687896"/>
                  </a:lnTo>
                  <a:lnTo>
                    <a:pt x="1369505" y="686848"/>
                  </a:lnTo>
                  <a:lnTo>
                    <a:pt x="1372267" y="686562"/>
                  </a:lnTo>
                  <a:lnTo>
                    <a:pt x="1372457" y="685800"/>
                  </a:lnTo>
                  <a:lnTo>
                    <a:pt x="1372362" y="684943"/>
                  </a:lnTo>
                  <a:lnTo>
                    <a:pt x="1372553" y="684086"/>
                  </a:lnTo>
                  <a:lnTo>
                    <a:pt x="1373410" y="683514"/>
                  </a:lnTo>
                  <a:lnTo>
                    <a:pt x="1374077" y="683323"/>
                  </a:lnTo>
                  <a:lnTo>
                    <a:pt x="1374839" y="683323"/>
                  </a:lnTo>
                  <a:lnTo>
                    <a:pt x="1375696" y="683133"/>
                  </a:lnTo>
                  <a:lnTo>
                    <a:pt x="1379982" y="685133"/>
                  </a:lnTo>
                  <a:lnTo>
                    <a:pt x="1385602" y="685990"/>
                  </a:lnTo>
                  <a:lnTo>
                    <a:pt x="1388078" y="680942"/>
                  </a:lnTo>
                  <a:lnTo>
                    <a:pt x="1387792" y="674846"/>
                  </a:lnTo>
                  <a:lnTo>
                    <a:pt x="1390364" y="674370"/>
                  </a:lnTo>
                  <a:lnTo>
                    <a:pt x="1391888" y="673703"/>
                  </a:lnTo>
                  <a:lnTo>
                    <a:pt x="1397317" y="676370"/>
                  </a:lnTo>
                  <a:lnTo>
                    <a:pt x="1404557" y="673132"/>
                  </a:lnTo>
                  <a:lnTo>
                    <a:pt x="1409414" y="672655"/>
                  </a:lnTo>
                  <a:lnTo>
                    <a:pt x="1414177" y="672274"/>
                  </a:lnTo>
                  <a:lnTo>
                    <a:pt x="1419606" y="672274"/>
                  </a:lnTo>
                  <a:lnTo>
                    <a:pt x="1420273" y="673608"/>
                  </a:lnTo>
                  <a:lnTo>
                    <a:pt x="1421511" y="678275"/>
                  </a:lnTo>
                  <a:lnTo>
                    <a:pt x="1422368" y="679799"/>
                  </a:lnTo>
                  <a:lnTo>
                    <a:pt x="1424654" y="682466"/>
                  </a:lnTo>
                  <a:lnTo>
                    <a:pt x="1427036" y="683895"/>
                  </a:lnTo>
                  <a:lnTo>
                    <a:pt x="1429607" y="683895"/>
                  </a:lnTo>
                  <a:lnTo>
                    <a:pt x="1432560" y="682085"/>
                  </a:lnTo>
                  <a:lnTo>
                    <a:pt x="1434084" y="680847"/>
                  </a:lnTo>
                  <a:lnTo>
                    <a:pt x="1435227" y="680371"/>
                  </a:lnTo>
                  <a:lnTo>
                    <a:pt x="1436180" y="680942"/>
                  </a:lnTo>
                  <a:lnTo>
                    <a:pt x="1437513" y="682466"/>
                  </a:lnTo>
                  <a:lnTo>
                    <a:pt x="1437608" y="683609"/>
                  </a:lnTo>
                  <a:lnTo>
                    <a:pt x="1435608" y="686657"/>
                  </a:lnTo>
                  <a:lnTo>
                    <a:pt x="1434370" y="689420"/>
                  </a:lnTo>
                  <a:lnTo>
                    <a:pt x="1433513" y="690277"/>
                  </a:lnTo>
                  <a:lnTo>
                    <a:pt x="1425035" y="692563"/>
                  </a:lnTo>
                  <a:lnTo>
                    <a:pt x="1423702" y="693420"/>
                  </a:lnTo>
                  <a:lnTo>
                    <a:pt x="1422940" y="694563"/>
                  </a:lnTo>
                  <a:lnTo>
                    <a:pt x="1422178" y="695992"/>
                  </a:lnTo>
                  <a:lnTo>
                    <a:pt x="1423892" y="703421"/>
                  </a:lnTo>
                  <a:lnTo>
                    <a:pt x="1430655" y="698849"/>
                  </a:lnTo>
                  <a:lnTo>
                    <a:pt x="1436370" y="697039"/>
                  </a:lnTo>
                  <a:lnTo>
                    <a:pt x="1437513" y="702564"/>
                  </a:lnTo>
                  <a:lnTo>
                    <a:pt x="1444847" y="706374"/>
                  </a:lnTo>
                  <a:lnTo>
                    <a:pt x="1444276" y="707517"/>
                  </a:lnTo>
                  <a:lnTo>
                    <a:pt x="1444371" y="708565"/>
                  </a:lnTo>
                  <a:lnTo>
                    <a:pt x="1445038" y="709231"/>
                  </a:lnTo>
                  <a:lnTo>
                    <a:pt x="1446181" y="709327"/>
                  </a:lnTo>
                  <a:lnTo>
                    <a:pt x="1447610" y="710565"/>
                  </a:lnTo>
                  <a:lnTo>
                    <a:pt x="1448276" y="712280"/>
                  </a:lnTo>
                  <a:lnTo>
                    <a:pt x="1449038" y="716280"/>
                  </a:lnTo>
                  <a:lnTo>
                    <a:pt x="1450086" y="718185"/>
                  </a:lnTo>
                  <a:lnTo>
                    <a:pt x="1454372" y="723233"/>
                  </a:lnTo>
                  <a:lnTo>
                    <a:pt x="1455611" y="727900"/>
                  </a:lnTo>
                  <a:lnTo>
                    <a:pt x="1455992" y="732187"/>
                  </a:lnTo>
                  <a:lnTo>
                    <a:pt x="1448372" y="738092"/>
                  </a:lnTo>
                  <a:lnTo>
                    <a:pt x="1443038" y="741140"/>
                  </a:lnTo>
                  <a:lnTo>
                    <a:pt x="1445609" y="745427"/>
                  </a:lnTo>
                  <a:lnTo>
                    <a:pt x="1442371" y="749522"/>
                  </a:lnTo>
                  <a:lnTo>
                    <a:pt x="1445133" y="752285"/>
                  </a:lnTo>
                  <a:lnTo>
                    <a:pt x="1447800" y="758285"/>
                  </a:lnTo>
                  <a:lnTo>
                    <a:pt x="1449229" y="757619"/>
                  </a:lnTo>
                  <a:lnTo>
                    <a:pt x="1449610" y="752285"/>
                  </a:lnTo>
                  <a:lnTo>
                    <a:pt x="1450372" y="748189"/>
                  </a:lnTo>
                  <a:lnTo>
                    <a:pt x="1452848" y="743617"/>
                  </a:lnTo>
                  <a:lnTo>
                    <a:pt x="1457230" y="741331"/>
                  </a:lnTo>
                  <a:lnTo>
                    <a:pt x="1464088" y="743140"/>
                  </a:lnTo>
                  <a:lnTo>
                    <a:pt x="1469708" y="749522"/>
                  </a:lnTo>
                  <a:lnTo>
                    <a:pt x="1475327" y="753142"/>
                  </a:lnTo>
                  <a:lnTo>
                    <a:pt x="1478947" y="757714"/>
                  </a:lnTo>
                  <a:lnTo>
                    <a:pt x="1479995" y="764381"/>
                  </a:lnTo>
                  <a:lnTo>
                    <a:pt x="1482852" y="766000"/>
                  </a:lnTo>
                  <a:lnTo>
                    <a:pt x="1485424" y="766572"/>
                  </a:lnTo>
                  <a:lnTo>
                    <a:pt x="1487996" y="765905"/>
                  </a:lnTo>
                  <a:lnTo>
                    <a:pt x="1490758" y="764191"/>
                  </a:lnTo>
                  <a:lnTo>
                    <a:pt x="1494473" y="762476"/>
                  </a:lnTo>
                  <a:lnTo>
                    <a:pt x="1497425" y="763333"/>
                  </a:lnTo>
                  <a:lnTo>
                    <a:pt x="1502759" y="767905"/>
                  </a:lnTo>
                  <a:lnTo>
                    <a:pt x="1503617" y="768287"/>
                  </a:lnTo>
                  <a:lnTo>
                    <a:pt x="1504379" y="768287"/>
                  </a:lnTo>
                  <a:lnTo>
                    <a:pt x="1504950" y="768572"/>
                  </a:lnTo>
                  <a:lnTo>
                    <a:pt x="1505807" y="770763"/>
                  </a:lnTo>
                  <a:lnTo>
                    <a:pt x="1506569" y="771620"/>
                  </a:lnTo>
                  <a:lnTo>
                    <a:pt x="1510951" y="775145"/>
                  </a:lnTo>
                  <a:lnTo>
                    <a:pt x="1513999" y="776764"/>
                  </a:lnTo>
                  <a:lnTo>
                    <a:pt x="1514856" y="775145"/>
                  </a:lnTo>
                  <a:lnTo>
                    <a:pt x="1517714" y="773525"/>
                  </a:lnTo>
                  <a:lnTo>
                    <a:pt x="1518380" y="772573"/>
                  </a:lnTo>
                  <a:lnTo>
                    <a:pt x="1518857" y="770668"/>
                  </a:lnTo>
                  <a:lnTo>
                    <a:pt x="1520000" y="770287"/>
                  </a:lnTo>
                  <a:lnTo>
                    <a:pt x="1521524" y="770572"/>
                  </a:lnTo>
                  <a:lnTo>
                    <a:pt x="1523048" y="770572"/>
                  </a:lnTo>
                  <a:lnTo>
                    <a:pt x="1524000" y="769525"/>
                  </a:lnTo>
                  <a:lnTo>
                    <a:pt x="1524286" y="767715"/>
                  </a:lnTo>
                  <a:lnTo>
                    <a:pt x="1524286" y="764286"/>
                  </a:lnTo>
                  <a:lnTo>
                    <a:pt x="1524191" y="763429"/>
                  </a:lnTo>
                  <a:lnTo>
                    <a:pt x="1523905" y="762572"/>
                  </a:lnTo>
                  <a:lnTo>
                    <a:pt x="1523810" y="761810"/>
                  </a:lnTo>
                  <a:lnTo>
                    <a:pt x="1524191" y="760952"/>
                  </a:lnTo>
                  <a:lnTo>
                    <a:pt x="1525429" y="759619"/>
                  </a:lnTo>
                  <a:lnTo>
                    <a:pt x="1525810" y="758952"/>
                  </a:lnTo>
                  <a:lnTo>
                    <a:pt x="1526096" y="757904"/>
                  </a:lnTo>
                  <a:lnTo>
                    <a:pt x="1527143" y="756475"/>
                  </a:lnTo>
                  <a:lnTo>
                    <a:pt x="1528382" y="753237"/>
                  </a:lnTo>
                  <a:lnTo>
                    <a:pt x="1529239" y="751713"/>
                  </a:lnTo>
                  <a:lnTo>
                    <a:pt x="1530382" y="748570"/>
                  </a:lnTo>
                  <a:lnTo>
                    <a:pt x="1531811" y="747713"/>
                  </a:lnTo>
                  <a:lnTo>
                    <a:pt x="1533525" y="748951"/>
                  </a:lnTo>
                  <a:lnTo>
                    <a:pt x="1535335" y="751713"/>
                  </a:lnTo>
                  <a:lnTo>
                    <a:pt x="1537240" y="752856"/>
                  </a:lnTo>
                  <a:lnTo>
                    <a:pt x="1539431" y="751332"/>
                  </a:lnTo>
                  <a:lnTo>
                    <a:pt x="1541717" y="750189"/>
                  </a:lnTo>
                  <a:lnTo>
                    <a:pt x="1544098" y="752285"/>
                  </a:lnTo>
                  <a:lnTo>
                    <a:pt x="1547336" y="761810"/>
                  </a:lnTo>
                  <a:lnTo>
                    <a:pt x="1549337" y="764572"/>
                  </a:lnTo>
                  <a:lnTo>
                    <a:pt x="1551908" y="765334"/>
                  </a:lnTo>
                  <a:lnTo>
                    <a:pt x="1556861" y="762953"/>
                  </a:lnTo>
                  <a:lnTo>
                    <a:pt x="1559909" y="764286"/>
                  </a:lnTo>
                  <a:lnTo>
                    <a:pt x="1563719" y="769430"/>
                  </a:lnTo>
                  <a:lnTo>
                    <a:pt x="1566386" y="771049"/>
                  </a:lnTo>
                  <a:lnTo>
                    <a:pt x="1567529" y="772097"/>
                  </a:lnTo>
                  <a:lnTo>
                    <a:pt x="1567625" y="773621"/>
                  </a:lnTo>
                  <a:lnTo>
                    <a:pt x="1566863" y="776097"/>
                  </a:lnTo>
                  <a:lnTo>
                    <a:pt x="1567339" y="777049"/>
                  </a:lnTo>
                  <a:lnTo>
                    <a:pt x="1570577" y="777621"/>
                  </a:lnTo>
                  <a:lnTo>
                    <a:pt x="1572006" y="778383"/>
                  </a:lnTo>
                  <a:lnTo>
                    <a:pt x="1577245" y="783431"/>
                  </a:lnTo>
                  <a:lnTo>
                    <a:pt x="1578959" y="782288"/>
                  </a:lnTo>
                  <a:lnTo>
                    <a:pt x="1585055" y="779050"/>
                  </a:lnTo>
                  <a:lnTo>
                    <a:pt x="1586484" y="778097"/>
                  </a:lnTo>
                  <a:lnTo>
                    <a:pt x="1587913" y="776478"/>
                  </a:lnTo>
                  <a:lnTo>
                    <a:pt x="1588961" y="774763"/>
                  </a:lnTo>
                  <a:lnTo>
                    <a:pt x="1589723" y="772763"/>
                  </a:lnTo>
                  <a:lnTo>
                    <a:pt x="1590675" y="767905"/>
                  </a:lnTo>
                  <a:lnTo>
                    <a:pt x="1592104" y="764381"/>
                  </a:lnTo>
                  <a:lnTo>
                    <a:pt x="1594199" y="765238"/>
                  </a:lnTo>
                  <a:lnTo>
                    <a:pt x="1595057" y="766096"/>
                  </a:lnTo>
                  <a:lnTo>
                    <a:pt x="1595723" y="766953"/>
                  </a:lnTo>
                  <a:lnTo>
                    <a:pt x="1598009" y="770191"/>
                  </a:lnTo>
                  <a:lnTo>
                    <a:pt x="1600867" y="773716"/>
                  </a:lnTo>
                  <a:lnTo>
                    <a:pt x="1602581" y="775049"/>
                  </a:lnTo>
                  <a:lnTo>
                    <a:pt x="1603915" y="775430"/>
                  </a:lnTo>
                  <a:lnTo>
                    <a:pt x="1606391" y="774478"/>
                  </a:lnTo>
                  <a:lnTo>
                    <a:pt x="1607249" y="774002"/>
                  </a:lnTo>
                  <a:lnTo>
                    <a:pt x="1612678" y="769334"/>
                  </a:lnTo>
                  <a:lnTo>
                    <a:pt x="1614107" y="767715"/>
                  </a:lnTo>
                  <a:lnTo>
                    <a:pt x="1617155" y="763238"/>
                  </a:lnTo>
                  <a:lnTo>
                    <a:pt x="1618393" y="760476"/>
                  </a:lnTo>
                  <a:lnTo>
                    <a:pt x="1619250" y="758095"/>
                  </a:lnTo>
                  <a:lnTo>
                    <a:pt x="1619631" y="756285"/>
                  </a:lnTo>
                  <a:lnTo>
                    <a:pt x="1619631" y="754856"/>
                  </a:lnTo>
                  <a:lnTo>
                    <a:pt x="1619441" y="753618"/>
                  </a:lnTo>
                  <a:lnTo>
                    <a:pt x="1619250" y="752475"/>
                  </a:lnTo>
                  <a:lnTo>
                    <a:pt x="1618869" y="751237"/>
                  </a:lnTo>
                  <a:lnTo>
                    <a:pt x="1617059" y="747617"/>
                  </a:lnTo>
                  <a:lnTo>
                    <a:pt x="1615535" y="743712"/>
                  </a:lnTo>
                  <a:lnTo>
                    <a:pt x="1614869" y="739807"/>
                  </a:lnTo>
                  <a:lnTo>
                    <a:pt x="1614773" y="737711"/>
                  </a:lnTo>
                  <a:lnTo>
                    <a:pt x="1615154" y="735806"/>
                  </a:lnTo>
                  <a:lnTo>
                    <a:pt x="1615821" y="734663"/>
                  </a:lnTo>
                  <a:lnTo>
                    <a:pt x="1616678" y="733615"/>
                  </a:lnTo>
                  <a:lnTo>
                    <a:pt x="1617536" y="732758"/>
                  </a:lnTo>
                  <a:lnTo>
                    <a:pt x="1621822" y="729805"/>
                  </a:lnTo>
                  <a:lnTo>
                    <a:pt x="1622298" y="729234"/>
                  </a:lnTo>
                  <a:lnTo>
                    <a:pt x="1622298" y="728663"/>
                  </a:lnTo>
                  <a:lnTo>
                    <a:pt x="1622298" y="727900"/>
                  </a:lnTo>
                  <a:lnTo>
                    <a:pt x="1621250" y="723614"/>
                  </a:lnTo>
                  <a:lnTo>
                    <a:pt x="1620965" y="722852"/>
                  </a:lnTo>
                  <a:lnTo>
                    <a:pt x="1620584" y="722281"/>
                  </a:lnTo>
                  <a:lnTo>
                    <a:pt x="1620298" y="721709"/>
                  </a:lnTo>
                  <a:lnTo>
                    <a:pt x="1620203" y="720757"/>
                  </a:lnTo>
                  <a:lnTo>
                    <a:pt x="1620298" y="719995"/>
                  </a:lnTo>
                  <a:lnTo>
                    <a:pt x="1620488" y="719519"/>
                  </a:lnTo>
                  <a:lnTo>
                    <a:pt x="1620393" y="719042"/>
                  </a:lnTo>
                  <a:lnTo>
                    <a:pt x="1619345" y="717613"/>
                  </a:lnTo>
                  <a:lnTo>
                    <a:pt x="1619155" y="716852"/>
                  </a:lnTo>
                  <a:lnTo>
                    <a:pt x="1619155" y="712184"/>
                  </a:lnTo>
                  <a:lnTo>
                    <a:pt x="1618869" y="711232"/>
                  </a:lnTo>
                  <a:lnTo>
                    <a:pt x="1619441" y="709994"/>
                  </a:lnTo>
                  <a:lnTo>
                    <a:pt x="1619726" y="709136"/>
                  </a:lnTo>
                  <a:lnTo>
                    <a:pt x="1620107" y="708565"/>
                  </a:lnTo>
                  <a:lnTo>
                    <a:pt x="1621250" y="708184"/>
                  </a:lnTo>
                  <a:lnTo>
                    <a:pt x="1626394" y="707231"/>
                  </a:lnTo>
                  <a:lnTo>
                    <a:pt x="1627442" y="706850"/>
                  </a:lnTo>
                  <a:lnTo>
                    <a:pt x="1628204" y="706374"/>
                  </a:lnTo>
                  <a:lnTo>
                    <a:pt x="1628870" y="705803"/>
                  </a:lnTo>
                  <a:lnTo>
                    <a:pt x="1629347" y="705612"/>
                  </a:lnTo>
                  <a:lnTo>
                    <a:pt x="1629823" y="705517"/>
                  </a:lnTo>
                  <a:lnTo>
                    <a:pt x="1630299" y="705612"/>
                  </a:lnTo>
                  <a:lnTo>
                    <a:pt x="1630680" y="705707"/>
                  </a:lnTo>
                  <a:lnTo>
                    <a:pt x="1630775" y="705803"/>
                  </a:lnTo>
                  <a:lnTo>
                    <a:pt x="1630871" y="705803"/>
                  </a:lnTo>
                  <a:lnTo>
                    <a:pt x="1630871" y="705803"/>
                  </a:lnTo>
                  <a:lnTo>
                    <a:pt x="1633633" y="716185"/>
                  </a:lnTo>
                  <a:lnTo>
                    <a:pt x="1635347" y="720662"/>
                  </a:lnTo>
                  <a:lnTo>
                    <a:pt x="1636109" y="722186"/>
                  </a:lnTo>
                  <a:lnTo>
                    <a:pt x="1636871" y="722852"/>
                  </a:lnTo>
                  <a:lnTo>
                    <a:pt x="1637919" y="722947"/>
                  </a:lnTo>
                  <a:lnTo>
                    <a:pt x="1639824" y="722566"/>
                  </a:lnTo>
                  <a:lnTo>
                    <a:pt x="1640967" y="721995"/>
                  </a:lnTo>
                  <a:lnTo>
                    <a:pt x="1643634" y="720185"/>
                  </a:lnTo>
                  <a:lnTo>
                    <a:pt x="1644015" y="719614"/>
                  </a:lnTo>
                  <a:lnTo>
                    <a:pt x="1644110" y="718661"/>
                  </a:lnTo>
                  <a:lnTo>
                    <a:pt x="1643825" y="717804"/>
                  </a:lnTo>
                  <a:lnTo>
                    <a:pt x="1643063" y="716756"/>
                  </a:lnTo>
                  <a:lnTo>
                    <a:pt x="1641539" y="715042"/>
                  </a:lnTo>
                  <a:lnTo>
                    <a:pt x="1640777" y="713804"/>
                  </a:lnTo>
                  <a:lnTo>
                    <a:pt x="1640586" y="712946"/>
                  </a:lnTo>
                  <a:lnTo>
                    <a:pt x="1640681" y="711613"/>
                  </a:lnTo>
                  <a:lnTo>
                    <a:pt x="1641443" y="709327"/>
                  </a:lnTo>
                  <a:lnTo>
                    <a:pt x="1642586" y="707136"/>
                  </a:lnTo>
                  <a:lnTo>
                    <a:pt x="1643539" y="706183"/>
                  </a:lnTo>
                  <a:lnTo>
                    <a:pt x="1643920" y="705898"/>
                  </a:lnTo>
                  <a:lnTo>
                    <a:pt x="1647444" y="703802"/>
                  </a:lnTo>
                  <a:lnTo>
                    <a:pt x="1648301" y="702755"/>
                  </a:lnTo>
                  <a:lnTo>
                    <a:pt x="1648682" y="701897"/>
                  </a:lnTo>
                  <a:lnTo>
                    <a:pt x="1648682" y="700564"/>
                  </a:lnTo>
                  <a:lnTo>
                    <a:pt x="1648492" y="699230"/>
                  </a:lnTo>
                  <a:lnTo>
                    <a:pt x="1648016" y="697421"/>
                  </a:lnTo>
                  <a:lnTo>
                    <a:pt x="1647635" y="696278"/>
                  </a:lnTo>
                  <a:lnTo>
                    <a:pt x="1646682" y="694468"/>
                  </a:lnTo>
                  <a:lnTo>
                    <a:pt x="1646206" y="693039"/>
                  </a:lnTo>
                  <a:lnTo>
                    <a:pt x="1645825" y="691420"/>
                  </a:lnTo>
                  <a:lnTo>
                    <a:pt x="1646015" y="689324"/>
                  </a:lnTo>
                  <a:lnTo>
                    <a:pt x="1646492" y="688277"/>
                  </a:lnTo>
                  <a:lnTo>
                    <a:pt x="1647254" y="687514"/>
                  </a:lnTo>
                  <a:lnTo>
                    <a:pt x="1647920" y="687229"/>
                  </a:lnTo>
                  <a:lnTo>
                    <a:pt x="1648492" y="687038"/>
                  </a:lnTo>
                  <a:lnTo>
                    <a:pt x="1650302" y="687038"/>
                  </a:lnTo>
                  <a:lnTo>
                    <a:pt x="1651540" y="686848"/>
                  </a:lnTo>
                  <a:lnTo>
                    <a:pt x="1652873" y="686276"/>
                  </a:lnTo>
                  <a:lnTo>
                    <a:pt x="1656302" y="685610"/>
                  </a:lnTo>
                  <a:lnTo>
                    <a:pt x="1656683" y="685514"/>
                  </a:lnTo>
                  <a:lnTo>
                    <a:pt x="1656683" y="685514"/>
                  </a:lnTo>
                  <a:close/>
                </a:path>
              </a:pathLst>
            </a:custGeom>
            <a:solidFill>
              <a:srgbClr val="CCCCCC"/>
            </a:soli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A867EA0B-E833-5CAE-E5E7-544D46437595}"/>
                </a:ext>
              </a:extLst>
            </p:cNvPr>
            <p:cNvSpPr/>
            <p:nvPr/>
          </p:nvSpPr>
          <p:spPr>
            <a:xfrm>
              <a:off x="4288345" y="4088479"/>
              <a:ext cx="104775" cy="171450"/>
            </a:xfrm>
            <a:custGeom>
              <a:avLst/>
              <a:gdLst>
                <a:gd name="connsiteX0" fmla="*/ 106013 w 104775"/>
                <a:gd name="connsiteY0" fmla="*/ 104966 h 171450"/>
                <a:gd name="connsiteX1" fmla="*/ 106013 w 104775"/>
                <a:gd name="connsiteY1" fmla="*/ 104489 h 171450"/>
                <a:gd name="connsiteX2" fmla="*/ 106489 w 104775"/>
                <a:gd name="connsiteY2" fmla="*/ 98489 h 171450"/>
                <a:gd name="connsiteX3" fmla="*/ 106489 w 104775"/>
                <a:gd name="connsiteY3" fmla="*/ 96583 h 171450"/>
                <a:gd name="connsiteX4" fmla="*/ 106299 w 104775"/>
                <a:gd name="connsiteY4" fmla="*/ 95441 h 171450"/>
                <a:gd name="connsiteX5" fmla="*/ 106109 w 104775"/>
                <a:gd name="connsiteY5" fmla="*/ 94774 h 171450"/>
                <a:gd name="connsiteX6" fmla="*/ 105632 w 104775"/>
                <a:gd name="connsiteY6" fmla="*/ 94012 h 171450"/>
                <a:gd name="connsiteX7" fmla="*/ 104775 w 104775"/>
                <a:gd name="connsiteY7" fmla="*/ 92869 h 171450"/>
                <a:gd name="connsiteX8" fmla="*/ 104108 w 104775"/>
                <a:gd name="connsiteY8" fmla="*/ 92297 h 171450"/>
                <a:gd name="connsiteX9" fmla="*/ 103537 w 104775"/>
                <a:gd name="connsiteY9" fmla="*/ 91821 h 171450"/>
                <a:gd name="connsiteX10" fmla="*/ 97250 w 104775"/>
                <a:gd name="connsiteY10" fmla="*/ 89059 h 171450"/>
                <a:gd name="connsiteX11" fmla="*/ 96774 w 104775"/>
                <a:gd name="connsiteY11" fmla="*/ 88678 h 171450"/>
                <a:gd name="connsiteX12" fmla="*/ 96393 w 104775"/>
                <a:gd name="connsiteY12" fmla="*/ 88297 h 171450"/>
                <a:gd name="connsiteX13" fmla="*/ 96012 w 104775"/>
                <a:gd name="connsiteY13" fmla="*/ 87821 h 171450"/>
                <a:gd name="connsiteX14" fmla="*/ 95726 w 104775"/>
                <a:gd name="connsiteY14" fmla="*/ 87058 h 171450"/>
                <a:gd name="connsiteX15" fmla="*/ 95536 w 104775"/>
                <a:gd name="connsiteY15" fmla="*/ 86392 h 171450"/>
                <a:gd name="connsiteX16" fmla="*/ 95536 w 104775"/>
                <a:gd name="connsiteY16" fmla="*/ 85439 h 171450"/>
                <a:gd name="connsiteX17" fmla="*/ 95631 w 104775"/>
                <a:gd name="connsiteY17" fmla="*/ 84677 h 171450"/>
                <a:gd name="connsiteX18" fmla="*/ 95726 w 104775"/>
                <a:gd name="connsiteY18" fmla="*/ 84011 h 171450"/>
                <a:gd name="connsiteX19" fmla="*/ 97155 w 104775"/>
                <a:gd name="connsiteY19" fmla="*/ 79248 h 171450"/>
                <a:gd name="connsiteX20" fmla="*/ 97346 w 104775"/>
                <a:gd name="connsiteY20" fmla="*/ 78486 h 171450"/>
                <a:gd name="connsiteX21" fmla="*/ 98393 w 104775"/>
                <a:gd name="connsiteY21" fmla="*/ 75724 h 171450"/>
                <a:gd name="connsiteX22" fmla="*/ 98488 w 104775"/>
                <a:gd name="connsiteY22" fmla="*/ 75152 h 171450"/>
                <a:gd name="connsiteX23" fmla="*/ 98488 w 104775"/>
                <a:gd name="connsiteY23" fmla="*/ 74486 h 171450"/>
                <a:gd name="connsiteX24" fmla="*/ 98298 w 104775"/>
                <a:gd name="connsiteY24" fmla="*/ 73819 h 171450"/>
                <a:gd name="connsiteX25" fmla="*/ 97822 w 104775"/>
                <a:gd name="connsiteY25" fmla="*/ 73057 h 171450"/>
                <a:gd name="connsiteX26" fmla="*/ 96869 w 104775"/>
                <a:gd name="connsiteY26" fmla="*/ 71914 h 171450"/>
                <a:gd name="connsiteX27" fmla="*/ 96107 w 104775"/>
                <a:gd name="connsiteY27" fmla="*/ 71438 h 171450"/>
                <a:gd name="connsiteX28" fmla="*/ 95345 w 104775"/>
                <a:gd name="connsiteY28" fmla="*/ 71247 h 171450"/>
                <a:gd name="connsiteX29" fmla="*/ 93631 w 104775"/>
                <a:gd name="connsiteY29" fmla="*/ 71342 h 171450"/>
                <a:gd name="connsiteX30" fmla="*/ 91916 w 104775"/>
                <a:gd name="connsiteY30" fmla="*/ 71723 h 171450"/>
                <a:gd name="connsiteX31" fmla="*/ 91345 w 104775"/>
                <a:gd name="connsiteY31" fmla="*/ 71819 h 171450"/>
                <a:gd name="connsiteX32" fmla="*/ 90773 w 104775"/>
                <a:gd name="connsiteY32" fmla="*/ 71723 h 171450"/>
                <a:gd name="connsiteX33" fmla="*/ 90202 w 104775"/>
                <a:gd name="connsiteY33" fmla="*/ 71628 h 171450"/>
                <a:gd name="connsiteX34" fmla="*/ 89630 w 104775"/>
                <a:gd name="connsiteY34" fmla="*/ 71342 h 171450"/>
                <a:gd name="connsiteX35" fmla="*/ 87725 w 104775"/>
                <a:gd name="connsiteY35" fmla="*/ 70295 h 171450"/>
                <a:gd name="connsiteX36" fmla="*/ 87154 w 104775"/>
                <a:gd name="connsiteY36" fmla="*/ 70199 h 171450"/>
                <a:gd name="connsiteX37" fmla="*/ 86487 w 104775"/>
                <a:gd name="connsiteY37" fmla="*/ 70104 h 171450"/>
                <a:gd name="connsiteX38" fmla="*/ 86011 w 104775"/>
                <a:gd name="connsiteY38" fmla="*/ 70199 h 171450"/>
                <a:gd name="connsiteX39" fmla="*/ 85439 w 104775"/>
                <a:gd name="connsiteY39" fmla="*/ 70390 h 171450"/>
                <a:gd name="connsiteX40" fmla="*/ 85058 w 104775"/>
                <a:gd name="connsiteY40" fmla="*/ 70675 h 171450"/>
                <a:gd name="connsiteX41" fmla="*/ 84868 w 104775"/>
                <a:gd name="connsiteY41" fmla="*/ 71152 h 171450"/>
                <a:gd name="connsiteX42" fmla="*/ 84868 w 104775"/>
                <a:gd name="connsiteY42" fmla="*/ 71628 h 171450"/>
                <a:gd name="connsiteX43" fmla="*/ 84963 w 104775"/>
                <a:gd name="connsiteY43" fmla="*/ 72200 h 171450"/>
                <a:gd name="connsiteX44" fmla="*/ 84868 w 104775"/>
                <a:gd name="connsiteY44" fmla="*/ 72676 h 171450"/>
                <a:gd name="connsiteX45" fmla="*/ 84772 w 104775"/>
                <a:gd name="connsiteY45" fmla="*/ 73247 h 171450"/>
                <a:gd name="connsiteX46" fmla="*/ 84487 w 104775"/>
                <a:gd name="connsiteY46" fmla="*/ 73724 h 171450"/>
                <a:gd name="connsiteX47" fmla="*/ 84201 w 104775"/>
                <a:gd name="connsiteY47" fmla="*/ 74200 h 171450"/>
                <a:gd name="connsiteX48" fmla="*/ 83820 w 104775"/>
                <a:gd name="connsiteY48" fmla="*/ 74676 h 171450"/>
                <a:gd name="connsiteX49" fmla="*/ 83439 w 104775"/>
                <a:gd name="connsiteY49" fmla="*/ 74962 h 171450"/>
                <a:gd name="connsiteX50" fmla="*/ 83058 w 104775"/>
                <a:gd name="connsiteY50" fmla="*/ 75152 h 171450"/>
                <a:gd name="connsiteX51" fmla="*/ 82582 w 104775"/>
                <a:gd name="connsiteY51" fmla="*/ 75152 h 171450"/>
                <a:gd name="connsiteX52" fmla="*/ 82105 w 104775"/>
                <a:gd name="connsiteY52" fmla="*/ 74962 h 171450"/>
                <a:gd name="connsiteX53" fmla="*/ 81725 w 104775"/>
                <a:gd name="connsiteY53" fmla="*/ 74581 h 171450"/>
                <a:gd name="connsiteX54" fmla="*/ 80963 w 104775"/>
                <a:gd name="connsiteY54" fmla="*/ 73247 h 171450"/>
                <a:gd name="connsiteX55" fmla="*/ 80677 w 104775"/>
                <a:gd name="connsiteY55" fmla="*/ 72866 h 171450"/>
                <a:gd name="connsiteX56" fmla="*/ 80296 w 104775"/>
                <a:gd name="connsiteY56" fmla="*/ 72581 h 171450"/>
                <a:gd name="connsiteX57" fmla="*/ 79820 w 104775"/>
                <a:gd name="connsiteY57" fmla="*/ 72200 h 171450"/>
                <a:gd name="connsiteX58" fmla="*/ 78962 w 104775"/>
                <a:gd name="connsiteY58" fmla="*/ 71723 h 171450"/>
                <a:gd name="connsiteX59" fmla="*/ 75914 w 104775"/>
                <a:gd name="connsiteY59" fmla="*/ 70771 h 171450"/>
                <a:gd name="connsiteX60" fmla="*/ 75438 w 104775"/>
                <a:gd name="connsiteY60" fmla="*/ 70485 h 171450"/>
                <a:gd name="connsiteX61" fmla="*/ 75152 w 104775"/>
                <a:gd name="connsiteY61" fmla="*/ 70009 h 171450"/>
                <a:gd name="connsiteX62" fmla="*/ 74962 w 104775"/>
                <a:gd name="connsiteY62" fmla="*/ 69437 h 171450"/>
                <a:gd name="connsiteX63" fmla="*/ 75247 w 104775"/>
                <a:gd name="connsiteY63" fmla="*/ 68294 h 171450"/>
                <a:gd name="connsiteX64" fmla="*/ 75438 w 104775"/>
                <a:gd name="connsiteY64" fmla="*/ 67628 h 171450"/>
                <a:gd name="connsiteX65" fmla="*/ 75819 w 104775"/>
                <a:gd name="connsiteY65" fmla="*/ 67056 h 171450"/>
                <a:gd name="connsiteX66" fmla="*/ 76105 w 104775"/>
                <a:gd name="connsiteY66" fmla="*/ 66580 h 171450"/>
                <a:gd name="connsiteX67" fmla="*/ 76295 w 104775"/>
                <a:gd name="connsiteY67" fmla="*/ 66104 h 171450"/>
                <a:gd name="connsiteX68" fmla="*/ 76486 w 104775"/>
                <a:gd name="connsiteY68" fmla="*/ 65342 h 171450"/>
                <a:gd name="connsiteX69" fmla="*/ 76391 w 104775"/>
                <a:gd name="connsiteY69" fmla="*/ 64389 h 171450"/>
                <a:gd name="connsiteX70" fmla="*/ 76010 w 104775"/>
                <a:gd name="connsiteY70" fmla="*/ 62865 h 171450"/>
                <a:gd name="connsiteX71" fmla="*/ 75629 w 104775"/>
                <a:gd name="connsiteY71" fmla="*/ 62008 h 171450"/>
                <a:gd name="connsiteX72" fmla="*/ 75247 w 104775"/>
                <a:gd name="connsiteY72" fmla="*/ 61436 h 171450"/>
                <a:gd name="connsiteX73" fmla="*/ 74867 w 104775"/>
                <a:gd name="connsiteY73" fmla="*/ 61055 h 171450"/>
                <a:gd name="connsiteX74" fmla="*/ 72771 w 104775"/>
                <a:gd name="connsiteY74" fmla="*/ 60198 h 171450"/>
                <a:gd name="connsiteX75" fmla="*/ 72295 w 104775"/>
                <a:gd name="connsiteY75" fmla="*/ 59912 h 171450"/>
                <a:gd name="connsiteX76" fmla="*/ 71914 w 104775"/>
                <a:gd name="connsiteY76" fmla="*/ 59531 h 171450"/>
                <a:gd name="connsiteX77" fmla="*/ 71628 w 104775"/>
                <a:gd name="connsiteY77" fmla="*/ 59150 h 171450"/>
                <a:gd name="connsiteX78" fmla="*/ 71438 w 104775"/>
                <a:gd name="connsiteY78" fmla="*/ 58579 h 171450"/>
                <a:gd name="connsiteX79" fmla="*/ 70866 w 104775"/>
                <a:gd name="connsiteY79" fmla="*/ 55436 h 171450"/>
                <a:gd name="connsiteX80" fmla="*/ 70580 w 104775"/>
                <a:gd name="connsiteY80" fmla="*/ 54864 h 171450"/>
                <a:gd name="connsiteX81" fmla="*/ 70295 w 104775"/>
                <a:gd name="connsiteY81" fmla="*/ 54388 h 171450"/>
                <a:gd name="connsiteX82" fmla="*/ 69342 w 104775"/>
                <a:gd name="connsiteY82" fmla="*/ 53816 h 171450"/>
                <a:gd name="connsiteX83" fmla="*/ 68580 w 104775"/>
                <a:gd name="connsiteY83" fmla="*/ 53150 h 171450"/>
                <a:gd name="connsiteX84" fmla="*/ 68104 w 104775"/>
                <a:gd name="connsiteY84" fmla="*/ 52673 h 171450"/>
                <a:gd name="connsiteX85" fmla="*/ 67913 w 104775"/>
                <a:gd name="connsiteY85" fmla="*/ 50578 h 171450"/>
                <a:gd name="connsiteX86" fmla="*/ 67723 w 104775"/>
                <a:gd name="connsiteY86" fmla="*/ 47149 h 171450"/>
                <a:gd name="connsiteX87" fmla="*/ 67342 w 104775"/>
                <a:gd name="connsiteY87" fmla="*/ 44672 h 171450"/>
                <a:gd name="connsiteX88" fmla="*/ 66104 w 104775"/>
                <a:gd name="connsiteY88" fmla="*/ 41720 h 171450"/>
                <a:gd name="connsiteX89" fmla="*/ 65818 w 104775"/>
                <a:gd name="connsiteY89" fmla="*/ 40577 h 171450"/>
                <a:gd name="connsiteX90" fmla="*/ 65722 w 104775"/>
                <a:gd name="connsiteY90" fmla="*/ 40005 h 171450"/>
                <a:gd name="connsiteX91" fmla="*/ 65818 w 104775"/>
                <a:gd name="connsiteY91" fmla="*/ 39053 h 171450"/>
                <a:gd name="connsiteX92" fmla="*/ 66770 w 104775"/>
                <a:gd name="connsiteY92" fmla="*/ 34004 h 171450"/>
                <a:gd name="connsiteX93" fmla="*/ 66866 w 104775"/>
                <a:gd name="connsiteY93" fmla="*/ 33052 h 171450"/>
                <a:gd name="connsiteX94" fmla="*/ 66770 w 104775"/>
                <a:gd name="connsiteY94" fmla="*/ 31814 h 171450"/>
                <a:gd name="connsiteX95" fmla="*/ 66389 w 104775"/>
                <a:gd name="connsiteY95" fmla="*/ 30290 h 171450"/>
                <a:gd name="connsiteX96" fmla="*/ 65722 w 104775"/>
                <a:gd name="connsiteY96" fmla="*/ 28861 h 171450"/>
                <a:gd name="connsiteX97" fmla="*/ 65627 w 104775"/>
                <a:gd name="connsiteY97" fmla="*/ 28385 h 171450"/>
                <a:gd name="connsiteX98" fmla="*/ 65627 w 104775"/>
                <a:gd name="connsiteY98" fmla="*/ 28004 h 171450"/>
                <a:gd name="connsiteX99" fmla="*/ 65722 w 104775"/>
                <a:gd name="connsiteY99" fmla="*/ 27527 h 171450"/>
                <a:gd name="connsiteX100" fmla="*/ 66199 w 104775"/>
                <a:gd name="connsiteY100" fmla="*/ 26861 h 171450"/>
                <a:gd name="connsiteX101" fmla="*/ 66770 w 104775"/>
                <a:gd name="connsiteY101" fmla="*/ 26575 h 171450"/>
                <a:gd name="connsiteX102" fmla="*/ 67342 w 104775"/>
                <a:gd name="connsiteY102" fmla="*/ 26479 h 171450"/>
                <a:gd name="connsiteX103" fmla="*/ 67913 w 104775"/>
                <a:gd name="connsiteY103" fmla="*/ 26575 h 171450"/>
                <a:gd name="connsiteX104" fmla="*/ 68580 w 104775"/>
                <a:gd name="connsiteY104" fmla="*/ 26765 h 171450"/>
                <a:gd name="connsiteX105" fmla="*/ 74771 w 104775"/>
                <a:gd name="connsiteY105" fmla="*/ 30480 h 171450"/>
                <a:gd name="connsiteX106" fmla="*/ 75152 w 104775"/>
                <a:gd name="connsiteY106" fmla="*/ 30671 h 171450"/>
                <a:gd name="connsiteX107" fmla="*/ 76200 w 104775"/>
                <a:gd name="connsiteY107" fmla="*/ 30861 h 171450"/>
                <a:gd name="connsiteX108" fmla="*/ 77343 w 104775"/>
                <a:gd name="connsiteY108" fmla="*/ 30766 h 171450"/>
                <a:gd name="connsiteX109" fmla="*/ 81248 w 104775"/>
                <a:gd name="connsiteY109" fmla="*/ 30099 h 171450"/>
                <a:gd name="connsiteX110" fmla="*/ 82487 w 104775"/>
                <a:gd name="connsiteY110" fmla="*/ 30099 h 171450"/>
                <a:gd name="connsiteX111" fmla="*/ 86678 w 104775"/>
                <a:gd name="connsiteY111" fmla="*/ 30575 h 171450"/>
                <a:gd name="connsiteX112" fmla="*/ 87249 w 104775"/>
                <a:gd name="connsiteY112" fmla="*/ 30480 h 171450"/>
                <a:gd name="connsiteX113" fmla="*/ 87630 w 104775"/>
                <a:gd name="connsiteY113" fmla="*/ 30290 h 171450"/>
                <a:gd name="connsiteX114" fmla="*/ 87916 w 104775"/>
                <a:gd name="connsiteY114" fmla="*/ 29908 h 171450"/>
                <a:gd name="connsiteX115" fmla="*/ 88297 w 104775"/>
                <a:gd name="connsiteY115" fmla="*/ 29528 h 171450"/>
                <a:gd name="connsiteX116" fmla="*/ 88678 w 104775"/>
                <a:gd name="connsiteY116" fmla="*/ 28766 h 171450"/>
                <a:gd name="connsiteX117" fmla="*/ 88583 w 104775"/>
                <a:gd name="connsiteY117" fmla="*/ 28194 h 171450"/>
                <a:gd name="connsiteX118" fmla="*/ 88392 w 104775"/>
                <a:gd name="connsiteY118" fmla="*/ 27813 h 171450"/>
                <a:gd name="connsiteX119" fmla="*/ 87630 w 104775"/>
                <a:gd name="connsiteY119" fmla="*/ 26861 h 171450"/>
                <a:gd name="connsiteX120" fmla="*/ 87154 w 104775"/>
                <a:gd name="connsiteY120" fmla="*/ 26099 h 171450"/>
                <a:gd name="connsiteX121" fmla="*/ 86678 w 104775"/>
                <a:gd name="connsiteY121" fmla="*/ 25622 h 171450"/>
                <a:gd name="connsiteX122" fmla="*/ 85249 w 104775"/>
                <a:gd name="connsiteY122" fmla="*/ 24860 h 171450"/>
                <a:gd name="connsiteX123" fmla="*/ 84868 w 104775"/>
                <a:gd name="connsiteY123" fmla="*/ 24098 h 171450"/>
                <a:gd name="connsiteX124" fmla="*/ 84868 w 104775"/>
                <a:gd name="connsiteY124" fmla="*/ 23527 h 171450"/>
                <a:gd name="connsiteX125" fmla="*/ 85154 w 104775"/>
                <a:gd name="connsiteY125" fmla="*/ 22670 h 171450"/>
                <a:gd name="connsiteX126" fmla="*/ 86011 w 104775"/>
                <a:gd name="connsiteY126" fmla="*/ 21336 h 171450"/>
                <a:gd name="connsiteX127" fmla="*/ 85916 w 104775"/>
                <a:gd name="connsiteY127" fmla="*/ 20765 h 171450"/>
                <a:gd name="connsiteX128" fmla="*/ 85439 w 104775"/>
                <a:gd name="connsiteY128" fmla="*/ 20193 h 171450"/>
                <a:gd name="connsiteX129" fmla="*/ 84011 w 104775"/>
                <a:gd name="connsiteY129" fmla="*/ 19621 h 171450"/>
                <a:gd name="connsiteX130" fmla="*/ 82868 w 104775"/>
                <a:gd name="connsiteY130" fmla="*/ 19336 h 171450"/>
                <a:gd name="connsiteX131" fmla="*/ 80105 w 104775"/>
                <a:gd name="connsiteY131" fmla="*/ 18955 h 171450"/>
                <a:gd name="connsiteX132" fmla="*/ 77438 w 104775"/>
                <a:gd name="connsiteY132" fmla="*/ 18193 h 171450"/>
                <a:gd name="connsiteX133" fmla="*/ 76295 w 104775"/>
                <a:gd name="connsiteY133" fmla="*/ 16478 h 171450"/>
                <a:gd name="connsiteX134" fmla="*/ 75247 w 104775"/>
                <a:gd name="connsiteY134" fmla="*/ 13907 h 171450"/>
                <a:gd name="connsiteX135" fmla="*/ 73914 w 104775"/>
                <a:gd name="connsiteY135" fmla="*/ 12287 h 171450"/>
                <a:gd name="connsiteX136" fmla="*/ 69913 w 104775"/>
                <a:gd name="connsiteY136" fmla="*/ 9049 h 171450"/>
                <a:gd name="connsiteX137" fmla="*/ 61531 w 104775"/>
                <a:gd name="connsiteY137" fmla="*/ 3239 h 171450"/>
                <a:gd name="connsiteX138" fmla="*/ 54007 w 104775"/>
                <a:gd name="connsiteY138" fmla="*/ 0 h 171450"/>
                <a:gd name="connsiteX139" fmla="*/ 55054 w 104775"/>
                <a:gd name="connsiteY139" fmla="*/ 4096 h 171450"/>
                <a:gd name="connsiteX140" fmla="*/ 55245 w 104775"/>
                <a:gd name="connsiteY140" fmla="*/ 5906 h 171450"/>
                <a:gd name="connsiteX141" fmla="*/ 55150 w 104775"/>
                <a:gd name="connsiteY141" fmla="*/ 6572 h 171450"/>
                <a:gd name="connsiteX142" fmla="*/ 54959 w 104775"/>
                <a:gd name="connsiteY142" fmla="*/ 7239 h 171450"/>
                <a:gd name="connsiteX143" fmla="*/ 54578 w 104775"/>
                <a:gd name="connsiteY143" fmla="*/ 8001 h 171450"/>
                <a:gd name="connsiteX144" fmla="*/ 54293 w 104775"/>
                <a:gd name="connsiteY144" fmla="*/ 8573 h 171450"/>
                <a:gd name="connsiteX145" fmla="*/ 52673 w 104775"/>
                <a:gd name="connsiteY145" fmla="*/ 10287 h 171450"/>
                <a:gd name="connsiteX146" fmla="*/ 52483 w 104775"/>
                <a:gd name="connsiteY146" fmla="*/ 10573 h 171450"/>
                <a:gd name="connsiteX147" fmla="*/ 52102 w 104775"/>
                <a:gd name="connsiteY147" fmla="*/ 11335 h 171450"/>
                <a:gd name="connsiteX148" fmla="*/ 51149 w 104775"/>
                <a:gd name="connsiteY148" fmla="*/ 13811 h 171450"/>
                <a:gd name="connsiteX149" fmla="*/ 50768 w 104775"/>
                <a:gd name="connsiteY149" fmla="*/ 14669 h 171450"/>
                <a:gd name="connsiteX150" fmla="*/ 50387 w 104775"/>
                <a:gd name="connsiteY150" fmla="*/ 15335 h 171450"/>
                <a:gd name="connsiteX151" fmla="*/ 50006 w 104775"/>
                <a:gd name="connsiteY151" fmla="*/ 15621 h 171450"/>
                <a:gd name="connsiteX152" fmla="*/ 49625 w 104775"/>
                <a:gd name="connsiteY152" fmla="*/ 16002 h 171450"/>
                <a:gd name="connsiteX153" fmla="*/ 48578 w 104775"/>
                <a:gd name="connsiteY153" fmla="*/ 16383 h 171450"/>
                <a:gd name="connsiteX154" fmla="*/ 44672 w 104775"/>
                <a:gd name="connsiteY154" fmla="*/ 17145 h 171450"/>
                <a:gd name="connsiteX155" fmla="*/ 42958 w 104775"/>
                <a:gd name="connsiteY155" fmla="*/ 21336 h 171450"/>
                <a:gd name="connsiteX156" fmla="*/ 42101 w 104775"/>
                <a:gd name="connsiteY156" fmla="*/ 22955 h 171450"/>
                <a:gd name="connsiteX157" fmla="*/ 38576 w 104775"/>
                <a:gd name="connsiteY157" fmla="*/ 28099 h 171450"/>
                <a:gd name="connsiteX158" fmla="*/ 37719 w 104775"/>
                <a:gd name="connsiteY158" fmla="*/ 30099 h 171450"/>
                <a:gd name="connsiteX159" fmla="*/ 37338 w 104775"/>
                <a:gd name="connsiteY159" fmla="*/ 31433 h 171450"/>
                <a:gd name="connsiteX160" fmla="*/ 37338 w 104775"/>
                <a:gd name="connsiteY160" fmla="*/ 32195 h 171450"/>
                <a:gd name="connsiteX161" fmla="*/ 37529 w 104775"/>
                <a:gd name="connsiteY161" fmla="*/ 33338 h 171450"/>
                <a:gd name="connsiteX162" fmla="*/ 38291 w 104775"/>
                <a:gd name="connsiteY162" fmla="*/ 36576 h 171450"/>
                <a:gd name="connsiteX163" fmla="*/ 38671 w 104775"/>
                <a:gd name="connsiteY163" fmla="*/ 37624 h 171450"/>
                <a:gd name="connsiteX164" fmla="*/ 38862 w 104775"/>
                <a:gd name="connsiteY164" fmla="*/ 38100 h 171450"/>
                <a:gd name="connsiteX165" fmla="*/ 39910 w 104775"/>
                <a:gd name="connsiteY165" fmla="*/ 39338 h 171450"/>
                <a:gd name="connsiteX166" fmla="*/ 40291 w 104775"/>
                <a:gd name="connsiteY166" fmla="*/ 39719 h 171450"/>
                <a:gd name="connsiteX167" fmla="*/ 40672 w 104775"/>
                <a:gd name="connsiteY167" fmla="*/ 40005 h 171450"/>
                <a:gd name="connsiteX168" fmla="*/ 41053 w 104775"/>
                <a:gd name="connsiteY168" fmla="*/ 40196 h 171450"/>
                <a:gd name="connsiteX169" fmla="*/ 42196 w 104775"/>
                <a:gd name="connsiteY169" fmla="*/ 40672 h 171450"/>
                <a:gd name="connsiteX170" fmla="*/ 43529 w 104775"/>
                <a:gd name="connsiteY170" fmla="*/ 40767 h 171450"/>
                <a:gd name="connsiteX171" fmla="*/ 44768 w 104775"/>
                <a:gd name="connsiteY171" fmla="*/ 40767 h 171450"/>
                <a:gd name="connsiteX172" fmla="*/ 45339 w 104775"/>
                <a:gd name="connsiteY172" fmla="*/ 40862 h 171450"/>
                <a:gd name="connsiteX173" fmla="*/ 45911 w 104775"/>
                <a:gd name="connsiteY173" fmla="*/ 41148 h 171450"/>
                <a:gd name="connsiteX174" fmla="*/ 46292 w 104775"/>
                <a:gd name="connsiteY174" fmla="*/ 41624 h 171450"/>
                <a:gd name="connsiteX175" fmla="*/ 46577 w 104775"/>
                <a:gd name="connsiteY175" fmla="*/ 42291 h 171450"/>
                <a:gd name="connsiteX176" fmla="*/ 46482 w 104775"/>
                <a:gd name="connsiteY176" fmla="*/ 42863 h 171450"/>
                <a:gd name="connsiteX177" fmla="*/ 46196 w 104775"/>
                <a:gd name="connsiteY177" fmla="*/ 43244 h 171450"/>
                <a:gd name="connsiteX178" fmla="*/ 45720 w 104775"/>
                <a:gd name="connsiteY178" fmla="*/ 43625 h 171450"/>
                <a:gd name="connsiteX179" fmla="*/ 45339 w 104775"/>
                <a:gd name="connsiteY179" fmla="*/ 43815 h 171450"/>
                <a:gd name="connsiteX180" fmla="*/ 41720 w 104775"/>
                <a:gd name="connsiteY180" fmla="*/ 45053 h 171450"/>
                <a:gd name="connsiteX181" fmla="*/ 41243 w 104775"/>
                <a:gd name="connsiteY181" fmla="*/ 45434 h 171450"/>
                <a:gd name="connsiteX182" fmla="*/ 40767 w 104775"/>
                <a:gd name="connsiteY182" fmla="*/ 45911 h 171450"/>
                <a:gd name="connsiteX183" fmla="*/ 40291 w 104775"/>
                <a:gd name="connsiteY183" fmla="*/ 46673 h 171450"/>
                <a:gd name="connsiteX184" fmla="*/ 40196 w 104775"/>
                <a:gd name="connsiteY184" fmla="*/ 47339 h 171450"/>
                <a:gd name="connsiteX185" fmla="*/ 40196 w 104775"/>
                <a:gd name="connsiteY185" fmla="*/ 47911 h 171450"/>
                <a:gd name="connsiteX186" fmla="*/ 40481 w 104775"/>
                <a:gd name="connsiteY186" fmla="*/ 48292 h 171450"/>
                <a:gd name="connsiteX187" fmla="*/ 40862 w 104775"/>
                <a:gd name="connsiteY187" fmla="*/ 48673 h 171450"/>
                <a:gd name="connsiteX188" fmla="*/ 41243 w 104775"/>
                <a:gd name="connsiteY188" fmla="*/ 49149 h 171450"/>
                <a:gd name="connsiteX189" fmla="*/ 41529 w 104775"/>
                <a:gd name="connsiteY189" fmla="*/ 49816 h 171450"/>
                <a:gd name="connsiteX190" fmla="*/ 41815 w 104775"/>
                <a:gd name="connsiteY190" fmla="*/ 50768 h 171450"/>
                <a:gd name="connsiteX191" fmla="*/ 41720 w 104775"/>
                <a:gd name="connsiteY191" fmla="*/ 51530 h 171450"/>
                <a:gd name="connsiteX192" fmla="*/ 41529 w 104775"/>
                <a:gd name="connsiteY192" fmla="*/ 52102 h 171450"/>
                <a:gd name="connsiteX193" fmla="*/ 41243 w 104775"/>
                <a:gd name="connsiteY193" fmla="*/ 52769 h 171450"/>
                <a:gd name="connsiteX194" fmla="*/ 40958 w 104775"/>
                <a:gd name="connsiteY194" fmla="*/ 53816 h 171450"/>
                <a:gd name="connsiteX195" fmla="*/ 40577 w 104775"/>
                <a:gd name="connsiteY195" fmla="*/ 55721 h 171450"/>
                <a:gd name="connsiteX196" fmla="*/ 40196 w 104775"/>
                <a:gd name="connsiteY196" fmla="*/ 62579 h 171450"/>
                <a:gd name="connsiteX197" fmla="*/ 39910 w 104775"/>
                <a:gd name="connsiteY197" fmla="*/ 63818 h 171450"/>
                <a:gd name="connsiteX198" fmla="*/ 39434 w 104775"/>
                <a:gd name="connsiteY198" fmla="*/ 64865 h 171450"/>
                <a:gd name="connsiteX199" fmla="*/ 39053 w 104775"/>
                <a:gd name="connsiteY199" fmla="*/ 65437 h 171450"/>
                <a:gd name="connsiteX200" fmla="*/ 38671 w 104775"/>
                <a:gd name="connsiteY200" fmla="*/ 65913 h 171450"/>
                <a:gd name="connsiteX201" fmla="*/ 38195 w 104775"/>
                <a:gd name="connsiteY201" fmla="*/ 66199 h 171450"/>
                <a:gd name="connsiteX202" fmla="*/ 37719 w 104775"/>
                <a:gd name="connsiteY202" fmla="*/ 66389 h 171450"/>
                <a:gd name="connsiteX203" fmla="*/ 36576 w 104775"/>
                <a:gd name="connsiteY203" fmla="*/ 66485 h 171450"/>
                <a:gd name="connsiteX204" fmla="*/ 35909 w 104775"/>
                <a:gd name="connsiteY204" fmla="*/ 66485 h 171450"/>
                <a:gd name="connsiteX205" fmla="*/ 35243 w 104775"/>
                <a:gd name="connsiteY205" fmla="*/ 66389 h 171450"/>
                <a:gd name="connsiteX206" fmla="*/ 28289 w 104775"/>
                <a:gd name="connsiteY206" fmla="*/ 63437 h 171450"/>
                <a:gd name="connsiteX207" fmla="*/ 21908 w 104775"/>
                <a:gd name="connsiteY207" fmla="*/ 61532 h 171450"/>
                <a:gd name="connsiteX208" fmla="*/ 19812 w 104775"/>
                <a:gd name="connsiteY208" fmla="*/ 60579 h 171450"/>
                <a:gd name="connsiteX209" fmla="*/ 18860 w 104775"/>
                <a:gd name="connsiteY209" fmla="*/ 59912 h 171450"/>
                <a:gd name="connsiteX210" fmla="*/ 18097 w 104775"/>
                <a:gd name="connsiteY210" fmla="*/ 59531 h 171450"/>
                <a:gd name="connsiteX211" fmla="*/ 17812 w 104775"/>
                <a:gd name="connsiteY211" fmla="*/ 59341 h 171450"/>
                <a:gd name="connsiteX212" fmla="*/ 16764 w 104775"/>
                <a:gd name="connsiteY212" fmla="*/ 59246 h 171450"/>
                <a:gd name="connsiteX213" fmla="*/ 15621 w 104775"/>
                <a:gd name="connsiteY213" fmla="*/ 59341 h 171450"/>
                <a:gd name="connsiteX214" fmla="*/ 14002 w 104775"/>
                <a:gd name="connsiteY214" fmla="*/ 62294 h 171450"/>
                <a:gd name="connsiteX215" fmla="*/ 11239 w 104775"/>
                <a:gd name="connsiteY215" fmla="*/ 66294 h 171450"/>
                <a:gd name="connsiteX216" fmla="*/ 10478 w 104775"/>
                <a:gd name="connsiteY216" fmla="*/ 67151 h 171450"/>
                <a:gd name="connsiteX217" fmla="*/ 10192 w 104775"/>
                <a:gd name="connsiteY217" fmla="*/ 67437 h 171450"/>
                <a:gd name="connsiteX218" fmla="*/ 9049 w 104775"/>
                <a:gd name="connsiteY218" fmla="*/ 68008 h 171450"/>
                <a:gd name="connsiteX219" fmla="*/ 8572 w 104775"/>
                <a:gd name="connsiteY219" fmla="*/ 71152 h 171450"/>
                <a:gd name="connsiteX220" fmla="*/ 8477 w 104775"/>
                <a:gd name="connsiteY220" fmla="*/ 73152 h 171450"/>
                <a:gd name="connsiteX221" fmla="*/ 8858 w 104775"/>
                <a:gd name="connsiteY221" fmla="*/ 79343 h 171450"/>
                <a:gd name="connsiteX222" fmla="*/ 9049 w 104775"/>
                <a:gd name="connsiteY222" fmla="*/ 80296 h 171450"/>
                <a:gd name="connsiteX223" fmla="*/ 9335 w 104775"/>
                <a:gd name="connsiteY223" fmla="*/ 81534 h 171450"/>
                <a:gd name="connsiteX224" fmla="*/ 10668 w 104775"/>
                <a:gd name="connsiteY224" fmla="*/ 85058 h 171450"/>
                <a:gd name="connsiteX225" fmla="*/ 11335 w 104775"/>
                <a:gd name="connsiteY225" fmla="*/ 86296 h 171450"/>
                <a:gd name="connsiteX226" fmla="*/ 11525 w 104775"/>
                <a:gd name="connsiteY226" fmla="*/ 86963 h 171450"/>
                <a:gd name="connsiteX227" fmla="*/ 11716 w 104775"/>
                <a:gd name="connsiteY227" fmla="*/ 87821 h 171450"/>
                <a:gd name="connsiteX228" fmla="*/ 11811 w 104775"/>
                <a:gd name="connsiteY228" fmla="*/ 89440 h 171450"/>
                <a:gd name="connsiteX229" fmla="*/ 12097 w 104775"/>
                <a:gd name="connsiteY229" fmla="*/ 90583 h 171450"/>
                <a:gd name="connsiteX230" fmla="*/ 12573 w 104775"/>
                <a:gd name="connsiteY230" fmla="*/ 91916 h 171450"/>
                <a:gd name="connsiteX231" fmla="*/ 13621 w 104775"/>
                <a:gd name="connsiteY231" fmla="*/ 93440 h 171450"/>
                <a:gd name="connsiteX232" fmla="*/ 13811 w 104775"/>
                <a:gd name="connsiteY232" fmla="*/ 93821 h 171450"/>
                <a:gd name="connsiteX233" fmla="*/ 13811 w 104775"/>
                <a:gd name="connsiteY233" fmla="*/ 94964 h 171450"/>
                <a:gd name="connsiteX234" fmla="*/ 13145 w 104775"/>
                <a:gd name="connsiteY234" fmla="*/ 98108 h 171450"/>
                <a:gd name="connsiteX235" fmla="*/ 11716 w 104775"/>
                <a:gd name="connsiteY235" fmla="*/ 105251 h 171450"/>
                <a:gd name="connsiteX236" fmla="*/ 11525 w 104775"/>
                <a:gd name="connsiteY236" fmla="*/ 106585 h 171450"/>
                <a:gd name="connsiteX237" fmla="*/ 11621 w 104775"/>
                <a:gd name="connsiteY237" fmla="*/ 107728 h 171450"/>
                <a:gd name="connsiteX238" fmla="*/ 12002 w 104775"/>
                <a:gd name="connsiteY238" fmla="*/ 109442 h 171450"/>
                <a:gd name="connsiteX239" fmla="*/ 12192 w 104775"/>
                <a:gd name="connsiteY239" fmla="*/ 109919 h 171450"/>
                <a:gd name="connsiteX240" fmla="*/ 12383 w 104775"/>
                <a:gd name="connsiteY240" fmla="*/ 110395 h 171450"/>
                <a:gd name="connsiteX241" fmla="*/ 12668 w 104775"/>
                <a:gd name="connsiteY241" fmla="*/ 110776 h 171450"/>
                <a:gd name="connsiteX242" fmla="*/ 13049 w 104775"/>
                <a:gd name="connsiteY242" fmla="*/ 111157 h 171450"/>
                <a:gd name="connsiteX243" fmla="*/ 13335 w 104775"/>
                <a:gd name="connsiteY243" fmla="*/ 111538 h 171450"/>
                <a:gd name="connsiteX244" fmla="*/ 13716 w 104775"/>
                <a:gd name="connsiteY244" fmla="*/ 111728 h 171450"/>
                <a:gd name="connsiteX245" fmla="*/ 13906 w 104775"/>
                <a:gd name="connsiteY245" fmla="*/ 111919 h 171450"/>
                <a:gd name="connsiteX246" fmla="*/ 14383 w 104775"/>
                <a:gd name="connsiteY246" fmla="*/ 112109 h 171450"/>
                <a:gd name="connsiteX247" fmla="*/ 16002 w 104775"/>
                <a:gd name="connsiteY247" fmla="*/ 112681 h 171450"/>
                <a:gd name="connsiteX248" fmla="*/ 16954 w 104775"/>
                <a:gd name="connsiteY248" fmla="*/ 113157 h 171450"/>
                <a:gd name="connsiteX249" fmla="*/ 17431 w 104775"/>
                <a:gd name="connsiteY249" fmla="*/ 113538 h 171450"/>
                <a:gd name="connsiteX250" fmla="*/ 17717 w 104775"/>
                <a:gd name="connsiteY250" fmla="*/ 113919 h 171450"/>
                <a:gd name="connsiteX251" fmla="*/ 17907 w 104775"/>
                <a:gd name="connsiteY251" fmla="*/ 114395 h 171450"/>
                <a:gd name="connsiteX252" fmla="*/ 18097 w 104775"/>
                <a:gd name="connsiteY252" fmla="*/ 114871 h 171450"/>
                <a:gd name="connsiteX253" fmla="*/ 18193 w 104775"/>
                <a:gd name="connsiteY253" fmla="*/ 115443 h 171450"/>
                <a:gd name="connsiteX254" fmla="*/ 18288 w 104775"/>
                <a:gd name="connsiteY254" fmla="*/ 116015 h 171450"/>
                <a:gd name="connsiteX255" fmla="*/ 18288 w 104775"/>
                <a:gd name="connsiteY255" fmla="*/ 116681 h 171450"/>
                <a:gd name="connsiteX256" fmla="*/ 18193 w 104775"/>
                <a:gd name="connsiteY256" fmla="*/ 117348 h 171450"/>
                <a:gd name="connsiteX257" fmla="*/ 17907 w 104775"/>
                <a:gd name="connsiteY257" fmla="*/ 118110 h 171450"/>
                <a:gd name="connsiteX258" fmla="*/ 17621 w 104775"/>
                <a:gd name="connsiteY258" fmla="*/ 118682 h 171450"/>
                <a:gd name="connsiteX259" fmla="*/ 17240 w 104775"/>
                <a:gd name="connsiteY259" fmla="*/ 119063 h 171450"/>
                <a:gd name="connsiteX260" fmla="*/ 16859 w 104775"/>
                <a:gd name="connsiteY260" fmla="*/ 119444 h 171450"/>
                <a:gd name="connsiteX261" fmla="*/ 2477 w 104775"/>
                <a:gd name="connsiteY261" fmla="*/ 128778 h 171450"/>
                <a:gd name="connsiteX262" fmla="*/ 1619 w 104775"/>
                <a:gd name="connsiteY262" fmla="*/ 129921 h 171450"/>
                <a:gd name="connsiteX263" fmla="*/ 1429 w 104775"/>
                <a:gd name="connsiteY263" fmla="*/ 130302 h 171450"/>
                <a:gd name="connsiteX264" fmla="*/ 1238 w 104775"/>
                <a:gd name="connsiteY264" fmla="*/ 130683 h 171450"/>
                <a:gd name="connsiteX265" fmla="*/ 762 w 104775"/>
                <a:gd name="connsiteY265" fmla="*/ 131636 h 171450"/>
                <a:gd name="connsiteX266" fmla="*/ 667 w 104775"/>
                <a:gd name="connsiteY266" fmla="*/ 132302 h 171450"/>
                <a:gd name="connsiteX267" fmla="*/ 95 w 104775"/>
                <a:gd name="connsiteY267" fmla="*/ 134779 h 171450"/>
                <a:gd name="connsiteX268" fmla="*/ 0 w 104775"/>
                <a:gd name="connsiteY268" fmla="*/ 138589 h 171450"/>
                <a:gd name="connsiteX269" fmla="*/ 95 w 104775"/>
                <a:gd name="connsiteY269" fmla="*/ 140589 h 171450"/>
                <a:gd name="connsiteX270" fmla="*/ 571 w 104775"/>
                <a:gd name="connsiteY270" fmla="*/ 142780 h 171450"/>
                <a:gd name="connsiteX271" fmla="*/ 1619 w 104775"/>
                <a:gd name="connsiteY271" fmla="*/ 146304 h 171450"/>
                <a:gd name="connsiteX272" fmla="*/ 2381 w 104775"/>
                <a:gd name="connsiteY272" fmla="*/ 148304 h 171450"/>
                <a:gd name="connsiteX273" fmla="*/ 3429 w 104775"/>
                <a:gd name="connsiteY273" fmla="*/ 150114 h 171450"/>
                <a:gd name="connsiteX274" fmla="*/ 4572 w 104775"/>
                <a:gd name="connsiteY274" fmla="*/ 151733 h 171450"/>
                <a:gd name="connsiteX275" fmla="*/ 5810 w 104775"/>
                <a:gd name="connsiteY275" fmla="*/ 152971 h 171450"/>
                <a:gd name="connsiteX276" fmla="*/ 7429 w 104775"/>
                <a:gd name="connsiteY276" fmla="*/ 154115 h 171450"/>
                <a:gd name="connsiteX277" fmla="*/ 10192 w 104775"/>
                <a:gd name="connsiteY277" fmla="*/ 155067 h 171450"/>
                <a:gd name="connsiteX278" fmla="*/ 11906 w 104775"/>
                <a:gd name="connsiteY278" fmla="*/ 155543 h 171450"/>
                <a:gd name="connsiteX279" fmla="*/ 12763 w 104775"/>
                <a:gd name="connsiteY279" fmla="*/ 156020 h 171450"/>
                <a:gd name="connsiteX280" fmla="*/ 13621 w 104775"/>
                <a:gd name="connsiteY280" fmla="*/ 156686 h 171450"/>
                <a:gd name="connsiteX281" fmla="*/ 14097 w 104775"/>
                <a:gd name="connsiteY281" fmla="*/ 157448 h 171450"/>
                <a:gd name="connsiteX282" fmla="*/ 15240 w 104775"/>
                <a:gd name="connsiteY282" fmla="*/ 159829 h 171450"/>
                <a:gd name="connsiteX283" fmla="*/ 15716 w 104775"/>
                <a:gd name="connsiteY283" fmla="*/ 160401 h 171450"/>
                <a:gd name="connsiteX284" fmla="*/ 16002 w 104775"/>
                <a:gd name="connsiteY284" fmla="*/ 160687 h 171450"/>
                <a:gd name="connsiteX285" fmla="*/ 16573 w 104775"/>
                <a:gd name="connsiteY285" fmla="*/ 161068 h 171450"/>
                <a:gd name="connsiteX286" fmla="*/ 17336 w 104775"/>
                <a:gd name="connsiteY286" fmla="*/ 161354 h 171450"/>
                <a:gd name="connsiteX287" fmla="*/ 18669 w 104775"/>
                <a:gd name="connsiteY287" fmla="*/ 161639 h 171450"/>
                <a:gd name="connsiteX288" fmla="*/ 19621 w 104775"/>
                <a:gd name="connsiteY288" fmla="*/ 161639 h 171450"/>
                <a:gd name="connsiteX289" fmla="*/ 20288 w 104775"/>
                <a:gd name="connsiteY289" fmla="*/ 161544 h 171450"/>
                <a:gd name="connsiteX290" fmla="*/ 27242 w 104775"/>
                <a:gd name="connsiteY290" fmla="*/ 159829 h 171450"/>
                <a:gd name="connsiteX291" fmla="*/ 27813 w 104775"/>
                <a:gd name="connsiteY291" fmla="*/ 159734 h 171450"/>
                <a:gd name="connsiteX292" fmla="*/ 28385 w 104775"/>
                <a:gd name="connsiteY292" fmla="*/ 159829 h 171450"/>
                <a:gd name="connsiteX293" fmla="*/ 28956 w 104775"/>
                <a:gd name="connsiteY293" fmla="*/ 160306 h 171450"/>
                <a:gd name="connsiteX294" fmla="*/ 29432 w 104775"/>
                <a:gd name="connsiteY294" fmla="*/ 160877 h 171450"/>
                <a:gd name="connsiteX295" fmla="*/ 29718 w 104775"/>
                <a:gd name="connsiteY295" fmla="*/ 161639 h 171450"/>
                <a:gd name="connsiteX296" fmla="*/ 30766 w 104775"/>
                <a:gd name="connsiteY296" fmla="*/ 167259 h 171450"/>
                <a:gd name="connsiteX297" fmla="*/ 31337 w 104775"/>
                <a:gd name="connsiteY297" fmla="*/ 168402 h 171450"/>
                <a:gd name="connsiteX298" fmla="*/ 33147 w 104775"/>
                <a:gd name="connsiteY298" fmla="*/ 169640 h 171450"/>
                <a:gd name="connsiteX299" fmla="*/ 40672 w 104775"/>
                <a:gd name="connsiteY299" fmla="*/ 170212 h 171450"/>
                <a:gd name="connsiteX300" fmla="*/ 42577 w 104775"/>
                <a:gd name="connsiteY300" fmla="*/ 171069 h 171450"/>
                <a:gd name="connsiteX301" fmla="*/ 42767 w 104775"/>
                <a:gd name="connsiteY301" fmla="*/ 171545 h 171450"/>
                <a:gd name="connsiteX302" fmla="*/ 43148 w 104775"/>
                <a:gd name="connsiteY302" fmla="*/ 172498 h 171450"/>
                <a:gd name="connsiteX303" fmla="*/ 43434 w 104775"/>
                <a:gd name="connsiteY303" fmla="*/ 172974 h 171450"/>
                <a:gd name="connsiteX304" fmla="*/ 43720 w 104775"/>
                <a:gd name="connsiteY304" fmla="*/ 173355 h 171450"/>
                <a:gd name="connsiteX305" fmla="*/ 44482 w 104775"/>
                <a:gd name="connsiteY305" fmla="*/ 174022 h 171450"/>
                <a:gd name="connsiteX306" fmla="*/ 44863 w 104775"/>
                <a:gd name="connsiteY306" fmla="*/ 174308 h 171450"/>
                <a:gd name="connsiteX307" fmla="*/ 45339 w 104775"/>
                <a:gd name="connsiteY307" fmla="*/ 174593 h 171450"/>
                <a:gd name="connsiteX308" fmla="*/ 45911 w 104775"/>
                <a:gd name="connsiteY308" fmla="*/ 174784 h 171450"/>
                <a:gd name="connsiteX309" fmla="*/ 47244 w 104775"/>
                <a:gd name="connsiteY309" fmla="*/ 174974 h 171450"/>
                <a:gd name="connsiteX310" fmla="*/ 58198 w 104775"/>
                <a:gd name="connsiteY310" fmla="*/ 171736 h 171450"/>
                <a:gd name="connsiteX311" fmla="*/ 60960 w 104775"/>
                <a:gd name="connsiteY311" fmla="*/ 170593 h 171450"/>
                <a:gd name="connsiteX312" fmla="*/ 68961 w 104775"/>
                <a:gd name="connsiteY312" fmla="*/ 168688 h 171450"/>
                <a:gd name="connsiteX313" fmla="*/ 69723 w 104775"/>
                <a:gd name="connsiteY313" fmla="*/ 166402 h 171450"/>
                <a:gd name="connsiteX314" fmla="*/ 70295 w 104775"/>
                <a:gd name="connsiteY314" fmla="*/ 165068 h 171450"/>
                <a:gd name="connsiteX315" fmla="*/ 70104 w 104775"/>
                <a:gd name="connsiteY315" fmla="*/ 163449 h 171450"/>
                <a:gd name="connsiteX316" fmla="*/ 70199 w 104775"/>
                <a:gd name="connsiteY316" fmla="*/ 161544 h 171450"/>
                <a:gd name="connsiteX317" fmla="*/ 71342 w 104775"/>
                <a:gd name="connsiteY317" fmla="*/ 159258 h 171450"/>
                <a:gd name="connsiteX318" fmla="*/ 71533 w 104775"/>
                <a:gd name="connsiteY318" fmla="*/ 153162 h 171450"/>
                <a:gd name="connsiteX319" fmla="*/ 71723 w 104775"/>
                <a:gd name="connsiteY319" fmla="*/ 151162 h 171450"/>
                <a:gd name="connsiteX320" fmla="*/ 72200 w 104775"/>
                <a:gd name="connsiteY320" fmla="*/ 149257 h 171450"/>
                <a:gd name="connsiteX321" fmla="*/ 82201 w 104775"/>
                <a:gd name="connsiteY321" fmla="*/ 131921 h 171450"/>
                <a:gd name="connsiteX322" fmla="*/ 81915 w 104775"/>
                <a:gd name="connsiteY322" fmla="*/ 131540 h 171450"/>
                <a:gd name="connsiteX323" fmla="*/ 81820 w 104775"/>
                <a:gd name="connsiteY323" fmla="*/ 131445 h 171450"/>
                <a:gd name="connsiteX324" fmla="*/ 81629 w 104775"/>
                <a:gd name="connsiteY324" fmla="*/ 130493 h 171450"/>
                <a:gd name="connsiteX325" fmla="*/ 83820 w 104775"/>
                <a:gd name="connsiteY325" fmla="*/ 131540 h 171450"/>
                <a:gd name="connsiteX326" fmla="*/ 84963 w 104775"/>
                <a:gd name="connsiteY326" fmla="*/ 131826 h 171450"/>
                <a:gd name="connsiteX327" fmla="*/ 87439 w 104775"/>
                <a:gd name="connsiteY327" fmla="*/ 131921 h 171450"/>
                <a:gd name="connsiteX328" fmla="*/ 87344 w 104775"/>
                <a:gd name="connsiteY328" fmla="*/ 130112 h 171450"/>
                <a:gd name="connsiteX329" fmla="*/ 86773 w 104775"/>
                <a:gd name="connsiteY329" fmla="*/ 127349 h 171450"/>
                <a:gd name="connsiteX330" fmla="*/ 86106 w 104775"/>
                <a:gd name="connsiteY330" fmla="*/ 125349 h 171450"/>
                <a:gd name="connsiteX331" fmla="*/ 85630 w 104775"/>
                <a:gd name="connsiteY331" fmla="*/ 123063 h 171450"/>
                <a:gd name="connsiteX332" fmla="*/ 84487 w 104775"/>
                <a:gd name="connsiteY332" fmla="*/ 121920 h 171450"/>
                <a:gd name="connsiteX333" fmla="*/ 83629 w 104775"/>
                <a:gd name="connsiteY333" fmla="*/ 120968 h 171450"/>
                <a:gd name="connsiteX334" fmla="*/ 82963 w 104775"/>
                <a:gd name="connsiteY334" fmla="*/ 120491 h 171450"/>
                <a:gd name="connsiteX335" fmla="*/ 82677 w 104775"/>
                <a:gd name="connsiteY335" fmla="*/ 118586 h 171450"/>
                <a:gd name="connsiteX336" fmla="*/ 84487 w 104775"/>
                <a:gd name="connsiteY336" fmla="*/ 119063 h 171450"/>
                <a:gd name="connsiteX337" fmla="*/ 86011 w 104775"/>
                <a:gd name="connsiteY337" fmla="*/ 118205 h 171450"/>
                <a:gd name="connsiteX338" fmla="*/ 90392 w 104775"/>
                <a:gd name="connsiteY338" fmla="*/ 114491 h 171450"/>
                <a:gd name="connsiteX339" fmla="*/ 96298 w 104775"/>
                <a:gd name="connsiteY339" fmla="*/ 109347 h 171450"/>
                <a:gd name="connsiteX340" fmla="*/ 99917 w 104775"/>
                <a:gd name="connsiteY340" fmla="*/ 108204 h 171450"/>
                <a:gd name="connsiteX341" fmla="*/ 103346 w 104775"/>
                <a:gd name="connsiteY341" fmla="*/ 107823 h 171450"/>
                <a:gd name="connsiteX342" fmla="*/ 106204 w 104775"/>
                <a:gd name="connsiteY342" fmla="*/ 107537 h 171450"/>
                <a:gd name="connsiteX343" fmla="*/ 106013 w 104775"/>
                <a:gd name="connsiteY343" fmla="*/ 10544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</a:cxnLst>
              <a:rect l="l" t="t" r="r" b="b"/>
              <a:pathLst>
                <a:path w="104775" h="171450">
                  <a:moveTo>
                    <a:pt x="106013" y="104966"/>
                  </a:moveTo>
                  <a:lnTo>
                    <a:pt x="106013" y="104489"/>
                  </a:lnTo>
                  <a:lnTo>
                    <a:pt x="106489" y="98489"/>
                  </a:lnTo>
                  <a:lnTo>
                    <a:pt x="106489" y="96583"/>
                  </a:lnTo>
                  <a:lnTo>
                    <a:pt x="106299" y="95441"/>
                  </a:lnTo>
                  <a:lnTo>
                    <a:pt x="106109" y="94774"/>
                  </a:lnTo>
                  <a:lnTo>
                    <a:pt x="105632" y="94012"/>
                  </a:lnTo>
                  <a:lnTo>
                    <a:pt x="104775" y="92869"/>
                  </a:lnTo>
                  <a:lnTo>
                    <a:pt x="104108" y="92297"/>
                  </a:lnTo>
                  <a:lnTo>
                    <a:pt x="103537" y="91821"/>
                  </a:lnTo>
                  <a:lnTo>
                    <a:pt x="97250" y="89059"/>
                  </a:lnTo>
                  <a:lnTo>
                    <a:pt x="96774" y="88678"/>
                  </a:lnTo>
                  <a:lnTo>
                    <a:pt x="96393" y="88297"/>
                  </a:lnTo>
                  <a:lnTo>
                    <a:pt x="96012" y="87821"/>
                  </a:lnTo>
                  <a:lnTo>
                    <a:pt x="95726" y="87058"/>
                  </a:lnTo>
                  <a:lnTo>
                    <a:pt x="95536" y="86392"/>
                  </a:lnTo>
                  <a:lnTo>
                    <a:pt x="95536" y="85439"/>
                  </a:lnTo>
                  <a:lnTo>
                    <a:pt x="95631" y="84677"/>
                  </a:lnTo>
                  <a:lnTo>
                    <a:pt x="95726" y="84011"/>
                  </a:lnTo>
                  <a:lnTo>
                    <a:pt x="97155" y="79248"/>
                  </a:lnTo>
                  <a:lnTo>
                    <a:pt x="97346" y="78486"/>
                  </a:lnTo>
                  <a:lnTo>
                    <a:pt x="98393" y="75724"/>
                  </a:lnTo>
                  <a:lnTo>
                    <a:pt x="98488" y="75152"/>
                  </a:lnTo>
                  <a:lnTo>
                    <a:pt x="98488" y="74486"/>
                  </a:lnTo>
                  <a:lnTo>
                    <a:pt x="98298" y="73819"/>
                  </a:lnTo>
                  <a:lnTo>
                    <a:pt x="97822" y="73057"/>
                  </a:lnTo>
                  <a:lnTo>
                    <a:pt x="96869" y="71914"/>
                  </a:lnTo>
                  <a:lnTo>
                    <a:pt x="96107" y="71438"/>
                  </a:lnTo>
                  <a:lnTo>
                    <a:pt x="95345" y="71247"/>
                  </a:lnTo>
                  <a:lnTo>
                    <a:pt x="93631" y="71342"/>
                  </a:lnTo>
                  <a:lnTo>
                    <a:pt x="91916" y="71723"/>
                  </a:lnTo>
                  <a:lnTo>
                    <a:pt x="91345" y="71819"/>
                  </a:lnTo>
                  <a:lnTo>
                    <a:pt x="90773" y="71723"/>
                  </a:lnTo>
                  <a:lnTo>
                    <a:pt x="90202" y="71628"/>
                  </a:lnTo>
                  <a:lnTo>
                    <a:pt x="89630" y="71342"/>
                  </a:lnTo>
                  <a:lnTo>
                    <a:pt x="87725" y="70295"/>
                  </a:lnTo>
                  <a:lnTo>
                    <a:pt x="87154" y="70199"/>
                  </a:lnTo>
                  <a:lnTo>
                    <a:pt x="86487" y="70104"/>
                  </a:lnTo>
                  <a:lnTo>
                    <a:pt x="86011" y="70199"/>
                  </a:lnTo>
                  <a:lnTo>
                    <a:pt x="85439" y="70390"/>
                  </a:lnTo>
                  <a:lnTo>
                    <a:pt x="85058" y="70675"/>
                  </a:lnTo>
                  <a:lnTo>
                    <a:pt x="84868" y="71152"/>
                  </a:lnTo>
                  <a:lnTo>
                    <a:pt x="84868" y="71628"/>
                  </a:lnTo>
                  <a:lnTo>
                    <a:pt x="84963" y="72200"/>
                  </a:lnTo>
                  <a:lnTo>
                    <a:pt x="84868" y="72676"/>
                  </a:lnTo>
                  <a:lnTo>
                    <a:pt x="84772" y="73247"/>
                  </a:lnTo>
                  <a:lnTo>
                    <a:pt x="84487" y="73724"/>
                  </a:lnTo>
                  <a:lnTo>
                    <a:pt x="84201" y="74200"/>
                  </a:lnTo>
                  <a:lnTo>
                    <a:pt x="83820" y="74676"/>
                  </a:lnTo>
                  <a:lnTo>
                    <a:pt x="83439" y="74962"/>
                  </a:lnTo>
                  <a:lnTo>
                    <a:pt x="83058" y="75152"/>
                  </a:lnTo>
                  <a:lnTo>
                    <a:pt x="82582" y="75152"/>
                  </a:lnTo>
                  <a:lnTo>
                    <a:pt x="82105" y="74962"/>
                  </a:lnTo>
                  <a:lnTo>
                    <a:pt x="81725" y="74581"/>
                  </a:lnTo>
                  <a:lnTo>
                    <a:pt x="80963" y="73247"/>
                  </a:lnTo>
                  <a:lnTo>
                    <a:pt x="80677" y="72866"/>
                  </a:lnTo>
                  <a:lnTo>
                    <a:pt x="80296" y="72581"/>
                  </a:lnTo>
                  <a:lnTo>
                    <a:pt x="79820" y="72200"/>
                  </a:lnTo>
                  <a:lnTo>
                    <a:pt x="78962" y="71723"/>
                  </a:lnTo>
                  <a:lnTo>
                    <a:pt x="75914" y="70771"/>
                  </a:lnTo>
                  <a:lnTo>
                    <a:pt x="75438" y="70485"/>
                  </a:lnTo>
                  <a:lnTo>
                    <a:pt x="75152" y="70009"/>
                  </a:lnTo>
                  <a:lnTo>
                    <a:pt x="74962" y="69437"/>
                  </a:lnTo>
                  <a:lnTo>
                    <a:pt x="75247" y="68294"/>
                  </a:lnTo>
                  <a:lnTo>
                    <a:pt x="75438" y="67628"/>
                  </a:lnTo>
                  <a:lnTo>
                    <a:pt x="75819" y="67056"/>
                  </a:lnTo>
                  <a:lnTo>
                    <a:pt x="76105" y="66580"/>
                  </a:lnTo>
                  <a:lnTo>
                    <a:pt x="76295" y="66104"/>
                  </a:lnTo>
                  <a:lnTo>
                    <a:pt x="76486" y="65342"/>
                  </a:lnTo>
                  <a:lnTo>
                    <a:pt x="76391" y="64389"/>
                  </a:lnTo>
                  <a:lnTo>
                    <a:pt x="76010" y="62865"/>
                  </a:lnTo>
                  <a:lnTo>
                    <a:pt x="75629" y="62008"/>
                  </a:lnTo>
                  <a:lnTo>
                    <a:pt x="75247" y="61436"/>
                  </a:lnTo>
                  <a:lnTo>
                    <a:pt x="74867" y="61055"/>
                  </a:lnTo>
                  <a:lnTo>
                    <a:pt x="72771" y="60198"/>
                  </a:lnTo>
                  <a:lnTo>
                    <a:pt x="72295" y="59912"/>
                  </a:lnTo>
                  <a:lnTo>
                    <a:pt x="71914" y="59531"/>
                  </a:lnTo>
                  <a:lnTo>
                    <a:pt x="71628" y="59150"/>
                  </a:lnTo>
                  <a:lnTo>
                    <a:pt x="71438" y="58579"/>
                  </a:lnTo>
                  <a:lnTo>
                    <a:pt x="70866" y="55436"/>
                  </a:lnTo>
                  <a:lnTo>
                    <a:pt x="70580" y="54864"/>
                  </a:lnTo>
                  <a:lnTo>
                    <a:pt x="70295" y="54388"/>
                  </a:lnTo>
                  <a:lnTo>
                    <a:pt x="69342" y="53816"/>
                  </a:lnTo>
                  <a:lnTo>
                    <a:pt x="68580" y="53150"/>
                  </a:lnTo>
                  <a:lnTo>
                    <a:pt x="68104" y="52673"/>
                  </a:lnTo>
                  <a:lnTo>
                    <a:pt x="67913" y="50578"/>
                  </a:lnTo>
                  <a:lnTo>
                    <a:pt x="67723" y="47149"/>
                  </a:lnTo>
                  <a:lnTo>
                    <a:pt x="67342" y="44672"/>
                  </a:lnTo>
                  <a:lnTo>
                    <a:pt x="66104" y="41720"/>
                  </a:lnTo>
                  <a:lnTo>
                    <a:pt x="65818" y="40577"/>
                  </a:lnTo>
                  <a:lnTo>
                    <a:pt x="65722" y="40005"/>
                  </a:lnTo>
                  <a:lnTo>
                    <a:pt x="65818" y="39053"/>
                  </a:lnTo>
                  <a:lnTo>
                    <a:pt x="66770" y="34004"/>
                  </a:lnTo>
                  <a:lnTo>
                    <a:pt x="66866" y="33052"/>
                  </a:lnTo>
                  <a:lnTo>
                    <a:pt x="66770" y="31814"/>
                  </a:lnTo>
                  <a:lnTo>
                    <a:pt x="66389" y="30290"/>
                  </a:lnTo>
                  <a:lnTo>
                    <a:pt x="65722" y="28861"/>
                  </a:lnTo>
                  <a:lnTo>
                    <a:pt x="65627" y="28385"/>
                  </a:lnTo>
                  <a:lnTo>
                    <a:pt x="65627" y="28004"/>
                  </a:lnTo>
                  <a:lnTo>
                    <a:pt x="65722" y="27527"/>
                  </a:lnTo>
                  <a:lnTo>
                    <a:pt x="66199" y="26861"/>
                  </a:lnTo>
                  <a:lnTo>
                    <a:pt x="66770" y="26575"/>
                  </a:lnTo>
                  <a:lnTo>
                    <a:pt x="67342" y="26479"/>
                  </a:lnTo>
                  <a:lnTo>
                    <a:pt x="67913" y="26575"/>
                  </a:lnTo>
                  <a:lnTo>
                    <a:pt x="68580" y="26765"/>
                  </a:lnTo>
                  <a:lnTo>
                    <a:pt x="74771" y="30480"/>
                  </a:lnTo>
                  <a:lnTo>
                    <a:pt x="75152" y="30671"/>
                  </a:lnTo>
                  <a:lnTo>
                    <a:pt x="76200" y="30861"/>
                  </a:lnTo>
                  <a:lnTo>
                    <a:pt x="77343" y="30766"/>
                  </a:lnTo>
                  <a:lnTo>
                    <a:pt x="81248" y="30099"/>
                  </a:lnTo>
                  <a:lnTo>
                    <a:pt x="82487" y="30099"/>
                  </a:lnTo>
                  <a:lnTo>
                    <a:pt x="86678" y="30575"/>
                  </a:lnTo>
                  <a:lnTo>
                    <a:pt x="87249" y="30480"/>
                  </a:lnTo>
                  <a:lnTo>
                    <a:pt x="87630" y="30290"/>
                  </a:lnTo>
                  <a:lnTo>
                    <a:pt x="87916" y="29908"/>
                  </a:lnTo>
                  <a:lnTo>
                    <a:pt x="88297" y="29528"/>
                  </a:lnTo>
                  <a:lnTo>
                    <a:pt x="88678" y="28766"/>
                  </a:lnTo>
                  <a:lnTo>
                    <a:pt x="88583" y="28194"/>
                  </a:lnTo>
                  <a:lnTo>
                    <a:pt x="88392" y="27813"/>
                  </a:lnTo>
                  <a:lnTo>
                    <a:pt x="87630" y="26861"/>
                  </a:lnTo>
                  <a:lnTo>
                    <a:pt x="87154" y="26099"/>
                  </a:lnTo>
                  <a:lnTo>
                    <a:pt x="86678" y="25622"/>
                  </a:lnTo>
                  <a:lnTo>
                    <a:pt x="85249" y="24860"/>
                  </a:lnTo>
                  <a:lnTo>
                    <a:pt x="84868" y="24098"/>
                  </a:lnTo>
                  <a:lnTo>
                    <a:pt x="84868" y="23527"/>
                  </a:lnTo>
                  <a:lnTo>
                    <a:pt x="85154" y="22670"/>
                  </a:lnTo>
                  <a:lnTo>
                    <a:pt x="86011" y="21336"/>
                  </a:lnTo>
                  <a:lnTo>
                    <a:pt x="85916" y="20765"/>
                  </a:lnTo>
                  <a:lnTo>
                    <a:pt x="85439" y="20193"/>
                  </a:lnTo>
                  <a:lnTo>
                    <a:pt x="84011" y="19621"/>
                  </a:lnTo>
                  <a:lnTo>
                    <a:pt x="82868" y="19336"/>
                  </a:lnTo>
                  <a:lnTo>
                    <a:pt x="80105" y="18955"/>
                  </a:lnTo>
                  <a:lnTo>
                    <a:pt x="77438" y="18193"/>
                  </a:lnTo>
                  <a:lnTo>
                    <a:pt x="76295" y="16478"/>
                  </a:lnTo>
                  <a:lnTo>
                    <a:pt x="75247" y="13907"/>
                  </a:lnTo>
                  <a:lnTo>
                    <a:pt x="73914" y="12287"/>
                  </a:lnTo>
                  <a:lnTo>
                    <a:pt x="69913" y="9049"/>
                  </a:lnTo>
                  <a:lnTo>
                    <a:pt x="61531" y="3239"/>
                  </a:lnTo>
                  <a:lnTo>
                    <a:pt x="54007" y="0"/>
                  </a:lnTo>
                  <a:lnTo>
                    <a:pt x="55054" y="4096"/>
                  </a:lnTo>
                  <a:lnTo>
                    <a:pt x="55245" y="5906"/>
                  </a:lnTo>
                  <a:lnTo>
                    <a:pt x="55150" y="6572"/>
                  </a:lnTo>
                  <a:lnTo>
                    <a:pt x="54959" y="7239"/>
                  </a:lnTo>
                  <a:lnTo>
                    <a:pt x="54578" y="8001"/>
                  </a:lnTo>
                  <a:lnTo>
                    <a:pt x="54293" y="8573"/>
                  </a:lnTo>
                  <a:lnTo>
                    <a:pt x="52673" y="10287"/>
                  </a:lnTo>
                  <a:lnTo>
                    <a:pt x="52483" y="10573"/>
                  </a:lnTo>
                  <a:lnTo>
                    <a:pt x="52102" y="11335"/>
                  </a:lnTo>
                  <a:lnTo>
                    <a:pt x="51149" y="13811"/>
                  </a:lnTo>
                  <a:lnTo>
                    <a:pt x="50768" y="14669"/>
                  </a:lnTo>
                  <a:lnTo>
                    <a:pt x="50387" y="15335"/>
                  </a:lnTo>
                  <a:lnTo>
                    <a:pt x="50006" y="15621"/>
                  </a:lnTo>
                  <a:lnTo>
                    <a:pt x="49625" y="16002"/>
                  </a:lnTo>
                  <a:lnTo>
                    <a:pt x="48578" y="16383"/>
                  </a:lnTo>
                  <a:lnTo>
                    <a:pt x="44672" y="17145"/>
                  </a:lnTo>
                  <a:lnTo>
                    <a:pt x="42958" y="21336"/>
                  </a:lnTo>
                  <a:lnTo>
                    <a:pt x="42101" y="22955"/>
                  </a:lnTo>
                  <a:lnTo>
                    <a:pt x="38576" y="28099"/>
                  </a:lnTo>
                  <a:lnTo>
                    <a:pt x="37719" y="30099"/>
                  </a:lnTo>
                  <a:lnTo>
                    <a:pt x="37338" y="31433"/>
                  </a:lnTo>
                  <a:lnTo>
                    <a:pt x="37338" y="32195"/>
                  </a:lnTo>
                  <a:lnTo>
                    <a:pt x="37529" y="33338"/>
                  </a:lnTo>
                  <a:lnTo>
                    <a:pt x="38291" y="36576"/>
                  </a:lnTo>
                  <a:lnTo>
                    <a:pt x="38671" y="37624"/>
                  </a:lnTo>
                  <a:lnTo>
                    <a:pt x="38862" y="38100"/>
                  </a:lnTo>
                  <a:lnTo>
                    <a:pt x="39910" y="39338"/>
                  </a:lnTo>
                  <a:lnTo>
                    <a:pt x="40291" y="39719"/>
                  </a:lnTo>
                  <a:lnTo>
                    <a:pt x="40672" y="40005"/>
                  </a:lnTo>
                  <a:lnTo>
                    <a:pt x="41053" y="40196"/>
                  </a:lnTo>
                  <a:lnTo>
                    <a:pt x="42196" y="40672"/>
                  </a:lnTo>
                  <a:lnTo>
                    <a:pt x="43529" y="40767"/>
                  </a:lnTo>
                  <a:lnTo>
                    <a:pt x="44768" y="40767"/>
                  </a:lnTo>
                  <a:lnTo>
                    <a:pt x="45339" y="40862"/>
                  </a:lnTo>
                  <a:lnTo>
                    <a:pt x="45911" y="41148"/>
                  </a:lnTo>
                  <a:lnTo>
                    <a:pt x="46292" y="41624"/>
                  </a:lnTo>
                  <a:lnTo>
                    <a:pt x="46577" y="42291"/>
                  </a:lnTo>
                  <a:lnTo>
                    <a:pt x="46482" y="42863"/>
                  </a:lnTo>
                  <a:lnTo>
                    <a:pt x="46196" y="43244"/>
                  </a:lnTo>
                  <a:lnTo>
                    <a:pt x="45720" y="43625"/>
                  </a:lnTo>
                  <a:lnTo>
                    <a:pt x="45339" y="43815"/>
                  </a:lnTo>
                  <a:lnTo>
                    <a:pt x="41720" y="45053"/>
                  </a:lnTo>
                  <a:lnTo>
                    <a:pt x="41243" y="45434"/>
                  </a:lnTo>
                  <a:lnTo>
                    <a:pt x="40767" y="45911"/>
                  </a:lnTo>
                  <a:lnTo>
                    <a:pt x="40291" y="46673"/>
                  </a:lnTo>
                  <a:lnTo>
                    <a:pt x="40196" y="47339"/>
                  </a:lnTo>
                  <a:lnTo>
                    <a:pt x="40196" y="47911"/>
                  </a:lnTo>
                  <a:lnTo>
                    <a:pt x="40481" y="48292"/>
                  </a:lnTo>
                  <a:lnTo>
                    <a:pt x="40862" y="48673"/>
                  </a:lnTo>
                  <a:lnTo>
                    <a:pt x="41243" y="49149"/>
                  </a:lnTo>
                  <a:lnTo>
                    <a:pt x="41529" y="49816"/>
                  </a:lnTo>
                  <a:lnTo>
                    <a:pt x="41815" y="50768"/>
                  </a:lnTo>
                  <a:lnTo>
                    <a:pt x="41720" y="51530"/>
                  </a:lnTo>
                  <a:lnTo>
                    <a:pt x="41529" y="52102"/>
                  </a:lnTo>
                  <a:lnTo>
                    <a:pt x="41243" y="52769"/>
                  </a:lnTo>
                  <a:lnTo>
                    <a:pt x="40958" y="53816"/>
                  </a:lnTo>
                  <a:lnTo>
                    <a:pt x="40577" y="55721"/>
                  </a:lnTo>
                  <a:lnTo>
                    <a:pt x="40196" y="62579"/>
                  </a:lnTo>
                  <a:lnTo>
                    <a:pt x="39910" y="63818"/>
                  </a:lnTo>
                  <a:lnTo>
                    <a:pt x="39434" y="64865"/>
                  </a:lnTo>
                  <a:lnTo>
                    <a:pt x="39053" y="65437"/>
                  </a:lnTo>
                  <a:lnTo>
                    <a:pt x="38671" y="65913"/>
                  </a:lnTo>
                  <a:lnTo>
                    <a:pt x="38195" y="66199"/>
                  </a:lnTo>
                  <a:lnTo>
                    <a:pt x="37719" y="66389"/>
                  </a:lnTo>
                  <a:lnTo>
                    <a:pt x="36576" y="66485"/>
                  </a:lnTo>
                  <a:lnTo>
                    <a:pt x="35909" y="66485"/>
                  </a:lnTo>
                  <a:lnTo>
                    <a:pt x="35243" y="66389"/>
                  </a:lnTo>
                  <a:lnTo>
                    <a:pt x="28289" y="63437"/>
                  </a:lnTo>
                  <a:lnTo>
                    <a:pt x="21908" y="61532"/>
                  </a:lnTo>
                  <a:lnTo>
                    <a:pt x="19812" y="60579"/>
                  </a:lnTo>
                  <a:lnTo>
                    <a:pt x="18860" y="59912"/>
                  </a:lnTo>
                  <a:lnTo>
                    <a:pt x="18097" y="59531"/>
                  </a:lnTo>
                  <a:lnTo>
                    <a:pt x="17812" y="59341"/>
                  </a:lnTo>
                  <a:lnTo>
                    <a:pt x="16764" y="59246"/>
                  </a:lnTo>
                  <a:lnTo>
                    <a:pt x="15621" y="59341"/>
                  </a:lnTo>
                  <a:lnTo>
                    <a:pt x="14002" y="62294"/>
                  </a:lnTo>
                  <a:lnTo>
                    <a:pt x="11239" y="66294"/>
                  </a:lnTo>
                  <a:lnTo>
                    <a:pt x="10478" y="67151"/>
                  </a:lnTo>
                  <a:lnTo>
                    <a:pt x="10192" y="67437"/>
                  </a:lnTo>
                  <a:lnTo>
                    <a:pt x="9049" y="68008"/>
                  </a:lnTo>
                  <a:lnTo>
                    <a:pt x="8572" y="71152"/>
                  </a:lnTo>
                  <a:lnTo>
                    <a:pt x="8477" y="73152"/>
                  </a:lnTo>
                  <a:lnTo>
                    <a:pt x="8858" y="79343"/>
                  </a:lnTo>
                  <a:lnTo>
                    <a:pt x="9049" y="80296"/>
                  </a:lnTo>
                  <a:lnTo>
                    <a:pt x="9335" y="81534"/>
                  </a:lnTo>
                  <a:lnTo>
                    <a:pt x="10668" y="85058"/>
                  </a:lnTo>
                  <a:lnTo>
                    <a:pt x="11335" y="86296"/>
                  </a:lnTo>
                  <a:lnTo>
                    <a:pt x="11525" y="86963"/>
                  </a:lnTo>
                  <a:lnTo>
                    <a:pt x="11716" y="87821"/>
                  </a:lnTo>
                  <a:lnTo>
                    <a:pt x="11811" y="89440"/>
                  </a:lnTo>
                  <a:lnTo>
                    <a:pt x="12097" y="90583"/>
                  </a:lnTo>
                  <a:lnTo>
                    <a:pt x="12573" y="91916"/>
                  </a:lnTo>
                  <a:lnTo>
                    <a:pt x="13621" y="93440"/>
                  </a:lnTo>
                  <a:lnTo>
                    <a:pt x="13811" y="93821"/>
                  </a:lnTo>
                  <a:lnTo>
                    <a:pt x="13811" y="94964"/>
                  </a:lnTo>
                  <a:lnTo>
                    <a:pt x="13145" y="98108"/>
                  </a:lnTo>
                  <a:lnTo>
                    <a:pt x="11716" y="105251"/>
                  </a:lnTo>
                  <a:lnTo>
                    <a:pt x="11525" y="106585"/>
                  </a:lnTo>
                  <a:lnTo>
                    <a:pt x="11621" y="107728"/>
                  </a:lnTo>
                  <a:lnTo>
                    <a:pt x="12002" y="109442"/>
                  </a:lnTo>
                  <a:lnTo>
                    <a:pt x="12192" y="109919"/>
                  </a:lnTo>
                  <a:lnTo>
                    <a:pt x="12383" y="110395"/>
                  </a:lnTo>
                  <a:lnTo>
                    <a:pt x="12668" y="110776"/>
                  </a:lnTo>
                  <a:lnTo>
                    <a:pt x="13049" y="111157"/>
                  </a:lnTo>
                  <a:lnTo>
                    <a:pt x="13335" y="111538"/>
                  </a:lnTo>
                  <a:lnTo>
                    <a:pt x="13716" y="111728"/>
                  </a:lnTo>
                  <a:lnTo>
                    <a:pt x="13906" y="111919"/>
                  </a:lnTo>
                  <a:lnTo>
                    <a:pt x="14383" y="112109"/>
                  </a:lnTo>
                  <a:lnTo>
                    <a:pt x="16002" y="112681"/>
                  </a:lnTo>
                  <a:lnTo>
                    <a:pt x="16954" y="113157"/>
                  </a:lnTo>
                  <a:lnTo>
                    <a:pt x="17431" y="113538"/>
                  </a:lnTo>
                  <a:lnTo>
                    <a:pt x="17717" y="113919"/>
                  </a:lnTo>
                  <a:lnTo>
                    <a:pt x="17907" y="114395"/>
                  </a:lnTo>
                  <a:lnTo>
                    <a:pt x="18097" y="114871"/>
                  </a:lnTo>
                  <a:lnTo>
                    <a:pt x="18193" y="115443"/>
                  </a:lnTo>
                  <a:lnTo>
                    <a:pt x="18288" y="116015"/>
                  </a:lnTo>
                  <a:lnTo>
                    <a:pt x="18288" y="116681"/>
                  </a:lnTo>
                  <a:lnTo>
                    <a:pt x="18193" y="117348"/>
                  </a:lnTo>
                  <a:lnTo>
                    <a:pt x="17907" y="118110"/>
                  </a:lnTo>
                  <a:lnTo>
                    <a:pt x="17621" y="118682"/>
                  </a:lnTo>
                  <a:lnTo>
                    <a:pt x="17240" y="119063"/>
                  </a:lnTo>
                  <a:lnTo>
                    <a:pt x="16859" y="119444"/>
                  </a:lnTo>
                  <a:lnTo>
                    <a:pt x="2477" y="128778"/>
                  </a:lnTo>
                  <a:lnTo>
                    <a:pt x="1619" y="129921"/>
                  </a:lnTo>
                  <a:lnTo>
                    <a:pt x="1429" y="130302"/>
                  </a:lnTo>
                  <a:lnTo>
                    <a:pt x="1238" y="130683"/>
                  </a:lnTo>
                  <a:lnTo>
                    <a:pt x="762" y="131636"/>
                  </a:lnTo>
                  <a:lnTo>
                    <a:pt x="667" y="132302"/>
                  </a:lnTo>
                  <a:lnTo>
                    <a:pt x="95" y="134779"/>
                  </a:lnTo>
                  <a:lnTo>
                    <a:pt x="0" y="138589"/>
                  </a:lnTo>
                  <a:lnTo>
                    <a:pt x="95" y="140589"/>
                  </a:lnTo>
                  <a:lnTo>
                    <a:pt x="571" y="142780"/>
                  </a:lnTo>
                  <a:lnTo>
                    <a:pt x="1619" y="146304"/>
                  </a:lnTo>
                  <a:lnTo>
                    <a:pt x="2381" y="148304"/>
                  </a:lnTo>
                  <a:lnTo>
                    <a:pt x="3429" y="150114"/>
                  </a:lnTo>
                  <a:lnTo>
                    <a:pt x="4572" y="151733"/>
                  </a:lnTo>
                  <a:lnTo>
                    <a:pt x="5810" y="152971"/>
                  </a:lnTo>
                  <a:lnTo>
                    <a:pt x="7429" y="154115"/>
                  </a:lnTo>
                  <a:lnTo>
                    <a:pt x="10192" y="155067"/>
                  </a:lnTo>
                  <a:lnTo>
                    <a:pt x="11906" y="155543"/>
                  </a:lnTo>
                  <a:lnTo>
                    <a:pt x="12763" y="156020"/>
                  </a:lnTo>
                  <a:lnTo>
                    <a:pt x="13621" y="156686"/>
                  </a:lnTo>
                  <a:lnTo>
                    <a:pt x="14097" y="157448"/>
                  </a:lnTo>
                  <a:lnTo>
                    <a:pt x="15240" y="159829"/>
                  </a:lnTo>
                  <a:lnTo>
                    <a:pt x="15716" y="160401"/>
                  </a:lnTo>
                  <a:lnTo>
                    <a:pt x="16002" y="160687"/>
                  </a:lnTo>
                  <a:lnTo>
                    <a:pt x="16573" y="161068"/>
                  </a:lnTo>
                  <a:lnTo>
                    <a:pt x="17336" y="161354"/>
                  </a:lnTo>
                  <a:lnTo>
                    <a:pt x="18669" y="161639"/>
                  </a:lnTo>
                  <a:lnTo>
                    <a:pt x="19621" y="161639"/>
                  </a:lnTo>
                  <a:lnTo>
                    <a:pt x="20288" y="161544"/>
                  </a:lnTo>
                  <a:lnTo>
                    <a:pt x="27242" y="159829"/>
                  </a:lnTo>
                  <a:lnTo>
                    <a:pt x="27813" y="159734"/>
                  </a:lnTo>
                  <a:lnTo>
                    <a:pt x="28385" y="159829"/>
                  </a:lnTo>
                  <a:lnTo>
                    <a:pt x="28956" y="160306"/>
                  </a:lnTo>
                  <a:lnTo>
                    <a:pt x="29432" y="160877"/>
                  </a:lnTo>
                  <a:lnTo>
                    <a:pt x="29718" y="161639"/>
                  </a:lnTo>
                  <a:lnTo>
                    <a:pt x="30766" y="167259"/>
                  </a:lnTo>
                  <a:lnTo>
                    <a:pt x="31337" y="168402"/>
                  </a:lnTo>
                  <a:lnTo>
                    <a:pt x="33147" y="169640"/>
                  </a:lnTo>
                  <a:lnTo>
                    <a:pt x="40672" y="170212"/>
                  </a:lnTo>
                  <a:lnTo>
                    <a:pt x="42577" y="171069"/>
                  </a:lnTo>
                  <a:lnTo>
                    <a:pt x="42767" y="171545"/>
                  </a:lnTo>
                  <a:lnTo>
                    <a:pt x="43148" y="172498"/>
                  </a:lnTo>
                  <a:lnTo>
                    <a:pt x="43434" y="172974"/>
                  </a:lnTo>
                  <a:lnTo>
                    <a:pt x="43720" y="173355"/>
                  </a:lnTo>
                  <a:lnTo>
                    <a:pt x="44482" y="174022"/>
                  </a:lnTo>
                  <a:lnTo>
                    <a:pt x="44863" y="174308"/>
                  </a:lnTo>
                  <a:lnTo>
                    <a:pt x="45339" y="174593"/>
                  </a:lnTo>
                  <a:lnTo>
                    <a:pt x="45911" y="174784"/>
                  </a:lnTo>
                  <a:lnTo>
                    <a:pt x="47244" y="174974"/>
                  </a:lnTo>
                  <a:lnTo>
                    <a:pt x="58198" y="171736"/>
                  </a:lnTo>
                  <a:lnTo>
                    <a:pt x="60960" y="170593"/>
                  </a:lnTo>
                  <a:lnTo>
                    <a:pt x="68961" y="168688"/>
                  </a:lnTo>
                  <a:lnTo>
                    <a:pt x="69723" y="166402"/>
                  </a:lnTo>
                  <a:lnTo>
                    <a:pt x="70295" y="165068"/>
                  </a:lnTo>
                  <a:lnTo>
                    <a:pt x="70104" y="163449"/>
                  </a:lnTo>
                  <a:lnTo>
                    <a:pt x="70199" y="161544"/>
                  </a:lnTo>
                  <a:lnTo>
                    <a:pt x="71342" y="159258"/>
                  </a:lnTo>
                  <a:lnTo>
                    <a:pt x="71533" y="153162"/>
                  </a:lnTo>
                  <a:lnTo>
                    <a:pt x="71723" y="151162"/>
                  </a:lnTo>
                  <a:lnTo>
                    <a:pt x="72200" y="149257"/>
                  </a:lnTo>
                  <a:lnTo>
                    <a:pt x="82201" y="131921"/>
                  </a:lnTo>
                  <a:lnTo>
                    <a:pt x="81915" y="131540"/>
                  </a:lnTo>
                  <a:lnTo>
                    <a:pt x="81820" y="131445"/>
                  </a:lnTo>
                  <a:lnTo>
                    <a:pt x="81629" y="130493"/>
                  </a:lnTo>
                  <a:lnTo>
                    <a:pt x="83820" y="131540"/>
                  </a:lnTo>
                  <a:lnTo>
                    <a:pt x="84963" y="131826"/>
                  </a:lnTo>
                  <a:lnTo>
                    <a:pt x="87439" y="131921"/>
                  </a:lnTo>
                  <a:lnTo>
                    <a:pt x="87344" y="130112"/>
                  </a:lnTo>
                  <a:lnTo>
                    <a:pt x="86773" y="127349"/>
                  </a:lnTo>
                  <a:lnTo>
                    <a:pt x="86106" y="125349"/>
                  </a:lnTo>
                  <a:lnTo>
                    <a:pt x="85630" y="123063"/>
                  </a:lnTo>
                  <a:lnTo>
                    <a:pt x="84487" y="121920"/>
                  </a:lnTo>
                  <a:lnTo>
                    <a:pt x="83629" y="120968"/>
                  </a:lnTo>
                  <a:lnTo>
                    <a:pt x="82963" y="120491"/>
                  </a:lnTo>
                  <a:lnTo>
                    <a:pt x="82677" y="118586"/>
                  </a:lnTo>
                  <a:lnTo>
                    <a:pt x="84487" y="119063"/>
                  </a:lnTo>
                  <a:lnTo>
                    <a:pt x="86011" y="118205"/>
                  </a:lnTo>
                  <a:lnTo>
                    <a:pt x="90392" y="114491"/>
                  </a:lnTo>
                  <a:lnTo>
                    <a:pt x="96298" y="109347"/>
                  </a:lnTo>
                  <a:lnTo>
                    <a:pt x="99917" y="108204"/>
                  </a:lnTo>
                  <a:lnTo>
                    <a:pt x="103346" y="107823"/>
                  </a:lnTo>
                  <a:lnTo>
                    <a:pt x="106204" y="107537"/>
                  </a:lnTo>
                  <a:lnTo>
                    <a:pt x="106013" y="10544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57D62B5D-39E2-DEF3-7B84-C01BDD711555}"/>
                </a:ext>
              </a:extLst>
            </p:cNvPr>
            <p:cNvSpPr/>
            <p:nvPr/>
          </p:nvSpPr>
          <p:spPr>
            <a:xfrm>
              <a:off x="2744153" y="4685030"/>
              <a:ext cx="885825" cy="752475"/>
            </a:xfrm>
            <a:custGeom>
              <a:avLst/>
              <a:gdLst>
                <a:gd name="connsiteX0" fmla="*/ 891540 w 885825"/>
                <a:gd name="connsiteY0" fmla="*/ 240411 h 752475"/>
                <a:gd name="connsiteX1" fmla="*/ 890873 w 885825"/>
                <a:gd name="connsiteY1" fmla="*/ 238982 h 752475"/>
                <a:gd name="connsiteX2" fmla="*/ 890397 w 885825"/>
                <a:gd name="connsiteY2" fmla="*/ 238125 h 752475"/>
                <a:gd name="connsiteX3" fmla="*/ 888778 w 885825"/>
                <a:gd name="connsiteY3" fmla="*/ 236220 h 752475"/>
                <a:gd name="connsiteX4" fmla="*/ 884111 w 885825"/>
                <a:gd name="connsiteY4" fmla="*/ 232315 h 752475"/>
                <a:gd name="connsiteX5" fmla="*/ 873252 w 885825"/>
                <a:gd name="connsiteY5" fmla="*/ 225838 h 752475"/>
                <a:gd name="connsiteX6" fmla="*/ 872014 w 885825"/>
                <a:gd name="connsiteY6" fmla="*/ 224885 h 752475"/>
                <a:gd name="connsiteX7" fmla="*/ 871442 w 885825"/>
                <a:gd name="connsiteY7" fmla="*/ 224123 h 752475"/>
                <a:gd name="connsiteX8" fmla="*/ 871156 w 885825"/>
                <a:gd name="connsiteY8" fmla="*/ 223361 h 752475"/>
                <a:gd name="connsiteX9" fmla="*/ 871156 w 885825"/>
                <a:gd name="connsiteY9" fmla="*/ 222790 h 752475"/>
                <a:gd name="connsiteX10" fmla="*/ 871347 w 885825"/>
                <a:gd name="connsiteY10" fmla="*/ 221933 h 752475"/>
                <a:gd name="connsiteX11" fmla="*/ 871728 w 885825"/>
                <a:gd name="connsiteY11" fmla="*/ 221075 h 752475"/>
                <a:gd name="connsiteX12" fmla="*/ 875919 w 885825"/>
                <a:gd name="connsiteY12" fmla="*/ 215170 h 752475"/>
                <a:gd name="connsiteX13" fmla="*/ 877919 w 885825"/>
                <a:gd name="connsiteY13" fmla="*/ 211550 h 752475"/>
                <a:gd name="connsiteX14" fmla="*/ 878681 w 885825"/>
                <a:gd name="connsiteY14" fmla="*/ 211169 h 752475"/>
                <a:gd name="connsiteX15" fmla="*/ 879538 w 885825"/>
                <a:gd name="connsiteY15" fmla="*/ 210979 h 752475"/>
                <a:gd name="connsiteX16" fmla="*/ 882396 w 885825"/>
                <a:gd name="connsiteY16" fmla="*/ 210979 h 752475"/>
                <a:gd name="connsiteX17" fmla="*/ 883158 w 885825"/>
                <a:gd name="connsiteY17" fmla="*/ 210693 h 752475"/>
                <a:gd name="connsiteX18" fmla="*/ 883634 w 885825"/>
                <a:gd name="connsiteY18" fmla="*/ 210121 h 752475"/>
                <a:gd name="connsiteX19" fmla="*/ 883825 w 885825"/>
                <a:gd name="connsiteY19" fmla="*/ 209074 h 752475"/>
                <a:gd name="connsiteX20" fmla="*/ 883444 w 885825"/>
                <a:gd name="connsiteY20" fmla="*/ 208217 h 752475"/>
                <a:gd name="connsiteX21" fmla="*/ 882872 w 885825"/>
                <a:gd name="connsiteY21" fmla="*/ 207454 h 752475"/>
                <a:gd name="connsiteX22" fmla="*/ 880015 w 885825"/>
                <a:gd name="connsiteY22" fmla="*/ 204502 h 752475"/>
                <a:gd name="connsiteX23" fmla="*/ 879443 w 885825"/>
                <a:gd name="connsiteY23" fmla="*/ 203645 h 752475"/>
                <a:gd name="connsiteX24" fmla="*/ 879253 w 885825"/>
                <a:gd name="connsiteY24" fmla="*/ 202787 h 752475"/>
                <a:gd name="connsiteX25" fmla="*/ 880396 w 885825"/>
                <a:gd name="connsiteY25" fmla="*/ 201835 h 752475"/>
                <a:gd name="connsiteX26" fmla="*/ 881444 w 885825"/>
                <a:gd name="connsiteY26" fmla="*/ 201168 h 752475"/>
                <a:gd name="connsiteX27" fmla="*/ 891826 w 885825"/>
                <a:gd name="connsiteY27" fmla="*/ 199930 h 752475"/>
                <a:gd name="connsiteX28" fmla="*/ 891064 w 885825"/>
                <a:gd name="connsiteY28" fmla="*/ 198977 h 752475"/>
                <a:gd name="connsiteX29" fmla="*/ 889254 w 885825"/>
                <a:gd name="connsiteY29" fmla="*/ 195739 h 752475"/>
                <a:gd name="connsiteX30" fmla="*/ 888682 w 885825"/>
                <a:gd name="connsiteY30" fmla="*/ 194977 h 752475"/>
                <a:gd name="connsiteX31" fmla="*/ 887444 w 885825"/>
                <a:gd name="connsiteY31" fmla="*/ 194405 h 752475"/>
                <a:gd name="connsiteX32" fmla="*/ 885635 w 885825"/>
                <a:gd name="connsiteY32" fmla="*/ 193929 h 752475"/>
                <a:gd name="connsiteX33" fmla="*/ 879729 w 885825"/>
                <a:gd name="connsiteY33" fmla="*/ 193548 h 752475"/>
                <a:gd name="connsiteX34" fmla="*/ 877824 w 885825"/>
                <a:gd name="connsiteY34" fmla="*/ 193738 h 752475"/>
                <a:gd name="connsiteX35" fmla="*/ 874871 w 885825"/>
                <a:gd name="connsiteY35" fmla="*/ 194786 h 752475"/>
                <a:gd name="connsiteX36" fmla="*/ 873633 w 885825"/>
                <a:gd name="connsiteY36" fmla="*/ 194882 h 752475"/>
                <a:gd name="connsiteX37" fmla="*/ 872395 w 885825"/>
                <a:gd name="connsiteY37" fmla="*/ 194405 h 752475"/>
                <a:gd name="connsiteX38" fmla="*/ 871442 w 885825"/>
                <a:gd name="connsiteY38" fmla="*/ 193834 h 752475"/>
                <a:gd name="connsiteX39" fmla="*/ 870395 w 885825"/>
                <a:gd name="connsiteY39" fmla="*/ 193643 h 752475"/>
                <a:gd name="connsiteX40" fmla="*/ 869252 w 885825"/>
                <a:gd name="connsiteY40" fmla="*/ 193834 h 752475"/>
                <a:gd name="connsiteX41" fmla="*/ 867632 w 885825"/>
                <a:gd name="connsiteY41" fmla="*/ 195167 h 752475"/>
                <a:gd name="connsiteX42" fmla="*/ 866394 w 885825"/>
                <a:gd name="connsiteY42" fmla="*/ 195929 h 752475"/>
                <a:gd name="connsiteX43" fmla="*/ 865346 w 885825"/>
                <a:gd name="connsiteY43" fmla="*/ 196405 h 752475"/>
                <a:gd name="connsiteX44" fmla="*/ 862489 w 885825"/>
                <a:gd name="connsiteY44" fmla="*/ 195834 h 752475"/>
                <a:gd name="connsiteX45" fmla="*/ 859631 w 885825"/>
                <a:gd name="connsiteY45" fmla="*/ 196691 h 752475"/>
                <a:gd name="connsiteX46" fmla="*/ 856774 w 885825"/>
                <a:gd name="connsiteY46" fmla="*/ 196596 h 752475"/>
                <a:gd name="connsiteX47" fmla="*/ 855536 w 885825"/>
                <a:gd name="connsiteY47" fmla="*/ 196787 h 752475"/>
                <a:gd name="connsiteX48" fmla="*/ 854488 w 885825"/>
                <a:gd name="connsiteY48" fmla="*/ 197263 h 752475"/>
                <a:gd name="connsiteX49" fmla="*/ 852869 w 885825"/>
                <a:gd name="connsiteY49" fmla="*/ 198215 h 752475"/>
                <a:gd name="connsiteX50" fmla="*/ 852202 w 885825"/>
                <a:gd name="connsiteY50" fmla="*/ 198787 h 752475"/>
                <a:gd name="connsiteX51" fmla="*/ 851630 w 885825"/>
                <a:gd name="connsiteY51" fmla="*/ 199454 h 752475"/>
                <a:gd name="connsiteX52" fmla="*/ 851154 w 885825"/>
                <a:gd name="connsiteY52" fmla="*/ 200311 h 752475"/>
                <a:gd name="connsiteX53" fmla="*/ 850963 w 885825"/>
                <a:gd name="connsiteY53" fmla="*/ 201359 h 752475"/>
                <a:gd name="connsiteX54" fmla="*/ 850773 w 885825"/>
                <a:gd name="connsiteY54" fmla="*/ 203549 h 752475"/>
                <a:gd name="connsiteX55" fmla="*/ 850582 w 885825"/>
                <a:gd name="connsiteY55" fmla="*/ 204407 h 752475"/>
                <a:gd name="connsiteX56" fmla="*/ 850202 w 885825"/>
                <a:gd name="connsiteY56" fmla="*/ 204788 h 752475"/>
                <a:gd name="connsiteX57" fmla="*/ 849630 w 885825"/>
                <a:gd name="connsiteY57" fmla="*/ 204883 h 752475"/>
                <a:gd name="connsiteX58" fmla="*/ 848773 w 885825"/>
                <a:gd name="connsiteY58" fmla="*/ 204597 h 752475"/>
                <a:gd name="connsiteX59" fmla="*/ 847154 w 885825"/>
                <a:gd name="connsiteY59" fmla="*/ 203645 h 752475"/>
                <a:gd name="connsiteX60" fmla="*/ 842677 w 885825"/>
                <a:gd name="connsiteY60" fmla="*/ 200025 h 752475"/>
                <a:gd name="connsiteX61" fmla="*/ 839248 w 885825"/>
                <a:gd name="connsiteY61" fmla="*/ 198406 h 752475"/>
                <a:gd name="connsiteX62" fmla="*/ 838390 w 885825"/>
                <a:gd name="connsiteY62" fmla="*/ 197834 h 752475"/>
                <a:gd name="connsiteX63" fmla="*/ 837819 w 885825"/>
                <a:gd name="connsiteY63" fmla="*/ 197072 h 752475"/>
                <a:gd name="connsiteX64" fmla="*/ 834866 w 885825"/>
                <a:gd name="connsiteY64" fmla="*/ 192214 h 752475"/>
                <a:gd name="connsiteX65" fmla="*/ 832961 w 885825"/>
                <a:gd name="connsiteY65" fmla="*/ 190024 h 752475"/>
                <a:gd name="connsiteX66" fmla="*/ 832199 w 885825"/>
                <a:gd name="connsiteY66" fmla="*/ 189262 h 752475"/>
                <a:gd name="connsiteX67" fmla="*/ 828294 w 885825"/>
                <a:gd name="connsiteY67" fmla="*/ 186976 h 752475"/>
                <a:gd name="connsiteX68" fmla="*/ 827437 w 885825"/>
                <a:gd name="connsiteY68" fmla="*/ 186309 h 752475"/>
                <a:gd name="connsiteX69" fmla="*/ 824865 w 885825"/>
                <a:gd name="connsiteY69" fmla="*/ 183547 h 752475"/>
                <a:gd name="connsiteX70" fmla="*/ 823151 w 885825"/>
                <a:gd name="connsiteY70" fmla="*/ 181928 h 752475"/>
                <a:gd name="connsiteX71" fmla="*/ 821436 w 885825"/>
                <a:gd name="connsiteY71" fmla="*/ 181166 h 752475"/>
                <a:gd name="connsiteX72" fmla="*/ 820198 w 885825"/>
                <a:gd name="connsiteY72" fmla="*/ 180975 h 752475"/>
                <a:gd name="connsiteX73" fmla="*/ 818960 w 885825"/>
                <a:gd name="connsiteY73" fmla="*/ 181070 h 752475"/>
                <a:gd name="connsiteX74" fmla="*/ 818102 w 885825"/>
                <a:gd name="connsiteY74" fmla="*/ 181451 h 752475"/>
                <a:gd name="connsiteX75" fmla="*/ 816388 w 885825"/>
                <a:gd name="connsiteY75" fmla="*/ 181642 h 752475"/>
                <a:gd name="connsiteX76" fmla="*/ 814197 w 885825"/>
                <a:gd name="connsiteY76" fmla="*/ 181642 h 752475"/>
                <a:gd name="connsiteX77" fmla="*/ 808006 w 885825"/>
                <a:gd name="connsiteY77" fmla="*/ 180404 h 752475"/>
                <a:gd name="connsiteX78" fmla="*/ 807148 w 885825"/>
                <a:gd name="connsiteY78" fmla="*/ 180118 h 752475"/>
                <a:gd name="connsiteX79" fmla="*/ 807244 w 885825"/>
                <a:gd name="connsiteY79" fmla="*/ 179927 h 752475"/>
                <a:gd name="connsiteX80" fmla="*/ 807244 w 885825"/>
                <a:gd name="connsiteY80" fmla="*/ 179737 h 752475"/>
                <a:gd name="connsiteX81" fmla="*/ 807148 w 885825"/>
                <a:gd name="connsiteY81" fmla="*/ 179642 h 752475"/>
                <a:gd name="connsiteX82" fmla="*/ 807148 w 885825"/>
                <a:gd name="connsiteY82" fmla="*/ 179451 h 752475"/>
                <a:gd name="connsiteX83" fmla="*/ 807053 w 885825"/>
                <a:gd name="connsiteY83" fmla="*/ 179165 h 752475"/>
                <a:gd name="connsiteX84" fmla="*/ 806958 w 885825"/>
                <a:gd name="connsiteY84" fmla="*/ 178879 h 752475"/>
                <a:gd name="connsiteX85" fmla="*/ 806958 w 885825"/>
                <a:gd name="connsiteY85" fmla="*/ 178499 h 752475"/>
                <a:gd name="connsiteX86" fmla="*/ 807053 w 885825"/>
                <a:gd name="connsiteY86" fmla="*/ 178117 h 752475"/>
                <a:gd name="connsiteX87" fmla="*/ 807244 w 885825"/>
                <a:gd name="connsiteY87" fmla="*/ 177737 h 752475"/>
                <a:gd name="connsiteX88" fmla="*/ 807339 w 885825"/>
                <a:gd name="connsiteY88" fmla="*/ 177546 h 752475"/>
                <a:gd name="connsiteX89" fmla="*/ 807339 w 885825"/>
                <a:gd name="connsiteY89" fmla="*/ 177070 h 752475"/>
                <a:gd name="connsiteX90" fmla="*/ 807244 w 885825"/>
                <a:gd name="connsiteY90" fmla="*/ 176593 h 752475"/>
                <a:gd name="connsiteX91" fmla="*/ 807148 w 885825"/>
                <a:gd name="connsiteY91" fmla="*/ 176213 h 752475"/>
                <a:gd name="connsiteX92" fmla="*/ 806958 w 885825"/>
                <a:gd name="connsiteY92" fmla="*/ 175736 h 752475"/>
                <a:gd name="connsiteX93" fmla="*/ 806768 w 885825"/>
                <a:gd name="connsiteY93" fmla="*/ 175450 h 752475"/>
                <a:gd name="connsiteX94" fmla="*/ 806577 w 885825"/>
                <a:gd name="connsiteY94" fmla="*/ 174784 h 752475"/>
                <a:gd name="connsiteX95" fmla="*/ 806387 w 885825"/>
                <a:gd name="connsiteY95" fmla="*/ 174308 h 752475"/>
                <a:gd name="connsiteX96" fmla="*/ 806387 w 885825"/>
                <a:gd name="connsiteY96" fmla="*/ 174308 h 752475"/>
                <a:gd name="connsiteX97" fmla="*/ 806387 w 885825"/>
                <a:gd name="connsiteY97" fmla="*/ 174212 h 752475"/>
                <a:gd name="connsiteX98" fmla="*/ 806291 w 885825"/>
                <a:gd name="connsiteY98" fmla="*/ 173736 h 752475"/>
                <a:gd name="connsiteX99" fmla="*/ 806005 w 885825"/>
                <a:gd name="connsiteY99" fmla="*/ 171450 h 752475"/>
                <a:gd name="connsiteX100" fmla="*/ 806005 w 885825"/>
                <a:gd name="connsiteY100" fmla="*/ 171450 h 752475"/>
                <a:gd name="connsiteX101" fmla="*/ 806005 w 885825"/>
                <a:gd name="connsiteY101" fmla="*/ 171259 h 752475"/>
                <a:gd name="connsiteX102" fmla="*/ 806005 w 885825"/>
                <a:gd name="connsiteY102" fmla="*/ 170974 h 752475"/>
                <a:gd name="connsiteX103" fmla="*/ 806196 w 885825"/>
                <a:gd name="connsiteY103" fmla="*/ 170497 h 752475"/>
                <a:gd name="connsiteX104" fmla="*/ 806196 w 885825"/>
                <a:gd name="connsiteY104" fmla="*/ 170021 h 752475"/>
                <a:gd name="connsiteX105" fmla="*/ 806291 w 885825"/>
                <a:gd name="connsiteY105" fmla="*/ 169354 h 752475"/>
                <a:gd name="connsiteX106" fmla="*/ 806101 w 885825"/>
                <a:gd name="connsiteY106" fmla="*/ 168878 h 752475"/>
                <a:gd name="connsiteX107" fmla="*/ 805720 w 885825"/>
                <a:gd name="connsiteY107" fmla="*/ 168402 h 752475"/>
                <a:gd name="connsiteX108" fmla="*/ 804863 w 885825"/>
                <a:gd name="connsiteY108" fmla="*/ 168116 h 752475"/>
                <a:gd name="connsiteX109" fmla="*/ 803720 w 885825"/>
                <a:gd name="connsiteY109" fmla="*/ 168116 h 752475"/>
                <a:gd name="connsiteX110" fmla="*/ 802672 w 885825"/>
                <a:gd name="connsiteY110" fmla="*/ 168307 h 752475"/>
                <a:gd name="connsiteX111" fmla="*/ 801719 w 885825"/>
                <a:gd name="connsiteY111" fmla="*/ 168592 h 752475"/>
                <a:gd name="connsiteX112" fmla="*/ 800862 w 885825"/>
                <a:gd name="connsiteY112" fmla="*/ 169069 h 752475"/>
                <a:gd name="connsiteX113" fmla="*/ 800005 w 885825"/>
                <a:gd name="connsiteY113" fmla="*/ 169640 h 752475"/>
                <a:gd name="connsiteX114" fmla="*/ 798766 w 885825"/>
                <a:gd name="connsiteY114" fmla="*/ 170783 h 752475"/>
                <a:gd name="connsiteX115" fmla="*/ 798195 w 885825"/>
                <a:gd name="connsiteY115" fmla="*/ 171450 h 752475"/>
                <a:gd name="connsiteX116" fmla="*/ 795242 w 885825"/>
                <a:gd name="connsiteY116" fmla="*/ 174022 h 752475"/>
                <a:gd name="connsiteX117" fmla="*/ 794576 w 885825"/>
                <a:gd name="connsiteY117" fmla="*/ 174688 h 752475"/>
                <a:gd name="connsiteX118" fmla="*/ 793147 w 885825"/>
                <a:gd name="connsiteY118" fmla="*/ 175927 h 752475"/>
                <a:gd name="connsiteX119" fmla="*/ 792099 w 885825"/>
                <a:gd name="connsiteY119" fmla="*/ 176403 h 752475"/>
                <a:gd name="connsiteX120" fmla="*/ 790861 w 885825"/>
                <a:gd name="connsiteY120" fmla="*/ 176689 h 752475"/>
                <a:gd name="connsiteX121" fmla="*/ 789051 w 885825"/>
                <a:gd name="connsiteY121" fmla="*/ 176784 h 752475"/>
                <a:gd name="connsiteX122" fmla="*/ 787718 w 885825"/>
                <a:gd name="connsiteY122" fmla="*/ 176498 h 752475"/>
                <a:gd name="connsiteX123" fmla="*/ 786574 w 885825"/>
                <a:gd name="connsiteY123" fmla="*/ 175927 h 752475"/>
                <a:gd name="connsiteX124" fmla="*/ 782193 w 885825"/>
                <a:gd name="connsiteY124" fmla="*/ 172974 h 752475"/>
                <a:gd name="connsiteX125" fmla="*/ 778097 w 885825"/>
                <a:gd name="connsiteY125" fmla="*/ 171069 h 752475"/>
                <a:gd name="connsiteX126" fmla="*/ 776764 w 885825"/>
                <a:gd name="connsiteY126" fmla="*/ 170212 h 752475"/>
                <a:gd name="connsiteX127" fmla="*/ 776002 w 885825"/>
                <a:gd name="connsiteY127" fmla="*/ 169354 h 752475"/>
                <a:gd name="connsiteX128" fmla="*/ 775906 w 885825"/>
                <a:gd name="connsiteY128" fmla="*/ 168402 h 752475"/>
                <a:gd name="connsiteX129" fmla="*/ 776097 w 885825"/>
                <a:gd name="connsiteY129" fmla="*/ 167354 h 752475"/>
                <a:gd name="connsiteX130" fmla="*/ 777621 w 885825"/>
                <a:gd name="connsiteY130" fmla="*/ 163544 h 752475"/>
                <a:gd name="connsiteX131" fmla="*/ 777812 w 885825"/>
                <a:gd name="connsiteY131" fmla="*/ 162496 h 752475"/>
                <a:gd name="connsiteX132" fmla="*/ 778193 w 885825"/>
                <a:gd name="connsiteY132" fmla="*/ 156591 h 752475"/>
                <a:gd name="connsiteX133" fmla="*/ 778097 w 885825"/>
                <a:gd name="connsiteY133" fmla="*/ 155448 h 752475"/>
                <a:gd name="connsiteX134" fmla="*/ 777145 w 885825"/>
                <a:gd name="connsiteY134" fmla="*/ 153829 h 752475"/>
                <a:gd name="connsiteX135" fmla="*/ 775621 w 885825"/>
                <a:gd name="connsiteY135" fmla="*/ 151829 h 752475"/>
                <a:gd name="connsiteX136" fmla="*/ 774668 w 885825"/>
                <a:gd name="connsiteY136" fmla="*/ 151257 h 752475"/>
                <a:gd name="connsiteX137" fmla="*/ 773525 w 885825"/>
                <a:gd name="connsiteY137" fmla="*/ 150876 h 752475"/>
                <a:gd name="connsiteX138" fmla="*/ 771239 w 885825"/>
                <a:gd name="connsiteY138" fmla="*/ 150781 h 752475"/>
                <a:gd name="connsiteX139" fmla="*/ 765143 w 885825"/>
                <a:gd name="connsiteY139" fmla="*/ 151352 h 752475"/>
                <a:gd name="connsiteX140" fmla="*/ 760666 w 885825"/>
                <a:gd name="connsiteY140" fmla="*/ 150876 h 752475"/>
                <a:gd name="connsiteX141" fmla="*/ 757904 w 885825"/>
                <a:gd name="connsiteY141" fmla="*/ 150971 h 752475"/>
                <a:gd name="connsiteX142" fmla="*/ 755523 w 885825"/>
                <a:gd name="connsiteY142" fmla="*/ 150590 h 752475"/>
                <a:gd name="connsiteX143" fmla="*/ 750951 w 885825"/>
                <a:gd name="connsiteY143" fmla="*/ 148780 h 752475"/>
                <a:gd name="connsiteX144" fmla="*/ 749427 w 885825"/>
                <a:gd name="connsiteY144" fmla="*/ 148495 h 752475"/>
                <a:gd name="connsiteX145" fmla="*/ 748284 w 885825"/>
                <a:gd name="connsiteY145" fmla="*/ 148685 h 752475"/>
                <a:gd name="connsiteX146" fmla="*/ 747427 w 885825"/>
                <a:gd name="connsiteY146" fmla="*/ 148971 h 752475"/>
                <a:gd name="connsiteX147" fmla="*/ 743331 w 885825"/>
                <a:gd name="connsiteY147" fmla="*/ 152686 h 752475"/>
                <a:gd name="connsiteX148" fmla="*/ 740473 w 885825"/>
                <a:gd name="connsiteY148" fmla="*/ 154496 h 752475"/>
                <a:gd name="connsiteX149" fmla="*/ 738759 w 885825"/>
                <a:gd name="connsiteY149" fmla="*/ 154876 h 752475"/>
                <a:gd name="connsiteX150" fmla="*/ 732949 w 885825"/>
                <a:gd name="connsiteY150" fmla="*/ 155258 h 752475"/>
                <a:gd name="connsiteX151" fmla="*/ 731901 w 885825"/>
                <a:gd name="connsiteY151" fmla="*/ 155448 h 752475"/>
                <a:gd name="connsiteX152" fmla="*/ 726186 w 885825"/>
                <a:gd name="connsiteY152" fmla="*/ 157639 h 752475"/>
                <a:gd name="connsiteX153" fmla="*/ 725138 w 885825"/>
                <a:gd name="connsiteY153" fmla="*/ 157829 h 752475"/>
                <a:gd name="connsiteX154" fmla="*/ 721614 w 885825"/>
                <a:gd name="connsiteY154" fmla="*/ 157829 h 752475"/>
                <a:gd name="connsiteX155" fmla="*/ 720471 w 885825"/>
                <a:gd name="connsiteY155" fmla="*/ 158020 h 752475"/>
                <a:gd name="connsiteX156" fmla="*/ 719614 w 885825"/>
                <a:gd name="connsiteY156" fmla="*/ 158401 h 752475"/>
                <a:gd name="connsiteX157" fmla="*/ 714851 w 885825"/>
                <a:gd name="connsiteY157" fmla="*/ 161639 h 752475"/>
                <a:gd name="connsiteX158" fmla="*/ 713041 w 885825"/>
                <a:gd name="connsiteY158" fmla="*/ 162496 h 752475"/>
                <a:gd name="connsiteX159" fmla="*/ 711898 w 885825"/>
                <a:gd name="connsiteY159" fmla="*/ 162687 h 752475"/>
                <a:gd name="connsiteX160" fmla="*/ 710851 w 885825"/>
                <a:gd name="connsiteY160" fmla="*/ 162878 h 752475"/>
                <a:gd name="connsiteX161" fmla="*/ 708755 w 885825"/>
                <a:gd name="connsiteY161" fmla="*/ 162782 h 752475"/>
                <a:gd name="connsiteX162" fmla="*/ 707422 w 885825"/>
                <a:gd name="connsiteY162" fmla="*/ 162306 h 752475"/>
                <a:gd name="connsiteX163" fmla="*/ 705803 w 885825"/>
                <a:gd name="connsiteY163" fmla="*/ 161544 h 752475"/>
                <a:gd name="connsiteX164" fmla="*/ 699706 w 885825"/>
                <a:gd name="connsiteY164" fmla="*/ 157448 h 752475"/>
                <a:gd name="connsiteX165" fmla="*/ 697039 w 885825"/>
                <a:gd name="connsiteY165" fmla="*/ 154781 h 752475"/>
                <a:gd name="connsiteX166" fmla="*/ 695897 w 885825"/>
                <a:gd name="connsiteY166" fmla="*/ 153353 h 752475"/>
                <a:gd name="connsiteX167" fmla="*/ 695515 w 885825"/>
                <a:gd name="connsiteY167" fmla="*/ 152591 h 752475"/>
                <a:gd name="connsiteX168" fmla="*/ 695230 w 885825"/>
                <a:gd name="connsiteY168" fmla="*/ 152019 h 752475"/>
                <a:gd name="connsiteX169" fmla="*/ 695039 w 885825"/>
                <a:gd name="connsiteY169" fmla="*/ 151257 h 752475"/>
                <a:gd name="connsiteX170" fmla="*/ 694849 w 885825"/>
                <a:gd name="connsiteY170" fmla="*/ 150400 h 752475"/>
                <a:gd name="connsiteX171" fmla="*/ 694754 w 885825"/>
                <a:gd name="connsiteY171" fmla="*/ 149257 h 752475"/>
                <a:gd name="connsiteX172" fmla="*/ 694849 w 885825"/>
                <a:gd name="connsiteY172" fmla="*/ 148018 h 752475"/>
                <a:gd name="connsiteX173" fmla="*/ 695039 w 885825"/>
                <a:gd name="connsiteY173" fmla="*/ 146875 h 752475"/>
                <a:gd name="connsiteX174" fmla="*/ 695325 w 885825"/>
                <a:gd name="connsiteY174" fmla="*/ 145828 h 752475"/>
                <a:gd name="connsiteX175" fmla="*/ 696182 w 885825"/>
                <a:gd name="connsiteY175" fmla="*/ 143923 h 752475"/>
                <a:gd name="connsiteX176" fmla="*/ 698087 w 885825"/>
                <a:gd name="connsiteY176" fmla="*/ 140589 h 752475"/>
                <a:gd name="connsiteX177" fmla="*/ 698468 w 885825"/>
                <a:gd name="connsiteY177" fmla="*/ 139637 h 752475"/>
                <a:gd name="connsiteX178" fmla="*/ 698659 w 885825"/>
                <a:gd name="connsiteY178" fmla="*/ 138589 h 752475"/>
                <a:gd name="connsiteX179" fmla="*/ 698659 w 885825"/>
                <a:gd name="connsiteY179" fmla="*/ 137446 h 752475"/>
                <a:gd name="connsiteX180" fmla="*/ 698087 w 885825"/>
                <a:gd name="connsiteY180" fmla="*/ 136684 h 752475"/>
                <a:gd name="connsiteX181" fmla="*/ 697039 w 885825"/>
                <a:gd name="connsiteY181" fmla="*/ 136208 h 752475"/>
                <a:gd name="connsiteX182" fmla="*/ 693611 w 885825"/>
                <a:gd name="connsiteY182" fmla="*/ 136303 h 752475"/>
                <a:gd name="connsiteX183" fmla="*/ 691420 w 885825"/>
                <a:gd name="connsiteY183" fmla="*/ 136779 h 752475"/>
                <a:gd name="connsiteX184" fmla="*/ 688467 w 885825"/>
                <a:gd name="connsiteY184" fmla="*/ 137827 h 752475"/>
                <a:gd name="connsiteX185" fmla="*/ 687324 w 885825"/>
                <a:gd name="connsiteY185" fmla="*/ 138017 h 752475"/>
                <a:gd name="connsiteX186" fmla="*/ 682371 w 885825"/>
                <a:gd name="connsiteY186" fmla="*/ 138303 h 752475"/>
                <a:gd name="connsiteX187" fmla="*/ 680561 w 885825"/>
                <a:gd name="connsiteY187" fmla="*/ 138875 h 752475"/>
                <a:gd name="connsiteX188" fmla="*/ 678752 w 885825"/>
                <a:gd name="connsiteY188" fmla="*/ 140399 h 752475"/>
                <a:gd name="connsiteX189" fmla="*/ 677989 w 885825"/>
                <a:gd name="connsiteY189" fmla="*/ 141256 h 752475"/>
                <a:gd name="connsiteX190" fmla="*/ 677323 w 885825"/>
                <a:gd name="connsiteY190" fmla="*/ 142304 h 752475"/>
                <a:gd name="connsiteX191" fmla="*/ 676847 w 885825"/>
                <a:gd name="connsiteY191" fmla="*/ 143351 h 752475"/>
                <a:gd name="connsiteX192" fmla="*/ 676465 w 885825"/>
                <a:gd name="connsiteY192" fmla="*/ 144589 h 752475"/>
                <a:gd name="connsiteX193" fmla="*/ 675608 w 885825"/>
                <a:gd name="connsiteY193" fmla="*/ 146685 h 752475"/>
                <a:gd name="connsiteX194" fmla="*/ 674941 w 885825"/>
                <a:gd name="connsiteY194" fmla="*/ 147352 h 752475"/>
                <a:gd name="connsiteX195" fmla="*/ 674180 w 885825"/>
                <a:gd name="connsiteY195" fmla="*/ 147542 h 752475"/>
                <a:gd name="connsiteX196" fmla="*/ 673037 w 885825"/>
                <a:gd name="connsiteY196" fmla="*/ 147352 h 752475"/>
                <a:gd name="connsiteX197" fmla="*/ 671036 w 885825"/>
                <a:gd name="connsiteY197" fmla="*/ 146780 h 752475"/>
                <a:gd name="connsiteX198" fmla="*/ 669798 w 885825"/>
                <a:gd name="connsiteY198" fmla="*/ 146685 h 752475"/>
                <a:gd name="connsiteX199" fmla="*/ 668464 w 885825"/>
                <a:gd name="connsiteY199" fmla="*/ 146971 h 752475"/>
                <a:gd name="connsiteX200" fmla="*/ 666845 w 885825"/>
                <a:gd name="connsiteY200" fmla="*/ 147733 h 752475"/>
                <a:gd name="connsiteX201" fmla="*/ 661130 w 885825"/>
                <a:gd name="connsiteY201" fmla="*/ 151924 h 752475"/>
                <a:gd name="connsiteX202" fmla="*/ 660463 w 885825"/>
                <a:gd name="connsiteY202" fmla="*/ 152209 h 752475"/>
                <a:gd name="connsiteX203" fmla="*/ 659606 w 885825"/>
                <a:gd name="connsiteY203" fmla="*/ 152305 h 752475"/>
                <a:gd name="connsiteX204" fmla="*/ 658463 w 885825"/>
                <a:gd name="connsiteY204" fmla="*/ 152209 h 752475"/>
                <a:gd name="connsiteX205" fmla="*/ 657511 w 885825"/>
                <a:gd name="connsiteY205" fmla="*/ 151829 h 752475"/>
                <a:gd name="connsiteX206" fmla="*/ 656558 w 885825"/>
                <a:gd name="connsiteY206" fmla="*/ 150971 h 752475"/>
                <a:gd name="connsiteX207" fmla="*/ 655987 w 885825"/>
                <a:gd name="connsiteY207" fmla="*/ 149733 h 752475"/>
                <a:gd name="connsiteX208" fmla="*/ 655606 w 885825"/>
                <a:gd name="connsiteY208" fmla="*/ 147733 h 752475"/>
                <a:gd name="connsiteX209" fmla="*/ 655415 w 885825"/>
                <a:gd name="connsiteY209" fmla="*/ 145923 h 752475"/>
                <a:gd name="connsiteX210" fmla="*/ 654653 w 885825"/>
                <a:gd name="connsiteY210" fmla="*/ 142589 h 752475"/>
                <a:gd name="connsiteX211" fmla="*/ 652177 w 885825"/>
                <a:gd name="connsiteY211" fmla="*/ 137922 h 752475"/>
                <a:gd name="connsiteX212" fmla="*/ 650367 w 885825"/>
                <a:gd name="connsiteY212" fmla="*/ 132969 h 752475"/>
                <a:gd name="connsiteX213" fmla="*/ 649891 w 885825"/>
                <a:gd name="connsiteY213" fmla="*/ 131826 h 752475"/>
                <a:gd name="connsiteX214" fmla="*/ 649034 w 885825"/>
                <a:gd name="connsiteY214" fmla="*/ 131540 h 752475"/>
                <a:gd name="connsiteX215" fmla="*/ 647700 w 885825"/>
                <a:gd name="connsiteY215" fmla="*/ 131636 h 752475"/>
                <a:gd name="connsiteX216" fmla="*/ 646271 w 885825"/>
                <a:gd name="connsiteY216" fmla="*/ 132017 h 752475"/>
                <a:gd name="connsiteX217" fmla="*/ 645033 w 885825"/>
                <a:gd name="connsiteY217" fmla="*/ 132588 h 752475"/>
                <a:gd name="connsiteX218" fmla="*/ 643604 w 885825"/>
                <a:gd name="connsiteY218" fmla="*/ 133445 h 752475"/>
                <a:gd name="connsiteX219" fmla="*/ 642556 w 885825"/>
                <a:gd name="connsiteY219" fmla="*/ 134398 h 752475"/>
                <a:gd name="connsiteX220" fmla="*/ 641318 w 885825"/>
                <a:gd name="connsiteY220" fmla="*/ 136112 h 752475"/>
                <a:gd name="connsiteX221" fmla="*/ 640747 w 885825"/>
                <a:gd name="connsiteY221" fmla="*/ 137446 h 752475"/>
                <a:gd name="connsiteX222" fmla="*/ 640556 w 885825"/>
                <a:gd name="connsiteY222" fmla="*/ 138589 h 752475"/>
                <a:gd name="connsiteX223" fmla="*/ 640747 w 885825"/>
                <a:gd name="connsiteY223" fmla="*/ 139732 h 752475"/>
                <a:gd name="connsiteX224" fmla="*/ 641413 w 885825"/>
                <a:gd name="connsiteY224" fmla="*/ 140875 h 752475"/>
                <a:gd name="connsiteX225" fmla="*/ 645319 w 885825"/>
                <a:gd name="connsiteY225" fmla="*/ 145637 h 752475"/>
                <a:gd name="connsiteX226" fmla="*/ 645605 w 885825"/>
                <a:gd name="connsiteY226" fmla="*/ 146209 h 752475"/>
                <a:gd name="connsiteX227" fmla="*/ 645700 w 885825"/>
                <a:gd name="connsiteY227" fmla="*/ 146875 h 752475"/>
                <a:gd name="connsiteX228" fmla="*/ 645509 w 885825"/>
                <a:gd name="connsiteY228" fmla="*/ 148209 h 752475"/>
                <a:gd name="connsiteX229" fmla="*/ 644843 w 885825"/>
                <a:gd name="connsiteY229" fmla="*/ 149066 h 752475"/>
                <a:gd name="connsiteX230" fmla="*/ 643890 w 885825"/>
                <a:gd name="connsiteY230" fmla="*/ 149638 h 752475"/>
                <a:gd name="connsiteX231" fmla="*/ 641413 w 885825"/>
                <a:gd name="connsiteY231" fmla="*/ 150400 h 752475"/>
                <a:gd name="connsiteX232" fmla="*/ 640175 w 885825"/>
                <a:gd name="connsiteY232" fmla="*/ 151257 h 752475"/>
                <a:gd name="connsiteX233" fmla="*/ 638461 w 885825"/>
                <a:gd name="connsiteY233" fmla="*/ 152686 h 752475"/>
                <a:gd name="connsiteX234" fmla="*/ 635413 w 885825"/>
                <a:gd name="connsiteY234" fmla="*/ 155734 h 752475"/>
                <a:gd name="connsiteX235" fmla="*/ 633698 w 885825"/>
                <a:gd name="connsiteY235" fmla="*/ 157258 h 752475"/>
                <a:gd name="connsiteX236" fmla="*/ 632174 w 885825"/>
                <a:gd name="connsiteY236" fmla="*/ 158115 h 752475"/>
                <a:gd name="connsiteX237" fmla="*/ 631222 w 885825"/>
                <a:gd name="connsiteY237" fmla="*/ 158115 h 752475"/>
                <a:gd name="connsiteX238" fmla="*/ 630079 w 885825"/>
                <a:gd name="connsiteY238" fmla="*/ 157639 h 752475"/>
                <a:gd name="connsiteX239" fmla="*/ 628174 w 885825"/>
                <a:gd name="connsiteY239" fmla="*/ 156400 h 752475"/>
                <a:gd name="connsiteX240" fmla="*/ 627602 w 885825"/>
                <a:gd name="connsiteY240" fmla="*/ 156020 h 752475"/>
                <a:gd name="connsiteX241" fmla="*/ 626840 w 885825"/>
                <a:gd name="connsiteY241" fmla="*/ 156020 h 752475"/>
                <a:gd name="connsiteX242" fmla="*/ 626078 w 885825"/>
                <a:gd name="connsiteY242" fmla="*/ 156210 h 752475"/>
                <a:gd name="connsiteX243" fmla="*/ 625221 w 885825"/>
                <a:gd name="connsiteY243" fmla="*/ 156877 h 752475"/>
                <a:gd name="connsiteX244" fmla="*/ 623697 w 885825"/>
                <a:gd name="connsiteY244" fmla="*/ 159449 h 752475"/>
                <a:gd name="connsiteX245" fmla="*/ 622268 w 885825"/>
                <a:gd name="connsiteY245" fmla="*/ 161258 h 752475"/>
                <a:gd name="connsiteX246" fmla="*/ 620935 w 885825"/>
                <a:gd name="connsiteY246" fmla="*/ 162211 h 752475"/>
                <a:gd name="connsiteX247" fmla="*/ 619601 w 885825"/>
                <a:gd name="connsiteY247" fmla="*/ 162592 h 752475"/>
                <a:gd name="connsiteX248" fmla="*/ 618554 w 885825"/>
                <a:gd name="connsiteY248" fmla="*/ 162496 h 752475"/>
                <a:gd name="connsiteX249" fmla="*/ 617601 w 885825"/>
                <a:gd name="connsiteY249" fmla="*/ 162020 h 752475"/>
                <a:gd name="connsiteX250" fmla="*/ 616839 w 885825"/>
                <a:gd name="connsiteY250" fmla="*/ 161354 h 752475"/>
                <a:gd name="connsiteX251" fmla="*/ 616268 w 885825"/>
                <a:gd name="connsiteY251" fmla="*/ 160782 h 752475"/>
                <a:gd name="connsiteX252" fmla="*/ 615696 w 885825"/>
                <a:gd name="connsiteY252" fmla="*/ 159449 h 752475"/>
                <a:gd name="connsiteX253" fmla="*/ 615220 w 885825"/>
                <a:gd name="connsiteY253" fmla="*/ 158877 h 752475"/>
                <a:gd name="connsiteX254" fmla="*/ 614363 w 885825"/>
                <a:gd name="connsiteY254" fmla="*/ 158496 h 752475"/>
                <a:gd name="connsiteX255" fmla="*/ 613124 w 885825"/>
                <a:gd name="connsiteY255" fmla="*/ 158401 h 752475"/>
                <a:gd name="connsiteX256" fmla="*/ 605599 w 885825"/>
                <a:gd name="connsiteY256" fmla="*/ 160782 h 752475"/>
                <a:gd name="connsiteX257" fmla="*/ 603885 w 885825"/>
                <a:gd name="connsiteY257" fmla="*/ 161068 h 752475"/>
                <a:gd name="connsiteX258" fmla="*/ 602456 w 885825"/>
                <a:gd name="connsiteY258" fmla="*/ 160877 h 752475"/>
                <a:gd name="connsiteX259" fmla="*/ 601504 w 885825"/>
                <a:gd name="connsiteY259" fmla="*/ 160496 h 752475"/>
                <a:gd name="connsiteX260" fmla="*/ 597884 w 885825"/>
                <a:gd name="connsiteY260" fmla="*/ 158305 h 752475"/>
                <a:gd name="connsiteX261" fmla="*/ 596741 w 885825"/>
                <a:gd name="connsiteY261" fmla="*/ 157925 h 752475"/>
                <a:gd name="connsiteX262" fmla="*/ 595694 w 885825"/>
                <a:gd name="connsiteY262" fmla="*/ 157734 h 752475"/>
                <a:gd name="connsiteX263" fmla="*/ 591503 w 885825"/>
                <a:gd name="connsiteY263" fmla="*/ 157925 h 752475"/>
                <a:gd name="connsiteX264" fmla="*/ 586930 w 885825"/>
                <a:gd name="connsiteY264" fmla="*/ 157448 h 752475"/>
                <a:gd name="connsiteX265" fmla="*/ 582263 w 885825"/>
                <a:gd name="connsiteY265" fmla="*/ 156591 h 752475"/>
                <a:gd name="connsiteX266" fmla="*/ 580263 w 885825"/>
                <a:gd name="connsiteY266" fmla="*/ 155924 h 752475"/>
                <a:gd name="connsiteX267" fmla="*/ 577405 w 885825"/>
                <a:gd name="connsiteY267" fmla="*/ 154876 h 752475"/>
                <a:gd name="connsiteX268" fmla="*/ 575215 w 885825"/>
                <a:gd name="connsiteY268" fmla="*/ 153734 h 752475"/>
                <a:gd name="connsiteX269" fmla="*/ 569309 w 885825"/>
                <a:gd name="connsiteY269" fmla="*/ 148876 h 752475"/>
                <a:gd name="connsiteX270" fmla="*/ 564832 w 885825"/>
                <a:gd name="connsiteY270" fmla="*/ 143732 h 752475"/>
                <a:gd name="connsiteX271" fmla="*/ 564071 w 885825"/>
                <a:gd name="connsiteY271" fmla="*/ 142970 h 752475"/>
                <a:gd name="connsiteX272" fmla="*/ 563023 w 885825"/>
                <a:gd name="connsiteY272" fmla="*/ 142208 h 752475"/>
                <a:gd name="connsiteX273" fmla="*/ 557974 w 885825"/>
                <a:gd name="connsiteY273" fmla="*/ 141256 h 752475"/>
                <a:gd name="connsiteX274" fmla="*/ 555593 w 885825"/>
                <a:gd name="connsiteY274" fmla="*/ 140303 h 752475"/>
                <a:gd name="connsiteX275" fmla="*/ 554546 w 885825"/>
                <a:gd name="connsiteY275" fmla="*/ 139541 h 752475"/>
                <a:gd name="connsiteX276" fmla="*/ 553688 w 885825"/>
                <a:gd name="connsiteY276" fmla="*/ 138589 h 752475"/>
                <a:gd name="connsiteX277" fmla="*/ 553212 w 885825"/>
                <a:gd name="connsiteY277" fmla="*/ 137732 h 752475"/>
                <a:gd name="connsiteX278" fmla="*/ 552831 w 885825"/>
                <a:gd name="connsiteY278" fmla="*/ 136779 h 752475"/>
                <a:gd name="connsiteX279" fmla="*/ 552736 w 885825"/>
                <a:gd name="connsiteY279" fmla="*/ 135350 h 752475"/>
                <a:gd name="connsiteX280" fmla="*/ 553879 w 885825"/>
                <a:gd name="connsiteY280" fmla="*/ 131445 h 752475"/>
                <a:gd name="connsiteX281" fmla="*/ 555022 w 885825"/>
                <a:gd name="connsiteY281" fmla="*/ 129826 h 752475"/>
                <a:gd name="connsiteX282" fmla="*/ 556260 w 885825"/>
                <a:gd name="connsiteY282" fmla="*/ 128683 h 752475"/>
                <a:gd name="connsiteX283" fmla="*/ 557784 w 885825"/>
                <a:gd name="connsiteY283" fmla="*/ 128207 h 752475"/>
                <a:gd name="connsiteX284" fmla="*/ 560832 w 885825"/>
                <a:gd name="connsiteY284" fmla="*/ 128111 h 752475"/>
                <a:gd name="connsiteX285" fmla="*/ 561594 w 885825"/>
                <a:gd name="connsiteY285" fmla="*/ 127445 h 752475"/>
                <a:gd name="connsiteX286" fmla="*/ 562165 w 885825"/>
                <a:gd name="connsiteY286" fmla="*/ 126492 h 752475"/>
                <a:gd name="connsiteX287" fmla="*/ 563309 w 885825"/>
                <a:gd name="connsiteY287" fmla="*/ 123825 h 752475"/>
                <a:gd name="connsiteX288" fmla="*/ 563689 w 885825"/>
                <a:gd name="connsiteY288" fmla="*/ 122015 h 752475"/>
                <a:gd name="connsiteX289" fmla="*/ 563880 w 885825"/>
                <a:gd name="connsiteY289" fmla="*/ 120872 h 752475"/>
                <a:gd name="connsiteX290" fmla="*/ 563785 w 885825"/>
                <a:gd name="connsiteY290" fmla="*/ 119920 h 752475"/>
                <a:gd name="connsiteX291" fmla="*/ 563499 w 885825"/>
                <a:gd name="connsiteY291" fmla="*/ 118967 h 752475"/>
                <a:gd name="connsiteX292" fmla="*/ 563023 w 885825"/>
                <a:gd name="connsiteY292" fmla="*/ 118205 h 752475"/>
                <a:gd name="connsiteX293" fmla="*/ 556831 w 885825"/>
                <a:gd name="connsiteY293" fmla="*/ 110871 h 752475"/>
                <a:gd name="connsiteX294" fmla="*/ 555879 w 885825"/>
                <a:gd name="connsiteY294" fmla="*/ 109252 h 752475"/>
                <a:gd name="connsiteX295" fmla="*/ 554355 w 885825"/>
                <a:gd name="connsiteY295" fmla="*/ 105823 h 752475"/>
                <a:gd name="connsiteX296" fmla="*/ 553784 w 885825"/>
                <a:gd name="connsiteY296" fmla="*/ 103918 h 752475"/>
                <a:gd name="connsiteX297" fmla="*/ 553403 w 885825"/>
                <a:gd name="connsiteY297" fmla="*/ 101727 h 752475"/>
                <a:gd name="connsiteX298" fmla="*/ 553022 w 885825"/>
                <a:gd name="connsiteY298" fmla="*/ 98298 h 752475"/>
                <a:gd name="connsiteX299" fmla="*/ 553212 w 885825"/>
                <a:gd name="connsiteY299" fmla="*/ 97346 h 752475"/>
                <a:gd name="connsiteX300" fmla="*/ 553498 w 885825"/>
                <a:gd name="connsiteY300" fmla="*/ 96679 h 752475"/>
                <a:gd name="connsiteX301" fmla="*/ 553974 w 885825"/>
                <a:gd name="connsiteY301" fmla="*/ 96107 h 752475"/>
                <a:gd name="connsiteX302" fmla="*/ 554641 w 885825"/>
                <a:gd name="connsiteY302" fmla="*/ 95726 h 752475"/>
                <a:gd name="connsiteX303" fmla="*/ 555212 w 885825"/>
                <a:gd name="connsiteY303" fmla="*/ 95441 h 752475"/>
                <a:gd name="connsiteX304" fmla="*/ 555879 w 885825"/>
                <a:gd name="connsiteY304" fmla="*/ 95250 h 752475"/>
                <a:gd name="connsiteX305" fmla="*/ 557308 w 885825"/>
                <a:gd name="connsiteY305" fmla="*/ 95155 h 752475"/>
                <a:gd name="connsiteX306" fmla="*/ 559975 w 885825"/>
                <a:gd name="connsiteY306" fmla="*/ 95250 h 752475"/>
                <a:gd name="connsiteX307" fmla="*/ 560737 w 885825"/>
                <a:gd name="connsiteY307" fmla="*/ 95059 h 752475"/>
                <a:gd name="connsiteX308" fmla="*/ 561404 w 885825"/>
                <a:gd name="connsiteY308" fmla="*/ 94393 h 752475"/>
                <a:gd name="connsiteX309" fmla="*/ 561499 w 885825"/>
                <a:gd name="connsiteY309" fmla="*/ 93726 h 752475"/>
                <a:gd name="connsiteX310" fmla="*/ 561213 w 885825"/>
                <a:gd name="connsiteY310" fmla="*/ 93154 h 752475"/>
                <a:gd name="connsiteX311" fmla="*/ 560546 w 885825"/>
                <a:gd name="connsiteY311" fmla="*/ 92488 h 752475"/>
                <a:gd name="connsiteX312" fmla="*/ 559975 w 885825"/>
                <a:gd name="connsiteY312" fmla="*/ 91916 h 752475"/>
                <a:gd name="connsiteX313" fmla="*/ 559213 w 885825"/>
                <a:gd name="connsiteY313" fmla="*/ 91630 h 752475"/>
                <a:gd name="connsiteX314" fmla="*/ 556165 w 885825"/>
                <a:gd name="connsiteY314" fmla="*/ 90868 h 752475"/>
                <a:gd name="connsiteX315" fmla="*/ 555117 w 885825"/>
                <a:gd name="connsiteY315" fmla="*/ 90297 h 752475"/>
                <a:gd name="connsiteX316" fmla="*/ 554069 w 885825"/>
                <a:gd name="connsiteY316" fmla="*/ 89630 h 752475"/>
                <a:gd name="connsiteX317" fmla="*/ 553212 w 885825"/>
                <a:gd name="connsiteY317" fmla="*/ 88678 h 752475"/>
                <a:gd name="connsiteX318" fmla="*/ 551212 w 885825"/>
                <a:gd name="connsiteY318" fmla="*/ 85820 h 752475"/>
                <a:gd name="connsiteX319" fmla="*/ 550545 w 885825"/>
                <a:gd name="connsiteY319" fmla="*/ 85154 h 752475"/>
                <a:gd name="connsiteX320" fmla="*/ 548735 w 885825"/>
                <a:gd name="connsiteY320" fmla="*/ 84011 h 752475"/>
                <a:gd name="connsiteX321" fmla="*/ 544544 w 885825"/>
                <a:gd name="connsiteY321" fmla="*/ 77533 h 752475"/>
                <a:gd name="connsiteX322" fmla="*/ 543878 w 885825"/>
                <a:gd name="connsiteY322" fmla="*/ 75819 h 752475"/>
                <a:gd name="connsiteX323" fmla="*/ 543687 w 885825"/>
                <a:gd name="connsiteY323" fmla="*/ 74486 h 752475"/>
                <a:gd name="connsiteX324" fmla="*/ 543782 w 885825"/>
                <a:gd name="connsiteY324" fmla="*/ 73533 h 752475"/>
                <a:gd name="connsiteX325" fmla="*/ 544259 w 885825"/>
                <a:gd name="connsiteY325" fmla="*/ 72390 h 752475"/>
                <a:gd name="connsiteX326" fmla="*/ 544544 w 885825"/>
                <a:gd name="connsiteY326" fmla="*/ 70771 h 752475"/>
                <a:gd name="connsiteX327" fmla="*/ 544354 w 885825"/>
                <a:gd name="connsiteY327" fmla="*/ 67913 h 752475"/>
                <a:gd name="connsiteX328" fmla="*/ 543782 w 885825"/>
                <a:gd name="connsiteY328" fmla="*/ 66294 h 752475"/>
                <a:gd name="connsiteX329" fmla="*/ 543115 w 885825"/>
                <a:gd name="connsiteY329" fmla="*/ 64770 h 752475"/>
                <a:gd name="connsiteX330" fmla="*/ 542163 w 885825"/>
                <a:gd name="connsiteY330" fmla="*/ 63246 h 752475"/>
                <a:gd name="connsiteX331" fmla="*/ 541115 w 885825"/>
                <a:gd name="connsiteY331" fmla="*/ 62103 h 752475"/>
                <a:gd name="connsiteX332" fmla="*/ 539877 w 885825"/>
                <a:gd name="connsiteY332" fmla="*/ 61150 h 752475"/>
                <a:gd name="connsiteX333" fmla="*/ 538067 w 885825"/>
                <a:gd name="connsiteY333" fmla="*/ 60484 h 752475"/>
                <a:gd name="connsiteX334" fmla="*/ 523875 w 885825"/>
                <a:gd name="connsiteY334" fmla="*/ 59150 h 752475"/>
                <a:gd name="connsiteX335" fmla="*/ 514921 w 885825"/>
                <a:gd name="connsiteY335" fmla="*/ 60293 h 752475"/>
                <a:gd name="connsiteX336" fmla="*/ 511874 w 885825"/>
                <a:gd name="connsiteY336" fmla="*/ 60198 h 752475"/>
                <a:gd name="connsiteX337" fmla="*/ 510254 w 885825"/>
                <a:gd name="connsiteY337" fmla="*/ 59817 h 752475"/>
                <a:gd name="connsiteX338" fmla="*/ 506159 w 885825"/>
                <a:gd name="connsiteY338" fmla="*/ 58293 h 752475"/>
                <a:gd name="connsiteX339" fmla="*/ 505301 w 885825"/>
                <a:gd name="connsiteY339" fmla="*/ 57817 h 752475"/>
                <a:gd name="connsiteX340" fmla="*/ 504063 w 885825"/>
                <a:gd name="connsiteY340" fmla="*/ 56864 h 752475"/>
                <a:gd name="connsiteX341" fmla="*/ 503396 w 885825"/>
                <a:gd name="connsiteY341" fmla="*/ 56483 h 752475"/>
                <a:gd name="connsiteX342" fmla="*/ 502158 w 885825"/>
                <a:gd name="connsiteY342" fmla="*/ 56197 h 752475"/>
                <a:gd name="connsiteX343" fmla="*/ 500539 w 885825"/>
                <a:gd name="connsiteY343" fmla="*/ 56197 h 752475"/>
                <a:gd name="connsiteX344" fmla="*/ 494919 w 885825"/>
                <a:gd name="connsiteY344" fmla="*/ 57436 h 752475"/>
                <a:gd name="connsiteX345" fmla="*/ 493205 w 885825"/>
                <a:gd name="connsiteY345" fmla="*/ 56864 h 752475"/>
                <a:gd name="connsiteX346" fmla="*/ 492442 w 885825"/>
                <a:gd name="connsiteY346" fmla="*/ 56197 h 752475"/>
                <a:gd name="connsiteX347" fmla="*/ 492347 w 885825"/>
                <a:gd name="connsiteY347" fmla="*/ 55054 h 752475"/>
                <a:gd name="connsiteX348" fmla="*/ 492824 w 885825"/>
                <a:gd name="connsiteY348" fmla="*/ 53721 h 752475"/>
                <a:gd name="connsiteX349" fmla="*/ 494729 w 885825"/>
                <a:gd name="connsiteY349" fmla="*/ 49816 h 752475"/>
                <a:gd name="connsiteX350" fmla="*/ 495205 w 885825"/>
                <a:gd name="connsiteY350" fmla="*/ 48482 h 752475"/>
                <a:gd name="connsiteX351" fmla="*/ 495395 w 885825"/>
                <a:gd name="connsiteY351" fmla="*/ 47244 h 752475"/>
                <a:gd name="connsiteX352" fmla="*/ 494919 w 885825"/>
                <a:gd name="connsiteY352" fmla="*/ 46482 h 752475"/>
                <a:gd name="connsiteX353" fmla="*/ 493967 w 885825"/>
                <a:gd name="connsiteY353" fmla="*/ 46292 h 752475"/>
                <a:gd name="connsiteX354" fmla="*/ 492157 w 885825"/>
                <a:gd name="connsiteY354" fmla="*/ 46958 h 752475"/>
                <a:gd name="connsiteX355" fmla="*/ 485584 w 885825"/>
                <a:gd name="connsiteY355" fmla="*/ 50863 h 752475"/>
                <a:gd name="connsiteX356" fmla="*/ 483870 w 885825"/>
                <a:gd name="connsiteY356" fmla="*/ 51530 h 752475"/>
                <a:gd name="connsiteX357" fmla="*/ 481870 w 885825"/>
                <a:gd name="connsiteY357" fmla="*/ 52007 h 752475"/>
                <a:gd name="connsiteX358" fmla="*/ 478726 w 885825"/>
                <a:gd name="connsiteY358" fmla="*/ 52197 h 752475"/>
                <a:gd name="connsiteX359" fmla="*/ 474440 w 885825"/>
                <a:gd name="connsiteY359" fmla="*/ 51816 h 752475"/>
                <a:gd name="connsiteX360" fmla="*/ 472440 w 885825"/>
                <a:gd name="connsiteY360" fmla="*/ 51245 h 752475"/>
                <a:gd name="connsiteX361" fmla="*/ 469011 w 885825"/>
                <a:gd name="connsiteY361" fmla="*/ 49530 h 752475"/>
                <a:gd name="connsiteX362" fmla="*/ 467011 w 885825"/>
                <a:gd name="connsiteY362" fmla="*/ 48196 h 752475"/>
                <a:gd name="connsiteX363" fmla="*/ 466344 w 885825"/>
                <a:gd name="connsiteY363" fmla="*/ 47625 h 752475"/>
                <a:gd name="connsiteX364" fmla="*/ 465772 w 885825"/>
                <a:gd name="connsiteY364" fmla="*/ 46768 h 752475"/>
                <a:gd name="connsiteX365" fmla="*/ 465392 w 885825"/>
                <a:gd name="connsiteY365" fmla="*/ 45815 h 752475"/>
                <a:gd name="connsiteX366" fmla="*/ 465487 w 885825"/>
                <a:gd name="connsiteY366" fmla="*/ 44767 h 752475"/>
                <a:gd name="connsiteX367" fmla="*/ 466058 w 885825"/>
                <a:gd name="connsiteY367" fmla="*/ 42577 h 752475"/>
                <a:gd name="connsiteX368" fmla="*/ 466249 w 885825"/>
                <a:gd name="connsiteY368" fmla="*/ 41148 h 752475"/>
                <a:gd name="connsiteX369" fmla="*/ 466154 w 885825"/>
                <a:gd name="connsiteY369" fmla="*/ 39910 h 752475"/>
                <a:gd name="connsiteX370" fmla="*/ 465868 w 885825"/>
                <a:gd name="connsiteY370" fmla="*/ 39053 h 752475"/>
                <a:gd name="connsiteX371" fmla="*/ 465296 w 885825"/>
                <a:gd name="connsiteY371" fmla="*/ 38386 h 752475"/>
                <a:gd name="connsiteX372" fmla="*/ 462820 w 885825"/>
                <a:gd name="connsiteY372" fmla="*/ 36290 h 752475"/>
                <a:gd name="connsiteX373" fmla="*/ 462439 w 885825"/>
                <a:gd name="connsiteY373" fmla="*/ 35433 h 752475"/>
                <a:gd name="connsiteX374" fmla="*/ 462248 w 885825"/>
                <a:gd name="connsiteY374" fmla="*/ 34195 h 752475"/>
                <a:gd name="connsiteX375" fmla="*/ 462058 w 885825"/>
                <a:gd name="connsiteY375" fmla="*/ 32480 h 752475"/>
                <a:gd name="connsiteX376" fmla="*/ 462058 w 885825"/>
                <a:gd name="connsiteY376" fmla="*/ 30766 h 752475"/>
                <a:gd name="connsiteX377" fmla="*/ 462248 w 885825"/>
                <a:gd name="connsiteY377" fmla="*/ 28861 h 752475"/>
                <a:gd name="connsiteX378" fmla="*/ 462629 w 885825"/>
                <a:gd name="connsiteY378" fmla="*/ 27051 h 752475"/>
                <a:gd name="connsiteX379" fmla="*/ 462915 w 885825"/>
                <a:gd name="connsiteY379" fmla="*/ 24098 h 752475"/>
                <a:gd name="connsiteX380" fmla="*/ 463010 w 885825"/>
                <a:gd name="connsiteY380" fmla="*/ 20764 h 752475"/>
                <a:gd name="connsiteX381" fmla="*/ 462915 w 885825"/>
                <a:gd name="connsiteY381" fmla="*/ 18383 h 752475"/>
                <a:gd name="connsiteX382" fmla="*/ 462439 w 885825"/>
                <a:gd name="connsiteY382" fmla="*/ 16097 h 752475"/>
                <a:gd name="connsiteX383" fmla="*/ 461963 w 885825"/>
                <a:gd name="connsiteY383" fmla="*/ 14668 h 752475"/>
                <a:gd name="connsiteX384" fmla="*/ 461296 w 885825"/>
                <a:gd name="connsiteY384" fmla="*/ 13430 h 752475"/>
                <a:gd name="connsiteX385" fmla="*/ 460343 w 885825"/>
                <a:gd name="connsiteY385" fmla="*/ 12573 h 752475"/>
                <a:gd name="connsiteX386" fmla="*/ 454057 w 885825"/>
                <a:gd name="connsiteY386" fmla="*/ 10573 h 752475"/>
                <a:gd name="connsiteX387" fmla="*/ 452628 w 885825"/>
                <a:gd name="connsiteY387" fmla="*/ 9811 h 752475"/>
                <a:gd name="connsiteX388" fmla="*/ 451485 w 885825"/>
                <a:gd name="connsiteY388" fmla="*/ 8954 h 752475"/>
                <a:gd name="connsiteX389" fmla="*/ 450723 w 885825"/>
                <a:gd name="connsiteY389" fmla="*/ 8192 h 752475"/>
                <a:gd name="connsiteX390" fmla="*/ 448342 w 885825"/>
                <a:gd name="connsiteY390" fmla="*/ 4858 h 752475"/>
                <a:gd name="connsiteX391" fmla="*/ 447104 w 885825"/>
                <a:gd name="connsiteY391" fmla="*/ 2667 h 752475"/>
                <a:gd name="connsiteX392" fmla="*/ 446246 w 885825"/>
                <a:gd name="connsiteY392" fmla="*/ 1429 h 752475"/>
                <a:gd name="connsiteX393" fmla="*/ 445199 w 885825"/>
                <a:gd name="connsiteY393" fmla="*/ 381 h 752475"/>
                <a:gd name="connsiteX394" fmla="*/ 443675 w 885825"/>
                <a:gd name="connsiteY394" fmla="*/ 0 h 752475"/>
                <a:gd name="connsiteX395" fmla="*/ 441865 w 885825"/>
                <a:gd name="connsiteY395" fmla="*/ 95 h 752475"/>
                <a:gd name="connsiteX396" fmla="*/ 439007 w 885825"/>
                <a:gd name="connsiteY396" fmla="*/ 1429 h 752475"/>
                <a:gd name="connsiteX397" fmla="*/ 436055 w 885825"/>
                <a:gd name="connsiteY397" fmla="*/ 2096 h 752475"/>
                <a:gd name="connsiteX398" fmla="*/ 434816 w 885825"/>
                <a:gd name="connsiteY398" fmla="*/ 2096 h 752475"/>
                <a:gd name="connsiteX399" fmla="*/ 433292 w 885825"/>
                <a:gd name="connsiteY399" fmla="*/ 2381 h 752475"/>
                <a:gd name="connsiteX400" fmla="*/ 431863 w 885825"/>
                <a:gd name="connsiteY400" fmla="*/ 2953 h 752475"/>
                <a:gd name="connsiteX401" fmla="*/ 430721 w 885825"/>
                <a:gd name="connsiteY401" fmla="*/ 3905 h 752475"/>
                <a:gd name="connsiteX402" fmla="*/ 428720 w 885825"/>
                <a:gd name="connsiteY402" fmla="*/ 6858 h 752475"/>
                <a:gd name="connsiteX403" fmla="*/ 427387 w 885825"/>
                <a:gd name="connsiteY403" fmla="*/ 8192 h 752475"/>
                <a:gd name="connsiteX404" fmla="*/ 423672 w 885825"/>
                <a:gd name="connsiteY404" fmla="*/ 10478 h 752475"/>
                <a:gd name="connsiteX405" fmla="*/ 418529 w 885825"/>
                <a:gd name="connsiteY405" fmla="*/ 12859 h 752475"/>
                <a:gd name="connsiteX406" fmla="*/ 417767 w 885825"/>
                <a:gd name="connsiteY406" fmla="*/ 13335 h 752475"/>
                <a:gd name="connsiteX407" fmla="*/ 417100 w 885825"/>
                <a:gd name="connsiteY407" fmla="*/ 14097 h 752475"/>
                <a:gd name="connsiteX408" fmla="*/ 416719 w 885825"/>
                <a:gd name="connsiteY408" fmla="*/ 15335 h 752475"/>
                <a:gd name="connsiteX409" fmla="*/ 417195 w 885825"/>
                <a:gd name="connsiteY409" fmla="*/ 16192 h 752475"/>
                <a:gd name="connsiteX410" fmla="*/ 418147 w 885825"/>
                <a:gd name="connsiteY410" fmla="*/ 16859 h 752475"/>
                <a:gd name="connsiteX411" fmla="*/ 420434 w 885825"/>
                <a:gd name="connsiteY411" fmla="*/ 17526 h 752475"/>
                <a:gd name="connsiteX412" fmla="*/ 421100 w 885825"/>
                <a:gd name="connsiteY412" fmla="*/ 17812 h 752475"/>
                <a:gd name="connsiteX413" fmla="*/ 421576 w 885825"/>
                <a:gd name="connsiteY413" fmla="*/ 18193 h 752475"/>
                <a:gd name="connsiteX414" fmla="*/ 421958 w 885825"/>
                <a:gd name="connsiteY414" fmla="*/ 18859 h 752475"/>
                <a:gd name="connsiteX415" fmla="*/ 422053 w 885825"/>
                <a:gd name="connsiteY415" fmla="*/ 19621 h 752475"/>
                <a:gd name="connsiteX416" fmla="*/ 421576 w 885825"/>
                <a:gd name="connsiteY416" fmla="*/ 20288 h 752475"/>
                <a:gd name="connsiteX417" fmla="*/ 420148 w 885825"/>
                <a:gd name="connsiteY417" fmla="*/ 20764 h 752475"/>
                <a:gd name="connsiteX418" fmla="*/ 408908 w 885825"/>
                <a:gd name="connsiteY418" fmla="*/ 21622 h 752475"/>
                <a:gd name="connsiteX419" fmla="*/ 407384 w 885825"/>
                <a:gd name="connsiteY419" fmla="*/ 22098 h 752475"/>
                <a:gd name="connsiteX420" fmla="*/ 405955 w 885825"/>
                <a:gd name="connsiteY420" fmla="*/ 23050 h 752475"/>
                <a:gd name="connsiteX421" fmla="*/ 404813 w 885825"/>
                <a:gd name="connsiteY421" fmla="*/ 24955 h 752475"/>
                <a:gd name="connsiteX422" fmla="*/ 403193 w 885825"/>
                <a:gd name="connsiteY422" fmla="*/ 28861 h 752475"/>
                <a:gd name="connsiteX423" fmla="*/ 402050 w 885825"/>
                <a:gd name="connsiteY423" fmla="*/ 30099 h 752475"/>
                <a:gd name="connsiteX424" fmla="*/ 400526 w 885825"/>
                <a:gd name="connsiteY424" fmla="*/ 31051 h 752475"/>
                <a:gd name="connsiteX425" fmla="*/ 399574 w 885825"/>
                <a:gd name="connsiteY425" fmla="*/ 31528 h 752475"/>
                <a:gd name="connsiteX426" fmla="*/ 398907 w 885825"/>
                <a:gd name="connsiteY426" fmla="*/ 31623 h 752475"/>
                <a:gd name="connsiteX427" fmla="*/ 398050 w 885825"/>
                <a:gd name="connsiteY427" fmla="*/ 31337 h 752475"/>
                <a:gd name="connsiteX428" fmla="*/ 397669 w 885825"/>
                <a:gd name="connsiteY428" fmla="*/ 31337 h 752475"/>
                <a:gd name="connsiteX429" fmla="*/ 397288 w 885825"/>
                <a:gd name="connsiteY429" fmla="*/ 31337 h 752475"/>
                <a:gd name="connsiteX430" fmla="*/ 396907 w 885825"/>
                <a:gd name="connsiteY430" fmla="*/ 31242 h 752475"/>
                <a:gd name="connsiteX431" fmla="*/ 396526 w 885825"/>
                <a:gd name="connsiteY431" fmla="*/ 30289 h 752475"/>
                <a:gd name="connsiteX432" fmla="*/ 396335 w 885825"/>
                <a:gd name="connsiteY432" fmla="*/ 30004 h 752475"/>
                <a:gd name="connsiteX433" fmla="*/ 395859 w 885825"/>
                <a:gd name="connsiteY433" fmla="*/ 29908 h 752475"/>
                <a:gd name="connsiteX434" fmla="*/ 394811 w 885825"/>
                <a:gd name="connsiteY434" fmla="*/ 30385 h 752475"/>
                <a:gd name="connsiteX435" fmla="*/ 394145 w 885825"/>
                <a:gd name="connsiteY435" fmla="*/ 30385 h 752475"/>
                <a:gd name="connsiteX436" fmla="*/ 393668 w 885825"/>
                <a:gd name="connsiteY436" fmla="*/ 30385 h 752475"/>
                <a:gd name="connsiteX437" fmla="*/ 393001 w 885825"/>
                <a:gd name="connsiteY437" fmla="*/ 30385 h 752475"/>
                <a:gd name="connsiteX438" fmla="*/ 392335 w 885825"/>
                <a:gd name="connsiteY438" fmla="*/ 30575 h 752475"/>
                <a:gd name="connsiteX439" fmla="*/ 391382 w 885825"/>
                <a:gd name="connsiteY439" fmla="*/ 31051 h 752475"/>
                <a:gd name="connsiteX440" fmla="*/ 390620 w 885825"/>
                <a:gd name="connsiteY440" fmla="*/ 31147 h 752475"/>
                <a:gd name="connsiteX441" fmla="*/ 387001 w 885825"/>
                <a:gd name="connsiteY441" fmla="*/ 32575 h 752475"/>
                <a:gd name="connsiteX442" fmla="*/ 384810 w 885825"/>
                <a:gd name="connsiteY442" fmla="*/ 34004 h 752475"/>
                <a:gd name="connsiteX443" fmla="*/ 384429 w 885825"/>
                <a:gd name="connsiteY443" fmla="*/ 34385 h 752475"/>
                <a:gd name="connsiteX444" fmla="*/ 386334 w 885825"/>
                <a:gd name="connsiteY444" fmla="*/ 36481 h 752475"/>
                <a:gd name="connsiteX445" fmla="*/ 391382 w 885825"/>
                <a:gd name="connsiteY445" fmla="*/ 44291 h 752475"/>
                <a:gd name="connsiteX446" fmla="*/ 391859 w 885825"/>
                <a:gd name="connsiteY446" fmla="*/ 45434 h 752475"/>
                <a:gd name="connsiteX447" fmla="*/ 391573 w 885825"/>
                <a:gd name="connsiteY447" fmla="*/ 46006 h 752475"/>
                <a:gd name="connsiteX448" fmla="*/ 390620 w 885825"/>
                <a:gd name="connsiteY448" fmla="*/ 46387 h 752475"/>
                <a:gd name="connsiteX449" fmla="*/ 390239 w 885825"/>
                <a:gd name="connsiteY449" fmla="*/ 47244 h 752475"/>
                <a:gd name="connsiteX450" fmla="*/ 390525 w 885825"/>
                <a:gd name="connsiteY450" fmla="*/ 48196 h 752475"/>
                <a:gd name="connsiteX451" fmla="*/ 391573 w 885825"/>
                <a:gd name="connsiteY451" fmla="*/ 48578 h 752475"/>
                <a:gd name="connsiteX452" fmla="*/ 393192 w 885825"/>
                <a:gd name="connsiteY452" fmla="*/ 48863 h 752475"/>
                <a:gd name="connsiteX453" fmla="*/ 394716 w 885825"/>
                <a:gd name="connsiteY453" fmla="*/ 49816 h 752475"/>
                <a:gd name="connsiteX454" fmla="*/ 395954 w 885825"/>
                <a:gd name="connsiteY454" fmla="*/ 51054 h 752475"/>
                <a:gd name="connsiteX455" fmla="*/ 396716 w 885825"/>
                <a:gd name="connsiteY455" fmla="*/ 52578 h 752475"/>
                <a:gd name="connsiteX456" fmla="*/ 395954 w 885825"/>
                <a:gd name="connsiteY456" fmla="*/ 53245 h 752475"/>
                <a:gd name="connsiteX457" fmla="*/ 395288 w 885825"/>
                <a:gd name="connsiteY457" fmla="*/ 53721 h 752475"/>
                <a:gd name="connsiteX458" fmla="*/ 394621 w 885825"/>
                <a:gd name="connsiteY458" fmla="*/ 54197 h 752475"/>
                <a:gd name="connsiteX459" fmla="*/ 394049 w 885825"/>
                <a:gd name="connsiteY459" fmla="*/ 55150 h 752475"/>
                <a:gd name="connsiteX460" fmla="*/ 395192 w 885825"/>
                <a:gd name="connsiteY460" fmla="*/ 55531 h 752475"/>
                <a:gd name="connsiteX461" fmla="*/ 396145 w 885825"/>
                <a:gd name="connsiteY461" fmla="*/ 54959 h 752475"/>
                <a:gd name="connsiteX462" fmla="*/ 397002 w 885825"/>
                <a:gd name="connsiteY462" fmla="*/ 54197 h 752475"/>
                <a:gd name="connsiteX463" fmla="*/ 397574 w 885825"/>
                <a:gd name="connsiteY463" fmla="*/ 54102 h 752475"/>
                <a:gd name="connsiteX464" fmla="*/ 398240 w 885825"/>
                <a:gd name="connsiteY464" fmla="*/ 55054 h 752475"/>
                <a:gd name="connsiteX465" fmla="*/ 398145 w 885825"/>
                <a:gd name="connsiteY465" fmla="*/ 55817 h 752475"/>
                <a:gd name="connsiteX466" fmla="*/ 397669 w 885825"/>
                <a:gd name="connsiteY466" fmla="*/ 56579 h 752475"/>
                <a:gd name="connsiteX467" fmla="*/ 397288 w 885825"/>
                <a:gd name="connsiteY467" fmla="*/ 57721 h 752475"/>
                <a:gd name="connsiteX468" fmla="*/ 396907 w 885825"/>
                <a:gd name="connsiteY468" fmla="*/ 59817 h 752475"/>
                <a:gd name="connsiteX469" fmla="*/ 396716 w 885825"/>
                <a:gd name="connsiteY469" fmla="*/ 62008 h 752475"/>
                <a:gd name="connsiteX470" fmla="*/ 397002 w 885825"/>
                <a:gd name="connsiteY470" fmla="*/ 62675 h 752475"/>
                <a:gd name="connsiteX471" fmla="*/ 398145 w 885825"/>
                <a:gd name="connsiteY471" fmla="*/ 64008 h 752475"/>
                <a:gd name="connsiteX472" fmla="*/ 398336 w 885825"/>
                <a:gd name="connsiteY472" fmla="*/ 64579 h 752475"/>
                <a:gd name="connsiteX473" fmla="*/ 399193 w 885825"/>
                <a:gd name="connsiteY473" fmla="*/ 66199 h 752475"/>
                <a:gd name="connsiteX474" fmla="*/ 403003 w 885825"/>
                <a:gd name="connsiteY474" fmla="*/ 67628 h 752475"/>
                <a:gd name="connsiteX475" fmla="*/ 403860 w 885825"/>
                <a:gd name="connsiteY475" fmla="*/ 69151 h 752475"/>
                <a:gd name="connsiteX476" fmla="*/ 404622 w 885825"/>
                <a:gd name="connsiteY476" fmla="*/ 69342 h 752475"/>
                <a:gd name="connsiteX477" fmla="*/ 409289 w 885825"/>
                <a:gd name="connsiteY477" fmla="*/ 72771 h 752475"/>
                <a:gd name="connsiteX478" fmla="*/ 408813 w 885825"/>
                <a:gd name="connsiteY478" fmla="*/ 73438 h 752475"/>
                <a:gd name="connsiteX479" fmla="*/ 407575 w 885825"/>
                <a:gd name="connsiteY479" fmla="*/ 72676 h 752475"/>
                <a:gd name="connsiteX480" fmla="*/ 407003 w 885825"/>
                <a:gd name="connsiteY480" fmla="*/ 73247 h 752475"/>
                <a:gd name="connsiteX481" fmla="*/ 407003 w 885825"/>
                <a:gd name="connsiteY481" fmla="*/ 74390 h 752475"/>
                <a:gd name="connsiteX482" fmla="*/ 407099 w 885825"/>
                <a:gd name="connsiteY482" fmla="*/ 75343 h 752475"/>
                <a:gd name="connsiteX483" fmla="*/ 407480 w 885825"/>
                <a:gd name="connsiteY483" fmla="*/ 76771 h 752475"/>
                <a:gd name="connsiteX484" fmla="*/ 407956 w 885825"/>
                <a:gd name="connsiteY484" fmla="*/ 77914 h 752475"/>
                <a:gd name="connsiteX485" fmla="*/ 409289 w 885825"/>
                <a:gd name="connsiteY485" fmla="*/ 79915 h 752475"/>
                <a:gd name="connsiteX486" fmla="*/ 408813 w 885825"/>
                <a:gd name="connsiteY486" fmla="*/ 79915 h 752475"/>
                <a:gd name="connsiteX487" fmla="*/ 408432 w 885825"/>
                <a:gd name="connsiteY487" fmla="*/ 79629 h 752475"/>
                <a:gd name="connsiteX488" fmla="*/ 408146 w 885825"/>
                <a:gd name="connsiteY488" fmla="*/ 79438 h 752475"/>
                <a:gd name="connsiteX489" fmla="*/ 407099 w 885825"/>
                <a:gd name="connsiteY489" fmla="*/ 79343 h 752475"/>
                <a:gd name="connsiteX490" fmla="*/ 407480 w 885825"/>
                <a:gd name="connsiteY490" fmla="*/ 80296 h 752475"/>
                <a:gd name="connsiteX491" fmla="*/ 407670 w 885825"/>
                <a:gd name="connsiteY491" fmla="*/ 80677 h 752475"/>
                <a:gd name="connsiteX492" fmla="*/ 405955 w 885825"/>
                <a:gd name="connsiteY492" fmla="*/ 81534 h 752475"/>
                <a:gd name="connsiteX493" fmla="*/ 401669 w 885825"/>
                <a:gd name="connsiteY493" fmla="*/ 85249 h 752475"/>
                <a:gd name="connsiteX494" fmla="*/ 400812 w 885825"/>
                <a:gd name="connsiteY494" fmla="*/ 85344 h 752475"/>
                <a:gd name="connsiteX495" fmla="*/ 399669 w 885825"/>
                <a:gd name="connsiteY495" fmla="*/ 85725 h 752475"/>
                <a:gd name="connsiteX496" fmla="*/ 398907 w 885825"/>
                <a:gd name="connsiteY496" fmla="*/ 85820 h 752475"/>
                <a:gd name="connsiteX497" fmla="*/ 398812 w 885825"/>
                <a:gd name="connsiteY497" fmla="*/ 86201 h 752475"/>
                <a:gd name="connsiteX498" fmla="*/ 395192 w 885825"/>
                <a:gd name="connsiteY498" fmla="*/ 86868 h 752475"/>
                <a:gd name="connsiteX499" fmla="*/ 393859 w 885825"/>
                <a:gd name="connsiteY499" fmla="*/ 87535 h 752475"/>
                <a:gd name="connsiteX500" fmla="*/ 393001 w 885825"/>
                <a:gd name="connsiteY500" fmla="*/ 88297 h 752475"/>
                <a:gd name="connsiteX501" fmla="*/ 391287 w 885825"/>
                <a:gd name="connsiteY501" fmla="*/ 91630 h 752475"/>
                <a:gd name="connsiteX502" fmla="*/ 390620 w 885825"/>
                <a:gd name="connsiteY502" fmla="*/ 92392 h 752475"/>
                <a:gd name="connsiteX503" fmla="*/ 389858 w 885825"/>
                <a:gd name="connsiteY503" fmla="*/ 92964 h 752475"/>
                <a:gd name="connsiteX504" fmla="*/ 389096 w 885825"/>
                <a:gd name="connsiteY504" fmla="*/ 93440 h 752475"/>
                <a:gd name="connsiteX505" fmla="*/ 384334 w 885825"/>
                <a:gd name="connsiteY505" fmla="*/ 94393 h 752475"/>
                <a:gd name="connsiteX506" fmla="*/ 383286 w 885825"/>
                <a:gd name="connsiteY506" fmla="*/ 94774 h 752475"/>
                <a:gd name="connsiteX507" fmla="*/ 382429 w 885825"/>
                <a:gd name="connsiteY507" fmla="*/ 95345 h 752475"/>
                <a:gd name="connsiteX508" fmla="*/ 381762 w 885825"/>
                <a:gd name="connsiteY508" fmla="*/ 96107 h 752475"/>
                <a:gd name="connsiteX509" fmla="*/ 381191 w 885825"/>
                <a:gd name="connsiteY509" fmla="*/ 97155 h 752475"/>
                <a:gd name="connsiteX510" fmla="*/ 379952 w 885825"/>
                <a:gd name="connsiteY510" fmla="*/ 100965 h 752475"/>
                <a:gd name="connsiteX511" fmla="*/ 378714 w 885825"/>
                <a:gd name="connsiteY511" fmla="*/ 103061 h 752475"/>
                <a:gd name="connsiteX512" fmla="*/ 377857 w 885825"/>
                <a:gd name="connsiteY512" fmla="*/ 103632 h 752475"/>
                <a:gd name="connsiteX513" fmla="*/ 376904 w 885825"/>
                <a:gd name="connsiteY513" fmla="*/ 103727 h 752475"/>
                <a:gd name="connsiteX514" fmla="*/ 373189 w 885825"/>
                <a:gd name="connsiteY514" fmla="*/ 103156 h 752475"/>
                <a:gd name="connsiteX515" fmla="*/ 371094 w 885825"/>
                <a:gd name="connsiteY515" fmla="*/ 103442 h 752475"/>
                <a:gd name="connsiteX516" fmla="*/ 370522 w 885825"/>
                <a:gd name="connsiteY516" fmla="*/ 103537 h 752475"/>
                <a:gd name="connsiteX517" fmla="*/ 369761 w 885825"/>
                <a:gd name="connsiteY517" fmla="*/ 103918 h 752475"/>
                <a:gd name="connsiteX518" fmla="*/ 368237 w 885825"/>
                <a:gd name="connsiteY518" fmla="*/ 104966 h 752475"/>
                <a:gd name="connsiteX519" fmla="*/ 362903 w 885825"/>
                <a:gd name="connsiteY519" fmla="*/ 110204 h 752475"/>
                <a:gd name="connsiteX520" fmla="*/ 359855 w 885825"/>
                <a:gd name="connsiteY520" fmla="*/ 112490 h 752475"/>
                <a:gd name="connsiteX521" fmla="*/ 359283 w 885825"/>
                <a:gd name="connsiteY521" fmla="*/ 112776 h 752475"/>
                <a:gd name="connsiteX522" fmla="*/ 358997 w 885825"/>
                <a:gd name="connsiteY522" fmla="*/ 112586 h 752475"/>
                <a:gd name="connsiteX523" fmla="*/ 359092 w 885825"/>
                <a:gd name="connsiteY523" fmla="*/ 111538 h 752475"/>
                <a:gd name="connsiteX524" fmla="*/ 359283 w 885825"/>
                <a:gd name="connsiteY524" fmla="*/ 110585 h 752475"/>
                <a:gd name="connsiteX525" fmla="*/ 359474 w 885825"/>
                <a:gd name="connsiteY525" fmla="*/ 109633 h 752475"/>
                <a:gd name="connsiteX526" fmla="*/ 359474 w 885825"/>
                <a:gd name="connsiteY526" fmla="*/ 108013 h 752475"/>
                <a:gd name="connsiteX527" fmla="*/ 359283 w 885825"/>
                <a:gd name="connsiteY527" fmla="*/ 106680 h 752475"/>
                <a:gd name="connsiteX528" fmla="*/ 358426 w 885825"/>
                <a:gd name="connsiteY528" fmla="*/ 104680 h 752475"/>
                <a:gd name="connsiteX529" fmla="*/ 357759 w 885825"/>
                <a:gd name="connsiteY529" fmla="*/ 103822 h 752475"/>
                <a:gd name="connsiteX530" fmla="*/ 357283 w 885825"/>
                <a:gd name="connsiteY530" fmla="*/ 102965 h 752475"/>
                <a:gd name="connsiteX531" fmla="*/ 356807 w 885825"/>
                <a:gd name="connsiteY531" fmla="*/ 101917 h 752475"/>
                <a:gd name="connsiteX532" fmla="*/ 356711 w 885825"/>
                <a:gd name="connsiteY532" fmla="*/ 100584 h 752475"/>
                <a:gd name="connsiteX533" fmla="*/ 357378 w 885825"/>
                <a:gd name="connsiteY533" fmla="*/ 98584 h 752475"/>
                <a:gd name="connsiteX534" fmla="*/ 358235 w 885825"/>
                <a:gd name="connsiteY534" fmla="*/ 97155 h 752475"/>
                <a:gd name="connsiteX535" fmla="*/ 359092 w 885825"/>
                <a:gd name="connsiteY535" fmla="*/ 96203 h 752475"/>
                <a:gd name="connsiteX536" fmla="*/ 360140 w 885825"/>
                <a:gd name="connsiteY536" fmla="*/ 95536 h 752475"/>
                <a:gd name="connsiteX537" fmla="*/ 360712 w 885825"/>
                <a:gd name="connsiteY537" fmla="*/ 95059 h 752475"/>
                <a:gd name="connsiteX538" fmla="*/ 361188 w 885825"/>
                <a:gd name="connsiteY538" fmla="*/ 94297 h 752475"/>
                <a:gd name="connsiteX539" fmla="*/ 361950 w 885825"/>
                <a:gd name="connsiteY539" fmla="*/ 92964 h 752475"/>
                <a:gd name="connsiteX540" fmla="*/ 363188 w 885825"/>
                <a:gd name="connsiteY540" fmla="*/ 88678 h 752475"/>
                <a:gd name="connsiteX541" fmla="*/ 363950 w 885825"/>
                <a:gd name="connsiteY541" fmla="*/ 87344 h 752475"/>
                <a:gd name="connsiteX542" fmla="*/ 364331 w 885825"/>
                <a:gd name="connsiteY542" fmla="*/ 86582 h 752475"/>
                <a:gd name="connsiteX543" fmla="*/ 364617 w 885825"/>
                <a:gd name="connsiteY543" fmla="*/ 85534 h 752475"/>
                <a:gd name="connsiteX544" fmla="*/ 364808 w 885825"/>
                <a:gd name="connsiteY544" fmla="*/ 84106 h 752475"/>
                <a:gd name="connsiteX545" fmla="*/ 364712 w 885825"/>
                <a:gd name="connsiteY545" fmla="*/ 82963 h 752475"/>
                <a:gd name="connsiteX546" fmla="*/ 364522 w 885825"/>
                <a:gd name="connsiteY546" fmla="*/ 81915 h 752475"/>
                <a:gd name="connsiteX547" fmla="*/ 364046 w 885825"/>
                <a:gd name="connsiteY547" fmla="*/ 80582 h 752475"/>
                <a:gd name="connsiteX548" fmla="*/ 363760 w 885825"/>
                <a:gd name="connsiteY548" fmla="*/ 79915 h 752475"/>
                <a:gd name="connsiteX549" fmla="*/ 361950 w 885825"/>
                <a:gd name="connsiteY549" fmla="*/ 77724 h 752475"/>
                <a:gd name="connsiteX550" fmla="*/ 361664 w 885825"/>
                <a:gd name="connsiteY550" fmla="*/ 76867 h 752475"/>
                <a:gd name="connsiteX551" fmla="*/ 361759 w 885825"/>
                <a:gd name="connsiteY551" fmla="*/ 75914 h 752475"/>
                <a:gd name="connsiteX552" fmla="*/ 362045 w 885825"/>
                <a:gd name="connsiteY552" fmla="*/ 74962 h 752475"/>
                <a:gd name="connsiteX553" fmla="*/ 362236 w 885825"/>
                <a:gd name="connsiteY553" fmla="*/ 74104 h 752475"/>
                <a:gd name="connsiteX554" fmla="*/ 361474 w 885825"/>
                <a:gd name="connsiteY554" fmla="*/ 72200 h 752475"/>
                <a:gd name="connsiteX555" fmla="*/ 358902 w 885825"/>
                <a:gd name="connsiteY555" fmla="*/ 69628 h 752475"/>
                <a:gd name="connsiteX556" fmla="*/ 358426 w 885825"/>
                <a:gd name="connsiteY556" fmla="*/ 68485 h 752475"/>
                <a:gd name="connsiteX557" fmla="*/ 357759 w 885825"/>
                <a:gd name="connsiteY557" fmla="*/ 68389 h 752475"/>
                <a:gd name="connsiteX558" fmla="*/ 356235 w 885825"/>
                <a:gd name="connsiteY558" fmla="*/ 67151 h 752475"/>
                <a:gd name="connsiteX559" fmla="*/ 355663 w 885825"/>
                <a:gd name="connsiteY559" fmla="*/ 66770 h 752475"/>
                <a:gd name="connsiteX560" fmla="*/ 355092 w 885825"/>
                <a:gd name="connsiteY560" fmla="*/ 66580 h 752475"/>
                <a:gd name="connsiteX561" fmla="*/ 354425 w 885825"/>
                <a:gd name="connsiteY561" fmla="*/ 66580 h 752475"/>
                <a:gd name="connsiteX562" fmla="*/ 354044 w 885825"/>
                <a:gd name="connsiteY562" fmla="*/ 66961 h 752475"/>
                <a:gd name="connsiteX563" fmla="*/ 353854 w 885825"/>
                <a:gd name="connsiteY563" fmla="*/ 67723 h 752475"/>
                <a:gd name="connsiteX564" fmla="*/ 353949 w 885825"/>
                <a:gd name="connsiteY564" fmla="*/ 70866 h 752475"/>
                <a:gd name="connsiteX565" fmla="*/ 352996 w 885825"/>
                <a:gd name="connsiteY565" fmla="*/ 73724 h 752475"/>
                <a:gd name="connsiteX566" fmla="*/ 352044 w 885825"/>
                <a:gd name="connsiteY566" fmla="*/ 79343 h 752475"/>
                <a:gd name="connsiteX567" fmla="*/ 350615 w 885825"/>
                <a:gd name="connsiteY567" fmla="*/ 81248 h 752475"/>
                <a:gd name="connsiteX568" fmla="*/ 347758 w 885825"/>
                <a:gd name="connsiteY568" fmla="*/ 82772 h 752475"/>
                <a:gd name="connsiteX569" fmla="*/ 346043 w 885825"/>
                <a:gd name="connsiteY569" fmla="*/ 84201 h 752475"/>
                <a:gd name="connsiteX570" fmla="*/ 345091 w 885825"/>
                <a:gd name="connsiteY570" fmla="*/ 85725 h 752475"/>
                <a:gd name="connsiteX571" fmla="*/ 344329 w 885825"/>
                <a:gd name="connsiteY571" fmla="*/ 87821 h 752475"/>
                <a:gd name="connsiteX572" fmla="*/ 343662 w 885825"/>
                <a:gd name="connsiteY572" fmla="*/ 90964 h 752475"/>
                <a:gd name="connsiteX573" fmla="*/ 343567 w 885825"/>
                <a:gd name="connsiteY573" fmla="*/ 92392 h 752475"/>
                <a:gd name="connsiteX574" fmla="*/ 344043 w 885825"/>
                <a:gd name="connsiteY574" fmla="*/ 93726 h 752475"/>
                <a:gd name="connsiteX575" fmla="*/ 344996 w 885825"/>
                <a:gd name="connsiteY575" fmla="*/ 94869 h 752475"/>
                <a:gd name="connsiteX576" fmla="*/ 347567 w 885825"/>
                <a:gd name="connsiteY576" fmla="*/ 96203 h 752475"/>
                <a:gd name="connsiteX577" fmla="*/ 348520 w 885825"/>
                <a:gd name="connsiteY577" fmla="*/ 97060 h 752475"/>
                <a:gd name="connsiteX578" fmla="*/ 348901 w 885825"/>
                <a:gd name="connsiteY578" fmla="*/ 98774 h 752475"/>
                <a:gd name="connsiteX579" fmla="*/ 348710 w 885825"/>
                <a:gd name="connsiteY579" fmla="*/ 100013 h 752475"/>
                <a:gd name="connsiteX580" fmla="*/ 348043 w 885825"/>
                <a:gd name="connsiteY580" fmla="*/ 101346 h 752475"/>
                <a:gd name="connsiteX581" fmla="*/ 346329 w 885825"/>
                <a:gd name="connsiteY581" fmla="*/ 103918 h 752475"/>
                <a:gd name="connsiteX582" fmla="*/ 342329 w 885825"/>
                <a:gd name="connsiteY582" fmla="*/ 112014 h 752475"/>
                <a:gd name="connsiteX583" fmla="*/ 340995 w 885825"/>
                <a:gd name="connsiteY583" fmla="*/ 113062 h 752475"/>
                <a:gd name="connsiteX584" fmla="*/ 339566 w 885825"/>
                <a:gd name="connsiteY584" fmla="*/ 113062 h 752475"/>
                <a:gd name="connsiteX585" fmla="*/ 338138 w 885825"/>
                <a:gd name="connsiteY585" fmla="*/ 111919 h 752475"/>
                <a:gd name="connsiteX586" fmla="*/ 335471 w 885825"/>
                <a:gd name="connsiteY586" fmla="*/ 108490 h 752475"/>
                <a:gd name="connsiteX587" fmla="*/ 332804 w 885825"/>
                <a:gd name="connsiteY587" fmla="*/ 105537 h 752475"/>
                <a:gd name="connsiteX588" fmla="*/ 329279 w 885825"/>
                <a:gd name="connsiteY588" fmla="*/ 102870 h 752475"/>
                <a:gd name="connsiteX589" fmla="*/ 327850 w 885825"/>
                <a:gd name="connsiteY589" fmla="*/ 102203 h 752475"/>
                <a:gd name="connsiteX590" fmla="*/ 326422 w 885825"/>
                <a:gd name="connsiteY590" fmla="*/ 101822 h 752475"/>
                <a:gd name="connsiteX591" fmla="*/ 324993 w 885825"/>
                <a:gd name="connsiteY591" fmla="*/ 101727 h 752475"/>
                <a:gd name="connsiteX592" fmla="*/ 323564 w 885825"/>
                <a:gd name="connsiteY592" fmla="*/ 102108 h 752475"/>
                <a:gd name="connsiteX593" fmla="*/ 322897 w 885825"/>
                <a:gd name="connsiteY593" fmla="*/ 102775 h 752475"/>
                <a:gd name="connsiteX594" fmla="*/ 322612 w 885825"/>
                <a:gd name="connsiteY594" fmla="*/ 103822 h 752475"/>
                <a:gd name="connsiteX595" fmla="*/ 322517 w 885825"/>
                <a:gd name="connsiteY595" fmla="*/ 105156 h 752475"/>
                <a:gd name="connsiteX596" fmla="*/ 321755 w 885825"/>
                <a:gd name="connsiteY596" fmla="*/ 106775 h 752475"/>
                <a:gd name="connsiteX597" fmla="*/ 320707 w 885825"/>
                <a:gd name="connsiteY597" fmla="*/ 107251 h 752475"/>
                <a:gd name="connsiteX598" fmla="*/ 319754 w 885825"/>
                <a:gd name="connsiteY598" fmla="*/ 106680 h 752475"/>
                <a:gd name="connsiteX599" fmla="*/ 318897 w 885825"/>
                <a:gd name="connsiteY599" fmla="*/ 105632 h 752475"/>
                <a:gd name="connsiteX600" fmla="*/ 317849 w 885825"/>
                <a:gd name="connsiteY600" fmla="*/ 104966 h 752475"/>
                <a:gd name="connsiteX601" fmla="*/ 316801 w 885825"/>
                <a:gd name="connsiteY601" fmla="*/ 104966 h 752475"/>
                <a:gd name="connsiteX602" fmla="*/ 314516 w 885825"/>
                <a:gd name="connsiteY602" fmla="*/ 105918 h 752475"/>
                <a:gd name="connsiteX603" fmla="*/ 310420 w 885825"/>
                <a:gd name="connsiteY603" fmla="*/ 107156 h 752475"/>
                <a:gd name="connsiteX604" fmla="*/ 308420 w 885825"/>
                <a:gd name="connsiteY604" fmla="*/ 108013 h 752475"/>
                <a:gd name="connsiteX605" fmla="*/ 305562 w 885825"/>
                <a:gd name="connsiteY605" fmla="*/ 109633 h 752475"/>
                <a:gd name="connsiteX606" fmla="*/ 304514 w 885825"/>
                <a:gd name="connsiteY606" fmla="*/ 110871 h 752475"/>
                <a:gd name="connsiteX607" fmla="*/ 303943 w 885825"/>
                <a:gd name="connsiteY607" fmla="*/ 112014 h 752475"/>
                <a:gd name="connsiteX608" fmla="*/ 303752 w 885825"/>
                <a:gd name="connsiteY608" fmla="*/ 113347 h 752475"/>
                <a:gd name="connsiteX609" fmla="*/ 301562 w 885825"/>
                <a:gd name="connsiteY609" fmla="*/ 119825 h 752475"/>
                <a:gd name="connsiteX610" fmla="*/ 301085 w 885825"/>
                <a:gd name="connsiteY610" fmla="*/ 122015 h 752475"/>
                <a:gd name="connsiteX611" fmla="*/ 300800 w 885825"/>
                <a:gd name="connsiteY611" fmla="*/ 124016 h 752475"/>
                <a:gd name="connsiteX612" fmla="*/ 300800 w 885825"/>
                <a:gd name="connsiteY612" fmla="*/ 126873 h 752475"/>
                <a:gd name="connsiteX613" fmla="*/ 300990 w 885825"/>
                <a:gd name="connsiteY613" fmla="*/ 128492 h 752475"/>
                <a:gd name="connsiteX614" fmla="*/ 301371 w 885825"/>
                <a:gd name="connsiteY614" fmla="*/ 130016 h 752475"/>
                <a:gd name="connsiteX615" fmla="*/ 301942 w 885825"/>
                <a:gd name="connsiteY615" fmla="*/ 131350 h 752475"/>
                <a:gd name="connsiteX616" fmla="*/ 302514 w 885825"/>
                <a:gd name="connsiteY616" fmla="*/ 132017 h 752475"/>
                <a:gd name="connsiteX617" fmla="*/ 302990 w 885825"/>
                <a:gd name="connsiteY617" fmla="*/ 132493 h 752475"/>
                <a:gd name="connsiteX618" fmla="*/ 307181 w 885825"/>
                <a:gd name="connsiteY618" fmla="*/ 134779 h 752475"/>
                <a:gd name="connsiteX619" fmla="*/ 308229 w 885825"/>
                <a:gd name="connsiteY619" fmla="*/ 135636 h 752475"/>
                <a:gd name="connsiteX620" fmla="*/ 308896 w 885825"/>
                <a:gd name="connsiteY620" fmla="*/ 136493 h 752475"/>
                <a:gd name="connsiteX621" fmla="*/ 309372 w 885825"/>
                <a:gd name="connsiteY621" fmla="*/ 137636 h 752475"/>
                <a:gd name="connsiteX622" fmla="*/ 309658 w 885825"/>
                <a:gd name="connsiteY622" fmla="*/ 139065 h 752475"/>
                <a:gd name="connsiteX623" fmla="*/ 309848 w 885825"/>
                <a:gd name="connsiteY623" fmla="*/ 141351 h 752475"/>
                <a:gd name="connsiteX624" fmla="*/ 309753 w 885825"/>
                <a:gd name="connsiteY624" fmla="*/ 142399 h 752475"/>
                <a:gd name="connsiteX625" fmla="*/ 308229 w 885825"/>
                <a:gd name="connsiteY625" fmla="*/ 147161 h 752475"/>
                <a:gd name="connsiteX626" fmla="*/ 305848 w 885825"/>
                <a:gd name="connsiteY626" fmla="*/ 151733 h 752475"/>
                <a:gd name="connsiteX627" fmla="*/ 304514 w 885825"/>
                <a:gd name="connsiteY627" fmla="*/ 153734 h 752475"/>
                <a:gd name="connsiteX628" fmla="*/ 303086 w 885825"/>
                <a:gd name="connsiteY628" fmla="*/ 154972 h 752475"/>
                <a:gd name="connsiteX629" fmla="*/ 302133 w 885825"/>
                <a:gd name="connsiteY629" fmla="*/ 155448 h 752475"/>
                <a:gd name="connsiteX630" fmla="*/ 301085 w 885825"/>
                <a:gd name="connsiteY630" fmla="*/ 155638 h 752475"/>
                <a:gd name="connsiteX631" fmla="*/ 300323 w 885825"/>
                <a:gd name="connsiteY631" fmla="*/ 155638 h 752475"/>
                <a:gd name="connsiteX632" fmla="*/ 299847 w 885825"/>
                <a:gd name="connsiteY632" fmla="*/ 155638 h 752475"/>
                <a:gd name="connsiteX633" fmla="*/ 298513 w 885825"/>
                <a:gd name="connsiteY633" fmla="*/ 155067 h 752475"/>
                <a:gd name="connsiteX634" fmla="*/ 297656 w 885825"/>
                <a:gd name="connsiteY634" fmla="*/ 154591 h 752475"/>
                <a:gd name="connsiteX635" fmla="*/ 296989 w 885825"/>
                <a:gd name="connsiteY635" fmla="*/ 154305 h 752475"/>
                <a:gd name="connsiteX636" fmla="*/ 296037 w 885825"/>
                <a:gd name="connsiteY636" fmla="*/ 154400 h 752475"/>
                <a:gd name="connsiteX637" fmla="*/ 294799 w 885825"/>
                <a:gd name="connsiteY637" fmla="*/ 154876 h 752475"/>
                <a:gd name="connsiteX638" fmla="*/ 291465 w 885825"/>
                <a:gd name="connsiteY638" fmla="*/ 157448 h 752475"/>
                <a:gd name="connsiteX639" fmla="*/ 290513 w 885825"/>
                <a:gd name="connsiteY639" fmla="*/ 158020 h 752475"/>
                <a:gd name="connsiteX640" fmla="*/ 289560 w 885825"/>
                <a:gd name="connsiteY640" fmla="*/ 158401 h 752475"/>
                <a:gd name="connsiteX641" fmla="*/ 286988 w 885825"/>
                <a:gd name="connsiteY641" fmla="*/ 158687 h 752475"/>
                <a:gd name="connsiteX642" fmla="*/ 286036 w 885825"/>
                <a:gd name="connsiteY642" fmla="*/ 159067 h 752475"/>
                <a:gd name="connsiteX643" fmla="*/ 285274 w 885825"/>
                <a:gd name="connsiteY643" fmla="*/ 159449 h 752475"/>
                <a:gd name="connsiteX644" fmla="*/ 284607 w 885825"/>
                <a:gd name="connsiteY644" fmla="*/ 159544 h 752475"/>
                <a:gd name="connsiteX645" fmla="*/ 283750 w 885825"/>
                <a:gd name="connsiteY645" fmla="*/ 159449 h 752475"/>
                <a:gd name="connsiteX646" fmla="*/ 282988 w 885825"/>
                <a:gd name="connsiteY646" fmla="*/ 159163 h 752475"/>
                <a:gd name="connsiteX647" fmla="*/ 282416 w 885825"/>
                <a:gd name="connsiteY647" fmla="*/ 158687 h 752475"/>
                <a:gd name="connsiteX648" fmla="*/ 281940 w 885825"/>
                <a:gd name="connsiteY648" fmla="*/ 158115 h 752475"/>
                <a:gd name="connsiteX649" fmla="*/ 280988 w 885825"/>
                <a:gd name="connsiteY649" fmla="*/ 157448 h 752475"/>
                <a:gd name="connsiteX650" fmla="*/ 280130 w 885825"/>
                <a:gd name="connsiteY650" fmla="*/ 156877 h 752475"/>
                <a:gd name="connsiteX651" fmla="*/ 278511 w 885825"/>
                <a:gd name="connsiteY651" fmla="*/ 156305 h 752475"/>
                <a:gd name="connsiteX652" fmla="*/ 277654 w 885825"/>
                <a:gd name="connsiteY652" fmla="*/ 156020 h 752475"/>
                <a:gd name="connsiteX653" fmla="*/ 270415 w 885825"/>
                <a:gd name="connsiteY653" fmla="*/ 155353 h 752475"/>
                <a:gd name="connsiteX654" fmla="*/ 266605 w 885825"/>
                <a:gd name="connsiteY654" fmla="*/ 153924 h 752475"/>
                <a:gd name="connsiteX655" fmla="*/ 265652 w 885825"/>
                <a:gd name="connsiteY655" fmla="*/ 153829 h 752475"/>
                <a:gd name="connsiteX656" fmla="*/ 264795 w 885825"/>
                <a:gd name="connsiteY656" fmla="*/ 154210 h 752475"/>
                <a:gd name="connsiteX657" fmla="*/ 264605 w 885825"/>
                <a:gd name="connsiteY657" fmla="*/ 154781 h 752475"/>
                <a:gd name="connsiteX658" fmla="*/ 264795 w 885825"/>
                <a:gd name="connsiteY658" fmla="*/ 155448 h 752475"/>
                <a:gd name="connsiteX659" fmla="*/ 265367 w 885825"/>
                <a:gd name="connsiteY659" fmla="*/ 157067 h 752475"/>
                <a:gd name="connsiteX660" fmla="*/ 265176 w 885825"/>
                <a:gd name="connsiteY660" fmla="*/ 158020 h 752475"/>
                <a:gd name="connsiteX661" fmla="*/ 264509 w 885825"/>
                <a:gd name="connsiteY661" fmla="*/ 159353 h 752475"/>
                <a:gd name="connsiteX662" fmla="*/ 263462 w 885825"/>
                <a:gd name="connsiteY662" fmla="*/ 160401 h 752475"/>
                <a:gd name="connsiteX663" fmla="*/ 262700 w 885825"/>
                <a:gd name="connsiteY663" fmla="*/ 161544 h 752475"/>
                <a:gd name="connsiteX664" fmla="*/ 262318 w 885825"/>
                <a:gd name="connsiteY664" fmla="*/ 162592 h 752475"/>
                <a:gd name="connsiteX665" fmla="*/ 262128 w 885825"/>
                <a:gd name="connsiteY665" fmla="*/ 163925 h 752475"/>
                <a:gd name="connsiteX666" fmla="*/ 262033 w 885825"/>
                <a:gd name="connsiteY666" fmla="*/ 166211 h 752475"/>
                <a:gd name="connsiteX667" fmla="*/ 261842 w 885825"/>
                <a:gd name="connsiteY667" fmla="*/ 167545 h 752475"/>
                <a:gd name="connsiteX668" fmla="*/ 261842 w 885825"/>
                <a:gd name="connsiteY668" fmla="*/ 167640 h 752475"/>
                <a:gd name="connsiteX669" fmla="*/ 261842 w 885825"/>
                <a:gd name="connsiteY669" fmla="*/ 167830 h 752475"/>
                <a:gd name="connsiteX670" fmla="*/ 261652 w 885825"/>
                <a:gd name="connsiteY670" fmla="*/ 168974 h 752475"/>
                <a:gd name="connsiteX671" fmla="*/ 260604 w 885825"/>
                <a:gd name="connsiteY671" fmla="*/ 171355 h 752475"/>
                <a:gd name="connsiteX672" fmla="*/ 259080 w 885825"/>
                <a:gd name="connsiteY672" fmla="*/ 176117 h 752475"/>
                <a:gd name="connsiteX673" fmla="*/ 258604 w 885825"/>
                <a:gd name="connsiteY673" fmla="*/ 176784 h 752475"/>
                <a:gd name="connsiteX674" fmla="*/ 258032 w 885825"/>
                <a:gd name="connsiteY674" fmla="*/ 177260 h 752475"/>
                <a:gd name="connsiteX675" fmla="*/ 254413 w 885825"/>
                <a:gd name="connsiteY675" fmla="*/ 179165 h 752475"/>
                <a:gd name="connsiteX676" fmla="*/ 253365 w 885825"/>
                <a:gd name="connsiteY676" fmla="*/ 180594 h 752475"/>
                <a:gd name="connsiteX677" fmla="*/ 249936 w 885825"/>
                <a:gd name="connsiteY677" fmla="*/ 177832 h 752475"/>
                <a:gd name="connsiteX678" fmla="*/ 248412 w 885825"/>
                <a:gd name="connsiteY678" fmla="*/ 175736 h 752475"/>
                <a:gd name="connsiteX679" fmla="*/ 248221 w 885825"/>
                <a:gd name="connsiteY679" fmla="*/ 174784 h 752475"/>
                <a:gd name="connsiteX680" fmla="*/ 248317 w 885825"/>
                <a:gd name="connsiteY680" fmla="*/ 173926 h 752475"/>
                <a:gd name="connsiteX681" fmla="*/ 248698 w 885825"/>
                <a:gd name="connsiteY681" fmla="*/ 172879 h 752475"/>
                <a:gd name="connsiteX682" fmla="*/ 249174 w 885825"/>
                <a:gd name="connsiteY682" fmla="*/ 172117 h 752475"/>
                <a:gd name="connsiteX683" fmla="*/ 249555 w 885825"/>
                <a:gd name="connsiteY683" fmla="*/ 171641 h 752475"/>
                <a:gd name="connsiteX684" fmla="*/ 250698 w 885825"/>
                <a:gd name="connsiteY684" fmla="*/ 170688 h 752475"/>
                <a:gd name="connsiteX685" fmla="*/ 254127 w 885825"/>
                <a:gd name="connsiteY685" fmla="*/ 168307 h 752475"/>
                <a:gd name="connsiteX686" fmla="*/ 254413 w 885825"/>
                <a:gd name="connsiteY686" fmla="*/ 167926 h 752475"/>
                <a:gd name="connsiteX687" fmla="*/ 254794 w 885825"/>
                <a:gd name="connsiteY687" fmla="*/ 167545 h 752475"/>
                <a:gd name="connsiteX688" fmla="*/ 255175 w 885825"/>
                <a:gd name="connsiteY688" fmla="*/ 166878 h 752475"/>
                <a:gd name="connsiteX689" fmla="*/ 255746 w 885825"/>
                <a:gd name="connsiteY689" fmla="*/ 165449 h 752475"/>
                <a:gd name="connsiteX690" fmla="*/ 255651 w 885825"/>
                <a:gd name="connsiteY690" fmla="*/ 164973 h 752475"/>
                <a:gd name="connsiteX691" fmla="*/ 255270 w 885825"/>
                <a:gd name="connsiteY691" fmla="*/ 164211 h 752475"/>
                <a:gd name="connsiteX692" fmla="*/ 254222 w 885825"/>
                <a:gd name="connsiteY692" fmla="*/ 163259 h 752475"/>
                <a:gd name="connsiteX693" fmla="*/ 253841 w 885825"/>
                <a:gd name="connsiteY693" fmla="*/ 162211 h 752475"/>
                <a:gd name="connsiteX694" fmla="*/ 253555 w 885825"/>
                <a:gd name="connsiteY694" fmla="*/ 161163 h 752475"/>
                <a:gd name="connsiteX695" fmla="*/ 252889 w 885825"/>
                <a:gd name="connsiteY695" fmla="*/ 160592 h 752475"/>
                <a:gd name="connsiteX696" fmla="*/ 252127 w 885825"/>
                <a:gd name="connsiteY696" fmla="*/ 160115 h 752475"/>
                <a:gd name="connsiteX697" fmla="*/ 251555 w 885825"/>
                <a:gd name="connsiteY697" fmla="*/ 159353 h 752475"/>
                <a:gd name="connsiteX698" fmla="*/ 251174 w 885825"/>
                <a:gd name="connsiteY698" fmla="*/ 158020 h 752475"/>
                <a:gd name="connsiteX699" fmla="*/ 250984 w 885825"/>
                <a:gd name="connsiteY699" fmla="*/ 156782 h 752475"/>
                <a:gd name="connsiteX700" fmla="*/ 250793 w 885825"/>
                <a:gd name="connsiteY700" fmla="*/ 155543 h 752475"/>
                <a:gd name="connsiteX701" fmla="*/ 249936 w 885825"/>
                <a:gd name="connsiteY701" fmla="*/ 154114 h 752475"/>
                <a:gd name="connsiteX702" fmla="*/ 247555 w 885825"/>
                <a:gd name="connsiteY702" fmla="*/ 152019 h 752475"/>
                <a:gd name="connsiteX703" fmla="*/ 247174 w 885825"/>
                <a:gd name="connsiteY703" fmla="*/ 151162 h 752475"/>
                <a:gd name="connsiteX704" fmla="*/ 246221 w 885825"/>
                <a:gd name="connsiteY704" fmla="*/ 150114 h 752475"/>
                <a:gd name="connsiteX705" fmla="*/ 242792 w 885825"/>
                <a:gd name="connsiteY705" fmla="*/ 147066 h 752475"/>
                <a:gd name="connsiteX706" fmla="*/ 242411 w 885825"/>
                <a:gd name="connsiteY706" fmla="*/ 147257 h 752475"/>
                <a:gd name="connsiteX707" fmla="*/ 240887 w 885825"/>
                <a:gd name="connsiteY707" fmla="*/ 148304 h 752475"/>
                <a:gd name="connsiteX708" fmla="*/ 239744 w 885825"/>
                <a:gd name="connsiteY708" fmla="*/ 148780 h 752475"/>
                <a:gd name="connsiteX709" fmla="*/ 238601 w 885825"/>
                <a:gd name="connsiteY709" fmla="*/ 149066 h 752475"/>
                <a:gd name="connsiteX710" fmla="*/ 235744 w 885825"/>
                <a:gd name="connsiteY710" fmla="*/ 148971 h 752475"/>
                <a:gd name="connsiteX711" fmla="*/ 233458 w 885825"/>
                <a:gd name="connsiteY711" fmla="*/ 149162 h 752475"/>
                <a:gd name="connsiteX712" fmla="*/ 232124 w 885825"/>
                <a:gd name="connsiteY712" fmla="*/ 149638 h 752475"/>
                <a:gd name="connsiteX713" fmla="*/ 231267 w 885825"/>
                <a:gd name="connsiteY713" fmla="*/ 150114 h 752475"/>
                <a:gd name="connsiteX714" fmla="*/ 230696 w 885825"/>
                <a:gd name="connsiteY714" fmla="*/ 150971 h 752475"/>
                <a:gd name="connsiteX715" fmla="*/ 230219 w 885825"/>
                <a:gd name="connsiteY715" fmla="*/ 152591 h 752475"/>
                <a:gd name="connsiteX716" fmla="*/ 229648 w 885825"/>
                <a:gd name="connsiteY716" fmla="*/ 156591 h 752475"/>
                <a:gd name="connsiteX717" fmla="*/ 229362 w 885825"/>
                <a:gd name="connsiteY717" fmla="*/ 157734 h 752475"/>
                <a:gd name="connsiteX718" fmla="*/ 228791 w 885825"/>
                <a:gd name="connsiteY718" fmla="*/ 158591 h 752475"/>
                <a:gd name="connsiteX719" fmla="*/ 227552 w 885825"/>
                <a:gd name="connsiteY719" fmla="*/ 158782 h 752475"/>
                <a:gd name="connsiteX720" fmla="*/ 225457 w 885825"/>
                <a:gd name="connsiteY720" fmla="*/ 158591 h 752475"/>
                <a:gd name="connsiteX721" fmla="*/ 222218 w 885825"/>
                <a:gd name="connsiteY721" fmla="*/ 157543 h 752475"/>
                <a:gd name="connsiteX722" fmla="*/ 220980 w 885825"/>
                <a:gd name="connsiteY722" fmla="*/ 156496 h 752475"/>
                <a:gd name="connsiteX723" fmla="*/ 220409 w 885825"/>
                <a:gd name="connsiteY723" fmla="*/ 155353 h 752475"/>
                <a:gd name="connsiteX724" fmla="*/ 220599 w 885825"/>
                <a:gd name="connsiteY724" fmla="*/ 154591 h 752475"/>
                <a:gd name="connsiteX725" fmla="*/ 220980 w 885825"/>
                <a:gd name="connsiteY725" fmla="*/ 153734 h 752475"/>
                <a:gd name="connsiteX726" fmla="*/ 222313 w 885825"/>
                <a:gd name="connsiteY726" fmla="*/ 151447 h 752475"/>
                <a:gd name="connsiteX727" fmla="*/ 222790 w 885825"/>
                <a:gd name="connsiteY727" fmla="*/ 150495 h 752475"/>
                <a:gd name="connsiteX728" fmla="*/ 223552 w 885825"/>
                <a:gd name="connsiteY728" fmla="*/ 147828 h 752475"/>
                <a:gd name="connsiteX729" fmla="*/ 223647 w 885825"/>
                <a:gd name="connsiteY729" fmla="*/ 146209 h 752475"/>
                <a:gd name="connsiteX730" fmla="*/ 223552 w 885825"/>
                <a:gd name="connsiteY730" fmla="*/ 144780 h 752475"/>
                <a:gd name="connsiteX731" fmla="*/ 222790 w 885825"/>
                <a:gd name="connsiteY731" fmla="*/ 140494 h 752475"/>
                <a:gd name="connsiteX732" fmla="*/ 222504 w 885825"/>
                <a:gd name="connsiteY732" fmla="*/ 139446 h 752475"/>
                <a:gd name="connsiteX733" fmla="*/ 221837 w 885825"/>
                <a:gd name="connsiteY733" fmla="*/ 138589 h 752475"/>
                <a:gd name="connsiteX734" fmla="*/ 217646 w 885825"/>
                <a:gd name="connsiteY734" fmla="*/ 135064 h 752475"/>
                <a:gd name="connsiteX735" fmla="*/ 214693 w 885825"/>
                <a:gd name="connsiteY735" fmla="*/ 130302 h 752475"/>
                <a:gd name="connsiteX736" fmla="*/ 213360 w 885825"/>
                <a:gd name="connsiteY736" fmla="*/ 129445 h 752475"/>
                <a:gd name="connsiteX737" fmla="*/ 211931 w 885825"/>
                <a:gd name="connsiteY737" fmla="*/ 129254 h 752475"/>
                <a:gd name="connsiteX738" fmla="*/ 208693 w 885825"/>
                <a:gd name="connsiteY738" fmla="*/ 129921 h 752475"/>
                <a:gd name="connsiteX739" fmla="*/ 208217 w 885825"/>
                <a:gd name="connsiteY739" fmla="*/ 129921 h 752475"/>
                <a:gd name="connsiteX740" fmla="*/ 207645 w 885825"/>
                <a:gd name="connsiteY740" fmla="*/ 129826 h 752475"/>
                <a:gd name="connsiteX741" fmla="*/ 206978 w 885825"/>
                <a:gd name="connsiteY741" fmla="*/ 129445 h 752475"/>
                <a:gd name="connsiteX742" fmla="*/ 205835 w 885825"/>
                <a:gd name="connsiteY742" fmla="*/ 128683 h 752475"/>
                <a:gd name="connsiteX743" fmla="*/ 204407 w 885825"/>
                <a:gd name="connsiteY743" fmla="*/ 127254 h 752475"/>
                <a:gd name="connsiteX744" fmla="*/ 203454 w 885825"/>
                <a:gd name="connsiteY744" fmla="*/ 125730 h 752475"/>
                <a:gd name="connsiteX745" fmla="*/ 202406 w 885825"/>
                <a:gd name="connsiteY745" fmla="*/ 123825 h 752475"/>
                <a:gd name="connsiteX746" fmla="*/ 200978 w 885825"/>
                <a:gd name="connsiteY746" fmla="*/ 121825 h 752475"/>
                <a:gd name="connsiteX747" fmla="*/ 200216 w 885825"/>
                <a:gd name="connsiteY747" fmla="*/ 121444 h 752475"/>
                <a:gd name="connsiteX748" fmla="*/ 199739 w 885825"/>
                <a:gd name="connsiteY748" fmla="*/ 121539 h 752475"/>
                <a:gd name="connsiteX749" fmla="*/ 199454 w 885825"/>
                <a:gd name="connsiteY749" fmla="*/ 122206 h 752475"/>
                <a:gd name="connsiteX750" fmla="*/ 199263 w 885825"/>
                <a:gd name="connsiteY750" fmla="*/ 123063 h 752475"/>
                <a:gd name="connsiteX751" fmla="*/ 198977 w 885825"/>
                <a:gd name="connsiteY751" fmla="*/ 125921 h 752475"/>
                <a:gd name="connsiteX752" fmla="*/ 198692 w 885825"/>
                <a:gd name="connsiteY752" fmla="*/ 127063 h 752475"/>
                <a:gd name="connsiteX753" fmla="*/ 198215 w 885825"/>
                <a:gd name="connsiteY753" fmla="*/ 128302 h 752475"/>
                <a:gd name="connsiteX754" fmla="*/ 197358 w 885825"/>
                <a:gd name="connsiteY754" fmla="*/ 129254 h 752475"/>
                <a:gd name="connsiteX755" fmla="*/ 196310 w 885825"/>
                <a:gd name="connsiteY755" fmla="*/ 129826 h 752475"/>
                <a:gd name="connsiteX756" fmla="*/ 194120 w 885825"/>
                <a:gd name="connsiteY756" fmla="*/ 130397 h 752475"/>
                <a:gd name="connsiteX757" fmla="*/ 193262 w 885825"/>
                <a:gd name="connsiteY757" fmla="*/ 130874 h 752475"/>
                <a:gd name="connsiteX758" fmla="*/ 192500 w 885825"/>
                <a:gd name="connsiteY758" fmla="*/ 131636 h 752475"/>
                <a:gd name="connsiteX759" fmla="*/ 192024 w 885825"/>
                <a:gd name="connsiteY759" fmla="*/ 132588 h 752475"/>
                <a:gd name="connsiteX760" fmla="*/ 191929 w 885825"/>
                <a:gd name="connsiteY760" fmla="*/ 133826 h 752475"/>
                <a:gd name="connsiteX761" fmla="*/ 192119 w 885825"/>
                <a:gd name="connsiteY761" fmla="*/ 136208 h 752475"/>
                <a:gd name="connsiteX762" fmla="*/ 192119 w 885825"/>
                <a:gd name="connsiteY762" fmla="*/ 137446 h 752475"/>
                <a:gd name="connsiteX763" fmla="*/ 191929 w 885825"/>
                <a:gd name="connsiteY763" fmla="*/ 138684 h 752475"/>
                <a:gd name="connsiteX764" fmla="*/ 189262 w 885825"/>
                <a:gd name="connsiteY764" fmla="*/ 147161 h 752475"/>
                <a:gd name="connsiteX765" fmla="*/ 188595 w 885825"/>
                <a:gd name="connsiteY765" fmla="*/ 148304 h 752475"/>
                <a:gd name="connsiteX766" fmla="*/ 188024 w 885825"/>
                <a:gd name="connsiteY766" fmla="*/ 148590 h 752475"/>
                <a:gd name="connsiteX767" fmla="*/ 186785 w 885825"/>
                <a:gd name="connsiteY767" fmla="*/ 148400 h 752475"/>
                <a:gd name="connsiteX768" fmla="*/ 183451 w 885825"/>
                <a:gd name="connsiteY768" fmla="*/ 146113 h 752475"/>
                <a:gd name="connsiteX769" fmla="*/ 181928 w 885825"/>
                <a:gd name="connsiteY769" fmla="*/ 145256 h 752475"/>
                <a:gd name="connsiteX770" fmla="*/ 178879 w 885825"/>
                <a:gd name="connsiteY770" fmla="*/ 144209 h 752475"/>
                <a:gd name="connsiteX771" fmla="*/ 177641 w 885825"/>
                <a:gd name="connsiteY771" fmla="*/ 143542 h 752475"/>
                <a:gd name="connsiteX772" fmla="*/ 174403 w 885825"/>
                <a:gd name="connsiteY772" fmla="*/ 141065 h 752475"/>
                <a:gd name="connsiteX773" fmla="*/ 172974 w 885825"/>
                <a:gd name="connsiteY773" fmla="*/ 140208 h 752475"/>
                <a:gd name="connsiteX774" fmla="*/ 171736 w 885825"/>
                <a:gd name="connsiteY774" fmla="*/ 139732 h 752475"/>
                <a:gd name="connsiteX775" fmla="*/ 165163 w 885825"/>
                <a:gd name="connsiteY775" fmla="*/ 138970 h 752475"/>
                <a:gd name="connsiteX776" fmla="*/ 162687 w 885825"/>
                <a:gd name="connsiteY776" fmla="*/ 138113 h 752475"/>
                <a:gd name="connsiteX777" fmla="*/ 161544 w 885825"/>
                <a:gd name="connsiteY777" fmla="*/ 137350 h 752475"/>
                <a:gd name="connsiteX778" fmla="*/ 160020 w 885825"/>
                <a:gd name="connsiteY778" fmla="*/ 135826 h 752475"/>
                <a:gd name="connsiteX779" fmla="*/ 158877 w 885825"/>
                <a:gd name="connsiteY779" fmla="*/ 135541 h 752475"/>
                <a:gd name="connsiteX780" fmla="*/ 157353 w 885825"/>
                <a:gd name="connsiteY780" fmla="*/ 135541 h 752475"/>
                <a:gd name="connsiteX781" fmla="*/ 155448 w 885825"/>
                <a:gd name="connsiteY781" fmla="*/ 135446 h 752475"/>
                <a:gd name="connsiteX782" fmla="*/ 154114 w 885825"/>
                <a:gd name="connsiteY782" fmla="*/ 134874 h 752475"/>
                <a:gd name="connsiteX783" fmla="*/ 153067 w 885825"/>
                <a:gd name="connsiteY783" fmla="*/ 133921 h 752475"/>
                <a:gd name="connsiteX784" fmla="*/ 152400 w 885825"/>
                <a:gd name="connsiteY784" fmla="*/ 132874 h 752475"/>
                <a:gd name="connsiteX785" fmla="*/ 150590 w 885825"/>
                <a:gd name="connsiteY785" fmla="*/ 128397 h 752475"/>
                <a:gd name="connsiteX786" fmla="*/ 149924 w 885825"/>
                <a:gd name="connsiteY786" fmla="*/ 126206 h 752475"/>
                <a:gd name="connsiteX787" fmla="*/ 148971 w 885825"/>
                <a:gd name="connsiteY787" fmla="*/ 124301 h 752475"/>
                <a:gd name="connsiteX788" fmla="*/ 146971 w 885825"/>
                <a:gd name="connsiteY788" fmla="*/ 122587 h 752475"/>
                <a:gd name="connsiteX789" fmla="*/ 139065 w 885825"/>
                <a:gd name="connsiteY789" fmla="*/ 117348 h 752475"/>
                <a:gd name="connsiteX790" fmla="*/ 137827 w 885825"/>
                <a:gd name="connsiteY790" fmla="*/ 116776 h 752475"/>
                <a:gd name="connsiteX791" fmla="*/ 134398 w 885825"/>
                <a:gd name="connsiteY791" fmla="*/ 115824 h 752475"/>
                <a:gd name="connsiteX792" fmla="*/ 123539 w 885825"/>
                <a:gd name="connsiteY792" fmla="*/ 110966 h 752475"/>
                <a:gd name="connsiteX793" fmla="*/ 120682 w 885825"/>
                <a:gd name="connsiteY793" fmla="*/ 109061 h 752475"/>
                <a:gd name="connsiteX794" fmla="*/ 119158 w 885825"/>
                <a:gd name="connsiteY794" fmla="*/ 107537 h 752475"/>
                <a:gd name="connsiteX795" fmla="*/ 117920 w 885825"/>
                <a:gd name="connsiteY795" fmla="*/ 105537 h 752475"/>
                <a:gd name="connsiteX796" fmla="*/ 116014 w 885825"/>
                <a:gd name="connsiteY796" fmla="*/ 101060 h 752475"/>
                <a:gd name="connsiteX797" fmla="*/ 115443 w 885825"/>
                <a:gd name="connsiteY797" fmla="*/ 100013 h 752475"/>
                <a:gd name="connsiteX798" fmla="*/ 113443 w 885825"/>
                <a:gd name="connsiteY798" fmla="*/ 97536 h 752475"/>
                <a:gd name="connsiteX799" fmla="*/ 112967 w 885825"/>
                <a:gd name="connsiteY799" fmla="*/ 96488 h 752475"/>
                <a:gd name="connsiteX800" fmla="*/ 112871 w 885825"/>
                <a:gd name="connsiteY800" fmla="*/ 95441 h 752475"/>
                <a:gd name="connsiteX801" fmla="*/ 113252 w 885825"/>
                <a:gd name="connsiteY801" fmla="*/ 90868 h 752475"/>
                <a:gd name="connsiteX802" fmla="*/ 113062 w 885825"/>
                <a:gd name="connsiteY802" fmla="*/ 90202 h 752475"/>
                <a:gd name="connsiteX803" fmla="*/ 112204 w 885825"/>
                <a:gd name="connsiteY803" fmla="*/ 88297 h 752475"/>
                <a:gd name="connsiteX804" fmla="*/ 111633 w 885825"/>
                <a:gd name="connsiteY804" fmla="*/ 85725 h 752475"/>
                <a:gd name="connsiteX805" fmla="*/ 111252 w 885825"/>
                <a:gd name="connsiteY805" fmla="*/ 82772 h 752475"/>
                <a:gd name="connsiteX806" fmla="*/ 111157 w 885825"/>
                <a:gd name="connsiteY806" fmla="*/ 81248 h 752475"/>
                <a:gd name="connsiteX807" fmla="*/ 111062 w 885825"/>
                <a:gd name="connsiteY807" fmla="*/ 80296 h 752475"/>
                <a:gd name="connsiteX808" fmla="*/ 109823 w 885825"/>
                <a:gd name="connsiteY808" fmla="*/ 77629 h 752475"/>
                <a:gd name="connsiteX809" fmla="*/ 109347 w 885825"/>
                <a:gd name="connsiteY809" fmla="*/ 76867 h 752475"/>
                <a:gd name="connsiteX810" fmla="*/ 108871 w 885825"/>
                <a:gd name="connsiteY810" fmla="*/ 76486 h 752475"/>
                <a:gd name="connsiteX811" fmla="*/ 107251 w 885825"/>
                <a:gd name="connsiteY811" fmla="*/ 75438 h 752475"/>
                <a:gd name="connsiteX812" fmla="*/ 106585 w 885825"/>
                <a:gd name="connsiteY812" fmla="*/ 74581 h 752475"/>
                <a:gd name="connsiteX813" fmla="*/ 106108 w 885825"/>
                <a:gd name="connsiteY813" fmla="*/ 73628 h 752475"/>
                <a:gd name="connsiteX814" fmla="*/ 104584 w 885825"/>
                <a:gd name="connsiteY814" fmla="*/ 68961 h 752475"/>
                <a:gd name="connsiteX815" fmla="*/ 104108 w 885825"/>
                <a:gd name="connsiteY815" fmla="*/ 68008 h 752475"/>
                <a:gd name="connsiteX816" fmla="*/ 103442 w 885825"/>
                <a:gd name="connsiteY816" fmla="*/ 67532 h 752475"/>
                <a:gd name="connsiteX817" fmla="*/ 102394 w 885825"/>
                <a:gd name="connsiteY817" fmla="*/ 66961 h 752475"/>
                <a:gd name="connsiteX818" fmla="*/ 101632 w 885825"/>
                <a:gd name="connsiteY818" fmla="*/ 66294 h 752475"/>
                <a:gd name="connsiteX819" fmla="*/ 101251 w 885825"/>
                <a:gd name="connsiteY819" fmla="*/ 65532 h 752475"/>
                <a:gd name="connsiteX820" fmla="*/ 101251 w 885825"/>
                <a:gd name="connsiteY820" fmla="*/ 64484 h 752475"/>
                <a:gd name="connsiteX821" fmla="*/ 101727 w 885825"/>
                <a:gd name="connsiteY821" fmla="*/ 63722 h 752475"/>
                <a:gd name="connsiteX822" fmla="*/ 102299 w 885825"/>
                <a:gd name="connsiteY822" fmla="*/ 63151 h 752475"/>
                <a:gd name="connsiteX823" fmla="*/ 102870 w 885825"/>
                <a:gd name="connsiteY823" fmla="*/ 62770 h 752475"/>
                <a:gd name="connsiteX824" fmla="*/ 103251 w 885825"/>
                <a:gd name="connsiteY824" fmla="*/ 62389 h 752475"/>
                <a:gd name="connsiteX825" fmla="*/ 103537 w 885825"/>
                <a:gd name="connsiteY825" fmla="*/ 61627 h 752475"/>
                <a:gd name="connsiteX826" fmla="*/ 103346 w 885825"/>
                <a:gd name="connsiteY826" fmla="*/ 60770 h 752475"/>
                <a:gd name="connsiteX827" fmla="*/ 102679 w 885825"/>
                <a:gd name="connsiteY827" fmla="*/ 59817 h 752475"/>
                <a:gd name="connsiteX828" fmla="*/ 97346 w 885825"/>
                <a:gd name="connsiteY828" fmla="*/ 53435 h 752475"/>
                <a:gd name="connsiteX829" fmla="*/ 87630 w 885825"/>
                <a:gd name="connsiteY829" fmla="*/ 44101 h 752475"/>
                <a:gd name="connsiteX830" fmla="*/ 86582 w 885825"/>
                <a:gd name="connsiteY830" fmla="*/ 43243 h 752475"/>
                <a:gd name="connsiteX831" fmla="*/ 85344 w 885825"/>
                <a:gd name="connsiteY831" fmla="*/ 42577 h 752475"/>
                <a:gd name="connsiteX832" fmla="*/ 83915 w 885825"/>
                <a:gd name="connsiteY832" fmla="*/ 42005 h 752475"/>
                <a:gd name="connsiteX833" fmla="*/ 82772 w 885825"/>
                <a:gd name="connsiteY833" fmla="*/ 41815 h 752475"/>
                <a:gd name="connsiteX834" fmla="*/ 81820 w 885825"/>
                <a:gd name="connsiteY834" fmla="*/ 41815 h 752475"/>
                <a:gd name="connsiteX835" fmla="*/ 76867 w 885825"/>
                <a:gd name="connsiteY835" fmla="*/ 43243 h 752475"/>
                <a:gd name="connsiteX836" fmla="*/ 75152 w 885825"/>
                <a:gd name="connsiteY836" fmla="*/ 43529 h 752475"/>
                <a:gd name="connsiteX837" fmla="*/ 74104 w 885825"/>
                <a:gd name="connsiteY837" fmla="*/ 43434 h 752475"/>
                <a:gd name="connsiteX838" fmla="*/ 73057 w 885825"/>
                <a:gd name="connsiteY838" fmla="*/ 42958 h 752475"/>
                <a:gd name="connsiteX839" fmla="*/ 72676 w 885825"/>
                <a:gd name="connsiteY839" fmla="*/ 42291 h 752475"/>
                <a:gd name="connsiteX840" fmla="*/ 72580 w 885825"/>
                <a:gd name="connsiteY840" fmla="*/ 41434 h 752475"/>
                <a:gd name="connsiteX841" fmla="*/ 72580 w 885825"/>
                <a:gd name="connsiteY841" fmla="*/ 40576 h 752475"/>
                <a:gd name="connsiteX842" fmla="*/ 72485 w 885825"/>
                <a:gd name="connsiteY842" fmla="*/ 39433 h 752475"/>
                <a:gd name="connsiteX843" fmla="*/ 72104 w 885825"/>
                <a:gd name="connsiteY843" fmla="*/ 38291 h 752475"/>
                <a:gd name="connsiteX844" fmla="*/ 71152 w 885825"/>
                <a:gd name="connsiteY844" fmla="*/ 36767 h 752475"/>
                <a:gd name="connsiteX845" fmla="*/ 69247 w 885825"/>
                <a:gd name="connsiteY845" fmla="*/ 35052 h 752475"/>
                <a:gd name="connsiteX846" fmla="*/ 68008 w 885825"/>
                <a:gd name="connsiteY846" fmla="*/ 34576 h 752475"/>
                <a:gd name="connsiteX847" fmla="*/ 53816 w 885825"/>
                <a:gd name="connsiteY847" fmla="*/ 32671 h 752475"/>
                <a:gd name="connsiteX848" fmla="*/ 53054 w 885825"/>
                <a:gd name="connsiteY848" fmla="*/ 32671 h 752475"/>
                <a:gd name="connsiteX849" fmla="*/ 51340 w 885825"/>
                <a:gd name="connsiteY849" fmla="*/ 33052 h 752475"/>
                <a:gd name="connsiteX850" fmla="*/ 50768 w 885825"/>
                <a:gd name="connsiteY850" fmla="*/ 33338 h 752475"/>
                <a:gd name="connsiteX851" fmla="*/ 49244 w 885825"/>
                <a:gd name="connsiteY851" fmla="*/ 34290 h 752475"/>
                <a:gd name="connsiteX852" fmla="*/ 47054 w 885825"/>
                <a:gd name="connsiteY852" fmla="*/ 36576 h 752475"/>
                <a:gd name="connsiteX853" fmla="*/ 41148 w 885825"/>
                <a:gd name="connsiteY853" fmla="*/ 40100 h 752475"/>
                <a:gd name="connsiteX854" fmla="*/ 36576 w 885825"/>
                <a:gd name="connsiteY854" fmla="*/ 41815 h 752475"/>
                <a:gd name="connsiteX855" fmla="*/ 31909 w 885825"/>
                <a:gd name="connsiteY855" fmla="*/ 42386 h 752475"/>
                <a:gd name="connsiteX856" fmla="*/ 31147 w 885825"/>
                <a:gd name="connsiteY856" fmla="*/ 42291 h 752475"/>
                <a:gd name="connsiteX857" fmla="*/ 30671 w 885825"/>
                <a:gd name="connsiteY857" fmla="*/ 41720 h 752475"/>
                <a:gd name="connsiteX858" fmla="*/ 30480 w 885825"/>
                <a:gd name="connsiteY858" fmla="*/ 40767 h 752475"/>
                <a:gd name="connsiteX859" fmla="*/ 30289 w 885825"/>
                <a:gd name="connsiteY859" fmla="*/ 39529 h 752475"/>
                <a:gd name="connsiteX860" fmla="*/ 30289 w 885825"/>
                <a:gd name="connsiteY860" fmla="*/ 35338 h 752475"/>
                <a:gd name="connsiteX861" fmla="*/ 30099 w 885825"/>
                <a:gd name="connsiteY861" fmla="*/ 33909 h 752475"/>
                <a:gd name="connsiteX862" fmla="*/ 29623 w 885825"/>
                <a:gd name="connsiteY862" fmla="*/ 32480 h 752475"/>
                <a:gd name="connsiteX863" fmla="*/ 28766 w 885825"/>
                <a:gd name="connsiteY863" fmla="*/ 31337 h 752475"/>
                <a:gd name="connsiteX864" fmla="*/ 27242 w 885825"/>
                <a:gd name="connsiteY864" fmla="*/ 29432 h 752475"/>
                <a:gd name="connsiteX865" fmla="*/ 26765 w 885825"/>
                <a:gd name="connsiteY865" fmla="*/ 28289 h 752475"/>
                <a:gd name="connsiteX866" fmla="*/ 23717 w 885825"/>
                <a:gd name="connsiteY866" fmla="*/ 28289 h 752475"/>
                <a:gd name="connsiteX867" fmla="*/ 22384 w 885825"/>
                <a:gd name="connsiteY867" fmla="*/ 28670 h 752475"/>
                <a:gd name="connsiteX868" fmla="*/ 22193 w 885825"/>
                <a:gd name="connsiteY868" fmla="*/ 28766 h 752475"/>
                <a:gd name="connsiteX869" fmla="*/ 22003 w 885825"/>
                <a:gd name="connsiteY869" fmla="*/ 29146 h 752475"/>
                <a:gd name="connsiteX870" fmla="*/ 21622 w 885825"/>
                <a:gd name="connsiteY870" fmla="*/ 29908 h 752475"/>
                <a:gd name="connsiteX871" fmla="*/ 21431 w 885825"/>
                <a:gd name="connsiteY871" fmla="*/ 31337 h 752475"/>
                <a:gd name="connsiteX872" fmla="*/ 21431 w 885825"/>
                <a:gd name="connsiteY872" fmla="*/ 32861 h 752475"/>
                <a:gd name="connsiteX873" fmla="*/ 20955 w 885825"/>
                <a:gd name="connsiteY873" fmla="*/ 34480 h 752475"/>
                <a:gd name="connsiteX874" fmla="*/ 19907 w 885825"/>
                <a:gd name="connsiteY874" fmla="*/ 35433 h 752475"/>
                <a:gd name="connsiteX875" fmla="*/ 7049 w 885825"/>
                <a:gd name="connsiteY875" fmla="*/ 40100 h 752475"/>
                <a:gd name="connsiteX876" fmla="*/ 3524 w 885825"/>
                <a:gd name="connsiteY876" fmla="*/ 40672 h 752475"/>
                <a:gd name="connsiteX877" fmla="*/ 1810 w 885825"/>
                <a:gd name="connsiteY877" fmla="*/ 41243 h 752475"/>
                <a:gd name="connsiteX878" fmla="*/ 1143 w 885825"/>
                <a:gd name="connsiteY878" fmla="*/ 42005 h 752475"/>
                <a:gd name="connsiteX879" fmla="*/ 953 w 885825"/>
                <a:gd name="connsiteY879" fmla="*/ 42958 h 752475"/>
                <a:gd name="connsiteX880" fmla="*/ 476 w 885825"/>
                <a:gd name="connsiteY880" fmla="*/ 44291 h 752475"/>
                <a:gd name="connsiteX881" fmla="*/ 286 w 885825"/>
                <a:gd name="connsiteY881" fmla="*/ 45434 h 752475"/>
                <a:gd name="connsiteX882" fmla="*/ 476 w 885825"/>
                <a:gd name="connsiteY882" fmla="*/ 46863 h 752475"/>
                <a:gd name="connsiteX883" fmla="*/ 1810 w 885825"/>
                <a:gd name="connsiteY883" fmla="*/ 50006 h 752475"/>
                <a:gd name="connsiteX884" fmla="*/ 2381 w 885825"/>
                <a:gd name="connsiteY884" fmla="*/ 51911 h 752475"/>
                <a:gd name="connsiteX885" fmla="*/ 2667 w 885825"/>
                <a:gd name="connsiteY885" fmla="*/ 54007 h 752475"/>
                <a:gd name="connsiteX886" fmla="*/ 2762 w 885825"/>
                <a:gd name="connsiteY886" fmla="*/ 59722 h 752475"/>
                <a:gd name="connsiteX887" fmla="*/ 2286 w 885825"/>
                <a:gd name="connsiteY887" fmla="*/ 62484 h 752475"/>
                <a:gd name="connsiteX888" fmla="*/ 1905 w 885825"/>
                <a:gd name="connsiteY888" fmla="*/ 63913 h 752475"/>
                <a:gd name="connsiteX889" fmla="*/ 2000 w 885825"/>
                <a:gd name="connsiteY889" fmla="*/ 65056 h 752475"/>
                <a:gd name="connsiteX890" fmla="*/ 2381 w 885825"/>
                <a:gd name="connsiteY890" fmla="*/ 66008 h 752475"/>
                <a:gd name="connsiteX891" fmla="*/ 3905 w 885825"/>
                <a:gd name="connsiteY891" fmla="*/ 67913 h 752475"/>
                <a:gd name="connsiteX892" fmla="*/ 4667 w 885825"/>
                <a:gd name="connsiteY892" fmla="*/ 68675 h 752475"/>
                <a:gd name="connsiteX893" fmla="*/ 5429 w 885825"/>
                <a:gd name="connsiteY893" fmla="*/ 68961 h 752475"/>
                <a:gd name="connsiteX894" fmla="*/ 7429 w 885825"/>
                <a:gd name="connsiteY894" fmla="*/ 69151 h 752475"/>
                <a:gd name="connsiteX895" fmla="*/ 8477 w 885825"/>
                <a:gd name="connsiteY895" fmla="*/ 69628 h 752475"/>
                <a:gd name="connsiteX896" fmla="*/ 9239 w 885825"/>
                <a:gd name="connsiteY896" fmla="*/ 70675 h 752475"/>
                <a:gd name="connsiteX897" fmla="*/ 9716 w 885825"/>
                <a:gd name="connsiteY897" fmla="*/ 72200 h 752475"/>
                <a:gd name="connsiteX898" fmla="*/ 10478 w 885825"/>
                <a:gd name="connsiteY898" fmla="*/ 76676 h 752475"/>
                <a:gd name="connsiteX899" fmla="*/ 10858 w 885825"/>
                <a:gd name="connsiteY899" fmla="*/ 77819 h 752475"/>
                <a:gd name="connsiteX900" fmla="*/ 11239 w 885825"/>
                <a:gd name="connsiteY900" fmla="*/ 78486 h 752475"/>
                <a:gd name="connsiteX901" fmla="*/ 11811 w 885825"/>
                <a:gd name="connsiteY901" fmla="*/ 79343 h 752475"/>
                <a:gd name="connsiteX902" fmla="*/ 12763 w 885825"/>
                <a:gd name="connsiteY902" fmla="*/ 80200 h 752475"/>
                <a:gd name="connsiteX903" fmla="*/ 14192 w 885825"/>
                <a:gd name="connsiteY903" fmla="*/ 81058 h 752475"/>
                <a:gd name="connsiteX904" fmla="*/ 15907 w 885825"/>
                <a:gd name="connsiteY904" fmla="*/ 81534 h 752475"/>
                <a:gd name="connsiteX905" fmla="*/ 17431 w 885825"/>
                <a:gd name="connsiteY905" fmla="*/ 81725 h 752475"/>
                <a:gd name="connsiteX906" fmla="*/ 20003 w 885825"/>
                <a:gd name="connsiteY906" fmla="*/ 81534 h 752475"/>
                <a:gd name="connsiteX907" fmla="*/ 20764 w 885825"/>
                <a:gd name="connsiteY907" fmla="*/ 81820 h 752475"/>
                <a:gd name="connsiteX908" fmla="*/ 21336 w 885825"/>
                <a:gd name="connsiteY908" fmla="*/ 82296 h 752475"/>
                <a:gd name="connsiteX909" fmla="*/ 21908 w 885825"/>
                <a:gd name="connsiteY909" fmla="*/ 82963 h 752475"/>
                <a:gd name="connsiteX910" fmla="*/ 22765 w 885825"/>
                <a:gd name="connsiteY910" fmla="*/ 83629 h 752475"/>
                <a:gd name="connsiteX911" fmla="*/ 23813 w 885825"/>
                <a:gd name="connsiteY911" fmla="*/ 84201 h 752475"/>
                <a:gd name="connsiteX912" fmla="*/ 28099 w 885825"/>
                <a:gd name="connsiteY912" fmla="*/ 85249 h 752475"/>
                <a:gd name="connsiteX913" fmla="*/ 29051 w 885825"/>
                <a:gd name="connsiteY913" fmla="*/ 85534 h 752475"/>
                <a:gd name="connsiteX914" fmla="*/ 29718 w 885825"/>
                <a:gd name="connsiteY914" fmla="*/ 86011 h 752475"/>
                <a:gd name="connsiteX915" fmla="*/ 30099 w 885825"/>
                <a:gd name="connsiteY915" fmla="*/ 86487 h 752475"/>
                <a:gd name="connsiteX916" fmla="*/ 29908 w 885825"/>
                <a:gd name="connsiteY916" fmla="*/ 87154 h 752475"/>
                <a:gd name="connsiteX917" fmla="*/ 29528 w 885825"/>
                <a:gd name="connsiteY917" fmla="*/ 87916 h 752475"/>
                <a:gd name="connsiteX918" fmla="*/ 28480 w 885825"/>
                <a:gd name="connsiteY918" fmla="*/ 89059 h 752475"/>
                <a:gd name="connsiteX919" fmla="*/ 27146 w 885825"/>
                <a:gd name="connsiteY919" fmla="*/ 90297 h 752475"/>
                <a:gd name="connsiteX920" fmla="*/ 25813 w 885825"/>
                <a:gd name="connsiteY920" fmla="*/ 91059 h 752475"/>
                <a:gd name="connsiteX921" fmla="*/ 24384 w 885825"/>
                <a:gd name="connsiteY921" fmla="*/ 91440 h 752475"/>
                <a:gd name="connsiteX922" fmla="*/ 22860 w 885825"/>
                <a:gd name="connsiteY922" fmla="*/ 91630 h 752475"/>
                <a:gd name="connsiteX923" fmla="*/ 21431 w 885825"/>
                <a:gd name="connsiteY923" fmla="*/ 92012 h 752475"/>
                <a:gd name="connsiteX924" fmla="*/ 20288 w 885825"/>
                <a:gd name="connsiteY924" fmla="*/ 92964 h 752475"/>
                <a:gd name="connsiteX925" fmla="*/ 19526 w 885825"/>
                <a:gd name="connsiteY925" fmla="*/ 94297 h 752475"/>
                <a:gd name="connsiteX926" fmla="*/ 18002 w 885825"/>
                <a:gd name="connsiteY926" fmla="*/ 97536 h 752475"/>
                <a:gd name="connsiteX927" fmla="*/ 17050 w 885825"/>
                <a:gd name="connsiteY927" fmla="*/ 99060 h 752475"/>
                <a:gd name="connsiteX928" fmla="*/ 11144 w 885825"/>
                <a:gd name="connsiteY928" fmla="*/ 105728 h 752475"/>
                <a:gd name="connsiteX929" fmla="*/ 10668 w 885825"/>
                <a:gd name="connsiteY929" fmla="*/ 106394 h 752475"/>
                <a:gd name="connsiteX930" fmla="*/ 10192 w 885825"/>
                <a:gd name="connsiteY930" fmla="*/ 107537 h 752475"/>
                <a:gd name="connsiteX931" fmla="*/ 9430 w 885825"/>
                <a:gd name="connsiteY931" fmla="*/ 109633 h 752475"/>
                <a:gd name="connsiteX932" fmla="*/ 9239 w 885825"/>
                <a:gd name="connsiteY932" fmla="*/ 111538 h 752475"/>
                <a:gd name="connsiteX933" fmla="*/ 9239 w 885825"/>
                <a:gd name="connsiteY933" fmla="*/ 112776 h 752475"/>
                <a:gd name="connsiteX934" fmla="*/ 9620 w 885825"/>
                <a:gd name="connsiteY934" fmla="*/ 114300 h 752475"/>
                <a:gd name="connsiteX935" fmla="*/ 10858 w 885825"/>
                <a:gd name="connsiteY935" fmla="*/ 117253 h 752475"/>
                <a:gd name="connsiteX936" fmla="*/ 11144 w 885825"/>
                <a:gd name="connsiteY936" fmla="*/ 118300 h 752475"/>
                <a:gd name="connsiteX937" fmla="*/ 11430 w 885825"/>
                <a:gd name="connsiteY937" fmla="*/ 119825 h 752475"/>
                <a:gd name="connsiteX938" fmla="*/ 11430 w 885825"/>
                <a:gd name="connsiteY938" fmla="*/ 121634 h 752475"/>
                <a:gd name="connsiteX939" fmla="*/ 11239 w 885825"/>
                <a:gd name="connsiteY939" fmla="*/ 122777 h 752475"/>
                <a:gd name="connsiteX940" fmla="*/ 11049 w 885825"/>
                <a:gd name="connsiteY940" fmla="*/ 123349 h 752475"/>
                <a:gd name="connsiteX941" fmla="*/ 10573 w 885825"/>
                <a:gd name="connsiteY941" fmla="*/ 124206 h 752475"/>
                <a:gd name="connsiteX942" fmla="*/ 9716 w 885825"/>
                <a:gd name="connsiteY942" fmla="*/ 125158 h 752475"/>
                <a:gd name="connsiteX943" fmla="*/ 8572 w 885825"/>
                <a:gd name="connsiteY943" fmla="*/ 125825 h 752475"/>
                <a:gd name="connsiteX944" fmla="*/ 4191 w 885825"/>
                <a:gd name="connsiteY944" fmla="*/ 127540 h 752475"/>
                <a:gd name="connsiteX945" fmla="*/ 3143 w 885825"/>
                <a:gd name="connsiteY945" fmla="*/ 128207 h 752475"/>
                <a:gd name="connsiteX946" fmla="*/ 2096 w 885825"/>
                <a:gd name="connsiteY946" fmla="*/ 129254 h 752475"/>
                <a:gd name="connsiteX947" fmla="*/ 1143 w 885825"/>
                <a:gd name="connsiteY947" fmla="*/ 130683 h 752475"/>
                <a:gd name="connsiteX948" fmla="*/ 191 w 885825"/>
                <a:gd name="connsiteY948" fmla="*/ 132969 h 752475"/>
                <a:gd name="connsiteX949" fmla="*/ 95 w 885825"/>
                <a:gd name="connsiteY949" fmla="*/ 133636 h 752475"/>
                <a:gd name="connsiteX950" fmla="*/ 0 w 885825"/>
                <a:gd name="connsiteY950" fmla="*/ 133921 h 752475"/>
                <a:gd name="connsiteX951" fmla="*/ 857 w 885825"/>
                <a:gd name="connsiteY951" fmla="*/ 135636 h 752475"/>
                <a:gd name="connsiteX952" fmla="*/ 1238 w 885825"/>
                <a:gd name="connsiteY952" fmla="*/ 137255 h 752475"/>
                <a:gd name="connsiteX953" fmla="*/ 1810 w 885825"/>
                <a:gd name="connsiteY953" fmla="*/ 145066 h 752475"/>
                <a:gd name="connsiteX954" fmla="*/ 2381 w 885825"/>
                <a:gd name="connsiteY954" fmla="*/ 146780 h 752475"/>
                <a:gd name="connsiteX955" fmla="*/ 5143 w 885825"/>
                <a:gd name="connsiteY955" fmla="*/ 150304 h 752475"/>
                <a:gd name="connsiteX956" fmla="*/ 5239 w 885825"/>
                <a:gd name="connsiteY956" fmla="*/ 150971 h 752475"/>
                <a:gd name="connsiteX957" fmla="*/ 5239 w 885825"/>
                <a:gd name="connsiteY957" fmla="*/ 151829 h 752475"/>
                <a:gd name="connsiteX958" fmla="*/ 5525 w 885825"/>
                <a:gd name="connsiteY958" fmla="*/ 152591 h 752475"/>
                <a:gd name="connsiteX959" fmla="*/ 6477 w 885825"/>
                <a:gd name="connsiteY959" fmla="*/ 152876 h 752475"/>
                <a:gd name="connsiteX960" fmla="*/ 6953 w 885825"/>
                <a:gd name="connsiteY960" fmla="*/ 153162 h 752475"/>
                <a:gd name="connsiteX961" fmla="*/ 8382 w 885825"/>
                <a:gd name="connsiteY961" fmla="*/ 154781 h 752475"/>
                <a:gd name="connsiteX962" fmla="*/ 15812 w 885825"/>
                <a:gd name="connsiteY962" fmla="*/ 159258 h 752475"/>
                <a:gd name="connsiteX963" fmla="*/ 16383 w 885825"/>
                <a:gd name="connsiteY963" fmla="*/ 159639 h 752475"/>
                <a:gd name="connsiteX964" fmla="*/ 17050 w 885825"/>
                <a:gd name="connsiteY964" fmla="*/ 160020 h 752475"/>
                <a:gd name="connsiteX965" fmla="*/ 18669 w 885825"/>
                <a:gd name="connsiteY965" fmla="*/ 159829 h 752475"/>
                <a:gd name="connsiteX966" fmla="*/ 19336 w 885825"/>
                <a:gd name="connsiteY966" fmla="*/ 160020 h 752475"/>
                <a:gd name="connsiteX967" fmla="*/ 19717 w 885825"/>
                <a:gd name="connsiteY967" fmla="*/ 160687 h 752475"/>
                <a:gd name="connsiteX968" fmla="*/ 20479 w 885825"/>
                <a:gd name="connsiteY968" fmla="*/ 162687 h 752475"/>
                <a:gd name="connsiteX969" fmla="*/ 20764 w 885825"/>
                <a:gd name="connsiteY969" fmla="*/ 163163 h 752475"/>
                <a:gd name="connsiteX970" fmla="*/ 24193 w 885825"/>
                <a:gd name="connsiteY970" fmla="*/ 165830 h 752475"/>
                <a:gd name="connsiteX971" fmla="*/ 28289 w 885825"/>
                <a:gd name="connsiteY971" fmla="*/ 167259 h 752475"/>
                <a:gd name="connsiteX972" fmla="*/ 36481 w 885825"/>
                <a:gd name="connsiteY972" fmla="*/ 170212 h 752475"/>
                <a:gd name="connsiteX973" fmla="*/ 38100 w 885825"/>
                <a:gd name="connsiteY973" fmla="*/ 170402 h 752475"/>
                <a:gd name="connsiteX974" fmla="*/ 39624 w 885825"/>
                <a:gd name="connsiteY974" fmla="*/ 169640 h 752475"/>
                <a:gd name="connsiteX975" fmla="*/ 42005 w 885825"/>
                <a:gd name="connsiteY975" fmla="*/ 171736 h 752475"/>
                <a:gd name="connsiteX976" fmla="*/ 52197 w 885825"/>
                <a:gd name="connsiteY976" fmla="*/ 174784 h 752475"/>
                <a:gd name="connsiteX977" fmla="*/ 56388 w 885825"/>
                <a:gd name="connsiteY977" fmla="*/ 178784 h 752475"/>
                <a:gd name="connsiteX978" fmla="*/ 57150 w 885825"/>
                <a:gd name="connsiteY978" fmla="*/ 179642 h 752475"/>
                <a:gd name="connsiteX979" fmla="*/ 57531 w 885825"/>
                <a:gd name="connsiteY979" fmla="*/ 180499 h 752475"/>
                <a:gd name="connsiteX980" fmla="*/ 58293 w 885825"/>
                <a:gd name="connsiteY980" fmla="*/ 180689 h 752475"/>
                <a:gd name="connsiteX981" fmla="*/ 60103 w 885825"/>
                <a:gd name="connsiteY981" fmla="*/ 180689 h 752475"/>
                <a:gd name="connsiteX982" fmla="*/ 60865 w 885825"/>
                <a:gd name="connsiteY982" fmla="*/ 180880 h 752475"/>
                <a:gd name="connsiteX983" fmla="*/ 61341 w 885825"/>
                <a:gd name="connsiteY983" fmla="*/ 181356 h 752475"/>
                <a:gd name="connsiteX984" fmla="*/ 61913 w 885825"/>
                <a:gd name="connsiteY984" fmla="*/ 182023 h 752475"/>
                <a:gd name="connsiteX985" fmla="*/ 62579 w 885825"/>
                <a:gd name="connsiteY985" fmla="*/ 182594 h 752475"/>
                <a:gd name="connsiteX986" fmla="*/ 66008 w 885825"/>
                <a:gd name="connsiteY986" fmla="*/ 184023 h 752475"/>
                <a:gd name="connsiteX987" fmla="*/ 67532 w 885825"/>
                <a:gd name="connsiteY987" fmla="*/ 185071 h 752475"/>
                <a:gd name="connsiteX988" fmla="*/ 68104 w 885825"/>
                <a:gd name="connsiteY988" fmla="*/ 186785 h 752475"/>
                <a:gd name="connsiteX989" fmla="*/ 68008 w 885825"/>
                <a:gd name="connsiteY989" fmla="*/ 190691 h 752475"/>
                <a:gd name="connsiteX990" fmla="*/ 68104 w 885825"/>
                <a:gd name="connsiteY990" fmla="*/ 192881 h 752475"/>
                <a:gd name="connsiteX991" fmla="*/ 68675 w 885825"/>
                <a:gd name="connsiteY991" fmla="*/ 194786 h 752475"/>
                <a:gd name="connsiteX992" fmla="*/ 72771 w 885825"/>
                <a:gd name="connsiteY992" fmla="*/ 200596 h 752475"/>
                <a:gd name="connsiteX993" fmla="*/ 75819 w 885825"/>
                <a:gd name="connsiteY993" fmla="*/ 206407 h 752475"/>
                <a:gd name="connsiteX994" fmla="*/ 80963 w 885825"/>
                <a:gd name="connsiteY994" fmla="*/ 210979 h 752475"/>
                <a:gd name="connsiteX995" fmla="*/ 81820 w 885825"/>
                <a:gd name="connsiteY995" fmla="*/ 212503 h 752475"/>
                <a:gd name="connsiteX996" fmla="*/ 82487 w 885825"/>
                <a:gd name="connsiteY996" fmla="*/ 214693 h 752475"/>
                <a:gd name="connsiteX997" fmla="*/ 86011 w 885825"/>
                <a:gd name="connsiteY997" fmla="*/ 218122 h 752475"/>
                <a:gd name="connsiteX998" fmla="*/ 87249 w 885825"/>
                <a:gd name="connsiteY998" fmla="*/ 220028 h 752475"/>
                <a:gd name="connsiteX999" fmla="*/ 87535 w 885825"/>
                <a:gd name="connsiteY999" fmla="*/ 222218 h 752475"/>
                <a:gd name="connsiteX1000" fmla="*/ 87249 w 885825"/>
                <a:gd name="connsiteY1000" fmla="*/ 224790 h 752475"/>
                <a:gd name="connsiteX1001" fmla="*/ 86582 w 885825"/>
                <a:gd name="connsiteY1001" fmla="*/ 227171 h 752475"/>
                <a:gd name="connsiteX1002" fmla="*/ 85820 w 885825"/>
                <a:gd name="connsiteY1002" fmla="*/ 228600 h 752475"/>
                <a:gd name="connsiteX1003" fmla="*/ 84868 w 885825"/>
                <a:gd name="connsiteY1003" fmla="*/ 229553 h 752475"/>
                <a:gd name="connsiteX1004" fmla="*/ 84582 w 885825"/>
                <a:gd name="connsiteY1004" fmla="*/ 229743 h 752475"/>
                <a:gd name="connsiteX1005" fmla="*/ 84677 w 885825"/>
                <a:gd name="connsiteY1005" fmla="*/ 229934 h 752475"/>
                <a:gd name="connsiteX1006" fmla="*/ 85820 w 885825"/>
                <a:gd name="connsiteY1006" fmla="*/ 233648 h 752475"/>
                <a:gd name="connsiteX1007" fmla="*/ 85820 w 885825"/>
                <a:gd name="connsiteY1007" fmla="*/ 234887 h 752475"/>
                <a:gd name="connsiteX1008" fmla="*/ 85058 w 885825"/>
                <a:gd name="connsiteY1008" fmla="*/ 236029 h 752475"/>
                <a:gd name="connsiteX1009" fmla="*/ 86678 w 885825"/>
                <a:gd name="connsiteY1009" fmla="*/ 236887 h 752475"/>
                <a:gd name="connsiteX1010" fmla="*/ 88487 w 885825"/>
                <a:gd name="connsiteY1010" fmla="*/ 240316 h 752475"/>
                <a:gd name="connsiteX1011" fmla="*/ 91154 w 885825"/>
                <a:gd name="connsiteY1011" fmla="*/ 241935 h 752475"/>
                <a:gd name="connsiteX1012" fmla="*/ 94393 w 885825"/>
                <a:gd name="connsiteY1012" fmla="*/ 247555 h 752475"/>
                <a:gd name="connsiteX1013" fmla="*/ 94869 w 885825"/>
                <a:gd name="connsiteY1013" fmla="*/ 248031 h 752475"/>
                <a:gd name="connsiteX1014" fmla="*/ 95345 w 885825"/>
                <a:gd name="connsiteY1014" fmla="*/ 248317 h 752475"/>
                <a:gd name="connsiteX1015" fmla="*/ 95726 w 885825"/>
                <a:gd name="connsiteY1015" fmla="*/ 248698 h 752475"/>
                <a:gd name="connsiteX1016" fmla="*/ 96107 w 885825"/>
                <a:gd name="connsiteY1016" fmla="*/ 249460 h 752475"/>
                <a:gd name="connsiteX1017" fmla="*/ 96298 w 885825"/>
                <a:gd name="connsiteY1017" fmla="*/ 250222 h 752475"/>
                <a:gd name="connsiteX1018" fmla="*/ 96488 w 885825"/>
                <a:gd name="connsiteY1018" fmla="*/ 252984 h 752475"/>
                <a:gd name="connsiteX1019" fmla="*/ 97060 w 885825"/>
                <a:gd name="connsiteY1019" fmla="*/ 254413 h 752475"/>
                <a:gd name="connsiteX1020" fmla="*/ 98393 w 885825"/>
                <a:gd name="connsiteY1020" fmla="*/ 256032 h 752475"/>
                <a:gd name="connsiteX1021" fmla="*/ 118300 w 885825"/>
                <a:gd name="connsiteY1021" fmla="*/ 274892 h 752475"/>
                <a:gd name="connsiteX1022" fmla="*/ 120110 w 885825"/>
                <a:gd name="connsiteY1022" fmla="*/ 277559 h 752475"/>
                <a:gd name="connsiteX1023" fmla="*/ 120396 w 885825"/>
                <a:gd name="connsiteY1023" fmla="*/ 277844 h 752475"/>
                <a:gd name="connsiteX1024" fmla="*/ 121825 w 885825"/>
                <a:gd name="connsiteY1024" fmla="*/ 278892 h 752475"/>
                <a:gd name="connsiteX1025" fmla="*/ 120967 w 885825"/>
                <a:gd name="connsiteY1025" fmla="*/ 280035 h 752475"/>
                <a:gd name="connsiteX1026" fmla="*/ 117443 w 885825"/>
                <a:gd name="connsiteY1026" fmla="*/ 284036 h 752475"/>
                <a:gd name="connsiteX1027" fmla="*/ 115253 w 885825"/>
                <a:gd name="connsiteY1027" fmla="*/ 287846 h 752475"/>
                <a:gd name="connsiteX1028" fmla="*/ 113538 w 885825"/>
                <a:gd name="connsiteY1028" fmla="*/ 289560 h 752475"/>
                <a:gd name="connsiteX1029" fmla="*/ 112395 w 885825"/>
                <a:gd name="connsiteY1029" fmla="*/ 290417 h 752475"/>
                <a:gd name="connsiteX1030" fmla="*/ 111919 w 885825"/>
                <a:gd name="connsiteY1030" fmla="*/ 290036 h 752475"/>
                <a:gd name="connsiteX1031" fmla="*/ 111538 w 885825"/>
                <a:gd name="connsiteY1031" fmla="*/ 289084 h 752475"/>
                <a:gd name="connsiteX1032" fmla="*/ 109538 w 885825"/>
                <a:gd name="connsiteY1032" fmla="*/ 285940 h 752475"/>
                <a:gd name="connsiteX1033" fmla="*/ 108871 w 885825"/>
                <a:gd name="connsiteY1033" fmla="*/ 285274 h 752475"/>
                <a:gd name="connsiteX1034" fmla="*/ 108109 w 885825"/>
                <a:gd name="connsiteY1034" fmla="*/ 284702 h 752475"/>
                <a:gd name="connsiteX1035" fmla="*/ 105632 w 885825"/>
                <a:gd name="connsiteY1035" fmla="*/ 282416 h 752475"/>
                <a:gd name="connsiteX1036" fmla="*/ 104204 w 885825"/>
                <a:gd name="connsiteY1036" fmla="*/ 282035 h 752475"/>
                <a:gd name="connsiteX1037" fmla="*/ 102965 w 885825"/>
                <a:gd name="connsiteY1037" fmla="*/ 282321 h 752475"/>
                <a:gd name="connsiteX1038" fmla="*/ 102013 w 885825"/>
                <a:gd name="connsiteY1038" fmla="*/ 283083 h 752475"/>
                <a:gd name="connsiteX1039" fmla="*/ 100679 w 885825"/>
                <a:gd name="connsiteY1039" fmla="*/ 284893 h 752475"/>
                <a:gd name="connsiteX1040" fmla="*/ 99917 w 885825"/>
                <a:gd name="connsiteY1040" fmla="*/ 287941 h 752475"/>
                <a:gd name="connsiteX1041" fmla="*/ 100584 w 885825"/>
                <a:gd name="connsiteY1041" fmla="*/ 294322 h 752475"/>
                <a:gd name="connsiteX1042" fmla="*/ 99346 w 885825"/>
                <a:gd name="connsiteY1042" fmla="*/ 296037 h 752475"/>
                <a:gd name="connsiteX1043" fmla="*/ 100013 w 885825"/>
                <a:gd name="connsiteY1043" fmla="*/ 296513 h 752475"/>
                <a:gd name="connsiteX1044" fmla="*/ 102108 w 885825"/>
                <a:gd name="connsiteY1044" fmla="*/ 296989 h 752475"/>
                <a:gd name="connsiteX1045" fmla="*/ 103156 w 885825"/>
                <a:gd name="connsiteY1045" fmla="*/ 297371 h 752475"/>
                <a:gd name="connsiteX1046" fmla="*/ 106489 w 885825"/>
                <a:gd name="connsiteY1046" fmla="*/ 300228 h 752475"/>
                <a:gd name="connsiteX1047" fmla="*/ 108680 w 885825"/>
                <a:gd name="connsiteY1047" fmla="*/ 305657 h 752475"/>
                <a:gd name="connsiteX1048" fmla="*/ 109061 w 885825"/>
                <a:gd name="connsiteY1048" fmla="*/ 306229 h 752475"/>
                <a:gd name="connsiteX1049" fmla="*/ 110585 w 885825"/>
                <a:gd name="connsiteY1049" fmla="*/ 308038 h 752475"/>
                <a:gd name="connsiteX1050" fmla="*/ 112204 w 885825"/>
                <a:gd name="connsiteY1050" fmla="*/ 310420 h 752475"/>
                <a:gd name="connsiteX1051" fmla="*/ 112967 w 885825"/>
                <a:gd name="connsiteY1051" fmla="*/ 311087 h 752475"/>
                <a:gd name="connsiteX1052" fmla="*/ 114776 w 885825"/>
                <a:gd name="connsiteY1052" fmla="*/ 312039 h 752475"/>
                <a:gd name="connsiteX1053" fmla="*/ 115253 w 885825"/>
                <a:gd name="connsiteY1053" fmla="*/ 312611 h 752475"/>
                <a:gd name="connsiteX1054" fmla="*/ 115443 w 885825"/>
                <a:gd name="connsiteY1054" fmla="*/ 314896 h 752475"/>
                <a:gd name="connsiteX1055" fmla="*/ 114871 w 885825"/>
                <a:gd name="connsiteY1055" fmla="*/ 317278 h 752475"/>
                <a:gd name="connsiteX1056" fmla="*/ 113919 w 885825"/>
                <a:gd name="connsiteY1056" fmla="*/ 319373 h 752475"/>
                <a:gd name="connsiteX1057" fmla="*/ 112967 w 885825"/>
                <a:gd name="connsiteY1057" fmla="*/ 320897 h 752475"/>
                <a:gd name="connsiteX1058" fmla="*/ 114014 w 885825"/>
                <a:gd name="connsiteY1058" fmla="*/ 322802 h 752475"/>
                <a:gd name="connsiteX1059" fmla="*/ 115062 w 885825"/>
                <a:gd name="connsiteY1059" fmla="*/ 324040 h 752475"/>
                <a:gd name="connsiteX1060" fmla="*/ 117634 w 885825"/>
                <a:gd name="connsiteY1060" fmla="*/ 326327 h 752475"/>
                <a:gd name="connsiteX1061" fmla="*/ 121444 w 885825"/>
                <a:gd name="connsiteY1061" fmla="*/ 330994 h 752475"/>
                <a:gd name="connsiteX1062" fmla="*/ 122872 w 885825"/>
                <a:gd name="connsiteY1062" fmla="*/ 332327 h 752475"/>
                <a:gd name="connsiteX1063" fmla="*/ 126111 w 885825"/>
                <a:gd name="connsiteY1063" fmla="*/ 334042 h 752475"/>
                <a:gd name="connsiteX1064" fmla="*/ 127349 w 885825"/>
                <a:gd name="connsiteY1064" fmla="*/ 335185 h 752475"/>
                <a:gd name="connsiteX1065" fmla="*/ 127825 w 885825"/>
                <a:gd name="connsiteY1065" fmla="*/ 337090 h 752475"/>
                <a:gd name="connsiteX1066" fmla="*/ 127254 w 885825"/>
                <a:gd name="connsiteY1066" fmla="*/ 338804 h 752475"/>
                <a:gd name="connsiteX1067" fmla="*/ 125921 w 885825"/>
                <a:gd name="connsiteY1067" fmla="*/ 339566 h 752475"/>
                <a:gd name="connsiteX1068" fmla="*/ 124396 w 885825"/>
                <a:gd name="connsiteY1068" fmla="*/ 340043 h 752475"/>
                <a:gd name="connsiteX1069" fmla="*/ 123444 w 885825"/>
                <a:gd name="connsiteY1069" fmla="*/ 341186 h 752475"/>
                <a:gd name="connsiteX1070" fmla="*/ 123444 w 885825"/>
                <a:gd name="connsiteY1070" fmla="*/ 342900 h 752475"/>
                <a:gd name="connsiteX1071" fmla="*/ 124778 w 885825"/>
                <a:gd name="connsiteY1071" fmla="*/ 346615 h 752475"/>
                <a:gd name="connsiteX1072" fmla="*/ 125063 w 885825"/>
                <a:gd name="connsiteY1072" fmla="*/ 348424 h 752475"/>
                <a:gd name="connsiteX1073" fmla="*/ 125158 w 885825"/>
                <a:gd name="connsiteY1073" fmla="*/ 349377 h 752475"/>
                <a:gd name="connsiteX1074" fmla="*/ 125539 w 885825"/>
                <a:gd name="connsiteY1074" fmla="*/ 350711 h 752475"/>
                <a:gd name="connsiteX1075" fmla="*/ 125444 w 885825"/>
                <a:gd name="connsiteY1075" fmla="*/ 358045 h 752475"/>
                <a:gd name="connsiteX1076" fmla="*/ 125635 w 885825"/>
                <a:gd name="connsiteY1076" fmla="*/ 358902 h 752475"/>
                <a:gd name="connsiteX1077" fmla="*/ 126016 w 885825"/>
                <a:gd name="connsiteY1077" fmla="*/ 359378 h 752475"/>
                <a:gd name="connsiteX1078" fmla="*/ 126778 w 885825"/>
                <a:gd name="connsiteY1078" fmla="*/ 359950 h 752475"/>
                <a:gd name="connsiteX1079" fmla="*/ 127540 w 885825"/>
                <a:gd name="connsiteY1079" fmla="*/ 360712 h 752475"/>
                <a:gd name="connsiteX1080" fmla="*/ 127825 w 885825"/>
                <a:gd name="connsiteY1080" fmla="*/ 361760 h 752475"/>
                <a:gd name="connsiteX1081" fmla="*/ 129921 w 885825"/>
                <a:gd name="connsiteY1081" fmla="*/ 390811 h 752475"/>
                <a:gd name="connsiteX1082" fmla="*/ 133350 w 885825"/>
                <a:gd name="connsiteY1082" fmla="*/ 397859 h 752475"/>
                <a:gd name="connsiteX1083" fmla="*/ 133731 w 885825"/>
                <a:gd name="connsiteY1083" fmla="*/ 399002 h 752475"/>
                <a:gd name="connsiteX1084" fmla="*/ 133921 w 885825"/>
                <a:gd name="connsiteY1084" fmla="*/ 406337 h 752475"/>
                <a:gd name="connsiteX1085" fmla="*/ 134493 w 885825"/>
                <a:gd name="connsiteY1085" fmla="*/ 409099 h 752475"/>
                <a:gd name="connsiteX1086" fmla="*/ 135446 w 885825"/>
                <a:gd name="connsiteY1086" fmla="*/ 411861 h 752475"/>
                <a:gd name="connsiteX1087" fmla="*/ 132397 w 885825"/>
                <a:gd name="connsiteY1087" fmla="*/ 417576 h 752475"/>
                <a:gd name="connsiteX1088" fmla="*/ 131445 w 885825"/>
                <a:gd name="connsiteY1088" fmla="*/ 420624 h 752475"/>
                <a:gd name="connsiteX1089" fmla="*/ 131064 w 885825"/>
                <a:gd name="connsiteY1089" fmla="*/ 423863 h 752475"/>
                <a:gd name="connsiteX1090" fmla="*/ 131254 w 885825"/>
                <a:gd name="connsiteY1090" fmla="*/ 424148 h 752475"/>
                <a:gd name="connsiteX1091" fmla="*/ 132017 w 885825"/>
                <a:gd name="connsiteY1091" fmla="*/ 424910 h 752475"/>
                <a:gd name="connsiteX1092" fmla="*/ 132112 w 885825"/>
                <a:gd name="connsiteY1092" fmla="*/ 425387 h 752475"/>
                <a:gd name="connsiteX1093" fmla="*/ 132017 w 885825"/>
                <a:gd name="connsiteY1093" fmla="*/ 425672 h 752475"/>
                <a:gd name="connsiteX1094" fmla="*/ 131254 w 885825"/>
                <a:gd name="connsiteY1094" fmla="*/ 425958 h 752475"/>
                <a:gd name="connsiteX1095" fmla="*/ 131064 w 885825"/>
                <a:gd name="connsiteY1095" fmla="*/ 426339 h 752475"/>
                <a:gd name="connsiteX1096" fmla="*/ 130016 w 885825"/>
                <a:gd name="connsiteY1096" fmla="*/ 432626 h 752475"/>
                <a:gd name="connsiteX1097" fmla="*/ 129921 w 885825"/>
                <a:gd name="connsiteY1097" fmla="*/ 436055 h 752475"/>
                <a:gd name="connsiteX1098" fmla="*/ 130397 w 885825"/>
                <a:gd name="connsiteY1098" fmla="*/ 437579 h 752475"/>
                <a:gd name="connsiteX1099" fmla="*/ 132207 w 885825"/>
                <a:gd name="connsiteY1099" fmla="*/ 440341 h 752475"/>
                <a:gd name="connsiteX1100" fmla="*/ 132874 w 885825"/>
                <a:gd name="connsiteY1100" fmla="*/ 442436 h 752475"/>
                <a:gd name="connsiteX1101" fmla="*/ 134112 w 885825"/>
                <a:gd name="connsiteY1101" fmla="*/ 443770 h 752475"/>
                <a:gd name="connsiteX1102" fmla="*/ 134303 w 885825"/>
                <a:gd name="connsiteY1102" fmla="*/ 444151 h 752475"/>
                <a:gd name="connsiteX1103" fmla="*/ 134303 w 885825"/>
                <a:gd name="connsiteY1103" fmla="*/ 447294 h 752475"/>
                <a:gd name="connsiteX1104" fmla="*/ 135731 w 885825"/>
                <a:gd name="connsiteY1104" fmla="*/ 457390 h 752475"/>
                <a:gd name="connsiteX1105" fmla="*/ 134874 w 885825"/>
                <a:gd name="connsiteY1105" fmla="*/ 460153 h 752475"/>
                <a:gd name="connsiteX1106" fmla="*/ 135731 w 885825"/>
                <a:gd name="connsiteY1106" fmla="*/ 462058 h 752475"/>
                <a:gd name="connsiteX1107" fmla="*/ 136017 w 885825"/>
                <a:gd name="connsiteY1107" fmla="*/ 463772 h 752475"/>
                <a:gd name="connsiteX1108" fmla="*/ 136017 w 885825"/>
                <a:gd name="connsiteY1108" fmla="*/ 467392 h 752475"/>
                <a:gd name="connsiteX1109" fmla="*/ 136398 w 885825"/>
                <a:gd name="connsiteY1109" fmla="*/ 468439 h 752475"/>
                <a:gd name="connsiteX1110" fmla="*/ 138208 w 885825"/>
                <a:gd name="connsiteY1110" fmla="*/ 471202 h 752475"/>
                <a:gd name="connsiteX1111" fmla="*/ 138684 w 885825"/>
                <a:gd name="connsiteY1111" fmla="*/ 472630 h 752475"/>
                <a:gd name="connsiteX1112" fmla="*/ 139637 w 885825"/>
                <a:gd name="connsiteY1112" fmla="*/ 475107 h 752475"/>
                <a:gd name="connsiteX1113" fmla="*/ 139637 w 885825"/>
                <a:gd name="connsiteY1113" fmla="*/ 475107 h 752475"/>
                <a:gd name="connsiteX1114" fmla="*/ 139255 w 885825"/>
                <a:gd name="connsiteY1114" fmla="*/ 487109 h 752475"/>
                <a:gd name="connsiteX1115" fmla="*/ 140684 w 885825"/>
                <a:gd name="connsiteY1115" fmla="*/ 498634 h 752475"/>
                <a:gd name="connsiteX1116" fmla="*/ 140399 w 885825"/>
                <a:gd name="connsiteY1116" fmla="*/ 502634 h 752475"/>
                <a:gd name="connsiteX1117" fmla="*/ 138875 w 885825"/>
                <a:gd name="connsiteY1117" fmla="*/ 508540 h 752475"/>
                <a:gd name="connsiteX1118" fmla="*/ 138684 w 885825"/>
                <a:gd name="connsiteY1118" fmla="*/ 510349 h 752475"/>
                <a:gd name="connsiteX1119" fmla="*/ 139065 w 885825"/>
                <a:gd name="connsiteY1119" fmla="*/ 512445 h 752475"/>
                <a:gd name="connsiteX1120" fmla="*/ 140494 w 885825"/>
                <a:gd name="connsiteY1120" fmla="*/ 516255 h 752475"/>
                <a:gd name="connsiteX1121" fmla="*/ 140970 w 885825"/>
                <a:gd name="connsiteY1121" fmla="*/ 518160 h 752475"/>
                <a:gd name="connsiteX1122" fmla="*/ 140875 w 885825"/>
                <a:gd name="connsiteY1122" fmla="*/ 519113 h 752475"/>
                <a:gd name="connsiteX1123" fmla="*/ 140399 w 885825"/>
                <a:gd name="connsiteY1123" fmla="*/ 520827 h 752475"/>
                <a:gd name="connsiteX1124" fmla="*/ 140399 w 885825"/>
                <a:gd name="connsiteY1124" fmla="*/ 521875 h 752475"/>
                <a:gd name="connsiteX1125" fmla="*/ 140589 w 885825"/>
                <a:gd name="connsiteY1125" fmla="*/ 522827 h 752475"/>
                <a:gd name="connsiteX1126" fmla="*/ 141256 w 885825"/>
                <a:gd name="connsiteY1126" fmla="*/ 524732 h 752475"/>
                <a:gd name="connsiteX1127" fmla="*/ 141446 w 885825"/>
                <a:gd name="connsiteY1127" fmla="*/ 525875 h 752475"/>
                <a:gd name="connsiteX1128" fmla="*/ 141827 w 885825"/>
                <a:gd name="connsiteY1128" fmla="*/ 526828 h 752475"/>
                <a:gd name="connsiteX1129" fmla="*/ 143351 w 885825"/>
                <a:gd name="connsiteY1129" fmla="*/ 528066 h 752475"/>
                <a:gd name="connsiteX1130" fmla="*/ 143637 w 885825"/>
                <a:gd name="connsiteY1130" fmla="*/ 529019 h 752475"/>
                <a:gd name="connsiteX1131" fmla="*/ 143828 w 885825"/>
                <a:gd name="connsiteY1131" fmla="*/ 530162 h 752475"/>
                <a:gd name="connsiteX1132" fmla="*/ 144494 w 885825"/>
                <a:gd name="connsiteY1132" fmla="*/ 531495 h 752475"/>
                <a:gd name="connsiteX1133" fmla="*/ 144780 w 885825"/>
                <a:gd name="connsiteY1133" fmla="*/ 532447 h 752475"/>
                <a:gd name="connsiteX1134" fmla="*/ 144685 w 885825"/>
                <a:gd name="connsiteY1134" fmla="*/ 533305 h 752475"/>
                <a:gd name="connsiteX1135" fmla="*/ 144304 w 885825"/>
                <a:gd name="connsiteY1135" fmla="*/ 534924 h 752475"/>
                <a:gd name="connsiteX1136" fmla="*/ 144209 w 885825"/>
                <a:gd name="connsiteY1136" fmla="*/ 535877 h 752475"/>
                <a:gd name="connsiteX1137" fmla="*/ 145066 w 885825"/>
                <a:gd name="connsiteY1137" fmla="*/ 537877 h 752475"/>
                <a:gd name="connsiteX1138" fmla="*/ 145256 w 885825"/>
                <a:gd name="connsiteY1138" fmla="*/ 538639 h 752475"/>
                <a:gd name="connsiteX1139" fmla="*/ 145447 w 885825"/>
                <a:gd name="connsiteY1139" fmla="*/ 540353 h 752475"/>
                <a:gd name="connsiteX1140" fmla="*/ 145256 w 885825"/>
                <a:gd name="connsiteY1140" fmla="*/ 542449 h 752475"/>
                <a:gd name="connsiteX1141" fmla="*/ 144780 w 885825"/>
                <a:gd name="connsiteY1141" fmla="*/ 544163 h 752475"/>
                <a:gd name="connsiteX1142" fmla="*/ 143923 w 885825"/>
                <a:gd name="connsiteY1142" fmla="*/ 544830 h 752475"/>
                <a:gd name="connsiteX1143" fmla="*/ 144018 w 885825"/>
                <a:gd name="connsiteY1143" fmla="*/ 546449 h 752475"/>
                <a:gd name="connsiteX1144" fmla="*/ 149162 w 885825"/>
                <a:gd name="connsiteY1144" fmla="*/ 555307 h 752475"/>
                <a:gd name="connsiteX1145" fmla="*/ 150590 w 885825"/>
                <a:gd name="connsiteY1145" fmla="*/ 556927 h 752475"/>
                <a:gd name="connsiteX1146" fmla="*/ 151352 w 885825"/>
                <a:gd name="connsiteY1146" fmla="*/ 557594 h 752475"/>
                <a:gd name="connsiteX1147" fmla="*/ 152209 w 885825"/>
                <a:gd name="connsiteY1147" fmla="*/ 557879 h 752475"/>
                <a:gd name="connsiteX1148" fmla="*/ 152876 w 885825"/>
                <a:gd name="connsiteY1148" fmla="*/ 558260 h 752475"/>
                <a:gd name="connsiteX1149" fmla="*/ 152971 w 885825"/>
                <a:gd name="connsiteY1149" fmla="*/ 559118 h 752475"/>
                <a:gd name="connsiteX1150" fmla="*/ 152876 w 885825"/>
                <a:gd name="connsiteY1150" fmla="*/ 560165 h 752475"/>
                <a:gd name="connsiteX1151" fmla="*/ 152971 w 885825"/>
                <a:gd name="connsiteY1151" fmla="*/ 560927 h 752475"/>
                <a:gd name="connsiteX1152" fmla="*/ 153257 w 885825"/>
                <a:gd name="connsiteY1152" fmla="*/ 561213 h 752475"/>
                <a:gd name="connsiteX1153" fmla="*/ 154400 w 885825"/>
                <a:gd name="connsiteY1153" fmla="*/ 562070 h 752475"/>
                <a:gd name="connsiteX1154" fmla="*/ 154876 w 885825"/>
                <a:gd name="connsiteY1154" fmla="*/ 562547 h 752475"/>
                <a:gd name="connsiteX1155" fmla="*/ 155353 w 885825"/>
                <a:gd name="connsiteY1155" fmla="*/ 563309 h 752475"/>
                <a:gd name="connsiteX1156" fmla="*/ 155638 w 885825"/>
                <a:gd name="connsiteY1156" fmla="*/ 564261 h 752475"/>
                <a:gd name="connsiteX1157" fmla="*/ 156115 w 885825"/>
                <a:gd name="connsiteY1157" fmla="*/ 564928 h 752475"/>
                <a:gd name="connsiteX1158" fmla="*/ 157067 w 885825"/>
                <a:gd name="connsiteY1158" fmla="*/ 565213 h 752475"/>
                <a:gd name="connsiteX1159" fmla="*/ 158115 w 885825"/>
                <a:gd name="connsiteY1159" fmla="*/ 565785 h 752475"/>
                <a:gd name="connsiteX1160" fmla="*/ 161449 w 885825"/>
                <a:gd name="connsiteY1160" fmla="*/ 569309 h 752475"/>
                <a:gd name="connsiteX1161" fmla="*/ 162020 w 885825"/>
                <a:gd name="connsiteY1161" fmla="*/ 570833 h 752475"/>
                <a:gd name="connsiteX1162" fmla="*/ 161925 w 885825"/>
                <a:gd name="connsiteY1162" fmla="*/ 573405 h 752475"/>
                <a:gd name="connsiteX1163" fmla="*/ 162878 w 885825"/>
                <a:gd name="connsiteY1163" fmla="*/ 574548 h 752475"/>
                <a:gd name="connsiteX1164" fmla="*/ 162878 w 885825"/>
                <a:gd name="connsiteY1164" fmla="*/ 574072 h 752475"/>
                <a:gd name="connsiteX1165" fmla="*/ 163163 w 885825"/>
                <a:gd name="connsiteY1165" fmla="*/ 568928 h 752475"/>
                <a:gd name="connsiteX1166" fmla="*/ 164306 w 885825"/>
                <a:gd name="connsiteY1166" fmla="*/ 563023 h 752475"/>
                <a:gd name="connsiteX1167" fmla="*/ 164021 w 885825"/>
                <a:gd name="connsiteY1167" fmla="*/ 561880 h 752475"/>
                <a:gd name="connsiteX1168" fmla="*/ 162973 w 885825"/>
                <a:gd name="connsiteY1168" fmla="*/ 559213 h 752475"/>
                <a:gd name="connsiteX1169" fmla="*/ 162020 w 885825"/>
                <a:gd name="connsiteY1169" fmla="*/ 555784 h 752475"/>
                <a:gd name="connsiteX1170" fmla="*/ 161734 w 885825"/>
                <a:gd name="connsiteY1170" fmla="*/ 551307 h 752475"/>
                <a:gd name="connsiteX1171" fmla="*/ 161925 w 885825"/>
                <a:gd name="connsiteY1171" fmla="*/ 549116 h 752475"/>
                <a:gd name="connsiteX1172" fmla="*/ 162211 w 885825"/>
                <a:gd name="connsiteY1172" fmla="*/ 547402 h 752475"/>
                <a:gd name="connsiteX1173" fmla="*/ 162687 w 885825"/>
                <a:gd name="connsiteY1173" fmla="*/ 545687 h 752475"/>
                <a:gd name="connsiteX1174" fmla="*/ 162782 w 885825"/>
                <a:gd name="connsiteY1174" fmla="*/ 544735 h 752475"/>
                <a:gd name="connsiteX1175" fmla="*/ 162687 w 885825"/>
                <a:gd name="connsiteY1175" fmla="*/ 543782 h 752475"/>
                <a:gd name="connsiteX1176" fmla="*/ 161925 w 885825"/>
                <a:gd name="connsiteY1176" fmla="*/ 543020 h 752475"/>
                <a:gd name="connsiteX1177" fmla="*/ 160972 w 885825"/>
                <a:gd name="connsiteY1177" fmla="*/ 541591 h 752475"/>
                <a:gd name="connsiteX1178" fmla="*/ 160687 w 885825"/>
                <a:gd name="connsiteY1178" fmla="*/ 540734 h 752475"/>
                <a:gd name="connsiteX1179" fmla="*/ 160592 w 885825"/>
                <a:gd name="connsiteY1179" fmla="*/ 540544 h 752475"/>
                <a:gd name="connsiteX1180" fmla="*/ 160687 w 885825"/>
                <a:gd name="connsiteY1180" fmla="*/ 539972 h 752475"/>
                <a:gd name="connsiteX1181" fmla="*/ 160877 w 885825"/>
                <a:gd name="connsiteY1181" fmla="*/ 539115 h 752475"/>
                <a:gd name="connsiteX1182" fmla="*/ 161258 w 885825"/>
                <a:gd name="connsiteY1182" fmla="*/ 538067 h 752475"/>
                <a:gd name="connsiteX1183" fmla="*/ 161830 w 885825"/>
                <a:gd name="connsiteY1183" fmla="*/ 537496 h 752475"/>
                <a:gd name="connsiteX1184" fmla="*/ 162401 w 885825"/>
                <a:gd name="connsiteY1184" fmla="*/ 536924 h 752475"/>
                <a:gd name="connsiteX1185" fmla="*/ 163354 w 885825"/>
                <a:gd name="connsiteY1185" fmla="*/ 536448 h 752475"/>
                <a:gd name="connsiteX1186" fmla="*/ 166688 w 885825"/>
                <a:gd name="connsiteY1186" fmla="*/ 535210 h 752475"/>
                <a:gd name="connsiteX1187" fmla="*/ 168402 w 885825"/>
                <a:gd name="connsiteY1187" fmla="*/ 534257 h 752475"/>
                <a:gd name="connsiteX1188" fmla="*/ 169545 w 885825"/>
                <a:gd name="connsiteY1188" fmla="*/ 533876 h 752475"/>
                <a:gd name="connsiteX1189" fmla="*/ 170879 w 885825"/>
                <a:gd name="connsiteY1189" fmla="*/ 533781 h 752475"/>
                <a:gd name="connsiteX1190" fmla="*/ 171164 w 885825"/>
                <a:gd name="connsiteY1190" fmla="*/ 533590 h 752475"/>
                <a:gd name="connsiteX1191" fmla="*/ 171736 w 885825"/>
                <a:gd name="connsiteY1191" fmla="*/ 532924 h 752475"/>
                <a:gd name="connsiteX1192" fmla="*/ 172117 w 885825"/>
                <a:gd name="connsiteY1192" fmla="*/ 532257 h 752475"/>
                <a:gd name="connsiteX1193" fmla="*/ 172688 w 885825"/>
                <a:gd name="connsiteY1193" fmla="*/ 530828 h 752475"/>
                <a:gd name="connsiteX1194" fmla="*/ 173736 w 885825"/>
                <a:gd name="connsiteY1194" fmla="*/ 524447 h 752475"/>
                <a:gd name="connsiteX1195" fmla="*/ 174212 w 885825"/>
                <a:gd name="connsiteY1195" fmla="*/ 523018 h 752475"/>
                <a:gd name="connsiteX1196" fmla="*/ 175070 w 885825"/>
                <a:gd name="connsiteY1196" fmla="*/ 522065 h 752475"/>
                <a:gd name="connsiteX1197" fmla="*/ 177260 w 885825"/>
                <a:gd name="connsiteY1197" fmla="*/ 520255 h 752475"/>
                <a:gd name="connsiteX1198" fmla="*/ 178213 w 885825"/>
                <a:gd name="connsiteY1198" fmla="*/ 519017 h 752475"/>
                <a:gd name="connsiteX1199" fmla="*/ 178879 w 885825"/>
                <a:gd name="connsiteY1199" fmla="*/ 517493 h 752475"/>
                <a:gd name="connsiteX1200" fmla="*/ 179642 w 885825"/>
                <a:gd name="connsiteY1200" fmla="*/ 514160 h 752475"/>
                <a:gd name="connsiteX1201" fmla="*/ 180118 w 885825"/>
                <a:gd name="connsiteY1201" fmla="*/ 513207 h 752475"/>
                <a:gd name="connsiteX1202" fmla="*/ 181261 w 885825"/>
                <a:gd name="connsiteY1202" fmla="*/ 512350 h 752475"/>
                <a:gd name="connsiteX1203" fmla="*/ 182499 w 885825"/>
                <a:gd name="connsiteY1203" fmla="*/ 511778 h 752475"/>
                <a:gd name="connsiteX1204" fmla="*/ 184118 w 885825"/>
                <a:gd name="connsiteY1204" fmla="*/ 511397 h 752475"/>
                <a:gd name="connsiteX1205" fmla="*/ 185357 w 885825"/>
                <a:gd name="connsiteY1205" fmla="*/ 510826 h 752475"/>
                <a:gd name="connsiteX1206" fmla="*/ 187357 w 885825"/>
                <a:gd name="connsiteY1206" fmla="*/ 509588 h 752475"/>
                <a:gd name="connsiteX1207" fmla="*/ 187928 w 885825"/>
                <a:gd name="connsiteY1207" fmla="*/ 509492 h 752475"/>
                <a:gd name="connsiteX1208" fmla="*/ 188404 w 885825"/>
                <a:gd name="connsiteY1208" fmla="*/ 509778 h 752475"/>
                <a:gd name="connsiteX1209" fmla="*/ 188690 w 885825"/>
                <a:gd name="connsiteY1209" fmla="*/ 510635 h 752475"/>
                <a:gd name="connsiteX1210" fmla="*/ 188881 w 885825"/>
                <a:gd name="connsiteY1210" fmla="*/ 511873 h 752475"/>
                <a:gd name="connsiteX1211" fmla="*/ 188786 w 885825"/>
                <a:gd name="connsiteY1211" fmla="*/ 515969 h 752475"/>
                <a:gd name="connsiteX1212" fmla="*/ 188976 w 885825"/>
                <a:gd name="connsiteY1212" fmla="*/ 517112 h 752475"/>
                <a:gd name="connsiteX1213" fmla="*/ 189547 w 885825"/>
                <a:gd name="connsiteY1213" fmla="*/ 518636 h 752475"/>
                <a:gd name="connsiteX1214" fmla="*/ 190500 w 885825"/>
                <a:gd name="connsiteY1214" fmla="*/ 520255 h 752475"/>
                <a:gd name="connsiteX1215" fmla="*/ 191357 w 885825"/>
                <a:gd name="connsiteY1215" fmla="*/ 521208 h 752475"/>
                <a:gd name="connsiteX1216" fmla="*/ 191929 w 885825"/>
                <a:gd name="connsiteY1216" fmla="*/ 521589 h 752475"/>
                <a:gd name="connsiteX1217" fmla="*/ 193167 w 885825"/>
                <a:gd name="connsiteY1217" fmla="*/ 522065 h 752475"/>
                <a:gd name="connsiteX1218" fmla="*/ 194215 w 885825"/>
                <a:gd name="connsiteY1218" fmla="*/ 522637 h 752475"/>
                <a:gd name="connsiteX1219" fmla="*/ 195643 w 885825"/>
                <a:gd name="connsiteY1219" fmla="*/ 523685 h 752475"/>
                <a:gd name="connsiteX1220" fmla="*/ 196596 w 885825"/>
                <a:gd name="connsiteY1220" fmla="*/ 524447 h 752475"/>
                <a:gd name="connsiteX1221" fmla="*/ 197167 w 885825"/>
                <a:gd name="connsiteY1221" fmla="*/ 525209 h 752475"/>
                <a:gd name="connsiteX1222" fmla="*/ 197549 w 885825"/>
                <a:gd name="connsiteY1222" fmla="*/ 525875 h 752475"/>
                <a:gd name="connsiteX1223" fmla="*/ 197834 w 885825"/>
                <a:gd name="connsiteY1223" fmla="*/ 526828 h 752475"/>
                <a:gd name="connsiteX1224" fmla="*/ 198025 w 885825"/>
                <a:gd name="connsiteY1224" fmla="*/ 528352 h 752475"/>
                <a:gd name="connsiteX1225" fmla="*/ 198025 w 885825"/>
                <a:gd name="connsiteY1225" fmla="*/ 529399 h 752475"/>
                <a:gd name="connsiteX1226" fmla="*/ 198120 w 885825"/>
                <a:gd name="connsiteY1226" fmla="*/ 530447 h 752475"/>
                <a:gd name="connsiteX1227" fmla="*/ 198596 w 885825"/>
                <a:gd name="connsiteY1227" fmla="*/ 531400 h 752475"/>
                <a:gd name="connsiteX1228" fmla="*/ 199644 w 885825"/>
                <a:gd name="connsiteY1228" fmla="*/ 532543 h 752475"/>
                <a:gd name="connsiteX1229" fmla="*/ 200406 w 885825"/>
                <a:gd name="connsiteY1229" fmla="*/ 532829 h 752475"/>
                <a:gd name="connsiteX1230" fmla="*/ 201168 w 885825"/>
                <a:gd name="connsiteY1230" fmla="*/ 533019 h 752475"/>
                <a:gd name="connsiteX1231" fmla="*/ 202121 w 885825"/>
                <a:gd name="connsiteY1231" fmla="*/ 533019 h 752475"/>
                <a:gd name="connsiteX1232" fmla="*/ 203263 w 885825"/>
                <a:gd name="connsiteY1232" fmla="*/ 533210 h 752475"/>
                <a:gd name="connsiteX1233" fmla="*/ 204597 w 885825"/>
                <a:gd name="connsiteY1233" fmla="*/ 533876 h 752475"/>
                <a:gd name="connsiteX1234" fmla="*/ 205645 w 885825"/>
                <a:gd name="connsiteY1234" fmla="*/ 534543 h 752475"/>
                <a:gd name="connsiteX1235" fmla="*/ 206502 w 885825"/>
                <a:gd name="connsiteY1235" fmla="*/ 535400 h 752475"/>
                <a:gd name="connsiteX1236" fmla="*/ 207074 w 885825"/>
                <a:gd name="connsiteY1236" fmla="*/ 536162 h 752475"/>
                <a:gd name="connsiteX1237" fmla="*/ 207740 w 885825"/>
                <a:gd name="connsiteY1237" fmla="*/ 537305 h 752475"/>
                <a:gd name="connsiteX1238" fmla="*/ 209359 w 885825"/>
                <a:gd name="connsiteY1238" fmla="*/ 541877 h 752475"/>
                <a:gd name="connsiteX1239" fmla="*/ 210026 w 885825"/>
                <a:gd name="connsiteY1239" fmla="*/ 543401 h 752475"/>
                <a:gd name="connsiteX1240" fmla="*/ 210979 w 885825"/>
                <a:gd name="connsiteY1240" fmla="*/ 544735 h 752475"/>
                <a:gd name="connsiteX1241" fmla="*/ 213455 w 885825"/>
                <a:gd name="connsiteY1241" fmla="*/ 547306 h 752475"/>
                <a:gd name="connsiteX1242" fmla="*/ 214789 w 885825"/>
                <a:gd name="connsiteY1242" fmla="*/ 548830 h 752475"/>
                <a:gd name="connsiteX1243" fmla="*/ 216408 w 885825"/>
                <a:gd name="connsiteY1243" fmla="*/ 551307 h 752475"/>
                <a:gd name="connsiteX1244" fmla="*/ 221456 w 885825"/>
                <a:gd name="connsiteY1244" fmla="*/ 554260 h 752475"/>
                <a:gd name="connsiteX1245" fmla="*/ 222313 w 885825"/>
                <a:gd name="connsiteY1245" fmla="*/ 555117 h 752475"/>
                <a:gd name="connsiteX1246" fmla="*/ 222885 w 885825"/>
                <a:gd name="connsiteY1246" fmla="*/ 556355 h 752475"/>
                <a:gd name="connsiteX1247" fmla="*/ 223075 w 885825"/>
                <a:gd name="connsiteY1247" fmla="*/ 557689 h 752475"/>
                <a:gd name="connsiteX1248" fmla="*/ 222695 w 885825"/>
                <a:gd name="connsiteY1248" fmla="*/ 559308 h 752475"/>
                <a:gd name="connsiteX1249" fmla="*/ 222695 w 885825"/>
                <a:gd name="connsiteY1249" fmla="*/ 560261 h 752475"/>
                <a:gd name="connsiteX1250" fmla="*/ 222790 w 885825"/>
                <a:gd name="connsiteY1250" fmla="*/ 560927 h 752475"/>
                <a:gd name="connsiteX1251" fmla="*/ 223933 w 885825"/>
                <a:gd name="connsiteY1251" fmla="*/ 561880 h 752475"/>
                <a:gd name="connsiteX1252" fmla="*/ 224314 w 885825"/>
                <a:gd name="connsiteY1252" fmla="*/ 562451 h 752475"/>
                <a:gd name="connsiteX1253" fmla="*/ 224409 w 885825"/>
                <a:gd name="connsiteY1253" fmla="*/ 563499 h 752475"/>
                <a:gd name="connsiteX1254" fmla="*/ 223838 w 885825"/>
                <a:gd name="connsiteY1254" fmla="*/ 564642 h 752475"/>
                <a:gd name="connsiteX1255" fmla="*/ 221933 w 885825"/>
                <a:gd name="connsiteY1255" fmla="*/ 566356 h 752475"/>
                <a:gd name="connsiteX1256" fmla="*/ 220409 w 885825"/>
                <a:gd name="connsiteY1256" fmla="*/ 567214 h 752475"/>
                <a:gd name="connsiteX1257" fmla="*/ 216027 w 885825"/>
                <a:gd name="connsiteY1257" fmla="*/ 568452 h 752475"/>
                <a:gd name="connsiteX1258" fmla="*/ 214693 w 885825"/>
                <a:gd name="connsiteY1258" fmla="*/ 569119 h 752475"/>
                <a:gd name="connsiteX1259" fmla="*/ 213646 w 885825"/>
                <a:gd name="connsiteY1259" fmla="*/ 569881 h 752475"/>
                <a:gd name="connsiteX1260" fmla="*/ 213170 w 885825"/>
                <a:gd name="connsiteY1260" fmla="*/ 570643 h 752475"/>
                <a:gd name="connsiteX1261" fmla="*/ 213074 w 885825"/>
                <a:gd name="connsiteY1261" fmla="*/ 571976 h 752475"/>
                <a:gd name="connsiteX1262" fmla="*/ 213265 w 885825"/>
                <a:gd name="connsiteY1262" fmla="*/ 572929 h 752475"/>
                <a:gd name="connsiteX1263" fmla="*/ 215075 w 885825"/>
                <a:gd name="connsiteY1263" fmla="*/ 576453 h 752475"/>
                <a:gd name="connsiteX1264" fmla="*/ 215646 w 885825"/>
                <a:gd name="connsiteY1264" fmla="*/ 579977 h 752475"/>
                <a:gd name="connsiteX1265" fmla="*/ 216694 w 885825"/>
                <a:gd name="connsiteY1265" fmla="*/ 581978 h 752475"/>
                <a:gd name="connsiteX1266" fmla="*/ 218504 w 885825"/>
                <a:gd name="connsiteY1266" fmla="*/ 584263 h 752475"/>
                <a:gd name="connsiteX1267" fmla="*/ 223647 w 885825"/>
                <a:gd name="connsiteY1267" fmla="*/ 589121 h 752475"/>
                <a:gd name="connsiteX1268" fmla="*/ 224695 w 885825"/>
                <a:gd name="connsiteY1268" fmla="*/ 590550 h 752475"/>
                <a:gd name="connsiteX1269" fmla="*/ 226219 w 885825"/>
                <a:gd name="connsiteY1269" fmla="*/ 593884 h 752475"/>
                <a:gd name="connsiteX1270" fmla="*/ 227076 w 885825"/>
                <a:gd name="connsiteY1270" fmla="*/ 595027 h 752475"/>
                <a:gd name="connsiteX1271" fmla="*/ 228409 w 885825"/>
                <a:gd name="connsiteY1271" fmla="*/ 595979 h 752475"/>
                <a:gd name="connsiteX1272" fmla="*/ 230029 w 885825"/>
                <a:gd name="connsiteY1272" fmla="*/ 596741 h 752475"/>
                <a:gd name="connsiteX1273" fmla="*/ 233077 w 885825"/>
                <a:gd name="connsiteY1273" fmla="*/ 597503 h 752475"/>
                <a:gd name="connsiteX1274" fmla="*/ 233934 w 885825"/>
                <a:gd name="connsiteY1274" fmla="*/ 598170 h 752475"/>
                <a:gd name="connsiteX1275" fmla="*/ 234601 w 885825"/>
                <a:gd name="connsiteY1275" fmla="*/ 599218 h 752475"/>
                <a:gd name="connsiteX1276" fmla="*/ 234696 w 885825"/>
                <a:gd name="connsiteY1276" fmla="*/ 600551 h 752475"/>
                <a:gd name="connsiteX1277" fmla="*/ 234887 w 885825"/>
                <a:gd name="connsiteY1277" fmla="*/ 601028 h 752475"/>
                <a:gd name="connsiteX1278" fmla="*/ 234601 w 885825"/>
                <a:gd name="connsiteY1278" fmla="*/ 601980 h 752475"/>
                <a:gd name="connsiteX1279" fmla="*/ 235172 w 885825"/>
                <a:gd name="connsiteY1279" fmla="*/ 605695 h 752475"/>
                <a:gd name="connsiteX1280" fmla="*/ 234982 w 885825"/>
                <a:gd name="connsiteY1280" fmla="*/ 606743 h 752475"/>
                <a:gd name="connsiteX1281" fmla="*/ 234696 w 885825"/>
                <a:gd name="connsiteY1281" fmla="*/ 607409 h 752475"/>
                <a:gd name="connsiteX1282" fmla="*/ 235077 w 885825"/>
                <a:gd name="connsiteY1282" fmla="*/ 607790 h 752475"/>
                <a:gd name="connsiteX1283" fmla="*/ 236506 w 885825"/>
                <a:gd name="connsiteY1283" fmla="*/ 609981 h 752475"/>
                <a:gd name="connsiteX1284" fmla="*/ 238792 w 885825"/>
                <a:gd name="connsiteY1284" fmla="*/ 608743 h 752475"/>
                <a:gd name="connsiteX1285" fmla="*/ 243650 w 885825"/>
                <a:gd name="connsiteY1285" fmla="*/ 601313 h 752475"/>
                <a:gd name="connsiteX1286" fmla="*/ 244412 w 885825"/>
                <a:gd name="connsiteY1286" fmla="*/ 600551 h 752475"/>
                <a:gd name="connsiteX1287" fmla="*/ 245459 w 885825"/>
                <a:gd name="connsiteY1287" fmla="*/ 599885 h 752475"/>
                <a:gd name="connsiteX1288" fmla="*/ 246793 w 885825"/>
                <a:gd name="connsiteY1288" fmla="*/ 599504 h 752475"/>
                <a:gd name="connsiteX1289" fmla="*/ 248031 w 885825"/>
                <a:gd name="connsiteY1289" fmla="*/ 599694 h 752475"/>
                <a:gd name="connsiteX1290" fmla="*/ 249460 w 885825"/>
                <a:gd name="connsiteY1290" fmla="*/ 600361 h 752475"/>
                <a:gd name="connsiteX1291" fmla="*/ 251174 w 885825"/>
                <a:gd name="connsiteY1291" fmla="*/ 601599 h 752475"/>
                <a:gd name="connsiteX1292" fmla="*/ 252508 w 885825"/>
                <a:gd name="connsiteY1292" fmla="*/ 602171 h 752475"/>
                <a:gd name="connsiteX1293" fmla="*/ 253460 w 885825"/>
                <a:gd name="connsiteY1293" fmla="*/ 602456 h 752475"/>
                <a:gd name="connsiteX1294" fmla="*/ 254317 w 885825"/>
                <a:gd name="connsiteY1294" fmla="*/ 602361 h 752475"/>
                <a:gd name="connsiteX1295" fmla="*/ 254984 w 885825"/>
                <a:gd name="connsiteY1295" fmla="*/ 602171 h 752475"/>
                <a:gd name="connsiteX1296" fmla="*/ 255651 w 885825"/>
                <a:gd name="connsiteY1296" fmla="*/ 601694 h 752475"/>
                <a:gd name="connsiteX1297" fmla="*/ 256604 w 885825"/>
                <a:gd name="connsiteY1297" fmla="*/ 600647 h 752475"/>
                <a:gd name="connsiteX1298" fmla="*/ 257175 w 885825"/>
                <a:gd name="connsiteY1298" fmla="*/ 599789 h 752475"/>
                <a:gd name="connsiteX1299" fmla="*/ 258318 w 885825"/>
                <a:gd name="connsiteY1299" fmla="*/ 597598 h 752475"/>
                <a:gd name="connsiteX1300" fmla="*/ 258985 w 885825"/>
                <a:gd name="connsiteY1300" fmla="*/ 596646 h 752475"/>
                <a:gd name="connsiteX1301" fmla="*/ 259461 w 885825"/>
                <a:gd name="connsiteY1301" fmla="*/ 596074 h 752475"/>
                <a:gd name="connsiteX1302" fmla="*/ 260033 w 885825"/>
                <a:gd name="connsiteY1302" fmla="*/ 595503 h 752475"/>
                <a:gd name="connsiteX1303" fmla="*/ 260890 w 885825"/>
                <a:gd name="connsiteY1303" fmla="*/ 595217 h 752475"/>
                <a:gd name="connsiteX1304" fmla="*/ 262128 w 885825"/>
                <a:gd name="connsiteY1304" fmla="*/ 595694 h 752475"/>
                <a:gd name="connsiteX1305" fmla="*/ 263747 w 885825"/>
                <a:gd name="connsiteY1305" fmla="*/ 597218 h 752475"/>
                <a:gd name="connsiteX1306" fmla="*/ 280607 w 885825"/>
                <a:gd name="connsiteY1306" fmla="*/ 625316 h 752475"/>
                <a:gd name="connsiteX1307" fmla="*/ 280702 w 885825"/>
                <a:gd name="connsiteY1307" fmla="*/ 626459 h 752475"/>
                <a:gd name="connsiteX1308" fmla="*/ 280225 w 885825"/>
                <a:gd name="connsiteY1308" fmla="*/ 630746 h 752475"/>
                <a:gd name="connsiteX1309" fmla="*/ 280225 w 885825"/>
                <a:gd name="connsiteY1309" fmla="*/ 630841 h 752475"/>
                <a:gd name="connsiteX1310" fmla="*/ 280225 w 885825"/>
                <a:gd name="connsiteY1310" fmla="*/ 631031 h 752475"/>
                <a:gd name="connsiteX1311" fmla="*/ 280225 w 885825"/>
                <a:gd name="connsiteY1311" fmla="*/ 631317 h 752475"/>
                <a:gd name="connsiteX1312" fmla="*/ 280511 w 885825"/>
                <a:gd name="connsiteY1312" fmla="*/ 632174 h 752475"/>
                <a:gd name="connsiteX1313" fmla="*/ 281273 w 885825"/>
                <a:gd name="connsiteY1313" fmla="*/ 633031 h 752475"/>
                <a:gd name="connsiteX1314" fmla="*/ 282988 w 885825"/>
                <a:gd name="connsiteY1314" fmla="*/ 634079 h 752475"/>
                <a:gd name="connsiteX1315" fmla="*/ 283940 w 885825"/>
                <a:gd name="connsiteY1315" fmla="*/ 634460 h 752475"/>
                <a:gd name="connsiteX1316" fmla="*/ 284988 w 885825"/>
                <a:gd name="connsiteY1316" fmla="*/ 635318 h 752475"/>
                <a:gd name="connsiteX1317" fmla="*/ 286131 w 885825"/>
                <a:gd name="connsiteY1317" fmla="*/ 636746 h 752475"/>
                <a:gd name="connsiteX1318" fmla="*/ 289084 w 885825"/>
                <a:gd name="connsiteY1318" fmla="*/ 642176 h 752475"/>
                <a:gd name="connsiteX1319" fmla="*/ 290132 w 885825"/>
                <a:gd name="connsiteY1319" fmla="*/ 645986 h 752475"/>
                <a:gd name="connsiteX1320" fmla="*/ 290513 w 885825"/>
                <a:gd name="connsiteY1320" fmla="*/ 648938 h 752475"/>
                <a:gd name="connsiteX1321" fmla="*/ 290608 w 885825"/>
                <a:gd name="connsiteY1321" fmla="*/ 653891 h 752475"/>
                <a:gd name="connsiteX1322" fmla="*/ 290798 w 885825"/>
                <a:gd name="connsiteY1322" fmla="*/ 656368 h 752475"/>
                <a:gd name="connsiteX1323" fmla="*/ 291179 w 885825"/>
                <a:gd name="connsiteY1323" fmla="*/ 657987 h 752475"/>
                <a:gd name="connsiteX1324" fmla="*/ 291560 w 885825"/>
                <a:gd name="connsiteY1324" fmla="*/ 658749 h 752475"/>
                <a:gd name="connsiteX1325" fmla="*/ 292132 w 885825"/>
                <a:gd name="connsiteY1325" fmla="*/ 659511 h 752475"/>
                <a:gd name="connsiteX1326" fmla="*/ 292894 w 885825"/>
                <a:gd name="connsiteY1326" fmla="*/ 659797 h 752475"/>
                <a:gd name="connsiteX1327" fmla="*/ 293846 w 885825"/>
                <a:gd name="connsiteY1327" fmla="*/ 659702 h 752475"/>
                <a:gd name="connsiteX1328" fmla="*/ 295370 w 885825"/>
                <a:gd name="connsiteY1328" fmla="*/ 658939 h 752475"/>
                <a:gd name="connsiteX1329" fmla="*/ 297275 w 885825"/>
                <a:gd name="connsiteY1329" fmla="*/ 657606 h 752475"/>
                <a:gd name="connsiteX1330" fmla="*/ 298037 w 885825"/>
                <a:gd name="connsiteY1330" fmla="*/ 657320 h 752475"/>
                <a:gd name="connsiteX1331" fmla="*/ 298799 w 885825"/>
                <a:gd name="connsiteY1331" fmla="*/ 657225 h 752475"/>
                <a:gd name="connsiteX1332" fmla="*/ 302609 w 885825"/>
                <a:gd name="connsiteY1332" fmla="*/ 657415 h 752475"/>
                <a:gd name="connsiteX1333" fmla="*/ 303657 w 885825"/>
                <a:gd name="connsiteY1333" fmla="*/ 657701 h 752475"/>
                <a:gd name="connsiteX1334" fmla="*/ 304229 w 885825"/>
                <a:gd name="connsiteY1334" fmla="*/ 658082 h 752475"/>
                <a:gd name="connsiteX1335" fmla="*/ 304609 w 885825"/>
                <a:gd name="connsiteY1335" fmla="*/ 658559 h 752475"/>
                <a:gd name="connsiteX1336" fmla="*/ 304895 w 885825"/>
                <a:gd name="connsiteY1336" fmla="*/ 660368 h 752475"/>
                <a:gd name="connsiteX1337" fmla="*/ 304514 w 885825"/>
                <a:gd name="connsiteY1337" fmla="*/ 661988 h 752475"/>
                <a:gd name="connsiteX1338" fmla="*/ 303181 w 885825"/>
                <a:gd name="connsiteY1338" fmla="*/ 665226 h 752475"/>
                <a:gd name="connsiteX1339" fmla="*/ 302514 w 885825"/>
                <a:gd name="connsiteY1339" fmla="*/ 667512 h 752475"/>
                <a:gd name="connsiteX1340" fmla="*/ 302133 w 885825"/>
                <a:gd name="connsiteY1340" fmla="*/ 669798 h 752475"/>
                <a:gd name="connsiteX1341" fmla="*/ 302133 w 885825"/>
                <a:gd name="connsiteY1341" fmla="*/ 671608 h 752475"/>
                <a:gd name="connsiteX1342" fmla="*/ 302990 w 885825"/>
                <a:gd name="connsiteY1342" fmla="*/ 673132 h 752475"/>
                <a:gd name="connsiteX1343" fmla="*/ 303752 w 885825"/>
                <a:gd name="connsiteY1343" fmla="*/ 674084 h 752475"/>
                <a:gd name="connsiteX1344" fmla="*/ 318230 w 885825"/>
                <a:gd name="connsiteY1344" fmla="*/ 687038 h 752475"/>
                <a:gd name="connsiteX1345" fmla="*/ 318802 w 885825"/>
                <a:gd name="connsiteY1345" fmla="*/ 687800 h 752475"/>
                <a:gd name="connsiteX1346" fmla="*/ 319373 w 885825"/>
                <a:gd name="connsiteY1346" fmla="*/ 688753 h 752475"/>
                <a:gd name="connsiteX1347" fmla="*/ 319850 w 885825"/>
                <a:gd name="connsiteY1347" fmla="*/ 690181 h 752475"/>
                <a:gd name="connsiteX1348" fmla="*/ 320421 w 885825"/>
                <a:gd name="connsiteY1348" fmla="*/ 695706 h 752475"/>
                <a:gd name="connsiteX1349" fmla="*/ 320897 w 885825"/>
                <a:gd name="connsiteY1349" fmla="*/ 696849 h 752475"/>
                <a:gd name="connsiteX1350" fmla="*/ 321755 w 885825"/>
                <a:gd name="connsiteY1350" fmla="*/ 698373 h 752475"/>
                <a:gd name="connsiteX1351" fmla="*/ 322612 w 885825"/>
                <a:gd name="connsiteY1351" fmla="*/ 699135 h 752475"/>
                <a:gd name="connsiteX1352" fmla="*/ 323564 w 885825"/>
                <a:gd name="connsiteY1352" fmla="*/ 699706 h 752475"/>
                <a:gd name="connsiteX1353" fmla="*/ 324517 w 885825"/>
                <a:gd name="connsiteY1353" fmla="*/ 699706 h 752475"/>
                <a:gd name="connsiteX1354" fmla="*/ 325184 w 885825"/>
                <a:gd name="connsiteY1354" fmla="*/ 699326 h 752475"/>
                <a:gd name="connsiteX1355" fmla="*/ 325755 w 885825"/>
                <a:gd name="connsiteY1355" fmla="*/ 698659 h 752475"/>
                <a:gd name="connsiteX1356" fmla="*/ 326803 w 885825"/>
                <a:gd name="connsiteY1356" fmla="*/ 695801 h 752475"/>
                <a:gd name="connsiteX1357" fmla="*/ 327470 w 885825"/>
                <a:gd name="connsiteY1357" fmla="*/ 694944 h 752475"/>
                <a:gd name="connsiteX1358" fmla="*/ 328327 w 885825"/>
                <a:gd name="connsiteY1358" fmla="*/ 694563 h 752475"/>
                <a:gd name="connsiteX1359" fmla="*/ 329279 w 885825"/>
                <a:gd name="connsiteY1359" fmla="*/ 694563 h 752475"/>
                <a:gd name="connsiteX1360" fmla="*/ 330041 w 885825"/>
                <a:gd name="connsiteY1360" fmla="*/ 694849 h 752475"/>
                <a:gd name="connsiteX1361" fmla="*/ 330613 w 885825"/>
                <a:gd name="connsiteY1361" fmla="*/ 695230 h 752475"/>
                <a:gd name="connsiteX1362" fmla="*/ 330803 w 885825"/>
                <a:gd name="connsiteY1362" fmla="*/ 695706 h 752475"/>
                <a:gd name="connsiteX1363" fmla="*/ 330994 w 885825"/>
                <a:gd name="connsiteY1363" fmla="*/ 696373 h 752475"/>
                <a:gd name="connsiteX1364" fmla="*/ 331089 w 885825"/>
                <a:gd name="connsiteY1364" fmla="*/ 697325 h 752475"/>
                <a:gd name="connsiteX1365" fmla="*/ 330899 w 885825"/>
                <a:gd name="connsiteY1365" fmla="*/ 699992 h 752475"/>
                <a:gd name="connsiteX1366" fmla="*/ 330708 w 885825"/>
                <a:gd name="connsiteY1366" fmla="*/ 700754 h 752475"/>
                <a:gd name="connsiteX1367" fmla="*/ 330422 w 885825"/>
                <a:gd name="connsiteY1367" fmla="*/ 701802 h 752475"/>
                <a:gd name="connsiteX1368" fmla="*/ 328136 w 885825"/>
                <a:gd name="connsiteY1368" fmla="*/ 706279 h 752475"/>
                <a:gd name="connsiteX1369" fmla="*/ 327088 w 885825"/>
                <a:gd name="connsiteY1369" fmla="*/ 708851 h 752475"/>
                <a:gd name="connsiteX1370" fmla="*/ 326803 w 885825"/>
                <a:gd name="connsiteY1370" fmla="*/ 709422 h 752475"/>
                <a:gd name="connsiteX1371" fmla="*/ 326422 w 885825"/>
                <a:gd name="connsiteY1371" fmla="*/ 709803 h 752475"/>
                <a:gd name="connsiteX1372" fmla="*/ 324993 w 885825"/>
                <a:gd name="connsiteY1372" fmla="*/ 711041 h 752475"/>
                <a:gd name="connsiteX1373" fmla="*/ 324421 w 885825"/>
                <a:gd name="connsiteY1373" fmla="*/ 711708 h 752475"/>
                <a:gd name="connsiteX1374" fmla="*/ 323945 w 885825"/>
                <a:gd name="connsiteY1374" fmla="*/ 712470 h 752475"/>
                <a:gd name="connsiteX1375" fmla="*/ 323755 w 885825"/>
                <a:gd name="connsiteY1375" fmla="*/ 713327 h 752475"/>
                <a:gd name="connsiteX1376" fmla="*/ 323850 w 885825"/>
                <a:gd name="connsiteY1376" fmla="*/ 713899 h 752475"/>
                <a:gd name="connsiteX1377" fmla="*/ 324231 w 885825"/>
                <a:gd name="connsiteY1377" fmla="*/ 714661 h 752475"/>
                <a:gd name="connsiteX1378" fmla="*/ 324612 w 885825"/>
                <a:gd name="connsiteY1378" fmla="*/ 715328 h 752475"/>
                <a:gd name="connsiteX1379" fmla="*/ 326898 w 885825"/>
                <a:gd name="connsiteY1379" fmla="*/ 717423 h 752475"/>
                <a:gd name="connsiteX1380" fmla="*/ 331375 w 885825"/>
                <a:gd name="connsiteY1380" fmla="*/ 718471 h 752475"/>
                <a:gd name="connsiteX1381" fmla="*/ 332137 w 885825"/>
                <a:gd name="connsiteY1381" fmla="*/ 718852 h 752475"/>
                <a:gd name="connsiteX1382" fmla="*/ 332804 w 885825"/>
                <a:gd name="connsiteY1382" fmla="*/ 719233 h 752475"/>
                <a:gd name="connsiteX1383" fmla="*/ 334328 w 885825"/>
                <a:gd name="connsiteY1383" fmla="*/ 720566 h 752475"/>
                <a:gd name="connsiteX1384" fmla="*/ 336613 w 885825"/>
                <a:gd name="connsiteY1384" fmla="*/ 723043 h 752475"/>
                <a:gd name="connsiteX1385" fmla="*/ 337375 w 885825"/>
                <a:gd name="connsiteY1385" fmla="*/ 724090 h 752475"/>
                <a:gd name="connsiteX1386" fmla="*/ 337947 w 885825"/>
                <a:gd name="connsiteY1386" fmla="*/ 725234 h 752475"/>
                <a:gd name="connsiteX1387" fmla="*/ 338995 w 885825"/>
                <a:gd name="connsiteY1387" fmla="*/ 728186 h 752475"/>
                <a:gd name="connsiteX1388" fmla="*/ 339471 w 885825"/>
                <a:gd name="connsiteY1388" fmla="*/ 729234 h 752475"/>
                <a:gd name="connsiteX1389" fmla="*/ 340042 w 885825"/>
                <a:gd name="connsiteY1389" fmla="*/ 730091 h 752475"/>
                <a:gd name="connsiteX1390" fmla="*/ 340995 w 885825"/>
                <a:gd name="connsiteY1390" fmla="*/ 730853 h 752475"/>
                <a:gd name="connsiteX1391" fmla="*/ 341852 w 885825"/>
                <a:gd name="connsiteY1391" fmla="*/ 731330 h 752475"/>
                <a:gd name="connsiteX1392" fmla="*/ 342329 w 885825"/>
                <a:gd name="connsiteY1392" fmla="*/ 731806 h 752475"/>
                <a:gd name="connsiteX1393" fmla="*/ 342519 w 885825"/>
                <a:gd name="connsiteY1393" fmla="*/ 732377 h 752475"/>
                <a:gd name="connsiteX1394" fmla="*/ 342329 w 885825"/>
                <a:gd name="connsiteY1394" fmla="*/ 733425 h 752475"/>
                <a:gd name="connsiteX1395" fmla="*/ 341662 w 885825"/>
                <a:gd name="connsiteY1395" fmla="*/ 734092 h 752475"/>
                <a:gd name="connsiteX1396" fmla="*/ 340900 w 885825"/>
                <a:gd name="connsiteY1396" fmla="*/ 734663 h 752475"/>
                <a:gd name="connsiteX1397" fmla="*/ 340233 w 885825"/>
                <a:gd name="connsiteY1397" fmla="*/ 734949 h 752475"/>
                <a:gd name="connsiteX1398" fmla="*/ 339662 w 885825"/>
                <a:gd name="connsiteY1398" fmla="*/ 735044 h 752475"/>
                <a:gd name="connsiteX1399" fmla="*/ 339280 w 885825"/>
                <a:gd name="connsiteY1399" fmla="*/ 735235 h 752475"/>
                <a:gd name="connsiteX1400" fmla="*/ 338995 w 885825"/>
                <a:gd name="connsiteY1400" fmla="*/ 735521 h 752475"/>
                <a:gd name="connsiteX1401" fmla="*/ 338518 w 885825"/>
                <a:gd name="connsiteY1401" fmla="*/ 736092 h 752475"/>
                <a:gd name="connsiteX1402" fmla="*/ 337185 w 885825"/>
                <a:gd name="connsiteY1402" fmla="*/ 737235 h 752475"/>
                <a:gd name="connsiteX1403" fmla="*/ 336899 w 885825"/>
                <a:gd name="connsiteY1403" fmla="*/ 737616 h 752475"/>
                <a:gd name="connsiteX1404" fmla="*/ 336709 w 885825"/>
                <a:gd name="connsiteY1404" fmla="*/ 737997 h 752475"/>
                <a:gd name="connsiteX1405" fmla="*/ 336613 w 885825"/>
                <a:gd name="connsiteY1405" fmla="*/ 738378 h 752475"/>
                <a:gd name="connsiteX1406" fmla="*/ 336995 w 885825"/>
                <a:gd name="connsiteY1406" fmla="*/ 739807 h 752475"/>
                <a:gd name="connsiteX1407" fmla="*/ 336995 w 885825"/>
                <a:gd name="connsiteY1407" fmla="*/ 740283 h 752475"/>
                <a:gd name="connsiteX1408" fmla="*/ 336995 w 885825"/>
                <a:gd name="connsiteY1408" fmla="*/ 740759 h 752475"/>
                <a:gd name="connsiteX1409" fmla="*/ 336709 w 885825"/>
                <a:gd name="connsiteY1409" fmla="*/ 741807 h 752475"/>
                <a:gd name="connsiteX1410" fmla="*/ 336613 w 885825"/>
                <a:gd name="connsiteY1410" fmla="*/ 742760 h 752475"/>
                <a:gd name="connsiteX1411" fmla="*/ 336613 w 885825"/>
                <a:gd name="connsiteY1411" fmla="*/ 743331 h 752475"/>
                <a:gd name="connsiteX1412" fmla="*/ 336804 w 885825"/>
                <a:gd name="connsiteY1412" fmla="*/ 743712 h 752475"/>
                <a:gd name="connsiteX1413" fmla="*/ 336899 w 885825"/>
                <a:gd name="connsiteY1413" fmla="*/ 744188 h 752475"/>
                <a:gd name="connsiteX1414" fmla="*/ 337375 w 885825"/>
                <a:gd name="connsiteY1414" fmla="*/ 745046 h 752475"/>
                <a:gd name="connsiteX1415" fmla="*/ 337757 w 885825"/>
                <a:gd name="connsiteY1415" fmla="*/ 745427 h 752475"/>
                <a:gd name="connsiteX1416" fmla="*/ 338423 w 885825"/>
                <a:gd name="connsiteY1416" fmla="*/ 745903 h 752475"/>
                <a:gd name="connsiteX1417" fmla="*/ 339280 w 885825"/>
                <a:gd name="connsiteY1417" fmla="*/ 746188 h 752475"/>
                <a:gd name="connsiteX1418" fmla="*/ 339947 w 885825"/>
                <a:gd name="connsiteY1418" fmla="*/ 746188 h 752475"/>
                <a:gd name="connsiteX1419" fmla="*/ 340519 w 885825"/>
                <a:gd name="connsiteY1419" fmla="*/ 746093 h 752475"/>
                <a:gd name="connsiteX1420" fmla="*/ 340900 w 885825"/>
                <a:gd name="connsiteY1420" fmla="*/ 745903 h 752475"/>
                <a:gd name="connsiteX1421" fmla="*/ 341281 w 885825"/>
                <a:gd name="connsiteY1421" fmla="*/ 745617 h 752475"/>
                <a:gd name="connsiteX1422" fmla="*/ 341662 w 885825"/>
                <a:gd name="connsiteY1422" fmla="*/ 745331 h 752475"/>
                <a:gd name="connsiteX1423" fmla="*/ 342424 w 885825"/>
                <a:gd name="connsiteY1423" fmla="*/ 744284 h 752475"/>
                <a:gd name="connsiteX1424" fmla="*/ 342709 w 885825"/>
                <a:gd name="connsiteY1424" fmla="*/ 743998 h 752475"/>
                <a:gd name="connsiteX1425" fmla="*/ 343091 w 885825"/>
                <a:gd name="connsiteY1425" fmla="*/ 743807 h 752475"/>
                <a:gd name="connsiteX1426" fmla="*/ 343567 w 885825"/>
                <a:gd name="connsiteY1426" fmla="*/ 743712 h 752475"/>
                <a:gd name="connsiteX1427" fmla="*/ 344234 w 885825"/>
                <a:gd name="connsiteY1427" fmla="*/ 743903 h 752475"/>
                <a:gd name="connsiteX1428" fmla="*/ 344900 w 885825"/>
                <a:gd name="connsiteY1428" fmla="*/ 744284 h 752475"/>
                <a:gd name="connsiteX1429" fmla="*/ 348615 w 885825"/>
                <a:gd name="connsiteY1429" fmla="*/ 747141 h 752475"/>
                <a:gd name="connsiteX1430" fmla="*/ 351854 w 885825"/>
                <a:gd name="connsiteY1430" fmla="*/ 748855 h 752475"/>
                <a:gd name="connsiteX1431" fmla="*/ 352330 w 885825"/>
                <a:gd name="connsiteY1431" fmla="*/ 749237 h 752475"/>
                <a:gd name="connsiteX1432" fmla="*/ 352616 w 885825"/>
                <a:gd name="connsiteY1432" fmla="*/ 749903 h 752475"/>
                <a:gd name="connsiteX1433" fmla="*/ 352996 w 885825"/>
                <a:gd name="connsiteY1433" fmla="*/ 751332 h 752475"/>
                <a:gd name="connsiteX1434" fmla="*/ 352996 w 885825"/>
                <a:gd name="connsiteY1434" fmla="*/ 752094 h 752475"/>
                <a:gd name="connsiteX1435" fmla="*/ 352806 w 885825"/>
                <a:gd name="connsiteY1435" fmla="*/ 753428 h 752475"/>
                <a:gd name="connsiteX1436" fmla="*/ 352806 w 885825"/>
                <a:gd name="connsiteY1436" fmla="*/ 754952 h 752475"/>
                <a:gd name="connsiteX1437" fmla="*/ 352996 w 885825"/>
                <a:gd name="connsiteY1437" fmla="*/ 755618 h 752475"/>
                <a:gd name="connsiteX1438" fmla="*/ 353282 w 885825"/>
                <a:gd name="connsiteY1438" fmla="*/ 756285 h 752475"/>
                <a:gd name="connsiteX1439" fmla="*/ 353854 w 885825"/>
                <a:gd name="connsiteY1439" fmla="*/ 757142 h 752475"/>
                <a:gd name="connsiteX1440" fmla="*/ 354521 w 885825"/>
                <a:gd name="connsiteY1440" fmla="*/ 758095 h 752475"/>
                <a:gd name="connsiteX1441" fmla="*/ 355283 w 885825"/>
                <a:gd name="connsiteY1441" fmla="*/ 758571 h 752475"/>
                <a:gd name="connsiteX1442" fmla="*/ 357568 w 885825"/>
                <a:gd name="connsiteY1442" fmla="*/ 759523 h 752475"/>
                <a:gd name="connsiteX1443" fmla="*/ 357950 w 885825"/>
                <a:gd name="connsiteY1443" fmla="*/ 760762 h 752475"/>
                <a:gd name="connsiteX1444" fmla="*/ 358140 w 885825"/>
                <a:gd name="connsiteY1444" fmla="*/ 761047 h 752475"/>
                <a:gd name="connsiteX1445" fmla="*/ 358330 w 885825"/>
                <a:gd name="connsiteY1445" fmla="*/ 761238 h 752475"/>
                <a:gd name="connsiteX1446" fmla="*/ 358712 w 885825"/>
                <a:gd name="connsiteY1446" fmla="*/ 761333 h 752475"/>
                <a:gd name="connsiteX1447" fmla="*/ 359283 w 885825"/>
                <a:gd name="connsiteY1447" fmla="*/ 761143 h 752475"/>
                <a:gd name="connsiteX1448" fmla="*/ 359950 w 885825"/>
                <a:gd name="connsiteY1448" fmla="*/ 760857 h 752475"/>
                <a:gd name="connsiteX1449" fmla="*/ 360902 w 885825"/>
                <a:gd name="connsiteY1449" fmla="*/ 760095 h 752475"/>
                <a:gd name="connsiteX1450" fmla="*/ 361379 w 885825"/>
                <a:gd name="connsiteY1450" fmla="*/ 759523 h 752475"/>
                <a:gd name="connsiteX1451" fmla="*/ 363093 w 885825"/>
                <a:gd name="connsiteY1451" fmla="*/ 756666 h 752475"/>
                <a:gd name="connsiteX1452" fmla="*/ 363664 w 885825"/>
                <a:gd name="connsiteY1452" fmla="*/ 755999 h 752475"/>
                <a:gd name="connsiteX1453" fmla="*/ 363950 w 885825"/>
                <a:gd name="connsiteY1453" fmla="*/ 755809 h 752475"/>
                <a:gd name="connsiteX1454" fmla="*/ 364522 w 885825"/>
                <a:gd name="connsiteY1454" fmla="*/ 755713 h 752475"/>
                <a:gd name="connsiteX1455" fmla="*/ 378428 w 885825"/>
                <a:gd name="connsiteY1455" fmla="*/ 757047 h 752475"/>
                <a:gd name="connsiteX1456" fmla="*/ 379000 w 885825"/>
                <a:gd name="connsiteY1456" fmla="*/ 757047 h 752475"/>
                <a:gd name="connsiteX1457" fmla="*/ 379762 w 885825"/>
                <a:gd name="connsiteY1457" fmla="*/ 756952 h 752475"/>
                <a:gd name="connsiteX1458" fmla="*/ 380143 w 885825"/>
                <a:gd name="connsiteY1458" fmla="*/ 755904 h 752475"/>
                <a:gd name="connsiteX1459" fmla="*/ 381191 w 885825"/>
                <a:gd name="connsiteY1459" fmla="*/ 754285 h 752475"/>
                <a:gd name="connsiteX1460" fmla="*/ 382429 w 885825"/>
                <a:gd name="connsiteY1460" fmla="*/ 752761 h 752475"/>
                <a:gd name="connsiteX1461" fmla="*/ 388525 w 885825"/>
                <a:gd name="connsiteY1461" fmla="*/ 747903 h 752475"/>
                <a:gd name="connsiteX1462" fmla="*/ 389287 w 885825"/>
                <a:gd name="connsiteY1462" fmla="*/ 746951 h 752475"/>
                <a:gd name="connsiteX1463" fmla="*/ 390049 w 885825"/>
                <a:gd name="connsiteY1463" fmla="*/ 745427 h 752475"/>
                <a:gd name="connsiteX1464" fmla="*/ 390906 w 885825"/>
                <a:gd name="connsiteY1464" fmla="*/ 744188 h 752475"/>
                <a:gd name="connsiteX1465" fmla="*/ 392049 w 885825"/>
                <a:gd name="connsiteY1465" fmla="*/ 743617 h 752475"/>
                <a:gd name="connsiteX1466" fmla="*/ 393954 w 885825"/>
                <a:gd name="connsiteY1466" fmla="*/ 743426 h 752475"/>
                <a:gd name="connsiteX1467" fmla="*/ 395954 w 885825"/>
                <a:gd name="connsiteY1467" fmla="*/ 742950 h 752475"/>
                <a:gd name="connsiteX1468" fmla="*/ 397859 w 885825"/>
                <a:gd name="connsiteY1468" fmla="*/ 742188 h 752475"/>
                <a:gd name="connsiteX1469" fmla="*/ 399383 w 885825"/>
                <a:gd name="connsiteY1469" fmla="*/ 741140 h 752475"/>
                <a:gd name="connsiteX1470" fmla="*/ 400812 w 885825"/>
                <a:gd name="connsiteY1470" fmla="*/ 739616 h 752475"/>
                <a:gd name="connsiteX1471" fmla="*/ 401669 w 885825"/>
                <a:gd name="connsiteY1471" fmla="*/ 737997 h 752475"/>
                <a:gd name="connsiteX1472" fmla="*/ 402812 w 885825"/>
                <a:gd name="connsiteY1472" fmla="*/ 736759 h 752475"/>
                <a:gd name="connsiteX1473" fmla="*/ 404717 w 885825"/>
                <a:gd name="connsiteY1473" fmla="*/ 736282 h 752475"/>
                <a:gd name="connsiteX1474" fmla="*/ 406432 w 885825"/>
                <a:gd name="connsiteY1474" fmla="*/ 736187 h 752475"/>
                <a:gd name="connsiteX1475" fmla="*/ 407956 w 885825"/>
                <a:gd name="connsiteY1475" fmla="*/ 735806 h 752475"/>
                <a:gd name="connsiteX1476" fmla="*/ 411004 w 885825"/>
                <a:gd name="connsiteY1476" fmla="*/ 734473 h 752475"/>
                <a:gd name="connsiteX1477" fmla="*/ 415100 w 885825"/>
                <a:gd name="connsiteY1477" fmla="*/ 731330 h 752475"/>
                <a:gd name="connsiteX1478" fmla="*/ 416147 w 885825"/>
                <a:gd name="connsiteY1478" fmla="*/ 730853 h 752475"/>
                <a:gd name="connsiteX1479" fmla="*/ 417576 w 885825"/>
                <a:gd name="connsiteY1479" fmla="*/ 731234 h 752475"/>
                <a:gd name="connsiteX1480" fmla="*/ 419005 w 885825"/>
                <a:gd name="connsiteY1480" fmla="*/ 731996 h 752475"/>
                <a:gd name="connsiteX1481" fmla="*/ 420148 w 885825"/>
                <a:gd name="connsiteY1481" fmla="*/ 732949 h 752475"/>
                <a:gd name="connsiteX1482" fmla="*/ 420814 w 885825"/>
                <a:gd name="connsiteY1482" fmla="*/ 733806 h 752475"/>
                <a:gd name="connsiteX1483" fmla="*/ 420624 w 885825"/>
                <a:gd name="connsiteY1483" fmla="*/ 736187 h 752475"/>
                <a:gd name="connsiteX1484" fmla="*/ 419671 w 885825"/>
                <a:gd name="connsiteY1484" fmla="*/ 739045 h 752475"/>
                <a:gd name="connsiteX1485" fmla="*/ 419481 w 885825"/>
                <a:gd name="connsiteY1485" fmla="*/ 741331 h 752475"/>
                <a:gd name="connsiteX1486" fmla="*/ 422434 w 885825"/>
                <a:gd name="connsiteY1486" fmla="*/ 742760 h 752475"/>
                <a:gd name="connsiteX1487" fmla="*/ 424148 w 885825"/>
                <a:gd name="connsiteY1487" fmla="*/ 744379 h 752475"/>
                <a:gd name="connsiteX1488" fmla="*/ 425196 w 885825"/>
                <a:gd name="connsiteY1488" fmla="*/ 744760 h 752475"/>
                <a:gd name="connsiteX1489" fmla="*/ 426625 w 885825"/>
                <a:gd name="connsiteY1489" fmla="*/ 744664 h 752475"/>
                <a:gd name="connsiteX1490" fmla="*/ 427577 w 885825"/>
                <a:gd name="connsiteY1490" fmla="*/ 744188 h 752475"/>
                <a:gd name="connsiteX1491" fmla="*/ 428339 w 885825"/>
                <a:gd name="connsiteY1491" fmla="*/ 743426 h 752475"/>
                <a:gd name="connsiteX1492" fmla="*/ 432054 w 885825"/>
                <a:gd name="connsiteY1492" fmla="*/ 738473 h 752475"/>
                <a:gd name="connsiteX1493" fmla="*/ 434054 w 885825"/>
                <a:gd name="connsiteY1493" fmla="*/ 736949 h 752475"/>
                <a:gd name="connsiteX1494" fmla="*/ 436436 w 885825"/>
                <a:gd name="connsiteY1494" fmla="*/ 736282 h 752475"/>
                <a:gd name="connsiteX1495" fmla="*/ 438341 w 885825"/>
                <a:gd name="connsiteY1495" fmla="*/ 735425 h 752475"/>
                <a:gd name="connsiteX1496" fmla="*/ 441008 w 885825"/>
                <a:gd name="connsiteY1496" fmla="*/ 732091 h 752475"/>
                <a:gd name="connsiteX1497" fmla="*/ 442150 w 885825"/>
                <a:gd name="connsiteY1497" fmla="*/ 732091 h 752475"/>
                <a:gd name="connsiteX1498" fmla="*/ 442055 w 885825"/>
                <a:gd name="connsiteY1498" fmla="*/ 732949 h 752475"/>
                <a:gd name="connsiteX1499" fmla="*/ 443389 w 885825"/>
                <a:gd name="connsiteY1499" fmla="*/ 733520 h 752475"/>
                <a:gd name="connsiteX1500" fmla="*/ 446818 w 885825"/>
                <a:gd name="connsiteY1500" fmla="*/ 733806 h 752475"/>
                <a:gd name="connsiteX1501" fmla="*/ 448437 w 885825"/>
                <a:gd name="connsiteY1501" fmla="*/ 733330 h 752475"/>
                <a:gd name="connsiteX1502" fmla="*/ 449771 w 885825"/>
                <a:gd name="connsiteY1502" fmla="*/ 732091 h 752475"/>
                <a:gd name="connsiteX1503" fmla="*/ 450628 w 885825"/>
                <a:gd name="connsiteY1503" fmla="*/ 730472 h 752475"/>
                <a:gd name="connsiteX1504" fmla="*/ 450913 w 885825"/>
                <a:gd name="connsiteY1504" fmla="*/ 728948 h 752475"/>
                <a:gd name="connsiteX1505" fmla="*/ 450723 w 885825"/>
                <a:gd name="connsiteY1505" fmla="*/ 728091 h 752475"/>
                <a:gd name="connsiteX1506" fmla="*/ 450056 w 885825"/>
                <a:gd name="connsiteY1506" fmla="*/ 726281 h 752475"/>
                <a:gd name="connsiteX1507" fmla="*/ 449866 w 885825"/>
                <a:gd name="connsiteY1507" fmla="*/ 725329 h 752475"/>
                <a:gd name="connsiteX1508" fmla="*/ 450056 w 885825"/>
                <a:gd name="connsiteY1508" fmla="*/ 724853 h 752475"/>
                <a:gd name="connsiteX1509" fmla="*/ 450818 w 885825"/>
                <a:gd name="connsiteY1509" fmla="*/ 723900 h 752475"/>
                <a:gd name="connsiteX1510" fmla="*/ 450913 w 885825"/>
                <a:gd name="connsiteY1510" fmla="*/ 723519 h 752475"/>
                <a:gd name="connsiteX1511" fmla="*/ 450913 w 885825"/>
                <a:gd name="connsiteY1511" fmla="*/ 722852 h 752475"/>
                <a:gd name="connsiteX1512" fmla="*/ 450437 w 885825"/>
                <a:gd name="connsiteY1512" fmla="*/ 721900 h 752475"/>
                <a:gd name="connsiteX1513" fmla="*/ 450342 w 885825"/>
                <a:gd name="connsiteY1513" fmla="*/ 721423 h 752475"/>
                <a:gd name="connsiteX1514" fmla="*/ 450723 w 885825"/>
                <a:gd name="connsiteY1514" fmla="*/ 720471 h 752475"/>
                <a:gd name="connsiteX1515" fmla="*/ 451485 w 885825"/>
                <a:gd name="connsiteY1515" fmla="*/ 719995 h 752475"/>
                <a:gd name="connsiteX1516" fmla="*/ 452533 w 885825"/>
                <a:gd name="connsiteY1516" fmla="*/ 719899 h 752475"/>
                <a:gd name="connsiteX1517" fmla="*/ 453390 w 885825"/>
                <a:gd name="connsiteY1517" fmla="*/ 719899 h 752475"/>
                <a:gd name="connsiteX1518" fmla="*/ 453771 w 885825"/>
                <a:gd name="connsiteY1518" fmla="*/ 719519 h 752475"/>
                <a:gd name="connsiteX1519" fmla="*/ 455009 w 885825"/>
                <a:gd name="connsiteY1519" fmla="*/ 717709 h 752475"/>
                <a:gd name="connsiteX1520" fmla="*/ 455295 w 885825"/>
                <a:gd name="connsiteY1520" fmla="*/ 716852 h 752475"/>
                <a:gd name="connsiteX1521" fmla="*/ 455295 w 885825"/>
                <a:gd name="connsiteY1521" fmla="*/ 715042 h 752475"/>
                <a:gd name="connsiteX1522" fmla="*/ 454533 w 885825"/>
                <a:gd name="connsiteY1522" fmla="*/ 713804 h 752475"/>
                <a:gd name="connsiteX1523" fmla="*/ 453580 w 885825"/>
                <a:gd name="connsiteY1523" fmla="*/ 712756 h 752475"/>
                <a:gd name="connsiteX1524" fmla="*/ 453104 w 885825"/>
                <a:gd name="connsiteY1524" fmla="*/ 711041 h 752475"/>
                <a:gd name="connsiteX1525" fmla="*/ 453200 w 885825"/>
                <a:gd name="connsiteY1525" fmla="*/ 707327 h 752475"/>
                <a:gd name="connsiteX1526" fmla="*/ 453009 w 885825"/>
                <a:gd name="connsiteY1526" fmla="*/ 705707 h 752475"/>
                <a:gd name="connsiteX1527" fmla="*/ 452628 w 885825"/>
                <a:gd name="connsiteY1527" fmla="*/ 704088 h 752475"/>
                <a:gd name="connsiteX1528" fmla="*/ 451675 w 885825"/>
                <a:gd name="connsiteY1528" fmla="*/ 701993 h 752475"/>
                <a:gd name="connsiteX1529" fmla="*/ 451485 w 885825"/>
                <a:gd name="connsiteY1529" fmla="*/ 700945 h 752475"/>
                <a:gd name="connsiteX1530" fmla="*/ 451295 w 885825"/>
                <a:gd name="connsiteY1530" fmla="*/ 698849 h 752475"/>
                <a:gd name="connsiteX1531" fmla="*/ 451009 w 885825"/>
                <a:gd name="connsiteY1531" fmla="*/ 697802 h 752475"/>
                <a:gd name="connsiteX1532" fmla="*/ 450628 w 885825"/>
                <a:gd name="connsiteY1532" fmla="*/ 697325 h 752475"/>
                <a:gd name="connsiteX1533" fmla="*/ 450056 w 885825"/>
                <a:gd name="connsiteY1533" fmla="*/ 696468 h 752475"/>
                <a:gd name="connsiteX1534" fmla="*/ 448723 w 885825"/>
                <a:gd name="connsiteY1534" fmla="*/ 690658 h 752475"/>
                <a:gd name="connsiteX1535" fmla="*/ 447008 w 885825"/>
                <a:gd name="connsiteY1535" fmla="*/ 687896 h 752475"/>
                <a:gd name="connsiteX1536" fmla="*/ 444722 w 885825"/>
                <a:gd name="connsiteY1536" fmla="*/ 685229 h 752475"/>
                <a:gd name="connsiteX1537" fmla="*/ 442817 w 885825"/>
                <a:gd name="connsiteY1537" fmla="*/ 682276 h 752475"/>
                <a:gd name="connsiteX1538" fmla="*/ 442150 w 885825"/>
                <a:gd name="connsiteY1538" fmla="*/ 679037 h 752475"/>
                <a:gd name="connsiteX1539" fmla="*/ 442722 w 885825"/>
                <a:gd name="connsiteY1539" fmla="*/ 676275 h 752475"/>
                <a:gd name="connsiteX1540" fmla="*/ 442627 w 885825"/>
                <a:gd name="connsiteY1540" fmla="*/ 675322 h 752475"/>
                <a:gd name="connsiteX1541" fmla="*/ 442341 w 885825"/>
                <a:gd name="connsiteY1541" fmla="*/ 674846 h 752475"/>
                <a:gd name="connsiteX1542" fmla="*/ 441388 w 885825"/>
                <a:gd name="connsiteY1542" fmla="*/ 673989 h 752475"/>
                <a:gd name="connsiteX1543" fmla="*/ 441103 w 885825"/>
                <a:gd name="connsiteY1543" fmla="*/ 673513 h 752475"/>
                <a:gd name="connsiteX1544" fmla="*/ 441008 w 885825"/>
                <a:gd name="connsiteY1544" fmla="*/ 672751 h 752475"/>
                <a:gd name="connsiteX1545" fmla="*/ 441008 w 885825"/>
                <a:gd name="connsiteY1545" fmla="*/ 672370 h 752475"/>
                <a:gd name="connsiteX1546" fmla="*/ 441103 w 885825"/>
                <a:gd name="connsiteY1546" fmla="*/ 672084 h 752475"/>
                <a:gd name="connsiteX1547" fmla="*/ 441103 w 885825"/>
                <a:gd name="connsiteY1547" fmla="*/ 671322 h 752475"/>
                <a:gd name="connsiteX1548" fmla="*/ 441484 w 885825"/>
                <a:gd name="connsiteY1548" fmla="*/ 669703 h 752475"/>
                <a:gd name="connsiteX1549" fmla="*/ 443198 w 885825"/>
                <a:gd name="connsiteY1549" fmla="*/ 666845 h 752475"/>
                <a:gd name="connsiteX1550" fmla="*/ 443770 w 885825"/>
                <a:gd name="connsiteY1550" fmla="*/ 665512 h 752475"/>
                <a:gd name="connsiteX1551" fmla="*/ 443960 w 885825"/>
                <a:gd name="connsiteY1551" fmla="*/ 663607 h 752475"/>
                <a:gd name="connsiteX1552" fmla="*/ 443008 w 885825"/>
                <a:gd name="connsiteY1552" fmla="*/ 655796 h 752475"/>
                <a:gd name="connsiteX1553" fmla="*/ 441865 w 885825"/>
                <a:gd name="connsiteY1553" fmla="*/ 652653 h 752475"/>
                <a:gd name="connsiteX1554" fmla="*/ 441674 w 885825"/>
                <a:gd name="connsiteY1554" fmla="*/ 650843 h 752475"/>
                <a:gd name="connsiteX1555" fmla="*/ 441865 w 885825"/>
                <a:gd name="connsiteY1555" fmla="*/ 649510 h 752475"/>
                <a:gd name="connsiteX1556" fmla="*/ 443293 w 885825"/>
                <a:gd name="connsiteY1556" fmla="*/ 645795 h 752475"/>
                <a:gd name="connsiteX1557" fmla="*/ 445103 w 885825"/>
                <a:gd name="connsiteY1557" fmla="*/ 642747 h 752475"/>
                <a:gd name="connsiteX1558" fmla="*/ 446056 w 885825"/>
                <a:gd name="connsiteY1558" fmla="*/ 639413 h 752475"/>
                <a:gd name="connsiteX1559" fmla="*/ 447104 w 885825"/>
                <a:gd name="connsiteY1559" fmla="*/ 637985 h 752475"/>
                <a:gd name="connsiteX1560" fmla="*/ 448056 w 885825"/>
                <a:gd name="connsiteY1560" fmla="*/ 639889 h 752475"/>
                <a:gd name="connsiteX1561" fmla="*/ 448913 w 885825"/>
                <a:gd name="connsiteY1561" fmla="*/ 640842 h 752475"/>
                <a:gd name="connsiteX1562" fmla="*/ 450056 w 885825"/>
                <a:gd name="connsiteY1562" fmla="*/ 641032 h 752475"/>
                <a:gd name="connsiteX1563" fmla="*/ 451771 w 885825"/>
                <a:gd name="connsiteY1563" fmla="*/ 641032 h 752475"/>
                <a:gd name="connsiteX1564" fmla="*/ 452247 w 885825"/>
                <a:gd name="connsiteY1564" fmla="*/ 640747 h 752475"/>
                <a:gd name="connsiteX1565" fmla="*/ 453771 w 885825"/>
                <a:gd name="connsiteY1565" fmla="*/ 639509 h 752475"/>
                <a:gd name="connsiteX1566" fmla="*/ 454438 w 885825"/>
                <a:gd name="connsiteY1566" fmla="*/ 639223 h 752475"/>
                <a:gd name="connsiteX1567" fmla="*/ 456343 w 885825"/>
                <a:gd name="connsiteY1567" fmla="*/ 639128 h 752475"/>
                <a:gd name="connsiteX1568" fmla="*/ 457391 w 885825"/>
                <a:gd name="connsiteY1568" fmla="*/ 638842 h 752475"/>
                <a:gd name="connsiteX1569" fmla="*/ 458057 w 885825"/>
                <a:gd name="connsiteY1569" fmla="*/ 638556 h 752475"/>
                <a:gd name="connsiteX1570" fmla="*/ 459200 w 885825"/>
                <a:gd name="connsiteY1570" fmla="*/ 639032 h 752475"/>
                <a:gd name="connsiteX1571" fmla="*/ 460343 w 885825"/>
                <a:gd name="connsiteY1571" fmla="*/ 638747 h 752475"/>
                <a:gd name="connsiteX1572" fmla="*/ 461486 w 885825"/>
                <a:gd name="connsiteY1572" fmla="*/ 637889 h 752475"/>
                <a:gd name="connsiteX1573" fmla="*/ 462439 w 885825"/>
                <a:gd name="connsiteY1573" fmla="*/ 636746 h 752475"/>
                <a:gd name="connsiteX1574" fmla="*/ 462725 w 885825"/>
                <a:gd name="connsiteY1574" fmla="*/ 633222 h 752475"/>
                <a:gd name="connsiteX1575" fmla="*/ 463487 w 885825"/>
                <a:gd name="connsiteY1575" fmla="*/ 631127 h 752475"/>
                <a:gd name="connsiteX1576" fmla="*/ 468154 w 885825"/>
                <a:gd name="connsiteY1576" fmla="*/ 624840 h 752475"/>
                <a:gd name="connsiteX1577" fmla="*/ 469011 w 885825"/>
                <a:gd name="connsiteY1577" fmla="*/ 624269 h 752475"/>
                <a:gd name="connsiteX1578" fmla="*/ 470630 w 885825"/>
                <a:gd name="connsiteY1578" fmla="*/ 623888 h 752475"/>
                <a:gd name="connsiteX1579" fmla="*/ 473488 w 885825"/>
                <a:gd name="connsiteY1579" fmla="*/ 623602 h 752475"/>
                <a:gd name="connsiteX1580" fmla="*/ 474345 w 885825"/>
                <a:gd name="connsiteY1580" fmla="*/ 623030 h 752475"/>
                <a:gd name="connsiteX1581" fmla="*/ 475107 w 885825"/>
                <a:gd name="connsiteY1581" fmla="*/ 621411 h 752475"/>
                <a:gd name="connsiteX1582" fmla="*/ 473583 w 885825"/>
                <a:gd name="connsiteY1582" fmla="*/ 618839 h 752475"/>
                <a:gd name="connsiteX1583" fmla="*/ 473392 w 885825"/>
                <a:gd name="connsiteY1583" fmla="*/ 618268 h 752475"/>
                <a:gd name="connsiteX1584" fmla="*/ 473964 w 885825"/>
                <a:gd name="connsiteY1584" fmla="*/ 617791 h 752475"/>
                <a:gd name="connsiteX1585" fmla="*/ 475774 w 885825"/>
                <a:gd name="connsiteY1585" fmla="*/ 616934 h 752475"/>
                <a:gd name="connsiteX1586" fmla="*/ 476155 w 885825"/>
                <a:gd name="connsiteY1586" fmla="*/ 616172 h 752475"/>
                <a:gd name="connsiteX1587" fmla="*/ 476821 w 885825"/>
                <a:gd name="connsiteY1587" fmla="*/ 615315 h 752475"/>
                <a:gd name="connsiteX1588" fmla="*/ 483870 w 885825"/>
                <a:gd name="connsiteY1588" fmla="*/ 609029 h 752475"/>
                <a:gd name="connsiteX1589" fmla="*/ 486251 w 885825"/>
                <a:gd name="connsiteY1589" fmla="*/ 607886 h 752475"/>
                <a:gd name="connsiteX1590" fmla="*/ 486823 w 885825"/>
                <a:gd name="connsiteY1590" fmla="*/ 607505 h 752475"/>
                <a:gd name="connsiteX1591" fmla="*/ 487109 w 885825"/>
                <a:gd name="connsiteY1591" fmla="*/ 606743 h 752475"/>
                <a:gd name="connsiteX1592" fmla="*/ 487204 w 885825"/>
                <a:gd name="connsiteY1592" fmla="*/ 605599 h 752475"/>
                <a:gd name="connsiteX1593" fmla="*/ 487394 w 885825"/>
                <a:gd name="connsiteY1593" fmla="*/ 604647 h 752475"/>
                <a:gd name="connsiteX1594" fmla="*/ 487871 w 885825"/>
                <a:gd name="connsiteY1594" fmla="*/ 604171 h 752475"/>
                <a:gd name="connsiteX1595" fmla="*/ 488823 w 885825"/>
                <a:gd name="connsiteY1595" fmla="*/ 603980 h 752475"/>
                <a:gd name="connsiteX1596" fmla="*/ 489013 w 885825"/>
                <a:gd name="connsiteY1596" fmla="*/ 603409 h 752475"/>
                <a:gd name="connsiteX1597" fmla="*/ 489013 w 885825"/>
                <a:gd name="connsiteY1597" fmla="*/ 602552 h 752475"/>
                <a:gd name="connsiteX1598" fmla="*/ 489299 w 885825"/>
                <a:gd name="connsiteY1598" fmla="*/ 601694 h 752475"/>
                <a:gd name="connsiteX1599" fmla="*/ 490918 w 885825"/>
                <a:gd name="connsiteY1599" fmla="*/ 599504 h 752475"/>
                <a:gd name="connsiteX1600" fmla="*/ 491300 w 885825"/>
                <a:gd name="connsiteY1600" fmla="*/ 598170 h 752475"/>
                <a:gd name="connsiteX1601" fmla="*/ 491585 w 885825"/>
                <a:gd name="connsiteY1601" fmla="*/ 592264 h 752475"/>
                <a:gd name="connsiteX1602" fmla="*/ 492157 w 885825"/>
                <a:gd name="connsiteY1602" fmla="*/ 590836 h 752475"/>
                <a:gd name="connsiteX1603" fmla="*/ 493586 w 885825"/>
                <a:gd name="connsiteY1603" fmla="*/ 589407 h 752475"/>
                <a:gd name="connsiteX1604" fmla="*/ 495109 w 885825"/>
                <a:gd name="connsiteY1604" fmla="*/ 588645 h 752475"/>
                <a:gd name="connsiteX1605" fmla="*/ 495681 w 885825"/>
                <a:gd name="connsiteY1605" fmla="*/ 588169 h 752475"/>
                <a:gd name="connsiteX1606" fmla="*/ 495871 w 885825"/>
                <a:gd name="connsiteY1606" fmla="*/ 587502 h 752475"/>
                <a:gd name="connsiteX1607" fmla="*/ 495491 w 885825"/>
                <a:gd name="connsiteY1607" fmla="*/ 587026 h 752475"/>
                <a:gd name="connsiteX1608" fmla="*/ 494729 w 885825"/>
                <a:gd name="connsiteY1608" fmla="*/ 587026 h 752475"/>
                <a:gd name="connsiteX1609" fmla="*/ 493967 w 885825"/>
                <a:gd name="connsiteY1609" fmla="*/ 587312 h 752475"/>
                <a:gd name="connsiteX1610" fmla="*/ 493395 w 885825"/>
                <a:gd name="connsiteY1610" fmla="*/ 587788 h 752475"/>
                <a:gd name="connsiteX1611" fmla="*/ 491776 w 885825"/>
                <a:gd name="connsiteY1611" fmla="*/ 588550 h 752475"/>
                <a:gd name="connsiteX1612" fmla="*/ 490823 w 885825"/>
                <a:gd name="connsiteY1612" fmla="*/ 586645 h 752475"/>
                <a:gd name="connsiteX1613" fmla="*/ 489775 w 885825"/>
                <a:gd name="connsiteY1613" fmla="*/ 582549 h 752475"/>
                <a:gd name="connsiteX1614" fmla="*/ 488633 w 885825"/>
                <a:gd name="connsiteY1614" fmla="*/ 582359 h 752475"/>
                <a:gd name="connsiteX1615" fmla="*/ 487204 w 885825"/>
                <a:gd name="connsiteY1615" fmla="*/ 582549 h 752475"/>
                <a:gd name="connsiteX1616" fmla="*/ 485966 w 885825"/>
                <a:gd name="connsiteY1616" fmla="*/ 582168 h 752475"/>
                <a:gd name="connsiteX1617" fmla="*/ 485394 w 885825"/>
                <a:gd name="connsiteY1617" fmla="*/ 579787 h 752475"/>
                <a:gd name="connsiteX1618" fmla="*/ 485584 w 885825"/>
                <a:gd name="connsiteY1618" fmla="*/ 579120 h 752475"/>
                <a:gd name="connsiteX1619" fmla="*/ 485870 w 885825"/>
                <a:gd name="connsiteY1619" fmla="*/ 578453 h 752475"/>
                <a:gd name="connsiteX1620" fmla="*/ 486346 w 885825"/>
                <a:gd name="connsiteY1620" fmla="*/ 577787 h 752475"/>
                <a:gd name="connsiteX1621" fmla="*/ 486823 w 885825"/>
                <a:gd name="connsiteY1621" fmla="*/ 577310 h 752475"/>
                <a:gd name="connsiteX1622" fmla="*/ 487204 w 885825"/>
                <a:gd name="connsiteY1622" fmla="*/ 576453 h 752475"/>
                <a:gd name="connsiteX1623" fmla="*/ 486918 w 885825"/>
                <a:gd name="connsiteY1623" fmla="*/ 574738 h 752475"/>
                <a:gd name="connsiteX1624" fmla="*/ 487109 w 885825"/>
                <a:gd name="connsiteY1624" fmla="*/ 573881 h 752475"/>
                <a:gd name="connsiteX1625" fmla="*/ 487394 w 885825"/>
                <a:gd name="connsiteY1625" fmla="*/ 573786 h 752475"/>
                <a:gd name="connsiteX1626" fmla="*/ 493776 w 885825"/>
                <a:gd name="connsiteY1626" fmla="*/ 569309 h 752475"/>
                <a:gd name="connsiteX1627" fmla="*/ 494824 w 885825"/>
                <a:gd name="connsiteY1627" fmla="*/ 567404 h 752475"/>
                <a:gd name="connsiteX1628" fmla="*/ 495681 w 885825"/>
                <a:gd name="connsiteY1628" fmla="*/ 565309 h 752475"/>
                <a:gd name="connsiteX1629" fmla="*/ 496443 w 885825"/>
                <a:gd name="connsiteY1629" fmla="*/ 563975 h 752475"/>
                <a:gd name="connsiteX1630" fmla="*/ 497110 w 885825"/>
                <a:gd name="connsiteY1630" fmla="*/ 563689 h 752475"/>
                <a:gd name="connsiteX1631" fmla="*/ 498920 w 885825"/>
                <a:gd name="connsiteY1631" fmla="*/ 563594 h 752475"/>
                <a:gd name="connsiteX1632" fmla="*/ 499682 w 885825"/>
                <a:gd name="connsiteY1632" fmla="*/ 563404 h 752475"/>
                <a:gd name="connsiteX1633" fmla="*/ 500253 w 885825"/>
                <a:gd name="connsiteY1633" fmla="*/ 562928 h 752475"/>
                <a:gd name="connsiteX1634" fmla="*/ 500825 w 885825"/>
                <a:gd name="connsiteY1634" fmla="*/ 562356 h 752475"/>
                <a:gd name="connsiteX1635" fmla="*/ 501396 w 885825"/>
                <a:gd name="connsiteY1635" fmla="*/ 561785 h 752475"/>
                <a:gd name="connsiteX1636" fmla="*/ 502158 w 885825"/>
                <a:gd name="connsiteY1636" fmla="*/ 561594 h 752475"/>
                <a:gd name="connsiteX1637" fmla="*/ 503968 w 885825"/>
                <a:gd name="connsiteY1637" fmla="*/ 562165 h 752475"/>
                <a:gd name="connsiteX1638" fmla="*/ 505301 w 885825"/>
                <a:gd name="connsiteY1638" fmla="*/ 563689 h 752475"/>
                <a:gd name="connsiteX1639" fmla="*/ 506444 w 885825"/>
                <a:gd name="connsiteY1639" fmla="*/ 565309 h 752475"/>
                <a:gd name="connsiteX1640" fmla="*/ 507397 w 885825"/>
                <a:gd name="connsiteY1640" fmla="*/ 566452 h 752475"/>
                <a:gd name="connsiteX1641" fmla="*/ 508445 w 885825"/>
                <a:gd name="connsiteY1641" fmla="*/ 566547 h 752475"/>
                <a:gd name="connsiteX1642" fmla="*/ 510635 w 885825"/>
                <a:gd name="connsiteY1642" fmla="*/ 564071 h 752475"/>
                <a:gd name="connsiteX1643" fmla="*/ 513779 w 885825"/>
                <a:gd name="connsiteY1643" fmla="*/ 562928 h 752475"/>
                <a:gd name="connsiteX1644" fmla="*/ 521017 w 885825"/>
                <a:gd name="connsiteY1644" fmla="*/ 556546 h 752475"/>
                <a:gd name="connsiteX1645" fmla="*/ 520255 w 885825"/>
                <a:gd name="connsiteY1645" fmla="*/ 554927 h 752475"/>
                <a:gd name="connsiteX1646" fmla="*/ 519398 w 885825"/>
                <a:gd name="connsiteY1646" fmla="*/ 549783 h 752475"/>
                <a:gd name="connsiteX1647" fmla="*/ 516350 w 885825"/>
                <a:gd name="connsiteY1647" fmla="*/ 542163 h 752475"/>
                <a:gd name="connsiteX1648" fmla="*/ 514445 w 885825"/>
                <a:gd name="connsiteY1648" fmla="*/ 538544 h 752475"/>
                <a:gd name="connsiteX1649" fmla="*/ 514255 w 885825"/>
                <a:gd name="connsiteY1649" fmla="*/ 537972 h 752475"/>
                <a:gd name="connsiteX1650" fmla="*/ 515017 w 885825"/>
                <a:gd name="connsiteY1650" fmla="*/ 536162 h 752475"/>
                <a:gd name="connsiteX1651" fmla="*/ 516922 w 885825"/>
                <a:gd name="connsiteY1651" fmla="*/ 532924 h 752475"/>
                <a:gd name="connsiteX1652" fmla="*/ 517588 w 885825"/>
                <a:gd name="connsiteY1652" fmla="*/ 531305 h 752475"/>
                <a:gd name="connsiteX1653" fmla="*/ 517208 w 885825"/>
                <a:gd name="connsiteY1653" fmla="*/ 529876 h 752475"/>
                <a:gd name="connsiteX1654" fmla="*/ 517970 w 885825"/>
                <a:gd name="connsiteY1654" fmla="*/ 528447 h 752475"/>
                <a:gd name="connsiteX1655" fmla="*/ 518255 w 885825"/>
                <a:gd name="connsiteY1655" fmla="*/ 526923 h 752475"/>
                <a:gd name="connsiteX1656" fmla="*/ 518732 w 885825"/>
                <a:gd name="connsiteY1656" fmla="*/ 525589 h 752475"/>
                <a:gd name="connsiteX1657" fmla="*/ 519970 w 885825"/>
                <a:gd name="connsiteY1657" fmla="*/ 524923 h 752475"/>
                <a:gd name="connsiteX1658" fmla="*/ 520255 w 885825"/>
                <a:gd name="connsiteY1658" fmla="*/ 525780 h 752475"/>
                <a:gd name="connsiteX1659" fmla="*/ 520446 w 885825"/>
                <a:gd name="connsiteY1659" fmla="*/ 526542 h 752475"/>
                <a:gd name="connsiteX1660" fmla="*/ 520541 w 885825"/>
                <a:gd name="connsiteY1660" fmla="*/ 528447 h 752475"/>
                <a:gd name="connsiteX1661" fmla="*/ 520922 w 885825"/>
                <a:gd name="connsiteY1661" fmla="*/ 529019 h 752475"/>
                <a:gd name="connsiteX1662" fmla="*/ 521684 w 885825"/>
                <a:gd name="connsiteY1662" fmla="*/ 529019 h 752475"/>
                <a:gd name="connsiteX1663" fmla="*/ 522637 w 885825"/>
                <a:gd name="connsiteY1663" fmla="*/ 528733 h 752475"/>
                <a:gd name="connsiteX1664" fmla="*/ 523304 w 885825"/>
                <a:gd name="connsiteY1664" fmla="*/ 528733 h 752475"/>
                <a:gd name="connsiteX1665" fmla="*/ 524923 w 885825"/>
                <a:gd name="connsiteY1665" fmla="*/ 529399 h 752475"/>
                <a:gd name="connsiteX1666" fmla="*/ 525875 w 885825"/>
                <a:gd name="connsiteY1666" fmla="*/ 529971 h 752475"/>
                <a:gd name="connsiteX1667" fmla="*/ 526828 w 885825"/>
                <a:gd name="connsiteY1667" fmla="*/ 530447 h 752475"/>
                <a:gd name="connsiteX1668" fmla="*/ 528447 w 885825"/>
                <a:gd name="connsiteY1668" fmla="*/ 530543 h 752475"/>
                <a:gd name="connsiteX1669" fmla="*/ 530066 w 885825"/>
                <a:gd name="connsiteY1669" fmla="*/ 530257 h 752475"/>
                <a:gd name="connsiteX1670" fmla="*/ 532924 w 885825"/>
                <a:gd name="connsiteY1670" fmla="*/ 529019 h 752475"/>
                <a:gd name="connsiteX1671" fmla="*/ 534448 w 885825"/>
                <a:gd name="connsiteY1671" fmla="*/ 528733 h 752475"/>
                <a:gd name="connsiteX1672" fmla="*/ 535210 w 885825"/>
                <a:gd name="connsiteY1672" fmla="*/ 529019 h 752475"/>
                <a:gd name="connsiteX1673" fmla="*/ 536924 w 885825"/>
                <a:gd name="connsiteY1673" fmla="*/ 530543 h 752475"/>
                <a:gd name="connsiteX1674" fmla="*/ 537972 w 885825"/>
                <a:gd name="connsiteY1674" fmla="*/ 530638 h 752475"/>
                <a:gd name="connsiteX1675" fmla="*/ 538734 w 885825"/>
                <a:gd name="connsiteY1675" fmla="*/ 530257 h 752475"/>
                <a:gd name="connsiteX1676" fmla="*/ 540163 w 885825"/>
                <a:gd name="connsiteY1676" fmla="*/ 529304 h 752475"/>
                <a:gd name="connsiteX1677" fmla="*/ 541877 w 885825"/>
                <a:gd name="connsiteY1677" fmla="*/ 528733 h 752475"/>
                <a:gd name="connsiteX1678" fmla="*/ 544925 w 885825"/>
                <a:gd name="connsiteY1678" fmla="*/ 528256 h 752475"/>
                <a:gd name="connsiteX1679" fmla="*/ 549212 w 885825"/>
                <a:gd name="connsiteY1679" fmla="*/ 528161 h 752475"/>
                <a:gd name="connsiteX1680" fmla="*/ 549783 w 885825"/>
                <a:gd name="connsiteY1680" fmla="*/ 527780 h 752475"/>
                <a:gd name="connsiteX1681" fmla="*/ 550355 w 885825"/>
                <a:gd name="connsiteY1681" fmla="*/ 526828 h 752475"/>
                <a:gd name="connsiteX1682" fmla="*/ 550450 w 885825"/>
                <a:gd name="connsiteY1682" fmla="*/ 526161 h 752475"/>
                <a:gd name="connsiteX1683" fmla="*/ 550640 w 885825"/>
                <a:gd name="connsiteY1683" fmla="*/ 526161 h 752475"/>
                <a:gd name="connsiteX1684" fmla="*/ 551497 w 885825"/>
                <a:gd name="connsiteY1684" fmla="*/ 527209 h 752475"/>
                <a:gd name="connsiteX1685" fmla="*/ 552640 w 885825"/>
                <a:gd name="connsiteY1685" fmla="*/ 528256 h 752475"/>
                <a:gd name="connsiteX1686" fmla="*/ 554069 w 885825"/>
                <a:gd name="connsiteY1686" fmla="*/ 528828 h 752475"/>
                <a:gd name="connsiteX1687" fmla="*/ 555593 w 885825"/>
                <a:gd name="connsiteY1687" fmla="*/ 529019 h 752475"/>
                <a:gd name="connsiteX1688" fmla="*/ 557213 w 885825"/>
                <a:gd name="connsiteY1688" fmla="*/ 528733 h 752475"/>
                <a:gd name="connsiteX1689" fmla="*/ 557974 w 885825"/>
                <a:gd name="connsiteY1689" fmla="*/ 528352 h 752475"/>
                <a:gd name="connsiteX1690" fmla="*/ 558355 w 885825"/>
                <a:gd name="connsiteY1690" fmla="*/ 527971 h 752475"/>
                <a:gd name="connsiteX1691" fmla="*/ 558832 w 885825"/>
                <a:gd name="connsiteY1691" fmla="*/ 527590 h 752475"/>
                <a:gd name="connsiteX1692" fmla="*/ 559689 w 885825"/>
                <a:gd name="connsiteY1692" fmla="*/ 527495 h 752475"/>
                <a:gd name="connsiteX1693" fmla="*/ 561308 w 885825"/>
                <a:gd name="connsiteY1693" fmla="*/ 527590 h 752475"/>
                <a:gd name="connsiteX1694" fmla="*/ 562165 w 885825"/>
                <a:gd name="connsiteY1694" fmla="*/ 527780 h 752475"/>
                <a:gd name="connsiteX1695" fmla="*/ 563689 w 885825"/>
                <a:gd name="connsiteY1695" fmla="*/ 528161 h 752475"/>
                <a:gd name="connsiteX1696" fmla="*/ 564928 w 885825"/>
                <a:gd name="connsiteY1696" fmla="*/ 528638 h 752475"/>
                <a:gd name="connsiteX1697" fmla="*/ 565690 w 885825"/>
                <a:gd name="connsiteY1697" fmla="*/ 529114 h 752475"/>
                <a:gd name="connsiteX1698" fmla="*/ 566071 w 885825"/>
                <a:gd name="connsiteY1698" fmla="*/ 529495 h 752475"/>
                <a:gd name="connsiteX1699" fmla="*/ 566166 w 885825"/>
                <a:gd name="connsiteY1699" fmla="*/ 529971 h 752475"/>
                <a:gd name="connsiteX1700" fmla="*/ 566261 w 885825"/>
                <a:gd name="connsiteY1700" fmla="*/ 530447 h 752475"/>
                <a:gd name="connsiteX1701" fmla="*/ 566071 w 885825"/>
                <a:gd name="connsiteY1701" fmla="*/ 530923 h 752475"/>
                <a:gd name="connsiteX1702" fmla="*/ 565785 w 885825"/>
                <a:gd name="connsiteY1702" fmla="*/ 531305 h 752475"/>
                <a:gd name="connsiteX1703" fmla="*/ 565213 w 885825"/>
                <a:gd name="connsiteY1703" fmla="*/ 531495 h 752475"/>
                <a:gd name="connsiteX1704" fmla="*/ 563785 w 885825"/>
                <a:gd name="connsiteY1704" fmla="*/ 531971 h 752475"/>
                <a:gd name="connsiteX1705" fmla="*/ 563213 w 885825"/>
                <a:gd name="connsiteY1705" fmla="*/ 532257 h 752475"/>
                <a:gd name="connsiteX1706" fmla="*/ 562737 w 885825"/>
                <a:gd name="connsiteY1706" fmla="*/ 532638 h 752475"/>
                <a:gd name="connsiteX1707" fmla="*/ 562261 w 885825"/>
                <a:gd name="connsiteY1707" fmla="*/ 533114 h 752475"/>
                <a:gd name="connsiteX1708" fmla="*/ 561594 w 885825"/>
                <a:gd name="connsiteY1708" fmla="*/ 534162 h 752475"/>
                <a:gd name="connsiteX1709" fmla="*/ 561118 w 885825"/>
                <a:gd name="connsiteY1709" fmla="*/ 534543 h 752475"/>
                <a:gd name="connsiteX1710" fmla="*/ 560356 w 885825"/>
                <a:gd name="connsiteY1710" fmla="*/ 534924 h 752475"/>
                <a:gd name="connsiteX1711" fmla="*/ 559594 w 885825"/>
                <a:gd name="connsiteY1711" fmla="*/ 534924 h 752475"/>
                <a:gd name="connsiteX1712" fmla="*/ 558832 w 885825"/>
                <a:gd name="connsiteY1712" fmla="*/ 534734 h 752475"/>
                <a:gd name="connsiteX1713" fmla="*/ 558165 w 885825"/>
                <a:gd name="connsiteY1713" fmla="*/ 534353 h 752475"/>
                <a:gd name="connsiteX1714" fmla="*/ 557403 w 885825"/>
                <a:gd name="connsiteY1714" fmla="*/ 534543 h 752475"/>
                <a:gd name="connsiteX1715" fmla="*/ 555879 w 885825"/>
                <a:gd name="connsiteY1715" fmla="*/ 535400 h 752475"/>
                <a:gd name="connsiteX1716" fmla="*/ 555022 w 885825"/>
                <a:gd name="connsiteY1716" fmla="*/ 535781 h 752475"/>
                <a:gd name="connsiteX1717" fmla="*/ 551593 w 885825"/>
                <a:gd name="connsiteY1717" fmla="*/ 536734 h 752475"/>
                <a:gd name="connsiteX1718" fmla="*/ 551021 w 885825"/>
                <a:gd name="connsiteY1718" fmla="*/ 537210 h 752475"/>
                <a:gd name="connsiteX1719" fmla="*/ 550640 w 885825"/>
                <a:gd name="connsiteY1719" fmla="*/ 538067 h 752475"/>
                <a:gd name="connsiteX1720" fmla="*/ 550640 w 885825"/>
                <a:gd name="connsiteY1720" fmla="*/ 539020 h 752475"/>
                <a:gd name="connsiteX1721" fmla="*/ 550736 w 885825"/>
                <a:gd name="connsiteY1721" fmla="*/ 539877 h 752475"/>
                <a:gd name="connsiteX1722" fmla="*/ 551116 w 885825"/>
                <a:gd name="connsiteY1722" fmla="*/ 540830 h 752475"/>
                <a:gd name="connsiteX1723" fmla="*/ 551116 w 885825"/>
                <a:gd name="connsiteY1723" fmla="*/ 540925 h 752475"/>
                <a:gd name="connsiteX1724" fmla="*/ 551116 w 885825"/>
                <a:gd name="connsiteY1724" fmla="*/ 541306 h 752475"/>
                <a:gd name="connsiteX1725" fmla="*/ 551212 w 885825"/>
                <a:gd name="connsiteY1725" fmla="*/ 542068 h 752475"/>
                <a:gd name="connsiteX1726" fmla="*/ 551116 w 885825"/>
                <a:gd name="connsiteY1726" fmla="*/ 543020 h 752475"/>
                <a:gd name="connsiteX1727" fmla="*/ 551116 w 885825"/>
                <a:gd name="connsiteY1727" fmla="*/ 543973 h 752475"/>
                <a:gd name="connsiteX1728" fmla="*/ 551593 w 885825"/>
                <a:gd name="connsiteY1728" fmla="*/ 545782 h 752475"/>
                <a:gd name="connsiteX1729" fmla="*/ 551212 w 885825"/>
                <a:gd name="connsiteY1729" fmla="*/ 548545 h 752475"/>
                <a:gd name="connsiteX1730" fmla="*/ 551688 w 885825"/>
                <a:gd name="connsiteY1730" fmla="*/ 550355 h 752475"/>
                <a:gd name="connsiteX1731" fmla="*/ 551593 w 885825"/>
                <a:gd name="connsiteY1731" fmla="*/ 553593 h 752475"/>
                <a:gd name="connsiteX1732" fmla="*/ 551688 w 885825"/>
                <a:gd name="connsiteY1732" fmla="*/ 554736 h 752475"/>
                <a:gd name="connsiteX1733" fmla="*/ 552069 w 885825"/>
                <a:gd name="connsiteY1733" fmla="*/ 555879 h 752475"/>
                <a:gd name="connsiteX1734" fmla="*/ 552831 w 885825"/>
                <a:gd name="connsiteY1734" fmla="*/ 556831 h 752475"/>
                <a:gd name="connsiteX1735" fmla="*/ 554164 w 885825"/>
                <a:gd name="connsiteY1735" fmla="*/ 557974 h 752475"/>
                <a:gd name="connsiteX1736" fmla="*/ 555593 w 885825"/>
                <a:gd name="connsiteY1736" fmla="*/ 558546 h 752475"/>
                <a:gd name="connsiteX1737" fmla="*/ 559594 w 885825"/>
                <a:gd name="connsiteY1737" fmla="*/ 559784 h 752475"/>
                <a:gd name="connsiteX1738" fmla="*/ 560737 w 885825"/>
                <a:gd name="connsiteY1738" fmla="*/ 560451 h 752475"/>
                <a:gd name="connsiteX1739" fmla="*/ 561499 w 885825"/>
                <a:gd name="connsiteY1739" fmla="*/ 561308 h 752475"/>
                <a:gd name="connsiteX1740" fmla="*/ 562165 w 885825"/>
                <a:gd name="connsiteY1740" fmla="*/ 562165 h 752475"/>
                <a:gd name="connsiteX1741" fmla="*/ 563975 w 885825"/>
                <a:gd name="connsiteY1741" fmla="*/ 564356 h 752475"/>
                <a:gd name="connsiteX1742" fmla="*/ 564547 w 885825"/>
                <a:gd name="connsiteY1742" fmla="*/ 565309 h 752475"/>
                <a:gd name="connsiteX1743" fmla="*/ 564452 w 885825"/>
                <a:gd name="connsiteY1743" fmla="*/ 566071 h 752475"/>
                <a:gd name="connsiteX1744" fmla="*/ 563404 w 885825"/>
                <a:gd name="connsiteY1744" fmla="*/ 567404 h 752475"/>
                <a:gd name="connsiteX1745" fmla="*/ 563023 w 885825"/>
                <a:gd name="connsiteY1745" fmla="*/ 568166 h 752475"/>
                <a:gd name="connsiteX1746" fmla="*/ 563023 w 885825"/>
                <a:gd name="connsiteY1746" fmla="*/ 569023 h 752475"/>
                <a:gd name="connsiteX1747" fmla="*/ 563404 w 885825"/>
                <a:gd name="connsiteY1747" fmla="*/ 569881 h 752475"/>
                <a:gd name="connsiteX1748" fmla="*/ 565499 w 885825"/>
                <a:gd name="connsiteY1748" fmla="*/ 574262 h 752475"/>
                <a:gd name="connsiteX1749" fmla="*/ 565785 w 885825"/>
                <a:gd name="connsiteY1749" fmla="*/ 575120 h 752475"/>
                <a:gd name="connsiteX1750" fmla="*/ 566071 w 885825"/>
                <a:gd name="connsiteY1750" fmla="*/ 575977 h 752475"/>
                <a:gd name="connsiteX1751" fmla="*/ 566166 w 885825"/>
                <a:gd name="connsiteY1751" fmla="*/ 576929 h 752475"/>
                <a:gd name="connsiteX1752" fmla="*/ 565976 w 885825"/>
                <a:gd name="connsiteY1752" fmla="*/ 577882 h 752475"/>
                <a:gd name="connsiteX1753" fmla="*/ 565499 w 885825"/>
                <a:gd name="connsiteY1753" fmla="*/ 578548 h 752475"/>
                <a:gd name="connsiteX1754" fmla="*/ 564832 w 885825"/>
                <a:gd name="connsiteY1754" fmla="*/ 579120 h 752475"/>
                <a:gd name="connsiteX1755" fmla="*/ 561308 w 885825"/>
                <a:gd name="connsiteY1755" fmla="*/ 580644 h 752475"/>
                <a:gd name="connsiteX1756" fmla="*/ 557308 w 885825"/>
                <a:gd name="connsiteY1756" fmla="*/ 581692 h 752475"/>
                <a:gd name="connsiteX1757" fmla="*/ 556736 w 885825"/>
                <a:gd name="connsiteY1757" fmla="*/ 582549 h 752475"/>
                <a:gd name="connsiteX1758" fmla="*/ 556927 w 885825"/>
                <a:gd name="connsiteY1758" fmla="*/ 583882 h 752475"/>
                <a:gd name="connsiteX1759" fmla="*/ 558546 w 885825"/>
                <a:gd name="connsiteY1759" fmla="*/ 586835 h 752475"/>
                <a:gd name="connsiteX1760" fmla="*/ 559689 w 885825"/>
                <a:gd name="connsiteY1760" fmla="*/ 588264 h 752475"/>
                <a:gd name="connsiteX1761" fmla="*/ 560641 w 885825"/>
                <a:gd name="connsiteY1761" fmla="*/ 589407 h 752475"/>
                <a:gd name="connsiteX1762" fmla="*/ 569214 w 885825"/>
                <a:gd name="connsiteY1762" fmla="*/ 595789 h 752475"/>
                <a:gd name="connsiteX1763" fmla="*/ 569976 w 885825"/>
                <a:gd name="connsiteY1763" fmla="*/ 596170 h 752475"/>
                <a:gd name="connsiteX1764" fmla="*/ 570547 w 885825"/>
                <a:gd name="connsiteY1764" fmla="*/ 596455 h 752475"/>
                <a:gd name="connsiteX1765" fmla="*/ 572834 w 885825"/>
                <a:gd name="connsiteY1765" fmla="*/ 597027 h 752475"/>
                <a:gd name="connsiteX1766" fmla="*/ 576358 w 885825"/>
                <a:gd name="connsiteY1766" fmla="*/ 599122 h 752475"/>
                <a:gd name="connsiteX1767" fmla="*/ 577691 w 885825"/>
                <a:gd name="connsiteY1767" fmla="*/ 599599 h 752475"/>
                <a:gd name="connsiteX1768" fmla="*/ 578930 w 885825"/>
                <a:gd name="connsiteY1768" fmla="*/ 599789 h 752475"/>
                <a:gd name="connsiteX1769" fmla="*/ 581120 w 885825"/>
                <a:gd name="connsiteY1769" fmla="*/ 599504 h 752475"/>
                <a:gd name="connsiteX1770" fmla="*/ 582073 w 885825"/>
                <a:gd name="connsiteY1770" fmla="*/ 599218 h 752475"/>
                <a:gd name="connsiteX1771" fmla="*/ 582930 w 885825"/>
                <a:gd name="connsiteY1771" fmla="*/ 598837 h 752475"/>
                <a:gd name="connsiteX1772" fmla="*/ 586740 w 885825"/>
                <a:gd name="connsiteY1772" fmla="*/ 596455 h 752475"/>
                <a:gd name="connsiteX1773" fmla="*/ 587788 w 885825"/>
                <a:gd name="connsiteY1773" fmla="*/ 596360 h 752475"/>
                <a:gd name="connsiteX1774" fmla="*/ 588836 w 885825"/>
                <a:gd name="connsiteY1774" fmla="*/ 596551 h 752475"/>
                <a:gd name="connsiteX1775" fmla="*/ 591312 w 885825"/>
                <a:gd name="connsiteY1775" fmla="*/ 597313 h 752475"/>
                <a:gd name="connsiteX1776" fmla="*/ 592455 w 885825"/>
                <a:gd name="connsiteY1776" fmla="*/ 597408 h 752475"/>
                <a:gd name="connsiteX1777" fmla="*/ 593407 w 885825"/>
                <a:gd name="connsiteY1777" fmla="*/ 597218 h 752475"/>
                <a:gd name="connsiteX1778" fmla="*/ 597218 w 885825"/>
                <a:gd name="connsiteY1778" fmla="*/ 595979 h 752475"/>
                <a:gd name="connsiteX1779" fmla="*/ 600647 w 885825"/>
                <a:gd name="connsiteY1779" fmla="*/ 595598 h 752475"/>
                <a:gd name="connsiteX1780" fmla="*/ 601599 w 885825"/>
                <a:gd name="connsiteY1780" fmla="*/ 595313 h 752475"/>
                <a:gd name="connsiteX1781" fmla="*/ 602361 w 885825"/>
                <a:gd name="connsiteY1781" fmla="*/ 594836 h 752475"/>
                <a:gd name="connsiteX1782" fmla="*/ 602932 w 885825"/>
                <a:gd name="connsiteY1782" fmla="*/ 594170 h 752475"/>
                <a:gd name="connsiteX1783" fmla="*/ 603409 w 885825"/>
                <a:gd name="connsiteY1783" fmla="*/ 593312 h 752475"/>
                <a:gd name="connsiteX1784" fmla="*/ 604076 w 885825"/>
                <a:gd name="connsiteY1784" fmla="*/ 592741 h 752475"/>
                <a:gd name="connsiteX1785" fmla="*/ 605790 w 885825"/>
                <a:gd name="connsiteY1785" fmla="*/ 592074 h 752475"/>
                <a:gd name="connsiteX1786" fmla="*/ 606552 w 885825"/>
                <a:gd name="connsiteY1786" fmla="*/ 591598 h 752475"/>
                <a:gd name="connsiteX1787" fmla="*/ 607028 w 885825"/>
                <a:gd name="connsiteY1787" fmla="*/ 590836 h 752475"/>
                <a:gd name="connsiteX1788" fmla="*/ 607219 w 885825"/>
                <a:gd name="connsiteY1788" fmla="*/ 589883 h 752475"/>
                <a:gd name="connsiteX1789" fmla="*/ 606838 w 885825"/>
                <a:gd name="connsiteY1789" fmla="*/ 586930 h 752475"/>
                <a:gd name="connsiteX1790" fmla="*/ 606743 w 885825"/>
                <a:gd name="connsiteY1790" fmla="*/ 585978 h 752475"/>
                <a:gd name="connsiteX1791" fmla="*/ 606743 w 885825"/>
                <a:gd name="connsiteY1791" fmla="*/ 585883 h 752475"/>
                <a:gd name="connsiteX1792" fmla="*/ 607409 w 885825"/>
                <a:gd name="connsiteY1792" fmla="*/ 583978 h 752475"/>
                <a:gd name="connsiteX1793" fmla="*/ 607886 w 885825"/>
                <a:gd name="connsiteY1793" fmla="*/ 581597 h 752475"/>
                <a:gd name="connsiteX1794" fmla="*/ 608266 w 885825"/>
                <a:gd name="connsiteY1794" fmla="*/ 580930 h 752475"/>
                <a:gd name="connsiteX1795" fmla="*/ 608933 w 885825"/>
                <a:gd name="connsiteY1795" fmla="*/ 580263 h 752475"/>
                <a:gd name="connsiteX1796" fmla="*/ 611981 w 885825"/>
                <a:gd name="connsiteY1796" fmla="*/ 578263 h 752475"/>
                <a:gd name="connsiteX1797" fmla="*/ 615029 w 885825"/>
                <a:gd name="connsiteY1797" fmla="*/ 577977 h 752475"/>
                <a:gd name="connsiteX1798" fmla="*/ 624269 w 885825"/>
                <a:gd name="connsiteY1798" fmla="*/ 580358 h 752475"/>
                <a:gd name="connsiteX1799" fmla="*/ 625126 w 885825"/>
                <a:gd name="connsiteY1799" fmla="*/ 580930 h 752475"/>
                <a:gd name="connsiteX1800" fmla="*/ 625412 w 885825"/>
                <a:gd name="connsiteY1800" fmla="*/ 581597 h 752475"/>
                <a:gd name="connsiteX1801" fmla="*/ 625507 w 885825"/>
                <a:gd name="connsiteY1801" fmla="*/ 584073 h 752475"/>
                <a:gd name="connsiteX1802" fmla="*/ 625888 w 885825"/>
                <a:gd name="connsiteY1802" fmla="*/ 585121 h 752475"/>
                <a:gd name="connsiteX1803" fmla="*/ 626840 w 885825"/>
                <a:gd name="connsiteY1803" fmla="*/ 585788 h 752475"/>
                <a:gd name="connsiteX1804" fmla="*/ 627793 w 885825"/>
                <a:gd name="connsiteY1804" fmla="*/ 585978 h 752475"/>
                <a:gd name="connsiteX1805" fmla="*/ 628460 w 885825"/>
                <a:gd name="connsiteY1805" fmla="*/ 585978 h 752475"/>
                <a:gd name="connsiteX1806" fmla="*/ 628936 w 885825"/>
                <a:gd name="connsiteY1806" fmla="*/ 585883 h 752475"/>
                <a:gd name="connsiteX1807" fmla="*/ 630936 w 885825"/>
                <a:gd name="connsiteY1807" fmla="*/ 585311 h 752475"/>
                <a:gd name="connsiteX1808" fmla="*/ 631793 w 885825"/>
                <a:gd name="connsiteY1808" fmla="*/ 585216 h 752475"/>
                <a:gd name="connsiteX1809" fmla="*/ 632555 w 885825"/>
                <a:gd name="connsiteY1809" fmla="*/ 585406 h 752475"/>
                <a:gd name="connsiteX1810" fmla="*/ 632936 w 885825"/>
                <a:gd name="connsiteY1810" fmla="*/ 585692 h 752475"/>
                <a:gd name="connsiteX1811" fmla="*/ 633127 w 885825"/>
                <a:gd name="connsiteY1811" fmla="*/ 585883 h 752475"/>
                <a:gd name="connsiteX1812" fmla="*/ 633127 w 885825"/>
                <a:gd name="connsiteY1812" fmla="*/ 586454 h 752475"/>
                <a:gd name="connsiteX1813" fmla="*/ 632746 w 885825"/>
                <a:gd name="connsiteY1813" fmla="*/ 590360 h 752475"/>
                <a:gd name="connsiteX1814" fmla="*/ 632460 w 885825"/>
                <a:gd name="connsiteY1814" fmla="*/ 591979 h 752475"/>
                <a:gd name="connsiteX1815" fmla="*/ 632079 w 885825"/>
                <a:gd name="connsiteY1815" fmla="*/ 593312 h 752475"/>
                <a:gd name="connsiteX1816" fmla="*/ 631127 w 885825"/>
                <a:gd name="connsiteY1816" fmla="*/ 594931 h 752475"/>
                <a:gd name="connsiteX1817" fmla="*/ 629031 w 885825"/>
                <a:gd name="connsiteY1817" fmla="*/ 597503 h 752475"/>
                <a:gd name="connsiteX1818" fmla="*/ 628840 w 885825"/>
                <a:gd name="connsiteY1818" fmla="*/ 597980 h 752475"/>
                <a:gd name="connsiteX1819" fmla="*/ 628745 w 885825"/>
                <a:gd name="connsiteY1819" fmla="*/ 598932 h 752475"/>
                <a:gd name="connsiteX1820" fmla="*/ 629222 w 885825"/>
                <a:gd name="connsiteY1820" fmla="*/ 600265 h 752475"/>
                <a:gd name="connsiteX1821" fmla="*/ 630555 w 885825"/>
                <a:gd name="connsiteY1821" fmla="*/ 602456 h 752475"/>
                <a:gd name="connsiteX1822" fmla="*/ 632365 w 885825"/>
                <a:gd name="connsiteY1822" fmla="*/ 604456 h 752475"/>
                <a:gd name="connsiteX1823" fmla="*/ 632651 w 885825"/>
                <a:gd name="connsiteY1823" fmla="*/ 605028 h 752475"/>
                <a:gd name="connsiteX1824" fmla="*/ 632365 w 885825"/>
                <a:gd name="connsiteY1824" fmla="*/ 605980 h 752475"/>
                <a:gd name="connsiteX1825" fmla="*/ 632174 w 885825"/>
                <a:gd name="connsiteY1825" fmla="*/ 606838 h 752475"/>
                <a:gd name="connsiteX1826" fmla="*/ 632174 w 885825"/>
                <a:gd name="connsiteY1826" fmla="*/ 607600 h 752475"/>
                <a:gd name="connsiteX1827" fmla="*/ 634270 w 885825"/>
                <a:gd name="connsiteY1827" fmla="*/ 610934 h 752475"/>
                <a:gd name="connsiteX1828" fmla="*/ 635698 w 885825"/>
                <a:gd name="connsiteY1828" fmla="*/ 611029 h 752475"/>
                <a:gd name="connsiteX1829" fmla="*/ 636937 w 885825"/>
                <a:gd name="connsiteY1829" fmla="*/ 610267 h 752475"/>
                <a:gd name="connsiteX1830" fmla="*/ 639413 w 885825"/>
                <a:gd name="connsiteY1830" fmla="*/ 607505 h 752475"/>
                <a:gd name="connsiteX1831" fmla="*/ 639985 w 885825"/>
                <a:gd name="connsiteY1831" fmla="*/ 607219 h 752475"/>
                <a:gd name="connsiteX1832" fmla="*/ 642176 w 885825"/>
                <a:gd name="connsiteY1832" fmla="*/ 606838 h 752475"/>
                <a:gd name="connsiteX1833" fmla="*/ 646938 w 885825"/>
                <a:gd name="connsiteY1833" fmla="*/ 605599 h 752475"/>
                <a:gd name="connsiteX1834" fmla="*/ 648938 w 885825"/>
                <a:gd name="connsiteY1834" fmla="*/ 605409 h 752475"/>
                <a:gd name="connsiteX1835" fmla="*/ 651605 w 885825"/>
                <a:gd name="connsiteY1835" fmla="*/ 605885 h 752475"/>
                <a:gd name="connsiteX1836" fmla="*/ 652081 w 885825"/>
                <a:gd name="connsiteY1836" fmla="*/ 605980 h 752475"/>
                <a:gd name="connsiteX1837" fmla="*/ 652463 w 885825"/>
                <a:gd name="connsiteY1837" fmla="*/ 606266 h 752475"/>
                <a:gd name="connsiteX1838" fmla="*/ 654844 w 885825"/>
                <a:gd name="connsiteY1838" fmla="*/ 608933 h 752475"/>
                <a:gd name="connsiteX1839" fmla="*/ 655320 w 885825"/>
                <a:gd name="connsiteY1839" fmla="*/ 609219 h 752475"/>
                <a:gd name="connsiteX1840" fmla="*/ 655891 w 885825"/>
                <a:gd name="connsiteY1840" fmla="*/ 609600 h 752475"/>
                <a:gd name="connsiteX1841" fmla="*/ 657892 w 885825"/>
                <a:gd name="connsiteY1841" fmla="*/ 610267 h 752475"/>
                <a:gd name="connsiteX1842" fmla="*/ 658463 w 885825"/>
                <a:gd name="connsiteY1842" fmla="*/ 610553 h 752475"/>
                <a:gd name="connsiteX1843" fmla="*/ 658749 w 885825"/>
                <a:gd name="connsiteY1843" fmla="*/ 610838 h 752475"/>
                <a:gd name="connsiteX1844" fmla="*/ 659225 w 885825"/>
                <a:gd name="connsiteY1844" fmla="*/ 611600 h 752475"/>
                <a:gd name="connsiteX1845" fmla="*/ 660273 w 885825"/>
                <a:gd name="connsiteY1845" fmla="*/ 613696 h 752475"/>
                <a:gd name="connsiteX1846" fmla="*/ 660559 w 885825"/>
                <a:gd name="connsiteY1846" fmla="*/ 614172 h 752475"/>
                <a:gd name="connsiteX1847" fmla="*/ 661035 w 885825"/>
                <a:gd name="connsiteY1847" fmla="*/ 614553 h 752475"/>
                <a:gd name="connsiteX1848" fmla="*/ 661702 w 885825"/>
                <a:gd name="connsiteY1848" fmla="*/ 614839 h 752475"/>
                <a:gd name="connsiteX1849" fmla="*/ 662273 w 885825"/>
                <a:gd name="connsiteY1849" fmla="*/ 614934 h 752475"/>
                <a:gd name="connsiteX1850" fmla="*/ 663893 w 885825"/>
                <a:gd name="connsiteY1850" fmla="*/ 614363 h 752475"/>
                <a:gd name="connsiteX1851" fmla="*/ 665797 w 885825"/>
                <a:gd name="connsiteY1851" fmla="*/ 614172 h 752475"/>
                <a:gd name="connsiteX1852" fmla="*/ 666750 w 885825"/>
                <a:gd name="connsiteY1852" fmla="*/ 613981 h 752475"/>
                <a:gd name="connsiteX1853" fmla="*/ 667417 w 885825"/>
                <a:gd name="connsiteY1853" fmla="*/ 613696 h 752475"/>
                <a:gd name="connsiteX1854" fmla="*/ 668274 w 885825"/>
                <a:gd name="connsiteY1854" fmla="*/ 612648 h 752475"/>
                <a:gd name="connsiteX1855" fmla="*/ 668560 w 885825"/>
                <a:gd name="connsiteY1855" fmla="*/ 612267 h 752475"/>
                <a:gd name="connsiteX1856" fmla="*/ 669036 w 885825"/>
                <a:gd name="connsiteY1856" fmla="*/ 611886 h 752475"/>
                <a:gd name="connsiteX1857" fmla="*/ 669703 w 885825"/>
                <a:gd name="connsiteY1857" fmla="*/ 611505 h 752475"/>
                <a:gd name="connsiteX1858" fmla="*/ 671036 w 885825"/>
                <a:gd name="connsiteY1858" fmla="*/ 611124 h 752475"/>
                <a:gd name="connsiteX1859" fmla="*/ 672179 w 885825"/>
                <a:gd name="connsiteY1859" fmla="*/ 611029 h 752475"/>
                <a:gd name="connsiteX1860" fmla="*/ 675989 w 885825"/>
                <a:gd name="connsiteY1860" fmla="*/ 611410 h 752475"/>
                <a:gd name="connsiteX1861" fmla="*/ 677132 w 885825"/>
                <a:gd name="connsiteY1861" fmla="*/ 611410 h 752475"/>
                <a:gd name="connsiteX1862" fmla="*/ 677989 w 885825"/>
                <a:gd name="connsiteY1862" fmla="*/ 611219 h 752475"/>
                <a:gd name="connsiteX1863" fmla="*/ 678275 w 885825"/>
                <a:gd name="connsiteY1863" fmla="*/ 610934 h 752475"/>
                <a:gd name="connsiteX1864" fmla="*/ 678942 w 885825"/>
                <a:gd name="connsiteY1864" fmla="*/ 610267 h 752475"/>
                <a:gd name="connsiteX1865" fmla="*/ 680561 w 885825"/>
                <a:gd name="connsiteY1865" fmla="*/ 608838 h 752475"/>
                <a:gd name="connsiteX1866" fmla="*/ 682847 w 885825"/>
                <a:gd name="connsiteY1866" fmla="*/ 608076 h 752475"/>
                <a:gd name="connsiteX1867" fmla="*/ 683705 w 885825"/>
                <a:gd name="connsiteY1867" fmla="*/ 607981 h 752475"/>
                <a:gd name="connsiteX1868" fmla="*/ 684371 w 885825"/>
                <a:gd name="connsiteY1868" fmla="*/ 608076 h 752475"/>
                <a:gd name="connsiteX1869" fmla="*/ 684657 w 885825"/>
                <a:gd name="connsiteY1869" fmla="*/ 608266 h 752475"/>
                <a:gd name="connsiteX1870" fmla="*/ 685610 w 885825"/>
                <a:gd name="connsiteY1870" fmla="*/ 608552 h 752475"/>
                <a:gd name="connsiteX1871" fmla="*/ 690848 w 885825"/>
                <a:gd name="connsiteY1871" fmla="*/ 608266 h 752475"/>
                <a:gd name="connsiteX1872" fmla="*/ 693611 w 885825"/>
                <a:gd name="connsiteY1872" fmla="*/ 607790 h 752475"/>
                <a:gd name="connsiteX1873" fmla="*/ 693991 w 885825"/>
                <a:gd name="connsiteY1873" fmla="*/ 607600 h 752475"/>
                <a:gd name="connsiteX1874" fmla="*/ 694944 w 885825"/>
                <a:gd name="connsiteY1874" fmla="*/ 606647 h 752475"/>
                <a:gd name="connsiteX1875" fmla="*/ 696087 w 885825"/>
                <a:gd name="connsiteY1875" fmla="*/ 605885 h 752475"/>
                <a:gd name="connsiteX1876" fmla="*/ 697230 w 885825"/>
                <a:gd name="connsiteY1876" fmla="*/ 605314 h 752475"/>
                <a:gd name="connsiteX1877" fmla="*/ 698087 w 885825"/>
                <a:gd name="connsiteY1877" fmla="*/ 605028 h 752475"/>
                <a:gd name="connsiteX1878" fmla="*/ 698754 w 885825"/>
                <a:gd name="connsiteY1878" fmla="*/ 605028 h 752475"/>
                <a:gd name="connsiteX1879" fmla="*/ 700945 w 885825"/>
                <a:gd name="connsiteY1879" fmla="*/ 605314 h 752475"/>
                <a:gd name="connsiteX1880" fmla="*/ 704945 w 885825"/>
                <a:gd name="connsiteY1880" fmla="*/ 606552 h 752475"/>
                <a:gd name="connsiteX1881" fmla="*/ 707041 w 885825"/>
                <a:gd name="connsiteY1881" fmla="*/ 606838 h 752475"/>
                <a:gd name="connsiteX1882" fmla="*/ 708755 w 885825"/>
                <a:gd name="connsiteY1882" fmla="*/ 606743 h 752475"/>
                <a:gd name="connsiteX1883" fmla="*/ 709327 w 885825"/>
                <a:gd name="connsiteY1883" fmla="*/ 606552 h 752475"/>
                <a:gd name="connsiteX1884" fmla="*/ 710279 w 885825"/>
                <a:gd name="connsiteY1884" fmla="*/ 606171 h 752475"/>
                <a:gd name="connsiteX1885" fmla="*/ 713327 w 885825"/>
                <a:gd name="connsiteY1885" fmla="*/ 604266 h 752475"/>
                <a:gd name="connsiteX1886" fmla="*/ 714375 w 885825"/>
                <a:gd name="connsiteY1886" fmla="*/ 603409 h 752475"/>
                <a:gd name="connsiteX1887" fmla="*/ 716852 w 885825"/>
                <a:gd name="connsiteY1887" fmla="*/ 601980 h 752475"/>
                <a:gd name="connsiteX1888" fmla="*/ 717613 w 885825"/>
                <a:gd name="connsiteY1888" fmla="*/ 601409 h 752475"/>
                <a:gd name="connsiteX1889" fmla="*/ 718090 w 885825"/>
                <a:gd name="connsiteY1889" fmla="*/ 600837 h 752475"/>
                <a:gd name="connsiteX1890" fmla="*/ 718090 w 885825"/>
                <a:gd name="connsiteY1890" fmla="*/ 599885 h 752475"/>
                <a:gd name="connsiteX1891" fmla="*/ 717613 w 885825"/>
                <a:gd name="connsiteY1891" fmla="*/ 597980 h 752475"/>
                <a:gd name="connsiteX1892" fmla="*/ 716852 w 885825"/>
                <a:gd name="connsiteY1892" fmla="*/ 596074 h 752475"/>
                <a:gd name="connsiteX1893" fmla="*/ 715613 w 885825"/>
                <a:gd name="connsiteY1893" fmla="*/ 593503 h 752475"/>
                <a:gd name="connsiteX1894" fmla="*/ 715328 w 885825"/>
                <a:gd name="connsiteY1894" fmla="*/ 592646 h 752475"/>
                <a:gd name="connsiteX1895" fmla="*/ 715137 w 885825"/>
                <a:gd name="connsiteY1895" fmla="*/ 591503 h 752475"/>
                <a:gd name="connsiteX1896" fmla="*/ 714947 w 885825"/>
                <a:gd name="connsiteY1896" fmla="*/ 587883 h 752475"/>
                <a:gd name="connsiteX1897" fmla="*/ 714661 w 885825"/>
                <a:gd name="connsiteY1897" fmla="*/ 586740 h 752475"/>
                <a:gd name="connsiteX1898" fmla="*/ 714470 w 885825"/>
                <a:gd name="connsiteY1898" fmla="*/ 586169 h 752475"/>
                <a:gd name="connsiteX1899" fmla="*/ 714375 w 885825"/>
                <a:gd name="connsiteY1899" fmla="*/ 585883 h 752475"/>
                <a:gd name="connsiteX1900" fmla="*/ 713804 w 885825"/>
                <a:gd name="connsiteY1900" fmla="*/ 585121 h 752475"/>
                <a:gd name="connsiteX1901" fmla="*/ 711994 w 885825"/>
                <a:gd name="connsiteY1901" fmla="*/ 583502 h 752475"/>
                <a:gd name="connsiteX1902" fmla="*/ 707707 w 885825"/>
                <a:gd name="connsiteY1902" fmla="*/ 580930 h 752475"/>
                <a:gd name="connsiteX1903" fmla="*/ 707327 w 885825"/>
                <a:gd name="connsiteY1903" fmla="*/ 580454 h 752475"/>
                <a:gd name="connsiteX1904" fmla="*/ 707136 w 885825"/>
                <a:gd name="connsiteY1904" fmla="*/ 579977 h 752475"/>
                <a:gd name="connsiteX1905" fmla="*/ 706564 w 885825"/>
                <a:gd name="connsiteY1905" fmla="*/ 577501 h 752475"/>
                <a:gd name="connsiteX1906" fmla="*/ 706469 w 885825"/>
                <a:gd name="connsiteY1906" fmla="*/ 576358 h 752475"/>
                <a:gd name="connsiteX1907" fmla="*/ 706564 w 885825"/>
                <a:gd name="connsiteY1907" fmla="*/ 575501 h 752475"/>
                <a:gd name="connsiteX1908" fmla="*/ 706564 w 885825"/>
                <a:gd name="connsiteY1908" fmla="*/ 575024 h 752475"/>
                <a:gd name="connsiteX1909" fmla="*/ 706374 w 885825"/>
                <a:gd name="connsiteY1909" fmla="*/ 574738 h 752475"/>
                <a:gd name="connsiteX1910" fmla="*/ 704945 w 885825"/>
                <a:gd name="connsiteY1910" fmla="*/ 573214 h 752475"/>
                <a:gd name="connsiteX1911" fmla="*/ 704279 w 885825"/>
                <a:gd name="connsiteY1911" fmla="*/ 572548 h 752475"/>
                <a:gd name="connsiteX1912" fmla="*/ 703612 w 885825"/>
                <a:gd name="connsiteY1912" fmla="*/ 572072 h 752475"/>
                <a:gd name="connsiteX1913" fmla="*/ 701135 w 885825"/>
                <a:gd name="connsiteY1913" fmla="*/ 570738 h 752475"/>
                <a:gd name="connsiteX1914" fmla="*/ 700183 w 885825"/>
                <a:gd name="connsiteY1914" fmla="*/ 570357 h 752475"/>
                <a:gd name="connsiteX1915" fmla="*/ 699230 w 885825"/>
                <a:gd name="connsiteY1915" fmla="*/ 570166 h 752475"/>
                <a:gd name="connsiteX1916" fmla="*/ 698278 w 885825"/>
                <a:gd name="connsiteY1916" fmla="*/ 570357 h 752475"/>
                <a:gd name="connsiteX1917" fmla="*/ 697802 w 885825"/>
                <a:gd name="connsiteY1917" fmla="*/ 570452 h 752475"/>
                <a:gd name="connsiteX1918" fmla="*/ 694849 w 885825"/>
                <a:gd name="connsiteY1918" fmla="*/ 571881 h 752475"/>
                <a:gd name="connsiteX1919" fmla="*/ 693515 w 885825"/>
                <a:gd name="connsiteY1919" fmla="*/ 572357 h 752475"/>
                <a:gd name="connsiteX1920" fmla="*/ 692753 w 885825"/>
                <a:gd name="connsiteY1920" fmla="*/ 572738 h 752475"/>
                <a:gd name="connsiteX1921" fmla="*/ 691896 w 885825"/>
                <a:gd name="connsiteY1921" fmla="*/ 573119 h 752475"/>
                <a:gd name="connsiteX1922" fmla="*/ 691229 w 885825"/>
                <a:gd name="connsiteY1922" fmla="*/ 573310 h 752475"/>
                <a:gd name="connsiteX1923" fmla="*/ 690658 w 885825"/>
                <a:gd name="connsiteY1923" fmla="*/ 573405 h 752475"/>
                <a:gd name="connsiteX1924" fmla="*/ 690277 w 885825"/>
                <a:gd name="connsiteY1924" fmla="*/ 573310 h 752475"/>
                <a:gd name="connsiteX1925" fmla="*/ 686943 w 885825"/>
                <a:gd name="connsiteY1925" fmla="*/ 571976 h 752475"/>
                <a:gd name="connsiteX1926" fmla="*/ 686086 w 885825"/>
                <a:gd name="connsiteY1926" fmla="*/ 571881 h 752475"/>
                <a:gd name="connsiteX1927" fmla="*/ 685324 w 885825"/>
                <a:gd name="connsiteY1927" fmla="*/ 571976 h 752475"/>
                <a:gd name="connsiteX1928" fmla="*/ 684181 w 885825"/>
                <a:gd name="connsiteY1928" fmla="*/ 572262 h 752475"/>
                <a:gd name="connsiteX1929" fmla="*/ 683038 w 885825"/>
                <a:gd name="connsiteY1929" fmla="*/ 572357 h 752475"/>
                <a:gd name="connsiteX1930" fmla="*/ 681799 w 885825"/>
                <a:gd name="connsiteY1930" fmla="*/ 572072 h 752475"/>
                <a:gd name="connsiteX1931" fmla="*/ 681038 w 885825"/>
                <a:gd name="connsiteY1931" fmla="*/ 571405 h 752475"/>
                <a:gd name="connsiteX1932" fmla="*/ 680561 w 885825"/>
                <a:gd name="connsiteY1932" fmla="*/ 570262 h 752475"/>
                <a:gd name="connsiteX1933" fmla="*/ 680180 w 885825"/>
                <a:gd name="connsiteY1933" fmla="*/ 568547 h 752475"/>
                <a:gd name="connsiteX1934" fmla="*/ 680276 w 885825"/>
                <a:gd name="connsiteY1934" fmla="*/ 567214 h 752475"/>
                <a:gd name="connsiteX1935" fmla="*/ 680561 w 885825"/>
                <a:gd name="connsiteY1935" fmla="*/ 565976 h 752475"/>
                <a:gd name="connsiteX1936" fmla="*/ 680942 w 885825"/>
                <a:gd name="connsiteY1936" fmla="*/ 564737 h 752475"/>
                <a:gd name="connsiteX1937" fmla="*/ 680752 w 885825"/>
                <a:gd name="connsiteY1937" fmla="*/ 563880 h 752475"/>
                <a:gd name="connsiteX1938" fmla="*/ 680371 w 885825"/>
                <a:gd name="connsiteY1938" fmla="*/ 563213 h 752475"/>
                <a:gd name="connsiteX1939" fmla="*/ 679799 w 885825"/>
                <a:gd name="connsiteY1939" fmla="*/ 562642 h 752475"/>
                <a:gd name="connsiteX1940" fmla="*/ 678275 w 885825"/>
                <a:gd name="connsiteY1940" fmla="*/ 561689 h 752475"/>
                <a:gd name="connsiteX1941" fmla="*/ 677323 w 885825"/>
                <a:gd name="connsiteY1941" fmla="*/ 561308 h 752475"/>
                <a:gd name="connsiteX1942" fmla="*/ 675227 w 885825"/>
                <a:gd name="connsiteY1942" fmla="*/ 560832 h 752475"/>
                <a:gd name="connsiteX1943" fmla="*/ 674275 w 885825"/>
                <a:gd name="connsiteY1943" fmla="*/ 560451 h 752475"/>
                <a:gd name="connsiteX1944" fmla="*/ 672084 w 885825"/>
                <a:gd name="connsiteY1944" fmla="*/ 558832 h 752475"/>
                <a:gd name="connsiteX1945" fmla="*/ 671322 w 885825"/>
                <a:gd name="connsiteY1945" fmla="*/ 558546 h 752475"/>
                <a:gd name="connsiteX1946" fmla="*/ 670370 w 885825"/>
                <a:gd name="connsiteY1946" fmla="*/ 558355 h 752475"/>
                <a:gd name="connsiteX1947" fmla="*/ 668369 w 885825"/>
                <a:gd name="connsiteY1947" fmla="*/ 558737 h 752475"/>
                <a:gd name="connsiteX1948" fmla="*/ 667322 w 885825"/>
                <a:gd name="connsiteY1948" fmla="*/ 558737 h 752475"/>
                <a:gd name="connsiteX1949" fmla="*/ 666369 w 885825"/>
                <a:gd name="connsiteY1949" fmla="*/ 558451 h 752475"/>
                <a:gd name="connsiteX1950" fmla="*/ 665512 w 885825"/>
                <a:gd name="connsiteY1950" fmla="*/ 558165 h 752475"/>
                <a:gd name="connsiteX1951" fmla="*/ 663893 w 885825"/>
                <a:gd name="connsiteY1951" fmla="*/ 557213 h 752475"/>
                <a:gd name="connsiteX1952" fmla="*/ 663130 w 885825"/>
                <a:gd name="connsiteY1952" fmla="*/ 556736 h 752475"/>
                <a:gd name="connsiteX1953" fmla="*/ 662654 w 885825"/>
                <a:gd name="connsiteY1953" fmla="*/ 556070 h 752475"/>
                <a:gd name="connsiteX1954" fmla="*/ 662559 w 885825"/>
                <a:gd name="connsiteY1954" fmla="*/ 555307 h 752475"/>
                <a:gd name="connsiteX1955" fmla="*/ 663130 w 885825"/>
                <a:gd name="connsiteY1955" fmla="*/ 553593 h 752475"/>
                <a:gd name="connsiteX1956" fmla="*/ 663321 w 885825"/>
                <a:gd name="connsiteY1956" fmla="*/ 552640 h 752475"/>
                <a:gd name="connsiteX1957" fmla="*/ 662940 w 885825"/>
                <a:gd name="connsiteY1957" fmla="*/ 546163 h 752475"/>
                <a:gd name="connsiteX1958" fmla="*/ 662559 w 885825"/>
                <a:gd name="connsiteY1958" fmla="*/ 545116 h 752475"/>
                <a:gd name="connsiteX1959" fmla="*/ 661988 w 885825"/>
                <a:gd name="connsiteY1959" fmla="*/ 544259 h 752475"/>
                <a:gd name="connsiteX1960" fmla="*/ 660654 w 885825"/>
                <a:gd name="connsiteY1960" fmla="*/ 543020 h 752475"/>
                <a:gd name="connsiteX1961" fmla="*/ 660178 w 885825"/>
                <a:gd name="connsiteY1961" fmla="*/ 542449 h 752475"/>
                <a:gd name="connsiteX1962" fmla="*/ 659987 w 885825"/>
                <a:gd name="connsiteY1962" fmla="*/ 541591 h 752475"/>
                <a:gd name="connsiteX1963" fmla="*/ 660368 w 885825"/>
                <a:gd name="connsiteY1963" fmla="*/ 540830 h 752475"/>
                <a:gd name="connsiteX1964" fmla="*/ 660940 w 885825"/>
                <a:gd name="connsiteY1964" fmla="*/ 540258 h 752475"/>
                <a:gd name="connsiteX1965" fmla="*/ 662464 w 885825"/>
                <a:gd name="connsiteY1965" fmla="*/ 539210 h 752475"/>
                <a:gd name="connsiteX1966" fmla="*/ 663130 w 885825"/>
                <a:gd name="connsiteY1966" fmla="*/ 538544 h 752475"/>
                <a:gd name="connsiteX1967" fmla="*/ 663607 w 885825"/>
                <a:gd name="connsiteY1967" fmla="*/ 537781 h 752475"/>
                <a:gd name="connsiteX1968" fmla="*/ 663893 w 885825"/>
                <a:gd name="connsiteY1968" fmla="*/ 536734 h 752475"/>
                <a:gd name="connsiteX1969" fmla="*/ 664083 w 885825"/>
                <a:gd name="connsiteY1969" fmla="*/ 535305 h 752475"/>
                <a:gd name="connsiteX1970" fmla="*/ 664559 w 885825"/>
                <a:gd name="connsiteY1970" fmla="*/ 534067 h 752475"/>
                <a:gd name="connsiteX1971" fmla="*/ 664845 w 885825"/>
                <a:gd name="connsiteY1971" fmla="*/ 533686 h 752475"/>
                <a:gd name="connsiteX1972" fmla="*/ 665131 w 885825"/>
                <a:gd name="connsiteY1972" fmla="*/ 533305 h 752475"/>
                <a:gd name="connsiteX1973" fmla="*/ 667036 w 885825"/>
                <a:gd name="connsiteY1973" fmla="*/ 531876 h 752475"/>
                <a:gd name="connsiteX1974" fmla="*/ 668084 w 885825"/>
                <a:gd name="connsiteY1974" fmla="*/ 531400 h 752475"/>
                <a:gd name="connsiteX1975" fmla="*/ 668941 w 885825"/>
                <a:gd name="connsiteY1975" fmla="*/ 531400 h 752475"/>
                <a:gd name="connsiteX1976" fmla="*/ 672370 w 885825"/>
                <a:gd name="connsiteY1976" fmla="*/ 532733 h 752475"/>
                <a:gd name="connsiteX1977" fmla="*/ 673322 w 885825"/>
                <a:gd name="connsiteY1977" fmla="*/ 532733 h 752475"/>
                <a:gd name="connsiteX1978" fmla="*/ 676847 w 885825"/>
                <a:gd name="connsiteY1978" fmla="*/ 531495 h 752475"/>
                <a:gd name="connsiteX1979" fmla="*/ 677799 w 885825"/>
                <a:gd name="connsiteY1979" fmla="*/ 531400 h 752475"/>
                <a:gd name="connsiteX1980" fmla="*/ 679990 w 885825"/>
                <a:gd name="connsiteY1980" fmla="*/ 531400 h 752475"/>
                <a:gd name="connsiteX1981" fmla="*/ 681038 w 885825"/>
                <a:gd name="connsiteY1981" fmla="*/ 531305 h 752475"/>
                <a:gd name="connsiteX1982" fmla="*/ 681799 w 885825"/>
                <a:gd name="connsiteY1982" fmla="*/ 530923 h 752475"/>
                <a:gd name="connsiteX1983" fmla="*/ 682562 w 885825"/>
                <a:gd name="connsiteY1983" fmla="*/ 529780 h 752475"/>
                <a:gd name="connsiteX1984" fmla="*/ 683133 w 885825"/>
                <a:gd name="connsiteY1984" fmla="*/ 528161 h 752475"/>
                <a:gd name="connsiteX1985" fmla="*/ 683800 w 885825"/>
                <a:gd name="connsiteY1985" fmla="*/ 524923 h 752475"/>
                <a:gd name="connsiteX1986" fmla="*/ 684371 w 885825"/>
                <a:gd name="connsiteY1986" fmla="*/ 523304 h 752475"/>
                <a:gd name="connsiteX1987" fmla="*/ 685038 w 885825"/>
                <a:gd name="connsiteY1987" fmla="*/ 522161 h 752475"/>
                <a:gd name="connsiteX1988" fmla="*/ 685610 w 885825"/>
                <a:gd name="connsiteY1988" fmla="*/ 521494 h 752475"/>
                <a:gd name="connsiteX1989" fmla="*/ 686943 w 885825"/>
                <a:gd name="connsiteY1989" fmla="*/ 519589 h 752475"/>
                <a:gd name="connsiteX1990" fmla="*/ 687705 w 885825"/>
                <a:gd name="connsiteY1990" fmla="*/ 518065 h 752475"/>
                <a:gd name="connsiteX1991" fmla="*/ 688467 w 885825"/>
                <a:gd name="connsiteY1991" fmla="*/ 517684 h 752475"/>
                <a:gd name="connsiteX1992" fmla="*/ 689229 w 885825"/>
                <a:gd name="connsiteY1992" fmla="*/ 517874 h 752475"/>
                <a:gd name="connsiteX1993" fmla="*/ 696754 w 885825"/>
                <a:gd name="connsiteY1993" fmla="*/ 525494 h 752475"/>
                <a:gd name="connsiteX1994" fmla="*/ 700373 w 885825"/>
                <a:gd name="connsiteY1994" fmla="*/ 528256 h 752475"/>
                <a:gd name="connsiteX1995" fmla="*/ 702088 w 885825"/>
                <a:gd name="connsiteY1995" fmla="*/ 529019 h 752475"/>
                <a:gd name="connsiteX1996" fmla="*/ 702755 w 885825"/>
                <a:gd name="connsiteY1996" fmla="*/ 529590 h 752475"/>
                <a:gd name="connsiteX1997" fmla="*/ 704183 w 885825"/>
                <a:gd name="connsiteY1997" fmla="*/ 531971 h 752475"/>
                <a:gd name="connsiteX1998" fmla="*/ 704850 w 885825"/>
                <a:gd name="connsiteY1998" fmla="*/ 532638 h 752475"/>
                <a:gd name="connsiteX1999" fmla="*/ 705612 w 885825"/>
                <a:gd name="connsiteY1999" fmla="*/ 533114 h 752475"/>
                <a:gd name="connsiteX2000" fmla="*/ 711994 w 885825"/>
                <a:gd name="connsiteY2000" fmla="*/ 535686 h 752475"/>
                <a:gd name="connsiteX2001" fmla="*/ 712756 w 885825"/>
                <a:gd name="connsiteY2001" fmla="*/ 536162 h 752475"/>
                <a:gd name="connsiteX2002" fmla="*/ 713422 w 885825"/>
                <a:gd name="connsiteY2002" fmla="*/ 536734 h 752475"/>
                <a:gd name="connsiteX2003" fmla="*/ 713994 w 885825"/>
                <a:gd name="connsiteY2003" fmla="*/ 537496 h 752475"/>
                <a:gd name="connsiteX2004" fmla="*/ 714375 w 885825"/>
                <a:gd name="connsiteY2004" fmla="*/ 538353 h 752475"/>
                <a:gd name="connsiteX2005" fmla="*/ 714470 w 885825"/>
                <a:gd name="connsiteY2005" fmla="*/ 539305 h 752475"/>
                <a:gd name="connsiteX2006" fmla="*/ 714470 w 885825"/>
                <a:gd name="connsiteY2006" fmla="*/ 540163 h 752475"/>
                <a:gd name="connsiteX2007" fmla="*/ 714375 w 885825"/>
                <a:gd name="connsiteY2007" fmla="*/ 541020 h 752475"/>
                <a:gd name="connsiteX2008" fmla="*/ 714375 w 885825"/>
                <a:gd name="connsiteY2008" fmla="*/ 541591 h 752475"/>
                <a:gd name="connsiteX2009" fmla="*/ 714470 w 885825"/>
                <a:gd name="connsiteY2009" fmla="*/ 542354 h 752475"/>
                <a:gd name="connsiteX2010" fmla="*/ 714947 w 885825"/>
                <a:gd name="connsiteY2010" fmla="*/ 543020 h 752475"/>
                <a:gd name="connsiteX2011" fmla="*/ 715613 w 885825"/>
                <a:gd name="connsiteY2011" fmla="*/ 543401 h 752475"/>
                <a:gd name="connsiteX2012" fmla="*/ 716471 w 885825"/>
                <a:gd name="connsiteY2012" fmla="*/ 543401 h 752475"/>
                <a:gd name="connsiteX2013" fmla="*/ 717518 w 885825"/>
                <a:gd name="connsiteY2013" fmla="*/ 542639 h 752475"/>
                <a:gd name="connsiteX2014" fmla="*/ 720185 w 885825"/>
                <a:gd name="connsiteY2014" fmla="*/ 538734 h 752475"/>
                <a:gd name="connsiteX2015" fmla="*/ 720852 w 885825"/>
                <a:gd name="connsiteY2015" fmla="*/ 537115 h 752475"/>
                <a:gd name="connsiteX2016" fmla="*/ 721138 w 885825"/>
                <a:gd name="connsiteY2016" fmla="*/ 535972 h 752475"/>
                <a:gd name="connsiteX2017" fmla="*/ 721043 w 885825"/>
                <a:gd name="connsiteY2017" fmla="*/ 534257 h 752475"/>
                <a:gd name="connsiteX2018" fmla="*/ 717613 w 885825"/>
                <a:gd name="connsiteY2018" fmla="*/ 530257 h 752475"/>
                <a:gd name="connsiteX2019" fmla="*/ 714280 w 885825"/>
                <a:gd name="connsiteY2019" fmla="*/ 525209 h 752475"/>
                <a:gd name="connsiteX2020" fmla="*/ 713041 w 885825"/>
                <a:gd name="connsiteY2020" fmla="*/ 522446 h 752475"/>
                <a:gd name="connsiteX2021" fmla="*/ 712184 w 885825"/>
                <a:gd name="connsiteY2021" fmla="*/ 519684 h 752475"/>
                <a:gd name="connsiteX2022" fmla="*/ 711041 w 885825"/>
                <a:gd name="connsiteY2022" fmla="*/ 514160 h 752475"/>
                <a:gd name="connsiteX2023" fmla="*/ 710946 w 885825"/>
                <a:gd name="connsiteY2023" fmla="*/ 512445 h 752475"/>
                <a:gd name="connsiteX2024" fmla="*/ 711422 w 885825"/>
                <a:gd name="connsiteY2024" fmla="*/ 509873 h 752475"/>
                <a:gd name="connsiteX2025" fmla="*/ 711422 w 885825"/>
                <a:gd name="connsiteY2025" fmla="*/ 508540 h 752475"/>
                <a:gd name="connsiteX2026" fmla="*/ 711327 w 885825"/>
                <a:gd name="connsiteY2026" fmla="*/ 507302 h 752475"/>
                <a:gd name="connsiteX2027" fmla="*/ 710279 w 885825"/>
                <a:gd name="connsiteY2027" fmla="*/ 505968 h 752475"/>
                <a:gd name="connsiteX2028" fmla="*/ 708660 w 885825"/>
                <a:gd name="connsiteY2028" fmla="*/ 504825 h 752475"/>
                <a:gd name="connsiteX2029" fmla="*/ 704850 w 885825"/>
                <a:gd name="connsiteY2029" fmla="*/ 503111 h 752475"/>
                <a:gd name="connsiteX2030" fmla="*/ 702945 w 885825"/>
                <a:gd name="connsiteY2030" fmla="*/ 502825 h 752475"/>
                <a:gd name="connsiteX2031" fmla="*/ 701421 w 885825"/>
                <a:gd name="connsiteY2031" fmla="*/ 502920 h 752475"/>
                <a:gd name="connsiteX2032" fmla="*/ 700469 w 885825"/>
                <a:gd name="connsiteY2032" fmla="*/ 503111 h 752475"/>
                <a:gd name="connsiteX2033" fmla="*/ 698945 w 885825"/>
                <a:gd name="connsiteY2033" fmla="*/ 502634 h 752475"/>
                <a:gd name="connsiteX2034" fmla="*/ 696944 w 885825"/>
                <a:gd name="connsiteY2034" fmla="*/ 501682 h 752475"/>
                <a:gd name="connsiteX2035" fmla="*/ 692563 w 885825"/>
                <a:gd name="connsiteY2035" fmla="*/ 498634 h 752475"/>
                <a:gd name="connsiteX2036" fmla="*/ 691134 w 885825"/>
                <a:gd name="connsiteY2036" fmla="*/ 497872 h 752475"/>
                <a:gd name="connsiteX2037" fmla="*/ 690563 w 885825"/>
                <a:gd name="connsiteY2037" fmla="*/ 497777 h 752475"/>
                <a:gd name="connsiteX2038" fmla="*/ 689896 w 885825"/>
                <a:gd name="connsiteY2038" fmla="*/ 497872 h 752475"/>
                <a:gd name="connsiteX2039" fmla="*/ 689324 w 885825"/>
                <a:gd name="connsiteY2039" fmla="*/ 498062 h 752475"/>
                <a:gd name="connsiteX2040" fmla="*/ 680752 w 885825"/>
                <a:gd name="connsiteY2040" fmla="*/ 502730 h 752475"/>
                <a:gd name="connsiteX2041" fmla="*/ 680085 w 885825"/>
                <a:gd name="connsiteY2041" fmla="*/ 502920 h 752475"/>
                <a:gd name="connsiteX2042" fmla="*/ 678942 w 885825"/>
                <a:gd name="connsiteY2042" fmla="*/ 503015 h 752475"/>
                <a:gd name="connsiteX2043" fmla="*/ 677513 w 885825"/>
                <a:gd name="connsiteY2043" fmla="*/ 502920 h 752475"/>
                <a:gd name="connsiteX2044" fmla="*/ 675704 w 885825"/>
                <a:gd name="connsiteY2044" fmla="*/ 502348 h 752475"/>
                <a:gd name="connsiteX2045" fmla="*/ 674084 w 885825"/>
                <a:gd name="connsiteY2045" fmla="*/ 501205 h 752475"/>
                <a:gd name="connsiteX2046" fmla="*/ 672084 w 885825"/>
                <a:gd name="connsiteY2046" fmla="*/ 499015 h 752475"/>
                <a:gd name="connsiteX2047" fmla="*/ 670084 w 885825"/>
                <a:gd name="connsiteY2047" fmla="*/ 495967 h 752475"/>
                <a:gd name="connsiteX2048" fmla="*/ 669893 w 885825"/>
                <a:gd name="connsiteY2048" fmla="*/ 495395 h 752475"/>
                <a:gd name="connsiteX2049" fmla="*/ 669607 w 885825"/>
                <a:gd name="connsiteY2049" fmla="*/ 494347 h 752475"/>
                <a:gd name="connsiteX2050" fmla="*/ 669512 w 885825"/>
                <a:gd name="connsiteY2050" fmla="*/ 492633 h 752475"/>
                <a:gd name="connsiteX2051" fmla="*/ 669512 w 885825"/>
                <a:gd name="connsiteY2051" fmla="*/ 491585 h 752475"/>
                <a:gd name="connsiteX2052" fmla="*/ 669703 w 885825"/>
                <a:gd name="connsiteY2052" fmla="*/ 490347 h 752475"/>
                <a:gd name="connsiteX2053" fmla="*/ 669703 w 885825"/>
                <a:gd name="connsiteY2053" fmla="*/ 489013 h 752475"/>
                <a:gd name="connsiteX2054" fmla="*/ 669417 w 885825"/>
                <a:gd name="connsiteY2054" fmla="*/ 487680 h 752475"/>
                <a:gd name="connsiteX2055" fmla="*/ 668464 w 885825"/>
                <a:gd name="connsiteY2055" fmla="*/ 484727 h 752475"/>
                <a:gd name="connsiteX2056" fmla="*/ 668560 w 885825"/>
                <a:gd name="connsiteY2056" fmla="*/ 483680 h 752475"/>
                <a:gd name="connsiteX2057" fmla="*/ 669131 w 885825"/>
                <a:gd name="connsiteY2057" fmla="*/ 482155 h 752475"/>
                <a:gd name="connsiteX2058" fmla="*/ 669227 w 885825"/>
                <a:gd name="connsiteY2058" fmla="*/ 481489 h 752475"/>
                <a:gd name="connsiteX2059" fmla="*/ 668941 w 885825"/>
                <a:gd name="connsiteY2059" fmla="*/ 480727 h 752475"/>
                <a:gd name="connsiteX2060" fmla="*/ 668369 w 885825"/>
                <a:gd name="connsiteY2060" fmla="*/ 479679 h 752475"/>
                <a:gd name="connsiteX2061" fmla="*/ 667417 w 885825"/>
                <a:gd name="connsiteY2061" fmla="*/ 478441 h 752475"/>
                <a:gd name="connsiteX2062" fmla="*/ 666750 w 885825"/>
                <a:gd name="connsiteY2062" fmla="*/ 476917 h 752475"/>
                <a:gd name="connsiteX2063" fmla="*/ 666560 w 885825"/>
                <a:gd name="connsiteY2063" fmla="*/ 475107 h 752475"/>
                <a:gd name="connsiteX2064" fmla="*/ 667131 w 885825"/>
                <a:gd name="connsiteY2064" fmla="*/ 469011 h 752475"/>
                <a:gd name="connsiteX2065" fmla="*/ 666845 w 885825"/>
                <a:gd name="connsiteY2065" fmla="*/ 468154 h 752475"/>
                <a:gd name="connsiteX2066" fmla="*/ 666083 w 885825"/>
                <a:gd name="connsiteY2066" fmla="*/ 467678 h 752475"/>
                <a:gd name="connsiteX2067" fmla="*/ 664750 w 885825"/>
                <a:gd name="connsiteY2067" fmla="*/ 468154 h 752475"/>
                <a:gd name="connsiteX2068" fmla="*/ 664083 w 885825"/>
                <a:gd name="connsiteY2068" fmla="*/ 468916 h 752475"/>
                <a:gd name="connsiteX2069" fmla="*/ 663416 w 885825"/>
                <a:gd name="connsiteY2069" fmla="*/ 470630 h 752475"/>
                <a:gd name="connsiteX2070" fmla="*/ 662845 w 885825"/>
                <a:gd name="connsiteY2070" fmla="*/ 471011 h 752475"/>
                <a:gd name="connsiteX2071" fmla="*/ 662083 w 885825"/>
                <a:gd name="connsiteY2071" fmla="*/ 470916 h 752475"/>
                <a:gd name="connsiteX2072" fmla="*/ 659321 w 885825"/>
                <a:gd name="connsiteY2072" fmla="*/ 469678 h 752475"/>
                <a:gd name="connsiteX2073" fmla="*/ 657606 w 885825"/>
                <a:gd name="connsiteY2073" fmla="*/ 469202 h 752475"/>
                <a:gd name="connsiteX2074" fmla="*/ 655130 w 885825"/>
                <a:gd name="connsiteY2074" fmla="*/ 469297 h 752475"/>
                <a:gd name="connsiteX2075" fmla="*/ 651034 w 885825"/>
                <a:gd name="connsiteY2075" fmla="*/ 468916 h 752475"/>
                <a:gd name="connsiteX2076" fmla="*/ 647129 w 885825"/>
                <a:gd name="connsiteY2076" fmla="*/ 466820 h 752475"/>
                <a:gd name="connsiteX2077" fmla="*/ 644271 w 885825"/>
                <a:gd name="connsiteY2077" fmla="*/ 465106 h 752475"/>
                <a:gd name="connsiteX2078" fmla="*/ 643795 w 885825"/>
                <a:gd name="connsiteY2078" fmla="*/ 464630 h 752475"/>
                <a:gd name="connsiteX2079" fmla="*/ 643509 w 885825"/>
                <a:gd name="connsiteY2079" fmla="*/ 464153 h 752475"/>
                <a:gd name="connsiteX2080" fmla="*/ 643414 w 885825"/>
                <a:gd name="connsiteY2080" fmla="*/ 463010 h 752475"/>
                <a:gd name="connsiteX2081" fmla="*/ 643509 w 885825"/>
                <a:gd name="connsiteY2081" fmla="*/ 458724 h 752475"/>
                <a:gd name="connsiteX2082" fmla="*/ 643319 w 885825"/>
                <a:gd name="connsiteY2082" fmla="*/ 457295 h 752475"/>
                <a:gd name="connsiteX2083" fmla="*/ 642938 w 885825"/>
                <a:gd name="connsiteY2083" fmla="*/ 456247 h 752475"/>
                <a:gd name="connsiteX2084" fmla="*/ 642366 w 885825"/>
                <a:gd name="connsiteY2084" fmla="*/ 455771 h 752475"/>
                <a:gd name="connsiteX2085" fmla="*/ 640461 w 885825"/>
                <a:gd name="connsiteY2085" fmla="*/ 454438 h 752475"/>
                <a:gd name="connsiteX2086" fmla="*/ 639794 w 885825"/>
                <a:gd name="connsiteY2086" fmla="*/ 454152 h 752475"/>
                <a:gd name="connsiteX2087" fmla="*/ 639032 w 885825"/>
                <a:gd name="connsiteY2087" fmla="*/ 453866 h 752475"/>
                <a:gd name="connsiteX2088" fmla="*/ 638175 w 885825"/>
                <a:gd name="connsiteY2088" fmla="*/ 453580 h 752475"/>
                <a:gd name="connsiteX2089" fmla="*/ 636937 w 885825"/>
                <a:gd name="connsiteY2089" fmla="*/ 453485 h 752475"/>
                <a:gd name="connsiteX2090" fmla="*/ 636175 w 885825"/>
                <a:gd name="connsiteY2090" fmla="*/ 453199 h 752475"/>
                <a:gd name="connsiteX2091" fmla="*/ 635698 w 885825"/>
                <a:gd name="connsiteY2091" fmla="*/ 452628 h 752475"/>
                <a:gd name="connsiteX2092" fmla="*/ 635413 w 885825"/>
                <a:gd name="connsiteY2092" fmla="*/ 451771 h 752475"/>
                <a:gd name="connsiteX2093" fmla="*/ 635127 w 885825"/>
                <a:gd name="connsiteY2093" fmla="*/ 451104 h 752475"/>
                <a:gd name="connsiteX2094" fmla="*/ 634365 w 885825"/>
                <a:gd name="connsiteY2094" fmla="*/ 449866 h 752475"/>
                <a:gd name="connsiteX2095" fmla="*/ 633984 w 885825"/>
                <a:gd name="connsiteY2095" fmla="*/ 448913 h 752475"/>
                <a:gd name="connsiteX2096" fmla="*/ 633317 w 885825"/>
                <a:gd name="connsiteY2096" fmla="*/ 445103 h 752475"/>
                <a:gd name="connsiteX2097" fmla="*/ 633413 w 885825"/>
                <a:gd name="connsiteY2097" fmla="*/ 443484 h 752475"/>
                <a:gd name="connsiteX2098" fmla="*/ 633794 w 885825"/>
                <a:gd name="connsiteY2098" fmla="*/ 442151 h 752475"/>
                <a:gd name="connsiteX2099" fmla="*/ 634937 w 885825"/>
                <a:gd name="connsiteY2099" fmla="*/ 440055 h 752475"/>
                <a:gd name="connsiteX2100" fmla="*/ 635603 w 885825"/>
                <a:gd name="connsiteY2100" fmla="*/ 439103 h 752475"/>
                <a:gd name="connsiteX2101" fmla="*/ 636461 w 885825"/>
                <a:gd name="connsiteY2101" fmla="*/ 438150 h 752475"/>
                <a:gd name="connsiteX2102" fmla="*/ 638175 w 885825"/>
                <a:gd name="connsiteY2102" fmla="*/ 436816 h 752475"/>
                <a:gd name="connsiteX2103" fmla="*/ 639509 w 885825"/>
                <a:gd name="connsiteY2103" fmla="*/ 435578 h 752475"/>
                <a:gd name="connsiteX2104" fmla="*/ 641795 w 885825"/>
                <a:gd name="connsiteY2104" fmla="*/ 432340 h 752475"/>
                <a:gd name="connsiteX2105" fmla="*/ 642461 w 885825"/>
                <a:gd name="connsiteY2105" fmla="*/ 431768 h 752475"/>
                <a:gd name="connsiteX2106" fmla="*/ 643509 w 885825"/>
                <a:gd name="connsiteY2106" fmla="*/ 431292 h 752475"/>
                <a:gd name="connsiteX2107" fmla="*/ 644462 w 885825"/>
                <a:gd name="connsiteY2107" fmla="*/ 431292 h 752475"/>
                <a:gd name="connsiteX2108" fmla="*/ 646176 w 885825"/>
                <a:gd name="connsiteY2108" fmla="*/ 431959 h 752475"/>
                <a:gd name="connsiteX2109" fmla="*/ 647033 w 885825"/>
                <a:gd name="connsiteY2109" fmla="*/ 431768 h 752475"/>
                <a:gd name="connsiteX2110" fmla="*/ 647700 w 885825"/>
                <a:gd name="connsiteY2110" fmla="*/ 431197 h 752475"/>
                <a:gd name="connsiteX2111" fmla="*/ 648653 w 885825"/>
                <a:gd name="connsiteY2111" fmla="*/ 429673 h 752475"/>
                <a:gd name="connsiteX2112" fmla="*/ 649224 w 885825"/>
                <a:gd name="connsiteY2112" fmla="*/ 429101 h 752475"/>
                <a:gd name="connsiteX2113" fmla="*/ 650081 w 885825"/>
                <a:gd name="connsiteY2113" fmla="*/ 428720 h 752475"/>
                <a:gd name="connsiteX2114" fmla="*/ 653320 w 885825"/>
                <a:gd name="connsiteY2114" fmla="*/ 428815 h 752475"/>
                <a:gd name="connsiteX2115" fmla="*/ 653987 w 885825"/>
                <a:gd name="connsiteY2115" fmla="*/ 428815 h 752475"/>
                <a:gd name="connsiteX2116" fmla="*/ 654368 w 885825"/>
                <a:gd name="connsiteY2116" fmla="*/ 428244 h 752475"/>
                <a:gd name="connsiteX2117" fmla="*/ 654653 w 885825"/>
                <a:gd name="connsiteY2117" fmla="*/ 427196 h 752475"/>
                <a:gd name="connsiteX2118" fmla="*/ 654748 w 885825"/>
                <a:gd name="connsiteY2118" fmla="*/ 423481 h 752475"/>
                <a:gd name="connsiteX2119" fmla="*/ 655130 w 885825"/>
                <a:gd name="connsiteY2119" fmla="*/ 422053 h 752475"/>
                <a:gd name="connsiteX2120" fmla="*/ 655511 w 885825"/>
                <a:gd name="connsiteY2120" fmla="*/ 421481 h 752475"/>
                <a:gd name="connsiteX2121" fmla="*/ 655891 w 885825"/>
                <a:gd name="connsiteY2121" fmla="*/ 420910 h 752475"/>
                <a:gd name="connsiteX2122" fmla="*/ 656654 w 885825"/>
                <a:gd name="connsiteY2122" fmla="*/ 420338 h 752475"/>
                <a:gd name="connsiteX2123" fmla="*/ 662654 w 885825"/>
                <a:gd name="connsiteY2123" fmla="*/ 417195 h 752475"/>
                <a:gd name="connsiteX2124" fmla="*/ 663797 w 885825"/>
                <a:gd name="connsiteY2124" fmla="*/ 416909 h 752475"/>
                <a:gd name="connsiteX2125" fmla="*/ 664845 w 885825"/>
                <a:gd name="connsiteY2125" fmla="*/ 416623 h 752475"/>
                <a:gd name="connsiteX2126" fmla="*/ 666179 w 885825"/>
                <a:gd name="connsiteY2126" fmla="*/ 416623 h 752475"/>
                <a:gd name="connsiteX2127" fmla="*/ 667322 w 885825"/>
                <a:gd name="connsiteY2127" fmla="*/ 416243 h 752475"/>
                <a:gd name="connsiteX2128" fmla="*/ 667798 w 885825"/>
                <a:gd name="connsiteY2128" fmla="*/ 415766 h 752475"/>
                <a:gd name="connsiteX2129" fmla="*/ 667988 w 885825"/>
                <a:gd name="connsiteY2129" fmla="*/ 414433 h 752475"/>
                <a:gd name="connsiteX2130" fmla="*/ 667893 w 885825"/>
                <a:gd name="connsiteY2130" fmla="*/ 413099 h 752475"/>
                <a:gd name="connsiteX2131" fmla="*/ 667322 w 885825"/>
                <a:gd name="connsiteY2131" fmla="*/ 410623 h 752475"/>
                <a:gd name="connsiteX2132" fmla="*/ 667417 w 885825"/>
                <a:gd name="connsiteY2132" fmla="*/ 409099 h 752475"/>
                <a:gd name="connsiteX2133" fmla="*/ 667512 w 885825"/>
                <a:gd name="connsiteY2133" fmla="*/ 408051 h 752475"/>
                <a:gd name="connsiteX2134" fmla="*/ 669131 w 885825"/>
                <a:gd name="connsiteY2134" fmla="*/ 405384 h 752475"/>
                <a:gd name="connsiteX2135" fmla="*/ 670084 w 885825"/>
                <a:gd name="connsiteY2135" fmla="*/ 403955 h 752475"/>
                <a:gd name="connsiteX2136" fmla="*/ 670465 w 885825"/>
                <a:gd name="connsiteY2136" fmla="*/ 403098 h 752475"/>
                <a:gd name="connsiteX2137" fmla="*/ 670370 w 885825"/>
                <a:gd name="connsiteY2137" fmla="*/ 402146 h 752475"/>
                <a:gd name="connsiteX2138" fmla="*/ 669607 w 885825"/>
                <a:gd name="connsiteY2138" fmla="*/ 401098 h 752475"/>
                <a:gd name="connsiteX2139" fmla="*/ 664845 w 885825"/>
                <a:gd name="connsiteY2139" fmla="*/ 397764 h 752475"/>
                <a:gd name="connsiteX2140" fmla="*/ 660368 w 885825"/>
                <a:gd name="connsiteY2140" fmla="*/ 394049 h 752475"/>
                <a:gd name="connsiteX2141" fmla="*/ 656749 w 885825"/>
                <a:gd name="connsiteY2141" fmla="*/ 392239 h 752475"/>
                <a:gd name="connsiteX2142" fmla="*/ 655987 w 885825"/>
                <a:gd name="connsiteY2142" fmla="*/ 391573 h 752475"/>
                <a:gd name="connsiteX2143" fmla="*/ 655130 w 885825"/>
                <a:gd name="connsiteY2143" fmla="*/ 390525 h 752475"/>
                <a:gd name="connsiteX2144" fmla="*/ 654748 w 885825"/>
                <a:gd name="connsiteY2144" fmla="*/ 389572 h 752475"/>
                <a:gd name="connsiteX2145" fmla="*/ 654748 w 885825"/>
                <a:gd name="connsiteY2145" fmla="*/ 388715 h 752475"/>
                <a:gd name="connsiteX2146" fmla="*/ 654939 w 885825"/>
                <a:gd name="connsiteY2146" fmla="*/ 387953 h 752475"/>
                <a:gd name="connsiteX2147" fmla="*/ 656177 w 885825"/>
                <a:gd name="connsiteY2147" fmla="*/ 386715 h 752475"/>
                <a:gd name="connsiteX2148" fmla="*/ 660368 w 885825"/>
                <a:gd name="connsiteY2148" fmla="*/ 385477 h 752475"/>
                <a:gd name="connsiteX2149" fmla="*/ 661321 w 885825"/>
                <a:gd name="connsiteY2149" fmla="*/ 385001 h 752475"/>
                <a:gd name="connsiteX2150" fmla="*/ 662369 w 885825"/>
                <a:gd name="connsiteY2150" fmla="*/ 384429 h 752475"/>
                <a:gd name="connsiteX2151" fmla="*/ 662749 w 885825"/>
                <a:gd name="connsiteY2151" fmla="*/ 383762 h 752475"/>
                <a:gd name="connsiteX2152" fmla="*/ 662654 w 885825"/>
                <a:gd name="connsiteY2152" fmla="*/ 383000 h 752475"/>
                <a:gd name="connsiteX2153" fmla="*/ 662083 w 885825"/>
                <a:gd name="connsiteY2153" fmla="*/ 382143 h 752475"/>
                <a:gd name="connsiteX2154" fmla="*/ 661130 w 885825"/>
                <a:gd name="connsiteY2154" fmla="*/ 381286 h 752475"/>
                <a:gd name="connsiteX2155" fmla="*/ 660749 w 885825"/>
                <a:gd name="connsiteY2155" fmla="*/ 380524 h 752475"/>
                <a:gd name="connsiteX2156" fmla="*/ 660654 w 885825"/>
                <a:gd name="connsiteY2156" fmla="*/ 379571 h 752475"/>
                <a:gd name="connsiteX2157" fmla="*/ 660845 w 885825"/>
                <a:gd name="connsiteY2157" fmla="*/ 379000 h 752475"/>
                <a:gd name="connsiteX2158" fmla="*/ 661606 w 885825"/>
                <a:gd name="connsiteY2158" fmla="*/ 378428 h 752475"/>
                <a:gd name="connsiteX2159" fmla="*/ 662845 w 885825"/>
                <a:gd name="connsiteY2159" fmla="*/ 378238 h 752475"/>
                <a:gd name="connsiteX2160" fmla="*/ 667226 w 885825"/>
                <a:gd name="connsiteY2160" fmla="*/ 378905 h 752475"/>
                <a:gd name="connsiteX2161" fmla="*/ 667607 w 885825"/>
                <a:gd name="connsiteY2161" fmla="*/ 379000 h 752475"/>
                <a:gd name="connsiteX2162" fmla="*/ 667798 w 885825"/>
                <a:gd name="connsiteY2162" fmla="*/ 379095 h 752475"/>
                <a:gd name="connsiteX2163" fmla="*/ 668274 w 885825"/>
                <a:gd name="connsiteY2163" fmla="*/ 379000 h 752475"/>
                <a:gd name="connsiteX2164" fmla="*/ 668750 w 885825"/>
                <a:gd name="connsiteY2164" fmla="*/ 378619 h 752475"/>
                <a:gd name="connsiteX2165" fmla="*/ 669227 w 885825"/>
                <a:gd name="connsiteY2165" fmla="*/ 377666 h 752475"/>
                <a:gd name="connsiteX2166" fmla="*/ 669227 w 885825"/>
                <a:gd name="connsiteY2166" fmla="*/ 376904 h 752475"/>
                <a:gd name="connsiteX2167" fmla="*/ 668560 w 885825"/>
                <a:gd name="connsiteY2167" fmla="*/ 374904 h 752475"/>
                <a:gd name="connsiteX2168" fmla="*/ 668750 w 885825"/>
                <a:gd name="connsiteY2168" fmla="*/ 373761 h 752475"/>
                <a:gd name="connsiteX2169" fmla="*/ 673798 w 885825"/>
                <a:gd name="connsiteY2169" fmla="*/ 365093 h 752475"/>
                <a:gd name="connsiteX2170" fmla="*/ 674656 w 885825"/>
                <a:gd name="connsiteY2170" fmla="*/ 364236 h 752475"/>
                <a:gd name="connsiteX2171" fmla="*/ 675704 w 885825"/>
                <a:gd name="connsiteY2171" fmla="*/ 363855 h 752475"/>
                <a:gd name="connsiteX2172" fmla="*/ 677132 w 885825"/>
                <a:gd name="connsiteY2172" fmla="*/ 363950 h 752475"/>
                <a:gd name="connsiteX2173" fmla="*/ 678752 w 885825"/>
                <a:gd name="connsiteY2173" fmla="*/ 364522 h 752475"/>
                <a:gd name="connsiteX2174" fmla="*/ 680847 w 885825"/>
                <a:gd name="connsiteY2174" fmla="*/ 366427 h 752475"/>
                <a:gd name="connsiteX2175" fmla="*/ 682085 w 885825"/>
                <a:gd name="connsiteY2175" fmla="*/ 367189 h 752475"/>
                <a:gd name="connsiteX2176" fmla="*/ 682847 w 885825"/>
                <a:gd name="connsiteY2176" fmla="*/ 367570 h 752475"/>
                <a:gd name="connsiteX2177" fmla="*/ 688467 w 885825"/>
                <a:gd name="connsiteY2177" fmla="*/ 368332 h 752475"/>
                <a:gd name="connsiteX2178" fmla="*/ 690372 w 885825"/>
                <a:gd name="connsiteY2178" fmla="*/ 368618 h 752475"/>
                <a:gd name="connsiteX2179" fmla="*/ 700469 w 885825"/>
                <a:gd name="connsiteY2179" fmla="*/ 372618 h 752475"/>
                <a:gd name="connsiteX2180" fmla="*/ 702659 w 885825"/>
                <a:gd name="connsiteY2180" fmla="*/ 374142 h 752475"/>
                <a:gd name="connsiteX2181" fmla="*/ 703612 w 885825"/>
                <a:gd name="connsiteY2181" fmla="*/ 374999 h 752475"/>
                <a:gd name="connsiteX2182" fmla="*/ 704850 w 885825"/>
                <a:gd name="connsiteY2182" fmla="*/ 377380 h 752475"/>
                <a:gd name="connsiteX2183" fmla="*/ 705707 w 885825"/>
                <a:gd name="connsiteY2183" fmla="*/ 379857 h 752475"/>
                <a:gd name="connsiteX2184" fmla="*/ 706088 w 885825"/>
                <a:gd name="connsiteY2184" fmla="*/ 380238 h 752475"/>
                <a:gd name="connsiteX2185" fmla="*/ 706660 w 885825"/>
                <a:gd name="connsiteY2185" fmla="*/ 380619 h 752475"/>
                <a:gd name="connsiteX2186" fmla="*/ 707707 w 885825"/>
                <a:gd name="connsiteY2186" fmla="*/ 381286 h 752475"/>
                <a:gd name="connsiteX2187" fmla="*/ 708184 w 885825"/>
                <a:gd name="connsiteY2187" fmla="*/ 381667 h 752475"/>
                <a:gd name="connsiteX2188" fmla="*/ 708660 w 885825"/>
                <a:gd name="connsiteY2188" fmla="*/ 382238 h 752475"/>
                <a:gd name="connsiteX2189" fmla="*/ 709041 w 885825"/>
                <a:gd name="connsiteY2189" fmla="*/ 383096 h 752475"/>
                <a:gd name="connsiteX2190" fmla="*/ 709613 w 885825"/>
                <a:gd name="connsiteY2190" fmla="*/ 383857 h 752475"/>
                <a:gd name="connsiteX2191" fmla="*/ 710565 w 885825"/>
                <a:gd name="connsiteY2191" fmla="*/ 383953 h 752475"/>
                <a:gd name="connsiteX2192" fmla="*/ 711803 w 885825"/>
                <a:gd name="connsiteY2192" fmla="*/ 383191 h 752475"/>
                <a:gd name="connsiteX2193" fmla="*/ 713041 w 885825"/>
                <a:gd name="connsiteY2193" fmla="*/ 381381 h 752475"/>
                <a:gd name="connsiteX2194" fmla="*/ 713899 w 885825"/>
                <a:gd name="connsiteY2194" fmla="*/ 380429 h 752475"/>
                <a:gd name="connsiteX2195" fmla="*/ 714851 w 885825"/>
                <a:gd name="connsiteY2195" fmla="*/ 379952 h 752475"/>
                <a:gd name="connsiteX2196" fmla="*/ 721233 w 885825"/>
                <a:gd name="connsiteY2196" fmla="*/ 379857 h 752475"/>
                <a:gd name="connsiteX2197" fmla="*/ 722281 w 885825"/>
                <a:gd name="connsiteY2197" fmla="*/ 379571 h 752475"/>
                <a:gd name="connsiteX2198" fmla="*/ 723138 w 885825"/>
                <a:gd name="connsiteY2198" fmla="*/ 379095 h 752475"/>
                <a:gd name="connsiteX2199" fmla="*/ 723614 w 885825"/>
                <a:gd name="connsiteY2199" fmla="*/ 378428 h 752475"/>
                <a:gd name="connsiteX2200" fmla="*/ 723805 w 885825"/>
                <a:gd name="connsiteY2200" fmla="*/ 377762 h 752475"/>
                <a:gd name="connsiteX2201" fmla="*/ 723900 w 885825"/>
                <a:gd name="connsiteY2201" fmla="*/ 376809 h 752475"/>
                <a:gd name="connsiteX2202" fmla="*/ 724186 w 885825"/>
                <a:gd name="connsiteY2202" fmla="*/ 375856 h 752475"/>
                <a:gd name="connsiteX2203" fmla="*/ 724662 w 885825"/>
                <a:gd name="connsiteY2203" fmla="*/ 375095 h 752475"/>
                <a:gd name="connsiteX2204" fmla="*/ 725329 w 885825"/>
                <a:gd name="connsiteY2204" fmla="*/ 374523 h 752475"/>
                <a:gd name="connsiteX2205" fmla="*/ 726377 w 885825"/>
                <a:gd name="connsiteY2205" fmla="*/ 374332 h 752475"/>
                <a:gd name="connsiteX2206" fmla="*/ 727520 w 885825"/>
                <a:gd name="connsiteY2206" fmla="*/ 374523 h 752475"/>
                <a:gd name="connsiteX2207" fmla="*/ 728948 w 885825"/>
                <a:gd name="connsiteY2207" fmla="*/ 374999 h 752475"/>
                <a:gd name="connsiteX2208" fmla="*/ 729996 w 885825"/>
                <a:gd name="connsiteY2208" fmla="*/ 375285 h 752475"/>
                <a:gd name="connsiteX2209" fmla="*/ 730568 w 885825"/>
                <a:gd name="connsiteY2209" fmla="*/ 375380 h 752475"/>
                <a:gd name="connsiteX2210" fmla="*/ 731139 w 885825"/>
                <a:gd name="connsiteY2210" fmla="*/ 375095 h 752475"/>
                <a:gd name="connsiteX2211" fmla="*/ 733044 w 885825"/>
                <a:gd name="connsiteY2211" fmla="*/ 372999 h 752475"/>
                <a:gd name="connsiteX2212" fmla="*/ 733520 w 885825"/>
                <a:gd name="connsiteY2212" fmla="*/ 372713 h 752475"/>
                <a:gd name="connsiteX2213" fmla="*/ 733997 w 885825"/>
                <a:gd name="connsiteY2213" fmla="*/ 372809 h 752475"/>
                <a:gd name="connsiteX2214" fmla="*/ 734378 w 885825"/>
                <a:gd name="connsiteY2214" fmla="*/ 373285 h 752475"/>
                <a:gd name="connsiteX2215" fmla="*/ 734663 w 885825"/>
                <a:gd name="connsiteY2215" fmla="*/ 374332 h 752475"/>
                <a:gd name="connsiteX2216" fmla="*/ 735139 w 885825"/>
                <a:gd name="connsiteY2216" fmla="*/ 374999 h 752475"/>
                <a:gd name="connsiteX2217" fmla="*/ 735902 w 885825"/>
                <a:gd name="connsiteY2217" fmla="*/ 375666 h 752475"/>
                <a:gd name="connsiteX2218" fmla="*/ 737711 w 885825"/>
                <a:gd name="connsiteY2218" fmla="*/ 376714 h 752475"/>
                <a:gd name="connsiteX2219" fmla="*/ 738854 w 885825"/>
                <a:gd name="connsiteY2219" fmla="*/ 377857 h 752475"/>
                <a:gd name="connsiteX2220" fmla="*/ 739902 w 885825"/>
                <a:gd name="connsiteY2220" fmla="*/ 379381 h 752475"/>
                <a:gd name="connsiteX2221" fmla="*/ 740473 w 885825"/>
                <a:gd name="connsiteY2221" fmla="*/ 382048 h 752475"/>
                <a:gd name="connsiteX2222" fmla="*/ 741616 w 885825"/>
                <a:gd name="connsiteY2222" fmla="*/ 385953 h 752475"/>
                <a:gd name="connsiteX2223" fmla="*/ 742760 w 885825"/>
                <a:gd name="connsiteY2223" fmla="*/ 388620 h 752475"/>
                <a:gd name="connsiteX2224" fmla="*/ 743998 w 885825"/>
                <a:gd name="connsiteY2224" fmla="*/ 390906 h 752475"/>
                <a:gd name="connsiteX2225" fmla="*/ 745236 w 885825"/>
                <a:gd name="connsiteY2225" fmla="*/ 391763 h 752475"/>
                <a:gd name="connsiteX2226" fmla="*/ 746093 w 885825"/>
                <a:gd name="connsiteY2226" fmla="*/ 395573 h 752475"/>
                <a:gd name="connsiteX2227" fmla="*/ 746855 w 885825"/>
                <a:gd name="connsiteY2227" fmla="*/ 397193 h 752475"/>
                <a:gd name="connsiteX2228" fmla="*/ 747808 w 885825"/>
                <a:gd name="connsiteY2228" fmla="*/ 398621 h 752475"/>
                <a:gd name="connsiteX2229" fmla="*/ 748760 w 885825"/>
                <a:gd name="connsiteY2229" fmla="*/ 399479 h 752475"/>
                <a:gd name="connsiteX2230" fmla="*/ 749713 w 885825"/>
                <a:gd name="connsiteY2230" fmla="*/ 400050 h 752475"/>
                <a:gd name="connsiteX2231" fmla="*/ 750761 w 885825"/>
                <a:gd name="connsiteY2231" fmla="*/ 400431 h 752475"/>
                <a:gd name="connsiteX2232" fmla="*/ 752094 w 885825"/>
                <a:gd name="connsiteY2232" fmla="*/ 400717 h 752475"/>
                <a:gd name="connsiteX2233" fmla="*/ 753809 w 885825"/>
                <a:gd name="connsiteY2233" fmla="*/ 400717 h 752475"/>
                <a:gd name="connsiteX2234" fmla="*/ 755047 w 885825"/>
                <a:gd name="connsiteY2234" fmla="*/ 400431 h 752475"/>
                <a:gd name="connsiteX2235" fmla="*/ 757333 w 885825"/>
                <a:gd name="connsiteY2235" fmla="*/ 399383 h 752475"/>
                <a:gd name="connsiteX2236" fmla="*/ 758380 w 885825"/>
                <a:gd name="connsiteY2236" fmla="*/ 399097 h 752475"/>
                <a:gd name="connsiteX2237" fmla="*/ 761238 w 885825"/>
                <a:gd name="connsiteY2237" fmla="*/ 399383 h 752475"/>
                <a:gd name="connsiteX2238" fmla="*/ 767144 w 885825"/>
                <a:gd name="connsiteY2238" fmla="*/ 398240 h 752475"/>
                <a:gd name="connsiteX2239" fmla="*/ 768858 w 885825"/>
                <a:gd name="connsiteY2239" fmla="*/ 398431 h 752475"/>
                <a:gd name="connsiteX2240" fmla="*/ 770572 w 885825"/>
                <a:gd name="connsiteY2240" fmla="*/ 399002 h 752475"/>
                <a:gd name="connsiteX2241" fmla="*/ 771906 w 885825"/>
                <a:gd name="connsiteY2241" fmla="*/ 399097 h 752475"/>
                <a:gd name="connsiteX2242" fmla="*/ 773049 w 885825"/>
                <a:gd name="connsiteY2242" fmla="*/ 398812 h 752475"/>
                <a:gd name="connsiteX2243" fmla="*/ 774192 w 885825"/>
                <a:gd name="connsiteY2243" fmla="*/ 397859 h 752475"/>
                <a:gd name="connsiteX2244" fmla="*/ 774954 w 885825"/>
                <a:gd name="connsiteY2244" fmla="*/ 396907 h 752475"/>
                <a:gd name="connsiteX2245" fmla="*/ 775621 w 885825"/>
                <a:gd name="connsiteY2245" fmla="*/ 395764 h 752475"/>
                <a:gd name="connsiteX2246" fmla="*/ 776288 w 885825"/>
                <a:gd name="connsiteY2246" fmla="*/ 394811 h 752475"/>
                <a:gd name="connsiteX2247" fmla="*/ 777145 w 885825"/>
                <a:gd name="connsiteY2247" fmla="*/ 393954 h 752475"/>
                <a:gd name="connsiteX2248" fmla="*/ 778383 w 885825"/>
                <a:gd name="connsiteY2248" fmla="*/ 393287 h 752475"/>
                <a:gd name="connsiteX2249" fmla="*/ 779431 w 885825"/>
                <a:gd name="connsiteY2249" fmla="*/ 392430 h 752475"/>
                <a:gd name="connsiteX2250" fmla="*/ 780764 w 885825"/>
                <a:gd name="connsiteY2250" fmla="*/ 391096 h 752475"/>
                <a:gd name="connsiteX2251" fmla="*/ 782479 w 885825"/>
                <a:gd name="connsiteY2251" fmla="*/ 388811 h 752475"/>
                <a:gd name="connsiteX2252" fmla="*/ 783431 w 885825"/>
                <a:gd name="connsiteY2252" fmla="*/ 387191 h 752475"/>
                <a:gd name="connsiteX2253" fmla="*/ 785241 w 885825"/>
                <a:gd name="connsiteY2253" fmla="*/ 384810 h 752475"/>
                <a:gd name="connsiteX2254" fmla="*/ 786003 w 885825"/>
                <a:gd name="connsiteY2254" fmla="*/ 384048 h 752475"/>
                <a:gd name="connsiteX2255" fmla="*/ 788670 w 885825"/>
                <a:gd name="connsiteY2255" fmla="*/ 382238 h 752475"/>
                <a:gd name="connsiteX2256" fmla="*/ 791718 w 885825"/>
                <a:gd name="connsiteY2256" fmla="*/ 374142 h 752475"/>
                <a:gd name="connsiteX2257" fmla="*/ 800195 w 885825"/>
                <a:gd name="connsiteY2257" fmla="*/ 358045 h 752475"/>
                <a:gd name="connsiteX2258" fmla="*/ 801148 w 885825"/>
                <a:gd name="connsiteY2258" fmla="*/ 356616 h 752475"/>
                <a:gd name="connsiteX2259" fmla="*/ 801910 w 885825"/>
                <a:gd name="connsiteY2259" fmla="*/ 356045 h 752475"/>
                <a:gd name="connsiteX2260" fmla="*/ 802577 w 885825"/>
                <a:gd name="connsiteY2260" fmla="*/ 355759 h 752475"/>
                <a:gd name="connsiteX2261" fmla="*/ 803720 w 885825"/>
                <a:gd name="connsiteY2261" fmla="*/ 355568 h 752475"/>
                <a:gd name="connsiteX2262" fmla="*/ 808577 w 885825"/>
                <a:gd name="connsiteY2262" fmla="*/ 347948 h 752475"/>
                <a:gd name="connsiteX2263" fmla="*/ 809149 w 885825"/>
                <a:gd name="connsiteY2263" fmla="*/ 345662 h 752475"/>
                <a:gd name="connsiteX2264" fmla="*/ 809435 w 885825"/>
                <a:gd name="connsiteY2264" fmla="*/ 343471 h 752475"/>
                <a:gd name="connsiteX2265" fmla="*/ 808672 w 885825"/>
                <a:gd name="connsiteY2265" fmla="*/ 341757 h 752475"/>
                <a:gd name="connsiteX2266" fmla="*/ 806863 w 885825"/>
                <a:gd name="connsiteY2266" fmla="*/ 338709 h 752475"/>
                <a:gd name="connsiteX2267" fmla="*/ 806577 w 885825"/>
                <a:gd name="connsiteY2267" fmla="*/ 337756 h 752475"/>
                <a:gd name="connsiteX2268" fmla="*/ 806482 w 885825"/>
                <a:gd name="connsiteY2268" fmla="*/ 336518 h 752475"/>
                <a:gd name="connsiteX2269" fmla="*/ 806577 w 885825"/>
                <a:gd name="connsiteY2269" fmla="*/ 335185 h 752475"/>
                <a:gd name="connsiteX2270" fmla="*/ 806958 w 885825"/>
                <a:gd name="connsiteY2270" fmla="*/ 333946 h 752475"/>
                <a:gd name="connsiteX2271" fmla="*/ 807530 w 885825"/>
                <a:gd name="connsiteY2271" fmla="*/ 332804 h 752475"/>
                <a:gd name="connsiteX2272" fmla="*/ 808577 w 885825"/>
                <a:gd name="connsiteY2272" fmla="*/ 331184 h 752475"/>
                <a:gd name="connsiteX2273" fmla="*/ 810959 w 885825"/>
                <a:gd name="connsiteY2273" fmla="*/ 328327 h 752475"/>
                <a:gd name="connsiteX2274" fmla="*/ 812863 w 885825"/>
                <a:gd name="connsiteY2274" fmla="*/ 326993 h 752475"/>
                <a:gd name="connsiteX2275" fmla="*/ 815054 w 885825"/>
                <a:gd name="connsiteY2275" fmla="*/ 326327 h 752475"/>
                <a:gd name="connsiteX2276" fmla="*/ 820007 w 885825"/>
                <a:gd name="connsiteY2276" fmla="*/ 326898 h 752475"/>
                <a:gd name="connsiteX2277" fmla="*/ 821531 w 885825"/>
                <a:gd name="connsiteY2277" fmla="*/ 326803 h 752475"/>
                <a:gd name="connsiteX2278" fmla="*/ 822484 w 885825"/>
                <a:gd name="connsiteY2278" fmla="*/ 326517 h 752475"/>
                <a:gd name="connsiteX2279" fmla="*/ 823531 w 885825"/>
                <a:gd name="connsiteY2279" fmla="*/ 326136 h 752475"/>
                <a:gd name="connsiteX2280" fmla="*/ 824770 w 885825"/>
                <a:gd name="connsiteY2280" fmla="*/ 325374 h 752475"/>
                <a:gd name="connsiteX2281" fmla="*/ 825627 w 885825"/>
                <a:gd name="connsiteY2281" fmla="*/ 324517 h 752475"/>
                <a:gd name="connsiteX2282" fmla="*/ 826961 w 885825"/>
                <a:gd name="connsiteY2282" fmla="*/ 322897 h 752475"/>
                <a:gd name="connsiteX2283" fmla="*/ 827437 w 885825"/>
                <a:gd name="connsiteY2283" fmla="*/ 322326 h 752475"/>
                <a:gd name="connsiteX2284" fmla="*/ 828104 w 885825"/>
                <a:gd name="connsiteY2284" fmla="*/ 322040 h 752475"/>
                <a:gd name="connsiteX2285" fmla="*/ 828580 w 885825"/>
                <a:gd name="connsiteY2285" fmla="*/ 322136 h 752475"/>
                <a:gd name="connsiteX2286" fmla="*/ 829247 w 885825"/>
                <a:gd name="connsiteY2286" fmla="*/ 322612 h 752475"/>
                <a:gd name="connsiteX2287" fmla="*/ 829818 w 885825"/>
                <a:gd name="connsiteY2287" fmla="*/ 323564 h 752475"/>
                <a:gd name="connsiteX2288" fmla="*/ 831913 w 885825"/>
                <a:gd name="connsiteY2288" fmla="*/ 327755 h 752475"/>
                <a:gd name="connsiteX2289" fmla="*/ 832771 w 885825"/>
                <a:gd name="connsiteY2289" fmla="*/ 328994 h 752475"/>
                <a:gd name="connsiteX2290" fmla="*/ 833628 w 885825"/>
                <a:gd name="connsiteY2290" fmla="*/ 329851 h 752475"/>
                <a:gd name="connsiteX2291" fmla="*/ 834390 w 885825"/>
                <a:gd name="connsiteY2291" fmla="*/ 330327 h 752475"/>
                <a:gd name="connsiteX2292" fmla="*/ 835247 w 885825"/>
                <a:gd name="connsiteY2292" fmla="*/ 330518 h 752475"/>
                <a:gd name="connsiteX2293" fmla="*/ 836390 w 885825"/>
                <a:gd name="connsiteY2293" fmla="*/ 330422 h 752475"/>
                <a:gd name="connsiteX2294" fmla="*/ 837343 w 885825"/>
                <a:gd name="connsiteY2294" fmla="*/ 330137 h 752475"/>
                <a:gd name="connsiteX2295" fmla="*/ 838390 w 885825"/>
                <a:gd name="connsiteY2295" fmla="*/ 329470 h 752475"/>
                <a:gd name="connsiteX2296" fmla="*/ 844677 w 885825"/>
                <a:gd name="connsiteY2296" fmla="*/ 323564 h 752475"/>
                <a:gd name="connsiteX2297" fmla="*/ 845534 w 885825"/>
                <a:gd name="connsiteY2297" fmla="*/ 322421 h 752475"/>
                <a:gd name="connsiteX2298" fmla="*/ 846296 w 885825"/>
                <a:gd name="connsiteY2298" fmla="*/ 321088 h 752475"/>
                <a:gd name="connsiteX2299" fmla="*/ 846582 w 885825"/>
                <a:gd name="connsiteY2299" fmla="*/ 319469 h 752475"/>
                <a:gd name="connsiteX2300" fmla="*/ 846487 w 885825"/>
                <a:gd name="connsiteY2300" fmla="*/ 318706 h 752475"/>
                <a:gd name="connsiteX2301" fmla="*/ 845439 w 885825"/>
                <a:gd name="connsiteY2301" fmla="*/ 317468 h 752475"/>
                <a:gd name="connsiteX2302" fmla="*/ 845058 w 885825"/>
                <a:gd name="connsiteY2302" fmla="*/ 316992 h 752475"/>
                <a:gd name="connsiteX2303" fmla="*/ 844868 w 885825"/>
                <a:gd name="connsiteY2303" fmla="*/ 316516 h 752475"/>
                <a:gd name="connsiteX2304" fmla="*/ 844963 w 885825"/>
                <a:gd name="connsiteY2304" fmla="*/ 315849 h 752475"/>
                <a:gd name="connsiteX2305" fmla="*/ 845534 w 885825"/>
                <a:gd name="connsiteY2305" fmla="*/ 314801 h 752475"/>
                <a:gd name="connsiteX2306" fmla="*/ 846677 w 885825"/>
                <a:gd name="connsiteY2306" fmla="*/ 313372 h 752475"/>
                <a:gd name="connsiteX2307" fmla="*/ 850106 w 885825"/>
                <a:gd name="connsiteY2307" fmla="*/ 309753 h 752475"/>
                <a:gd name="connsiteX2308" fmla="*/ 850392 w 885825"/>
                <a:gd name="connsiteY2308" fmla="*/ 309277 h 752475"/>
                <a:gd name="connsiteX2309" fmla="*/ 850868 w 885825"/>
                <a:gd name="connsiteY2309" fmla="*/ 308229 h 752475"/>
                <a:gd name="connsiteX2310" fmla="*/ 853345 w 885825"/>
                <a:gd name="connsiteY2310" fmla="*/ 297847 h 752475"/>
                <a:gd name="connsiteX2311" fmla="*/ 853821 w 885825"/>
                <a:gd name="connsiteY2311" fmla="*/ 294513 h 752475"/>
                <a:gd name="connsiteX2312" fmla="*/ 853630 w 885825"/>
                <a:gd name="connsiteY2312" fmla="*/ 292894 h 752475"/>
                <a:gd name="connsiteX2313" fmla="*/ 853059 w 885825"/>
                <a:gd name="connsiteY2313" fmla="*/ 291751 h 752475"/>
                <a:gd name="connsiteX2314" fmla="*/ 852964 w 885825"/>
                <a:gd name="connsiteY2314" fmla="*/ 291179 h 752475"/>
                <a:gd name="connsiteX2315" fmla="*/ 853345 w 885825"/>
                <a:gd name="connsiteY2315" fmla="*/ 290417 h 752475"/>
                <a:gd name="connsiteX2316" fmla="*/ 855059 w 885825"/>
                <a:gd name="connsiteY2316" fmla="*/ 289179 h 752475"/>
                <a:gd name="connsiteX2317" fmla="*/ 861727 w 885825"/>
                <a:gd name="connsiteY2317" fmla="*/ 285369 h 752475"/>
                <a:gd name="connsiteX2318" fmla="*/ 864394 w 885825"/>
                <a:gd name="connsiteY2318" fmla="*/ 283369 h 752475"/>
                <a:gd name="connsiteX2319" fmla="*/ 865251 w 885825"/>
                <a:gd name="connsiteY2319" fmla="*/ 282226 h 752475"/>
                <a:gd name="connsiteX2320" fmla="*/ 865822 w 885825"/>
                <a:gd name="connsiteY2320" fmla="*/ 280988 h 752475"/>
                <a:gd name="connsiteX2321" fmla="*/ 865918 w 885825"/>
                <a:gd name="connsiteY2321" fmla="*/ 279654 h 752475"/>
                <a:gd name="connsiteX2322" fmla="*/ 865822 w 885825"/>
                <a:gd name="connsiteY2322" fmla="*/ 278702 h 752475"/>
                <a:gd name="connsiteX2323" fmla="*/ 865632 w 885825"/>
                <a:gd name="connsiteY2323" fmla="*/ 277749 h 752475"/>
                <a:gd name="connsiteX2324" fmla="*/ 865727 w 885825"/>
                <a:gd name="connsiteY2324" fmla="*/ 276606 h 752475"/>
                <a:gd name="connsiteX2325" fmla="*/ 866108 w 885825"/>
                <a:gd name="connsiteY2325" fmla="*/ 275368 h 752475"/>
                <a:gd name="connsiteX2326" fmla="*/ 867156 w 885825"/>
                <a:gd name="connsiteY2326" fmla="*/ 273272 h 752475"/>
                <a:gd name="connsiteX2327" fmla="*/ 867632 w 885825"/>
                <a:gd name="connsiteY2327" fmla="*/ 271843 h 752475"/>
                <a:gd name="connsiteX2328" fmla="*/ 868013 w 885825"/>
                <a:gd name="connsiteY2328" fmla="*/ 269938 h 752475"/>
                <a:gd name="connsiteX2329" fmla="*/ 868204 w 885825"/>
                <a:gd name="connsiteY2329" fmla="*/ 268224 h 752475"/>
                <a:gd name="connsiteX2330" fmla="*/ 868871 w 885825"/>
                <a:gd name="connsiteY2330" fmla="*/ 266986 h 752475"/>
                <a:gd name="connsiteX2331" fmla="*/ 869632 w 885825"/>
                <a:gd name="connsiteY2331" fmla="*/ 266605 h 752475"/>
                <a:gd name="connsiteX2332" fmla="*/ 874490 w 885825"/>
                <a:gd name="connsiteY2332" fmla="*/ 265938 h 752475"/>
                <a:gd name="connsiteX2333" fmla="*/ 876205 w 885825"/>
                <a:gd name="connsiteY2333" fmla="*/ 265367 h 752475"/>
                <a:gd name="connsiteX2334" fmla="*/ 876490 w 885825"/>
                <a:gd name="connsiteY2334" fmla="*/ 265176 h 752475"/>
                <a:gd name="connsiteX2335" fmla="*/ 878491 w 885825"/>
                <a:gd name="connsiteY2335" fmla="*/ 263652 h 752475"/>
                <a:gd name="connsiteX2336" fmla="*/ 881824 w 885825"/>
                <a:gd name="connsiteY2336" fmla="*/ 260413 h 752475"/>
                <a:gd name="connsiteX2337" fmla="*/ 882872 w 885825"/>
                <a:gd name="connsiteY2337" fmla="*/ 259080 h 752475"/>
                <a:gd name="connsiteX2338" fmla="*/ 883825 w 885825"/>
                <a:gd name="connsiteY2338" fmla="*/ 257270 h 752475"/>
                <a:gd name="connsiteX2339" fmla="*/ 884777 w 885825"/>
                <a:gd name="connsiteY2339" fmla="*/ 254984 h 752475"/>
                <a:gd name="connsiteX2340" fmla="*/ 885444 w 885825"/>
                <a:gd name="connsiteY2340" fmla="*/ 252889 h 752475"/>
                <a:gd name="connsiteX2341" fmla="*/ 885825 w 885825"/>
                <a:gd name="connsiteY2341" fmla="*/ 251746 h 752475"/>
                <a:gd name="connsiteX2342" fmla="*/ 886301 w 885825"/>
                <a:gd name="connsiteY2342" fmla="*/ 250984 h 752475"/>
                <a:gd name="connsiteX2343" fmla="*/ 886778 w 885825"/>
                <a:gd name="connsiteY2343" fmla="*/ 250508 h 752475"/>
                <a:gd name="connsiteX2344" fmla="*/ 887254 w 885825"/>
                <a:gd name="connsiteY2344" fmla="*/ 250222 h 752475"/>
                <a:gd name="connsiteX2345" fmla="*/ 887825 w 885825"/>
                <a:gd name="connsiteY2345" fmla="*/ 249555 h 752475"/>
                <a:gd name="connsiteX2346" fmla="*/ 888587 w 885825"/>
                <a:gd name="connsiteY2346" fmla="*/ 248984 h 752475"/>
                <a:gd name="connsiteX2347" fmla="*/ 890683 w 885825"/>
                <a:gd name="connsiteY2347" fmla="*/ 246983 h 752475"/>
                <a:gd name="connsiteX2348" fmla="*/ 891635 w 885825"/>
                <a:gd name="connsiteY2348" fmla="*/ 245840 h 752475"/>
                <a:gd name="connsiteX2349" fmla="*/ 892016 w 885825"/>
                <a:gd name="connsiteY2349" fmla="*/ 244697 h 752475"/>
                <a:gd name="connsiteX2350" fmla="*/ 892207 w 885825"/>
                <a:gd name="connsiteY2350" fmla="*/ 243078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</a:cxnLst>
              <a:rect l="l" t="t" r="r" b="b"/>
              <a:pathLst>
                <a:path w="885825" h="752475">
                  <a:moveTo>
                    <a:pt x="891540" y="240411"/>
                  </a:moveTo>
                  <a:lnTo>
                    <a:pt x="890873" y="238982"/>
                  </a:lnTo>
                  <a:lnTo>
                    <a:pt x="890397" y="238125"/>
                  </a:lnTo>
                  <a:lnTo>
                    <a:pt x="888778" y="236220"/>
                  </a:lnTo>
                  <a:lnTo>
                    <a:pt x="884111" y="232315"/>
                  </a:lnTo>
                  <a:lnTo>
                    <a:pt x="873252" y="225838"/>
                  </a:lnTo>
                  <a:lnTo>
                    <a:pt x="872014" y="224885"/>
                  </a:lnTo>
                  <a:lnTo>
                    <a:pt x="871442" y="224123"/>
                  </a:lnTo>
                  <a:lnTo>
                    <a:pt x="871156" y="223361"/>
                  </a:lnTo>
                  <a:lnTo>
                    <a:pt x="871156" y="222790"/>
                  </a:lnTo>
                  <a:lnTo>
                    <a:pt x="871347" y="221933"/>
                  </a:lnTo>
                  <a:lnTo>
                    <a:pt x="871728" y="221075"/>
                  </a:lnTo>
                  <a:lnTo>
                    <a:pt x="875919" y="215170"/>
                  </a:lnTo>
                  <a:lnTo>
                    <a:pt x="877919" y="211550"/>
                  </a:lnTo>
                  <a:lnTo>
                    <a:pt x="878681" y="211169"/>
                  </a:lnTo>
                  <a:lnTo>
                    <a:pt x="879538" y="210979"/>
                  </a:lnTo>
                  <a:lnTo>
                    <a:pt x="882396" y="210979"/>
                  </a:lnTo>
                  <a:lnTo>
                    <a:pt x="883158" y="210693"/>
                  </a:lnTo>
                  <a:lnTo>
                    <a:pt x="883634" y="210121"/>
                  </a:lnTo>
                  <a:lnTo>
                    <a:pt x="883825" y="209074"/>
                  </a:lnTo>
                  <a:lnTo>
                    <a:pt x="883444" y="208217"/>
                  </a:lnTo>
                  <a:lnTo>
                    <a:pt x="882872" y="207454"/>
                  </a:lnTo>
                  <a:lnTo>
                    <a:pt x="880015" y="204502"/>
                  </a:lnTo>
                  <a:lnTo>
                    <a:pt x="879443" y="203645"/>
                  </a:lnTo>
                  <a:lnTo>
                    <a:pt x="879253" y="202787"/>
                  </a:lnTo>
                  <a:lnTo>
                    <a:pt x="880396" y="201835"/>
                  </a:lnTo>
                  <a:lnTo>
                    <a:pt x="881444" y="201168"/>
                  </a:lnTo>
                  <a:lnTo>
                    <a:pt x="891826" y="199930"/>
                  </a:lnTo>
                  <a:lnTo>
                    <a:pt x="891064" y="198977"/>
                  </a:lnTo>
                  <a:lnTo>
                    <a:pt x="889254" y="195739"/>
                  </a:lnTo>
                  <a:lnTo>
                    <a:pt x="888682" y="194977"/>
                  </a:lnTo>
                  <a:lnTo>
                    <a:pt x="887444" y="194405"/>
                  </a:lnTo>
                  <a:lnTo>
                    <a:pt x="885635" y="193929"/>
                  </a:lnTo>
                  <a:lnTo>
                    <a:pt x="879729" y="193548"/>
                  </a:lnTo>
                  <a:lnTo>
                    <a:pt x="877824" y="193738"/>
                  </a:lnTo>
                  <a:lnTo>
                    <a:pt x="874871" y="194786"/>
                  </a:lnTo>
                  <a:lnTo>
                    <a:pt x="873633" y="194882"/>
                  </a:lnTo>
                  <a:lnTo>
                    <a:pt x="872395" y="194405"/>
                  </a:lnTo>
                  <a:lnTo>
                    <a:pt x="871442" y="193834"/>
                  </a:lnTo>
                  <a:lnTo>
                    <a:pt x="870395" y="193643"/>
                  </a:lnTo>
                  <a:lnTo>
                    <a:pt x="869252" y="193834"/>
                  </a:lnTo>
                  <a:lnTo>
                    <a:pt x="867632" y="195167"/>
                  </a:lnTo>
                  <a:lnTo>
                    <a:pt x="866394" y="195929"/>
                  </a:lnTo>
                  <a:lnTo>
                    <a:pt x="865346" y="196405"/>
                  </a:lnTo>
                  <a:lnTo>
                    <a:pt x="862489" y="195834"/>
                  </a:lnTo>
                  <a:lnTo>
                    <a:pt x="859631" y="196691"/>
                  </a:lnTo>
                  <a:lnTo>
                    <a:pt x="856774" y="196596"/>
                  </a:lnTo>
                  <a:lnTo>
                    <a:pt x="855536" y="196787"/>
                  </a:lnTo>
                  <a:lnTo>
                    <a:pt x="854488" y="197263"/>
                  </a:lnTo>
                  <a:lnTo>
                    <a:pt x="852869" y="198215"/>
                  </a:lnTo>
                  <a:lnTo>
                    <a:pt x="852202" y="198787"/>
                  </a:lnTo>
                  <a:lnTo>
                    <a:pt x="851630" y="199454"/>
                  </a:lnTo>
                  <a:lnTo>
                    <a:pt x="851154" y="200311"/>
                  </a:lnTo>
                  <a:lnTo>
                    <a:pt x="850963" y="201359"/>
                  </a:lnTo>
                  <a:lnTo>
                    <a:pt x="850773" y="203549"/>
                  </a:lnTo>
                  <a:lnTo>
                    <a:pt x="850582" y="204407"/>
                  </a:lnTo>
                  <a:lnTo>
                    <a:pt x="850202" y="204788"/>
                  </a:lnTo>
                  <a:lnTo>
                    <a:pt x="849630" y="204883"/>
                  </a:lnTo>
                  <a:lnTo>
                    <a:pt x="848773" y="204597"/>
                  </a:lnTo>
                  <a:lnTo>
                    <a:pt x="847154" y="203645"/>
                  </a:lnTo>
                  <a:lnTo>
                    <a:pt x="842677" y="200025"/>
                  </a:lnTo>
                  <a:lnTo>
                    <a:pt x="839248" y="198406"/>
                  </a:lnTo>
                  <a:lnTo>
                    <a:pt x="838390" y="197834"/>
                  </a:lnTo>
                  <a:lnTo>
                    <a:pt x="837819" y="197072"/>
                  </a:lnTo>
                  <a:lnTo>
                    <a:pt x="834866" y="192214"/>
                  </a:lnTo>
                  <a:lnTo>
                    <a:pt x="832961" y="190024"/>
                  </a:lnTo>
                  <a:lnTo>
                    <a:pt x="832199" y="189262"/>
                  </a:lnTo>
                  <a:lnTo>
                    <a:pt x="828294" y="186976"/>
                  </a:lnTo>
                  <a:lnTo>
                    <a:pt x="827437" y="186309"/>
                  </a:lnTo>
                  <a:lnTo>
                    <a:pt x="824865" y="183547"/>
                  </a:lnTo>
                  <a:lnTo>
                    <a:pt x="823151" y="181928"/>
                  </a:lnTo>
                  <a:lnTo>
                    <a:pt x="821436" y="181166"/>
                  </a:lnTo>
                  <a:lnTo>
                    <a:pt x="820198" y="180975"/>
                  </a:lnTo>
                  <a:lnTo>
                    <a:pt x="818960" y="181070"/>
                  </a:lnTo>
                  <a:lnTo>
                    <a:pt x="818102" y="181451"/>
                  </a:lnTo>
                  <a:lnTo>
                    <a:pt x="816388" y="181642"/>
                  </a:lnTo>
                  <a:lnTo>
                    <a:pt x="814197" y="181642"/>
                  </a:lnTo>
                  <a:lnTo>
                    <a:pt x="808006" y="180404"/>
                  </a:lnTo>
                  <a:lnTo>
                    <a:pt x="807148" y="180118"/>
                  </a:lnTo>
                  <a:lnTo>
                    <a:pt x="807244" y="179927"/>
                  </a:lnTo>
                  <a:lnTo>
                    <a:pt x="807244" y="179737"/>
                  </a:lnTo>
                  <a:lnTo>
                    <a:pt x="807148" y="179642"/>
                  </a:lnTo>
                  <a:lnTo>
                    <a:pt x="807148" y="179451"/>
                  </a:lnTo>
                  <a:lnTo>
                    <a:pt x="807053" y="179165"/>
                  </a:lnTo>
                  <a:lnTo>
                    <a:pt x="806958" y="178879"/>
                  </a:lnTo>
                  <a:lnTo>
                    <a:pt x="806958" y="178499"/>
                  </a:lnTo>
                  <a:lnTo>
                    <a:pt x="807053" y="178117"/>
                  </a:lnTo>
                  <a:lnTo>
                    <a:pt x="807244" y="177737"/>
                  </a:lnTo>
                  <a:lnTo>
                    <a:pt x="807339" y="177546"/>
                  </a:lnTo>
                  <a:lnTo>
                    <a:pt x="807339" y="177070"/>
                  </a:lnTo>
                  <a:lnTo>
                    <a:pt x="807244" y="176593"/>
                  </a:lnTo>
                  <a:lnTo>
                    <a:pt x="807148" y="176213"/>
                  </a:lnTo>
                  <a:lnTo>
                    <a:pt x="806958" y="175736"/>
                  </a:lnTo>
                  <a:lnTo>
                    <a:pt x="806768" y="175450"/>
                  </a:lnTo>
                  <a:lnTo>
                    <a:pt x="806577" y="174784"/>
                  </a:lnTo>
                  <a:lnTo>
                    <a:pt x="806387" y="174308"/>
                  </a:lnTo>
                  <a:lnTo>
                    <a:pt x="806387" y="174308"/>
                  </a:lnTo>
                  <a:lnTo>
                    <a:pt x="806387" y="174212"/>
                  </a:lnTo>
                  <a:lnTo>
                    <a:pt x="806291" y="173736"/>
                  </a:lnTo>
                  <a:lnTo>
                    <a:pt x="806005" y="171450"/>
                  </a:lnTo>
                  <a:lnTo>
                    <a:pt x="806005" y="171450"/>
                  </a:lnTo>
                  <a:lnTo>
                    <a:pt x="806005" y="171259"/>
                  </a:lnTo>
                  <a:lnTo>
                    <a:pt x="806005" y="170974"/>
                  </a:lnTo>
                  <a:lnTo>
                    <a:pt x="806196" y="170497"/>
                  </a:lnTo>
                  <a:lnTo>
                    <a:pt x="806196" y="170021"/>
                  </a:lnTo>
                  <a:lnTo>
                    <a:pt x="806291" y="169354"/>
                  </a:lnTo>
                  <a:lnTo>
                    <a:pt x="806101" y="168878"/>
                  </a:lnTo>
                  <a:lnTo>
                    <a:pt x="805720" y="168402"/>
                  </a:lnTo>
                  <a:lnTo>
                    <a:pt x="804863" y="168116"/>
                  </a:lnTo>
                  <a:lnTo>
                    <a:pt x="803720" y="168116"/>
                  </a:lnTo>
                  <a:lnTo>
                    <a:pt x="802672" y="168307"/>
                  </a:lnTo>
                  <a:lnTo>
                    <a:pt x="801719" y="168592"/>
                  </a:lnTo>
                  <a:lnTo>
                    <a:pt x="800862" y="169069"/>
                  </a:lnTo>
                  <a:lnTo>
                    <a:pt x="800005" y="169640"/>
                  </a:lnTo>
                  <a:lnTo>
                    <a:pt x="798766" y="170783"/>
                  </a:lnTo>
                  <a:lnTo>
                    <a:pt x="798195" y="171450"/>
                  </a:lnTo>
                  <a:lnTo>
                    <a:pt x="795242" y="174022"/>
                  </a:lnTo>
                  <a:lnTo>
                    <a:pt x="794576" y="174688"/>
                  </a:lnTo>
                  <a:lnTo>
                    <a:pt x="793147" y="175927"/>
                  </a:lnTo>
                  <a:lnTo>
                    <a:pt x="792099" y="176403"/>
                  </a:lnTo>
                  <a:lnTo>
                    <a:pt x="790861" y="176689"/>
                  </a:lnTo>
                  <a:lnTo>
                    <a:pt x="789051" y="176784"/>
                  </a:lnTo>
                  <a:lnTo>
                    <a:pt x="787718" y="176498"/>
                  </a:lnTo>
                  <a:lnTo>
                    <a:pt x="786574" y="175927"/>
                  </a:lnTo>
                  <a:lnTo>
                    <a:pt x="782193" y="172974"/>
                  </a:lnTo>
                  <a:lnTo>
                    <a:pt x="778097" y="171069"/>
                  </a:lnTo>
                  <a:lnTo>
                    <a:pt x="776764" y="170212"/>
                  </a:lnTo>
                  <a:lnTo>
                    <a:pt x="776002" y="169354"/>
                  </a:lnTo>
                  <a:lnTo>
                    <a:pt x="775906" y="168402"/>
                  </a:lnTo>
                  <a:lnTo>
                    <a:pt x="776097" y="167354"/>
                  </a:lnTo>
                  <a:lnTo>
                    <a:pt x="777621" y="163544"/>
                  </a:lnTo>
                  <a:lnTo>
                    <a:pt x="777812" y="162496"/>
                  </a:lnTo>
                  <a:lnTo>
                    <a:pt x="778193" y="156591"/>
                  </a:lnTo>
                  <a:lnTo>
                    <a:pt x="778097" y="155448"/>
                  </a:lnTo>
                  <a:lnTo>
                    <a:pt x="777145" y="153829"/>
                  </a:lnTo>
                  <a:lnTo>
                    <a:pt x="775621" y="151829"/>
                  </a:lnTo>
                  <a:lnTo>
                    <a:pt x="774668" y="151257"/>
                  </a:lnTo>
                  <a:lnTo>
                    <a:pt x="773525" y="150876"/>
                  </a:lnTo>
                  <a:lnTo>
                    <a:pt x="771239" y="150781"/>
                  </a:lnTo>
                  <a:lnTo>
                    <a:pt x="765143" y="151352"/>
                  </a:lnTo>
                  <a:lnTo>
                    <a:pt x="760666" y="150876"/>
                  </a:lnTo>
                  <a:lnTo>
                    <a:pt x="757904" y="150971"/>
                  </a:lnTo>
                  <a:lnTo>
                    <a:pt x="755523" y="150590"/>
                  </a:lnTo>
                  <a:lnTo>
                    <a:pt x="750951" y="148780"/>
                  </a:lnTo>
                  <a:lnTo>
                    <a:pt x="749427" y="148495"/>
                  </a:lnTo>
                  <a:lnTo>
                    <a:pt x="748284" y="148685"/>
                  </a:lnTo>
                  <a:lnTo>
                    <a:pt x="747427" y="148971"/>
                  </a:lnTo>
                  <a:lnTo>
                    <a:pt x="743331" y="152686"/>
                  </a:lnTo>
                  <a:lnTo>
                    <a:pt x="740473" y="154496"/>
                  </a:lnTo>
                  <a:lnTo>
                    <a:pt x="738759" y="154876"/>
                  </a:lnTo>
                  <a:lnTo>
                    <a:pt x="732949" y="155258"/>
                  </a:lnTo>
                  <a:lnTo>
                    <a:pt x="731901" y="155448"/>
                  </a:lnTo>
                  <a:lnTo>
                    <a:pt x="726186" y="157639"/>
                  </a:lnTo>
                  <a:lnTo>
                    <a:pt x="725138" y="157829"/>
                  </a:lnTo>
                  <a:lnTo>
                    <a:pt x="721614" y="157829"/>
                  </a:lnTo>
                  <a:lnTo>
                    <a:pt x="720471" y="158020"/>
                  </a:lnTo>
                  <a:lnTo>
                    <a:pt x="719614" y="158401"/>
                  </a:lnTo>
                  <a:lnTo>
                    <a:pt x="714851" y="161639"/>
                  </a:lnTo>
                  <a:lnTo>
                    <a:pt x="713041" y="162496"/>
                  </a:lnTo>
                  <a:lnTo>
                    <a:pt x="711898" y="162687"/>
                  </a:lnTo>
                  <a:lnTo>
                    <a:pt x="710851" y="162878"/>
                  </a:lnTo>
                  <a:lnTo>
                    <a:pt x="708755" y="162782"/>
                  </a:lnTo>
                  <a:lnTo>
                    <a:pt x="707422" y="162306"/>
                  </a:lnTo>
                  <a:lnTo>
                    <a:pt x="705803" y="161544"/>
                  </a:lnTo>
                  <a:lnTo>
                    <a:pt x="699706" y="157448"/>
                  </a:lnTo>
                  <a:lnTo>
                    <a:pt x="697039" y="154781"/>
                  </a:lnTo>
                  <a:lnTo>
                    <a:pt x="695897" y="153353"/>
                  </a:lnTo>
                  <a:lnTo>
                    <a:pt x="695515" y="152591"/>
                  </a:lnTo>
                  <a:lnTo>
                    <a:pt x="695230" y="152019"/>
                  </a:lnTo>
                  <a:lnTo>
                    <a:pt x="695039" y="151257"/>
                  </a:lnTo>
                  <a:lnTo>
                    <a:pt x="694849" y="150400"/>
                  </a:lnTo>
                  <a:lnTo>
                    <a:pt x="694754" y="149257"/>
                  </a:lnTo>
                  <a:lnTo>
                    <a:pt x="694849" y="148018"/>
                  </a:lnTo>
                  <a:lnTo>
                    <a:pt x="695039" y="146875"/>
                  </a:lnTo>
                  <a:lnTo>
                    <a:pt x="695325" y="145828"/>
                  </a:lnTo>
                  <a:lnTo>
                    <a:pt x="696182" y="143923"/>
                  </a:lnTo>
                  <a:lnTo>
                    <a:pt x="698087" y="140589"/>
                  </a:lnTo>
                  <a:lnTo>
                    <a:pt x="698468" y="139637"/>
                  </a:lnTo>
                  <a:lnTo>
                    <a:pt x="698659" y="138589"/>
                  </a:lnTo>
                  <a:lnTo>
                    <a:pt x="698659" y="137446"/>
                  </a:lnTo>
                  <a:lnTo>
                    <a:pt x="698087" y="136684"/>
                  </a:lnTo>
                  <a:lnTo>
                    <a:pt x="697039" y="136208"/>
                  </a:lnTo>
                  <a:lnTo>
                    <a:pt x="693611" y="136303"/>
                  </a:lnTo>
                  <a:lnTo>
                    <a:pt x="691420" y="136779"/>
                  </a:lnTo>
                  <a:lnTo>
                    <a:pt x="688467" y="137827"/>
                  </a:lnTo>
                  <a:lnTo>
                    <a:pt x="687324" y="138017"/>
                  </a:lnTo>
                  <a:lnTo>
                    <a:pt x="682371" y="138303"/>
                  </a:lnTo>
                  <a:lnTo>
                    <a:pt x="680561" y="138875"/>
                  </a:lnTo>
                  <a:lnTo>
                    <a:pt x="678752" y="140399"/>
                  </a:lnTo>
                  <a:lnTo>
                    <a:pt x="677989" y="141256"/>
                  </a:lnTo>
                  <a:lnTo>
                    <a:pt x="677323" y="142304"/>
                  </a:lnTo>
                  <a:lnTo>
                    <a:pt x="676847" y="143351"/>
                  </a:lnTo>
                  <a:lnTo>
                    <a:pt x="676465" y="144589"/>
                  </a:lnTo>
                  <a:lnTo>
                    <a:pt x="675608" y="146685"/>
                  </a:lnTo>
                  <a:lnTo>
                    <a:pt x="674941" y="147352"/>
                  </a:lnTo>
                  <a:lnTo>
                    <a:pt x="674180" y="147542"/>
                  </a:lnTo>
                  <a:lnTo>
                    <a:pt x="673037" y="147352"/>
                  </a:lnTo>
                  <a:lnTo>
                    <a:pt x="671036" y="146780"/>
                  </a:lnTo>
                  <a:lnTo>
                    <a:pt x="669798" y="146685"/>
                  </a:lnTo>
                  <a:lnTo>
                    <a:pt x="668464" y="146971"/>
                  </a:lnTo>
                  <a:lnTo>
                    <a:pt x="666845" y="147733"/>
                  </a:lnTo>
                  <a:lnTo>
                    <a:pt x="661130" y="151924"/>
                  </a:lnTo>
                  <a:lnTo>
                    <a:pt x="660463" y="152209"/>
                  </a:lnTo>
                  <a:lnTo>
                    <a:pt x="659606" y="152305"/>
                  </a:lnTo>
                  <a:lnTo>
                    <a:pt x="658463" y="152209"/>
                  </a:lnTo>
                  <a:lnTo>
                    <a:pt x="657511" y="151829"/>
                  </a:lnTo>
                  <a:lnTo>
                    <a:pt x="656558" y="150971"/>
                  </a:lnTo>
                  <a:lnTo>
                    <a:pt x="655987" y="149733"/>
                  </a:lnTo>
                  <a:lnTo>
                    <a:pt x="655606" y="147733"/>
                  </a:lnTo>
                  <a:lnTo>
                    <a:pt x="655415" y="145923"/>
                  </a:lnTo>
                  <a:lnTo>
                    <a:pt x="654653" y="142589"/>
                  </a:lnTo>
                  <a:lnTo>
                    <a:pt x="652177" y="137922"/>
                  </a:lnTo>
                  <a:lnTo>
                    <a:pt x="650367" y="132969"/>
                  </a:lnTo>
                  <a:lnTo>
                    <a:pt x="649891" y="131826"/>
                  </a:lnTo>
                  <a:lnTo>
                    <a:pt x="649034" y="131540"/>
                  </a:lnTo>
                  <a:lnTo>
                    <a:pt x="647700" y="131636"/>
                  </a:lnTo>
                  <a:lnTo>
                    <a:pt x="646271" y="132017"/>
                  </a:lnTo>
                  <a:lnTo>
                    <a:pt x="645033" y="132588"/>
                  </a:lnTo>
                  <a:lnTo>
                    <a:pt x="643604" y="133445"/>
                  </a:lnTo>
                  <a:lnTo>
                    <a:pt x="642556" y="134398"/>
                  </a:lnTo>
                  <a:lnTo>
                    <a:pt x="641318" y="136112"/>
                  </a:lnTo>
                  <a:lnTo>
                    <a:pt x="640747" y="137446"/>
                  </a:lnTo>
                  <a:lnTo>
                    <a:pt x="640556" y="138589"/>
                  </a:lnTo>
                  <a:lnTo>
                    <a:pt x="640747" y="139732"/>
                  </a:lnTo>
                  <a:lnTo>
                    <a:pt x="641413" y="140875"/>
                  </a:lnTo>
                  <a:lnTo>
                    <a:pt x="645319" y="145637"/>
                  </a:lnTo>
                  <a:lnTo>
                    <a:pt x="645605" y="146209"/>
                  </a:lnTo>
                  <a:lnTo>
                    <a:pt x="645700" y="146875"/>
                  </a:lnTo>
                  <a:lnTo>
                    <a:pt x="645509" y="148209"/>
                  </a:lnTo>
                  <a:lnTo>
                    <a:pt x="644843" y="149066"/>
                  </a:lnTo>
                  <a:lnTo>
                    <a:pt x="643890" y="149638"/>
                  </a:lnTo>
                  <a:lnTo>
                    <a:pt x="641413" y="150400"/>
                  </a:lnTo>
                  <a:lnTo>
                    <a:pt x="640175" y="151257"/>
                  </a:lnTo>
                  <a:lnTo>
                    <a:pt x="638461" y="152686"/>
                  </a:lnTo>
                  <a:lnTo>
                    <a:pt x="635413" y="155734"/>
                  </a:lnTo>
                  <a:lnTo>
                    <a:pt x="633698" y="157258"/>
                  </a:lnTo>
                  <a:lnTo>
                    <a:pt x="632174" y="158115"/>
                  </a:lnTo>
                  <a:lnTo>
                    <a:pt x="631222" y="158115"/>
                  </a:lnTo>
                  <a:lnTo>
                    <a:pt x="630079" y="157639"/>
                  </a:lnTo>
                  <a:lnTo>
                    <a:pt x="628174" y="156400"/>
                  </a:lnTo>
                  <a:lnTo>
                    <a:pt x="627602" y="156020"/>
                  </a:lnTo>
                  <a:lnTo>
                    <a:pt x="626840" y="156020"/>
                  </a:lnTo>
                  <a:lnTo>
                    <a:pt x="626078" y="156210"/>
                  </a:lnTo>
                  <a:lnTo>
                    <a:pt x="625221" y="156877"/>
                  </a:lnTo>
                  <a:lnTo>
                    <a:pt x="623697" y="159449"/>
                  </a:lnTo>
                  <a:lnTo>
                    <a:pt x="622268" y="161258"/>
                  </a:lnTo>
                  <a:lnTo>
                    <a:pt x="620935" y="162211"/>
                  </a:lnTo>
                  <a:lnTo>
                    <a:pt x="619601" y="162592"/>
                  </a:lnTo>
                  <a:lnTo>
                    <a:pt x="618554" y="162496"/>
                  </a:lnTo>
                  <a:lnTo>
                    <a:pt x="617601" y="162020"/>
                  </a:lnTo>
                  <a:lnTo>
                    <a:pt x="616839" y="161354"/>
                  </a:lnTo>
                  <a:lnTo>
                    <a:pt x="616268" y="160782"/>
                  </a:lnTo>
                  <a:lnTo>
                    <a:pt x="615696" y="159449"/>
                  </a:lnTo>
                  <a:lnTo>
                    <a:pt x="615220" y="158877"/>
                  </a:lnTo>
                  <a:lnTo>
                    <a:pt x="614363" y="158496"/>
                  </a:lnTo>
                  <a:lnTo>
                    <a:pt x="613124" y="158401"/>
                  </a:lnTo>
                  <a:lnTo>
                    <a:pt x="605599" y="160782"/>
                  </a:lnTo>
                  <a:lnTo>
                    <a:pt x="603885" y="161068"/>
                  </a:lnTo>
                  <a:lnTo>
                    <a:pt x="602456" y="160877"/>
                  </a:lnTo>
                  <a:lnTo>
                    <a:pt x="601504" y="160496"/>
                  </a:lnTo>
                  <a:lnTo>
                    <a:pt x="597884" y="158305"/>
                  </a:lnTo>
                  <a:lnTo>
                    <a:pt x="596741" y="157925"/>
                  </a:lnTo>
                  <a:lnTo>
                    <a:pt x="595694" y="157734"/>
                  </a:lnTo>
                  <a:lnTo>
                    <a:pt x="591503" y="157925"/>
                  </a:lnTo>
                  <a:lnTo>
                    <a:pt x="586930" y="157448"/>
                  </a:lnTo>
                  <a:lnTo>
                    <a:pt x="582263" y="156591"/>
                  </a:lnTo>
                  <a:lnTo>
                    <a:pt x="580263" y="155924"/>
                  </a:lnTo>
                  <a:lnTo>
                    <a:pt x="577405" y="154876"/>
                  </a:lnTo>
                  <a:lnTo>
                    <a:pt x="575215" y="153734"/>
                  </a:lnTo>
                  <a:lnTo>
                    <a:pt x="569309" y="148876"/>
                  </a:lnTo>
                  <a:lnTo>
                    <a:pt x="564832" y="143732"/>
                  </a:lnTo>
                  <a:lnTo>
                    <a:pt x="564071" y="142970"/>
                  </a:lnTo>
                  <a:lnTo>
                    <a:pt x="563023" y="142208"/>
                  </a:lnTo>
                  <a:lnTo>
                    <a:pt x="557974" y="141256"/>
                  </a:lnTo>
                  <a:lnTo>
                    <a:pt x="555593" y="140303"/>
                  </a:lnTo>
                  <a:lnTo>
                    <a:pt x="554546" y="139541"/>
                  </a:lnTo>
                  <a:lnTo>
                    <a:pt x="553688" y="138589"/>
                  </a:lnTo>
                  <a:lnTo>
                    <a:pt x="553212" y="137732"/>
                  </a:lnTo>
                  <a:lnTo>
                    <a:pt x="552831" y="136779"/>
                  </a:lnTo>
                  <a:lnTo>
                    <a:pt x="552736" y="135350"/>
                  </a:lnTo>
                  <a:lnTo>
                    <a:pt x="553879" y="131445"/>
                  </a:lnTo>
                  <a:lnTo>
                    <a:pt x="555022" y="129826"/>
                  </a:lnTo>
                  <a:lnTo>
                    <a:pt x="556260" y="128683"/>
                  </a:lnTo>
                  <a:lnTo>
                    <a:pt x="557784" y="128207"/>
                  </a:lnTo>
                  <a:lnTo>
                    <a:pt x="560832" y="128111"/>
                  </a:lnTo>
                  <a:lnTo>
                    <a:pt x="561594" y="127445"/>
                  </a:lnTo>
                  <a:lnTo>
                    <a:pt x="562165" y="126492"/>
                  </a:lnTo>
                  <a:lnTo>
                    <a:pt x="563309" y="123825"/>
                  </a:lnTo>
                  <a:lnTo>
                    <a:pt x="563689" y="122015"/>
                  </a:lnTo>
                  <a:lnTo>
                    <a:pt x="563880" y="120872"/>
                  </a:lnTo>
                  <a:lnTo>
                    <a:pt x="563785" y="119920"/>
                  </a:lnTo>
                  <a:lnTo>
                    <a:pt x="563499" y="118967"/>
                  </a:lnTo>
                  <a:lnTo>
                    <a:pt x="563023" y="118205"/>
                  </a:lnTo>
                  <a:lnTo>
                    <a:pt x="556831" y="110871"/>
                  </a:lnTo>
                  <a:lnTo>
                    <a:pt x="555879" y="109252"/>
                  </a:lnTo>
                  <a:lnTo>
                    <a:pt x="554355" y="105823"/>
                  </a:lnTo>
                  <a:lnTo>
                    <a:pt x="553784" y="103918"/>
                  </a:lnTo>
                  <a:lnTo>
                    <a:pt x="553403" y="101727"/>
                  </a:lnTo>
                  <a:lnTo>
                    <a:pt x="553022" y="98298"/>
                  </a:lnTo>
                  <a:lnTo>
                    <a:pt x="553212" y="97346"/>
                  </a:lnTo>
                  <a:lnTo>
                    <a:pt x="553498" y="96679"/>
                  </a:lnTo>
                  <a:lnTo>
                    <a:pt x="553974" y="96107"/>
                  </a:lnTo>
                  <a:lnTo>
                    <a:pt x="554641" y="95726"/>
                  </a:lnTo>
                  <a:lnTo>
                    <a:pt x="555212" y="95441"/>
                  </a:lnTo>
                  <a:lnTo>
                    <a:pt x="555879" y="95250"/>
                  </a:lnTo>
                  <a:lnTo>
                    <a:pt x="557308" y="95155"/>
                  </a:lnTo>
                  <a:lnTo>
                    <a:pt x="559975" y="95250"/>
                  </a:lnTo>
                  <a:lnTo>
                    <a:pt x="560737" y="95059"/>
                  </a:lnTo>
                  <a:lnTo>
                    <a:pt x="561404" y="94393"/>
                  </a:lnTo>
                  <a:lnTo>
                    <a:pt x="561499" y="93726"/>
                  </a:lnTo>
                  <a:lnTo>
                    <a:pt x="561213" y="93154"/>
                  </a:lnTo>
                  <a:lnTo>
                    <a:pt x="560546" y="92488"/>
                  </a:lnTo>
                  <a:lnTo>
                    <a:pt x="559975" y="91916"/>
                  </a:lnTo>
                  <a:lnTo>
                    <a:pt x="559213" y="91630"/>
                  </a:lnTo>
                  <a:lnTo>
                    <a:pt x="556165" y="90868"/>
                  </a:lnTo>
                  <a:lnTo>
                    <a:pt x="555117" y="90297"/>
                  </a:lnTo>
                  <a:lnTo>
                    <a:pt x="554069" y="89630"/>
                  </a:lnTo>
                  <a:lnTo>
                    <a:pt x="553212" y="88678"/>
                  </a:lnTo>
                  <a:lnTo>
                    <a:pt x="551212" y="85820"/>
                  </a:lnTo>
                  <a:lnTo>
                    <a:pt x="550545" y="85154"/>
                  </a:lnTo>
                  <a:lnTo>
                    <a:pt x="548735" y="84011"/>
                  </a:lnTo>
                  <a:lnTo>
                    <a:pt x="544544" y="77533"/>
                  </a:lnTo>
                  <a:lnTo>
                    <a:pt x="543878" y="75819"/>
                  </a:lnTo>
                  <a:lnTo>
                    <a:pt x="543687" y="74486"/>
                  </a:lnTo>
                  <a:lnTo>
                    <a:pt x="543782" y="73533"/>
                  </a:lnTo>
                  <a:lnTo>
                    <a:pt x="544259" y="72390"/>
                  </a:lnTo>
                  <a:lnTo>
                    <a:pt x="544544" y="70771"/>
                  </a:lnTo>
                  <a:lnTo>
                    <a:pt x="544354" y="67913"/>
                  </a:lnTo>
                  <a:lnTo>
                    <a:pt x="543782" y="66294"/>
                  </a:lnTo>
                  <a:lnTo>
                    <a:pt x="543115" y="64770"/>
                  </a:lnTo>
                  <a:lnTo>
                    <a:pt x="542163" y="63246"/>
                  </a:lnTo>
                  <a:lnTo>
                    <a:pt x="541115" y="62103"/>
                  </a:lnTo>
                  <a:lnTo>
                    <a:pt x="539877" y="61150"/>
                  </a:lnTo>
                  <a:lnTo>
                    <a:pt x="538067" y="60484"/>
                  </a:lnTo>
                  <a:lnTo>
                    <a:pt x="523875" y="59150"/>
                  </a:lnTo>
                  <a:lnTo>
                    <a:pt x="514921" y="60293"/>
                  </a:lnTo>
                  <a:lnTo>
                    <a:pt x="511874" y="60198"/>
                  </a:lnTo>
                  <a:lnTo>
                    <a:pt x="510254" y="59817"/>
                  </a:lnTo>
                  <a:lnTo>
                    <a:pt x="506159" y="58293"/>
                  </a:lnTo>
                  <a:lnTo>
                    <a:pt x="505301" y="57817"/>
                  </a:lnTo>
                  <a:lnTo>
                    <a:pt x="504063" y="56864"/>
                  </a:lnTo>
                  <a:lnTo>
                    <a:pt x="503396" y="56483"/>
                  </a:lnTo>
                  <a:lnTo>
                    <a:pt x="502158" y="56197"/>
                  </a:lnTo>
                  <a:lnTo>
                    <a:pt x="500539" y="56197"/>
                  </a:lnTo>
                  <a:lnTo>
                    <a:pt x="494919" y="57436"/>
                  </a:lnTo>
                  <a:lnTo>
                    <a:pt x="493205" y="56864"/>
                  </a:lnTo>
                  <a:lnTo>
                    <a:pt x="492442" y="56197"/>
                  </a:lnTo>
                  <a:lnTo>
                    <a:pt x="492347" y="55054"/>
                  </a:lnTo>
                  <a:lnTo>
                    <a:pt x="492824" y="53721"/>
                  </a:lnTo>
                  <a:lnTo>
                    <a:pt x="494729" y="49816"/>
                  </a:lnTo>
                  <a:lnTo>
                    <a:pt x="495205" y="48482"/>
                  </a:lnTo>
                  <a:lnTo>
                    <a:pt x="495395" y="47244"/>
                  </a:lnTo>
                  <a:lnTo>
                    <a:pt x="494919" y="46482"/>
                  </a:lnTo>
                  <a:lnTo>
                    <a:pt x="493967" y="46292"/>
                  </a:lnTo>
                  <a:lnTo>
                    <a:pt x="492157" y="46958"/>
                  </a:lnTo>
                  <a:lnTo>
                    <a:pt x="485584" y="50863"/>
                  </a:lnTo>
                  <a:lnTo>
                    <a:pt x="483870" y="51530"/>
                  </a:lnTo>
                  <a:lnTo>
                    <a:pt x="481870" y="52007"/>
                  </a:lnTo>
                  <a:lnTo>
                    <a:pt x="478726" y="52197"/>
                  </a:lnTo>
                  <a:lnTo>
                    <a:pt x="474440" y="51816"/>
                  </a:lnTo>
                  <a:lnTo>
                    <a:pt x="472440" y="51245"/>
                  </a:lnTo>
                  <a:lnTo>
                    <a:pt x="469011" y="49530"/>
                  </a:lnTo>
                  <a:lnTo>
                    <a:pt x="467011" y="48196"/>
                  </a:lnTo>
                  <a:lnTo>
                    <a:pt x="466344" y="47625"/>
                  </a:lnTo>
                  <a:lnTo>
                    <a:pt x="465772" y="46768"/>
                  </a:lnTo>
                  <a:lnTo>
                    <a:pt x="465392" y="45815"/>
                  </a:lnTo>
                  <a:lnTo>
                    <a:pt x="465487" y="44767"/>
                  </a:lnTo>
                  <a:lnTo>
                    <a:pt x="466058" y="42577"/>
                  </a:lnTo>
                  <a:lnTo>
                    <a:pt x="466249" y="41148"/>
                  </a:lnTo>
                  <a:lnTo>
                    <a:pt x="466154" y="39910"/>
                  </a:lnTo>
                  <a:lnTo>
                    <a:pt x="465868" y="39053"/>
                  </a:lnTo>
                  <a:lnTo>
                    <a:pt x="465296" y="38386"/>
                  </a:lnTo>
                  <a:lnTo>
                    <a:pt x="462820" y="36290"/>
                  </a:lnTo>
                  <a:lnTo>
                    <a:pt x="462439" y="35433"/>
                  </a:lnTo>
                  <a:lnTo>
                    <a:pt x="462248" y="34195"/>
                  </a:lnTo>
                  <a:lnTo>
                    <a:pt x="462058" y="32480"/>
                  </a:lnTo>
                  <a:lnTo>
                    <a:pt x="462058" y="30766"/>
                  </a:lnTo>
                  <a:lnTo>
                    <a:pt x="462248" y="28861"/>
                  </a:lnTo>
                  <a:lnTo>
                    <a:pt x="462629" y="27051"/>
                  </a:lnTo>
                  <a:lnTo>
                    <a:pt x="462915" y="24098"/>
                  </a:lnTo>
                  <a:lnTo>
                    <a:pt x="463010" y="20764"/>
                  </a:lnTo>
                  <a:lnTo>
                    <a:pt x="462915" y="18383"/>
                  </a:lnTo>
                  <a:lnTo>
                    <a:pt x="462439" y="16097"/>
                  </a:lnTo>
                  <a:lnTo>
                    <a:pt x="461963" y="14668"/>
                  </a:lnTo>
                  <a:lnTo>
                    <a:pt x="461296" y="13430"/>
                  </a:lnTo>
                  <a:lnTo>
                    <a:pt x="460343" y="12573"/>
                  </a:lnTo>
                  <a:lnTo>
                    <a:pt x="454057" y="10573"/>
                  </a:lnTo>
                  <a:lnTo>
                    <a:pt x="452628" y="9811"/>
                  </a:lnTo>
                  <a:lnTo>
                    <a:pt x="451485" y="8954"/>
                  </a:lnTo>
                  <a:lnTo>
                    <a:pt x="450723" y="8192"/>
                  </a:lnTo>
                  <a:lnTo>
                    <a:pt x="448342" y="4858"/>
                  </a:lnTo>
                  <a:lnTo>
                    <a:pt x="447104" y="2667"/>
                  </a:lnTo>
                  <a:lnTo>
                    <a:pt x="446246" y="1429"/>
                  </a:lnTo>
                  <a:lnTo>
                    <a:pt x="445199" y="381"/>
                  </a:lnTo>
                  <a:lnTo>
                    <a:pt x="443675" y="0"/>
                  </a:lnTo>
                  <a:lnTo>
                    <a:pt x="441865" y="95"/>
                  </a:lnTo>
                  <a:lnTo>
                    <a:pt x="439007" y="1429"/>
                  </a:lnTo>
                  <a:lnTo>
                    <a:pt x="436055" y="2096"/>
                  </a:lnTo>
                  <a:lnTo>
                    <a:pt x="434816" y="2096"/>
                  </a:lnTo>
                  <a:lnTo>
                    <a:pt x="433292" y="2381"/>
                  </a:lnTo>
                  <a:lnTo>
                    <a:pt x="431863" y="2953"/>
                  </a:lnTo>
                  <a:lnTo>
                    <a:pt x="430721" y="3905"/>
                  </a:lnTo>
                  <a:lnTo>
                    <a:pt x="428720" y="6858"/>
                  </a:lnTo>
                  <a:lnTo>
                    <a:pt x="427387" y="8192"/>
                  </a:lnTo>
                  <a:lnTo>
                    <a:pt x="423672" y="10478"/>
                  </a:lnTo>
                  <a:lnTo>
                    <a:pt x="418529" y="12859"/>
                  </a:lnTo>
                  <a:lnTo>
                    <a:pt x="417767" y="13335"/>
                  </a:lnTo>
                  <a:lnTo>
                    <a:pt x="417100" y="14097"/>
                  </a:lnTo>
                  <a:lnTo>
                    <a:pt x="416719" y="15335"/>
                  </a:lnTo>
                  <a:lnTo>
                    <a:pt x="417195" y="16192"/>
                  </a:lnTo>
                  <a:lnTo>
                    <a:pt x="418147" y="16859"/>
                  </a:lnTo>
                  <a:lnTo>
                    <a:pt x="420434" y="17526"/>
                  </a:lnTo>
                  <a:lnTo>
                    <a:pt x="421100" y="17812"/>
                  </a:lnTo>
                  <a:lnTo>
                    <a:pt x="421576" y="18193"/>
                  </a:lnTo>
                  <a:lnTo>
                    <a:pt x="421958" y="18859"/>
                  </a:lnTo>
                  <a:lnTo>
                    <a:pt x="422053" y="19621"/>
                  </a:lnTo>
                  <a:lnTo>
                    <a:pt x="421576" y="20288"/>
                  </a:lnTo>
                  <a:lnTo>
                    <a:pt x="420148" y="20764"/>
                  </a:lnTo>
                  <a:lnTo>
                    <a:pt x="408908" y="21622"/>
                  </a:lnTo>
                  <a:lnTo>
                    <a:pt x="407384" y="22098"/>
                  </a:lnTo>
                  <a:lnTo>
                    <a:pt x="405955" y="23050"/>
                  </a:lnTo>
                  <a:lnTo>
                    <a:pt x="404813" y="24955"/>
                  </a:lnTo>
                  <a:lnTo>
                    <a:pt x="403193" y="28861"/>
                  </a:lnTo>
                  <a:lnTo>
                    <a:pt x="402050" y="30099"/>
                  </a:lnTo>
                  <a:lnTo>
                    <a:pt x="400526" y="31051"/>
                  </a:lnTo>
                  <a:lnTo>
                    <a:pt x="399574" y="31528"/>
                  </a:lnTo>
                  <a:lnTo>
                    <a:pt x="398907" y="31623"/>
                  </a:lnTo>
                  <a:lnTo>
                    <a:pt x="398050" y="31337"/>
                  </a:lnTo>
                  <a:lnTo>
                    <a:pt x="397669" y="31337"/>
                  </a:lnTo>
                  <a:lnTo>
                    <a:pt x="397288" y="31337"/>
                  </a:lnTo>
                  <a:lnTo>
                    <a:pt x="396907" y="31242"/>
                  </a:lnTo>
                  <a:lnTo>
                    <a:pt x="396526" y="30289"/>
                  </a:lnTo>
                  <a:lnTo>
                    <a:pt x="396335" y="30004"/>
                  </a:lnTo>
                  <a:lnTo>
                    <a:pt x="395859" y="29908"/>
                  </a:lnTo>
                  <a:lnTo>
                    <a:pt x="394811" y="30385"/>
                  </a:lnTo>
                  <a:lnTo>
                    <a:pt x="394145" y="30385"/>
                  </a:lnTo>
                  <a:lnTo>
                    <a:pt x="393668" y="30385"/>
                  </a:lnTo>
                  <a:lnTo>
                    <a:pt x="393001" y="30385"/>
                  </a:lnTo>
                  <a:lnTo>
                    <a:pt x="392335" y="30575"/>
                  </a:lnTo>
                  <a:lnTo>
                    <a:pt x="391382" y="31051"/>
                  </a:lnTo>
                  <a:lnTo>
                    <a:pt x="390620" y="31147"/>
                  </a:lnTo>
                  <a:lnTo>
                    <a:pt x="387001" y="32575"/>
                  </a:lnTo>
                  <a:lnTo>
                    <a:pt x="384810" y="34004"/>
                  </a:lnTo>
                  <a:lnTo>
                    <a:pt x="384429" y="34385"/>
                  </a:lnTo>
                  <a:lnTo>
                    <a:pt x="386334" y="36481"/>
                  </a:lnTo>
                  <a:lnTo>
                    <a:pt x="391382" y="44291"/>
                  </a:lnTo>
                  <a:lnTo>
                    <a:pt x="391859" y="45434"/>
                  </a:lnTo>
                  <a:lnTo>
                    <a:pt x="391573" y="46006"/>
                  </a:lnTo>
                  <a:lnTo>
                    <a:pt x="390620" y="46387"/>
                  </a:lnTo>
                  <a:lnTo>
                    <a:pt x="390239" y="47244"/>
                  </a:lnTo>
                  <a:lnTo>
                    <a:pt x="390525" y="48196"/>
                  </a:lnTo>
                  <a:lnTo>
                    <a:pt x="391573" y="48578"/>
                  </a:lnTo>
                  <a:lnTo>
                    <a:pt x="393192" y="48863"/>
                  </a:lnTo>
                  <a:lnTo>
                    <a:pt x="394716" y="49816"/>
                  </a:lnTo>
                  <a:lnTo>
                    <a:pt x="395954" y="51054"/>
                  </a:lnTo>
                  <a:lnTo>
                    <a:pt x="396716" y="52578"/>
                  </a:lnTo>
                  <a:lnTo>
                    <a:pt x="395954" y="53245"/>
                  </a:lnTo>
                  <a:lnTo>
                    <a:pt x="395288" y="53721"/>
                  </a:lnTo>
                  <a:lnTo>
                    <a:pt x="394621" y="54197"/>
                  </a:lnTo>
                  <a:lnTo>
                    <a:pt x="394049" y="55150"/>
                  </a:lnTo>
                  <a:lnTo>
                    <a:pt x="395192" y="55531"/>
                  </a:lnTo>
                  <a:lnTo>
                    <a:pt x="396145" y="54959"/>
                  </a:lnTo>
                  <a:lnTo>
                    <a:pt x="397002" y="54197"/>
                  </a:lnTo>
                  <a:lnTo>
                    <a:pt x="397574" y="54102"/>
                  </a:lnTo>
                  <a:lnTo>
                    <a:pt x="398240" y="55054"/>
                  </a:lnTo>
                  <a:lnTo>
                    <a:pt x="398145" y="55817"/>
                  </a:lnTo>
                  <a:lnTo>
                    <a:pt x="397669" y="56579"/>
                  </a:lnTo>
                  <a:lnTo>
                    <a:pt x="397288" y="57721"/>
                  </a:lnTo>
                  <a:lnTo>
                    <a:pt x="396907" y="59817"/>
                  </a:lnTo>
                  <a:lnTo>
                    <a:pt x="396716" y="62008"/>
                  </a:lnTo>
                  <a:lnTo>
                    <a:pt x="397002" y="62675"/>
                  </a:lnTo>
                  <a:lnTo>
                    <a:pt x="398145" y="64008"/>
                  </a:lnTo>
                  <a:lnTo>
                    <a:pt x="398336" y="64579"/>
                  </a:lnTo>
                  <a:lnTo>
                    <a:pt x="399193" y="66199"/>
                  </a:lnTo>
                  <a:lnTo>
                    <a:pt x="403003" y="67628"/>
                  </a:lnTo>
                  <a:lnTo>
                    <a:pt x="403860" y="69151"/>
                  </a:lnTo>
                  <a:lnTo>
                    <a:pt x="404622" y="69342"/>
                  </a:lnTo>
                  <a:lnTo>
                    <a:pt x="409289" y="72771"/>
                  </a:lnTo>
                  <a:lnTo>
                    <a:pt x="408813" y="73438"/>
                  </a:lnTo>
                  <a:lnTo>
                    <a:pt x="407575" y="72676"/>
                  </a:lnTo>
                  <a:lnTo>
                    <a:pt x="407003" y="73247"/>
                  </a:lnTo>
                  <a:lnTo>
                    <a:pt x="407003" y="74390"/>
                  </a:lnTo>
                  <a:lnTo>
                    <a:pt x="407099" y="75343"/>
                  </a:lnTo>
                  <a:lnTo>
                    <a:pt x="407480" y="76771"/>
                  </a:lnTo>
                  <a:lnTo>
                    <a:pt x="407956" y="77914"/>
                  </a:lnTo>
                  <a:lnTo>
                    <a:pt x="409289" y="79915"/>
                  </a:lnTo>
                  <a:lnTo>
                    <a:pt x="408813" y="79915"/>
                  </a:lnTo>
                  <a:lnTo>
                    <a:pt x="408432" y="79629"/>
                  </a:lnTo>
                  <a:lnTo>
                    <a:pt x="408146" y="79438"/>
                  </a:lnTo>
                  <a:lnTo>
                    <a:pt x="407099" y="79343"/>
                  </a:lnTo>
                  <a:lnTo>
                    <a:pt x="407480" y="80296"/>
                  </a:lnTo>
                  <a:lnTo>
                    <a:pt x="407670" y="80677"/>
                  </a:lnTo>
                  <a:lnTo>
                    <a:pt x="405955" y="81534"/>
                  </a:lnTo>
                  <a:lnTo>
                    <a:pt x="401669" y="85249"/>
                  </a:lnTo>
                  <a:lnTo>
                    <a:pt x="400812" y="85344"/>
                  </a:lnTo>
                  <a:lnTo>
                    <a:pt x="399669" y="85725"/>
                  </a:lnTo>
                  <a:lnTo>
                    <a:pt x="398907" y="85820"/>
                  </a:lnTo>
                  <a:lnTo>
                    <a:pt x="398812" y="86201"/>
                  </a:lnTo>
                  <a:lnTo>
                    <a:pt x="395192" y="86868"/>
                  </a:lnTo>
                  <a:lnTo>
                    <a:pt x="393859" y="87535"/>
                  </a:lnTo>
                  <a:lnTo>
                    <a:pt x="393001" y="88297"/>
                  </a:lnTo>
                  <a:lnTo>
                    <a:pt x="391287" y="91630"/>
                  </a:lnTo>
                  <a:lnTo>
                    <a:pt x="390620" y="92392"/>
                  </a:lnTo>
                  <a:lnTo>
                    <a:pt x="389858" y="92964"/>
                  </a:lnTo>
                  <a:lnTo>
                    <a:pt x="389096" y="93440"/>
                  </a:lnTo>
                  <a:lnTo>
                    <a:pt x="384334" y="94393"/>
                  </a:lnTo>
                  <a:lnTo>
                    <a:pt x="383286" y="94774"/>
                  </a:lnTo>
                  <a:lnTo>
                    <a:pt x="382429" y="95345"/>
                  </a:lnTo>
                  <a:lnTo>
                    <a:pt x="381762" y="96107"/>
                  </a:lnTo>
                  <a:lnTo>
                    <a:pt x="381191" y="97155"/>
                  </a:lnTo>
                  <a:lnTo>
                    <a:pt x="379952" y="100965"/>
                  </a:lnTo>
                  <a:lnTo>
                    <a:pt x="378714" y="103061"/>
                  </a:lnTo>
                  <a:lnTo>
                    <a:pt x="377857" y="103632"/>
                  </a:lnTo>
                  <a:lnTo>
                    <a:pt x="376904" y="103727"/>
                  </a:lnTo>
                  <a:lnTo>
                    <a:pt x="373189" y="103156"/>
                  </a:lnTo>
                  <a:lnTo>
                    <a:pt x="371094" y="103442"/>
                  </a:lnTo>
                  <a:lnTo>
                    <a:pt x="370522" y="103537"/>
                  </a:lnTo>
                  <a:lnTo>
                    <a:pt x="369761" y="103918"/>
                  </a:lnTo>
                  <a:lnTo>
                    <a:pt x="368237" y="104966"/>
                  </a:lnTo>
                  <a:lnTo>
                    <a:pt x="362903" y="110204"/>
                  </a:lnTo>
                  <a:lnTo>
                    <a:pt x="359855" y="112490"/>
                  </a:lnTo>
                  <a:lnTo>
                    <a:pt x="359283" y="112776"/>
                  </a:lnTo>
                  <a:lnTo>
                    <a:pt x="358997" y="112586"/>
                  </a:lnTo>
                  <a:lnTo>
                    <a:pt x="359092" y="111538"/>
                  </a:lnTo>
                  <a:lnTo>
                    <a:pt x="359283" y="110585"/>
                  </a:lnTo>
                  <a:lnTo>
                    <a:pt x="359474" y="109633"/>
                  </a:lnTo>
                  <a:lnTo>
                    <a:pt x="359474" y="108013"/>
                  </a:lnTo>
                  <a:lnTo>
                    <a:pt x="359283" y="106680"/>
                  </a:lnTo>
                  <a:lnTo>
                    <a:pt x="358426" y="104680"/>
                  </a:lnTo>
                  <a:lnTo>
                    <a:pt x="357759" y="103822"/>
                  </a:lnTo>
                  <a:lnTo>
                    <a:pt x="357283" y="102965"/>
                  </a:lnTo>
                  <a:lnTo>
                    <a:pt x="356807" y="101917"/>
                  </a:lnTo>
                  <a:lnTo>
                    <a:pt x="356711" y="100584"/>
                  </a:lnTo>
                  <a:lnTo>
                    <a:pt x="357378" y="98584"/>
                  </a:lnTo>
                  <a:lnTo>
                    <a:pt x="358235" y="97155"/>
                  </a:lnTo>
                  <a:lnTo>
                    <a:pt x="359092" y="96203"/>
                  </a:lnTo>
                  <a:lnTo>
                    <a:pt x="360140" y="95536"/>
                  </a:lnTo>
                  <a:lnTo>
                    <a:pt x="360712" y="95059"/>
                  </a:lnTo>
                  <a:lnTo>
                    <a:pt x="361188" y="94297"/>
                  </a:lnTo>
                  <a:lnTo>
                    <a:pt x="361950" y="92964"/>
                  </a:lnTo>
                  <a:lnTo>
                    <a:pt x="363188" y="88678"/>
                  </a:lnTo>
                  <a:lnTo>
                    <a:pt x="363950" y="87344"/>
                  </a:lnTo>
                  <a:lnTo>
                    <a:pt x="364331" y="86582"/>
                  </a:lnTo>
                  <a:lnTo>
                    <a:pt x="364617" y="85534"/>
                  </a:lnTo>
                  <a:lnTo>
                    <a:pt x="364808" y="84106"/>
                  </a:lnTo>
                  <a:lnTo>
                    <a:pt x="364712" y="82963"/>
                  </a:lnTo>
                  <a:lnTo>
                    <a:pt x="364522" y="81915"/>
                  </a:lnTo>
                  <a:lnTo>
                    <a:pt x="364046" y="80582"/>
                  </a:lnTo>
                  <a:lnTo>
                    <a:pt x="363760" y="79915"/>
                  </a:lnTo>
                  <a:lnTo>
                    <a:pt x="361950" y="77724"/>
                  </a:lnTo>
                  <a:lnTo>
                    <a:pt x="361664" y="76867"/>
                  </a:lnTo>
                  <a:lnTo>
                    <a:pt x="361759" y="75914"/>
                  </a:lnTo>
                  <a:lnTo>
                    <a:pt x="362045" y="74962"/>
                  </a:lnTo>
                  <a:lnTo>
                    <a:pt x="362236" y="74104"/>
                  </a:lnTo>
                  <a:lnTo>
                    <a:pt x="361474" y="72200"/>
                  </a:lnTo>
                  <a:lnTo>
                    <a:pt x="358902" y="69628"/>
                  </a:lnTo>
                  <a:lnTo>
                    <a:pt x="358426" y="68485"/>
                  </a:lnTo>
                  <a:lnTo>
                    <a:pt x="357759" y="68389"/>
                  </a:lnTo>
                  <a:lnTo>
                    <a:pt x="356235" y="67151"/>
                  </a:lnTo>
                  <a:lnTo>
                    <a:pt x="355663" y="66770"/>
                  </a:lnTo>
                  <a:lnTo>
                    <a:pt x="355092" y="66580"/>
                  </a:lnTo>
                  <a:lnTo>
                    <a:pt x="354425" y="66580"/>
                  </a:lnTo>
                  <a:lnTo>
                    <a:pt x="354044" y="66961"/>
                  </a:lnTo>
                  <a:lnTo>
                    <a:pt x="353854" y="67723"/>
                  </a:lnTo>
                  <a:lnTo>
                    <a:pt x="353949" y="70866"/>
                  </a:lnTo>
                  <a:lnTo>
                    <a:pt x="352996" y="73724"/>
                  </a:lnTo>
                  <a:lnTo>
                    <a:pt x="352044" y="79343"/>
                  </a:lnTo>
                  <a:lnTo>
                    <a:pt x="350615" y="81248"/>
                  </a:lnTo>
                  <a:lnTo>
                    <a:pt x="347758" y="82772"/>
                  </a:lnTo>
                  <a:lnTo>
                    <a:pt x="346043" y="84201"/>
                  </a:lnTo>
                  <a:lnTo>
                    <a:pt x="345091" y="85725"/>
                  </a:lnTo>
                  <a:lnTo>
                    <a:pt x="344329" y="87821"/>
                  </a:lnTo>
                  <a:lnTo>
                    <a:pt x="343662" y="90964"/>
                  </a:lnTo>
                  <a:lnTo>
                    <a:pt x="343567" y="92392"/>
                  </a:lnTo>
                  <a:lnTo>
                    <a:pt x="344043" y="93726"/>
                  </a:lnTo>
                  <a:lnTo>
                    <a:pt x="344996" y="94869"/>
                  </a:lnTo>
                  <a:lnTo>
                    <a:pt x="347567" y="96203"/>
                  </a:lnTo>
                  <a:lnTo>
                    <a:pt x="348520" y="97060"/>
                  </a:lnTo>
                  <a:lnTo>
                    <a:pt x="348901" y="98774"/>
                  </a:lnTo>
                  <a:lnTo>
                    <a:pt x="348710" y="100013"/>
                  </a:lnTo>
                  <a:lnTo>
                    <a:pt x="348043" y="101346"/>
                  </a:lnTo>
                  <a:lnTo>
                    <a:pt x="346329" y="103918"/>
                  </a:lnTo>
                  <a:lnTo>
                    <a:pt x="342329" y="112014"/>
                  </a:lnTo>
                  <a:lnTo>
                    <a:pt x="340995" y="113062"/>
                  </a:lnTo>
                  <a:lnTo>
                    <a:pt x="339566" y="113062"/>
                  </a:lnTo>
                  <a:lnTo>
                    <a:pt x="338138" y="111919"/>
                  </a:lnTo>
                  <a:lnTo>
                    <a:pt x="335471" y="108490"/>
                  </a:lnTo>
                  <a:lnTo>
                    <a:pt x="332804" y="105537"/>
                  </a:lnTo>
                  <a:lnTo>
                    <a:pt x="329279" y="102870"/>
                  </a:lnTo>
                  <a:lnTo>
                    <a:pt x="327850" y="102203"/>
                  </a:lnTo>
                  <a:lnTo>
                    <a:pt x="326422" y="101822"/>
                  </a:lnTo>
                  <a:lnTo>
                    <a:pt x="324993" y="101727"/>
                  </a:lnTo>
                  <a:lnTo>
                    <a:pt x="323564" y="102108"/>
                  </a:lnTo>
                  <a:lnTo>
                    <a:pt x="322897" y="102775"/>
                  </a:lnTo>
                  <a:lnTo>
                    <a:pt x="322612" y="103822"/>
                  </a:lnTo>
                  <a:lnTo>
                    <a:pt x="322517" y="105156"/>
                  </a:lnTo>
                  <a:lnTo>
                    <a:pt x="321755" y="106775"/>
                  </a:lnTo>
                  <a:lnTo>
                    <a:pt x="320707" y="107251"/>
                  </a:lnTo>
                  <a:lnTo>
                    <a:pt x="319754" y="106680"/>
                  </a:lnTo>
                  <a:lnTo>
                    <a:pt x="318897" y="105632"/>
                  </a:lnTo>
                  <a:lnTo>
                    <a:pt x="317849" y="104966"/>
                  </a:lnTo>
                  <a:lnTo>
                    <a:pt x="316801" y="104966"/>
                  </a:lnTo>
                  <a:lnTo>
                    <a:pt x="314516" y="105918"/>
                  </a:lnTo>
                  <a:lnTo>
                    <a:pt x="310420" y="107156"/>
                  </a:lnTo>
                  <a:lnTo>
                    <a:pt x="308420" y="108013"/>
                  </a:lnTo>
                  <a:lnTo>
                    <a:pt x="305562" y="109633"/>
                  </a:lnTo>
                  <a:lnTo>
                    <a:pt x="304514" y="110871"/>
                  </a:lnTo>
                  <a:lnTo>
                    <a:pt x="303943" y="112014"/>
                  </a:lnTo>
                  <a:lnTo>
                    <a:pt x="303752" y="113347"/>
                  </a:lnTo>
                  <a:lnTo>
                    <a:pt x="301562" y="119825"/>
                  </a:lnTo>
                  <a:lnTo>
                    <a:pt x="301085" y="122015"/>
                  </a:lnTo>
                  <a:lnTo>
                    <a:pt x="300800" y="124016"/>
                  </a:lnTo>
                  <a:lnTo>
                    <a:pt x="300800" y="126873"/>
                  </a:lnTo>
                  <a:lnTo>
                    <a:pt x="300990" y="128492"/>
                  </a:lnTo>
                  <a:lnTo>
                    <a:pt x="301371" y="130016"/>
                  </a:lnTo>
                  <a:lnTo>
                    <a:pt x="301942" y="131350"/>
                  </a:lnTo>
                  <a:lnTo>
                    <a:pt x="302514" y="132017"/>
                  </a:lnTo>
                  <a:lnTo>
                    <a:pt x="302990" y="132493"/>
                  </a:lnTo>
                  <a:lnTo>
                    <a:pt x="307181" y="134779"/>
                  </a:lnTo>
                  <a:lnTo>
                    <a:pt x="308229" y="135636"/>
                  </a:lnTo>
                  <a:lnTo>
                    <a:pt x="308896" y="136493"/>
                  </a:lnTo>
                  <a:lnTo>
                    <a:pt x="309372" y="137636"/>
                  </a:lnTo>
                  <a:lnTo>
                    <a:pt x="309658" y="139065"/>
                  </a:lnTo>
                  <a:lnTo>
                    <a:pt x="309848" y="141351"/>
                  </a:lnTo>
                  <a:lnTo>
                    <a:pt x="309753" y="142399"/>
                  </a:lnTo>
                  <a:lnTo>
                    <a:pt x="308229" y="147161"/>
                  </a:lnTo>
                  <a:lnTo>
                    <a:pt x="305848" y="151733"/>
                  </a:lnTo>
                  <a:lnTo>
                    <a:pt x="304514" y="153734"/>
                  </a:lnTo>
                  <a:lnTo>
                    <a:pt x="303086" y="154972"/>
                  </a:lnTo>
                  <a:lnTo>
                    <a:pt x="302133" y="155448"/>
                  </a:lnTo>
                  <a:lnTo>
                    <a:pt x="301085" y="155638"/>
                  </a:lnTo>
                  <a:lnTo>
                    <a:pt x="300323" y="155638"/>
                  </a:lnTo>
                  <a:lnTo>
                    <a:pt x="299847" y="155638"/>
                  </a:lnTo>
                  <a:lnTo>
                    <a:pt x="298513" y="155067"/>
                  </a:lnTo>
                  <a:lnTo>
                    <a:pt x="297656" y="154591"/>
                  </a:lnTo>
                  <a:lnTo>
                    <a:pt x="296989" y="154305"/>
                  </a:lnTo>
                  <a:lnTo>
                    <a:pt x="296037" y="154400"/>
                  </a:lnTo>
                  <a:lnTo>
                    <a:pt x="294799" y="154876"/>
                  </a:lnTo>
                  <a:lnTo>
                    <a:pt x="291465" y="157448"/>
                  </a:lnTo>
                  <a:lnTo>
                    <a:pt x="290513" y="158020"/>
                  </a:lnTo>
                  <a:lnTo>
                    <a:pt x="289560" y="158401"/>
                  </a:lnTo>
                  <a:lnTo>
                    <a:pt x="286988" y="158687"/>
                  </a:lnTo>
                  <a:lnTo>
                    <a:pt x="286036" y="159067"/>
                  </a:lnTo>
                  <a:lnTo>
                    <a:pt x="285274" y="159449"/>
                  </a:lnTo>
                  <a:lnTo>
                    <a:pt x="284607" y="159544"/>
                  </a:lnTo>
                  <a:lnTo>
                    <a:pt x="283750" y="159449"/>
                  </a:lnTo>
                  <a:lnTo>
                    <a:pt x="282988" y="159163"/>
                  </a:lnTo>
                  <a:lnTo>
                    <a:pt x="282416" y="158687"/>
                  </a:lnTo>
                  <a:lnTo>
                    <a:pt x="281940" y="158115"/>
                  </a:lnTo>
                  <a:lnTo>
                    <a:pt x="280988" y="157448"/>
                  </a:lnTo>
                  <a:lnTo>
                    <a:pt x="280130" y="156877"/>
                  </a:lnTo>
                  <a:lnTo>
                    <a:pt x="278511" y="156305"/>
                  </a:lnTo>
                  <a:lnTo>
                    <a:pt x="277654" y="156020"/>
                  </a:lnTo>
                  <a:lnTo>
                    <a:pt x="270415" y="155353"/>
                  </a:lnTo>
                  <a:lnTo>
                    <a:pt x="266605" y="153924"/>
                  </a:lnTo>
                  <a:lnTo>
                    <a:pt x="265652" y="153829"/>
                  </a:lnTo>
                  <a:lnTo>
                    <a:pt x="264795" y="154210"/>
                  </a:lnTo>
                  <a:lnTo>
                    <a:pt x="264605" y="154781"/>
                  </a:lnTo>
                  <a:lnTo>
                    <a:pt x="264795" y="155448"/>
                  </a:lnTo>
                  <a:lnTo>
                    <a:pt x="265367" y="157067"/>
                  </a:lnTo>
                  <a:lnTo>
                    <a:pt x="265176" y="158020"/>
                  </a:lnTo>
                  <a:lnTo>
                    <a:pt x="264509" y="159353"/>
                  </a:lnTo>
                  <a:lnTo>
                    <a:pt x="263462" y="160401"/>
                  </a:lnTo>
                  <a:lnTo>
                    <a:pt x="262700" y="161544"/>
                  </a:lnTo>
                  <a:lnTo>
                    <a:pt x="262318" y="162592"/>
                  </a:lnTo>
                  <a:lnTo>
                    <a:pt x="262128" y="163925"/>
                  </a:lnTo>
                  <a:lnTo>
                    <a:pt x="262033" y="166211"/>
                  </a:lnTo>
                  <a:lnTo>
                    <a:pt x="261842" y="167545"/>
                  </a:lnTo>
                  <a:lnTo>
                    <a:pt x="261842" y="167640"/>
                  </a:lnTo>
                  <a:lnTo>
                    <a:pt x="261842" y="167830"/>
                  </a:lnTo>
                  <a:lnTo>
                    <a:pt x="261652" y="168974"/>
                  </a:lnTo>
                  <a:lnTo>
                    <a:pt x="260604" y="171355"/>
                  </a:lnTo>
                  <a:lnTo>
                    <a:pt x="259080" y="176117"/>
                  </a:lnTo>
                  <a:lnTo>
                    <a:pt x="258604" y="176784"/>
                  </a:lnTo>
                  <a:lnTo>
                    <a:pt x="258032" y="177260"/>
                  </a:lnTo>
                  <a:lnTo>
                    <a:pt x="254413" y="179165"/>
                  </a:lnTo>
                  <a:lnTo>
                    <a:pt x="253365" y="180594"/>
                  </a:lnTo>
                  <a:lnTo>
                    <a:pt x="249936" y="177832"/>
                  </a:lnTo>
                  <a:lnTo>
                    <a:pt x="248412" y="175736"/>
                  </a:lnTo>
                  <a:lnTo>
                    <a:pt x="248221" y="174784"/>
                  </a:lnTo>
                  <a:lnTo>
                    <a:pt x="248317" y="173926"/>
                  </a:lnTo>
                  <a:lnTo>
                    <a:pt x="248698" y="172879"/>
                  </a:lnTo>
                  <a:lnTo>
                    <a:pt x="249174" y="172117"/>
                  </a:lnTo>
                  <a:lnTo>
                    <a:pt x="249555" y="171641"/>
                  </a:lnTo>
                  <a:lnTo>
                    <a:pt x="250698" y="170688"/>
                  </a:lnTo>
                  <a:lnTo>
                    <a:pt x="254127" y="168307"/>
                  </a:lnTo>
                  <a:lnTo>
                    <a:pt x="254413" y="167926"/>
                  </a:lnTo>
                  <a:lnTo>
                    <a:pt x="254794" y="167545"/>
                  </a:lnTo>
                  <a:lnTo>
                    <a:pt x="255175" y="166878"/>
                  </a:lnTo>
                  <a:lnTo>
                    <a:pt x="255746" y="165449"/>
                  </a:lnTo>
                  <a:lnTo>
                    <a:pt x="255651" y="164973"/>
                  </a:lnTo>
                  <a:lnTo>
                    <a:pt x="255270" y="164211"/>
                  </a:lnTo>
                  <a:lnTo>
                    <a:pt x="254222" y="163259"/>
                  </a:lnTo>
                  <a:lnTo>
                    <a:pt x="253841" y="162211"/>
                  </a:lnTo>
                  <a:lnTo>
                    <a:pt x="253555" y="161163"/>
                  </a:lnTo>
                  <a:lnTo>
                    <a:pt x="252889" y="160592"/>
                  </a:lnTo>
                  <a:lnTo>
                    <a:pt x="252127" y="160115"/>
                  </a:lnTo>
                  <a:lnTo>
                    <a:pt x="251555" y="159353"/>
                  </a:lnTo>
                  <a:lnTo>
                    <a:pt x="251174" y="158020"/>
                  </a:lnTo>
                  <a:lnTo>
                    <a:pt x="250984" y="156782"/>
                  </a:lnTo>
                  <a:lnTo>
                    <a:pt x="250793" y="155543"/>
                  </a:lnTo>
                  <a:lnTo>
                    <a:pt x="249936" y="154114"/>
                  </a:lnTo>
                  <a:lnTo>
                    <a:pt x="247555" y="152019"/>
                  </a:lnTo>
                  <a:lnTo>
                    <a:pt x="247174" y="151162"/>
                  </a:lnTo>
                  <a:lnTo>
                    <a:pt x="246221" y="150114"/>
                  </a:lnTo>
                  <a:lnTo>
                    <a:pt x="242792" y="147066"/>
                  </a:lnTo>
                  <a:lnTo>
                    <a:pt x="242411" y="147257"/>
                  </a:lnTo>
                  <a:lnTo>
                    <a:pt x="240887" y="148304"/>
                  </a:lnTo>
                  <a:lnTo>
                    <a:pt x="239744" y="148780"/>
                  </a:lnTo>
                  <a:lnTo>
                    <a:pt x="238601" y="149066"/>
                  </a:lnTo>
                  <a:lnTo>
                    <a:pt x="235744" y="148971"/>
                  </a:lnTo>
                  <a:lnTo>
                    <a:pt x="233458" y="149162"/>
                  </a:lnTo>
                  <a:lnTo>
                    <a:pt x="232124" y="149638"/>
                  </a:lnTo>
                  <a:lnTo>
                    <a:pt x="231267" y="150114"/>
                  </a:lnTo>
                  <a:lnTo>
                    <a:pt x="230696" y="150971"/>
                  </a:lnTo>
                  <a:lnTo>
                    <a:pt x="230219" y="152591"/>
                  </a:lnTo>
                  <a:lnTo>
                    <a:pt x="229648" y="156591"/>
                  </a:lnTo>
                  <a:lnTo>
                    <a:pt x="229362" y="157734"/>
                  </a:lnTo>
                  <a:lnTo>
                    <a:pt x="228791" y="158591"/>
                  </a:lnTo>
                  <a:lnTo>
                    <a:pt x="227552" y="158782"/>
                  </a:lnTo>
                  <a:lnTo>
                    <a:pt x="225457" y="158591"/>
                  </a:lnTo>
                  <a:lnTo>
                    <a:pt x="222218" y="157543"/>
                  </a:lnTo>
                  <a:lnTo>
                    <a:pt x="220980" y="156496"/>
                  </a:lnTo>
                  <a:lnTo>
                    <a:pt x="220409" y="155353"/>
                  </a:lnTo>
                  <a:lnTo>
                    <a:pt x="220599" y="154591"/>
                  </a:lnTo>
                  <a:lnTo>
                    <a:pt x="220980" y="153734"/>
                  </a:lnTo>
                  <a:lnTo>
                    <a:pt x="222313" y="151447"/>
                  </a:lnTo>
                  <a:lnTo>
                    <a:pt x="222790" y="150495"/>
                  </a:lnTo>
                  <a:lnTo>
                    <a:pt x="223552" y="147828"/>
                  </a:lnTo>
                  <a:lnTo>
                    <a:pt x="223647" y="146209"/>
                  </a:lnTo>
                  <a:lnTo>
                    <a:pt x="223552" y="144780"/>
                  </a:lnTo>
                  <a:lnTo>
                    <a:pt x="222790" y="140494"/>
                  </a:lnTo>
                  <a:lnTo>
                    <a:pt x="222504" y="139446"/>
                  </a:lnTo>
                  <a:lnTo>
                    <a:pt x="221837" y="138589"/>
                  </a:lnTo>
                  <a:lnTo>
                    <a:pt x="217646" y="135064"/>
                  </a:lnTo>
                  <a:lnTo>
                    <a:pt x="214693" y="130302"/>
                  </a:lnTo>
                  <a:lnTo>
                    <a:pt x="213360" y="129445"/>
                  </a:lnTo>
                  <a:lnTo>
                    <a:pt x="211931" y="129254"/>
                  </a:lnTo>
                  <a:lnTo>
                    <a:pt x="208693" y="129921"/>
                  </a:lnTo>
                  <a:lnTo>
                    <a:pt x="208217" y="129921"/>
                  </a:lnTo>
                  <a:lnTo>
                    <a:pt x="207645" y="129826"/>
                  </a:lnTo>
                  <a:lnTo>
                    <a:pt x="206978" y="129445"/>
                  </a:lnTo>
                  <a:lnTo>
                    <a:pt x="205835" y="128683"/>
                  </a:lnTo>
                  <a:lnTo>
                    <a:pt x="204407" y="127254"/>
                  </a:lnTo>
                  <a:lnTo>
                    <a:pt x="203454" y="125730"/>
                  </a:lnTo>
                  <a:lnTo>
                    <a:pt x="202406" y="123825"/>
                  </a:lnTo>
                  <a:lnTo>
                    <a:pt x="200978" y="121825"/>
                  </a:lnTo>
                  <a:lnTo>
                    <a:pt x="200216" y="121444"/>
                  </a:lnTo>
                  <a:lnTo>
                    <a:pt x="199739" y="121539"/>
                  </a:lnTo>
                  <a:lnTo>
                    <a:pt x="199454" y="122206"/>
                  </a:lnTo>
                  <a:lnTo>
                    <a:pt x="199263" y="123063"/>
                  </a:lnTo>
                  <a:lnTo>
                    <a:pt x="198977" y="125921"/>
                  </a:lnTo>
                  <a:lnTo>
                    <a:pt x="198692" y="127063"/>
                  </a:lnTo>
                  <a:lnTo>
                    <a:pt x="198215" y="128302"/>
                  </a:lnTo>
                  <a:lnTo>
                    <a:pt x="197358" y="129254"/>
                  </a:lnTo>
                  <a:lnTo>
                    <a:pt x="196310" y="129826"/>
                  </a:lnTo>
                  <a:lnTo>
                    <a:pt x="194120" y="130397"/>
                  </a:lnTo>
                  <a:lnTo>
                    <a:pt x="193262" y="130874"/>
                  </a:lnTo>
                  <a:lnTo>
                    <a:pt x="192500" y="131636"/>
                  </a:lnTo>
                  <a:lnTo>
                    <a:pt x="192024" y="132588"/>
                  </a:lnTo>
                  <a:lnTo>
                    <a:pt x="191929" y="133826"/>
                  </a:lnTo>
                  <a:lnTo>
                    <a:pt x="192119" y="136208"/>
                  </a:lnTo>
                  <a:lnTo>
                    <a:pt x="192119" y="137446"/>
                  </a:lnTo>
                  <a:lnTo>
                    <a:pt x="191929" y="138684"/>
                  </a:lnTo>
                  <a:lnTo>
                    <a:pt x="189262" y="147161"/>
                  </a:lnTo>
                  <a:lnTo>
                    <a:pt x="188595" y="148304"/>
                  </a:lnTo>
                  <a:lnTo>
                    <a:pt x="188024" y="148590"/>
                  </a:lnTo>
                  <a:lnTo>
                    <a:pt x="186785" y="148400"/>
                  </a:lnTo>
                  <a:lnTo>
                    <a:pt x="183451" y="146113"/>
                  </a:lnTo>
                  <a:lnTo>
                    <a:pt x="181928" y="145256"/>
                  </a:lnTo>
                  <a:lnTo>
                    <a:pt x="178879" y="144209"/>
                  </a:lnTo>
                  <a:lnTo>
                    <a:pt x="177641" y="143542"/>
                  </a:lnTo>
                  <a:lnTo>
                    <a:pt x="174403" y="141065"/>
                  </a:lnTo>
                  <a:lnTo>
                    <a:pt x="172974" y="140208"/>
                  </a:lnTo>
                  <a:lnTo>
                    <a:pt x="171736" y="139732"/>
                  </a:lnTo>
                  <a:lnTo>
                    <a:pt x="165163" y="138970"/>
                  </a:lnTo>
                  <a:lnTo>
                    <a:pt x="162687" y="138113"/>
                  </a:lnTo>
                  <a:lnTo>
                    <a:pt x="161544" y="137350"/>
                  </a:lnTo>
                  <a:lnTo>
                    <a:pt x="160020" y="135826"/>
                  </a:lnTo>
                  <a:lnTo>
                    <a:pt x="158877" y="135541"/>
                  </a:lnTo>
                  <a:lnTo>
                    <a:pt x="157353" y="135541"/>
                  </a:lnTo>
                  <a:lnTo>
                    <a:pt x="155448" y="135446"/>
                  </a:lnTo>
                  <a:lnTo>
                    <a:pt x="154114" y="134874"/>
                  </a:lnTo>
                  <a:lnTo>
                    <a:pt x="153067" y="133921"/>
                  </a:lnTo>
                  <a:lnTo>
                    <a:pt x="152400" y="132874"/>
                  </a:lnTo>
                  <a:lnTo>
                    <a:pt x="150590" y="128397"/>
                  </a:lnTo>
                  <a:lnTo>
                    <a:pt x="149924" y="126206"/>
                  </a:lnTo>
                  <a:lnTo>
                    <a:pt x="148971" y="124301"/>
                  </a:lnTo>
                  <a:lnTo>
                    <a:pt x="146971" y="122587"/>
                  </a:lnTo>
                  <a:lnTo>
                    <a:pt x="139065" y="117348"/>
                  </a:lnTo>
                  <a:lnTo>
                    <a:pt x="137827" y="116776"/>
                  </a:lnTo>
                  <a:lnTo>
                    <a:pt x="134398" y="115824"/>
                  </a:lnTo>
                  <a:lnTo>
                    <a:pt x="123539" y="110966"/>
                  </a:lnTo>
                  <a:lnTo>
                    <a:pt x="120682" y="109061"/>
                  </a:lnTo>
                  <a:lnTo>
                    <a:pt x="119158" y="107537"/>
                  </a:lnTo>
                  <a:lnTo>
                    <a:pt x="117920" y="105537"/>
                  </a:lnTo>
                  <a:lnTo>
                    <a:pt x="116014" y="101060"/>
                  </a:lnTo>
                  <a:lnTo>
                    <a:pt x="115443" y="100013"/>
                  </a:lnTo>
                  <a:lnTo>
                    <a:pt x="113443" y="97536"/>
                  </a:lnTo>
                  <a:lnTo>
                    <a:pt x="112967" y="96488"/>
                  </a:lnTo>
                  <a:lnTo>
                    <a:pt x="112871" y="95441"/>
                  </a:lnTo>
                  <a:lnTo>
                    <a:pt x="113252" y="90868"/>
                  </a:lnTo>
                  <a:lnTo>
                    <a:pt x="113062" y="90202"/>
                  </a:lnTo>
                  <a:lnTo>
                    <a:pt x="112204" y="88297"/>
                  </a:lnTo>
                  <a:lnTo>
                    <a:pt x="111633" y="85725"/>
                  </a:lnTo>
                  <a:lnTo>
                    <a:pt x="111252" y="82772"/>
                  </a:lnTo>
                  <a:lnTo>
                    <a:pt x="111157" y="81248"/>
                  </a:lnTo>
                  <a:lnTo>
                    <a:pt x="111062" y="80296"/>
                  </a:lnTo>
                  <a:lnTo>
                    <a:pt x="109823" y="77629"/>
                  </a:lnTo>
                  <a:lnTo>
                    <a:pt x="109347" y="76867"/>
                  </a:lnTo>
                  <a:lnTo>
                    <a:pt x="108871" y="76486"/>
                  </a:lnTo>
                  <a:lnTo>
                    <a:pt x="107251" y="75438"/>
                  </a:lnTo>
                  <a:lnTo>
                    <a:pt x="106585" y="74581"/>
                  </a:lnTo>
                  <a:lnTo>
                    <a:pt x="106108" y="73628"/>
                  </a:lnTo>
                  <a:lnTo>
                    <a:pt x="104584" y="68961"/>
                  </a:lnTo>
                  <a:lnTo>
                    <a:pt x="104108" y="68008"/>
                  </a:lnTo>
                  <a:lnTo>
                    <a:pt x="103442" y="67532"/>
                  </a:lnTo>
                  <a:lnTo>
                    <a:pt x="102394" y="66961"/>
                  </a:lnTo>
                  <a:lnTo>
                    <a:pt x="101632" y="66294"/>
                  </a:lnTo>
                  <a:lnTo>
                    <a:pt x="101251" y="65532"/>
                  </a:lnTo>
                  <a:lnTo>
                    <a:pt x="101251" y="64484"/>
                  </a:lnTo>
                  <a:lnTo>
                    <a:pt x="101727" y="63722"/>
                  </a:lnTo>
                  <a:lnTo>
                    <a:pt x="102299" y="63151"/>
                  </a:lnTo>
                  <a:lnTo>
                    <a:pt x="102870" y="62770"/>
                  </a:lnTo>
                  <a:lnTo>
                    <a:pt x="103251" y="62389"/>
                  </a:lnTo>
                  <a:lnTo>
                    <a:pt x="103537" y="61627"/>
                  </a:lnTo>
                  <a:lnTo>
                    <a:pt x="103346" y="60770"/>
                  </a:lnTo>
                  <a:lnTo>
                    <a:pt x="102679" y="59817"/>
                  </a:lnTo>
                  <a:lnTo>
                    <a:pt x="97346" y="53435"/>
                  </a:lnTo>
                  <a:lnTo>
                    <a:pt x="87630" y="44101"/>
                  </a:lnTo>
                  <a:lnTo>
                    <a:pt x="86582" y="43243"/>
                  </a:lnTo>
                  <a:lnTo>
                    <a:pt x="85344" y="42577"/>
                  </a:lnTo>
                  <a:lnTo>
                    <a:pt x="83915" y="42005"/>
                  </a:lnTo>
                  <a:lnTo>
                    <a:pt x="82772" y="41815"/>
                  </a:lnTo>
                  <a:lnTo>
                    <a:pt x="81820" y="41815"/>
                  </a:lnTo>
                  <a:lnTo>
                    <a:pt x="76867" y="43243"/>
                  </a:lnTo>
                  <a:lnTo>
                    <a:pt x="75152" y="43529"/>
                  </a:lnTo>
                  <a:lnTo>
                    <a:pt x="74104" y="43434"/>
                  </a:lnTo>
                  <a:lnTo>
                    <a:pt x="73057" y="42958"/>
                  </a:lnTo>
                  <a:lnTo>
                    <a:pt x="72676" y="42291"/>
                  </a:lnTo>
                  <a:lnTo>
                    <a:pt x="72580" y="41434"/>
                  </a:lnTo>
                  <a:lnTo>
                    <a:pt x="72580" y="40576"/>
                  </a:lnTo>
                  <a:lnTo>
                    <a:pt x="72485" y="39433"/>
                  </a:lnTo>
                  <a:lnTo>
                    <a:pt x="72104" y="38291"/>
                  </a:lnTo>
                  <a:lnTo>
                    <a:pt x="71152" y="36767"/>
                  </a:lnTo>
                  <a:lnTo>
                    <a:pt x="69247" y="35052"/>
                  </a:lnTo>
                  <a:lnTo>
                    <a:pt x="68008" y="34576"/>
                  </a:lnTo>
                  <a:lnTo>
                    <a:pt x="53816" y="32671"/>
                  </a:lnTo>
                  <a:lnTo>
                    <a:pt x="53054" y="32671"/>
                  </a:lnTo>
                  <a:lnTo>
                    <a:pt x="51340" y="33052"/>
                  </a:lnTo>
                  <a:lnTo>
                    <a:pt x="50768" y="33338"/>
                  </a:lnTo>
                  <a:lnTo>
                    <a:pt x="49244" y="34290"/>
                  </a:lnTo>
                  <a:lnTo>
                    <a:pt x="47054" y="36576"/>
                  </a:lnTo>
                  <a:lnTo>
                    <a:pt x="41148" y="40100"/>
                  </a:lnTo>
                  <a:lnTo>
                    <a:pt x="36576" y="41815"/>
                  </a:lnTo>
                  <a:lnTo>
                    <a:pt x="31909" y="42386"/>
                  </a:lnTo>
                  <a:lnTo>
                    <a:pt x="31147" y="42291"/>
                  </a:lnTo>
                  <a:lnTo>
                    <a:pt x="30671" y="41720"/>
                  </a:lnTo>
                  <a:lnTo>
                    <a:pt x="30480" y="40767"/>
                  </a:lnTo>
                  <a:lnTo>
                    <a:pt x="30289" y="39529"/>
                  </a:lnTo>
                  <a:lnTo>
                    <a:pt x="30289" y="35338"/>
                  </a:lnTo>
                  <a:lnTo>
                    <a:pt x="30099" y="33909"/>
                  </a:lnTo>
                  <a:lnTo>
                    <a:pt x="29623" y="32480"/>
                  </a:lnTo>
                  <a:lnTo>
                    <a:pt x="28766" y="31337"/>
                  </a:lnTo>
                  <a:lnTo>
                    <a:pt x="27242" y="29432"/>
                  </a:lnTo>
                  <a:lnTo>
                    <a:pt x="26765" y="28289"/>
                  </a:lnTo>
                  <a:lnTo>
                    <a:pt x="23717" y="28289"/>
                  </a:lnTo>
                  <a:lnTo>
                    <a:pt x="22384" y="28670"/>
                  </a:lnTo>
                  <a:lnTo>
                    <a:pt x="22193" y="28766"/>
                  </a:lnTo>
                  <a:lnTo>
                    <a:pt x="22003" y="29146"/>
                  </a:lnTo>
                  <a:lnTo>
                    <a:pt x="21622" y="29908"/>
                  </a:lnTo>
                  <a:lnTo>
                    <a:pt x="21431" y="31337"/>
                  </a:lnTo>
                  <a:lnTo>
                    <a:pt x="21431" y="32861"/>
                  </a:lnTo>
                  <a:lnTo>
                    <a:pt x="20955" y="34480"/>
                  </a:lnTo>
                  <a:lnTo>
                    <a:pt x="19907" y="35433"/>
                  </a:lnTo>
                  <a:lnTo>
                    <a:pt x="7049" y="40100"/>
                  </a:lnTo>
                  <a:lnTo>
                    <a:pt x="3524" y="40672"/>
                  </a:lnTo>
                  <a:lnTo>
                    <a:pt x="1810" y="41243"/>
                  </a:lnTo>
                  <a:lnTo>
                    <a:pt x="1143" y="42005"/>
                  </a:lnTo>
                  <a:lnTo>
                    <a:pt x="953" y="42958"/>
                  </a:lnTo>
                  <a:lnTo>
                    <a:pt x="476" y="44291"/>
                  </a:lnTo>
                  <a:lnTo>
                    <a:pt x="286" y="45434"/>
                  </a:lnTo>
                  <a:lnTo>
                    <a:pt x="476" y="46863"/>
                  </a:lnTo>
                  <a:lnTo>
                    <a:pt x="1810" y="50006"/>
                  </a:lnTo>
                  <a:lnTo>
                    <a:pt x="2381" y="51911"/>
                  </a:lnTo>
                  <a:lnTo>
                    <a:pt x="2667" y="54007"/>
                  </a:lnTo>
                  <a:lnTo>
                    <a:pt x="2762" y="59722"/>
                  </a:lnTo>
                  <a:lnTo>
                    <a:pt x="2286" y="62484"/>
                  </a:lnTo>
                  <a:lnTo>
                    <a:pt x="1905" y="63913"/>
                  </a:lnTo>
                  <a:lnTo>
                    <a:pt x="2000" y="65056"/>
                  </a:lnTo>
                  <a:lnTo>
                    <a:pt x="2381" y="66008"/>
                  </a:lnTo>
                  <a:lnTo>
                    <a:pt x="3905" y="67913"/>
                  </a:lnTo>
                  <a:lnTo>
                    <a:pt x="4667" y="68675"/>
                  </a:lnTo>
                  <a:lnTo>
                    <a:pt x="5429" y="68961"/>
                  </a:lnTo>
                  <a:lnTo>
                    <a:pt x="7429" y="69151"/>
                  </a:lnTo>
                  <a:lnTo>
                    <a:pt x="8477" y="69628"/>
                  </a:lnTo>
                  <a:lnTo>
                    <a:pt x="9239" y="70675"/>
                  </a:lnTo>
                  <a:lnTo>
                    <a:pt x="9716" y="72200"/>
                  </a:lnTo>
                  <a:lnTo>
                    <a:pt x="10478" y="76676"/>
                  </a:lnTo>
                  <a:lnTo>
                    <a:pt x="10858" y="77819"/>
                  </a:lnTo>
                  <a:lnTo>
                    <a:pt x="11239" y="78486"/>
                  </a:lnTo>
                  <a:lnTo>
                    <a:pt x="11811" y="79343"/>
                  </a:lnTo>
                  <a:lnTo>
                    <a:pt x="12763" y="80200"/>
                  </a:lnTo>
                  <a:lnTo>
                    <a:pt x="14192" y="81058"/>
                  </a:lnTo>
                  <a:lnTo>
                    <a:pt x="15907" y="81534"/>
                  </a:lnTo>
                  <a:lnTo>
                    <a:pt x="17431" y="81725"/>
                  </a:lnTo>
                  <a:lnTo>
                    <a:pt x="20003" y="81534"/>
                  </a:lnTo>
                  <a:lnTo>
                    <a:pt x="20764" y="81820"/>
                  </a:lnTo>
                  <a:lnTo>
                    <a:pt x="21336" y="82296"/>
                  </a:lnTo>
                  <a:lnTo>
                    <a:pt x="21908" y="82963"/>
                  </a:lnTo>
                  <a:lnTo>
                    <a:pt x="22765" y="83629"/>
                  </a:lnTo>
                  <a:lnTo>
                    <a:pt x="23813" y="84201"/>
                  </a:lnTo>
                  <a:lnTo>
                    <a:pt x="28099" y="85249"/>
                  </a:lnTo>
                  <a:lnTo>
                    <a:pt x="29051" y="85534"/>
                  </a:lnTo>
                  <a:lnTo>
                    <a:pt x="29718" y="86011"/>
                  </a:lnTo>
                  <a:lnTo>
                    <a:pt x="30099" y="86487"/>
                  </a:lnTo>
                  <a:lnTo>
                    <a:pt x="29908" y="87154"/>
                  </a:lnTo>
                  <a:lnTo>
                    <a:pt x="29528" y="87916"/>
                  </a:lnTo>
                  <a:lnTo>
                    <a:pt x="28480" y="89059"/>
                  </a:lnTo>
                  <a:lnTo>
                    <a:pt x="27146" y="90297"/>
                  </a:lnTo>
                  <a:lnTo>
                    <a:pt x="25813" y="91059"/>
                  </a:lnTo>
                  <a:lnTo>
                    <a:pt x="24384" y="91440"/>
                  </a:lnTo>
                  <a:lnTo>
                    <a:pt x="22860" y="91630"/>
                  </a:lnTo>
                  <a:lnTo>
                    <a:pt x="21431" y="92012"/>
                  </a:lnTo>
                  <a:lnTo>
                    <a:pt x="20288" y="92964"/>
                  </a:lnTo>
                  <a:lnTo>
                    <a:pt x="19526" y="94297"/>
                  </a:lnTo>
                  <a:lnTo>
                    <a:pt x="18002" y="97536"/>
                  </a:lnTo>
                  <a:lnTo>
                    <a:pt x="17050" y="99060"/>
                  </a:lnTo>
                  <a:lnTo>
                    <a:pt x="11144" y="105728"/>
                  </a:lnTo>
                  <a:lnTo>
                    <a:pt x="10668" y="106394"/>
                  </a:lnTo>
                  <a:lnTo>
                    <a:pt x="10192" y="107537"/>
                  </a:lnTo>
                  <a:lnTo>
                    <a:pt x="9430" y="109633"/>
                  </a:lnTo>
                  <a:lnTo>
                    <a:pt x="9239" y="111538"/>
                  </a:lnTo>
                  <a:lnTo>
                    <a:pt x="9239" y="112776"/>
                  </a:lnTo>
                  <a:lnTo>
                    <a:pt x="9620" y="114300"/>
                  </a:lnTo>
                  <a:lnTo>
                    <a:pt x="10858" y="117253"/>
                  </a:lnTo>
                  <a:lnTo>
                    <a:pt x="11144" y="118300"/>
                  </a:lnTo>
                  <a:lnTo>
                    <a:pt x="11430" y="119825"/>
                  </a:lnTo>
                  <a:lnTo>
                    <a:pt x="11430" y="121634"/>
                  </a:lnTo>
                  <a:lnTo>
                    <a:pt x="11239" y="122777"/>
                  </a:lnTo>
                  <a:lnTo>
                    <a:pt x="11049" y="123349"/>
                  </a:lnTo>
                  <a:lnTo>
                    <a:pt x="10573" y="124206"/>
                  </a:lnTo>
                  <a:lnTo>
                    <a:pt x="9716" y="125158"/>
                  </a:lnTo>
                  <a:lnTo>
                    <a:pt x="8572" y="125825"/>
                  </a:lnTo>
                  <a:lnTo>
                    <a:pt x="4191" y="127540"/>
                  </a:lnTo>
                  <a:lnTo>
                    <a:pt x="3143" y="128207"/>
                  </a:lnTo>
                  <a:lnTo>
                    <a:pt x="2096" y="129254"/>
                  </a:lnTo>
                  <a:lnTo>
                    <a:pt x="1143" y="130683"/>
                  </a:lnTo>
                  <a:lnTo>
                    <a:pt x="191" y="132969"/>
                  </a:lnTo>
                  <a:lnTo>
                    <a:pt x="95" y="133636"/>
                  </a:lnTo>
                  <a:lnTo>
                    <a:pt x="0" y="133921"/>
                  </a:lnTo>
                  <a:lnTo>
                    <a:pt x="857" y="135636"/>
                  </a:lnTo>
                  <a:lnTo>
                    <a:pt x="1238" y="137255"/>
                  </a:lnTo>
                  <a:lnTo>
                    <a:pt x="1810" y="145066"/>
                  </a:lnTo>
                  <a:lnTo>
                    <a:pt x="2381" y="146780"/>
                  </a:lnTo>
                  <a:lnTo>
                    <a:pt x="5143" y="150304"/>
                  </a:lnTo>
                  <a:lnTo>
                    <a:pt x="5239" y="150971"/>
                  </a:lnTo>
                  <a:lnTo>
                    <a:pt x="5239" y="151829"/>
                  </a:lnTo>
                  <a:lnTo>
                    <a:pt x="5525" y="152591"/>
                  </a:lnTo>
                  <a:lnTo>
                    <a:pt x="6477" y="152876"/>
                  </a:lnTo>
                  <a:lnTo>
                    <a:pt x="6953" y="153162"/>
                  </a:lnTo>
                  <a:lnTo>
                    <a:pt x="8382" y="154781"/>
                  </a:lnTo>
                  <a:lnTo>
                    <a:pt x="15812" y="159258"/>
                  </a:lnTo>
                  <a:lnTo>
                    <a:pt x="16383" y="159639"/>
                  </a:lnTo>
                  <a:lnTo>
                    <a:pt x="17050" y="160020"/>
                  </a:lnTo>
                  <a:lnTo>
                    <a:pt x="18669" y="159829"/>
                  </a:lnTo>
                  <a:lnTo>
                    <a:pt x="19336" y="160020"/>
                  </a:lnTo>
                  <a:lnTo>
                    <a:pt x="19717" y="160687"/>
                  </a:lnTo>
                  <a:lnTo>
                    <a:pt x="20479" y="162687"/>
                  </a:lnTo>
                  <a:lnTo>
                    <a:pt x="20764" y="163163"/>
                  </a:lnTo>
                  <a:lnTo>
                    <a:pt x="24193" y="165830"/>
                  </a:lnTo>
                  <a:lnTo>
                    <a:pt x="28289" y="167259"/>
                  </a:lnTo>
                  <a:lnTo>
                    <a:pt x="36481" y="170212"/>
                  </a:lnTo>
                  <a:lnTo>
                    <a:pt x="38100" y="170402"/>
                  </a:lnTo>
                  <a:lnTo>
                    <a:pt x="39624" y="169640"/>
                  </a:lnTo>
                  <a:lnTo>
                    <a:pt x="42005" y="171736"/>
                  </a:lnTo>
                  <a:lnTo>
                    <a:pt x="52197" y="174784"/>
                  </a:lnTo>
                  <a:lnTo>
                    <a:pt x="56388" y="178784"/>
                  </a:lnTo>
                  <a:lnTo>
                    <a:pt x="57150" y="179642"/>
                  </a:lnTo>
                  <a:lnTo>
                    <a:pt x="57531" y="180499"/>
                  </a:lnTo>
                  <a:lnTo>
                    <a:pt x="58293" y="180689"/>
                  </a:lnTo>
                  <a:lnTo>
                    <a:pt x="60103" y="180689"/>
                  </a:lnTo>
                  <a:lnTo>
                    <a:pt x="60865" y="180880"/>
                  </a:lnTo>
                  <a:lnTo>
                    <a:pt x="61341" y="181356"/>
                  </a:lnTo>
                  <a:lnTo>
                    <a:pt x="61913" y="182023"/>
                  </a:lnTo>
                  <a:lnTo>
                    <a:pt x="62579" y="182594"/>
                  </a:lnTo>
                  <a:lnTo>
                    <a:pt x="66008" y="184023"/>
                  </a:lnTo>
                  <a:lnTo>
                    <a:pt x="67532" y="185071"/>
                  </a:lnTo>
                  <a:lnTo>
                    <a:pt x="68104" y="186785"/>
                  </a:lnTo>
                  <a:lnTo>
                    <a:pt x="68008" y="190691"/>
                  </a:lnTo>
                  <a:lnTo>
                    <a:pt x="68104" y="192881"/>
                  </a:lnTo>
                  <a:lnTo>
                    <a:pt x="68675" y="194786"/>
                  </a:lnTo>
                  <a:lnTo>
                    <a:pt x="72771" y="200596"/>
                  </a:lnTo>
                  <a:lnTo>
                    <a:pt x="75819" y="206407"/>
                  </a:lnTo>
                  <a:lnTo>
                    <a:pt x="80963" y="210979"/>
                  </a:lnTo>
                  <a:lnTo>
                    <a:pt x="81820" y="212503"/>
                  </a:lnTo>
                  <a:lnTo>
                    <a:pt x="82487" y="214693"/>
                  </a:lnTo>
                  <a:lnTo>
                    <a:pt x="86011" y="218122"/>
                  </a:lnTo>
                  <a:lnTo>
                    <a:pt x="87249" y="220028"/>
                  </a:lnTo>
                  <a:lnTo>
                    <a:pt x="87535" y="222218"/>
                  </a:lnTo>
                  <a:lnTo>
                    <a:pt x="87249" y="224790"/>
                  </a:lnTo>
                  <a:lnTo>
                    <a:pt x="86582" y="227171"/>
                  </a:lnTo>
                  <a:lnTo>
                    <a:pt x="85820" y="228600"/>
                  </a:lnTo>
                  <a:lnTo>
                    <a:pt x="84868" y="229553"/>
                  </a:lnTo>
                  <a:lnTo>
                    <a:pt x="84582" y="229743"/>
                  </a:lnTo>
                  <a:lnTo>
                    <a:pt x="84677" y="229934"/>
                  </a:lnTo>
                  <a:lnTo>
                    <a:pt x="85820" y="233648"/>
                  </a:lnTo>
                  <a:lnTo>
                    <a:pt x="85820" y="234887"/>
                  </a:lnTo>
                  <a:lnTo>
                    <a:pt x="85058" y="236029"/>
                  </a:lnTo>
                  <a:lnTo>
                    <a:pt x="86678" y="236887"/>
                  </a:lnTo>
                  <a:lnTo>
                    <a:pt x="88487" y="240316"/>
                  </a:lnTo>
                  <a:lnTo>
                    <a:pt x="91154" y="241935"/>
                  </a:lnTo>
                  <a:lnTo>
                    <a:pt x="94393" y="247555"/>
                  </a:lnTo>
                  <a:lnTo>
                    <a:pt x="94869" y="248031"/>
                  </a:lnTo>
                  <a:lnTo>
                    <a:pt x="95345" y="248317"/>
                  </a:lnTo>
                  <a:lnTo>
                    <a:pt x="95726" y="248698"/>
                  </a:lnTo>
                  <a:lnTo>
                    <a:pt x="96107" y="249460"/>
                  </a:lnTo>
                  <a:lnTo>
                    <a:pt x="96298" y="250222"/>
                  </a:lnTo>
                  <a:lnTo>
                    <a:pt x="96488" y="252984"/>
                  </a:lnTo>
                  <a:lnTo>
                    <a:pt x="97060" y="254413"/>
                  </a:lnTo>
                  <a:lnTo>
                    <a:pt x="98393" y="256032"/>
                  </a:lnTo>
                  <a:lnTo>
                    <a:pt x="118300" y="274892"/>
                  </a:lnTo>
                  <a:lnTo>
                    <a:pt x="120110" y="277559"/>
                  </a:lnTo>
                  <a:lnTo>
                    <a:pt x="120396" y="277844"/>
                  </a:lnTo>
                  <a:lnTo>
                    <a:pt x="121825" y="278892"/>
                  </a:lnTo>
                  <a:lnTo>
                    <a:pt x="120967" y="280035"/>
                  </a:lnTo>
                  <a:lnTo>
                    <a:pt x="117443" y="284036"/>
                  </a:lnTo>
                  <a:lnTo>
                    <a:pt x="115253" y="287846"/>
                  </a:lnTo>
                  <a:lnTo>
                    <a:pt x="113538" y="289560"/>
                  </a:lnTo>
                  <a:lnTo>
                    <a:pt x="112395" y="290417"/>
                  </a:lnTo>
                  <a:lnTo>
                    <a:pt x="111919" y="290036"/>
                  </a:lnTo>
                  <a:lnTo>
                    <a:pt x="111538" y="289084"/>
                  </a:lnTo>
                  <a:lnTo>
                    <a:pt x="109538" y="285940"/>
                  </a:lnTo>
                  <a:lnTo>
                    <a:pt x="108871" y="285274"/>
                  </a:lnTo>
                  <a:lnTo>
                    <a:pt x="108109" y="284702"/>
                  </a:lnTo>
                  <a:lnTo>
                    <a:pt x="105632" y="282416"/>
                  </a:lnTo>
                  <a:lnTo>
                    <a:pt x="104204" y="282035"/>
                  </a:lnTo>
                  <a:lnTo>
                    <a:pt x="102965" y="282321"/>
                  </a:lnTo>
                  <a:lnTo>
                    <a:pt x="102013" y="283083"/>
                  </a:lnTo>
                  <a:lnTo>
                    <a:pt x="100679" y="284893"/>
                  </a:lnTo>
                  <a:lnTo>
                    <a:pt x="99917" y="287941"/>
                  </a:lnTo>
                  <a:lnTo>
                    <a:pt x="100584" y="294322"/>
                  </a:lnTo>
                  <a:lnTo>
                    <a:pt x="99346" y="296037"/>
                  </a:lnTo>
                  <a:lnTo>
                    <a:pt x="100013" y="296513"/>
                  </a:lnTo>
                  <a:lnTo>
                    <a:pt x="102108" y="296989"/>
                  </a:lnTo>
                  <a:lnTo>
                    <a:pt x="103156" y="297371"/>
                  </a:lnTo>
                  <a:lnTo>
                    <a:pt x="106489" y="300228"/>
                  </a:lnTo>
                  <a:lnTo>
                    <a:pt x="108680" y="305657"/>
                  </a:lnTo>
                  <a:lnTo>
                    <a:pt x="109061" y="306229"/>
                  </a:lnTo>
                  <a:lnTo>
                    <a:pt x="110585" y="308038"/>
                  </a:lnTo>
                  <a:lnTo>
                    <a:pt x="112204" y="310420"/>
                  </a:lnTo>
                  <a:lnTo>
                    <a:pt x="112967" y="311087"/>
                  </a:lnTo>
                  <a:lnTo>
                    <a:pt x="114776" y="312039"/>
                  </a:lnTo>
                  <a:lnTo>
                    <a:pt x="115253" y="312611"/>
                  </a:lnTo>
                  <a:lnTo>
                    <a:pt x="115443" y="314896"/>
                  </a:lnTo>
                  <a:lnTo>
                    <a:pt x="114871" y="317278"/>
                  </a:lnTo>
                  <a:lnTo>
                    <a:pt x="113919" y="319373"/>
                  </a:lnTo>
                  <a:lnTo>
                    <a:pt x="112967" y="320897"/>
                  </a:lnTo>
                  <a:lnTo>
                    <a:pt x="114014" y="322802"/>
                  </a:lnTo>
                  <a:lnTo>
                    <a:pt x="115062" y="324040"/>
                  </a:lnTo>
                  <a:lnTo>
                    <a:pt x="117634" y="326327"/>
                  </a:lnTo>
                  <a:lnTo>
                    <a:pt x="121444" y="330994"/>
                  </a:lnTo>
                  <a:lnTo>
                    <a:pt x="122872" y="332327"/>
                  </a:lnTo>
                  <a:lnTo>
                    <a:pt x="126111" y="334042"/>
                  </a:lnTo>
                  <a:lnTo>
                    <a:pt x="127349" y="335185"/>
                  </a:lnTo>
                  <a:lnTo>
                    <a:pt x="127825" y="337090"/>
                  </a:lnTo>
                  <a:lnTo>
                    <a:pt x="127254" y="338804"/>
                  </a:lnTo>
                  <a:lnTo>
                    <a:pt x="125921" y="339566"/>
                  </a:lnTo>
                  <a:lnTo>
                    <a:pt x="124396" y="340043"/>
                  </a:lnTo>
                  <a:lnTo>
                    <a:pt x="123444" y="341186"/>
                  </a:lnTo>
                  <a:lnTo>
                    <a:pt x="123444" y="342900"/>
                  </a:lnTo>
                  <a:lnTo>
                    <a:pt x="124778" y="346615"/>
                  </a:lnTo>
                  <a:lnTo>
                    <a:pt x="125063" y="348424"/>
                  </a:lnTo>
                  <a:lnTo>
                    <a:pt x="125158" y="349377"/>
                  </a:lnTo>
                  <a:lnTo>
                    <a:pt x="125539" y="350711"/>
                  </a:lnTo>
                  <a:lnTo>
                    <a:pt x="125444" y="358045"/>
                  </a:lnTo>
                  <a:lnTo>
                    <a:pt x="125635" y="358902"/>
                  </a:lnTo>
                  <a:lnTo>
                    <a:pt x="126016" y="359378"/>
                  </a:lnTo>
                  <a:lnTo>
                    <a:pt x="126778" y="359950"/>
                  </a:lnTo>
                  <a:lnTo>
                    <a:pt x="127540" y="360712"/>
                  </a:lnTo>
                  <a:lnTo>
                    <a:pt x="127825" y="361760"/>
                  </a:lnTo>
                  <a:lnTo>
                    <a:pt x="129921" y="390811"/>
                  </a:lnTo>
                  <a:lnTo>
                    <a:pt x="133350" y="397859"/>
                  </a:lnTo>
                  <a:lnTo>
                    <a:pt x="133731" y="399002"/>
                  </a:lnTo>
                  <a:lnTo>
                    <a:pt x="133921" y="406337"/>
                  </a:lnTo>
                  <a:lnTo>
                    <a:pt x="134493" y="409099"/>
                  </a:lnTo>
                  <a:lnTo>
                    <a:pt x="135446" y="411861"/>
                  </a:lnTo>
                  <a:lnTo>
                    <a:pt x="132397" y="417576"/>
                  </a:lnTo>
                  <a:lnTo>
                    <a:pt x="131445" y="420624"/>
                  </a:lnTo>
                  <a:lnTo>
                    <a:pt x="131064" y="423863"/>
                  </a:lnTo>
                  <a:lnTo>
                    <a:pt x="131254" y="424148"/>
                  </a:lnTo>
                  <a:lnTo>
                    <a:pt x="132017" y="424910"/>
                  </a:lnTo>
                  <a:lnTo>
                    <a:pt x="132112" y="425387"/>
                  </a:lnTo>
                  <a:lnTo>
                    <a:pt x="132017" y="425672"/>
                  </a:lnTo>
                  <a:lnTo>
                    <a:pt x="131254" y="425958"/>
                  </a:lnTo>
                  <a:lnTo>
                    <a:pt x="131064" y="426339"/>
                  </a:lnTo>
                  <a:lnTo>
                    <a:pt x="130016" y="432626"/>
                  </a:lnTo>
                  <a:lnTo>
                    <a:pt x="129921" y="436055"/>
                  </a:lnTo>
                  <a:lnTo>
                    <a:pt x="130397" y="437579"/>
                  </a:lnTo>
                  <a:lnTo>
                    <a:pt x="132207" y="440341"/>
                  </a:lnTo>
                  <a:lnTo>
                    <a:pt x="132874" y="442436"/>
                  </a:lnTo>
                  <a:lnTo>
                    <a:pt x="134112" y="443770"/>
                  </a:lnTo>
                  <a:lnTo>
                    <a:pt x="134303" y="444151"/>
                  </a:lnTo>
                  <a:lnTo>
                    <a:pt x="134303" y="447294"/>
                  </a:lnTo>
                  <a:lnTo>
                    <a:pt x="135731" y="457390"/>
                  </a:lnTo>
                  <a:lnTo>
                    <a:pt x="134874" y="460153"/>
                  </a:lnTo>
                  <a:lnTo>
                    <a:pt x="135731" y="462058"/>
                  </a:lnTo>
                  <a:lnTo>
                    <a:pt x="136017" y="463772"/>
                  </a:lnTo>
                  <a:lnTo>
                    <a:pt x="136017" y="467392"/>
                  </a:lnTo>
                  <a:lnTo>
                    <a:pt x="136398" y="468439"/>
                  </a:lnTo>
                  <a:lnTo>
                    <a:pt x="138208" y="471202"/>
                  </a:lnTo>
                  <a:lnTo>
                    <a:pt x="138684" y="472630"/>
                  </a:lnTo>
                  <a:lnTo>
                    <a:pt x="139637" y="475107"/>
                  </a:lnTo>
                  <a:lnTo>
                    <a:pt x="139637" y="475107"/>
                  </a:lnTo>
                  <a:lnTo>
                    <a:pt x="139255" y="487109"/>
                  </a:lnTo>
                  <a:lnTo>
                    <a:pt x="140684" y="498634"/>
                  </a:lnTo>
                  <a:lnTo>
                    <a:pt x="140399" y="502634"/>
                  </a:lnTo>
                  <a:lnTo>
                    <a:pt x="138875" y="508540"/>
                  </a:lnTo>
                  <a:lnTo>
                    <a:pt x="138684" y="510349"/>
                  </a:lnTo>
                  <a:lnTo>
                    <a:pt x="139065" y="512445"/>
                  </a:lnTo>
                  <a:lnTo>
                    <a:pt x="140494" y="516255"/>
                  </a:lnTo>
                  <a:lnTo>
                    <a:pt x="140970" y="518160"/>
                  </a:lnTo>
                  <a:lnTo>
                    <a:pt x="140875" y="519113"/>
                  </a:lnTo>
                  <a:lnTo>
                    <a:pt x="140399" y="520827"/>
                  </a:lnTo>
                  <a:lnTo>
                    <a:pt x="140399" y="521875"/>
                  </a:lnTo>
                  <a:lnTo>
                    <a:pt x="140589" y="522827"/>
                  </a:lnTo>
                  <a:lnTo>
                    <a:pt x="141256" y="524732"/>
                  </a:lnTo>
                  <a:lnTo>
                    <a:pt x="141446" y="525875"/>
                  </a:lnTo>
                  <a:lnTo>
                    <a:pt x="141827" y="526828"/>
                  </a:lnTo>
                  <a:lnTo>
                    <a:pt x="143351" y="528066"/>
                  </a:lnTo>
                  <a:lnTo>
                    <a:pt x="143637" y="529019"/>
                  </a:lnTo>
                  <a:lnTo>
                    <a:pt x="143828" y="530162"/>
                  </a:lnTo>
                  <a:lnTo>
                    <a:pt x="144494" y="531495"/>
                  </a:lnTo>
                  <a:lnTo>
                    <a:pt x="144780" y="532447"/>
                  </a:lnTo>
                  <a:lnTo>
                    <a:pt x="144685" y="533305"/>
                  </a:lnTo>
                  <a:lnTo>
                    <a:pt x="144304" y="534924"/>
                  </a:lnTo>
                  <a:lnTo>
                    <a:pt x="144209" y="535877"/>
                  </a:lnTo>
                  <a:lnTo>
                    <a:pt x="145066" y="537877"/>
                  </a:lnTo>
                  <a:lnTo>
                    <a:pt x="145256" y="538639"/>
                  </a:lnTo>
                  <a:lnTo>
                    <a:pt x="145447" y="540353"/>
                  </a:lnTo>
                  <a:lnTo>
                    <a:pt x="145256" y="542449"/>
                  </a:lnTo>
                  <a:lnTo>
                    <a:pt x="144780" y="544163"/>
                  </a:lnTo>
                  <a:lnTo>
                    <a:pt x="143923" y="544830"/>
                  </a:lnTo>
                  <a:lnTo>
                    <a:pt x="144018" y="546449"/>
                  </a:lnTo>
                  <a:lnTo>
                    <a:pt x="149162" y="555307"/>
                  </a:lnTo>
                  <a:lnTo>
                    <a:pt x="150590" y="556927"/>
                  </a:lnTo>
                  <a:lnTo>
                    <a:pt x="151352" y="557594"/>
                  </a:lnTo>
                  <a:lnTo>
                    <a:pt x="152209" y="557879"/>
                  </a:lnTo>
                  <a:lnTo>
                    <a:pt x="152876" y="558260"/>
                  </a:lnTo>
                  <a:lnTo>
                    <a:pt x="152971" y="559118"/>
                  </a:lnTo>
                  <a:lnTo>
                    <a:pt x="152876" y="560165"/>
                  </a:lnTo>
                  <a:lnTo>
                    <a:pt x="152971" y="560927"/>
                  </a:lnTo>
                  <a:lnTo>
                    <a:pt x="153257" y="561213"/>
                  </a:lnTo>
                  <a:lnTo>
                    <a:pt x="154400" y="562070"/>
                  </a:lnTo>
                  <a:lnTo>
                    <a:pt x="154876" y="562547"/>
                  </a:lnTo>
                  <a:lnTo>
                    <a:pt x="155353" y="563309"/>
                  </a:lnTo>
                  <a:lnTo>
                    <a:pt x="155638" y="564261"/>
                  </a:lnTo>
                  <a:lnTo>
                    <a:pt x="156115" y="564928"/>
                  </a:lnTo>
                  <a:lnTo>
                    <a:pt x="157067" y="565213"/>
                  </a:lnTo>
                  <a:lnTo>
                    <a:pt x="158115" y="565785"/>
                  </a:lnTo>
                  <a:lnTo>
                    <a:pt x="161449" y="569309"/>
                  </a:lnTo>
                  <a:lnTo>
                    <a:pt x="162020" y="570833"/>
                  </a:lnTo>
                  <a:lnTo>
                    <a:pt x="161925" y="573405"/>
                  </a:lnTo>
                  <a:lnTo>
                    <a:pt x="162878" y="574548"/>
                  </a:lnTo>
                  <a:lnTo>
                    <a:pt x="162878" y="574072"/>
                  </a:lnTo>
                  <a:lnTo>
                    <a:pt x="163163" y="568928"/>
                  </a:lnTo>
                  <a:lnTo>
                    <a:pt x="164306" y="563023"/>
                  </a:lnTo>
                  <a:lnTo>
                    <a:pt x="164021" y="561880"/>
                  </a:lnTo>
                  <a:lnTo>
                    <a:pt x="162973" y="559213"/>
                  </a:lnTo>
                  <a:lnTo>
                    <a:pt x="162020" y="555784"/>
                  </a:lnTo>
                  <a:lnTo>
                    <a:pt x="161734" y="551307"/>
                  </a:lnTo>
                  <a:lnTo>
                    <a:pt x="161925" y="549116"/>
                  </a:lnTo>
                  <a:lnTo>
                    <a:pt x="162211" y="547402"/>
                  </a:lnTo>
                  <a:lnTo>
                    <a:pt x="162687" y="545687"/>
                  </a:lnTo>
                  <a:lnTo>
                    <a:pt x="162782" y="544735"/>
                  </a:lnTo>
                  <a:lnTo>
                    <a:pt x="162687" y="543782"/>
                  </a:lnTo>
                  <a:lnTo>
                    <a:pt x="161925" y="543020"/>
                  </a:lnTo>
                  <a:lnTo>
                    <a:pt x="160972" y="541591"/>
                  </a:lnTo>
                  <a:lnTo>
                    <a:pt x="160687" y="540734"/>
                  </a:lnTo>
                  <a:lnTo>
                    <a:pt x="160592" y="540544"/>
                  </a:lnTo>
                  <a:lnTo>
                    <a:pt x="160687" y="539972"/>
                  </a:lnTo>
                  <a:lnTo>
                    <a:pt x="160877" y="539115"/>
                  </a:lnTo>
                  <a:lnTo>
                    <a:pt x="161258" y="538067"/>
                  </a:lnTo>
                  <a:lnTo>
                    <a:pt x="161830" y="537496"/>
                  </a:lnTo>
                  <a:lnTo>
                    <a:pt x="162401" y="536924"/>
                  </a:lnTo>
                  <a:lnTo>
                    <a:pt x="163354" y="536448"/>
                  </a:lnTo>
                  <a:lnTo>
                    <a:pt x="166688" y="535210"/>
                  </a:lnTo>
                  <a:lnTo>
                    <a:pt x="168402" y="534257"/>
                  </a:lnTo>
                  <a:lnTo>
                    <a:pt x="169545" y="533876"/>
                  </a:lnTo>
                  <a:lnTo>
                    <a:pt x="170879" y="533781"/>
                  </a:lnTo>
                  <a:lnTo>
                    <a:pt x="171164" y="533590"/>
                  </a:lnTo>
                  <a:lnTo>
                    <a:pt x="171736" y="532924"/>
                  </a:lnTo>
                  <a:lnTo>
                    <a:pt x="172117" y="532257"/>
                  </a:lnTo>
                  <a:lnTo>
                    <a:pt x="172688" y="530828"/>
                  </a:lnTo>
                  <a:lnTo>
                    <a:pt x="173736" y="524447"/>
                  </a:lnTo>
                  <a:lnTo>
                    <a:pt x="174212" y="523018"/>
                  </a:lnTo>
                  <a:lnTo>
                    <a:pt x="175070" y="522065"/>
                  </a:lnTo>
                  <a:lnTo>
                    <a:pt x="177260" y="520255"/>
                  </a:lnTo>
                  <a:lnTo>
                    <a:pt x="178213" y="519017"/>
                  </a:lnTo>
                  <a:lnTo>
                    <a:pt x="178879" y="517493"/>
                  </a:lnTo>
                  <a:lnTo>
                    <a:pt x="179642" y="514160"/>
                  </a:lnTo>
                  <a:lnTo>
                    <a:pt x="180118" y="513207"/>
                  </a:lnTo>
                  <a:lnTo>
                    <a:pt x="181261" y="512350"/>
                  </a:lnTo>
                  <a:lnTo>
                    <a:pt x="182499" y="511778"/>
                  </a:lnTo>
                  <a:lnTo>
                    <a:pt x="184118" y="511397"/>
                  </a:lnTo>
                  <a:lnTo>
                    <a:pt x="185357" y="510826"/>
                  </a:lnTo>
                  <a:lnTo>
                    <a:pt x="187357" y="509588"/>
                  </a:lnTo>
                  <a:lnTo>
                    <a:pt x="187928" y="509492"/>
                  </a:lnTo>
                  <a:lnTo>
                    <a:pt x="188404" y="509778"/>
                  </a:lnTo>
                  <a:lnTo>
                    <a:pt x="188690" y="510635"/>
                  </a:lnTo>
                  <a:lnTo>
                    <a:pt x="188881" y="511873"/>
                  </a:lnTo>
                  <a:lnTo>
                    <a:pt x="188786" y="515969"/>
                  </a:lnTo>
                  <a:lnTo>
                    <a:pt x="188976" y="517112"/>
                  </a:lnTo>
                  <a:lnTo>
                    <a:pt x="189547" y="518636"/>
                  </a:lnTo>
                  <a:lnTo>
                    <a:pt x="190500" y="520255"/>
                  </a:lnTo>
                  <a:lnTo>
                    <a:pt x="191357" y="521208"/>
                  </a:lnTo>
                  <a:lnTo>
                    <a:pt x="191929" y="521589"/>
                  </a:lnTo>
                  <a:lnTo>
                    <a:pt x="193167" y="522065"/>
                  </a:lnTo>
                  <a:lnTo>
                    <a:pt x="194215" y="522637"/>
                  </a:lnTo>
                  <a:lnTo>
                    <a:pt x="195643" y="523685"/>
                  </a:lnTo>
                  <a:lnTo>
                    <a:pt x="196596" y="524447"/>
                  </a:lnTo>
                  <a:lnTo>
                    <a:pt x="197167" y="525209"/>
                  </a:lnTo>
                  <a:lnTo>
                    <a:pt x="197549" y="525875"/>
                  </a:lnTo>
                  <a:lnTo>
                    <a:pt x="197834" y="526828"/>
                  </a:lnTo>
                  <a:lnTo>
                    <a:pt x="198025" y="528352"/>
                  </a:lnTo>
                  <a:lnTo>
                    <a:pt x="198025" y="529399"/>
                  </a:lnTo>
                  <a:lnTo>
                    <a:pt x="198120" y="530447"/>
                  </a:lnTo>
                  <a:lnTo>
                    <a:pt x="198596" y="531400"/>
                  </a:lnTo>
                  <a:lnTo>
                    <a:pt x="199644" y="532543"/>
                  </a:lnTo>
                  <a:lnTo>
                    <a:pt x="200406" y="532829"/>
                  </a:lnTo>
                  <a:lnTo>
                    <a:pt x="201168" y="533019"/>
                  </a:lnTo>
                  <a:lnTo>
                    <a:pt x="202121" y="533019"/>
                  </a:lnTo>
                  <a:lnTo>
                    <a:pt x="203263" y="533210"/>
                  </a:lnTo>
                  <a:lnTo>
                    <a:pt x="204597" y="533876"/>
                  </a:lnTo>
                  <a:lnTo>
                    <a:pt x="205645" y="534543"/>
                  </a:lnTo>
                  <a:lnTo>
                    <a:pt x="206502" y="535400"/>
                  </a:lnTo>
                  <a:lnTo>
                    <a:pt x="207074" y="536162"/>
                  </a:lnTo>
                  <a:lnTo>
                    <a:pt x="207740" y="537305"/>
                  </a:lnTo>
                  <a:lnTo>
                    <a:pt x="209359" y="541877"/>
                  </a:lnTo>
                  <a:lnTo>
                    <a:pt x="210026" y="543401"/>
                  </a:lnTo>
                  <a:lnTo>
                    <a:pt x="210979" y="544735"/>
                  </a:lnTo>
                  <a:lnTo>
                    <a:pt x="213455" y="547306"/>
                  </a:lnTo>
                  <a:lnTo>
                    <a:pt x="214789" y="548830"/>
                  </a:lnTo>
                  <a:lnTo>
                    <a:pt x="216408" y="551307"/>
                  </a:lnTo>
                  <a:lnTo>
                    <a:pt x="221456" y="554260"/>
                  </a:lnTo>
                  <a:lnTo>
                    <a:pt x="222313" y="555117"/>
                  </a:lnTo>
                  <a:lnTo>
                    <a:pt x="222885" y="556355"/>
                  </a:lnTo>
                  <a:lnTo>
                    <a:pt x="223075" y="557689"/>
                  </a:lnTo>
                  <a:lnTo>
                    <a:pt x="222695" y="559308"/>
                  </a:lnTo>
                  <a:lnTo>
                    <a:pt x="222695" y="560261"/>
                  </a:lnTo>
                  <a:lnTo>
                    <a:pt x="222790" y="560927"/>
                  </a:lnTo>
                  <a:lnTo>
                    <a:pt x="223933" y="561880"/>
                  </a:lnTo>
                  <a:lnTo>
                    <a:pt x="224314" y="562451"/>
                  </a:lnTo>
                  <a:lnTo>
                    <a:pt x="224409" y="563499"/>
                  </a:lnTo>
                  <a:lnTo>
                    <a:pt x="223838" y="564642"/>
                  </a:lnTo>
                  <a:lnTo>
                    <a:pt x="221933" y="566356"/>
                  </a:lnTo>
                  <a:lnTo>
                    <a:pt x="220409" y="567214"/>
                  </a:lnTo>
                  <a:lnTo>
                    <a:pt x="216027" y="568452"/>
                  </a:lnTo>
                  <a:lnTo>
                    <a:pt x="214693" y="569119"/>
                  </a:lnTo>
                  <a:lnTo>
                    <a:pt x="213646" y="569881"/>
                  </a:lnTo>
                  <a:lnTo>
                    <a:pt x="213170" y="570643"/>
                  </a:lnTo>
                  <a:lnTo>
                    <a:pt x="213074" y="571976"/>
                  </a:lnTo>
                  <a:lnTo>
                    <a:pt x="213265" y="572929"/>
                  </a:lnTo>
                  <a:lnTo>
                    <a:pt x="215075" y="576453"/>
                  </a:lnTo>
                  <a:lnTo>
                    <a:pt x="215646" y="579977"/>
                  </a:lnTo>
                  <a:lnTo>
                    <a:pt x="216694" y="581978"/>
                  </a:lnTo>
                  <a:lnTo>
                    <a:pt x="218504" y="584263"/>
                  </a:lnTo>
                  <a:lnTo>
                    <a:pt x="223647" y="589121"/>
                  </a:lnTo>
                  <a:lnTo>
                    <a:pt x="224695" y="590550"/>
                  </a:lnTo>
                  <a:lnTo>
                    <a:pt x="226219" y="593884"/>
                  </a:lnTo>
                  <a:lnTo>
                    <a:pt x="227076" y="595027"/>
                  </a:lnTo>
                  <a:lnTo>
                    <a:pt x="228409" y="595979"/>
                  </a:lnTo>
                  <a:lnTo>
                    <a:pt x="230029" y="596741"/>
                  </a:lnTo>
                  <a:lnTo>
                    <a:pt x="233077" y="597503"/>
                  </a:lnTo>
                  <a:lnTo>
                    <a:pt x="233934" y="598170"/>
                  </a:lnTo>
                  <a:lnTo>
                    <a:pt x="234601" y="599218"/>
                  </a:lnTo>
                  <a:lnTo>
                    <a:pt x="234696" y="600551"/>
                  </a:lnTo>
                  <a:lnTo>
                    <a:pt x="234887" y="601028"/>
                  </a:lnTo>
                  <a:lnTo>
                    <a:pt x="234601" y="601980"/>
                  </a:lnTo>
                  <a:lnTo>
                    <a:pt x="235172" y="605695"/>
                  </a:lnTo>
                  <a:lnTo>
                    <a:pt x="234982" y="606743"/>
                  </a:lnTo>
                  <a:lnTo>
                    <a:pt x="234696" y="607409"/>
                  </a:lnTo>
                  <a:lnTo>
                    <a:pt x="235077" y="607790"/>
                  </a:lnTo>
                  <a:lnTo>
                    <a:pt x="236506" y="609981"/>
                  </a:lnTo>
                  <a:lnTo>
                    <a:pt x="238792" y="608743"/>
                  </a:lnTo>
                  <a:lnTo>
                    <a:pt x="243650" y="601313"/>
                  </a:lnTo>
                  <a:lnTo>
                    <a:pt x="244412" y="600551"/>
                  </a:lnTo>
                  <a:lnTo>
                    <a:pt x="245459" y="599885"/>
                  </a:lnTo>
                  <a:lnTo>
                    <a:pt x="246793" y="599504"/>
                  </a:lnTo>
                  <a:lnTo>
                    <a:pt x="248031" y="599694"/>
                  </a:lnTo>
                  <a:lnTo>
                    <a:pt x="249460" y="600361"/>
                  </a:lnTo>
                  <a:lnTo>
                    <a:pt x="251174" y="601599"/>
                  </a:lnTo>
                  <a:lnTo>
                    <a:pt x="252508" y="602171"/>
                  </a:lnTo>
                  <a:lnTo>
                    <a:pt x="253460" y="602456"/>
                  </a:lnTo>
                  <a:lnTo>
                    <a:pt x="254317" y="602361"/>
                  </a:lnTo>
                  <a:lnTo>
                    <a:pt x="254984" y="602171"/>
                  </a:lnTo>
                  <a:lnTo>
                    <a:pt x="255651" y="601694"/>
                  </a:lnTo>
                  <a:lnTo>
                    <a:pt x="256604" y="600647"/>
                  </a:lnTo>
                  <a:lnTo>
                    <a:pt x="257175" y="599789"/>
                  </a:lnTo>
                  <a:lnTo>
                    <a:pt x="258318" y="597598"/>
                  </a:lnTo>
                  <a:lnTo>
                    <a:pt x="258985" y="596646"/>
                  </a:lnTo>
                  <a:lnTo>
                    <a:pt x="259461" y="596074"/>
                  </a:lnTo>
                  <a:lnTo>
                    <a:pt x="260033" y="595503"/>
                  </a:lnTo>
                  <a:lnTo>
                    <a:pt x="260890" y="595217"/>
                  </a:lnTo>
                  <a:lnTo>
                    <a:pt x="262128" y="595694"/>
                  </a:lnTo>
                  <a:lnTo>
                    <a:pt x="263747" y="597218"/>
                  </a:lnTo>
                  <a:lnTo>
                    <a:pt x="280607" y="625316"/>
                  </a:lnTo>
                  <a:lnTo>
                    <a:pt x="280702" y="626459"/>
                  </a:lnTo>
                  <a:lnTo>
                    <a:pt x="280225" y="630746"/>
                  </a:lnTo>
                  <a:lnTo>
                    <a:pt x="280225" y="630841"/>
                  </a:lnTo>
                  <a:lnTo>
                    <a:pt x="280225" y="631031"/>
                  </a:lnTo>
                  <a:lnTo>
                    <a:pt x="280225" y="631317"/>
                  </a:lnTo>
                  <a:lnTo>
                    <a:pt x="280511" y="632174"/>
                  </a:lnTo>
                  <a:lnTo>
                    <a:pt x="281273" y="633031"/>
                  </a:lnTo>
                  <a:lnTo>
                    <a:pt x="282988" y="634079"/>
                  </a:lnTo>
                  <a:lnTo>
                    <a:pt x="283940" y="634460"/>
                  </a:lnTo>
                  <a:lnTo>
                    <a:pt x="284988" y="635318"/>
                  </a:lnTo>
                  <a:lnTo>
                    <a:pt x="286131" y="636746"/>
                  </a:lnTo>
                  <a:lnTo>
                    <a:pt x="289084" y="642176"/>
                  </a:lnTo>
                  <a:lnTo>
                    <a:pt x="290132" y="645986"/>
                  </a:lnTo>
                  <a:lnTo>
                    <a:pt x="290513" y="648938"/>
                  </a:lnTo>
                  <a:lnTo>
                    <a:pt x="290608" y="653891"/>
                  </a:lnTo>
                  <a:lnTo>
                    <a:pt x="290798" y="656368"/>
                  </a:lnTo>
                  <a:lnTo>
                    <a:pt x="291179" y="657987"/>
                  </a:lnTo>
                  <a:lnTo>
                    <a:pt x="291560" y="658749"/>
                  </a:lnTo>
                  <a:lnTo>
                    <a:pt x="292132" y="659511"/>
                  </a:lnTo>
                  <a:lnTo>
                    <a:pt x="292894" y="659797"/>
                  </a:lnTo>
                  <a:lnTo>
                    <a:pt x="293846" y="659702"/>
                  </a:lnTo>
                  <a:lnTo>
                    <a:pt x="295370" y="658939"/>
                  </a:lnTo>
                  <a:lnTo>
                    <a:pt x="297275" y="657606"/>
                  </a:lnTo>
                  <a:lnTo>
                    <a:pt x="298037" y="657320"/>
                  </a:lnTo>
                  <a:lnTo>
                    <a:pt x="298799" y="657225"/>
                  </a:lnTo>
                  <a:lnTo>
                    <a:pt x="302609" y="657415"/>
                  </a:lnTo>
                  <a:lnTo>
                    <a:pt x="303657" y="657701"/>
                  </a:lnTo>
                  <a:lnTo>
                    <a:pt x="304229" y="658082"/>
                  </a:lnTo>
                  <a:lnTo>
                    <a:pt x="304609" y="658559"/>
                  </a:lnTo>
                  <a:lnTo>
                    <a:pt x="304895" y="660368"/>
                  </a:lnTo>
                  <a:lnTo>
                    <a:pt x="304514" y="661988"/>
                  </a:lnTo>
                  <a:lnTo>
                    <a:pt x="303181" y="665226"/>
                  </a:lnTo>
                  <a:lnTo>
                    <a:pt x="302514" y="667512"/>
                  </a:lnTo>
                  <a:lnTo>
                    <a:pt x="302133" y="669798"/>
                  </a:lnTo>
                  <a:lnTo>
                    <a:pt x="302133" y="671608"/>
                  </a:lnTo>
                  <a:lnTo>
                    <a:pt x="302990" y="673132"/>
                  </a:lnTo>
                  <a:lnTo>
                    <a:pt x="303752" y="674084"/>
                  </a:lnTo>
                  <a:lnTo>
                    <a:pt x="318230" y="687038"/>
                  </a:lnTo>
                  <a:lnTo>
                    <a:pt x="318802" y="687800"/>
                  </a:lnTo>
                  <a:lnTo>
                    <a:pt x="319373" y="688753"/>
                  </a:lnTo>
                  <a:lnTo>
                    <a:pt x="319850" y="690181"/>
                  </a:lnTo>
                  <a:lnTo>
                    <a:pt x="320421" y="695706"/>
                  </a:lnTo>
                  <a:lnTo>
                    <a:pt x="320897" y="696849"/>
                  </a:lnTo>
                  <a:lnTo>
                    <a:pt x="321755" y="698373"/>
                  </a:lnTo>
                  <a:lnTo>
                    <a:pt x="322612" y="699135"/>
                  </a:lnTo>
                  <a:lnTo>
                    <a:pt x="323564" y="699706"/>
                  </a:lnTo>
                  <a:lnTo>
                    <a:pt x="324517" y="699706"/>
                  </a:lnTo>
                  <a:lnTo>
                    <a:pt x="325184" y="699326"/>
                  </a:lnTo>
                  <a:lnTo>
                    <a:pt x="325755" y="698659"/>
                  </a:lnTo>
                  <a:lnTo>
                    <a:pt x="326803" y="695801"/>
                  </a:lnTo>
                  <a:lnTo>
                    <a:pt x="327470" y="694944"/>
                  </a:lnTo>
                  <a:lnTo>
                    <a:pt x="328327" y="694563"/>
                  </a:lnTo>
                  <a:lnTo>
                    <a:pt x="329279" y="694563"/>
                  </a:lnTo>
                  <a:lnTo>
                    <a:pt x="330041" y="694849"/>
                  </a:lnTo>
                  <a:lnTo>
                    <a:pt x="330613" y="695230"/>
                  </a:lnTo>
                  <a:lnTo>
                    <a:pt x="330803" y="695706"/>
                  </a:lnTo>
                  <a:lnTo>
                    <a:pt x="330994" y="696373"/>
                  </a:lnTo>
                  <a:lnTo>
                    <a:pt x="331089" y="697325"/>
                  </a:lnTo>
                  <a:lnTo>
                    <a:pt x="330899" y="699992"/>
                  </a:lnTo>
                  <a:lnTo>
                    <a:pt x="330708" y="700754"/>
                  </a:lnTo>
                  <a:lnTo>
                    <a:pt x="330422" y="701802"/>
                  </a:lnTo>
                  <a:lnTo>
                    <a:pt x="328136" y="706279"/>
                  </a:lnTo>
                  <a:lnTo>
                    <a:pt x="327088" y="708851"/>
                  </a:lnTo>
                  <a:lnTo>
                    <a:pt x="326803" y="709422"/>
                  </a:lnTo>
                  <a:lnTo>
                    <a:pt x="326422" y="709803"/>
                  </a:lnTo>
                  <a:lnTo>
                    <a:pt x="324993" y="711041"/>
                  </a:lnTo>
                  <a:lnTo>
                    <a:pt x="324421" y="711708"/>
                  </a:lnTo>
                  <a:lnTo>
                    <a:pt x="323945" y="712470"/>
                  </a:lnTo>
                  <a:lnTo>
                    <a:pt x="323755" y="713327"/>
                  </a:lnTo>
                  <a:lnTo>
                    <a:pt x="323850" y="713899"/>
                  </a:lnTo>
                  <a:lnTo>
                    <a:pt x="324231" y="714661"/>
                  </a:lnTo>
                  <a:lnTo>
                    <a:pt x="324612" y="715328"/>
                  </a:lnTo>
                  <a:lnTo>
                    <a:pt x="326898" y="717423"/>
                  </a:lnTo>
                  <a:lnTo>
                    <a:pt x="331375" y="718471"/>
                  </a:lnTo>
                  <a:lnTo>
                    <a:pt x="332137" y="718852"/>
                  </a:lnTo>
                  <a:lnTo>
                    <a:pt x="332804" y="719233"/>
                  </a:lnTo>
                  <a:lnTo>
                    <a:pt x="334328" y="720566"/>
                  </a:lnTo>
                  <a:lnTo>
                    <a:pt x="336613" y="723043"/>
                  </a:lnTo>
                  <a:lnTo>
                    <a:pt x="337375" y="724090"/>
                  </a:lnTo>
                  <a:lnTo>
                    <a:pt x="337947" y="725234"/>
                  </a:lnTo>
                  <a:lnTo>
                    <a:pt x="338995" y="728186"/>
                  </a:lnTo>
                  <a:lnTo>
                    <a:pt x="339471" y="729234"/>
                  </a:lnTo>
                  <a:lnTo>
                    <a:pt x="340042" y="730091"/>
                  </a:lnTo>
                  <a:lnTo>
                    <a:pt x="340995" y="730853"/>
                  </a:lnTo>
                  <a:lnTo>
                    <a:pt x="341852" y="731330"/>
                  </a:lnTo>
                  <a:lnTo>
                    <a:pt x="342329" y="731806"/>
                  </a:lnTo>
                  <a:lnTo>
                    <a:pt x="342519" y="732377"/>
                  </a:lnTo>
                  <a:lnTo>
                    <a:pt x="342329" y="733425"/>
                  </a:lnTo>
                  <a:lnTo>
                    <a:pt x="341662" y="734092"/>
                  </a:lnTo>
                  <a:lnTo>
                    <a:pt x="340900" y="734663"/>
                  </a:lnTo>
                  <a:lnTo>
                    <a:pt x="340233" y="734949"/>
                  </a:lnTo>
                  <a:lnTo>
                    <a:pt x="339662" y="735044"/>
                  </a:lnTo>
                  <a:lnTo>
                    <a:pt x="339280" y="735235"/>
                  </a:lnTo>
                  <a:lnTo>
                    <a:pt x="338995" y="735521"/>
                  </a:lnTo>
                  <a:lnTo>
                    <a:pt x="338518" y="736092"/>
                  </a:lnTo>
                  <a:lnTo>
                    <a:pt x="337185" y="737235"/>
                  </a:lnTo>
                  <a:lnTo>
                    <a:pt x="336899" y="737616"/>
                  </a:lnTo>
                  <a:lnTo>
                    <a:pt x="336709" y="737997"/>
                  </a:lnTo>
                  <a:lnTo>
                    <a:pt x="336613" y="738378"/>
                  </a:lnTo>
                  <a:lnTo>
                    <a:pt x="336995" y="739807"/>
                  </a:lnTo>
                  <a:lnTo>
                    <a:pt x="336995" y="740283"/>
                  </a:lnTo>
                  <a:lnTo>
                    <a:pt x="336995" y="740759"/>
                  </a:lnTo>
                  <a:lnTo>
                    <a:pt x="336709" y="741807"/>
                  </a:lnTo>
                  <a:lnTo>
                    <a:pt x="336613" y="742760"/>
                  </a:lnTo>
                  <a:lnTo>
                    <a:pt x="336613" y="743331"/>
                  </a:lnTo>
                  <a:lnTo>
                    <a:pt x="336804" y="743712"/>
                  </a:lnTo>
                  <a:lnTo>
                    <a:pt x="336899" y="744188"/>
                  </a:lnTo>
                  <a:lnTo>
                    <a:pt x="337375" y="745046"/>
                  </a:lnTo>
                  <a:lnTo>
                    <a:pt x="337757" y="745427"/>
                  </a:lnTo>
                  <a:lnTo>
                    <a:pt x="338423" y="745903"/>
                  </a:lnTo>
                  <a:lnTo>
                    <a:pt x="339280" y="746188"/>
                  </a:lnTo>
                  <a:lnTo>
                    <a:pt x="339947" y="746188"/>
                  </a:lnTo>
                  <a:lnTo>
                    <a:pt x="340519" y="746093"/>
                  </a:lnTo>
                  <a:lnTo>
                    <a:pt x="340900" y="745903"/>
                  </a:lnTo>
                  <a:lnTo>
                    <a:pt x="341281" y="745617"/>
                  </a:lnTo>
                  <a:lnTo>
                    <a:pt x="341662" y="745331"/>
                  </a:lnTo>
                  <a:lnTo>
                    <a:pt x="342424" y="744284"/>
                  </a:lnTo>
                  <a:lnTo>
                    <a:pt x="342709" y="743998"/>
                  </a:lnTo>
                  <a:lnTo>
                    <a:pt x="343091" y="743807"/>
                  </a:lnTo>
                  <a:lnTo>
                    <a:pt x="343567" y="743712"/>
                  </a:lnTo>
                  <a:lnTo>
                    <a:pt x="344234" y="743903"/>
                  </a:lnTo>
                  <a:lnTo>
                    <a:pt x="344900" y="744284"/>
                  </a:lnTo>
                  <a:lnTo>
                    <a:pt x="348615" y="747141"/>
                  </a:lnTo>
                  <a:lnTo>
                    <a:pt x="351854" y="748855"/>
                  </a:lnTo>
                  <a:lnTo>
                    <a:pt x="352330" y="749237"/>
                  </a:lnTo>
                  <a:lnTo>
                    <a:pt x="352616" y="749903"/>
                  </a:lnTo>
                  <a:lnTo>
                    <a:pt x="352996" y="751332"/>
                  </a:lnTo>
                  <a:lnTo>
                    <a:pt x="352996" y="752094"/>
                  </a:lnTo>
                  <a:lnTo>
                    <a:pt x="352806" y="753428"/>
                  </a:lnTo>
                  <a:lnTo>
                    <a:pt x="352806" y="754952"/>
                  </a:lnTo>
                  <a:lnTo>
                    <a:pt x="352996" y="755618"/>
                  </a:lnTo>
                  <a:lnTo>
                    <a:pt x="353282" y="756285"/>
                  </a:lnTo>
                  <a:lnTo>
                    <a:pt x="353854" y="757142"/>
                  </a:lnTo>
                  <a:lnTo>
                    <a:pt x="354521" y="758095"/>
                  </a:lnTo>
                  <a:lnTo>
                    <a:pt x="355283" y="758571"/>
                  </a:lnTo>
                  <a:lnTo>
                    <a:pt x="357568" y="759523"/>
                  </a:lnTo>
                  <a:lnTo>
                    <a:pt x="357950" y="760762"/>
                  </a:lnTo>
                  <a:lnTo>
                    <a:pt x="358140" y="761047"/>
                  </a:lnTo>
                  <a:lnTo>
                    <a:pt x="358330" y="761238"/>
                  </a:lnTo>
                  <a:lnTo>
                    <a:pt x="358712" y="761333"/>
                  </a:lnTo>
                  <a:lnTo>
                    <a:pt x="359283" y="761143"/>
                  </a:lnTo>
                  <a:lnTo>
                    <a:pt x="359950" y="760857"/>
                  </a:lnTo>
                  <a:lnTo>
                    <a:pt x="360902" y="760095"/>
                  </a:lnTo>
                  <a:lnTo>
                    <a:pt x="361379" y="759523"/>
                  </a:lnTo>
                  <a:lnTo>
                    <a:pt x="363093" y="756666"/>
                  </a:lnTo>
                  <a:lnTo>
                    <a:pt x="363664" y="755999"/>
                  </a:lnTo>
                  <a:lnTo>
                    <a:pt x="363950" y="755809"/>
                  </a:lnTo>
                  <a:lnTo>
                    <a:pt x="364522" y="755713"/>
                  </a:lnTo>
                  <a:lnTo>
                    <a:pt x="378428" y="757047"/>
                  </a:lnTo>
                  <a:lnTo>
                    <a:pt x="379000" y="757047"/>
                  </a:lnTo>
                  <a:lnTo>
                    <a:pt x="379762" y="756952"/>
                  </a:lnTo>
                  <a:lnTo>
                    <a:pt x="380143" y="755904"/>
                  </a:lnTo>
                  <a:lnTo>
                    <a:pt x="381191" y="754285"/>
                  </a:lnTo>
                  <a:lnTo>
                    <a:pt x="382429" y="752761"/>
                  </a:lnTo>
                  <a:lnTo>
                    <a:pt x="388525" y="747903"/>
                  </a:lnTo>
                  <a:lnTo>
                    <a:pt x="389287" y="746951"/>
                  </a:lnTo>
                  <a:lnTo>
                    <a:pt x="390049" y="745427"/>
                  </a:lnTo>
                  <a:lnTo>
                    <a:pt x="390906" y="744188"/>
                  </a:lnTo>
                  <a:lnTo>
                    <a:pt x="392049" y="743617"/>
                  </a:lnTo>
                  <a:lnTo>
                    <a:pt x="393954" y="743426"/>
                  </a:lnTo>
                  <a:lnTo>
                    <a:pt x="395954" y="742950"/>
                  </a:lnTo>
                  <a:lnTo>
                    <a:pt x="397859" y="742188"/>
                  </a:lnTo>
                  <a:lnTo>
                    <a:pt x="399383" y="741140"/>
                  </a:lnTo>
                  <a:lnTo>
                    <a:pt x="400812" y="739616"/>
                  </a:lnTo>
                  <a:lnTo>
                    <a:pt x="401669" y="737997"/>
                  </a:lnTo>
                  <a:lnTo>
                    <a:pt x="402812" y="736759"/>
                  </a:lnTo>
                  <a:lnTo>
                    <a:pt x="404717" y="736282"/>
                  </a:lnTo>
                  <a:lnTo>
                    <a:pt x="406432" y="736187"/>
                  </a:lnTo>
                  <a:lnTo>
                    <a:pt x="407956" y="735806"/>
                  </a:lnTo>
                  <a:lnTo>
                    <a:pt x="411004" y="734473"/>
                  </a:lnTo>
                  <a:lnTo>
                    <a:pt x="415100" y="731330"/>
                  </a:lnTo>
                  <a:lnTo>
                    <a:pt x="416147" y="730853"/>
                  </a:lnTo>
                  <a:lnTo>
                    <a:pt x="417576" y="731234"/>
                  </a:lnTo>
                  <a:lnTo>
                    <a:pt x="419005" y="731996"/>
                  </a:lnTo>
                  <a:lnTo>
                    <a:pt x="420148" y="732949"/>
                  </a:lnTo>
                  <a:lnTo>
                    <a:pt x="420814" y="733806"/>
                  </a:lnTo>
                  <a:lnTo>
                    <a:pt x="420624" y="736187"/>
                  </a:lnTo>
                  <a:lnTo>
                    <a:pt x="419671" y="739045"/>
                  </a:lnTo>
                  <a:lnTo>
                    <a:pt x="419481" y="741331"/>
                  </a:lnTo>
                  <a:lnTo>
                    <a:pt x="422434" y="742760"/>
                  </a:lnTo>
                  <a:lnTo>
                    <a:pt x="424148" y="744379"/>
                  </a:lnTo>
                  <a:lnTo>
                    <a:pt x="425196" y="744760"/>
                  </a:lnTo>
                  <a:lnTo>
                    <a:pt x="426625" y="744664"/>
                  </a:lnTo>
                  <a:lnTo>
                    <a:pt x="427577" y="744188"/>
                  </a:lnTo>
                  <a:lnTo>
                    <a:pt x="428339" y="743426"/>
                  </a:lnTo>
                  <a:lnTo>
                    <a:pt x="432054" y="738473"/>
                  </a:lnTo>
                  <a:lnTo>
                    <a:pt x="434054" y="736949"/>
                  </a:lnTo>
                  <a:lnTo>
                    <a:pt x="436436" y="736282"/>
                  </a:lnTo>
                  <a:lnTo>
                    <a:pt x="438341" y="735425"/>
                  </a:lnTo>
                  <a:lnTo>
                    <a:pt x="441008" y="732091"/>
                  </a:lnTo>
                  <a:lnTo>
                    <a:pt x="442150" y="732091"/>
                  </a:lnTo>
                  <a:lnTo>
                    <a:pt x="442055" y="732949"/>
                  </a:lnTo>
                  <a:lnTo>
                    <a:pt x="443389" y="733520"/>
                  </a:lnTo>
                  <a:lnTo>
                    <a:pt x="446818" y="733806"/>
                  </a:lnTo>
                  <a:lnTo>
                    <a:pt x="448437" y="733330"/>
                  </a:lnTo>
                  <a:lnTo>
                    <a:pt x="449771" y="732091"/>
                  </a:lnTo>
                  <a:lnTo>
                    <a:pt x="450628" y="730472"/>
                  </a:lnTo>
                  <a:lnTo>
                    <a:pt x="450913" y="728948"/>
                  </a:lnTo>
                  <a:lnTo>
                    <a:pt x="450723" y="728091"/>
                  </a:lnTo>
                  <a:lnTo>
                    <a:pt x="450056" y="726281"/>
                  </a:lnTo>
                  <a:lnTo>
                    <a:pt x="449866" y="725329"/>
                  </a:lnTo>
                  <a:lnTo>
                    <a:pt x="450056" y="724853"/>
                  </a:lnTo>
                  <a:lnTo>
                    <a:pt x="450818" y="723900"/>
                  </a:lnTo>
                  <a:lnTo>
                    <a:pt x="450913" y="723519"/>
                  </a:lnTo>
                  <a:lnTo>
                    <a:pt x="450913" y="722852"/>
                  </a:lnTo>
                  <a:lnTo>
                    <a:pt x="450437" y="721900"/>
                  </a:lnTo>
                  <a:lnTo>
                    <a:pt x="450342" y="721423"/>
                  </a:lnTo>
                  <a:lnTo>
                    <a:pt x="450723" y="720471"/>
                  </a:lnTo>
                  <a:lnTo>
                    <a:pt x="451485" y="719995"/>
                  </a:lnTo>
                  <a:lnTo>
                    <a:pt x="452533" y="719899"/>
                  </a:lnTo>
                  <a:lnTo>
                    <a:pt x="453390" y="719899"/>
                  </a:lnTo>
                  <a:lnTo>
                    <a:pt x="453771" y="719519"/>
                  </a:lnTo>
                  <a:lnTo>
                    <a:pt x="455009" y="717709"/>
                  </a:lnTo>
                  <a:lnTo>
                    <a:pt x="455295" y="716852"/>
                  </a:lnTo>
                  <a:lnTo>
                    <a:pt x="455295" y="715042"/>
                  </a:lnTo>
                  <a:lnTo>
                    <a:pt x="454533" y="713804"/>
                  </a:lnTo>
                  <a:lnTo>
                    <a:pt x="453580" y="712756"/>
                  </a:lnTo>
                  <a:lnTo>
                    <a:pt x="453104" y="711041"/>
                  </a:lnTo>
                  <a:lnTo>
                    <a:pt x="453200" y="707327"/>
                  </a:lnTo>
                  <a:lnTo>
                    <a:pt x="453009" y="705707"/>
                  </a:lnTo>
                  <a:lnTo>
                    <a:pt x="452628" y="704088"/>
                  </a:lnTo>
                  <a:lnTo>
                    <a:pt x="451675" y="701993"/>
                  </a:lnTo>
                  <a:lnTo>
                    <a:pt x="451485" y="700945"/>
                  </a:lnTo>
                  <a:lnTo>
                    <a:pt x="451295" y="698849"/>
                  </a:lnTo>
                  <a:lnTo>
                    <a:pt x="451009" y="697802"/>
                  </a:lnTo>
                  <a:lnTo>
                    <a:pt x="450628" y="697325"/>
                  </a:lnTo>
                  <a:lnTo>
                    <a:pt x="450056" y="696468"/>
                  </a:lnTo>
                  <a:lnTo>
                    <a:pt x="448723" y="690658"/>
                  </a:lnTo>
                  <a:lnTo>
                    <a:pt x="447008" y="687896"/>
                  </a:lnTo>
                  <a:lnTo>
                    <a:pt x="444722" y="685229"/>
                  </a:lnTo>
                  <a:lnTo>
                    <a:pt x="442817" y="682276"/>
                  </a:lnTo>
                  <a:lnTo>
                    <a:pt x="442150" y="679037"/>
                  </a:lnTo>
                  <a:lnTo>
                    <a:pt x="442722" y="676275"/>
                  </a:lnTo>
                  <a:lnTo>
                    <a:pt x="442627" y="675322"/>
                  </a:lnTo>
                  <a:lnTo>
                    <a:pt x="442341" y="674846"/>
                  </a:lnTo>
                  <a:lnTo>
                    <a:pt x="441388" y="673989"/>
                  </a:lnTo>
                  <a:lnTo>
                    <a:pt x="441103" y="673513"/>
                  </a:lnTo>
                  <a:lnTo>
                    <a:pt x="441008" y="672751"/>
                  </a:lnTo>
                  <a:lnTo>
                    <a:pt x="441008" y="672370"/>
                  </a:lnTo>
                  <a:lnTo>
                    <a:pt x="441103" y="672084"/>
                  </a:lnTo>
                  <a:lnTo>
                    <a:pt x="441103" y="671322"/>
                  </a:lnTo>
                  <a:lnTo>
                    <a:pt x="441484" y="669703"/>
                  </a:lnTo>
                  <a:lnTo>
                    <a:pt x="443198" y="666845"/>
                  </a:lnTo>
                  <a:lnTo>
                    <a:pt x="443770" y="665512"/>
                  </a:lnTo>
                  <a:lnTo>
                    <a:pt x="443960" y="663607"/>
                  </a:lnTo>
                  <a:lnTo>
                    <a:pt x="443008" y="655796"/>
                  </a:lnTo>
                  <a:lnTo>
                    <a:pt x="441865" y="652653"/>
                  </a:lnTo>
                  <a:lnTo>
                    <a:pt x="441674" y="650843"/>
                  </a:lnTo>
                  <a:lnTo>
                    <a:pt x="441865" y="649510"/>
                  </a:lnTo>
                  <a:lnTo>
                    <a:pt x="443293" y="645795"/>
                  </a:lnTo>
                  <a:lnTo>
                    <a:pt x="445103" y="642747"/>
                  </a:lnTo>
                  <a:lnTo>
                    <a:pt x="446056" y="639413"/>
                  </a:lnTo>
                  <a:lnTo>
                    <a:pt x="447104" y="637985"/>
                  </a:lnTo>
                  <a:lnTo>
                    <a:pt x="448056" y="639889"/>
                  </a:lnTo>
                  <a:lnTo>
                    <a:pt x="448913" y="640842"/>
                  </a:lnTo>
                  <a:lnTo>
                    <a:pt x="450056" y="641032"/>
                  </a:lnTo>
                  <a:lnTo>
                    <a:pt x="451771" y="641032"/>
                  </a:lnTo>
                  <a:lnTo>
                    <a:pt x="452247" y="640747"/>
                  </a:lnTo>
                  <a:lnTo>
                    <a:pt x="453771" y="639509"/>
                  </a:lnTo>
                  <a:lnTo>
                    <a:pt x="454438" y="639223"/>
                  </a:lnTo>
                  <a:lnTo>
                    <a:pt x="456343" y="639128"/>
                  </a:lnTo>
                  <a:lnTo>
                    <a:pt x="457391" y="638842"/>
                  </a:lnTo>
                  <a:lnTo>
                    <a:pt x="458057" y="638556"/>
                  </a:lnTo>
                  <a:lnTo>
                    <a:pt x="459200" y="639032"/>
                  </a:lnTo>
                  <a:lnTo>
                    <a:pt x="460343" y="638747"/>
                  </a:lnTo>
                  <a:lnTo>
                    <a:pt x="461486" y="637889"/>
                  </a:lnTo>
                  <a:lnTo>
                    <a:pt x="462439" y="636746"/>
                  </a:lnTo>
                  <a:lnTo>
                    <a:pt x="462725" y="633222"/>
                  </a:lnTo>
                  <a:lnTo>
                    <a:pt x="463487" y="631127"/>
                  </a:lnTo>
                  <a:lnTo>
                    <a:pt x="468154" y="624840"/>
                  </a:lnTo>
                  <a:lnTo>
                    <a:pt x="469011" y="624269"/>
                  </a:lnTo>
                  <a:lnTo>
                    <a:pt x="470630" y="623888"/>
                  </a:lnTo>
                  <a:lnTo>
                    <a:pt x="473488" y="623602"/>
                  </a:lnTo>
                  <a:lnTo>
                    <a:pt x="474345" y="623030"/>
                  </a:lnTo>
                  <a:lnTo>
                    <a:pt x="475107" y="621411"/>
                  </a:lnTo>
                  <a:lnTo>
                    <a:pt x="473583" y="618839"/>
                  </a:lnTo>
                  <a:lnTo>
                    <a:pt x="473392" y="618268"/>
                  </a:lnTo>
                  <a:lnTo>
                    <a:pt x="473964" y="617791"/>
                  </a:lnTo>
                  <a:lnTo>
                    <a:pt x="475774" y="616934"/>
                  </a:lnTo>
                  <a:lnTo>
                    <a:pt x="476155" y="616172"/>
                  </a:lnTo>
                  <a:lnTo>
                    <a:pt x="476821" y="615315"/>
                  </a:lnTo>
                  <a:lnTo>
                    <a:pt x="483870" y="609029"/>
                  </a:lnTo>
                  <a:lnTo>
                    <a:pt x="486251" y="607886"/>
                  </a:lnTo>
                  <a:lnTo>
                    <a:pt x="486823" y="607505"/>
                  </a:lnTo>
                  <a:lnTo>
                    <a:pt x="487109" y="606743"/>
                  </a:lnTo>
                  <a:lnTo>
                    <a:pt x="487204" y="605599"/>
                  </a:lnTo>
                  <a:lnTo>
                    <a:pt x="487394" y="604647"/>
                  </a:lnTo>
                  <a:lnTo>
                    <a:pt x="487871" y="604171"/>
                  </a:lnTo>
                  <a:lnTo>
                    <a:pt x="488823" y="603980"/>
                  </a:lnTo>
                  <a:lnTo>
                    <a:pt x="489013" y="603409"/>
                  </a:lnTo>
                  <a:lnTo>
                    <a:pt x="489013" y="602552"/>
                  </a:lnTo>
                  <a:lnTo>
                    <a:pt x="489299" y="601694"/>
                  </a:lnTo>
                  <a:lnTo>
                    <a:pt x="490918" y="599504"/>
                  </a:lnTo>
                  <a:lnTo>
                    <a:pt x="491300" y="598170"/>
                  </a:lnTo>
                  <a:lnTo>
                    <a:pt x="491585" y="592264"/>
                  </a:lnTo>
                  <a:lnTo>
                    <a:pt x="492157" y="590836"/>
                  </a:lnTo>
                  <a:lnTo>
                    <a:pt x="493586" y="589407"/>
                  </a:lnTo>
                  <a:lnTo>
                    <a:pt x="495109" y="588645"/>
                  </a:lnTo>
                  <a:lnTo>
                    <a:pt x="495681" y="588169"/>
                  </a:lnTo>
                  <a:lnTo>
                    <a:pt x="495871" y="587502"/>
                  </a:lnTo>
                  <a:lnTo>
                    <a:pt x="495491" y="587026"/>
                  </a:lnTo>
                  <a:lnTo>
                    <a:pt x="494729" y="587026"/>
                  </a:lnTo>
                  <a:lnTo>
                    <a:pt x="493967" y="587312"/>
                  </a:lnTo>
                  <a:lnTo>
                    <a:pt x="493395" y="587788"/>
                  </a:lnTo>
                  <a:lnTo>
                    <a:pt x="491776" y="588550"/>
                  </a:lnTo>
                  <a:lnTo>
                    <a:pt x="490823" y="586645"/>
                  </a:lnTo>
                  <a:lnTo>
                    <a:pt x="489775" y="582549"/>
                  </a:lnTo>
                  <a:lnTo>
                    <a:pt x="488633" y="582359"/>
                  </a:lnTo>
                  <a:lnTo>
                    <a:pt x="487204" y="582549"/>
                  </a:lnTo>
                  <a:lnTo>
                    <a:pt x="485966" y="582168"/>
                  </a:lnTo>
                  <a:lnTo>
                    <a:pt x="485394" y="579787"/>
                  </a:lnTo>
                  <a:lnTo>
                    <a:pt x="485584" y="579120"/>
                  </a:lnTo>
                  <a:lnTo>
                    <a:pt x="485870" y="578453"/>
                  </a:lnTo>
                  <a:lnTo>
                    <a:pt x="486346" y="577787"/>
                  </a:lnTo>
                  <a:lnTo>
                    <a:pt x="486823" y="577310"/>
                  </a:lnTo>
                  <a:lnTo>
                    <a:pt x="487204" y="576453"/>
                  </a:lnTo>
                  <a:lnTo>
                    <a:pt x="486918" y="574738"/>
                  </a:lnTo>
                  <a:lnTo>
                    <a:pt x="487109" y="573881"/>
                  </a:lnTo>
                  <a:lnTo>
                    <a:pt x="487394" y="573786"/>
                  </a:lnTo>
                  <a:lnTo>
                    <a:pt x="493776" y="569309"/>
                  </a:lnTo>
                  <a:lnTo>
                    <a:pt x="494824" y="567404"/>
                  </a:lnTo>
                  <a:lnTo>
                    <a:pt x="495681" y="565309"/>
                  </a:lnTo>
                  <a:lnTo>
                    <a:pt x="496443" y="563975"/>
                  </a:lnTo>
                  <a:lnTo>
                    <a:pt x="497110" y="563689"/>
                  </a:lnTo>
                  <a:lnTo>
                    <a:pt x="498920" y="563594"/>
                  </a:lnTo>
                  <a:lnTo>
                    <a:pt x="499682" y="563404"/>
                  </a:lnTo>
                  <a:lnTo>
                    <a:pt x="500253" y="562928"/>
                  </a:lnTo>
                  <a:lnTo>
                    <a:pt x="500825" y="562356"/>
                  </a:lnTo>
                  <a:lnTo>
                    <a:pt x="501396" y="561785"/>
                  </a:lnTo>
                  <a:lnTo>
                    <a:pt x="502158" y="561594"/>
                  </a:lnTo>
                  <a:lnTo>
                    <a:pt x="503968" y="562165"/>
                  </a:lnTo>
                  <a:lnTo>
                    <a:pt x="505301" y="563689"/>
                  </a:lnTo>
                  <a:lnTo>
                    <a:pt x="506444" y="565309"/>
                  </a:lnTo>
                  <a:lnTo>
                    <a:pt x="507397" y="566452"/>
                  </a:lnTo>
                  <a:lnTo>
                    <a:pt x="508445" y="566547"/>
                  </a:lnTo>
                  <a:lnTo>
                    <a:pt x="510635" y="564071"/>
                  </a:lnTo>
                  <a:lnTo>
                    <a:pt x="513779" y="562928"/>
                  </a:lnTo>
                  <a:lnTo>
                    <a:pt x="521017" y="556546"/>
                  </a:lnTo>
                  <a:lnTo>
                    <a:pt x="520255" y="554927"/>
                  </a:lnTo>
                  <a:lnTo>
                    <a:pt x="519398" y="549783"/>
                  </a:lnTo>
                  <a:lnTo>
                    <a:pt x="516350" y="542163"/>
                  </a:lnTo>
                  <a:lnTo>
                    <a:pt x="514445" y="538544"/>
                  </a:lnTo>
                  <a:lnTo>
                    <a:pt x="514255" y="537972"/>
                  </a:lnTo>
                  <a:lnTo>
                    <a:pt x="515017" y="536162"/>
                  </a:lnTo>
                  <a:lnTo>
                    <a:pt x="516922" y="532924"/>
                  </a:lnTo>
                  <a:lnTo>
                    <a:pt x="517588" y="531305"/>
                  </a:lnTo>
                  <a:lnTo>
                    <a:pt x="517208" y="529876"/>
                  </a:lnTo>
                  <a:lnTo>
                    <a:pt x="517970" y="528447"/>
                  </a:lnTo>
                  <a:lnTo>
                    <a:pt x="518255" y="526923"/>
                  </a:lnTo>
                  <a:lnTo>
                    <a:pt x="518732" y="525589"/>
                  </a:lnTo>
                  <a:lnTo>
                    <a:pt x="519970" y="524923"/>
                  </a:lnTo>
                  <a:lnTo>
                    <a:pt x="520255" y="525780"/>
                  </a:lnTo>
                  <a:lnTo>
                    <a:pt x="520446" y="526542"/>
                  </a:lnTo>
                  <a:lnTo>
                    <a:pt x="520541" y="528447"/>
                  </a:lnTo>
                  <a:lnTo>
                    <a:pt x="520922" y="529019"/>
                  </a:lnTo>
                  <a:lnTo>
                    <a:pt x="521684" y="529019"/>
                  </a:lnTo>
                  <a:lnTo>
                    <a:pt x="522637" y="528733"/>
                  </a:lnTo>
                  <a:lnTo>
                    <a:pt x="523304" y="528733"/>
                  </a:lnTo>
                  <a:lnTo>
                    <a:pt x="524923" y="529399"/>
                  </a:lnTo>
                  <a:lnTo>
                    <a:pt x="525875" y="529971"/>
                  </a:lnTo>
                  <a:lnTo>
                    <a:pt x="526828" y="530447"/>
                  </a:lnTo>
                  <a:lnTo>
                    <a:pt x="528447" y="530543"/>
                  </a:lnTo>
                  <a:lnTo>
                    <a:pt x="530066" y="530257"/>
                  </a:lnTo>
                  <a:lnTo>
                    <a:pt x="532924" y="529019"/>
                  </a:lnTo>
                  <a:lnTo>
                    <a:pt x="534448" y="528733"/>
                  </a:lnTo>
                  <a:lnTo>
                    <a:pt x="535210" y="529019"/>
                  </a:lnTo>
                  <a:lnTo>
                    <a:pt x="536924" y="530543"/>
                  </a:lnTo>
                  <a:lnTo>
                    <a:pt x="537972" y="530638"/>
                  </a:lnTo>
                  <a:lnTo>
                    <a:pt x="538734" y="530257"/>
                  </a:lnTo>
                  <a:lnTo>
                    <a:pt x="540163" y="529304"/>
                  </a:lnTo>
                  <a:lnTo>
                    <a:pt x="541877" y="528733"/>
                  </a:lnTo>
                  <a:lnTo>
                    <a:pt x="544925" y="528256"/>
                  </a:lnTo>
                  <a:lnTo>
                    <a:pt x="549212" y="528161"/>
                  </a:lnTo>
                  <a:lnTo>
                    <a:pt x="549783" y="527780"/>
                  </a:lnTo>
                  <a:lnTo>
                    <a:pt x="550355" y="526828"/>
                  </a:lnTo>
                  <a:lnTo>
                    <a:pt x="550450" y="526161"/>
                  </a:lnTo>
                  <a:lnTo>
                    <a:pt x="550640" y="526161"/>
                  </a:lnTo>
                  <a:lnTo>
                    <a:pt x="551497" y="527209"/>
                  </a:lnTo>
                  <a:lnTo>
                    <a:pt x="552640" y="528256"/>
                  </a:lnTo>
                  <a:lnTo>
                    <a:pt x="554069" y="528828"/>
                  </a:lnTo>
                  <a:lnTo>
                    <a:pt x="555593" y="529019"/>
                  </a:lnTo>
                  <a:lnTo>
                    <a:pt x="557213" y="528733"/>
                  </a:lnTo>
                  <a:lnTo>
                    <a:pt x="557974" y="528352"/>
                  </a:lnTo>
                  <a:lnTo>
                    <a:pt x="558355" y="527971"/>
                  </a:lnTo>
                  <a:lnTo>
                    <a:pt x="558832" y="527590"/>
                  </a:lnTo>
                  <a:lnTo>
                    <a:pt x="559689" y="527495"/>
                  </a:lnTo>
                  <a:lnTo>
                    <a:pt x="561308" y="527590"/>
                  </a:lnTo>
                  <a:lnTo>
                    <a:pt x="562165" y="527780"/>
                  </a:lnTo>
                  <a:lnTo>
                    <a:pt x="563689" y="528161"/>
                  </a:lnTo>
                  <a:lnTo>
                    <a:pt x="564928" y="528638"/>
                  </a:lnTo>
                  <a:lnTo>
                    <a:pt x="565690" y="529114"/>
                  </a:lnTo>
                  <a:lnTo>
                    <a:pt x="566071" y="529495"/>
                  </a:lnTo>
                  <a:lnTo>
                    <a:pt x="566166" y="529971"/>
                  </a:lnTo>
                  <a:lnTo>
                    <a:pt x="566261" y="530447"/>
                  </a:lnTo>
                  <a:lnTo>
                    <a:pt x="566071" y="530923"/>
                  </a:lnTo>
                  <a:lnTo>
                    <a:pt x="565785" y="531305"/>
                  </a:lnTo>
                  <a:lnTo>
                    <a:pt x="565213" y="531495"/>
                  </a:lnTo>
                  <a:lnTo>
                    <a:pt x="563785" y="531971"/>
                  </a:lnTo>
                  <a:lnTo>
                    <a:pt x="563213" y="532257"/>
                  </a:lnTo>
                  <a:lnTo>
                    <a:pt x="562737" y="532638"/>
                  </a:lnTo>
                  <a:lnTo>
                    <a:pt x="562261" y="533114"/>
                  </a:lnTo>
                  <a:lnTo>
                    <a:pt x="561594" y="534162"/>
                  </a:lnTo>
                  <a:lnTo>
                    <a:pt x="561118" y="534543"/>
                  </a:lnTo>
                  <a:lnTo>
                    <a:pt x="560356" y="534924"/>
                  </a:lnTo>
                  <a:lnTo>
                    <a:pt x="559594" y="534924"/>
                  </a:lnTo>
                  <a:lnTo>
                    <a:pt x="558832" y="534734"/>
                  </a:lnTo>
                  <a:lnTo>
                    <a:pt x="558165" y="534353"/>
                  </a:lnTo>
                  <a:lnTo>
                    <a:pt x="557403" y="534543"/>
                  </a:lnTo>
                  <a:lnTo>
                    <a:pt x="555879" y="535400"/>
                  </a:lnTo>
                  <a:lnTo>
                    <a:pt x="555022" y="535781"/>
                  </a:lnTo>
                  <a:lnTo>
                    <a:pt x="551593" y="536734"/>
                  </a:lnTo>
                  <a:lnTo>
                    <a:pt x="551021" y="537210"/>
                  </a:lnTo>
                  <a:lnTo>
                    <a:pt x="550640" y="538067"/>
                  </a:lnTo>
                  <a:lnTo>
                    <a:pt x="550640" y="539020"/>
                  </a:lnTo>
                  <a:lnTo>
                    <a:pt x="550736" y="539877"/>
                  </a:lnTo>
                  <a:lnTo>
                    <a:pt x="551116" y="540830"/>
                  </a:lnTo>
                  <a:lnTo>
                    <a:pt x="551116" y="540925"/>
                  </a:lnTo>
                  <a:lnTo>
                    <a:pt x="551116" y="541306"/>
                  </a:lnTo>
                  <a:lnTo>
                    <a:pt x="551212" y="542068"/>
                  </a:lnTo>
                  <a:lnTo>
                    <a:pt x="551116" y="543020"/>
                  </a:lnTo>
                  <a:lnTo>
                    <a:pt x="551116" y="543973"/>
                  </a:lnTo>
                  <a:lnTo>
                    <a:pt x="551593" y="545782"/>
                  </a:lnTo>
                  <a:lnTo>
                    <a:pt x="551212" y="548545"/>
                  </a:lnTo>
                  <a:lnTo>
                    <a:pt x="551688" y="550355"/>
                  </a:lnTo>
                  <a:lnTo>
                    <a:pt x="551593" y="553593"/>
                  </a:lnTo>
                  <a:lnTo>
                    <a:pt x="551688" y="554736"/>
                  </a:lnTo>
                  <a:lnTo>
                    <a:pt x="552069" y="555879"/>
                  </a:lnTo>
                  <a:lnTo>
                    <a:pt x="552831" y="556831"/>
                  </a:lnTo>
                  <a:lnTo>
                    <a:pt x="554164" y="557974"/>
                  </a:lnTo>
                  <a:lnTo>
                    <a:pt x="555593" y="558546"/>
                  </a:lnTo>
                  <a:lnTo>
                    <a:pt x="559594" y="559784"/>
                  </a:lnTo>
                  <a:lnTo>
                    <a:pt x="560737" y="560451"/>
                  </a:lnTo>
                  <a:lnTo>
                    <a:pt x="561499" y="561308"/>
                  </a:lnTo>
                  <a:lnTo>
                    <a:pt x="562165" y="562165"/>
                  </a:lnTo>
                  <a:lnTo>
                    <a:pt x="563975" y="564356"/>
                  </a:lnTo>
                  <a:lnTo>
                    <a:pt x="564547" y="565309"/>
                  </a:lnTo>
                  <a:lnTo>
                    <a:pt x="564452" y="566071"/>
                  </a:lnTo>
                  <a:lnTo>
                    <a:pt x="563404" y="567404"/>
                  </a:lnTo>
                  <a:lnTo>
                    <a:pt x="563023" y="568166"/>
                  </a:lnTo>
                  <a:lnTo>
                    <a:pt x="563023" y="569023"/>
                  </a:lnTo>
                  <a:lnTo>
                    <a:pt x="563404" y="569881"/>
                  </a:lnTo>
                  <a:lnTo>
                    <a:pt x="565499" y="574262"/>
                  </a:lnTo>
                  <a:lnTo>
                    <a:pt x="565785" y="575120"/>
                  </a:lnTo>
                  <a:lnTo>
                    <a:pt x="566071" y="575977"/>
                  </a:lnTo>
                  <a:lnTo>
                    <a:pt x="566166" y="576929"/>
                  </a:lnTo>
                  <a:lnTo>
                    <a:pt x="565976" y="577882"/>
                  </a:lnTo>
                  <a:lnTo>
                    <a:pt x="565499" y="578548"/>
                  </a:lnTo>
                  <a:lnTo>
                    <a:pt x="564832" y="579120"/>
                  </a:lnTo>
                  <a:lnTo>
                    <a:pt x="561308" y="580644"/>
                  </a:lnTo>
                  <a:lnTo>
                    <a:pt x="557308" y="581692"/>
                  </a:lnTo>
                  <a:lnTo>
                    <a:pt x="556736" y="582549"/>
                  </a:lnTo>
                  <a:lnTo>
                    <a:pt x="556927" y="583882"/>
                  </a:lnTo>
                  <a:lnTo>
                    <a:pt x="558546" y="586835"/>
                  </a:lnTo>
                  <a:lnTo>
                    <a:pt x="559689" y="588264"/>
                  </a:lnTo>
                  <a:lnTo>
                    <a:pt x="560641" y="589407"/>
                  </a:lnTo>
                  <a:lnTo>
                    <a:pt x="569214" y="595789"/>
                  </a:lnTo>
                  <a:lnTo>
                    <a:pt x="569976" y="596170"/>
                  </a:lnTo>
                  <a:lnTo>
                    <a:pt x="570547" y="596455"/>
                  </a:lnTo>
                  <a:lnTo>
                    <a:pt x="572834" y="597027"/>
                  </a:lnTo>
                  <a:lnTo>
                    <a:pt x="576358" y="599122"/>
                  </a:lnTo>
                  <a:lnTo>
                    <a:pt x="577691" y="599599"/>
                  </a:lnTo>
                  <a:lnTo>
                    <a:pt x="578930" y="599789"/>
                  </a:lnTo>
                  <a:lnTo>
                    <a:pt x="581120" y="599504"/>
                  </a:lnTo>
                  <a:lnTo>
                    <a:pt x="582073" y="599218"/>
                  </a:lnTo>
                  <a:lnTo>
                    <a:pt x="582930" y="598837"/>
                  </a:lnTo>
                  <a:lnTo>
                    <a:pt x="586740" y="596455"/>
                  </a:lnTo>
                  <a:lnTo>
                    <a:pt x="587788" y="596360"/>
                  </a:lnTo>
                  <a:lnTo>
                    <a:pt x="588836" y="596551"/>
                  </a:lnTo>
                  <a:lnTo>
                    <a:pt x="591312" y="597313"/>
                  </a:lnTo>
                  <a:lnTo>
                    <a:pt x="592455" y="597408"/>
                  </a:lnTo>
                  <a:lnTo>
                    <a:pt x="593407" y="597218"/>
                  </a:lnTo>
                  <a:lnTo>
                    <a:pt x="597218" y="595979"/>
                  </a:lnTo>
                  <a:lnTo>
                    <a:pt x="600647" y="595598"/>
                  </a:lnTo>
                  <a:lnTo>
                    <a:pt x="601599" y="595313"/>
                  </a:lnTo>
                  <a:lnTo>
                    <a:pt x="602361" y="594836"/>
                  </a:lnTo>
                  <a:lnTo>
                    <a:pt x="602932" y="594170"/>
                  </a:lnTo>
                  <a:lnTo>
                    <a:pt x="603409" y="593312"/>
                  </a:lnTo>
                  <a:lnTo>
                    <a:pt x="604076" y="592741"/>
                  </a:lnTo>
                  <a:lnTo>
                    <a:pt x="605790" y="592074"/>
                  </a:lnTo>
                  <a:lnTo>
                    <a:pt x="606552" y="591598"/>
                  </a:lnTo>
                  <a:lnTo>
                    <a:pt x="607028" y="590836"/>
                  </a:lnTo>
                  <a:lnTo>
                    <a:pt x="607219" y="589883"/>
                  </a:lnTo>
                  <a:lnTo>
                    <a:pt x="606838" y="586930"/>
                  </a:lnTo>
                  <a:lnTo>
                    <a:pt x="606743" y="585978"/>
                  </a:lnTo>
                  <a:lnTo>
                    <a:pt x="606743" y="585883"/>
                  </a:lnTo>
                  <a:lnTo>
                    <a:pt x="607409" y="583978"/>
                  </a:lnTo>
                  <a:lnTo>
                    <a:pt x="607886" y="581597"/>
                  </a:lnTo>
                  <a:lnTo>
                    <a:pt x="608266" y="580930"/>
                  </a:lnTo>
                  <a:lnTo>
                    <a:pt x="608933" y="580263"/>
                  </a:lnTo>
                  <a:lnTo>
                    <a:pt x="611981" y="578263"/>
                  </a:lnTo>
                  <a:lnTo>
                    <a:pt x="615029" y="577977"/>
                  </a:lnTo>
                  <a:lnTo>
                    <a:pt x="624269" y="580358"/>
                  </a:lnTo>
                  <a:lnTo>
                    <a:pt x="625126" y="580930"/>
                  </a:lnTo>
                  <a:lnTo>
                    <a:pt x="625412" y="581597"/>
                  </a:lnTo>
                  <a:lnTo>
                    <a:pt x="625507" y="584073"/>
                  </a:lnTo>
                  <a:lnTo>
                    <a:pt x="625888" y="585121"/>
                  </a:lnTo>
                  <a:lnTo>
                    <a:pt x="626840" y="585788"/>
                  </a:lnTo>
                  <a:lnTo>
                    <a:pt x="627793" y="585978"/>
                  </a:lnTo>
                  <a:lnTo>
                    <a:pt x="628460" y="585978"/>
                  </a:lnTo>
                  <a:lnTo>
                    <a:pt x="628936" y="585883"/>
                  </a:lnTo>
                  <a:lnTo>
                    <a:pt x="630936" y="585311"/>
                  </a:lnTo>
                  <a:lnTo>
                    <a:pt x="631793" y="585216"/>
                  </a:lnTo>
                  <a:lnTo>
                    <a:pt x="632555" y="585406"/>
                  </a:lnTo>
                  <a:lnTo>
                    <a:pt x="632936" y="585692"/>
                  </a:lnTo>
                  <a:lnTo>
                    <a:pt x="633127" y="585883"/>
                  </a:lnTo>
                  <a:lnTo>
                    <a:pt x="633127" y="586454"/>
                  </a:lnTo>
                  <a:lnTo>
                    <a:pt x="632746" y="590360"/>
                  </a:lnTo>
                  <a:lnTo>
                    <a:pt x="632460" y="591979"/>
                  </a:lnTo>
                  <a:lnTo>
                    <a:pt x="632079" y="593312"/>
                  </a:lnTo>
                  <a:lnTo>
                    <a:pt x="631127" y="594931"/>
                  </a:lnTo>
                  <a:lnTo>
                    <a:pt x="629031" y="597503"/>
                  </a:lnTo>
                  <a:lnTo>
                    <a:pt x="628840" y="597980"/>
                  </a:lnTo>
                  <a:lnTo>
                    <a:pt x="628745" y="598932"/>
                  </a:lnTo>
                  <a:lnTo>
                    <a:pt x="629222" y="600265"/>
                  </a:lnTo>
                  <a:lnTo>
                    <a:pt x="630555" y="602456"/>
                  </a:lnTo>
                  <a:lnTo>
                    <a:pt x="632365" y="604456"/>
                  </a:lnTo>
                  <a:lnTo>
                    <a:pt x="632651" y="605028"/>
                  </a:lnTo>
                  <a:lnTo>
                    <a:pt x="632365" y="605980"/>
                  </a:lnTo>
                  <a:lnTo>
                    <a:pt x="632174" y="606838"/>
                  </a:lnTo>
                  <a:lnTo>
                    <a:pt x="632174" y="607600"/>
                  </a:lnTo>
                  <a:lnTo>
                    <a:pt x="634270" y="610934"/>
                  </a:lnTo>
                  <a:lnTo>
                    <a:pt x="635698" y="611029"/>
                  </a:lnTo>
                  <a:lnTo>
                    <a:pt x="636937" y="610267"/>
                  </a:lnTo>
                  <a:lnTo>
                    <a:pt x="639413" y="607505"/>
                  </a:lnTo>
                  <a:lnTo>
                    <a:pt x="639985" y="607219"/>
                  </a:lnTo>
                  <a:lnTo>
                    <a:pt x="642176" y="606838"/>
                  </a:lnTo>
                  <a:lnTo>
                    <a:pt x="646938" y="605599"/>
                  </a:lnTo>
                  <a:lnTo>
                    <a:pt x="648938" y="605409"/>
                  </a:lnTo>
                  <a:lnTo>
                    <a:pt x="651605" y="605885"/>
                  </a:lnTo>
                  <a:lnTo>
                    <a:pt x="652081" y="605980"/>
                  </a:lnTo>
                  <a:lnTo>
                    <a:pt x="652463" y="606266"/>
                  </a:lnTo>
                  <a:lnTo>
                    <a:pt x="654844" y="608933"/>
                  </a:lnTo>
                  <a:lnTo>
                    <a:pt x="655320" y="609219"/>
                  </a:lnTo>
                  <a:lnTo>
                    <a:pt x="655891" y="609600"/>
                  </a:lnTo>
                  <a:lnTo>
                    <a:pt x="657892" y="610267"/>
                  </a:lnTo>
                  <a:lnTo>
                    <a:pt x="658463" y="610553"/>
                  </a:lnTo>
                  <a:lnTo>
                    <a:pt x="658749" y="610838"/>
                  </a:lnTo>
                  <a:lnTo>
                    <a:pt x="659225" y="611600"/>
                  </a:lnTo>
                  <a:lnTo>
                    <a:pt x="660273" y="613696"/>
                  </a:lnTo>
                  <a:lnTo>
                    <a:pt x="660559" y="614172"/>
                  </a:lnTo>
                  <a:lnTo>
                    <a:pt x="661035" y="614553"/>
                  </a:lnTo>
                  <a:lnTo>
                    <a:pt x="661702" y="614839"/>
                  </a:lnTo>
                  <a:lnTo>
                    <a:pt x="662273" y="614934"/>
                  </a:lnTo>
                  <a:lnTo>
                    <a:pt x="663893" y="614363"/>
                  </a:lnTo>
                  <a:lnTo>
                    <a:pt x="665797" y="614172"/>
                  </a:lnTo>
                  <a:lnTo>
                    <a:pt x="666750" y="613981"/>
                  </a:lnTo>
                  <a:lnTo>
                    <a:pt x="667417" y="613696"/>
                  </a:lnTo>
                  <a:lnTo>
                    <a:pt x="668274" y="612648"/>
                  </a:lnTo>
                  <a:lnTo>
                    <a:pt x="668560" y="612267"/>
                  </a:lnTo>
                  <a:lnTo>
                    <a:pt x="669036" y="611886"/>
                  </a:lnTo>
                  <a:lnTo>
                    <a:pt x="669703" y="611505"/>
                  </a:lnTo>
                  <a:lnTo>
                    <a:pt x="671036" y="611124"/>
                  </a:lnTo>
                  <a:lnTo>
                    <a:pt x="672179" y="611029"/>
                  </a:lnTo>
                  <a:lnTo>
                    <a:pt x="675989" y="611410"/>
                  </a:lnTo>
                  <a:lnTo>
                    <a:pt x="677132" y="611410"/>
                  </a:lnTo>
                  <a:lnTo>
                    <a:pt x="677989" y="611219"/>
                  </a:lnTo>
                  <a:lnTo>
                    <a:pt x="678275" y="610934"/>
                  </a:lnTo>
                  <a:lnTo>
                    <a:pt x="678942" y="610267"/>
                  </a:lnTo>
                  <a:lnTo>
                    <a:pt x="680561" y="608838"/>
                  </a:lnTo>
                  <a:lnTo>
                    <a:pt x="682847" y="608076"/>
                  </a:lnTo>
                  <a:lnTo>
                    <a:pt x="683705" y="607981"/>
                  </a:lnTo>
                  <a:lnTo>
                    <a:pt x="684371" y="608076"/>
                  </a:lnTo>
                  <a:lnTo>
                    <a:pt x="684657" y="608266"/>
                  </a:lnTo>
                  <a:lnTo>
                    <a:pt x="685610" y="608552"/>
                  </a:lnTo>
                  <a:lnTo>
                    <a:pt x="690848" y="608266"/>
                  </a:lnTo>
                  <a:lnTo>
                    <a:pt x="693611" y="607790"/>
                  </a:lnTo>
                  <a:lnTo>
                    <a:pt x="693991" y="607600"/>
                  </a:lnTo>
                  <a:lnTo>
                    <a:pt x="694944" y="606647"/>
                  </a:lnTo>
                  <a:lnTo>
                    <a:pt x="696087" y="605885"/>
                  </a:lnTo>
                  <a:lnTo>
                    <a:pt x="697230" y="605314"/>
                  </a:lnTo>
                  <a:lnTo>
                    <a:pt x="698087" y="605028"/>
                  </a:lnTo>
                  <a:lnTo>
                    <a:pt x="698754" y="605028"/>
                  </a:lnTo>
                  <a:lnTo>
                    <a:pt x="700945" y="605314"/>
                  </a:lnTo>
                  <a:lnTo>
                    <a:pt x="704945" y="606552"/>
                  </a:lnTo>
                  <a:lnTo>
                    <a:pt x="707041" y="606838"/>
                  </a:lnTo>
                  <a:lnTo>
                    <a:pt x="708755" y="606743"/>
                  </a:lnTo>
                  <a:lnTo>
                    <a:pt x="709327" y="606552"/>
                  </a:lnTo>
                  <a:lnTo>
                    <a:pt x="710279" y="606171"/>
                  </a:lnTo>
                  <a:lnTo>
                    <a:pt x="713327" y="604266"/>
                  </a:lnTo>
                  <a:lnTo>
                    <a:pt x="714375" y="603409"/>
                  </a:lnTo>
                  <a:lnTo>
                    <a:pt x="716852" y="601980"/>
                  </a:lnTo>
                  <a:lnTo>
                    <a:pt x="717613" y="601409"/>
                  </a:lnTo>
                  <a:lnTo>
                    <a:pt x="718090" y="600837"/>
                  </a:lnTo>
                  <a:lnTo>
                    <a:pt x="718090" y="599885"/>
                  </a:lnTo>
                  <a:lnTo>
                    <a:pt x="717613" y="597980"/>
                  </a:lnTo>
                  <a:lnTo>
                    <a:pt x="716852" y="596074"/>
                  </a:lnTo>
                  <a:lnTo>
                    <a:pt x="715613" y="593503"/>
                  </a:lnTo>
                  <a:lnTo>
                    <a:pt x="715328" y="592646"/>
                  </a:lnTo>
                  <a:lnTo>
                    <a:pt x="715137" y="591503"/>
                  </a:lnTo>
                  <a:lnTo>
                    <a:pt x="714947" y="587883"/>
                  </a:lnTo>
                  <a:lnTo>
                    <a:pt x="714661" y="586740"/>
                  </a:lnTo>
                  <a:lnTo>
                    <a:pt x="714470" y="586169"/>
                  </a:lnTo>
                  <a:lnTo>
                    <a:pt x="714375" y="585883"/>
                  </a:lnTo>
                  <a:lnTo>
                    <a:pt x="713804" y="585121"/>
                  </a:lnTo>
                  <a:lnTo>
                    <a:pt x="711994" y="583502"/>
                  </a:lnTo>
                  <a:lnTo>
                    <a:pt x="707707" y="580930"/>
                  </a:lnTo>
                  <a:lnTo>
                    <a:pt x="707327" y="580454"/>
                  </a:lnTo>
                  <a:lnTo>
                    <a:pt x="707136" y="579977"/>
                  </a:lnTo>
                  <a:lnTo>
                    <a:pt x="706564" y="577501"/>
                  </a:lnTo>
                  <a:lnTo>
                    <a:pt x="706469" y="576358"/>
                  </a:lnTo>
                  <a:lnTo>
                    <a:pt x="706564" y="575501"/>
                  </a:lnTo>
                  <a:lnTo>
                    <a:pt x="706564" y="575024"/>
                  </a:lnTo>
                  <a:lnTo>
                    <a:pt x="706374" y="574738"/>
                  </a:lnTo>
                  <a:lnTo>
                    <a:pt x="704945" y="573214"/>
                  </a:lnTo>
                  <a:lnTo>
                    <a:pt x="704279" y="572548"/>
                  </a:lnTo>
                  <a:lnTo>
                    <a:pt x="703612" y="572072"/>
                  </a:lnTo>
                  <a:lnTo>
                    <a:pt x="701135" y="570738"/>
                  </a:lnTo>
                  <a:lnTo>
                    <a:pt x="700183" y="570357"/>
                  </a:lnTo>
                  <a:lnTo>
                    <a:pt x="699230" y="570166"/>
                  </a:lnTo>
                  <a:lnTo>
                    <a:pt x="698278" y="570357"/>
                  </a:lnTo>
                  <a:lnTo>
                    <a:pt x="697802" y="570452"/>
                  </a:lnTo>
                  <a:lnTo>
                    <a:pt x="694849" y="571881"/>
                  </a:lnTo>
                  <a:lnTo>
                    <a:pt x="693515" y="572357"/>
                  </a:lnTo>
                  <a:lnTo>
                    <a:pt x="692753" y="572738"/>
                  </a:lnTo>
                  <a:lnTo>
                    <a:pt x="691896" y="573119"/>
                  </a:lnTo>
                  <a:lnTo>
                    <a:pt x="691229" y="573310"/>
                  </a:lnTo>
                  <a:lnTo>
                    <a:pt x="690658" y="573405"/>
                  </a:lnTo>
                  <a:lnTo>
                    <a:pt x="690277" y="573310"/>
                  </a:lnTo>
                  <a:lnTo>
                    <a:pt x="686943" y="571976"/>
                  </a:lnTo>
                  <a:lnTo>
                    <a:pt x="686086" y="571881"/>
                  </a:lnTo>
                  <a:lnTo>
                    <a:pt x="685324" y="571976"/>
                  </a:lnTo>
                  <a:lnTo>
                    <a:pt x="684181" y="572262"/>
                  </a:lnTo>
                  <a:lnTo>
                    <a:pt x="683038" y="572357"/>
                  </a:lnTo>
                  <a:lnTo>
                    <a:pt x="681799" y="572072"/>
                  </a:lnTo>
                  <a:lnTo>
                    <a:pt x="681038" y="571405"/>
                  </a:lnTo>
                  <a:lnTo>
                    <a:pt x="680561" y="570262"/>
                  </a:lnTo>
                  <a:lnTo>
                    <a:pt x="680180" y="568547"/>
                  </a:lnTo>
                  <a:lnTo>
                    <a:pt x="680276" y="567214"/>
                  </a:lnTo>
                  <a:lnTo>
                    <a:pt x="680561" y="565976"/>
                  </a:lnTo>
                  <a:lnTo>
                    <a:pt x="680942" y="564737"/>
                  </a:lnTo>
                  <a:lnTo>
                    <a:pt x="680752" y="563880"/>
                  </a:lnTo>
                  <a:lnTo>
                    <a:pt x="680371" y="563213"/>
                  </a:lnTo>
                  <a:lnTo>
                    <a:pt x="679799" y="562642"/>
                  </a:lnTo>
                  <a:lnTo>
                    <a:pt x="678275" y="561689"/>
                  </a:lnTo>
                  <a:lnTo>
                    <a:pt x="677323" y="561308"/>
                  </a:lnTo>
                  <a:lnTo>
                    <a:pt x="675227" y="560832"/>
                  </a:lnTo>
                  <a:lnTo>
                    <a:pt x="674275" y="560451"/>
                  </a:lnTo>
                  <a:lnTo>
                    <a:pt x="672084" y="558832"/>
                  </a:lnTo>
                  <a:lnTo>
                    <a:pt x="671322" y="558546"/>
                  </a:lnTo>
                  <a:lnTo>
                    <a:pt x="670370" y="558355"/>
                  </a:lnTo>
                  <a:lnTo>
                    <a:pt x="668369" y="558737"/>
                  </a:lnTo>
                  <a:lnTo>
                    <a:pt x="667322" y="558737"/>
                  </a:lnTo>
                  <a:lnTo>
                    <a:pt x="666369" y="558451"/>
                  </a:lnTo>
                  <a:lnTo>
                    <a:pt x="665512" y="558165"/>
                  </a:lnTo>
                  <a:lnTo>
                    <a:pt x="663893" y="557213"/>
                  </a:lnTo>
                  <a:lnTo>
                    <a:pt x="663130" y="556736"/>
                  </a:lnTo>
                  <a:lnTo>
                    <a:pt x="662654" y="556070"/>
                  </a:lnTo>
                  <a:lnTo>
                    <a:pt x="662559" y="555307"/>
                  </a:lnTo>
                  <a:lnTo>
                    <a:pt x="663130" y="553593"/>
                  </a:lnTo>
                  <a:lnTo>
                    <a:pt x="663321" y="552640"/>
                  </a:lnTo>
                  <a:lnTo>
                    <a:pt x="662940" y="546163"/>
                  </a:lnTo>
                  <a:lnTo>
                    <a:pt x="662559" y="545116"/>
                  </a:lnTo>
                  <a:lnTo>
                    <a:pt x="661988" y="544259"/>
                  </a:lnTo>
                  <a:lnTo>
                    <a:pt x="660654" y="543020"/>
                  </a:lnTo>
                  <a:lnTo>
                    <a:pt x="660178" y="542449"/>
                  </a:lnTo>
                  <a:lnTo>
                    <a:pt x="659987" y="541591"/>
                  </a:lnTo>
                  <a:lnTo>
                    <a:pt x="660368" y="540830"/>
                  </a:lnTo>
                  <a:lnTo>
                    <a:pt x="660940" y="540258"/>
                  </a:lnTo>
                  <a:lnTo>
                    <a:pt x="662464" y="539210"/>
                  </a:lnTo>
                  <a:lnTo>
                    <a:pt x="663130" y="538544"/>
                  </a:lnTo>
                  <a:lnTo>
                    <a:pt x="663607" y="537781"/>
                  </a:lnTo>
                  <a:lnTo>
                    <a:pt x="663893" y="536734"/>
                  </a:lnTo>
                  <a:lnTo>
                    <a:pt x="664083" y="535305"/>
                  </a:lnTo>
                  <a:lnTo>
                    <a:pt x="664559" y="534067"/>
                  </a:lnTo>
                  <a:lnTo>
                    <a:pt x="664845" y="533686"/>
                  </a:lnTo>
                  <a:lnTo>
                    <a:pt x="665131" y="533305"/>
                  </a:lnTo>
                  <a:lnTo>
                    <a:pt x="667036" y="531876"/>
                  </a:lnTo>
                  <a:lnTo>
                    <a:pt x="668084" y="531400"/>
                  </a:lnTo>
                  <a:lnTo>
                    <a:pt x="668941" y="531400"/>
                  </a:lnTo>
                  <a:lnTo>
                    <a:pt x="672370" y="532733"/>
                  </a:lnTo>
                  <a:lnTo>
                    <a:pt x="673322" y="532733"/>
                  </a:lnTo>
                  <a:lnTo>
                    <a:pt x="676847" y="531495"/>
                  </a:lnTo>
                  <a:lnTo>
                    <a:pt x="677799" y="531400"/>
                  </a:lnTo>
                  <a:lnTo>
                    <a:pt x="679990" y="531400"/>
                  </a:lnTo>
                  <a:lnTo>
                    <a:pt x="681038" y="531305"/>
                  </a:lnTo>
                  <a:lnTo>
                    <a:pt x="681799" y="530923"/>
                  </a:lnTo>
                  <a:lnTo>
                    <a:pt x="682562" y="529780"/>
                  </a:lnTo>
                  <a:lnTo>
                    <a:pt x="683133" y="528161"/>
                  </a:lnTo>
                  <a:lnTo>
                    <a:pt x="683800" y="524923"/>
                  </a:lnTo>
                  <a:lnTo>
                    <a:pt x="684371" y="523304"/>
                  </a:lnTo>
                  <a:lnTo>
                    <a:pt x="685038" y="522161"/>
                  </a:lnTo>
                  <a:lnTo>
                    <a:pt x="685610" y="521494"/>
                  </a:lnTo>
                  <a:lnTo>
                    <a:pt x="686943" y="519589"/>
                  </a:lnTo>
                  <a:lnTo>
                    <a:pt x="687705" y="518065"/>
                  </a:lnTo>
                  <a:lnTo>
                    <a:pt x="688467" y="517684"/>
                  </a:lnTo>
                  <a:lnTo>
                    <a:pt x="689229" y="517874"/>
                  </a:lnTo>
                  <a:lnTo>
                    <a:pt x="696754" y="525494"/>
                  </a:lnTo>
                  <a:lnTo>
                    <a:pt x="700373" y="528256"/>
                  </a:lnTo>
                  <a:lnTo>
                    <a:pt x="702088" y="529019"/>
                  </a:lnTo>
                  <a:lnTo>
                    <a:pt x="702755" y="529590"/>
                  </a:lnTo>
                  <a:lnTo>
                    <a:pt x="704183" y="531971"/>
                  </a:lnTo>
                  <a:lnTo>
                    <a:pt x="704850" y="532638"/>
                  </a:lnTo>
                  <a:lnTo>
                    <a:pt x="705612" y="533114"/>
                  </a:lnTo>
                  <a:lnTo>
                    <a:pt x="711994" y="535686"/>
                  </a:lnTo>
                  <a:lnTo>
                    <a:pt x="712756" y="536162"/>
                  </a:lnTo>
                  <a:lnTo>
                    <a:pt x="713422" y="536734"/>
                  </a:lnTo>
                  <a:lnTo>
                    <a:pt x="713994" y="537496"/>
                  </a:lnTo>
                  <a:lnTo>
                    <a:pt x="714375" y="538353"/>
                  </a:lnTo>
                  <a:lnTo>
                    <a:pt x="714470" y="539305"/>
                  </a:lnTo>
                  <a:lnTo>
                    <a:pt x="714470" y="540163"/>
                  </a:lnTo>
                  <a:lnTo>
                    <a:pt x="714375" y="541020"/>
                  </a:lnTo>
                  <a:lnTo>
                    <a:pt x="714375" y="541591"/>
                  </a:lnTo>
                  <a:lnTo>
                    <a:pt x="714470" y="542354"/>
                  </a:lnTo>
                  <a:lnTo>
                    <a:pt x="714947" y="543020"/>
                  </a:lnTo>
                  <a:lnTo>
                    <a:pt x="715613" y="543401"/>
                  </a:lnTo>
                  <a:lnTo>
                    <a:pt x="716471" y="543401"/>
                  </a:lnTo>
                  <a:lnTo>
                    <a:pt x="717518" y="542639"/>
                  </a:lnTo>
                  <a:lnTo>
                    <a:pt x="720185" y="538734"/>
                  </a:lnTo>
                  <a:lnTo>
                    <a:pt x="720852" y="537115"/>
                  </a:lnTo>
                  <a:lnTo>
                    <a:pt x="721138" y="535972"/>
                  </a:lnTo>
                  <a:lnTo>
                    <a:pt x="721043" y="534257"/>
                  </a:lnTo>
                  <a:lnTo>
                    <a:pt x="717613" y="530257"/>
                  </a:lnTo>
                  <a:lnTo>
                    <a:pt x="714280" y="525209"/>
                  </a:lnTo>
                  <a:lnTo>
                    <a:pt x="713041" y="522446"/>
                  </a:lnTo>
                  <a:lnTo>
                    <a:pt x="712184" y="519684"/>
                  </a:lnTo>
                  <a:lnTo>
                    <a:pt x="711041" y="514160"/>
                  </a:lnTo>
                  <a:lnTo>
                    <a:pt x="710946" y="512445"/>
                  </a:lnTo>
                  <a:lnTo>
                    <a:pt x="711422" y="509873"/>
                  </a:lnTo>
                  <a:lnTo>
                    <a:pt x="711422" y="508540"/>
                  </a:lnTo>
                  <a:lnTo>
                    <a:pt x="711327" y="507302"/>
                  </a:lnTo>
                  <a:lnTo>
                    <a:pt x="710279" y="505968"/>
                  </a:lnTo>
                  <a:lnTo>
                    <a:pt x="708660" y="504825"/>
                  </a:lnTo>
                  <a:lnTo>
                    <a:pt x="704850" y="503111"/>
                  </a:lnTo>
                  <a:lnTo>
                    <a:pt x="702945" y="502825"/>
                  </a:lnTo>
                  <a:lnTo>
                    <a:pt x="701421" y="502920"/>
                  </a:lnTo>
                  <a:lnTo>
                    <a:pt x="700469" y="503111"/>
                  </a:lnTo>
                  <a:lnTo>
                    <a:pt x="698945" y="502634"/>
                  </a:lnTo>
                  <a:lnTo>
                    <a:pt x="696944" y="501682"/>
                  </a:lnTo>
                  <a:lnTo>
                    <a:pt x="692563" y="498634"/>
                  </a:lnTo>
                  <a:lnTo>
                    <a:pt x="691134" y="497872"/>
                  </a:lnTo>
                  <a:lnTo>
                    <a:pt x="690563" y="497777"/>
                  </a:lnTo>
                  <a:lnTo>
                    <a:pt x="689896" y="497872"/>
                  </a:lnTo>
                  <a:lnTo>
                    <a:pt x="689324" y="498062"/>
                  </a:lnTo>
                  <a:lnTo>
                    <a:pt x="680752" y="502730"/>
                  </a:lnTo>
                  <a:lnTo>
                    <a:pt x="680085" y="502920"/>
                  </a:lnTo>
                  <a:lnTo>
                    <a:pt x="678942" y="503015"/>
                  </a:lnTo>
                  <a:lnTo>
                    <a:pt x="677513" y="502920"/>
                  </a:lnTo>
                  <a:lnTo>
                    <a:pt x="675704" y="502348"/>
                  </a:lnTo>
                  <a:lnTo>
                    <a:pt x="674084" y="501205"/>
                  </a:lnTo>
                  <a:lnTo>
                    <a:pt x="672084" y="499015"/>
                  </a:lnTo>
                  <a:lnTo>
                    <a:pt x="670084" y="495967"/>
                  </a:lnTo>
                  <a:lnTo>
                    <a:pt x="669893" y="495395"/>
                  </a:lnTo>
                  <a:lnTo>
                    <a:pt x="669607" y="494347"/>
                  </a:lnTo>
                  <a:lnTo>
                    <a:pt x="669512" y="492633"/>
                  </a:lnTo>
                  <a:lnTo>
                    <a:pt x="669512" y="491585"/>
                  </a:lnTo>
                  <a:lnTo>
                    <a:pt x="669703" y="490347"/>
                  </a:lnTo>
                  <a:lnTo>
                    <a:pt x="669703" y="489013"/>
                  </a:lnTo>
                  <a:lnTo>
                    <a:pt x="669417" y="487680"/>
                  </a:lnTo>
                  <a:lnTo>
                    <a:pt x="668464" y="484727"/>
                  </a:lnTo>
                  <a:lnTo>
                    <a:pt x="668560" y="483680"/>
                  </a:lnTo>
                  <a:lnTo>
                    <a:pt x="669131" y="482155"/>
                  </a:lnTo>
                  <a:lnTo>
                    <a:pt x="669227" y="481489"/>
                  </a:lnTo>
                  <a:lnTo>
                    <a:pt x="668941" y="480727"/>
                  </a:lnTo>
                  <a:lnTo>
                    <a:pt x="668369" y="479679"/>
                  </a:lnTo>
                  <a:lnTo>
                    <a:pt x="667417" y="478441"/>
                  </a:lnTo>
                  <a:lnTo>
                    <a:pt x="666750" y="476917"/>
                  </a:lnTo>
                  <a:lnTo>
                    <a:pt x="666560" y="475107"/>
                  </a:lnTo>
                  <a:lnTo>
                    <a:pt x="667131" y="469011"/>
                  </a:lnTo>
                  <a:lnTo>
                    <a:pt x="666845" y="468154"/>
                  </a:lnTo>
                  <a:lnTo>
                    <a:pt x="666083" y="467678"/>
                  </a:lnTo>
                  <a:lnTo>
                    <a:pt x="664750" y="468154"/>
                  </a:lnTo>
                  <a:lnTo>
                    <a:pt x="664083" y="468916"/>
                  </a:lnTo>
                  <a:lnTo>
                    <a:pt x="663416" y="470630"/>
                  </a:lnTo>
                  <a:lnTo>
                    <a:pt x="662845" y="471011"/>
                  </a:lnTo>
                  <a:lnTo>
                    <a:pt x="662083" y="470916"/>
                  </a:lnTo>
                  <a:lnTo>
                    <a:pt x="659321" y="469678"/>
                  </a:lnTo>
                  <a:lnTo>
                    <a:pt x="657606" y="469202"/>
                  </a:lnTo>
                  <a:lnTo>
                    <a:pt x="655130" y="469297"/>
                  </a:lnTo>
                  <a:lnTo>
                    <a:pt x="651034" y="468916"/>
                  </a:lnTo>
                  <a:lnTo>
                    <a:pt x="647129" y="466820"/>
                  </a:lnTo>
                  <a:lnTo>
                    <a:pt x="644271" y="465106"/>
                  </a:lnTo>
                  <a:lnTo>
                    <a:pt x="643795" y="464630"/>
                  </a:lnTo>
                  <a:lnTo>
                    <a:pt x="643509" y="464153"/>
                  </a:lnTo>
                  <a:lnTo>
                    <a:pt x="643414" y="463010"/>
                  </a:lnTo>
                  <a:lnTo>
                    <a:pt x="643509" y="458724"/>
                  </a:lnTo>
                  <a:lnTo>
                    <a:pt x="643319" y="457295"/>
                  </a:lnTo>
                  <a:lnTo>
                    <a:pt x="642938" y="456247"/>
                  </a:lnTo>
                  <a:lnTo>
                    <a:pt x="642366" y="455771"/>
                  </a:lnTo>
                  <a:lnTo>
                    <a:pt x="640461" y="454438"/>
                  </a:lnTo>
                  <a:lnTo>
                    <a:pt x="639794" y="454152"/>
                  </a:lnTo>
                  <a:lnTo>
                    <a:pt x="639032" y="453866"/>
                  </a:lnTo>
                  <a:lnTo>
                    <a:pt x="638175" y="453580"/>
                  </a:lnTo>
                  <a:lnTo>
                    <a:pt x="636937" y="453485"/>
                  </a:lnTo>
                  <a:lnTo>
                    <a:pt x="636175" y="453199"/>
                  </a:lnTo>
                  <a:lnTo>
                    <a:pt x="635698" y="452628"/>
                  </a:lnTo>
                  <a:lnTo>
                    <a:pt x="635413" y="451771"/>
                  </a:lnTo>
                  <a:lnTo>
                    <a:pt x="635127" y="451104"/>
                  </a:lnTo>
                  <a:lnTo>
                    <a:pt x="634365" y="449866"/>
                  </a:lnTo>
                  <a:lnTo>
                    <a:pt x="633984" y="448913"/>
                  </a:lnTo>
                  <a:lnTo>
                    <a:pt x="633317" y="445103"/>
                  </a:lnTo>
                  <a:lnTo>
                    <a:pt x="633413" y="443484"/>
                  </a:lnTo>
                  <a:lnTo>
                    <a:pt x="633794" y="442151"/>
                  </a:lnTo>
                  <a:lnTo>
                    <a:pt x="634937" y="440055"/>
                  </a:lnTo>
                  <a:lnTo>
                    <a:pt x="635603" y="439103"/>
                  </a:lnTo>
                  <a:lnTo>
                    <a:pt x="636461" y="438150"/>
                  </a:lnTo>
                  <a:lnTo>
                    <a:pt x="638175" y="436816"/>
                  </a:lnTo>
                  <a:lnTo>
                    <a:pt x="639509" y="435578"/>
                  </a:lnTo>
                  <a:lnTo>
                    <a:pt x="641795" y="432340"/>
                  </a:lnTo>
                  <a:lnTo>
                    <a:pt x="642461" y="431768"/>
                  </a:lnTo>
                  <a:lnTo>
                    <a:pt x="643509" y="431292"/>
                  </a:lnTo>
                  <a:lnTo>
                    <a:pt x="644462" y="431292"/>
                  </a:lnTo>
                  <a:lnTo>
                    <a:pt x="646176" y="431959"/>
                  </a:lnTo>
                  <a:lnTo>
                    <a:pt x="647033" y="431768"/>
                  </a:lnTo>
                  <a:lnTo>
                    <a:pt x="647700" y="431197"/>
                  </a:lnTo>
                  <a:lnTo>
                    <a:pt x="648653" y="429673"/>
                  </a:lnTo>
                  <a:lnTo>
                    <a:pt x="649224" y="429101"/>
                  </a:lnTo>
                  <a:lnTo>
                    <a:pt x="650081" y="428720"/>
                  </a:lnTo>
                  <a:lnTo>
                    <a:pt x="653320" y="428815"/>
                  </a:lnTo>
                  <a:lnTo>
                    <a:pt x="653987" y="428815"/>
                  </a:lnTo>
                  <a:lnTo>
                    <a:pt x="654368" y="428244"/>
                  </a:lnTo>
                  <a:lnTo>
                    <a:pt x="654653" y="427196"/>
                  </a:lnTo>
                  <a:lnTo>
                    <a:pt x="654748" y="423481"/>
                  </a:lnTo>
                  <a:lnTo>
                    <a:pt x="655130" y="422053"/>
                  </a:lnTo>
                  <a:lnTo>
                    <a:pt x="655511" y="421481"/>
                  </a:lnTo>
                  <a:lnTo>
                    <a:pt x="655891" y="420910"/>
                  </a:lnTo>
                  <a:lnTo>
                    <a:pt x="656654" y="420338"/>
                  </a:lnTo>
                  <a:lnTo>
                    <a:pt x="662654" y="417195"/>
                  </a:lnTo>
                  <a:lnTo>
                    <a:pt x="663797" y="416909"/>
                  </a:lnTo>
                  <a:lnTo>
                    <a:pt x="664845" y="416623"/>
                  </a:lnTo>
                  <a:lnTo>
                    <a:pt x="666179" y="416623"/>
                  </a:lnTo>
                  <a:lnTo>
                    <a:pt x="667322" y="416243"/>
                  </a:lnTo>
                  <a:lnTo>
                    <a:pt x="667798" y="415766"/>
                  </a:lnTo>
                  <a:lnTo>
                    <a:pt x="667988" y="414433"/>
                  </a:lnTo>
                  <a:lnTo>
                    <a:pt x="667893" y="413099"/>
                  </a:lnTo>
                  <a:lnTo>
                    <a:pt x="667322" y="410623"/>
                  </a:lnTo>
                  <a:lnTo>
                    <a:pt x="667417" y="409099"/>
                  </a:lnTo>
                  <a:lnTo>
                    <a:pt x="667512" y="408051"/>
                  </a:lnTo>
                  <a:lnTo>
                    <a:pt x="669131" y="405384"/>
                  </a:lnTo>
                  <a:lnTo>
                    <a:pt x="670084" y="403955"/>
                  </a:lnTo>
                  <a:lnTo>
                    <a:pt x="670465" y="403098"/>
                  </a:lnTo>
                  <a:lnTo>
                    <a:pt x="670370" y="402146"/>
                  </a:lnTo>
                  <a:lnTo>
                    <a:pt x="669607" y="401098"/>
                  </a:lnTo>
                  <a:lnTo>
                    <a:pt x="664845" y="397764"/>
                  </a:lnTo>
                  <a:lnTo>
                    <a:pt x="660368" y="394049"/>
                  </a:lnTo>
                  <a:lnTo>
                    <a:pt x="656749" y="392239"/>
                  </a:lnTo>
                  <a:lnTo>
                    <a:pt x="655987" y="391573"/>
                  </a:lnTo>
                  <a:lnTo>
                    <a:pt x="655130" y="390525"/>
                  </a:lnTo>
                  <a:lnTo>
                    <a:pt x="654748" y="389572"/>
                  </a:lnTo>
                  <a:lnTo>
                    <a:pt x="654748" y="388715"/>
                  </a:lnTo>
                  <a:lnTo>
                    <a:pt x="654939" y="387953"/>
                  </a:lnTo>
                  <a:lnTo>
                    <a:pt x="656177" y="386715"/>
                  </a:lnTo>
                  <a:lnTo>
                    <a:pt x="660368" y="385477"/>
                  </a:lnTo>
                  <a:lnTo>
                    <a:pt x="661321" y="385001"/>
                  </a:lnTo>
                  <a:lnTo>
                    <a:pt x="662369" y="384429"/>
                  </a:lnTo>
                  <a:lnTo>
                    <a:pt x="662749" y="383762"/>
                  </a:lnTo>
                  <a:lnTo>
                    <a:pt x="662654" y="383000"/>
                  </a:lnTo>
                  <a:lnTo>
                    <a:pt x="662083" y="382143"/>
                  </a:lnTo>
                  <a:lnTo>
                    <a:pt x="661130" y="381286"/>
                  </a:lnTo>
                  <a:lnTo>
                    <a:pt x="660749" y="380524"/>
                  </a:lnTo>
                  <a:lnTo>
                    <a:pt x="660654" y="379571"/>
                  </a:lnTo>
                  <a:lnTo>
                    <a:pt x="660845" y="379000"/>
                  </a:lnTo>
                  <a:lnTo>
                    <a:pt x="661606" y="378428"/>
                  </a:lnTo>
                  <a:lnTo>
                    <a:pt x="662845" y="378238"/>
                  </a:lnTo>
                  <a:lnTo>
                    <a:pt x="667226" y="378905"/>
                  </a:lnTo>
                  <a:lnTo>
                    <a:pt x="667607" y="379000"/>
                  </a:lnTo>
                  <a:lnTo>
                    <a:pt x="667798" y="379095"/>
                  </a:lnTo>
                  <a:lnTo>
                    <a:pt x="668274" y="379000"/>
                  </a:lnTo>
                  <a:lnTo>
                    <a:pt x="668750" y="378619"/>
                  </a:lnTo>
                  <a:lnTo>
                    <a:pt x="669227" y="377666"/>
                  </a:lnTo>
                  <a:lnTo>
                    <a:pt x="669227" y="376904"/>
                  </a:lnTo>
                  <a:lnTo>
                    <a:pt x="668560" y="374904"/>
                  </a:lnTo>
                  <a:lnTo>
                    <a:pt x="668750" y="373761"/>
                  </a:lnTo>
                  <a:lnTo>
                    <a:pt x="673798" y="365093"/>
                  </a:lnTo>
                  <a:lnTo>
                    <a:pt x="674656" y="364236"/>
                  </a:lnTo>
                  <a:lnTo>
                    <a:pt x="675704" y="363855"/>
                  </a:lnTo>
                  <a:lnTo>
                    <a:pt x="677132" y="363950"/>
                  </a:lnTo>
                  <a:lnTo>
                    <a:pt x="678752" y="364522"/>
                  </a:lnTo>
                  <a:lnTo>
                    <a:pt x="680847" y="366427"/>
                  </a:lnTo>
                  <a:lnTo>
                    <a:pt x="682085" y="367189"/>
                  </a:lnTo>
                  <a:lnTo>
                    <a:pt x="682847" y="367570"/>
                  </a:lnTo>
                  <a:lnTo>
                    <a:pt x="688467" y="368332"/>
                  </a:lnTo>
                  <a:lnTo>
                    <a:pt x="690372" y="368618"/>
                  </a:lnTo>
                  <a:lnTo>
                    <a:pt x="700469" y="372618"/>
                  </a:lnTo>
                  <a:lnTo>
                    <a:pt x="702659" y="374142"/>
                  </a:lnTo>
                  <a:lnTo>
                    <a:pt x="703612" y="374999"/>
                  </a:lnTo>
                  <a:lnTo>
                    <a:pt x="704850" y="377380"/>
                  </a:lnTo>
                  <a:lnTo>
                    <a:pt x="705707" y="379857"/>
                  </a:lnTo>
                  <a:lnTo>
                    <a:pt x="706088" y="380238"/>
                  </a:lnTo>
                  <a:lnTo>
                    <a:pt x="706660" y="380619"/>
                  </a:lnTo>
                  <a:lnTo>
                    <a:pt x="707707" y="381286"/>
                  </a:lnTo>
                  <a:lnTo>
                    <a:pt x="708184" y="381667"/>
                  </a:lnTo>
                  <a:lnTo>
                    <a:pt x="708660" y="382238"/>
                  </a:lnTo>
                  <a:lnTo>
                    <a:pt x="709041" y="383096"/>
                  </a:lnTo>
                  <a:lnTo>
                    <a:pt x="709613" y="383857"/>
                  </a:lnTo>
                  <a:lnTo>
                    <a:pt x="710565" y="383953"/>
                  </a:lnTo>
                  <a:lnTo>
                    <a:pt x="711803" y="383191"/>
                  </a:lnTo>
                  <a:lnTo>
                    <a:pt x="713041" y="381381"/>
                  </a:lnTo>
                  <a:lnTo>
                    <a:pt x="713899" y="380429"/>
                  </a:lnTo>
                  <a:lnTo>
                    <a:pt x="714851" y="379952"/>
                  </a:lnTo>
                  <a:lnTo>
                    <a:pt x="721233" y="379857"/>
                  </a:lnTo>
                  <a:lnTo>
                    <a:pt x="722281" y="379571"/>
                  </a:lnTo>
                  <a:lnTo>
                    <a:pt x="723138" y="379095"/>
                  </a:lnTo>
                  <a:lnTo>
                    <a:pt x="723614" y="378428"/>
                  </a:lnTo>
                  <a:lnTo>
                    <a:pt x="723805" y="377762"/>
                  </a:lnTo>
                  <a:lnTo>
                    <a:pt x="723900" y="376809"/>
                  </a:lnTo>
                  <a:lnTo>
                    <a:pt x="724186" y="375856"/>
                  </a:lnTo>
                  <a:lnTo>
                    <a:pt x="724662" y="375095"/>
                  </a:lnTo>
                  <a:lnTo>
                    <a:pt x="725329" y="374523"/>
                  </a:lnTo>
                  <a:lnTo>
                    <a:pt x="726377" y="374332"/>
                  </a:lnTo>
                  <a:lnTo>
                    <a:pt x="727520" y="374523"/>
                  </a:lnTo>
                  <a:lnTo>
                    <a:pt x="728948" y="374999"/>
                  </a:lnTo>
                  <a:lnTo>
                    <a:pt x="729996" y="375285"/>
                  </a:lnTo>
                  <a:lnTo>
                    <a:pt x="730568" y="375380"/>
                  </a:lnTo>
                  <a:lnTo>
                    <a:pt x="731139" y="375095"/>
                  </a:lnTo>
                  <a:lnTo>
                    <a:pt x="733044" y="372999"/>
                  </a:lnTo>
                  <a:lnTo>
                    <a:pt x="733520" y="372713"/>
                  </a:lnTo>
                  <a:lnTo>
                    <a:pt x="733997" y="372809"/>
                  </a:lnTo>
                  <a:lnTo>
                    <a:pt x="734378" y="373285"/>
                  </a:lnTo>
                  <a:lnTo>
                    <a:pt x="734663" y="374332"/>
                  </a:lnTo>
                  <a:lnTo>
                    <a:pt x="735139" y="374999"/>
                  </a:lnTo>
                  <a:lnTo>
                    <a:pt x="735902" y="375666"/>
                  </a:lnTo>
                  <a:lnTo>
                    <a:pt x="737711" y="376714"/>
                  </a:lnTo>
                  <a:lnTo>
                    <a:pt x="738854" y="377857"/>
                  </a:lnTo>
                  <a:lnTo>
                    <a:pt x="739902" y="379381"/>
                  </a:lnTo>
                  <a:lnTo>
                    <a:pt x="740473" y="382048"/>
                  </a:lnTo>
                  <a:lnTo>
                    <a:pt x="741616" y="385953"/>
                  </a:lnTo>
                  <a:lnTo>
                    <a:pt x="742760" y="388620"/>
                  </a:lnTo>
                  <a:lnTo>
                    <a:pt x="743998" y="390906"/>
                  </a:lnTo>
                  <a:lnTo>
                    <a:pt x="745236" y="391763"/>
                  </a:lnTo>
                  <a:lnTo>
                    <a:pt x="746093" y="395573"/>
                  </a:lnTo>
                  <a:lnTo>
                    <a:pt x="746855" y="397193"/>
                  </a:lnTo>
                  <a:lnTo>
                    <a:pt x="747808" y="398621"/>
                  </a:lnTo>
                  <a:lnTo>
                    <a:pt x="748760" y="399479"/>
                  </a:lnTo>
                  <a:lnTo>
                    <a:pt x="749713" y="400050"/>
                  </a:lnTo>
                  <a:lnTo>
                    <a:pt x="750761" y="400431"/>
                  </a:lnTo>
                  <a:lnTo>
                    <a:pt x="752094" y="400717"/>
                  </a:lnTo>
                  <a:lnTo>
                    <a:pt x="753809" y="400717"/>
                  </a:lnTo>
                  <a:lnTo>
                    <a:pt x="755047" y="400431"/>
                  </a:lnTo>
                  <a:lnTo>
                    <a:pt x="757333" y="399383"/>
                  </a:lnTo>
                  <a:lnTo>
                    <a:pt x="758380" y="399097"/>
                  </a:lnTo>
                  <a:lnTo>
                    <a:pt x="761238" y="399383"/>
                  </a:lnTo>
                  <a:lnTo>
                    <a:pt x="767144" y="398240"/>
                  </a:lnTo>
                  <a:lnTo>
                    <a:pt x="768858" y="398431"/>
                  </a:lnTo>
                  <a:lnTo>
                    <a:pt x="770572" y="399002"/>
                  </a:lnTo>
                  <a:lnTo>
                    <a:pt x="771906" y="399097"/>
                  </a:lnTo>
                  <a:lnTo>
                    <a:pt x="773049" y="398812"/>
                  </a:lnTo>
                  <a:lnTo>
                    <a:pt x="774192" y="397859"/>
                  </a:lnTo>
                  <a:lnTo>
                    <a:pt x="774954" y="396907"/>
                  </a:lnTo>
                  <a:lnTo>
                    <a:pt x="775621" y="395764"/>
                  </a:lnTo>
                  <a:lnTo>
                    <a:pt x="776288" y="394811"/>
                  </a:lnTo>
                  <a:lnTo>
                    <a:pt x="777145" y="393954"/>
                  </a:lnTo>
                  <a:lnTo>
                    <a:pt x="778383" y="393287"/>
                  </a:lnTo>
                  <a:lnTo>
                    <a:pt x="779431" y="392430"/>
                  </a:lnTo>
                  <a:lnTo>
                    <a:pt x="780764" y="391096"/>
                  </a:lnTo>
                  <a:lnTo>
                    <a:pt x="782479" y="388811"/>
                  </a:lnTo>
                  <a:lnTo>
                    <a:pt x="783431" y="387191"/>
                  </a:lnTo>
                  <a:lnTo>
                    <a:pt x="785241" y="384810"/>
                  </a:lnTo>
                  <a:lnTo>
                    <a:pt x="786003" y="384048"/>
                  </a:lnTo>
                  <a:lnTo>
                    <a:pt x="788670" y="382238"/>
                  </a:lnTo>
                  <a:lnTo>
                    <a:pt x="791718" y="374142"/>
                  </a:lnTo>
                  <a:lnTo>
                    <a:pt x="800195" y="358045"/>
                  </a:lnTo>
                  <a:lnTo>
                    <a:pt x="801148" y="356616"/>
                  </a:lnTo>
                  <a:lnTo>
                    <a:pt x="801910" y="356045"/>
                  </a:lnTo>
                  <a:lnTo>
                    <a:pt x="802577" y="355759"/>
                  </a:lnTo>
                  <a:lnTo>
                    <a:pt x="803720" y="355568"/>
                  </a:lnTo>
                  <a:lnTo>
                    <a:pt x="808577" y="347948"/>
                  </a:lnTo>
                  <a:lnTo>
                    <a:pt x="809149" y="345662"/>
                  </a:lnTo>
                  <a:lnTo>
                    <a:pt x="809435" y="343471"/>
                  </a:lnTo>
                  <a:lnTo>
                    <a:pt x="808672" y="341757"/>
                  </a:lnTo>
                  <a:lnTo>
                    <a:pt x="806863" y="338709"/>
                  </a:lnTo>
                  <a:lnTo>
                    <a:pt x="806577" y="337756"/>
                  </a:lnTo>
                  <a:lnTo>
                    <a:pt x="806482" y="336518"/>
                  </a:lnTo>
                  <a:lnTo>
                    <a:pt x="806577" y="335185"/>
                  </a:lnTo>
                  <a:lnTo>
                    <a:pt x="806958" y="333946"/>
                  </a:lnTo>
                  <a:lnTo>
                    <a:pt x="807530" y="332804"/>
                  </a:lnTo>
                  <a:lnTo>
                    <a:pt x="808577" y="331184"/>
                  </a:lnTo>
                  <a:lnTo>
                    <a:pt x="810959" y="328327"/>
                  </a:lnTo>
                  <a:lnTo>
                    <a:pt x="812863" y="326993"/>
                  </a:lnTo>
                  <a:lnTo>
                    <a:pt x="815054" y="326327"/>
                  </a:lnTo>
                  <a:lnTo>
                    <a:pt x="820007" y="326898"/>
                  </a:lnTo>
                  <a:lnTo>
                    <a:pt x="821531" y="326803"/>
                  </a:lnTo>
                  <a:lnTo>
                    <a:pt x="822484" y="326517"/>
                  </a:lnTo>
                  <a:lnTo>
                    <a:pt x="823531" y="326136"/>
                  </a:lnTo>
                  <a:lnTo>
                    <a:pt x="824770" y="325374"/>
                  </a:lnTo>
                  <a:lnTo>
                    <a:pt x="825627" y="324517"/>
                  </a:lnTo>
                  <a:lnTo>
                    <a:pt x="826961" y="322897"/>
                  </a:lnTo>
                  <a:lnTo>
                    <a:pt x="827437" y="322326"/>
                  </a:lnTo>
                  <a:lnTo>
                    <a:pt x="828104" y="322040"/>
                  </a:lnTo>
                  <a:lnTo>
                    <a:pt x="828580" y="322136"/>
                  </a:lnTo>
                  <a:lnTo>
                    <a:pt x="829247" y="322612"/>
                  </a:lnTo>
                  <a:lnTo>
                    <a:pt x="829818" y="323564"/>
                  </a:lnTo>
                  <a:lnTo>
                    <a:pt x="831913" y="327755"/>
                  </a:lnTo>
                  <a:lnTo>
                    <a:pt x="832771" y="328994"/>
                  </a:lnTo>
                  <a:lnTo>
                    <a:pt x="833628" y="329851"/>
                  </a:lnTo>
                  <a:lnTo>
                    <a:pt x="834390" y="330327"/>
                  </a:lnTo>
                  <a:lnTo>
                    <a:pt x="835247" y="330518"/>
                  </a:lnTo>
                  <a:lnTo>
                    <a:pt x="836390" y="330422"/>
                  </a:lnTo>
                  <a:lnTo>
                    <a:pt x="837343" y="330137"/>
                  </a:lnTo>
                  <a:lnTo>
                    <a:pt x="838390" y="329470"/>
                  </a:lnTo>
                  <a:lnTo>
                    <a:pt x="844677" y="323564"/>
                  </a:lnTo>
                  <a:lnTo>
                    <a:pt x="845534" y="322421"/>
                  </a:lnTo>
                  <a:lnTo>
                    <a:pt x="846296" y="321088"/>
                  </a:lnTo>
                  <a:lnTo>
                    <a:pt x="846582" y="319469"/>
                  </a:lnTo>
                  <a:lnTo>
                    <a:pt x="846487" y="318706"/>
                  </a:lnTo>
                  <a:lnTo>
                    <a:pt x="845439" y="317468"/>
                  </a:lnTo>
                  <a:lnTo>
                    <a:pt x="845058" y="316992"/>
                  </a:lnTo>
                  <a:lnTo>
                    <a:pt x="844868" y="316516"/>
                  </a:lnTo>
                  <a:lnTo>
                    <a:pt x="844963" y="315849"/>
                  </a:lnTo>
                  <a:lnTo>
                    <a:pt x="845534" y="314801"/>
                  </a:lnTo>
                  <a:lnTo>
                    <a:pt x="846677" y="313372"/>
                  </a:lnTo>
                  <a:lnTo>
                    <a:pt x="850106" y="309753"/>
                  </a:lnTo>
                  <a:lnTo>
                    <a:pt x="850392" y="309277"/>
                  </a:lnTo>
                  <a:lnTo>
                    <a:pt x="850868" y="308229"/>
                  </a:lnTo>
                  <a:lnTo>
                    <a:pt x="853345" y="297847"/>
                  </a:lnTo>
                  <a:lnTo>
                    <a:pt x="853821" y="294513"/>
                  </a:lnTo>
                  <a:lnTo>
                    <a:pt x="853630" y="292894"/>
                  </a:lnTo>
                  <a:lnTo>
                    <a:pt x="853059" y="291751"/>
                  </a:lnTo>
                  <a:lnTo>
                    <a:pt x="852964" y="291179"/>
                  </a:lnTo>
                  <a:lnTo>
                    <a:pt x="853345" y="290417"/>
                  </a:lnTo>
                  <a:lnTo>
                    <a:pt x="855059" y="289179"/>
                  </a:lnTo>
                  <a:lnTo>
                    <a:pt x="861727" y="285369"/>
                  </a:lnTo>
                  <a:lnTo>
                    <a:pt x="864394" y="283369"/>
                  </a:lnTo>
                  <a:lnTo>
                    <a:pt x="865251" y="282226"/>
                  </a:lnTo>
                  <a:lnTo>
                    <a:pt x="865822" y="280988"/>
                  </a:lnTo>
                  <a:lnTo>
                    <a:pt x="865918" y="279654"/>
                  </a:lnTo>
                  <a:lnTo>
                    <a:pt x="865822" y="278702"/>
                  </a:lnTo>
                  <a:lnTo>
                    <a:pt x="865632" y="277749"/>
                  </a:lnTo>
                  <a:lnTo>
                    <a:pt x="865727" y="276606"/>
                  </a:lnTo>
                  <a:lnTo>
                    <a:pt x="866108" y="275368"/>
                  </a:lnTo>
                  <a:lnTo>
                    <a:pt x="867156" y="273272"/>
                  </a:lnTo>
                  <a:lnTo>
                    <a:pt x="867632" y="271843"/>
                  </a:lnTo>
                  <a:lnTo>
                    <a:pt x="868013" y="269938"/>
                  </a:lnTo>
                  <a:lnTo>
                    <a:pt x="868204" y="268224"/>
                  </a:lnTo>
                  <a:lnTo>
                    <a:pt x="868871" y="266986"/>
                  </a:lnTo>
                  <a:lnTo>
                    <a:pt x="869632" y="266605"/>
                  </a:lnTo>
                  <a:lnTo>
                    <a:pt x="874490" y="265938"/>
                  </a:lnTo>
                  <a:lnTo>
                    <a:pt x="876205" y="265367"/>
                  </a:lnTo>
                  <a:lnTo>
                    <a:pt x="876490" y="265176"/>
                  </a:lnTo>
                  <a:lnTo>
                    <a:pt x="878491" y="263652"/>
                  </a:lnTo>
                  <a:lnTo>
                    <a:pt x="881824" y="260413"/>
                  </a:lnTo>
                  <a:lnTo>
                    <a:pt x="882872" y="259080"/>
                  </a:lnTo>
                  <a:lnTo>
                    <a:pt x="883825" y="257270"/>
                  </a:lnTo>
                  <a:lnTo>
                    <a:pt x="884777" y="254984"/>
                  </a:lnTo>
                  <a:lnTo>
                    <a:pt x="885444" y="252889"/>
                  </a:lnTo>
                  <a:lnTo>
                    <a:pt x="885825" y="251746"/>
                  </a:lnTo>
                  <a:lnTo>
                    <a:pt x="886301" y="250984"/>
                  </a:lnTo>
                  <a:lnTo>
                    <a:pt x="886778" y="250508"/>
                  </a:lnTo>
                  <a:lnTo>
                    <a:pt x="887254" y="250222"/>
                  </a:lnTo>
                  <a:lnTo>
                    <a:pt x="887825" y="249555"/>
                  </a:lnTo>
                  <a:lnTo>
                    <a:pt x="888587" y="248984"/>
                  </a:lnTo>
                  <a:lnTo>
                    <a:pt x="890683" y="246983"/>
                  </a:lnTo>
                  <a:lnTo>
                    <a:pt x="891635" y="245840"/>
                  </a:lnTo>
                  <a:lnTo>
                    <a:pt x="892016" y="244697"/>
                  </a:lnTo>
                  <a:lnTo>
                    <a:pt x="892207" y="243078"/>
                  </a:lnTo>
                  <a:close/>
                </a:path>
              </a:pathLst>
            </a:custGeom>
            <a:solidFill>
              <a:srgbClr val="CCCCCC"/>
            </a:soli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" name="Freeform: Shape 12">
              <a:extLst>
                <a:ext uri="{FF2B5EF4-FFF2-40B4-BE49-F238E27FC236}">
                  <a16:creationId xmlns:a16="http://schemas.microsoft.com/office/drawing/2014/main" id="{DAEDA513-AE87-CB18-BD82-F5844870598D}"/>
                </a:ext>
              </a:extLst>
            </p:cNvPr>
            <p:cNvSpPr/>
            <p:nvPr/>
          </p:nvSpPr>
          <p:spPr>
            <a:xfrm>
              <a:off x="3773329" y="4037711"/>
              <a:ext cx="342900" cy="619125"/>
            </a:xfrm>
            <a:custGeom>
              <a:avLst/>
              <a:gdLst>
                <a:gd name="connsiteX0" fmla="*/ 343853 w 342900"/>
                <a:gd name="connsiteY0" fmla="*/ 125349 h 619125"/>
                <a:gd name="connsiteX1" fmla="*/ 343662 w 342900"/>
                <a:gd name="connsiteY1" fmla="*/ 124778 h 619125"/>
                <a:gd name="connsiteX2" fmla="*/ 342043 w 342900"/>
                <a:gd name="connsiteY2" fmla="*/ 122682 h 619125"/>
                <a:gd name="connsiteX3" fmla="*/ 340709 w 342900"/>
                <a:gd name="connsiteY3" fmla="*/ 121920 h 619125"/>
                <a:gd name="connsiteX4" fmla="*/ 340519 w 342900"/>
                <a:gd name="connsiteY4" fmla="*/ 121634 h 619125"/>
                <a:gd name="connsiteX5" fmla="*/ 339090 w 342900"/>
                <a:gd name="connsiteY5" fmla="*/ 119634 h 619125"/>
                <a:gd name="connsiteX6" fmla="*/ 338804 w 342900"/>
                <a:gd name="connsiteY6" fmla="*/ 119253 h 619125"/>
                <a:gd name="connsiteX7" fmla="*/ 338423 w 342900"/>
                <a:gd name="connsiteY7" fmla="*/ 118872 h 619125"/>
                <a:gd name="connsiteX8" fmla="*/ 337947 w 342900"/>
                <a:gd name="connsiteY8" fmla="*/ 118586 h 619125"/>
                <a:gd name="connsiteX9" fmla="*/ 337471 w 342900"/>
                <a:gd name="connsiteY9" fmla="*/ 118301 h 619125"/>
                <a:gd name="connsiteX10" fmla="*/ 336900 w 342900"/>
                <a:gd name="connsiteY10" fmla="*/ 118110 h 619125"/>
                <a:gd name="connsiteX11" fmla="*/ 335661 w 342900"/>
                <a:gd name="connsiteY11" fmla="*/ 117920 h 619125"/>
                <a:gd name="connsiteX12" fmla="*/ 335185 w 342900"/>
                <a:gd name="connsiteY12" fmla="*/ 117729 h 619125"/>
                <a:gd name="connsiteX13" fmla="*/ 334709 w 342900"/>
                <a:gd name="connsiteY13" fmla="*/ 117158 h 619125"/>
                <a:gd name="connsiteX14" fmla="*/ 334423 w 342900"/>
                <a:gd name="connsiteY14" fmla="*/ 116300 h 619125"/>
                <a:gd name="connsiteX15" fmla="*/ 333946 w 342900"/>
                <a:gd name="connsiteY15" fmla="*/ 114776 h 619125"/>
                <a:gd name="connsiteX16" fmla="*/ 333566 w 342900"/>
                <a:gd name="connsiteY16" fmla="*/ 114014 h 619125"/>
                <a:gd name="connsiteX17" fmla="*/ 333185 w 342900"/>
                <a:gd name="connsiteY17" fmla="*/ 113443 h 619125"/>
                <a:gd name="connsiteX18" fmla="*/ 332899 w 342900"/>
                <a:gd name="connsiteY18" fmla="*/ 112967 h 619125"/>
                <a:gd name="connsiteX19" fmla="*/ 332613 w 342900"/>
                <a:gd name="connsiteY19" fmla="*/ 112205 h 619125"/>
                <a:gd name="connsiteX20" fmla="*/ 332518 w 342900"/>
                <a:gd name="connsiteY20" fmla="*/ 111157 h 619125"/>
                <a:gd name="connsiteX21" fmla="*/ 332423 w 342900"/>
                <a:gd name="connsiteY21" fmla="*/ 108966 h 619125"/>
                <a:gd name="connsiteX22" fmla="*/ 332613 w 342900"/>
                <a:gd name="connsiteY22" fmla="*/ 106871 h 619125"/>
                <a:gd name="connsiteX23" fmla="*/ 333185 w 342900"/>
                <a:gd name="connsiteY23" fmla="*/ 103537 h 619125"/>
                <a:gd name="connsiteX24" fmla="*/ 332994 w 342900"/>
                <a:gd name="connsiteY24" fmla="*/ 100298 h 619125"/>
                <a:gd name="connsiteX25" fmla="*/ 333185 w 342900"/>
                <a:gd name="connsiteY25" fmla="*/ 95631 h 619125"/>
                <a:gd name="connsiteX26" fmla="*/ 333089 w 342900"/>
                <a:gd name="connsiteY26" fmla="*/ 94869 h 619125"/>
                <a:gd name="connsiteX27" fmla="*/ 332804 w 342900"/>
                <a:gd name="connsiteY27" fmla="*/ 94012 h 619125"/>
                <a:gd name="connsiteX28" fmla="*/ 332232 w 342900"/>
                <a:gd name="connsiteY28" fmla="*/ 92964 h 619125"/>
                <a:gd name="connsiteX29" fmla="*/ 331756 w 342900"/>
                <a:gd name="connsiteY29" fmla="*/ 92393 h 619125"/>
                <a:gd name="connsiteX30" fmla="*/ 331375 w 342900"/>
                <a:gd name="connsiteY30" fmla="*/ 92012 h 619125"/>
                <a:gd name="connsiteX31" fmla="*/ 331089 w 342900"/>
                <a:gd name="connsiteY31" fmla="*/ 91916 h 619125"/>
                <a:gd name="connsiteX32" fmla="*/ 330518 w 342900"/>
                <a:gd name="connsiteY32" fmla="*/ 91821 h 619125"/>
                <a:gd name="connsiteX33" fmla="*/ 330041 w 342900"/>
                <a:gd name="connsiteY33" fmla="*/ 91821 h 619125"/>
                <a:gd name="connsiteX34" fmla="*/ 327660 w 342900"/>
                <a:gd name="connsiteY34" fmla="*/ 92107 h 619125"/>
                <a:gd name="connsiteX35" fmla="*/ 326993 w 342900"/>
                <a:gd name="connsiteY35" fmla="*/ 92107 h 619125"/>
                <a:gd name="connsiteX36" fmla="*/ 319373 w 342900"/>
                <a:gd name="connsiteY36" fmla="*/ 90392 h 619125"/>
                <a:gd name="connsiteX37" fmla="*/ 318421 w 342900"/>
                <a:gd name="connsiteY37" fmla="*/ 89821 h 619125"/>
                <a:gd name="connsiteX38" fmla="*/ 317564 w 342900"/>
                <a:gd name="connsiteY38" fmla="*/ 89154 h 619125"/>
                <a:gd name="connsiteX39" fmla="*/ 316516 w 342900"/>
                <a:gd name="connsiteY39" fmla="*/ 88106 h 619125"/>
                <a:gd name="connsiteX40" fmla="*/ 316135 w 342900"/>
                <a:gd name="connsiteY40" fmla="*/ 87725 h 619125"/>
                <a:gd name="connsiteX41" fmla="*/ 315563 w 342900"/>
                <a:gd name="connsiteY41" fmla="*/ 87535 h 619125"/>
                <a:gd name="connsiteX42" fmla="*/ 314992 w 342900"/>
                <a:gd name="connsiteY42" fmla="*/ 87344 h 619125"/>
                <a:gd name="connsiteX43" fmla="*/ 307658 w 342900"/>
                <a:gd name="connsiteY43" fmla="*/ 86201 h 619125"/>
                <a:gd name="connsiteX44" fmla="*/ 305371 w 342900"/>
                <a:gd name="connsiteY44" fmla="*/ 85439 h 619125"/>
                <a:gd name="connsiteX45" fmla="*/ 304895 w 342900"/>
                <a:gd name="connsiteY45" fmla="*/ 85154 h 619125"/>
                <a:gd name="connsiteX46" fmla="*/ 304514 w 342900"/>
                <a:gd name="connsiteY46" fmla="*/ 84868 h 619125"/>
                <a:gd name="connsiteX47" fmla="*/ 303848 w 342900"/>
                <a:gd name="connsiteY47" fmla="*/ 84011 h 619125"/>
                <a:gd name="connsiteX48" fmla="*/ 303562 w 342900"/>
                <a:gd name="connsiteY48" fmla="*/ 83630 h 619125"/>
                <a:gd name="connsiteX49" fmla="*/ 302514 w 342900"/>
                <a:gd name="connsiteY49" fmla="*/ 81058 h 619125"/>
                <a:gd name="connsiteX50" fmla="*/ 302133 w 342900"/>
                <a:gd name="connsiteY50" fmla="*/ 80296 h 619125"/>
                <a:gd name="connsiteX51" fmla="*/ 301466 w 342900"/>
                <a:gd name="connsiteY51" fmla="*/ 79534 h 619125"/>
                <a:gd name="connsiteX52" fmla="*/ 295656 w 342900"/>
                <a:gd name="connsiteY52" fmla="*/ 75914 h 619125"/>
                <a:gd name="connsiteX53" fmla="*/ 295370 w 342900"/>
                <a:gd name="connsiteY53" fmla="*/ 75724 h 619125"/>
                <a:gd name="connsiteX54" fmla="*/ 294894 w 342900"/>
                <a:gd name="connsiteY54" fmla="*/ 74962 h 619125"/>
                <a:gd name="connsiteX55" fmla="*/ 294704 w 342900"/>
                <a:gd name="connsiteY55" fmla="*/ 74581 h 619125"/>
                <a:gd name="connsiteX56" fmla="*/ 294608 w 342900"/>
                <a:gd name="connsiteY56" fmla="*/ 73819 h 619125"/>
                <a:gd name="connsiteX57" fmla="*/ 294799 w 342900"/>
                <a:gd name="connsiteY57" fmla="*/ 72866 h 619125"/>
                <a:gd name="connsiteX58" fmla="*/ 295466 w 342900"/>
                <a:gd name="connsiteY58" fmla="*/ 71247 h 619125"/>
                <a:gd name="connsiteX59" fmla="*/ 296037 w 342900"/>
                <a:gd name="connsiteY59" fmla="*/ 70485 h 619125"/>
                <a:gd name="connsiteX60" fmla="*/ 296513 w 342900"/>
                <a:gd name="connsiteY60" fmla="*/ 69914 h 619125"/>
                <a:gd name="connsiteX61" fmla="*/ 297466 w 342900"/>
                <a:gd name="connsiteY61" fmla="*/ 69342 h 619125"/>
                <a:gd name="connsiteX62" fmla="*/ 297942 w 342900"/>
                <a:gd name="connsiteY62" fmla="*/ 68675 h 619125"/>
                <a:gd name="connsiteX63" fmla="*/ 298514 w 342900"/>
                <a:gd name="connsiteY63" fmla="*/ 67628 h 619125"/>
                <a:gd name="connsiteX64" fmla="*/ 299371 w 342900"/>
                <a:gd name="connsiteY64" fmla="*/ 65437 h 619125"/>
                <a:gd name="connsiteX65" fmla="*/ 299942 w 342900"/>
                <a:gd name="connsiteY65" fmla="*/ 64389 h 619125"/>
                <a:gd name="connsiteX66" fmla="*/ 300419 w 342900"/>
                <a:gd name="connsiteY66" fmla="*/ 63818 h 619125"/>
                <a:gd name="connsiteX67" fmla="*/ 300800 w 342900"/>
                <a:gd name="connsiteY67" fmla="*/ 63818 h 619125"/>
                <a:gd name="connsiteX68" fmla="*/ 301181 w 342900"/>
                <a:gd name="connsiteY68" fmla="*/ 63818 h 619125"/>
                <a:gd name="connsiteX69" fmla="*/ 301562 w 342900"/>
                <a:gd name="connsiteY69" fmla="*/ 64008 h 619125"/>
                <a:gd name="connsiteX70" fmla="*/ 301943 w 342900"/>
                <a:gd name="connsiteY70" fmla="*/ 64389 h 619125"/>
                <a:gd name="connsiteX71" fmla="*/ 302228 w 342900"/>
                <a:gd name="connsiteY71" fmla="*/ 65056 h 619125"/>
                <a:gd name="connsiteX72" fmla="*/ 302895 w 342900"/>
                <a:gd name="connsiteY72" fmla="*/ 67056 h 619125"/>
                <a:gd name="connsiteX73" fmla="*/ 303276 w 342900"/>
                <a:gd name="connsiteY73" fmla="*/ 67628 h 619125"/>
                <a:gd name="connsiteX74" fmla="*/ 303943 w 342900"/>
                <a:gd name="connsiteY74" fmla="*/ 68294 h 619125"/>
                <a:gd name="connsiteX75" fmla="*/ 304800 w 342900"/>
                <a:gd name="connsiteY75" fmla="*/ 68675 h 619125"/>
                <a:gd name="connsiteX76" fmla="*/ 305562 w 342900"/>
                <a:gd name="connsiteY76" fmla="*/ 68580 h 619125"/>
                <a:gd name="connsiteX77" fmla="*/ 306038 w 342900"/>
                <a:gd name="connsiteY77" fmla="*/ 67913 h 619125"/>
                <a:gd name="connsiteX78" fmla="*/ 306324 w 342900"/>
                <a:gd name="connsiteY78" fmla="*/ 66580 h 619125"/>
                <a:gd name="connsiteX79" fmla="*/ 306705 w 342900"/>
                <a:gd name="connsiteY79" fmla="*/ 60960 h 619125"/>
                <a:gd name="connsiteX80" fmla="*/ 307562 w 342900"/>
                <a:gd name="connsiteY80" fmla="*/ 58293 h 619125"/>
                <a:gd name="connsiteX81" fmla="*/ 308705 w 342900"/>
                <a:gd name="connsiteY81" fmla="*/ 57055 h 619125"/>
                <a:gd name="connsiteX82" fmla="*/ 310134 w 342900"/>
                <a:gd name="connsiteY82" fmla="*/ 56388 h 619125"/>
                <a:gd name="connsiteX83" fmla="*/ 313563 w 342900"/>
                <a:gd name="connsiteY83" fmla="*/ 55721 h 619125"/>
                <a:gd name="connsiteX84" fmla="*/ 319373 w 342900"/>
                <a:gd name="connsiteY84" fmla="*/ 53531 h 619125"/>
                <a:gd name="connsiteX85" fmla="*/ 323850 w 342900"/>
                <a:gd name="connsiteY85" fmla="*/ 51054 h 619125"/>
                <a:gd name="connsiteX86" fmla="*/ 336709 w 342900"/>
                <a:gd name="connsiteY86" fmla="*/ 46958 h 619125"/>
                <a:gd name="connsiteX87" fmla="*/ 340138 w 342900"/>
                <a:gd name="connsiteY87" fmla="*/ 45244 h 619125"/>
                <a:gd name="connsiteX88" fmla="*/ 340900 w 342900"/>
                <a:gd name="connsiteY88" fmla="*/ 44672 h 619125"/>
                <a:gd name="connsiteX89" fmla="*/ 341567 w 342900"/>
                <a:gd name="connsiteY89" fmla="*/ 43720 h 619125"/>
                <a:gd name="connsiteX90" fmla="*/ 341567 w 342900"/>
                <a:gd name="connsiteY90" fmla="*/ 42863 h 619125"/>
                <a:gd name="connsiteX91" fmla="*/ 340995 w 342900"/>
                <a:gd name="connsiteY91" fmla="*/ 41910 h 619125"/>
                <a:gd name="connsiteX92" fmla="*/ 340043 w 342900"/>
                <a:gd name="connsiteY92" fmla="*/ 41243 h 619125"/>
                <a:gd name="connsiteX93" fmla="*/ 336614 w 342900"/>
                <a:gd name="connsiteY93" fmla="*/ 40196 h 619125"/>
                <a:gd name="connsiteX94" fmla="*/ 335375 w 342900"/>
                <a:gd name="connsiteY94" fmla="*/ 40005 h 619125"/>
                <a:gd name="connsiteX95" fmla="*/ 331565 w 342900"/>
                <a:gd name="connsiteY95" fmla="*/ 40577 h 619125"/>
                <a:gd name="connsiteX96" fmla="*/ 325184 w 342900"/>
                <a:gd name="connsiteY96" fmla="*/ 39815 h 619125"/>
                <a:gd name="connsiteX97" fmla="*/ 324326 w 342900"/>
                <a:gd name="connsiteY97" fmla="*/ 39338 h 619125"/>
                <a:gd name="connsiteX98" fmla="*/ 323564 w 342900"/>
                <a:gd name="connsiteY98" fmla="*/ 38100 h 619125"/>
                <a:gd name="connsiteX99" fmla="*/ 323088 w 342900"/>
                <a:gd name="connsiteY99" fmla="*/ 35147 h 619125"/>
                <a:gd name="connsiteX100" fmla="*/ 322898 w 342900"/>
                <a:gd name="connsiteY100" fmla="*/ 33052 h 619125"/>
                <a:gd name="connsiteX101" fmla="*/ 321469 w 342900"/>
                <a:gd name="connsiteY101" fmla="*/ 26194 h 619125"/>
                <a:gd name="connsiteX102" fmla="*/ 321374 w 342900"/>
                <a:gd name="connsiteY102" fmla="*/ 20193 h 619125"/>
                <a:gd name="connsiteX103" fmla="*/ 321183 w 342900"/>
                <a:gd name="connsiteY103" fmla="*/ 19431 h 619125"/>
                <a:gd name="connsiteX104" fmla="*/ 320897 w 342900"/>
                <a:gd name="connsiteY104" fmla="*/ 18288 h 619125"/>
                <a:gd name="connsiteX105" fmla="*/ 320421 w 342900"/>
                <a:gd name="connsiteY105" fmla="*/ 17145 h 619125"/>
                <a:gd name="connsiteX106" fmla="*/ 319088 w 342900"/>
                <a:gd name="connsiteY106" fmla="*/ 14954 h 619125"/>
                <a:gd name="connsiteX107" fmla="*/ 316611 w 342900"/>
                <a:gd name="connsiteY107" fmla="*/ 12573 h 619125"/>
                <a:gd name="connsiteX108" fmla="*/ 313849 w 342900"/>
                <a:gd name="connsiteY108" fmla="*/ 9430 h 619125"/>
                <a:gd name="connsiteX109" fmla="*/ 313563 w 342900"/>
                <a:gd name="connsiteY109" fmla="*/ 8858 h 619125"/>
                <a:gd name="connsiteX110" fmla="*/ 313277 w 342900"/>
                <a:gd name="connsiteY110" fmla="*/ 8192 h 619125"/>
                <a:gd name="connsiteX111" fmla="*/ 312896 w 342900"/>
                <a:gd name="connsiteY111" fmla="*/ 7239 h 619125"/>
                <a:gd name="connsiteX112" fmla="*/ 312706 w 342900"/>
                <a:gd name="connsiteY112" fmla="*/ 6287 h 619125"/>
                <a:gd name="connsiteX113" fmla="*/ 312706 w 342900"/>
                <a:gd name="connsiteY113" fmla="*/ 4953 h 619125"/>
                <a:gd name="connsiteX114" fmla="*/ 312992 w 342900"/>
                <a:gd name="connsiteY114" fmla="*/ 3143 h 619125"/>
                <a:gd name="connsiteX115" fmla="*/ 313087 w 342900"/>
                <a:gd name="connsiteY115" fmla="*/ 0 h 619125"/>
                <a:gd name="connsiteX116" fmla="*/ 307467 w 342900"/>
                <a:gd name="connsiteY116" fmla="*/ 3810 h 619125"/>
                <a:gd name="connsiteX117" fmla="*/ 305848 w 342900"/>
                <a:gd name="connsiteY117" fmla="*/ 5239 h 619125"/>
                <a:gd name="connsiteX118" fmla="*/ 303752 w 342900"/>
                <a:gd name="connsiteY118" fmla="*/ 8382 h 619125"/>
                <a:gd name="connsiteX119" fmla="*/ 303276 w 342900"/>
                <a:gd name="connsiteY119" fmla="*/ 9620 h 619125"/>
                <a:gd name="connsiteX120" fmla="*/ 302990 w 342900"/>
                <a:gd name="connsiteY120" fmla="*/ 10478 h 619125"/>
                <a:gd name="connsiteX121" fmla="*/ 302895 w 342900"/>
                <a:gd name="connsiteY121" fmla="*/ 11240 h 619125"/>
                <a:gd name="connsiteX122" fmla="*/ 302895 w 342900"/>
                <a:gd name="connsiteY122" fmla="*/ 11906 h 619125"/>
                <a:gd name="connsiteX123" fmla="*/ 302895 w 342900"/>
                <a:gd name="connsiteY123" fmla="*/ 12573 h 619125"/>
                <a:gd name="connsiteX124" fmla="*/ 303086 w 342900"/>
                <a:gd name="connsiteY124" fmla="*/ 13811 h 619125"/>
                <a:gd name="connsiteX125" fmla="*/ 303467 w 342900"/>
                <a:gd name="connsiteY125" fmla="*/ 14859 h 619125"/>
                <a:gd name="connsiteX126" fmla="*/ 304324 w 342900"/>
                <a:gd name="connsiteY126" fmla="*/ 16859 h 619125"/>
                <a:gd name="connsiteX127" fmla="*/ 305181 w 342900"/>
                <a:gd name="connsiteY127" fmla="*/ 18193 h 619125"/>
                <a:gd name="connsiteX128" fmla="*/ 306800 w 342900"/>
                <a:gd name="connsiteY128" fmla="*/ 20193 h 619125"/>
                <a:gd name="connsiteX129" fmla="*/ 307086 w 342900"/>
                <a:gd name="connsiteY129" fmla="*/ 20574 h 619125"/>
                <a:gd name="connsiteX130" fmla="*/ 307277 w 342900"/>
                <a:gd name="connsiteY130" fmla="*/ 21241 h 619125"/>
                <a:gd name="connsiteX131" fmla="*/ 307372 w 342900"/>
                <a:gd name="connsiteY131" fmla="*/ 22098 h 619125"/>
                <a:gd name="connsiteX132" fmla="*/ 307372 w 342900"/>
                <a:gd name="connsiteY132" fmla="*/ 23622 h 619125"/>
                <a:gd name="connsiteX133" fmla="*/ 307181 w 342900"/>
                <a:gd name="connsiteY133" fmla="*/ 24479 h 619125"/>
                <a:gd name="connsiteX134" fmla="*/ 306800 w 342900"/>
                <a:gd name="connsiteY134" fmla="*/ 25146 h 619125"/>
                <a:gd name="connsiteX135" fmla="*/ 306229 w 342900"/>
                <a:gd name="connsiteY135" fmla="*/ 25622 h 619125"/>
                <a:gd name="connsiteX136" fmla="*/ 305276 w 342900"/>
                <a:gd name="connsiteY136" fmla="*/ 26289 h 619125"/>
                <a:gd name="connsiteX137" fmla="*/ 304229 w 342900"/>
                <a:gd name="connsiteY137" fmla="*/ 26670 h 619125"/>
                <a:gd name="connsiteX138" fmla="*/ 294608 w 342900"/>
                <a:gd name="connsiteY138" fmla="*/ 28004 h 619125"/>
                <a:gd name="connsiteX139" fmla="*/ 292418 w 342900"/>
                <a:gd name="connsiteY139" fmla="*/ 28670 h 619125"/>
                <a:gd name="connsiteX140" fmla="*/ 285464 w 342900"/>
                <a:gd name="connsiteY140" fmla="*/ 32290 h 619125"/>
                <a:gd name="connsiteX141" fmla="*/ 284417 w 342900"/>
                <a:gd name="connsiteY141" fmla="*/ 32671 h 619125"/>
                <a:gd name="connsiteX142" fmla="*/ 282035 w 342900"/>
                <a:gd name="connsiteY142" fmla="*/ 33052 h 619125"/>
                <a:gd name="connsiteX143" fmla="*/ 280607 w 342900"/>
                <a:gd name="connsiteY143" fmla="*/ 33052 h 619125"/>
                <a:gd name="connsiteX144" fmla="*/ 277940 w 342900"/>
                <a:gd name="connsiteY144" fmla="*/ 32576 h 619125"/>
                <a:gd name="connsiteX145" fmla="*/ 276606 w 342900"/>
                <a:gd name="connsiteY145" fmla="*/ 32576 h 619125"/>
                <a:gd name="connsiteX146" fmla="*/ 275463 w 342900"/>
                <a:gd name="connsiteY146" fmla="*/ 32766 h 619125"/>
                <a:gd name="connsiteX147" fmla="*/ 274892 w 342900"/>
                <a:gd name="connsiteY147" fmla="*/ 32861 h 619125"/>
                <a:gd name="connsiteX148" fmla="*/ 262223 w 342900"/>
                <a:gd name="connsiteY148" fmla="*/ 41720 h 619125"/>
                <a:gd name="connsiteX149" fmla="*/ 261366 w 342900"/>
                <a:gd name="connsiteY149" fmla="*/ 42291 h 619125"/>
                <a:gd name="connsiteX150" fmla="*/ 259747 w 342900"/>
                <a:gd name="connsiteY150" fmla="*/ 42863 h 619125"/>
                <a:gd name="connsiteX151" fmla="*/ 255746 w 342900"/>
                <a:gd name="connsiteY151" fmla="*/ 43720 h 619125"/>
                <a:gd name="connsiteX152" fmla="*/ 248888 w 342900"/>
                <a:gd name="connsiteY152" fmla="*/ 44387 h 619125"/>
                <a:gd name="connsiteX153" fmla="*/ 247555 w 342900"/>
                <a:gd name="connsiteY153" fmla="*/ 44387 h 619125"/>
                <a:gd name="connsiteX154" fmla="*/ 246698 w 342900"/>
                <a:gd name="connsiteY154" fmla="*/ 44196 h 619125"/>
                <a:gd name="connsiteX155" fmla="*/ 245650 w 342900"/>
                <a:gd name="connsiteY155" fmla="*/ 43720 h 619125"/>
                <a:gd name="connsiteX156" fmla="*/ 245078 w 342900"/>
                <a:gd name="connsiteY156" fmla="*/ 43434 h 619125"/>
                <a:gd name="connsiteX157" fmla="*/ 244507 w 342900"/>
                <a:gd name="connsiteY157" fmla="*/ 42958 h 619125"/>
                <a:gd name="connsiteX158" fmla="*/ 243840 w 342900"/>
                <a:gd name="connsiteY158" fmla="*/ 42291 h 619125"/>
                <a:gd name="connsiteX159" fmla="*/ 243554 w 342900"/>
                <a:gd name="connsiteY159" fmla="*/ 41815 h 619125"/>
                <a:gd name="connsiteX160" fmla="*/ 243269 w 342900"/>
                <a:gd name="connsiteY160" fmla="*/ 41339 h 619125"/>
                <a:gd name="connsiteX161" fmla="*/ 241173 w 342900"/>
                <a:gd name="connsiteY161" fmla="*/ 36386 h 619125"/>
                <a:gd name="connsiteX162" fmla="*/ 240792 w 342900"/>
                <a:gd name="connsiteY162" fmla="*/ 35814 h 619125"/>
                <a:gd name="connsiteX163" fmla="*/ 240316 w 342900"/>
                <a:gd name="connsiteY163" fmla="*/ 35147 h 619125"/>
                <a:gd name="connsiteX164" fmla="*/ 239173 w 342900"/>
                <a:gd name="connsiteY164" fmla="*/ 34100 h 619125"/>
                <a:gd name="connsiteX165" fmla="*/ 238316 w 342900"/>
                <a:gd name="connsiteY165" fmla="*/ 33623 h 619125"/>
                <a:gd name="connsiteX166" fmla="*/ 237458 w 342900"/>
                <a:gd name="connsiteY166" fmla="*/ 33338 h 619125"/>
                <a:gd name="connsiteX167" fmla="*/ 236220 w 342900"/>
                <a:gd name="connsiteY167" fmla="*/ 33242 h 619125"/>
                <a:gd name="connsiteX168" fmla="*/ 235458 w 342900"/>
                <a:gd name="connsiteY168" fmla="*/ 33242 h 619125"/>
                <a:gd name="connsiteX169" fmla="*/ 227743 w 342900"/>
                <a:gd name="connsiteY169" fmla="*/ 35433 h 619125"/>
                <a:gd name="connsiteX170" fmla="*/ 217742 w 342900"/>
                <a:gd name="connsiteY170" fmla="*/ 40481 h 619125"/>
                <a:gd name="connsiteX171" fmla="*/ 216884 w 342900"/>
                <a:gd name="connsiteY171" fmla="*/ 41053 h 619125"/>
                <a:gd name="connsiteX172" fmla="*/ 216122 w 342900"/>
                <a:gd name="connsiteY172" fmla="*/ 41720 h 619125"/>
                <a:gd name="connsiteX173" fmla="*/ 214789 w 342900"/>
                <a:gd name="connsiteY173" fmla="*/ 43434 h 619125"/>
                <a:gd name="connsiteX174" fmla="*/ 211169 w 342900"/>
                <a:gd name="connsiteY174" fmla="*/ 49721 h 619125"/>
                <a:gd name="connsiteX175" fmla="*/ 208312 w 342900"/>
                <a:gd name="connsiteY175" fmla="*/ 54102 h 619125"/>
                <a:gd name="connsiteX176" fmla="*/ 206121 w 342900"/>
                <a:gd name="connsiteY176" fmla="*/ 56483 h 619125"/>
                <a:gd name="connsiteX177" fmla="*/ 205454 w 342900"/>
                <a:gd name="connsiteY177" fmla="*/ 56960 h 619125"/>
                <a:gd name="connsiteX178" fmla="*/ 199549 w 342900"/>
                <a:gd name="connsiteY178" fmla="*/ 59627 h 619125"/>
                <a:gd name="connsiteX179" fmla="*/ 198977 w 342900"/>
                <a:gd name="connsiteY179" fmla="*/ 59722 h 619125"/>
                <a:gd name="connsiteX180" fmla="*/ 198120 w 342900"/>
                <a:gd name="connsiteY180" fmla="*/ 59817 h 619125"/>
                <a:gd name="connsiteX181" fmla="*/ 197453 w 342900"/>
                <a:gd name="connsiteY181" fmla="*/ 59627 h 619125"/>
                <a:gd name="connsiteX182" fmla="*/ 196977 w 342900"/>
                <a:gd name="connsiteY182" fmla="*/ 59436 h 619125"/>
                <a:gd name="connsiteX183" fmla="*/ 196501 w 342900"/>
                <a:gd name="connsiteY183" fmla="*/ 59055 h 619125"/>
                <a:gd name="connsiteX184" fmla="*/ 196215 w 342900"/>
                <a:gd name="connsiteY184" fmla="*/ 58674 h 619125"/>
                <a:gd name="connsiteX185" fmla="*/ 195548 w 342900"/>
                <a:gd name="connsiteY185" fmla="*/ 57912 h 619125"/>
                <a:gd name="connsiteX186" fmla="*/ 194882 w 342900"/>
                <a:gd name="connsiteY186" fmla="*/ 57150 h 619125"/>
                <a:gd name="connsiteX187" fmla="*/ 189548 w 342900"/>
                <a:gd name="connsiteY187" fmla="*/ 53531 h 619125"/>
                <a:gd name="connsiteX188" fmla="*/ 189262 w 342900"/>
                <a:gd name="connsiteY188" fmla="*/ 53150 h 619125"/>
                <a:gd name="connsiteX189" fmla="*/ 188500 w 342900"/>
                <a:gd name="connsiteY189" fmla="*/ 52864 h 619125"/>
                <a:gd name="connsiteX190" fmla="*/ 187547 w 342900"/>
                <a:gd name="connsiteY190" fmla="*/ 52483 h 619125"/>
                <a:gd name="connsiteX191" fmla="*/ 184309 w 342900"/>
                <a:gd name="connsiteY191" fmla="*/ 52007 h 619125"/>
                <a:gd name="connsiteX192" fmla="*/ 183547 w 342900"/>
                <a:gd name="connsiteY192" fmla="*/ 51721 h 619125"/>
                <a:gd name="connsiteX193" fmla="*/ 180213 w 342900"/>
                <a:gd name="connsiteY193" fmla="*/ 49721 h 619125"/>
                <a:gd name="connsiteX194" fmla="*/ 179070 w 342900"/>
                <a:gd name="connsiteY194" fmla="*/ 48768 h 619125"/>
                <a:gd name="connsiteX195" fmla="*/ 178213 w 342900"/>
                <a:gd name="connsiteY195" fmla="*/ 48387 h 619125"/>
                <a:gd name="connsiteX196" fmla="*/ 177165 w 342900"/>
                <a:gd name="connsiteY196" fmla="*/ 48006 h 619125"/>
                <a:gd name="connsiteX197" fmla="*/ 174784 w 342900"/>
                <a:gd name="connsiteY197" fmla="*/ 47435 h 619125"/>
                <a:gd name="connsiteX198" fmla="*/ 173641 w 342900"/>
                <a:gd name="connsiteY198" fmla="*/ 47435 h 619125"/>
                <a:gd name="connsiteX199" fmla="*/ 172784 w 342900"/>
                <a:gd name="connsiteY199" fmla="*/ 47530 h 619125"/>
                <a:gd name="connsiteX200" fmla="*/ 169069 w 342900"/>
                <a:gd name="connsiteY200" fmla="*/ 50292 h 619125"/>
                <a:gd name="connsiteX201" fmla="*/ 164021 w 342900"/>
                <a:gd name="connsiteY201" fmla="*/ 52959 h 619125"/>
                <a:gd name="connsiteX202" fmla="*/ 163449 w 342900"/>
                <a:gd name="connsiteY202" fmla="*/ 53340 h 619125"/>
                <a:gd name="connsiteX203" fmla="*/ 163163 w 342900"/>
                <a:gd name="connsiteY203" fmla="*/ 53721 h 619125"/>
                <a:gd name="connsiteX204" fmla="*/ 162496 w 342900"/>
                <a:gd name="connsiteY204" fmla="*/ 55245 h 619125"/>
                <a:gd name="connsiteX205" fmla="*/ 161258 w 342900"/>
                <a:gd name="connsiteY205" fmla="*/ 56960 h 619125"/>
                <a:gd name="connsiteX206" fmla="*/ 159449 w 342900"/>
                <a:gd name="connsiteY206" fmla="*/ 60293 h 619125"/>
                <a:gd name="connsiteX207" fmla="*/ 158496 w 342900"/>
                <a:gd name="connsiteY207" fmla="*/ 63056 h 619125"/>
                <a:gd name="connsiteX208" fmla="*/ 154115 w 342900"/>
                <a:gd name="connsiteY208" fmla="*/ 71438 h 619125"/>
                <a:gd name="connsiteX209" fmla="*/ 153638 w 342900"/>
                <a:gd name="connsiteY209" fmla="*/ 71914 h 619125"/>
                <a:gd name="connsiteX210" fmla="*/ 152210 w 342900"/>
                <a:gd name="connsiteY210" fmla="*/ 73247 h 619125"/>
                <a:gd name="connsiteX211" fmla="*/ 149638 w 342900"/>
                <a:gd name="connsiteY211" fmla="*/ 75724 h 619125"/>
                <a:gd name="connsiteX212" fmla="*/ 148781 w 342900"/>
                <a:gd name="connsiteY212" fmla="*/ 77057 h 619125"/>
                <a:gd name="connsiteX213" fmla="*/ 142875 w 342900"/>
                <a:gd name="connsiteY213" fmla="*/ 89059 h 619125"/>
                <a:gd name="connsiteX214" fmla="*/ 140779 w 342900"/>
                <a:gd name="connsiteY214" fmla="*/ 94869 h 619125"/>
                <a:gd name="connsiteX215" fmla="*/ 140303 w 342900"/>
                <a:gd name="connsiteY215" fmla="*/ 95917 h 619125"/>
                <a:gd name="connsiteX216" fmla="*/ 139827 w 342900"/>
                <a:gd name="connsiteY216" fmla="*/ 96583 h 619125"/>
                <a:gd name="connsiteX217" fmla="*/ 137636 w 342900"/>
                <a:gd name="connsiteY217" fmla="*/ 99346 h 619125"/>
                <a:gd name="connsiteX218" fmla="*/ 137160 w 342900"/>
                <a:gd name="connsiteY218" fmla="*/ 100203 h 619125"/>
                <a:gd name="connsiteX219" fmla="*/ 136779 w 342900"/>
                <a:gd name="connsiteY219" fmla="*/ 100965 h 619125"/>
                <a:gd name="connsiteX220" fmla="*/ 136303 w 342900"/>
                <a:gd name="connsiteY220" fmla="*/ 105156 h 619125"/>
                <a:gd name="connsiteX221" fmla="*/ 136112 w 342900"/>
                <a:gd name="connsiteY221" fmla="*/ 106299 h 619125"/>
                <a:gd name="connsiteX222" fmla="*/ 135541 w 342900"/>
                <a:gd name="connsiteY222" fmla="*/ 108014 h 619125"/>
                <a:gd name="connsiteX223" fmla="*/ 135065 w 342900"/>
                <a:gd name="connsiteY223" fmla="*/ 109157 h 619125"/>
                <a:gd name="connsiteX224" fmla="*/ 134588 w 342900"/>
                <a:gd name="connsiteY224" fmla="*/ 109823 h 619125"/>
                <a:gd name="connsiteX225" fmla="*/ 131540 w 342900"/>
                <a:gd name="connsiteY225" fmla="*/ 112871 h 619125"/>
                <a:gd name="connsiteX226" fmla="*/ 128683 w 342900"/>
                <a:gd name="connsiteY226" fmla="*/ 116015 h 619125"/>
                <a:gd name="connsiteX227" fmla="*/ 128111 w 342900"/>
                <a:gd name="connsiteY227" fmla="*/ 116396 h 619125"/>
                <a:gd name="connsiteX228" fmla="*/ 127540 w 342900"/>
                <a:gd name="connsiteY228" fmla="*/ 116586 h 619125"/>
                <a:gd name="connsiteX229" fmla="*/ 126016 w 342900"/>
                <a:gd name="connsiteY229" fmla="*/ 116872 h 619125"/>
                <a:gd name="connsiteX230" fmla="*/ 124873 w 342900"/>
                <a:gd name="connsiteY230" fmla="*/ 117348 h 619125"/>
                <a:gd name="connsiteX231" fmla="*/ 122777 w 342900"/>
                <a:gd name="connsiteY231" fmla="*/ 118777 h 619125"/>
                <a:gd name="connsiteX232" fmla="*/ 121825 w 342900"/>
                <a:gd name="connsiteY232" fmla="*/ 119253 h 619125"/>
                <a:gd name="connsiteX233" fmla="*/ 121063 w 342900"/>
                <a:gd name="connsiteY233" fmla="*/ 119253 h 619125"/>
                <a:gd name="connsiteX234" fmla="*/ 120110 w 342900"/>
                <a:gd name="connsiteY234" fmla="*/ 119158 h 619125"/>
                <a:gd name="connsiteX235" fmla="*/ 118396 w 342900"/>
                <a:gd name="connsiteY235" fmla="*/ 118491 h 619125"/>
                <a:gd name="connsiteX236" fmla="*/ 117539 w 342900"/>
                <a:gd name="connsiteY236" fmla="*/ 118015 h 619125"/>
                <a:gd name="connsiteX237" fmla="*/ 116967 w 342900"/>
                <a:gd name="connsiteY237" fmla="*/ 117539 h 619125"/>
                <a:gd name="connsiteX238" fmla="*/ 116110 w 342900"/>
                <a:gd name="connsiteY238" fmla="*/ 116300 h 619125"/>
                <a:gd name="connsiteX239" fmla="*/ 115729 w 342900"/>
                <a:gd name="connsiteY239" fmla="*/ 115919 h 619125"/>
                <a:gd name="connsiteX240" fmla="*/ 114871 w 342900"/>
                <a:gd name="connsiteY240" fmla="*/ 115348 h 619125"/>
                <a:gd name="connsiteX241" fmla="*/ 100108 w 342900"/>
                <a:gd name="connsiteY241" fmla="*/ 113633 h 619125"/>
                <a:gd name="connsiteX242" fmla="*/ 98203 w 342900"/>
                <a:gd name="connsiteY242" fmla="*/ 113919 h 619125"/>
                <a:gd name="connsiteX243" fmla="*/ 97155 w 342900"/>
                <a:gd name="connsiteY243" fmla="*/ 114395 h 619125"/>
                <a:gd name="connsiteX244" fmla="*/ 96869 w 342900"/>
                <a:gd name="connsiteY244" fmla="*/ 114872 h 619125"/>
                <a:gd name="connsiteX245" fmla="*/ 96869 w 342900"/>
                <a:gd name="connsiteY245" fmla="*/ 115348 h 619125"/>
                <a:gd name="connsiteX246" fmla="*/ 98012 w 342900"/>
                <a:gd name="connsiteY246" fmla="*/ 116967 h 619125"/>
                <a:gd name="connsiteX247" fmla="*/ 97250 w 342900"/>
                <a:gd name="connsiteY247" fmla="*/ 117253 h 619125"/>
                <a:gd name="connsiteX248" fmla="*/ 94964 w 342900"/>
                <a:gd name="connsiteY248" fmla="*/ 116396 h 619125"/>
                <a:gd name="connsiteX249" fmla="*/ 94869 w 342900"/>
                <a:gd name="connsiteY249" fmla="*/ 117253 h 619125"/>
                <a:gd name="connsiteX250" fmla="*/ 94964 w 342900"/>
                <a:gd name="connsiteY250" fmla="*/ 125635 h 619125"/>
                <a:gd name="connsiteX251" fmla="*/ 94583 w 342900"/>
                <a:gd name="connsiteY251" fmla="*/ 127064 h 619125"/>
                <a:gd name="connsiteX252" fmla="*/ 90773 w 342900"/>
                <a:gd name="connsiteY252" fmla="*/ 130493 h 619125"/>
                <a:gd name="connsiteX253" fmla="*/ 88392 w 342900"/>
                <a:gd name="connsiteY253" fmla="*/ 135065 h 619125"/>
                <a:gd name="connsiteX254" fmla="*/ 86296 w 342900"/>
                <a:gd name="connsiteY254" fmla="*/ 136589 h 619125"/>
                <a:gd name="connsiteX255" fmla="*/ 83725 w 342900"/>
                <a:gd name="connsiteY255" fmla="*/ 137065 h 619125"/>
                <a:gd name="connsiteX256" fmla="*/ 76867 w 342900"/>
                <a:gd name="connsiteY256" fmla="*/ 136874 h 619125"/>
                <a:gd name="connsiteX257" fmla="*/ 74104 w 342900"/>
                <a:gd name="connsiteY257" fmla="*/ 137255 h 619125"/>
                <a:gd name="connsiteX258" fmla="*/ 71723 w 342900"/>
                <a:gd name="connsiteY258" fmla="*/ 138589 h 619125"/>
                <a:gd name="connsiteX259" fmla="*/ 69723 w 342900"/>
                <a:gd name="connsiteY259" fmla="*/ 141161 h 619125"/>
                <a:gd name="connsiteX260" fmla="*/ 70390 w 342900"/>
                <a:gd name="connsiteY260" fmla="*/ 142113 h 619125"/>
                <a:gd name="connsiteX261" fmla="*/ 72295 w 342900"/>
                <a:gd name="connsiteY261" fmla="*/ 143066 h 619125"/>
                <a:gd name="connsiteX262" fmla="*/ 73057 w 342900"/>
                <a:gd name="connsiteY262" fmla="*/ 144018 h 619125"/>
                <a:gd name="connsiteX263" fmla="*/ 74295 w 342900"/>
                <a:gd name="connsiteY263" fmla="*/ 143256 h 619125"/>
                <a:gd name="connsiteX264" fmla="*/ 74962 w 342900"/>
                <a:gd name="connsiteY264" fmla="*/ 144113 h 619125"/>
                <a:gd name="connsiteX265" fmla="*/ 75343 w 342900"/>
                <a:gd name="connsiteY265" fmla="*/ 145542 h 619125"/>
                <a:gd name="connsiteX266" fmla="*/ 75724 w 342900"/>
                <a:gd name="connsiteY266" fmla="*/ 146780 h 619125"/>
                <a:gd name="connsiteX267" fmla="*/ 76962 w 342900"/>
                <a:gd name="connsiteY267" fmla="*/ 147828 h 619125"/>
                <a:gd name="connsiteX268" fmla="*/ 78105 w 342900"/>
                <a:gd name="connsiteY268" fmla="*/ 148304 h 619125"/>
                <a:gd name="connsiteX269" fmla="*/ 78962 w 342900"/>
                <a:gd name="connsiteY269" fmla="*/ 148876 h 619125"/>
                <a:gd name="connsiteX270" fmla="*/ 79058 w 342900"/>
                <a:gd name="connsiteY270" fmla="*/ 150305 h 619125"/>
                <a:gd name="connsiteX271" fmla="*/ 78677 w 342900"/>
                <a:gd name="connsiteY271" fmla="*/ 151638 h 619125"/>
                <a:gd name="connsiteX272" fmla="*/ 73628 w 342900"/>
                <a:gd name="connsiteY272" fmla="*/ 162973 h 619125"/>
                <a:gd name="connsiteX273" fmla="*/ 71723 w 342900"/>
                <a:gd name="connsiteY273" fmla="*/ 170593 h 619125"/>
                <a:gd name="connsiteX274" fmla="*/ 70390 w 342900"/>
                <a:gd name="connsiteY274" fmla="*/ 173831 h 619125"/>
                <a:gd name="connsiteX275" fmla="*/ 68104 w 342900"/>
                <a:gd name="connsiteY275" fmla="*/ 176403 h 619125"/>
                <a:gd name="connsiteX276" fmla="*/ 62770 w 342900"/>
                <a:gd name="connsiteY276" fmla="*/ 178880 h 619125"/>
                <a:gd name="connsiteX277" fmla="*/ 60579 w 342900"/>
                <a:gd name="connsiteY277" fmla="*/ 180404 h 619125"/>
                <a:gd name="connsiteX278" fmla="*/ 58769 w 342900"/>
                <a:gd name="connsiteY278" fmla="*/ 183356 h 619125"/>
                <a:gd name="connsiteX279" fmla="*/ 60484 w 342900"/>
                <a:gd name="connsiteY279" fmla="*/ 187166 h 619125"/>
                <a:gd name="connsiteX280" fmla="*/ 61246 w 342900"/>
                <a:gd name="connsiteY280" fmla="*/ 189357 h 619125"/>
                <a:gd name="connsiteX281" fmla="*/ 61246 w 342900"/>
                <a:gd name="connsiteY281" fmla="*/ 190691 h 619125"/>
                <a:gd name="connsiteX282" fmla="*/ 60484 w 342900"/>
                <a:gd name="connsiteY282" fmla="*/ 192500 h 619125"/>
                <a:gd name="connsiteX283" fmla="*/ 59341 w 342900"/>
                <a:gd name="connsiteY283" fmla="*/ 199549 h 619125"/>
                <a:gd name="connsiteX284" fmla="*/ 58484 w 342900"/>
                <a:gd name="connsiteY284" fmla="*/ 201359 h 619125"/>
                <a:gd name="connsiteX285" fmla="*/ 57626 w 342900"/>
                <a:gd name="connsiteY285" fmla="*/ 202692 h 619125"/>
                <a:gd name="connsiteX286" fmla="*/ 56864 w 342900"/>
                <a:gd name="connsiteY286" fmla="*/ 204121 h 619125"/>
                <a:gd name="connsiteX287" fmla="*/ 56388 w 342900"/>
                <a:gd name="connsiteY287" fmla="*/ 207359 h 619125"/>
                <a:gd name="connsiteX288" fmla="*/ 56007 w 342900"/>
                <a:gd name="connsiteY288" fmla="*/ 208217 h 619125"/>
                <a:gd name="connsiteX289" fmla="*/ 54674 w 342900"/>
                <a:gd name="connsiteY289" fmla="*/ 209645 h 619125"/>
                <a:gd name="connsiteX290" fmla="*/ 54197 w 342900"/>
                <a:gd name="connsiteY290" fmla="*/ 210503 h 619125"/>
                <a:gd name="connsiteX291" fmla="*/ 53340 w 342900"/>
                <a:gd name="connsiteY291" fmla="*/ 213551 h 619125"/>
                <a:gd name="connsiteX292" fmla="*/ 50673 w 342900"/>
                <a:gd name="connsiteY292" fmla="*/ 219456 h 619125"/>
                <a:gd name="connsiteX293" fmla="*/ 50864 w 342900"/>
                <a:gd name="connsiteY293" fmla="*/ 220409 h 619125"/>
                <a:gd name="connsiteX294" fmla="*/ 51054 w 342900"/>
                <a:gd name="connsiteY294" fmla="*/ 220790 h 619125"/>
                <a:gd name="connsiteX295" fmla="*/ 53054 w 342900"/>
                <a:gd name="connsiteY295" fmla="*/ 223552 h 619125"/>
                <a:gd name="connsiteX296" fmla="*/ 53054 w 342900"/>
                <a:gd name="connsiteY296" fmla="*/ 224314 h 619125"/>
                <a:gd name="connsiteX297" fmla="*/ 52959 w 342900"/>
                <a:gd name="connsiteY297" fmla="*/ 227171 h 619125"/>
                <a:gd name="connsiteX298" fmla="*/ 52769 w 342900"/>
                <a:gd name="connsiteY298" fmla="*/ 228219 h 619125"/>
                <a:gd name="connsiteX299" fmla="*/ 52292 w 342900"/>
                <a:gd name="connsiteY299" fmla="*/ 229267 h 619125"/>
                <a:gd name="connsiteX300" fmla="*/ 51054 w 342900"/>
                <a:gd name="connsiteY300" fmla="*/ 230791 h 619125"/>
                <a:gd name="connsiteX301" fmla="*/ 50578 w 342900"/>
                <a:gd name="connsiteY301" fmla="*/ 231553 h 619125"/>
                <a:gd name="connsiteX302" fmla="*/ 50197 w 342900"/>
                <a:gd name="connsiteY302" fmla="*/ 232791 h 619125"/>
                <a:gd name="connsiteX303" fmla="*/ 49721 w 342900"/>
                <a:gd name="connsiteY303" fmla="*/ 235077 h 619125"/>
                <a:gd name="connsiteX304" fmla="*/ 49149 w 342900"/>
                <a:gd name="connsiteY304" fmla="*/ 236125 h 619125"/>
                <a:gd name="connsiteX305" fmla="*/ 47720 w 342900"/>
                <a:gd name="connsiteY305" fmla="*/ 237268 h 619125"/>
                <a:gd name="connsiteX306" fmla="*/ 44387 w 342900"/>
                <a:gd name="connsiteY306" fmla="*/ 237935 h 619125"/>
                <a:gd name="connsiteX307" fmla="*/ 42958 w 342900"/>
                <a:gd name="connsiteY307" fmla="*/ 239268 h 619125"/>
                <a:gd name="connsiteX308" fmla="*/ 41434 w 342900"/>
                <a:gd name="connsiteY308" fmla="*/ 242888 h 619125"/>
                <a:gd name="connsiteX309" fmla="*/ 40672 w 342900"/>
                <a:gd name="connsiteY309" fmla="*/ 244221 h 619125"/>
                <a:gd name="connsiteX310" fmla="*/ 37910 w 342900"/>
                <a:gd name="connsiteY310" fmla="*/ 246317 h 619125"/>
                <a:gd name="connsiteX311" fmla="*/ 37433 w 342900"/>
                <a:gd name="connsiteY311" fmla="*/ 246602 h 619125"/>
                <a:gd name="connsiteX312" fmla="*/ 37052 w 342900"/>
                <a:gd name="connsiteY312" fmla="*/ 247364 h 619125"/>
                <a:gd name="connsiteX313" fmla="*/ 34671 w 342900"/>
                <a:gd name="connsiteY313" fmla="*/ 250412 h 619125"/>
                <a:gd name="connsiteX314" fmla="*/ 33814 w 342900"/>
                <a:gd name="connsiteY314" fmla="*/ 251079 h 619125"/>
                <a:gd name="connsiteX315" fmla="*/ 32766 w 342900"/>
                <a:gd name="connsiteY315" fmla="*/ 251555 h 619125"/>
                <a:gd name="connsiteX316" fmla="*/ 31718 w 342900"/>
                <a:gd name="connsiteY316" fmla="*/ 251746 h 619125"/>
                <a:gd name="connsiteX317" fmla="*/ 29337 w 342900"/>
                <a:gd name="connsiteY317" fmla="*/ 251936 h 619125"/>
                <a:gd name="connsiteX318" fmla="*/ 28194 w 342900"/>
                <a:gd name="connsiteY318" fmla="*/ 252413 h 619125"/>
                <a:gd name="connsiteX319" fmla="*/ 27337 w 342900"/>
                <a:gd name="connsiteY319" fmla="*/ 253365 h 619125"/>
                <a:gd name="connsiteX320" fmla="*/ 26479 w 342900"/>
                <a:gd name="connsiteY320" fmla="*/ 258985 h 619125"/>
                <a:gd name="connsiteX321" fmla="*/ 26479 w 342900"/>
                <a:gd name="connsiteY321" fmla="*/ 259461 h 619125"/>
                <a:gd name="connsiteX322" fmla="*/ 25718 w 342900"/>
                <a:gd name="connsiteY322" fmla="*/ 260509 h 619125"/>
                <a:gd name="connsiteX323" fmla="*/ 24765 w 342900"/>
                <a:gd name="connsiteY323" fmla="*/ 261080 h 619125"/>
                <a:gd name="connsiteX324" fmla="*/ 23622 w 342900"/>
                <a:gd name="connsiteY324" fmla="*/ 261461 h 619125"/>
                <a:gd name="connsiteX325" fmla="*/ 22384 w 342900"/>
                <a:gd name="connsiteY325" fmla="*/ 261557 h 619125"/>
                <a:gd name="connsiteX326" fmla="*/ 21908 w 342900"/>
                <a:gd name="connsiteY326" fmla="*/ 262033 h 619125"/>
                <a:gd name="connsiteX327" fmla="*/ 20955 w 342900"/>
                <a:gd name="connsiteY327" fmla="*/ 265652 h 619125"/>
                <a:gd name="connsiteX328" fmla="*/ 21717 w 342900"/>
                <a:gd name="connsiteY328" fmla="*/ 267843 h 619125"/>
                <a:gd name="connsiteX329" fmla="*/ 21717 w 342900"/>
                <a:gd name="connsiteY329" fmla="*/ 269558 h 619125"/>
                <a:gd name="connsiteX330" fmla="*/ 20955 w 342900"/>
                <a:gd name="connsiteY330" fmla="*/ 273368 h 619125"/>
                <a:gd name="connsiteX331" fmla="*/ 21622 w 342900"/>
                <a:gd name="connsiteY331" fmla="*/ 281273 h 619125"/>
                <a:gd name="connsiteX332" fmla="*/ 21622 w 342900"/>
                <a:gd name="connsiteY332" fmla="*/ 281559 h 619125"/>
                <a:gd name="connsiteX333" fmla="*/ 21908 w 342900"/>
                <a:gd name="connsiteY333" fmla="*/ 281940 h 619125"/>
                <a:gd name="connsiteX334" fmla="*/ 22098 w 342900"/>
                <a:gd name="connsiteY334" fmla="*/ 282321 h 619125"/>
                <a:gd name="connsiteX335" fmla="*/ 22098 w 342900"/>
                <a:gd name="connsiteY335" fmla="*/ 284226 h 619125"/>
                <a:gd name="connsiteX336" fmla="*/ 22098 w 342900"/>
                <a:gd name="connsiteY336" fmla="*/ 284417 h 619125"/>
                <a:gd name="connsiteX337" fmla="*/ 22098 w 342900"/>
                <a:gd name="connsiteY337" fmla="*/ 285464 h 619125"/>
                <a:gd name="connsiteX338" fmla="*/ 22098 w 342900"/>
                <a:gd name="connsiteY338" fmla="*/ 286417 h 619125"/>
                <a:gd name="connsiteX339" fmla="*/ 22193 w 342900"/>
                <a:gd name="connsiteY339" fmla="*/ 286988 h 619125"/>
                <a:gd name="connsiteX340" fmla="*/ 22955 w 342900"/>
                <a:gd name="connsiteY340" fmla="*/ 287274 h 619125"/>
                <a:gd name="connsiteX341" fmla="*/ 24670 w 342900"/>
                <a:gd name="connsiteY341" fmla="*/ 287560 h 619125"/>
                <a:gd name="connsiteX342" fmla="*/ 26003 w 342900"/>
                <a:gd name="connsiteY342" fmla="*/ 288322 h 619125"/>
                <a:gd name="connsiteX343" fmla="*/ 27146 w 342900"/>
                <a:gd name="connsiteY343" fmla="*/ 289370 h 619125"/>
                <a:gd name="connsiteX344" fmla="*/ 28099 w 342900"/>
                <a:gd name="connsiteY344" fmla="*/ 290608 h 619125"/>
                <a:gd name="connsiteX345" fmla="*/ 33242 w 342900"/>
                <a:gd name="connsiteY345" fmla="*/ 301276 h 619125"/>
                <a:gd name="connsiteX346" fmla="*/ 34957 w 342900"/>
                <a:gd name="connsiteY346" fmla="*/ 302990 h 619125"/>
                <a:gd name="connsiteX347" fmla="*/ 39338 w 342900"/>
                <a:gd name="connsiteY347" fmla="*/ 305276 h 619125"/>
                <a:gd name="connsiteX348" fmla="*/ 40386 w 342900"/>
                <a:gd name="connsiteY348" fmla="*/ 306134 h 619125"/>
                <a:gd name="connsiteX349" fmla="*/ 41243 w 342900"/>
                <a:gd name="connsiteY349" fmla="*/ 308134 h 619125"/>
                <a:gd name="connsiteX350" fmla="*/ 40481 w 342900"/>
                <a:gd name="connsiteY350" fmla="*/ 309467 h 619125"/>
                <a:gd name="connsiteX351" fmla="*/ 37433 w 342900"/>
                <a:gd name="connsiteY351" fmla="*/ 311372 h 619125"/>
                <a:gd name="connsiteX352" fmla="*/ 39148 w 342900"/>
                <a:gd name="connsiteY352" fmla="*/ 312706 h 619125"/>
                <a:gd name="connsiteX353" fmla="*/ 43339 w 342900"/>
                <a:gd name="connsiteY353" fmla="*/ 314897 h 619125"/>
                <a:gd name="connsiteX354" fmla="*/ 44577 w 342900"/>
                <a:gd name="connsiteY354" fmla="*/ 316897 h 619125"/>
                <a:gd name="connsiteX355" fmla="*/ 44006 w 342900"/>
                <a:gd name="connsiteY355" fmla="*/ 317468 h 619125"/>
                <a:gd name="connsiteX356" fmla="*/ 42672 w 342900"/>
                <a:gd name="connsiteY356" fmla="*/ 318611 h 619125"/>
                <a:gd name="connsiteX357" fmla="*/ 42291 w 342900"/>
                <a:gd name="connsiteY357" fmla="*/ 318992 h 619125"/>
                <a:gd name="connsiteX358" fmla="*/ 42291 w 342900"/>
                <a:gd name="connsiteY358" fmla="*/ 320326 h 619125"/>
                <a:gd name="connsiteX359" fmla="*/ 42672 w 342900"/>
                <a:gd name="connsiteY359" fmla="*/ 321374 h 619125"/>
                <a:gd name="connsiteX360" fmla="*/ 43148 w 342900"/>
                <a:gd name="connsiteY360" fmla="*/ 322326 h 619125"/>
                <a:gd name="connsiteX361" fmla="*/ 43910 w 342900"/>
                <a:gd name="connsiteY361" fmla="*/ 325374 h 619125"/>
                <a:gd name="connsiteX362" fmla="*/ 44101 w 342900"/>
                <a:gd name="connsiteY362" fmla="*/ 326612 h 619125"/>
                <a:gd name="connsiteX363" fmla="*/ 43720 w 342900"/>
                <a:gd name="connsiteY363" fmla="*/ 327184 h 619125"/>
                <a:gd name="connsiteX364" fmla="*/ 43053 w 342900"/>
                <a:gd name="connsiteY364" fmla="*/ 327565 h 619125"/>
                <a:gd name="connsiteX365" fmla="*/ 42577 w 342900"/>
                <a:gd name="connsiteY365" fmla="*/ 328517 h 619125"/>
                <a:gd name="connsiteX366" fmla="*/ 40672 w 342900"/>
                <a:gd name="connsiteY366" fmla="*/ 334804 h 619125"/>
                <a:gd name="connsiteX367" fmla="*/ 40100 w 342900"/>
                <a:gd name="connsiteY367" fmla="*/ 335852 h 619125"/>
                <a:gd name="connsiteX368" fmla="*/ 38195 w 342900"/>
                <a:gd name="connsiteY368" fmla="*/ 337852 h 619125"/>
                <a:gd name="connsiteX369" fmla="*/ 36671 w 342900"/>
                <a:gd name="connsiteY369" fmla="*/ 338900 h 619125"/>
                <a:gd name="connsiteX370" fmla="*/ 33242 w 342900"/>
                <a:gd name="connsiteY370" fmla="*/ 339376 h 619125"/>
                <a:gd name="connsiteX371" fmla="*/ 31909 w 342900"/>
                <a:gd name="connsiteY371" fmla="*/ 340995 h 619125"/>
                <a:gd name="connsiteX372" fmla="*/ 31433 w 342900"/>
                <a:gd name="connsiteY372" fmla="*/ 343186 h 619125"/>
                <a:gd name="connsiteX373" fmla="*/ 31718 w 342900"/>
                <a:gd name="connsiteY373" fmla="*/ 344900 h 619125"/>
                <a:gd name="connsiteX374" fmla="*/ 32671 w 342900"/>
                <a:gd name="connsiteY374" fmla="*/ 346043 h 619125"/>
                <a:gd name="connsiteX375" fmla="*/ 34385 w 342900"/>
                <a:gd name="connsiteY375" fmla="*/ 346424 h 619125"/>
                <a:gd name="connsiteX376" fmla="*/ 36004 w 342900"/>
                <a:gd name="connsiteY376" fmla="*/ 347091 h 619125"/>
                <a:gd name="connsiteX377" fmla="*/ 36004 w 342900"/>
                <a:gd name="connsiteY377" fmla="*/ 348615 h 619125"/>
                <a:gd name="connsiteX378" fmla="*/ 34671 w 342900"/>
                <a:gd name="connsiteY378" fmla="*/ 351854 h 619125"/>
                <a:gd name="connsiteX379" fmla="*/ 34576 w 342900"/>
                <a:gd name="connsiteY379" fmla="*/ 352711 h 619125"/>
                <a:gd name="connsiteX380" fmla="*/ 34576 w 342900"/>
                <a:gd name="connsiteY380" fmla="*/ 353282 h 619125"/>
                <a:gd name="connsiteX381" fmla="*/ 34576 w 342900"/>
                <a:gd name="connsiteY381" fmla="*/ 353759 h 619125"/>
                <a:gd name="connsiteX382" fmla="*/ 34195 w 342900"/>
                <a:gd name="connsiteY382" fmla="*/ 354616 h 619125"/>
                <a:gd name="connsiteX383" fmla="*/ 33909 w 342900"/>
                <a:gd name="connsiteY383" fmla="*/ 354806 h 619125"/>
                <a:gd name="connsiteX384" fmla="*/ 32766 w 342900"/>
                <a:gd name="connsiteY384" fmla="*/ 355187 h 619125"/>
                <a:gd name="connsiteX385" fmla="*/ 32480 w 342900"/>
                <a:gd name="connsiteY385" fmla="*/ 355378 h 619125"/>
                <a:gd name="connsiteX386" fmla="*/ 32290 w 342900"/>
                <a:gd name="connsiteY386" fmla="*/ 355854 h 619125"/>
                <a:gd name="connsiteX387" fmla="*/ 31909 w 342900"/>
                <a:gd name="connsiteY387" fmla="*/ 357188 h 619125"/>
                <a:gd name="connsiteX388" fmla="*/ 31718 w 342900"/>
                <a:gd name="connsiteY388" fmla="*/ 357759 h 619125"/>
                <a:gd name="connsiteX389" fmla="*/ 26479 w 342900"/>
                <a:gd name="connsiteY389" fmla="*/ 364998 h 619125"/>
                <a:gd name="connsiteX390" fmla="*/ 24003 w 342900"/>
                <a:gd name="connsiteY390" fmla="*/ 367284 h 619125"/>
                <a:gd name="connsiteX391" fmla="*/ 23241 w 342900"/>
                <a:gd name="connsiteY391" fmla="*/ 368332 h 619125"/>
                <a:gd name="connsiteX392" fmla="*/ 22289 w 342900"/>
                <a:gd name="connsiteY392" fmla="*/ 371285 h 619125"/>
                <a:gd name="connsiteX393" fmla="*/ 21717 w 342900"/>
                <a:gd name="connsiteY393" fmla="*/ 372618 h 619125"/>
                <a:gd name="connsiteX394" fmla="*/ 20765 w 342900"/>
                <a:gd name="connsiteY394" fmla="*/ 373190 h 619125"/>
                <a:gd name="connsiteX395" fmla="*/ 20193 w 342900"/>
                <a:gd name="connsiteY395" fmla="*/ 373666 h 619125"/>
                <a:gd name="connsiteX396" fmla="*/ 19336 w 342900"/>
                <a:gd name="connsiteY396" fmla="*/ 374618 h 619125"/>
                <a:gd name="connsiteX397" fmla="*/ 18574 w 342900"/>
                <a:gd name="connsiteY397" fmla="*/ 375857 h 619125"/>
                <a:gd name="connsiteX398" fmla="*/ 18288 w 342900"/>
                <a:gd name="connsiteY398" fmla="*/ 376904 h 619125"/>
                <a:gd name="connsiteX399" fmla="*/ 17812 w 342900"/>
                <a:gd name="connsiteY399" fmla="*/ 377666 h 619125"/>
                <a:gd name="connsiteX400" fmla="*/ 16764 w 342900"/>
                <a:gd name="connsiteY400" fmla="*/ 378333 h 619125"/>
                <a:gd name="connsiteX401" fmla="*/ 14478 w 342900"/>
                <a:gd name="connsiteY401" fmla="*/ 379286 h 619125"/>
                <a:gd name="connsiteX402" fmla="*/ 14478 w 342900"/>
                <a:gd name="connsiteY402" fmla="*/ 380048 h 619125"/>
                <a:gd name="connsiteX403" fmla="*/ 15050 w 342900"/>
                <a:gd name="connsiteY403" fmla="*/ 380048 h 619125"/>
                <a:gd name="connsiteX404" fmla="*/ 16574 w 342900"/>
                <a:gd name="connsiteY404" fmla="*/ 380619 h 619125"/>
                <a:gd name="connsiteX405" fmla="*/ 15240 w 342900"/>
                <a:gd name="connsiteY405" fmla="*/ 381762 h 619125"/>
                <a:gd name="connsiteX406" fmla="*/ 13621 w 342900"/>
                <a:gd name="connsiteY406" fmla="*/ 381286 h 619125"/>
                <a:gd name="connsiteX407" fmla="*/ 12192 w 342900"/>
                <a:gd name="connsiteY407" fmla="*/ 380619 h 619125"/>
                <a:gd name="connsiteX408" fmla="*/ 10859 w 342900"/>
                <a:gd name="connsiteY408" fmla="*/ 381000 h 619125"/>
                <a:gd name="connsiteX409" fmla="*/ 10859 w 342900"/>
                <a:gd name="connsiteY409" fmla="*/ 382048 h 619125"/>
                <a:gd name="connsiteX410" fmla="*/ 11716 w 342900"/>
                <a:gd name="connsiteY410" fmla="*/ 383286 h 619125"/>
                <a:gd name="connsiteX411" fmla="*/ 12859 w 342900"/>
                <a:gd name="connsiteY411" fmla="*/ 384334 h 619125"/>
                <a:gd name="connsiteX412" fmla="*/ 13621 w 342900"/>
                <a:gd name="connsiteY412" fmla="*/ 384715 h 619125"/>
                <a:gd name="connsiteX413" fmla="*/ 14478 w 342900"/>
                <a:gd name="connsiteY413" fmla="*/ 386048 h 619125"/>
                <a:gd name="connsiteX414" fmla="*/ 14002 w 342900"/>
                <a:gd name="connsiteY414" fmla="*/ 389001 h 619125"/>
                <a:gd name="connsiteX415" fmla="*/ 12573 w 342900"/>
                <a:gd name="connsiteY415" fmla="*/ 392049 h 619125"/>
                <a:gd name="connsiteX416" fmla="*/ 10573 w 342900"/>
                <a:gd name="connsiteY416" fmla="*/ 393668 h 619125"/>
                <a:gd name="connsiteX417" fmla="*/ 11144 w 342900"/>
                <a:gd name="connsiteY417" fmla="*/ 394907 h 619125"/>
                <a:gd name="connsiteX418" fmla="*/ 13049 w 342900"/>
                <a:gd name="connsiteY418" fmla="*/ 396621 h 619125"/>
                <a:gd name="connsiteX419" fmla="*/ 13907 w 342900"/>
                <a:gd name="connsiteY419" fmla="*/ 397764 h 619125"/>
                <a:gd name="connsiteX420" fmla="*/ 13335 w 342900"/>
                <a:gd name="connsiteY420" fmla="*/ 399002 h 619125"/>
                <a:gd name="connsiteX421" fmla="*/ 13621 w 342900"/>
                <a:gd name="connsiteY421" fmla="*/ 399669 h 619125"/>
                <a:gd name="connsiteX422" fmla="*/ 14192 w 342900"/>
                <a:gd name="connsiteY422" fmla="*/ 400336 h 619125"/>
                <a:gd name="connsiteX423" fmla="*/ 14478 w 342900"/>
                <a:gd name="connsiteY423" fmla="*/ 401098 h 619125"/>
                <a:gd name="connsiteX424" fmla="*/ 14192 w 342900"/>
                <a:gd name="connsiteY424" fmla="*/ 402146 h 619125"/>
                <a:gd name="connsiteX425" fmla="*/ 13716 w 342900"/>
                <a:gd name="connsiteY425" fmla="*/ 403098 h 619125"/>
                <a:gd name="connsiteX426" fmla="*/ 12764 w 342900"/>
                <a:gd name="connsiteY426" fmla="*/ 404527 h 619125"/>
                <a:gd name="connsiteX427" fmla="*/ 12478 w 342900"/>
                <a:gd name="connsiteY427" fmla="*/ 404622 h 619125"/>
                <a:gd name="connsiteX428" fmla="*/ 11906 w 342900"/>
                <a:gd name="connsiteY428" fmla="*/ 404527 h 619125"/>
                <a:gd name="connsiteX429" fmla="*/ 11335 w 342900"/>
                <a:gd name="connsiteY429" fmla="*/ 404717 h 619125"/>
                <a:gd name="connsiteX430" fmla="*/ 11144 w 342900"/>
                <a:gd name="connsiteY430" fmla="*/ 405194 h 619125"/>
                <a:gd name="connsiteX431" fmla="*/ 11430 w 342900"/>
                <a:gd name="connsiteY431" fmla="*/ 405670 h 619125"/>
                <a:gd name="connsiteX432" fmla="*/ 12383 w 342900"/>
                <a:gd name="connsiteY432" fmla="*/ 406146 h 619125"/>
                <a:gd name="connsiteX433" fmla="*/ 12764 w 342900"/>
                <a:gd name="connsiteY433" fmla="*/ 406622 h 619125"/>
                <a:gd name="connsiteX434" fmla="*/ 13049 w 342900"/>
                <a:gd name="connsiteY434" fmla="*/ 406622 h 619125"/>
                <a:gd name="connsiteX435" fmla="*/ 14478 w 342900"/>
                <a:gd name="connsiteY435" fmla="*/ 407289 h 619125"/>
                <a:gd name="connsiteX436" fmla="*/ 14002 w 342900"/>
                <a:gd name="connsiteY436" fmla="*/ 407289 h 619125"/>
                <a:gd name="connsiteX437" fmla="*/ 14097 w 342900"/>
                <a:gd name="connsiteY437" fmla="*/ 408146 h 619125"/>
                <a:gd name="connsiteX438" fmla="*/ 14288 w 342900"/>
                <a:gd name="connsiteY438" fmla="*/ 409004 h 619125"/>
                <a:gd name="connsiteX439" fmla="*/ 14478 w 342900"/>
                <a:gd name="connsiteY439" fmla="*/ 409289 h 619125"/>
                <a:gd name="connsiteX440" fmla="*/ 16097 w 342900"/>
                <a:gd name="connsiteY440" fmla="*/ 408432 h 619125"/>
                <a:gd name="connsiteX441" fmla="*/ 16288 w 342900"/>
                <a:gd name="connsiteY441" fmla="*/ 409956 h 619125"/>
                <a:gd name="connsiteX442" fmla="*/ 15621 w 342900"/>
                <a:gd name="connsiteY442" fmla="*/ 412242 h 619125"/>
                <a:gd name="connsiteX443" fmla="*/ 14669 w 342900"/>
                <a:gd name="connsiteY443" fmla="*/ 413385 h 619125"/>
                <a:gd name="connsiteX444" fmla="*/ 13907 w 342900"/>
                <a:gd name="connsiteY444" fmla="*/ 413099 h 619125"/>
                <a:gd name="connsiteX445" fmla="*/ 13049 w 342900"/>
                <a:gd name="connsiteY445" fmla="*/ 412718 h 619125"/>
                <a:gd name="connsiteX446" fmla="*/ 12478 w 342900"/>
                <a:gd name="connsiteY446" fmla="*/ 412718 h 619125"/>
                <a:gd name="connsiteX447" fmla="*/ 12192 w 342900"/>
                <a:gd name="connsiteY447" fmla="*/ 413766 h 619125"/>
                <a:gd name="connsiteX448" fmla="*/ 12478 w 342900"/>
                <a:gd name="connsiteY448" fmla="*/ 414338 h 619125"/>
                <a:gd name="connsiteX449" fmla="*/ 19621 w 342900"/>
                <a:gd name="connsiteY449" fmla="*/ 423196 h 619125"/>
                <a:gd name="connsiteX450" fmla="*/ 20193 w 342900"/>
                <a:gd name="connsiteY450" fmla="*/ 424815 h 619125"/>
                <a:gd name="connsiteX451" fmla="*/ 20860 w 342900"/>
                <a:gd name="connsiteY451" fmla="*/ 430054 h 619125"/>
                <a:gd name="connsiteX452" fmla="*/ 20955 w 342900"/>
                <a:gd name="connsiteY452" fmla="*/ 431673 h 619125"/>
                <a:gd name="connsiteX453" fmla="*/ 20669 w 342900"/>
                <a:gd name="connsiteY453" fmla="*/ 434054 h 619125"/>
                <a:gd name="connsiteX454" fmla="*/ 19621 w 342900"/>
                <a:gd name="connsiteY454" fmla="*/ 437579 h 619125"/>
                <a:gd name="connsiteX455" fmla="*/ 19145 w 342900"/>
                <a:gd name="connsiteY455" fmla="*/ 441865 h 619125"/>
                <a:gd name="connsiteX456" fmla="*/ 17717 w 342900"/>
                <a:gd name="connsiteY456" fmla="*/ 447389 h 619125"/>
                <a:gd name="connsiteX457" fmla="*/ 17717 w 342900"/>
                <a:gd name="connsiteY457" fmla="*/ 449580 h 619125"/>
                <a:gd name="connsiteX458" fmla="*/ 18669 w 342900"/>
                <a:gd name="connsiteY458" fmla="*/ 453581 h 619125"/>
                <a:gd name="connsiteX459" fmla="*/ 18860 w 342900"/>
                <a:gd name="connsiteY459" fmla="*/ 455771 h 619125"/>
                <a:gd name="connsiteX460" fmla="*/ 18574 w 342900"/>
                <a:gd name="connsiteY460" fmla="*/ 457867 h 619125"/>
                <a:gd name="connsiteX461" fmla="*/ 17050 w 342900"/>
                <a:gd name="connsiteY461" fmla="*/ 461391 h 619125"/>
                <a:gd name="connsiteX462" fmla="*/ 16574 w 342900"/>
                <a:gd name="connsiteY462" fmla="*/ 463487 h 619125"/>
                <a:gd name="connsiteX463" fmla="*/ 16764 w 342900"/>
                <a:gd name="connsiteY463" fmla="*/ 467868 h 619125"/>
                <a:gd name="connsiteX464" fmla="*/ 20860 w 342900"/>
                <a:gd name="connsiteY464" fmla="*/ 483775 h 619125"/>
                <a:gd name="connsiteX465" fmla="*/ 21050 w 342900"/>
                <a:gd name="connsiteY465" fmla="*/ 488347 h 619125"/>
                <a:gd name="connsiteX466" fmla="*/ 21527 w 342900"/>
                <a:gd name="connsiteY466" fmla="*/ 490442 h 619125"/>
                <a:gd name="connsiteX467" fmla="*/ 21622 w 342900"/>
                <a:gd name="connsiteY467" fmla="*/ 491490 h 619125"/>
                <a:gd name="connsiteX468" fmla="*/ 21908 w 342900"/>
                <a:gd name="connsiteY468" fmla="*/ 492919 h 619125"/>
                <a:gd name="connsiteX469" fmla="*/ 22574 w 342900"/>
                <a:gd name="connsiteY469" fmla="*/ 493109 h 619125"/>
                <a:gd name="connsiteX470" fmla="*/ 23432 w 342900"/>
                <a:gd name="connsiteY470" fmla="*/ 492919 h 619125"/>
                <a:gd name="connsiteX471" fmla="*/ 24289 w 342900"/>
                <a:gd name="connsiteY471" fmla="*/ 493205 h 619125"/>
                <a:gd name="connsiteX472" fmla="*/ 25813 w 342900"/>
                <a:gd name="connsiteY472" fmla="*/ 496634 h 619125"/>
                <a:gd name="connsiteX473" fmla="*/ 27051 w 342900"/>
                <a:gd name="connsiteY473" fmla="*/ 510064 h 619125"/>
                <a:gd name="connsiteX474" fmla="*/ 29909 w 342900"/>
                <a:gd name="connsiteY474" fmla="*/ 517303 h 619125"/>
                <a:gd name="connsiteX475" fmla="*/ 30575 w 342900"/>
                <a:gd name="connsiteY475" fmla="*/ 521303 h 619125"/>
                <a:gd name="connsiteX476" fmla="*/ 29242 w 342900"/>
                <a:gd name="connsiteY476" fmla="*/ 525494 h 619125"/>
                <a:gd name="connsiteX477" fmla="*/ 26861 w 342900"/>
                <a:gd name="connsiteY477" fmla="*/ 528066 h 619125"/>
                <a:gd name="connsiteX478" fmla="*/ 25527 w 342900"/>
                <a:gd name="connsiteY478" fmla="*/ 529971 h 619125"/>
                <a:gd name="connsiteX479" fmla="*/ 25718 w 342900"/>
                <a:gd name="connsiteY479" fmla="*/ 530828 h 619125"/>
                <a:gd name="connsiteX480" fmla="*/ 26003 w 342900"/>
                <a:gd name="connsiteY480" fmla="*/ 531686 h 619125"/>
                <a:gd name="connsiteX481" fmla="*/ 25718 w 342900"/>
                <a:gd name="connsiteY481" fmla="*/ 533686 h 619125"/>
                <a:gd name="connsiteX482" fmla="*/ 25241 w 342900"/>
                <a:gd name="connsiteY482" fmla="*/ 535686 h 619125"/>
                <a:gd name="connsiteX483" fmla="*/ 24765 w 342900"/>
                <a:gd name="connsiteY483" fmla="*/ 536829 h 619125"/>
                <a:gd name="connsiteX484" fmla="*/ 24003 w 342900"/>
                <a:gd name="connsiteY484" fmla="*/ 537877 h 619125"/>
                <a:gd name="connsiteX485" fmla="*/ 22860 w 342900"/>
                <a:gd name="connsiteY485" fmla="*/ 538925 h 619125"/>
                <a:gd name="connsiteX486" fmla="*/ 21717 w 342900"/>
                <a:gd name="connsiteY486" fmla="*/ 539877 h 619125"/>
                <a:gd name="connsiteX487" fmla="*/ 20765 w 342900"/>
                <a:gd name="connsiteY487" fmla="*/ 540163 h 619125"/>
                <a:gd name="connsiteX488" fmla="*/ 18479 w 342900"/>
                <a:gd name="connsiteY488" fmla="*/ 544830 h 619125"/>
                <a:gd name="connsiteX489" fmla="*/ 17717 w 342900"/>
                <a:gd name="connsiteY489" fmla="*/ 546164 h 619125"/>
                <a:gd name="connsiteX490" fmla="*/ 16574 w 342900"/>
                <a:gd name="connsiteY490" fmla="*/ 546926 h 619125"/>
                <a:gd name="connsiteX491" fmla="*/ 16002 w 342900"/>
                <a:gd name="connsiteY491" fmla="*/ 548164 h 619125"/>
                <a:gd name="connsiteX492" fmla="*/ 15526 w 342900"/>
                <a:gd name="connsiteY492" fmla="*/ 549593 h 619125"/>
                <a:gd name="connsiteX493" fmla="*/ 14954 w 342900"/>
                <a:gd name="connsiteY493" fmla="*/ 550926 h 619125"/>
                <a:gd name="connsiteX494" fmla="*/ 14383 w 342900"/>
                <a:gd name="connsiteY494" fmla="*/ 551688 h 619125"/>
                <a:gd name="connsiteX495" fmla="*/ 10859 w 342900"/>
                <a:gd name="connsiteY495" fmla="*/ 554736 h 619125"/>
                <a:gd name="connsiteX496" fmla="*/ 9620 w 342900"/>
                <a:gd name="connsiteY496" fmla="*/ 556355 h 619125"/>
                <a:gd name="connsiteX497" fmla="*/ 7811 w 342900"/>
                <a:gd name="connsiteY497" fmla="*/ 560261 h 619125"/>
                <a:gd name="connsiteX498" fmla="*/ 7144 w 342900"/>
                <a:gd name="connsiteY498" fmla="*/ 565023 h 619125"/>
                <a:gd name="connsiteX499" fmla="*/ 6382 w 342900"/>
                <a:gd name="connsiteY499" fmla="*/ 567309 h 619125"/>
                <a:gd name="connsiteX500" fmla="*/ 5906 w 342900"/>
                <a:gd name="connsiteY500" fmla="*/ 570738 h 619125"/>
                <a:gd name="connsiteX501" fmla="*/ 4382 w 342900"/>
                <a:gd name="connsiteY501" fmla="*/ 574643 h 619125"/>
                <a:gd name="connsiteX502" fmla="*/ 3810 w 342900"/>
                <a:gd name="connsiteY502" fmla="*/ 578549 h 619125"/>
                <a:gd name="connsiteX503" fmla="*/ 2477 w 342900"/>
                <a:gd name="connsiteY503" fmla="*/ 583502 h 619125"/>
                <a:gd name="connsiteX504" fmla="*/ 1810 w 342900"/>
                <a:gd name="connsiteY504" fmla="*/ 584930 h 619125"/>
                <a:gd name="connsiteX505" fmla="*/ 2667 w 342900"/>
                <a:gd name="connsiteY505" fmla="*/ 587978 h 619125"/>
                <a:gd name="connsiteX506" fmla="*/ 2762 w 342900"/>
                <a:gd name="connsiteY506" fmla="*/ 591026 h 619125"/>
                <a:gd name="connsiteX507" fmla="*/ 2000 w 342900"/>
                <a:gd name="connsiteY507" fmla="*/ 593979 h 619125"/>
                <a:gd name="connsiteX508" fmla="*/ 381 w 342900"/>
                <a:gd name="connsiteY508" fmla="*/ 596551 h 619125"/>
                <a:gd name="connsiteX509" fmla="*/ 0 w 342900"/>
                <a:gd name="connsiteY509" fmla="*/ 598837 h 619125"/>
                <a:gd name="connsiteX510" fmla="*/ 381 w 342900"/>
                <a:gd name="connsiteY510" fmla="*/ 606743 h 619125"/>
                <a:gd name="connsiteX511" fmla="*/ 1238 w 342900"/>
                <a:gd name="connsiteY511" fmla="*/ 612172 h 619125"/>
                <a:gd name="connsiteX512" fmla="*/ 2572 w 342900"/>
                <a:gd name="connsiteY512" fmla="*/ 614648 h 619125"/>
                <a:gd name="connsiteX513" fmla="*/ 4858 w 342900"/>
                <a:gd name="connsiteY513" fmla="*/ 616268 h 619125"/>
                <a:gd name="connsiteX514" fmla="*/ 7811 w 342900"/>
                <a:gd name="connsiteY514" fmla="*/ 616744 h 619125"/>
                <a:gd name="connsiteX515" fmla="*/ 7906 w 342900"/>
                <a:gd name="connsiteY515" fmla="*/ 616744 h 619125"/>
                <a:gd name="connsiteX516" fmla="*/ 10478 w 342900"/>
                <a:gd name="connsiteY516" fmla="*/ 616649 h 619125"/>
                <a:gd name="connsiteX517" fmla="*/ 11144 w 342900"/>
                <a:gd name="connsiteY517" fmla="*/ 616744 h 619125"/>
                <a:gd name="connsiteX518" fmla="*/ 12002 w 342900"/>
                <a:gd name="connsiteY518" fmla="*/ 617506 h 619125"/>
                <a:gd name="connsiteX519" fmla="*/ 12478 w 342900"/>
                <a:gd name="connsiteY519" fmla="*/ 618363 h 619125"/>
                <a:gd name="connsiteX520" fmla="*/ 12954 w 342900"/>
                <a:gd name="connsiteY520" fmla="*/ 619030 h 619125"/>
                <a:gd name="connsiteX521" fmla="*/ 13907 w 342900"/>
                <a:gd name="connsiteY521" fmla="*/ 619316 h 619125"/>
                <a:gd name="connsiteX522" fmla="*/ 14764 w 342900"/>
                <a:gd name="connsiteY522" fmla="*/ 619220 h 619125"/>
                <a:gd name="connsiteX523" fmla="*/ 15145 w 342900"/>
                <a:gd name="connsiteY523" fmla="*/ 618649 h 619125"/>
                <a:gd name="connsiteX524" fmla="*/ 15431 w 342900"/>
                <a:gd name="connsiteY524" fmla="*/ 618077 h 619125"/>
                <a:gd name="connsiteX525" fmla="*/ 16002 w 342900"/>
                <a:gd name="connsiteY525" fmla="*/ 617411 h 619125"/>
                <a:gd name="connsiteX526" fmla="*/ 16954 w 342900"/>
                <a:gd name="connsiteY526" fmla="*/ 617030 h 619125"/>
                <a:gd name="connsiteX527" fmla="*/ 17717 w 342900"/>
                <a:gd name="connsiteY527" fmla="*/ 616839 h 619125"/>
                <a:gd name="connsiteX528" fmla="*/ 19621 w 342900"/>
                <a:gd name="connsiteY528" fmla="*/ 616744 h 619125"/>
                <a:gd name="connsiteX529" fmla="*/ 20384 w 342900"/>
                <a:gd name="connsiteY529" fmla="*/ 617030 h 619125"/>
                <a:gd name="connsiteX530" fmla="*/ 21050 w 342900"/>
                <a:gd name="connsiteY530" fmla="*/ 617601 h 619125"/>
                <a:gd name="connsiteX531" fmla="*/ 22384 w 342900"/>
                <a:gd name="connsiteY531" fmla="*/ 619030 h 619125"/>
                <a:gd name="connsiteX532" fmla="*/ 23432 w 342900"/>
                <a:gd name="connsiteY532" fmla="*/ 619887 h 619125"/>
                <a:gd name="connsiteX533" fmla="*/ 24194 w 342900"/>
                <a:gd name="connsiteY533" fmla="*/ 619792 h 619125"/>
                <a:gd name="connsiteX534" fmla="*/ 24956 w 342900"/>
                <a:gd name="connsiteY534" fmla="*/ 619220 h 619125"/>
                <a:gd name="connsiteX535" fmla="*/ 25908 w 342900"/>
                <a:gd name="connsiteY535" fmla="*/ 618649 h 619125"/>
                <a:gd name="connsiteX536" fmla="*/ 27813 w 342900"/>
                <a:gd name="connsiteY536" fmla="*/ 618173 h 619125"/>
                <a:gd name="connsiteX537" fmla="*/ 32766 w 342900"/>
                <a:gd name="connsiteY537" fmla="*/ 618077 h 619125"/>
                <a:gd name="connsiteX538" fmla="*/ 37624 w 342900"/>
                <a:gd name="connsiteY538" fmla="*/ 616268 h 619125"/>
                <a:gd name="connsiteX539" fmla="*/ 38481 w 342900"/>
                <a:gd name="connsiteY539" fmla="*/ 615791 h 619125"/>
                <a:gd name="connsiteX540" fmla="*/ 39053 w 342900"/>
                <a:gd name="connsiteY540" fmla="*/ 614172 h 619125"/>
                <a:gd name="connsiteX541" fmla="*/ 40481 w 342900"/>
                <a:gd name="connsiteY541" fmla="*/ 613029 h 619125"/>
                <a:gd name="connsiteX542" fmla="*/ 42196 w 342900"/>
                <a:gd name="connsiteY542" fmla="*/ 612362 h 619125"/>
                <a:gd name="connsiteX543" fmla="*/ 51626 w 342900"/>
                <a:gd name="connsiteY543" fmla="*/ 611886 h 619125"/>
                <a:gd name="connsiteX544" fmla="*/ 54864 w 342900"/>
                <a:gd name="connsiteY544" fmla="*/ 609981 h 619125"/>
                <a:gd name="connsiteX545" fmla="*/ 53816 w 342900"/>
                <a:gd name="connsiteY545" fmla="*/ 605504 h 619125"/>
                <a:gd name="connsiteX546" fmla="*/ 55626 w 342900"/>
                <a:gd name="connsiteY546" fmla="*/ 605219 h 619125"/>
                <a:gd name="connsiteX547" fmla="*/ 58865 w 342900"/>
                <a:gd name="connsiteY547" fmla="*/ 607028 h 619125"/>
                <a:gd name="connsiteX548" fmla="*/ 60198 w 342900"/>
                <a:gd name="connsiteY548" fmla="*/ 606457 h 619125"/>
                <a:gd name="connsiteX549" fmla="*/ 61532 w 342900"/>
                <a:gd name="connsiteY549" fmla="*/ 605028 h 619125"/>
                <a:gd name="connsiteX550" fmla="*/ 63056 w 342900"/>
                <a:gd name="connsiteY550" fmla="*/ 604076 h 619125"/>
                <a:gd name="connsiteX551" fmla="*/ 69723 w 342900"/>
                <a:gd name="connsiteY551" fmla="*/ 601980 h 619125"/>
                <a:gd name="connsiteX552" fmla="*/ 70961 w 342900"/>
                <a:gd name="connsiteY552" fmla="*/ 601028 h 619125"/>
                <a:gd name="connsiteX553" fmla="*/ 72009 w 342900"/>
                <a:gd name="connsiteY553" fmla="*/ 597122 h 619125"/>
                <a:gd name="connsiteX554" fmla="*/ 73533 w 342900"/>
                <a:gd name="connsiteY554" fmla="*/ 596741 h 619125"/>
                <a:gd name="connsiteX555" fmla="*/ 76867 w 342900"/>
                <a:gd name="connsiteY555" fmla="*/ 598170 h 619125"/>
                <a:gd name="connsiteX556" fmla="*/ 78200 w 342900"/>
                <a:gd name="connsiteY556" fmla="*/ 598932 h 619125"/>
                <a:gd name="connsiteX557" fmla="*/ 78772 w 342900"/>
                <a:gd name="connsiteY557" fmla="*/ 599123 h 619125"/>
                <a:gd name="connsiteX558" fmla="*/ 79534 w 342900"/>
                <a:gd name="connsiteY558" fmla="*/ 598837 h 619125"/>
                <a:gd name="connsiteX559" fmla="*/ 80010 w 342900"/>
                <a:gd name="connsiteY559" fmla="*/ 598265 h 619125"/>
                <a:gd name="connsiteX560" fmla="*/ 80201 w 342900"/>
                <a:gd name="connsiteY560" fmla="*/ 597408 h 619125"/>
                <a:gd name="connsiteX561" fmla="*/ 80582 w 342900"/>
                <a:gd name="connsiteY561" fmla="*/ 596551 h 619125"/>
                <a:gd name="connsiteX562" fmla="*/ 81534 w 342900"/>
                <a:gd name="connsiteY562" fmla="*/ 596265 h 619125"/>
                <a:gd name="connsiteX563" fmla="*/ 82487 w 342900"/>
                <a:gd name="connsiteY563" fmla="*/ 596551 h 619125"/>
                <a:gd name="connsiteX564" fmla="*/ 83058 w 342900"/>
                <a:gd name="connsiteY564" fmla="*/ 597122 h 619125"/>
                <a:gd name="connsiteX565" fmla="*/ 83725 w 342900"/>
                <a:gd name="connsiteY565" fmla="*/ 597313 h 619125"/>
                <a:gd name="connsiteX566" fmla="*/ 85535 w 342900"/>
                <a:gd name="connsiteY566" fmla="*/ 595884 h 619125"/>
                <a:gd name="connsiteX567" fmla="*/ 86487 w 342900"/>
                <a:gd name="connsiteY567" fmla="*/ 595313 h 619125"/>
                <a:gd name="connsiteX568" fmla="*/ 87440 w 342900"/>
                <a:gd name="connsiteY568" fmla="*/ 594932 h 619125"/>
                <a:gd name="connsiteX569" fmla="*/ 88392 w 342900"/>
                <a:gd name="connsiteY569" fmla="*/ 594836 h 619125"/>
                <a:gd name="connsiteX570" fmla="*/ 89154 w 342900"/>
                <a:gd name="connsiteY570" fmla="*/ 595122 h 619125"/>
                <a:gd name="connsiteX571" fmla="*/ 90773 w 342900"/>
                <a:gd name="connsiteY571" fmla="*/ 596456 h 619125"/>
                <a:gd name="connsiteX572" fmla="*/ 91631 w 342900"/>
                <a:gd name="connsiteY572" fmla="*/ 596837 h 619125"/>
                <a:gd name="connsiteX573" fmla="*/ 92488 w 342900"/>
                <a:gd name="connsiteY573" fmla="*/ 596646 h 619125"/>
                <a:gd name="connsiteX574" fmla="*/ 94679 w 342900"/>
                <a:gd name="connsiteY574" fmla="*/ 595503 h 619125"/>
                <a:gd name="connsiteX575" fmla="*/ 96488 w 342900"/>
                <a:gd name="connsiteY575" fmla="*/ 595313 h 619125"/>
                <a:gd name="connsiteX576" fmla="*/ 105537 w 342900"/>
                <a:gd name="connsiteY576" fmla="*/ 592836 h 619125"/>
                <a:gd name="connsiteX577" fmla="*/ 106490 w 342900"/>
                <a:gd name="connsiteY577" fmla="*/ 592265 h 619125"/>
                <a:gd name="connsiteX578" fmla="*/ 106775 w 342900"/>
                <a:gd name="connsiteY578" fmla="*/ 591788 h 619125"/>
                <a:gd name="connsiteX579" fmla="*/ 107252 w 342900"/>
                <a:gd name="connsiteY579" fmla="*/ 590169 h 619125"/>
                <a:gd name="connsiteX580" fmla="*/ 107537 w 342900"/>
                <a:gd name="connsiteY580" fmla="*/ 589502 h 619125"/>
                <a:gd name="connsiteX581" fmla="*/ 107823 w 342900"/>
                <a:gd name="connsiteY581" fmla="*/ 589217 h 619125"/>
                <a:gd name="connsiteX582" fmla="*/ 108680 w 342900"/>
                <a:gd name="connsiteY582" fmla="*/ 588740 h 619125"/>
                <a:gd name="connsiteX583" fmla="*/ 109157 w 342900"/>
                <a:gd name="connsiteY583" fmla="*/ 588264 h 619125"/>
                <a:gd name="connsiteX584" fmla="*/ 109823 w 342900"/>
                <a:gd name="connsiteY584" fmla="*/ 587216 h 619125"/>
                <a:gd name="connsiteX585" fmla="*/ 110681 w 342900"/>
                <a:gd name="connsiteY585" fmla="*/ 584645 h 619125"/>
                <a:gd name="connsiteX586" fmla="*/ 111347 w 342900"/>
                <a:gd name="connsiteY586" fmla="*/ 583597 h 619125"/>
                <a:gd name="connsiteX587" fmla="*/ 112204 w 342900"/>
                <a:gd name="connsiteY587" fmla="*/ 583025 h 619125"/>
                <a:gd name="connsiteX588" fmla="*/ 114395 w 342900"/>
                <a:gd name="connsiteY588" fmla="*/ 582168 h 619125"/>
                <a:gd name="connsiteX589" fmla="*/ 115158 w 342900"/>
                <a:gd name="connsiteY589" fmla="*/ 581597 h 619125"/>
                <a:gd name="connsiteX590" fmla="*/ 114586 w 342900"/>
                <a:gd name="connsiteY590" fmla="*/ 579787 h 619125"/>
                <a:gd name="connsiteX591" fmla="*/ 115538 w 342900"/>
                <a:gd name="connsiteY591" fmla="*/ 578739 h 619125"/>
                <a:gd name="connsiteX592" fmla="*/ 117253 w 342900"/>
                <a:gd name="connsiteY592" fmla="*/ 578358 h 619125"/>
                <a:gd name="connsiteX593" fmla="*/ 118777 w 342900"/>
                <a:gd name="connsiteY593" fmla="*/ 578168 h 619125"/>
                <a:gd name="connsiteX594" fmla="*/ 120206 w 342900"/>
                <a:gd name="connsiteY594" fmla="*/ 577691 h 619125"/>
                <a:gd name="connsiteX595" fmla="*/ 122015 w 342900"/>
                <a:gd name="connsiteY595" fmla="*/ 575405 h 619125"/>
                <a:gd name="connsiteX596" fmla="*/ 123158 w 342900"/>
                <a:gd name="connsiteY596" fmla="*/ 574929 h 619125"/>
                <a:gd name="connsiteX597" fmla="*/ 124587 w 342900"/>
                <a:gd name="connsiteY597" fmla="*/ 574548 h 619125"/>
                <a:gd name="connsiteX598" fmla="*/ 125540 w 342900"/>
                <a:gd name="connsiteY598" fmla="*/ 573596 h 619125"/>
                <a:gd name="connsiteX599" fmla="*/ 126302 w 342900"/>
                <a:gd name="connsiteY599" fmla="*/ 572453 h 619125"/>
                <a:gd name="connsiteX600" fmla="*/ 127254 w 342900"/>
                <a:gd name="connsiteY600" fmla="*/ 571500 h 619125"/>
                <a:gd name="connsiteX601" fmla="*/ 128588 w 342900"/>
                <a:gd name="connsiteY601" fmla="*/ 571119 h 619125"/>
                <a:gd name="connsiteX602" fmla="*/ 131445 w 342900"/>
                <a:gd name="connsiteY602" fmla="*/ 570833 h 619125"/>
                <a:gd name="connsiteX603" fmla="*/ 132683 w 342900"/>
                <a:gd name="connsiteY603" fmla="*/ 570167 h 619125"/>
                <a:gd name="connsiteX604" fmla="*/ 134112 w 342900"/>
                <a:gd name="connsiteY604" fmla="*/ 570833 h 619125"/>
                <a:gd name="connsiteX605" fmla="*/ 137541 w 342900"/>
                <a:gd name="connsiteY605" fmla="*/ 570357 h 619125"/>
                <a:gd name="connsiteX606" fmla="*/ 138970 w 342900"/>
                <a:gd name="connsiteY606" fmla="*/ 571214 h 619125"/>
                <a:gd name="connsiteX607" fmla="*/ 140208 w 342900"/>
                <a:gd name="connsiteY607" fmla="*/ 572357 h 619125"/>
                <a:gd name="connsiteX608" fmla="*/ 143637 w 342900"/>
                <a:gd name="connsiteY608" fmla="*/ 574929 h 619125"/>
                <a:gd name="connsiteX609" fmla="*/ 143923 w 342900"/>
                <a:gd name="connsiteY609" fmla="*/ 575120 h 619125"/>
                <a:gd name="connsiteX610" fmla="*/ 144113 w 342900"/>
                <a:gd name="connsiteY610" fmla="*/ 574739 h 619125"/>
                <a:gd name="connsiteX611" fmla="*/ 145447 w 342900"/>
                <a:gd name="connsiteY611" fmla="*/ 570833 h 619125"/>
                <a:gd name="connsiteX612" fmla="*/ 145733 w 342900"/>
                <a:gd name="connsiteY612" fmla="*/ 569024 h 619125"/>
                <a:gd name="connsiteX613" fmla="*/ 145828 w 342900"/>
                <a:gd name="connsiteY613" fmla="*/ 564452 h 619125"/>
                <a:gd name="connsiteX614" fmla="*/ 145637 w 342900"/>
                <a:gd name="connsiteY614" fmla="*/ 562737 h 619125"/>
                <a:gd name="connsiteX615" fmla="*/ 145542 w 342900"/>
                <a:gd name="connsiteY615" fmla="*/ 556736 h 619125"/>
                <a:gd name="connsiteX616" fmla="*/ 147161 w 342900"/>
                <a:gd name="connsiteY616" fmla="*/ 556451 h 619125"/>
                <a:gd name="connsiteX617" fmla="*/ 149828 w 342900"/>
                <a:gd name="connsiteY617" fmla="*/ 557213 h 619125"/>
                <a:gd name="connsiteX618" fmla="*/ 150781 w 342900"/>
                <a:gd name="connsiteY618" fmla="*/ 557308 h 619125"/>
                <a:gd name="connsiteX619" fmla="*/ 151638 w 342900"/>
                <a:gd name="connsiteY619" fmla="*/ 557213 h 619125"/>
                <a:gd name="connsiteX620" fmla="*/ 153448 w 342900"/>
                <a:gd name="connsiteY620" fmla="*/ 556546 h 619125"/>
                <a:gd name="connsiteX621" fmla="*/ 167640 w 342900"/>
                <a:gd name="connsiteY621" fmla="*/ 558260 h 619125"/>
                <a:gd name="connsiteX622" fmla="*/ 169164 w 342900"/>
                <a:gd name="connsiteY622" fmla="*/ 557784 h 619125"/>
                <a:gd name="connsiteX623" fmla="*/ 170212 w 342900"/>
                <a:gd name="connsiteY623" fmla="*/ 557308 h 619125"/>
                <a:gd name="connsiteX624" fmla="*/ 172117 w 342900"/>
                <a:gd name="connsiteY624" fmla="*/ 556641 h 619125"/>
                <a:gd name="connsiteX625" fmla="*/ 172974 w 342900"/>
                <a:gd name="connsiteY625" fmla="*/ 556641 h 619125"/>
                <a:gd name="connsiteX626" fmla="*/ 173736 w 342900"/>
                <a:gd name="connsiteY626" fmla="*/ 556641 h 619125"/>
                <a:gd name="connsiteX627" fmla="*/ 174212 w 342900"/>
                <a:gd name="connsiteY627" fmla="*/ 556832 h 619125"/>
                <a:gd name="connsiteX628" fmla="*/ 175165 w 342900"/>
                <a:gd name="connsiteY628" fmla="*/ 557308 h 619125"/>
                <a:gd name="connsiteX629" fmla="*/ 176117 w 342900"/>
                <a:gd name="connsiteY629" fmla="*/ 557594 h 619125"/>
                <a:gd name="connsiteX630" fmla="*/ 180023 w 342900"/>
                <a:gd name="connsiteY630" fmla="*/ 558165 h 619125"/>
                <a:gd name="connsiteX631" fmla="*/ 182975 w 342900"/>
                <a:gd name="connsiteY631" fmla="*/ 558070 h 619125"/>
                <a:gd name="connsiteX632" fmla="*/ 185071 w 342900"/>
                <a:gd name="connsiteY632" fmla="*/ 557403 h 619125"/>
                <a:gd name="connsiteX633" fmla="*/ 186023 w 342900"/>
                <a:gd name="connsiteY633" fmla="*/ 557022 h 619125"/>
                <a:gd name="connsiteX634" fmla="*/ 187547 w 342900"/>
                <a:gd name="connsiteY634" fmla="*/ 555974 h 619125"/>
                <a:gd name="connsiteX635" fmla="*/ 187643 w 342900"/>
                <a:gd name="connsiteY635" fmla="*/ 555784 h 619125"/>
                <a:gd name="connsiteX636" fmla="*/ 187738 w 342900"/>
                <a:gd name="connsiteY636" fmla="*/ 555689 h 619125"/>
                <a:gd name="connsiteX637" fmla="*/ 187833 w 342900"/>
                <a:gd name="connsiteY637" fmla="*/ 555498 h 619125"/>
                <a:gd name="connsiteX638" fmla="*/ 188214 w 342900"/>
                <a:gd name="connsiteY638" fmla="*/ 554927 h 619125"/>
                <a:gd name="connsiteX639" fmla="*/ 188595 w 342900"/>
                <a:gd name="connsiteY639" fmla="*/ 554069 h 619125"/>
                <a:gd name="connsiteX640" fmla="*/ 188881 w 342900"/>
                <a:gd name="connsiteY640" fmla="*/ 553403 h 619125"/>
                <a:gd name="connsiteX641" fmla="*/ 188881 w 342900"/>
                <a:gd name="connsiteY641" fmla="*/ 552831 h 619125"/>
                <a:gd name="connsiteX642" fmla="*/ 189071 w 342900"/>
                <a:gd name="connsiteY642" fmla="*/ 552260 h 619125"/>
                <a:gd name="connsiteX643" fmla="*/ 189357 w 342900"/>
                <a:gd name="connsiteY643" fmla="*/ 551879 h 619125"/>
                <a:gd name="connsiteX644" fmla="*/ 189643 w 342900"/>
                <a:gd name="connsiteY644" fmla="*/ 551498 h 619125"/>
                <a:gd name="connsiteX645" fmla="*/ 190881 w 342900"/>
                <a:gd name="connsiteY645" fmla="*/ 550926 h 619125"/>
                <a:gd name="connsiteX646" fmla="*/ 191262 w 342900"/>
                <a:gd name="connsiteY646" fmla="*/ 550640 h 619125"/>
                <a:gd name="connsiteX647" fmla="*/ 192215 w 342900"/>
                <a:gd name="connsiteY647" fmla="*/ 549974 h 619125"/>
                <a:gd name="connsiteX648" fmla="*/ 194025 w 342900"/>
                <a:gd name="connsiteY648" fmla="*/ 549212 h 619125"/>
                <a:gd name="connsiteX649" fmla="*/ 194786 w 342900"/>
                <a:gd name="connsiteY649" fmla="*/ 549116 h 619125"/>
                <a:gd name="connsiteX650" fmla="*/ 195453 w 342900"/>
                <a:gd name="connsiteY650" fmla="*/ 549212 h 619125"/>
                <a:gd name="connsiteX651" fmla="*/ 195834 w 342900"/>
                <a:gd name="connsiteY651" fmla="*/ 549497 h 619125"/>
                <a:gd name="connsiteX652" fmla="*/ 196215 w 342900"/>
                <a:gd name="connsiteY652" fmla="*/ 549878 h 619125"/>
                <a:gd name="connsiteX653" fmla="*/ 196882 w 342900"/>
                <a:gd name="connsiteY653" fmla="*/ 550640 h 619125"/>
                <a:gd name="connsiteX654" fmla="*/ 197644 w 342900"/>
                <a:gd name="connsiteY654" fmla="*/ 551783 h 619125"/>
                <a:gd name="connsiteX655" fmla="*/ 198406 w 342900"/>
                <a:gd name="connsiteY655" fmla="*/ 552545 h 619125"/>
                <a:gd name="connsiteX656" fmla="*/ 198787 w 342900"/>
                <a:gd name="connsiteY656" fmla="*/ 552831 h 619125"/>
                <a:gd name="connsiteX657" fmla="*/ 205454 w 342900"/>
                <a:gd name="connsiteY657" fmla="*/ 555974 h 619125"/>
                <a:gd name="connsiteX658" fmla="*/ 211455 w 342900"/>
                <a:gd name="connsiteY658" fmla="*/ 556355 h 619125"/>
                <a:gd name="connsiteX659" fmla="*/ 213075 w 342900"/>
                <a:gd name="connsiteY659" fmla="*/ 556165 h 619125"/>
                <a:gd name="connsiteX660" fmla="*/ 214217 w 342900"/>
                <a:gd name="connsiteY660" fmla="*/ 555308 h 619125"/>
                <a:gd name="connsiteX661" fmla="*/ 217170 w 342900"/>
                <a:gd name="connsiteY661" fmla="*/ 553688 h 619125"/>
                <a:gd name="connsiteX662" fmla="*/ 217932 w 342900"/>
                <a:gd name="connsiteY662" fmla="*/ 553117 h 619125"/>
                <a:gd name="connsiteX663" fmla="*/ 218408 w 342900"/>
                <a:gd name="connsiteY663" fmla="*/ 552545 h 619125"/>
                <a:gd name="connsiteX664" fmla="*/ 218504 w 342900"/>
                <a:gd name="connsiteY664" fmla="*/ 552355 h 619125"/>
                <a:gd name="connsiteX665" fmla="*/ 218599 w 342900"/>
                <a:gd name="connsiteY665" fmla="*/ 551974 h 619125"/>
                <a:gd name="connsiteX666" fmla="*/ 219075 w 342900"/>
                <a:gd name="connsiteY666" fmla="*/ 551117 h 619125"/>
                <a:gd name="connsiteX667" fmla="*/ 219837 w 342900"/>
                <a:gd name="connsiteY667" fmla="*/ 549878 h 619125"/>
                <a:gd name="connsiteX668" fmla="*/ 222409 w 342900"/>
                <a:gd name="connsiteY668" fmla="*/ 547592 h 619125"/>
                <a:gd name="connsiteX669" fmla="*/ 223838 w 342900"/>
                <a:gd name="connsiteY669" fmla="*/ 547021 h 619125"/>
                <a:gd name="connsiteX670" fmla="*/ 225266 w 342900"/>
                <a:gd name="connsiteY670" fmla="*/ 546926 h 619125"/>
                <a:gd name="connsiteX671" fmla="*/ 229458 w 342900"/>
                <a:gd name="connsiteY671" fmla="*/ 546068 h 619125"/>
                <a:gd name="connsiteX672" fmla="*/ 230505 w 342900"/>
                <a:gd name="connsiteY672" fmla="*/ 545687 h 619125"/>
                <a:gd name="connsiteX673" fmla="*/ 231172 w 342900"/>
                <a:gd name="connsiteY673" fmla="*/ 545211 h 619125"/>
                <a:gd name="connsiteX674" fmla="*/ 231458 w 342900"/>
                <a:gd name="connsiteY674" fmla="*/ 544830 h 619125"/>
                <a:gd name="connsiteX675" fmla="*/ 231743 w 342900"/>
                <a:gd name="connsiteY675" fmla="*/ 544163 h 619125"/>
                <a:gd name="connsiteX676" fmla="*/ 232029 w 342900"/>
                <a:gd name="connsiteY676" fmla="*/ 543687 h 619125"/>
                <a:gd name="connsiteX677" fmla="*/ 232601 w 342900"/>
                <a:gd name="connsiteY677" fmla="*/ 543116 h 619125"/>
                <a:gd name="connsiteX678" fmla="*/ 233553 w 342900"/>
                <a:gd name="connsiteY678" fmla="*/ 542163 h 619125"/>
                <a:gd name="connsiteX679" fmla="*/ 234315 w 342900"/>
                <a:gd name="connsiteY679" fmla="*/ 541687 h 619125"/>
                <a:gd name="connsiteX680" fmla="*/ 238030 w 342900"/>
                <a:gd name="connsiteY680" fmla="*/ 540258 h 619125"/>
                <a:gd name="connsiteX681" fmla="*/ 238792 w 342900"/>
                <a:gd name="connsiteY681" fmla="*/ 539687 h 619125"/>
                <a:gd name="connsiteX682" fmla="*/ 239363 w 342900"/>
                <a:gd name="connsiteY682" fmla="*/ 538925 h 619125"/>
                <a:gd name="connsiteX683" fmla="*/ 239840 w 342900"/>
                <a:gd name="connsiteY683" fmla="*/ 538639 h 619125"/>
                <a:gd name="connsiteX684" fmla="*/ 240316 w 342900"/>
                <a:gd name="connsiteY684" fmla="*/ 538639 h 619125"/>
                <a:gd name="connsiteX685" fmla="*/ 241650 w 342900"/>
                <a:gd name="connsiteY685" fmla="*/ 538829 h 619125"/>
                <a:gd name="connsiteX686" fmla="*/ 242602 w 342900"/>
                <a:gd name="connsiteY686" fmla="*/ 538734 h 619125"/>
                <a:gd name="connsiteX687" fmla="*/ 243173 w 342900"/>
                <a:gd name="connsiteY687" fmla="*/ 538448 h 619125"/>
                <a:gd name="connsiteX688" fmla="*/ 243650 w 342900"/>
                <a:gd name="connsiteY688" fmla="*/ 538067 h 619125"/>
                <a:gd name="connsiteX689" fmla="*/ 244031 w 342900"/>
                <a:gd name="connsiteY689" fmla="*/ 537782 h 619125"/>
                <a:gd name="connsiteX690" fmla="*/ 244316 w 342900"/>
                <a:gd name="connsiteY690" fmla="*/ 537401 h 619125"/>
                <a:gd name="connsiteX691" fmla="*/ 244602 w 342900"/>
                <a:gd name="connsiteY691" fmla="*/ 536924 h 619125"/>
                <a:gd name="connsiteX692" fmla="*/ 244697 w 342900"/>
                <a:gd name="connsiteY692" fmla="*/ 536448 h 619125"/>
                <a:gd name="connsiteX693" fmla="*/ 244793 w 342900"/>
                <a:gd name="connsiteY693" fmla="*/ 535877 h 619125"/>
                <a:gd name="connsiteX694" fmla="*/ 244697 w 342900"/>
                <a:gd name="connsiteY694" fmla="*/ 535305 h 619125"/>
                <a:gd name="connsiteX695" fmla="*/ 244602 w 342900"/>
                <a:gd name="connsiteY695" fmla="*/ 534829 h 619125"/>
                <a:gd name="connsiteX696" fmla="*/ 244793 w 342900"/>
                <a:gd name="connsiteY696" fmla="*/ 534257 h 619125"/>
                <a:gd name="connsiteX697" fmla="*/ 245174 w 342900"/>
                <a:gd name="connsiteY697" fmla="*/ 534162 h 619125"/>
                <a:gd name="connsiteX698" fmla="*/ 245650 w 342900"/>
                <a:gd name="connsiteY698" fmla="*/ 534257 h 619125"/>
                <a:gd name="connsiteX699" fmla="*/ 247079 w 342900"/>
                <a:gd name="connsiteY699" fmla="*/ 534448 h 619125"/>
                <a:gd name="connsiteX700" fmla="*/ 250603 w 342900"/>
                <a:gd name="connsiteY700" fmla="*/ 533400 h 619125"/>
                <a:gd name="connsiteX701" fmla="*/ 255175 w 342900"/>
                <a:gd name="connsiteY701" fmla="*/ 531876 h 619125"/>
                <a:gd name="connsiteX702" fmla="*/ 258223 w 342900"/>
                <a:gd name="connsiteY702" fmla="*/ 530257 h 619125"/>
                <a:gd name="connsiteX703" fmla="*/ 258794 w 342900"/>
                <a:gd name="connsiteY703" fmla="*/ 529781 h 619125"/>
                <a:gd name="connsiteX704" fmla="*/ 259175 w 342900"/>
                <a:gd name="connsiteY704" fmla="*/ 529495 h 619125"/>
                <a:gd name="connsiteX705" fmla="*/ 259842 w 342900"/>
                <a:gd name="connsiteY705" fmla="*/ 528733 h 619125"/>
                <a:gd name="connsiteX706" fmla="*/ 260128 w 342900"/>
                <a:gd name="connsiteY706" fmla="*/ 528352 h 619125"/>
                <a:gd name="connsiteX707" fmla="*/ 262033 w 342900"/>
                <a:gd name="connsiteY707" fmla="*/ 524637 h 619125"/>
                <a:gd name="connsiteX708" fmla="*/ 264509 w 342900"/>
                <a:gd name="connsiteY708" fmla="*/ 521970 h 619125"/>
                <a:gd name="connsiteX709" fmla="*/ 268415 w 342900"/>
                <a:gd name="connsiteY709" fmla="*/ 519208 h 619125"/>
                <a:gd name="connsiteX710" fmla="*/ 269177 w 342900"/>
                <a:gd name="connsiteY710" fmla="*/ 518446 h 619125"/>
                <a:gd name="connsiteX711" fmla="*/ 269558 w 342900"/>
                <a:gd name="connsiteY711" fmla="*/ 517684 h 619125"/>
                <a:gd name="connsiteX712" fmla="*/ 269558 w 342900"/>
                <a:gd name="connsiteY712" fmla="*/ 517112 h 619125"/>
                <a:gd name="connsiteX713" fmla="*/ 269558 w 342900"/>
                <a:gd name="connsiteY713" fmla="*/ 516541 h 619125"/>
                <a:gd name="connsiteX714" fmla="*/ 269367 w 342900"/>
                <a:gd name="connsiteY714" fmla="*/ 516065 h 619125"/>
                <a:gd name="connsiteX715" fmla="*/ 269177 w 342900"/>
                <a:gd name="connsiteY715" fmla="*/ 515588 h 619125"/>
                <a:gd name="connsiteX716" fmla="*/ 268319 w 342900"/>
                <a:gd name="connsiteY716" fmla="*/ 514445 h 619125"/>
                <a:gd name="connsiteX717" fmla="*/ 267748 w 342900"/>
                <a:gd name="connsiteY717" fmla="*/ 513588 h 619125"/>
                <a:gd name="connsiteX718" fmla="*/ 267558 w 342900"/>
                <a:gd name="connsiteY718" fmla="*/ 513112 h 619125"/>
                <a:gd name="connsiteX719" fmla="*/ 267558 w 342900"/>
                <a:gd name="connsiteY719" fmla="*/ 512540 h 619125"/>
                <a:gd name="connsiteX720" fmla="*/ 268605 w 342900"/>
                <a:gd name="connsiteY720" fmla="*/ 505492 h 619125"/>
                <a:gd name="connsiteX721" fmla="*/ 268605 w 342900"/>
                <a:gd name="connsiteY721" fmla="*/ 504920 h 619125"/>
                <a:gd name="connsiteX722" fmla="*/ 268510 w 342900"/>
                <a:gd name="connsiteY722" fmla="*/ 504349 h 619125"/>
                <a:gd name="connsiteX723" fmla="*/ 268319 w 342900"/>
                <a:gd name="connsiteY723" fmla="*/ 503968 h 619125"/>
                <a:gd name="connsiteX724" fmla="*/ 268224 w 342900"/>
                <a:gd name="connsiteY724" fmla="*/ 503682 h 619125"/>
                <a:gd name="connsiteX725" fmla="*/ 268034 w 342900"/>
                <a:gd name="connsiteY725" fmla="*/ 502730 h 619125"/>
                <a:gd name="connsiteX726" fmla="*/ 268319 w 342900"/>
                <a:gd name="connsiteY726" fmla="*/ 500634 h 619125"/>
                <a:gd name="connsiteX727" fmla="*/ 271367 w 342900"/>
                <a:gd name="connsiteY727" fmla="*/ 499682 h 619125"/>
                <a:gd name="connsiteX728" fmla="*/ 271272 w 342900"/>
                <a:gd name="connsiteY728" fmla="*/ 499015 h 619125"/>
                <a:gd name="connsiteX729" fmla="*/ 270605 w 342900"/>
                <a:gd name="connsiteY729" fmla="*/ 497300 h 619125"/>
                <a:gd name="connsiteX730" fmla="*/ 270415 w 342900"/>
                <a:gd name="connsiteY730" fmla="*/ 495967 h 619125"/>
                <a:gd name="connsiteX731" fmla="*/ 271177 w 342900"/>
                <a:gd name="connsiteY731" fmla="*/ 491871 h 619125"/>
                <a:gd name="connsiteX732" fmla="*/ 271177 w 342900"/>
                <a:gd name="connsiteY732" fmla="*/ 490728 h 619125"/>
                <a:gd name="connsiteX733" fmla="*/ 271082 w 342900"/>
                <a:gd name="connsiteY733" fmla="*/ 489585 h 619125"/>
                <a:gd name="connsiteX734" fmla="*/ 270796 w 342900"/>
                <a:gd name="connsiteY734" fmla="*/ 488061 h 619125"/>
                <a:gd name="connsiteX735" fmla="*/ 270796 w 342900"/>
                <a:gd name="connsiteY735" fmla="*/ 487109 h 619125"/>
                <a:gd name="connsiteX736" fmla="*/ 270986 w 342900"/>
                <a:gd name="connsiteY736" fmla="*/ 486442 h 619125"/>
                <a:gd name="connsiteX737" fmla="*/ 271272 w 342900"/>
                <a:gd name="connsiteY737" fmla="*/ 485966 h 619125"/>
                <a:gd name="connsiteX738" fmla="*/ 271653 w 342900"/>
                <a:gd name="connsiteY738" fmla="*/ 485680 h 619125"/>
                <a:gd name="connsiteX739" fmla="*/ 273272 w 342900"/>
                <a:gd name="connsiteY739" fmla="*/ 484537 h 619125"/>
                <a:gd name="connsiteX740" fmla="*/ 273749 w 342900"/>
                <a:gd name="connsiteY740" fmla="*/ 483680 h 619125"/>
                <a:gd name="connsiteX741" fmla="*/ 274320 w 342900"/>
                <a:gd name="connsiteY741" fmla="*/ 482251 h 619125"/>
                <a:gd name="connsiteX742" fmla="*/ 275558 w 342900"/>
                <a:gd name="connsiteY742" fmla="*/ 477488 h 619125"/>
                <a:gd name="connsiteX743" fmla="*/ 275749 w 342900"/>
                <a:gd name="connsiteY743" fmla="*/ 476345 h 619125"/>
                <a:gd name="connsiteX744" fmla="*/ 275654 w 342900"/>
                <a:gd name="connsiteY744" fmla="*/ 475679 h 619125"/>
                <a:gd name="connsiteX745" fmla="*/ 275177 w 342900"/>
                <a:gd name="connsiteY745" fmla="*/ 473869 h 619125"/>
                <a:gd name="connsiteX746" fmla="*/ 275082 w 342900"/>
                <a:gd name="connsiteY746" fmla="*/ 472821 h 619125"/>
                <a:gd name="connsiteX747" fmla="*/ 275177 w 342900"/>
                <a:gd name="connsiteY747" fmla="*/ 472154 h 619125"/>
                <a:gd name="connsiteX748" fmla="*/ 275368 w 342900"/>
                <a:gd name="connsiteY748" fmla="*/ 471488 h 619125"/>
                <a:gd name="connsiteX749" fmla="*/ 275749 w 342900"/>
                <a:gd name="connsiteY749" fmla="*/ 470821 h 619125"/>
                <a:gd name="connsiteX750" fmla="*/ 276320 w 342900"/>
                <a:gd name="connsiteY750" fmla="*/ 469678 h 619125"/>
                <a:gd name="connsiteX751" fmla="*/ 276320 w 342900"/>
                <a:gd name="connsiteY751" fmla="*/ 469011 h 619125"/>
                <a:gd name="connsiteX752" fmla="*/ 276225 w 342900"/>
                <a:gd name="connsiteY752" fmla="*/ 468344 h 619125"/>
                <a:gd name="connsiteX753" fmla="*/ 275939 w 342900"/>
                <a:gd name="connsiteY753" fmla="*/ 467963 h 619125"/>
                <a:gd name="connsiteX754" fmla="*/ 274796 w 342900"/>
                <a:gd name="connsiteY754" fmla="*/ 466725 h 619125"/>
                <a:gd name="connsiteX755" fmla="*/ 274511 w 342900"/>
                <a:gd name="connsiteY755" fmla="*/ 465868 h 619125"/>
                <a:gd name="connsiteX756" fmla="*/ 274511 w 342900"/>
                <a:gd name="connsiteY756" fmla="*/ 465392 h 619125"/>
                <a:gd name="connsiteX757" fmla="*/ 274796 w 342900"/>
                <a:gd name="connsiteY757" fmla="*/ 464915 h 619125"/>
                <a:gd name="connsiteX758" fmla="*/ 275654 w 342900"/>
                <a:gd name="connsiteY758" fmla="*/ 464249 h 619125"/>
                <a:gd name="connsiteX759" fmla="*/ 276035 w 342900"/>
                <a:gd name="connsiteY759" fmla="*/ 463868 h 619125"/>
                <a:gd name="connsiteX760" fmla="*/ 276320 w 342900"/>
                <a:gd name="connsiteY760" fmla="*/ 463296 h 619125"/>
                <a:gd name="connsiteX761" fmla="*/ 276320 w 342900"/>
                <a:gd name="connsiteY761" fmla="*/ 462725 h 619125"/>
                <a:gd name="connsiteX762" fmla="*/ 276130 w 342900"/>
                <a:gd name="connsiteY762" fmla="*/ 462248 h 619125"/>
                <a:gd name="connsiteX763" fmla="*/ 275368 w 342900"/>
                <a:gd name="connsiteY763" fmla="*/ 461582 h 619125"/>
                <a:gd name="connsiteX764" fmla="*/ 275082 w 342900"/>
                <a:gd name="connsiteY764" fmla="*/ 461201 h 619125"/>
                <a:gd name="connsiteX765" fmla="*/ 274796 w 342900"/>
                <a:gd name="connsiteY765" fmla="*/ 460724 h 619125"/>
                <a:gd name="connsiteX766" fmla="*/ 274606 w 342900"/>
                <a:gd name="connsiteY766" fmla="*/ 459962 h 619125"/>
                <a:gd name="connsiteX767" fmla="*/ 274701 w 342900"/>
                <a:gd name="connsiteY767" fmla="*/ 459391 h 619125"/>
                <a:gd name="connsiteX768" fmla="*/ 274892 w 342900"/>
                <a:gd name="connsiteY768" fmla="*/ 458915 h 619125"/>
                <a:gd name="connsiteX769" fmla="*/ 275177 w 342900"/>
                <a:gd name="connsiteY769" fmla="*/ 458343 h 619125"/>
                <a:gd name="connsiteX770" fmla="*/ 276416 w 342900"/>
                <a:gd name="connsiteY770" fmla="*/ 454724 h 619125"/>
                <a:gd name="connsiteX771" fmla="*/ 277178 w 342900"/>
                <a:gd name="connsiteY771" fmla="*/ 453295 h 619125"/>
                <a:gd name="connsiteX772" fmla="*/ 278511 w 342900"/>
                <a:gd name="connsiteY772" fmla="*/ 448913 h 619125"/>
                <a:gd name="connsiteX773" fmla="*/ 278511 w 342900"/>
                <a:gd name="connsiteY773" fmla="*/ 446818 h 619125"/>
                <a:gd name="connsiteX774" fmla="*/ 278416 w 342900"/>
                <a:gd name="connsiteY774" fmla="*/ 446723 h 619125"/>
                <a:gd name="connsiteX775" fmla="*/ 276892 w 342900"/>
                <a:gd name="connsiteY775" fmla="*/ 443960 h 619125"/>
                <a:gd name="connsiteX776" fmla="*/ 276130 w 342900"/>
                <a:gd name="connsiteY776" fmla="*/ 442817 h 619125"/>
                <a:gd name="connsiteX777" fmla="*/ 273272 w 342900"/>
                <a:gd name="connsiteY777" fmla="*/ 440722 h 619125"/>
                <a:gd name="connsiteX778" fmla="*/ 271272 w 342900"/>
                <a:gd name="connsiteY778" fmla="*/ 438626 h 619125"/>
                <a:gd name="connsiteX779" fmla="*/ 270891 w 342900"/>
                <a:gd name="connsiteY779" fmla="*/ 438245 h 619125"/>
                <a:gd name="connsiteX780" fmla="*/ 269939 w 342900"/>
                <a:gd name="connsiteY780" fmla="*/ 437769 h 619125"/>
                <a:gd name="connsiteX781" fmla="*/ 268986 w 342900"/>
                <a:gd name="connsiteY781" fmla="*/ 437293 h 619125"/>
                <a:gd name="connsiteX782" fmla="*/ 266224 w 342900"/>
                <a:gd name="connsiteY782" fmla="*/ 436436 h 619125"/>
                <a:gd name="connsiteX783" fmla="*/ 265271 w 342900"/>
                <a:gd name="connsiteY783" fmla="*/ 435959 h 619125"/>
                <a:gd name="connsiteX784" fmla="*/ 264224 w 342900"/>
                <a:gd name="connsiteY784" fmla="*/ 434912 h 619125"/>
                <a:gd name="connsiteX785" fmla="*/ 263557 w 342900"/>
                <a:gd name="connsiteY785" fmla="*/ 434054 h 619125"/>
                <a:gd name="connsiteX786" fmla="*/ 263366 w 342900"/>
                <a:gd name="connsiteY786" fmla="*/ 433388 h 619125"/>
                <a:gd name="connsiteX787" fmla="*/ 263176 w 342900"/>
                <a:gd name="connsiteY787" fmla="*/ 432340 h 619125"/>
                <a:gd name="connsiteX788" fmla="*/ 263462 w 342900"/>
                <a:gd name="connsiteY788" fmla="*/ 430816 h 619125"/>
                <a:gd name="connsiteX789" fmla="*/ 263557 w 342900"/>
                <a:gd name="connsiteY789" fmla="*/ 430149 h 619125"/>
                <a:gd name="connsiteX790" fmla="*/ 263843 w 342900"/>
                <a:gd name="connsiteY790" fmla="*/ 429578 h 619125"/>
                <a:gd name="connsiteX791" fmla="*/ 264414 w 342900"/>
                <a:gd name="connsiteY791" fmla="*/ 428720 h 619125"/>
                <a:gd name="connsiteX792" fmla="*/ 264605 w 342900"/>
                <a:gd name="connsiteY792" fmla="*/ 428244 h 619125"/>
                <a:gd name="connsiteX793" fmla="*/ 264605 w 342900"/>
                <a:gd name="connsiteY793" fmla="*/ 427673 h 619125"/>
                <a:gd name="connsiteX794" fmla="*/ 264224 w 342900"/>
                <a:gd name="connsiteY794" fmla="*/ 427006 h 619125"/>
                <a:gd name="connsiteX795" fmla="*/ 263843 w 342900"/>
                <a:gd name="connsiteY795" fmla="*/ 426625 h 619125"/>
                <a:gd name="connsiteX796" fmla="*/ 262890 w 342900"/>
                <a:gd name="connsiteY796" fmla="*/ 426053 h 619125"/>
                <a:gd name="connsiteX797" fmla="*/ 262604 w 342900"/>
                <a:gd name="connsiteY797" fmla="*/ 425577 h 619125"/>
                <a:gd name="connsiteX798" fmla="*/ 262319 w 342900"/>
                <a:gd name="connsiteY798" fmla="*/ 425006 h 619125"/>
                <a:gd name="connsiteX799" fmla="*/ 262033 w 342900"/>
                <a:gd name="connsiteY799" fmla="*/ 423672 h 619125"/>
                <a:gd name="connsiteX800" fmla="*/ 261842 w 342900"/>
                <a:gd name="connsiteY800" fmla="*/ 423196 h 619125"/>
                <a:gd name="connsiteX801" fmla="*/ 261747 w 342900"/>
                <a:gd name="connsiteY801" fmla="*/ 422910 h 619125"/>
                <a:gd name="connsiteX802" fmla="*/ 261271 w 342900"/>
                <a:gd name="connsiteY802" fmla="*/ 422243 h 619125"/>
                <a:gd name="connsiteX803" fmla="*/ 260509 w 342900"/>
                <a:gd name="connsiteY803" fmla="*/ 421481 h 619125"/>
                <a:gd name="connsiteX804" fmla="*/ 257461 w 342900"/>
                <a:gd name="connsiteY804" fmla="*/ 419005 h 619125"/>
                <a:gd name="connsiteX805" fmla="*/ 257175 w 342900"/>
                <a:gd name="connsiteY805" fmla="*/ 418529 h 619125"/>
                <a:gd name="connsiteX806" fmla="*/ 256985 w 342900"/>
                <a:gd name="connsiteY806" fmla="*/ 418052 h 619125"/>
                <a:gd name="connsiteX807" fmla="*/ 257080 w 342900"/>
                <a:gd name="connsiteY807" fmla="*/ 417100 h 619125"/>
                <a:gd name="connsiteX808" fmla="*/ 257461 w 342900"/>
                <a:gd name="connsiteY808" fmla="*/ 416243 h 619125"/>
                <a:gd name="connsiteX809" fmla="*/ 258033 w 342900"/>
                <a:gd name="connsiteY809" fmla="*/ 415004 h 619125"/>
                <a:gd name="connsiteX810" fmla="*/ 258223 w 342900"/>
                <a:gd name="connsiteY810" fmla="*/ 414338 h 619125"/>
                <a:gd name="connsiteX811" fmla="*/ 258318 w 342900"/>
                <a:gd name="connsiteY811" fmla="*/ 413671 h 619125"/>
                <a:gd name="connsiteX812" fmla="*/ 258128 w 342900"/>
                <a:gd name="connsiteY812" fmla="*/ 413195 h 619125"/>
                <a:gd name="connsiteX813" fmla="*/ 257842 w 342900"/>
                <a:gd name="connsiteY813" fmla="*/ 412814 h 619125"/>
                <a:gd name="connsiteX814" fmla="*/ 256318 w 342900"/>
                <a:gd name="connsiteY814" fmla="*/ 411575 h 619125"/>
                <a:gd name="connsiteX815" fmla="*/ 256032 w 342900"/>
                <a:gd name="connsiteY815" fmla="*/ 411099 h 619125"/>
                <a:gd name="connsiteX816" fmla="*/ 255842 w 342900"/>
                <a:gd name="connsiteY816" fmla="*/ 410718 h 619125"/>
                <a:gd name="connsiteX817" fmla="*/ 256032 w 342900"/>
                <a:gd name="connsiteY817" fmla="*/ 410147 h 619125"/>
                <a:gd name="connsiteX818" fmla="*/ 256318 w 342900"/>
                <a:gd name="connsiteY818" fmla="*/ 409575 h 619125"/>
                <a:gd name="connsiteX819" fmla="*/ 257080 w 342900"/>
                <a:gd name="connsiteY819" fmla="*/ 409004 h 619125"/>
                <a:gd name="connsiteX820" fmla="*/ 257842 w 342900"/>
                <a:gd name="connsiteY820" fmla="*/ 408718 h 619125"/>
                <a:gd name="connsiteX821" fmla="*/ 258794 w 342900"/>
                <a:gd name="connsiteY821" fmla="*/ 408527 h 619125"/>
                <a:gd name="connsiteX822" fmla="*/ 261366 w 342900"/>
                <a:gd name="connsiteY822" fmla="*/ 408527 h 619125"/>
                <a:gd name="connsiteX823" fmla="*/ 263462 w 342900"/>
                <a:gd name="connsiteY823" fmla="*/ 407956 h 619125"/>
                <a:gd name="connsiteX824" fmla="*/ 265271 w 342900"/>
                <a:gd name="connsiteY824" fmla="*/ 406622 h 619125"/>
                <a:gd name="connsiteX825" fmla="*/ 267653 w 342900"/>
                <a:gd name="connsiteY825" fmla="*/ 406146 h 619125"/>
                <a:gd name="connsiteX826" fmla="*/ 268415 w 342900"/>
                <a:gd name="connsiteY826" fmla="*/ 406146 h 619125"/>
                <a:gd name="connsiteX827" fmla="*/ 268891 w 342900"/>
                <a:gd name="connsiteY827" fmla="*/ 405956 h 619125"/>
                <a:gd name="connsiteX828" fmla="*/ 269367 w 342900"/>
                <a:gd name="connsiteY828" fmla="*/ 405765 h 619125"/>
                <a:gd name="connsiteX829" fmla="*/ 270129 w 342900"/>
                <a:gd name="connsiteY829" fmla="*/ 405194 h 619125"/>
                <a:gd name="connsiteX830" fmla="*/ 273177 w 342900"/>
                <a:gd name="connsiteY830" fmla="*/ 401955 h 619125"/>
                <a:gd name="connsiteX831" fmla="*/ 273939 w 342900"/>
                <a:gd name="connsiteY831" fmla="*/ 400717 h 619125"/>
                <a:gd name="connsiteX832" fmla="*/ 274320 w 342900"/>
                <a:gd name="connsiteY832" fmla="*/ 399764 h 619125"/>
                <a:gd name="connsiteX833" fmla="*/ 274320 w 342900"/>
                <a:gd name="connsiteY833" fmla="*/ 398431 h 619125"/>
                <a:gd name="connsiteX834" fmla="*/ 274511 w 342900"/>
                <a:gd name="connsiteY834" fmla="*/ 397193 h 619125"/>
                <a:gd name="connsiteX835" fmla="*/ 274606 w 342900"/>
                <a:gd name="connsiteY835" fmla="*/ 396621 h 619125"/>
                <a:gd name="connsiteX836" fmla="*/ 274796 w 342900"/>
                <a:gd name="connsiteY836" fmla="*/ 396050 h 619125"/>
                <a:gd name="connsiteX837" fmla="*/ 275082 w 342900"/>
                <a:gd name="connsiteY837" fmla="*/ 395573 h 619125"/>
                <a:gd name="connsiteX838" fmla="*/ 275939 w 342900"/>
                <a:gd name="connsiteY838" fmla="*/ 395383 h 619125"/>
                <a:gd name="connsiteX839" fmla="*/ 276796 w 342900"/>
                <a:gd name="connsiteY839" fmla="*/ 395288 h 619125"/>
                <a:gd name="connsiteX840" fmla="*/ 280607 w 342900"/>
                <a:gd name="connsiteY840" fmla="*/ 396621 h 619125"/>
                <a:gd name="connsiteX841" fmla="*/ 281178 w 342900"/>
                <a:gd name="connsiteY841" fmla="*/ 396526 h 619125"/>
                <a:gd name="connsiteX842" fmla="*/ 282035 w 342900"/>
                <a:gd name="connsiteY842" fmla="*/ 396240 h 619125"/>
                <a:gd name="connsiteX843" fmla="*/ 282416 w 342900"/>
                <a:gd name="connsiteY843" fmla="*/ 395954 h 619125"/>
                <a:gd name="connsiteX844" fmla="*/ 282702 w 342900"/>
                <a:gd name="connsiteY844" fmla="*/ 394716 h 619125"/>
                <a:gd name="connsiteX845" fmla="*/ 282797 w 342900"/>
                <a:gd name="connsiteY845" fmla="*/ 393668 h 619125"/>
                <a:gd name="connsiteX846" fmla="*/ 282702 w 342900"/>
                <a:gd name="connsiteY846" fmla="*/ 385953 h 619125"/>
                <a:gd name="connsiteX847" fmla="*/ 282607 w 342900"/>
                <a:gd name="connsiteY847" fmla="*/ 384429 h 619125"/>
                <a:gd name="connsiteX848" fmla="*/ 282512 w 342900"/>
                <a:gd name="connsiteY848" fmla="*/ 383953 h 619125"/>
                <a:gd name="connsiteX849" fmla="*/ 282321 w 342900"/>
                <a:gd name="connsiteY849" fmla="*/ 383381 h 619125"/>
                <a:gd name="connsiteX850" fmla="*/ 281845 w 342900"/>
                <a:gd name="connsiteY850" fmla="*/ 382810 h 619125"/>
                <a:gd name="connsiteX851" fmla="*/ 281750 w 342900"/>
                <a:gd name="connsiteY851" fmla="*/ 382429 h 619125"/>
                <a:gd name="connsiteX852" fmla="*/ 281083 w 342900"/>
                <a:gd name="connsiteY852" fmla="*/ 380524 h 619125"/>
                <a:gd name="connsiteX853" fmla="*/ 280607 w 342900"/>
                <a:gd name="connsiteY853" fmla="*/ 377666 h 619125"/>
                <a:gd name="connsiteX854" fmla="*/ 280511 w 342900"/>
                <a:gd name="connsiteY854" fmla="*/ 375190 h 619125"/>
                <a:gd name="connsiteX855" fmla="*/ 280607 w 342900"/>
                <a:gd name="connsiteY855" fmla="*/ 373856 h 619125"/>
                <a:gd name="connsiteX856" fmla="*/ 281083 w 342900"/>
                <a:gd name="connsiteY856" fmla="*/ 371285 h 619125"/>
                <a:gd name="connsiteX857" fmla="*/ 281464 w 342900"/>
                <a:gd name="connsiteY857" fmla="*/ 370523 h 619125"/>
                <a:gd name="connsiteX858" fmla="*/ 282131 w 342900"/>
                <a:gd name="connsiteY858" fmla="*/ 369570 h 619125"/>
                <a:gd name="connsiteX859" fmla="*/ 284702 w 342900"/>
                <a:gd name="connsiteY859" fmla="*/ 366427 h 619125"/>
                <a:gd name="connsiteX860" fmla="*/ 288417 w 342900"/>
                <a:gd name="connsiteY860" fmla="*/ 363093 h 619125"/>
                <a:gd name="connsiteX861" fmla="*/ 289370 w 342900"/>
                <a:gd name="connsiteY861" fmla="*/ 361950 h 619125"/>
                <a:gd name="connsiteX862" fmla="*/ 289751 w 342900"/>
                <a:gd name="connsiteY862" fmla="*/ 361188 h 619125"/>
                <a:gd name="connsiteX863" fmla="*/ 290227 w 342900"/>
                <a:gd name="connsiteY863" fmla="*/ 360140 h 619125"/>
                <a:gd name="connsiteX864" fmla="*/ 290798 w 342900"/>
                <a:gd name="connsiteY864" fmla="*/ 357950 h 619125"/>
                <a:gd name="connsiteX865" fmla="*/ 291656 w 342900"/>
                <a:gd name="connsiteY865" fmla="*/ 353187 h 619125"/>
                <a:gd name="connsiteX866" fmla="*/ 292513 w 342900"/>
                <a:gd name="connsiteY866" fmla="*/ 351568 h 619125"/>
                <a:gd name="connsiteX867" fmla="*/ 295180 w 342900"/>
                <a:gd name="connsiteY867" fmla="*/ 347948 h 619125"/>
                <a:gd name="connsiteX868" fmla="*/ 296799 w 342900"/>
                <a:gd name="connsiteY868" fmla="*/ 343948 h 619125"/>
                <a:gd name="connsiteX869" fmla="*/ 297656 w 342900"/>
                <a:gd name="connsiteY869" fmla="*/ 342805 h 619125"/>
                <a:gd name="connsiteX870" fmla="*/ 299847 w 342900"/>
                <a:gd name="connsiteY870" fmla="*/ 340424 h 619125"/>
                <a:gd name="connsiteX871" fmla="*/ 302228 w 342900"/>
                <a:gd name="connsiteY871" fmla="*/ 337376 h 619125"/>
                <a:gd name="connsiteX872" fmla="*/ 304895 w 342900"/>
                <a:gd name="connsiteY872" fmla="*/ 332994 h 619125"/>
                <a:gd name="connsiteX873" fmla="*/ 304991 w 342900"/>
                <a:gd name="connsiteY873" fmla="*/ 332708 h 619125"/>
                <a:gd name="connsiteX874" fmla="*/ 306800 w 342900"/>
                <a:gd name="connsiteY874" fmla="*/ 327374 h 619125"/>
                <a:gd name="connsiteX875" fmla="*/ 307277 w 342900"/>
                <a:gd name="connsiteY875" fmla="*/ 326327 h 619125"/>
                <a:gd name="connsiteX876" fmla="*/ 307753 w 342900"/>
                <a:gd name="connsiteY876" fmla="*/ 325565 h 619125"/>
                <a:gd name="connsiteX877" fmla="*/ 308134 w 342900"/>
                <a:gd name="connsiteY877" fmla="*/ 324422 h 619125"/>
                <a:gd name="connsiteX878" fmla="*/ 308420 w 342900"/>
                <a:gd name="connsiteY878" fmla="*/ 322802 h 619125"/>
                <a:gd name="connsiteX879" fmla="*/ 309277 w 342900"/>
                <a:gd name="connsiteY879" fmla="*/ 315754 h 619125"/>
                <a:gd name="connsiteX880" fmla="*/ 308801 w 342900"/>
                <a:gd name="connsiteY880" fmla="*/ 312896 h 619125"/>
                <a:gd name="connsiteX881" fmla="*/ 302895 w 342900"/>
                <a:gd name="connsiteY881" fmla="*/ 307562 h 619125"/>
                <a:gd name="connsiteX882" fmla="*/ 300323 w 342900"/>
                <a:gd name="connsiteY882" fmla="*/ 300038 h 619125"/>
                <a:gd name="connsiteX883" fmla="*/ 299752 w 342900"/>
                <a:gd name="connsiteY883" fmla="*/ 298704 h 619125"/>
                <a:gd name="connsiteX884" fmla="*/ 294894 w 342900"/>
                <a:gd name="connsiteY884" fmla="*/ 290227 h 619125"/>
                <a:gd name="connsiteX885" fmla="*/ 292703 w 342900"/>
                <a:gd name="connsiteY885" fmla="*/ 288322 h 619125"/>
                <a:gd name="connsiteX886" fmla="*/ 292037 w 342900"/>
                <a:gd name="connsiteY886" fmla="*/ 287560 h 619125"/>
                <a:gd name="connsiteX887" fmla="*/ 291656 w 342900"/>
                <a:gd name="connsiteY887" fmla="*/ 286703 h 619125"/>
                <a:gd name="connsiteX888" fmla="*/ 291084 w 342900"/>
                <a:gd name="connsiteY888" fmla="*/ 285369 h 619125"/>
                <a:gd name="connsiteX889" fmla="*/ 289370 w 342900"/>
                <a:gd name="connsiteY889" fmla="*/ 279464 h 619125"/>
                <a:gd name="connsiteX890" fmla="*/ 289084 w 342900"/>
                <a:gd name="connsiteY890" fmla="*/ 278416 h 619125"/>
                <a:gd name="connsiteX891" fmla="*/ 288417 w 342900"/>
                <a:gd name="connsiteY891" fmla="*/ 276701 h 619125"/>
                <a:gd name="connsiteX892" fmla="*/ 286131 w 342900"/>
                <a:gd name="connsiteY892" fmla="*/ 273272 h 619125"/>
                <a:gd name="connsiteX893" fmla="*/ 285369 w 342900"/>
                <a:gd name="connsiteY893" fmla="*/ 271463 h 619125"/>
                <a:gd name="connsiteX894" fmla="*/ 284036 w 342900"/>
                <a:gd name="connsiteY894" fmla="*/ 266986 h 619125"/>
                <a:gd name="connsiteX895" fmla="*/ 281464 w 342900"/>
                <a:gd name="connsiteY895" fmla="*/ 266510 h 619125"/>
                <a:gd name="connsiteX896" fmla="*/ 280892 w 342900"/>
                <a:gd name="connsiteY896" fmla="*/ 266319 h 619125"/>
                <a:gd name="connsiteX897" fmla="*/ 280416 w 342900"/>
                <a:gd name="connsiteY897" fmla="*/ 266129 h 619125"/>
                <a:gd name="connsiteX898" fmla="*/ 280035 w 342900"/>
                <a:gd name="connsiteY898" fmla="*/ 265843 h 619125"/>
                <a:gd name="connsiteX899" fmla="*/ 278130 w 342900"/>
                <a:gd name="connsiteY899" fmla="*/ 263462 h 619125"/>
                <a:gd name="connsiteX900" fmla="*/ 277368 w 342900"/>
                <a:gd name="connsiteY900" fmla="*/ 262795 h 619125"/>
                <a:gd name="connsiteX901" fmla="*/ 275749 w 342900"/>
                <a:gd name="connsiteY901" fmla="*/ 261557 h 619125"/>
                <a:gd name="connsiteX902" fmla="*/ 274892 w 342900"/>
                <a:gd name="connsiteY902" fmla="*/ 260985 h 619125"/>
                <a:gd name="connsiteX903" fmla="*/ 265367 w 342900"/>
                <a:gd name="connsiteY903" fmla="*/ 257842 h 619125"/>
                <a:gd name="connsiteX904" fmla="*/ 264509 w 342900"/>
                <a:gd name="connsiteY904" fmla="*/ 257366 h 619125"/>
                <a:gd name="connsiteX905" fmla="*/ 264224 w 342900"/>
                <a:gd name="connsiteY905" fmla="*/ 257175 h 619125"/>
                <a:gd name="connsiteX906" fmla="*/ 263938 w 342900"/>
                <a:gd name="connsiteY906" fmla="*/ 256985 h 619125"/>
                <a:gd name="connsiteX907" fmla="*/ 263652 w 342900"/>
                <a:gd name="connsiteY907" fmla="*/ 255937 h 619125"/>
                <a:gd name="connsiteX908" fmla="*/ 263366 w 342900"/>
                <a:gd name="connsiteY908" fmla="*/ 254318 h 619125"/>
                <a:gd name="connsiteX909" fmla="*/ 262700 w 342900"/>
                <a:gd name="connsiteY909" fmla="*/ 247460 h 619125"/>
                <a:gd name="connsiteX910" fmla="*/ 262223 w 342900"/>
                <a:gd name="connsiteY910" fmla="*/ 245840 h 619125"/>
                <a:gd name="connsiteX911" fmla="*/ 262128 w 342900"/>
                <a:gd name="connsiteY911" fmla="*/ 245174 h 619125"/>
                <a:gd name="connsiteX912" fmla="*/ 262223 w 342900"/>
                <a:gd name="connsiteY912" fmla="*/ 244221 h 619125"/>
                <a:gd name="connsiteX913" fmla="*/ 262795 w 342900"/>
                <a:gd name="connsiteY913" fmla="*/ 241935 h 619125"/>
                <a:gd name="connsiteX914" fmla="*/ 263843 w 342900"/>
                <a:gd name="connsiteY914" fmla="*/ 239459 h 619125"/>
                <a:gd name="connsiteX915" fmla="*/ 264224 w 342900"/>
                <a:gd name="connsiteY915" fmla="*/ 237935 h 619125"/>
                <a:gd name="connsiteX916" fmla="*/ 264224 w 342900"/>
                <a:gd name="connsiteY916" fmla="*/ 236887 h 619125"/>
                <a:gd name="connsiteX917" fmla="*/ 264128 w 342900"/>
                <a:gd name="connsiteY917" fmla="*/ 235363 h 619125"/>
                <a:gd name="connsiteX918" fmla="*/ 263366 w 342900"/>
                <a:gd name="connsiteY918" fmla="*/ 229743 h 619125"/>
                <a:gd name="connsiteX919" fmla="*/ 263557 w 342900"/>
                <a:gd name="connsiteY919" fmla="*/ 228029 h 619125"/>
                <a:gd name="connsiteX920" fmla="*/ 264986 w 342900"/>
                <a:gd name="connsiteY920" fmla="*/ 225076 h 619125"/>
                <a:gd name="connsiteX921" fmla="*/ 268129 w 342900"/>
                <a:gd name="connsiteY921" fmla="*/ 219837 h 619125"/>
                <a:gd name="connsiteX922" fmla="*/ 268700 w 342900"/>
                <a:gd name="connsiteY922" fmla="*/ 218408 h 619125"/>
                <a:gd name="connsiteX923" fmla="*/ 269462 w 342900"/>
                <a:gd name="connsiteY923" fmla="*/ 217075 h 619125"/>
                <a:gd name="connsiteX924" fmla="*/ 271177 w 342900"/>
                <a:gd name="connsiteY924" fmla="*/ 216122 h 619125"/>
                <a:gd name="connsiteX925" fmla="*/ 274320 w 342900"/>
                <a:gd name="connsiteY925" fmla="*/ 215456 h 619125"/>
                <a:gd name="connsiteX926" fmla="*/ 275273 w 342900"/>
                <a:gd name="connsiteY926" fmla="*/ 214694 h 619125"/>
                <a:gd name="connsiteX927" fmla="*/ 275558 w 342900"/>
                <a:gd name="connsiteY927" fmla="*/ 213646 h 619125"/>
                <a:gd name="connsiteX928" fmla="*/ 275463 w 342900"/>
                <a:gd name="connsiteY928" fmla="*/ 212312 h 619125"/>
                <a:gd name="connsiteX929" fmla="*/ 275463 w 342900"/>
                <a:gd name="connsiteY929" fmla="*/ 211169 h 619125"/>
                <a:gd name="connsiteX930" fmla="*/ 276035 w 342900"/>
                <a:gd name="connsiteY930" fmla="*/ 210026 h 619125"/>
                <a:gd name="connsiteX931" fmla="*/ 280702 w 342900"/>
                <a:gd name="connsiteY931" fmla="*/ 208407 h 619125"/>
                <a:gd name="connsiteX932" fmla="*/ 284607 w 342900"/>
                <a:gd name="connsiteY932" fmla="*/ 203454 h 619125"/>
                <a:gd name="connsiteX933" fmla="*/ 286798 w 342900"/>
                <a:gd name="connsiteY933" fmla="*/ 200120 h 619125"/>
                <a:gd name="connsiteX934" fmla="*/ 286798 w 342900"/>
                <a:gd name="connsiteY934" fmla="*/ 199549 h 619125"/>
                <a:gd name="connsiteX935" fmla="*/ 286798 w 342900"/>
                <a:gd name="connsiteY935" fmla="*/ 198787 h 619125"/>
                <a:gd name="connsiteX936" fmla="*/ 284321 w 342900"/>
                <a:gd name="connsiteY936" fmla="*/ 195644 h 619125"/>
                <a:gd name="connsiteX937" fmla="*/ 283178 w 342900"/>
                <a:gd name="connsiteY937" fmla="*/ 193834 h 619125"/>
                <a:gd name="connsiteX938" fmla="*/ 282226 w 342900"/>
                <a:gd name="connsiteY938" fmla="*/ 191929 h 619125"/>
                <a:gd name="connsiteX939" fmla="*/ 281559 w 342900"/>
                <a:gd name="connsiteY939" fmla="*/ 190024 h 619125"/>
                <a:gd name="connsiteX940" fmla="*/ 281273 w 342900"/>
                <a:gd name="connsiteY940" fmla="*/ 188786 h 619125"/>
                <a:gd name="connsiteX941" fmla="*/ 281083 w 342900"/>
                <a:gd name="connsiteY941" fmla="*/ 187833 h 619125"/>
                <a:gd name="connsiteX942" fmla="*/ 281178 w 342900"/>
                <a:gd name="connsiteY942" fmla="*/ 186976 h 619125"/>
                <a:gd name="connsiteX943" fmla="*/ 281464 w 342900"/>
                <a:gd name="connsiteY943" fmla="*/ 186023 h 619125"/>
                <a:gd name="connsiteX944" fmla="*/ 281750 w 342900"/>
                <a:gd name="connsiteY944" fmla="*/ 185071 h 619125"/>
                <a:gd name="connsiteX945" fmla="*/ 282131 w 342900"/>
                <a:gd name="connsiteY945" fmla="*/ 184499 h 619125"/>
                <a:gd name="connsiteX946" fmla="*/ 282416 w 342900"/>
                <a:gd name="connsiteY946" fmla="*/ 184023 h 619125"/>
                <a:gd name="connsiteX947" fmla="*/ 282797 w 342900"/>
                <a:gd name="connsiteY947" fmla="*/ 183737 h 619125"/>
                <a:gd name="connsiteX948" fmla="*/ 285464 w 342900"/>
                <a:gd name="connsiteY948" fmla="*/ 182213 h 619125"/>
                <a:gd name="connsiteX949" fmla="*/ 286036 w 342900"/>
                <a:gd name="connsiteY949" fmla="*/ 181261 h 619125"/>
                <a:gd name="connsiteX950" fmla="*/ 286608 w 342900"/>
                <a:gd name="connsiteY950" fmla="*/ 179927 h 619125"/>
                <a:gd name="connsiteX951" fmla="*/ 287560 w 342900"/>
                <a:gd name="connsiteY951" fmla="*/ 176498 h 619125"/>
                <a:gd name="connsiteX952" fmla="*/ 288227 w 342900"/>
                <a:gd name="connsiteY952" fmla="*/ 174879 h 619125"/>
                <a:gd name="connsiteX953" fmla="*/ 288989 w 342900"/>
                <a:gd name="connsiteY953" fmla="*/ 173355 h 619125"/>
                <a:gd name="connsiteX954" fmla="*/ 289846 w 342900"/>
                <a:gd name="connsiteY954" fmla="*/ 172688 h 619125"/>
                <a:gd name="connsiteX955" fmla="*/ 290798 w 342900"/>
                <a:gd name="connsiteY955" fmla="*/ 172212 h 619125"/>
                <a:gd name="connsiteX956" fmla="*/ 291751 w 342900"/>
                <a:gd name="connsiteY956" fmla="*/ 172117 h 619125"/>
                <a:gd name="connsiteX957" fmla="*/ 293942 w 342900"/>
                <a:gd name="connsiteY957" fmla="*/ 172212 h 619125"/>
                <a:gd name="connsiteX958" fmla="*/ 294989 w 342900"/>
                <a:gd name="connsiteY958" fmla="*/ 172022 h 619125"/>
                <a:gd name="connsiteX959" fmla="*/ 297752 w 342900"/>
                <a:gd name="connsiteY959" fmla="*/ 170593 h 619125"/>
                <a:gd name="connsiteX960" fmla="*/ 299561 w 342900"/>
                <a:gd name="connsiteY960" fmla="*/ 169545 h 619125"/>
                <a:gd name="connsiteX961" fmla="*/ 301752 w 342900"/>
                <a:gd name="connsiteY961" fmla="*/ 168593 h 619125"/>
                <a:gd name="connsiteX962" fmla="*/ 302419 w 342900"/>
                <a:gd name="connsiteY962" fmla="*/ 168497 h 619125"/>
                <a:gd name="connsiteX963" fmla="*/ 303181 w 342900"/>
                <a:gd name="connsiteY963" fmla="*/ 168688 h 619125"/>
                <a:gd name="connsiteX964" fmla="*/ 303752 w 342900"/>
                <a:gd name="connsiteY964" fmla="*/ 169164 h 619125"/>
                <a:gd name="connsiteX965" fmla="*/ 304705 w 342900"/>
                <a:gd name="connsiteY965" fmla="*/ 170402 h 619125"/>
                <a:gd name="connsiteX966" fmla="*/ 307848 w 342900"/>
                <a:gd name="connsiteY966" fmla="*/ 173165 h 619125"/>
                <a:gd name="connsiteX967" fmla="*/ 309182 w 342900"/>
                <a:gd name="connsiteY967" fmla="*/ 173831 h 619125"/>
                <a:gd name="connsiteX968" fmla="*/ 310039 w 342900"/>
                <a:gd name="connsiteY968" fmla="*/ 174022 h 619125"/>
                <a:gd name="connsiteX969" fmla="*/ 310706 w 342900"/>
                <a:gd name="connsiteY969" fmla="*/ 174022 h 619125"/>
                <a:gd name="connsiteX970" fmla="*/ 312325 w 342900"/>
                <a:gd name="connsiteY970" fmla="*/ 173450 h 619125"/>
                <a:gd name="connsiteX971" fmla="*/ 313468 w 342900"/>
                <a:gd name="connsiteY971" fmla="*/ 173260 h 619125"/>
                <a:gd name="connsiteX972" fmla="*/ 314039 w 342900"/>
                <a:gd name="connsiteY972" fmla="*/ 173260 h 619125"/>
                <a:gd name="connsiteX973" fmla="*/ 318040 w 342900"/>
                <a:gd name="connsiteY973" fmla="*/ 173641 h 619125"/>
                <a:gd name="connsiteX974" fmla="*/ 319278 w 342900"/>
                <a:gd name="connsiteY974" fmla="*/ 173546 h 619125"/>
                <a:gd name="connsiteX975" fmla="*/ 320326 w 342900"/>
                <a:gd name="connsiteY975" fmla="*/ 173260 h 619125"/>
                <a:gd name="connsiteX976" fmla="*/ 321278 w 342900"/>
                <a:gd name="connsiteY976" fmla="*/ 172879 h 619125"/>
                <a:gd name="connsiteX977" fmla="*/ 322136 w 342900"/>
                <a:gd name="connsiteY977" fmla="*/ 172307 h 619125"/>
                <a:gd name="connsiteX978" fmla="*/ 322802 w 342900"/>
                <a:gd name="connsiteY978" fmla="*/ 171641 h 619125"/>
                <a:gd name="connsiteX979" fmla="*/ 325469 w 342900"/>
                <a:gd name="connsiteY979" fmla="*/ 167450 h 619125"/>
                <a:gd name="connsiteX980" fmla="*/ 326041 w 342900"/>
                <a:gd name="connsiteY980" fmla="*/ 166688 h 619125"/>
                <a:gd name="connsiteX981" fmla="*/ 326898 w 342900"/>
                <a:gd name="connsiteY981" fmla="*/ 166211 h 619125"/>
                <a:gd name="connsiteX982" fmla="*/ 330041 w 342900"/>
                <a:gd name="connsiteY982" fmla="*/ 165068 h 619125"/>
                <a:gd name="connsiteX983" fmla="*/ 330994 w 342900"/>
                <a:gd name="connsiteY983" fmla="*/ 164592 h 619125"/>
                <a:gd name="connsiteX984" fmla="*/ 331375 w 342900"/>
                <a:gd name="connsiteY984" fmla="*/ 164306 h 619125"/>
                <a:gd name="connsiteX985" fmla="*/ 331756 w 342900"/>
                <a:gd name="connsiteY985" fmla="*/ 163925 h 619125"/>
                <a:gd name="connsiteX986" fmla="*/ 332232 w 342900"/>
                <a:gd name="connsiteY986" fmla="*/ 163354 h 619125"/>
                <a:gd name="connsiteX987" fmla="*/ 332804 w 342900"/>
                <a:gd name="connsiteY987" fmla="*/ 162497 h 619125"/>
                <a:gd name="connsiteX988" fmla="*/ 333185 w 342900"/>
                <a:gd name="connsiteY988" fmla="*/ 161925 h 619125"/>
                <a:gd name="connsiteX989" fmla="*/ 333470 w 342900"/>
                <a:gd name="connsiteY989" fmla="*/ 161258 h 619125"/>
                <a:gd name="connsiteX990" fmla="*/ 333661 w 342900"/>
                <a:gd name="connsiteY990" fmla="*/ 160496 h 619125"/>
                <a:gd name="connsiteX991" fmla="*/ 333851 w 342900"/>
                <a:gd name="connsiteY991" fmla="*/ 159449 h 619125"/>
                <a:gd name="connsiteX992" fmla="*/ 334042 w 342900"/>
                <a:gd name="connsiteY992" fmla="*/ 157639 h 619125"/>
                <a:gd name="connsiteX993" fmla="*/ 333946 w 342900"/>
                <a:gd name="connsiteY993" fmla="*/ 151829 h 619125"/>
                <a:gd name="connsiteX994" fmla="*/ 334042 w 342900"/>
                <a:gd name="connsiteY994" fmla="*/ 150971 h 619125"/>
                <a:gd name="connsiteX995" fmla="*/ 334328 w 342900"/>
                <a:gd name="connsiteY995" fmla="*/ 149924 h 619125"/>
                <a:gd name="connsiteX996" fmla="*/ 334899 w 342900"/>
                <a:gd name="connsiteY996" fmla="*/ 148971 h 619125"/>
                <a:gd name="connsiteX997" fmla="*/ 335375 w 342900"/>
                <a:gd name="connsiteY997" fmla="*/ 148400 h 619125"/>
                <a:gd name="connsiteX998" fmla="*/ 336518 w 342900"/>
                <a:gd name="connsiteY998" fmla="*/ 147257 h 619125"/>
                <a:gd name="connsiteX999" fmla="*/ 337185 w 342900"/>
                <a:gd name="connsiteY999" fmla="*/ 146495 h 619125"/>
                <a:gd name="connsiteX1000" fmla="*/ 337471 w 342900"/>
                <a:gd name="connsiteY1000" fmla="*/ 146018 h 619125"/>
                <a:gd name="connsiteX1001" fmla="*/ 337661 w 342900"/>
                <a:gd name="connsiteY1001" fmla="*/ 145352 h 619125"/>
                <a:gd name="connsiteX1002" fmla="*/ 337852 w 342900"/>
                <a:gd name="connsiteY1002" fmla="*/ 144399 h 619125"/>
                <a:gd name="connsiteX1003" fmla="*/ 337852 w 342900"/>
                <a:gd name="connsiteY1003" fmla="*/ 142875 h 619125"/>
                <a:gd name="connsiteX1004" fmla="*/ 337947 w 342900"/>
                <a:gd name="connsiteY1004" fmla="*/ 141732 h 619125"/>
                <a:gd name="connsiteX1005" fmla="*/ 338138 w 342900"/>
                <a:gd name="connsiteY1005" fmla="*/ 140684 h 619125"/>
                <a:gd name="connsiteX1006" fmla="*/ 339090 w 342900"/>
                <a:gd name="connsiteY1006" fmla="*/ 138684 h 619125"/>
                <a:gd name="connsiteX1007" fmla="*/ 340709 w 342900"/>
                <a:gd name="connsiteY1007" fmla="*/ 136112 h 619125"/>
                <a:gd name="connsiteX1008" fmla="*/ 342995 w 342900"/>
                <a:gd name="connsiteY1008" fmla="*/ 131159 h 619125"/>
                <a:gd name="connsiteX1009" fmla="*/ 343471 w 342900"/>
                <a:gd name="connsiteY1009" fmla="*/ 129445 h 619125"/>
                <a:gd name="connsiteX1010" fmla="*/ 343948 w 342900"/>
                <a:gd name="connsiteY1010" fmla="*/ 126111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</a:cxnLst>
              <a:rect l="l" t="t" r="r" b="b"/>
              <a:pathLst>
                <a:path w="342900" h="619125">
                  <a:moveTo>
                    <a:pt x="343853" y="125349"/>
                  </a:moveTo>
                  <a:lnTo>
                    <a:pt x="343662" y="124778"/>
                  </a:lnTo>
                  <a:lnTo>
                    <a:pt x="342043" y="122682"/>
                  </a:lnTo>
                  <a:lnTo>
                    <a:pt x="340709" y="121920"/>
                  </a:lnTo>
                  <a:lnTo>
                    <a:pt x="340519" y="121634"/>
                  </a:lnTo>
                  <a:lnTo>
                    <a:pt x="339090" y="119634"/>
                  </a:lnTo>
                  <a:lnTo>
                    <a:pt x="338804" y="119253"/>
                  </a:lnTo>
                  <a:lnTo>
                    <a:pt x="338423" y="118872"/>
                  </a:lnTo>
                  <a:lnTo>
                    <a:pt x="337947" y="118586"/>
                  </a:lnTo>
                  <a:lnTo>
                    <a:pt x="337471" y="118301"/>
                  </a:lnTo>
                  <a:lnTo>
                    <a:pt x="336900" y="118110"/>
                  </a:lnTo>
                  <a:lnTo>
                    <a:pt x="335661" y="117920"/>
                  </a:lnTo>
                  <a:lnTo>
                    <a:pt x="335185" y="117729"/>
                  </a:lnTo>
                  <a:lnTo>
                    <a:pt x="334709" y="117158"/>
                  </a:lnTo>
                  <a:lnTo>
                    <a:pt x="334423" y="116300"/>
                  </a:lnTo>
                  <a:lnTo>
                    <a:pt x="333946" y="114776"/>
                  </a:lnTo>
                  <a:lnTo>
                    <a:pt x="333566" y="114014"/>
                  </a:lnTo>
                  <a:lnTo>
                    <a:pt x="333185" y="113443"/>
                  </a:lnTo>
                  <a:lnTo>
                    <a:pt x="332899" y="112967"/>
                  </a:lnTo>
                  <a:lnTo>
                    <a:pt x="332613" y="112205"/>
                  </a:lnTo>
                  <a:lnTo>
                    <a:pt x="332518" y="111157"/>
                  </a:lnTo>
                  <a:lnTo>
                    <a:pt x="332423" y="108966"/>
                  </a:lnTo>
                  <a:lnTo>
                    <a:pt x="332613" y="106871"/>
                  </a:lnTo>
                  <a:lnTo>
                    <a:pt x="333185" y="103537"/>
                  </a:lnTo>
                  <a:lnTo>
                    <a:pt x="332994" y="100298"/>
                  </a:lnTo>
                  <a:lnTo>
                    <a:pt x="333185" y="95631"/>
                  </a:lnTo>
                  <a:lnTo>
                    <a:pt x="333089" y="94869"/>
                  </a:lnTo>
                  <a:lnTo>
                    <a:pt x="332804" y="94012"/>
                  </a:lnTo>
                  <a:lnTo>
                    <a:pt x="332232" y="92964"/>
                  </a:lnTo>
                  <a:lnTo>
                    <a:pt x="331756" y="92393"/>
                  </a:lnTo>
                  <a:lnTo>
                    <a:pt x="331375" y="92012"/>
                  </a:lnTo>
                  <a:lnTo>
                    <a:pt x="331089" y="91916"/>
                  </a:lnTo>
                  <a:lnTo>
                    <a:pt x="330518" y="91821"/>
                  </a:lnTo>
                  <a:lnTo>
                    <a:pt x="330041" y="91821"/>
                  </a:lnTo>
                  <a:lnTo>
                    <a:pt x="327660" y="92107"/>
                  </a:lnTo>
                  <a:lnTo>
                    <a:pt x="326993" y="92107"/>
                  </a:lnTo>
                  <a:lnTo>
                    <a:pt x="319373" y="90392"/>
                  </a:lnTo>
                  <a:lnTo>
                    <a:pt x="318421" y="89821"/>
                  </a:lnTo>
                  <a:lnTo>
                    <a:pt x="317564" y="89154"/>
                  </a:lnTo>
                  <a:lnTo>
                    <a:pt x="316516" y="88106"/>
                  </a:lnTo>
                  <a:lnTo>
                    <a:pt x="316135" y="87725"/>
                  </a:lnTo>
                  <a:lnTo>
                    <a:pt x="315563" y="87535"/>
                  </a:lnTo>
                  <a:lnTo>
                    <a:pt x="314992" y="87344"/>
                  </a:lnTo>
                  <a:lnTo>
                    <a:pt x="307658" y="86201"/>
                  </a:lnTo>
                  <a:lnTo>
                    <a:pt x="305371" y="85439"/>
                  </a:lnTo>
                  <a:lnTo>
                    <a:pt x="304895" y="85154"/>
                  </a:lnTo>
                  <a:lnTo>
                    <a:pt x="304514" y="84868"/>
                  </a:lnTo>
                  <a:lnTo>
                    <a:pt x="303848" y="84011"/>
                  </a:lnTo>
                  <a:lnTo>
                    <a:pt x="303562" y="83630"/>
                  </a:lnTo>
                  <a:lnTo>
                    <a:pt x="302514" y="81058"/>
                  </a:lnTo>
                  <a:lnTo>
                    <a:pt x="302133" y="80296"/>
                  </a:lnTo>
                  <a:lnTo>
                    <a:pt x="301466" y="79534"/>
                  </a:lnTo>
                  <a:lnTo>
                    <a:pt x="295656" y="75914"/>
                  </a:lnTo>
                  <a:lnTo>
                    <a:pt x="295370" y="75724"/>
                  </a:lnTo>
                  <a:lnTo>
                    <a:pt x="294894" y="74962"/>
                  </a:lnTo>
                  <a:lnTo>
                    <a:pt x="294704" y="74581"/>
                  </a:lnTo>
                  <a:lnTo>
                    <a:pt x="294608" y="73819"/>
                  </a:lnTo>
                  <a:lnTo>
                    <a:pt x="294799" y="72866"/>
                  </a:lnTo>
                  <a:lnTo>
                    <a:pt x="295466" y="71247"/>
                  </a:lnTo>
                  <a:lnTo>
                    <a:pt x="296037" y="70485"/>
                  </a:lnTo>
                  <a:lnTo>
                    <a:pt x="296513" y="69914"/>
                  </a:lnTo>
                  <a:lnTo>
                    <a:pt x="297466" y="69342"/>
                  </a:lnTo>
                  <a:lnTo>
                    <a:pt x="297942" y="68675"/>
                  </a:lnTo>
                  <a:lnTo>
                    <a:pt x="298514" y="67628"/>
                  </a:lnTo>
                  <a:lnTo>
                    <a:pt x="299371" y="65437"/>
                  </a:lnTo>
                  <a:lnTo>
                    <a:pt x="299942" y="64389"/>
                  </a:lnTo>
                  <a:lnTo>
                    <a:pt x="300419" y="63818"/>
                  </a:lnTo>
                  <a:lnTo>
                    <a:pt x="300800" y="63818"/>
                  </a:lnTo>
                  <a:lnTo>
                    <a:pt x="301181" y="63818"/>
                  </a:lnTo>
                  <a:lnTo>
                    <a:pt x="301562" y="64008"/>
                  </a:lnTo>
                  <a:lnTo>
                    <a:pt x="301943" y="64389"/>
                  </a:lnTo>
                  <a:lnTo>
                    <a:pt x="302228" y="65056"/>
                  </a:lnTo>
                  <a:lnTo>
                    <a:pt x="302895" y="67056"/>
                  </a:lnTo>
                  <a:lnTo>
                    <a:pt x="303276" y="67628"/>
                  </a:lnTo>
                  <a:lnTo>
                    <a:pt x="303943" y="68294"/>
                  </a:lnTo>
                  <a:lnTo>
                    <a:pt x="304800" y="68675"/>
                  </a:lnTo>
                  <a:lnTo>
                    <a:pt x="305562" y="68580"/>
                  </a:lnTo>
                  <a:lnTo>
                    <a:pt x="306038" y="67913"/>
                  </a:lnTo>
                  <a:lnTo>
                    <a:pt x="306324" y="66580"/>
                  </a:lnTo>
                  <a:lnTo>
                    <a:pt x="306705" y="60960"/>
                  </a:lnTo>
                  <a:lnTo>
                    <a:pt x="307562" y="58293"/>
                  </a:lnTo>
                  <a:lnTo>
                    <a:pt x="308705" y="57055"/>
                  </a:lnTo>
                  <a:lnTo>
                    <a:pt x="310134" y="56388"/>
                  </a:lnTo>
                  <a:lnTo>
                    <a:pt x="313563" y="55721"/>
                  </a:lnTo>
                  <a:lnTo>
                    <a:pt x="319373" y="53531"/>
                  </a:lnTo>
                  <a:lnTo>
                    <a:pt x="323850" y="51054"/>
                  </a:lnTo>
                  <a:lnTo>
                    <a:pt x="336709" y="46958"/>
                  </a:lnTo>
                  <a:lnTo>
                    <a:pt x="340138" y="45244"/>
                  </a:lnTo>
                  <a:lnTo>
                    <a:pt x="340900" y="44672"/>
                  </a:lnTo>
                  <a:lnTo>
                    <a:pt x="341567" y="43720"/>
                  </a:lnTo>
                  <a:lnTo>
                    <a:pt x="341567" y="42863"/>
                  </a:lnTo>
                  <a:lnTo>
                    <a:pt x="340995" y="41910"/>
                  </a:lnTo>
                  <a:lnTo>
                    <a:pt x="340043" y="41243"/>
                  </a:lnTo>
                  <a:lnTo>
                    <a:pt x="336614" y="40196"/>
                  </a:lnTo>
                  <a:lnTo>
                    <a:pt x="335375" y="40005"/>
                  </a:lnTo>
                  <a:lnTo>
                    <a:pt x="331565" y="40577"/>
                  </a:lnTo>
                  <a:lnTo>
                    <a:pt x="325184" y="39815"/>
                  </a:lnTo>
                  <a:lnTo>
                    <a:pt x="324326" y="39338"/>
                  </a:lnTo>
                  <a:lnTo>
                    <a:pt x="323564" y="38100"/>
                  </a:lnTo>
                  <a:lnTo>
                    <a:pt x="323088" y="35147"/>
                  </a:lnTo>
                  <a:lnTo>
                    <a:pt x="322898" y="33052"/>
                  </a:lnTo>
                  <a:lnTo>
                    <a:pt x="321469" y="26194"/>
                  </a:lnTo>
                  <a:lnTo>
                    <a:pt x="321374" y="20193"/>
                  </a:lnTo>
                  <a:lnTo>
                    <a:pt x="321183" y="19431"/>
                  </a:lnTo>
                  <a:lnTo>
                    <a:pt x="320897" y="18288"/>
                  </a:lnTo>
                  <a:lnTo>
                    <a:pt x="320421" y="17145"/>
                  </a:lnTo>
                  <a:lnTo>
                    <a:pt x="319088" y="14954"/>
                  </a:lnTo>
                  <a:lnTo>
                    <a:pt x="316611" y="12573"/>
                  </a:lnTo>
                  <a:lnTo>
                    <a:pt x="313849" y="9430"/>
                  </a:lnTo>
                  <a:lnTo>
                    <a:pt x="313563" y="8858"/>
                  </a:lnTo>
                  <a:lnTo>
                    <a:pt x="313277" y="8192"/>
                  </a:lnTo>
                  <a:lnTo>
                    <a:pt x="312896" y="7239"/>
                  </a:lnTo>
                  <a:lnTo>
                    <a:pt x="312706" y="6287"/>
                  </a:lnTo>
                  <a:lnTo>
                    <a:pt x="312706" y="4953"/>
                  </a:lnTo>
                  <a:lnTo>
                    <a:pt x="312992" y="3143"/>
                  </a:lnTo>
                  <a:lnTo>
                    <a:pt x="313087" y="0"/>
                  </a:lnTo>
                  <a:lnTo>
                    <a:pt x="307467" y="3810"/>
                  </a:lnTo>
                  <a:lnTo>
                    <a:pt x="305848" y="5239"/>
                  </a:lnTo>
                  <a:lnTo>
                    <a:pt x="303752" y="8382"/>
                  </a:lnTo>
                  <a:lnTo>
                    <a:pt x="303276" y="9620"/>
                  </a:lnTo>
                  <a:lnTo>
                    <a:pt x="302990" y="10478"/>
                  </a:lnTo>
                  <a:lnTo>
                    <a:pt x="302895" y="11240"/>
                  </a:lnTo>
                  <a:lnTo>
                    <a:pt x="302895" y="11906"/>
                  </a:lnTo>
                  <a:lnTo>
                    <a:pt x="302895" y="12573"/>
                  </a:lnTo>
                  <a:lnTo>
                    <a:pt x="303086" y="13811"/>
                  </a:lnTo>
                  <a:lnTo>
                    <a:pt x="303467" y="14859"/>
                  </a:lnTo>
                  <a:lnTo>
                    <a:pt x="304324" y="16859"/>
                  </a:lnTo>
                  <a:lnTo>
                    <a:pt x="305181" y="18193"/>
                  </a:lnTo>
                  <a:lnTo>
                    <a:pt x="306800" y="20193"/>
                  </a:lnTo>
                  <a:lnTo>
                    <a:pt x="307086" y="20574"/>
                  </a:lnTo>
                  <a:lnTo>
                    <a:pt x="307277" y="21241"/>
                  </a:lnTo>
                  <a:lnTo>
                    <a:pt x="307372" y="22098"/>
                  </a:lnTo>
                  <a:lnTo>
                    <a:pt x="307372" y="23622"/>
                  </a:lnTo>
                  <a:lnTo>
                    <a:pt x="307181" y="24479"/>
                  </a:lnTo>
                  <a:lnTo>
                    <a:pt x="306800" y="25146"/>
                  </a:lnTo>
                  <a:lnTo>
                    <a:pt x="306229" y="25622"/>
                  </a:lnTo>
                  <a:lnTo>
                    <a:pt x="305276" y="26289"/>
                  </a:lnTo>
                  <a:lnTo>
                    <a:pt x="304229" y="26670"/>
                  </a:lnTo>
                  <a:lnTo>
                    <a:pt x="294608" y="28004"/>
                  </a:lnTo>
                  <a:lnTo>
                    <a:pt x="292418" y="28670"/>
                  </a:lnTo>
                  <a:lnTo>
                    <a:pt x="285464" y="32290"/>
                  </a:lnTo>
                  <a:lnTo>
                    <a:pt x="284417" y="32671"/>
                  </a:lnTo>
                  <a:lnTo>
                    <a:pt x="282035" y="33052"/>
                  </a:lnTo>
                  <a:lnTo>
                    <a:pt x="280607" y="33052"/>
                  </a:lnTo>
                  <a:lnTo>
                    <a:pt x="277940" y="32576"/>
                  </a:lnTo>
                  <a:lnTo>
                    <a:pt x="276606" y="32576"/>
                  </a:lnTo>
                  <a:lnTo>
                    <a:pt x="275463" y="32766"/>
                  </a:lnTo>
                  <a:lnTo>
                    <a:pt x="274892" y="32861"/>
                  </a:lnTo>
                  <a:lnTo>
                    <a:pt x="262223" y="41720"/>
                  </a:lnTo>
                  <a:lnTo>
                    <a:pt x="261366" y="42291"/>
                  </a:lnTo>
                  <a:lnTo>
                    <a:pt x="259747" y="42863"/>
                  </a:lnTo>
                  <a:lnTo>
                    <a:pt x="255746" y="43720"/>
                  </a:lnTo>
                  <a:lnTo>
                    <a:pt x="248888" y="44387"/>
                  </a:lnTo>
                  <a:lnTo>
                    <a:pt x="247555" y="44387"/>
                  </a:lnTo>
                  <a:lnTo>
                    <a:pt x="246698" y="44196"/>
                  </a:lnTo>
                  <a:lnTo>
                    <a:pt x="245650" y="43720"/>
                  </a:lnTo>
                  <a:lnTo>
                    <a:pt x="245078" y="43434"/>
                  </a:lnTo>
                  <a:lnTo>
                    <a:pt x="244507" y="42958"/>
                  </a:lnTo>
                  <a:lnTo>
                    <a:pt x="243840" y="42291"/>
                  </a:lnTo>
                  <a:lnTo>
                    <a:pt x="243554" y="41815"/>
                  </a:lnTo>
                  <a:lnTo>
                    <a:pt x="243269" y="41339"/>
                  </a:lnTo>
                  <a:lnTo>
                    <a:pt x="241173" y="36386"/>
                  </a:lnTo>
                  <a:lnTo>
                    <a:pt x="240792" y="35814"/>
                  </a:lnTo>
                  <a:lnTo>
                    <a:pt x="240316" y="35147"/>
                  </a:lnTo>
                  <a:lnTo>
                    <a:pt x="239173" y="34100"/>
                  </a:lnTo>
                  <a:lnTo>
                    <a:pt x="238316" y="33623"/>
                  </a:lnTo>
                  <a:lnTo>
                    <a:pt x="237458" y="33338"/>
                  </a:lnTo>
                  <a:lnTo>
                    <a:pt x="236220" y="33242"/>
                  </a:lnTo>
                  <a:lnTo>
                    <a:pt x="235458" y="33242"/>
                  </a:lnTo>
                  <a:lnTo>
                    <a:pt x="227743" y="35433"/>
                  </a:lnTo>
                  <a:lnTo>
                    <a:pt x="217742" y="40481"/>
                  </a:lnTo>
                  <a:lnTo>
                    <a:pt x="216884" y="41053"/>
                  </a:lnTo>
                  <a:lnTo>
                    <a:pt x="216122" y="41720"/>
                  </a:lnTo>
                  <a:lnTo>
                    <a:pt x="214789" y="43434"/>
                  </a:lnTo>
                  <a:lnTo>
                    <a:pt x="211169" y="49721"/>
                  </a:lnTo>
                  <a:lnTo>
                    <a:pt x="208312" y="54102"/>
                  </a:lnTo>
                  <a:lnTo>
                    <a:pt x="206121" y="56483"/>
                  </a:lnTo>
                  <a:lnTo>
                    <a:pt x="205454" y="56960"/>
                  </a:lnTo>
                  <a:lnTo>
                    <a:pt x="199549" y="59627"/>
                  </a:lnTo>
                  <a:lnTo>
                    <a:pt x="198977" y="59722"/>
                  </a:lnTo>
                  <a:lnTo>
                    <a:pt x="198120" y="59817"/>
                  </a:lnTo>
                  <a:lnTo>
                    <a:pt x="197453" y="59627"/>
                  </a:lnTo>
                  <a:lnTo>
                    <a:pt x="196977" y="59436"/>
                  </a:lnTo>
                  <a:lnTo>
                    <a:pt x="196501" y="59055"/>
                  </a:lnTo>
                  <a:lnTo>
                    <a:pt x="196215" y="58674"/>
                  </a:lnTo>
                  <a:lnTo>
                    <a:pt x="195548" y="57912"/>
                  </a:lnTo>
                  <a:lnTo>
                    <a:pt x="194882" y="57150"/>
                  </a:lnTo>
                  <a:lnTo>
                    <a:pt x="189548" y="53531"/>
                  </a:lnTo>
                  <a:lnTo>
                    <a:pt x="189262" y="53150"/>
                  </a:lnTo>
                  <a:lnTo>
                    <a:pt x="188500" y="52864"/>
                  </a:lnTo>
                  <a:lnTo>
                    <a:pt x="187547" y="52483"/>
                  </a:lnTo>
                  <a:lnTo>
                    <a:pt x="184309" y="52007"/>
                  </a:lnTo>
                  <a:lnTo>
                    <a:pt x="183547" y="51721"/>
                  </a:lnTo>
                  <a:lnTo>
                    <a:pt x="180213" y="49721"/>
                  </a:lnTo>
                  <a:lnTo>
                    <a:pt x="179070" y="48768"/>
                  </a:lnTo>
                  <a:lnTo>
                    <a:pt x="178213" y="48387"/>
                  </a:lnTo>
                  <a:lnTo>
                    <a:pt x="177165" y="48006"/>
                  </a:lnTo>
                  <a:lnTo>
                    <a:pt x="174784" y="47435"/>
                  </a:lnTo>
                  <a:lnTo>
                    <a:pt x="173641" y="47435"/>
                  </a:lnTo>
                  <a:lnTo>
                    <a:pt x="172784" y="47530"/>
                  </a:lnTo>
                  <a:lnTo>
                    <a:pt x="169069" y="50292"/>
                  </a:lnTo>
                  <a:lnTo>
                    <a:pt x="164021" y="52959"/>
                  </a:lnTo>
                  <a:lnTo>
                    <a:pt x="163449" y="53340"/>
                  </a:lnTo>
                  <a:lnTo>
                    <a:pt x="163163" y="53721"/>
                  </a:lnTo>
                  <a:lnTo>
                    <a:pt x="162496" y="55245"/>
                  </a:lnTo>
                  <a:lnTo>
                    <a:pt x="161258" y="56960"/>
                  </a:lnTo>
                  <a:lnTo>
                    <a:pt x="159449" y="60293"/>
                  </a:lnTo>
                  <a:lnTo>
                    <a:pt x="158496" y="63056"/>
                  </a:lnTo>
                  <a:lnTo>
                    <a:pt x="154115" y="71438"/>
                  </a:lnTo>
                  <a:lnTo>
                    <a:pt x="153638" y="71914"/>
                  </a:lnTo>
                  <a:lnTo>
                    <a:pt x="152210" y="73247"/>
                  </a:lnTo>
                  <a:lnTo>
                    <a:pt x="149638" y="75724"/>
                  </a:lnTo>
                  <a:lnTo>
                    <a:pt x="148781" y="77057"/>
                  </a:lnTo>
                  <a:lnTo>
                    <a:pt x="142875" y="89059"/>
                  </a:lnTo>
                  <a:lnTo>
                    <a:pt x="140779" y="94869"/>
                  </a:lnTo>
                  <a:lnTo>
                    <a:pt x="140303" y="95917"/>
                  </a:lnTo>
                  <a:lnTo>
                    <a:pt x="139827" y="96583"/>
                  </a:lnTo>
                  <a:lnTo>
                    <a:pt x="137636" y="99346"/>
                  </a:lnTo>
                  <a:lnTo>
                    <a:pt x="137160" y="100203"/>
                  </a:lnTo>
                  <a:lnTo>
                    <a:pt x="136779" y="100965"/>
                  </a:lnTo>
                  <a:lnTo>
                    <a:pt x="136303" y="105156"/>
                  </a:lnTo>
                  <a:lnTo>
                    <a:pt x="136112" y="106299"/>
                  </a:lnTo>
                  <a:lnTo>
                    <a:pt x="135541" y="108014"/>
                  </a:lnTo>
                  <a:lnTo>
                    <a:pt x="135065" y="109157"/>
                  </a:lnTo>
                  <a:lnTo>
                    <a:pt x="134588" y="109823"/>
                  </a:lnTo>
                  <a:lnTo>
                    <a:pt x="131540" y="112871"/>
                  </a:lnTo>
                  <a:lnTo>
                    <a:pt x="128683" y="116015"/>
                  </a:lnTo>
                  <a:lnTo>
                    <a:pt x="128111" y="116396"/>
                  </a:lnTo>
                  <a:lnTo>
                    <a:pt x="127540" y="116586"/>
                  </a:lnTo>
                  <a:lnTo>
                    <a:pt x="126016" y="116872"/>
                  </a:lnTo>
                  <a:lnTo>
                    <a:pt x="124873" y="117348"/>
                  </a:lnTo>
                  <a:lnTo>
                    <a:pt x="122777" y="118777"/>
                  </a:lnTo>
                  <a:lnTo>
                    <a:pt x="121825" y="119253"/>
                  </a:lnTo>
                  <a:lnTo>
                    <a:pt x="121063" y="119253"/>
                  </a:lnTo>
                  <a:lnTo>
                    <a:pt x="120110" y="119158"/>
                  </a:lnTo>
                  <a:lnTo>
                    <a:pt x="118396" y="118491"/>
                  </a:lnTo>
                  <a:lnTo>
                    <a:pt x="117539" y="118015"/>
                  </a:lnTo>
                  <a:lnTo>
                    <a:pt x="116967" y="117539"/>
                  </a:lnTo>
                  <a:lnTo>
                    <a:pt x="116110" y="116300"/>
                  </a:lnTo>
                  <a:lnTo>
                    <a:pt x="115729" y="115919"/>
                  </a:lnTo>
                  <a:lnTo>
                    <a:pt x="114871" y="115348"/>
                  </a:lnTo>
                  <a:lnTo>
                    <a:pt x="100108" y="113633"/>
                  </a:lnTo>
                  <a:lnTo>
                    <a:pt x="98203" y="113919"/>
                  </a:lnTo>
                  <a:lnTo>
                    <a:pt x="97155" y="114395"/>
                  </a:lnTo>
                  <a:lnTo>
                    <a:pt x="96869" y="114872"/>
                  </a:lnTo>
                  <a:lnTo>
                    <a:pt x="96869" y="115348"/>
                  </a:lnTo>
                  <a:lnTo>
                    <a:pt x="98012" y="116967"/>
                  </a:lnTo>
                  <a:lnTo>
                    <a:pt x="97250" y="117253"/>
                  </a:lnTo>
                  <a:lnTo>
                    <a:pt x="94964" y="116396"/>
                  </a:lnTo>
                  <a:lnTo>
                    <a:pt x="94869" y="117253"/>
                  </a:lnTo>
                  <a:lnTo>
                    <a:pt x="94964" y="125635"/>
                  </a:lnTo>
                  <a:lnTo>
                    <a:pt x="94583" y="127064"/>
                  </a:lnTo>
                  <a:lnTo>
                    <a:pt x="90773" y="130493"/>
                  </a:lnTo>
                  <a:lnTo>
                    <a:pt x="88392" y="135065"/>
                  </a:lnTo>
                  <a:lnTo>
                    <a:pt x="86296" y="136589"/>
                  </a:lnTo>
                  <a:lnTo>
                    <a:pt x="83725" y="137065"/>
                  </a:lnTo>
                  <a:lnTo>
                    <a:pt x="76867" y="136874"/>
                  </a:lnTo>
                  <a:lnTo>
                    <a:pt x="74104" y="137255"/>
                  </a:lnTo>
                  <a:lnTo>
                    <a:pt x="71723" y="138589"/>
                  </a:lnTo>
                  <a:lnTo>
                    <a:pt x="69723" y="141161"/>
                  </a:lnTo>
                  <a:lnTo>
                    <a:pt x="70390" y="142113"/>
                  </a:lnTo>
                  <a:lnTo>
                    <a:pt x="72295" y="143066"/>
                  </a:lnTo>
                  <a:lnTo>
                    <a:pt x="73057" y="144018"/>
                  </a:lnTo>
                  <a:lnTo>
                    <a:pt x="74295" y="143256"/>
                  </a:lnTo>
                  <a:lnTo>
                    <a:pt x="74962" y="144113"/>
                  </a:lnTo>
                  <a:lnTo>
                    <a:pt x="75343" y="145542"/>
                  </a:lnTo>
                  <a:lnTo>
                    <a:pt x="75724" y="146780"/>
                  </a:lnTo>
                  <a:lnTo>
                    <a:pt x="76962" y="147828"/>
                  </a:lnTo>
                  <a:lnTo>
                    <a:pt x="78105" y="148304"/>
                  </a:lnTo>
                  <a:lnTo>
                    <a:pt x="78962" y="148876"/>
                  </a:lnTo>
                  <a:lnTo>
                    <a:pt x="79058" y="150305"/>
                  </a:lnTo>
                  <a:lnTo>
                    <a:pt x="78677" y="151638"/>
                  </a:lnTo>
                  <a:lnTo>
                    <a:pt x="73628" y="162973"/>
                  </a:lnTo>
                  <a:lnTo>
                    <a:pt x="71723" y="170593"/>
                  </a:lnTo>
                  <a:lnTo>
                    <a:pt x="70390" y="173831"/>
                  </a:lnTo>
                  <a:lnTo>
                    <a:pt x="68104" y="176403"/>
                  </a:lnTo>
                  <a:lnTo>
                    <a:pt x="62770" y="178880"/>
                  </a:lnTo>
                  <a:lnTo>
                    <a:pt x="60579" y="180404"/>
                  </a:lnTo>
                  <a:lnTo>
                    <a:pt x="58769" y="183356"/>
                  </a:lnTo>
                  <a:lnTo>
                    <a:pt x="60484" y="187166"/>
                  </a:lnTo>
                  <a:lnTo>
                    <a:pt x="61246" y="189357"/>
                  </a:lnTo>
                  <a:lnTo>
                    <a:pt x="61246" y="190691"/>
                  </a:lnTo>
                  <a:lnTo>
                    <a:pt x="60484" y="192500"/>
                  </a:lnTo>
                  <a:lnTo>
                    <a:pt x="59341" y="199549"/>
                  </a:lnTo>
                  <a:lnTo>
                    <a:pt x="58484" y="201359"/>
                  </a:lnTo>
                  <a:lnTo>
                    <a:pt x="57626" y="202692"/>
                  </a:lnTo>
                  <a:lnTo>
                    <a:pt x="56864" y="204121"/>
                  </a:lnTo>
                  <a:lnTo>
                    <a:pt x="56388" y="207359"/>
                  </a:lnTo>
                  <a:lnTo>
                    <a:pt x="56007" y="208217"/>
                  </a:lnTo>
                  <a:lnTo>
                    <a:pt x="54674" y="209645"/>
                  </a:lnTo>
                  <a:lnTo>
                    <a:pt x="54197" y="210503"/>
                  </a:lnTo>
                  <a:lnTo>
                    <a:pt x="53340" y="213551"/>
                  </a:lnTo>
                  <a:lnTo>
                    <a:pt x="50673" y="219456"/>
                  </a:lnTo>
                  <a:lnTo>
                    <a:pt x="50864" y="220409"/>
                  </a:lnTo>
                  <a:lnTo>
                    <a:pt x="51054" y="220790"/>
                  </a:lnTo>
                  <a:lnTo>
                    <a:pt x="53054" y="223552"/>
                  </a:lnTo>
                  <a:lnTo>
                    <a:pt x="53054" y="224314"/>
                  </a:lnTo>
                  <a:lnTo>
                    <a:pt x="52959" y="227171"/>
                  </a:lnTo>
                  <a:lnTo>
                    <a:pt x="52769" y="228219"/>
                  </a:lnTo>
                  <a:lnTo>
                    <a:pt x="52292" y="229267"/>
                  </a:lnTo>
                  <a:lnTo>
                    <a:pt x="51054" y="230791"/>
                  </a:lnTo>
                  <a:lnTo>
                    <a:pt x="50578" y="231553"/>
                  </a:lnTo>
                  <a:lnTo>
                    <a:pt x="50197" y="232791"/>
                  </a:lnTo>
                  <a:lnTo>
                    <a:pt x="49721" y="235077"/>
                  </a:lnTo>
                  <a:lnTo>
                    <a:pt x="49149" y="236125"/>
                  </a:lnTo>
                  <a:lnTo>
                    <a:pt x="47720" y="237268"/>
                  </a:lnTo>
                  <a:lnTo>
                    <a:pt x="44387" y="237935"/>
                  </a:lnTo>
                  <a:lnTo>
                    <a:pt x="42958" y="239268"/>
                  </a:lnTo>
                  <a:lnTo>
                    <a:pt x="41434" y="242888"/>
                  </a:lnTo>
                  <a:lnTo>
                    <a:pt x="40672" y="244221"/>
                  </a:lnTo>
                  <a:lnTo>
                    <a:pt x="37910" y="246317"/>
                  </a:lnTo>
                  <a:lnTo>
                    <a:pt x="37433" y="246602"/>
                  </a:lnTo>
                  <a:lnTo>
                    <a:pt x="37052" y="247364"/>
                  </a:lnTo>
                  <a:lnTo>
                    <a:pt x="34671" y="250412"/>
                  </a:lnTo>
                  <a:lnTo>
                    <a:pt x="33814" y="251079"/>
                  </a:lnTo>
                  <a:lnTo>
                    <a:pt x="32766" y="251555"/>
                  </a:lnTo>
                  <a:lnTo>
                    <a:pt x="31718" y="251746"/>
                  </a:lnTo>
                  <a:lnTo>
                    <a:pt x="29337" y="251936"/>
                  </a:lnTo>
                  <a:lnTo>
                    <a:pt x="28194" y="252413"/>
                  </a:lnTo>
                  <a:lnTo>
                    <a:pt x="27337" y="253365"/>
                  </a:lnTo>
                  <a:lnTo>
                    <a:pt x="26479" y="258985"/>
                  </a:lnTo>
                  <a:lnTo>
                    <a:pt x="26479" y="259461"/>
                  </a:lnTo>
                  <a:lnTo>
                    <a:pt x="25718" y="260509"/>
                  </a:lnTo>
                  <a:lnTo>
                    <a:pt x="24765" y="261080"/>
                  </a:lnTo>
                  <a:lnTo>
                    <a:pt x="23622" y="261461"/>
                  </a:lnTo>
                  <a:lnTo>
                    <a:pt x="22384" y="261557"/>
                  </a:lnTo>
                  <a:lnTo>
                    <a:pt x="21908" y="262033"/>
                  </a:lnTo>
                  <a:lnTo>
                    <a:pt x="20955" y="265652"/>
                  </a:lnTo>
                  <a:lnTo>
                    <a:pt x="21717" y="267843"/>
                  </a:lnTo>
                  <a:lnTo>
                    <a:pt x="21717" y="269558"/>
                  </a:lnTo>
                  <a:lnTo>
                    <a:pt x="20955" y="273368"/>
                  </a:lnTo>
                  <a:lnTo>
                    <a:pt x="21622" y="281273"/>
                  </a:lnTo>
                  <a:lnTo>
                    <a:pt x="21622" y="281559"/>
                  </a:lnTo>
                  <a:lnTo>
                    <a:pt x="21908" y="281940"/>
                  </a:lnTo>
                  <a:lnTo>
                    <a:pt x="22098" y="282321"/>
                  </a:lnTo>
                  <a:lnTo>
                    <a:pt x="22098" y="284226"/>
                  </a:lnTo>
                  <a:lnTo>
                    <a:pt x="22098" y="284417"/>
                  </a:lnTo>
                  <a:lnTo>
                    <a:pt x="22098" y="285464"/>
                  </a:lnTo>
                  <a:lnTo>
                    <a:pt x="22098" y="286417"/>
                  </a:lnTo>
                  <a:lnTo>
                    <a:pt x="22193" y="286988"/>
                  </a:lnTo>
                  <a:lnTo>
                    <a:pt x="22955" y="287274"/>
                  </a:lnTo>
                  <a:lnTo>
                    <a:pt x="24670" y="287560"/>
                  </a:lnTo>
                  <a:lnTo>
                    <a:pt x="26003" y="288322"/>
                  </a:lnTo>
                  <a:lnTo>
                    <a:pt x="27146" y="289370"/>
                  </a:lnTo>
                  <a:lnTo>
                    <a:pt x="28099" y="290608"/>
                  </a:lnTo>
                  <a:lnTo>
                    <a:pt x="33242" y="301276"/>
                  </a:lnTo>
                  <a:lnTo>
                    <a:pt x="34957" y="302990"/>
                  </a:lnTo>
                  <a:lnTo>
                    <a:pt x="39338" y="305276"/>
                  </a:lnTo>
                  <a:lnTo>
                    <a:pt x="40386" y="306134"/>
                  </a:lnTo>
                  <a:lnTo>
                    <a:pt x="41243" y="308134"/>
                  </a:lnTo>
                  <a:lnTo>
                    <a:pt x="40481" y="309467"/>
                  </a:lnTo>
                  <a:lnTo>
                    <a:pt x="37433" y="311372"/>
                  </a:lnTo>
                  <a:lnTo>
                    <a:pt x="39148" y="312706"/>
                  </a:lnTo>
                  <a:lnTo>
                    <a:pt x="43339" y="314897"/>
                  </a:lnTo>
                  <a:lnTo>
                    <a:pt x="44577" y="316897"/>
                  </a:lnTo>
                  <a:lnTo>
                    <a:pt x="44006" y="317468"/>
                  </a:lnTo>
                  <a:lnTo>
                    <a:pt x="42672" y="318611"/>
                  </a:lnTo>
                  <a:lnTo>
                    <a:pt x="42291" y="318992"/>
                  </a:lnTo>
                  <a:lnTo>
                    <a:pt x="42291" y="320326"/>
                  </a:lnTo>
                  <a:lnTo>
                    <a:pt x="42672" y="321374"/>
                  </a:lnTo>
                  <a:lnTo>
                    <a:pt x="43148" y="322326"/>
                  </a:lnTo>
                  <a:lnTo>
                    <a:pt x="43910" y="325374"/>
                  </a:lnTo>
                  <a:lnTo>
                    <a:pt x="44101" y="326612"/>
                  </a:lnTo>
                  <a:lnTo>
                    <a:pt x="43720" y="327184"/>
                  </a:lnTo>
                  <a:lnTo>
                    <a:pt x="43053" y="327565"/>
                  </a:lnTo>
                  <a:lnTo>
                    <a:pt x="42577" y="328517"/>
                  </a:lnTo>
                  <a:lnTo>
                    <a:pt x="40672" y="334804"/>
                  </a:lnTo>
                  <a:lnTo>
                    <a:pt x="40100" y="335852"/>
                  </a:lnTo>
                  <a:lnTo>
                    <a:pt x="38195" y="337852"/>
                  </a:lnTo>
                  <a:lnTo>
                    <a:pt x="36671" y="338900"/>
                  </a:lnTo>
                  <a:lnTo>
                    <a:pt x="33242" y="339376"/>
                  </a:lnTo>
                  <a:lnTo>
                    <a:pt x="31909" y="340995"/>
                  </a:lnTo>
                  <a:lnTo>
                    <a:pt x="31433" y="343186"/>
                  </a:lnTo>
                  <a:lnTo>
                    <a:pt x="31718" y="344900"/>
                  </a:lnTo>
                  <a:lnTo>
                    <a:pt x="32671" y="346043"/>
                  </a:lnTo>
                  <a:lnTo>
                    <a:pt x="34385" y="346424"/>
                  </a:lnTo>
                  <a:lnTo>
                    <a:pt x="36004" y="347091"/>
                  </a:lnTo>
                  <a:lnTo>
                    <a:pt x="36004" y="348615"/>
                  </a:lnTo>
                  <a:lnTo>
                    <a:pt x="34671" y="351854"/>
                  </a:lnTo>
                  <a:lnTo>
                    <a:pt x="34576" y="352711"/>
                  </a:lnTo>
                  <a:lnTo>
                    <a:pt x="34576" y="353282"/>
                  </a:lnTo>
                  <a:lnTo>
                    <a:pt x="34576" y="353759"/>
                  </a:lnTo>
                  <a:lnTo>
                    <a:pt x="34195" y="354616"/>
                  </a:lnTo>
                  <a:lnTo>
                    <a:pt x="33909" y="354806"/>
                  </a:lnTo>
                  <a:lnTo>
                    <a:pt x="32766" y="355187"/>
                  </a:lnTo>
                  <a:lnTo>
                    <a:pt x="32480" y="355378"/>
                  </a:lnTo>
                  <a:lnTo>
                    <a:pt x="32290" y="355854"/>
                  </a:lnTo>
                  <a:lnTo>
                    <a:pt x="31909" y="357188"/>
                  </a:lnTo>
                  <a:lnTo>
                    <a:pt x="31718" y="357759"/>
                  </a:lnTo>
                  <a:lnTo>
                    <a:pt x="26479" y="364998"/>
                  </a:lnTo>
                  <a:lnTo>
                    <a:pt x="24003" y="367284"/>
                  </a:lnTo>
                  <a:lnTo>
                    <a:pt x="23241" y="368332"/>
                  </a:lnTo>
                  <a:lnTo>
                    <a:pt x="22289" y="371285"/>
                  </a:lnTo>
                  <a:lnTo>
                    <a:pt x="21717" y="372618"/>
                  </a:lnTo>
                  <a:lnTo>
                    <a:pt x="20765" y="373190"/>
                  </a:lnTo>
                  <a:lnTo>
                    <a:pt x="20193" y="373666"/>
                  </a:lnTo>
                  <a:lnTo>
                    <a:pt x="19336" y="374618"/>
                  </a:lnTo>
                  <a:lnTo>
                    <a:pt x="18574" y="375857"/>
                  </a:lnTo>
                  <a:lnTo>
                    <a:pt x="18288" y="376904"/>
                  </a:lnTo>
                  <a:lnTo>
                    <a:pt x="17812" y="377666"/>
                  </a:lnTo>
                  <a:lnTo>
                    <a:pt x="16764" y="378333"/>
                  </a:lnTo>
                  <a:lnTo>
                    <a:pt x="14478" y="379286"/>
                  </a:lnTo>
                  <a:lnTo>
                    <a:pt x="14478" y="380048"/>
                  </a:lnTo>
                  <a:lnTo>
                    <a:pt x="15050" y="380048"/>
                  </a:lnTo>
                  <a:lnTo>
                    <a:pt x="16574" y="380619"/>
                  </a:lnTo>
                  <a:lnTo>
                    <a:pt x="15240" y="381762"/>
                  </a:lnTo>
                  <a:lnTo>
                    <a:pt x="13621" y="381286"/>
                  </a:lnTo>
                  <a:lnTo>
                    <a:pt x="12192" y="380619"/>
                  </a:lnTo>
                  <a:lnTo>
                    <a:pt x="10859" y="381000"/>
                  </a:lnTo>
                  <a:lnTo>
                    <a:pt x="10859" y="382048"/>
                  </a:lnTo>
                  <a:lnTo>
                    <a:pt x="11716" y="383286"/>
                  </a:lnTo>
                  <a:lnTo>
                    <a:pt x="12859" y="384334"/>
                  </a:lnTo>
                  <a:lnTo>
                    <a:pt x="13621" y="384715"/>
                  </a:lnTo>
                  <a:lnTo>
                    <a:pt x="14478" y="386048"/>
                  </a:lnTo>
                  <a:lnTo>
                    <a:pt x="14002" y="389001"/>
                  </a:lnTo>
                  <a:lnTo>
                    <a:pt x="12573" y="392049"/>
                  </a:lnTo>
                  <a:lnTo>
                    <a:pt x="10573" y="393668"/>
                  </a:lnTo>
                  <a:lnTo>
                    <a:pt x="11144" y="394907"/>
                  </a:lnTo>
                  <a:lnTo>
                    <a:pt x="13049" y="396621"/>
                  </a:lnTo>
                  <a:lnTo>
                    <a:pt x="13907" y="397764"/>
                  </a:lnTo>
                  <a:lnTo>
                    <a:pt x="13335" y="399002"/>
                  </a:lnTo>
                  <a:lnTo>
                    <a:pt x="13621" y="399669"/>
                  </a:lnTo>
                  <a:lnTo>
                    <a:pt x="14192" y="400336"/>
                  </a:lnTo>
                  <a:lnTo>
                    <a:pt x="14478" y="401098"/>
                  </a:lnTo>
                  <a:lnTo>
                    <a:pt x="14192" y="402146"/>
                  </a:lnTo>
                  <a:lnTo>
                    <a:pt x="13716" y="403098"/>
                  </a:lnTo>
                  <a:lnTo>
                    <a:pt x="12764" y="404527"/>
                  </a:lnTo>
                  <a:lnTo>
                    <a:pt x="12478" y="404622"/>
                  </a:lnTo>
                  <a:lnTo>
                    <a:pt x="11906" y="404527"/>
                  </a:lnTo>
                  <a:lnTo>
                    <a:pt x="11335" y="404717"/>
                  </a:lnTo>
                  <a:lnTo>
                    <a:pt x="11144" y="405194"/>
                  </a:lnTo>
                  <a:lnTo>
                    <a:pt x="11430" y="405670"/>
                  </a:lnTo>
                  <a:lnTo>
                    <a:pt x="12383" y="406146"/>
                  </a:lnTo>
                  <a:lnTo>
                    <a:pt x="12764" y="406622"/>
                  </a:lnTo>
                  <a:lnTo>
                    <a:pt x="13049" y="406622"/>
                  </a:lnTo>
                  <a:lnTo>
                    <a:pt x="14478" y="407289"/>
                  </a:lnTo>
                  <a:lnTo>
                    <a:pt x="14002" y="407289"/>
                  </a:lnTo>
                  <a:lnTo>
                    <a:pt x="14097" y="408146"/>
                  </a:lnTo>
                  <a:lnTo>
                    <a:pt x="14288" y="409004"/>
                  </a:lnTo>
                  <a:lnTo>
                    <a:pt x="14478" y="409289"/>
                  </a:lnTo>
                  <a:lnTo>
                    <a:pt x="16097" y="408432"/>
                  </a:lnTo>
                  <a:lnTo>
                    <a:pt x="16288" y="409956"/>
                  </a:lnTo>
                  <a:lnTo>
                    <a:pt x="15621" y="412242"/>
                  </a:lnTo>
                  <a:lnTo>
                    <a:pt x="14669" y="413385"/>
                  </a:lnTo>
                  <a:lnTo>
                    <a:pt x="13907" y="413099"/>
                  </a:lnTo>
                  <a:lnTo>
                    <a:pt x="13049" y="412718"/>
                  </a:lnTo>
                  <a:lnTo>
                    <a:pt x="12478" y="412718"/>
                  </a:lnTo>
                  <a:lnTo>
                    <a:pt x="12192" y="413766"/>
                  </a:lnTo>
                  <a:lnTo>
                    <a:pt x="12478" y="414338"/>
                  </a:lnTo>
                  <a:lnTo>
                    <a:pt x="19621" y="423196"/>
                  </a:lnTo>
                  <a:lnTo>
                    <a:pt x="20193" y="424815"/>
                  </a:lnTo>
                  <a:lnTo>
                    <a:pt x="20860" y="430054"/>
                  </a:lnTo>
                  <a:lnTo>
                    <a:pt x="20955" y="431673"/>
                  </a:lnTo>
                  <a:lnTo>
                    <a:pt x="20669" y="434054"/>
                  </a:lnTo>
                  <a:lnTo>
                    <a:pt x="19621" y="437579"/>
                  </a:lnTo>
                  <a:lnTo>
                    <a:pt x="19145" y="441865"/>
                  </a:lnTo>
                  <a:lnTo>
                    <a:pt x="17717" y="447389"/>
                  </a:lnTo>
                  <a:lnTo>
                    <a:pt x="17717" y="449580"/>
                  </a:lnTo>
                  <a:lnTo>
                    <a:pt x="18669" y="453581"/>
                  </a:lnTo>
                  <a:lnTo>
                    <a:pt x="18860" y="455771"/>
                  </a:lnTo>
                  <a:lnTo>
                    <a:pt x="18574" y="457867"/>
                  </a:lnTo>
                  <a:lnTo>
                    <a:pt x="17050" y="461391"/>
                  </a:lnTo>
                  <a:lnTo>
                    <a:pt x="16574" y="463487"/>
                  </a:lnTo>
                  <a:lnTo>
                    <a:pt x="16764" y="467868"/>
                  </a:lnTo>
                  <a:lnTo>
                    <a:pt x="20860" y="483775"/>
                  </a:lnTo>
                  <a:lnTo>
                    <a:pt x="21050" y="488347"/>
                  </a:lnTo>
                  <a:lnTo>
                    <a:pt x="21527" y="490442"/>
                  </a:lnTo>
                  <a:lnTo>
                    <a:pt x="21622" y="491490"/>
                  </a:lnTo>
                  <a:lnTo>
                    <a:pt x="21908" y="492919"/>
                  </a:lnTo>
                  <a:lnTo>
                    <a:pt x="22574" y="493109"/>
                  </a:lnTo>
                  <a:lnTo>
                    <a:pt x="23432" y="492919"/>
                  </a:lnTo>
                  <a:lnTo>
                    <a:pt x="24289" y="493205"/>
                  </a:lnTo>
                  <a:lnTo>
                    <a:pt x="25813" y="496634"/>
                  </a:lnTo>
                  <a:lnTo>
                    <a:pt x="27051" y="510064"/>
                  </a:lnTo>
                  <a:lnTo>
                    <a:pt x="29909" y="517303"/>
                  </a:lnTo>
                  <a:lnTo>
                    <a:pt x="30575" y="521303"/>
                  </a:lnTo>
                  <a:lnTo>
                    <a:pt x="29242" y="525494"/>
                  </a:lnTo>
                  <a:lnTo>
                    <a:pt x="26861" y="528066"/>
                  </a:lnTo>
                  <a:lnTo>
                    <a:pt x="25527" y="529971"/>
                  </a:lnTo>
                  <a:lnTo>
                    <a:pt x="25718" y="530828"/>
                  </a:lnTo>
                  <a:lnTo>
                    <a:pt x="26003" y="531686"/>
                  </a:lnTo>
                  <a:lnTo>
                    <a:pt x="25718" y="533686"/>
                  </a:lnTo>
                  <a:lnTo>
                    <a:pt x="25241" y="535686"/>
                  </a:lnTo>
                  <a:lnTo>
                    <a:pt x="24765" y="536829"/>
                  </a:lnTo>
                  <a:lnTo>
                    <a:pt x="24003" y="537877"/>
                  </a:lnTo>
                  <a:lnTo>
                    <a:pt x="22860" y="538925"/>
                  </a:lnTo>
                  <a:lnTo>
                    <a:pt x="21717" y="539877"/>
                  </a:lnTo>
                  <a:lnTo>
                    <a:pt x="20765" y="540163"/>
                  </a:lnTo>
                  <a:lnTo>
                    <a:pt x="18479" y="544830"/>
                  </a:lnTo>
                  <a:lnTo>
                    <a:pt x="17717" y="546164"/>
                  </a:lnTo>
                  <a:lnTo>
                    <a:pt x="16574" y="546926"/>
                  </a:lnTo>
                  <a:lnTo>
                    <a:pt x="16002" y="548164"/>
                  </a:lnTo>
                  <a:lnTo>
                    <a:pt x="15526" y="549593"/>
                  </a:lnTo>
                  <a:lnTo>
                    <a:pt x="14954" y="550926"/>
                  </a:lnTo>
                  <a:lnTo>
                    <a:pt x="14383" y="551688"/>
                  </a:lnTo>
                  <a:lnTo>
                    <a:pt x="10859" y="554736"/>
                  </a:lnTo>
                  <a:lnTo>
                    <a:pt x="9620" y="556355"/>
                  </a:lnTo>
                  <a:lnTo>
                    <a:pt x="7811" y="560261"/>
                  </a:lnTo>
                  <a:lnTo>
                    <a:pt x="7144" y="565023"/>
                  </a:lnTo>
                  <a:lnTo>
                    <a:pt x="6382" y="567309"/>
                  </a:lnTo>
                  <a:lnTo>
                    <a:pt x="5906" y="570738"/>
                  </a:lnTo>
                  <a:lnTo>
                    <a:pt x="4382" y="574643"/>
                  </a:lnTo>
                  <a:lnTo>
                    <a:pt x="3810" y="578549"/>
                  </a:lnTo>
                  <a:lnTo>
                    <a:pt x="2477" y="583502"/>
                  </a:lnTo>
                  <a:lnTo>
                    <a:pt x="1810" y="584930"/>
                  </a:lnTo>
                  <a:lnTo>
                    <a:pt x="2667" y="587978"/>
                  </a:lnTo>
                  <a:lnTo>
                    <a:pt x="2762" y="591026"/>
                  </a:lnTo>
                  <a:lnTo>
                    <a:pt x="2000" y="593979"/>
                  </a:lnTo>
                  <a:lnTo>
                    <a:pt x="381" y="596551"/>
                  </a:lnTo>
                  <a:lnTo>
                    <a:pt x="0" y="598837"/>
                  </a:lnTo>
                  <a:lnTo>
                    <a:pt x="381" y="606743"/>
                  </a:lnTo>
                  <a:lnTo>
                    <a:pt x="1238" y="612172"/>
                  </a:lnTo>
                  <a:lnTo>
                    <a:pt x="2572" y="614648"/>
                  </a:lnTo>
                  <a:lnTo>
                    <a:pt x="4858" y="616268"/>
                  </a:lnTo>
                  <a:lnTo>
                    <a:pt x="7811" y="616744"/>
                  </a:lnTo>
                  <a:lnTo>
                    <a:pt x="7906" y="616744"/>
                  </a:lnTo>
                  <a:lnTo>
                    <a:pt x="10478" y="616649"/>
                  </a:lnTo>
                  <a:lnTo>
                    <a:pt x="11144" y="616744"/>
                  </a:lnTo>
                  <a:lnTo>
                    <a:pt x="12002" y="617506"/>
                  </a:lnTo>
                  <a:lnTo>
                    <a:pt x="12478" y="618363"/>
                  </a:lnTo>
                  <a:lnTo>
                    <a:pt x="12954" y="619030"/>
                  </a:lnTo>
                  <a:lnTo>
                    <a:pt x="13907" y="619316"/>
                  </a:lnTo>
                  <a:lnTo>
                    <a:pt x="14764" y="619220"/>
                  </a:lnTo>
                  <a:lnTo>
                    <a:pt x="15145" y="618649"/>
                  </a:lnTo>
                  <a:lnTo>
                    <a:pt x="15431" y="618077"/>
                  </a:lnTo>
                  <a:lnTo>
                    <a:pt x="16002" y="617411"/>
                  </a:lnTo>
                  <a:lnTo>
                    <a:pt x="16954" y="617030"/>
                  </a:lnTo>
                  <a:lnTo>
                    <a:pt x="17717" y="616839"/>
                  </a:lnTo>
                  <a:lnTo>
                    <a:pt x="19621" y="616744"/>
                  </a:lnTo>
                  <a:lnTo>
                    <a:pt x="20384" y="617030"/>
                  </a:lnTo>
                  <a:lnTo>
                    <a:pt x="21050" y="617601"/>
                  </a:lnTo>
                  <a:lnTo>
                    <a:pt x="22384" y="619030"/>
                  </a:lnTo>
                  <a:lnTo>
                    <a:pt x="23432" y="619887"/>
                  </a:lnTo>
                  <a:lnTo>
                    <a:pt x="24194" y="619792"/>
                  </a:lnTo>
                  <a:lnTo>
                    <a:pt x="24956" y="619220"/>
                  </a:lnTo>
                  <a:lnTo>
                    <a:pt x="25908" y="618649"/>
                  </a:lnTo>
                  <a:lnTo>
                    <a:pt x="27813" y="618173"/>
                  </a:lnTo>
                  <a:lnTo>
                    <a:pt x="32766" y="618077"/>
                  </a:lnTo>
                  <a:lnTo>
                    <a:pt x="37624" y="616268"/>
                  </a:lnTo>
                  <a:lnTo>
                    <a:pt x="38481" y="615791"/>
                  </a:lnTo>
                  <a:lnTo>
                    <a:pt x="39053" y="614172"/>
                  </a:lnTo>
                  <a:lnTo>
                    <a:pt x="40481" y="613029"/>
                  </a:lnTo>
                  <a:lnTo>
                    <a:pt x="42196" y="612362"/>
                  </a:lnTo>
                  <a:lnTo>
                    <a:pt x="51626" y="611886"/>
                  </a:lnTo>
                  <a:lnTo>
                    <a:pt x="54864" y="609981"/>
                  </a:lnTo>
                  <a:lnTo>
                    <a:pt x="53816" y="605504"/>
                  </a:lnTo>
                  <a:lnTo>
                    <a:pt x="55626" y="605219"/>
                  </a:lnTo>
                  <a:lnTo>
                    <a:pt x="58865" y="607028"/>
                  </a:lnTo>
                  <a:lnTo>
                    <a:pt x="60198" y="606457"/>
                  </a:lnTo>
                  <a:lnTo>
                    <a:pt x="61532" y="605028"/>
                  </a:lnTo>
                  <a:lnTo>
                    <a:pt x="63056" y="604076"/>
                  </a:lnTo>
                  <a:lnTo>
                    <a:pt x="69723" y="601980"/>
                  </a:lnTo>
                  <a:lnTo>
                    <a:pt x="70961" y="601028"/>
                  </a:lnTo>
                  <a:lnTo>
                    <a:pt x="72009" y="597122"/>
                  </a:lnTo>
                  <a:lnTo>
                    <a:pt x="73533" y="596741"/>
                  </a:lnTo>
                  <a:lnTo>
                    <a:pt x="76867" y="598170"/>
                  </a:lnTo>
                  <a:lnTo>
                    <a:pt x="78200" y="598932"/>
                  </a:lnTo>
                  <a:lnTo>
                    <a:pt x="78772" y="599123"/>
                  </a:lnTo>
                  <a:lnTo>
                    <a:pt x="79534" y="598837"/>
                  </a:lnTo>
                  <a:lnTo>
                    <a:pt x="80010" y="598265"/>
                  </a:lnTo>
                  <a:lnTo>
                    <a:pt x="80201" y="597408"/>
                  </a:lnTo>
                  <a:lnTo>
                    <a:pt x="80582" y="596551"/>
                  </a:lnTo>
                  <a:lnTo>
                    <a:pt x="81534" y="596265"/>
                  </a:lnTo>
                  <a:lnTo>
                    <a:pt x="82487" y="596551"/>
                  </a:lnTo>
                  <a:lnTo>
                    <a:pt x="83058" y="597122"/>
                  </a:lnTo>
                  <a:lnTo>
                    <a:pt x="83725" y="597313"/>
                  </a:lnTo>
                  <a:lnTo>
                    <a:pt x="85535" y="595884"/>
                  </a:lnTo>
                  <a:lnTo>
                    <a:pt x="86487" y="595313"/>
                  </a:lnTo>
                  <a:lnTo>
                    <a:pt x="87440" y="594932"/>
                  </a:lnTo>
                  <a:lnTo>
                    <a:pt x="88392" y="594836"/>
                  </a:lnTo>
                  <a:lnTo>
                    <a:pt x="89154" y="595122"/>
                  </a:lnTo>
                  <a:lnTo>
                    <a:pt x="90773" y="596456"/>
                  </a:lnTo>
                  <a:lnTo>
                    <a:pt x="91631" y="596837"/>
                  </a:lnTo>
                  <a:lnTo>
                    <a:pt x="92488" y="596646"/>
                  </a:lnTo>
                  <a:lnTo>
                    <a:pt x="94679" y="595503"/>
                  </a:lnTo>
                  <a:lnTo>
                    <a:pt x="96488" y="595313"/>
                  </a:lnTo>
                  <a:lnTo>
                    <a:pt x="105537" y="592836"/>
                  </a:lnTo>
                  <a:lnTo>
                    <a:pt x="106490" y="592265"/>
                  </a:lnTo>
                  <a:lnTo>
                    <a:pt x="106775" y="591788"/>
                  </a:lnTo>
                  <a:lnTo>
                    <a:pt x="107252" y="590169"/>
                  </a:lnTo>
                  <a:lnTo>
                    <a:pt x="107537" y="589502"/>
                  </a:lnTo>
                  <a:lnTo>
                    <a:pt x="107823" y="589217"/>
                  </a:lnTo>
                  <a:lnTo>
                    <a:pt x="108680" y="588740"/>
                  </a:lnTo>
                  <a:lnTo>
                    <a:pt x="109157" y="588264"/>
                  </a:lnTo>
                  <a:lnTo>
                    <a:pt x="109823" y="587216"/>
                  </a:lnTo>
                  <a:lnTo>
                    <a:pt x="110681" y="584645"/>
                  </a:lnTo>
                  <a:lnTo>
                    <a:pt x="111347" y="583597"/>
                  </a:lnTo>
                  <a:lnTo>
                    <a:pt x="112204" y="583025"/>
                  </a:lnTo>
                  <a:lnTo>
                    <a:pt x="114395" y="582168"/>
                  </a:lnTo>
                  <a:lnTo>
                    <a:pt x="115158" y="581597"/>
                  </a:lnTo>
                  <a:lnTo>
                    <a:pt x="114586" y="579787"/>
                  </a:lnTo>
                  <a:lnTo>
                    <a:pt x="115538" y="578739"/>
                  </a:lnTo>
                  <a:lnTo>
                    <a:pt x="117253" y="578358"/>
                  </a:lnTo>
                  <a:lnTo>
                    <a:pt x="118777" y="578168"/>
                  </a:lnTo>
                  <a:lnTo>
                    <a:pt x="120206" y="577691"/>
                  </a:lnTo>
                  <a:lnTo>
                    <a:pt x="122015" y="575405"/>
                  </a:lnTo>
                  <a:lnTo>
                    <a:pt x="123158" y="574929"/>
                  </a:lnTo>
                  <a:lnTo>
                    <a:pt x="124587" y="574548"/>
                  </a:lnTo>
                  <a:lnTo>
                    <a:pt x="125540" y="573596"/>
                  </a:lnTo>
                  <a:lnTo>
                    <a:pt x="126302" y="572453"/>
                  </a:lnTo>
                  <a:lnTo>
                    <a:pt x="127254" y="571500"/>
                  </a:lnTo>
                  <a:lnTo>
                    <a:pt x="128588" y="571119"/>
                  </a:lnTo>
                  <a:lnTo>
                    <a:pt x="131445" y="570833"/>
                  </a:lnTo>
                  <a:lnTo>
                    <a:pt x="132683" y="570167"/>
                  </a:lnTo>
                  <a:lnTo>
                    <a:pt x="134112" y="570833"/>
                  </a:lnTo>
                  <a:lnTo>
                    <a:pt x="137541" y="570357"/>
                  </a:lnTo>
                  <a:lnTo>
                    <a:pt x="138970" y="571214"/>
                  </a:lnTo>
                  <a:lnTo>
                    <a:pt x="140208" y="572357"/>
                  </a:lnTo>
                  <a:lnTo>
                    <a:pt x="143637" y="574929"/>
                  </a:lnTo>
                  <a:lnTo>
                    <a:pt x="143923" y="575120"/>
                  </a:lnTo>
                  <a:lnTo>
                    <a:pt x="144113" y="574739"/>
                  </a:lnTo>
                  <a:lnTo>
                    <a:pt x="145447" y="570833"/>
                  </a:lnTo>
                  <a:lnTo>
                    <a:pt x="145733" y="569024"/>
                  </a:lnTo>
                  <a:lnTo>
                    <a:pt x="145828" y="564452"/>
                  </a:lnTo>
                  <a:lnTo>
                    <a:pt x="145637" y="562737"/>
                  </a:lnTo>
                  <a:lnTo>
                    <a:pt x="145542" y="556736"/>
                  </a:lnTo>
                  <a:lnTo>
                    <a:pt x="147161" y="556451"/>
                  </a:lnTo>
                  <a:lnTo>
                    <a:pt x="149828" y="557213"/>
                  </a:lnTo>
                  <a:lnTo>
                    <a:pt x="150781" y="557308"/>
                  </a:lnTo>
                  <a:lnTo>
                    <a:pt x="151638" y="557213"/>
                  </a:lnTo>
                  <a:lnTo>
                    <a:pt x="153448" y="556546"/>
                  </a:lnTo>
                  <a:lnTo>
                    <a:pt x="167640" y="558260"/>
                  </a:lnTo>
                  <a:lnTo>
                    <a:pt x="169164" y="557784"/>
                  </a:lnTo>
                  <a:lnTo>
                    <a:pt x="170212" y="557308"/>
                  </a:lnTo>
                  <a:lnTo>
                    <a:pt x="172117" y="556641"/>
                  </a:lnTo>
                  <a:lnTo>
                    <a:pt x="172974" y="556641"/>
                  </a:lnTo>
                  <a:lnTo>
                    <a:pt x="173736" y="556641"/>
                  </a:lnTo>
                  <a:lnTo>
                    <a:pt x="174212" y="556832"/>
                  </a:lnTo>
                  <a:lnTo>
                    <a:pt x="175165" y="557308"/>
                  </a:lnTo>
                  <a:lnTo>
                    <a:pt x="176117" y="557594"/>
                  </a:lnTo>
                  <a:lnTo>
                    <a:pt x="180023" y="558165"/>
                  </a:lnTo>
                  <a:lnTo>
                    <a:pt x="182975" y="558070"/>
                  </a:lnTo>
                  <a:lnTo>
                    <a:pt x="185071" y="557403"/>
                  </a:lnTo>
                  <a:lnTo>
                    <a:pt x="186023" y="557022"/>
                  </a:lnTo>
                  <a:lnTo>
                    <a:pt x="187547" y="555974"/>
                  </a:lnTo>
                  <a:lnTo>
                    <a:pt x="187643" y="555784"/>
                  </a:lnTo>
                  <a:lnTo>
                    <a:pt x="187738" y="555689"/>
                  </a:lnTo>
                  <a:lnTo>
                    <a:pt x="187833" y="555498"/>
                  </a:lnTo>
                  <a:lnTo>
                    <a:pt x="188214" y="554927"/>
                  </a:lnTo>
                  <a:lnTo>
                    <a:pt x="188595" y="554069"/>
                  </a:lnTo>
                  <a:lnTo>
                    <a:pt x="188881" y="553403"/>
                  </a:lnTo>
                  <a:lnTo>
                    <a:pt x="188881" y="552831"/>
                  </a:lnTo>
                  <a:lnTo>
                    <a:pt x="189071" y="552260"/>
                  </a:lnTo>
                  <a:lnTo>
                    <a:pt x="189357" y="551879"/>
                  </a:lnTo>
                  <a:lnTo>
                    <a:pt x="189643" y="551498"/>
                  </a:lnTo>
                  <a:lnTo>
                    <a:pt x="190881" y="550926"/>
                  </a:lnTo>
                  <a:lnTo>
                    <a:pt x="191262" y="550640"/>
                  </a:lnTo>
                  <a:lnTo>
                    <a:pt x="192215" y="549974"/>
                  </a:lnTo>
                  <a:lnTo>
                    <a:pt x="194025" y="549212"/>
                  </a:lnTo>
                  <a:lnTo>
                    <a:pt x="194786" y="549116"/>
                  </a:lnTo>
                  <a:lnTo>
                    <a:pt x="195453" y="549212"/>
                  </a:lnTo>
                  <a:lnTo>
                    <a:pt x="195834" y="549497"/>
                  </a:lnTo>
                  <a:lnTo>
                    <a:pt x="196215" y="549878"/>
                  </a:lnTo>
                  <a:lnTo>
                    <a:pt x="196882" y="550640"/>
                  </a:lnTo>
                  <a:lnTo>
                    <a:pt x="197644" y="551783"/>
                  </a:lnTo>
                  <a:lnTo>
                    <a:pt x="198406" y="552545"/>
                  </a:lnTo>
                  <a:lnTo>
                    <a:pt x="198787" y="552831"/>
                  </a:lnTo>
                  <a:lnTo>
                    <a:pt x="205454" y="555974"/>
                  </a:lnTo>
                  <a:lnTo>
                    <a:pt x="211455" y="556355"/>
                  </a:lnTo>
                  <a:lnTo>
                    <a:pt x="213075" y="556165"/>
                  </a:lnTo>
                  <a:lnTo>
                    <a:pt x="214217" y="555308"/>
                  </a:lnTo>
                  <a:lnTo>
                    <a:pt x="217170" y="553688"/>
                  </a:lnTo>
                  <a:lnTo>
                    <a:pt x="217932" y="553117"/>
                  </a:lnTo>
                  <a:lnTo>
                    <a:pt x="218408" y="552545"/>
                  </a:lnTo>
                  <a:lnTo>
                    <a:pt x="218504" y="552355"/>
                  </a:lnTo>
                  <a:lnTo>
                    <a:pt x="218599" y="551974"/>
                  </a:lnTo>
                  <a:lnTo>
                    <a:pt x="219075" y="551117"/>
                  </a:lnTo>
                  <a:lnTo>
                    <a:pt x="219837" y="549878"/>
                  </a:lnTo>
                  <a:lnTo>
                    <a:pt x="222409" y="547592"/>
                  </a:lnTo>
                  <a:lnTo>
                    <a:pt x="223838" y="547021"/>
                  </a:lnTo>
                  <a:lnTo>
                    <a:pt x="225266" y="546926"/>
                  </a:lnTo>
                  <a:lnTo>
                    <a:pt x="229458" y="546068"/>
                  </a:lnTo>
                  <a:lnTo>
                    <a:pt x="230505" y="545687"/>
                  </a:lnTo>
                  <a:lnTo>
                    <a:pt x="231172" y="545211"/>
                  </a:lnTo>
                  <a:lnTo>
                    <a:pt x="231458" y="544830"/>
                  </a:lnTo>
                  <a:lnTo>
                    <a:pt x="231743" y="544163"/>
                  </a:lnTo>
                  <a:lnTo>
                    <a:pt x="232029" y="543687"/>
                  </a:lnTo>
                  <a:lnTo>
                    <a:pt x="232601" y="543116"/>
                  </a:lnTo>
                  <a:lnTo>
                    <a:pt x="233553" y="542163"/>
                  </a:lnTo>
                  <a:lnTo>
                    <a:pt x="234315" y="541687"/>
                  </a:lnTo>
                  <a:lnTo>
                    <a:pt x="238030" y="540258"/>
                  </a:lnTo>
                  <a:lnTo>
                    <a:pt x="238792" y="539687"/>
                  </a:lnTo>
                  <a:lnTo>
                    <a:pt x="239363" y="538925"/>
                  </a:lnTo>
                  <a:lnTo>
                    <a:pt x="239840" y="538639"/>
                  </a:lnTo>
                  <a:lnTo>
                    <a:pt x="240316" y="538639"/>
                  </a:lnTo>
                  <a:lnTo>
                    <a:pt x="241650" y="538829"/>
                  </a:lnTo>
                  <a:lnTo>
                    <a:pt x="242602" y="538734"/>
                  </a:lnTo>
                  <a:lnTo>
                    <a:pt x="243173" y="538448"/>
                  </a:lnTo>
                  <a:lnTo>
                    <a:pt x="243650" y="538067"/>
                  </a:lnTo>
                  <a:lnTo>
                    <a:pt x="244031" y="537782"/>
                  </a:lnTo>
                  <a:lnTo>
                    <a:pt x="244316" y="537401"/>
                  </a:lnTo>
                  <a:lnTo>
                    <a:pt x="244602" y="536924"/>
                  </a:lnTo>
                  <a:lnTo>
                    <a:pt x="244697" y="536448"/>
                  </a:lnTo>
                  <a:lnTo>
                    <a:pt x="244793" y="535877"/>
                  </a:lnTo>
                  <a:lnTo>
                    <a:pt x="244697" y="535305"/>
                  </a:lnTo>
                  <a:lnTo>
                    <a:pt x="244602" y="534829"/>
                  </a:lnTo>
                  <a:lnTo>
                    <a:pt x="244793" y="534257"/>
                  </a:lnTo>
                  <a:lnTo>
                    <a:pt x="245174" y="534162"/>
                  </a:lnTo>
                  <a:lnTo>
                    <a:pt x="245650" y="534257"/>
                  </a:lnTo>
                  <a:lnTo>
                    <a:pt x="247079" y="534448"/>
                  </a:lnTo>
                  <a:lnTo>
                    <a:pt x="250603" y="533400"/>
                  </a:lnTo>
                  <a:lnTo>
                    <a:pt x="255175" y="531876"/>
                  </a:lnTo>
                  <a:lnTo>
                    <a:pt x="258223" y="530257"/>
                  </a:lnTo>
                  <a:lnTo>
                    <a:pt x="258794" y="529781"/>
                  </a:lnTo>
                  <a:lnTo>
                    <a:pt x="259175" y="529495"/>
                  </a:lnTo>
                  <a:lnTo>
                    <a:pt x="259842" y="528733"/>
                  </a:lnTo>
                  <a:lnTo>
                    <a:pt x="260128" y="528352"/>
                  </a:lnTo>
                  <a:lnTo>
                    <a:pt x="262033" y="524637"/>
                  </a:lnTo>
                  <a:lnTo>
                    <a:pt x="264509" y="521970"/>
                  </a:lnTo>
                  <a:lnTo>
                    <a:pt x="268415" y="519208"/>
                  </a:lnTo>
                  <a:lnTo>
                    <a:pt x="269177" y="518446"/>
                  </a:lnTo>
                  <a:lnTo>
                    <a:pt x="269558" y="517684"/>
                  </a:lnTo>
                  <a:lnTo>
                    <a:pt x="269558" y="517112"/>
                  </a:lnTo>
                  <a:lnTo>
                    <a:pt x="269558" y="516541"/>
                  </a:lnTo>
                  <a:lnTo>
                    <a:pt x="269367" y="516065"/>
                  </a:lnTo>
                  <a:lnTo>
                    <a:pt x="269177" y="515588"/>
                  </a:lnTo>
                  <a:lnTo>
                    <a:pt x="268319" y="514445"/>
                  </a:lnTo>
                  <a:lnTo>
                    <a:pt x="267748" y="513588"/>
                  </a:lnTo>
                  <a:lnTo>
                    <a:pt x="267558" y="513112"/>
                  </a:lnTo>
                  <a:lnTo>
                    <a:pt x="267558" y="512540"/>
                  </a:lnTo>
                  <a:lnTo>
                    <a:pt x="268605" y="505492"/>
                  </a:lnTo>
                  <a:lnTo>
                    <a:pt x="268605" y="504920"/>
                  </a:lnTo>
                  <a:lnTo>
                    <a:pt x="268510" y="504349"/>
                  </a:lnTo>
                  <a:lnTo>
                    <a:pt x="268319" y="503968"/>
                  </a:lnTo>
                  <a:lnTo>
                    <a:pt x="268224" y="503682"/>
                  </a:lnTo>
                  <a:lnTo>
                    <a:pt x="268034" y="502730"/>
                  </a:lnTo>
                  <a:lnTo>
                    <a:pt x="268319" y="500634"/>
                  </a:lnTo>
                  <a:lnTo>
                    <a:pt x="271367" y="499682"/>
                  </a:lnTo>
                  <a:lnTo>
                    <a:pt x="271272" y="499015"/>
                  </a:lnTo>
                  <a:lnTo>
                    <a:pt x="270605" y="497300"/>
                  </a:lnTo>
                  <a:lnTo>
                    <a:pt x="270415" y="495967"/>
                  </a:lnTo>
                  <a:lnTo>
                    <a:pt x="271177" y="491871"/>
                  </a:lnTo>
                  <a:lnTo>
                    <a:pt x="271177" y="490728"/>
                  </a:lnTo>
                  <a:lnTo>
                    <a:pt x="271082" y="489585"/>
                  </a:lnTo>
                  <a:lnTo>
                    <a:pt x="270796" y="488061"/>
                  </a:lnTo>
                  <a:lnTo>
                    <a:pt x="270796" y="487109"/>
                  </a:lnTo>
                  <a:lnTo>
                    <a:pt x="270986" y="486442"/>
                  </a:lnTo>
                  <a:lnTo>
                    <a:pt x="271272" y="485966"/>
                  </a:lnTo>
                  <a:lnTo>
                    <a:pt x="271653" y="485680"/>
                  </a:lnTo>
                  <a:lnTo>
                    <a:pt x="273272" y="484537"/>
                  </a:lnTo>
                  <a:lnTo>
                    <a:pt x="273749" y="483680"/>
                  </a:lnTo>
                  <a:lnTo>
                    <a:pt x="274320" y="482251"/>
                  </a:lnTo>
                  <a:lnTo>
                    <a:pt x="275558" y="477488"/>
                  </a:lnTo>
                  <a:lnTo>
                    <a:pt x="275749" y="476345"/>
                  </a:lnTo>
                  <a:lnTo>
                    <a:pt x="275654" y="475679"/>
                  </a:lnTo>
                  <a:lnTo>
                    <a:pt x="275177" y="473869"/>
                  </a:lnTo>
                  <a:lnTo>
                    <a:pt x="275082" y="472821"/>
                  </a:lnTo>
                  <a:lnTo>
                    <a:pt x="275177" y="472154"/>
                  </a:lnTo>
                  <a:lnTo>
                    <a:pt x="275368" y="471488"/>
                  </a:lnTo>
                  <a:lnTo>
                    <a:pt x="275749" y="470821"/>
                  </a:lnTo>
                  <a:lnTo>
                    <a:pt x="276320" y="469678"/>
                  </a:lnTo>
                  <a:lnTo>
                    <a:pt x="276320" y="469011"/>
                  </a:lnTo>
                  <a:lnTo>
                    <a:pt x="276225" y="468344"/>
                  </a:lnTo>
                  <a:lnTo>
                    <a:pt x="275939" y="467963"/>
                  </a:lnTo>
                  <a:lnTo>
                    <a:pt x="274796" y="466725"/>
                  </a:lnTo>
                  <a:lnTo>
                    <a:pt x="274511" y="465868"/>
                  </a:lnTo>
                  <a:lnTo>
                    <a:pt x="274511" y="465392"/>
                  </a:lnTo>
                  <a:lnTo>
                    <a:pt x="274796" y="464915"/>
                  </a:lnTo>
                  <a:lnTo>
                    <a:pt x="275654" y="464249"/>
                  </a:lnTo>
                  <a:lnTo>
                    <a:pt x="276035" y="463868"/>
                  </a:lnTo>
                  <a:lnTo>
                    <a:pt x="276320" y="463296"/>
                  </a:lnTo>
                  <a:lnTo>
                    <a:pt x="276320" y="462725"/>
                  </a:lnTo>
                  <a:lnTo>
                    <a:pt x="276130" y="462248"/>
                  </a:lnTo>
                  <a:lnTo>
                    <a:pt x="275368" y="461582"/>
                  </a:lnTo>
                  <a:lnTo>
                    <a:pt x="275082" y="461201"/>
                  </a:lnTo>
                  <a:lnTo>
                    <a:pt x="274796" y="460724"/>
                  </a:lnTo>
                  <a:lnTo>
                    <a:pt x="274606" y="459962"/>
                  </a:lnTo>
                  <a:lnTo>
                    <a:pt x="274701" y="459391"/>
                  </a:lnTo>
                  <a:lnTo>
                    <a:pt x="274892" y="458915"/>
                  </a:lnTo>
                  <a:lnTo>
                    <a:pt x="275177" y="458343"/>
                  </a:lnTo>
                  <a:lnTo>
                    <a:pt x="276416" y="454724"/>
                  </a:lnTo>
                  <a:lnTo>
                    <a:pt x="277178" y="453295"/>
                  </a:lnTo>
                  <a:lnTo>
                    <a:pt x="278511" y="448913"/>
                  </a:lnTo>
                  <a:lnTo>
                    <a:pt x="278511" y="446818"/>
                  </a:lnTo>
                  <a:lnTo>
                    <a:pt x="278416" y="446723"/>
                  </a:lnTo>
                  <a:lnTo>
                    <a:pt x="276892" y="443960"/>
                  </a:lnTo>
                  <a:lnTo>
                    <a:pt x="276130" y="442817"/>
                  </a:lnTo>
                  <a:lnTo>
                    <a:pt x="273272" y="440722"/>
                  </a:lnTo>
                  <a:lnTo>
                    <a:pt x="271272" y="438626"/>
                  </a:lnTo>
                  <a:lnTo>
                    <a:pt x="270891" y="438245"/>
                  </a:lnTo>
                  <a:lnTo>
                    <a:pt x="269939" y="437769"/>
                  </a:lnTo>
                  <a:lnTo>
                    <a:pt x="268986" y="437293"/>
                  </a:lnTo>
                  <a:lnTo>
                    <a:pt x="266224" y="436436"/>
                  </a:lnTo>
                  <a:lnTo>
                    <a:pt x="265271" y="435959"/>
                  </a:lnTo>
                  <a:lnTo>
                    <a:pt x="264224" y="434912"/>
                  </a:lnTo>
                  <a:lnTo>
                    <a:pt x="263557" y="434054"/>
                  </a:lnTo>
                  <a:lnTo>
                    <a:pt x="263366" y="433388"/>
                  </a:lnTo>
                  <a:lnTo>
                    <a:pt x="263176" y="432340"/>
                  </a:lnTo>
                  <a:lnTo>
                    <a:pt x="263462" y="430816"/>
                  </a:lnTo>
                  <a:lnTo>
                    <a:pt x="263557" y="430149"/>
                  </a:lnTo>
                  <a:lnTo>
                    <a:pt x="263843" y="429578"/>
                  </a:lnTo>
                  <a:lnTo>
                    <a:pt x="264414" y="428720"/>
                  </a:lnTo>
                  <a:lnTo>
                    <a:pt x="264605" y="428244"/>
                  </a:lnTo>
                  <a:lnTo>
                    <a:pt x="264605" y="427673"/>
                  </a:lnTo>
                  <a:lnTo>
                    <a:pt x="264224" y="427006"/>
                  </a:lnTo>
                  <a:lnTo>
                    <a:pt x="263843" y="426625"/>
                  </a:lnTo>
                  <a:lnTo>
                    <a:pt x="262890" y="426053"/>
                  </a:lnTo>
                  <a:lnTo>
                    <a:pt x="262604" y="425577"/>
                  </a:lnTo>
                  <a:lnTo>
                    <a:pt x="262319" y="425006"/>
                  </a:lnTo>
                  <a:lnTo>
                    <a:pt x="262033" y="423672"/>
                  </a:lnTo>
                  <a:lnTo>
                    <a:pt x="261842" y="423196"/>
                  </a:lnTo>
                  <a:lnTo>
                    <a:pt x="261747" y="422910"/>
                  </a:lnTo>
                  <a:lnTo>
                    <a:pt x="261271" y="422243"/>
                  </a:lnTo>
                  <a:lnTo>
                    <a:pt x="260509" y="421481"/>
                  </a:lnTo>
                  <a:lnTo>
                    <a:pt x="257461" y="419005"/>
                  </a:lnTo>
                  <a:lnTo>
                    <a:pt x="257175" y="418529"/>
                  </a:lnTo>
                  <a:lnTo>
                    <a:pt x="256985" y="418052"/>
                  </a:lnTo>
                  <a:lnTo>
                    <a:pt x="257080" y="417100"/>
                  </a:lnTo>
                  <a:lnTo>
                    <a:pt x="257461" y="416243"/>
                  </a:lnTo>
                  <a:lnTo>
                    <a:pt x="258033" y="415004"/>
                  </a:lnTo>
                  <a:lnTo>
                    <a:pt x="258223" y="414338"/>
                  </a:lnTo>
                  <a:lnTo>
                    <a:pt x="258318" y="413671"/>
                  </a:lnTo>
                  <a:lnTo>
                    <a:pt x="258128" y="413195"/>
                  </a:lnTo>
                  <a:lnTo>
                    <a:pt x="257842" y="412814"/>
                  </a:lnTo>
                  <a:lnTo>
                    <a:pt x="256318" y="411575"/>
                  </a:lnTo>
                  <a:lnTo>
                    <a:pt x="256032" y="411099"/>
                  </a:lnTo>
                  <a:lnTo>
                    <a:pt x="255842" y="410718"/>
                  </a:lnTo>
                  <a:lnTo>
                    <a:pt x="256032" y="410147"/>
                  </a:lnTo>
                  <a:lnTo>
                    <a:pt x="256318" y="409575"/>
                  </a:lnTo>
                  <a:lnTo>
                    <a:pt x="257080" y="409004"/>
                  </a:lnTo>
                  <a:lnTo>
                    <a:pt x="257842" y="408718"/>
                  </a:lnTo>
                  <a:lnTo>
                    <a:pt x="258794" y="408527"/>
                  </a:lnTo>
                  <a:lnTo>
                    <a:pt x="261366" y="408527"/>
                  </a:lnTo>
                  <a:lnTo>
                    <a:pt x="263462" y="407956"/>
                  </a:lnTo>
                  <a:lnTo>
                    <a:pt x="265271" y="406622"/>
                  </a:lnTo>
                  <a:lnTo>
                    <a:pt x="267653" y="406146"/>
                  </a:lnTo>
                  <a:lnTo>
                    <a:pt x="268415" y="406146"/>
                  </a:lnTo>
                  <a:lnTo>
                    <a:pt x="268891" y="405956"/>
                  </a:lnTo>
                  <a:lnTo>
                    <a:pt x="269367" y="405765"/>
                  </a:lnTo>
                  <a:lnTo>
                    <a:pt x="270129" y="405194"/>
                  </a:lnTo>
                  <a:lnTo>
                    <a:pt x="273177" y="401955"/>
                  </a:lnTo>
                  <a:lnTo>
                    <a:pt x="273939" y="400717"/>
                  </a:lnTo>
                  <a:lnTo>
                    <a:pt x="274320" y="399764"/>
                  </a:lnTo>
                  <a:lnTo>
                    <a:pt x="274320" y="398431"/>
                  </a:lnTo>
                  <a:lnTo>
                    <a:pt x="274511" y="397193"/>
                  </a:lnTo>
                  <a:lnTo>
                    <a:pt x="274606" y="396621"/>
                  </a:lnTo>
                  <a:lnTo>
                    <a:pt x="274796" y="396050"/>
                  </a:lnTo>
                  <a:lnTo>
                    <a:pt x="275082" y="395573"/>
                  </a:lnTo>
                  <a:lnTo>
                    <a:pt x="275939" y="395383"/>
                  </a:lnTo>
                  <a:lnTo>
                    <a:pt x="276796" y="395288"/>
                  </a:lnTo>
                  <a:lnTo>
                    <a:pt x="280607" y="396621"/>
                  </a:lnTo>
                  <a:lnTo>
                    <a:pt x="281178" y="396526"/>
                  </a:lnTo>
                  <a:lnTo>
                    <a:pt x="282035" y="396240"/>
                  </a:lnTo>
                  <a:lnTo>
                    <a:pt x="282416" y="395954"/>
                  </a:lnTo>
                  <a:lnTo>
                    <a:pt x="282702" y="394716"/>
                  </a:lnTo>
                  <a:lnTo>
                    <a:pt x="282797" y="393668"/>
                  </a:lnTo>
                  <a:lnTo>
                    <a:pt x="282702" y="385953"/>
                  </a:lnTo>
                  <a:lnTo>
                    <a:pt x="282607" y="384429"/>
                  </a:lnTo>
                  <a:lnTo>
                    <a:pt x="282512" y="383953"/>
                  </a:lnTo>
                  <a:lnTo>
                    <a:pt x="282321" y="383381"/>
                  </a:lnTo>
                  <a:lnTo>
                    <a:pt x="281845" y="382810"/>
                  </a:lnTo>
                  <a:lnTo>
                    <a:pt x="281750" y="382429"/>
                  </a:lnTo>
                  <a:lnTo>
                    <a:pt x="281083" y="380524"/>
                  </a:lnTo>
                  <a:lnTo>
                    <a:pt x="280607" y="377666"/>
                  </a:lnTo>
                  <a:lnTo>
                    <a:pt x="280511" y="375190"/>
                  </a:lnTo>
                  <a:lnTo>
                    <a:pt x="280607" y="373856"/>
                  </a:lnTo>
                  <a:lnTo>
                    <a:pt x="281083" y="371285"/>
                  </a:lnTo>
                  <a:lnTo>
                    <a:pt x="281464" y="370523"/>
                  </a:lnTo>
                  <a:lnTo>
                    <a:pt x="282131" y="369570"/>
                  </a:lnTo>
                  <a:lnTo>
                    <a:pt x="284702" y="366427"/>
                  </a:lnTo>
                  <a:lnTo>
                    <a:pt x="288417" y="363093"/>
                  </a:lnTo>
                  <a:lnTo>
                    <a:pt x="289370" y="361950"/>
                  </a:lnTo>
                  <a:lnTo>
                    <a:pt x="289751" y="361188"/>
                  </a:lnTo>
                  <a:lnTo>
                    <a:pt x="290227" y="360140"/>
                  </a:lnTo>
                  <a:lnTo>
                    <a:pt x="290798" y="357950"/>
                  </a:lnTo>
                  <a:lnTo>
                    <a:pt x="291656" y="353187"/>
                  </a:lnTo>
                  <a:lnTo>
                    <a:pt x="292513" y="351568"/>
                  </a:lnTo>
                  <a:lnTo>
                    <a:pt x="295180" y="347948"/>
                  </a:lnTo>
                  <a:lnTo>
                    <a:pt x="296799" y="343948"/>
                  </a:lnTo>
                  <a:lnTo>
                    <a:pt x="297656" y="342805"/>
                  </a:lnTo>
                  <a:lnTo>
                    <a:pt x="299847" y="340424"/>
                  </a:lnTo>
                  <a:lnTo>
                    <a:pt x="302228" y="337376"/>
                  </a:lnTo>
                  <a:lnTo>
                    <a:pt x="304895" y="332994"/>
                  </a:lnTo>
                  <a:lnTo>
                    <a:pt x="304991" y="332708"/>
                  </a:lnTo>
                  <a:lnTo>
                    <a:pt x="306800" y="327374"/>
                  </a:lnTo>
                  <a:lnTo>
                    <a:pt x="307277" y="326327"/>
                  </a:lnTo>
                  <a:lnTo>
                    <a:pt x="307753" y="325565"/>
                  </a:lnTo>
                  <a:lnTo>
                    <a:pt x="308134" y="324422"/>
                  </a:lnTo>
                  <a:lnTo>
                    <a:pt x="308420" y="322802"/>
                  </a:lnTo>
                  <a:lnTo>
                    <a:pt x="309277" y="315754"/>
                  </a:lnTo>
                  <a:lnTo>
                    <a:pt x="308801" y="312896"/>
                  </a:lnTo>
                  <a:lnTo>
                    <a:pt x="302895" y="307562"/>
                  </a:lnTo>
                  <a:lnTo>
                    <a:pt x="300323" y="300038"/>
                  </a:lnTo>
                  <a:lnTo>
                    <a:pt x="299752" y="298704"/>
                  </a:lnTo>
                  <a:lnTo>
                    <a:pt x="294894" y="290227"/>
                  </a:lnTo>
                  <a:lnTo>
                    <a:pt x="292703" y="288322"/>
                  </a:lnTo>
                  <a:lnTo>
                    <a:pt x="292037" y="287560"/>
                  </a:lnTo>
                  <a:lnTo>
                    <a:pt x="291656" y="286703"/>
                  </a:lnTo>
                  <a:lnTo>
                    <a:pt x="291084" y="285369"/>
                  </a:lnTo>
                  <a:lnTo>
                    <a:pt x="289370" y="279464"/>
                  </a:lnTo>
                  <a:lnTo>
                    <a:pt x="289084" y="278416"/>
                  </a:lnTo>
                  <a:lnTo>
                    <a:pt x="288417" y="276701"/>
                  </a:lnTo>
                  <a:lnTo>
                    <a:pt x="286131" y="273272"/>
                  </a:lnTo>
                  <a:lnTo>
                    <a:pt x="285369" y="271463"/>
                  </a:lnTo>
                  <a:lnTo>
                    <a:pt x="284036" y="266986"/>
                  </a:lnTo>
                  <a:lnTo>
                    <a:pt x="281464" y="266510"/>
                  </a:lnTo>
                  <a:lnTo>
                    <a:pt x="280892" y="266319"/>
                  </a:lnTo>
                  <a:lnTo>
                    <a:pt x="280416" y="266129"/>
                  </a:lnTo>
                  <a:lnTo>
                    <a:pt x="280035" y="265843"/>
                  </a:lnTo>
                  <a:lnTo>
                    <a:pt x="278130" y="263462"/>
                  </a:lnTo>
                  <a:lnTo>
                    <a:pt x="277368" y="262795"/>
                  </a:lnTo>
                  <a:lnTo>
                    <a:pt x="275749" y="261557"/>
                  </a:lnTo>
                  <a:lnTo>
                    <a:pt x="274892" y="260985"/>
                  </a:lnTo>
                  <a:lnTo>
                    <a:pt x="265367" y="257842"/>
                  </a:lnTo>
                  <a:lnTo>
                    <a:pt x="264509" y="257366"/>
                  </a:lnTo>
                  <a:lnTo>
                    <a:pt x="264224" y="257175"/>
                  </a:lnTo>
                  <a:lnTo>
                    <a:pt x="263938" y="256985"/>
                  </a:lnTo>
                  <a:lnTo>
                    <a:pt x="263652" y="255937"/>
                  </a:lnTo>
                  <a:lnTo>
                    <a:pt x="263366" y="254318"/>
                  </a:lnTo>
                  <a:lnTo>
                    <a:pt x="262700" y="247460"/>
                  </a:lnTo>
                  <a:lnTo>
                    <a:pt x="262223" y="245840"/>
                  </a:lnTo>
                  <a:lnTo>
                    <a:pt x="262128" y="245174"/>
                  </a:lnTo>
                  <a:lnTo>
                    <a:pt x="262223" y="244221"/>
                  </a:lnTo>
                  <a:lnTo>
                    <a:pt x="262795" y="241935"/>
                  </a:lnTo>
                  <a:lnTo>
                    <a:pt x="263843" y="239459"/>
                  </a:lnTo>
                  <a:lnTo>
                    <a:pt x="264224" y="237935"/>
                  </a:lnTo>
                  <a:lnTo>
                    <a:pt x="264224" y="236887"/>
                  </a:lnTo>
                  <a:lnTo>
                    <a:pt x="264128" y="235363"/>
                  </a:lnTo>
                  <a:lnTo>
                    <a:pt x="263366" y="229743"/>
                  </a:lnTo>
                  <a:lnTo>
                    <a:pt x="263557" y="228029"/>
                  </a:lnTo>
                  <a:lnTo>
                    <a:pt x="264986" y="225076"/>
                  </a:lnTo>
                  <a:lnTo>
                    <a:pt x="268129" y="219837"/>
                  </a:lnTo>
                  <a:lnTo>
                    <a:pt x="268700" y="218408"/>
                  </a:lnTo>
                  <a:lnTo>
                    <a:pt x="269462" y="217075"/>
                  </a:lnTo>
                  <a:lnTo>
                    <a:pt x="271177" y="216122"/>
                  </a:lnTo>
                  <a:lnTo>
                    <a:pt x="274320" y="215456"/>
                  </a:lnTo>
                  <a:lnTo>
                    <a:pt x="275273" y="214694"/>
                  </a:lnTo>
                  <a:lnTo>
                    <a:pt x="275558" y="213646"/>
                  </a:lnTo>
                  <a:lnTo>
                    <a:pt x="275463" y="212312"/>
                  </a:lnTo>
                  <a:lnTo>
                    <a:pt x="275463" y="211169"/>
                  </a:lnTo>
                  <a:lnTo>
                    <a:pt x="276035" y="210026"/>
                  </a:lnTo>
                  <a:lnTo>
                    <a:pt x="280702" y="208407"/>
                  </a:lnTo>
                  <a:lnTo>
                    <a:pt x="284607" y="203454"/>
                  </a:lnTo>
                  <a:lnTo>
                    <a:pt x="286798" y="200120"/>
                  </a:lnTo>
                  <a:lnTo>
                    <a:pt x="286798" y="199549"/>
                  </a:lnTo>
                  <a:lnTo>
                    <a:pt x="286798" y="198787"/>
                  </a:lnTo>
                  <a:lnTo>
                    <a:pt x="284321" y="195644"/>
                  </a:lnTo>
                  <a:lnTo>
                    <a:pt x="283178" y="193834"/>
                  </a:lnTo>
                  <a:lnTo>
                    <a:pt x="282226" y="191929"/>
                  </a:lnTo>
                  <a:lnTo>
                    <a:pt x="281559" y="190024"/>
                  </a:lnTo>
                  <a:lnTo>
                    <a:pt x="281273" y="188786"/>
                  </a:lnTo>
                  <a:lnTo>
                    <a:pt x="281083" y="187833"/>
                  </a:lnTo>
                  <a:lnTo>
                    <a:pt x="281178" y="186976"/>
                  </a:lnTo>
                  <a:lnTo>
                    <a:pt x="281464" y="186023"/>
                  </a:lnTo>
                  <a:lnTo>
                    <a:pt x="281750" y="185071"/>
                  </a:lnTo>
                  <a:lnTo>
                    <a:pt x="282131" y="184499"/>
                  </a:lnTo>
                  <a:lnTo>
                    <a:pt x="282416" y="184023"/>
                  </a:lnTo>
                  <a:lnTo>
                    <a:pt x="282797" y="183737"/>
                  </a:lnTo>
                  <a:lnTo>
                    <a:pt x="285464" y="182213"/>
                  </a:lnTo>
                  <a:lnTo>
                    <a:pt x="286036" y="181261"/>
                  </a:lnTo>
                  <a:lnTo>
                    <a:pt x="286608" y="179927"/>
                  </a:lnTo>
                  <a:lnTo>
                    <a:pt x="287560" y="176498"/>
                  </a:lnTo>
                  <a:lnTo>
                    <a:pt x="288227" y="174879"/>
                  </a:lnTo>
                  <a:lnTo>
                    <a:pt x="288989" y="173355"/>
                  </a:lnTo>
                  <a:lnTo>
                    <a:pt x="289846" y="172688"/>
                  </a:lnTo>
                  <a:lnTo>
                    <a:pt x="290798" y="172212"/>
                  </a:lnTo>
                  <a:lnTo>
                    <a:pt x="291751" y="172117"/>
                  </a:lnTo>
                  <a:lnTo>
                    <a:pt x="293942" y="172212"/>
                  </a:lnTo>
                  <a:lnTo>
                    <a:pt x="294989" y="172022"/>
                  </a:lnTo>
                  <a:lnTo>
                    <a:pt x="297752" y="170593"/>
                  </a:lnTo>
                  <a:lnTo>
                    <a:pt x="299561" y="169545"/>
                  </a:lnTo>
                  <a:lnTo>
                    <a:pt x="301752" y="168593"/>
                  </a:lnTo>
                  <a:lnTo>
                    <a:pt x="302419" y="168497"/>
                  </a:lnTo>
                  <a:lnTo>
                    <a:pt x="303181" y="168688"/>
                  </a:lnTo>
                  <a:lnTo>
                    <a:pt x="303752" y="169164"/>
                  </a:lnTo>
                  <a:lnTo>
                    <a:pt x="304705" y="170402"/>
                  </a:lnTo>
                  <a:lnTo>
                    <a:pt x="307848" y="173165"/>
                  </a:lnTo>
                  <a:lnTo>
                    <a:pt x="309182" y="173831"/>
                  </a:lnTo>
                  <a:lnTo>
                    <a:pt x="310039" y="174022"/>
                  </a:lnTo>
                  <a:lnTo>
                    <a:pt x="310706" y="174022"/>
                  </a:lnTo>
                  <a:lnTo>
                    <a:pt x="312325" y="173450"/>
                  </a:lnTo>
                  <a:lnTo>
                    <a:pt x="313468" y="173260"/>
                  </a:lnTo>
                  <a:lnTo>
                    <a:pt x="314039" y="173260"/>
                  </a:lnTo>
                  <a:lnTo>
                    <a:pt x="318040" y="173641"/>
                  </a:lnTo>
                  <a:lnTo>
                    <a:pt x="319278" y="173546"/>
                  </a:lnTo>
                  <a:lnTo>
                    <a:pt x="320326" y="173260"/>
                  </a:lnTo>
                  <a:lnTo>
                    <a:pt x="321278" y="172879"/>
                  </a:lnTo>
                  <a:lnTo>
                    <a:pt x="322136" y="172307"/>
                  </a:lnTo>
                  <a:lnTo>
                    <a:pt x="322802" y="171641"/>
                  </a:lnTo>
                  <a:lnTo>
                    <a:pt x="325469" y="167450"/>
                  </a:lnTo>
                  <a:lnTo>
                    <a:pt x="326041" y="166688"/>
                  </a:lnTo>
                  <a:lnTo>
                    <a:pt x="326898" y="166211"/>
                  </a:lnTo>
                  <a:lnTo>
                    <a:pt x="330041" y="165068"/>
                  </a:lnTo>
                  <a:lnTo>
                    <a:pt x="330994" y="164592"/>
                  </a:lnTo>
                  <a:lnTo>
                    <a:pt x="331375" y="164306"/>
                  </a:lnTo>
                  <a:lnTo>
                    <a:pt x="331756" y="163925"/>
                  </a:lnTo>
                  <a:lnTo>
                    <a:pt x="332232" y="163354"/>
                  </a:lnTo>
                  <a:lnTo>
                    <a:pt x="332804" y="162497"/>
                  </a:lnTo>
                  <a:lnTo>
                    <a:pt x="333185" y="161925"/>
                  </a:lnTo>
                  <a:lnTo>
                    <a:pt x="333470" y="161258"/>
                  </a:lnTo>
                  <a:lnTo>
                    <a:pt x="333661" y="160496"/>
                  </a:lnTo>
                  <a:lnTo>
                    <a:pt x="333851" y="159449"/>
                  </a:lnTo>
                  <a:lnTo>
                    <a:pt x="334042" y="157639"/>
                  </a:lnTo>
                  <a:lnTo>
                    <a:pt x="333946" y="151829"/>
                  </a:lnTo>
                  <a:lnTo>
                    <a:pt x="334042" y="150971"/>
                  </a:lnTo>
                  <a:lnTo>
                    <a:pt x="334328" y="149924"/>
                  </a:lnTo>
                  <a:lnTo>
                    <a:pt x="334899" y="148971"/>
                  </a:lnTo>
                  <a:lnTo>
                    <a:pt x="335375" y="148400"/>
                  </a:lnTo>
                  <a:lnTo>
                    <a:pt x="336518" y="147257"/>
                  </a:lnTo>
                  <a:lnTo>
                    <a:pt x="337185" y="146495"/>
                  </a:lnTo>
                  <a:lnTo>
                    <a:pt x="337471" y="146018"/>
                  </a:lnTo>
                  <a:lnTo>
                    <a:pt x="337661" y="145352"/>
                  </a:lnTo>
                  <a:lnTo>
                    <a:pt x="337852" y="144399"/>
                  </a:lnTo>
                  <a:lnTo>
                    <a:pt x="337852" y="142875"/>
                  </a:lnTo>
                  <a:lnTo>
                    <a:pt x="337947" y="141732"/>
                  </a:lnTo>
                  <a:lnTo>
                    <a:pt x="338138" y="140684"/>
                  </a:lnTo>
                  <a:lnTo>
                    <a:pt x="339090" y="138684"/>
                  </a:lnTo>
                  <a:lnTo>
                    <a:pt x="340709" y="136112"/>
                  </a:lnTo>
                  <a:lnTo>
                    <a:pt x="342995" y="131159"/>
                  </a:lnTo>
                  <a:lnTo>
                    <a:pt x="343471" y="129445"/>
                  </a:lnTo>
                  <a:lnTo>
                    <a:pt x="343948" y="126111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" name="Freeform: Shape 13">
              <a:extLst>
                <a:ext uri="{FF2B5EF4-FFF2-40B4-BE49-F238E27FC236}">
                  <a16:creationId xmlns:a16="http://schemas.microsoft.com/office/drawing/2014/main" id="{1CA870C0-5C29-9D33-D997-35CE47FA2A7A}"/>
                </a:ext>
              </a:extLst>
            </p:cNvPr>
            <p:cNvSpPr/>
            <p:nvPr/>
          </p:nvSpPr>
          <p:spPr>
            <a:xfrm>
              <a:off x="4622483" y="4918297"/>
              <a:ext cx="85725" cy="104775"/>
            </a:xfrm>
            <a:custGeom>
              <a:avLst/>
              <a:gdLst>
                <a:gd name="connsiteX0" fmla="*/ 77819 w 85725"/>
                <a:gd name="connsiteY0" fmla="*/ 51340 h 104775"/>
                <a:gd name="connsiteX1" fmla="*/ 79153 w 85725"/>
                <a:gd name="connsiteY1" fmla="*/ 51244 h 104775"/>
                <a:gd name="connsiteX2" fmla="*/ 80391 w 85725"/>
                <a:gd name="connsiteY2" fmla="*/ 50292 h 104775"/>
                <a:gd name="connsiteX3" fmla="*/ 81248 w 85725"/>
                <a:gd name="connsiteY3" fmla="*/ 48863 h 104775"/>
                <a:gd name="connsiteX4" fmla="*/ 81629 w 85725"/>
                <a:gd name="connsiteY4" fmla="*/ 47244 h 104775"/>
                <a:gd name="connsiteX5" fmla="*/ 81343 w 85725"/>
                <a:gd name="connsiteY5" fmla="*/ 45625 h 104775"/>
                <a:gd name="connsiteX6" fmla="*/ 80581 w 85725"/>
                <a:gd name="connsiteY6" fmla="*/ 44482 h 104775"/>
                <a:gd name="connsiteX7" fmla="*/ 79438 w 85725"/>
                <a:gd name="connsiteY7" fmla="*/ 43815 h 104775"/>
                <a:gd name="connsiteX8" fmla="*/ 78200 w 85725"/>
                <a:gd name="connsiteY8" fmla="*/ 43625 h 104775"/>
                <a:gd name="connsiteX9" fmla="*/ 75533 w 85725"/>
                <a:gd name="connsiteY9" fmla="*/ 43625 h 104775"/>
                <a:gd name="connsiteX10" fmla="*/ 74676 w 85725"/>
                <a:gd name="connsiteY10" fmla="*/ 44196 h 104775"/>
                <a:gd name="connsiteX11" fmla="*/ 76200 w 85725"/>
                <a:gd name="connsiteY11" fmla="*/ 48673 h 104775"/>
                <a:gd name="connsiteX12" fmla="*/ 77057 w 85725"/>
                <a:gd name="connsiteY12" fmla="*/ 50387 h 104775"/>
                <a:gd name="connsiteX13" fmla="*/ 77819 w 85725"/>
                <a:gd name="connsiteY13" fmla="*/ 51340 h 104775"/>
                <a:gd name="connsiteX14" fmla="*/ 71152 w 85725"/>
                <a:gd name="connsiteY14" fmla="*/ 47816 h 104775"/>
                <a:gd name="connsiteX15" fmla="*/ 72295 w 85725"/>
                <a:gd name="connsiteY15" fmla="*/ 48768 h 104775"/>
                <a:gd name="connsiteX16" fmla="*/ 73342 w 85725"/>
                <a:gd name="connsiteY16" fmla="*/ 48387 h 104775"/>
                <a:gd name="connsiteX17" fmla="*/ 73533 w 85725"/>
                <a:gd name="connsiteY17" fmla="*/ 46863 h 104775"/>
                <a:gd name="connsiteX18" fmla="*/ 72866 w 85725"/>
                <a:gd name="connsiteY18" fmla="*/ 45244 h 104775"/>
                <a:gd name="connsiteX19" fmla="*/ 71914 w 85725"/>
                <a:gd name="connsiteY19" fmla="*/ 43910 h 104775"/>
                <a:gd name="connsiteX20" fmla="*/ 70580 w 85725"/>
                <a:gd name="connsiteY20" fmla="*/ 42577 h 104775"/>
                <a:gd name="connsiteX21" fmla="*/ 68961 w 85725"/>
                <a:gd name="connsiteY21" fmla="*/ 41243 h 104775"/>
                <a:gd name="connsiteX22" fmla="*/ 66199 w 85725"/>
                <a:gd name="connsiteY22" fmla="*/ 39719 h 104775"/>
                <a:gd name="connsiteX23" fmla="*/ 60388 w 85725"/>
                <a:gd name="connsiteY23" fmla="*/ 37433 h 104775"/>
                <a:gd name="connsiteX24" fmla="*/ 59150 w 85725"/>
                <a:gd name="connsiteY24" fmla="*/ 37433 h 104775"/>
                <a:gd name="connsiteX25" fmla="*/ 58198 w 85725"/>
                <a:gd name="connsiteY25" fmla="*/ 37243 h 104775"/>
                <a:gd name="connsiteX26" fmla="*/ 57626 w 85725"/>
                <a:gd name="connsiteY26" fmla="*/ 37624 h 104775"/>
                <a:gd name="connsiteX27" fmla="*/ 58769 w 85725"/>
                <a:gd name="connsiteY27" fmla="*/ 38767 h 104775"/>
                <a:gd name="connsiteX28" fmla="*/ 68485 w 85725"/>
                <a:gd name="connsiteY28" fmla="*/ 45434 h 104775"/>
                <a:gd name="connsiteX29" fmla="*/ 71152 w 85725"/>
                <a:gd name="connsiteY29" fmla="*/ 47816 h 104775"/>
                <a:gd name="connsiteX30" fmla="*/ 81153 w 85725"/>
                <a:gd name="connsiteY30" fmla="*/ 69342 h 104775"/>
                <a:gd name="connsiteX31" fmla="*/ 73152 w 85725"/>
                <a:gd name="connsiteY31" fmla="*/ 58674 h 104775"/>
                <a:gd name="connsiteX32" fmla="*/ 68961 w 85725"/>
                <a:gd name="connsiteY32" fmla="*/ 52387 h 104775"/>
                <a:gd name="connsiteX33" fmla="*/ 64579 w 85725"/>
                <a:gd name="connsiteY33" fmla="*/ 49435 h 104775"/>
                <a:gd name="connsiteX34" fmla="*/ 61531 w 85725"/>
                <a:gd name="connsiteY34" fmla="*/ 47339 h 104775"/>
                <a:gd name="connsiteX35" fmla="*/ 54673 w 85725"/>
                <a:gd name="connsiteY35" fmla="*/ 44482 h 104775"/>
                <a:gd name="connsiteX36" fmla="*/ 46863 w 85725"/>
                <a:gd name="connsiteY36" fmla="*/ 38862 h 104775"/>
                <a:gd name="connsiteX37" fmla="*/ 44482 w 85725"/>
                <a:gd name="connsiteY37" fmla="*/ 36385 h 104775"/>
                <a:gd name="connsiteX38" fmla="*/ 39910 w 85725"/>
                <a:gd name="connsiteY38" fmla="*/ 34100 h 104775"/>
                <a:gd name="connsiteX39" fmla="*/ 38290 w 85725"/>
                <a:gd name="connsiteY39" fmla="*/ 32861 h 104775"/>
                <a:gd name="connsiteX40" fmla="*/ 37052 w 85725"/>
                <a:gd name="connsiteY40" fmla="*/ 32766 h 104775"/>
                <a:gd name="connsiteX41" fmla="*/ 35528 w 85725"/>
                <a:gd name="connsiteY41" fmla="*/ 33242 h 104775"/>
                <a:gd name="connsiteX42" fmla="*/ 34385 w 85725"/>
                <a:gd name="connsiteY42" fmla="*/ 33433 h 104775"/>
                <a:gd name="connsiteX43" fmla="*/ 32004 w 85725"/>
                <a:gd name="connsiteY43" fmla="*/ 33242 h 104775"/>
                <a:gd name="connsiteX44" fmla="*/ 30956 w 85725"/>
                <a:gd name="connsiteY44" fmla="*/ 33338 h 104775"/>
                <a:gd name="connsiteX45" fmla="*/ 30194 w 85725"/>
                <a:gd name="connsiteY45" fmla="*/ 33623 h 104775"/>
                <a:gd name="connsiteX46" fmla="*/ 30004 w 85725"/>
                <a:gd name="connsiteY46" fmla="*/ 33718 h 104775"/>
                <a:gd name="connsiteX47" fmla="*/ 28289 w 85725"/>
                <a:gd name="connsiteY47" fmla="*/ 34957 h 104775"/>
                <a:gd name="connsiteX48" fmla="*/ 27813 w 85725"/>
                <a:gd name="connsiteY48" fmla="*/ 35242 h 104775"/>
                <a:gd name="connsiteX49" fmla="*/ 26479 w 85725"/>
                <a:gd name="connsiteY49" fmla="*/ 35719 h 104775"/>
                <a:gd name="connsiteX50" fmla="*/ 26098 w 85725"/>
                <a:gd name="connsiteY50" fmla="*/ 35909 h 104775"/>
                <a:gd name="connsiteX51" fmla="*/ 25622 w 85725"/>
                <a:gd name="connsiteY51" fmla="*/ 36481 h 104775"/>
                <a:gd name="connsiteX52" fmla="*/ 25051 w 85725"/>
                <a:gd name="connsiteY52" fmla="*/ 37433 h 104775"/>
                <a:gd name="connsiteX53" fmla="*/ 23241 w 85725"/>
                <a:gd name="connsiteY53" fmla="*/ 41243 h 104775"/>
                <a:gd name="connsiteX54" fmla="*/ 22384 w 85725"/>
                <a:gd name="connsiteY54" fmla="*/ 42386 h 104775"/>
                <a:gd name="connsiteX55" fmla="*/ 22003 w 85725"/>
                <a:gd name="connsiteY55" fmla="*/ 43625 h 104775"/>
                <a:gd name="connsiteX56" fmla="*/ 22384 w 85725"/>
                <a:gd name="connsiteY56" fmla="*/ 46768 h 104775"/>
                <a:gd name="connsiteX57" fmla="*/ 22479 w 85725"/>
                <a:gd name="connsiteY57" fmla="*/ 47816 h 104775"/>
                <a:gd name="connsiteX58" fmla="*/ 22479 w 85725"/>
                <a:gd name="connsiteY58" fmla="*/ 48292 h 104775"/>
                <a:gd name="connsiteX59" fmla="*/ 22384 w 85725"/>
                <a:gd name="connsiteY59" fmla="*/ 48863 h 104775"/>
                <a:gd name="connsiteX60" fmla="*/ 22098 w 85725"/>
                <a:gd name="connsiteY60" fmla="*/ 49816 h 104775"/>
                <a:gd name="connsiteX61" fmla="*/ 21812 w 85725"/>
                <a:gd name="connsiteY61" fmla="*/ 50578 h 104775"/>
                <a:gd name="connsiteX62" fmla="*/ 21717 w 85725"/>
                <a:gd name="connsiteY62" fmla="*/ 51054 h 104775"/>
                <a:gd name="connsiteX63" fmla="*/ 21526 w 85725"/>
                <a:gd name="connsiteY63" fmla="*/ 52102 h 104775"/>
                <a:gd name="connsiteX64" fmla="*/ 21431 w 85725"/>
                <a:gd name="connsiteY64" fmla="*/ 52387 h 104775"/>
                <a:gd name="connsiteX65" fmla="*/ 21241 w 85725"/>
                <a:gd name="connsiteY65" fmla="*/ 52673 h 104775"/>
                <a:gd name="connsiteX66" fmla="*/ 20669 w 85725"/>
                <a:gd name="connsiteY66" fmla="*/ 52768 h 104775"/>
                <a:gd name="connsiteX67" fmla="*/ 20288 w 85725"/>
                <a:gd name="connsiteY67" fmla="*/ 52673 h 104775"/>
                <a:gd name="connsiteX68" fmla="*/ 19621 w 85725"/>
                <a:gd name="connsiteY68" fmla="*/ 52387 h 104775"/>
                <a:gd name="connsiteX69" fmla="*/ 19050 w 85725"/>
                <a:gd name="connsiteY69" fmla="*/ 52483 h 104775"/>
                <a:gd name="connsiteX70" fmla="*/ 18574 w 85725"/>
                <a:gd name="connsiteY70" fmla="*/ 52483 h 104775"/>
                <a:gd name="connsiteX71" fmla="*/ 18097 w 85725"/>
                <a:gd name="connsiteY71" fmla="*/ 52578 h 104775"/>
                <a:gd name="connsiteX72" fmla="*/ 16097 w 85725"/>
                <a:gd name="connsiteY72" fmla="*/ 53626 h 104775"/>
                <a:gd name="connsiteX73" fmla="*/ 15907 w 85725"/>
                <a:gd name="connsiteY73" fmla="*/ 54197 h 104775"/>
                <a:gd name="connsiteX74" fmla="*/ 15811 w 85725"/>
                <a:gd name="connsiteY74" fmla="*/ 54769 h 104775"/>
                <a:gd name="connsiteX75" fmla="*/ 15811 w 85725"/>
                <a:gd name="connsiteY75" fmla="*/ 55340 h 104775"/>
                <a:gd name="connsiteX76" fmla="*/ 16764 w 85725"/>
                <a:gd name="connsiteY76" fmla="*/ 62008 h 104775"/>
                <a:gd name="connsiteX77" fmla="*/ 16669 w 85725"/>
                <a:gd name="connsiteY77" fmla="*/ 62579 h 104775"/>
                <a:gd name="connsiteX78" fmla="*/ 16573 w 85725"/>
                <a:gd name="connsiteY78" fmla="*/ 63151 h 104775"/>
                <a:gd name="connsiteX79" fmla="*/ 16383 w 85725"/>
                <a:gd name="connsiteY79" fmla="*/ 63627 h 104775"/>
                <a:gd name="connsiteX80" fmla="*/ 16097 w 85725"/>
                <a:gd name="connsiteY80" fmla="*/ 64103 h 104775"/>
                <a:gd name="connsiteX81" fmla="*/ 15240 w 85725"/>
                <a:gd name="connsiteY81" fmla="*/ 64579 h 104775"/>
                <a:gd name="connsiteX82" fmla="*/ 13811 w 85725"/>
                <a:gd name="connsiteY82" fmla="*/ 65056 h 104775"/>
                <a:gd name="connsiteX83" fmla="*/ 7715 w 85725"/>
                <a:gd name="connsiteY83" fmla="*/ 65913 h 104775"/>
                <a:gd name="connsiteX84" fmla="*/ 1714 w 85725"/>
                <a:gd name="connsiteY84" fmla="*/ 65437 h 104775"/>
                <a:gd name="connsiteX85" fmla="*/ 1143 w 85725"/>
                <a:gd name="connsiteY85" fmla="*/ 65437 h 104775"/>
                <a:gd name="connsiteX86" fmla="*/ 667 w 85725"/>
                <a:gd name="connsiteY86" fmla="*/ 65532 h 104775"/>
                <a:gd name="connsiteX87" fmla="*/ 286 w 85725"/>
                <a:gd name="connsiteY87" fmla="*/ 65723 h 104775"/>
                <a:gd name="connsiteX88" fmla="*/ 95 w 85725"/>
                <a:gd name="connsiteY88" fmla="*/ 66199 h 104775"/>
                <a:gd name="connsiteX89" fmla="*/ 0 w 85725"/>
                <a:gd name="connsiteY89" fmla="*/ 66675 h 104775"/>
                <a:gd name="connsiteX90" fmla="*/ 476 w 85725"/>
                <a:gd name="connsiteY90" fmla="*/ 68390 h 104775"/>
                <a:gd name="connsiteX91" fmla="*/ 2286 w 85725"/>
                <a:gd name="connsiteY91" fmla="*/ 71057 h 104775"/>
                <a:gd name="connsiteX92" fmla="*/ 2857 w 85725"/>
                <a:gd name="connsiteY92" fmla="*/ 72676 h 104775"/>
                <a:gd name="connsiteX93" fmla="*/ 3905 w 85725"/>
                <a:gd name="connsiteY93" fmla="*/ 77343 h 104775"/>
                <a:gd name="connsiteX94" fmla="*/ 6382 w 85725"/>
                <a:gd name="connsiteY94" fmla="*/ 77152 h 104775"/>
                <a:gd name="connsiteX95" fmla="*/ 7620 w 85725"/>
                <a:gd name="connsiteY95" fmla="*/ 77248 h 104775"/>
                <a:gd name="connsiteX96" fmla="*/ 8763 w 85725"/>
                <a:gd name="connsiteY96" fmla="*/ 77533 h 104775"/>
                <a:gd name="connsiteX97" fmla="*/ 9239 w 85725"/>
                <a:gd name="connsiteY97" fmla="*/ 77819 h 104775"/>
                <a:gd name="connsiteX98" fmla="*/ 9620 w 85725"/>
                <a:gd name="connsiteY98" fmla="*/ 78295 h 104775"/>
                <a:gd name="connsiteX99" fmla="*/ 9906 w 85725"/>
                <a:gd name="connsiteY99" fmla="*/ 79153 h 104775"/>
                <a:gd name="connsiteX100" fmla="*/ 9906 w 85725"/>
                <a:gd name="connsiteY100" fmla="*/ 79819 h 104775"/>
                <a:gd name="connsiteX101" fmla="*/ 9715 w 85725"/>
                <a:gd name="connsiteY101" fmla="*/ 80962 h 104775"/>
                <a:gd name="connsiteX102" fmla="*/ 9715 w 85725"/>
                <a:gd name="connsiteY102" fmla="*/ 81534 h 104775"/>
                <a:gd name="connsiteX103" fmla="*/ 9715 w 85725"/>
                <a:gd name="connsiteY103" fmla="*/ 82105 h 104775"/>
                <a:gd name="connsiteX104" fmla="*/ 10573 w 85725"/>
                <a:gd name="connsiteY104" fmla="*/ 84868 h 104775"/>
                <a:gd name="connsiteX105" fmla="*/ 10668 w 85725"/>
                <a:gd name="connsiteY105" fmla="*/ 85344 h 104775"/>
                <a:gd name="connsiteX106" fmla="*/ 10573 w 85725"/>
                <a:gd name="connsiteY106" fmla="*/ 85820 h 104775"/>
                <a:gd name="connsiteX107" fmla="*/ 10382 w 85725"/>
                <a:gd name="connsiteY107" fmla="*/ 86296 h 104775"/>
                <a:gd name="connsiteX108" fmla="*/ 9811 w 85725"/>
                <a:gd name="connsiteY108" fmla="*/ 87058 h 104775"/>
                <a:gd name="connsiteX109" fmla="*/ 9525 w 85725"/>
                <a:gd name="connsiteY109" fmla="*/ 87535 h 104775"/>
                <a:gd name="connsiteX110" fmla="*/ 9430 w 85725"/>
                <a:gd name="connsiteY110" fmla="*/ 88011 h 104775"/>
                <a:gd name="connsiteX111" fmla="*/ 9430 w 85725"/>
                <a:gd name="connsiteY111" fmla="*/ 88487 h 104775"/>
                <a:gd name="connsiteX112" fmla="*/ 9525 w 85725"/>
                <a:gd name="connsiteY112" fmla="*/ 88868 h 104775"/>
                <a:gd name="connsiteX113" fmla="*/ 10573 w 85725"/>
                <a:gd name="connsiteY113" fmla="*/ 90297 h 104775"/>
                <a:gd name="connsiteX114" fmla="*/ 10763 w 85725"/>
                <a:gd name="connsiteY114" fmla="*/ 90868 h 104775"/>
                <a:gd name="connsiteX115" fmla="*/ 10763 w 85725"/>
                <a:gd name="connsiteY115" fmla="*/ 91440 h 104775"/>
                <a:gd name="connsiteX116" fmla="*/ 10573 w 85725"/>
                <a:gd name="connsiteY116" fmla="*/ 91916 h 104775"/>
                <a:gd name="connsiteX117" fmla="*/ 9715 w 85725"/>
                <a:gd name="connsiteY117" fmla="*/ 93154 h 104775"/>
                <a:gd name="connsiteX118" fmla="*/ 9525 w 85725"/>
                <a:gd name="connsiteY118" fmla="*/ 93631 h 104775"/>
                <a:gd name="connsiteX119" fmla="*/ 9430 w 85725"/>
                <a:gd name="connsiteY119" fmla="*/ 94107 h 104775"/>
                <a:gd name="connsiteX120" fmla="*/ 9715 w 85725"/>
                <a:gd name="connsiteY120" fmla="*/ 94583 h 104775"/>
                <a:gd name="connsiteX121" fmla="*/ 10382 w 85725"/>
                <a:gd name="connsiteY121" fmla="*/ 95059 h 104775"/>
                <a:gd name="connsiteX122" fmla="*/ 13430 w 85725"/>
                <a:gd name="connsiteY122" fmla="*/ 96202 h 104775"/>
                <a:gd name="connsiteX123" fmla="*/ 14002 w 85725"/>
                <a:gd name="connsiteY123" fmla="*/ 96298 h 104775"/>
                <a:gd name="connsiteX124" fmla="*/ 14478 w 85725"/>
                <a:gd name="connsiteY124" fmla="*/ 96202 h 104775"/>
                <a:gd name="connsiteX125" fmla="*/ 14859 w 85725"/>
                <a:gd name="connsiteY125" fmla="*/ 96012 h 104775"/>
                <a:gd name="connsiteX126" fmla="*/ 15145 w 85725"/>
                <a:gd name="connsiteY126" fmla="*/ 95631 h 104775"/>
                <a:gd name="connsiteX127" fmla="*/ 15430 w 85725"/>
                <a:gd name="connsiteY127" fmla="*/ 95250 h 104775"/>
                <a:gd name="connsiteX128" fmla="*/ 15811 w 85725"/>
                <a:gd name="connsiteY128" fmla="*/ 94298 h 104775"/>
                <a:gd name="connsiteX129" fmla="*/ 16097 w 85725"/>
                <a:gd name="connsiteY129" fmla="*/ 93821 h 104775"/>
                <a:gd name="connsiteX130" fmla="*/ 16383 w 85725"/>
                <a:gd name="connsiteY130" fmla="*/ 93440 h 104775"/>
                <a:gd name="connsiteX131" fmla="*/ 16764 w 85725"/>
                <a:gd name="connsiteY131" fmla="*/ 93250 h 104775"/>
                <a:gd name="connsiteX132" fmla="*/ 17240 w 85725"/>
                <a:gd name="connsiteY132" fmla="*/ 93154 h 104775"/>
                <a:gd name="connsiteX133" fmla="*/ 17716 w 85725"/>
                <a:gd name="connsiteY133" fmla="*/ 93059 h 104775"/>
                <a:gd name="connsiteX134" fmla="*/ 18383 w 85725"/>
                <a:gd name="connsiteY134" fmla="*/ 93345 h 104775"/>
                <a:gd name="connsiteX135" fmla="*/ 19240 w 85725"/>
                <a:gd name="connsiteY135" fmla="*/ 93917 h 104775"/>
                <a:gd name="connsiteX136" fmla="*/ 20955 w 85725"/>
                <a:gd name="connsiteY136" fmla="*/ 96298 h 104775"/>
                <a:gd name="connsiteX137" fmla="*/ 21241 w 85725"/>
                <a:gd name="connsiteY137" fmla="*/ 96965 h 104775"/>
                <a:gd name="connsiteX138" fmla="*/ 21526 w 85725"/>
                <a:gd name="connsiteY138" fmla="*/ 97441 h 104775"/>
                <a:gd name="connsiteX139" fmla="*/ 22098 w 85725"/>
                <a:gd name="connsiteY139" fmla="*/ 97822 h 104775"/>
                <a:gd name="connsiteX140" fmla="*/ 23146 w 85725"/>
                <a:gd name="connsiteY140" fmla="*/ 98203 h 104775"/>
                <a:gd name="connsiteX141" fmla="*/ 23908 w 85725"/>
                <a:gd name="connsiteY141" fmla="*/ 98298 h 104775"/>
                <a:gd name="connsiteX142" fmla="*/ 24574 w 85725"/>
                <a:gd name="connsiteY142" fmla="*/ 98298 h 104775"/>
                <a:gd name="connsiteX143" fmla="*/ 25527 w 85725"/>
                <a:gd name="connsiteY143" fmla="*/ 98108 h 104775"/>
                <a:gd name="connsiteX144" fmla="*/ 26098 w 85725"/>
                <a:gd name="connsiteY144" fmla="*/ 98108 h 104775"/>
                <a:gd name="connsiteX145" fmla="*/ 26670 w 85725"/>
                <a:gd name="connsiteY145" fmla="*/ 98203 h 104775"/>
                <a:gd name="connsiteX146" fmla="*/ 27241 w 85725"/>
                <a:gd name="connsiteY146" fmla="*/ 98393 h 104775"/>
                <a:gd name="connsiteX147" fmla="*/ 27717 w 85725"/>
                <a:gd name="connsiteY147" fmla="*/ 98584 h 104775"/>
                <a:gd name="connsiteX148" fmla="*/ 28956 w 85725"/>
                <a:gd name="connsiteY148" fmla="*/ 99346 h 104775"/>
                <a:gd name="connsiteX149" fmla="*/ 29623 w 85725"/>
                <a:gd name="connsiteY149" fmla="*/ 99917 h 104775"/>
                <a:gd name="connsiteX150" fmla="*/ 30099 w 85725"/>
                <a:gd name="connsiteY150" fmla="*/ 100393 h 104775"/>
                <a:gd name="connsiteX151" fmla="*/ 31337 w 85725"/>
                <a:gd name="connsiteY151" fmla="*/ 102108 h 104775"/>
                <a:gd name="connsiteX152" fmla="*/ 32099 w 85725"/>
                <a:gd name="connsiteY152" fmla="*/ 103823 h 104775"/>
                <a:gd name="connsiteX153" fmla="*/ 32766 w 85725"/>
                <a:gd name="connsiteY153" fmla="*/ 106966 h 104775"/>
                <a:gd name="connsiteX154" fmla="*/ 32766 w 85725"/>
                <a:gd name="connsiteY154" fmla="*/ 106966 h 104775"/>
                <a:gd name="connsiteX155" fmla="*/ 37433 w 85725"/>
                <a:gd name="connsiteY155" fmla="*/ 105918 h 104775"/>
                <a:gd name="connsiteX156" fmla="*/ 38767 w 85725"/>
                <a:gd name="connsiteY156" fmla="*/ 104966 h 104775"/>
                <a:gd name="connsiteX157" fmla="*/ 43529 w 85725"/>
                <a:gd name="connsiteY157" fmla="*/ 100012 h 104775"/>
                <a:gd name="connsiteX158" fmla="*/ 47149 w 85725"/>
                <a:gd name="connsiteY158" fmla="*/ 98584 h 104775"/>
                <a:gd name="connsiteX159" fmla="*/ 50006 w 85725"/>
                <a:gd name="connsiteY159" fmla="*/ 97250 h 104775"/>
                <a:gd name="connsiteX160" fmla="*/ 54102 w 85725"/>
                <a:gd name="connsiteY160" fmla="*/ 95536 h 104775"/>
                <a:gd name="connsiteX161" fmla="*/ 61150 w 85725"/>
                <a:gd name="connsiteY161" fmla="*/ 93631 h 104775"/>
                <a:gd name="connsiteX162" fmla="*/ 69247 w 85725"/>
                <a:gd name="connsiteY162" fmla="*/ 92774 h 104775"/>
                <a:gd name="connsiteX163" fmla="*/ 75438 w 85725"/>
                <a:gd name="connsiteY163" fmla="*/ 92107 h 104775"/>
                <a:gd name="connsiteX164" fmla="*/ 83153 w 85725"/>
                <a:gd name="connsiteY164" fmla="*/ 91726 h 104775"/>
                <a:gd name="connsiteX165" fmla="*/ 87344 w 85725"/>
                <a:gd name="connsiteY165" fmla="*/ 90107 h 104775"/>
                <a:gd name="connsiteX166" fmla="*/ 88773 w 85725"/>
                <a:gd name="connsiteY166" fmla="*/ 86296 h 104775"/>
                <a:gd name="connsiteX167" fmla="*/ 86677 w 85725"/>
                <a:gd name="connsiteY167" fmla="*/ 80105 h 104775"/>
                <a:gd name="connsiteX168" fmla="*/ 81153 w 85725"/>
                <a:gd name="connsiteY168" fmla="*/ 69342 h 104775"/>
                <a:gd name="connsiteX169" fmla="*/ 89440 w 85725"/>
                <a:gd name="connsiteY169" fmla="*/ 28289 h 104775"/>
                <a:gd name="connsiteX170" fmla="*/ 84582 w 85725"/>
                <a:gd name="connsiteY170" fmla="*/ 24765 h 104775"/>
                <a:gd name="connsiteX171" fmla="*/ 78581 w 85725"/>
                <a:gd name="connsiteY171" fmla="*/ 22003 h 104775"/>
                <a:gd name="connsiteX172" fmla="*/ 68771 w 85725"/>
                <a:gd name="connsiteY172" fmla="*/ 19907 h 104775"/>
                <a:gd name="connsiteX173" fmla="*/ 64103 w 85725"/>
                <a:gd name="connsiteY173" fmla="*/ 17812 h 104775"/>
                <a:gd name="connsiteX174" fmla="*/ 62293 w 85725"/>
                <a:gd name="connsiteY174" fmla="*/ 16573 h 104775"/>
                <a:gd name="connsiteX175" fmla="*/ 61055 w 85725"/>
                <a:gd name="connsiteY175" fmla="*/ 15621 h 104775"/>
                <a:gd name="connsiteX176" fmla="*/ 59436 w 85725"/>
                <a:gd name="connsiteY176" fmla="*/ 14097 h 104775"/>
                <a:gd name="connsiteX177" fmla="*/ 56674 w 85725"/>
                <a:gd name="connsiteY177" fmla="*/ 12001 h 104775"/>
                <a:gd name="connsiteX178" fmla="*/ 53816 w 85725"/>
                <a:gd name="connsiteY178" fmla="*/ 10668 h 104775"/>
                <a:gd name="connsiteX179" fmla="*/ 51054 w 85725"/>
                <a:gd name="connsiteY179" fmla="*/ 8572 h 104775"/>
                <a:gd name="connsiteX180" fmla="*/ 48958 w 85725"/>
                <a:gd name="connsiteY180" fmla="*/ 6667 h 104775"/>
                <a:gd name="connsiteX181" fmla="*/ 44863 w 85725"/>
                <a:gd name="connsiteY181" fmla="*/ 4381 h 104775"/>
                <a:gd name="connsiteX182" fmla="*/ 41815 w 85725"/>
                <a:gd name="connsiteY182" fmla="*/ 2857 h 104775"/>
                <a:gd name="connsiteX183" fmla="*/ 39910 w 85725"/>
                <a:gd name="connsiteY183" fmla="*/ 2286 h 104775"/>
                <a:gd name="connsiteX184" fmla="*/ 36766 w 85725"/>
                <a:gd name="connsiteY184" fmla="*/ 1143 h 104775"/>
                <a:gd name="connsiteX185" fmla="*/ 32099 w 85725"/>
                <a:gd name="connsiteY185" fmla="*/ 0 h 104775"/>
                <a:gd name="connsiteX186" fmla="*/ 28480 w 85725"/>
                <a:gd name="connsiteY186" fmla="*/ 1048 h 104775"/>
                <a:gd name="connsiteX187" fmla="*/ 26575 w 85725"/>
                <a:gd name="connsiteY187" fmla="*/ 3334 h 104775"/>
                <a:gd name="connsiteX188" fmla="*/ 25432 w 85725"/>
                <a:gd name="connsiteY188" fmla="*/ 4191 h 104775"/>
                <a:gd name="connsiteX189" fmla="*/ 25051 w 85725"/>
                <a:gd name="connsiteY189" fmla="*/ 5239 h 104775"/>
                <a:gd name="connsiteX190" fmla="*/ 25908 w 85725"/>
                <a:gd name="connsiteY190" fmla="*/ 6191 h 104775"/>
                <a:gd name="connsiteX191" fmla="*/ 27432 w 85725"/>
                <a:gd name="connsiteY191" fmla="*/ 7810 h 104775"/>
                <a:gd name="connsiteX192" fmla="*/ 28956 w 85725"/>
                <a:gd name="connsiteY192" fmla="*/ 9620 h 104775"/>
                <a:gd name="connsiteX193" fmla="*/ 33909 w 85725"/>
                <a:gd name="connsiteY193" fmla="*/ 12763 h 104775"/>
                <a:gd name="connsiteX194" fmla="*/ 35242 w 85725"/>
                <a:gd name="connsiteY194" fmla="*/ 15811 h 104775"/>
                <a:gd name="connsiteX195" fmla="*/ 36195 w 85725"/>
                <a:gd name="connsiteY195" fmla="*/ 17335 h 104775"/>
                <a:gd name="connsiteX196" fmla="*/ 38576 w 85725"/>
                <a:gd name="connsiteY196" fmla="*/ 18669 h 104775"/>
                <a:gd name="connsiteX197" fmla="*/ 41053 w 85725"/>
                <a:gd name="connsiteY197" fmla="*/ 19336 h 104775"/>
                <a:gd name="connsiteX198" fmla="*/ 43339 w 85725"/>
                <a:gd name="connsiteY198" fmla="*/ 21241 h 104775"/>
                <a:gd name="connsiteX199" fmla="*/ 49721 w 85725"/>
                <a:gd name="connsiteY199" fmla="*/ 24384 h 104775"/>
                <a:gd name="connsiteX200" fmla="*/ 52388 w 85725"/>
                <a:gd name="connsiteY200" fmla="*/ 25432 h 104775"/>
                <a:gd name="connsiteX201" fmla="*/ 54292 w 85725"/>
                <a:gd name="connsiteY201" fmla="*/ 26765 h 104775"/>
                <a:gd name="connsiteX202" fmla="*/ 56674 w 85725"/>
                <a:gd name="connsiteY202" fmla="*/ 29051 h 104775"/>
                <a:gd name="connsiteX203" fmla="*/ 60103 w 85725"/>
                <a:gd name="connsiteY203" fmla="*/ 29813 h 104775"/>
                <a:gd name="connsiteX204" fmla="*/ 65722 w 85725"/>
                <a:gd name="connsiteY204" fmla="*/ 31147 h 104775"/>
                <a:gd name="connsiteX205" fmla="*/ 67723 w 85725"/>
                <a:gd name="connsiteY205" fmla="*/ 32194 h 104775"/>
                <a:gd name="connsiteX206" fmla="*/ 69342 w 85725"/>
                <a:gd name="connsiteY206" fmla="*/ 33147 h 104775"/>
                <a:gd name="connsiteX207" fmla="*/ 73628 w 85725"/>
                <a:gd name="connsiteY207" fmla="*/ 34957 h 104775"/>
                <a:gd name="connsiteX208" fmla="*/ 76390 w 85725"/>
                <a:gd name="connsiteY208" fmla="*/ 36767 h 104775"/>
                <a:gd name="connsiteX209" fmla="*/ 79153 w 85725"/>
                <a:gd name="connsiteY209" fmla="*/ 37433 h 104775"/>
                <a:gd name="connsiteX210" fmla="*/ 84106 w 85725"/>
                <a:gd name="connsiteY210" fmla="*/ 35814 h 104775"/>
                <a:gd name="connsiteX211" fmla="*/ 89344 w 85725"/>
                <a:gd name="connsiteY211" fmla="*/ 33814 h 104775"/>
                <a:gd name="connsiteX212" fmla="*/ 90011 w 85725"/>
                <a:gd name="connsiteY212" fmla="*/ 31337 h 104775"/>
                <a:gd name="connsiteX213" fmla="*/ 89440 w 85725"/>
                <a:gd name="connsiteY213" fmla="*/ 282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85725" h="104775">
                  <a:moveTo>
                    <a:pt x="77819" y="51340"/>
                  </a:moveTo>
                  <a:lnTo>
                    <a:pt x="79153" y="51244"/>
                  </a:lnTo>
                  <a:lnTo>
                    <a:pt x="80391" y="50292"/>
                  </a:lnTo>
                  <a:lnTo>
                    <a:pt x="81248" y="48863"/>
                  </a:lnTo>
                  <a:lnTo>
                    <a:pt x="81629" y="47244"/>
                  </a:lnTo>
                  <a:lnTo>
                    <a:pt x="81343" y="45625"/>
                  </a:lnTo>
                  <a:lnTo>
                    <a:pt x="80581" y="44482"/>
                  </a:lnTo>
                  <a:lnTo>
                    <a:pt x="79438" y="43815"/>
                  </a:lnTo>
                  <a:lnTo>
                    <a:pt x="78200" y="43625"/>
                  </a:lnTo>
                  <a:lnTo>
                    <a:pt x="75533" y="43625"/>
                  </a:lnTo>
                  <a:lnTo>
                    <a:pt x="74676" y="44196"/>
                  </a:lnTo>
                  <a:lnTo>
                    <a:pt x="76200" y="48673"/>
                  </a:lnTo>
                  <a:lnTo>
                    <a:pt x="77057" y="50387"/>
                  </a:lnTo>
                  <a:lnTo>
                    <a:pt x="77819" y="51340"/>
                  </a:lnTo>
                  <a:close/>
                  <a:moveTo>
                    <a:pt x="71152" y="47816"/>
                  </a:moveTo>
                  <a:lnTo>
                    <a:pt x="72295" y="48768"/>
                  </a:lnTo>
                  <a:lnTo>
                    <a:pt x="73342" y="48387"/>
                  </a:lnTo>
                  <a:lnTo>
                    <a:pt x="73533" y="46863"/>
                  </a:lnTo>
                  <a:lnTo>
                    <a:pt x="72866" y="45244"/>
                  </a:lnTo>
                  <a:lnTo>
                    <a:pt x="71914" y="43910"/>
                  </a:lnTo>
                  <a:lnTo>
                    <a:pt x="70580" y="42577"/>
                  </a:lnTo>
                  <a:lnTo>
                    <a:pt x="68961" y="41243"/>
                  </a:lnTo>
                  <a:lnTo>
                    <a:pt x="66199" y="39719"/>
                  </a:lnTo>
                  <a:lnTo>
                    <a:pt x="60388" y="37433"/>
                  </a:lnTo>
                  <a:lnTo>
                    <a:pt x="59150" y="37433"/>
                  </a:lnTo>
                  <a:lnTo>
                    <a:pt x="58198" y="37243"/>
                  </a:lnTo>
                  <a:lnTo>
                    <a:pt x="57626" y="37624"/>
                  </a:lnTo>
                  <a:lnTo>
                    <a:pt x="58769" y="38767"/>
                  </a:lnTo>
                  <a:lnTo>
                    <a:pt x="68485" y="45434"/>
                  </a:lnTo>
                  <a:lnTo>
                    <a:pt x="71152" y="47816"/>
                  </a:lnTo>
                  <a:close/>
                  <a:moveTo>
                    <a:pt x="81153" y="69342"/>
                  </a:moveTo>
                  <a:lnTo>
                    <a:pt x="73152" y="58674"/>
                  </a:lnTo>
                  <a:lnTo>
                    <a:pt x="68961" y="52387"/>
                  </a:lnTo>
                  <a:lnTo>
                    <a:pt x="64579" y="49435"/>
                  </a:lnTo>
                  <a:lnTo>
                    <a:pt x="61531" y="47339"/>
                  </a:lnTo>
                  <a:lnTo>
                    <a:pt x="54673" y="44482"/>
                  </a:lnTo>
                  <a:lnTo>
                    <a:pt x="46863" y="38862"/>
                  </a:lnTo>
                  <a:lnTo>
                    <a:pt x="44482" y="36385"/>
                  </a:lnTo>
                  <a:lnTo>
                    <a:pt x="39910" y="34100"/>
                  </a:lnTo>
                  <a:lnTo>
                    <a:pt x="38290" y="32861"/>
                  </a:lnTo>
                  <a:lnTo>
                    <a:pt x="37052" y="32766"/>
                  </a:lnTo>
                  <a:lnTo>
                    <a:pt x="35528" y="33242"/>
                  </a:lnTo>
                  <a:lnTo>
                    <a:pt x="34385" y="33433"/>
                  </a:lnTo>
                  <a:lnTo>
                    <a:pt x="32004" y="33242"/>
                  </a:lnTo>
                  <a:lnTo>
                    <a:pt x="30956" y="33338"/>
                  </a:lnTo>
                  <a:lnTo>
                    <a:pt x="30194" y="33623"/>
                  </a:lnTo>
                  <a:lnTo>
                    <a:pt x="30004" y="33718"/>
                  </a:lnTo>
                  <a:lnTo>
                    <a:pt x="28289" y="34957"/>
                  </a:lnTo>
                  <a:lnTo>
                    <a:pt x="27813" y="35242"/>
                  </a:lnTo>
                  <a:lnTo>
                    <a:pt x="26479" y="35719"/>
                  </a:lnTo>
                  <a:lnTo>
                    <a:pt x="26098" y="35909"/>
                  </a:lnTo>
                  <a:lnTo>
                    <a:pt x="25622" y="36481"/>
                  </a:lnTo>
                  <a:lnTo>
                    <a:pt x="25051" y="37433"/>
                  </a:lnTo>
                  <a:lnTo>
                    <a:pt x="23241" y="41243"/>
                  </a:lnTo>
                  <a:lnTo>
                    <a:pt x="22384" y="42386"/>
                  </a:lnTo>
                  <a:lnTo>
                    <a:pt x="22003" y="43625"/>
                  </a:lnTo>
                  <a:lnTo>
                    <a:pt x="22384" y="46768"/>
                  </a:lnTo>
                  <a:lnTo>
                    <a:pt x="22479" y="47816"/>
                  </a:lnTo>
                  <a:lnTo>
                    <a:pt x="22479" y="48292"/>
                  </a:lnTo>
                  <a:lnTo>
                    <a:pt x="22384" y="48863"/>
                  </a:lnTo>
                  <a:lnTo>
                    <a:pt x="22098" y="49816"/>
                  </a:lnTo>
                  <a:lnTo>
                    <a:pt x="21812" y="50578"/>
                  </a:lnTo>
                  <a:lnTo>
                    <a:pt x="21717" y="51054"/>
                  </a:lnTo>
                  <a:lnTo>
                    <a:pt x="21526" y="52102"/>
                  </a:lnTo>
                  <a:lnTo>
                    <a:pt x="21431" y="52387"/>
                  </a:lnTo>
                  <a:lnTo>
                    <a:pt x="21241" y="52673"/>
                  </a:lnTo>
                  <a:lnTo>
                    <a:pt x="20669" y="52768"/>
                  </a:lnTo>
                  <a:lnTo>
                    <a:pt x="20288" y="52673"/>
                  </a:lnTo>
                  <a:lnTo>
                    <a:pt x="19621" y="52387"/>
                  </a:lnTo>
                  <a:lnTo>
                    <a:pt x="19050" y="52483"/>
                  </a:lnTo>
                  <a:lnTo>
                    <a:pt x="18574" y="52483"/>
                  </a:lnTo>
                  <a:lnTo>
                    <a:pt x="18097" y="52578"/>
                  </a:lnTo>
                  <a:lnTo>
                    <a:pt x="16097" y="53626"/>
                  </a:lnTo>
                  <a:lnTo>
                    <a:pt x="15907" y="54197"/>
                  </a:lnTo>
                  <a:lnTo>
                    <a:pt x="15811" y="54769"/>
                  </a:lnTo>
                  <a:lnTo>
                    <a:pt x="15811" y="55340"/>
                  </a:lnTo>
                  <a:lnTo>
                    <a:pt x="16764" y="62008"/>
                  </a:lnTo>
                  <a:lnTo>
                    <a:pt x="16669" y="62579"/>
                  </a:lnTo>
                  <a:lnTo>
                    <a:pt x="16573" y="63151"/>
                  </a:lnTo>
                  <a:lnTo>
                    <a:pt x="16383" y="63627"/>
                  </a:lnTo>
                  <a:lnTo>
                    <a:pt x="16097" y="64103"/>
                  </a:lnTo>
                  <a:lnTo>
                    <a:pt x="15240" y="64579"/>
                  </a:lnTo>
                  <a:lnTo>
                    <a:pt x="13811" y="65056"/>
                  </a:lnTo>
                  <a:lnTo>
                    <a:pt x="7715" y="65913"/>
                  </a:lnTo>
                  <a:lnTo>
                    <a:pt x="1714" y="65437"/>
                  </a:lnTo>
                  <a:lnTo>
                    <a:pt x="1143" y="65437"/>
                  </a:lnTo>
                  <a:lnTo>
                    <a:pt x="667" y="65532"/>
                  </a:lnTo>
                  <a:lnTo>
                    <a:pt x="286" y="65723"/>
                  </a:lnTo>
                  <a:lnTo>
                    <a:pt x="95" y="66199"/>
                  </a:lnTo>
                  <a:lnTo>
                    <a:pt x="0" y="66675"/>
                  </a:lnTo>
                  <a:lnTo>
                    <a:pt x="476" y="68390"/>
                  </a:lnTo>
                  <a:lnTo>
                    <a:pt x="2286" y="71057"/>
                  </a:lnTo>
                  <a:lnTo>
                    <a:pt x="2857" y="72676"/>
                  </a:lnTo>
                  <a:lnTo>
                    <a:pt x="3905" y="77343"/>
                  </a:lnTo>
                  <a:lnTo>
                    <a:pt x="6382" y="77152"/>
                  </a:lnTo>
                  <a:lnTo>
                    <a:pt x="7620" y="77248"/>
                  </a:lnTo>
                  <a:lnTo>
                    <a:pt x="8763" y="77533"/>
                  </a:lnTo>
                  <a:lnTo>
                    <a:pt x="9239" y="77819"/>
                  </a:lnTo>
                  <a:lnTo>
                    <a:pt x="9620" y="78295"/>
                  </a:lnTo>
                  <a:lnTo>
                    <a:pt x="9906" y="79153"/>
                  </a:lnTo>
                  <a:lnTo>
                    <a:pt x="9906" y="79819"/>
                  </a:lnTo>
                  <a:lnTo>
                    <a:pt x="9715" y="80962"/>
                  </a:lnTo>
                  <a:lnTo>
                    <a:pt x="9715" y="81534"/>
                  </a:lnTo>
                  <a:lnTo>
                    <a:pt x="9715" y="82105"/>
                  </a:lnTo>
                  <a:lnTo>
                    <a:pt x="10573" y="84868"/>
                  </a:lnTo>
                  <a:lnTo>
                    <a:pt x="10668" y="85344"/>
                  </a:lnTo>
                  <a:lnTo>
                    <a:pt x="10573" y="85820"/>
                  </a:lnTo>
                  <a:lnTo>
                    <a:pt x="10382" y="86296"/>
                  </a:lnTo>
                  <a:lnTo>
                    <a:pt x="9811" y="87058"/>
                  </a:lnTo>
                  <a:lnTo>
                    <a:pt x="9525" y="87535"/>
                  </a:lnTo>
                  <a:lnTo>
                    <a:pt x="9430" y="88011"/>
                  </a:lnTo>
                  <a:lnTo>
                    <a:pt x="9430" y="88487"/>
                  </a:lnTo>
                  <a:lnTo>
                    <a:pt x="9525" y="88868"/>
                  </a:lnTo>
                  <a:lnTo>
                    <a:pt x="10573" y="90297"/>
                  </a:lnTo>
                  <a:lnTo>
                    <a:pt x="10763" y="90868"/>
                  </a:lnTo>
                  <a:lnTo>
                    <a:pt x="10763" y="91440"/>
                  </a:lnTo>
                  <a:lnTo>
                    <a:pt x="10573" y="91916"/>
                  </a:lnTo>
                  <a:lnTo>
                    <a:pt x="9715" y="93154"/>
                  </a:lnTo>
                  <a:lnTo>
                    <a:pt x="9525" y="93631"/>
                  </a:lnTo>
                  <a:lnTo>
                    <a:pt x="9430" y="94107"/>
                  </a:lnTo>
                  <a:lnTo>
                    <a:pt x="9715" y="94583"/>
                  </a:lnTo>
                  <a:lnTo>
                    <a:pt x="10382" y="95059"/>
                  </a:lnTo>
                  <a:lnTo>
                    <a:pt x="13430" y="96202"/>
                  </a:lnTo>
                  <a:lnTo>
                    <a:pt x="14002" y="96298"/>
                  </a:lnTo>
                  <a:lnTo>
                    <a:pt x="14478" y="96202"/>
                  </a:lnTo>
                  <a:lnTo>
                    <a:pt x="14859" y="96012"/>
                  </a:lnTo>
                  <a:lnTo>
                    <a:pt x="15145" y="95631"/>
                  </a:lnTo>
                  <a:lnTo>
                    <a:pt x="15430" y="95250"/>
                  </a:lnTo>
                  <a:lnTo>
                    <a:pt x="15811" y="94298"/>
                  </a:lnTo>
                  <a:lnTo>
                    <a:pt x="16097" y="93821"/>
                  </a:lnTo>
                  <a:lnTo>
                    <a:pt x="16383" y="93440"/>
                  </a:lnTo>
                  <a:lnTo>
                    <a:pt x="16764" y="93250"/>
                  </a:lnTo>
                  <a:lnTo>
                    <a:pt x="17240" y="93154"/>
                  </a:lnTo>
                  <a:lnTo>
                    <a:pt x="17716" y="93059"/>
                  </a:lnTo>
                  <a:lnTo>
                    <a:pt x="18383" y="93345"/>
                  </a:lnTo>
                  <a:lnTo>
                    <a:pt x="19240" y="93917"/>
                  </a:lnTo>
                  <a:lnTo>
                    <a:pt x="20955" y="96298"/>
                  </a:lnTo>
                  <a:lnTo>
                    <a:pt x="21241" y="96965"/>
                  </a:lnTo>
                  <a:lnTo>
                    <a:pt x="21526" y="97441"/>
                  </a:lnTo>
                  <a:lnTo>
                    <a:pt x="22098" y="97822"/>
                  </a:lnTo>
                  <a:lnTo>
                    <a:pt x="23146" y="98203"/>
                  </a:lnTo>
                  <a:lnTo>
                    <a:pt x="23908" y="98298"/>
                  </a:lnTo>
                  <a:lnTo>
                    <a:pt x="24574" y="98298"/>
                  </a:lnTo>
                  <a:lnTo>
                    <a:pt x="25527" y="98108"/>
                  </a:lnTo>
                  <a:lnTo>
                    <a:pt x="26098" y="98108"/>
                  </a:lnTo>
                  <a:lnTo>
                    <a:pt x="26670" y="98203"/>
                  </a:lnTo>
                  <a:lnTo>
                    <a:pt x="27241" y="98393"/>
                  </a:lnTo>
                  <a:lnTo>
                    <a:pt x="27717" y="98584"/>
                  </a:lnTo>
                  <a:lnTo>
                    <a:pt x="28956" y="99346"/>
                  </a:lnTo>
                  <a:lnTo>
                    <a:pt x="29623" y="99917"/>
                  </a:lnTo>
                  <a:lnTo>
                    <a:pt x="30099" y="100393"/>
                  </a:lnTo>
                  <a:lnTo>
                    <a:pt x="31337" y="102108"/>
                  </a:lnTo>
                  <a:lnTo>
                    <a:pt x="32099" y="103823"/>
                  </a:lnTo>
                  <a:lnTo>
                    <a:pt x="32766" y="106966"/>
                  </a:lnTo>
                  <a:lnTo>
                    <a:pt x="32766" y="106966"/>
                  </a:lnTo>
                  <a:lnTo>
                    <a:pt x="37433" y="105918"/>
                  </a:lnTo>
                  <a:lnTo>
                    <a:pt x="38767" y="104966"/>
                  </a:lnTo>
                  <a:lnTo>
                    <a:pt x="43529" y="100012"/>
                  </a:lnTo>
                  <a:lnTo>
                    <a:pt x="47149" y="98584"/>
                  </a:lnTo>
                  <a:lnTo>
                    <a:pt x="50006" y="97250"/>
                  </a:lnTo>
                  <a:lnTo>
                    <a:pt x="54102" y="95536"/>
                  </a:lnTo>
                  <a:lnTo>
                    <a:pt x="61150" y="93631"/>
                  </a:lnTo>
                  <a:lnTo>
                    <a:pt x="69247" y="92774"/>
                  </a:lnTo>
                  <a:lnTo>
                    <a:pt x="75438" y="92107"/>
                  </a:lnTo>
                  <a:lnTo>
                    <a:pt x="83153" y="91726"/>
                  </a:lnTo>
                  <a:lnTo>
                    <a:pt x="87344" y="90107"/>
                  </a:lnTo>
                  <a:lnTo>
                    <a:pt x="88773" y="86296"/>
                  </a:lnTo>
                  <a:lnTo>
                    <a:pt x="86677" y="80105"/>
                  </a:lnTo>
                  <a:lnTo>
                    <a:pt x="81153" y="69342"/>
                  </a:lnTo>
                  <a:close/>
                  <a:moveTo>
                    <a:pt x="89440" y="28289"/>
                  </a:moveTo>
                  <a:lnTo>
                    <a:pt x="84582" y="24765"/>
                  </a:lnTo>
                  <a:lnTo>
                    <a:pt x="78581" y="22003"/>
                  </a:lnTo>
                  <a:lnTo>
                    <a:pt x="68771" y="19907"/>
                  </a:lnTo>
                  <a:lnTo>
                    <a:pt x="64103" y="17812"/>
                  </a:lnTo>
                  <a:lnTo>
                    <a:pt x="62293" y="16573"/>
                  </a:lnTo>
                  <a:lnTo>
                    <a:pt x="61055" y="15621"/>
                  </a:lnTo>
                  <a:lnTo>
                    <a:pt x="59436" y="14097"/>
                  </a:lnTo>
                  <a:lnTo>
                    <a:pt x="56674" y="12001"/>
                  </a:lnTo>
                  <a:lnTo>
                    <a:pt x="53816" y="10668"/>
                  </a:lnTo>
                  <a:lnTo>
                    <a:pt x="51054" y="8572"/>
                  </a:lnTo>
                  <a:lnTo>
                    <a:pt x="48958" y="6667"/>
                  </a:lnTo>
                  <a:lnTo>
                    <a:pt x="44863" y="4381"/>
                  </a:lnTo>
                  <a:lnTo>
                    <a:pt x="41815" y="2857"/>
                  </a:lnTo>
                  <a:lnTo>
                    <a:pt x="39910" y="2286"/>
                  </a:lnTo>
                  <a:lnTo>
                    <a:pt x="36766" y="1143"/>
                  </a:lnTo>
                  <a:lnTo>
                    <a:pt x="32099" y="0"/>
                  </a:lnTo>
                  <a:lnTo>
                    <a:pt x="28480" y="1048"/>
                  </a:lnTo>
                  <a:lnTo>
                    <a:pt x="26575" y="3334"/>
                  </a:lnTo>
                  <a:lnTo>
                    <a:pt x="25432" y="4191"/>
                  </a:lnTo>
                  <a:lnTo>
                    <a:pt x="25051" y="5239"/>
                  </a:lnTo>
                  <a:lnTo>
                    <a:pt x="25908" y="6191"/>
                  </a:lnTo>
                  <a:lnTo>
                    <a:pt x="27432" y="7810"/>
                  </a:lnTo>
                  <a:lnTo>
                    <a:pt x="28956" y="9620"/>
                  </a:lnTo>
                  <a:lnTo>
                    <a:pt x="33909" y="12763"/>
                  </a:lnTo>
                  <a:lnTo>
                    <a:pt x="35242" y="15811"/>
                  </a:lnTo>
                  <a:lnTo>
                    <a:pt x="36195" y="17335"/>
                  </a:lnTo>
                  <a:lnTo>
                    <a:pt x="38576" y="18669"/>
                  </a:lnTo>
                  <a:lnTo>
                    <a:pt x="41053" y="19336"/>
                  </a:lnTo>
                  <a:lnTo>
                    <a:pt x="43339" y="21241"/>
                  </a:lnTo>
                  <a:lnTo>
                    <a:pt x="49721" y="24384"/>
                  </a:lnTo>
                  <a:lnTo>
                    <a:pt x="52388" y="25432"/>
                  </a:lnTo>
                  <a:lnTo>
                    <a:pt x="54292" y="26765"/>
                  </a:lnTo>
                  <a:lnTo>
                    <a:pt x="56674" y="29051"/>
                  </a:lnTo>
                  <a:lnTo>
                    <a:pt x="60103" y="29813"/>
                  </a:lnTo>
                  <a:lnTo>
                    <a:pt x="65722" y="31147"/>
                  </a:lnTo>
                  <a:lnTo>
                    <a:pt x="67723" y="32194"/>
                  </a:lnTo>
                  <a:lnTo>
                    <a:pt x="69342" y="33147"/>
                  </a:lnTo>
                  <a:lnTo>
                    <a:pt x="73628" y="34957"/>
                  </a:lnTo>
                  <a:lnTo>
                    <a:pt x="76390" y="36767"/>
                  </a:lnTo>
                  <a:lnTo>
                    <a:pt x="79153" y="37433"/>
                  </a:lnTo>
                  <a:lnTo>
                    <a:pt x="84106" y="35814"/>
                  </a:lnTo>
                  <a:lnTo>
                    <a:pt x="89344" y="33814"/>
                  </a:lnTo>
                  <a:lnTo>
                    <a:pt x="90011" y="31337"/>
                  </a:lnTo>
                  <a:lnTo>
                    <a:pt x="89440" y="28289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1" name="Freeform: Shape 14">
              <a:extLst>
                <a:ext uri="{FF2B5EF4-FFF2-40B4-BE49-F238E27FC236}">
                  <a16:creationId xmlns:a16="http://schemas.microsoft.com/office/drawing/2014/main" id="{C6AC917A-4439-F679-CE99-FB5020BDF93E}"/>
                </a:ext>
              </a:extLst>
            </p:cNvPr>
            <p:cNvSpPr/>
            <p:nvPr/>
          </p:nvSpPr>
          <p:spPr>
            <a:xfrm>
              <a:off x="4140422" y="4280122"/>
              <a:ext cx="619125" cy="390525"/>
            </a:xfrm>
            <a:custGeom>
              <a:avLst/>
              <a:gdLst>
                <a:gd name="connsiteX0" fmla="*/ 471011 w 619125"/>
                <a:gd name="connsiteY0" fmla="*/ 48196 h 390525"/>
                <a:gd name="connsiteX1" fmla="*/ 471297 w 619125"/>
                <a:gd name="connsiteY1" fmla="*/ 49244 h 390525"/>
                <a:gd name="connsiteX2" fmla="*/ 472154 w 619125"/>
                <a:gd name="connsiteY2" fmla="*/ 49625 h 390525"/>
                <a:gd name="connsiteX3" fmla="*/ 472916 w 619125"/>
                <a:gd name="connsiteY3" fmla="*/ 50292 h 390525"/>
                <a:gd name="connsiteX4" fmla="*/ 473583 w 619125"/>
                <a:gd name="connsiteY4" fmla="*/ 50387 h 390525"/>
                <a:gd name="connsiteX5" fmla="*/ 473964 w 619125"/>
                <a:gd name="connsiteY5" fmla="*/ 49244 h 390525"/>
                <a:gd name="connsiteX6" fmla="*/ 473869 w 619125"/>
                <a:gd name="connsiteY6" fmla="*/ 47720 h 390525"/>
                <a:gd name="connsiteX7" fmla="*/ 473107 w 619125"/>
                <a:gd name="connsiteY7" fmla="*/ 46101 h 390525"/>
                <a:gd name="connsiteX8" fmla="*/ 471964 w 619125"/>
                <a:gd name="connsiteY8" fmla="*/ 45244 h 390525"/>
                <a:gd name="connsiteX9" fmla="*/ 471392 w 619125"/>
                <a:gd name="connsiteY9" fmla="*/ 45244 h 390525"/>
                <a:gd name="connsiteX10" fmla="*/ 471011 w 619125"/>
                <a:gd name="connsiteY10" fmla="*/ 48196 h 390525"/>
                <a:gd name="connsiteX11" fmla="*/ 462439 w 619125"/>
                <a:gd name="connsiteY11" fmla="*/ 45244 h 390525"/>
                <a:gd name="connsiteX12" fmla="*/ 462629 w 619125"/>
                <a:gd name="connsiteY12" fmla="*/ 45339 h 390525"/>
                <a:gd name="connsiteX13" fmla="*/ 463010 w 619125"/>
                <a:gd name="connsiteY13" fmla="*/ 45148 h 390525"/>
                <a:gd name="connsiteX14" fmla="*/ 463201 w 619125"/>
                <a:gd name="connsiteY14" fmla="*/ 44196 h 390525"/>
                <a:gd name="connsiteX15" fmla="*/ 463201 w 619125"/>
                <a:gd name="connsiteY15" fmla="*/ 42767 h 390525"/>
                <a:gd name="connsiteX16" fmla="*/ 462629 w 619125"/>
                <a:gd name="connsiteY16" fmla="*/ 41910 h 390525"/>
                <a:gd name="connsiteX17" fmla="*/ 461677 w 619125"/>
                <a:gd name="connsiteY17" fmla="*/ 42005 h 390525"/>
                <a:gd name="connsiteX18" fmla="*/ 461296 w 619125"/>
                <a:gd name="connsiteY18" fmla="*/ 43053 h 390525"/>
                <a:gd name="connsiteX19" fmla="*/ 461867 w 619125"/>
                <a:gd name="connsiteY19" fmla="*/ 44482 h 390525"/>
                <a:gd name="connsiteX20" fmla="*/ 462439 w 619125"/>
                <a:gd name="connsiteY20" fmla="*/ 45244 h 390525"/>
                <a:gd name="connsiteX21" fmla="*/ 468821 w 619125"/>
                <a:gd name="connsiteY21" fmla="*/ 42577 h 390525"/>
                <a:gd name="connsiteX22" fmla="*/ 469297 w 619125"/>
                <a:gd name="connsiteY22" fmla="*/ 43053 h 390525"/>
                <a:gd name="connsiteX23" fmla="*/ 469963 w 619125"/>
                <a:gd name="connsiteY23" fmla="*/ 43434 h 390525"/>
                <a:gd name="connsiteX24" fmla="*/ 470821 w 619125"/>
                <a:gd name="connsiteY24" fmla="*/ 43625 h 390525"/>
                <a:gd name="connsiteX25" fmla="*/ 471392 w 619125"/>
                <a:gd name="connsiteY25" fmla="*/ 43053 h 390525"/>
                <a:gd name="connsiteX26" fmla="*/ 470821 w 619125"/>
                <a:gd name="connsiteY26" fmla="*/ 41910 h 390525"/>
                <a:gd name="connsiteX27" fmla="*/ 469583 w 619125"/>
                <a:gd name="connsiteY27" fmla="*/ 41053 h 390525"/>
                <a:gd name="connsiteX28" fmla="*/ 468439 w 619125"/>
                <a:gd name="connsiteY28" fmla="*/ 40957 h 390525"/>
                <a:gd name="connsiteX29" fmla="*/ 468249 w 619125"/>
                <a:gd name="connsiteY29" fmla="*/ 41529 h 390525"/>
                <a:gd name="connsiteX30" fmla="*/ 468439 w 619125"/>
                <a:gd name="connsiteY30" fmla="*/ 41910 h 390525"/>
                <a:gd name="connsiteX31" fmla="*/ 468821 w 619125"/>
                <a:gd name="connsiteY31" fmla="*/ 42577 h 390525"/>
                <a:gd name="connsiteX32" fmla="*/ 473583 w 619125"/>
                <a:gd name="connsiteY32" fmla="*/ 24098 h 390525"/>
                <a:gd name="connsiteX33" fmla="*/ 474155 w 619125"/>
                <a:gd name="connsiteY33" fmla="*/ 24098 h 390525"/>
                <a:gd name="connsiteX34" fmla="*/ 475107 w 619125"/>
                <a:gd name="connsiteY34" fmla="*/ 23908 h 390525"/>
                <a:gd name="connsiteX35" fmla="*/ 475107 w 619125"/>
                <a:gd name="connsiteY35" fmla="*/ 23336 h 390525"/>
                <a:gd name="connsiteX36" fmla="*/ 474155 w 619125"/>
                <a:gd name="connsiteY36" fmla="*/ 22860 h 390525"/>
                <a:gd name="connsiteX37" fmla="*/ 472726 w 619125"/>
                <a:gd name="connsiteY37" fmla="*/ 21146 h 390525"/>
                <a:gd name="connsiteX38" fmla="*/ 472440 w 619125"/>
                <a:gd name="connsiteY38" fmla="*/ 22384 h 390525"/>
                <a:gd name="connsiteX39" fmla="*/ 473107 w 619125"/>
                <a:gd name="connsiteY39" fmla="*/ 23813 h 390525"/>
                <a:gd name="connsiteX40" fmla="*/ 473583 w 619125"/>
                <a:gd name="connsiteY40" fmla="*/ 24098 h 390525"/>
                <a:gd name="connsiteX41" fmla="*/ 628079 w 619125"/>
                <a:gd name="connsiteY41" fmla="*/ 99441 h 390525"/>
                <a:gd name="connsiteX42" fmla="*/ 627412 w 619125"/>
                <a:gd name="connsiteY42" fmla="*/ 98965 h 390525"/>
                <a:gd name="connsiteX43" fmla="*/ 626173 w 619125"/>
                <a:gd name="connsiteY43" fmla="*/ 99060 h 390525"/>
                <a:gd name="connsiteX44" fmla="*/ 621983 w 619125"/>
                <a:gd name="connsiteY44" fmla="*/ 98584 h 390525"/>
                <a:gd name="connsiteX45" fmla="*/ 621030 w 619125"/>
                <a:gd name="connsiteY45" fmla="*/ 98965 h 390525"/>
                <a:gd name="connsiteX46" fmla="*/ 620268 w 619125"/>
                <a:gd name="connsiteY46" fmla="*/ 100013 h 390525"/>
                <a:gd name="connsiteX47" fmla="*/ 618554 w 619125"/>
                <a:gd name="connsiteY47" fmla="*/ 100298 h 390525"/>
                <a:gd name="connsiteX48" fmla="*/ 611981 w 619125"/>
                <a:gd name="connsiteY48" fmla="*/ 99250 h 390525"/>
                <a:gd name="connsiteX49" fmla="*/ 611696 w 619125"/>
                <a:gd name="connsiteY49" fmla="*/ 99060 h 390525"/>
                <a:gd name="connsiteX50" fmla="*/ 611505 w 619125"/>
                <a:gd name="connsiteY50" fmla="*/ 98203 h 390525"/>
                <a:gd name="connsiteX51" fmla="*/ 611219 w 619125"/>
                <a:gd name="connsiteY51" fmla="*/ 97917 h 390525"/>
                <a:gd name="connsiteX52" fmla="*/ 610648 w 619125"/>
                <a:gd name="connsiteY52" fmla="*/ 97917 h 390525"/>
                <a:gd name="connsiteX53" fmla="*/ 610267 w 619125"/>
                <a:gd name="connsiteY53" fmla="*/ 98203 h 390525"/>
                <a:gd name="connsiteX54" fmla="*/ 609886 w 619125"/>
                <a:gd name="connsiteY54" fmla="*/ 98488 h 390525"/>
                <a:gd name="connsiteX55" fmla="*/ 609505 w 619125"/>
                <a:gd name="connsiteY55" fmla="*/ 98679 h 390525"/>
                <a:gd name="connsiteX56" fmla="*/ 596646 w 619125"/>
                <a:gd name="connsiteY56" fmla="*/ 98679 h 390525"/>
                <a:gd name="connsiteX57" fmla="*/ 595217 w 619125"/>
                <a:gd name="connsiteY57" fmla="*/ 98107 h 390525"/>
                <a:gd name="connsiteX58" fmla="*/ 593884 w 619125"/>
                <a:gd name="connsiteY58" fmla="*/ 95440 h 390525"/>
                <a:gd name="connsiteX59" fmla="*/ 592550 w 619125"/>
                <a:gd name="connsiteY59" fmla="*/ 94583 h 390525"/>
                <a:gd name="connsiteX60" fmla="*/ 590836 w 619125"/>
                <a:gd name="connsiteY60" fmla="*/ 94774 h 390525"/>
                <a:gd name="connsiteX61" fmla="*/ 589693 w 619125"/>
                <a:gd name="connsiteY61" fmla="*/ 95821 h 390525"/>
                <a:gd name="connsiteX62" fmla="*/ 588740 w 619125"/>
                <a:gd name="connsiteY62" fmla="*/ 97346 h 390525"/>
                <a:gd name="connsiteX63" fmla="*/ 587597 w 619125"/>
                <a:gd name="connsiteY63" fmla="*/ 98774 h 390525"/>
                <a:gd name="connsiteX64" fmla="*/ 585883 w 619125"/>
                <a:gd name="connsiteY64" fmla="*/ 97250 h 390525"/>
                <a:gd name="connsiteX65" fmla="*/ 584263 w 619125"/>
                <a:gd name="connsiteY65" fmla="*/ 94869 h 390525"/>
                <a:gd name="connsiteX66" fmla="*/ 583311 w 619125"/>
                <a:gd name="connsiteY66" fmla="*/ 92202 h 390525"/>
                <a:gd name="connsiteX67" fmla="*/ 583787 w 619125"/>
                <a:gd name="connsiteY67" fmla="*/ 90488 h 390525"/>
                <a:gd name="connsiteX68" fmla="*/ 585121 w 619125"/>
                <a:gd name="connsiteY68" fmla="*/ 89059 h 390525"/>
                <a:gd name="connsiteX69" fmla="*/ 585026 w 619125"/>
                <a:gd name="connsiteY69" fmla="*/ 87249 h 390525"/>
                <a:gd name="connsiteX70" fmla="*/ 584073 w 619125"/>
                <a:gd name="connsiteY70" fmla="*/ 85439 h 390525"/>
                <a:gd name="connsiteX71" fmla="*/ 582644 w 619125"/>
                <a:gd name="connsiteY71" fmla="*/ 84201 h 390525"/>
                <a:gd name="connsiteX72" fmla="*/ 581692 w 619125"/>
                <a:gd name="connsiteY72" fmla="*/ 85249 h 390525"/>
                <a:gd name="connsiteX73" fmla="*/ 580549 w 619125"/>
                <a:gd name="connsiteY73" fmla="*/ 85534 h 390525"/>
                <a:gd name="connsiteX74" fmla="*/ 579501 w 619125"/>
                <a:gd name="connsiteY74" fmla="*/ 85153 h 390525"/>
                <a:gd name="connsiteX75" fmla="*/ 578834 w 619125"/>
                <a:gd name="connsiteY75" fmla="*/ 84201 h 390525"/>
                <a:gd name="connsiteX76" fmla="*/ 578358 w 619125"/>
                <a:gd name="connsiteY76" fmla="*/ 84201 h 390525"/>
                <a:gd name="connsiteX77" fmla="*/ 578739 w 619125"/>
                <a:gd name="connsiteY77" fmla="*/ 86011 h 390525"/>
                <a:gd name="connsiteX78" fmla="*/ 577882 w 619125"/>
                <a:gd name="connsiteY78" fmla="*/ 86773 h 390525"/>
                <a:gd name="connsiteX79" fmla="*/ 576453 w 619125"/>
                <a:gd name="connsiteY79" fmla="*/ 87058 h 390525"/>
                <a:gd name="connsiteX80" fmla="*/ 575024 w 619125"/>
                <a:gd name="connsiteY80" fmla="*/ 87630 h 390525"/>
                <a:gd name="connsiteX81" fmla="*/ 574262 w 619125"/>
                <a:gd name="connsiteY81" fmla="*/ 88678 h 390525"/>
                <a:gd name="connsiteX82" fmla="*/ 572548 w 619125"/>
                <a:gd name="connsiteY82" fmla="*/ 91726 h 390525"/>
                <a:gd name="connsiteX83" fmla="*/ 571500 w 619125"/>
                <a:gd name="connsiteY83" fmla="*/ 92392 h 390525"/>
                <a:gd name="connsiteX84" fmla="*/ 571214 w 619125"/>
                <a:gd name="connsiteY84" fmla="*/ 93250 h 390525"/>
                <a:gd name="connsiteX85" fmla="*/ 572738 w 619125"/>
                <a:gd name="connsiteY85" fmla="*/ 97060 h 390525"/>
                <a:gd name="connsiteX86" fmla="*/ 571976 w 619125"/>
                <a:gd name="connsiteY86" fmla="*/ 97917 h 390525"/>
                <a:gd name="connsiteX87" fmla="*/ 569500 w 619125"/>
                <a:gd name="connsiteY87" fmla="*/ 98107 h 390525"/>
                <a:gd name="connsiteX88" fmla="*/ 568928 w 619125"/>
                <a:gd name="connsiteY88" fmla="*/ 97917 h 390525"/>
                <a:gd name="connsiteX89" fmla="*/ 568547 w 619125"/>
                <a:gd name="connsiteY89" fmla="*/ 97250 h 390525"/>
                <a:gd name="connsiteX90" fmla="*/ 568547 w 619125"/>
                <a:gd name="connsiteY90" fmla="*/ 96393 h 390525"/>
                <a:gd name="connsiteX91" fmla="*/ 568928 w 619125"/>
                <a:gd name="connsiteY91" fmla="*/ 95631 h 390525"/>
                <a:gd name="connsiteX92" fmla="*/ 569595 w 619125"/>
                <a:gd name="connsiteY92" fmla="*/ 95155 h 390525"/>
                <a:gd name="connsiteX93" fmla="*/ 569595 w 619125"/>
                <a:gd name="connsiteY93" fmla="*/ 94583 h 390525"/>
                <a:gd name="connsiteX94" fmla="*/ 568071 w 619125"/>
                <a:gd name="connsiteY94" fmla="*/ 94107 h 390525"/>
                <a:gd name="connsiteX95" fmla="*/ 551688 w 619125"/>
                <a:gd name="connsiteY95" fmla="*/ 94393 h 390525"/>
                <a:gd name="connsiteX96" fmla="*/ 545878 w 619125"/>
                <a:gd name="connsiteY96" fmla="*/ 93250 h 390525"/>
                <a:gd name="connsiteX97" fmla="*/ 545306 w 619125"/>
                <a:gd name="connsiteY97" fmla="*/ 93059 h 390525"/>
                <a:gd name="connsiteX98" fmla="*/ 544735 w 619125"/>
                <a:gd name="connsiteY98" fmla="*/ 92678 h 390525"/>
                <a:gd name="connsiteX99" fmla="*/ 543973 w 619125"/>
                <a:gd name="connsiteY99" fmla="*/ 92392 h 390525"/>
                <a:gd name="connsiteX100" fmla="*/ 542925 w 619125"/>
                <a:gd name="connsiteY100" fmla="*/ 92488 h 390525"/>
                <a:gd name="connsiteX101" fmla="*/ 542258 w 619125"/>
                <a:gd name="connsiteY101" fmla="*/ 92773 h 390525"/>
                <a:gd name="connsiteX102" fmla="*/ 541401 w 619125"/>
                <a:gd name="connsiteY102" fmla="*/ 93345 h 390525"/>
                <a:gd name="connsiteX103" fmla="*/ 540639 w 619125"/>
                <a:gd name="connsiteY103" fmla="*/ 94107 h 390525"/>
                <a:gd name="connsiteX104" fmla="*/ 540258 w 619125"/>
                <a:gd name="connsiteY104" fmla="*/ 95155 h 390525"/>
                <a:gd name="connsiteX105" fmla="*/ 543973 w 619125"/>
                <a:gd name="connsiteY105" fmla="*/ 94297 h 390525"/>
                <a:gd name="connsiteX106" fmla="*/ 545592 w 619125"/>
                <a:gd name="connsiteY106" fmla="*/ 94774 h 390525"/>
                <a:gd name="connsiteX107" fmla="*/ 547306 w 619125"/>
                <a:gd name="connsiteY107" fmla="*/ 96583 h 390525"/>
                <a:gd name="connsiteX108" fmla="*/ 545306 w 619125"/>
                <a:gd name="connsiteY108" fmla="*/ 96774 h 390525"/>
                <a:gd name="connsiteX109" fmla="*/ 540544 w 619125"/>
                <a:gd name="connsiteY109" fmla="*/ 98012 h 390525"/>
                <a:gd name="connsiteX110" fmla="*/ 538829 w 619125"/>
                <a:gd name="connsiteY110" fmla="*/ 97631 h 390525"/>
                <a:gd name="connsiteX111" fmla="*/ 537210 w 619125"/>
                <a:gd name="connsiteY111" fmla="*/ 95726 h 390525"/>
                <a:gd name="connsiteX112" fmla="*/ 536162 w 619125"/>
                <a:gd name="connsiteY112" fmla="*/ 94869 h 390525"/>
                <a:gd name="connsiteX113" fmla="*/ 534924 w 619125"/>
                <a:gd name="connsiteY113" fmla="*/ 94488 h 390525"/>
                <a:gd name="connsiteX114" fmla="*/ 532447 w 619125"/>
                <a:gd name="connsiteY114" fmla="*/ 94202 h 390525"/>
                <a:gd name="connsiteX115" fmla="*/ 531305 w 619125"/>
                <a:gd name="connsiteY115" fmla="*/ 93726 h 390525"/>
                <a:gd name="connsiteX116" fmla="*/ 530828 w 619125"/>
                <a:gd name="connsiteY116" fmla="*/ 92869 h 390525"/>
                <a:gd name="connsiteX117" fmla="*/ 530257 w 619125"/>
                <a:gd name="connsiteY117" fmla="*/ 90583 h 390525"/>
                <a:gd name="connsiteX118" fmla="*/ 528923 w 619125"/>
                <a:gd name="connsiteY118" fmla="*/ 88582 h 390525"/>
                <a:gd name="connsiteX119" fmla="*/ 527113 w 619125"/>
                <a:gd name="connsiteY119" fmla="*/ 86868 h 390525"/>
                <a:gd name="connsiteX120" fmla="*/ 525304 w 619125"/>
                <a:gd name="connsiteY120" fmla="*/ 85630 h 390525"/>
                <a:gd name="connsiteX121" fmla="*/ 523685 w 619125"/>
                <a:gd name="connsiteY121" fmla="*/ 83915 h 390525"/>
                <a:gd name="connsiteX122" fmla="*/ 523685 w 619125"/>
                <a:gd name="connsiteY122" fmla="*/ 82201 h 390525"/>
                <a:gd name="connsiteX123" fmla="*/ 525018 w 619125"/>
                <a:gd name="connsiteY123" fmla="*/ 80963 h 390525"/>
                <a:gd name="connsiteX124" fmla="*/ 527495 w 619125"/>
                <a:gd name="connsiteY124" fmla="*/ 80772 h 390525"/>
                <a:gd name="connsiteX125" fmla="*/ 526256 w 619125"/>
                <a:gd name="connsiteY125" fmla="*/ 79438 h 390525"/>
                <a:gd name="connsiteX126" fmla="*/ 524637 w 619125"/>
                <a:gd name="connsiteY126" fmla="*/ 78200 h 390525"/>
                <a:gd name="connsiteX127" fmla="*/ 522922 w 619125"/>
                <a:gd name="connsiteY127" fmla="*/ 77152 h 390525"/>
                <a:gd name="connsiteX128" fmla="*/ 521494 w 619125"/>
                <a:gd name="connsiteY128" fmla="*/ 76676 h 390525"/>
                <a:gd name="connsiteX129" fmla="*/ 522065 w 619125"/>
                <a:gd name="connsiteY129" fmla="*/ 77343 h 390525"/>
                <a:gd name="connsiteX130" fmla="*/ 523208 w 619125"/>
                <a:gd name="connsiteY130" fmla="*/ 79438 h 390525"/>
                <a:gd name="connsiteX131" fmla="*/ 520827 w 619125"/>
                <a:gd name="connsiteY131" fmla="*/ 81439 h 390525"/>
                <a:gd name="connsiteX132" fmla="*/ 517874 w 619125"/>
                <a:gd name="connsiteY132" fmla="*/ 82391 h 390525"/>
                <a:gd name="connsiteX133" fmla="*/ 508540 w 619125"/>
                <a:gd name="connsiteY133" fmla="*/ 82963 h 390525"/>
                <a:gd name="connsiteX134" fmla="*/ 506921 w 619125"/>
                <a:gd name="connsiteY134" fmla="*/ 82772 h 390525"/>
                <a:gd name="connsiteX135" fmla="*/ 505587 w 619125"/>
                <a:gd name="connsiteY135" fmla="*/ 82201 h 390525"/>
                <a:gd name="connsiteX136" fmla="*/ 504539 w 619125"/>
                <a:gd name="connsiteY136" fmla="*/ 80963 h 390525"/>
                <a:gd name="connsiteX137" fmla="*/ 503968 w 619125"/>
                <a:gd name="connsiteY137" fmla="*/ 79343 h 390525"/>
                <a:gd name="connsiteX138" fmla="*/ 504063 w 619125"/>
                <a:gd name="connsiteY138" fmla="*/ 77724 h 390525"/>
                <a:gd name="connsiteX139" fmla="*/ 505111 w 619125"/>
                <a:gd name="connsiteY139" fmla="*/ 76581 h 390525"/>
                <a:gd name="connsiteX140" fmla="*/ 503682 w 619125"/>
                <a:gd name="connsiteY140" fmla="*/ 75152 h 390525"/>
                <a:gd name="connsiteX141" fmla="*/ 503872 w 619125"/>
                <a:gd name="connsiteY141" fmla="*/ 73914 h 390525"/>
                <a:gd name="connsiteX142" fmla="*/ 504730 w 619125"/>
                <a:gd name="connsiteY142" fmla="*/ 72676 h 390525"/>
                <a:gd name="connsiteX143" fmla="*/ 505206 w 619125"/>
                <a:gd name="connsiteY143" fmla="*/ 71438 h 390525"/>
                <a:gd name="connsiteX144" fmla="*/ 504349 w 619125"/>
                <a:gd name="connsiteY144" fmla="*/ 70294 h 390525"/>
                <a:gd name="connsiteX145" fmla="*/ 502348 w 619125"/>
                <a:gd name="connsiteY145" fmla="*/ 69628 h 390525"/>
                <a:gd name="connsiteX146" fmla="*/ 498634 w 619125"/>
                <a:gd name="connsiteY146" fmla="*/ 69056 h 390525"/>
                <a:gd name="connsiteX147" fmla="*/ 497681 w 619125"/>
                <a:gd name="connsiteY147" fmla="*/ 69151 h 390525"/>
                <a:gd name="connsiteX148" fmla="*/ 496824 w 619125"/>
                <a:gd name="connsiteY148" fmla="*/ 69342 h 390525"/>
                <a:gd name="connsiteX149" fmla="*/ 495967 w 619125"/>
                <a:gd name="connsiteY149" fmla="*/ 69342 h 390525"/>
                <a:gd name="connsiteX150" fmla="*/ 495110 w 619125"/>
                <a:gd name="connsiteY150" fmla="*/ 68675 h 390525"/>
                <a:gd name="connsiteX151" fmla="*/ 494633 w 619125"/>
                <a:gd name="connsiteY151" fmla="*/ 67723 h 390525"/>
                <a:gd name="connsiteX152" fmla="*/ 494252 w 619125"/>
                <a:gd name="connsiteY152" fmla="*/ 66675 h 390525"/>
                <a:gd name="connsiteX153" fmla="*/ 493776 w 619125"/>
                <a:gd name="connsiteY153" fmla="*/ 65818 h 390525"/>
                <a:gd name="connsiteX154" fmla="*/ 492919 w 619125"/>
                <a:gd name="connsiteY154" fmla="*/ 65437 h 390525"/>
                <a:gd name="connsiteX155" fmla="*/ 491395 w 619125"/>
                <a:gd name="connsiteY155" fmla="*/ 65056 h 390525"/>
                <a:gd name="connsiteX156" fmla="*/ 489966 w 619125"/>
                <a:gd name="connsiteY156" fmla="*/ 64103 h 390525"/>
                <a:gd name="connsiteX157" fmla="*/ 488728 w 619125"/>
                <a:gd name="connsiteY157" fmla="*/ 62770 h 390525"/>
                <a:gd name="connsiteX158" fmla="*/ 487775 w 619125"/>
                <a:gd name="connsiteY158" fmla="*/ 61246 h 390525"/>
                <a:gd name="connsiteX159" fmla="*/ 488728 w 619125"/>
                <a:gd name="connsiteY159" fmla="*/ 59436 h 390525"/>
                <a:gd name="connsiteX160" fmla="*/ 487489 w 619125"/>
                <a:gd name="connsiteY160" fmla="*/ 58102 h 390525"/>
                <a:gd name="connsiteX161" fmla="*/ 485394 w 619125"/>
                <a:gd name="connsiteY161" fmla="*/ 57340 h 390525"/>
                <a:gd name="connsiteX162" fmla="*/ 483680 w 619125"/>
                <a:gd name="connsiteY162" fmla="*/ 57055 h 390525"/>
                <a:gd name="connsiteX163" fmla="*/ 482727 w 619125"/>
                <a:gd name="connsiteY163" fmla="*/ 57245 h 390525"/>
                <a:gd name="connsiteX164" fmla="*/ 481203 w 619125"/>
                <a:gd name="connsiteY164" fmla="*/ 58198 h 390525"/>
                <a:gd name="connsiteX165" fmla="*/ 480441 w 619125"/>
                <a:gd name="connsiteY165" fmla="*/ 58388 h 390525"/>
                <a:gd name="connsiteX166" fmla="*/ 479203 w 619125"/>
                <a:gd name="connsiteY166" fmla="*/ 58293 h 390525"/>
                <a:gd name="connsiteX167" fmla="*/ 476250 w 619125"/>
                <a:gd name="connsiteY167" fmla="*/ 57055 h 390525"/>
                <a:gd name="connsiteX168" fmla="*/ 472535 w 619125"/>
                <a:gd name="connsiteY168" fmla="*/ 56578 h 390525"/>
                <a:gd name="connsiteX169" fmla="*/ 469868 w 619125"/>
                <a:gd name="connsiteY169" fmla="*/ 57912 h 390525"/>
                <a:gd name="connsiteX170" fmla="*/ 467392 w 619125"/>
                <a:gd name="connsiteY170" fmla="*/ 59817 h 390525"/>
                <a:gd name="connsiteX171" fmla="*/ 464248 w 619125"/>
                <a:gd name="connsiteY171" fmla="*/ 61150 h 390525"/>
                <a:gd name="connsiteX172" fmla="*/ 460915 w 619125"/>
                <a:gd name="connsiteY172" fmla="*/ 61817 h 390525"/>
                <a:gd name="connsiteX173" fmla="*/ 458629 w 619125"/>
                <a:gd name="connsiteY173" fmla="*/ 63627 h 390525"/>
                <a:gd name="connsiteX174" fmla="*/ 457962 w 619125"/>
                <a:gd name="connsiteY174" fmla="*/ 63913 h 390525"/>
                <a:gd name="connsiteX175" fmla="*/ 450533 w 619125"/>
                <a:gd name="connsiteY175" fmla="*/ 65246 h 390525"/>
                <a:gd name="connsiteX176" fmla="*/ 448913 w 619125"/>
                <a:gd name="connsiteY176" fmla="*/ 66199 h 390525"/>
                <a:gd name="connsiteX177" fmla="*/ 446342 w 619125"/>
                <a:gd name="connsiteY177" fmla="*/ 68866 h 390525"/>
                <a:gd name="connsiteX178" fmla="*/ 444818 w 619125"/>
                <a:gd name="connsiteY178" fmla="*/ 69437 h 390525"/>
                <a:gd name="connsiteX179" fmla="*/ 444341 w 619125"/>
                <a:gd name="connsiteY179" fmla="*/ 69628 h 390525"/>
                <a:gd name="connsiteX180" fmla="*/ 442913 w 619125"/>
                <a:gd name="connsiteY180" fmla="*/ 70580 h 390525"/>
                <a:gd name="connsiteX181" fmla="*/ 438340 w 619125"/>
                <a:gd name="connsiteY181" fmla="*/ 71438 h 390525"/>
                <a:gd name="connsiteX182" fmla="*/ 431006 w 619125"/>
                <a:gd name="connsiteY182" fmla="*/ 71438 h 390525"/>
                <a:gd name="connsiteX183" fmla="*/ 430625 w 619125"/>
                <a:gd name="connsiteY183" fmla="*/ 71628 h 390525"/>
                <a:gd name="connsiteX184" fmla="*/ 431197 w 619125"/>
                <a:gd name="connsiteY184" fmla="*/ 72104 h 390525"/>
                <a:gd name="connsiteX185" fmla="*/ 432149 w 619125"/>
                <a:gd name="connsiteY185" fmla="*/ 72580 h 390525"/>
                <a:gd name="connsiteX186" fmla="*/ 433102 w 619125"/>
                <a:gd name="connsiteY186" fmla="*/ 72771 h 390525"/>
                <a:gd name="connsiteX187" fmla="*/ 435578 w 619125"/>
                <a:gd name="connsiteY187" fmla="*/ 72771 h 390525"/>
                <a:gd name="connsiteX188" fmla="*/ 436817 w 619125"/>
                <a:gd name="connsiteY188" fmla="*/ 72961 h 390525"/>
                <a:gd name="connsiteX189" fmla="*/ 437864 w 619125"/>
                <a:gd name="connsiteY189" fmla="*/ 73438 h 390525"/>
                <a:gd name="connsiteX190" fmla="*/ 439198 w 619125"/>
                <a:gd name="connsiteY190" fmla="*/ 76771 h 390525"/>
                <a:gd name="connsiteX191" fmla="*/ 437197 w 619125"/>
                <a:gd name="connsiteY191" fmla="*/ 80200 h 390525"/>
                <a:gd name="connsiteX192" fmla="*/ 428435 w 619125"/>
                <a:gd name="connsiteY192" fmla="*/ 88868 h 390525"/>
                <a:gd name="connsiteX193" fmla="*/ 418243 w 619125"/>
                <a:gd name="connsiteY193" fmla="*/ 96012 h 390525"/>
                <a:gd name="connsiteX194" fmla="*/ 414147 w 619125"/>
                <a:gd name="connsiteY194" fmla="*/ 97822 h 390525"/>
                <a:gd name="connsiteX195" fmla="*/ 413290 w 619125"/>
                <a:gd name="connsiteY195" fmla="*/ 97917 h 390525"/>
                <a:gd name="connsiteX196" fmla="*/ 412528 w 619125"/>
                <a:gd name="connsiteY196" fmla="*/ 98774 h 390525"/>
                <a:gd name="connsiteX197" fmla="*/ 407765 w 619125"/>
                <a:gd name="connsiteY197" fmla="*/ 101632 h 390525"/>
                <a:gd name="connsiteX198" fmla="*/ 404051 w 619125"/>
                <a:gd name="connsiteY198" fmla="*/ 103060 h 390525"/>
                <a:gd name="connsiteX199" fmla="*/ 402146 w 619125"/>
                <a:gd name="connsiteY199" fmla="*/ 104108 h 390525"/>
                <a:gd name="connsiteX200" fmla="*/ 401098 w 619125"/>
                <a:gd name="connsiteY200" fmla="*/ 105727 h 390525"/>
                <a:gd name="connsiteX201" fmla="*/ 402431 w 619125"/>
                <a:gd name="connsiteY201" fmla="*/ 107918 h 390525"/>
                <a:gd name="connsiteX202" fmla="*/ 404241 w 619125"/>
                <a:gd name="connsiteY202" fmla="*/ 111633 h 390525"/>
                <a:gd name="connsiteX203" fmla="*/ 405098 w 619125"/>
                <a:gd name="connsiteY203" fmla="*/ 115157 h 390525"/>
                <a:gd name="connsiteX204" fmla="*/ 403479 w 619125"/>
                <a:gd name="connsiteY204" fmla="*/ 116681 h 390525"/>
                <a:gd name="connsiteX205" fmla="*/ 396621 w 619125"/>
                <a:gd name="connsiteY205" fmla="*/ 122015 h 390525"/>
                <a:gd name="connsiteX206" fmla="*/ 395573 w 619125"/>
                <a:gd name="connsiteY206" fmla="*/ 123349 h 390525"/>
                <a:gd name="connsiteX207" fmla="*/ 394906 w 619125"/>
                <a:gd name="connsiteY207" fmla="*/ 124873 h 390525"/>
                <a:gd name="connsiteX208" fmla="*/ 390620 w 619125"/>
                <a:gd name="connsiteY208" fmla="*/ 125921 h 390525"/>
                <a:gd name="connsiteX209" fmla="*/ 386144 w 619125"/>
                <a:gd name="connsiteY209" fmla="*/ 126301 h 390525"/>
                <a:gd name="connsiteX210" fmla="*/ 378333 w 619125"/>
                <a:gd name="connsiteY210" fmla="*/ 125921 h 390525"/>
                <a:gd name="connsiteX211" fmla="*/ 376333 w 619125"/>
                <a:gd name="connsiteY211" fmla="*/ 126301 h 390525"/>
                <a:gd name="connsiteX212" fmla="*/ 375190 w 619125"/>
                <a:gd name="connsiteY212" fmla="*/ 126111 h 390525"/>
                <a:gd name="connsiteX213" fmla="*/ 371285 w 619125"/>
                <a:gd name="connsiteY213" fmla="*/ 126682 h 390525"/>
                <a:gd name="connsiteX214" fmla="*/ 368618 w 619125"/>
                <a:gd name="connsiteY214" fmla="*/ 127921 h 390525"/>
                <a:gd name="connsiteX215" fmla="*/ 356330 w 619125"/>
                <a:gd name="connsiteY215" fmla="*/ 126206 h 390525"/>
                <a:gd name="connsiteX216" fmla="*/ 344996 w 619125"/>
                <a:gd name="connsiteY216" fmla="*/ 122015 h 390525"/>
                <a:gd name="connsiteX217" fmla="*/ 342519 w 619125"/>
                <a:gd name="connsiteY217" fmla="*/ 119825 h 390525"/>
                <a:gd name="connsiteX218" fmla="*/ 338042 w 619125"/>
                <a:gd name="connsiteY218" fmla="*/ 117157 h 390525"/>
                <a:gd name="connsiteX219" fmla="*/ 336804 w 619125"/>
                <a:gd name="connsiteY219" fmla="*/ 115633 h 390525"/>
                <a:gd name="connsiteX220" fmla="*/ 335756 w 619125"/>
                <a:gd name="connsiteY220" fmla="*/ 114109 h 390525"/>
                <a:gd name="connsiteX221" fmla="*/ 334518 w 619125"/>
                <a:gd name="connsiteY221" fmla="*/ 112871 h 390525"/>
                <a:gd name="connsiteX222" fmla="*/ 332613 w 619125"/>
                <a:gd name="connsiteY222" fmla="*/ 112395 h 390525"/>
                <a:gd name="connsiteX223" fmla="*/ 331184 w 619125"/>
                <a:gd name="connsiteY223" fmla="*/ 111823 h 390525"/>
                <a:gd name="connsiteX224" fmla="*/ 330327 w 619125"/>
                <a:gd name="connsiteY224" fmla="*/ 110300 h 390525"/>
                <a:gd name="connsiteX225" fmla="*/ 329375 w 619125"/>
                <a:gd name="connsiteY225" fmla="*/ 106204 h 390525"/>
                <a:gd name="connsiteX226" fmla="*/ 328994 w 619125"/>
                <a:gd name="connsiteY226" fmla="*/ 102013 h 390525"/>
                <a:gd name="connsiteX227" fmla="*/ 330041 w 619125"/>
                <a:gd name="connsiteY227" fmla="*/ 86677 h 390525"/>
                <a:gd name="connsiteX228" fmla="*/ 330803 w 619125"/>
                <a:gd name="connsiteY228" fmla="*/ 82486 h 390525"/>
                <a:gd name="connsiteX229" fmla="*/ 330994 w 619125"/>
                <a:gd name="connsiteY229" fmla="*/ 80486 h 390525"/>
                <a:gd name="connsiteX230" fmla="*/ 331565 w 619125"/>
                <a:gd name="connsiteY230" fmla="*/ 78772 h 390525"/>
                <a:gd name="connsiteX231" fmla="*/ 332804 w 619125"/>
                <a:gd name="connsiteY231" fmla="*/ 76486 h 390525"/>
                <a:gd name="connsiteX232" fmla="*/ 334232 w 619125"/>
                <a:gd name="connsiteY232" fmla="*/ 74390 h 390525"/>
                <a:gd name="connsiteX233" fmla="*/ 335375 w 619125"/>
                <a:gd name="connsiteY233" fmla="*/ 70771 h 390525"/>
                <a:gd name="connsiteX234" fmla="*/ 335566 w 619125"/>
                <a:gd name="connsiteY234" fmla="*/ 69342 h 390525"/>
                <a:gd name="connsiteX235" fmla="*/ 336328 w 619125"/>
                <a:gd name="connsiteY235" fmla="*/ 67532 h 390525"/>
                <a:gd name="connsiteX236" fmla="*/ 338900 w 619125"/>
                <a:gd name="connsiteY236" fmla="*/ 65627 h 390525"/>
                <a:gd name="connsiteX237" fmla="*/ 342995 w 619125"/>
                <a:gd name="connsiteY237" fmla="*/ 65913 h 390525"/>
                <a:gd name="connsiteX238" fmla="*/ 348520 w 619125"/>
                <a:gd name="connsiteY238" fmla="*/ 69628 h 390525"/>
                <a:gd name="connsiteX239" fmla="*/ 350806 w 619125"/>
                <a:gd name="connsiteY239" fmla="*/ 72200 h 390525"/>
                <a:gd name="connsiteX240" fmla="*/ 353854 w 619125"/>
                <a:gd name="connsiteY240" fmla="*/ 72580 h 390525"/>
                <a:gd name="connsiteX241" fmla="*/ 354139 w 619125"/>
                <a:gd name="connsiteY241" fmla="*/ 68199 h 390525"/>
                <a:gd name="connsiteX242" fmla="*/ 352806 w 619125"/>
                <a:gd name="connsiteY242" fmla="*/ 62770 h 390525"/>
                <a:gd name="connsiteX243" fmla="*/ 349948 w 619125"/>
                <a:gd name="connsiteY243" fmla="*/ 59436 h 390525"/>
                <a:gd name="connsiteX244" fmla="*/ 345853 w 619125"/>
                <a:gd name="connsiteY244" fmla="*/ 57340 h 390525"/>
                <a:gd name="connsiteX245" fmla="*/ 342710 w 619125"/>
                <a:gd name="connsiteY245" fmla="*/ 54388 h 390525"/>
                <a:gd name="connsiteX246" fmla="*/ 340709 w 619125"/>
                <a:gd name="connsiteY246" fmla="*/ 48387 h 390525"/>
                <a:gd name="connsiteX247" fmla="*/ 337185 w 619125"/>
                <a:gd name="connsiteY247" fmla="*/ 44863 h 390525"/>
                <a:gd name="connsiteX248" fmla="*/ 333089 w 619125"/>
                <a:gd name="connsiteY248" fmla="*/ 43339 h 390525"/>
                <a:gd name="connsiteX249" fmla="*/ 331280 w 619125"/>
                <a:gd name="connsiteY249" fmla="*/ 40005 h 390525"/>
                <a:gd name="connsiteX250" fmla="*/ 329946 w 619125"/>
                <a:gd name="connsiteY250" fmla="*/ 36290 h 390525"/>
                <a:gd name="connsiteX251" fmla="*/ 328803 w 619125"/>
                <a:gd name="connsiteY251" fmla="*/ 34671 h 390525"/>
                <a:gd name="connsiteX252" fmla="*/ 327470 w 619125"/>
                <a:gd name="connsiteY252" fmla="*/ 33814 h 390525"/>
                <a:gd name="connsiteX253" fmla="*/ 329470 w 619125"/>
                <a:gd name="connsiteY253" fmla="*/ 29813 h 390525"/>
                <a:gd name="connsiteX254" fmla="*/ 325374 w 619125"/>
                <a:gd name="connsiteY254" fmla="*/ 27146 h 390525"/>
                <a:gd name="connsiteX255" fmla="*/ 320707 w 619125"/>
                <a:gd name="connsiteY255" fmla="*/ 24193 h 390525"/>
                <a:gd name="connsiteX256" fmla="*/ 319469 w 619125"/>
                <a:gd name="connsiteY256" fmla="*/ 24289 h 390525"/>
                <a:gd name="connsiteX257" fmla="*/ 317945 w 619125"/>
                <a:gd name="connsiteY257" fmla="*/ 24289 h 390525"/>
                <a:gd name="connsiteX258" fmla="*/ 314325 w 619125"/>
                <a:gd name="connsiteY258" fmla="*/ 23908 h 390525"/>
                <a:gd name="connsiteX259" fmla="*/ 305848 w 619125"/>
                <a:gd name="connsiteY259" fmla="*/ 24860 h 390525"/>
                <a:gd name="connsiteX260" fmla="*/ 302705 w 619125"/>
                <a:gd name="connsiteY260" fmla="*/ 26956 h 390525"/>
                <a:gd name="connsiteX261" fmla="*/ 301371 w 619125"/>
                <a:gd name="connsiteY261" fmla="*/ 28384 h 390525"/>
                <a:gd name="connsiteX262" fmla="*/ 300133 w 619125"/>
                <a:gd name="connsiteY262" fmla="*/ 30575 h 390525"/>
                <a:gd name="connsiteX263" fmla="*/ 299276 w 619125"/>
                <a:gd name="connsiteY263" fmla="*/ 31528 h 390525"/>
                <a:gd name="connsiteX264" fmla="*/ 298323 w 619125"/>
                <a:gd name="connsiteY264" fmla="*/ 31909 h 390525"/>
                <a:gd name="connsiteX265" fmla="*/ 297942 w 619125"/>
                <a:gd name="connsiteY265" fmla="*/ 32099 h 390525"/>
                <a:gd name="connsiteX266" fmla="*/ 297466 w 619125"/>
                <a:gd name="connsiteY266" fmla="*/ 32480 h 390525"/>
                <a:gd name="connsiteX267" fmla="*/ 296894 w 619125"/>
                <a:gd name="connsiteY267" fmla="*/ 32671 h 390525"/>
                <a:gd name="connsiteX268" fmla="*/ 296132 w 619125"/>
                <a:gd name="connsiteY268" fmla="*/ 32194 h 390525"/>
                <a:gd name="connsiteX269" fmla="*/ 294418 w 619125"/>
                <a:gd name="connsiteY269" fmla="*/ 30671 h 390525"/>
                <a:gd name="connsiteX270" fmla="*/ 292989 w 619125"/>
                <a:gd name="connsiteY270" fmla="*/ 30099 h 390525"/>
                <a:gd name="connsiteX271" fmla="*/ 291275 w 619125"/>
                <a:gd name="connsiteY271" fmla="*/ 29242 h 390525"/>
                <a:gd name="connsiteX272" fmla="*/ 289370 w 619125"/>
                <a:gd name="connsiteY272" fmla="*/ 28670 h 390525"/>
                <a:gd name="connsiteX273" fmla="*/ 287369 w 619125"/>
                <a:gd name="connsiteY273" fmla="*/ 28289 h 390525"/>
                <a:gd name="connsiteX274" fmla="*/ 278416 w 619125"/>
                <a:gd name="connsiteY274" fmla="*/ 26670 h 390525"/>
                <a:gd name="connsiteX275" fmla="*/ 270701 w 619125"/>
                <a:gd name="connsiteY275" fmla="*/ 24955 h 390525"/>
                <a:gd name="connsiteX276" fmla="*/ 265081 w 619125"/>
                <a:gd name="connsiteY276" fmla="*/ 25241 h 390525"/>
                <a:gd name="connsiteX277" fmla="*/ 262890 w 619125"/>
                <a:gd name="connsiteY277" fmla="*/ 24289 h 390525"/>
                <a:gd name="connsiteX278" fmla="*/ 261938 w 619125"/>
                <a:gd name="connsiteY278" fmla="*/ 24670 h 390525"/>
                <a:gd name="connsiteX279" fmla="*/ 260985 w 619125"/>
                <a:gd name="connsiteY279" fmla="*/ 25336 h 390525"/>
                <a:gd name="connsiteX280" fmla="*/ 260128 w 619125"/>
                <a:gd name="connsiteY280" fmla="*/ 25717 h 390525"/>
                <a:gd name="connsiteX281" fmla="*/ 259842 w 619125"/>
                <a:gd name="connsiteY281" fmla="*/ 25527 h 390525"/>
                <a:gd name="connsiteX282" fmla="*/ 258509 w 619125"/>
                <a:gd name="connsiteY282" fmla="*/ 25241 h 390525"/>
                <a:gd name="connsiteX283" fmla="*/ 257461 w 619125"/>
                <a:gd name="connsiteY283" fmla="*/ 24193 h 390525"/>
                <a:gd name="connsiteX284" fmla="*/ 257937 w 619125"/>
                <a:gd name="connsiteY284" fmla="*/ 23431 h 390525"/>
                <a:gd name="connsiteX285" fmla="*/ 257651 w 619125"/>
                <a:gd name="connsiteY285" fmla="*/ 22193 h 390525"/>
                <a:gd name="connsiteX286" fmla="*/ 256413 w 619125"/>
                <a:gd name="connsiteY286" fmla="*/ 21431 h 390525"/>
                <a:gd name="connsiteX287" fmla="*/ 253937 w 619125"/>
                <a:gd name="connsiteY287" fmla="*/ 19812 h 390525"/>
                <a:gd name="connsiteX288" fmla="*/ 252508 w 619125"/>
                <a:gd name="connsiteY288" fmla="*/ 19621 h 390525"/>
                <a:gd name="connsiteX289" fmla="*/ 251555 w 619125"/>
                <a:gd name="connsiteY289" fmla="*/ 20002 h 390525"/>
                <a:gd name="connsiteX290" fmla="*/ 250412 w 619125"/>
                <a:gd name="connsiteY290" fmla="*/ 18383 h 390525"/>
                <a:gd name="connsiteX291" fmla="*/ 248698 w 619125"/>
                <a:gd name="connsiteY291" fmla="*/ 16002 h 390525"/>
                <a:gd name="connsiteX292" fmla="*/ 245364 w 619125"/>
                <a:gd name="connsiteY292" fmla="*/ 14764 h 390525"/>
                <a:gd name="connsiteX293" fmla="*/ 240316 w 619125"/>
                <a:gd name="connsiteY293" fmla="*/ 12287 h 390525"/>
                <a:gd name="connsiteX294" fmla="*/ 240316 w 619125"/>
                <a:gd name="connsiteY294" fmla="*/ 12287 h 390525"/>
                <a:gd name="connsiteX295" fmla="*/ 239459 w 619125"/>
                <a:gd name="connsiteY295" fmla="*/ 12954 h 390525"/>
                <a:gd name="connsiteX296" fmla="*/ 237744 w 619125"/>
                <a:gd name="connsiteY296" fmla="*/ 13621 h 390525"/>
                <a:gd name="connsiteX297" fmla="*/ 237172 w 619125"/>
                <a:gd name="connsiteY297" fmla="*/ 13716 h 390525"/>
                <a:gd name="connsiteX298" fmla="*/ 236506 w 619125"/>
                <a:gd name="connsiteY298" fmla="*/ 14097 h 390525"/>
                <a:gd name="connsiteX299" fmla="*/ 235934 w 619125"/>
                <a:gd name="connsiteY299" fmla="*/ 14573 h 390525"/>
                <a:gd name="connsiteX300" fmla="*/ 235268 w 619125"/>
                <a:gd name="connsiteY300" fmla="*/ 15716 h 390525"/>
                <a:gd name="connsiteX301" fmla="*/ 234887 w 619125"/>
                <a:gd name="connsiteY301" fmla="*/ 16573 h 390525"/>
                <a:gd name="connsiteX302" fmla="*/ 234696 w 619125"/>
                <a:gd name="connsiteY302" fmla="*/ 17431 h 390525"/>
                <a:gd name="connsiteX303" fmla="*/ 234601 w 619125"/>
                <a:gd name="connsiteY303" fmla="*/ 19050 h 390525"/>
                <a:gd name="connsiteX304" fmla="*/ 234601 w 619125"/>
                <a:gd name="connsiteY304" fmla="*/ 20288 h 390525"/>
                <a:gd name="connsiteX305" fmla="*/ 234791 w 619125"/>
                <a:gd name="connsiteY305" fmla="*/ 20764 h 390525"/>
                <a:gd name="connsiteX306" fmla="*/ 234982 w 619125"/>
                <a:gd name="connsiteY306" fmla="*/ 21241 h 390525"/>
                <a:gd name="connsiteX307" fmla="*/ 235458 w 619125"/>
                <a:gd name="connsiteY307" fmla="*/ 22003 h 390525"/>
                <a:gd name="connsiteX308" fmla="*/ 235553 w 619125"/>
                <a:gd name="connsiteY308" fmla="*/ 22384 h 390525"/>
                <a:gd name="connsiteX309" fmla="*/ 235458 w 619125"/>
                <a:gd name="connsiteY309" fmla="*/ 22955 h 390525"/>
                <a:gd name="connsiteX310" fmla="*/ 235077 w 619125"/>
                <a:gd name="connsiteY310" fmla="*/ 23717 h 390525"/>
                <a:gd name="connsiteX311" fmla="*/ 234220 w 619125"/>
                <a:gd name="connsiteY311" fmla="*/ 25051 h 390525"/>
                <a:gd name="connsiteX312" fmla="*/ 233839 w 619125"/>
                <a:gd name="connsiteY312" fmla="*/ 25908 h 390525"/>
                <a:gd name="connsiteX313" fmla="*/ 233458 w 619125"/>
                <a:gd name="connsiteY313" fmla="*/ 26575 h 390525"/>
                <a:gd name="connsiteX314" fmla="*/ 230600 w 619125"/>
                <a:gd name="connsiteY314" fmla="*/ 29527 h 390525"/>
                <a:gd name="connsiteX315" fmla="*/ 229934 w 619125"/>
                <a:gd name="connsiteY315" fmla="*/ 30385 h 390525"/>
                <a:gd name="connsiteX316" fmla="*/ 229457 w 619125"/>
                <a:gd name="connsiteY316" fmla="*/ 31147 h 390525"/>
                <a:gd name="connsiteX317" fmla="*/ 228886 w 619125"/>
                <a:gd name="connsiteY317" fmla="*/ 31623 h 390525"/>
                <a:gd name="connsiteX318" fmla="*/ 228124 w 619125"/>
                <a:gd name="connsiteY318" fmla="*/ 32099 h 390525"/>
                <a:gd name="connsiteX319" fmla="*/ 222599 w 619125"/>
                <a:gd name="connsiteY319" fmla="*/ 33623 h 390525"/>
                <a:gd name="connsiteX320" fmla="*/ 220028 w 619125"/>
                <a:gd name="connsiteY320" fmla="*/ 33718 h 390525"/>
                <a:gd name="connsiteX321" fmla="*/ 218599 w 619125"/>
                <a:gd name="connsiteY321" fmla="*/ 34576 h 390525"/>
                <a:gd name="connsiteX322" fmla="*/ 215741 w 619125"/>
                <a:gd name="connsiteY322" fmla="*/ 38005 h 390525"/>
                <a:gd name="connsiteX323" fmla="*/ 214979 w 619125"/>
                <a:gd name="connsiteY323" fmla="*/ 39624 h 390525"/>
                <a:gd name="connsiteX324" fmla="*/ 214217 w 619125"/>
                <a:gd name="connsiteY324" fmla="*/ 40957 h 390525"/>
                <a:gd name="connsiteX325" fmla="*/ 213551 w 619125"/>
                <a:gd name="connsiteY325" fmla="*/ 42577 h 390525"/>
                <a:gd name="connsiteX326" fmla="*/ 213074 w 619125"/>
                <a:gd name="connsiteY326" fmla="*/ 44672 h 390525"/>
                <a:gd name="connsiteX327" fmla="*/ 212788 w 619125"/>
                <a:gd name="connsiteY327" fmla="*/ 45625 h 390525"/>
                <a:gd name="connsiteX328" fmla="*/ 212312 w 619125"/>
                <a:gd name="connsiteY328" fmla="*/ 46577 h 390525"/>
                <a:gd name="connsiteX329" fmla="*/ 210312 w 619125"/>
                <a:gd name="connsiteY329" fmla="*/ 48958 h 390525"/>
                <a:gd name="connsiteX330" fmla="*/ 210026 w 619125"/>
                <a:gd name="connsiteY330" fmla="*/ 49435 h 390525"/>
                <a:gd name="connsiteX331" fmla="*/ 209836 w 619125"/>
                <a:gd name="connsiteY331" fmla="*/ 49911 h 390525"/>
                <a:gd name="connsiteX332" fmla="*/ 209645 w 619125"/>
                <a:gd name="connsiteY332" fmla="*/ 50482 h 390525"/>
                <a:gd name="connsiteX333" fmla="*/ 208407 w 619125"/>
                <a:gd name="connsiteY333" fmla="*/ 52959 h 390525"/>
                <a:gd name="connsiteX334" fmla="*/ 207836 w 619125"/>
                <a:gd name="connsiteY334" fmla="*/ 53816 h 390525"/>
                <a:gd name="connsiteX335" fmla="*/ 206788 w 619125"/>
                <a:gd name="connsiteY335" fmla="*/ 54959 h 390525"/>
                <a:gd name="connsiteX336" fmla="*/ 206216 w 619125"/>
                <a:gd name="connsiteY336" fmla="*/ 55245 h 390525"/>
                <a:gd name="connsiteX337" fmla="*/ 205454 w 619125"/>
                <a:gd name="connsiteY337" fmla="*/ 55435 h 390525"/>
                <a:gd name="connsiteX338" fmla="*/ 204026 w 619125"/>
                <a:gd name="connsiteY338" fmla="*/ 55531 h 390525"/>
                <a:gd name="connsiteX339" fmla="*/ 203359 w 619125"/>
                <a:gd name="connsiteY339" fmla="*/ 55531 h 390525"/>
                <a:gd name="connsiteX340" fmla="*/ 202692 w 619125"/>
                <a:gd name="connsiteY340" fmla="*/ 55340 h 390525"/>
                <a:gd name="connsiteX341" fmla="*/ 202216 w 619125"/>
                <a:gd name="connsiteY341" fmla="*/ 55150 h 390525"/>
                <a:gd name="connsiteX342" fmla="*/ 198692 w 619125"/>
                <a:gd name="connsiteY342" fmla="*/ 54483 h 390525"/>
                <a:gd name="connsiteX343" fmla="*/ 197739 w 619125"/>
                <a:gd name="connsiteY343" fmla="*/ 54483 h 390525"/>
                <a:gd name="connsiteX344" fmla="*/ 191929 w 619125"/>
                <a:gd name="connsiteY344" fmla="*/ 55435 h 390525"/>
                <a:gd name="connsiteX345" fmla="*/ 189452 w 619125"/>
                <a:gd name="connsiteY345" fmla="*/ 55531 h 390525"/>
                <a:gd name="connsiteX346" fmla="*/ 186880 w 619125"/>
                <a:gd name="connsiteY346" fmla="*/ 55245 h 390525"/>
                <a:gd name="connsiteX347" fmla="*/ 182689 w 619125"/>
                <a:gd name="connsiteY347" fmla="*/ 55531 h 390525"/>
                <a:gd name="connsiteX348" fmla="*/ 181356 w 619125"/>
                <a:gd name="connsiteY348" fmla="*/ 55340 h 390525"/>
                <a:gd name="connsiteX349" fmla="*/ 179165 w 619125"/>
                <a:gd name="connsiteY349" fmla="*/ 55245 h 390525"/>
                <a:gd name="connsiteX350" fmla="*/ 174688 w 619125"/>
                <a:gd name="connsiteY350" fmla="*/ 56197 h 390525"/>
                <a:gd name="connsiteX351" fmla="*/ 172784 w 619125"/>
                <a:gd name="connsiteY351" fmla="*/ 56388 h 390525"/>
                <a:gd name="connsiteX352" fmla="*/ 171069 w 619125"/>
                <a:gd name="connsiteY352" fmla="*/ 55912 h 390525"/>
                <a:gd name="connsiteX353" fmla="*/ 169736 w 619125"/>
                <a:gd name="connsiteY353" fmla="*/ 55721 h 390525"/>
                <a:gd name="connsiteX354" fmla="*/ 167545 w 619125"/>
                <a:gd name="connsiteY354" fmla="*/ 56007 h 390525"/>
                <a:gd name="connsiteX355" fmla="*/ 162973 w 619125"/>
                <a:gd name="connsiteY355" fmla="*/ 55912 h 390525"/>
                <a:gd name="connsiteX356" fmla="*/ 160115 w 619125"/>
                <a:gd name="connsiteY356" fmla="*/ 56197 h 390525"/>
                <a:gd name="connsiteX357" fmla="*/ 158877 w 619125"/>
                <a:gd name="connsiteY357" fmla="*/ 56007 h 390525"/>
                <a:gd name="connsiteX358" fmla="*/ 157734 w 619125"/>
                <a:gd name="connsiteY358" fmla="*/ 55626 h 390525"/>
                <a:gd name="connsiteX359" fmla="*/ 157163 w 619125"/>
                <a:gd name="connsiteY359" fmla="*/ 55531 h 390525"/>
                <a:gd name="connsiteX360" fmla="*/ 156401 w 619125"/>
                <a:gd name="connsiteY360" fmla="*/ 55721 h 390525"/>
                <a:gd name="connsiteX361" fmla="*/ 155543 w 619125"/>
                <a:gd name="connsiteY361" fmla="*/ 56197 h 390525"/>
                <a:gd name="connsiteX362" fmla="*/ 154210 w 619125"/>
                <a:gd name="connsiteY362" fmla="*/ 57340 h 390525"/>
                <a:gd name="connsiteX363" fmla="*/ 153543 w 619125"/>
                <a:gd name="connsiteY363" fmla="*/ 58102 h 390525"/>
                <a:gd name="connsiteX364" fmla="*/ 153067 w 619125"/>
                <a:gd name="connsiteY364" fmla="*/ 58769 h 390525"/>
                <a:gd name="connsiteX365" fmla="*/ 152590 w 619125"/>
                <a:gd name="connsiteY365" fmla="*/ 59722 h 390525"/>
                <a:gd name="connsiteX366" fmla="*/ 151257 w 619125"/>
                <a:gd name="connsiteY366" fmla="*/ 64294 h 390525"/>
                <a:gd name="connsiteX367" fmla="*/ 151162 w 619125"/>
                <a:gd name="connsiteY367" fmla="*/ 64579 h 390525"/>
                <a:gd name="connsiteX368" fmla="*/ 151067 w 619125"/>
                <a:gd name="connsiteY368" fmla="*/ 64675 h 390525"/>
                <a:gd name="connsiteX369" fmla="*/ 150971 w 619125"/>
                <a:gd name="connsiteY369" fmla="*/ 64770 h 390525"/>
                <a:gd name="connsiteX370" fmla="*/ 150495 w 619125"/>
                <a:gd name="connsiteY370" fmla="*/ 65246 h 390525"/>
                <a:gd name="connsiteX371" fmla="*/ 145637 w 619125"/>
                <a:gd name="connsiteY371" fmla="*/ 68580 h 390525"/>
                <a:gd name="connsiteX372" fmla="*/ 144971 w 619125"/>
                <a:gd name="connsiteY372" fmla="*/ 69342 h 390525"/>
                <a:gd name="connsiteX373" fmla="*/ 144685 w 619125"/>
                <a:gd name="connsiteY373" fmla="*/ 69818 h 390525"/>
                <a:gd name="connsiteX374" fmla="*/ 144399 w 619125"/>
                <a:gd name="connsiteY374" fmla="*/ 70294 h 390525"/>
                <a:gd name="connsiteX375" fmla="*/ 143542 w 619125"/>
                <a:gd name="connsiteY375" fmla="*/ 72485 h 390525"/>
                <a:gd name="connsiteX376" fmla="*/ 141732 w 619125"/>
                <a:gd name="connsiteY376" fmla="*/ 75819 h 390525"/>
                <a:gd name="connsiteX377" fmla="*/ 140589 w 619125"/>
                <a:gd name="connsiteY377" fmla="*/ 77533 h 390525"/>
                <a:gd name="connsiteX378" fmla="*/ 139541 w 619125"/>
                <a:gd name="connsiteY378" fmla="*/ 78676 h 390525"/>
                <a:gd name="connsiteX379" fmla="*/ 137636 w 619125"/>
                <a:gd name="connsiteY379" fmla="*/ 80010 h 390525"/>
                <a:gd name="connsiteX380" fmla="*/ 137255 w 619125"/>
                <a:gd name="connsiteY380" fmla="*/ 80391 h 390525"/>
                <a:gd name="connsiteX381" fmla="*/ 136970 w 619125"/>
                <a:gd name="connsiteY381" fmla="*/ 80772 h 390525"/>
                <a:gd name="connsiteX382" fmla="*/ 135827 w 619125"/>
                <a:gd name="connsiteY382" fmla="*/ 82582 h 390525"/>
                <a:gd name="connsiteX383" fmla="*/ 135446 w 619125"/>
                <a:gd name="connsiteY383" fmla="*/ 82963 h 390525"/>
                <a:gd name="connsiteX384" fmla="*/ 133540 w 619125"/>
                <a:gd name="connsiteY384" fmla="*/ 84487 h 390525"/>
                <a:gd name="connsiteX385" fmla="*/ 131921 w 619125"/>
                <a:gd name="connsiteY385" fmla="*/ 86487 h 390525"/>
                <a:gd name="connsiteX386" fmla="*/ 131159 w 619125"/>
                <a:gd name="connsiteY386" fmla="*/ 87154 h 390525"/>
                <a:gd name="connsiteX387" fmla="*/ 129445 w 619125"/>
                <a:gd name="connsiteY387" fmla="*/ 88297 h 390525"/>
                <a:gd name="connsiteX388" fmla="*/ 129064 w 619125"/>
                <a:gd name="connsiteY388" fmla="*/ 88678 h 390525"/>
                <a:gd name="connsiteX389" fmla="*/ 128492 w 619125"/>
                <a:gd name="connsiteY389" fmla="*/ 89344 h 390525"/>
                <a:gd name="connsiteX390" fmla="*/ 127445 w 619125"/>
                <a:gd name="connsiteY390" fmla="*/ 91345 h 390525"/>
                <a:gd name="connsiteX391" fmla="*/ 127159 w 619125"/>
                <a:gd name="connsiteY391" fmla="*/ 91726 h 390525"/>
                <a:gd name="connsiteX392" fmla="*/ 126778 w 619125"/>
                <a:gd name="connsiteY392" fmla="*/ 91916 h 390525"/>
                <a:gd name="connsiteX393" fmla="*/ 126302 w 619125"/>
                <a:gd name="connsiteY393" fmla="*/ 91726 h 390525"/>
                <a:gd name="connsiteX394" fmla="*/ 125921 w 619125"/>
                <a:gd name="connsiteY394" fmla="*/ 91345 h 390525"/>
                <a:gd name="connsiteX395" fmla="*/ 125254 w 619125"/>
                <a:gd name="connsiteY395" fmla="*/ 90106 h 390525"/>
                <a:gd name="connsiteX396" fmla="*/ 124587 w 619125"/>
                <a:gd name="connsiteY396" fmla="*/ 89154 h 390525"/>
                <a:gd name="connsiteX397" fmla="*/ 124111 w 619125"/>
                <a:gd name="connsiteY397" fmla="*/ 88297 h 390525"/>
                <a:gd name="connsiteX398" fmla="*/ 123825 w 619125"/>
                <a:gd name="connsiteY398" fmla="*/ 87439 h 390525"/>
                <a:gd name="connsiteX399" fmla="*/ 123635 w 619125"/>
                <a:gd name="connsiteY399" fmla="*/ 86582 h 390525"/>
                <a:gd name="connsiteX400" fmla="*/ 123444 w 619125"/>
                <a:gd name="connsiteY400" fmla="*/ 84201 h 390525"/>
                <a:gd name="connsiteX401" fmla="*/ 123349 w 619125"/>
                <a:gd name="connsiteY401" fmla="*/ 81534 h 390525"/>
                <a:gd name="connsiteX402" fmla="*/ 122968 w 619125"/>
                <a:gd name="connsiteY402" fmla="*/ 80105 h 390525"/>
                <a:gd name="connsiteX403" fmla="*/ 121253 w 619125"/>
                <a:gd name="connsiteY403" fmla="*/ 77724 h 390525"/>
                <a:gd name="connsiteX404" fmla="*/ 119444 w 619125"/>
                <a:gd name="connsiteY404" fmla="*/ 79343 h 390525"/>
                <a:gd name="connsiteX405" fmla="*/ 118872 w 619125"/>
                <a:gd name="connsiteY405" fmla="*/ 80105 h 390525"/>
                <a:gd name="connsiteX406" fmla="*/ 117824 w 619125"/>
                <a:gd name="connsiteY406" fmla="*/ 82772 h 390525"/>
                <a:gd name="connsiteX407" fmla="*/ 117538 w 619125"/>
                <a:gd name="connsiteY407" fmla="*/ 83248 h 390525"/>
                <a:gd name="connsiteX408" fmla="*/ 117158 w 619125"/>
                <a:gd name="connsiteY408" fmla="*/ 83725 h 390525"/>
                <a:gd name="connsiteX409" fmla="*/ 115919 w 619125"/>
                <a:gd name="connsiteY409" fmla="*/ 84487 h 390525"/>
                <a:gd name="connsiteX410" fmla="*/ 115634 w 619125"/>
                <a:gd name="connsiteY410" fmla="*/ 84868 h 390525"/>
                <a:gd name="connsiteX411" fmla="*/ 115443 w 619125"/>
                <a:gd name="connsiteY411" fmla="*/ 85344 h 390525"/>
                <a:gd name="connsiteX412" fmla="*/ 115157 w 619125"/>
                <a:gd name="connsiteY412" fmla="*/ 86677 h 390525"/>
                <a:gd name="connsiteX413" fmla="*/ 114681 w 619125"/>
                <a:gd name="connsiteY413" fmla="*/ 88392 h 390525"/>
                <a:gd name="connsiteX414" fmla="*/ 114490 w 619125"/>
                <a:gd name="connsiteY414" fmla="*/ 88868 h 390525"/>
                <a:gd name="connsiteX415" fmla="*/ 111919 w 619125"/>
                <a:gd name="connsiteY415" fmla="*/ 92011 h 390525"/>
                <a:gd name="connsiteX416" fmla="*/ 111347 w 619125"/>
                <a:gd name="connsiteY416" fmla="*/ 92964 h 390525"/>
                <a:gd name="connsiteX417" fmla="*/ 110966 w 619125"/>
                <a:gd name="connsiteY417" fmla="*/ 93821 h 390525"/>
                <a:gd name="connsiteX418" fmla="*/ 110966 w 619125"/>
                <a:gd name="connsiteY418" fmla="*/ 95155 h 390525"/>
                <a:gd name="connsiteX419" fmla="*/ 111062 w 619125"/>
                <a:gd name="connsiteY419" fmla="*/ 95726 h 390525"/>
                <a:gd name="connsiteX420" fmla="*/ 111252 w 619125"/>
                <a:gd name="connsiteY420" fmla="*/ 96298 h 390525"/>
                <a:gd name="connsiteX421" fmla="*/ 111443 w 619125"/>
                <a:gd name="connsiteY421" fmla="*/ 96774 h 390525"/>
                <a:gd name="connsiteX422" fmla="*/ 111728 w 619125"/>
                <a:gd name="connsiteY422" fmla="*/ 97155 h 390525"/>
                <a:gd name="connsiteX423" fmla="*/ 112109 w 619125"/>
                <a:gd name="connsiteY423" fmla="*/ 97536 h 390525"/>
                <a:gd name="connsiteX424" fmla="*/ 112871 w 619125"/>
                <a:gd name="connsiteY424" fmla="*/ 98203 h 390525"/>
                <a:gd name="connsiteX425" fmla="*/ 113347 w 619125"/>
                <a:gd name="connsiteY425" fmla="*/ 98488 h 390525"/>
                <a:gd name="connsiteX426" fmla="*/ 113633 w 619125"/>
                <a:gd name="connsiteY426" fmla="*/ 99060 h 390525"/>
                <a:gd name="connsiteX427" fmla="*/ 113824 w 619125"/>
                <a:gd name="connsiteY427" fmla="*/ 99727 h 390525"/>
                <a:gd name="connsiteX428" fmla="*/ 113919 w 619125"/>
                <a:gd name="connsiteY428" fmla="*/ 100775 h 390525"/>
                <a:gd name="connsiteX429" fmla="*/ 113919 w 619125"/>
                <a:gd name="connsiteY429" fmla="*/ 101251 h 390525"/>
                <a:gd name="connsiteX430" fmla="*/ 113824 w 619125"/>
                <a:gd name="connsiteY430" fmla="*/ 101536 h 390525"/>
                <a:gd name="connsiteX431" fmla="*/ 113633 w 619125"/>
                <a:gd name="connsiteY431" fmla="*/ 101727 h 390525"/>
                <a:gd name="connsiteX432" fmla="*/ 113538 w 619125"/>
                <a:gd name="connsiteY432" fmla="*/ 101822 h 390525"/>
                <a:gd name="connsiteX433" fmla="*/ 113347 w 619125"/>
                <a:gd name="connsiteY433" fmla="*/ 101917 h 390525"/>
                <a:gd name="connsiteX434" fmla="*/ 111538 w 619125"/>
                <a:gd name="connsiteY434" fmla="*/ 103918 h 390525"/>
                <a:gd name="connsiteX435" fmla="*/ 111062 w 619125"/>
                <a:gd name="connsiteY435" fmla="*/ 104203 h 390525"/>
                <a:gd name="connsiteX436" fmla="*/ 110395 w 619125"/>
                <a:gd name="connsiteY436" fmla="*/ 104489 h 390525"/>
                <a:gd name="connsiteX437" fmla="*/ 109823 w 619125"/>
                <a:gd name="connsiteY437" fmla="*/ 104680 h 390525"/>
                <a:gd name="connsiteX438" fmla="*/ 109442 w 619125"/>
                <a:gd name="connsiteY438" fmla="*/ 104775 h 390525"/>
                <a:gd name="connsiteX439" fmla="*/ 108871 w 619125"/>
                <a:gd name="connsiteY439" fmla="*/ 104775 h 390525"/>
                <a:gd name="connsiteX440" fmla="*/ 108299 w 619125"/>
                <a:gd name="connsiteY440" fmla="*/ 104680 h 390525"/>
                <a:gd name="connsiteX441" fmla="*/ 107728 w 619125"/>
                <a:gd name="connsiteY441" fmla="*/ 104584 h 390525"/>
                <a:gd name="connsiteX442" fmla="*/ 105156 w 619125"/>
                <a:gd name="connsiteY442" fmla="*/ 103442 h 390525"/>
                <a:gd name="connsiteX443" fmla="*/ 104585 w 619125"/>
                <a:gd name="connsiteY443" fmla="*/ 103251 h 390525"/>
                <a:gd name="connsiteX444" fmla="*/ 104013 w 619125"/>
                <a:gd name="connsiteY444" fmla="*/ 103156 h 390525"/>
                <a:gd name="connsiteX445" fmla="*/ 103251 w 619125"/>
                <a:gd name="connsiteY445" fmla="*/ 103156 h 390525"/>
                <a:gd name="connsiteX446" fmla="*/ 102489 w 619125"/>
                <a:gd name="connsiteY446" fmla="*/ 103346 h 390525"/>
                <a:gd name="connsiteX447" fmla="*/ 102203 w 619125"/>
                <a:gd name="connsiteY447" fmla="*/ 103442 h 390525"/>
                <a:gd name="connsiteX448" fmla="*/ 101822 w 619125"/>
                <a:gd name="connsiteY448" fmla="*/ 103727 h 390525"/>
                <a:gd name="connsiteX449" fmla="*/ 100108 w 619125"/>
                <a:gd name="connsiteY449" fmla="*/ 104299 h 390525"/>
                <a:gd name="connsiteX450" fmla="*/ 97250 w 619125"/>
                <a:gd name="connsiteY450" fmla="*/ 104394 h 390525"/>
                <a:gd name="connsiteX451" fmla="*/ 96393 w 619125"/>
                <a:gd name="connsiteY451" fmla="*/ 104680 h 390525"/>
                <a:gd name="connsiteX452" fmla="*/ 96203 w 619125"/>
                <a:gd name="connsiteY452" fmla="*/ 104775 h 390525"/>
                <a:gd name="connsiteX453" fmla="*/ 93059 w 619125"/>
                <a:gd name="connsiteY453" fmla="*/ 107156 h 390525"/>
                <a:gd name="connsiteX454" fmla="*/ 91821 w 619125"/>
                <a:gd name="connsiteY454" fmla="*/ 107632 h 390525"/>
                <a:gd name="connsiteX455" fmla="*/ 91535 w 619125"/>
                <a:gd name="connsiteY455" fmla="*/ 107823 h 390525"/>
                <a:gd name="connsiteX456" fmla="*/ 91345 w 619125"/>
                <a:gd name="connsiteY456" fmla="*/ 108013 h 390525"/>
                <a:gd name="connsiteX457" fmla="*/ 91250 w 619125"/>
                <a:gd name="connsiteY457" fmla="*/ 108204 h 390525"/>
                <a:gd name="connsiteX458" fmla="*/ 91059 w 619125"/>
                <a:gd name="connsiteY458" fmla="*/ 109918 h 390525"/>
                <a:gd name="connsiteX459" fmla="*/ 91154 w 619125"/>
                <a:gd name="connsiteY459" fmla="*/ 112967 h 390525"/>
                <a:gd name="connsiteX460" fmla="*/ 91059 w 619125"/>
                <a:gd name="connsiteY460" fmla="*/ 113728 h 390525"/>
                <a:gd name="connsiteX461" fmla="*/ 90773 w 619125"/>
                <a:gd name="connsiteY461" fmla="*/ 114490 h 390525"/>
                <a:gd name="connsiteX462" fmla="*/ 89916 w 619125"/>
                <a:gd name="connsiteY462" fmla="*/ 116014 h 390525"/>
                <a:gd name="connsiteX463" fmla="*/ 89249 w 619125"/>
                <a:gd name="connsiteY463" fmla="*/ 116872 h 390525"/>
                <a:gd name="connsiteX464" fmla="*/ 88773 w 619125"/>
                <a:gd name="connsiteY464" fmla="*/ 117443 h 390525"/>
                <a:gd name="connsiteX465" fmla="*/ 86011 w 619125"/>
                <a:gd name="connsiteY465" fmla="*/ 119539 h 390525"/>
                <a:gd name="connsiteX466" fmla="*/ 85630 w 619125"/>
                <a:gd name="connsiteY466" fmla="*/ 120015 h 390525"/>
                <a:gd name="connsiteX467" fmla="*/ 85344 w 619125"/>
                <a:gd name="connsiteY467" fmla="*/ 120586 h 390525"/>
                <a:gd name="connsiteX468" fmla="*/ 84868 w 619125"/>
                <a:gd name="connsiteY468" fmla="*/ 123063 h 390525"/>
                <a:gd name="connsiteX469" fmla="*/ 84106 w 619125"/>
                <a:gd name="connsiteY469" fmla="*/ 125254 h 390525"/>
                <a:gd name="connsiteX470" fmla="*/ 83344 w 619125"/>
                <a:gd name="connsiteY470" fmla="*/ 126682 h 390525"/>
                <a:gd name="connsiteX471" fmla="*/ 83248 w 619125"/>
                <a:gd name="connsiteY471" fmla="*/ 127063 h 390525"/>
                <a:gd name="connsiteX472" fmla="*/ 83248 w 619125"/>
                <a:gd name="connsiteY472" fmla="*/ 127349 h 390525"/>
                <a:gd name="connsiteX473" fmla="*/ 83344 w 619125"/>
                <a:gd name="connsiteY473" fmla="*/ 129540 h 390525"/>
                <a:gd name="connsiteX474" fmla="*/ 83248 w 619125"/>
                <a:gd name="connsiteY474" fmla="*/ 130588 h 390525"/>
                <a:gd name="connsiteX475" fmla="*/ 82201 w 619125"/>
                <a:gd name="connsiteY475" fmla="*/ 133636 h 390525"/>
                <a:gd name="connsiteX476" fmla="*/ 81725 w 619125"/>
                <a:gd name="connsiteY476" fmla="*/ 134493 h 390525"/>
                <a:gd name="connsiteX477" fmla="*/ 80296 w 619125"/>
                <a:gd name="connsiteY477" fmla="*/ 135826 h 390525"/>
                <a:gd name="connsiteX478" fmla="*/ 79438 w 619125"/>
                <a:gd name="connsiteY478" fmla="*/ 136493 h 390525"/>
                <a:gd name="connsiteX479" fmla="*/ 76486 w 619125"/>
                <a:gd name="connsiteY479" fmla="*/ 140208 h 390525"/>
                <a:gd name="connsiteX480" fmla="*/ 76390 w 619125"/>
                <a:gd name="connsiteY480" fmla="*/ 140303 h 390525"/>
                <a:gd name="connsiteX481" fmla="*/ 76010 w 619125"/>
                <a:gd name="connsiteY481" fmla="*/ 140589 h 390525"/>
                <a:gd name="connsiteX482" fmla="*/ 75724 w 619125"/>
                <a:gd name="connsiteY482" fmla="*/ 141065 h 390525"/>
                <a:gd name="connsiteX483" fmla="*/ 75533 w 619125"/>
                <a:gd name="connsiteY483" fmla="*/ 141732 h 390525"/>
                <a:gd name="connsiteX484" fmla="*/ 75533 w 619125"/>
                <a:gd name="connsiteY484" fmla="*/ 142780 h 390525"/>
                <a:gd name="connsiteX485" fmla="*/ 75724 w 619125"/>
                <a:gd name="connsiteY485" fmla="*/ 144209 h 390525"/>
                <a:gd name="connsiteX486" fmla="*/ 75533 w 619125"/>
                <a:gd name="connsiteY486" fmla="*/ 145066 h 390525"/>
                <a:gd name="connsiteX487" fmla="*/ 75343 w 619125"/>
                <a:gd name="connsiteY487" fmla="*/ 145828 h 390525"/>
                <a:gd name="connsiteX488" fmla="*/ 73247 w 619125"/>
                <a:gd name="connsiteY488" fmla="*/ 148876 h 390525"/>
                <a:gd name="connsiteX489" fmla="*/ 69533 w 619125"/>
                <a:gd name="connsiteY489" fmla="*/ 152495 h 390525"/>
                <a:gd name="connsiteX490" fmla="*/ 69056 w 619125"/>
                <a:gd name="connsiteY490" fmla="*/ 152971 h 390525"/>
                <a:gd name="connsiteX491" fmla="*/ 68771 w 619125"/>
                <a:gd name="connsiteY491" fmla="*/ 153352 h 390525"/>
                <a:gd name="connsiteX492" fmla="*/ 68485 w 619125"/>
                <a:gd name="connsiteY492" fmla="*/ 153829 h 390525"/>
                <a:gd name="connsiteX493" fmla="*/ 68294 w 619125"/>
                <a:gd name="connsiteY493" fmla="*/ 154400 h 390525"/>
                <a:gd name="connsiteX494" fmla="*/ 68009 w 619125"/>
                <a:gd name="connsiteY494" fmla="*/ 155543 h 390525"/>
                <a:gd name="connsiteX495" fmla="*/ 67818 w 619125"/>
                <a:gd name="connsiteY495" fmla="*/ 156115 h 390525"/>
                <a:gd name="connsiteX496" fmla="*/ 66485 w 619125"/>
                <a:gd name="connsiteY496" fmla="*/ 158877 h 390525"/>
                <a:gd name="connsiteX497" fmla="*/ 63437 w 619125"/>
                <a:gd name="connsiteY497" fmla="*/ 161068 h 390525"/>
                <a:gd name="connsiteX498" fmla="*/ 56864 w 619125"/>
                <a:gd name="connsiteY498" fmla="*/ 163639 h 390525"/>
                <a:gd name="connsiteX499" fmla="*/ 53245 w 619125"/>
                <a:gd name="connsiteY499" fmla="*/ 164211 h 390525"/>
                <a:gd name="connsiteX500" fmla="*/ 51530 w 619125"/>
                <a:gd name="connsiteY500" fmla="*/ 164973 h 390525"/>
                <a:gd name="connsiteX501" fmla="*/ 50197 w 619125"/>
                <a:gd name="connsiteY501" fmla="*/ 168021 h 390525"/>
                <a:gd name="connsiteX502" fmla="*/ 48768 w 619125"/>
                <a:gd name="connsiteY502" fmla="*/ 169926 h 390525"/>
                <a:gd name="connsiteX503" fmla="*/ 47244 w 619125"/>
                <a:gd name="connsiteY503" fmla="*/ 171640 h 390525"/>
                <a:gd name="connsiteX504" fmla="*/ 46101 w 619125"/>
                <a:gd name="connsiteY504" fmla="*/ 172402 h 390525"/>
                <a:gd name="connsiteX505" fmla="*/ 45339 w 619125"/>
                <a:gd name="connsiteY505" fmla="*/ 173164 h 390525"/>
                <a:gd name="connsiteX506" fmla="*/ 42577 w 619125"/>
                <a:gd name="connsiteY506" fmla="*/ 177832 h 390525"/>
                <a:gd name="connsiteX507" fmla="*/ 41243 w 619125"/>
                <a:gd name="connsiteY507" fmla="*/ 179356 h 390525"/>
                <a:gd name="connsiteX508" fmla="*/ 40672 w 619125"/>
                <a:gd name="connsiteY508" fmla="*/ 180213 h 390525"/>
                <a:gd name="connsiteX509" fmla="*/ 40672 w 619125"/>
                <a:gd name="connsiteY509" fmla="*/ 180880 h 390525"/>
                <a:gd name="connsiteX510" fmla="*/ 41148 w 619125"/>
                <a:gd name="connsiteY510" fmla="*/ 182023 h 390525"/>
                <a:gd name="connsiteX511" fmla="*/ 40767 w 619125"/>
                <a:gd name="connsiteY511" fmla="*/ 182689 h 390525"/>
                <a:gd name="connsiteX512" fmla="*/ 39529 w 619125"/>
                <a:gd name="connsiteY512" fmla="*/ 183642 h 390525"/>
                <a:gd name="connsiteX513" fmla="*/ 39148 w 619125"/>
                <a:gd name="connsiteY513" fmla="*/ 184499 h 390525"/>
                <a:gd name="connsiteX514" fmla="*/ 38957 w 619125"/>
                <a:gd name="connsiteY514" fmla="*/ 186404 h 390525"/>
                <a:gd name="connsiteX515" fmla="*/ 38767 w 619125"/>
                <a:gd name="connsiteY515" fmla="*/ 187261 h 390525"/>
                <a:gd name="connsiteX516" fmla="*/ 38100 w 619125"/>
                <a:gd name="connsiteY516" fmla="*/ 188309 h 390525"/>
                <a:gd name="connsiteX517" fmla="*/ 36481 w 619125"/>
                <a:gd name="connsiteY517" fmla="*/ 190119 h 390525"/>
                <a:gd name="connsiteX518" fmla="*/ 36004 w 619125"/>
                <a:gd name="connsiteY518" fmla="*/ 191262 h 390525"/>
                <a:gd name="connsiteX519" fmla="*/ 35433 w 619125"/>
                <a:gd name="connsiteY519" fmla="*/ 192024 h 390525"/>
                <a:gd name="connsiteX520" fmla="*/ 35433 w 619125"/>
                <a:gd name="connsiteY520" fmla="*/ 192596 h 390525"/>
                <a:gd name="connsiteX521" fmla="*/ 35719 w 619125"/>
                <a:gd name="connsiteY521" fmla="*/ 192976 h 390525"/>
                <a:gd name="connsiteX522" fmla="*/ 36004 w 619125"/>
                <a:gd name="connsiteY522" fmla="*/ 193548 h 390525"/>
                <a:gd name="connsiteX523" fmla="*/ 36290 w 619125"/>
                <a:gd name="connsiteY523" fmla="*/ 193834 h 390525"/>
                <a:gd name="connsiteX524" fmla="*/ 36862 w 619125"/>
                <a:gd name="connsiteY524" fmla="*/ 194596 h 390525"/>
                <a:gd name="connsiteX525" fmla="*/ 37052 w 619125"/>
                <a:gd name="connsiteY525" fmla="*/ 195072 h 390525"/>
                <a:gd name="connsiteX526" fmla="*/ 37529 w 619125"/>
                <a:gd name="connsiteY526" fmla="*/ 197072 h 390525"/>
                <a:gd name="connsiteX527" fmla="*/ 40005 w 619125"/>
                <a:gd name="connsiteY527" fmla="*/ 202311 h 390525"/>
                <a:gd name="connsiteX528" fmla="*/ 40862 w 619125"/>
                <a:gd name="connsiteY528" fmla="*/ 204597 h 390525"/>
                <a:gd name="connsiteX529" fmla="*/ 41053 w 619125"/>
                <a:gd name="connsiteY529" fmla="*/ 206311 h 390525"/>
                <a:gd name="connsiteX530" fmla="*/ 41148 w 619125"/>
                <a:gd name="connsiteY530" fmla="*/ 208026 h 390525"/>
                <a:gd name="connsiteX531" fmla="*/ 41338 w 619125"/>
                <a:gd name="connsiteY531" fmla="*/ 208883 h 390525"/>
                <a:gd name="connsiteX532" fmla="*/ 41720 w 619125"/>
                <a:gd name="connsiteY532" fmla="*/ 209455 h 390525"/>
                <a:gd name="connsiteX533" fmla="*/ 42196 w 619125"/>
                <a:gd name="connsiteY533" fmla="*/ 209645 h 390525"/>
                <a:gd name="connsiteX534" fmla="*/ 42767 w 619125"/>
                <a:gd name="connsiteY534" fmla="*/ 209740 h 390525"/>
                <a:gd name="connsiteX535" fmla="*/ 43339 w 619125"/>
                <a:gd name="connsiteY535" fmla="*/ 209740 h 390525"/>
                <a:gd name="connsiteX536" fmla="*/ 44387 w 619125"/>
                <a:gd name="connsiteY536" fmla="*/ 209550 h 390525"/>
                <a:gd name="connsiteX537" fmla="*/ 44958 w 619125"/>
                <a:gd name="connsiteY537" fmla="*/ 209645 h 390525"/>
                <a:gd name="connsiteX538" fmla="*/ 45434 w 619125"/>
                <a:gd name="connsiteY538" fmla="*/ 209931 h 390525"/>
                <a:gd name="connsiteX539" fmla="*/ 45815 w 619125"/>
                <a:gd name="connsiteY539" fmla="*/ 210217 h 390525"/>
                <a:gd name="connsiteX540" fmla="*/ 46196 w 619125"/>
                <a:gd name="connsiteY540" fmla="*/ 210598 h 390525"/>
                <a:gd name="connsiteX541" fmla="*/ 46482 w 619125"/>
                <a:gd name="connsiteY541" fmla="*/ 210979 h 390525"/>
                <a:gd name="connsiteX542" fmla="*/ 46768 w 619125"/>
                <a:gd name="connsiteY542" fmla="*/ 211455 h 390525"/>
                <a:gd name="connsiteX543" fmla="*/ 46958 w 619125"/>
                <a:gd name="connsiteY543" fmla="*/ 211931 h 390525"/>
                <a:gd name="connsiteX544" fmla="*/ 47435 w 619125"/>
                <a:gd name="connsiteY544" fmla="*/ 212788 h 390525"/>
                <a:gd name="connsiteX545" fmla="*/ 48101 w 619125"/>
                <a:gd name="connsiteY545" fmla="*/ 213550 h 390525"/>
                <a:gd name="connsiteX546" fmla="*/ 48482 w 619125"/>
                <a:gd name="connsiteY546" fmla="*/ 213836 h 390525"/>
                <a:gd name="connsiteX547" fmla="*/ 49149 w 619125"/>
                <a:gd name="connsiteY547" fmla="*/ 214408 h 390525"/>
                <a:gd name="connsiteX548" fmla="*/ 49339 w 619125"/>
                <a:gd name="connsiteY548" fmla="*/ 214693 h 390525"/>
                <a:gd name="connsiteX549" fmla="*/ 49435 w 619125"/>
                <a:gd name="connsiteY549" fmla="*/ 214789 h 390525"/>
                <a:gd name="connsiteX550" fmla="*/ 49625 w 619125"/>
                <a:gd name="connsiteY550" fmla="*/ 215455 h 390525"/>
                <a:gd name="connsiteX551" fmla="*/ 49911 w 619125"/>
                <a:gd name="connsiteY551" fmla="*/ 216408 h 390525"/>
                <a:gd name="connsiteX552" fmla="*/ 50006 w 619125"/>
                <a:gd name="connsiteY552" fmla="*/ 216979 h 390525"/>
                <a:gd name="connsiteX553" fmla="*/ 50387 w 619125"/>
                <a:gd name="connsiteY553" fmla="*/ 223838 h 390525"/>
                <a:gd name="connsiteX554" fmla="*/ 50387 w 619125"/>
                <a:gd name="connsiteY554" fmla="*/ 224790 h 390525"/>
                <a:gd name="connsiteX555" fmla="*/ 50387 w 619125"/>
                <a:gd name="connsiteY555" fmla="*/ 225076 h 390525"/>
                <a:gd name="connsiteX556" fmla="*/ 50673 w 619125"/>
                <a:gd name="connsiteY556" fmla="*/ 228505 h 390525"/>
                <a:gd name="connsiteX557" fmla="*/ 50292 w 619125"/>
                <a:gd name="connsiteY557" fmla="*/ 232505 h 390525"/>
                <a:gd name="connsiteX558" fmla="*/ 50006 w 619125"/>
                <a:gd name="connsiteY558" fmla="*/ 233648 h 390525"/>
                <a:gd name="connsiteX559" fmla="*/ 49530 w 619125"/>
                <a:gd name="connsiteY559" fmla="*/ 235267 h 390525"/>
                <a:gd name="connsiteX560" fmla="*/ 47530 w 619125"/>
                <a:gd name="connsiteY560" fmla="*/ 239935 h 390525"/>
                <a:gd name="connsiteX561" fmla="*/ 46958 w 619125"/>
                <a:gd name="connsiteY561" fmla="*/ 240792 h 390525"/>
                <a:gd name="connsiteX562" fmla="*/ 46292 w 619125"/>
                <a:gd name="connsiteY562" fmla="*/ 241554 h 390525"/>
                <a:gd name="connsiteX563" fmla="*/ 45529 w 619125"/>
                <a:gd name="connsiteY563" fmla="*/ 242125 h 390525"/>
                <a:gd name="connsiteX564" fmla="*/ 41720 w 619125"/>
                <a:gd name="connsiteY564" fmla="*/ 244221 h 390525"/>
                <a:gd name="connsiteX565" fmla="*/ 41338 w 619125"/>
                <a:gd name="connsiteY565" fmla="*/ 244507 h 390525"/>
                <a:gd name="connsiteX566" fmla="*/ 40958 w 619125"/>
                <a:gd name="connsiteY566" fmla="*/ 244792 h 390525"/>
                <a:gd name="connsiteX567" fmla="*/ 40672 w 619125"/>
                <a:gd name="connsiteY567" fmla="*/ 245173 h 390525"/>
                <a:gd name="connsiteX568" fmla="*/ 40481 w 619125"/>
                <a:gd name="connsiteY568" fmla="*/ 245650 h 390525"/>
                <a:gd name="connsiteX569" fmla="*/ 40291 w 619125"/>
                <a:gd name="connsiteY569" fmla="*/ 246126 h 390525"/>
                <a:gd name="connsiteX570" fmla="*/ 39053 w 619125"/>
                <a:gd name="connsiteY570" fmla="*/ 257270 h 390525"/>
                <a:gd name="connsiteX571" fmla="*/ 38957 w 619125"/>
                <a:gd name="connsiteY571" fmla="*/ 259842 h 390525"/>
                <a:gd name="connsiteX572" fmla="*/ 39053 w 619125"/>
                <a:gd name="connsiteY572" fmla="*/ 260413 h 390525"/>
                <a:gd name="connsiteX573" fmla="*/ 39148 w 619125"/>
                <a:gd name="connsiteY573" fmla="*/ 260890 h 390525"/>
                <a:gd name="connsiteX574" fmla="*/ 39338 w 619125"/>
                <a:gd name="connsiteY574" fmla="*/ 261271 h 390525"/>
                <a:gd name="connsiteX575" fmla="*/ 39624 w 619125"/>
                <a:gd name="connsiteY575" fmla="*/ 261461 h 390525"/>
                <a:gd name="connsiteX576" fmla="*/ 40005 w 619125"/>
                <a:gd name="connsiteY576" fmla="*/ 261652 h 390525"/>
                <a:gd name="connsiteX577" fmla="*/ 40958 w 619125"/>
                <a:gd name="connsiteY577" fmla="*/ 261461 h 390525"/>
                <a:gd name="connsiteX578" fmla="*/ 42005 w 619125"/>
                <a:gd name="connsiteY578" fmla="*/ 260985 h 390525"/>
                <a:gd name="connsiteX579" fmla="*/ 43720 w 619125"/>
                <a:gd name="connsiteY579" fmla="*/ 259747 h 390525"/>
                <a:gd name="connsiteX580" fmla="*/ 45815 w 619125"/>
                <a:gd name="connsiteY580" fmla="*/ 257842 h 390525"/>
                <a:gd name="connsiteX581" fmla="*/ 46768 w 619125"/>
                <a:gd name="connsiteY581" fmla="*/ 256699 h 390525"/>
                <a:gd name="connsiteX582" fmla="*/ 47720 w 619125"/>
                <a:gd name="connsiteY582" fmla="*/ 255079 h 390525"/>
                <a:gd name="connsiteX583" fmla="*/ 47911 w 619125"/>
                <a:gd name="connsiteY583" fmla="*/ 254508 h 390525"/>
                <a:gd name="connsiteX584" fmla="*/ 48196 w 619125"/>
                <a:gd name="connsiteY584" fmla="*/ 253555 h 390525"/>
                <a:gd name="connsiteX585" fmla="*/ 48768 w 619125"/>
                <a:gd name="connsiteY585" fmla="*/ 250317 h 390525"/>
                <a:gd name="connsiteX586" fmla="*/ 49054 w 619125"/>
                <a:gd name="connsiteY586" fmla="*/ 249555 h 390525"/>
                <a:gd name="connsiteX587" fmla="*/ 49339 w 619125"/>
                <a:gd name="connsiteY587" fmla="*/ 249079 h 390525"/>
                <a:gd name="connsiteX588" fmla="*/ 50006 w 619125"/>
                <a:gd name="connsiteY588" fmla="*/ 248507 h 390525"/>
                <a:gd name="connsiteX589" fmla="*/ 50863 w 619125"/>
                <a:gd name="connsiteY589" fmla="*/ 248031 h 390525"/>
                <a:gd name="connsiteX590" fmla="*/ 52102 w 619125"/>
                <a:gd name="connsiteY590" fmla="*/ 247840 h 390525"/>
                <a:gd name="connsiteX591" fmla="*/ 52769 w 619125"/>
                <a:gd name="connsiteY591" fmla="*/ 247840 h 390525"/>
                <a:gd name="connsiteX592" fmla="*/ 54578 w 619125"/>
                <a:gd name="connsiteY592" fmla="*/ 248221 h 390525"/>
                <a:gd name="connsiteX593" fmla="*/ 55912 w 619125"/>
                <a:gd name="connsiteY593" fmla="*/ 248221 h 390525"/>
                <a:gd name="connsiteX594" fmla="*/ 67056 w 619125"/>
                <a:gd name="connsiteY594" fmla="*/ 244983 h 390525"/>
                <a:gd name="connsiteX595" fmla="*/ 72580 w 619125"/>
                <a:gd name="connsiteY595" fmla="*/ 242506 h 390525"/>
                <a:gd name="connsiteX596" fmla="*/ 74962 w 619125"/>
                <a:gd name="connsiteY596" fmla="*/ 240887 h 390525"/>
                <a:gd name="connsiteX597" fmla="*/ 76581 w 619125"/>
                <a:gd name="connsiteY597" fmla="*/ 239459 h 390525"/>
                <a:gd name="connsiteX598" fmla="*/ 78962 w 619125"/>
                <a:gd name="connsiteY598" fmla="*/ 236887 h 390525"/>
                <a:gd name="connsiteX599" fmla="*/ 79724 w 619125"/>
                <a:gd name="connsiteY599" fmla="*/ 236220 h 390525"/>
                <a:gd name="connsiteX600" fmla="*/ 80105 w 619125"/>
                <a:gd name="connsiteY600" fmla="*/ 236125 h 390525"/>
                <a:gd name="connsiteX601" fmla="*/ 80677 w 619125"/>
                <a:gd name="connsiteY601" fmla="*/ 236029 h 390525"/>
                <a:gd name="connsiteX602" fmla="*/ 82010 w 619125"/>
                <a:gd name="connsiteY602" fmla="*/ 236029 h 390525"/>
                <a:gd name="connsiteX603" fmla="*/ 86678 w 619125"/>
                <a:gd name="connsiteY603" fmla="*/ 237077 h 390525"/>
                <a:gd name="connsiteX604" fmla="*/ 87535 w 619125"/>
                <a:gd name="connsiteY604" fmla="*/ 237172 h 390525"/>
                <a:gd name="connsiteX605" fmla="*/ 90392 w 619125"/>
                <a:gd name="connsiteY605" fmla="*/ 235839 h 390525"/>
                <a:gd name="connsiteX606" fmla="*/ 99536 w 619125"/>
                <a:gd name="connsiteY606" fmla="*/ 229171 h 390525"/>
                <a:gd name="connsiteX607" fmla="*/ 99822 w 619125"/>
                <a:gd name="connsiteY607" fmla="*/ 229648 h 390525"/>
                <a:gd name="connsiteX608" fmla="*/ 100584 w 619125"/>
                <a:gd name="connsiteY608" fmla="*/ 231648 h 390525"/>
                <a:gd name="connsiteX609" fmla="*/ 100679 w 619125"/>
                <a:gd name="connsiteY609" fmla="*/ 232696 h 390525"/>
                <a:gd name="connsiteX610" fmla="*/ 100298 w 619125"/>
                <a:gd name="connsiteY610" fmla="*/ 233553 h 390525"/>
                <a:gd name="connsiteX611" fmla="*/ 99631 w 619125"/>
                <a:gd name="connsiteY611" fmla="*/ 234315 h 390525"/>
                <a:gd name="connsiteX612" fmla="*/ 98488 w 619125"/>
                <a:gd name="connsiteY612" fmla="*/ 235363 h 390525"/>
                <a:gd name="connsiteX613" fmla="*/ 96488 w 619125"/>
                <a:gd name="connsiteY613" fmla="*/ 241744 h 390525"/>
                <a:gd name="connsiteX614" fmla="*/ 96012 w 619125"/>
                <a:gd name="connsiteY614" fmla="*/ 242792 h 390525"/>
                <a:gd name="connsiteX615" fmla="*/ 92583 w 619125"/>
                <a:gd name="connsiteY615" fmla="*/ 241268 h 390525"/>
                <a:gd name="connsiteX616" fmla="*/ 90583 w 619125"/>
                <a:gd name="connsiteY616" fmla="*/ 240792 h 390525"/>
                <a:gd name="connsiteX617" fmla="*/ 89726 w 619125"/>
                <a:gd name="connsiteY617" fmla="*/ 241744 h 390525"/>
                <a:gd name="connsiteX618" fmla="*/ 88868 w 619125"/>
                <a:gd name="connsiteY618" fmla="*/ 241459 h 390525"/>
                <a:gd name="connsiteX619" fmla="*/ 86963 w 619125"/>
                <a:gd name="connsiteY619" fmla="*/ 242602 h 390525"/>
                <a:gd name="connsiteX620" fmla="*/ 82391 w 619125"/>
                <a:gd name="connsiteY620" fmla="*/ 246793 h 390525"/>
                <a:gd name="connsiteX621" fmla="*/ 82010 w 619125"/>
                <a:gd name="connsiteY621" fmla="*/ 247650 h 390525"/>
                <a:gd name="connsiteX622" fmla="*/ 82010 w 619125"/>
                <a:gd name="connsiteY622" fmla="*/ 248793 h 390525"/>
                <a:gd name="connsiteX623" fmla="*/ 82487 w 619125"/>
                <a:gd name="connsiteY623" fmla="*/ 249174 h 390525"/>
                <a:gd name="connsiteX624" fmla="*/ 83344 w 619125"/>
                <a:gd name="connsiteY624" fmla="*/ 249746 h 390525"/>
                <a:gd name="connsiteX625" fmla="*/ 84106 w 619125"/>
                <a:gd name="connsiteY625" fmla="*/ 250507 h 390525"/>
                <a:gd name="connsiteX626" fmla="*/ 84296 w 619125"/>
                <a:gd name="connsiteY626" fmla="*/ 251460 h 390525"/>
                <a:gd name="connsiteX627" fmla="*/ 83344 w 619125"/>
                <a:gd name="connsiteY627" fmla="*/ 252698 h 390525"/>
                <a:gd name="connsiteX628" fmla="*/ 81534 w 619125"/>
                <a:gd name="connsiteY628" fmla="*/ 253365 h 390525"/>
                <a:gd name="connsiteX629" fmla="*/ 74390 w 619125"/>
                <a:gd name="connsiteY629" fmla="*/ 254317 h 390525"/>
                <a:gd name="connsiteX630" fmla="*/ 71914 w 619125"/>
                <a:gd name="connsiteY630" fmla="*/ 256127 h 390525"/>
                <a:gd name="connsiteX631" fmla="*/ 68009 w 619125"/>
                <a:gd name="connsiteY631" fmla="*/ 262318 h 390525"/>
                <a:gd name="connsiteX632" fmla="*/ 65913 w 619125"/>
                <a:gd name="connsiteY632" fmla="*/ 264414 h 390525"/>
                <a:gd name="connsiteX633" fmla="*/ 62960 w 619125"/>
                <a:gd name="connsiteY633" fmla="*/ 265938 h 390525"/>
                <a:gd name="connsiteX634" fmla="*/ 59627 w 619125"/>
                <a:gd name="connsiteY634" fmla="*/ 266795 h 390525"/>
                <a:gd name="connsiteX635" fmla="*/ 56483 w 619125"/>
                <a:gd name="connsiteY635" fmla="*/ 267081 h 390525"/>
                <a:gd name="connsiteX636" fmla="*/ 53912 w 619125"/>
                <a:gd name="connsiteY636" fmla="*/ 266700 h 390525"/>
                <a:gd name="connsiteX637" fmla="*/ 53721 w 619125"/>
                <a:gd name="connsiteY637" fmla="*/ 267271 h 390525"/>
                <a:gd name="connsiteX638" fmla="*/ 53721 w 619125"/>
                <a:gd name="connsiteY638" fmla="*/ 269367 h 390525"/>
                <a:gd name="connsiteX639" fmla="*/ 52864 w 619125"/>
                <a:gd name="connsiteY639" fmla="*/ 271081 h 390525"/>
                <a:gd name="connsiteX640" fmla="*/ 50863 w 619125"/>
                <a:gd name="connsiteY640" fmla="*/ 272510 h 390525"/>
                <a:gd name="connsiteX641" fmla="*/ 47149 w 619125"/>
                <a:gd name="connsiteY641" fmla="*/ 274415 h 390525"/>
                <a:gd name="connsiteX642" fmla="*/ 45720 w 619125"/>
                <a:gd name="connsiteY642" fmla="*/ 275653 h 390525"/>
                <a:gd name="connsiteX643" fmla="*/ 45053 w 619125"/>
                <a:gd name="connsiteY643" fmla="*/ 277082 h 390525"/>
                <a:gd name="connsiteX644" fmla="*/ 44863 w 619125"/>
                <a:gd name="connsiteY644" fmla="*/ 278892 h 390525"/>
                <a:gd name="connsiteX645" fmla="*/ 44863 w 619125"/>
                <a:gd name="connsiteY645" fmla="*/ 281273 h 390525"/>
                <a:gd name="connsiteX646" fmla="*/ 44101 w 619125"/>
                <a:gd name="connsiteY646" fmla="*/ 282702 h 390525"/>
                <a:gd name="connsiteX647" fmla="*/ 40767 w 619125"/>
                <a:gd name="connsiteY647" fmla="*/ 282892 h 390525"/>
                <a:gd name="connsiteX648" fmla="*/ 39910 w 619125"/>
                <a:gd name="connsiteY648" fmla="*/ 284988 h 390525"/>
                <a:gd name="connsiteX649" fmla="*/ 40100 w 619125"/>
                <a:gd name="connsiteY649" fmla="*/ 286036 h 390525"/>
                <a:gd name="connsiteX650" fmla="*/ 40862 w 619125"/>
                <a:gd name="connsiteY650" fmla="*/ 287750 h 390525"/>
                <a:gd name="connsiteX651" fmla="*/ 41053 w 619125"/>
                <a:gd name="connsiteY651" fmla="*/ 288703 h 390525"/>
                <a:gd name="connsiteX652" fmla="*/ 40672 w 619125"/>
                <a:gd name="connsiteY652" fmla="*/ 289750 h 390525"/>
                <a:gd name="connsiteX653" fmla="*/ 39814 w 619125"/>
                <a:gd name="connsiteY653" fmla="*/ 290131 h 390525"/>
                <a:gd name="connsiteX654" fmla="*/ 38767 w 619125"/>
                <a:gd name="connsiteY654" fmla="*/ 290322 h 390525"/>
                <a:gd name="connsiteX655" fmla="*/ 38005 w 619125"/>
                <a:gd name="connsiteY655" fmla="*/ 290703 h 390525"/>
                <a:gd name="connsiteX656" fmla="*/ 34766 w 619125"/>
                <a:gd name="connsiteY656" fmla="*/ 294608 h 390525"/>
                <a:gd name="connsiteX657" fmla="*/ 33338 w 619125"/>
                <a:gd name="connsiteY657" fmla="*/ 295751 h 390525"/>
                <a:gd name="connsiteX658" fmla="*/ 31528 w 619125"/>
                <a:gd name="connsiteY658" fmla="*/ 296609 h 390525"/>
                <a:gd name="connsiteX659" fmla="*/ 29909 w 619125"/>
                <a:gd name="connsiteY659" fmla="*/ 296799 h 390525"/>
                <a:gd name="connsiteX660" fmla="*/ 26479 w 619125"/>
                <a:gd name="connsiteY660" fmla="*/ 296513 h 390525"/>
                <a:gd name="connsiteX661" fmla="*/ 25527 w 619125"/>
                <a:gd name="connsiteY661" fmla="*/ 296704 h 390525"/>
                <a:gd name="connsiteX662" fmla="*/ 25051 w 619125"/>
                <a:gd name="connsiteY662" fmla="*/ 297180 h 390525"/>
                <a:gd name="connsiteX663" fmla="*/ 24670 w 619125"/>
                <a:gd name="connsiteY663" fmla="*/ 297847 h 390525"/>
                <a:gd name="connsiteX664" fmla="*/ 24003 w 619125"/>
                <a:gd name="connsiteY664" fmla="*/ 298513 h 390525"/>
                <a:gd name="connsiteX665" fmla="*/ 23241 w 619125"/>
                <a:gd name="connsiteY665" fmla="*/ 298894 h 390525"/>
                <a:gd name="connsiteX666" fmla="*/ 20764 w 619125"/>
                <a:gd name="connsiteY666" fmla="*/ 299275 h 390525"/>
                <a:gd name="connsiteX667" fmla="*/ 18860 w 619125"/>
                <a:gd name="connsiteY667" fmla="*/ 300323 h 390525"/>
                <a:gd name="connsiteX668" fmla="*/ 17717 w 619125"/>
                <a:gd name="connsiteY668" fmla="*/ 301657 h 390525"/>
                <a:gd name="connsiteX669" fmla="*/ 15526 w 619125"/>
                <a:gd name="connsiteY669" fmla="*/ 304990 h 390525"/>
                <a:gd name="connsiteX670" fmla="*/ 15145 w 619125"/>
                <a:gd name="connsiteY670" fmla="*/ 305752 h 390525"/>
                <a:gd name="connsiteX671" fmla="*/ 14097 w 619125"/>
                <a:gd name="connsiteY671" fmla="*/ 308705 h 390525"/>
                <a:gd name="connsiteX672" fmla="*/ 13526 w 619125"/>
                <a:gd name="connsiteY672" fmla="*/ 309658 h 390525"/>
                <a:gd name="connsiteX673" fmla="*/ 11906 w 619125"/>
                <a:gd name="connsiteY673" fmla="*/ 311372 h 390525"/>
                <a:gd name="connsiteX674" fmla="*/ 8668 w 619125"/>
                <a:gd name="connsiteY674" fmla="*/ 316039 h 390525"/>
                <a:gd name="connsiteX675" fmla="*/ 7715 w 619125"/>
                <a:gd name="connsiteY675" fmla="*/ 316706 h 390525"/>
                <a:gd name="connsiteX676" fmla="*/ 6382 w 619125"/>
                <a:gd name="connsiteY676" fmla="*/ 317087 h 390525"/>
                <a:gd name="connsiteX677" fmla="*/ 2477 w 619125"/>
                <a:gd name="connsiteY677" fmla="*/ 318992 h 390525"/>
                <a:gd name="connsiteX678" fmla="*/ 1429 w 619125"/>
                <a:gd name="connsiteY678" fmla="*/ 320040 h 390525"/>
                <a:gd name="connsiteX679" fmla="*/ 1429 w 619125"/>
                <a:gd name="connsiteY679" fmla="*/ 321850 h 390525"/>
                <a:gd name="connsiteX680" fmla="*/ 2096 w 619125"/>
                <a:gd name="connsiteY680" fmla="*/ 323755 h 390525"/>
                <a:gd name="connsiteX681" fmla="*/ 2477 w 619125"/>
                <a:gd name="connsiteY681" fmla="*/ 325660 h 390525"/>
                <a:gd name="connsiteX682" fmla="*/ 1048 w 619125"/>
                <a:gd name="connsiteY682" fmla="*/ 329470 h 390525"/>
                <a:gd name="connsiteX683" fmla="*/ 1048 w 619125"/>
                <a:gd name="connsiteY683" fmla="*/ 333661 h 390525"/>
                <a:gd name="connsiteX684" fmla="*/ 286 w 619125"/>
                <a:gd name="connsiteY684" fmla="*/ 335471 h 390525"/>
                <a:gd name="connsiteX685" fmla="*/ 0 w 619125"/>
                <a:gd name="connsiteY685" fmla="*/ 335851 h 390525"/>
                <a:gd name="connsiteX686" fmla="*/ 3905 w 619125"/>
                <a:gd name="connsiteY686" fmla="*/ 337471 h 390525"/>
                <a:gd name="connsiteX687" fmla="*/ 5620 w 619125"/>
                <a:gd name="connsiteY687" fmla="*/ 337852 h 390525"/>
                <a:gd name="connsiteX688" fmla="*/ 7620 w 619125"/>
                <a:gd name="connsiteY688" fmla="*/ 337566 h 390525"/>
                <a:gd name="connsiteX689" fmla="*/ 9144 w 619125"/>
                <a:gd name="connsiteY689" fmla="*/ 336899 h 390525"/>
                <a:gd name="connsiteX690" fmla="*/ 10478 w 619125"/>
                <a:gd name="connsiteY690" fmla="*/ 336518 h 390525"/>
                <a:gd name="connsiteX691" fmla="*/ 11335 w 619125"/>
                <a:gd name="connsiteY691" fmla="*/ 336423 h 390525"/>
                <a:gd name="connsiteX692" fmla="*/ 12478 w 619125"/>
                <a:gd name="connsiteY692" fmla="*/ 336518 h 390525"/>
                <a:gd name="connsiteX693" fmla="*/ 12954 w 619125"/>
                <a:gd name="connsiteY693" fmla="*/ 336613 h 390525"/>
                <a:gd name="connsiteX694" fmla="*/ 27051 w 619125"/>
                <a:gd name="connsiteY694" fmla="*/ 342805 h 390525"/>
                <a:gd name="connsiteX695" fmla="*/ 27622 w 619125"/>
                <a:gd name="connsiteY695" fmla="*/ 343186 h 390525"/>
                <a:gd name="connsiteX696" fmla="*/ 29242 w 619125"/>
                <a:gd name="connsiteY696" fmla="*/ 345091 h 390525"/>
                <a:gd name="connsiteX697" fmla="*/ 30194 w 619125"/>
                <a:gd name="connsiteY697" fmla="*/ 346615 h 390525"/>
                <a:gd name="connsiteX698" fmla="*/ 30575 w 619125"/>
                <a:gd name="connsiteY698" fmla="*/ 346996 h 390525"/>
                <a:gd name="connsiteX699" fmla="*/ 30861 w 619125"/>
                <a:gd name="connsiteY699" fmla="*/ 347472 h 390525"/>
                <a:gd name="connsiteX700" fmla="*/ 30956 w 619125"/>
                <a:gd name="connsiteY700" fmla="*/ 347948 h 390525"/>
                <a:gd name="connsiteX701" fmla="*/ 30385 w 619125"/>
                <a:gd name="connsiteY701" fmla="*/ 351377 h 390525"/>
                <a:gd name="connsiteX702" fmla="*/ 30385 w 619125"/>
                <a:gd name="connsiteY702" fmla="*/ 353377 h 390525"/>
                <a:gd name="connsiteX703" fmla="*/ 31528 w 619125"/>
                <a:gd name="connsiteY703" fmla="*/ 354235 h 390525"/>
                <a:gd name="connsiteX704" fmla="*/ 31718 w 619125"/>
                <a:gd name="connsiteY704" fmla="*/ 353663 h 390525"/>
                <a:gd name="connsiteX705" fmla="*/ 31909 w 619125"/>
                <a:gd name="connsiteY705" fmla="*/ 353473 h 390525"/>
                <a:gd name="connsiteX706" fmla="*/ 32671 w 619125"/>
                <a:gd name="connsiteY706" fmla="*/ 352806 h 390525"/>
                <a:gd name="connsiteX707" fmla="*/ 33147 w 619125"/>
                <a:gd name="connsiteY707" fmla="*/ 352520 h 390525"/>
                <a:gd name="connsiteX708" fmla="*/ 33719 w 619125"/>
                <a:gd name="connsiteY708" fmla="*/ 352330 h 390525"/>
                <a:gd name="connsiteX709" fmla="*/ 34576 w 619125"/>
                <a:gd name="connsiteY709" fmla="*/ 352139 h 390525"/>
                <a:gd name="connsiteX710" fmla="*/ 35433 w 619125"/>
                <a:gd name="connsiteY710" fmla="*/ 352044 h 390525"/>
                <a:gd name="connsiteX711" fmla="*/ 36195 w 619125"/>
                <a:gd name="connsiteY711" fmla="*/ 352139 h 390525"/>
                <a:gd name="connsiteX712" fmla="*/ 37529 w 619125"/>
                <a:gd name="connsiteY712" fmla="*/ 352425 h 390525"/>
                <a:gd name="connsiteX713" fmla="*/ 38005 w 619125"/>
                <a:gd name="connsiteY713" fmla="*/ 352615 h 390525"/>
                <a:gd name="connsiteX714" fmla="*/ 38481 w 619125"/>
                <a:gd name="connsiteY714" fmla="*/ 352901 h 390525"/>
                <a:gd name="connsiteX715" fmla="*/ 40386 w 619125"/>
                <a:gd name="connsiteY715" fmla="*/ 354616 h 390525"/>
                <a:gd name="connsiteX716" fmla="*/ 41243 w 619125"/>
                <a:gd name="connsiteY716" fmla="*/ 355187 h 390525"/>
                <a:gd name="connsiteX717" fmla="*/ 46006 w 619125"/>
                <a:gd name="connsiteY717" fmla="*/ 357664 h 390525"/>
                <a:gd name="connsiteX718" fmla="*/ 46958 w 619125"/>
                <a:gd name="connsiteY718" fmla="*/ 358426 h 390525"/>
                <a:gd name="connsiteX719" fmla="*/ 47530 w 619125"/>
                <a:gd name="connsiteY719" fmla="*/ 359092 h 390525"/>
                <a:gd name="connsiteX720" fmla="*/ 47625 w 619125"/>
                <a:gd name="connsiteY720" fmla="*/ 359569 h 390525"/>
                <a:gd name="connsiteX721" fmla="*/ 47625 w 619125"/>
                <a:gd name="connsiteY721" fmla="*/ 360140 h 390525"/>
                <a:gd name="connsiteX722" fmla="*/ 47435 w 619125"/>
                <a:gd name="connsiteY722" fmla="*/ 364617 h 390525"/>
                <a:gd name="connsiteX723" fmla="*/ 47625 w 619125"/>
                <a:gd name="connsiteY723" fmla="*/ 366903 h 390525"/>
                <a:gd name="connsiteX724" fmla="*/ 48006 w 619125"/>
                <a:gd name="connsiteY724" fmla="*/ 369094 h 390525"/>
                <a:gd name="connsiteX725" fmla="*/ 48101 w 619125"/>
                <a:gd name="connsiteY725" fmla="*/ 369570 h 390525"/>
                <a:gd name="connsiteX726" fmla="*/ 48482 w 619125"/>
                <a:gd name="connsiteY726" fmla="*/ 370618 h 390525"/>
                <a:gd name="connsiteX727" fmla="*/ 48863 w 619125"/>
                <a:gd name="connsiteY727" fmla="*/ 371380 h 390525"/>
                <a:gd name="connsiteX728" fmla="*/ 51721 w 619125"/>
                <a:gd name="connsiteY728" fmla="*/ 375190 h 390525"/>
                <a:gd name="connsiteX729" fmla="*/ 53150 w 619125"/>
                <a:gd name="connsiteY729" fmla="*/ 376714 h 390525"/>
                <a:gd name="connsiteX730" fmla="*/ 54578 w 619125"/>
                <a:gd name="connsiteY730" fmla="*/ 377761 h 390525"/>
                <a:gd name="connsiteX731" fmla="*/ 55531 w 619125"/>
                <a:gd name="connsiteY731" fmla="*/ 378238 h 390525"/>
                <a:gd name="connsiteX732" fmla="*/ 56388 w 619125"/>
                <a:gd name="connsiteY732" fmla="*/ 378523 h 390525"/>
                <a:gd name="connsiteX733" fmla="*/ 62389 w 619125"/>
                <a:gd name="connsiteY733" fmla="*/ 379476 h 390525"/>
                <a:gd name="connsiteX734" fmla="*/ 64770 w 619125"/>
                <a:gd name="connsiteY734" fmla="*/ 379381 h 390525"/>
                <a:gd name="connsiteX735" fmla="*/ 66104 w 619125"/>
                <a:gd name="connsiteY735" fmla="*/ 378905 h 390525"/>
                <a:gd name="connsiteX736" fmla="*/ 66865 w 619125"/>
                <a:gd name="connsiteY736" fmla="*/ 378523 h 390525"/>
                <a:gd name="connsiteX737" fmla="*/ 67246 w 619125"/>
                <a:gd name="connsiteY737" fmla="*/ 378047 h 390525"/>
                <a:gd name="connsiteX738" fmla="*/ 67913 w 619125"/>
                <a:gd name="connsiteY738" fmla="*/ 376618 h 390525"/>
                <a:gd name="connsiteX739" fmla="*/ 68580 w 619125"/>
                <a:gd name="connsiteY739" fmla="*/ 376333 h 390525"/>
                <a:gd name="connsiteX740" fmla="*/ 69628 w 619125"/>
                <a:gd name="connsiteY740" fmla="*/ 376333 h 390525"/>
                <a:gd name="connsiteX741" fmla="*/ 72962 w 619125"/>
                <a:gd name="connsiteY741" fmla="*/ 377095 h 390525"/>
                <a:gd name="connsiteX742" fmla="*/ 75343 w 619125"/>
                <a:gd name="connsiteY742" fmla="*/ 378047 h 390525"/>
                <a:gd name="connsiteX743" fmla="*/ 77153 w 619125"/>
                <a:gd name="connsiteY743" fmla="*/ 379095 h 390525"/>
                <a:gd name="connsiteX744" fmla="*/ 77724 w 619125"/>
                <a:gd name="connsiteY744" fmla="*/ 379190 h 390525"/>
                <a:gd name="connsiteX745" fmla="*/ 78391 w 619125"/>
                <a:gd name="connsiteY745" fmla="*/ 379095 h 390525"/>
                <a:gd name="connsiteX746" fmla="*/ 81344 w 619125"/>
                <a:gd name="connsiteY746" fmla="*/ 377857 h 390525"/>
                <a:gd name="connsiteX747" fmla="*/ 83439 w 619125"/>
                <a:gd name="connsiteY747" fmla="*/ 377380 h 390525"/>
                <a:gd name="connsiteX748" fmla="*/ 89630 w 619125"/>
                <a:gd name="connsiteY748" fmla="*/ 377095 h 390525"/>
                <a:gd name="connsiteX749" fmla="*/ 90392 w 619125"/>
                <a:gd name="connsiteY749" fmla="*/ 376904 h 390525"/>
                <a:gd name="connsiteX750" fmla="*/ 90773 w 619125"/>
                <a:gd name="connsiteY750" fmla="*/ 376618 h 390525"/>
                <a:gd name="connsiteX751" fmla="*/ 91059 w 619125"/>
                <a:gd name="connsiteY751" fmla="*/ 376238 h 390525"/>
                <a:gd name="connsiteX752" fmla="*/ 91916 w 619125"/>
                <a:gd name="connsiteY752" fmla="*/ 374904 h 390525"/>
                <a:gd name="connsiteX753" fmla="*/ 92202 w 619125"/>
                <a:gd name="connsiteY753" fmla="*/ 374523 h 390525"/>
                <a:gd name="connsiteX754" fmla="*/ 92583 w 619125"/>
                <a:gd name="connsiteY754" fmla="*/ 374237 h 390525"/>
                <a:gd name="connsiteX755" fmla="*/ 93154 w 619125"/>
                <a:gd name="connsiteY755" fmla="*/ 374237 h 390525"/>
                <a:gd name="connsiteX756" fmla="*/ 93726 w 619125"/>
                <a:gd name="connsiteY756" fmla="*/ 374523 h 390525"/>
                <a:gd name="connsiteX757" fmla="*/ 95821 w 619125"/>
                <a:gd name="connsiteY757" fmla="*/ 375952 h 390525"/>
                <a:gd name="connsiteX758" fmla="*/ 96584 w 619125"/>
                <a:gd name="connsiteY758" fmla="*/ 376238 h 390525"/>
                <a:gd name="connsiteX759" fmla="*/ 97631 w 619125"/>
                <a:gd name="connsiteY759" fmla="*/ 376142 h 390525"/>
                <a:gd name="connsiteX760" fmla="*/ 98203 w 619125"/>
                <a:gd name="connsiteY760" fmla="*/ 375856 h 390525"/>
                <a:gd name="connsiteX761" fmla="*/ 98679 w 619125"/>
                <a:gd name="connsiteY761" fmla="*/ 375475 h 390525"/>
                <a:gd name="connsiteX762" fmla="*/ 98965 w 619125"/>
                <a:gd name="connsiteY762" fmla="*/ 375094 h 390525"/>
                <a:gd name="connsiteX763" fmla="*/ 99346 w 619125"/>
                <a:gd name="connsiteY763" fmla="*/ 374809 h 390525"/>
                <a:gd name="connsiteX764" fmla="*/ 99822 w 619125"/>
                <a:gd name="connsiteY764" fmla="*/ 374618 h 390525"/>
                <a:gd name="connsiteX765" fmla="*/ 100489 w 619125"/>
                <a:gd name="connsiteY765" fmla="*/ 374904 h 390525"/>
                <a:gd name="connsiteX766" fmla="*/ 101155 w 619125"/>
                <a:gd name="connsiteY766" fmla="*/ 375475 h 390525"/>
                <a:gd name="connsiteX767" fmla="*/ 102108 w 619125"/>
                <a:gd name="connsiteY767" fmla="*/ 376809 h 390525"/>
                <a:gd name="connsiteX768" fmla="*/ 102870 w 619125"/>
                <a:gd name="connsiteY768" fmla="*/ 378238 h 390525"/>
                <a:gd name="connsiteX769" fmla="*/ 103251 w 619125"/>
                <a:gd name="connsiteY769" fmla="*/ 378714 h 390525"/>
                <a:gd name="connsiteX770" fmla="*/ 103632 w 619125"/>
                <a:gd name="connsiteY770" fmla="*/ 379000 h 390525"/>
                <a:gd name="connsiteX771" fmla="*/ 105251 w 619125"/>
                <a:gd name="connsiteY771" fmla="*/ 379476 h 390525"/>
                <a:gd name="connsiteX772" fmla="*/ 108109 w 619125"/>
                <a:gd name="connsiteY772" fmla="*/ 377857 h 390525"/>
                <a:gd name="connsiteX773" fmla="*/ 108680 w 619125"/>
                <a:gd name="connsiteY773" fmla="*/ 377761 h 390525"/>
                <a:gd name="connsiteX774" fmla="*/ 109538 w 619125"/>
                <a:gd name="connsiteY774" fmla="*/ 377857 h 390525"/>
                <a:gd name="connsiteX775" fmla="*/ 110014 w 619125"/>
                <a:gd name="connsiteY775" fmla="*/ 378142 h 390525"/>
                <a:gd name="connsiteX776" fmla="*/ 110395 w 619125"/>
                <a:gd name="connsiteY776" fmla="*/ 378523 h 390525"/>
                <a:gd name="connsiteX777" fmla="*/ 111062 w 619125"/>
                <a:gd name="connsiteY777" fmla="*/ 379190 h 390525"/>
                <a:gd name="connsiteX778" fmla="*/ 111443 w 619125"/>
                <a:gd name="connsiteY778" fmla="*/ 379476 h 390525"/>
                <a:gd name="connsiteX779" fmla="*/ 112681 w 619125"/>
                <a:gd name="connsiteY779" fmla="*/ 379190 h 390525"/>
                <a:gd name="connsiteX780" fmla="*/ 114586 w 619125"/>
                <a:gd name="connsiteY780" fmla="*/ 378428 h 390525"/>
                <a:gd name="connsiteX781" fmla="*/ 120777 w 619125"/>
                <a:gd name="connsiteY781" fmla="*/ 374618 h 390525"/>
                <a:gd name="connsiteX782" fmla="*/ 123444 w 619125"/>
                <a:gd name="connsiteY782" fmla="*/ 372332 h 390525"/>
                <a:gd name="connsiteX783" fmla="*/ 124015 w 619125"/>
                <a:gd name="connsiteY783" fmla="*/ 371189 h 390525"/>
                <a:gd name="connsiteX784" fmla="*/ 124301 w 619125"/>
                <a:gd name="connsiteY784" fmla="*/ 369570 h 390525"/>
                <a:gd name="connsiteX785" fmla="*/ 124301 w 619125"/>
                <a:gd name="connsiteY785" fmla="*/ 368141 h 390525"/>
                <a:gd name="connsiteX786" fmla="*/ 124206 w 619125"/>
                <a:gd name="connsiteY786" fmla="*/ 367284 h 390525"/>
                <a:gd name="connsiteX787" fmla="*/ 123920 w 619125"/>
                <a:gd name="connsiteY787" fmla="*/ 366141 h 390525"/>
                <a:gd name="connsiteX788" fmla="*/ 123920 w 619125"/>
                <a:gd name="connsiteY788" fmla="*/ 365665 h 390525"/>
                <a:gd name="connsiteX789" fmla="*/ 124111 w 619125"/>
                <a:gd name="connsiteY789" fmla="*/ 365284 h 390525"/>
                <a:gd name="connsiteX790" fmla="*/ 124587 w 619125"/>
                <a:gd name="connsiteY790" fmla="*/ 364522 h 390525"/>
                <a:gd name="connsiteX791" fmla="*/ 125349 w 619125"/>
                <a:gd name="connsiteY791" fmla="*/ 363664 h 390525"/>
                <a:gd name="connsiteX792" fmla="*/ 125921 w 619125"/>
                <a:gd name="connsiteY792" fmla="*/ 363188 h 390525"/>
                <a:gd name="connsiteX793" fmla="*/ 126111 w 619125"/>
                <a:gd name="connsiteY793" fmla="*/ 362998 h 390525"/>
                <a:gd name="connsiteX794" fmla="*/ 126492 w 619125"/>
                <a:gd name="connsiteY794" fmla="*/ 360902 h 390525"/>
                <a:gd name="connsiteX795" fmla="*/ 126873 w 619125"/>
                <a:gd name="connsiteY795" fmla="*/ 353473 h 390525"/>
                <a:gd name="connsiteX796" fmla="*/ 129540 w 619125"/>
                <a:gd name="connsiteY796" fmla="*/ 348901 h 390525"/>
                <a:gd name="connsiteX797" fmla="*/ 130873 w 619125"/>
                <a:gd name="connsiteY797" fmla="*/ 347281 h 390525"/>
                <a:gd name="connsiteX798" fmla="*/ 133255 w 619125"/>
                <a:gd name="connsiteY798" fmla="*/ 346043 h 390525"/>
                <a:gd name="connsiteX799" fmla="*/ 133731 w 619125"/>
                <a:gd name="connsiteY799" fmla="*/ 345853 h 390525"/>
                <a:gd name="connsiteX800" fmla="*/ 134684 w 619125"/>
                <a:gd name="connsiteY800" fmla="*/ 345662 h 390525"/>
                <a:gd name="connsiteX801" fmla="*/ 137065 w 619125"/>
                <a:gd name="connsiteY801" fmla="*/ 345662 h 390525"/>
                <a:gd name="connsiteX802" fmla="*/ 139255 w 619125"/>
                <a:gd name="connsiteY802" fmla="*/ 345091 h 390525"/>
                <a:gd name="connsiteX803" fmla="*/ 143828 w 619125"/>
                <a:gd name="connsiteY803" fmla="*/ 343376 h 390525"/>
                <a:gd name="connsiteX804" fmla="*/ 144971 w 619125"/>
                <a:gd name="connsiteY804" fmla="*/ 343376 h 390525"/>
                <a:gd name="connsiteX805" fmla="*/ 151162 w 619125"/>
                <a:gd name="connsiteY805" fmla="*/ 344234 h 390525"/>
                <a:gd name="connsiteX806" fmla="*/ 155353 w 619125"/>
                <a:gd name="connsiteY806" fmla="*/ 343757 h 390525"/>
                <a:gd name="connsiteX807" fmla="*/ 156401 w 619125"/>
                <a:gd name="connsiteY807" fmla="*/ 343471 h 390525"/>
                <a:gd name="connsiteX808" fmla="*/ 157067 w 619125"/>
                <a:gd name="connsiteY808" fmla="*/ 343090 h 390525"/>
                <a:gd name="connsiteX809" fmla="*/ 157353 w 619125"/>
                <a:gd name="connsiteY809" fmla="*/ 342709 h 390525"/>
                <a:gd name="connsiteX810" fmla="*/ 157829 w 619125"/>
                <a:gd name="connsiteY810" fmla="*/ 341852 h 390525"/>
                <a:gd name="connsiteX811" fmla="*/ 158115 w 619125"/>
                <a:gd name="connsiteY811" fmla="*/ 341376 h 390525"/>
                <a:gd name="connsiteX812" fmla="*/ 158591 w 619125"/>
                <a:gd name="connsiteY812" fmla="*/ 341090 h 390525"/>
                <a:gd name="connsiteX813" fmla="*/ 159353 w 619125"/>
                <a:gd name="connsiteY813" fmla="*/ 341471 h 390525"/>
                <a:gd name="connsiteX814" fmla="*/ 168402 w 619125"/>
                <a:gd name="connsiteY814" fmla="*/ 349091 h 390525"/>
                <a:gd name="connsiteX815" fmla="*/ 169164 w 619125"/>
                <a:gd name="connsiteY815" fmla="*/ 349948 h 390525"/>
                <a:gd name="connsiteX816" fmla="*/ 169831 w 619125"/>
                <a:gd name="connsiteY816" fmla="*/ 350710 h 390525"/>
                <a:gd name="connsiteX817" fmla="*/ 170497 w 619125"/>
                <a:gd name="connsiteY817" fmla="*/ 351853 h 390525"/>
                <a:gd name="connsiteX818" fmla="*/ 170593 w 619125"/>
                <a:gd name="connsiteY818" fmla="*/ 352044 h 390525"/>
                <a:gd name="connsiteX819" fmla="*/ 170688 w 619125"/>
                <a:gd name="connsiteY819" fmla="*/ 352234 h 390525"/>
                <a:gd name="connsiteX820" fmla="*/ 170879 w 619125"/>
                <a:gd name="connsiteY820" fmla="*/ 353092 h 390525"/>
                <a:gd name="connsiteX821" fmla="*/ 171260 w 619125"/>
                <a:gd name="connsiteY821" fmla="*/ 356235 h 390525"/>
                <a:gd name="connsiteX822" fmla="*/ 171831 w 619125"/>
                <a:gd name="connsiteY822" fmla="*/ 357854 h 390525"/>
                <a:gd name="connsiteX823" fmla="*/ 172593 w 619125"/>
                <a:gd name="connsiteY823" fmla="*/ 359283 h 390525"/>
                <a:gd name="connsiteX824" fmla="*/ 172974 w 619125"/>
                <a:gd name="connsiteY824" fmla="*/ 359664 h 390525"/>
                <a:gd name="connsiteX825" fmla="*/ 174498 w 619125"/>
                <a:gd name="connsiteY825" fmla="*/ 360997 h 390525"/>
                <a:gd name="connsiteX826" fmla="*/ 176689 w 619125"/>
                <a:gd name="connsiteY826" fmla="*/ 363474 h 390525"/>
                <a:gd name="connsiteX827" fmla="*/ 178118 w 619125"/>
                <a:gd name="connsiteY827" fmla="*/ 365474 h 390525"/>
                <a:gd name="connsiteX828" fmla="*/ 184499 w 619125"/>
                <a:gd name="connsiteY828" fmla="*/ 379476 h 390525"/>
                <a:gd name="connsiteX829" fmla="*/ 184785 w 619125"/>
                <a:gd name="connsiteY829" fmla="*/ 380238 h 390525"/>
                <a:gd name="connsiteX830" fmla="*/ 184880 w 619125"/>
                <a:gd name="connsiteY830" fmla="*/ 380714 h 390525"/>
                <a:gd name="connsiteX831" fmla="*/ 184880 w 619125"/>
                <a:gd name="connsiteY831" fmla="*/ 381190 h 390525"/>
                <a:gd name="connsiteX832" fmla="*/ 184785 w 619125"/>
                <a:gd name="connsiteY832" fmla="*/ 381571 h 390525"/>
                <a:gd name="connsiteX833" fmla="*/ 184690 w 619125"/>
                <a:gd name="connsiteY833" fmla="*/ 381952 h 390525"/>
                <a:gd name="connsiteX834" fmla="*/ 184690 w 619125"/>
                <a:gd name="connsiteY834" fmla="*/ 382524 h 390525"/>
                <a:gd name="connsiteX835" fmla="*/ 184880 w 619125"/>
                <a:gd name="connsiteY835" fmla="*/ 385477 h 390525"/>
                <a:gd name="connsiteX836" fmla="*/ 185261 w 619125"/>
                <a:gd name="connsiteY836" fmla="*/ 386905 h 390525"/>
                <a:gd name="connsiteX837" fmla="*/ 185738 w 619125"/>
                <a:gd name="connsiteY837" fmla="*/ 388048 h 390525"/>
                <a:gd name="connsiteX838" fmla="*/ 186500 w 619125"/>
                <a:gd name="connsiteY838" fmla="*/ 389287 h 390525"/>
                <a:gd name="connsiteX839" fmla="*/ 187738 w 619125"/>
                <a:gd name="connsiteY839" fmla="*/ 390525 h 390525"/>
                <a:gd name="connsiteX840" fmla="*/ 188690 w 619125"/>
                <a:gd name="connsiteY840" fmla="*/ 390906 h 390525"/>
                <a:gd name="connsiteX841" fmla="*/ 189547 w 619125"/>
                <a:gd name="connsiteY841" fmla="*/ 391001 h 390525"/>
                <a:gd name="connsiteX842" fmla="*/ 190024 w 619125"/>
                <a:gd name="connsiteY842" fmla="*/ 390906 h 390525"/>
                <a:gd name="connsiteX843" fmla="*/ 190500 w 619125"/>
                <a:gd name="connsiteY843" fmla="*/ 390715 h 390525"/>
                <a:gd name="connsiteX844" fmla="*/ 190881 w 619125"/>
                <a:gd name="connsiteY844" fmla="*/ 390525 h 390525"/>
                <a:gd name="connsiteX845" fmla="*/ 191453 w 619125"/>
                <a:gd name="connsiteY845" fmla="*/ 390049 h 390525"/>
                <a:gd name="connsiteX846" fmla="*/ 191929 w 619125"/>
                <a:gd name="connsiteY846" fmla="*/ 389477 h 390525"/>
                <a:gd name="connsiteX847" fmla="*/ 192214 w 619125"/>
                <a:gd name="connsiteY847" fmla="*/ 388810 h 390525"/>
                <a:gd name="connsiteX848" fmla="*/ 192310 w 619125"/>
                <a:gd name="connsiteY848" fmla="*/ 388239 h 390525"/>
                <a:gd name="connsiteX849" fmla="*/ 192119 w 619125"/>
                <a:gd name="connsiteY849" fmla="*/ 384048 h 390525"/>
                <a:gd name="connsiteX850" fmla="*/ 192214 w 619125"/>
                <a:gd name="connsiteY850" fmla="*/ 383381 h 390525"/>
                <a:gd name="connsiteX851" fmla="*/ 192500 w 619125"/>
                <a:gd name="connsiteY851" fmla="*/ 382810 h 390525"/>
                <a:gd name="connsiteX852" fmla="*/ 192691 w 619125"/>
                <a:gd name="connsiteY852" fmla="*/ 382429 h 390525"/>
                <a:gd name="connsiteX853" fmla="*/ 193929 w 619125"/>
                <a:gd name="connsiteY853" fmla="*/ 381095 h 390525"/>
                <a:gd name="connsiteX854" fmla="*/ 195072 w 619125"/>
                <a:gd name="connsiteY854" fmla="*/ 379571 h 390525"/>
                <a:gd name="connsiteX855" fmla="*/ 195358 w 619125"/>
                <a:gd name="connsiteY855" fmla="*/ 379285 h 390525"/>
                <a:gd name="connsiteX856" fmla="*/ 195739 w 619125"/>
                <a:gd name="connsiteY856" fmla="*/ 379095 h 390525"/>
                <a:gd name="connsiteX857" fmla="*/ 196310 w 619125"/>
                <a:gd name="connsiteY857" fmla="*/ 378905 h 390525"/>
                <a:gd name="connsiteX858" fmla="*/ 199168 w 619125"/>
                <a:gd name="connsiteY858" fmla="*/ 377476 h 390525"/>
                <a:gd name="connsiteX859" fmla="*/ 199549 w 619125"/>
                <a:gd name="connsiteY859" fmla="*/ 377285 h 390525"/>
                <a:gd name="connsiteX860" fmla="*/ 200025 w 619125"/>
                <a:gd name="connsiteY860" fmla="*/ 377000 h 390525"/>
                <a:gd name="connsiteX861" fmla="*/ 200787 w 619125"/>
                <a:gd name="connsiteY861" fmla="*/ 377285 h 390525"/>
                <a:gd name="connsiteX862" fmla="*/ 202978 w 619125"/>
                <a:gd name="connsiteY862" fmla="*/ 379381 h 390525"/>
                <a:gd name="connsiteX863" fmla="*/ 208597 w 619125"/>
                <a:gd name="connsiteY863" fmla="*/ 386239 h 390525"/>
                <a:gd name="connsiteX864" fmla="*/ 210598 w 619125"/>
                <a:gd name="connsiteY864" fmla="*/ 387953 h 390525"/>
                <a:gd name="connsiteX865" fmla="*/ 216789 w 619125"/>
                <a:gd name="connsiteY865" fmla="*/ 389192 h 390525"/>
                <a:gd name="connsiteX866" fmla="*/ 218408 w 619125"/>
                <a:gd name="connsiteY866" fmla="*/ 389192 h 390525"/>
                <a:gd name="connsiteX867" fmla="*/ 219075 w 619125"/>
                <a:gd name="connsiteY867" fmla="*/ 389001 h 390525"/>
                <a:gd name="connsiteX868" fmla="*/ 219551 w 619125"/>
                <a:gd name="connsiteY868" fmla="*/ 388810 h 390525"/>
                <a:gd name="connsiteX869" fmla="*/ 219932 w 619125"/>
                <a:gd name="connsiteY869" fmla="*/ 388620 h 390525"/>
                <a:gd name="connsiteX870" fmla="*/ 220313 w 619125"/>
                <a:gd name="connsiteY870" fmla="*/ 388334 h 390525"/>
                <a:gd name="connsiteX871" fmla="*/ 225266 w 619125"/>
                <a:gd name="connsiteY871" fmla="*/ 383096 h 390525"/>
                <a:gd name="connsiteX872" fmla="*/ 225838 w 619125"/>
                <a:gd name="connsiteY872" fmla="*/ 382714 h 390525"/>
                <a:gd name="connsiteX873" fmla="*/ 226695 w 619125"/>
                <a:gd name="connsiteY873" fmla="*/ 382429 h 390525"/>
                <a:gd name="connsiteX874" fmla="*/ 228410 w 619125"/>
                <a:gd name="connsiteY874" fmla="*/ 382238 h 390525"/>
                <a:gd name="connsiteX875" fmla="*/ 230029 w 619125"/>
                <a:gd name="connsiteY875" fmla="*/ 382334 h 390525"/>
                <a:gd name="connsiteX876" fmla="*/ 233744 w 619125"/>
                <a:gd name="connsiteY876" fmla="*/ 383476 h 390525"/>
                <a:gd name="connsiteX877" fmla="*/ 234410 w 619125"/>
                <a:gd name="connsiteY877" fmla="*/ 383381 h 390525"/>
                <a:gd name="connsiteX878" fmla="*/ 234791 w 619125"/>
                <a:gd name="connsiteY878" fmla="*/ 383096 h 390525"/>
                <a:gd name="connsiteX879" fmla="*/ 234791 w 619125"/>
                <a:gd name="connsiteY879" fmla="*/ 382714 h 390525"/>
                <a:gd name="connsiteX880" fmla="*/ 234887 w 619125"/>
                <a:gd name="connsiteY880" fmla="*/ 382334 h 390525"/>
                <a:gd name="connsiteX881" fmla="*/ 234887 w 619125"/>
                <a:gd name="connsiteY881" fmla="*/ 381190 h 390525"/>
                <a:gd name="connsiteX882" fmla="*/ 235934 w 619125"/>
                <a:gd name="connsiteY882" fmla="*/ 375761 h 390525"/>
                <a:gd name="connsiteX883" fmla="*/ 236029 w 619125"/>
                <a:gd name="connsiteY883" fmla="*/ 375094 h 390525"/>
                <a:gd name="connsiteX884" fmla="*/ 235934 w 619125"/>
                <a:gd name="connsiteY884" fmla="*/ 372142 h 390525"/>
                <a:gd name="connsiteX885" fmla="*/ 236220 w 619125"/>
                <a:gd name="connsiteY885" fmla="*/ 370999 h 390525"/>
                <a:gd name="connsiteX886" fmla="*/ 237458 w 619125"/>
                <a:gd name="connsiteY886" fmla="*/ 369760 h 390525"/>
                <a:gd name="connsiteX887" fmla="*/ 241173 w 619125"/>
                <a:gd name="connsiteY887" fmla="*/ 369760 h 390525"/>
                <a:gd name="connsiteX888" fmla="*/ 244316 w 619125"/>
                <a:gd name="connsiteY888" fmla="*/ 369094 h 390525"/>
                <a:gd name="connsiteX889" fmla="*/ 246221 w 619125"/>
                <a:gd name="connsiteY889" fmla="*/ 368427 h 390525"/>
                <a:gd name="connsiteX890" fmla="*/ 246697 w 619125"/>
                <a:gd name="connsiteY890" fmla="*/ 368332 h 390525"/>
                <a:gd name="connsiteX891" fmla="*/ 247269 w 619125"/>
                <a:gd name="connsiteY891" fmla="*/ 368332 h 390525"/>
                <a:gd name="connsiteX892" fmla="*/ 248412 w 619125"/>
                <a:gd name="connsiteY892" fmla="*/ 368617 h 390525"/>
                <a:gd name="connsiteX893" fmla="*/ 252889 w 619125"/>
                <a:gd name="connsiteY893" fmla="*/ 370427 h 390525"/>
                <a:gd name="connsiteX894" fmla="*/ 256985 w 619125"/>
                <a:gd name="connsiteY894" fmla="*/ 370903 h 390525"/>
                <a:gd name="connsiteX895" fmla="*/ 258032 w 619125"/>
                <a:gd name="connsiteY895" fmla="*/ 371189 h 390525"/>
                <a:gd name="connsiteX896" fmla="*/ 258509 w 619125"/>
                <a:gd name="connsiteY896" fmla="*/ 371475 h 390525"/>
                <a:gd name="connsiteX897" fmla="*/ 258985 w 619125"/>
                <a:gd name="connsiteY897" fmla="*/ 371856 h 390525"/>
                <a:gd name="connsiteX898" fmla="*/ 259556 w 619125"/>
                <a:gd name="connsiteY898" fmla="*/ 372809 h 390525"/>
                <a:gd name="connsiteX899" fmla="*/ 259842 w 619125"/>
                <a:gd name="connsiteY899" fmla="*/ 373666 h 390525"/>
                <a:gd name="connsiteX900" fmla="*/ 259937 w 619125"/>
                <a:gd name="connsiteY900" fmla="*/ 377380 h 390525"/>
                <a:gd name="connsiteX901" fmla="*/ 260033 w 619125"/>
                <a:gd name="connsiteY901" fmla="*/ 378047 h 390525"/>
                <a:gd name="connsiteX902" fmla="*/ 260318 w 619125"/>
                <a:gd name="connsiteY902" fmla="*/ 378619 h 390525"/>
                <a:gd name="connsiteX903" fmla="*/ 260985 w 619125"/>
                <a:gd name="connsiteY903" fmla="*/ 379285 h 390525"/>
                <a:gd name="connsiteX904" fmla="*/ 261461 w 619125"/>
                <a:gd name="connsiteY904" fmla="*/ 379667 h 390525"/>
                <a:gd name="connsiteX905" fmla="*/ 261938 w 619125"/>
                <a:gd name="connsiteY905" fmla="*/ 379857 h 390525"/>
                <a:gd name="connsiteX906" fmla="*/ 263938 w 619125"/>
                <a:gd name="connsiteY906" fmla="*/ 380428 h 390525"/>
                <a:gd name="connsiteX907" fmla="*/ 264414 w 619125"/>
                <a:gd name="connsiteY907" fmla="*/ 380619 h 390525"/>
                <a:gd name="connsiteX908" fmla="*/ 264890 w 619125"/>
                <a:gd name="connsiteY908" fmla="*/ 380905 h 390525"/>
                <a:gd name="connsiteX909" fmla="*/ 265081 w 619125"/>
                <a:gd name="connsiteY909" fmla="*/ 381476 h 390525"/>
                <a:gd name="connsiteX910" fmla="*/ 265081 w 619125"/>
                <a:gd name="connsiteY910" fmla="*/ 382238 h 390525"/>
                <a:gd name="connsiteX911" fmla="*/ 264700 w 619125"/>
                <a:gd name="connsiteY911" fmla="*/ 383667 h 390525"/>
                <a:gd name="connsiteX912" fmla="*/ 264128 w 619125"/>
                <a:gd name="connsiteY912" fmla="*/ 384905 h 390525"/>
                <a:gd name="connsiteX913" fmla="*/ 263557 w 619125"/>
                <a:gd name="connsiteY913" fmla="*/ 385477 h 390525"/>
                <a:gd name="connsiteX914" fmla="*/ 263366 w 619125"/>
                <a:gd name="connsiteY914" fmla="*/ 385858 h 390525"/>
                <a:gd name="connsiteX915" fmla="*/ 263366 w 619125"/>
                <a:gd name="connsiteY915" fmla="*/ 387001 h 390525"/>
                <a:gd name="connsiteX916" fmla="*/ 264414 w 619125"/>
                <a:gd name="connsiteY916" fmla="*/ 388810 h 390525"/>
                <a:gd name="connsiteX917" fmla="*/ 265557 w 619125"/>
                <a:gd name="connsiteY917" fmla="*/ 389668 h 390525"/>
                <a:gd name="connsiteX918" fmla="*/ 265843 w 619125"/>
                <a:gd name="connsiteY918" fmla="*/ 390049 h 390525"/>
                <a:gd name="connsiteX919" fmla="*/ 266129 w 619125"/>
                <a:gd name="connsiteY919" fmla="*/ 390525 h 390525"/>
                <a:gd name="connsiteX920" fmla="*/ 266319 w 619125"/>
                <a:gd name="connsiteY920" fmla="*/ 391001 h 390525"/>
                <a:gd name="connsiteX921" fmla="*/ 266414 w 619125"/>
                <a:gd name="connsiteY921" fmla="*/ 391573 h 390525"/>
                <a:gd name="connsiteX922" fmla="*/ 266319 w 619125"/>
                <a:gd name="connsiteY922" fmla="*/ 392144 h 390525"/>
                <a:gd name="connsiteX923" fmla="*/ 266033 w 619125"/>
                <a:gd name="connsiteY923" fmla="*/ 394049 h 390525"/>
                <a:gd name="connsiteX924" fmla="*/ 266033 w 619125"/>
                <a:gd name="connsiteY924" fmla="*/ 394621 h 390525"/>
                <a:gd name="connsiteX925" fmla="*/ 266033 w 619125"/>
                <a:gd name="connsiteY925" fmla="*/ 395192 h 390525"/>
                <a:gd name="connsiteX926" fmla="*/ 266795 w 619125"/>
                <a:gd name="connsiteY926" fmla="*/ 395383 h 390525"/>
                <a:gd name="connsiteX927" fmla="*/ 268605 w 619125"/>
                <a:gd name="connsiteY927" fmla="*/ 395097 h 390525"/>
                <a:gd name="connsiteX928" fmla="*/ 272605 w 619125"/>
                <a:gd name="connsiteY928" fmla="*/ 393954 h 390525"/>
                <a:gd name="connsiteX929" fmla="*/ 277654 w 619125"/>
                <a:gd name="connsiteY929" fmla="*/ 393192 h 390525"/>
                <a:gd name="connsiteX930" fmla="*/ 279940 w 619125"/>
                <a:gd name="connsiteY930" fmla="*/ 393382 h 390525"/>
                <a:gd name="connsiteX931" fmla="*/ 280226 w 619125"/>
                <a:gd name="connsiteY931" fmla="*/ 393382 h 390525"/>
                <a:gd name="connsiteX932" fmla="*/ 281369 w 619125"/>
                <a:gd name="connsiteY932" fmla="*/ 392906 h 390525"/>
                <a:gd name="connsiteX933" fmla="*/ 284131 w 619125"/>
                <a:gd name="connsiteY933" fmla="*/ 391001 h 390525"/>
                <a:gd name="connsiteX934" fmla="*/ 285655 w 619125"/>
                <a:gd name="connsiteY934" fmla="*/ 388334 h 390525"/>
                <a:gd name="connsiteX935" fmla="*/ 286036 w 619125"/>
                <a:gd name="connsiteY935" fmla="*/ 387286 h 390525"/>
                <a:gd name="connsiteX936" fmla="*/ 286417 w 619125"/>
                <a:gd name="connsiteY936" fmla="*/ 385191 h 390525"/>
                <a:gd name="connsiteX937" fmla="*/ 286703 w 619125"/>
                <a:gd name="connsiteY937" fmla="*/ 377952 h 390525"/>
                <a:gd name="connsiteX938" fmla="*/ 286893 w 619125"/>
                <a:gd name="connsiteY938" fmla="*/ 376618 h 390525"/>
                <a:gd name="connsiteX939" fmla="*/ 287274 w 619125"/>
                <a:gd name="connsiteY939" fmla="*/ 375475 h 390525"/>
                <a:gd name="connsiteX940" fmla="*/ 287560 w 619125"/>
                <a:gd name="connsiteY940" fmla="*/ 374904 h 390525"/>
                <a:gd name="connsiteX941" fmla="*/ 288893 w 619125"/>
                <a:gd name="connsiteY941" fmla="*/ 373094 h 390525"/>
                <a:gd name="connsiteX942" fmla="*/ 289084 w 619125"/>
                <a:gd name="connsiteY942" fmla="*/ 372523 h 390525"/>
                <a:gd name="connsiteX943" fmla="*/ 289179 w 619125"/>
                <a:gd name="connsiteY943" fmla="*/ 372046 h 390525"/>
                <a:gd name="connsiteX944" fmla="*/ 289179 w 619125"/>
                <a:gd name="connsiteY944" fmla="*/ 371475 h 390525"/>
                <a:gd name="connsiteX945" fmla="*/ 289084 w 619125"/>
                <a:gd name="connsiteY945" fmla="*/ 370427 h 390525"/>
                <a:gd name="connsiteX946" fmla="*/ 289084 w 619125"/>
                <a:gd name="connsiteY946" fmla="*/ 369856 h 390525"/>
                <a:gd name="connsiteX947" fmla="*/ 289179 w 619125"/>
                <a:gd name="connsiteY947" fmla="*/ 369284 h 390525"/>
                <a:gd name="connsiteX948" fmla="*/ 289370 w 619125"/>
                <a:gd name="connsiteY948" fmla="*/ 368808 h 390525"/>
                <a:gd name="connsiteX949" fmla="*/ 289655 w 619125"/>
                <a:gd name="connsiteY949" fmla="*/ 368332 h 390525"/>
                <a:gd name="connsiteX950" fmla="*/ 289941 w 619125"/>
                <a:gd name="connsiteY950" fmla="*/ 367951 h 390525"/>
                <a:gd name="connsiteX951" fmla="*/ 290417 w 619125"/>
                <a:gd name="connsiteY951" fmla="*/ 367570 h 390525"/>
                <a:gd name="connsiteX952" fmla="*/ 290989 w 619125"/>
                <a:gd name="connsiteY952" fmla="*/ 367189 h 390525"/>
                <a:gd name="connsiteX953" fmla="*/ 295370 w 619125"/>
                <a:gd name="connsiteY953" fmla="*/ 365665 h 390525"/>
                <a:gd name="connsiteX954" fmla="*/ 297466 w 619125"/>
                <a:gd name="connsiteY954" fmla="*/ 365379 h 390525"/>
                <a:gd name="connsiteX955" fmla="*/ 299276 w 619125"/>
                <a:gd name="connsiteY955" fmla="*/ 365379 h 390525"/>
                <a:gd name="connsiteX956" fmla="*/ 300514 w 619125"/>
                <a:gd name="connsiteY956" fmla="*/ 365569 h 390525"/>
                <a:gd name="connsiteX957" fmla="*/ 304990 w 619125"/>
                <a:gd name="connsiteY957" fmla="*/ 367570 h 390525"/>
                <a:gd name="connsiteX958" fmla="*/ 306134 w 619125"/>
                <a:gd name="connsiteY958" fmla="*/ 367855 h 390525"/>
                <a:gd name="connsiteX959" fmla="*/ 306705 w 619125"/>
                <a:gd name="connsiteY959" fmla="*/ 367855 h 390525"/>
                <a:gd name="connsiteX960" fmla="*/ 307277 w 619125"/>
                <a:gd name="connsiteY960" fmla="*/ 367855 h 390525"/>
                <a:gd name="connsiteX961" fmla="*/ 308229 w 619125"/>
                <a:gd name="connsiteY961" fmla="*/ 367570 h 390525"/>
                <a:gd name="connsiteX962" fmla="*/ 309181 w 619125"/>
                <a:gd name="connsiteY962" fmla="*/ 367189 h 390525"/>
                <a:gd name="connsiteX963" fmla="*/ 309944 w 619125"/>
                <a:gd name="connsiteY963" fmla="*/ 366617 h 390525"/>
                <a:gd name="connsiteX964" fmla="*/ 310801 w 619125"/>
                <a:gd name="connsiteY964" fmla="*/ 365665 h 390525"/>
                <a:gd name="connsiteX965" fmla="*/ 312515 w 619125"/>
                <a:gd name="connsiteY965" fmla="*/ 363379 h 390525"/>
                <a:gd name="connsiteX966" fmla="*/ 313563 w 619125"/>
                <a:gd name="connsiteY966" fmla="*/ 361569 h 390525"/>
                <a:gd name="connsiteX967" fmla="*/ 313563 w 619125"/>
                <a:gd name="connsiteY967" fmla="*/ 361378 h 390525"/>
                <a:gd name="connsiteX968" fmla="*/ 313563 w 619125"/>
                <a:gd name="connsiteY968" fmla="*/ 360997 h 390525"/>
                <a:gd name="connsiteX969" fmla="*/ 313563 w 619125"/>
                <a:gd name="connsiteY969" fmla="*/ 360617 h 390525"/>
                <a:gd name="connsiteX970" fmla="*/ 313658 w 619125"/>
                <a:gd name="connsiteY970" fmla="*/ 360331 h 390525"/>
                <a:gd name="connsiteX971" fmla="*/ 313849 w 619125"/>
                <a:gd name="connsiteY971" fmla="*/ 359473 h 390525"/>
                <a:gd name="connsiteX972" fmla="*/ 314611 w 619125"/>
                <a:gd name="connsiteY972" fmla="*/ 357283 h 390525"/>
                <a:gd name="connsiteX973" fmla="*/ 314706 w 619125"/>
                <a:gd name="connsiteY973" fmla="*/ 356711 h 390525"/>
                <a:gd name="connsiteX974" fmla="*/ 314801 w 619125"/>
                <a:gd name="connsiteY974" fmla="*/ 356140 h 390525"/>
                <a:gd name="connsiteX975" fmla="*/ 314706 w 619125"/>
                <a:gd name="connsiteY975" fmla="*/ 354330 h 390525"/>
                <a:gd name="connsiteX976" fmla="*/ 314801 w 619125"/>
                <a:gd name="connsiteY976" fmla="*/ 353759 h 390525"/>
                <a:gd name="connsiteX977" fmla="*/ 314896 w 619125"/>
                <a:gd name="connsiteY977" fmla="*/ 353187 h 390525"/>
                <a:gd name="connsiteX978" fmla="*/ 316611 w 619125"/>
                <a:gd name="connsiteY978" fmla="*/ 349091 h 390525"/>
                <a:gd name="connsiteX979" fmla="*/ 319469 w 619125"/>
                <a:gd name="connsiteY979" fmla="*/ 344900 h 390525"/>
                <a:gd name="connsiteX980" fmla="*/ 319945 w 619125"/>
                <a:gd name="connsiteY980" fmla="*/ 343948 h 390525"/>
                <a:gd name="connsiteX981" fmla="*/ 320135 w 619125"/>
                <a:gd name="connsiteY981" fmla="*/ 343376 h 390525"/>
                <a:gd name="connsiteX982" fmla="*/ 321278 w 619125"/>
                <a:gd name="connsiteY982" fmla="*/ 338614 h 390525"/>
                <a:gd name="connsiteX983" fmla="*/ 321183 w 619125"/>
                <a:gd name="connsiteY983" fmla="*/ 335566 h 390525"/>
                <a:gd name="connsiteX984" fmla="*/ 321183 w 619125"/>
                <a:gd name="connsiteY984" fmla="*/ 335089 h 390525"/>
                <a:gd name="connsiteX985" fmla="*/ 321278 w 619125"/>
                <a:gd name="connsiteY985" fmla="*/ 334613 h 390525"/>
                <a:gd name="connsiteX986" fmla="*/ 321469 w 619125"/>
                <a:gd name="connsiteY986" fmla="*/ 334232 h 390525"/>
                <a:gd name="connsiteX987" fmla="*/ 321659 w 619125"/>
                <a:gd name="connsiteY987" fmla="*/ 333946 h 390525"/>
                <a:gd name="connsiteX988" fmla="*/ 322040 w 619125"/>
                <a:gd name="connsiteY988" fmla="*/ 333565 h 390525"/>
                <a:gd name="connsiteX989" fmla="*/ 323088 w 619125"/>
                <a:gd name="connsiteY989" fmla="*/ 332994 h 390525"/>
                <a:gd name="connsiteX990" fmla="*/ 324231 w 619125"/>
                <a:gd name="connsiteY990" fmla="*/ 332613 h 390525"/>
                <a:gd name="connsiteX991" fmla="*/ 328994 w 619125"/>
                <a:gd name="connsiteY991" fmla="*/ 332042 h 390525"/>
                <a:gd name="connsiteX992" fmla="*/ 338804 w 619125"/>
                <a:gd name="connsiteY992" fmla="*/ 332137 h 390525"/>
                <a:gd name="connsiteX993" fmla="*/ 340900 w 619125"/>
                <a:gd name="connsiteY993" fmla="*/ 331089 h 390525"/>
                <a:gd name="connsiteX994" fmla="*/ 346805 w 619125"/>
                <a:gd name="connsiteY994" fmla="*/ 326612 h 390525"/>
                <a:gd name="connsiteX995" fmla="*/ 348234 w 619125"/>
                <a:gd name="connsiteY995" fmla="*/ 326231 h 390525"/>
                <a:gd name="connsiteX996" fmla="*/ 350996 w 619125"/>
                <a:gd name="connsiteY996" fmla="*/ 325946 h 390525"/>
                <a:gd name="connsiteX997" fmla="*/ 351758 w 619125"/>
                <a:gd name="connsiteY997" fmla="*/ 325946 h 390525"/>
                <a:gd name="connsiteX998" fmla="*/ 352330 w 619125"/>
                <a:gd name="connsiteY998" fmla="*/ 326041 h 390525"/>
                <a:gd name="connsiteX999" fmla="*/ 352901 w 619125"/>
                <a:gd name="connsiteY999" fmla="*/ 326231 h 390525"/>
                <a:gd name="connsiteX1000" fmla="*/ 353949 w 619125"/>
                <a:gd name="connsiteY1000" fmla="*/ 326707 h 390525"/>
                <a:gd name="connsiteX1001" fmla="*/ 354521 w 619125"/>
                <a:gd name="connsiteY1001" fmla="*/ 327184 h 390525"/>
                <a:gd name="connsiteX1002" fmla="*/ 354902 w 619125"/>
                <a:gd name="connsiteY1002" fmla="*/ 327755 h 390525"/>
                <a:gd name="connsiteX1003" fmla="*/ 355092 w 619125"/>
                <a:gd name="connsiteY1003" fmla="*/ 328231 h 390525"/>
                <a:gd name="connsiteX1004" fmla="*/ 355092 w 619125"/>
                <a:gd name="connsiteY1004" fmla="*/ 329375 h 390525"/>
                <a:gd name="connsiteX1005" fmla="*/ 357854 w 619125"/>
                <a:gd name="connsiteY1005" fmla="*/ 328422 h 390525"/>
                <a:gd name="connsiteX1006" fmla="*/ 359569 w 619125"/>
                <a:gd name="connsiteY1006" fmla="*/ 328231 h 390525"/>
                <a:gd name="connsiteX1007" fmla="*/ 361283 w 619125"/>
                <a:gd name="connsiteY1007" fmla="*/ 327374 h 390525"/>
                <a:gd name="connsiteX1008" fmla="*/ 362331 w 619125"/>
                <a:gd name="connsiteY1008" fmla="*/ 325374 h 390525"/>
                <a:gd name="connsiteX1009" fmla="*/ 363664 w 619125"/>
                <a:gd name="connsiteY1009" fmla="*/ 316801 h 390525"/>
                <a:gd name="connsiteX1010" fmla="*/ 364998 w 619125"/>
                <a:gd name="connsiteY1010" fmla="*/ 312134 h 390525"/>
                <a:gd name="connsiteX1011" fmla="*/ 366141 w 619125"/>
                <a:gd name="connsiteY1011" fmla="*/ 310420 h 390525"/>
                <a:gd name="connsiteX1012" fmla="*/ 366427 w 619125"/>
                <a:gd name="connsiteY1012" fmla="*/ 309848 h 390525"/>
                <a:gd name="connsiteX1013" fmla="*/ 366427 w 619125"/>
                <a:gd name="connsiteY1013" fmla="*/ 307562 h 390525"/>
                <a:gd name="connsiteX1014" fmla="*/ 366617 w 619125"/>
                <a:gd name="connsiteY1014" fmla="*/ 306324 h 390525"/>
                <a:gd name="connsiteX1015" fmla="*/ 366998 w 619125"/>
                <a:gd name="connsiteY1015" fmla="*/ 305562 h 390525"/>
                <a:gd name="connsiteX1016" fmla="*/ 367570 w 619125"/>
                <a:gd name="connsiteY1016" fmla="*/ 305467 h 390525"/>
                <a:gd name="connsiteX1017" fmla="*/ 370237 w 619125"/>
                <a:gd name="connsiteY1017" fmla="*/ 305562 h 390525"/>
                <a:gd name="connsiteX1018" fmla="*/ 373285 w 619125"/>
                <a:gd name="connsiteY1018" fmla="*/ 304514 h 390525"/>
                <a:gd name="connsiteX1019" fmla="*/ 373761 w 619125"/>
                <a:gd name="connsiteY1019" fmla="*/ 303847 h 390525"/>
                <a:gd name="connsiteX1020" fmla="*/ 374428 w 619125"/>
                <a:gd name="connsiteY1020" fmla="*/ 302514 h 390525"/>
                <a:gd name="connsiteX1021" fmla="*/ 376809 w 619125"/>
                <a:gd name="connsiteY1021" fmla="*/ 299847 h 390525"/>
                <a:gd name="connsiteX1022" fmla="*/ 377380 w 619125"/>
                <a:gd name="connsiteY1022" fmla="*/ 298799 h 390525"/>
                <a:gd name="connsiteX1023" fmla="*/ 377666 w 619125"/>
                <a:gd name="connsiteY1023" fmla="*/ 297751 h 390525"/>
                <a:gd name="connsiteX1024" fmla="*/ 377857 w 619125"/>
                <a:gd name="connsiteY1024" fmla="*/ 295370 h 390525"/>
                <a:gd name="connsiteX1025" fmla="*/ 378238 w 619125"/>
                <a:gd name="connsiteY1025" fmla="*/ 294418 h 390525"/>
                <a:gd name="connsiteX1026" fmla="*/ 380333 w 619125"/>
                <a:gd name="connsiteY1026" fmla="*/ 291751 h 390525"/>
                <a:gd name="connsiteX1027" fmla="*/ 380619 w 619125"/>
                <a:gd name="connsiteY1027" fmla="*/ 291084 h 390525"/>
                <a:gd name="connsiteX1028" fmla="*/ 381000 w 619125"/>
                <a:gd name="connsiteY1028" fmla="*/ 289274 h 390525"/>
                <a:gd name="connsiteX1029" fmla="*/ 383381 w 619125"/>
                <a:gd name="connsiteY1029" fmla="*/ 283369 h 390525"/>
                <a:gd name="connsiteX1030" fmla="*/ 383953 w 619125"/>
                <a:gd name="connsiteY1030" fmla="*/ 280988 h 390525"/>
                <a:gd name="connsiteX1031" fmla="*/ 384524 w 619125"/>
                <a:gd name="connsiteY1031" fmla="*/ 279844 h 390525"/>
                <a:gd name="connsiteX1032" fmla="*/ 385286 w 619125"/>
                <a:gd name="connsiteY1032" fmla="*/ 279368 h 390525"/>
                <a:gd name="connsiteX1033" fmla="*/ 386144 w 619125"/>
                <a:gd name="connsiteY1033" fmla="*/ 279273 h 390525"/>
                <a:gd name="connsiteX1034" fmla="*/ 387382 w 619125"/>
                <a:gd name="connsiteY1034" fmla="*/ 278892 h 390525"/>
                <a:gd name="connsiteX1035" fmla="*/ 388430 w 619125"/>
                <a:gd name="connsiteY1035" fmla="*/ 278321 h 390525"/>
                <a:gd name="connsiteX1036" fmla="*/ 388906 w 619125"/>
                <a:gd name="connsiteY1036" fmla="*/ 277654 h 390525"/>
                <a:gd name="connsiteX1037" fmla="*/ 389287 w 619125"/>
                <a:gd name="connsiteY1037" fmla="*/ 276892 h 390525"/>
                <a:gd name="connsiteX1038" fmla="*/ 390239 w 619125"/>
                <a:gd name="connsiteY1038" fmla="*/ 276320 h 390525"/>
                <a:gd name="connsiteX1039" fmla="*/ 391382 w 619125"/>
                <a:gd name="connsiteY1039" fmla="*/ 276225 h 390525"/>
                <a:gd name="connsiteX1040" fmla="*/ 392335 w 619125"/>
                <a:gd name="connsiteY1040" fmla="*/ 276606 h 390525"/>
                <a:gd name="connsiteX1041" fmla="*/ 392716 w 619125"/>
                <a:gd name="connsiteY1041" fmla="*/ 277368 h 390525"/>
                <a:gd name="connsiteX1042" fmla="*/ 392716 w 619125"/>
                <a:gd name="connsiteY1042" fmla="*/ 278321 h 390525"/>
                <a:gd name="connsiteX1043" fmla="*/ 392430 w 619125"/>
                <a:gd name="connsiteY1043" fmla="*/ 280702 h 390525"/>
                <a:gd name="connsiteX1044" fmla="*/ 394621 w 619125"/>
                <a:gd name="connsiteY1044" fmla="*/ 278987 h 390525"/>
                <a:gd name="connsiteX1045" fmla="*/ 397859 w 619125"/>
                <a:gd name="connsiteY1045" fmla="*/ 273653 h 390525"/>
                <a:gd name="connsiteX1046" fmla="*/ 400145 w 619125"/>
                <a:gd name="connsiteY1046" fmla="*/ 272701 h 390525"/>
                <a:gd name="connsiteX1047" fmla="*/ 399669 w 619125"/>
                <a:gd name="connsiteY1047" fmla="*/ 274892 h 390525"/>
                <a:gd name="connsiteX1048" fmla="*/ 400431 w 619125"/>
                <a:gd name="connsiteY1048" fmla="*/ 276796 h 390525"/>
                <a:gd name="connsiteX1049" fmla="*/ 401764 w 619125"/>
                <a:gd name="connsiteY1049" fmla="*/ 277749 h 390525"/>
                <a:gd name="connsiteX1050" fmla="*/ 403098 w 619125"/>
                <a:gd name="connsiteY1050" fmla="*/ 277082 h 390525"/>
                <a:gd name="connsiteX1051" fmla="*/ 403765 w 619125"/>
                <a:gd name="connsiteY1051" fmla="*/ 276606 h 390525"/>
                <a:gd name="connsiteX1052" fmla="*/ 404622 w 619125"/>
                <a:gd name="connsiteY1052" fmla="*/ 276320 h 390525"/>
                <a:gd name="connsiteX1053" fmla="*/ 405384 w 619125"/>
                <a:gd name="connsiteY1053" fmla="*/ 275939 h 390525"/>
                <a:gd name="connsiteX1054" fmla="*/ 405670 w 619125"/>
                <a:gd name="connsiteY1054" fmla="*/ 274987 h 390525"/>
                <a:gd name="connsiteX1055" fmla="*/ 405575 w 619125"/>
                <a:gd name="connsiteY1055" fmla="*/ 273939 h 390525"/>
                <a:gd name="connsiteX1056" fmla="*/ 405289 w 619125"/>
                <a:gd name="connsiteY1056" fmla="*/ 273177 h 390525"/>
                <a:gd name="connsiteX1057" fmla="*/ 405098 w 619125"/>
                <a:gd name="connsiteY1057" fmla="*/ 272415 h 390525"/>
                <a:gd name="connsiteX1058" fmla="*/ 405194 w 619125"/>
                <a:gd name="connsiteY1058" fmla="*/ 271367 h 390525"/>
                <a:gd name="connsiteX1059" fmla="*/ 405765 w 619125"/>
                <a:gd name="connsiteY1059" fmla="*/ 270415 h 390525"/>
                <a:gd name="connsiteX1060" fmla="*/ 407575 w 619125"/>
                <a:gd name="connsiteY1060" fmla="*/ 268605 h 390525"/>
                <a:gd name="connsiteX1061" fmla="*/ 407956 w 619125"/>
                <a:gd name="connsiteY1061" fmla="*/ 268034 h 390525"/>
                <a:gd name="connsiteX1062" fmla="*/ 407575 w 619125"/>
                <a:gd name="connsiteY1062" fmla="*/ 267462 h 390525"/>
                <a:gd name="connsiteX1063" fmla="*/ 405098 w 619125"/>
                <a:gd name="connsiteY1063" fmla="*/ 264985 h 390525"/>
                <a:gd name="connsiteX1064" fmla="*/ 405765 w 619125"/>
                <a:gd name="connsiteY1064" fmla="*/ 264128 h 390525"/>
                <a:gd name="connsiteX1065" fmla="*/ 407194 w 619125"/>
                <a:gd name="connsiteY1065" fmla="*/ 262985 h 390525"/>
                <a:gd name="connsiteX1066" fmla="*/ 408146 w 619125"/>
                <a:gd name="connsiteY1066" fmla="*/ 262604 h 390525"/>
                <a:gd name="connsiteX1067" fmla="*/ 409099 w 619125"/>
                <a:gd name="connsiteY1067" fmla="*/ 263366 h 390525"/>
                <a:gd name="connsiteX1068" fmla="*/ 410718 w 619125"/>
                <a:gd name="connsiteY1068" fmla="*/ 265462 h 390525"/>
                <a:gd name="connsiteX1069" fmla="*/ 413385 w 619125"/>
                <a:gd name="connsiteY1069" fmla="*/ 265938 h 390525"/>
                <a:gd name="connsiteX1070" fmla="*/ 414719 w 619125"/>
                <a:gd name="connsiteY1070" fmla="*/ 262795 h 390525"/>
                <a:gd name="connsiteX1071" fmla="*/ 416243 w 619125"/>
                <a:gd name="connsiteY1071" fmla="*/ 254603 h 390525"/>
                <a:gd name="connsiteX1072" fmla="*/ 417290 w 619125"/>
                <a:gd name="connsiteY1072" fmla="*/ 252698 h 390525"/>
                <a:gd name="connsiteX1073" fmla="*/ 420910 w 619125"/>
                <a:gd name="connsiteY1073" fmla="*/ 248984 h 390525"/>
                <a:gd name="connsiteX1074" fmla="*/ 421672 w 619125"/>
                <a:gd name="connsiteY1074" fmla="*/ 248698 h 390525"/>
                <a:gd name="connsiteX1075" fmla="*/ 423958 w 619125"/>
                <a:gd name="connsiteY1075" fmla="*/ 248698 h 390525"/>
                <a:gd name="connsiteX1076" fmla="*/ 424434 w 619125"/>
                <a:gd name="connsiteY1076" fmla="*/ 248317 h 390525"/>
                <a:gd name="connsiteX1077" fmla="*/ 424720 w 619125"/>
                <a:gd name="connsiteY1077" fmla="*/ 247745 h 390525"/>
                <a:gd name="connsiteX1078" fmla="*/ 426148 w 619125"/>
                <a:gd name="connsiteY1078" fmla="*/ 245840 h 390525"/>
                <a:gd name="connsiteX1079" fmla="*/ 426625 w 619125"/>
                <a:gd name="connsiteY1079" fmla="*/ 245364 h 390525"/>
                <a:gd name="connsiteX1080" fmla="*/ 428244 w 619125"/>
                <a:gd name="connsiteY1080" fmla="*/ 244697 h 390525"/>
                <a:gd name="connsiteX1081" fmla="*/ 428339 w 619125"/>
                <a:gd name="connsiteY1081" fmla="*/ 246031 h 390525"/>
                <a:gd name="connsiteX1082" fmla="*/ 427482 w 619125"/>
                <a:gd name="connsiteY1082" fmla="*/ 247174 h 390525"/>
                <a:gd name="connsiteX1083" fmla="*/ 426720 w 619125"/>
                <a:gd name="connsiteY1083" fmla="*/ 248412 h 390525"/>
                <a:gd name="connsiteX1084" fmla="*/ 427101 w 619125"/>
                <a:gd name="connsiteY1084" fmla="*/ 250126 h 390525"/>
                <a:gd name="connsiteX1085" fmla="*/ 427863 w 619125"/>
                <a:gd name="connsiteY1085" fmla="*/ 248793 h 390525"/>
                <a:gd name="connsiteX1086" fmla="*/ 431197 w 619125"/>
                <a:gd name="connsiteY1086" fmla="*/ 245078 h 390525"/>
                <a:gd name="connsiteX1087" fmla="*/ 432626 w 619125"/>
                <a:gd name="connsiteY1087" fmla="*/ 243935 h 390525"/>
                <a:gd name="connsiteX1088" fmla="*/ 435864 w 619125"/>
                <a:gd name="connsiteY1088" fmla="*/ 242983 h 390525"/>
                <a:gd name="connsiteX1089" fmla="*/ 437007 w 619125"/>
                <a:gd name="connsiteY1089" fmla="*/ 241935 h 390525"/>
                <a:gd name="connsiteX1090" fmla="*/ 437388 w 619125"/>
                <a:gd name="connsiteY1090" fmla="*/ 241173 h 390525"/>
                <a:gd name="connsiteX1091" fmla="*/ 437579 w 619125"/>
                <a:gd name="connsiteY1091" fmla="*/ 240506 h 390525"/>
                <a:gd name="connsiteX1092" fmla="*/ 437388 w 619125"/>
                <a:gd name="connsiteY1092" fmla="*/ 239839 h 390525"/>
                <a:gd name="connsiteX1093" fmla="*/ 436817 w 619125"/>
                <a:gd name="connsiteY1093" fmla="*/ 238887 h 390525"/>
                <a:gd name="connsiteX1094" fmla="*/ 435959 w 619125"/>
                <a:gd name="connsiteY1094" fmla="*/ 238125 h 390525"/>
                <a:gd name="connsiteX1095" fmla="*/ 435769 w 619125"/>
                <a:gd name="connsiteY1095" fmla="*/ 238506 h 390525"/>
                <a:gd name="connsiteX1096" fmla="*/ 435673 w 619125"/>
                <a:gd name="connsiteY1096" fmla="*/ 239363 h 390525"/>
                <a:gd name="connsiteX1097" fmla="*/ 435197 w 619125"/>
                <a:gd name="connsiteY1097" fmla="*/ 239839 h 390525"/>
                <a:gd name="connsiteX1098" fmla="*/ 432626 w 619125"/>
                <a:gd name="connsiteY1098" fmla="*/ 241840 h 390525"/>
                <a:gd name="connsiteX1099" fmla="*/ 431578 w 619125"/>
                <a:gd name="connsiteY1099" fmla="*/ 241935 h 390525"/>
                <a:gd name="connsiteX1100" fmla="*/ 431578 w 619125"/>
                <a:gd name="connsiteY1100" fmla="*/ 239268 h 390525"/>
                <a:gd name="connsiteX1101" fmla="*/ 429006 w 619125"/>
                <a:gd name="connsiteY1101" fmla="*/ 240697 h 390525"/>
                <a:gd name="connsiteX1102" fmla="*/ 428054 w 619125"/>
                <a:gd name="connsiteY1102" fmla="*/ 240792 h 390525"/>
                <a:gd name="connsiteX1103" fmla="*/ 427196 w 619125"/>
                <a:gd name="connsiteY1103" fmla="*/ 239935 h 390525"/>
                <a:gd name="connsiteX1104" fmla="*/ 426815 w 619125"/>
                <a:gd name="connsiteY1104" fmla="*/ 238411 h 390525"/>
                <a:gd name="connsiteX1105" fmla="*/ 426911 w 619125"/>
                <a:gd name="connsiteY1105" fmla="*/ 234696 h 390525"/>
                <a:gd name="connsiteX1106" fmla="*/ 426625 w 619125"/>
                <a:gd name="connsiteY1106" fmla="*/ 233172 h 390525"/>
                <a:gd name="connsiteX1107" fmla="*/ 425482 w 619125"/>
                <a:gd name="connsiteY1107" fmla="*/ 231648 h 390525"/>
                <a:gd name="connsiteX1108" fmla="*/ 424053 w 619125"/>
                <a:gd name="connsiteY1108" fmla="*/ 230981 h 390525"/>
                <a:gd name="connsiteX1109" fmla="*/ 422529 w 619125"/>
                <a:gd name="connsiteY1109" fmla="*/ 230600 h 390525"/>
                <a:gd name="connsiteX1110" fmla="*/ 421196 w 619125"/>
                <a:gd name="connsiteY1110" fmla="*/ 229743 h 390525"/>
                <a:gd name="connsiteX1111" fmla="*/ 420338 w 619125"/>
                <a:gd name="connsiteY1111" fmla="*/ 228219 h 390525"/>
                <a:gd name="connsiteX1112" fmla="*/ 420053 w 619125"/>
                <a:gd name="connsiteY1112" fmla="*/ 226409 h 390525"/>
                <a:gd name="connsiteX1113" fmla="*/ 420243 w 619125"/>
                <a:gd name="connsiteY1113" fmla="*/ 224695 h 390525"/>
                <a:gd name="connsiteX1114" fmla="*/ 421481 w 619125"/>
                <a:gd name="connsiteY1114" fmla="*/ 222123 h 390525"/>
                <a:gd name="connsiteX1115" fmla="*/ 421767 w 619125"/>
                <a:gd name="connsiteY1115" fmla="*/ 220694 h 390525"/>
                <a:gd name="connsiteX1116" fmla="*/ 421481 w 619125"/>
                <a:gd name="connsiteY1116" fmla="*/ 219456 h 390525"/>
                <a:gd name="connsiteX1117" fmla="*/ 420243 w 619125"/>
                <a:gd name="connsiteY1117" fmla="*/ 218980 h 390525"/>
                <a:gd name="connsiteX1118" fmla="*/ 419862 w 619125"/>
                <a:gd name="connsiteY1118" fmla="*/ 218694 h 390525"/>
                <a:gd name="connsiteX1119" fmla="*/ 420053 w 619125"/>
                <a:gd name="connsiteY1119" fmla="*/ 218027 h 390525"/>
                <a:gd name="connsiteX1120" fmla="*/ 420434 w 619125"/>
                <a:gd name="connsiteY1120" fmla="*/ 217360 h 390525"/>
                <a:gd name="connsiteX1121" fmla="*/ 420814 w 619125"/>
                <a:gd name="connsiteY1121" fmla="*/ 217075 h 390525"/>
                <a:gd name="connsiteX1122" fmla="*/ 421672 w 619125"/>
                <a:gd name="connsiteY1122" fmla="*/ 217170 h 390525"/>
                <a:gd name="connsiteX1123" fmla="*/ 421958 w 619125"/>
                <a:gd name="connsiteY1123" fmla="*/ 217456 h 390525"/>
                <a:gd name="connsiteX1124" fmla="*/ 422053 w 619125"/>
                <a:gd name="connsiteY1124" fmla="*/ 217932 h 390525"/>
                <a:gd name="connsiteX1125" fmla="*/ 422434 w 619125"/>
                <a:gd name="connsiteY1125" fmla="*/ 218694 h 390525"/>
                <a:gd name="connsiteX1126" fmla="*/ 424625 w 619125"/>
                <a:gd name="connsiteY1126" fmla="*/ 218789 h 390525"/>
                <a:gd name="connsiteX1127" fmla="*/ 427958 w 619125"/>
                <a:gd name="connsiteY1127" fmla="*/ 217742 h 390525"/>
                <a:gd name="connsiteX1128" fmla="*/ 430530 w 619125"/>
                <a:gd name="connsiteY1128" fmla="*/ 217456 h 390525"/>
                <a:gd name="connsiteX1129" fmla="*/ 430339 w 619125"/>
                <a:gd name="connsiteY1129" fmla="*/ 219742 h 390525"/>
                <a:gd name="connsiteX1130" fmla="*/ 430721 w 619125"/>
                <a:gd name="connsiteY1130" fmla="*/ 219837 h 390525"/>
                <a:gd name="connsiteX1131" fmla="*/ 430911 w 619125"/>
                <a:gd name="connsiteY1131" fmla="*/ 220027 h 390525"/>
                <a:gd name="connsiteX1132" fmla="*/ 431102 w 619125"/>
                <a:gd name="connsiteY1132" fmla="*/ 220313 h 390525"/>
                <a:gd name="connsiteX1133" fmla="*/ 431387 w 619125"/>
                <a:gd name="connsiteY1133" fmla="*/ 220599 h 390525"/>
                <a:gd name="connsiteX1134" fmla="*/ 432530 w 619125"/>
                <a:gd name="connsiteY1134" fmla="*/ 220694 h 390525"/>
                <a:gd name="connsiteX1135" fmla="*/ 434150 w 619125"/>
                <a:gd name="connsiteY1135" fmla="*/ 221742 h 390525"/>
                <a:gd name="connsiteX1136" fmla="*/ 435769 w 619125"/>
                <a:gd name="connsiteY1136" fmla="*/ 222218 h 390525"/>
                <a:gd name="connsiteX1137" fmla="*/ 436912 w 619125"/>
                <a:gd name="connsiteY1137" fmla="*/ 220694 h 390525"/>
                <a:gd name="connsiteX1138" fmla="*/ 435007 w 619125"/>
                <a:gd name="connsiteY1138" fmla="*/ 219456 h 390525"/>
                <a:gd name="connsiteX1139" fmla="*/ 434912 w 619125"/>
                <a:gd name="connsiteY1139" fmla="*/ 216503 h 390525"/>
                <a:gd name="connsiteX1140" fmla="*/ 435959 w 619125"/>
                <a:gd name="connsiteY1140" fmla="*/ 213550 h 390525"/>
                <a:gd name="connsiteX1141" fmla="*/ 437579 w 619125"/>
                <a:gd name="connsiteY1141" fmla="*/ 212503 h 390525"/>
                <a:gd name="connsiteX1142" fmla="*/ 438055 w 619125"/>
                <a:gd name="connsiteY1142" fmla="*/ 213360 h 390525"/>
                <a:gd name="connsiteX1143" fmla="*/ 438912 w 619125"/>
                <a:gd name="connsiteY1143" fmla="*/ 217265 h 390525"/>
                <a:gd name="connsiteX1144" fmla="*/ 440246 w 619125"/>
                <a:gd name="connsiteY1144" fmla="*/ 217646 h 390525"/>
                <a:gd name="connsiteX1145" fmla="*/ 441008 w 619125"/>
                <a:gd name="connsiteY1145" fmla="*/ 218599 h 390525"/>
                <a:gd name="connsiteX1146" fmla="*/ 442055 w 619125"/>
                <a:gd name="connsiteY1146" fmla="*/ 220789 h 390525"/>
                <a:gd name="connsiteX1147" fmla="*/ 439960 w 619125"/>
                <a:gd name="connsiteY1147" fmla="*/ 226219 h 390525"/>
                <a:gd name="connsiteX1148" fmla="*/ 439007 w 619125"/>
                <a:gd name="connsiteY1148" fmla="*/ 227838 h 390525"/>
                <a:gd name="connsiteX1149" fmla="*/ 438245 w 619125"/>
                <a:gd name="connsiteY1149" fmla="*/ 229362 h 390525"/>
                <a:gd name="connsiteX1150" fmla="*/ 438150 w 619125"/>
                <a:gd name="connsiteY1150" fmla="*/ 230696 h 390525"/>
                <a:gd name="connsiteX1151" fmla="*/ 437864 w 619125"/>
                <a:gd name="connsiteY1151" fmla="*/ 231838 h 390525"/>
                <a:gd name="connsiteX1152" fmla="*/ 436531 w 619125"/>
                <a:gd name="connsiteY1152" fmla="*/ 232981 h 390525"/>
                <a:gd name="connsiteX1153" fmla="*/ 436531 w 619125"/>
                <a:gd name="connsiteY1153" fmla="*/ 233553 h 390525"/>
                <a:gd name="connsiteX1154" fmla="*/ 437864 w 619125"/>
                <a:gd name="connsiteY1154" fmla="*/ 233553 h 390525"/>
                <a:gd name="connsiteX1155" fmla="*/ 439103 w 619125"/>
                <a:gd name="connsiteY1155" fmla="*/ 233934 h 390525"/>
                <a:gd name="connsiteX1156" fmla="*/ 440246 w 619125"/>
                <a:gd name="connsiteY1156" fmla="*/ 234601 h 390525"/>
                <a:gd name="connsiteX1157" fmla="*/ 441388 w 619125"/>
                <a:gd name="connsiteY1157" fmla="*/ 235458 h 390525"/>
                <a:gd name="connsiteX1158" fmla="*/ 442627 w 619125"/>
                <a:gd name="connsiteY1158" fmla="*/ 234696 h 390525"/>
                <a:gd name="connsiteX1159" fmla="*/ 446818 w 619125"/>
                <a:gd name="connsiteY1159" fmla="*/ 233363 h 390525"/>
                <a:gd name="connsiteX1160" fmla="*/ 447961 w 619125"/>
                <a:gd name="connsiteY1160" fmla="*/ 232696 h 390525"/>
                <a:gd name="connsiteX1161" fmla="*/ 450056 w 619125"/>
                <a:gd name="connsiteY1161" fmla="*/ 230981 h 390525"/>
                <a:gd name="connsiteX1162" fmla="*/ 451009 w 619125"/>
                <a:gd name="connsiteY1162" fmla="*/ 230600 h 390525"/>
                <a:gd name="connsiteX1163" fmla="*/ 454247 w 619125"/>
                <a:gd name="connsiteY1163" fmla="*/ 230696 h 390525"/>
                <a:gd name="connsiteX1164" fmla="*/ 455962 w 619125"/>
                <a:gd name="connsiteY1164" fmla="*/ 230410 h 390525"/>
                <a:gd name="connsiteX1165" fmla="*/ 456724 w 619125"/>
                <a:gd name="connsiteY1165" fmla="*/ 229552 h 390525"/>
                <a:gd name="connsiteX1166" fmla="*/ 457200 w 619125"/>
                <a:gd name="connsiteY1166" fmla="*/ 228219 h 390525"/>
                <a:gd name="connsiteX1167" fmla="*/ 458248 w 619125"/>
                <a:gd name="connsiteY1167" fmla="*/ 228028 h 390525"/>
                <a:gd name="connsiteX1168" fmla="*/ 460534 w 619125"/>
                <a:gd name="connsiteY1168" fmla="*/ 228600 h 390525"/>
                <a:gd name="connsiteX1169" fmla="*/ 462344 w 619125"/>
                <a:gd name="connsiteY1169" fmla="*/ 227267 h 390525"/>
                <a:gd name="connsiteX1170" fmla="*/ 462629 w 619125"/>
                <a:gd name="connsiteY1170" fmla="*/ 227457 h 390525"/>
                <a:gd name="connsiteX1171" fmla="*/ 462915 w 619125"/>
                <a:gd name="connsiteY1171" fmla="*/ 227838 h 390525"/>
                <a:gd name="connsiteX1172" fmla="*/ 463201 w 619125"/>
                <a:gd name="connsiteY1172" fmla="*/ 227933 h 390525"/>
                <a:gd name="connsiteX1173" fmla="*/ 468725 w 619125"/>
                <a:gd name="connsiteY1173" fmla="*/ 225266 h 390525"/>
                <a:gd name="connsiteX1174" fmla="*/ 469392 w 619125"/>
                <a:gd name="connsiteY1174" fmla="*/ 224028 h 390525"/>
                <a:gd name="connsiteX1175" fmla="*/ 468439 w 619125"/>
                <a:gd name="connsiteY1175" fmla="*/ 222218 h 390525"/>
                <a:gd name="connsiteX1176" fmla="*/ 467963 w 619125"/>
                <a:gd name="connsiteY1176" fmla="*/ 220980 h 390525"/>
                <a:gd name="connsiteX1177" fmla="*/ 467011 w 619125"/>
                <a:gd name="connsiteY1177" fmla="*/ 214789 h 390525"/>
                <a:gd name="connsiteX1178" fmla="*/ 466630 w 619125"/>
                <a:gd name="connsiteY1178" fmla="*/ 213265 h 390525"/>
                <a:gd name="connsiteX1179" fmla="*/ 465772 w 619125"/>
                <a:gd name="connsiteY1179" fmla="*/ 212122 h 390525"/>
                <a:gd name="connsiteX1180" fmla="*/ 465296 w 619125"/>
                <a:gd name="connsiteY1180" fmla="*/ 211074 h 390525"/>
                <a:gd name="connsiteX1181" fmla="*/ 465868 w 619125"/>
                <a:gd name="connsiteY1181" fmla="*/ 209740 h 390525"/>
                <a:gd name="connsiteX1182" fmla="*/ 464820 w 619125"/>
                <a:gd name="connsiteY1182" fmla="*/ 208693 h 390525"/>
                <a:gd name="connsiteX1183" fmla="*/ 464439 w 619125"/>
                <a:gd name="connsiteY1183" fmla="*/ 207740 h 390525"/>
                <a:gd name="connsiteX1184" fmla="*/ 464725 w 619125"/>
                <a:gd name="connsiteY1184" fmla="*/ 206883 h 390525"/>
                <a:gd name="connsiteX1185" fmla="*/ 465868 w 619125"/>
                <a:gd name="connsiteY1185" fmla="*/ 206311 h 390525"/>
                <a:gd name="connsiteX1186" fmla="*/ 466439 w 619125"/>
                <a:gd name="connsiteY1186" fmla="*/ 206502 h 390525"/>
                <a:gd name="connsiteX1187" fmla="*/ 468439 w 619125"/>
                <a:gd name="connsiteY1187" fmla="*/ 207454 h 390525"/>
                <a:gd name="connsiteX1188" fmla="*/ 469487 w 619125"/>
                <a:gd name="connsiteY1188" fmla="*/ 207645 h 390525"/>
                <a:gd name="connsiteX1189" fmla="*/ 470726 w 619125"/>
                <a:gd name="connsiteY1189" fmla="*/ 206883 h 390525"/>
                <a:gd name="connsiteX1190" fmla="*/ 469678 w 619125"/>
                <a:gd name="connsiteY1190" fmla="*/ 205073 h 390525"/>
                <a:gd name="connsiteX1191" fmla="*/ 468154 w 619125"/>
                <a:gd name="connsiteY1191" fmla="*/ 202978 h 390525"/>
                <a:gd name="connsiteX1192" fmla="*/ 467868 w 619125"/>
                <a:gd name="connsiteY1192" fmla="*/ 201359 h 390525"/>
                <a:gd name="connsiteX1193" fmla="*/ 470059 w 619125"/>
                <a:gd name="connsiteY1193" fmla="*/ 197263 h 390525"/>
                <a:gd name="connsiteX1194" fmla="*/ 470440 w 619125"/>
                <a:gd name="connsiteY1194" fmla="*/ 196882 h 390525"/>
                <a:gd name="connsiteX1195" fmla="*/ 471488 w 619125"/>
                <a:gd name="connsiteY1195" fmla="*/ 196501 h 390525"/>
                <a:gd name="connsiteX1196" fmla="*/ 471964 w 619125"/>
                <a:gd name="connsiteY1196" fmla="*/ 196215 h 390525"/>
                <a:gd name="connsiteX1197" fmla="*/ 472250 w 619125"/>
                <a:gd name="connsiteY1197" fmla="*/ 195834 h 390525"/>
                <a:gd name="connsiteX1198" fmla="*/ 472821 w 619125"/>
                <a:gd name="connsiteY1198" fmla="*/ 194596 h 390525"/>
                <a:gd name="connsiteX1199" fmla="*/ 473012 w 619125"/>
                <a:gd name="connsiteY1199" fmla="*/ 194215 h 390525"/>
                <a:gd name="connsiteX1200" fmla="*/ 474726 w 619125"/>
                <a:gd name="connsiteY1200" fmla="*/ 193738 h 390525"/>
                <a:gd name="connsiteX1201" fmla="*/ 477488 w 619125"/>
                <a:gd name="connsiteY1201" fmla="*/ 193738 h 390525"/>
                <a:gd name="connsiteX1202" fmla="*/ 479488 w 619125"/>
                <a:gd name="connsiteY1202" fmla="*/ 194596 h 390525"/>
                <a:gd name="connsiteX1203" fmla="*/ 479012 w 619125"/>
                <a:gd name="connsiteY1203" fmla="*/ 196882 h 390525"/>
                <a:gd name="connsiteX1204" fmla="*/ 480441 w 619125"/>
                <a:gd name="connsiteY1204" fmla="*/ 197834 h 390525"/>
                <a:gd name="connsiteX1205" fmla="*/ 480917 w 619125"/>
                <a:gd name="connsiteY1205" fmla="*/ 201454 h 390525"/>
                <a:gd name="connsiteX1206" fmla="*/ 482346 w 619125"/>
                <a:gd name="connsiteY1206" fmla="*/ 202311 h 390525"/>
                <a:gd name="connsiteX1207" fmla="*/ 482918 w 619125"/>
                <a:gd name="connsiteY1207" fmla="*/ 201930 h 390525"/>
                <a:gd name="connsiteX1208" fmla="*/ 483584 w 619125"/>
                <a:gd name="connsiteY1208" fmla="*/ 201168 h 390525"/>
                <a:gd name="connsiteX1209" fmla="*/ 484156 w 619125"/>
                <a:gd name="connsiteY1209" fmla="*/ 200215 h 390525"/>
                <a:gd name="connsiteX1210" fmla="*/ 484822 w 619125"/>
                <a:gd name="connsiteY1210" fmla="*/ 198882 h 390525"/>
                <a:gd name="connsiteX1211" fmla="*/ 485108 w 619125"/>
                <a:gd name="connsiteY1211" fmla="*/ 198120 h 390525"/>
                <a:gd name="connsiteX1212" fmla="*/ 485108 w 619125"/>
                <a:gd name="connsiteY1212" fmla="*/ 197263 h 390525"/>
                <a:gd name="connsiteX1213" fmla="*/ 484632 w 619125"/>
                <a:gd name="connsiteY1213" fmla="*/ 196215 h 390525"/>
                <a:gd name="connsiteX1214" fmla="*/ 485585 w 619125"/>
                <a:gd name="connsiteY1214" fmla="*/ 194881 h 390525"/>
                <a:gd name="connsiteX1215" fmla="*/ 486632 w 619125"/>
                <a:gd name="connsiteY1215" fmla="*/ 194500 h 390525"/>
                <a:gd name="connsiteX1216" fmla="*/ 487775 w 619125"/>
                <a:gd name="connsiteY1216" fmla="*/ 194500 h 390525"/>
                <a:gd name="connsiteX1217" fmla="*/ 489013 w 619125"/>
                <a:gd name="connsiteY1217" fmla="*/ 194310 h 390525"/>
                <a:gd name="connsiteX1218" fmla="*/ 488061 w 619125"/>
                <a:gd name="connsiteY1218" fmla="*/ 191452 h 390525"/>
                <a:gd name="connsiteX1219" fmla="*/ 487966 w 619125"/>
                <a:gd name="connsiteY1219" fmla="*/ 190500 h 390525"/>
                <a:gd name="connsiteX1220" fmla="*/ 488347 w 619125"/>
                <a:gd name="connsiteY1220" fmla="*/ 189262 h 390525"/>
                <a:gd name="connsiteX1221" fmla="*/ 489204 w 619125"/>
                <a:gd name="connsiteY1221" fmla="*/ 188214 h 390525"/>
                <a:gd name="connsiteX1222" fmla="*/ 489966 w 619125"/>
                <a:gd name="connsiteY1222" fmla="*/ 187071 h 390525"/>
                <a:gd name="connsiteX1223" fmla="*/ 490156 w 619125"/>
                <a:gd name="connsiteY1223" fmla="*/ 185452 h 390525"/>
                <a:gd name="connsiteX1224" fmla="*/ 489585 w 619125"/>
                <a:gd name="connsiteY1224" fmla="*/ 185452 h 390525"/>
                <a:gd name="connsiteX1225" fmla="*/ 489013 w 619125"/>
                <a:gd name="connsiteY1225" fmla="*/ 186214 h 390525"/>
                <a:gd name="connsiteX1226" fmla="*/ 488061 w 619125"/>
                <a:gd name="connsiteY1226" fmla="*/ 186785 h 390525"/>
                <a:gd name="connsiteX1227" fmla="*/ 487204 w 619125"/>
                <a:gd name="connsiteY1227" fmla="*/ 186976 h 390525"/>
                <a:gd name="connsiteX1228" fmla="*/ 486823 w 619125"/>
                <a:gd name="connsiteY1228" fmla="*/ 186500 h 390525"/>
                <a:gd name="connsiteX1229" fmla="*/ 486632 w 619125"/>
                <a:gd name="connsiteY1229" fmla="*/ 184975 h 390525"/>
                <a:gd name="connsiteX1230" fmla="*/ 486156 w 619125"/>
                <a:gd name="connsiteY1230" fmla="*/ 184594 h 390525"/>
                <a:gd name="connsiteX1231" fmla="*/ 485489 w 619125"/>
                <a:gd name="connsiteY1231" fmla="*/ 184594 h 390525"/>
                <a:gd name="connsiteX1232" fmla="*/ 484632 w 619125"/>
                <a:gd name="connsiteY1232" fmla="*/ 184118 h 390525"/>
                <a:gd name="connsiteX1233" fmla="*/ 482251 w 619125"/>
                <a:gd name="connsiteY1233" fmla="*/ 180499 h 390525"/>
                <a:gd name="connsiteX1234" fmla="*/ 481108 w 619125"/>
                <a:gd name="connsiteY1234" fmla="*/ 179832 h 390525"/>
                <a:gd name="connsiteX1235" fmla="*/ 479203 w 619125"/>
                <a:gd name="connsiteY1235" fmla="*/ 180689 h 390525"/>
                <a:gd name="connsiteX1236" fmla="*/ 478155 w 619125"/>
                <a:gd name="connsiteY1236" fmla="*/ 181927 h 390525"/>
                <a:gd name="connsiteX1237" fmla="*/ 476536 w 619125"/>
                <a:gd name="connsiteY1237" fmla="*/ 185166 h 390525"/>
                <a:gd name="connsiteX1238" fmla="*/ 475297 w 619125"/>
                <a:gd name="connsiteY1238" fmla="*/ 186118 h 390525"/>
                <a:gd name="connsiteX1239" fmla="*/ 473012 w 619125"/>
                <a:gd name="connsiteY1239" fmla="*/ 186118 h 390525"/>
                <a:gd name="connsiteX1240" fmla="*/ 472345 w 619125"/>
                <a:gd name="connsiteY1240" fmla="*/ 184594 h 390525"/>
                <a:gd name="connsiteX1241" fmla="*/ 472726 w 619125"/>
                <a:gd name="connsiteY1241" fmla="*/ 182499 h 390525"/>
                <a:gd name="connsiteX1242" fmla="*/ 473583 w 619125"/>
                <a:gd name="connsiteY1242" fmla="*/ 180594 h 390525"/>
                <a:gd name="connsiteX1243" fmla="*/ 473012 w 619125"/>
                <a:gd name="connsiteY1243" fmla="*/ 180213 h 390525"/>
                <a:gd name="connsiteX1244" fmla="*/ 472726 w 619125"/>
                <a:gd name="connsiteY1244" fmla="*/ 179927 h 390525"/>
                <a:gd name="connsiteX1245" fmla="*/ 472726 w 619125"/>
                <a:gd name="connsiteY1245" fmla="*/ 179451 h 390525"/>
                <a:gd name="connsiteX1246" fmla="*/ 473012 w 619125"/>
                <a:gd name="connsiteY1246" fmla="*/ 178594 h 390525"/>
                <a:gd name="connsiteX1247" fmla="*/ 474631 w 619125"/>
                <a:gd name="connsiteY1247" fmla="*/ 178594 h 390525"/>
                <a:gd name="connsiteX1248" fmla="*/ 478917 w 619125"/>
                <a:gd name="connsiteY1248" fmla="*/ 175927 h 390525"/>
                <a:gd name="connsiteX1249" fmla="*/ 481013 w 619125"/>
                <a:gd name="connsiteY1249" fmla="*/ 175260 h 390525"/>
                <a:gd name="connsiteX1250" fmla="*/ 482155 w 619125"/>
                <a:gd name="connsiteY1250" fmla="*/ 175641 h 390525"/>
                <a:gd name="connsiteX1251" fmla="*/ 484346 w 619125"/>
                <a:gd name="connsiteY1251" fmla="*/ 177451 h 390525"/>
                <a:gd name="connsiteX1252" fmla="*/ 485394 w 619125"/>
                <a:gd name="connsiteY1252" fmla="*/ 177832 h 390525"/>
                <a:gd name="connsiteX1253" fmla="*/ 486728 w 619125"/>
                <a:gd name="connsiteY1253" fmla="*/ 177927 h 390525"/>
                <a:gd name="connsiteX1254" fmla="*/ 487585 w 619125"/>
                <a:gd name="connsiteY1254" fmla="*/ 178308 h 390525"/>
                <a:gd name="connsiteX1255" fmla="*/ 487871 w 619125"/>
                <a:gd name="connsiteY1255" fmla="*/ 179165 h 390525"/>
                <a:gd name="connsiteX1256" fmla="*/ 487299 w 619125"/>
                <a:gd name="connsiteY1256" fmla="*/ 180689 h 390525"/>
                <a:gd name="connsiteX1257" fmla="*/ 488537 w 619125"/>
                <a:gd name="connsiteY1257" fmla="*/ 181165 h 390525"/>
                <a:gd name="connsiteX1258" fmla="*/ 492823 w 619125"/>
                <a:gd name="connsiteY1258" fmla="*/ 181356 h 390525"/>
                <a:gd name="connsiteX1259" fmla="*/ 493395 w 619125"/>
                <a:gd name="connsiteY1259" fmla="*/ 181546 h 390525"/>
                <a:gd name="connsiteX1260" fmla="*/ 494062 w 619125"/>
                <a:gd name="connsiteY1260" fmla="*/ 181832 h 390525"/>
                <a:gd name="connsiteX1261" fmla="*/ 494729 w 619125"/>
                <a:gd name="connsiteY1261" fmla="*/ 181927 h 390525"/>
                <a:gd name="connsiteX1262" fmla="*/ 495490 w 619125"/>
                <a:gd name="connsiteY1262" fmla="*/ 181356 h 390525"/>
                <a:gd name="connsiteX1263" fmla="*/ 495586 w 619125"/>
                <a:gd name="connsiteY1263" fmla="*/ 180594 h 390525"/>
                <a:gd name="connsiteX1264" fmla="*/ 495300 w 619125"/>
                <a:gd name="connsiteY1264" fmla="*/ 178594 h 390525"/>
                <a:gd name="connsiteX1265" fmla="*/ 495395 w 619125"/>
                <a:gd name="connsiteY1265" fmla="*/ 177927 h 390525"/>
                <a:gd name="connsiteX1266" fmla="*/ 496157 w 619125"/>
                <a:gd name="connsiteY1266" fmla="*/ 177546 h 390525"/>
                <a:gd name="connsiteX1267" fmla="*/ 497777 w 619125"/>
                <a:gd name="connsiteY1267" fmla="*/ 179260 h 390525"/>
                <a:gd name="connsiteX1268" fmla="*/ 499205 w 619125"/>
                <a:gd name="connsiteY1268" fmla="*/ 179260 h 390525"/>
                <a:gd name="connsiteX1269" fmla="*/ 499967 w 619125"/>
                <a:gd name="connsiteY1269" fmla="*/ 178594 h 390525"/>
                <a:gd name="connsiteX1270" fmla="*/ 503015 w 619125"/>
                <a:gd name="connsiteY1270" fmla="*/ 175165 h 390525"/>
                <a:gd name="connsiteX1271" fmla="*/ 505396 w 619125"/>
                <a:gd name="connsiteY1271" fmla="*/ 173450 h 390525"/>
                <a:gd name="connsiteX1272" fmla="*/ 517874 w 619125"/>
                <a:gd name="connsiteY1272" fmla="*/ 169164 h 390525"/>
                <a:gd name="connsiteX1273" fmla="*/ 519398 w 619125"/>
                <a:gd name="connsiteY1273" fmla="*/ 169069 h 390525"/>
                <a:gd name="connsiteX1274" fmla="*/ 522161 w 619125"/>
                <a:gd name="connsiteY1274" fmla="*/ 169640 h 390525"/>
                <a:gd name="connsiteX1275" fmla="*/ 523494 w 619125"/>
                <a:gd name="connsiteY1275" fmla="*/ 169640 h 390525"/>
                <a:gd name="connsiteX1276" fmla="*/ 524828 w 619125"/>
                <a:gd name="connsiteY1276" fmla="*/ 169069 h 390525"/>
                <a:gd name="connsiteX1277" fmla="*/ 523018 w 619125"/>
                <a:gd name="connsiteY1277" fmla="*/ 168592 h 390525"/>
                <a:gd name="connsiteX1278" fmla="*/ 522922 w 619125"/>
                <a:gd name="connsiteY1278" fmla="*/ 167164 h 390525"/>
                <a:gd name="connsiteX1279" fmla="*/ 523875 w 619125"/>
                <a:gd name="connsiteY1279" fmla="*/ 165640 h 390525"/>
                <a:gd name="connsiteX1280" fmla="*/ 525399 w 619125"/>
                <a:gd name="connsiteY1280" fmla="*/ 164973 h 390525"/>
                <a:gd name="connsiteX1281" fmla="*/ 527304 w 619125"/>
                <a:gd name="connsiteY1281" fmla="*/ 165068 h 390525"/>
                <a:gd name="connsiteX1282" fmla="*/ 528256 w 619125"/>
                <a:gd name="connsiteY1282" fmla="*/ 164973 h 390525"/>
                <a:gd name="connsiteX1283" fmla="*/ 528923 w 619125"/>
                <a:gd name="connsiteY1283" fmla="*/ 164592 h 390525"/>
                <a:gd name="connsiteX1284" fmla="*/ 529971 w 619125"/>
                <a:gd name="connsiteY1284" fmla="*/ 162592 h 390525"/>
                <a:gd name="connsiteX1285" fmla="*/ 530352 w 619125"/>
                <a:gd name="connsiteY1285" fmla="*/ 161353 h 390525"/>
                <a:gd name="connsiteX1286" fmla="*/ 530066 w 619125"/>
                <a:gd name="connsiteY1286" fmla="*/ 160782 h 390525"/>
                <a:gd name="connsiteX1287" fmla="*/ 529304 w 619125"/>
                <a:gd name="connsiteY1287" fmla="*/ 160115 h 390525"/>
                <a:gd name="connsiteX1288" fmla="*/ 528923 w 619125"/>
                <a:gd name="connsiteY1288" fmla="*/ 158686 h 390525"/>
                <a:gd name="connsiteX1289" fmla="*/ 529400 w 619125"/>
                <a:gd name="connsiteY1289" fmla="*/ 157448 h 390525"/>
                <a:gd name="connsiteX1290" fmla="*/ 531400 w 619125"/>
                <a:gd name="connsiteY1290" fmla="*/ 157448 h 390525"/>
                <a:gd name="connsiteX1291" fmla="*/ 532067 w 619125"/>
                <a:gd name="connsiteY1291" fmla="*/ 157925 h 390525"/>
                <a:gd name="connsiteX1292" fmla="*/ 532257 w 619125"/>
                <a:gd name="connsiteY1292" fmla="*/ 158591 h 390525"/>
                <a:gd name="connsiteX1293" fmla="*/ 532543 w 619125"/>
                <a:gd name="connsiteY1293" fmla="*/ 159163 h 390525"/>
                <a:gd name="connsiteX1294" fmla="*/ 533590 w 619125"/>
                <a:gd name="connsiteY1294" fmla="*/ 159353 h 390525"/>
                <a:gd name="connsiteX1295" fmla="*/ 534448 w 619125"/>
                <a:gd name="connsiteY1295" fmla="*/ 158972 h 390525"/>
                <a:gd name="connsiteX1296" fmla="*/ 535114 w 619125"/>
                <a:gd name="connsiteY1296" fmla="*/ 158210 h 390525"/>
                <a:gd name="connsiteX1297" fmla="*/ 535686 w 619125"/>
                <a:gd name="connsiteY1297" fmla="*/ 157353 h 390525"/>
                <a:gd name="connsiteX1298" fmla="*/ 536353 w 619125"/>
                <a:gd name="connsiteY1298" fmla="*/ 156686 h 390525"/>
                <a:gd name="connsiteX1299" fmla="*/ 537686 w 619125"/>
                <a:gd name="connsiteY1299" fmla="*/ 156115 h 390525"/>
                <a:gd name="connsiteX1300" fmla="*/ 539687 w 619125"/>
                <a:gd name="connsiteY1300" fmla="*/ 155638 h 390525"/>
                <a:gd name="connsiteX1301" fmla="*/ 541211 w 619125"/>
                <a:gd name="connsiteY1301" fmla="*/ 155734 h 390525"/>
                <a:gd name="connsiteX1302" fmla="*/ 541020 w 619125"/>
                <a:gd name="connsiteY1302" fmla="*/ 156972 h 390525"/>
                <a:gd name="connsiteX1303" fmla="*/ 540258 w 619125"/>
                <a:gd name="connsiteY1303" fmla="*/ 157543 h 390525"/>
                <a:gd name="connsiteX1304" fmla="*/ 538448 w 619125"/>
                <a:gd name="connsiteY1304" fmla="*/ 158210 h 390525"/>
                <a:gd name="connsiteX1305" fmla="*/ 537686 w 619125"/>
                <a:gd name="connsiteY1305" fmla="*/ 158972 h 390525"/>
                <a:gd name="connsiteX1306" fmla="*/ 537020 w 619125"/>
                <a:gd name="connsiteY1306" fmla="*/ 159829 h 390525"/>
                <a:gd name="connsiteX1307" fmla="*/ 536353 w 619125"/>
                <a:gd name="connsiteY1307" fmla="*/ 160306 h 390525"/>
                <a:gd name="connsiteX1308" fmla="*/ 535496 w 619125"/>
                <a:gd name="connsiteY1308" fmla="*/ 160592 h 390525"/>
                <a:gd name="connsiteX1309" fmla="*/ 534257 w 619125"/>
                <a:gd name="connsiteY1309" fmla="*/ 160687 h 390525"/>
                <a:gd name="connsiteX1310" fmla="*/ 532733 w 619125"/>
                <a:gd name="connsiteY1310" fmla="*/ 161353 h 390525"/>
                <a:gd name="connsiteX1311" fmla="*/ 532162 w 619125"/>
                <a:gd name="connsiteY1311" fmla="*/ 162782 h 390525"/>
                <a:gd name="connsiteX1312" fmla="*/ 532733 w 619125"/>
                <a:gd name="connsiteY1312" fmla="*/ 164211 h 390525"/>
                <a:gd name="connsiteX1313" fmla="*/ 534543 w 619125"/>
                <a:gd name="connsiteY1313" fmla="*/ 164878 h 390525"/>
                <a:gd name="connsiteX1314" fmla="*/ 535400 w 619125"/>
                <a:gd name="connsiteY1314" fmla="*/ 164687 h 390525"/>
                <a:gd name="connsiteX1315" fmla="*/ 536448 w 619125"/>
                <a:gd name="connsiteY1315" fmla="*/ 163830 h 390525"/>
                <a:gd name="connsiteX1316" fmla="*/ 537210 w 619125"/>
                <a:gd name="connsiteY1316" fmla="*/ 163544 h 390525"/>
                <a:gd name="connsiteX1317" fmla="*/ 538258 w 619125"/>
                <a:gd name="connsiteY1317" fmla="*/ 163925 h 390525"/>
                <a:gd name="connsiteX1318" fmla="*/ 539020 w 619125"/>
                <a:gd name="connsiteY1318" fmla="*/ 164021 h 390525"/>
                <a:gd name="connsiteX1319" fmla="*/ 539877 w 619125"/>
                <a:gd name="connsiteY1319" fmla="*/ 163544 h 390525"/>
                <a:gd name="connsiteX1320" fmla="*/ 540163 w 619125"/>
                <a:gd name="connsiteY1320" fmla="*/ 164497 h 390525"/>
                <a:gd name="connsiteX1321" fmla="*/ 540639 w 619125"/>
                <a:gd name="connsiteY1321" fmla="*/ 165354 h 390525"/>
                <a:gd name="connsiteX1322" fmla="*/ 541401 w 619125"/>
                <a:gd name="connsiteY1322" fmla="*/ 166021 h 390525"/>
                <a:gd name="connsiteX1323" fmla="*/ 542449 w 619125"/>
                <a:gd name="connsiteY1323" fmla="*/ 166306 h 390525"/>
                <a:gd name="connsiteX1324" fmla="*/ 543211 w 619125"/>
                <a:gd name="connsiteY1324" fmla="*/ 165735 h 390525"/>
                <a:gd name="connsiteX1325" fmla="*/ 543020 w 619125"/>
                <a:gd name="connsiteY1325" fmla="*/ 164306 h 390525"/>
                <a:gd name="connsiteX1326" fmla="*/ 542163 w 619125"/>
                <a:gd name="connsiteY1326" fmla="*/ 161544 h 390525"/>
                <a:gd name="connsiteX1327" fmla="*/ 542449 w 619125"/>
                <a:gd name="connsiteY1327" fmla="*/ 158972 h 390525"/>
                <a:gd name="connsiteX1328" fmla="*/ 543497 w 619125"/>
                <a:gd name="connsiteY1328" fmla="*/ 157353 h 390525"/>
                <a:gd name="connsiteX1329" fmla="*/ 545116 w 619125"/>
                <a:gd name="connsiteY1329" fmla="*/ 156496 h 390525"/>
                <a:gd name="connsiteX1330" fmla="*/ 547211 w 619125"/>
                <a:gd name="connsiteY1330" fmla="*/ 156210 h 390525"/>
                <a:gd name="connsiteX1331" fmla="*/ 547211 w 619125"/>
                <a:gd name="connsiteY1331" fmla="*/ 156877 h 390525"/>
                <a:gd name="connsiteX1332" fmla="*/ 546449 w 619125"/>
                <a:gd name="connsiteY1332" fmla="*/ 157163 h 390525"/>
                <a:gd name="connsiteX1333" fmla="*/ 544449 w 619125"/>
                <a:gd name="connsiteY1333" fmla="*/ 158210 h 390525"/>
                <a:gd name="connsiteX1334" fmla="*/ 544449 w 619125"/>
                <a:gd name="connsiteY1334" fmla="*/ 158782 h 390525"/>
                <a:gd name="connsiteX1335" fmla="*/ 546259 w 619125"/>
                <a:gd name="connsiteY1335" fmla="*/ 158496 h 390525"/>
                <a:gd name="connsiteX1336" fmla="*/ 549212 w 619125"/>
                <a:gd name="connsiteY1336" fmla="*/ 157163 h 390525"/>
                <a:gd name="connsiteX1337" fmla="*/ 550736 w 619125"/>
                <a:gd name="connsiteY1337" fmla="*/ 156877 h 390525"/>
                <a:gd name="connsiteX1338" fmla="*/ 551497 w 619125"/>
                <a:gd name="connsiteY1338" fmla="*/ 156591 h 390525"/>
                <a:gd name="connsiteX1339" fmla="*/ 552069 w 619125"/>
                <a:gd name="connsiteY1339" fmla="*/ 155829 h 390525"/>
                <a:gd name="connsiteX1340" fmla="*/ 552450 w 619125"/>
                <a:gd name="connsiteY1340" fmla="*/ 154781 h 390525"/>
                <a:gd name="connsiteX1341" fmla="*/ 552545 w 619125"/>
                <a:gd name="connsiteY1341" fmla="*/ 153829 h 390525"/>
                <a:gd name="connsiteX1342" fmla="*/ 552831 w 619125"/>
                <a:gd name="connsiteY1342" fmla="*/ 153257 h 390525"/>
                <a:gd name="connsiteX1343" fmla="*/ 554546 w 619125"/>
                <a:gd name="connsiteY1343" fmla="*/ 151828 h 390525"/>
                <a:gd name="connsiteX1344" fmla="*/ 555308 w 619125"/>
                <a:gd name="connsiteY1344" fmla="*/ 151352 h 390525"/>
                <a:gd name="connsiteX1345" fmla="*/ 565595 w 619125"/>
                <a:gd name="connsiteY1345" fmla="*/ 148495 h 390525"/>
                <a:gd name="connsiteX1346" fmla="*/ 568357 w 619125"/>
                <a:gd name="connsiteY1346" fmla="*/ 146590 h 390525"/>
                <a:gd name="connsiteX1347" fmla="*/ 566261 w 619125"/>
                <a:gd name="connsiteY1347" fmla="*/ 143637 h 390525"/>
                <a:gd name="connsiteX1348" fmla="*/ 565595 w 619125"/>
                <a:gd name="connsiteY1348" fmla="*/ 141922 h 390525"/>
                <a:gd name="connsiteX1349" fmla="*/ 566547 w 619125"/>
                <a:gd name="connsiteY1349" fmla="*/ 141160 h 390525"/>
                <a:gd name="connsiteX1350" fmla="*/ 569309 w 619125"/>
                <a:gd name="connsiteY1350" fmla="*/ 141256 h 390525"/>
                <a:gd name="connsiteX1351" fmla="*/ 572738 w 619125"/>
                <a:gd name="connsiteY1351" fmla="*/ 141922 h 390525"/>
                <a:gd name="connsiteX1352" fmla="*/ 574738 w 619125"/>
                <a:gd name="connsiteY1352" fmla="*/ 141827 h 390525"/>
                <a:gd name="connsiteX1353" fmla="*/ 575596 w 619125"/>
                <a:gd name="connsiteY1353" fmla="*/ 142018 h 390525"/>
                <a:gd name="connsiteX1354" fmla="*/ 576358 w 619125"/>
                <a:gd name="connsiteY1354" fmla="*/ 142494 h 390525"/>
                <a:gd name="connsiteX1355" fmla="*/ 576739 w 619125"/>
                <a:gd name="connsiteY1355" fmla="*/ 142970 h 390525"/>
                <a:gd name="connsiteX1356" fmla="*/ 576453 w 619125"/>
                <a:gd name="connsiteY1356" fmla="*/ 143161 h 390525"/>
                <a:gd name="connsiteX1357" fmla="*/ 575501 w 619125"/>
                <a:gd name="connsiteY1357" fmla="*/ 144113 h 390525"/>
                <a:gd name="connsiteX1358" fmla="*/ 575310 w 619125"/>
                <a:gd name="connsiteY1358" fmla="*/ 146304 h 390525"/>
                <a:gd name="connsiteX1359" fmla="*/ 575405 w 619125"/>
                <a:gd name="connsiteY1359" fmla="*/ 148780 h 390525"/>
                <a:gd name="connsiteX1360" fmla="*/ 575215 w 619125"/>
                <a:gd name="connsiteY1360" fmla="*/ 150685 h 390525"/>
                <a:gd name="connsiteX1361" fmla="*/ 576358 w 619125"/>
                <a:gd name="connsiteY1361" fmla="*/ 150495 h 390525"/>
                <a:gd name="connsiteX1362" fmla="*/ 577787 w 619125"/>
                <a:gd name="connsiteY1362" fmla="*/ 149828 h 390525"/>
                <a:gd name="connsiteX1363" fmla="*/ 579025 w 619125"/>
                <a:gd name="connsiteY1363" fmla="*/ 148876 h 390525"/>
                <a:gd name="connsiteX1364" fmla="*/ 579596 w 619125"/>
                <a:gd name="connsiteY1364" fmla="*/ 147638 h 390525"/>
                <a:gd name="connsiteX1365" fmla="*/ 580168 w 619125"/>
                <a:gd name="connsiteY1365" fmla="*/ 145447 h 390525"/>
                <a:gd name="connsiteX1366" fmla="*/ 581406 w 619125"/>
                <a:gd name="connsiteY1366" fmla="*/ 145351 h 390525"/>
                <a:gd name="connsiteX1367" fmla="*/ 582835 w 619125"/>
                <a:gd name="connsiteY1367" fmla="*/ 146018 h 390525"/>
                <a:gd name="connsiteX1368" fmla="*/ 583978 w 619125"/>
                <a:gd name="connsiteY1368" fmla="*/ 146018 h 390525"/>
                <a:gd name="connsiteX1369" fmla="*/ 584454 w 619125"/>
                <a:gd name="connsiteY1369" fmla="*/ 144399 h 390525"/>
                <a:gd name="connsiteX1370" fmla="*/ 584359 w 619125"/>
                <a:gd name="connsiteY1370" fmla="*/ 142113 h 390525"/>
                <a:gd name="connsiteX1371" fmla="*/ 584549 w 619125"/>
                <a:gd name="connsiteY1371" fmla="*/ 140113 h 390525"/>
                <a:gd name="connsiteX1372" fmla="*/ 585883 w 619125"/>
                <a:gd name="connsiteY1372" fmla="*/ 139255 h 390525"/>
                <a:gd name="connsiteX1373" fmla="*/ 586930 w 619125"/>
                <a:gd name="connsiteY1373" fmla="*/ 140113 h 390525"/>
                <a:gd name="connsiteX1374" fmla="*/ 586835 w 619125"/>
                <a:gd name="connsiteY1374" fmla="*/ 142018 h 390525"/>
                <a:gd name="connsiteX1375" fmla="*/ 585597 w 619125"/>
                <a:gd name="connsiteY1375" fmla="*/ 146018 h 390525"/>
                <a:gd name="connsiteX1376" fmla="*/ 586550 w 619125"/>
                <a:gd name="connsiteY1376" fmla="*/ 146494 h 390525"/>
                <a:gd name="connsiteX1377" fmla="*/ 589502 w 619125"/>
                <a:gd name="connsiteY1377" fmla="*/ 148780 h 390525"/>
                <a:gd name="connsiteX1378" fmla="*/ 592836 w 619125"/>
                <a:gd name="connsiteY1378" fmla="*/ 150019 h 390525"/>
                <a:gd name="connsiteX1379" fmla="*/ 593884 w 619125"/>
                <a:gd name="connsiteY1379" fmla="*/ 150781 h 390525"/>
                <a:gd name="connsiteX1380" fmla="*/ 588359 w 619125"/>
                <a:gd name="connsiteY1380" fmla="*/ 150781 h 390525"/>
                <a:gd name="connsiteX1381" fmla="*/ 587407 w 619125"/>
                <a:gd name="connsiteY1381" fmla="*/ 152114 h 390525"/>
                <a:gd name="connsiteX1382" fmla="*/ 587121 w 619125"/>
                <a:gd name="connsiteY1382" fmla="*/ 153924 h 390525"/>
                <a:gd name="connsiteX1383" fmla="*/ 587502 w 619125"/>
                <a:gd name="connsiteY1383" fmla="*/ 155543 h 390525"/>
                <a:gd name="connsiteX1384" fmla="*/ 588740 w 619125"/>
                <a:gd name="connsiteY1384" fmla="*/ 156210 h 390525"/>
                <a:gd name="connsiteX1385" fmla="*/ 598265 w 619125"/>
                <a:gd name="connsiteY1385" fmla="*/ 158210 h 390525"/>
                <a:gd name="connsiteX1386" fmla="*/ 601123 w 619125"/>
                <a:gd name="connsiteY1386" fmla="*/ 157639 h 390525"/>
                <a:gd name="connsiteX1387" fmla="*/ 601599 w 619125"/>
                <a:gd name="connsiteY1387" fmla="*/ 157163 h 390525"/>
                <a:gd name="connsiteX1388" fmla="*/ 602361 w 619125"/>
                <a:gd name="connsiteY1388" fmla="*/ 155924 h 390525"/>
                <a:gd name="connsiteX1389" fmla="*/ 602742 w 619125"/>
                <a:gd name="connsiteY1389" fmla="*/ 155543 h 390525"/>
                <a:gd name="connsiteX1390" fmla="*/ 602837 w 619125"/>
                <a:gd name="connsiteY1390" fmla="*/ 155257 h 390525"/>
                <a:gd name="connsiteX1391" fmla="*/ 602837 w 619125"/>
                <a:gd name="connsiteY1391" fmla="*/ 154781 h 390525"/>
                <a:gd name="connsiteX1392" fmla="*/ 603028 w 619125"/>
                <a:gd name="connsiteY1392" fmla="*/ 154400 h 390525"/>
                <a:gd name="connsiteX1393" fmla="*/ 603504 w 619125"/>
                <a:gd name="connsiteY1393" fmla="*/ 154210 h 390525"/>
                <a:gd name="connsiteX1394" fmla="*/ 603885 w 619125"/>
                <a:gd name="connsiteY1394" fmla="*/ 154305 h 390525"/>
                <a:gd name="connsiteX1395" fmla="*/ 604171 w 619125"/>
                <a:gd name="connsiteY1395" fmla="*/ 154591 h 390525"/>
                <a:gd name="connsiteX1396" fmla="*/ 604456 w 619125"/>
                <a:gd name="connsiteY1396" fmla="*/ 154781 h 390525"/>
                <a:gd name="connsiteX1397" fmla="*/ 604838 w 619125"/>
                <a:gd name="connsiteY1397" fmla="*/ 154781 h 390525"/>
                <a:gd name="connsiteX1398" fmla="*/ 606266 w 619125"/>
                <a:gd name="connsiteY1398" fmla="*/ 154400 h 390525"/>
                <a:gd name="connsiteX1399" fmla="*/ 607123 w 619125"/>
                <a:gd name="connsiteY1399" fmla="*/ 154019 h 390525"/>
                <a:gd name="connsiteX1400" fmla="*/ 607505 w 619125"/>
                <a:gd name="connsiteY1400" fmla="*/ 153448 h 390525"/>
                <a:gd name="connsiteX1401" fmla="*/ 607409 w 619125"/>
                <a:gd name="connsiteY1401" fmla="*/ 152590 h 390525"/>
                <a:gd name="connsiteX1402" fmla="*/ 606933 w 619125"/>
                <a:gd name="connsiteY1402" fmla="*/ 151733 h 390525"/>
                <a:gd name="connsiteX1403" fmla="*/ 606266 w 619125"/>
                <a:gd name="connsiteY1403" fmla="*/ 151067 h 390525"/>
                <a:gd name="connsiteX1404" fmla="*/ 605600 w 619125"/>
                <a:gd name="connsiteY1404" fmla="*/ 150781 h 390525"/>
                <a:gd name="connsiteX1405" fmla="*/ 605219 w 619125"/>
                <a:gd name="connsiteY1405" fmla="*/ 150495 h 390525"/>
                <a:gd name="connsiteX1406" fmla="*/ 604933 w 619125"/>
                <a:gd name="connsiteY1406" fmla="*/ 149923 h 390525"/>
                <a:gd name="connsiteX1407" fmla="*/ 604838 w 619125"/>
                <a:gd name="connsiteY1407" fmla="*/ 149161 h 390525"/>
                <a:gd name="connsiteX1408" fmla="*/ 605123 w 619125"/>
                <a:gd name="connsiteY1408" fmla="*/ 148400 h 390525"/>
                <a:gd name="connsiteX1409" fmla="*/ 605600 w 619125"/>
                <a:gd name="connsiteY1409" fmla="*/ 148114 h 390525"/>
                <a:gd name="connsiteX1410" fmla="*/ 606266 w 619125"/>
                <a:gd name="connsiteY1410" fmla="*/ 148304 h 390525"/>
                <a:gd name="connsiteX1411" fmla="*/ 607028 w 619125"/>
                <a:gd name="connsiteY1411" fmla="*/ 148590 h 390525"/>
                <a:gd name="connsiteX1412" fmla="*/ 607790 w 619125"/>
                <a:gd name="connsiteY1412" fmla="*/ 148780 h 390525"/>
                <a:gd name="connsiteX1413" fmla="*/ 609124 w 619125"/>
                <a:gd name="connsiteY1413" fmla="*/ 148590 h 390525"/>
                <a:gd name="connsiteX1414" fmla="*/ 610743 w 619125"/>
                <a:gd name="connsiteY1414" fmla="*/ 148018 h 390525"/>
                <a:gd name="connsiteX1415" fmla="*/ 612077 w 619125"/>
                <a:gd name="connsiteY1415" fmla="*/ 147352 h 390525"/>
                <a:gd name="connsiteX1416" fmla="*/ 612458 w 619125"/>
                <a:gd name="connsiteY1416" fmla="*/ 146685 h 390525"/>
                <a:gd name="connsiteX1417" fmla="*/ 613601 w 619125"/>
                <a:gd name="connsiteY1417" fmla="*/ 147066 h 390525"/>
                <a:gd name="connsiteX1418" fmla="*/ 613315 w 619125"/>
                <a:gd name="connsiteY1418" fmla="*/ 147923 h 390525"/>
                <a:gd name="connsiteX1419" fmla="*/ 612553 w 619125"/>
                <a:gd name="connsiteY1419" fmla="*/ 148971 h 390525"/>
                <a:gd name="connsiteX1420" fmla="*/ 612458 w 619125"/>
                <a:gd name="connsiteY1420" fmla="*/ 150114 h 390525"/>
                <a:gd name="connsiteX1421" fmla="*/ 613124 w 619125"/>
                <a:gd name="connsiteY1421" fmla="*/ 150685 h 390525"/>
                <a:gd name="connsiteX1422" fmla="*/ 613886 w 619125"/>
                <a:gd name="connsiteY1422" fmla="*/ 150209 h 390525"/>
                <a:gd name="connsiteX1423" fmla="*/ 614648 w 619125"/>
                <a:gd name="connsiteY1423" fmla="*/ 149066 h 390525"/>
                <a:gd name="connsiteX1424" fmla="*/ 615125 w 619125"/>
                <a:gd name="connsiteY1424" fmla="*/ 147923 h 390525"/>
                <a:gd name="connsiteX1425" fmla="*/ 614553 w 619125"/>
                <a:gd name="connsiteY1425" fmla="*/ 146113 h 390525"/>
                <a:gd name="connsiteX1426" fmla="*/ 615696 w 619125"/>
                <a:gd name="connsiteY1426" fmla="*/ 137827 h 390525"/>
                <a:gd name="connsiteX1427" fmla="*/ 613505 w 619125"/>
                <a:gd name="connsiteY1427" fmla="*/ 138589 h 390525"/>
                <a:gd name="connsiteX1428" fmla="*/ 609410 w 619125"/>
                <a:gd name="connsiteY1428" fmla="*/ 137541 h 390525"/>
                <a:gd name="connsiteX1429" fmla="*/ 607409 w 619125"/>
                <a:gd name="connsiteY1429" fmla="*/ 137827 h 390525"/>
                <a:gd name="connsiteX1430" fmla="*/ 607505 w 619125"/>
                <a:gd name="connsiteY1430" fmla="*/ 139446 h 390525"/>
                <a:gd name="connsiteX1431" fmla="*/ 606457 w 619125"/>
                <a:gd name="connsiteY1431" fmla="*/ 140208 h 390525"/>
                <a:gd name="connsiteX1432" fmla="*/ 605219 w 619125"/>
                <a:gd name="connsiteY1432" fmla="*/ 139922 h 390525"/>
                <a:gd name="connsiteX1433" fmla="*/ 604647 w 619125"/>
                <a:gd name="connsiteY1433" fmla="*/ 138398 h 390525"/>
                <a:gd name="connsiteX1434" fmla="*/ 605314 w 619125"/>
                <a:gd name="connsiteY1434" fmla="*/ 136874 h 390525"/>
                <a:gd name="connsiteX1435" fmla="*/ 608267 w 619125"/>
                <a:gd name="connsiteY1435" fmla="*/ 134779 h 390525"/>
                <a:gd name="connsiteX1436" fmla="*/ 608933 w 619125"/>
                <a:gd name="connsiteY1436" fmla="*/ 133921 h 390525"/>
                <a:gd name="connsiteX1437" fmla="*/ 608743 w 619125"/>
                <a:gd name="connsiteY1437" fmla="*/ 132778 h 390525"/>
                <a:gd name="connsiteX1438" fmla="*/ 608171 w 619125"/>
                <a:gd name="connsiteY1438" fmla="*/ 132302 h 390525"/>
                <a:gd name="connsiteX1439" fmla="*/ 607600 w 619125"/>
                <a:gd name="connsiteY1439" fmla="*/ 132017 h 390525"/>
                <a:gd name="connsiteX1440" fmla="*/ 607314 w 619125"/>
                <a:gd name="connsiteY1440" fmla="*/ 131540 h 390525"/>
                <a:gd name="connsiteX1441" fmla="*/ 607314 w 619125"/>
                <a:gd name="connsiteY1441" fmla="*/ 130588 h 390525"/>
                <a:gd name="connsiteX1442" fmla="*/ 607790 w 619125"/>
                <a:gd name="connsiteY1442" fmla="*/ 128778 h 390525"/>
                <a:gd name="connsiteX1443" fmla="*/ 607981 w 619125"/>
                <a:gd name="connsiteY1443" fmla="*/ 126873 h 390525"/>
                <a:gd name="connsiteX1444" fmla="*/ 608267 w 619125"/>
                <a:gd name="connsiteY1444" fmla="*/ 125825 h 390525"/>
                <a:gd name="connsiteX1445" fmla="*/ 608743 w 619125"/>
                <a:gd name="connsiteY1445" fmla="*/ 125158 h 390525"/>
                <a:gd name="connsiteX1446" fmla="*/ 609600 w 619125"/>
                <a:gd name="connsiteY1446" fmla="*/ 125444 h 390525"/>
                <a:gd name="connsiteX1447" fmla="*/ 609695 w 619125"/>
                <a:gd name="connsiteY1447" fmla="*/ 126111 h 390525"/>
                <a:gd name="connsiteX1448" fmla="*/ 609600 w 619125"/>
                <a:gd name="connsiteY1448" fmla="*/ 129635 h 390525"/>
                <a:gd name="connsiteX1449" fmla="*/ 610076 w 619125"/>
                <a:gd name="connsiteY1449" fmla="*/ 129635 h 390525"/>
                <a:gd name="connsiteX1450" fmla="*/ 611029 w 619125"/>
                <a:gd name="connsiteY1450" fmla="*/ 126682 h 390525"/>
                <a:gd name="connsiteX1451" fmla="*/ 613220 w 619125"/>
                <a:gd name="connsiteY1451" fmla="*/ 125158 h 390525"/>
                <a:gd name="connsiteX1452" fmla="*/ 615887 w 619125"/>
                <a:gd name="connsiteY1452" fmla="*/ 125063 h 390525"/>
                <a:gd name="connsiteX1453" fmla="*/ 618363 w 619125"/>
                <a:gd name="connsiteY1453" fmla="*/ 126301 h 390525"/>
                <a:gd name="connsiteX1454" fmla="*/ 618554 w 619125"/>
                <a:gd name="connsiteY1454" fmla="*/ 124968 h 390525"/>
                <a:gd name="connsiteX1455" fmla="*/ 617887 w 619125"/>
                <a:gd name="connsiteY1455" fmla="*/ 124206 h 390525"/>
                <a:gd name="connsiteX1456" fmla="*/ 617411 w 619125"/>
                <a:gd name="connsiteY1456" fmla="*/ 123444 h 390525"/>
                <a:gd name="connsiteX1457" fmla="*/ 618268 w 619125"/>
                <a:gd name="connsiteY1457" fmla="*/ 122206 h 390525"/>
                <a:gd name="connsiteX1458" fmla="*/ 619125 w 619125"/>
                <a:gd name="connsiteY1458" fmla="*/ 121825 h 390525"/>
                <a:gd name="connsiteX1459" fmla="*/ 622649 w 619125"/>
                <a:gd name="connsiteY1459" fmla="*/ 121444 h 390525"/>
                <a:gd name="connsiteX1460" fmla="*/ 622649 w 619125"/>
                <a:gd name="connsiteY1460" fmla="*/ 120777 h 390525"/>
                <a:gd name="connsiteX1461" fmla="*/ 621411 w 619125"/>
                <a:gd name="connsiteY1461" fmla="*/ 120396 h 390525"/>
                <a:gd name="connsiteX1462" fmla="*/ 620554 w 619125"/>
                <a:gd name="connsiteY1462" fmla="*/ 119729 h 390525"/>
                <a:gd name="connsiteX1463" fmla="*/ 620078 w 619125"/>
                <a:gd name="connsiteY1463" fmla="*/ 118586 h 390525"/>
                <a:gd name="connsiteX1464" fmla="*/ 619887 w 619125"/>
                <a:gd name="connsiteY1464" fmla="*/ 116967 h 390525"/>
                <a:gd name="connsiteX1465" fmla="*/ 619506 w 619125"/>
                <a:gd name="connsiteY1465" fmla="*/ 116300 h 390525"/>
                <a:gd name="connsiteX1466" fmla="*/ 617696 w 619125"/>
                <a:gd name="connsiteY1466" fmla="*/ 114014 h 390525"/>
                <a:gd name="connsiteX1467" fmla="*/ 617125 w 619125"/>
                <a:gd name="connsiteY1467" fmla="*/ 113157 h 390525"/>
                <a:gd name="connsiteX1468" fmla="*/ 616268 w 619125"/>
                <a:gd name="connsiteY1468" fmla="*/ 109538 h 390525"/>
                <a:gd name="connsiteX1469" fmla="*/ 616268 w 619125"/>
                <a:gd name="connsiteY1469" fmla="*/ 108680 h 390525"/>
                <a:gd name="connsiteX1470" fmla="*/ 616934 w 619125"/>
                <a:gd name="connsiteY1470" fmla="*/ 108775 h 390525"/>
                <a:gd name="connsiteX1471" fmla="*/ 619887 w 619125"/>
                <a:gd name="connsiteY1471" fmla="*/ 111157 h 390525"/>
                <a:gd name="connsiteX1472" fmla="*/ 619601 w 619125"/>
                <a:gd name="connsiteY1472" fmla="*/ 109252 h 390525"/>
                <a:gd name="connsiteX1473" fmla="*/ 617982 w 619125"/>
                <a:gd name="connsiteY1473" fmla="*/ 106204 h 390525"/>
                <a:gd name="connsiteX1474" fmla="*/ 618554 w 619125"/>
                <a:gd name="connsiteY1474" fmla="*/ 105727 h 390525"/>
                <a:gd name="connsiteX1475" fmla="*/ 619125 w 619125"/>
                <a:gd name="connsiteY1475" fmla="*/ 105442 h 390525"/>
                <a:gd name="connsiteX1476" fmla="*/ 621506 w 619125"/>
                <a:gd name="connsiteY1476" fmla="*/ 103632 h 390525"/>
                <a:gd name="connsiteX1477" fmla="*/ 624840 w 619125"/>
                <a:gd name="connsiteY1477" fmla="*/ 102298 h 390525"/>
                <a:gd name="connsiteX1478" fmla="*/ 626650 w 619125"/>
                <a:gd name="connsiteY1478" fmla="*/ 103251 h 390525"/>
                <a:gd name="connsiteX1479" fmla="*/ 627412 w 619125"/>
                <a:gd name="connsiteY1479" fmla="*/ 101727 h 390525"/>
                <a:gd name="connsiteX1480" fmla="*/ 628079 w 619125"/>
                <a:gd name="connsiteY1480" fmla="*/ 99441 h 390525"/>
                <a:gd name="connsiteX1481" fmla="*/ 477679 w 619125"/>
                <a:gd name="connsiteY1481" fmla="*/ 10858 h 390525"/>
                <a:gd name="connsiteX1482" fmla="*/ 478250 w 619125"/>
                <a:gd name="connsiteY1482" fmla="*/ 10287 h 390525"/>
                <a:gd name="connsiteX1483" fmla="*/ 478822 w 619125"/>
                <a:gd name="connsiteY1483" fmla="*/ 9906 h 390525"/>
                <a:gd name="connsiteX1484" fmla="*/ 479108 w 619125"/>
                <a:gd name="connsiteY1484" fmla="*/ 9811 h 390525"/>
                <a:gd name="connsiteX1485" fmla="*/ 479393 w 619125"/>
                <a:gd name="connsiteY1485" fmla="*/ 9715 h 390525"/>
                <a:gd name="connsiteX1486" fmla="*/ 480060 w 619125"/>
                <a:gd name="connsiteY1486" fmla="*/ 9144 h 390525"/>
                <a:gd name="connsiteX1487" fmla="*/ 479870 w 619125"/>
                <a:gd name="connsiteY1487" fmla="*/ 8287 h 390525"/>
                <a:gd name="connsiteX1488" fmla="*/ 478727 w 619125"/>
                <a:gd name="connsiteY1488" fmla="*/ 8192 h 390525"/>
                <a:gd name="connsiteX1489" fmla="*/ 477774 w 619125"/>
                <a:gd name="connsiteY1489" fmla="*/ 9049 h 390525"/>
                <a:gd name="connsiteX1490" fmla="*/ 477393 w 619125"/>
                <a:gd name="connsiteY1490" fmla="*/ 9715 h 390525"/>
                <a:gd name="connsiteX1491" fmla="*/ 477203 w 619125"/>
                <a:gd name="connsiteY1491" fmla="*/ 10192 h 390525"/>
                <a:gd name="connsiteX1492" fmla="*/ 477203 w 619125"/>
                <a:gd name="connsiteY1492" fmla="*/ 10858 h 390525"/>
                <a:gd name="connsiteX1493" fmla="*/ 477679 w 619125"/>
                <a:gd name="connsiteY1493" fmla="*/ 10858 h 390525"/>
                <a:gd name="connsiteX1494" fmla="*/ 486346 w 619125"/>
                <a:gd name="connsiteY1494" fmla="*/ 1143 h 390525"/>
                <a:gd name="connsiteX1495" fmla="*/ 486632 w 619125"/>
                <a:gd name="connsiteY1495" fmla="*/ 1143 h 390525"/>
                <a:gd name="connsiteX1496" fmla="*/ 487109 w 619125"/>
                <a:gd name="connsiteY1496" fmla="*/ 1238 h 390525"/>
                <a:gd name="connsiteX1497" fmla="*/ 487204 w 619125"/>
                <a:gd name="connsiteY1497" fmla="*/ 857 h 390525"/>
                <a:gd name="connsiteX1498" fmla="*/ 486632 w 619125"/>
                <a:gd name="connsiteY1498" fmla="*/ 0 h 390525"/>
                <a:gd name="connsiteX1499" fmla="*/ 485775 w 619125"/>
                <a:gd name="connsiteY1499" fmla="*/ 286 h 390525"/>
                <a:gd name="connsiteX1500" fmla="*/ 485870 w 619125"/>
                <a:gd name="connsiteY1500" fmla="*/ 1048 h 390525"/>
                <a:gd name="connsiteX1501" fmla="*/ 486346 w 619125"/>
                <a:gd name="connsiteY1501" fmla="*/ 1143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</a:cxnLst>
              <a:rect l="l" t="t" r="r" b="b"/>
              <a:pathLst>
                <a:path w="619125" h="390525">
                  <a:moveTo>
                    <a:pt x="471011" y="48196"/>
                  </a:moveTo>
                  <a:lnTo>
                    <a:pt x="471297" y="49244"/>
                  </a:lnTo>
                  <a:lnTo>
                    <a:pt x="472154" y="49625"/>
                  </a:lnTo>
                  <a:lnTo>
                    <a:pt x="472916" y="50292"/>
                  </a:lnTo>
                  <a:lnTo>
                    <a:pt x="473583" y="50387"/>
                  </a:lnTo>
                  <a:lnTo>
                    <a:pt x="473964" y="49244"/>
                  </a:lnTo>
                  <a:lnTo>
                    <a:pt x="473869" y="47720"/>
                  </a:lnTo>
                  <a:lnTo>
                    <a:pt x="473107" y="46101"/>
                  </a:lnTo>
                  <a:lnTo>
                    <a:pt x="471964" y="45244"/>
                  </a:lnTo>
                  <a:lnTo>
                    <a:pt x="471392" y="45244"/>
                  </a:lnTo>
                  <a:lnTo>
                    <a:pt x="471011" y="48196"/>
                  </a:lnTo>
                  <a:close/>
                  <a:moveTo>
                    <a:pt x="462439" y="45244"/>
                  </a:moveTo>
                  <a:lnTo>
                    <a:pt x="462629" y="45339"/>
                  </a:lnTo>
                  <a:lnTo>
                    <a:pt x="463010" y="45148"/>
                  </a:lnTo>
                  <a:lnTo>
                    <a:pt x="463201" y="44196"/>
                  </a:lnTo>
                  <a:lnTo>
                    <a:pt x="463201" y="42767"/>
                  </a:lnTo>
                  <a:lnTo>
                    <a:pt x="462629" y="41910"/>
                  </a:lnTo>
                  <a:lnTo>
                    <a:pt x="461677" y="42005"/>
                  </a:lnTo>
                  <a:lnTo>
                    <a:pt x="461296" y="43053"/>
                  </a:lnTo>
                  <a:lnTo>
                    <a:pt x="461867" y="44482"/>
                  </a:lnTo>
                  <a:lnTo>
                    <a:pt x="462439" y="45244"/>
                  </a:lnTo>
                  <a:close/>
                  <a:moveTo>
                    <a:pt x="468821" y="42577"/>
                  </a:moveTo>
                  <a:lnTo>
                    <a:pt x="469297" y="43053"/>
                  </a:lnTo>
                  <a:lnTo>
                    <a:pt x="469963" y="43434"/>
                  </a:lnTo>
                  <a:lnTo>
                    <a:pt x="470821" y="43625"/>
                  </a:lnTo>
                  <a:lnTo>
                    <a:pt x="471392" y="43053"/>
                  </a:lnTo>
                  <a:lnTo>
                    <a:pt x="470821" y="41910"/>
                  </a:lnTo>
                  <a:lnTo>
                    <a:pt x="469583" y="41053"/>
                  </a:lnTo>
                  <a:lnTo>
                    <a:pt x="468439" y="40957"/>
                  </a:lnTo>
                  <a:lnTo>
                    <a:pt x="468249" y="41529"/>
                  </a:lnTo>
                  <a:lnTo>
                    <a:pt x="468439" y="41910"/>
                  </a:lnTo>
                  <a:lnTo>
                    <a:pt x="468821" y="42577"/>
                  </a:lnTo>
                  <a:close/>
                  <a:moveTo>
                    <a:pt x="473583" y="24098"/>
                  </a:moveTo>
                  <a:lnTo>
                    <a:pt x="474155" y="24098"/>
                  </a:lnTo>
                  <a:lnTo>
                    <a:pt x="475107" y="23908"/>
                  </a:lnTo>
                  <a:lnTo>
                    <a:pt x="475107" y="23336"/>
                  </a:lnTo>
                  <a:lnTo>
                    <a:pt x="474155" y="22860"/>
                  </a:lnTo>
                  <a:lnTo>
                    <a:pt x="472726" y="21146"/>
                  </a:lnTo>
                  <a:lnTo>
                    <a:pt x="472440" y="22384"/>
                  </a:lnTo>
                  <a:lnTo>
                    <a:pt x="473107" y="23813"/>
                  </a:lnTo>
                  <a:lnTo>
                    <a:pt x="473583" y="24098"/>
                  </a:lnTo>
                  <a:close/>
                  <a:moveTo>
                    <a:pt x="628079" y="99441"/>
                  </a:moveTo>
                  <a:lnTo>
                    <a:pt x="627412" y="98965"/>
                  </a:lnTo>
                  <a:lnTo>
                    <a:pt x="626173" y="99060"/>
                  </a:lnTo>
                  <a:lnTo>
                    <a:pt x="621983" y="98584"/>
                  </a:lnTo>
                  <a:lnTo>
                    <a:pt x="621030" y="98965"/>
                  </a:lnTo>
                  <a:lnTo>
                    <a:pt x="620268" y="100013"/>
                  </a:lnTo>
                  <a:lnTo>
                    <a:pt x="618554" y="100298"/>
                  </a:lnTo>
                  <a:lnTo>
                    <a:pt x="611981" y="99250"/>
                  </a:lnTo>
                  <a:lnTo>
                    <a:pt x="611696" y="99060"/>
                  </a:lnTo>
                  <a:lnTo>
                    <a:pt x="611505" y="98203"/>
                  </a:lnTo>
                  <a:lnTo>
                    <a:pt x="611219" y="97917"/>
                  </a:lnTo>
                  <a:lnTo>
                    <a:pt x="610648" y="97917"/>
                  </a:lnTo>
                  <a:lnTo>
                    <a:pt x="610267" y="98203"/>
                  </a:lnTo>
                  <a:lnTo>
                    <a:pt x="609886" y="98488"/>
                  </a:lnTo>
                  <a:lnTo>
                    <a:pt x="609505" y="98679"/>
                  </a:lnTo>
                  <a:lnTo>
                    <a:pt x="596646" y="98679"/>
                  </a:lnTo>
                  <a:lnTo>
                    <a:pt x="595217" y="98107"/>
                  </a:lnTo>
                  <a:lnTo>
                    <a:pt x="593884" y="95440"/>
                  </a:lnTo>
                  <a:lnTo>
                    <a:pt x="592550" y="94583"/>
                  </a:lnTo>
                  <a:lnTo>
                    <a:pt x="590836" y="94774"/>
                  </a:lnTo>
                  <a:lnTo>
                    <a:pt x="589693" y="95821"/>
                  </a:lnTo>
                  <a:lnTo>
                    <a:pt x="588740" y="97346"/>
                  </a:lnTo>
                  <a:lnTo>
                    <a:pt x="587597" y="98774"/>
                  </a:lnTo>
                  <a:lnTo>
                    <a:pt x="585883" y="97250"/>
                  </a:lnTo>
                  <a:lnTo>
                    <a:pt x="584263" y="94869"/>
                  </a:lnTo>
                  <a:lnTo>
                    <a:pt x="583311" y="92202"/>
                  </a:lnTo>
                  <a:lnTo>
                    <a:pt x="583787" y="90488"/>
                  </a:lnTo>
                  <a:lnTo>
                    <a:pt x="585121" y="89059"/>
                  </a:lnTo>
                  <a:lnTo>
                    <a:pt x="585026" y="87249"/>
                  </a:lnTo>
                  <a:lnTo>
                    <a:pt x="584073" y="85439"/>
                  </a:lnTo>
                  <a:lnTo>
                    <a:pt x="582644" y="84201"/>
                  </a:lnTo>
                  <a:lnTo>
                    <a:pt x="581692" y="85249"/>
                  </a:lnTo>
                  <a:lnTo>
                    <a:pt x="580549" y="85534"/>
                  </a:lnTo>
                  <a:lnTo>
                    <a:pt x="579501" y="85153"/>
                  </a:lnTo>
                  <a:lnTo>
                    <a:pt x="578834" y="84201"/>
                  </a:lnTo>
                  <a:lnTo>
                    <a:pt x="578358" y="84201"/>
                  </a:lnTo>
                  <a:lnTo>
                    <a:pt x="578739" y="86011"/>
                  </a:lnTo>
                  <a:lnTo>
                    <a:pt x="577882" y="86773"/>
                  </a:lnTo>
                  <a:lnTo>
                    <a:pt x="576453" y="87058"/>
                  </a:lnTo>
                  <a:lnTo>
                    <a:pt x="575024" y="87630"/>
                  </a:lnTo>
                  <a:lnTo>
                    <a:pt x="574262" y="88678"/>
                  </a:lnTo>
                  <a:lnTo>
                    <a:pt x="572548" y="91726"/>
                  </a:lnTo>
                  <a:lnTo>
                    <a:pt x="571500" y="92392"/>
                  </a:lnTo>
                  <a:lnTo>
                    <a:pt x="571214" y="93250"/>
                  </a:lnTo>
                  <a:lnTo>
                    <a:pt x="572738" y="97060"/>
                  </a:lnTo>
                  <a:lnTo>
                    <a:pt x="571976" y="97917"/>
                  </a:lnTo>
                  <a:lnTo>
                    <a:pt x="569500" y="98107"/>
                  </a:lnTo>
                  <a:lnTo>
                    <a:pt x="568928" y="97917"/>
                  </a:lnTo>
                  <a:lnTo>
                    <a:pt x="568547" y="97250"/>
                  </a:lnTo>
                  <a:lnTo>
                    <a:pt x="568547" y="96393"/>
                  </a:lnTo>
                  <a:lnTo>
                    <a:pt x="568928" y="95631"/>
                  </a:lnTo>
                  <a:lnTo>
                    <a:pt x="569595" y="95155"/>
                  </a:lnTo>
                  <a:lnTo>
                    <a:pt x="569595" y="94583"/>
                  </a:lnTo>
                  <a:lnTo>
                    <a:pt x="568071" y="94107"/>
                  </a:lnTo>
                  <a:lnTo>
                    <a:pt x="551688" y="94393"/>
                  </a:lnTo>
                  <a:lnTo>
                    <a:pt x="545878" y="93250"/>
                  </a:lnTo>
                  <a:lnTo>
                    <a:pt x="545306" y="93059"/>
                  </a:lnTo>
                  <a:lnTo>
                    <a:pt x="544735" y="92678"/>
                  </a:lnTo>
                  <a:lnTo>
                    <a:pt x="543973" y="92392"/>
                  </a:lnTo>
                  <a:lnTo>
                    <a:pt x="542925" y="92488"/>
                  </a:lnTo>
                  <a:lnTo>
                    <a:pt x="542258" y="92773"/>
                  </a:lnTo>
                  <a:lnTo>
                    <a:pt x="541401" y="93345"/>
                  </a:lnTo>
                  <a:lnTo>
                    <a:pt x="540639" y="94107"/>
                  </a:lnTo>
                  <a:lnTo>
                    <a:pt x="540258" y="95155"/>
                  </a:lnTo>
                  <a:lnTo>
                    <a:pt x="543973" y="94297"/>
                  </a:lnTo>
                  <a:lnTo>
                    <a:pt x="545592" y="94774"/>
                  </a:lnTo>
                  <a:lnTo>
                    <a:pt x="547306" y="96583"/>
                  </a:lnTo>
                  <a:lnTo>
                    <a:pt x="545306" y="96774"/>
                  </a:lnTo>
                  <a:lnTo>
                    <a:pt x="540544" y="98012"/>
                  </a:lnTo>
                  <a:lnTo>
                    <a:pt x="538829" y="97631"/>
                  </a:lnTo>
                  <a:lnTo>
                    <a:pt x="537210" y="95726"/>
                  </a:lnTo>
                  <a:lnTo>
                    <a:pt x="536162" y="94869"/>
                  </a:lnTo>
                  <a:lnTo>
                    <a:pt x="534924" y="94488"/>
                  </a:lnTo>
                  <a:lnTo>
                    <a:pt x="532447" y="94202"/>
                  </a:lnTo>
                  <a:lnTo>
                    <a:pt x="531305" y="93726"/>
                  </a:lnTo>
                  <a:lnTo>
                    <a:pt x="530828" y="92869"/>
                  </a:lnTo>
                  <a:lnTo>
                    <a:pt x="530257" y="90583"/>
                  </a:lnTo>
                  <a:lnTo>
                    <a:pt x="528923" y="88582"/>
                  </a:lnTo>
                  <a:lnTo>
                    <a:pt x="527113" y="86868"/>
                  </a:lnTo>
                  <a:lnTo>
                    <a:pt x="525304" y="85630"/>
                  </a:lnTo>
                  <a:lnTo>
                    <a:pt x="523685" y="83915"/>
                  </a:lnTo>
                  <a:lnTo>
                    <a:pt x="523685" y="82201"/>
                  </a:lnTo>
                  <a:lnTo>
                    <a:pt x="525018" y="80963"/>
                  </a:lnTo>
                  <a:lnTo>
                    <a:pt x="527495" y="80772"/>
                  </a:lnTo>
                  <a:lnTo>
                    <a:pt x="526256" y="79438"/>
                  </a:lnTo>
                  <a:lnTo>
                    <a:pt x="524637" y="78200"/>
                  </a:lnTo>
                  <a:lnTo>
                    <a:pt x="522922" y="77152"/>
                  </a:lnTo>
                  <a:lnTo>
                    <a:pt x="521494" y="76676"/>
                  </a:lnTo>
                  <a:lnTo>
                    <a:pt x="522065" y="77343"/>
                  </a:lnTo>
                  <a:lnTo>
                    <a:pt x="523208" y="79438"/>
                  </a:lnTo>
                  <a:lnTo>
                    <a:pt x="520827" y="81439"/>
                  </a:lnTo>
                  <a:lnTo>
                    <a:pt x="517874" y="82391"/>
                  </a:lnTo>
                  <a:lnTo>
                    <a:pt x="508540" y="82963"/>
                  </a:lnTo>
                  <a:lnTo>
                    <a:pt x="506921" y="82772"/>
                  </a:lnTo>
                  <a:lnTo>
                    <a:pt x="505587" y="82201"/>
                  </a:lnTo>
                  <a:lnTo>
                    <a:pt x="504539" y="80963"/>
                  </a:lnTo>
                  <a:lnTo>
                    <a:pt x="503968" y="79343"/>
                  </a:lnTo>
                  <a:lnTo>
                    <a:pt x="504063" y="77724"/>
                  </a:lnTo>
                  <a:lnTo>
                    <a:pt x="505111" y="76581"/>
                  </a:lnTo>
                  <a:lnTo>
                    <a:pt x="503682" y="75152"/>
                  </a:lnTo>
                  <a:lnTo>
                    <a:pt x="503872" y="73914"/>
                  </a:lnTo>
                  <a:lnTo>
                    <a:pt x="504730" y="72676"/>
                  </a:lnTo>
                  <a:lnTo>
                    <a:pt x="505206" y="71438"/>
                  </a:lnTo>
                  <a:lnTo>
                    <a:pt x="504349" y="70294"/>
                  </a:lnTo>
                  <a:lnTo>
                    <a:pt x="502348" y="69628"/>
                  </a:lnTo>
                  <a:lnTo>
                    <a:pt x="498634" y="69056"/>
                  </a:lnTo>
                  <a:lnTo>
                    <a:pt x="497681" y="69151"/>
                  </a:lnTo>
                  <a:lnTo>
                    <a:pt x="496824" y="69342"/>
                  </a:lnTo>
                  <a:lnTo>
                    <a:pt x="495967" y="69342"/>
                  </a:lnTo>
                  <a:lnTo>
                    <a:pt x="495110" y="68675"/>
                  </a:lnTo>
                  <a:lnTo>
                    <a:pt x="494633" y="67723"/>
                  </a:lnTo>
                  <a:lnTo>
                    <a:pt x="494252" y="66675"/>
                  </a:lnTo>
                  <a:lnTo>
                    <a:pt x="493776" y="65818"/>
                  </a:lnTo>
                  <a:lnTo>
                    <a:pt x="492919" y="65437"/>
                  </a:lnTo>
                  <a:lnTo>
                    <a:pt x="491395" y="65056"/>
                  </a:lnTo>
                  <a:lnTo>
                    <a:pt x="489966" y="64103"/>
                  </a:lnTo>
                  <a:lnTo>
                    <a:pt x="488728" y="62770"/>
                  </a:lnTo>
                  <a:lnTo>
                    <a:pt x="487775" y="61246"/>
                  </a:lnTo>
                  <a:lnTo>
                    <a:pt x="488728" y="59436"/>
                  </a:lnTo>
                  <a:lnTo>
                    <a:pt x="487489" y="58102"/>
                  </a:lnTo>
                  <a:lnTo>
                    <a:pt x="485394" y="57340"/>
                  </a:lnTo>
                  <a:lnTo>
                    <a:pt x="483680" y="57055"/>
                  </a:lnTo>
                  <a:lnTo>
                    <a:pt x="482727" y="57245"/>
                  </a:lnTo>
                  <a:lnTo>
                    <a:pt x="481203" y="58198"/>
                  </a:lnTo>
                  <a:lnTo>
                    <a:pt x="480441" y="58388"/>
                  </a:lnTo>
                  <a:lnTo>
                    <a:pt x="479203" y="58293"/>
                  </a:lnTo>
                  <a:lnTo>
                    <a:pt x="476250" y="57055"/>
                  </a:lnTo>
                  <a:lnTo>
                    <a:pt x="472535" y="56578"/>
                  </a:lnTo>
                  <a:lnTo>
                    <a:pt x="469868" y="57912"/>
                  </a:lnTo>
                  <a:lnTo>
                    <a:pt x="467392" y="59817"/>
                  </a:lnTo>
                  <a:lnTo>
                    <a:pt x="464248" y="61150"/>
                  </a:lnTo>
                  <a:lnTo>
                    <a:pt x="460915" y="61817"/>
                  </a:lnTo>
                  <a:lnTo>
                    <a:pt x="458629" y="63627"/>
                  </a:lnTo>
                  <a:lnTo>
                    <a:pt x="457962" y="63913"/>
                  </a:lnTo>
                  <a:lnTo>
                    <a:pt x="450533" y="65246"/>
                  </a:lnTo>
                  <a:lnTo>
                    <a:pt x="448913" y="66199"/>
                  </a:lnTo>
                  <a:lnTo>
                    <a:pt x="446342" y="68866"/>
                  </a:lnTo>
                  <a:lnTo>
                    <a:pt x="444818" y="69437"/>
                  </a:lnTo>
                  <a:lnTo>
                    <a:pt x="444341" y="69628"/>
                  </a:lnTo>
                  <a:lnTo>
                    <a:pt x="442913" y="70580"/>
                  </a:lnTo>
                  <a:lnTo>
                    <a:pt x="438340" y="71438"/>
                  </a:lnTo>
                  <a:lnTo>
                    <a:pt x="431006" y="71438"/>
                  </a:lnTo>
                  <a:lnTo>
                    <a:pt x="430625" y="71628"/>
                  </a:lnTo>
                  <a:lnTo>
                    <a:pt x="431197" y="72104"/>
                  </a:lnTo>
                  <a:lnTo>
                    <a:pt x="432149" y="72580"/>
                  </a:lnTo>
                  <a:lnTo>
                    <a:pt x="433102" y="72771"/>
                  </a:lnTo>
                  <a:lnTo>
                    <a:pt x="435578" y="72771"/>
                  </a:lnTo>
                  <a:lnTo>
                    <a:pt x="436817" y="72961"/>
                  </a:lnTo>
                  <a:lnTo>
                    <a:pt x="437864" y="73438"/>
                  </a:lnTo>
                  <a:lnTo>
                    <a:pt x="439198" y="76771"/>
                  </a:lnTo>
                  <a:lnTo>
                    <a:pt x="437197" y="80200"/>
                  </a:lnTo>
                  <a:lnTo>
                    <a:pt x="428435" y="88868"/>
                  </a:lnTo>
                  <a:lnTo>
                    <a:pt x="418243" y="96012"/>
                  </a:lnTo>
                  <a:lnTo>
                    <a:pt x="414147" y="97822"/>
                  </a:lnTo>
                  <a:lnTo>
                    <a:pt x="413290" y="97917"/>
                  </a:lnTo>
                  <a:lnTo>
                    <a:pt x="412528" y="98774"/>
                  </a:lnTo>
                  <a:lnTo>
                    <a:pt x="407765" y="101632"/>
                  </a:lnTo>
                  <a:lnTo>
                    <a:pt x="404051" y="103060"/>
                  </a:lnTo>
                  <a:lnTo>
                    <a:pt x="402146" y="104108"/>
                  </a:lnTo>
                  <a:lnTo>
                    <a:pt x="401098" y="105727"/>
                  </a:lnTo>
                  <a:lnTo>
                    <a:pt x="402431" y="107918"/>
                  </a:lnTo>
                  <a:lnTo>
                    <a:pt x="404241" y="111633"/>
                  </a:lnTo>
                  <a:lnTo>
                    <a:pt x="405098" y="115157"/>
                  </a:lnTo>
                  <a:lnTo>
                    <a:pt x="403479" y="116681"/>
                  </a:lnTo>
                  <a:lnTo>
                    <a:pt x="396621" y="122015"/>
                  </a:lnTo>
                  <a:lnTo>
                    <a:pt x="395573" y="123349"/>
                  </a:lnTo>
                  <a:lnTo>
                    <a:pt x="394906" y="124873"/>
                  </a:lnTo>
                  <a:lnTo>
                    <a:pt x="390620" y="125921"/>
                  </a:lnTo>
                  <a:lnTo>
                    <a:pt x="386144" y="126301"/>
                  </a:lnTo>
                  <a:lnTo>
                    <a:pt x="378333" y="125921"/>
                  </a:lnTo>
                  <a:lnTo>
                    <a:pt x="376333" y="126301"/>
                  </a:lnTo>
                  <a:lnTo>
                    <a:pt x="375190" y="126111"/>
                  </a:lnTo>
                  <a:lnTo>
                    <a:pt x="371285" y="126682"/>
                  </a:lnTo>
                  <a:lnTo>
                    <a:pt x="368618" y="127921"/>
                  </a:lnTo>
                  <a:lnTo>
                    <a:pt x="356330" y="126206"/>
                  </a:lnTo>
                  <a:lnTo>
                    <a:pt x="344996" y="122015"/>
                  </a:lnTo>
                  <a:lnTo>
                    <a:pt x="342519" y="119825"/>
                  </a:lnTo>
                  <a:lnTo>
                    <a:pt x="338042" y="117157"/>
                  </a:lnTo>
                  <a:lnTo>
                    <a:pt x="336804" y="115633"/>
                  </a:lnTo>
                  <a:lnTo>
                    <a:pt x="335756" y="114109"/>
                  </a:lnTo>
                  <a:lnTo>
                    <a:pt x="334518" y="112871"/>
                  </a:lnTo>
                  <a:lnTo>
                    <a:pt x="332613" y="112395"/>
                  </a:lnTo>
                  <a:lnTo>
                    <a:pt x="331184" y="111823"/>
                  </a:lnTo>
                  <a:lnTo>
                    <a:pt x="330327" y="110300"/>
                  </a:lnTo>
                  <a:lnTo>
                    <a:pt x="329375" y="106204"/>
                  </a:lnTo>
                  <a:lnTo>
                    <a:pt x="328994" y="102013"/>
                  </a:lnTo>
                  <a:lnTo>
                    <a:pt x="330041" y="86677"/>
                  </a:lnTo>
                  <a:lnTo>
                    <a:pt x="330803" y="82486"/>
                  </a:lnTo>
                  <a:lnTo>
                    <a:pt x="330994" y="80486"/>
                  </a:lnTo>
                  <a:lnTo>
                    <a:pt x="331565" y="78772"/>
                  </a:lnTo>
                  <a:lnTo>
                    <a:pt x="332804" y="76486"/>
                  </a:lnTo>
                  <a:lnTo>
                    <a:pt x="334232" y="74390"/>
                  </a:lnTo>
                  <a:lnTo>
                    <a:pt x="335375" y="70771"/>
                  </a:lnTo>
                  <a:lnTo>
                    <a:pt x="335566" y="69342"/>
                  </a:lnTo>
                  <a:lnTo>
                    <a:pt x="336328" y="67532"/>
                  </a:lnTo>
                  <a:lnTo>
                    <a:pt x="338900" y="65627"/>
                  </a:lnTo>
                  <a:lnTo>
                    <a:pt x="342995" y="65913"/>
                  </a:lnTo>
                  <a:lnTo>
                    <a:pt x="348520" y="69628"/>
                  </a:lnTo>
                  <a:lnTo>
                    <a:pt x="350806" y="72200"/>
                  </a:lnTo>
                  <a:lnTo>
                    <a:pt x="353854" y="72580"/>
                  </a:lnTo>
                  <a:lnTo>
                    <a:pt x="354139" y="68199"/>
                  </a:lnTo>
                  <a:lnTo>
                    <a:pt x="352806" y="62770"/>
                  </a:lnTo>
                  <a:lnTo>
                    <a:pt x="349948" y="59436"/>
                  </a:lnTo>
                  <a:lnTo>
                    <a:pt x="345853" y="57340"/>
                  </a:lnTo>
                  <a:lnTo>
                    <a:pt x="342710" y="54388"/>
                  </a:lnTo>
                  <a:lnTo>
                    <a:pt x="340709" y="48387"/>
                  </a:lnTo>
                  <a:lnTo>
                    <a:pt x="337185" y="44863"/>
                  </a:lnTo>
                  <a:lnTo>
                    <a:pt x="333089" y="43339"/>
                  </a:lnTo>
                  <a:lnTo>
                    <a:pt x="331280" y="40005"/>
                  </a:lnTo>
                  <a:lnTo>
                    <a:pt x="329946" y="36290"/>
                  </a:lnTo>
                  <a:lnTo>
                    <a:pt x="328803" y="34671"/>
                  </a:lnTo>
                  <a:lnTo>
                    <a:pt x="327470" y="33814"/>
                  </a:lnTo>
                  <a:lnTo>
                    <a:pt x="329470" y="29813"/>
                  </a:lnTo>
                  <a:lnTo>
                    <a:pt x="325374" y="27146"/>
                  </a:lnTo>
                  <a:lnTo>
                    <a:pt x="320707" y="24193"/>
                  </a:lnTo>
                  <a:lnTo>
                    <a:pt x="319469" y="24289"/>
                  </a:lnTo>
                  <a:lnTo>
                    <a:pt x="317945" y="24289"/>
                  </a:lnTo>
                  <a:lnTo>
                    <a:pt x="314325" y="23908"/>
                  </a:lnTo>
                  <a:lnTo>
                    <a:pt x="305848" y="24860"/>
                  </a:lnTo>
                  <a:lnTo>
                    <a:pt x="302705" y="26956"/>
                  </a:lnTo>
                  <a:lnTo>
                    <a:pt x="301371" y="28384"/>
                  </a:lnTo>
                  <a:lnTo>
                    <a:pt x="300133" y="30575"/>
                  </a:lnTo>
                  <a:lnTo>
                    <a:pt x="299276" y="31528"/>
                  </a:lnTo>
                  <a:lnTo>
                    <a:pt x="298323" y="31909"/>
                  </a:lnTo>
                  <a:lnTo>
                    <a:pt x="297942" y="32099"/>
                  </a:lnTo>
                  <a:lnTo>
                    <a:pt x="297466" y="32480"/>
                  </a:lnTo>
                  <a:lnTo>
                    <a:pt x="296894" y="32671"/>
                  </a:lnTo>
                  <a:lnTo>
                    <a:pt x="296132" y="32194"/>
                  </a:lnTo>
                  <a:lnTo>
                    <a:pt x="294418" y="30671"/>
                  </a:lnTo>
                  <a:lnTo>
                    <a:pt x="292989" y="30099"/>
                  </a:lnTo>
                  <a:lnTo>
                    <a:pt x="291275" y="29242"/>
                  </a:lnTo>
                  <a:lnTo>
                    <a:pt x="289370" y="28670"/>
                  </a:lnTo>
                  <a:lnTo>
                    <a:pt x="287369" y="28289"/>
                  </a:lnTo>
                  <a:lnTo>
                    <a:pt x="278416" y="26670"/>
                  </a:lnTo>
                  <a:lnTo>
                    <a:pt x="270701" y="24955"/>
                  </a:lnTo>
                  <a:lnTo>
                    <a:pt x="265081" y="25241"/>
                  </a:lnTo>
                  <a:lnTo>
                    <a:pt x="262890" y="24289"/>
                  </a:lnTo>
                  <a:lnTo>
                    <a:pt x="261938" y="24670"/>
                  </a:lnTo>
                  <a:lnTo>
                    <a:pt x="260985" y="25336"/>
                  </a:lnTo>
                  <a:lnTo>
                    <a:pt x="260128" y="25717"/>
                  </a:lnTo>
                  <a:lnTo>
                    <a:pt x="259842" y="25527"/>
                  </a:lnTo>
                  <a:lnTo>
                    <a:pt x="258509" y="25241"/>
                  </a:lnTo>
                  <a:lnTo>
                    <a:pt x="257461" y="24193"/>
                  </a:lnTo>
                  <a:lnTo>
                    <a:pt x="257937" y="23431"/>
                  </a:lnTo>
                  <a:lnTo>
                    <a:pt x="257651" y="22193"/>
                  </a:lnTo>
                  <a:lnTo>
                    <a:pt x="256413" y="21431"/>
                  </a:lnTo>
                  <a:lnTo>
                    <a:pt x="253937" y="19812"/>
                  </a:lnTo>
                  <a:lnTo>
                    <a:pt x="252508" y="19621"/>
                  </a:lnTo>
                  <a:lnTo>
                    <a:pt x="251555" y="20002"/>
                  </a:lnTo>
                  <a:lnTo>
                    <a:pt x="250412" y="18383"/>
                  </a:lnTo>
                  <a:lnTo>
                    <a:pt x="248698" y="16002"/>
                  </a:lnTo>
                  <a:lnTo>
                    <a:pt x="245364" y="14764"/>
                  </a:lnTo>
                  <a:lnTo>
                    <a:pt x="240316" y="12287"/>
                  </a:lnTo>
                  <a:lnTo>
                    <a:pt x="240316" y="12287"/>
                  </a:lnTo>
                  <a:lnTo>
                    <a:pt x="239459" y="12954"/>
                  </a:lnTo>
                  <a:lnTo>
                    <a:pt x="237744" y="13621"/>
                  </a:lnTo>
                  <a:lnTo>
                    <a:pt x="237172" y="13716"/>
                  </a:lnTo>
                  <a:lnTo>
                    <a:pt x="236506" y="14097"/>
                  </a:lnTo>
                  <a:lnTo>
                    <a:pt x="235934" y="14573"/>
                  </a:lnTo>
                  <a:lnTo>
                    <a:pt x="235268" y="15716"/>
                  </a:lnTo>
                  <a:lnTo>
                    <a:pt x="234887" y="16573"/>
                  </a:lnTo>
                  <a:lnTo>
                    <a:pt x="234696" y="17431"/>
                  </a:lnTo>
                  <a:lnTo>
                    <a:pt x="234601" y="19050"/>
                  </a:lnTo>
                  <a:lnTo>
                    <a:pt x="234601" y="20288"/>
                  </a:lnTo>
                  <a:lnTo>
                    <a:pt x="234791" y="20764"/>
                  </a:lnTo>
                  <a:lnTo>
                    <a:pt x="234982" y="21241"/>
                  </a:lnTo>
                  <a:lnTo>
                    <a:pt x="235458" y="22003"/>
                  </a:lnTo>
                  <a:lnTo>
                    <a:pt x="235553" y="22384"/>
                  </a:lnTo>
                  <a:lnTo>
                    <a:pt x="235458" y="22955"/>
                  </a:lnTo>
                  <a:lnTo>
                    <a:pt x="235077" y="23717"/>
                  </a:lnTo>
                  <a:lnTo>
                    <a:pt x="234220" y="25051"/>
                  </a:lnTo>
                  <a:lnTo>
                    <a:pt x="233839" y="25908"/>
                  </a:lnTo>
                  <a:lnTo>
                    <a:pt x="233458" y="26575"/>
                  </a:lnTo>
                  <a:lnTo>
                    <a:pt x="230600" y="29527"/>
                  </a:lnTo>
                  <a:lnTo>
                    <a:pt x="229934" y="30385"/>
                  </a:lnTo>
                  <a:lnTo>
                    <a:pt x="229457" y="31147"/>
                  </a:lnTo>
                  <a:lnTo>
                    <a:pt x="228886" y="31623"/>
                  </a:lnTo>
                  <a:lnTo>
                    <a:pt x="228124" y="32099"/>
                  </a:lnTo>
                  <a:lnTo>
                    <a:pt x="222599" y="33623"/>
                  </a:lnTo>
                  <a:lnTo>
                    <a:pt x="220028" y="33718"/>
                  </a:lnTo>
                  <a:lnTo>
                    <a:pt x="218599" y="34576"/>
                  </a:lnTo>
                  <a:lnTo>
                    <a:pt x="215741" y="38005"/>
                  </a:lnTo>
                  <a:lnTo>
                    <a:pt x="214979" y="39624"/>
                  </a:lnTo>
                  <a:lnTo>
                    <a:pt x="214217" y="40957"/>
                  </a:lnTo>
                  <a:lnTo>
                    <a:pt x="213551" y="42577"/>
                  </a:lnTo>
                  <a:lnTo>
                    <a:pt x="213074" y="44672"/>
                  </a:lnTo>
                  <a:lnTo>
                    <a:pt x="212788" y="45625"/>
                  </a:lnTo>
                  <a:lnTo>
                    <a:pt x="212312" y="46577"/>
                  </a:lnTo>
                  <a:lnTo>
                    <a:pt x="210312" y="48958"/>
                  </a:lnTo>
                  <a:lnTo>
                    <a:pt x="210026" y="49435"/>
                  </a:lnTo>
                  <a:lnTo>
                    <a:pt x="209836" y="49911"/>
                  </a:lnTo>
                  <a:lnTo>
                    <a:pt x="209645" y="50482"/>
                  </a:lnTo>
                  <a:lnTo>
                    <a:pt x="208407" y="52959"/>
                  </a:lnTo>
                  <a:lnTo>
                    <a:pt x="207836" y="53816"/>
                  </a:lnTo>
                  <a:lnTo>
                    <a:pt x="206788" y="54959"/>
                  </a:lnTo>
                  <a:lnTo>
                    <a:pt x="206216" y="55245"/>
                  </a:lnTo>
                  <a:lnTo>
                    <a:pt x="205454" y="55435"/>
                  </a:lnTo>
                  <a:lnTo>
                    <a:pt x="204026" y="55531"/>
                  </a:lnTo>
                  <a:lnTo>
                    <a:pt x="203359" y="55531"/>
                  </a:lnTo>
                  <a:lnTo>
                    <a:pt x="202692" y="55340"/>
                  </a:lnTo>
                  <a:lnTo>
                    <a:pt x="202216" y="55150"/>
                  </a:lnTo>
                  <a:lnTo>
                    <a:pt x="198692" y="54483"/>
                  </a:lnTo>
                  <a:lnTo>
                    <a:pt x="197739" y="54483"/>
                  </a:lnTo>
                  <a:lnTo>
                    <a:pt x="191929" y="55435"/>
                  </a:lnTo>
                  <a:lnTo>
                    <a:pt x="189452" y="55531"/>
                  </a:lnTo>
                  <a:lnTo>
                    <a:pt x="186880" y="55245"/>
                  </a:lnTo>
                  <a:lnTo>
                    <a:pt x="182689" y="55531"/>
                  </a:lnTo>
                  <a:lnTo>
                    <a:pt x="181356" y="55340"/>
                  </a:lnTo>
                  <a:lnTo>
                    <a:pt x="179165" y="55245"/>
                  </a:lnTo>
                  <a:lnTo>
                    <a:pt x="174688" y="56197"/>
                  </a:lnTo>
                  <a:lnTo>
                    <a:pt x="172784" y="56388"/>
                  </a:lnTo>
                  <a:lnTo>
                    <a:pt x="171069" y="55912"/>
                  </a:lnTo>
                  <a:lnTo>
                    <a:pt x="169736" y="55721"/>
                  </a:lnTo>
                  <a:lnTo>
                    <a:pt x="167545" y="56007"/>
                  </a:lnTo>
                  <a:lnTo>
                    <a:pt x="162973" y="55912"/>
                  </a:lnTo>
                  <a:lnTo>
                    <a:pt x="160115" y="56197"/>
                  </a:lnTo>
                  <a:lnTo>
                    <a:pt x="158877" y="56007"/>
                  </a:lnTo>
                  <a:lnTo>
                    <a:pt x="157734" y="55626"/>
                  </a:lnTo>
                  <a:lnTo>
                    <a:pt x="157163" y="55531"/>
                  </a:lnTo>
                  <a:lnTo>
                    <a:pt x="156401" y="55721"/>
                  </a:lnTo>
                  <a:lnTo>
                    <a:pt x="155543" y="56197"/>
                  </a:lnTo>
                  <a:lnTo>
                    <a:pt x="154210" y="57340"/>
                  </a:lnTo>
                  <a:lnTo>
                    <a:pt x="153543" y="58102"/>
                  </a:lnTo>
                  <a:lnTo>
                    <a:pt x="153067" y="58769"/>
                  </a:lnTo>
                  <a:lnTo>
                    <a:pt x="152590" y="59722"/>
                  </a:lnTo>
                  <a:lnTo>
                    <a:pt x="151257" y="64294"/>
                  </a:lnTo>
                  <a:lnTo>
                    <a:pt x="151162" y="64579"/>
                  </a:lnTo>
                  <a:lnTo>
                    <a:pt x="151067" y="64675"/>
                  </a:lnTo>
                  <a:lnTo>
                    <a:pt x="150971" y="64770"/>
                  </a:lnTo>
                  <a:lnTo>
                    <a:pt x="150495" y="65246"/>
                  </a:lnTo>
                  <a:lnTo>
                    <a:pt x="145637" y="68580"/>
                  </a:lnTo>
                  <a:lnTo>
                    <a:pt x="144971" y="69342"/>
                  </a:lnTo>
                  <a:lnTo>
                    <a:pt x="144685" y="69818"/>
                  </a:lnTo>
                  <a:lnTo>
                    <a:pt x="144399" y="70294"/>
                  </a:lnTo>
                  <a:lnTo>
                    <a:pt x="143542" y="72485"/>
                  </a:lnTo>
                  <a:lnTo>
                    <a:pt x="141732" y="75819"/>
                  </a:lnTo>
                  <a:lnTo>
                    <a:pt x="140589" y="77533"/>
                  </a:lnTo>
                  <a:lnTo>
                    <a:pt x="139541" y="78676"/>
                  </a:lnTo>
                  <a:lnTo>
                    <a:pt x="137636" y="80010"/>
                  </a:lnTo>
                  <a:lnTo>
                    <a:pt x="137255" y="80391"/>
                  </a:lnTo>
                  <a:lnTo>
                    <a:pt x="136970" y="80772"/>
                  </a:lnTo>
                  <a:lnTo>
                    <a:pt x="135827" y="82582"/>
                  </a:lnTo>
                  <a:lnTo>
                    <a:pt x="135446" y="82963"/>
                  </a:lnTo>
                  <a:lnTo>
                    <a:pt x="133540" y="84487"/>
                  </a:lnTo>
                  <a:lnTo>
                    <a:pt x="131921" y="86487"/>
                  </a:lnTo>
                  <a:lnTo>
                    <a:pt x="131159" y="87154"/>
                  </a:lnTo>
                  <a:lnTo>
                    <a:pt x="129445" y="88297"/>
                  </a:lnTo>
                  <a:lnTo>
                    <a:pt x="129064" y="88678"/>
                  </a:lnTo>
                  <a:lnTo>
                    <a:pt x="128492" y="89344"/>
                  </a:lnTo>
                  <a:lnTo>
                    <a:pt x="127445" y="91345"/>
                  </a:lnTo>
                  <a:lnTo>
                    <a:pt x="127159" y="91726"/>
                  </a:lnTo>
                  <a:lnTo>
                    <a:pt x="126778" y="91916"/>
                  </a:lnTo>
                  <a:lnTo>
                    <a:pt x="126302" y="91726"/>
                  </a:lnTo>
                  <a:lnTo>
                    <a:pt x="125921" y="91345"/>
                  </a:lnTo>
                  <a:lnTo>
                    <a:pt x="125254" y="90106"/>
                  </a:lnTo>
                  <a:lnTo>
                    <a:pt x="124587" y="89154"/>
                  </a:lnTo>
                  <a:lnTo>
                    <a:pt x="124111" y="88297"/>
                  </a:lnTo>
                  <a:lnTo>
                    <a:pt x="123825" y="87439"/>
                  </a:lnTo>
                  <a:lnTo>
                    <a:pt x="123635" y="86582"/>
                  </a:lnTo>
                  <a:lnTo>
                    <a:pt x="123444" y="84201"/>
                  </a:lnTo>
                  <a:lnTo>
                    <a:pt x="123349" y="81534"/>
                  </a:lnTo>
                  <a:lnTo>
                    <a:pt x="122968" y="80105"/>
                  </a:lnTo>
                  <a:lnTo>
                    <a:pt x="121253" y="77724"/>
                  </a:lnTo>
                  <a:lnTo>
                    <a:pt x="119444" y="79343"/>
                  </a:lnTo>
                  <a:lnTo>
                    <a:pt x="118872" y="80105"/>
                  </a:lnTo>
                  <a:lnTo>
                    <a:pt x="117824" y="82772"/>
                  </a:lnTo>
                  <a:lnTo>
                    <a:pt x="117538" y="83248"/>
                  </a:lnTo>
                  <a:lnTo>
                    <a:pt x="117158" y="83725"/>
                  </a:lnTo>
                  <a:lnTo>
                    <a:pt x="115919" y="84487"/>
                  </a:lnTo>
                  <a:lnTo>
                    <a:pt x="115634" y="84868"/>
                  </a:lnTo>
                  <a:lnTo>
                    <a:pt x="115443" y="85344"/>
                  </a:lnTo>
                  <a:lnTo>
                    <a:pt x="115157" y="86677"/>
                  </a:lnTo>
                  <a:lnTo>
                    <a:pt x="114681" y="88392"/>
                  </a:lnTo>
                  <a:lnTo>
                    <a:pt x="114490" y="88868"/>
                  </a:lnTo>
                  <a:lnTo>
                    <a:pt x="111919" y="92011"/>
                  </a:lnTo>
                  <a:lnTo>
                    <a:pt x="111347" y="92964"/>
                  </a:lnTo>
                  <a:lnTo>
                    <a:pt x="110966" y="93821"/>
                  </a:lnTo>
                  <a:lnTo>
                    <a:pt x="110966" y="95155"/>
                  </a:lnTo>
                  <a:lnTo>
                    <a:pt x="111062" y="95726"/>
                  </a:lnTo>
                  <a:lnTo>
                    <a:pt x="111252" y="96298"/>
                  </a:lnTo>
                  <a:lnTo>
                    <a:pt x="111443" y="96774"/>
                  </a:lnTo>
                  <a:lnTo>
                    <a:pt x="111728" y="97155"/>
                  </a:lnTo>
                  <a:lnTo>
                    <a:pt x="112109" y="97536"/>
                  </a:lnTo>
                  <a:lnTo>
                    <a:pt x="112871" y="98203"/>
                  </a:lnTo>
                  <a:lnTo>
                    <a:pt x="113347" y="98488"/>
                  </a:lnTo>
                  <a:lnTo>
                    <a:pt x="113633" y="99060"/>
                  </a:lnTo>
                  <a:lnTo>
                    <a:pt x="113824" y="99727"/>
                  </a:lnTo>
                  <a:lnTo>
                    <a:pt x="113919" y="100775"/>
                  </a:lnTo>
                  <a:lnTo>
                    <a:pt x="113919" y="101251"/>
                  </a:lnTo>
                  <a:lnTo>
                    <a:pt x="113824" y="101536"/>
                  </a:lnTo>
                  <a:lnTo>
                    <a:pt x="113633" y="101727"/>
                  </a:lnTo>
                  <a:lnTo>
                    <a:pt x="113538" y="101822"/>
                  </a:lnTo>
                  <a:lnTo>
                    <a:pt x="113347" y="101917"/>
                  </a:lnTo>
                  <a:lnTo>
                    <a:pt x="111538" y="103918"/>
                  </a:lnTo>
                  <a:lnTo>
                    <a:pt x="111062" y="104203"/>
                  </a:lnTo>
                  <a:lnTo>
                    <a:pt x="110395" y="104489"/>
                  </a:lnTo>
                  <a:lnTo>
                    <a:pt x="109823" y="104680"/>
                  </a:lnTo>
                  <a:lnTo>
                    <a:pt x="109442" y="104775"/>
                  </a:lnTo>
                  <a:lnTo>
                    <a:pt x="108871" y="104775"/>
                  </a:lnTo>
                  <a:lnTo>
                    <a:pt x="108299" y="104680"/>
                  </a:lnTo>
                  <a:lnTo>
                    <a:pt x="107728" y="104584"/>
                  </a:lnTo>
                  <a:lnTo>
                    <a:pt x="105156" y="103442"/>
                  </a:lnTo>
                  <a:lnTo>
                    <a:pt x="104585" y="103251"/>
                  </a:lnTo>
                  <a:lnTo>
                    <a:pt x="104013" y="103156"/>
                  </a:lnTo>
                  <a:lnTo>
                    <a:pt x="103251" y="103156"/>
                  </a:lnTo>
                  <a:lnTo>
                    <a:pt x="102489" y="103346"/>
                  </a:lnTo>
                  <a:lnTo>
                    <a:pt x="102203" y="103442"/>
                  </a:lnTo>
                  <a:lnTo>
                    <a:pt x="101822" y="103727"/>
                  </a:lnTo>
                  <a:lnTo>
                    <a:pt x="100108" y="104299"/>
                  </a:lnTo>
                  <a:lnTo>
                    <a:pt x="97250" y="104394"/>
                  </a:lnTo>
                  <a:lnTo>
                    <a:pt x="96393" y="104680"/>
                  </a:lnTo>
                  <a:lnTo>
                    <a:pt x="96203" y="104775"/>
                  </a:lnTo>
                  <a:lnTo>
                    <a:pt x="93059" y="107156"/>
                  </a:lnTo>
                  <a:lnTo>
                    <a:pt x="91821" y="107632"/>
                  </a:lnTo>
                  <a:lnTo>
                    <a:pt x="91535" y="107823"/>
                  </a:lnTo>
                  <a:lnTo>
                    <a:pt x="91345" y="108013"/>
                  </a:lnTo>
                  <a:lnTo>
                    <a:pt x="91250" y="108204"/>
                  </a:lnTo>
                  <a:lnTo>
                    <a:pt x="91059" y="109918"/>
                  </a:lnTo>
                  <a:lnTo>
                    <a:pt x="91154" y="112967"/>
                  </a:lnTo>
                  <a:lnTo>
                    <a:pt x="91059" y="113728"/>
                  </a:lnTo>
                  <a:lnTo>
                    <a:pt x="90773" y="114490"/>
                  </a:lnTo>
                  <a:lnTo>
                    <a:pt x="89916" y="116014"/>
                  </a:lnTo>
                  <a:lnTo>
                    <a:pt x="89249" y="116872"/>
                  </a:lnTo>
                  <a:lnTo>
                    <a:pt x="88773" y="117443"/>
                  </a:lnTo>
                  <a:lnTo>
                    <a:pt x="86011" y="119539"/>
                  </a:lnTo>
                  <a:lnTo>
                    <a:pt x="85630" y="120015"/>
                  </a:lnTo>
                  <a:lnTo>
                    <a:pt x="85344" y="120586"/>
                  </a:lnTo>
                  <a:lnTo>
                    <a:pt x="84868" y="123063"/>
                  </a:lnTo>
                  <a:lnTo>
                    <a:pt x="84106" y="125254"/>
                  </a:lnTo>
                  <a:lnTo>
                    <a:pt x="83344" y="126682"/>
                  </a:lnTo>
                  <a:lnTo>
                    <a:pt x="83248" y="127063"/>
                  </a:lnTo>
                  <a:lnTo>
                    <a:pt x="83248" y="127349"/>
                  </a:lnTo>
                  <a:lnTo>
                    <a:pt x="83344" y="129540"/>
                  </a:lnTo>
                  <a:lnTo>
                    <a:pt x="83248" y="130588"/>
                  </a:lnTo>
                  <a:lnTo>
                    <a:pt x="82201" y="133636"/>
                  </a:lnTo>
                  <a:lnTo>
                    <a:pt x="81725" y="134493"/>
                  </a:lnTo>
                  <a:lnTo>
                    <a:pt x="80296" y="135826"/>
                  </a:lnTo>
                  <a:lnTo>
                    <a:pt x="79438" y="136493"/>
                  </a:lnTo>
                  <a:lnTo>
                    <a:pt x="76486" y="140208"/>
                  </a:lnTo>
                  <a:lnTo>
                    <a:pt x="76390" y="140303"/>
                  </a:lnTo>
                  <a:lnTo>
                    <a:pt x="76010" y="140589"/>
                  </a:lnTo>
                  <a:lnTo>
                    <a:pt x="75724" y="141065"/>
                  </a:lnTo>
                  <a:lnTo>
                    <a:pt x="75533" y="141732"/>
                  </a:lnTo>
                  <a:lnTo>
                    <a:pt x="75533" y="142780"/>
                  </a:lnTo>
                  <a:lnTo>
                    <a:pt x="75724" y="144209"/>
                  </a:lnTo>
                  <a:lnTo>
                    <a:pt x="75533" y="145066"/>
                  </a:lnTo>
                  <a:lnTo>
                    <a:pt x="75343" y="145828"/>
                  </a:lnTo>
                  <a:lnTo>
                    <a:pt x="73247" y="148876"/>
                  </a:lnTo>
                  <a:lnTo>
                    <a:pt x="69533" y="152495"/>
                  </a:lnTo>
                  <a:lnTo>
                    <a:pt x="69056" y="152971"/>
                  </a:lnTo>
                  <a:lnTo>
                    <a:pt x="68771" y="153352"/>
                  </a:lnTo>
                  <a:lnTo>
                    <a:pt x="68485" y="153829"/>
                  </a:lnTo>
                  <a:lnTo>
                    <a:pt x="68294" y="154400"/>
                  </a:lnTo>
                  <a:lnTo>
                    <a:pt x="68009" y="155543"/>
                  </a:lnTo>
                  <a:lnTo>
                    <a:pt x="67818" y="156115"/>
                  </a:lnTo>
                  <a:lnTo>
                    <a:pt x="66485" y="158877"/>
                  </a:lnTo>
                  <a:lnTo>
                    <a:pt x="63437" y="161068"/>
                  </a:lnTo>
                  <a:lnTo>
                    <a:pt x="56864" y="163639"/>
                  </a:lnTo>
                  <a:lnTo>
                    <a:pt x="53245" y="164211"/>
                  </a:lnTo>
                  <a:lnTo>
                    <a:pt x="51530" y="164973"/>
                  </a:lnTo>
                  <a:lnTo>
                    <a:pt x="50197" y="168021"/>
                  </a:lnTo>
                  <a:lnTo>
                    <a:pt x="48768" y="169926"/>
                  </a:lnTo>
                  <a:lnTo>
                    <a:pt x="47244" y="171640"/>
                  </a:lnTo>
                  <a:lnTo>
                    <a:pt x="46101" y="172402"/>
                  </a:lnTo>
                  <a:lnTo>
                    <a:pt x="45339" y="173164"/>
                  </a:lnTo>
                  <a:lnTo>
                    <a:pt x="42577" y="177832"/>
                  </a:lnTo>
                  <a:lnTo>
                    <a:pt x="41243" y="179356"/>
                  </a:lnTo>
                  <a:lnTo>
                    <a:pt x="40672" y="180213"/>
                  </a:lnTo>
                  <a:lnTo>
                    <a:pt x="40672" y="180880"/>
                  </a:lnTo>
                  <a:lnTo>
                    <a:pt x="41148" y="182023"/>
                  </a:lnTo>
                  <a:lnTo>
                    <a:pt x="40767" y="182689"/>
                  </a:lnTo>
                  <a:lnTo>
                    <a:pt x="39529" y="183642"/>
                  </a:lnTo>
                  <a:lnTo>
                    <a:pt x="39148" y="184499"/>
                  </a:lnTo>
                  <a:lnTo>
                    <a:pt x="38957" y="186404"/>
                  </a:lnTo>
                  <a:lnTo>
                    <a:pt x="38767" y="187261"/>
                  </a:lnTo>
                  <a:lnTo>
                    <a:pt x="38100" y="188309"/>
                  </a:lnTo>
                  <a:lnTo>
                    <a:pt x="36481" y="190119"/>
                  </a:lnTo>
                  <a:lnTo>
                    <a:pt x="36004" y="191262"/>
                  </a:lnTo>
                  <a:lnTo>
                    <a:pt x="35433" y="192024"/>
                  </a:lnTo>
                  <a:lnTo>
                    <a:pt x="35433" y="192596"/>
                  </a:lnTo>
                  <a:lnTo>
                    <a:pt x="35719" y="192976"/>
                  </a:lnTo>
                  <a:lnTo>
                    <a:pt x="36004" y="193548"/>
                  </a:lnTo>
                  <a:lnTo>
                    <a:pt x="36290" y="193834"/>
                  </a:lnTo>
                  <a:lnTo>
                    <a:pt x="36862" y="194596"/>
                  </a:lnTo>
                  <a:lnTo>
                    <a:pt x="37052" y="195072"/>
                  </a:lnTo>
                  <a:lnTo>
                    <a:pt x="37529" y="197072"/>
                  </a:lnTo>
                  <a:lnTo>
                    <a:pt x="40005" y="202311"/>
                  </a:lnTo>
                  <a:lnTo>
                    <a:pt x="40862" y="204597"/>
                  </a:lnTo>
                  <a:lnTo>
                    <a:pt x="41053" y="206311"/>
                  </a:lnTo>
                  <a:lnTo>
                    <a:pt x="41148" y="208026"/>
                  </a:lnTo>
                  <a:lnTo>
                    <a:pt x="41338" y="208883"/>
                  </a:lnTo>
                  <a:lnTo>
                    <a:pt x="41720" y="209455"/>
                  </a:lnTo>
                  <a:lnTo>
                    <a:pt x="42196" y="209645"/>
                  </a:lnTo>
                  <a:lnTo>
                    <a:pt x="42767" y="209740"/>
                  </a:lnTo>
                  <a:lnTo>
                    <a:pt x="43339" y="209740"/>
                  </a:lnTo>
                  <a:lnTo>
                    <a:pt x="44387" y="209550"/>
                  </a:lnTo>
                  <a:lnTo>
                    <a:pt x="44958" y="209645"/>
                  </a:lnTo>
                  <a:lnTo>
                    <a:pt x="45434" y="209931"/>
                  </a:lnTo>
                  <a:lnTo>
                    <a:pt x="45815" y="210217"/>
                  </a:lnTo>
                  <a:lnTo>
                    <a:pt x="46196" y="210598"/>
                  </a:lnTo>
                  <a:lnTo>
                    <a:pt x="46482" y="210979"/>
                  </a:lnTo>
                  <a:lnTo>
                    <a:pt x="46768" y="211455"/>
                  </a:lnTo>
                  <a:lnTo>
                    <a:pt x="46958" y="211931"/>
                  </a:lnTo>
                  <a:lnTo>
                    <a:pt x="47435" y="212788"/>
                  </a:lnTo>
                  <a:lnTo>
                    <a:pt x="48101" y="213550"/>
                  </a:lnTo>
                  <a:lnTo>
                    <a:pt x="48482" y="213836"/>
                  </a:lnTo>
                  <a:lnTo>
                    <a:pt x="49149" y="214408"/>
                  </a:lnTo>
                  <a:lnTo>
                    <a:pt x="49339" y="214693"/>
                  </a:lnTo>
                  <a:lnTo>
                    <a:pt x="49435" y="214789"/>
                  </a:lnTo>
                  <a:lnTo>
                    <a:pt x="49625" y="215455"/>
                  </a:lnTo>
                  <a:lnTo>
                    <a:pt x="49911" y="216408"/>
                  </a:lnTo>
                  <a:lnTo>
                    <a:pt x="50006" y="216979"/>
                  </a:lnTo>
                  <a:lnTo>
                    <a:pt x="50387" y="223838"/>
                  </a:lnTo>
                  <a:lnTo>
                    <a:pt x="50387" y="224790"/>
                  </a:lnTo>
                  <a:lnTo>
                    <a:pt x="50387" y="225076"/>
                  </a:lnTo>
                  <a:lnTo>
                    <a:pt x="50673" y="228505"/>
                  </a:lnTo>
                  <a:lnTo>
                    <a:pt x="50292" y="232505"/>
                  </a:lnTo>
                  <a:lnTo>
                    <a:pt x="50006" y="233648"/>
                  </a:lnTo>
                  <a:lnTo>
                    <a:pt x="49530" y="235267"/>
                  </a:lnTo>
                  <a:lnTo>
                    <a:pt x="47530" y="239935"/>
                  </a:lnTo>
                  <a:lnTo>
                    <a:pt x="46958" y="240792"/>
                  </a:lnTo>
                  <a:lnTo>
                    <a:pt x="46292" y="241554"/>
                  </a:lnTo>
                  <a:lnTo>
                    <a:pt x="45529" y="242125"/>
                  </a:lnTo>
                  <a:lnTo>
                    <a:pt x="41720" y="244221"/>
                  </a:lnTo>
                  <a:lnTo>
                    <a:pt x="41338" y="244507"/>
                  </a:lnTo>
                  <a:lnTo>
                    <a:pt x="40958" y="244792"/>
                  </a:lnTo>
                  <a:lnTo>
                    <a:pt x="40672" y="245173"/>
                  </a:lnTo>
                  <a:lnTo>
                    <a:pt x="40481" y="245650"/>
                  </a:lnTo>
                  <a:lnTo>
                    <a:pt x="40291" y="246126"/>
                  </a:lnTo>
                  <a:lnTo>
                    <a:pt x="39053" y="257270"/>
                  </a:lnTo>
                  <a:lnTo>
                    <a:pt x="38957" y="259842"/>
                  </a:lnTo>
                  <a:lnTo>
                    <a:pt x="39053" y="260413"/>
                  </a:lnTo>
                  <a:lnTo>
                    <a:pt x="39148" y="260890"/>
                  </a:lnTo>
                  <a:lnTo>
                    <a:pt x="39338" y="261271"/>
                  </a:lnTo>
                  <a:lnTo>
                    <a:pt x="39624" y="261461"/>
                  </a:lnTo>
                  <a:lnTo>
                    <a:pt x="40005" y="261652"/>
                  </a:lnTo>
                  <a:lnTo>
                    <a:pt x="40958" y="261461"/>
                  </a:lnTo>
                  <a:lnTo>
                    <a:pt x="42005" y="260985"/>
                  </a:lnTo>
                  <a:lnTo>
                    <a:pt x="43720" y="259747"/>
                  </a:lnTo>
                  <a:lnTo>
                    <a:pt x="45815" y="257842"/>
                  </a:lnTo>
                  <a:lnTo>
                    <a:pt x="46768" y="256699"/>
                  </a:lnTo>
                  <a:lnTo>
                    <a:pt x="47720" y="255079"/>
                  </a:lnTo>
                  <a:lnTo>
                    <a:pt x="47911" y="254508"/>
                  </a:lnTo>
                  <a:lnTo>
                    <a:pt x="48196" y="253555"/>
                  </a:lnTo>
                  <a:lnTo>
                    <a:pt x="48768" y="250317"/>
                  </a:lnTo>
                  <a:lnTo>
                    <a:pt x="49054" y="249555"/>
                  </a:lnTo>
                  <a:lnTo>
                    <a:pt x="49339" y="249079"/>
                  </a:lnTo>
                  <a:lnTo>
                    <a:pt x="50006" y="248507"/>
                  </a:lnTo>
                  <a:lnTo>
                    <a:pt x="50863" y="248031"/>
                  </a:lnTo>
                  <a:lnTo>
                    <a:pt x="52102" y="247840"/>
                  </a:lnTo>
                  <a:lnTo>
                    <a:pt x="52769" y="247840"/>
                  </a:lnTo>
                  <a:lnTo>
                    <a:pt x="54578" y="248221"/>
                  </a:lnTo>
                  <a:lnTo>
                    <a:pt x="55912" y="248221"/>
                  </a:lnTo>
                  <a:lnTo>
                    <a:pt x="67056" y="244983"/>
                  </a:lnTo>
                  <a:lnTo>
                    <a:pt x="72580" y="242506"/>
                  </a:lnTo>
                  <a:lnTo>
                    <a:pt x="74962" y="240887"/>
                  </a:lnTo>
                  <a:lnTo>
                    <a:pt x="76581" y="239459"/>
                  </a:lnTo>
                  <a:lnTo>
                    <a:pt x="78962" y="236887"/>
                  </a:lnTo>
                  <a:lnTo>
                    <a:pt x="79724" y="236220"/>
                  </a:lnTo>
                  <a:lnTo>
                    <a:pt x="80105" y="236125"/>
                  </a:lnTo>
                  <a:lnTo>
                    <a:pt x="80677" y="236029"/>
                  </a:lnTo>
                  <a:lnTo>
                    <a:pt x="82010" y="236029"/>
                  </a:lnTo>
                  <a:lnTo>
                    <a:pt x="86678" y="237077"/>
                  </a:lnTo>
                  <a:lnTo>
                    <a:pt x="87535" y="237172"/>
                  </a:lnTo>
                  <a:lnTo>
                    <a:pt x="90392" y="235839"/>
                  </a:lnTo>
                  <a:lnTo>
                    <a:pt x="99536" y="229171"/>
                  </a:lnTo>
                  <a:lnTo>
                    <a:pt x="99822" y="229648"/>
                  </a:lnTo>
                  <a:lnTo>
                    <a:pt x="100584" y="231648"/>
                  </a:lnTo>
                  <a:lnTo>
                    <a:pt x="100679" y="232696"/>
                  </a:lnTo>
                  <a:lnTo>
                    <a:pt x="100298" y="233553"/>
                  </a:lnTo>
                  <a:lnTo>
                    <a:pt x="99631" y="234315"/>
                  </a:lnTo>
                  <a:lnTo>
                    <a:pt x="98488" y="235363"/>
                  </a:lnTo>
                  <a:lnTo>
                    <a:pt x="96488" y="241744"/>
                  </a:lnTo>
                  <a:lnTo>
                    <a:pt x="96012" y="242792"/>
                  </a:lnTo>
                  <a:lnTo>
                    <a:pt x="92583" y="241268"/>
                  </a:lnTo>
                  <a:lnTo>
                    <a:pt x="90583" y="240792"/>
                  </a:lnTo>
                  <a:lnTo>
                    <a:pt x="89726" y="241744"/>
                  </a:lnTo>
                  <a:lnTo>
                    <a:pt x="88868" y="241459"/>
                  </a:lnTo>
                  <a:lnTo>
                    <a:pt x="86963" y="242602"/>
                  </a:lnTo>
                  <a:lnTo>
                    <a:pt x="82391" y="246793"/>
                  </a:lnTo>
                  <a:lnTo>
                    <a:pt x="82010" y="247650"/>
                  </a:lnTo>
                  <a:lnTo>
                    <a:pt x="82010" y="248793"/>
                  </a:lnTo>
                  <a:lnTo>
                    <a:pt x="82487" y="249174"/>
                  </a:lnTo>
                  <a:lnTo>
                    <a:pt x="83344" y="249746"/>
                  </a:lnTo>
                  <a:lnTo>
                    <a:pt x="84106" y="250507"/>
                  </a:lnTo>
                  <a:lnTo>
                    <a:pt x="84296" y="251460"/>
                  </a:lnTo>
                  <a:lnTo>
                    <a:pt x="83344" y="252698"/>
                  </a:lnTo>
                  <a:lnTo>
                    <a:pt x="81534" y="253365"/>
                  </a:lnTo>
                  <a:lnTo>
                    <a:pt x="74390" y="254317"/>
                  </a:lnTo>
                  <a:lnTo>
                    <a:pt x="71914" y="256127"/>
                  </a:lnTo>
                  <a:lnTo>
                    <a:pt x="68009" y="262318"/>
                  </a:lnTo>
                  <a:lnTo>
                    <a:pt x="65913" y="264414"/>
                  </a:lnTo>
                  <a:lnTo>
                    <a:pt x="62960" y="265938"/>
                  </a:lnTo>
                  <a:lnTo>
                    <a:pt x="59627" y="266795"/>
                  </a:lnTo>
                  <a:lnTo>
                    <a:pt x="56483" y="267081"/>
                  </a:lnTo>
                  <a:lnTo>
                    <a:pt x="53912" y="266700"/>
                  </a:lnTo>
                  <a:lnTo>
                    <a:pt x="53721" y="267271"/>
                  </a:lnTo>
                  <a:lnTo>
                    <a:pt x="53721" y="269367"/>
                  </a:lnTo>
                  <a:lnTo>
                    <a:pt x="52864" y="271081"/>
                  </a:lnTo>
                  <a:lnTo>
                    <a:pt x="50863" y="272510"/>
                  </a:lnTo>
                  <a:lnTo>
                    <a:pt x="47149" y="274415"/>
                  </a:lnTo>
                  <a:lnTo>
                    <a:pt x="45720" y="275653"/>
                  </a:lnTo>
                  <a:lnTo>
                    <a:pt x="45053" y="277082"/>
                  </a:lnTo>
                  <a:lnTo>
                    <a:pt x="44863" y="278892"/>
                  </a:lnTo>
                  <a:lnTo>
                    <a:pt x="44863" y="281273"/>
                  </a:lnTo>
                  <a:lnTo>
                    <a:pt x="44101" y="282702"/>
                  </a:lnTo>
                  <a:lnTo>
                    <a:pt x="40767" y="282892"/>
                  </a:lnTo>
                  <a:lnTo>
                    <a:pt x="39910" y="284988"/>
                  </a:lnTo>
                  <a:lnTo>
                    <a:pt x="40100" y="286036"/>
                  </a:lnTo>
                  <a:lnTo>
                    <a:pt x="40862" y="287750"/>
                  </a:lnTo>
                  <a:lnTo>
                    <a:pt x="41053" y="288703"/>
                  </a:lnTo>
                  <a:lnTo>
                    <a:pt x="40672" y="289750"/>
                  </a:lnTo>
                  <a:lnTo>
                    <a:pt x="39814" y="290131"/>
                  </a:lnTo>
                  <a:lnTo>
                    <a:pt x="38767" y="290322"/>
                  </a:lnTo>
                  <a:lnTo>
                    <a:pt x="38005" y="290703"/>
                  </a:lnTo>
                  <a:lnTo>
                    <a:pt x="34766" y="294608"/>
                  </a:lnTo>
                  <a:lnTo>
                    <a:pt x="33338" y="295751"/>
                  </a:lnTo>
                  <a:lnTo>
                    <a:pt x="31528" y="296609"/>
                  </a:lnTo>
                  <a:lnTo>
                    <a:pt x="29909" y="296799"/>
                  </a:lnTo>
                  <a:lnTo>
                    <a:pt x="26479" y="296513"/>
                  </a:lnTo>
                  <a:lnTo>
                    <a:pt x="25527" y="296704"/>
                  </a:lnTo>
                  <a:lnTo>
                    <a:pt x="25051" y="297180"/>
                  </a:lnTo>
                  <a:lnTo>
                    <a:pt x="24670" y="297847"/>
                  </a:lnTo>
                  <a:lnTo>
                    <a:pt x="24003" y="298513"/>
                  </a:lnTo>
                  <a:lnTo>
                    <a:pt x="23241" y="298894"/>
                  </a:lnTo>
                  <a:lnTo>
                    <a:pt x="20764" y="299275"/>
                  </a:lnTo>
                  <a:lnTo>
                    <a:pt x="18860" y="300323"/>
                  </a:lnTo>
                  <a:lnTo>
                    <a:pt x="17717" y="301657"/>
                  </a:lnTo>
                  <a:lnTo>
                    <a:pt x="15526" y="304990"/>
                  </a:lnTo>
                  <a:lnTo>
                    <a:pt x="15145" y="305752"/>
                  </a:lnTo>
                  <a:lnTo>
                    <a:pt x="14097" y="308705"/>
                  </a:lnTo>
                  <a:lnTo>
                    <a:pt x="13526" y="309658"/>
                  </a:lnTo>
                  <a:lnTo>
                    <a:pt x="11906" y="311372"/>
                  </a:lnTo>
                  <a:lnTo>
                    <a:pt x="8668" y="316039"/>
                  </a:lnTo>
                  <a:lnTo>
                    <a:pt x="7715" y="316706"/>
                  </a:lnTo>
                  <a:lnTo>
                    <a:pt x="6382" y="317087"/>
                  </a:lnTo>
                  <a:lnTo>
                    <a:pt x="2477" y="318992"/>
                  </a:lnTo>
                  <a:lnTo>
                    <a:pt x="1429" y="320040"/>
                  </a:lnTo>
                  <a:lnTo>
                    <a:pt x="1429" y="321850"/>
                  </a:lnTo>
                  <a:lnTo>
                    <a:pt x="2096" y="323755"/>
                  </a:lnTo>
                  <a:lnTo>
                    <a:pt x="2477" y="325660"/>
                  </a:lnTo>
                  <a:lnTo>
                    <a:pt x="1048" y="329470"/>
                  </a:lnTo>
                  <a:lnTo>
                    <a:pt x="1048" y="333661"/>
                  </a:lnTo>
                  <a:lnTo>
                    <a:pt x="286" y="335471"/>
                  </a:lnTo>
                  <a:lnTo>
                    <a:pt x="0" y="335851"/>
                  </a:lnTo>
                  <a:lnTo>
                    <a:pt x="3905" y="337471"/>
                  </a:lnTo>
                  <a:lnTo>
                    <a:pt x="5620" y="337852"/>
                  </a:lnTo>
                  <a:lnTo>
                    <a:pt x="7620" y="337566"/>
                  </a:lnTo>
                  <a:lnTo>
                    <a:pt x="9144" y="336899"/>
                  </a:lnTo>
                  <a:lnTo>
                    <a:pt x="10478" y="336518"/>
                  </a:lnTo>
                  <a:lnTo>
                    <a:pt x="11335" y="336423"/>
                  </a:lnTo>
                  <a:lnTo>
                    <a:pt x="12478" y="336518"/>
                  </a:lnTo>
                  <a:lnTo>
                    <a:pt x="12954" y="336613"/>
                  </a:lnTo>
                  <a:lnTo>
                    <a:pt x="27051" y="342805"/>
                  </a:lnTo>
                  <a:lnTo>
                    <a:pt x="27622" y="343186"/>
                  </a:lnTo>
                  <a:lnTo>
                    <a:pt x="29242" y="345091"/>
                  </a:lnTo>
                  <a:lnTo>
                    <a:pt x="30194" y="346615"/>
                  </a:lnTo>
                  <a:lnTo>
                    <a:pt x="30575" y="346996"/>
                  </a:lnTo>
                  <a:lnTo>
                    <a:pt x="30861" y="347472"/>
                  </a:lnTo>
                  <a:lnTo>
                    <a:pt x="30956" y="347948"/>
                  </a:lnTo>
                  <a:lnTo>
                    <a:pt x="30385" y="351377"/>
                  </a:lnTo>
                  <a:lnTo>
                    <a:pt x="30385" y="353377"/>
                  </a:lnTo>
                  <a:lnTo>
                    <a:pt x="31528" y="354235"/>
                  </a:lnTo>
                  <a:lnTo>
                    <a:pt x="31718" y="353663"/>
                  </a:lnTo>
                  <a:lnTo>
                    <a:pt x="31909" y="353473"/>
                  </a:lnTo>
                  <a:lnTo>
                    <a:pt x="32671" y="352806"/>
                  </a:lnTo>
                  <a:lnTo>
                    <a:pt x="33147" y="352520"/>
                  </a:lnTo>
                  <a:lnTo>
                    <a:pt x="33719" y="352330"/>
                  </a:lnTo>
                  <a:lnTo>
                    <a:pt x="34576" y="352139"/>
                  </a:lnTo>
                  <a:lnTo>
                    <a:pt x="35433" y="352044"/>
                  </a:lnTo>
                  <a:lnTo>
                    <a:pt x="36195" y="352139"/>
                  </a:lnTo>
                  <a:lnTo>
                    <a:pt x="37529" y="352425"/>
                  </a:lnTo>
                  <a:lnTo>
                    <a:pt x="38005" y="352615"/>
                  </a:lnTo>
                  <a:lnTo>
                    <a:pt x="38481" y="352901"/>
                  </a:lnTo>
                  <a:lnTo>
                    <a:pt x="40386" y="354616"/>
                  </a:lnTo>
                  <a:lnTo>
                    <a:pt x="41243" y="355187"/>
                  </a:lnTo>
                  <a:lnTo>
                    <a:pt x="46006" y="357664"/>
                  </a:lnTo>
                  <a:lnTo>
                    <a:pt x="46958" y="358426"/>
                  </a:lnTo>
                  <a:lnTo>
                    <a:pt x="47530" y="359092"/>
                  </a:lnTo>
                  <a:lnTo>
                    <a:pt x="47625" y="359569"/>
                  </a:lnTo>
                  <a:lnTo>
                    <a:pt x="47625" y="360140"/>
                  </a:lnTo>
                  <a:lnTo>
                    <a:pt x="47435" y="364617"/>
                  </a:lnTo>
                  <a:lnTo>
                    <a:pt x="47625" y="366903"/>
                  </a:lnTo>
                  <a:lnTo>
                    <a:pt x="48006" y="369094"/>
                  </a:lnTo>
                  <a:lnTo>
                    <a:pt x="48101" y="369570"/>
                  </a:lnTo>
                  <a:lnTo>
                    <a:pt x="48482" y="370618"/>
                  </a:lnTo>
                  <a:lnTo>
                    <a:pt x="48863" y="371380"/>
                  </a:lnTo>
                  <a:lnTo>
                    <a:pt x="51721" y="375190"/>
                  </a:lnTo>
                  <a:lnTo>
                    <a:pt x="53150" y="376714"/>
                  </a:lnTo>
                  <a:lnTo>
                    <a:pt x="54578" y="377761"/>
                  </a:lnTo>
                  <a:lnTo>
                    <a:pt x="55531" y="378238"/>
                  </a:lnTo>
                  <a:lnTo>
                    <a:pt x="56388" y="378523"/>
                  </a:lnTo>
                  <a:lnTo>
                    <a:pt x="62389" y="379476"/>
                  </a:lnTo>
                  <a:lnTo>
                    <a:pt x="64770" y="379381"/>
                  </a:lnTo>
                  <a:lnTo>
                    <a:pt x="66104" y="378905"/>
                  </a:lnTo>
                  <a:lnTo>
                    <a:pt x="66865" y="378523"/>
                  </a:lnTo>
                  <a:lnTo>
                    <a:pt x="67246" y="378047"/>
                  </a:lnTo>
                  <a:lnTo>
                    <a:pt x="67913" y="376618"/>
                  </a:lnTo>
                  <a:lnTo>
                    <a:pt x="68580" y="376333"/>
                  </a:lnTo>
                  <a:lnTo>
                    <a:pt x="69628" y="376333"/>
                  </a:lnTo>
                  <a:lnTo>
                    <a:pt x="72962" y="377095"/>
                  </a:lnTo>
                  <a:lnTo>
                    <a:pt x="75343" y="378047"/>
                  </a:lnTo>
                  <a:lnTo>
                    <a:pt x="77153" y="379095"/>
                  </a:lnTo>
                  <a:lnTo>
                    <a:pt x="77724" y="379190"/>
                  </a:lnTo>
                  <a:lnTo>
                    <a:pt x="78391" y="379095"/>
                  </a:lnTo>
                  <a:lnTo>
                    <a:pt x="81344" y="377857"/>
                  </a:lnTo>
                  <a:lnTo>
                    <a:pt x="83439" y="377380"/>
                  </a:lnTo>
                  <a:lnTo>
                    <a:pt x="89630" y="377095"/>
                  </a:lnTo>
                  <a:lnTo>
                    <a:pt x="90392" y="376904"/>
                  </a:lnTo>
                  <a:lnTo>
                    <a:pt x="90773" y="376618"/>
                  </a:lnTo>
                  <a:lnTo>
                    <a:pt x="91059" y="376238"/>
                  </a:lnTo>
                  <a:lnTo>
                    <a:pt x="91916" y="374904"/>
                  </a:lnTo>
                  <a:lnTo>
                    <a:pt x="92202" y="374523"/>
                  </a:lnTo>
                  <a:lnTo>
                    <a:pt x="92583" y="374237"/>
                  </a:lnTo>
                  <a:lnTo>
                    <a:pt x="93154" y="374237"/>
                  </a:lnTo>
                  <a:lnTo>
                    <a:pt x="93726" y="374523"/>
                  </a:lnTo>
                  <a:lnTo>
                    <a:pt x="95821" y="375952"/>
                  </a:lnTo>
                  <a:lnTo>
                    <a:pt x="96584" y="376238"/>
                  </a:lnTo>
                  <a:lnTo>
                    <a:pt x="97631" y="376142"/>
                  </a:lnTo>
                  <a:lnTo>
                    <a:pt x="98203" y="375856"/>
                  </a:lnTo>
                  <a:lnTo>
                    <a:pt x="98679" y="375475"/>
                  </a:lnTo>
                  <a:lnTo>
                    <a:pt x="98965" y="375094"/>
                  </a:lnTo>
                  <a:lnTo>
                    <a:pt x="99346" y="374809"/>
                  </a:lnTo>
                  <a:lnTo>
                    <a:pt x="99822" y="374618"/>
                  </a:lnTo>
                  <a:lnTo>
                    <a:pt x="100489" y="374904"/>
                  </a:lnTo>
                  <a:lnTo>
                    <a:pt x="101155" y="375475"/>
                  </a:lnTo>
                  <a:lnTo>
                    <a:pt x="102108" y="376809"/>
                  </a:lnTo>
                  <a:lnTo>
                    <a:pt x="102870" y="378238"/>
                  </a:lnTo>
                  <a:lnTo>
                    <a:pt x="103251" y="378714"/>
                  </a:lnTo>
                  <a:lnTo>
                    <a:pt x="103632" y="379000"/>
                  </a:lnTo>
                  <a:lnTo>
                    <a:pt x="105251" y="379476"/>
                  </a:lnTo>
                  <a:lnTo>
                    <a:pt x="108109" y="377857"/>
                  </a:lnTo>
                  <a:lnTo>
                    <a:pt x="108680" y="377761"/>
                  </a:lnTo>
                  <a:lnTo>
                    <a:pt x="109538" y="377857"/>
                  </a:lnTo>
                  <a:lnTo>
                    <a:pt x="110014" y="378142"/>
                  </a:lnTo>
                  <a:lnTo>
                    <a:pt x="110395" y="378523"/>
                  </a:lnTo>
                  <a:lnTo>
                    <a:pt x="111062" y="379190"/>
                  </a:lnTo>
                  <a:lnTo>
                    <a:pt x="111443" y="379476"/>
                  </a:lnTo>
                  <a:lnTo>
                    <a:pt x="112681" y="379190"/>
                  </a:lnTo>
                  <a:lnTo>
                    <a:pt x="114586" y="378428"/>
                  </a:lnTo>
                  <a:lnTo>
                    <a:pt x="120777" y="374618"/>
                  </a:lnTo>
                  <a:lnTo>
                    <a:pt x="123444" y="372332"/>
                  </a:lnTo>
                  <a:lnTo>
                    <a:pt x="124015" y="371189"/>
                  </a:lnTo>
                  <a:lnTo>
                    <a:pt x="124301" y="369570"/>
                  </a:lnTo>
                  <a:lnTo>
                    <a:pt x="124301" y="368141"/>
                  </a:lnTo>
                  <a:lnTo>
                    <a:pt x="124206" y="367284"/>
                  </a:lnTo>
                  <a:lnTo>
                    <a:pt x="123920" y="366141"/>
                  </a:lnTo>
                  <a:lnTo>
                    <a:pt x="123920" y="365665"/>
                  </a:lnTo>
                  <a:lnTo>
                    <a:pt x="124111" y="365284"/>
                  </a:lnTo>
                  <a:lnTo>
                    <a:pt x="124587" y="364522"/>
                  </a:lnTo>
                  <a:lnTo>
                    <a:pt x="125349" y="363664"/>
                  </a:lnTo>
                  <a:lnTo>
                    <a:pt x="125921" y="363188"/>
                  </a:lnTo>
                  <a:lnTo>
                    <a:pt x="126111" y="362998"/>
                  </a:lnTo>
                  <a:lnTo>
                    <a:pt x="126492" y="360902"/>
                  </a:lnTo>
                  <a:lnTo>
                    <a:pt x="126873" y="353473"/>
                  </a:lnTo>
                  <a:lnTo>
                    <a:pt x="129540" y="348901"/>
                  </a:lnTo>
                  <a:lnTo>
                    <a:pt x="130873" y="347281"/>
                  </a:lnTo>
                  <a:lnTo>
                    <a:pt x="133255" y="346043"/>
                  </a:lnTo>
                  <a:lnTo>
                    <a:pt x="133731" y="345853"/>
                  </a:lnTo>
                  <a:lnTo>
                    <a:pt x="134684" y="345662"/>
                  </a:lnTo>
                  <a:lnTo>
                    <a:pt x="137065" y="345662"/>
                  </a:lnTo>
                  <a:lnTo>
                    <a:pt x="139255" y="345091"/>
                  </a:lnTo>
                  <a:lnTo>
                    <a:pt x="143828" y="343376"/>
                  </a:lnTo>
                  <a:lnTo>
                    <a:pt x="144971" y="343376"/>
                  </a:lnTo>
                  <a:lnTo>
                    <a:pt x="151162" y="344234"/>
                  </a:lnTo>
                  <a:lnTo>
                    <a:pt x="155353" y="343757"/>
                  </a:lnTo>
                  <a:lnTo>
                    <a:pt x="156401" y="343471"/>
                  </a:lnTo>
                  <a:lnTo>
                    <a:pt x="157067" y="343090"/>
                  </a:lnTo>
                  <a:lnTo>
                    <a:pt x="157353" y="342709"/>
                  </a:lnTo>
                  <a:lnTo>
                    <a:pt x="157829" y="341852"/>
                  </a:lnTo>
                  <a:lnTo>
                    <a:pt x="158115" y="341376"/>
                  </a:lnTo>
                  <a:lnTo>
                    <a:pt x="158591" y="341090"/>
                  </a:lnTo>
                  <a:lnTo>
                    <a:pt x="159353" y="341471"/>
                  </a:lnTo>
                  <a:lnTo>
                    <a:pt x="168402" y="349091"/>
                  </a:lnTo>
                  <a:lnTo>
                    <a:pt x="169164" y="349948"/>
                  </a:lnTo>
                  <a:lnTo>
                    <a:pt x="169831" y="350710"/>
                  </a:lnTo>
                  <a:lnTo>
                    <a:pt x="170497" y="351853"/>
                  </a:lnTo>
                  <a:lnTo>
                    <a:pt x="170593" y="352044"/>
                  </a:lnTo>
                  <a:lnTo>
                    <a:pt x="170688" y="352234"/>
                  </a:lnTo>
                  <a:lnTo>
                    <a:pt x="170879" y="353092"/>
                  </a:lnTo>
                  <a:lnTo>
                    <a:pt x="171260" y="356235"/>
                  </a:lnTo>
                  <a:lnTo>
                    <a:pt x="171831" y="357854"/>
                  </a:lnTo>
                  <a:lnTo>
                    <a:pt x="172593" y="359283"/>
                  </a:lnTo>
                  <a:lnTo>
                    <a:pt x="172974" y="359664"/>
                  </a:lnTo>
                  <a:lnTo>
                    <a:pt x="174498" y="360997"/>
                  </a:lnTo>
                  <a:lnTo>
                    <a:pt x="176689" y="363474"/>
                  </a:lnTo>
                  <a:lnTo>
                    <a:pt x="178118" y="365474"/>
                  </a:lnTo>
                  <a:lnTo>
                    <a:pt x="184499" y="379476"/>
                  </a:lnTo>
                  <a:lnTo>
                    <a:pt x="184785" y="380238"/>
                  </a:lnTo>
                  <a:lnTo>
                    <a:pt x="184880" y="380714"/>
                  </a:lnTo>
                  <a:lnTo>
                    <a:pt x="184880" y="381190"/>
                  </a:lnTo>
                  <a:lnTo>
                    <a:pt x="184785" y="381571"/>
                  </a:lnTo>
                  <a:lnTo>
                    <a:pt x="184690" y="381952"/>
                  </a:lnTo>
                  <a:lnTo>
                    <a:pt x="184690" y="382524"/>
                  </a:lnTo>
                  <a:lnTo>
                    <a:pt x="184880" y="385477"/>
                  </a:lnTo>
                  <a:lnTo>
                    <a:pt x="185261" y="386905"/>
                  </a:lnTo>
                  <a:lnTo>
                    <a:pt x="185738" y="388048"/>
                  </a:lnTo>
                  <a:lnTo>
                    <a:pt x="186500" y="389287"/>
                  </a:lnTo>
                  <a:lnTo>
                    <a:pt x="187738" y="390525"/>
                  </a:lnTo>
                  <a:lnTo>
                    <a:pt x="188690" y="390906"/>
                  </a:lnTo>
                  <a:lnTo>
                    <a:pt x="189547" y="391001"/>
                  </a:lnTo>
                  <a:lnTo>
                    <a:pt x="190024" y="390906"/>
                  </a:lnTo>
                  <a:lnTo>
                    <a:pt x="190500" y="390715"/>
                  </a:lnTo>
                  <a:lnTo>
                    <a:pt x="190881" y="390525"/>
                  </a:lnTo>
                  <a:lnTo>
                    <a:pt x="191453" y="390049"/>
                  </a:lnTo>
                  <a:lnTo>
                    <a:pt x="191929" y="389477"/>
                  </a:lnTo>
                  <a:lnTo>
                    <a:pt x="192214" y="388810"/>
                  </a:lnTo>
                  <a:lnTo>
                    <a:pt x="192310" y="388239"/>
                  </a:lnTo>
                  <a:lnTo>
                    <a:pt x="192119" y="384048"/>
                  </a:lnTo>
                  <a:lnTo>
                    <a:pt x="192214" y="383381"/>
                  </a:lnTo>
                  <a:lnTo>
                    <a:pt x="192500" y="382810"/>
                  </a:lnTo>
                  <a:lnTo>
                    <a:pt x="192691" y="382429"/>
                  </a:lnTo>
                  <a:lnTo>
                    <a:pt x="193929" y="381095"/>
                  </a:lnTo>
                  <a:lnTo>
                    <a:pt x="195072" y="379571"/>
                  </a:lnTo>
                  <a:lnTo>
                    <a:pt x="195358" y="379285"/>
                  </a:lnTo>
                  <a:lnTo>
                    <a:pt x="195739" y="379095"/>
                  </a:lnTo>
                  <a:lnTo>
                    <a:pt x="196310" y="378905"/>
                  </a:lnTo>
                  <a:lnTo>
                    <a:pt x="199168" y="377476"/>
                  </a:lnTo>
                  <a:lnTo>
                    <a:pt x="199549" y="377285"/>
                  </a:lnTo>
                  <a:lnTo>
                    <a:pt x="200025" y="377000"/>
                  </a:lnTo>
                  <a:lnTo>
                    <a:pt x="200787" y="377285"/>
                  </a:lnTo>
                  <a:lnTo>
                    <a:pt x="202978" y="379381"/>
                  </a:lnTo>
                  <a:lnTo>
                    <a:pt x="208597" y="386239"/>
                  </a:lnTo>
                  <a:lnTo>
                    <a:pt x="210598" y="387953"/>
                  </a:lnTo>
                  <a:lnTo>
                    <a:pt x="216789" y="389192"/>
                  </a:lnTo>
                  <a:lnTo>
                    <a:pt x="218408" y="389192"/>
                  </a:lnTo>
                  <a:lnTo>
                    <a:pt x="219075" y="389001"/>
                  </a:lnTo>
                  <a:lnTo>
                    <a:pt x="219551" y="388810"/>
                  </a:lnTo>
                  <a:lnTo>
                    <a:pt x="219932" y="388620"/>
                  </a:lnTo>
                  <a:lnTo>
                    <a:pt x="220313" y="388334"/>
                  </a:lnTo>
                  <a:lnTo>
                    <a:pt x="225266" y="383096"/>
                  </a:lnTo>
                  <a:lnTo>
                    <a:pt x="225838" y="382714"/>
                  </a:lnTo>
                  <a:lnTo>
                    <a:pt x="226695" y="382429"/>
                  </a:lnTo>
                  <a:lnTo>
                    <a:pt x="228410" y="382238"/>
                  </a:lnTo>
                  <a:lnTo>
                    <a:pt x="230029" y="382334"/>
                  </a:lnTo>
                  <a:lnTo>
                    <a:pt x="233744" y="383476"/>
                  </a:lnTo>
                  <a:lnTo>
                    <a:pt x="234410" y="383381"/>
                  </a:lnTo>
                  <a:lnTo>
                    <a:pt x="234791" y="383096"/>
                  </a:lnTo>
                  <a:lnTo>
                    <a:pt x="234791" y="382714"/>
                  </a:lnTo>
                  <a:lnTo>
                    <a:pt x="234887" y="382334"/>
                  </a:lnTo>
                  <a:lnTo>
                    <a:pt x="234887" y="381190"/>
                  </a:lnTo>
                  <a:lnTo>
                    <a:pt x="235934" y="375761"/>
                  </a:lnTo>
                  <a:lnTo>
                    <a:pt x="236029" y="375094"/>
                  </a:lnTo>
                  <a:lnTo>
                    <a:pt x="235934" y="372142"/>
                  </a:lnTo>
                  <a:lnTo>
                    <a:pt x="236220" y="370999"/>
                  </a:lnTo>
                  <a:lnTo>
                    <a:pt x="237458" y="369760"/>
                  </a:lnTo>
                  <a:lnTo>
                    <a:pt x="241173" y="369760"/>
                  </a:lnTo>
                  <a:lnTo>
                    <a:pt x="244316" y="369094"/>
                  </a:lnTo>
                  <a:lnTo>
                    <a:pt x="246221" y="368427"/>
                  </a:lnTo>
                  <a:lnTo>
                    <a:pt x="246697" y="368332"/>
                  </a:lnTo>
                  <a:lnTo>
                    <a:pt x="247269" y="368332"/>
                  </a:lnTo>
                  <a:lnTo>
                    <a:pt x="248412" y="368617"/>
                  </a:lnTo>
                  <a:lnTo>
                    <a:pt x="252889" y="370427"/>
                  </a:lnTo>
                  <a:lnTo>
                    <a:pt x="256985" y="370903"/>
                  </a:lnTo>
                  <a:lnTo>
                    <a:pt x="258032" y="371189"/>
                  </a:lnTo>
                  <a:lnTo>
                    <a:pt x="258509" y="371475"/>
                  </a:lnTo>
                  <a:lnTo>
                    <a:pt x="258985" y="371856"/>
                  </a:lnTo>
                  <a:lnTo>
                    <a:pt x="259556" y="372809"/>
                  </a:lnTo>
                  <a:lnTo>
                    <a:pt x="259842" y="373666"/>
                  </a:lnTo>
                  <a:lnTo>
                    <a:pt x="259937" y="377380"/>
                  </a:lnTo>
                  <a:lnTo>
                    <a:pt x="260033" y="378047"/>
                  </a:lnTo>
                  <a:lnTo>
                    <a:pt x="260318" y="378619"/>
                  </a:lnTo>
                  <a:lnTo>
                    <a:pt x="260985" y="379285"/>
                  </a:lnTo>
                  <a:lnTo>
                    <a:pt x="261461" y="379667"/>
                  </a:lnTo>
                  <a:lnTo>
                    <a:pt x="261938" y="379857"/>
                  </a:lnTo>
                  <a:lnTo>
                    <a:pt x="263938" y="380428"/>
                  </a:lnTo>
                  <a:lnTo>
                    <a:pt x="264414" y="380619"/>
                  </a:lnTo>
                  <a:lnTo>
                    <a:pt x="264890" y="380905"/>
                  </a:lnTo>
                  <a:lnTo>
                    <a:pt x="265081" y="381476"/>
                  </a:lnTo>
                  <a:lnTo>
                    <a:pt x="265081" y="382238"/>
                  </a:lnTo>
                  <a:lnTo>
                    <a:pt x="264700" y="383667"/>
                  </a:lnTo>
                  <a:lnTo>
                    <a:pt x="264128" y="384905"/>
                  </a:lnTo>
                  <a:lnTo>
                    <a:pt x="263557" y="385477"/>
                  </a:lnTo>
                  <a:lnTo>
                    <a:pt x="263366" y="385858"/>
                  </a:lnTo>
                  <a:lnTo>
                    <a:pt x="263366" y="387001"/>
                  </a:lnTo>
                  <a:lnTo>
                    <a:pt x="264414" y="388810"/>
                  </a:lnTo>
                  <a:lnTo>
                    <a:pt x="265557" y="389668"/>
                  </a:lnTo>
                  <a:lnTo>
                    <a:pt x="265843" y="390049"/>
                  </a:lnTo>
                  <a:lnTo>
                    <a:pt x="266129" y="390525"/>
                  </a:lnTo>
                  <a:lnTo>
                    <a:pt x="266319" y="391001"/>
                  </a:lnTo>
                  <a:lnTo>
                    <a:pt x="266414" y="391573"/>
                  </a:lnTo>
                  <a:lnTo>
                    <a:pt x="266319" y="392144"/>
                  </a:lnTo>
                  <a:lnTo>
                    <a:pt x="266033" y="394049"/>
                  </a:lnTo>
                  <a:lnTo>
                    <a:pt x="266033" y="394621"/>
                  </a:lnTo>
                  <a:lnTo>
                    <a:pt x="266033" y="395192"/>
                  </a:lnTo>
                  <a:lnTo>
                    <a:pt x="266795" y="395383"/>
                  </a:lnTo>
                  <a:lnTo>
                    <a:pt x="268605" y="395097"/>
                  </a:lnTo>
                  <a:lnTo>
                    <a:pt x="272605" y="393954"/>
                  </a:lnTo>
                  <a:lnTo>
                    <a:pt x="277654" y="393192"/>
                  </a:lnTo>
                  <a:lnTo>
                    <a:pt x="279940" y="393382"/>
                  </a:lnTo>
                  <a:lnTo>
                    <a:pt x="280226" y="393382"/>
                  </a:lnTo>
                  <a:lnTo>
                    <a:pt x="281369" y="392906"/>
                  </a:lnTo>
                  <a:lnTo>
                    <a:pt x="284131" y="391001"/>
                  </a:lnTo>
                  <a:lnTo>
                    <a:pt x="285655" y="388334"/>
                  </a:lnTo>
                  <a:lnTo>
                    <a:pt x="286036" y="387286"/>
                  </a:lnTo>
                  <a:lnTo>
                    <a:pt x="286417" y="385191"/>
                  </a:lnTo>
                  <a:lnTo>
                    <a:pt x="286703" y="377952"/>
                  </a:lnTo>
                  <a:lnTo>
                    <a:pt x="286893" y="376618"/>
                  </a:lnTo>
                  <a:lnTo>
                    <a:pt x="287274" y="375475"/>
                  </a:lnTo>
                  <a:lnTo>
                    <a:pt x="287560" y="374904"/>
                  </a:lnTo>
                  <a:lnTo>
                    <a:pt x="288893" y="373094"/>
                  </a:lnTo>
                  <a:lnTo>
                    <a:pt x="289084" y="372523"/>
                  </a:lnTo>
                  <a:lnTo>
                    <a:pt x="289179" y="372046"/>
                  </a:lnTo>
                  <a:lnTo>
                    <a:pt x="289179" y="371475"/>
                  </a:lnTo>
                  <a:lnTo>
                    <a:pt x="289084" y="370427"/>
                  </a:lnTo>
                  <a:lnTo>
                    <a:pt x="289084" y="369856"/>
                  </a:lnTo>
                  <a:lnTo>
                    <a:pt x="289179" y="369284"/>
                  </a:lnTo>
                  <a:lnTo>
                    <a:pt x="289370" y="368808"/>
                  </a:lnTo>
                  <a:lnTo>
                    <a:pt x="289655" y="368332"/>
                  </a:lnTo>
                  <a:lnTo>
                    <a:pt x="289941" y="367951"/>
                  </a:lnTo>
                  <a:lnTo>
                    <a:pt x="290417" y="367570"/>
                  </a:lnTo>
                  <a:lnTo>
                    <a:pt x="290989" y="367189"/>
                  </a:lnTo>
                  <a:lnTo>
                    <a:pt x="295370" y="365665"/>
                  </a:lnTo>
                  <a:lnTo>
                    <a:pt x="297466" y="365379"/>
                  </a:lnTo>
                  <a:lnTo>
                    <a:pt x="299276" y="365379"/>
                  </a:lnTo>
                  <a:lnTo>
                    <a:pt x="300514" y="365569"/>
                  </a:lnTo>
                  <a:lnTo>
                    <a:pt x="304990" y="367570"/>
                  </a:lnTo>
                  <a:lnTo>
                    <a:pt x="306134" y="367855"/>
                  </a:lnTo>
                  <a:lnTo>
                    <a:pt x="306705" y="367855"/>
                  </a:lnTo>
                  <a:lnTo>
                    <a:pt x="307277" y="367855"/>
                  </a:lnTo>
                  <a:lnTo>
                    <a:pt x="308229" y="367570"/>
                  </a:lnTo>
                  <a:lnTo>
                    <a:pt x="309181" y="367189"/>
                  </a:lnTo>
                  <a:lnTo>
                    <a:pt x="309944" y="366617"/>
                  </a:lnTo>
                  <a:lnTo>
                    <a:pt x="310801" y="365665"/>
                  </a:lnTo>
                  <a:lnTo>
                    <a:pt x="312515" y="363379"/>
                  </a:lnTo>
                  <a:lnTo>
                    <a:pt x="313563" y="361569"/>
                  </a:lnTo>
                  <a:lnTo>
                    <a:pt x="313563" y="361378"/>
                  </a:lnTo>
                  <a:lnTo>
                    <a:pt x="313563" y="360997"/>
                  </a:lnTo>
                  <a:lnTo>
                    <a:pt x="313563" y="360617"/>
                  </a:lnTo>
                  <a:lnTo>
                    <a:pt x="313658" y="360331"/>
                  </a:lnTo>
                  <a:lnTo>
                    <a:pt x="313849" y="359473"/>
                  </a:lnTo>
                  <a:lnTo>
                    <a:pt x="314611" y="357283"/>
                  </a:lnTo>
                  <a:lnTo>
                    <a:pt x="314706" y="356711"/>
                  </a:lnTo>
                  <a:lnTo>
                    <a:pt x="314801" y="356140"/>
                  </a:lnTo>
                  <a:lnTo>
                    <a:pt x="314706" y="354330"/>
                  </a:lnTo>
                  <a:lnTo>
                    <a:pt x="314801" y="353759"/>
                  </a:lnTo>
                  <a:lnTo>
                    <a:pt x="314896" y="353187"/>
                  </a:lnTo>
                  <a:lnTo>
                    <a:pt x="316611" y="349091"/>
                  </a:lnTo>
                  <a:lnTo>
                    <a:pt x="319469" y="344900"/>
                  </a:lnTo>
                  <a:lnTo>
                    <a:pt x="319945" y="343948"/>
                  </a:lnTo>
                  <a:lnTo>
                    <a:pt x="320135" y="343376"/>
                  </a:lnTo>
                  <a:lnTo>
                    <a:pt x="321278" y="338614"/>
                  </a:lnTo>
                  <a:lnTo>
                    <a:pt x="321183" y="335566"/>
                  </a:lnTo>
                  <a:lnTo>
                    <a:pt x="321183" y="335089"/>
                  </a:lnTo>
                  <a:lnTo>
                    <a:pt x="321278" y="334613"/>
                  </a:lnTo>
                  <a:lnTo>
                    <a:pt x="321469" y="334232"/>
                  </a:lnTo>
                  <a:lnTo>
                    <a:pt x="321659" y="333946"/>
                  </a:lnTo>
                  <a:lnTo>
                    <a:pt x="322040" y="333565"/>
                  </a:lnTo>
                  <a:lnTo>
                    <a:pt x="323088" y="332994"/>
                  </a:lnTo>
                  <a:lnTo>
                    <a:pt x="324231" y="332613"/>
                  </a:lnTo>
                  <a:lnTo>
                    <a:pt x="328994" y="332042"/>
                  </a:lnTo>
                  <a:lnTo>
                    <a:pt x="338804" y="332137"/>
                  </a:lnTo>
                  <a:lnTo>
                    <a:pt x="340900" y="331089"/>
                  </a:lnTo>
                  <a:lnTo>
                    <a:pt x="346805" y="326612"/>
                  </a:lnTo>
                  <a:lnTo>
                    <a:pt x="348234" y="326231"/>
                  </a:lnTo>
                  <a:lnTo>
                    <a:pt x="350996" y="325946"/>
                  </a:lnTo>
                  <a:lnTo>
                    <a:pt x="351758" y="325946"/>
                  </a:lnTo>
                  <a:lnTo>
                    <a:pt x="352330" y="326041"/>
                  </a:lnTo>
                  <a:lnTo>
                    <a:pt x="352901" y="326231"/>
                  </a:lnTo>
                  <a:lnTo>
                    <a:pt x="353949" y="326707"/>
                  </a:lnTo>
                  <a:lnTo>
                    <a:pt x="354521" y="327184"/>
                  </a:lnTo>
                  <a:lnTo>
                    <a:pt x="354902" y="327755"/>
                  </a:lnTo>
                  <a:lnTo>
                    <a:pt x="355092" y="328231"/>
                  </a:lnTo>
                  <a:lnTo>
                    <a:pt x="355092" y="329375"/>
                  </a:lnTo>
                  <a:lnTo>
                    <a:pt x="357854" y="328422"/>
                  </a:lnTo>
                  <a:lnTo>
                    <a:pt x="359569" y="328231"/>
                  </a:lnTo>
                  <a:lnTo>
                    <a:pt x="361283" y="327374"/>
                  </a:lnTo>
                  <a:lnTo>
                    <a:pt x="362331" y="325374"/>
                  </a:lnTo>
                  <a:lnTo>
                    <a:pt x="363664" y="316801"/>
                  </a:lnTo>
                  <a:lnTo>
                    <a:pt x="364998" y="312134"/>
                  </a:lnTo>
                  <a:lnTo>
                    <a:pt x="366141" y="310420"/>
                  </a:lnTo>
                  <a:lnTo>
                    <a:pt x="366427" y="309848"/>
                  </a:lnTo>
                  <a:lnTo>
                    <a:pt x="366427" y="307562"/>
                  </a:lnTo>
                  <a:lnTo>
                    <a:pt x="366617" y="306324"/>
                  </a:lnTo>
                  <a:lnTo>
                    <a:pt x="366998" y="305562"/>
                  </a:lnTo>
                  <a:lnTo>
                    <a:pt x="367570" y="305467"/>
                  </a:lnTo>
                  <a:lnTo>
                    <a:pt x="370237" y="305562"/>
                  </a:lnTo>
                  <a:lnTo>
                    <a:pt x="373285" y="304514"/>
                  </a:lnTo>
                  <a:lnTo>
                    <a:pt x="373761" y="303847"/>
                  </a:lnTo>
                  <a:lnTo>
                    <a:pt x="374428" y="302514"/>
                  </a:lnTo>
                  <a:lnTo>
                    <a:pt x="376809" y="299847"/>
                  </a:lnTo>
                  <a:lnTo>
                    <a:pt x="377380" y="298799"/>
                  </a:lnTo>
                  <a:lnTo>
                    <a:pt x="377666" y="297751"/>
                  </a:lnTo>
                  <a:lnTo>
                    <a:pt x="377857" y="295370"/>
                  </a:lnTo>
                  <a:lnTo>
                    <a:pt x="378238" y="294418"/>
                  </a:lnTo>
                  <a:lnTo>
                    <a:pt x="380333" y="291751"/>
                  </a:lnTo>
                  <a:lnTo>
                    <a:pt x="380619" y="291084"/>
                  </a:lnTo>
                  <a:lnTo>
                    <a:pt x="381000" y="289274"/>
                  </a:lnTo>
                  <a:lnTo>
                    <a:pt x="383381" y="283369"/>
                  </a:lnTo>
                  <a:lnTo>
                    <a:pt x="383953" y="280988"/>
                  </a:lnTo>
                  <a:lnTo>
                    <a:pt x="384524" y="279844"/>
                  </a:lnTo>
                  <a:lnTo>
                    <a:pt x="385286" y="279368"/>
                  </a:lnTo>
                  <a:lnTo>
                    <a:pt x="386144" y="279273"/>
                  </a:lnTo>
                  <a:lnTo>
                    <a:pt x="387382" y="278892"/>
                  </a:lnTo>
                  <a:lnTo>
                    <a:pt x="388430" y="278321"/>
                  </a:lnTo>
                  <a:lnTo>
                    <a:pt x="388906" y="277654"/>
                  </a:lnTo>
                  <a:lnTo>
                    <a:pt x="389287" y="276892"/>
                  </a:lnTo>
                  <a:lnTo>
                    <a:pt x="390239" y="276320"/>
                  </a:lnTo>
                  <a:lnTo>
                    <a:pt x="391382" y="276225"/>
                  </a:lnTo>
                  <a:lnTo>
                    <a:pt x="392335" y="276606"/>
                  </a:lnTo>
                  <a:lnTo>
                    <a:pt x="392716" y="277368"/>
                  </a:lnTo>
                  <a:lnTo>
                    <a:pt x="392716" y="278321"/>
                  </a:lnTo>
                  <a:lnTo>
                    <a:pt x="392430" y="280702"/>
                  </a:lnTo>
                  <a:lnTo>
                    <a:pt x="394621" y="278987"/>
                  </a:lnTo>
                  <a:lnTo>
                    <a:pt x="397859" y="273653"/>
                  </a:lnTo>
                  <a:lnTo>
                    <a:pt x="400145" y="272701"/>
                  </a:lnTo>
                  <a:lnTo>
                    <a:pt x="399669" y="274892"/>
                  </a:lnTo>
                  <a:lnTo>
                    <a:pt x="400431" y="276796"/>
                  </a:lnTo>
                  <a:lnTo>
                    <a:pt x="401764" y="277749"/>
                  </a:lnTo>
                  <a:lnTo>
                    <a:pt x="403098" y="277082"/>
                  </a:lnTo>
                  <a:lnTo>
                    <a:pt x="403765" y="276606"/>
                  </a:lnTo>
                  <a:lnTo>
                    <a:pt x="404622" y="276320"/>
                  </a:lnTo>
                  <a:lnTo>
                    <a:pt x="405384" y="275939"/>
                  </a:lnTo>
                  <a:lnTo>
                    <a:pt x="405670" y="274987"/>
                  </a:lnTo>
                  <a:lnTo>
                    <a:pt x="405575" y="273939"/>
                  </a:lnTo>
                  <a:lnTo>
                    <a:pt x="405289" y="273177"/>
                  </a:lnTo>
                  <a:lnTo>
                    <a:pt x="405098" y="272415"/>
                  </a:lnTo>
                  <a:lnTo>
                    <a:pt x="405194" y="271367"/>
                  </a:lnTo>
                  <a:lnTo>
                    <a:pt x="405765" y="270415"/>
                  </a:lnTo>
                  <a:lnTo>
                    <a:pt x="407575" y="268605"/>
                  </a:lnTo>
                  <a:lnTo>
                    <a:pt x="407956" y="268034"/>
                  </a:lnTo>
                  <a:lnTo>
                    <a:pt x="407575" y="267462"/>
                  </a:lnTo>
                  <a:lnTo>
                    <a:pt x="405098" y="264985"/>
                  </a:lnTo>
                  <a:lnTo>
                    <a:pt x="405765" y="264128"/>
                  </a:lnTo>
                  <a:lnTo>
                    <a:pt x="407194" y="262985"/>
                  </a:lnTo>
                  <a:lnTo>
                    <a:pt x="408146" y="262604"/>
                  </a:lnTo>
                  <a:lnTo>
                    <a:pt x="409099" y="263366"/>
                  </a:lnTo>
                  <a:lnTo>
                    <a:pt x="410718" y="265462"/>
                  </a:lnTo>
                  <a:lnTo>
                    <a:pt x="413385" y="265938"/>
                  </a:lnTo>
                  <a:lnTo>
                    <a:pt x="414719" y="262795"/>
                  </a:lnTo>
                  <a:lnTo>
                    <a:pt x="416243" y="254603"/>
                  </a:lnTo>
                  <a:lnTo>
                    <a:pt x="417290" y="252698"/>
                  </a:lnTo>
                  <a:lnTo>
                    <a:pt x="420910" y="248984"/>
                  </a:lnTo>
                  <a:lnTo>
                    <a:pt x="421672" y="248698"/>
                  </a:lnTo>
                  <a:lnTo>
                    <a:pt x="423958" y="248698"/>
                  </a:lnTo>
                  <a:lnTo>
                    <a:pt x="424434" y="248317"/>
                  </a:lnTo>
                  <a:lnTo>
                    <a:pt x="424720" y="247745"/>
                  </a:lnTo>
                  <a:lnTo>
                    <a:pt x="426148" y="245840"/>
                  </a:lnTo>
                  <a:lnTo>
                    <a:pt x="426625" y="245364"/>
                  </a:lnTo>
                  <a:lnTo>
                    <a:pt x="428244" y="244697"/>
                  </a:lnTo>
                  <a:lnTo>
                    <a:pt x="428339" y="246031"/>
                  </a:lnTo>
                  <a:lnTo>
                    <a:pt x="427482" y="247174"/>
                  </a:lnTo>
                  <a:lnTo>
                    <a:pt x="426720" y="248412"/>
                  </a:lnTo>
                  <a:lnTo>
                    <a:pt x="427101" y="250126"/>
                  </a:lnTo>
                  <a:lnTo>
                    <a:pt x="427863" y="248793"/>
                  </a:lnTo>
                  <a:lnTo>
                    <a:pt x="431197" y="245078"/>
                  </a:lnTo>
                  <a:lnTo>
                    <a:pt x="432626" y="243935"/>
                  </a:lnTo>
                  <a:lnTo>
                    <a:pt x="435864" y="242983"/>
                  </a:lnTo>
                  <a:lnTo>
                    <a:pt x="437007" y="241935"/>
                  </a:lnTo>
                  <a:lnTo>
                    <a:pt x="437388" y="241173"/>
                  </a:lnTo>
                  <a:lnTo>
                    <a:pt x="437579" y="240506"/>
                  </a:lnTo>
                  <a:lnTo>
                    <a:pt x="437388" y="239839"/>
                  </a:lnTo>
                  <a:lnTo>
                    <a:pt x="436817" y="238887"/>
                  </a:lnTo>
                  <a:lnTo>
                    <a:pt x="435959" y="238125"/>
                  </a:lnTo>
                  <a:lnTo>
                    <a:pt x="435769" y="238506"/>
                  </a:lnTo>
                  <a:lnTo>
                    <a:pt x="435673" y="239363"/>
                  </a:lnTo>
                  <a:lnTo>
                    <a:pt x="435197" y="239839"/>
                  </a:lnTo>
                  <a:lnTo>
                    <a:pt x="432626" y="241840"/>
                  </a:lnTo>
                  <a:lnTo>
                    <a:pt x="431578" y="241935"/>
                  </a:lnTo>
                  <a:lnTo>
                    <a:pt x="431578" y="239268"/>
                  </a:lnTo>
                  <a:lnTo>
                    <a:pt x="429006" y="240697"/>
                  </a:lnTo>
                  <a:lnTo>
                    <a:pt x="428054" y="240792"/>
                  </a:lnTo>
                  <a:lnTo>
                    <a:pt x="427196" y="239935"/>
                  </a:lnTo>
                  <a:lnTo>
                    <a:pt x="426815" y="238411"/>
                  </a:lnTo>
                  <a:lnTo>
                    <a:pt x="426911" y="234696"/>
                  </a:lnTo>
                  <a:lnTo>
                    <a:pt x="426625" y="233172"/>
                  </a:lnTo>
                  <a:lnTo>
                    <a:pt x="425482" y="231648"/>
                  </a:lnTo>
                  <a:lnTo>
                    <a:pt x="424053" y="230981"/>
                  </a:lnTo>
                  <a:lnTo>
                    <a:pt x="422529" y="230600"/>
                  </a:lnTo>
                  <a:lnTo>
                    <a:pt x="421196" y="229743"/>
                  </a:lnTo>
                  <a:lnTo>
                    <a:pt x="420338" y="228219"/>
                  </a:lnTo>
                  <a:lnTo>
                    <a:pt x="420053" y="226409"/>
                  </a:lnTo>
                  <a:lnTo>
                    <a:pt x="420243" y="224695"/>
                  </a:lnTo>
                  <a:lnTo>
                    <a:pt x="421481" y="222123"/>
                  </a:lnTo>
                  <a:lnTo>
                    <a:pt x="421767" y="220694"/>
                  </a:lnTo>
                  <a:lnTo>
                    <a:pt x="421481" y="219456"/>
                  </a:lnTo>
                  <a:lnTo>
                    <a:pt x="420243" y="218980"/>
                  </a:lnTo>
                  <a:lnTo>
                    <a:pt x="419862" y="218694"/>
                  </a:lnTo>
                  <a:lnTo>
                    <a:pt x="420053" y="218027"/>
                  </a:lnTo>
                  <a:lnTo>
                    <a:pt x="420434" y="217360"/>
                  </a:lnTo>
                  <a:lnTo>
                    <a:pt x="420814" y="217075"/>
                  </a:lnTo>
                  <a:lnTo>
                    <a:pt x="421672" y="217170"/>
                  </a:lnTo>
                  <a:lnTo>
                    <a:pt x="421958" y="217456"/>
                  </a:lnTo>
                  <a:lnTo>
                    <a:pt x="422053" y="217932"/>
                  </a:lnTo>
                  <a:lnTo>
                    <a:pt x="422434" y="218694"/>
                  </a:lnTo>
                  <a:lnTo>
                    <a:pt x="424625" y="218789"/>
                  </a:lnTo>
                  <a:lnTo>
                    <a:pt x="427958" y="217742"/>
                  </a:lnTo>
                  <a:lnTo>
                    <a:pt x="430530" y="217456"/>
                  </a:lnTo>
                  <a:lnTo>
                    <a:pt x="430339" y="219742"/>
                  </a:lnTo>
                  <a:lnTo>
                    <a:pt x="430721" y="219837"/>
                  </a:lnTo>
                  <a:lnTo>
                    <a:pt x="430911" y="220027"/>
                  </a:lnTo>
                  <a:lnTo>
                    <a:pt x="431102" y="220313"/>
                  </a:lnTo>
                  <a:lnTo>
                    <a:pt x="431387" y="220599"/>
                  </a:lnTo>
                  <a:lnTo>
                    <a:pt x="432530" y="220694"/>
                  </a:lnTo>
                  <a:lnTo>
                    <a:pt x="434150" y="221742"/>
                  </a:lnTo>
                  <a:lnTo>
                    <a:pt x="435769" y="222218"/>
                  </a:lnTo>
                  <a:lnTo>
                    <a:pt x="436912" y="220694"/>
                  </a:lnTo>
                  <a:lnTo>
                    <a:pt x="435007" y="219456"/>
                  </a:lnTo>
                  <a:lnTo>
                    <a:pt x="434912" y="216503"/>
                  </a:lnTo>
                  <a:lnTo>
                    <a:pt x="435959" y="213550"/>
                  </a:lnTo>
                  <a:lnTo>
                    <a:pt x="437579" y="212503"/>
                  </a:lnTo>
                  <a:lnTo>
                    <a:pt x="438055" y="213360"/>
                  </a:lnTo>
                  <a:lnTo>
                    <a:pt x="438912" y="217265"/>
                  </a:lnTo>
                  <a:lnTo>
                    <a:pt x="440246" y="217646"/>
                  </a:lnTo>
                  <a:lnTo>
                    <a:pt x="441008" y="218599"/>
                  </a:lnTo>
                  <a:lnTo>
                    <a:pt x="442055" y="220789"/>
                  </a:lnTo>
                  <a:lnTo>
                    <a:pt x="439960" y="226219"/>
                  </a:lnTo>
                  <a:lnTo>
                    <a:pt x="439007" y="227838"/>
                  </a:lnTo>
                  <a:lnTo>
                    <a:pt x="438245" y="229362"/>
                  </a:lnTo>
                  <a:lnTo>
                    <a:pt x="438150" y="230696"/>
                  </a:lnTo>
                  <a:lnTo>
                    <a:pt x="437864" y="231838"/>
                  </a:lnTo>
                  <a:lnTo>
                    <a:pt x="436531" y="232981"/>
                  </a:lnTo>
                  <a:lnTo>
                    <a:pt x="436531" y="233553"/>
                  </a:lnTo>
                  <a:lnTo>
                    <a:pt x="437864" y="233553"/>
                  </a:lnTo>
                  <a:lnTo>
                    <a:pt x="439103" y="233934"/>
                  </a:lnTo>
                  <a:lnTo>
                    <a:pt x="440246" y="234601"/>
                  </a:lnTo>
                  <a:lnTo>
                    <a:pt x="441388" y="235458"/>
                  </a:lnTo>
                  <a:lnTo>
                    <a:pt x="442627" y="234696"/>
                  </a:lnTo>
                  <a:lnTo>
                    <a:pt x="446818" y="233363"/>
                  </a:lnTo>
                  <a:lnTo>
                    <a:pt x="447961" y="232696"/>
                  </a:lnTo>
                  <a:lnTo>
                    <a:pt x="450056" y="230981"/>
                  </a:lnTo>
                  <a:lnTo>
                    <a:pt x="451009" y="230600"/>
                  </a:lnTo>
                  <a:lnTo>
                    <a:pt x="454247" y="230696"/>
                  </a:lnTo>
                  <a:lnTo>
                    <a:pt x="455962" y="230410"/>
                  </a:lnTo>
                  <a:lnTo>
                    <a:pt x="456724" y="229552"/>
                  </a:lnTo>
                  <a:lnTo>
                    <a:pt x="457200" y="228219"/>
                  </a:lnTo>
                  <a:lnTo>
                    <a:pt x="458248" y="228028"/>
                  </a:lnTo>
                  <a:lnTo>
                    <a:pt x="460534" y="228600"/>
                  </a:lnTo>
                  <a:lnTo>
                    <a:pt x="462344" y="227267"/>
                  </a:lnTo>
                  <a:lnTo>
                    <a:pt x="462629" y="227457"/>
                  </a:lnTo>
                  <a:lnTo>
                    <a:pt x="462915" y="227838"/>
                  </a:lnTo>
                  <a:lnTo>
                    <a:pt x="463201" y="227933"/>
                  </a:lnTo>
                  <a:lnTo>
                    <a:pt x="468725" y="225266"/>
                  </a:lnTo>
                  <a:lnTo>
                    <a:pt x="469392" y="224028"/>
                  </a:lnTo>
                  <a:lnTo>
                    <a:pt x="468439" y="222218"/>
                  </a:lnTo>
                  <a:lnTo>
                    <a:pt x="467963" y="220980"/>
                  </a:lnTo>
                  <a:lnTo>
                    <a:pt x="467011" y="214789"/>
                  </a:lnTo>
                  <a:lnTo>
                    <a:pt x="466630" y="213265"/>
                  </a:lnTo>
                  <a:lnTo>
                    <a:pt x="465772" y="212122"/>
                  </a:lnTo>
                  <a:lnTo>
                    <a:pt x="465296" y="211074"/>
                  </a:lnTo>
                  <a:lnTo>
                    <a:pt x="465868" y="209740"/>
                  </a:lnTo>
                  <a:lnTo>
                    <a:pt x="464820" y="208693"/>
                  </a:lnTo>
                  <a:lnTo>
                    <a:pt x="464439" y="207740"/>
                  </a:lnTo>
                  <a:lnTo>
                    <a:pt x="464725" y="206883"/>
                  </a:lnTo>
                  <a:lnTo>
                    <a:pt x="465868" y="206311"/>
                  </a:lnTo>
                  <a:lnTo>
                    <a:pt x="466439" y="206502"/>
                  </a:lnTo>
                  <a:lnTo>
                    <a:pt x="468439" y="207454"/>
                  </a:lnTo>
                  <a:lnTo>
                    <a:pt x="469487" y="207645"/>
                  </a:lnTo>
                  <a:lnTo>
                    <a:pt x="470726" y="206883"/>
                  </a:lnTo>
                  <a:lnTo>
                    <a:pt x="469678" y="205073"/>
                  </a:lnTo>
                  <a:lnTo>
                    <a:pt x="468154" y="202978"/>
                  </a:lnTo>
                  <a:lnTo>
                    <a:pt x="467868" y="201359"/>
                  </a:lnTo>
                  <a:lnTo>
                    <a:pt x="470059" y="197263"/>
                  </a:lnTo>
                  <a:lnTo>
                    <a:pt x="470440" y="196882"/>
                  </a:lnTo>
                  <a:lnTo>
                    <a:pt x="471488" y="196501"/>
                  </a:lnTo>
                  <a:lnTo>
                    <a:pt x="471964" y="196215"/>
                  </a:lnTo>
                  <a:lnTo>
                    <a:pt x="472250" y="195834"/>
                  </a:lnTo>
                  <a:lnTo>
                    <a:pt x="472821" y="194596"/>
                  </a:lnTo>
                  <a:lnTo>
                    <a:pt x="473012" y="194215"/>
                  </a:lnTo>
                  <a:lnTo>
                    <a:pt x="474726" y="193738"/>
                  </a:lnTo>
                  <a:lnTo>
                    <a:pt x="477488" y="193738"/>
                  </a:lnTo>
                  <a:lnTo>
                    <a:pt x="479488" y="194596"/>
                  </a:lnTo>
                  <a:lnTo>
                    <a:pt x="479012" y="196882"/>
                  </a:lnTo>
                  <a:lnTo>
                    <a:pt x="480441" y="197834"/>
                  </a:lnTo>
                  <a:lnTo>
                    <a:pt x="480917" y="201454"/>
                  </a:lnTo>
                  <a:lnTo>
                    <a:pt x="482346" y="202311"/>
                  </a:lnTo>
                  <a:lnTo>
                    <a:pt x="482918" y="201930"/>
                  </a:lnTo>
                  <a:lnTo>
                    <a:pt x="483584" y="201168"/>
                  </a:lnTo>
                  <a:lnTo>
                    <a:pt x="484156" y="200215"/>
                  </a:lnTo>
                  <a:lnTo>
                    <a:pt x="484822" y="198882"/>
                  </a:lnTo>
                  <a:lnTo>
                    <a:pt x="485108" y="198120"/>
                  </a:lnTo>
                  <a:lnTo>
                    <a:pt x="485108" y="197263"/>
                  </a:lnTo>
                  <a:lnTo>
                    <a:pt x="484632" y="196215"/>
                  </a:lnTo>
                  <a:lnTo>
                    <a:pt x="485585" y="194881"/>
                  </a:lnTo>
                  <a:lnTo>
                    <a:pt x="486632" y="194500"/>
                  </a:lnTo>
                  <a:lnTo>
                    <a:pt x="487775" y="194500"/>
                  </a:lnTo>
                  <a:lnTo>
                    <a:pt x="489013" y="194310"/>
                  </a:lnTo>
                  <a:lnTo>
                    <a:pt x="488061" y="191452"/>
                  </a:lnTo>
                  <a:lnTo>
                    <a:pt x="487966" y="190500"/>
                  </a:lnTo>
                  <a:lnTo>
                    <a:pt x="488347" y="189262"/>
                  </a:lnTo>
                  <a:lnTo>
                    <a:pt x="489204" y="188214"/>
                  </a:lnTo>
                  <a:lnTo>
                    <a:pt x="489966" y="187071"/>
                  </a:lnTo>
                  <a:lnTo>
                    <a:pt x="490156" y="185452"/>
                  </a:lnTo>
                  <a:lnTo>
                    <a:pt x="489585" y="185452"/>
                  </a:lnTo>
                  <a:lnTo>
                    <a:pt x="489013" y="186214"/>
                  </a:lnTo>
                  <a:lnTo>
                    <a:pt x="488061" y="186785"/>
                  </a:lnTo>
                  <a:lnTo>
                    <a:pt x="487204" y="186976"/>
                  </a:lnTo>
                  <a:lnTo>
                    <a:pt x="486823" y="186500"/>
                  </a:lnTo>
                  <a:lnTo>
                    <a:pt x="486632" y="184975"/>
                  </a:lnTo>
                  <a:lnTo>
                    <a:pt x="486156" y="184594"/>
                  </a:lnTo>
                  <a:lnTo>
                    <a:pt x="485489" y="184594"/>
                  </a:lnTo>
                  <a:lnTo>
                    <a:pt x="484632" y="184118"/>
                  </a:lnTo>
                  <a:lnTo>
                    <a:pt x="482251" y="180499"/>
                  </a:lnTo>
                  <a:lnTo>
                    <a:pt x="481108" y="179832"/>
                  </a:lnTo>
                  <a:lnTo>
                    <a:pt x="479203" y="180689"/>
                  </a:lnTo>
                  <a:lnTo>
                    <a:pt x="478155" y="181927"/>
                  </a:lnTo>
                  <a:lnTo>
                    <a:pt x="476536" y="185166"/>
                  </a:lnTo>
                  <a:lnTo>
                    <a:pt x="475297" y="186118"/>
                  </a:lnTo>
                  <a:lnTo>
                    <a:pt x="473012" y="186118"/>
                  </a:lnTo>
                  <a:lnTo>
                    <a:pt x="472345" y="184594"/>
                  </a:lnTo>
                  <a:lnTo>
                    <a:pt x="472726" y="182499"/>
                  </a:lnTo>
                  <a:lnTo>
                    <a:pt x="473583" y="180594"/>
                  </a:lnTo>
                  <a:lnTo>
                    <a:pt x="473012" y="180213"/>
                  </a:lnTo>
                  <a:lnTo>
                    <a:pt x="472726" y="179927"/>
                  </a:lnTo>
                  <a:lnTo>
                    <a:pt x="472726" y="179451"/>
                  </a:lnTo>
                  <a:lnTo>
                    <a:pt x="473012" y="178594"/>
                  </a:lnTo>
                  <a:lnTo>
                    <a:pt x="474631" y="178594"/>
                  </a:lnTo>
                  <a:lnTo>
                    <a:pt x="478917" y="175927"/>
                  </a:lnTo>
                  <a:lnTo>
                    <a:pt x="481013" y="175260"/>
                  </a:lnTo>
                  <a:lnTo>
                    <a:pt x="482155" y="175641"/>
                  </a:lnTo>
                  <a:lnTo>
                    <a:pt x="484346" y="177451"/>
                  </a:lnTo>
                  <a:lnTo>
                    <a:pt x="485394" y="177832"/>
                  </a:lnTo>
                  <a:lnTo>
                    <a:pt x="486728" y="177927"/>
                  </a:lnTo>
                  <a:lnTo>
                    <a:pt x="487585" y="178308"/>
                  </a:lnTo>
                  <a:lnTo>
                    <a:pt x="487871" y="179165"/>
                  </a:lnTo>
                  <a:lnTo>
                    <a:pt x="487299" y="180689"/>
                  </a:lnTo>
                  <a:lnTo>
                    <a:pt x="488537" y="181165"/>
                  </a:lnTo>
                  <a:lnTo>
                    <a:pt x="492823" y="181356"/>
                  </a:lnTo>
                  <a:lnTo>
                    <a:pt x="493395" y="181546"/>
                  </a:lnTo>
                  <a:lnTo>
                    <a:pt x="494062" y="181832"/>
                  </a:lnTo>
                  <a:lnTo>
                    <a:pt x="494729" y="181927"/>
                  </a:lnTo>
                  <a:lnTo>
                    <a:pt x="495490" y="181356"/>
                  </a:lnTo>
                  <a:lnTo>
                    <a:pt x="495586" y="180594"/>
                  </a:lnTo>
                  <a:lnTo>
                    <a:pt x="495300" y="178594"/>
                  </a:lnTo>
                  <a:lnTo>
                    <a:pt x="495395" y="177927"/>
                  </a:lnTo>
                  <a:lnTo>
                    <a:pt x="496157" y="177546"/>
                  </a:lnTo>
                  <a:lnTo>
                    <a:pt x="497777" y="179260"/>
                  </a:lnTo>
                  <a:lnTo>
                    <a:pt x="499205" y="179260"/>
                  </a:lnTo>
                  <a:lnTo>
                    <a:pt x="499967" y="178594"/>
                  </a:lnTo>
                  <a:lnTo>
                    <a:pt x="503015" y="175165"/>
                  </a:lnTo>
                  <a:lnTo>
                    <a:pt x="505396" y="173450"/>
                  </a:lnTo>
                  <a:lnTo>
                    <a:pt x="517874" y="169164"/>
                  </a:lnTo>
                  <a:lnTo>
                    <a:pt x="519398" y="169069"/>
                  </a:lnTo>
                  <a:lnTo>
                    <a:pt x="522161" y="169640"/>
                  </a:lnTo>
                  <a:lnTo>
                    <a:pt x="523494" y="169640"/>
                  </a:lnTo>
                  <a:lnTo>
                    <a:pt x="524828" y="169069"/>
                  </a:lnTo>
                  <a:lnTo>
                    <a:pt x="523018" y="168592"/>
                  </a:lnTo>
                  <a:lnTo>
                    <a:pt x="522922" y="167164"/>
                  </a:lnTo>
                  <a:lnTo>
                    <a:pt x="523875" y="165640"/>
                  </a:lnTo>
                  <a:lnTo>
                    <a:pt x="525399" y="164973"/>
                  </a:lnTo>
                  <a:lnTo>
                    <a:pt x="527304" y="165068"/>
                  </a:lnTo>
                  <a:lnTo>
                    <a:pt x="528256" y="164973"/>
                  </a:lnTo>
                  <a:lnTo>
                    <a:pt x="528923" y="164592"/>
                  </a:lnTo>
                  <a:lnTo>
                    <a:pt x="529971" y="162592"/>
                  </a:lnTo>
                  <a:lnTo>
                    <a:pt x="530352" y="161353"/>
                  </a:lnTo>
                  <a:lnTo>
                    <a:pt x="530066" y="160782"/>
                  </a:lnTo>
                  <a:lnTo>
                    <a:pt x="529304" y="160115"/>
                  </a:lnTo>
                  <a:lnTo>
                    <a:pt x="528923" y="158686"/>
                  </a:lnTo>
                  <a:lnTo>
                    <a:pt x="529400" y="157448"/>
                  </a:lnTo>
                  <a:lnTo>
                    <a:pt x="531400" y="157448"/>
                  </a:lnTo>
                  <a:lnTo>
                    <a:pt x="532067" y="157925"/>
                  </a:lnTo>
                  <a:lnTo>
                    <a:pt x="532257" y="158591"/>
                  </a:lnTo>
                  <a:lnTo>
                    <a:pt x="532543" y="159163"/>
                  </a:lnTo>
                  <a:lnTo>
                    <a:pt x="533590" y="159353"/>
                  </a:lnTo>
                  <a:lnTo>
                    <a:pt x="534448" y="158972"/>
                  </a:lnTo>
                  <a:lnTo>
                    <a:pt x="535114" y="158210"/>
                  </a:lnTo>
                  <a:lnTo>
                    <a:pt x="535686" y="157353"/>
                  </a:lnTo>
                  <a:lnTo>
                    <a:pt x="536353" y="156686"/>
                  </a:lnTo>
                  <a:lnTo>
                    <a:pt x="537686" y="156115"/>
                  </a:lnTo>
                  <a:lnTo>
                    <a:pt x="539687" y="155638"/>
                  </a:lnTo>
                  <a:lnTo>
                    <a:pt x="541211" y="155734"/>
                  </a:lnTo>
                  <a:lnTo>
                    <a:pt x="541020" y="156972"/>
                  </a:lnTo>
                  <a:lnTo>
                    <a:pt x="540258" y="157543"/>
                  </a:lnTo>
                  <a:lnTo>
                    <a:pt x="538448" y="158210"/>
                  </a:lnTo>
                  <a:lnTo>
                    <a:pt x="537686" y="158972"/>
                  </a:lnTo>
                  <a:lnTo>
                    <a:pt x="537020" y="159829"/>
                  </a:lnTo>
                  <a:lnTo>
                    <a:pt x="536353" y="160306"/>
                  </a:lnTo>
                  <a:lnTo>
                    <a:pt x="535496" y="160592"/>
                  </a:lnTo>
                  <a:lnTo>
                    <a:pt x="534257" y="160687"/>
                  </a:lnTo>
                  <a:lnTo>
                    <a:pt x="532733" y="161353"/>
                  </a:lnTo>
                  <a:lnTo>
                    <a:pt x="532162" y="162782"/>
                  </a:lnTo>
                  <a:lnTo>
                    <a:pt x="532733" y="164211"/>
                  </a:lnTo>
                  <a:lnTo>
                    <a:pt x="534543" y="164878"/>
                  </a:lnTo>
                  <a:lnTo>
                    <a:pt x="535400" y="164687"/>
                  </a:lnTo>
                  <a:lnTo>
                    <a:pt x="536448" y="163830"/>
                  </a:lnTo>
                  <a:lnTo>
                    <a:pt x="537210" y="163544"/>
                  </a:lnTo>
                  <a:lnTo>
                    <a:pt x="538258" y="163925"/>
                  </a:lnTo>
                  <a:lnTo>
                    <a:pt x="539020" y="164021"/>
                  </a:lnTo>
                  <a:lnTo>
                    <a:pt x="539877" y="163544"/>
                  </a:lnTo>
                  <a:lnTo>
                    <a:pt x="540163" y="164497"/>
                  </a:lnTo>
                  <a:lnTo>
                    <a:pt x="540639" y="165354"/>
                  </a:lnTo>
                  <a:lnTo>
                    <a:pt x="541401" y="166021"/>
                  </a:lnTo>
                  <a:lnTo>
                    <a:pt x="542449" y="166306"/>
                  </a:lnTo>
                  <a:lnTo>
                    <a:pt x="543211" y="165735"/>
                  </a:lnTo>
                  <a:lnTo>
                    <a:pt x="543020" y="164306"/>
                  </a:lnTo>
                  <a:lnTo>
                    <a:pt x="542163" y="161544"/>
                  </a:lnTo>
                  <a:lnTo>
                    <a:pt x="542449" y="158972"/>
                  </a:lnTo>
                  <a:lnTo>
                    <a:pt x="543497" y="157353"/>
                  </a:lnTo>
                  <a:lnTo>
                    <a:pt x="545116" y="156496"/>
                  </a:lnTo>
                  <a:lnTo>
                    <a:pt x="547211" y="156210"/>
                  </a:lnTo>
                  <a:lnTo>
                    <a:pt x="547211" y="156877"/>
                  </a:lnTo>
                  <a:lnTo>
                    <a:pt x="546449" y="157163"/>
                  </a:lnTo>
                  <a:lnTo>
                    <a:pt x="544449" y="158210"/>
                  </a:lnTo>
                  <a:lnTo>
                    <a:pt x="544449" y="158782"/>
                  </a:lnTo>
                  <a:lnTo>
                    <a:pt x="546259" y="158496"/>
                  </a:lnTo>
                  <a:lnTo>
                    <a:pt x="549212" y="157163"/>
                  </a:lnTo>
                  <a:lnTo>
                    <a:pt x="550736" y="156877"/>
                  </a:lnTo>
                  <a:lnTo>
                    <a:pt x="551497" y="156591"/>
                  </a:lnTo>
                  <a:lnTo>
                    <a:pt x="552069" y="155829"/>
                  </a:lnTo>
                  <a:lnTo>
                    <a:pt x="552450" y="154781"/>
                  </a:lnTo>
                  <a:lnTo>
                    <a:pt x="552545" y="153829"/>
                  </a:lnTo>
                  <a:lnTo>
                    <a:pt x="552831" y="153257"/>
                  </a:lnTo>
                  <a:lnTo>
                    <a:pt x="554546" y="151828"/>
                  </a:lnTo>
                  <a:lnTo>
                    <a:pt x="555308" y="151352"/>
                  </a:lnTo>
                  <a:lnTo>
                    <a:pt x="565595" y="148495"/>
                  </a:lnTo>
                  <a:lnTo>
                    <a:pt x="568357" y="146590"/>
                  </a:lnTo>
                  <a:lnTo>
                    <a:pt x="566261" y="143637"/>
                  </a:lnTo>
                  <a:lnTo>
                    <a:pt x="565595" y="141922"/>
                  </a:lnTo>
                  <a:lnTo>
                    <a:pt x="566547" y="141160"/>
                  </a:lnTo>
                  <a:lnTo>
                    <a:pt x="569309" y="141256"/>
                  </a:lnTo>
                  <a:lnTo>
                    <a:pt x="572738" y="141922"/>
                  </a:lnTo>
                  <a:lnTo>
                    <a:pt x="574738" y="141827"/>
                  </a:lnTo>
                  <a:lnTo>
                    <a:pt x="575596" y="142018"/>
                  </a:lnTo>
                  <a:lnTo>
                    <a:pt x="576358" y="142494"/>
                  </a:lnTo>
                  <a:lnTo>
                    <a:pt x="576739" y="142970"/>
                  </a:lnTo>
                  <a:lnTo>
                    <a:pt x="576453" y="143161"/>
                  </a:lnTo>
                  <a:lnTo>
                    <a:pt x="575501" y="144113"/>
                  </a:lnTo>
                  <a:lnTo>
                    <a:pt x="575310" y="146304"/>
                  </a:lnTo>
                  <a:lnTo>
                    <a:pt x="575405" y="148780"/>
                  </a:lnTo>
                  <a:lnTo>
                    <a:pt x="575215" y="150685"/>
                  </a:lnTo>
                  <a:lnTo>
                    <a:pt x="576358" y="150495"/>
                  </a:lnTo>
                  <a:lnTo>
                    <a:pt x="577787" y="149828"/>
                  </a:lnTo>
                  <a:lnTo>
                    <a:pt x="579025" y="148876"/>
                  </a:lnTo>
                  <a:lnTo>
                    <a:pt x="579596" y="147638"/>
                  </a:lnTo>
                  <a:lnTo>
                    <a:pt x="580168" y="145447"/>
                  </a:lnTo>
                  <a:lnTo>
                    <a:pt x="581406" y="145351"/>
                  </a:lnTo>
                  <a:lnTo>
                    <a:pt x="582835" y="146018"/>
                  </a:lnTo>
                  <a:lnTo>
                    <a:pt x="583978" y="146018"/>
                  </a:lnTo>
                  <a:lnTo>
                    <a:pt x="584454" y="144399"/>
                  </a:lnTo>
                  <a:lnTo>
                    <a:pt x="584359" y="142113"/>
                  </a:lnTo>
                  <a:lnTo>
                    <a:pt x="584549" y="140113"/>
                  </a:lnTo>
                  <a:lnTo>
                    <a:pt x="585883" y="139255"/>
                  </a:lnTo>
                  <a:lnTo>
                    <a:pt x="586930" y="140113"/>
                  </a:lnTo>
                  <a:lnTo>
                    <a:pt x="586835" y="142018"/>
                  </a:lnTo>
                  <a:lnTo>
                    <a:pt x="585597" y="146018"/>
                  </a:lnTo>
                  <a:lnTo>
                    <a:pt x="586550" y="146494"/>
                  </a:lnTo>
                  <a:lnTo>
                    <a:pt x="589502" y="148780"/>
                  </a:lnTo>
                  <a:lnTo>
                    <a:pt x="592836" y="150019"/>
                  </a:lnTo>
                  <a:lnTo>
                    <a:pt x="593884" y="150781"/>
                  </a:lnTo>
                  <a:lnTo>
                    <a:pt x="588359" y="150781"/>
                  </a:lnTo>
                  <a:lnTo>
                    <a:pt x="587407" y="152114"/>
                  </a:lnTo>
                  <a:lnTo>
                    <a:pt x="587121" y="153924"/>
                  </a:lnTo>
                  <a:lnTo>
                    <a:pt x="587502" y="155543"/>
                  </a:lnTo>
                  <a:lnTo>
                    <a:pt x="588740" y="156210"/>
                  </a:lnTo>
                  <a:lnTo>
                    <a:pt x="598265" y="158210"/>
                  </a:lnTo>
                  <a:lnTo>
                    <a:pt x="601123" y="157639"/>
                  </a:lnTo>
                  <a:lnTo>
                    <a:pt x="601599" y="157163"/>
                  </a:lnTo>
                  <a:lnTo>
                    <a:pt x="602361" y="155924"/>
                  </a:lnTo>
                  <a:lnTo>
                    <a:pt x="602742" y="155543"/>
                  </a:lnTo>
                  <a:lnTo>
                    <a:pt x="602837" y="155257"/>
                  </a:lnTo>
                  <a:lnTo>
                    <a:pt x="602837" y="154781"/>
                  </a:lnTo>
                  <a:lnTo>
                    <a:pt x="603028" y="154400"/>
                  </a:lnTo>
                  <a:lnTo>
                    <a:pt x="603504" y="154210"/>
                  </a:lnTo>
                  <a:lnTo>
                    <a:pt x="603885" y="154305"/>
                  </a:lnTo>
                  <a:lnTo>
                    <a:pt x="604171" y="154591"/>
                  </a:lnTo>
                  <a:lnTo>
                    <a:pt x="604456" y="154781"/>
                  </a:lnTo>
                  <a:lnTo>
                    <a:pt x="604838" y="154781"/>
                  </a:lnTo>
                  <a:lnTo>
                    <a:pt x="606266" y="154400"/>
                  </a:lnTo>
                  <a:lnTo>
                    <a:pt x="607123" y="154019"/>
                  </a:lnTo>
                  <a:lnTo>
                    <a:pt x="607505" y="153448"/>
                  </a:lnTo>
                  <a:lnTo>
                    <a:pt x="607409" y="152590"/>
                  </a:lnTo>
                  <a:lnTo>
                    <a:pt x="606933" y="151733"/>
                  </a:lnTo>
                  <a:lnTo>
                    <a:pt x="606266" y="151067"/>
                  </a:lnTo>
                  <a:lnTo>
                    <a:pt x="605600" y="150781"/>
                  </a:lnTo>
                  <a:lnTo>
                    <a:pt x="605219" y="150495"/>
                  </a:lnTo>
                  <a:lnTo>
                    <a:pt x="604933" y="149923"/>
                  </a:lnTo>
                  <a:lnTo>
                    <a:pt x="604838" y="149161"/>
                  </a:lnTo>
                  <a:lnTo>
                    <a:pt x="605123" y="148400"/>
                  </a:lnTo>
                  <a:lnTo>
                    <a:pt x="605600" y="148114"/>
                  </a:lnTo>
                  <a:lnTo>
                    <a:pt x="606266" y="148304"/>
                  </a:lnTo>
                  <a:lnTo>
                    <a:pt x="607028" y="148590"/>
                  </a:lnTo>
                  <a:lnTo>
                    <a:pt x="607790" y="148780"/>
                  </a:lnTo>
                  <a:lnTo>
                    <a:pt x="609124" y="148590"/>
                  </a:lnTo>
                  <a:lnTo>
                    <a:pt x="610743" y="148018"/>
                  </a:lnTo>
                  <a:lnTo>
                    <a:pt x="612077" y="147352"/>
                  </a:lnTo>
                  <a:lnTo>
                    <a:pt x="612458" y="146685"/>
                  </a:lnTo>
                  <a:lnTo>
                    <a:pt x="613601" y="147066"/>
                  </a:lnTo>
                  <a:lnTo>
                    <a:pt x="613315" y="147923"/>
                  </a:lnTo>
                  <a:lnTo>
                    <a:pt x="612553" y="148971"/>
                  </a:lnTo>
                  <a:lnTo>
                    <a:pt x="612458" y="150114"/>
                  </a:lnTo>
                  <a:lnTo>
                    <a:pt x="613124" y="150685"/>
                  </a:lnTo>
                  <a:lnTo>
                    <a:pt x="613886" y="150209"/>
                  </a:lnTo>
                  <a:lnTo>
                    <a:pt x="614648" y="149066"/>
                  </a:lnTo>
                  <a:lnTo>
                    <a:pt x="615125" y="147923"/>
                  </a:lnTo>
                  <a:lnTo>
                    <a:pt x="614553" y="146113"/>
                  </a:lnTo>
                  <a:lnTo>
                    <a:pt x="615696" y="137827"/>
                  </a:lnTo>
                  <a:lnTo>
                    <a:pt x="613505" y="138589"/>
                  </a:lnTo>
                  <a:lnTo>
                    <a:pt x="609410" y="137541"/>
                  </a:lnTo>
                  <a:lnTo>
                    <a:pt x="607409" y="137827"/>
                  </a:lnTo>
                  <a:lnTo>
                    <a:pt x="607505" y="139446"/>
                  </a:lnTo>
                  <a:lnTo>
                    <a:pt x="606457" y="140208"/>
                  </a:lnTo>
                  <a:lnTo>
                    <a:pt x="605219" y="139922"/>
                  </a:lnTo>
                  <a:lnTo>
                    <a:pt x="604647" y="138398"/>
                  </a:lnTo>
                  <a:lnTo>
                    <a:pt x="605314" y="136874"/>
                  </a:lnTo>
                  <a:lnTo>
                    <a:pt x="608267" y="134779"/>
                  </a:lnTo>
                  <a:lnTo>
                    <a:pt x="608933" y="133921"/>
                  </a:lnTo>
                  <a:lnTo>
                    <a:pt x="608743" y="132778"/>
                  </a:lnTo>
                  <a:lnTo>
                    <a:pt x="608171" y="132302"/>
                  </a:lnTo>
                  <a:lnTo>
                    <a:pt x="607600" y="132017"/>
                  </a:lnTo>
                  <a:lnTo>
                    <a:pt x="607314" y="131540"/>
                  </a:lnTo>
                  <a:lnTo>
                    <a:pt x="607314" y="130588"/>
                  </a:lnTo>
                  <a:lnTo>
                    <a:pt x="607790" y="128778"/>
                  </a:lnTo>
                  <a:lnTo>
                    <a:pt x="607981" y="126873"/>
                  </a:lnTo>
                  <a:lnTo>
                    <a:pt x="608267" y="125825"/>
                  </a:lnTo>
                  <a:lnTo>
                    <a:pt x="608743" y="125158"/>
                  </a:lnTo>
                  <a:lnTo>
                    <a:pt x="609600" y="125444"/>
                  </a:lnTo>
                  <a:lnTo>
                    <a:pt x="609695" y="126111"/>
                  </a:lnTo>
                  <a:lnTo>
                    <a:pt x="609600" y="129635"/>
                  </a:lnTo>
                  <a:lnTo>
                    <a:pt x="610076" y="129635"/>
                  </a:lnTo>
                  <a:lnTo>
                    <a:pt x="611029" y="126682"/>
                  </a:lnTo>
                  <a:lnTo>
                    <a:pt x="613220" y="125158"/>
                  </a:lnTo>
                  <a:lnTo>
                    <a:pt x="615887" y="125063"/>
                  </a:lnTo>
                  <a:lnTo>
                    <a:pt x="618363" y="126301"/>
                  </a:lnTo>
                  <a:lnTo>
                    <a:pt x="618554" y="124968"/>
                  </a:lnTo>
                  <a:lnTo>
                    <a:pt x="617887" y="124206"/>
                  </a:lnTo>
                  <a:lnTo>
                    <a:pt x="617411" y="123444"/>
                  </a:lnTo>
                  <a:lnTo>
                    <a:pt x="618268" y="122206"/>
                  </a:lnTo>
                  <a:lnTo>
                    <a:pt x="619125" y="121825"/>
                  </a:lnTo>
                  <a:lnTo>
                    <a:pt x="622649" y="121444"/>
                  </a:lnTo>
                  <a:lnTo>
                    <a:pt x="622649" y="120777"/>
                  </a:lnTo>
                  <a:lnTo>
                    <a:pt x="621411" y="120396"/>
                  </a:lnTo>
                  <a:lnTo>
                    <a:pt x="620554" y="119729"/>
                  </a:lnTo>
                  <a:lnTo>
                    <a:pt x="620078" y="118586"/>
                  </a:lnTo>
                  <a:lnTo>
                    <a:pt x="619887" y="116967"/>
                  </a:lnTo>
                  <a:lnTo>
                    <a:pt x="619506" y="116300"/>
                  </a:lnTo>
                  <a:lnTo>
                    <a:pt x="617696" y="114014"/>
                  </a:lnTo>
                  <a:lnTo>
                    <a:pt x="617125" y="113157"/>
                  </a:lnTo>
                  <a:lnTo>
                    <a:pt x="616268" y="109538"/>
                  </a:lnTo>
                  <a:lnTo>
                    <a:pt x="616268" y="108680"/>
                  </a:lnTo>
                  <a:lnTo>
                    <a:pt x="616934" y="108775"/>
                  </a:lnTo>
                  <a:lnTo>
                    <a:pt x="619887" y="111157"/>
                  </a:lnTo>
                  <a:lnTo>
                    <a:pt x="619601" y="109252"/>
                  </a:lnTo>
                  <a:lnTo>
                    <a:pt x="617982" y="106204"/>
                  </a:lnTo>
                  <a:lnTo>
                    <a:pt x="618554" y="105727"/>
                  </a:lnTo>
                  <a:lnTo>
                    <a:pt x="619125" y="105442"/>
                  </a:lnTo>
                  <a:lnTo>
                    <a:pt x="621506" y="103632"/>
                  </a:lnTo>
                  <a:lnTo>
                    <a:pt x="624840" y="102298"/>
                  </a:lnTo>
                  <a:lnTo>
                    <a:pt x="626650" y="103251"/>
                  </a:lnTo>
                  <a:lnTo>
                    <a:pt x="627412" y="101727"/>
                  </a:lnTo>
                  <a:lnTo>
                    <a:pt x="628079" y="99441"/>
                  </a:lnTo>
                  <a:close/>
                  <a:moveTo>
                    <a:pt x="477679" y="10858"/>
                  </a:moveTo>
                  <a:lnTo>
                    <a:pt x="478250" y="10287"/>
                  </a:lnTo>
                  <a:lnTo>
                    <a:pt x="478822" y="9906"/>
                  </a:lnTo>
                  <a:lnTo>
                    <a:pt x="479108" y="9811"/>
                  </a:lnTo>
                  <a:lnTo>
                    <a:pt x="479393" y="9715"/>
                  </a:lnTo>
                  <a:lnTo>
                    <a:pt x="480060" y="9144"/>
                  </a:lnTo>
                  <a:lnTo>
                    <a:pt x="479870" y="8287"/>
                  </a:lnTo>
                  <a:lnTo>
                    <a:pt x="478727" y="8192"/>
                  </a:lnTo>
                  <a:lnTo>
                    <a:pt x="477774" y="9049"/>
                  </a:lnTo>
                  <a:lnTo>
                    <a:pt x="477393" y="9715"/>
                  </a:lnTo>
                  <a:lnTo>
                    <a:pt x="477203" y="10192"/>
                  </a:lnTo>
                  <a:lnTo>
                    <a:pt x="477203" y="10858"/>
                  </a:lnTo>
                  <a:lnTo>
                    <a:pt x="477679" y="10858"/>
                  </a:lnTo>
                  <a:close/>
                  <a:moveTo>
                    <a:pt x="486346" y="1143"/>
                  </a:moveTo>
                  <a:lnTo>
                    <a:pt x="486632" y="1143"/>
                  </a:lnTo>
                  <a:lnTo>
                    <a:pt x="487109" y="1238"/>
                  </a:lnTo>
                  <a:lnTo>
                    <a:pt x="487204" y="857"/>
                  </a:lnTo>
                  <a:lnTo>
                    <a:pt x="486632" y="0"/>
                  </a:lnTo>
                  <a:lnTo>
                    <a:pt x="485775" y="286"/>
                  </a:lnTo>
                  <a:lnTo>
                    <a:pt x="485870" y="1048"/>
                  </a:lnTo>
                  <a:lnTo>
                    <a:pt x="486346" y="1143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2" name="Freeform: Shape 15">
              <a:extLst>
                <a:ext uri="{FF2B5EF4-FFF2-40B4-BE49-F238E27FC236}">
                  <a16:creationId xmlns:a16="http://schemas.microsoft.com/office/drawing/2014/main" id="{BD77D422-254D-5D98-AE0A-11545CC0229F}"/>
                </a:ext>
              </a:extLst>
            </p:cNvPr>
            <p:cNvSpPr/>
            <p:nvPr/>
          </p:nvSpPr>
          <p:spPr>
            <a:xfrm>
              <a:off x="3394519" y="4158679"/>
              <a:ext cx="457200" cy="771525"/>
            </a:xfrm>
            <a:custGeom>
              <a:avLst/>
              <a:gdLst>
                <a:gd name="connsiteX0" fmla="*/ 457771 w 457200"/>
                <a:gd name="connsiteY0" fmla="*/ 27908 h 771525"/>
                <a:gd name="connsiteX1" fmla="*/ 456914 w 457200"/>
                <a:gd name="connsiteY1" fmla="*/ 27337 h 771525"/>
                <a:gd name="connsiteX2" fmla="*/ 455771 w 457200"/>
                <a:gd name="connsiteY2" fmla="*/ 26860 h 771525"/>
                <a:gd name="connsiteX3" fmla="*/ 454533 w 457200"/>
                <a:gd name="connsiteY3" fmla="*/ 25813 h 771525"/>
                <a:gd name="connsiteX4" fmla="*/ 454152 w 457200"/>
                <a:gd name="connsiteY4" fmla="*/ 24575 h 771525"/>
                <a:gd name="connsiteX5" fmla="*/ 453771 w 457200"/>
                <a:gd name="connsiteY5" fmla="*/ 23146 h 771525"/>
                <a:gd name="connsiteX6" fmla="*/ 453104 w 457200"/>
                <a:gd name="connsiteY6" fmla="*/ 22288 h 771525"/>
                <a:gd name="connsiteX7" fmla="*/ 451866 w 457200"/>
                <a:gd name="connsiteY7" fmla="*/ 23050 h 771525"/>
                <a:gd name="connsiteX8" fmla="*/ 451104 w 457200"/>
                <a:gd name="connsiteY8" fmla="*/ 22098 h 771525"/>
                <a:gd name="connsiteX9" fmla="*/ 449199 w 457200"/>
                <a:gd name="connsiteY9" fmla="*/ 21146 h 771525"/>
                <a:gd name="connsiteX10" fmla="*/ 448532 w 457200"/>
                <a:gd name="connsiteY10" fmla="*/ 20193 h 771525"/>
                <a:gd name="connsiteX11" fmla="*/ 448246 w 457200"/>
                <a:gd name="connsiteY11" fmla="*/ 20669 h 771525"/>
                <a:gd name="connsiteX12" fmla="*/ 444151 w 457200"/>
                <a:gd name="connsiteY12" fmla="*/ 18097 h 771525"/>
                <a:gd name="connsiteX13" fmla="*/ 443484 w 457200"/>
                <a:gd name="connsiteY13" fmla="*/ 17240 h 771525"/>
                <a:gd name="connsiteX14" fmla="*/ 443008 w 457200"/>
                <a:gd name="connsiteY14" fmla="*/ 16288 h 771525"/>
                <a:gd name="connsiteX15" fmla="*/ 443198 w 457200"/>
                <a:gd name="connsiteY15" fmla="*/ 15811 h 771525"/>
                <a:gd name="connsiteX16" fmla="*/ 443674 w 457200"/>
                <a:gd name="connsiteY16" fmla="*/ 14954 h 771525"/>
                <a:gd name="connsiteX17" fmla="*/ 446056 w 457200"/>
                <a:gd name="connsiteY17" fmla="*/ 11525 h 771525"/>
                <a:gd name="connsiteX18" fmla="*/ 447389 w 457200"/>
                <a:gd name="connsiteY18" fmla="*/ 9239 h 771525"/>
                <a:gd name="connsiteX19" fmla="*/ 448532 w 457200"/>
                <a:gd name="connsiteY19" fmla="*/ 7525 h 771525"/>
                <a:gd name="connsiteX20" fmla="*/ 449580 w 457200"/>
                <a:gd name="connsiteY20" fmla="*/ 5525 h 771525"/>
                <a:gd name="connsiteX21" fmla="*/ 450056 w 457200"/>
                <a:gd name="connsiteY21" fmla="*/ 4286 h 771525"/>
                <a:gd name="connsiteX22" fmla="*/ 450723 w 457200"/>
                <a:gd name="connsiteY22" fmla="*/ 1714 h 771525"/>
                <a:gd name="connsiteX23" fmla="*/ 450723 w 457200"/>
                <a:gd name="connsiteY23" fmla="*/ 762 h 771525"/>
                <a:gd name="connsiteX24" fmla="*/ 450437 w 457200"/>
                <a:gd name="connsiteY24" fmla="*/ 286 h 771525"/>
                <a:gd name="connsiteX25" fmla="*/ 449961 w 457200"/>
                <a:gd name="connsiteY25" fmla="*/ 95 h 771525"/>
                <a:gd name="connsiteX26" fmla="*/ 449389 w 457200"/>
                <a:gd name="connsiteY26" fmla="*/ 0 h 771525"/>
                <a:gd name="connsiteX27" fmla="*/ 448913 w 457200"/>
                <a:gd name="connsiteY27" fmla="*/ 190 h 771525"/>
                <a:gd name="connsiteX28" fmla="*/ 447580 w 457200"/>
                <a:gd name="connsiteY28" fmla="*/ 1048 h 771525"/>
                <a:gd name="connsiteX29" fmla="*/ 446722 w 457200"/>
                <a:gd name="connsiteY29" fmla="*/ 1619 h 771525"/>
                <a:gd name="connsiteX30" fmla="*/ 446342 w 457200"/>
                <a:gd name="connsiteY30" fmla="*/ 1905 h 771525"/>
                <a:gd name="connsiteX31" fmla="*/ 445770 w 457200"/>
                <a:gd name="connsiteY31" fmla="*/ 2000 h 771525"/>
                <a:gd name="connsiteX32" fmla="*/ 445198 w 457200"/>
                <a:gd name="connsiteY32" fmla="*/ 2096 h 771525"/>
                <a:gd name="connsiteX33" fmla="*/ 444627 w 457200"/>
                <a:gd name="connsiteY33" fmla="*/ 2191 h 771525"/>
                <a:gd name="connsiteX34" fmla="*/ 444055 w 457200"/>
                <a:gd name="connsiteY34" fmla="*/ 2000 h 771525"/>
                <a:gd name="connsiteX35" fmla="*/ 442246 w 457200"/>
                <a:gd name="connsiteY35" fmla="*/ 1143 h 771525"/>
                <a:gd name="connsiteX36" fmla="*/ 441674 w 457200"/>
                <a:gd name="connsiteY36" fmla="*/ 1238 h 771525"/>
                <a:gd name="connsiteX37" fmla="*/ 441198 w 457200"/>
                <a:gd name="connsiteY37" fmla="*/ 1429 h 771525"/>
                <a:gd name="connsiteX38" fmla="*/ 440817 w 457200"/>
                <a:gd name="connsiteY38" fmla="*/ 1714 h 771525"/>
                <a:gd name="connsiteX39" fmla="*/ 440150 w 457200"/>
                <a:gd name="connsiteY39" fmla="*/ 2476 h 771525"/>
                <a:gd name="connsiteX40" fmla="*/ 439674 w 457200"/>
                <a:gd name="connsiteY40" fmla="*/ 3143 h 771525"/>
                <a:gd name="connsiteX41" fmla="*/ 438531 w 457200"/>
                <a:gd name="connsiteY41" fmla="*/ 4477 h 771525"/>
                <a:gd name="connsiteX42" fmla="*/ 438150 w 457200"/>
                <a:gd name="connsiteY42" fmla="*/ 4858 h 771525"/>
                <a:gd name="connsiteX43" fmla="*/ 436436 w 457200"/>
                <a:gd name="connsiteY43" fmla="*/ 6001 h 771525"/>
                <a:gd name="connsiteX44" fmla="*/ 435388 w 457200"/>
                <a:gd name="connsiteY44" fmla="*/ 6382 h 771525"/>
                <a:gd name="connsiteX45" fmla="*/ 432816 w 457200"/>
                <a:gd name="connsiteY45" fmla="*/ 7048 h 771525"/>
                <a:gd name="connsiteX46" fmla="*/ 432245 w 457200"/>
                <a:gd name="connsiteY46" fmla="*/ 7334 h 771525"/>
                <a:gd name="connsiteX47" fmla="*/ 431768 w 457200"/>
                <a:gd name="connsiteY47" fmla="*/ 7715 h 771525"/>
                <a:gd name="connsiteX48" fmla="*/ 427387 w 457200"/>
                <a:gd name="connsiteY48" fmla="*/ 12001 h 771525"/>
                <a:gd name="connsiteX49" fmla="*/ 425577 w 457200"/>
                <a:gd name="connsiteY49" fmla="*/ 14478 h 771525"/>
                <a:gd name="connsiteX50" fmla="*/ 425387 w 457200"/>
                <a:gd name="connsiteY50" fmla="*/ 14954 h 771525"/>
                <a:gd name="connsiteX51" fmla="*/ 425101 w 457200"/>
                <a:gd name="connsiteY51" fmla="*/ 15430 h 771525"/>
                <a:gd name="connsiteX52" fmla="*/ 424815 w 457200"/>
                <a:gd name="connsiteY52" fmla="*/ 15907 h 771525"/>
                <a:gd name="connsiteX53" fmla="*/ 418052 w 457200"/>
                <a:gd name="connsiteY53" fmla="*/ 25051 h 771525"/>
                <a:gd name="connsiteX54" fmla="*/ 417005 w 457200"/>
                <a:gd name="connsiteY54" fmla="*/ 26956 h 771525"/>
                <a:gd name="connsiteX55" fmla="*/ 416338 w 457200"/>
                <a:gd name="connsiteY55" fmla="*/ 28480 h 771525"/>
                <a:gd name="connsiteX56" fmla="*/ 415957 w 457200"/>
                <a:gd name="connsiteY56" fmla="*/ 29718 h 771525"/>
                <a:gd name="connsiteX57" fmla="*/ 414909 w 457200"/>
                <a:gd name="connsiteY57" fmla="*/ 32194 h 771525"/>
                <a:gd name="connsiteX58" fmla="*/ 414623 w 457200"/>
                <a:gd name="connsiteY58" fmla="*/ 32671 h 771525"/>
                <a:gd name="connsiteX59" fmla="*/ 414147 w 457200"/>
                <a:gd name="connsiteY59" fmla="*/ 33147 h 771525"/>
                <a:gd name="connsiteX60" fmla="*/ 413480 w 457200"/>
                <a:gd name="connsiteY60" fmla="*/ 33814 h 771525"/>
                <a:gd name="connsiteX61" fmla="*/ 412337 w 457200"/>
                <a:gd name="connsiteY61" fmla="*/ 34576 h 771525"/>
                <a:gd name="connsiteX62" fmla="*/ 411480 w 457200"/>
                <a:gd name="connsiteY62" fmla="*/ 34766 h 771525"/>
                <a:gd name="connsiteX63" fmla="*/ 410813 w 457200"/>
                <a:gd name="connsiteY63" fmla="*/ 34671 h 771525"/>
                <a:gd name="connsiteX64" fmla="*/ 410432 w 457200"/>
                <a:gd name="connsiteY64" fmla="*/ 34385 h 771525"/>
                <a:gd name="connsiteX65" fmla="*/ 409765 w 457200"/>
                <a:gd name="connsiteY65" fmla="*/ 34004 h 771525"/>
                <a:gd name="connsiteX66" fmla="*/ 408432 w 457200"/>
                <a:gd name="connsiteY66" fmla="*/ 32766 h 771525"/>
                <a:gd name="connsiteX67" fmla="*/ 408051 w 457200"/>
                <a:gd name="connsiteY67" fmla="*/ 32385 h 771525"/>
                <a:gd name="connsiteX68" fmla="*/ 406146 w 457200"/>
                <a:gd name="connsiteY68" fmla="*/ 29337 h 771525"/>
                <a:gd name="connsiteX69" fmla="*/ 404336 w 457200"/>
                <a:gd name="connsiteY69" fmla="*/ 25432 h 771525"/>
                <a:gd name="connsiteX70" fmla="*/ 403860 w 457200"/>
                <a:gd name="connsiteY70" fmla="*/ 24670 h 771525"/>
                <a:gd name="connsiteX71" fmla="*/ 402907 w 457200"/>
                <a:gd name="connsiteY71" fmla="*/ 23431 h 771525"/>
                <a:gd name="connsiteX72" fmla="*/ 402622 w 457200"/>
                <a:gd name="connsiteY72" fmla="*/ 23050 h 771525"/>
                <a:gd name="connsiteX73" fmla="*/ 401955 w 457200"/>
                <a:gd name="connsiteY73" fmla="*/ 22288 h 771525"/>
                <a:gd name="connsiteX74" fmla="*/ 401479 w 457200"/>
                <a:gd name="connsiteY74" fmla="*/ 21907 h 771525"/>
                <a:gd name="connsiteX75" fmla="*/ 400907 w 457200"/>
                <a:gd name="connsiteY75" fmla="*/ 21622 h 771525"/>
                <a:gd name="connsiteX76" fmla="*/ 399955 w 457200"/>
                <a:gd name="connsiteY76" fmla="*/ 21241 h 771525"/>
                <a:gd name="connsiteX77" fmla="*/ 399288 w 457200"/>
                <a:gd name="connsiteY77" fmla="*/ 21336 h 771525"/>
                <a:gd name="connsiteX78" fmla="*/ 397288 w 457200"/>
                <a:gd name="connsiteY78" fmla="*/ 22479 h 771525"/>
                <a:gd name="connsiteX79" fmla="*/ 394049 w 457200"/>
                <a:gd name="connsiteY79" fmla="*/ 23241 h 771525"/>
                <a:gd name="connsiteX80" fmla="*/ 393287 w 457200"/>
                <a:gd name="connsiteY80" fmla="*/ 23527 h 771525"/>
                <a:gd name="connsiteX81" fmla="*/ 393002 w 457200"/>
                <a:gd name="connsiteY81" fmla="*/ 23908 h 771525"/>
                <a:gd name="connsiteX82" fmla="*/ 392144 w 457200"/>
                <a:gd name="connsiteY82" fmla="*/ 25241 h 771525"/>
                <a:gd name="connsiteX83" fmla="*/ 391573 w 457200"/>
                <a:gd name="connsiteY83" fmla="*/ 26098 h 771525"/>
                <a:gd name="connsiteX84" fmla="*/ 391001 w 457200"/>
                <a:gd name="connsiteY84" fmla="*/ 26575 h 771525"/>
                <a:gd name="connsiteX85" fmla="*/ 390144 w 457200"/>
                <a:gd name="connsiteY85" fmla="*/ 26956 h 771525"/>
                <a:gd name="connsiteX86" fmla="*/ 388620 w 457200"/>
                <a:gd name="connsiteY86" fmla="*/ 27432 h 771525"/>
                <a:gd name="connsiteX87" fmla="*/ 387572 w 457200"/>
                <a:gd name="connsiteY87" fmla="*/ 27337 h 771525"/>
                <a:gd name="connsiteX88" fmla="*/ 386905 w 457200"/>
                <a:gd name="connsiteY88" fmla="*/ 27146 h 771525"/>
                <a:gd name="connsiteX89" fmla="*/ 381762 w 457200"/>
                <a:gd name="connsiteY89" fmla="*/ 23146 h 771525"/>
                <a:gd name="connsiteX90" fmla="*/ 380810 w 457200"/>
                <a:gd name="connsiteY90" fmla="*/ 22003 h 771525"/>
                <a:gd name="connsiteX91" fmla="*/ 380238 w 457200"/>
                <a:gd name="connsiteY91" fmla="*/ 21050 h 771525"/>
                <a:gd name="connsiteX92" fmla="*/ 378333 w 457200"/>
                <a:gd name="connsiteY92" fmla="*/ 16954 h 771525"/>
                <a:gd name="connsiteX93" fmla="*/ 377857 w 457200"/>
                <a:gd name="connsiteY93" fmla="*/ 16192 h 771525"/>
                <a:gd name="connsiteX94" fmla="*/ 377095 w 457200"/>
                <a:gd name="connsiteY94" fmla="*/ 15621 h 771525"/>
                <a:gd name="connsiteX95" fmla="*/ 375952 w 457200"/>
                <a:gd name="connsiteY95" fmla="*/ 14954 h 771525"/>
                <a:gd name="connsiteX96" fmla="*/ 373761 w 457200"/>
                <a:gd name="connsiteY96" fmla="*/ 14288 h 771525"/>
                <a:gd name="connsiteX97" fmla="*/ 372523 w 457200"/>
                <a:gd name="connsiteY97" fmla="*/ 14097 h 771525"/>
                <a:gd name="connsiteX98" fmla="*/ 371380 w 457200"/>
                <a:gd name="connsiteY98" fmla="*/ 14097 h 771525"/>
                <a:gd name="connsiteX99" fmla="*/ 370618 w 457200"/>
                <a:gd name="connsiteY99" fmla="*/ 14288 h 771525"/>
                <a:gd name="connsiteX100" fmla="*/ 369951 w 457200"/>
                <a:gd name="connsiteY100" fmla="*/ 14573 h 771525"/>
                <a:gd name="connsiteX101" fmla="*/ 369284 w 457200"/>
                <a:gd name="connsiteY101" fmla="*/ 15050 h 771525"/>
                <a:gd name="connsiteX102" fmla="*/ 368808 w 457200"/>
                <a:gd name="connsiteY102" fmla="*/ 15430 h 771525"/>
                <a:gd name="connsiteX103" fmla="*/ 368522 w 457200"/>
                <a:gd name="connsiteY103" fmla="*/ 15811 h 771525"/>
                <a:gd name="connsiteX104" fmla="*/ 368427 w 457200"/>
                <a:gd name="connsiteY104" fmla="*/ 16097 h 771525"/>
                <a:gd name="connsiteX105" fmla="*/ 368332 w 457200"/>
                <a:gd name="connsiteY105" fmla="*/ 16383 h 771525"/>
                <a:gd name="connsiteX106" fmla="*/ 368427 w 457200"/>
                <a:gd name="connsiteY106" fmla="*/ 17145 h 771525"/>
                <a:gd name="connsiteX107" fmla="*/ 368522 w 457200"/>
                <a:gd name="connsiteY107" fmla="*/ 17717 h 771525"/>
                <a:gd name="connsiteX108" fmla="*/ 368808 w 457200"/>
                <a:gd name="connsiteY108" fmla="*/ 18383 h 771525"/>
                <a:gd name="connsiteX109" fmla="*/ 371570 w 457200"/>
                <a:gd name="connsiteY109" fmla="*/ 22955 h 771525"/>
                <a:gd name="connsiteX110" fmla="*/ 373094 w 457200"/>
                <a:gd name="connsiteY110" fmla="*/ 26670 h 771525"/>
                <a:gd name="connsiteX111" fmla="*/ 373666 w 457200"/>
                <a:gd name="connsiteY111" fmla="*/ 28575 h 771525"/>
                <a:gd name="connsiteX112" fmla="*/ 373856 w 457200"/>
                <a:gd name="connsiteY112" fmla="*/ 29432 h 771525"/>
                <a:gd name="connsiteX113" fmla="*/ 373952 w 457200"/>
                <a:gd name="connsiteY113" fmla="*/ 30480 h 771525"/>
                <a:gd name="connsiteX114" fmla="*/ 373761 w 457200"/>
                <a:gd name="connsiteY114" fmla="*/ 31051 h 771525"/>
                <a:gd name="connsiteX115" fmla="*/ 373380 w 457200"/>
                <a:gd name="connsiteY115" fmla="*/ 31432 h 771525"/>
                <a:gd name="connsiteX116" fmla="*/ 369570 w 457200"/>
                <a:gd name="connsiteY116" fmla="*/ 33338 h 771525"/>
                <a:gd name="connsiteX117" fmla="*/ 362807 w 457200"/>
                <a:gd name="connsiteY117" fmla="*/ 38005 h 771525"/>
                <a:gd name="connsiteX118" fmla="*/ 358902 w 457200"/>
                <a:gd name="connsiteY118" fmla="*/ 39814 h 771525"/>
                <a:gd name="connsiteX119" fmla="*/ 356902 w 457200"/>
                <a:gd name="connsiteY119" fmla="*/ 41148 h 771525"/>
                <a:gd name="connsiteX120" fmla="*/ 347472 w 457200"/>
                <a:gd name="connsiteY120" fmla="*/ 49911 h 771525"/>
                <a:gd name="connsiteX121" fmla="*/ 347186 w 457200"/>
                <a:gd name="connsiteY121" fmla="*/ 50292 h 771525"/>
                <a:gd name="connsiteX122" fmla="*/ 346901 w 457200"/>
                <a:gd name="connsiteY122" fmla="*/ 50863 h 771525"/>
                <a:gd name="connsiteX123" fmla="*/ 346710 w 457200"/>
                <a:gd name="connsiteY123" fmla="*/ 51435 h 771525"/>
                <a:gd name="connsiteX124" fmla="*/ 346520 w 457200"/>
                <a:gd name="connsiteY124" fmla="*/ 52006 h 771525"/>
                <a:gd name="connsiteX125" fmla="*/ 346424 w 457200"/>
                <a:gd name="connsiteY125" fmla="*/ 52673 h 771525"/>
                <a:gd name="connsiteX126" fmla="*/ 346138 w 457200"/>
                <a:gd name="connsiteY126" fmla="*/ 53435 h 771525"/>
                <a:gd name="connsiteX127" fmla="*/ 345472 w 457200"/>
                <a:gd name="connsiteY127" fmla="*/ 54197 h 771525"/>
                <a:gd name="connsiteX128" fmla="*/ 343757 w 457200"/>
                <a:gd name="connsiteY128" fmla="*/ 55340 h 771525"/>
                <a:gd name="connsiteX129" fmla="*/ 341757 w 457200"/>
                <a:gd name="connsiteY129" fmla="*/ 56197 h 771525"/>
                <a:gd name="connsiteX130" fmla="*/ 335947 w 457200"/>
                <a:gd name="connsiteY130" fmla="*/ 57340 h 771525"/>
                <a:gd name="connsiteX131" fmla="*/ 334613 w 457200"/>
                <a:gd name="connsiteY131" fmla="*/ 58007 h 771525"/>
                <a:gd name="connsiteX132" fmla="*/ 333756 w 457200"/>
                <a:gd name="connsiteY132" fmla="*/ 58674 h 771525"/>
                <a:gd name="connsiteX133" fmla="*/ 330708 w 457200"/>
                <a:gd name="connsiteY133" fmla="*/ 69437 h 771525"/>
                <a:gd name="connsiteX134" fmla="*/ 330041 w 457200"/>
                <a:gd name="connsiteY134" fmla="*/ 70675 h 771525"/>
                <a:gd name="connsiteX135" fmla="*/ 329184 w 457200"/>
                <a:gd name="connsiteY135" fmla="*/ 71628 h 771525"/>
                <a:gd name="connsiteX136" fmla="*/ 327374 w 457200"/>
                <a:gd name="connsiteY136" fmla="*/ 73152 h 771525"/>
                <a:gd name="connsiteX137" fmla="*/ 326612 w 457200"/>
                <a:gd name="connsiteY137" fmla="*/ 73819 h 771525"/>
                <a:gd name="connsiteX138" fmla="*/ 325850 w 457200"/>
                <a:gd name="connsiteY138" fmla="*/ 74962 h 771525"/>
                <a:gd name="connsiteX139" fmla="*/ 325279 w 457200"/>
                <a:gd name="connsiteY139" fmla="*/ 76105 h 771525"/>
                <a:gd name="connsiteX140" fmla="*/ 324231 w 457200"/>
                <a:gd name="connsiteY140" fmla="*/ 79724 h 771525"/>
                <a:gd name="connsiteX141" fmla="*/ 323755 w 457200"/>
                <a:gd name="connsiteY141" fmla="*/ 80772 h 771525"/>
                <a:gd name="connsiteX142" fmla="*/ 322897 w 457200"/>
                <a:gd name="connsiteY142" fmla="*/ 81725 h 771525"/>
                <a:gd name="connsiteX143" fmla="*/ 321945 w 457200"/>
                <a:gd name="connsiteY143" fmla="*/ 82010 h 771525"/>
                <a:gd name="connsiteX144" fmla="*/ 321088 w 457200"/>
                <a:gd name="connsiteY144" fmla="*/ 81820 h 771525"/>
                <a:gd name="connsiteX145" fmla="*/ 320421 w 457200"/>
                <a:gd name="connsiteY145" fmla="*/ 81153 h 771525"/>
                <a:gd name="connsiteX146" fmla="*/ 319849 w 457200"/>
                <a:gd name="connsiteY146" fmla="*/ 80867 h 771525"/>
                <a:gd name="connsiteX147" fmla="*/ 318706 w 457200"/>
                <a:gd name="connsiteY147" fmla="*/ 80963 h 771525"/>
                <a:gd name="connsiteX148" fmla="*/ 316897 w 457200"/>
                <a:gd name="connsiteY148" fmla="*/ 81534 h 771525"/>
                <a:gd name="connsiteX149" fmla="*/ 313754 w 457200"/>
                <a:gd name="connsiteY149" fmla="*/ 83439 h 771525"/>
                <a:gd name="connsiteX150" fmla="*/ 312134 w 457200"/>
                <a:gd name="connsiteY150" fmla="*/ 84868 h 771525"/>
                <a:gd name="connsiteX151" fmla="*/ 311182 w 457200"/>
                <a:gd name="connsiteY151" fmla="*/ 86487 h 771525"/>
                <a:gd name="connsiteX152" fmla="*/ 310324 w 457200"/>
                <a:gd name="connsiteY152" fmla="*/ 89916 h 771525"/>
                <a:gd name="connsiteX153" fmla="*/ 309848 w 457200"/>
                <a:gd name="connsiteY153" fmla="*/ 90678 h 771525"/>
                <a:gd name="connsiteX154" fmla="*/ 309086 w 457200"/>
                <a:gd name="connsiteY154" fmla="*/ 91535 h 771525"/>
                <a:gd name="connsiteX155" fmla="*/ 306419 w 457200"/>
                <a:gd name="connsiteY155" fmla="*/ 92392 h 771525"/>
                <a:gd name="connsiteX156" fmla="*/ 305657 w 457200"/>
                <a:gd name="connsiteY156" fmla="*/ 92964 h 771525"/>
                <a:gd name="connsiteX157" fmla="*/ 305181 w 457200"/>
                <a:gd name="connsiteY157" fmla="*/ 93726 h 771525"/>
                <a:gd name="connsiteX158" fmla="*/ 304990 w 457200"/>
                <a:gd name="connsiteY158" fmla="*/ 95155 h 771525"/>
                <a:gd name="connsiteX159" fmla="*/ 305086 w 457200"/>
                <a:gd name="connsiteY159" fmla="*/ 97536 h 771525"/>
                <a:gd name="connsiteX160" fmla="*/ 304895 w 457200"/>
                <a:gd name="connsiteY160" fmla="*/ 98584 h 771525"/>
                <a:gd name="connsiteX161" fmla="*/ 303562 w 457200"/>
                <a:gd name="connsiteY161" fmla="*/ 99822 h 771525"/>
                <a:gd name="connsiteX162" fmla="*/ 296132 w 457200"/>
                <a:gd name="connsiteY162" fmla="*/ 103727 h 771525"/>
                <a:gd name="connsiteX163" fmla="*/ 293942 w 457200"/>
                <a:gd name="connsiteY163" fmla="*/ 105251 h 771525"/>
                <a:gd name="connsiteX164" fmla="*/ 292703 w 457200"/>
                <a:gd name="connsiteY164" fmla="*/ 106489 h 771525"/>
                <a:gd name="connsiteX165" fmla="*/ 291465 w 457200"/>
                <a:gd name="connsiteY165" fmla="*/ 110395 h 771525"/>
                <a:gd name="connsiteX166" fmla="*/ 290703 w 457200"/>
                <a:gd name="connsiteY166" fmla="*/ 111252 h 771525"/>
                <a:gd name="connsiteX167" fmla="*/ 286321 w 457200"/>
                <a:gd name="connsiteY167" fmla="*/ 115252 h 771525"/>
                <a:gd name="connsiteX168" fmla="*/ 284607 w 457200"/>
                <a:gd name="connsiteY168" fmla="*/ 117062 h 771525"/>
                <a:gd name="connsiteX169" fmla="*/ 283559 w 457200"/>
                <a:gd name="connsiteY169" fmla="*/ 118681 h 771525"/>
                <a:gd name="connsiteX170" fmla="*/ 282607 w 457200"/>
                <a:gd name="connsiteY170" fmla="*/ 121825 h 771525"/>
                <a:gd name="connsiteX171" fmla="*/ 281749 w 457200"/>
                <a:gd name="connsiteY171" fmla="*/ 123539 h 771525"/>
                <a:gd name="connsiteX172" fmla="*/ 279368 w 457200"/>
                <a:gd name="connsiteY172" fmla="*/ 126492 h 771525"/>
                <a:gd name="connsiteX173" fmla="*/ 278797 w 457200"/>
                <a:gd name="connsiteY173" fmla="*/ 127540 h 771525"/>
                <a:gd name="connsiteX174" fmla="*/ 278606 w 457200"/>
                <a:gd name="connsiteY174" fmla="*/ 128588 h 771525"/>
                <a:gd name="connsiteX175" fmla="*/ 278511 w 457200"/>
                <a:gd name="connsiteY175" fmla="*/ 131254 h 771525"/>
                <a:gd name="connsiteX176" fmla="*/ 278321 w 457200"/>
                <a:gd name="connsiteY176" fmla="*/ 132874 h 771525"/>
                <a:gd name="connsiteX177" fmla="*/ 277939 w 457200"/>
                <a:gd name="connsiteY177" fmla="*/ 134493 h 771525"/>
                <a:gd name="connsiteX178" fmla="*/ 276320 w 457200"/>
                <a:gd name="connsiteY178" fmla="*/ 138779 h 771525"/>
                <a:gd name="connsiteX179" fmla="*/ 276130 w 457200"/>
                <a:gd name="connsiteY179" fmla="*/ 140017 h 771525"/>
                <a:gd name="connsiteX180" fmla="*/ 276225 w 457200"/>
                <a:gd name="connsiteY180" fmla="*/ 141351 h 771525"/>
                <a:gd name="connsiteX181" fmla="*/ 276701 w 457200"/>
                <a:gd name="connsiteY181" fmla="*/ 142970 h 771525"/>
                <a:gd name="connsiteX182" fmla="*/ 277559 w 457200"/>
                <a:gd name="connsiteY182" fmla="*/ 144589 h 771525"/>
                <a:gd name="connsiteX183" fmla="*/ 279368 w 457200"/>
                <a:gd name="connsiteY183" fmla="*/ 147161 h 771525"/>
                <a:gd name="connsiteX184" fmla="*/ 282130 w 457200"/>
                <a:gd name="connsiteY184" fmla="*/ 150304 h 771525"/>
                <a:gd name="connsiteX185" fmla="*/ 282702 w 457200"/>
                <a:gd name="connsiteY185" fmla="*/ 151257 h 771525"/>
                <a:gd name="connsiteX186" fmla="*/ 282988 w 457200"/>
                <a:gd name="connsiteY186" fmla="*/ 152400 h 771525"/>
                <a:gd name="connsiteX187" fmla="*/ 282702 w 457200"/>
                <a:gd name="connsiteY187" fmla="*/ 153924 h 771525"/>
                <a:gd name="connsiteX188" fmla="*/ 279940 w 457200"/>
                <a:gd name="connsiteY188" fmla="*/ 162687 h 771525"/>
                <a:gd name="connsiteX189" fmla="*/ 278987 w 457200"/>
                <a:gd name="connsiteY189" fmla="*/ 164687 h 771525"/>
                <a:gd name="connsiteX190" fmla="*/ 276225 w 457200"/>
                <a:gd name="connsiteY190" fmla="*/ 168973 h 771525"/>
                <a:gd name="connsiteX191" fmla="*/ 275368 w 457200"/>
                <a:gd name="connsiteY191" fmla="*/ 169735 h 771525"/>
                <a:gd name="connsiteX192" fmla="*/ 274511 w 457200"/>
                <a:gd name="connsiteY192" fmla="*/ 170021 h 771525"/>
                <a:gd name="connsiteX193" fmla="*/ 273558 w 457200"/>
                <a:gd name="connsiteY193" fmla="*/ 169735 h 771525"/>
                <a:gd name="connsiteX194" fmla="*/ 272701 w 457200"/>
                <a:gd name="connsiteY194" fmla="*/ 168878 h 771525"/>
                <a:gd name="connsiteX195" fmla="*/ 270986 w 457200"/>
                <a:gd name="connsiteY195" fmla="*/ 166306 h 771525"/>
                <a:gd name="connsiteX196" fmla="*/ 270129 w 457200"/>
                <a:gd name="connsiteY196" fmla="*/ 163925 h 771525"/>
                <a:gd name="connsiteX197" fmla="*/ 269748 w 457200"/>
                <a:gd name="connsiteY197" fmla="*/ 163354 h 771525"/>
                <a:gd name="connsiteX198" fmla="*/ 268986 w 457200"/>
                <a:gd name="connsiteY198" fmla="*/ 162782 h 771525"/>
                <a:gd name="connsiteX199" fmla="*/ 268034 w 457200"/>
                <a:gd name="connsiteY199" fmla="*/ 162496 h 771525"/>
                <a:gd name="connsiteX200" fmla="*/ 266795 w 457200"/>
                <a:gd name="connsiteY200" fmla="*/ 162687 h 771525"/>
                <a:gd name="connsiteX201" fmla="*/ 265938 w 457200"/>
                <a:gd name="connsiteY201" fmla="*/ 163354 h 771525"/>
                <a:gd name="connsiteX202" fmla="*/ 265271 w 457200"/>
                <a:gd name="connsiteY202" fmla="*/ 164116 h 771525"/>
                <a:gd name="connsiteX203" fmla="*/ 263176 w 457200"/>
                <a:gd name="connsiteY203" fmla="*/ 167354 h 771525"/>
                <a:gd name="connsiteX204" fmla="*/ 262604 w 457200"/>
                <a:gd name="connsiteY204" fmla="*/ 169164 h 771525"/>
                <a:gd name="connsiteX205" fmla="*/ 262319 w 457200"/>
                <a:gd name="connsiteY205" fmla="*/ 171069 h 771525"/>
                <a:gd name="connsiteX206" fmla="*/ 262604 w 457200"/>
                <a:gd name="connsiteY206" fmla="*/ 183642 h 771525"/>
                <a:gd name="connsiteX207" fmla="*/ 262509 w 457200"/>
                <a:gd name="connsiteY207" fmla="*/ 184785 h 771525"/>
                <a:gd name="connsiteX208" fmla="*/ 261938 w 457200"/>
                <a:gd name="connsiteY208" fmla="*/ 186118 h 771525"/>
                <a:gd name="connsiteX209" fmla="*/ 261652 w 457200"/>
                <a:gd name="connsiteY209" fmla="*/ 187357 h 771525"/>
                <a:gd name="connsiteX210" fmla="*/ 261461 w 457200"/>
                <a:gd name="connsiteY210" fmla="*/ 188976 h 771525"/>
                <a:gd name="connsiteX211" fmla="*/ 261461 w 457200"/>
                <a:gd name="connsiteY211" fmla="*/ 192214 h 771525"/>
                <a:gd name="connsiteX212" fmla="*/ 261080 w 457200"/>
                <a:gd name="connsiteY212" fmla="*/ 193548 h 771525"/>
                <a:gd name="connsiteX213" fmla="*/ 260318 w 457200"/>
                <a:gd name="connsiteY213" fmla="*/ 194215 h 771525"/>
                <a:gd name="connsiteX214" fmla="*/ 258985 w 457200"/>
                <a:gd name="connsiteY214" fmla="*/ 194596 h 771525"/>
                <a:gd name="connsiteX215" fmla="*/ 251936 w 457200"/>
                <a:gd name="connsiteY215" fmla="*/ 195453 h 771525"/>
                <a:gd name="connsiteX216" fmla="*/ 247555 w 457200"/>
                <a:gd name="connsiteY216" fmla="*/ 195453 h 771525"/>
                <a:gd name="connsiteX217" fmla="*/ 241554 w 457200"/>
                <a:gd name="connsiteY217" fmla="*/ 194691 h 771525"/>
                <a:gd name="connsiteX218" fmla="*/ 239649 w 457200"/>
                <a:gd name="connsiteY218" fmla="*/ 194881 h 771525"/>
                <a:gd name="connsiteX219" fmla="*/ 226600 w 457200"/>
                <a:gd name="connsiteY219" fmla="*/ 198406 h 771525"/>
                <a:gd name="connsiteX220" fmla="*/ 224504 w 457200"/>
                <a:gd name="connsiteY220" fmla="*/ 198501 h 771525"/>
                <a:gd name="connsiteX221" fmla="*/ 218599 w 457200"/>
                <a:gd name="connsiteY221" fmla="*/ 197739 h 771525"/>
                <a:gd name="connsiteX222" fmla="*/ 203073 w 457200"/>
                <a:gd name="connsiteY222" fmla="*/ 198501 h 771525"/>
                <a:gd name="connsiteX223" fmla="*/ 201168 w 457200"/>
                <a:gd name="connsiteY223" fmla="*/ 198120 h 771525"/>
                <a:gd name="connsiteX224" fmla="*/ 200311 w 457200"/>
                <a:gd name="connsiteY224" fmla="*/ 197739 h 771525"/>
                <a:gd name="connsiteX225" fmla="*/ 199930 w 457200"/>
                <a:gd name="connsiteY225" fmla="*/ 197263 h 771525"/>
                <a:gd name="connsiteX226" fmla="*/ 200501 w 457200"/>
                <a:gd name="connsiteY226" fmla="*/ 194024 h 771525"/>
                <a:gd name="connsiteX227" fmla="*/ 200501 w 457200"/>
                <a:gd name="connsiteY227" fmla="*/ 192214 h 771525"/>
                <a:gd name="connsiteX228" fmla="*/ 199930 w 457200"/>
                <a:gd name="connsiteY228" fmla="*/ 190500 h 771525"/>
                <a:gd name="connsiteX229" fmla="*/ 199263 w 457200"/>
                <a:gd name="connsiteY229" fmla="*/ 189167 h 771525"/>
                <a:gd name="connsiteX230" fmla="*/ 195644 w 457200"/>
                <a:gd name="connsiteY230" fmla="*/ 184499 h 771525"/>
                <a:gd name="connsiteX231" fmla="*/ 194310 w 457200"/>
                <a:gd name="connsiteY231" fmla="*/ 183166 h 771525"/>
                <a:gd name="connsiteX232" fmla="*/ 192596 w 457200"/>
                <a:gd name="connsiteY232" fmla="*/ 182213 h 771525"/>
                <a:gd name="connsiteX233" fmla="*/ 190786 w 457200"/>
                <a:gd name="connsiteY233" fmla="*/ 181546 h 771525"/>
                <a:gd name="connsiteX234" fmla="*/ 176213 w 457200"/>
                <a:gd name="connsiteY234" fmla="*/ 178403 h 771525"/>
                <a:gd name="connsiteX235" fmla="*/ 174117 w 457200"/>
                <a:gd name="connsiteY235" fmla="*/ 177355 h 771525"/>
                <a:gd name="connsiteX236" fmla="*/ 172593 w 457200"/>
                <a:gd name="connsiteY236" fmla="*/ 176308 h 771525"/>
                <a:gd name="connsiteX237" fmla="*/ 172974 w 457200"/>
                <a:gd name="connsiteY237" fmla="*/ 180594 h 771525"/>
                <a:gd name="connsiteX238" fmla="*/ 172498 w 457200"/>
                <a:gd name="connsiteY238" fmla="*/ 182118 h 771525"/>
                <a:gd name="connsiteX239" fmla="*/ 171545 w 457200"/>
                <a:gd name="connsiteY239" fmla="*/ 183642 h 771525"/>
                <a:gd name="connsiteX240" fmla="*/ 171545 w 457200"/>
                <a:gd name="connsiteY240" fmla="*/ 183642 h 771525"/>
                <a:gd name="connsiteX241" fmla="*/ 170021 w 457200"/>
                <a:gd name="connsiteY241" fmla="*/ 184690 h 771525"/>
                <a:gd name="connsiteX242" fmla="*/ 168593 w 457200"/>
                <a:gd name="connsiteY242" fmla="*/ 185166 h 771525"/>
                <a:gd name="connsiteX243" fmla="*/ 165926 w 457200"/>
                <a:gd name="connsiteY243" fmla="*/ 185452 h 771525"/>
                <a:gd name="connsiteX244" fmla="*/ 160782 w 457200"/>
                <a:gd name="connsiteY244" fmla="*/ 185261 h 771525"/>
                <a:gd name="connsiteX245" fmla="*/ 159734 w 457200"/>
                <a:gd name="connsiteY245" fmla="*/ 185547 h 771525"/>
                <a:gd name="connsiteX246" fmla="*/ 158877 w 457200"/>
                <a:gd name="connsiteY246" fmla="*/ 186404 h 771525"/>
                <a:gd name="connsiteX247" fmla="*/ 158496 w 457200"/>
                <a:gd name="connsiteY247" fmla="*/ 187547 h 771525"/>
                <a:gd name="connsiteX248" fmla="*/ 158305 w 457200"/>
                <a:gd name="connsiteY248" fmla="*/ 188785 h 771525"/>
                <a:gd name="connsiteX249" fmla="*/ 158210 w 457200"/>
                <a:gd name="connsiteY249" fmla="*/ 190786 h 771525"/>
                <a:gd name="connsiteX250" fmla="*/ 157924 w 457200"/>
                <a:gd name="connsiteY250" fmla="*/ 191929 h 771525"/>
                <a:gd name="connsiteX251" fmla="*/ 157258 w 457200"/>
                <a:gd name="connsiteY251" fmla="*/ 192786 h 771525"/>
                <a:gd name="connsiteX252" fmla="*/ 155924 w 457200"/>
                <a:gd name="connsiteY252" fmla="*/ 194119 h 771525"/>
                <a:gd name="connsiteX253" fmla="*/ 154877 w 457200"/>
                <a:gd name="connsiteY253" fmla="*/ 195453 h 771525"/>
                <a:gd name="connsiteX254" fmla="*/ 150590 w 457200"/>
                <a:gd name="connsiteY254" fmla="*/ 198406 h 771525"/>
                <a:gd name="connsiteX255" fmla="*/ 148876 w 457200"/>
                <a:gd name="connsiteY255" fmla="*/ 200025 h 771525"/>
                <a:gd name="connsiteX256" fmla="*/ 145447 w 457200"/>
                <a:gd name="connsiteY256" fmla="*/ 202787 h 771525"/>
                <a:gd name="connsiteX257" fmla="*/ 144875 w 457200"/>
                <a:gd name="connsiteY257" fmla="*/ 203930 h 771525"/>
                <a:gd name="connsiteX258" fmla="*/ 145161 w 457200"/>
                <a:gd name="connsiteY258" fmla="*/ 205454 h 771525"/>
                <a:gd name="connsiteX259" fmla="*/ 145732 w 457200"/>
                <a:gd name="connsiteY259" fmla="*/ 206978 h 771525"/>
                <a:gd name="connsiteX260" fmla="*/ 145828 w 457200"/>
                <a:gd name="connsiteY260" fmla="*/ 209074 h 771525"/>
                <a:gd name="connsiteX261" fmla="*/ 141637 w 457200"/>
                <a:gd name="connsiteY261" fmla="*/ 219075 h 771525"/>
                <a:gd name="connsiteX262" fmla="*/ 140494 w 457200"/>
                <a:gd name="connsiteY262" fmla="*/ 224028 h 771525"/>
                <a:gd name="connsiteX263" fmla="*/ 140208 w 457200"/>
                <a:gd name="connsiteY263" fmla="*/ 226504 h 771525"/>
                <a:gd name="connsiteX264" fmla="*/ 139255 w 457200"/>
                <a:gd name="connsiteY264" fmla="*/ 229743 h 771525"/>
                <a:gd name="connsiteX265" fmla="*/ 139065 w 457200"/>
                <a:gd name="connsiteY265" fmla="*/ 231267 h 771525"/>
                <a:gd name="connsiteX266" fmla="*/ 139065 w 457200"/>
                <a:gd name="connsiteY266" fmla="*/ 231743 h 771525"/>
                <a:gd name="connsiteX267" fmla="*/ 142875 w 457200"/>
                <a:gd name="connsiteY267" fmla="*/ 235648 h 771525"/>
                <a:gd name="connsiteX268" fmla="*/ 144875 w 457200"/>
                <a:gd name="connsiteY268" fmla="*/ 241459 h 771525"/>
                <a:gd name="connsiteX269" fmla="*/ 145352 w 457200"/>
                <a:gd name="connsiteY269" fmla="*/ 243935 h 771525"/>
                <a:gd name="connsiteX270" fmla="*/ 146018 w 457200"/>
                <a:gd name="connsiteY270" fmla="*/ 245554 h 771525"/>
                <a:gd name="connsiteX271" fmla="*/ 146209 w 457200"/>
                <a:gd name="connsiteY271" fmla="*/ 246317 h 771525"/>
                <a:gd name="connsiteX272" fmla="*/ 146018 w 457200"/>
                <a:gd name="connsiteY272" fmla="*/ 247459 h 771525"/>
                <a:gd name="connsiteX273" fmla="*/ 142875 w 457200"/>
                <a:gd name="connsiteY273" fmla="*/ 254984 h 771525"/>
                <a:gd name="connsiteX274" fmla="*/ 142208 w 457200"/>
                <a:gd name="connsiteY274" fmla="*/ 257461 h 771525"/>
                <a:gd name="connsiteX275" fmla="*/ 142685 w 457200"/>
                <a:gd name="connsiteY275" fmla="*/ 259366 h 771525"/>
                <a:gd name="connsiteX276" fmla="*/ 142875 w 457200"/>
                <a:gd name="connsiteY276" fmla="*/ 259747 h 771525"/>
                <a:gd name="connsiteX277" fmla="*/ 143065 w 457200"/>
                <a:gd name="connsiteY277" fmla="*/ 260128 h 771525"/>
                <a:gd name="connsiteX278" fmla="*/ 143351 w 457200"/>
                <a:gd name="connsiteY278" fmla="*/ 261271 h 771525"/>
                <a:gd name="connsiteX279" fmla="*/ 143542 w 457200"/>
                <a:gd name="connsiteY279" fmla="*/ 262795 h 771525"/>
                <a:gd name="connsiteX280" fmla="*/ 143637 w 457200"/>
                <a:gd name="connsiteY280" fmla="*/ 265843 h 771525"/>
                <a:gd name="connsiteX281" fmla="*/ 143542 w 457200"/>
                <a:gd name="connsiteY281" fmla="*/ 267176 h 771525"/>
                <a:gd name="connsiteX282" fmla="*/ 142589 w 457200"/>
                <a:gd name="connsiteY282" fmla="*/ 270319 h 771525"/>
                <a:gd name="connsiteX283" fmla="*/ 143065 w 457200"/>
                <a:gd name="connsiteY283" fmla="*/ 270700 h 771525"/>
                <a:gd name="connsiteX284" fmla="*/ 144018 w 457200"/>
                <a:gd name="connsiteY284" fmla="*/ 271081 h 771525"/>
                <a:gd name="connsiteX285" fmla="*/ 155448 w 457200"/>
                <a:gd name="connsiteY285" fmla="*/ 273177 h 771525"/>
                <a:gd name="connsiteX286" fmla="*/ 159068 w 457200"/>
                <a:gd name="connsiteY286" fmla="*/ 272701 h 771525"/>
                <a:gd name="connsiteX287" fmla="*/ 160115 w 457200"/>
                <a:gd name="connsiteY287" fmla="*/ 272701 h 771525"/>
                <a:gd name="connsiteX288" fmla="*/ 160782 w 457200"/>
                <a:gd name="connsiteY288" fmla="*/ 272891 h 771525"/>
                <a:gd name="connsiteX289" fmla="*/ 161639 w 457200"/>
                <a:gd name="connsiteY289" fmla="*/ 273367 h 771525"/>
                <a:gd name="connsiteX290" fmla="*/ 162592 w 457200"/>
                <a:gd name="connsiteY290" fmla="*/ 274320 h 771525"/>
                <a:gd name="connsiteX291" fmla="*/ 162782 w 457200"/>
                <a:gd name="connsiteY291" fmla="*/ 274892 h 771525"/>
                <a:gd name="connsiteX292" fmla="*/ 162687 w 457200"/>
                <a:gd name="connsiteY292" fmla="*/ 275368 h 771525"/>
                <a:gd name="connsiteX293" fmla="*/ 162020 w 457200"/>
                <a:gd name="connsiteY293" fmla="*/ 276034 h 771525"/>
                <a:gd name="connsiteX294" fmla="*/ 161830 w 457200"/>
                <a:gd name="connsiteY294" fmla="*/ 276415 h 771525"/>
                <a:gd name="connsiteX295" fmla="*/ 162496 w 457200"/>
                <a:gd name="connsiteY295" fmla="*/ 277082 h 771525"/>
                <a:gd name="connsiteX296" fmla="*/ 163925 w 457200"/>
                <a:gd name="connsiteY296" fmla="*/ 277749 h 771525"/>
                <a:gd name="connsiteX297" fmla="*/ 169354 w 457200"/>
                <a:gd name="connsiteY297" fmla="*/ 279368 h 771525"/>
                <a:gd name="connsiteX298" fmla="*/ 173069 w 457200"/>
                <a:gd name="connsiteY298" fmla="*/ 279749 h 771525"/>
                <a:gd name="connsiteX299" fmla="*/ 175641 w 457200"/>
                <a:gd name="connsiteY299" fmla="*/ 279273 h 771525"/>
                <a:gd name="connsiteX300" fmla="*/ 176689 w 457200"/>
                <a:gd name="connsiteY300" fmla="*/ 279654 h 771525"/>
                <a:gd name="connsiteX301" fmla="*/ 176974 w 457200"/>
                <a:gd name="connsiteY301" fmla="*/ 280130 h 771525"/>
                <a:gd name="connsiteX302" fmla="*/ 177355 w 457200"/>
                <a:gd name="connsiteY302" fmla="*/ 280606 h 771525"/>
                <a:gd name="connsiteX303" fmla="*/ 177927 w 457200"/>
                <a:gd name="connsiteY303" fmla="*/ 281178 h 771525"/>
                <a:gd name="connsiteX304" fmla="*/ 179165 w 457200"/>
                <a:gd name="connsiteY304" fmla="*/ 282035 h 771525"/>
                <a:gd name="connsiteX305" fmla="*/ 180594 w 457200"/>
                <a:gd name="connsiteY305" fmla="*/ 282702 h 771525"/>
                <a:gd name="connsiteX306" fmla="*/ 186976 w 457200"/>
                <a:gd name="connsiteY306" fmla="*/ 284417 h 771525"/>
                <a:gd name="connsiteX307" fmla="*/ 187166 w 457200"/>
                <a:gd name="connsiteY307" fmla="*/ 284512 h 771525"/>
                <a:gd name="connsiteX308" fmla="*/ 190881 w 457200"/>
                <a:gd name="connsiteY308" fmla="*/ 286131 h 771525"/>
                <a:gd name="connsiteX309" fmla="*/ 191548 w 457200"/>
                <a:gd name="connsiteY309" fmla="*/ 286607 h 771525"/>
                <a:gd name="connsiteX310" fmla="*/ 192214 w 457200"/>
                <a:gd name="connsiteY310" fmla="*/ 287369 h 771525"/>
                <a:gd name="connsiteX311" fmla="*/ 192405 w 457200"/>
                <a:gd name="connsiteY311" fmla="*/ 287846 h 771525"/>
                <a:gd name="connsiteX312" fmla="*/ 194024 w 457200"/>
                <a:gd name="connsiteY312" fmla="*/ 291655 h 771525"/>
                <a:gd name="connsiteX313" fmla="*/ 194881 w 457200"/>
                <a:gd name="connsiteY313" fmla="*/ 292894 h 771525"/>
                <a:gd name="connsiteX314" fmla="*/ 195834 w 457200"/>
                <a:gd name="connsiteY314" fmla="*/ 293942 h 771525"/>
                <a:gd name="connsiteX315" fmla="*/ 196501 w 457200"/>
                <a:gd name="connsiteY315" fmla="*/ 294418 h 771525"/>
                <a:gd name="connsiteX316" fmla="*/ 197263 w 457200"/>
                <a:gd name="connsiteY316" fmla="*/ 294703 h 771525"/>
                <a:gd name="connsiteX317" fmla="*/ 199644 w 457200"/>
                <a:gd name="connsiteY317" fmla="*/ 294894 h 771525"/>
                <a:gd name="connsiteX318" fmla="*/ 201359 w 457200"/>
                <a:gd name="connsiteY318" fmla="*/ 295275 h 771525"/>
                <a:gd name="connsiteX319" fmla="*/ 202216 w 457200"/>
                <a:gd name="connsiteY319" fmla="*/ 295656 h 771525"/>
                <a:gd name="connsiteX320" fmla="*/ 202597 w 457200"/>
                <a:gd name="connsiteY320" fmla="*/ 296227 h 771525"/>
                <a:gd name="connsiteX321" fmla="*/ 202597 w 457200"/>
                <a:gd name="connsiteY321" fmla="*/ 296704 h 771525"/>
                <a:gd name="connsiteX322" fmla="*/ 202121 w 457200"/>
                <a:gd name="connsiteY322" fmla="*/ 298323 h 771525"/>
                <a:gd name="connsiteX323" fmla="*/ 202025 w 457200"/>
                <a:gd name="connsiteY323" fmla="*/ 298894 h 771525"/>
                <a:gd name="connsiteX324" fmla="*/ 202025 w 457200"/>
                <a:gd name="connsiteY324" fmla="*/ 299561 h 771525"/>
                <a:gd name="connsiteX325" fmla="*/ 202121 w 457200"/>
                <a:gd name="connsiteY325" fmla="*/ 300228 h 771525"/>
                <a:gd name="connsiteX326" fmla="*/ 202502 w 457200"/>
                <a:gd name="connsiteY326" fmla="*/ 300895 h 771525"/>
                <a:gd name="connsiteX327" fmla="*/ 203359 w 457200"/>
                <a:gd name="connsiteY327" fmla="*/ 301847 h 771525"/>
                <a:gd name="connsiteX328" fmla="*/ 203930 w 457200"/>
                <a:gd name="connsiteY328" fmla="*/ 302228 h 771525"/>
                <a:gd name="connsiteX329" fmla="*/ 204597 w 457200"/>
                <a:gd name="connsiteY329" fmla="*/ 302419 h 771525"/>
                <a:gd name="connsiteX330" fmla="*/ 207073 w 457200"/>
                <a:gd name="connsiteY330" fmla="*/ 302705 h 771525"/>
                <a:gd name="connsiteX331" fmla="*/ 208217 w 457200"/>
                <a:gd name="connsiteY331" fmla="*/ 302990 h 771525"/>
                <a:gd name="connsiteX332" fmla="*/ 211169 w 457200"/>
                <a:gd name="connsiteY332" fmla="*/ 304228 h 771525"/>
                <a:gd name="connsiteX333" fmla="*/ 212312 w 457200"/>
                <a:gd name="connsiteY333" fmla="*/ 304514 h 771525"/>
                <a:gd name="connsiteX334" fmla="*/ 212884 w 457200"/>
                <a:gd name="connsiteY334" fmla="*/ 304609 h 771525"/>
                <a:gd name="connsiteX335" fmla="*/ 213455 w 457200"/>
                <a:gd name="connsiteY335" fmla="*/ 304609 h 771525"/>
                <a:gd name="connsiteX336" fmla="*/ 213836 w 457200"/>
                <a:gd name="connsiteY336" fmla="*/ 304419 h 771525"/>
                <a:gd name="connsiteX337" fmla="*/ 214217 w 457200"/>
                <a:gd name="connsiteY337" fmla="*/ 304133 h 771525"/>
                <a:gd name="connsiteX338" fmla="*/ 215265 w 457200"/>
                <a:gd name="connsiteY338" fmla="*/ 302323 h 771525"/>
                <a:gd name="connsiteX339" fmla="*/ 215646 w 457200"/>
                <a:gd name="connsiteY339" fmla="*/ 301942 h 771525"/>
                <a:gd name="connsiteX340" fmla="*/ 216122 w 457200"/>
                <a:gd name="connsiteY340" fmla="*/ 301657 h 771525"/>
                <a:gd name="connsiteX341" fmla="*/ 216979 w 457200"/>
                <a:gd name="connsiteY341" fmla="*/ 301561 h 771525"/>
                <a:gd name="connsiteX342" fmla="*/ 217456 w 457200"/>
                <a:gd name="connsiteY342" fmla="*/ 301752 h 771525"/>
                <a:gd name="connsiteX343" fmla="*/ 217837 w 457200"/>
                <a:gd name="connsiteY343" fmla="*/ 302038 h 771525"/>
                <a:gd name="connsiteX344" fmla="*/ 218408 w 457200"/>
                <a:gd name="connsiteY344" fmla="*/ 302990 h 771525"/>
                <a:gd name="connsiteX345" fmla="*/ 218789 w 457200"/>
                <a:gd name="connsiteY345" fmla="*/ 303562 h 771525"/>
                <a:gd name="connsiteX346" fmla="*/ 219456 w 457200"/>
                <a:gd name="connsiteY346" fmla="*/ 304228 h 771525"/>
                <a:gd name="connsiteX347" fmla="*/ 220028 w 457200"/>
                <a:gd name="connsiteY347" fmla="*/ 304609 h 771525"/>
                <a:gd name="connsiteX348" fmla="*/ 220694 w 457200"/>
                <a:gd name="connsiteY348" fmla="*/ 304800 h 771525"/>
                <a:gd name="connsiteX349" fmla="*/ 223456 w 457200"/>
                <a:gd name="connsiteY349" fmla="*/ 305276 h 771525"/>
                <a:gd name="connsiteX350" fmla="*/ 226695 w 457200"/>
                <a:gd name="connsiteY350" fmla="*/ 306134 h 771525"/>
                <a:gd name="connsiteX351" fmla="*/ 227743 w 457200"/>
                <a:gd name="connsiteY351" fmla="*/ 306514 h 771525"/>
                <a:gd name="connsiteX352" fmla="*/ 228505 w 457200"/>
                <a:gd name="connsiteY352" fmla="*/ 306896 h 771525"/>
                <a:gd name="connsiteX353" fmla="*/ 229171 w 457200"/>
                <a:gd name="connsiteY353" fmla="*/ 307562 h 771525"/>
                <a:gd name="connsiteX354" fmla="*/ 229838 w 457200"/>
                <a:gd name="connsiteY354" fmla="*/ 308324 h 771525"/>
                <a:gd name="connsiteX355" fmla="*/ 230410 w 457200"/>
                <a:gd name="connsiteY355" fmla="*/ 309086 h 771525"/>
                <a:gd name="connsiteX356" fmla="*/ 230600 w 457200"/>
                <a:gd name="connsiteY356" fmla="*/ 309563 h 771525"/>
                <a:gd name="connsiteX357" fmla="*/ 231362 w 457200"/>
                <a:gd name="connsiteY357" fmla="*/ 311467 h 771525"/>
                <a:gd name="connsiteX358" fmla="*/ 231648 w 457200"/>
                <a:gd name="connsiteY358" fmla="*/ 312039 h 771525"/>
                <a:gd name="connsiteX359" fmla="*/ 232029 w 457200"/>
                <a:gd name="connsiteY359" fmla="*/ 312610 h 771525"/>
                <a:gd name="connsiteX360" fmla="*/ 232601 w 457200"/>
                <a:gd name="connsiteY360" fmla="*/ 313277 h 771525"/>
                <a:gd name="connsiteX361" fmla="*/ 233839 w 457200"/>
                <a:gd name="connsiteY361" fmla="*/ 314420 h 771525"/>
                <a:gd name="connsiteX362" fmla="*/ 234601 w 457200"/>
                <a:gd name="connsiteY362" fmla="*/ 314992 h 771525"/>
                <a:gd name="connsiteX363" fmla="*/ 235268 w 457200"/>
                <a:gd name="connsiteY363" fmla="*/ 315277 h 771525"/>
                <a:gd name="connsiteX364" fmla="*/ 236411 w 457200"/>
                <a:gd name="connsiteY364" fmla="*/ 315659 h 771525"/>
                <a:gd name="connsiteX365" fmla="*/ 237554 w 457200"/>
                <a:gd name="connsiteY365" fmla="*/ 315754 h 771525"/>
                <a:gd name="connsiteX366" fmla="*/ 238887 w 457200"/>
                <a:gd name="connsiteY366" fmla="*/ 315754 h 771525"/>
                <a:gd name="connsiteX367" fmla="*/ 240697 w 457200"/>
                <a:gd name="connsiteY367" fmla="*/ 315468 h 771525"/>
                <a:gd name="connsiteX368" fmla="*/ 241459 w 457200"/>
                <a:gd name="connsiteY368" fmla="*/ 315468 h 771525"/>
                <a:gd name="connsiteX369" fmla="*/ 242602 w 457200"/>
                <a:gd name="connsiteY369" fmla="*/ 315659 h 771525"/>
                <a:gd name="connsiteX370" fmla="*/ 243269 w 457200"/>
                <a:gd name="connsiteY370" fmla="*/ 316039 h 771525"/>
                <a:gd name="connsiteX371" fmla="*/ 243935 w 457200"/>
                <a:gd name="connsiteY371" fmla="*/ 316421 h 771525"/>
                <a:gd name="connsiteX372" fmla="*/ 244602 w 457200"/>
                <a:gd name="connsiteY372" fmla="*/ 317087 h 771525"/>
                <a:gd name="connsiteX373" fmla="*/ 245173 w 457200"/>
                <a:gd name="connsiteY373" fmla="*/ 317468 h 771525"/>
                <a:gd name="connsiteX374" fmla="*/ 245840 w 457200"/>
                <a:gd name="connsiteY374" fmla="*/ 317659 h 771525"/>
                <a:gd name="connsiteX375" fmla="*/ 248412 w 457200"/>
                <a:gd name="connsiteY375" fmla="*/ 318230 h 771525"/>
                <a:gd name="connsiteX376" fmla="*/ 249079 w 457200"/>
                <a:gd name="connsiteY376" fmla="*/ 318516 h 771525"/>
                <a:gd name="connsiteX377" fmla="*/ 249555 w 457200"/>
                <a:gd name="connsiteY377" fmla="*/ 318897 h 771525"/>
                <a:gd name="connsiteX378" fmla="*/ 249841 w 457200"/>
                <a:gd name="connsiteY378" fmla="*/ 319278 h 771525"/>
                <a:gd name="connsiteX379" fmla="*/ 250127 w 457200"/>
                <a:gd name="connsiteY379" fmla="*/ 319659 h 771525"/>
                <a:gd name="connsiteX380" fmla="*/ 250412 w 457200"/>
                <a:gd name="connsiteY380" fmla="*/ 320135 h 771525"/>
                <a:gd name="connsiteX381" fmla="*/ 252127 w 457200"/>
                <a:gd name="connsiteY381" fmla="*/ 321755 h 771525"/>
                <a:gd name="connsiteX382" fmla="*/ 254603 w 457200"/>
                <a:gd name="connsiteY382" fmla="*/ 323659 h 771525"/>
                <a:gd name="connsiteX383" fmla="*/ 255556 w 457200"/>
                <a:gd name="connsiteY383" fmla="*/ 324612 h 771525"/>
                <a:gd name="connsiteX384" fmla="*/ 256222 w 457200"/>
                <a:gd name="connsiteY384" fmla="*/ 325469 h 771525"/>
                <a:gd name="connsiteX385" fmla="*/ 256318 w 457200"/>
                <a:gd name="connsiteY385" fmla="*/ 326041 h 771525"/>
                <a:gd name="connsiteX386" fmla="*/ 256318 w 457200"/>
                <a:gd name="connsiteY386" fmla="*/ 326612 h 771525"/>
                <a:gd name="connsiteX387" fmla="*/ 256318 w 457200"/>
                <a:gd name="connsiteY387" fmla="*/ 327279 h 771525"/>
                <a:gd name="connsiteX388" fmla="*/ 256222 w 457200"/>
                <a:gd name="connsiteY388" fmla="*/ 327850 h 771525"/>
                <a:gd name="connsiteX389" fmla="*/ 255556 w 457200"/>
                <a:gd name="connsiteY389" fmla="*/ 329946 h 771525"/>
                <a:gd name="connsiteX390" fmla="*/ 255079 w 457200"/>
                <a:gd name="connsiteY390" fmla="*/ 330898 h 771525"/>
                <a:gd name="connsiteX391" fmla="*/ 254508 w 457200"/>
                <a:gd name="connsiteY391" fmla="*/ 331756 h 771525"/>
                <a:gd name="connsiteX392" fmla="*/ 253079 w 457200"/>
                <a:gd name="connsiteY392" fmla="*/ 333089 h 771525"/>
                <a:gd name="connsiteX393" fmla="*/ 251936 w 457200"/>
                <a:gd name="connsiteY393" fmla="*/ 334709 h 771525"/>
                <a:gd name="connsiteX394" fmla="*/ 251746 w 457200"/>
                <a:gd name="connsiteY394" fmla="*/ 335185 h 771525"/>
                <a:gd name="connsiteX395" fmla="*/ 251555 w 457200"/>
                <a:gd name="connsiteY395" fmla="*/ 335756 h 771525"/>
                <a:gd name="connsiteX396" fmla="*/ 251460 w 457200"/>
                <a:gd name="connsiteY396" fmla="*/ 336328 h 771525"/>
                <a:gd name="connsiteX397" fmla="*/ 251460 w 457200"/>
                <a:gd name="connsiteY397" fmla="*/ 336994 h 771525"/>
                <a:gd name="connsiteX398" fmla="*/ 251555 w 457200"/>
                <a:gd name="connsiteY398" fmla="*/ 337566 h 771525"/>
                <a:gd name="connsiteX399" fmla="*/ 251936 w 457200"/>
                <a:gd name="connsiteY399" fmla="*/ 338518 h 771525"/>
                <a:gd name="connsiteX400" fmla="*/ 252413 w 457200"/>
                <a:gd name="connsiteY400" fmla="*/ 339376 h 771525"/>
                <a:gd name="connsiteX401" fmla="*/ 253746 w 457200"/>
                <a:gd name="connsiteY401" fmla="*/ 340995 h 771525"/>
                <a:gd name="connsiteX402" fmla="*/ 254603 w 457200"/>
                <a:gd name="connsiteY402" fmla="*/ 342328 h 771525"/>
                <a:gd name="connsiteX403" fmla="*/ 255175 w 457200"/>
                <a:gd name="connsiteY403" fmla="*/ 343471 h 771525"/>
                <a:gd name="connsiteX404" fmla="*/ 255270 w 457200"/>
                <a:gd name="connsiteY404" fmla="*/ 344043 h 771525"/>
                <a:gd name="connsiteX405" fmla="*/ 255556 w 457200"/>
                <a:gd name="connsiteY405" fmla="*/ 345091 h 771525"/>
                <a:gd name="connsiteX406" fmla="*/ 255842 w 457200"/>
                <a:gd name="connsiteY406" fmla="*/ 347472 h 771525"/>
                <a:gd name="connsiteX407" fmla="*/ 255937 w 457200"/>
                <a:gd name="connsiteY407" fmla="*/ 348425 h 771525"/>
                <a:gd name="connsiteX408" fmla="*/ 255651 w 457200"/>
                <a:gd name="connsiteY408" fmla="*/ 352044 h 771525"/>
                <a:gd name="connsiteX409" fmla="*/ 255270 w 457200"/>
                <a:gd name="connsiteY409" fmla="*/ 354521 h 771525"/>
                <a:gd name="connsiteX410" fmla="*/ 254794 w 457200"/>
                <a:gd name="connsiteY410" fmla="*/ 356140 h 771525"/>
                <a:gd name="connsiteX411" fmla="*/ 254127 w 457200"/>
                <a:gd name="connsiteY411" fmla="*/ 360331 h 771525"/>
                <a:gd name="connsiteX412" fmla="*/ 253937 w 457200"/>
                <a:gd name="connsiteY412" fmla="*/ 360807 h 771525"/>
                <a:gd name="connsiteX413" fmla="*/ 253651 w 457200"/>
                <a:gd name="connsiteY413" fmla="*/ 361378 h 771525"/>
                <a:gd name="connsiteX414" fmla="*/ 253079 w 457200"/>
                <a:gd name="connsiteY414" fmla="*/ 362140 h 771525"/>
                <a:gd name="connsiteX415" fmla="*/ 252317 w 457200"/>
                <a:gd name="connsiteY415" fmla="*/ 362807 h 771525"/>
                <a:gd name="connsiteX416" fmla="*/ 251365 w 457200"/>
                <a:gd name="connsiteY416" fmla="*/ 363188 h 771525"/>
                <a:gd name="connsiteX417" fmla="*/ 249841 w 457200"/>
                <a:gd name="connsiteY417" fmla="*/ 363664 h 771525"/>
                <a:gd name="connsiteX418" fmla="*/ 248793 w 457200"/>
                <a:gd name="connsiteY418" fmla="*/ 364046 h 771525"/>
                <a:gd name="connsiteX419" fmla="*/ 248031 w 457200"/>
                <a:gd name="connsiteY419" fmla="*/ 364617 h 771525"/>
                <a:gd name="connsiteX420" fmla="*/ 247650 w 457200"/>
                <a:gd name="connsiteY420" fmla="*/ 364903 h 771525"/>
                <a:gd name="connsiteX421" fmla="*/ 245269 w 457200"/>
                <a:gd name="connsiteY421" fmla="*/ 368046 h 771525"/>
                <a:gd name="connsiteX422" fmla="*/ 244888 w 457200"/>
                <a:gd name="connsiteY422" fmla="*/ 368427 h 771525"/>
                <a:gd name="connsiteX423" fmla="*/ 244126 w 457200"/>
                <a:gd name="connsiteY423" fmla="*/ 368903 h 771525"/>
                <a:gd name="connsiteX424" fmla="*/ 242697 w 457200"/>
                <a:gd name="connsiteY424" fmla="*/ 369665 h 771525"/>
                <a:gd name="connsiteX425" fmla="*/ 241078 w 457200"/>
                <a:gd name="connsiteY425" fmla="*/ 370713 h 771525"/>
                <a:gd name="connsiteX426" fmla="*/ 240316 w 457200"/>
                <a:gd name="connsiteY426" fmla="*/ 371284 h 771525"/>
                <a:gd name="connsiteX427" fmla="*/ 239935 w 457200"/>
                <a:gd name="connsiteY427" fmla="*/ 371761 h 771525"/>
                <a:gd name="connsiteX428" fmla="*/ 239649 w 457200"/>
                <a:gd name="connsiteY428" fmla="*/ 372142 h 771525"/>
                <a:gd name="connsiteX429" fmla="*/ 239363 w 457200"/>
                <a:gd name="connsiteY429" fmla="*/ 372523 h 771525"/>
                <a:gd name="connsiteX430" fmla="*/ 239173 w 457200"/>
                <a:gd name="connsiteY430" fmla="*/ 372999 h 771525"/>
                <a:gd name="connsiteX431" fmla="*/ 239173 w 457200"/>
                <a:gd name="connsiteY431" fmla="*/ 373475 h 771525"/>
                <a:gd name="connsiteX432" fmla="*/ 239363 w 457200"/>
                <a:gd name="connsiteY432" fmla="*/ 374237 h 771525"/>
                <a:gd name="connsiteX433" fmla="*/ 239649 w 457200"/>
                <a:gd name="connsiteY433" fmla="*/ 374999 h 771525"/>
                <a:gd name="connsiteX434" fmla="*/ 240982 w 457200"/>
                <a:gd name="connsiteY434" fmla="*/ 377666 h 771525"/>
                <a:gd name="connsiteX435" fmla="*/ 241554 w 457200"/>
                <a:gd name="connsiteY435" fmla="*/ 379857 h 771525"/>
                <a:gd name="connsiteX436" fmla="*/ 241745 w 457200"/>
                <a:gd name="connsiteY436" fmla="*/ 381000 h 771525"/>
                <a:gd name="connsiteX437" fmla="*/ 241840 w 457200"/>
                <a:gd name="connsiteY437" fmla="*/ 381571 h 771525"/>
                <a:gd name="connsiteX438" fmla="*/ 241840 w 457200"/>
                <a:gd name="connsiteY438" fmla="*/ 382810 h 771525"/>
                <a:gd name="connsiteX439" fmla="*/ 240697 w 457200"/>
                <a:gd name="connsiteY439" fmla="*/ 390239 h 771525"/>
                <a:gd name="connsiteX440" fmla="*/ 240697 w 457200"/>
                <a:gd name="connsiteY440" fmla="*/ 390811 h 771525"/>
                <a:gd name="connsiteX441" fmla="*/ 240792 w 457200"/>
                <a:gd name="connsiteY441" fmla="*/ 391477 h 771525"/>
                <a:gd name="connsiteX442" fmla="*/ 240982 w 457200"/>
                <a:gd name="connsiteY442" fmla="*/ 392621 h 771525"/>
                <a:gd name="connsiteX443" fmla="*/ 241268 w 457200"/>
                <a:gd name="connsiteY443" fmla="*/ 393668 h 771525"/>
                <a:gd name="connsiteX444" fmla="*/ 243649 w 457200"/>
                <a:gd name="connsiteY444" fmla="*/ 399097 h 771525"/>
                <a:gd name="connsiteX445" fmla="*/ 248221 w 457200"/>
                <a:gd name="connsiteY445" fmla="*/ 405193 h 771525"/>
                <a:gd name="connsiteX446" fmla="*/ 248412 w 457200"/>
                <a:gd name="connsiteY446" fmla="*/ 412051 h 771525"/>
                <a:gd name="connsiteX447" fmla="*/ 249174 w 457200"/>
                <a:gd name="connsiteY447" fmla="*/ 417481 h 771525"/>
                <a:gd name="connsiteX448" fmla="*/ 249269 w 457200"/>
                <a:gd name="connsiteY448" fmla="*/ 420338 h 771525"/>
                <a:gd name="connsiteX449" fmla="*/ 249174 w 457200"/>
                <a:gd name="connsiteY449" fmla="*/ 421100 h 771525"/>
                <a:gd name="connsiteX450" fmla="*/ 248888 w 457200"/>
                <a:gd name="connsiteY450" fmla="*/ 421672 h 771525"/>
                <a:gd name="connsiteX451" fmla="*/ 247555 w 457200"/>
                <a:gd name="connsiteY451" fmla="*/ 423100 h 771525"/>
                <a:gd name="connsiteX452" fmla="*/ 244793 w 457200"/>
                <a:gd name="connsiteY452" fmla="*/ 427292 h 771525"/>
                <a:gd name="connsiteX453" fmla="*/ 242316 w 457200"/>
                <a:gd name="connsiteY453" fmla="*/ 430244 h 771525"/>
                <a:gd name="connsiteX454" fmla="*/ 241649 w 457200"/>
                <a:gd name="connsiteY454" fmla="*/ 430911 h 771525"/>
                <a:gd name="connsiteX455" fmla="*/ 240887 w 457200"/>
                <a:gd name="connsiteY455" fmla="*/ 431578 h 771525"/>
                <a:gd name="connsiteX456" fmla="*/ 240221 w 457200"/>
                <a:gd name="connsiteY456" fmla="*/ 431863 h 771525"/>
                <a:gd name="connsiteX457" fmla="*/ 239363 w 457200"/>
                <a:gd name="connsiteY457" fmla="*/ 432054 h 771525"/>
                <a:gd name="connsiteX458" fmla="*/ 235744 w 457200"/>
                <a:gd name="connsiteY458" fmla="*/ 432340 h 771525"/>
                <a:gd name="connsiteX459" fmla="*/ 228219 w 457200"/>
                <a:gd name="connsiteY459" fmla="*/ 431482 h 771525"/>
                <a:gd name="connsiteX460" fmla="*/ 226123 w 457200"/>
                <a:gd name="connsiteY460" fmla="*/ 431673 h 771525"/>
                <a:gd name="connsiteX461" fmla="*/ 225266 w 457200"/>
                <a:gd name="connsiteY461" fmla="*/ 431863 h 771525"/>
                <a:gd name="connsiteX462" fmla="*/ 222123 w 457200"/>
                <a:gd name="connsiteY462" fmla="*/ 433006 h 771525"/>
                <a:gd name="connsiteX463" fmla="*/ 221456 w 457200"/>
                <a:gd name="connsiteY463" fmla="*/ 433006 h 771525"/>
                <a:gd name="connsiteX464" fmla="*/ 220694 w 457200"/>
                <a:gd name="connsiteY464" fmla="*/ 432911 h 771525"/>
                <a:gd name="connsiteX465" fmla="*/ 219646 w 457200"/>
                <a:gd name="connsiteY465" fmla="*/ 432340 h 771525"/>
                <a:gd name="connsiteX466" fmla="*/ 218027 w 457200"/>
                <a:gd name="connsiteY466" fmla="*/ 430721 h 771525"/>
                <a:gd name="connsiteX467" fmla="*/ 217361 w 457200"/>
                <a:gd name="connsiteY467" fmla="*/ 430244 h 771525"/>
                <a:gd name="connsiteX468" fmla="*/ 217075 w 457200"/>
                <a:gd name="connsiteY468" fmla="*/ 430149 h 771525"/>
                <a:gd name="connsiteX469" fmla="*/ 216408 w 457200"/>
                <a:gd name="connsiteY469" fmla="*/ 429959 h 771525"/>
                <a:gd name="connsiteX470" fmla="*/ 215360 w 457200"/>
                <a:gd name="connsiteY470" fmla="*/ 429959 h 771525"/>
                <a:gd name="connsiteX471" fmla="*/ 212407 w 457200"/>
                <a:gd name="connsiteY471" fmla="*/ 430339 h 771525"/>
                <a:gd name="connsiteX472" fmla="*/ 211074 w 457200"/>
                <a:gd name="connsiteY472" fmla="*/ 430625 h 771525"/>
                <a:gd name="connsiteX473" fmla="*/ 210312 w 457200"/>
                <a:gd name="connsiteY473" fmla="*/ 430911 h 771525"/>
                <a:gd name="connsiteX474" fmla="*/ 209074 w 457200"/>
                <a:gd name="connsiteY474" fmla="*/ 431387 h 771525"/>
                <a:gd name="connsiteX475" fmla="*/ 205740 w 457200"/>
                <a:gd name="connsiteY475" fmla="*/ 433483 h 771525"/>
                <a:gd name="connsiteX476" fmla="*/ 203835 w 457200"/>
                <a:gd name="connsiteY476" fmla="*/ 434245 h 771525"/>
                <a:gd name="connsiteX477" fmla="*/ 201739 w 457200"/>
                <a:gd name="connsiteY477" fmla="*/ 434721 h 771525"/>
                <a:gd name="connsiteX478" fmla="*/ 201263 w 457200"/>
                <a:gd name="connsiteY478" fmla="*/ 434911 h 771525"/>
                <a:gd name="connsiteX479" fmla="*/ 200882 w 457200"/>
                <a:gd name="connsiteY479" fmla="*/ 435197 h 771525"/>
                <a:gd name="connsiteX480" fmla="*/ 200120 w 457200"/>
                <a:gd name="connsiteY480" fmla="*/ 435864 h 771525"/>
                <a:gd name="connsiteX481" fmla="*/ 199644 w 457200"/>
                <a:gd name="connsiteY481" fmla="*/ 436245 h 771525"/>
                <a:gd name="connsiteX482" fmla="*/ 198311 w 457200"/>
                <a:gd name="connsiteY482" fmla="*/ 436817 h 771525"/>
                <a:gd name="connsiteX483" fmla="*/ 197739 w 457200"/>
                <a:gd name="connsiteY483" fmla="*/ 436912 h 771525"/>
                <a:gd name="connsiteX484" fmla="*/ 197072 w 457200"/>
                <a:gd name="connsiteY484" fmla="*/ 436817 h 771525"/>
                <a:gd name="connsiteX485" fmla="*/ 197168 w 457200"/>
                <a:gd name="connsiteY485" fmla="*/ 436626 h 771525"/>
                <a:gd name="connsiteX486" fmla="*/ 196691 w 457200"/>
                <a:gd name="connsiteY486" fmla="*/ 436245 h 771525"/>
                <a:gd name="connsiteX487" fmla="*/ 196405 w 457200"/>
                <a:gd name="connsiteY487" fmla="*/ 435864 h 771525"/>
                <a:gd name="connsiteX488" fmla="*/ 196215 w 457200"/>
                <a:gd name="connsiteY488" fmla="*/ 435483 h 771525"/>
                <a:gd name="connsiteX489" fmla="*/ 196024 w 457200"/>
                <a:gd name="connsiteY489" fmla="*/ 435102 h 771525"/>
                <a:gd name="connsiteX490" fmla="*/ 195548 w 457200"/>
                <a:gd name="connsiteY490" fmla="*/ 433673 h 771525"/>
                <a:gd name="connsiteX491" fmla="*/ 195072 w 457200"/>
                <a:gd name="connsiteY491" fmla="*/ 433102 h 771525"/>
                <a:gd name="connsiteX492" fmla="*/ 193834 w 457200"/>
                <a:gd name="connsiteY492" fmla="*/ 432625 h 771525"/>
                <a:gd name="connsiteX493" fmla="*/ 188976 w 457200"/>
                <a:gd name="connsiteY493" fmla="*/ 431863 h 771525"/>
                <a:gd name="connsiteX494" fmla="*/ 182880 w 457200"/>
                <a:gd name="connsiteY494" fmla="*/ 428339 h 771525"/>
                <a:gd name="connsiteX495" fmla="*/ 179832 w 457200"/>
                <a:gd name="connsiteY495" fmla="*/ 427577 h 771525"/>
                <a:gd name="connsiteX496" fmla="*/ 179356 w 457200"/>
                <a:gd name="connsiteY496" fmla="*/ 427577 h 771525"/>
                <a:gd name="connsiteX497" fmla="*/ 178594 w 457200"/>
                <a:gd name="connsiteY497" fmla="*/ 428530 h 771525"/>
                <a:gd name="connsiteX498" fmla="*/ 178498 w 457200"/>
                <a:gd name="connsiteY498" fmla="*/ 428720 h 771525"/>
                <a:gd name="connsiteX499" fmla="*/ 178498 w 457200"/>
                <a:gd name="connsiteY499" fmla="*/ 429196 h 771525"/>
                <a:gd name="connsiteX500" fmla="*/ 178594 w 457200"/>
                <a:gd name="connsiteY500" fmla="*/ 429768 h 771525"/>
                <a:gd name="connsiteX501" fmla="*/ 178879 w 457200"/>
                <a:gd name="connsiteY501" fmla="*/ 430625 h 771525"/>
                <a:gd name="connsiteX502" fmla="*/ 179070 w 457200"/>
                <a:gd name="connsiteY502" fmla="*/ 431387 h 771525"/>
                <a:gd name="connsiteX503" fmla="*/ 179165 w 457200"/>
                <a:gd name="connsiteY503" fmla="*/ 432149 h 771525"/>
                <a:gd name="connsiteX504" fmla="*/ 178879 w 457200"/>
                <a:gd name="connsiteY504" fmla="*/ 433102 h 771525"/>
                <a:gd name="connsiteX505" fmla="*/ 178689 w 457200"/>
                <a:gd name="connsiteY505" fmla="*/ 433673 h 771525"/>
                <a:gd name="connsiteX506" fmla="*/ 178403 w 457200"/>
                <a:gd name="connsiteY506" fmla="*/ 434054 h 771525"/>
                <a:gd name="connsiteX507" fmla="*/ 178213 w 457200"/>
                <a:gd name="connsiteY507" fmla="*/ 434340 h 771525"/>
                <a:gd name="connsiteX508" fmla="*/ 177832 w 457200"/>
                <a:gd name="connsiteY508" fmla="*/ 434626 h 771525"/>
                <a:gd name="connsiteX509" fmla="*/ 176974 w 457200"/>
                <a:gd name="connsiteY509" fmla="*/ 435007 h 771525"/>
                <a:gd name="connsiteX510" fmla="*/ 174212 w 457200"/>
                <a:gd name="connsiteY510" fmla="*/ 435673 h 771525"/>
                <a:gd name="connsiteX511" fmla="*/ 173831 w 457200"/>
                <a:gd name="connsiteY511" fmla="*/ 435959 h 771525"/>
                <a:gd name="connsiteX512" fmla="*/ 173641 w 457200"/>
                <a:gd name="connsiteY512" fmla="*/ 436435 h 771525"/>
                <a:gd name="connsiteX513" fmla="*/ 173736 w 457200"/>
                <a:gd name="connsiteY513" fmla="*/ 437102 h 771525"/>
                <a:gd name="connsiteX514" fmla="*/ 174403 w 457200"/>
                <a:gd name="connsiteY514" fmla="*/ 438340 h 771525"/>
                <a:gd name="connsiteX515" fmla="*/ 176403 w 457200"/>
                <a:gd name="connsiteY515" fmla="*/ 441198 h 771525"/>
                <a:gd name="connsiteX516" fmla="*/ 180785 w 457200"/>
                <a:gd name="connsiteY516" fmla="*/ 450913 h 771525"/>
                <a:gd name="connsiteX517" fmla="*/ 183452 w 457200"/>
                <a:gd name="connsiteY517" fmla="*/ 453771 h 771525"/>
                <a:gd name="connsiteX518" fmla="*/ 186023 w 457200"/>
                <a:gd name="connsiteY518" fmla="*/ 455962 h 771525"/>
                <a:gd name="connsiteX519" fmla="*/ 186595 w 457200"/>
                <a:gd name="connsiteY519" fmla="*/ 456724 h 771525"/>
                <a:gd name="connsiteX520" fmla="*/ 187071 w 457200"/>
                <a:gd name="connsiteY520" fmla="*/ 457581 h 771525"/>
                <a:gd name="connsiteX521" fmla="*/ 187262 w 457200"/>
                <a:gd name="connsiteY521" fmla="*/ 457962 h 771525"/>
                <a:gd name="connsiteX522" fmla="*/ 187357 w 457200"/>
                <a:gd name="connsiteY522" fmla="*/ 458438 h 771525"/>
                <a:gd name="connsiteX523" fmla="*/ 187357 w 457200"/>
                <a:gd name="connsiteY523" fmla="*/ 458724 h 771525"/>
                <a:gd name="connsiteX524" fmla="*/ 187262 w 457200"/>
                <a:gd name="connsiteY524" fmla="*/ 459867 h 771525"/>
                <a:gd name="connsiteX525" fmla="*/ 186404 w 457200"/>
                <a:gd name="connsiteY525" fmla="*/ 460819 h 771525"/>
                <a:gd name="connsiteX526" fmla="*/ 183356 w 457200"/>
                <a:gd name="connsiteY526" fmla="*/ 461772 h 771525"/>
                <a:gd name="connsiteX527" fmla="*/ 180213 w 457200"/>
                <a:gd name="connsiteY527" fmla="*/ 462248 h 771525"/>
                <a:gd name="connsiteX528" fmla="*/ 178498 w 457200"/>
                <a:gd name="connsiteY528" fmla="*/ 463010 h 771525"/>
                <a:gd name="connsiteX529" fmla="*/ 177927 w 457200"/>
                <a:gd name="connsiteY529" fmla="*/ 463105 h 771525"/>
                <a:gd name="connsiteX530" fmla="*/ 176784 w 457200"/>
                <a:gd name="connsiteY530" fmla="*/ 463296 h 771525"/>
                <a:gd name="connsiteX531" fmla="*/ 169736 w 457200"/>
                <a:gd name="connsiteY531" fmla="*/ 462820 h 771525"/>
                <a:gd name="connsiteX532" fmla="*/ 165545 w 457200"/>
                <a:gd name="connsiteY532" fmla="*/ 461963 h 771525"/>
                <a:gd name="connsiteX533" fmla="*/ 164402 w 457200"/>
                <a:gd name="connsiteY533" fmla="*/ 462248 h 771525"/>
                <a:gd name="connsiteX534" fmla="*/ 163830 w 457200"/>
                <a:gd name="connsiteY534" fmla="*/ 462629 h 771525"/>
                <a:gd name="connsiteX535" fmla="*/ 163354 w 457200"/>
                <a:gd name="connsiteY535" fmla="*/ 463010 h 771525"/>
                <a:gd name="connsiteX536" fmla="*/ 162115 w 457200"/>
                <a:gd name="connsiteY536" fmla="*/ 464630 h 771525"/>
                <a:gd name="connsiteX537" fmla="*/ 161449 w 457200"/>
                <a:gd name="connsiteY537" fmla="*/ 465296 h 771525"/>
                <a:gd name="connsiteX538" fmla="*/ 160972 w 457200"/>
                <a:gd name="connsiteY538" fmla="*/ 465487 h 771525"/>
                <a:gd name="connsiteX539" fmla="*/ 160592 w 457200"/>
                <a:gd name="connsiteY539" fmla="*/ 465677 h 771525"/>
                <a:gd name="connsiteX540" fmla="*/ 159734 w 457200"/>
                <a:gd name="connsiteY540" fmla="*/ 465772 h 771525"/>
                <a:gd name="connsiteX541" fmla="*/ 157924 w 457200"/>
                <a:gd name="connsiteY541" fmla="*/ 465487 h 771525"/>
                <a:gd name="connsiteX542" fmla="*/ 153924 w 457200"/>
                <a:gd name="connsiteY542" fmla="*/ 464153 h 771525"/>
                <a:gd name="connsiteX543" fmla="*/ 152305 w 457200"/>
                <a:gd name="connsiteY543" fmla="*/ 464058 h 771525"/>
                <a:gd name="connsiteX544" fmla="*/ 150876 w 457200"/>
                <a:gd name="connsiteY544" fmla="*/ 464248 h 771525"/>
                <a:gd name="connsiteX545" fmla="*/ 150114 w 457200"/>
                <a:gd name="connsiteY545" fmla="*/ 464534 h 771525"/>
                <a:gd name="connsiteX546" fmla="*/ 149066 w 457200"/>
                <a:gd name="connsiteY546" fmla="*/ 465010 h 771525"/>
                <a:gd name="connsiteX547" fmla="*/ 148495 w 457200"/>
                <a:gd name="connsiteY547" fmla="*/ 465010 h 771525"/>
                <a:gd name="connsiteX548" fmla="*/ 147638 w 457200"/>
                <a:gd name="connsiteY548" fmla="*/ 464915 h 771525"/>
                <a:gd name="connsiteX549" fmla="*/ 146495 w 457200"/>
                <a:gd name="connsiteY549" fmla="*/ 464439 h 771525"/>
                <a:gd name="connsiteX550" fmla="*/ 145732 w 457200"/>
                <a:gd name="connsiteY550" fmla="*/ 464153 h 771525"/>
                <a:gd name="connsiteX551" fmla="*/ 144875 w 457200"/>
                <a:gd name="connsiteY551" fmla="*/ 464058 h 771525"/>
                <a:gd name="connsiteX552" fmla="*/ 143923 w 457200"/>
                <a:gd name="connsiteY552" fmla="*/ 464344 h 771525"/>
                <a:gd name="connsiteX553" fmla="*/ 143351 w 457200"/>
                <a:gd name="connsiteY553" fmla="*/ 464630 h 771525"/>
                <a:gd name="connsiteX554" fmla="*/ 142875 w 457200"/>
                <a:gd name="connsiteY554" fmla="*/ 465010 h 771525"/>
                <a:gd name="connsiteX555" fmla="*/ 141922 w 457200"/>
                <a:gd name="connsiteY555" fmla="*/ 466820 h 771525"/>
                <a:gd name="connsiteX556" fmla="*/ 141637 w 457200"/>
                <a:gd name="connsiteY556" fmla="*/ 467201 h 771525"/>
                <a:gd name="connsiteX557" fmla="*/ 141161 w 457200"/>
                <a:gd name="connsiteY557" fmla="*/ 467392 h 771525"/>
                <a:gd name="connsiteX558" fmla="*/ 139541 w 457200"/>
                <a:gd name="connsiteY558" fmla="*/ 467677 h 771525"/>
                <a:gd name="connsiteX559" fmla="*/ 138970 w 457200"/>
                <a:gd name="connsiteY559" fmla="*/ 467868 h 771525"/>
                <a:gd name="connsiteX560" fmla="*/ 138589 w 457200"/>
                <a:gd name="connsiteY560" fmla="*/ 468154 h 771525"/>
                <a:gd name="connsiteX561" fmla="*/ 137922 w 457200"/>
                <a:gd name="connsiteY561" fmla="*/ 468916 h 771525"/>
                <a:gd name="connsiteX562" fmla="*/ 137541 w 457200"/>
                <a:gd name="connsiteY562" fmla="*/ 469106 h 771525"/>
                <a:gd name="connsiteX563" fmla="*/ 136874 w 457200"/>
                <a:gd name="connsiteY563" fmla="*/ 469106 h 771525"/>
                <a:gd name="connsiteX564" fmla="*/ 135922 w 457200"/>
                <a:gd name="connsiteY564" fmla="*/ 468535 h 771525"/>
                <a:gd name="connsiteX565" fmla="*/ 135446 w 457200"/>
                <a:gd name="connsiteY565" fmla="*/ 467963 h 771525"/>
                <a:gd name="connsiteX566" fmla="*/ 134588 w 457200"/>
                <a:gd name="connsiteY566" fmla="*/ 466820 h 771525"/>
                <a:gd name="connsiteX567" fmla="*/ 133921 w 457200"/>
                <a:gd name="connsiteY567" fmla="*/ 465487 h 771525"/>
                <a:gd name="connsiteX568" fmla="*/ 133636 w 457200"/>
                <a:gd name="connsiteY568" fmla="*/ 465106 h 771525"/>
                <a:gd name="connsiteX569" fmla="*/ 132683 w 457200"/>
                <a:gd name="connsiteY569" fmla="*/ 464058 h 771525"/>
                <a:gd name="connsiteX570" fmla="*/ 131921 w 457200"/>
                <a:gd name="connsiteY570" fmla="*/ 463391 h 771525"/>
                <a:gd name="connsiteX571" fmla="*/ 128588 w 457200"/>
                <a:gd name="connsiteY571" fmla="*/ 461296 h 771525"/>
                <a:gd name="connsiteX572" fmla="*/ 127921 w 457200"/>
                <a:gd name="connsiteY572" fmla="*/ 460534 h 771525"/>
                <a:gd name="connsiteX573" fmla="*/ 125921 w 457200"/>
                <a:gd name="connsiteY573" fmla="*/ 457105 h 771525"/>
                <a:gd name="connsiteX574" fmla="*/ 124873 w 457200"/>
                <a:gd name="connsiteY574" fmla="*/ 455581 h 771525"/>
                <a:gd name="connsiteX575" fmla="*/ 124206 w 457200"/>
                <a:gd name="connsiteY575" fmla="*/ 454914 h 771525"/>
                <a:gd name="connsiteX576" fmla="*/ 123349 w 457200"/>
                <a:gd name="connsiteY576" fmla="*/ 454342 h 771525"/>
                <a:gd name="connsiteX577" fmla="*/ 122396 w 457200"/>
                <a:gd name="connsiteY577" fmla="*/ 453866 h 771525"/>
                <a:gd name="connsiteX578" fmla="*/ 116491 w 457200"/>
                <a:gd name="connsiteY578" fmla="*/ 452818 h 771525"/>
                <a:gd name="connsiteX579" fmla="*/ 116014 w 457200"/>
                <a:gd name="connsiteY579" fmla="*/ 452628 h 771525"/>
                <a:gd name="connsiteX580" fmla="*/ 115634 w 457200"/>
                <a:gd name="connsiteY580" fmla="*/ 452342 h 771525"/>
                <a:gd name="connsiteX581" fmla="*/ 115253 w 457200"/>
                <a:gd name="connsiteY581" fmla="*/ 451961 h 771525"/>
                <a:gd name="connsiteX582" fmla="*/ 114395 w 457200"/>
                <a:gd name="connsiteY582" fmla="*/ 450818 h 771525"/>
                <a:gd name="connsiteX583" fmla="*/ 113729 w 457200"/>
                <a:gd name="connsiteY583" fmla="*/ 450151 h 771525"/>
                <a:gd name="connsiteX584" fmla="*/ 113252 w 457200"/>
                <a:gd name="connsiteY584" fmla="*/ 449961 h 771525"/>
                <a:gd name="connsiteX585" fmla="*/ 112204 w 457200"/>
                <a:gd name="connsiteY585" fmla="*/ 449771 h 771525"/>
                <a:gd name="connsiteX586" fmla="*/ 104965 w 457200"/>
                <a:gd name="connsiteY586" fmla="*/ 450056 h 771525"/>
                <a:gd name="connsiteX587" fmla="*/ 102584 w 457200"/>
                <a:gd name="connsiteY587" fmla="*/ 449485 h 771525"/>
                <a:gd name="connsiteX588" fmla="*/ 101727 w 457200"/>
                <a:gd name="connsiteY588" fmla="*/ 449294 h 771525"/>
                <a:gd name="connsiteX589" fmla="*/ 90011 w 457200"/>
                <a:gd name="connsiteY589" fmla="*/ 451104 h 771525"/>
                <a:gd name="connsiteX590" fmla="*/ 86773 w 457200"/>
                <a:gd name="connsiteY590" fmla="*/ 450342 h 771525"/>
                <a:gd name="connsiteX591" fmla="*/ 86011 w 457200"/>
                <a:gd name="connsiteY591" fmla="*/ 450437 h 771525"/>
                <a:gd name="connsiteX592" fmla="*/ 85249 w 457200"/>
                <a:gd name="connsiteY592" fmla="*/ 450818 h 771525"/>
                <a:gd name="connsiteX593" fmla="*/ 84201 w 457200"/>
                <a:gd name="connsiteY593" fmla="*/ 452056 h 771525"/>
                <a:gd name="connsiteX594" fmla="*/ 83629 w 457200"/>
                <a:gd name="connsiteY594" fmla="*/ 452818 h 771525"/>
                <a:gd name="connsiteX595" fmla="*/ 82487 w 457200"/>
                <a:gd name="connsiteY595" fmla="*/ 453961 h 771525"/>
                <a:gd name="connsiteX596" fmla="*/ 79343 w 457200"/>
                <a:gd name="connsiteY596" fmla="*/ 455676 h 771525"/>
                <a:gd name="connsiteX597" fmla="*/ 79153 w 457200"/>
                <a:gd name="connsiteY597" fmla="*/ 456819 h 771525"/>
                <a:gd name="connsiteX598" fmla="*/ 79248 w 457200"/>
                <a:gd name="connsiteY598" fmla="*/ 457200 h 771525"/>
                <a:gd name="connsiteX599" fmla="*/ 79724 w 457200"/>
                <a:gd name="connsiteY599" fmla="*/ 458534 h 771525"/>
                <a:gd name="connsiteX600" fmla="*/ 80391 w 457200"/>
                <a:gd name="connsiteY600" fmla="*/ 459391 h 771525"/>
                <a:gd name="connsiteX601" fmla="*/ 80486 w 457200"/>
                <a:gd name="connsiteY601" fmla="*/ 459867 h 771525"/>
                <a:gd name="connsiteX602" fmla="*/ 80486 w 457200"/>
                <a:gd name="connsiteY602" fmla="*/ 460629 h 771525"/>
                <a:gd name="connsiteX603" fmla="*/ 79820 w 457200"/>
                <a:gd name="connsiteY603" fmla="*/ 463010 h 771525"/>
                <a:gd name="connsiteX604" fmla="*/ 79724 w 457200"/>
                <a:gd name="connsiteY604" fmla="*/ 463677 h 771525"/>
                <a:gd name="connsiteX605" fmla="*/ 79820 w 457200"/>
                <a:gd name="connsiteY605" fmla="*/ 464344 h 771525"/>
                <a:gd name="connsiteX606" fmla="*/ 80010 w 457200"/>
                <a:gd name="connsiteY606" fmla="*/ 465296 h 771525"/>
                <a:gd name="connsiteX607" fmla="*/ 80105 w 457200"/>
                <a:gd name="connsiteY607" fmla="*/ 465772 h 771525"/>
                <a:gd name="connsiteX608" fmla="*/ 84011 w 457200"/>
                <a:gd name="connsiteY608" fmla="*/ 471868 h 771525"/>
                <a:gd name="connsiteX609" fmla="*/ 84201 w 457200"/>
                <a:gd name="connsiteY609" fmla="*/ 472440 h 771525"/>
                <a:gd name="connsiteX610" fmla="*/ 84201 w 457200"/>
                <a:gd name="connsiteY610" fmla="*/ 473297 h 771525"/>
                <a:gd name="connsiteX611" fmla="*/ 84011 w 457200"/>
                <a:gd name="connsiteY611" fmla="*/ 474250 h 771525"/>
                <a:gd name="connsiteX612" fmla="*/ 83534 w 457200"/>
                <a:gd name="connsiteY612" fmla="*/ 476059 h 771525"/>
                <a:gd name="connsiteX613" fmla="*/ 83058 w 457200"/>
                <a:gd name="connsiteY613" fmla="*/ 476821 h 771525"/>
                <a:gd name="connsiteX614" fmla="*/ 82677 w 457200"/>
                <a:gd name="connsiteY614" fmla="*/ 477393 h 771525"/>
                <a:gd name="connsiteX615" fmla="*/ 82201 w 457200"/>
                <a:gd name="connsiteY615" fmla="*/ 477774 h 771525"/>
                <a:gd name="connsiteX616" fmla="*/ 81629 w 457200"/>
                <a:gd name="connsiteY616" fmla="*/ 478441 h 771525"/>
                <a:gd name="connsiteX617" fmla="*/ 81058 w 457200"/>
                <a:gd name="connsiteY617" fmla="*/ 479203 h 771525"/>
                <a:gd name="connsiteX618" fmla="*/ 80581 w 457200"/>
                <a:gd name="connsiteY618" fmla="*/ 480155 h 771525"/>
                <a:gd name="connsiteX619" fmla="*/ 79438 w 457200"/>
                <a:gd name="connsiteY619" fmla="*/ 483680 h 771525"/>
                <a:gd name="connsiteX620" fmla="*/ 79153 w 457200"/>
                <a:gd name="connsiteY620" fmla="*/ 484156 h 771525"/>
                <a:gd name="connsiteX621" fmla="*/ 78867 w 457200"/>
                <a:gd name="connsiteY621" fmla="*/ 484537 h 771525"/>
                <a:gd name="connsiteX622" fmla="*/ 78200 w 457200"/>
                <a:gd name="connsiteY622" fmla="*/ 485203 h 771525"/>
                <a:gd name="connsiteX623" fmla="*/ 77343 w 457200"/>
                <a:gd name="connsiteY623" fmla="*/ 485680 h 771525"/>
                <a:gd name="connsiteX624" fmla="*/ 74676 w 457200"/>
                <a:gd name="connsiteY624" fmla="*/ 487013 h 771525"/>
                <a:gd name="connsiteX625" fmla="*/ 73914 w 457200"/>
                <a:gd name="connsiteY625" fmla="*/ 487680 h 771525"/>
                <a:gd name="connsiteX626" fmla="*/ 73247 w 457200"/>
                <a:gd name="connsiteY626" fmla="*/ 488347 h 771525"/>
                <a:gd name="connsiteX627" fmla="*/ 72390 w 457200"/>
                <a:gd name="connsiteY627" fmla="*/ 489585 h 771525"/>
                <a:gd name="connsiteX628" fmla="*/ 71342 w 457200"/>
                <a:gd name="connsiteY628" fmla="*/ 491871 h 771525"/>
                <a:gd name="connsiteX629" fmla="*/ 70771 w 457200"/>
                <a:gd name="connsiteY629" fmla="*/ 493395 h 771525"/>
                <a:gd name="connsiteX630" fmla="*/ 70580 w 457200"/>
                <a:gd name="connsiteY630" fmla="*/ 493871 h 771525"/>
                <a:gd name="connsiteX631" fmla="*/ 70295 w 457200"/>
                <a:gd name="connsiteY631" fmla="*/ 494252 h 771525"/>
                <a:gd name="connsiteX632" fmla="*/ 69628 w 457200"/>
                <a:gd name="connsiteY632" fmla="*/ 494919 h 771525"/>
                <a:gd name="connsiteX633" fmla="*/ 67913 w 457200"/>
                <a:gd name="connsiteY633" fmla="*/ 495871 h 771525"/>
                <a:gd name="connsiteX634" fmla="*/ 67151 w 457200"/>
                <a:gd name="connsiteY634" fmla="*/ 496538 h 771525"/>
                <a:gd name="connsiteX635" fmla="*/ 66485 w 457200"/>
                <a:gd name="connsiteY635" fmla="*/ 497205 h 771525"/>
                <a:gd name="connsiteX636" fmla="*/ 65913 w 457200"/>
                <a:gd name="connsiteY636" fmla="*/ 497967 h 771525"/>
                <a:gd name="connsiteX637" fmla="*/ 65722 w 457200"/>
                <a:gd name="connsiteY637" fmla="*/ 498443 h 771525"/>
                <a:gd name="connsiteX638" fmla="*/ 65532 w 457200"/>
                <a:gd name="connsiteY638" fmla="*/ 498919 h 771525"/>
                <a:gd name="connsiteX639" fmla="*/ 65722 w 457200"/>
                <a:gd name="connsiteY639" fmla="*/ 499967 h 771525"/>
                <a:gd name="connsiteX640" fmla="*/ 66389 w 457200"/>
                <a:gd name="connsiteY640" fmla="*/ 501301 h 771525"/>
                <a:gd name="connsiteX641" fmla="*/ 68199 w 457200"/>
                <a:gd name="connsiteY641" fmla="*/ 503968 h 771525"/>
                <a:gd name="connsiteX642" fmla="*/ 69056 w 457200"/>
                <a:gd name="connsiteY642" fmla="*/ 504730 h 771525"/>
                <a:gd name="connsiteX643" fmla="*/ 69532 w 457200"/>
                <a:gd name="connsiteY643" fmla="*/ 505015 h 771525"/>
                <a:gd name="connsiteX644" fmla="*/ 76105 w 457200"/>
                <a:gd name="connsiteY644" fmla="*/ 505015 h 771525"/>
                <a:gd name="connsiteX645" fmla="*/ 78200 w 457200"/>
                <a:gd name="connsiteY645" fmla="*/ 504634 h 771525"/>
                <a:gd name="connsiteX646" fmla="*/ 78962 w 457200"/>
                <a:gd name="connsiteY646" fmla="*/ 504634 h 771525"/>
                <a:gd name="connsiteX647" fmla="*/ 79915 w 457200"/>
                <a:gd name="connsiteY647" fmla="*/ 505015 h 771525"/>
                <a:gd name="connsiteX648" fmla="*/ 80963 w 457200"/>
                <a:gd name="connsiteY648" fmla="*/ 505873 h 771525"/>
                <a:gd name="connsiteX649" fmla="*/ 81915 w 457200"/>
                <a:gd name="connsiteY649" fmla="*/ 507016 h 771525"/>
                <a:gd name="connsiteX650" fmla="*/ 82868 w 457200"/>
                <a:gd name="connsiteY650" fmla="*/ 507968 h 771525"/>
                <a:gd name="connsiteX651" fmla="*/ 84011 w 457200"/>
                <a:gd name="connsiteY651" fmla="*/ 508349 h 771525"/>
                <a:gd name="connsiteX652" fmla="*/ 85915 w 457200"/>
                <a:gd name="connsiteY652" fmla="*/ 508635 h 771525"/>
                <a:gd name="connsiteX653" fmla="*/ 87821 w 457200"/>
                <a:gd name="connsiteY653" fmla="*/ 509588 h 771525"/>
                <a:gd name="connsiteX654" fmla="*/ 89249 w 457200"/>
                <a:gd name="connsiteY654" fmla="*/ 511016 h 771525"/>
                <a:gd name="connsiteX655" fmla="*/ 89821 w 457200"/>
                <a:gd name="connsiteY655" fmla="*/ 512635 h 771525"/>
                <a:gd name="connsiteX656" fmla="*/ 90297 w 457200"/>
                <a:gd name="connsiteY656" fmla="*/ 514731 h 771525"/>
                <a:gd name="connsiteX657" fmla="*/ 91440 w 457200"/>
                <a:gd name="connsiteY657" fmla="*/ 516064 h 771525"/>
                <a:gd name="connsiteX658" fmla="*/ 92869 w 457200"/>
                <a:gd name="connsiteY658" fmla="*/ 517112 h 771525"/>
                <a:gd name="connsiteX659" fmla="*/ 93917 w 457200"/>
                <a:gd name="connsiteY659" fmla="*/ 518160 h 771525"/>
                <a:gd name="connsiteX660" fmla="*/ 93821 w 457200"/>
                <a:gd name="connsiteY660" fmla="*/ 518636 h 771525"/>
                <a:gd name="connsiteX661" fmla="*/ 93821 w 457200"/>
                <a:gd name="connsiteY661" fmla="*/ 519493 h 771525"/>
                <a:gd name="connsiteX662" fmla="*/ 95345 w 457200"/>
                <a:gd name="connsiteY662" fmla="*/ 527113 h 771525"/>
                <a:gd name="connsiteX663" fmla="*/ 95250 w 457200"/>
                <a:gd name="connsiteY663" fmla="*/ 528256 h 771525"/>
                <a:gd name="connsiteX664" fmla="*/ 94964 w 457200"/>
                <a:gd name="connsiteY664" fmla="*/ 529304 h 771525"/>
                <a:gd name="connsiteX665" fmla="*/ 94393 w 457200"/>
                <a:gd name="connsiteY665" fmla="*/ 530066 h 771525"/>
                <a:gd name="connsiteX666" fmla="*/ 93536 w 457200"/>
                <a:gd name="connsiteY666" fmla="*/ 530543 h 771525"/>
                <a:gd name="connsiteX667" fmla="*/ 92583 w 457200"/>
                <a:gd name="connsiteY667" fmla="*/ 530733 h 771525"/>
                <a:gd name="connsiteX668" fmla="*/ 89821 w 457200"/>
                <a:gd name="connsiteY668" fmla="*/ 529876 h 771525"/>
                <a:gd name="connsiteX669" fmla="*/ 88202 w 457200"/>
                <a:gd name="connsiteY669" fmla="*/ 529685 h 771525"/>
                <a:gd name="connsiteX670" fmla="*/ 85630 w 457200"/>
                <a:gd name="connsiteY670" fmla="*/ 528447 h 771525"/>
                <a:gd name="connsiteX671" fmla="*/ 84392 w 457200"/>
                <a:gd name="connsiteY671" fmla="*/ 528161 h 771525"/>
                <a:gd name="connsiteX672" fmla="*/ 82677 w 457200"/>
                <a:gd name="connsiteY672" fmla="*/ 528256 h 771525"/>
                <a:gd name="connsiteX673" fmla="*/ 81629 w 457200"/>
                <a:gd name="connsiteY673" fmla="*/ 528447 h 771525"/>
                <a:gd name="connsiteX674" fmla="*/ 79820 w 457200"/>
                <a:gd name="connsiteY674" fmla="*/ 529495 h 771525"/>
                <a:gd name="connsiteX675" fmla="*/ 81153 w 457200"/>
                <a:gd name="connsiteY675" fmla="*/ 530447 h 771525"/>
                <a:gd name="connsiteX676" fmla="*/ 82772 w 457200"/>
                <a:gd name="connsiteY676" fmla="*/ 530733 h 771525"/>
                <a:gd name="connsiteX677" fmla="*/ 83629 w 457200"/>
                <a:gd name="connsiteY677" fmla="*/ 531209 h 771525"/>
                <a:gd name="connsiteX678" fmla="*/ 84296 w 457200"/>
                <a:gd name="connsiteY678" fmla="*/ 531876 h 771525"/>
                <a:gd name="connsiteX679" fmla="*/ 86963 w 457200"/>
                <a:gd name="connsiteY679" fmla="*/ 539782 h 771525"/>
                <a:gd name="connsiteX680" fmla="*/ 87154 w 457200"/>
                <a:gd name="connsiteY680" fmla="*/ 540830 h 771525"/>
                <a:gd name="connsiteX681" fmla="*/ 87059 w 457200"/>
                <a:gd name="connsiteY681" fmla="*/ 541877 h 771525"/>
                <a:gd name="connsiteX682" fmla="*/ 86392 w 457200"/>
                <a:gd name="connsiteY682" fmla="*/ 542925 h 771525"/>
                <a:gd name="connsiteX683" fmla="*/ 85725 w 457200"/>
                <a:gd name="connsiteY683" fmla="*/ 543306 h 771525"/>
                <a:gd name="connsiteX684" fmla="*/ 85058 w 457200"/>
                <a:gd name="connsiteY684" fmla="*/ 543401 h 771525"/>
                <a:gd name="connsiteX685" fmla="*/ 83058 w 457200"/>
                <a:gd name="connsiteY685" fmla="*/ 542925 h 771525"/>
                <a:gd name="connsiteX686" fmla="*/ 82010 w 457200"/>
                <a:gd name="connsiteY686" fmla="*/ 543497 h 771525"/>
                <a:gd name="connsiteX687" fmla="*/ 81153 w 457200"/>
                <a:gd name="connsiteY687" fmla="*/ 544925 h 771525"/>
                <a:gd name="connsiteX688" fmla="*/ 80677 w 457200"/>
                <a:gd name="connsiteY688" fmla="*/ 548259 h 771525"/>
                <a:gd name="connsiteX689" fmla="*/ 79915 w 457200"/>
                <a:gd name="connsiteY689" fmla="*/ 551021 h 771525"/>
                <a:gd name="connsiteX690" fmla="*/ 76486 w 457200"/>
                <a:gd name="connsiteY690" fmla="*/ 557975 h 771525"/>
                <a:gd name="connsiteX691" fmla="*/ 74486 w 457200"/>
                <a:gd name="connsiteY691" fmla="*/ 560642 h 771525"/>
                <a:gd name="connsiteX692" fmla="*/ 74295 w 457200"/>
                <a:gd name="connsiteY692" fmla="*/ 561022 h 771525"/>
                <a:gd name="connsiteX693" fmla="*/ 74200 w 457200"/>
                <a:gd name="connsiteY693" fmla="*/ 561499 h 771525"/>
                <a:gd name="connsiteX694" fmla="*/ 73914 w 457200"/>
                <a:gd name="connsiteY694" fmla="*/ 562261 h 771525"/>
                <a:gd name="connsiteX695" fmla="*/ 73914 w 457200"/>
                <a:gd name="connsiteY695" fmla="*/ 563499 h 771525"/>
                <a:gd name="connsiteX696" fmla="*/ 74009 w 457200"/>
                <a:gd name="connsiteY696" fmla="*/ 564832 h 771525"/>
                <a:gd name="connsiteX697" fmla="*/ 74867 w 457200"/>
                <a:gd name="connsiteY697" fmla="*/ 566452 h 771525"/>
                <a:gd name="connsiteX698" fmla="*/ 75819 w 457200"/>
                <a:gd name="connsiteY698" fmla="*/ 567118 h 771525"/>
                <a:gd name="connsiteX699" fmla="*/ 76676 w 457200"/>
                <a:gd name="connsiteY699" fmla="*/ 567309 h 771525"/>
                <a:gd name="connsiteX700" fmla="*/ 77629 w 457200"/>
                <a:gd name="connsiteY700" fmla="*/ 567404 h 771525"/>
                <a:gd name="connsiteX701" fmla="*/ 78105 w 457200"/>
                <a:gd name="connsiteY701" fmla="*/ 567595 h 771525"/>
                <a:gd name="connsiteX702" fmla="*/ 78486 w 457200"/>
                <a:gd name="connsiteY702" fmla="*/ 567785 h 771525"/>
                <a:gd name="connsiteX703" fmla="*/ 78962 w 457200"/>
                <a:gd name="connsiteY703" fmla="*/ 568261 h 771525"/>
                <a:gd name="connsiteX704" fmla="*/ 79343 w 457200"/>
                <a:gd name="connsiteY704" fmla="*/ 568928 h 771525"/>
                <a:gd name="connsiteX705" fmla="*/ 79248 w 457200"/>
                <a:gd name="connsiteY705" fmla="*/ 570071 h 771525"/>
                <a:gd name="connsiteX706" fmla="*/ 78677 w 457200"/>
                <a:gd name="connsiteY706" fmla="*/ 570738 h 771525"/>
                <a:gd name="connsiteX707" fmla="*/ 77248 w 457200"/>
                <a:gd name="connsiteY707" fmla="*/ 571595 h 771525"/>
                <a:gd name="connsiteX708" fmla="*/ 76771 w 457200"/>
                <a:gd name="connsiteY708" fmla="*/ 571976 h 771525"/>
                <a:gd name="connsiteX709" fmla="*/ 76486 w 457200"/>
                <a:gd name="connsiteY709" fmla="*/ 572834 h 771525"/>
                <a:gd name="connsiteX710" fmla="*/ 76486 w 457200"/>
                <a:gd name="connsiteY710" fmla="*/ 573976 h 771525"/>
                <a:gd name="connsiteX711" fmla="*/ 77153 w 457200"/>
                <a:gd name="connsiteY711" fmla="*/ 575786 h 771525"/>
                <a:gd name="connsiteX712" fmla="*/ 77343 w 457200"/>
                <a:gd name="connsiteY712" fmla="*/ 577596 h 771525"/>
                <a:gd name="connsiteX713" fmla="*/ 77343 w 457200"/>
                <a:gd name="connsiteY713" fmla="*/ 579025 h 771525"/>
                <a:gd name="connsiteX714" fmla="*/ 77248 w 457200"/>
                <a:gd name="connsiteY714" fmla="*/ 580263 h 771525"/>
                <a:gd name="connsiteX715" fmla="*/ 77438 w 457200"/>
                <a:gd name="connsiteY715" fmla="*/ 581501 h 771525"/>
                <a:gd name="connsiteX716" fmla="*/ 77819 w 457200"/>
                <a:gd name="connsiteY716" fmla="*/ 582644 h 771525"/>
                <a:gd name="connsiteX717" fmla="*/ 78581 w 457200"/>
                <a:gd name="connsiteY717" fmla="*/ 583787 h 771525"/>
                <a:gd name="connsiteX718" fmla="*/ 79343 w 457200"/>
                <a:gd name="connsiteY718" fmla="*/ 584454 h 771525"/>
                <a:gd name="connsiteX719" fmla="*/ 80581 w 457200"/>
                <a:gd name="connsiteY719" fmla="*/ 585121 h 771525"/>
                <a:gd name="connsiteX720" fmla="*/ 82010 w 457200"/>
                <a:gd name="connsiteY720" fmla="*/ 586168 h 771525"/>
                <a:gd name="connsiteX721" fmla="*/ 83344 w 457200"/>
                <a:gd name="connsiteY721" fmla="*/ 587597 h 771525"/>
                <a:gd name="connsiteX722" fmla="*/ 83820 w 457200"/>
                <a:gd name="connsiteY722" fmla="*/ 588359 h 771525"/>
                <a:gd name="connsiteX723" fmla="*/ 84296 w 457200"/>
                <a:gd name="connsiteY723" fmla="*/ 589217 h 771525"/>
                <a:gd name="connsiteX724" fmla="*/ 84677 w 457200"/>
                <a:gd name="connsiteY724" fmla="*/ 590169 h 771525"/>
                <a:gd name="connsiteX725" fmla="*/ 84963 w 457200"/>
                <a:gd name="connsiteY725" fmla="*/ 591122 h 771525"/>
                <a:gd name="connsiteX726" fmla="*/ 84963 w 457200"/>
                <a:gd name="connsiteY726" fmla="*/ 592455 h 771525"/>
                <a:gd name="connsiteX727" fmla="*/ 84868 w 457200"/>
                <a:gd name="connsiteY727" fmla="*/ 593503 h 771525"/>
                <a:gd name="connsiteX728" fmla="*/ 83534 w 457200"/>
                <a:gd name="connsiteY728" fmla="*/ 596932 h 771525"/>
                <a:gd name="connsiteX729" fmla="*/ 79724 w 457200"/>
                <a:gd name="connsiteY729" fmla="*/ 598837 h 771525"/>
                <a:gd name="connsiteX730" fmla="*/ 77819 w 457200"/>
                <a:gd name="connsiteY730" fmla="*/ 598360 h 771525"/>
                <a:gd name="connsiteX731" fmla="*/ 76390 w 457200"/>
                <a:gd name="connsiteY731" fmla="*/ 597027 h 771525"/>
                <a:gd name="connsiteX732" fmla="*/ 75914 w 457200"/>
                <a:gd name="connsiteY732" fmla="*/ 596265 h 771525"/>
                <a:gd name="connsiteX733" fmla="*/ 75247 w 457200"/>
                <a:gd name="connsiteY733" fmla="*/ 594265 h 771525"/>
                <a:gd name="connsiteX734" fmla="*/ 74867 w 457200"/>
                <a:gd name="connsiteY734" fmla="*/ 593407 h 771525"/>
                <a:gd name="connsiteX735" fmla="*/ 74295 w 457200"/>
                <a:gd name="connsiteY735" fmla="*/ 592646 h 771525"/>
                <a:gd name="connsiteX736" fmla="*/ 73533 w 457200"/>
                <a:gd name="connsiteY736" fmla="*/ 592074 h 771525"/>
                <a:gd name="connsiteX737" fmla="*/ 72580 w 457200"/>
                <a:gd name="connsiteY737" fmla="*/ 591788 h 771525"/>
                <a:gd name="connsiteX738" fmla="*/ 71533 w 457200"/>
                <a:gd name="connsiteY738" fmla="*/ 591598 h 771525"/>
                <a:gd name="connsiteX739" fmla="*/ 70485 w 457200"/>
                <a:gd name="connsiteY739" fmla="*/ 591788 h 771525"/>
                <a:gd name="connsiteX740" fmla="*/ 67628 w 457200"/>
                <a:gd name="connsiteY740" fmla="*/ 592741 h 771525"/>
                <a:gd name="connsiteX741" fmla="*/ 66580 w 457200"/>
                <a:gd name="connsiteY741" fmla="*/ 592836 h 771525"/>
                <a:gd name="connsiteX742" fmla="*/ 65532 w 457200"/>
                <a:gd name="connsiteY742" fmla="*/ 592550 h 771525"/>
                <a:gd name="connsiteX743" fmla="*/ 64675 w 457200"/>
                <a:gd name="connsiteY743" fmla="*/ 592264 h 771525"/>
                <a:gd name="connsiteX744" fmla="*/ 63437 w 457200"/>
                <a:gd name="connsiteY744" fmla="*/ 592264 h 771525"/>
                <a:gd name="connsiteX745" fmla="*/ 62008 w 457200"/>
                <a:gd name="connsiteY745" fmla="*/ 592836 h 771525"/>
                <a:gd name="connsiteX746" fmla="*/ 59722 w 457200"/>
                <a:gd name="connsiteY746" fmla="*/ 594360 h 771525"/>
                <a:gd name="connsiteX747" fmla="*/ 53721 w 457200"/>
                <a:gd name="connsiteY747" fmla="*/ 597027 h 771525"/>
                <a:gd name="connsiteX748" fmla="*/ 52578 w 457200"/>
                <a:gd name="connsiteY748" fmla="*/ 596932 h 771525"/>
                <a:gd name="connsiteX749" fmla="*/ 51435 w 457200"/>
                <a:gd name="connsiteY749" fmla="*/ 596741 h 771525"/>
                <a:gd name="connsiteX750" fmla="*/ 49625 w 457200"/>
                <a:gd name="connsiteY750" fmla="*/ 595884 h 771525"/>
                <a:gd name="connsiteX751" fmla="*/ 49054 w 457200"/>
                <a:gd name="connsiteY751" fmla="*/ 595313 h 771525"/>
                <a:gd name="connsiteX752" fmla="*/ 48673 w 457200"/>
                <a:gd name="connsiteY752" fmla="*/ 594646 h 771525"/>
                <a:gd name="connsiteX753" fmla="*/ 48101 w 457200"/>
                <a:gd name="connsiteY753" fmla="*/ 593312 h 771525"/>
                <a:gd name="connsiteX754" fmla="*/ 47625 w 457200"/>
                <a:gd name="connsiteY754" fmla="*/ 592550 h 771525"/>
                <a:gd name="connsiteX755" fmla="*/ 46958 w 457200"/>
                <a:gd name="connsiteY755" fmla="*/ 591979 h 771525"/>
                <a:gd name="connsiteX756" fmla="*/ 46006 w 457200"/>
                <a:gd name="connsiteY756" fmla="*/ 591788 h 771525"/>
                <a:gd name="connsiteX757" fmla="*/ 40577 w 457200"/>
                <a:gd name="connsiteY757" fmla="*/ 591979 h 771525"/>
                <a:gd name="connsiteX758" fmla="*/ 40100 w 457200"/>
                <a:gd name="connsiteY758" fmla="*/ 592074 h 771525"/>
                <a:gd name="connsiteX759" fmla="*/ 39529 w 457200"/>
                <a:gd name="connsiteY759" fmla="*/ 592360 h 771525"/>
                <a:gd name="connsiteX760" fmla="*/ 39338 w 457200"/>
                <a:gd name="connsiteY760" fmla="*/ 593217 h 771525"/>
                <a:gd name="connsiteX761" fmla="*/ 39148 w 457200"/>
                <a:gd name="connsiteY761" fmla="*/ 594265 h 771525"/>
                <a:gd name="connsiteX762" fmla="*/ 38862 w 457200"/>
                <a:gd name="connsiteY762" fmla="*/ 595313 h 771525"/>
                <a:gd name="connsiteX763" fmla="*/ 38195 w 457200"/>
                <a:gd name="connsiteY763" fmla="*/ 596360 h 771525"/>
                <a:gd name="connsiteX764" fmla="*/ 37243 w 457200"/>
                <a:gd name="connsiteY764" fmla="*/ 597313 h 771525"/>
                <a:gd name="connsiteX765" fmla="*/ 36290 w 457200"/>
                <a:gd name="connsiteY765" fmla="*/ 597884 h 771525"/>
                <a:gd name="connsiteX766" fmla="*/ 34195 w 457200"/>
                <a:gd name="connsiteY766" fmla="*/ 598646 h 771525"/>
                <a:gd name="connsiteX767" fmla="*/ 32480 w 457200"/>
                <a:gd name="connsiteY767" fmla="*/ 599503 h 771525"/>
                <a:gd name="connsiteX768" fmla="*/ 30099 w 457200"/>
                <a:gd name="connsiteY768" fmla="*/ 601218 h 771525"/>
                <a:gd name="connsiteX769" fmla="*/ 29242 w 457200"/>
                <a:gd name="connsiteY769" fmla="*/ 601694 h 771525"/>
                <a:gd name="connsiteX770" fmla="*/ 28289 w 457200"/>
                <a:gd name="connsiteY770" fmla="*/ 601980 h 771525"/>
                <a:gd name="connsiteX771" fmla="*/ 27432 w 457200"/>
                <a:gd name="connsiteY771" fmla="*/ 602456 h 771525"/>
                <a:gd name="connsiteX772" fmla="*/ 26765 w 457200"/>
                <a:gd name="connsiteY772" fmla="*/ 603218 h 771525"/>
                <a:gd name="connsiteX773" fmla="*/ 24955 w 457200"/>
                <a:gd name="connsiteY773" fmla="*/ 609409 h 771525"/>
                <a:gd name="connsiteX774" fmla="*/ 24194 w 457200"/>
                <a:gd name="connsiteY774" fmla="*/ 610838 h 771525"/>
                <a:gd name="connsiteX775" fmla="*/ 22955 w 457200"/>
                <a:gd name="connsiteY775" fmla="*/ 611886 h 771525"/>
                <a:gd name="connsiteX776" fmla="*/ 21622 w 457200"/>
                <a:gd name="connsiteY776" fmla="*/ 612172 h 771525"/>
                <a:gd name="connsiteX777" fmla="*/ 19336 w 457200"/>
                <a:gd name="connsiteY777" fmla="*/ 612172 h 771525"/>
                <a:gd name="connsiteX778" fmla="*/ 18764 w 457200"/>
                <a:gd name="connsiteY778" fmla="*/ 612362 h 771525"/>
                <a:gd name="connsiteX779" fmla="*/ 18002 w 457200"/>
                <a:gd name="connsiteY779" fmla="*/ 612838 h 771525"/>
                <a:gd name="connsiteX780" fmla="*/ 17621 w 457200"/>
                <a:gd name="connsiteY780" fmla="*/ 613601 h 771525"/>
                <a:gd name="connsiteX781" fmla="*/ 17336 w 457200"/>
                <a:gd name="connsiteY781" fmla="*/ 614934 h 771525"/>
                <a:gd name="connsiteX782" fmla="*/ 17336 w 457200"/>
                <a:gd name="connsiteY782" fmla="*/ 615696 h 771525"/>
                <a:gd name="connsiteX783" fmla="*/ 17336 w 457200"/>
                <a:gd name="connsiteY783" fmla="*/ 616934 h 771525"/>
                <a:gd name="connsiteX784" fmla="*/ 17526 w 457200"/>
                <a:gd name="connsiteY784" fmla="*/ 618077 h 771525"/>
                <a:gd name="connsiteX785" fmla="*/ 17717 w 457200"/>
                <a:gd name="connsiteY785" fmla="*/ 618458 h 771525"/>
                <a:gd name="connsiteX786" fmla="*/ 17812 w 457200"/>
                <a:gd name="connsiteY786" fmla="*/ 619030 h 771525"/>
                <a:gd name="connsiteX787" fmla="*/ 18002 w 457200"/>
                <a:gd name="connsiteY787" fmla="*/ 619601 h 771525"/>
                <a:gd name="connsiteX788" fmla="*/ 18383 w 457200"/>
                <a:gd name="connsiteY788" fmla="*/ 620554 h 771525"/>
                <a:gd name="connsiteX789" fmla="*/ 18955 w 457200"/>
                <a:gd name="connsiteY789" fmla="*/ 621601 h 771525"/>
                <a:gd name="connsiteX790" fmla="*/ 19907 w 457200"/>
                <a:gd name="connsiteY790" fmla="*/ 622554 h 771525"/>
                <a:gd name="connsiteX791" fmla="*/ 27622 w 457200"/>
                <a:gd name="connsiteY791" fmla="*/ 627412 h 771525"/>
                <a:gd name="connsiteX792" fmla="*/ 28765 w 457200"/>
                <a:gd name="connsiteY792" fmla="*/ 627697 h 771525"/>
                <a:gd name="connsiteX793" fmla="*/ 31147 w 457200"/>
                <a:gd name="connsiteY793" fmla="*/ 627697 h 771525"/>
                <a:gd name="connsiteX794" fmla="*/ 32195 w 457200"/>
                <a:gd name="connsiteY794" fmla="*/ 627888 h 771525"/>
                <a:gd name="connsiteX795" fmla="*/ 33147 w 457200"/>
                <a:gd name="connsiteY795" fmla="*/ 628364 h 771525"/>
                <a:gd name="connsiteX796" fmla="*/ 33719 w 457200"/>
                <a:gd name="connsiteY796" fmla="*/ 628745 h 771525"/>
                <a:gd name="connsiteX797" fmla="*/ 34099 w 457200"/>
                <a:gd name="connsiteY797" fmla="*/ 629222 h 771525"/>
                <a:gd name="connsiteX798" fmla="*/ 34195 w 457200"/>
                <a:gd name="connsiteY798" fmla="*/ 629793 h 771525"/>
                <a:gd name="connsiteX799" fmla="*/ 34004 w 457200"/>
                <a:gd name="connsiteY799" fmla="*/ 630460 h 771525"/>
                <a:gd name="connsiteX800" fmla="*/ 32385 w 457200"/>
                <a:gd name="connsiteY800" fmla="*/ 633413 h 771525"/>
                <a:gd name="connsiteX801" fmla="*/ 32195 w 457200"/>
                <a:gd name="connsiteY801" fmla="*/ 634270 h 771525"/>
                <a:gd name="connsiteX802" fmla="*/ 31909 w 457200"/>
                <a:gd name="connsiteY802" fmla="*/ 635413 h 771525"/>
                <a:gd name="connsiteX803" fmla="*/ 31909 w 457200"/>
                <a:gd name="connsiteY803" fmla="*/ 636365 h 771525"/>
                <a:gd name="connsiteX804" fmla="*/ 32956 w 457200"/>
                <a:gd name="connsiteY804" fmla="*/ 645033 h 771525"/>
                <a:gd name="connsiteX805" fmla="*/ 32956 w 457200"/>
                <a:gd name="connsiteY805" fmla="*/ 647509 h 771525"/>
                <a:gd name="connsiteX806" fmla="*/ 32766 w 457200"/>
                <a:gd name="connsiteY806" fmla="*/ 648367 h 771525"/>
                <a:gd name="connsiteX807" fmla="*/ 32576 w 457200"/>
                <a:gd name="connsiteY807" fmla="*/ 649129 h 771525"/>
                <a:gd name="connsiteX808" fmla="*/ 32004 w 457200"/>
                <a:gd name="connsiteY808" fmla="*/ 650462 h 771525"/>
                <a:gd name="connsiteX809" fmla="*/ 31718 w 457200"/>
                <a:gd name="connsiteY809" fmla="*/ 651415 h 771525"/>
                <a:gd name="connsiteX810" fmla="*/ 31432 w 457200"/>
                <a:gd name="connsiteY810" fmla="*/ 651891 h 771525"/>
                <a:gd name="connsiteX811" fmla="*/ 31052 w 457200"/>
                <a:gd name="connsiteY811" fmla="*/ 652653 h 771525"/>
                <a:gd name="connsiteX812" fmla="*/ 30480 w 457200"/>
                <a:gd name="connsiteY812" fmla="*/ 653320 h 771525"/>
                <a:gd name="connsiteX813" fmla="*/ 29718 w 457200"/>
                <a:gd name="connsiteY813" fmla="*/ 653796 h 771525"/>
                <a:gd name="connsiteX814" fmla="*/ 28861 w 457200"/>
                <a:gd name="connsiteY814" fmla="*/ 653986 h 771525"/>
                <a:gd name="connsiteX815" fmla="*/ 27813 w 457200"/>
                <a:gd name="connsiteY815" fmla="*/ 653796 h 771525"/>
                <a:gd name="connsiteX816" fmla="*/ 25908 w 457200"/>
                <a:gd name="connsiteY816" fmla="*/ 653891 h 771525"/>
                <a:gd name="connsiteX817" fmla="*/ 24194 w 457200"/>
                <a:gd name="connsiteY817" fmla="*/ 654558 h 771525"/>
                <a:gd name="connsiteX818" fmla="*/ 22670 w 457200"/>
                <a:gd name="connsiteY818" fmla="*/ 655510 h 771525"/>
                <a:gd name="connsiteX819" fmla="*/ 19907 w 457200"/>
                <a:gd name="connsiteY819" fmla="*/ 658368 h 771525"/>
                <a:gd name="connsiteX820" fmla="*/ 18860 w 457200"/>
                <a:gd name="connsiteY820" fmla="*/ 659321 h 771525"/>
                <a:gd name="connsiteX821" fmla="*/ 16002 w 457200"/>
                <a:gd name="connsiteY821" fmla="*/ 660559 h 771525"/>
                <a:gd name="connsiteX822" fmla="*/ 13526 w 457200"/>
                <a:gd name="connsiteY822" fmla="*/ 661226 h 771525"/>
                <a:gd name="connsiteX823" fmla="*/ 11335 w 457200"/>
                <a:gd name="connsiteY823" fmla="*/ 661416 h 771525"/>
                <a:gd name="connsiteX824" fmla="*/ 0 w 457200"/>
                <a:gd name="connsiteY824" fmla="*/ 659321 h 771525"/>
                <a:gd name="connsiteX825" fmla="*/ 1810 w 457200"/>
                <a:gd name="connsiteY825" fmla="*/ 664273 h 771525"/>
                <a:gd name="connsiteX826" fmla="*/ 4286 w 457200"/>
                <a:gd name="connsiteY826" fmla="*/ 668941 h 771525"/>
                <a:gd name="connsiteX827" fmla="*/ 5048 w 457200"/>
                <a:gd name="connsiteY827" fmla="*/ 672275 h 771525"/>
                <a:gd name="connsiteX828" fmla="*/ 5239 w 457200"/>
                <a:gd name="connsiteY828" fmla="*/ 674084 h 771525"/>
                <a:gd name="connsiteX829" fmla="*/ 5620 w 457200"/>
                <a:gd name="connsiteY829" fmla="*/ 676084 h 771525"/>
                <a:gd name="connsiteX830" fmla="*/ 6191 w 457200"/>
                <a:gd name="connsiteY830" fmla="*/ 677323 h 771525"/>
                <a:gd name="connsiteX831" fmla="*/ 7144 w 457200"/>
                <a:gd name="connsiteY831" fmla="*/ 678180 h 771525"/>
                <a:gd name="connsiteX832" fmla="*/ 8096 w 457200"/>
                <a:gd name="connsiteY832" fmla="*/ 678561 h 771525"/>
                <a:gd name="connsiteX833" fmla="*/ 9239 w 457200"/>
                <a:gd name="connsiteY833" fmla="*/ 678656 h 771525"/>
                <a:gd name="connsiteX834" fmla="*/ 10096 w 457200"/>
                <a:gd name="connsiteY834" fmla="*/ 678561 h 771525"/>
                <a:gd name="connsiteX835" fmla="*/ 10763 w 457200"/>
                <a:gd name="connsiteY835" fmla="*/ 678275 h 771525"/>
                <a:gd name="connsiteX836" fmla="*/ 16478 w 457200"/>
                <a:gd name="connsiteY836" fmla="*/ 674084 h 771525"/>
                <a:gd name="connsiteX837" fmla="*/ 18097 w 457200"/>
                <a:gd name="connsiteY837" fmla="*/ 673322 h 771525"/>
                <a:gd name="connsiteX838" fmla="*/ 19431 w 457200"/>
                <a:gd name="connsiteY838" fmla="*/ 673036 h 771525"/>
                <a:gd name="connsiteX839" fmla="*/ 20669 w 457200"/>
                <a:gd name="connsiteY839" fmla="*/ 673132 h 771525"/>
                <a:gd name="connsiteX840" fmla="*/ 22670 w 457200"/>
                <a:gd name="connsiteY840" fmla="*/ 673703 h 771525"/>
                <a:gd name="connsiteX841" fmla="*/ 23813 w 457200"/>
                <a:gd name="connsiteY841" fmla="*/ 673894 h 771525"/>
                <a:gd name="connsiteX842" fmla="*/ 24574 w 457200"/>
                <a:gd name="connsiteY842" fmla="*/ 673703 h 771525"/>
                <a:gd name="connsiteX843" fmla="*/ 25241 w 457200"/>
                <a:gd name="connsiteY843" fmla="*/ 673036 h 771525"/>
                <a:gd name="connsiteX844" fmla="*/ 26098 w 457200"/>
                <a:gd name="connsiteY844" fmla="*/ 670941 h 771525"/>
                <a:gd name="connsiteX845" fmla="*/ 26479 w 457200"/>
                <a:gd name="connsiteY845" fmla="*/ 669703 h 771525"/>
                <a:gd name="connsiteX846" fmla="*/ 26956 w 457200"/>
                <a:gd name="connsiteY846" fmla="*/ 668655 h 771525"/>
                <a:gd name="connsiteX847" fmla="*/ 27622 w 457200"/>
                <a:gd name="connsiteY847" fmla="*/ 667607 h 771525"/>
                <a:gd name="connsiteX848" fmla="*/ 28385 w 457200"/>
                <a:gd name="connsiteY848" fmla="*/ 666750 h 771525"/>
                <a:gd name="connsiteX849" fmla="*/ 30194 w 457200"/>
                <a:gd name="connsiteY849" fmla="*/ 665226 h 771525"/>
                <a:gd name="connsiteX850" fmla="*/ 32004 w 457200"/>
                <a:gd name="connsiteY850" fmla="*/ 664655 h 771525"/>
                <a:gd name="connsiteX851" fmla="*/ 36957 w 457200"/>
                <a:gd name="connsiteY851" fmla="*/ 664369 h 771525"/>
                <a:gd name="connsiteX852" fmla="*/ 38100 w 457200"/>
                <a:gd name="connsiteY852" fmla="*/ 664178 h 771525"/>
                <a:gd name="connsiteX853" fmla="*/ 41053 w 457200"/>
                <a:gd name="connsiteY853" fmla="*/ 663130 h 771525"/>
                <a:gd name="connsiteX854" fmla="*/ 43244 w 457200"/>
                <a:gd name="connsiteY854" fmla="*/ 662654 h 771525"/>
                <a:gd name="connsiteX855" fmla="*/ 46672 w 457200"/>
                <a:gd name="connsiteY855" fmla="*/ 662559 h 771525"/>
                <a:gd name="connsiteX856" fmla="*/ 47720 w 457200"/>
                <a:gd name="connsiteY856" fmla="*/ 663035 h 771525"/>
                <a:gd name="connsiteX857" fmla="*/ 48292 w 457200"/>
                <a:gd name="connsiteY857" fmla="*/ 663797 h 771525"/>
                <a:gd name="connsiteX858" fmla="*/ 48292 w 457200"/>
                <a:gd name="connsiteY858" fmla="*/ 664940 h 771525"/>
                <a:gd name="connsiteX859" fmla="*/ 48101 w 457200"/>
                <a:gd name="connsiteY859" fmla="*/ 665988 h 771525"/>
                <a:gd name="connsiteX860" fmla="*/ 47720 w 457200"/>
                <a:gd name="connsiteY860" fmla="*/ 666940 h 771525"/>
                <a:gd name="connsiteX861" fmla="*/ 45815 w 457200"/>
                <a:gd name="connsiteY861" fmla="*/ 670274 h 771525"/>
                <a:gd name="connsiteX862" fmla="*/ 44958 w 457200"/>
                <a:gd name="connsiteY862" fmla="*/ 672179 h 771525"/>
                <a:gd name="connsiteX863" fmla="*/ 44672 w 457200"/>
                <a:gd name="connsiteY863" fmla="*/ 673227 h 771525"/>
                <a:gd name="connsiteX864" fmla="*/ 44482 w 457200"/>
                <a:gd name="connsiteY864" fmla="*/ 674370 h 771525"/>
                <a:gd name="connsiteX865" fmla="*/ 44387 w 457200"/>
                <a:gd name="connsiteY865" fmla="*/ 675608 h 771525"/>
                <a:gd name="connsiteX866" fmla="*/ 44482 w 457200"/>
                <a:gd name="connsiteY866" fmla="*/ 676751 h 771525"/>
                <a:gd name="connsiteX867" fmla="*/ 44672 w 457200"/>
                <a:gd name="connsiteY867" fmla="*/ 677609 h 771525"/>
                <a:gd name="connsiteX868" fmla="*/ 44863 w 457200"/>
                <a:gd name="connsiteY868" fmla="*/ 678371 h 771525"/>
                <a:gd name="connsiteX869" fmla="*/ 45148 w 457200"/>
                <a:gd name="connsiteY869" fmla="*/ 678942 h 771525"/>
                <a:gd name="connsiteX870" fmla="*/ 45529 w 457200"/>
                <a:gd name="connsiteY870" fmla="*/ 679704 h 771525"/>
                <a:gd name="connsiteX871" fmla="*/ 46672 w 457200"/>
                <a:gd name="connsiteY871" fmla="*/ 681133 h 771525"/>
                <a:gd name="connsiteX872" fmla="*/ 49339 w 457200"/>
                <a:gd name="connsiteY872" fmla="*/ 683800 h 771525"/>
                <a:gd name="connsiteX873" fmla="*/ 55436 w 457200"/>
                <a:gd name="connsiteY873" fmla="*/ 687896 h 771525"/>
                <a:gd name="connsiteX874" fmla="*/ 57055 w 457200"/>
                <a:gd name="connsiteY874" fmla="*/ 688657 h 771525"/>
                <a:gd name="connsiteX875" fmla="*/ 58388 w 457200"/>
                <a:gd name="connsiteY875" fmla="*/ 689134 h 771525"/>
                <a:gd name="connsiteX876" fmla="*/ 60484 w 457200"/>
                <a:gd name="connsiteY876" fmla="*/ 689229 h 771525"/>
                <a:gd name="connsiteX877" fmla="*/ 61531 w 457200"/>
                <a:gd name="connsiteY877" fmla="*/ 689038 h 771525"/>
                <a:gd name="connsiteX878" fmla="*/ 62674 w 457200"/>
                <a:gd name="connsiteY878" fmla="*/ 688848 h 771525"/>
                <a:gd name="connsiteX879" fmla="*/ 64484 w 457200"/>
                <a:gd name="connsiteY879" fmla="*/ 687991 h 771525"/>
                <a:gd name="connsiteX880" fmla="*/ 69247 w 457200"/>
                <a:gd name="connsiteY880" fmla="*/ 684752 h 771525"/>
                <a:gd name="connsiteX881" fmla="*/ 70104 w 457200"/>
                <a:gd name="connsiteY881" fmla="*/ 684371 h 771525"/>
                <a:gd name="connsiteX882" fmla="*/ 71247 w 457200"/>
                <a:gd name="connsiteY882" fmla="*/ 684181 h 771525"/>
                <a:gd name="connsiteX883" fmla="*/ 74771 w 457200"/>
                <a:gd name="connsiteY883" fmla="*/ 684181 h 771525"/>
                <a:gd name="connsiteX884" fmla="*/ 75819 w 457200"/>
                <a:gd name="connsiteY884" fmla="*/ 683990 h 771525"/>
                <a:gd name="connsiteX885" fmla="*/ 81534 w 457200"/>
                <a:gd name="connsiteY885" fmla="*/ 681800 h 771525"/>
                <a:gd name="connsiteX886" fmla="*/ 82582 w 457200"/>
                <a:gd name="connsiteY886" fmla="*/ 681609 h 771525"/>
                <a:gd name="connsiteX887" fmla="*/ 88392 w 457200"/>
                <a:gd name="connsiteY887" fmla="*/ 681228 h 771525"/>
                <a:gd name="connsiteX888" fmla="*/ 90106 w 457200"/>
                <a:gd name="connsiteY888" fmla="*/ 680847 h 771525"/>
                <a:gd name="connsiteX889" fmla="*/ 92964 w 457200"/>
                <a:gd name="connsiteY889" fmla="*/ 679037 h 771525"/>
                <a:gd name="connsiteX890" fmla="*/ 97060 w 457200"/>
                <a:gd name="connsiteY890" fmla="*/ 675322 h 771525"/>
                <a:gd name="connsiteX891" fmla="*/ 97917 w 457200"/>
                <a:gd name="connsiteY891" fmla="*/ 675037 h 771525"/>
                <a:gd name="connsiteX892" fmla="*/ 99060 w 457200"/>
                <a:gd name="connsiteY892" fmla="*/ 674846 h 771525"/>
                <a:gd name="connsiteX893" fmla="*/ 100584 w 457200"/>
                <a:gd name="connsiteY893" fmla="*/ 675132 h 771525"/>
                <a:gd name="connsiteX894" fmla="*/ 105156 w 457200"/>
                <a:gd name="connsiteY894" fmla="*/ 676942 h 771525"/>
                <a:gd name="connsiteX895" fmla="*/ 107537 w 457200"/>
                <a:gd name="connsiteY895" fmla="*/ 677323 h 771525"/>
                <a:gd name="connsiteX896" fmla="*/ 110299 w 457200"/>
                <a:gd name="connsiteY896" fmla="*/ 677227 h 771525"/>
                <a:gd name="connsiteX897" fmla="*/ 114776 w 457200"/>
                <a:gd name="connsiteY897" fmla="*/ 677704 h 771525"/>
                <a:gd name="connsiteX898" fmla="*/ 120872 w 457200"/>
                <a:gd name="connsiteY898" fmla="*/ 677132 h 771525"/>
                <a:gd name="connsiteX899" fmla="*/ 123158 w 457200"/>
                <a:gd name="connsiteY899" fmla="*/ 677227 h 771525"/>
                <a:gd name="connsiteX900" fmla="*/ 124301 w 457200"/>
                <a:gd name="connsiteY900" fmla="*/ 677609 h 771525"/>
                <a:gd name="connsiteX901" fmla="*/ 125254 w 457200"/>
                <a:gd name="connsiteY901" fmla="*/ 678180 h 771525"/>
                <a:gd name="connsiteX902" fmla="*/ 126778 w 457200"/>
                <a:gd name="connsiteY902" fmla="*/ 680180 h 771525"/>
                <a:gd name="connsiteX903" fmla="*/ 127730 w 457200"/>
                <a:gd name="connsiteY903" fmla="*/ 681800 h 771525"/>
                <a:gd name="connsiteX904" fmla="*/ 127826 w 457200"/>
                <a:gd name="connsiteY904" fmla="*/ 682943 h 771525"/>
                <a:gd name="connsiteX905" fmla="*/ 127445 w 457200"/>
                <a:gd name="connsiteY905" fmla="*/ 688848 h 771525"/>
                <a:gd name="connsiteX906" fmla="*/ 127254 w 457200"/>
                <a:gd name="connsiteY906" fmla="*/ 689896 h 771525"/>
                <a:gd name="connsiteX907" fmla="*/ 125730 w 457200"/>
                <a:gd name="connsiteY907" fmla="*/ 693706 h 771525"/>
                <a:gd name="connsiteX908" fmla="*/ 125539 w 457200"/>
                <a:gd name="connsiteY908" fmla="*/ 694753 h 771525"/>
                <a:gd name="connsiteX909" fmla="*/ 125635 w 457200"/>
                <a:gd name="connsiteY909" fmla="*/ 695706 h 771525"/>
                <a:gd name="connsiteX910" fmla="*/ 126397 w 457200"/>
                <a:gd name="connsiteY910" fmla="*/ 696563 h 771525"/>
                <a:gd name="connsiteX911" fmla="*/ 127730 w 457200"/>
                <a:gd name="connsiteY911" fmla="*/ 697421 h 771525"/>
                <a:gd name="connsiteX912" fmla="*/ 131826 w 457200"/>
                <a:gd name="connsiteY912" fmla="*/ 699326 h 771525"/>
                <a:gd name="connsiteX913" fmla="*/ 136207 w 457200"/>
                <a:gd name="connsiteY913" fmla="*/ 702278 h 771525"/>
                <a:gd name="connsiteX914" fmla="*/ 137351 w 457200"/>
                <a:gd name="connsiteY914" fmla="*/ 702850 h 771525"/>
                <a:gd name="connsiteX915" fmla="*/ 138684 w 457200"/>
                <a:gd name="connsiteY915" fmla="*/ 703135 h 771525"/>
                <a:gd name="connsiteX916" fmla="*/ 140494 w 457200"/>
                <a:gd name="connsiteY916" fmla="*/ 703040 h 771525"/>
                <a:gd name="connsiteX917" fmla="*/ 141732 w 457200"/>
                <a:gd name="connsiteY917" fmla="*/ 702755 h 771525"/>
                <a:gd name="connsiteX918" fmla="*/ 142780 w 457200"/>
                <a:gd name="connsiteY918" fmla="*/ 702278 h 771525"/>
                <a:gd name="connsiteX919" fmla="*/ 144209 w 457200"/>
                <a:gd name="connsiteY919" fmla="*/ 701040 h 771525"/>
                <a:gd name="connsiteX920" fmla="*/ 144875 w 457200"/>
                <a:gd name="connsiteY920" fmla="*/ 700373 h 771525"/>
                <a:gd name="connsiteX921" fmla="*/ 147828 w 457200"/>
                <a:gd name="connsiteY921" fmla="*/ 697801 h 771525"/>
                <a:gd name="connsiteX922" fmla="*/ 148399 w 457200"/>
                <a:gd name="connsiteY922" fmla="*/ 697135 h 771525"/>
                <a:gd name="connsiteX923" fmla="*/ 149638 w 457200"/>
                <a:gd name="connsiteY923" fmla="*/ 695992 h 771525"/>
                <a:gd name="connsiteX924" fmla="*/ 150495 w 457200"/>
                <a:gd name="connsiteY924" fmla="*/ 695420 h 771525"/>
                <a:gd name="connsiteX925" fmla="*/ 151352 w 457200"/>
                <a:gd name="connsiteY925" fmla="*/ 694944 h 771525"/>
                <a:gd name="connsiteX926" fmla="*/ 152305 w 457200"/>
                <a:gd name="connsiteY926" fmla="*/ 694658 h 771525"/>
                <a:gd name="connsiteX927" fmla="*/ 153353 w 457200"/>
                <a:gd name="connsiteY927" fmla="*/ 694468 h 771525"/>
                <a:gd name="connsiteX928" fmla="*/ 154496 w 457200"/>
                <a:gd name="connsiteY928" fmla="*/ 694468 h 771525"/>
                <a:gd name="connsiteX929" fmla="*/ 155353 w 457200"/>
                <a:gd name="connsiteY929" fmla="*/ 694753 h 771525"/>
                <a:gd name="connsiteX930" fmla="*/ 155734 w 457200"/>
                <a:gd name="connsiteY930" fmla="*/ 695230 h 771525"/>
                <a:gd name="connsiteX931" fmla="*/ 155924 w 457200"/>
                <a:gd name="connsiteY931" fmla="*/ 695706 h 771525"/>
                <a:gd name="connsiteX932" fmla="*/ 155829 w 457200"/>
                <a:gd name="connsiteY932" fmla="*/ 696373 h 771525"/>
                <a:gd name="connsiteX933" fmla="*/ 155829 w 457200"/>
                <a:gd name="connsiteY933" fmla="*/ 696849 h 771525"/>
                <a:gd name="connsiteX934" fmla="*/ 155638 w 457200"/>
                <a:gd name="connsiteY934" fmla="*/ 697325 h 771525"/>
                <a:gd name="connsiteX935" fmla="*/ 155638 w 457200"/>
                <a:gd name="connsiteY935" fmla="*/ 697611 h 771525"/>
                <a:gd name="connsiteX936" fmla="*/ 155638 w 457200"/>
                <a:gd name="connsiteY936" fmla="*/ 697801 h 771525"/>
                <a:gd name="connsiteX937" fmla="*/ 155638 w 457200"/>
                <a:gd name="connsiteY937" fmla="*/ 697801 h 771525"/>
                <a:gd name="connsiteX938" fmla="*/ 155924 w 457200"/>
                <a:gd name="connsiteY938" fmla="*/ 700088 h 771525"/>
                <a:gd name="connsiteX939" fmla="*/ 156020 w 457200"/>
                <a:gd name="connsiteY939" fmla="*/ 700564 h 771525"/>
                <a:gd name="connsiteX940" fmla="*/ 156020 w 457200"/>
                <a:gd name="connsiteY940" fmla="*/ 700659 h 771525"/>
                <a:gd name="connsiteX941" fmla="*/ 156020 w 457200"/>
                <a:gd name="connsiteY941" fmla="*/ 700659 h 771525"/>
                <a:gd name="connsiteX942" fmla="*/ 156210 w 457200"/>
                <a:gd name="connsiteY942" fmla="*/ 701135 h 771525"/>
                <a:gd name="connsiteX943" fmla="*/ 156401 w 457200"/>
                <a:gd name="connsiteY943" fmla="*/ 701802 h 771525"/>
                <a:gd name="connsiteX944" fmla="*/ 156591 w 457200"/>
                <a:gd name="connsiteY944" fmla="*/ 702088 h 771525"/>
                <a:gd name="connsiteX945" fmla="*/ 156781 w 457200"/>
                <a:gd name="connsiteY945" fmla="*/ 702564 h 771525"/>
                <a:gd name="connsiteX946" fmla="*/ 156877 w 457200"/>
                <a:gd name="connsiteY946" fmla="*/ 702945 h 771525"/>
                <a:gd name="connsiteX947" fmla="*/ 156972 w 457200"/>
                <a:gd name="connsiteY947" fmla="*/ 703421 h 771525"/>
                <a:gd name="connsiteX948" fmla="*/ 156972 w 457200"/>
                <a:gd name="connsiteY948" fmla="*/ 703897 h 771525"/>
                <a:gd name="connsiteX949" fmla="*/ 156877 w 457200"/>
                <a:gd name="connsiteY949" fmla="*/ 704088 h 771525"/>
                <a:gd name="connsiteX950" fmla="*/ 156686 w 457200"/>
                <a:gd name="connsiteY950" fmla="*/ 704469 h 771525"/>
                <a:gd name="connsiteX951" fmla="*/ 156591 w 457200"/>
                <a:gd name="connsiteY951" fmla="*/ 704850 h 771525"/>
                <a:gd name="connsiteX952" fmla="*/ 156591 w 457200"/>
                <a:gd name="connsiteY952" fmla="*/ 705231 h 771525"/>
                <a:gd name="connsiteX953" fmla="*/ 156686 w 457200"/>
                <a:gd name="connsiteY953" fmla="*/ 705517 h 771525"/>
                <a:gd name="connsiteX954" fmla="*/ 156781 w 457200"/>
                <a:gd name="connsiteY954" fmla="*/ 705802 h 771525"/>
                <a:gd name="connsiteX955" fmla="*/ 156781 w 457200"/>
                <a:gd name="connsiteY955" fmla="*/ 705993 h 771525"/>
                <a:gd name="connsiteX956" fmla="*/ 156877 w 457200"/>
                <a:gd name="connsiteY956" fmla="*/ 706088 h 771525"/>
                <a:gd name="connsiteX957" fmla="*/ 156877 w 457200"/>
                <a:gd name="connsiteY957" fmla="*/ 706279 h 771525"/>
                <a:gd name="connsiteX958" fmla="*/ 156781 w 457200"/>
                <a:gd name="connsiteY958" fmla="*/ 706469 h 771525"/>
                <a:gd name="connsiteX959" fmla="*/ 157639 w 457200"/>
                <a:gd name="connsiteY959" fmla="*/ 706755 h 771525"/>
                <a:gd name="connsiteX960" fmla="*/ 163830 w 457200"/>
                <a:gd name="connsiteY960" fmla="*/ 707993 h 771525"/>
                <a:gd name="connsiteX961" fmla="*/ 166021 w 457200"/>
                <a:gd name="connsiteY961" fmla="*/ 707993 h 771525"/>
                <a:gd name="connsiteX962" fmla="*/ 167735 w 457200"/>
                <a:gd name="connsiteY962" fmla="*/ 707803 h 771525"/>
                <a:gd name="connsiteX963" fmla="*/ 168593 w 457200"/>
                <a:gd name="connsiteY963" fmla="*/ 707422 h 771525"/>
                <a:gd name="connsiteX964" fmla="*/ 169831 w 457200"/>
                <a:gd name="connsiteY964" fmla="*/ 707326 h 771525"/>
                <a:gd name="connsiteX965" fmla="*/ 171069 w 457200"/>
                <a:gd name="connsiteY965" fmla="*/ 707517 h 771525"/>
                <a:gd name="connsiteX966" fmla="*/ 172784 w 457200"/>
                <a:gd name="connsiteY966" fmla="*/ 708279 h 771525"/>
                <a:gd name="connsiteX967" fmla="*/ 174498 w 457200"/>
                <a:gd name="connsiteY967" fmla="*/ 709898 h 771525"/>
                <a:gd name="connsiteX968" fmla="*/ 177070 w 457200"/>
                <a:gd name="connsiteY968" fmla="*/ 712660 h 771525"/>
                <a:gd name="connsiteX969" fmla="*/ 177927 w 457200"/>
                <a:gd name="connsiteY969" fmla="*/ 713327 h 771525"/>
                <a:gd name="connsiteX970" fmla="*/ 181832 w 457200"/>
                <a:gd name="connsiteY970" fmla="*/ 715613 h 771525"/>
                <a:gd name="connsiteX971" fmla="*/ 182594 w 457200"/>
                <a:gd name="connsiteY971" fmla="*/ 716375 h 771525"/>
                <a:gd name="connsiteX972" fmla="*/ 184499 w 457200"/>
                <a:gd name="connsiteY972" fmla="*/ 718566 h 771525"/>
                <a:gd name="connsiteX973" fmla="*/ 187452 w 457200"/>
                <a:gd name="connsiteY973" fmla="*/ 723424 h 771525"/>
                <a:gd name="connsiteX974" fmla="*/ 188023 w 457200"/>
                <a:gd name="connsiteY974" fmla="*/ 724186 h 771525"/>
                <a:gd name="connsiteX975" fmla="*/ 188881 w 457200"/>
                <a:gd name="connsiteY975" fmla="*/ 724757 h 771525"/>
                <a:gd name="connsiteX976" fmla="*/ 192310 w 457200"/>
                <a:gd name="connsiteY976" fmla="*/ 726376 h 771525"/>
                <a:gd name="connsiteX977" fmla="*/ 196787 w 457200"/>
                <a:gd name="connsiteY977" fmla="*/ 729996 h 771525"/>
                <a:gd name="connsiteX978" fmla="*/ 198406 w 457200"/>
                <a:gd name="connsiteY978" fmla="*/ 730948 h 771525"/>
                <a:gd name="connsiteX979" fmla="*/ 199263 w 457200"/>
                <a:gd name="connsiteY979" fmla="*/ 731234 h 771525"/>
                <a:gd name="connsiteX980" fmla="*/ 199835 w 457200"/>
                <a:gd name="connsiteY980" fmla="*/ 731139 h 771525"/>
                <a:gd name="connsiteX981" fmla="*/ 200215 w 457200"/>
                <a:gd name="connsiteY981" fmla="*/ 730758 h 771525"/>
                <a:gd name="connsiteX982" fmla="*/ 200406 w 457200"/>
                <a:gd name="connsiteY982" fmla="*/ 729901 h 771525"/>
                <a:gd name="connsiteX983" fmla="*/ 200596 w 457200"/>
                <a:gd name="connsiteY983" fmla="*/ 727710 h 771525"/>
                <a:gd name="connsiteX984" fmla="*/ 200787 w 457200"/>
                <a:gd name="connsiteY984" fmla="*/ 726662 h 771525"/>
                <a:gd name="connsiteX985" fmla="*/ 201263 w 457200"/>
                <a:gd name="connsiteY985" fmla="*/ 725805 h 771525"/>
                <a:gd name="connsiteX986" fmla="*/ 201835 w 457200"/>
                <a:gd name="connsiteY986" fmla="*/ 725138 h 771525"/>
                <a:gd name="connsiteX987" fmla="*/ 202502 w 457200"/>
                <a:gd name="connsiteY987" fmla="*/ 724567 h 771525"/>
                <a:gd name="connsiteX988" fmla="*/ 204121 w 457200"/>
                <a:gd name="connsiteY988" fmla="*/ 723614 h 771525"/>
                <a:gd name="connsiteX989" fmla="*/ 205169 w 457200"/>
                <a:gd name="connsiteY989" fmla="*/ 723138 h 771525"/>
                <a:gd name="connsiteX990" fmla="*/ 206407 w 457200"/>
                <a:gd name="connsiteY990" fmla="*/ 722947 h 771525"/>
                <a:gd name="connsiteX991" fmla="*/ 209264 w 457200"/>
                <a:gd name="connsiteY991" fmla="*/ 723043 h 771525"/>
                <a:gd name="connsiteX992" fmla="*/ 212122 w 457200"/>
                <a:gd name="connsiteY992" fmla="*/ 722185 h 771525"/>
                <a:gd name="connsiteX993" fmla="*/ 214979 w 457200"/>
                <a:gd name="connsiteY993" fmla="*/ 722757 h 771525"/>
                <a:gd name="connsiteX994" fmla="*/ 216027 w 457200"/>
                <a:gd name="connsiteY994" fmla="*/ 722281 h 771525"/>
                <a:gd name="connsiteX995" fmla="*/ 217265 w 457200"/>
                <a:gd name="connsiteY995" fmla="*/ 721519 h 771525"/>
                <a:gd name="connsiteX996" fmla="*/ 218885 w 457200"/>
                <a:gd name="connsiteY996" fmla="*/ 720185 h 771525"/>
                <a:gd name="connsiteX997" fmla="*/ 220028 w 457200"/>
                <a:gd name="connsiteY997" fmla="*/ 719995 h 771525"/>
                <a:gd name="connsiteX998" fmla="*/ 221075 w 457200"/>
                <a:gd name="connsiteY998" fmla="*/ 720185 h 771525"/>
                <a:gd name="connsiteX999" fmla="*/ 222028 w 457200"/>
                <a:gd name="connsiteY999" fmla="*/ 720757 h 771525"/>
                <a:gd name="connsiteX1000" fmla="*/ 223266 w 457200"/>
                <a:gd name="connsiteY1000" fmla="*/ 721233 h 771525"/>
                <a:gd name="connsiteX1001" fmla="*/ 224504 w 457200"/>
                <a:gd name="connsiteY1001" fmla="*/ 721138 h 771525"/>
                <a:gd name="connsiteX1002" fmla="*/ 227457 w 457200"/>
                <a:gd name="connsiteY1002" fmla="*/ 720090 h 771525"/>
                <a:gd name="connsiteX1003" fmla="*/ 229362 w 457200"/>
                <a:gd name="connsiteY1003" fmla="*/ 719900 h 771525"/>
                <a:gd name="connsiteX1004" fmla="*/ 235268 w 457200"/>
                <a:gd name="connsiteY1004" fmla="*/ 720280 h 771525"/>
                <a:gd name="connsiteX1005" fmla="*/ 237077 w 457200"/>
                <a:gd name="connsiteY1005" fmla="*/ 720757 h 771525"/>
                <a:gd name="connsiteX1006" fmla="*/ 238315 w 457200"/>
                <a:gd name="connsiteY1006" fmla="*/ 721328 h 771525"/>
                <a:gd name="connsiteX1007" fmla="*/ 238887 w 457200"/>
                <a:gd name="connsiteY1007" fmla="*/ 722090 h 771525"/>
                <a:gd name="connsiteX1008" fmla="*/ 240697 w 457200"/>
                <a:gd name="connsiteY1008" fmla="*/ 725329 h 771525"/>
                <a:gd name="connsiteX1009" fmla="*/ 241459 w 457200"/>
                <a:gd name="connsiteY1009" fmla="*/ 726281 h 771525"/>
                <a:gd name="connsiteX1010" fmla="*/ 246793 w 457200"/>
                <a:gd name="connsiteY1010" fmla="*/ 728948 h 771525"/>
                <a:gd name="connsiteX1011" fmla="*/ 248888 w 457200"/>
                <a:gd name="connsiteY1011" fmla="*/ 730568 h 771525"/>
                <a:gd name="connsiteX1012" fmla="*/ 252984 w 457200"/>
                <a:gd name="connsiteY1012" fmla="*/ 734282 h 771525"/>
                <a:gd name="connsiteX1013" fmla="*/ 254413 w 457200"/>
                <a:gd name="connsiteY1013" fmla="*/ 735044 h 771525"/>
                <a:gd name="connsiteX1014" fmla="*/ 255746 w 457200"/>
                <a:gd name="connsiteY1014" fmla="*/ 735425 h 771525"/>
                <a:gd name="connsiteX1015" fmla="*/ 257175 w 457200"/>
                <a:gd name="connsiteY1015" fmla="*/ 735806 h 771525"/>
                <a:gd name="connsiteX1016" fmla="*/ 259080 w 457200"/>
                <a:gd name="connsiteY1016" fmla="*/ 736378 h 771525"/>
                <a:gd name="connsiteX1017" fmla="*/ 260032 w 457200"/>
                <a:gd name="connsiteY1017" fmla="*/ 736949 h 771525"/>
                <a:gd name="connsiteX1018" fmla="*/ 260128 w 457200"/>
                <a:gd name="connsiteY1018" fmla="*/ 737044 h 771525"/>
                <a:gd name="connsiteX1019" fmla="*/ 260890 w 457200"/>
                <a:gd name="connsiteY1019" fmla="*/ 737902 h 771525"/>
                <a:gd name="connsiteX1020" fmla="*/ 262128 w 457200"/>
                <a:gd name="connsiteY1020" fmla="*/ 739616 h 771525"/>
                <a:gd name="connsiteX1021" fmla="*/ 263080 w 457200"/>
                <a:gd name="connsiteY1021" fmla="*/ 740569 h 771525"/>
                <a:gd name="connsiteX1022" fmla="*/ 268414 w 457200"/>
                <a:gd name="connsiteY1022" fmla="*/ 743045 h 771525"/>
                <a:gd name="connsiteX1023" fmla="*/ 271081 w 457200"/>
                <a:gd name="connsiteY1023" fmla="*/ 744760 h 771525"/>
                <a:gd name="connsiteX1024" fmla="*/ 272796 w 457200"/>
                <a:gd name="connsiteY1024" fmla="*/ 745522 h 771525"/>
                <a:gd name="connsiteX1025" fmla="*/ 276130 w 457200"/>
                <a:gd name="connsiteY1025" fmla="*/ 746569 h 771525"/>
                <a:gd name="connsiteX1026" fmla="*/ 284417 w 457200"/>
                <a:gd name="connsiteY1026" fmla="*/ 750380 h 771525"/>
                <a:gd name="connsiteX1027" fmla="*/ 289274 w 457200"/>
                <a:gd name="connsiteY1027" fmla="*/ 753713 h 771525"/>
                <a:gd name="connsiteX1028" fmla="*/ 293846 w 457200"/>
                <a:gd name="connsiteY1028" fmla="*/ 758380 h 771525"/>
                <a:gd name="connsiteX1029" fmla="*/ 294989 w 457200"/>
                <a:gd name="connsiteY1029" fmla="*/ 759809 h 771525"/>
                <a:gd name="connsiteX1030" fmla="*/ 300133 w 457200"/>
                <a:gd name="connsiteY1030" fmla="*/ 768858 h 771525"/>
                <a:gd name="connsiteX1031" fmla="*/ 302323 w 457200"/>
                <a:gd name="connsiteY1031" fmla="*/ 771144 h 771525"/>
                <a:gd name="connsiteX1032" fmla="*/ 304133 w 457200"/>
                <a:gd name="connsiteY1032" fmla="*/ 772097 h 771525"/>
                <a:gd name="connsiteX1033" fmla="*/ 306800 w 457200"/>
                <a:gd name="connsiteY1033" fmla="*/ 772477 h 771525"/>
                <a:gd name="connsiteX1034" fmla="*/ 325755 w 457200"/>
                <a:gd name="connsiteY1034" fmla="*/ 770096 h 771525"/>
                <a:gd name="connsiteX1035" fmla="*/ 327374 w 457200"/>
                <a:gd name="connsiteY1035" fmla="*/ 769430 h 771525"/>
                <a:gd name="connsiteX1036" fmla="*/ 326517 w 457200"/>
                <a:gd name="connsiteY1036" fmla="*/ 768668 h 771525"/>
                <a:gd name="connsiteX1037" fmla="*/ 326327 w 457200"/>
                <a:gd name="connsiteY1037" fmla="*/ 768096 h 771525"/>
                <a:gd name="connsiteX1038" fmla="*/ 326231 w 457200"/>
                <a:gd name="connsiteY1038" fmla="*/ 767143 h 771525"/>
                <a:gd name="connsiteX1039" fmla="*/ 326517 w 457200"/>
                <a:gd name="connsiteY1039" fmla="*/ 766381 h 771525"/>
                <a:gd name="connsiteX1040" fmla="*/ 326803 w 457200"/>
                <a:gd name="connsiteY1040" fmla="*/ 765429 h 771525"/>
                <a:gd name="connsiteX1041" fmla="*/ 328041 w 457200"/>
                <a:gd name="connsiteY1041" fmla="*/ 763905 h 771525"/>
                <a:gd name="connsiteX1042" fmla="*/ 328898 w 457200"/>
                <a:gd name="connsiteY1042" fmla="*/ 762572 h 771525"/>
                <a:gd name="connsiteX1043" fmla="*/ 329089 w 457200"/>
                <a:gd name="connsiteY1043" fmla="*/ 761619 h 771525"/>
                <a:gd name="connsiteX1044" fmla="*/ 328994 w 457200"/>
                <a:gd name="connsiteY1044" fmla="*/ 755047 h 771525"/>
                <a:gd name="connsiteX1045" fmla="*/ 328708 w 457200"/>
                <a:gd name="connsiteY1045" fmla="*/ 751713 h 771525"/>
                <a:gd name="connsiteX1046" fmla="*/ 328708 w 457200"/>
                <a:gd name="connsiteY1046" fmla="*/ 750760 h 771525"/>
                <a:gd name="connsiteX1047" fmla="*/ 328898 w 457200"/>
                <a:gd name="connsiteY1047" fmla="*/ 750094 h 771525"/>
                <a:gd name="connsiteX1048" fmla="*/ 329946 w 457200"/>
                <a:gd name="connsiteY1048" fmla="*/ 748475 h 771525"/>
                <a:gd name="connsiteX1049" fmla="*/ 331565 w 457200"/>
                <a:gd name="connsiteY1049" fmla="*/ 743712 h 771525"/>
                <a:gd name="connsiteX1050" fmla="*/ 331851 w 457200"/>
                <a:gd name="connsiteY1050" fmla="*/ 743045 h 771525"/>
                <a:gd name="connsiteX1051" fmla="*/ 332422 w 457200"/>
                <a:gd name="connsiteY1051" fmla="*/ 742283 h 771525"/>
                <a:gd name="connsiteX1052" fmla="*/ 332804 w 457200"/>
                <a:gd name="connsiteY1052" fmla="*/ 741617 h 771525"/>
                <a:gd name="connsiteX1053" fmla="*/ 333185 w 457200"/>
                <a:gd name="connsiteY1053" fmla="*/ 740855 h 771525"/>
                <a:gd name="connsiteX1054" fmla="*/ 333661 w 457200"/>
                <a:gd name="connsiteY1054" fmla="*/ 739235 h 771525"/>
                <a:gd name="connsiteX1055" fmla="*/ 333756 w 457200"/>
                <a:gd name="connsiteY1055" fmla="*/ 738378 h 771525"/>
                <a:gd name="connsiteX1056" fmla="*/ 333661 w 457200"/>
                <a:gd name="connsiteY1056" fmla="*/ 737711 h 771525"/>
                <a:gd name="connsiteX1057" fmla="*/ 333375 w 457200"/>
                <a:gd name="connsiteY1057" fmla="*/ 737235 h 771525"/>
                <a:gd name="connsiteX1058" fmla="*/ 330994 w 457200"/>
                <a:gd name="connsiteY1058" fmla="*/ 734473 h 771525"/>
                <a:gd name="connsiteX1059" fmla="*/ 330232 w 457200"/>
                <a:gd name="connsiteY1059" fmla="*/ 733234 h 771525"/>
                <a:gd name="connsiteX1060" fmla="*/ 329851 w 457200"/>
                <a:gd name="connsiteY1060" fmla="*/ 731139 h 771525"/>
                <a:gd name="connsiteX1061" fmla="*/ 329374 w 457200"/>
                <a:gd name="connsiteY1061" fmla="*/ 727138 h 771525"/>
                <a:gd name="connsiteX1062" fmla="*/ 329184 w 457200"/>
                <a:gd name="connsiteY1062" fmla="*/ 726186 h 771525"/>
                <a:gd name="connsiteX1063" fmla="*/ 328994 w 457200"/>
                <a:gd name="connsiteY1063" fmla="*/ 725805 h 771525"/>
                <a:gd name="connsiteX1064" fmla="*/ 328708 w 457200"/>
                <a:gd name="connsiteY1064" fmla="*/ 725424 h 771525"/>
                <a:gd name="connsiteX1065" fmla="*/ 328327 w 457200"/>
                <a:gd name="connsiteY1065" fmla="*/ 725138 h 771525"/>
                <a:gd name="connsiteX1066" fmla="*/ 327946 w 457200"/>
                <a:gd name="connsiteY1066" fmla="*/ 724852 h 771525"/>
                <a:gd name="connsiteX1067" fmla="*/ 323660 w 457200"/>
                <a:gd name="connsiteY1067" fmla="*/ 722947 h 771525"/>
                <a:gd name="connsiteX1068" fmla="*/ 323279 w 457200"/>
                <a:gd name="connsiteY1068" fmla="*/ 722662 h 771525"/>
                <a:gd name="connsiteX1069" fmla="*/ 322897 w 457200"/>
                <a:gd name="connsiteY1069" fmla="*/ 722281 h 771525"/>
                <a:gd name="connsiteX1070" fmla="*/ 322707 w 457200"/>
                <a:gd name="connsiteY1070" fmla="*/ 721805 h 771525"/>
                <a:gd name="connsiteX1071" fmla="*/ 322040 w 457200"/>
                <a:gd name="connsiteY1071" fmla="*/ 719423 h 771525"/>
                <a:gd name="connsiteX1072" fmla="*/ 321850 w 457200"/>
                <a:gd name="connsiteY1072" fmla="*/ 718947 h 771525"/>
                <a:gd name="connsiteX1073" fmla="*/ 321373 w 457200"/>
                <a:gd name="connsiteY1073" fmla="*/ 718090 h 771525"/>
                <a:gd name="connsiteX1074" fmla="*/ 319945 w 457200"/>
                <a:gd name="connsiteY1074" fmla="*/ 716375 h 771525"/>
                <a:gd name="connsiteX1075" fmla="*/ 319373 w 457200"/>
                <a:gd name="connsiteY1075" fmla="*/ 715042 h 771525"/>
                <a:gd name="connsiteX1076" fmla="*/ 318897 w 457200"/>
                <a:gd name="connsiteY1076" fmla="*/ 713327 h 771525"/>
                <a:gd name="connsiteX1077" fmla="*/ 318802 w 457200"/>
                <a:gd name="connsiteY1077" fmla="*/ 712280 h 771525"/>
                <a:gd name="connsiteX1078" fmla="*/ 318802 w 457200"/>
                <a:gd name="connsiteY1078" fmla="*/ 711518 h 771525"/>
                <a:gd name="connsiteX1079" fmla="*/ 319088 w 457200"/>
                <a:gd name="connsiteY1079" fmla="*/ 711041 h 771525"/>
                <a:gd name="connsiteX1080" fmla="*/ 319373 w 457200"/>
                <a:gd name="connsiteY1080" fmla="*/ 710755 h 771525"/>
                <a:gd name="connsiteX1081" fmla="*/ 319849 w 457200"/>
                <a:gd name="connsiteY1081" fmla="*/ 710184 h 771525"/>
                <a:gd name="connsiteX1082" fmla="*/ 324421 w 457200"/>
                <a:gd name="connsiteY1082" fmla="*/ 707041 h 771525"/>
                <a:gd name="connsiteX1083" fmla="*/ 324803 w 457200"/>
                <a:gd name="connsiteY1083" fmla="*/ 706755 h 771525"/>
                <a:gd name="connsiteX1084" fmla="*/ 325088 w 457200"/>
                <a:gd name="connsiteY1084" fmla="*/ 705422 h 771525"/>
                <a:gd name="connsiteX1085" fmla="*/ 325850 w 457200"/>
                <a:gd name="connsiteY1085" fmla="*/ 695230 h 771525"/>
                <a:gd name="connsiteX1086" fmla="*/ 326231 w 457200"/>
                <a:gd name="connsiteY1086" fmla="*/ 693896 h 771525"/>
                <a:gd name="connsiteX1087" fmla="*/ 326707 w 457200"/>
                <a:gd name="connsiteY1087" fmla="*/ 693706 h 771525"/>
                <a:gd name="connsiteX1088" fmla="*/ 327755 w 457200"/>
                <a:gd name="connsiteY1088" fmla="*/ 693515 h 771525"/>
                <a:gd name="connsiteX1089" fmla="*/ 328708 w 457200"/>
                <a:gd name="connsiteY1089" fmla="*/ 693230 h 771525"/>
                <a:gd name="connsiteX1090" fmla="*/ 329184 w 457200"/>
                <a:gd name="connsiteY1090" fmla="*/ 692944 h 771525"/>
                <a:gd name="connsiteX1091" fmla="*/ 329470 w 457200"/>
                <a:gd name="connsiteY1091" fmla="*/ 692658 h 771525"/>
                <a:gd name="connsiteX1092" fmla="*/ 329660 w 457200"/>
                <a:gd name="connsiteY1092" fmla="*/ 692182 h 771525"/>
                <a:gd name="connsiteX1093" fmla="*/ 330137 w 457200"/>
                <a:gd name="connsiteY1093" fmla="*/ 690467 h 771525"/>
                <a:gd name="connsiteX1094" fmla="*/ 330327 w 457200"/>
                <a:gd name="connsiteY1094" fmla="*/ 689896 h 771525"/>
                <a:gd name="connsiteX1095" fmla="*/ 330613 w 457200"/>
                <a:gd name="connsiteY1095" fmla="*/ 689229 h 771525"/>
                <a:gd name="connsiteX1096" fmla="*/ 330994 w 457200"/>
                <a:gd name="connsiteY1096" fmla="*/ 688848 h 771525"/>
                <a:gd name="connsiteX1097" fmla="*/ 331470 w 457200"/>
                <a:gd name="connsiteY1097" fmla="*/ 688657 h 771525"/>
                <a:gd name="connsiteX1098" fmla="*/ 331946 w 457200"/>
                <a:gd name="connsiteY1098" fmla="*/ 688467 h 771525"/>
                <a:gd name="connsiteX1099" fmla="*/ 332518 w 457200"/>
                <a:gd name="connsiteY1099" fmla="*/ 688467 h 771525"/>
                <a:gd name="connsiteX1100" fmla="*/ 332994 w 457200"/>
                <a:gd name="connsiteY1100" fmla="*/ 688562 h 771525"/>
                <a:gd name="connsiteX1101" fmla="*/ 335375 w 457200"/>
                <a:gd name="connsiteY1101" fmla="*/ 689610 h 771525"/>
                <a:gd name="connsiteX1102" fmla="*/ 335947 w 457200"/>
                <a:gd name="connsiteY1102" fmla="*/ 689705 h 771525"/>
                <a:gd name="connsiteX1103" fmla="*/ 336518 w 457200"/>
                <a:gd name="connsiteY1103" fmla="*/ 689801 h 771525"/>
                <a:gd name="connsiteX1104" fmla="*/ 337090 w 457200"/>
                <a:gd name="connsiteY1104" fmla="*/ 689801 h 771525"/>
                <a:gd name="connsiteX1105" fmla="*/ 338138 w 457200"/>
                <a:gd name="connsiteY1105" fmla="*/ 689515 h 771525"/>
                <a:gd name="connsiteX1106" fmla="*/ 339852 w 457200"/>
                <a:gd name="connsiteY1106" fmla="*/ 688657 h 771525"/>
                <a:gd name="connsiteX1107" fmla="*/ 340900 w 457200"/>
                <a:gd name="connsiteY1107" fmla="*/ 688372 h 771525"/>
                <a:gd name="connsiteX1108" fmla="*/ 341376 w 457200"/>
                <a:gd name="connsiteY1108" fmla="*/ 688372 h 771525"/>
                <a:gd name="connsiteX1109" fmla="*/ 341757 w 457200"/>
                <a:gd name="connsiteY1109" fmla="*/ 688562 h 771525"/>
                <a:gd name="connsiteX1110" fmla="*/ 342043 w 457200"/>
                <a:gd name="connsiteY1110" fmla="*/ 688848 h 771525"/>
                <a:gd name="connsiteX1111" fmla="*/ 343186 w 457200"/>
                <a:gd name="connsiteY1111" fmla="*/ 690372 h 771525"/>
                <a:gd name="connsiteX1112" fmla="*/ 343567 w 457200"/>
                <a:gd name="connsiteY1112" fmla="*/ 690658 h 771525"/>
                <a:gd name="connsiteX1113" fmla="*/ 343948 w 457200"/>
                <a:gd name="connsiteY1113" fmla="*/ 690848 h 771525"/>
                <a:gd name="connsiteX1114" fmla="*/ 344519 w 457200"/>
                <a:gd name="connsiteY1114" fmla="*/ 691039 h 771525"/>
                <a:gd name="connsiteX1115" fmla="*/ 345091 w 457200"/>
                <a:gd name="connsiteY1115" fmla="*/ 691134 h 771525"/>
                <a:gd name="connsiteX1116" fmla="*/ 345662 w 457200"/>
                <a:gd name="connsiteY1116" fmla="*/ 691134 h 771525"/>
                <a:gd name="connsiteX1117" fmla="*/ 346234 w 457200"/>
                <a:gd name="connsiteY1117" fmla="*/ 691039 h 771525"/>
                <a:gd name="connsiteX1118" fmla="*/ 347091 w 457200"/>
                <a:gd name="connsiteY1118" fmla="*/ 690658 h 771525"/>
                <a:gd name="connsiteX1119" fmla="*/ 347472 w 457200"/>
                <a:gd name="connsiteY1119" fmla="*/ 690467 h 771525"/>
                <a:gd name="connsiteX1120" fmla="*/ 348901 w 457200"/>
                <a:gd name="connsiteY1120" fmla="*/ 689229 h 771525"/>
                <a:gd name="connsiteX1121" fmla="*/ 349377 w 457200"/>
                <a:gd name="connsiteY1121" fmla="*/ 689134 h 771525"/>
                <a:gd name="connsiteX1122" fmla="*/ 350234 w 457200"/>
                <a:gd name="connsiteY1122" fmla="*/ 689134 h 771525"/>
                <a:gd name="connsiteX1123" fmla="*/ 355949 w 457200"/>
                <a:gd name="connsiteY1123" fmla="*/ 690658 h 771525"/>
                <a:gd name="connsiteX1124" fmla="*/ 357378 w 457200"/>
                <a:gd name="connsiteY1124" fmla="*/ 691229 h 771525"/>
                <a:gd name="connsiteX1125" fmla="*/ 359950 w 457200"/>
                <a:gd name="connsiteY1125" fmla="*/ 692944 h 771525"/>
                <a:gd name="connsiteX1126" fmla="*/ 360140 w 457200"/>
                <a:gd name="connsiteY1126" fmla="*/ 693039 h 771525"/>
                <a:gd name="connsiteX1127" fmla="*/ 360331 w 457200"/>
                <a:gd name="connsiteY1127" fmla="*/ 693134 h 771525"/>
                <a:gd name="connsiteX1128" fmla="*/ 360902 w 457200"/>
                <a:gd name="connsiteY1128" fmla="*/ 693230 h 771525"/>
                <a:gd name="connsiteX1129" fmla="*/ 361474 w 457200"/>
                <a:gd name="connsiteY1129" fmla="*/ 693039 h 771525"/>
                <a:gd name="connsiteX1130" fmla="*/ 362140 w 457200"/>
                <a:gd name="connsiteY1130" fmla="*/ 692658 h 771525"/>
                <a:gd name="connsiteX1131" fmla="*/ 364807 w 457200"/>
                <a:gd name="connsiteY1131" fmla="*/ 690658 h 771525"/>
                <a:gd name="connsiteX1132" fmla="*/ 365093 w 457200"/>
                <a:gd name="connsiteY1132" fmla="*/ 690086 h 771525"/>
                <a:gd name="connsiteX1133" fmla="*/ 365188 w 457200"/>
                <a:gd name="connsiteY1133" fmla="*/ 689610 h 771525"/>
                <a:gd name="connsiteX1134" fmla="*/ 364903 w 457200"/>
                <a:gd name="connsiteY1134" fmla="*/ 689134 h 771525"/>
                <a:gd name="connsiteX1135" fmla="*/ 364807 w 457200"/>
                <a:gd name="connsiteY1135" fmla="*/ 688562 h 771525"/>
                <a:gd name="connsiteX1136" fmla="*/ 364807 w 457200"/>
                <a:gd name="connsiteY1136" fmla="*/ 687800 h 771525"/>
                <a:gd name="connsiteX1137" fmla="*/ 364998 w 457200"/>
                <a:gd name="connsiteY1137" fmla="*/ 687324 h 771525"/>
                <a:gd name="connsiteX1138" fmla="*/ 365760 w 457200"/>
                <a:gd name="connsiteY1138" fmla="*/ 686848 h 771525"/>
                <a:gd name="connsiteX1139" fmla="*/ 366617 w 457200"/>
                <a:gd name="connsiteY1139" fmla="*/ 686752 h 771525"/>
                <a:gd name="connsiteX1140" fmla="*/ 367855 w 457200"/>
                <a:gd name="connsiteY1140" fmla="*/ 686943 h 771525"/>
                <a:gd name="connsiteX1141" fmla="*/ 369094 w 457200"/>
                <a:gd name="connsiteY1141" fmla="*/ 687610 h 771525"/>
                <a:gd name="connsiteX1142" fmla="*/ 370618 w 457200"/>
                <a:gd name="connsiteY1142" fmla="*/ 687896 h 771525"/>
                <a:gd name="connsiteX1143" fmla="*/ 372046 w 457200"/>
                <a:gd name="connsiteY1143" fmla="*/ 687705 h 771525"/>
                <a:gd name="connsiteX1144" fmla="*/ 373285 w 457200"/>
                <a:gd name="connsiteY1144" fmla="*/ 686276 h 771525"/>
                <a:gd name="connsiteX1145" fmla="*/ 373571 w 457200"/>
                <a:gd name="connsiteY1145" fmla="*/ 685228 h 771525"/>
                <a:gd name="connsiteX1146" fmla="*/ 373285 w 457200"/>
                <a:gd name="connsiteY1146" fmla="*/ 684276 h 771525"/>
                <a:gd name="connsiteX1147" fmla="*/ 372713 w 457200"/>
                <a:gd name="connsiteY1147" fmla="*/ 683609 h 771525"/>
                <a:gd name="connsiteX1148" fmla="*/ 371951 w 457200"/>
                <a:gd name="connsiteY1148" fmla="*/ 683038 h 771525"/>
                <a:gd name="connsiteX1149" fmla="*/ 371570 w 457200"/>
                <a:gd name="connsiteY1149" fmla="*/ 682085 h 771525"/>
                <a:gd name="connsiteX1150" fmla="*/ 371380 w 457200"/>
                <a:gd name="connsiteY1150" fmla="*/ 680752 h 771525"/>
                <a:gd name="connsiteX1151" fmla="*/ 372046 w 457200"/>
                <a:gd name="connsiteY1151" fmla="*/ 678275 h 771525"/>
                <a:gd name="connsiteX1152" fmla="*/ 372237 w 457200"/>
                <a:gd name="connsiteY1152" fmla="*/ 677037 h 771525"/>
                <a:gd name="connsiteX1153" fmla="*/ 372237 w 457200"/>
                <a:gd name="connsiteY1153" fmla="*/ 676180 h 771525"/>
                <a:gd name="connsiteX1154" fmla="*/ 371475 w 457200"/>
                <a:gd name="connsiteY1154" fmla="*/ 673608 h 771525"/>
                <a:gd name="connsiteX1155" fmla="*/ 371285 w 457200"/>
                <a:gd name="connsiteY1155" fmla="*/ 673227 h 771525"/>
                <a:gd name="connsiteX1156" fmla="*/ 369475 w 457200"/>
                <a:gd name="connsiteY1156" fmla="*/ 669798 h 771525"/>
                <a:gd name="connsiteX1157" fmla="*/ 369284 w 457200"/>
                <a:gd name="connsiteY1157" fmla="*/ 668846 h 771525"/>
                <a:gd name="connsiteX1158" fmla="*/ 369094 w 457200"/>
                <a:gd name="connsiteY1158" fmla="*/ 668464 h 771525"/>
                <a:gd name="connsiteX1159" fmla="*/ 368998 w 457200"/>
                <a:gd name="connsiteY1159" fmla="*/ 667702 h 771525"/>
                <a:gd name="connsiteX1160" fmla="*/ 368141 w 457200"/>
                <a:gd name="connsiteY1160" fmla="*/ 666274 h 771525"/>
                <a:gd name="connsiteX1161" fmla="*/ 367474 w 457200"/>
                <a:gd name="connsiteY1161" fmla="*/ 665607 h 771525"/>
                <a:gd name="connsiteX1162" fmla="*/ 366427 w 457200"/>
                <a:gd name="connsiteY1162" fmla="*/ 664940 h 771525"/>
                <a:gd name="connsiteX1163" fmla="*/ 363093 w 457200"/>
                <a:gd name="connsiteY1163" fmla="*/ 663607 h 771525"/>
                <a:gd name="connsiteX1164" fmla="*/ 360140 w 457200"/>
                <a:gd name="connsiteY1164" fmla="*/ 661511 h 771525"/>
                <a:gd name="connsiteX1165" fmla="*/ 359283 w 457200"/>
                <a:gd name="connsiteY1165" fmla="*/ 661035 h 771525"/>
                <a:gd name="connsiteX1166" fmla="*/ 354902 w 457200"/>
                <a:gd name="connsiteY1166" fmla="*/ 660368 h 771525"/>
                <a:gd name="connsiteX1167" fmla="*/ 353854 w 457200"/>
                <a:gd name="connsiteY1167" fmla="*/ 659987 h 771525"/>
                <a:gd name="connsiteX1168" fmla="*/ 351758 w 457200"/>
                <a:gd name="connsiteY1168" fmla="*/ 658654 h 771525"/>
                <a:gd name="connsiteX1169" fmla="*/ 350520 w 457200"/>
                <a:gd name="connsiteY1169" fmla="*/ 658463 h 771525"/>
                <a:gd name="connsiteX1170" fmla="*/ 349282 w 457200"/>
                <a:gd name="connsiteY1170" fmla="*/ 658749 h 771525"/>
                <a:gd name="connsiteX1171" fmla="*/ 346710 w 457200"/>
                <a:gd name="connsiteY1171" fmla="*/ 660368 h 771525"/>
                <a:gd name="connsiteX1172" fmla="*/ 344614 w 457200"/>
                <a:gd name="connsiteY1172" fmla="*/ 660654 h 771525"/>
                <a:gd name="connsiteX1173" fmla="*/ 342519 w 457200"/>
                <a:gd name="connsiteY1173" fmla="*/ 659892 h 771525"/>
                <a:gd name="connsiteX1174" fmla="*/ 340519 w 457200"/>
                <a:gd name="connsiteY1174" fmla="*/ 658559 h 771525"/>
                <a:gd name="connsiteX1175" fmla="*/ 338995 w 457200"/>
                <a:gd name="connsiteY1175" fmla="*/ 657130 h 771525"/>
                <a:gd name="connsiteX1176" fmla="*/ 339376 w 457200"/>
                <a:gd name="connsiteY1176" fmla="*/ 656463 h 771525"/>
                <a:gd name="connsiteX1177" fmla="*/ 340519 w 457200"/>
                <a:gd name="connsiteY1177" fmla="*/ 654939 h 771525"/>
                <a:gd name="connsiteX1178" fmla="*/ 340805 w 457200"/>
                <a:gd name="connsiteY1178" fmla="*/ 654463 h 771525"/>
                <a:gd name="connsiteX1179" fmla="*/ 341186 w 457200"/>
                <a:gd name="connsiteY1179" fmla="*/ 653510 h 771525"/>
                <a:gd name="connsiteX1180" fmla="*/ 342138 w 457200"/>
                <a:gd name="connsiteY1180" fmla="*/ 648843 h 771525"/>
                <a:gd name="connsiteX1181" fmla="*/ 342329 w 457200"/>
                <a:gd name="connsiteY1181" fmla="*/ 647319 h 771525"/>
                <a:gd name="connsiteX1182" fmla="*/ 342329 w 457200"/>
                <a:gd name="connsiteY1182" fmla="*/ 646271 h 771525"/>
                <a:gd name="connsiteX1183" fmla="*/ 342233 w 457200"/>
                <a:gd name="connsiteY1183" fmla="*/ 645795 h 771525"/>
                <a:gd name="connsiteX1184" fmla="*/ 342043 w 457200"/>
                <a:gd name="connsiteY1184" fmla="*/ 645319 h 771525"/>
                <a:gd name="connsiteX1185" fmla="*/ 340423 w 457200"/>
                <a:gd name="connsiteY1185" fmla="*/ 642938 h 771525"/>
                <a:gd name="connsiteX1186" fmla="*/ 340138 w 457200"/>
                <a:gd name="connsiteY1186" fmla="*/ 642556 h 771525"/>
                <a:gd name="connsiteX1187" fmla="*/ 339757 w 457200"/>
                <a:gd name="connsiteY1187" fmla="*/ 642271 h 771525"/>
                <a:gd name="connsiteX1188" fmla="*/ 339376 w 457200"/>
                <a:gd name="connsiteY1188" fmla="*/ 641985 h 771525"/>
                <a:gd name="connsiteX1189" fmla="*/ 335375 w 457200"/>
                <a:gd name="connsiteY1189" fmla="*/ 640556 h 771525"/>
                <a:gd name="connsiteX1190" fmla="*/ 332042 w 457200"/>
                <a:gd name="connsiteY1190" fmla="*/ 639794 h 771525"/>
                <a:gd name="connsiteX1191" fmla="*/ 329565 w 457200"/>
                <a:gd name="connsiteY1191" fmla="*/ 639794 h 771525"/>
                <a:gd name="connsiteX1192" fmla="*/ 327279 w 457200"/>
                <a:gd name="connsiteY1192" fmla="*/ 640080 h 771525"/>
                <a:gd name="connsiteX1193" fmla="*/ 326707 w 457200"/>
                <a:gd name="connsiteY1193" fmla="*/ 640080 h 771525"/>
                <a:gd name="connsiteX1194" fmla="*/ 325564 w 457200"/>
                <a:gd name="connsiteY1194" fmla="*/ 639889 h 771525"/>
                <a:gd name="connsiteX1195" fmla="*/ 325088 w 457200"/>
                <a:gd name="connsiteY1195" fmla="*/ 639699 h 771525"/>
                <a:gd name="connsiteX1196" fmla="*/ 322707 w 457200"/>
                <a:gd name="connsiteY1196" fmla="*/ 638080 h 771525"/>
                <a:gd name="connsiteX1197" fmla="*/ 320802 w 457200"/>
                <a:gd name="connsiteY1197" fmla="*/ 637222 h 771525"/>
                <a:gd name="connsiteX1198" fmla="*/ 319183 w 457200"/>
                <a:gd name="connsiteY1198" fmla="*/ 636746 h 771525"/>
                <a:gd name="connsiteX1199" fmla="*/ 316135 w 457200"/>
                <a:gd name="connsiteY1199" fmla="*/ 636460 h 771525"/>
                <a:gd name="connsiteX1200" fmla="*/ 315563 w 457200"/>
                <a:gd name="connsiteY1200" fmla="*/ 635127 h 771525"/>
                <a:gd name="connsiteX1201" fmla="*/ 315659 w 457200"/>
                <a:gd name="connsiteY1201" fmla="*/ 634555 h 771525"/>
                <a:gd name="connsiteX1202" fmla="*/ 315944 w 457200"/>
                <a:gd name="connsiteY1202" fmla="*/ 633889 h 771525"/>
                <a:gd name="connsiteX1203" fmla="*/ 316897 w 457200"/>
                <a:gd name="connsiteY1203" fmla="*/ 632555 h 771525"/>
                <a:gd name="connsiteX1204" fmla="*/ 321088 w 457200"/>
                <a:gd name="connsiteY1204" fmla="*/ 627983 h 771525"/>
                <a:gd name="connsiteX1205" fmla="*/ 321659 w 457200"/>
                <a:gd name="connsiteY1205" fmla="*/ 627602 h 771525"/>
                <a:gd name="connsiteX1206" fmla="*/ 322231 w 457200"/>
                <a:gd name="connsiteY1206" fmla="*/ 627317 h 771525"/>
                <a:gd name="connsiteX1207" fmla="*/ 322802 w 457200"/>
                <a:gd name="connsiteY1207" fmla="*/ 627221 h 771525"/>
                <a:gd name="connsiteX1208" fmla="*/ 323469 w 457200"/>
                <a:gd name="connsiteY1208" fmla="*/ 627317 h 771525"/>
                <a:gd name="connsiteX1209" fmla="*/ 324040 w 457200"/>
                <a:gd name="connsiteY1209" fmla="*/ 627317 h 771525"/>
                <a:gd name="connsiteX1210" fmla="*/ 326707 w 457200"/>
                <a:gd name="connsiteY1210" fmla="*/ 628078 h 771525"/>
                <a:gd name="connsiteX1211" fmla="*/ 327374 w 457200"/>
                <a:gd name="connsiteY1211" fmla="*/ 628174 h 771525"/>
                <a:gd name="connsiteX1212" fmla="*/ 328231 w 457200"/>
                <a:gd name="connsiteY1212" fmla="*/ 628078 h 771525"/>
                <a:gd name="connsiteX1213" fmla="*/ 329279 w 457200"/>
                <a:gd name="connsiteY1213" fmla="*/ 627793 h 771525"/>
                <a:gd name="connsiteX1214" fmla="*/ 329946 w 457200"/>
                <a:gd name="connsiteY1214" fmla="*/ 627412 h 771525"/>
                <a:gd name="connsiteX1215" fmla="*/ 331375 w 457200"/>
                <a:gd name="connsiteY1215" fmla="*/ 625697 h 771525"/>
                <a:gd name="connsiteX1216" fmla="*/ 332042 w 457200"/>
                <a:gd name="connsiteY1216" fmla="*/ 625507 h 771525"/>
                <a:gd name="connsiteX1217" fmla="*/ 332613 w 457200"/>
                <a:gd name="connsiteY1217" fmla="*/ 625411 h 771525"/>
                <a:gd name="connsiteX1218" fmla="*/ 333661 w 457200"/>
                <a:gd name="connsiteY1218" fmla="*/ 625793 h 771525"/>
                <a:gd name="connsiteX1219" fmla="*/ 335566 w 457200"/>
                <a:gd name="connsiteY1219" fmla="*/ 626555 h 771525"/>
                <a:gd name="connsiteX1220" fmla="*/ 337661 w 457200"/>
                <a:gd name="connsiteY1220" fmla="*/ 627221 h 771525"/>
                <a:gd name="connsiteX1221" fmla="*/ 340043 w 457200"/>
                <a:gd name="connsiteY1221" fmla="*/ 627697 h 771525"/>
                <a:gd name="connsiteX1222" fmla="*/ 349853 w 457200"/>
                <a:gd name="connsiteY1222" fmla="*/ 627412 h 771525"/>
                <a:gd name="connsiteX1223" fmla="*/ 352139 w 457200"/>
                <a:gd name="connsiteY1223" fmla="*/ 627888 h 771525"/>
                <a:gd name="connsiteX1224" fmla="*/ 353187 w 457200"/>
                <a:gd name="connsiteY1224" fmla="*/ 628269 h 771525"/>
                <a:gd name="connsiteX1225" fmla="*/ 356616 w 457200"/>
                <a:gd name="connsiteY1225" fmla="*/ 630174 h 771525"/>
                <a:gd name="connsiteX1226" fmla="*/ 367379 w 457200"/>
                <a:gd name="connsiteY1226" fmla="*/ 630269 h 771525"/>
                <a:gd name="connsiteX1227" fmla="*/ 368618 w 457200"/>
                <a:gd name="connsiteY1227" fmla="*/ 630460 h 771525"/>
                <a:gd name="connsiteX1228" fmla="*/ 369189 w 457200"/>
                <a:gd name="connsiteY1228" fmla="*/ 630555 h 771525"/>
                <a:gd name="connsiteX1229" fmla="*/ 370142 w 457200"/>
                <a:gd name="connsiteY1229" fmla="*/ 631031 h 771525"/>
                <a:gd name="connsiteX1230" fmla="*/ 370999 w 457200"/>
                <a:gd name="connsiteY1230" fmla="*/ 631507 h 771525"/>
                <a:gd name="connsiteX1231" fmla="*/ 371761 w 457200"/>
                <a:gd name="connsiteY1231" fmla="*/ 632079 h 771525"/>
                <a:gd name="connsiteX1232" fmla="*/ 374047 w 457200"/>
                <a:gd name="connsiteY1232" fmla="*/ 634460 h 771525"/>
                <a:gd name="connsiteX1233" fmla="*/ 374428 w 457200"/>
                <a:gd name="connsiteY1233" fmla="*/ 634746 h 771525"/>
                <a:gd name="connsiteX1234" fmla="*/ 375095 w 457200"/>
                <a:gd name="connsiteY1234" fmla="*/ 635032 h 771525"/>
                <a:gd name="connsiteX1235" fmla="*/ 375952 w 457200"/>
                <a:gd name="connsiteY1235" fmla="*/ 635318 h 771525"/>
                <a:gd name="connsiteX1236" fmla="*/ 378619 w 457200"/>
                <a:gd name="connsiteY1236" fmla="*/ 635698 h 771525"/>
                <a:gd name="connsiteX1237" fmla="*/ 394430 w 457200"/>
                <a:gd name="connsiteY1237" fmla="*/ 634079 h 771525"/>
                <a:gd name="connsiteX1238" fmla="*/ 394906 w 457200"/>
                <a:gd name="connsiteY1238" fmla="*/ 633984 h 771525"/>
                <a:gd name="connsiteX1239" fmla="*/ 395764 w 457200"/>
                <a:gd name="connsiteY1239" fmla="*/ 633508 h 771525"/>
                <a:gd name="connsiteX1240" fmla="*/ 396526 w 457200"/>
                <a:gd name="connsiteY1240" fmla="*/ 632936 h 771525"/>
                <a:gd name="connsiteX1241" fmla="*/ 398717 w 457200"/>
                <a:gd name="connsiteY1241" fmla="*/ 630460 h 771525"/>
                <a:gd name="connsiteX1242" fmla="*/ 399479 w 457200"/>
                <a:gd name="connsiteY1242" fmla="*/ 629222 h 771525"/>
                <a:gd name="connsiteX1243" fmla="*/ 399955 w 457200"/>
                <a:gd name="connsiteY1243" fmla="*/ 628840 h 771525"/>
                <a:gd name="connsiteX1244" fmla="*/ 400145 w 457200"/>
                <a:gd name="connsiteY1244" fmla="*/ 628459 h 771525"/>
                <a:gd name="connsiteX1245" fmla="*/ 400621 w 457200"/>
                <a:gd name="connsiteY1245" fmla="*/ 628078 h 771525"/>
                <a:gd name="connsiteX1246" fmla="*/ 401193 w 457200"/>
                <a:gd name="connsiteY1246" fmla="*/ 627697 h 771525"/>
                <a:gd name="connsiteX1247" fmla="*/ 402241 w 457200"/>
                <a:gd name="connsiteY1247" fmla="*/ 627221 h 771525"/>
                <a:gd name="connsiteX1248" fmla="*/ 402907 w 457200"/>
                <a:gd name="connsiteY1248" fmla="*/ 627126 h 771525"/>
                <a:gd name="connsiteX1249" fmla="*/ 403574 w 457200"/>
                <a:gd name="connsiteY1249" fmla="*/ 627221 h 771525"/>
                <a:gd name="connsiteX1250" fmla="*/ 404527 w 457200"/>
                <a:gd name="connsiteY1250" fmla="*/ 627697 h 771525"/>
                <a:gd name="connsiteX1251" fmla="*/ 404908 w 457200"/>
                <a:gd name="connsiteY1251" fmla="*/ 627888 h 771525"/>
                <a:gd name="connsiteX1252" fmla="*/ 405289 w 457200"/>
                <a:gd name="connsiteY1252" fmla="*/ 628269 h 771525"/>
                <a:gd name="connsiteX1253" fmla="*/ 406908 w 457200"/>
                <a:gd name="connsiteY1253" fmla="*/ 631126 h 771525"/>
                <a:gd name="connsiteX1254" fmla="*/ 407098 w 457200"/>
                <a:gd name="connsiteY1254" fmla="*/ 631603 h 771525"/>
                <a:gd name="connsiteX1255" fmla="*/ 407384 w 457200"/>
                <a:gd name="connsiteY1255" fmla="*/ 632651 h 771525"/>
                <a:gd name="connsiteX1256" fmla="*/ 407765 w 457200"/>
                <a:gd name="connsiteY1256" fmla="*/ 634841 h 771525"/>
                <a:gd name="connsiteX1257" fmla="*/ 407861 w 457200"/>
                <a:gd name="connsiteY1257" fmla="*/ 635413 h 771525"/>
                <a:gd name="connsiteX1258" fmla="*/ 408146 w 457200"/>
                <a:gd name="connsiteY1258" fmla="*/ 635889 h 771525"/>
                <a:gd name="connsiteX1259" fmla="*/ 408622 w 457200"/>
                <a:gd name="connsiteY1259" fmla="*/ 636365 h 771525"/>
                <a:gd name="connsiteX1260" fmla="*/ 409670 w 457200"/>
                <a:gd name="connsiteY1260" fmla="*/ 636842 h 771525"/>
                <a:gd name="connsiteX1261" fmla="*/ 410337 w 457200"/>
                <a:gd name="connsiteY1261" fmla="*/ 636842 h 771525"/>
                <a:gd name="connsiteX1262" fmla="*/ 411861 w 457200"/>
                <a:gd name="connsiteY1262" fmla="*/ 636460 h 771525"/>
                <a:gd name="connsiteX1263" fmla="*/ 412432 w 457200"/>
                <a:gd name="connsiteY1263" fmla="*/ 636460 h 771525"/>
                <a:gd name="connsiteX1264" fmla="*/ 412909 w 457200"/>
                <a:gd name="connsiteY1264" fmla="*/ 636651 h 771525"/>
                <a:gd name="connsiteX1265" fmla="*/ 414433 w 457200"/>
                <a:gd name="connsiteY1265" fmla="*/ 637889 h 771525"/>
                <a:gd name="connsiteX1266" fmla="*/ 416719 w 457200"/>
                <a:gd name="connsiteY1266" fmla="*/ 640271 h 771525"/>
                <a:gd name="connsiteX1267" fmla="*/ 417195 w 457200"/>
                <a:gd name="connsiteY1267" fmla="*/ 640651 h 771525"/>
                <a:gd name="connsiteX1268" fmla="*/ 417862 w 457200"/>
                <a:gd name="connsiteY1268" fmla="*/ 640937 h 771525"/>
                <a:gd name="connsiteX1269" fmla="*/ 418910 w 457200"/>
                <a:gd name="connsiteY1269" fmla="*/ 641413 h 771525"/>
                <a:gd name="connsiteX1270" fmla="*/ 419576 w 457200"/>
                <a:gd name="connsiteY1270" fmla="*/ 641413 h 771525"/>
                <a:gd name="connsiteX1271" fmla="*/ 420053 w 457200"/>
                <a:gd name="connsiteY1271" fmla="*/ 641223 h 771525"/>
                <a:gd name="connsiteX1272" fmla="*/ 420053 w 457200"/>
                <a:gd name="connsiteY1272" fmla="*/ 640842 h 771525"/>
                <a:gd name="connsiteX1273" fmla="*/ 419767 w 457200"/>
                <a:gd name="connsiteY1273" fmla="*/ 640461 h 771525"/>
                <a:gd name="connsiteX1274" fmla="*/ 419481 w 457200"/>
                <a:gd name="connsiteY1274" fmla="*/ 640175 h 771525"/>
                <a:gd name="connsiteX1275" fmla="*/ 419290 w 457200"/>
                <a:gd name="connsiteY1275" fmla="*/ 639794 h 771525"/>
                <a:gd name="connsiteX1276" fmla="*/ 419005 w 457200"/>
                <a:gd name="connsiteY1276" fmla="*/ 639318 h 771525"/>
                <a:gd name="connsiteX1277" fmla="*/ 418910 w 457200"/>
                <a:gd name="connsiteY1277" fmla="*/ 638842 h 771525"/>
                <a:gd name="connsiteX1278" fmla="*/ 418910 w 457200"/>
                <a:gd name="connsiteY1278" fmla="*/ 638365 h 771525"/>
                <a:gd name="connsiteX1279" fmla="*/ 419100 w 457200"/>
                <a:gd name="connsiteY1279" fmla="*/ 637889 h 771525"/>
                <a:gd name="connsiteX1280" fmla="*/ 419386 w 457200"/>
                <a:gd name="connsiteY1280" fmla="*/ 637508 h 771525"/>
                <a:gd name="connsiteX1281" fmla="*/ 419767 w 457200"/>
                <a:gd name="connsiteY1281" fmla="*/ 637222 h 771525"/>
                <a:gd name="connsiteX1282" fmla="*/ 421577 w 457200"/>
                <a:gd name="connsiteY1282" fmla="*/ 636460 h 771525"/>
                <a:gd name="connsiteX1283" fmla="*/ 423101 w 457200"/>
                <a:gd name="connsiteY1283" fmla="*/ 635413 h 771525"/>
                <a:gd name="connsiteX1284" fmla="*/ 423672 w 457200"/>
                <a:gd name="connsiteY1284" fmla="*/ 634936 h 771525"/>
                <a:gd name="connsiteX1285" fmla="*/ 423863 w 457200"/>
                <a:gd name="connsiteY1285" fmla="*/ 634746 h 771525"/>
                <a:gd name="connsiteX1286" fmla="*/ 424148 w 457200"/>
                <a:gd name="connsiteY1286" fmla="*/ 634460 h 771525"/>
                <a:gd name="connsiteX1287" fmla="*/ 424434 w 457200"/>
                <a:gd name="connsiteY1287" fmla="*/ 633793 h 771525"/>
                <a:gd name="connsiteX1288" fmla="*/ 424910 w 457200"/>
                <a:gd name="connsiteY1288" fmla="*/ 632460 h 771525"/>
                <a:gd name="connsiteX1289" fmla="*/ 425196 w 457200"/>
                <a:gd name="connsiteY1289" fmla="*/ 631984 h 771525"/>
                <a:gd name="connsiteX1290" fmla="*/ 425672 w 457200"/>
                <a:gd name="connsiteY1290" fmla="*/ 631603 h 771525"/>
                <a:gd name="connsiteX1291" fmla="*/ 426339 w 457200"/>
                <a:gd name="connsiteY1291" fmla="*/ 631317 h 771525"/>
                <a:gd name="connsiteX1292" fmla="*/ 427768 w 457200"/>
                <a:gd name="connsiteY1292" fmla="*/ 631031 h 771525"/>
                <a:gd name="connsiteX1293" fmla="*/ 431768 w 457200"/>
                <a:gd name="connsiteY1293" fmla="*/ 631031 h 771525"/>
                <a:gd name="connsiteX1294" fmla="*/ 432435 w 457200"/>
                <a:gd name="connsiteY1294" fmla="*/ 630841 h 771525"/>
                <a:gd name="connsiteX1295" fmla="*/ 432816 w 457200"/>
                <a:gd name="connsiteY1295" fmla="*/ 630650 h 771525"/>
                <a:gd name="connsiteX1296" fmla="*/ 433483 w 457200"/>
                <a:gd name="connsiteY1296" fmla="*/ 629888 h 771525"/>
                <a:gd name="connsiteX1297" fmla="*/ 433769 w 457200"/>
                <a:gd name="connsiteY1297" fmla="*/ 629507 h 771525"/>
                <a:gd name="connsiteX1298" fmla="*/ 433959 w 457200"/>
                <a:gd name="connsiteY1298" fmla="*/ 629031 h 771525"/>
                <a:gd name="connsiteX1299" fmla="*/ 434530 w 457200"/>
                <a:gd name="connsiteY1299" fmla="*/ 627507 h 771525"/>
                <a:gd name="connsiteX1300" fmla="*/ 434912 w 457200"/>
                <a:gd name="connsiteY1300" fmla="*/ 626935 h 771525"/>
                <a:gd name="connsiteX1301" fmla="*/ 435007 w 457200"/>
                <a:gd name="connsiteY1301" fmla="*/ 626745 h 771525"/>
                <a:gd name="connsiteX1302" fmla="*/ 435102 w 457200"/>
                <a:gd name="connsiteY1302" fmla="*/ 626745 h 771525"/>
                <a:gd name="connsiteX1303" fmla="*/ 436340 w 457200"/>
                <a:gd name="connsiteY1303" fmla="*/ 625888 h 771525"/>
                <a:gd name="connsiteX1304" fmla="*/ 437769 w 457200"/>
                <a:gd name="connsiteY1304" fmla="*/ 625221 h 771525"/>
                <a:gd name="connsiteX1305" fmla="*/ 440436 w 457200"/>
                <a:gd name="connsiteY1305" fmla="*/ 617410 h 771525"/>
                <a:gd name="connsiteX1306" fmla="*/ 441007 w 457200"/>
                <a:gd name="connsiteY1306" fmla="*/ 614934 h 771525"/>
                <a:gd name="connsiteX1307" fmla="*/ 440817 w 457200"/>
                <a:gd name="connsiteY1307" fmla="*/ 613886 h 771525"/>
                <a:gd name="connsiteX1308" fmla="*/ 440722 w 457200"/>
                <a:gd name="connsiteY1308" fmla="*/ 613315 h 771525"/>
                <a:gd name="connsiteX1309" fmla="*/ 439293 w 457200"/>
                <a:gd name="connsiteY1309" fmla="*/ 610457 h 771525"/>
                <a:gd name="connsiteX1310" fmla="*/ 439007 w 457200"/>
                <a:gd name="connsiteY1310" fmla="*/ 609600 h 771525"/>
                <a:gd name="connsiteX1311" fmla="*/ 439007 w 457200"/>
                <a:gd name="connsiteY1311" fmla="*/ 608838 h 771525"/>
                <a:gd name="connsiteX1312" fmla="*/ 439103 w 457200"/>
                <a:gd name="connsiteY1312" fmla="*/ 608267 h 771525"/>
                <a:gd name="connsiteX1313" fmla="*/ 439198 w 457200"/>
                <a:gd name="connsiteY1313" fmla="*/ 607790 h 771525"/>
                <a:gd name="connsiteX1314" fmla="*/ 439674 w 457200"/>
                <a:gd name="connsiteY1314" fmla="*/ 606933 h 771525"/>
                <a:gd name="connsiteX1315" fmla="*/ 440055 w 457200"/>
                <a:gd name="connsiteY1315" fmla="*/ 605695 h 771525"/>
                <a:gd name="connsiteX1316" fmla="*/ 440531 w 457200"/>
                <a:gd name="connsiteY1316" fmla="*/ 604266 h 771525"/>
                <a:gd name="connsiteX1317" fmla="*/ 440627 w 457200"/>
                <a:gd name="connsiteY1317" fmla="*/ 603504 h 771525"/>
                <a:gd name="connsiteX1318" fmla="*/ 440627 w 457200"/>
                <a:gd name="connsiteY1318" fmla="*/ 603028 h 771525"/>
                <a:gd name="connsiteX1319" fmla="*/ 440627 w 457200"/>
                <a:gd name="connsiteY1319" fmla="*/ 602932 h 771525"/>
                <a:gd name="connsiteX1320" fmla="*/ 439769 w 457200"/>
                <a:gd name="connsiteY1320" fmla="*/ 601218 h 771525"/>
                <a:gd name="connsiteX1321" fmla="*/ 439484 w 457200"/>
                <a:gd name="connsiteY1321" fmla="*/ 600361 h 771525"/>
                <a:gd name="connsiteX1322" fmla="*/ 438912 w 457200"/>
                <a:gd name="connsiteY1322" fmla="*/ 598837 h 771525"/>
                <a:gd name="connsiteX1323" fmla="*/ 437960 w 457200"/>
                <a:gd name="connsiteY1323" fmla="*/ 594931 h 771525"/>
                <a:gd name="connsiteX1324" fmla="*/ 437197 w 457200"/>
                <a:gd name="connsiteY1324" fmla="*/ 593503 h 771525"/>
                <a:gd name="connsiteX1325" fmla="*/ 436150 w 457200"/>
                <a:gd name="connsiteY1325" fmla="*/ 592455 h 771525"/>
                <a:gd name="connsiteX1326" fmla="*/ 435197 w 457200"/>
                <a:gd name="connsiteY1326" fmla="*/ 591693 h 771525"/>
                <a:gd name="connsiteX1327" fmla="*/ 433483 w 457200"/>
                <a:gd name="connsiteY1327" fmla="*/ 590645 h 771525"/>
                <a:gd name="connsiteX1328" fmla="*/ 430054 w 457200"/>
                <a:gd name="connsiteY1328" fmla="*/ 589312 h 771525"/>
                <a:gd name="connsiteX1329" fmla="*/ 427768 w 457200"/>
                <a:gd name="connsiteY1329" fmla="*/ 587693 h 771525"/>
                <a:gd name="connsiteX1330" fmla="*/ 423863 w 457200"/>
                <a:gd name="connsiteY1330" fmla="*/ 584263 h 771525"/>
                <a:gd name="connsiteX1331" fmla="*/ 423196 w 457200"/>
                <a:gd name="connsiteY1331" fmla="*/ 583406 h 771525"/>
                <a:gd name="connsiteX1332" fmla="*/ 422910 w 457200"/>
                <a:gd name="connsiteY1332" fmla="*/ 582263 h 771525"/>
                <a:gd name="connsiteX1333" fmla="*/ 422815 w 457200"/>
                <a:gd name="connsiteY1333" fmla="*/ 581692 h 771525"/>
                <a:gd name="connsiteX1334" fmla="*/ 422815 w 457200"/>
                <a:gd name="connsiteY1334" fmla="*/ 581120 h 771525"/>
                <a:gd name="connsiteX1335" fmla="*/ 423005 w 457200"/>
                <a:gd name="connsiteY1335" fmla="*/ 579215 h 771525"/>
                <a:gd name="connsiteX1336" fmla="*/ 423005 w 457200"/>
                <a:gd name="connsiteY1336" fmla="*/ 579025 h 771525"/>
                <a:gd name="connsiteX1337" fmla="*/ 421005 w 457200"/>
                <a:gd name="connsiteY1337" fmla="*/ 575596 h 771525"/>
                <a:gd name="connsiteX1338" fmla="*/ 420338 w 457200"/>
                <a:gd name="connsiteY1338" fmla="*/ 574643 h 771525"/>
                <a:gd name="connsiteX1339" fmla="*/ 419767 w 457200"/>
                <a:gd name="connsiteY1339" fmla="*/ 574072 h 771525"/>
                <a:gd name="connsiteX1340" fmla="*/ 414909 w 457200"/>
                <a:gd name="connsiteY1340" fmla="*/ 570643 h 771525"/>
                <a:gd name="connsiteX1341" fmla="*/ 413956 w 457200"/>
                <a:gd name="connsiteY1341" fmla="*/ 570262 h 771525"/>
                <a:gd name="connsiteX1342" fmla="*/ 411194 w 457200"/>
                <a:gd name="connsiteY1342" fmla="*/ 569500 h 771525"/>
                <a:gd name="connsiteX1343" fmla="*/ 409670 w 457200"/>
                <a:gd name="connsiteY1343" fmla="*/ 568833 h 771525"/>
                <a:gd name="connsiteX1344" fmla="*/ 408242 w 457200"/>
                <a:gd name="connsiteY1344" fmla="*/ 567880 h 771525"/>
                <a:gd name="connsiteX1345" fmla="*/ 407670 w 457200"/>
                <a:gd name="connsiteY1345" fmla="*/ 567214 h 771525"/>
                <a:gd name="connsiteX1346" fmla="*/ 407289 w 457200"/>
                <a:gd name="connsiteY1346" fmla="*/ 566642 h 771525"/>
                <a:gd name="connsiteX1347" fmla="*/ 407194 w 457200"/>
                <a:gd name="connsiteY1347" fmla="*/ 566166 h 771525"/>
                <a:gd name="connsiteX1348" fmla="*/ 407289 w 457200"/>
                <a:gd name="connsiteY1348" fmla="*/ 565594 h 771525"/>
                <a:gd name="connsiteX1349" fmla="*/ 407480 w 457200"/>
                <a:gd name="connsiteY1349" fmla="*/ 565023 h 771525"/>
                <a:gd name="connsiteX1350" fmla="*/ 407861 w 457200"/>
                <a:gd name="connsiteY1350" fmla="*/ 564166 h 771525"/>
                <a:gd name="connsiteX1351" fmla="*/ 410813 w 457200"/>
                <a:gd name="connsiteY1351" fmla="*/ 559498 h 771525"/>
                <a:gd name="connsiteX1352" fmla="*/ 411194 w 457200"/>
                <a:gd name="connsiteY1352" fmla="*/ 558546 h 771525"/>
                <a:gd name="connsiteX1353" fmla="*/ 411289 w 457200"/>
                <a:gd name="connsiteY1353" fmla="*/ 558070 h 771525"/>
                <a:gd name="connsiteX1354" fmla="*/ 411289 w 457200"/>
                <a:gd name="connsiteY1354" fmla="*/ 557498 h 771525"/>
                <a:gd name="connsiteX1355" fmla="*/ 411194 w 457200"/>
                <a:gd name="connsiteY1355" fmla="*/ 557022 h 771525"/>
                <a:gd name="connsiteX1356" fmla="*/ 409480 w 457200"/>
                <a:gd name="connsiteY1356" fmla="*/ 553402 h 771525"/>
                <a:gd name="connsiteX1357" fmla="*/ 409004 w 457200"/>
                <a:gd name="connsiteY1357" fmla="*/ 552259 h 771525"/>
                <a:gd name="connsiteX1358" fmla="*/ 408813 w 457200"/>
                <a:gd name="connsiteY1358" fmla="*/ 551783 h 771525"/>
                <a:gd name="connsiteX1359" fmla="*/ 408718 w 457200"/>
                <a:gd name="connsiteY1359" fmla="*/ 551593 h 771525"/>
                <a:gd name="connsiteX1360" fmla="*/ 408337 w 457200"/>
                <a:gd name="connsiteY1360" fmla="*/ 551688 h 771525"/>
                <a:gd name="connsiteX1361" fmla="*/ 407575 w 457200"/>
                <a:gd name="connsiteY1361" fmla="*/ 551688 h 771525"/>
                <a:gd name="connsiteX1362" fmla="*/ 407384 w 457200"/>
                <a:gd name="connsiteY1362" fmla="*/ 551212 h 771525"/>
                <a:gd name="connsiteX1363" fmla="*/ 407289 w 457200"/>
                <a:gd name="connsiteY1363" fmla="*/ 550735 h 771525"/>
                <a:gd name="connsiteX1364" fmla="*/ 407194 w 457200"/>
                <a:gd name="connsiteY1364" fmla="*/ 549497 h 771525"/>
                <a:gd name="connsiteX1365" fmla="*/ 407289 w 457200"/>
                <a:gd name="connsiteY1365" fmla="*/ 548830 h 771525"/>
                <a:gd name="connsiteX1366" fmla="*/ 408146 w 457200"/>
                <a:gd name="connsiteY1366" fmla="*/ 544163 h 771525"/>
                <a:gd name="connsiteX1367" fmla="*/ 408337 w 457200"/>
                <a:gd name="connsiteY1367" fmla="*/ 543592 h 771525"/>
                <a:gd name="connsiteX1368" fmla="*/ 408718 w 457200"/>
                <a:gd name="connsiteY1368" fmla="*/ 542639 h 771525"/>
                <a:gd name="connsiteX1369" fmla="*/ 409194 w 457200"/>
                <a:gd name="connsiteY1369" fmla="*/ 541687 h 771525"/>
                <a:gd name="connsiteX1370" fmla="*/ 409385 w 457200"/>
                <a:gd name="connsiteY1370" fmla="*/ 541115 h 771525"/>
                <a:gd name="connsiteX1371" fmla="*/ 409480 w 457200"/>
                <a:gd name="connsiteY1371" fmla="*/ 540448 h 771525"/>
                <a:gd name="connsiteX1372" fmla="*/ 409289 w 457200"/>
                <a:gd name="connsiteY1372" fmla="*/ 539496 h 771525"/>
                <a:gd name="connsiteX1373" fmla="*/ 408813 w 457200"/>
                <a:gd name="connsiteY1373" fmla="*/ 539020 h 771525"/>
                <a:gd name="connsiteX1374" fmla="*/ 408337 w 457200"/>
                <a:gd name="connsiteY1374" fmla="*/ 538734 h 771525"/>
                <a:gd name="connsiteX1375" fmla="*/ 405479 w 457200"/>
                <a:gd name="connsiteY1375" fmla="*/ 538163 h 771525"/>
                <a:gd name="connsiteX1376" fmla="*/ 404908 w 457200"/>
                <a:gd name="connsiteY1376" fmla="*/ 537972 h 771525"/>
                <a:gd name="connsiteX1377" fmla="*/ 404431 w 457200"/>
                <a:gd name="connsiteY1377" fmla="*/ 537686 h 771525"/>
                <a:gd name="connsiteX1378" fmla="*/ 403955 w 457200"/>
                <a:gd name="connsiteY1378" fmla="*/ 537305 h 771525"/>
                <a:gd name="connsiteX1379" fmla="*/ 403098 w 457200"/>
                <a:gd name="connsiteY1379" fmla="*/ 536448 h 771525"/>
                <a:gd name="connsiteX1380" fmla="*/ 402717 w 457200"/>
                <a:gd name="connsiteY1380" fmla="*/ 536162 h 771525"/>
                <a:gd name="connsiteX1381" fmla="*/ 402241 w 457200"/>
                <a:gd name="connsiteY1381" fmla="*/ 535876 h 771525"/>
                <a:gd name="connsiteX1382" fmla="*/ 397955 w 457200"/>
                <a:gd name="connsiteY1382" fmla="*/ 533876 h 771525"/>
                <a:gd name="connsiteX1383" fmla="*/ 397383 w 457200"/>
                <a:gd name="connsiteY1383" fmla="*/ 533495 h 771525"/>
                <a:gd name="connsiteX1384" fmla="*/ 395478 w 457200"/>
                <a:gd name="connsiteY1384" fmla="*/ 531590 h 771525"/>
                <a:gd name="connsiteX1385" fmla="*/ 394906 w 457200"/>
                <a:gd name="connsiteY1385" fmla="*/ 530733 h 771525"/>
                <a:gd name="connsiteX1386" fmla="*/ 394526 w 457200"/>
                <a:gd name="connsiteY1386" fmla="*/ 529971 h 771525"/>
                <a:gd name="connsiteX1387" fmla="*/ 394430 w 457200"/>
                <a:gd name="connsiteY1387" fmla="*/ 529400 h 771525"/>
                <a:gd name="connsiteX1388" fmla="*/ 394335 w 457200"/>
                <a:gd name="connsiteY1388" fmla="*/ 528828 h 771525"/>
                <a:gd name="connsiteX1389" fmla="*/ 394430 w 457200"/>
                <a:gd name="connsiteY1389" fmla="*/ 528161 h 771525"/>
                <a:gd name="connsiteX1390" fmla="*/ 394526 w 457200"/>
                <a:gd name="connsiteY1390" fmla="*/ 527590 h 771525"/>
                <a:gd name="connsiteX1391" fmla="*/ 394621 w 457200"/>
                <a:gd name="connsiteY1391" fmla="*/ 527018 h 771525"/>
                <a:gd name="connsiteX1392" fmla="*/ 394811 w 457200"/>
                <a:gd name="connsiteY1392" fmla="*/ 526542 h 771525"/>
                <a:gd name="connsiteX1393" fmla="*/ 395097 w 457200"/>
                <a:gd name="connsiteY1393" fmla="*/ 526161 h 771525"/>
                <a:gd name="connsiteX1394" fmla="*/ 395764 w 457200"/>
                <a:gd name="connsiteY1394" fmla="*/ 525399 h 771525"/>
                <a:gd name="connsiteX1395" fmla="*/ 398050 w 457200"/>
                <a:gd name="connsiteY1395" fmla="*/ 523780 h 771525"/>
                <a:gd name="connsiteX1396" fmla="*/ 398336 w 457200"/>
                <a:gd name="connsiteY1396" fmla="*/ 523113 h 771525"/>
                <a:gd name="connsiteX1397" fmla="*/ 398336 w 457200"/>
                <a:gd name="connsiteY1397" fmla="*/ 522351 h 771525"/>
                <a:gd name="connsiteX1398" fmla="*/ 397955 w 457200"/>
                <a:gd name="connsiteY1398" fmla="*/ 520732 h 771525"/>
                <a:gd name="connsiteX1399" fmla="*/ 397573 w 457200"/>
                <a:gd name="connsiteY1399" fmla="*/ 519970 h 771525"/>
                <a:gd name="connsiteX1400" fmla="*/ 397193 w 457200"/>
                <a:gd name="connsiteY1400" fmla="*/ 519398 h 771525"/>
                <a:gd name="connsiteX1401" fmla="*/ 396907 w 457200"/>
                <a:gd name="connsiteY1401" fmla="*/ 519017 h 771525"/>
                <a:gd name="connsiteX1402" fmla="*/ 396526 w 457200"/>
                <a:gd name="connsiteY1402" fmla="*/ 518731 h 771525"/>
                <a:gd name="connsiteX1403" fmla="*/ 396145 w 457200"/>
                <a:gd name="connsiteY1403" fmla="*/ 518446 h 771525"/>
                <a:gd name="connsiteX1404" fmla="*/ 390715 w 457200"/>
                <a:gd name="connsiteY1404" fmla="*/ 516826 h 771525"/>
                <a:gd name="connsiteX1405" fmla="*/ 389763 w 457200"/>
                <a:gd name="connsiteY1405" fmla="*/ 516255 h 771525"/>
                <a:gd name="connsiteX1406" fmla="*/ 387858 w 457200"/>
                <a:gd name="connsiteY1406" fmla="*/ 514159 h 771525"/>
                <a:gd name="connsiteX1407" fmla="*/ 387001 w 457200"/>
                <a:gd name="connsiteY1407" fmla="*/ 513112 h 771525"/>
                <a:gd name="connsiteX1408" fmla="*/ 386810 w 457200"/>
                <a:gd name="connsiteY1408" fmla="*/ 512540 h 771525"/>
                <a:gd name="connsiteX1409" fmla="*/ 386144 w 457200"/>
                <a:gd name="connsiteY1409" fmla="*/ 510540 h 771525"/>
                <a:gd name="connsiteX1410" fmla="*/ 386048 w 457200"/>
                <a:gd name="connsiteY1410" fmla="*/ 509683 h 771525"/>
                <a:gd name="connsiteX1411" fmla="*/ 386048 w 457200"/>
                <a:gd name="connsiteY1411" fmla="*/ 508921 h 771525"/>
                <a:gd name="connsiteX1412" fmla="*/ 386144 w 457200"/>
                <a:gd name="connsiteY1412" fmla="*/ 508349 h 771525"/>
                <a:gd name="connsiteX1413" fmla="*/ 386429 w 457200"/>
                <a:gd name="connsiteY1413" fmla="*/ 507397 h 771525"/>
                <a:gd name="connsiteX1414" fmla="*/ 386905 w 457200"/>
                <a:gd name="connsiteY1414" fmla="*/ 506254 h 771525"/>
                <a:gd name="connsiteX1415" fmla="*/ 387191 w 457200"/>
                <a:gd name="connsiteY1415" fmla="*/ 505206 h 771525"/>
                <a:gd name="connsiteX1416" fmla="*/ 387287 w 457200"/>
                <a:gd name="connsiteY1416" fmla="*/ 502920 h 771525"/>
                <a:gd name="connsiteX1417" fmla="*/ 386715 w 457200"/>
                <a:gd name="connsiteY1417" fmla="*/ 496062 h 771525"/>
                <a:gd name="connsiteX1418" fmla="*/ 386715 w 457200"/>
                <a:gd name="connsiteY1418" fmla="*/ 495776 h 771525"/>
                <a:gd name="connsiteX1419" fmla="*/ 386620 w 457200"/>
                <a:gd name="connsiteY1419" fmla="*/ 495776 h 771525"/>
                <a:gd name="connsiteX1420" fmla="*/ 383667 w 457200"/>
                <a:gd name="connsiteY1420" fmla="*/ 495300 h 771525"/>
                <a:gd name="connsiteX1421" fmla="*/ 381381 w 457200"/>
                <a:gd name="connsiteY1421" fmla="*/ 493681 h 771525"/>
                <a:gd name="connsiteX1422" fmla="*/ 380047 w 457200"/>
                <a:gd name="connsiteY1422" fmla="*/ 491204 h 771525"/>
                <a:gd name="connsiteX1423" fmla="*/ 379190 w 457200"/>
                <a:gd name="connsiteY1423" fmla="*/ 485775 h 771525"/>
                <a:gd name="connsiteX1424" fmla="*/ 378809 w 457200"/>
                <a:gd name="connsiteY1424" fmla="*/ 477869 h 771525"/>
                <a:gd name="connsiteX1425" fmla="*/ 379190 w 457200"/>
                <a:gd name="connsiteY1425" fmla="*/ 475583 h 771525"/>
                <a:gd name="connsiteX1426" fmla="*/ 380810 w 457200"/>
                <a:gd name="connsiteY1426" fmla="*/ 473011 h 771525"/>
                <a:gd name="connsiteX1427" fmla="*/ 381571 w 457200"/>
                <a:gd name="connsiteY1427" fmla="*/ 470059 h 771525"/>
                <a:gd name="connsiteX1428" fmla="*/ 381476 w 457200"/>
                <a:gd name="connsiteY1428" fmla="*/ 467011 h 771525"/>
                <a:gd name="connsiteX1429" fmla="*/ 380619 w 457200"/>
                <a:gd name="connsiteY1429" fmla="*/ 463963 h 771525"/>
                <a:gd name="connsiteX1430" fmla="*/ 381286 w 457200"/>
                <a:gd name="connsiteY1430" fmla="*/ 462534 h 771525"/>
                <a:gd name="connsiteX1431" fmla="*/ 382619 w 457200"/>
                <a:gd name="connsiteY1431" fmla="*/ 457581 h 771525"/>
                <a:gd name="connsiteX1432" fmla="*/ 383191 w 457200"/>
                <a:gd name="connsiteY1432" fmla="*/ 453676 h 771525"/>
                <a:gd name="connsiteX1433" fmla="*/ 384715 w 457200"/>
                <a:gd name="connsiteY1433" fmla="*/ 449771 h 771525"/>
                <a:gd name="connsiteX1434" fmla="*/ 385191 w 457200"/>
                <a:gd name="connsiteY1434" fmla="*/ 446342 h 771525"/>
                <a:gd name="connsiteX1435" fmla="*/ 385953 w 457200"/>
                <a:gd name="connsiteY1435" fmla="*/ 444055 h 771525"/>
                <a:gd name="connsiteX1436" fmla="*/ 386620 w 457200"/>
                <a:gd name="connsiteY1436" fmla="*/ 439293 h 771525"/>
                <a:gd name="connsiteX1437" fmla="*/ 388430 w 457200"/>
                <a:gd name="connsiteY1437" fmla="*/ 435388 h 771525"/>
                <a:gd name="connsiteX1438" fmla="*/ 389668 w 457200"/>
                <a:gd name="connsiteY1438" fmla="*/ 433768 h 771525"/>
                <a:gd name="connsiteX1439" fmla="*/ 393192 w 457200"/>
                <a:gd name="connsiteY1439" fmla="*/ 430721 h 771525"/>
                <a:gd name="connsiteX1440" fmla="*/ 393763 w 457200"/>
                <a:gd name="connsiteY1440" fmla="*/ 429959 h 771525"/>
                <a:gd name="connsiteX1441" fmla="*/ 394335 w 457200"/>
                <a:gd name="connsiteY1441" fmla="*/ 428625 h 771525"/>
                <a:gd name="connsiteX1442" fmla="*/ 394811 w 457200"/>
                <a:gd name="connsiteY1442" fmla="*/ 427196 h 771525"/>
                <a:gd name="connsiteX1443" fmla="*/ 395383 w 457200"/>
                <a:gd name="connsiteY1443" fmla="*/ 425958 h 771525"/>
                <a:gd name="connsiteX1444" fmla="*/ 396526 w 457200"/>
                <a:gd name="connsiteY1444" fmla="*/ 425196 h 771525"/>
                <a:gd name="connsiteX1445" fmla="*/ 397288 w 457200"/>
                <a:gd name="connsiteY1445" fmla="*/ 423863 h 771525"/>
                <a:gd name="connsiteX1446" fmla="*/ 399574 w 457200"/>
                <a:gd name="connsiteY1446" fmla="*/ 419195 h 771525"/>
                <a:gd name="connsiteX1447" fmla="*/ 400526 w 457200"/>
                <a:gd name="connsiteY1447" fmla="*/ 418909 h 771525"/>
                <a:gd name="connsiteX1448" fmla="*/ 401669 w 457200"/>
                <a:gd name="connsiteY1448" fmla="*/ 417957 h 771525"/>
                <a:gd name="connsiteX1449" fmla="*/ 402812 w 457200"/>
                <a:gd name="connsiteY1449" fmla="*/ 416909 h 771525"/>
                <a:gd name="connsiteX1450" fmla="*/ 403574 w 457200"/>
                <a:gd name="connsiteY1450" fmla="*/ 415861 h 771525"/>
                <a:gd name="connsiteX1451" fmla="*/ 404051 w 457200"/>
                <a:gd name="connsiteY1451" fmla="*/ 414718 h 771525"/>
                <a:gd name="connsiteX1452" fmla="*/ 404527 w 457200"/>
                <a:gd name="connsiteY1452" fmla="*/ 412718 h 771525"/>
                <a:gd name="connsiteX1453" fmla="*/ 404813 w 457200"/>
                <a:gd name="connsiteY1453" fmla="*/ 410718 h 771525"/>
                <a:gd name="connsiteX1454" fmla="*/ 404527 w 457200"/>
                <a:gd name="connsiteY1454" fmla="*/ 409861 h 771525"/>
                <a:gd name="connsiteX1455" fmla="*/ 404336 w 457200"/>
                <a:gd name="connsiteY1455" fmla="*/ 409003 h 771525"/>
                <a:gd name="connsiteX1456" fmla="*/ 405670 w 457200"/>
                <a:gd name="connsiteY1456" fmla="*/ 407098 h 771525"/>
                <a:gd name="connsiteX1457" fmla="*/ 408051 w 457200"/>
                <a:gd name="connsiteY1457" fmla="*/ 404527 h 771525"/>
                <a:gd name="connsiteX1458" fmla="*/ 409385 w 457200"/>
                <a:gd name="connsiteY1458" fmla="*/ 400336 h 771525"/>
                <a:gd name="connsiteX1459" fmla="*/ 408718 w 457200"/>
                <a:gd name="connsiteY1459" fmla="*/ 396335 h 771525"/>
                <a:gd name="connsiteX1460" fmla="*/ 405860 w 457200"/>
                <a:gd name="connsiteY1460" fmla="*/ 389096 h 771525"/>
                <a:gd name="connsiteX1461" fmla="*/ 404622 w 457200"/>
                <a:gd name="connsiteY1461" fmla="*/ 375666 h 771525"/>
                <a:gd name="connsiteX1462" fmla="*/ 403098 w 457200"/>
                <a:gd name="connsiteY1462" fmla="*/ 372237 h 771525"/>
                <a:gd name="connsiteX1463" fmla="*/ 402241 w 457200"/>
                <a:gd name="connsiteY1463" fmla="*/ 371951 h 771525"/>
                <a:gd name="connsiteX1464" fmla="*/ 401384 w 457200"/>
                <a:gd name="connsiteY1464" fmla="*/ 372142 h 771525"/>
                <a:gd name="connsiteX1465" fmla="*/ 400717 w 457200"/>
                <a:gd name="connsiteY1465" fmla="*/ 371951 h 771525"/>
                <a:gd name="connsiteX1466" fmla="*/ 400431 w 457200"/>
                <a:gd name="connsiteY1466" fmla="*/ 370522 h 771525"/>
                <a:gd name="connsiteX1467" fmla="*/ 400336 w 457200"/>
                <a:gd name="connsiteY1467" fmla="*/ 369475 h 771525"/>
                <a:gd name="connsiteX1468" fmla="*/ 399860 w 457200"/>
                <a:gd name="connsiteY1468" fmla="*/ 367379 h 771525"/>
                <a:gd name="connsiteX1469" fmla="*/ 399669 w 457200"/>
                <a:gd name="connsiteY1469" fmla="*/ 362807 h 771525"/>
                <a:gd name="connsiteX1470" fmla="*/ 395573 w 457200"/>
                <a:gd name="connsiteY1470" fmla="*/ 346900 h 771525"/>
                <a:gd name="connsiteX1471" fmla="*/ 395383 w 457200"/>
                <a:gd name="connsiteY1471" fmla="*/ 342519 h 771525"/>
                <a:gd name="connsiteX1472" fmla="*/ 395859 w 457200"/>
                <a:gd name="connsiteY1472" fmla="*/ 340423 h 771525"/>
                <a:gd name="connsiteX1473" fmla="*/ 397383 w 457200"/>
                <a:gd name="connsiteY1473" fmla="*/ 336899 h 771525"/>
                <a:gd name="connsiteX1474" fmla="*/ 397669 w 457200"/>
                <a:gd name="connsiteY1474" fmla="*/ 334804 h 771525"/>
                <a:gd name="connsiteX1475" fmla="*/ 397478 w 457200"/>
                <a:gd name="connsiteY1475" fmla="*/ 332613 h 771525"/>
                <a:gd name="connsiteX1476" fmla="*/ 396526 w 457200"/>
                <a:gd name="connsiteY1476" fmla="*/ 328613 h 771525"/>
                <a:gd name="connsiteX1477" fmla="*/ 396526 w 457200"/>
                <a:gd name="connsiteY1477" fmla="*/ 326422 h 771525"/>
                <a:gd name="connsiteX1478" fmla="*/ 397955 w 457200"/>
                <a:gd name="connsiteY1478" fmla="*/ 320897 h 771525"/>
                <a:gd name="connsiteX1479" fmla="*/ 398431 w 457200"/>
                <a:gd name="connsiteY1479" fmla="*/ 316611 h 771525"/>
                <a:gd name="connsiteX1480" fmla="*/ 399479 w 457200"/>
                <a:gd name="connsiteY1480" fmla="*/ 313087 h 771525"/>
                <a:gd name="connsiteX1481" fmla="*/ 399764 w 457200"/>
                <a:gd name="connsiteY1481" fmla="*/ 310705 h 771525"/>
                <a:gd name="connsiteX1482" fmla="*/ 399669 w 457200"/>
                <a:gd name="connsiteY1482" fmla="*/ 309086 h 771525"/>
                <a:gd name="connsiteX1483" fmla="*/ 399002 w 457200"/>
                <a:gd name="connsiteY1483" fmla="*/ 303847 h 771525"/>
                <a:gd name="connsiteX1484" fmla="*/ 398431 w 457200"/>
                <a:gd name="connsiteY1484" fmla="*/ 302228 h 771525"/>
                <a:gd name="connsiteX1485" fmla="*/ 391287 w 457200"/>
                <a:gd name="connsiteY1485" fmla="*/ 293370 h 771525"/>
                <a:gd name="connsiteX1486" fmla="*/ 391001 w 457200"/>
                <a:gd name="connsiteY1486" fmla="*/ 292798 h 771525"/>
                <a:gd name="connsiteX1487" fmla="*/ 391287 w 457200"/>
                <a:gd name="connsiteY1487" fmla="*/ 291751 h 771525"/>
                <a:gd name="connsiteX1488" fmla="*/ 391859 w 457200"/>
                <a:gd name="connsiteY1488" fmla="*/ 291751 h 771525"/>
                <a:gd name="connsiteX1489" fmla="*/ 392716 w 457200"/>
                <a:gd name="connsiteY1489" fmla="*/ 292132 h 771525"/>
                <a:gd name="connsiteX1490" fmla="*/ 393478 w 457200"/>
                <a:gd name="connsiteY1490" fmla="*/ 292417 h 771525"/>
                <a:gd name="connsiteX1491" fmla="*/ 394430 w 457200"/>
                <a:gd name="connsiteY1491" fmla="*/ 291275 h 771525"/>
                <a:gd name="connsiteX1492" fmla="*/ 395097 w 457200"/>
                <a:gd name="connsiteY1492" fmla="*/ 288988 h 771525"/>
                <a:gd name="connsiteX1493" fmla="*/ 394906 w 457200"/>
                <a:gd name="connsiteY1493" fmla="*/ 287464 h 771525"/>
                <a:gd name="connsiteX1494" fmla="*/ 393287 w 457200"/>
                <a:gd name="connsiteY1494" fmla="*/ 288322 h 771525"/>
                <a:gd name="connsiteX1495" fmla="*/ 393097 w 457200"/>
                <a:gd name="connsiteY1495" fmla="*/ 288036 h 771525"/>
                <a:gd name="connsiteX1496" fmla="*/ 392906 w 457200"/>
                <a:gd name="connsiteY1496" fmla="*/ 287179 h 771525"/>
                <a:gd name="connsiteX1497" fmla="*/ 392811 w 457200"/>
                <a:gd name="connsiteY1497" fmla="*/ 286321 h 771525"/>
                <a:gd name="connsiteX1498" fmla="*/ 393287 w 457200"/>
                <a:gd name="connsiteY1498" fmla="*/ 286321 h 771525"/>
                <a:gd name="connsiteX1499" fmla="*/ 391859 w 457200"/>
                <a:gd name="connsiteY1499" fmla="*/ 285655 h 771525"/>
                <a:gd name="connsiteX1500" fmla="*/ 391573 w 457200"/>
                <a:gd name="connsiteY1500" fmla="*/ 285655 h 771525"/>
                <a:gd name="connsiteX1501" fmla="*/ 391192 w 457200"/>
                <a:gd name="connsiteY1501" fmla="*/ 285178 h 771525"/>
                <a:gd name="connsiteX1502" fmla="*/ 390239 w 457200"/>
                <a:gd name="connsiteY1502" fmla="*/ 284702 h 771525"/>
                <a:gd name="connsiteX1503" fmla="*/ 389954 w 457200"/>
                <a:gd name="connsiteY1503" fmla="*/ 284226 h 771525"/>
                <a:gd name="connsiteX1504" fmla="*/ 390144 w 457200"/>
                <a:gd name="connsiteY1504" fmla="*/ 283750 h 771525"/>
                <a:gd name="connsiteX1505" fmla="*/ 390715 w 457200"/>
                <a:gd name="connsiteY1505" fmla="*/ 283559 h 771525"/>
                <a:gd name="connsiteX1506" fmla="*/ 391287 w 457200"/>
                <a:gd name="connsiteY1506" fmla="*/ 283655 h 771525"/>
                <a:gd name="connsiteX1507" fmla="*/ 391573 w 457200"/>
                <a:gd name="connsiteY1507" fmla="*/ 283559 h 771525"/>
                <a:gd name="connsiteX1508" fmla="*/ 392525 w 457200"/>
                <a:gd name="connsiteY1508" fmla="*/ 282130 h 771525"/>
                <a:gd name="connsiteX1509" fmla="*/ 393002 w 457200"/>
                <a:gd name="connsiteY1509" fmla="*/ 281178 h 771525"/>
                <a:gd name="connsiteX1510" fmla="*/ 393287 w 457200"/>
                <a:gd name="connsiteY1510" fmla="*/ 280130 h 771525"/>
                <a:gd name="connsiteX1511" fmla="*/ 393002 w 457200"/>
                <a:gd name="connsiteY1511" fmla="*/ 279368 h 771525"/>
                <a:gd name="connsiteX1512" fmla="*/ 392430 w 457200"/>
                <a:gd name="connsiteY1512" fmla="*/ 278701 h 771525"/>
                <a:gd name="connsiteX1513" fmla="*/ 392144 w 457200"/>
                <a:gd name="connsiteY1513" fmla="*/ 278035 h 771525"/>
                <a:gd name="connsiteX1514" fmla="*/ 392716 w 457200"/>
                <a:gd name="connsiteY1514" fmla="*/ 276796 h 771525"/>
                <a:gd name="connsiteX1515" fmla="*/ 391859 w 457200"/>
                <a:gd name="connsiteY1515" fmla="*/ 275653 h 771525"/>
                <a:gd name="connsiteX1516" fmla="*/ 389954 w 457200"/>
                <a:gd name="connsiteY1516" fmla="*/ 273939 h 771525"/>
                <a:gd name="connsiteX1517" fmla="*/ 389382 w 457200"/>
                <a:gd name="connsiteY1517" fmla="*/ 272701 h 771525"/>
                <a:gd name="connsiteX1518" fmla="*/ 391382 w 457200"/>
                <a:gd name="connsiteY1518" fmla="*/ 271081 h 771525"/>
                <a:gd name="connsiteX1519" fmla="*/ 392811 w 457200"/>
                <a:gd name="connsiteY1519" fmla="*/ 268034 h 771525"/>
                <a:gd name="connsiteX1520" fmla="*/ 393287 w 457200"/>
                <a:gd name="connsiteY1520" fmla="*/ 265081 h 771525"/>
                <a:gd name="connsiteX1521" fmla="*/ 392430 w 457200"/>
                <a:gd name="connsiteY1521" fmla="*/ 263747 h 771525"/>
                <a:gd name="connsiteX1522" fmla="*/ 391668 w 457200"/>
                <a:gd name="connsiteY1522" fmla="*/ 263366 h 771525"/>
                <a:gd name="connsiteX1523" fmla="*/ 390525 w 457200"/>
                <a:gd name="connsiteY1523" fmla="*/ 262318 h 771525"/>
                <a:gd name="connsiteX1524" fmla="*/ 389668 w 457200"/>
                <a:gd name="connsiteY1524" fmla="*/ 261080 h 771525"/>
                <a:gd name="connsiteX1525" fmla="*/ 389668 w 457200"/>
                <a:gd name="connsiteY1525" fmla="*/ 260032 h 771525"/>
                <a:gd name="connsiteX1526" fmla="*/ 391001 w 457200"/>
                <a:gd name="connsiteY1526" fmla="*/ 259651 h 771525"/>
                <a:gd name="connsiteX1527" fmla="*/ 392430 w 457200"/>
                <a:gd name="connsiteY1527" fmla="*/ 260318 h 771525"/>
                <a:gd name="connsiteX1528" fmla="*/ 394049 w 457200"/>
                <a:gd name="connsiteY1528" fmla="*/ 260794 h 771525"/>
                <a:gd name="connsiteX1529" fmla="*/ 395383 w 457200"/>
                <a:gd name="connsiteY1529" fmla="*/ 259651 h 771525"/>
                <a:gd name="connsiteX1530" fmla="*/ 393859 w 457200"/>
                <a:gd name="connsiteY1530" fmla="*/ 259080 h 771525"/>
                <a:gd name="connsiteX1531" fmla="*/ 393287 w 457200"/>
                <a:gd name="connsiteY1531" fmla="*/ 259080 h 771525"/>
                <a:gd name="connsiteX1532" fmla="*/ 393287 w 457200"/>
                <a:gd name="connsiteY1532" fmla="*/ 258318 h 771525"/>
                <a:gd name="connsiteX1533" fmla="*/ 395573 w 457200"/>
                <a:gd name="connsiteY1533" fmla="*/ 257365 h 771525"/>
                <a:gd name="connsiteX1534" fmla="*/ 396621 w 457200"/>
                <a:gd name="connsiteY1534" fmla="*/ 256699 h 771525"/>
                <a:gd name="connsiteX1535" fmla="*/ 397097 w 457200"/>
                <a:gd name="connsiteY1535" fmla="*/ 255937 h 771525"/>
                <a:gd name="connsiteX1536" fmla="*/ 397383 w 457200"/>
                <a:gd name="connsiteY1536" fmla="*/ 254889 h 771525"/>
                <a:gd name="connsiteX1537" fmla="*/ 398145 w 457200"/>
                <a:gd name="connsiteY1537" fmla="*/ 253651 h 771525"/>
                <a:gd name="connsiteX1538" fmla="*/ 399002 w 457200"/>
                <a:gd name="connsiteY1538" fmla="*/ 252698 h 771525"/>
                <a:gd name="connsiteX1539" fmla="*/ 399574 w 457200"/>
                <a:gd name="connsiteY1539" fmla="*/ 252222 h 771525"/>
                <a:gd name="connsiteX1540" fmla="*/ 400526 w 457200"/>
                <a:gd name="connsiteY1540" fmla="*/ 251650 h 771525"/>
                <a:gd name="connsiteX1541" fmla="*/ 401098 w 457200"/>
                <a:gd name="connsiteY1541" fmla="*/ 250317 h 771525"/>
                <a:gd name="connsiteX1542" fmla="*/ 402050 w 457200"/>
                <a:gd name="connsiteY1542" fmla="*/ 247364 h 771525"/>
                <a:gd name="connsiteX1543" fmla="*/ 402812 w 457200"/>
                <a:gd name="connsiteY1543" fmla="*/ 246317 h 771525"/>
                <a:gd name="connsiteX1544" fmla="*/ 405289 w 457200"/>
                <a:gd name="connsiteY1544" fmla="*/ 244030 h 771525"/>
                <a:gd name="connsiteX1545" fmla="*/ 410528 w 457200"/>
                <a:gd name="connsiteY1545" fmla="*/ 236792 h 771525"/>
                <a:gd name="connsiteX1546" fmla="*/ 410718 w 457200"/>
                <a:gd name="connsiteY1546" fmla="*/ 236220 h 771525"/>
                <a:gd name="connsiteX1547" fmla="*/ 411099 w 457200"/>
                <a:gd name="connsiteY1547" fmla="*/ 234886 h 771525"/>
                <a:gd name="connsiteX1548" fmla="*/ 411289 w 457200"/>
                <a:gd name="connsiteY1548" fmla="*/ 234410 h 771525"/>
                <a:gd name="connsiteX1549" fmla="*/ 411575 w 457200"/>
                <a:gd name="connsiteY1549" fmla="*/ 234220 h 771525"/>
                <a:gd name="connsiteX1550" fmla="*/ 412718 w 457200"/>
                <a:gd name="connsiteY1550" fmla="*/ 233839 h 771525"/>
                <a:gd name="connsiteX1551" fmla="*/ 413004 w 457200"/>
                <a:gd name="connsiteY1551" fmla="*/ 233648 h 771525"/>
                <a:gd name="connsiteX1552" fmla="*/ 413385 w 457200"/>
                <a:gd name="connsiteY1552" fmla="*/ 232791 h 771525"/>
                <a:gd name="connsiteX1553" fmla="*/ 413385 w 457200"/>
                <a:gd name="connsiteY1553" fmla="*/ 232315 h 771525"/>
                <a:gd name="connsiteX1554" fmla="*/ 413385 w 457200"/>
                <a:gd name="connsiteY1554" fmla="*/ 231743 h 771525"/>
                <a:gd name="connsiteX1555" fmla="*/ 413480 w 457200"/>
                <a:gd name="connsiteY1555" fmla="*/ 230886 h 771525"/>
                <a:gd name="connsiteX1556" fmla="*/ 414814 w 457200"/>
                <a:gd name="connsiteY1556" fmla="*/ 227647 h 771525"/>
                <a:gd name="connsiteX1557" fmla="*/ 414814 w 457200"/>
                <a:gd name="connsiteY1557" fmla="*/ 226123 h 771525"/>
                <a:gd name="connsiteX1558" fmla="*/ 413195 w 457200"/>
                <a:gd name="connsiteY1558" fmla="*/ 225457 h 771525"/>
                <a:gd name="connsiteX1559" fmla="*/ 411480 w 457200"/>
                <a:gd name="connsiteY1559" fmla="*/ 225076 h 771525"/>
                <a:gd name="connsiteX1560" fmla="*/ 410528 w 457200"/>
                <a:gd name="connsiteY1560" fmla="*/ 223933 h 771525"/>
                <a:gd name="connsiteX1561" fmla="*/ 410242 w 457200"/>
                <a:gd name="connsiteY1561" fmla="*/ 222218 h 771525"/>
                <a:gd name="connsiteX1562" fmla="*/ 410718 w 457200"/>
                <a:gd name="connsiteY1562" fmla="*/ 220027 h 771525"/>
                <a:gd name="connsiteX1563" fmla="*/ 412052 w 457200"/>
                <a:gd name="connsiteY1563" fmla="*/ 218408 h 771525"/>
                <a:gd name="connsiteX1564" fmla="*/ 415480 w 457200"/>
                <a:gd name="connsiteY1564" fmla="*/ 217932 h 771525"/>
                <a:gd name="connsiteX1565" fmla="*/ 417005 w 457200"/>
                <a:gd name="connsiteY1565" fmla="*/ 216884 h 771525"/>
                <a:gd name="connsiteX1566" fmla="*/ 418910 w 457200"/>
                <a:gd name="connsiteY1566" fmla="*/ 214884 h 771525"/>
                <a:gd name="connsiteX1567" fmla="*/ 419481 w 457200"/>
                <a:gd name="connsiteY1567" fmla="*/ 213836 h 771525"/>
                <a:gd name="connsiteX1568" fmla="*/ 421386 w 457200"/>
                <a:gd name="connsiteY1568" fmla="*/ 207550 h 771525"/>
                <a:gd name="connsiteX1569" fmla="*/ 421862 w 457200"/>
                <a:gd name="connsiteY1569" fmla="*/ 206597 h 771525"/>
                <a:gd name="connsiteX1570" fmla="*/ 422529 w 457200"/>
                <a:gd name="connsiteY1570" fmla="*/ 206216 h 771525"/>
                <a:gd name="connsiteX1571" fmla="*/ 422910 w 457200"/>
                <a:gd name="connsiteY1571" fmla="*/ 205645 h 771525"/>
                <a:gd name="connsiteX1572" fmla="*/ 422720 w 457200"/>
                <a:gd name="connsiteY1572" fmla="*/ 204406 h 771525"/>
                <a:gd name="connsiteX1573" fmla="*/ 421957 w 457200"/>
                <a:gd name="connsiteY1573" fmla="*/ 201359 h 771525"/>
                <a:gd name="connsiteX1574" fmla="*/ 421481 w 457200"/>
                <a:gd name="connsiteY1574" fmla="*/ 200406 h 771525"/>
                <a:gd name="connsiteX1575" fmla="*/ 421100 w 457200"/>
                <a:gd name="connsiteY1575" fmla="*/ 199358 h 771525"/>
                <a:gd name="connsiteX1576" fmla="*/ 421100 w 457200"/>
                <a:gd name="connsiteY1576" fmla="*/ 198025 h 771525"/>
                <a:gd name="connsiteX1577" fmla="*/ 421481 w 457200"/>
                <a:gd name="connsiteY1577" fmla="*/ 197644 h 771525"/>
                <a:gd name="connsiteX1578" fmla="*/ 422815 w 457200"/>
                <a:gd name="connsiteY1578" fmla="*/ 196501 h 771525"/>
                <a:gd name="connsiteX1579" fmla="*/ 423386 w 457200"/>
                <a:gd name="connsiteY1579" fmla="*/ 195929 h 771525"/>
                <a:gd name="connsiteX1580" fmla="*/ 422148 w 457200"/>
                <a:gd name="connsiteY1580" fmla="*/ 193929 h 771525"/>
                <a:gd name="connsiteX1581" fmla="*/ 417957 w 457200"/>
                <a:gd name="connsiteY1581" fmla="*/ 191738 h 771525"/>
                <a:gd name="connsiteX1582" fmla="*/ 416243 w 457200"/>
                <a:gd name="connsiteY1582" fmla="*/ 190405 h 771525"/>
                <a:gd name="connsiteX1583" fmla="*/ 419290 w 457200"/>
                <a:gd name="connsiteY1583" fmla="*/ 188500 h 771525"/>
                <a:gd name="connsiteX1584" fmla="*/ 420053 w 457200"/>
                <a:gd name="connsiteY1584" fmla="*/ 187166 h 771525"/>
                <a:gd name="connsiteX1585" fmla="*/ 419195 w 457200"/>
                <a:gd name="connsiteY1585" fmla="*/ 185166 h 771525"/>
                <a:gd name="connsiteX1586" fmla="*/ 418147 w 457200"/>
                <a:gd name="connsiteY1586" fmla="*/ 184309 h 771525"/>
                <a:gd name="connsiteX1587" fmla="*/ 413766 w 457200"/>
                <a:gd name="connsiteY1587" fmla="*/ 182023 h 771525"/>
                <a:gd name="connsiteX1588" fmla="*/ 412052 w 457200"/>
                <a:gd name="connsiteY1588" fmla="*/ 180308 h 771525"/>
                <a:gd name="connsiteX1589" fmla="*/ 406908 w 457200"/>
                <a:gd name="connsiteY1589" fmla="*/ 169640 h 771525"/>
                <a:gd name="connsiteX1590" fmla="*/ 405955 w 457200"/>
                <a:gd name="connsiteY1590" fmla="*/ 168402 h 771525"/>
                <a:gd name="connsiteX1591" fmla="*/ 404813 w 457200"/>
                <a:gd name="connsiteY1591" fmla="*/ 167354 h 771525"/>
                <a:gd name="connsiteX1592" fmla="*/ 403479 w 457200"/>
                <a:gd name="connsiteY1592" fmla="*/ 166592 h 771525"/>
                <a:gd name="connsiteX1593" fmla="*/ 401764 w 457200"/>
                <a:gd name="connsiteY1593" fmla="*/ 166306 h 771525"/>
                <a:gd name="connsiteX1594" fmla="*/ 401003 w 457200"/>
                <a:gd name="connsiteY1594" fmla="*/ 166021 h 771525"/>
                <a:gd name="connsiteX1595" fmla="*/ 400907 w 457200"/>
                <a:gd name="connsiteY1595" fmla="*/ 165449 h 771525"/>
                <a:gd name="connsiteX1596" fmla="*/ 400907 w 457200"/>
                <a:gd name="connsiteY1596" fmla="*/ 164497 h 771525"/>
                <a:gd name="connsiteX1597" fmla="*/ 400907 w 457200"/>
                <a:gd name="connsiteY1597" fmla="*/ 163449 h 771525"/>
                <a:gd name="connsiteX1598" fmla="*/ 400907 w 457200"/>
                <a:gd name="connsiteY1598" fmla="*/ 163259 h 771525"/>
                <a:gd name="connsiteX1599" fmla="*/ 400907 w 457200"/>
                <a:gd name="connsiteY1599" fmla="*/ 161353 h 771525"/>
                <a:gd name="connsiteX1600" fmla="*/ 400717 w 457200"/>
                <a:gd name="connsiteY1600" fmla="*/ 160972 h 771525"/>
                <a:gd name="connsiteX1601" fmla="*/ 400431 w 457200"/>
                <a:gd name="connsiteY1601" fmla="*/ 160592 h 771525"/>
                <a:gd name="connsiteX1602" fmla="*/ 400431 w 457200"/>
                <a:gd name="connsiteY1602" fmla="*/ 160306 h 771525"/>
                <a:gd name="connsiteX1603" fmla="*/ 399764 w 457200"/>
                <a:gd name="connsiteY1603" fmla="*/ 152400 h 771525"/>
                <a:gd name="connsiteX1604" fmla="*/ 400526 w 457200"/>
                <a:gd name="connsiteY1604" fmla="*/ 148590 h 771525"/>
                <a:gd name="connsiteX1605" fmla="*/ 400526 w 457200"/>
                <a:gd name="connsiteY1605" fmla="*/ 146875 h 771525"/>
                <a:gd name="connsiteX1606" fmla="*/ 399764 w 457200"/>
                <a:gd name="connsiteY1606" fmla="*/ 144685 h 771525"/>
                <a:gd name="connsiteX1607" fmla="*/ 400717 w 457200"/>
                <a:gd name="connsiteY1607" fmla="*/ 141065 h 771525"/>
                <a:gd name="connsiteX1608" fmla="*/ 401193 w 457200"/>
                <a:gd name="connsiteY1608" fmla="*/ 140589 h 771525"/>
                <a:gd name="connsiteX1609" fmla="*/ 402431 w 457200"/>
                <a:gd name="connsiteY1609" fmla="*/ 140494 h 771525"/>
                <a:gd name="connsiteX1610" fmla="*/ 403574 w 457200"/>
                <a:gd name="connsiteY1610" fmla="*/ 140113 h 771525"/>
                <a:gd name="connsiteX1611" fmla="*/ 404527 w 457200"/>
                <a:gd name="connsiteY1611" fmla="*/ 139541 h 771525"/>
                <a:gd name="connsiteX1612" fmla="*/ 405289 w 457200"/>
                <a:gd name="connsiteY1612" fmla="*/ 138493 h 771525"/>
                <a:gd name="connsiteX1613" fmla="*/ 405289 w 457200"/>
                <a:gd name="connsiteY1613" fmla="*/ 138017 h 771525"/>
                <a:gd name="connsiteX1614" fmla="*/ 406146 w 457200"/>
                <a:gd name="connsiteY1614" fmla="*/ 132397 h 771525"/>
                <a:gd name="connsiteX1615" fmla="*/ 407003 w 457200"/>
                <a:gd name="connsiteY1615" fmla="*/ 131445 h 771525"/>
                <a:gd name="connsiteX1616" fmla="*/ 408146 w 457200"/>
                <a:gd name="connsiteY1616" fmla="*/ 130969 h 771525"/>
                <a:gd name="connsiteX1617" fmla="*/ 410528 w 457200"/>
                <a:gd name="connsiteY1617" fmla="*/ 130778 h 771525"/>
                <a:gd name="connsiteX1618" fmla="*/ 411575 w 457200"/>
                <a:gd name="connsiteY1618" fmla="*/ 130588 h 771525"/>
                <a:gd name="connsiteX1619" fmla="*/ 412623 w 457200"/>
                <a:gd name="connsiteY1619" fmla="*/ 130111 h 771525"/>
                <a:gd name="connsiteX1620" fmla="*/ 413480 w 457200"/>
                <a:gd name="connsiteY1620" fmla="*/ 129445 h 771525"/>
                <a:gd name="connsiteX1621" fmla="*/ 415862 w 457200"/>
                <a:gd name="connsiteY1621" fmla="*/ 126397 h 771525"/>
                <a:gd name="connsiteX1622" fmla="*/ 416243 w 457200"/>
                <a:gd name="connsiteY1622" fmla="*/ 125635 h 771525"/>
                <a:gd name="connsiteX1623" fmla="*/ 416719 w 457200"/>
                <a:gd name="connsiteY1623" fmla="*/ 125349 h 771525"/>
                <a:gd name="connsiteX1624" fmla="*/ 419481 w 457200"/>
                <a:gd name="connsiteY1624" fmla="*/ 123253 h 771525"/>
                <a:gd name="connsiteX1625" fmla="*/ 420243 w 457200"/>
                <a:gd name="connsiteY1625" fmla="*/ 121920 h 771525"/>
                <a:gd name="connsiteX1626" fmla="*/ 421767 w 457200"/>
                <a:gd name="connsiteY1626" fmla="*/ 118300 h 771525"/>
                <a:gd name="connsiteX1627" fmla="*/ 423196 w 457200"/>
                <a:gd name="connsiteY1627" fmla="*/ 116967 h 771525"/>
                <a:gd name="connsiteX1628" fmla="*/ 426530 w 457200"/>
                <a:gd name="connsiteY1628" fmla="*/ 116300 h 771525"/>
                <a:gd name="connsiteX1629" fmla="*/ 427958 w 457200"/>
                <a:gd name="connsiteY1629" fmla="*/ 115157 h 771525"/>
                <a:gd name="connsiteX1630" fmla="*/ 428530 w 457200"/>
                <a:gd name="connsiteY1630" fmla="*/ 114109 h 771525"/>
                <a:gd name="connsiteX1631" fmla="*/ 429006 w 457200"/>
                <a:gd name="connsiteY1631" fmla="*/ 111823 h 771525"/>
                <a:gd name="connsiteX1632" fmla="*/ 429387 w 457200"/>
                <a:gd name="connsiteY1632" fmla="*/ 110585 h 771525"/>
                <a:gd name="connsiteX1633" fmla="*/ 429863 w 457200"/>
                <a:gd name="connsiteY1633" fmla="*/ 109823 h 771525"/>
                <a:gd name="connsiteX1634" fmla="*/ 431102 w 457200"/>
                <a:gd name="connsiteY1634" fmla="*/ 108299 h 771525"/>
                <a:gd name="connsiteX1635" fmla="*/ 431578 w 457200"/>
                <a:gd name="connsiteY1635" fmla="*/ 107251 h 771525"/>
                <a:gd name="connsiteX1636" fmla="*/ 431768 w 457200"/>
                <a:gd name="connsiteY1636" fmla="*/ 106204 h 771525"/>
                <a:gd name="connsiteX1637" fmla="*/ 431863 w 457200"/>
                <a:gd name="connsiteY1637" fmla="*/ 103346 h 771525"/>
                <a:gd name="connsiteX1638" fmla="*/ 431863 w 457200"/>
                <a:gd name="connsiteY1638" fmla="*/ 102584 h 771525"/>
                <a:gd name="connsiteX1639" fmla="*/ 429863 w 457200"/>
                <a:gd name="connsiteY1639" fmla="*/ 99822 h 771525"/>
                <a:gd name="connsiteX1640" fmla="*/ 429673 w 457200"/>
                <a:gd name="connsiteY1640" fmla="*/ 99441 h 771525"/>
                <a:gd name="connsiteX1641" fmla="*/ 429482 w 457200"/>
                <a:gd name="connsiteY1641" fmla="*/ 98488 h 771525"/>
                <a:gd name="connsiteX1642" fmla="*/ 432149 w 457200"/>
                <a:gd name="connsiteY1642" fmla="*/ 92583 h 771525"/>
                <a:gd name="connsiteX1643" fmla="*/ 433006 w 457200"/>
                <a:gd name="connsiteY1643" fmla="*/ 89535 h 771525"/>
                <a:gd name="connsiteX1644" fmla="*/ 433483 w 457200"/>
                <a:gd name="connsiteY1644" fmla="*/ 88678 h 771525"/>
                <a:gd name="connsiteX1645" fmla="*/ 434816 w 457200"/>
                <a:gd name="connsiteY1645" fmla="*/ 87249 h 771525"/>
                <a:gd name="connsiteX1646" fmla="*/ 435197 w 457200"/>
                <a:gd name="connsiteY1646" fmla="*/ 86392 h 771525"/>
                <a:gd name="connsiteX1647" fmla="*/ 435673 w 457200"/>
                <a:gd name="connsiteY1647" fmla="*/ 83153 h 771525"/>
                <a:gd name="connsiteX1648" fmla="*/ 436436 w 457200"/>
                <a:gd name="connsiteY1648" fmla="*/ 81725 h 771525"/>
                <a:gd name="connsiteX1649" fmla="*/ 437293 w 457200"/>
                <a:gd name="connsiteY1649" fmla="*/ 80391 h 771525"/>
                <a:gd name="connsiteX1650" fmla="*/ 438150 w 457200"/>
                <a:gd name="connsiteY1650" fmla="*/ 78581 h 771525"/>
                <a:gd name="connsiteX1651" fmla="*/ 439293 w 457200"/>
                <a:gd name="connsiteY1651" fmla="*/ 71533 h 771525"/>
                <a:gd name="connsiteX1652" fmla="*/ 440055 w 457200"/>
                <a:gd name="connsiteY1652" fmla="*/ 69723 h 771525"/>
                <a:gd name="connsiteX1653" fmla="*/ 440055 w 457200"/>
                <a:gd name="connsiteY1653" fmla="*/ 68389 h 771525"/>
                <a:gd name="connsiteX1654" fmla="*/ 439293 w 457200"/>
                <a:gd name="connsiteY1654" fmla="*/ 66199 h 771525"/>
                <a:gd name="connsiteX1655" fmla="*/ 437579 w 457200"/>
                <a:gd name="connsiteY1655" fmla="*/ 62389 h 771525"/>
                <a:gd name="connsiteX1656" fmla="*/ 439388 w 457200"/>
                <a:gd name="connsiteY1656" fmla="*/ 59436 h 771525"/>
                <a:gd name="connsiteX1657" fmla="*/ 441579 w 457200"/>
                <a:gd name="connsiteY1657" fmla="*/ 57912 h 771525"/>
                <a:gd name="connsiteX1658" fmla="*/ 446913 w 457200"/>
                <a:gd name="connsiteY1658" fmla="*/ 55435 h 771525"/>
                <a:gd name="connsiteX1659" fmla="*/ 449199 w 457200"/>
                <a:gd name="connsiteY1659" fmla="*/ 52864 h 771525"/>
                <a:gd name="connsiteX1660" fmla="*/ 450532 w 457200"/>
                <a:gd name="connsiteY1660" fmla="*/ 49625 h 771525"/>
                <a:gd name="connsiteX1661" fmla="*/ 452438 w 457200"/>
                <a:gd name="connsiteY1661" fmla="*/ 42005 h 771525"/>
                <a:gd name="connsiteX1662" fmla="*/ 457486 w 457200"/>
                <a:gd name="connsiteY1662" fmla="*/ 30671 h 771525"/>
                <a:gd name="connsiteX1663" fmla="*/ 457867 w 457200"/>
                <a:gd name="connsiteY1663" fmla="*/ 29337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</a:cxnLst>
              <a:rect l="l" t="t" r="r" b="b"/>
              <a:pathLst>
                <a:path w="457200" h="771525">
                  <a:moveTo>
                    <a:pt x="457771" y="27908"/>
                  </a:moveTo>
                  <a:lnTo>
                    <a:pt x="456914" y="27337"/>
                  </a:lnTo>
                  <a:lnTo>
                    <a:pt x="455771" y="26860"/>
                  </a:lnTo>
                  <a:lnTo>
                    <a:pt x="454533" y="25813"/>
                  </a:lnTo>
                  <a:lnTo>
                    <a:pt x="454152" y="24575"/>
                  </a:lnTo>
                  <a:lnTo>
                    <a:pt x="453771" y="23146"/>
                  </a:lnTo>
                  <a:lnTo>
                    <a:pt x="453104" y="22288"/>
                  </a:lnTo>
                  <a:lnTo>
                    <a:pt x="451866" y="23050"/>
                  </a:lnTo>
                  <a:lnTo>
                    <a:pt x="451104" y="22098"/>
                  </a:lnTo>
                  <a:lnTo>
                    <a:pt x="449199" y="21146"/>
                  </a:lnTo>
                  <a:lnTo>
                    <a:pt x="448532" y="20193"/>
                  </a:lnTo>
                  <a:lnTo>
                    <a:pt x="448246" y="20669"/>
                  </a:lnTo>
                  <a:lnTo>
                    <a:pt x="444151" y="18097"/>
                  </a:lnTo>
                  <a:lnTo>
                    <a:pt x="443484" y="17240"/>
                  </a:lnTo>
                  <a:lnTo>
                    <a:pt x="443008" y="16288"/>
                  </a:lnTo>
                  <a:lnTo>
                    <a:pt x="443198" y="15811"/>
                  </a:lnTo>
                  <a:lnTo>
                    <a:pt x="443674" y="14954"/>
                  </a:lnTo>
                  <a:lnTo>
                    <a:pt x="446056" y="11525"/>
                  </a:lnTo>
                  <a:lnTo>
                    <a:pt x="447389" y="9239"/>
                  </a:lnTo>
                  <a:lnTo>
                    <a:pt x="448532" y="7525"/>
                  </a:lnTo>
                  <a:lnTo>
                    <a:pt x="449580" y="5525"/>
                  </a:lnTo>
                  <a:lnTo>
                    <a:pt x="450056" y="4286"/>
                  </a:lnTo>
                  <a:lnTo>
                    <a:pt x="450723" y="1714"/>
                  </a:lnTo>
                  <a:lnTo>
                    <a:pt x="450723" y="762"/>
                  </a:lnTo>
                  <a:lnTo>
                    <a:pt x="450437" y="286"/>
                  </a:lnTo>
                  <a:lnTo>
                    <a:pt x="449961" y="95"/>
                  </a:lnTo>
                  <a:lnTo>
                    <a:pt x="449389" y="0"/>
                  </a:lnTo>
                  <a:lnTo>
                    <a:pt x="448913" y="190"/>
                  </a:lnTo>
                  <a:lnTo>
                    <a:pt x="447580" y="1048"/>
                  </a:lnTo>
                  <a:lnTo>
                    <a:pt x="446722" y="1619"/>
                  </a:lnTo>
                  <a:lnTo>
                    <a:pt x="446342" y="1905"/>
                  </a:lnTo>
                  <a:lnTo>
                    <a:pt x="445770" y="2000"/>
                  </a:lnTo>
                  <a:lnTo>
                    <a:pt x="445198" y="2096"/>
                  </a:lnTo>
                  <a:lnTo>
                    <a:pt x="444627" y="2191"/>
                  </a:lnTo>
                  <a:lnTo>
                    <a:pt x="444055" y="2000"/>
                  </a:lnTo>
                  <a:lnTo>
                    <a:pt x="442246" y="1143"/>
                  </a:lnTo>
                  <a:lnTo>
                    <a:pt x="441674" y="1238"/>
                  </a:lnTo>
                  <a:lnTo>
                    <a:pt x="441198" y="1429"/>
                  </a:lnTo>
                  <a:lnTo>
                    <a:pt x="440817" y="1714"/>
                  </a:lnTo>
                  <a:lnTo>
                    <a:pt x="440150" y="2476"/>
                  </a:lnTo>
                  <a:lnTo>
                    <a:pt x="439674" y="3143"/>
                  </a:lnTo>
                  <a:lnTo>
                    <a:pt x="438531" y="4477"/>
                  </a:lnTo>
                  <a:lnTo>
                    <a:pt x="438150" y="4858"/>
                  </a:lnTo>
                  <a:lnTo>
                    <a:pt x="436436" y="6001"/>
                  </a:lnTo>
                  <a:lnTo>
                    <a:pt x="435388" y="6382"/>
                  </a:lnTo>
                  <a:lnTo>
                    <a:pt x="432816" y="7048"/>
                  </a:lnTo>
                  <a:lnTo>
                    <a:pt x="432245" y="7334"/>
                  </a:lnTo>
                  <a:lnTo>
                    <a:pt x="431768" y="7715"/>
                  </a:lnTo>
                  <a:lnTo>
                    <a:pt x="427387" y="12001"/>
                  </a:lnTo>
                  <a:lnTo>
                    <a:pt x="425577" y="14478"/>
                  </a:lnTo>
                  <a:lnTo>
                    <a:pt x="425387" y="14954"/>
                  </a:lnTo>
                  <a:lnTo>
                    <a:pt x="425101" y="15430"/>
                  </a:lnTo>
                  <a:lnTo>
                    <a:pt x="424815" y="15907"/>
                  </a:lnTo>
                  <a:lnTo>
                    <a:pt x="418052" y="25051"/>
                  </a:lnTo>
                  <a:lnTo>
                    <a:pt x="417005" y="26956"/>
                  </a:lnTo>
                  <a:lnTo>
                    <a:pt x="416338" y="28480"/>
                  </a:lnTo>
                  <a:lnTo>
                    <a:pt x="415957" y="29718"/>
                  </a:lnTo>
                  <a:lnTo>
                    <a:pt x="414909" y="32194"/>
                  </a:lnTo>
                  <a:lnTo>
                    <a:pt x="414623" y="32671"/>
                  </a:lnTo>
                  <a:lnTo>
                    <a:pt x="414147" y="33147"/>
                  </a:lnTo>
                  <a:lnTo>
                    <a:pt x="413480" y="33814"/>
                  </a:lnTo>
                  <a:lnTo>
                    <a:pt x="412337" y="34576"/>
                  </a:lnTo>
                  <a:lnTo>
                    <a:pt x="411480" y="34766"/>
                  </a:lnTo>
                  <a:lnTo>
                    <a:pt x="410813" y="34671"/>
                  </a:lnTo>
                  <a:lnTo>
                    <a:pt x="410432" y="34385"/>
                  </a:lnTo>
                  <a:lnTo>
                    <a:pt x="409765" y="34004"/>
                  </a:lnTo>
                  <a:lnTo>
                    <a:pt x="408432" y="32766"/>
                  </a:lnTo>
                  <a:lnTo>
                    <a:pt x="408051" y="32385"/>
                  </a:lnTo>
                  <a:lnTo>
                    <a:pt x="406146" y="29337"/>
                  </a:lnTo>
                  <a:lnTo>
                    <a:pt x="404336" y="25432"/>
                  </a:lnTo>
                  <a:lnTo>
                    <a:pt x="403860" y="24670"/>
                  </a:lnTo>
                  <a:lnTo>
                    <a:pt x="402907" y="23431"/>
                  </a:lnTo>
                  <a:lnTo>
                    <a:pt x="402622" y="23050"/>
                  </a:lnTo>
                  <a:lnTo>
                    <a:pt x="401955" y="22288"/>
                  </a:lnTo>
                  <a:lnTo>
                    <a:pt x="401479" y="21907"/>
                  </a:lnTo>
                  <a:lnTo>
                    <a:pt x="400907" y="21622"/>
                  </a:lnTo>
                  <a:lnTo>
                    <a:pt x="399955" y="21241"/>
                  </a:lnTo>
                  <a:lnTo>
                    <a:pt x="399288" y="21336"/>
                  </a:lnTo>
                  <a:lnTo>
                    <a:pt x="397288" y="22479"/>
                  </a:lnTo>
                  <a:lnTo>
                    <a:pt x="394049" y="23241"/>
                  </a:lnTo>
                  <a:lnTo>
                    <a:pt x="393287" y="23527"/>
                  </a:lnTo>
                  <a:lnTo>
                    <a:pt x="393002" y="23908"/>
                  </a:lnTo>
                  <a:lnTo>
                    <a:pt x="392144" y="25241"/>
                  </a:lnTo>
                  <a:lnTo>
                    <a:pt x="391573" y="26098"/>
                  </a:lnTo>
                  <a:lnTo>
                    <a:pt x="391001" y="26575"/>
                  </a:lnTo>
                  <a:lnTo>
                    <a:pt x="390144" y="26956"/>
                  </a:lnTo>
                  <a:lnTo>
                    <a:pt x="388620" y="27432"/>
                  </a:lnTo>
                  <a:lnTo>
                    <a:pt x="387572" y="27337"/>
                  </a:lnTo>
                  <a:lnTo>
                    <a:pt x="386905" y="27146"/>
                  </a:lnTo>
                  <a:lnTo>
                    <a:pt x="381762" y="23146"/>
                  </a:lnTo>
                  <a:lnTo>
                    <a:pt x="380810" y="22003"/>
                  </a:lnTo>
                  <a:lnTo>
                    <a:pt x="380238" y="21050"/>
                  </a:lnTo>
                  <a:lnTo>
                    <a:pt x="378333" y="16954"/>
                  </a:lnTo>
                  <a:lnTo>
                    <a:pt x="377857" y="16192"/>
                  </a:lnTo>
                  <a:lnTo>
                    <a:pt x="377095" y="15621"/>
                  </a:lnTo>
                  <a:lnTo>
                    <a:pt x="375952" y="14954"/>
                  </a:lnTo>
                  <a:lnTo>
                    <a:pt x="373761" y="14288"/>
                  </a:lnTo>
                  <a:lnTo>
                    <a:pt x="372523" y="14097"/>
                  </a:lnTo>
                  <a:lnTo>
                    <a:pt x="371380" y="14097"/>
                  </a:lnTo>
                  <a:lnTo>
                    <a:pt x="370618" y="14288"/>
                  </a:lnTo>
                  <a:lnTo>
                    <a:pt x="369951" y="14573"/>
                  </a:lnTo>
                  <a:lnTo>
                    <a:pt x="369284" y="15050"/>
                  </a:lnTo>
                  <a:lnTo>
                    <a:pt x="368808" y="15430"/>
                  </a:lnTo>
                  <a:lnTo>
                    <a:pt x="368522" y="15811"/>
                  </a:lnTo>
                  <a:lnTo>
                    <a:pt x="368427" y="16097"/>
                  </a:lnTo>
                  <a:lnTo>
                    <a:pt x="368332" y="16383"/>
                  </a:lnTo>
                  <a:lnTo>
                    <a:pt x="368427" y="17145"/>
                  </a:lnTo>
                  <a:lnTo>
                    <a:pt x="368522" y="17717"/>
                  </a:lnTo>
                  <a:lnTo>
                    <a:pt x="368808" y="18383"/>
                  </a:lnTo>
                  <a:lnTo>
                    <a:pt x="371570" y="22955"/>
                  </a:lnTo>
                  <a:lnTo>
                    <a:pt x="373094" y="26670"/>
                  </a:lnTo>
                  <a:lnTo>
                    <a:pt x="373666" y="28575"/>
                  </a:lnTo>
                  <a:lnTo>
                    <a:pt x="373856" y="29432"/>
                  </a:lnTo>
                  <a:lnTo>
                    <a:pt x="373952" y="30480"/>
                  </a:lnTo>
                  <a:lnTo>
                    <a:pt x="373761" y="31051"/>
                  </a:lnTo>
                  <a:lnTo>
                    <a:pt x="373380" y="31432"/>
                  </a:lnTo>
                  <a:lnTo>
                    <a:pt x="369570" y="33338"/>
                  </a:lnTo>
                  <a:lnTo>
                    <a:pt x="362807" y="38005"/>
                  </a:lnTo>
                  <a:lnTo>
                    <a:pt x="358902" y="39814"/>
                  </a:lnTo>
                  <a:lnTo>
                    <a:pt x="356902" y="41148"/>
                  </a:lnTo>
                  <a:lnTo>
                    <a:pt x="347472" y="49911"/>
                  </a:lnTo>
                  <a:lnTo>
                    <a:pt x="347186" y="50292"/>
                  </a:lnTo>
                  <a:lnTo>
                    <a:pt x="346901" y="50863"/>
                  </a:lnTo>
                  <a:lnTo>
                    <a:pt x="346710" y="51435"/>
                  </a:lnTo>
                  <a:lnTo>
                    <a:pt x="346520" y="52006"/>
                  </a:lnTo>
                  <a:lnTo>
                    <a:pt x="346424" y="52673"/>
                  </a:lnTo>
                  <a:lnTo>
                    <a:pt x="346138" y="53435"/>
                  </a:lnTo>
                  <a:lnTo>
                    <a:pt x="345472" y="54197"/>
                  </a:lnTo>
                  <a:lnTo>
                    <a:pt x="343757" y="55340"/>
                  </a:lnTo>
                  <a:lnTo>
                    <a:pt x="341757" y="56197"/>
                  </a:lnTo>
                  <a:lnTo>
                    <a:pt x="335947" y="57340"/>
                  </a:lnTo>
                  <a:lnTo>
                    <a:pt x="334613" y="58007"/>
                  </a:lnTo>
                  <a:lnTo>
                    <a:pt x="333756" y="58674"/>
                  </a:lnTo>
                  <a:lnTo>
                    <a:pt x="330708" y="69437"/>
                  </a:lnTo>
                  <a:lnTo>
                    <a:pt x="330041" y="70675"/>
                  </a:lnTo>
                  <a:lnTo>
                    <a:pt x="329184" y="71628"/>
                  </a:lnTo>
                  <a:lnTo>
                    <a:pt x="327374" y="73152"/>
                  </a:lnTo>
                  <a:lnTo>
                    <a:pt x="326612" y="73819"/>
                  </a:lnTo>
                  <a:lnTo>
                    <a:pt x="325850" y="74962"/>
                  </a:lnTo>
                  <a:lnTo>
                    <a:pt x="325279" y="76105"/>
                  </a:lnTo>
                  <a:lnTo>
                    <a:pt x="324231" y="79724"/>
                  </a:lnTo>
                  <a:lnTo>
                    <a:pt x="323755" y="80772"/>
                  </a:lnTo>
                  <a:lnTo>
                    <a:pt x="322897" y="81725"/>
                  </a:lnTo>
                  <a:lnTo>
                    <a:pt x="321945" y="82010"/>
                  </a:lnTo>
                  <a:lnTo>
                    <a:pt x="321088" y="81820"/>
                  </a:lnTo>
                  <a:lnTo>
                    <a:pt x="320421" y="81153"/>
                  </a:lnTo>
                  <a:lnTo>
                    <a:pt x="319849" y="80867"/>
                  </a:lnTo>
                  <a:lnTo>
                    <a:pt x="318706" y="80963"/>
                  </a:lnTo>
                  <a:lnTo>
                    <a:pt x="316897" y="81534"/>
                  </a:lnTo>
                  <a:lnTo>
                    <a:pt x="313754" y="83439"/>
                  </a:lnTo>
                  <a:lnTo>
                    <a:pt x="312134" y="84868"/>
                  </a:lnTo>
                  <a:lnTo>
                    <a:pt x="311182" y="86487"/>
                  </a:lnTo>
                  <a:lnTo>
                    <a:pt x="310324" y="89916"/>
                  </a:lnTo>
                  <a:lnTo>
                    <a:pt x="309848" y="90678"/>
                  </a:lnTo>
                  <a:lnTo>
                    <a:pt x="309086" y="91535"/>
                  </a:lnTo>
                  <a:lnTo>
                    <a:pt x="306419" y="92392"/>
                  </a:lnTo>
                  <a:lnTo>
                    <a:pt x="305657" y="92964"/>
                  </a:lnTo>
                  <a:lnTo>
                    <a:pt x="305181" y="93726"/>
                  </a:lnTo>
                  <a:lnTo>
                    <a:pt x="304990" y="95155"/>
                  </a:lnTo>
                  <a:lnTo>
                    <a:pt x="305086" y="97536"/>
                  </a:lnTo>
                  <a:lnTo>
                    <a:pt x="304895" y="98584"/>
                  </a:lnTo>
                  <a:lnTo>
                    <a:pt x="303562" y="99822"/>
                  </a:lnTo>
                  <a:lnTo>
                    <a:pt x="296132" y="103727"/>
                  </a:lnTo>
                  <a:lnTo>
                    <a:pt x="293942" y="105251"/>
                  </a:lnTo>
                  <a:lnTo>
                    <a:pt x="292703" y="106489"/>
                  </a:lnTo>
                  <a:lnTo>
                    <a:pt x="291465" y="110395"/>
                  </a:lnTo>
                  <a:lnTo>
                    <a:pt x="290703" y="111252"/>
                  </a:lnTo>
                  <a:lnTo>
                    <a:pt x="286321" y="115252"/>
                  </a:lnTo>
                  <a:lnTo>
                    <a:pt x="284607" y="117062"/>
                  </a:lnTo>
                  <a:lnTo>
                    <a:pt x="283559" y="118681"/>
                  </a:lnTo>
                  <a:lnTo>
                    <a:pt x="282607" y="121825"/>
                  </a:lnTo>
                  <a:lnTo>
                    <a:pt x="281749" y="123539"/>
                  </a:lnTo>
                  <a:lnTo>
                    <a:pt x="279368" y="126492"/>
                  </a:lnTo>
                  <a:lnTo>
                    <a:pt x="278797" y="127540"/>
                  </a:lnTo>
                  <a:lnTo>
                    <a:pt x="278606" y="128588"/>
                  </a:lnTo>
                  <a:lnTo>
                    <a:pt x="278511" y="131254"/>
                  </a:lnTo>
                  <a:lnTo>
                    <a:pt x="278321" y="132874"/>
                  </a:lnTo>
                  <a:lnTo>
                    <a:pt x="277939" y="134493"/>
                  </a:lnTo>
                  <a:lnTo>
                    <a:pt x="276320" y="138779"/>
                  </a:lnTo>
                  <a:lnTo>
                    <a:pt x="276130" y="140017"/>
                  </a:lnTo>
                  <a:lnTo>
                    <a:pt x="276225" y="141351"/>
                  </a:lnTo>
                  <a:lnTo>
                    <a:pt x="276701" y="142970"/>
                  </a:lnTo>
                  <a:lnTo>
                    <a:pt x="277559" y="144589"/>
                  </a:lnTo>
                  <a:lnTo>
                    <a:pt x="279368" y="147161"/>
                  </a:lnTo>
                  <a:lnTo>
                    <a:pt x="282130" y="150304"/>
                  </a:lnTo>
                  <a:lnTo>
                    <a:pt x="282702" y="151257"/>
                  </a:lnTo>
                  <a:lnTo>
                    <a:pt x="282988" y="152400"/>
                  </a:lnTo>
                  <a:lnTo>
                    <a:pt x="282702" y="153924"/>
                  </a:lnTo>
                  <a:lnTo>
                    <a:pt x="279940" y="162687"/>
                  </a:lnTo>
                  <a:lnTo>
                    <a:pt x="278987" y="164687"/>
                  </a:lnTo>
                  <a:lnTo>
                    <a:pt x="276225" y="168973"/>
                  </a:lnTo>
                  <a:lnTo>
                    <a:pt x="275368" y="169735"/>
                  </a:lnTo>
                  <a:lnTo>
                    <a:pt x="274511" y="170021"/>
                  </a:lnTo>
                  <a:lnTo>
                    <a:pt x="273558" y="169735"/>
                  </a:lnTo>
                  <a:lnTo>
                    <a:pt x="272701" y="168878"/>
                  </a:lnTo>
                  <a:lnTo>
                    <a:pt x="270986" y="166306"/>
                  </a:lnTo>
                  <a:lnTo>
                    <a:pt x="270129" y="163925"/>
                  </a:lnTo>
                  <a:lnTo>
                    <a:pt x="269748" y="163354"/>
                  </a:lnTo>
                  <a:lnTo>
                    <a:pt x="268986" y="162782"/>
                  </a:lnTo>
                  <a:lnTo>
                    <a:pt x="268034" y="162496"/>
                  </a:lnTo>
                  <a:lnTo>
                    <a:pt x="266795" y="162687"/>
                  </a:lnTo>
                  <a:lnTo>
                    <a:pt x="265938" y="163354"/>
                  </a:lnTo>
                  <a:lnTo>
                    <a:pt x="265271" y="164116"/>
                  </a:lnTo>
                  <a:lnTo>
                    <a:pt x="263176" y="167354"/>
                  </a:lnTo>
                  <a:lnTo>
                    <a:pt x="262604" y="169164"/>
                  </a:lnTo>
                  <a:lnTo>
                    <a:pt x="262319" y="171069"/>
                  </a:lnTo>
                  <a:lnTo>
                    <a:pt x="262604" y="183642"/>
                  </a:lnTo>
                  <a:lnTo>
                    <a:pt x="262509" y="184785"/>
                  </a:lnTo>
                  <a:lnTo>
                    <a:pt x="261938" y="186118"/>
                  </a:lnTo>
                  <a:lnTo>
                    <a:pt x="261652" y="187357"/>
                  </a:lnTo>
                  <a:lnTo>
                    <a:pt x="261461" y="188976"/>
                  </a:lnTo>
                  <a:lnTo>
                    <a:pt x="261461" y="192214"/>
                  </a:lnTo>
                  <a:lnTo>
                    <a:pt x="261080" y="193548"/>
                  </a:lnTo>
                  <a:lnTo>
                    <a:pt x="260318" y="194215"/>
                  </a:lnTo>
                  <a:lnTo>
                    <a:pt x="258985" y="194596"/>
                  </a:lnTo>
                  <a:lnTo>
                    <a:pt x="251936" y="195453"/>
                  </a:lnTo>
                  <a:lnTo>
                    <a:pt x="247555" y="195453"/>
                  </a:lnTo>
                  <a:lnTo>
                    <a:pt x="241554" y="194691"/>
                  </a:lnTo>
                  <a:lnTo>
                    <a:pt x="239649" y="194881"/>
                  </a:lnTo>
                  <a:lnTo>
                    <a:pt x="226600" y="198406"/>
                  </a:lnTo>
                  <a:lnTo>
                    <a:pt x="224504" y="198501"/>
                  </a:lnTo>
                  <a:lnTo>
                    <a:pt x="218599" y="197739"/>
                  </a:lnTo>
                  <a:lnTo>
                    <a:pt x="203073" y="198501"/>
                  </a:lnTo>
                  <a:lnTo>
                    <a:pt x="201168" y="198120"/>
                  </a:lnTo>
                  <a:lnTo>
                    <a:pt x="200311" y="197739"/>
                  </a:lnTo>
                  <a:lnTo>
                    <a:pt x="199930" y="197263"/>
                  </a:lnTo>
                  <a:lnTo>
                    <a:pt x="200501" y="194024"/>
                  </a:lnTo>
                  <a:lnTo>
                    <a:pt x="200501" y="192214"/>
                  </a:lnTo>
                  <a:lnTo>
                    <a:pt x="199930" y="190500"/>
                  </a:lnTo>
                  <a:lnTo>
                    <a:pt x="199263" y="189167"/>
                  </a:lnTo>
                  <a:lnTo>
                    <a:pt x="195644" y="184499"/>
                  </a:lnTo>
                  <a:lnTo>
                    <a:pt x="194310" y="183166"/>
                  </a:lnTo>
                  <a:lnTo>
                    <a:pt x="192596" y="182213"/>
                  </a:lnTo>
                  <a:lnTo>
                    <a:pt x="190786" y="181546"/>
                  </a:lnTo>
                  <a:lnTo>
                    <a:pt x="176213" y="178403"/>
                  </a:lnTo>
                  <a:lnTo>
                    <a:pt x="174117" y="177355"/>
                  </a:lnTo>
                  <a:lnTo>
                    <a:pt x="172593" y="176308"/>
                  </a:lnTo>
                  <a:lnTo>
                    <a:pt x="172974" y="180594"/>
                  </a:lnTo>
                  <a:lnTo>
                    <a:pt x="172498" y="182118"/>
                  </a:lnTo>
                  <a:lnTo>
                    <a:pt x="171545" y="183642"/>
                  </a:lnTo>
                  <a:lnTo>
                    <a:pt x="171545" y="183642"/>
                  </a:lnTo>
                  <a:lnTo>
                    <a:pt x="170021" y="184690"/>
                  </a:lnTo>
                  <a:lnTo>
                    <a:pt x="168593" y="185166"/>
                  </a:lnTo>
                  <a:lnTo>
                    <a:pt x="165926" y="185452"/>
                  </a:lnTo>
                  <a:lnTo>
                    <a:pt x="160782" y="185261"/>
                  </a:lnTo>
                  <a:lnTo>
                    <a:pt x="159734" y="185547"/>
                  </a:lnTo>
                  <a:lnTo>
                    <a:pt x="158877" y="186404"/>
                  </a:lnTo>
                  <a:lnTo>
                    <a:pt x="158496" y="187547"/>
                  </a:lnTo>
                  <a:lnTo>
                    <a:pt x="158305" y="188785"/>
                  </a:lnTo>
                  <a:lnTo>
                    <a:pt x="158210" y="190786"/>
                  </a:lnTo>
                  <a:lnTo>
                    <a:pt x="157924" y="191929"/>
                  </a:lnTo>
                  <a:lnTo>
                    <a:pt x="157258" y="192786"/>
                  </a:lnTo>
                  <a:lnTo>
                    <a:pt x="155924" y="194119"/>
                  </a:lnTo>
                  <a:lnTo>
                    <a:pt x="154877" y="195453"/>
                  </a:lnTo>
                  <a:lnTo>
                    <a:pt x="150590" y="198406"/>
                  </a:lnTo>
                  <a:lnTo>
                    <a:pt x="148876" y="200025"/>
                  </a:lnTo>
                  <a:lnTo>
                    <a:pt x="145447" y="202787"/>
                  </a:lnTo>
                  <a:lnTo>
                    <a:pt x="144875" y="203930"/>
                  </a:lnTo>
                  <a:lnTo>
                    <a:pt x="145161" y="205454"/>
                  </a:lnTo>
                  <a:lnTo>
                    <a:pt x="145732" y="206978"/>
                  </a:lnTo>
                  <a:lnTo>
                    <a:pt x="145828" y="209074"/>
                  </a:lnTo>
                  <a:lnTo>
                    <a:pt x="141637" y="219075"/>
                  </a:lnTo>
                  <a:lnTo>
                    <a:pt x="140494" y="224028"/>
                  </a:lnTo>
                  <a:lnTo>
                    <a:pt x="140208" y="226504"/>
                  </a:lnTo>
                  <a:lnTo>
                    <a:pt x="139255" y="229743"/>
                  </a:lnTo>
                  <a:lnTo>
                    <a:pt x="139065" y="231267"/>
                  </a:lnTo>
                  <a:lnTo>
                    <a:pt x="139065" y="231743"/>
                  </a:lnTo>
                  <a:lnTo>
                    <a:pt x="142875" y="235648"/>
                  </a:lnTo>
                  <a:lnTo>
                    <a:pt x="144875" y="241459"/>
                  </a:lnTo>
                  <a:lnTo>
                    <a:pt x="145352" y="243935"/>
                  </a:lnTo>
                  <a:lnTo>
                    <a:pt x="146018" y="245554"/>
                  </a:lnTo>
                  <a:lnTo>
                    <a:pt x="146209" y="246317"/>
                  </a:lnTo>
                  <a:lnTo>
                    <a:pt x="146018" y="247459"/>
                  </a:lnTo>
                  <a:lnTo>
                    <a:pt x="142875" y="254984"/>
                  </a:lnTo>
                  <a:lnTo>
                    <a:pt x="142208" y="257461"/>
                  </a:lnTo>
                  <a:lnTo>
                    <a:pt x="142685" y="259366"/>
                  </a:lnTo>
                  <a:lnTo>
                    <a:pt x="142875" y="259747"/>
                  </a:lnTo>
                  <a:lnTo>
                    <a:pt x="143065" y="260128"/>
                  </a:lnTo>
                  <a:lnTo>
                    <a:pt x="143351" y="261271"/>
                  </a:lnTo>
                  <a:lnTo>
                    <a:pt x="143542" y="262795"/>
                  </a:lnTo>
                  <a:lnTo>
                    <a:pt x="143637" y="265843"/>
                  </a:lnTo>
                  <a:lnTo>
                    <a:pt x="143542" y="267176"/>
                  </a:lnTo>
                  <a:lnTo>
                    <a:pt x="142589" y="270319"/>
                  </a:lnTo>
                  <a:lnTo>
                    <a:pt x="143065" y="270700"/>
                  </a:lnTo>
                  <a:lnTo>
                    <a:pt x="144018" y="271081"/>
                  </a:lnTo>
                  <a:lnTo>
                    <a:pt x="155448" y="273177"/>
                  </a:lnTo>
                  <a:lnTo>
                    <a:pt x="159068" y="272701"/>
                  </a:lnTo>
                  <a:lnTo>
                    <a:pt x="160115" y="272701"/>
                  </a:lnTo>
                  <a:lnTo>
                    <a:pt x="160782" y="272891"/>
                  </a:lnTo>
                  <a:lnTo>
                    <a:pt x="161639" y="273367"/>
                  </a:lnTo>
                  <a:lnTo>
                    <a:pt x="162592" y="274320"/>
                  </a:lnTo>
                  <a:lnTo>
                    <a:pt x="162782" y="274892"/>
                  </a:lnTo>
                  <a:lnTo>
                    <a:pt x="162687" y="275368"/>
                  </a:lnTo>
                  <a:lnTo>
                    <a:pt x="162020" y="276034"/>
                  </a:lnTo>
                  <a:lnTo>
                    <a:pt x="161830" y="276415"/>
                  </a:lnTo>
                  <a:lnTo>
                    <a:pt x="162496" y="277082"/>
                  </a:lnTo>
                  <a:lnTo>
                    <a:pt x="163925" y="277749"/>
                  </a:lnTo>
                  <a:lnTo>
                    <a:pt x="169354" y="279368"/>
                  </a:lnTo>
                  <a:lnTo>
                    <a:pt x="173069" y="279749"/>
                  </a:lnTo>
                  <a:lnTo>
                    <a:pt x="175641" y="279273"/>
                  </a:lnTo>
                  <a:lnTo>
                    <a:pt x="176689" y="279654"/>
                  </a:lnTo>
                  <a:lnTo>
                    <a:pt x="176974" y="280130"/>
                  </a:lnTo>
                  <a:lnTo>
                    <a:pt x="177355" y="280606"/>
                  </a:lnTo>
                  <a:lnTo>
                    <a:pt x="177927" y="281178"/>
                  </a:lnTo>
                  <a:lnTo>
                    <a:pt x="179165" y="282035"/>
                  </a:lnTo>
                  <a:lnTo>
                    <a:pt x="180594" y="282702"/>
                  </a:lnTo>
                  <a:lnTo>
                    <a:pt x="186976" y="284417"/>
                  </a:lnTo>
                  <a:lnTo>
                    <a:pt x="187166" y="284512"/>
                  </a:lnTo>
                  <a:lnTo>
                    <a:pt x="190881" y="286131"/>
                  </a:lnTo>
                  <a:lnTo>
                    <a:pt x="191548" y="286607"/>
                  </a:lnTo>
                  <a:lnTo>
                    <a:pt x="192214" y="287369"/>
                  </a:lnTo>
                  <a:lnTo>
                    <a:pt x="192405" y="287846"/>
                  </a:lnTo>
                  <a:lnTo>
                    <a:pt x="194024" y="291655"/>
                  </a:lnTo>
                  <a:lnTo>
                    <a:pt x="194881" y="292894"/>
                  </a:lnTo>
                  <a:lnTo>
                    <a:pt x="195834" y="293942"/>
                  </a:lnTo>
                  <a:lnTo>
                    <a:pt x="196501" y="294418"/>
                  </a:lnTo>
                  <a:lnTo>
                    <a:pt x="197263" y="294703"/>
                  </a:lnTo>
                  <a:lnTo>
                    <a:pt x="199644" y="294894"/>
                  </a:lnTo>
                  <a:lnTo>
                    <a:pt x="201359" y="295275"/>
                  </a:lnTo>
                  <a:lnTo>
                    <a:pt x="202216" y="295656"/>
                  </a:lnTo>
                  <a:lnTo>
                    <a:pt x="202597" y="296227"/>
                  </a:lnTo>
                  <a:lnTo>
                    <a:pt x="202597" y="296704"/>
                  </a:lnTo>
                  <a:lnTo>
                    <a:pt x="202121" y="298323"/>
                  </a:lnTo>
                  <a:lnTo>
                    <a:pt x="202025" y="298894"/>
                  </a:lnTo>
                  <a:lnTo>
                    <a:pt x="202025" y="299561"/>
                  </a:lnTo>
                  <a:lnTo>
                    <a:pt x="202121" y="300228"/>
                  </a:lnTo>
                  <a:lnTo>
                    <a:pt x="202502" y="300895"/>
                  </a:lnTo>
                  <a:lnTo>
                    <a:pt x="203359" y="301847"/>
                  </a:lnTo>
                  <a:lnTo>
                    <a:pt x="203930" y="302228"/>
                  </a:lnTo>
                  <a:lnTo>
                    <a:pt x="204597" y="302419"/>
                  </a:lnTo>
                  <a:lnTo>
                    <a:pt x="207073" y="302705"/>
                  </a:lnTo>
                  <a:lnTo>
                    <a:pt x="208217" y="302990"/>
                  </a:lnTo>
                  <a:lnTo>
                    <a:pt x="211169" y="304228"/>
                  </a:lnTo>
                  <a:lnTo>
                    <a:pt x="212312" y="304514"/>
                  </a:lnTo>
                  <a:lnTo>
                    <a:pt x="212884" y="304609"/>
                  </a:lnTo>
                  <a:lnTo>
                    <a:pt x="213455" y="304609"/>
                  </a:lnTo>
                  <a:lnTo>
                    <a:pt x="213836" y="304419"/>
                  </a:lnTo>
                  <a:lnTo>
                    <a:pt x="214217" y="304133"/>
                  </a:lnTo>
                  <a:lnTo>
                    <a:pt x="215265" y="302323"/>
                  </a:lnTo>
                  <a:lnTo>
                    <a:pt x="215646" y="301942"/>
                  </a:lnTo>
                  <a:lnTo>
                    <a:pt x="216122" y="301657"/>
                  </a:lnTo>
                  <a:lnTo>
                    <a:pt x="216979" y="301561"/>
                  </a:lnTo>
                  <a:lnTo>
                    <a:pt x="217456" y="301752"/>
                  </a:lnTo>
                  <a:lnTo>
                    <a:pt x="217837" y="302038"/>
                  </a:lnTo>
                  <a:lnTo>
                    <a:pt x="218408" y="302990"/>
                  </a:lnTo>
                  <a:lnTo>
                    <a:pt x="218789" y="303562"/>
                  </a:lnTo>
                  <a:lnTo>
                    <a:pt x="219456" y="304228"/>
                  </a:lnTo>
                  <a:lnTo>
                    <a:pt x="220028" y="304609"/>
                  </a:lnTo>
                  <a:lnTo>
                    <a:pt x="220694" y="304800"/>
                  </a:lnTo>
                  <a:lnTo>
                    <a:pt x="223456" y="305276"/>
                  </a:lnTo>
                  <a:lnTo>
                    <a:pt x="226695" y="306134"/>
                  </a:lnTo>
                  <a:lnTo>
                    <a:pt x="227743" y="306514"/>
                  </a:lnTo>
                  <a:lnTo>
                    <a:pt x="228505" y="306896"/>
                  </a:lnTo>
                  <a:lnTo>
                    <a:pt x="229171" y="307562"/>
                  </a:lnTo>
                  <a:lnTo>
                    <a:pt x="229838" y="308324"/>
                  </a:lnTo>
                  <a:lnTo>
                    <a:pt x="230410" y="309086"/>
                  </a:lnTo>
                  <a:lnTo>
                    <a:pt x="230600" y="309563"/>
                  </a:lnTo>
                  <a:lnTo>
                    <a:pt x="231362" y="311467"/>
                  </a:lnTo>
                  <a:lnTo>
                    <a:pt x="231648" y="312039"/>
                  </a:lnTo>
                  <a:lnTo>
                    <a:pt x="232029" y="312610"/>
                  </a:lnTo>
                  <a:lnTo>
                    <a:pt x="232601" y="313277"/>
                  </a:lnTo>
                  <a:lnTo>
                    <a:pt x="233839" y="314420"/>
                  </a:lnTo>
                  <a:lnTo>
                    <a:pt x="234601" y="314992"/>
                  </a:lnTo>
                  <a:lnTo>
                    <a:pt x="235268" y="315277"/>
                  </a:lnTo>
                  <a:lnTo>
                    <a:pt x="236411" y="315659"/>
                  </a:lnTo>
                  <a:lnTo>
                    <a:pt x="237554" y="315754"/>
                  </a:lnTo>
                  <a:lnTo>
                    <a:pt x="238887" y="315754"/>
                  </a:lnTo>
                  <a:lnTo>
                    <a:pt x="240697" y="315468"/>
                  </a:lnTo>
                  <a:lnTo>
                    <a:pt x="241459" y="315468"/>
                  </a:lnTo>
                  <a:lnTo>
                    <a:pt x="242602" y="315659"/>
                  </a:lnTo>
                  <a:lnTo>
                    <a:pt x="243269" y="316039"/>
                  </a:lnTo>
                  <a:lnTo>
                    <a:pt x="243935" y="316421"/>
                  </a:lnTo>
                  <a:lnTo>
                    <a:pt x="244602" y="317087"/>
                  </a:lnTo>
                  <a:lnTo>
                    <a:pt x="245173" y="317468"/>
                  </a:lnTo>
                  <a:lnTo>
                    <a:pt x="245840" y="317659"/>
                  </a:lnTo>
                  <a:lnTo>
                    <a:pt x="248412" y="318230"/>
                  </a:lnTo>
                  <a:lnTo>
                    <a:pt x="249079" y="318516"/>
                  </a:lnTo>
                  <a:lnTo>
                    <a:pt x="249555" y="318897"/>
                  </a:lnTo>
                  <a:lnTo>
                    <a:pt x="249841" y="319278"/>
                  </a:lnTo>
                  <a:lnTo>
                    <a:pt x="250127" y="319659"/>
                  </a:lnTo>
                  <a:lnTo>
                    <a:pt x="250412" y="320135"/>
                  </a:lnTo>
                  <a:lnTo>
                    <a:pt x="252127" y="321755"/>
                  </a:lnTo>
                  <a:lnTo>
                    <a:pt x="254603" y="323659"/>
                  </a:lnTo>
                  <a:lnTo>
                    <a:pt x="255556" y="324612"/>
                  </a:lnTo>
                  <a:lnTo>
                    <a:pt x="256222" y="325469"/>
                  </a:lnTo>
                  <a:lnTo>
                    <a:pt x="256318" y="326041"/>
                  </a:lnTo>
                  <a:lnTo>
                    <a:pt x="256318" y="326612"/>
                  </a:lnTo>
                  <a:lnTo>
                    <a:pt x="256318" y="327279"/>
                  </a:lnTo>
                  <a:lnTo>
                    <a:pt x="256222" y="327850"/>
                  </a:lnTo>
                  <a:lnTo>
                    <a:pt x="255556" y="329946"/>
                  </a:lnTo>
                  <a:lnTo>
                    <a:pt x="255079" y="330898"/>
                  </a:lnTo>
                  <a:lnTo>
                    <a:pt x="254508" y="331756"/>
                  </a:lnTo>
                  <a:lnTo>
                    <a:pt x="253079" y="333089"/>
                  </a:lnTo>
                  <a:lnTo>
                    <a:pt x="251936" y="334709"/>
                  </a:lnTo>
                  <a:lnTo>
                    <a:pt x="251746" y="335185"/>
                  </a:lnTo>
                  <a:lnTo>
                    <a:pt x="251555" y="335756"/>
                  </a:lnTo>
                  <a:lnTo>
                    <a:pt x="251460" y="336328"/>
                  </a:lnTo>
                  <a:lnTo>
                    <a:pt x="251460" y="336994"/>
                  </a:lnTo>
                  <a:lnTo>
                    <a:pt x="251555" y="337566"/>
                  </a:lnTo>
                  <a:lnTo>
                    <a:pt x="251936" y="338518"/>
                  </a:lnTo>
                  <a:lnTo>
                    <a:pt x="252413" y="339376"/>
                  </a:lnTo>
                  <a:lnTo>
                    <a:pt x="253746" y="340995"/>
                  </a:lnTo>
                  <a:lnTo>
                    <a:pt x="254603" y="342328"/>
                  </a:lnTo>
                  <a:lnTo>
                    <a:pt x="255175" y="343471"/>
                  </a:lnTo>
                  <a:lnTo>
                    <a:pt x="255270" y="344043"/>
                  </a:lnTo>
                  <a:lnTo>
                    <a:pt x="255556" y="345091"/>
                  </a:lnTo>
                  <a:lnTo>
                    <a:pt x="255842" y="347472"/>
                  </a:lnTo>
                  <a:lnTo>
                    <a:pt x="255937" y="348425"/>
                  </a:lnTo>
                  <a:lnTo>
                    <a:pt x="255651" y="352044"/>
                  </a:lnTo>
                  <a:lnTo>
                    <a:pt x="255270" y="354521"/>
                  </a:lnTo>
                  <a:lnTo>
                    <a:pt x="254794" y="356140"/>
                  </a:lnTo>
                  <a:lnTo>
                    <a:pt x="254127" y="360331"/>
                  </a:lnTo>
                  <a:lnTo>
                    <a:pt x="253937" y="360807"/>
                  </a:lnTo>
                  <a:lnTo>
                    <a:pt x="253651" y="361378"/>
                  </a:lnTo>
                  <a:lnTo>
                    <a:pt x="253079" y="362140"/>
                  </a:lnTo>
                  <a:lnTo>
                    <a:pt x="252317" y="362807"/>
                  </a:lnTo>
                  <a:lnTo>
                    <a:pt x="251365" y="363188"/>
                  </a:lnTo>
                  <a:lnTo>
                    <a:pt x="249841" y="363664"/>
                  </a:lnTo>
                  <a:lnTo>
                    <a:pt x="248793" y="364046"/>
                  </a:lnTo>
                  <a:lnTo>
                    <a:pt x="248031" y="364617"/>
                  </a:lnTo>
                  <a:lnTo>
                    <a:pt x="247650" y="364903"/>
                  </a:lnTo>
                  <a:lnTo>
                    <a:pt x="245269" y="368046"/>
                  </a:lnTo>
                  <a:lnTo>
                    <a:pt x="244888" y="368427"/>
                  </a:lnTo>
                  <a:lnTo>
                    <a:pt x="244126" y="368903"/>
                  </a:lnTo>
                  <a:lnTo>
                    <a:pt x="242697" y="369665"/>
                  </a:lnTo>
                  <a:lnTo>
                    <a:pt x="241078" y="370713"/>
                  </a:lnTo>
                  <a:lnTo>
                    <a:pt x="240316" y="371284"/>
                  </a:lnTo>
                  <a:lnTo>
                    <a:pt x="239935" y="371761"/>
                  </a:lnTo>
                  <a:lnTo>
                    <a:pt x="239649" y="372142"/>
                  </a:lnTo>
                  <a:lnTo>
                    <a:pt x="239363" y="372523"/>
                  </a:lnTo>
                  <a:lnTo>
                    <a:pt x="239173" y="372999"/>
                  </a:lnTo>
                  <a:lnTo>
                    <a:pt x="239173" y="373475"/>
                  </a:lnTo>
                  <a:lnTo>
                    <a:pt x="239363" y="374237"/>
                  </a:lnTo>
                  <a:lnTo>
                    <a:pt x="239649" y="374999"/>
                  </a:lnTo>
                  <a:lnTo>
                    <a:pt x="240982" y="377666"/>
                  </a:lnTo>
                  <a:lnTo>
                    <a:pt x="241554" y="379857"/>
                  </a:lnTo>
                  <a:lnTo>
                    <a:pt x="241745" y="381000"/>
                  </a:lnTo>
                  <a:lnTo>
                    <a:pt x="241840" y="381571"/>
                  </a:lnTo>
                  <a:lnTo>
                    <a:pt x="241840" y="382810"/>
                  </a:lnTo>
                  <a:lnTo>
                    <a:pt x="240697" y="390239"/>
                  </a:lnTo>
                  <a:lnTo>
                    <a:pt x="240697" y="390811"/>
                  </a:lnTo>
                  <a:lnTo>
                    <a:pt x="240792" y="391477"/>
                  </a:lnTo>
                  <a:lnTo>
                    <a:pt x="240982" y="392621"/>
                  </a:lnTo>
                  <a:lnTo>
                    <a:pt x="241268" y="393668"/>
                  </a:lnTo>
                  <a:lnTo>
                    <a:pt x="243649" y="399097"/>
                  </a:lnTo>
                  <a:lnTo>
                    <a:pt x="248221" y="405193"/>
                  </a:lnTo>
                  <a:lnTo>
                    <a:pt x="248412" y="412051"/>
                  </a:lnTo>
                  <a:lnTo>
                    <a:pt x="249174" y="417481"/>
                  </a:lnTo>
                  <a:lnTo>
                    <a:pt x="249269" y="420338"/>
                  </a:lnTo>
                  <a:lnTo>
                    <a:pt x="249174" y="421100"/>
                  </a:lnTo>
                  <a:lnTo>
                    <a:pt x="248888" y="421672"/>
                  </a:lnTo>
                  <a:lnTo>
                    <a:pt x="247555" y="423100"/>
                  </a:lnTo>
                  <a:lnTo>
                    <a:pt x="244793" y="427292"/>
                  </a:lnTo>
                  <a:lnTo>
                    <a:pt x="242316" y="430244"/>
                  </a:lnTo>
                  <a:lnTo>
                    <a:pt x="241649" y="430911"/>
                  </a:lnTo>
                  <a:lnTo>
                    <a:pt x="240887" y="431578"/>
                  </a:lnTo>
                  <a:lnTo>
                    <a:pt x="240221" y="431863"/>
                  </a:lnTo>
                  <a:lnTo>
                    <a:pt x="239363" y="432054"/>
                  </a:lnTo>
                  <a:lnTo>
                    <a:pt x="235744" y="432340"/>
                  </a:lnTo>
                  <a:lnTo>
                    <a:pt x="228219" y="431482"/>
                  </a:lnTo>
                  <a:lnTo>
                    <a:pt x="226123" y="431673"/>
                  </a:lnTo>
                  <a:lnTo>
                    <a:pt x="225266" y="431863"/>
                  </a:lnTo>
                  <a:lnTo>
                    <a:pt x="222123" y="433006"/>
                  </a:lnTo>
                  <a:lnTo>
                    <a:pt x="221456" y="433006"/>
                  </a:lnTo>
                  <a:lnTo>
                    <a:pt x="220694" y="432911"/>
                  </a:lnTo>
                  <a:lnTo>
                    <a:pt x="219646" y="432340"/>
                  </a:lnTo>
                  <a:lnTo>
                    <a:pt x="218027" y="430721"/>
                  </a:lnTo>
                  <a:lnTo>
                    <a:pt x="217361" y="430244"/>
                  </a:lnTo>
                  <a:lnTo>
                    <a:pt x="217075" y="430149"/>
                  </a:lnTo>
                  <a:lnTo>
                    <a:pt x="216408" y="429959"/>
                  </a:lnTo>
                  <a:lnTo>
                    <a:pt x="215360" y="429959"/>
                  </a:lnTo>
                  <a:lnTo>
                    <a:pt x="212407" y="430339"/>
                  </a:lnTo>
                  <a:lnTo>
                    <a:pt x="211074" y="430625"/>
                  </a:lnTo>
                  <a:lnTo>
                    <a:pt x="210312" y="430911"/>
                  </a:lnTo>
                  <a:lnTo>
                    <a:pt x="209074" y="431387"/>
                  </a:lnTo>
                  <a:lnTo>
                    <a:pt x="205740" y="433483"/>
                  </a:lnTo>
                  <a:lnTo>
                    <a:pt x="203835" y="434245"/>
                  </a:lnTo>
                  <a:lnTo>
                    <a:pt x="201739" y="434721"/>
                  </a:lnTo>
                  <a:lnTo>
                    <a:pt x="201263" y="434911"/>
                  </a:lnTo>
                  <a:lnTo>
                    <a:pt x="200882" y="435197"/>
                  </a:lnTo>
                  <a:lnTo>
                    <a:pt x="200120" y="435864"/>
                  </a:lnTo>
                  <a:lnTo>
                    <a:pt x="199644" y="436245"/>
                  </a:lnTo>
                  <a:lnTo>
                    <a:pt x="198311" y="436817"/>
                  </a:lnTo>
                  <a:lnTo>
                    <a:pt x="197739" y="436912"/>
                  </a:lnTo>
                  <a:lnTo>
                    <a:pt x="197072" y="436817"/>
                  </a:lnTo>
                  <a:lnTo>
                    <a:pt x="197168" y="436626"/>
                  </a:lnTo>
                  <a:lnTo>
                    <a:pt x="196691" y="436245"/>
                  </a:lnTo>
                  <a:lnTo>
                    <a:pt x="196405" y="435864"/>
                  </a:lnTo>
                  <a:lnTo>
                    <a:pt x="196215" y="435483"/>
                  </a:lnTo>
                  <a:lnTo>
                    <a:pt x="196024" y="435102"/>
                  </a:lnTo>
                  <a:lnTo>
                    <a:pt x="195548" y="433673"/>
                  </a:lnTo>
                  <a:lnTo>
                    <a:pt x="195072" y="433102"/>
                  </a:lnTo>
                  <a:lnTo>
                    <a:pt x="193834" y="432625"/>
                  </a:lnTo>
                  <a:lnTo>
                    <a:pt x="188976" y="431863"/>
                  </a:lnTo>
                  <a:lnTo>
                    <a:pt x="182880" y="428339"/>
                  </a:lnTo>
                  <a:lnTo>
                    <a:pt x="179832" y="427577"/>
                  </a:lnTo>
                  <a:lnTo>
                    <a:pt x="179356" y="427577"/>
                  </a:lnTo>
                  <a:lnTo>
                    <a:pt x="178594" y="428530"/>
                  </a:lnTo>
                  <a:lnTo>
                    <a:pt x="178498" y="428720"/>
                  </a:lnTo>
                  <a:lnTo>
                    <a:pt x="178498" y="429196"/>
                  </a:lnTo>
                  <a:lnTo>
                    <a:pt x="178594" y="429768"/>
                  </a:lnTo>
                  <a:lnTo>
                    <a:pt x="178879" y="430625"/>
                  </a:lnTo>
                  <a:lnTo>
                    <a:pt x="179070" y="431387"/>
                  </a:lnTo>
                  <a:lnTo>
                    <a:pt x="179165" y="432149"/>
                  </a:lnTo>
                  <a:lnTo>
                    <a:pt x="178879" y="433102"/>
                  </a:lnTo>
                  <a:lnTo>
                    <a:pt x="178689" y="433673"/>
                  </a:lnTo>
                  <a:lnTo>
                    <a:pt x="178403" y="434054"/>
                  </a:lnTo>
                  <a:lnTo>
                    <a:pt x="178213" y="434340"/>
                  </a:lnTo>
                  <a:lnTo>
                    <a:pt x="177832" y="434626"/>
                  </a:lnTo>
                  <a:lnTo>
                    <a:pt x="176974" y="435007"/>
                  </a:lnTo>
                  <a:lnTo>
                    <a:pt x="174212" y="435673"/>
                  </a:lnTo>
                  <a:lnTo>
                    <a:pt x="173831" y="435959"/>
                  </a:lnTo>
                  <a:lnTo>
                    <a:pt x="173641" y="436435"/>
                  </a:lnTo>
                  <a:lnTo>
                    <a:pt x="173736" y="437102"/>
                  </a:lnTo>
                  <a:lnTo>
                    <a:pt x="174403" y="438340"/>
                  </a:lnTo>
                  <a:lnTo>
                    <a:pt x="176403" y="441198"/>
                  </a:lnTo>
                  <a:lnTo>
                    <a:pt x="180785" y="450913"/>
                  </a:lnTo>
                  <a:lnTo>
                    <a:pt x="183452" y="453771"/>
                  </a:lnTo>
                  <a:lnTo>
                    <a:pt x="186023" y="455962"/>
                  </a:lnTo>
                  <a:lnTo>
                    <a:pt x="186595" y="456724"/>
                  </a:lnTo>
                  <a:lnTo>
                    <a:pt x="187071" y="457581"/>
                  </a:lnTo>
                  <a:lnTo>
                    <a:pt x="187262" y="457962"/>
                  </a:lnTo>
                  <a:lnTo>
                    <a:pt x="187357" y="458438"/>
                  </a:lnTo>
                  <a:lnTo>
                    <a:pt x="187357" y="458724"/>
                  </a:lnTo>
                  <a:lnTo>
                    <a:pt x="187262" y="459867"/>
                  </a:lnTo>
                  <a:lnTo>
                    <a:pt x="186404" y="460819"/>
                  </a:lnTo>
                  <a:lnTo>
                    <a:pt x="183356" y="461772"/>
                  </a:lnTo>
                  <a:lnTo>
                    <a:pt x="180213" y="462248"/>
                  </a:lnTo>
                  <a:lnTo>
                    <a:pt x="178498" y="463010"/>
                  </a:lnTo>
                  <a:lnTo>
                    <a:pt x="177927" y="463105"/>
                  </a:lnTo>
                  <a:lnTo>
                    <a:pt x="176784" y="463296"/>
                  </a:lnTo>
                  <a:lnTo>
                    <a:pt x="169736" y="462820"/>
                  </a:lnTo>
                  <a:lnTo>
                    <a:pt x="165545" y="461963"/>
                  </a:lnTo>
                  <a:lnTo>
                    <a:pt x="164402" y="462248"/>
                  </a:lnTo>
                  <a:lnTo>
                    <a:pt x="163830" y="462629"/>
                  </a:lnTo>
                  <a:lnTo>
                    <a:pt x="163354" y="463010"/>
                  </a:lnTo>
                  <a:lnTo>
                    <a:pt x="162115" y="464630"/>
                  </a:lnTo>
                  <a:lnTo>
                    <a:pt x="161449" y="465296"/>
                  </a:lnTo>
                  <a:lnTo>
                    <a:pt x="160972" y="465487"/>
                  </a:lnTo>
                  <a:lnTo>
                    <a:pt x="160592" y="465677"/>
                  </a:lnTo>
                  <a:lnTo>
                    <a:pt x="159734" y="465772"/>
                  </a:lnTo>
                  <a:lnTo>
                    <a:pt x="157924" y="465487"/>
                  </a:lnTo>
                  <a:lnTo>
                    <a:pt x="153924" y="464153"/>
                  </a:lnTo>
                  <a:lnTo>
                    <a:pt x="152305" y="464058"/>
                  </a:lnTo>
                  <a:lnTo>
                    <a:pt x="150876" y="464248"/>
                  </a:lnTo>
                  <a:lnTo>
                    <a:pt x="150114" y="464534"/>
                  </a:lnTo>
                  <a:lnTo>
                    <a:pt x="149066" y="465010"/>
                  </a:lnTo>
                  <a:lnTo>
                    <a:pt x="148495" y="465010"/>
                  </a:lnTo>
                  <a:lnTo>
                    <a:pt x="147638" y="464915"/>
                  </a:lnTo>
                  <a:lnTo>
                    <a:pt x="146495" y="464439"/>
                  </a:lnTo>
                  <a:lnTo>
                    <a:pt x="145732" y="464153"/>
                  </a:lnTo>
                  <a:lnTo>
                    <a:pt x="144875" y="464058"/>
                  </a:lnTo>
                  <a:lnTo>
                    <a:pt x="143923" y="464344"/>
                  </a:lnTo>
                  <a:lnTo>
                    <a:pt x="143351" y="464630"/>
                  </a:lnTo>
                  <a:lnTo>
                    <a:pt x="142875" y="465010"/>
                  </a:lnTo>
                  <a:lnTo>
                    <a:pt x="141922" y="466820"/>
                  </a:lnTo>
                  <a:lnTo>
                    <a:pt x="141637" y="467201"/>
                  </a:lnTo>
                  <a:lnTo>
                    <a:pt x="141161" y="467392"/>
                  </a:lnTo>
                  <a:lnTo>
                    <a:pt x="139541" y="467677"/>
                  </a:lnTo>
                  <a:lnTo>
                    <a:pt x="138970" y="467868"/>
                  </a:lnTo>
                  <a:lnTo>
                    <a:pt x="138589" y="468154"/>
                  </a:lnTo>
                  <a:lnTo>
                    <a:pt x="137922" y="468916"/>
                  </a:lnTo>
                  <a:lnTo>
                    <a:pt x="137541" y="469106"/>
                  </a:lnTo>
                  <a:lnTo>
                    <a:pt x="136874" y="469106"/>
                  </a:lnTo>
                  <a:lnTo>
                    <a:pt x="135922" y="468535"/>
                  </a:lnTo>
                  <a:lnTo>
                    <a:pt x="135446" y="467963"/>
                  </a:lnTo>
                  <a:lnTo>
                    <a:pt x="134588" y="466820"/>
                  </a:lnTo>
                  <a:lnTo>
                    <a:pt x="133921" y="465487"/>
                  </a:lnTo>
                  <a:lnTo>
                    <a:pt x="133636" y="465106"/>
                  </a:lnTo>
                  <a:lnTo>
                    <a:pt x="132683" y="464058"/>
                  </a:lnTo>
                  <a:lnTo>
                    <a:pt x="131921" y="463391"/>
                  </a:lnTo>
                  <a:lnTo>
                    <a:pt x="128588" y="461296"/>
                  </a:lnTo>
                  <a:lnTo>
                    <a:pt x="127921" y="460534"/>
                  </a:lnTo>
                  <a:lnTo>
                    <a:pt x="125921" y="457105"/>
                  </a:lnTo>
                  <a:lnTo>
                    <a:pt x="124873" y="455581"/>
                  </a:lnTo>
                  <a:lnTo>
                    <a:pt x="124206" y="454914"/>
                  </a:lnTo>
                  <a:lnTo>
                    <a:pt x="123349" y="454342"/>
                  </a:lnTo>
                  <a:lnTo>
                    <a:pt x="122396" y="453866"/>
                  </a:lnTo>
                  <a:lnTo>
                    <a:pt x="116491" y="452818"/>
                  </a:lnTo>
                  <a:lnTo>
                    <a:pt x="116014" y="452628"/>
                  </a:lnTo>
                  <a:lnTo>
                    <a:pt x="115634" y="452342"/>
                  </a:lnTo>
                  <a:lnTo>
                    <a:pt x="115253" y="451961"/>
                  </a:lnTo>
                  <a:lnTo>
                    <a:pt x="114395" y="450818"/>
                  </a:lnTo>
                  <a:lnTo>
                    <a:pt x="113729" y="450151"/>
                  </a:lnTo>
                  <a:lnTo>
                    <a:pt x="113252" y="449961"/>
                  </a:lnTo>
                  <a:lnTo>
                    <a:pt x="112204" y="449771"/>
                  </a:lnTo>
                  <a:lnTo>
                    <a:pt x="104965" y="450056"/>
                  </a:lnTo>
                  <a:lnTo>
                    <a:pt x="102584" y="449485"/>
                  </a:lnTo>
                  <a:lnTo>
                    <a:pt x="101727" y="449294"/>
                  </a:lnTo>
                  <a:lnTo>
                    <a:pt x="90011" y="451104"/>
                  </a:lnTo>
                  <a:lnTo>
                    <a:pt x="86773" y="450342"/>
                  </a:lnTo>
                  <a:lnTo>
                    <a:pt x="86011" y="450437"/>
                  </a:lnTo>
                  <a:lnTo>
                    <a:pt x="85249" y="450818"/>
                  </a:lnTo>
                  <a:lnTo>
                    <a:pt x="84201" y="452056"/>
                  </a:lnTo>
                  <a:lnTo>
                    <a:pt x="83629" y="452818"/>
                  </a:lnTo>
                  <a:lnTo>
                    <a:pt x="82487" y="453961"/>
                  </a:lnTo>
                  <a:lnTo>
                    <a:pt x="79343" y="455676"/>
                  </a:lnTo>
                  <a:lnTo>
                    <a:pt x="79153" y="456819"/>
                  </a:lnTo>
                  <a:lnTo>
                    <a:pt x="79248" y="457200"/>
                  </a:lnTo>
                  <a:lnTo>
                    <a:pt x="79724" y="458534"/>
                  </a:lnTo>
                  <a:lnTo>
                    <a:pt x="80391" y="459391"/>
                  </a:lnTo>
                  <a:lnTo>
                    <a:pt x="80486" y="459867"/>
                  </a:lnTo>
                  <a:lnTo>
                    <a:pt x="80486" y="460629"/>
                  </a:lnTo>
                  <a:lnTo>
                    <a:pt x="79820" y="463010"/>
                  </a:lnTo>
                  <a:lnTo>
                    <a:pt x="79724" y="463677"/>
                  </a:lnTo>
                  <a:lnTo>
                    <a:pt x="79820" y="464344"/>
                  </a:lnTo>
                  <a:lnTo>
                    <a:pt x="80010" y="465296"/>
                  </a:lnTo>
                  <a:lnTo>
                    <a:pt x="80105" y="465772"/>
                  </a:lnTo>
                  <a:lnTo>
                    <a:pt x="84011" y="471868"/>
                  </a:lnTo>
                  <a:lnTo>
                    <a:pt x="84201" y="472440"/>
                  </a:lnTo>
                  <a:lnTo>
                    <a:pt x="84201" y="473297"/>
                  </a:lnTo>
                  <a:lnTo>
                    <a:pt x="84011" y="474250"/>
                  </a:lnTo>
                  <a:lnTo>
                    <a:pt x="83534" y="476059"/>
                  </a:lnTo>
                  <a:lnTo>
                    <a:pt x="83058" y="476821"/>
                  </a:lnTo>
                  <a:lnTo>
                    <a:pt x="82677" y="477393"/>
                  </a:lnTo>
                  <a:lnTo>
                    <a:pt x="82201" y="477774"/>
                  </a:lnTo>
                  <a:lnTo>
                    <a:pt x="81629" y="478441"/>
                  </a:lnTo>
                  <a:lnTo>
                    <a:pt x="81058" y="479203"/>
                  </a:lnTo>
                  <a:lnTo>
                    <a:pt x="80581" y="480155"/>
                  </a:lnTo>
                  <a:lnTo>
                    <a:pt x="79438" y="483680"/>
                  </a:lnTo>
                  <a:lnTo>
                    <a:pt x="79153" y="484156"/>
                  </a:lnTo>
                  <a:lnTo>
                    <a:pt x="78867" y="484537"/>
                  </a:lnTo>
                  <a:lnTo>
                    <a:pt x="78200" y="485203"/>
                  </a:lnTo>
                  <a:lnTo>
                    <a:pt x="77343" y="485680"/>
                  </a:lnTo>
                  <a:lnTo>
                    <a:pt x="74676" y="487013"/>
                  </a:lnTo>
                  <a:lnTo>
                    <a:pt x="73914" y="487680"/>
                  </a:lnTo>
                  <a:lnTo>
                    <a:pt x="73247" y="488347"/>
                  </a:lnTo>
                  <a:lnTo>
                    <a:pt x="72390" y="489585"/>
                  </a:lnTo>
                  <a:lnTo>
                    <a:pt x="71342" y="491871"/>
                  </a:lnTo>
                  <a:lnTo>
                    <a:pt x="70771" y="493395"/>
                  </a:lnTo>
                  <a:lnTo>
                    <a:pt x="70580" y="493871"/>
                  </a:lnTo>
                  <a:lnTo>
                    <a:pt x="70295" y="494252"/>
                  </a:lnTo>
                  <a:lnTo>
                    <a:pt x="69628" y="494919"/>
                  </a:lnTo>
                  <a:lnTo>
                    <a:pt x="67913" y="495871"/>
                  </a:lnTo>
                  <a:lnTo>
                    <a:pt x="67151" y="496538"/>
                  </a:lnTo>
                  <a:lnTo>
                    <a:pt x="66485" y="497205"/>
                  </a:lnTo>
                  <a:lnTo>
                    <a:pt x="65913" y="497967"/>
                  </a:lnTo>
                  <a:lnTo>
                    <a:pt x="65722" y="498443"/>
                  </a:lnTo>
                  <a:lnTo>
                    <a:pt x="65532" y="498919"/>
                  </a:lnTo>
                  <a:lnTo>
                    <a:pt x="65722" y="499967"/>
                  </a:lnTo>
                  <a:lnTo>
                    <a:pt x="66389" y="501301"/>
                  </a:lnTo>
                  <a:lnTo>
                    <a:pt x="68199" y="503968"/>
                  </a:lnTo>
                  <a:lnTo>
                    <a:pt x="69056" y="504730"/>
                  </a:lnTo>
                  <a:lnTo>
                    <a:pt x="69532" y="505015"/>
                  </a:lnTo>
                  <a:lnTo>
                    <a:pt x="76105" y="505015"/>
                  </a:lnTo>
                  <a:lnTo>
                    <a:pt x="78200" y="504634"/>
                  </a:lnTo>
                  <a:lnTo>
                    <a:pt x="78962" y="504634"/>
                  </a:lnTo>
                  <a:lnTo>
                    <a:pt x="79915" y="505015"/>
                  </a:lnTo>
                  <a:lnTo>
                    <a:pt x="80963" y="505873"/>
                  </a:lnTo>
                  <a:lnTo>
                    <a:pt x="81915" y="507016"/>
                  </a:lnTo>
                  <a:lnTo>
                    <a:pt x="82868" y="507968"/>
                  </a:lnTo>
                  <a:lnTo>
                    <a:pt x="84011" y="508349"/>
                  </a:lnTo>
                  <a:lnTo>
                    <a:pt x="85915" y="508635"/>
                  </a:lnTo>
                  <a:lnTo>
                    <a:pt x="87821" y="509588"/>
                  </a:lnTo>
                  <a:lnTo>
                    <a:pt x="89249" y="511016"/>
                  </a:lnTo>
                  <a:lnTo>
                    <a:pt x="89821" y="512635"/>
                  </a:lnTo>
                  <a:lnTo>
                    <a:pt x="90297" y="514731"/>
                  </a:lnTo>
                  <a:lnTo>
                    <a:pt x="91440" y="516064"/>
                  </a:lnTo>
                  <a:lnTo>
                    <a:pt x="92869" y="517112"/>
                  </a:lnTo>
                  <a:lnTo>
                    <a:pt x="93917" y="518160"/>
                  </a:lnTo>
                  <a:lnTo>
                    <a:pt x="93821" y="518636"/>
                  </a:lnTo>
                  <a:lnTo>
                    <a:pt x="93821" y="519493"/>
                  </a:lnTo>
                  <a:lnTo>
                    <a:pt x="95345" y="527113"/>
                  </a:lnTo>
                  <a:lnTo>
                    <a:pt x="95250" y="528256"/>
                  </a:lnTo>
                  <a:lnTo>
                    <a:pt x="94964" y="529304"/>
                  </a:lnTo>
                  <a:lnTo>
                    <a:pt x="94393" y="530066"/>
                  </a:lnTo>
                  <a:lnTo>
                    <a:pt x="93536" y="530543"/>
                  </a:lnTo>
                  <a:lnTo>
                    <a:pt x="92583" y="530733"/>
                  </a:lnTo>
                  <a:lnTo>
                    <a:pt x="89821" y="529876"/>
                  </a:lnTo>
                  <a:lnTo>
                    <a:pt x="88202" y="529685"/>
                  </a:lnTo>
                  <a:lnTo>
                    <a:pt x="85630" y="528447"/>
                  </a:lnTo>
                  <a:lnTo>
                    <a:pt x="84392" y="528161"/>
                  </a:lnTo>
                  <a:lnTo>
                    <a:pt x="82677" y="528256"/>
                  </a:lnTo>
                  <a:lnTo>
                    <a:pt x="81629" y="528447"/>
                  </a:lnTo>
                  <a:lnTo>
                    <a:pt x="79820" y="529495"/>
                  </a:lnTo>
                  <a:lnTo>
                    <a:pt x="81153" y="530447"/>
                  </a:lnTo>
                  <a:lnTo>
                    <a:pt x="82772" y="530733"/>
                  </a:lnTo>
                  <a:lnTo>
                    <a:pt x="83629" y="531209"/>
                  </a:lnTo>
                  <a:lnTo>
                    <a:pt x="84296" y="531876"/>
                  </a:lnTo>
                  <a:lnTo>
                    <a:pt x="86963" y="539782"/>
                  </a:lnTo>
                  <a:lnTo>
                    <a:pt x="87154" y="540830"/>
                  </a:lnTo>
                  <a:lnTo>
                    <a:pt x="87059" y="541877"/>
                  </a:lnTo>
                  <a:lnTo>
                    <a:pt x="86392" y="542925"/>
                  </a:lnTo>
                  <a:lnTo>
                    <a:pt x="85725" y="543306"/>
                  </a:lnTo>
                  <a:lnTo>
                    <a:pt x="85058" y="543401"/>
                  </a:lnTo>
                  <a:lnTo>
                    <a:pt x="83058" y="542925"/>
                  </a:lnTo>
                  <a:lnTo>
                    <a:pt x="82010" y="543497"/>
                  </a:lnTo>
                  <a:lnTo>
                    <a:pt x="81153" y="544925"/>
                  </a:lnTo>
                  <a:lnTo>
                    <a:pt x="80677" y="548259"/>
                  </a:lnTo>
                  <a:lnTo>
                    <a:pt x="79915" y="551021"/>
                  </a:lnTo>
                  <a:lnTo>
                    <a:pt x="76486" y="557975"/>
                  </a:lnTo>
                  <a:lnTo>
                    <a:pt x="74486" y="560642"/>
                  </a:lnTo>
                  <a:lnTo>
                    <a:pt x="74295" y="561022"/>
                  </a:lnTo>
                  <a:lnTo>
                    <a:pt x="74200" y="561499"/>
                  </a:lnTo>
                  <a:lnTo>
                    <a:pt x="73914" y="562261"/>
                  </a:lnTo>
                  <a:lnTo>
                    <a:pt x="73914" y="563499"/>
                  </a:lnTo>
                  <a:lnTo>
                    <a:pt x="74009" y="564832"/>
                  </a:lnTo>
                  <a:lnTo>
                    <a:pt x="74867" y="566452"/>
                  </a:lnTo>
                  <a:lnTo>
                    <a:pt x="75819" y="567118"/>
                  </a:lnTo>
                  <a:lnTo>
                    <a:pt x="76676" y="567309"/>
                  </a:lnTo>
                  <a:lnTo>
                    <a:pt x="77629" y="567404"/>
                  </a:lnTo>
                  <a:lnTo>
                    <a:pt x="78105" y="567595"/>
                  </a:lnTo>
                  <a:lnTo>
                    <a:pt x="78486" y="567785"/>
                  </a:lnTo>
                  <a:lnTo>
                    <a:pt x="78962" y="568261"/>
                  </a:lnTo>
                  <a:lnTo>
                    <a:pt x="79343" y="568928"/>
                  </a:lnTo>
                  <a:lnTo>
                    <a:pt x="79248" y="570071"/>
                  </a:lnTo>
                  <a:lnTo>
                    <a:pt x="78677" y="570738"/>
                  </a:lnTo>
                  <a:lnTo>
                    <a:pt x="77248" y="571595"/>
                  </a:lnTo>
                  <a:lnTo>
                    <a:pt x="76771" y="571976"/>
                  </a:lnTo>
                  <a:lnTo>
                    <a:pt x="76486" y="572834"/>
                  </a:lnTo>
                  <a:lnTo>
                    <a:pt x="76486" y="573976"/>
                  </a:lnTo>
                  <a:lnTo>
                    <a:pt x="77153" y="575786"/>
                  </a:lnTo>
                  <a:lnTo>
                    <a:pt x="77343" y="577596"/>
                  </a:lnTo>
                  <a:lnTo>
                    <a:pt x="77343" y="579025"/>
                  </a:lnTo>
                  <a:lnTo>
                    <a:pt x="77248" y="580263"/>
                  </a:lnTo>
                  <a:lnTo>
                    <a:pt x="77438" y="581501"/>
                  </a:lnTo>
                  <a:lnTo>
                    <a:pt x="77819" y="582644"/>
                  </a:lnTo>
                  <a:lnTo>
                    <a:pt x="78581" y="583787"/>
                  </a:lnTo>
                  <a:lnTo>
                    <a:pt x="79343" y="584454"/>
                  </a:lnTo>
                  <a:lnTo>
                    <a:pt x="80581" y="585121"/>
                  </a:lnTo>
                  <a:lnTo>
                    <a:pt x="82010" y="586168"/>
                  </a:lnTo>
                  <a:lnTo>
                    <a:pt x="83344" y="587597"/>
                  </a:lnTo>
                  <a:lnTo>
                    <a:pt x="83820" y="588359"/>
                  </a:lnTo>
                  <a:lnTo>
                    <a:pt x="84296" y="589217"/>
                  </a:lnTo>
                  <a:lnTo>
                    <a:pt x="84677" y="590169"/>
                  </a:lnTo>
                  <a:lnTo>
                    <a:pt x="84963" y="591122"/>
                  </a:lnTo>
                  <a:lnTo>
                    <a:pt x="84963" y="592455"/>
                  </a:lnTo>
                  <a:lnTo>
                    <a:pt x="84868" y="593503"/>
                  </a:lnTo>
                  <a:lnTo>
                    <a:pt x="83534" y="596932"/>
                  </a:lnTo>
                  <a:lnTo>
                    <a:pt x="79724" y="598837"/>
                  </a:lnTo>
                  <a:lnTo>
                    <a:pt x="77819" y="598360"/>
                  </a:lnTo>
                  <a:lnTo>
                    <a:pt x="76390" y="597027"/>
                  </a:lnTo>
                  <a:lnTo>
                    <a:pt x="75914" y="596265"/>
                  </a:lnTo>
                  <a:lnTo>
                    <a:pt x="75247" y="594265"/>
                  </a:lnTo>
                  <a:lnTo>
                    <a:pt x="74867" y="593407"/>
                  </a:lnTo>
                  <a:lnTo>
                    <a:pt x="74295" y="592646"/>
                  </a:lnTo>
                  <a:lnTo>
                    <a:pt x="73533" y="592074"/>
                  </a:lnTo>
                  <a:lnTo>
                    <a:pt x="72580" y="591788"/>
                  </a:lnTo>
                  <a:lnTo>
                    <a:pt x="71533" y="591598"/>
                  </a:lnTo>
                  <a:lnTo>
                    <a:pt x="70485" y="591788"/>
                  </a:lnTo>
                  <a:lnTo>
                    <a:pt x="67628" y="592741"/>
                  </a:lnTo>
                  <a:lnTo>
                    <a:pt x="66580" y="592836"/>
                  </a:lnTo>
                  <a:lnTo>
                    <a:pt x="65532" y="592550"/>
                  </a:lnTo>
                  <a:lnTo>
                    <a:pt x="64675" y="592264"/>
                  </a:lnTo>
                  <a:lnTo>
                    <a:pt x="63437" y="592264"/>
                  </a:lnTo>
                  <a:lnTo>
                    <a:pt x="62008" y="592836"/>
                  </a:lnTo>
                  <a:lnTo>
                    <a:pt x="59722" y="594360"/>
                  </a:lnTo>
                  <a:lnTo>
                    <a:pt x="53721" y="597027"/>
                  </a:lnTo>
                  <a:lnTo>
                    <a:pt x="52578" y="596932"/>
                  </a:lnTo>
                  <a:lnTo>
                    <a:pt x="51435" y="596741"/>
                  </a:lnTo>
                  <a:lnTo>
                    <a:pt x="49625" y="595884"/>
                  </a:lnTo>
                  <a:lnTo>
                    <a:pt x="49054" y="595313"/>
                  </a:lnTo>
                  <a:lnTo>
                    <a:pt x="48673" y="594646"/>
                  </a:lnTo>
                  <a:lnTo>
                    <a:pt x="48101" y="593312"/>
                  </a:lnTo>
                  <a:lnTo>
                    <a:pt x="47625" y="592550"/>
                  </a:lnTo>
                  <a:lnTo>
                    <a:pt x="46958" y="591979"/>
                  </a:lnTo>
                  <a:lnTo>
                    <a:pt x="46006" y="591788"/>
                  </a:lnTo>
                  <a:lnTo>
                    <a:pt x="40577" y="591979"/>
                  </a:lnTo>
                  <a:lnTo>
                    <a:pt x="40100" y="592074"/>
                  </a:lnTo>
                  <a:lnTo>
                    <a:pt x="39529" y="592360"/>
                  </a:lnTo>
                  <a:lnTo>
                    <a:pt x="39338" y="593217"/>
                  </a:lnTo>
                  <a:lnTo>
                    <a:pt x="39148" y="594265"/>
                  </a:lnTo>
                  <a:lnTo>
                    <a:pt x="38862" y="595313"/>
                  </a:lnTo>
                  <a:lnTo>
                    <a:pt x="38195" y="596360"/>
                  </a:lnTo>
                  <a:lnTo>
                    <a:pt x="37243" y="597313"/>
                  </a:lnTo>
                  <a:lnTo>
                    <a:pt x="36290" y="597884"/>
                  </a:lnTo>
                  <a:lnTo>
                    <a:pt x="34195" y="598646"/>
                  </a:lnTo>
                  <a:lnTo>
                    <a:pt x="32480" y="599503"/>
                  </a:lnTo>
                  <a:lnTo>
                    <a:pt x="30099" y="601218"/>
                  </a:lnTo>
                  <a:lnTo>
                    <a:pt x="29242" y="601694"/>
                  </a:lnTo>
                  <a:lnTo>
                    <a:pt x="28289" y="601980"/>
                  </a:lnTo>
                  <a:lnTo>
                    <a:pt x="27432" y="602456"/>
                  </a:lnTo>
                  <a:lnTo>
                    <a:pt x="26765" y="603218"/>
                  </a:lnTo>
                  <a:lnTo>
                    <a:pt x="24955" y="609409"/>
                  </a:lnTo>
                  <a:lnTo>
                    <a:pt x="24194" y="610838"/>
                  </a:lnTo>
                  <a:lnTo>
                    <a:pt x="22955" y="611886"/>
                  </a:lnTo>
                  <a:lnTo>
                    <a:pt x="21622" y="612172"/>
                  </a:lnTo>
                  <a:lnTo>
                    <a:pt x="19336" y="612172"/>
                  </a:lnTo>
                  <a:lnTo>
                    <a:pt x="18764" y="612362"/>
                  </a:lnTo>
                  <a:lnTo>
                    <a:pt x="18002" y="612838"/>
                  </a:lnTo>
                  <a:lnTo>
                    <a:pt x="17621" y="613601"/>
                  </a:lnTo>
                  <a:lnTo>
                    <a:pt x="17336" y="614934"/>
                  </a:lnTo>
                  <a:lnTo>
                    <a:pt x="17336" y="615696"/>
                  </a:lnTo>
                  <a:lnTo>
                    <a:pt x="17336" y="616934"/>
                  </a:lnTo>
                  <a:lnTo>
                    <a:pt x="17526" y="618077"/>
                  </a:lnTo>
                  <a:lnTo>
                    <a:pt x="17717" y="618458"/>
                  </a:lnTo>
                  <a:lnTo>
                    <a:pt x="17812" y="619030"/>
                  </a:lnTo>
                  <a:lnTo>
                    <a:pt x="18002" y="619601"/>
                  </a:lnTo>
                  <a:lnTo>
                    <a:pt x="18383" y="620554"/>
                  </a:lnTo>
                  <a:lnTo>
                    <a:pt x="18955" y="621601"/>
                  </a:lnTo>
                  <a:lnTo>
                    <a:pt x="19907" y="622554"/>
                  </a:lnTo>
                  <a:lnTo>
                    <a:pt x="27622" y="627412"/>
                  </a:lnTo>
                  <a:lnTo>
                    <a:pt x="28765" y="627697"/>
                  </a:lnTo>
                  <a:lnTo>
                    <a:pt x="31147" y="627697"/>
                  </a:lnTo>
                  <a:lnTo>
                    <a:pt x="32195" y="627888"/>
                  </a:lnTo>
                  <a:lnTo>
                    <a:pt x="33147" y="628364"/>
                  </a:lnTo>
                  <a:lnTo>
                    <a:pt x="33719" y="628745"/>
                  </a:lnTo>
                  <a:lnTo>
                    <a:pt x="34099" y="629222"/>
                  </a:lnTo>
                  <a:lnTo>
                    <a:pt x="34195" y="629793"/>
                  </a:lnTo>
                  <a:lnTo>
                    <a:pt x="34004" y="630460"/>
                  </a:lnTo>
                  <a:lnTo>
                    <a:pt x="32385" y="633413"/>
                  </a:lnTo>
                  <a:lnTo>
                    <a:pt x="32195" y="634270"/>
                  </a:lnTo>
                  <a:lnTo>
                    <a:pt x="31909" y="635413"/>
                  </a:lnTo>
                  <a:lnTo>
                    <a:pt x="31909" y="636365"/>
                  </a:lnTo>
                  <a:lnTo>
                    <a:pt x="32956" y="645033"/>
                  </a:lnTo>
                  <a:lnTo>
                    <a:pt x="32956" y="647509"/>
                  </a:lnTo>
                  <a:lnTo>
                    <a:pt x="32766" y="648367"/>
                  </a:lnTo>
                  <a:lnTo>
                    <a:pt x="32576" y="649129"/>
                  </a:lnTo>
                  <a:lnTo>
                    <a:pt x="32004" y="650462"/>
                  </a:lnTo>
                  <a:lnTo>
                    <a:pt x="31718" y="651415"/>
                  </a:lnTo>
                  <a:lnTo>
                    <a:pt x="31432" y="651891"/>
                  </a:lnTo>
                  <a:lnTo>
                    <a:pt x="31052" y="652653"/>
                  </a:lnTo>
                  <a:lnTo>
                    <a:pt x="30480" y="653320"/>
                  </a:lnTo>
                  <a:lnTo>
                    <a:pt x="29718" y="653796"/>
                  </a:lnTo>
                  <a:lnTo>
                    <a:pt x="28861" y="653986"/>
                  </a:lnTo>
                  <a:lnTo>
                    <a:pt x="27813" y="653796"/>
                  </a:lnTo>
                  <a:lnTo>
                    <a:pt x="25908" y="653891"/>
                  </a:lnTo>
                  <a:lnTo>
                    <a:pt x="24194" y="654558"/>
                  </a:lnTo>
                  <a:lnTo>
                    <a:pt x="22670" y="655510"/>
                  </a:lnTo>
                  <a:lnTo>
                    <a:pt x="19907" y="658368"/>
                  </a:lnTo>
                  <a:lnTo>
                    <a:pt x="18860" y="659321"/>
                  </a:lnTo>
                  <a:lnTo>
                    <a:pt x="16002" y="660559"/>
                  </a:lnTo>
                  <a:lnTo>
                    <a:pt x="13526" y="661226"/>
                  </a:lnTo>
                  <a:lnTo>
                    <a:pt x="11335" y="661416"/>
                  </a:lnTo>
                  <a:lnTo>
                    <a:pt x="0" y="659321"/>
                  </a:lnTo>
                  <a:lnTo>
                    <a:pt x="1810" y="664273"/>
                  </a:lnTo>
                  <a:lnTo>
                    <a:pt x="4286" y="668941"/>
                  </a:lnTo>
                  <a:lnTo>
                    <a:pt x="5048" y="672275"/>
                  </a:lnTo>
                  <a:lnTo>
                    <a:pt x="5239" y="674084"/>
                  </a:lnTo>
                  <a:lnTo>
                    <a:pt x="5620" y="676084"/>
                  </a:lnTo>
                  <a:lnTo>
                    <a:pt x="6191" y="677323"/>
                  </a:lnTo>
                  <a:lnTo>
                    <a:pt x="7144" y="678180"/>
                  </a:lnTo>
                  <a:lnTo>
                    <a:pt x="8096" y="678561"/>
                  </a:lnTo>
                  <a:lnTo>
                    <a:pt x="9239" y="678656"/>
                  </a:lnTo>
                  <a:lnTo>
                    <a:pt x="10096" y="678561"/>
                  </a:lnTo>
                  <a:lnTo>
                    <a:pt x="10763" y="678275"/>
                  </a:lnTo>
                  <a:lnTo>
                    <a:pt x="16478" y="674084"/>
                  </a:lnTo>
                  <a:lnTo>
                    <a:pt x="18097" y="673322"/>
                  </a:lnTo>
                  <a:lnTo>
                    <a:pt x="19431" y="673036"/>
                  </a:lnTo>
                  <a:lnTo>
                    <a:pt x="20669" y="673132"/>
                  </a:lnTo>
                  <a:lnTo>
                    <a:pt x="22670" y="673703"/>
                  </a:lnTo>
                  <a:lnTo>
                    <a:pt x="23813" y="673894"/>
                  </a:lnTo>
                  <a:lnTo>
                    <a:pt x="24574" y="673703"/>
                  </a:lnTo>
                  <a:lnTo>
                    <a:pt x="25241" y="673036"/>
                  </a:lnTo>
                  <a:lnTo>
                    <a:pt x="26098" y="670941"/>
                  </a:lnTo>
                  <a:lnTo>
                    <a:pt x="26479" y="669703"/>
                  </a:lnTo>
                  <a:lnTo>
                    <a:pt x="26956" y="668655"/>
                  </a:lnTo>
                  <a:lnTo>
                    <a:pt x="27622" y="667607"/>
                  </a:lnTo>
                  <a:lnTo>
                    <a:pt x="28385" y="666750"/>
                  </a:lnTo>
                  <a:lnTo>
                    <a:pt x="30194" y="665226"/>
                  </a:lnTo>
                  <a:lnTo>
                    <a:pt x="32004" y="664655"/>
                  </a:lnTo>
                  <a:lnTo>
                    <a:pt x="36957" y="664369"/>
                  </a:lnTo>
                  <a:lnTo>
                    <a:pt x="38100" y="664178"/>
                  </a:lnTo>
                  <a:lnTo>
                    <a:pt x="41053" y="663130"/>
                  </a:lnTo>
                  <a:lnTo>
                    <a:pt x="43244" y="662654"/>
                  </a:lnTo>
                  <a:lnTo>
                    <a:pt x="46672" y="662559"/>
                  </a:lnTo>
                  <a:lnTo>
                    <a:pt x="47720" y="663035"/>
                  </a:lnTo>
                  <a:lnTo>
                    <a:pt x="48292" y="663797"/>
                  </a:lnTo>
                  <a:lnTo>
                    <a:pt x="48292" y="664940"/>
                  </a:lnTo>
                  <a:lnTo>
                    <a:pt x="48101" y="665988"/>
                  </a:lnTo>
                  <a:lnTo>
                    <a:pt x="47720" y="666940"/>
                  </a:lnTo>
                  <a:lnTo>
                    <a:pt x="45815" y="670274"/>
                  </a:lnTo>
                  <a:lnTo>
                    <a:pt x="44958" y="672179"/>
                  </a:lnTo>
                  <a:lnTo>
                    <a:pt x="44672" y="673227"/>
                  </a:lnTo>
                  <a:lnTo>
                    <a:pt x="44482" y="674370"/>
                  </a:lnTo>
                  <a:lnTo>
                    <a:pt x="44387" y="675608"/>
                  </a:lnTo>
                  <a:lnTo>
                    <a:pt x="44482" y="676751"/>
                  </a:lnTo>
                  <a:lnTo>
                    <a:pt x="44672" y="677609"/>
                  </a:lnTo>
                  <a:lnTo>
                    <a:pt x="44863" y="678371"/>
                  </a:lnTo>
                  <a:lnTo>
                    <a:pt x="45148" y="678942"/>
                  </a:lnTo>
                  <a:lnTo>
                    <a:pt x="45529" y="679704"/>
                  </a:lnTo>
                  <a:lnTo>
                    <a:pt x="46672" y="681133"/>
                  </a:lnTo>
                  <a:lnTo>
                    <a:pt x="49339" y="683800"/>
                  </a:lnTo>
                  <a:lnTo>
                    <a:pt x="55436" y="687896"/>
                  </a:lnTo>
                  <a:lnTo>
                    <a:pt x="57055" y="688657"/>
                  </a:lnTo>
                  <a:lnTo>
                    <a:pt x="58388" y="689134"/>
                  </a:lnTo>
                  <a:lnTo>
                    <a:pt x="60484" y="689229"/>
                  </a:lnTo>
                  <a:lnTo>
                    <a:pt x="61531" y="689038"/>
                  </a:lnTo>
                  <a:lnTo>
                    <a:pt x="62674" y="688848"/>
                  </a:lnTo>
                  <a:lnTo>
                    <a:pt x="64484" y="687991"/>
                  </a:lnTo>
                  <a:lnTo>
                    <a:pt x="69247" y="684752"/>
                  </a:lnTo>
                  <a:lnTo>
                    <a:pt x="70104" y="684371"/>
                  </a:lnTo>
                  <a:lnTo>
                    <a:pt x="71247" y="684181"/>
                  </a:lnTo>
                  <a:lnTo>
                    <a:pt x="74771" y="684181"/>
                  </a:lnTo>
                  <a:lnTo>
                    <a:pt x="75819" y="683990"/>
                  </a:lnTo>
                  <a:lnTo>
                    <a:pt x="81534" y="681800"/>
                  </a:lnTo>
                  <a:lnTo>
                    <a:pt x="82582" y="681609"/>
                  </a:lnTo>
                  <a:lnTo>
                    <a:pt x="88392" y="681228"/>
                  </a:lnTo>
                  <a:lnTo>
                    <a:pt x="90106" y="680847"/>
                  </a:lnTo>
                  <a:lnTo>
                    <a:pt x="92964" y="679037"/>
                  </a:lnTo>
                  <a:lnTo>
                    <a:pt x="97060" y="675322"/>
                  </a:lnTo>
                  <a:lnTo>
                    <a:pt x="97917" y="675037"/>
                  </a:lnTo>
                  <a:lnTo>
                    <a:pt x="99060" y="674846"/>
                  </a:lnTo>
                  <a:lnTo>
                    <a:pt x="100584" y="675132"/>
                  </a:lnTo>
                  <a:lnTo>
                    <a:pt x="105156" y="676942"/>
                  </a:lnTo>
                  <a:lnTo>
                    <a:pt x="107537" y="677323"/>
                  </a:lnTo>
                  <a:lnTo>
                    <a:pt x="110299" y="677227"/>
                  </a:lnTo>
                  <a:lnTo>
                    <a:pt x="114776" y="677704"/>
                  </a:lnTo>
                  <a:lnTo>
                    <a:pt x="120872" y="677132"/>
                  </a:lnTo>
                  <a:lnTo>
                    <a:pt x="123158" y="677227"/>
                  </a:lnTo>
                  <a:lnTo>
                    <a:pt x="124301" y="677609"/>
                  </a:lnTo>
                  <a:lnTo>
                    <a:pt x="125254" y="678180"/>
                  </a:lnTo>
                  <a:lnTo>
                    <a:pt x="126778" y="680180"/>
                  </a:lnTo>
                  <a:lnTo>
                    <a:pt x="127730" y="681800"/>
                  </a:lnTo>
                  <a:lnTo>
                    <a:pt x="127826" y="682943"/>
                  </a:lnTo>
                  <a:lnTo>
                    <a:pt x="127445" y="688848"/>
                  </a:lnTo>
                  <a:lnTo>
                    <a:pt x="127254" y="689896"/>
                  </a:lnTo>
                  <a:lnTo>
                    <a:pt x="125730" y="693706"/>
                  </a:lnTo>
                  <a:lnTo>
                    <a:pt x="125539" y="694753"/>
                  </a:lnTo>
                  <a:lnTo>
                    <a:pt x="125635" y="695706"/>
                  </a:lnTo>
                  <a:lnTo>
                    <a:pt x="126397" y="696563"/>
                  </a:lnTo>
                  <a:lnTo>
                    <a:pt x="127730" y="697421"/>
                  </a:lnTo>
                  <a:lnTo>
                    <a:pt x="131826" y="699326"/>
                  </a:lnTo>
                  <a:lnTo>
                    <a:pt x="136207" y="702278"/>
                  </a:lnTo>
                  <a:lnTo>
                    <a:pt x="137351" y="702850"/>
                  </a:lnTo>
                  <a:lnTo>
                    <a:pt x="138684" y="703135"/>
                  </a:lnTo>
                  <a:lnTo>
                    <a:pt x="140494" y="703040"/>
                  </a:lnTo>
                  <a:lnTo>
                    <a:pt x="141732" y="702755"/>
                  </a:lnTo>
                  <a:lnTo>
                    <a:pt x="142780" y="702278"/>
                  </a:lnTo>
                  <a:lnTo>
                    <a:pt x="144209" y="701040"/>
                  </a:lnTo>
                  <a:lnTo>
                    <a:pt x="144875" y="700373"/>
                  </a:lnTo>
                  <a:lnTo>
                    <a:pt x="147828" y="697801"/>
                  </a:lnTo>
                  <a:lnTo>
                    <a:pt x="148399" y="697135"/>
                  </a:lnTo>
                  <a:lnTo>
                    <a:pt x="149638" y="695992"/>
                  </a:lnTo>
                  <a:lnTo>
                    <a:pt x="150495" y="695420"/>
                  </a:lnTo>
                  <a:lnTo>
                    <a:pt x="151352" y="694944"/>
                  </a:lnTo>
                  <a:lnTo>
                    <a:pt x="152305" y="694658"/>
                  </a:lnTo>
                  <a:lnTo>
                    <a:pt x="153353" y="694468"/>
                  </a:lnTo>
                  <a:lnTo>
                    <a:pt x="154496" y="694468"/>
                  </a:lnTo>
                  <a:lnTo>
                    <a:pt x="155353" y="694753"/>
                  </a:lnTo>
                  <a:lnTo>
                    <a:pt x="155734" y="695230"/>
                  </a:lnTo>
                  <a:lnTo>
                    <a:pt x="155924" y="695706"/>
                  </a:lnTo>
                  <a:lnTo>
                    <a:pt x="155829" y="696373"/>
                  </a:lnTo>
                  <a:lnTo>
                    <a:pt x="155829" y="696849"/>
                  </a:lnTo>
                  <a:lnTo>
                    <a:pt x="155638" y="697325"/>
                  </a:lnTo>
                  <a:lnTo>
                    <a:pt x="155638" y="697611"/>
                  </a:lnTo>
                  <a:lnTo>
                    <a:pt x="155638" y="697801"/>
                  </a:lnTo>
                  <a:lnTo>
                    <a:pt x="155638" y="697801"/>
                  </a:lnTo>
                  <a:lnTo>
                    <a:pt x="155924" y="700088"/>
                  </a:lnTo>
                  <a:lnTo>
                    <a:pt x="156020" y="700564"/>
                  </a:lnTo>
                  <a:lnTo>
                    <a:pt x="156020" y="700659"/>
                  </a:lnTo>
                  <a:lnTo>
                    <a:pt x="156020" y="700659"/>
                  </a:lnTo>
                  <a:lnTo>
                    <a:pt x="156210" y="701135"/>
                  </a:lnTo>
                  <a:lnTo>
                    <a:pt x="156401" y="701802"/>
                  </a:lnTo>
                  <a:lnTo>
                    <a:pt x="156591" y="702088"/>
                  </a:lnTo>
                  <a:lnTo>
                    <a:pt x="156781" y="702564"/>
                  </a:lnTo>
                  <a:lnTo>
                    <a:pt x="156877" y="702945"/>
                  </a:lnTo>
                  <a:lnTo>
                    <a:pt x="156972" y="703421"/>
                  </a:lnTo>
                  <a:lnTo>
                    <a:pt x="156972" y="703897"/>
                  </a:lnTo>
                  <a:lnTo>
                    <a:pt x="156877" y="704088"/>
                  </a:lnTo>
                  <a:lnTo>
                    <a:pt x="156686" y="704469"/>
                  </a:lnTo>
                  <a:lnTo>
                    <a:pt x="156591" y="704850"/>
                  </a:lnTo>
                  <a:lnTo>
                    <a:pt x="156591" y="705231"/>
                  </a:lnTo>
                  <a:lnTo>
                    <a:pt x="156686" y="705517"/>
                  </a:lnTo>
                  <a:lnTo>
                    <a:pt x="156781" y="705802"/>
                  </a:lnTo>
                  <a:lnTo>
                    <a:pt x="156781" y="705993"/>
                  </a:lnTo>
                  <a:lnTo>
                    <a:pt x="156877" y="706088"/>
                  </a:lnTo>
                  <a:lnTo>
                    <a:pt x="156877" y="706279"/>
                  </a:lnTo>
                  <a:lnTo>
                    <a:pt x="156781" y="706469"/>
                  </a:lnTo>
                  <a:lnTo>
                    <a:pt x="157639" y="706755"/>
                  </a:lnTo>
                  <a:lnTo>
                    <a:pt x="163830" y="707993"/>
                  </a:lnTo>
                  <a:lnTo>
                    <a:pt x="166021" y="707993"/>
                  </a:lnTo>
                  <a:lnTo>
                    <a:pt x="167735" y="707803"/>
                  </a:lnTo>
                  <a:lnTo>
                    <a:pt x="168593" y="707422"/>
                  </a:lnTo>
                  <a:lnTo>
                    <a:pt x="169831" y="707326"/>
                  </a:lnTo>
                  <a:lnTo>
                    <a:pt x="171069" y="707517"/>
                  </a:lnTo>
                  <a:lnTo>
                    <a:pt x="172784" y="708279"/>
                  </a:lnTo>
                  <a:lnTo>
                    <a:pt x="174498" y="709898"/>
                  </a:lnTo>
                  <a:lnTo>
                    <a:pt x="177070" y="712660"/>
                  </a:lnTo>
                  <a:lnTo>
                    <a:pt x="177927" y="713327"/>
                  </a:lnTo>
                  <a:lnTo>
                    <a:pt x="181832" y="715613"/>
                  </a:lnTo>
                  <a:lnTo>
                    <a:pt x="182594" y="716375"/>
                  </a:lnTo>
                  <a:lnTo>
                    <a:pt x="184499" y="718566"/>
                  </a:lnTo>
                  <a:lnTo>
                    <a:pt x="187452" y="723424"/>
                  </a:lnTo>
                  <a:lnTo>
                    <a:pt x="188023" y="724186"/>
                  </a:lnTo>
                  <a:lnTo>
                    <a:pt x="188881" y="724757"/>
                  </a:lnTo>
                  <a:lnTo>
                    <a:pt x="192310" y="726376"/>
                  </a:lnTo>
                  <a:lnTo>
                    <a:pt x="196787" y="729996"/>
                  </a:lnTo>
                  <a:lnTo>
                    <a:pt x="198406" y="730948"/>
                  </a:lnTo>
                  <a:lnTo>
                    <a:pt x="199263" y="731234"/>
                  </a:lnTo>
                  <a:lnTo>
                    <a:pt x="199835" y="731139"/>
                  </a:lnTo>
                  <a:lnTo>
                    <a:pt x="200215" y="730758"/>
                  </a:lnTo>
                  <a:lnTo>
                    <a:pt x="200406" y="729901"/>
                  </a:lnTo>
                  <a:lnTo>
                    <a:pt x="200596" y="727710"/>
                  </a:lnTo>
                  <a:lnTo>
                    <a:pt x="200787" y="726662"/>
                  </a:lnTo>
                  <a:lnTo>
                    <a:pt x="201263" y="725805"/>
                  </a:lnTo>
                  <a:lnTo>
                    <a:pt x="201835" y="725138"/>
                  </a:lnTo>
                  <a:lnTo>
                    <a:pt x="202502" y="724567"/>
                  </a:lnTo>
                  <a:lnTo>
                    <a:pt x="204121" y="723614"/>
                  </a:lnTo>
                  <a:lnTo>
                    <a:pt x="205169" y="723138"/>
                  </a:lnTo>
                  <a:lnTo>
                    <a:pt x="206407" y="722947"/>
                  </a:lnTo>
                  <a:lnTo>
                    <a:pt x="209264" y="723043"/>
                  </a:lnTo>
                  <a:lnTo>
                    <a:pt x="212122" y="722185"/>
                  </a:lnTo>
                  <a:lnTo>
                    <a:pt x="214979" y="722757"/>
                  </a:lnTo>
                  <a:lnTo>
                    <a:pt x="216027" y="722281"/>
                  </a:lnTo>
                  <a:lnTo>
                    <a:pt x="217265" y="721519"/>
                  </a:lnTo>
                  <a:lnTo>
                    <a:pt x="218885" y="720185"/>
                  </a:lnTo>
                  <a:lnTo>
                    <a:pt x="220028" y="719995"/>
                  </a:lnTo>
                  <a:lnTo>
                    <a:pt x="221075" y="720185"/>
                  </a:lnTo>
                  <a:lnTo>
                    <a:pt x="222028" y="720757"/>
                  </a:lnTo>
                  <a:lnTo>
                    <a:pt x="223266" y="721233"/>
                  </a:lnTo>
                  <a:lnTo>
                    <a:pt x="224504" y="721138"/>
                  </a:lnTo>
                  <a:lnTo>
                    <a:pt x="227457" y="720090"/>
                  </a:lnTo>
                  <a:lnTo>
                    <a:pt x="229362" y="719900"/>
                  </a:lnTo>
                  <a:lnTo>
                    <a:pt x="235268" y="720280"/>
                  </a:lnTo>
                  <a:lnTo>
                    <a:pt x="237077" y="720757"/>
                  </a:lnTo>
                  <a:lnTo>
                    <a:pt x="238315" y="721328"/>
                  </a:lnTo>
                  <a:lnTo>
                    <a:pt x="238887" y="722090"/>
                  </a:lnTo>
                  <a:lnTo>
                    <a:pt x="240697" y="725329"/>
                  </a:lnTo>
                  <a:lnTo>
                    <a:pt x="241459" y="726281"/>
                  </a:lnTo>
                  <a:lnTo>
                    <a:pt x="246793" y="728948"/>
                  </a:lnTo>
                  <a:lnTo>
                    <a:pt x="248888" y="730568"/>
                  </a:lnTo>
                  <a:lnTo>
                    <a:pt x="252984" y="734282"/>
                  </a:lnTo>
                  <a:lnTo>
                    <a:pt x="254413" y="735044"/>
                  </a:lnTo>
                  <a:lnTo>
                    <a:pt x="255746" y="735425"/>
                  </a:lnTo>
                  <a:lnTo>
                    <a:pt x="257175" y="735806"/>
                  </a:lnTo>
                  <a:lnTo>
                    <a:pt x="259080" y="736378"/>
                  </a:lnTo>
                  <a:lnTo>
                    <a:pt x="260032" y="736949"/>
                  </a:lnTo>
                  <a:lnTo>
                    <a:pt x="260128" y="737044"/>
                  </a:lnTo>
                  <a:lnTo>
                    <a:pt x="260890" y="737902"/>
                  </a:lnTo>
                  <a:lnTo>
                    <a:pt x="262128" y="739616"/>
                  </a:lnTo>
                  <a:lnTo>
                    <a:pt x="263080" y="740569"/>
                  </a:lnTo>
                  <a:lnTo>
                    <a:pt x="268414" y="743045"/>
                  </a:lnTo>
                  <a:lnTo>
                    <a:pt x="271081" y="744760"/>
                  </a:lnTo>
                  <a:lnTo>
                    <a:pt x="272796" y="745522"/>
                  </a:lnTo>
                  <a:lnTo>
                    <a:pt x="276130" y="746569"/>
                  </a:lnTo>
                  <a:lnTo>
                    <a:pt x="284417" y="750380"/>
                  </a:lnTo>
                  <a:lnTo>
                    <a:pt x="289274" y="753713"/>
                  </a:lnTo>
                  <a:lnTo>
                    <a:pt x="293846" y="758380"/>
                  </a:lnTo>
                  <a:lnTo>
                    <a:pt x="294989" y="759809"/>
                  </a:lnTo>
                  <a:lnTo>
                    <a:pt x="300133" y="768858"/>
                  </a:lnTo>
                  <a:lnTo>
                    <a:pt x="302323" y="771144"/>
                  </a:lnTo>
                  <a:lnTo>
                    <a:pt x="304133" y="772097"/>
                  </a:lnTo>
                  <a:lnTo>
                    <a:pt x="306800" y="772477"/>
                  </a:lnTo>
                  <a:lnTo>
                    <a:pt x="325755" y="770096"/>
                  </a:lnTo>
                  <a:lnTo>
                    <a:pt x="327374" y="769430"/>
                  </a:lnTo>
                  <a:lnTo>
                    <a:pt x="326517" y="768668"/>
                  </a:lnTo>
                  <a:lnTo>
                    <a:pt x="326327" y="768096"/>
                  </a:lnTo>
                  <a:lnTo>
                    <a:pt x="326231" y="767143"/>
                  </a:lnTo>
                  <a:lnTo>
                    <a:pt x="326517" y="766381"/>
                  </a:lnTo>
                  <a:lnTo>
                    <a:pt x="326803" y="765429"/>
                  </a:lnTo>
                  <a:lnTo>
                    <a:pt x="328041" y="763905"/>
                  </a:lnTo>
                  <a:lnTo>
                    <a:pt x="328898" y="762572"/>
                  </a:lnTo>
                  <a:lnTo>
                    <a:pt x="329089" y="761619"/>
                  </a:lnTo>
                  <a:lnTo>
                    <a:pt x="328994" y="755047"/>
                  </a:lnTo>
                  <a:lnTo>
                    <a:pt x="328708" y="751713"/>
                  </a:lnTo>
                  <a:lnTo>
                    <a:pt x="328708" y="750760"/>
                  </a:lnTo>
                  <a:lnTo>
                    <a:pt x="328898" y="750094"/>
                  </a:lnTo>
                  <a:lnTo>
                    <a:pt x="329946" y="748475"/>
                  </a:lnTo>
                  <a:lnTo>
                    <a:pt x="331565" y="743712"/>
                  </a:lnTo>
                  <a:lnTo>
                    <a:pt x="331851" y="743045"/>
                  </a:lnTo>
                  <a:lnTo>
                    <a:pt x="332422" y="742283"/>
                  </a:lnTo>
                  <a:lnTo>
                    <a:pt x="332804" y="741617"/>
                  </a:lnTo>
                  <a:lnTo>
                    <a:pt x="333185" y="740855"/>
                  </a:lnTo>
                  <a:lnTo>
                    <a:pt x="333661" y="739235"/>
                  </a:lnTo>
                  <a:lnTo>
                    <a:pt x="333756" y="738378"/>
                  </a:lnTo>
                  <a:lnTo>
                    <a:pt x="333661" y="737711"/>
                  </a:lnTo>
                  <a:lnTo>
                    <a:pt x="333375" y="737235"/>
                  </a:lnTo>
                  <a:lnTo>
                    <a:pt x="330994" y="734473"/>
                  </a:lnTo>
                  <a:lnTo>
                    <a:pt x="330232" y="733234"/>
                  </a:lnTo>
                  <a:lnTo>
                    <a:pt x="329851" y="731139"/>
                  </a:lnTo>
                  <a:lnTo>
                    <a:pt x="329374" y="727138"/>
                  </a:lnTo>
                  <a:lnTo>
                    <a:pt x="329184" y="726186"/>
                  </a:lnTo>
                  <a:lnTo>
                    <a:pt x="328994" y="725805"/>
                  </a:lnTo>
                  <a:lnTo>
                    <a:pt x="328708" y="725424"/>
                  </a:lnTo>
                  <a:lnTo>
                    <a:pt x="328327" y="725138"/>
                  </a:lnTo>
                  <a:lnTo>
                    <a:pt x="327946" y="724852"/>
                  </a:lnTo>
                  <a:lnTo>
                    <a:pt x="323660" y="722947"/>
                  </a:lnTo>
                  <a:lnTo>
                    <a:pt x="323279" y="722662"/>
                  </a:lnTo>
                  <a:lnTo>
                    <a:pt x="322897" y="722281"/>
                  </a:lnTo>
                  <a:lnTo>
                    <a:pt x="322707" y="721805"/>
                  </a:lnTo>
                  <a:lnTo>
                    <a:pt x="322040" y="719423"/>
                  </a:lnTo>
                  <a:lnTo>
                    <a:pt x="321850" y="718947"/>
                  </a:lnTo>
                  <a:lnTo>
                    <a:pt x="321373" y="718090"/>
                  </a:lnTo>
                  <a:lnTo>
                    <a:pt x="319945" y="716375"/>
                  </a:lnTo>
                  <a:lnTo>
                    <a:pt x="319373" y="715042"/>
                  </a:lnTo>
                  <a:lnTo>
                    <a:pt x="318897" y="713327"/>
                  </a:lnTo>
                  <a:lnTo>
                    <a:pt x="318802" y="712280"/>
                  </a:lnTo>
                  <a:lnTo>
                    <a:pt x="318802" y="711518"/>
                  </a:lnTo>
                  <a:lnTo>
                    <a:pt x="319088" y="711041"/>
                  </a:lnTo>
                  <a:lnTo>
                    <a:pt x="319373" y="710755"/>
                  </a:lnTo>
                  <a:lnTo>
                    <a:pt x="319849" y="710184"/>
                  </a:lnTo>
                  <a:lnTo>
                    <a:pt x="324421" y="707041"/>
                  </a:lnTo>
                  <a:lnTo>
                    <a:pt x="324803" y="706755"/>
                  </a:lnTo>
                  <a:lnTo>
                    <a:pt x="325088" y="705422"/>
                  </a:lnTo>
                  <a:lnTo>
                    <a:pt x="325850" y="695230"/>
                  </a:lnTo>
                  <a:lnTo>
                    <a:pt x="326231" y="693896"/>
                  </a:lnTo>
                  <a:lnTo>
                    <a:pt x="326707" y="693706"/>
                  </a:lnTo>
                  <a:lnTo>
                    <a:pt x="327755" y="693515"/>
                  </a:lnTo>
                  <a:lnTo>
                    <a:pt x="328708" y="693230"/>
                  </a:lnTo>
                  <a:lnTo>
                    <a:pt x="329184" y="692944"/>
                  </a:lnTo>
                  <a:lnTo>
                    <a:pt x="329470" y="692658"/>
                  </a:lnTo>
                  <a:lnTo>
                    <a:pt x="329660" y="692182"/>
                  </a:lnTo>
                  <a:lnTo>
                    <a:pt x="330137" y="690467"/>
                  </a:lnTo>
                  <a:lnTo>
                    <a:pt x="330327" y="689896"/>
                  </a:lnTo>
                  <a:lnTo>
                    <a:pt x="330613" y="689229"/>
                  </a:lnTo>
                  <a:lnTo>
                    <a:pt x="330994" y="688848"/>
                  </a:lnTo>
                  <a:lnTo>
                    <a:pt x="331470" y="688657"/>
                  </a:lnTo>
                  <a:lnTo>
                    <a:pt x="331946" y="688467"/>
                  </a:lnTo>
                  <a:lnTo>
                    <a:pt x="332518" y="688467"/>
                  </a:lnTo>
                  <a:lnTo>
                    <a:pt x="332994" y="688562"/>
                  </a:lnTo>
                  <a:lnTo>
                    <a:pt x="335375" y="689610"/>
                  </a:lnTo>
                  <a:lnTo>
                    <a:pt x="335947" y="689705"/>
                  </a:lnTo>
                  <a:lnTo>
                    <a:pt x="336518" y="689801"/>
                  </a:lnTo>
                  <a:lnTo>
                    <a:pt x="337090" y="689801"/>
                  </a:lnTo>
                  <a:lnTo>
                    <a:pt x="338138" y="689515"/>
                  </a:lnTo>
                  <a:lnTo>
                    <a:pt x="339852" y="688657"/>
                  </a:lnTo>
                  <a:lnTo>
                    <a:pt x="340900" y="688372"/>
                  </a:lnTo>
                  <a:lnTo>
                    <a:pt x="341376" y="688372"/>
                  </a:lnTo>
                  <a:lnTo>
                    <a:pt x="341757" y="688562"/>
                  </a:lnTo>
                  <a:lnTo>
                    <a:pt x="342043" y="688848"/>
                  </a:lnTo>
                  <a:lnTo>
                    <a:pt x="343186" y="690372"/>
                  </a:lnTo>
                  <a:lnTo>
                    <a:pt x="343567" y="690658"/>
                  </a:lnTo>
                  <a:lnTo>
                    <a:pt x="343948" y="690848"/>
                  </a:lnTo>
                  <a:lnTo>
                    <a:pt x="344519" y="691039"/>
                  </a:lnTo>
                  <a:lnTo>
                    <a:pt x="345091" y="691134"/>
                  </a:lnTo>
                  <a:lnTo>
                    <a:pt x="345662" y="691134"/>
                  </a:lnTo>
                  <a:lnTo>
                    <a:pt x="346234" y="691039"/>
                  </a:lnTo>
                  <a:lnTo>
                    <a:pt x="347091" y="690658"/>
                  </a:lnTo>
                  <a:lnTo>
                    <a:pt x="347472" y="690467"/>
                  </a:lnTo>
                  <a:lnTo>
                    <a:pt x="348901" y="689229"/>
                  </a:lnTo>
                  <a:lnTo>
                    <a:pt x="349377" y="689134"/>
                  </a:lnTo>
                  <a:lnTo>
                    <a:pt x="350234" y="689134"/>
                  </a:lnTo>
                  <a:lnTo>
                    <a:pt x="355949" y="690658"/>
                  </a:lnTo>
                  <a:lnTo>
                    <a:pt x="357378" y="691229"/>
                  </a:lnTo>
                  <a:lnTo>
                    <a:pt x="359950" y="692944"/>
                  </a:lnTo>
                  <a:lnTo>
                    <a:pt x="360140" y="693039"/>
                  </a:lnTo>
                  <a:lnTo>
                    <a:pt x="360331" y="693134"/>
                  </a:lnTo>
                  <a:lnTo>
                    <a:pt x="360902" y="693230"/>
                  </a:lnTo>
                  <a:lnTo>
                    <a:pt x="361474" y="693039"/>
                  </a:lnTo>
                  <a:lnTo>
                    <a:pt x="362140" y="692658"/>
                  </a:lnTo>
                  <a:lnTo>
                    <a:pt x="364807" y="690658"/>
                  </a:lnTo>
                  <a:lnTo>
                    <a:pt x="365093" y="690086"/>
                  </a:lnTo>
                  <a:lnTo>
                    <a:pt x="365188" y="689610"/>
                  </a:lnTo>
                  <a:lnTo>
                    <a:pt x="364903" y="689134"/>
                  </a:lnTo>
                  <a:lnTo>
                    <a:pt x="364807" y="688562"/>
                  </a:lnTo>
                  <a:lnTo>
                    <a:pt x="364807" y="687800"/>
                  </a:lnTo>
                  <a:lnTo>
                    <a:pt x="364998" y="687324"/>
                  </a:lnTo>
                  <a:lnTo>
                    <a:pt x="365760" y="686848"/>
                  </a:lnTo>
                  <a:lnTo>
                    <a:pt x="366617" y="686752"/>
                  </a:lnTo>
                  <a:lnTo>
                    <a:pt x="367855" y="686943"/>
                  </a:lnTo>
                  <a:lnTo>
                    <a:pt x="369094" y="687610"/>
                  </a:lnTo>
                  <a:lnTo>
                    <a:pt x="370618" y="687896"/>
                  </a:lnTo>
                  <a:lnTo>
                    <a:pt x="372046" y="687705"/>
                  </a:lnTo>
                  <a:lnTo>
                    <a:pt x="373285" y="686276"/>
                  </a:lnTo>
                  <a:lnTo>
                    <a:pt x="373571" y="685228"/>
                  </a:lnTo>
                  <a:lnTo>
                    <a:pt x="373285" y="684276"/>
                  </a:lnTo>
                  <a:lnTo>
                    <a:pt x="372713" y="683609"/>
                  </a:lnTo>
                  <a:lnTo>
                    <a:pt x="371951" y="683038"/>
                  </a:lnTo>
                  <a:lnTo>
                    <a:pt x="371570" y="682085"/>
                  </a:lnTo>
                  <a:lnTo>
                    <a:pt x="371380" y="680752"/>
                  </a:lnTo>
                  <a:lnTo>
                    <a:pt x="372046" y="678275"/>
                  </a:lnTo>
                  <a:lnTo>
                    <a:pt x="372237" y="677037"/>
                  </a:lnTo>
                  <a:lnTo>
                    <a:pt x="372237" y="676180"/>
                  </a:lnTo>
                  <a:lnTo>
                    <a:pt x="371475" y="673608"/>
                  </a:lnTo>
                  <a:lnTo>
                    <a:pt x="371285" y="673227"/>
                  </a:lnTo>
                  <a:lnTo>
                    <a:pt x="369475" y="669798"/>
                  </a:lnTo>
                  <a:lnTo>
                    <a:pt x="369284" y="668846"/>
                  </a:lnTo>
                  <a:lnTo>
                    <a:pt x="369094" y="668464"/>
                  </a:lnTo>
                  <a:lnTo>
                    <a:pt x="368998" y="667702"/>
                  </a:lnTo>
                  <a:lnTo>
                    <a:pt x="368141" y="666274"/>
                  </a:lnTo>
                  <a:lnTo>
                    <a:pt x="367474" y="665607"/>
                  </a:lnTo>
                  <a:lnTo>
                    <a:pt x="366427" y="664940"/>
                  </a:lnTo>
                  <a:lnTo>
                    <a:pt x="363093" y="663607"/>
                  </a:lnTo>
                  <a:lnTo>
                    <a:pt x="360140" y="661511"/>
                  </a:lnTo>
                  <a:lnTo>
                    <a:pt x="359283" y="661035"/>
                  </a:lnTo>
                  <a:lnTo>
                    <a:pt x="354902" y="660368"/>
                  </a:lnTo>
                  <a:lnTo>
                    <a:pt x="353854" y="659987"/>
                  </a:lnTo>
                  <a:lnTo>
                    <a:pt x="351758" y="658654"/>
                  </a:lnTo>
                  <a:lnTo>
                    <a:pt x="350520" y="658463"/>
                  </a:lnTo>
                  <a:lnTo>
                    <a:pt x="349282" y="658749"/>
                  </a:lnTo>
                  <a:lnTo>
                    <a:pt x="346710" y="660368"/>
                  </a:lnTo>
                  <a:lnTo>
                    <a:pt x="344614" y="660654"/>
                  </a:lnTo>
                  <a:lnTo>
                    <a:pt x="342519" y="659892"/>
                  </a:lnTo>
                  <a:lnTo>
                    <a:pt x="340519" y="658559"/>
                  </a:lnTo>
                  <a:lnTo>
                    <a:pt x="338995" y="657130"/>
                  </a:lnTo>
                  <a:lnTo>
                    <a:pt x="339376" y="656463"/>
                  </a:lnTo>
                  <a:lnTo>
                    <a:pt x="340519" y="654939"/>
                  </a:lnTo>
                  <a:lnTo>
                    <a:pt x="340805" y="654463"/>
                  </a:lnTo>
                  <a:lnTo>
                    <a:pt x="341186" y="653510"/>
                  </a:lnTo>
                  <a:lnTo>
                    <a:pt x="342138" y="648843"/>
                  </a:lnTo>
                  <a:lnTo>
                    <a:pt x="342329" y="647319"/>
                  </a:lnTo>
                  <a:lnTo>
                    <a:pt x="342329" y="646271"/>
                  </a:lnTo>
                  <a:lnTo>
                    <a:pt x="342233" y="645795"/>
                  </a:lnTo>
                  <a:lnTo>
                    <a:pt x="342043" y="645319"/>
                  </a:lnTo>
                  <a:lnTo>
                    <a:pt x="340423" y="642938"/>
                  </a:lnTo>
                  <a:lnTo>
                    <a:pt x="340138" y="642556"/>
                  </a:lnTo>
                  <a:lnTo>
                    <a:pt x="339757" y="642271"/>
                  </a:lnTo>
                  <a:lnTo>
                    <a:pt x="339376" y="641985"/>
                  </a:lnTo>
                  <a:lnTo>
                    <a:pt x="335375" y="640556"/>
                  </a:lnTo>
                  <a:lnTo>
                    <a:pt x="332042" y="639794"/>
                  </a:lnTo>
                  <a:lnTo>
                    <a:pt x="329565" y="639794"/>
                  </a:lnTo>
                  <a:lnTo>
                    <a:pt x="327279" y="640080"/>
                  </a:lnTo>
                  <a:lnTo>
                    <a:pt x="326707" y="640080"/>
                  </a:lnTo>
                  <a:lnTo>
                    <a:pt x="325564" y="639889"/>
                  </a:lnTo>
                  <a:lnTo>
                    <a:pt x="325088" y="639699"/>
                  </a:lnTo>
                  <a:lnTo>
                    <a:pt x="322707" y="638080"/>
                  </a:lnTo>
                  <a:lnTo>
                    <a:pt x="320802" y="637222"/>
                  </a:lnTo>
                  <a:lnTo>
                    <a:pt x="319183" y="636746"/>
                  </a:lnTo>
                  <a:lnTo>
                    <a:pt x="316135" y="636460"/>
                  </a:lnTo>
                  <a:lnTo>
                    <a:pt x="315563" y="635127"/>
                  </a:lnTo>
                  <a:lnTo>
                    <a:pt x="315659" y="634555"/>
                  </a:lnTo>
                  <a:lnTo>
                    <a:pt x="315944" y="633889"/>
                  </a:lnTo>
                  <a:lnTo>
                    <a:pt x="316897" y="632555"/>
                  </a:lnTo>
                  <a:lnTo>
                    <a:pt x="321088" y="627983"/>
                  </a:lnTo>
                  <a:lnTo>
                    <a:pt x="321659" y="627602"/>
                  </a:lnTo>
                  <a:lnTo>
                    <a:pt x="322231" y="627317"/>
                  </a:lnTo>
                  <a:lnTo>
                    <a:pt x="322802" y="627221"/>
                  </a:lnTo>
                  <a:lnTo>
                    <a:pt x="323469" y="627317"/>
                  </a:lnTo>
                  <a:lnTo>
                    <a:pt x="324040" y="627317"/>
                  </a:lnTo>
                  <a:lnTo>
                    <a:pt x="326707" y="628078"/>
                  </a:lnTo>
                  <a:lnTo>
                    <a:pt x="327374" y="628174"/>
                  </a:lnTo>
                  <a:lnTo>
                    <a:pt x="328231" y="628078"/>
                  </a:lnTo>
                  <a:lnTo>
                    <a:pt x="329279" y="627793"/>
                  </a:lnTo>
                  <a:lnTo>
                    <a:pt x="329946" y="627412"/>
                  </a:lnTo>
                  <a:lnTo>
                    <a:pt x="331375" y="625697"/>
                  </a:lnTo>
                  <a:lnTo>
                    <a:pt x="332042" y="625507"/>
                  </a:lnTo>
                  <a:lnTo>
                    <a:pt x="332613" y="625411"/>
                  </a:lnTo>
                  <a:lnTo>
                    <a:pt x="333661" y="625793"/>
                  </a:lnTo>
                  <a:lnTo>
                    <a:pt x="335566" y="626555"/>
                  </a:lnTo>
                  <a:lnTo>
                    <a:pt x="337661" y="627221"/>
                  </a:lnTo>
                  <a:lnTo>
                    <a:pt x="340043" y="627697"/>
                  </a:lnTo>
                  <a:lnTo>
                    <a:pt x="349853" y="627412"/>
                  </a:lnTo>
                  <a:lnTo>
                    <a:pt x="352139" y="627888"/>
                  </a:lnTo>
                  <a:lnTo>
                    <a:pt x="353187" y="628269"/>
                  </a:lnTo>
                  <a:lnTo>
                    <a:pt x="356616" y="630174"/>
                  </a:lnTo>
                  <a:lnTo>
                    <a:pt x="367379" y="630269"/>
                  </a:lnTo>
                  <a:lnTo>
                    <a:pt x="368618" y="630460"/>
                  </a:lnTo>
                  <a:lnTo>
                    <a:pt x="369189" y="630555"/>
                  </a:lnTo>
                  <a:lnTo>
                    <a:pt x="370142" y="631031"/>
                  </a:lnTo>
                  <a:lnTo>
                    <a:pt x="370999" y="631507"/>
                  </a:lnTo>
                  <a:lnTo>
                    <a:pt x="371761" y="632079"/>
                  </a:lnTo>
                  <a:lnTo>
                    <a:pt x="374047" y="634460"/>
                  </a:lnTo>
                  <a:lnTo>
                    <a:pt x="374428" y="634746"/>
                  </a:lnTo>
                  <a:lnTo>
                    <a:pt x="375095" y="635032"/>
                  </a:lnTo>
                  <a:lnTo>
                    <a:pt x="375952" y="635318"/>
                  </a:lnTo>
                  <a:lnTo>
                    <a:pt x="378619" y="635698"/>
                  </a:lnTo>
                  <a:lnTo>
                    <a:pt x="394430" y="634079"/>
                  </a:lnTo>
                  <a:lnTo>
                    <a:pt x="394906" y="633984"/>
                  </a:lnTo>
                  <a:lnTo>
                    <a:pt x="395764" y="633508"/>
                  </a:lnTo>
                  <a:lnTo>
                    <a:pt x="396526" y="632936"/>
                  </a:lnTo>
                  <a:lnTo>
                    <a:pt x="398717" y="630460"/>
                  </a:lnTo>
                  <a:lnTo>
                    <a:pt x="399479" y="629222"/>
                  </a:lnTo>
                  <a:lnTo>
                    <a:pt x="399955" y="628840"/>
                  </a:lnTo>
                  <a:lnTo>
                    <a:pt x="400145" y="628459"/>
                  </a:lnTo>
                  <a:lnTo>
                    <a:pt x="400621" y="628078"/>
                  </a:lnTo>
                  <a:lnTo>
                    <a:pt x="401193" y="627697"/>
                  </a:lnTo>
                  <a:lnTo>
                    <a:pt x="402241" y="627221"/>
                  </a:lnTo>
                  <a:lnTo>
                    <a:pt x="402907" y="627126"/>
                  </a:lnTo>
                  <a:lnTo>
                    <a:pt x="403574" y="627221"/>
                  </a:lnTo>
                  <a:lnTo>
                    <a:pt x="404527" y="627697"/>
                  </a:lnTo>
                  <a:lnTo>
                    <a:pt x="404908" y="627888"/>
                  </a:lnTo>
                  <a:lnTo>
                    <a:pt x="405289" y="628269"/>
                  </a:lnTo>
                  <a:lnTo>
                    <a:pt x="406908" y="631126"/>
                  </a:lnTo>
                  <a:lnTo>
                    <a:pt x="407098" y="631603"/>
                  </a:lnTo>
                  <a:lnTo>
                    <a:pt x="407384" y="632651"/>
                  </a:lnTo>
                  <a:lnTo>
                    <a:pt x="407765" y="634841"/>
                  </a:lnTo>
                  <a:lnTo>
                    <a:pt x="407861" y="635413"/>
                  </a:lnTo>
                  <a:lnTo>
                    <a:pt x="408146" y="635889"/>
                  </a:lnTo>
                  <a:lnTo>
                    <a:pt x="408622" y="636365"/>
                  </a:lnTo>
                  <a:lnTo>
                    <a:pt x="409670" y="636842"/>
                  </a:lnTo>
                  <a:lnTo>
                    <a:pt x="410337" y="636842"/>
                  </a:lnTo>
                  <a:lnTo>
                    <a:pt x="411861" y="636460"/>
                  </a:lnTo>
                  <a:lnTo>
                    <a:pt x="412432" y="636460"/>
                  </a:lnTo>
                  <a:lnTo>
                    <a:pt x="412909" y="636651"/>
                  </a:lnTo>
                  <a:lnTo>
                    <a:pt x="414433" y="637889"/>
                  </a:lnTo>
                  <a:lnTo>
                    <a:pt x="416719" y="640271"/>
                  </a:lnTo>
                  <a:lnTo>
                    <a:pt x="417195" y="640651"/>
                  </a:lnTo>
                  <a:lnTo>
                    <a:pt x="417862" y="640937"/>
                  </a:lnTo>
                  <a:lnTo>
                    <a:pt x="418910" y="641413"/>
                  </a:lnTo>
                  <a:lnTo>
                    <a:pt x="419576" y="641413"/>
                  </a:lnTo>
                  <a:lnTo>
                    <a:pt x="420053" y="641223"/>
                  </a:lnTo>
                  <a:lnTo>
                    <a:pt x="420053" y="640842"/>
                  </a:lnTo>
                  <a:lnTo>
                    <a:pt x="419767" y="640461"/>
                  </a:lnTo>
                  <a:lnTo>
                    <a:pt x="419481" y="640175"/>
                  </a:lnTo>
                  <a:lnTo>
                    <a:pt x="419290" y="639794"/>
                  </a:lnTo>
                  <a:lnTo>
                    <a:pt x="419005" y="639318"/>
                  </a:lnTo>
                  <a:lnTo>
                    <a:pt x="418910" y="638842"/>
                  </a:lnTo>
                  <a:lnTo>
                    <a:pt x="418910" y="638365"/>
                  </a:lnTo>
                  <a:lnTo>
                    <a:pt x="419100" y="637889"/>
                  </a:lnTo>
                  <a:lnTo>
                    <a:pt x="419386" y="637508"/>
                  </a:lnTo>
                  <a:lnTo>
                    <a:pt x="419767" y="637222"/>
                  </a:lnTo>
                  <a:lnTo>
                    <a:pt x="421577" y="636460"/>
                  </a:lnTo>
                  <a:lnTo>
                    <a:pt x="423101" y="635413"/>
                  </a:lnTo>
                  <a:lnTo>
                    <a:pt x="423672" y="634936"/>
                  </a:lnTo>
                  <a:lnTo>
                    <a:pt x="423863" y="634746"/>
                  </a:lnTo>
                  <a:lnTo>
                    <a:pt x="424148" y="634460"/>
                  </a:lnTo>
                  <a:lnTo>
                    <a:pt x="424434" y="633793"/>
                  </a:lnTo>
                  <a:lnTo>
                    <a:pt x="424910" y="632460"/>
                  </a:lnTo>
                  <a:lnTo>
                    <a:pt x="425196" y="631984"/>
                  </a:lnTo>
                  <a:lnTo>
                    <a:pt x="425672" y="631603"/>
                  </a:lnTo>
                  <a:lnTo>
                    <a:pt x="426339" y="631317"/>
                  </a:lnTo>
                  <a:lnTo>
                    <a:pt x="427768" y="631031"/>
                  </a:lnTo>
                  <a:lnTo>
                    <a:pt x="431768" y="631031"/>
                  </a:lnTo>
                  <a:lnTo>
                    <a:pt x="432435" y="630841"/>
                  </a:lnTo>
                  <a:lnTo>
                    <a:pt x="432816" y="630650"/>
                  </a:lnTo>
                  <a:lnTo>
                    <a:pt x="433483" y="629888"/>
                  </a:lnTo>
                  <a:lnTo>
                    <a:pt x="433769" y="629507"/>
                  </a:lnTo>
                  <a:lnTo>
                    <a:pt x="433959" y="629031"/>
                  </a:lnTo>
                  <a:lnTo>
                    <a:pt x="434530" y="627507"/>
                  </a:lnTo>
                  <a:lnTo>
                    <a:pt x="434912" y="626935"/>
                  </a:lnTo>
                  <a:lnTo>
                    <a:pt x="435007" y="626745"/>
                  </a:lnTo>
                  <a:lnTo>
                    <a:pt x="435102" y="626745"/>
                  </a:lnTo>
                  <a:lnTo>
                    <a:pt x="436340" y="625888"/>
                  </a:lnTo>
                  <a:lnTo>
                    <a:pt x="437769" y="625221"/>
                  </a:lnTo>
                  <a:lnTo>
                    <a:pt x="440436" y="617410"/>
                  </a:lnTo>
                  <a:lnTo>
                    <a:pt x="441007" y="614934"/>
                  </a:lnTo>
                  <a:lnTo>
                    <a:pt x="440817" y="613886"/>
                  </a:lnTo>
                  <a:lnTo>
                    <a:pt x="440722" y="613315"/>
                  </a:lnTo>
                  <a:lnTo>
                    <a:pt x="439293" y="610457"/>
                  </a:lnTo>
                  <a:lnTo>
                    <a:pt x="439007" y="609600"/>
                  </a:lnTo>
                  <a:lnTo>
                    <a:pt x="439007" y="608838"/>
                  </a:lnTo>
                  <a:lnTo>
                    <a:pt x="439103" y="608267"/>
                  </a:lnTo>
                  <a:lnTo>
                    <a:pt x="439198" y="607790"/>
                  </a:lnTo>
                  <a:lnTo>
                    <a:pt x="439674" y="606933"/>
                  </a:lnTo>
                  <a:lnTo>
                    <a:pt x="440055" y="605695"/>
                  </a:lnTo>
                  <a:lnTo>
                    <a:pt x="440531" y="604266"/>
                  </a:lnTo>
                  <a:lnTo>
                    <a:pt x="440627" y="603504"/>
                  </a:lnTo>
                  <a:lnTo>
                    <a:pt x="440627" y="603028"/>
                  </a:lnTo>
                  <a:lnTo>
                    <a:pt x="440627" y="602932"/>
                  </a:lnTo>
                  <a:lnTo>
                    <a:pt x="439769" y="601218"/>
                  </a:lnTo>
                  <a:lnTo>
                    <a:pt x="439484" y="600361"/>
                  </a:lnTo>
                  <a:lnTo>
                    <a:pt x="438912" y="598837"/>
                  </a:lnTo>
                  <a:lnTo>
                    <a:pt x="437960" y="594931"/>
                  </a:lnTo>
                  <a:lnTo>
                    <a:pt x="437197" y="593503"/>
                  </a:lnTo>
                  <a:lnTo>
                    <a:pt x="436150" y="592455"/>
                  </a:lnTo>
                  <a:lnTo>
                    <a:pt x="435197" y="591693"/>
                  </a:lnTo>
                  <a:lnTo>
                    <a:pt x="433483" y="590645"/>
                  </a:lnTo>
                  <a:lnTo>
                    <a:pt x="430054" y="589312"/>
                  </a:lnTo>
                  <a:lnTo>
                    <a:pt x="427768" y="587693"/>
                  </a:lnTo>
                  <a:lnTo>
                    <a:pt x="423863" y="584263"/>
                  </a:lnTo>
                  <a:lnTo>
                    <a:pt x="423196" y="583406"/>
                  </a:lnTo>
                  <a:lnTo>
                    <a:pt x="422910" y="582263"/>
                  </a:lnTo>
                  <a:lnTo>
                    <a:pt x="422815" y="581692"/>
                  </a:lnTo>
                  <a:lnTo>
                    <a:pt x="422815" y="581120"/>
                  </a:lnTo>
                  <a:lnTo>
                    <a:pt x="423005" y="579215"/>
                  </a:lnTo>
                  <a:lnTo>
                    <a:pt x="423005" y="579025"/>
                  </a:lnTo>
                  <a:lnTo>
                    <a:pt x="421005" y="575596"/>
                  </a:lnTo>
                  <a:lnTo>
                    <a:pt x="420338" y="574643"/>
                  </a:lnTo>
                  <a:lnTo>
                    <a:pt x="419767" y="574072"/>
                  </a:lnTo>
                  <a:lnTo>
                    <a:pt x="414909" y="570643"/>
                  </a:lnTo>
                  <a:lnTo>
                    <a:pt x="413956" y="570262"/>
                  </a:lnTo>
                  <a:lnTo>
                    <a:pt x="411194" y="569500"/>
                  </a:lnTo>
                  <a:lnTo>
                    <a:pt x="409670" y="568833"/>
                  </a:lnTo>
                  <a:lnTo>
                    <a:pt x="408242" y="567880"/>
                  </a:lnTo>
                  <a:lnTo>
                    <a:pt x="407670" y="567214"/>
                  </a:lnTo>
                  <a:lnTo>
                    <a:pt x="407289" y="566642"/>
                  </a:lnTo>
                  <a:lnTo>
                    <a:pt x="407194" y="566166"/>
                  </a:lnTo>
                  <a:lnTo>
                    <a:pt x="407289" y="565594"/>
                  </a:lnTo>
                  <a:lnTo>
                    <a:pt x="407480" y="565023"/>
                  </a:lnTo>
                  <a:lnTo>
                    <a:pt x="407861" y="564166"/>
                  </a:lnTo>
                  <a:lnTo>
                    <a:pt x="410813" y="559498"/>
                  </a:lnTo>
                  <a:lnTo>
                    <a:pt x="411194" y="558546"/>
                  </a:lnTo>
                  <a:lnTo>
                    <a:pt x="411289" y="558070"/>
                  </a:lnTo>
                  <a:lnTo>
                    <a:pt x="411289" y="557498"/>
                  </a:lnTo>
                  <a:lnTo>
                    <a:pt x="411194" y="557022"/>
                  </a:lnTo>
                  <a:lnTo>
                    <a:pt x="409480" y="553402"/>
                  </a:lnTo>
                  <a:lnTo>
                    <a:pt x="409004" y="552259"/>
                  </a:lnTo>
                  <a:lnTo>
                    <a:pt x="408813" y="551783"/>
                  </a:lnTo>
                  <a:lnTo>
                    <a:pt x="408718" y="551593"/>
                  </a:lnTo>
                  <a:lnTo>
                    <a:pt x="408337" y="551688"/>
                  </a:lnTo>
                  <a:lnTo>
                    <a:pt x="407575" y="551688"/>
                  </a:lnTo>
                  <a:lnTo>
                    <a:pt x="407384" y="551212"/>
                  </a:lnTo>
                  <a:lnTo>
                    <a:pt x="407289" y="550735"/>
                  </a:lnTo>
                  <a:lnTo>
                    <a:pt x="407194" y="549497"/>
                  </a:lnTo>
                  <a:lnTo>
                    <a:pt x="407289" y="548830"/>
                  </a:lnTo>
                  <a:lnTo>
                    <a:pt x="408146" y="544163"/>
                  </a:lnTo>
                  <a:lnTo>
                    <a:pt x="408337" y="543592"/>
                  </a:lnTo>
                  <a:lnTo>
                    <a:pt x="408718" y="542639"/>
                  </a:lnTo>
                  <a:lnTo>
                    <a:pt x="409194" y="541687"/>
                  </a:lnTo>
                  <a:lnTo>
                    <a:pt x="409385" y="541115"/>
                  </a:lnTo>
                  <a:lnTo>
                    <a:pt x="409480" y="540448"/>
                  </a:lnTo>
                  <a:lnTo>
                    <a:pt x="409289" y="539496"/>
                  </a:lnTo>
                  <a:lnTo>
                    <a:pt x="408813" y="539020"/>
                  </a:lnTo>
                  <a:lnTo>
                    <a:pt x="408337" y="538734"/>
                  </a:lnTo>
                  <a:lnTo>
                    <a:pt x="405479" y="538163"/>
                  </a:lnTo>
                  <a:lnTo>
                    <a:pt x="404908" y="537972"/>
                  </a:lnTo>
                  <a:lnTo>
                    <a:pt x="404431" y="537686"/>
                  </a:lnTo>
                  <a:lnTo>
                    <a:pt x="403955" y="537305"/>
                  </a:lnTo>
                  <a:lnTo>
                    <a:pt x="403098" y="536448"/>
                  </a:lnTo>
                  <a:lnTo>
                    <a:pt x="402717" y="536162"/>
                  </a:lnTo>
                  <a:lnTo>
                    <a:pt x="402241" y="535876"/>
                  </a:lnTo>
                  <a:lnTo>
                    <a:pt x="397955" y="533876"/>
                  </a:lnTo>
                  <a:lnTo>
                    <a:pt x="397383" y="533495"/>
                  </a:lnTo>
                  <a:lnTo>
                    <a:pt x="395478" y="531590"/>
                  </a:lnTo>
                  <a:lnTo>
                    <a:pt x="394906" y="530733"/>
                  </a:lnTo>
                  <a:lnTo>
                    <a:pt x="394526" y="529971"/>
                  </a:lnTo>
                  <a:lnTo>
                    <a:pt x="394430" y="529400"/>
                  </a:lnTo>
                  <a:lnTo>
                    <a:pt x="394335" y="528828"/>
                  </a:lnTo>
                  <a:lnTo>
                    <a:pt x="394430" y="528161"/>
                  </a:lnTo>
                  <a:lnTo>
                    <a:pt x="394526" y="527590"/>
                  </a:lnTo>
                  <a:lnTo>
                    <a:pt x="394621" y="527018"/>
                  </a:lnTo>
                  <a:lnTo>
                    <a:pt x="394811" y="526542"/>
                  </a:lnTo>
                  <a:lnTo>
                    <a:pt x="395097" y="526161"/>
                  </a:lnTo>
                  <a:lnTo>
                    <a:pt x="395764" y="525399"/>
                  </a:lnTo>
                  <a:lnTo>
                    <a:pt x="398050" y="523780"/>
                  </a:lnTo>
                  <a:lnTo>
                    <a:pt x="398336" y="523113"/>
                  </a:lnTo>
                  <a:lnTo>
                    <a:pt x="398336" y="522351"/>
                  </a:lnTo>
                  <a:lnTo>
                    <a:pt x="397955" y="520732"/>
                  </a:lnTo>
                  <a:lnTo>
                    <a:pt x="397573" y="519970"/>
                  </a:lnTo>
                  <a:lnTo>
                    <a:pt x="397193" y="519398"/>
                  </a:lnTo>
                  <a:lnTo>
                    <a:pt x="396907" y="519017"/>
                  </a:lnTo>
                  <a:lnTo>
                    <a:pt x="396526" y="518731"/>
                  </a:lnTo>
                  <a:lnTo>
                    <a:pt x="396145" y="518446"/>
                  </a:lnTo>
                  <a:lnTo>
                    <a:pt x="390715" y="516826"/>
                  </a:lnTo>
                  <a:lnTo>
                    <a:pt x="389763" y="516255"/>
                  </a:lnTo>
                  <a:lnTo>
                    <a:pt x="387858" y="514159"/>
                  </a:lnTo>
                  <a:lnTo>
                    <a:pt x="387001" y="513112"/>
                  </a:lnTo>
                  <a:lnTo>
                    <a:pt x="386810" y="512540"/>
                  </a:lnTo>
                  <a:lnTo>
                    <a:pt x="386144" y="510540"/>
                  </a:lnTo>
                  <a:lnTo>
                    <a:pt x="386048" y="509683"/>
                  </a:lnTo>
                  <a:lnTo>
                    <a:pt x="386048" y="508921"/>
                  </a:lnTo>
                  <a:lnTo>
                    <a:pt x="386144" y="508349"/>
                  </a:lnTo>
                  <a:lnTo>
                    <a:pt x="386429" y="507397"/>
                  </a:lnTo>
                  <a:lnTo>
                    <a:pt x="386905" y="506254"/>
                  </a:lnTo>
                  <a:lnTo>
                    <a:pt x="387191" y="505206"/>
                  </a:lnTo>
                  <a:lnTo>
                    <a:pt x="387287" y="502920"/>
                  </a:lnTo>
                  <a:lnTo>
                    <a:pt x="386715" y="496062"/>
                  </a:lnTo>
                  <a:lnTo>
                    <a:pt x="386715" y="495776"/>
                  </a:lnTo>
                  <a:lnTo>
                    <a:pt x="386620" y="495776"/>
                  </a:lnTo>
                  <a:lnTo>
                    <a:pt x="383667" y="495300"/>
                  </a:lnTo>
                  <a:lnTo>
                    <a:pt x="381381" y="493681"/>
                  </a:lnTo>
                  <a:lnTo>
                    <a:pt x="380047" y="491204"/>
                  </a:lnTo>
                  <a:lnTo>
                    <a:pt x="379190" y="485775"/>
                  </a:lnTo>
                  <a:lnTo>
                    <a:pt x="378809" y="477869"/>
                  </a:lnTo>
                  <a:lnTo>
                    <a:pt x="379190" y="475583"/>
                  </a:lnTo>
                  <a:lnTo>
                    <a:pt x="380810" y="473011"/>
                  </a:lnTo>
                  <a:lnTo>
                    <a:pt x="381571" y="470059"/>
                  </a:lnTo>
                  <a:lnTo>
                    <a:pt x="381476" y="467011"/>
                  </a:lnTo>
                  <a:lnTo>
                    <a:pt x="380619" y="463963"/>
                  </a:lnTo>
                  <a:lnTo>
                    <a:pt x="381286" y="462534"/>
                  </a:lnTo>
                  <a:lnTo>
                    <a:pt x="382619" y="457581"/>
                  </a:lnTo>
                  <a:lnTo>
                    <a:pt x="383191" y="453676"/>
                  </a:lnTo>
                  <a:lnTo>
                    <a:pt x="384715" y="449771"/>
                  </a:lnTo>
                  <a:lnTo>
                    <a:pt x="385191" y="446342"/>
                  </a:lnTo>
                  <a:lnTo>
                    <a:pt x="385953" y="444055"/>
                  </a:lnTo>
                  <a:lnTo>
                    <a:pt x="386620" y="439293"/>
                  </a:lnTo>
                  <a:lnTo>
                    <a:pt x="388430" y="435388"/>
                  </a:lnTo>
                  <a:lnTo>
                    <a:pt x="389668" y="433768"/>
                  </a:lnTo>
                  <a:lnTo>
                    <a:pt x="393192" y="430721"/>
                  </a:lnTo>
                  <a:lnTo>
                    <a:pt x="393763" y="429959"/>
                  </a:lnTo>
                  <a:lnTo>
                    <a:pt x="394335" y="428625"/>
                  </a:lnTo>
                  <a:lnTo>
                    <a:pt x="394811" y="427196"/>
                  </a:lnTo>
                  <a:lnTo>
                    <a:pt x="395383" y="425958"/>
                  </a:lnTo>
                  <a:lnTo>
                    <a:pt x="396526" y="425196"/>
                  </a:lnTo>
                  <a:lnTo>
                    <a:pt x="397288" y="423863"/>
                  </a:lnTo>
                  <a:lnTo>
                    <a:pt x="399574" y="419195"/>
                  </a:lnTo>
                  <a:lnTo>
                    <a:pt x="400526" y="418909"/>
                  </a:lnTo>
                  <a:lnTo>
                    <a:pt x="401669" y="417957"/>
                  </a:lnTo>
                  <a:lnTo>
                    <a:pt x="402812" y="416909"/>
                  </a:lnTo>
                  <a:lnTo>
                    <a:pt x="403574" y="415861"/>
                  </a:lnTo>
                  <a:lnTo>
                    <a:pt x="404051" y="414718"/>
                  </a:lnTo>
                  <a:lnTo>
                    <a:pt x="404527" y="412718"/>
                  </a:lnTo>
                  <a:lnTo>
                    <a:pt x="404813" y="410718"/>
                  </a:lnTo>
                  <a:lnTo>
                    <a:pt x="404527" y="409861"/>
                  </a:lnTo>
                  <a:lnTo>
                    <a:pt x="404336" y="409003"/>
                  </a:lnTo>
                  <a:lnTo>
                    <a:pt x="405670" y="407098"/>
                  </a:lnTo>
                  <a:lnTo>
                    <a:pt x="408051" y="404527"/>
                  </a:lnTo>
                  <a:lnTo>
                    <a:pt x="409385" y="400336"/>
                  </a:lnTo>
                  <a:lnTo>
                    <a:pt x="408718" y="396335"/>
                  </a:lnTo>
                  <a:lnTo>
                    <a:pt x="405860" y="389096"/>
                  </a:lnTo>
                  <a:lnTo>
                    <a:pt x="404622" y="375666"/>
                  </a:lnTo>
                  <a:lnTo>
                    <a:pt x="403098" y="372237"/>
                  </a:lnTo>
                  <a:lnTo>
                    <a:pt x="402241" y="371951"/>
                  </a:lnTo>
                  <a:lnTo>
                    <a:pt x="401384" y="372142"/>
                  </a:lnTo>
                  <a:lnTo>
                    <a:pt x="400717" y="371951"/>
                  </a:lnTo>
                  <a:lnTo>
                    <a:pt x="400431" y="370522"/>
                  </a:lnTo>
                  <a:lnTo>
                    <a:pt x="400336" y="369475"/>
                  </a:lnTo>
                  <a:lnTo>
                    <a:pt x="399860" y="367379"/>
                  </a:lnTo>
                  <a:lnTo>
                    <a:pt x="399669" y="362807"/>
                  </a:lnTo>
                  <a:lnTo>
                    <a:pt x="395573" y="346900"/>
                  </a:lnTo>
                  <a:lnTo>
                    <a:pt x="395383" y="342519"/>
                  </a:lnTo>
                  <a:lnTo>
                    <a:pt x="395859" y="340423"/>
                  </a:lnTo>
                  <a:lnTo>
                    <a:pt x="397383" y="336899"/>
                  </a:lnTo>
                  <a:lnTo>
                    <a:pt x="397669" y="334804"/>
                  </a:lnTo>
                  <a:lnTo>
                    <a:pt x="397478" y="332613"/>
                  </a:lnTo>
                  <a:lnTo>
                    <a:pt x="396526" y="328613"/>
                  </a:lnTo>
                  <a:lnTo>
                    <a:pt x="396526" y="326422"/>
                  </a:lnTo>
                  <a:lnTo>
                    <a:pt x="397955" y="320897"/>
                  </a:lnTo>
                  <a:lnTo>
                    <a:pt x="398431" y="316611"/>
                  </a:lnTo>
                  <a:lnTo>
                    <a:pt x="399479" y="313087"/>
                  </a:lnTo>
                  <a:lnTo>
                    <a:pt x="399764" y="310705"/>
                  </a:lnTo>
                  <a:lnTo>
                    <a:pt x="399669" y="309086"/>
                  </a:lnTo>
                  <a:lnTo>
                    <a:pt x="399002" y="303847"/>
                  </a:lnTo>
                  <a:lnTo>
                    <a:pt x="398431" y="302228"/>
                  </a:lnTo>
                  <a:lnTo>
                    <a:pt x="391287" y="293370"/>
                  </a:lnTo>
                  <a:lnTo>
                    <a:pt x="391001" y="292798"/>
                  </a:lnTo>
                  <a:lnTo>
                    <a:pt x="391287" y="291751"/>
                  </a:lnTo>
                  <a:lnTo>
                    <a:pt x="391859" y="291751"/>
                  </a:lnTo>
                  <a:lnTo>
                    <a:pt x="392716" y="292132"/>
                  </a:lnTo>
                  <a:lnTo>
                    <a:pt x="393478" y="292417"/>
                  </a:lnTo>
                  <a:lnTo>
                    <a:pt x="394430" y="291275"/>
                  </a:lnTo>
                  <a:lnTo>
                    <a:pt x="395097" y="288988"/>
                  </a:lnTo>
                  <a:lnTo>
                    <a:pt x="394906" y="287464"/>
                  </a:lnTo>
                  <a:lnTo>
                    <a:pt x="393287" y="288322"/>
                  </a:lnTo>
                  <a:lnTo>
                    <a:pt x="393097" y="288036"/>
                  </a:lnTo>
                  <a:lnTo>
                    <a:pt x="392906" y="287179"/>
                  </a:lnTo>
                  <a:lnTo>
                    <a:pt x="392811" y="286321"/>
                  </a:lnTo>
                  <a:lnTo>
                    <a:pt x="393287" y="286321"/>
                  </a:lnTo>
                  <a:lnTo>
                    <a:pt x="391859" y="285655"/>
                  </a:lnTo>
                  <a:lnTo>
                    <a:pt x="391573" y="285655"/>
                  </a:lnTo>
                  <a:lnTo>
                    <a:pt x="391192" y="285178"/>
                  </a:lnTo>
                  <a:lnTo>
                    <a:pt x="390239" y="284702"/>
                  </a:lnTo>
                  <a:lnTo>
                    <a:pt x="389954" y="284226"/>
                  </a:lnTo>
                  <a:lnTo>
                    <a:pt x="390144" y="283750"/>
                  </a:lnTo>
                  <a:lnTo>
                    <a:pt x="390715" y="283559"/>
                  </a:lnTo>
                  <a:lnTo>
                    <a:pt x="391287" y="283655"/>
                  </a:lnTo>
                  <a:lnTo>
                    <a:pt x="391573" y="283559"/>
                  </a:lnTo>
                  <a:lnTo>
                    <a:pt x="392525" y="282130"/>
                  </a:lnTo>
                  <a:lnTo>
                    <a:pt x="393002" y="281178"/>
                  </a:lnTo>
                  <a:lnTo>
                    <a:pt x="393287" y="280130"/>
                  </a:lnTo>
                  <a:lnTo>
                    <a:pt x="393002" y="279368"/>
                  </a:lnTo>
                  <a:lnTo>
                    <a:pt x="392430" y="278701"/>
                  </a:lnTo>
                  <a:lnTo>
                    <a:pt x="392144" y="278035"/>
                  </a:lnTo>
                  <a:lnTo>
                    <a:pt x="392716" y="276796"/>
                  </a:lnTo>
                  <a:lnTo>
                    <a:pt x="391859" y="275653"/>
                  </a:lnTo>
                  <a:lnTo>
                    <a:pt x="389954" y="273939"/>
                  </a:lnTo>
                  <a:lnTo>
                    <a:pt x="389382" y="272701"/>
                  </a:lnTo>
                  <a:lnTo>
                    <a:pt x="391382" y="271081"/>
                  </a:lnTo>
                  <a:lnTo>
                    <a:pt x="392811" y="268034"/>
                  </a:lnTo>
                  <a:lnTo>
                    <a:pt x="393287" y="265081"/>
                  </a:lnTo>
                  <a:lnTo>
                    <a:pt x="392430" y="263747"/>
                  </a:lnTo>
                  <a:lnTo>
                    <a:pt x="391668" y="263366"/>
                  </a:lnTo>
                  <a:lnTo>
                    <a:pt x="390525" y="262318"/>
                  </a:lnTo>
                  <a:lnTo>
                    <a:pt x="389668" y="261080"/>
                  </a:lnTo>
                  <a:lnTo>
                    <a:pt x="389668" y="260032"/>
                  </a:lnTo>
                  <a:lnTo>
                    <a:pt x="391001" y="259651"/>
                  </a:lnTo>
                  <a:lnTo>
                    <a:pt x="392430" y="260318"/>
                  </a:lnTo>
                  <a:lnTo>
                    <a:pt x="394049" y="260794"/>
                  </a:lnTo>
                  <a:lnTo>
                    <a:pt x="395383" y="259651"/>
                  </a:lnTo>
                  <a:lnTo>
                    <a:pt x="393859" y="259080"/>
                  </a:lnTo>
                  <a:lnTo>
                    <a:pt x="393287" y="259080"/>
                  </a:lnTo>
                  <a:lnTo>
                    <a:pt x="393287" y="258318"/>
                  </a:lnTo>
                  <a:lnTo>
                    <a:pt x="395573" y="257365"/>
                  </a:lnTo>
                  <a:lnTo>
                    <a:pt x="396621" y="256699"/>
                  </a:lnTo>
                  <a:lnTo>
                    <a:pt x="397097" y="255937"/>
                  </a:lnTo>
                  <a:lnTo>
                    <a:pt x="397383" y="254889"/>
                  </a:lnTo>
                  <a:lnTo>
                    <a:pt x="398145" y="253651"/>
                  </a:lnTo>
                  <a:lnTo>
                    <a:pt x="399002" y="252698"/>
                  </a:lnTo>
                  <a:lnTo>
                    <a:pt x="399574" y="252222"/>
                  </a:lnTo>
                  <a:lnTo>
                    <a:pt x="400526" y="251650"/>
                  </a:lnTo>
                  <a:lnTo>
                    <a:pt x="401098" y="250317"/>
                  </a:lnTo>
                  <a:lnTo>
                    <a:pt x="402050" y="247364"/>
                  </a:lnTo>
                  <a:lnTo>
                    <a:pt x="402812" y="246317"/>
                  </a:lnTo>
                  <a:lnTo>
                    <a:pt x="405289" y="244030"/>
                  </a:lnTo>
                  <a:lnTo>
                    <a:pt x="410528" y="236792"/>
                  </a:lnTo>
                  <a:lnTo>
                    <a:pt x="410718" y="236220"/>
                  </a:lnTo>
                  <a:lnTo>
                    <a:pt x="411099" y="234886"/>
                  </a:lnTo>
                  <a:lnTo>
                    <a:pt x="411289" y="234410"/>
                  </a:lnTo>
                  <a:lnTo>
                    <a:pt x="411575" y="234220"/>
                  </a:lnTo>
                  <a:lnTo>
                    <a:pt x="412718" y="233839"/>
                  </a:lnTo>
                  <a:lnTo>
                    <a:pt x="413004" y="233648"/>
                  </a:lnTo>
                  <a:lnTo>
                    <a:pt x="413385" y="232791"/>
                  </a:lnTo>
                  <a:lnTo>
                    <a:pt x="413385" y="232315"/>
                  </a:lnTo>
                  <a:lnTo>
                    <a:pt x="413385" y="231743"/>
                  </a:lnTo>
                  <a:lnTo>
                    <a:pt x="413480" y="230886"/>
                  </a:lnTo>
                  <a:lnTo>
                    <a:pt x="414814" y="227647"/>
                  </a:lnTo>
                  <a:lnTo>
                    <a:pt x="414814" y="226123"/>
                  </a:lnTo>
                  <a:lnTo>
                    <a:pt x="413195" y="225457"/>
                  </a:lnTo>
                  <a:lnTo>
                    <a:pt x="411480" y="225076"/>
                  </a:lnTo>
                  <a:lnTo>
                    <a:pt x="410528" y="223933"/>
                  </a:lnTo>
                  <a:lnTo>
                    <a:pt x="410242" y="222218"/>
                  </a:lnTo>
                  <a:lnTo>
                    <a:pt x="410718" y="220027"/>
                  </a:lnTo>
                  <a:lnTo>
                    <a:pt x="412052" y="218408"/>
                  </a:lnTo>
                  <a:lnTo>
                    <a:pt x="415480" y="217932"/>
                  </a:lnTo>
                  <a:lnTo>
                    <a:pt x="417005" y="216884"/>
                  </a:lnTo>
                  <a:lnTo>
                    <a:pt x="418910" y="214884"/>
                  </a:lnTo>
                  <a:lnTo>
                    <a:pt x="419481" y="213836"/>
                  </a:lnTo>
                  <a:lnTo>
                    <a:pt x="421386" y="207550"/>
                  </a:lnTo>
                  <a:lnTo>
                    <a:pt x="421862" y="206597"/>
                  </a:lnTo>
                  <a:lnTo>
                    <a:pt x="422529" y="206216"/>
                  </a:lnTo>
                  <a:lnTo>
                    <a:pt x="422910" y="205645"/>
                  </a:lnTo>
                  <a:lnTo>
                    <a:pt x="422720" y="204406"/>
                  </a:lnTo>
                  <a:lnTo>
                    <a:pt x="421957" y="201359"/>
                  </a:lnTo>
                  <a:lnTo>
                    <a:pt x="421481" y="200406"/>
                  </a:lnTo>
                  <a:lnTo>
                    <a:pt x="421100" y="199358"/>
                  </a:lnTo>
                  <a:lnTo>
                    <a:pt x="421100" y="198025"/>
                  </a:lnTo>
                  <a:lnTo>
                    <a:pt x="421481" y="197644"/>
                  </a:lnTo>
                  <a:lnTo>
                    <a:pt x="422815" y="196501"/>
                  </a:lnTo>
                  <a:lnTo>
                    <a:pt x="423386" y="195929"/>
                  </a:lnTo>
                  <a:lnTo>
                    <a:pt x="422148" y="193929"/>
                  </a:lnTo>
                  <a:lnTo>
                    <a:pt x="417957" y="191738"/>
                  </a:lnTo>
                  <a:lnTo>
                    <a:pt x="416243" y="190405"/>
                  </a:lnTo>
                  <a:lnTo>
                    <a:pt x="419290" y="188500"/>
                  </a:lnTo>
                  <a:lnTo>
                    <a:pt x="420053" y="187166"/>
                  </a:lnTo>
                  <a:lnTo>
                    <a:pt x="419195" y="185166"/>
                  </a:lnTo>
                  <a:lnTo>
                    <a:pt x="418147" y="184309"/>
                  </a:lnTo>
                  <a:lnTo>
                    <a:pt x="413766" y="182023"/>
                  </a:lnTo>
                  <a:lnTo>
                    <a:pt x="412052" y="180308"/>
                  </a:lnTo>
                  <a:lnTo>
                    <a:pt x="406908" y="169640"/>
                  </a:lnTo>
                  <a:lnTo>
                    <a:pt x="405955" y="168402"/>
                  </a:lnTo>
                  <a:lnTo>
                    <a:pt x="404813" y="167354"/>
                  </a:lnTo>
                  <a:lnTo>
                    <a:pt x="403479" y="166592"/>
                  </a:lnTo>
                  <a:lnTo>
                    <a:pt x="401764" y="166306"/>
                  </a:lnTo>
                  <a:lnTo>
                    <a:pt x="401003" y="166021"/>
                  </a:lnTo>
                  <a:lnTo>
                    <a:pt x="400907" y="165449"/>
                  </a:lnTo>
                  <a:lnTo>
                    <a:pt x="400907" y="164497"/>
                  </a:lnTo>
                  <a:lnTo>
                    <a:pt x="400907" y="163449"/>
                  </a:lnTo>
                  <a:lnTo>
                    <a:pt x="400907" y="163259"/>
                  </a:lnTo>
                  <a:lnTo>
                    <a:pt x="400907" y="161353"/>
                  </a:lnTo>
                  <a:lnTo>
                    <a:pt x="400717" y="160972"/>
                  </a:lnTo>
                  <a:lnTo>
                    <a:pt x="400431" y="160592"/>
                  </a:lnTo>
                  <a:lnTo>
                    <a:pt x="400431" y="160306"/>
                  </a:lnTo>
                  <a:lnTo>
                    <a:pt x="399764" y="152400"/>
                  </a:lnTo>
                  <a:lnTo>
                    <a:pt x="400526" y="148590"/>
                  </a:lnTo>
                  <a:lnTo>
                    <a:pt x="400526" y="146875"/>
                  </a:lnTo>
                  <a:lnTo>
                    <a:pt x="399764" y="144685"/>
                  </a:lnTo>
                  <a:lnTo>
                    <a:pt x="400717" y="141065"/>
                  </a:lnTo>
                  <a:lnTo>
                    <a:pt x="401193" y="140589"/>
                  </a:lnTo>
                  <a:lnTo>
                    <a:pt x="402431" y="140494"/>
                  </a:lnTo>
                  <a:lnTo>
                    <a:pt x="403574" y="140113"/>
                  </a:lnTo>
                  <a:lnTo>
                    <a:pt x="404527" y="139541"/>
                  </a:lnTo>
                  <a:lnTo>
                    <a:pt x="405289" y="138493"/>
                  </a:lnTo>
                  <a:lnTo>
                    <a:pt x="405289" y="138017"/>
                  </a:lnTo>
                  <a:lnTo>
                    <a:pt x="406146" y="132397"/>
                  </a:lnTo>
                  <a:lnTo>
                    <a:pt x="407003" y="131445"/>
                  </a:lnTo>
                  <a:lnTo>
                    <a:pt x="408146" y="130969"/>
                  </a:lnTo>
                  <a:lnTo>
                    <a:pt x="410528" y="130778"/>
                  </a:lnTo>
                  <a:lnTo>
                    <a:pt x="411575" y="130588"/>
                  </a:lnTo>
                  <a:lnTo>
                    <a:pt x="412623" y="130111"/>
                  </a:lnTo>
                  <a:lnTo>
                    <a:pt x="413480" y="129445"/>
                  </a:lnTo>
                  <a:lnTo>
                    <a:pt x="415862" y="126397"/>
                  </a:lnTo>
                  <a:lnTo>
                    <a:pt x="416243" y="125635"/>
                  </a:lnTo>
                  <a:lnTo>
                    <a:pt x="416719" y="125349"/>
                  </a:lnTo>
                  <a:lnTo>
                    <a:pt x="419481" y="123253"/>
                  </a:lnTo>
                  <a:lnTo>
                    <a:pt x="420243" y="121920"/>
                  </a:lnTo>
                  <a:lnTo>
                    <a:pt x="421767" y="118300"/>
                  </a:lnTo>
                  <a:lnTo>
                    <a:pt x="423196" y="116967"/>
                  </a:lnTo>
                  <a:lnTo>
                    <a:pt x="426530" y="116300"/>
                  </a:lnTo>
                  <a:lnTo>
                    <a:pt x="427958" y="115157"/>
                  </a:lnTo>
                  <a:lnTo>
                    <a:pt x="428530" y="114109"/>
                  </a:lnTo>
                  <a:lnTo>
                    <a:pt x="429006" y="111823"/>
                  </a:lnTo>
                  <a:lnTo>
                    <a:pt x="429387" y="110585"/>
                  </a:lnTo>
                  <a:lnTo>
                    <a:pt x="429863" y="109823"/>
                  </a:lnTo>
                  <a:lnTo>
                    <a:pt x="431102" y="108299"/>
                  </a:lnTo>
                  <a:lnTo>
                    <a:pt x="431578" y="107251"/>
                  </a:lnTo>
                  <a:lnTo>
                    <a:pt x="431768" y="106204"/>
                  </a:lnTo>
                  <a:lnTo>
                    <a:pt x="431863" y="103346"/>
                  </a:lnTo>
                  <a:lnTo>
                    <a:pt x="431863" y="102584"/>
                  </a:lnTo>
                  <a:lnTo>
                    <a:pt x="429863" y="99822"/>
                  </a:lnTo>
                  <a:lnTo>
                    <a:pt x="429673" y="99441"/>
                  </a:lnTo>
                  <a:lnTo>
                    <a:pt x="429482" y="98488"/>
                  </a:lnTo>
                  <a:lnTo>
                    <a:pt x="432149" y="92583"/>
                  </a:lnTo>
                  <a:lnTo>
                    <a:pt x="433006" y="89535"/>
                  </a:lnTo>
                  <a:lnTo>
                    <a:pt x="433483" y="88678"/>
                  </a:lnTo>
                  <a:lnTo>
                    <a:pt x="434816" y="87249"/>
                  </a:lnTo>
                  <a:lnTo>
                    <a:pt x="435197" y="86392"/>
                  </a:lnTo>
                  <a:lnTo>
                    <a:pt x="435673" y="83153"/>
                  </a:lnTo>
                  <a:lnTo>
                    <a:pt x="436436" y="81725"/>
                  </a:lnTo>
                  <a:lnTo>
                    <a:pt x="437293" y="80391"/>
                  </a:lnTo>
                  <a:lnTo>
                    <a:pt x="438150" y="78581"/>
                  </a:lnTo>
                  <a:lnTo>
                    <a:pt x="439293" y="71533"/>
                  </a:lnTo>
                  <a:lnTo>
                    <a:pt x="440055" y="69723"/>
                  </a:lnTo>
                  <a:lnTo>
                    <a:pt x="440055" y="68389"/>
                  </a:lnTo>
                  <a:lnTo>
                    <a:pt x="439293" y="66199"/>
                  </a:lnTo>
                  <a:lnTo>
                    <a:pt x="437579" y="62389"/>
                  </a:lnTo>
                  <a:lnTo>
                    <a:pt x="439388" y="59436"/>
                  </a:lnTo>
                  <a:lnTo>
                    <a:pt x="441579" y="57912"/>
                  </a:lnTo>
                  <a:lnTo>
                    <a:pt x="446913" y="55435"/>
                  </a:lnTo>
                  <a:lnTo>
                    <a:pt x="449199" y="52864"/>
                  </a:lnTo>
                  <a:lnTo>
                    <a:pt x="450532" y="49625"/>
                  </a:lnTo>
                  <a:lnTo>
                    <a:pt x="452438" y="42005"/>
                  </a:lnTo>
                  <a:lnTo>
                    <a:pt x="457486" y="30671"/>
                  </a:lnTo>
                  <a:lnTo>
                    <a:pt x="457867" y="29337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3" name="Freeform: Shape 16">
              <a:extLst>
                <a:ext uri="{FF2B5EF4-FFF2-40B4-BE49-F238E27FC236}">
                  <a16:creationId xmlns:a16="http://schemas.microsoft.com/office/drawing/2014/main" id="{77250C8F-B8BA-E5A9-8707-FC2EEA5965B8}"/>
                </a:ext>
              </a:extLst>
            </p:cNvPr>
            <p:cNvSpPr/>
            <p:nvPr/>
          </p:nvSpPr>
          <p:spPr>
            <a:xfrm>
              <a:off x="2110645" y="4185158"/>
              <a:ext cx="1085850" cy="752475"/>
            </a:xfrm>
            <a:custGeom>
              <a:avLst/>
              <a:gdLst>
                <a:gd name="connsiteX0" fmla="*/ 1085374 w 1085850"/>
                <a:gd name="connsiteY0" fmla="*/ 311182 h 752475"/>
                <a:gd name="connsiteX1" fmla="*/ 1084993 w 1085850"/>
                <a:gd name="connsiteY1" fmla="*/ 310896 h 752475"/>
                <a:gd name="connsiteX2" fmla="*/ 1084231 w 1085850"/>
                <a:gd name="connsiteY2" fmla="*/ 310134 h 752475"/>
                <a:gd name="connsiteX3" fmla="*/ 1083373 w 1085850"/>
                <a:gd name="connsiteY3" fmla="*/ 309181 h 752475"/>
                <a:gd name="connsiteX4" fmla="*/ 1082993 w 1085850"/>
                <a:gd name="connsiteY4" fmla="*/ 308896 h 752475"/>
                <a:gd name="connsiteX5" fmla="*/ 1082707 w 1085850"/>
                <a:gd name="connsiteY5" fmla="*/ 308705 h 752475"/>
                <a:gd name="connsiteX6" fmla="*/ 1081850 w 1085850"/>
                <a:gd name="connsiteY6" fmla="*/ 308324 h 752475"/>
                <a:gd name="connsiteX7" fmla="*/ 1080135 w 1085850"/>
                <a:gd name="connsiteY7" fmla="*/ 307943 h 752475"/>
                <a:gd name="connsiteX8" fmla="*/ 1079564 w 1085850"/>
                <a:gd name="connsiteY8" fmla="*/ 307848 h 752475"/>
                <a:gd name="connsiteX9" fmla="*/ 1078897 w 1085850"/>
                <a:gd name="connsiteY9" fmla="*/ 307372 h 752475"/>
                <a:gd name="connsiteX10" fmla="*/ 1078135 w 1085850"/>
                <a:gd name="connsiteY10" fmla="*/ 306610 h 752475"/>
                <a:gd name="connsiteX11" fmla="*/ 1075753 w 1085850"/>
                <a:gd name="connsiteY11" fmla="*/ 303847 h 752475"/>
                <a:gd name="connsiteX12" fmla="*/ 1072706 w 1085850"/>
                <a:gd name="connsiteY12" fmla="*/ 302514 h 752475"/>
                <a:gd name="connsiteX13" fmla="*/ 1072515 w 1085850"/>
                <a:gd name="connsiteY13" fmla="*/ 302419 h 752475"/>
                <a:gd name="connsiteX14" fmla="*/ 1070610 w 1085850"/>
                <a:gd name="connsiteY14" fmla="*/ 302514 h 752475"/>
                <a:gd name="connsiteX15" fmla="*/ 1070039 w 1085850"/>
                <a:gd name="connsiteY15" fmla="*/ 302514 h 752475"/>
                <a:gd name="connsiteX16" fmla="*/ 1069657 w 1085850"/>
                <a:gd name="connsiteY16" fmla="*/ 302228 h 752475"/>
                <a:gd name="connsiteX17" fmla="*/ 1069181 w 1085850"/>
                <a:gd name="connsiteY17" fmla="*/ 301085 h 752475"/>
                <a:gd name="connsiteX18" fmla="*/ 1068896 w 1085850"/>
                <a:gd name="connsiteY18" fmla="*/ 299561 h 752475"/>
                <a:gd name="connsiteX19" fmla="*/ 1068324 w 1085850"/>
                <a:gd name="connsiteY19" fmla="*/ 296037 h 752475"/>
                <a:gd name="connsiteX20" fmla="*/ 1067467 w 1085850"/>
                <a:gd name="connsiteY20" fmla="*/ 293180 h 752475"/>
                <a:gd name="connsiteX21" fmla="*/ 1065848 w 1085850"/>
                <a:gd name="connsiteY21" fmla="*/ 285274 h 752475"/>
                <a:gd name="connsiteX22" fmla="*/ 1063085 w 1085850"/>
                <a:gd name="connsiteY22" fmla="*/ 282130 h 752475"/>
                <a:gd name="connsiteX23" fmla="*/ 1061847 w 1085850"/>
                <a:gd name="connsiteY23" fmla="*/ 279559 h 752475"/>
                <a:gd name="connsiteX24" fmla="*/ 1060990 w 1085850"/>
                <a:gd name="connsiteY24" fmla="*/ 276320 h 752475"/>
                <a:gd name="connsiteX25" fmla="*/ 1060037 w 1085850"/>
                <a:gd name="connsiteY25" fmla="*/ 274225 h 752475"/>
                <a:gd name="connsiteX26" fmla="*/ 1058894 w 1085850"/>
                <a:gd name="connsiteY26" fmla="*/ 272986 h 752475"/>
                <a:gd name="connsiteX27" fmla="*/ 1057465 w 1085850"/>
                <a:gd name="connsiteY27" fmla="*/ 272034 h 752475"/>
                <a:gd name="connsiteX28" fmla="*/ 1054798 w 1085850"/>
                <a:gd name="connsiteY28" fmla="*/ 270796 h 752475"/>
                <a:gd name="connsiteX29" fmla="*/ 1053084 w 1085850"/>
                <a:gd name="connsiteY29" fmla="*/ 269462 h 752475"/>
                <a:gd name="connsiteX30" fmla="*/ 1052131 w 1085850"/>
                <a:gd name="connsiteY30" fmla="*/ 267938 h 752475"/>
                <a:gd name="connsiteX31" fmla="*/ 1051560 w 1085850"/>
                <a:gd name="connsiteY31" fmla="*/ 266414 h 752475"/>
                <a:gd name="connsiteX32" fmla="*/ 1051560 w 1085850"/>
                <a:gd name="connsiteY32" fmla="*/ 264985 h 752475"/>
                <a:gd name="connsiteX33" fmla="*/ 1051941 w 1085850"/>
                <a:gd name="connsiteY33" fmla="*/ 263842 h 752475"/>
                <a:gd name="connsiteX34" fmla="*/ 1052703 w 1085850"/>
                <a:gd name="connsiteY34" fmla="*/ 262890 h 752475"/>
                <a:gd name="connsiteX35" fmla="*/ 1053465 w 1085850"/>
                <a:gd name="connsiteY35" fmla="*/ 262318 h 752475"/>
                <a:gd name="connsiteX36" fmla="*/ 1055275 w 1085850"/>
                <a:gd name="connsiteY36" fmla="*/ 261747 h 752475"/>
                <a:gd name="connsiteX37" fmla="*/ 1056418 w 1085850"/>
                <a:gd name="connsiteY37" fmla="*/ 261461 h 752475"/>
                <a:gd name="connsiteX38" fmla="*/ 1057656 w 1085850"/>
                <a:gd name="connsiteY38" fmla="*/ 261080 h 752475"/>
                <a:gd name="connsiteX39" fmla="*/ 1058323 w 1085850"/>
                <a:gd name="connsiteY39" fmla="*/ 260223 h 752475"/>
                <a:gd name="connsiteX40" fmla="*/ 1058799 w 1085850"/>
                <a:gd name="connsiteY40" fmla="*/ 258794 h 752475"/>
                <a:gd name="connsiteX41" fmla="*/ 1058704 w 1085850"/>
                <a:gd name="connsiteY41" fmla="*/ 256699 h 752475"/>
                <a:gd name="connsiteX42" fmla="*/ 1058513 w 1085850"/>
                <a:gd name="connsiteY42" fmla="*/ 255746 h 752475"/>
                <a:gd name="connsiteX43" fmla="*/ 1058227 w 1085850"/>
                <a:gd name="connsiteY43" fmla="*/ 255079 h 752475"/>
                <a:gd name="connsiteX44" fmla="*/ 1057275 w 1085850"/>
                <a:gd name="connsiteY44" fmla="*/ 253936 h 752475"/>
                <a:gd name="connsiteX45" fmla="*/ 1054608 w 1085850"/>
                <a:gd name="connsiteY45" fmla="*/ 251650 h 752475"/>
                <a:gd name="connsiteX46" fmla="*/ 1051941 w 1085850"/>
                <a:gd name="connsiteY46" fmla="*/ 250126 h 752475"/>
                <a:gd name="connsiteX47" fmla="*/ 1051369 w 1085850"/>
                <a:gd name="connsiteY47" fmla="*/ 249555 h 752475"/>
                <a:gd name="connsiteX48" fmla="*/ 1048702 w 1085850"/>
                <a:gd name="connsiteY48" fmla="*/ 245269 h 752475"/>
                <a:gd name="connsiteX49" fmla="*/ 1048131 w 1085850"/>
                <a:gd name="connsiteY49" fmla="*/ 244602 h 752475"/>
                <a:gd name="connsiteX50" fmla="*/ 1047655 w 1085850"/>
                <a:gd name="connsiteY50" fmla="*/ 244411 h 752475"/>
                <a:gd name="connsiteX51" fmla="*/ 1047178 w 1085850"/>
                <a:gd name="connsiteY51" fmla="*/ 244126 h 752475"/>
                <a:gd name="connsiteX52" fmla="*/ 1042416 w 1085850"/>
                <a:gd name="connsiteY52" fmla="*/ 241268 h 752475"/>
                <a:gd name="connsiteX53" fmla="*/ 1041559 w 1085850"/>
                <a:gd name="connsiteY53" fmla="*/ 240601 h 752475"/>
                <a:gd name="connsiteX54" fmla="*/ 1041082 w 1085850"/>
                <a:gd name="connsiteY54" fmla="*/ 240221 h 752475"/>
                <a:gd name="connsiteX55" fmla="*/ 1041082 w 1085850"/>
                <a:gd name="connsiteY55" fmla="*/ 239744 h 752475"/>
                <a:gd name="connsiteX56" fmla="*/ 1042606 w 1085850"/>
                <a:gd name="connsiteY56" fmla="*/ 235077 h 752475"/>
                <a:gd name="connsiteX57" fmla="*/ 1043654 w 1085850"/>
                <a:gd name="connsiteY57" fmla="*/ 229648 h 752475"/>
                <a:gd name="connsiteX58" fmla="*/ 1043940 w 1085850"/>
                <a:gd name="connsiteY58" fmla="*/ 226504 h 752475"/>
                <a:gd name="connsiteX59" fmla="*/ 1045845 w 1085850"/>
                <a:gd name="connsiteY59" fmla="*/ 225647 h 752475"/>
                <a:gd name="connsiteX60" fmla="*/ 1047083 w 1085850"/>
                <a:gd name="connsiteY60" fmla="*/ 224695 h 752475"/>
                <a:gd name="connsiteX61" fmla="*/ 1048226 w 1085850"/>
                <a:gd name="connsiteY61" fmla="*/ 223456 h 752475"/>
                <a:gd name="connsiteX62" fmla="*/ 1048988 w 1085850"/>
                <a:gd name="connsiteY62" fmla="*/ 221933 h 752475"/>
                <a:gd name="connsiteX63" fmla="*/ 1048893 w 1085850"/>
                <a:gd name="connsiteY63" fmla="*/ 220504 h 752475"/>
                <a:gd name="connsiteX64" fmla="*/ 1048322 w 1085850"/>
                <a:gd name="connsiteY64" fmla="*/ 218980 h 752475"/>
                <a:gd name="connsiteX65" fmla="*/ 1045655 w 1085850"/>
                <a:gd name="connsiteY65" fmla="*/ 215455 h 752475"/>
                <a:gd name="connsiteX66" fmla="*/ 1041082 w 1085850"/>
                <a:gd name="connsiteY66" fmla="*/ 211169 h 752475"/>
                <a:gd name="connsiteX67" fmla="*/ 1039749 w 1085850"/>
                <a:gd name="connsiteY67" fmla="*/ 209169 h 752475"/>
                <a:gd name="connsiteX68" fmla="*/ 1038415 w 1085850"/>
                <a:gd name="connsiteY68" fmla="*/ 207550 h 752475"/>
                <a:gd name="connsiteX69" fmla="*/ 1036510 w 1085850"/>
                <a:gd name="connsiteY69" fmla="*/ 206692 h 752475"/>
                <a:gd name="connsiteX70" fmla="*/ 1034510 w 1085850"/>
                <a:gd name="connsiteY70" fmla="*/ 206121 h 752475"/>
                <a:gd name="connsiteX71" fmla="*/ 1032319 w 1085850"/>
                <a:gd name="connsiteY71" fmla="*/ 205073 h 752475"/>
                <a:gd name="connsiteX72" fmla="*/ 1023938 w 1085850"/>
                <a:gd name="connsiteY72" fmla="*/ 197263 h 752475"/>
                <a:gd name="connsiteX73" fmla="*/ 1021271 w 1085850"/>
                <a:gd name="connsiteY73" fmla="*/ 195453 h 752475"/>
                <a:gd name="connsiteX74" fmla="*/ 1019270 w 1085850"/>
                <a:gd name="connsiteY74" fmla="*/ 194596 h 752475"/>
                <a:gd name="connsiteX75" fmla="*/ 1017651 w 1085850"/>
                <a:gd name="connsiteY75" fmla="*/ 194500 h 752475"/>
                <a:gd name="connsiteX76" fmla="*/ 1016603 w 1085850"/>
                <a:gd name="connsiteY76" fmla="*/ 194691 h 752475"/>
                <a:gd name="connsiteX77" fmla="*/ 1015651 w 1085850"/>
                <a:gd name="connsiteY77" fmla="*/ 194691 h 752475"/>
                <a:gd name="connsiteX78" fmla="*/ 1008507 w 1085850"/>
                <a:gd name="connsiteY78" fmla="*/ 190119 h 752475"/>
                <a:gd name="connsiteX79" fmla="*/ 1007459 w 1085850"/>
                <a:gd name="connsiteY79" fmla="*/ 188881 h 752475"/>
                <a:gd name="connsiteX80" fmla="*/ 1006888 w 1085850"/>
                <a:gd name="connsiteY80" fmla="*/ 187452 h 752475"/>
                <a:gd name="connsiteX81" fmla="*/ 1006983 w 1085850"/>
                <a:gd name="connsiteY81" fmla="*/ 186118 h 752475"/>
                <a:gd name="connsiteX82" fmla="*/ 1007078 w 1085850"/>
                <a:gd name="connsiteY82" fmla="*/ 185547 h 752475"/>
                <a:gd name="connsiteX83" fmla="*/ 1007173 w 1085850"/>
                <a:gd name="connsiteY83" fmla="*/ 185261 h 752475"/>
                <a:gd name="connsiteX84" fmla="*/ 1008983 w 1085850"/>
                <a:gd name="connsiteY84" fmla="*/ 182213 h 752475"/>
                <a:gd name="connsiteX85" fmla="*/ 1009650 w 1085850"/>
                <a:gd name="connsiteY85" fmla="*/ 180499 h 752475"/>
                <a:gd name="connsiteX86" fmla="*/ 1009269 w 1085850"/>
                <a:gd name="connsiteY86" fmla="*/ 178784 h 752475"/>
                <a:gd name="connsiteX87" fmla="*/ 1008602 w 1085850"/>
                <a:gd name="connsiteY87" fmla="*/ 177355 h 752475"/>
                <a:gd name="connsiteX88" fmla="*/ 1003935 w 1085850"/>
                <a:gd name="connsiteY88" fmla="*/ 173831 h 752475"/>
                <a:gd name="connsiteX89" fmla="*/ 1002697 w 1085850"/>
                <a:gd name="connsiteY89" fmla="*/ 168592 h 752475"/>
                <a:gd name="connsiteX90" fmla="*/ 1002030 w 1085850"/>
                <a:gd name="connsiteY90" fmla="*/ 163163 h 752475"/>
                <a:gd name="connsiteX91" fmla="*/ 1001554 w 1085850"/>
                <a:gd name="connsiteY91" fmla="*/ 161734 h 752475"/>
                <a:gd name="connsiteX92" fmla="*/ 1000792 w 1085850"/>
                <a:gd name="connsiteY92" fmla="*/ 161258 h 752475"/>
                <a:gd name="connsiteX93" fmla="*/ 1000030 w 1085850"/>
                <a:gd name="connsiteY93" fmla="*/ 161449 h 752475"/>
                <a:gd name="connsiteX94" fmla="*/ 999268 w 1085850"/>
                <a:gd name="connsiteY94" fmla="*/ 162211 h 752475"/>
                <a:gd name="connsiteX95" fmla="*/ 992886 w 1085850"/>
                <a:gd name="connsiteY95" fmla="*/ 170783 h 752475"/>
                <a:gd name="connsiteX96" fmla="*/ 991172 w 1085850"/>
                <a:gd name="connsiteY96" fmla="*/ 172593 h 752475"/>
                <a:gd name="connsiteX97" fmla="*/ 990505 w 1085850"/>
                <a:gd name="connsiteY97" fmla="*/ 173546 h 752475"/>
                <a:gd name="connsiteX98" fmla="*/ 989743 w 1085850"/>
                <a:gd name="connsiteY98" fmla="*/ 174879 h 752475"/>
                <a:gd name="connsiteX99" fmla="*/ 989362 w 1085850"/>
                <a:gd name="connsiteY99" fmla="*/ 180975 h 752475"/>
                <a:gd name="connsiteX100" fmla="*/ 988409 w 1085850"/>
                <a:gd name="connsiteY100" fmla="*/ 182689 h 752475"/>
                <a:gd name="connsiteX101" fmla="*/ 987171 w 1085850"/>
                <a:gd name="connsiteY101" fmla="*/ 183261 h 752475"/>
                <a:gd name="connsiteX102" fmla="*/ 985552 w 1085850"/>
                <a:gd name="connsiteY102" fmla="*/ 182880 h 752475"/>
                <a:gd name="connsiteX103" fmla="*/ 984028 w 1085850"/>
                <a:gd name="connsiteY103" fmla="*/ 181642 h 752475"/>
                <a:gd name="connsiteX104" fmla="*/ 982885 w 1085850"/>
                <a:gd name="connsiteY104" fmla="*/ 180118 h 752475"/>
                <a:gd name="connsiteX105" fmla="*/ 980884 w 1085850"/>
                <a:gd name="connsiteY105" fmla="*/ 176498 h 752475"/>
                <a:gd name="connsiteX106" fmla="*/ 979742 w 1085850"/>
                <a:gd name="connsiteY106" fmla="*/ 175450 h 752475"/>
                <a:gd name="connsiteX107" fmla="*/ 976027 w 1085850"/>
                <a:gd name="connsiteY107" fmla="*/ 174117 h 752475"/>
                <a:gd name="connsiteX108" fmla="*/ 947738 w 1085850"/>
                <a:gd name="connsiteY108" fmla="*/ 155258 h 752475"/>
                <a:gd name="connsiteX109" fmla="*/ 928306 w 1085850"/>
                <a:gd name="connsiteY109" fmla="*/ 138684 h 752475"/>
                <a:gd name="connsiteX110" fmla="*/ 924306 w 1085850"/>
                <a:gd name="connsiteY110" fmla="*/ 136493 h 752475"/>
                <a:gd name="connsiteX111" fmla="*/ 918972 w 1085850"/>
                <a:gd name="connsiteY111" fmla="*/ 134969 h 752475"/>
                <a:gd name="connsiteX112" fmla="*/ 895255 w 1085850"/>
                <a:gd name="connsiteY112" fmla="*/ 124396 h 752475"/>
                <a:gd name="connsiteX113" fmla="*/ 892493 w 1085850"/>
                <a:gd name="connsiteY113" fmla="*/ 122110 h 752475"/>
                <a:gd name="connsiteX114" fmla="*/ 890778 w 1085850"/>
                <a:gd name="connsiteY114" fmla="*/ 113919 h 752475"/>
                <a:gd name="connsiteX115" fmla="*/ 890016 w 1085850"/>
                <a:gd name="connsiteY115" fmla="*/ 111728 h 752475"/>
                <a:gd name="connsiteX116" fmla="*/ 888682 w 1085850"/>
                <a:gd name="connsiteY116" fmla="*/ 109538 h 752475"/>
                <a:gd name="connsiteX117" fmla="*/ 886777 w 1085850"/>
                <a:gd name="connsiteY117" fmla="*/ 107251 h 752475"/>
                <a:gd name="connsiteX118" fmla="*/ 885253 w 1085850"/>
                <a:gd name="connsiteY118" fmla="*/ 106204 h 752475"/>
                <a:gd name="connsiteX119" fmla="*/ 884206 w 1085850"/>
                <a:gd name="connsiteY119" fmla="*/ 105727 h 752475"/>
                <a:gd name="connsiteX120" fmla="*/ 882968 w 1085850"/>
                <a:gd name="connsiteY120" fmla="*/ 105537 h 752475"/>
                <a:gd name="connsiteX121" fmla="*/ 879729 w 1085850"/>
                <a:gd name="connsiteY121" fmla="*/ 105632 h 752475"/>
                <a:gd name="connsiteX122" fmla="*/ 877348 w 1085850"/>
                <a:gd name="connsiteY122" fmla="*/ 105442 h 752475"/>
                <a:gd name="connsiteX123" fmla="*/ 873061 w 1085850"/>
                <a:gd name="connsiteY123" fmla="*/ 103918 h 752475"/>
                <a:gd name="connsiteX124" fmla="*/ 870776 w 1085850"/>
                <a:gd name="connsiteY124" fmla="*/ 102584 h 752475"/>
                <a:gd name="connsiteX125" fmla="*/ 869061 w 1085850"/>
                <a:gd name="connsiteY125" fmla="*/ 100775 h 752475"/>
                <a:gd name="connsiteX126" fmla="*/ 868109 w 1085850"/>
                <a:gd name="connsiteY126" fmla="*/ 99060 h 752475"/>
                <a:gd name="connsiteX127" fmla="*/ 866870 w 1085850"/>
                <a:gd name="connsiteY127" fmla="*/ 97346 h 752475"/>
                <a:gd name="connsiteX128" fmla="*/ 865632 w 1085850"/>
                <a:gd name="connsiteY128" fmla="*/ 96488 h 752475"/>
                <a:gd name="connsiteX129" fmla="*/ 864108 w 1085850"/>
                <a:gd name="connsiteY129" fmla="*/ 95821 h 752475"/>
                <a:gd name="connsiteX130" fmla="*/ 863251 w 1085850"/>
                <a:gd name="connsiteY130" fmla="*/ 95059 h 752475"/>
                <a:gd name="connsiteX131" fmla="*/ 861822 w 1085850"/>
                <a:gd name="connsiteY131" fmla="*/ 92107 h 752475"/>
                <a:gd name="connsiteX132" fmla="*/ 860679 w 1085850"/>
                <a:gd name="connsiteY132" fmla="*/ 90297 h 752475"/>
                <a:gd name="connsiteX133" fmla="*/ 855631 w 1085850"/>
                <a:gd name="connsiteY133" fmla="*/ 85820 h 752475"/>
                <a:gd name="connsiteX134" fmla="*/ 854488 w 1085850"/>
                <a:gd name="connsiteY134" fmla="*/ 85249 h 752475"/>
                <a:gd name="connsiteX135" fmla="*/ 853345 w 1085850"/>
                <a:gd name="connsiteY135" fmla="*/ 85344 h 752475"/>
                <a:gd name="connsiteX136" fmla="*/ 852678 w 1085850"/>
                <a:gd name="connsiteY136" fmla="*/ 85820 h 752475"/>
                <a:gd name="connsiteX137" fmla="*/ 852297 w 1085850"/>
                <a:gd name="connsiteY137" fmla="*/ 86677 h 752475"/>
                <a:gd name="connsiteX138" fmla="*/ 851630 w 1085850"/>
                <a:gd name="connsiteY138" fmla="*/ 89344 h 752475"/>
                <a:gd name="connsiteX139" fmla="*/ 851154 w 1085850"/>
                <a:gd name="connsiteY139" fmla="*/ 92678 h 752475"/>
                <a:gd name="connsiteX140" fmla="*/ 851059 w 1085850"/>
                <a:gd name="connsiteY140" fmla="*/ 95059 h 752475"/>
                <a:gd name="connsiteX141" fmla="*/ 851249 w 1085850"/>
                <a:gd name="connsiteY141" fmla="*/ 95631 h 752475"/>
                <a:gd name="connsiteX142" fmla="*/ 852868 w 1085850"/>
                <a:gd name="connsiteY142" fmla="*/ 99155 h 752475"/>
                <a:gd name="connsiteX143" fmla="*/ 853630 w 1085850"/>
                <a:gd name="connsiteY143" fmla="*/ 101251 h 752475"/>
                <a:gd name="connsiteX144" fmla="*/ 854202 w 1085850"/>
                <a:gd name="connsiteY144" fmla="*/ 102108 h 752475"/>
                <a:gd name="connsiteX145" fmla="*/ 854583 w 1085850"/>
                <a:gd name="connsiteY145" fmla="*/ 102394 h 752475"/>
                <a:gd name="connsiteX146" fmla="*/ 856202 w 1085850"/>
                <a:gd name="connsiteY146" fmla="*/ 103442 h 752475"/>
                <a:gd name="connsiteX147" fmla="*/ 856583 w 1085850"/>
                <a:gd name="connsiteY147" fmla="*/ 103918 h 752475"/>
                <a:gd name="connsiteX148" fmla="*/ 856869 w 1085850"/>
                <a:gd name="connsiteY148" fmla="*/ 104394 h 752475"/>
                <a:gd name="connsiteX149" fmla="*/ 856964 w 1085850"/>
                <a:gd name="connsiteY149" fmla="*/ 104965 h 752475"/>
                <a:gd name="connsiteX150" fmla="*/ 856774 w 1085850"/>
                <a:gd name="connsiteY150" fmla="*/ 106680 h 752475"/>
                <a:gd name="connsiteX151" fmla="*/ 856869 w 1085850"/>
                <a:gd name="connsiteY151" fmla="*/ 107156 h 752475"/>
                <a:gd name="connsiteX152" fmla="*/ 856869 w 1085850"/>
                <a:gd name="connsiteY152" fmla="*/ 107537 h 752475"/>
                <a:gd name="connsiteX153" fmla="*/ 856964 w 1085850"/>
                <a:gd name="connsiteY153" fmla="*/ 107918 h 752475"/>
                <a:gd name="connsiteX154" fmla="*/ 857822 w 1085850"/>
                <a:gd name="connsiteY154" fmla="*/ 110014 h 752475"/>
                <a:gd name="connsiteX155" fmla="*/ 858012 w 1085850"/>
                <a:gd name="connsiteY155" fmla="*/ 111252 h 752475"/>
                <a:gd name="connsiteX156" fmla="*/ 858012 w 1085850"/>
                <a:gd name="connsiteY156" fmla="*/ 111919 h 752475"/>
                <a:gd name="connsiteX157" fmla="*/ 858012 w 1085850"/>
                <a:gd name="connsiteY157" fmla="*/ 112585 h 752475"/>
                <a:gd name="connsiteX158" fmla="*/ 857822 w 1085850"/>
                <a:gd name="connsiteY158" fmla="*/ 113252 h 752475"/>
                <a:gd name="connsiteX159" fmla="*/ 857631 w 1085850"/>
                <a:gd name="connsiteY159" fmla="*/ 113729 h 752475"/>
                <a:gd name="connsiteX160" fmla="*/ 857059 w 1085850"/>
                <a:gd name="connsiteY160" fmla="*/ 114014 h 752475"/>
                <a:gd name="connsiteX161" fmla="*/ 856678 w 1085850"/>
                <a:gd name="connsiteY161" fmla="*/ 113919 h 752475"/>
                <a:gd name="connsiteX162" fmla="*/ 856107 w 1085850"/>
                <a:gd name="connsiteY162" fmla="*/ 113347 h 752475"/>
                <a:gd name="connsiteX163" fmla="*/ 853630 w 1085850"/>
                <a:gd name="connsiteY163" fmla="*/ 109633 h 752475"/>
                <a:gd name="connsiteX164" fmla="*/ 850773 w 1085850"/>
                <a:gd name="connsiteY164" fmla="*/ 106871 h 752475"/>
                <a:gd name="connsiteX165" fmla="*/ 844486 w 1085850"/>
                <a:gd name="connsiteY165" fmla="*/ 103156 h 752475"/>
                <a:gd name="connsiteX166" fmla="*/ 837628 w 1085850"/>
                <a:gd name="connsiteY166" fmla="*/ 100775 h 752475"/>
                <a:gd name="connsiteX167" fmla="*/ 831056 w 1085850"/>
                <a:gd name="connsiteY167" fmla="*/ 99346 h 752475"/>
                <a:gd name="connsiteX168" fmla="*/ 828389 w 1085850"/>
                <a:gd name="connsiteY168" fmla="*/ 98012 h 752475"/>
                <a:gd name="connsiteX169" fmla="*/ 809053 w 1085850"/>
                <a:gd name="connsiteY169" fmla="*/ 82772 h 752475"/>
                <a:gd name="connsiteX170" fmla="*/ 806768 w 1085850"/>
                <a:gd name="connsiteY170" fmla="*/ 80105 h 752475"/>
                <a:gd name="connsiteX171" fmla="*/ 806101 w 1085850"/>
                <a:gd name="connsiteY171" fmla="*/ 78772 h 752475"/>
                <a:gd name="connsiteX172" fmla="*/ 805720 w 1085850"/>
                <a:gd name="connsiteY172" fmla="*/ 77533 h 752475"/>
                <a:gd name="connsiteX173" fmla="*/ 805339 w 1085850"/>
                <a:gd name="connsiteY173" fmla="*/ 76200 h 752475"/>
                <a:gd name="connsiteX174" fmla="*/ 805053 w 1085850"/>
                <a:gd name="connsiteY174" fmla="*/ 75343 h 752475"/>
                <a:gd name="connsiteX175" fmla="*/ 804577 w 1085850"/>
                <a:gd name="connsiteY175" fmla="*/ 74581 h 752475"/>
                <a:gd name="connsiteX176" fmla="*/ 804196 w 1085850"/>
                <a:gd name="connsiteY176" fmla="*/ 74009 h 752475"/>
                <a:gd name="connsiteX177" fmla="*/ 800100 w 1085850"/>
                <a:gd name="connsiteY177" fmla="*/ 71533 h 752475"/>
                <a:gd name="connsiteX178" fmla="*/ 798671 w 1085850"/>
                <a:gd name="connsiteY178" fmla="*/ 70104 h 752475"/>
                <a:gd name="connsiteX179" fmla="*/ 793242 w 1085850"/>
                <a:gd name="connsiteY179" fmla="*/ 63436 h 752475"/>
                <a:gd name="connsiteX180" fmla="*/ 772382 w 1085850"/>
                <a:gd name="connsiteY180" fmla="*/ 44577 h 752475"/>
                <a:gd name="connsiteX181" fmla="*/ 771525 w 1085850"/>
                <a:gd name="connsiteY181" fmla="*/ 43243 h 752475"/>
                <a:gd name="connsiteX182" fmla="*/ 771334 w 1085850"/>
                <a:gd name="connsiteY182" fmla="*/ 42100 h 752475"/>
                <a:gd name="connsiteX183" fmla="*/ 771525 w 1085850"/>
                <a:gd name="connsiteY183" fmla="*/ 41148 h 752475"/>
                <a:gd name="connsiteX184" fmla="*/ 772382 w 1085850"/>
                <a:gd name="connsiteY184" fmla="*/ 39529 h 752475"/>
                <a:gd name="connsiteX185" fmla="*/ 772477 w 1085850"/>
                <a:gd name="connsiteY185" fmla="*/ 38576 h 752475"/>
                <a:gd name="connsiteX186" fmla="*/ 772097 w 1085850"/>
                <a:gd name="connsiteY186" fmla="*/ 37624 h 752475"/>
                <a:gd name="connsiteX187" fmla="*/ 771049 w 1085850"/>
                <a:gd name="connsiteY187" fmla="*/ 36481 h 752475"/>
                <a:gd name="connsiteX188" fmla="*/ 769620 w 1085850"/>
                <a:gd name="connsiteY188" fmla="*/ 35814 h 752475"/>
                <a:gd name="connsiteX189" fmla="*/ 767810 w 1085850"/>
                <a:gd name="connsiteY189" fmla="*/ 35528 h 752475"/>
                <a:gd name="connsiteX190" fmla="*/ 763524 w 1085850"/>
                <a:gd name="connsiteY190" fmla="*/ 35909 h 752475"/>
                <a:gd name="connsiteX191" fmla="*/ 762381 w 1085850"/>
                <a:gd name="connsiteY191" fmla="*/ 35719 h 752475"/>
                <a:gd name="connsiteX192" fmla="*/ 761428 w 1085850"/>
                <a:gd name="connsiteY192" fmla="*/ 35147 h 752475"/>
                <a:gd name="connsiteX193" fmla="*/ 758761 w 1085850"/>
                <a:gd name="connsiteY193" fmla="*/ 31242 h 752475"/>
                <a:gd name="connsiteX194" fmla="*/ 757809 w 1085850"/>
                <a:gd name="connsiteY194" fmla="*/ 30385 h 752475"/>
                <a:gd name="connsiteX195" fmla="*/ 756666 w 1085850"/>
                <a:gd name="connsiteY195" fmla="*/ 29623 h 752475"/>
                <a:gd name="connsiteX196" fmla="*/ 755428 w 1085850"/>
                <a:gd name="connsiteY196" fmla="*/ 29337 h 752475"/>
                <a:gd name="connsiteX197" fmla="*/ 752475 w 1085850"/>
                <a:gd name="connsiteY197" fmla="*/ 28765 h 752475"/>
                <a:gd name="connsiteX198" fmla="*/ 750951 w 1085850"/>
                <a:gd name="connsiteY198" fmla="*/ 28194 h 752475"/>
                <a:gd name="connsiteX199" fmla="*/ 749618 w 1085850"/>
                <a:gd name="connsiteY199" fmla="*/ 27432 h 752475"/>
                <a:gd name="connsiteX200" fmla="*/ 747046 w 1085850"/>
                <a:gd name="connsiteY200" fmla="*/ 26384 h 752475"/>
                <a:gd name="connsiteX201" fmla="*/ 744284 w 1085850"/>
                <a:gd name="connsiteY201" fmla="*/ 26098 h 752475"/>
                <a:gd name="connsiteX202" fmla="*/ 743617 w 1085850"/>
                <a:gd name="connsiteY202" fmla="*/ 26479 h 752475"/>
                <a:gd name="connsiteX203" fmla="*/ 743331 w 1085850"/>
                <a:gd name="connsiteY203" fmla="*/ 26956 h 752475"/>
                <a:gd name="connsiteX204" fmla="*/ 742759 w 1085850"/>
                <a:gd name="connsiteY204" fmla="*/ 28956 h 752475"/>
                <a:gd name="connsiteX205" fmla="*/ 742188 w 1085850"/>
                <a:gd name="connsiteY205" fmla="*/ 30289 h 752475"/>
                <a:gd name="connsiteX206" fmla="*/ 741617 w 1085850"/>
                <a:gd name="connsiteY206" fmla="*/ 31433 h 752475"/>
                <a:gd name="connsiteX207" fmla="*/ 740950 w 1085850"/>
                <a:gd name="connsiteY207" fmla="*/ 32385 h 752475"/>
                <a:gd name="connsiteX208" fmla="*/ 740188 w 1085850"/>
                <a:gd name="connsiteY208" fmla="*/ 33242 h 752475"/>
                <a:gd name="connsiteX209" fmla="*/ 736663 w 1085850"/>
                <a:gd name="connsiteY209" fmla="*/ 36385 h 752475"/>
                <a:gd name="connsiteX210" fmla="*/ 734759 w 1085850"/>
                <a:gd name="connsiteY210" fmla="*/ 37719 h 752475"/>
                <a:gd name="connsiteX211" fmla="*/ 732663 w 1085850"/>
                <a:gd name="connsiteY211" fmla="*/ 38671 h 752475"/>
                <a:gd name="connsiteX212" fmla="*/ 730472 w 1085850"/>
                <a:gd name="connsiteY212" fmla="*/ 38862 h 752475"/>
                <a:gd name="connsiteX213" fmla="*/ 729139 w 1085850"/>
                <a:gd name="connsiteY213" fmla="*/ 38481 h 752475"/>
                <a:gd name="connsiteX214" fmla="*/ 727805 w 1085850"/>
                <a:gd name="connsiteY214" fmla="*/ 37909 h 752475"/>
                <a:gd name="connsiteX215" fmla="*/ 726662 w 1085850"/>
                <a:gd name="connsiteY215" fmla="*/ 37719 h 752475"/>
                <a:gd name="connsiteX216" fmla="*/ 721519 w 1085850"/>
                <a:gd name="connsiteY216" fmla="*/ 37814 h 752475"/>
                <a:gd name="connsiteX217" fmla="*/ 720090 w 1085850"/>
                <a:gd name="connsiteY217" fmla="*/ 37719 h 752475"/>
                <a:gd name="connsiteX218" fmla="*/ 718852 w 1085850"/>
                <a:gd name="connsiteY218" fmla="*/ 37052 h 752475"/>
                <a:gd name="connsiteX219" fmla="*/ 717899 w 1085850"/>
                <a:gd name="connsiteY219" fmla="*/ 36004 h 752475"/>
                <a:gd name="connsiteX220" fmla="*/ 716185 w 1085850"/>
                <a:gd name="connsiteY220" fmla="*/ 33242 h 752475"/>
                <a:gd name="connsiteX221" fmla="*/ 715232 w 1085850"/>
                <a:gd name="connsiteY221" fmla="*/ 32385 h 752475"/>
                <a:gd name="connsiteX222" fmla="*/ 713994 w 1085850"/>
                <a:gd name="connsiteY222" fmla="*/ 31623 h 752475"/>
                <a:gd name="connsiteX223" fmla="*/ 712660 w 1085850"/>
                <a:gd name="connsiteY223" fmla="*/ 31147 h 752475"/>
                <a:gd name="connsiteX224" fmla="*/ 711422 w 1085850"/>
                <a:gd name="connsiteY224" fmla="*/ 30956 h 752475"/>
                <a:gd name="connsiteX225" fmla="*/ 710470 w 1085850"/>
                <a:gd name="connsiteY225" fmla="*/ 30956 h 752475"/>
                <a:gd name="connsiteX226" fmla="*/ 709422 w 1085850"/>
                <a:gd name="connsiteY226" fmla="*/ 31528 h 752475"/>
                <a:gd name="connsiteX227" fmla="*/ 708660 w 1085850"/>
                <a:gd name="connsiteY227" fmla="*/ 32480 h 752475"/>
                <a:gd name="connsiteX228" fmla="*/ 707231 w 1085850"/>
                <a:gd name="connsiteY228" fmla="*/ 34957 h 752475"/>
                <a:gd name="connsiteX229" fmla="*/ 706850 w 1085850"/>
                <a:gd name="connsiteY229" fmla="*/ 36290 h 752475"/>
                <a:gd name="connsiteX230" fmla="*/ 706374 w 1085850"/>
                <a:gd name="connsiteY230" fmla="*/ 38671 h 752475"/>
                <a:gd name="connsiteX231" fmla="*/ 705517 w 1085850"/>
                <a:gd name="connsiteY231" fmla="*/ 40291 h 752475"/>
                <a:gd name="connsiteX232" fmla="*/ 699992 w 1085850"/>
                <a:gd name="connsiteY232" fmla="*/ 46101 h 752475"/>
                <a:gd name="connsiteX233" fmla="*/ 692753 w 1085850"/>
                <a:gd name="connsiteY233" fmla="*/ 52292 h 752475"/>
                <a:gd name="connsiteX234" fmla="*/ 690086 w 1085850"/>
                <a:gd name="connsiteY234" fmla="*/ 53530 h 752475"/>
                <a:gd name="connsiteX235" fmla="*/ 686181 w 1085850"/>
                <a:gd name="connsiteY235" fmla="*/ 50101 h 752475"/>
                <a:gd name="connsiteX236" fmla="*/ 660368 w 1085850"/>
                <a:gd name="connsiteY236" fmla="*/ 35242 h 752475"/>
                <a:gd name="connsiteX237" fmla="*/ 658939 w 1085850"/>
                <a:gd name="connsiteY237" fmla="*/ 33147 h 752475"/>
                <a:gd name="connsiteX238" fmla="*/ 658559 w 1085850"/>
                <a:gd name="connsiteY238" fmla="*/ 32766 h 752475"/>
                <a:gd name="connsiteX239" fmla="*/ 634555 w 1085850"/>
                <a:gd name="connsiteY239" fmla="*/ 18383 h 752475"/>
                <a:gd name="connsiteX240" fmla="*/ 633603 w 1085850"/>
                <a:gd name="connsiteY240" fmla="*/ 17907 h 752475"/>
                <a:gd name="connsiteX241" fmla="*/ 615601 w 1085850"/>
                <a:gd name="connsiteY241" fmla="*/ 12478 h 752475"/>
                <a:gd name="connsiteX242" fmla="*/ 611219 w 1085850"/>
                <a:gd name="connsiteY242" fmla="*/ 12478 h 752475"/>
                <a:gd name="connsiteX243" fmla="*/ 606743 w 1085850"/>
                <a:gd name="connsiteY243" fmla="*/ 13144 h 752475"/>
                <a:gd name="connsiteX244" fmla="*/ 605695 w 1085850"/>
                <a:gd name="connsiteY244" fmla="*/ 13621 h 752475"/>
                <a:gd name="connsiteX245" fmla="*/ 605123 w 1085850"/>
                <a:gd name="connsiteY245" fmla="*/ 14097 h 752475"/>
                <a:gd name="connsiteX246" fmla="*/ 604742 w 1085850"/>
                <a:gd name="connsiteY246" fmla="*/ 14478 h 752475"/>
                <a:gd name="connsiteX247" fmla="*/ 604456 w 1085850"/>
                <a:gd name="connsiteY247" fmla="*/ 14954 h 752475"/>
                <a:gd name="connsiteX248" fmla="*/ 604171 w 1085850"/>
                <a:gd name="connsiteY248" fmla="*/ 15621 h 752475"/>
                <a:gd name="connsiteX249" fmla="*/ 603885 w 1085850"/>
                <a:gd name="connsiteY249" fmla="*/ 17717 h 752475"/>
                <a:gd name="connsiteX250" fmla="*/ 603504 w 1085850"/>
                <a:gd name="connsiteY250" fmla="*/ 18669 h 752475"/>
                <a:gd name="connsiteX251" fmla="*/ 603123 w 1085850"/>
                <a:gd name="connsiteY251" fmla="*/ 19526 h 752475"/>
                <a:gd name="connsiteX252" fmla="*/ 602647 w 1085850"/>
                <a:gd name="connsiteY252" fmla="*/ 20002 h 752475"/>
                <a:gd name="connsiteX253" fmla="*/ 601885 w 1085850"/>
                <a:gd name="connsiteY253" fmla="*/ 20574 h 752475"/>
                <a:gd name="connsiteX254" fmla="*/ 601694 w 1085850"/>
                <a:gd name="connsiteY254" fmla="*/ 21050 h 752475"/>
                <a:gd name="connsiteX255" fmla="*/ 601599 w 1085850"/>
                <a:gd name="connsiteY255" fmla="*/ 21812 h 752475"/>
                <a:gd name="connsiteX256" fmla="*/ 601599 w 1085850"/>
                <a:gd name="connsiteY256" fmla="*/ 22765 h 752475"/>
                <a:gd name="connsiteX257" fmla="*/ 603313 w 1085850"/>
                <a:gd name="connsiteY257" fmla="*/ 29146 h 752475"/>
                <a:gd name="connsiteX258" fmla="*/ 603885 w 1085850"/>
                <a:gd name="connsiteY258" fmla="*/ 31813 h 752475"/>
                <a:gd name="connsiteX259" fmla="*/ 603885 w 1085850"/>
                <a:gd name="connsiteY259" fmla="*/ 33242 h 752475"/>
                <a:gd name="connsiteX260" fmla="*/ 603885 w 1085850"/>
                <a:gd name="connsiteY260" fmla="*/ 33623 h 752475"/>
                <a:gd name="connsiteX261" fmla="*/ 603313 w 1085850"/>
                <a:gd name="connsiteY261" fmla="*/ 39243 h 752475"/>
                <a:gd name="connsiteX262" fmla="*/ 603313 w 1085850"/>
                <a:gd name="connsiteY262" fmla="*/ 41053 h 752475"/>
                <a:gd name="connsiteX263" fmla="*/ 603313 w 1085850"/>
                <a:gd name="connsiteY263" fmla="*/ 42291 h 752475"/>
                <a:gd name="connsiteX264" fmla="*/ 603028 w 1085850"/>
                <a:gd name="connsiteY264" fmla="*/ 43529 h 752475"/>
                <a:gd name="connsiteX265" fmla="*/ 602361 w 1085850"/>
                <a:gd name="connsiteY265" fmla="*/ 46006 h 752475"/>
                <a:gd name="connsiteX266" fmla="*/ 602266 w 1085850"/>
                <a:gd name="connsiteY266" fmla="*/ 47244 h 752475"/>
                <a:gd name="connsiteX267" fmla="*/ 602456 w 1085850"/>
                <a:gd name="connsiteY267" fmla="*/ 48387 h 752475"/>
                <a:gd name="connsiteX268" fmla="*/ 602837 w 1085850"/>
                <a:gd name="connsiteY268" fmla="*/ 49435 h 752475"/>
                <a:gd name="connsiteX269" fmla="*/ 602932 w 1085850"/>
                <a:gd name="connsiteY269" fmla="*/ 50483 h 752475"/>
                <a:gd name="connsiteX270" fmla="*/ 602551 w 1085850"/>
                <a:gd name="connsiteY270" fmla="*/ 54292 h 752475"/>
                <a:gd name="connsiteX271" fmla="*/ 602742 w 1085850"/>
                <a:gd name="connsiteY271" fmla="*/ 55912 h 752475"/>
                <a:gd name="connsiteX272" fmla="*/ 603123 w 1085850"/>
                <a:gd name="connsiteY272" fmla="*/ 58388 h 752475"/>
                <a:gd name="connsiteX273" fmla="*/ 603123 w 1085850"/>
                <a:gd name="connsiteY273" fmla="*/ 59436 h 752475"/>
                <a:gd name="connsiteX274" fmla="*/ 602932 w 1085850"/>
                <a:gd name="connsiteY274" fmla="*/ 60388 h 752475"/>
                <a:gd name="connsiteX275" fmla="*/ 602551 w 1085850"/>
                <a:gd name="connsiteY275" fmla="*/ 61436 h 752475"/>
                <a:gd name="connsiteX276" fmla="*/ 602266 w 1085850"/>
                <a:gd name="connsiteY276" fmla="*/ 62389 h 752475"/>
                <a:gd name="connsiteX277" fmla="*/ 602266 w 1085850"/>
                <a:gd name="connsiteY277" fmla="*/ 63436 h 752475"/>
                <a:gd name="connsiteX278" fmla="*/ 602361 w 1085850"/>
                <a:gd name="connsiteY278" fmla="*/ 65246 h 752475"/>
                <a:gd name="connsiteX279" fmla="*/ 602266 w 1085850"/>
                <a:gd name="connsiteY279" fmla="*/ 65722 h 752475"/>
                <a:gd name="connsiteX280" fmla="*/ 602171 w 1085850"/>
                <a:gd name="connsiteY280" fmla="*/ 66008 h 752475"/>
                <a:gd name="connsiteX281" fmla="*/ 601980 w 1085850"/>
                <a:gd name="connsiteY281" fmla="*/ 66104 h 752475"/>
                <a:gd name="connsiteX282" fmla="*/ 601694 w 1085850"/>
                <a:gd name="connsiteY282" fmla="*/ 66294 h 752475"/>
                <a:gd name="connsiteX283" fmla="*/ 600456 w 1085850"/>
                <a:gd name="connsiteY283" fmla="*/ 67056 h 752475"/>
                <a:gd name="connsiteX284" fmla="*/ 599980 w 1085850"/>
                <a:gd name="connsiteY284" fmla="*/ 67913 h 752475"/>
                <a:gd name="connsiteX285" fmla="*/ 599789 w 1085850"/>
                <a:gd name="connsiteY285" fmla="*/ 68675 h 752475"/>
                <a:gd name="connsiteX286" fmla="*/ 599980 w 1085850"/>
                <a:gd name="connsiteY286" fmla="*/ 70199 h 752475"/>
                <a:gd name="connsiteX287" fmla="*/ 600551 w 1085850"/>
                <a:gd name="connsiteY287" fmla="*/ 71723 h 752475"/>
                <a:gd name="connsiteX288" fmla="*/ 601694 w 1085850"/>
                <a:gd name="connsiteY288" fmla="*/ 73819 h 752475"/>
                <a:gd name="connsiteX289" fmla="*/ 601980 w 1085850"/>
                <a:gd name="connsiteY289" fmla="*/ 74676 h 752475"/>
                <a:gd name="connsiteX290" fmla="*/ 602171 w 1085850"/>
                <a:gd name="connsiteY290" fmla="*/ 75724 h 752475"/>
                <a:gd name="connsiteX291" fmla="*/ 602266 w 1085850"/>
                <a:gd name="connsiteY291" fmla="*/ 76486 h 752475"/>
                <a:gd name="connsiteX292" fmla="*/ 602361 w 1085850"/>
                <a:gd name="connsiteY292" fmla="*/ 77533 h 752475"/>
                <a:gd name="connsiteX293" fmla="*/ 601313 w 1085850"/>
                <a:gd name="connsiteY293" fmla="*/ 95821 h 752475"/>
                <a:gd name="connsiteX294" fmla="*/ 600932 w 1085850"/>
                <a:gd name="connsiteY294" fmla="*/ 97631 h 752475"/>
                <a:gd name="connsiteX295" fmla="*/ 600647 w 1085850"/>
                <a:gd name="connsiteY295" fmla="*/ 98298 h 752475"/>
                <a:gd name="connsiteX296" fmla="*/ 600265 w 1085850"/>
                <a:gd name="connsiteY296" fmla="*/ 98774 h 752475"/>
                <a:gd name="connsiteX297" fmla="*/ 599694 w 1085850"/>
                <a:gd name="connsiteY297" fmla="*/ 99155 h 752475"/>
                <a:gd name="connsiteX298" fmla="*/ 598837 w 1085850"/>
                <a:gd name="connsiteY298" fmla="*/ 99441 h 752475"/>
                <a:gd name="connsiteX299" fmla="*/ 597598 w 1085850"/>
                <a:gd name="connsiteY299" fmla="*/ 99536 h 752475"/>
                <a:gd name="connsiteX300" fmla="*/ 592264 w 1085850"/>
                <a:gd name="connsiteY300" fmla="*/ 98965 h 752475"/>
                <a:gd name="connsiteX301" fmla="*/ 584549 w 1085850"/>
                <a:gd name="connsiteY301" fmla="*/ 96583 h 752475"/>
                <a:gd name="connsiteX302" fmla="*/ 582549 w 1085850"/>
                <a:gd name="connsiteY302" fmla="*/ 95536 h 752475"/>
                <a:gd name="connsiteX303" fmla="*/ 581215 w 1085850"/>
                <a:gd name="connsiteY303" fmla="*/ 94583 h 752475"/>
                <a:gd name="connsiteX304" fmla="*/ 580549 w 1085850"/>
                <a:gd name="connsiteY304" fmla="*/ 93821 h 752475"/>
                <a:gd name="connsiteX305" fmla="*/ 578739 w 1085850"/>
                <a:gd name="connsiteY305" fmla="*/ 92964 h 752475"/>
                <a:gd name="connsiteX306" fmla="*/ 570071 w 1085850"/>
                <a:gd name="connsiteY306" fmla="*/ 90011 h 752475"/>
                <a:gd name="connsiteX307" fmla="*/ 567214 w 1085850"/>
                <a:gd name="connsiteY307" fmla="*/ 88678 h 752475"/>
                <a:gd name="connsiteX308" fmla="*/ 565499 w 1085850"/>
                <a:gd name="connsiteY308" fmla="*/ 87344 h 752475"/>
                <a:gd name="connsiteX309" fmla="*/ 565023 w 1085850"/>
                <a:gd name="connsiteY309" fmla="*/ 86392 h 752475"/>
                <a:gd name="connsiteX310" fmla="*/ 564832 w 1085850"/>
                <a:gd name="connsiteY310" fmla="*/ 85439 h 752475"/>
                <a:gd name="connsiteX311" fmla="*/ 564832 w 1085850"/>
                <a:gd name="connsiteY311" fmla="*/ 84772 h 752475"/>
                <a:gd name="connsiteX312" fmla="*/ 564928 w 1085850"/>
                <a:gd name="connsiteY312" fmla="*/ 84392 h 752475"/>
                <a:gd name="connsiteX313" fmla="*/ 565690 w 1085850"/>
                <a:gd name="connsiteY313" fmla="*/ 81439 h 752475"/>
                <a:gd name="connsiteX314" fmla="*/ 565690 w 1085850"/>
                <a:gd name="connsiteY314" fmla="*/ 80581 h 752475"/>
                <a:gd name="connsiteX315" fmla="*/ 565309 w 1085850"/>
                <a:gd name="connsiteY315" fmla="*/ 79819 h 752475"/>
                <a:gd name="connsiteX316" fmla="*/ 564832 w 1085850"/>
                <a:gd name="connsiteY316" fmla="*/ 79343 h 752475"/>
                <a:gd name="connsiteX317" fmla="*/ 559880 w 1085850"/>
                <a:gd name="connsiteY317" fmla="*/ 77724 h 752475"/>
                <a:gd name="connsiteX318" fmla="*/ 556260 w 1085850"/>
                <a:gd name="connsiteY318" fmla="*/ 75914 h 752475"/>
                <a:gd name="connsiteX319" fmla="*/ 549878 w 1085850"/>
                <a:gd name="connsiteY319" fmla="*/ 71438 h 752475"/>
                <a:gd name="connsiteX320" fmla="*/ 548735 w 1085850"/>
                <a:gd name="connsiteY320" fmla="*/ 70771 h 752475"/>
                <a:gd name="connsiteX321" fmla="*/ 547306 w 1085850"/>
                <a:gd name="connsiteY321" fmla="*/ 70580 h 752475"/>
                <a:gd name="connsiteX322" fmla="*/ 543306 w 1085850"/>
                <a:gd name="connsiteY322" fmla="*/ 70866 h 752475"/>
                <a:gd name="connsiteX323" fmla="*/ 541401 w 1085850"/>
                <a:gd name="connsiteY323" fmla="*/ 70580 h 752475"/>
                <a:gd name="connsiteX324" fmla="*/ 539305 w 1085850"/>
                <a:gd name="connsiteY324" fmla="*/ 69723 h 752475"/>
                <a:gd name="connsiteX325" fmla="*/ 535972 w 1085850"/>
                <a:gd name="connsiteY325" fmla="*/ 67532 h 752475"/>
                <a:gd name="connsiteX326" fmla="*/ 534829 w 1085850"/>
                <a:gd name="connsiteY326" fmla="*/ 67056 h 752475"/>
                <a:gd name="connsiteX327" fmla="*/ 533495 w 1085850"/>
                <a:gd name="connsiteY327" fmla="*/ 67056 h 752475"/>
                <a:gd name="connsiteX328" fmla="*/ 532543 w 1085850"/>
                <a:gd name="connsiteY328" fmla="*/ 67246 h 752475"/>
                <a:gd name="connsiteX329" fmla="*/ 531495 w 1085850"/>
                <a:gd name="connsiteY329" fmla="*/ 67246 h 752475"/>
                <a:gd name="connsiteX330" fmla="*/ 530543 w 1085850"/>
                <a:gd name="connsiteY330" fmla="*/ 67056 h 752475"/>
                <a:gd name="connsiteX331" fmla="*/ 529114 w 1085850"/>
                <a:gd name="connsiteY331" fmla="*/ 66104 h 752475"/>
                <a:gd name="connsiteX332" fmla="*/ 528352 w 1085850"/>
                <a:gd name="connsiteY332" fmla="*/ 65151 h 752475"/>
                <a:gd name="connsiteX333" fmla="*/ 527780 w 1085850"/>
                <a:gd name="connsiteY333" fmla="*/ 64008 h 752475"/>
                <a:gd name="connsiteX334" fmla="*/ 527209 w 1085850"/>
                <a:gd name="connsiteY334" fmla="*/ 60769 h 752475"/>
                <a:gd name="connsiteX335" fmla="*/ 526732 w 1085850"/>
                <a:gd name="connsiteY335" fmla="*/ 59912 h 752475"/>
                <a:gd name="connsiteX336" fmla="*/ 526161 w 1085850"/>
                <a:gd name="connsiteY336" fmla="*/ 59246 h 752475"/>
                <a:gd name="connsiteX337" fmla="*/ 525304 w 1085850"/>
                <a:gd name="connsiteY337" fmla="*/ 58674 h 752475"/>
                <a:gd name="connsiteX338" fmla="*/ 516064 w 1085850"/>
                <a:gd name="connsiteY338" fmla="*/ 55435 h 752475"/>
                <a:gd name="connsiteX339" fmla="*/ 515207 w 1085850"/>
                <a:gd name="connsiteY339" fmla="*/ 54769 h 752475"/>
                <a:gd name="connsiteX340" fmla="*/ 513207 w 1085850"/>
                <a:gd name="connsiteY340" fmla="*/ 52292 h 752475"/>
                <a:gd name="connsiteX341" fmla="*/ 507778 w 1085850"/>
                <a:gd name="connsiteY341" fmla="*/ 47434 h 752475"/>
                <a:gd name="connsiteX342" fmla="*/ 506444 w 1085850"/>
                <a:gd name="connsiteY342" fmla="*/ 46577 h 752475"/>
                <a:gd name="connsiteX343" fmla="*/ 505396 w 1085850"/>
                <a:gd name="connsiteY343" fmla="*/ 46292 h 752475"/>
                <a:gd name="connsiteX344" fmla="*/ 503872 w 1085850"/>
                <a:gd name="connsiteY344" fmla="*/ 46387 h 752475"/>
                <a:gd name="connsiteX345" fmla="*/ 502444 w 1085850"/>
                <a:gd name="connsiteY345" fmla="*/ 46101 h 752475"/>
                <a:gd name="connsiteX346" fmla="*/ 500920 w 1085850"/>
                <a:gd name="connsiteY346" fmla="*/ 45244 h 752475"/>
                <a:gd name="connsiteX347" fmla="*/ 499681 w 1085850"/>
                <a:gd name="connsiteY347" fmla="*/ 44005 h 752475"/>
                <a:gd name="connsiteX348" fmla="*/ 497014 w 1085850"/>
                <a:gd name="connsiteY348" fmla="*/ 40576 h 752475"/>
                <a:gd name="connsiteX349" fmla="*/ 492919 w 1085850"/>
                <a:gd name="connsiteY349" fmla="*/ 36290 h 752475"/>
                <a:gd name="connsiteX350" fmla="*/ 492252 w 1085850"/>
                <a:gd name="connsiteY350" fmla="*/ 35338 h 752475"/>
                <a:gd name="connsiteX351" fmla="*/ 491871 w 1085850"/>
                <a:gd name="connsiteY351" fmla="*/ 34385 h 752475"/>
                <a:gd name="connsiteX352" fmla="*/ 491395 w 1085850"/>
                <a:gd name="connsiteY352" fmla="*/ 33242 h 752475"/>
                <a:gd name="connsiteX353" fmla="*/ 491014 w 1085850"/>
                <a:gd name="connsiteY353" fmla="*/ 32480 h 752475"/>
                <a:gd name="connsiteX354" fmla="*/ 489966 w 1085850"/>
                <a:gd name="connsiteY354" fmla="*/ 31718 h 752475"/>
                <a:gd name="connsiteX355" fmla="*/ 484442 w 1085850"/>
                <a:gd name="connsiteY355" fmla="*/ 30194 h 752475"/>
                <a:gd name="connsiteX356" fmla="*/ 482822 w 1085850"/>
                <a:gd name="connsiteY356" fmla="*/ 29432 h 752475"/>
                <a:gd name="connsiteX357" fmla="*/ 481584 w 1085850"/>
                <a:gd name="connsiteY357" fmla="*/ 28575 h 752475"/>
                <a:gd name="connsiteX358" fmla="*/ 473107 w 1085850"/>
                <a:gd name="connsiteY358" fmla="*/ 19526 h 752475"/>
                <a:gd name="connsiteX359" fmla="*/ 470440 w 1085850"/>
                <a:gd name="connsiteY359" fmla="*/ 15145 h 752475"/>
                <a:gd name="connsiteX360" fmla="*/ 469868 w 1085850"/>
                <a:gd name="connsiteY360" fmla="*/ 14668 h 752475"/>
                <a:gd name="connsiteX361" fmla="*/ 469201 w 1085850"/>
                <a:gd name="connsiteY361" fmla="*/ 14573 h 752475"/>
                <a:gd name="connsiteX362" fmla="*/ 468154 w 1085850"/>
                <a:gd name="connsiteY362" fmla="*/ 14859 h 752475"/>
                <a:gd name="connsiteX363" fmla="*/ 464820 w 1085850"/>
                <a:gd name="connsiteY363" fmla="*/ 16288 h 752475"/>
                <a:gd name="connsiteX364" fmla="*/ 463582 w 1085850"/>
                <a:gd name="connsiteY364" fmla="*/ 16669 h 752475"/>
                <a:gd name="connsiteX365" fmla="*/ 462248 w 1085850"/>
                <a:gd name="connsiteY365" fmla="*/ 16859 h 752475"/>
                <a:gd name="connsiteX366" fmla="*/ 455581 w 1085850"/>
                <a:gd name="connsiteY366" fmla="*/ 16478 h 752475"/>
                <a:gd name="connsiteX367" fmla="*/ 454152 w 1085850"/>
                <a:gd name="connsiteY367" fmla="*/ 16764 h 752475"/>
                <a:gd name="connsiteX368" fmla="*/ 449294 w 1085850"/>
                <a:gd name="connsiteY368" fmla="*/ 18193 h 752475"/>
                <a:gd name="connsiteX369" fmla="*/ 448437 w 1085850"/>
                <a:gd name="connsiteY369" fmla="*/ 18193 h 752475"/>
                <a:gd name="connsiteX370" fmla="*/ 445294 w 1085850"/>
                <a:gd name="connsiteY370" fmla="*/ 17812 h 752475"/>
                <a:gd name="connsiteX371" fmla="*/ 443293 w 1085850"/>
                <a:gd name="connsiteY371" fmla="*/ 17240 h 752475"/>
                <a:gd name="connsiteX372" fmla="*/ 442817 w 1085850"/>
                <a:gd name="connsiteY372" fmla="*/ 16954 h 752475"/>
                <a:gd name="connsiteX373" fmla="*/ 441198 w 1085850"/>
                <a:gd name="connsiteY373" fmla="*/ 15621 h 752475"/>
                <a:gd name="connsiteX374" fmla="*/ 439769 w 1085850"/>
                <a:gd name="connsiteY374" fmla="*/ 14097 h 752475"/>
                <a:gd name="connsiteX375" fmla="*/ 438912 w 1085850"/>
                <a:gd name="connsiteY375" fmla="*/ 13430 h 752475"/>
                <a:gd name="connsiteX376" fmla="*/ 438340 w 1085850"/>
                <a:gd name="connsiteY376" fmla="*/ 13144 h 752475"/>
                <a:gd name="connsiteX377" fmla="*/ 437769 w 1085850"/>
                <a:gd name="connsiteY377" fmla="*/ 12954 h 752475"/>
                <a:gd name="connsiteX378" fmla="*/ 432721 w 1085850"/>
                <a:gd name="connsiteY378" fmla="*/ 12192 h 752475"/>
                <a:gd name="connsiteX379" fmla="*/ 422719 w 1085850"/>
                <a:gd name="connsiteY379" fmla="*/ 9049 h 752475"/>
                <a:gd name="connsiteX380" fmla="*/ 421005 w 1085850"/>
                <a:gd name="connsiteY380" fmla="*/ 7810 h 752475"/>
                <a:gd name="connsiteX381" fmla="*/ 419481 w 1085850"/>
                <a:gd name="connsiteY381" fmla="*/ 6286 h 752475"/>
                <a:gd name="connsiteX382" fmla="*/ 418243 w 1085850"/>
                <a:gd name="connsiteY382" fmla="*/ 4667 h 752475"/>
                <a:gd name="connsiteX383" fmla="*/ 417385 w 1085850"/>
                <a:gd name="connsiteY383" fmla="*/ 4000 h 752475"/>
                <a:gd name="connsiteX384" fmla="*/ 416433 w 1085850"/>
                <a:gd name="connsiteY384" fmla="*/ 3429 h 752475"/>
                <a:gd name="connsiteX385" fmla="*/ 415290 w 1085850"/>
                <a:gd name="connsiteY385" fmla="*/ 2953 h 752475"/>
                <a:gd name="connsiteX386" fmla="*/ 409099 w 1085850"/>
                <a:gd name="connsiteY386" fmla="*/ 2381 h 752475"/>
                <a:gd name="connsiteX387" fmla="*/ 408146 w 1085850"/>
                <a:gd name="connsiteY387" fmla="*/ 2096 h 752475"/>
                <a:gd name="connsiteX388" fmla="*/ 406527 w 1085850"/>
                <a:gd name="connsiteY388" fmla="*/ 1429 h 752475"/>
                <a:gd name="connsiteX389" fmla="*/ 403193 w 1085850"/>
                <a:gd name="connsiteY389" fmla="*/ 667 h 752475"/>
                <a:gd name="connsiteX390" fmla="*/ 378809 w 1085850"/>
                <a:gd name="connsiteY390" fmla="*/ 381 h 752475"/>
                <a:gd name="connsiteX391" fmla="*/ 376809 w 1085850"/>
                <a:gd name="connsiteY391" fmla="*/ 0 h 752475"/>
                <a:gd name="connsiteX392" fmla="*/ 374237 w 1085850"/>
                <a:gd name="connsiteY392" fmla="*/ 286 h 752475"/>
                <a:gd name="connsiteX393" fmla="*/ 369570 w 1085850"/>
                <a:gd name="connsiteY393" fmla="*/ 1619 h 752475"/>
                <a:gd name="connsiteX394" fmla="*/ 367855 w 1085850"/>
                <a:gd name="connsiteY394" fmla="*/ 1810 h 752475"/>
                <a:gd name="connsiteX395" fmla="*/ 363474 w 1085850"/>
                <a:gd name="connsiteY395" fmla="*/ 1905 h 752475"/>
                <a:gd name="connsiteX396" fmla="*/ 362426 w 1085850"/>
                <a:gd name="connsiteY396" fmla="*/ 2096 h 752475"/>
                <a:gd name="connsiteX397" fmla="*/ 357568 w 1085850"/>
                <a:gd name="connsiteY397" fmla="*/ 4000 h 752475"/>
                <a:gd name="connsiteX398" fmla="*/ 356711 w 1085850"/>
                <a:gd name="connsiteY398" fmla="*/ 4096 h 752475"/>
                <a:gd name="connsiteX399" fmla="*/ 355092 w 1085850"/>
                <a:gd name="connsiteY399" fmla="*/ 3905 h 752475"/>
                <a:gd name="connsiteX400" fmla="*/ 353092 w 1085850"/>
                <a:gd name="connsiteY400" fmla="*/ 3238 h 752475"/>
                <a:gd name="connsiteX401" fmla="*/ 352425 w 1085850"/>
                <a:gd name="connsiteY401" fmla="*/ 2953 h 752475"/>
                <a:gd name="connsiteX402" fmla="*/ 350425 w 1085850"/>
                <a:gd name="connsiteY402" fmla="*/ 2667 h 752475"/>
                <a:gd name="connsiteX403" fmla="*/ 348615 w 1085850"/>
                <a:gd name="connsiteY403" fmla="*/ 2762 h 752475"/>
                <a:gd name="connsiteX404" fmla="*/ 346710 w 1085850"/>
                <a:gd name="connsiteY404" fmla="*/ 2476 h 752475"/>
                <a:gd name="connsiteX405" fmla="*/ 344329 w 1085850"/>
                <a:gd name="connsiteY405" fmla="*/ 1619 h 752475"/>
                <a:gd name="connsiteX406" fmla="*/ 343567 w 1085850"/>
                <a:gd name="connsiteY406" fmla="*/ 1619 h 752475"/>
                <a:gd name="connsiteX407" fmla="*/ 342614 w 1085850"/>
                <a:gd name="connsiteY407" fmla="*/ 1810 h 752475"/>
                <a:gd name="connsiteX408" fmla="*/ 336518 w 1085850"/>
                <a:gd name="connsiteY408" fmla="*/ 4572 h 752475"/>
                <a:gd name="connsiteX409" fmla="*/ 334994 w 1085850"/>
                <a:gd name="connsiteY409" fmla="*/ 4763 h 752475"/>
                <a:gd name="connsiteX410" fmla="*/ 328041 w 1085850"/>
                <a:gd name="connsiteY410" fmla="*/ 4477 h 752475"/>
                <a:gd name="connsiteX411" fmla="*/ 326612 w 1085850"/>
                <a:gd name="connsiteY411" fmla="*/ 4858 h 752475"/>
                <a:gd name="connsiteX412" fmla="*/ 324993 w 1085850"/>
                <a:gd name="connsiteY412" fmla="*/ 5429 h 752475"/>
                <a:gd name="connsiteX413" fmla="*/ 322993 w 1085850"/>
                <a:gd name="connsiteY413" fmla="*/ 6667 h 752475"/>
                <a:gd name="connsiteX414" fmla="*/ 319468 w 1085850"/>
                <a:gd name="connsiteY414" fmla="*/ 9715 h 752475"/>
                <a:gd name="connsiteX415" fmla="*/ 318135 w 1085850"/>
                <a:gd name="connsiteY415" fmla="*/ 10668 h 752475"/>
                <a:gd name="connsiteX416" fmla="*/ 317278 w 1085850"/>
                <a:gd name="connsiteY416" fmla="*/ 11049 h 752475"/>
                <a:gd name="connsiteX417" fmla="*/ 306896 w 1085850"/>
                <a:gd name="connsiteY417" fmla="*/ 13906 h 752475"/>
                <a:gd name="connsiteX418" fmla="*/ 305657 w 1085850"/>
                <a:gd name="connsiteY418" fmla="*/ 14097 h 752475"/>
                <a:gd name="connsiteX419" fmla="*/ 300704 w 1085850"/>
                <a:gd name="connsiteY419" fmla="*/ 14002 h 752475"/>
                <a:gd name="connsiteX420" fmla="*/ 296132 w 1085850"/>
                <a:gd name="connsiteY420" fmla="*/ 12954 h 752475"/>
                <a:gd name="connsiteX421" fmla="*/ 295275 w 1085850"/>
                <a:gd name="connsiteY421" fmla="*/ 13049 h 752475"/>
                <a:gd name="connsiteX422" fmla="*/ 294227 w 1085850"/>
                <a:gd name="connsiteY422" fmla="*/ 13335 h 752475"/>
                <a:gd name="connsiteX423" fmla="*/ 290893 w 1085850"/>
                <a:gd name="connsiteY423" fmla="*/ 15050 h 752475"/>
                <a:gd name="connsiteX424" fmla="*/ 290036 w 1085850"/>
                <a:gd name="connsiteY424" fmla="*/ 15716 h 752475"/>
                <a:gd name="connsiteX425" fmla="*/ 289369 w 1085850"/>
                <a:gd name="connsiteY425" fmla="*/ 16383 h 752475"/>
                <a:gd name="connsiteX426" fmla="*/ 287750 w 1085850"/>
                <a:gd name="connsiteY426" fmla="*/ 17717 h 752475"/>
                <a:gd name="connsiteX427" fmla="*/ 286893 w 1085850"/>
                <a:gd name="connsiteY427" fmla="*/ 18193 h 752475"/>
                <a:gd name="connsiteX428" fmla="*/ 285083 w 1085850"/>
                <a:gd name="connsiteY428" fmla="*/ 18288 h 752475"/>
                <a:gd name="connsiteX429" fmla="*/ 279749 w 1085850"/>
                <a:gd name="connsiteY429" fmla="*/ 17621 h 752475"/>
                <a:gd name="connsiteX430" fmla="*/ 278797 w 1085850"/>
                <a:gd name="connsiteY430" fmla="*/ 17621 h 752475"/>
                <a:gd name="connsiteX431" fmla="*/ 277273 w 1085850"/>
                <a:gd name="connsiteY431" fmla="*/ 17812 h 752475"/>
                <a:gd name="connsiteX432" fmla="*/ 269843 w 1085850"/>
                <a:gd name="connsiteY432" fmla="*/ 20383 h 752475"/>
                <a:gd name="connsiteX433" fmla="*/ 245269 w 1085850"/>
                <a:gd name="connsiteY433" fmla="*/ 25717 h 752475"/>
                <a:gd name="connsiteX434" fmla="*/ 236506 w 1085850"/>
                <a:gd name="connsiteY434" fmla="*/ 26384 h 752475"/>
                <a:gd name="connsiteX435" fmla="*/ 234315 w 1085850"/>
                <a:gd name="connsiteY435" fmla="*/ 26860 h 752475"/>
                <a:gd name="connsiteX436" fmla="*/ 232410 w 1085850"/>
                <a:gd name="connsiteY436" fmla="*/ 27622 h 752475"/>
                <a:gd name="connsiteX437" fmla="*/ 231648 w 1085850"/>
                <a:gd name="connsiteY437" fmla="*/ 28194 h 752475"/>
                <a:gd name="connsiteX438" fmla="*/ 224885 w 1085850"/>
                <a:gd name="connsiteY438" fmla="*/ 34385 h 752475"/>
                <a:gd name="connsiteX439" fmla="*/ 214789 w 1085850"/>
                <a:gd name="connsiteY439" fmla="*/ 39338 h 752475"/>
                <a:gd name="connsiteX440" fmla="*/ 202978 w 1085850"/>
                <a:gd name="connsiteY440" fmla="*/ 42863 h 752475"/>
                <a:gd name="connsiteX441" fmla="*/ 195453 w 1085850"/>
                <a:gd name="connsiteY441" fmla="*/ 46006 h 752475"/>
                <a:gd name="connsiteX442" fmla="*/ 175260 w 1085850"/>
                <a:gd name="connsiteY442" fmla="*/ 51149 h 752475"/>
                <a:gd name="connsiteX443" fmla="*/ 164306 w 1085850"/>
                <a:gd name="connsiteY443" fmla="*/ 52006 h 752475"/>
                <a:gd name="connsiteX444" fmla="*/ 162306 w 1085850"/>
                <a:gd name="connsiteY444" fmla="*/ 52578 h 752475"/>
                <a:gd name="connsiteX445" fmla="*/ 160401 w 1085850"/>
                <a:gd name="connsiteY445" fmla="*/ 53340 h 752475"/>
                <a:gd name="connsiteX446" fmla="*/ 152400 w 1085850"/>
                <a:gd name="connsiteY446" fmla="*/ 57912 h 752475"/>
                <a:gd name="connsiteX447" fmla="*/ 148590 w 1085850"/>
                <a:gd name="connsiteY447" fmla="*/ 59341 h 752475"/>
                <a:gd name="connsiteX448" fmla="*/ 143161 w 1085850"/>
                <a:gd name="connsiteY448" fmla="*/ 59436 h 752475"/>
                <a:gd name="connsiteX449" fmla="*/ 140970 w 1085850"/>
                <a:gd name="connsiteY449" fmla="*/ 59817 h 752475"/>
                <a:gd name="connsiteX450" fmla="*/ 134588 w 1085850"/>
                <a:gd name="connsiteY450" fmla="*/ 62293 h 752475"/>
                <a:gd name="connsiteX451" fmla="*/ 126016 w 1085850"/>
                <a:gd name="connsiteY451" fmla="*/ 64103 h 752475"/>
                <a:gd name="connsiteX452" fmla="*/ 118967 w 1085850"/>
                <a:gd name="connsiteY452" fmla="*/ 63627 h 752475"/>
                <a:gd name="connsiteX453" fmla="*/ 116681 w 1085850"/>
                <a:gd name="connsiteY453" fmla="*/ 63913 h 752475"/>
                <a:gd name="connsiteX454" fmla="*/ 103918 w 1085850"/>
                <a:gd name="connsiteY454" fmla="*/ 66675 h 752475"/>
                <a:gd name="connsiteX455" fmla="*/ 101536 w 1085850"/>
                <a:gd name="connsiteY455" fmla="*/ 66865 h 752475"/>
                <a:gd name="connsiteX456" fmla="*/ 98298 w 1085850"/>
                <a:gd name="connsiteY456" fmla="*/ 66199 h 752475"/>
                <a:gd name="connsiteX457" fmla="*/ 97822 w 1085850"/>
                <a:gd name="connsiteY457" fmla="*/ 66294 h 752475"/>
                <a:gd name="connsiteX458" fmla="*/ 97346 w 1085850"/>
                <a:gd name="connsiteY458" fmla="*/ 66580 h 752475"/>
                <a:gd name="connsiteX459" fmla="*/ 96964 w 1085850"/>
                <a:gd name="connsiteY459" fmla="*/ 67151 h 752475"/>
                <a:gd name="connsiteX460" fmla="*/ 96679 w 1085850"/>
                <a:gd name="connsiteY460" fmla="*/ 67913 h 752475"/>
                <a:gd name="connsiteX461" fmla="*/ 96488 w 1085850"/>
                <a:gd name="connsiteY461" fmla="*/ 68675 h 752475"/>
                <a:gd name="connsiteX462" fmla="*/ 96298 w 1085850"/>
                <a:gd name="connsiteY462" fmla="*/ 70580 h 752475"/>
                <a:gd name="connsiteX463" fmla="*/ 96202 w 1085850"/>
                <a:gd name="connsiteY463" fmla="*/ 71152 h 752475"/>
                <a:gd name="connsiteX464" fmla="*/ 95917 w 1085850"/>
                <a:gd name="connsiteY464" fmla="*/ 71723 h 752475"/>
                <a:gd name="connsiteX465" fmla="*/ 95631 w 1085850"/>
                <a:gd name="connsiteY465" fmla="*/ 72104 h 752475"/>
                <a:gd name="connsiteX466" fmla="*/ 95155 w 1085850"/>
                <a:gd name="connsiteY466" fmla="*/ 72390 h 752475"/>
                <a:gd name="connsiteX467" fmla="*/ 91440 w 1085850"/>
                <a:gd name="connsiteY467" fmla="*/ 74104 h 752475"/>
                <a:gd name="connsiteX468" fmla="*/ 89059 w 1085850"/>
                <a:gd name="connsiteY468" fmla="*/ 76009 h 752475"/>
                <a:gd name="connsiteX469" fmla="*/ 88011 w 1085850"/>
                <a:gd name="connsiteY469" fmla="*/ 77057 h 752475"/>
                <a:gd name="connsiteX470" fmla="*/ 83344 w 1085850"/>
                <a:gd name="connsiteY470" fmla="*/ 81058 h 752475"/>
                <a:gd name="connsiteX471" fmla="*/ 78010 w 1085850"/>
                <a:gd name="connsiteY471" fmla="*/ 83915 h 752475"/>
                <a:gd name="connsiteX472" fmla="*/ 77152 w 1085850"/>
                <a:gd name="connsiteY472" fmla="*/ 84677 h 752475"/>
                <a:gd name="connsiteX473" fmla="*/ 75533 w 1085850"/>
                <a:gd name="connsiteY473" fmla="*/ 85725 h 752475"/>
                <a:gd name="connsiteX474" fmla="*/ 70771 w 1085850"/>
                <a:gd name="connsiteY474" fmla="*/ 87725 h 752475"/>
                <a:gd name="connsiteX475" fmla="*/ 70104 w 1085850"/>
                <a:gd name="connsiteY475" fmla="*/ 87821 h 752475"/>
                <a:gd name="connsiteX476" fmla="*/ 65627 w 1085850"/>
                <a:gd name="connsiteY476" fmla="*/ 86963 h 752475"/>
                <a:gd name="connsiteX477" fmla="*/ 64389 w 1085850"/>
                <a:gd name="connsiteY477" fmla="*/ 86963 h 752475"/>
                <a:gd name="connsiteX478" fmla="*/ 61531 w 1085850"/>
                <a:gd name="connsiteY478" fmla="*/ 87439 h 752475"/>
                <a:gd name="connsiteX479" fmla="*/ 60198 w 1085850"/>
                <a:gd name="connsiteY479" fmla="*/ 88011 h 752475"/>
                <a:gd name="connsiteX480" fmla="*/ 58864 w 1085850"/>
                <a:gd name="connsiteY480" fmla="*/ 88773 h 752475"/>
                <a:gd name="connsiteX481" fmla="*/ 57817 w 1085850"/>
                <a:gd name="connsiteY481" fmla="*/ 89821 h 752475"/>
                <a:gd name="connsiteX482" fmla="*/ 57150 w 1085850"/>
                <a:gd name="connsiteY482" fmla="*/ 91154 h 752475"/>
                <a:gd name="connsiteX483" fmla="*/ 57340 w 1085850"/>
                <a:gd name="connsiteY483" fmla="*/ 93631 h 752475"/>
                <a:gd name="connsiteX484" fmla="*/ 58293 w 1085850"/>
                <a:gd name="connsiteY484" fmla="*/ 96679 h 752475"/>
                <a:gd name="connsiteX485" fmla="*/ 60579 w 1085850"/>
                <a:gd name="connsiteY485" fmla="*/ 102013 h 752475"/>
                <a:gd name="connsiteX486" fmla="*/ 80200 w 1085850"/>
                <a:gd name="connsiteY486" fmla="*/ 135446 h 752475"/>
                <a:gd name="connsiteX487" fmla="*/ 80581 w 1085850"/>
                <a:gd name="connsiteY487" fmla="*/ 136588 h 752475"/>
                <a:gd name="connsiteX488" fmla="*/ 80963 w 1085850"/>
                <a:gd name="connsiteY488" fmla="*/ 138493 h 752475"/>
                <a:gd name="connsiteX489" fmla="*/ 81153 w 1085850"/>
                <a:gd name="connsiteY489" fmla="*/ 141446 h 752475"/>
                <a:gd name="connsiteX490" fmla="*/ 80963 w 1085850"/>
                <a:gd name="connsiteY490" fmla="*/ 143542 h 752475"/>
                <a:gd name="connsiteX491" fmla="*/ 80581 w 1085850"/>
                <a:gd name="connsiteY491" fmla="*/ 145066 h 752475"/>
                <a:gd name="connsiteX492" fmla="*/ 77914 w 1085850"/>
                <a:gd name="connsiteY492" fmla="*/ 150495 h 752475"/>
                <a:gd name="connsiteX493" fmla="*/ 77629 w 1085850"/>
                <a:gd name="connsiteY493" fmla="*/ 151162 h 752475"/>
                <a:gd name="connsiteX494" fmla="*/ 77533 w 1085850"/>
                <a:gd name="connsiteY494" fmla="*/ 151829 h 752475"/>
                <a:gd name="connsiteX495" fmla="*/ 77533 w 1085850"/>
                <a:gd name="connsiteY495" fmla="*/ 152400 h 752475"/>
                <a:gd name="connsiteX496" fmla="*/ 77533 w 1085850"/>
                <a:gd name="connsiteY496" fmla="*/ 153543 h 752475"/>
                <a:gd name="connsiteX497" fmla="*/ 77819 w 1085850"/>
                <a:gd name="connsiteY497" fmla="*/ 154305 h 752475"/>
                <a:gd name="connsiteX498" fmla="*/ 78105 w 1085850"/>
                <a:gd name="connsiteY498" fmla="*/ 155162 h 752475"/>
                <a:gd name="connsiteX499" fmla="*/ 78867 w 1085850"/>
                <a:gd name="connsiteY499" fmla="*/ 156305 h 752475"/>
                <a:gd name="connsiteX500" fmla="*/ 79438 w 1085850"/>
                <a:gd name="connsiteY500" fmla="*/ 156972 h 752475"/>
                <a:gd name="connsiteX501" fmla="*/ 80010 w 1085850"/>
                <a:gd name="connsiteY501" fmla="*/ 157353 h 752475"/>
                <a:gd name="connsiteX502" fmla="*/ 90583 w 1085850"/>
                <a:gd name="connsiteY502" fmla="*/ 162020 h 752475"/>
                <a:gd name="connsiteX503" fmla="*/ 99155 w 1085850"/>
                <a:gd name="connsiteY503" fmla="*/ 168307 h 752475"/>
                <a:gd name="connsiteX504" fmla="*/ 111823 w 1085850"/>
                <a:gd name="connsiteY504" fmla="*/ 174498 h 752475"/>
                <a:gd name="connsiteX505" fmla="*/ 114395 w 1085850"/>
                <a:gd name="connsiteY505" fmla="*/ 176975 h 752475"/>
                <a:gd name="connsiteX506" fmla="*/ 116967 w 1085850"/>
                <a:gd name="connsiteY506" fmla="*/ 180022 h 752475"/>
                <a:gd name="connsiteX507" fmla="*/ 120205 w 1085850"/>
                <a:gd name="connsiteY507" fmla="*/ 182594 h 752475"/>
                <a:gd name="connsiteX508" fmla="*/ 121634 w 1085850"/>
                <a:gd name="connsiteY508" fmla="*/ 183356 h 752475"/>
                <a:gd name="connsiteX509" fmla="*/ 130969 w 1085850"/>
                <a:gd name="connsiteY509" fmla="*/ 186595 h 752475"/>
                <a:gd name="connsiteX510" fmla="*/ 131540 w 1085850"/>
                <a:gd name="connsiteY510" fmla="*/ 187071 h 752475"/>
                <a:gd name="connsiteX511" fmla="*/ 132397 w 1085850"/>
                <a:gd name="connsiteY511" fmla="*/ 187833 h 752475"/>
                <a:gd name="connsiteX512" fmla="*/ 133540 w 1085850"/>
                <a:gd name="connsiteY512" fmla="*/ 189547 h 752475"/>
                <a:gd name="connsiteX513" fmla="*/ 134493 w 1085850"/>
                <a:gd name="connsiteY513" fmla="*/ 191548 h 752475"/>
                <a:gd name="connsiteX514" fmla="*/ 135160 w 1085850"/>
                <a:gd name="connsiteY514" fmla="*/ 193548 h 752475"/>
                <a:gd name="connsiteX515" fmla="*/ 137160 w 1085850"/>
                <a:gd name="connsiteY515" fmla="*/ 203073 h 752475"/>
                <a:gd name="connsiteX516" fmla="*/ 138113 w 1085850"/>
                <a:gd name="connsiteY516" fmla="*/ 205359 h 752475"/>
                <a:gd name="connsiteX517" fmla="*/ 143827 w 1085850"/>
                <a:gd name="connsiteY517" fmla="*/ 215836 h 752475"/>
                <a:gd name="connsiteX518" fmla="*/ 149257 w 1085850"/>
                <a:gd name="connsiteY518" fmla="*/ 221647 h 752475"/>
                <a:gd name="connsiteX519" fmla="*/ 149828 w 1085850"/>
                <a:gd name="connsiteY519" fmla="*/ 222504 h 752475"/>
                <a:gd name="connsiteX520" fmla="*/ 150304 w 1085850"/>
                <a:gd name="connsiteY520" fmla="*/ 223456 h 752475"/>
                <a:gd name="connsiteX521" fmla="*/ 150685 w 1085850"/>
                <a:gd name="connsiteY521" fmla="*/ 224790 h 752475"/>
                <a:gd name="connsiteX522" fmla="*/ 150876 w 1085850"/>
                <a:gd name="connsiteY522" fmla="*/ 226123 h 752475"/>
                <a:gd name="connsiteX523" fmla="*/ 151067 w 1085850"/>
                <a:gd name="connsiteY523" fmla="*/ 228314 h 752475"/>
                <a:gd name="connsiteX524" fmla="*/ 151067 w 1085850"/>
                <a:gd name="connsiteY524" fmla="*/ 230029 h 752475"/>
                <a:gd name="connsiteX525" fmla="*/ 150876 w 1085850"/>
                <a:gd name="connsiteY525" fmla="*/ 230981 h 752475"/>
                <a:gd name="connsiteX526" fmla="*/ 150495 w 1085850"/>
                <a:gd name="connsiteY526" fmla="*/ 231838 h 752475"/>
                <a:gd name="connsiteX527" fmla="*/ 149733 w 1085850"/>
                <a:gd name="connsiteY527" fmla="*/ 232981 h 752475"/>
                <a:gd name="connsiteX528" fmla="*/ 148971 w 1085850"/>
                <a:gd name="connsiteY528" fmla="*/ 233553 h 752475"/>
                <a:gd name="connsiteX529" fmla="*/ 148018 w 1085850"/>
                <a:gd name="connsiteY529" fmla="*/ 234029 h 752475"/>
                <a:gd name="connsiteX530" fmla="*/ 140303 w 1085850"/>
                <a:gd name="connsiteY530" fmla="*/ 235172 h 752475"/>
                <a:gd name="connsiteX531" fmla="*/ 137922 w 1085850"/>
                <a:gd name="connsiteY531" fmla="*/ 236125 h 752475"/>
                <a:gd name="connsiteX532" fmla="*/ 129445 w 1085850"/>
                <a:gd name="connsiteY532" fmla="*/ 240792 h 752475"/>
                <a:gd name="connsiteX533" fmla="*/ 125063 w 1085850"/>
                <a:gd name="connsiteY533" fmla="*/ 242221 h 752475"/>
                <a:gd name="connsiteX534" fmla="*/ 123634 w 1085850"/>
                <a:gd name="connsiteY534" fmla="*/ 242316 h 752475"/>
                <a:gd name="connsiteX535" fmla="*/ 122110 w 1085850"/>
                <a:gd name="connsiteY535" fmla="*/ 242316 h 752475"/>
                <a:gd name="connsiteX536" fmla="*/ 116681 w 1085850"/>
                <a:gd name="connsiteY536" fmla="*/ 241363 h 752475"/>
                <a:gd name="connsiteX537" fmla="*/ 116396 w 1085850"/>
                <a:gd name="connsiteY537" fmla="*/ 241363 h 752475"/>
                <a:gd name="connsiteX538" fmla="*/ 112109 w 1085850"/>
                <a:gd name="connsiteY538" fmla="*/ 242506 h 752475"/>
                <a:gd name="connsiteX539" fmla="*/ 111157 w 1085850"/>
                <a:gd name="connsiteY539" fmla="*/ 242983 h 752475"/>
                <a:gd name="connsiteX540" fmla="*/ 109728 w 1085850"/>
                <a:gd name="connsiteY540" fmla="*/ 244221 h 752475"/>
                <a:gd name="connsiteX541" fmla="*/ 106299 w 1085850"/>
                <a:gd name="connsiteY541" fmla="*/ 248888 h 752475"/>
                <a:gd name="connsiteX542" fmla="*/ 102108 w 1085850"/>
                <a:gd name="connsiteY542" fmla="*/ 253079 h 752475"/>
                <a:gd name="connsiteX543" fmla="*/ 101155 w 1085850"/>
                <a:gd name="connsiteY543" fmla="*/ 254508 h 752475"/>
                <a:gd name="connsiteX544" fmla="*/ 100775 w 1085850"/>
                <a:gd name="connsiteY544" fmla="*/ 255556 h 752475"/>
                <a:gd name="connsiteX545" fmla="*/ 100298 w 1085850"/>
                <a:gd name="connsiteY545" fmla="*/ 257651 h 752475"/>
                <a:gd name="connsiteX546" fmla="*/ 100013 w 1085850"/>
                <a:gd name="connsiteY546" fmla="*/ 260604 h 752475"/>
                <a:gd name="connsiteX547" fmla="*/ 100108 w 1085850"/>
                <a:gd name="connsiteY547" fmla="*/ 265367 h 752475"/>
                <a:gd name="connsiteX548" fmla="*/ 100775 w 1085850"/>
                <a:gd name="connsiteY548" fmla="*/ 269081 h 752475"/>
                <a:gd name="connsiteX549" fmla="*/ 100870 w 1085850"/>
                <a:gd name="connsiteY549" fmla="*/ 269558 h 752475"/>
                <a:gd name="connsiteX550" fmla="*/ 101251 w 1085850"/>
                <a:gd name="connsiteY550" fmla="*/ 270510 h 752475"/>
                <a:gd name="connsiteX551" fmla="*/ 101917 w 1085850"/>
                <a:gd name="connsiteY551" fmla="*/ 271558 h 752475"/>
                <a:gd name="connsiteX552" fmla="*/ 105918 w 1085850"/>
                <a:gd name="connsiteY552" fmla="*/ 276034 h 752475"/>
                <a:gd name="connsiteX553" fmla="*/ 109538 w 1085850"/>
                <a:gd name="connsiteY553" fmla="*/ 279178 h 752475"/>
                <a:gd name="connsiteX554" fmla="*/ 112300 w 1085850"/>
                <a:gd name="connsiteY554" fmla="*/ 280702 h 752475"/>
                <a:gd name="connsiteX555" fmla="*/ 113728 w 1085850"/>
                <a:gd name="connsiteY555" fmla="*/ 281178 h 752475"/>
                <a:gd name="connsiteX556" fmla="*/ 120015 w 1085850"/>
                <a:gd name="connsiteY556" fmla="*/ 282035 h 752475"/>
                <a:gd name="connsiteX557" fmla="*/ 122872 w 1085850"/>
                <a:gd name="connsiteY557" fmla="*/ 282797 h 752475"/>
                <a:gd name="connsiteX558" fmla="*/ 123920 w 1085850"/>
                <a:gd name="connsiteY558" fmla="*/ 283273 h 752475"/>
                <a:gd name="connsiteX559" fmla="*/ 124682 w 1085850"/>
                <a:gd name="connsiteY559" fmla="*/ 283750 h 752475"/>
                <a:gd name="connsiteX560" fmla="*/ 125063 w 1085850"/>
                <a:gd name="connsiteY560" fmla="*/ 284131 h 752475"/>
                <a:gd name="connsiteX561" fmla="*/ 125635 w 1085850"/>
                <a:gd name="connsiteY561" fmla="*/ 284702 h 752475"/>
                <a:gd name="connsiteX562" fmla="*/ 126968 w 1085850"/>
                <a:gd name="connsiteY562" fmla="*/ 288893 h 752475"/>
                <a:gd name="connsiteX563" fmla="*/ 129921 w 1085850"/>
                <a:gd name="connsiteY563" fmla="*/ 303467 h 752475"/>
                <a:gd name="connsiteX564" fmla="*/ 131731 w 1085850"/>
                <a:gd name="connsiteY564" fmla="*/ 308705 h 752475"/>
                <a:gd name="connsiteX565" fmla="*/ 134493 w 1085850"/>
                <a:gd name="connsiteY565" fmla="*/ 314896 h 752475"/>
                <a:gd name="connsiteX566" fmla="*/ 135922 w 1085850"/>
                <a:gd name="connsiteY566" fmla="*/ 320516 h 752475"/>
                <a:gd name="connsiteX567" fmla="*/ 136017 w 1085850"/>
                <a:gd name="connsiteY567" fmla="*/ 322517 h 752475"/>
                <a:gd name="connsiteX568" fmla="*/ 135922 w 1085850"/>
                <a:gd name="connsiteY568" fmla="*/ 324040 h 752475"/>
                <a:gd name="connsiteX569" fmla="*/ 135541 w 1085850"/>
                <a:gd name="connsiteY569" fmla="*/ 325374 h 752475"/>
                <a:gd name="connsiteX570" fmla="*/ 134969 w 1085850"/>
                <a:gd name="connsiteY570" fmla="*/ 326326 h 752475"/>
                <a:gd name="connsiteX571" fmla="*/ 133921 w 1085850"/>
                <a:gd name="connsiteY571" fmla="*/ 327088 h 752475"/>
                <a:gd name="connsiteX572" fmla="*/ 132397 w 1085850"/>
                <a:gd name="connsiteY572" fmla="*/ 327469 h 752475"/>
                <a:gd name="connsiteX573" fmla="*/ 128873 w 1085850"/>
                <a:gd name="connsiteY573" fmla="*/ 328136 h 752475"/>
                <a:gd name="connsiteX574" fmla="*/ 125539 w 1085850"/>
                <a:gd name="connsiteY574" fmla="*/ 329184 h 752475"/>
                <a:gd name="connsiteX575" fmla="*/ 118300 w 1085850"/>
                <a:gd name="connsiteY575" fmla="*/ 332994 h 752475"/>
                <a:gd name="connsiteX576" fmla="*/ 116586 w 1085850"/>
                <a:gd name="connsiteY576" fmla="*/ 333661 h 752475"/>
                <a:gd name="connsiteX577" fmla="*/ 115062 w 1085850"/>
                <a:gd name="connsiteY577" fmla="*/ 333946 h 752475"/>
                <a:gd name="connsiteX578" fmla="*/ 113347 w 1085850"/>
                <a:gd name="connsiteY578" fmla="*/ 333851 h 752475"/>
                <a:gd name="connsiteX579" fmla="*/ 111442 w 1085850"/>
                <a:gd name="connsiteY579" fmla="*/ 333280 h 752475"/>
                <a:gd name="connsiteX580" fmla="*/ 96488 w 1085850"/>
                <a:gd name="connsiteY580" fmla="*/ 323945 h 752475"/>
                <a:gd name="connsiteX581" fmla="*/ 94869 w 1085850"/>
                <a:gd name="connsiteY581" fmla="*/ 323374 h 752475"/>
                <a:gd name="connsiteX582" fmla="*/ 68485 w 1085850"/>
                <a:gd name="connsiteY582" fmla="*/ 322993 h 752475"/>
                <a:gd name="connsiteX583" fmla="*/ 58388 w 1085850"/>
                <a:gd name="connsiteY583" fmla="*/ 321659 h 752475"/>
                <a:gd name="connsiteX584" fmla="*/ 57436 w 1085850"/>
                <a:gd name="connsiteY584" fmla="*/ 321278 h 752475"/>
                <a:gd name="connsiteX585" fmla="*/ 56769 w 1085850"/>
                <a:gd name="connsiteY585" fmla="*/ 320897 h 752475"/>
                <a:gd name="connsiteX586" fmla="*/ 56197 w 1085850"/>
                <a:gd name="connsiteY586" fmla="*/ 320230 h 752475"/>
                <a:gd name="connsiteX587" fmla="*/ 55721 w 1085850"/>
                <a:gd name="connsiteY587" fmla="*/ 319468 h 752475"/>
                <a:gd name="connsiteX588" fmla="*/ 52959 w 1085850"/>
                <a:gd name="connsiteY588" fmla="*/ 314134 h 752475"/>
                <a:gd name="connsiteX589" fmla="*/ 51816 w 1085850"/>
                <a:gd name="connsiteY589" fmla="*/ 312610 h 752475"/>
                <a:gd name="connsiteX590" fmla="*/ 50673 w 1085850"/>
                <a:gd name="connsiteY590" fmla="*/ 311372 h 752475"/>
                <a:gd name="connsiteX591" fmla="*/ 48673 w 1085850"/>
                <a:gd name="connsiteY591" fmla="*/ 309658 h 752475"/>
                <a:gd name="connsiteX592" fmla="*/ 47530 w 1085850"/>
                <a:gd name="connsiteY592" fmla="*/ 308800 h 752475"/>
                <a:gd name="connsiteX593" fmla="*/ 46768 w 1085850"/>
                <a:gd name="connsiteY593" fmla="*/ 308896 h 752475"/>
                <a:gd name="connsiteX594" fmla="*/ 46196 w 1085850"/>
                <a:gd name="connsiteY594" fmla="*/ 309467 h 752475"/>
                <a:gd name="connsiteX595" fmla="*/ 43434 w 1085850"/>
                <a:gd name="connsiteY595" fmla="*/ 321278 h 752475"/>
                <a:gd name="connsiteX596" fmla="*/ 43243 w 1085850"/>
                <a:gd name="connsiteY596" fmla="*/ 322707 h 752475"/>
                <a:gd name="connsiteX597" fmla="*/ 42863 w 1085850"/>
                <a:gd name="connsiteY597" fmla="*/ 324040 h 752475"/>
                <a:gd name="connsiteX598" fmla="*/ 42100 w 1085850"/>
                <a:gd name="connsiteY598" fmla="*/ 325279 h 752475"/>
                <a:gd name="connsiteX599" fmla="*/ 40862 w 1085850"/>
                <a:gd name="connsiteY599" fmla="*/ 326517 h 752475"/>
                <a:gd name="connsiteX600" fmla="*/ 38671 w 1085850"/>
                <a:gd name="connsiteY600" fmla="*/ 327469 h 752475"/>
                <a:gd name="connsiteX601" fmla="*/ 36576 w 1085850"/>
                <a:gd name="connsiteY601" fmla="*/ 327850 h 752475"/>
                <a:gd name="connsiteX602" fmla="*/ 34480 w 1085850"/>
                <a:gd name="connsiteY602" fmla="*/ 327850 h 752475"/>
                <a:gd name="connsiteX603" fmla="*/ 19336 w 1085850"/>
                <a:gd name="connsiteY603" fmla="*/ 326326 h 752475"/>
                <a:gd name="connsiteX604" fmla="*/ 12573 w 1085850"/>
                <a:gd name="connsiteY604" fmla="*/ 327184 h 752475"/>
                <a:gd name="connsiteX605" fmla="*/ 6286 w 1085850"/>
                <a:gd name="connsiteY605" fmla="*/ 329089 h 752475"/>
                <a:gd name="connsiteX606" fmla="*/ 4667 w 1085850"/>
                <a:gd name="connsiteY606" fmla="*/ 329946 h 752475"/>
                <a:gd name="connsiteX607" fmla="*/ 2476 w 1085850"/>
                <a:gd name="connsiteY607" fmla="*/ 331660 h 752475"/>
                <a:gd name="connsiteX608" fmla="*/ 762 w 1085850"/>
                <a:gd name="connsiteY608" fmla="*/ 333661 h 752475"/>
                <a:gd name="connsiteX609" fmla="*/ 286 w 1085850"/>
                <a:gd name="connsiteY609" fmla="*/ 334327 h 752475"/>
                <a:gd name="connsiteX610" fmla="*/ 286 w 1085850"/>
                <a:gd name="connsiteY610" fmla="*/ 334423 h 752475"/>
                <a:gd name="connsiteX611" fmla="*/ 190 w 1085850"/>
                <a:gd name="connsiteY611" fmla="*/ 334804 h 752475"/>
                <a:gd name="connsiteX612" fmla="*/ 0 w 1085850"/>
                <a:gd name="connsiteY612" fmla="*/ 335566 h 752475"/>
                <a:gd name="connsiteX613" fmla="*/ 95 w 1085850"/>
                <a:gd name="connsiteY613" fmla="*/ 336994 h 752475"/>
                <a:gd name="connsiteX614" fmla="*/ 571 w 1085850"/>
                <a:gd name="connsiteY614" fmla="*/ 339090 h 752475"/>
                <a:gd name="connsiteX615" fmla="*/ 1905 w 1085850"/>
                <a:gd name="connsiteY615" fmla="*/ 342519 h 752475"/>
                <a:gd name="connsiteX616" fmla="*/ 2953 w 1085850"/>
                <a:gd name="connsiteY616" fmla="*/ 344710 h 752475"/>
                <a:gd name="connsiteX617" fmla="*/ 3905 w 1085850"/>
                <a:gd name="connsiteY617" fmla="*/ 346138 h 752475"/>
                <a:gd name="connsiteX618" fmla="*/ 4667 w 1085850"/>
                <a:gd name="connsiteY618" fmla="*/ 346805 h 752475"/>
                <a:gd name="connsiteX619" fmla="*/ 6096 w 1085850"/>
                <a:gd name="connsiteY619" fmla="*/ 347758 h 752475"/>
                <a:gd name="connsiteX620" fmla="*/ 8572 w 1085850"/>
                <a:gd name="connsiteY620" fmla="*/ 348996 h 752475"/>
                <a:gd name="connsiteX621" fmla="*/ 11621 w 1085850"/>
                <a:gd name="connsiteY621" fmla="*/ 350139 h 752475"/>
                <a:gd name="connsiteX622" fmla="*/ 15811 w 1085850"/>
                <a:gd name="connsiteY622" fmla="*/ 350806 h 752475"/>
                <a:gd name="connsiteX623" fmla="*/ 19240 w 1085850"/>
                <a:gd name="connsiteY623" fmla="*/ 350901 h 752475"/>
                <a:gd name="connsiteX624" fmla="*/ 24765 w 1085850"/>
                <a:gd name="connsiteY624" fmla="*/ 350234 h 752475"/>
                <a:gd name="connsiteX625" fmla="*/ 25908 w 1085850"/>
                <a:gd name="connsiteY625" fmla="*/ 350234 h 752475"/>
                <a:gd name="connsiteX626" fmla="*/ 26860 w 1085850"/>
                <a:gd name="connsiteY626" fmla="*/ 350520 h 752475"/>
                <a:gd name="connsiteX627" fmla="*/ 27718 w 1085850"/>
                <a:gd name="connsiteY627" fmla="*/ 350901 h 752475"/>
                <a:gd name="connsiteX628" fmla="*/ 28194 w 1085850"/>
                <a:gd name="connsiteY628" fmla="*/ 351377 h 752475"/>
                <a:gd name="connsiteX629" fmla="*/ 28575 w 1085850"/>
                <a:gd name="connsiteY629" fmla="*/ 352234 h 752475"/>
                <a:gd name="connsiteX630" fmla="*/ 28670 w 1085850"/>
                <a:gd name="connsiteY630" fmla="*/ 353663 h 752475"/>
                <a:gd name="connsiteX631" fmla="*/ 28289 w 1085850"/>
                <a:gd name="connsiteY631" fmla="*/ 356425 h 752475"/>
                <a:gd name="connsiteX632" fmla="*/ 27622 w 1085850"/>
                <a:gd name="connsiteY632" fmla="*/ 358521 h 752475"/>
                <a:gd name="connsiteX633" fmla="*/ 26956 w 1085850"/>
                <a:gd name="connsiteY633" fmla="*/ 360426 h 752475"/>
                <a:gd name="connsiteX634" fmla="*/ 23336 w 1085850"/>
                <a:gd name="connsiteY634" fmla="*/ 366998 h 752475"/>
                <a:gd name="connsiteX635" fmla="*/ 22384 w 1085850"/>
                <a:gd name="connsiteY635" fmla="*/ 369475 h 752475"/>
                <a:gd name="connsiteX636" fmla="*/ 22193 w 1085850"/>
                <a:gd name="connsiteY636" fmla="*/ 370713 h 752475"/>
                <a:gd name="connsiteX637" fmla="*/ 22193 w 1085850"/>
                <a:gd name="connsiteY637" fmla="*/ 372046 h 752475"/>
                <a:gd name="connsiteX638" fmla="*/ 22955 w 1085850"/>
                <a:gd name="connsiteY638" fmla="*/ 375571 h 752475"/>
                <a:gd name="connsiteX639" fmla="*/ 22955 w 1085850"/>
                <a:gd name="connsiteY639" fmla="*/ 376904 h 752475"/>
                <a:gd name="connsiteX640" fmla="*/ 22574 w 1085850"/>
                <a:gd name="connsiteY640" fmla="*/ 378428 h 752475"/>
                <a:gd name="connsiteX641" fmla="*/ 20860 w 1085850"/>
                <a:gd name="connsiteY641" fmla="*/ 380524 h 752475"/>
                <a:gd name="connsiteX642" fmla="*/ 20383 w 1085850"/>
                <a:gd name="connsiteY642" fmla="*/ 381476 h 752475"/>
                <a:gd name="connsiteX643" fmla="*/ 20383 w 1085850"/>
                <a:gd name="connsiteY643" fmla="*/ 382524 h 752475"/>
                <a:gd name="connsiteX644" fmla="*/ 21146 w 1085850"/>
                <a:gd name="connsiteY644" fmla="*/ 383572 h 752475"/>
                <a:gd name="connsiteX645" fmla="*/ 22098 w 1085850"/>
                <a:gd name="connsiteY645" fmla="*/ 384238 h 752475"/>
                <a:gd name="connsiteX646" fmla="*/ 23146 w 1085850"/>
                <a:gd name="connsiteY646" fmla="*/ 384810 h 752475"/>
                <a:gd name="connsiteX647" fmla="*/ 24098 w 1085850"/>
                <a:gd name="connsiteY647" fmla="*/ 385477 h 752475"/>
                <a:gd name="connsiteX648" fmla="*/ 24575 w 1085850"/>
                <a:gd name="connsiteY648" fmla="*/ 386334 h 752475"/>
                <a:gd name="connsiteX649" fmla="*/ 24479 w 1085850"/>
                <a:gd name="connsiteY649" fmla="*/ 387572 h 752475"/>
                <a:gd name="connsiteX650" fmla="*/ 24098 w 1085850"/>
                <a:gd name="connsiteY650" fmla="*/ 388239 h 752475"/>
                <a:gd name="connsiteX651" fmla="*/ 23527 w 1085850"/>
                <a:gd name="connsiteY651" fmla="*/ 388906 h 752475"/>
                <a:gd name="connsiteX652" fmla="*/ 14668 w 1085850"/>
                <a:gd name="connsiteY652" fmla="*/ 394430 h 752475"/>
                <a:gd name="connsiteX653" fmla="*/ 11239 w 1085850"/>
                <a:gd name="connsiteY653" fmla="*/ 395764 h 752475"/>
                <a:gd name="connsiteX654" fmla="*/ 6096 w 1085850"/>
                <a:gd name="connsiteY654" fmla="*/ 397097 h 752475"/>
                <a:gd name="connsiteX655" fmla="*/ 5239 w 1085850"/>
                <a:gd name="connsiteY655" fmla="*/ 397478 h 752475"/>
                <a:gd name="connsiteX656" fmla="*/ 4477 w 1085850"/>
                <a:gd name="connsiteY656" fmla="*/ 397955 h 752475"/>
                <a:gd name="connsiteX657" fmla="*/ 3905 w 1085850"/>
                <a:gd name="connsiteY657" fmla="*/ 398812 h 752475"/>
                <a:gd name="connsiteX658" fmla="*/ 3619 w 1085850"/>
                <a:gd name="connsiteY658" fmla="*/ 399764 h 752475"/>
                <a:gd name="connsiteX659" fmla="*/ 3524 w 1085850"/>
                <a:gd name="connsiteY659" fmla="*/ 400812 h 752475"/>
                <a:gd name="connsiteX660" fmla="*/ 3905 w 1085850"/>
                <a:gd name="connsiteY660" fmla="*/ 403384 h 752475"/>
                <a:gd name="connsiteX661" fmla="*/ 4000 w 1085850"/>
                <a:gd name="connsiteY661" fmla="*/ 404813 h 752475"/>
                <a:gd name="connsiteX662" fmla="*/ 3810 w 1085850"/>
                <a:gd name="connsiteY662" fmla="*/ 406146 h 752475"/>
                <a:gd name="connsiteX663" fmla="*/ 3429 w 1085850"/>
                <a:gd name="connsiteY663" fmla="*/ 407098 h 752475"/>
                <a:gd name="connsiteX664" fmla="*/ 3048 w 1085850"/>
                <a:gd name="connsiteY664" fmla="*/ 407575 h 752475"/>
                <a:gd name="connsiteX665" fmla="*/ 2191 w 1085850"/>
                <a:gd name="connsiteY665" fmla="*/ 408527 h 752475"/>
                <a:gd name="connsiteX666" fmla="*/ 1905 w 1085850"/>
                <a:gd name="connsiteY666" fmla="*/ 408908 h 752475"/>
                <a:gd name="connsiteX667" fmla="*/ 1619 w 1085850"/>
                <a:gd name="connsiteY667" fmla="*/ 409480 h 752475"/>
                <a:gd name="connsiteX668" fmla="*/ 1524 w 1085850"/>
                <a:gd name="connsiteY668" fmla="*/ 410242 h 752475"/>
                <a:gd name="connsiteX669" fmla="*/ 1524 w 1085850"/>
                <a:gd name="connsiteY669" fmla="*/ 411385 h 752475"/>
                <a:gd name="connsiteX670" fmla="*/ 2762 w 1085850"/>
                <a:gd name="connsiteY670" fmla="*/ 413671 h 752475"/>
                <a:gd name="connsiteX671" fmla="*/ 4572 w 1085850"/>
                <a:gd name="connsiteY671" fmla="*/ 416338 h 752475"/>
                <a:gd name="connsiteX672" fmla="*/ 8382 w 1085850"/>
                <a:gd name="connsiteY672" fmla="*/ 420814 h 752475"/>
                <a:gd name="connsiteX673" fmla="*/ 10001 w 1085850"/>
                <a:gd name="connsiteY673" fmla="*/ 423196 h 752475"/>
                <a:gd name="connsiteX674" fmla="*/ 10858 w 1085850"/>
                <a:gd name="connsiteY674" fmla="*/ 425005 h 752475"/>
                <a:gd name="connsiteX675" fmla="*/ 11049 w 1085850"/>
                <a:gd name="connsiteY675" fmla="*/ 426339 h 752475"/>
                <a:gd name="connsiteX676" fmla="*/ 11049 w 1085850"/>
                <a:gd name="connsiteY676" fmla="*/ 427768 h 752475"/>
                <a:gd name="connsiteX677" fmla="*/ 10477 w 1085850"/>
                <a:gd name="connsiteY677" fmla="*/ 431673 h 752475"/>
                <a:gd name="connsiteX678" fmla="*/ 10001 w 1085850"/>
                <a:gd name="connsiteY678" fmla="*/ 434150 h 752475"/>
                <a:gd name="connsiteX679" fmla="*/ 10001 w 1085850"/>
                <a:gd name="connsiteY679" fmla="*/ 435292 h 752475"/>
                <a:gd name="connsiteX680" fmla="*/ 10192 w 1085850"/>
                <a:gd name="connsiteY680" fmla="*/ 436340 h 752475"/>
                <a:gd name="connsiteX681" fmla="*/ 10668 w 1085850"/>
                <a:gd name="connsiteY681" fmla="*/ 437102 h 752475"/>
                <a:gd name="connsiteX682" fmla="*/ 11811 w 1085850"/>
                <a:gd name="connsiteY682" fmla="*/ 437864 h 752475"/>
                <a:gd name="connsiteX683" fmla="*/ 13906 w 1085850"/>
                <a:gd name="connsiteY683" fmla="*/ 438436 h 752475"/>
                <a:gd name="connsiteX684" fmla="*/ 16764 w 1085850"/>
                <a:gd name="connsiteY684" fmla="*/ 438531 h 752475"/>
                <a:gd name="connsiteX685" fmla="*/ 23146 w 1085850"/>
                <a:gd name="connsiteY685" fmla="*/ 438055 h 752475"/>
                <a:gd name="connsiteX686" fmla="*/ 26003 w 1085850"/>
                <a:gd name="connsiteY686" fmla="*/ 438340 h 752475"/>
                <a:gd name="connsiteX687" fmla="*/ 27432 w 1085850"/>
                <a:gd name="connsiteY687" fmla="*/ 438817 h 752475"/>
                <a:gd name="connsiteX688" fmla="*/ 28194 w 1085850"/>
                <a:gd name="connsiteY688" fmla="*/ 439198 h 752475"/>
                <a:gd name="connsiteX689" fmla="*/ 29813 w 1085850"/>
                <a:gd name="connsiteY689" fmla="*/ 441198 h 752475"/>
                <a:gd name="connsiteX690" fmla="*/ 31147 w 1085850"/>
                <a:gd name="connsiteY690" fmla="*/ 447008 h 752475"/>
                <a:gd name="connsiteX691" fmla="*/ 30099 w 1085850"/>
                <a:gd name="connsiteY691" fmla="*/ 450342 h 752475"/>
                <a:gd name="connsiteX692" fmla="*/ 28194 w 1085850"/>
                <a:gd name="connsiteY692" fmla="*/ 452818 h 752475"/>
                <a:gd name="connsiteX693" fmla="*/ 23050 w 1085850"/>
                <a:gd name="connsiteY693" fmla="*/ 457390 h 752475"/>
                <a:gd name="connsiteX694" fmla="*/ 22574 w 1085850"/>
                <a:gd name="connsiteY694" fmla="*/ 458152 h 752475"/>
                <a:gd name="connsiteX695" fmla="*/ 22384 w 1085850"/>
                <a:gd name="connsiteY695" fmla="*/ 458724 h 752475"/>
                <a:gd name="connsiteX696" fmla="*/ 22479 w 1085850"/>
                <a:gd name="connsiteY696" fmla="*/ 459676 h 752475"/>
                <a:gd name="connsiteX697" fmla="*/ 22765 w 1085850"/>
                <a:gd name="connsiteY697" fmla="*/ 460629 h 752475"/>
                <a:gd name="connsiteX698" fmla="*/ 23146 w 1085850"/>
                <a:gd name="connsiteY698" fmla="*/ 461486 h 752475"/>
                <a:gd name="connsiteX699" fmla="*/ 23717 w 1085850"/>
                <a:gd name="connsiteY699" fmla="*/ 462248 h 752475"/>
                <a:gd name="connsiteX700" fmla="*/ 24479 w 1085850"/>
                <a:gd name="connsiteY700" fmla="*/ 462820 h 752475"/>
                <a:gd name="connsiteX701" fmla="*/ 25336 w 1085850"/>
                <a:gd name="connsiteY701" fmla="*/ 463677 h 752475"/>
                <a:gd name="connsiteX702" fmla="*/ 26098 w 1085850"/>
                <a:gd name="connsiteY702" fmla="*/ 464820 h 752475"/>
                <a:gd name="connsiteX703" fmla="*/ 28384 w 1085850"/>
                <a:gd name="connsiteY703" fmla="*/ 475297 h 752475"/>
                <a:gd name="connsiteX704" fmla="*/ 28861 w 1085850"/>
                <a:gd name="connsiteY704" fmla="*/ 479965 h 752475"/>
                <a:gd name="connsiteX705" fmla="*/ 28480 w 1085850"/>
                <a:gd name="connsiteY705" fmla="*/ 486346 h 752475"/>
                <a:gd name="connsiteX706" fmla="*/ 28575 w 1085850"/>
                <a:gd name="connsiteY706" fmla="*/ 488061 h 752475"/>
                <a:gd name="connsiteX707" fmla="*/ 28765 w 1085850"/>
                <a:gd name="connsiteY707" fmla="*/ 489394 h 752475"/>
                <a:gd name="connsiteX708" fmla="*/ 29051 w 1085850"/>
                <a:gd name="connsiteY708" fmla="*/ 489871 h 752475"/>
                <a:gd name="connsiteX709" fmla="*/ 29432 w 1085850"/>
                <a:gd name="connsiteY709" fmla="*/ 490252 h 752475"/>
                <a:gd name="connsiteX710" fmla="*/ 29813 w 1085850"/>
                <a:gd name="connsiteY710" fmla="*/ 490442 h 752475"/>
                <a:gd name="connsiteX711" fmla="*/ 31147 w 1085850"/>
                <a:gd name="connsiteY711" fmla="*/ 490728 h 752475"/>
                <a:gd name="connsiteX712" fmla="*/ 31813 w 1085850"/>
                <a:gd name="connsiteY712" fmla="*/ 491109 h 752475"/>
                <a:gd name="connsiteX713" fmla="*/ 32385 w 1085850"/>
                <a:gd name="connsiteY713" fmla="*/ 491776 h 752475"/>
                <a:gd name="connsiteX714" fmla="*/ 32766 w 1085850"/>
                <a:gd name="connsiteY714" fmla="*/ 493014 h 752475"/>
                <a:gd name="connsiteX715" fmla="*/ 32671 w 1085850"/>
                <a:gd name="connsiteY715" fmla="*/ 494252 h 752475"/>
                <a:gd name="connsiteX716" fmla="*/ 32290 w 1085850"/>
                <a:gd name="connsiteY716" fmla="*/ 495205 h 752475"/>
                <a:gd name="connsiteX717" fmla="*/ 31147 w 1085850"/>
                <a:gd name="connsiteY717" fmla="*/ 496919 h 752475"/>
                <a:gd name="connsiteX718" fmla="*/ 30671 w 1085850"/>
                <a:gd name="connsiteY718" fmla="*/ 498158 h 752475"/>
                <a:gd name="connsiteX719" fmla="*/ 28765 w 1085850"/>
                <a:gd name="connsiteY719" fmla="*/ 507016 h 752475"/>
                <a:gd name="connsiteX720" fmla="*/ 28099 w 1085850"/>
                <a:gd name="connsiteY720" fmla="*/ 509588 h 752475"/>
                <a:gd name="connsiteX721" fmla="*/ 27622 w 1085850"/>
                <a:gd name="connsiteY721" fmla="*/ 510254 h 752475"/>
                <a:gd name="connsiteX722" fmla="*/ 25622 w 1085850"/>
                <a:gd name="connsiteY722" fmla="*/ 512159 h 752475"/>
                <a:gd name="connsiteX723" fmla="*/ 24289 w 1085850"/>
                <a:gd name="connsiteY723" fmla="*/ 513874 h 752475"/>
                <a:gd name="connsiteX724" fmla="*/ 23622 w 1085850"/>
                <a:gd name="connsiteY724" fmla="*/ 514350 h 752475"/>
                <a:gd name="connsiteX725" fmla="*/ 22574 w 1085850"/>
                <a:gd name="connsiteY725" fmla="*/ 514636 h 752475"/>
                <a:gd name="connsiteX726" fmla="*/ 20574 w 1085850"/>
                <a:gd name="connsiteY726" fmla="*/ 514731 h 752475"/>
                <a:gd name="connsiteX727" fmla="*/ 19621 w 1085850"/>
                <a:gd name="connsiteY727" fmla="*/ 514826 h 752475"/>
                <a:gd name="connsiteX728" fmla="*/ 18764 w 1085850"/>
                <a:gd name="connsiteY728" fmla="*/ 515207 h 752475"/>
                <a:gd name="connsiteX729" fmla="*/ 17812 w 1085850"/>
                <a:gd name="connsiteY729" fmla="*/ 516064 h 752475"/>
                <a:gd name="connsiteX730" fmla="*/ 16954 w 1085850"/>
                <a:gd name="connsiteY730" fmla="*/ 517303 h 752475"/>
                <a:gd name="connsiteX731" fmla="*/ 16097 w 1085850"/>
                <a:gd name="connsiteY731" fmla="*/ 519684 h 752475"/>
                <a:gd name="connsiteX732" fmla="*/ 16002 w 1085850"/>
                <a:gd name="connsiteY732" fmla="*/ 521494 h 752475"/>
                <a:gd name="connsiteX733" fmla="*/ 16383 w 1085850"/>
                <a:gd name="connsiteY733" fmla="*/ 523113 h 752475"/>
                <a:gd name="connsiteX734" fmla="*/ 17812 w 1085850"/>
                <a:gd name="connsiteY734" fmla="*/ 525685 h 752475"/>
                <a:gd name="connsiteX735" fmla="*/ 18288 w 1085850"/>
                <a:gd name="connsiteY735" fmla="*/ 526923 h 752475"/>
                <a:gd name="connsiteX736" fmla="*/ 18859 w 1085850"/>
                <a:gd name="connsiteY736" fmla="*/ 528542 h 752475"/>
                <a:gd name="connsiteX737" fmla="*/ 19621 w 1085850"/>
                <a:gd name="connsiteY737" fmla="*/ 530257 h 752475"/>
                <a:gd name="connsiteX738" fmla="*/ 24479 w 1085850"/>
                <a:gd name="connsiteY738" fmla="*/ 537305 h 752475"/>
                <a:gd name="connsiteX739" fmla="*/ 26098 w 1085850"/>
                <a:gd name="connsiteY739" fmla="*/ 538925 h 752475"/>
                <a:gd name="connsiteX740" fmla="*/ 26860 w 1085850"/>
                <a:gd name="connsiteY740" fmla="*/ 539401 h 752475"/>
                <a:gd name="connsiteX741" fmla="*/ 28384 w 1085850"/>
                <a:gd name="connsiteY741" fmla="*/ 539782 h 752475"/>
                <a:gd name="connsiteX742" fmla="*/ 29242 w 1085850"/>
                <a:gd name="connsiteY742" fmla="*/ 540163 h 752475"/>
                <a:gd name="connsiteX743" fmla="*/ 35338 w 1085850"/>
                <a:gd name="connsiteY743" fmla="*/ 545592 h 752475"/>
                <a:gd name="connsiteX744" fmla="*/ 36100 w 1085850"/>
                <a:gd name="connsiteY744" fmla="*/ 546449 h 752475"/>
                <a:gd name="connsiteX745" fmla="*/ 36481 w 1085850"/>
                <a:gd name="connsiteY745" fmla="*/ 547688 h 752475"/>
                <a:gd name="connsiteX746" fmla="*/ 36481 w 1085850"/>
                <a:gd name="connsiteY746" fmla="*/ 549211 h 752475"/>
                <a:gd name="connsiteX747" fmla="*/ 36290 w 1085850"/>
                <a:gd name="connsiteY747" fmla="*/ 551021 h 752475"/>
                <a:gd name="connsiteX748" fmla="*/ 36481 w 1085850"/>
                <a:gd name="connsiteY748" fmla="*/ 552069 h 752475"/>
                <a:gd name="connsiteX749" fmla="*/ 37147 w 1085850"/>
                <a:gd name="connsiteY749" fmla="*/ 552831 h 752475"/>
                <a:gd name="connsiteX750" fmla="*/ 39338 w 1085850"/>
                <a:gd name="connsiteY750" fmla="*/ 553879 h 752475"/>
                <a:gd name="connsiteX751" fmla="*/ 40576 w 1085850"/>
                <a:gd name="connsiteY751" fmla="*/ 554546 h 752475"/>
                <a:gd name="connsiteX752" fmla="*/ 41338 w 1085850"/>
                <a:gd name="connsiteY752" fmla="*/ 555879 h 752475"/>
                <a:gd name="connsiteX753" fmla="*/ 42005 w 1085850"/>
                <a:gd name="connsiteY753" fmla="*/ 558451 h 752475"/>
                <a:gd name="connsiteX754" fmla="*/ 42291 w 1085850"/>
                <a:gd name="connsiteY754" fmla="*/ 561404 h 752475"/>
                <a:gd name="connsiteX755" fmla="*/ 42672 w 1085850"/>
                <a:gd name="connsiteY755" fmla="*/ 562927 h 752475"/>
                <a:gd name="connsiteX756" fmla="*/ 43148 w 1085850"/>
                <a:gd name="connsiteY756" fmla="*/ 563975 h 752475"/>
                <a:gd name="connsiteX757" fmla="*/ 43625 w 1085850"/>
                <a:gd name="connsiteY757" fmla="*/ 564547 h 752475"/>
                <a:gd name="connsiteX758" fmla="*/ 44196 w 1085850"/>
                <a:gd name="connsiteY758" fmla="*/ 564928 h 752475"/>
                <a:gd name="connsiteX759" fmla="*/ 44958 w 1085850"/>
                <a:gd name="connsiteY759" fmla="*/ 565309 h 752475"/>
                <a:gd name="connsiteX760" fmla="*/ 48101 w 1085850"/>
                <a:gd name="connsiteY760" fmla="*/ 566452 h 752475"/>
                <a:gd name="connsiteX761" fmla="*/ 49911 w 1085850"/>
                <a:gd name="connsiteY761" fmla="*/ 566833 h 752475"/>
                <a:gd name="connsiteX762" fmla="*/ 51625 w 1085850"/>
                <a:gd name="connsiteY762" fmla="*/ 566833 h 752475"/>
                <a:gd name="connsiteX763" fmla="*/ 52864 w 1085850"/>
                <a:gd name="connsiteY763" fmla="*/ 567214 h 752475"/>
                <a:gd name="connsiteX764" fmla="*/ 56388 w 1085850"/>
                <a:gd name="connsiteY764" fmla="*/ 569023 h 752475"/>
                <a:gd name="connsiteX765" fmla="*/ 57150 w 1085850"/>
                <a:gd name="connsiteY765" fmla="*/ 569690 h 752475"/>
                <a:gd name="connsiteX766" fmla="*/ 57912 w 1085850"/>
                <a:gd name="connsiteY766" fmla="*/ 570738 h 752475"/>
                <a:gd name="connsiteX767" fmla="*/ 58769 w 1085850"/>
                <a:gd name="connsiteY767" fmla="*/ 572643 h 752475"/>
                <a:gd name="connsiteX768" fmla="*/ 60198 w 1085850"/>
                <a:gd name="connsiteY768" fmla="*/ 574834 h 752475"/>
                <a:gd name="connsiteX769" fmla="*/ 60960 w 1085850"/>
                <a:gd name="connsiteY769" fmla="*/ 575786 h 752475"/>
                <a:gd name="connsiteX770" fmla="*/ 61246 w 1085850"/>
                <a:gd name="connsiteY770" fmla="*/ 576263 h 752475"/>
                <a:gd name="connsiteX771" fmla="*/ 61341 w 1085850"/>
                <a:gd name="connsiteY771" fmla="*/ 576453 h 752475"/>
                <a:gd name="connsiteX772" fmla="*/ 61246 w 1085850"/>
                <a:gd name="connsiteY772" fmla="*/ 577215 h 752475"/>
                <a:gd name="connsiteX773" fmla="*/ 60674 w 1085850"/>
                <a:gd name="connsiteY773" fmla="*/ 579215 h 752475"/>
                <a:gd name="connsiteX774" fmla="*/ 60484 w 1085850"/>
                <a:gd name="connsiteY774" fmla="*/ 580834 h 752475"/>
                <a:gd name="connsiteX775" fmla="*/ 60674 w 1085850"/>
                <a:gd name="connsiteY775" fmla="*/ 583025 h 752475"/>
                <a:gd name="connsiteX776" fmla="*/ 61055 w 1085850"/>
                <a:gd name="connsiteY776" fmla="*/ 584644 h 752475"/>
                <a:gd name="connsiteX777" fmla="*/ 61531 w 1085850"/>
                <a:gd name="connsiteY777" fmla="*/ 585883 h 752475"/>
                <a:gd name="connsiteX778" fmla="*/ 64579 w 1085850"/>
                <a:gd name="connsiteY778" fmla="*/ 590931 h 752475"/>
                <a:gd name="connsiteX779" fmla="*/ 66103 w 1085850"/>
                <a:gd name="connsiteY779" fmla="*/ 593026 h 752475"/>
                <a:gd name="connsiteX780" fmla="*/ 67056 w 1085850"/>
                <a:gd name="connsiteY780" fmla="*/ 593979 h 752475"/>
                <a:gd name="connsiteX781" fmla="*/ 68199 w 1085850"/>
                <a:gd name="connsiteY781" fmla="*/ 595027 h 752475"/>
                <a:gd name="connsiteX782" fmla="*/ 69532 w 1085850"/>
                <a:gd name="connsiteY782" fmla="*/ 595979 h 752475"/>
                <a:gd name="connsiteX783" fmla="*/ 70961 w 1085850"/>
                <a:gd name="connsiteY783" fmla="*/ 596646 h 752475"/>
                <a:gd name="connsiteX784" fmla="*/ 73914 w 1085850"/>
                <a:gd name="connsiteY784" fmla="*/ 597122 h 752475"/>
                <a:gd name="connsiteX785" fmla="*/ 75057 w 1085850"/>
                <a:gd name="connsiteY785" fmla="*/ 597122 h 752475"/>
                <a:gd name="connsiteX786" fmla="*/ 77914 w 1085850"/>
                <a:gd name="connsiteY786" fmla="*/ 596551 h 752475"/>
                <a:gd name="connsiteX787" fmla="*/ 79057 w 1085850"/>
                <a:gd name="connsiteY787" fmla="*/ 596646 h 752475"/>
                <a:gd name="connsiteX788" fmla="*/ 80010 w 1085850"/>
                <a:gd name="connsiteY788" fmla="*/ 597218 h 752475"/>
                <a:gd name="connsiteX789" fmla="*/ 82677 w 1085850"/>
                <a:gd name="connsiteY789" fmla="*/ 600075 h 752475"/>
                <a:gd name="connsiteX790" fmla="*/ 91726 w 1085850"/>
                <a:gd name="connsiteY790" fmla="*/ 606171 h 752475"/>
                <a:gd name="connsiteX791" fmla="*/ 97917 w 1085850"/>
                <a:gd name="connsiteY791" fmla="*/ 609219 h 752475"/>
                <a:gd name="connsiteX792" fmla="*/ 99727 w 1085850"/>
                <a:gd name="connsiteY792" fmla="*/ 609886 h 752475"/>
                <a:gd name="connsiteX793" fmla="*/ 104394 w 1085850"/>
                <a:gd name="connsiteY793" fmla="*/ 610648 h 752475"/>
                <a:gd name="connsiteX794" fmla="*/ 106966 w 1085850"/>
                <a:gd name="connsiteY794" fmla="*/ 610838 h 752475"/>
                <a:gd name="connsiteX795" fmla="*/ 109347 w 1085850"/>
                <a:gd name="connsiteY795" fmla="*/ 610743 h 752475"/>
                <a:gd name="connsiteX796" fmla="*/ 110966 w 1085850"/>
                <a:gd name="connsiteY796" fmla="*/ 610172 h 752475"/>
                <a:gd name="connsiteX797" fmla="*/ 112395 w 1085850"/>
                <a:gd name="connsiteY797" fmla="*/ 609409 h 752475"/>
                <a:gd name="connsiteX798" fmla="*/ 113633 w 1085850"/>
                <a:gd name="connsiteY798" fmla="*/ 608362 h 752475"/>
                <a:gd name="connsiteX799" fmla="*/ 116681 w 1085850"/>
                <a:gd name="connsiteY799" fmla="*/ 604838 h 752475"/>
                <a:gd name="connsiteX800" fmla="*/ 120301 w 1085850"/>
                <a:gd name="connsiteY800" fmla="*/ 601599 h 752475"/>
                <a:gd name="connsiteX801" fmla="*/ 121063 w 1085850"/>
                <a:gd name="connsiteY801" fmla="*/ 601313 h 752475"/>
                <a:gd name="connsiteX802" fmla="*/ 126682 w 1085850"/>
                <a:gd name="connsiteY802" fmla="*/ 601885 h 752475"/>
                <a:gd name="connsiteX803" fmla="*/ 128016 w 1085850"/>
                <a:gd name="connsiteY803" fmla="*/ 601789 h 752475"/>
                <a:gd name="connsiteX804" fmla="*/ 135255 w 1085850"/>
                <a:gd name="connsiteY804" fmla="*/ 599884 h 752475"/>
                <a:gd name="connsiteX805" fmla="*/ 136112 w 1085850"/>
                <a:gd name="connsiteY805" fmla="*/ 599313 h 752475"/>
                <a:gd name="connsiteX806" fmla="*/ 136398 w 1085850"/>
                <a:gd name="connsiteY806" fmla="*/ 598646 h 752475"/>
                <a:gd name="connsiteX807" fmla="*/ 136588 w 1085850"/>
                <a:gd name="connsiteY807" fmla="*/ 597789 h 752475"/>
                <a:gd name="connsiteX808" fmla="*/ 136779 w 1085850"/>
                <a:gd name="connsiteY808" fmla="*/ 595884 h 752475"/>
                <a:gd name="connsiteX809" fmla="*/ 136969 w 1085850"/>
                <a:gd name="connsiteY809" fmla="*/ 594931 h 752475"/>
                <a:gd name="connsiteX810" fmla="*/ 137255 w 1085850"/>
                <a:gd name="connsiteY810" fmla="*/ 594169 h 752475"/>
                <a:gd name="connsiteX811" fmla="*/ 137636 w 1085850"/>
                <a:gd name="connsiteY811" fmla="*/ 593408 h 752475"/>
                <a:gd name="connsiteX812" fmla="*/ 138113 w 1085850"/>
                <a:gd name="connsiteY812" fmla="*/ 592931 h 752475"/>
                <a:gd name="connsiteX813" fmla="*/ 138589 w 1085850"/>
                <a:gd name="connsiteY813" fmla="*/ 592550 h 752475"/>
                <a:gd name="connsiteX814" fmla="*/ 139255 w 1085850"/>
                <a:gd name="connsiteY814" fmla="*/ 592264 h 752475"/>
                <a:gd name="connsiteX815" fmla="*/ 140208 w 1085850"/>
                <a:gd name="connsiteY815" fmla="*/ 591979 h 752475"/>
                <a:gd name="connsiteX816" fmla="*/ 153924 w 1085850"/>
                <a:gd name="connsiteY816" fmla="*/ 591979 h 752475"/>
                <a:gd name="connsiteX817" fmla="*/ 154686 w 1085850"/>
                <a:gd name="connsiteY817" fmla="*/ 592169 h 752475"/>
                <a:gd name="connsiteX818" fmla="*/ 155353 w 1085850"/>
                <a:gd name="connsiteY818" fmla="*/ 592360 h 752475"/>
                <a:gd name="connsiteX819" fmla="*/ 156305 w 1085850"/>
                <a:gd name="connsiteY819" fmla="*/ 593026 h 752475"/>
                <a:gd name="connsiteX820" fmla="*/ 156781 w 1085850"/>
                <a:gd name="connsiteY820" fmla="*/ 593503 h 752475"/>
                <a:gd name="connsiteX821" fmla="*/ 156972 w 1085850"/>
                <a:gd name="connsiteY821" fmla="*/ 593979 h 752475"/>
                <a:gd name="connsiteX822" fmla="*/ 156972 w 1085850"/>
                <a:gd name="connsiteY822" fmla="*/ 594360 h 752475"/>
                <a:gd name="connsiteX823" fmla="*/ 156877 w 1085850"/>
                <a:gd name="connsiteY823" fmla="*/ 594646 h 752475"/>
                <a:gd name="connsiteX824" fmla="*/ 156591 w 1085850"/>
                <a:gd name="connsiteY824" fmla="*/ 594931 h 752475"/>
                <a:gd name="connsiteX825" fmla="*/ 156210 w 1085850"/>
                <a:gd name="connsiteY825" fmla="*/ 595313 h 752475"/>
                <a:gd name="connsiteX826" fmla="*/ 155829 w 1085850"/>
                <a:gd name="connsiteY826" fmla="*/ 595503 h 752475"/>
                <a:gd name="connsiteX827" fmla="*/ 155353 w 1085850"/>
                <a:gd name="connsiteY827" fmla="*/ 595693 h 752475"/>
                <a:gd name="connsiteX828" fmla="*/ 154876 w 1085850"/>
                <a:gd name="connsiteY828" fmla="*/ 595789 h 752475"/>
                <a:gd name="connsiteX829" fmla="*/ 154591 w 1085850"/>
                <a:gd name="connsiteY829" fmla="*/ 595979 h 752475"/>
                <a:gd name="connsiteX830" fmla="*/ 154496 w 1085850"/>
                <a:gd name="connsiteY830" fmla="*/ 596265 h 752475"/>
                <a:gd name="connsiteX831" fmla="*/ 154591 w 1085850"/>
                <a:gd name="connsiteY831" fmla="*/ 597027 h 752475"/>
                <a:gd name="connsiteX832" fmla="*/ 155162 w 1085850"/>
                <a:gd name="connsiteY832" fmla="*/ 598265 h 752475"/>
                <a:gd name="connsiteX833" fmla="*/ 163068 w 1085850"/>
                <a:gd name="connsiteY833" fmla="*/ 610743 h 752475"/>
                <a:gd name="connsiteX834" fmla="*/ 168402 w 1085850"/>
                <a:gd name="connsiteY834" fmla="*/ 616458 h 752475"/>
                <a:gd name="connsiteX835" fmla="*/ 172784 w 1085850"/>
                <a:gd name="connsiteY835" fmla="*/ 619315 h 752475"/>
                <a:gd name="connsiteX836" fmla="*/ 175546 w 1085850"/>
                <a:gd name="connsiteY836" fmla="*/ 620459 h 752475"/>
                <a:gd name="connsiteX837" fmla="*/ 182594 w 1085850"/>
                <a:gd name="connsiteY837" fmla="*/ 625697 h 752475"/>
                <a:gd name="connsiteX838" fmla="*/ 183832 w 1085850"/>
                <a:gd name="connsiteY838" fmla="*/ 626269 h 752475"/>
                <a:gd name="connsiteX839" fmla="*/ 184975 w 1085850"/>
                <a:gd name="connsiteY839" fmla="*/ 626364 h 752475"/>
                <a:gd name="connsiteX840" fmla="*/ 187261 w 1085850"/>
                <a:gd name="connsiteY840" fmla="*/ 626173 h 752475"/>
                <a:gd name="connsiteX841" fmla="*/ 188500 w 1085850"/>
                <a:gd name="connsiteY841" fmla="*/ 626269 h 752475"/>
                <a:gd name="connsiteX842" fmla="*/ 190024 w 1085850"/>
                <a:gd name="connsiteY842" fmla="*/ 627031 h 752475"/>
                <a:gd name="connsiteX843" fmla="*/ 191071 w 1085850"/>
                <a:gd name="connsiteY843" fmla="*/ 628269 h 752475"/>
                <a:gd name="connsiteX844" fmla="*/ 192119 w 1085850"/>
                <a:gd name="connsiteY844" fmla="*/ 629888 h 752475"/>
                <a:gd name="connsiteX845" fmla="*/ 193357 w 1085850"/>
                <a:gd name="connsiteY845" fmla="*/ 631317 h 752475"/>
                <a:gd name="connsiteX846" fmla="*/ 198977 w 1085850"/>
                <a:gd name="connsiteY846" fmla="*/ 636270 h 752475"/>
                <a:gd name="connsiteX847" fmla="*/ 201168 w 1085850"/>
                <a:gd name="connsiteY847" fmla="*/ 637604 h 752475"/>
                <a:gd name="connsiteX848" fmla="*/ 203168 w 1085850"/>
                <a:gd name="connsiteY848" fmla="*/ 638365 h 752475"/>
                <a:gd name="connsiteX849" fmla="*/ 204692 w 1085850"/>
                <a:gd name="connsiteY849" fmla="*/ 638461 h 752475"/>
                <a:gd name="connsiteX850" fmla="*/ 205740 w 1085850"/>
                <a:gd name="connsiteY850" fmla="*/ 638270 h 752475"/>
                <a:gd name="connsiteX851" fmla="*/ 207454 w 1085850"/>
                <a:gd name="connsiteY851" fmla="*/ 637889 h 752475"/>
                <a:gd name="connsiteX852" fmla="*/ 208407 w 1085850"/>
                <a:gd name="connsiteY852" fmla="*/ 637508 h 752475"/>
                <a:gd name="connsiteX853" fmla="*/ 209264 w 1085850"/>
                <a:gd name="connsiteY853" fmla="*/ 636842 h 752475"/>
                <a:gd name="connsiteX854" fmla="*/ 209931 w 1085850"/>
                <a:gd name="connsiteY854" fmla="*/ 636080 h 752475"/>
                <a:gd name="connsiteX855" fmla="*/ 210788 w 1085850"/>
                <a:gd name="connsiteY855" fmla="*/ 635413 h 752475"/>
                <a:gd name="connsiteX856" fmla="*/ 211836 w 1085850"/>
                <a:gd name="connsiteY856" fmla="*/ 634936 h 752475"/>
                <a:gd name="connsiteX857" fmla="*/ 213074 w 1085850"/>
                <a:gd name="connsiteY857" fmla="*/ 634651 h 752475"/>
                <a:gd name="connsiteX858" fmla="*/ 214503 w 1085850"/>
                <a:gd name="connsiteY858" fmla="*/ 634746 h 752475"/>
                <a:gd name="connsiteX859" fmla="*/ 217837 w 1085850"/>
                <a:gd name="connsiteY859" fmla="*/ 635413 h 752475"/>
                <a:gd name="connsiteX860" fmla="*/ 219551 w 1085850"/>
                <a:gd name="connsiteY860" fmla="*/ 635984 h 752475"/>
                <a:gd name="connsiteX861" fmla="*/ 220694 w 1085850"/>
                <a:gd name="connsiteY861" fmla="*/ 636460 h 752475"/>
                <a:gd name="connsiteX862" fmla="*/ 221171 w 1085850"/>
                <a:gd name="connsiteY862" fmla="*/ 636937 h 752475"/>
                <a:gd name="connsiteX863" fmla="*/ 221266 w 1085850"/>
                <a:gd name="connsiteY863" fmla="*/ 637508 h 752475"/>
                <a:gd name="connsiteX864" fmla="*/ 221171 w 1085850"/>
                <a:gd name="connsiteY864" fmla="*/ 638080 h 752475"/>
                <a:gd name="connsiteX865" fmla="*/ 220789 w 1085850"/>
                <a:gd name="connsiteY865" fmla="*/ 638747 h 752475"/>
                <a:gd name="connsiteX866" fmla="*/ 220313 w 1085850"/>
                <a:gd name="connsiteY866" fmla="*/ 639604 h 752475"/>
                <a:gd name="connsiteX867" fmla="*/ 220027 w 1085850"/>
                <a:gd name="connsiteY867" fmla="*/ 640366 h 752475"/>
                <a:gd name="connsiteX868" fmla="*/ 219932 w 1085850"/>
                <a:gd name="connsiteY868" fmla="*/ 641509 h 752475"/>
                <a:gd name="connsiteX869" fmla="*/ 221266 w 1085850"/>
                <a:gd name="connsiteY869" fmla="*/ 646652 h 752475"/>
                <a:gd name="connsiteX870" fmla="*/ 221837 w 1085850"/>
                <a:gd name="connsiteY870" fmla="*/ 647700 h 752475"/>
                <a:gd name="connsiteX871" fmla="*/ 222694 w 1085850"/>
                <a:gd name="connsiteY871" fmla="*/ 648176 h 752475"/>
                <a:gd name="connsiteX872" fmla="*/ 223552 w 1085850"/>
                <a:gd name="connsiteY872" fmla="*/ 648462 h 752475"/>
                <a:gd name="connsiteX873" fmla="*/ 224600 w 1085850"/>
                <a:gd name="connsiteY873" fmla="*/ 648367 h 752475"/>
                <a:gd name="connsiteX874" fmla="*/ 225457 w 1085850"/>
                <a:gd name="connsiteY874" fmla="*/ 648272 h 752475"/>
                <a:gd name="connsiteX875" fmla="*/ 226219 w 1085850"/>
                <a:gd name="connsiteY875" fmla="*/ 647986 h 752475"/>
                <a:gd name="connsiteX876" fmla="*/ 226981 w 1085850"/>
                <a:gd name="connsiteY876" fmla="*/ 647605 h 752475"/>
                <a:gd name="connsiteX877" fmla="*/ 228219 w 1085850"/>
                <a:gd name="connsiteY877" fmla="*/ 646652 h 752475"/>
                <a:gd name="connsiteX878" fmla="*/ 228790 w 1085850"/>
                <a:gd name="connsiteY878" fmla="*/ 646557 h 752475"/>
                <a:gd name="connsiteX879" fmla="*/ 229552 w 1085850"/>
                <a:gd name="connsiteY879" fmla="*/ 646747 h 752475"/>
                <a:gd name="connsiteX880" fmla="*/ 230314 w 1085850"/>
                <a:gd name="connsiteY880" fmla="*/ 647224 h 752475"/>
                <a:gd name="connsiteX881" fmla="*/ 231172 w 1085850"/>
                <a:gd name="connsiteY881" fmla="*/ 647605 h 752475"/>
                <a:gd name="connsiteX882" fmla="*/ 231743 w 1085850"/>
                <a:gd name="connsiteY882" fmla="*/ 647509 h 752475"/>
                <a:gd name="connsiteX883" fmla="*/ 232315 w 1085850"/>
                <a:gd name="connsiteY883" fmla="*/ 647129 h 752475"/>
                <a:gd name="connsiteX884" fmla="*/ 232981 w 1085850"/>
                <a:gd name="connsiteY884" fmla="*/ 646462 h 752475"/>
                <a:gd name="connsiteX885" fmla="*/ 233743 w 1085850"/>
                <a:gd name="connsiteY885" fmla="*/ 645985 h 752475"/>
                <a:gd name="connsiteX886" fmla="*/ 234791 w 1085850"/>
                <a:gd name="connsiteY886" fmla="*/ 645700 h 752475"/>
                <a:gd name="connsiteX887" fmla="*/ 235744 w 1085850"/>
                <a:gd name="connsiteY887" fmla="*/ 645890 h 752475"/>
                <a:gd name="connsiteX888" fmla="*/ 237744 w 1085850"/>
                <a:gd name="connsiteY888" fmla="*/ 647033 h 752475"/>
                <a:gd name="connsiteX889" fmla="*/ 238506 w 1085850"/>
                <a:gd name="connsiteY889" fmla="*/ 647129 h 752475"/>
                <a:gd name="connsiteX890" fmla="*/ 238982 w 1085850"/>
                <a:gd name="connsiteY890" fmla="*/ 646938 h 752475"/>
                <a:gd name="connsiteX891" fmla="*/ 239459 w 1085850"/>
                <a:gd name="connsiteY891" fmla="*/ 646557 h 752475"/>
                <a:gd name="connsiteX892" fmla="*/ 240125 w 1085850"/>
                <a:gd name="connsiteY892" fmla="*/ 646081 h 752475"/>
                <a:gd name="connsiteX893" fmla="*/ 241078 w 1085850"/>
                <a:gd name="connsiteY893" fmla="*/ 645890 h 752475"/>
                <a:gd name="connsiteX894" fmla="*/ 242221 w 1085850"/>
                <a:gd name="connsiteY894" fmla="*/ 645890 h 752475"/>
                <a:gd name="connsiteX895" fmla="*/ 245554 w 1085850"/>
                <a:gd name="connsiteY895" fmla="*/ 647129 h 752475"/>
                <a:gd name="connsiteX896" fmla="*/ 247078 w 1085850"/>
                <a:gd name="connsiteY896" fmla="*/ 647414 h 752475"/>
                <a:gd name="connsiteX897" fmla="*/ 248888 w 1085850"/>
                <a:gd name="connsiteY897" fmla="*/ 647509 h 752475"/>
                <a:gd name="connsiteX898" fmla="*/ 249841 w 1085850"/>
                <a:gd name="connsiteY898" fmla="*/ 647509 h 752475"/>
                <a:gd name="connsiteX899" fmla="*/ 256889 w 1085850"/>
                <a:gd name="connsiteY899" fmla="*/ 648652 h 752475"/>
                <a:gd name="connsiteX900" fmla="*/ 263080 w 1085850"/>
                <a:gd name="connsiteY900" fmla="*/ 646747 h 752475"/>
                <a:gd name="connsiteX901" fmla="*/ 272891 w 1085850"/>
                <a:gd name="connsiteY901" fmla="*/ 649700 h 752475"/>
                <a:gd name="connsiteX902" fmla="*/ 277463 w 1085850"/>
                <a:gd name="connsiteY902" fmla="*/ 649891 h 752475"/>
                <a:gd name="connsiteX903" fmla="*/ 278987 w 1085850"/>
                <a:gd name="connsiteY903" fmla="*/ 649700 h 752475"/>
                <a:gd name="connsiteX904" fmla="*/ 283750 w 1085850"/>
                <a:gd name="connsiteY904" fmla="*/ 648367 h 752475"/>
                <a:gd name="connsiteX905" fmla="*/ 284702 w 1085850"/>
                <a:gd name="connsiteY905" fmla="*/ 648557 h 752475"/>
                <a:gd name="connsiteX906" fmla="*/ 285369 w 1085850"/>
                <a:gd name="connsiteY906" fmla="*/ 649224 h 752475"/>
                <a:gd name="connsiteX907" fmla="*/ 285845 w 1085850"/>
                <a:gd name="connsiteY907" fmla="*/ 650938 h 752475"/>
                <a:gd name="connsiteX908" fmla="*/ 286226 w 1085850"/>
                <a:gd name="connsiteY908" fmla="*/ 652653 h 752475"/>
                <a:gd name="connsiteX909" fmla="*/ 286798 w 1085850"/>
                <a:gd name="connsiteY909" fmla="*/ 654558 h 752475"/>
                <a:gd name="connsiteX910" fmla="*/ 287369 w 1085850"/>
                <a:gd name="connsiteY910" fmla="*/ 655892 h 752475"/>
                <a:gd name="connsiteX911" fmla="*/ 288417 w 1085850"/>
                <a:gd name="connsiteY911" fmla="*/ 656939 h 752475"/>
                <a:gd name="connsiteX912" fmla="*/ 289179 w 1085850"/>
                <a:gd name="connsiteY912" fmla="*/ 657034 h 752475"/>
                <a:gd name="connsiteX913" fmla="*/ 289846 w 1085850"/>
                <a:gd name="connsiteY913" fmla="*/ 656654 h 752475"/>
                <a:gd name="connsiteX914" fmla="*/ 290513 w 1085850"/>
                <a:gd name="connsiteY914" fmla="*/ 656082 h 752475"/>
                <a:gd name="connsiteX915" fmla="*/ 291465 w 1085850"/>
                <a:gd name="connsiteY915" fmla="*/ 655701 h 752475"/>
                <a:gd name="connsiteX916" fmla="*/ 297656 w 1085850"/>
                <a:gd name="connsiteY916" fmla="*/ 655415 h 752475"/>
                <a:gd name="connsiteX917" fmla="*/ 300514 w 1085850"/>
                <a:gd name="connsiteY917" fmla="*/ 655606 h 752475"/>
                <a:gd name="connsiteX918" fmla="*/ 302419 w 1085850"/>
                <a:gd name="connsiteY918" fmla="*/ 656272 h 752475"/>
                <a:gd name="connsiteX919" fmla="*/ 309277 w 1085850"/>
                <a:gd name="connsiteY919" fmla="*/ 660940 h 752475"/>
                <a:gd name="connsiteX920" fmla="*/ 312515 w 1085850"/>
                <a:gd name="connsiteY920" fmla="*/ 663988 h 752475"/>
                <a:gd name="connsiteX921" fmla="*/ 313849 w 1085850"/>
                <a:gd name="connsiteY921" fmla="*/ 664845 h 752475"/>
                <a:gd name="connsiteX922" fmla="*/ 315468 w 1085850"/>
                <a:gd name="connsiteY922" fmla="*/ 665131 h 752475"/>
                <a:gd name="connsiteX923" fmla="*/ 319088 w 1085850"/>
                <a:gd name="connsiteY923" fmla="*/ 664750 h 752475"/>
                <a:gd name="connsiteX924" fmla="*/ 320326 w 1085850"/>
                <a:gd name="connsiteY924" fmla="*/ 665321 h 752475"/>
                <a:gd name="connsiteX925" fmla="*/ 321088 w 1085850"/>
                <a:gd name="connsiteY925" fmla="*/ 666655 h 752475"/>
                <a:gd name="connsiteX926" fmla="*/ 321755 w 1085850"/>
                <a:gd name="connsiteY926" fmla="*/ 668179 h 752475"/>
                <a:gd name="connsiteX927" fmla="*/ 322897 w 1085850"/>
                <a:gd name="connsiteY927" fmla="*/ 669608 h 752475"/>
                <a:gd name="connsiteX928" fmla="*/ 324421 w 1085850"/>
                <a:gd name="connsiteY928" fmla="*/ 669988 h 752475"/>
                <a:gd name="connsiteX929" fmla="*/ 325660 w 1085850"/>
                <a:gd name="connsiteY929" fmla="*/ 669798 h 752475"/>
                <a:gd name="connsiteX930" fmla="*/ 327660 w 1085850"/>
                <a:gd name="connsiteY930" fmla="*/ 668655 h 752475"/>
                <a:gd name="connsiteX931" fmla="*/ 329565 w 1085850"/>
                <a:gd name="connsiteY931" fmla="*/ 666940 h 752475"/>
                <a:gd name="connsiteX932" fmla="*/ 332613 w 1085850"/>
                <a:gd name="connsiteY932" fmla="*/ 665226 h 752475"/>
                <a:gd name="connsiteX933" fmla="*/ 336423 w 1085850"/>
                <a:gd name="connsiteY933" fmla="*/ 664369 h 752475"/>
                <a:gd name="connsiteX934" fmla="*/ 343567 w 1085850"/>
                <a:gd name="connsiteY934" fmla="*/ 664464 h 752475"/>
                <a:gd name="connsiteX935" fmla="*/ 346900 w 1085850"/>
                <a:gd name="connsiteY935" fmla="*/ 665131 h 752475"/>
                <a:gd name="connsiteX936" fmla="*/ 348996 w 1085850"/>
                <a:gd name="connsiteY936" fmla="*/ 666179 h 752475"/>
                <a:gd name="connsiteX937" fmla="*/ 351663 w 1085850"/>
                <a:gd name="connsiteY937" fmla="*/ 670274 h 752475"/>
                <a:gd name="connsiteX938" fmla="*/ 352996 w 1085850"/>
                <a:gd name="connsiteY938" fmla="*/ 671322 h 752475"/>
                <a:gd name="connsiteX939" fmla="*/ 354997 w 1085850"/>
                <a:gd name="connsiteY939" fmla="*/ 671798 h 752475"/>
                <a:gd name="connsiteX940" fmla="*/ 356997 w 1085850"/>
                <a:gd name="connsiteY940" fmla="*/ 671417 h 752475"/>
                <a:gd name="connsiteX941" fmla="*/ 357378 w 1085850"/>
                <a:gd name="connsiteY941" fmla="*/ 671227 h 752475"/>
                <a:gd name="connsiteX942" fmla="*/ 357664 w 1085850"/>
                <a:gd name="connsiteY942" fmla="*/ 671036 h 752475"/>
                <a:gd name="connsiteX943" fmla="*/ 358521 w 1085850"/>
                <a:gd name="connsiteY943" fmla="*/ 670560 h 752475"/>
                <a:gd name="connsiteX944" fmla="*/ 359283 w 1085850"/>
                <a:gd name="connsiteY944" fmla="*/ 670465 h 752475"/>
                <a:gd name="connsiteX945" fmla="*/ 361093 w 1085850"/>
                <a:gd name="connsiteY945" fmla="*/ 671608 h 752475"/>
                <a:gd name="connsiteX946" fmla="*/ 365188 w 1085850"/>
                <a:gd name="connsiteY946" fmla="*/ 673132 h 752475"/>
                <a:gd name="connsiteX947" fmla="*/ 373666 w 1085850"/>
                <a:gd name="connsiteY947" fmla="*/ 673418 h 752475"/>
                <a:gd name="connsiteX948" fmla="*/ 375571 w 1085850"/>
                <a:gd name="connsiteY948" fmla="*/ 672465 h 752475"/>
                <a:gd name="connsiteX949" fmla="*/ 376618 w 1085850"/>
                <a:gd name="connsiteY949" fmla="*/ 671798 h 752475"/>
                <a:gd name="connsiteX950" fmla="*/ 376904 w 1085850"/>
                <a:gd name="connsiteY950" fmla="*/ 671417 h 752475"/>
                <a:gd name="connsiteX951" fmla="*/ 377095 w 1085850"/>
                <a:gd name="connsiteY951" fmla="*/ 671036 h 752475"/>
                <a:gd name="connsiteX952" fmla="*/ 377666 w 1085850"/>
                <a:gd name="connsiteY952" fmla="*/ 670369 h 752475"/>
                <a:gd name="connsiteX953" fmla="*/ 379095 w 1085850"/>
                <a:gd name="connsiteY953" fmla="*/ 669226 h 752475"/>
                <a:gd name="connsiteX954" fmla="*/ 381476 w 1085850"/>
                <a:gd name="connsiteY954" fmla="*/ 668560 h 752475"/>
                <a:gd name="connsiteX955" fmla="*/ 390144 w 1085850"/>
                <a:gd name="connsiteY955" fmla="*/ 667512 h 752475"/>
                <a:gd name="connsiteX956" fmla="*/ 391573 w 1085850"/>
                <a:gd name="connsiteY956" fmla="*/ 666655 h 752475"/>
                <a:gd name="connsiteX957" fmla="*/ 392430 w 1085850"/>
                <a:gd name="connsiteY957" fmla="*/ 665226 h 752475"/>
                <a:gd name="connsiteX958" fmla="*/ 392621 w 1085850"/>
                <a:gd name="connsiteY958" fmla="*/ 663702 h 752475"/>
                <a:gd name="connsiteX959" fmla="*/ 392716 w 1085850"/>
                <a:gd name="connsiteY959" fmla="*/ 662178 h 752475"/>
                <a:gd name="connsiteX960" fmla="*/ 392906 w 1085850"/>
                <a:gd name="connsiteY960" fmla="*/ 661321 h 752475"/>
                <a:gd name="connsiteX961" fmla="*/ 393382 w 1085850"/>
                <a:gd name="connsiteY961" fmla="*/ 660559 h 752475"/>
                <a:gd name="connsiteX962" fmla="*/ 394430 w 1085850"/>
                <a:gd name="connsiteY962" fmla="*/ 660178 h 752475"/>
                <a:gd name="connsiteX963" fmla="*/ 395288 w 1085850"/>
                <a:gd name="connsiteY963" fmla="*/ 660559 h 752475"/>
                <a:gd name="connsiteX964" fmla="*/ 396621 w 1085850"/>
                <a:gd name="connsiteY964" fmla="*/ 662368 h 752475"/>
                <a:gd name="connsiteX965" fmla="*/ 397669 w 1085850"/>
                <a:gd name="connsiteY965" fmla="*/ 662750 h 752475"/>
                <a:gd name="connsiteX966" fmla="*/ 398907 w 1085850"/>
                <a:gd name="connsiteY966" fmla="*/ 662273 h 752475"/>
                <a:gd name="connsiteX967" fmla="*/ 399859 w 1085850"/>
                <a:gd name="connsiteY967" fmla="*/ 661511 h 752475"/>
                <a:gd name="connsiteX968" fmla="*/ 400907 w 1085850"/>
                <a:gd name="connsiteY968" fmla="*/ 660844 h 752475"/>
                <a:gd name="connsiteX969" fmla="*/ 405098 w 1085850"/>
                <a:gd name="connsiteY969" fmla="*/ 659606 h 752475"/>
                <a:gd name="connsiteX970" fmla="*/ 406432 w 1085850"/>
                <a:gd name="connsiteY970" fmla="*/ 658939 h 752475"/>
                <a:gd name="connsiteX971" fmla="*/ 407765 w 1085850"/>
                <a:gd name="connsiteY971" fmla="*/ 658082 h 752475"/>
                <a:gd name="connsiteX972" fmla="*/ 410242 w 1085850"/>
                <a:gd name="connsiteY972" fmla="*/ 655892 h 752475"/>
                <a:gd name="connsiteX973" fmla="*/ 411385 w 1085850"/>
                <a:gd name="connsiteY973" fmla="*/ 655130 h 752475"/>
                <a:gd name="connsiteX974" fmla="*/ 412813 w 1085850"/>
                <a:gd name="connsiteY974" fmla="*/ 654748 h 752475"/>
                <a:gd name="connsiteX975" fmla="*/ 413956 w 1085850"/>
                <a:gd name="connsiteY975" fmla="*/ 655034 h 752475"/>
                <a:gd name="connsiteX976" fmla="*/ 415004 w 1085850"/>
                <a:gd name="connsiteY976" fmla="*/ 655701 h 752475"/>
                <a:gd name="connsiteX977" fmla="*/ 417481 w 1085850"/>
                <a:gd name="connsiteY977" fmla="*/ 658844 h 752475"/>
                <a:gd name="connsiteX978" fmla="*/ 418528 w 1085850"/>
                <a:gd name="connsiteY978" fmla="*/ 659987 h 752475"/>
                <a:gd name="connsiteX979" fmla="*/ 419576 w 1085850"/>
                <a:gd name="connsiteY979" fmla="*/ 660749 h 752475"/>
                <a:gd name="connsiteX980" fmla="*/ 421576 w 1085850"/>
                <a:gd name="connsiteY980" fmla="*/ 661892 h 752475"/>
                <a:gd name="connsiteX981" fmla="*/ 422529 w 1085850"/>
                <a:gd name="connsiteY981" fmla="*/ 662559 h 752475"/>
                <a:gd name="connsiteX982" fmla="*/ 423196 w 1085850"/>
                <a:gd name="connsiteY982" fmla="*/ 663607 h 752475"/>
                <a:gd name="connsiteX983" fmla="*/ 423863 w 1085850"/>
                <a:gd name="connsiteY983" fmla="*/ 666369 h 752475"/>
                <a:gd name="connsiteX984" fmla="*/ 424339 w 1085850"/>
                <a:gd name="connsiteY984" fmla="*/ 667322 h 752475"/>
                <a:gd name="connsiteX985" fmla="*/ 425196 w 1085850"/>
                <a:gd name="connsiteY985" fmla="*/ 667988 h 752475"/>
                <a:gd name="connsiteX986" fmla="*/ 432911 w 1085850"/>
                <a:gd name="connsiteY986" fmla="*/ 671322 h 752475"/>
                <a:gd name="connsiteX987" fmla="*/ 437959 w 1085850"/>
                <a:gd name="connsiteY987" fmla="*/ 674846 h 752475"/>
                <a:gd name="connsiteX988" fmla="*/ 438721 w 1085850"/>
                <a:gd name="connsiteY988" fmla="*/ 675513 h 752475"/>
                <a:gd name="connsiteX989" fmla="*/ 439293 w 1085850"/>
                <a:gd name="connsiteY989" fmla="*/ 676275 h 752475"/>
                <a:gd name="connsiteX990" fmla="*/ 439674 w 1085850"/>
                <a:gd name="connsiteY990" fmla="*/ 677227 h 752475"/>
                <a:gd name="connsiteX991" fmla="*/ 439864 w 1085850"/>
                <a:gd name="connsiteY991" fmla="*/ 678085 h 752475"/>
                <a:gd name="connsiteX992" fmla="*/ 440436 w 1085850"/>
                <a:gd name="connsiteY992" fmla="*/ 684562 h 752475"/>
                <a:gd name="connsiteX993" fmla="*/ 440626 w 1085850"/>
                <a:gd name="connsiteY993" fmla="*/ 685705 h 752475"/>
                <a:gd name="connsiteX994" fmla="*/ 440912 w 1085850"/>
                <a:gd name="connsiteY994" fmla="*/ 686657 h 752475"/>
                <a:gd name="connsiteX995" fmla="*/ 441103 w 1085850"/>
                <a:gd name="connsiteY995" fmla="*/ 687134 h 752475"/>
                <a:gd name="connsiteX996" fmla="*/ 441293 w 1085850"/>
                <a:gd name="connsiteY996" fmla="*/ 687514 h 752475"/>
                <a:gd name="connsiteX997" fmla="*/ 442246 w 1085850"/>
                <a:gd name="connsiteY997" fmla="*/ 688372 h 752475"/>
                <a:gd name="connsiteX998" fmla="*/ 444817 w 1085850"/>
                <a:gd name="connsiteY998" fmla="*/ 689610 h 752475"/>
                <a:gd name="connsiteX999" fmla="*/ 449675 w 1085850"/>
                <a:gd name="connsiteY999" fmla="*/ 693801 h 752475"/>
                <a:gd name="connsiteX1000" fmla="*/ 451009 w 1085850"/>
                <a:gd name="connsiteY1000" fmla="*/ 694468 h 752475"/>
                <a:gd name="connsiteX1001" fmla="*/ 454057 w 1085850"/>
                <a:gd name="connsiteY1001" fmla="*/ 695134 h 752475"/>
                <a:gd name="connsiteX1002" fmla="*/ 465487 w 1085850"/>
                <a:gd name="connsiteY1002" fmla="*/ 695420 h 752475"/>
                <a:gd name="connsiteX1003" fmla="*/ 466344 w 1085850"/>
                <a:gd name="connsiteY1003" fmla="*/ 695706 h 752475"/>
                <a:gd name="connsiteX1004" fmla="*/ 467011 w 1085850"/>
                <a:gd name="connsiteY1004" fmla="*/ 696277 h 752475"/>
                <a:gd name="connsiteX1005" fmla="*/ 467582 w 1085850"/>
                <a:gd name="connsiteY1005" fmla="*/ 697230 h 752475"/>
                <a:gd name="connsiteX1006" fmla="*/ 468535 w 1085850"/>
                <a:gd name="connsiteY1006" fmla="*/ 699421 h 752475"/>
                <a:gd name="connsiteX1007" fmla="*/ 469297 w 1085850"/>
                <a:gd name="connsiteY1007" fmla="*/ 700373 h 752475"/>
                <a:gd name="connsiteX1008" fmla="*/ 470154 w 1085850"/>
                <a:gd name="connsiteY1008" fmla="*/ 701040 h 752475"/>
                <a:gd name="connsiteX1009" fmla="*/ 471488 w 1085850"/>
                <a:gd name="connsiteY1009" fmla="*/ 701611 h 752475"/>
                <a:gd name="connsiteX1010" fmla="*/ 475297 w 1085850"/>
                <a:gd name="connsiteY1010" fmla="*/ 702373 h 752475"/>
                <a:gd name="connsiteX1011" fmla="*/ 476440 w 1085850"/>
                <a:gd name="connsiteY1011" fmla="*/ 703135 h 752475"/>
                <a:gd name="connsiteX1012" fmla="*/ 477107 w 1085850"/>
                <a:gd name="connsiteY1012" fmla="*/ 704183 h 752475"/>
                <a:gd name="connsiteX1013" fmla="*/ 477393 w 1085850"/>
                <a:gd name="connsiteY1013" fmla="*/ 706755 h 752475"/>
                <a:gd name="connsiteX1014" fmla="*/ 477774 w 1085850"/>
                <a:gd name="connsiteY1014" fmla="*/ 707708 h 752475"/>
                <a:gd name="connsiteX1015" fmla="*/ 478250 w 1085850"/>
                <a:gd name="connsiteY1015" fmla="*/ 708565 h 752475"/>
                <a:gd name="connsiteX1016" fmla="*/ 478726 w 1085850"/>
                <a:gd name="connsiteY1016" fmla="*/ 709517 h 752475"/>
                <a:gd name="connsiteX1017" fmla="*/ 478822 w 1085850"/>
                <a:gd name="connsiteY1017" fmla="*/ 710470 h 752475"/>
                <a:gd name="connsiteX1018" fmla="*/ 478536 w 1085850"/>
                <a:gd name="connsiteY1018" fmla="*/ 711518 h 752475"/>
                <a:gd name="connsiteX1019" fmla="*/ 477774 w 1085850"/>
                <a:gd name="connsiteY1019" fmla="*/ 712660 h 752475"/>
                <a:gd name="connsiteX1020" fmla="*/ 477298 w 1085850"/>
                <a:gd name="connsiteY1020" fmla="*/ 713518 h 752475"/>
                <a:gd name="connsiteX1021" fmla="*/ 477298 w 1085850"/>
                <a:gd name="connsiteY1021" fmla="*/ 714280 h 752475"/>
                <a:gd name="connsiteX1022" fmla="*/ 477679 w 1085850"/>
                <a:gd name="connsiteY1022" fmla="*/ 714947 h 752475"/>
                <a:gd name="connsiteX1023" fmla="*/ 478155 w 1085850"/>
                <a:gd name="connsiteY1023" fmla="*/ 715518 h 752475"/>
                <a:gd name="connsiteX1024" fmla="*/ 478536 w 1085850"/>
                <a:gd name="connsiteY1024" fmla="*/ 716089 h 752475"/>
                <a:gd name="connsiteX1025" fmla="*/ 478726 w 1085850"/>
                <a:gd name="connsiteY1025" fmla="*/ 716661 h 752475"/>
                <a:gd name="connsiteX1026" fmla="*/ 478441 w 1085850"/>
                <a:gd name="connsiteY1026" fmla="*/ 717137 h 752475"/>
                <a:gd name="connsiteX1027" fmla="*/ 477774 w 1085850"/>
                <a:gd name="connsiteY1027" fmla="*/ 717613 h 752475"/>
                <a:gd name="connsiteX1028" fmla="*/ 474917 w 1085850"/>
                <a:gd name="connsiteY1028" fmla="*/ 718280 h 752475"/>
                <a:gd name="connsiteX1029" fmla="*/ 474535 w 1085850"/>
                <a:gd name="connsiteY1029" fmla="*/ 718471 h 752475"/>
                <a:gd name="connsiteX1030" fmla="*/ 473678 w 1085850"/>
                <a:gd name="connsiteY1030" fmla="*/ 719328 h 752475"/>
                <a:gd name="connsiteX1031" fmla="*/ 473202 w 1085850"/>
                <a:gd name="connsiteY1031" fmla="*/ 720280 h 752475"/>
                <a:gd name="connsiteX1032" fmla="*/ 472916 w 1085850"/>
                <a:gd name="connsiteY1032" fmla="*/ 721423 h 752475"/>
                <a:gd name="connsiteX1033" fmla="*/ 473107 w 1085850"/>
                <a:gd name="connsiteY1033" fmla="*/ 722662 h 752475"/>
                <a:gd name="connsiteX1034" fmla="*/ 475488 w 1085850"/>
                <a:gd name="connsiteY1034" fmla="*/ 727329 h 752475"/>
                <a:gd name="connsiteX1035" fmla="*/ 475964 w 1085850"/>
                <a:gd name="connsiteY1035" fmla="*/ 728853 h 752475"/>
                <a:gd name="connsiteX1036" fmla="*/ 476250 w 1085850"/>
                <a:gd name="connsiteY1036" fmla="*/ 733425 h 752475"/>
                <a:gd name="connsiteX1037" fmla="*/ 476631 w 1085850"/>
                <a:gd name="connsiteY1037" fmla="*/ 734759 h 752475"/>
                <a:gd name="connsiteX1038" fmla="*/ 477298 w 1085850"/>
                <a:gd name="connsiteY1038" fmla="*/ 736092 h 752475"/>
                <a:gd name="connsiteX1039" fmla="*/ 478250 w 1085850"/>
                <a:gd name="connsiteY1039" fmla="*/ 737235 h 752475"/>
                <a:gd name="connsiteX1040" fmla="*/ 481203 w 1085850"/>
                <a:gd name="connsiteY1040" fmla="*/ 739521 h 752475"/>
                <a:gd name="connsiteX1041" fmla="*/ 483680 w 1085850"/>
                <a:gd name="connsiteY1041" fmla="*/ 742093 h 752475"/>
                <a:gd name="connsiteX1042" fmla="*/ 484537 w 1085850"/>
                <a:gd name="connsiteY1042" fmla="*/ 742569 h 752475"/>
                <a:gd name="connsiteX1043" fmla="*/ 485299 w 1085850"/>
                <a:gd name="connsiteY1043" fmla="*/ 742569 h 752475"/>
                <a:gd name="connsiteX1044" fmla="*/ 486823 w 1085850"/>
                <a:gd name="connsiteY1044" fmla="*/ 742188 h 752475"/>
                <a:gd name="connsiteX1045" fmla="*/ 489299 w 1085850"/>
                <a:gd name="connsiteY1045" fmla="*/ 741235 h 752475"/>
                <a:gd name="connsiteX1046" fmla="*/ 492157 w 1085850"/>
                <a:gd name="connsiteY1046" fmla="*/ 740664 h 752475"/>
                <a:gd name="connsiteX1047" fmla="*/ 494538 w 1085850"/>
                <a:gd name="connsiteY1047" fmla="*/ 740664 h 752475"/>
                <a:gd name="connsiteX1048" fmla="*/ 496348 w 1085850"/>
                <a:gd name="connsiteY1048" fmla="*/ 740855 h 752475"/>
                <a:gd name="connsiteX1049" fmla="*/ 502730 w 1085850"/>
                <a:gd name="connsiteY1049" fmla="*/ 742093 h 752475"/>
                <a:gd name="connsiteX1050" fmla="*/ 503968 w 1085850"/>
                <a:gd name="connsiteY1050" fmla="*/ 742950 h 752475"/>
                <a:gd name="connsiteX1051" fmla="*/ 505015 w 1085850"/>
                <a:gd name="connsiteY1051" fmla="*/ 744188 h 752475"/>
                <a:gd name="connsiteX1052" fmla="*/ 505968 w 1085850"/>
                <a:gd name="connsiteY1052" fmla="*/ 745808 h 752475"/>
                <a:gd name="connsiteX1053" fmla="*/ 506635 w 1085850"/>
                <a:gd name="connsiteY1053" fmla="*/ 746665 h 752475"/>
                <a:gd name="connsiteX1054" fmla="*/ 507492 w 1085850"/>
                <a:gd name="connsiteY1054" fmla="*/ 746951 h 752475"/>
                <a:gd name="connsiteX1055" fmla="*/ 508635 w 1085850"/>
                <a:gd name="connsiteY1055" fmla="*/ 746760 h 752475"/>
                <a:gd name="connsiteX1056" fmla="*/ 510254 w 1085850"/>
                <a:gd name="connsiteY1056" fmla="*/ 745808 h 752475"/>
                <a:gd name="connsiteX1057" fmla="*/ 511397 w 1085850"/>
                <a:gd name="connsiteY1057" fmla="*/ 745331 h 752475"/>
                <a:gd name="connsiteX1058" fmla="*/ 512635 w 1085850"/>
                <a:gd name="connsiteY1058" fmla="*/ 745141 h 752475"/>
                <a:gd name="connsiteX1059" fmla="*/ 516636 w 1085850"/>
                <a:gd name="connsiteY1059" fmla="*/ 745903 h 752475"/>
                <a:gd name="connsiteX1060" fmla="*/ 520922 w 1085850"/>
                <a:gd name="connsiteY1060" fmla="*/ 745998 h 752475"/>
                <a:gd name="connsiteX1061" fmla="*/ 526923 w 1085850"/>
                <a:gd name="connsiteY1061" fmla="*/ 745046 h 752475"/>
                <a:gd name="connsiteX1062" fmla="*/ 528352 w 1085850"/>
                <a:gd name="connsiteY1062" fmla="*/ 745046 h 752475"/>
                <a:gd name="connsiteX1063" fmla="*/ 529685 w 1085850"/>
                <a:gd name="connsiteY1063" fmla="*/ 745141 h 752475"/>
                <a:gd name="connsiteX1064" fmla="*/ 530923 w 1085850"/>
                <a:gd name="connsiteY1064" fmla="*/ 745617 h 752475"/>
                <a:gd name="connsiteX1065" fmla="*/ 532257 w 1085850"/>
                <a:gd name="connsiteY1065" fmla="*/ 746379 h 752475"/>
                <a:gd name="connsiteX1066" fmla="*/ 533305 w 1085850"/>
                <a:gd name="connsiteY1066" fmla="*/ 747522 h 752475"/>
                <a:gd name="connsiteX1067" fmla="*/ 534067 w 1085850"/>
                <a:gd name="connsiteY1067" fmla="*/ 748951 h 752475"/>
                <a:gd name="connsiteX1068" fmla="*/ 534352 w 1085850"/>
                <a:gd name="connsiteY1068" fmla="*/ 750665 h 752475"/>
                <a:gd name="connsiteX1069" fmla="*/ 534448 w 1085850"/>
                <a:gd name="connsiteY1069" fmla="*/ 752380 h 752475"/>
                <a:gd name="connsiteX1070" fmla="*/ 534638 w 1085850"/>
                <a:gd name="connsiteY1070" fmla="*/ 753809 h 752475"/>
                <a:gd name="connsiteX1071" fmla="*/ 535305 w 1085850"/>
                <a:gd name="connsiteY1071" fmla="*/ 755142 h 752475"/>
                <a:gd name="connsiteX1072" fmla="*/ 536638 w 1085850"/>
                <a:gd name="connsiteY1072" fmla="*/ 757047 h 752475"/>
                <a:gd name="connsiteX1073" fmla="*/ 537115 w 1085850"/>
                <a:gd name="connsiteY1073" fmla="*/ 758095 h 752475"/>
                <a:gd name="connsiteX1074" fmla="*/ 537496 w 1085850"/>
                <a:gd name="connsiteY1074" fmla="*/ 759428 h 752475"/>
                <a:gd name="connsiteX1075" fmla="*/ 538067 w 1085850"/>
                <a:gd name="connsiteY1075" fmla="*/ 760667 h 752475"/>
                <a:gd name="connsiteX1076" fmla="*/ 538829 w 1085850"/>
                <a:gd name="connsiteY1076" fmla="*/ 761619 h 752475"/>
                <a:gd name="connsiteX1077" fmla="*/ 540163 w 1085850"/>
                <a:gd name="connsiteY1077" fmla="*/ 761905 h 752475"/>
                <a:gd name="connsiteX1078" fmla="*/ 541496 w 1085850"/>
                <a:gd name="connsiteY1078" fmla="*/ 761429 h 752475"/>
                <a:gd name="connsiteX1079" fmla="*/ 543020 w 1085850"/>
                <a:gd name="connsiteY1079" fmla="*/ 759714 h 752475"/>
                <a:gd name="connsiteX1080" fmla="*/ 543497 w 1085850"/>
                <a:gd name="connsiteY1080" fmla="*/ 758666 h 752475"/>
                <a:gd name="connsiteX1081" fmla="*/ 543592 w 1085850"/>
                <a:gd name="connsiteY1081" fmla="*/ 757904 h 752475"/>
                <a:gd name="connsiteX1082" fmla="*/ 543211 w 1085850"/>
                <a:gd name="connsiteY1082" fmla="*/ 757428 h 752475"/>
                <a:gd name="connsiteX1083" fmla="*/ 542258 w 1085850"/>
                <a:gd name="connsiteY1083" fmla="*/ 756571 h 752475"/>
                <a:gd name="connsiteX1084" fmla="*/ 541972 w 1085850"/>
                <a:gd name="connsiteY1084" fmla="*/ 755904 h 752475"/>
                <a:gd name="connsiteX1085" fmla="*/ 541877 w 1085850"/>
                <a:gd name="connsiteY1085" fmla="*/ 755142 h 752475"/>
                <a:gd name="connsiteX1086" fmla="*/ 541972 w 1085850"/>
                <a:gd name="connsiteY1086" fmla="*/ 753904 h 752475"/>
                <a:gd name="connsiteX1087" fmla="*/ 542258 w 1085850"/>
                <a:gd name="connsiteY1087" fmla="*/ 752665 h 752475"/>
                <a:gd name="connsiteX1088" fmla="*/ 542734 w 1085850"/>
                <a:gd name="connsiteY1088" fmla="*/ 751332 h 752475"/>
                <a:gd name="connsiteX1089" fmla="*/ 543115 w 1085850"/>
                <a:gd name="connsiteY1089" fmla="*/ 749618 h 752475"/>
                <a:gd name="connsiteX1090" fmla="*/ 543306 w 1085850"/>
                <a:gd name="connsiteY1090" fmla="*/ 748189 h 752475"/>
                <a:gd name="connsiteX1091" fmla="*/ 543020 w 1085850"/>
                <a:gd name="connsiteY1091" fmla="*/ 746284 h 752475"/>
                <a:gd name="connsiteX1092" fmla="*/ 542544 w 1085850"/>
                <a:gd name="connsiteY1092" fmla="*/ 744569 h 752475"/>
                <a:gd name="connsiteX1093" fmla="*/ 541687 w 1085850"/>
                <a:gd name="connsiteY1093" fmla="*/ 743140 h 752475"/>
                <a:gd name="connsiteX1094" fmla="*/ 540734 w 1085850"/>
                <a:gd name="connsiteY1094" fmla="*/ 742093 h 752475"/>
                <a:gd name="connsiteX1095" fmla="*/ 537781 w 1085850"/>
                <a:gd name="connsiteY1095" fmla="*/ 740093 h 752475"/>
                <a:gd name="connsiteX1096" fmla="*/ 536543 w 1085850"/>
                <a:gd name="connsiteY1096" fmla="*/ 738950 h 752475"/>
                <a:gd name="connsiteX1097" fmla="*/ 535972 w 1085850"/>
                <a:gd name="connsiteY1097" fmla="*/ 737426 h 752475"/>
                <a:gd name="connsiteX1098" fmla="*/ 536257 w 1085850"/>
                <a:gd name="connsiteY1098" fmla="*/ 735330 h 752475"/>
                <a:gd name="connsiteX1099" fmla="*/ 538163 w 1085850"/>
                <a:gd name="connsiteY1099" fmla="*/ 733139 h 752475"/>
                <a:gd name="connsiteX1100" fmla="*/ 538829 w 1085850"/>
                <a:gd name="connsiteY1100" fmla="*/ 731996 h 752475"/>
                <a:gd name="connsiteX1101" fmla="*/ 539210 w 1085850"/>
                <a:gd name="connsiteY1101" fmla="*/ 730948 h 752475"/>
                <a:gd name="connsiteX1102" fmla="*/ 539305 w 1085850"/>
                <a:gd name="connsiteY1102" fmla="*/ 730472 h 752475"/>
                <a:gd name="connsiteX1103" fmla="*/ 540448 w 1085850"/>
                <a:gd name="connsiteY1103" fmla="*/ 729425 h 752475"/>
                <a:gd name="connsiteX1104" fmla="*/ 542449 w 1085850"/>
                <a:gd name="connsiteY1104" fmla="*/ 728377 h 752475"/>
                <a:gd name="connsiteX1105" fmla="*/ 546926 w 1085850"/>
                <a:gd name="connsiteY1105" fmla="*/ 726853 h 752475"/>
                <a:gd name="connsiteX1106" fmla="*/ 549307 w 1085850"/>
                <a:gd name="connsiteY1106" fmla="*/ 727138 h 752475"/>
                <a:gd name="connsiteX1107" fmla="*/ 551212 w 1085850"/>
                <a:gd name="connsiteY1107" fmla="*/ 728567 h 752475"/>
                <a:gd name="connsiteX1108" fmla="*/ 555307 w 1085850"/>
                <a:gd name="connsiteY1108" fmla="*/ 735425 h 752475"/>
                <a:gd name="connsiteX1109" fmla="*/ 557784 w 1085850"/>
                <a:gd name="connsiteY1109" fmla="*/ 737997 h 752475"/>
                <a:gd name="connsiteX1110" fmla="*/ 559403 w 1085850"/>
                <a:gd name="connsiteY1110" fmla="*/ 739330 h 752475"/>
                <a:gd name="connsiteX1111" fmla="*/ 561880 w 1085850"/>
                <a:gd name="connsiteY1111" fmla="*/ 740759 h 752475"/>
                <a:gd name="connsiteX1112" fmla="*/ 563309 w 1085850"/>
                <a:gd name="connsiteY1112" fmla="*/ 741426 h 752475"/>
                <a:gd name="connsiteX1113" fmla="*/ 569500 w 1085850"/>
                <a:gd name="connsiteY1113" fmla="*/ 743045 h 752475"/>
                <a:gd name="connsiteX1114" fmla="*/ 572834 w 1085850"/>
                <a:gd name="connsiteY1114" fmla="*/ 743426 h 752475"/>
                <a:gd name="connsiteX1115" fmla="*/ 575596 w 1085850"/>
                <a:gd name="connsiteY1115" fmla="*/ 743998 h 752475"/>
                <a:gd name="connsiteX1116" fmla="*/ 576643 w 1085850"/>
                <a:gd name="connsiteY1116" fmla="*/ 744093 h 752475"/>
                <a:gd name="connsiteX1117" fmla="*/ 577786 w 1085850"/>
                <a:gd name="connsiteY1117" fmla="*/ 744474 h 752475"/>
                <a:gd name="connsiteX1118" fmla="*/ 581501 w 1085850"/>
                <a:gd name="connsiteY1118" fmla="*/ 747331 h 752475"/>
                <a:gd name="connsiteX1119" fmla="*/ 583597 w 1085850"/>
                <a:gd name="connsiteY1119" fmla="*/ 748379 h 752475"/>
                <a:gd name="connsiteX1120" fmla="*/ 584549 w 1085850"/>
                <a:gd name="connsiteY1120" fmla="*/ 748570 h 752475"/>
                <a:gd name="connsiteX1121" fmla="*/ 585788 w 1085850"/>
                <a:gd name="connsiteY1121" fmla="*/ 748284 h 752475"/>
                <a:gd name="connsiteX1122" fmla="*/ 587026 w 1085850"/>
                <a:gd name="connsiteY1122" fmla="*/ 747236 h 752475"/>
                <a:gd name="connsiteX1123" fmla="*/ 588264 w 1085850"/>
                <a:gd name="connsiteY1123" fmla="*/ 745046 h 752475"/>
                <a:gd name="connsiteX1124" fmla="*/ 588359 w 1085850"/>
                <a:gd name="connsiteY1124" fmla="*/ 742950 h 752475"/>
                <a:gd name="connsiteX1125" fmla="*/ 587883 w 1085850"/>
                <a:gd name="connsiteY1125" fmla="*/ 741235 h 752475"/>
                <a:gd name="connsiteX1126" fmla="*/ 587121 w 1085850"/>
                <a:gd name="connsiteY1126" fmla="*/ 739616 h 752475"/>
                <a:gd name="connsiteX1127" fmla="*/ 585502 w 1085850"/>
                <a:gd name="connsiteY1127" fmla="*/ 737235 h 752475"/>
                <a:gd name="connsiteX1128" fmla="*/ 584835 w 1085850"/>
                <a:gd name="connsiteY1128" fmla="*/ 735997 h 752475"/>
                <a:gd name="connsiteX1129" fmla="*/ 584549 w 1085850"/>
                <a:gd name="connsiteY1129" fmla="*/ 734854 h 752475"/>
                <a:gd name="connsiteX1130" fmla="*/ 584835 w 1085850"/>
                <a:gd name="connsiteY1130" fmla="*/ 733520 h 752475"/>
                <a:gd name="connsiteX1131" fmla="*/ 585788 w 1085850"/>
                <a:gd name="connsiteY1131" fmla="*/ 731996 h 752475"/>
                <a:gd name="connsiteX1132" fmla="*/ 587407 w 1085850"/>
                <a:gd name="connsiteY1132" fmla="*/ 729615 h 752475"/>
                <a:gd name="connsiteX1133" fmla="*/ 587788 w 1085850"/>
                <a:gd name="connsiteY1133" fmla="*/ 727996 h 752475"/>
                <a:gd name="connsiteX1134" fmla="*/ 587597 w 1085850"/>
                <a:gd name="connsiteY1134" fmla="*/ 726758 h 752475"/>
                <a:gd name="connsiteX1135" fmla="*/ 584168 w 1085850"/>
                <a:gd name="connsiteY1135" fmla="*/ 723805 h 752475"/>
                <a:gd name="connsiteX1136" fmla="*/ 583501 w 1085850"/>
                <a:gd name="connsiteY1136" fmla="*/ 722947 h 752475"/>
                <a:gd name="connsiteX1137" fmla="*/ 583311 w 1085850"/>
                <a:gd name="connsiteY1137" fmla="*/ 722090 h 752475"/>
                <a:gd name="connsiteX1138" fmla="*/ 583692 w 1085850"/>
                <a:gd name="connsiteY1138" fmla="*/ 721328 h 752475"/>
                <a:gd name="connsiteX1139" fmla="*/ 584930 w 1085850"/>
                <a:gd name="connsiteY1139" fmla="*/ 720852 h 752475"/>
                <a:gd name="connsiteX1140" fmla="*/ 587502 w 1085850"/>
                <a:gd name="connsiteY1140" fmla="*/ 721043 h 752475"/>
                <a:gd name="connsiteX1141" fmla="*/ 588931 w 1085850"/>
                <a:gd name="connsiteY1141" fmla="*/ 720947 h 752475"/>
                <a:gd name="connsiteX1142" fmla="*/ 592931 w 1085850"/>
                <a:gd name="connsiteY1142" fmla="*/ 719233 h 752475"/>
                <a:gd name="connsiteX1143" fmla="*/ 594360 w 1085850"/>
                <a:gd name="connsiteY1143" fmla="*/ 718947 h 752475"/>
                <a:gd name="connsiteX1144" fmla="*/ 595693 w 1085850"/>
                <a:gd name="connsiteY1144" fmla="*/ 718947 h 752475"/>
                <a:gd name="connsiteX1145" fmla="*/ 596836 w 1085850"/>
                <a:gd name="connsiteY1145" fmla="*/ 719233 h 752475"/>
                <a:gd name="connsiteX1146" fmla="*/ 597789 w 1085850"/>
                <a:gd name="connsiteY1146" fmla="*/ 719328 h 752475"/>
                <a:gd name="connsiteX1147" fmla="*/ 599313 w 1085850"/>
                <a:gd name="connsiteY1147" fmla="*/ 718852 h 752475"/>
                <a:gd name="connsiteX1148" fmla="*/ 603218 w 1085850"/>
                <a:gd name="connsiteY1148" fmla="*/ 716756 h 752475"/>
                <a:gd name="connsiteX1149" fmla="*/ 604647 w 1085850"/>
                <a:gd name="connsiteY1149" fmla="*/ 716375 h 752475"/>
                <a:gd name="connsiteX1150" fmla="*/ 606076 w 1085850"/>
                <a:gd name="connsiteY1150" fmla="*/ 716185 h 752475"/>
                <a:gd name="connsiteX1151" fmla="*/ 611219 w 1085850"/>
                <a:gd name="connsiteY1151" fmla="*/ 717233 h 752475"/>
                <a:gd name="connsiteX1152" fmla="*/ 614553 w 1085850"/>
                <a:gd name="connsiteY1152" fmla="*/ 717518 h 752475"/>
                <a:gd name="connsiteX1153" fmla="*/ 616077 w 1085850"/>
                <a:gd name="connsiteY1153" fmla="*/ 717137 h 752475"/>
                <a:gd name="connsiteX1154" fmla="*/ 617315 w 1085850"/>
                <a:gd name="connsiteY1154" fmla="*/ 716471 h 752475"/>
                <a:gd name="connsiteX1155" fmla="*/ 618649 w 1085850"/>
                <a:gd name="connsiteY1155" fmla="*/ 715137 h 752475"/>
                <a:gd name="connsiteX1156" fmla="*/ 618934 w 1085850"/>
                <a:gd name="connsiteY1156" fmla="*/ 712946 h 752475"/>
                <a:gd name="connsiteX1157" fmla="*/ 619315 w 1085850"/>
                <a:gd name="connsiteY1157" fmla="*/ 712280 h 752475"/>
                <a:gd name="connsiteX1158" fmla="*/ 620554 w 1085850"/>
                <a:gd name="connsiteY1158" fmla="*/ 711994 h 752475"/>
                <a:gd name="connsiteX1159" fmla="*/ 622649 w 1085850"/>
                <a:gd name="connsiteY1159" fmla="*/ 712470 h 752475"/>
                <a:gd name="connsiteX1160" fmla="*/ 623792 w 1085850"/>
                <a:gd name="connsiteY1160" fmla="*/ 712184 h 752475"/>
                <a:gd name="connsiteX1161" fmla="*/ 625030 w 1085850"/>
                <a:gd name="connsiteY1161" fmla="*/ 711232 h 752475"/>
                <a:gd name="connsiteX1162" fmla="*/ 626459 w 1085850"/>
                <a:gd name="connsiteY1162" fmla="*/ 708946 h 752475"/>
                <a:gd name="connsiteX1163" fmla="*/ 626745 w 1085850"/>
                <a:gd name="connsiteY1163" fmla="*/ 707708 h 752475"/>
                <a:gd name="connsiteX1164" fmla="*/ 626555 w 1085850"/>
                <a:gd name="connsiteY1164" fmla="*/ 707041 h 752475"/>
                <a:gd name="connsiteX1165" fmla="*/ 625983 w 1085850"/>
                <a:gd name="connsiteY1165" fmla="*/ 706850 h 752475"/>
                <a:gd name="connsiteX1166" fmla="*/ 625411 w 1085850"/>
                <a:gd name="connsiteY1166" fmla="*/ 706755 h 752475"/>
                <a:gd name="connsiteX1167" fmla="*/ 625030 w 1085850"/>
                <a:gd name="connsiteY1167" fmla="*/ 706660 h 752475"/>
                <a:gd name="connsiteX1168" fmla="*/ 624650 w 1085850"/>
                <a:gd name="connsiteY1168" fmla="*/ 706279 h 752475"/>
                <a:gd name="connsiteX1169" fmla="*/ 624364 w 1085850"/>
                <a:gd name="connsiteY1169" fmla="*/ 705612 h 752475"/>
                <a:gd name="connsiteX1170" fmla="*/ 624173 w 1085850"/>
                <a:gd name="connsiteY1170" fmla="*/ 704469 h 752475"/>
                <a:gd name="connsiteX1171" fmla="*/ 624173 w 1085850"/>
                <a:gd name="connsiteY1171" fmla="*/ 702945 h 752475"/>
                <a:gd name="connsiteX1172" fmla="*/ 624935 w 1085850"/>
                <a:gd name="connsiteY1172" fmla="*/ 699230 h 752475"/>
                <a:gd name="connsiteX1173" fmla="*/ 625888 w 1085850"/>
                <a:gd name="connsiteY1173" fmla="*/ 696563 h 752475"/>
                <a:gd name="connsiteX1174" fmla="*/ 626745 w 1085850"/>
                <a:gd name="connsiteY1174" fmla="*/ 694658 h 752475"/>
                <a:gd name="connsiteX1175" fmla="*/ 627983 w 1085850"/>
                <a:gd name="connsiteY1175" fmla="*/ 693515 h 752475"/>
                <a:gd name="connsiteX1176" fmla="*/ 629793 w 1085850"/>
                <a:gd name="connsiteY1176" fmla="*/ 693325 h 752475"/>
                <a:gd name="connsiteX1177" fmla="*/ 631412 w 1085850"/>
                <a:gd name="connsiteY1177" fmla="*/ 693801 h 752475"/>
                <a:gd name="connsiteX1178" fmla="*/ 633413 w 1085850"/>
                <a:gd name="connsiteY1178" fmla="*/ 693896 h 752475"/>
                <a:gd name="connsiteX1179" fmla="*/ 634746 w 1085850"/>
                <a:gd name="connsiteY1179" fmla="*/ 693420 h 752475"/>
                <a:gd name="connsiteX1180" fmla="*/ 635698 w 1085850"/>
                <a:gd name="connsiteY1180" fmla="*/ 691991 h 752475"/>
                <a:gd name="connsiteX1181" fmla="*/ 635698 w 1085850"/>
                <a:gd name="connsiteY1181" fmla="*/ 691134 h 752475"/>
                <a:gd name="connsiteX1182" fmla="*/ 634555 w 1085850"/>
                <a:gd name="connsiteY1182" fmla="*/ 689610 h 752475"/>
                <a:gd name="connsiteX1183" fmla="*/ 634555 w 1085850"/>
                <a:gd name="connsiteY1183" fmla="*/ 688562 h 752475"/>
                <a:gd name="connsiteX1184" fmla="*/ 636175 w 1085850"/>
                <a:gd name="connsiteY1184" fmla="*/ 685133 h 752475"/>
                <a:gd name="connsiteX1185" fmla="*/ 636270 w 1085850"/>
                <a:gd name="connsiteY1185" fmla="*/ 683419 h 752475"/>
                <a:gd name="connsiteX1186" fmla="*/ 636080 w 1085850"/>
                <a:gd name="connsiteY1186" fmla="*/ 682180 h 752475"/>
                <a:gd name="connsiteX1187" fmla="*/ 635413 w 1085850"/>
                <a:gd name="connsiteY1187" fmla="*/ 681514 h 752475"/>
                <a:gd name="connsiteX1188" fmla="*/ 634365 w 1085850"/>
                <a:gd name="connsiteY1188" fmla="*/ 680942 h 752475"/>
                <a:gd name="connsiteX1189" fmla="*/ 632651 w 1085850"/>
                <a:gd name="connsiteY1189" fmla="*/ 680752 h 752475"/>
                <a:gd name="connsiteX1190" fmla="*/ 631507 w 1085850"/>
                <a:gd name="connsiteY1190" fmla="*/ 680276 h 752475"/>
                <a:gd name="connsiteX1191" fmla="*/ 630650 w 1085850"/>
                <a:gd name="connsiteY1191" fmla="*/ 679609 h 752475"/>
                <a:gd name="connsiteX1192" fmla="*/ 630746 w 1085850"/>
                <a:gd name="connsiteY1192" fmla="*/ 678561 h 752475"/>
                <a:gd name="connsiteX1193" fmla="*/ 631412 w 1085850"/>
                <a:gd name="connsiteY1193" fmla="*/ 677323 h 752475"/>
                <a:gd name="connsiteX1194" fmla="*/ 632460 w 1085850"/>
                <a:gd name="connsiteY1194" fmla="*/ 675799 h 752475"/>
                <a:gd name="connsiteX1195" fmla="*/ 632936 w 1085850"/>
                <a:gd name="connsiteY1195" fmla="*/ 674370 h 752475"/>
                <a:gd name="connsiteX1196" fmla="*/ 633222 w 1085850"/>
                <a:gd name="connsiteY1196" fmla="*/ 673132 h 752475"/>
                <a:gd name="connsiteX1197" fmla="*/ 633317 w 1085850"/>
                <a:gd name="connsiteY1197" fmla="*/ 672179 h 752475"/>
                <a:gd name="connsiteX1198" fmla="*/ 633508 w 1085850"/>
                <a:gd name="connsiteY1198" fmla="*/ 671322 h 752475"/>
                <a:gd name="connsiteX1199" fmla="*/ 633889 w 1085850"/>
                <a:gd name="connsiteY1199" fmla="*/ 671227 h 752475"/>
                <a:gd name="connsiteX1200" fmla="*/ 634746 w 1085850"/>
                <a:gd name="connsiteY1200" fmla="*/ 671036 h 752475"/>
                <a:gd name="connsiteX1201" fmla="*/ 636651 w 1085850"/>
                <a:gd name="connsiteY1201" fmla="*/ 671036 h 752475"/>
                <a:gd name="connsiteX1202" fmla="*/ 644652 w 1085850"/>
                <a:gd name="connsiteY1202" fmla="*/ 672751 h 752475"/>
                <a:gd name="connsiteX1203" fmla="*/ 649605 w 1085850"/>
                <a:gd name="connsiteY1203" fmla="*/ 672846 h 752475"/>
                <a:gd name="connsiteX1204" fmla="*/ 650748 w 1085850"/>
                <a:gd name="connsiteY1204" fmla="*/ 673132 h 752475"/>
                <a:gd name="connsiteX1205" fmla="*/ 651796 w 1085850"/>
                <a:gd name="connsiteY1205" fmla="*/ 673798 h 752475"/>
                <a:gd name="connsiteX1206" fmla="*/ 653510 w 1085850"/>
                <a:gd name="connsiteY1206" fmla="*/ 675799 h 752475"/>
                <a:gd name="connsiteX1207" fmla="*/ 654272 w 1085850"/>
                <a:gd name="connsiteY1207" fmla="*/ 676465 h 752475"/>
                <a:gd name="connsiteX1208" fmla="*/ 655034 w 1085850"/>
                <a:gd name="connsiteY1208" fmla="*/ 676656 h 752475"/>
                <a:gd name="connsiteX1209" fmla="*/ 655987 w 1085850"/>
                <a:gd name="connsiteY1209" fmla="*/ 676275 h 752475"/>
                <a:gd name="connsiteX1210" fmla="*/ 656844 w 1085850"/>
                <a:gd name="connsiteY1210" fmla="*/ 675608 h 752475"/>
                <a:gd name="connsiteX1211" fmla="*/ 657225 w 1085850"/>
                <a:gd name="connsiteY1211" fmla="*/ 674275 h 752475"/>
                <a:gd name="connsiteX1212" fmla="*/ 657511 w 1085850"/>
                <a:gd name="connsiteY1212" fmla="*/ 673227 h 752475"/>
                <a:gd name="connsiteX1213" fmla="*/ 657892 w 1085850"/>
                <a:gd name="connsiteY1213" fmla="*/ 672370 h 752475"/>
                <a:gd name="connsiteX1214" fmla="*/ 658749 w 1085850"/>
                <a:gd name="connsiteY1214" fmla="*/ 671798 h 752475"/>
                <a:gd name="connsiteX1215" fmla="*/ 660082 w 1085850"/>
                <a:gd name="connsiteY1215" fmla="*/ 671322 h 752475"/>
                <a:gd name="connsiteX1216" fmla="*/ 660178 w 1085850"/>
                <a:gd name="connsiteY1216" fmla="*/ 671322 h 752475"/>
                <a:gd name="connsiteX1217" fmla="*/ 660273 w 1085850"/>
                <a:gd name="connsiteY1217" fmla="*/ 671227 h 752475"/>
                <a:gd name="connsiteX1218" fmla="*/ 660844 w 1085850"/>
                <a:gd name="connsiteY1218" fmla="*/ 670465 h 752475"/>
                <a:gd name="connsiteX1219" fmla="*/ 661702 w 1085850"/>
                <a:gd name="connsiteY1219" fmla="*/ 667798 h 752475"/>
                <a:gd name="connsiteX1220" fmla="*/ 661797 w 1085850"/>
                <a:gd name="connsiteY1220" fmla="*/ 667131 h 752475"/>
                <a:gd name="connsiteX1221" fmla="*/ 657701 w 1085850"/>
                <a:gd name="connsiteY1221" fmla="*/ 665702 h 752475"/>
                <a:gd name="connsiteX1222" fmla="*/ 654272 w 1085850"/>
                <a:gd name="connsiteY1222" fmla="*/ 663035 h 752475"/>
                <a:gd name="connsiteX1223" fmla="*/ 653986 w 1085850"/>
                <a:gd name="connsiteY1223" fmla="*/ 662559 h 752475"/>
                <a:gd name="connsiteX1224" fmla="*/ 653225 w 1085850"/>
                <a:gd name="connsiteY1224" fmla="*/ 660559 h 752475"/>
                <a:gd name="connsiteX1225" fmla="*/ 652843 w 1085850"/>
                <a:gd name="connsiteY1225" fmla="*/ 659892 h 752475"/>
                <a:gd name="connsiteX1226" fmla="*/ 652177 w 1085850"/>
                <a:gd name="connsiteY1226" fmla="*/ 659701 h 752475"/>
                <a:gd name="connsiteX1227" fmla="*/ 650557 w 1085850"/>
                <a:gd name="connsiteY1227" fmla="*/ 659892 h 752475"/>
                <a:gd name="connsiteX1228" fmla="*/ 649891 w 1085850"/>
                <a:gd name="connsiteY1228" fmla="*/ 659511 h 752475"/>
                <a:gd name="connsiteX1229" fmla="*/ 649319 w 1085850"/>
                <a:gd name="connsiteY1229" fmla="*/ 659130 h 752475"/>
                <a:gd name="connsiteX1230" fmla="*/ 641890 w 1085850"/>
                <a:gd name="connsiteY1230" fmla="*/ 654653 h 752475"/>
                <a:gd name="connsiteX1231" fmla="*/ 640461 w 1085850"/>
                <a:gd name="connsiteY1231" fmla="*/ 653034 h 752475"/>
                <a:gd name="connsiteX1232" fmla="*/ 639985 w 1085850"/>
                <a:gd name="connsiteY1232" fmla="*/ 652748 h 752475"/>
                <a:gd name="connsiteX1233" fmla="*/ 639032 w 1085850"/>
                <a:gd name="connsiteY1233" fmla="*/ 652463 h 752475"/>
                <a:gd name="connsiteX1234" fmla="*/ 638747 w 1085850"/>
                <a:gd name="connsiteY1234" fmla="*/ 651701 h 752475"/>
                <a:gd name="connsiteX1235" fmla="*/ 638747 w 1085850"/>
                <a:gd name="connsiteY1235" fmla="*/ 650843 h 752475"/>
                <a:gd name="connsiteX1236" fmla="*/ 638651 w 1085850"/>
                <a:gd name="connsiteY1236" fmla="*/ 650176 h 752475"/>
                <a:gd name="connsiteX1237" fmla="*/ 635889 w 1085850"/>
                <a:gd name="connsiteY1237" fmla="*/ 646652 h 752475"/>
                <a:gd name="connsiteX1238" fmla="*/ 635318 w 1085850"/>
                <a:gd name="connsiteY1238" fmla="*/ 644938 h 752475"/>
                <a:gd name="connsiteX1239" fmla="*/ 634746 w 1085850"/>
                <a:gd name="connsiteY1239" fmla="*/ 637127 h 752475"/>
                <a:gd name="connsiteX1240" fmla="*/ 634365 w 1085850"/>
                <a:gd name="connsiteY1240" fmla="*/ 635508 h 752475"/>
                <a:gd name="connsiteX1241" fmla="*/ 633508 w 1085850"/>
                <a:gd name="connsiteY1241" fmla="*/ 633793 h 752475"/>
                <a:gd name="connsiteX1242" fmla="*/ 633603 w 1085850"/>
                <a:gd name="connsiteY1242" fmla="*/ 633508 h 752475"/>
                <a:gd name="connsiteX1243" fmla="*/ 633698 w 1085850"/>
                <a:gd name="connsiteY1243" fmla="*/ 632841 h 752475"/>
                <a:gd name="connsiteX1244" fmla="*/ 634651 w 1085850"/>
                <a:gd name="connsiteY1244" fmla="*/ 630555 h 752475"/>
                <a:gd name="connsiteX1245" fmla="*/ 635603 w 1085850"/>
                <a:gd name="connsiteY1245" fmla="*/ 629126 h 752475"/>
                <a:gd name="connsiteX1246" fmla="*/ 636651 w 1085850"/>
                <a:gd name="connsiteY1246" fmla="*/ 628079 h 752475"/>
                <a:gd name="connsiteX1247" fmla="*/ 637699 w 1085850"/>
                <a:gd name="connsiteY1247" fmla="*/ 627412 h 752475"/>
                <a:gd name="connsiteX1248" fmla="*/ 642080 w 1085850"/>
                <a:gd name="connsiteY1248" fmla="*/ 625697 h 752475"/>
                <a:gd name="connsiteX1249" fmla="*/ 643223 w 1085850"/>
                <a:gd name="connsiteY1249" fmla="*/ 625030 h 752475"/>
                <a:gd name="connsiteX1250" fmla="*/ 644080 w 1085850"/>
                <a:gd name="connsiteY1250" fmla="*/ 624078 h 752475"/>
                <a:gd name="connsiteX1251" fmla="*/ 644557 w 1085850"/>
                <a:gd name="connsiteY1251" fmla="*/ 623221 h 752475"/>
                <a:gd name="connsiteX1252" fmla="*/ 644747 w 1085850"/>
                <a:gd name="connsiteY1252" fmla="*/ 622649 h 752475"/>
                <a:gd name="connsiteX1253" fmla="*/ 644938 w 1085850"/>
                <a:gd name="connsiteY1253" fmla="*/ 621506 h 752475"/>
                <a:gd name="connsiteX1254" fmla="*/ 644938 w 1085850"/>
                <a:gd name="connsiteY1254" fmla="*/ 619697 h 752475"/>
                <a:gd name="connsiteX1255" fmla="*/ 644652 w 1085850"/>
                <a:gd name="connsiteY1255" fmla="*/ 618172 h 752475"/>
                <a:gd name="connsiteX1256" fmla="*/ 644366 w 1085850"/>
                <a:gd name="connsiteY1256" fmla="*/ 617125 h 752475"/>
                <a:gd name="connsiteX1257" fmla="*/ 643128 w 1085850"/>
                <a:gd name="connsiteY1257" fmla="*/ 614172 h 752475"/>
                <a:gd name="connsiteX1258" fmla="*/ 642747 w 1085850"/>
                <a:gd name="connsiteY1258" fmla="*/ 612648 h 752475"/>
                <a:gd name="connsiteX1259" fmla="*/ 642747 w 1085850"/>
                <a:gd name="connsiteY1259" fmla="*/ 611410 h 752475"/>
                <a:gd name="connsiteX1260" fmla="*/ 642938 w 1085850"/>
                <a:gd name="connsiteY1260" fmla="*/ 609505 h 752475"/>
                <a:gd name="connsiteX1261" fmla="*/ 643700 w 1085850"/>
                <a:gd name="connsiteY1261" fmla="*/ 607409 h 752475"/>
                <a:gd name="connsiteX1262" fmla="*/ 644176 w 1085850"/>
                <a:gd name="connsiteY1262" fmla="*/ 606266 h 752475"/>
                <a:gd name="connsiteX1263" fmla="*/ 644652 w 1085850"/>
                <a:gd name="connsiteY1263" fmla="*/ 605600 h 752475"/>
                <a:gd name="connsiteX1264" fmla="*/ 650557 w 1085850"/>
                <a:gd name="connsiteY1264" fmla="*/ 598932 h 752475"/>
                <a:gd name="connsiteX1265" fmla="*/ 651510 w 1085850"/>
                <a:gd name="connsiteY1265" fmla="*/ 597408 h 752475"/>
                <a:gd name="connsiteX1266" fmla="*/ 653034 w 1085850"/>
                <a:gd name="connsiteY1266" fmla="*/ 594169 h 752475"/>
                <a:gd name="connsiteX1267" fmla="*/ 653796 w 1085850"/>
                <a:gd name="connsiteY1267" fmla="*/ 592836 h 752475"/>
                <a:gd name="connsiteX1268" fmla="*/ 654939 w 1085850"/>
                <a:gd name="connsiteY1268" fmla="*/ 591884 h 752475"/>
                <a:gd name="connsiteX1269" fmla="*/ 656368 w 1085850"/>
                <a:gd name="connsiteY1269" fmla="*/ 591502 h 752475"/>
                <a:gd name="connsiteX1270" fmla="*/ 657892 w 1085850"/>
                <a:gd name="connsiteY1270" fmla="*/ 591312 h 752475"/>
                <a:gd name="connsiteX1271" fmla="*/ 659321 w 1085850"/>
                <a:gd name="connsiteY1271" fmla="*/ 590931 h 752475"/>
                <a:gd name="connsiteX1272" fmla="*/ 660654 w 1085850"/>
                <a:gd name="connsiteY1272" fmla="*/ 590169 h 752475"/>
                <a:gd name="connsiteX1273" fmla="*/ 661988 w 1085850"/>
                <a:gd name="connsiteY1273" fmla="*/ 588931 h 752475"/>
                <a:gd name="connsiteX1274" fmla="*/ 663035 w 1085850"/>
                <a:gd name="connsiteY1274" fmla="*/ 587788 h 752475"/>
                <a:gd name="connsiteX1275" fmla="*/ 663416 w 1085850"/>
                <a:gd name="connsiteY1275" fmla="*/ 587026 h 752475"/>
                <a:gd name="connsiteX1276" fmla="*/ 663607 w 1085850"/>
                <a:gd name="connsiteY1276" fmla="*/ 586359 h 752475"/>
                <a:gd name="connsiteX1277" fmla="*/ 663226 w 1085850"/>
                <a:gd name="connsiteY1277" fmla="*/ 585883 h 752475"/>
                <a:gd name="connsiteX1278" fmla="*/ 662559 w 1085850"/>
                <a:gd name="connsiteY1278" fmla="*/ 585406 h 752475"/>
                <a:gd name="connsiteX1279" fmla="*/ 661606 w 1085850"/>
                <a:gd name="connsiteY1279" fmla="*/ 585121 h 752475"/>
                <a:gd name="connsiteX1280" fmla="*/ 657320 w 1085850"/>
                <a:gd name="connsiteY1280" fmla="*/ 584073 h 752475"/>
                <a:gd name="connsiteX1281" fmla="*/ 656272 w 1085850"/>
                <a:gd name="connsiteY1281" fmla="*/ 583501 h 752475"/>
                <a:gd name="connsiteX1282" fmla="*/ 655415 w 1085850"/>
                <a:gd name="connsiteY1282" fmla="*/ 582835 h 752475"/>
                <a:gd name="connsiteX1283" fmla="*/ 654844 w 1085850"/>
                <a:gd name="connsiteY1283" fmla="*/ 582168 h 752475"/>
                <a:gd name="connsiteX1284" fmla="*/ 654272 w 1085850"/>
                <a:gd name="connsiteY1284" fmla="*/ 581692 h 752475"/>
                <a:gd name="connsiteX1285" fmla="*/ 653510 w 1085850"/>
                <a:gd name="connsiteY1285" fmla="*/ 581406 h 752475"/>
                <a:gd name="connsiteX1286" fmla="*/ 650938 w 1085850"/>
                <a:gd name="connsiteY1286" fmla="*/ 581597 h 752475"/>
                <a:gd name="connsiteX1287" fmla="*/ 649414 w 1085850"/>
                <a:gd name="connsiteY1287" fmla="*/ 581406 h 752475"/>
                <a:gd name="connsiteX1288" fmla="*/ 647700 w 1085850"/>
                <a:gd name="connsiteY1288" fmla="*/ 580930 h 752475"/>
                <a:gd name="connsiteX1289" fmla="*/ 646271 w 1085850"/>
                <a:gd name="connsiteY1289" fmla="*/ 580072 h 752475"/>
                <a:gd name="connsiteX1290" fmla="*/ 645319 w 1085850"/>
                <a:gd name="connsiteY1290" fmla="*/ 579215 h 752475"/>
                <a:gd name="connsiteX1291" fmla="*/ 644747 w 1085850"/>
                <a:gd name="connsiteY1291" fmla="*/ 578358 h 752475"/>
                <a:gd name="connsiteX1292" fmla="*/ 644366 w 1085850"/>
                <a:gd name="connsiteY1292" fmla="*/ 577691 h 752475"/>
                <a:gd name="connsiteX1293" fmla="*/ 643985 w 1085850"/>
                <a:gd name="connsiteY1293" fmla="*/ 576548 h 752475"/>
                <a:gd name="connsiteX1294" fmla="*/ 643223 w 1085850"/>
                <a:gd name="connsiteY1294" fmla="*/ 572072 h 752475"/>
                <a:gd name="connsiteX1295" fmla="*/ 642747 w 1085850"/>
                <a:gd name="connsiteY1295" fmla="*/ 570547 h 752475"/>
                <a:gd name="connsiteX1296" fmla="*/ 641985 w 1085850"/>
                <a:gd name="connsiteY1296" fmla="*/ 569500 h 752475"/>
                <a:gd name="connsiteX1297" fmla="*/ 640937 w 1085850"/>
                <a:gd name="connsiteY1297" fmla="*/ 569023 h 752475"/>
                <a:gd name="connsiteX1298" fmla="*/ 638937 w 1085850"/>
                <a:gd name="connsiteY1298" fmla="*/ 568833 h 752475"/>
                <a:gd name="connsiteX1299" fmla="*/ 638175 w 1085850"/>
                <a:gd name="connsiteY1299" fmla="*/ 568547 h 752475"/>
                <a:gd name="connsiteX1300" fmla="*/ 637413 w 1085850"/>
                <a:gd name="connsiteY1300" fmla="*/ 567785 h 752475"/>
                <a:gd name="connsiteX1301" fmla="*/ 635889 w 1085850"/>
                <a:gd name="connsiteY1301" fmla="*/ 565880 h 752475"/>
                <a:gd name="connsiteX1302" fmla="*/ 635508 w 1085850"/>
                <a:gd name="connsiteY1302" fmla="*/ 564928 h 752475"/>
                <a:gd name="connsiteX1303" fmla="*/ 635413 w 1085850"/>
                <a:gd name="connsiteY1303" fmla="*/ 563785 h 752475"/>
                <a:gd name="connsiteX1304" fmla="*/ 635794 w 1085850"/>
                <a:gd name="connsiteY1304" fmla="*/ 562356 h 752475"/>
                <a:gd name="connsiteX1305" fmla="*/ 636270 w 1085850"/>
                <a:gd name="connsiteY1305" fmla="*/ 559594 h 752475"/>
                <a:gd name="connsiteX1306" fmla="*/ 636175 w 1085850"/>
                <a:gd name="connsiteY1306" fmla="*/ 553879 h 752475"/>
                <a:gd name="connsiteX1307" fmla="*/ 635889 w 1085850"/>
                <a:gd name="connsiteY1307" fmla="*/ 551783 h 752475"/>
                <a:gd name="connsiteX1308" fmla="*/ 635318 w 1085850"/>
                <a:gd name="connsiteY1308" fmla="*/ 549878 h 752475"/>
                <a:gd name="connsiteX1309" fmla="*/ 633984 w 1085850"/>
                <a:gd name="connsiteY1309" fmla="*/ 546735 h 752475"/>
                <a:gd name="connsiteX1310" fmla="*/ 633793 w 1085850"/>
                <a:gd name="connsiteY1310" fmla="*/ 545306 h 752475"/>
                <a:gd name="connsiteX1311" fmla="*/ 633984 w 1085850"/>
                <a:gd name="connsiteY1311" fmla="*/ 544163 h 752475"/>
                <a:gd name="connsiteX1312" fmla="*/ 634460 w 1085850"/>
                <a:gd name="connsiteY1312" fmla="*/ 542830 h 752475"/>
                <a:gd name="connsiteX1313" fmla="*/ 634651 w 1085850"/>
                <a:gd name="connsiteY1313" fmla="*/ 541877 h 752475"/>
                <a:gd name="connsiteX1314" fmla="*/ 635318 w 1085850"/>
                <a:gd name="connsiteY1314" fmla="*/ 541115 h 752475"/>
                <a:gd name="connsiteX1315" fmla="*/ 637032 w 1085850"/>
                <a:gd name="connsiteY1315" fmla="*/ 540544 h 752475"/>
                <a:gd name="connsiteX1316" fmla="*/ 640556 w 1085850"/>
                <a:gd name="connsiteY1316" fmla="*/ 539972 h 752475"/>
                <a:gd name="connsiteX1317" fmla="*/ 653415 w 1085850"/>
                <a:gd name="connsiteY1317" fmla="*/ 535305 h 752475"/>
                <a:gd name="connsiteX1318" fmla="*/ 654463 w 1085850"/>
                <a:gd name="connsiteY1318" fmla="*/ 534352 h 752475"/>
                <a:gd name="connsiteX1319" fmla="*/ 654939 w 1085850"/>
                <a:gd name="connsiteY1319" fmla="*/ 532733 h 752475"/>
                <a:gd name="connsiteX1320" fmla="*/ 654939 w 1085850"/>
                <a:gd name="connsiteY1320" fmla="*/ 531209 h 752475"/>
                <a:gd name="connsiteX1321" fmla="*/ 655130 w 1085850"/>
                <a:gd name="connsiteY1321" fmla="*/ 529780 h 752475"/>
                <a:gd name="connsiteX1322" fmla="*/ 655510 w 1085850"/>
                <a:gd name="connsiteY1322" fmla="*/ 529018 h 752475"/>
                <a:gd name="connsiteX1323" fmla="*/ 655701 w 1085850"/>
                <a:gd name="connsiteY1323" fmla="*/ 528638 h 752475"/>
                <a:gd name="connsiteX1324" fmla="*/ 655892 w 1085850"/>
                <a:gd name="connsiteY1324" fmla="*/ 528542 h 752475"/>
                <a:gd name="connsiteX1325" fmla="*/ 657225 w 1085850"/>
                <a:gd name="connsiteY1325" fmla="*/ 528161 h 752475"/>
                <a:gd name="connsiteX1326" fmla="*/ 660273 w 1085850"/>
                <a:gd name="connsiteY1326" fmla="*/ 528161 h 752475"/>
                <a:gd name="connsiteX1327" fmla="*/ 660749 w 1085850"/>
                <a:gd name="connsiteY1327" fmla="*/ 529304 h 752475"/>
                <a:gd name="connsiteX1328" fmla="*/ 662273 w 1085850"/>
                <a:gd name="connsiteY1328" fmla="*/ 531209 h 752475"/>
                <a:gd name="connsiteX1329" fmla="*/ 663130 w 1085850"/>
                <a:gd name="connsiteY1329" fmla="*/ 532352 h 752475"/>
                <a:gd name="connsiteX1330" fmla="*/ 663607 w 1085850"/>
                <a:gd name="connsiteY1330" fmla="*/ 533781 h 752475"/>
                <a:gd name="connsiteX1331" fmla="*/ 663797 w 1085850"/>
                <a:gd name="connsiteY1331" fmla="*/ 535210 h 752475"/>
                <a:gd name="connsiteX1332" fmla="*/ 663797 w 1085850"/>
                <a:gd name="connsiteY1332" fmla="*/ 539401 h 752475"/>
                <a:gd name="connsiteX1333" fmla="*/ 663988 w 1085850"/>
                <a:gd name="connsiteY1333" fmla="*/ 540639 h 752475"/>
                <a:gd name="connsiteX1334" fmla="*/ 664178 w 1085850"/>
                <a:gd name="connsiteY1334" fmla="*/ 541592 h 752475"/>
                <a:gd name="connsiteX1335" fmla="*/ 664655 w 1085850"/>
                <a:gd name="connsiteY1335" fmla="*/ 542163 h 752475"/>
                <a:gd name="connsiteX1336" fmla="*/ 665417 w 1085850"/>
                <a:gd name="connsiteY1336" fmla="*/ 542258 h 752475"/>
                <a:gd name="connsiteX1337" fmla="*/ 670084 w 1085850"/>
                <a:gd name="connsiteY1337" fmla="*/ 541687 h 752475"/>
                <a:gd name="connsiteX1338" fmla="*/ 674656 w 1085850"/>
                <a:gd name="connsiteY1338" fmla="*/ 539972 h 752475"/>
                <a:gd name="connsiteX1339" fmla="*/ 680561 w 1085850"/>
                <a:gd name="connsiteY1339" fmla="*/ 536448 h 752475"/>
                <a:gd name="connsiteX1340" fmla="*/ 682752 w 1085850"/>
                <a:gd name="connsiteY1340" fmla="*/ 534162 h 752475"/>
                <a:gd name="connsiteX1341" fmla="*/ 684276 w 1085850"/>
                <a:gd name="connsiteY1341" fmla="*/ 533209 h 752475"/>
                <a:gd name="connsiteX1342" fmla="*/ 684847 w 1085850"/>
                <a:gd name="connsiteY1342" fmla="*/ 532924 h 752475"/>
                <a:gd name="connsiteX1343" fmla="*/ 686562 w 1085850"/>
                <a:gd name="connsiteY1343" fmla="*/ 532543 h 752475"/>
                <a:gd name="connsiteX1344" fmla="*/ 687324 w 1085850"/>
                <a:gd name="connsiteY1344" fmla="*/ 532543 h 752475"/>
                <a:gd name="connsiteX1345" fmla="*/ 701516 w 1085850"/>
                <a:gd name="connsiteY1345" fmla="*/ 534448 h 752475"/>
                <a:gd name="connsiteX1346" fmla="*/ 702755 w 1085850"/>
                <a:gd name="connsiteY1346" fmla="*/ 534924 h 752475"/>
                <a:gd name="connsiteX1347" fmla="*/ 704659 w 1085850"/>
                <a:gd name="connsiteY1347" fmla="*/ 536638 h 752475"/>
                <a:gd name="connsiteX1348" fmla="*/ 705612 w 1085850"/>
                <a:gd name="connsiteY1348" fmla="*/ 538163 h 752475"/>
                <a:gd name="connsiteX1349" fmla="*/ 705993 w 1085850"/>
                <a:gd name="connsiteY1349" fmla="*/ 539305 h 752475"/>
                <a:gd name="connsiteX1350" fmla="*/ 706088 w 1085850"/>
                <a:gd name="connsiteY1350" fmla="*/ 540448 h 752475"/>
                <a:gd name="connsiteX1351" fmla="*/ 706088 w 1085850"/>
                <a:gd name="connsiteY1351" fmla="*/ 541306 h 752475"/>
                <a:gd name="connsiteX1352" fmla="*/ 706184 w 1085850"/>
                <a:gd name="connsiteY1352" fmla="*/ 542163 h 752475"/>
                <a:gd name="connsiteX1353" fmla="*/ 706564 w 1085850"/>
                <a:gd name="connsiteY1353" fmla="*/ 542830 h 752475"/>
                <a:gd name="connsiteX1354" fmla="*/ 707612 w 1085850"/>
                <a:gd name="connsiteY1354" fmla="*/ 543306 h 752475"/>
                <a:gd name="connsiteX1355" fmla="*/ 708660 w 1085850"/>
                <a:gd name="connsiteY1355" fmla="*/ 543401 h 752475"/>
                <a:gd name="connsiteX1356" fmla="*/ 710375 w 1085850"/>
                <a:gd name="connsiteY1356" fmla="*/ 543115 h 752475"/>
                <a:gd name="connsiteX1357" fmla="*/ 715327 w 1085850"/>
                <a:gd name="connsiteY1357" fmla="*/ 541687 h 752475"/>
                <a:gd name="connsiteX1358" fmla="*/ 716280 w 1085850"/>
                <a:gd name="connsiteY1358" fmla="*/ 541687 h 752475"/>
                <a:gd name="connsiteX1359" fmla="*/ 717423 w 1085850"/>
                <a:gd name="connsiteY1359" fmla="*/ 541877 h 752475"/>
                <a:gd name="connsiteX1360" fmla="*/ 718852 w 1085850"/>
                <a:gd name="connsiteY1360" fmla="*/ 542449 h 752475"/>
                <a:gd name="connsiteX1361" fmla="*/ 720090 w 1085850"/>
                <a:gd name="connsiteY1361" fmla="*/ 543115 h 752475"/>
                <a:gd name="connsiteX1362" fmla="*/ 721138 w 1085850"/>
                <a:gd name="connsiteY1362" fmla="*/ 543973 h 752475"/>
                <a:gd name="connsiteX1363" fmla="*/ 730853 w 1085850"/>
                <a:gd name="connsiteY1363" fmla="*/ 553307 h 752475"/>
                <a:gd name="connsiteX1364" fmla="*/ 736187 w 1085850"/>
                <a:gd name="connsiteY1364" fmla="*/ 559689 h 752475"/>
                <a:gd name="connsiteX1365" fmla="*/ 736854 w 1085850"/>
                <a:gd name="connsiteY1365" fmla="*/ 560642 h 752475"/>
                <a:gd name="connsiteX1366" fmla="*/ 737044 w 1085850"/>
                <a:gd name="connsiteY1366" fmla="*/ 561499 h 752475"/>
                <a:gd name="connsiteX1367" fmla="*/ 736759 w 1085850"/>
                <a:gd name="connsiteY1367" fmla="*/ 562261 h 752475"/>
                <a:gd name="connsiteX1368" fmla="*/ 736378 w 1085850"/>
                <a:gd name="connsiteY1368" fmla="*/ 562642 h 752475"/>
                <a:gd name="connsiteX1369" fmla="*/ 735806 w 1085850"/>
                <a:gd name="connsiteY1369" fmla="*/ 563023 h 752475"/>
                <a:gd name="connsiteX1370" fmla="*/ 735235 w 1085850"/>
                <a:gd name="connsiteY1370" fmla="*/ 563594 h 752475"/>
                <a:gd name="connsiteX1371" fmla="*/ 734759 w 1085850"/>
                <a:gd name="connsiteY1371" fmla="*/ 564356 h 752475"/>
                <a:gd name="connsiteX1372" fmla="*/ 734759 w 1085850"/>
                <a:gd name="connsiteY1372" fmla="*/ 565404 h 752475"/>
                <a:gd name="connsiteX1373" fmla="*/ 735139 w 1085850"/>
                <a:gd name="connsiteY1373" fmla="*/ 566166 h 752475"/>
                <a:gd name="connsiteX1374" fmla="*/ 735901 w 1085850"/>
                <a:gd name="connsiteY1374" fmla="*/ 566833 h 752475"/>
                <a:gd name="connsiteX1375" fmla="*/ 736949 w 1085850"/>
                <a:gd name="connsiteY1375" fmla="*/ 567404 h 752475"/>
                <a:gd name="connsiteX1376" fmla="*/ 737616 w 1085850"/>
                <a:gd name="connsiteY1376" fmla="*/ 567880 h 752475"/>
                <a:gd name="connsiteX1377" fmla="*/ 738092 w 1085850"/>
                <a:gd name="connsiteY1377" fmla="*/ 568833 h 752475"/>
                <a:gd name="connsiteX1378" fmla="*/ 739616 w 1085850"/>
                <a:gd name="connsiteY1378" fmla="*/ 573500 h 752475"/>
                <a:gd name="connsiteX1379" fmla="*/ 740093 w 1085850"/>
                <a:gd name="connsiteY1379" fmla="*/ 574453 h 752475"/>
                <a:gd name="connsiteX1380" fmla="*/ 740759 w 1085850"/>
                <a:gd name="connsiteY1380" fmla="*/ 575310 h 752475"/>
                <a:gd name="connsiteX1381" fmla="*/ 742378 w 1085850"/>
                <a:gd name="connsiteY1381" fmla="*/ 576358 h 752475"/>
                <a:gd name="connsiteX1382" fmla="*/ 742855 w 1085850"/>
                <a:gd name="connsiteY1382" fmla="*/ 576739 h 752475"/>
                <a:gd name="connsiteX1383" fmla="*/ 743331 w 1085850"/>
                <a:gd name="connsiteY1383" fmla="*/ 577501 h 752475"/>
                <a:gd name="connsiteX1384" fmla="*/ 744569 w 1085850"/>
                <a:gd name="connsiteY1384" fmla="*/ 580168 h 752475"/>
                <a:gd name="connsiteX1385" fmla="*/ 744664 w 1085850"/>
                <a:gd name="connsiteY1385" fmla="*/ 581120 h 752475"/>
                <a:gd name="connsiteX1386" fmla="*/ 744760 w 1085850"/>
                <a:gd name="connsiteY1386" fmla="*/ 582644 h 752475"/>
                <a:gd name="connsiteX1387" fmla="*/ 745141 w 1085850"/>
                <a:gd name="connsiteY1387" fmla="*/ 585597 h 752475"/>
                <a:gd name="connsiteX1388" fmla="*/ 745712 w 1085850"/>
                <a:gd name="connsiteY1388" fmla="*/ 588169 h 752475"/>
                <a:gd name="connsiteX1389" fmla="*/ 746569 w 1085850"/>
                <a:gd name="connsiteY1389" fmla="*/ 590074 h 752475"/>
                <a:gd name="connsiteX1390" fmla="*/ 746760 w 1085850"/>
                <a:gd name="connsiteY1390" fmla="*/ 590740 h 752475"/>
                <a:gd name="connsiteX1391" fmla="*/ 746379 w 1085850"/>
                <a:gd name="connsiteY1391" fmla="*/ 595313 h 752475"/>
                <a:gd name="connsiteX1392" fmla="*/ 746474 w 1085850"/>
                <a:gd name="connsiteY1392" fmla="*/ 596360 h 752475"/>
                <a:gd name="connsiteX1393" fmla="*/ 746951 w 1085850"/>
                <a:gd name="connsiteY1393" fmla="*/ 597408 h 752475"/>
                <a:gd name="connsiteX1394" fmla="*/ 748951 w 1085850"/>
                <a:gd name="connsiteY1394" fmla="*/ 599884 h 752475"/>
                <a:gd name="connsiteX1395" fmla="*/ 749522 w 1085850"/>
                <a:gd name="connsiteY1395" fmla="*/ 600932 h 752475"/>
                <a:gd name="connsiteX1396" fmla="*/ 751427 w 1085850"/>
                <a:gd name="connsiteY1396" fmla="*/ 605409 h 752475"/>
                <a:gd name="connsiteX1397" fmla="*/ 752665 w 1085850"/>
                <a:gd name="connsiteY1397" fmla="*/ 607409 h 752475"/>
                <a:gd name="connsiteX1398" fmla="*/ 754189 w 1085850"/>
                <a:gd name="connsiteY1398" fmla="*/ 608933 h 752475"/>
                <a:gd name="connsiteX1399" fmla="*/ 757047 w 1085850"/>
                <a:gd name="connsiteY1399" fmla="*/ 610838 h 752475"/>
                <a:gd name="connsiteX1400" fmla="*/ 767905 w 1085850"/>
                <a:gd name="connsiteY1400" fmla="*/ 615696 h 752475"/>
                <a:gd name="connsiteX1401" fmla="*/ 771334 w 1085850"/>
                <a:gd name="connsiteY1401" fmla="*/ 616648 h 752475"/>
                <a:gd name="connsiteX1402" fmla="*/ 772573 w 1085850"/>
                <a:gd name="connsiteY1402" fmla="*/ 617220 h 752475"/>
                <a:gd name="connsiteX1403" fmla="*/ 780478 w 1085850"/>
                <a:gd name="connsiteY1403" fmla="*/ 622459 h 752475"/>
                <a:gd name="connsiteX1404" fmla="*/ 782479 w 1085850"/>
                <a:gd name="connsiteY1404" fmla="*/ 624173 h 752475"/>
                <a:gd name="connsiteX1405" fmla="*/ 783431 w 1085850"/>
                <a:gd name="connsiteY1405" fmla="*/ 626078 h 752475"/>
                <a:gd name="connsiteX1406" fmla="*/ 784098 w 1085850"/>
                <a:gd name="connsiteY1406" fmla="*/ 628269 h 752475"/>
                <a:gd name="connsiteX1407" fmla="*/ 785908 w 1085850"/>
                <a:gd name="connsiteY1407" fmla="*/ 632746 h 752475"/>
                <a:gd name="connsiteX1408" fmla="*/ 786575 w 1085850"/>
                <a:gd name="connsiteY1408" fmla="*/ 633793 h 752475"/>
                <a:gd name="connsiteX1409" fmla="*/ 787622 w 1085850"/>
                <a:gd name="connsiteY1409" fmla="*/ 634746 h 752475"/>
                <a:gd name="connsiteX1410" fmla="*/ 788956 w 1085850"/>
                <a:gd name="connsiteY1410" fmla="*/ 635318 h 752475"/>
                <a:gd name="connsiteX1411" fmla="*/ 790861 w 1085850"/>
                <a:gd name="connsiteY1411" fmla="*/ 635413 h 752475"/>
                <a:gd name="connsiteX1412" fmla="*/ 792385 w 1085850"/>
                <a:gd name="connsiteY1412" fmla="*/ 635413 h 752475"/>
                <a:gd name="connsiteX1413" fmla="*/ 793528 w 1085850"/>
                <a:gd name="connsiteY1413" fmla="*/ 635698 h 752475"/>
                <a:gd name="connsiteX1414" fmla="*/ 795052 w 1085850"/>
                <a:gd name="connsiteY1414" fmla="*/ 637222 h 752475"/>
                <a:gd name="connsiteX1415" fmla="*/ 796195 w 1085850"/>
                <a:gd name="connsiteY1415" fmla="*/ 637984 h 752475"/>
                <a:gd name="connsiteX1416" fmla="*/ 798671 w 1085850"/>
                <a:gd name="connsiteY1416" fmla="*/ 638842 h 752475"/>
                <a:gd name="connsiteX1417" fmla="*/ 805243 w 1085850"/>
                <a:gd name="connsiteY1417" fmla="*/ 639604 h 752475"/>
                <a:gd name="connsiteX1418" fmla="*/ 806482 w 1085850"/>
                <a:gd name="connsiteY1418" fmla="*/ 640080 h 752475"/>
                <a:gd name="connsiteX1419" fmla="*/ 807910 w 1085850"/>
                <a:gd name="connsiteY1419" fmla="*/ 640937 h 752475"/>
                <a:gd name="connsiteX1420" fmla="*/ 811149 w 1085850"/>
                <a:gd name="connsiteY1420" fmla="*/ 643414 h 752475"/>
                <a:gd name="connsiteX1421" fmla="*/ 812387 w 1085850"/>
                <a:gd name="connsiteY1421" fmla="*/ 644080 h 752475"/>
                <a:gd name="connsiteX1422" fmla="*/ 815435 w 1085850"/>
                <a:gd name="connsiteY1422" fmla="*/ 645128 h 752475"/>
                <a:gd name="connsiteX1423" fmla="*/ 816959 w 1085850"/>
                <a:gd name="connsiteY1423" fmla="*/ 645985 h 752475"/>
                <a:gd name="connsiteX1424" fmla="*/ 820293 w 1085850"/>
                <a:gd name="connsiteY1424" fmla="*/ 648272 h 752475"/>
                <a:gd name="connsiteX1425" fmla="*/ 821531 w 1085850"/>
                <a:gd name="connsiteY1425" fmla="*/ 648462 h 752475"/>
                <a:gd name="connsiteX1426" fmla="*/ 822103 w 1085850"/>
                <a:gd name="connsiteY1426" fmla="*/ 648176 h 752475"/>
                <a:gd name="connsiteX1427" fmla="*/ 822769 w 1085850"/>
                <a:gd name="connsiteY1427" fmla="*/ 647033 h 752475"/>
                <a:gd name="connsiteX1428" fmla="*/ 825436 w 1085850"/>
                <a:gd name="connsiteY1428" fmla="*/ 638556 h 752475"/>
                <a:gd name="connsiteX1429" fmla="*/ 825627 w 1085850"/>
                <a:gd name="connsiteY1429" fmla="*/ 637318 h 752475"/>
                <a:gd name="connsiteX1430" fmla="*/ 825627 w 1085850"/>
                <a:gd name="connsiteY1430" fmla="*/ 636080 h 752475"/>
                <a:gd name="connsiteX1431" fmla="*/ 825436 w 1085850"/>
                <a:gd name="connsiteY1431" fmla="*/ 633698 h 752475"/>
                <a:gd name="connsiteX1432" fmla="*/ 825532 w 1085850"/>
                <a:gd name="connsiteY1432" fmla="*/ 632460 h 752475"/>
                <a:gd name="connsiteX1433" fmla="*/ 826008 w 1085850"/>
                <a:gd name="connsiteY1433" fmla="*/ 631508 h 752475"/>
                <a:gd name="connsiteX1434" fmla="*/ 826770 w 1085850"/>
                <a:gd name="connsiteY1434" fmla="*/ 630746 h 752475"/>
                <a:gd name="connsiteX1435" fmla="*/ 827627 w 1085850"/>
                <a:gd name="connsiteY1435" fmla="*/ 630269 h 752475"/>
                <a:gd name="connsiteX1436" fmla="*/ 829818 w 1085850"/>
                <a:gd name="connsiteY1436" fmla="*/ 629698 h 752475"/>
                <a:gd name="connsiteX1437" fmla="*/ 830866 w 1085850"/>
                <a:gd name="connsiteY1437" fmla="*/ 629126 h 752475"/>
                <a:gd name="connsiteX1438" fmla="*/ 831723 w 1085850"/>
                <a:gd name="connsiteY1438" fmla="*/ 628174 h 752475"/>
                <a:gd name="connsiteX1439" fmla="*/ 832199 w 1085850"/>
                <a:gd name="connsiteY1439" fmla="*/ 626935 h 752475"/>
                <a:gd name="connsiteX1440" fmla="*/ 832485 w 1085850"/>
                <a:gd name="connsiteY1440" fmla="*/ 625793 h 752475"/>
                <a:gd name="connsiteX1441" fmla="*/ 832771 w 1085850"/>
                <a:gd name="connsiteY1441" fmla="*/ 622935 h 752475"/>
                <a:gd name="connsiteX1442" fmla="*/ 832961 w 1085850"/>
                <a:gd name="connsiteY1442" fmla="*/ 622078 h 752475"/>
                <a:gd name="connsiteX1443" fmla="*/ 833247 w 1085850"/>
                <a:gd name="connsiteY1443" fmla="*/ 621411 h 752475"/>
                <a:gd name="connsiteX1444" fmla="*/ 833723 w 1085850"/>
                <a:gd name="connsiteY1444" fmla="*/ 621316 h 752475"/>
                <a:gd name="connsiteX1445" fmla="*/ 834485 w 1085850"/>
                <a:gd name="connsiteY1445" fmla="*/ 621697 h 752475"/>
                <a:gd name="connsiteX1446" fmla="*/ 835914 w 1085850"/>
                <a:gd name="connsiteY1446" fmla="*/ 623697 h 752475"/>
                <a:gd name="connsiteX1447" fmla="*/ 836962 w 1085850"/>
                <a:gd name="connsiteY1447" fmla="*/ 625602 h 752475"/>
                <a:gd name="connsiteX1448" fmla="*/ 837914 w 1085850"/>
                <a:gd name="connsiteY1448" fmla="*/ 627126 h 752475"/>
                <a:gd name="connsiteX1449" fmla="*/ 839343 w 1085850"/>
                <a:gd name="connsiteY1449" fmla="*/ 628555 h 752475"/>
                <a:gd name="connsiteX1450" fmla="*/ 840486 w 1085850"/>
                <a:gd name="connsiteY1450" fmla="*/ 629317 h 752475"/>
                <a:gd name="connsiteX1451" fmla="*/ 841153 w 1085850"/>
                <a:gd name="connsiteY1451" fmla="*/ 629698 h 752475"/>
                <a:gd name="connsiteX1452" fmla="*/ 841724 w 1085850"/>
                <a:gd name="connsiteY1452" fmla="*/ 629793 h 752475"/>
                <a:gd name="connsiteX1453" fmla="*/ 842201 w 1085850"/>
                <a:gd name="connsiteY1453" fmla="*/ 629793 h 752475"/>
                <a:gd name="connsiteX1454" fmla="*/ 845439 w 1085850"/>
                <a:gd name="connsiteY1454" fmla="*/ 629126 h 752475"/>
                <a:gd name="connsiteX1455" fmla="*/ 846868 w 1085850"/>
                <a:gd name="connsiteY1455" fmla="*/ 629317 h 752475"/>
                <a:gd name="connsiteX1456" fmla="*/ 848201 w 1085850"/>
                <a:gd name="connsiteY1456" fmla="*/ 630174 h 752475"/>
                <a:gd name="connsiteX1457" fmla="*/ 851154 w 1085850"/>
                <a:gd name="connsiteY1457" fmla="*/ 634936 h 752475"/>
                <a:gd name="connsiteX1458" fmla="*/ 855345 w 1085850"/>
                <a:gd name="connsiteY1458" fmla="*/ 638461 h 752475"/>
                <a:gd name="connsiteX1459" fmla="*/ 856012 w 1085850"/>
                <a:gd name="connsiteY1459" fmla="*/ 639318 h 752475"/>
                <a:gd name="connsiteX1460" fmla="*/ 856297 w 1085850"/>
                <a:gd name="connsiteY1460" fmla="*/ 640366 h 752475"/>
                <a:gd name="connsiteX1461" fmla="*/ 857059 w 1085850"/>
                <a:gd name="connsiteY1461" fmla="*/ 644652 h 752475"/>
                <a:gd name="connsiteX1462" fmla="*/ 857155 w 1085850"/>
                <a:gd name="connsiteY1462" fmla="*/ 646081 h 752475"/>
                <a:gd name="connsiteX1463" fmla="*/ 857059 w 1085850"/>
                <a:gd name="connsiteY1463" fmla="*/ 647700 h 752475"/>
                <a:gd name="connsiteX1464" fmla="*/ 856297 w 1085850"/>
                <a:gd name="connsiteY1464" fmla="*/ 650367 h 752475"/>
                <a:gd name="connsiteX1465" fmla="*/ 855821 w 1085850"/>
                <a:gd name="connsiteY1465" fmla="*/ 651319 h 752475"/>
                <a:gd name="connsiteX1466" fmla="*/ 854488 w 1085850"/>
                <a:gd name="connsiteY1466" fmla="*/ 653605 h 752475"/>
                <a:gd name="connsiteX1467" fmla="*/ 854107 w 1085850"/>
                <a:gd name="connsiteY1467" fmla="*/ 654463 h 752475"/>
                <a:gd name="connsiteX1468" fmla="*/ 853916 w 1085850"/>
                <a:gd name="connsiteY1468" fmla="*/ 655225 h 752475"/>
                <a:gd name="connsiteX1469" fmla="*/ 854488 w 1085850"/>
                <a:gd name="connsiteY1469" fmla="*/ 656368 h 752475"/>
                <a:gd name="connsiteX1470" fmla="*/ 855726 w 1085850"/>
                <a:gd name="connsiteY1470" fmla="*/ 657415 h 752475"/>
                <a:gd name="connsiteX1471" fmla="*/ 858964 w 1085850"/>
                <a:gd name="connsiteY1471" fmla="*/ 658463 h 752475"/>
                <a:gd name="connsiteX1472" fmla="*/ 861060 w 1085850"/>
                <a:gd name="connsiteY1472" fmla="*/ 658654 h 752475"/>
                <a:gd name="connsiteX1473" fmla="*/ 862298 w 1085850"/>
                <a:gd name="connsiteY1473" fmla="*/ 658463 h 752475"/>
                <a:gd name="connsiteX1474" fmla="*/ 862870 w 1085850"/>
                <a:gd name="connsiteY1474" fmla="*/ 657606 h 752475"/>
                <a:gd name="connsiteX1475" fmla="*/ 863155 w 1085850"/>
                <a:gd name="connsiteY1475" fmla="*/ 656463 h 752475"/>
                <a:gd name="connsiteX1476" fmla="*/ 863727 w 1085850"/>
                <a:gd name="connsiteY1476" fmla="*/ 652463 h 752475"/>
                <a:gd name="connsiteX1477" fmla="*/ 864203 w 1085850"/>
                <a:gd name="connsiteY1477" fmla="*/ 650843 h 752475"/>
                <a:gd name="connsiteX1478" fmla="*/ 864775 w 1085850"/>
                <a:gd name="connsiteY1478" fmla="*/ 649986 h 752475"/>
                <a:gd name="connsiteX1479" fmla="*/ 865632 w 1085850"/>
                <a:gd name="connsiteY1479" fmla="*/ 649510 h 752475"/>
                <a:gd name="connsiteX1480" fmla="*/ 866965 w 1085850"/>
                <a:gd name="connsiteY1480" fmla="*/ 649034 h 752475"/>
                <a:gd name="connsiteX1481" fmla="*/ 869251 w 1085850"/>
                <a:gd name="connsiteY1481" fmla="*/ 648843 h 752475"/>
                <a:gd name="connsiteX1482" fmla="*/ 872109 w 1085850"/>
                <a:gd name="connsiteY1482" fmla="*/ 648938 h 752475"/>
                <a:gd name="connsiteX1483" fmla="*/ 873252 w 1085850"/>
                <a:gd name="connsiteY1483" fmla="*/ 648652 h 752475"/>
                <a:gd name="connsiteX1484" fmla="*/ 874395 w 1085850"/>
                <a:gd name="connsiteY1484" fmla="*/ 648176 h 752475"/>
                <a:gd name="connsiteX1485" fmla="*/ 875919 w 1085850"/>
                <a:gd name="connsiteY1485" fmla="*/ 647129 h 752475"/>
                <a:gd name="connsiteX1486" fmla="*/ 876300 w 1085850"/>
                <a:gd name="connsiteY1486" fmla="*/ 646938 h 752475"/>
                <a:gd name="connsiteX1487" fmla="*/ 879729 w 1085850"/>
                <a:gd name="connsiteY1487" fmla="*/ 649986 h 752475"/>
                <a:gd name="connsiteX1488" fmla="*/ 880681 w 1085850"/>
                <a:gd name="connsiteY1488" fmla="*/ 651034 h 752475"/>
                <a:gd name="connsiteX1489" fmla="*/ 881063 w 1085850"/>
                <a:gd name="connsiteY1489" fmla="*/ 651891 h 752475"/>
                <a:gd name="connsiteX1490" fmla="*/ 883444 w 1085850"/>
                <a:gd name="connsiteY1490" fmla="*/ 653986 h 752475"/>
                <a:gd name="connsiteX1491" fmla="*/ 884301 w 1085850"/>
                <a:gd name="connsiteY1491" fmla="*/ 655415 h 752475"/>
                <a:gd name="connsiteX1492" fmla="*/ 884492 w 1085850"/>
                <a:gd name="connsiteY1492" fmla="*/ 656654 h 752475"/>
                <a:gd name="connsiteX1493" fmla="*/ 884682 w 1085850"/>
                <a:gd name="connsiteY1493" fmla="*/ 657892 h 752475"/>
                <a:gd name="connsiteX1494" fmla="*/ 885063 w 1085850"/>
                <a:gd name="connsiteY1494" fmla="*/ 659225 h 752475"/>
                <a:gd name="connsiteX1495" fmla="*/ 885634 w 1085850"/>
                <a:gd name="connsiteY1495" fmla="*/ 659987 h 752475"/>
                <a:gd name="connsiteX1496" fmla="*/ 886397 w 1085850"/>
                <a:gd name="connsiteY1496" fmla="*/ 660463 h 752475"/>
                <a:gd name="connsiteX1497" fmla="*/ 887063 w 1085850"/>
                <a:gd name="connsiteY1497" fmla="*/ 661035 h 752475"/>
                <a:gd name="connsiteX1498" fmla="*/ 887349 w 1085850"/>
                <a:gd name="connsiteY1498" fmla="*/ 662083 h 752475"/>
                <a:gd name="connsiteX1499" fmla="*/ 887730 w 1085850"/>
                <a:gd name="connsiteY1499" fmla="*/ 663130 h 752475"/>
                <a:gd name="connsiteX1500" fmla="*/ 888778 w 1085850"/>
                <a:gd name="connsiteY1500" fmla="*/ 664083 h 752475"/>
                <a:gd name="connsiteX1501" fmla="*/ 889159 w 1085850"/>
                <a:gd name="connsiteY1501" fmla="*/ 664845 h 752475"/>
                <a:gd name="connsiteX1502" fmla="*/ 889254 w 1085850"/>
                <a:gd name="connsiteY1502" fmla="*/ 665321 h 752475"/>
                <a:gd name="connsiteX1503" fmla="*/ 888682 w 1085850"/>
                <a:gd name="connsiteY1503" fmla="*/ 666750 h 752475"/>
                <a:gd name="connsiteX1504" fmla="*/ 888301 w 1085850"/>
                <a:gd name="connsiteY1504" fmla="*/ 667417 h 752475"/>
                <a:gd name="connsiteX1505" fmla="*/ 887921 w 1085850"/>
                <a:gd name="connsiteY1505" fmla="*/ 667798 h 752475"/>
                <a:gd name="connsiteX1506" fmla="*/ 887635 w 1085850"/>
                <a:gd name="connsiteY1506" fmla="*/ 668179 h 752475"/>
                <a:gd name="connsiteX1507" fmla="*/ 884206 w 1085850"/>
                <a:gd name="connsiteY1507" fmla="*/ 670560 h 752475"/>
                <a:gd name="connsiteX1508" fmla="*/ 883063 w 1085850"/>
                <a:gd name="connsiteY1508" fmla="*/ 671513 h 752475"/>
                <a:gd name="connsiteX1509" fmla="*/ 882682 w 1085850"/>
                <a:gd name="connsiteY1509" fmla="*/ 671989 h 752475"/>
                <a:gd name="connsiteX1510" fmla="*/ 882205 w 1085850"/>
                <a:gd name="connsiteY1510" fmla="*/ 672751 h 752475"/>
                <a:gd name="connsiteX1511" fmla="*/ 881825 w 1085850"/>
                <a:gd name="connsiteY1511" fmla="*/ 673798 h 752475"/>
                <a:gd name="connsiteX1512" fmla="*/ 881729 w 1085850"/>
                <a:gd name="connsiteY1512" fmla="*/ 674656 h 752475"/>
                <a:gd name="connsiteX1513" fmla="*/ 881920 w 1085850"/>
                <a:gd name="connsiteY1513" fmla="*/ 675608 h 752475"/>
                <a:gd name="connsiteX1514" fmla="*/ 883444 w 1085850"/>
                <a:gd name="connsiteY1514" fmla="*/ 677704 h 752475"/>
                <a:gd name="connsiteX1515" fmla="*/ 886873 w 1085850"/>
                <a:gd name="connsiteY1515" fmla="*/ 680466 h 752475"/>
                <a:gd name="connsiteX1516" fmla="*/ 887921 w 1085850"/>
                <a:gd name="connsiteY1516" fmla="*/ 679037 h 752475"/>
                <a:gd name="connsiteX1517" fmla="*/ 891540 w 1085850"/>
                <a:gd name="connsiteY1517" fmla="*/ 677132 h 752475"/>
                <a:gd name="connsiteX1518" fmla="*/ 892111 w 1085850"/>
                <a:gd name="connsiteY1518" fmla="*/ 676656 h 752475"/>
                <a:gd name="connsiteX1519" fmla="*/ 892588 w 1085850"/>
                <a:gd name="connsiteY1519" fmla="*/ 675989 h 752475"/>
                <a:gd name="connsiteX1520" fmla="*/ 894112 w 1085850"/>
                <a:gd name="connsiteY1520" fmla="*/ 671227 h 752475"/>
                <a:gd name="connsiteX1521" fmla="*/ 895159 w 1085850"/>
                <a:gd name="connsiteY1521" fmla="*/ 668846 h 752475"/>
                <a:gd name="connsiteX1522" fmla="*/ 895350 w 1085850"/>
                <a:gd name="connsiteY1522" fmla="*/ 667702 h 752475"/>
                <a:gd name="connsiteX1523" fmla="*/ 895350 w 1085850"/>
                <a:gd name="connsiteY1523" fmla="*/ 667512 h 752475"/>
                <a:gd name="connsiteX1524" fmla="*/ 895350 w 1085850"/>
                <a:gd name="connsiteY1524" fmla="*/ 667417 h 752475"/>
                <a:gd name="connsiteX1525" fmla="*/ 895540 w 1085850"/>
                <a:gd name="connsiteY1525" fmla="*/ 666083 h 752475"/>
                <a:gd name="connsiteX1526" fmla="*/ 895636 w 1085850"/>
                <a:gd name="connsiteY1526" fmla="*/ 663797 h 752475"/>
                <a:gd name="connsiteX1527" fmla="*/ 895826 w 1085850"/>
                <a:gd name="connsiteY1527" fmla="*/ 662464 h 752475"/>
                <a:gd name="connsiteX1528" fmla="*/ 896207 w 1085850"/>
                <a:gd name="connsiteY1528" fmla="*/ 661416 h 752475"/>
                <a:gd name="connsiteX1529" fmla="*/ 896969 w 1085850"/>
                <a:gd name="connsiteY1529" fmla="*/ 660273 h 752475"/>
                <a:gd name="connsiteX1530" fmla="*/ 898017 w 1085850"/>
                <a:gd name="connsiteY1530" fmla="*/ 659225 h 752475"/>
                <a:gd name="connsiteX1531" fmla="*/ 898684 w 1085850"/>
                <a:gd name="connsiteY1531" fmla="*/ 657892 h 752475"/>
                <a:gd name="connsiteX1532" fmla="*/ 898874 w 1085850"/>
                <a:gd name="connsiteY1532" fmla="*/ 656939 h 752475"/>
                <a:gd name="connsiteX1533" fmla="*/ 898303 w 1085850"/>
                <a:gd name="connsiteY1533" fmla="*/ 655320 h 752475"/>
                <a:gd name="connsiteX1534" fmla="*/ 898112 w 1085850"/>
                <a:gd name="connsiteY1534" fmla="*/ 654653 h 752475"/>
                <a:gd name="connsiteX1535" fmla="*/ 898303 w 1085850"/>
                <a:gd name="connsiteY1535" fmla="*/ 654082 h 752475"/>
                <a:gd name="connsiteX1536" fmla="*/ 899160 w 1085850"/>
                <a:gd name="connsiteY1536" fmla="*/ 653701 h 752475"/>
                <a:gd name="connsiteX1537" fmla="*/ 900113 w 1085850"/>
                <a:gd name="connsiteY1537" fmla="*/ 653796 h 752475"/>
                <a:gd name="connsiteX1538" fmla="*/ 903922 w 1085850"/>
                <a:gd name="connsiteY1538" fmla="*/ 655225 h 752475"/>
                <a:gd name="connsiteX1539" fmla="*/ 911161 w 1085850"/>
                <a:gd name="connsiteY1539" fmla="*/ 655892 h 752475"/>
                <a:gd name="connsiteX1540" fmla="*/ 912019 w 1085850"/>
                <a:gd name="connsiteY1540" fmla="*/ 656177 h 752475"/>
                <a:gd name="connsiteX1541" fmla="*/ 913638 w 1085850"/>
                <a:gd name="connsiteY1541" fmla="*/ 656749 h 752475"/>
                <a:gd name="connsiteX1542" fmla="*/ 914495 w 1085850"/>
                <a:gd name="connsiteY1542" fmla="*/ 657320 h 752475"/>
                <a:gd name="connsiteX1543" fmla="*/ 915448 w 1085850"/>
                <a:gd name="connsiteY1543" fmla="*/ 657987 h 752475"/>
                <a:gd name="connsiteX1544" fmla="*/ 915924 w 1085850"/>
                <a:gd name="connsiteY1544" fmla="*/ 658559 h 752475"/>
                <a:gd name="connsiteX1545" fmla="*/ 916496 w 1085850"/>
                <a:gd name="connsiteY1545" fmla="*/ 659035 h 752475"/>
                <a:gd name="connsiteX1546" fmla="*/ 917257 w 1085850"/>
                <a:gd name="connsiteY1546" fmla="*/ 659321 h 752475"/>
                <a:gd name="connsiteX1547" fmla="*/ 918115 w 1085850"/>
                <a:gd name="connsiteY1547" fmla="*/ 659416 h 752475"/>
                <a:gd name="connsiteX1548" fmla="*/ 918781 w 1085850"/>
                <a:gd name="connsiteY1548" fmla="*/ 659321 h 752475"/>
                <a:gd name="connsiteX1549" fmla="*/ 919543 w 1085850"/>
                <a:gd name="connsiteY1549" fmla="*/ 658939 h 752475"/>
                <a:gd name="connsiteX1550" fmla="*/ 920496 w 1085850"/>
                <a:gd name="connsiteY1550" fmla="*/ 658559 h 752475"/>
                <a:gd name="connsiteX1551" fmla="*/ 923068 w 1085850"/>
                <a:gd name="connsiteY1551" fmla="*/ 658273 h 752475"/>
                <a:gd name="connsiteX1552" fmla="*/ 924020 w 1085850"/>
                <a:gd name="connsiteY1552" fmla="*/ 657892 h 752475"/>
                <a:gd name="connsiteX1553" fmla="*/ 924973 w 1085850"/>
                <a:gd name="connsiteY1553" fmla="*/ 657320 h 752475"/>
                <a:gd name="connsiteX1554" fmla="*/ 928306 w 1085850"/>
                <a:gd name="connsiteY1554" fmla="*/ 654748 h 752475"/>
                <a:gd name="connsiteX1555" fmla="*/ 929545 w 1085850"/>
                <a:gd name="connsiteY1555" fmla="*/ 654272 h 752475"/>
                <a:gd name="connsiteX1556" fmla="*/ 930497 w 1085850"/>
                <a:gd name="connsiteY1556" fmla="*/ 654177 h 752475"/>
                <a:gd name="connsiteX1557" fmla="*/ 931164 w 1085850"/>
                <a:gd name="connsiteY1557" fmla="*/ 654463 h 752475"/>
                <a:gd name="connsiteX1558" fmla="*/ 932021 w 1085850"/>
                <a:gd name="connsiteY1558" fmla="*/ 654939 h 752475"/>
                <a:gd name="connsiteX1559" fmla="*/ 933355 w 1085850"/>
                <a:gd name="connsiteY1559" fmla="*/ 655510 h 752475"/>
                <a:gd name="connsiteX1560" fmla="*/ 933831 w 1085850"/>
                <a:gd name="connsiteY1560" fmla="*/ 655510 h 752475"/>
                <a:gd name="connsiteX1561" fmla="*/ 934593 w 1085850"/>
                <a:gd name="connsiteY1561" fmla="*/ 655510 h 752475"/>
                <a:gd name="connsiteX1562" fmla="*/ 935641 w 1085850"/>
                <a:gd name="connsiteY1562" fmla="*/ 655320 h 752475"/>
                <a:gd name="connsiteX1563" fmla="*/ 936593 w 1085850"/>
                <a:gd name="connsiteY1563" fmla="*/ 654844 h 752475"/>
                <a:gd name="connsiteX1564" fmla="*/ 938022 w 1085850"/>
                <a:gd name="connsiteY1564" fmla="*/ 653605 h 752475"/>
                <a:gd name="connsiteX1565" fmla="*/ 939355 w 1085850"/>
                <a:gd name="connsiteY1565" fmla="*/ 651605 h 752475"/>
                <a:gd name="connsiteX1566" fmla="*/ 941737 w 1085850"/>
                <a:gd name="connsiteY1566" fmla="*/ 647033 h 752475"/>
                <a:gd name="connsiteX1567" fmla="*/ 943261 w 1085850"/>
                <a:gd name="connsiteY1567" fmla="*/ 642271 h 752475"/>
                <a:gd name="connsiteX1568" fmla="*/ 943356 w 1085850"/>
                <a:gd name="connsiteY1568" fmla="*/ 641223 h 752475"/>
                <a:gd name="connsiteX1569" fmla="*/ 943165 w 1085850"/>
                <a:gd name="connsiteY1569" fmla="*/ 638937 h 752475"/>
                <a:gd name="connsiteX1570" fmla="*/ 942880 w 1085850"/>
                <a:gd name="connsiteY1570" fmla="*/ 637508 h 752475"/>
                <a:gd name="connsiteX1571" fmla="*/ 942403 w 1085850"/>
                <a:gd name="connsiteY1571" fmla="*/ 636365 h 752475"/>
                <a:gd name="connsiteX1572" fmla="*/ 941737 w 1085850"/>
                <a:gd name="connsiteY1572" fmla="*/ 635508 h 752475"/>
                <a:gd name="connsiteX1573" fmla="*/ 940689 w 1085850"/>
                <a:gd name="connsiteY1573" fmla="*/ 634651 h 752475"/>
                <a:gd name="connsiteX1574" fmla="*/ 936498 w 1085850"/>
                <a:gd name="connsiteY1574" fmla="*/ 632365 h 752475"/>
                <a:gd name="connsiteX1575" fmla="*/ 936022 w 1085850"/>
                <a:gd name="connsiteY1575" fmla="*/ 631888 h 752475"/>
                <a:gd name="connsiteX1576" fmla="*/ 935450 w 1085850"/>
                <a:gd name="connsiteY1576" fmla="*/ 631222 h 752475"/>
                <a:gd name="connsiteX1577" fmla="*/ 934879 w 1085850"/>
                <a:gd name="connsiteY1577" fmla="*/ 629888 h 752475"/>
                <a:gd name="connsiteX1578" fmla="*/ 934498 w 1085850"/>
                <a:gd name="connsiteY1578" fmla="*/ 628364 h 752475"/>
                <a:gd name="connsiteX1579" fmla="*/ 934307 w 1085850"/>
                <a:gd name="connsiteY1579" fmla="*/ 626745 h 752475"/>
                <a:gd name="connsiteX1580" fmla="*/ 934307 w 1085850"/>
                <a:gd name="connsiteY1580" fmla="*/ 623888 h 752475"/>
                <a:gd name="connsiteX1581" fmla="*/ 934593 w 1085850"/>
                <a:gd name="connsiteY1581" fmla="*/ 621887 h 752475"/>
                <a:gd name="connsiteX1582" fmla="*/ 935069 w 1085850"/>
                <a:gd name="connsiteY1582" fmla="*/ 619697 h 752475"/>
                <a:gd name="connsiteX1583" fmla="*/ 937260 w 1085850"/>
                <a:gd name="connsiteY1583" fmla="*/ 613219 h 752475"/>
                <a:gd name="connsiteX1584" fmla="*/ 937451 w 1085850"/>
                <a:gd name="connsiteY1584" fmla="*/ 611886 h 752475"/>
                <a:gd name="connsiteX1585" fmla="*/ 938022 w 1085850"/>
                <a:gd name="connsiteY1585" fmla="*/ 610743 h 752475"/>
                <a:gd name="connsiteX1586" fmla="*/ 939070 w 1085850"/>
                <a:gd name="connsiteY1586" fmla="*/ 609505 h 752475"/>
                <a:gd name="connsiteX1587" fmla="*/ 941927 w 1085850"/>
                <a:gd name="connsiteY1587" fmla="*/ 607885 h 752475"/>
                <a:gd name="connsiteX1588" fmla="*/ 943927 w 1085850"/>
                <a:gd name="connsiteY1588" fmla="*/ 607028 h 752475"/>
                <a:gd name="connsiteX1589" fmla="*/ 948023 w 1085850"/>
                <a:gd name="connsiteY1589" fmla="*/ 605790 h 752475"/>
                <a:gd name="connsiteX1590" fmla="*/ 950309 w 1085850"/>
                <a:gd name="connsiteY1590" fmla="*/ 604838 h 752475"/>
                <a:gd name="connsiteX1591" fmla="*/ 951357 w 1085850"/>
                <a:gd name="connsiteY1591" fmla="*/ 604838 h 752475"/>
                <a:gd name="connsiteX1592" fmla="*/ 952405 w 1085850"/>
                <a:gd name="connsiteY1592" fmla="*/ 605504 h 752475"/>
                <a:gd name="connsiteX1593" fmla="*/ 953262 w 1085850"/>
                <a:gd name="connsiteY1593" fmla="*/ 606552 h 752475"/>
                <a:gd name="connsiteX1594" fmla="*/ 954214 w 1085850"/>
                <a:gd name="connsiteY1594" fmla="*/ 607123 h 752475"/>
                <a:gd name="connsiteX1595" fmla="*/ 955262 w 1085850"/>
                <a:gd name="connsiteY1595" fmla="*/ 606647 h 752475"/>
                <a:gd name="connsiteX1596" fmla="*/ 956024 w 1085850"/>
                <a:gd name="connsiteY1596" fmla="*/ 605028 h 752475"/>
                <a:gd name="connsiteX1597" fmla="*/ 956119 w 1085850"/>
                <a:gd name="connsiteY1597" fmla="*/ 603694 h 752475"/>
                <a:gd name="connsiteX1598" fmla="*/ 956405 w 1085850"/>
                <a:gd name="connsiteY1598" fmla="*/ 602647 h 752475"/>
                <a:gd name="connsiteX1599" fmla="*/ 957072 w 1085850"/>
                <a:gd name="connsiteY1599" fmla="*/ 601980 h 752475"/>
                <a:gd name="connsiteX1600" fmla="*/ 958501 w 1085850"/>
                <a:gd name="connsiteY1600" fmla="*/ 601599 h 752475"/>
                <a:gd name="connsiteX1601" fmla="*/ 959930 w 1085850"/>
                <a:gd name="connsiteY1601" fmla="*/ 601694 h 752475"/>
                <a:gd name="connsiteX1602" fmla="*/ 961358 w 1085850"/>
                <a:gd name="connsiteY1602" fmla="*/ 602075 h 752475"/>
                <a:gd name="connsiteX1603" fmla="*/ 962787 w 1085850"/>
                <a:gd name="connsiteY1603" fmla="*/ 602742 h 752475"/>
                <a:gd name="connsiteX1604" fmla="*/ 966311 w 1085850"/>
                <a:gd name="connsiteY1604" fmla="*/ 605409 h 752475"/>
                <a:gd name="connsiteX1605" fmla="*/ 968978 w 1085850"/>
                <a:gd name="connsiteY1605" fmla="*/ 608362 h 752475"/>
                <a:gd name="connsiteX1606" fmla="*/ 971645 w 1085850"/>
                <a:gd name="connsiteY1606" fmla="*/ 611791 h 752475"/>
                <a:gd name="connsiteX1607" fmla="*/ 973074 w 1085850"/>
                <a:gd name="connsiteY1607" fmla="*/ 612934 h 752475"/>
                <a:gd name="connsiteX1608" fmla="*/ 974503 w 1085850"/>
                <a:gd name="connsiteY1608" fmla="*/ 612934 h 752475"/>
                <a:gd name="connsiteX1609" fmla="*/ 975836 w 1085850"/>
                <a:gd name="connsiteY1609" fmla="*/ 611886 h 752475"/>
                <a:gd name="connsiteX1610" fmla="*/ 979837 w 1085850"/>
                <a:gd name="connsiteY1610" fmla="*/ 603790 h 752475"/>
                <a:gd name="connsiteX1611" fmla="*/ 981551 w 1085850"/>
                <a:gd name="connsiteY1611" fmla="*/ 601218 h 752475"/>
                <a:gd name="connsiteX1612" fmla="*/ 982218 w 1085850"/>
                <a:gd name="connsiteY1612" fmla="*/ 599884 h 752475"/>
                <a:gd name="connsiteX1613" fmla="*/ 982409 w 1085850"/>
                <a:gd name="connsiteY1613" fmla="*/ 598646 h 752475"/>
                <a:gd name="connsiteX1614" fmla="*/ 982027 w 1085850"/>
                <a:gd name="connsiteY1614" fmla="*/ 596932 h 752475"/>
                <a:gd name="connsiteX1615" fmla="*/ 981075 w 1085850"/>
                <a:gd name="connsiteY1615" fmla="*/ 596075 h 752475"/>
                <a:gd name="connsiteX1616" fmla="*/ 978503 w 1085850"/>
                <a:gd name="connsiteY1616" fmla="*/ 594741 h 752475"/>
                <a:gd name="connsiteX1617" fmla="*/ 977551 w 1085850"/>
                <a:gd name="connsiteY1617" fmla="*/ 593598 h 752475"/>
                <a:gd name="connsiteX1618" fmla="*/ 977075 w 1085850"/>
                <a:gd name="connsiteY1618" fmla="*/ 592264 h 752475"/>
                <a:gd name="connsiteX1619" fmla="*/ 977170 w 1085850"/>
                <a:gd name="connsiteY1619" fmla="*/ 590836 h 752475"/>
                <a:gd name="connsiteX1620" fmla="*/ 977836 w 1085850"/>
                <a:gd name="connsiteY1620" fmla="*/ 587693 h 752475"/>
                <a:gd name="connsiteX1621" fmla="*/ 978598 w 1085850"/>
                <a:gd name="connsiteY1621" fmla="*/ 585597 h 752475"/>
                <a:gd name="connsiteX1622" fmla="*/ 979551 w 1085850"/>
                <a:gd name="connsiteY1622" fmla="*/ 584073 h 752475"/>
                <a:gd name="connsiteX1623" fmla="*/ 981265 w 1085850"/>
                <a:gd name="connsiteY1623" fmla="*/ 582644 h 752475"/>
                <a:gd name="connsiteX1624" fmla="*/ 984123 w 1085850"/>
                <a:gd name="connsiteY1624" fmla="*/ 581120 h 752475"/>
                <a:gd name="connsiteX1625" fmla="*/ 985552 w 1085850"/>
                <a:gd name="connsiteY1625" fmla="*/ 579215 h 752475"/>
                <a:gd name="connsiteX1626" fmla="*/ 986504 w 1085850"/>
                <a:gd name="connsiteY1626" fmla="*/ 573596 h 752475"/>
                <a:gd name="connsiteX1627" fmla="*/ 984599 w 1085850"/>
                <a:gd name="connsiteY1627" fmla="*/ 573691 h 752475"/>
                <a:gd name="connsiteX1628" fmla="*/ 984028 w 1085850"/>
                <a:gd name="connsiteY1628" fmla="*/ 573881 h 752475"/>
                <a:gd name="connsiteX1629" fmla="*/ 983456 w 1085850"/>
                <a:gd name="connsiteY1629" fmla="*/ 574167 h 752475"/>
                <a:gd name="connsiteX1630" fmla="*/ 982980 w 1085850"/>
                <a:gd name="connsiteY1630" fmla="*/ 574643 h 752475"/>
                <a:gd name="connsiteX1631" fmla="*/ 982123 w 1085850"/>
                <a:gd name="connsiteY1631" fmla="*/ 575596 h 752475"/>
                <a:gd name="connsiteX1632" fmla="*/ 981742 w 1085850"/>
                <a:gd name="connsiteY1632" fmla="*/ 575881 h 752475"/>
                <a:gd name="connsiteX1633" fmla="*/ 980884 w 1085850"/>
                <a:gd name="connsiteY1633" fmla="*/ 576072 h 752475"/>
                <a:gd name="connsiteX1634" fmla="*/ 975455 w 1085850"/>
                <a:gd name="connsiteY1634" fmla="*/ 576072 h 752475"/>
                <a:gd name="connsiteX1635" fmla="*/ 974122 w 1085850"/>
                <a:gd name="connsiteY1635" fmla="*/ 575786 h 752475"/>
                <a:gd name="connsiteX1636" fmla="*/ 973360 w 1085850"/>
                <a:gd name="connsiteY1636" fmla="*/ 575310 h 752475"/>
                <a:gd name="connsiteX1637" fmla="*/ 972026 w 1085850"/>
                <a:gd name="connsiteY1637" fmla="*/ 568833 h 752475"/>
                <a:gd name="connsiteX1638" fmla="*/ 970502 w 1085850"/>
                <a:gd name="connsiteY1638" fmla="*/ 564071 h 752475"/>
                <a:gd name="connsiteX1639" fmla="*/ 969455 w 1085850"/>
                <a:gd name="connsiteY1639" fmla="*/ 561975 h 752475"/>
                <a:gd name="connsiteX1640" fmla="*/ 968121 w 1085850"/>
                <a:gd name="connsiteY1640" fmla="*/ 559689 h 752475"/>
                <a:gd name="connsiteX1641" fmla="*/ 966406 w 1085850"/>
                <a:gd name="connsiteY1641" fmla="*/ 557975 h 752475"/>
                <a:gd name="connsiteX1642" fmla="*/ 965644 w 1085850"/>
                <a:gd name="connsiteY1642" fmla="*/ 557117 h 752475"/>
                <a:gd name="connsiteX1643" fmla="*/ 964978 w 1085850"/>
                <a:gd name="connsiteY1643" fmla="*/ 556927 h 752475"/>
                <a:gd name="connsiteX1644" fmla="*/ 963930 w 1085850"/>
                <a:gd name="connsiteY1644" fmla="*/ 556927 h 752475"/>
                <a:gd name="connsiteX1645" fmla="*/ 963073 w 1085850"/>
                <a:gd name="connsiteY1645" fmla="*/ 557308 h 752475"/>
                <a:gd name="connsiteX1646" fmla="*/ 961358 w 1085850"/>
                <a:gd name="connsiteY1646" fmla="*/ 558546 h 752475"/>
                <a:gd name="connsiteX1647" fmla="*/ 960692 w 1085850"/>
                <a:gd name="connsiteY1647" fmla="*/ 558927 h 752475"/>
                <a:gd name="connsiteX1648" fmla="*/ 960120 w 1085850"/>
                <a:gd name="connsiteY1648" fmla="*/ 559308 h 752475"/>
                <a:gd name="connsiteX1649" fmla="*/ 959834 w 1085850"/>
                <a:gd name="connsiteY1649" fmla="*/ 559403 h 752475"/>
                <a:gd name="connsiteX1650" fmla="*/ 957739 w 1085850"/>
                <a:gd name="connsiteY1650" fmla="*/ 561689 h 752475"/>
                <a:gd name="connsiteX1651" fmla="*/ 956977 w 1085850"/>
                <a:gd name="connsiteY1651" fmla="*/ 562261 h 752475"/>
                <a:gd name="connsiteX1652" fmla="*/ 956310 w 1085850"/>
                <a:gd name="connsiteY1652" fmla="*/ 562642 h 752475"/>
                <a:gd name="connsiteX1653" fmla="*/ 955453 w 1085850"/>
                <a:gd name="connsiteY1653" fmla="*/ 562927 h 752475"/>
                <a:gd name="connsiteX1654" fmla="*/ 954500 w 1085850"/>
                <a:gd name="connsiteY1654" fmla="*/ 563118 h 752475"/>
                <a:gd name="connsiteX1655" fmla="*/ 952309 w 1085850"/>
                <a:gd name="connsiteY1655" fmla="*/ 563404 h 752475"/>
                <a:gd name="connsiteX1656" fmla="*/ 949928 w 1085850"/>
                <a:gd name="connsiteY1656" fmla="*/ 563213 h 752475"/>
                <a:gd name="connsiteX1657" fmla="*/ 947642 w 1085850"/>
                <a:gd name="connsiteY1657" fmla="*/ 562451 h 752475"/>
                <a:gd name="connsiteX1658" fmla="*/ 943832 w 1085850"/>
                <a:gd name="connsiteY1658" fmla="*/ 560356 h 752475"/>
                <a:gd name="connsiteX1659" fmla="*/ 942594 w 1085850"/>
                <a:gd name="connsiteY1659" fmla="*/ 559880 h 752475"/>
                <a:gd name="connsiteX1660" fmla="*/ 941546 w 1085850"/>
                <a:gd name="connsiteY1660" fmla="*/ 559784 h 752475"/>
                <a:gd name="connsiteX1661" fmla="*/ 940689 w 1085850"/>
                <a:gd name="connsiteY1661" fmla="*/ 560165 h 752475"/>
                <a:gd name="connsiteX1662" fmla="*/ 938975 w 1085850"/>
                <a:gd name="connsiteY1662" fmla="*/ 561689 h 752475"/>
                <a:gd name="connsiteX1663" fmla="*/ 937927 w 1085850"/>
                <a:gd name="connsiteY1663" fmla="*/ 561784 h 752475"/>
                <a:gd name="connsiteX1664" fmla="*/ 937165 w 1085850"/>
                <a:gd name="connsiteY1664" fmla="*/ 560832 h 752475"/>
                <a:gd name="connsiteX1665" fmla="*/ 936974 w 1085850"/>
                <a:gd name="connsiteY1665" fmla="*/ 558355 h 752475"/>
                <a:gd name="connsiteX1666" fmla="*/ 937546 w 1085850"/>
                <a:gd name="connsiteY1666" fmla="*/ 554069 h 752475"/>
                <a:gd name="connsiteX1667" fmla="*/ 937546 w 1085850"/>
                <a:gd name="connsiteY1667" fmla="*/ 552069 h 752475"/>
                <a:gd name="connsiteX1668" fmla="*/ 937355 w 1085850"/>
                <a:gd name="connsiteY1668" fmla="*/ 549973 h 752475"/>
                <a:gd name="connsiteX1669" fmla="*/ 936688 w 1085850"/>
                <a:gd name="connsiteY1669" fmla="*/ 547306 h 752475"/>
                <a:gd name="connsiteX1670" fmla="*/ 935355 w 1085850"/>
                <a:gd name="connsiteY1670" fmla="*/ 544163 h 752475"/>
                <a:gd name="connsiteX1671" fmla="*/ 934688 w 1085850"/>
                <a:gd name="connsiteY1671" fmla="*/ 542925 h 752475"/>
                <a:gd name="connsiteX1672" fmla="*/ 933259 w 1085850"/>
                <a:gd name="connsiteY1672" fmla="*/ 541877 h 752475"/>
                <a:gd name="connsiteX1673" fmla="*/ 932593 w 1085850"/>
                <a:gd name="connsiteY1673" fmla="*/ 541782 h 752475"/>
                <a:gd name="connsiteX1674" fmla="*/ 930307 w 1085850"/>
                <a:gd name="connsiteY1674" fmla="*/ 541877 h 752475"/>
                <a:gd name="connsiteX1675" fmla="*/ 929450 w 1085850"/>
                <a:gd name="connsiteY1675" fmla="*/ 541687 h 752475"/>
                <a:gd name="connsiteX1676" fmla="*/ 927830 w 1085850"/>
                <a:gd name="connsiteY1676" fmla="*/ 540544 h 752475"/>
                <a:gd name="connsiteX1677" fmla="*/ 927163 w 1085850"/>
                <a:gd name="connsiteY1677" fmla="*/ 540448 h 752475"/>
                <a:gd name="connsiteX1678" fmla="*/ 926878 w 1085850"/>
                <a:gd name="connsiteY1678" fmla="*/ 540448 h 752475"/>
                <a:gd name="connsiteX1679" fmla="*/ 926306 w 1085850"/>
                <a:gd name="connsiteY1679" fmla="*/ 540258 h 752475"/>
                <a:gd name="connsiteX1680" fmla="*/ 925449 w 1085850"/>
                <a:gd name="connsiteY1680" fmla="*/ 540163 h 752475"/>
                <a:gd name="connsiteX1681" fmla="*/ 925068 w 1085850"/>
                <a:gd name="connsiteY1681" fmla="*/ 539972 h 752475"/>
                <a:gd name="connsiteX1682" fmla="*/ 922306 w 1085850"/>
                <a:gd name="connsiteY1682" fmla="*/ 537686 h 752475"/>
                <a:gd name="connsiteX1683" fmla="*/ 920210 w 1085850"/>
                <a:gd name="connsiteY1683" fmla="*/ 535400 h 752475"/>
                <a:gd name="connsiteX1684" fmla="*/ 918401 w 1085850"/>
                <a:gd name="connsiteY1684" fmla="*/ 532067 h 752475"/>
                <a:gd name="connsiteX1685" fmla="*/ 915829 w 1085850"/>
                <a:gd name="connsiteY1685" fmla="*/ 525780 h 752475"/>
                <a:gd name="connsiteX1686" fmla="*/ 912495 w 1085850"/>
                <a:gd name="connsiteY1686" fmla="*/ 520255 h 752475"/>
                <a:gd name="connsiteX1687" fmla="*/ 907732 w 1085850"/>
                <a:gd name="connsiteY1687" fmla="*/ 513779 h 752475"/>
                <a:gd name="connsiteX1688" fmla="*/ 907066 w 1085850"/>
                <a:gd name="connsiteY1688" fmla="*/ 511873 h 752475"/>
                <a:gd name="connsiteX1689" fmla="*/ 906780 w 1085850"/>
                <a:gd name="connsiteY1689" fmla="*/ 510254 h 752475"/>
                <a:gd name="connsiteX1690" fmla="*/ 906875 w 1085850"/>
                <a:gd name="connsiteY1690" fmla="*/ 508825 h 752475"/>
                <a:gd name="connsiteX1691" fmla="*/ 908494 w 1085850"/>
                <a:gd name="connsiteY1691" fmla="*/ 503396 h 752475"/>
                <a:gd name="connsiteX1692" fmla="*/ 908876 w 1085850"/>
                <a:gd name="connsiteY1692" fmla="*/ 501872 h 752475"/>
                <a:gd name="connsiteX1693" fmla="*/ 909638 w 1085850"/>
                <a:gd name="connsiteY1693" fmla="*/ 500348 h 752475"/>
                <a:gd name="connsiteX1694" fmla="*/ 910685 w 1085850"/>
                <a:gd name="connsiteY1694" fmla="*/ 498824 h 752475"/>
                <a:gd name="connsiteX1695" fmla="*/ 914209 w 1085850"/>
                <a:gd name="connsiteY1695" fmla="*/ 495871 h 752475"/>
                <a:gd name="connsiteX1696" fmla="*/ 916400 w 1085850"/>
                <a:gd name="connsiteY1696" fmla="*/ 493109 h 752475"/>
                <a:gd name="connsiteX1697" fmla="*/ 919163 w 1085850"/>
                <a:gd name="connsiteY1697" fmla="*/ 491490 h 752475"/>
                <a:gd name="connsiteX1698" fmla="*/ 921258 w 1085850"/>
                <a:gd name="connsiteY1698" fmla="*/ 492157 h 752475"/>
                <a:gd name="connsiteX1699" fmla="*/ 927163 w 1085850"/>
                <a:gd name="connsiteY1699" fmla="*/ 496062 h 752475"/>
                <a:gd name="connsiteX1700" fmla="*/ 929164 w 1085850"/>
                <a:gd name="connsiteY1700" fmla="*/ 496919 h 752475"/>
                <a:gd name="connsiteX1701" fmla="*/ 931069 w 1085850"/>
                <a:gd name="connsiteY1701" fmla="*/ 497396 h 752475"/>
                <a:gd name="connsiteX1702" fmla="*/ 936879 w 1085850"/>
                <a:gd name="connsiteY1702" fmla="*/ 497967 h 752475"/>
                <a:gd name="connsiteX1703" fmla="*/ 938498 w 1085850"/>
                <a:gd name="connsiteY1703" fmla="*/ 498538 h 752475"/>
                <a:gd name="connsiteX1704" fmla="*/ 939927 w 1085850"/>
                <a:gd name="connsiteY1704" fmla="*/ 499205 h 752475"/>
                <a:gd name="connsiteX1705" fmla="*/ 941070 w 1085850"/>
                <a:gd name="connsiteY1705" fmla="*/ 499586 h 752475"/>
                <a:gd name="connsiteX1706" fmla="*/ 942403 w 1085850"/>
                <a:gd name="connsiteY1706" fmla="*/ 499872 h 752475"/>
                <a:gd name="connsiteX1707" fmla="*/ 943070 w 1085850"/>
                <a:gd name="connsiteY1707" fmla="*/ 499681 h 752475"/>
                <a:gd name="connsiteX1708" fmla="*/ 943737 w 1085850"/>
                <a:gd name="connsiteY1708" fmla="*/ 499777 h 752475"/>
                <a:gd name="connsiteX1709" fmla="*/ 944785 w 1085850"/>
                <a:gd name="connsiteY1709" fmla="*/ 499777 h 752475"/>
                <a:gd name="connsiteX1710" fmla="*/ 945642 w 1085850"/>
                <a:gd name="connsiteY1710" fmla="*/ 500063 h 752475"/>
                <a:gd name="connsiteX1711" fmla="*/ 946690 w 1085850"/>
                <a:gd name="connsiteY1711" fmla="*/ 501396 h 752475"/>
                <a:gd name="connsiteX1712" fmla="*/ 947261 w 1085850"/>
                <a:gd name="connsiteY1712" fmla="*/ 501682 h 752475"/>
                <a:gd name="connsiteX1713" fmla="*/ 948309 w 1085850"/>
                <a:gd name="connsiteY1713" fmla="*/ 501872 h 752475"/>
                <a:gd name="connsiteX1714" fmla="*/ 948976 w 1085850"/>
                <a:gd name="connsiteY1714" fmla="*/ 502444 h 752475"/>
                <a:gd name="connsiteX1715" fmla="*/ 949547 w 1085850"/>
                <a:gd name="connsiteY1715" fmla="*/ 503206 h 752475"/>
                <a:gd name="connsiteX1716" fmla="*/ 950214 w 1085850"/>
                <a:gd name="connsiteY1716" fmla="*/ 503682 h 752475"/>
                <a:gd name="connsiteX1717" fmla="*/ 951071 w 1085850"/>
                <a:gd name="connsiteY1717" fmla="*/ 503968 h 752475"/>
                <a:gd name="connsiteX1718" fmla="*/ 953548 w 1085850"/>
                <a:gd name="connsiteY1718" fmla="*/ 504349 h 752475"/>
                <a:gd name="connsiteX1719" fmla="*/ 958405 w 1085850"/>
                <a:gd name="connsiteY1719" fmla="*/ 506159 h 752475"/>
                <a:gd name="connsiteX1720" fmla="*/ 961453 w 1085850"/>
                <a:gd name="connsiteY1720" fmla="*/ 506539 h 752475"/>
                <a:gd name="connsiteX1721" fmla="*/ 962120 w 1085850"/>
                <a:gd name="connsiteY1721" fmla="*/ 506921 h 752475"/>
                <a:gd name="connsiteX1722" fmla="*/ 962787 w 1085850"/>
                <a:gd name="connsiteY1722" fmla="*/ 507301 h 752475"/>
                <a:gd name="connsiteX1723" fmla="*/ 963454 w 1085850"/>
                <a:gd name="connsiteY1723" fmla="*/ 507683 h 752475"/>
                <a:gd name="connsiteX1724" fmla="*/ 964025 w 1085850"/>
                <a:gd name="connsiteY1724" fmla="*/ 507683 h 752475"/>
                <a:gd name="connsiteX1725" fmla="*/ 965644 w 1085850"/>
                <a:gd name="connsiteY1725" fmla="*/ 507587 h 752475"/>
                <a:gd name="connsiteX1726" fmla="*/ 966692 w 1085850"/>
                <a:gd name="connsiteY1726" fmla="*/ 507683 h 752475"/>
                <a:gd name="connsiteX1727" fmla="*/ 969931 w 1085850"/>
                <a:gd name="connsiteY1727" fmla="*/ 508635 h 752475"/>
                <a:gd name="connsiteX1728" fmla="*/ 973264 w 1085850"/>
                <a:gd name="connsiteY1728" fmla="*/ 510254 h 752475"/>
                <a:gd name="connsiteX1729" fmla="*/ 973550 w 1085850"/>
                <a:gd name="connsiteY1729" fmla="*/ 511492 h 752475"/>
                <a:gd name="connsiteX1730" fmla="*/ 974122 w 1085850"/>
                <a:gd name="connsiteY1730" fmla="*/ 512159 h 752475"/>
                <a:gd name="connsiteX1731" fmla="*/ 974788 w 1085850"/>
                <a:gd name="connsiteY1731" fmla="*/ 512731 h 752475"/>
                <a:gd name="connsiteX1732" fmla="*/ 975455 w 1085850"/>
                <a:gd name="connsiteY1732" fmla="*/ 513588 h 752475"/>
                <a:gd name="connsiteX1733" fmla="*/ 975169 w 1085850"/>
                <a:gd name="connsiteY1733" fmla="*/ 514731 h 752475"/>
                <a:gd name="connsiteX1734" fmla="*/ 976027 w 1085850"/>
                <a:gd name="connsiteY1734" fmla="*/ 515588 h 752475"/>
                <a:gd name="connsiteX1735" fmla="*/ 978789 w 1085850"/>
                <a:gd name="connsiteY1735" fmla="*/ 516922 h 752475"/>
                <a:gd name="connsiteX1736" fmla="*/ 980884 w 1085850"/>
                <a:gd name="connsiteY1736" fmla="*/ 517493 h 752475"/>
                <a:gd name="connsiteX1737" fmla="*/ 981361 w 1085850"/>
                <a:gd name="connsiteY1737" fmla="*/ 517969 h 752475"/>
                <a:gd name="connsiteX1738" fmla="*/ 981456 w 1085850"/>
                <a:gd name="connsiteY1738" fmla="*/ 518446 h 752475"/>
                <a:gd name="connsiteX1739" fmla="*/ 981837 w 1085850"/>
                <a:gd name="connsiteY1739" fmla="*/ 518731 h 752475"/>
                <a:gd name="connsiteX1740" fmla="*/ 982599 w 1085850"/>
                <a:gd name="connsiteY1740" fmla="*/ 518160 h 752475"/>
                <a:gd name="connsiteX1741" fmla="*/ 983266 w 1085850"/>
                <a:gd name="connsiteY1741" fmla="*/ 520065 h 752475"/>
                <a:gd name="connsiteX1742" fmla="*/ 985076 w 1085850"/>
                <a:gd name="connsiteY1742" fmla="*/ 521684 h 752475"/>
                <a:gd name="connsiteX1743" fmla="*/ 986695 w 1085850"/>
                <a:gd name="connsiteY1743" fmla="*/ 522160 h 752475"/>
                <a:gd name="connsiteX1744" fmla="*/ 987361 w 1085850"/>
                <a:gd name="connsiteY1744" fmla="*/ 521589 h 752475"/>
                <a:gd name="connsiteX1745" fmla="*/ 988505 w 1085850"/>
                <a:gd name="connsiteY1745" fmla="*/ 520446 h 752475"/>
                <a:gd name="connsiteX1746" fmla="*/ 990124 w 1085850"/>
                <a:gd name="connsiteY1746" fmla="*/ 519208 h 752475"/>
                <a:gd name="connsiteX1747" fmla="*/ 991076 w 1085850"/>
                <a:gd name="connsiteY1747" fmla="*/ 518350 h 752475"/>
                <a:gd name="connsiteX1748" fmla="*/ 992124 w 1085850"/>
                <a:gd name="connsiteY1748" fmla="*/ 516922 h 752475"/>
                <a:gd name="connsiteX1749" fmla="*/ 992696 w 1085850"/>
                <a:gd name="connsiteY1749" fmla="*/ 515969 h 752475"/>
                <a:gd name="connsiteX1750" fmla="*/ 993267 w 1085850"/>
                <a:gd name="connsiteY1750" fmla="*/ 515017 h 752475"/>
                <a:gd name="connsiteX1751" fmla="*/ 994029 w 1085850"/>
                <a:gd name="connsiteY1751" fmla="*/ 514445 h 752475"/>
                <a:gd name="connsiteX1752" fmla="*/ 995267 w 1085850"/>
                <a:gd name="connsiteY1752" fmla="*/ 514636 h 752475"/>
                <a:gd name="connsiteX1753" fmla="*/ 998696 w 1085850"/>
                <a:gd name="connsiteY1753" fmla="*/ 515969 h 752475"/>
                <a:gd name="connsiteX1754" fmla="*/ 1000125 w 1085850"/>
                <a:gd name="connsiteY1754" fmla="*/ 515874 h 752475"/>
                <a:gd name="connsiteX1755" fmla="*/ 1001173 w 1085850"/>
                <a:gd name="connsiteY1755" fmla="*/ 515112 h 752475"/>
                <a:gd name="connsiteX1756" fmla="*/ 1001554 w 1085850"/>
                <a:gd name="connsiteY1756" fmla="*/ 514159 h 752475"/>
                <a:gd name="connsiteX1757" fmla="*/ 1001744 w 1085850"/>
                <a:gd name="connsiteY1757" fmla="*/ 513112 h 752475"/>
                <a:gd name="connsiteX1758" fmla="*/ 1002125 w 1085850"/>
                <a:gd name="connsiteY1758" fmla="*/ 512255 h 752475"/>
                <a:gd name="connsiteX1759" fmla="*/ 1002887 w 1085850"/>
                <a:gd name="connsiteY1759" fmla="*/ 511778 h 752475"/>
                <a:gd name="connsiteX1760" fmla="*/ 1004221 w 1085850"/>
                <a:gd name="connsiteY1760" fmla="*/ 511969 h 752475"/>
                <a:gd name="connsiteX1761" fmla="*/ 1005268 w 1085850"/>
                <a:gd name="connsiteY1761" fmla="*/ 511588 h 752475"/>
                <a:gd name="connsiteX1762" fmla="*/ 1005935 w 1085850"/>
                <a:gd name="connsiteY1762" fmla="*/ 510730 h 752475"/>
                <a:gd name="connsiteX1763" fmla="*/ 1006030 w 1085850"/>
                <a:gd name="connsiteY1763" fmla="*/ 509683 h 752475"/>
                <a:gd name="connsiteX1764" fmla="*/ 1005840 w 1085850"/>
                <a:gd name="connsiteY1764" fmla="*/ 508635 h 752475"/>
                <a:gd name="connsiteX1765" fmla="*/ 1005840 w 1085850"/>
                <a:gd name="connsiteY1765" fmla="*/ 507587 h 752475"/>
                <a:gd name="connsiteX1766" fmla="*/ 1006507 w 1085850"/>
                <a:gd name="connsiteY1766" fmla="*/ 506730 h 752475"/>
                <a:gd name="connsiteX1767" fmla="*/ 1008221 w 1085850"/>
                <a:gd name="connsiteY1767" fmla="*/ 506254 h 752475"/>
                <a:gd name="connsiteX1768" fmla="*/ 1009364 w 1085850"/>
                <a:gd name="connsiteY1768" fmla="*/ 505777 h 752475"/>
                <a:gd name="connsiteX1769" fmla="*/ 1009936 w 1085850"/>
                <a:gd name="connsiteY1769" fmla="*/ 505015 h 752475"/>
                <a:gd name="connsiteX1770" fmla="*/ 1010412 w 1085850"/>
                <a:gd name="connsiteY1770" fmla="*/ 503015 h 752475"/>
                <a:gd name="connsiteX1771" fmla="*/ 1011269 w 1085850"/>
                <a:gd name="connsiteY1771" fmla="*/ 502063 h 752475"/>
                <a:gd name="connsiteX1772" fmla="*/ 1012793 w 1085850"/>
                <a:gd name="connsiteY1772" fmla="*/ 501491 h 752475"/>
                <a:gd name="connsiteX1773" fmla="*/ 1015365 w 1085850"/>
                <a:gd name="connsiteY1773" fmla="*/ 501586 h 752475"/>
                <a:gd name="connsiteX1774" fmla="*/ 1016603 w 1085850"/>
                <a:gd name="connsiteY1774" fmla="*/ 501205 h 752475"/>
                <a:gd name="connsiteX1775" fmla="*/ 1017270 w 1085850"/>
                <a:gd name="connsiteY1775" fmla="*/ 500348 h 752475"/>
                <a:gd name="connsiteX1776" fmla="*/ 1017842 w 1085850"/>
                <a:gd name="connsiteY1776" fmla="*/ 497681 h 752475"/>
                <a:gd name="connsiteX1777" fmla="*/ 1018413 w 1085850"/>
                <a:gd name="connsiteY1777" fmla="*/ 496538 h 752475"/>
                <a:gd name="connsiteX1778" fmla="*/ 1019080 w 1085850"/>
                <a:gd name="connsiteY1778" fmla="*/ 495967 h 752475"/>
                <a:gd name="connsiteX1779" fmla="*/ 1020604 w 1085850"/>
                <a:gd name="connsiteY1779" fmla="*/ 495300 h 752475"/>
                <a:gd name="connsiteX1780" fmla="*/ 1021271 w 1085850"/>
                <a:gd name="connsiteY1780" fmla="*/ 494824 h 752475"/>
                <a:gd name="connsiteX1781" fmla="*/ 1021461 w 1085850"/>
                <a:gd name="connsiteY1781" fmla="*/ 494347 h 752475"/>
                <a:gd name="connsiteX1782" fmla="*/ 1021556 w 1085850"/>
                <a:gd name="connsiteY1782" fmla="*/ 493585 h 752475"/>
                <a:gd name="connsiteX1783" fmla="*/ 1021461 w 1085850"/>
                <a:gd name="connsiteY1783" fmla="*/ 492728 h 752475"/>
                <a:gd name="connsiteX1784" fmla="*/ 1021175 w 1085850"/>
                <a:gd name="connsiteY1784" fmla="*/ 491776 h 752475"/>
                <a:gd name="connsiteX1785" fmla="*/ 1020889 w 1085850"/>
                <a:gd name="connsiteY1785" fmla="*/ 490823 h 752475"/>
                <a:gd name="connsiteX1786" fmla="*/ 1018603 w 1085850"/>
                <a:gd name="connsiteY1786" fmla="*/ 487109 h 752475"/>
                <a:gd name="connsiteX1787" fmla="*/ 1017270 w 1085850"/>
                <a:gd name="connsiteY1787" fmla="*/ 484156 h 752475"/>
                <a:gd name="connsiteX1788" fmla="*/ 1016889 w 1085850"/>
                <a:gd name="connsiteY1788" fmla="*/ 483013 h 752475"/>
                <a:gd name="connsiteX1789" fmla="*/ 1016698 w 1085850"/>
                <a:gd name="connsiteY1789" fmla="*/ 482155 h 752475"/>
                <a:gd name="connsiteX1790" fmla="*/ 1016508 w 1085850"/>
                <a:gd name="connsiteY1790" fmla="*/ 481393 h 752475"/>
                <a:gd name="connsiteX1791" fmla="*/ 1016318 w 1085850"/>
                <a:gd name="connsiteY1791" fmla="*/ 481013 h 752475"/>
                <a:gd name="connsiteX1792" fmla="*/ 1015936 w 1085850"/>
                <a:gd name="connsiteY1792" fmla="*/ 480536 h 752475"/>
                <a:gd name="connsiteX1793" fmla="*/ 1012603 w 1085850"/>
                <a:gd name="connsiteY1793" fmla="*/ 478250 h 752475"/>
                <a:gd name="connsiteX1794" fmla="*/ 1010031 w 1085850"/>
                <a:gd name="connsiteY1794" fmla="*/ 477012 h 752475"/>
                <a:gd name="connsiteX1795" fmla="*/ 1009269 w 1085850"/>
                <a:gd name="connsiteY1795" fmla="*/ 476821 h 752475"/>
                <a:gd name="connsiteX1796" fmla="*/ 1008507 w 1085850"/>
                <a:gd name="connsiteY1796" fmla="*/ 476726 h 752475"/>
                <a:gd name="connsiteX1797" fmla="*/ 1005364 w 1085850"/>
                <a:gd name="connsiteY1797" fmla="*/ 477012 h 752475"/>
                <a:gd name="connsiteX1798" fmla="*/ 1004602 w 1085850"/>
                <a:gd name="connsiteY1798" fmla="*/ 476917 h 752475"/>
                <a:gd name="connsiteX1799" fmla="*/ 1004030 w 1085850"/>
                <a:gd name="connsiteY1799" fmla="*/ 476726 h 752475"/>
                <a:gd name="connsiteX1800" fmla="*/ 1003078 w 1085850"/>
                <a:gd name="connsiteY1800" fmla="*/ 476345 h 752475"/>
                <a:gd name="connsiteX1801" fmla="*/ 1002030 w 1085850"/>
                <a:gd name="connsiteY1801" fmla="*/ 475679 h 752475"/>
                <a:gd name="connsiteX1802" fmla="*/ 1000982 w 1085850"/>
                <a:gd name="connsiteY1802" fmla="*/ 474917 h 752475"/>
                <a:gd name="connsiteX1803" fmla="*/ 1000030 w 1085850"/>
                <a:gd name="connsiteY1803" fmla="*/ 473869 h 752475"/>
                <a:gd name="connsiteX1804" fmla="*/ 999363 w 1085850"/>
                <a:gd name="connsiteY1804" fmla="*/ 472726 h 752475"/>
                <a:gd name="connsiteX1805" fmla="*/ 998792 w 1085850"/>
                <a:gd name="connsiteY1805" fmla="*/ 471678 h 752475"/>
                <a:gd name="connsiteX1806" fmla="*/ 998601 w 1085850"/>
                <a:gd name="connsiteY1806" fmla="*/ 471011 h 752475"/>
                <a:gd name="connsiteX1807" fmla="*/ 998410 w 1085850"/>
                <a:gd name="connsiteY1807" fmla="*/ 469773 h 752475"/>
                <a:gd name="connsiteX1808" fmla="*/ 998220 w 1085850"/>
                <a:gd name="connsiteY1808" fmla="*/ 466820 h 752475"/>
                <a:gd name="connsiteX1809" fmla="*/ 997934 w 1085850"/>
                <a:gd name="connsiteY1809" fmla="*/ 465772 h 752475"/>
                <a:gd name="connsiteX1810" fmla="*/ 997363 w 1085850"/>
                <a:gd name="connsiteY1810" fmla="*/ 464915 h 752475"/>
                <a:gd name="connsiteX1811" fmla="*/ 996315 w 1085850"/>
                <a:gd name="connsiteY1811" fmla="*/ 464534 h 752475"/>
                <a:gd name="connsiteX1812" fmla="*/ 995553 w 1085850"/>
                <a:gd name="connsiteY1812" fmla="*/ 464820 h 752475"/>
                <a:gd name="connsiteX1813" fmla="*/ 994886 w 1085850"/>
                <a:gd name="connsiteY1813" fmla="*/ 465296 h 752475"/>
                <a:gd name="connsiteX1814" fmla="*/ 992600 w 1085850"/>
                <a:gd name="connsiteY1814" fmla="*/ 467677 h 752475"/>
                <a:gd name="connsiteX1815" fmla="*/ 991743 w 1085850"/>
                <a:gd name="connsiteY1815" fmla="*/ 468249 h 752475"/>
                <a:gd name="connsiteX1816" fmla="*/ 990790 w 1085850"/>
                <a:gd name="connsiteY1816" fmla="*/ 468535 h 752475"/>
                <a:gd name="connsiteX1817" fmla="*/ 989743 w 1085850"/>
                <a:gd name="connsiteY1817" fmla="*/ 468535 h 752475"/>
                <a:gd name="connsiteX1818" fmla="*/ 988695 w 1085850"/>
                <a:gd name="connsiteY1818" fmla="*/ 468249 h 752475"/>
                <a:gd name="connsiteX1819" fmla="*/ 987743 w 1085850"/>
                <a:gd name="connsiteY1819" fmla="*/ 467773 h 752475"/>
                <a:gd name="connsiteX1820" fmla="*/ 986885 w 1085850"/>
                <a:gd name="connsiteY1820" fmla="*/ 466915 h 752475"/>
                <a:gd name="connsiteX1821" fmla="*/ 986123 w 1085850"/>
                <a:gd name="connsiteY1821" fmla="*/ 466058 h 752475"/>
                <a:gd name="connsiteX1822" fmla="*/ 985361 w 1085850"/>
                <a:gd name="connsiteY1822" fmla="*/ 465010 h 752475"/>
                <a:gd name="connsiteX1823" fmla="*/ 984885 w 1085850"/>
                <a:gd name="connsiteY1823" fmla="*/ 464058 h 752475"/>
                <a:gd name="connsiteX1824" fmla="*/ 984504 w 1085850"/>
                <a:gd name="connsiteY1824" fmla="*/ 463105 h 752475"/>
                <a:gd name="connsiteX1825" fmla="*/ 984409 w 1085850"/>
                <a:gd name="connsiteY1825" fmla="*/ 461867 h 752475"/>
                <a:gd name="connsiteX1826" fmla="*/ 984694 w 1085850"/>
                <a:gd name="connsiteY1826" fmla="*/ 460819 h 752475"/>
                <a:gd name="connsiteX1827" fmla="*/ 985456 w 1085850"/>
                <a:gd name="connsiteY1827" fmla="*/ 459772 h 752475"/>
                <a:gd name="connsiteX1828" fmla="*/ 986409 w 1085850"/>
                <a:gd name="connsiteY1828" fmla="*/ 459200 h 752475"/>
                <a:gd name="connsiteX1829" fmla="*/ 988695 w 1085850"/>
                <a:gd name="connsiteY1829" fmla="*/ 458534 h 752475"/>
                <a:gd name="connsiteX1830" fmla="*/ 989838 w 1085850"/>
                <a:gd name="connsiteY1830" fmla="*/ 457867 h 752475"/>
                <a:gd name="connsiteX1831" fmla="*/ 990695 w 1085850"/>
                <a:gd name="connsiteY1831" fmla="*/ 457105 h 752475"/>
                <a:gd name="connsiteX1832" fmla="*/ 991934 w 1085850"/>
                <a:gd name="connsiteY1832" fmla="*/ 455295 h 752475"/>
                <a:gd name="connsiteX1833" fmla="*/ 992410 w 1085850"/>
                <a:gd name="connsiteY1833" fmla="*/ 455105 h 752475"/>
                <a:gd name="connsiteX1834" fmla="*/ 994410 w 1085850"/>
                <a:gd name="connsiteY1834" fmla="*/ 456343 h 752475"/>
                <a:gd name="connsiteX1835" fmla="*/ 995934 w 1085850"/>
                <a:gd name="connsiteY1835" fmla="*/ 456247 h 752475"/>
                <a:gd name="connsiteX1836" fmla="*/ 996791 w 1085850"/>
                <a:gd name="connsiteY1836" fmla="*/ 455771 h 752475"/>
                <a:gd name="connsiteX1837" fmla="*/ 997553 w 1085850"/>
                <a:gd name="connsiteY1837" fmla="*/ 454914 h 752475"/>
                <a:gd name="connsiteX1838" fmla="*/ 997934 w 1085850"/>
                <a:gd name="connsiteY1838" fmla="*/ 453866 h 752475"/>
                <a:gd name="connsiteX1839" fmla="*/ 998125 w 1085850"/>
                <a:gd name="connsiteY1839" fmla="*/ 452723 h 752475"/>
                <a:gd name="connsiteX1840" fmla="*/ 998220 w 1085850"/>
                <a:gd name="connsiteY1840" fmla="*/ 451771 h 752475"/>
                <a:gd name="connsiteX1841" fmla="*/ 998125 w 1085850"/>
                <a:gd name="connsiteY1841" fmla="*/ 450723 h 752475"/>
                <a:gd name="connsiteX1842" fmla="*/ 997934 w 1085850"/>
                <a:gd name="connsiteY1842" fmla="*/ 449580 h 752475"/>
                <a:gd name="connsiteX1843" fmla="*/ 997553 w 1085850"/>
                <a:gd name="connsiteY1843" fmla="*/ 448437 h 752475"/>
                <a:gd name="connsiteX1844" fmla="*/ 997268 w 1085850"/>
                <a:gd name="connsiteY1844" fmla="*/ 447199 h 752475"/>
                <a:gd name="connsiteX1845" fmla="*/ 997744 w 1085850"/>
                <a:gd name="connsiteY1845" fmla="*/ 445580 h 752475"/>
                <a:gd name="connsiteX1846" fmla="*/ 998887 w 1085850"/>
                <a:gd name="connsiteY1846" fmla="*/ 443865 h 752475"/>
                <a:gd name="connsiteX1847" fmla="*/ 1003363 w 1085850"/>
                <a:gd name="connsiteY1847" fmla="*/ 440150 h 752475"/>
                <a:gd name="connsiteX1848" fmla="*/ 1004126 w 1085850"/>
                <a:gd name="connsiteY1848" fmla="*/ 439388 h 752475"/>
                <a:gd name="connsiteX1849" fmla="*/ 1004506 w 1085850"/>
                <a:gd name="connsiteY1849" fmla="*/ 438436 h 752475"/>
                <a:gd name="connsiteX1850" fmla="*/ 1004983 w 1085850"/>
                <a:gd name="connsiteY1850" fmla="*/ 437674 h 752475"/>
                <a:gd name="connsiteX1851" fmla="*/ 1005745 w 1085850"/>
                <a:gd name="connsiteY1851" fmla="*/ 437388 h 752475"/>
                <a:gd name="connsiteX1852" fmla="*/ 1007745 w 1085850"/>
                <a:gd name="connsiteY1852" fmla="*/ 437293 h 752475"/>
                <a:gd name="connsiteX1853" fmla="*/ 1009078 w 1085850"/>
                <a:gd name="connsiteY1853" fmla="*/ 437007 h 752475"/>
                <a:gd name="connsiteX1854" fmla="*/ 1011079 w 1085850"/>
                <a:gd name="connsiteY1854" fmla="*/ 436245 h 752475"/>
                <a:gd name="connsiteX1855" fmla="*/ 1012317 w 1085850"/>
                <a:gd name="connsiteY1855" fmla="*/ 435388 h 752475"/>
                <a:gd name="connsiteX1856" fmla="*/ 1013365 w 1085850"/>
                <a:gd name="connsiteY1856" fmla="*/ 434340 h 752475"/>
                <a:gd name="connsiteX1857" fmla="*/ 1015746 w 1085850"/>
                <a:gd name="connsiteY1857" fmla="*/ 431578 h 752475"/>
                <a:gd name="connsiteX1858" fmla="*/ 1019842 w 1085850"/>
                <a:gd name="connsiteY1858" fmla="*/ 428434 h 752475"/>
                <a:gd name="connsiteX1859" fmla="*/ 1021271 w 1085850"/>
                <a:gd name="connsiteY1859" fmla="*/ 427768 h 752475"/>
                <a:gd name="connsiteX1860" fmla="*/ 1024033 w 1085850"/>
                <a:gd name="connsiteY1860" fmla="*/ 427292 h 752475"/>
                <a:gd name="connsiteX1861" fmla="*/ 1025652 w 1085850"/>
                <a:gd name="connsiteY1861" fmla="*/ 426625 h 752475"/>
                <a:gd name="connsiteX1862" fmla="*/ 1026509 w 1085850"/>
                <a:gd name="connsiteY1862" fmla="*/ 425291 h 752475"/>
                <a:gd name="connsiteX1863" fmla="*/ 1027938 w 1085850"/>
                <a:gd name="connsiteY1863" fmla="*/ 421862 h 752475"/>
                <a:gd name="connsiteX1864" fmla="*/ 1029938 w 1085850"/>
                <a:gd name="connsiteY1864" fmla="*/ 418719 h 752475"/>
                <a:gd name="connsiteX1865" fmla="*/ 1031176 w 1085850"/>
                <a:gd name="connsiteY1865" fmla="*/ 417195 h 752475"/>
                <a:gd name="connsiteX1866" fmla="*/ 1034225 w 1085850"/>
                <a:gd name="connsiteY1866" fmla="*/ 415195 h 752475"/>
                <a:gd name="connsiteX1867" fmla="*/ 1034605 w 1085850"/>
                <a:gd name="connsiteY1867" fmla="*/ 413956 h 752475"/>
                <a:gd name="connsiteX1868" fmla="*/ 1034320 w 1085850"/>
                <a:gd name="connsiteY1868" fmla="*/ 412242 h 752475"/>
                <a:gd name="connsiteX1869" fmla="*/ 1033177 w 1085850"/>
                <a:gd name="connsiteY1869" fmla="*/ 410813 h 752475"/>
                <a:gd name="connsiteX1870" fmla="*/ 1030986 w 1085850"/>
                <a:gd name="connsiteY1870" fmla="*/ 408718 h 752475"/>
                <a:gd name="connsiteX1871" fmla="*/ 1030414 w 1085850"/>
                <a:gd name="connsiteY1871" fmla="*/ 407575 h 752475"/>
                <a:gd name="connsiteX1872" fmla="*/ 1030129 w 1085850"/>
                <a:gd name="connsiteY1872" fmla="*/ 406336 h 752475"/>
                <a:gd name="connsiteX1873" fmla="*/ 1029652 w 1085850"/>
                <a:gd name="connsiteY1873" fmla="*/ 405384 h 752475"/>
                <a:gd name="connsiteX1874" fmla="*/ 1028986 w 1085850"/>
                <a:gd name="connsiteY1874" fmla="*/ 404908 h 752475"/>
                <a:gd name="connsiteX1875" fmla="*/ 1027843 w 1085850"/>
                <a:gd name="connsiteY1875" fmla="*/ 404813 h 752475"/>
                <a:gd name="connsiteX1876" fmla="*/ 1026605 w 1085850"/>
                <a:gd name="connsiteY1876" fmla="*/ 405003 h 752475"/>
                <a:gd name="connsiteX1877" fmla="*/ 1025461 w 1085850"/>
                <a:gd name="connsiteY1877" fmla="*/ 404813 h 752475"/>
                <a:gd name="connsiteX1878" fmla="*/ 1025080 w 1085850"/>
                <a:gd name="connsiteY1878" fmla="*/ 403860 h 752475"/>
                <a:gd name="connsiteX1879" fmla="*/ 1025461 w 1085850"/>
                <a:gd name="connsiteY1879" fmla="*/ 402241 h 752475"/>
                <a:gd name="connsiteX1880" fmla="*/ 1027271 w 1085850"/>
                <a:gd name="connsiteY1880" fmla="*/ 399669 h 752475"/>
                <a:gd name="connsiteX1881" fmla="*/ 1028224 w 1085850"/>
                <a:gd name="connsiteY1881" fmla="*/ 397955 h 752475"/>
                <a:gd name="connsiteX1882" fmla="*/ 1028509 w 1085850"/>
                <a:gd name="connsiteY1882" fmla="*/ 396430 h 752475"/>
                <a:gd name="connsiteX1883" fmla="*/ 1027652 w 1085850"/>
                <a:gd name="connsiteY1883" fmla="*/ 393954 h 752475"/>
                <a:gd name="connsiteX1884" fmla="*/ 1027367 w 1085850"/>
                <a:gd name="connsiteY1884" fmla="*/ 392430 h 752475"/>
                <a:gd name="connsiteX1885" fmla="*/ 1028128 w 1085850"/>
                <a:gd name="connsiteY1885" fmla="*/ 391096 h 752475"/>
                <a:gd name="connsiteX1886" fmla="*/ 1029462 w 1085850"/>
                <a:gd name="connsiteY1886" fmla="*/ 390430 h 752475"/>
                <a:gd name="connsiteX1887" fmla="*/ 1031272 w 1085850"/>
                <a:gd name="connsiteY1887" fmla="*/ 390144 h 752475"/>
                <a:gd name="connsiteX1888" fmla="*/ 1034986 w 1085850"/>
                <a:gd name="connsiteY1888" fmla="*/ 390334 h 752475"/>
                <a:gd name="connsiteX1889" fmla="*/ 1036892 w 1085850"/>
                <a:gd name="connsiteY1889" fmla="*/ 390144 h 752475"/>
                <a:gd name="connsiteX1890" fmla="*/ 1038320 w 1085850"/>
                <a:gd name="connsiteY1890" fmla="*/ 389668 h 752475"/>
                <a:gd name="connsiteX1891" fmla="*/ 1040511 w 1085850"/>
                <a:gd name="connsiteY1891" fmla="*/ 387382 h 752475"/>
                <a:gd name="connsiteX1892" fmla="*/ 1042702 w 1085850"/>
                <a:gd name="connsiteY1892" fmla="*/ 383286 h 752475"/>
                <a:gd name="connsiteX1893" fmla="*/ 1043464 w 1085850"/>
                <a:gd name="connsiteY1893" fmla="*/ 382334 h 752475"/>
                <a:gd name="connsiteX1894" fmla="*/ 1044797 w 1085850"/>
                <a:gd name="connsiteY1894" fmla="*/ 381095 h 752475"/>
                <a:gd name="connsiteX1895" fmla="*/ 1045750 w 1085850"/>
                <a:gd name="connsiteY1895" fmla="*/ 380429 h 752475"/>
                <a:gd name="connsiteX1896" fmla="*/ 1047083 w 1085850"/>
                <a:gd name="connsiteY1896" fmla="*/ 379857 h 752475"/>
                <a:gd name="connsiteX1897" fmla="*/ 1048702 w 1085850"/>
                <a:gd name="connsiteY1897" fmla="*/ 379667 h 752475"/>
                <a:gd name="connsiteX1898" fmla="*/ 1050417 w 1085850"/>
                <a:gd name="connsiteY1898" fmla="*/ 379857 h 752475"/>
                <a:gd name="connsiteX1899" fmla="*/ 1055751 w 1085850"/>
                <a:gd name="connsiteY1899" fmla="*/ 381571 h 752475"/>
                <a:gd name="connsiteX1900" fmla="*/ 1059180 w 1085850"/>
                <a:gd name="connsiteY1900" fmla="*/ 381952 h 752475"/>
                <a:gd name="connsiteX1901" fmla="*/ 1060418 w 1085850"/>
                <a:gd name="connsiteY1901" fmla="*/ 381000 h 752475"/>
                <a:gd name="connsiteX1902" fmla="*/ 1061847 w 1085850"/>
                <a:gd name="connsiteY1902" fmla="*/ 376904 h 752475"/>
                <a:gd name="connsiteX1903" fmla="*/ 1062038 w 1085850"/>
                <a:gd name="connsiteY1903" fmla="*/ 374713 h 752475"/>
                <a:gd name="connsiteX1904" fmla="*/ 1061942 w 1085850"/>
                <a:gd name="connsiteY1904" fmla="*/ 371761 h 752475"/>
                <a:gd name="connsiteX1905" fmla="*/ 1061180 w 1085850"/>
                <a:gd name="connsiteY1905" fmla="*/ 367475 h 752475"/>
                <a:gd name="connsiteX1906" fmla="*/ 1059466 w 1085850"/>
                <a:gd name="connsiteY1906" fmla="*/ 362712 h 752475"/>
                <a:gd name="connsiteX1907" fmla="*/ 1058894 w 1085850"/>
                <a:gd name="connsiteY1907" fmla="*/ 360521 h 752475"/>
                <a:gd name="connsiteX1908" fmla="*/ 1058609 w 1085850"/>
                <a:gd name="connsiteY1908" fmla="*/ 358235 h 752475"/>
                <a:gd name="connsiteX1909" fmla="*/ 1059847 w 1085850"/>
                <a:gd name="connsiteY1909" fmla="*/ 351282 h 752475"/>
                <a:gd name="connsiteX1910" fmla="*/ 1060228 w 1085850"/>
                <a:gd name="connsiteY1910" fmla="*/ 350139 h 752475"/>
                <a:gd name="connsiteX1911" fmla="*/ 1060609 w 1085850"/>
                <a:gd name="connsiteY1911" fmla="*/ 350139 h 752475"/>
                <a:gd name="connsiteX1912" fmla="*/ 1061561 w 1085850"/>
                <a:gd name="connsiteY1912" fmla="*/ 350330 h 752475"/>
                <a:gd name="connsiteX1913" fmla="*/ 1062323 w 1085850"/>
                <a:gd name="connsiteY1913" fmla="*/ 350710 h 752475"/>
                <a:gd name="connsiteX1914" fmla="*/ 1063085 w 1085850"/>
                <a:gd name="connsiteY1914" fmla="*/ 350996 h 752475"/>
                <a:gd name="connsiteX1915" fmla="*/ 1064228 w 1085850"/>
                <a:gd name="connsiteY1915" fmla="*/ 350806 h 752475"/>
                <a:gd name="connsiteX1916" fmla="*/ 1064990 w 1085850"/>
                <a:gd name="connsiteY1916" fmla="*/ 350330 h 752475"/>
                <a:gd name="connsiteX1917" fmla="*/ 1067181 w 1085850"/>
                <a:gd name="connsiteY1917" fmla="*/ 348139 h 752475"/>
                <a:gd name="connsiteX1918" fmla="*/ 1071181 w 1085850"/>
                <a:gd name="connsiteY1918" fmla="*/ 348043 h 752475"/>
                <a:gd name="connsiteX1919" fmla="*/ 1072896 w 1085850"/>
                <a:gd name="connsiteY1919" fmla="*/ 348425 h 752475"/>
                <a:gd name="connsiteX1920" fmla="*/ 1074039 w 1085850"/>
                <a:gd name="connsiteY1920" fmla="*/ 349472 h 752475"/>
                <a:gd name="connsiteX1921" fmla="*/ 1076230 w 1085850"/>
                <a:gd name="connsiteY1921" fmla="*/ 349091 h 752475"/>
                <a:gd name="connsiteX1922" fmla="*/ 1082326 w 1085850"/>
                <a:gd name="connsiteY1922" fmla="*/ 350710 h 752475"/>
                <a:gd name="connsiteX1923" fmla="*/ 1082611 w 1085850"/>
                <a:gd name="connsiteY1923" fmla="*/ 350044 h 752475"/>
                <a:gd name="connsiteX1924" fmla="*/ 1082802 w 1085850"/>
                <a:gd name="connsiteY1924" fmla="*/ 349377 h 752475"/>
                <a:gd name="connsiteX1925" fmla="*/ 1082802 w 1085850"/>
                <a:gd name="connsiteY1925" fmla="*/ 348520 h 752475"/>
                <a:gd name="connsiteX1926" fmla="*/ 1082707 w 1085850"/>
                <a:gd name="connsiteY1926" fmla="*/ 346710 h 752475"/>
                <a:gd name="connsiteX1927" fmla="*/ 1081754 w 1085850"/>
                <a:gd name="connsiteY1927" fmla="*/ 342138 h 752475"/>
                <a:gd name="connsiteX1928" fmla="*/ 1081659 w 1085850"/>
                <a:gd name="connsiteY1928" fmla="*/ 340995 h 752475"/>
                <a:gd name="connsiteX1929" fmla="*/ 1081850 w 1085850"/>
                <a:gd name="connsiteY1929" fmla="*/ 339947 h 752475"/>
                <a:gd name="connsiteX1930" fmla="*/ 1082326 w 1085850"/>
                <a:gd name="connsiteY1930" fmla="*/ 338804 h 752475"/>
                <a:gd name="connsiteX1931" fmla="*/ 1083945 w 1085850"/>
                <a:gd name="connsiteY1931" fmla="*/ 336328 h 752475"/>
                <a:gd name="connsiteX1932" fmla="*/ 1084135 w 1085850"/>
                <a:gd name="connsiteY1932" fmla="*/ 335756 h 752475"/>
                <a:gd name="connsiteX1933" fmla="*/ 1084135 w 1085850"/>
                <a:gd name="connsiteY1933" fmla="*/ 335280 h 752475"/>
                <a:gd name="connsiteX1934" fmla="*/ 1084040 w 1085850"/>
                <a:gd name="connsiteY1934" fmla="*/ 334613 h 752475"/>
                <a:gd name="connsiteX1935" fmla="*/ 1083945 w 1085850"/>
                <a:gd name="connsiteY1935" fmla="*/ 334327 h 752475"/>
                <a:gd name="connsiteX1936" fmla="*/ 1083755 w 1085850"/>
                <a:gd name="connsiteY1936" fmla="*/ 334042 h 752475"/>
                <a:gd name="connsiteX1937" fmla="*/ 1082897 w 1085850"/>
                <a:gd name="connsiteY1937" fmla="*/ 332899 h 752475"/>
                <a:gd name="connsiteX1938" fmla="*/ 1081945 w 1085850"/>
                <a:gd name="connsiteY1938" fmla="*/ 332042 h 752475"/>
                <a:gd name="connsiteX1939" fmla="*/ 1080326 w 1085850"/>
                <a:gd name="connsiteY1939" fmla="*/ 330803 h 752475"/>
                <a:gd name="connsiteX1940" fmla="*/ 1079278 w 1085850"/>
                <a:gd name="connsiteY1940" fmla="*/ 329755 h 752475"/>
                <a:gd name="connsiteX1941" fmla="*/ 1078706 w 1085850"/>
                <a:gd name="connsiteY1941" fmla="*/ 328993 h 752475"/>
                <a:gd name="connsiteX1942" fmla="*/ 1078516 w 1085850"/>
                <a:gd name="connsiteY1942" fmla="*/ 328422 h 752475"/>
                <a:gd name="connsiteX1943" fmla="*/ 1078516 w 1085850"/>
                <a:gd name="connsiteY1943" fmla="*/ 327660 h 752475"/>
                <a:gd name="connsiteX1944" fmla="*/ 1078611 w 1085850"/>
                <a:gd name="connsiteY1944" fmla="*/ 326612 h 752475"/>
                <a:gd name="connsiteX1945" fmla="*/ 1078897 w 1085850"/>
                <a:gd name="connsiteY1945" fmla="*/ 325850 h 752475"/>
                <a:gd name="connsiteX1946" fmla="*/ 1085660 w 1085850"/>
                <a:gd name="connsiteY1946" fmla="*/ 314706 h 752475"/>
                <a:gd name="connsiteX1947" fmla="*/ 1086326 w 1085850"/>
                <a:gd name="connsiteY1947" fmla="*/ 313849 h 752475"/>
                <a:gd name="connsiteX1948" fmla="*/ 1087469 w 1085850"/>
                <a:gd name="connsiteY1948" fmla="*/ 31299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</a:cxnLst>
              <a:rect l="l" t="t" r="r" b="b"/>
              <a:pathLst>
                <a:path w="1085850" h="752475">
                  <a:moveTo>
                    <a:pt x="1085374" y="311182"/>
                  </a:moveTo>
                  <a:lnTo>
                    <a:pt x="1084993" y="310896"/>
                  </a:lnTo>
                  <a:lnTo>
                    <a:pt x="1084231" y="310134"/>
                  </a:lnTo>
                  <a:lnTo>
                    <a:pt x="1083373" y="309181"/>
                  </a:lnTo>
                  <a:lnTo>
                    <a:pt x="1082993" y="308896"/>
                  </a:lnTo>
                  <a:lnTo>
                    <a:pt x="1082707" y="308705"/>
                  </a:lnTo>
                  <a:lnTo>
                    <a:pt x="1081850" y="308324"/>
                  </a:lnTo>
                  <a:lnTo>
                    <a:pt x="1080135" y="307943"/>
                  </a:lnTo>
                  <a:lnTo>
                    <a:pt x="1079564" y="307848"/>
                  </a:lnTo>
                  <a:lnTo>
                    <a:pt x="1078897" y="307372"/>
                  </a:lnTo>
                  <a:lnTo>
                    <a:pt x="1078135" y="306610"/>
                  </a:lnTo>
                  <a:lnTo>
                    <a:pt x="1075753" y="303847"/>
                  </a:lnTo>
                  <a:lnTo>
                    <a:pt x="1072706" y="302514"/>
                  </a:lnTo>
                  <a:lnTo>
                    <a:pt x="1072515" y="302419"/>
                  </a:lnTo>
                  <a:lnTo>
                    <a:pt x="1070610" y="302514"/>
                  </a:lnTo>
                  <a:lnTo>
                    <a:pt x="1070039" y="302514"/>
                  </a:lnTo>
                  <a:lnTo>
                    <a:pt x="1069657" y="302228"/>
                  </a:lnTo>
                  <a:lnTo>
                    <a:pt x="1069181" y="301085"/>
                  </a:lnTo>
                  <a:lnTo>
                    <a:pt x="1068896" y="299561"/>
                  </a:lnTo>
                  <a:lnTo>
                    <a:pt x="1068324" y="296037"/>
                  </a:lnTo>
                  <a:lnTo>
                    <a:pt x="1067467" y="293180"/>
                  </a:lnTo>
                  <a:lnTo>
                    <a:pt x="1065848" y="285274"/>
                  </a:lnTo>
                  <a:lnTo>
                    <a:pt x="1063085" y="282130"/>
                  </a:lnTo>
                  <a:lnTo>
                    <a:pt x="1061847" y="279559"/>
                  </a:lnTo>
                  <a:lnTo>
                    <a:pt x="1060990" y="276320"/>
                  </a:lnTo>
                  <a:lnTo>
                    <a:pt x="1060037" y="274225"/>
                  </a:lnTo>
                  <a:lnTo>
                    <a:pt x="1058894" y="272986"/>
                  </a:lnTo>
                  <a:lnTo>
                    <a:pt x="1057465" y="272034"/>
                  </a:lnTo>
                  <a:lnTo>
                    <a:pt x="1054798" y="270796"/>
                  </a:lnTo>
                  <a:lnTo>
                    <a:pt x="1053084" y="269462"/>
                  </a:lnTo>
                  <a:lnTo>
                    <a:pt x="1052131" y="267938"/>
                  </a:lnTo>
                  <a:lnTo>
                    <a:pt x="1051560" y="266414"/>
                  </a:lnTo>
                  <a:lnTo>
                    <a:pt x="1051560" y="264985"/>
                  </a:lnTo>
                  <a:lnTo>
                    <a:pt x="1051941" y="263842"/>
                  </a:lnTo>
                  <a:lnTo>
                    <a:pt x="1052703" y="262890"/>
                  </a:lnTo>
                  <a:lnTo>
                    <a:pt x="1053465" y="262318"/>
                  </a:lnTo>
                  <a:lnTo>
                    <a:pt x="1055275" y="261747"/>
                  </a:lnTo>
                  <a:lnTo>
                    <a:pt x="1056418" y="261461"/>
                  </a:lnTo>
                  <a:lnTo>
                    <a:pt x="1057656" y="261080"/>
                  </a:lnTo>
                  <a:lnTo>
                    <a:pt x="1058323" y="260223"/>
                  </a:lnTo>
                  <a:lnTo>
                    <a:pt x="1058799" y="258794"/>
                  </a:lnTo>
                  <a:lnTo>
                    <a:pt x="1058704" y="256699"/>
                  </a:lnTo>
                  <a:lnTo>
                    <a:pt x="1058513" y="255746"/>
                  </a:lnTo>
                  <a:lnTo>
                    <a:pt x="1058227" y="255079"/>
                  </a:lnTo>
                  <a:lnTo>
                    <a:pt x="1057275" y="253936"/>
                  </a:lnTo>
                  <a:lnTo>
                    <a:pt x="1054608" y="251650"/>
                  </a:lnTo>
                  <a:lnTo>
                    <a:pt x="1051941" y="250126"/>
                  </a:lnTo>
                  <a:lnTo>
                    <a:pt x="1051369" y="249555"/>
                  </a:lnTo>
                  <a:lnTo>
                    <a:pt x="1048702" y="245269"/>
                  </a:lnTo>
                  <a:lnTo>
                    <a:pt x="1048131" y="244602"/>
                  </a:lnTo>
                  <a:lnTo>
                    <a:pt x="1047655" y="244411"/>
                  </a:lnTo>
                  <a:lnTo>
                    <a:pt x="1047178" y="244126"/>
                  </a:lnTo>
                  <a:lnTo>
                    <a:pt x="1042416" y="241268"/>
                  </a:lnTo>
                  <a:lnTo>
                    <a:pt x="1041559" y="240601"/>
                  </a:lnTo>
                  <a:lnTo>
                    <a:pt x="1041082" y="240221"/>
                  </a:lnTo>
                  <a:lnTo>
                    <a:pt x="1041082" y="239744"/>
                  </a:lnTo>
                  <a:lnTo>
                    <a:pt x="1042606" y="235077"/>
                  </a:lnTo>
                  <a:lnTo>
                    <a:pt x="1043654" y="229648"/>
                  </a:lnTo>
                  <a:lnTo>
                    <a:pt x="1043940" y="226504"/>
                  </a:lnTo>
                  <a:lnTo>
                    <a:pt x="1045845" y="225647"/>
                  </a:lnTo>
                  <a:lnTo>
                    <a:pt x="1047083" y="224695"/>
                  </a:lnTo>
                  <a:lnTo>
                    <a:pt x="1048226" y="223456"/>
                  </a:lnTo>
                  <a:lnTo>
                    <a:pt x="1048988" y="221933"/>
                  </a:lnTo>
                  <a:lnTo>
                    <a:pt x="1048893" y="220504"/>
                  </a:lnTo>
                  <a:lnTo>
                    <a:pt x="1048322" y="218980"/>
                  </a:lnTo>
                  <a:lnTo>
                    <a:pt x="1045655" y="215455"/>
                  </a:lnTo>
                  <a:lnTo>
                    <a:pt x="1041082" y="211169"/>
                  </a:lnTo>
                  <a:lnTo>
                    <a:pt x="1039749" y="209169"/>
                  </a:lnTo>
                  <a:lnTo>
                    <a:pt x="1038415" y="207550"/>
                  </a:lnTo>
                  <a:lnTo>
                    <a:pt x="1036510" y="206692"/>
                  </a:lnTo>
                  <a:lnTo>
                    <a:pt x="1034510" y="206121"/>
                  </a:lnTo>
                  <a:lnTo>
                    <a:pt x="1032319" y="205073"/>
                  </a:lnTo>
                  <a:lnTo>
                    <a:pt x="1023938" y="197263"/>
                  </a:lnTo>
                  <a:lnTo>
                    <a:pt x="1021271" y="195453"/>
                  </a:lnTo>
                  <a:lnTo>
                    <a:pt x="1019270" y="194596"/>
                  </a:lnTo>
                  <a:lnTo>
                    <a:pt x="1017651" y="194500"/>
                  </a:lnTo>
                  <a:lnTo>
                    <a:pt x="1016603" y="194691"/>
                  </a:lnTo>
                  <a:lnTo>
                    <a:pt x="1015651" y="194691"/>
                  </a:lnTo>
                  <a:lnTo>
                    <a:pt x="1008507" y="190119"/>
                  </a:lnTo>
                  <a:lnTo>
                    <a:pt x="1007459" y="188881"/>
                  </a:lnTo>
                  <a:lnTo>
                    <a:pt x="1006888" y="187452"/>
                  </a:lnTo>
                  <a:lnTo>
                    <a:pt x="1006983" y="186118"/>
                  </a:lnTo>
                  <a:lnTo>
                    <a:pt x="1007078" y="185547"/>
                  </a:lnTo>
                  <a:lnTo>
                    <a:pt x="1007173" y="185261"/>
                  </a:lnTo>
                  <a:lnTo>
                    <a:pt x="1008983" y="182213"/>
                  </a:lnTo>
                  <a:lnTo>
                    <a:pt x="1009650" y="180499"/>
                  </a:lnTo>
                  <a:lnTo>
                    <a:pt x="1009269" y="178784"/>
                  </a:lnTo>
                  <a:lnTo>
                    <a:pt x="1008602" y="177355"/>
                  </a:lnTo>
                  <a:lnTo>
                    <a:pt x="1003935" y="173831"/>
                  </a:lnTo>
                  <a:lnTo>
                    <a:pt x="1002697" y="168592"/>
                  </a:lnTo>
                  <a:lnTo>
                    <a:pt x="1002030" y="163163"/>
                  </a:lnTo>
                  <a:lnTo>
                    <a:pt x="1001554" y="161734"/>
                  </a:lnTo>
                  <a:lnTo>
                    <a:pt x="1000792" y="161258"/>
                  </a:lnTo>
                  <a:lnTo>
                    <a:pt x="1000030" y="161449"/>
                  </a:lnTo>
                  <a:lnTo>
                    <a:pt x="999268" y="162211"/>
                  </a:lnTo>
                  <a:lnTo>
                    <a:pt x="992886" y="170783"/>
                  </a:lnTo>
                  <a:lnTo>
                    <a:pt x="991172" y="172593"/>
                  </a:lnTo>
                  <a:lnTo>
                    <a:pt x="990505" y="173546"/>
                  </a:lnTo>
                  <a:lnTo>
                    <a:pt x="989743" y="174879"/>
                  </a:lnTo>
                  <a:lnTo>
                    <a:pt x="989362" y="180975"/>
                  </a:lnTo>
                  <a:lnTo>
                    <a:pt x="988409" y="182689"/>
                  </a:lnTo>
                  <a:lnTo>
                    <a:pt x="987171" y="183261"/>
                  </a:lnTo>
                  <a:lnTo>
                    <a:pt x="985552" y="182880"/>
                  </a:lnTo>
                  <a:lnTo>
                    <a:pt x="984028" y="181642"/>
                  </a:lnTo>
                  <a:lnTo>
                    <a:pt x="982885" y="180118"/>
                  </a:lnTo>
                  <a:lnTo>
                    <a:pt x="980884" y="176498"/>
                  </a:lnTo>
                  <a:lnTo>
                    <a:pt x="979742" y="175450"/>
                  </a:lnTo>
                  <a:lnTo>
                    <a:pt x="976027" y="174117"/>
                  </a:lnTo>
                  <a:lnTo>
                    <a:pt x="947738" y="155258"/>
                  </a:lnTo>
                  <a:lnTo>
                    <a:pt x="928306" y="138684"/>
                  </a:lnTo>
                  <a:lnTo>
                    <a:pt x="924306" y="136493"/>
                  </a:lnTo>
                  <a:lnTo>
                    <a:pt x="918972" y="134969"/>
                  </a:lnTo>
                  <a:lnTo>
                    <a:pt x="895255" y="124396"/>
                  </a:lnTo>
                  <a:lnTo>
                    <a:pt x="892493" y="122110"/>
                  </a:lnTo>
                  <a:lnTo>
                    <a:pt x="890778" y="113919"/>
                  </a:lnTo>
                  <a:lnTo>
                    <a:pt x="890016" y="111728"/>
                  </a:lnTo>
                  <a:lnTo>
                    <a:pt x="888682" y="109538"/>
                  </a:lnTo>
                  <a:lnTo>
                    <a:pt x="886777" y="107251"/>
                  </a:lnTo>
                  <a:lnTo>
                    <a:pt x="885253" y="106204"/>
                  </a:lnTo>
                  <a:lnTo>
                    <a:pt x="884206" y="105727"/>
                  </a:lnTo>
                  <a:lnTo>
                    <a:pt x="882968" y="105537"/>
                  </a:lnTo>
                  <a:lnTo>
                    <a:pt x="879729" y="105632"/>
                  </a:lnTo>
                  <a:lnTo>
                    <a:pt x="877348" y="105442"/>
                  </a:lnTo>
                  <a:lnTo>
                    <a:pt x="873061" y="103918"/>
                  </a:lnTo>
                  <a:lnTo>
                    <a:pt x="870776" y="102584"/>
                  </a:lnTo>
                  <a:lnTo>
                    <a:pt x="869061" y="100775"/>
                  </a:lnTo>
                  <a:lnTo>
                    <a:pt x="868109" y="99060"/>
                  </a:lnTo>
                  <a:lnTo>
                    <a:pt x="866870" y="97346"/>
                  </a:lnTo>
                  <a:lnTo>
                    <a:pt x="865632" y="96488"/>
                  </a:lnTo>
                  <a:lnTo>
                    <a:pt x="864108" y="95821"/>
                  </a:lnTo>
                  <a:lnTo>
                    <a:pt x="863251" y="95059"/>
                  </a:lnTo>
                  <a:lnTo>
                    <a:pt x="861822" y="92107"/>
                  </a:lnTo>
                  <a:lnTo>
                    <a:pt x="860679" y="90297"/>
                  </a:lnTo>
                  <a:lnTo>
                    <a:pt x="855631" y="85820"/>
                  </a:lnTo>
                  <a:lnTo>
                    <a:pt x="854488" y="85249"/>
                  </a:lnTo>
                  <a:lnTo>
                    <a:pt x="853345" y="85344"/>
                  </a:lnTo>
                  <a:lnTo>
                    <a:pt x="852678" y="85820"/>
                  </a:lnTo>
                  <a:lnTo>
                    <a:pt x="852297" y="86677"/>
                  </a:lnTo>
                  <a:lnTo>
                    <a:pt x="851630" y="89344"/>
                  </a:lnTo>
                  <a:lnTo>
                    <a:pt x="851154" y="92678"/>
                  </a:lnTo>
                  <a:lnTo>
                    <a:pt x="851059" y="95059"/>
                  </a:lnTo>
                  <a:lnTo>
                    <a:pt x="851249" y="95631"/>
                  </a:lnTo>
                  <a:lnTo>
                    <a:pt x="852868" y="99155"/>
                  </a:lnTo>
                  <a:lnTo>
                    <a:pt x="853630" y="101251"/>
                  </a:lnTo>
                  <a:lnTo>
                    <a:pt x="854202" y="102108"/>
                  </a:lnTo>
                  <a:lnTo>
                    <a:pt x="854583" y="102394"/>
                  </a:lnTo>
                  <a:lnTo>
                    <a:pt x="856202" y="103442"/>
                  </a:lnTo>
                  <a:lnTo>
                    <a:pt x="856583" y="103918"/>
                  </a:lnTo>
                  <a:lnTo>
                    <a:pt x="856869" y="104394"/>
                  </a:lnTo>
                  <a:lnTo>
                    <a:pt x="856964" y="104965"/>
                  </a:lnTo>
                  <a:lnTo>
                    <a:pt x="856774" y="106680"/>
                  </a:lnTo>
                  <a:lnTo>
                    <a:pt x="856869" y="107156"/>
                  </a:lnTo>
                  <a:lnTo>
                    <a:pt x="856869" y="107537"/>
                  </a:lnTo>
                  <a:lnTo>
                    <a:pt x="856964" y="107918"/>
                  </a:lnTo>
                  <a:lnTo>
                    <a:pt x="857822" y="110014"/>
                  </a:lnTo>
                  <a:lnTo>
                    <a:pt x="858012" y="111252"/>
                  </a:lnTo>
                  <a:lnTo>
                    <a:pt x="858012" y="111919"/>
                  </a:lnTo>
                  <a:lnTo>
                    <a:pt x="858012" y="112585"/>
                  </a:lnTo>
                  <a:lnTo>
                    <a:pt x="857822" y="113252"/>
                  </a:lnTo>
                  <a:lnTo>
                    <a:pt x="857631" y="113729"/>
                  </a:lnTo>
                  <a:lnTo>
                    <a:pt x="857059" y="114014"/>
                  </a:lnTo>
                  <a:lnTo>
                    <a:pt x="856678" y="113919"/>
                  </a:lnTo>
                  <a:lnTo>
                    <a:pt x="856107" y="113347"/>
                  </a:lnTo>
                  <a:lnTo>
                    <a:pt x="853630" y="109633"/>
                  </a:lnTo>
                  <a:lnTo>
                    <a:pt x="850773" y="106871"/>
                  </a:lnTo>
                  <a:lnTo>
                    <a:pt x="844486" y="103156"/>
                  </a:lnTo>
                  <a:lnTo>
                    <a:pt x="837628" y="100775"/>
                  </a:lnTo>
                  <a:lnTo>
                    <a:pt x="831056" y="99346"/>
                  </a:lnTo>
                  <a:lnTo>
                    <a:pt x="828389" y="98012"/>
                  </a:lnTo>
                  <a:lnTo>
                    <a:pt x="809053" y="82772"/>
                  </a:lnTo>
                  <a:lnTo>
                    <a:pt x="806768" y="80105"/>
                  </a:lnTo>
                  <a:lnTo>
                    <a:pt x="806101" y="78772"/>
                  </a:lnTo>
                  <a:lnTo>
                    <a:pt x="805720" y="77533"/>
                  </a:lnTo>
                  <a:lnTo>
                    <a:pt x="805339" y="76200"/>
                  </a:lnTo>
                  <a:lnTo>
                    <a:pt x="805053" y="75343"/>
                  </a:lnTo>
                  <a:lnTo>
                    <a:pt x="804577" y="74581"/>
                  </a:lnTo>
                  <a:lnTo>
                    <a:pt x="804196" y="74009"/>
                  </a:lnTo>
                  <a:lnTo>
                    <a:pt x="800100" y="71533"/>
                  </a:lnTo>
                  <a:lnTo>
                    <a:pt x="798671" y="70104"/>
                  </a:lnTo>
                  <a:lnTo>
                    <a:pt x="793242" y="63436"/>
                  </a:lnTo>
                  <a:lnTo>
                    <a:pt x="772382" y="44577"/>
                  </a:lnTo>
                  <a:lnTo>
                    <a:pt x="771525" y="43243"/>
                  </a:lnTo>
                  <a:lnTo>
                    <a:pt x="771334" y="42100"/>
                  </a:lnTo>
                  <a:lnTo>
                    <a:pt x="771525" y="41148"/>
                  </a:lnTo>
                  <a:lnTo>
                    <a:pt x="772382" y="39529"/>
                  </a:lnTo>
                  <a:lnTo>
                    <a:pt x="772477" y="38576"/>
                  </a:lnTo>
                  <a:lnTo>
                    <a:pt x="772097" y="37624"/>
                  </a:lnTo>
                  <a:lnTo>
                    <a:pt x="771049" y="36481"/>
                  </a:lnTo>
                  <a:lnTo>
                    <a:pt x="769620" y="35814"/>
                  </a:lnTo>
                  <a:lnTo>
                    <a:pt x="767810" y="35528"/>
                  </a:lnTo>
                  <a:lnTo>
                    <a:pt x="763524" y="35909"/>
                  </a:lnTo>
                  <a:lnTo>
                    <a:pt x="762381" y="35719"/>
                  </a:lnTo>
                  <a:lnTo>
                    <a:pt x="761428" y="35147"/>
                  </a:lnTo>
                  <a:lnTo>
                    <a:pt x="758761" y="31242"/>
                  </a:lnTo>
                  <a:lnTo>
                    <a:pt x="757809" y="30385"/>
                  </a:lnTo>
                  <a:lnTo>
                    <a:pt x="756666" y="29623"/>
                  </a:lnTo>
                  <a:lnTo>
                    <a:pt x="755428" y="29337"/>
                  </a:lnTo>
                  <a:lnTo>
                    <a:pt x="752475" y="28765"/>
                  </a:lnTo>
                  <a:lnTo>
                    <a:pt x="750951" y="28194"/>
                  </a:lnTo>
                  <a:lnTo>
                    <a:pt x="749618" y="27432"/>
                  </a:lnTo>
                  <a:lnTo>
                    <a:pt x="747046" y="26384"/>
                  </a:lnTo>
                  <a:lnTo>
                    <a:pt x="744284" y="26098"/>
                  </a:lnTo>
                  <a:lnTo>
                    <a:pt x="743617" y="26479"/>
                  </a:lnTo>
                  <a:lnTo>
                    <a:pt x="743331" y="26956"/>
                  </a:lnTo>
                  <a:lnTo>
                    <a:pt x="742759" y="28956"/>
                  </a:lnTo>
                  <a:lnTo>
                    <a:pt x="742188" y="30289"/>
                  </a:lnTo>
                  <a:lnTo>
                    <a:pt x="741617" y="31433"/>
                  </a:lnTo>
                  <a:lnTo>
                    <a:pt x="740950" y="32385"/>
                  </a:lnTo>
                  <a:lnTo>
                    <a:pt x="740188" y="33242"/>
                  </a:lnTo>
                  <a:lnTo>
                    <a:pt x="736663" y="36385"/>
                  </a:lnTo>
                  <a:lnTo>
                    <a:pt x="734759" y="37719"/>
                  </a:lnTo>
                  <a:lnTo>
                    <a:pt x="732663" y="38671"/>
                  </a:lnTo>
                  <a:lnTo>
                    <a:pt x="730472" y="38862"/>
                  </a:lnTo>
                  <a:lnTo>
                    <a:pt x="729139" y="38481"/>
                  </a:lnTo>
                  <a:lnTo>
                    <a:pt x="727805" y="37909"/>
                  </a:lnTo>
                  <a:lnTo>
                    <a:pt x="726662" y="37719"/>
                  </a:lnTo>
                  <a:lnTo>
                    <a:pt x="721519" y="37814"/>
                  </a:lnTo>
                  <a:lnTo>
                    <a:pt x="720090" y="37719"/>
                  </a:lnTo>
                  <a:lnTo>
                    <a:pt x="718852" y="37052"/>
                  </a:lnTo>
                  <a:lnTo>
                    <a:pt x="717899" y="36004"/>
                  </a:lnTo>
                  <a:lnTo>
                    <a:pt x="716185" y="33242"/>
                  </a:lnTo>
                  <a:lnTo>
                    <a:pt x="715232" y="32385"/>
                  </a:lnTo>
                  <a:lnTo>
                    <a:pt x="713994" y="31623"/>
                  </a:lnTo>
                  <a:lnTo>
                    <a:pt x="712660" y="31147"/>
                  </a:lnTo>
                  <a:lnTo>
                    <a:pt x="711422" y="30956"/>
                  </a:lnTo>
                  <a:lnTo>
                    <a:pt x="710470" y="30956"/>
                  </a:lnTo>
                  <a:lnTo>
                    <a:pt x="709422" y="31528"/>
                  </a:lnTo>
                  <a:lnTo>
                    <a:pt x="708660" y="32480"/>
                  </a:lnTo>
                  <a:lnTo>
                    <a:pt x="707231" y="34957"/>
                  </a:lnTo>
                  <a:lnTo>
                    <a:pt x="706850" y="36290"/>
                  </a:lnTo>
                  <a:lnTo>
                    <a:pt x="706374" y="38671"/>
                  </a:lnTo>
                  <a:lnTo>
                    <a:pt x="705517" y="40291"/>
                  </a:lnTo>
                  <a:lnTo>
                    <a:pt x="699992" y="46101"/>
                  </a:lnTo>
                  <a:lnTo>
                    <a:pt x="692753" y="52292"/>
                  </a:lnTo>
                  <a:lnTo>
                    <a:pt x="690086" y="53530"/>
                  </a:lnTo>
                  <a:lnTo>
                    <a:pt x="686181" y="50101"/>
                  </a:lnTo>
                  <a:lnTo>
                    <a:pt x="660368" y="35242"/>
                  </a:lnTo>
                  <a:lnTo>
                    <a:pt x="658939" y="33147"/>
                  </a:lnTo>
                  <a:lnTo>
                    <a:pt x="658559" y="32766"/>
                  </a:lnTo>
                  <a:lnTo>
                    <a:pt x="634555" y="18383"/>
                  </a:lnTo>
                  <a:lnTo>
                    <a:pt x="633603" y="17907"/>
                  </a:lnTo>
                  <a:lnTo>
                    <a:pt x="615601" y="12478"/>
                  </a:lnTo>
                  <a:lnTo>
                    <a:pt x="611219" y="12478"/>
                  </a:lnTo>
                  <a:lnTo>
                    <a:pt x="606743" y="13144"/>
                  </a:lnTo>
                  <a:lnTo>
                    <a:pt x="605695" y="13621"/>
                  </a:lnTo>
                  <a:lnTo>
                    <a:pt x="605123" y="14097"/>
                  </a:lnTo>
                  <a:lnTo>
                    <a:pt x="604742" y="14478"/>
                  </a:lnTo>
                  <a:lnTo>
                    <a:pt x="604456" y="14954"/>
                  </a:lnTo>
                  <a:lnTo>
                    <a:pt x="604171" y="15621"/>
                  </a:lnTo>
                  <a:lnTo>
                    <a:pt x="603885" y="17717"/>
                  </a:lnTo>
                  <a:lnTo>
                    <a:pt x="603504" y="18669"/>
                  </a:lnTo>
                  <a:lnTo>
                    <a:pt x="603123" y="19526"/>
                  </a:lnTo>
                  <a:lnTo>
                    <a:pt x="602647" y="20002"/>
                  </a:lnTo>
                  <a:lnTo>
                    <a:pt x="601885" y="20574"/>
                  </a:lnTo>
                  <a:lnTo>
                    <a:pt x="601694" y="21050"/>
                  </a:lnTo>
                  <a:lnTo>
                    <a:pt x="601599" y="21812"/>
                  </a:lnTo>
                  <a:lnTo>
                    <a:pt x="601599" y="22765"/>
                  </a:lnTo>
                  <a:lnTo>
                    <a:pt x="603313" y="29146"/>
                  </a:lnTo>
                  <a:lnTo>
                    <a:pt x="603885" y="31813"/>
                  </a:lnTo>
                  <a:lnTo>
                    <a:pt x="603885" y="33242"/>
                  </a:lnTo>
                  <a:lnTo>
                    <a:pt x="603885" y="33623"/>
                  </a:lnTo>
                  <a:lnTo>
                    <a:pt x="603313" y="39243"/>
                  </a:lnTo>
                  <a:lnTo>
                    <a:pt x="603313" y="41053"/>
                  </a:lnTo>
                  <a:lnTo>
                    <a:pt x="603313" y="42291"/>
                  </a:lnTo>
                  <a:lnTo>
                    <a:pt x="603028" y="43529"/>
                  </a:lnTo>
                  <a:lnTo>
                    <a:pt x="602361" y="46006"/>
                  </a:lnTo>
                  <a:lnTo>
                    <a:pt x="602266" y="47244"/>
                  </a:lnTo>
                  <a:lnTo>
                    <a:pt x="602456" y="48387"/>
                  </a:lnTo>
                  <a:lnTo>
                    <a:pt x="602837" y="49435"/>
                  </a:lnTo>
                  <a:lnTo>
                    <a:pt x="602932" y="50483"/>
                  </a:lnTo>
                  <a:lnTo>
                    <a:pt x="602551" y="54292"/>
                  </a:lnTo>
                  <a:lnTo>
                    <a:pt x="602742" y="55912"/>
                  </a:lnTo>
                  <a:lnTo>
                    <a:pt x="603123" y="58388"/>
                  </a:lnTo>
                  <a:lnTo>
                    <a:pt x="603123" y="59436"/>
                  </a:lnTo>
                  <a:lnTo>
                    <a:pt x="602932" y="60388"/>
                  </a:lnTo>
                  <a:lnTo>
                    <a:pt x="602551" y="61436"/>
                  </a:lnTo>
                  <a:lnTo>
                    <a:pt x="602266" y="62389"/>
                  </a:lnTo>
                  <a:lnTo>
                    <a:pt x="602266" y="63436"/>
                  </a:lnTo>
                  <a:lnTo>
                    <a:pt x="602361" y="65246"/>
                  </a:lnTo>
                  <a:lnTo>
                    <a:pt x="602266" y="65722"/>
                  </a:lnTo>
                  <a:lnTo>
                    <a:pt x="602171" y="66008"/>
                  </a:lnTo>
                  <a:lnTo>
                    <a:pt x="601980" y="66104"/>
                  </a:lnTo>
                  <a:lnTo>
                    <a:pt x="601694" y="66294"/>
                  </a:lnTo>
                  <a:lnTo>
                    <a:pt x="600456" y="67056"/>
                  </a:lnTo>
                  <a:lnTo>
                    <a:pt x="599980" y="67913"/>
                  </a:lnTo>
                  <a:lnTo>
                    <a:pt x="599789" y="68675"/>
                  </a:lnTo>
                  <a:lnTo>
                    <a:pt x="599980" y="70199"/>
                  </a:lnTo>
                  <a:lnTo>
                    <a:pt x="600551" y="71723"/>
                  </a:lnTo>
                  <a:lnTo>
                    <a:pt x="601694" y="73819"/>
                  </a:lnTo>
                  <a:lnTo>
                    <a:pt x="601980" y="74676"/>
                  </a:lnTo>
                  <a:lnTo>
                    <a:pt x="602171" y="75724"/>
                  </a:lnTo>
                  <a:lnTo>
                    <a:pt x="602266" y="76486"/>
                  </a:lnTo>
                  <a:lnTo>
                    <a:pt x="602361" y="77533"/>
                  </a:lnTo>
                  <a:lnTo>
                    <a:pt x="601313" y="95821"/>
                  </a:lnTo>
                  <a:lnTo>
                    <a:pt x="600932" y="97631"/>
                  </a:lnTo>
                  <a:lnTo>
                    <a:pt x="600647" y="98298"/>
                  </a:lnTo>
                  <a:lnTo>
                    <a:pt x="600265" y="98774"/>
                  </a:lnTo>
                  <a:lnTo>
                    <a:pt x="599694" y="99155"/>
                  </a:lnTo>
                  <a:lnTo>
                    <a:pt x="598837" y="99441"/>
                  </a:lnTo>
                  <a:lnTo>
                    <a:pt x="597598" y="99536"/>
                  </a:lnTo>
                  <a:lnTo>
                    <a:pt x="592264" y="98965"/>
                  </a:lnTo>
                  <a:lnTo>
                    <a:pt x="584549" y="96583"/>
                  </a:lnTo>
                  <a:lnTo>
                    <a:pt x="582549" y="95536"/>
                  </a:lnTo>
                  <a:lnTo>
                    <a:pt x="581215" y="94583"/>
                  </a:lnTo>
                  <a:lnTo>
                    <a:pt x="580549" y="93821"/>
                  </a:lnTo>
                  <a:lnTo>
                    <a:pt x="578739" y="92964"/>
                  </a:lnTo>
                  <a:lnTo>
                    <a:pt x="570071" y="90011"/>
                  </a:lnTo>
                  <a:lnTo>
                    <a:pt x="567214" y="88678"/>
                  </a:lnTo>
                  <a:lnTo>
                    <a:pt x="565499" y="87344"/>
                  </a:lnTo>
                  <a:lnTo>
                    <a:pt x="565023" y="86392"/>
                  </a:lnTo>
                  <a:lnTo>
                    <a:pt x="564832" y="85439"/>
                  </a:lnTo>
                  <a:lnTo>
                    <a:pt x="564832" y="84772"/>
                  </a:lnTo>
                  <a:lnTo>
                    <a:pt x="564928" y="84392"/>
                  </a:lnTo>
                  <a:lnTo>
                    <a:pt x="565690" y="81439"/>
                  </a:lnTo>
                  <a:lnTo>
                    <a:pt x="565690" y="80581"/>
                  </a:lnTo>
                  <a:lnTo>
                    <a:pt x="565309" y="79819"/>
                  </a:lnTo>
                  <a:lnTo>
                    <a:pt x="564832" y="79343"/>
                  </a:lnTo>
                  <a:lnTo>
                    <a:pt x="559880" y="77724"/>
                  </a:lnTo>
                  <a:lnTo>
                    <a:pt x="556260" y="75914"/>
                  </a:lnTo>
                  <a:lnTo>
                    <a:pt x="549878" y="71438"/>
                  </a:lnTo>
                  <a:lnTo>
                    <a:pt x="548735" y="70771"/>
                  </a:lnTo>
                  <a:lnTo>
                    <a:pt x="547306" y="70580"/>
                  </a:lnTo>
                  <a:lnTo>
                    <a:pt x="543306" y="70866"/>
                  </a:lnTo>
                  <a:lnTo>
                    <a:pt x="541401" y="70580"/>
                  </a:lnTo>
                  <a:lnTo>
                    <a:pt x="539305" y="69723"/>
                  </a:lnTo>
                  <a:lnTo>
                    <a:pt x="535972" y="67532"/>
                  </a:lnTo>
                  <a:lnTo>
                    <a:pt x="534829" y="67056"/>
                  </a:lnTo>
                  <a:lnTo>
                    <a:pt x="533495" y="67056"/>
                  </a:lnTo>
                  <a:lnTo>
                    <a:pt x="532543" y="67246"/>
                  </a:lnTo>
                  <a:lnTo>
                    <a:pt x="531495" y="67246"/>
                  </a:lnTo>
                  <a:lnTo>
                    <a:pt x="530543" y="67056"/>
                  </a:lnTo>
                  <a:lnTo>
                    <a:pt x="529114" y="66104"/>
                  </a:lnTo>
                  <a:lnTo>
                    <a:pt x="528352" y="65151"/>
                  </a:lnTo>
                  <a:lnTo>
                    <a:pt x="527780" y="64008"/>
                  </a:lnTo>
                  <a:lnTo>
                    <a:pt x="527209" y="60769"/>
                  </a:lnTo>
                  <a:lnTo>
                    <a:pt x="526732" y="59912"/>
                  </a:lnTo>
                  <a:lnTo>
                    <a:pt x="526161" y="59246"/>
                  </a:lnTo>
                  <a:lnTo>
                    <a:pt x="525304" y="58674"/>
                  </a:lnTo>
                  <a:lnTo>
                    <a:pt x="516064" y="55435"/>
                  </a:lnTo>
                  <a:lnTo>
                    <a:pt x="515207" y="54769"/>
                  </a:lnTo>
                  <a:lnTo>
                    <a:pt x="513207" y="52292"/>
                  </a:lnTo>
                  <a:lnTo>
                    <a:pt x="507778" y="47434"/>
                  </a:lnTo>
                  <a:lnTo>
                    <a:pt x="506444" y="46577"/>
                  </a:lnTo>
                  <a:lnTo>
                    <a:pt x="505396" y="46292"/>
                  </a:lnTo>
                  <a:lnTo>
                    <a:pt x="503872" y="46387"/>
                  </a:lnTo>
                  <a:lnTo>
                    <a:pt x="502444" y="46101"/>
                  </a:lnTo>
                  <a:lnTo>
                    <a:pt x="500920" y="45244"/>
                  </a:lnTo>
                  <a:lnTo>
                    <a:pt x="499681" y="44005"/>
                  </a:lnTo>
                  <a:lnTo>
                    <a:pt x="497014" y="40576"/>
                  </a:lnTo>
                  <a:lnTo>
                    <a:pt x="492919" y="36290"/>
                  </a:lnTo>
                  <a:lnTo>
                    <a:pt x="492252" y="35338"/>
                  </a:lnTo>
                  <a:lnTo>
                    <a:pt x="491871" y="34385"/>
                  </a:lnTo>
                  <a:lnTo>
                    <a:pt x="491395" y="33242"/>
                  </a:lnTo>
                  <a:lnTo>
                    <a:pt x="491014" y="32480"/>
                  </a:lnTo>
                  <a:lnTo>
                    <a:pt x="489966" y="31718"/>
                  </a:lnTo>
                  <a:lnTo>
                    <a:pt x="484442" y="30194"/>
                  </a:lnTo>
                  <a:lnTo>
                    <a:pt x="482822" y="29432"/>
                  </a:lnTo>
                  <a:lnTo>
                    <a:pt x="481584" y="28575"/>
                  </a:lnTo>
                  <a:lnTo>
                    <a:pt x="473107" y="19526"/>
                  </a:lnTo>
                  <a:lnTo>
                    <a:pt x="470440" y="15145"/>
                  </a:lnTo>
                  <a:lnTo>
                    <a:pt x="469868" y="14668"/>
                  </a:lnTo>
                  <a:lnTo>
                    <a:pt x="469201" y="14573"/>
                  </a:lnTo>
                  <a:lnTo>
                    <a:pt x="468154" y="14859"/>
                  </a:lnTo>
                  <a:lnTo>
                    <a:pt x="464820" y="16288"/>
                  </a:lnTo>
                  <a:lnTo>
                    <a:pt x="463582" y="16669"/>
                  </a:lnTo>
                  <a:lnTo>
                    <a:pt x="462248" y="16859"/>
                  </a:lnTo>
                  <a:lnTo>
                    <a:pt x="455581" y="16478"/>
                  </a:lnTo>
                  <a:lnTo>
                    <a:pt x="454152" y="16764"/>
                  </a:lnTo>
                  <a:lnTo>
                    <a:pt x="449294" y="18193"/>
                  </a:lnTo>
                  <a:lnTo>
                    <a:pt x="448437" y="18193"/>
                  </a:lnTo>
                  <a:lnTo>
                    <a:pt x="445294" y="17812"/>
                  </a:lnTo>
                  <a:lnTo>
                    <a:pt x="443293" y="17240"/>
                  </a:lnTo>
                  <a:lnTo>
                    <a:pt x="442817" y="16954"/>
                  </a:lnTo>
                  <a:lnTo>
                    <a:pt x="441198" y="15621"/>
                  </a:lnTo>
                  <a:lnTo>
                    <a:pt x="439769" y="14097"/>
                  </a:lnTo>
                  <a:lnTo>
                    <a:pt x="438912" y="13430"/>
                  </a:lnTo>
                  <a:lnTo>
                    <a:pt x="438340" y="13144"/>
                  </a:lnTo>
                  <a:lnTo>
                    <a:pt x="437769" y="12954"/>
                  </a:lnTo>
                  <a:lnTo>
                    <a:pt x="432721" y="12192"/>
                  </a:lnTo>
                  <a:lnTo>
                    <a:pt x="422719" y="9049"/>
                  </a:lnTo>
                  <a:lnTo>
                    <a:pt x="421005" y="7810"/>
                  </a:lnTo>
                  <a:lnTo>
                    <a:pt x="419481" y="6286"/>
                  </a:lnTo>
                  <a:lnTo>
                    <a:pt x="418243" y="4667"/>
                  </a:lnTo>
                  <a:lnTo>
                    <a:pt x="417385" y="4000"/>
                  </a:lnTo>
                  <a:lnTo>
                    <a:pt x="416433" y="3429"/>
                  </a:lnTo>
                  <a:lnTo>
                    <a:pt x="415290" y="2953"/>
                  </a:lnTo>
                  <a:lnTo>
                    <a:pt x="409099" y="2381"/>
                  </a:lnTo>
                  <a:lnTo>
                    <a:pt x="408146" y="2096"/>
                  </a:lnTo>
                  <a:lnTo>
                    <a:pt x="406527" y="1429"/>
                  </a:lnTo>
                  <a:lnTo>
                    <a:pt x="403193" y="667"/>
                  </a:lnTo>
                  <a:lnTo>
                    <a:pt x="378809" y="381"/>
                  </a:lnTo>
                  <a:lnTo>
                    <a:pt x="376809" y="0"/>
                  </a:lnTo>
                  <a:lnTo>
                    <a:pt x="374237" y="286"/>
                  </a:lnTo>
                  <a:lnTo>
                    <a:pt x="369570" y="1619"/>
                  </a:lnTo>
                  <a:lnTo>
                    <a:pt x="367855" y="1810"/>
                  </a:lnTo>
                  <a:lnTo>
                    <a:pt x="363474" y="1905"/>
                  </a:lnTo>
                  <a:lnTo>
                    <a:pt x="362426" y="2096"/>
                  </a:lnTo>
                  <a:lnTo>
                    <a:pt x="357568" y="4000"/>
                  </a:lnTo>
                  <a:lnTo>
                    <a:pt x="356711" y="4096"/>
                  </a:lnTo>
                  <a:lnTo>
                    <a:pt x="355092" y="3905"/>
                  </a:lnTo>
                  <a:lnTo>
                    <a:pt x="353092" y="3238"/>
                  </a:lnTo>
                  <a:lnTo>
                    <a:pt x="352425" y="2953"/>
                  </a:lnTo>
                  <a:lnTo>
                    <a:pt x="350425" y="2667"/>
                  </a:lnTo>
                  <a:lnTo>
                    <a:pt x="348615" y="2762"/>
                  </a:lnTo>
                  <a:lnTo>
                    <a:pt x="346710" y="2476"/>
                  </a:lnTo>
                  <a:lnTo>
                    <a:pt x="344329" y="1619"/>
                  </a:lnTo>
                  <a:lnTo>
                    <a:pt x="343567" y="1619"/>
                  </a:lnTo>
                  <a:lnTo>
                    <a:pt x="342614" y="1810"/>
                  </a:lnTo>
                  <a:lnTo>
                    <a:pt x="336518" y="4572"/>
                  </a:lnTo>
                  <a:lnTo>
                    <a:pt x="334994" y="4763"/>
                  </a:lnTo>
                  <a:lnTo>
                    <a:pt x="328041" y="4477"/>
                  </a:lnTo>
                  <a:lnTo>
                    <a:pt x="326612" y="4858"/>
                  </a:lnTo>
                  <a:lnTo>
                    <a:pt x="324993" y="5429"/>
                  </a:lnTo>
                  <a:lnTo>
                    <a:pt x="322993" y="6667"/>
                  </a:lnTo>
                  <a:lnTo>
                    <a:pt x="319468" y="9715"/>
                  </a:lnTo>
                  <a:lnTo>
                    <a:pt x="318135" y="10668"/>
                  </a:lnTo>
                  <a:lnTo>
                    <a:pt x="317278" y="11049"/>
                  </a:lnTo>
                  <a:lnTo>
                    <a:pt x="306896" y="13906"/>
                  </a:lnTo>
                  <a:lnTo>
                    <a:pt x="305657" y="14097"/>
                  </a:lnTo>
                  <a:lnTo>
                    <a:pt x="300704" y="14002"/>
                  </a:lnTo>
                  <a:lnTo>
                    <a:pt x="296132" y="12954"/>
                  </a:lnTo>
                  <a:lnTo>
                    <a:pt x="295275" y="13049"/>
                  </a:lnTo>
                  <a:lnTo>
                    <a:pt x="294227" y="13335"/>
                  </a:lnTo>
                  <a:lnTo>
                    <a:pt x="290893" y="15050"/>
                  </a:lnTo>
                  <a:lnTo>
                    <a:pt x="290036" y="15716"/>
                  </a:lnTo>
                  <a:lnTo>
                    <a:pt x="289369" y="16383"/>
                  </a:lnTo>
                  <a:lnTo>
                    <a:pt x="287750" y="17717"/>
                  </a:lnTo>
                  <a:lnTo>
                    <a:pt x="286893" y="18193"/>
                  </a:lnTo>
                  <a:lnTo>
                    <a:pt x="285083" y="18288"/>
                  </a:lnTo>
                  <a:lnTo>
                    <a:pt x="279749" y="17621"/>
                  </a:lnTo>
                  <a:lnTo>
                    <a:pt x="278797" y="17621"/>
                  </a:lnTo>
                  <a:lnTo>
                    <a:pt x="277273" y="17812"/>
                  </a:lnTo>
                  <a:lnTo>
                    <a:pt x="269843" y="20383"/>
                  </a:lnTo>
                  <a:lnTo>
                    <a:pt x="245269" y="25717"/>
                  </a:lnTo>
                  <a:lnTo>
                    <a:pt x="236506" y="26384"/>
                  </a:lnTo>
                  <a:lnTo>
                    <a:pt x="234315" y="26860"/>
                  </a:lnTo>
                  <a:lnTo>
                    <a:pt x="232410" y="27622"/>
                  </a:lnTo>
                  <a:lnTo>
                    <a:pt x="231648" y="28194"/>
                  </a:lnTo>
                  <a:lnTo>
                    <a:pt x="224885" y="34385"/>
                  </a:lnTo>
                  <a:lnTo>
                    <a:pt x="214789" y="39338"/>
                  </a:lnTo>
                  <a:lnTo>
                    <a:pt x="202978" y="42863"/>
                  </a:lnTo>
                  <a:lnTo>
                    <a:pt x="195453" y="46006"/>
                  </a:lnTo>
                  <a:lnTo>
                    <a:pt x="175260" y="51149"/>
                  </a:lnTo>
                  <a:lnTo>
                    <a:pt x="164306" y="52006"/>
                  </a:lnTo>
                  <a:lnTo>
                    <a:pt x="162306" y="52578"/>
                  </a:lnTo>
                  <a:lnTo>
                    <a:pt x="160401" y="53340"/>
                  </a:lnTo>
                  <a:lnTo>
                    <a:pt x="152400" y="57912"/>
                  </a:lnTo>
                  <a:lnTo>
                    <a:pt x="148590" y="59341"/>
                  </a:lnTo>
                  <a:lnTo>
                    <a:pt x="143161" y="59436"/>
                  </a:lnTo>
                  <a:lnTo>
                    <a:pt x="140970" y="59817"/>
                  </a:lnTo>
                  <a:lnTo>
                    <a:pt x="134588" y="62293"/>
                  </a:lnTo>
                  <a:lnTo>
                    <a:pt x="126016" y="64103"/>
                  </a:lnTo>
                  <a:lnTo>
                    <a:pt x="118967" y="63627"/>
                  </a:lnTo>
                  <a:lnTo>
                    <a:pt x="116681" y="63913"/>
                  </a:lnTo>
                  <a:lnTo>
                    <a:pt x="103918" y="66675"/>
                  </a:lnTo>
                  <a:lnTo>
                    <a:pt x="101536" y="66865"/>
                  </a:lnTo>
                  <a:lnTo>
                    <a:pt x="98298" y="66199"/>
                  </a:lnTo>
                  <a:lnTo>
                    <a:pt x="97822" y="66294"/>
                  </a:lnTo>
                  <a:lnTo>
                    <a:pt x="97346" y="66580"/>
                  </a:lnTo>
                  <a:lnTo>
                    <a:pt x="96964" y="67151"/>
                  </a:lnTo>
                  <a:lnTo>
                    <a:pt x="96679" y="67913"/>
                  </a:lnTo>
                  <a:lnTo>
                    <a:pt x="96488" y="68675"/>
                  </a:lnTo>
                  <a:lnTo>
                    <a:pt x="96298" y="70580"/>
                  </a:lnTo>
                  <a:lnTo>
                    <a:pt x="96202" y="71152"/>
                  </a:lnTo>
                  <a:lnTo>
                    <a:pt x="95917" y="71723"/>
                  </a:lnTo>
                  <a:lnTo>
                    <a:pt x="95631" y="72104"/>
                  </a:lnTo>
                  <a:lnTo>
                    <a:pt x="95155" y="72390"/>
                  </a:lnTo>
                  <a:lnTo>
                    <a:pt x="91440" y="74104"/>
                  </a:lnTo>
                  <a:lnTo>
                    <a:pt x="89059" y="76009"/>
                  </a:lnTo>
                  <a:lnTo>
                    <a:pt x="88011" y="77057"/>
                  </a:lnTo>
                  <a:lnTo>
                    <a:pt x="83344" y="81058"/>
                  </a:lnTo>
                  <a:lnTo>
                    <a:pt x="78010" y="83915"/>
                  </a:lnTo>
                  <a:lnTo>
                    <a:pt x="77152" y="84677"/>
                  </a:lnTo>
                  <a:lnTo>
                    <a:pt x="75533" y="85725"/>
                  </a:lnTo>
                  <a:lnTo>
                    <a:pt x="70771" y="87725"/>
                  </a:lnTo>
                  <a:lnTo>
                    <a:pt x="70104" y="87821"/>
                  </a:lnTo>
                  <a:lnTo>
                    <a:pt x="65627" y="86963"/>
                  </a:lnTo>
                  <a:lnTo>
                    <a:pt x="64389" y="86963"/>
                  </a:lnTo>
                  <a:lnTo>
                    <a:pt x="61531" y="87439"/>
                  </a:lnTo>
                  <a:lnTo>
                    <a:pt x="60198" y="88011"/>
                  </a:lnTo>
                  <a:lnTo>
                    <a:pt x="58864" y="88773"/>
                  </a:lnTo>
                  <a:lnTo>
                    <a:pt x="57817" y="89821"/>
                  </a:lnTo>
                  <a:lnTo>
                    <a:pt x="57150" y="91154"/>
                  </a:lnTo>
                  <a:lnTo>
                    <a:pt x="57340" y="93631"/>
                  </a:lnTo>
                  <a:lnTo>
                    <a:pt x="58293" y="96679"/>
                  </a:lnTo>
                  <a:lnTo>
                    <a:pt x="60579" y="102013"/>
                  </a:lnTo>
                  <a:lnTo>
                    <a:pt x="80200" y="135446"/>
                  </a:lnTo>
                  <a:lnTo>
                    <a:pt x="80581" y="136588"/>
                  </a:lnTo>
                  <a:lnTo>
                    <a:pt x="80963" y="138493"/>
                  </a:lnTo>
                  <a:lnTo>
                    <a:pt x="81153" y="141446"/>
                  </a:lnTo>
                  <a:lnTo>
                    <a:pt x="80963" y="143542"/>
                  </a:lnTo>
                  <a:lnTo>
                    <a:pt x="80581" y="145066"/>
                  </a:lnTo>
                  <a:lnTo>
                    <a:pt x="77914" y="150495"/>
                  </a:lnTo>
                  <a:lnTo>
                    <a:pt x="77629" y="151162"/>
                  </a:lnTo>
                  <a:lnTo>
                    <a:pt x="77533" y="151829"/>
                  </a:lnTo>
                  <a:lnTo>
                    <a:pt x="77533" y="152400"/>
                  </a:lnTo>
                  <a:lnTo>
                    <a:pt x="77533" y="153543"/>
                  </a:lnTo>
                  <a:lnTo>
                    <a:pt x="77819" y="154305"/>
                  </a:lnTo>
                  <a:lnTo>
                    <a:pt x="78105" y="155162"/>
                  </a:lnTo>
                  <a:lnTo>
                    <a:pt x="78867" y="156305"/>
                  </a:lnTo>
                  <a:lnTo>
                    <a:pt x="79438" y="156972"/>
                  </a:lnTo>
                  <a:lnTo>
                    <a:pt x="80010" y="157353"/>
                  </a:lnTo>
                  <a:lnTo>
                    <a:pt x="90583" y="162020"/>
                  </a:lnTo>
                  <a:lnTo>
                    <a:pt x="99155" y="168307"/>
                  </a:lnTo>
                  <a:lnTo>
                    <a:pt x="111823" y="174498"/>
                  </a:lnTo>
                  <a:lnTo>
                    <a:pt x="114395" y="176975"/>
                  </a:lnTo>
                  <a:lnTo>
                    <a:pt x="116967" y="180022"/>
                  </a:lnTo>
                  <a:lnTo>
                    <a:pt x="120205" y="182594"/>
                  </a:lnTo>
                  <a:lnTo>
                    <a:pt x="121634" y="183356"/>
                  </a:lnTo>
                  <a:lnTo>
                    <a:pt x="130969" y="186595"/>
                  </a:lnTo>
                  <a:lnTo>
                    <a:pt x="131540" y="187071"/>
                  </a:lnTo>
                  <a:lnTo>
                    <a:pt x="132397" y="187833"/>
                  </a:lnTo>
                  <a:lnTo>
                    <a:pt x="133540" y="189547"/>
                  </a:lnTo>
                  <a:lnTo>
                    <a:pt x="134493" y="191548"/>
                  </a:lnTo>
                  <a:lnTo>
                    <a:pt x="135160" y="193548"/>
                  </a:lnTo>
                  <a:lnTo>
                    <a:pt x="137160" y="203073"/>
                  </a:lnTo>
                  <a:lnTo>
                    <a:pt x="138113" y="205359"/>
                  </a:lnTo>
                  <a:lnTo>
                    <a:pt x="143827" y="215836"/>
                  </a:lnTo>
                  <a:lnTo>
                    <a:pt x="149257" y="221647"/>
                  </a:lnTo>
                  <a:lnTo>
                    <a:pt x="149828" y="222504"/>
                  </a:lnTo>
                  <a:lnTo>
                    <a:pt x="150304" y="223456"/>
                  </a:lnTo>
                  <a:lnTo>
                    <a:pt x="150685" y="224790"/>
                  </a:lnTo>
                  <a:lnTo>
                    <a:pt x="150876" y="226123"/>
                  </a:lnTo>
                  <a:lnTo>
                    <a:pt x="151067" y="228314"/>
                  </a:lnTo>
                  <a:lnTo>
                    <a:pt x="151067" y="230029"/>
                  </a:lnTo>
                  <a:lnTo>
                    <a:pt x="150876" y="230981"/>
                  </a:lnTo>
                  <a:lnTo>
                    <a:pt x="150495" y="231838"/>
                  </a:lnTo>
                  <a:lnTo>
                    <a:pt x="149733" y="232981"/>
                  </a:lnTo>
                  <a:lnTo>
                    <a:pt x="148971" y="233553"/>
                  </a:lnTo>
                  <a:lnTo>
                    <a:pt x="148018" y="234029"/>
                  </a:lnTo>
                  <a:lnTo>
                    <a:pt x="140303" y="235172"/>
                  </a:lnTo>
                  <a:lnTo>
                    <a:pt x="137922" y="236125"/>
                  </a:lnTo>
                  <a:lnTo>
                    <a:pt x="129445" y="240792"/>
                  </a:lnTo>
                  <a:lnTo>
                    <a:pt x="125063" y="242221"/>
                  </a:lnTo>
                  <a:lnTo>
                    <a:pt x="123634" y="242316"/>
                  </a:lnTo>
                  <a:lnTo>
                    <a:pt x="122110" y="242316"/>
                  </a:lnTo>
                  <a:lnTo>
                    <a:pt x="116681" y="241363"/>
                  </a:lnTo>
                  <a:lnTo>
                    <a:pt x="116396" y="241363"/>
                  </a:lnTo>
                  <a:lnTo>
                    <a:pt x="112109" y="242506"/>
                  </a:lnTo>
                  <a:lnTo>
                    <a:pt x="111157" y="242983"/>
                  </a:lnTo>
                  <a:lnTo>
                    <a:pt x="109728" y="244221"/>
                  </a:lnTo>
                  <a:lnTo>
                    <a:pt x="106299" y="248888"/>
                  </a:lnTo>
                  <a:lnTo>
                    <a:pt x="102108" y="253079"/>
                  </a:lnTo>
                  <a:lnTo>
                    <a:pt x="101155" y="254508"/>
                  </a:lnTo>
                  <a:lnTo>
                    <a:pt x="100775" y="255556"/>
                  </a:lnTo>
                  <a:lnTo>
                    <a:pt x="100298" y="257651"/>
                  </a:lnTo>
                  <a:lnTo>
                    <a:pt x="100013" y="260604"/>
                  </a:lnTo>
                  <a:lnTo>
                    <a:pt x="100108" y="265367"/>
                  </a:lnTo>
                  <a:lnTo>
                    <a:pt x="100775" y="269081"/>
                  </a:lnTo>
                  <a:lnTo>
                    <a:pt x="100870" y="269558"/>
                  </a:lnTo>
                  <a:lnTo>
                    <a:pt x="101251" y="270510"/>
                  </a:lnTo>
                  <a:lnTo>
                    <a:pt x="101917" y="271558"/>
                  </a:lnTo>
                  <a:lnTo>
                    <a:pt x="105918" y="276034"/>
                  </a:lnTo>
                  <a:lnTo>
                    <a:pt x="109538" y="279178"/>
                  </a:lnTo>
                  <a:lnTo>
                    <a:pt x="112300" y="280702"/>
                  </a:lnTo>
                  <a:lnTo>
                    <a:pt x="113728" y="281178"/>
                  </a:lnTo>
                  <a:lnTo>
                    <a:pt x="120015" y="282035"/>
                  </a:lnTo>
                  <a:lnTo>
                    <a:pt x="122872" y="282797"/>
                  </a:lnTo>
                  <a:lnTo>
                    <a:pt x="123920" y="283273"/>
                  </a:lnTo>
                  <a:lnTo>
                    <a:pt x="124682" y="283750"/>
                  </a:lnTo>
                  <a:lnTo>
                    <a:pt x="125063" y="284131"/>
                  </a:lnTo>
                  <a:lnTo>
                    <a:pt x="125635" y="284702"/>
                  </a:lnTo>
                  <a:lnTo>
                    <a:pt x="126968" y="288893"/>
                  </a:lnTo>
                  <a:lnTo>
                    <a:pt x="129921" y="303467"/>
                  </a:lnTo>
                  <a:lnTo>
                    <a:pt x="131731" y="308705"/>
                  </a:lnTo>
                  <a:lnTo>
                    <a:pt x="134493" y="314896"/>
                  </a:lnTo>
                  <a:lnTo>
                    <a:pt x="135922" y="320516"/>
                  </a:lnTo>
                  <a:lnTo>
                    <a:pt x="136017" y="322517"/>
                  </a:lnTo>
                  <a:lnTo>
                    <a:pt x="135922" y="324040"/>
                  </a:lnTo>
                  <a:lnTo>
                    <a:pt x="135541" y="325374"/>
                  </a:lnTo>
                  <a:lnTo>
                    <a:pt x="134969" y="326326"/>
                  </a:lnTo>
                  <a:lnTo>
                    <a:pt x="133921" y="327088"/>
                  </a:lnTo>
                  <a:lnTo>
                    <a:pt x="132397" y="327469"/>
                  </a:lnTo>
                  <a:lnTo>
                    <a:pt x="128873" y="328136"/>
                  </a:lnTo>
                  <a:lnTo>
                    <a:pt x="125539" y="329184"/>
                  </a:lnTo>
                  <a:lnTo>
                    <a:pt x="118300" y="332994"/>
                  </a:lnTo>
                  <a:lnTo>
                    <a:pt x="116586" y="333661"/>
                  </a:lnTo>
                  <a:lnTo>
                    <a:pt x="115062" y="333946"/>
                  </a:lnTo>
                  <a:lnTo>
                    <a:pt x="113347" y="333851"/>
                  </a:lnTo>
                  <a:lnTo>
                    <a:pt x="111442" y="333280"/>
                  </a:lnTo>
                  <a:lnTo>
                    <a:pt x="96488" y="323945"/>
                  </a:lnTo>
                  <a:lnTo>
                    <a:pt x="94869" y="323374"/>
                  </a:lnTo>
                  <a:lnTo>
                    <a:pt x="68485" y="322993"/>
                  </a:lnTo>
                  <a:lnTo>
                    <a:pt x="58388" y="321659"/>
                  </a:lnTo>
                  <a:lnTo>
                    <a:pt x="57436" y="321278"/>
                  </a:lnTo>
                  <a:lnTo>
                    <a:pt x="56769" y="320897"/>
                  </a:lnTo>
                  <a:lnTo>
                    <a:pt x="56197" y="320230"/>
                  </a:lnTo>
                  <a:lnTo>
                    <a:pt x="55721" y="319468"/>
                  </a:lnTo>
                  <a:lnTo>
                    <a:pt x="52959" y="314134"/>
                  </a:lnTo>
                  <a:lnTo>
                    <a:pt x="51816" y="312610"/>
                  </a:lnTo>
                  <a:lnTo>
                    <a:pt x="50673" y="311372"/>
                  </a:lnTo>
                  <a:lnTo>
                    <a:pt x="48673" y="309658"/>
                  </a:lnTo>
                  <a:lnTo>
                    <a:pt x="47530" y="308800"/>
                  </a:lnTo>
                  <a:lnTo>
                    <a:pt x="46768" y="308896"/>
                  </a:lnTo>
                  <a:lnTo>
                    <a:pt x="46196" y="309467"/>
                  </a:lnTo>
                  <a:lnTo>
                    <a:pt x="43434" y="321278"/>
                  </a:lnTo>
                  <a:lnTo>
                    <a:pt x="43243" y="322707"/>
                  </a:lnTo>
                  <a:lnTo>
                    <a:pt x="42863" y="324040"/>
                  </a:lnTo>
                  <a:lnTo>
                    <a:pt x="42100" y="325279"/>
                  </a:lnTo>
                  <a:lnTo>
                    <a:pt x="40862" y="326517"/>
                  </a:lnTo>
                  <a:lnTo>
                    <a:pt x="38671" y="327469"/>
                  </a:lnTo>
                  <a:lnTo>
                    <a:pt x="36576" y="327850"/>
                  </a:lnTo>
                  <a:lnTo>
                    <a:pt x="34480" y="327850"/>
                  </a:lnTo>
                  <a:lnTo>
                    <a:pt x="19336" y="326326"/>
                  </a:lnTo>
                  <a:lnTo>
                    <a:pt x="12573" y="327184"/>
                  </a:lnTo>
                  <a:lnTo>
                    <a:pt x="6286" y="329089"/>
                  </a:lnTo>
                  <a:lnTo>
                    <a:pt x="4667" y="329946"/>
                  </a:lnTo>
                  <a:lnTo>
                    <a:pt x="2476" y="331660"/>
                  </a:lnTo>
                  <a:lnTo>
                    <a:pt x="762" y="333661"/>
                  </a:lnTo>
                  <a:lnTo>
                    <a:pt x="286" y="334327"/>
                  </a:lnTo>
                  <a:lnTo>
                    <a:pt x="286" y="334423"/>
                  </a:lnTo>
                  <a:lnTo>
                    <a:pt x="190" y="334804"/>
                  </a:lnTo>
                  <a:lnTo>
                    <a:pt x="0" y="335566"/>
                  </a:lnTo>
                  <a:lnTo>
                    <a:pt x="95" y="336994"/>
                  </a:lnTo>
                  <a:lnTo>
                    <a:pt x="571" y="339090"/>
                  </a:lnTo>
                  <a:lnTo>
                    <a:pt x="1905" y="342519"/>
                  </a:lnTo>
                  <a:lnTo>
                    <a:pt x="2953" y="344710"/>
                  </a:lnTo>
                  <a:lnTo>
                    <a:pt x="3905" y="346138"/>
                  </a:lnTo>
                  <a:lnTo>
                    <a:pt x="4667" y="346805"/>
                  </a:lnTo>
                  <a:lnTo>
                    <a:pt x="6096" y="347758"/>
                  </a:lnTo>
                  <a:lnTo>
                    <a:pt x="8572" y="348996"/>
                  </a:lnTo>
                  <a:lnTo>
                    <a:pt x="11621" y="350139"/>
                  </a:lnTo>
                  <a:lnTo>
                    <a:pt x="15811" y="350806"/>
                  </a:lnTo>
                  <a:lnTo>
                    <a:pt x="19240" y="350901"/>
                  </a:lnTo>
                  <a:lnTo>
                    <a:pt x="24765" y="350234"/>
                  </a:lnTo>
                  <a:lnTo>
                    <a:pt x="25908" y="350234"/>
                  </a:lnTo>
                  <a:lnTo>
                    <a:pt x="26860" y="350520"/>
                  </a:lnTo>
                  <a:lnTo>
                    <a:pt x="27718" y="350901"/>
                  </a:lnTo>
                  <a:lnTo>
                    <a:pt x="28194" y="351377"/>
                  </a:lnTo>
                  <a:lnTo>
                    <a:pt x="28575" y="352234"/>
                  </a:lnTo>
                  <a:lnTo>
                    <a:pt x="28670" y="353663"/>
                  </a:lnTo>
                  <a:lnTo>
                    <a:pt x="28289" y="356425"/>
                  </a:lnTo>
                  <a:lnTo>
                    <a:pt x="27622" y="358521"/>
                  </a:lnTo>
                  <a:lnTo>
                    <a:pt x="26956" y="360426"/>
                  </a:lnTo>
                  <a:lnTo>
                    <a:pt x="23336" y="366998"/>
                  </a:lnTo>
                  <a:lnTo>
                    <a:pt x="22384" y="369475"/>
                  </a:lnTo>
                  <a:lnTo>
                    <a:pt x="22193" y="370713"/>
                  </a:lnTo>
                  <a:lnTo>
                    <a:pt x="22193" y="372046"/>
                  </a:lnTo>
                  <a:lnTo>
                    <a:pt x="22955" y="375571"/>
                  </a:lnTo>
                  <a:lnTo>
                    <a:pt x="22955" y="376904"/>
                  </a:lnTo>
                  <a:lnTo>
                    <a:pt x="22574" y="378428"/>
                  </a:lnTo>
                  <a:lnTo>
                    <a:pt x="20860" y="380524"/>
                  </a:lnTo>
                  <a:lnTo>
                    <a:pt x="20383" y="381476"/>
                  </a:lnTo>
                  <a:lnTo>
                    <a:pt x="20383" y="382524"/>
                  </a:lnTo>
                  <a:lnTo>
                    <a:pt x="21146" y="383572"/>
                  </a:lnTo>
                  <a:lnTo>
                    <a:pt x="22098" y="384238"/>
                  </a:lnTo>
                  <a:lnTo>
                    <a:pt x="23146" y="384810"/>
                  </a:lnTo>
                  <a:lnTo>
                    <a:pt x="24098" y="385477"/>
                  </a:lnTo>
                  <a:lnTo>
                    <a:pt x="24575" y="386334"/>
                  </a:lnTo>
                  <a:lnTo>
                    <a:pt x="24479" y="387572"/>
                  </a:lnTo>
                  <a:lnTo>
                    <a:pt x="24098" y="388239"/>
                  </a:lnTo>
                  <a:lnTo>
                    <a:pt x="23527" y="388906"/>
                  </a:lnTo>
                  <a:lnTo>
                    <a:pt x="14668" y="394430"/>
                  </a:lnTo>
                  <a:lnTo>
                    <a:pt x="11239" y="395764"/>
                  </a:lnTo>
                  <a:lnTo>
                    <a:pt x="6096" y="397097"/>
                  </a:lnTo>
                  <a:lnTo>
                    <a:pt x="5239" y="397478"/>
                  </a:lnTo>
                  <a:lnTo>
                    <a:pt x="4477" y="397955"/>
                  </a:lnTo>
                  <a:lnTo>
                    <a:pt x="3905" y="398812"/>
                  </a:lnTo>
                  <a:lnTo>
                    <a:pt x="3619" y="399764"/>
                  </a:lnTo>
                  <a:lnTo>
                    <a:pt x="3524" y="400812"/>
                  </a:lnTo>
                  <a:lnTo>
                    <a:pt x="3905" y="403384"/>
                  </a:lnTo>
                  <a:lnTo>
                    <a:pt x="4000" y="404813"/>
                  </a:lnTo>
                  <a:lnTo>
                    <a:pt x="3810" y="406146"/>
                  </a:lnTo>
                  <a:lnTo>
                    <a:pt x="3429" y="407098"/>
                  </a:lnTo>
                  <a:lnTo>
                    <a:pt x="3048" y="407575"/>
                  </a:lnTo>
                  <a:lnTo>
                    <a:pt x="2191" y="408527"/>
                  </a:lnTo>
                  <a:lnTo>
                    <a:pt x="1905" y="408908"/>
                  </a:lnTo>
                  <a:lnTo>
                    <a:pt x="1619" y="409480"/>
                  </a:lnTo>
                  <a:lnTo>
                    <a:pt x="1524" y="410242"/>
                  </a:lnTo>
                  <a:lnTo>
                    <a:pt x="1524" y="411385"/>
                  </a:lnTo>
                  <a:lnTo>
                    <a:pt x="2762" y="413671"/>
                  </a:lnTo>
                  <a:lnTo>
                    <a:pt x="4572" y="416338"/>
                  </a:lnTo>
                  <a:lnTo>
                    <a:pt x="8382" y="420814"/>
                  </a:lnTo>
                  <a:lnTo>
                    <a:pt x="10001" y="423196"/>
                  </a:lnTo>
                  <a:lnTo>
                    <a:pt x="10858" y="425005"/>
                  </a:lnTo>
                  <a:lnTo>
                    <a:pt x="11049" y="426339"/>
                  </a:lnTo>
                  <a:lnTo>
                    <a:pt x="11049" y="427768"/>
                  </a:lnTo>
                  <a:lnTo>
                    <a:pt x="10477" y="431673"/>
                  </a:lnTo>
                  <a:lnTo>
                    <a:pt x="10001" y="434150"/>
                  </a:lnTo>
                  <a:lnTo>
                    <a:pt x="10001" y="435292"/>
                  </a:lnTo>
                  <a:lnTo>
                    <a:pt x="10192" y="436340"/>
                  </a:lnTo>
                  <a:lnTo>
                    <a:pt x="10668" y="437102"/>
                  </a:lnTo>
                  <a:lnTo>
                    <a:pt x="11811" y="437864"/>
                  </a:lnTo>
                  <a:lnTo>
                    <a:pt x="13906" y="438436"/>
                  </a:lnTo>
                  <a:lnTo>
                    <a:pt x="16764" y="438531"/>
                  </a:lnTo>
                  <a:lnTo>
                    <a:pt x="23146" y="438055"/>
                  </a:lnTo>
                  <a:lnTo>
                    <a:pt x="26003" y="438340"/>
                  </a:lnTo>
                  <a:lnTo>
                    <a:pt x="27432" y="438817"/>
                  </a:lnTo>
                  <a:lnTo>
                    <a:pt x="28194" y="439198"/>
                  </a:lnTo>
                  <a:lnTo>
                    <a:pt x="29813" y="441198"/>
                  </a:lnTo>
                  <a:lnTo>
                    <a:pt x="31147" y="447008"/>
                  </a:lnTo>
                  <a:lnTo>
                    <a:pt x="30099" y="450342"/>
                  </a:lnTo>
                  <a:lnTo>
                    <a:pt x="28194" y="452818"/>
                  </a:lnTo>
                  <a:lnTo>
                    <a:pt x="23050" y="457390"/>
                  </a:lnTo>
                  <a:lnTo>
                    <a:pt x="22574" y="458152"/>
                  </a:lnTo>
                  <a:lnTo>
                    <a:pt x="22384" y="458724"/>
                  </a:lnTo>
                  <a:lnTo>
                    <a:pt x="22479" y="459676"/>
                  </a:lnTo>
                  <a:lnTo>
                    <a:pt x="22765" y="460629"/>
                  </a:lnTo>
                  <a:lnTo>
                    <a:pt x="23146" y="461486"/>
                  </a:lnTo>
                  <a:lnTo>
                    <a:pt x="23717" y="462248"/>
                  </a:lnTo>
                  <a:lnTo>
                    <a:pt x="24479" y="462820"/>
                  </a:lnTo>
                  <a:lnTo>
                    <a:pt x="25336" y="463677"/>
                  </a:lnTo>
                  <a:lnTo>
                    <a:pt x="26098" y="464820"/>
                  </a:lnTo>
                  <a:lnTo>
                    <a:pt x="28384" y="475297"/>
                  </a:lnTo>
                  <a:lnTo>
                    <a:pt x="28861" y="479965"/>
                  </a:lnTo>
                  <a:lnTo>
                    <a:pt x="28480" y="486346"/>
                  </a:lnTo>
                  <a:lnTo>
                    <a:pt x="28575" y="488061"/>
                  </a:lnTo>
                  <a:lnTo>
                    <a:pt x="28765" y="489394"/>
                  </a:lnTo>
                  <a:lnTo>
                    <a:pt x="29051" y="489871"/>
                  </a:lnTo>
                  <a:lnTo>
                    <a:pt x="29432" y="490252"/>
                  </a:lnTo>
                  <a:lnTo>
                    <a:pt x="29813" y="490442"/>
                  </a:lnTo>
                  <a:lnTo>
                    <a:pt x="31147" y="490728"/>
                  </a:lnTo>
                  <a:lnTo>
                    <a:pt x="31813" y="491109"/>
                  </a:lnTo>
                  <a:lnTo>
                    <a:pt x="32385" y="491776"/>
                  </a:lnTo>
                  <a:lnTo>
                    <a:pt x="32766" y="493014"/>
                  </a:lnTo>
                  <a:lnTo>
                    <a:pt x="32671" y="494252"/>
                  </a:lnTo>
                  <a:lnTo>
                    <a:pt x="32290" y="495205"/>
                  </a:lnTo>
                  <a:lnTo>
                    <a:pt x="31147" y="496919"/>
                  </a:lnTo>
                  <a:lnTo>
                    <a:pt x="30671" y="498158"/>
                  </a:lnTo>
                  <a:lnTo>
                    <a:pt x="28765" y="507016"/>
                  </a:lnTo>
                  <a:lnTo>
                    <a:pt x="28099" y="509588"/>
                  </a:lnTo>
                  <a:lnTo>
                    <a:pt x="27622" y="510254"/>
                  </a:lnTo>
                  <a:lnTo>
                    <a:pt x="25622" y="512159"/>
                  </a:lnTo>
                  <a:lnTo>
                    <a:pt x="24289" y="513874"/>
                  </a:lnTo>
                  <a:lnTo>
                    <a:pt x="23622" y="514350"/>
                  </a:lnTo>
                  <a:lnTo>
                    <a:pt x="22574" y="514636"/>
                  </a:lnTo>
                  <a:lnTo>
                    <a:pt x="20574" y="514731"/>
                  </a:lnTo>
                  <a:lnTo>
                    <a:pt x="19621" y="514826"/>
                  </a:lnTo>
                  <a:lnTo>
                    <a:pt x="18764" y="515207"/>
                  </a:lnTo>
                  <a:lnTo>
                    <a:pt x="17812" y="516064"/>
                  </a:lnTo>
                  <a:lnTo>
                    <a:pt x="16954" y="517303"/>
                  </a:lnTo>
                  <a:lnTo>
                    <a:pt x="16097" y="519684"/>
                  </a:lnTo>
                  <a:lnTo>
                    <a:pt x="16002" y="521494"/>
                  </a:lnTo>
                  <a:lnTo>
                    <a:pt x="16383" y="523113"/>
                  </a:lnTo>
                  <a:lnTo>
                    <a:pt x="17812" y="525685"/>
                  </a:lnTo>
                  <a:lnTo>
                    <a:pt x="18288" y="526923"/>
                  </a:lnTo>
                  <a:lnTo>
                    <a:pt x="18859" y="528542"/>
                  </a:lnTo>
                  <a:lnTo>
                    <a:pt x="19621" y="530257"/>
                  </a:lnTo>
                  <a:lnTo>
                    <a:pt x="24479" y="537305"/>
                  </a:lnTo>
                  <a:lnTo>
                    <a:pt x="26098" y="538925"/>
                  </a:lnTo>
                  <a:lnTo>
                    <a:pt x="26860" y="539401"/>
                  </a:lnTo>
                  <a:lnTo>
                    <a:pt x="28384" y="539782"/>
                  </a:lnTo>
                  <a:lnTo>
                    <a:pt x="29242" y="540163"/>
                  </a:lnTo>
                  <a:lnTo>
                    <a:pt x="35338" y="545592"/>
                  </a:lnTo>
                  <a:lnTo>
                    <a:pt x="36100" y="546449"/>
                  </a:lnTo>
                  <a:lnTo>
                    <a:pt x="36481" y="547688"/>
                  </a:lnTo>
                  <a:lnTo>
                    <a:pt x="36481" y="549211"/>
                  </a:lnTo>
                  <a:lnTo>
                    <a:pt x="36290" y="551021"/>
                  </a:lnTo>
                  <a:lnTo>
                    <a:pt x="36481" y="552069"/>
                  </a:lnTo>
                  <a:lnTo>
                    <a:pt x="37147" y="552831"/>
                  </a:lnTo>
                  <a:lnTo>
                    <a:pt x="39338" y="553879"/>
                  </a:lnTo>
                  <a:lnTo>
                    <a:pt x="40576" y="554546"/>
                  </a:lnTo>
                  <a:lnTo>
                    <a:pt x="41338" y="555879"/>
                  </a:lnTo>
                  <a:lnTo>
                    <a:pt x="42005" y="558451"/>
                  </a:lnTo>
                  <a:lnTo>
                    <a:pt x="42291" y="561404"/>
                  </a:lnTo>
                  <a:lnTo>
                    <a:pt x="42672" y="562927"/>
                  </a:lnTo>
                  <a:lnTo>
                    <a:pt x="43148" y="563975"/>
                  </a:lnTo>
                  <a:lnTo>
                    <a:pt x="43625" y="564547"/>
                  </a:lnTo>
                  <a:lnTo>
                    <a:pt x="44196" y="564928"/>
                  </a:lnTo>
                  <a:lnTo>
                    <a:pt x="44958" y="565309"/>
                  </a:lnTo>
                  <a:lnTo>
                    <a:pt x="48101" y="566452"/>
                  </a:lnTo>
                  <a:lnTo>
                    <a:pt x="49911" y="566833"/>
                  </a:lnTo>
                  <a:lnTo>
                    <a:pt x="51625" y="566833"/>
                  </a:lnTo>
                  <a:lnTo>
                    <a:pt x="52864" y="567214"/>
                  </a:lnTo>
                  <a:lnTo>
                    <a:pt x="56388" y="569023"/>
                  </a:lnTo>
                  <a:lnTo>
                    <a:pt x="57150" y="569690"/>
                  </a:lnTo>
                  <a:lnTo>
                    <a:pt x="57912" y="570738"/>
                  </a:lnTo>
                  <a:lnTo>
                    <a:pt x="58769" y="572643"/>
                  </a:lnTo>
                  <a:lnTo>
                    <a:pt x="60198" y="574834"/>
                  </a:lnTo>
                  <a:lnTo>
                    <a:pt x="60960" y="575786"/>
                  </a:lnTo>
                  <a:lnTo>
                    <a:pt x="61246" y="576263"/>
                  </a:lnTo>
                  <a:lnTo>
                    <a:pt x="61341" y="576453"/>
                  </a:lnTo>
                  <a:lnTo>
                    <a:pt x="61246" y="577215"/>
                  </a:lnTo>
                  <a:lnTo>
                    <a:pt x="60674" y="579215"/>
                  </a:lnTo>
                  <a:lnTo>
                    <a:pt x="60484" y="580834"/>
                  </a:lnTo>
                  <a:lnTo>
                    <a:pt x="60674" y="583025"/>
                  </a:lnTo>
                  <a:lnTo>
                    <a:pt x="61055" y="584644"/>
                  </a:lnTo>
                  <a:lnTo>
                    <a:pt x="61531" y="585883"/>
                  </a:lnTo>
                  <a:lnTo>
                    <a:pt x="64579" y="590931"/>
                  </a:lnTo>
                  <a:lnTo>
                    <a:pt x="66103" y="593026"/>
                  </a:lnTo>
                  <a:lnTo>
                    <a:pt x="67056" y="593979"/>
                  </a:lnTo>
                  <a:lnTo>
                    <a:pt x="68199" y="595027"/>
                  </a:lnTo>
                  <a:lnTo>
                    <a:pt x="69532" y="595979"/>
                  </a:lnTo>
                  <a:lnTo>
                    <a:pt x="70961" y="596646"/>
                  </a:lnTo>
                  <a:lnTo>
                    <a:pt x="73914" y="597122"/>
                  </a:lnTo>
                  <a:lnTo>
                    <a:pt x="75057" y="597122"/>
                  </a:lnTo>
                  <a:lnTo>
                    <a:pt x="77914" y="596551"/>
                  </a:lnTo>
                  <a:lnTo>
                    <a:pt x="79057" y="596646"/>
                  </a:lnTo>
                  <a:lnTo>
                    <a:pt x="80010" y="597218"/>
                  </a:lnTo>
                  <a:lnTo>
                    <a:pt x="82677" y="600075"/>
                  </a:lnTo>
                  <a:lnTo>
                    <a:pt x="91726" y="606171"/>
                  </a:lnTo>
                  <a:lnTo>
                    <a:pt x="97917" y="609219"/>
                  </a:lnTo>
                  <a:lnTo>
                    <a:pt x="99727" y="609886"/>
                  </a:lnTo>
                  <a:lnTo>
                    <a:pt x="104394" y="610648"/>
                  </a:lnTo>
                  <a:lnTo>
                    <a:pt x="106966" y="610838"/>
                  </a:lnTo>
                  <a:lnTo>
                    <a:pt x="109347" y="610743"/>
                  </a:lnTo>
                  <a:lnTo>
                    <a:pt x="110966" y="610172"/>
                  </a:lnTo>
                  <a:lnTo>
                    <a:pt x="112395" y="609409"/>
                  </a:lnTo>
                  <a:lnTo>
                    <a:pt x="113633" y="608362"/>
                  </a:lnTo>
                  <a:lnTo>
                    <a:pt x="116681" y="604838"/>
                  </a:lnTo>
                  <a:lnTo>
                    <a:pt x="120301" y="601599"/>
                  </a:lnTo>
                  <a:lnTo>
                    <a:pt x="121063" y="601313"/>
                  </a:lnTo>
                  <a:lnTo>
                    <a:pt x="126682" y="601885"/>
                  </a:lnTo>
                  <a:lnTo>
                    <a:pt x="128016" y="601789"/>
                  </a:lnTo>
                  <a:lnTo>
                    <a:pt x="135255" y="599884"/>
                  </a:lnTo>
                  <a:lnTo>
                    <a:pt x="136112" y="599313"/>
                  </a:lnTo>
                  <a:lnTo>
                    <a:pt x="136398" y="598646"/>
                  </a:lnTo>
                  <a:lnTo>
                    <a:pt x="136588" y="597789"/>
                  </a:lnTo>
                  <a:lnTo>
                    <a:pt x="136779" y="595884"/>
                  </a:lnTo>
                  <a:lnTo>
                    <a:pt x="136969" y="594931"/>
                  </a:lnTo>
                  <a:lnTo>
                    <a:pt x="137255" y="594169"/>
                  </a:lnTo>
                  <a:lnTo>
                    <a:pt x="137636" y="593408"/>
                  </a:lnTo>
                  <a:lnTo>
                    <a:pt x="138113" y="592931"/>
                  </a:lnTo>
                  <a:lnTo>
                    <a:pt x="138589" y="592550"/>
                  </a:lnTo>
                  <a:lnTo>
                    <a:pt x="139255" y="592264"/>
                  </a:lnTo>
                  <a:lnTo>
                    <a:pt x="140208" y="591979"/>
                  </a:lnTo>
                  <a:lnTo>
                    <a:pt x="153924" y="591979"/>
                  </a:lnTo>
                  <a:lnTo>
                    <a:pt x="154686" y="592169"/>
                  </a:lnTo>
                  <a:lnTo>
                    <a:pt x="155353" y="592360"/>
                  </a:lnTo>
                  <a:lnTo>
                    <a:pt x="156305" y="593026"/>
                  </a:lnTo>
                  <a:lnTo>
                    <a:pt x="156781" y="593503"/>
                  </a:lnTo>
                  <a:lnTo>
                    <a:pt x="156972" y="593979"/>
                  </a:lnTo>
                  <a:lnTo>
                    <a:pt x="156972" y="594360"/>
                  </a:lnTo>
                  <a:lnTo>
                    <a:pt x="156877" y="594646"/>
                  </a:lnTo>
                  <a:lnTo>
                    <a:pt x="156591" y="594931"/>
                  </a:lnTo>
                  <a:lnTo>
                    <a:pt x="156210" y="595313"/>
                  </a:lnTo>
                  <a:lnTo>
                    <a:pt x="155829" y="595503"/>
                  </a:lnTo>
                  <a:lnTo>
                    <a:pt x="155353" y="595693"/>
                  </a:lnTo>
                  <a:lnTo>
                    <a:pt x="154876" y="595789"/>
                  </a:lnTo>
                  <a:lnTo>
                    <a:pt x="154591" y="595979"/>
                  </a:lnTo>
                  <a:lnTo>
                    <a:pt x="154496" y="596265"/>
                  </a:lnTo>
                  <a:lnTo>
                    <a:pt x="154591" y="597027"/>
                  </a:lnTo>
                  <a:lnTo>
                    <a:pt x="155162" y="598265"/>
                  </a:lnTo>
                  <a:lnTo>
                    <a:pt x="163068" y="610743"/>
                  </a:lnTo>
                  <a:lnTo>
                    <a:pt x="168402" y="616458"/>
                  </a:lnTo>
                  <a:lnTo>
                    <a:pt x="172784" y="619315"/>
                  </a:lnTo>
                  <a:lnTo>
                    <a:pt x="175546" y="620459"/>
                  </a:lnTo>
                  <a:lnTo>
                    <a:pt x="182594" y="625697"/>
                  </a:lnTo>
                  <a:lnTo>
                    <a:pt x="183832" y="626269"/>
                  </a:lnTo>
                  <a:lnTo>
                    <a:pt x="184975" y="626364"/>
                  </a:lnTo>
                  <a:lnTo>
                    <a:pt x="187261" y="626173"/>
                  </a:lnTo>
                  <a:lnTo>
                    <a:pt x="188500" y="626269"/>
                  </a:lnTo>
                  <a:lnTo>
                    <a:pt x="190024" y="627031"/>
                  </a:lnTo>
                  <a:lnTo>
                    <a:pt x="191071" y="628269"/>
                  </a:lnTo>
                  <a:lnTo>
                    <a:pt x="192119" y="629888"/>
                  </a:lnTo>
                  <a:lnTo>
                    <a:pt x="193357" y="631317"/>
                  </a:lnTo>
                  <a:lnTo>
                    <a:pt x="198977" y="636270"/>
                  </a:lnTo>
                  <a:lnTo>
                    <a:pt x="201168" y="637604"/>
                  </a:lnTo>
                  <a:lnTo>
                    <a:pt x="203168" y="638365"/>
                  </a:lnTo>
                  <a:lnTo>
                    <a:pt x="204692" y="638461"/>
                  </a:lnTo>
                  <a:lnTo>
                    <a:pt x="205740" y="638270"/>
                  </a:lnTo>
                  <a:lnTo>
                    <a:pt x="207454" y="637889"/>
                  </a:lnTo>
                  <a:lnTo>
                    <a:pt x="208407" y="637508"/>
                  </a:lnTo>
                  <a:lnTo>
                    <a:pt x="209264" y="636842"/>
                  </a:lnTo>
                  <a:lnTo>
                    <a:pt x="209931" y="636080"/>
                  </a:lnTo>
                  <a:lnTo>
                    <a:pt x="210788" y="635413"/>
                  </a:lnTo>
                  <a:lnTo>
                    <a:pt x="211836" y="634936"/>
                  </a:lnTo>
                  <a:lnTo>
                    <a:pt x="213074" y="634651"/>
                  </a:lnTo>
                  <a:lnTo>
                    <a:pt x="214503" y="634746"/>
                  </a:lnTo>
                  <a:lnTo>
                    <a:pt x="217837" y="635413"/>
                  </a:lnTo>
                  <a:lnTo>
                    <a:pt x="219551" y="635984"/>
                  </a:lnTo>
                  <a:lnTo>
                    <a:pt x="220694" y="636460"/>
                  </a:lnTo>
                  <a:lnTo>
                    <a:pt x="221171" y="636937"/>
                  </a:lnTo>
                  <a:lnTo>
                    <a:pt x="221266" y="637508"/>
                  </a:lnTo>
                  <a:lnTo>
                    <a:pt x="221171" y="638080"/>
                  </a:lnTo>
                  <a:lnTo>
                    <a:pt x="220789" y="638747"/>
                  </a:lnTo>
                  <a:lnTo>
                    <a:pt x="220313" y="639604"/>
                  </a:lnTo>
                  <a:lnTo>
                    <a:pt x="220027" y="640366"/>
                  </a:lnTo>
                  <a:lnTo>
                    <a:pt x="219932" y="641509"/>
                  </a:lnTo>
                  <a:lnTo>
                    <a:pt x="221266" y="646652"/>
                  </a:lnTo>
                  <a:lnTo>
                    <a:pt x="221837" y="647700"/>
                  </a:lnTo>
                  <a:lnTo>
                    <a:pt x="222694" y="648176"/>
                  </a:lnTo>
                  <a:lnTo>
                    <a:pt x="223552" y="648462"/>
                  </a:lnTo>
                  <a:lnTo>
                    <a:pt x="224600" y="648367"/>
                  </a:lnTo>
                  <a:lnTo>
                    <a:pt x="225457" y="648272"/>
                  </a:lnTo>
                  <a:lnTo>
                    <a:pt x="226219" y="647986"/>
                  </a:lnTo>
                  <a:lnTo>
                    <a:pt x="226981" y="647605"/>
                  </a:lnTo>
                  <a:lnTo>
                    <a:pt x="228219" y="646652"/>
                  </a:lnTo>
                  <a:lnTo>
                    <a:pt x="228790" y="646557"/>
                  </a:lnTo>
                  <a:lnTo>
                    <a:pt x="229552" y="646747"/>
                  </a:lnTo>
                  <a:lnTo>
                    <a:pt x="230314" y="647224"/>
                  </a:lnTo>
                  <a:lnTo>
                    <a:pt x="231172" y="647605"/>
                  </a:lnTo>
                  <a:lnTo>
                    <a:pt x="231743" y="647509"/>
                  </a:lnTo>
                  <a:lnTo>
                    <a:pt x="232315" y="647129"/>
                  </a:lnTo>
                  <a:lnTo>
                    <a:pt x="232981" y="646462"/>
                  </a:lnTo>
                  <a:lnTo>
                    <a:pt x="233743" y="645985"/>
                  </a:lnTo>
                  <a:lnTo>
                    <a:pt x="234791" y="645700"/>
                  </a:lnTo>
                  <a:lnTo>
                    <a:pt x="235744" y="645890"/>
                  </a:lnTo>
                  <a:lnTo>
                    <a:pt x="237744" y="647033"/>
                  </a:lnTo>
                  <a:lnTo>
                    <a:pt x="238506" y="647129"/>
                  </a:lnTo>
                  <a:lnTo>
                    <a:pt x="238982" y="646938"/>
                  </a:lnTo>
                  <a:lnTo>
                    <a:pt x="239459" y="646557"/>
                  </a:lnTo>
                  <a:lnTo>
                    <a:pt x="240125" y="646081"/>
                  </a:lnTo>
                  <a:lnTo>
                    <a:pt x="241078" y="645890"/>
                  </a:lnTo>
                  <a:lnTo>
                    <a:pt x="242221" y="645890"/>
                  </a:lnTo>
                  <a:lnTo>
                    <a:pt x="245554" y="647129"/>
                  </a:lnTo>
                  <a:lnTo>
                    <a:pt x="247078" y="647414"/>
                  </a:lnTo>
                  <a:lnTo>
                    <a:pt x="248888" y="647509"/>
                  </a:lnTo>
                  <a:lnTo>
                    <a:pt x="249841" y="647509"/>
                  </a:lnTo>
                  <a:lnTo>
                    <a:pt x="256889" y="648652"/>
                  </a:lnTo>
                  <a:lnTo>
                    <a:pt x="263080" y="646747"/>
                  </a:lnTo>
                  <a:lnTo>
                    <a:pt x="272891" y="649700"/>
                  </a:lnTo>
                  <a:lnTo>
                    <a:pt x="277463" y="649891"/>
                  </a:lnTo>
                  <a:lnTo>
                    <a:pt x="278987" y="649700"/>
                  </a:lnTo>
                  <a:lnTo>
                    <a:pt x="283750" y="648367"/>
                  </a:lnTo>
                  <a:lnTo>
                    <a:pt x="284702" y="648557"/>
                  </a:lnTo>
                  <a:lnTo>
                    <a:pt x="285369" y="649224"/>
                  </a:lnTo>
                  <a:lnTo>
                    <a:pt x="285845" y="650938"/>
                  </a:lnTo>
                  <a:lnTo>
                    <a:pt x="286226" y="652653"/>
                  </a:lnTo>
                  <a:lnTo>
                    <a:pt x="286798" y="654558"/>
                  </a:lnTo>
                  <a:lnTo>
                    <a:pt x="287369" y="655892"/>
                  </a:lnTo>
                  <a:lnTo>
                    <a:pt x="288417" y="656939"/>
                  </a:lnTo>
                  <a:lnTo>
                    <a:pt x="289179" y="657034"/>
                  </a:lnTo>
                  <a:lnTo>
                    <a:pt x="289846" y="656654"/>
                  </a:lnTo>
                  <a:lnTo>
                    <a:pt x="290513" y="656082"/>
                  </a:lnTo>
                  <a:lnTo>
                    <a:pt x="291465" y="655701"/>
                  </a:lnTo>
                  <a:lnTo>
                    <a:pt x="297656" y="655415"/>
                  </a:lnTo>
                  <a:lnTo>
                    <a:pt x="300514" y="655606"/>
                  </a:lnTo>
                  <a:lnTo>
                    <a:pt x="302419" y="656272"/>
                  </a:lnTo>
                  <a:lnTo>
                    <a:pt x="309277" y="660940"/>
                  </a:lnTo>
                  <a:lnTo>
                    <a:pt x="312515" y="663988"/>
                  </a:lnTo>
                  <a:lnTo>
                    <a:pt x="313849" y="664845"/>
                  </a:lnTo>
                  <a:lnTo>
                    <a:pt x="315468" y="665131"/>
                  </a:lnTo>
                  <a:lnTo>
                    <a:pt x="319088" y="664750"/>
                  </a:lnTo>
                  <a:lnTo>
                    <a:pt x="320326" y="665321"/>
                  </a:lnTo>
                  <a:lnTo>
                    <a:pt x="321088" y="666655"/>
                  </a:lnTo>
                  <a:lnTo>
                    <a:pt x="321755" y="668179"/>
                  </a:lnTo>
                  <a:lnTo>
                    <a:pt x="322897" y="669608"/>
                  </a:lnTo>
                  <a:lnTo>
                    <a:pt x="324421" y="669988"/>
                  </a:lnTo>
                  <a:lnTo>
                    <a:pt x="325660" y="669798"/>
                  </a:lnTo>
                  <a:lnTo>
                    <a:pt x="327660" y="668655"/>
                  </a:lnTo>
                  <a:lnTo>
                    <a:pt x="329565" y="666940"/>
                  </a:lnTo>
                  <a:lnTo>
                    <a:pt x="332613" y="665226"/>
                  </a:lnTo>
                  <a:lnTo>
                    <a:pt x="336423" y="664369"/>
                  </a:lnTo>
                  <a:lnTo>
                    <a:pt x="343567" y="664464"/>
                  </a:lnTo>
                  <a:lnTo>
                    <a:pt x="346900" y="665131"/>
                  </a:lnTo>
                  <a:lnTo>
                    <a:pt x="348996" y="666179"/>
                  </a:lnTo>
                  <a:lnTo>
                    <a:pt x="351663" y="670274"/>
                  </a:lnTo>
                  <a:lnTo>
                    <a:pt x="352996" y="671322"/>
                  </a:lnTo>
                  <a:lnTo>
                    <a:pt x="354997" y="671798"/>
                  </a:lnTo>
                  <a:lnTo>
                    <a:pt x="356997" y="671417"/>
                  </a:lnTo>
                  <a:lnTo>
                    <a:pt x="357378" y="671227"/>
                  </a:lnTo>
                  <a:lnTo>
                    <a:pt x="357664" y="671036"/>
                  </a:lnTo>
                  <a:lnTo>
                    <a:pt x="358521" y="670560"/>
                  </a:lnTo>
                  <a:lnTo>
                    <a:pt x="359283" y="670465"/>
                  </a:lnTo>
                  <a:lnTo>
                    <a:pt x="361093" y="671608"/>
                  </a:lnTo>
                  <a:lnTo>
                    <a:pt x="365188" y="673132"/>
                  </a:lnTo>
                  <a:lnTo>
                    <a:pt x="373666" y="673418"/>
                  </a:lnTo>
                  <a:lnTo>
                    <a:pt x="375571" y="672465"/>
                  </a:lnTo>
                  <a:lnTo>
                    <a:pt x="376618" y="671798"/>
                  </a:lnTo>
                  <a:lnTo>
                    <a:pt x="376904" y="671417"/>
                  </a:lnTo>
                  <a:lnTo>
                    <a:pt x="377095" y="671036"/>
                  </a:lnTo>
                  <a:lnTo>
                    <a:pt x="377666" y="670369"/>
                  </a:lnTo>
                  <a:lnTo>
                    <a:pt x="379095" y="669226"/>
                  </a:lnTo>
                  <a:lnTo>
                    <a:pt x="381476" y="668560"/>
                  </a:lnTo>
                  <a:lnTo>
                    <a:pt x="390144" y="667512"/>
                  </a:lnTo>
                  <a:lnTo>
                    <a:pt x="391573" y="666655"/>
                  </a:lnTo>
                  <a:lnTo>
                    <a:pt x="392430" y="665226"/>
                  </a:lnTo>
                  <a:lnTo>
                    <a:pt x="392621" y="663702"/>
                  </a:lnTo>
                  <a:lnTo>
                    <a:pt x="392716" y="662178"/>
                  </a:lnTo>
                  <a:lnTo>
                    <a:pt x="392906" y="661321"/>
                  </a:lnTo>
                  <a:lnTo>
                    <a:pt x="393382" y="660559"/>
                  </a:lnTo>
                  <a:lnTo>
                    <a:pt x="394430" y="660178"/>
                  </a:lnTo>
                  <a:lnTo>
                    <a:pt x="395288" y="660559"/>
                  </a:lnTo>
                  <a:lnTo>
                    <a:pt x="396621" y="662368"/>
                  </a:lnTo>
                  <a:lnTo>
                    <a:pt x="397669" y="662750"/>
                  </a:lnTo>
                  <a:lnTo>
                    <a:pt x="398907" y="662273"/>
                  </a:lnTo>
                  <a:lnTo>
                    <a:pt x="399859" y="661511"/>
                  </a:lnTo>
                  <a:lnTo>
                    <a:pt x="400907" y="660844"/>
                  </a:lnTo>
                  <a:lnTo>
                    <a:pt x="405098" y="659606"/>
                  </a:lnTo>
                  <a:lnTo>
                    <a:pt x="406432" y="658939"/>
                  </a:lnTo>
                  <a:lnTo>
                    <a:pt x="407765" y="658082"/>
                  </a:lnTo>
                  <a:lnTo>
                    <a:pt x="410242" y="655892"/>
                  </a:lnTo>
                  <a:lnTo>
                    <a:pt x="411385" y="655130"/>
                  </a:lnTo>
                  <a:lnTo>
                    <a:pt x="412813" y="654748"/>
                  </a:lnTo>
                  <a:lnTo>
                    <a:pt x="413956" y="655034"/>
                  </a:lnTo>
                  <a:lnTo>
                    <a:pt x="415004" y="655701"/>
                  </a:lnTo>
                  <a:lnTo>
                    <a:pt x="417481" y="658844"/>
                  </a:lnTo>
                  <a:lnTo>
                    <a:pt x="418528" y="659987"/>
                  </a:lnTo>
                  <a:lnTo>
                    <a:pt x="419576" y="660749"/>
                  </a:lnTo>
                  <a:lnTo>
                    <a:pt x="421576" y="661892"/>
                  </a:lnTo>
                  <a:lnTo>
                    <a:pt x="422529" y="662559"/>
                  </a:lnTo>
                  <a:lnTo>
                    <a:pt x="423196" y="663607"/>
                  </a:lnTo>
                  <a:lnTo>
                    <a:pt x="423863" y="666369"/>
                  </a:lnTo>
                  <a:lnTo>
                    <a:pt x="424339" y="667322"/>
                  </a:lnTo>
                  <a:lnTo>
                    <a:pt x="425196" y="667988"/>
                  </a:lnTo>
                  <a:lnTo>
                    <a:pt x="432911" y="671322"/>
                  </a:lnTo>
                  <a:lnTo>
                    <a:pt x="437959" y="674846"/>
                  </a:lnTo>
                  <a:lnTo>
                    <a:pt x="438721" y="675513"/>
                  </a:lnTo>
                  <a:lnTo>
                    <a:pt x="439293" y="676275"/>
                  </a:lnTo>
                  <a:lnTo>
                    <a:pt x="439674" y="677227"/>
                  </a:lnTo>
                  <a:lnTo>
                    <a:pt x="439864" y="678085"/>
                  </a:lnTo>
                  <a:lnTo>
                    <a:pt x="440436" y="684562"/>
                  </a:lnTo>
                  <a:lnTo>
                    <a:pt x="440626" y="685705"/>
                  </a:lnTo>
                  <a:lnTo>
                    <a:pt x="440912" y="686657"/>
                  </a:lnTo>
                  <a:lnTo>
                    <a:pt x="441103" y="687134"/>
                  </a:lnTo>
                  <a:lnTo>
                    <a:pt x="441293" y="687514"/>
                  </a:lnTo>
                  <a:lnTo>
                    <a:pt x="442246" y="688372"/>
                  </a:lnTo>
                  <a:lnTo>
                    <a:pt x="444817" y="689610"/>
                  </a:lnTo>
                  <a:lnTo>
                    <a:pt x="449675" y="693801"/>
                  </a:lnTo>
                  <a:lnTo>
                    <a:pt x="451009" y="694468"/>
                  </a:lnTo>
                  <a:lnTo>
                    <a:pt x="454057" y="695134"/>
                  </a:lnTo>
                  <a:lnTo>
                    <a:pt x="465487" y="695420"/>
                  </a:lnTo>
                  <a:lnTo>
                    <a:pt x="466344" y="695706"/>
                  </a:lnTo>
                  <a:lnTo>
                    <a:pt x="467011" y="696277"/>
                  </a:lnTo>
                  <a:lnTo>
                    <a:pt x="467582" y="697230"/>
                  </a:lnTo>
                  <a:lnTo>
                    <a:pt x="468535" y="699421"/>
                  </a:lnTo>
                  <a:lnTo>
                    <a:pt x="469297" y="700373"/>
                  </a:lnTo>
                  <a:lnTo>
                    <a:pt x="470154" y="701040"/>
                  </a:lnTo>
                  <a:lnTo>
                    <a:pt x="471488" y="701611"/>
                  </a:lnTo>
                  <a:lnTo>
                    <a:pt x="475297" y="702373"/>
                  </a:lnTo>
                  <a:lnTo>
                    <a:pt x="476440" y="703135"/>
                  </a:lnTo>
                  <a:lnTo>
                    <a:pt x="477107" y="704183"/>
                  </a:lnTo>
                  <a:lnTo>
                    <a:pt x="477393" y="706755"/>
                  </a:lnTo>
                  <a:lnTo>
                    <a:pt x="477774" y="707708"/>
                  </a:lnTo>
                  <a:lnTo>
                    <a:pt x="478250" y="708565"/>
                  </a:lnTo>
                  <a:lnTo>
                    <a:pt x="478726" y="709517"/>
                  </a:lnTo>
                  <a:lnTo>
                    <a:pt x="478822" y="710470"/>
                  </a:lnTo>
                  <a:lnTo>
                    <a:pt x="478536" y="711518"/>
                  </a:lnTo>
                  <a:lnTo>
                    <a:pt x="477774" y="712660"/>
                  </a:lnTo>
                  <a:lnTo>
                    <a:pt x="477298" y="713518"/>
                  </a:lnTo>
                  <a:lnTo>
                    <a:pt x="477298" y="714280"/>
                  </a:lnTo>
                  <a:lnTo>
                    <a:pt x="477679" y="714947"/>
                  </a:lnTo>
                  <a:lnTo>
                    <a:pt x="478155" y="715518"/>
                  </a:lnTo>
                  <a:lnTo>
                    <a:pt x="478536" y="716089"/>
                  </a:lnTo>
                  <a:lnTo>
                    <a:pt x="478726" y="716661"/>
                  </a:lnTo>
                  <a:lnTo>
                    <a:pt x="478441" y="717137"/>
                  </a:lnTo>
                  <a:lnTo>
                    <a:pt x="477774" y="717613"/>
                  </a:lnTo>
                  <a:lnTo>
                    <a:pt x="474917" y="718280"/>
                  </a:lnTo>
                  <a:lnTo>
                    <a:pt x="474535" y="718471"/>
                  </a:lnTo>
                  <a:lnTo>
                    <a:pt x="473678" y="719328"/>
                  </a:lnTo>
                  <a:lnTo>
                    <a:pt x="473202" y="720280"/>
                  </a:lnTo>
                  <a:lnTo>
                    <a:pt x="472916" y="721423"/>
                  </a:lnTo>
                  <a:lnTo>
                    <a:pt x="473107" y="722662"/>
                  </a:lnTo>
                  <a:lnTo>
                    <a:pt x="475488" y="727329"/>
                  </a:lnTo>
                  <a:lnTo>
                    <a:pt x="475964" y="728853"/>
                  </a:lnTo>
                  <a:lnTo>
                    <a:pt x="476250" y="733425"/>
                  </a:lnTo>
                  <a:lnTo>
                    <a:pt x="476631" y="734759"/>
                  </a:lnTo>
                  <a:lnTo>
                    <a:pt x="477298" y="736092"/>
                  </a:lnTo>
                  <a:lnTo>
                    <a:pt x="478250" y="737235"/>
                  </a:lnTo>
                  <a:lnTo>
                    <a:pt x="481203" y="739521"/>
                  </a:lnTo>
                  <a:lnTo>
                    <a:pt x="483680" y="742093"/>
                  </a:lnTo>
                  <a:lnTo>
                    <a:pt x="484537" y="742569"/>
                  </a:lnTo>
                  <a:lnTo>
                    <a:pt x="485299" y="742569"/>
                  </a:lnTo>
                  <a:lnTo>
                    <a:pt x="486823" y="742188"/>
                  </a:lnTo>
                  <a:lnTo>
                    <a:pt x="489299" y="741235"/>
                  </a:lnTo>
                  <a:lnTo>
                    <a:pt x="492157" y="740664"/>
                  </a:lnTo>
                  <a:lnTo>
                    <a:pt x="494538" y="740664"/>
                  </a:lnTo>
                  <a:lnTo>
                    <a:pt x="496348" y="740855"/>
                  </a:lnTo>
                  <a:lnTo>
                    <a:pt x="502730" y="742093"/>
                  </a:lnTo>
                  <a:lnTo>
                    <a:pt x="503968" y="742950"/>
                  </a:lnTo>
                  <a:lnTo>
                    <a:pt x="505015" y="744188"/>
                  </a:lnTo>
                  <a:lnTo>
                    <a:pt x="505968" y="745808"/>
                  </a:lnTo>
                  <a:lnTo>
                    <a:pt x="506635" y="746665"/>
                  </a:lnTo>
                  <a:lnTo>
                    <a:pt x="507492" y="746951"/>
                  </a:lnTo>
                  <a:lnTo>
                    <a:pt x="508635" y="746760"/>
                  </a:lnTo>
                  <a:lnTo>
                    <a:pt x="510254" y="745808"/>
                  </a:lnTo>
                  <a:lnTo>
                    <a:pt x="511397" y="745331"/>
                  </a:lnTo>
                  <a:lnTo>
                    <a:pt x="512635" y="745141"/>
                  </a:lnTo>
                  <a:lnTo>
                    <a:pt x="516636" y="745903"/>
                  </a:lnTo>
                  <a:lnTo>
                    <a:pt x="520922" y="745998"/>
                  </a:lnTo>
                  <a:lnTo>
                    <a:pt x="526923" y="745046"/>
                  </a:lnTo>
                  <a:lnTo>
                    <a:pt x="528352" y="745046"/>
                  </a:lnTo>
                  <a:lnTo>
                    <a:pt x="529685" y="745141"/>
                  </a:lnTo>
                  <a:lnTo>
                    <a:pt x="530923" y="745617"/>
                  </a:lnTo>
                  <a:lnTo>
                    <a:pt x="532257" y="746379"/>
                  </a:lnTo>
                  <a:lnTo>
                    <a:pt x="533305" y="747522"/>
                  </a:lnTo>
                  <a:lnTo>
                    <a:pt x="534067" y="748951"/>
                  </a:lnTo>
                  <a:lnTo>
                    <a:pt x="534352" y="750665"/>
                  </a:lnTo>
                  <a:lnTo>
                    <a:pt x="534448" y="752380"/>
                  </a:lnTo>
                  <a:lnTo>
                    <a:pt x="534638" y="753809"/>
                  </a:lnTo>
                  <a:lnTo>
                    <a:pt x="535305" y="755142"/>
                  </a:lnTo>
                  <a:lnTo>
                    <a:pt x="536638" y="757047"/>
                  </a:lnTo>
                  <a:lnTo>
                    <a:pt x="537115" y="758095"/>
                  </a:lnTo>
                  <a:lnTo>
                    <a:pt x="537496" y="759428"/>
                  </a:lnTo>
                  <a:lnTo>
                    <a:pt x="538067" y="760667"/>
                  </a:lnTo>
                  <a:lnTo>
                    <a:pt x="538829" y="761619"/>
                  </a:lnTo>
                  <a:lnTo>
                    <a:pt x="540163" y="761905"/>
                  </a:lnTo>
                  <a:lnTo>
                    <a:pt x="541496" y="761429"/>
                  </a:lnTo>
                  <a:lnTo>
                    <a:pt x="543020" y="759714"/>
                  </a:lnTo>
                  <a:lnTo>
                    <a:pt x="543497" y="758666"/>
                  </a:lnTo>
                  <a:lnTo>
                    <a:pt x="543592" y="757904"/>
                  </a:lnTo>
                  <a:lnTo>
                    <a:pt x="543211" y="757428"/>
                  </a:lnTo>
                  <a:lnTo>
                    <a:pt x="542258" y="756571"/>
                  </a:lnTo>
                  <a:lnTo>
                    <a:pt x="541972" y="755904"/>
                  </a:lnTo>
                  <a:lnTo>
                    <a:pt x="541877" y="755142"/>
                  </a:lnTo>
                  <a:lnTo>
                    <a:pt x="541972" y="753904"/>
                  </a:lnTo>
                  <a:lnTo>
                    <a:pt x="542258" y="752665"/>
                  </a:lnTo>
                  <a:lnTo>
                    <a:pt x="542734" y="751332"/>
                  </a:lnTo>
                  <a:lnTo>
                    <a:pt x="543115" y="749618"/>
                  </a:lnTo>
                  <a:lnTo>
                    <a:pt x="543306" y="748189"/>
                  </a:lnTo>
                  <a:lnTo>
                    <a:pt x="543020" y="746284"/>
                  </a:lnTo>
                  <a:lnTo>
                    <a:pt x="542544" y="744569"/>
                  </a:lnTo>
                  <a:lnTo>
                    <a:pt x="541687" y="743140"/>
                  </a:lnTo>
                  <a:lnTo>
                    <a:pt x="540734" y="742093"/>
                  </a:lnTo>
                  <a:lnTo>
                    <a:pt x="537781" y="740093"/>
                  </a:lnTo>
                  <a:lnTo>
                    <a:pt x="536543" y="738950"/>
                  </a:lnTo>
                  <a:lnTo>
                    <a:pt x="535972" y="737426"/>
                  </a:lnTo>
                  <a:lnTo>
                    <a:pt x="536257" y="735330"/>
                  </a:lnTo>
                  <a:lnTo>
                    <a:pt x="538163" y="733139"/>
                  </a:lnTo>
                  <a:lnTo>
                    <a:pt x="538829" y="731996"/>
                  </a:lnTo>
                  <a:lnTo>
                    <a:pt x="539210" y="730948"/>
                  </a:lnTo>
                  <a:lnTo>
                    <a:pt x="539305" y="730472"/>
                  </a:lnTo>
                  <a:lnTo>
                    <a:pt x="540448" y="729425"/>
                  </a:lnTo>
                  <a:lnTo>
                    <a:pt x="542449" y="728377"/>
                  </a:lnTo>
                  <a:lnTo>
                    <a:pt x="546926" y="726853"/>
                  </a:lnTo>
                  <a:lnTo>
                    <a:pt x="549307" y="727138"/>
                  </a:lnTo>
                  <a:lnTo>
                    <a:pt x="551212" y="728567"/>
                  </a:lnTo>
                  <a:lnTo>
                    <a:pt x="555307" y="735425"/>
                  </a:lnTo>
                  <a:lnTo>
                    <a:pt x="557784" y="737997"/>
                  </a:lnTo>
                  <a:lnTo>
                    <a:pt x="559403" y="739330"/>
                  </a:lnTo>
                  <a:lnTo>
                    <a:pt x="561880" y="740759"/>
                  </a:lnTo>
                  <a:lnTo>
                    <a:pt x="563309" y="741426"/>
                  </a:lnTo>
                  <a:lnTo>
                    <a:pt x="569500" y="743045"/>
                  </a:lnTo>
                  <a:lnTo>
                    <a:pt x="572834" y="743426"/>
                  </a:lnTo>
                  <a:lnTo>
                    <a:pt x="575596" y="743998"/>
                  </a:lnTo>
                  <a:lnTo>
                    <a:pt x="576643" y="744093"/>
                  </a:lnTo>
                  <a:lnTo>
                    <a:pt x="577786" y="744474"/>
                  </a:lnTo>
                  <a:lnTo>
                    <a:pt x="581501" y="747331"/>
                  </a:lnTo>
                  <a:lnTo>
                    <a:pt x="583597" y="748379"/>
                  </a:lnTo>
                  <a:lnTo>
                    <a:pt x="584549" y="748570"/>
                  </a:lnTo>
                  <a:lnTo>
                    <a:pt x="585788" y="748284"/>
                  </a:lnTo>
                  <a:lnTo>
                    <a:pt x="587026" y="747236"/>
                  </a:lnTo>
                  <a:lnTo>
                    <a:pt x="588264" y="745046"/>
                  </a:lnTo>
                  <a:lnTo>
                    <a:pt x="588359" y="742950"/>
                  </a:lnTo>
                  <a:lnTo>
                    <a:pt x="587883" y="741235"/>
                  </a:lnTo>
                  <a:lnTo>
                    <a:pt x="587121" y="739616"/>
                  </a:lnTo>
                  <a:lnTo>
                    <a:pt x="585502" y="737235"/>
                  </a:lnTo>
                  <a:lnTo>
                    <a:pt x="584835" y="735997"/>
                  </a:lnTo>
                  <a:lnTo>
                    <a:pt x="584549" y="734854"/>
                  </a:lnTo>
                  <a:lnTo>
                    <a:pt x="584835" y="733520"/>
                  </a:lnTo>
                  <a:lnTo>
                    <a:pt x="585788" y="731996"/>
                  </a:lnTo>
                  <a:lnTo>
                    <a:pt x="587407" y="729615"/>
                  </a:lnTo>
                  <a:lnTo>
                    <a:pt x="587788" y="727996"/>
                  </a:lnTo>
                  <a:lnTo>
                    <a:pt x="587597" y="726758"/>
                  </a:lnTo>
                  <a:lnTo>
                    <a:pt x="584168" y="723805"/>
                  </a:lnTo>
                  <a:lnTo>
                    <a:pt x="583501" y="722947"/>
                  </a:lnTo>
                  <a:lnTo>
                    <a:pt x="583311" y="722090"/>
                  </a:lnTo>
                  <a:lnTo>
                    <a:pt x="583692" y="721328"/>
                  </a:lnTo>
                  <a:lnTo>
                    <a:pt x="584930" y="720852"/>
                  </a:lnTo>
                  <a:lnTo>
                    <a:pt x="587502" y="721043"/>
                  </a:lnTo>
                  <a:lnTo>
                    <a:pt x="588931" y="720947"/>
                  </a:lnTo>
                  <a:lnTo>
                    <a:pt x="592931" y="719233"/>
                  </a:lnTo>
                  <a:lnTo>
                    <a:pt x="594360" y="718947"/>
                  </a:lnTo>
                  <a:lnTo>
                    <a:pt x="595693" y="718947"/>
                  </a:lnTo>
                  <a:lnTo>
                    <a:pt x="596836" y="719233"/>
                  </a:lnTo>
                  <a:lnTo>
                    <a:pt x="597789" y="719328"/>
                  </a:lnTo>
                  <a:lnTo>
                    <a:pt x="599313" y="718852"/>
                  </a:lnTo>
                  <a:lnTo>
                    <a:pt x="603218" y="716756"/>
                  </a:lnTo>
                  <a:lnTo>
                    <a:pt x="604647" y="716375"/>
                  </a:lnTo>
                  <a:lnTo>
                    <a:pt x="606076" y="716185"/>
                  </a:lnTo>
                  <a:lnTo>
                    <a:pt x="611219" y="717233"/>
                  </a:lnTo>
                  <a:lnTo>
                    <a:pt x="614553" y="717518"/>
                  </a:lnTo>
                  <a:lnTo>
                    <a:pt x="616077" y="717137"/>
                  </a:lnTo>
                  <a:lnTo>
                    <a:pt x="617315" y="716471"/>
                  </a:lnTo>
                  <a:lnTo>
                    <a:pt x="618649" y="715137"/>
                  </a:lnTo>
                  <a:lnTo>
                    <a:pt x="618934" y="712946"/>
                  </a:lnTo>
                  <a:lnTo>
                    <a:pt x="619315" y="712280"/>
                  </a:lnTo>
                  <a:lnTo>
                    <a:pt x="620554" y="711994"/>
                  </a:lnTo>
                  <a:lnTo>
                    <a:pt x="622649" y="712470"/>
                  </a:lnTo>
                  <a:lnTo>
                    <a:pt x="623792" y="712184"/>
                  </a:lnTo>
                  <a:lnTo>
                    <a:pt x="625030" y="711232"/>
                  </a:lnTo>
                  <a:lnTo>
                    <a:pt x="626459" y="708946"/>
                  </a:lnTo>
                  <a:lnTo>
                    <a:pt x="626745" y="707708"/>
                  </a:lnTo>
                  <a:lnTo>
                    <a:pt x="626555" y="707041"/>
                  </a:lnTo>
                  <a:lnTo>
                    <a:pt x="625983" y="706850"/>
                  </a:lnTo>
                  <a:lnTo>
                    <a:pt x="625411" y="706755"/>
                  </a:lnTo>
                  <a:lnTo>
                    <a:pt x="625030" y="706660"/>
                  </a:lnTo>
                  <a:lnTo>
                    <a:pt x="624650" y="706279"/>
                  </a:lnTo>
                  <a:lnTo>
                    <a:pt x="624364" y="705612"/>
                  </a:lnTo>
                  <a:lnTo>
                    <a:pt x="624173" y="704469"/>
                  </a:lnTo>
                  <a:lnTo>
                    <a:pt x="624173" y="702945"/>
                  </a:lnTo>
                  <a:lnTo>
                    <a:pt x="624935" y="699230"/>
                  </a:lnTo>
                  <a:lnTo>
                    <a:pt x="625888" y="696563"/>
                  </a:lnTo>
                  <a:lnTo>
                    <a:pt x="626745" y="694658"/>
                  </a:lnTo>
                  <a:lnTo>
                    <a:pt x="627983" y="693515"/>
                  </a:lnTo>
                  <a:lnTo>
                    <a:pt x="629793" y="693325"/>
                  </a:lnTo>
                  <a:lnTo>
                    <a:pt x="631412" y="693801"/>
                  </a:lnTo>
                  <a:lnTo>
                    <a:pt x="633413" y="693896"/>
                  </a:lnTo>
                  <a:lnTo>
                    <a:pt x="634746" y="693420"/>
                  </a:lnTo>
                  <a:lnTo>
                    <a:pt x="635698" y="691991"/>
                  </a:lnTo>
                  <a:lnTo>
                    <a:pt x="635698" y="691134"/>
                  </a:lnTo>
                  <a:lnTo>
                    <a:pt x="634555" y="689610"/>
                  </a:lnTo>
                  <a:lnTo>
                    <a:pt x="634555" y="688562"/>
                  </a:lnTo>
                  <a:lnTo>
                    <a:pt x="636175" y="685133"/>
                  </a:lnTo>
                  <a:lnTo>
                    <a:pt x="636270" y="683419"/>
                  </a:lnTo>
                  <a:lnTo>
                    <a:pt x="636080" y="682180"/>
                  </a:lnTo>
                  <a:lnTo>
                    <a:pt x="635413" y="681514"/>
                  </a:lnTo>
                  <a:lnTo>
                    <a:pt x="634365" y="680942"/>
                  </a:lnTo>
                  <a:lnTo>
                    <a:pt x="632651" y="680752"/>
                  </a:lnTo>
                  <a:lnTo>
                    <a:pt x="631507" y="680276"/>
                  </a:lnTo>
                  <a:lnTo>
                    <a:pt x="630650" y="679609"/>
                  </a:lnTo>
                  <a:lnTo>
                    <a:pt x="630746" y="678561"/>
                  </a:lnTo>
                  <a:lnTo>
                    <a:pt x="631412" y="677323"/>
                  </a:lnTo>
                  <a:lnTo>
                    <a:pt x="632460" y="675799"/>
                  </a:lnTo>
                  <a:lnTo>
                    <a:pt x="632936" y="674370"/>
                  </a:lnTo>
                  <a:lnTo>
                    <a:pt x="633222" y="673132"/>
                  </a:lnTo>
                  <a:lnTo>
                    <a:pt x="633317" y="672179"/>
                  </a:lnTo>
                  <a:lnTo>
                    <a:pt x="633508" y="671322"/>
                  </a:lnTo>
                  <a:lnTo>
                    <a:pt x="633889" y="671227"/>
                  </a:lnTo>
                  <a:lnTo>
                    <a:pt x="634746" y="671036"/>
                  </a:lnTo>
                  <a:lnTo>
                    <a:pt x="636651" y="671036"/>
                  </a:lnTo>
                  <a:lnTo>
                    <a:pt x="644652" y="672751"/>
                  </a:lnTo>
                  <a:lnTo>
                    <a:pt x="649605" y="672846"/>
                  </a:lnTo>
                  <a:lnTo>
                    <a:pt x="650748" y="673132"/>
                  </a:lnTo>
                  <a:lnTo>
                    <a:pt x="651796" y="673798"/>
                  </a:lnTo>
                  <a:lnTo>
                    <a:pt x="653510" y="675799"/>
                  </a:lnTo>
                  <a:lnTo>
                    <a:pt x="654272" y="676465"/>
                  </a:lnTo>
                  <a:lnTo>
                    <a:pt x="655034" y="676656"/>
                  </a:lnTo>
                  <a:lnTo>
                    <a:pt x="655987" y="676275"/>
                  </a:lnTo>
                  <a:lnTo>
                    <a:pt x="656844" y="675608"/>
                  </a:lnTo>
                  <a:lnTo>
                    <a:pt x="657225" y="674275"/>
                  </a:lnTo>
                  <a:lnTo>
                    <a:pt x="657511" y="673227"/>
                  </a:lnTo>
                  <a:lnTo>
                    <a:pt x="657892" y="672370"/>
                  </a:lnTo>
                  <a:lnTo>
                    <a:pt x="658749" y="671798"/>
                  </a:lnTo>
                  <a:lnTo>
                    <a:pt x="660082" y="671322"/>
                  </a:lnTo>
                  <a:lnTo>
                    <a:pt x="660178" y="671322"/>
                  </a:lnTo>
                  <a:lnTo>
                    <a:pt x="660273" y="671227"/>
                  </a:lnTo>
                  <a:lnTo>
                    <a:pt x="660844" y="670465"/>
                  </a:lnTo>
                  <a:lnTo>
                    <a:pt x="661702" y="667798"/>
                  </a:lnTo>
                  <a:lnTo>
                    <a:pt x="661797" y="667131"/>
                  </a:lnTo>
                  <a:lnTo>
                    <a:pt x="657701" y="665702"/>
                  </a:lnTo>
                  <a:lnTo>
                    <a:pt x="654272" y="663035"/>
                  </a:lnTo>
                  <a:lnTo>
                    <a:pt x="653986" y="662559"/>
                  </a:lnTo>
                  <a:lnTo>
                    <a:pt x="653225" y="660559"/>
                  </a:lnTo>
                  <a:lnTo>
                    <a:pt x="652843" y="659892"/>
                  </a:lnTo>
                  <a:lnTo>
                    <a:pt x="652177" y="659701"/>
                  </a:lnTo>
                  <a:lnTo>
                    <a:pt x="650557" y="659892"/>
                  </a:lnTo>
                  <a:lnTo>
                    <a:pt x="649891" y="659511"/>
                  </a:lnTo>
                  <a:lnTo>
                    <a:pt x="649319" y="659130"/>
                  </a:lnTo>
                  <a:lnTo>
                    <a:pt x="641890" y="654653"/>
                  </a:lnTo>
                  <a:lnTo>
                    <a:pt x="640461" y="653034"/>
                  </a:lnTo>
                  <a:lnTo>
                    <a:pt x="639985" y="652748"/>
                  </a:lnTo>
                  <a:lnTo>
                    <a:pt x="639032" y="652463"/>
                  </a:lnTo>
                  <a:lnTo>
                    <a:pt x="638747" y="651701"/>
                  </a:lnTo>
                  <a:lnTo>
                    <a:pt x="638747" y="650843"/>
                  </a:lnTo>
                  <a:lnTo>
                    <a:pt x="638651" y="650176"/>
                  </a:lnTo>
                  <a:lnTo>
                    <a:pt x="635889" y="646652"/>
                  </a:lnTo>
                  <a:lnTo>
                    <a:pt x="635318" y="644938"/>
                  </a:lnTo>
                  <a:lnTo>
                    <a:pt x="634746" y="637127"/>
                  </a:lnTo>
                  <a:lnTo>
                    <a:pt x="634365" y="635508"/>
                  </a:lnTo>
                  <a:lnTo>
                    <a:pt x="633508" y="633793"/>
                  </a:lnTo>
                  <a:lnTo>
                    <a:pt x="633603" y="633508"/>
                  </a:lnTo>
                  <a:lnTo>
                    <a:pt x="633698" y="632841"/>
                  </a:lnTo>
                  <a:lnTo>
                    <a:pt x="634651" y="630555"/>
                  </a:lnTo>
                  <a:lnTo>
                    <a:pt x="635603" y="629126"/>
                  </a:lnTo>
                  <a:lnTo>
                    <a:pt x="636651" y="628079"/>
                  </a:lnTo>
                  <a:lnTo>
                    <a:pt x="637699" y="627412"/>
                  </a:lnTo>
                  <a:lnTo>
                    <a:pt x="642080" y="625697"/>
                  </a:lnTo>
                  <a:lnTo>
                    <a:pt x="643223" y="625030"/>
                  </a:lnTo>
                  <a:lnTo>
                    <a:pt x="644080" y="624078"/>
                  </a:lnTo>
                  <a:lnTo>
                    <a:pt x="644557" y="623221"/>
                  </a:lnTo>
                  <a:lnTo>
                    <a:pt x="644747" y="622649"/>
                  </a:lnTo>
                  <a:lnTo>
                    <a:pt x="644938" y="621506"/>
                  </a:lnTo>
                  <a:lnTo>
                    <a:pt x="644938" y="619697"/>
                  </a:lnTo>
                  <a:lnTo>
                    <a:pt x="644652" y="618172"/>
                  </a:lnTo>
                  <a:lnTo>
                    <a:pt x="644366" y="617125"/>
                  </a:lnTo>
                  <a:lnTo>
                    <a:pt x="643128" y="614172"/>
                  </a:lnTo>
                  <a:lnTo>
                    <a:pt x="642747" y="612648"/>
                  </a:lnTo>
                  <a:lnTo>
                    <a:pt x="642747" y="611410"/>
                  </a:lnTo>
                  <a:lnTo>
                    <a:pt x="642938" y="609505"/>
                  </a:lnTo>
                  <a:lnTo>
                    <a:pt x="643700" y="607409"/>
                  </a:lnTo>
                  <a:lnTo>
                    <a:pt x="644176" y="606266"/>
                  </a:lnTo>
                  <a:lnTo>
                    <a:pt x="644652" y="605600"/>
                  </a:lnTo>
                  <a:lnTo>
                    <a:pt x="650557" y="598932"/>
                  </a:lnTo>
                  <a:lnTo>
                    <a:pt x="651510" y="597408"/>
                  </a:lnTo>
                  <a:lnTo>
                    <a:pt x="653034" y="594169"/>
                  </a:lnTo>
                  <a:lnTo>
                    <a:pt x="653796" y="592836"/>
                  </a:lnTo>
                  <a:lnTo>
                    <a:pt x="654939" y="591884"/>
                  </a:lnTo>
                  <a:lnTo>
                    <a:pt x="656368" y="591502"/>
                  </a:lnTo>
                  <a:lnTo>
                    <a:pt x="657892" y="591312"/>
                  </a:lnTo>
                  <a:lnTo>
                    <a:pt x="659321" y="590931"/>
                  </a:lnTo>
                  <a:lnTo>
                    <a:pt x="660654" y="590169"/>
                  </a:lnTo>
                  <a:lnTo>
                    <a:pt x="661988" y="588931"/>
                  </a:lnTo>
                  <a:lnTo>
                    <a:pt x="663035" y="587788"/>
                  </a:lnTo>
                  <a:lnTo>
                    <a:pt x="663416" y="587026"/>
                  </a:lnTo>
                  <a:lnTo>
                    <a:pt x="663607" y="586359"/>
                  </a:lnTo>
                  <a:lnTo>
                    <a:pt x="663226" y="585883"/>
                  </a:lnTo>
                  <a:lnTo>
                    <a:pt x="662559" y="585406"/>
                  </a:lnTo>
                  <a:lnTo>
                    <a:pt x="661606" y="585121"/>
                  </a:lnTo>
                  <a:lnTo>
                    <a:pt x="657320" y="584073"/>
                  </a:lnTo>
                  <a:lnTo>
                    <a:pt x="656272" y="583501"/>
                  </a:lnTo>
                  <a:lnTo>
                    <a:pt x="655415" y="582835"/>
                  </a:lnTo>
                  <a:lnTo>
                    <a:pt x="654844" y="582168"/>
                  </a:lnTo>
                  <a:lnTo>
                    <a:pt x="654272" y="581692"/>
                  </a:lnTo>
                  <a:lnTo>
                    <a:pt x="653510" y="581406"/>
                  </a:lnTo>
                  <a:lnTo>
                    <a:pt x="650938" y="581597"/>
                  </a:lnTo>
                  <a:lnTo>
                    <a:pt x="649414" y="581406"/>
                  </a:lnTo>
                  <a:lnTo>
                    <a:pt x="647700" y="580930"/>
                  </a:lnTo>
                  <a:lnTo>
                    <a:pt x="646271" y="580072"/>
                  </a:lnTo>
                  <a:lnTo>
                    <a:pt x="645319" y="579215"/>
                  </a:lnTo>
                  <a:lnTo>
                    <a:pt x="644747" y="578358"/>
                  </a:lnTo>
                  <a:lnTo>
                    <a:pt x="644366" y="577691"/>
                  </a:lnTo>
                  <a:lnTo>
                    <a:pt x="643985" y="576548"/>
                  </a:lnTo>
                  <a:lnTo>
                    <a:pt x="643223" y="572072"/>
                  </a:lnTo>
                  <a:lnTo>
                    <a:pt x="642747" y="570547"/>
                  </a:lnTo>
                  <a:lnTo>
                    <a:pt x="641985" y="569500"/>
                  </a:lnTo>
                  <a:lnTo>
                    <a:pt x="640937" y="569023"/>
                  </a:lnTo>
                  <a:lnTo>
                    <a:pt x="638937" y="568833"/>
                  </a:lnTo>
                  <a:lnTo>
                    <a:pt x="638175" y="568547"/>
                  </a:lnTo>
                  <a:lnTo>
                    <a:pt x="637413" y="567785"/>
                  </a:lnTo>
                  <a:lnTo>
                    <a:pt x="635889" y="565880"/>
                  </a:lnTo>
                  <a:lnTo>
                    <a:pt x="635508" y="564928"/>
                  </a:lnTo>
                  <a:lnTo>
                    <a:pt x="635413" y="563785"/>
                  </a:lnTo>
                  <a:lnTo>
                    <a:pt x="635794" y="562356"/>
                  </a:lnTo>
                  <a:lnTo>
                    <a:pt x="636270" y="559594"/>
                  </a:lnTo>
                  <a:lnTo>
                    <a:pt x="636175" y="553879"/>
                  </a:lnTo>
                  <a:lnTo>
                    <a:pt x="635889" y="551783"/>
                  </a:lnTo>
                  <a:lnTo>
                    <a:pt x="635318" y="549878"/>
                  </a:lnTo>
                  <a:lnTo>
                    <a:pt x="633984" y="546735"/>
                  </a:lnTo>
                  <a:lnTo>
                    <a:pt x="633793" y="545306"/>
                  </a:lnTo>
                  <a:lnTo>
                    <a:pt x="633984" y="544163"/>
                  </a:lnTo>
                  <a:lnTo>
                    <a:pt x="634460" y="542830"/>
                  </a:lnTo>
                  <a:lnTo>
                    <a:pt x="634651" y="541877"/>
                  </a:lnTo>
                  <a:lnTo>
                    <a:pt x="635318" y="541115"/>
                  </a:lnTo>
                  <a:lnTo>
                    <a:pt x="637032" y="540544"/>
                  </a:lnTo>
                  <a:lnTo>
                    <a:pt x="640556" y="539972"/>
                  </a:lnTo>
                  <a:lnTo>
                    <a:pt x="653415" y="535305"/>
                  </a:lnTo>
                  <a:lnTo>
                    <a:pt x="654463" y="534352"/>
                  </a:lnTo>
                  <a:lnTo>
                    <a:pt x="654939" y="532733"/>
                  </a:lnTo>
                  <a:lnTo>
                    <a:pt x="654939" y="531209"/>
                  </a:lnTo>
                  <a:lnTo>
                    <a:pt x="655130" y="529780"/>
                  </a:lnTo>
                  <a:lnTo>
                    <a:pt x="655510" y="529018"/>
                  </a:lnTo>
                  <a:lnTo>
                    <a:pt x="655701" y="528638"/>
                  </a:lnTo>
                  <a:lnTo>
                    <a:pt x="655892" y="528542"/>
                  </a:lnTo>
                  <a:lnTo>
                    <a:pt x="657225" y="528161"/>
                  </a:lnTo>
                  <a:lnTo>
                    <a:pt x="660273" y="528161"/>
                  </a:lnTo>
                  <a:lnTo>
                    <a:pt x="660749" y="529304"/>
                  </a:lnTo>
                  <a:lnTo>
                    <a:pt x="662273" y="531209"/>
                  </a:lnTo>
                  <a:lnTo>
                    <a:pt x="663130" y="532352"/>
                  </a:lnTo>
                  <a:lnTo>
                    <a:pt x="663607" y="533781"/>
                  </a:lnTo>
                  <a:lnTo>
                    <a:pt x="663797" y="535210"/>
                  </a:lnTo>
                  <a:lnTo>
                    <a:pt x="663797" y="539401"/>
                  </a:lnTo>
                  <a:lnTo>
                    <a:pt x="663988" y="540639"/>
                  </a:lnTo>
                  <a:lnTo>
                    <a:pt x="664178" y="541592"/>
                  </a:lnTo>
                  <a:lnTo>
                    <a:pt x="664655" y="542163"/>
                  </a:lnTo>
                  <a:lnTo>
                    <a:pt x="665417" y="542258"/>
                  </a:lnTo>
                  <a:lnTo>
                    <a:pt x="670084" y="541687"/>
                  </a:lnTo>
                  <a:lnTo>
                    <a:pt x="674656" y="539972"/>
                  </a:lnTo>
                  <a:lnTo>
                    <a:pt x="680561" y="536448"/>
                  </a:lnTo>
                  <a:lnTo>
                    <a:pt x="682752" y="534162"/>
                  </a:lnTo>
                  <a:lnTo>
                    <a:pt x="684276" y="533209"/>
                  </a:lnTo>
                  <a:lnTo>
                    <a:pt x="684847" y="532924"/>
                  </a:lnTo>
                  <a:lnTo>
                    <a:pt x="686562" y="532543"/>
                  </a:lnTo>
                  <a:lnTo>
                    <a:pt x="687324" y="532543"/>
                  </a:lnTo>
                  <a:lnTo>
                    <a:pt x="701516" y="534448"/>
                  </a:lnTo>
                  <a:lnTo>
                    <a:pt x="702755" y="534924"/>
                  </a:lnTo>
                  <a:lnTo>
                    <a:pt x="704659" y="536638"/>
                  </a:lnTo>
                  <a:lnTo>
                    <a:pt x="705612" y="538163"/>
                  </a:lnTo>
                  <a:lnTo>
                    <a:pt x="705993" y="539305"/>
                  </a:lnTo>
                  <a:lnTo>
                    <a:pt x="706088" y="540448"/>
                  </a:lnTo>
                  <a:lnTo>
                    <a:pt x="706088" y="541306"/>
                  </a:lnTo>
                  <a:lnTo>
                    <a:pt x="706184" y="542163"/>
                  </a:lnTo>
                  <a:lnTo>
                    <a:pt x="706564" y="542830"/>
                  </a:lnTo>
                  <a:lnTo>
                    <a:pt x="707612" y="543306"/>
                  </a:lnTo>
                  <a:lnTo>
                    <a:pt x="708660" y="543401"/>
                  </a:lnTo>
                  <a:lnTo>
                    <a:pt x="710375" y="543115"/>
                  </a:lnTo>
                  <a:lnTo>
                    <a:pt x="715327" y="541687"/>
                  </a:lnTo>
                  <a:lnTo>
                    <a:pt x="716280" y="541687"/>
                  </a:lnTo>
                  <a:lnTo>
                    <a:pt x="717423" y="541877"/>
                  </a:lnTo>
                  <a:lnTo>
                    <a:pt x="718852" y="542449"/>
                  </a:lnTo>
                  <a:lnTo>
                    <a:pt x="720090" y="543115"/>
                  </a:lnTo>
                  <a:lnTo>
                    <a:pt x="721138" y="543973"/>
                  </a:lnTo>
                  <a:lnTo>
                    <a:pt x="730853" y="553307"/>
                  </a:lnTo>
                  <a:lnTo>
                    <a:pt x="736187" y="559689"/>
                  </a:lnTo>
                  <a:lnTo>
                    <a:pt x="736854" y="560642"/>
                  </a:lnTo>
                  <a:lnTo>
                    <a:pt x="737044" y="561499"/>
                  </a:lnTo>
                  <a:lnTo>
                    <a:pt x="736759" y="562261"/>
                  </a:lnTo>
                  <a:lnTo>
                    <a:pt x="736378" y="562642"/>
                  </a:lnTo>
                  <a:lnTo>
                    <a:pt x="735806" y="563023"/>
                  </a:lnTo>
                  <a:lnTo>
                    <a:pt x="735235" y="563594"/>
                  </a:lnTo>
                  <a:lnTo>
                    <a:pt x="734759" y="564356"/>
                  </a:lnTo>
                  <a:lnTo>
                    <a:pt x="734759" y="565404"/>
                  </a:lnTo>
                  <a:lnTo>
                    <a:pt x="735139" y="566166"/>
                  </a:lnTo>
                  <a:lnTo>
                    <a:pt x="735901" y="566833"/>
                  </a:lnTo>
                  <a:lnTo>
                    <a:pt x="736949" y="567404"/>
                  </a:lnTo>
                  <a:lnTo>
                    <a:pt x="737616" y="567880"/>
                  </a:lnTo>
                  <a:lnTo>
                    <a:pt x="738092" y="568833"/>
                  </a:lnTo>
                  <a:lnTo>
                    <a:pt x="739616" y="573500"/>
                  </a:lnTo>
                  <a:lnTo>
                    <a:pt x="740093" y="574453"/>
                  </a:lnTo>
                  <a:lnTo>
                    <a:pt x="740759" y="575310"/>
                  </a:lnTo>
                  <a:lnTo>
                    <a:pt x="742378" y="576358"/>
                  </a:lnTo>
                  <a:lnTo>
                    <a:pt x="742855" y="576739"/>
                  </a:lnTo>
                  <a:lnTo>
                    <a:pt x="743331" y="577501"/>
                  </a:lnTo>
                  <a:lnTo>
                    <a:pt x="744569" y="580168"/>
                  </a:lnTo>
                  <a:lnTo>
                    <a:pt x="744664" y="581120"/>
                  </a:lnTo>
                  <a:lnTo>
                    <a:pt x="744760" y="582644"/>
                  </a:lnTo>
                  <a:lnTo>
                    <a:pt x="745141" y="585597"/>
                  </a:lnTo>
                  <a:lnTo>
                    <a:pt x="745712" y="588169"/>
                  </a:lnTo>
                  <a:lnTo>
                    <a:pt x="746569" y="590074"/>
                  </a:lnTo>
                  <a:lnTo>
                    <a:pt x="746760" y="590740"/>
                  </a:lnTo>
                  <a:lnTo>
                    <a:pt x="746379" y="595313"/>
                  </a:lnTo>
                  <a:lnTo>
                    <a:pt x="746474" y="596360"/>
                  </a:lnTo>
                  <a:lnTo>
                    <a:pt x="746951" y="597408"/>
                  </a:lnTo>
                  <a:lnTo>
                    <a:pt x="748951" y="599884"/>
                  </a:lnTo>
                  <a:lnTo>
                    <a:pt x="749522" y="600932"/>
                  </a:lnTo>
                  <a:lnTo>
                    <a:pt x="751427" y="605409"/>
                  </a:lnTo>
                  <a:lnTo>
                    <a:pt x="752665" y="607409"/>
                  </a:lnTo>
                  <a:lnTo>
                    <a:pt x="754189" y="608933"/>
                  </a:lnTo>
                  <a:lnTo>
                    <a:pt x="757047" y="610838"/>
                  </a:lnTo>
                  <a:lnTo>
                    <a:pt x="767905" y="615696"/>
                  </a:lnTo>
                  <a:lnTo>
                    <a:pt x="771334" y="616648"/>
                  </a:lnTo>
                  <a:lnTo>
                    <a:pt x="772573" y="617220"/>
                  </a:lnTo>
                  <a:lnTo>
                    <a:pt x="780478" y="622459"/>
                  </a:lnTo>
                  <a:lnTo>
                    <a:pt x="782479" y="624173"/>
                  </a:lnTo>
                  <a:lnTo>
                    <a:pt x="783431" y="626078"/>
                  </a:lnTo>
                  <a:lnTo>
                    <a:pt x="784098" y="628269"/>
                  </a:lnTo>
                  <a:lnTo>
                    <a:pt x="785908" y="632746"/>
                  </a:lnTo>
                  <a:lnTo>
                    <a:pt x="786575" y="633793"/>
                  </a:lnTo>
                  <a:lnTo>
                    <a:pt x="787622" y="634746"/>
                  </a:lnTo>
                  <a:lnTo>
                    <a:pt x="788956" y="635318"/>
                  </a:lnTo>
                  <a:lnTo>
                    <a:pt x="790861" y="635413"/>
                  </a:lnTo>
                  <a:lnTo>
                    <a:pt x="792385" y="635413"/>
                  </a:lnTo>
                  <a:lnTo>
                    <a:pt x="793528" y="635698"/>
                  </a:lnTo>
                  <a:lnTo>
                    <a:pt x="795052" y="637222"/>
                  </a:lnTo>
                  <a:lnTo>
                    <a:pt x="796195" y="637984"/>
                  </a:lnTo>
                  <a:lnTo>
                    <a:pt x="798671" y="638842"/>
                  </a:lnTo>
                  <a:lnTo>
                    <a:pt x="805243" y="639604"/>
                  </a:lnTo>
                  <a:lnTo>
                    <a:pt x="806482" y="640080"/>
                  </a:lnTo>
                  <a:lnTo>
                    <a:pt x="807910" y="640937"/>
                  </a:lnTo>
                  <a:lnTo>
                    <a:pt x="811149" y="643414"/>
                  </a:lnTo>
                  <a:lnTo>
                    <a:pt x="812387" y="644080"/>
                  </a:lnTo>
                  <a:lnTo>
                    <a:pt x="815435" y="645128"/>
                  </a:lnTo>
                  <a:lnTo>
                    <a:pt x="816959" y="645985"/>
                  </a:lnTo>
                  <a:lnTo>
                    <a:pt x="820293" y="648272"/>
                  </a:lnTo>
                  <a:lnTo>
                    <a:pt x="821531" y="648462"/>
                  </a:lnTo>
                  <a:lnTo>
                    <a:pt x="822103" y="648176"/>
                  </a:lnTo>
                  <a:lnTo>
                    <a:pt x="822769" y="647033"/>
                  </a:lnTo>
                  <a:lnTo>
                    <a:pt x="825436" y="638556"/>
                  </a:lnTo>
                  <a:lnTo>
                    <a:pt x="825627" y="637318"/>
                  </a:lnTo>
                  <a:lnTo>
                    <a:pt x="825627" y="636080"/>
                  </a:lnTo>
                  <a:lnTo>
                    <a:pt x="825436" y="633698"/>
                  </a:lnTo>
                  <a:lnTo>
                    <a:pt x="825532" y="632460"/>
                  </a:lnTo>
                  <a:lnTo>
                    <a:pt x="826008" y="631508"/>
                  </a:lnTo>
                  <a:lnTo>
                    <a:pt x="826770" y="630746"/>
                  </a:lnTo>
                  <a:lnTo>
                    <a:pt x="827627" y="630269"/>
                  </a:lnTo>
                  <a:lnTo>
                    <a:pt x="829818" y="629698"/>
                  </a:lnTo>
                  <a:lnTo>
                    <a:pt x="830866" y="629126"/>
                  </a:lnTo>
                  <a:lnTo>
                    <a:pt x="831723" y="628174"/>
                  </a:lnTo>
                  <a:lnTo>
                    <a:pt x="832199" y="626935"/>
                  </a:lnTo>
                  <a:lnTo>
                    <a:pt x="832485" y="625793"/>
                  </a:lnTo>
                  <a:lnTo>
                    <a:pt x="832771" y="622935"/>
                  </a:lnTo>
                  <a:lnTo>
                    <a:pt x="832961" y="622078"/>
                  </a:lnTo>
                  <a:lnTo>
                    <a:pt x="833247" y="621411"/>
                  </a:lnTo>
                  <a:lnTo>
                    <a:pt x="833723" y="621316"/>
                  </a:lnTo>
                  <a:lnTo>
                    <a:pt x="834485" y="621697"/>
                  </a:lnTo>
                  <a:lnTo>
                    <a:pt x="835914" y="623697"/>
                  </a:lnTo>
                  <a:lnTo>
                    <a:pt x="836962" y="625602"/>
                  </a:lnTo>
                  <a:lnTo>
                    <a:pt x="837914" y="627126"/>
                  </a:lnTo>
                  <a:lnTo>
                    <a:pt x="839343" y="628555"/>
                  </a:lnTo>
                  <a:lnTo>
                    <a:pt x="840486" y="629317"/>
                  </a:lnTo>
                  <a:lnTo>
                    <a:pt x="841153" y="629698"/>
                  </a:lnTo>
                  <a:lnTo>
                    <a:pt x="841724" y="629793"/>
                  </a:lnTo>
                  <a:lnTo>
                    <a:pt x="842201" y="629793"/>
                  </a:lnTo>
                  <a:lnTo>
                    <a:pt x="845439" y="629126"/>
                  </a:lnTo>
                  <a:lnTo>
                    <a:pt x="846868" y="629317"/>
                  </a:lnTo>
                  <a:lnTo>
                    <a:pt x="848201" y="630174"/>
                  </a:lnTo>
                  <a:lnTo>
                    <a:pt x="851154" y="634936"/>
                  </a:lnTo>
                  <a:lnTo>
                    <a:pt x="855345" y="638461"/>
                  </a:lnTo>
                  <a:lnTo>
                    <a:pt x="856012" y="639318"/>
                  </a:lnTo>
                  <a:lnTo>
                    <a:pt x="856297" y="640366"/>
                  </a:lnTo>
                  <a:lnTo>
                    <a:pt x="857059" y="644652"/>
                  </a:lnTo>
                  <a:lnTo>
                    <a:pt x="857155" y="646081"/>
                  </a:lnTo>
                  <a:lnTo>
                    <a:pt x="857059" y="647700"/>
                  </a:lnTo>
                  <a:lnTo>
                    <a:pt x="856297" y="650367"/>
                  </a:lnTo>
                  <a:lnTo>
                    <a:pt x="855821" y="651319"/>
                  </a:lnTo>
                  <a:lnTo>
                    <a:pt x="854488" y="653605"/>
                  </a:lnTo>
                  <a:lnTo>
                    <a:pt x="854107" y="654463"/>
                  </a:lnTo>
                  <a:lnTo>
                    <a:pt x="853916" y="655225"/>
                  </a:lnTo>
                  <a:lnTo>
                    <a:pt x="854488" y="656368"/>
                  </a:lnTo>
                  <a:lnTo>
                    <a:pt x="855726" y="657415"/>
                  </a:lnTo>
                  <a:lnTo>
                    <a:pt x="858964" y="658463"/>
                  </a:lnTo>
                  <a:lnTo>
                    <a:pt x="861060" y="658654"/>
                  </a:lnTo>
                  <a:lnTo>
                    <a:pt x="862298" y="658463"/>
                  </a:lnTo>
                  <a:lnTo>
                    <a:pt x="862870" y="657606"/>
                  </a:lnTo>
                  <a:lnTo>
                    <a:pt x="863155" y="656463"/>
                  </a:lnTo>
                  <a:lnTo>
                    <a:pt x="863727" y="652463"/>
                  </a:lnTo>
                  <a:lnTo>
                    <a:pt x="864203" y="650843"/>
                  </a:lnTo>
                  <a:lnTo>
                    <a:pt x="864775" y="649986"/>
                  </a:lnTo>
                  <a:lnTo>
                    <a:pt x="865632" y="649510"/>
                  </a:lnTo>
                  <a:lnTo>
                    <a:pt x="866965" y="649034"/>
                  </a:lnTo>
                  <a:lnTo>
                    <a:pt x="869251" y="648843"/>
                  </a:lnTo>
                  <a:lnTo>
                    <a:pt x="872109" y="648938"/>
                  </a:lnTo>
                  <a:lnTo>
                    <a:pt x="873252" y="648652"/>
                  </a:lnTo>
                  <a:lnTo>
                    <a:pt x="874395" y="648176"/>
                  </a:lnTo>
                  <a:lnTo>
                    <a:pt x="875919" y="647129"/>
                  </a:lnTo>
                  <a:lnTo>
                    <a:pt x="876300" y="646938"/>
                  </a:lnTo>
                  <a:lnTo>
                    <a:pt x="879729" y="649986"/>
                  </a:lnTo>
                  <a:lnTo>
                    <a:pt x="880681" y="651034"/>
                  </a:lnTo>
                  <a:lnTo>
                    <a:pt x="881063" y="651891"/>
                  </a:lnTo>
                  <a:lnTo>
                    <a:pt x="883444" y="653986"/>
                  </a:lnTo>
                  <a:lnTo>
                    <a:pt x="884301" y="655415"/>
                  </a:lnTo>
                  <a:lnTo>
                    <a:pt x="884492" y="656654"/>
                  </a:lnTo>
                  <a:lnTo>
                    <a:pt x="884682" y="657892"/>
                  </a:lnTo>
                  <a:lnTo>
                    <a:pt x="885063" y="659225"/>
                  </a:lnTo>
                  <a:lnTo>
                    <a:pt x="885634" y="659987"/>
                  </a:lnTo>
                  <a:lnTo>
                    <a:pt x="886397" y="660463"/>
                  </a:lnTo>
                  <a:lnTo>
                    <a:pt x="887063" y="661035"/>
                  </a:lnTo>
                  <a:lnTo>
                    <a:pt x="887349" y="662083"/>
                  </a:lnTo>
                  <a:lnTo>
                    <a:pt x="887730" y="663130"/>
                  </a:lnTo>
                  <a:lnTo>
                    <a:pt x="888778" y="664083"/>
                  </a:lnTo>
                  <a:lnTo>
                    <a:pt x="889159" y="664845"/>
                  </a:lnTo>
                  <a:lnTo>
                    <a:pt x="889254" y="665321"/>
                  </a:lnTo>
                  <a:lnTo>
                    <a:pt x="888682" y="666750"/>
                  </a:lnTo>
                  <a:lnTo>
                    <a:pt x="888301" y="667417"/>
                  </a:lnTo>
                  <a:lnTo>
                    <a:pt x="887921" y="667798"/>
                  </a:lnTo>
                  <a:lnTo>
                    <a:pt x="887635" y="668179"/>
                  </a:lnTo>
                  <a:lnTo>
                    <a:pt x="884206" y="670560"/>
                  </a:lnTo>
                  <a:lnTo>
                    <a:pt x="883063" y="671513"/>
                  </a:lnTo>
                  <a:lnTo>
                    <a:pt x="882682" y="671989"/>
                  </a:lnTo>
                  <a:lnTo>
                    <a:pt x="882205" y="672751"/>
                  </a:lnTo>
                  <a:lnTo>
                    <a:pt x="881825" y="673798"/>
                  </a:lnTo>
                  <a:lnTo>
                    <a:pt x="881729" y="674656"/>
                  </a:lnTo>
                  <a:lnTo>
                    <a:pt x="881920" y="675608"/>
                  </a:lnTo>
                  <a:lnTo>
                    <a:pt x="883444" y="677704"/>
                  </a:lnTo>
                  <a:lnTo>
                    <a:pt x="886873" y="680466"/>
                  </a:lnTo>
                  <a:lnTo>
                    <a:pt x="887921" y="679037"/>
                  </a:lnTo>
                  <a:lnTo>
                    <a:pt x="891540" y="677132"/>
                  </a:lnTo>
                  <a:lnTo>
                    <a:pt x="892111" y="676656"/>
                  </a:lnTo>
                  <a:lnTo>
                    <a:pt x="892588" y="675989"/>
                  </a:lnTo>
                  <a:lnTo>
                    <a:pt x="894112" y="671227"/>
                  </a:lnTo>
                  <a:lnTo>
                    <a:pt x="895159" y="668846"/>
                  </a:lnTo>
                  <a:lnTo>
                    <a:pt x="895350" y="667702"/>
                  </a:lnTo>
                  <a:lnTo>
                    <a:pt x="895350" y="667512"/>
                  </a:lnTo>
                  <a:lnTo>
                    <a:pt x="895350" y="667417"/>
                  </a:lnTo>
                  <a:lnTo>
                    <a:pt x="895540" y="666083"/>
                  </a:lnTo>
                  <a:lnTo>
                    <a:pt x="895636" y="663797"/>
                  </a:lnTo>
                  <a:lnTo>
                    <a:pt x="895826" y="662464"/>
                  </a:lnTo>
                  <a:lnTo>
                    <a:pt x="896207" y="661416"/>
                  </a:lnTo>
                  <a:lnTo>
                    <a:pt x="896969" y="660273"/>
                  </a:lnTo>
                  <a:lnTo>
                    <a:pt x="898017" y="659225"/>
                  </a:lnTo>
                  <a:lnTo>
                    <a:pt x="898684" y="657892"/>
                  </a:lnTo>
                  <a:lnTo>
                    <a:pt x="898874" y="656939"/>
                  </a:lnTo>
                  <a:lnTo>
                    <a:pt x="898303" y="655320"/>
                  </a:lnTo>
                  <a:lnTo>
                    <a:pt x="898112" y="654653"/>
                  </a:lnTo>
                  <a:lnTo>
                    <a:pt x="898303" y="654082"/>
                  </a:lnTo>
                  <a:lnTo>
                    <a:pt x="899160" y="653701"/>
                  </a:lnTo>
                  <a:lnTo>
                    <a:pt x="900113" y="653796"/>
                  </a:lnTo>
                  <a:lnTo>
                    <a:pt x="903922" y="655225"/>
                  </a:lnTo>
                  <a:lnTo>
                    <a:pt x="911161" y="655892"/>
                  </a:lnTo>
                  <a:lnTo>
                    <a:pt x="912019" y="656177"/>
                  </a:lnTo>
                  <a:lnTo>
                    <a:pt x="913638" y="656749"/>
                  </a:lnTo>
                  <a:lnTo>
                    <a:pt x="914495" y="657320"/>
                  </a:lnTo>
                  <a:lnTo>
                    <a:pt x="915448" y="657987"/>
                  </a:lnTo>
                  <a:lnTo>
                    <a:pt x="915924" y="658559"/>
                  </a:lnTo>
                  <a:lnTo>
                    <a:pt x="916496" y="659035"/>
                  </a:lnTo>
                  <a:lnTo>
                    <a:pt x="917257" y="659321"/>
                  </a:lnTo>
                  <a:lnTo>
                    <a:pt x="918115" y="659416"/>
                  </a:lnTo>
                  <a:lnTo>
                    <a:pt x="918781" y="659321"/>
                  </a:lnTo>
                  <a:lnTo>
                    <a:pt x="919543" y="658939"/>
                  </a:lnTo>
                  <a:lnTo>
                    <a:pt x="920496" y="658559"/>
                  </a:lnTo>
                  <a:lnTo>
                    <a:pt x="923068" y="658273"/>
                  </a:lnTo>
                  <a:lnTo>
                    <a:pt x="924020" y="657892"/>
                  </a:lnTo>
                  <a:lnTo>
                    <a:pt x="924973" y="657320"/>
                  </a:lnTo>
                  <a:lnTo>
                    <a:pt x="928306" y="654748"/>
                  </a:lnTo>
                  <a:lnTo>
                    <a:pt x="929545" y="654272"/>
                  </a:lnTo>
                  <a:lnTo>
                    <a:pt x="930497" y="654177"/>
                  </a:lnTo>
                  <a:lnTo>
                    <a:pt x="931164" y="654463"/>
                  </a:lnTo>
                  <a:lnTo>
                    <a:pt x="932021" y="654939"/>
                  </a:lnTo>
                  <a:lnTo>
                    <a:pt x="933355" y="655510"/>
                  </a:lnTo>
                  <a:lnTo>
                    <a:pt x="933831" y="655510"/>
                  </a:lnTo>
                  <a:lnTo>
                    <a:pt x="934593" y="655510"/>
                  </a:lnTo>
                  <a:lnTo>
                    <a:pt x="935641" y="655320"/>
                  </a:lnTo>
                  <a:lnTo>
                    <a:pt x="936593" y="654844"/>
                  </a:lnTo>
                  <a:lnTo>
                    <a:pt x="938022" y="653605"/>
                  </a:lnTo>
                  <a:lnTo>
                    <a:pt x="939355" y="651605"/>
                  </a:lnTo>
                  <a:lnTo>
                    <a:pt x="941737" y="647033"/>
                  </a:lnTo>
                  <a:lnTo>
                    <a:pt x="943261" y="642271"/>
                  </a:lnTo>
                  <a:lnTo>
                    <a:pt x="943356" y="641223"/>
                  </a:lnTo>
                  <a:lnTo>
                    <a:pt x="943165" y="638937"/>
                  </a:lnTo>
                  <a:lnTo>
                    <a:pt x="942880" y="637508"/>
                  </a:lnTo>
                  <a:lnTo>
                    <a:pt x="942403" y="636365"/>
                  </a:lnTo>
                  <a:lnTo>
                    <a:pt x="941737" y="635508"/>
                  </a:lnTo>
                  <a:lnTo>
                    <a:pt x="940689" y="634651"/>
                  </a:lnTo>
                  <a:lnTo>
                    <a:pt x="936498" y="632365"/>
                  </a:lnTo>
                  <a:lnTo>
                    <a:pt x="936022" y="631888"/>
                  </a:lnTo>
                  <a:lnTo>
                    <a:pt x="935450" y="631222"/>
                  </a:lnTo>
                  <a:lnTo>
                    <a:pt x="934879" y="629888"/>
                  </a:lnTo>
                  <a:lnTo>
                    <a:pt x="934498" y="628364"/>
                  </a:lnTo>
                  <a:lnTo>
                    <a:pt x="934307" y="626745"/>
                  </a:lnTo>
                  <a:lnTo>
                    <a:pt x="934307" y="623888"/>
                  </a:lnTo>
                  <a:lnTo>
                    <a:pt x="934593" y="621887"/>
                  </a:lnTo>
                  <a:lnTo>
                    <a:pt x="935069" y="619697"/>
                  </a:lnTo>
                  <a:lnTo>
                    <a:pt x="937260" y="613219"/>
                  </a:lnTo>
                  <a:lnTo>
                    <a:pt x="937451" y="611886"/>
                  </a:lnTo>
                  <a:lnTo>
                    <a:pt x="938022" y="610743"/>
                  </a:lnTo>
                  <a:lnTo>
                    <a:pt x="939070" y="609505"/>
                  </a:lnTo>
                  <a:lnTo>
                    <a:pt x="941927" y="607885"/>
                  </a:lnTo>
                  <a:lnTo>
                    <a:pt x="943927" y="607028"/>
                  </a:lnTo>
                  <a:lnTo>
                    <a:pt x="948023" y="605790"/>
                  </a:lnTo>
                  <a:lnTo>
                    <a:pt x="950309" y="604838"/>
                  </a:lnTo>
                  <a:lnTo>
                    <a:pt x="951357" y="604838"/>
                  </a:lnTo>
                  <a:lnTo>
                    <a:pt x="952405" y="605504"/>
                  </a:lnTo>
                  <a:lnTo>
                    <a:pt x="953262" y="606552"/>
                  </a:lnTo>
                  <a:lnTo>
                    <a:pt x="954214" y="607123"/>
                  </a:lnTo>
                  <a:lnTo>
                    <a:pt x="955262" y="606647"/>
                  </a:lnTo>
                  <a:lnTo>
                    <a:pt x="956024" y="605028"/>
                  </a:lnTo>
                  <a:lnTo>
                    <a:pt x="956119" y="603694"/>
                  </a:lnTo>
                  <a:lnTo>
                    <a:pt x="956405" y="602647"/>
                  </a:lnTo>
                  <a:lnTo>
                    <a:pt x="957072" y="601980"/>
                  </a:lnTo>
                  <a:lnTo>
                    <a:pt x="958501" y="601599"/>
                  </a:lnTo>
                  <a:lnTo>
                    <a:pt x="959930" y="601694"/>
                  </a:lnTo>
                  <a:lnTo>
                    <a:pt x="961358" y="602075"/>
                  </a:lnTo>
                  <a:lnTo>
                    <a:pt x="962787" y="602742"/>
                  </a:lnTo>
                  <a:lnTo>
                    <a:pt x="966311" y="605409"/>
                  </a:lnTo>
                  <a:lnTo>
                    <a:pt x="968978" y="608362"/>
                  </a:lnTo>
                  <a:lnTo>
                    <a:pt x="971645" y="611791"/>
                  </a:lnTo>
                  <a:lnTo>
                    <a:pt x="973074" y="612934"/>
                  </a:lnTo>
                  <a:lnTo>
                    <a:pt x="974503" y="612934"/>
                  </a:lnTo>
                  <a:lnTo>
                    <a:pt x="975836" y="611886"/>
                  </a:lnTo>
                  <a:lnTo>
                    <a:pt x="979837" y="603790"/>
                  </a:lnTo>
                  <a:lnTo>
                    <a:pt x="981551" y="601218"/>
                  </a:lnTo>
                  <a:lnTo>
                    <a:pt x="982218" y="599884"/>
                  </a:lnTo>
                  <a:lnTo>
                    <a:pt x="982409" y="598646"/>
                  </a:lnTo>
                  <a:lnTo>
                    <a:pt x="982027" y="596932"/>
                  </a:lnTo>
                  <a:lnTo>
                    <a:pt x="981075" y="596075"/>
                  </a:lnTo>
                  <a:lnTo>
                    <a:pt x="978503" y="594741"/>
                  </a:lnTo>
                  <a:lnTo>
                    <a:pt x="977551" y="593598"/>
                  </a:lnTo>
                  <a:lnTo>
                    <a:pt x="977075" y="592264"/>
                  </a:lnTo>
                  <a:lnTo>
                    <a:pt x="977170" y="590836"/>
                  </a:lnTo>
                  <a:lnTo>
                    <a:pt x="977836" y="587693"/>
                  </a:lnTo>
                  <a:lnTo>
                    <a:pt x="978598" y="585597"/>
                  </a:lnTo>
                  <a:lnTo>
                    <a:pt x="979551" y="584073"/>
                  </a:lnTo>
                  <a:lnTo>
                    <a:pt x="981265" y="582644"/>
                  </a:lnTo>
                  <a:lnTo>
                    <a:pt x="984123" y="581120"/>
                  </a:lnTo>
                  <a:lnTo>
                    <a:pt x="985552" y="579215"/>
                  </a:lnTo>
                  <a:lnTo>
                    <a:pt x="986504" y="573596"/>
                  </a:lnTo>
                  <a:lnTo>
                    <a:pt x="984599" y="573691"/>
                  </a:lnTo>
                  <a:lnTo>
                    <a:pt x="984028" y="573881"/>
                  </a:lnTo>
                  <a:lnTo>
                    <a:pt x="983456" y="574167"/>
                  </a:lnTo>
                  <a:lnTo>
                    <a:pt x="982980" y="574643"/>
                  </a:lnTo>
                  <a:lnTo>
                    <a:pt x="982123" y="575596"/>
                  </a:lnTo>
                  <a:lnTo>
                    <a:pt x="981742" y="575881"/>
                  </a:lnTo>
                  <a:lnTo>
                    <a:pt x="980884" y="576072"/>
                  </a:lnTo>
                  <a:lnTo>
                    <a:pt x="975455" y="576072"/>
                  </a:lnTo>
                  <a:lnTo>
                    <a:pt x="974122" y="575786"/>
                  </a:lnTo>
                  <a:lnTo>
                    <a:pt x="973360" y="575310"/>
                  </a:lnTo>
                  <a:lnTo>
                    <a:pt x="972026" y="568833"/>
                  </a:lnTo>
                  <a:lnTo>
                    <a:pt x="970502" y="564071"/>
                  </a:lnTo>
                  <a:lnTo>
                    <a:pt x="969455" y="561975"/>
                  </a:lnTo>
                  <a:lnTo>
                    <a:pt x="968121" y="559689"/>
                  </a:lnTo>
                  <a:lnTo>
                    <a:pt x="966406" y="557975"/>
                  </a:lnTo>
                  <a:lnTo>
                    <a:pt x="965644" y="557117"/>
                  </a:lnTo>
                  <a:lnTo>
                    <a:pt x="964978" y="556927"/>
                  </a:lnTo>
                  <a:lnTo>
                    <a:pt x="963930" y="556927"/>
                  </a:lnTo>
                  <a:lnTo>
                    <a:pt x="963073" y="557308"/>
                  </a:lnTo>
                  <a:lnTo>
                    <a:pt x="961358" y="558546"/>
                  </a:lnTo>
                  <a:lnTo>
                    <a:pt x="960692" y="558927"/>
                  </a:lnTo>
                  <a:lnTo>
                    <a:pt x="960120" y="559308"/>
                  </a:lnTo>
                  <a:lnTo>
                    <a:pt x="959834" y="559403"/>
                  </a:lnTo>
                  <a:lnTo>
                    <a:pt x="957739" y="561689"/>
                  </a:lnTo>
                  <a:lnTo>
                    <a:pt x="956977" y="562261"/>
                  </a:lnTo>
                  <a:lnTo>
                    <a:pt x="956310" y="562642"/>
                  </a:lnTo>
                  <a:lnTo>
                    <a:pt x="955453" y="562927"/>
                  </a:lnTo>
                  <a:lnTo>
                    <a:pt x="954500" y="563118"/>
                  </a:lnTo>
                  <a:lnTo>
                    <a:pt x="952309" y="563404"/>
                  </a:lnTo>
                  <a:lnTo>
                    <a:pt x="949928" y="563213"/>
                  </a:lnTo>
                  <a:lnTo>
                    <a:pt x="947642" y="562451"/>
                  </a:lnTo>
                  <a:lnTo>
                    <a:pt x="943832" y="560356"/>
                  </a:lnTo>
                  <a:lnTo>
                    <a:pt x="942594" y="559880"/>
                  </a:lnTo>
                  <a:lnTo>
                    <a:pt x="941546" y="559784"/>
                  </a:lnTo>
                  <a:lnTo>
                    <a:pt x="940689" y="560165"/>
                  </a:lnTo>
                  <a:lnTo>
                    <a:pt x="938975" y="561689"/>
                  </a:lnTo>
                  <a:lnTo>
                    <a:pt x="937927" y="561784"/>
                  </a:lnTo>
                  <a:lnTo>
                    <a:pt x="937165" y="560832"/>
                  </a:lnTo>
                  <a:lnTo>
                    <a:pt x="936974" y="558355"/>
                  </a:lnTo>
                  <a:lnTo>
                    <a:pt x="937546" y="554069"/>
                  </a:lnTo>
                  <a:lnTo>
                    <a:pt x="937546" y="552069"/>
                  </a:lnTo>
                  <a:lnTo>
                    <a:pt x="937355" y="549973"/>
                  </a:lnTo>
                  <a:lnTo>
                    <a:pt x="936688" y="547306"/>
                  </a:lnTo>
                  <a:lnTo>
                    <a:pt x="935355" y="544163"/>
                  </a:lnTo>
                  <a:lnTo>
                    <a:pt x="934688" y="542925"/>
                  </a:lnTo>
                  <a:lnTo>
                    <a:pt x="933259" y="541877"/>
                  </a:lnTo>
                  <a:lnTo>
                    <a:pt x="932593" y="541782"/>
                  </a:lnTo>
                  <a:lnTo>
                    <a:pt x="930307" y="541877"/>
                  </a:lnTo>
                  <a:lnTo>
                    <a:pt x="929450" y="541687"/>
                  </a:lnTo>
                  <a:lnTo>
                    <a:pt x="927830" y="540544"/>
                  </a:lnTo>
                  <a:lnTo>
                    <a:pt x="927163" y="540448"/>
                  </a:lnTo>
                  <a:lnTo>
                    <a:pt x="926878" y="540448"/>
                  </a:lnTo>
                  <a:lnTo>
                    <a:pt x="926306" y="540258"/>
                  </a:lnTo>
                  <a:lnTo>
                    <a:pt x="925449" y="540163"/>
                  </a:lnTo>
                  <a:lnTo>
                    <a:pt x="925068" y="539972"/>
                  </a:lnTo>
                  <a:lnTo>
                    <a:pt x="922306" y="537686"/>
                  </a:lnTo>
                  <a:lnTo>
                    <a:pt x="920210" y="535400"/>
                  </a:lnTo>
                  <a:lnTo>
                    <a:pt x="918401" y="532067"/>
                  </a:lnTo>
                  <a:lnTo>
                    <a:pt x="915829" y="525780"/>
                  </a:lnTo>
                  <a:lnTo>
                    <a:pt x="912495" y="520255"/>
                  </a:lnTo>
                  <a:lnTo>
                    <a:pt x="907732" y="513779"/>
                  </a:lnTo>
                  <a:lnTo>
                    <a:pt x="907066" y="511873"/>
                  </a:lnTo>
                  <a:lnTo>
                    <a:pt x="906780" y="510254"/>
                  </a:lnTo>
                  <a:lnTo>
                    <a:pt x="906875" y="508825"/>
                  </a:lnTo>
                  <a:lnTo>
                    <a:pt x="908494" y="503396"/>
                  </a:lnTo>
                  <a:lnTo>
                    <a:pt x="908876" y="501872"/>
                  </a:lnTo>
                  <a:lnTo>
                    <a:pt x="909638" y="500348"/>
                  </a:lnTo>
                  <a:lnTo>
                    <a:pt x="910685" y="498824"/>
                  </a:lnTo>
                  <a:lnTo>
                    <a:pt x="914209" y="495871"/>
                  </a:lnTo>
                  <a:lnTo>
                    <a:pt x="916400" y="493109"/>
                  </a:lnTo>
                  <a:lnTo>
                    <a:pt x="919163" y="491490"/>
                  </a:lnTo>
                  <a:lnTo>
                    <a:pt x="921258" y="492157"/>
                  </a:lnTo>
                  <a:lnTo>
                    <a:pt x="927163" y="496062"/>
                  </a:lnTo>
                  <a:lnTo>
                    <a:pt x="929164" y="496919"/>
                  </a:lnTo>
                  <a:lnTo>
                    <a:pt x="931069" y="497396"/>
                  </a:lnTo>
                  <a:lnTo>
                    <a:pt x="936879" y="497967"/>
                  </a:lnTo>
                  <a:lnTo>
                    <a:pt x="938498" y="498538"/>
                  </a:lnTo>
                  <a:lnTo>
                    <a:pt x="939927" y="499205"/>
                  </a:lnTo>
                  <a:lnTo>
                    <a:pt x="941070" y="499586"/>
                  </a:lnTo>
                  <a:lnTo>
                    <a:pt x="942403" y="499872"/>
                  </a:lnTo>
                  <a:lnTo>
                    <a:pt x="943070" y="499681"/>
                  </a:lnTo>
                  <a:lnTo>
                    <a:pt x="943737" y="499777"/>
                  </a:lnTo>
                  <a:lnTo>
                    <a:pt x="944785" y="499777"/>
                  </a:lnTo>
                  <a:lnTo>
                    <a:pt x="945642" y="500063"/>
                  </a:lnTo>
                  <a:lnTo>
                    <a:pt x="946690" y="501396"/>
                  </a:lnTo>
                  <a:lnTo>
                    <a:pt x="947261" y="501682"/>
                  </a:lnTo>
                  <a:lnTo>
                    <a:pt x="948309" y="501872"/>
                  </a:lnTo>
                  <a:lnTo>
                    <a:pt x="948976" y="502444"/>
                  </a:lnTo>
                  <a:lnTo>
                    <a:pt x="949547" y="503206"/>
                  </a:lnTo>
                  <a:lnTo>
                    <a:pt x="950214" y="503682"/>
                  </a:lnTo>
                  <a:lnTo>
                    <a:pt x="951071" y="503968"/>
                  </a:lnTo>
                  <a:lnTo>
                    <a:pt x="953548" y="504349"/>
                  </a:lnTo>
                  <a:lnTo>
                    <a:pt x="958405" y="506159"/>
                  </a:lnTo>
                  <a:lnTo>
                    <a:pt x="961453" y="506539"/>
                  </a:lnTo>
                  <a:lnTo>
                    <a:pt x="962120" y="506921"/>
                  </a:lnTo>
                  <a:lnTo>
                    <a:pt x="962787" y="507301"/>
                  </a:lnTo>
                  <a:lnTo>
                    <a:pt x="963454" y="507683"/>
                  </a:lnTo>
                  <a:lnTo>
                    <a:pt x="964025" y="507683"/>
                  </a:lnTo>
                  <a:lnTo>
                    <a:pt x="965644" y="507587"/>
                  </a:lnTo>
                  <a:lnTo>
                    <a:pt x="966692" y="507683"/>
                  </a:lnTo>
                  <a:lnTo>
                    <a:pt x="969931" y="508635"/>
                  </a:lnTo>
                  <a:lnTo>
                    <a:pt x="973264" y="510254"/>
                  </a:lnTo>
                  <a:lnTo>
                    <a:pt x="973550" y="511492"/>
                  </a:lnTo>
                  <a:lnTo>
                    <a:pt x="974122" y="512159"/>
                  </a:lnTo>
                  <a:lnTo>
                    <a:pt x="974788" y="512731"/>
                  </a:lnTo>
                  <a:lnTo>
                    <a:pt x="975455" y="513588"/>
                  </a:lnTo>
                  <a:lnTo>
                    <a:pt x="975169" y="514731"/>
                  </a:lnTo>
                  <a:lnTo>
                    <a:pt x="976027" y="515588"/>
                  </a:lnTo>
                  <a:lnTo>
                    <a:pt x="978789" y="516922"/>
                  </a:lnTo>
                  <a:lnTo>
                    <a:pt x="980884" y="517493"/>
                  </a:lnTo>
                  <a:lnTo>
                    <a:pt x="981361" y="517969"/>
                  </a:lnTo>
                  <a:lnTo>
                    <a:pt x="981456" y="518446"/>
                  </a:lnTo>
                  <a:lnTo>
                    <a:pt x="981837" y="518731"/>
                  </a:lnTo>
                  <a:lnTo>
                    <a:pt x="982599" y="518160"/>
                  </a:lnTo>
                  <a:lnTo>
                    <a:pt x="983266" y="520065"/>
                  </a:lnTo>
                  <a:lnTo>
                    <a:pt x="985076" y="521684"/>
                  </a:lnTo>
                  <a:lnTo>
                    <a:pt x="986695" y="522160"/>
                  </a:lnTo>
                  <a:lnTo>
                    <a:pt x="987361" y="521589"/>
                  </a:lnTo>
                  <a:lnTo>
                    <a:pt x="988505" y="520446"/>
                  </a:lnTo>
                  <a:lnTo>
                    <a:pt x="990124" y="519208"/>
                  </a:lnTo>
                  <a:lnTo>
                    <a:pt x="991076" y="518350"/>
                  </a:lnTo>
                  <a:lnTo>
                    <a:pt x="992124" y="516922"/>
                  </a:lnTo>
                  <a:lnTo>
                    <a:pt x="992696" y="515969"/>
                  </a:lnTo>
                  <a:lnTo>
                    <a:pt x="993267" y="515017"/>
                  </a:lnTo>
                  <a:lnTo>
                    <a:pt x="994029" y="514445"/>
                  </a:lnTo>
                  <a:lnTo>
                    <a:pt x="995267" y="514636"/>
                  </a:lnTo>
                  <a:lnTo>
                    <a:pt x="998696" y="515969"/>
                  </a:lnTo>
                  <a:lnTo>
                    <a:pt x="1000125" y="515874"/>
                  </a:lnTo>
                  <a:lnTo>
                    <a:pt x="1001173" y="515112"/>
                  </a:lnTo>
                  <a:lnTo>
                    <a:pt x="1001554" y="514159"/>
                  </a:lnTo>
                  <a:lnTo>
                    <a:pt x="1001744" y="513112"/>
                  </a:lnTo>
                  <a:lnTo>
                    <a:pt x="1002125" y="512255"/>
                  </a:lnTo>
                  <a:lnTo>
                    <a:pt x="1002887" y="511778"/>
                  </a:lnTo>
                  <a:lnTo>
                    <a:pt x="1004221" y="511969"/>
                  </a:lnTo>
                  <a:lnTo>
                    <a:pt x="1005268" y="511588"/>
                  </a:lnTo>
                  <a:lnTo>
                    <a:pt x="1005935" y="510730"/>
                  </a:lnTo>
                  <a:lnTo>
                    <a:pt x="1006030" y="509683"/>
                  </a:lnTo>
                  <a:lnTo>
                    <a:pt x="1005840" y="508635"/>
                  </a:lnTo>
                  <a:lnTo>
                    <a:pt x="1005840" y="507587"/>
                  </a:lnTo>
                  <a:lnTo>
                    <a:pt x="1006507" y="506730"/>
                  </a:lnTo>
                  <a:lnTo>
                    <a:pt x="1008221" y="506254"/>
                  </a:lnTo>
                  <a:lnTo>
                    <a:pt x="1009364" y="505777"/>
                  </a:lnTo>
                  <a:lnTo>
                    <a:pt x="1009936" y="505015"/>
                  </a:lnTo>
                  <a:lnTo>
                    <a:pt x="1010412" y="503015"/>
                  </a:lnTo>
                  <a:lnTo>
                    <a:pt x="1011269" y="502063"/>
                  </a:lnTo>
                  <a:lnTo>
                    <a:pt x="1012793" y="501491"/>
                  </a:lnTo>
                  <a:lnTo>
                    <a:pt x="1015365" y="501586"/>
                  </a:lnTo>
                  <a:lnTo>
                    <a:pt x="1016603" y="501205"/>
                  </a:lnTo>
                  <a:lnTo>
                    <a:pt x="1017270" y="500348"/>
                  </a:lnTo>
                  <a:lnTo>
                    <a:pt x="1017842" y="497681"/>
                  </a:lnTo>
                  <a:lnTo>
                    <a:pt x="1018413" y="496538"/>
                  </a:lnTo>
                  <a:lnTo>
                    <a:pt x="1019080" y="495967"/>
                  </a:lnTo>
                  <a:lnTo>
                    <a:pt x="1020604" y="495300"/>
                  </a:lnTo>
                  <a:lnTo>
                    <a:pt x="1021271" y="494824"/>
                  </a:lnTo>
                  <a:lnTo>
                    <a:pt x="1021461" y="494347"/>
                  </a:lnTo>
                  <a:lnTo>
                    <a:pt x="1021556" y="493585"/>
                  </a:lnTo>
                  <a:lnTo>
                    <a:pt x="1021461" y="492728"/>
                  </a:lnTo>
                  <a:lnTo>
                    <a:pt x="1021175" y="491776"/>
                  </a:lnTo>
                  <a:lnTo>
                    <a:pt x="1020889" y="490823"/>
                  </a:lnTo>
                  <a:lnTo>
                    <a:pt x="1018603" y="487109"/>
                  </a:lnTo>
                  <a:lnTo>
                    <a:pt x="1017270" y="484156"/>
                  </a:lnTo>
                  <a:lnTo>
                    <a:pt x="1016889" y="483013"/>
                  </a:lnTo>
                  <a:lnTo>
                    <a:pt x="1016698" y="482155"/>
                  </a:lnTo>
                  <a:lnTo>
                    <a:pt x="1016508" y="481393"/>
                  </a:lnTo>
                  <a:lnTo>
                    <a:pt x="1016318" y="481013"/>
                  </a:lnTo>
                  <a:lnTo>
                    <a:pt x="1015936" y="480536"/>
                  </a:lnTo>
                  <a:lnTo>
                    <a:pt x="1012603" y="478250"/>
                  </a:lnTo>
                  <a:lnTo>
                    <a:pt x="1010031" y="477012"/>
                  </a:lnTo>
                  <a:lnTo>
                    <a:pt x="1009269" y="476821"/>
                  </a:lnTo>
                  <a:lnTo>
                    <a:pt x="1008507" y="476726"/>
                  </a:lnTo>
                  <a:lnTo>
                    <a:pt x="1005364" y="477012"/>
                  </a:lnTo>
                  <a:lnTo>
                    <a:pt x="1004602" y="476917"/>
                  </a:lnTo>
                  <a:lnTo>
                    <a:pt x="1004030" y="476726"/>
                  </a:lnTo>
                  <a:lnTo>
                    <a:pt x="1003078" y="476345"/>
                  </a:lnTo>
                  <a:lnTo>
                    <a:pt x="1002030" y="475679"/>
                  </a:lnTo>
                  <a:lnTo>
                    <a:pt x="1000982" y="474917"/>
                  </a:lnTo>
                  <a:lnTo>
                    <a:pt x="1000030" y="473869"/>
                  </a:lnTo>
                  <a:lnTo>
                    <a:pt x="999363" y="472726"/>
                  </a:lnTo>
                  <a:lnTo>
                    <a:pt x="998792" y="471678"/>
                  </a:lnTo>
                  <a:lnTo>
                    <a:pt x="998601" y="471011"/>
                  </a:lnTo>
                  <a:lnTo>
                    <a:pt x="998410" y="469773"/>
                  </a:lnTo>
                  <a:lnTo>
                    <a:pt x="998220" y="466820"/>
                  </a:lnTo>
                  <a:lnTo>
                    <a:pt x="997934" y="465772"/>
                  </a:lnTo>
                  <a:lnTo>
                    <a:pt x="997363" y="464915"/>
                  </a:lnTo>
                  <a:lnTo>
                    <a:pt x="996315" y="464534"/>
                  </a:lnTo>
                  <a:lnTo>
                    <a:pt x="995553" y="464820"/>
                  </a:lnTo>
                  <a:lnTo>
                    <a:pt x="994886" y="465296"/>
                  </a:lnTo>
                  <a:lnTo>
                    <a:pt x="992600" y="467677"/>
                  </a:lnTo>
                  <a:lnTo>
                    <a:pt x="991743" y="468249"/>
                  </a:lnTo>
                  <a:lnTo>
                    <a:pt x="990790" y="468535"/>
                  </a:lnTo>
                  <a:lnTo>
                    <a:pt x="989743" y="468535"/>
                  </a:lnTo>
                  <a:lnTo>
                    <a:pt x="988695" y="468249"/>
                  </a:lnTo>
                  <a:lnTo>
                    <a:pt x="987743" y="467773"/>
                  </a:lnTo>
                  <a:lnTo>
                    <a:pt x="986885" y="466915"/>
                  </a:lnTo>
                  <a:lnTo>
                    <a:pt x="986123" y="466058"/>
                  </a:lnTo>
                  <a:lnTo>
                    <a:pt x="985361" y="465010"/>
                  </a:lnTo>
                  <a:lnTo>
                    <a:pt x="984885" y="464058"/>
                  </a:lnTo>
                  <a:lnTo>
                    <a:pt x="984504" y="463105"/>
                  </a:lnTo>
                  <a:lnTo>
                    <a:pt x="984409" y="461867"/>
                  </a:lnTo>
                  <a:lnTo>
                    <a:pt x="984694" y="460819"/>
                  </a:lnTo>
                  <a:lnTo>
                    <a:pt x="985456" y="459772"/>
                  </a:lnTo>
                  <a:lnTo>
                    <a:pt x="986409" y="459200"/>
                  </a:lnTo>
                  <a:lnTo>
                    <a:pt x="988695" y="458534"/>
                  </a:lnTo>
                  <a:lnTo>
                    <a:pt x="989838" y="457867"/>
                  </a:lnTo>
                  <a:lnTo>
                    <a:pt x="990695" y="457105"/>
                  </a:lnTo>
                  <a:lnTo>
                    <a:pt x="991934" y="455295"/>
                  </a:lnTo>
                  <a:lnTo>
                    <a:pt x="992410" y="455105"/>
                  </a:lnTo>
                  <a:lnTo>
                    <a:pt x="994410" y="456343"/>
                  </a:lnTo>
                  <a:lnTo>
                    <a:pt x="995934" y="456247"/>
                  </a:lnTo>
                  <a:lnTo>
                    <a:pt x="996791" y="455771"/>
                  </a:lnTo>
                  <a:lnTo>
                    <a:pt x="997553" y="454914"/>
                  </a:lnTo>
                  <a:lnTo>
                    <a:pt x="997934" y="453866"/>
                  </a:lnTo>
                  <a:lnTo>
                    <a:pt x="998125" y="452723"/>
                  </a:lnTo>
                  <a:lnTo>
                    <a:pt x="998220" y="451771"/>
                  </a:lnTo>
                  <a:lnTo>
                    <a:pt x="998125" y="450723"/>
                  </a:lnTo>
                  <a:lnTo>
                    <a:pt x="997934" y="449580"/>
                  </a:lnTo>
                  <a:lnTo>
                    <a:pt x="997553" y="448437"/>
                  </a:lnTo>
                  <a:lnTo>
                    <a:pt x="997268" y="447199"/>
                  </a:lnTo>
                  <a:lnTo>
                    <a:pt x="997744" y="445580"/>
                  </a:lnTo>
                  <a:lnTo>
                    <a:pt x="998887" y="443865"/>
                  </a:lnTo>
                  <a:lnTo>
                    <a:pt x="1003363" y="440150"/>
                  </a:lnTo>
                  <a:lnTo>
                    <a:pt x="1004126" y="439388"/>
                  </a:lnTo>
                  <a:lnTo>
                    <a:pt x="1004506" y="438436"/>
                  </a:lnTo>
                  <a:lnTo>
                    <a:pt x="1004983" y="437674"/>
                  </a:lnTo>
                  <a:lnTo>
                    <a:pt x="1005745" y="437388"/>
                  </a:lnTo>
                  <a:lnTo>
                    <a:pt x="1007745" y="437293"/>
                  </a:lnTo>
                  <a:lnTo>
                    <a:pt x="1009078" y="437007"/>
                  </a:lnTo>
                  <a:lnTo>
                    <a:pt x="1011079" y="436245"/>
                  </a:lnTo>
                  <a:lnTo>
                    <a:pt x="1012317" y="435388"/>
                  </a:lnTo>
                  <a:lnTo>
                    <a:pt x="1013365" y="434340"/>
                  </a:lnTo>
                  <a:lnTo>
                    <a:pt x="1015746" y="431578"/>
                  </a:lnTo>
                  <a:lnTo>
                    <a:pt x="1019842" y="428434"/>
                  </a:lnTo>
                  <a:lnTo>
                    <a:pt x="1021271" y="427768"/>
                  </a:lnTo>
                  <a:lnTo>
                    <a:pt x="1024033" y="427292"/>
                  </a:lnTo>
                  <a:lnTo>
                    <a:pt x="1025652" y="426625"/>
                  </a:lnTo>
                  <a:lnTo>
                    <a:pt x="1026509" y="425291"/>
                  </a:lnTo>
                  <a:lnTo>
                    <a:pt x="1027938" y="421862"/>
                  </a:lnTo>
                  <a:lnTo>
                    <a:pt x="1029938" y="418719"/>
                  </a:lnTo>
                  <a:lnTo>
                    <a:pt x="1031176" y="417195"/>
                  </a:lnTo>
                  <a:lnTo>
                    <a:pt x="1034225" y="415195"/>
                  </a:lnTo>
                  <a:lnTo>
                    <a:pt x="1034605" y="413956"/>
                  </a:lnTo>
                  <a:lnTo>
                    <a:pt x="1034320" y="412242"/>
                  </a:lnTo>
                  <a:lnTo>
                    <a:pt x="1033177" y="410813"/>
                  </a:lnTo>
                  <a:lnTo>
                    <a:pt x="1030986" y="408718"/>
                  </a:lnTo>
                  <a:lnTo>
                    <a:pt x="1030414" y="407575"/>
                  </a:lnTo>
                  <a:lnTo>
                    <a:pt x="1030129" y="406336"/>
                  </a:lnTo>
                  <a:lnTo>
                    <a:pt x="1029652" y="405384"/>
                  </a:lnTo>
                  <a:lnTo>
                    <a:pt x="1028986" y="404908"/>
                  </a:lnTo>
                  <a:lnTo>
                    <a:pt x="1027843" y="404813"/>
                  </a:lnTo>
                  <a:lnTo>
                    <a:pt x="1026605" y="405003"/>
                  </a:lnTo>
                  <a:lnTo>
                    <a:pt x="1025461" y="404813"/>
                  </a:lnTo>
                  <a:lnTo>
                    <a:pt x="1025080" y="403860"/>
                  </a:lnTo>
                  <a:lnTo>
                    <a:pt x="1025461" y="402241"/>
                  </a:lnTo>
                  <a:lnTo>
                    <a:pt x="1027271" y="399669"/>
                  </a:lnTo>
                  <a:lnTo>
                    <a:pt x="1028224" y="397955"/>
                  </a:lnTo>
                  <a:lnTo>
                    <a:pt x="1028509" y="396430"/>
                  </a:lnTo>
                  <a:lnTo>
                    <a:pt x="1027652" y="393954"/>
                  </a:lnTo>
                  <a:lnTo>
                    <a:pt x="1027367" y="392430"/>
                  </a:lnTo>
                  <a:lnTo>
                    <a:pt x="1028128" y="391096"/>
                  </a:lnTo>
                  <a:lnTo>
                    <a:pt x="1029462" y="390430"/>
                  </a:lnTo>
                  <a:lnTo>
                    <a:pt x="1031272" y="390144"/>
                  </a:lnTo>
                  <a:lnTo>
                    <a:pt x="1034986" y="390334"/>
                  </a:lnTo>
                  <a:lnTo>
                    <a:pt x="1036892" y="390144"/>
                  </a:lnTo>
                  <a:lnTo>
                    <a:pt x="1038320" y="389668"/>
                  </a:lnTo>
                  <a:lnTo>
                    <a:pt x="1040511" y="387382"/>
                  </a:lnTo>
                  <a:lnTo>
                    <a:pt x="1042702" y="383286"/>
                  </a:lnTo>
                  <a:lnTo>
                    <a:pt x="1043464" y="382334"/>
                  </a:lnTo>
                  <a:lnTo>
                    <a:pt x="1044797" y="381095"/>
                  </a:lnTo>
                  <a:lnTo>
                    <a:pt x="1045750" y="380429"/>
                  </a:lnTo>
                  <a:lnTo>
                    <a:pt x="1047083" y="379857"/>
                  </a:lnTo>
                  <a:lnTo>
                    <a:pt x="1048702" y="379667"/>
                  </a:lnTo>
                  <a:lnTo>
                    <a:pt x="1050417" y="379857"/>
                  </a:lnTo>
                  <a:lnTo>
                    <a:pt x="1055751" y="381571"/>
                  </a:lnTo>
                  <a:lnTo>
                    <a:pt x="1059180" y="381952"/>
                  </a:lnTo>
                  <a:lnTo>
                    <a:pt x="1060418" y="381000"/>
                  </a:lnTo>
                  <a:lnTo>
                    <a:pt x="1061847" y="376904"/>
                  </a:lnTo>
                  <a:lnTo>
                    <a:pt x="1062038" y="374713"/>
                  </a:lnTo>
                  <a:lnTo>
                    <a:pt x="1061942" y="371761"/>
                  </a:lnTo>
                  <a:lnTo>
                    <a:pt x="1061180" y="367475"/>
                  </a:lnTo>
                  <a:lnTo>
                    <a:pt x="1059466" y="362712"/>
                  </a:lnTo>
                  <a:lnTo>
                    <a:pt x="1058894" y="360521"/>
                  </a:lnTo>
                  <a:lnTo>
                    <a:pt x="1058609" y="358235"/>
                  </a:lnTo>
                  <a:lnTo>
                    <a:pt x="1059847" y="351282"/>
                  </a:lnTo>
                  <a:lnTo>
                    <a:pt x="1060228" y="350139"/>
                  </a:lnTo>
                  <a:lnTo>
                    <a:pt x="1060609" y="350139"/>
                  </a:lnTo>
                  <a:lnTo>
                    <a:pt x="1061561" y="350330"/>
                  </a:lnTo>
                  <a:lnTo>
                    <a:pt x="1062323" y="350710"/>
                  </a:lnTo>
                  <a:lnTo>
                    <a:pt x="1063085" y="350996"/>
                  </a:lnTo>
                  <a:lnTo>
                    <a:pt x="1064228" y="350806"/>
                  </a:lnTo>
                  <a:lnTo>
                    <a:pt x="1064990" y="350330"/>
                  </a:lnTo>
                  <a:lnTo>
                    <a:pt x="1067181" y="348139"/>
                  </a:lnTo>
                  <a:lnTo>
                    <a:pt x="1071181" y="348043"/>
                  </a:lnTo>
                  <a:lnTo>
                    <a:pt x="1072896" y="348425"/>
                  </a:lnTo>
                  <a:lnTo>
                    <a:pt x="1074039" y="349472"/>
                  </a:lnTo>
                  <a:lnTo>
                    <a:pt x="1076230" y="349091"/>
                  </a:lnTo>
                  <a:lnTo>
                    <a:pt x="1082326" y="350710"/>
                  </a:lnTo>
                  <a:lnTo>
                    <a:pt x="1082611" y="350044"/>
                  </a:lnTo>
                  <a:lnTo>
                    <a:pt x="1082802" y="349377"/>
                  </a:lnTo>
                  <a:lnTo>
                    <a:pt x="1082802" y="348520"/>
                  </a:lnTo>
                  <a:lnTo>
                    <a:pt x="1082707" y="346710"/>
                  </a:lnTo>
                  <a:lnTo>
                    <a:pt x="1081754" y="342138"/>
                  </a:lnTo>
                  <a:lnTo>
                    <a:pt x="1081659" y="340995"/>
                  </a:lnTo>
                  <a:lnTo>
                    <a:pt x="1081850" y="339947"/>
                  </a:lnTo>
                  <a:lnTo>
                    <a:pt x="1082326" y="338804"/>
                  </a:lnTo>
                  <a:lnTo>
                    <a:pt x="1083945" y="336328"/>
                  </a:lnTo>
                  <a:lnTo>
                    <a:pt x="1084135" y="335756"/>
                  </a:lnTo>
                  <a:lnTo>
                    <a:pt x="1084135" y="335280"/>
                  </a:lnTo>
                  <a:lnTo>
                    <a:pt x="1084040" y="334613"/>
                  </a:lnTo>
                  <a:lnTo>
                    <a:pt x="1083945" y="334327"/>
                  </a:lnTo>
                  <a:lnTo>
                    <a:pt x="1083755" y="334042"/>
                  </a:lnTo>
                  <a:lnTo>
                    <a:pt x="1082897" y="332899"/>
                  </a:lnTo>
                  <a:lnTo>
                    <a:pt x="1081945" y="332042"/>
                  </a:lnTo>
                  <a:lnTo>
                    <a:pt x="1080326" y="330803"/>
                  </a:lnTo>
                  <a:lnTo>
                    <a:pt x="1079278" y="329755"/>
                  </a:lnTo>
                  <a:lnTo>
                    <a:pt x="1078706" y="328993"/>
                  </a:lnTo>
                  <a:lnTo>
                    <a:pt x="1078516" y="328422"/>
                  </a:lnTo>
                  <a:lnTo>
                    <a:pt x="1078516" y="327660"/>
                  </a:lnTo>
                  <a:lnTo>
                    <a:pt x="1078611" y="326612"/>
                  </a:lnTo>
                  <a:lnTo>
                    <a:pt x="1078897" y="325850"/>
                  </a:lnTo>
                  <a:lnTo>
                    <a:pt x="1085660" y="314706"/>
                  </a:lnTo>
                  <a:lnTo>
                    <a:pt x="1086326" y="313849"/>
                  </a:lnTo>
                  <a:lnTo>
                    <a:pt x="1087469" y="312992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4" name="Freeform: Shape 17">
              <a:extLst>
                <a:ext uri="{FF2B5EF4-FFF2-40B4-BE49-F238E27FC236}">
                  <a16:creationId xmlns:a16="http://schemas.microsoft.com/office/drawing/2014/main" id="{93D3D53A-FBE6-7F04-293F-513640E405F3}"/>
                </a:ext>
              </a:extLst>
            </p:cNvPr>
            <p:cNvSpPr/>
            <p:nvPr/>
          </p:nvSpPr>
          <p:spPr>
            <a:xfrm>
              <a:off x="3303461" y="4180110"/>
              <a:ext cx="257175" cy="409575"/>
            </a:xfrm>
            <a:custGeom>
              <a:avLst/>
              <a:gdLst>
                <a:gd name="connsiteX0" fmla="*/ 263652 w 257175"/>
                <a:gd name="connsiteY0" fmla="*/ 154876 h 409575"/>
                <a:gd name="connsiteX1" fmla="*/ 261366 w 257175"/>
                <a:gd name="connsiteY1" fmla="*/ 154210 h 409575"/>
                <a:gd name="connsiteX2" fmla="*/ 255556 w 257175"/>
                <a:gd name="connsiteY2" fmla="*/ 152495 h 409575"/>
                <a:gd name="connsiteX3" fmla="*/ 251174 w 257175"/>
                <a:gd name="connsiteY3" fmla="*/ 149923 h 409575"/>
                <a:gd name="connsiteX4" fmla="*/ 250412 w 257175"/>
                <a:gd name="connsiteY4" fmla="*/ 149733 h 409575"/>
                <a:gd name="connsiteX5" fmla="*/ 245269 w 257175"/>
                <a:gd name="connsiteY5" fmla="*/ 149447 h 409575"/>
                <a:gd name="connsiteX6" fmla="*/ 244030 w 257175"/>
                <a:gd name="connsiteY6" fmla="*/ 148971 h 409575"/>
                <a:gd name="connsiteX7" fmla="*/ 243459 w 257175"/>
                <a:gd name="connsiteY7" fmla="*/ 148018 h 409575"/>
                <a:gd name="connsiteX8" fmla="*/ 243554 w 257175"/>
                <a:gd name="connsiteY8" fmla="*/ 145351 h 409575"/>
                <a:gd name="connsiteX9" fmla="*/ 243269 w 257175"/>
                <a:gd name="connsiteY9" fmla="*/ 143542 h 409575"/>
                <a:gd name="connsiteX10" fmla="*/ 242506 w 257175"/>
                <a:gd name="connsiteY10" fmla="*/ 141542 h 409575"/>
                <a:gd name="connsiteX11" fmla="*/ 240316 w 257175"/>
                <a:gd name="connsiteY11" fmla="*/ 138970 h 409575"/>
                <a:gd name="connsiteX12" fmla="*/ 236982 w 257175"/>
                <a:gd name="connsiteY12" fmla="*/ 133445 h 409575"/>
                <a:gd name="connsiteX13" fmla="*/ 235553 w 257175"/>
                <a:gd name="connsiteY13" fmla="*/ 132207 h 409575"/>
                <a:gd name="connsiteX14" fmla="*/ 224123 w 257175"/>
                <a:gd name="connsiteY14" fmla="*/ 126016 h 409575"/>
                <a:gd name="connsiteX15" fmla="*/ 222504 w 257175"/>
                <a:gd name="connsiteY15" fmla="*/ 125825 h 409575"/>
                <a:gd name="connsiteX16" fmla="*/ 215932 w 257175"/>
                <a:gd name="connsiteY16" fmla="*/ 128492 h 409575"/>
                <a:gd name="connsiteX17" fmla="*/ 210598 w 257175"/>
                <a:gd name="connsiteY17" fmla="*/ 128016 h 409575"/>
                <a:gd name="connsiteX18" fmla="*/ 197453 w 257175"/>
                <a:gd name="connsiteY18" fmla="*/ 124873 h 409575"/>
                <a:gd name="connsiteX19" fmla="*/ 195739 w 257175"/>
                <a:gd name="connsiteY19" fmla="*/ 124206 h 409575"/>
                <a:gd name="connsiteX20" fmla="*/ 186309 w 257175"/>
                <a:gd name="connsiteY20" fmla="*/ 118777 h 409575"/>
                <a:gd name="connsiteX21" fmla="*/ 185356 w 257175"/>
                <a:gd name="connsiteY21" fmla="*/ 118396 h 409575"/>
                <a:gd name="connsiteX22" fmla="*/ 181546 w 257175"/>
                <a:gd name="connsiteY22" fmla="*/ 117443 h 409575"/>
                <a:gd name="connsiteX23" fmla="*/ 177260 w 257175"/>
                <a:gd name="connsiteY23" fmla="*/ 115729 h 409575"/>
                <a:gd name="connsiteX24" fmla="*/ 168783 w 257175"/>
                <a:gd name="connsiteY24" fmla="*/ 110680 h 409575"/>
                <a:gd name="connsiteX25" fmla="*/ 176784 w 257175"/>
                <a:gd name="connsiteY25" fmla="*/ 101727 h 409575"/>
                <a:gd name="connsiteX26" fmla="*/ 181070 w 257175"/>
                <a:gd name="connsiteY26" fmla="*/ 96202 h 409575"/>
                <a:gd name="connsiteX27" fmla="*/ 182689 w 257175"/>
                <a:gd name="connsiteY27" fmla="*/ 93535 h 409575"/>
                <a:gd name="connsiteX28" fmla="*/ 187452 w 257175"/>
                <a:gd name="connsiteY28" fmla="*/ 75438 h 409575"/>
                <a:gd name="connsiteX29" fmla="*/ 187833 w 257175"/>
                <a:gd name="connsiteY29" fmla="*/ 74581 h 409575"/>
                <a:gd name="connsiteX30" fmla="*/ 188214 w 257175"/>
                <a:gd name="connsiteY30" fmla="*/ 74009 h 409575"/>
                <a:gd name="connsiteX31" fmla="*/ 192977 w 257175"/>
                <a:gd name="connsiteY31" fmla="*/ 67437 h 409575"/>
                <a:gd name="connsiteX32" fmla="*/ 205645 w 257175"/>
                <a:gd name="connsiteY32" fmla="*/ 46387 h 409575"/>
                <a:gd name="connsiteX33" fmla="*/ 207836 w 257175"/>
                <a:gd name="connsiteY33" fmla="*/ 42005 h 409575"/>
                <a:gd name="connsiteX34" fmla="*/ 209360 w 257175"/>
                <a:gd name="connsiteY34" fmla="*/ 38100 h 409575"/>
                <a:gd name="connsiteX35" fmla="*/ 209645 w 257175"/>
                <a:gd name="connsiteY35" fmla="*/ 36862 h 409575"/>
                <a:gd name="connsiteX36" fmla="*/ 209740 w 257175"/>
                <a:gd name="connsiteY36" fmla="*/ 35814 h 409575"/>
                <a:gd name="connsiteX37" fmla="*/ 209645 w 257175"/>
                <a:gd name="connsiteY37" fmla="*/ 35147 h 409575"/>
                <a:gd name="connsiteX38" fmla="*/ 209360 w 257175"/>
                <a:gd name="connsiteY38" fmla="*/ 34671 h 409575"/>
                <a:gd name="connsiteX39" fmla="*/ 205930 w 257175"/>
                <a:gd name="connsiteY39" fmla="*/ 32290 h 409575"/>
                <a:gd name="connsiteX40" fmla="*/ 204026 w 257175"/>
                <a:gd name="connsiteY40" fmla="*/ 31242 h 409575"/>
                <a:gd name="connsiteX41" fmla="*/ 202121 w 257175"/>
                <a:gd name="connsiteY41" fmla="*/ 29623 h 409575"/>
                <a:gd name="connsiteX42" fmla="*/ 201835 w 257175"/>
                <a:gd name="connsiteY42" fmla="*/ 29242 h 409575"/>
                <a:gd name="connsiteX43" fmla="*/ 201454 w 257175"/>
                <a:gd name="connsiteY43" fmla="*/ 28765 h 409575"/>
                <a:gd name="connsiteX44" fmla="*/ 201358 w 257175"/>
                <a:gd name="connsiteY44" fmla="*/ 28003 h 409575"/>
                <a:gd name="connsiteX45" fmla="*/ 201644 w 257175"/>
                <a:gd name="connsiteY45" fmla="*/ 27622 h 409575"/>
                <a:gd name="connsiteX46" fmla="*/ 198977 w 257175"/>
                <a:gd name="connsiteY46" fmla="*/ 21526 h 409575"/>
                <a:gd name="connsiteX47" fmla="*/ 198120 w 257175"/>
                <a:gd name="connsiteY47" fmla="*/ 20574 h 409575"/>
                <a:gd name="connsiteX48" fmla="*/ 196691 w 257175"/>
                <a:gd name="connsiteY48" fmla="*/ 19812 h 409575"/>
                <a:gd name="connsiteX49" fmla="*/ 195739 w 257175"/>
                <a:gd name="connsiteY49" fmla="*/ 17907 h 409575"/>
                <a:gd name="connsiteX50" fmla="*/ 195263 w 257175"/>
                <a:gd name="connsiteY50" fmla="*/ 15621 h 409575"/>
                <a:gd name="connsiteX51" fmla="*/ 195072 w 257175"/>
                <a:gd name="connsiteY51" fmla="*/ 13525 h 409575"/>
                <a:gd name="connsiteX52" fmla="*/ 195834 w 257175"/>
                <a:gd name="connsiteY52" fmla="*/ 6572 h 409575"/>
                <a:gd name="connsiteX53" fmla="*/ 195358 w 257175"/>
                <a:gd name="connsiteY53" fmla="*/ 4763 h 409575"/>
                <a:gd name="connsiteX54" fmla="*/ 194977 w 257175"/>
                <a:gd name="connsiteY54" fmla="*/ 4000 h 409575"/>
                <a:gd name="connsiteX55" fmla="*/ 194596 w 257175"/>
                <a:gd name="connsiteY55" fmla="*/ 2096 h 409575"/>
                <a:gd name="connsiteX56" fmla="*/ 194215 w 257175"/>
                <a:gd name="connsiteY56" fmla="*/ 1238 h 409575"/>
                <a:gd name="connsiteX57" fmla="*/ 193548 w 257175"/>
                <a:gd name="connsiteY57" fmla="*/ 476 h 409575"/>
                <a:gd name="connsiteX58" fmla="*/ 193072 w 257175"/>
                <a:gd name="connsiteY58" fmla="*/ 0 h 409575"/>
                <a:gd name="connsiteX59" fmla="*/ 192405 w 257175"/>
                <a:gd name="connsiteY59" fmla="*/ 190 h 409575"/>
                <a:gd name="connsiteX60" fmla="*/ 191071 w 257175"/>
                <a:gd name="connsiteY60" fmla="*/ 952 h 409575"/>
                <a:gd name="connsiteX61" fmla="*/ 181451 w 257175"/>
                <a:gd name="connsiteY61" fmla="*/ 1238 h 409575"/>
                <a:gd name="connsiteX62" fmla="*/ 180308 w 257175"/>
                <a:gd name="connsiteY62" fmla="*/ 1524 h 409575"/>
                <a:gd name="connsiteX63" fmla="*/ 176498 w 257175"/>
                <a:gd name="connsiteY63" fmla="*/ 5905 h 409575"/>
                <a:gd name="connsiteX64" fmla="*/ 174784 w 257175"/>
                <a:gd name="connsiteY64" fmla="*/ 7048 h 409575"/>
                <a:gd name="connsiteX65" fmla="*/ 171640 w 257175"/>
                <a:gd name="connsiteY65" fmla="*/ 8763 h 409575"/>
                <a:gd name="connsiteX66" fmla="*/ 170879 w 257175"/>
                <a:gd name="connsiteY66" fmla="*/ 9049 h 409575"/>
                <a:gd name="connsiteX67" fmla="*/ 167259 w 257175"/>
                <a:gd name="connsiteY67" fmla="*/ 9525 h 409575"/>
                <a:gd name="connsiteX68" fmla="*/ 164592 w 257175"/>
                <a:gd name="connsiteY68" fmla="*/ 9334 h 409575"/>
                <a:gd name="connsiteX69" fmla="*/ 158877 w 257175"/>
                <a:gd name="connsiteY69" fmla="*/ 8192 h 409575"/>
                <a:gd name="connsiteX70" fmla="*/ 157353 w 257175"/>
                <a:gd name="connsiteY70" fmla="*/ 8192 h 409575"/>
                <a:gd name="connsiteX71" fmla="*/ 156210 w 257175"/>
                <a:gd name="connsiteY71" fmla="*/ 8382 h 409575"/>
                <a:gd name="connsiteX72" fmla="*/ 155353 w 257175"/>
                <a:gd name="connsiteY72" fmla="*/ 8668 h 409575"/>
                <a:gd name="connsiteX73" fmla="*/ 153924 w 257175"/>
                <a:gd name="connsiteY73" fmla="*/ 9715 h 409575"/>
                <a:gd name="connsiteX74" fmla="*/ 153543 w 257175"/>
                <a:gd name="connsiteY74" fmla="*/ 10192 h 409575"/>
                <a:gd name="connsiteX75" fmla="*/ 153257 w 257175"/>
                <a:gd name="connsiteY75" fmla="*/ 10763 h 409575"/>
                <a:gd name="connsiteX76" fmla="*/ 153067 w 257175"/>
                <a:gd name="connsiteY76" fmla="*/ 11144 h 409575"/>
                <a:gd name="connsiteX77" fmla="*/ 152971 w 257175"/>
                <a:gd name="connsiteY77" fmla="*/ 11525 h 409575"/>
                <a:gd name="connsiteX78" fmla="*/ 152876 w 257175"/>
                <a:gd name="connsiteY78" fmla="*/ 12763 h 409575"/>
                <a:gd name="connsiteX79" fmla="*/ 152876 w 257175"/>
                <a:gd name="connsiteY79" fmla="*/ 14859 h 409575"/>
                <a:gd name="connsiteX80" fmla="*/ 152971 w 257175"/>
                <a:gd name="connsiteY80" fmla="*/ 15240 h 409575"/>
                <a:gd name="connsiteX81" fmla="*/ 153448 w 257175"/>
                <a:gd name="connsiteY81" fmla="*/ 17145 h 409575"/>
                <a:gd name="connsiteX82" fmla="*/ 154019 w 257175"/>
                <a:gd name="connsiteY82" fmla="*/ 18764 h 409575"/>
                <a:gd name="connsiteX83" fmla="*/ 154114 w 257175"/>
                <a:gd name="connsiteY83" fmla="*/ 19336 h 409575"/>
                <a:gd name="connsiteX84" fmla="*/ 154210 w 257175"/>
                <a:gd name="connsiteY84" fmla="*/ 19907 h 409575"/>
                <a:gd name="connsiteX85" fmla="*/ 154210 w 257175"/>
                <a:gd name="connsiteY85" fmla="*/ 20479 h 409575"/>
                <a:gd name="connsiteX86" fmla="*/ 154210 w 257175"/>
                <a:gd name="connsiteY86" fmla="*/ 21146 h 409575"/>
                <a:gd name="connsiteX87" fmla="*/ 154019 w 257175"/>
                <a:gd name="connsiteY87" fmla="*/ 21717 h 409575"/>
                <a:gd name="connsiteX88" fmla="*/ 153829 w 257175"/>
                <a:gd name="connsiteY88" fmla="*/ 22288 h 409575"/>
                <a:gd name="connsiteX89" fmla="*/ 153448 w 257175"/>
                <a:gd name="connsiteY89" fmla="*/ 22955 h 409575"/>
                <a:gd name="connsiteX90" fmla="*/ 152876 w 257175"/>
                <a:gd name="connsiteY90" fmla="*/ 23622 h 409575"/>
                <a:gd name="connsiteX91" fmla="*/ 151733 w 257175"/>
                <a:gd name="connsiteY91" fmla="*/ 24575 h 409575"/>
                <a:gd name="connsiteX92" fmla="*/ 151066 w 257175"/>
                <a:gd name="connsiteY92" fmla="*/ 25051 h 409575"/>
                <a:gd name="connsiteX93" fmla="*/ 150400 w 257175"/>
                <a:gd name="connsiteY93" fmla="*/ 25336 h 409575"/>
                <a:gd name="connsiteX94" fmla="*/ 149447 w 257175"/>
                <a:gd name="connsiteY94" fmla="*/ 25622 h 409575"/>
                <a:gd name="connsiteX95" fmla="*/ 148209 w 257175"/>
                <a:gd name="connsiteY95" fmla="*/ 25813 h 409575"/>
                <a:gd name="connsiteX96" fmla="*/ 147638 w 257175"/>
                <a:gd name="connsiteY96" fmla="*/ 25813 h 409575"/>
                <a:gd name="connsiteX97" fmla="*/ 146399 w 257175"/>
                <a:gd name="connsiteY97" fmla="*/ 25527 h 409575"/>
                <a:gd name="connsiteX98" fmla="*/ 145161 w 257175"/>
                <a:gd name="connsiteY98" fmla="*/ 25146 h 409575"/>
                <a:gd name="connsiteX99" fmla="*/ 144399 w 257175"/>
                <a:gd name="connsiteY99" fmla="*/ 24955 h 409575"/>
                <a:gd name="connsiteX100" fmla="*/ 143446 w 257175"/>
                <a:gd name="connsiteY100" fmla="*/ 24955 h 409575"/>
                <a:gd name="connsiteX101" fmla="*/ 141637 w 257175"/>
                <a:gd name="connsiteY101" fmla="*/ 25241 h 409575"/>
                <a:gd name="connsiteX102" fmla="*/ 140779 w 257175"/>
                <a:gd name="connsiteY102" fmla="*/ 25622 h 409575"/>
                <a:gd name="connsiteX103" fmla="*/ 140208 w 257175"/>
                <a:gd name="connsiteY103" fmla="*/ 26003 h 409575"/>
                <a:gd name="connsiteX104" fmla="*/ 140018 w 257175"/>
                <a:gd name="connsiteY104" fmla="*/ 26384 h 409575"/>
                <a:gd name="connsiteX105" fmla="*/ 137922 w 257175"/>
                <a:gd name="connsiteY105" fmla="*/ 31432 h 409575"/>
                <a:gd name="connsiteX106" fmla="*/ 137731 w 257175"/>
                <a:gd name="connsiteY106" fmla="*/ 32099 h 409575"/>
                <a:gd name="connsiteX107" fmla="*/ 136779 w 257175"/>
                <a:gd name="connsiteY107" fmla="*/ 38290 h 409575"/>
                <a:gd name="connsiteX108" fmla="*/ 136493 w 257175"/>
                <a:gd name="connsiteY108" fmla="*/ 39338 h 409575"/>
                <a:gd name="connsiteX109" fmla="*/ 136017 w 257175"/>
                <a:gd name="connsiteY109" fmla="*/ 40481 h 409575"/>
                <a:gd name="connsiteX110" fmla="*/ 135446 w 257175"/>
                <a:gd name="connsiteY110" fmla="*/ 41434 h 409575"/>
                <a:gd name="connsiteX111" fmla="*/ 133540 w 257175"/>
                <a:gd name="connsiteY111" fmla="*/ 43910 h 409575"/>
                <a:gd name="connsiteX112" fmla="*/ 132683 w 257175"/>
                <a:gd name="connsiteY112" fmla="*/ 45339 h 409575"/>
                <a:gd name="connsiteX113" fmla="*/ 132302 w 257175"/>
                <a:gd name="connsiteY113" fmla="*/ 46482 h 409575"/>
                <a:gd name="connsiteX114" fmla="*/ 131445 w 257175"/>
                <a:gd name="connsiteY114" fmla="*/ 50482 h 409575"/>
                <a:gd name="connsiteX115" fmla="*/ 131159 w 257175"/>
                <a:gd name="connsiteY115" fmla="*/ 51340 h 409575"/>
                <a:gd name="connsiteX116" fmla="*/ 130016 w 257175"/>
                <a:gd name="connsiteY116" fmla="*/ 53245 h 409575"/>
                <a:gd name="connsiteX117" fmla="*/ 128302 w 257175"/>
                <a:gd name="connsiteY117" fmla="*/ 55721 h 409575"/>
                <a:gd name="connsiteX118" fmla="*/ 124111 w 257175"/>
                <a:gd name="connsiteY118" fmla="*/ 62579 h 409575"/>
                <a:gd name="connsiteX119" fmla="*/ 122872 w 257175"/>
                <a:gd name="connsiteY119" fmla="*/ 65342 h 409575"/>
                <a:gd name="connsiteX120" fmla="*/ 118491 w 257175"/>
                <a:gd name="connsiteY120" fmla="*/ 82105 h 409575"/>
                <a:gd name="connsiteX121" fmla="*/ 116967 w 257175"/>
                <a:gd name="connsiteY121" fmla="*/ 100013 h 409575"/>
                <a:gd name="connsiteX122" fmla="*/ 117062 w 257175"/>
                <a:gd name="connsiteY122" fmla="*/ 101822 h 409575"/>
                <a:gd name="connsiteX123" fmla="*/ 116967 w 257175"/>
                <a:gd name="connsiteY123" fmla="*/ 105061 h 409575"/>
                <a:gd name="connsiteX124" fmla="*/ 117062 w 257175"/>
                <a:gd name="connsiteY124" fmla="*/ 105632 h 409575"/>
                <a:gd name="connsiteX125" fmla="*/ 117157 w 257175"/>
                <a:gd name="connsiteY125" fmla="*/ 106108 h 409575"/>
                <a:gd name="connsiteX126" fmla="*/ 117348 w 257175"/>
                <a:gd name="connsiteY126" fmla="*/ 106585 h 409575"/>
                <a:gd name="connsiteX127" fmla="*/ 118396 w 257175"/>
                <a:gd name="connsiteY127" fmla="*/ 108299 h 409575"/>
                <a:gd name="connsiteX128" fmla="*/ 118681 w 257175"/>
                <a:gd name="connsiteY128" fmla="*/ 108775 h 409575"/>
                <a:gd name="connsiteX129" fmla="*/ 118777 w 257175"/>
                <a:gd name="connsiteY129" fmla="*/ 109252 h 409575"/>
                <a:gd name="connsiteX130" fmla="*/ 118967 w 257175"/>
                <a:gd name="connsiteY130" fmla="*/ 109918 h 409575"/>
                <a:gd name="connsiteX131" fmla="*/ 119063 w 257175"/>
                <a:gd name="connsiteY131" fmla="*/ 110776 h 409575"/>
                <a:gd name="connsiteX132" fmla="*/ 119063 w 257175"/>
                <a:gd name="connsiteY132" fmla="*/ 112300 h 409575"/>
                <a:gd name="connsiteX133" fmla="*/ 118967 w 257175"/>
                <a:gd name="connsiteY133" fmla="*/ 113252 h 409575"/>
                <a:gd name="connsiteX134" fmla="*/ 118872 w 257175"/>
                <a:gd name="connsiteY134" fmla="*/ 114014 h 409575"/>
                <a:gd name="connsiteX135" fmla="*/ 118205 w 257175"/>
                <a:gd name="connsiteY135" fmla="*/ 115729 h 409575"/>
                <a:gd name="connsiteX136" fmla="*/ 118015 w 257175"/>
                <a:gd name="connsiteY136" fmla="*/ 116205 h 409575"/>
                <a:gd name="connsiteX137" fmla="*/ 117729 w 257175"/>
                <a:gd name="connsiteY137" fmla="*/ 116776 h 409575"/>
                <a:gd name="connsiteX138" fmla="*/ 117443 w 257175"/>
                <a:gd name="connsiteY138" fmla="*/ 117157 h 409575"/>
                <a:gd name="connsiteX139" fmla="*/ 116586 w 257175"/>
                <a:gd name="connsiteY139" fmla="*/ 117729 h 409575"/>
                <a:gd name="connsiteX140" fmla="*/ 114871 w 257175"/>
                <a:gd name="connsiteY140" fmla="*/ 118396 h 409575"/>
                <a:gd name="connsiteX141" fmla="*/ 114300 w 257175"/>
                <a:gd name="connsiteY141" fmla="*/ 118777 h 409575"/>
                <a:gd name="connsiteX142" fmla="*/ 113729 w 257175"/>
                <a:gd name="connsiteY142" fmla="*/ 119253 h 409575"/>
                <a:gd name="connsiteX143" fmla="*/ 113157 w 257175"/>
                <a:gd name="connsiteY143" fmla="*/ 120110 h 409575"/>
                <a:gd name="connsiteX144" fmla="*/ 112490 w 257175"/>
                <a:gd name="connsiteY144" fmla="*/ 121444 h 409575"/>
                <a:gd name="connsiteX145" fmla="*/ 112109 w 257175"/>
                <a:gd name="connsiteY145" fmla="*/ 122587 h 409575"/>
                <a:gd name="connsiteX146" fmla="*/ 111823 w 257175"/>
                <a:gd name="connsiteY146" fmla="*/ 123825 h 409575"/>
                <a:gd name="connsiteX147" fmla="*/ 111633 w 257175"/>
                <a:gd name="connsiteY147" fmla="*/ 125158 h 409575"/>
                <a:gd name="connsiteX148" fmla="*/ 111633 w 257175"/>
                <a:gd name="connsiteY148" fmla="*/ 126397 h 409575"/>
                <a:gd name="connsiteX149" fmla="*/ 111823 w 257175"/>
                <a:gd name="connsiteY149" fmla="*/ 127540 h 409575"/>
                <a:gd name="connsiteX150" fmla="*/ 112014 w 257175"/>
                <a:gd name="connsiteY150" fmla="*/ 128492 h 409575"/>
                <a:gd name="connsiteX151" fmla="*/ 113347 w 257175"/>
                <a:gd name="connsiteY151" fmla="*/ 132493 h 409575"/>
                <a:gd name="connsiteX152" fmla="*/ 115633 w 257175"/>
                <a:gd name="connsiteY152" fmla="*/ 136969 h 409575"/>
                <a:gd name="connsiteX153" fmla="*/ 116777 w 257175"/>
                <a:gd name="connsiteY153" fmla="*/ 138684 h 409575"/>
                <a:gd name="connsiteX154" fmla="*/ 116967 w 257175"/>
                <a:gd name="connsiteY154" fmla="*/ 139065 h 409575"/>
                <a:gd name="connsiteX155" fmla="*/ 117157 w 257175"/>
                <a:gd name="connsiteY155" fmla="*/ 139541 h 409575"/>
                <a:gd name="connsiteX156" fmla="*/ 117253 w 257175"/>
                <a:gd name="connsiteY156" fmla="*/ 140113 h 409575"/>
                <a:gd name="connsiteX157" fmla="*/ 117253 w 257175"/>
                <a:gd name="connsiteY157" fmla="*/ 140779 h 409575"/>
                <a:gd name="connsiteX158" fmla="*/ 117062 w 257175"/>
                <a:gd name="connsiteY158" fmla="*/ 142018 h 409575"/>
                <a:gd name="connsiteX159" fmla="*/ 116396 w 257175"/>
                <a:gd name="connsiteY159" fmla="*/ 144494 h 409575"/>
                <a:gd name="connsiteX160" fmla="*/ 115157 w 257175"/>
                <a:gd name="connsiteY160" fmla="*/ 151257 h 409575"/>
                <a:gd name="connsiteX161" fmla="*/ 115062 w 257175"/>
                <a:gd name="connsiteY161" fmla="*/ 152495 h 409575"/>
                <a:gd name="connsiteX162" fmla="*/ 115348 w 257175"/>
                <a:gd name="connsiteY162" fmla="*/ 157734 h 409575"/>
                <a:gd name="connsiteX163" fmla="*/ 115253 w 257175"/>
                <a:gd name="connsiteY163" fmla="*/ 158401 h 409575"/>
                <a:gd name="connsiteX164" fmla="*/ 115157 w 257175"/>
                <a:gd name="connsiteY164" fmla="*/ 158972 h 409575"/>
                <a:gd name="connsiteX165" fmla="*/ 114205 w 257175"/>
                <a:gd name="connsiteY165" fmla="*/ 159734 h 409575"/>
                <a:gd name="connsiteX166" fmla="*/ 106489 w 257175"/>
                <a:gd name="connsiteY166" fmla="*/ 163925 h 409575"/>
                <a:gd name="connsiteX167" fmla="*/ 103918 w 257175"/>
                <a:gd name="connsiteY167" fmla="*/ 166306 h 409575"/>
                <a:gd name="connsiteX168" fmla="*/ 103346 w 257175"/>
                <a:gd name="connsiteY168" fmla="*/ 166592 h 409575"/>
                <a:gd name="connsiteX169" fmla="*/ 102489 w 257175"/>
                <a:gd name="connsiteY169" fmla="*/ 166783 h 409575"/>
                <a:gd name="connsiteX170" fmla="*/ 98774 w 257175"/>
                <a:gd name="connsiteY170" fmla="*/ 166783 h 409575"/>
                <a:gd name="connsiteX171" fmla="*/ 93916 w 257175"/>
                <a:gd name="connsiteY171" fmla="*/ 167830 h 409575"/>
                <a:gd name="connsiteX172" fmla="*/ 91630 w 257175"/>
                <a:gd name="connsiteY172" fmla="*/ 167830 h 409575"/>
                <a:gd name="connsiteX173" fmla="*/ 88392 w 257175"/>
                <a:gd name="connsiteY173" fmla="*/ 167068 h 409575"/>
                <a:gd name="connsiteX174" fmla="*/ 84011 w 257175"/>
                <a:gd name="connsiteY174" fmla="*/ 165259 h 409575"/>
                <a:gd name="connsiteX175" fmla="*/ 83058 w 257175"/>
                <a:gd name="connsiteY175" fmla="*/ 165068 h 409575"/>
                <a:gd name="connsiteX176" fmla="*/ 80677 w 257175"/>
                <a:gd name="connsiteY176" fmla="*/ 164878 h 409575"/>
                <a:gd name="connsiteX177" fmla="*/ 79534 w 257175"/>
                <a:gd name="connsiteY177" fmla="*/ 164973 h 409575"/>
                <a:gd name="connsiteX178" fmla="*/ 70961 w 257175"/>
                <a:gd name="connsiteY178" fmla="*/ 167735 h 409575"/>
                <a:gd name="connsiteX179" fmla="*/ 58007 w 257175"/>
                <a:gd name="connsiteY179" fmla="*/ 174307 h 409575"/>
                <a:gd name="connsiteX180" fmla="*/ 56483 w 257175"/>
                <a:gd name="connsiteY180" fmla="*/ 175450 h 409575"/>
                <a:gd name="connsiteX181" fmla="*/ 55816 w 257175"/>
                <a:gd name="connsiteY181" fmla="*/ 176117 h 409575"/>
                <a:gd name="connsiteX182" fmla="*/ 54578 w 257175"/>
                <a:gd name="connsiteY182" fmla="*/ 177832 h 409575"/>
                <a:gd name="connsiteX183" fmla="*/ 53530 w 257175"/>
                <a:gd name="connsiteY183" fmla="*/ 179737 h 409575"/>
                <a:gd name="connsiteX184" fmla="*/ 52578 w 257175"/>
                <a:gd name="connsiteY184" fmla="*/ 181832 h 409575"/>
                <a:gd name="connsiteX185" fmla="*/ 52006 w 257175"/>
                <a:gd name="connsiteY185" fmla="*/ 182689 h 409575"/>
                <a:gd name="connsiteX186" fmla="*/ 51340 w 257175"/>
                <a:gd name="connsiteY186" fmla="*/ 183356 h 409575"/>
                <a:gd name="connsiteX187" fmla="*/ 50768 w 257175"/>
                <a:gd name="connsiteY187" fmla="*/ 183928 h 409575"/>
                <a:gd name="connsiteX188" fmla="*/ 48863 w 257175"/>
                <a:gd name="connsiteY188" fmla="*/ 185166 h 409575"/>
                <a:gd name="connsiteX189" fmla="*/ 46768 w 257175"/>
                <a:gd name="connsiteY189" fmla="*/ 185833 h 409575"/>
                <a:gd name="connsiteX190" fmla="*/ 35433 w 257175"/>
                <a:gd name="connsiteY190" fmla="*/ 186976 h 409575"/>
                <a:gd name="connsiteX191" fmla="*/ 24289 w 257175"/>
                <a:gd name="connsiteY191" fmla="*/ 189643 h 409575"/>
                <a:gd name="connsiteX192" fmla="*/ 23051 w 257175"/>
                <a:gd name="connsiteY192" fmla="*/ 189738 h 409575"/>
                <a:gd name="connsiteX193" fmla="*/ 18383 w 257175"/>
                <a:gd name="connsiteY193" fmla="*/ 187642 h 409575"/>
                <a:gd name="connsiteX194" fmla="*/ 17240 w 257175"/>
                <a:gd name="connsiteY194" fmla="*/ 187357 h 409575"/>
                <a:gd name="connsiteX195" fmla="*/ 13049 w 257175"/>
                <a:gd name="connsiteY195" fmla="*/ 187357 h 409575"/>
                <a:gd name="connsiteX196" fmla="*/ 9335 w 257175"/>
                <a:gd name="connsiteY196" fmla="*/ 188214 h 409575"/>
                <a:gd name="connsiteX197" fmla="*/ 6953 w 257175"/>
                <a:gd name="connsiteY197" fmla="*/ 189167 h 409575"/>
                <a:gd name="connsiteX198" fmla="*/ 6191 w 257175"/>
                <a:gd name="connsiteY198" fmla="*/ 189643 h 409575"/>
                <a:gd name="connsiteX199" fmla="*/ 5715 w 257175"/>
                <a:gd name="connsiteY199" fmla="*/ 190024 h 409575"/>
                <a:gd name="connsiteX200" fmla="*/ 5334 w 257175"/>
                <a:gd name="connsiteY200" fmla="*/ 190500 h 409575"/>
                <a:gd name="connsiteX201" fmla="*/ 0 w 257175"/>
                <a:gd name="connsiteY201" fmla="*/ 200311 h 409575"/>
                <a:gd name="connsiteX202" fmla="*/ 4001 w 257175"/>
                <a:gd name="connsiteY202" fmla="*/ 200311 h 409575"/>
                <a:gd name="connsiteX203" fmla="*/ 8477 w 257175"/>
                <a:gd name="connsiteY203" fmla="*/ 196405 h 409575"/>
                <a:gd name="connsiteX204" fmla="*/ 9430 w 257175"/>
                <a:gd name="connsiteY204" fmla="*/ 196025 h 409575"/>
                <a:gd name="connsiteX205" fmla="*/ 10478 w 257175"/>
                <a:gd name="connsiteY205" fmla="*/ 196215 h 409575"/>
                <a:gd name="connsiteX206" fmla="*/ 13811 w 257175"/>
                <a:gd name="connsiteY206" fmla="*/ 197929 h 409575"/>
                <a:gd name="connsiteX207" fmla="*/ 26384 w 257175"/>
                <a:gd name="connsiteY207" fmla="*/ 199263 h 409575"/>
                <a:gd name="connsiteX208" fmla="*/ 28670 w 257175"/>
                <a:gd name="connsiteY208" fmla="*/ 199739 h 409575"/>
                <a:gd name="connsiteX209" fmla="*/ 28956 w 257175"/>
                <a:gd name="connsiteY209" fmla="*/ 200406 h 409575"/>
                <a:gd name="connsiteX210" fmla="*/ 27432 w 257175"/>
                <a:gd name="connsiteY210" fmla="*/ 201073 h 409575"/>
                <a:gd name="connsiteX211" fmla="*/ 26098 w 257175"/>
                <a:gd name="connsiteY211" fmla="*/ 201930 h 409575"/>
                <a:gd name="connsiteX212" fmla="*/ 25718 w 257175"/>
                <a:gd name="connsiteY212" fmla="*/ 203073 h 409575"/>
                <a:gd name="connsiteX213" fmla="*/ 26289 w 257175"/>
                <a:gd name="connsiteY213" fmla="*/ 204216 h 409575"/>
                <a:gd name="connsiteX214" fmla="*/ 27908 w 257175"/>
                <a:gd name="connsiteY214" fmla="*/ 205264 h 409575"/>
                <a:gd name="connsiteX215" fmla="*/ 28670 w 257175"/>
                <a:gd name="connsiteY215" fmla="*/ 205930 h 409575"/>
                <a:gd name="connsiteX216" fmla="*/ 29051 w 257175"/>
                <a:gd name="connsiteY216" fmla="*/ 206502 h 409575"/>
                <a:gd name="connsiteX217" fmla="*/ 29051 w 257175"/>
                <a:gd name="connsiteY217" fmla="*/ 207550 h 409575"/>
                <a:gd name="connsiteX218" fmla="*/ 28861 w 257175"/>
                <a:gd name="connsiteY218" fmla="*/ 208026 h 409575"/>
                <a:gd name="connsiteX219" fmla="*/ 28575 w 257175"/>
                <a:gd name="connsiteY219" fmla="*/ 208502 h 409575"/>
                <a:gd name="connsiteX220" fmla="*/ 27813 w 257175"/>
                <a:gd name="connsiteY220" fmla="*/ 209169 h 409575"/>
                <a:gd name="connsiteX221" fmla="*/ 26384 w 257175"/>
                <a:gd name="connsiteY221" fmla="*/ 209836 h 409575"/>
                <a:gd name="connsiteX222" fmla="*/ 26003 w 257175"/>
                <a:gd name="connsiteY222" fmla="*/ 210121 h 409575"/>
                <a:gd name="connsiteX223" fmla="*/ 25622 w 257175"/>
                <a:gd name="connsiteY223" fmla="*/ 210407 h 409575"/>
                <a:gd name="connsiteX224" fmla="*/ 25146 w 257175"/>
                <a:gd name="connsiteY224" fmla="*/ 211360 h 409575"/>
                <a:gd name="connsiteX225" fmla="*/ 24955 w 257175"/>
                <a:gd name="connsiteY225" fmla="*/ 211836 h 409575"/>
                <a:gd name="connsiteX226" fmla="*/ 24765 w 257175"/>
                <a:gd name="connsiteY226" fmla="*/ 212312 h 409575"/>
                <a:gd name="connsiteX227" fmla="*/ 24384 w 257175"/>
                <a:gd name="connsiteY227" fmla="*/ 212598 h 409575"/>
                <a:gd name="connsiteX228" fmla="*/ 23813 w 257175"/>
                <a:gd name="connsiteY228" fmla="*/ 212693 h 409575"/>
                <a:gd name="connsiteX229" fmla="*/ 22574 w 257175"/>
                <a:gd name="connsiteY229" fmla="*/ 212598 h 409575"/>
                <a:gd name="connsiteX230" fmla="*/ 22098 w 257175"/>
                <a:gd name="connsiteY230" fmla="*/ 212693 h 409575"/>
                <a:gd name="connsiteX231" fmla="*/ 21717 w 257175"/>
                <a:gd name="connsiteY231" fmla="*/ 212979 h 409575"/>
                <a:gd name="connsiteX232" fmla="*/ 21527 w 257175"/>
                <a:gd name="connsiteY232" fmla="*/ 213360 h 409575"/>
                <a:gd name="connsiteX233" fmla="*/ 21336 w 257175"/>
                <a:gd name="connsiteY233" fmla="*/ 214027 h 409575"/>
                <a:gd name="connsiteX234" fmla="*/ 21241 w 257175"/>
                <a:gd name="connsiteY234" fmla="*/ 214122 h 409575"/>
                <a:gd name="connsiteX235" fmla="*/ 20955 w 257175"/>
                <a:gd name="connsiteY235" fmla="*/ 214408 h 409575"/>
                <a:gd name="connsiteX236" fmla="*/ 20860 w 257175"/>
                <a:gd name="connsiteY236" fmla="*/ 214884 h 409575"/>
                <a:gd name="connsiteX237" fmla="*/ 20955 w 257175"/>
                <a:gd name="connsiteY237" fmla="*/ 215551 h 409575"/>
                <a:gd name="connsiteX238" fmla="*/ 22193 w 257175"/>
                <a:gd name="connsiteY238" fmla="*/ 216979 h 409575"/>
                <a:gd name="connsiteX239" fmla="*/ 23051 w 257175"/>
                <a:gd name="connsiteY239" fmla="*/ 217646 h 409575"/>
                <a:gd name="connsiteX240" fmla="*/ 23908 w 257175"/>
                <a:gd name="connsiteY240" fmla="*/ 218218 h 409575"/>
                <a:gd name="connsiteX241" fmla="*/ 26003 w 257175"/>
                <a:gd name="connsiteY241" fmla="*/ 218884 h 409575"/>
                <a:gd name="connsiteX242" fmla="*/ 26861 w 257175"/>
                <a:gd name="connsiteY242" fmla="*/ 219075 h 409575"/>
                <a:gd name="connsiteX243" fmla="*/ 27432 w 257175"/>
                <a:gd name="connsiteY243" fmla="*/ 219075 h 409575"/>
                <a:gd name="connsiteX244" fmla="*/ 28004 w 257175"/>
                <a:gd name="connsiteY244" fmla="*/ 218980 h 409575"/>
                <a:gd name="connsiteX245" fmla="*/ 28480 w 257175"/>
                <a:gd name="connsiteY245" fmla="*/ 218789 h 409575"/>
                <a:gd name="connsiteX246" fmla="*/ 28956 w 257175"/>
                <a:gd name="connsiteY246" fmla="*/ 218503 h 409575"/>
                <a:gd name="connsiteX247" fmla="*/ 29718 w 257175"/>
                <a:gd name="connsiteY247" fmla="*/ 217932 h 409575"/>
                <a:gd name="connsiteX248" fmla="*/ 31337 w 257175"/>
                <a:gd name="connsiteY248" fmla="*/ 216027 h 409575"/>
                <a:gd name="connsiteX249" fmla="*/ 31813 w 257175"/>
                <a:gd name="connsiteY249" fmla="*/ 215646 h 409575"/>
                <a:gd name="connsiteX250" fmla="*/ 32480 w 257175"/>
                <a:gd name="connsiteY250" fmla="*/ 215360 h 409575"/>
                <a:gd name="connsiteX251" fmla="*/ 34004 w 257175"/>
                <a:gd name="connsiteY251" fmla="*/ 215551 h 409575"/>
                <a:gd name="connsiteX252" fmla="*/ 35338 w 257175"/>
                <a:gd name="connsiteY252" fmla="*/ 216122 h 409575"/>
                <a:gd name="connsiteX253" fmla="*/ 39719 w 257175"/>
                <a:gd name="connsiteY253" fmla="*/ 218599 h 409575"/>
                <a:gd name="connsiteX254" fmla="*/ 40100 w 257175"/>
                <a:gd name="connsiteY254" fmla="*/ 218980 h 409575"/>
                <a:gd name="connsiteX255" fmla="*/ 40386 w 257175"/>
                <a:gd name="connsiteY255" fmla="*/ 219456 h 409575"/>
                <a:gd name="connsiteX256" fmla="*/ 40481 w 257175"/>
                <a:gd name="connsiteY256" fmla="*/ 220027 h 409575"/>
                <a:gd name="connsiteX257" fmla="*/ 40767 w 257175"/>
                <a:gd name="connsiteY257" fmla="*/ 221837 h 409575"/>
                <a:gd name="connsiteX258" fmla="*/ 40957 w 257175"/>
                <a:gd name="connsiteY258" fmla="*/ 222313 h 409575"/>
                <a:gd name="connsiteX259" fmla="*/ 41148 w 257175"/>
                <a:gd name="connsiteY259" fmla="*/ 222790 h 409575"/>
                <a:gd name="connsiteX260" fmla="*/ 42101 w 257175"/>
                <a:gd name="connsiteY260" fmla="*/ 224028 h 409575"/>
                <a:gd name="connsiteX261" fmla="*/ 43053 w 257175"/>
                <a:gd name="connsiteY261" fmla="*/ 225742 h 409575"/>
                <a:gd name="connsiteX262" fmla="*/ 43910 w 257175"/>
                <a:gd name="connsiteY262" fmla="*/ 227647 h 409575"/>
                <a:gd name="connsiteX263" fmla="*/ 44291 w 257175"/>
                <a:gd name="connsiteY263" fmla="*/ 228695 h 409575"/>
                <a:gd name="connsiteX264" fmla="*/ 44577 w 257175"/>
                <a:gd name="connsiteY264" fmla="*/ 229934 h 409575"/>
                <a:gd name="connsiteX265" fmla="*/ 44768 w 257175"/>
                <a:gd name="connsiteY265" fmla="*/ 230410 h 409575"/>
                <a:gd name="connsiteX266" fmla="*/ 45053 w 257175"/>
                <a:gd name="connsiteY266" fmla="*/ 230791 h 409575"/>
                <a:gd name="connsiteX267" fmla="*/ 48482 w 257175"/>
                <a:gd name="connsiteY267" fmla="*/ 234029 h 409575"/>
                <a:gd name="connsiteX268" fmla="*/ 50768 w 257175"/>
                <a:gd name="connsiteY268" fmla="*/ 235648 h 409575"/>
                <a:gd name="connsiteX269" fmla="*/ 52578 w 257175"/>
                <a:gd name="connsiteY269" fmla="*/ 236410 h 409575"/>
                <a:gd name="connsiteX270" fmla="*/ 58483 w 257175"/>
                <a:gd name="connsiteY270" fmla="*/ 237744 h 409575"/>
                <a:gd name="connsiteX271" fmla="*/ 63341 w 257175"/>
                <a:gd name="connsiteY271" fmla="*/ 240792 h 409575"/>
                <a:gd name="connsiteX272" fmla="*/ 65627 w 257175"/>
                <a:gd name="connsiteY272" fmla="*/ 243173 h 409575"/>
                <a:gd name="connsiteX273" fmla="*/ 66104 w 257175"/>
                <a:gd name="connsiteY273" fmla="*/ 244126 h 409575"/>
                <a:gd name="connsiteX274" fmla="*/ 67532 w 257175"/>
                <a:gd name="connsiteY274" fmla="*/ 247840 h 409575"/>
                <a:gd name="connsiteX275" fmla="*/ 75629 w 257175"/>
                <a:gd name="connsiteY275" fmla="*/ 258318 h 409575"/>
                <a:gd name="connsiteX276" fmla="*/ 76867 w 257175"/>
                <a:gd name="connsiteY276" fmla="*/ 260604 h 409575"/>
                <a:gd name="connsiteX277" fmla="*/ 76962 w 257175"/>
                <a:gd name="connsiteY277" fmla="*/ 262223 h 409575"/>
                <a:gd name="connsiteX278" fmla="*/ 70199 w 257175"/>
                <a:gd name="connsiteY278" fmla="*/ 266224 h 409575"/>
                <a:gd name="connsiteX279" fmla="*/ 69532 w 257175"/>
                <a:gd name="connsiteY279" fmla="*/ 266795 h 409575"/>
                <a:gd name="connsiteX280" fmla="*/ 69056 w 257175"/>
                <a:gd name="connsiteY280" fmla="*/ 267557 h 409575"/>
                <a:gd name="connsiteX281" fmla="*/ 68866 w 257175"/>
                <a:gd name="connsiteY281" fmla="*/ 268510 h 409575"/>
                <a:gd name="connsiteX282" fmla="*/ 68771 w 257175"/>
                <a:gd name="connsiteY282" fmla="*/ 270034 h 409575"/>
                <a:gd name="connsiteX283" fmla="*/ 68866 w 257175"/>
                <a:gd name="connsiteY283" fmla="*/ 270891 h 409575"/>
                <a:gd name="connsiteX284" fmla="*/ 72771 w 257175"/>
                <a:gd name="connsiteY284" fmla="*/ 285083 h 409575"/>
                <a:gd name="connsiteX285" fmla="*/ 75914 w 257175"/>
                <a:gd name="connsiteY285" fmla="*/ 290893 h 409575"/>
                <a:gd name="connsiteX286" fmla="*/ 78105 w 257175"/>
                <a:gd name="connsiteY286" fmla="*/ 296418 h 409575"/>
                <a:gd name="connsiteX287" fmla="*/ 78772 w 257175"/>
                <a:gd name="connsiteY287" fmla="*/ 297751 h 409575"/>
                <a:gd name="connsiteX288" fmla="*/ 79057 w 257175"/>
                <a:gd name="connsiteY288" fmla="*/ 298132 h 409575"/>
                <a:gd name="connsiteX289" fmla="*/ 80391 w 257175"/>
                <a:gd name="connsiteY289" fmla="*/ 299561 h 409575"/>
                <a:gd name="connsiteX290" fmla="*/ 82677 w 257175"/>
                <a:gd name="connsiteY290" fmla="*/ 301466 h 409575"/>
                <a:gd name="connsiteX291" fmla="*/ 83820 w 257175"/>
                <a:gd name="connsiteY291" fmla="*/ 303371 h 409575"/>
                <a:gd name="connsiteX292" fmla="*/ 84963 w 257175"/>
                <a:gd name="connsiteY292" fmla="*/ 305848 h 409575"/>
                <a:gd name="connsiteX293" fmla="*/ 85439 w 257175"/>
                <a:gd name="connsiteY293" fmla="*/ 307467 h 409575"/>
                <a:gd name="connsiteX294" fmla="*/ 86868 w 257175"/>
                <a:gd name="connsiteY294" fmla="*/ 314325 h 409575"/>
                <a:gd name="connsiteX295" fmla="*/ 87058 w 257175"/>
                <a:gd name="connsiteY295" fmla="*/ 315754 h 409575"/>
                <a:gd name="connsiteX296" fmla="*/ 87058 w 257175"/>
                <a:gd name="connsiteY296" fmla="*/ 317087 h 409575"/>
                <a:gd name="connsiteX297" fmla="*/ 86963 w 257175"/>
                <a:gd name="connsiteY297" fmla="*/ 318992 h 409575"/>
                <a:gd name="connsiteX298" fmla="*/ 86868 w 257175"/>
                <a:gd name="connsiteY298" fmla="*/ 319564 h 409575"/>
                <a:gd name="connsiteX299" fmla="*/ 86582 w 257175"/>
                <a:gd name="connsiteY299" fmla="*/ 319945 h 409575"/>
                <a:gd name="connsiteX300" fmla="*/ 86011 w 257175"/>
                <a:gd name="connsiteY300" fmla="*/ 320802 h 409575"/>
                <a:gd name="connsiteX301" fmla="*/ 85915 w 257175"/>
                <a:gd name="connsiteY301" fmla="*/ 321755 h 409575"/>
                <a:gd name="connsiteX302" fmla="*/ 85820 w 257175"/>
                <a:gd name="connsiteY302" fmla="*/ 323183 h 409575"/>
                <a:gd name="connsiteX303" fmla="*/ 86201 w 257175"/>
                <a:gd name="connsiteY303" fmla="*/ 326326 h 409575"/>
                <a:gd name="connsiteX304" fmla="*/ 86296 w 257175"/>
                <a:gd name="connsiteY304" fmla="*/ 327850 h 409575"/>
                <a:gd name="connsiteX305" fmla="*/ 86201 w 257175"/>
                <a:gd name="connsiteY305" fmla="*/ 328898 h 409575"/>
                <a:gd name="connsiteX306" fmla="*/ 85725 w 257175"/>
                <a:gd name="connsiteY306" fmla="*/ 329755 h 409575"/>
                <a:gd name="connsiteX307" fmla="*/ 85344 w 257175"/>
                <a:gd name="connsiteY307" fmla="*/ 330136 h 409575"/>
                <a:gd name="connsiteX308" fmla="*/ 84677 w 257175"/>
                <a:gd name="connsiteY308" fmla="*/ 330708 h 409575"/>
                <a:gd name="connsiteX309" fmla="*/ 79343 w 257175"/>
                <a:gd name="connsiteY309" fmla="*/ 333756 h 409575"/>
                <a:gd name="connsiteX310" fmla="*/ 78962 w 257175"/>
                <a:gd name="connsiteY310" fmla="*/ 334042 h 409575"/>
                <a:gd name="connsiteX311" fmla="*/ 78677 w 257175"/>
                <a:gd name="connsiteY311" fmla="*/ 334423 h 409575"/>
                <a:gd name="connsiteX312" fmla="*/ 77724 w 257175"/>
                <a:gd name="connsiteY312" fmla="*/ 336232 h 409575"/>
                <a:gd name="connsiteX313" fmla="*/ 77343 w 257175"/>
                <a:gd name="connsiteY313" fmla="*/ 337185 h 409575"/>
                <a:gd name="connsiteX314" fmla="*/ 76581 w 257175"/>
                <a:gd name="connsiteY314" fmla="*/ 340042 h 409575"/>
                <a:gd name="connsiteX315" fmla="*/ 76390 w 257175"/>
                <a:gd name="connsiteY315" fmla="*/ 342043 h 409575"/>
                <a:gd name="connsiteX316" fmla="*/ 76486 w 257175"/>
                <a:gd name="connsiteY316" fmla="*/ 344519 h 409575"/>
                <a:gd name="connsiteX317" fmla="*/ 76676 w 257175"/>
                <a:gd name="connsiteY317" fmla="*/ 345948 h 409575"/>
                <a:gd name="connsiteX318" fmla="*/ 76867 w 257175"/>
                <a:gd name="connsiteY318" fmla="*/ 346900 h 409575"/>
                <a:gd name="connsiteX319" fmla="*/ 77057 w 257175"/>
                <a:gd name="connsiteY319" fmla="*/ 347472 h 409575"/>
                <a:gd name="connsiteX320" fmla="*/ 79534 w 257175"/>
                <a:gd name="connsiteY320" fmla="*/ 351949 h 409575"/>
                <a:gd name="connsiteX321" fmla="*/ 80296 w 257175"/>
                <a:gd name="connsiteY321" fmla="*/ 353854 h 409575"/>
                <a:gd name="connsiteX322" fmla="*/ 80581 w 257175"/>
                <a:gd name="connsiteY322" fmla="*/ 354235 h 409575"/>
                <a:gd name="connsiteX323" fmla="*/ 80867 w 257175"/>
                <a:gd name="connsiteY323" fmla="*/ 354521 h 409575"/>
                <a:gd name="connsiteX324" fmla="*/ 81344 w 257175"/>
                <a:gd name="connsiteY324" fmla="*/ 354806 h 409575"/>
                <a:gd name="connsiteX325" fmla="*/ 81820 w 257175"/>
                <a:gd name="connsiteY325" fmla="*/ 355378 h 409575"/>
                <a:gd name="connsiteX326" fmla="*/ 82296 w 257175"/>
                <a:gd name="connsiteY326" fmla="*/ 356140 h 409575"/>
                <a:gd name="connsiteX327" fmla="*/ 83153 w 257175"/>
                <a:gd name="connsiteY327" fmla="*/ 358807 h 409575"/>
                <a:gd name="connsiteX328" fmla="*/ 83439 w 257175"/>
                <a:gd name="connsiteY328" fmla="*/ 359569 h 409575"/>
                <a:gd name="connsiteX329" fmla="*/ 83629 w 257175"/>
                <a:gd name="connsiteY329" fmla="*/ 359950 h 409575"/>
                <a:gd name="connsiteX330" fmla="*/ 84011 w 257175"/>
                <a:gd name="connsiteY330" fmla="*/ 360331 h 409575"/>
                <a:gd name="connsiteX331" fmla="*/ 84487 w 257175"/>
                <a:gd name="connsiteY331" fmla="*/ 361188 h 409575"/>
                <a:gd name="connsiteX332" fmla="*/ 84772 w 257175"/>
                <a:gd name="connsiteY332" fmla="*/ 361569 h 409575"/>
                <a:gd name="connsiteX333" fmla="*/ 85154 w 257175"/>
                <a:gd name="connsiteY333" fmla="*/ 362521 h 409575"/>
                <a:gd name="connsiteX334" fmla="*/ 85439 w 257175"/>
                <a:gd name="connsiteY334" fmla="*/ 362998 h 409575"/>
                <a:gd name="connsiteX335" fmla="*/ 85725 w 257175"/>
                <a:gd name="connsiteY335" fmla="*/ 363284 h 409575"/>
                <a:gd name="connsiteX336" fmla="*/ 86201 w 257175"/>
                <a:gd name="connsiteY336" fmla="*/ 363474 h 409575"/>
                <a:gd name="connsiteX337" fmla="*/ 86773 w 257175"/>
                <a:gd name="connsiteY337" fmla="*/ 363474 h 409575"/>
                <a:gd name="connsiteX338" fmla="*/ 87344 w 257175"/>
                <a:gd name="connsiteY338" fmla="*/ 363569 h 409575"/>
                <a:gd name="connsiteX339" fmla="*/ 87821 w 257175"/>
                <a:gd name="connsiteY339" fmla="*/ 363760 h 409575"/>
                <a:gd name="connsiteX340" fmla="*/ 88678 w 257175"/>
                <a:gd name="connsiteY340" fmla="*/ 364331 h 409575"/>
                <a:gd name="connsiteX341" fmla="*/ 96298 w 257175"/>
                <a:gd name="connsiteY341" fmla="*/ 368808 h 409575"/>
                <a:gd name="connsiteX342" fmla="*/ 97631 w 257175"/>
                <a:gd name="connsiteY342" fmla="*/ 369094 h 409575"/>
                <a:gd name="connsiteX343" fmla="*/ 99441 w 257175"/>
                <a:gd name="connsiteY343" fmla="*/ 369189 h 409575"/>
                <a:gd name="connsiteX344" fmla="*/ 100584 w 257175"/>
                <a:gd name="connsiteY344" fmla="*/ 368522 h 409575"/>
                <a:gd name="connsiteX345" fmla="*/ 102394 w 257175"/>
                <a:gd name="connsiteY345" fmla="*/ 367760 h 409575"/>
                <a:gd name="connsiteX346" fmla="*/ 104585 w 257175"/>
                <a:gd name="connsiteY346" fmla="*/ 367189 h 409575"/>
                <a:gd name="connsiteX347" fmla="*/ 107823 w 257175"/>
                <a:gd name="connsiteY347" fmla="*/ 367093 h 409575"/>
                <a:gd name="connsiteX348" fmla="*/ 109252 w 257175"/>
                <a:gd name="connsiteY348" fmla="*/ 367855 h 409575"/>
                <a:gd name="connsiteX349" fmla="*/ 109633 w 257175"/>
                <a:gd name="connsiteY349" fmla="*/ 369094 h 409575"/>
                <a:gd name="connsiteX350" fmla="*/ 108776 w 257175"/>
                <a:gd name="connsiteY350" fmla="*/ 369951 h 409575"/>
                <a:gd name="connsiteX351" fmla="*/ 107823 w 257175"/>
                <a:gd name="connsiteY351" fmla="*/ 370237 h 409575"/>
                <a:gd name="connsiteX352" fmla="*/ 106871 w 257175"/>
                <a:gd name="connsiteY352" fmla="*/ 370332 h 409575"/>
                <a:gd name="connsiteX353" fmla="*/ 106204 w 257175"/>
                <a:gd name="connsiteY353" fmla="*/ 370713 h 409575"/>
                <a:gd name="connsiteX354" fmla="*/ 105918 w 257175"/>
                <a:gd name="connsiteY354" fmla="*/ 371475 h 409575"/>
                <a:gd name="connsiteX355" fmla="*/ 106204 w 257175"/>
                <a:gd name="connsiteY355" fmla="*/ 372713 h 409575"/>
                <a:gd name="connsiteX356" fmla="*/ 106680 w 257175"/>
                <a:gd name="connsiteY356" fmla="*/ 374047 h 409575"/>
                <a:gd name="connsiteX357" fmla="*/ 107347 w 257175"/>
                <a:gd name="connsiteY357" fmla="*/ 375475 h 409575"/>
                <a:gd name="connsiteX358" fmla="*/ 109156 w 257175"/>
                <a:gd name="connsiteY358" fmla="*/ 378238 h 409575"/>
                <a:gd name="connsiteX359" fmla="*/ 114014 w 257175"/>
                <a:gd name="connsiteY359" fmla="*/ 384143 h 409575"/>
                <a:gd name="connsiteX360" fmla="*/ 115443 w 257175"/>
                <a:gd name="connsiteY360" fmla="*/ 386429 h 409575"/>
                <a:gd name="connsiteX361" fmla="*/ 117538 w 257175"/>
                <a:gd name="connsiteY361" fmla="*/ 389001 h 409575"/>
                <a:gd name="connsiteX362" fmla="*/ 118681 w 257175"/>
                <a:gd name="connsiteY362" fmla="*/ 389668 h 409575"/>
                <a:gd name="connsiteX363" fmla="*/ 119920 w 257175"/>
                <a:gd name="connsiteY363" fmla="*/ 389572 h 409575"/>
                <a:gd name="connsiteX364" fmla="*/ 120777 w 257175"/>
                <a:gd name="connsiteY364" fmla="*/ 389096 h 409575"/>
                <a:gd name="connsiteX365" fmla="*/ 122301 w 257175"/>
                <a:gd name="connsiteY365" fmla="*/ 387572 h 409575"/>
                <a:gd name="connsiteX366" fmla="*/ 123444 w 257175"/>
                <a:gd name="connsiteY366" fmla="*/ 386620 h 409575"/>
                <a:gd name="connsiteX367" fmla="*/ 124778 w 257175"/>
                <a:gd name="connsiteY367" fmla="*/ 386143 h 409575"/>
                <a:gd name="connsiteX368" fmla="*/ 126111 w 257175"/>
                <a:gd name="connsiteY368" fmla="*/ 385953 h 409575"/>
                <a:gd name="connsiteX369" fmla="*/ 136398 w 257175"/>
                <a:gd name="connsiteY369" fmla="*/ 389668 h 409575"/>
                <a:gd name="connsiteX370" fmla="*/ 137351 w 257175"/>
                <a:gd name="connsiteY370" fmla="*/ 390525 h 409575"/>
                <a:gd name="connsiteX371" fmla="*/ 137446 w 257175"/>
                <a:gd name="connsiteY371" fmla="*/ 391192 h 409575"/>
                <a:gd name="connsiteX372" fmla="*/ 136970 w 257175"/>
                <a:gd name="connsiteY372" fmla="*/ 391668 h 409575"/>
                <a:gd name="connsiteX373" fmla="*/ 136017 w 257175"/>
                <a:gd name="connsiteY373" fmla="*/ 391954 h 409575"/>
                <a:gd name="connsiteX374" fmla="*/ 124206 w 257175"/>
                <a:gd name="connsiteY374" fmla="*/ 393287 h 409575"/>
                <a:gd name="connsiteX375" fmla="*/ 123254 w 257175"/>
                <a:gd name="connsiteY375" fmla="*/ 393668 h 409575"/>
                <a:gd name="connsiteX376" fmla="*/ 122396 w 257175"/>
                <a:gd name="connsiteY376" fmla="*/ 394335 h 409575"/>
                <a:gd name="connsiteX377" fmla="*/ 122015 w 257175"/>
                <a:gd name="connsiteY377" fmla="*/ 395288 h 409575"/>
                <a:gd name="connsiteX378" fmla="*/ 122301 w 257175"/>
                <a:gd name="connsiteY378" fmla="*/ 396716 h 409575"/>
                <a:gd name="connsiteX379" fmla="*/ 123063 w 257175"/>
                <a:gd name="connsiteY379" fmla="*/ 397478 h 409575"/>
                <a:gd name="connsiteX380" fmla="*/ 123825 w 257175"/>
                <a:gd name="connsiteY380" fmla="*/ 397764 h 409575"/>
                <a:gd name="connsiteX381" fmla="*/ 124778 w 257175"/>
                <a:gd name="connsiteY381" fmla="*/ 397669 h 409575"/>
                <a:gd name="connsiteX382" fmla="*/ 125730 w 257175"/>
                <a:gd name="connsiteY382" fmla="*/ 397383 h 409575"/>
                <a:gd name="connsiteX383" fmla="*/ 129921 w 257175"/>
                <a:gd name="connsiteY383" fmla="*/ 395478 h 409575"/>
                <a:gd name="connsiteX384" fmla="*/ 131350 w 257175"/>
                <a:gd name="connsiteY384" fmla="*/ 395288 h 409575"/>
                <a:gd name="connsiteX385" fmla="*/ 132779 w 257175"/>
                <a:gd name="connsiteY385" fmla="*/ 395383 h 409575"/>
                <a:gd name="connsiteX386" fmla="*/ 135160 w 257175"/>
                <a:gd name="connsiteY386" fmla="*/ 396050 h 409575"/>
                <a:gd name="connsiteX387" fmla="*/ 140208 w 257175"/>
                <a:gd name="connsiteY387" fmla="*/ 395764 h 409575"/>
                <a:gd name="connsiteX388" fmla="*/ 145352 w 257175"/>
                <a:gd name="connsiteY388" fmla="*/ 396907 h 409575"/>
                <a:gd name="connsiteX389" fmla="*/ 146971 w 257175"/>
                <a:gd name="connsiteY389" fmla="*/ 397573 h 409575"/>
                <a:gd name="connsiteX390" fmla="*/ 148019 w 257175"/>
                <a:gd name="connsiteY390" fmla="*/ 398621 h 409575"/>
                <a:gd name="connsiteX391" fmla="*/ 149733 w 257175"/>
                <a:gd name="connsiteY391" fmla="*/ 401574 h 409575"/>
                <a:gd name="connsiteX392" fmla="*/ 151352 w 257175"/>
                <a:gd name="connsiteY392" fmla="*/ 403860 h 409575"/>
                <a:gd name="connsiteX393" fmla="*/ 152781 w 257175"/>
                <a:gd name="connsiteY393" fmla="*/ 405193 h 409575"/>
                <a:gd name="connsiteX394" fmla="*/ 153733 w 257175"/>
                <a:gd name="connsiteY394" fmla="*/ 406432 h 409575"/>
                <a:gd name="connsiteX395" fmla="*/ 155067 w 257175"/>
                <a:gd name="connsiteY395" fmla="*/ 409003 h 409575"/>
                <a:gd name="connsiteX396" fmla="*/ 156210 w 257175"/>
                <a:gd name="connsiteY396" fmla="*/ 410527 h 409575"/>
                <a:gd name="connsiteX397" fmla="*/ 158305 w 257175"/>
                <a:gd name="connsiteY397" fmla="*/ 412147 h 409575"/>
                <a:gd name="connsiteX398" fmla="*/ 159925 w 257175"/>
                <a:gd name="connsiteY398" fmla="*/ 412337 h 409575"/>
                <a:gd name="connsiteX399" fmla="*/ 161354 w 257175"/>
                <a:gd name="connsiteY399" fmla="*/ 411766 h 409575"/>
                <a:gd name="connsiteX400" fmla="*/ 166878 w 257175"/>
                <a:gd name="connsiteY400" fmla="*/ 406622 h 409575"/>
                <a:gd name="connsiteX401" fmla="*/ 167735 w 257175"/>
                <a:gd name="connsiteY401" fmla="*/ 405670 h 409575"/>
                <a:gd name="connsiteX402" fmla="*/ 168307 w 257175"/>
                <a:gd name="connsiteY402" fmla="*/ 404813 h 409575"/>
                <a:gd name="connsiteX403" fmla="*/ 168878 w 257175"/>
                <a:gd name="connsiteY403" fmla="*/ 403669 h 409575"/>
                <a:gd name="connsiteX404" fmla="*/ 169831 w 257175"/>
                <a:gd name="connsiteY404" fmla="*/ 400717 h 409575"/>
                <a:gd name="connsiteX405" fmla="*/ 170307 w 257175"/>
                <a:gd name="connsiteY405" fmla="*/ 397669 h 409575"/>
                <a:gd name="connsiteX406" fmla="*/ 170402 w 257175"/>
                <a:gd name="connsiteY406" fmla="*/ 394906 h 409575"/>
                <a:gd name="connsiteX407" fmla="*/ 170879 w 257175"/>
                <a:gd name="connsiteY407" fmla="*/ 392049 h 409575"/>
                <a:gd name="connsiteX408" fmla="*/ 170974 w 257175"/>
                <a:gd name="connsiteY408" fmla="*/ 391477 h 409575"/>
                <a:gd name="connsiteX409" fmla="*/ 170879 w 257175"/>
                <a:gd name="connsiteY409" fmla="*/ 390906 h 409575"/>
                <a:gd name="connsiteX410" fmla="*/ 170593 w 257175"/>
                <a:gd name="connsiteY410" fmla="*/ 390430 h 409575"/>
                <a:gd name="connsiteX411" fmla="*/ 170307 w 257175"/>
                <a:gd name="connsiteY411" fmla="*/ 390049 h 409575"/>
                <a:gd name="connsiteX412" fmla="*/ 169736 w 257175"/>
                <a:gd name="connsiteY412" fmla="*/ 389477 h 409575"/>
                <a:gd name="connsiteX413" fmla="*/ 169450 w 257175"/>
                <a:gd name="connsiteY413" fmla="*/ 389382 h 409575"/>
                <a:gd name="connsiteX414" fmla="*/ 168593 w 257175"/>
                <a:gd name="connsiteY414" fmla="*/ 389001 h 409575"/>
                <a:gd name="connsiteX415" fmla="*/ 166592 w 257175"/>
                <a:gd name="connsiteY415" fmla="*/ 388525 h 409575"/>
                <a:gd name="connsiteX416" fmla="*/ 166402 w 257175"/>
                <a:gd name="connsiteY416" fmla="*/ 388430 h 409575"/>
                <a:gd name="connsiteX417" fmla="*/ 166211 w 257175"/>
                <a:gd name="connsiteY417" fmla="*/ 388334 h 409575"/>
                <a:gd name="connsiteX418" fmla="*/ 165926 w 257175"/>
                <a:gd name="connsiteY418" fmla="*/ 388144 h 409575"/>
                <a:gd name="connsiteX419" fmla="*/ 165640 w 257175"/>
                <a:gd name="connsiteY419" fmla="*/ 387763 h 409575"/>
                <a:gd name="connsiteX420" fmla="*/ 164782 w 257175"/>
                <a:gd name="connsiteY420" fmla="*/ 385953 h 409575"/>
                <a:gd name="connsiteX421" fmla="*/ 164402 w 257175"/>
                <a:gd name="connsiteY421" fmla="*/ 385000 h 409575"/>
                <a:gd name="connsiteX422" fmla="*/ 164211 w 257175"/>
                <a:gd name="connsiteY422" fmla="*/ 384429 h 409575"/>
                <a:gd name="connsiteX423" fmla="*/ 164211 w 257175"/>
                <a:gd name="connsiteY423" fmla="*/ 383953 h 409575"/>
                <a:gd name="connsiteX424" fmla="*/ 164306 w 257175"/>
                <a:gd name="connsiteY424" fmla="*/ 383476 h 409575"/>
                <a:gd name="connsiteX425" fmla="*/ 164592 w 257175"/>
                <a:gd name="connsiteY425" fmla="*/ 383096 h 409575"/>
                <a:gd name="connsiteX426" fmla="*/ 165545 w 257175"/>
                <a:gd name="connsiteY426" fmla="*/ 382905 h 409575"/>
                <a:gd name="connsiteX427" fmla="*/ 170783 w 257175"/>
                <a:gd name="connsiteY427" fmla="*/ 383191 h 409575"/>
                <a:gd name="connsiteX428" fmla="*/ 171545 w 257175"/>
                <a:gd name="connsiteY428" fmla="*/ 383191 h 409575"/>
                <a:gd name="connsiteX429" fmla="*/ 171831 w 257175"/>
                <a:gd name="connsiteY429" fmla="*/ 382905 h 409575"/>
                <a:gd name="connsiteX430" fmla="*/ 172021 w 257175"/>
                <a:gd name="connsiteY430" fmla="*/ 382429 h 409575"/>
                <a:gd name="connsiteX431" fmla="*/ 171926 w 257175"/>
                <a:gd name="connsiteY431" fmla="*/ 381952 h 409575"/>
                <a:gd name="connsiteX432" fmla="*/ 171736 w 257175"/>
                <a:gd name="connsiteY432" fmla="*/ 381571 h 409575"/>
                <a:gd name="connsiteX433" fmla="*/ 171545 w 257175"/>
                <a:gd name="connsiteY433" fmla="*/ 381190 h 409575"/>
                <a:gd name="connsiteX434" fmla="*/ 171260 w 257175"/>
                <a:gd name="connsiteY434" fmla="*/ 380905 h 409575"/>
                <a:gd name="connsiteX435" fmla="*/ 168973 w 257175"/>
                <a:gd name="connsiteY435" fmla="*/ 379571 h 409575"/>
                <a:gd name="connsiteX436" fmla="*/ 168307 w 257175"/>
                <a:gd name="connsiteY436" fmla="*/ 378905 h 409575"/>
                <a:gd name="connsiteX437" fmla="*/ 167449 w 257175"/>
                <a:gd name="connsiteY437" fmla="*/ 377571 h 409575"/>
                <a:gd name="connsiteX438" fmla="*/ 167069 w 257175"/>
                <a:gd name="connsiteY438" fmla="*/ 376618 h 409575"/>
                <a:gd name="connsiteX439" fmla="*/ 166306 w 257175"/>
                <a:gd name="connsiteY439" fmla="*/ 372809 h 409575"/>
                <a:gd name="connsiteX440" fmla="*/ 165735 w 257175"/>
                <a:gd name="connsiteY440" fmla="*/ 371189 h 409575"/>
                <a:gd name="connsiteX441" fmla="*/ 165545 w 257175"/>
                <a:gd name="connsiteY441" fmla="*/ 370046 h 409575"/>
                <a:gd name="connsiteX442" fmla="*/ 165449 w 257175"/>
                <a:gd name="connsiteY442" fmla="*/ 369475 h 409575"/>
                <a:gd name="connsiteX443" fmla="*/ 165449 w 257175"/>
                <a:gd name="connsiteY443" fmla="*/ 368903 h 409575"/>
                <a:gd name="connsiteX444" fmla="*/ 165640 w 257175"/>
                <a:gd name="connsiteY444" fmla="*/ 368427 h 409575"/>
                <a:gd name="connsiteX445" fmla="*/ 165830 w 257175"/>
                <a:gd name="connsiteY445" fmla="*/ 367951 h 409575"/>
                <a:gd name="connsiteX446" fmla="*/ 166116 w 257175"/>
                <a:gd name="connsiteY446" fmla="*/ 367570 h 409575"/>
                <a:gd name="connsiteX447" fmla="*/ 166497 w 257175"/>
                <a:gd name="connsiteY447" fmla="*/ 367189 h 409575"/>
                <a:gd name="connsiteX448" fmla="*/ 166878 w 257175"/>
                <a:gd name="connsiteY448" fmla="*/ 366903 h 409575"/>
                <a:gd name="connsiteX449" fmla="*/ 167735 w 257175"/>
                <a:gd name="connsiteY449" fmla="*/ 366522 h 409575"/>
                <a:gd name="connsiteX450" fmla="*/ 168688 w 257175"/>
                <a:gd name="connsiteY450" fmla="*/ 366141 h 409575"/>
                <a:gd name="connsiteX451" fmla="*/ 172879 w 257175"/>
                <a:gd name="connsiteY451" fmla="*/ 365569 h 409575"/>
                <a:gd name="connsiteX452" fmla="*/ 175736 w 257175"/>
                <a:gd name="connsiteY452" fmla="*/ 365569 h 409575"/>
                <a:gd name="connsiteX453" fmla="*/ 178689 w 257175"/>
                <a:gd name="connsiteY453" fmla="*/ 366141 h 409575"/>
                <a:gd name="connsiteX454" fmla="*/ 179737 w 257175"/>
                <a:gd name="connsiteY454" fmla="*/ 366617 h 409575"/>
                <a:gd name="connsiteX455" fmla="*/ 180118 w 257175"/>
                <a:gd name="connsiteY455" fmla="*/ 366903 h 409575"/>
                <a:gd name="connsiteX456" fmla="*/ 182023 w 257175"/>
                <a:gd name="connsiteY456" fmla="*/ 367379 h 409575"/>
                <a:gd name="connsiteX457" fmla="*/ 185547 w 257175"/>
                <a:gd name="connsiteY457" fmla="*/ 367951 h 409575"/>
                <a:gd name="connsiteX458" fmla="*/ 186309 w 257175"/>
                <a:gd name="connsiteY458" fmla="*/ 368236 h 409575"/>
                <a:gd name="connsiteX459" fmla="*/ 188404 w 257175"/>
                <a:gd name="connsiteY459" fmla="*/ 370332 h 409575"/>
                <a:gd name="connsiteX460" fmla="*/ 189357 w 257175"/>
                <a:gd name="connsiteY460" fmla="*/ 371094 h 409575"/>
                <a:gd name="connsiteX461" fmla="*/ 191167 w 257175"/>
                <a:gd name="connsiteY461" fmla="*/ 370713 h 409575"/>
                <a:gd name="connsiteX462" fmla="*/ 191453 w 257175"/>
                <a:gd name="connsiteY462" fmla="*/ 370427 h 409575"/>
                <a:gd name="connsiteX463" fmla="*/ 191833 w 257175"/>
                <a:gd name="connsiteY463" fmla="*/ 369856 h 409575"/>
                <a:gd name="connsiteX464" fmla="*/ 192119 w 257175"/>
                <a:gd name="connsiteY464" fmla="*/ 369189 h 409575"/>
                <a:gd name="connsiteX465" fmla="*/ 192500 w 257175"/>
                <a:gd name="connsiteY465" fmla="*/ 368236 h 409575"/>
                <a:gd name="connsiteX466" fmla="*/ 193262 w 257175"/>
                <a:gd name="connsiteY466" fmla="*/ 367570 h 409575"/>
                <a:gd name="connsiteX467" fmla="*/ 196310 w 257175"/>
                <a:gd name="connsiteY467" fmla="*/ 366236 h 409575"/>
                <a:gd name="connsiteX468" fmla="*/ 198406 w 257175"/>
                <a:gd name="connsiteY468" fmla="*/ 365665 h 409575"/>
                <a:gd name="connsiteX469" fmla="*/ 199168 w 257175"/>
                <a:gd name="connsiteY469" fmla="*/ 365569 h 409575"/>
                <a:gd name="connsiteX470" fmla="*/ 199549 w 257175"/>
                <a:gd name="connsiteY470" fmla="*/ 365474 h 409575"/>
                <a:gd name="connsiteX471" fmla="*/ 199835 w 257175"/>
                <a:gd name="connsiteY471" fmla="*/ 365188 h 409575"/>
                <a:gd name="connsiteX472" fmla="*/ 200120 w 257175"/>
                <a:gd name="connsiteY472" fmla="*/ 364807 h 409575"/>
                <a:gd name="connsiteX473" fmla="*/ 200596 w 257175"/>
                <a:gd name="connsiteY473" fmla="*/ 363664 h 409575"/>
                <a:gd name="connsiteX474" fmla="*/ 201358 w 257175"/>
                <a:gd name="connsiteY474" fmla="*/ 362712 h 409575"/>
                <a:gd name="connsiteX475" fmla="*/ 203454 w 257175"/>
                <a:gd name="connsiteY475" fmla="*/ 361378 h 409575"/>
                <a:gd name="connsiteX476" fmla="*/ 204026 w 257175"/>
                <a:gd name="connsiteY476" fmla="*/ 360807 h 409575"/>
                <a:gd name="connsiteX477" fmla="*/ 204216 w 257175"/>
                <a:gd name="connsiteY477" fmla="*/ 360140 h 409575"/>
                <a:gd name="connsiteX478" fmla="*/ 204026 w 257175"/>
                <a:gd name="connsiteY478" fmla="*/ 359664 h 409575"/>
                <a:gd name="connsiteX479" fmla="*/ 203835 w 257175"/>
                <a:gd name="connsiteY479" fmla="*/ 359188 h 409575"/>
                <a:gd name="connsiteX480" fmla="*/ 203645 w 257175"/>
                <a:gd name="connsiteY480" fmla="*/ 358902 h 409575"/>
                <a:gd name="connsiteX481" fmla="*/ 201930 w 257175"/>
                <a:gd name="connsiteY481" fmla="*/ 356997 h 409575"/>
                <a:gd name="connsiteX482" fmla="*/ 201644 w 257175"/>
                <a:gd name="connsiteY482" fmla="*/ 356521 h 409575"/>
                <a:gd name="connsiteX483" fmla="*/ 201454 w 257175"/>
                <a:gd name="connsiteY483" fmla="*/ 356140 h 409575"/>
                <a:gd name="connsiteX484" fmla="*/ 201263 w 257175"/>
                <a:gd name="connsiteY484" fmla="*/ 355663 h 409575"/>
                <a:gd name="connsiteX485" fmla="*/ 200978 w 257175"/>
                <a:gd name="connsiteY485" fmla="*/ 354521 h 409575"/>
                <a:gd name="connsiteX486" fmla="*/ 200787 w 257175"/>
                <a:gd name="connsiteY486" fmla="*/ 354044 h 409575"/>
                <a:gd name="connsiteX487" fmla="*/ 200596 w 257175"/>
                <a:gd name="connsiteY487" fmla="*/ 353568 h 409575"/>
                <a:gd name="connsiteX488" fmla="*/ 200311 w 257175"/>
                <a:gd name="connsiteY488" fmla="*/ 353187 h 409575"/>
                <a:gd name="connsiteX489" fmla="*/ 198977 w 257175"/>
                <a:gd name="connsiteY489" fmla="*/ 351758 h 409575"/>
                <a:gd name="connsiteX490" fmla="*/ 198691 w 257175"/>
                <a:gd name="connsiteY490" fmla="*/ 351377 h 409575"/>
                <a:gd name="connsiteX491" fmla="*/ 198596 w 257175"/>
                <a:gd name="connsiteY491" fmla="*/ 350996 h 409575"/>
                <a:gd name="connsiteX492" fmla="*/ 198787 w 257175"/>
                <a:gd name="connsiteY492" fmla="*/ 350615 h 409575"/>
                <a:gd name="connsiteX493" fmla="*/ 199072 w 257175"/>
                <a:gd name="connsiteY493" fmla="*/ 350330 h 409575"/>
                <a:gd name="connsiteX494" fmla="*/ 199454 w 257175"/>
                <a:gd name="connsiteY494" fmla="*/ 349948 h 409575"/>
                <a:gd name="connsiteX495" fmla="*/ 199835 w 257175"/>
                <a:gd name="connsiteY495" fmla="*/ 349758 h 409575"/>
                <a:gd name="connsiteX496" fmla="*/ 200311 w 257175"/>
                <a:gd name="connsiteY496" fmla="*/ 349472 h 409575"/>
                <a:gd name="connsiteX497" fmla="*/ 201358 w 257175"/>
                <a:gd name="connsiteY497" fmla="*/ 349091 h 409575"/>
                <a:gd name="connsiteX498" fmla="*/ 204311 w 257175"/>
                <a:gd name="connsiteY498" fmla="*/ 348520 h 409575"/>
                <a:gd name="connsiteX499" fmla="*/ 205073 w 257175"/>
                <a:gd name="connsiteY499" fmla="*/ 348234 h 409575"/>
                <a:gd name="connsiteX500" fmla="*/ 205930 w 257175"/>
                <a:gd name="connsiteY500" fmla="*/ 347472 h 409575"/>
                <a:gd name="connsiteX501" fmla="*/ 206216 w 257175"/>
                <a:gd name="connsiteY501" fmla="*/ 346900 h 409575"/>
                <a:gd name="connsiteX502" fmla="*/ 206121 w 257175"/>
                <a:gd name="connsiteY502" fmla="*/ 346329 h 409575"/>
                <a:gd name="connsiteX503" fmla="*/ 205740 w 257175"/>
                <a:gd name="connsiteY503" fmla="*/ 345948 h 409575"/>
                <a:gd name="connsiteX504" fmla="*/ 204692 w 257175"/>
                <a:gd name="connsiteY504" fmla="*/ 345091 h 409575"/>
                <a:gd name="connsiteX505" fmla="*/ 204406 w 257175"/>
                <a:gd name="connsiteY505" fmla="*/ 344710 h 409575"/>
                <a:gd name="connsiteX506" fmla="*/ 204216 w 257175"/>
                <a:gd name="connsiteY506" fmla="*/ 344043 h 409575"/>
                <a:gd name="connsiteX507" fmla="*/ 204406 w 257175"/>
                <a:gd name="connsiteY507" fmla="*/ 343567 h 409575"/>
                <a:gd name="connsiteX508" fmla="*/ 204597 w 257175"/>
                <a:gd name="connsiteY508" fmla="*/ 343186 h 409575"/>
                <a:gd name="connsiteX509" fmla="*/ 205454 w 257175"/>
                <a:gd name="connsiteY509" fmla="*/ 342519 h 409575"/>
                <a:gd name="connsiteX510" fmla="*/ 206216 w 257175"/>
                <a:gd name="connsiteY510" fmla="*/ 341757 h 409575"/>
                <a:gd name="connsiteX511" fmla="*/ 206312 w 257175"/>
                <a:gd name="connsiteY511" fmla="*/ 341185 h 409575"/>
                <a:gd name="connsiteX512" fmla="*/ 206216 w 257175"/>
                <a:gd name="connsiteY512" fmla="*/ 340709 h 409575"/>
                <a:gd name="connsiteX513" fmla="*/ 205740 w 257175"/>
                <a:gd name="connsiteY513" fmla="*/ 339947 h 409575"/>
                <a:gd name="connsiteX514" fmla="*/ 205454 w 257175"/>
                <a:gd name="connsiteY514" fmla="*/ 339280 h 409575"/>
                <a:gd name="connsiteX515" fmla="*/ 205454 w 257175"/>
                <a:gd name="connsiteY515" fmla="*/ 338328 h 409575"/>
                <a:gd name="connsiteX516" fmla="*/ 205645 w 257175"/>
                <a:gd name="connsiteY516" fmla="*/ 336994 h 409575"/>
                <a:gd name="connsiteX517" fmla="*/ 206502 w 257175"/>
                <a:gd name="connsiteY517" fmla="*/ 334042 h 409575"/>
                <a:gd name="connsiteX518" fmla="*/ 206693 w 257175"/>
                <a:gd name="connsiteY518" fmla="*/ 332708 h 409575"/>
                <a:gd name="connsiteX519" fmla="*/ 206693 w 257175"/>
                <a:gd name="connsiteY519" fmla="*/ 331851 h 409575"/>
                <a:gd name="connsiteX520" fmla="*/ 206312 w 257175"/>
                <a:gd name="connsiteY520" fmla="*/ 330994 h 409575"/>
                <a:gd name="connsiteX521" fmla="*/ 204978 w 257175"/>
                <a:gd name="connsiteY521" fmla="*/ 328898 h 409575"/>
                <a:gd name="connsiteX522" fmla="*/ 204311 w 257175"/>
                <a:gd name="connsiteY522" fmla="*/ 328136 h 409575"/>
                <a:gd name="connsiteX523" fmla="*/ 203930 w 257175"/>
                <a:gd name="connsiteY523" fmla="*/ 327850 h 409575"/>
                <a:gd name="connsiteX524" fmla="*/ 203263 w 257175"/>
                <a:gd name="connsiteY524" fmla="*/ 327088 h 409575"/>
                <a:gd name="connsiteX525" fmla="*/ 202978 w 257175"/>
                <a:gd name="connsiteY525" fmla="*/ 326707 h 409575"/>
                <a:gd name="connsiteX526" fmla="*/ 202121 w 257175"/>
                <a:gd name="connsiteY526" fmla="*/ 324802 h 409575"/>
                <a:gd name="connsiteX527" fmla="*/ 201549 w 257175"/>
                <a:gd name="connsiteY527" fmla="*/ 323945 h 409575"/>
                <a:gd name="connsiteX528" fmla="*/ 201263 w 257175"/>
                <a:gd name="connsiteY528" fmla="*/ 323564 h 409575"/>
                <a:gd name="connsiteX529" fmla="*/ 199263 w 257175"/>
                <a:gd name="connsiteY529" fmla="*/ 322135 h 409575"/>
                <a:gd name="connsiteX530" fmla="*/ 198977 w 257175"/>
                <a:gd name="connsiteY530" fmla="*/ 321755 h 409575"/>
                <a:gd name="connsiteX531" fmla="*/ 197834 w 257175"/>
                <a:gd name="connsiteY531" fmla="*/ 319373 h 409575"/>
                <a:gd name="connsiteX532" fmla="*/ 197453 w 257175"/>
                <a:gd name="connsiteY532" fmla="*/ 318992 h 409575"/>
                <a:gd name="connsiteX533" fmla="*/ 197072 w 257175"/>
                <a:gd name="connsiteY533" fmla="*/ 318706 h 409575"/>
                <a:gd name="connsiteX534" fmla="*/ 196691 w 257175"/>
                <a:gd name="connsiteY534" fmla="*/ 318516 h 409575"/>
                <a:gd name="connsiteX535" fmla="*/ 196215 w 257175"/>
                <a:gd name="connsiteY535" fmla="*/ 318516 h 409575"/>
                <a:gd name="connsiteX536" fmla="*/ 193548 w 257175"/>
                <a:gd name="connsiteY536" fmla="*/ 319278 h 409575"/>
                <a:gd name="connsiteX537" fmla="*/ 192405 w 257175"/>
                <a:gd name="connsiteY537" fmla="*/ 319373 h 409575"/>
                <a:gd name="connsiteX538" fmla="*/ 191833 w 257175"/>
                <a:gd name="connsiteY538" fmla="*/ 319373 h 409575"/>
                <a:gd name="connsiteX539" fmla="*/ 190690 w 257175"/>
                <a:gd name="connsiteY539" fmla="*/ 319088 h 409575"/>
                <a:gd name="connsiteX540" fmla="*/ 186976 w 257175"/>
                <a:gd name="connsiteY540" fmla="*/ 317182 h 409575"/>
                <a:gd name="connsiteX541" fmla="*/ 185356 w 257175"/>
                <a:gd name="connsiteY541" fmla="*/ 316135 h 409575"/>
                <a:gd name="connsiteX542" fmla="*/ 181070 w 257175"/>
                <a:gd name="connsiteY542" fmla="*/ 312801 h 409575"/>
                <a:gd name="connsiteX543" fmla="*/ 180213 w 257175"/>
                <a:gd name="connsiteY543" fmla="*/ 312230 h 409575"/>
                <a:gd name="connsiteX544" fmla="*/ 179832 w 257175"/>
                <a:gd name="connsiteY544" fmla="*/ 312134 h 409575"/>
                <a:gd name="connsiteX545" fmla="*/ 179451 w 257175"/>
                <a:gd name="connsiteY545" fmla="*/ 312039 h 409575"/>
                <a:gd name="connsiteX546" fmla="*/ 178975 w 257175"/>
                <a:gd name="connsiteY546" fmla="*/ 312039 h 409575"/>
                <a:gd name="connsiteX547" fmla="*/ 178498 w 257175"/>
                <a:gd name="connsiteY547" fmla="*/ 312039 h 409575"/>
                <a:gd name="connsiteX548" fmla="*/ 177451 w 257175"/>
                <a:gd name="connsiteY548" fmla="*/ 312325 h 409575"/>
                <a:gd name="connsiteX549" fmla="*/ 175165 w 257175"/>
                <a:gd name="connsiteY549" fmla="*/ 313563 h 409575"/>
                <a:gd name="connsiteX550" fmla="*/ 174688 w 257175"/>
                <a:gd name="connsiteY550" fmla="*/ 313753 h 409575"/>
                <a:gd name="connsiteX551" fmla="*/ 174117 w 257175"/>
                <a:gd name="connsiteY551" fmla="*/ 313849 h 409575"/>
                <a:gd name="connsiteX552" fmla="*/ 173546 w 257175"/>
                <a:gd name="connsiteY552" fmla="*/ 313849 h 409575"/>
                <a:gd name="connsiteX553" fmla="*/ 172307 w 257175"/>
                <a:gd name="connsiteY553" fmla="*/ 313658 h 409575"/>
                <a:gd name="connsiteX554" fmla="*/ 171450 w 257175"/>
                <a:gd name="connsiteY554" fmla="*/ 313372 h 409575"/>
                <a:gd name="connsiteX555" fmla="*/ 170879 w 257175"/>
                <a:gd name="connsiteY555" fmla="*/ 312992 h 409575"/>
                <a:gd name="connsiteX556" fmla="*/ 170402 w 257175"/>
                <a:gd name="connsiteY556" fmla="*/ 312420 h 409575"/>
                <a:gd name="connsiteX557" fmla="*/ 169926 w 257175"/>
                <a:gd name="connsiteY557" fmla="*/ 311563 h 409575"/>
                <a:gd name="connsiteX558" fmla="*/ 169164 w 257175"/>
                <a:gd name="connsiteY558" fmla="*/ 309848 h 409575"/>
                <a:gd name="connsiteX559" fmla="*/ 168973 w 257175"/>
                <a:gd name="connsiteY559" fmla="*/ 308800 h 409575"/>
                <a:gd name="connsiteX560" fmla="*/ 168973 w 257175"/>
                <a:gd name="connsiteY560" fmla="*/ 308038 h 409575"/>
                <a:gd name="connsiteX561" fmla="*/ 169259 w 257175"/>
                <a:gd name="connsiteY561" fmla="*/ 307657 h 409575"/>
                <a:gd name="connsiteX562" fmla="*/ 169640 w 257175"/>
                <a:gd name="connsiteY562" fmla="*/ 307276 h 409575"/>
                <a:gd name="connsiteX563" fmla="*/ 170783 w 257175"/>
                <a:gd name="connsiteY563" fmla="*/ 306419 h 409575"/>
                <a:gd name="connsiteX564" fmla="*/ 170974 w 257175"/>
                <a:gd name="connsiteY564" fmla="*/ 306038 h 409575"/>
                <a:gd name="connsiteX565" fmla="*/ 171164 w 257175"/>
                <a:gd name="connsiteY565" fmla="*/ 305752 h 409575"/>
                <a:gd name="connsiteX566" fmla="*/ 171260 w 257175"/>
                <a:gd name="connsiteY566" fmla="*/ 305371 h 409575"/>
                <a:gd name="connsiteX567" fmla="*/ 171355 w 257175"/>
                <a:gd name="connsiteY567" fmla="*/ 304895 h 409575"/>
                <a:gd name="connsiteX568" fmla="*/ 171450 w 257175"/>
                <a:gd name="connsiteY568" fmla="*/ 304324 h 409575"/>
                <a:gd name="connsiteX569" fmla="*/ 171450 w 257175"/>
                <a:gd name="connsiteY569" fmla="*/ 303657 h 409575"/>
                <a:gd name="connsiteX570" fmla="*/ 170783 w 257175"/>
                <a:gd name="connsiteY570" fmla="*/ 296323 h 409575"/>
                <a:gd name="connsiteX571" fmla="*/ 170593 w 257175"/>
                <a:gd name="connsiteY571" fmla="*/ 295370 h 409575"/>
                <a:gd name="connsiteX572" fmla="*/ 170307 w 257175"/>
                <a:gd name="connsiteY572" fmla="*/ 294608 h 409575"/>
                <a:gd name="connsiteX573" fmla="*/ 170021 w 257175"/>
                <a:gd name="connsiteY573" fmla="*/ 294227 h 409575"/>
                <a:gd name="connsiteX574" fmla="*/ 169354 w 257175"/>
                <a:gd name="connsiteY574" fmla="*/ 293465 h 409575"/>
                <a:gd name="connsiteX575" fmla="*/ 168688 w 257175"/>
                <a:gd name="connsiteY575" fmla="*/ 292894 h 409575"/>
                <a:gd name="connsiteX576" fmla="*/ 167449 w 257175"/>
                <a:gd name="connsiteY576" fmla="*/ 292036 h 409575"/>
                <a:gd name="connsiteX577" fmla="*/ 166592 w 257175"/>
                <a:gd name="connsiteY577" fmla="*/ 291275 h 409575"/>
                <a:gd name="connsiteX578" fmla="*/ 166116 w 257175"/>
                <a:gd name="connsiteY578" fmla="*/ 290703 h 409575"/>
                <a:gd name="connsiteX579" fmla="*/ 165640 w 257175"/>
                <a:gd name="connsiteY579" fmla="*/ 289846 h 409575"/>
                <a:gd name="connsiteX580" fmla="*/ 165640 w 257175"/>
                <a:gd name="connsiteY580" fmla="*/ 289274 h 409575"/>
                <a:gd name="connsiteX581" fmla="*/ 165926 w 257175"/>
                <a:gd name="connsiteY581" fmla="*/ 288893 h 409575"/>
                <a:gd name="connsiteX582" fmla="*/ 166306 w 257175"/>
                <a:gd name="connsiteY582" fmla="*/ 288607 h 409575"/>
                <a:gd name="connsiteX583" fmla="*/ 168307 w 257175"/>
                <a:gd name="connsiteY583" fmla="*/ 287750 h 409575"/>
                <a:gd name="connsiteX584" fmla="*/ 169926 w 257175"/>
                <a:gd name="connsiteY584" fmla="*/ 286702 h 409575"/>
                <a:gd name="connsiteX585" fmla="*/ 170307 w 257175"/>
                <a:gd name="connsiteY585" fmla="*/ 286321 h 409575"/>
                <a:gd name="connsiteX586" fmla="*/ 170497 w 257175"/>
                <a:gd name="connsiteY586" fmla="*/ 285845 h 409575"/>
                <a:gd name="connsiteX587" fmla="*/ 170688 w 257175"/>
                <a:gd name="connsiteY587" fmla="*/ 284131 h 409575"/>
                <a:gd name="connsiteX588" fmla="*/ 170402 w 257175"/>
                <a:gd name="connsiteY588" fmla="*/ 279940 h 409575"/>
                <a:gd name="connsiteX589" fmla="*/ 170021 w 257175"/>
                <a:gd name="connsiteY589" fmla="*/ 275368 h 409575"/>
                <a:gd name="connsiteX590" fmla="*/ 170021 w 257175"/>
                <a:gd name="connsiteY590" fmla="*/ 273367 h 409575"/>
                <a:gd name="connsiteX591" fmla="*/ 170307 w 257175"/>
                <a:gd name="connsiteY591" fmla="*/ 271463 h 409575"/>
                <a:gd name="connsiteX592" fmla="*/ 170497 w 257175"/>
                <a:gd name="connsiteY592" fmla="*/ 270891 h 409575"/>
                <a:gd name="connsiteX593" fmla="*/ 170783 w 257175"/>
                <a:gd name="connsiteY593" fmla="*/ 270224 h 409575"/>
                <a:gd name="connsiteX594" fmla="*/ 171069 w 257175"/>
                <a:gd name="connsiteY594" fmla="*/ 269843 h 409575"/>
                <a:gd name="connsiteX595" fmla="*/ 171355 w 257175"/>
                <a:gd name="connsiteY595" fmla="*/ 269557 h 409575"/>
                <a:gd name="connsiteX596" fmla="*/ 174593 w 257175"/>
                <a:gd name="connsiteY596" fmla="*/ 267462 h 409575"/>
                <a:gd name="connsiteX597" fmla="*/ 174974 w 257175"/>
                <a:gd name="connsiteY597" fmla="*/ 267271 h 409575"/>
                <a:gd name="connsiteX598" fmla="*/ 175451 w 257175"/>
                <a:gd name="connsiteY598" fmla="*/ 267081 h 409575"/>
                <a:gd name="connsiteX599" fmla="*/ 176022 w 257175"/>
                <a:gd name="connsiteY599" fmla="*/ 267081 h 409575"/>
                <a:gd name="connsiteX600" fmla="*/ 176594 w 257175"/>
                <a:gd name="connsiteY600" fmla="*/ 267176 h 409575"/>
                <a:gd name="connsiteX601" fmla="*/ 178022 w 257175"/>
                <a:gd name="connsiteY601" fmla="*/ 267843 h 409575"/>
                <a:gd name="connsiteX602" fmla="*/ 178689 w 257175"/>
                <a:gd name="connsiteY602" fmla="*/ 267843 h 409575"/>
                <a:gd name="connsiteX603" fmla="*/ 179261 w 257175"/>
                <a:gd name="connsiteY603" fmla="*/ 267652 h 409575"/>
                <a:gd name="connsiteX604" fmla="*/ 180118 w 257175"/>
                <a:gd name="connsiteY604" fmla="*/ 267176 h 409575"/>
                <a:gd name="connsiteX605" fmla="*/ 180594 w 257175"/>
                <a:gd name="connsiteY605" fmla="*/ 266605 h 409575"/>
                <a:gd name="connsiteX606" fmla="*/ 180880 w 257175"/>
                <a:gd name="connsiteY606" fmla="*/ 266128 h 409575"/>
                <a:gd name="connsiteX607" fmla="*/ 183071 w 257175"/>
                <a:gd name="connsiteY607" fmla="*/ 260318 h 409575"/>
                <a:gd name="connsiteX608" fmla="*/ 183261 w 257175"/>
                <a:gd name="connsiteY608" fmla="*/ 259461 h 409575"/>
                <a:gd name="connsiteX609" fmla="*/ 183356 w 257175"/>
                <a:gd name="connsiteY609" fmla="*/ 258604 h 409575"/>
                <a:gd name="connsiteX610" fmla="*/ 183356 w 257175"/>
                <a:gd name="connsiteY610" fmla="*/ 258032 h 409575"/>
                <a:gd name="connsiteX611" fmla="*/ 183261 w 257175"/>
                <a:gd name="connsiteY611" fmla="*/ 257461 h 409575"/>
                <a:gd name="connsiteX612" fmla="*/ 183071 w 257175"/>
                <a:gd name="connsiteY612" fmla="*/ 256889 h 409575"/>
                <a:gd name="connsiteX613" fmla="*/ 180308 w 257175"/>
                <a:gd name="connsiteY613" fmla="*/ 251365 h 409575"/>
                <a:gd name="connsiteX614" fmla="*/ 180022 w 257175"/>
                <a:gd name="connsiteY614" fmla="*/ 250888 h 409575"/>
                <a:gd name="connsiteX615" fmla="*/ 179641 w 257175"/>
                <a:gd name="connsiteY615" fmla="*/ 250603 h 409575"/>
                <a:gd name="connsiteX616" fmla="*/ 177737 w 257175"/>
                <a:gd name="connsiteY616" fmla="*/ 248984 h 409575"/>
                <a:gd name="connsiteX617" fmla="*/ 177451 w 257175"/>
                <a:gd name="connsiteY617" fmla="*/ 248507 h 409575"/>
                <a:gd name="connsiteX618" fmla="*/ 177260 w 257175"/>
                <a:gd name="connsiteY618" fmla="*/ 248031 h 409575"/>
                <a:gd name="connsiteX619" fmla="*/ 177165 w 257175"/>
                <a:gd name="connsiteY619" fmla="*/ 247269 h 409575"/>
                <a:gd name="connsiteX620" fmla="*/ 177355 w 257175"/>
                <a:gd name="connsiteY620" fmla="*/ 246697 h 409575"/>
                <a:gd name="connsiteX621" fmla="*/ 177641 w 257175"/>
                <a:gd name="connsiteY621" fmla="*/ 246317 h 409575"/>
                <a:gd name="connsiteX622" fmla="*/ 178975 w 257175"/>
                <a:gd name="connsiteY622" fmla="*/ 245650 h 409575"/>
                <a:gd name="connsiteX623" fmla="*/ 179451 w 257175"/>
                <a:gd name="connsiteY623" fmla="*/ 245364 h 409575"/>
                <a:gd name="connsiteX624" fmla="*/ 179832 w 257175"/>
                <a:gd name="connsiteY624" fmla="*/ 244792 h 409575"/>
                <a:gd name="connsiteX625" fmla="*/ 180213 w 257175"/>
                <a:gd name="connsiteY625" fmla="*/ 244126 h 409575"/>
                <a:gd name="connsiteX626" fmla="*/ 181832 w 257175"/>
                <a:gd name="connsiteY626" fmla="*/ 240601 h 409575"/>
                <a:gd name="connsiteX627" fmla="*/ 182118 w 257175"/>
                <a:gd name="connsiteY627" fmla="*/ 239839 h 409575"/>
                <a:gd name="connsiteX628" fmla="*/ 182213 w 257175"/>
                <a:gd name="connsiteY628" fmla="*/ 239077 h 409575"/>
                <a:gd name="connsiteX629" fmla="*/ 182213 w 257175"/>
                <a:gd name="connsiteY629" fmla="*/ 238411 h 409575"/>
                <a:gd name="connsiteX630" fmla="*/ 182118 w 257175"/>
                <a:gd name="connsiteY630" fmla="*/ 237839 h 409575"/>
                <a:gd name="connsiteX631" fmla="*/ 181928 w 257175"/>
                <a:gd name="connsiteY631" fmla="*/ 237363 h 409575"/>
                <a:gd name="connsiteX632" fmla="*/ 181165 w 257175"/>
                <a:gd name="connsiteY632" fmla="*/ 236029 h 409575"/>
                <a:gd name="connsiteX633" fmla="*/ 180975 w 257175"/>
                <a:gd name="connsiteY633" fmla="*/ 235458 h 409575"/>
                <a:gd name="connsiteX634" fmla="*/ 180785 w 257175"/>
                <a:gd name="connsiteY634" fmla="*/ 234791 h 409575"/>
                <a:gd name="connsiteX635" fmla="*/ 180785 w 257175"/>
                <a:gd name="connsiteY635" fmla="*/ 233363 h 409575"/>
                <a:gd name="connsiteX636" fmla="*/ 181070 w 257175"/>
                <a:gd name="connsiteY636" fmla="*/ 232124 h 409575"/>
                <a:gd name="connsiteX637" fmla="*/ 181928 w 257175"/>
                <a:gd name="connsiteY637" fmla="*/ 229457 h 409575"/>
                <a:gd name="connsiteX638" fmla="*/ 182023 w 257175"/>
                <a:gd name="connsiteY638" fmla="*/ 228695 h 409575"/>
                <a:gd name="connsiteX639" fmla="*/ 182118 w 257175"/>
                <a:gd name="connsiteY639" fmla="*/ 228028 h 409575"/>
                <a:gd name="connsiteX640" fmla="*/ 182308 w 257175"/>
                <a:gd name="connsiteY640" fmla="*/ 224123 h 409575"/>
                <a:gd name="connsiteX641" fmla="*/ 182499 w 257175"/>
                <a:gd name="connsiteY641" fmla="*/ 223075 h 409575"/>
                <a:gd name="connsiteX642" fmla="*/ 182689 w 257175"/>
                <a:gd name="connsiteY642" fmla="*/ 222313 h 409575"/>
                <a:gd name="connsiteX643" fmla="*/ 182880 w 257175"/>
                <a:gd name="connsiteY643" fmla="*/ 221742 h 409575"/>
                <a:gd name="connsiteX644" fmla="*/ 183166 w 257175"/>
                <a:gd name="connsiteY644" fmla="*/ 221266 h 409575"/>
                <a:gd name="connsiteX645" fmla="*/ 183642 w 257175"/>
                <a:gd name="connsiteY645" fmla="*/ 220694 h 409575"/>
                <a:gd name="connsiteX646" fmla="*/ 184118 w 257175"/>
                <a:gd name="connsiteY646" fmla="*/ 220409 h 409575"/>
                <a:gd name="connsiteX647" fmla="*/ 184595 w 257175"/>
                <a:gd name="connsiteY647" fmla="*/ 220123 h 409575"/>
                <a:gd name="connsiteX648" fmla="*/ 186309 w 257175"/>
                <a:gd name="connsiteY648" fmla="*/ 219742 h 409575"/>
                <a:gd name="connsiteX649" fmla="*/ 190881 w 257175"/>
                <a:gd name="connsiteY649" fmla="*/ 219837 h 409575"/>
                <a:gd name="connsiteX650" fmla="*/ 192691 w 257175"/>
                <a:gd name="connsiteY650" fmla="*/ 220409 h 409575"/>
                <a:gd name="connsiteX651" fmla="*/ 193548 w 257175"/>
                <a:gd name="connsiteY651" fmla="*/ 220885 h 409575"/>
                <a:gd name="connsiteX652" fmla="*/ 194405 w 257175"/>
                <a:gd name="connsiteY652" fmla="*/ 221456 h 409575"/>
                <a:gd name="connsiteX653" fmla="*/ 198882 w 257175"/>
                <a:gd name="connsiteY653" fmla="*/ 226123 h 409575"/>
                <a:gd name="connsiteX654" fmla="*/ 202216 w 257175"/>
                <a:gd name="connsiteY654" fmla="*/ 228409 h 409575"/>
                <a:gd name="connsiteX655" fmla="*/ 204692 w 257175"/>
                <a:gd name="connsiteY655" fmla="*/ 229457 h 409575"/>
                <a:gd name="connsiteX656" fmla="*/ 205740 w 257175"/>
                <a:gd name="connsiteY656" fmla="*/ 229743 h 409575"/>
                <a:gd name="connsiteX657" fmla="*/ 210217 w 257175"/>
                <a:gd name="connsiteY657" fmla="*/ 229552 h 409575"/>
                <a:gd name="connsiteX658" fmla="*/ 211550 w 257175"/>
                <a:gd name="connsiteY658" fmla="*/ 229743 h 409575"/>
                <a:gd name="connsiteX659" fmla="*/ 213170 w 257175"/>
                <a:gd name="connsiteY659" fmla="*/ 229552 h 409575"/>
                <a:gd name="connsiteX660" fmla="*/ 215551 w 257175"/>
                <a:gd name="connsiteY660" fmla="*/ 228409 h 409575"/>
                <a:gd name="connsiteX661" fmla="*/ 216027 w 257175"/>
                <a:gd name="connsiteY661" fmla="*/ 228314 h 409575"/>
                <a:gd name="connsiteX662" fmla="*/ 218504 w 257175"/>
                <a:gd name="connsiteY662" fmla="*/ 227933 h 409575"/>
                <a:gd name="connsiteX663" fmla="*/ 221171 w 257175"/>
                <a:gd name="connsiteY663" fmla="*/ 227933 h 409575"/>
                <a:gd name="connsiteX664" fmla="*/ 226123 w 257175"/>
                <a:gd name="connsiteY664" fmla="*/ 228695 h 409575"/>
                <a:gd name="connsiteX665" fmla="*/ 230600 w 257175"/>
                <a:gd name="connsiteY665" fmla="*/ 230600 h 409575"/>
                <a:gd name="connsiteX666" fmla="*/ 231648 w 257175"/>
                <a:gd name="connsiteY666" fmla="*/ 231267 h 409575"/>
                <a:gd name="connsiteX667" fmla="*/ 233934 w 257175"/>
                <a:gd name="connsiteY667" fmla="*/ 233553 h 409575"/>
                <a:gd name="connsiteX668" fmla="*/ 237077 w 257175"/>
                <a:gd name="connsiteY668" fmla="*/ 226028 h 409575"/>
                <a:gd name="connsiteX669" fmla="*/ 237268 w 257175"/>
                <a:gd name="connsiteY669" fmla="*/ 224885 h 409575"/>
                <a:gd name="connsiteX670" fmla="*/ 237077 w 257175"/>
                <a:gd name="connsiteY670" fmla="*/ 224123 h 409575"/>
                <a:gd name="connsiteX671" fmla="*/ 236411 w 257175"/>
                <a:gd name="connsiteY671" fmla="*/ 222504 h 409575"/>
                <a:gd name="connsiteX672" fmla="*/ 235934 w 257175"/>
                <a:gd name="connsiteY672" fmla="*/ 220027 h 409575"/>
                <a:gd name="connsiteX673" fmla="*/ 233934 w 257175"/>
                <a:gd name="connsiteY673" fmla="*/ 214217 h 409575"/>
                <a:gd name="connsiteX674" fmla="*/ 230124 w 257175"/>
                <a:gd name="connsiteY674" fmla="*/ 210312 h 409575"/>
                <a:gd name="connsiteX675" fmla="*/ 230124 w 257175"/>
                <a:gd name="connsiteY675" fmla="*/ 209836 h 409575"/>
                <a:gd name="connsiteX676" fmla="*/ 230314 w 257175"/>
                <a:gd name="connsiteY676" fmla="*/ 208312 h 409575"/>
                <a:gd name="connsiteX677" fmla="*/ 231267 w 257175"/>
                <a:gd name="connsiteY677" fmla="*/ 205073 h 409575"/>
                <a:gd name="connsiteX678" fmla="*/ 231553 w 257175"/>
                <a:gd name="connsiteY678" fmla="*/ 202597 h 409575"/>
                <a:gd name="connsiteX679" fmla="*/ 232696 w 257175"/>
                <a:gd name="connsiteY679" fmla="*/ 197644 h 409575"/>
                <a:gd name="connsiteX680" fmla="*/ 236887 w 257175"/>
                <a:gd name="connsiteY680" fmla="*/ 187642 h 409575"/>
                <a:gd name="connsiteX681" fmla="*/ 236791 w 257175"/>
                <a:gd name="connsiteY681" fmla="*/ 185547 h 409575"/>
                <a:gd name="connsiteX682" fmla="*/ 236220 w 257175"/>
                <a:gd name="connsiteY682" fmla="*/ 184023 h 409575"/>
                <a:gd name="connsiteX683" fmla="*/ 235934 w 257175"/>
                <a:gd name="connsiteY683" fmla="*/ 182499 h 409575"/>
                <a:gd name="connsiteX684" fmla="*/ 236506 w 257175"/>
                <a:gd name="connsiteY684" fmla="*/ 181356 h 409575"/>
                <a:gd name="connsiteX685" fmla="*/ 239935 w 257175"/>
                <a:gd name="connsiteY685" fmla="*/ 178594 h 409575"/>
                <a:gd name="connsiteX686" fmla="*/ 241649 w 257175"/>
                <a:gd name="connsiteY686" fmla="*/ 176975 h 409575"/>
                <a:gd name="connsiteX687" fmla="*/ 245936 w 257175"/>
                <a:gd name="connsiteY687" fmla="*/ 174022 h 409575"/>
                <a:gd name="connsiteX688" fmla="*/ 246983 w 257175"/>
                <a:gd name="connsiteY688" fmla="*/ 172688 h 409575"/>
                <a:gd name="connsiteX689" fmla="*/ 248317 w 257175"/>
                <a:gd name="connsiteY689" fmla="*/ 171355 h 409575"/>
                <a:gd name="connsiteX690" fmla="*/ 248983 w 257175"/>
                <a:gd name="connsiteY690" fmla="*/ 170497 h 409575"/>
                <a:gd name="connsiteX691" fmla="*/ 249269 w 257175"/>
                <a:gd name="connsiteY691" fmla="*/ 169354 h 409575"/>
                <a:gd name="connsiteX692" fmla="*/ 249364 w 257175"/>
                <a:gd name="connsiteY692" fmla="*/ 167354 h 409575"/>
                <a:gd name="connsiteX693" fmla="*/ 249555 w 257175"/>
                <a:gd name="connsiteY693" fmla="*/ 166116 h 409575"/>
                <a:gd name="connsiteX694" fmla="*/ 249936 w 257175"/>
                <a:gd name="connsiteY694" fmla="*/ 164973 h 409575"/>
                <a:gd name="connsiteX695" fmla="*/ 250793 w 257175"/>
                <a:gd name="connsiteY695" fmla="*/ 164116 h 409575"/>
                <a:gd name="connsiteX696" fmla="*/ 251841 w 257175"/>
                <a:gd name="connsiteY696" fmla="*/ 163830 h 409575"/>
                <a:gd name="connsiteX697" fmla="*/ 256985 w 257175"/>
                <a:gd name="connsiteY697" fmla="*/ 164021 h 409575"/>
                <a:gd name="connsiteX698" fmla="*/ 259652 w 257175"/>
                <a:gd name="connsiteY698" fmla="*/ 163735 h 409575"/>
                <a:gd name="connsiteX699" fmla="*/ 261080 w 257175"/>
                <a:gd name="connsiteY699" fmla="*/ 163259 h 409575"/>
                <a:gd name="connsiteX700" fmla="*/ 262604 w 257175"/>
                <a:gd name="connsiteY700" fmla="*/ 162211 h 409575"/>
                <a:gd name="connsiteX701" fmla="*/ 262604 w 257175"/>
                <a:gd name="connsiteY701" fmla="*/ 162211 h 409575"/>
                <a:gd name="connsiteX702" fmla="*/ 263557 w 257175"/>
                <a:gd name="connsiteY702" fmla="*/ 160687 h 409575"/>
                <a:gd name="connsiteX703" fmla="*/ 264033 w 257175"/>
                <a:gd name="connsiteY703" fmla="*/ 159163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</a:cxnLst>
              <a:rect l="l" t="t" r="r" b="b"/>
              <a:pathLst>
                <a:path w="257175" h="409575">
                  <a:moveTo>
                    <a:pt x="263652" y="154876"/>
                  </a:moveTo>
                  <a:lnTo>
                    <a:pt x="261366" y="154210"/>
                  </a:lnTo>
                  <a:lnTo>
                    <a:pt x="255556" y="152495"/>
                  </a:lnTo>
                  <a:lnTo>
                    <a:pt x="251174" y="149923"/>
                  </a:lnTo>
                  <a:lnTo>
                    <a:pt x="250412" y="149733"/>
                  </a:lnTo>
                  <a:lnTo>
                    <a:pt x="245269" y="149447"/>
                  </a:lnTo>
                  <a:lnTo>
                    <a:pt x="244030" y="148971"/>
                  </a:lnTo>
                  <a:lnTo>
                    <a:pt x="243459" y="148018"/>
                  </a:lnTo>
                  <a:lnTo>
                    <a:pt x="243554" y="145351"/>
                  </a:lnTo>
                  <a:lnTo>
                    <a:pt x="243269" y="143542"/>
                  </a:lnTo>
                  <a:lnTo>
                    <a:pt x="242506" y="141542"/>
                  </a:lnTo>
                  <a:lnTo>
                    <a:pt x="240316" y="138970"/>
                  </a:lnTo>
                  <a:lnTo>
                    <a:pt x="236982" y="133445"/>
                  </a:lnTo>
                  <a:lnTo>
                    <a:pt x="235553" y="132207"/>
                  </a:lnTo>
                  <a:lnTo>
                    <a:pt x="224123" y="126016"/>
                  </a:lnTo>
                  <a:lnTo>
                    <a:pt x="222504" y="125825"/>
                  </a:lnTo>
                  <a:lnTo>
                    <a:pt x="215932" y="128492"/>
                  </a:lnTo>
                  <a:lnTo>
                    <a:pt x="210598" y="128016"/>
                  </a:lnTo>
                  <a:lnTo>
                    <a:pt x="197453" y="124873"/>
                  </a:lnTo>
                  <a:lnTo>
                    <a:pt x="195739" y="124206"/>
                  </a:lnTo>
                  <a:lnTo>
                    <a:pt x="186309" y="118777"/>
                  </a:lnTo>
                  <a:lnTo>
                    <a:pt x="185356" y="118396"/>
                  </a:lnTo>
                  <a:lnTo>
                    <a:pt x="181546" y="117443"/>
                  </a:lnTo>
                  <a:lnTo>
                    <a:pt x="177260" y="115729"/>
                  </a:lnTo>
                  <a:lnTo>
                    <a:pt x="168783" y="110680"/>
                  </a:lnTo>
                  <a:lnTo>
                    <a:pt x="176784" y="101727"/>
                  </a:lnTo>
                  <a:lnTo>
                    <a:pt x="181070" y="96202"/>
                  </a:lnTo>
                  <a:lnTo>
                    <a:pt x="182689" y="93535"/>
                  </a:lnTo>
                  <a:lnTo>
                    <a:pt x="187452" y="75438"/>
                  </a:lnTo>
                  <a:lnTo>
                    <a:pt x="187833" y="74581"/>
                  </a:lnTo>
                  <a:lnTo>
                    <a:pt x="188214" y="74009"/>
                  </a:lnTo>
                  <a:lnTo>
                    <a:pt x="192977" y="67437"/>
                  </a:lnTo>
                  <a:lnTo>
                    <a:pt x="205645" y="46387"/>
                  </a:lnTo>
                  <a:lnTo>
                    <a:pt x="207836" y="42005"/>
                  </a:lnTo>
                  <a:lnTo>
                    <a:pt x="209360" y="38100"/>
                  </a:lnTo>
                  <a:lnTo>
                    <a:pt x="209645" y="36862"/>
                  </a:lnTo>
                  <a:lnTo>
                    <a:pt x="209740" y="35814"/>
                  </a:lnTo>
                  <a:lnTo>
                    <a:pt x="209645" y="35147"/>
                  </a:lnTo>
                  <a:lnTo>
                    <a:pt x="209360" y="34671"/>
                  </a:lnTo>
                  <a:lnTo>
                    <a:pt x="205930" y="32290"/>
                  </a:lnTo>
                  <a:lnTo>
                    <a:pt x="204026" y="31242"/>
                  </a:lnTo>
                  <a:lnTo>
                    <a:pt x="202121" y="29623"/>
                  </a:lnTo>
                  <a:lnTo>
                    <a:pt x="201835" y="29242"/>
                  </a:lnTo>
                  <a:lnTo>
                    <a:pt x="201454" y="28765"/>
                  </a:lnTo>
                  <a:lnTo>
                    <a:pt x="201358" y="28003"/>
                  </a:lnTo>
                  <a:lnTo>
                    <a:pt x="201644" y="27622"/>
                  </a:lnTo>
                  <a:lnTo>
                    <a:pt x="198977" y="21526"/>
                  </a:lnTo>
                  <a:lnTo>
                    <a:pt x="198120" y="20574"/>
                  </a:lnTo>
                  <a:lnTo>
                    <a:pt x="196691" y="19812"/>
                  </a:lnTo>
                  <a:lnTo>
                    <a:pt x="195739" y="17907"/>
                  </a:lnTo>
                  <a:lnTo>
                    <a:pt x="195263" y="15621"/>
                  </a:lnTo>
                  <a:lnTo>
                    <a:pt x="195072" y="13525"/>
                  </a:lnTo>
                  <a:lnTo>
                    <a:pt x="195834" y="6572"/>
                  </a:lnTo>
                  <a:lnTo>
                    <a:pt x="195358" y="4763"/>
                  </a:lnTo>
                  <a:lnTo>
                    <a:pt x="194977" y="4000"/>
                  </a:lnTo>
                  <a:lnTo>
                    <a:pt x="194596" y="2096"/>
                  </a:lnTo>
                  <a:lnTo>
                    <a:pt x="194215" y="1238"/>
                  </a:lnTo>
                  <a:lnTo>
                    <a:pt x="193548" y="476"/>
                  </a:lnTo>
                  <a:lnTo>
                    <a:pt x="193072" y="0"/>
                  </a:lnTo>
                  <a:lnTo>
                    <a:pt x="192405" y="190"/>
                  </a:lnTo>
                  <a:lnTo>
                    <a:pt x="191071" y="952"/>
                  </a:lnTo>
                  <a:lnTo>
                    <a:pt x="181451" y="1238"/>
                  </a:lnTo>
                  <a:lnTo>
                    <a:pt x="180308" y="1524"/>
                  </a:lnTo>
                  <a:lnTo>
                    <a:pt x="176498" y="5905"/>
                  </a:lnTo>
                  <a:lnTo>
                    <a:pt x="174784" y="7048"/>
                  </a:lnTo>
                  <a:lnTo>
                    <a:pt x="171640" y="8763"/>
                  </a:lnTo>
                  <a:lnTo>
                    <a:pt x="170879" y="9049"/>
                  </a:lnTo>
                  <a:lnTo>
                    <a:pt x="167259" y="9525"/>
                  </a:lnTo>
                  <a:lnTo>
                    <a:pt x="164592" y="9334"/>
                  </a:lnTo>
                  <a:lnTo>
                    <a:pt x="158877" y="8192"/>
                  </a:lnTo>
                  <a:lnTo>
                    <a:pt x="157353" y="8192"/>
                  </a:lnTo>
                  <a:lnTo>
                    <a:pt x="156210" y="8382"/>
                  </a:lnTo>
                  <a:lnTo>
                    <a:pt x="155353" y="8668"/>
                  </a:lnTo>
                  <a:lnTo>
                    <a:pt x="153924" y="9715"/>
                  </a:lnTo>
                  <a:lnTo>
                    <a:pt x="153543" y="10192"/>
                  </a:lnTo>
                  <a:lnTo>
                    <a:pt x="153257" y="10763"/>
                  </a:lnTo>
                  <a:lnTo>
                    <a:pt x="153067" y="11144"/>
                  </a:lnTo>
                  <a:lnTo>
                    <a:pt x="152971" y="11525"/>
                  </a:lnTo>
                  <a:lnTo>
                    <a:pt x="152876" y="12763"/>
                  </a:lnTo>
                  <a:lnTo>
                    <a:pt x="152876" y="14859"/>
                  </a:lnTo>
                  <a:lnTo>
                    <a:pt x="152971" y="15240"/>
                  </a:lnTo>
                  <a:lnTo>
                    <a:pt x="153448" y="17145"/>
                  </a:lnTo>
                  <a:lnTo>
                    <a:pt x="154019" y="18764"/>
                  </a:lnTo>
                  <a:lnTo>
                    <a:pt x="154114" y="19336"/>
                  </a:lnTo>
                  <a:lnTo>
                    <a:pt x="154210" y="19907"/>
                  </a:lnTo>
                  <a:lnTo>
                    <a:pt x="154210" y="20479"/>
                  </a:lnTo>
                  <a:lnTo>
                    <a:pt x="154210" y="21146"/>
                  </a:lnTo>
                  <a:lnTo>
                    <a:pt x="154019" y="21717"/>
                  </a:lnTo>
                  <a:lnTo>
                    <a:pt x="153829" y="22288"/>
                  </a:lnTo>
                  <a:lnTo>
                    <a:pt x="153448" y="22955"/>
                  </a:lnTo>
                  <a:lnTo>
                    <a:pt x="152876" y="23622"/>
                  </a:lnTo>
                  <a:lnTo>
                    <a:pt x="151733" y="24575"/>
                  </a:lnTo>
                  <a:lnTo>
                    <a:pt x="151066" y="25051"/>
                  </a:lnTo>
                  <a:lnTo>
                    <a:pt x="150400" y="25336"/>
                  </a:lnTo>
                  <a:lnTo>
                    <a:pt x="149447" y="25622"/>
                  </a:lnTo>
                  <a:lnTo>
                    <a:pt x="148209" y="25813"/>
                  </a:lnTo>
                  <a:lnTo>
                    <a:pt x="147638" y="25813"/>
                  </a:lnTo>
                  <a:lnTo>
                    <a:pt x="146399" y="25527"/>
                  </a:lnTo>
                  <a:lnTo>
                    <a:pt x="145161" y="25146"/>
                  </a:lnTo>
                  <a:lnTo>
                    <a:pt x="144399" y="24955"/>
                  </a:lnTo>
                  <a:lnTo>
                    <a:pt x="143446" y="24955"/>
                  </a:lnTo>
                  <a:lnTo>
                    <a:pt x="141637" y="25241"/>
                  </a:lnTo>
                  <a:lnTo>
                    <a:pt x="140779" y="25622"/>
                  </a:lnTo>
                  <a:lnTo>
                    <a:pt x="140208" y="26003"/>
                  </a:lnTo>
                  <a:lnTo>
                    <a:pt x="140018" y="26384"/>
                  </a:lnTo>
                  <a:lnTo>
                    <a:pt x="137922" y="31432"/>
                  </a:lnTo>
                  <a:lnTo>
                    <a:pt x="137731" y="32099"/>
                  </a:lnTo>
                  <a:lnTo>
                    <a:pt x="136779" y="38290"/>
                  </a:lnTo>
                  <a:lnTo>
                    <a:pt x="136493" y="39338"/>
                  </a:lnTo>
                  <a:lnTo>
                    <a:pt x="136017" y="40481"/>
                  </a:lnTo>
                  <a:lnTo>
                    <a:pt x="135446" y="41434"/>
                  </a:lnTo>
                  <a:lnTo>
                    <a:pt x="133540" y="43910"/>
                  </a:lnTo>
                  <a:lnTo>
                    <a:pt x="132683" y="45339"/>
                  </a:lnTo>
                  <a:lnTo>
                    <a:pt x="132302" y="46482"/>
                  </a:lnTo>
                  <a:lnTo>
                    <a:pt x="131445" y="50482"/>
                  </a:lnTo>
                  <a:lnTo>
                    <a:pt x="131159" y="51340"/>
                  </a:lnTo>
                  <a:lnTo>
                    <a:pt x="130016" y="53245"/>
                  </a:lnTo>
                  <a:lnTo>
                    <a:pt x="128302" y="55721"/>
                  </a:lnTo>
                  <a:lnTo>
                    <a:pt x="124111" y="62579"/>
                  </a:lnTo>
                  <a:lnTo>
                    <a:pt x="122872" y="65342"/>
                  </a:lnTo>
                  <a:lnTo>
                    <a:pt x="118491" y="82105"/>
                  </a:lnTo>
                  <a:lnTo>
                    <a:pt x="116967" y="100013"/>
                  </a:lnTo>
                  <a:lnTo>
                    <a:pt x="117062" y="101822"/>
                  </a:lnTo>
                  <a:lnTo>
                    <a:pt x="116967" y="105061"/>
                  </a:lnTo>
                  <a:lnTo>
                    <a:pt x="117062" y="105632"/>
                  </a:lnTo>
                  <a:lnTo>
                    <a:pt x="117157" y="106108"/>
                  </a:lnTo>
                  <a:lnTo>
                    <a:pt x="117348" y="106585"/>
                  </a:lnTo>
                  <a:lnTo>
                    <a:pt x="118396" y="108299"/>
                  </a:lnTo>
                  <a:lnTo>
                    <a:pt x="118681" y="108775"/>
                  </a:lnTo>
                  <a:lnTo>
                    <a:pt x="118777" y="109252"/>
                  </a:lnTo>
                  <a:lnTo>
                    <a:pt x="118967" y="109918"/>
                  </a:lnTo>
                  <a:lnTo>
                    <a:pt x="119063" y="110776"/>
                  </a:lnTo>
                  <a:lnTo>
                    <a:pt x="119063" y="112300"/>
                  </a:lnTo>
                  <a:lnTo>
                    <a:pt x="118967" y="113252"/>
                  </a:lnTo>
                  <a:lnTo>
                    <a:pt x="118872" y="114014"/>
                  </a:lnTo>
                  <a:lnTo>
                    <a:pt x="118205" y="115729"/>
                  </a:lnTo>
                  <a:lnTo>
                    <a:pt x="118015" y="116205"/>
                  </a:lnTo>
                  <a:lnTo>
                    <a:pt x="117729" y="116776"/>
                  </a:lnTo>
                  <a:lnTo>
                    <a:pt x="117443" y="117157"/>
                  </a:lnTo>
                  <a:lnTo>
                    <a:pt x="116586" y="117729"/>
                  </a:lnTo>
                  <a:lnTo>
                    <a:pt x="114871" y="118396"/>
                  </a:lnTo>
                  <a:lnTo>
                    <a:pt x="114300" y="118777"/>
                  </a:lnTo>
                  <a:lnTo>
                    <a:pt x="113729" y="119253"/>
                  </a:lnTo>
                  <a:lnTo>
                    <a:pt x="113157" y="120110"/>
                  </a:lnTo>
                  <a:lnTo>
                    <a:pt x="112490" y="121444"/>
                  </a:lnTo>
                  <a:lnTo>
                    <a:pt x="112109" y="122587"/>
                  </a:lnTo>
                  <a:lnTo>
                    <a:pt x="111823" y="123825"/>
                  </a:lnTo>
                  <a:lnTo>
                    <a:pt x="111633" y="125158"/>
                  </a:lnTo>
                  <a:lnTo>
                    <a:pt x="111633" y="126397"/>
                  </a:lnTo>
                  <a:lnTo>
                    <a:pt x="111823" y="127540"/>
                  </a:lnTo>
                  <a:lnTo>
                    <a:pt x="112014" y="128492"/>
                  </a:lnTo>
                  <a:lnTo>
                    <a:pt x="113347" y="132493"/>
                  </a:lnTo>
                  <a:lnTo>
                    <a:pt x="115633" y="136969"/>
                  </a:lnTo>
                  <a:lnTo>
                    <a:pt x="116777" y="138684"/>
                  </a:lnTo>
                  <a:lnTo>
                    <a:pt x="116967" y="139065"/>
                  </a:lnTo>
                  <a:lnTo>
                    <a:pt x="117157" y="139541"/>
                  </a:lnTo>
                  <a:lnTo>
                    <a:pt x="117253" y="140113"/>
                  </a:lnTo>
                  <a:lnTo>
                    <a:pt x="117253" y="140779"/>
                  </a:lnTo>
                  <a:lnTo>
                    <a:pt x="117062" y="142018"/>
                  </a:lnTo>
                  <a:lnTo>
                    <a:pt x="116396" y="144494"/>
                  </a:lnTo>
                  <a:lnTo>
                    <a:pt x="115157" y="151257"/>
                  </a:lnTo>
                  <a:lnTo>
                    <a:pt x="115062" y="152495"/>
                  </a:lnTo>
                  <a:lnTo>
                    <a:pt x="115348" y="157734"/>
                  </a:lnTo>
                  <a:lnTo>
                    <a:pt x="115253" y="158401"/>
                  </a:lnTo>
                  <a:lnTo>
                    <a:pt x="115157" y="158972"/>
                  </a:lnTo>
                  <a:lnTo>
                    <a:pt x="114205" y="159734"/>
                  </a:lnTo>
                  <a:lnTo>
                    <a:pt x="106489" y="163925"/>
                  </a:lnTo>
                  <a:lnTo>
                    <a:pt x="103918" y="166306"/>
                  </a:lnTo>
                  <a:lnTo>
                    <a:pt x="103346" y="166592"/>
                  </a:lnTo>
                  <a:lnTo>
                    <a:pt x="102489" y="166783"/>
                  </a:lnTo>
                  <a:lnTo>
                    <a:pt x="98774" y="166783"/>
                  </a:lnTo>
                  <a:lnTo>
                    <a:pt x="93916" y="167830"/>
                  </a:lnTo>
                  <a:lnTo>
                    <a:pt x="91630" y="167830"/>
                  </a:lnTo>
                  <a:lnTo>
                    <a:pt x="88392" y="167068"/>
                  </a:lnTo>
                  <a:lnTo>
                    <a:pt x="84011" y="165259"/>
                  </a:lnTo>
                  <a:lnTo>
                    <a:pt x="83058" y="165068"/>
                  </a:lnTo>
                  <a:lnTo>
                    <a:pt x="80677" y="164878"/>
                  </a:lnTo>
                  <a:lnTo>
                    <a:pt x="79534" y="164973"/>
                  </a:lnTo>
                  <a:lnTo>
                    <a:pt x="70961" y="167735"/>
                  </a:lnTo>
                  <a:lnTo>
                    <a:pt x="58007" y="174307"/>
                  </a:lnTo>
                  <a:lnTo>
                    <a:pt x="56483" y="175450"/>
                  </a:lnTo>
                  <a:lnTo>
                    <a:pt x="55816" y="176117"/>
                  </a:lnTo>
                  <a:lnTo>
                    <a:pt x="54578" y="177832"/>
                  </a:lnTo>
                  <a:lnTo>
                    <a:pt x="53530" y="179737"/>
                  </a:lnTo>
                  <a:lnTo>
                    <a:pt x="52578" y="181832"/>
                  </a:lnTo>
                  <a:lnTo>
                    <a:pt x="52006" y="182689"/>
                  </a:lnTo>
                  <a:lnTo>
                    <a:pt x="51340" y="183356"/>
                  </a:lnTo>
                  <a:lnTo>
                    <a:pt x="50768" y="183928"/>
                  </a:lnTo>
                  <a:lnTo>
                    <a:pt x="48863" y="185166"/>
                  </a:lnTo>
                  <a:lnTo>
                    <a:pt x="46768" y="185833"/>
                  </a:lnTo>
                  <a:lnTo>
                    <a:pt x="35433" y="186976"/>
                  </a:lnTo>
                  <a:lnTo>
                    <a:pt x="24289" y="189643"/>
                  </a:lnTo>
                  <a:lnTo>
                    <a:pt x="23051" y="189738"/>
                  </a:lnTo>
                  <a:lnTo>
                    <a:pt x="18383" y="187642"/>
                  </a:lnTo>
                  <a:lnTo>
                    <a:pt x="17240" y="187357"/>
                  </a:lnTo>
                  <a:lnTo>
                    <a:pt x="13049" y="187357"/>
                  </a:lnTo>
                  <a:lnTo>
                    <a:pt x="9335" y="188214"/>
                  </a:lnTo>
                  <a:lnTo>
                    <a:pt x="6953" y="189167"/>
                  </a:lnTo>
                  <a:lnTo>
                    <a:pt x="6191" y="189643"/>
                  </a:lnTo>
                  <a:lnTo>
                    <a:pt x="5715" y="190024"/>
                  </a:lnTo>
                  <a:lnTo>
                    <a:pt x="5334" y="190500"/>
                  </a:lnTo>
                  <a:lnTo>
                    <a:pt x="0" y="200311"/>
                  </a:lnTo>
                  <a:lnTo>
                    <a:pt x="4001" y="200311"/>
                  </a:lnTo>
                  <a:lnTo>
                    <a:pt x="8477" y="196405"/>
                  </a:lnTo>
                  <a:lnTo>
                    <a:pt x="9430" y="196025"/>
                  </a:lnTo>
                  <a:lnTo>
                    <a:pt x="10478" y="196215"/>
                  </a:lnTo>
                  <a:lnTo>
                    <a:pt x="13811" y="197929"/>
                  </a:lnTo>
                  <a:lnTo>
                    <a:pt x="26384" y="199263"/>
                  </a:lnTo>
                  <a:lnTo>
                    <a:pt x="28670" y="199739"/>
                  </a:lnTo>
                  <a:lnTo>
                    <a:pt x="28956" y="200406"/>
                  </a:lnTo>
                  <a:lnTo>
                    <a:pt x="27432" y="201073"/>
                  </a:lnTo>
                  <a:lnTo>
                    <a:pt x="26098" y="201930"/>
                  </a:lnTo>
                  <a:lnTo>
                    <a:pt x="25718" y="203073"/>
                  </a:lnTo>
                  <a:lnTo>
                    <a:pt x="26289" y="204216"/>
                  </a:lnTo>
                  <a:lnTo>
                    <a:pt x="27908" y="205264"/>
                  </a:lnTo>
                  <a:lnTo>
                    <a:pt x="28670" y="205930"/>
                  </a:lnTo>
                  <a:lnTo>
                    <a:pt x="29051" y="206502"/>
                  </a:lnTo>
                  <a:lnTo>
                    <a:pt x="29051" y="207550"/>
                  </a:lnTo>
                  <a:lnTo>
                    <a:pt x="28861" y="208026"/>
                  </a:lnTo>
                  <a:lnTo>
                    <a:pt x="28575" y="208502"/>
                  </a:lnTo>
                  <a:lnTo>
                    <a:pt x="27813" y="209169"/>
                  </a:lnTo>
                  <a:lnTo>
                    <a:pt x="26384" y="209836"/>
                  </a:lnTo>
                  <a:lnTo>
                    <a:pt x="26003" y="210121"/>
                  </a:lnTo>
                  <a:lnTo>
                    <a:pt x="25622" y="210407"/>
                  </a:lnTo>
                  <a:lnTo>
                    <a:pt x="25146" y="211360"/>
                  </a:lnTo>
                  <a:lnTo>
                    <a:pt x="24955" y="211836"/>
                  </a:lnTo>
                  <a:lnTo>
                    <a:pt x="24765" y="212312"/>
                  </a:lnTo>
                  <a:lnTo>
                    <a:pt x="24384" y="212598"/>
                  </a:lnTo>
                  <a:lnTo>
                    <a:pt x="23813" y="212693"/>
                  </a:lnTo>
                  <a:lnTo>
                    <a:pt x="22574" y="212598"/>
                  </a:lnTo>
                  <a:lnTo>
                    <a:pt x="22098" y="212693"/>
                  </a:lnTo>
                  <a:lnTo>
                    <a:pt x="21717" y="212979"/>
                  </a:lnTo>
                  <a:lnTo>
                    <a:pt x="21527" y="213360"/>
                  </a:lnTo>
                  <a:lnTo>
                    <a:pt x="21336" y="214027"/>
                  </a:lnTo>
                  <a:lnTo>
                    <a:pt x="21241" y="214122"/>
                  </a:lnTo>
                  <a:lnTo>
                    <a:pt x="20955" y="214408"/>
                  </a:lnTo>
                  <a:lnTo>
                    <a:pt x="20860" y="214884"/>
                  </a:lnTo>
                  <a:lnTo>
                    <a:pt x="20955" y="215551"/>
                  </a:lnTo>
                  <a:lnTo>
                    <a:pt x="22193" y="216979"/>
                  </a:lnTo>
                  <a:lnTo>
                    <a:pt x="23051" y="217646"/>
                  </a:lnTo>
                  <a:lnTo>
                    <a:pt x="23908" y="218218"/>
                  </a:lnTo>
                  <a:lnTo>
                    <a:pt x="26003" y="218884"/>
                  </a:lnTo>
                  <a:lnTo>
                    <a:pt x="26861" y="219075"/>
                  </a:lnTo>
                  <a:lnTo>
                    <a:pt x="27432" y="219075"/>
                  </a:lnTo>
                  <a:lnTo>
                    <a:pt x="28004" y="218980"/>
                  </a:lnTo>
                  <a:lnTo>
                    <a:pt x="28480" y="218789"/>
                  </a:lnTo>
                  <a:lnTo>
                    <a:pt x="28956" y="218503"/>
                  </a:lnTo>
                  <a:lnTo>
                    <a:pt x="29718" y="217932"/>
                  </a:lnTo>
                  <a:lnTo>
                    <a:pt x="31337" y="216027"/>
                  </a:lnTo>
                  <a:lnTo>
                    <a:pt x="31813" y="215646"/>
                  </a:lnTo>
                  <a:lnTo>
                    <a:pt x="32480" y="215360"/>
                  </a:lnTo>
                  <a:lnTo>
                    <a:pt x="34004" y="215551"/>
                  </a:lnTo>
                  <a:lnTo>
                    <a:pt x="35338" y="216122"/>
                  </a:lnTo>
                  <a:lnTo>
                    <a:pt x="39719" y="218599"/>
                  </a:lnTo>
                  <a:lnTo>
                    <a:pt x="40100" y="218980"/>
                  </a:lnTo>
                  <a:lnTo>
                    <a:pt x="40386" y="219456"/>
                  </a:lnTo>
                  <a:lnTo>
                    <a:pt x="40481" y="220027"/>
                  </a:lnTo>
                  <a:lnTo>
                    <a:pt x="40767" y="221837"/>
                  </a:lnTo>
                  <a:lnTo>
                    <a:pt x="40957" y="222313"/>
                  </a:lnTo>
                  <a:lnTo>
                    <a:pt x="41148" y="222790"/>
                  </a:lnTo>
                  <a:lnTo>
                    <a:pt x="42101" y="224028"/>
                  </a:lnTo>
                  <a:lnTo>
                    <a:pt x="43053" y="225742"/>
                  </a:lnTo>
                  <a:lnTo>
                    <a:pt x="43910" y="227647"/>
                  </a:lnTo>
                  <a:lnTo>
                    <a:pt x="44291" y="228695"/>
                  </a:lnTo>
                  <a:lnTo>
                    <a:pt x="44577" y="229934"/>
                  </a:lnTo>
                  <a:lnTo>
                    <a:pt x="44768" y="230410"/>
                  </a:lnTo>
                  <a:lnTo>
                    <a:pt x="45053" y="230791"/>
                  </a:lnTo>
                  <a:lnTo>
                    <a:pt x="48482" y="234029"/>
                  </a:lnTo>
                  <a:lnTo>
                    <a:pt x="50768" y="235648"/>
                  </a:lnTo>
                  <a:lnTo>
                    <a:pt x="52578" y="236410"/>
                  </a:lnTo>
                  <a:lnTo>
                    <a:pt x="58483" y="237744"/>
                  </a:lnTo>
                  <a:lnTo>
                    <a:pt x="63341" y="240792"/>
                  </a:lnTo>
                  <a:lnTo>
                    <a:pt x="65627" y="243173"/>
                  </a:lnTo>
                  <a:lnTo>
                    <a:pt x="66104" y="244126"/>
                  </a:lnTo>
                  <a:lnTo>
                    <a:pt x="67532" y="247840"/>
                  </a:lnTo>
                  <a:lnTo>
                    <a:pt x="75629" y="258318"/>
                  </a:lnTo>
                  <a:lnTo>
                    <a:pt x="76867" y="260604"/>
                  </a:lnTo>
                  <a:lnTo>
                    <a:pt x="76962" y="262223"/>
                  </a:lnTo>
                  <a:lnTo>
                    <a:pt x="70199" y="266224"/>
                  </a:lnTo>
                  <a:lnTo>
                    <a:pt x="69532" y="266795"/>
                  </a:lnTo>
                  <a:lnTo>
                    <a:pt x="69056" y="267557"/>
                  </a:lnTo>
                  <a:lnTo>
                    <a:pt x="68866" y="268510"/>
                  </a:lnTo>
                  <a:lnTo>
                    <a:pt x="68771" y="270034"/>
                  </a:lnTo>
                  <a:lnTo>
                    <a:pt x="68866" y="270891"/>
                  </a:lnTo>
                  <a:lnTo>
                    <a:pt x="72771" y="285083"/>
                  </a:lnTo>
                  <a:lnTo>
                    <a:pt x="75914" y="290893"/>
                  </a:lnTo>
                  <a:lnTo>
                    <a:pt x="78105" y="296418"/>
                  </a:lnTo>
                  <a:lnTo>
                    <a:pt x="78772" y="297751"/>
                  </a:lnTo>
                  <a:lnTo>
                    <a:pt x="79057" y="298132"/>
                  </a:lnTo>
                  <a:lnTo>
                    <a:pt x="80391" y="299561"/>
                  </a:lnTo>
                  <a:lnTo>
                    <a:pt x="82677" y="301466"/>
                  </a:lnTo>
                  <a:lnTo>
                    <a:pt x="83820" y="303371"/>
                  </a:lnTo>
                  <a:lnTo>
                    <a:pt x="84963" y="305848"/>
                  </a:lnTo>
                  <a:lnTo>
                    <a:pt x="85439" y="307467"/>
                  </a:lnTo>
                  <a:lnTo>
                    <a:pt x="86868" y="314325"/>
                  </a:lnTo>
                  <a:lnTo>
                    <a:pt x="87058" y="315754"/>
                  </a:lnTo>
                  <a:lnTo>
                    <a:pt x="87058" y="317087"/>
                  </a:lnTo>
                  <a:lnTo>
                    <a:pt x="86963" y="318992"/>
                  </a:lnTo>
                  <a:lnTo>
                    <a:pt x="86868" y="319564"/>
                  </a:lnTo>
                  <a:lnTo>
                    <a:pt x="86582" y="319945"/>
                  </a:lnTo>
                  <a:lnTo>
                    <a:pt x="86011" y="320802"/>
                  </a:lnTo>
                  <a:lnTo>
                    <a:pt x="85915" y="321755"/>
                  </a:lnTo>
                  <a:lnTo>
                    <a:pt x="85820" y="323183"/>
                  </a:lnTo>
                  <a:lnTo>
                    <a:pt x="86201" y="326326"/>
                  </a:lnTo>
                  <a:lnTo>
                    <a:pt x="86296" y="327850"/>
                  </a:lnTo>
                  <a:lnTo>
                    <a:pt x="86201" y="328898"/>
                  </a:lnTo>
                  <a:lnTo>
                    <a:pt x="85725" y="329755"/>
                  </a:lnTo>
                  <a:lnTo>
                    <a:pt x="85344" y="330136"/>
                  </a:lnTo>
                  <a:lnTo>
                    <a:pt x="84677" y="330708"/>
                  </a:lnTo>
                  <a:lnTo>
                    <a:pt x="79343" y="333756"/>
                  </a:lnTo>
                  <a:lnTo>
                    <a:pt x="78962" y="334042"/>
                  </a:lnTo>
                  <a:lnTo>
                    <a:pt x="78677" y="334423"/>
                  </a:lnTo>
                  <a:lnTo>
                    <a:pt x="77724" y="336232"/>
                  </a:lnTo>
                  <a:lnTo>
                    <a:pt x="77343" y="337185"/>
                  </a:lnTo>
                  <a:lnTo>
                    <a:pt x="76581" y="340042"/>
                  </a:lnTo>
                  <a:lnTo>
                    <a:pt x="76390" y="342043"/>
                  </a:lnTo>
                  <a:lnTo>
                    <a:pt x="76486" y="344519"/>
                  </a:lnTo>
                  <a:lnTo>
                    <a:pt x="76676" y="345948"/>
                  </a:lnTo>
                  <a:lnTo>
                    <a:pt x="76867" y="346900"/>
                  </a:lnTo>
                  <a:lnTo>
                    <a:pt x="77057" y="347472"/>
                  </a:lnTo>
                  <a:lnTo>
                    <a:pt x="79534" y="351949"/>
                  </a:lnTo>
                  <a:lnTo>
                    <a:pt x="80296" y="353854"/>
                  </a:lnTo>
                  <a:lnTo>
                    <a:pt x="80581" y="354235"/>
                  </a:lnTo>
                  <a:lnTo>
                    <a:pt x="80867" y="354521"/>
                  </a:lnTo>
                  <a:lnTo>
                    <a:pt x="81344" y="354806"/>
                  </a:lnTo>
                  <a:lnTo>
                    <a:pt x="81820" y="355378"/>
                  </a:lnTo>
                  <a:lnTo>
                    <a:pt x="82296" y="356140"/>
                  </a:lnTo>
                  <a:lnTo>
                    <a:pt x="83153" y="358807"/>
                  </a:lnTo>
                  <a:lnTo>
                    <a:pt x="83439" y="359569"/>
                  </a:lnTo>
                  <a:lnTo>
                    <a:pt x="83629" y="359950"/>
                  </a:lnTo>
                  <a:lnTo>
                    <a:pt x="84011" y="360331"/>
                  </a:lnTo>
                  <a:lnTo>
                    <a:pt x="84487" y="361188"/>
                  </a:lnTo>
                  <a:lnTo>
                    <a:pt x="84772" y="361569"/>
                  </a:lnTo>
                  <a:lnTo>
                    <a:pt x="85154" y="362521"/>
                  </a:lnTo>
                  <a:lnTo>
                    <a:pt x="85439" y="362998"/>
                  </a:lnTo>
                  <a:lnTo>
                    <a:pt x="85725" y="363284"/>
                  </a:lnTo>
                  <a:lnTo>
                    <a:pt x="86201" y="363474"/>
                  </a:lnTo>
                  <a:lnTo>
                    <a:pt x="86773" y="363474"/>
                  </a:lnTo>
                  <a:lnTo>
                    <a:pt x="87344" y="363569"/>
                  </a:lnTo>
                  <a:lnTo>
                    <a:pt x="87821" y="363760"/>
                  </a:lnTo>
                  <a:lnTo>
                    <a:pt x="88678" y="364331"/>
                  </a:lnTo>
                  <a:lnTo>
                    <a:pt x="96298" y="368808"/>
                  </a:lnTo>
                  <a:lnTo>
                    <a:pt x="97631" y="369094"/>
                  </a:lnTo>
                  <a:lnTo>
                    <a:pt x="99441" y="369189"/>
                  </a:lnTo>
                  <a:lnTo>
                    <a:pt x="100584" y="368522"/>
                  </a:lnTo>
                  <a:lnTo>
                    <a:pt x="102394" y="367760"/>
                  </a:lnTo>
                  <a:lnTo>
                    <a:pt x="104585" y="367189"/>
                  </a:lnTo>
                  <a:lnTo>
                    <a:pt x="107823" y="367093"/>
                  </a:lnTo>
                  <a:lnTo>
                    <a:pt x="109252" y="367855"/>
                  </a:lnTo>
                  <a:lnTo>
                    <a:pt x="109633" y="369094"/>
                  </a:lnTo>
                  <a:lnTo>
                    <a:pt x="108776" y="369951"/>
                  </a:lnTo>
                  <a:lnTo>
                    <a:pt x="107823" y="370237"/>
                  </a:lnTo>
                  <a:lnTo>
                    <a:pt x="106871" y="370332"/>
                  </a:lnTo>
                  <a:lnTo>
                    <a:pt x="106204" y="370713"/>
                  </a:lnTo>
                  <a:lnTo>
                    <a:pt x="105918" y="371475"/>
                  </a:lnTo>
                  <a:lnTo>
                    <a:pt x="106204" y="372713"/>
                  </a:lnTo>
                  <a:lnTo>
                    <a:pt x="106680" y="374047"/>
                  </a:lnTo>
                  <a:lnTo>
                    <a:pt x="107347" y="375475"/>
                  </a:lnTo>
                  <a:lnTo>
                    <a:pt x="109156" y="378238"/>
                  </a:lnTo>
                  <a:lnTo>
                    <a:pt x="114014" y="384143"/>
                  </a:lnTo>
                  <a:lnTo>
                    <a:pt x="115443" y="386429"/>
                  </a:lnTo>
                  <a:lnTo>
                    <a:pt x="117538" y="389001"/>
                  </a:lnTo>
                  <a:lnTo>
                    <a:pt x="118681" y="389668"/>
                  </a:lnTo>
                  <a:lnTo>
                    <a:pt x="119920" y="389572"/>
                  </a:lnTo>
                  <a:lnTo>
                    <a:pt x="120777" y="389096"/>
                  </a:lnTo>
                  <a:lnTo>
                    <a:pt x="122301" y="387572"/>
                  </a:lnTo>
                  <a:lnTo>
                    <a:pt x="123444" y="386620"/>
                  </a:lnTo>
                  <a:lnTo>
                    <a:pt x="124778" y="386143"/>
                  </a:lnTo>
                  <a:lnTo>
                    <a:pt x="126111" y="385953"/>
                  </a:lnTo>
                  <a:lnTo>
                    <a:pt x="136398" y="389668"/>
                  </a:lnTo>
                  <a:lnTo>
                    <a:pt x="137351" y="390525"/>
                  </a:lnTo>
                  <a:lnTo>
                    <a:pt x="137446" y="391192"/>
                  </a:lnTo>
                  <a:lnTo>
                    <a:pt x="136970" y="391668"/>
                  </a:lnTo>
                  <a:lnTo>
                    <a:pt x="136017" y="391954"/>
                  </a:lnTo>
                  <a:lnTo>
                    <a:pt x="124206" y="393287"/>
                  </a:lnTo>
                  <a:lnTo>
                    <a:pt x="123254" y="393668"/>
                  </a:lnTo>
                  <a:lnTo>
                    <a:pt x="122396" y="394335"/>
                  </a:lnTo>
                  <a:lnTo>
                    <a:pt x="122015" y="395288"/>
                  </a:lnTo>
                  <a:lnTo>
                    <a:pt x="122301" y="396716"/>
                  </a:lnTo>
                  <a:lnTo>
                    <a:pt x="123063" y="397478"/>
                  </a:lnTo>
                  <a:lnTo>
                    <a:pt x="123825" y="397764"/>
                  </a:lnTo>
                  <a:lnTo>
                    <a:pt x="124778" y="397669"/>
                  </a:lnTo>
                  <a:lnTo>
                    <a:pt x="125730" y="397383"/>
                  </a:lnTo>
                  <a:lnTo>
                    <a:pt x="129921" y="395478"/>
                  </a:lnTo>
                  <a:lnTo>
                    <a:pt x="131350" y="395288"/>
                  </a:lnTo>
                  <a:lnTo>
                    <a:pt x="132779" y="395383"/>
                  </a:lnTo>
                  <a:lnTo>
                    <a:pt x="135160" y="396050"/>
                  </a:lnTo>
                  <a:lnTo>
                    <a:pt x="140208" y="395764"/>
                  </a:lnTo>
                  <a:lnTo>
                    <a:pt x="145352" y="396907"/>
                  </a:lnTo>
                  <a:lnTo>
                    <a:pt x="146971" y="397573"/>
                  </a:lnTo>
                  <a:lnTo>
                    <a:pt x="148019" y="398621"/>
                  </a:lnTo>
                  <a:lnTo>
                    <a:pt x="149733" y="401574"/>
                  </a:lnTo>
                  <a:lnTo>
                    <a:pt x="151352" y="403860"/>
                  </a:lnTo>
                  <a:lnTo>
                    <a:pt x="152781" y="405193"/>
                  </a:lnTo>
                  <a:lnTo>
                    <a:pt x="153733" y="406432"/>
                  </a:lnTo>
                  <a:lnTo>
                    <a:pt x="155067" y="409003"/>
                  </a:lnTo>
                  <a:lnTo>
                    <a:pt x="156210" y="410527"/>
                  </a:lnTo>
                  <a:lnTo>
                    <a:pt x="158305" y="412147"/>
                  </a:lnTo>
                  <a:lnTo>
                    <a:pt x="159925" y="412337"/>
                  </a:lnTo>
                  <a:lnTo>
                    <a:pt x="161354" y="411766"/>
                  </a:lnTo>
                  <a:lnTo>
                    <a:pt x="166878" y="406622"/>
                  </a:lnTo>
                  <a:lnTo>
                    <a:pt x="167735" y="405670"/>
                  </a:lnTo>
                  <a:lnTo>
                    <a:pt x="168307" y="404813"/>
                  </a:lnTo>
                  <a:lnTo>
                    <a:pt x="168878" y="403669"/>
                  </a:lnTo>
                  <a:lnTo>
                    <a:pt x="169831" y="400717"/>
                  </a:lnTo>
                  <a:lnTo>
                    <a:pt x="170307" y="397669"/>
                  </a:lnTo>
                  <a:lnTo>
                    <a:pt x="170402" y="394906"/>
                  </a:lnTo>
                  <a:lnTo>
                    <a:pt x="170879" y="392049"/>
                  </a:lnTo>
                  <a:lnTo>
                    <a:pt x="170974" y="391477"/>
                  </a:lnTo>
                  <a:lnTo>
                    <a:pt x="170879" y="390906"/>
                  </a:lnTo>
                  <a:lnTo>
                    <a:pt x="170593" y="390430"/>
                  </a:lnTo>
                  <a:lnTo>
                    <a:pt x="170307" y="390049"/>
                  </a:lnTo>
                  <a:lnTo>
                    <a:pt x="169736" y="389477"/>
                  </a:lnTo>
                  <a:lnTo>
                    <a:pt x="169450" y="389382"/>
                  </a:lnTo>
                  <a:lnTo>
                    <a:pt x="168593" y="389001"/>
                  </a:lnTo>
                  <a:lnTo>
                    <a:pt x="166592" y="388525"/>
                  </a:lnTo>
                  <a:lnTo>
                    <a:pt x="166402" y="388430"/>
                  </a:lnTo>
                  <a:lnTo>
                    <a:pt x="166211" y="388334"/>
                  </a:lnTo>
                  <a:lnTo>
                    <a:pt x="165926" y="388144"/>
                  </a:lnTo>
                  <a:lnTo>
                    <a:pt x="165640" y="387763"/>
                  </a:lnTo>
                  <a:lnTo>
                    <a:pt x="164782" y="385953"/>
                  </a:lnTo>
                  <a:lnTo>
                    <a:pt x="164402" y="385000"/>
                  </a:lnTo>
                  <a:lnTo>
                    <a:pt x="164211" y="384429"/>
                  </a:lnTo>
                  <a:lnTo>
                    <a:pt x="164211" y="383953"/>
                  </a:lnTo>
                  <a:lnTo>
                    <a:pt x="164306" y="383476"/>
                  </a:lnTo>
                  <a:lnTo>
                    <a:pt x="164592" y="383096"/>
                  </a:lnTo>
                  <a:lnTo>
                    <a:pt x="165545" y="382905"/>
                  </a:lnTo>
                  <a:lnTo>
                    <a:pt x="170783" y="383191"/>
                  </a:lnTo>
                  <a:lnTo>
                    <a:pt x="171545" y="383191"/>
                  </a:lnTo>
                  <a:lnTo>
                    <a:pt x="171831" y="382905"/>
                  </a:lnTo>
                  <a:lnTo>
                    <a:pt x="172021" y="382429"/>
                  </a:lnTo>
                  <a:lnTo>
                    <a:pt x="171926" y="381952"/>
                  </a:lnTo>
                  <a:lnTo>
                    <a:pt x="171736" y="381571"/>
                  </a:lnTo>
                  <a:lnTo>
                    <a:pt x="171545" y="381190"/>
                  </a:lnTo>
                  <a:lnTo>
                    <a:pt x="171260" y="380905"/>
                  </a:lnTo>
                  <a:lnTo>
                    <a:pt x="168973" y="379571"/>
                  </a:lnTo>
                  <a:lnTo>
                    <a:pt x="168307" y="378905"/>
                  </a:lnTo>
                  <a:lnTo>
                    <a:pt x="167449" y="377571"/>
                  </a:lnTo>
                  <a:lnTo>
                    <a:pt x="167069" y="376618"/>
                  </a:lnTo>
                  <a:lnTo>
                    <a:pt x="166306" y="372809"/>
                  </a:lnTo>
                  <a:lnTo>
                    <a:pt x="165735" y="371189"/>
                  </a:lnTo>
                  <a:lnTo>
                    <a:pt x="165545" y="370046"/>
                  </a:lnTo>
                  <a:lnTo>
                    <a:pt x="165449" y="369475"/>
                  </a:lnTo>
                  <a:lnTo>
                    <a:pt x="165449" y="368903"/>
                  </a:lnTo>
                  <a:lnTo>
                    <a:pt x="165640" y="368427"/>
                  </a:lnTo>
                  <a:lnTo>
                    <a:pt x="165830" y="367951"/>
                  </a:lnTo>
                  <a:lnTo>
                    <a:pt x="166116" y="367570"/>
                  </a:lnTo>
                  <a:lnTo>
                    <a:pt x="166497" y="367189"/>
                  </a:lnTo>
                  <a:lnTo>
                    <a:pt x="166878" y="366903"/>
                  </a:lnTo>
                  <a:lnTo>
                    <a:pt x="167735" y="366522"/>
                  </a:lnTo>
                  <a:lnTo>
                    <a:pt x="168688" y="366141"/>
                  </a:lnTo>
                  <a:lnTo>
                    <a:pt x="172879" y="365569"/>
                  </a:lnTo>
                  <a:lnTo>
                    <a:pt x="175736" y="365569"/>
                  </a:lnTo>
                  <a:lnTo>
                    <a:pt x="178689" y="366141"/>
                  </a:lnTo>
                  <a:lnTo>
                    <a:pt x="179737" y="366617"/>
                  </a:lnTo>
                  <a:lnTo>
                    <a:pt x="180118" y="366903"/>
                  </a:lnTo>
                  <a:lnTo>
                    <a:pt x="182023" y="367379"/>
                  </a:lnTo>
                  <a:lnTo>
                    <a:pt x="185547" y="367951"/>
                  </a:lnTo>
                  <a:lnTo>
                    <a:pt x="186309" y="368236"/>
                  </a:lnTo>
                  <a:lnTo>
                    <a:pt x="188404" y="370332"/>
                  </a:lnTo>
                  <a:lnTo>
                    <a:pt x="189357" y="371094"/>
                  </a:lnTo>
                  <a:lnTo>
                    <a:pt x="191167" y="370713"/>
                  </a:lnTo>
                  <a:lnTo>
                    <a:pt x="191453" y="370427"/>
                  </a:lnTo>
                  <a:lnTo>
                    <a:pt x="191833" y="369856"/>
                  </a:lnTo>
                  <a:lnTo>
                    <a:pt x="192119" y="369189"/>
                  </a:lnTo>
                  <a:lnTo>
                    <a:pt x="192500" y="368236"/>
                  </a:lnTo>
                  <a:lnTo>
                    <a:pt x="193262" y="367570"/>
                  </a:lnTo>
                  <a:lnTo>
                    <a:pt x="196310" y="366236"/>
                  </a:lnTo>
                  <a:lnTo>
                    <a:pt x="198406" y="365665"/>
                  </a:lnTo>
                  <a:lnTo>
                    <a:pt x="199168" y="365569"/>
                  </a:lnTo>
                  <a:lnTo>
                    <a:pt x="199549" y="365474"/>
                  </a:lnTo>
                  <a:lnTo>
                    <a:pt x="199835" y="365188"/>
                  </a:lnTo>
                  <a:lnTo>
                    <a:pt x="200120" y="364807"/>
                  </a:lnTo>
                  <a:lnTo>
                    <a:pt x="200596" y="363664"/>
                  </a:lnTo>
                  <a:lnTo>
                    <a:pt x="201358" y="362712"/>
                  </a:lnTo>
                  <a:lnTo>
                    <a:pt x="203454" y="361378"/>
                  </a:lnTo>
                  <a:lnTo>
                    <a:pt x="204026" y="360807"/>
                  </a:lnTo>
                  <a:lnTo>
                    <a:pt x="204216" y="360140"/>
                  </a:lnTo>
                  <a:lnTo>
                    <a:pt x="204026" y="359664"/>
                  </a:lnTo>
                  <a:lnTo>
                    <a:pt x="203835" y="359188"/>
                  </a:lnTo>
                  <a:lnTo>
                    <a:pt x="203645" y="358902"/>
                  </a:lnTo>
                  <a:lnTo>
                    <a:pt x="201930" y="356997"/>
                  </a:lnTo>
                  <a:lnTo>
                    <a:pt x="201644" y="356521"/>
                  </a:lnTo>
                  <a:lnTo>
                    <a:pt x="201454" y="356140"/>
                  </a:lnTo>
                  <a:lnTo>
                    <a:pt x="201263" y="355663"/>
                  </a:lnTo>
                  <a:lnTo>
                    <a:pt x="200978" y="354521"/>
                  </a:lnTo>
                  <a:lnTo>
                    <a:pt x="200787" y="354044"/>
                  </a:lnTo>
                  <a:lnTo>
                    <a:pt x="200596" y="353568"/>
                  </a:lnTo>
                  <a:lnTo>
                    <a:pt x="200311" y="353187"/>
                  </a:lnTo>
                  <a:lnTo>
                    <a:pt x="198977" y="351758"/>
                  </a:lnTo>
                  <a:lnTo>
                    <a:pt x="198691" y="351377"/>
                  </a:lnTo>
                  <a:lnTo>
                    <a:pt x="198596" y="350996"/>
                  </a:lnTo>
                  <a:lnTo>
                    <a:pt x="198787" y="350615"/>
                  </a:lnTo>
                  <a:lnTo>
                    <a:pt x="199072" y="350330"/>
                  </a:lnTo>
                  <a:lnTo>
                    <a:pt x="199454" y="349948"/>
                  </a:lnTo>
                  <a:lnTo>
                    <a:pt x="199835" y="349758"/>
                  </a:lnTo>
                  <a:lnTo>
                    <a:pt x="200311" y="349472"/>
                  </a:lnTo>
                  <a:lnTo>
                    <a:pt x="201358" y="349091"/>
                  </a:lnTo>
                  <a:lnTo>
                    <a:pt x="204311" y="348520"/>
                  </a:lnTo>
                  <a:lnTo>
                    <a:pt x="205073" y="348234"/>
                  </a:lnTo>
                  <a:lnTo>
                    <a:pt x="205930" y="347472"/>
                  </a:lnTo>
                  <a:lnTo>
                    <a:pt x="206216" y="346900"/>
                  </a:lnTo>
                  <a:lnTo>
                    <a:pt x="206121" y="346329"/>
                  </a:lnTo>
                  <a:lnTo>
                    <a:pt x="205740" y="345948"/>
                  </a:lnTo>
                  <a:lnTo>
                    <a:pt x="204692" y="345091"/>
                  </a:lnTo>
                  <a:lnTo>
                    <a:pt x="204406" y="344710"/>
                  </a:lnTo>
                  <a:lnTo>
                    <a:pt x="204216" y="344043"/>
                  </a:lnTo>
                  <a:lnTo>
                    <a:pt x="204406" y="343567"/>
                  </a:lnTo>
                  <a:lnTo>
                    <a:pt x="204597" y="343186"/>
                  </a:lnTo>
                  <a:lnTo>
                    <a:pt x="205454" y="342519"/>
                  </a:lnTo>
                  <a:lnTo>
                    <a:pt x="206216" y="341757"/>
                  </a:lnTo>
                  <a:lnTo>
                    <a:pt x="206312" y="341185"/>
                  </a:lnTo>
                  <a:lnTo>
                    <a:pt x="206216" y="340709"/>
                  </a:lnTo>
                  <a:lnTo>
                    <a:pt x="205740" y="339947"/>
                  </a:lnTo>
                  <a:lnTo>
                    <a:pt x="205454" y="339280"/>
                  </a:lnTo>
                  <a:lnTo>
                    <a:pt x="205454" y="338328"/>
                  </a:lnTo>
                  <a:lnTo>
                    <a:pt x="205645" y="336994"/>
                  </a:lnTo>
                  <a:lnTo>
                    <a:pt x="206502" y="334042"/>
                  </a:lnTo>
                  <a:lnTo>
                    <a:pt x="206693" y="332708"/>
                  </a:lnTo>
                  <a:lnTo>
                    <a:pt x="206693" y="331851"/>
                  </a:lnTo>
                  <a:lnTo>
                    <a:pt x="206312" y="330994"/>
                  </a:lnTo>
                  <a:lnTo>
                    <a:pt x="204978" y="328898"/>
                  </a:lnTo>
                  <a:lnTo>
                    <a:pt x="204311" y="328136"/>
                  </a:lnTo>
                  <a:lnTo>
                    <a:pt x="203930" y="327850"/>
                  </a:lnTo>
                  <a:lnTo>
                    <a:pt x="203263" y="327088"/>
                  </a:lnTo>
                  <a:lnTo>
                    <a:pt x="202978" y="326707"/>
                  </a:lnTo>
                  <a:lnTo>
                    <a:pt x="202121" y="324802"/>
                  </a:lnTo>
                  <a:lnTo>
                    <a:pt x="201549" y="323945"/>
                  </a:lnTo>
                  <a:lnTo>
                    <a:pt x="201263" y="323564"/>
                  </a:lnTo>
                  <a:lnTo>
                    <a:pt x="199263" y="322135"/>
                  </a:lnTo>
                  <a:lnTo>
                    <a:pt x="198977" y="321755"/>
                  </a:lnTo>
                  <a:lnTo>
                    <a:pt x="197834" y="319373"/>
                  </a:lnTo>
                  <a:lnTo>
                    <a:pt x="197453" y="318992"/>
                  </a:lnTo>
                  <a:lnTo>
                    <a:pt x="197072" y="318706"/>
                  </a:lnTo>
                  <a:lnTo>
                    <a:pt x="196691" y="318516"/>
                  </a:lnTo>
                  <a:lnTo>
                    <a:pt x="196215" y="318516"/>
                  </a:lnTo>
                  <a:lnTo>
                    <a:pt x="193548" y="319278"/>
                  </a:lnTo>
                  <a:lnTo>
                    <a:pt x="192405" y="319373"/>
                  </a:lnTo>
                  <a:lnTo>
                    <a:pt x="191833" y="319373"/>
                  </a:lnTo>
                  <a:lnTo>
                    <a:pt x="190690" y="319088"/>
                  </a:lnTo>
                  <a:lnTo>
                    <a:pt x="186976" y="317182"/>
                  </a:lnTo>
                  <a:lnTo>
                    <a:pt x="185356" y="316135"/>
                  </a:lnTo>
                  <a:lnTo>
                    <a:pt x="181070" y="312801"/>
                  </a:lnTo>
                  <a:lnTo>
                    <a:pt x="180213" y="312230"/>
                  </a:lnTo>
                  <a:lnTo>
                    <a:pt x="179832" y="312134"/>
                  </a:lnTo>
                  <a:lnTo>
                    <a:pt x="179451" y="312039"/>
                  </a:lnTo>
                  <a:lnTo>
                    <a:pt x="178975" y="312039"/>
                  </a:lnTo>
                  <a:lnTo>
                    <a:pt x="178498" y="312039"/>
                  </a:lnTo>
                  <a:lnTo>
                    <a:pt x="177451" y="312325"/>
                  </a:lnTo>
                  <a:lnTo>
                    <a:pt x="175165" y="313563"/>
                  </a:lnTo>
                  <a:lnTo>
                    <a:pt x="174688" y="313753"/>
                  </a:lnTo>
                  <a:lnTo>
                    <a:pt x="174117" y="313849"/>
                  </a:lnTo>
                  <a:lnTo>
                    <a:pt x="173546" y="313849"/>
                  </a:lnTo>
                  <a:lnTo>
                    <a:pt x="172307" y="313658"/>
                  </a:lnTo>
                  <a:lnTo>
                    <a:pt x="171450" y="313372"/>
                  </a:lnTo>
                  <a:lnTo>
                    <a:pt x="170879" y="312992"/>
                  </a:lnTo>
                  <a:lnTo>
                    <a:pt x="170402" y="312420"/>
                  </a:lnTo>
                  <a:lnTo>
                    <a:pt x="169926" y="311563"/>
                  </a:lnTo>
                  <a:lnTo>
                    <a:pt x="169164" y="309848"/>
                  </a:lnTo>
                  <a:lnTo>
                    <a:pt x="168973" y="308800"/>
                  </a:lnTo>
                  <a:lnTo>
                    <a:pt x="168973" y="308038"/>
                  </a:lnTo>
                  <a:lnTo>
                    <a:pt x="169259" y="307657"/>
                  </a:lnTo>
                  <a:lnTo>
                    <a:pt x="169640" y="307276"/>
                  </a:lnTo>
                  <a:lnTo>
                    <a:pt x="170783" y="306419"/>
                  </a:lnTo>
                  <a:lnTo>
                    <a:pt x="170974" y="306038"/>
                  </a:lnTo>
                  <a:lnTo>
                    <a:pt x="171164" y="305752"/>
                  </a:lnTo>
                  <a:lnTo>
                    <a:pt x="171260" y="305371"/>
                  </a:lnTo>
                  <a:lnTo>
                    <a:pt x="171355" y="304895"/>
                  </a:lnTo>
                  <a:lnTo>
                    <a:pt x="171450" y="304324"/>
                  </a:lnTo>
                  <a:lnTo>
                    <a:pt x="171450" y="303657"/>
                  </a:lnTo>
                  <a:lnTo>
                    <a:pt x="170783" y="296323"/>
                  </a:lnTo>
                  <a:lnTo>
                    <a:pt x="170593" y="295370"/>
                  </a:lnTo>
                  <a:lnTo>
                    <a:pt x="170307" y="294608"/>
                  </a:lnTo>
                  <a:lnTo>
                    <a:pt x="170021" y="294227"/>
                  </a:lnTo>
                  <a:lnTo>
                    <a:pt x="169354" y="293465"/>
                  </a:lnTo>
                  <a:lnTo>
                    <a:pt x="168688" y="292894"/>
                  </a:lnTo>
                  <a:lnTo>
                    <a:pt x="167449" y="292036"/>
                  </a:lnTo>
                  <a:lnTo>
                    <a:pt x="166592" y="291275"/>
                  </a:lnTo>
                  <a:lnTo>
                    <a:pt x="166116" y="290703"/>
                  </a:lnTo>
                  <a:lnTo>
                    <a:pt x="165640" y="289846"/>
                  </a:lnTo>
                  <a:lnTo>
                    <a:pt x="165640" y="289274"/>
                  </a:lnTo>
                  <a:lnTo>
                    <a:pt x="165926" y="288893"/>
                  </a:lnTo>
                  <a:lnTo>
                    <a:pt x="166306" y="288607"/>
                  </a:lnTo>
                  <a:lnTo>
                    <a:pt x="168307" y="287750"/>
                  </a:lnTo>
                  <a:lnTo>
                    <a:pt x="169926" y="286702"/>
                  </a:lnTo>
                  <a:lnTo>
                    <a:pt x="170307" y="286321"/>
                  </a:lnTo>
                  <a:lnTo>
                    <a:pt x="170497" y="285845"/>
                  </a:lnTo>
                  <a:lnTo>
                    <a:pt x="170688" y="284131"/>
                  </a:lnTo>
                  <a:lnTo>
                    <a:pt x="170402" y="279940"/>
                  </a:lnTo>
                  <a:lnTo>
                    <a:pt x="170021" y="275368"/>
                  </a:lnTo>
                  <a:lnTo>
                    <a:pt x="170021" y="273367"/>
                  </a:lnTo>
                  <a:lnTo>
                    <a:pt x="170307" y="271463"/>
                  </a:lnTo>
                  <a:lnTo>
                    <a:pt x="170497" y="270891"/>
                  </a:lnTo>
                  <a:lnTo>
                    <a:pt x="170783" y="270224"/>
                  </a:lnTo>
                  <a:lnTo>
                    <a:pt x="171069" y="269843"/>
                  </a:lnTo>
                  <a:lnTo>
                    <a:pt x="171355" y="269557"/>
                  </a:lnTo>
                  <a:lnTo>
                    <a:pt x="174593" y="267462"/>
                  </a:lnTo>
                  <a:lnTo>
                    <a:pt x="174974" y="267271"/>
                  </a:lnTo>
                  <a:lnTo>
                    <a:pt x="175451" y="267081"/>
                  </a:lnTo>
                  <a:lnTo>
                    <a:pt x="176022" y="267081"/>
                  </a:lnTo>
                  <a:lnTo>
                    <a:pt x="176594" y="267176"/>
                  </a:lnTo>
                  <a:lnTo>
                    <a:pt x="178022" y="267843"/>
                  </a:lnTo>
                  <a:lnTo>
                    <a:pt x="178689" y="267843"/>
                  </a:lnTo>
                  <a:lnTo>
                    <a:pt x="179261" y="267652"/>
                  </a:lnTo>
                  <a:lnTo>
                    <a:pt x="180118" y="267176"/>
                  </a:lnTo>
                  <a:lnTo>
                    <a:pt x="180594" y="266605"/>
                  </a:lnTo>
                  <a:lnTo>
                    <a:pt x="180880" y="266128"/>
                  </a:lnTo>
                  <a:lnTo>
                    <a:pt x="183071" y="260318"/>
                  </a:lnTo>
                  <a:lnTo>
                    <a:pt x="183261" y="259461"/>
                  </a:lnTo>
                  <a:lnTo>
                    <a:pt x="183356" y="258604"/>
                  </a:lnTo>
                  <a:lnTo>
                    <a:pt x="183356" y="258032"/>
                  </a:lnTo>
                  <a:lnTo>
                    <a:pt x="183261" y="257461"/>
                  </a:lnTo>
                  <a:lnTo>
                    <a:pt x="183071" y="256889"/>
                  </a:lnTo>
                  <a:lnTo>
                    <a:pt x="180308" y="251365"/>
                  </a:lnTo>
                  <a:lnTo>
                    <a:pt x="180022" y="250888"/>
                  </a:lnTo>
                  <a:lnTo>
                    <a:pt x="179641" y="250603"/>
                  </a:lnTo>
                  <a:lnTo>
                    <a:pt x="177737" y="248984"/>
                  </a:lnTo>
                  <a:lnTo>
                    <a:pt x="177451" y="248507"/>
                  </a:lnTo>
                  <a:lnTo>
                    <a:pt x="177260" y="248031"/>
                  </a:lnTo>
                  <a:lnTo>
                    <a:pt x="177165" y="247269"/>
                  </a:lnTo>
                  <a:lnTo>
                    <a:pt x="177355" y="246697"/>
                  </a:lnTo>
                  <a:lnTo>
                    <a:pt x="177641" y="246317"/>
                  </a:lnTo>
                  <a:lnTo>
                    <a:pt x="178975" y="245650"/>
                  </a:lnTo>
                  <a:lnTo>
                    <a:pt x="179451" y="245364"/>
                  </a:lnTo>
                  <a:lnTo>
                    <a:pt x="179832" y="244792"/>
                  </a:lnTo>
                  <a:lnTo>
                    <a:pt x="180213" y="244126"/>
                  </a:lnTo>
                  <a:lnTo>
                    <a:pt x="181832" y="240601"/>
                  </a:lnTo>
                  <a:lnTo>
                    <a:pt x="182118" y="239839"/>
                  </a:lnTo>
                  <a:lnTo>
                    <a:pt x="182213" y="239077"/>
                  </a:lnTo>
                  <a:lnTo>
                    <a:pt x="182213" y="238411"/>
                  </a:lnTo>
                  <a:lnTo>
                    <a:pt x="182118" y="237839"/>
                  </a:lnTo>
                  <a:lnTo>
                    <a:pt x="181928" y="237363"/>
                  </a:lnTo>
                  <a:lnTo>
                    <a:pt x="181165" y="236029"/>
                  </a:lnTo>
                  <a:lnTo>
                    <a:pt x="180975" y="235458"/>
                  </a:lnTo>
                  <a:lnTo>
                    <a:pt x="180785" y="234791"/>
                  </a:lnTo>
                  <a:lnTo>
                    <a:pt x="180785" y="233363"/>
                  </a:lnTo>
                  <a:lnTo>
                    <a:pt x="181070" y="232124"/>
                  </a:lnTo>
                  <a:lnTo>
                    <a:pt x="181928" y="229457"/>
                  </a:lnTo>
                  <a:lnTo>
                    <a:pt x="182023" y="228695"/>
                  </a:lnTo>
                  <a:lnTo>
                    <a:pt x="182118" y="228028"/>
                  </a:lnTo>
                  <a:lnTo>
                    <a:pt x="182308" y="224123"/>
                  </a:lnTo>
                  <a:lnTo>
                    <a:pt x="182499" y="223075"/>
                  </a:lnTo>
                  <a:lnTo>
                    <a:pt x="182689" y="222313"/>
                  </a:lnTo>
                  <a:lnTo>
                    <a:pt x="182880" y="221742"/>
                  </a:lnTo>
                  <a:lnTo>
                    <a:pt x="183166" y="221266"/>
                  </a:lnTo>
                  <a:lnTo>
                    <a:pt x="183642" y="220694"/>
                  </a:lnTo>
                  <a:lnTo>
                    <a:pt x="184118" y="220409"/>
                  </a:lnTo>
                  <a:lnTo>
                    <a:pt x="184595" y="220123"/>
                  </a:lnTo>
                  <a:lnTo>
                    <a:pt x="186309" y="219742"/>
                  </a:lnTo>
                  <a:lnTo>
                    <a:pt x="190881" y="219837"/>
                  </a:lnTo>
                  <a:lnTo>
                    <a:pt x="192691" y="220409"/>
                  </a:lnTo>
                  <a:lnTo>
                    <a:pt x="193548" y="220885"/>
                  </a:lnTo>
                  <a:lnTo>
                    <a:pt x="194405" y="221456"/>
                  </a:lnTo>
                  <a:lnTo>
                    <a:pt x="198882" y="226123"/>
                  </a:lnTo>
                  <a:lnTo>
                    <a:pt x="202216" y="228409"/>
                  </a:lnTo>
                  <a:lnTo>
                    <a:pt x="204692" y="229457"/>
                  </a:lnTo>
                  <a:lnTo>
                    <a:pt x="205740" y="229743"/>
                  </a:lnTo>
                  <a:lnTo>
                    <a:pt x="210217" y="229552"/>
                  </a:lnTo>
                  <a:lnTo>
                    <a:pt x="211550" y="229743"/>
                  </a:lnTo>
                  <a:lnTo>
                    <a:pt x="213170" y="229552"/>
                  </a:lnTo>
                  <a:lnTo>
                    <a:pt x="215551" y="228409"/>
                  </a:lnTo>
                  <a:lnTo>
                    <a:pt x="216027" y="228314"/>
                  </a:lnTo>
                  <a:lnTo>
                    <a:pt x="218504" y="227933"/>
                  </a:lnTo>
                  <a:lnTo>
                    <a:pt x="221171" y="227933"/>
                  </a:lnTo>
                  <a:lnTo>
                    <a:pt x="226123" y="228695"/>
                  </a:lnTo>
                  <a:lnTo>
                    <a:pt x="230600" y="230600"/>
                  </a:lnTo>
                  <a:lnTo>
                    <a:pt x="231648" y="231267"/>
                  </a:lnTo>
                  <a:lnTo>
                    <a:pt x="233934" y="233553"/>
                  </a:lnTo>
                  <a:lnTo>
                    <a:pt x="237077" y="226028"/>
                  </a:lnTo>
                  <a:lnTo>
                    <a:pt x="237268" y="224885"/>
                  </a:lnTo>
                  <a:lnTo>
                    <a:pt x="237077" y="224123"/>
                  </a:lnTo>
                  <a:lnTo>
                    <a:pt x="236411" y="222504"/>
                  </a:lnTo>
                  <a:lnTo>
                    <a:pt x="235934" y="220027"/>
                  </a:lnTo>
                  <a:lnTo>
                    <a:pt x="233934" y="214217"/>
                  </a:lnTo>
                  <a:lnTo>
                    <a:pt x="230124" y="210312"/>
                  </a:lnTo>
                  <a:lnTo>
                    <a:pt x="230124" y="209836"/>
                  </a:lnTo>
                  <a:lnTo>
                    <a:pt x="230314" y="208312"/>
                  </a:lnTo>
                  <a:lnTo>
                    <a:pt x="231267" y="205073"/>
                  </a:lnTo>
                  <a:lnTo>
                    <a:pt x="231553" y="202597"/>
                  </a:lnTo>
                  <a:lnTo>
                    <a:pt x="232696" y="197644"/>
                  </a:lnTo>
                  <a:lnTo>
                    <a:pt x="236887" y="187642"/>
                  </a:lnTo>
                  <a:lnTo>
                    <a:pt x="236791" y="185547"/>
                  </a:lnTo>
                  <a:lnTo>
                    <a:pt x="236220" y="184023"/>
                  </a:lnTo>
                  <a:lnTo>
                    <a:pt x="235934" y="182499"/>
                  </a:lnTo>
                  <a:lnTo>
                    <a:pt x="236506" y="181356"/>
                  </a:lnTo>
                  <a:lnTo>
                    <a:pt x="239935" y="178594"/>
                  </a:lnTo>
                  <a:lnTo>
                    <a:pt x="241649" y="176975"/>
                  </a:lnTo>
                  <a:lnTo>
                    <a:pt x="245936" y="174022"/>
                  </a:lnTo>
                  <a:lnTo>
                    <a:pt x="246983" y="172688"/>
                  </a:lnTo>
                  <a:lnTo>
                    <a:pt x="248317" y="171355"/>
                  </a:lnTo>
                  <a:lnTo>
                    <a:pt x="248983" y="170497"/>
                  </a:lnTo>
                  <a:lnTo>
                    <a:pt x="249269" y="169354"/>
                  </a:lnTo>
                  <a:lnTo>
                    <a:pt x="249364" y="167354"/>
                  </a:lnTo>
                  <a:lnTo>
                    <a:pt x="249555" y="166116"/>
                  </a:lnTo>
                  <a:lnTo>
                    <a:pt x="249936" y="164973"/>
                  </a:lnTo>
                  <a:lnTo>
                    <a:pt x="250793" y="164116"/>
                  </a:lnTo>
                  <a:lnTo>
                    <a:pt x="251841" y="163830"/>
                  </a:lnTo>
                  <a:lnTo>
                    <a:pt x="256985" y="164021"/>
                  </a:lnTo>
                  <a:lnTo>
                    <a:pt x="259652" y="163735"/>
                  </a:lnTo>
                  <a:lnTo>
                    <a:pt x="261080" y="163259"/>
                  </a:lnTo>
                  <a:lnTo>
                    <a:pt x="262604" y="162211"/>
                  </a:lnTo>
                  <a:lnTo>
                    <a:pt x="262604" y="162211"/>
                  </a:lnTo>
                  <a:lnTo>
                    <a:pt x="263557" y="160687"/>
                  </a:lnTo>
                  <a:lnTo>
                    <a:pt x="264033" y="159163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5" name="Freeform: Shape 18">
              <a:extLst>
                <a:ext uri="{FF2B5EF4-FFF2-40B4-BE49-F238E27FC236}">
                  <a16:creationId xmlns:a16="http://schemas.microsoft.com/office/drawing/2014/main" id="{6C6857DF-385D-F4D4-1899-7DC60F4D7427}"/>
                </a:ext>
              </a:extLst>
            </p:cNvPr>
            <p:cNvSpPr/>
            <p:nvPr/>
          </p:nvSpPr>
          <p:spPr>
            <a:xfrm>
              <a:off x="4035743" y="5778786"/>
              <a:ext cx="9525" cy="9525"/>
            </a:xfrm>
            <a:custGeom>
              <a:avLst/>
              <a:gdLst>
                <a:gd name="connsiteX0" fmla="*/ 1238 w 0"/>
                <a:gd name="connsiteY0" fmla="*/ 3143 h 9525"/>
                <a:gd name="connsiteX1" fmla="*/ 1524 w 0"/>
                <a:gd name="connsiteY1" fmla="*/ 3143 h 9525"/>
                <a:gd name="connsiteX2" fmla="*/ 1810 w 0"/>
                <a:gd name="connsiteY2" fmla="*/ 3048 h 9525"/>
                <a:gd name="connsiteX3" fmla="*/ 2286 w 0"/>
                <a:gd name="connsiteY3" fmla="*/ 2762 h 9525"/>
                <a:gd name="connsiteX4" fmla="*/ 2572 w 0"/>
                <a:gd name="connsiteY4" fmla="*/ 2667 h 9525"/>
                <a:gd name="connsiteX5" fmla="*/ 2572 w 0"/>
                <a:gd name="connsiteY5" fmla="*/ 2286 h 9525"/>
                <a:gd name="connsiteX6" fmla="*/ 2476 w 0"/>
                <a:gd name="connsiteY6" fmla="*/ 2191 h 9525"/>
                <a:gd name="connsiteX7" fmla="*/ 2572 w 0"/>
                <a:gd name="connsiteY7" fmla="*/ 2096 h 9525"/>
                <a:gd name="connsiteX8" fmla="*/ 2667 w 0"/>
                <a:gd name="connsiteY8" fmla="*/ 2191 h 9525"/>
                <a:gd name="connsiteX9" fmla="*/ 2667 w 0"/>
                <a:gd name="connsiteY9" fmla="*/ 2096 h 9525"/>
                <a:gd name="connsiteX10" fmla="*/ 2953 w 0"/>
                <a:gd name="connsiteY10" fmla="*/ 1619 h 9525"/>
                <a:gd name="connsiteX11" fmla="*/ 2476 w 0"/>
                <a:gd name="connsiteY11" fmla="*/ 1905 h 9525"/>
                <a:gd name="connsiteX12" fmla="*/ 2381 w 0"/>
                <a:gd name="connsiteY12" fmla="*/ 1810 h 9525"/>
                <a:gd name="connsiteX13" fmla="*/ 2286 w 0"/>
                <a:gd name="connsiteY13" fmla="*/ 1619 h 9525"/>
                <a:gd name="connsiteX14" fmla="*/ 2572 w 0"/>
                <a:gd name="connsiteY14" fmla="*/ 1429 h 9525"/>
                <a:gd name="connsiteX15" fmla="*/ 2953 w 0"/>
                <a:gd name="connsiteY15" fmla="*/ 1524 h 9525"/>
                <a:gd name="connsiteX16" fmla="*/ 2857 w 0"/>
                <a:gd name="connsiteY16" fmla="*/ 1143 h 9525"/>
                <a:gd name="connsiteX17" fmla="*/ 2667 w 0"/>
                <a:gd name="connsiteY17" fmla="*/ 762 h 9525"/>
                <a:gd name="connsiteX18" fmla="*/ 2381 w 0"/>
                <a:gd name="connsiteY18" fmla="*/ 572 h 9525"/>
                <a:gd name="connsiteX19" fmla="*/ 1905 w 0"/>
                <a:gd name="connsiteY19" fmla="*/ 381 h 9525"/>
                <a:gd name="connsiteX20" fmla="*/ 1905 w 0"/>
                <a:gd name="connsiteY20" fmla="*/ 286 h 9525"/>
                <a:gd name="connsiteX21" fmla="*/ 1429 w 0"/>
                <a:gd name="connsiteY21" fmla="*/ 0 h 9525"/>
                <a:gd name="connsiteX22" fmla="*/ 1238 w 0"/>
                <a:gd name="connsiteY22" fmla="*/ 286 h 9525"/>
                <a:gd name="connsiteX23" fmla="*/ 1143 w 0"/>
                <a:gd name="connsiteY23" fmla="*/ 476 h 9525"/>
                <a:gd name="connsiteX24" fmla="*/ 667 w 0"/>
                <a:gd name="connsiteY24" fmla="*/ 476 h 9525"/>
                <a:gd name="connsiteX25" fmla="*/ 667 w 0"/>
                <a:gd name="connsiteY25" fmla="*/ 572 h 9525"/>
                <a:gd name="connsiteX26" fmla="*/ 286 w 0"/>
                <a:gd name="connsiteY26" fmla="*/ 667 h 9525"/>
                <a:gd name="connsiteX27" fmla="*/ 571 w 0"/>
                <a:gd name="connsiteY27" fmla="*/ 1048 h 9525"/>
                <a:gd name="connsiteX28" fmla="*/ 1048 w 0"/>
                <a:gd name="connsiteY28" fmla="*/ 953 h 9525"/>
                <a:gd name="connsiteX29" fmla="*/ 953 w 0"/>
                <a:gd name="connsiteY29" fmla="*/ 858 h 9525"/>
                <a:gd name="connsiteX30" fmla="*/ 1048 w 0"/>
                <a:gd name="connsiteY30" fmla="*/ 858 h 9525"/>
                <a:gd name="connsiteX31" fmla="*/ 1143 w 0"/>
                <a:gd name="connsiteY31" fmla="*/ 1143 h 9525"/>
                <a:gd name="connsiteX32" fmla="*/ 762 w 0"/>
                <a:gd name="connsiteY32" fmla="*/ 1619 h 9525"/>
                <a:gd name="connsiteX33" fmla="*/ 381 w 0"/>
                <a:gd name="connsiteY33" fmla="*/ 2286 h 9525"/>
                <a:gd name="connsiteX34" fmla="*/ 381 w 0"/>
                <a:gd name="connsiteY34" fmla="*/ 2381 h 9525"/>
                <a:gd name="connsiteX35" fmla="*/ 190 w 0"/>
                <a:gd name="connsiteY35" fmla="*/ 2572 h 9525"/>
                <a:gd name="connsiteX36" fmla="*/ 0 w 0"/>
                <a:gd name="connsiteY36" fmla="*/ 3048 h 9525"/>
                <a:gd name="connsiteX37" fmla="*/ 0 w 0"/>
                <a:gd name="connsiteY37" fmla="*/ 3143 h 9525"/>
                <a:gd name="connsiteX38" fmla="*/ 0 w 0"/>
                <a:gd name="connsiteY38" fmla="*/ 3143 h 9525"/>
                <a:gd name="connsiteX39" fmla="*/ 381 w 0"/>
                <a:gd name="connsiteY39" fmla="*/ 4001 h 9525"/>
                <a:gd name="connsiteX40" fmla="*/ 381 w 0"/>
                <a:gd name="connsiteY40" fmla="*/ 4001 h 9525"/>
                <a:gd name="connsiteX41" fmla="*/ 667 w 0"/>
                <a:gd name="connsiteY41" fmla="*/ 3620 h 9525"/>
                <a:gd name="connsiteX42" fmla="*/ 953 w 0"/>
                <a:gd name="connsiteY42" fmla="*/ 3620 h 9525"/>
                <a:gd name="connsiteX43" fmla="*/ 1238 w 0"/>
                <a:gd name="connsiteY43" fmla="*/ 3143 h 9525"/>
                <a:gd name="connsiteX44" fmla="*/ 5334 w 0"/>
                <a:gd name="connsiteY44" fmla="*/ 7716 h 9525"/>
                <a:gd name="connsiteX45" fmla="*/ 5239 w 0"/>
                <a:gd name="connsiteY45" fmla="*/ 7525 h 9525"/>
                <a:gd name="connsiteX46" fmla="*/ 4763 w 0"/>
                <a:gd name="connsiteY46" fmla="*/ 7525 h 9525"/>
                <a:gd name="connsiteX47" fmla="*/ 4381 w 0"/>
                <a:gd name="connsiteY47" fmla="*/ 7239 h 9525"/>
                <a:gd name="connsiteX48" fmla="*/ 4667 w 0"/>
                <a:gd name="connsiteY48" fmla="*/ 6953 h 9525"/>
                <a:gd name="connsiteX49" fmla="*/ 4667 w 0"/>
                <a:gd name="connsiteY49" fmla="*/ 6858 h 9525"/>
                <a:gd name="connsiteX50" fmla="*/ 4191 w 0"/>
                <a:gd name="connsiteY50" fmla="*/ 7049 h 9525"/>
                <a:gd name="connsiteX51" fmla="*/ 3810 w 0"/>
                <a:gd name="connsiteY51" fmla="*/ 6858 h 9525"/>
                <a:gd name="connsiteX52" fmla="*/ 3238 w 0"/>
                <a:gd name="connsiteY52" fmla="*/ 6668 h 9525"/>
                <a:gd name="connsiteX53" fmla="*/ 3524 w 0"/>
                <a:gd name="connsiteY53" fmla="*/ 5906 h 9525"/>
                <a:gd name="connsiteX54" fmla="*/ 3905 w 0"/>
                <a:gd name="connsiteY54" fmla="*/ 5906 h 9525"/>
                <a:gd name="connsiteX55" fmla="*/ 4191 w 0"/>
                <a:gd name="connsiteY55" fmla="*/ 5715 h 9525"/>
                <a:gd name="connsiteX56" fmla="*/ 4381 w 0"/>
                <a:gd name="connsiteY56" fmla="*/ 5429 h 9525"/>
                <a:gd name="connsiteX57" fmla="*/ 4381 w 0"/>
                <a:gd name="connsiteY57" fmla="*/ 5048 h 9525"/>
                <a:gd name="connsiteX58" fmla="*/ 4000 w 0"/>
                <a:gd name="connsiteY58" fmla="*/ 5048 h 9525"/>
                <a:gd name="connsiteX59" fmla="*/ 3143 w 0"/>
                <a:gd name="connsiteY59" fmla="*/ 4858 h 9525"/>
                <a:gd name="connsiteX60" fmla="*/ 2667 w 0"/>
                <a:gd name="connsiteY60" fmla="*/ 4572 h 9525"/>
                <a:gd name="connsiteX61" fmla="*/ 1905 w 0"/>
                <a:gd name="connsiteY61" fmla="*/ 4763 h 9525"/>
                <a:gd name="connsiteX62" fmla="*/ 1810 w 0"/>
                <a:gd name="connsiteY62" fmla="*/ 4858 h 9525"/>
                <a:gd name="connsiteX63" fmla="*/ 1238 w 0"/>
                <a:gd name="connsiteY63" fmla="*/ 4953 h 9525"/>
                <a:gd name="connsiteX64" fmla="*/ 1048 w 0"/>
                <a:gd name="connsiteY64" fmla="*/ 5715 h 9525"/>
                <a:gd name="connsiteX65" fmla="*/ 1048 w 0"/>
                <a:gd name="connsiteY65" fmla="*/ 5715 h 9525"/>
                <a:gd name="connsiteX66" fmla="*/ 1238 w 0"/>
                <a:gd name="connsiteY66" fmla="*/ 6001 h 9525"/>
                <a:gd name="connsiteX67" fmla="*/ 1905 w 0"/>
                <a:gd name="connsiteY67" fmla="*/ 6668 h 9525"/>
                <a:gd name="connsiteX68" fmla="*/ 1905 w 0"/>
                <a:gd name="connsiteY68" fmla="*/ 6668 h 9525"/>
                <a:gd name="connsiteX69" fmla="*/ 2096 w 0"/>
                <a:gd name="connsiteY69" fmla="*/ 8954 h 9525"/>
                <a:gd name="connsiteX70" fmla="*/ 1810 w 0"/>
                <a:gd name="connsiteY70" fmla="*/ 9049 h 9525"/>
                <a:gd name="connsiteX71" fmla="*/ 2000 w 0"/>
                <a:gd name="connsiteY71" fmla="*/ 9525 h 9525"/>
                <a:gd name="connsiteX72" fmla="*/ 2286 w 0"/>
                <a:gd name="connsiteY72" fmla="*/ 9716 h 9525"/>
                <a:gd name="connsiteX73" fmla="*/ 2476 w 0"/>
                <a:gd name="connsiteY73" fmla="*/ 9716 h 9525"/>
                <a:gd name="connsiteX74" fmla="*/ 2667 w 0"/>
                <a:gd name="connsiteY74" fmla="*/ 9620 h 9525"/>
                <a:gd name="connsiteX75" fmla="*/ 2762 w 0"/>
                <a:gd name="connsiteY75" fmla="*/ 9525 h 9525"/>
                <a:gd name="connsiteX76" fmla="*/ 3143 w 0"/>
                <a:gd name="connsiteY76" fmla="*/ 9239 h 9525"/>
                <a:gd name="connsiteX77" fmla="*/ 3620 w 0"/>
                <a:gd name="connsiteY77" fmla="*/ 9620 h 9525"/>
                <a:gd name="connsiteX78" fmla="*/ 3905 w 0"/>
                <a:gd name="connsiteY78" fmla="*/ 9525 h 9525"/>
                <a:gd name="connsiteX79" fmla="*/ 3810 w 0"/>
                <a:gd name="connsiteY79" fmla="*/ 9144 h 9525"/>
                <a:gd name="connsiteX80" fmla="*/ 3905 w 0"/>
                <a:gd name="connsiteY80" fmla="*/ 8763 h 9525"/>
                <a:gd name="connsiteX81" fmla="*/ 3905 w 0"/>
                <a:gd name="connsiteY81" fmla="*/ 8287 h 9525"/>
                <a:gd name="connsiteX82" fmla="*/ 4286 w 0"/>
                <a:gd name="connsiteY82" fmla="*/ 8573 h 9525"/>
                <a:gd name="connsiteX83" fmla="*/ 4572 w 0"/>
                <a:gd name="connsiteY83" fmla="*/ 8668 h 9525"/>
                <a:gd name="connsiteX84" fmla="*/ 4858 w 0"/>
                <a:gd name="connsiteY84" fmla="*/ 8573 h 9525"/>
                <a:gd name="connsiteX85" fmla="*/ 4858 w 0"/>
                <a:gd name="connsiteY85" fmla="*/ 8096 h 9525"/>
                <a:gd name="connsiteX86" fmla="*/ 5334 w 0"/>
                <a:gd name="connsiteY86" fmla="*/ 8382 h 9525"/>
                <a:gd name="connsiteX87" fmla="*/ 5524 w 0"/>
                <a:gd name="connsiteY87" fmla="*/ 8287 h 9525"/>
                <a:gd name="connsiteX88" fmla="*/ 5620 w 0"/>
                <a:gd name="connsiteY88" fmla="*/ 8192 h 9525"/>
                <a:gd name="connsiteX89" fmla="*/ 5620 w 0"/>
                <a:gd name="connsiteY89" fmla="*/ 8001 h 9525"/>
                <a:gd name="connsiteX90" fmla="*/ 5334 w 0"/>
                <a:gd name="connsiteY90" fmla="*/ 771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h="9525">
                  <a:moveTo>
                    <a:pt x="1238" y="3143"/>
                  </a:moveTo>
                  <a:lnTo>
                    <a:pt x="1524" y="3143"/>
                  </a:lnTo>
                  <a:lnTo>
                    <a:pt x="1810" y="3048"/>
                  </a:lnTo>
                  <a:lnTo>
                    <a:pt x="2286" y="2762"/>
                  </a:lnTo>
                  <a:lnTo>
                    <a:pt x="2572" y="2667"/>
                  </a:lnTo>
                  <a:lnTo>
                    <a:pt x="2572" y="2286"/>
                  </a:lnTo>
                  <a:lnTo>
                    <a:pt x="2476" y="2191"/>
                  </a:lnTo>
                  <a:lnTo>
                    <a:pt x="2572" y="2096"/>
                  </a:lnTo>
                  <a:lnTo>
                    <a:pt x="2667" y="2191"/>
                  </a:lnTo>
                  <a:lnTo>
                    <a:pt x="2667" y="2096"/>
                  </a:lnTo>
                  <a:lnTo>
                    <a:pt x="2953" y="1619"/>
                  </a:lnTo>
                  <a:lnTo>
                    <a:pt x="2476" y="1905"/>
                  </a:lnTo>
                  <a:lnTo>
                    <a:pt x="2381" y="1810"/>
                  </a:lnTo>
                  <a:lnTo>
                    <a:pt x="2286" y="1619"/>
                  </a:lnTo>
                  <a:lnTo>
                    <a:pt x="2572" y="1429"/>
                  </a:lnTo>
                  <a:lnTo>
                    <a:pt x="2953" y="1524"/>
                  </a:lnTo>
                  <a:lnTo>
                    <a:pt x="2857" y="1143"/>
                  </a:lnTo>
                  <a:lnTo>
                    <a:pt x="2667" y="762"/>
                  </a:lnTo>
                  <a:lnTo>
                    <a:pt x="2381" y="572"/>
                  </a:lnTo>
                  <a:lnTo>
                    <a:pt x="1905" y="381"/>
                  </a:lnTo>
                  <a:lnTo>
                    <a:pt x="1905" y="286"/>
                  </a:lnTo>
                  <a:lnTo>
                    <a:pt x="1429" y="0"/>
                  </a:lnTo>
                  <a:lnTo>
                    <a:pt x="1238" y="286"/>
                  </a:lnTo>
                  <a:lnTo>
                    <a:pt x="1143" y="476"/>
                  </a:lnTo>
                  <a:lnTo>
                    <a:pt x="667" y="476"/>
                  </a:lnTo>
                  <a:lnTo>
                    <a:pt x="667" y="572"/>
                  </a:lnTo>
                  <a:lnTo>
                    <a:pt x="286" y="667"/>
                  </a:lnTo>
                  <a:lnTo>
                    <a:pt x="571" y="1048"/>
                  </a:lnTo>
                  <a:lnTo>
                    <a:pt x="1048" y="953"/>
                  </a:lnTo>
                  <a:lnTo>
                    <a:pt x="953" y="858"/>
                  </a:lnTo>
                  <a:lnTo>
                    <a:pt x="1048" y="858"/>
                  </a:lnTo>
                  <a:lnTo>
                    <a:pt x="1143" y="1143"/>
                  </a:lnTo>
                  <a:lnTo>
                    <a:pt x="762" y="1619"/>
                  </a:lnTo>
                  <a:lnTo>
                    <a:pt x="381" y="2286"/>
                  </a:lnTo>
                  <a:lnTo>
                    <a:pt x="381" y="2381"/>
                  </a:lnTo>
                  <a:lnTo>
                    <a:pt x="190" y="2572"/>
                  </a:lnTo>
                  <a:lnTo>
                    <a:pt x="0" y="3048"/>
                  </a:lnTo>
                  <a:lnTo>
                    <a:pt x="0" y="3143"/>
                  </a:lnTo>
                  <a:lnTo>
                    <a:pt x="0" y="3143"/>
                  </a:lnTo>
                  <a:lnTo>
                    <a:pt x="381" y="4001"/>
                  </a:lnTo>
                  <a:lnTo>
                    <a:pt x="381" y="4001"/>
                  </a:lnTo>
                  <a:lnTo>
                    <a:pt x="667" y="3620"/>
                  </a:lnTo>
                  <a:lnTo>
                    <a:pt x="953" y="3620"/>
                  </a:lnTo>
                  <a:lnTo>
                    <a:pt x="1238" y="3143"/>
                  </a:lnTo>
                  <a:close/>
                  <a:moveTo>
                    <a:pt x="5334" y="7716"/>
                  </a:moveTo>
                  <a:lnTo>
                    <a:pt x="5239" y="7525"/>
                  </a:lnTo>
                  <a:lnTo>
                    <a:pt x="4763" y="7525"/>
                  </a:lnTo>
                  <a:lnTo>
                    <a:pt x="4381" y="7239"/>
                  </a:lnTo>
                  <a:lnTo>
                    <a:pt x="4667" y="6953"/>
                  </a:lnTo>
                  <a:lnTo>
                    <a:pt x="4667" y="6858"/>
                  </a:lnTo>
                  <a:lnTo>
                    <a:pt x="4191" y="7049"/>
                  </a:lnTo>
                  <a:lnTo>
                    <a:pt x="3810" y="6858"/>
                  </a:lnTo>
                  <a:lnTo>
                    <a:pt x="3238" y="6668"/>
                  </a:lnTo>
                  <a:lnTo>
                    <a:pt x="3524" y="5906"/>
                  </a:lnTo>
                  <a:lnTo>
                    <a:pt x="3905" y="5906"/>
                  </a:lnTo>
                  <a:lnTo>
                    <a:pt x="4191" y="5715"/>
                  </a:lnTo>
                  <a:lnTo>
                    <a:pt x="4381" y="5429"/>
                  </a:lnTo>
                  <a:lnTo>
                    <a:pt x="4381" y="5048"/>
                  </a:lnTo>
                  <a:lnTo>
                    <a:pt x="4000" y="5048"/>
                  </a:lnTo>
                  <a:lnTo>
                    <a:pt x="3143" y="4858"/>
                  </a:lnTo>
                  <a:lnTo>
                    <a:pt x="2667" y="4572"/>
                  </a:lnTo>
                  <a:lnTo>
                    <a:pt x="1905" y="4763"/>
                  </a:lnTo>
                  <a:lnTo>
                    <a:pt x="1810" y="4858"/>
                  </a:lnTo>
                  <a:lnTo>
                    <a:pt x="1238" y="4953"/>
                  </a:lnTo>
                  <a:lnTo>
                    <a:pt x="1048" y="5715"/>
                  </a:lnTo>
                  <a:lnTo>
                    <a:pt x="1048" y="5715"/>
                  </a:lnTo>
                  <a:lnTo>
                    <a:pt x="1238" y="6001"/>
                  </a:lnTo>
                  <a:lnTo>
                    <a:pt x="1905" y="6668"/>
                  </a:lnTo>
                  <a:lnTo>
                    <a:pt x="1905" y="6668"/>
                  </a:lnTo>
                  <a:lnTo>
                    <a:pt x="2096" y="8954"/>
                  </a:lnTo>
                  <a:lnTo>
                    <a:pt x="1810" y="9049"/>
                  </a:lnTo>
                  <a:lnTo>
                    <a:pt x="2000" y="9525"/>
                  </a:lnTo>
                  <a:lnTo>
                    <a:pt x="2286" y="9716"/>
                  </a:lnTo>
                  <a:lnTo>
                    <a:pt x="2476" y="9716"/>
                  </a:lnTo>
                  <a:lnTo>
                    <a:pt x="2667" y="9620"/>
                  </a:lnTo>
                  <a:lnTo>
                    <a:pt x="2762" y="9525"/>
                  </a:lnTo>
                  <a:lnTo>
                    <a:pt x="3143" y="9239"/>
                  </a:lnTo>
                  <a:lnTo>
                    <a:pt x="3620" y="9620"/>
                  </a:lnTo>
                  <a:lnTo>
                    <a:pt x="3905" y="9525"/>
                  </a:lnTo>
                  <a:lnTo>
                    <a:pt x="3810" y="9144"/>
                  </a:lnTo>
                  <a:lnTo>
                    <a:pt x="3905" y="8763"/>
                  </a:lnTo>
                  <a:lnTo>
                    <a:pt x="3905" y="8287"/>
                  </a:lnTo>
                  <a:lnTo>
                    <a:pt x="4286" y="8573"/>
                  </a:lnTo>
                  <a:lnTo>
                    <a:pt x="4572" y="8668"/>
                  </a:lnTo>
                  <a:lnTo>
                    <a:pt x="4858" y="8573"/>
                  </a:lnTo>
                  <a:lnTo>
                    <a:pt x="4858" y="8096"/>
                  </a:lnTo>
                  <a:lnTo>
                    <a:pt x="5334" y="8382"/>
                  </a:lnTo>
                  <a:lnTo>
                    <a:pt x="5524" y="8287"/>
                  </a:lnTo>
                  <a:lnTo>
                    <a:pt x="5620" y="8192"/>
                  </a:lnTo>
                  <a:lnTo>
                    <a:pt x="5620" y="8001"/>
                  </a:lnTo>
                  <a:lnTo>
                    <a:pt x="5334" y="7716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6" name="Freeform: Shape 19">
              <a:extLst>
                <a:ext uri="{FF2B5EF4-FFF2-40B4-BE49-F238E27FC236}">
                  <a16:creationId xmlns:a16="http://schemas.microsoft.com/office/drawing/2014/main" id="{D291BE60-4140-E947-3C5F-F24783DC432A}"/>
                </a:ext>
              </a:extLst>
            </p:cNvPr>
            <p:cNvSpPr/>
            <p:nvPr/>
          </p:nvSpPr>
          <p:spPr>
            <a:xfrm>
              <a:off x="4461129" y="3745103"/>
              <a:ext cx="552450" cy="495300"/>
            </a:xfrm>
            <a:custGeom>
              <a:avLst/>
              <a:gdLst>
                <a:gd name="connsiteX0" fmla="*/ 346710 w 552450"/>
                <a:gd name="connsiteY0" fmla="*/ 463963 h 495300"/>
                <a:gd name="connsiteX1" fmla="*/ 346329 w 552450"/>
                <a:gd name="connsiteY1" fmla="*/ 464153 h 495300"/>
                <a:gd name="connsiteX2" fmla="*/ 345662 w 552450"/>
                <a:gd name="connsiteY2" fmla="*/ 464820 h 495300"/>
                <a:gd name="connsiteX3" fmla="*/ 343662 w 552450"/>
                <a:gd name="connsiteY3" fmla="*/ 465106 h 495300"/>
                <a:gd name="connsiteX4" fmla="*/ 343662 w 552450"/>
                <a:gd name="connsiteY4" fmla="*/ 465582 h 495300"/>
                <a:gd name="connsiteX5" fmla="*/ 344233 w 552450"/>
                <a:gd name="connsiteY5" fmla="*/ 465868 h 495300"/>
                <a:gd name="connsiteX6" fmla="*/ 344900 w 552450"/>
                <a:gd name="connsiteY6" fmla="*/ 466058 h 495300"/>
                <a:gd name="connsiteX7" fmla="*/ 345376 w 552450"/>
                <a:gd name="connsiteY7" fmla="*/ 466630 h 495300"/>
                <a:gd name="connsiteX8" fmla="*/ 345376 w 552450"/>
                <a:gd name="connsiteY8" fmla="*/ 467201 h 495300"/>
                <a:gd name="connsiteX9" fmla="*/ 344424 w 552450"/>
                <a:gd name="connsiteY9" fmla="*/ 467011 h 495300"/>
                <a:gd name="connsiteX10" fmla="*/ 344043 w 552450"/>
                <a:gd name="connsiteY10" fmla="*/ 467582 h 495300"/>
                <a:gd name="connsiteX11" fmla="*/ 343852 w 552450"/>
                <a:gd name="connsiteY11" fmla="*/ 468916 h 495300"/>
                <a:gd name="connsiteX12" fmla="*/ 344233 w 552450"/>
                <a:gd name="connsiteY12" fmla="*/ 469582 h 495300"/>
                <a:gd name="connsiteX13" fmla="*/ 345091 w 552450"/>
                <a:gd name="connsiteY13" fmla="*/ 470344 h 495300"/>
                <a:gd name="connsiteX14" fmla="*/ 346043 w 552450"/>
                <a:gd name="connsiteY14" fmla="*/ 469868 h 495300"/>
                <a:gd name="connsiteX15" fmla="*/ 347091 w 552450"/>
                <a:gd name="connsiteY15" fmla="*/ 469011 h 495300"/>
                <a:gd name="connsiteX16" fmla="*/ 347948 w 552450"/>
                <a:gd name="connsiteY16" fmla="*/ 467963 h 495300"/>
                <a:gd name="connsiteX17" fmla="*/ 347948 w 552450"/>
                <a:gd name="connsiteY17" fmla="*/ 466630 h 495300"/>
                <a:gd name="connsiteX18" fmla="*/ 347091 w 552450"/>
                <a:gd name="connsiteY18" fmla="*/ 464534 h 495300"/>
                <a:gd name="connsiteX19" fmla="*/ 346710 w 552450"/>
                <a:gd name="connsiteY19" fmla="*/ 463963 h 495300"/>
                <a:gd name="connsiteX20" fmla="*/ 283750 w 552450"/>
                <a:gd name="connsiteY20" fmla="*/ 452438 h 495300"/>
                <a:gd name="connsiteX21" fmla="*/ 284512 w 552450"/>
                <a:gd name="connsiteY21" fmla="*/ 451390 h 495300"/>
                <a:gd name="connsiteX22" fmla="*/ 282892 w 552450"/>
                <a:gd name="connsiteY22" fmla="*/ 451961 h 495300"/>
                <a:gd name="connsiteX23" fmla="*/ 280702 w 552450"/>
                <a:gd name="connsiteY23" fmla="*/ 453295 h 495300"/>
                <a:gd name="connsiteX24" fmla="*/ 278797 w 552450"/>
                <a:gd name="connsiteY24" fmla="*/ 454914 h 495300"/>
                <a:gd name="connsiteX25" fmla="*/ 278035 w 552450"/>
                <a:gd name="connsiteY25" fmla="*/ 456343 h 495300"/>
                <a:gd name="connsiteX26" fmla="*/ 279082 w 552450"/>
                <a:gd name="connsiteY26" fmla="*/ 458343 h 495300"/>
                <a:gd name="connsiteX27" fmla="*/ 280797 w 552450"/>
                <a:gd name="connsiteY27" fmla="*/ 457771 h 495300"/>
                <a:gd name="connsiteX28" fmla="*/ 282512 w 552450"/>
                <a:gd name="connsiteY28" fmla="*/ 456819 h 495300"/>
                <a:gd name="connsiteX29" fmla="*/ 283559 w 552450"/>
                <a:gd name="connsiteY29" fmla="*/ 457676 h 495300"/>
                <a:gd name="connsiteX30" fmla="*/ 284607 w 552450"/>
                <a:gd name="connsiteY30" fmla="*/ 457009 h 495300"/>
                <a:gd name="connsiteX31" fmla="*/ 284226 w 552450"/>
                <a:gd name="connsiteY31" fmla="*/ 456343 h 495300"/>
                <a:gd name="connsiteX32" fmla="*/ 283559 w 552450"/>
                <a:gd name="connsiteY32" fmla="*/ 454152 h 495300"/>
                <a:gd name="connsiteX33" fmla="*/ 283655 w 552450"/>
                <a:gd name="connsiteY33" fmla="*/ 453485 h 495300"/>
                <a:gd name="connsiteX34" fmla="*/ 283750 w 552450"/>
                <a:gd name="connsiteY34" fmla="*/ 452438 h 495300"/>
                <a:gd name="connsiteX35" fmla="*/ 305276 w 552450"/>
                <a:gd name="connsiteY35" fmla="*/ 449485 h 495300"/>
                <a:gd name="connsiteX36" fmla="*/ 303181 w 552450"/>
                <a:gd name="connsiteY36" fmla="*/ 449294 h 495300"/>
                <a:gd name="connsiteX37" fmla="*/ 303181 w 552450"/>
                <a:gd name="connsiteY37" fmla="*/ 449961 h 495300"/>
                <a:gd name="connsiteX38" fmla="*/ 306991 w 552450"/>
                <a:gd name="connsiteY38" fmla="*/ 450342 h 495300"/>
                <a:gd name="connsiteX39" fmla="*/ 308134 w 552450"/>
                <a:gd name="connsiteY39" fmla="*/ 450628 h 495300"/>
                <a:gd name="connsiteX40" fmla="*/ 307848 w 552450"/>
                <a:gd name="connsiteY40" fmla="*/ 451390 h 495300"/>
                <a:gd name="connsiteX41" fmla="*/ 307753 w 552450"/>
                <a:gd name="connsiteY41" fmla="*/ 452056 h 495300"/>
                <a:gd name="connsiteX42" fmla="*/ 307753 w 552450"/>
                <a:gd name="connsiteY42" fmla="*/ 452723 h 495300"/>
                <a:gd name="connsiteX43" fmla="*/ 307657 w 552450"/>
                <a:gd name="connsiteY43" fmla="*/ 453580 h 495300"/>
                <a:gd name="connsiteX44" fmla="*/ 310420 w 552450"/>
                <a:gd name="connsiteY44" fmla="*/ 451866 h 495300"/>
                <a:gd name="connsiteX45" fmla="*/ 311563 w 552450"/>
                <a:gd name="connsiteY45" fmla="*/ 450628 h 495300"/>
                <a:gd name="connsiteX46" fmla="*/ 311753 w 552450"/>
                <a:gd name="connsiteY46" fmla="*/ 449199 h 495300"/>
                <a:gd name="connsiteX47" fmla="*/ 309848 w 552450"/>
                <a:gd name="connsiteY47" fmla="*/ 448627 h 495300"/>
                <a:gd name="connsiteX48" fmla="*/ 305276 w 552450"/>
                <a:gd name="connsiteY48" fmla="*/ 449485 h 495300"/>
                <a:gd name="connsiteX49" fmla="*/ 307086 w 552450"/>
                <a:gd name="connsiteY49" fmla="*/ 446437 h 495300"/>
                <a:gd name="connsiteX50" fmla="*/ 305371 w 552450"/>
                <a:gd name="connsiteY50" fmla="*/ 445389 h 495300"/>
                <a:gd name="connsiteX51" fmla="*/ 303847 w 552450"/>
                <a:gd name="connsiteY51" fmla="*/ 444722 h 495300"/>
                <a:gd name="connsiteX52" fmla="*/ 299085 w 552450"/>
                <a:gd name="connsiteY52" fmla="*/ 444151 h 495300"/>
                <a:gd name="connsiteX53" fmla="*/ 296037 w 552450"/>
                <a:gd name="connsiteY53" fmla="*/ 442817 h 495300"/>
                <a:gd name="connsiteX54" fmla="*/ 295275 w 552450"/>
                <a:gd name="connsiteY54" fmla="*/ 442722 h 495300"/>
                <a:gd name="connsiteX55" fmla="*/ 292798 w 552450"/>
                <a:gd name="connsiteY55" fmla="*/ 442817 h 495300"/>
                <a:gd name="connsiteX56" fmla="*/ 295084 w 552450"/>
                <a:gd name="connsiteY56" fmla="*/ 445389 h 495300"/>
                <a:gd name="connsiteX57" fmla="*/ 299275 w 552450"/>
                <a:gd name="connsiteY57" fmla="*/ 446818 h 495300"/>
                <a:gd name="connsiteX58" fmla="*/ 303847 w 552450"/>
                <a:gd name="connsiteY58" fmla="*/ 447103 h 495300"/>
                <a:gd name="connsiteX59" fmla="*/ 307086 w 552450"/>
                <a:gd name="connsiteY59" fmla="*/ 446437 h 495300"/>
                <a:gd name="connsiteX60" fmla="*/ 207835 w 552450"/>
                <a:gd name="connsiteY60" fmla="*/ 428053 h 495300"/>
                <a:gd name="connsiteX61" fmla="*/ 208407 w 552450"/>
                <a:gd name="connsiteY61" fmla="*/ 427101 h 495300"/>
                <a:gd name="connsiteX62" fmla="*/ 207740 w 552450"/>
                <a:gd name="connsiteY62" fmla="*/ 425767 h 495300"/>
                <a:gd name="connsiteX63" fmla="*/ 206121 w 552450"/>
                <a:gd name="connsiteY63" fmla="*/ 424529 h 495300"/>
                <a:gd name="connsiteX64" fmla="*/ 205359 w 552450"/>
                <a:gd name="connsiteY64" fmla="*/ 424339 h 495300"/>
                <a:gd name="connsiteX65" fmla="*/ 203359 w 552450"/>
                <a:gd name="connsiteY65" fmla="*/ 424529 h 495300"/>
                <a:gd name="connsiteX66" fmla="*/ 200501 w 552450"/>
                <a:gd name="connsiteY66" fmla="*/ 423672 h 495300"/>
                <a:gd name="connsiteX67" fmla="*/ 199549 w 552450"/>
                <a:gd name="connsiteY67" fmla="*/ 423767 h 495300"/>
                <a:gd name="connsiteX68" fmla="*/ 198787 w 552450"/>
                <a:gd name="connsiteY68" fmla="*/ 424339 h 495300"/>
                <a:gd name="connsiteX69" fmla="*/ 198501 w 552450"/>
                <a:gd name="connsiteY69" fmla="*/ 425101 h 495300"/>
                <a:gd name="connsiteX70" fmla="*/ 198310 w 552450"/>
                <a:gd name="connsiteY70" fmla="*/ 425863 h 495300"/>
                <a:gd name="connsiteX71" fmla="*/ 197929 w 552450"/>
                <a:gd name="connsiteY71" fmla="*/ 426530 h 495300"/>
                <a:gd name="connsiteX72" fmla="*/ 197167 w 552450"/>
                <a:gd name="connsiteY72" fmla="*/ 427196 h 495300"/>
                <a:gd name="connsiteX73" fmla="*/ 196501 w 552450"/>
                <a:gd name="connsiteY73" fmla="*/ 427482 h 495300"/>
                <a:gd name="connsiteX74" fmla="*/ 195834 w 552450"/>
                <a:gd name="connsiteY74" fmla="*/ 427672 h 495300"/>
                <a:gd name="connsiteX75" fmla="*/ 193548 w 552450"/>
                <a:gd name="connsiteY75" fmla="*/ 428720 h 495300"/>
                <a:gd name="connsiteX76" fmla="*/ 193262 w 552450"/>
                <a:gd name="connsiteY76" fmla="*/ 429292 h 495300"/>
                <a:gd name="connsiteX77" fmla="*/ 192976 w 552450"/>
                <a:gd name="connsiteY77" fmla="*/ 430911 h 495300"/>
                <a:gd name="connsiteX78" fmla="*/ 192881 w 552450"/>
                <a:gd name="connsiteY78" fmla="*/ 432244 h 495300"/>
                <a:gd name="connsiteX79" fmla="*/ 193072 w 552450"/>
                <a:gd name="connsiteY79" fmla="*/ 433102 h 495300"/>
                <a:gd name="connsiteX80" fmla="*/ 193453 w 552450"/>
                <a:gd name="connsiteY80" fmla="*/ 433578 h 495300"/>
                <a:gd name="connsiteX81" fmla="*/ 194120 w 552450"/>
                <a:gd name="connsiteY81" fmla="*/ 433768 h 495300"/>
                <a:gd name="connsiteX82" fmla="*/ 195929 w 552450"/>
                <a:gd name="connsiteY82" fmla="*/ 433102 h 495300"/>
                <a:gd name="connsiteX83" fmla="*/ 197263 w 552450"/>
                <a:gd name="connsiteY83" fmla="*/ 431387 h 495300"/>
                <a:gd name="connsiteX84" fmla="*/ 198406 w 552450"/>
                <a:gd name="connsiteY84" fmla="*/ 429387 h 495300"/>
                <a:gd name="connsiteX85" fmla="*/ 199454 w 552450"/>
                <a:gd name="connsiteY85" fmla="*/ 428053 h 495300"/>
                <a:gd name="connsiteX86" fmla="*/ 200311 w 552450"/>
                <a:gd name="connsiteY86" fmla="*/ 427672 h 495300"/>
                <a:gd name="connsiteX87" fmla="*/ 201263 w 552450"/>
                <a:gd name="connsiteY87" fmla="*/ 427577 h 495300"/>
                <a:gd name="connsiteX88" fmla="*/ 202121 w 552450"/>
                <a:gd name="connsiteY88" fmla="*/ 427863 h 495300"/>
                <a:gd name="connsiteX89" fmla="*/ 202597 w 552450"/>
                <a:gd name="connsiteY89" fmla="*/ 428815 h 495300"/>
                <a:gd name="connsiteX90" fmla="*/ 202406 w 552450"/>
                <a:gd name="connsiteY90" fmla="*/ 429673 h 495300"/>
                <a:gd name="connsiteX91" fmla="*/ 201739 w 552450"/>
                <a:gd name="connsiteY91" fmla="*/ 430435 h 495300"/>
                <a:gd name="connsiteX92" fmla="*/ 200311 w 552450"/>
                <a:gd name="connsiteY92" fmla="*/ 431578 h 495300"/>
                <a:gd name="connsiteX93" fmla="*/ 198882 w 552450"/>
                <a:gd name="connsiteY93" fmla="*/ 433483 h 495300"/>
                <a:gd name="connsiteX94" fmla="*/ 198977 w 552450"/>
                <a:gd name="connsiteY94" fmla="*/ 434530 h 495300"/>
                <a:gd name="connsiteX95" fmla="*/ 200311 w 552450"/>
                <a:gd name="connsiteY95" fmla="*/ 435007 h 495300"/>
                <a:gd name="connsiteX96" fmla="*/ 204311 w 552450"/>
                <a:gd name="connsiteY96" fmla="*/ 435292 h 495300"/>
                <a:gd name="connsiteX97" fmla="*/ 205740 w 552450"/>
                <a:gd name="connsiteY97" fmla="*/ 435007 h 495300"/>
                <a:gd name="connsiteX98" fmla="*/ 206692 w 552450"/>
                <a:gd name="connsiteY98" fmla="*/ 433768 h 495300"/>
                <a:gd name="connsiteX99" fmla="*/ 206883 w 552450"/>
                <a:gd name="connsiteY99" fmla="*/ 431292 h 495300"/>
                <a:gd name="connsiteX100" fmla="*/ 206883 w 552450"/>
                <a:gd name="connsiteY100" fmla="*/ 430625 h 495300"/>
                <a:gd name="connsiteX101" fmla="*/ 206597 w 552450"/>
                <a:gd name="connsiteY101" fmla="*/ 429768 h 495300"/>
                <a:gd name="connsiteX102" fmla="*/ 206121 w 552450"/>
                <a:gd name="connsiteY102" fmla="*/ 429196 h 495300"/>
                <a:gd name="connsiteX103" fmla="*/ 205359 w 552450"/>
                <a:gd name="connsiteY103" fmla="*/ 428815 h 495300"/>
                <a:gd name="connsiteX104" fmla="*/ 205359 w 552450"/>
                <a:gd name="connsiteY104" fmla="*/ 428149 h 495300"/>
                <a:gd name="connsiteX105" fmla="*/ 207835 w 552450"/>
                <a:gd name="connsiteY105" fmla="*/ 428053 h 495300"/>
                <a:gd name="connsiteX106" fmla="*/ 331470 w 552450"/>
                <a:gd name="connsiteY106" fmla="*/ 416814 h 495300"/>
                <a:gd name="connsiteX107" fmla="*/ 329755 w 552450"/>
                <a:gd name="connsiteY107" fmla="*/ 417671 h 495300"/>
                <a:gd name="connsiteX108" fmla="*/ 329470 w 552450"/>
                <a:gd name="connsiteY108" fmla="*/ 420338 h 495300"/>
                <a:gd name="connsiteX109" fmla="*/ 330708 w 552450"/>
                <a:gd name="connsiteY109" fmla="*/ 421957 h 495300"/>
                <a:gd name="connsiteX110" fmla="*/ 332804 w 552450"/>
                <a:gd name="connsiteY110" fmla="*/ 422148 h 495300"/>
                <a:gd name="connsiteX111" fmla="*/ 334708 w 552450"/>
                <a:gd name="connsiteY111" fmla="*/ 421100 h 495300"/>
                <a:gd name="connsiteX112" fmla="*/ 335471 w 552450"/>
                <a:gd name="connsiteY112" fmla="*/ 418814 h 495300"/>
                <a:gd name="connsiteX113" fmla="*/ 333661 w 552450"/>
                <a:gd name="connsiteY113" fmla="*/ 417290 h 495300"/>
                <a:gd name="connsiteX114" fmla="*/ 331470 w 552450"/>
                <a:gd name="connsiteY114" fmla="*/ 416814 h 495300"/>
                <a:gd name="connsiteX115" fmla="*/ 553593 w 552450"/>
                <a:gd name="connsiteY115" fmla="*/ 249555 h 495300"/>
                <a:gd name="connsiteX116" fmla="*/ 551974 w 552450"/>
                <a:gd name="connsiteY116" fmla="*/ 247459 h 495300"/>
                <a:gd name="connsiteX117" fmla="*/ 551783 w 552450"/>
                <a:gd name="connsiteY117" fmla="*/ 246888 h 495300"/>
                <a:gd name="connsiteX118" fmla="*/ 551688 w 552450"/>
                <a:gd name="connsiteY118" fmla="*/ 246031 h 495300"/>
                <a:gd name="connsiteX119" fmla="*/ 551783 w 552450"/>
                <a:gd name="connsiteY119" fmla="*/ 245364 h 495300"/>
                <a:gd name="connsiteX120" fmla="*/ 552069 w 552450"/>
                <a:gd name="connsiteY120" fmla="*/ 244126 h 495300"/>
                <a:gd name="connsiteX121" fmla="*/ 552164 w 552450"/>
                <a:gd name="connsiteY121" fmla="*/ 243268 h 495300"/>
                <a:gd name="connsiteX122" fmla="*/ 552164 w 552450"/>
                <a:gd name="connsiteY122" fmla="*/ 242697 h 495300"/>
                <a:gd name="connsiteX123" fmla="*/ 551974 w 552450"/>
                <a:gd name="connsiteY123" fmla="*/ 241554 h 495300"/>
                <a:gd name="connsiteX124" fmla="*/ 551688 w 552450"/>
                <a:gd name="connsiteY124" fmla="*/ 240506 h 495300"/>
                <a:gd name="connsiteX125" fmla="*/ 551402 w 552450"/>
                <a:gd name="connsiteY125" fmla="*/ 240030 h 495300"/>
                <a:gd name="connsiteX126" fmla="*/ 551021 w 552450"/>
                <a:gd name="connsiteY126" fmla="*/ 239649 h 495300"/>
                <a:gd name="connsiteX127" fmla="*/ 550164 w 552450"/>
                <a:gd name="connsiteY127" fmla="*/ 239363 h 495300"/>
                <a:gd name="connsiteX128" fmla="*/ 548735 w 552450"/>
                <a:gd name="connsiteY128" fmla="*/ 239077 h 495300"/>
                <a:gd name="connsiteX129" fmla="*/ 548164 w 552450"/>
                <a:gd name="connsiteY129" fmla="*/ 238887 h 495300"/>
                <a:gd name="connsiteX130" fmla="*/ 547592 w 552450"/>
                <a:gd name="connsiteY130" fmla="*/ 238411 h 495300"/>
                <a:gd name="connsiteX131" fmla="*/ 545878 w 552450"/>
                <a:gd name="connsiteY131" fmla="*/ 236601 h 495300"/>
                <a:gd name="connsiteX132" fmla="*/ 544449 w 552450"/>
                <a:gd name="connsiteY132" fmla="*/ 235744 h 495300"/>
                <a:gd name="connsiteX133" fmla="*/ 543973 w 552450"/>
                <a:gd name="connsiteY133" fmla="*/ 235267 h 495300"/>
                <a:gd name="connsiteX134" fmla="*/ 543687 w 552450"/>
                <a:gd name="connsiteY134" fmla="*/ 234029 h 495300"/>
                <a:gd name="connsiteX135" fmla="*/ 543592 w 552450"/>
                <a:gd name="connsiteY135" fmla="*/ 233172 h 495300"/>
                <a:gd name="connsiteX136" fmla="*/ 543592 w 552450"/>
                <a:gd name="connsiteY136" fmla="*/ 232410 h 495300"/>
                <a:gd name="connsiteX137" fmla="*/ 543401 w 552450"/>
                <a:gd name="connsiteY137" fmla="*/ 231267 h 495300"/>
                <a:gd name="connsiteX138" fmla="*/ 543115 w 552450"/>
                <a:gd name="connsiteY138" fmla="*/ 230219 h 495300"/>
                <a:gd name="connsiteX139" fmla="*/ 542734 w 552450"/>
                <a:gd name="connsiteY139" fmla="*/ 229457 h 495300"/>
                <a:gd name="connsiteX140" fmla="*/ 539877 w 552450"/>
                <a:gd name="connsiteY140" fmla="*/ 224885 h 495300"/>
                <a:gd name="connsiteX141" fmla="*/ 537496 w 552450"/>
                <a:gd name="connsiteY141" fmla="*/ 222694 h 495300"/>
                <a:gd name="connsiteX142" fmla="*/ 537115 w 552450"/>
                <a:gd name="connsiteY142" fmla="*/ 222028 h 495300"/>
                <a:gd name="connsiteX143" fmla="*/ 529685 w 552450"/>
                <a:gd name="connsiteY143" fmla="*/ 204597 h 495300"/>
                <a:gd name="connsiteX144" fmla="*/ 529209 w 552450"/>
                <a:gd name="connsiteY144" fmla="*/ 203168 h 495300"/>
                <a:gd name="connsiteX145" fmla="*/ 528542 w 552450"/>
                <a:gd name="connsiteY145" fmla="*/ 199930 h 495300"/>
                <a:gd name="connsiteX146" fmla="*/ 528352 w 552450"/>
                <a:gd name="connsiteY146" fmla="*/ 195453 h 495300"/>
                <a:gd name="connsiteX147" fmla="*/ 528161 w 552450"/>
                <a:gd name="connsiteY147" fmla="*/ 193834 h 495300"/>
                <a:gd name="connsiteX148" fmla="*/ 528066 w 552450"/>
                <a:gd name="connsiteY148" fmla="*/ 193357 h 495300"/>
                <a:gd name="connsiteX149" fmla="*/ 527971 w 552450"/>
                <a:gd name="connsiteY149" fmla="*/ 193262 h 495300"/>
                <a:gd name="connsiteX150" fmla="*/ 527780 w 552450"/>
                <a:gd name="connsiteY150" fmla="*/ 193167 h 495300"/>
                <a:gd name="connsiteX151" fmla="*/ 527399 w 552450"/>
                <a:gd name="connsiteY151" fmla="*/ 192976 h 495300"/>
                <a:gd name="connsiteX152" fmla="*/ 526923 w 552450"/>
                <a:gd name="connsiteY152" fmla="*/ 192976 h 495300"/>
                <a:gd name="connsiteX153" fmla="*/ 526447 w 552450"/>
                <a:gd name="connsiteY153" fmla="*/ 193072 h 495300"/>
                <a:gd name="connsiteX154" fmla="*/ 523018 w 552450"/>
                <a:gd name="connsiteY154" fmla="*/ 194596 h 495300"/>
                <a:gd name="connsiteX155" fmla="*/ 521875 w 552450"/>
                <a:gd name="connsiteY155" fmla="*/ 194881 h 495300"/>
                <a:gd name="connsiteX156" fmla="*/ 519779 w 552450"/>
                <a:gd name="connsiteY156" fmla="*/ 194596 h 495300"/>
                <a:gd name="connsiteX157" fmla="*/ 516922 w 552450"/>
                <a:gd name="connsiteY157" fmla="*/ 193548 h 495300"/>
                <a:gd name="connsiteX158" fmla="*/ 516541 w 552450"/>
                <a:gd name="connsiteY158" fmla="*/ 193357 h 495300"/>
                <a:gd name="connsiteX159" fmla="*/ 516541 w 552450"/>
                <a:gd name="connsiteY159" fmla="*/ 193262 h 495300"/>
                <a:gd name="connsiteX160" fmla="*/ 516541 w 552450"/>
                <a:gd name="connsiteY160" fmla="*/ 192976 h 495300"/>
                <a:gd name="connsiteX161" fmla="*/ 516541 w 552450"/>
                <a:gd name="connsiteY161" fmla="*/ 192691 h 495300"/>
                <a:gd name="connsiteX162" fmla="*/ 516636 w 552450"/>
                <a:gd name="connsiteY162" fmla="*/ 192310 h 495300"/>
                <a:gd name="connsiteX163" fmla="*/ 517588 w 552450"/>
                <a:gd name="connsiteY163" fmla="*/ 189928 h 495300"/>
                <a:gd name="connsiteX164" fmla="*/ 517779 w 552450"/>
                <a:gd name="connsiteY164" fmla="*/ 189262 h 495300"/>
                <a:gd name="connsiteX165" fmla="*/ 518160 w 552450"/>
                <a:gd name="connsiteY165" fmla="*/ 186976 h 495300"/>
                <a:gd name="connsiteX166" fmla="*/ 518255 w 552450"/>
                <a:gd name="connsiteY166" fmla="*/ 186118 h 495300"/>
                <a:gd name="connsiteX167" fmla="*/ 517970 w 552450"/>
                <a:gd name="connsiteY167" fmla="*/ 184975 h 495300"/>
                <a:gd name="connsiteX168" fmla="*/ 515207 w 552450"/>
                <a:gd name="connsiteY168" fmla="*/ 178784 h 495300"/>
                <a:gd name="connsiteX169" fmla="*/ 514826 w 552450"/>
                <a:gd name="connsiteY169" fmla="*/ 177641 h 495300"/>
                <a:gd name="connsiteX170" fmla="*/ 514826 w 552450"/>
                <a:gd name="connsiteY170" fmla="*/ 177070 h 495300"/>
                <a:gd name="connsiteX171" fmla="*/ 514921 w 552450"/>
                <a:gd name="connsiteY171" fmla="*/ 174974 h 495300"/>
                <a:gd name="connsiteX172" fmla="*/ 516160 w 552450"/>
                <a:gd name="connsiteY172" fmla="*/ 168783 h 495300"/>
                <a:gd name="connsiteX173" fmla="*/ 516255 w 552450"/>
                <a:gd name="connsiteY173" fmla="*/ 168021 h 495300"/>
                <a:gd name="connsiteX174" fmla="*/ 516255 w 552450"/>
                <a:gd name="connsiteY174" fmla="*/ 167164 h 495300"/>
                <a:gd name="connsiteX175" fmla="*/ 516064 w 552450"/>
                <a:gd name="connsiteY175" fmla="*/ 166497 h 495300"/>
                <a:gd name="connsiteX176" fmla="*/ 515207 w 552450"/>
                <a:gd name="connsiteY176" fmla="*/ 164592 h 495300"/>
                <a:gd name="connsiteX177" fmla="*/ 515302 w 552450"/>
                <a:gd name="connsiteY177" fmla="*/ 163925 h 495300"/>
                <a:gd name="connsiteX178" fmla="*/ 515588 w 552450"/>
                <a:gd name="connsiteY178" fmla="*/ 163449 h 495300"/>
                <a:gd name="connsiteX179" fmla="*/ 519303 w 552450"/>
                <a:gd name="connsiteY179" fmla="*/ 161353 h 495300"/>
                <a:gd name="connsiteX180" fmla="*/ 519779 w 552450"/>
                <a:gd name="connsiteY180" fmla="*/ 161068 h 495300"/>
                <a:gd name="connsiteX181" fmla="*/ 520541 w 552450"/>
                <a:gd name="connsiteY181" fmla="*/ 160401 h 495300"/>
                <a:gd name="connsiteX182" fmla="*/ 520827 w 552450"/>
                <a:gd name="connsiteY182" fmla="*/ 159925 h 495300"/>
                <a:gd name="connsiteX183" fmla="*/ 521113 w 552450"/>
                <a:gd name="connsiteY183" fmla="*/ 159448 h 495300"/>
                <a:gd name="connsiteX184" fmla="*/ 521303 w 552450"/>
                <a:gd name="connsiteY184" fmla="*/ 158972 h 495300"/>
                <a:gd name="connsiteX185" fmla="*/ 521398 w 552450"/>
                <a:gd name="connsiteY185" fmla="*/ 158591 h 495300"/>
                <a:gd name="connsiteX186" fmla="*/ 521589 w 552450"/>
                <a:gd name="connsiteY186" fmla="*/ 157448 h 495300"/>
                <a:gd name="connsiteX187" fmla="*/ 521684 w 552450"/>
                <a:gd name="connsiteY187" fmla="*/ 156877 h 495300"/>
                <a:gd name="connsiteX188" fmla="*/ 521875 w 552450"/>
                <a:gd name="connsiteY188" fmla="*/ 156305 h 495300"/>
                <a:gd name="connsiteX189" fmla="*/ 522160 w 552450"/>
                <a:gd name="connsiteY189" fmla="*/ 155829 h 495300"/>
                <a:gd name="connsiteX190" fmla="*/ 522541 w 552450"/>
                <a:gd name="connsiteY190" fmla="*/ 155353 h 495300"/>
                <a:gd name="connsiteX191" fmla="*/ 524256 w 552450"/>
                <a:gd name="connsiteY191" fmla="*/ 154210 h 495300"/>
                <a:gd name="connsiteX192" fmla="*/ 524637 w 552450"/>
                <a:gd name="connsiteY192" fmla="*/ 153829 h 495300"/>
                <a:gd name="connsiteX193" fmla="*/ 525018 w 552450"/>
                <a:gd name="connsiteY193" fmla="*/ 153448 h 495300"/>
                <a:gd name="connsiteX194" fmla="*/ 525304 w 552450"/>
                <a:gd name="connsiteY194" fmla="*/ 152971 h 495300"/>
                <a:gd name="connsiteX195" fmla="*/ 525589 w 552450"/>
                <a:gd name="connsiteY195" fmla="*/ 152400 h 495300"/>
                <a:gd name="connsiteX196" fmla="*/ 526447 w 552450"/>
                <a:gd name="connsiteY196" fmla="*/ 149923 h 495300"/>
                <a:gd name="connsiteX197" fmla="*/ 527113 w 552450"/>
                <a:gd name="connsiteY197" fmla="*/ 148971 h 495300"/>
                <a:gd name="connsiteX198" fmla="*/ 527875 w 552450"/>
                <a:gd name="connsiteY198" fmla="*/ 148209 h 495300"/>
                <a:gd name="connsiteX199" fmla="*/ 528256 w 552450"/>
                <a:gd name="connsiteY199" fmla="*/ 147923 h 495300"/>
                <a:gd name="connsiteX200" fmla="*/ 528638 w 552450"/>
                <a:gd name="connsiteY200" fmla="*/ 147542 h 495300"/>
                <a:gd name="connsiteX201" fmla="*/ 529209 w 552450"/>
                <a:gd name="connsiteY201" fmla="*/ 145732 h 495300"/>
                <a:gd name="connsiteX202" fmla="*/ 530162 w 552450"/>
                <a:gd name="connsiteY202" fmla="*/ 144018 h 495300"/>
                <a:gd name="connsiteX203" fmla="*/ 530447 w 552450"/>
                <a:gd name="connsiteY203" fmla="*/ 143161 h 495300"/>
                <a:gd name="connsiteX204" fmla="*/ 530447 w 552450"/>
                <a:gd name="connsiteY204" fmla="*/ 142494 h 495300"/>
                <a:gd name="connsiteX205" fmla="*/ 530162 w 552450"/>
                <a:gd name="connsiteY205" fmla="*/ 142018 h 495300"/>
                <a:gd name="connsiteX206" fmla="*/ 529876 w 552450"/>
                <a:gd name="connsiteY206" fmla="*/ 141732 h 495300"/>
                <a:gd name="connsiteX207" fmla="*/ 529209 w 552450"/>
                <a:gd name="connsiteY207" fmla="*/ 141446 h 495300"/>
                <a:gd name="connsiteX208" fmla="*/ 523399 w 552450"/>
                <a:gd name="connsiteY208" fmla="*/ 139541 h 495300"/>
                <a:gd name="connsiteX209" fmla="*/ 522351 w 552450"/>
                <a:gd name="connsiteY209" fmla="*/ 139446 h 495300"/>
                <a:gd name="connsiteX210" fmla="*/ 521875 w 552450"/>
                <a:gd name="connsiteY210" fmla="*/ 139636 h 495300"/>
                <a:gd name="connsiteX211" fmla="*/ 521494 w 552450"/>
                <a:gd name="connsiteY211" fmla="*/ 139827 h 495300"/>
                <a:gd name="connsiteX212" fmla="*/ 520922 w 552450"/>
                <a:gd name="connsiteY212" fmla="*/ 140303 h 495300"/>
                <a:gd name="connsiteX213" fmla="*/ 520827 w 552450"/>
                <a:gd name="connsiteY213" fmla="*/ 140398 h 495300"/>
                <a:gd name="connsiteX214" fmla="*/ 520541 w 552450"/>
                <a:gd name="connsiteY214" fmla="*/ 140589 h 495300"/>
                <a:gd name="connsiteX215" fmla="*/ 518731 w 552450"/>
                <a:gd name="connsiteY215" fmla="*/ 141160 h 495300"/>
                <a:gd name="connsiteX216" fmla="*/ 518065 w 552450"/>
                <a:gd name="connsiteY216" fmla="*/ 140970 h 495300"/>
                <a:gd name="connsiteX217" fmla="*/ 517588 w 552450"/>
                <a:gd name="connsiteY217" fmla="*/ 140589 h 495300"/>
                <a:gd name="connsiteX218" fmla="*/ 517398 w 552450"/>
                <a:gd name="connsiteY218" fmla="*/ 140017 h 495300"/>
                <a:gd name="connsiteX219" fmla="*/ 516922 w 552450"/>
                <a:gd name="connsiteY219" fmla="*/ 137350 h 495300"/>
                <a:gd name="connsiteX220" fmla="*/ 516826 w 552450"/>
                <a:gd name="connsiteY220" fmla="*/ 137065 h 495300"/>
                <a:gd name="connsiteX221" fmla="*/ 516255 w 552450"/>
                <a:gd name="connsiteY221" fmla="*/ 135731 h 495300"/>
                <a:gd name="connsiteX222" fmla="*/ 515969 w 552450"/>
                <a:gd name="connsiteY222" fmla="*/ 135255 h 495300"/>
                <a:gd name="connsiteX223" fmla="*/ 515302 w 552450"/>
                <a:gd name="connsiteY223" fmla="*/ 134493 h 495300"/>
                <a:gd name="connsiteX224" fmla="*/ 515017 w 552450"/>
                <a:gd name="connsiteY224" fmla="*/ 134017 h 495300"/>
                <a:gd name="connsiteX225" fmla="*/ 514826 w 552450"/>
                <a:gd name="connsiteY225" fmla="*/ 133540 h 495300"/>
                <a:gd name="connsiteX226" fmla="*/ 514826 w 552450"/>
                <a:gd name="connsiteY226" fmla="*/ 132969 h 495300"/>
                <a:gd name="connsiteX227" fmla="*/ 514921 w 552450"/>
                <a:gd name="connsiteY227" fmla="*/ 132302 h 495300"/>
                <a:gd name="connsiteX228" fmla="*/ 515398 w 552450"/>
                <a:gd name="connsiteY228" fmla="*/ 129540 h 495300"/>
                <a:gd name="connsiteX229" fmla="*/ 515493 w 552450"/>
                <a:gd name="connsiteY229" fmla="*/ 128683 h 495300"/>
                <a:gd name="connsiteX230" fmla="*/ 515398 w 552450"/>
                <a:gd name="connsiteY230" fmla="*/ 127825 h 495300"/>
                <a:gd name="connsiteX231" fmla="*/ 515017 w 552450"/>
                <a:gd name="connsiteY231" fmla="*/ 126587 h 495300"/>
                <a:gd name="connsiteX232" fmla="*/ 514731 w 552450"/>
                <a:gd name="connsiteY232" fmla="*/ 126111 h 495300"/>
                <a:gd name="connsiteX233" fmla="*/ 514445 w 552450"/>
                <a:gd name="connsiteY233" fmla="*/ 125825 h 495300"/>
                <a:gd name="connsiteX234" fmla="*/ 513779 w 552450"/>
                <a:gd name="connsiteY234" fmla="*/ 125539 h 495300"/>
                <a:gd name="connsiteX235" fmla="*/ 510064 w 552450"/>
                <a:gd name="connsiteY235" fmla="*/ 124777 h 495300"/>
                <a:gd name="connsiteX236" fmla="*/ 507873 w 552450"/>
                <a:gd name="connsiteY236" fmla="*/ 123920 h 495300"/>
                <a:gd name="connsiteX237" fmla="*/ 507397 w 552450"/>
                <a:gd name="connsiteY237" fmla="*/ 123634 h 495300"/>
                <a:gd name="connsiteX238" fmla="*/ 506539 w 552450"/>
                <a:gd name="connsiteY238" fmla="*/ 122968 h 495300"/>
                <a:gd name="connsiteX239" fmla="*/ 506254 w 552450"/>
                <a:gd name="connsiteY239" fmla="*/ 122396 h 495300"/>
                <a:gd name="connsiteX240" fmla="*/ 506063 w 552450"/>
                <a:gd name="connsiteY240" fmla="*/ 121729 h 495300"/>
                <a:gd name="connsiteX241" fmla="*/ 506063 w 552450"/>
                <a:gd name="connsiteY241" fmla="*/ 120682 h 495300"/>
                <a:gd name="connsiteX242" fmla="*/ 506254 w 552450"/>
                <a:gd name="connsiteY242" fmla="*/ 120015 h 495300"/>
                <a:gd name="connsiteX243" fmla="*/ 506635 w 552450"/>
                <a:gd name="connsiteY243" fmla="*/ 119539 h 495300"/>
                <a:gd name="connsiteX244" fmla="*/ 507968 w 552450"/>
                <a:gd name="connsiteY244" fmla="*/ 118681 h 495300"/>
                <a:gd name="connsiteX245" fmla="*/ 508349 w 552450"/>
                <a:gd name="connsiteY245" fmla="*/ 118300 h 495300"/>
                <a:gd name="connsiteX246" fmla="*/ 508635 w 552450"/>
                <a:gd name="connsiteY246" fmla="*/ 117729 h 495300"/>
                <a:gd name="connsiteX247" fmla="*/ 508825 w 552450"/>
                <a:gd name="connsiteY247" fmla="*/ 117157 h 495300"/>
                <a:gd name="connsiteX248" fmla="*/ 508921 w 552450"/>
                <a:gd name="connsiteY248" fmla="*/ 116586 h 495300"/>
                <a:gd name="connsiteX249" fmla="*/ 508921 w 552450"/>
                <a:gd name="connsiteY249" fmla="*/ 115919 h 495300"/>
                <a:gd name="connsiteX250" fmla="*/ 508921 w 552450"/>
                <a:gd name="connsiteY250" fmla="*/ 115824 h 495300"/>
                <a:gd name="connsiteX251" fmla="*/ 508825 w 552450"/>
                <a:gd name="connsiteY251" fmla="*/ 115252 h 495300"/>
                <a:gd name="connsiteX252" fmla="*/ 507206 w 552450"/>
                <a:gd name="connsiteY252" fmla="*/ 112966 h 495300"/>
                <a:gd name="connsiteX253" fmla="*/ 500348 w 552450"/>
                <a:gd name="connsiteY253" fmla="*/ 105727 h 495300"/>
                <a:gd name="connsiteX254" fmla="*/ 499586 w 552450"/>
                <a:gd name="connsiteY254" fmla="*/ 100965 h 495300"/>
                <a:gd name="connsiteX255" fmla="*/ 499586 w 552450"/>
                <a:gd name="connsiteY255" fmla="*/ 99346 h 495300"/>
                <a:gd name="connsiteX256" fmla="*/ 499777 w 552450"/>
                <a:gd name="connsiteY256" fmla="*/ 98774 h 495300"/>
                <a:gd name="connsiteX257" fmla="*/ 499872 w 552450"/>
                <a:gd name="connsiteY257" fmla="*/ 98107 h 495300"/>
                <a:gd name="connsiteX258" fmla="*/ 499872 w 552450"/>
                <a:gd name="connsiteY258" fmla="*/ 97441 h 495300"/>
                <a:gd name="connsiteX259" fmla="*/ 499777 w 552450"/>
                <a:gd name="connsiteY259" fmla="*/ 96774 h 495300"/>
                <a:gd name="connsiteX260" fmla="*/ 499491 w 552450"/>
                <a:gd name="connsiteY260" fmla="*/ 96202 h 495300"/>
                <a:gd name="connsiteX261" fmla="*/ 498920 w 552450"/>
                <a:gd name="connsiteY261" fmla="*/ 95631 h 495300"/>
                <a:gd name="connsiteX262" fmla="*/ 496062 w 552450"/>
                <a:gd name="connsiteY262" fmla="*/ 93535 h 495300"/>
                <a:gd name="connsiteX263" fmla="*/ 495300 w 552450"/>
                <a:gd name="connsiteY263" fmla="*/ 92773 h 495300"/>
                <a:gd name="connsiteX264" fmla="*/ 495014 w 552450"/>
                <a:gd name="connsiteY264" fmla="*/ 92297 h 495300"/>
                <a:gd name="connsiteX265" fmla="*/ 493585 w 552450"/>
                <a:gd name="connsiteY265" fmla="*/ 89154 h 495300"/>
                <a:gd name="connsiteX266" fmla="*/ 493205 w 552450"/>
                <a:gd name="connsiteY266" fmla="*/ 88582 h 495300"/>
                <a:gd name="connsiteX267" fmla="*/ 492728 w 552450"/>
                <a:gd name="connsiteY267" fmla="*/ 88201 h 495300"/>
                <a:gd name="connsiteX268" fmla="*/ 492252 w 552450"/>
                <a:gd name="connsiteY268" fmla="*/ 88011 h 495300"/>
                <a:gd name="connsiteX269" fmla="*/ 491966 w 552450"/>
                <a:gd name="connsiteY269" fmla="*/ 88011 h 495300"/>
                <a:gd name="connsiteX270" fmla="*/ 491490 w 552450"/>
                <a:gd name="connsiteY270" fmla="*/ 88106 h 495300"/>
                <a:gd name="connsiteX271" fmla="*/ 489966 w 552450"/>
                <a:gd name="connsiteY271" fmla="*/ 88582 h 495300"/>
                <a:gd name="connsiteX272" fmla="*/ 489395 w 552450"/>
                <a:gd name="connsiteY272" fmla="*/ 88678 h 495300"/>
                <a:gd name="connsiteX273" fmla="*/ 488823 w 552450"/>
                <a:gd name="connsiteY273" fmla="*/ 88582 h 495300"/>
                <a:gd name="connsiteX274" fmla="*/ 488347 w 552450"/>
                <a:gd name="connsiteY274" fmla="*/ 88201 h 495300"/>
                <a:gd name="connsiteX275" fmla="*/ 488061 w 552450"/>
                <a:gd name="connsiteY275" fmla="*/ 87630 h 495300"/>
                <a:gd name="connsiteX276" fmla="*/ 488156 w 552450"/>
                <a:gd name="connsiteY276" fmla="*/ 86582 h 495300"/>
                <a:gd name="connsiteX277" fmla="*/ 488442 w 552450"/>
                <a:gd name="connsiteY277" fmla="*/ 85915 h 495300"/>
                <a:gd name="connsiteX278" fmla="*/ 488823 w 552450"/>
                <a:gd name="connsiteY278" fmla="*/ 85344 h 495300"/>
                <a:gd name="connsiteX279" fmla="*/ 489585 w 552450"/>
                <a:gd name="connsiteY279" fmla="*/ 84582 h 495300"/>
                <a:gd name="connsiteX280" fmla="*/ 489871 w 552450"/>
                <a:gd name="connsiteY280" fmla="*/ 84201 h 495300"/>
                <a:gd name="connsiteX281" fmla="*/ 490061 w 552450"/>
                <a:gd name="connsiteY281" fmla="*/ 83820 h 495300"/>
                <a:gd name="connsiteX282" fmla="*/ 490823 w 552450"/>
                <a:gd name="connsiteY282" fmla="*/ 80867 h 495300"/>
                <a:gd name="connsiteX283" fmla="*/ 490918 w 552450"/>
                <a:gd name="connsiteY283" fmla="*/ 80105 h 495300"/>
                <a:gd name="connsiteX284" fmla="*/ 490823 w 552450"/>
                <a:gd name="connsiteY284" fmla="*/ 79343 h 495300"/>
                <a:gd name="connsiteX285" fmla="*/ 490442 w 552450"/>
                <a:gd name="connsiteY285" fmla="*/ 78295 h 495300"/>
                <a:gd name="connsiteX286" fmla="*/ 490252 w 552450"/>
                <a:gd name="connsiteY286" fmla="*/ 77343 h 495300"/>
                <a:gd name="connsiteX287" fmla="*/ 490061 w 552450"/>
                <a:gd name="connsiteY287" fmla="*/ 75914 h 495300"/>
                <a:gd name="connsiteX288" fmla="*/ 489775 w 552450"/>
                <a:gd name="connsiteY288" fmla="*/ 74771 h 495300"/>
                <a:gd name="connsiteX289" fmla="*/ 489013 w 552450"/>
                <a:gd name="connsiteY289" fmla="*/ 73342 h 495300"/>
                <a:gd name="connsiteX290" fmla="*/ 488347 w 552450"/>
                <a:gd name="connsiteY290" fmla="*/ 72676 h 495300"/>
                <a:gd name="connsiteX291" fmla="*/ 487680 w 552450"/>
                <a:gd name="connsiteY291" fmla="*/ 72295 h 495300"/>
                <a:gd name="connsiteX292" fmla="*/ 484537 w 552450"/>
                <a:gd name="connsiteY292" fmla="*/ 72104 h 495300"/>
                <a:gd name="connsiteX293" fmla="*/ 483680 w 552450"/>
                <a:gd name="connsiteY293" fmla="*/ 71914 h 495300"/>
                <a:gd name="connsiteX294" fmla="*/ 483203 w 552450"/>
                <a:gd name="connsiteY294" fmla="*/ 71723 h 495300"/>
                <a:gd name="connsiteX295" fmla="*/ 482822 w 552450"/>
                <a:gd name="connsiteY295" fmla="*/ 71438 h 495300"/>
                <a:gd name="connsiteX296" fmla="*/ 482441 w 552450"/>
                <a:gd name="connsiteY296" fmla="*/ 71056 h 495300"/>
                <a:gd name="connsiteX297" fmla="*/ 482155 w 552450"/>
                <a:gd name="connsiteY297" fmla="*/ 70580 h 495300"/>
                <a:gd name="connsiteX298" fmla="*/ 481965 w 552450"/>
                <a:gd name="connsiteY298" fmla="*/ 69913 h 495300"/>
                <a:gd name="connsiteX299" fmla="*/ 481774 w 552450"/>
                <a:gd name="connsiteY299" fmla="*/ 69151 h 495300"/>
                <a:gd name="connsiteX300" fmla="*/ 481393 w 552450"/>
                <a:gd name="connsiteY300" fmla="*/ 66865 h 495300"/>
                <a:gd name="connsiteX301" fmla="*/ 481203 w 552450"/>
                <a:gd name="connsiteY301" fmla="*/ 64198 h 495300"/>
                <a:gd name="connsiteX302" fmla="*/ 481203 w 552450"/>
                <a:gd name="connsiteY302" fmla="*/ 63341 h 495300"/>
                <a:gd name="connsiteX303" fmla="*/ 482155 w 552450"/>
                <a:gd name="connsiteY303" fmla="*/ 55531 h 495300"/>
                <a:gd name="connsiteX304" fmla="*/ 482155 w 552450"/>
                <a:gd name="connsiteY304" fmla="*/ 53911 h 495300"/>
                <a:gd name="connsiteX305" fmla="*/ 481870 w 552450"/>
                <a:gd name="connsiteY305" fmla="*/ 50959 h 495300"/>
                <a:gd name="connsiteX306" fmla="*/ 481965 w 552450"/>
                <a:gd name="connsiteY306" fmla="*/ 49435 h 495300"/>
                <a:gd name="connsiteX307" fmla="*/ 482917 w 552450"/>
                <a:gd name="connsiteY307" fmla="*/ 45339 h 495300"/>
                <a:gd name="connsiteX308" fmla="*/ 483489 w 552450"/>
                <a:gd name="connsiteY308" fmla="*/ 41719 h 495300"/>
                <a:gd name="connsiteX309" fmla="*/ 483489 w 552450"/>
                <a:gd name="connsiteY309" fmla="*/ 40957 h 495300"/>
                <a:gd name="connsiteX310" fmla="*/ 483298 w 552450"/>
                <a:gd name="connsiteY310" fmla="*/ 40005 h 495300"/>
                <a:gd name="connsiteX311" fmla="*/ 482441 w 552450"/>
                <a:gd name="connsiteY311" fmla="*/ 39148 h 495300"/>
                <a:gd name="connsiteX312" fmla="*/ 482155 w 552450"/>
                <a:gd name="connsiteY312" fmla="*/ 38290 h 495300"/>
                <a:gd name="connsiteX313" fmla="*/ 476345 w 552450"/>
                <a:gd name="connsiteY313" fmla="*/ 38576 h 495300"/>
                <a:gd name="connsiteX314" fmla="*/ 475202 w 552450"/>
                <a:gd name="connsiteY314" fmla="*/ 38767 h 495300"/>
                <a:gd name="connsiteX315" fmla="*/ 473678 w 552450"/>
                <a:gd name="connsiteY315" fmla="*/ 39624 h 495300"/>
                <a:gd name="connsiteX316" fmla="*/ 468344 w 552450"/>
                <a:gd name="connsiteY316" fmla="*/ 44672 h 495300"/>
                <a:gd name="connsiteX317" fmla="*/ 467677 w 552450"/>
                <a:gd name="connsiteY317" fmla="*/ 45625 h 495300"/>
                <a:gd name="connsiteX318" fmla="*/ 467106 w 552450"/>
                <a:gd name="connsiteY318" fmla="*/ 46768 h 495300"/>
                <a:gd name="connsiteX319" fmla="*/ 466725 w 552450"/>
                <a:gd name="connsiteY319" fmla="*/ 48101 h 495300"/>
                <a:gd name="connsiteX320" fmla="*/ 466439 w 552450"/>
                <a:gd name="connsiteY320" fmla="*/ 49530 h 495300"/>
                <a:gd name="connsiteX321" fmla="*/ 466344 w 552450"/>
                <a:gd name="connsiteY321" fmla="*/ 50673 h 495300"/>
                <a:gd name="connsiteX322" fmla="*/ 466249 w 552450"/>
                <a:gd name="connsiteY322" fmla="*/ 51149 h 495300"/>
                <a:gd name="connsiteX323" fmla="*/ 466249 w 552450"/>
                <a:gd name="connsiteY323" fmla="*/ 51244 h 495300"/>
                <a:gd name="connsiteX324" fmla="*/ 466154 w 552450"/>
                <a:gd name="connsiteY324" fmla="*/ 51340 h 495300"/>
                <a:gd name="connsiteX325" fmla="*/ 465677 w 552450"/>
                <a:gd name="connsiteY325" fmla="*/ 52102 h 495300"/>
                <a:gd name="connsiteX326" fmla="*/ 462820 w 552450"/>
                <a:gd name="connsiteY326" fmla="*/ 55912 h 495300"/>
                <a:gd name="connsiteX327" fmla="*/ 453866 w 552450"/>
                <a:gd name="connsiteY327" fmla="*/ 65246 h 495300"/>
                <a:gd name="connsiteX328" fmla="*/ 451961 w 552450"/>
                <a:gd name="connsiteY328" fmla="*/ 66770 h 495300"/>
                <a:gd name="connsiteX329" fmla="*/ 450723 w 552450"/>
                <a:gd name="connsiteY329" fmla="*/ 67532 h 495300"/>
                <a:gd name="connsiteX330" fmla="*/ 450056 w 552450"/>
                <a:gd name="connsiteY330" fmla="*/ 67056 h 495300"/>
                <a:gd name="connsiteX331" fmla="*/ 448627 w 552450"/>
                <a:gd name="connsiteY331" fmla="*/ 64865 h 495300"/>
                <a:gd name="connsiteX332" fmla="*/ 448151 w 552450"/>
                <a:gd name="connsiteY332" fmla="*/ 64579 h 495300"/>
                <a:gd name="connsiteX333" fmla="*/ 447484 w 552450"/>
                <a:gd name="connsiteY333" fmla="*/ 64389 h 495300"/>
                <a:gd name="connsiteX334" fmla="*/ 446056 w 552450"/>
                <a:gd name="connsiteY334" fmla="*/ 64484 h 495300"/>
                <a:gd name="connsiteX335" fmla="*/ 443198 w 552450"/>
                <a:gd name="connsiteY335" fmla="*/ 63913 h 495300"/>
                <a:gd name="connsiteX336" fmla="*/ 442722 w 552450"/>
                <a:gd name="connsiteY336" fmla="*/ 62389 h 495300"/>
                <a:gd name="connsiteX337" fmla="*/ 442817 w 552450"/>
                <a:gd name="connsiteY337" fmla="*/ 61817 h 495300"/>
                <a:gd name="connsiteX338" fmla="*/ 443103 w 552450"/>
                <a:gd name="connsiteY338" fmla="*/ 60960 h 495300"/>
                <a:gd name="connsiteX339" fmla="*/ 443484 w 552450"/>
                <a:gd name="connsiteY339" fmla="*/ 60484 h 495300"/>
                <a:gd name="connsiteX340" fmla="*/ 443960 w 552450"/>
                <a:gd name="connsiteY340" fmla="*/ 60103 h 495300"/>
                <a:gd name="connsiteX341" fmla="*/ 445580 w 552450"/>
                <a:gd name="connsiteY341" fmla="*/ 59245 h 495300"/>
                <a:gd name="connsiteX342" fmla="*/ 446246 w 552450"/>
                <a:gd name="connsiteY342" fmla="*/ 58769 h 495300"/>
                <a:gd name="connsiteX343" fmla="*/ 447294 w 552450"/>
                <a:gd name="connsiteY343" fmla="*/ 57721 h 495300"/>
                <a:gd name="connsiteX344" fmla="*/ 447484 w 552450"/>
                <a:gd name="connsiteY344" fmla="*/ 57055 h 495300"/>
                <a:gd name="connsiteX345" fmla="*/ 447294 w 552450"/>
                <a:gd name="connsiteY345" fmla="*/ 56578 h 495300"/>
                <a:gd name="connsiteX346" fmla="*/ 444532 w 552450"/>
                <a:gd name="connsiteY346" fmla="*/ 55245 h 495300"/>
                <a:gd name="connsiteX347" fmla="*/ 443579 w 552450"/>
                <a:gd name="connsiteY347" fmla="*/ 54578 h 495300"/>
                <a:gd name="connsiteX348" fmla="*/ 443103 w 552450"/>
                <a:gd name="connsiteY348" fmla="*/ 54007 h 495300"/>
                <a:gd name="connsiteX349" fmla="*/ 442627 w 552450"/>
                <a:gd name="connsiteY349" fmla="*/ 53149 h 495300"/>
                <a:gd name="connsiteX350" fmla="*/ 442150 w 552450"/>
                <a:gd name="connsiteY350" fmla="*/ 51340 h 495300"/>
                <a:gd name="connsiteX351" fmla="*/ 442150 w 552450"/>
                <a:gd name="connsiteY351" fmla="*/ 50292 h 495300"/>
                <a:gd name="connsiteX352" fmla="*/ 442341 w 552450"/>
                <a:gd name="connsiteY352" fmla="*/ 49435 h 495300"/>
                <a:gd name="connsiteX353" fmla="*/ 442627 w 552450"/>
                <a:gd name="connsiteY353" fmla="*/ 48863 h 495300"/>
                <a:gd name="connsiteX354" fmla="*/ 445008 w 552450"/>
                <a:gd name="connsiteY354" fmla="*/ 45720 h 495300"/>
                <a:gd name="connsiteX355" fmla="*/ 445389 w 552450"/>
                <a:gd name="connsiteY355" fmla="*/ 45053 h 495300"/>
                <a:gd name="connsiteX356" fmla="*/ 445770 w 552450"/>
                <a:gd name="connsiteY356" fmla="*/ 44196 h 495300"/>
                <a:gd name="connsiteX357" fmla="*/ 446151 w 552450"/>
                <a:gd name="connsiteY357" fmla="*/ 42672 h 495300"/>
                <a:gd name="connsiteX358" fmla="*/ 446056 w 552450"/>
                <a:gd name="connsiteY358" fmla="*/ 41910 h 495300"/>
                <a:gd name="connsiteX359" fmla="*/ 445770 w 552450"/>
                <a:gd name="connsiteY359" fmla="*/ 41338 h 495300"/>
                <a:gd name="connsiteX360" fmla="*/ 444151 w 552450"/>
                <a:gd name="connsiteY360" fmla="*/ 39910 h 495300"/>
                <a:gd name="connsiteX361" fmla="*/ 437388 w 552450"/>
                <a:gd name="connsiteY361" fmla="*/ 36004 h 495300"/>
                <a:gd name="connsiteX362" fmla="*/ 436816 w 552450"/>
                <a:gd name="connsiteY362" fmla="*/ 35528 h 495300"/>
                <a:gd name="connsiteX363" fmla="*/ 436245 w 552450"/>
                <a:gd name="connsiteY363" fmla="*/ 34671 h 495300"/>
                <a:gd name="connsiteX364" fmla="*/ 436055 w 552450"/>
                <a:gd name="connsiteY364" fmla="*/ 33909 h 495300"/>
                <a:gd name="connsiteX365" fmla="*/ 435959 w 552450"/>
                <a:gd name="connsiteY365" fmla="*/ 33242 h 495300"/>
                <a:gd name="connsiteX366" fmla="*/ 436055 w 552450"/>
                <a:gd name="connsiteY366" fmla="*/ 31909 h 495300"/>
                <a:gd name="connsiteX367" fmla="*/ 436055 w 552450"/>
                <a:gd name="connsiteY367" fmla="*/ 31051 h 495300"/>
                <a:gd name="connsiteX368" fmla="*/ 435959 w 552450"/>
                <a:gd name="connsiteY368" fmla="*/ 29242 h 495300"/>
                <a:gd name="connsiteX369" fmla="*/ 435673 w 552450"/>
                <a:gd name="connsiteY369" fmla="*/ 28194 h 495300"/>
                <a:gd name="connsiteX370" fmla="*/ 435102 w 552450"/>
                <a:gd name="connsiteY370" fmla="*/ 27051 h 495300"/>
                <a:gd name="connsiteX371" fmla="*/ 434626 w 552450"/>
                <a:gd name="connsiteY371" fmla="*/ 26575 h 495300"/>
                <a:gd name="connsiteX372" fmla="*/ 434054 w 552450"/>
                <a:gd name="connsiteY372" fmla="*/ 26194 h 495300"/>
                <a:gd name="connsiteX373" fmla="*/ 431482 w 552450"/>
                <a:gd name="connsiteY373" fmla="*/ 25241 h 495300"/>
                <a:gd name="connsiteX374" fmla="*/ 430149 w 552450"/>
                <a:gd name="connsiteY374" fmla="*/ 24098 h 495300"/>
                <a:gd name="connsiteX375" fmla="*/ 429577 w 552450"/>
                <a:gd name="connsiteY375" fmla="*/ 23717 h 495300"/>
                <a:gd name="connsiteX376" fmla="*/ 429006 w 552450"/>
                <a:gd name="connsiteY376" fmla="*/ 23622 h 495300"/>
                <a:gd name="connsiteX377" fmla="*/ 428434 w 552450"/>
                <a:gd name="connsiteY377" fmla="*/ 23622 h 495300"/>
                <a:gd name="connsiteX378" fmla="*/ 426720 w 552450"/>
                <a:gd name="connsiteY378" fmla="*/ 23908 h 495300"/>
                <a:gd name="connsiteX379" fmla="*/ 426053 w 552450"/>
                <a:gd name="connsiteY379" fmla="*/ 23908 h 495300"/>
                <a:gd name="connsiteX380" fmla="*/ 425291 w 552450"/>
                <a:gd name="connsiteY380" fmla="*/ 23527 h 495300"/>
                <a:gd name="connsiteX381" fmla="*/ 424529 w 552450"/>
                <a:gd name="connsiteY381" fmla="*/ 22860 h 495300"/>
                <a:gd name="connsiteX382" fmla="*/ 422338 w 552450"/>
                <a:gd name="connsiteY382" fmla="*/ 20288 h 495300"/>
                <a:gd name="connsiteX383" fmla="*/ 421767 w 552450"/>
                <a:gd name="connsiteY383" fmla="*/ 19717 h 495300"/>
                <a:gd name="connsiteX384" fmla="*/ 420719 w 552450"/>
                <a:gd name="connsiteY384" fmla="*/ 19050 h 495300"/>
                <a:gd name="connsiteX385" fmla="*/ 420243 w 552450"/>
                <a:gd name="connsiteY385" fmla="*/ 18764 h 495300"/>
                <a:gd name="connsiteX386" fmla="*/ 419671 w 552450"/>
                <a:gd name="connsiteY386" fmla="*/ 18574 h 495300"/>
                <a:gd name="connsiteX387" fmla="*/ 419005 w 552450"/>
                <a:gd name="connsiteY387" fmla="*/ 18478 h 495300"/>
                <a:gd name="connsiteX388" fmla="*/ 415862 w 552450"/>
                <a:gd name="connsiteY388" fmla="*/ 18669 h 495300"/>
                <a:gd name="connsiteX389" fmla="*/ 414623 w 552450"/>
                <a:gd name="connsiteY389" fmla="*/ 18478 h 495300"/>
                <a:gd name="connsiteX390" fmla="*/ 413956 w 552450"/>
                <a:gd name="connsiteY390" fmla="*/ 18288 h 495300"/>
                <a:gd name="connsiteX391" fmla="*/ 413195 w 552450"/>
                <a:gd name="connsiteY391" fmla="*/ 17716 h 495300"/>
                <a:gd name="connsiteX392" fmla="*/ 406908 w 552450"/>
                <a:gd name="connsiteY392" fmla="*/ 10858 h 495300"/>
                <a:gd name="connsiteX393" fmla="*/ 400907 w 552450"/>
                <a:gd name="connsiteY393" fmla="*/ 5905 h 495300"/>
                <a:gd name="connsiteX394" fmla="*/ 397288 w 552450"/>
                <a:gd name="connsiteY394" fmla="*/ 2000 h 495300"/>
                <a:gd name="connsiteX395" fmla="*/ 396430 w 552450"/>
                <a:gd name="connsiteY395" fmla="*/ 1238 h 495300"/>
                <a:gd name="connsiteX396" fmla="*/ 395383 w 552450"/>
                <a:gd name="connsiteY396" fmla="*/ 667 h 495300"/>
                <a:gd name="connsiteX397" fmla="*/ 392716 w 552450"/>
                <a:gd name="connsiteY397" fmla="*/ 0 h 495300"/>
                <a:gd name="connsiteX398" fmla="*/ 390620 w 552450"/>
                <a:gd name="connsiteY398" fmla="*/ 4000 h 495300"/>
                <a:gd name="connsiteX399" fmla="*/ 389382 w 552450"/>
                <a:gd name="connsiteY399" fmla="*/ 5620 h 495300"/>
                <a:gd name="connsiteX400" fmla="*/ 389191 w 552450"/>
                <a:gd name="connsiteY400" fmla="*/ 6096 h 495300"/>
                <a:gd name="connsiteX401" fmla="*/ 388906 w 552450"/>
                <a:gd name="connsiteY401" fmla="*/ 6953 h 495300"/>
                <a:gd name="connsiteX402" fmla="*/ 387858 w 552450"/>
                <a:gd name="connsiteY402" fmla="*/ 11335 h 495300"/>
                <a:gd name="connsiteX403" fmla="*/ 387953 w 552450"/>
                <a:gd name="connsiteY403" fmla="*/ 11906 h 495300"/>
                <a:gd name="connsiteX404" fmla="*/ 388620 w 552450"/>
                <a:gd name="connsiteY404" fmla="*/ 12954 h 495300"/>
                <a:gd name="connsiteX405" fmla="*/ 388620 w 552450"/>
                <a:gd name="connsiteY405" fmla="*/ 13906 h 495300"/>
                <a:gd name="connsiteX406" fmla="*/ 388620 w 552450"/>
                <a:gd name="connsiteY406" fmla="*/ 14288 h 495300"/>
                <a:gd name="connsiteX407" fmla="*/ 388620 w 552450"/>
                <a:gd name="connsiteY407" fmla="*/ 14573 h 495300"/>
                <a:gd name="connsiteX408" fmla="*/ 388620 w 552450"/>
                <a:gd name="connsiteY408" fmla="*/ 14764 h 495300"/>
                <a:gd name="connsiteX409" fmla="*/ 388715 w 552450"/>
                <a:gd name="connsiteY409" fmla="*/ 15145 h 495300"/>
                <a:gd name="connsiteX410" fmla="*/ 388810 w 552450"/>
                <a:gd name="connsiteY410" fmla="*/ 15430 h 495300"/>
                <a:gd name="connsiteX411" fmla="*/ 388810 w 552450"/>
                <a:gd name="connsiteY411" fmla="*/ 15907 h 495300"/>
                <a:gd name="connsiteX412" fmla="*/ 388715 w 552450"/>
                <a:gd name="connsiteY412" fmla="*/ 16478 h 495300"/>
                <a:gd name="connsiteX413" fmla="*/ 388525 w 552450"/>
                <a:gd name="connsiteY413" fmla="*/ 17145 h 495300"/>
                <a:gd name="connsiteX414" fmla="*/ 387477 w 552450"/>
                <a:gd name="connsiteY414" fmla="*/ 20002 h 495300"/>
                <a:gd name="connsiteX415" fmla="*/ 387382 w 552450"/>
                <a:gd name="connsiteY415" fmla="*/ 20288 h 495300"/>
                <a:gd name="connsiteX416" fmla="*/ 387382 w 552450"/>
                <a:gd name="connsiteY416" fmla="*/ 20479 h 495300"/>
                <a:gd name="connsiteX417" fmla="*/ 387287 w 552450"/>
                <a:gd name="connsiteY417" fmla="*/ 21050 h 495300"/>
                <a:gd name="connsiteX418" fmla="*/ 387001 w 552450"/>
                <a:gd name="connsiteY418" fmla="*/ 21812 h 495300"/>
                <a:gd name="connsiteX419" fmla="*/ 386429 w 552450"/>
                <a:gd name="connsiteY419" fmla="*/ 22955 h 495300"/>
                <a:gd name="connsiteX420" fmla="*/ 386239 w 552450"/>
                <a:gd name="connsiteY420" fmla="*/ 23717 h 495300"/>
                <a:gd name="connsiteX421" fmla="*/ 386143 w 552450"/>
                <a:gd name="connsiteY421" fmla="*/ 24384 h 495300"/>
                <a:gd name="connsiteX422" fmla="*/ 386239 w 552450"/>
                <a:gd name="connsiteY422" fmla="*/ 24955 h 495300"/>
                <a:gd name="connsiteX423" fmla="*/ 386334 w 552450"/>
                <a:gd name="connsiteY423" fmla="*/ 25527 h 495300"/>
                <a:gd name="connsiteX424" fmla="*/ 386334 w 552450"/>
                <a:gd name="connsiteY424" fmla="*/ 26194 h 495300"/>
                <a:gd name="connsiteX425" fmla="*/ 386239 w 552450"/>
                <a:gd name="connsiteY425" fmla="*/ 26860 h 495300"/>
                <a:gd name="connsiteX426" fmla="*/ 386048 w 552450"/>
                <a:gd name="connsiteY426" fmla="*/ 27432 h 495300"/>
                <a:gd name="connsiteX427" fmla="*/ 385763 w 552450"/>
                <a:gd name="connsiteY427" fmla="*/ 27908 h 495300"/>
                <a:gd name="connsiteX428" fmla="*/ 385191 w 552450"/>
                <a:gd name="connsiteY428" fmla="*/ 28575 h 495300"/>
                <a:gd name="connsiteX429" fmla="*/ 385096 w 552450"/>
                <a:gd name="connsiteY429" fmla="*/ 28765 h 495300"/>
                <a:gd name="connsiteX430" fmla="*/ 385096 w 552450"/>
                <a:gd name="connsiteY430" fmla="*/ 28956 h 495300"/>
                <a:gd name="connsiteX431" fmla="*/ 385191 w 552450"/>
                <a:gd name="connsiteY431" fmla="*/ 29337 h 495300"/>
                <a:gd name="connsiteX432" fmla="*/ 385381 w 552450"/>
                <a:gd name="connsiteY432" fmla="*/ 30004 h 495300"/>
                <a:gd name="connsiteX433" fmla="*/ 385572 w 552450"/>
                <a:gd name="connsiteY433" fmla="*/ 30480 h 495300"/>
                <a:gd name="connsiteX434" fmla="*/ 385667 w 552450"/>
                <a:gd name="connsiteY434" fmla="*/ 30956 h 495300"/>
                <a:gd name="connsiteX435" fmla="*/ 385667 w 552450"/>
                <a:gd name="connsiteY435" fmla="*/ 31337 h 495300"/>
                <a:gd name="connsiteX436" fmla="*/ 385667 w 552450"/>
                <a:gd name="connsiteY436" fmla="*/ 31623 h 495300"/>
                <a:gd name="connsiteX437" fmla="*/ 385572 w 552450"/>
                <a:gd name="connsiteY437" fmla="*/ 32194 h 495300"/>
                <a:gd name="connsiteX438" fmla="*/ 385381 w 552450"/>
                <a:gd name="connsiteY438" fmla="*/ 32671 h 495300"/>
                <a:gd name="connsiteX439" fmla="*/ 384429 w 552450"/>
                <a:gd name="connsiteY439" fmla="*/ 34195 h 495300"/>
                <a:gd name="connsiteX440" fmla="*/ 384143 w 552450"/>
                <a:gd name="connsiteY440" fmla="*/ 34861 h 495300"/>
                <a:gd name="connsiteX441" fmla="*/ 383572 w 552450"/>
                <a:gd name="connsiteY441" fmla="*/ 36576 h 495300"/>
                <a:gd name="connsiteX442" fmla="*/ 383096 w 552450"/>
                <a:gd name="connsiteY442" fmla="*/ 38671 h 495300"/>
                <a:gd name="connsiteX443" fmla="*/ 382714 w 552450"/>
                <a:gd name="connsiteY443" fmla="*/ 41434 h 495300"/>
                <a:gd name="connsiteX444" fmla="*/ 382429 w 552450"/>
                <a:gd name="connsiteY444" fmla="*/ 42100 h 495300"/>
                <a:gd name="connsiteX445" fmla="*/ 381762 w 552450"/>
                <a:gd name="connsiteY445" fmla="*/ 42672 h 495300"/>
                <a:gd name="connsiteX446" fmla="*/ 361188 w 552450"/>
                <a:gd name="connsiteY446" fmla="*/ 50197 h 495300"/>
                <a:gd name="connsiteX447" fmla="*/ 360331 w 552450"/>
                <a:gd name="connsiteY447" fmla="*/ 50197 h 495300"/>
                <a:gd name="connsiteX448" fmla="*/ 356806 w 552450"/>
                <a:gd name="connsiteY448" fmla="*/ 49720 h 495300"/>
                <a:gd name="connsiteX449" fmla="*/ 355473 w 552450"/>
                <a:gd name="connsiteY449" fmla="*/ 50387 h 495300"/>
                <a:gd name="connsiteX450" fmla="*/ 353663 w 552450"/>
                <a:gd name="connsiteY450" fmla="*/ 51625 h 495300"/>
                <a:gd name="connsiteX451" fmla="*/ 348234 w 552450"/>
                <a:gd name="connsiteY451" fmla="*/ 56388 h 495300"/>
                <a:gd name="connsiteX452" fmla="*/ 347281 w 552450"/>
                <a:gd name="connsiteY452" fmla="*/ 57531 h 495300"/>
                <a:gd name="connsiteX453" fmla="*/ 345472 w 552450"/>
                <a:gd name="connsiteY453" fmla="*/ 66103 h 495300"/>
                <a:gd name="connsiteX454" fmla="*/ 343852 w 552450"/>
                <a:gd name="connsiteY454" fmla="*/ 69437 h 495300"/>
                <a:gd name="connsiteX455" fmla="*/ 343186 w 552450"/>
                <a:gd name="connsiteY455" fmla="*/ 70294 h 495300"/>
                <a:gd name="connsiteX456" fmla="*/ 338423 w 552450"/>
                <a:gd name="connsiteY456" fmla="*/ 73819 h 495300"/>
                <a:gd name="connsiteX457" fmla="*/ 338042 w 552450"/>
                <a:gd name="connsiteY457" fmla="*/ 74200 h 495300"/>
                <a:gd name="connsiteX458" fmla="*/ 337375 w 552450"/>
                <a:gd name="connsiteY458" fmla="*/ 74485 h 495300"/>
                <a:gd name="connsiteX459" fmla="*/ 336423 w 552450"/>
                <a:gd name="connsiteY459" fmla="*/ 74676 h 495300"/>
                <a:gd name="connsiteX460" fmla="*/ 334613 w 552450"/>
                <a:gd name="connsiteY460" fmla="*/ 74771 h 495300"/>
                <a:gd name="connsiteX461" fmla="*/ 330613 w 552450"/>
                <a:gd name="connsiteY461" fmla="*/ 74485 h 495300"/>
                <a:gd name="connsiteX462" fmla="*/ 329851 w 552450"/>
                <a:gd name="connsiteY462" fmla="*/ 74676 h 495300"/>
                <a:gd name="connsiteX463" fmla="*/ 329184 w 552450"/>
                <a:gd name="connsiteY463" fmla="*/ 74962 h 495300"/>
                <a:gd name="connsiteX464" fmla="*/ 326898 w 552450"/>
                <a:gd name="connsiteY464" fmla="*/ 76295 h 495300"/>
                <a:gd name="connsiteX465" fmla="*/ 326326 w 552450"/>
                <a:gd name="connsiteY465" fmla="*/ 76771 h 495300"/>
                <a:gd name="connsiteX466" fmla="*/ 324517 w 552450"/>
                <a:gd name="connsiteY466" fmla="*/ 78772 h 495300"/>
                <a:gd name="connsiteX467" fmla="*/ 324040 w 552450"/>
                <a:gd name="connsiteY467" fmla="*/ 79153 h 495300"/>
                <a:gd name="connsiteX468" fmla="*/ 322707 w 552450"/>
                <a:gd name="connsiteY468" fmla="*/ 79534 h 495300"/>
                <a:gd name="connsiteX469" fmla="*/ 313658 w 552450"/>
                <a:gd name="connsiteY469" fmla="*/ 80486 h 495300"/>
                <a:gd name="connsiteX470" fmla="*/ 312039 w 552450"/>
                <a:gd name="connsiteY470" fmla="*/ 80105 h 495300"/>
                <a:gd name="connsiteX471" fmla="*/ 310896 w 552450"/>
                <a:gd name="connsiteY471" fmla="*/ 79629 h 495300"/>
                <a:gd name="connsiteX472" fmla="*/ 298418 w 552450"/>
                <a:gd name="connsiteY472" fmla="*/ 72199 h 495300"/>
                <a:gd name="connsiteX473" fmla="*/ 295370 w 552450"/>
                <a:gd name="connsiteY473" fmla="*/ 69818 h 495300"/>
                <a:gd name="connsiteX474" fmla="*/ 294894 w 552450"/>
                <a:gd name="connsiteY474" fmla="*/ 69532 h 495300"/>
                <a:gd name="connsiteX475" fmla="*/ 290798 w 552450"/>
                <a:gd name="connsiteY475" fmla="*/ 67818 h 495300"/>
                <a:gd name="connsiteX476" fmla="*/ 284035 w 552450"/>
                <a:gd name="connsiteY476" fmla="*/ 67437 h 495300"/>
                <a:gd name="connsiteX477" fmla="*/ 283369 w 552450"/>
                <a:gd name="connsiteY477" fmla="*/ 67627 h 495300"/>
                <a:gd name="connsiteX478" fmla="*/ 282797 w 552450"/>
                <a:gd name="connsiteY478" fmla="*/ 68008 h 495300"/>
                <a:gd name="connsiteX479" fmla="*/ 282130 w 552450"/>
                <a:gd name="connsiteY479" fmla="*/ 68866 h 495300"/>
                <a:gd name="connsiteX480" fmla="*/ 281845 w 552450"/>
                <a:gd name="connsiteY480" fmla="*/ 69628 h 495300"/>
                <a:gd name="connsiteX481" fmla="*/ 281749 w 552450"/>
                <a:gd name="connsiteY481" fmla="*/ 70390 h 495300"/>
                <a:gd name="connsiteX482" fmla="*/ 281749 w 552450"/>
                <a:gd name="connsiteY482" fmla="*/ 71056 h 495300"/>
                <a:gd name="connsiteX483" fmla="*/ 281749 w 552450"/>
                <a:gd name="connsiteY483" fmla="*/ 71628 h 495300"/>
                <a:gd name="connsiteX484" fmla="*/ 281845 w 552450"/>
                <a:gd name="connsiteY484" fmla="*/ 72199 h 495300"/>
                <a:gd name="connsiteX485" fmla="*/ 282130 w 552450"/>
                <a:gd name="connsiteY485" fmla="*/ 73342 h 495300"/>
                <a:gd name="connsiteX486" fmla="*/ 282892 w 552450"/>
                <a:gd name="connsiteY486" fmla="*/ 75438 h 495300"/>
                <a:gd name="connsiteX487" fmla="*/ 283369 w 552450"/>
                <a:gd name="connsiteY487" fmla="*/ 76390 h 495300"/>
                <a:gd name="connsiteX488" fmla="*/ 286798 w 552450"/>
                <a:gd name="connsiteY488" fmla="*/ 81724 h 495300"/>
                <a:gd name="connsiteX489" fmla="*/ 287179 w 552450"/>
                <a:gd name="connsiteY489" fmla="*/ 82772 h 495300"/>
                <a:gd name="connsiteX490" fmla="*/ 287274 w 552450"/>
                <a:gd name="connsiteY490" fmla="*/ 83344 h 495300"/>
                <a:gd name="connsiteX491" fmla="*/ 287369 w 552450"/>
                <a:gd name="connsiteY491" fmla="*/ 83915 h 495300"/>
                <a:gd name="connsiteX492" fmla="*/ 287369 w 552450"/>
                <a:gd name="connsiteY492" fmla="*/ 84582 h 495300"/>
                <a:gd name="connsiteX493" fmla="*/ 287369 w 552450"/>
                <a:gd name="connsiteY493" fmla="*/ 85249 h 495300"/>
                <a:gd name="connsiteX494" fmla="*/ 287274 w 552450"/>
                <a:gd name="connsiteY494" fmla="*/ 85820 h 495300"/>
                <a:gd name="connsiteX495" fmla="*/ 287083 w 552450"/>
                <a:gd name="connsiteY495" fmla="*/ 86392 h 495300"/>
                <a:gd name="connsiteX496" fmla="*/ 286798 w 552450"/>
                <a:gd name="connsiteY496" fmla="*/ 86963 h 495300"/>
                <a:gd name="connsiteX497" fmla="*/ 286131 w 552450"/>
                <a:gd name="connsiteY497" fmla="*/ 87916 h 495300"/>
                <a:gd name="connsiteX498" fmla="*/ 285750 w 552450"/>
                <a:gd name="connsiteY498" fmla="*/ 88297 h 495300"/>
                <a:gd name="connsiteX499" fmla="*/ 284702 w 552450"/>
                <a:gd name="connsiteY499" fmla="*/ 88773 h 495300"/>
                <a:gd name="connsiteX500" fmla="*/ 276701 w 552450"/>
                <a:gd name="connsiteY500" fmla="*/ 91154 h 495300"/>
                <a:gd name="connsiteX501" fmla="*/ 276034 w 552450"/>
                <a:gd name="connsiteY501" fmla="*/ 91154 h 495300"/>
                <a:gd name="connsiteX502" fmla="*/ 275368 w 552450"/>
                <a:gd name="connsiteY502" fmla="*/ 91059 h 495300"/>
                <a:gd name="connsiteX503" fmla="*/ 274130 w 552450"/>
                <a:gd name="connsiteY503" fmla="*/ 90583 h 495300"/>
                <a:gd name="connsiteX504" fmla="*/ 273177 w 552450"/>
                <a:gd name="connsiteY504" fmla="*/ 90011 h 495300"/>
                <a:gd name="connsiteX505" fmla="*/ 267938 w 552450"/>
                <a:gd name="connsiteY505" fmla="*/ 85915 h 495300"/>
                <a:gd name="connsiteX506" fmla="*/ 267367 w 552450"/>
                <a:gd name="connsiteY506" fmla="*/ 85630 h 495300"/>
                <a:gd name="connsiteX507" fmla="*/ 266700 w 552450"/>
                <a:gd name="connsiteY507" fmla="*/ 85439 h 495300"/>
                <a:gd name="connsiteX508" fmla="*/ 263462 w 552450"/>
                <a:gd name="connsiteY508" fmla="*/ 85058 h 495300"/>
                <a:gd name="connsiteX509" fmla="*/ 262223 w 552450"/>
                <a:gd name="connsiteY509" fmla="*/ 84677 h 495300"/>
                <a:gd name="connsiteX510" fmla="*/ 257651 w 552450"/>
                <a:gd name="connsiteY510" fmla="*/ 82105 h 495300"/>
                <a:gd name="connsiteX511" fmla="*/ 257080 w 552450"/>
                <a:gd name="connsiteY511" fmla="*/ 81915 h 495300"/>
                <a:gd name="connsiteX512" fmla="*/ 256222 w 552450"/>
                <a:gd name="connsiteY512" fmla="*/ 82010 h 495300"/>
                <a:gd name="connsiteX513" fmla="*/ 249936 w 552450"/>
                <a:gd name="connsiteY513" fmla="*/ 84772 h 495300"/>
                <a:gd name="connsiteX514" fmla="*/ 248602 w 552450"/>
                <a:gd name="connsiteY514" fmla="*/ 85915 h 495300"/>
                <a:gd name="connsiteX515" fmla="*/ 247364 w 552450"/>
                <a:gd name="connsiteY515" fmla="*/ 87154 h 495300"/>
                <a:gd name="connsiteX516" fmla="*/ 246697 w 552450"/>
                <a:gd name="connsiteY516" fmla="*/ 88201 h 495300"/>
                <a:gd name="connsiteX517" fmla="*/ 246316 w 552450"/>
                <a:gd name="connsiteY517" fmla="*/ 89344 h 495300"/>
                <a:gd name="connsiteX518" fmla="*/ 246126 w 552450"/>
                <a:gd name="connsiteY518" fmla="*/ 90011 h 495300"/>
                <a:gd name="connsiteX519" fmla="*/ 245745 w 552450"/>
                <a:gd name="connsiteY519" fmla="*/ 92773 h 495300"/>
                <a:gd name="connsiteX520" fmla="*/ 245745 w 552450"/>
                <a:gd name="connsiteY520" fmla="*/ 93440 h 495300"/>
                <a:gd name="connsiteX521" fmla="*/ 245650 w 552450"/>
                <a:gd name="connsiteY521" fmla="*/ 94678 h 495300"/>
                <a:gd name="connsiteX522" fmla="*/ 244030 w 552450"/>
                <a:gd name="connsiteY522" fmla="*/ 99536 h 495300"/>
                <a:gd name="connsiteX523" fmla="*/ 243554 w 552450"/>
                <a:gd name="connsiteY523" fmla="*/ 100584 h 495300"/>
                <a:gd name="connsiteX524" fmla="*/ 243268 w 552450"/>
                <a:gd name="connsiteY524" fmla="*/ 101060 h 495300"/>
                <a:gd name="connsiteX525" fmla="*/ 242888 w 552450"/>
                <a:gd name="connsiteY525" fmla="*/ 101536 h 495300"/>
                <a:gd name="connsiteX526" fmla="*/ 233553 w 552450"/>
                <a:gd name="connsiteY526" fmla="*/ 107251 h 495300"/>
                <a:gd name="connsiteX527" fmla="*/ 232696 w 552450"/>
                <a:gd name="connsiteY527" fmla="*/ 108109 h 495300"/>
                <a:gd name="connsiteX528" fmla="*/ 231838 w 552450"/>
                <a:gd name="connsiteY528" fmla="*/ 109538 h 495300"/>
                <a:gd name="connsiteX529" fmla="*/ 231362 w 552450"/>
                <a:gd name="connsiteY529" fmla="*/ 110014 h 495300"/>
                <a:gd name="connsiteX530" fmla="*/ 230600 w 552450"/>
                <a:gd name="connsiteY530" fmla="*/ 110395 h 495300"/>
                <a:gd name="connsiteX531" fmla="*/ 228219 w 552450"/>
                <a:gd name="connsiteY531" fmla="*/ 110585 h 495300"/>
                <a:gd name="connsiteX532" fmla="*/ 226695 w 552450"/>
                <a:gd name="connsiteY532" fmla="*/ 110490 h 495300"/>
                <a:gd name="connsiteX533" fmla="*/ 224409 w 552450"/>
                <a:gd name="connsiteY533" fmla="*/ 110776 h 495300"/>
                <a:gd name="connsiteX534" fmla="*/ 223933 w 552450"/>
                <a:gd name="connsiteY534" fmla="*/ 110680 h 495300"/>
                <a:gd name="connsiteX535" fmla="*/ 223552 w 552450"/>
                <a:gd name="connsiteY535" fmla="*/ 110585 h 495300"/>
                <a:gd name="connsiteX536" fmla="*/ 223075 w 552450"/>
                <a:gd name="connsiteY536" fmla="*/ 110299 h 495300"/>
                <a:gd name="connsiteX537" fmla="*/ 222218 w 552450"/>
                <a:gd name="connsiteY537" fmla="*/ 109633 h 495300"/>
                <a:gd name="connsiteX538" fmla="*/ 221551 w 552450"/>
                <a:gd name="connsiteY538" fmla="*/ 108871 h 495300"/>
                <a:gd name="connsiteX539" fmla="*/ 219837 w 552450"/>
                <a:gd name="connsiteY539" fmla="*/ 105727 h 495300"/>
                <a:gd name="connsiteX540" fmla="*/ 219742 w 552450"/>
                <a:gd name="connsiteY540" fmla="*/ 105442 h 495300"/>
                <a:gd name="connsiteX541" fmla="*/ 219361 w 552450"/>
                <a:gd name="connsiteY541" fmla="*/ 104013 h 495300"/>
                <a:gd name="connsiteX542" fmla="*/ 219170 w 552450"/>
                <a:gd name="connsiteY542" fmla="*/ 103537 h 495300"/>
                <a:gd name="connsiteX543" fmla="*/ 218884 w 552450"/>
                <a:gd name="connsiteY543" fmla="*/ 103156 h 495300"/>
                <a:gd name="connsiteX544" fmla="*/ 218504 w 552450"/>
                <a:gd name="connsiteY544" fmla="*/ 102775 h 495300"/>
                <a:gd name="connsiteX545" fmla="*/ 218027 w 552450"/>
                <a:gd name="connsiteY545" fmla="*/ 102394 h 495300"/>
                <a:gd name="connsiteX546" fmla="*/ 217551 w 552450"/>
                <a:gd name="connsiteY546" fmla="*/ 102108 h 495300"/>
                <a:gd name="connsiteX547" fmla="*/ 216979 w 552450"/>
                <a:gd name="connsiteY547" fmla="*/ 101917 h 495300"/>
                <a:gd name="connsiteX548" fmla="*/ 216408 w 552450"/>
                <a:gd name="connsiteY548" fmla="*/ 101917 h 495300"/>
                <a:gd name="connsiteX549" fmla="*/ 212503 w 552450"/>
                <a:gd name="connsiteY549" fmla="*/ 103346 h 495300"/>
                <a:gd name="connsiteX550" fmla="*/ 211455 w 552450"/>
                <a:gd name="connsiteY550" fmla="*/ 103441 h 495300"/>
                <a:gd name="connsiteX551" fmla="*/ 210693 w 552450"/>
                <a:gd name="connsiteY551" fmla="*/ 103346 h 495300"/>
                <a:gd name="connsiteX552" fmla="*/ 210217 w 552450"/>
                <a:gd name="connsiteY552" fmla="*/ 103060 h 495300"/>
                <a:gd name="connsiteX553" fmla="*/ 209359 w 552450"/>
                <a:gd name="connsiteY553" fmla="*/ 103060 h 495300"/>
                <a:gd name="connsiteX554" fmla="*/ 208312 w 552450"/>
                <a:gd name="connsiteY554" fmla="*/ 103346 h 495300"/>
                <a:gd name="connsiteX555" fmla="*/ 206502 w 552450"/>
                <a:gd name="connsiteY555" fmla="*/ 104203 h 495300"/>
                <a:gd name="connsiteX556" fmla="*/ 204597 w 552450"/>
                <a:gd name="connsiteY556" fmla="*/ 104775 h 495300"/>
                <a:gd name="connsiteX557" fmla="*/ 203454 w 552450"/>
                <a:gd name="connsiteY557" fmla="*/ 104965 h 495300"/>
                <a:gd name="connsiteX558" fmla="*/ 202311 w 552450"/>
                <a:gd name="connsiteY558" fmla="*/ 105727 h 495300"/>
                <a:gd name="connsiteX559" fmla="*/ 175546 w 552450"/>
                <a:gd name="connsiteY559" fmla="*/ 131540 h 495300"/>
                <a:gd name="connsiteX560" fmla="*/ 173926 w 552450"/>
                <a:gd name="connsiteY560" fmla="*/ 132588 h 495300"/>
                <a:gd name="connsiteX561" fmla="*/ 172593 w 552450"/>
                <a:gd name="connsiteY561" fmla="*/ 132683 h 495300"/>
                <a:gd name="connsiteX562" fmla="*/ 170402 w 552450"/>
                <a:gd name="connsiteY562" fmla="*/ 131445 h 495300"/>
                <a:gd name="connsiteX563" fmla="*/ 169926 w 552450"/>
                <a:gd name="connsiteY563" fmla="*/ 131064 h 495300"/>
                <a:gd name="connsiteX564" fmla="*/ 168878 w 552450"/>
                <a:gd name="connsiteY564" fmla="*/ 129921 h 495300"/>
                <a:gd name="connsiteX565" fmla="*/ 167640 w 552450"/>
                <a:gd name="connsiteY565" fmla="*/ 128206 h 495300"/>
                <a:gd name="connsiteX566" fmla="*/ 167449 w 552450"/>
                <a:gd name="connsiteY566" fmla="*/ 127730 h 495300"/>
                <a:gd name="connsiteX567" fmla="*/ 165925 w 552450"/>
                <a:gd name="connsiteY567" fmla="*/ 127730 h 495300"/>
                <a:gd name="connsiteX568" fmla="*/ 160020 w 552450"/>
                <a:gd name="connsiteY568" fmla="*/ 131064 h 495300"/>
                <a:gd name="connsiteX569" fmla="*/ 151733 w 552450"/>
                <a:gd name="connsiteY569" fmla="*/ 135160 h 495300"/>
                <a:gd name="connsiteX570" fmla="*/ 151162 w 552450"/>
                <a:gd name="connsiteY570" fmla="*/ 135636 h 495300"/>
                <a:gd name="connsiteX571" fmla="*/ 148971 w 552450"/>
                <a:gd name="connsiteY571" fmla="*/ 137922 h 495300"/>
                <a:gd name="connsiteX572" fmla="*/ 145351 w 552450"/>
                <a:gd name="connsiteY572" fmla="*/ 141065 h 495300"/>
                <a:gd name="connsiteX573" fmla="*/ 144018 w 552450"/>
                <a:gd name="connsiteY573" fmla="*/ 141922 h 495300"/>
                <a:gd name="connsiteX574" fmla="*/ 143065 w 552450"/>
                <a:gd name="connsiteY574" fmla="*/ 142399 h 495300"/>
                <a:gd name="connsiteX575" fmla="*/ 133540 w 552450"/>
                <a:gd name="connsiteY575" fmla="*/ 143637 h 495300"/>
                <a:gd name="connsiteX576" fmla="*/ 132969 w 552450"/>
                <a:gd name="connsiteY576" fmla="*/ 143827 h 495300"/>
                <a:gd name="connsiteX577" fmla="*/ 132493 w 552450"/>
                <a:gd name="connsiteY577" fmla="*/ 144113 h 495300"/>
                <a:gd name="connsiteX578" fmla="*/ 132207 w 552450"/>
                <a:gd name="connsiteY578" fmla="*/ 144494 h 495300"/>
                <a:gd name="connsiteX579" fmla="*/ 131921 w 552450"/>
                <a:gd name="connsiteY579" fmla="*/ 144970 h 495300"/>
                <a:gd name="connsiteX580" fmla="*/ 131731 w 552450"/>
                <a:gd name="connsiteY580" fmla="*/ 145542 h 495300"/>
                <a:gd name="connsiteX581" fmla="*/ 131635 w 552450"/>
                <a:gd name="connsiteY581" fmla="*/ 146209 h 495300"/>
                <a:gd name="connsiteX582" fmla="*/ 131635 w 552450"/>
                <a:gd name="connsiteY582" fmla="*/ 146875 h 495300"/>
                <a:gd name="connsiteX583" fmla="*/ 131731 w 552450"/>
                <a:gd name="connsiteY583" fmla="*/ 147447 h 495300"/>
                <a:gd name="connsiteX584" fmla="*/ 132016 w 552450"/>
                <a:gd name="connsiteY584" fmla="*/ 148590 h 495300"/>
                <a:gd name="connsiteX585" fmla="*/ 132112 w 552450"/>
                <a:gd name="connsiteY585" fmla="*/ 149161 h 495300"/>
                <a:gd name="connsiteX586" fmla="*/ 132207 w 552450"/>
                <a:gd name="connsiteY586" fmla="*/ 149828 h 495300"/>
                <a:gd name="connsiteX587" fmla="*/ 132112 w 552450"/>
                <a:gd name="connsiteY587" fmla="*/ 150495 h 495300"/>
                <a:gd name="connsiteX588" fmla="*/ 131921 w 552450"/>
                <a:gd name="connsiteY588" fmla="*/ 151066 h 495300"/>
                <a:gd name="connsiteX589" fmla="*/ 130207 w 552450"/>
                <a:gd name="connsiteY589" fmla="*/ 155448 h 495300"/>
                <a:gd name="connsiteX590" fmla="*/ 130016 w 552450"/>
                <a:gd name="connsiteY590" fmla="*/ 155829 h 495300"/>
                <a:gd name="connsiteX591" fmla="*/ 129349 w 552450"/>
                <a:gd name="connsiteY591" fmla="*/ 156877 h 495300"/>
                <a:gd name="connsiteX592" fmla="*/ 128492 w 552450"/>
                <a:gd name="connsiteY592" fmla="*/ 157924 h 495300"/>
                <a:gd name="connsiteX593" fmla="*/ 127159 w 552450"/>
                <a:gd name="connsiteY593" fmla="*/ 159067 h 495300"/>
                <a:gd name="connsiteX594" fmla="*/ 119920 w 552450"/>
                <a:gd name="connsiteY594" fmla="*/ 163259 h 495300"/>
                <a:gd name="connsiteX595" fmla="*/ 119253 w 552450"/>
                <a:gd name="connsiteY595" fmla="*/ 163830 h 495300"/>
                <a:gd name="connsiteX596" fmla="*/ 117634 w 552450"/>
                <a:gd name="connsiteY596" fmla="*/ 165925 h 495300"/>
                <a:gd name="connsiteX597" fmla="*/ 117062 w 552450"/>
                <a:gd name="connsiteY597" fmla="*/ 166973 h 495300"/>
                <a:gd name="connsiteX598" fmla="*/ 116110 w 552450"/>
                <a:gd name="connsiteY598" fmla="*/ 168973 h 495300"/>
                <a:gd name="connsiteX599" fmla="*/ 113633 w 552450"/>
                <a:gd name="connsiteY599" fmla="*/ 172307 h 495300"/>
                <a:gd name="connsiteX600" fmla="*/ 106585 w 552450"/>
                <a:gd name="connsiteY600" fmla="*/ 179070 h 495300"/>
                <a:gd name="connsiteX601" fmla="*/ 104013 w 552450"/>
                <a:gd name="connsiteY601" fmla="*/ 182023 h 495300"/>
                <a:gd name="connsiteX602" fmla="*/ 103537 w 552450"/>
                <a:gd name="connsiteY602" fmla="*/ 183166 h 495300"/>
                <a:gd name="connsiteX603" fmla="*/ 103156 w 552450"/>
                <a:gd name="connsiteY603" fmla="*/ 184309 h 495300"/>
                <a:gd name="connsiteX604" fmla="*/ 102870 w 552450"/>
                <a:gd name="connsiteY604" fmla="*/ 185452 h 495300"/>
                <a:gd name="connsiteX605" fmla="*/ 102489 w 552450"/>
                <a:gd name="connsiteY605" fmla="*/ 188595 h 495300"/>
                <a:gd name="connsiteX606" fmla="*/ 102108 w 552450"/>
                <a:gd name="connsiteY606" fmla="*/ 189738 h 495300"/>
                <a:gd name="connsiteX607" fmla="*/ 101727 w 552450"/>
                <a:gd name="connsiteY607" fmla="*/ 190405 h 495300"/>
                <a:gd name="connsiteX608" fmla="*/ 101251 w 552450"/>
                <a:gd name="connsiteY608" fmla="*/ 190881 h 495300"/>
                <a:gd name="connsiteX609" fmla="*/ 100774 w 552450"/>
                <a:gd name="connsiteY609" fmla="*/ 191167 h 495300"/>
                <a:gd name="connsiteX610" fmla="*/ 100298 w 552450"/>
                <a:gd name="connsiteY610" fmla="*/ 191357 h 495300"/>
                <a:gd name="connsiteX611" fmla="*/ 99060 w 552450"/>
                <a:gd name="connsiteY611" fmla="*/ 191548 h 495300"/>
                <a:gd name="connsiteX612" fmla="*/ 97726 w 552450"/>
                <a:gd name="connsiteY612" fmla="*/ 191548 h 495300"/>
                <a:gd name="connsiteX613" fmla="*/ 96393 w 552450"/>
                <a:gd name="connsiteY613" fmla="*/ 191357 h 495300"/>
                <a:gd name="connsiteX614" fmla="*/ 95917 w 552450"/>
                <a:gd name="connsiteY614" fmla="*/ 191071 h 495300"/>
                <a:gd name="connsiteX615" fmla="*/ 95536 w 552450"/>
                <a:gd name="connsiteY615" fmla="*/ 190690 h 495300"/>
                <a:gd name="connsiteX616" fmla="*/ 95250 w 552450"/>
                <a:gd name="connsiteY616" fmla="*/ 190214 h 495300"/>
                <a:gd name="connsiteX617" fmla="*/ 95059 w 552450"/>
                <a:gd name="connsiteY617" fmla="*/ 189643 h 495300"/>
                <a:gd name="connsiteX618" fmla="*/ 94869 w 552450"/>
                <a:gd name="connsiteY618" fmla="*/ 189071 h 495300"/>
                <a:gd name="connsiteX619" fmla="*/ 94774 w 552450"/>
                <a:gd name="connsiteY619" fmla="*/ 188500 h 495300"/>
                <a:gd name="connsiteX620" fmla="*/ 94774 w 552450"/>
                <a:gd name="connsiteY620" fmla="*/ 187833 h 495300"/>
                <a:gd name="connsiteX621" fmla="*/ 95536 w 552450"/>
                <a:gd name="connsiteY621" fmla="*/ 180118 h 495300"/>
                <a:gd name="connsiteX622" fmla="*/ 95536 w 552450"/>
                <a:gd name="connsiteY622" fmla="*/ 177355 h 495300"/>
                <a:gd name="connsiteX623" fmla="*/ 95345 w 552450"/>
                <a:gd name="connsiteY623" fmla="*/ 175355 h 495300"/>
                <a:gd name="connsiteX624" fmla="*/ 95250 w 552450"/>
                <a:gd name="connsiteY624" fmla="*/ 174784 h 495300"/>
                <a:gd name="connsiteX625" fmla="*/ 95059 w 552450"/>
                <a:gd name="connsiteY625" fmla="*/ 174307 h 495300"/>
                <a:gd name="connsiteX626" fmla="*/ 94774 w 552450"/>
                <a:gd name="connsiteY626" fmla="*/ 173831 h 495300"/>
                <a:gd name="connsiteX627" fmla="*/ 94202 w 552450"/>
                <a:gd name="connsiteY627" fmla="*/ 172974 h 495300"/>
                <a:gd name="connsiteX628" fmla="*/ 91440 w 552450"/>
                <a:gd name="connsiteY628" fmla="*/ 169831 h 495300"/>
                <a:gd name="connsiteX629" fmla="*/ 91154 w 552450"/>
                <a:gd name="connsiteY629" fmla="*/ 169354 h 495300"/>
                <a:gd name="connsiteX630" fmla="*/ 90964 w 552450"/>
                <a:gd name="connsiteY630" fmla="*/ 168783 h 495300"/>
                <a:gd name="connsiteX631" fmla="*/ 90868 w 552450"/>
                <a:gd name="connsiteY631" fmla="*/ 168116 h 495300"/>
                <a:gd name="connsiteX632" fmla="*/ 90868 w 552450"/>
                <a:gd name="connsiteY632" fmla="*/ 167449 h 495300"/>
                <a:gd name="connsiteX633" fmla="*/ 90868 w 552450"/>
                <a:gd name="connsiteY633" fmla="*/ 166021 h 495300"/>
                <a:gd name="connsiteX634" fmla="*/ 90773 w 552450"/>
                <a:gd name="connsiteY634" fmla="*/ 164687 h 495300"/>
                <a:gd name="connsiteX635" fmla="*/ 90678 w 552450"/>
                <a:gd name="connsiteY635" fmla="*/ 164116 h 495300"/>
                <a:gd name="connsiteX636" fmla="*/ 90392 w 552450"/>
                <a:gd name="connsiteY636" fmla="*/ 163639 h 495300"/>
                <a:gd name="connsiteX637" fmla="*/ 90106 w 552450"/>
                <a:gd name="connsiteY637" fmla="*/ 163163 h 495300"/>
                <a:gd name="connsiteX638" fmla="*/ 89345 w 552450"/>
                <a:gd name="connsiteY638" fmla="*/ 162401 h 495300"/>
                <a:gd name="connsiteX639" fmla="*/ 83915 w 552450"/>
                <a:gd name="connsiteY639" fmla="*/ 159448 h 495300"/>
                <a:gd name="connsiteX640" fmla="*/ 83820 w 552450"/>
                <a:gd name="connsiteY640" fmla="*/ 159353 h 495300"/>
                <a:gd name="connsiteX641" fmla="*/ 83629 w 552450"/>
                <a:gd name="connsiteY641" fmla="*/ 158972 h 495300"/>
                <a:gd name="connsiteX642" fmla="*/ 83439 w 552450"/>
                <a:gd name="connsiteY642" fmla="*/ 158496 h 495300"/>
                <a:gd name="connsiteX643" fmla="*/ 83344 w 552450"/>
                <a:gd name="connsiteY643" fmla="*/ 157924 h 495300"/>
                <a:gd name="connsiteX644" fmla="*/ 83248 w 552450"/>
                <a:gd name="connsiteY644" fmla="*/ 157258 h 495300"/>
                <a:gd name="connsiteX645" fmla="*/ 83248 w 552450"/>
                <a:gd name="connsiteY645" fmla="*/ 153734 h 495300"/>
                <a:gd name="connsiteX646" fmla="*/ 83153 w 552450"/>
                <a:gd name="connsiteY646" fmla="*/ 153067 h 495300"/>
                <a:gd name="connsiteX647" fmla="*/ 82963 w 552450"/>
                <a:gd name="connsiteY647" fmla="*/ 152495 h 495300"/>
                <a:gd name="connsiteX648" fmla="*/ 82582 w 552450"/>
                <a:gd name="connsiteY648" fmla="*/ 151828 h 495300"/>
                <a:gd name="connsiteX649" fmla="*/ 77152 w 552450"/>
                <a:gd name="connsiteY649" fmla="*/ 146494 h 495300"/>
                <a:gd name="connsiteX650" fmla="*/ 76867 w 552450"/>
                <a:gd name="connsiteY650" fmla="*/ 146113 h 495300"/>
                <a:gd name="connsiteX651" fmla="*/ 76581 w 552450"/>
                <a:gd name="connsiteY651" fmla="*/ 145637 h 495300"/>
                <a:gd name="connsiteX652" fmla="*/ 76390 w 552450"/>
                <a:gd name="connsiteY652" fmla="*/ 145066 h 495300"/>
                <a:gd name="connsiteX653" fmla="*/ 76390 w 552450"/>
                <a:gd name="connsiteY653" fmla="*/ 144399 h 495300"/>
                <a:gd name="connsiteX654" fmla="*/ 76581 w 552450"/>
                <a:gd name="connsiteY654" fmla="*/ 143827 h 495300"/>
                <a:gd name="connsiteX655" fmla="*/ 76962 w 552450"/>
                <a:gd name="connsiteY655" fmla="*/ 143446 h 495300"/>
                <a:gd name="connsiteX656" fmla="*/ 79057 w 552450"/>
                <a:gd name="connsiteY656" fmla="*/ 141827 h 495300"/>
                <a:gd name="connsiteX657" fmla="*/ 80105 w 552450"/>
                <a:gd name="connsiteY657" fmla="*/ 140684 h 495300"/>
                <a:gd name="connsiteX658" fmla="*/ 80296 w 552450"/>
                <a:gd name="connsiteY658" fmla="*/ 140017 h 495300"/>
                <a:gd name="connsiteX659" fmla="*/ 80200 w 552450"/>
                <a:gd name="connsiteY659" fmla="*/ 139255 h 495300"/>
                <a:gd name="connsiteX660" fmla="*/ 79438 w 552450"/>
                <a:gd name="connsiteY660" fmla="*/ 138017 h 495300"/>
                <a:gd name="connsiteX661" fmla="*/ 78867 w 552450"/>
                <a:gd name="connsiteY661" fmla="*/ 137446 h 495300"/>
                <a:gd name="connsiteX662" fmla="*/ 78200 w 552450"/>
                <a:gd name="connsiteY662" fmla="*/ 137065 h 495300"/>
                <a:gd name="connsiteX663" fmla="*/ 73438 w 552450"/>
                <a:gd name="connsiteY663" fmla="*/ 135731 h 495300"/>
                <a:gd name="connsiteX664" fmla="*/ 66675 w 552450"/>
                <a:gd name="connsiteY664" fmla="*/ 135064 h 495300"/>
                <a:gd name="connsiteX665" fmla="*/ 65246 w 552450"/>
                <a:gd name="connsiteY665" fmla="*/ 134684 h 495300"/>
                <a:gd name="connsiteX666" fmla="*/ 63913 w 552450"/>
                <a:gd name="connsiteY666" fmla="*/ 134207 h 495300"/>
                <a:gd name="connsiteX667" fmla="*/ 63246 w 552450"/>
                <a:gd name="connsiteY667" fmla="*/ 133731 h 495300"/>
                <a:gd name="connsiteX668" fmla="*/ 62865 w 552450"/>
                <a:gd name="connsiteY668" fmla="*/ 133159 h 495300"/>
                <a:gd name="connsiteX669" fmla="*/ 62674 w 552450"/>
                <a:gd name="connsiteY669" fmla="*/ 132588 h 495300"/>
                <a:gd name="connsiteX670" fmla="*/ 62484 w 552450"/>
                <a:gd name="connsiteY670" fmla="*/ 130588 h 495300"/>
                <a:gd name="connsiteX671" fmla="*/ 62389 w 552450"/>
                <a:gd name="connsiteY671" fmla="*/ 129921 h 495300"/>
                <a:gd name="connsiteX672" fmla="*/ 62198 w 552450"/>
                <a:gd name="connsiteY672" fmla="*/ 129349 h 495300"/>
                <a:gd name="connsiteX673" fmla="*/ 62008 w 552450"/>
                <a:gd name="connsiteY673" fmla="*/ 128778 h 495300"/>
                <a:gd name="connsiteX674" fmla="*/ 61722 w 552450"/>
                <a:gd name="connsiteY674" fmla="*/ 128206 h 495300"/>
                <a:gd name="connsiteX675" fmla="*/ 59722 w 552450"/>
                <a:gd name="connsiteY675" fmla="*/ 125920 h 495300"/>
                <a:gd name="connsiteX676" fmla="*/ 59436 w 552450"/>
                <a:gd name="connsiteY676" fmla="*/ 125444 h 495300"/>
                <a:gd name="connsiteX677" fmla="*/ 59246 w 552450"/>
                <a:gd name="connsiteY677" fmla="*/ 124873 h 495300"/>
                <a:gd name="connsiteX678" fmla="*/ 59246 w 552450"/>
                <a:gd name="connsiteY678" fmla="*/ 124301 h 495300"/>
                <a:gd name="connsiteX679" fmla="*/ 59531 w 552450"/>
                <a:gd name="connsiteY679" fmla="*/ 123063 h 495300"/>
                <a:gd name="connsiteX680" fmla="*/ 59436 w 552450"/>
                <a:gd name="connsiteY680" fmla="*/ 122301 h 495300"/>
                <a:gd name="connsiteX681" fmla="*/ 58769 w 552450"/>
                <a:gd name="connsiteY681" fmla="*/ 121158 h 495300"/>
                <a:gd name="connsiteX682" fmla="*/ 57245 w 552450"/>
                <a:gd name="connsiteY682" fmla="*/ 119443 h 495300"/>
                <a:gd name="connsiteX683" fmla="*/ 54959 w 552450"/>
                <a:gd name="connsiteY683" fmla="*/ 117538 h 495300"/>
                <a:gd name="connsiteX684" fmla="*/ 53816 w 552450"/>
                <a:gd name="connsiteY684" fmla="*/ 116967 h 495300"/>
                <a:gd name="connsiteX685" fmla="*/ 53149 w 552450"/>
                <a:gd name="connsiteY685" fmla="*/ 116967 h 495300"/>
                <a:gd name="connsiteX686" fmla="*/ 52864 w 552450"/>
                <a:gd name="connsiteY686" fmla="*/ 117443 h 495300"/>
                <a:gd name="connsiteX687" fmla="*/ 52768 w 552450"/>
                <a:gd name="connsiteY687" fmla="*/ 117538 h 495300"/>
                <a:gd name="connsiteX688" fmla="*/ 52673 w 552450"/>
                <a:gd name="connsiteY688" fmla="*/ 117634 h 495300"/>
                <a:gd name="connsiteX689" fmla="*/ 52292 w 552450"/>
                <a:gd name="connsiteY689" fmla="*/ 118491 h 495300"/>
                <a:gd name="connsiteX690" fmla="*/ 51340 w 552450"/>
                <a:gd name="connsiteY690" fmla="*/ 121539 h 495300"/>
                <a:gd name="connsiteX691" fmla="*/ 50006 w 552450"/>
                <a:gd name="connsiteY691" fmla="*/ 123730 h 495300"/>
                <a:gd name="connsiteX692" fmla="*/ 49435 w 552450"/>
                <a:gd name="connsiteY692" fmla="*/ 124396 h 495300"/>
                <a:gd name="connsiteX693" fmla="*/ 48196 w 552450"/>
                <a:gd name="connsiteY693" fmla="*/ 125349 h 495300"/>
                <a:gd name="connsiteX694" fmla="*/ 48006 w 552450"/>
                <a:gd name="connsiteY694" fmla="*/ 125444 h 495300"/>
                <a:gd name="connsiteX695" fmla="*/ 46577 w 552450"/>
                <a:gd name="connsiteY695" fmla="*/ 125349 h 495300"/>
                <a:gd name="connsiteX696" fmla="*/ 46482 w 552450"/>
                <a:gd name="connsiteY696" fmla="*/ 125349 h 495300"/>
                <a:gd name="connsiteX697" fmla="*/ 46196 w 552450"/>
                <a:gd name="connsiteY697" fmla="*/ 125444 h 495300"/>
                <a:gd name="connsiteX698" fmla="*/ 46006 w 552450"/>
                <a:gd name="connsiteY698" fmla="*/ 125635 h 495300"/>
                <a:gd name="connsiteX699" fmla="*/ 45625 w 552450"/>
                <a:gd name="connsiteY699" fmla="*/ 126111 h 495300"/>
                <a:gd name="connsiteX700" fmla="*/ 45339 w 552450"/>
                <a:gd name="connsiteY700" fmla="*/ 126397 h 495300"/>
                <a:gd name="connsiteX701" fmla="*/ 44577 w 552450"/>
                <a:gd name="connsiteY701" fmla="*/ 126873 h 495300"/>
                <a:gd name="connsiteX702" fmla="*/ 44101 w 552450"/>
                <a:gd name="connsiteY702" fmla="*/ 127063 h 495300"/>
                <a:gd name="connsiteX703" fmla="*/ 43243 w 552450"/>
                <a:gd name="connsiteY703" fmla="*/ 127254 h 495300"/>
                <a:gd name="connsiteX704" fmla="*/ 42958 w 552450"/>
                <a:gd name="connsiteY704" fmla="*/ 127254 h 495300"/>
                <a:gd name="connsiteX705" fmla="*/ 42291 w 552450"/>
                <a:gd name="connsiteY705" fmla="*/ 127254 h 495300"/>
                <a:gd name="connsiteX706" fmla="*/ 40672 w 552450"/>
                <a:gd name="connsiteY706" fmla="*/ 127444 h 495300"/>
                <a:gd name="connsiteX707" fmla="*/ 40291 w 552450"/>
                <a:gd name="connsiteY707" fmla="*/ 127540 h 495300"/>
                <a:gd name="connsiteX708" fmla="*/ 39814 w 552450"/>
                <a:gd name="connsiteY708" fmla="*/ 127825 h 495300"/>
                <a:gd name="connsiteX709" fmla="*/ 39148 w 552450"/>
                <a:gd name="connsiteY709" fmla="*/ 128397 h 495300"/>
                <a:gd name="connsiteX710" fmla="*/ 37624 w 552450"/>
                <a:gd name="connsiteY710" fmla="*/ 130207 h 495300"/>
                <a:gd name="connsiteX711" fmla="*/ 36290 w 552450"/>
                <a:gd name="connsiteY711" fmla="*/ 131445 h 495300"/>
                <a:gd name="connsiteX712" fmla="*/ 35052 w 552450"/>
                <a:gd name="connsiteY712" fmla="*/ 133064 h 495300"/>
                <a:gd name="connsiteX713" fmla="*/ 33814 w 552450"/>
                <a:gd name="connsiteY713" fmla="*/ 134493 h 495300"/>
                <a:gd name="connsiteX714" fmla="*/ 33718 w 552450"/>
                <a:gd name="connsiteY714" fmla="*/ 134684 h 495300"/>
                <a:gd name="connsiteX715" fmla="*/ 33528 w 552450"/>
                <a:gd name="connsiteY715" fmla="*/ 135064 h 495300"/>
                <a:gd name="connsiteX716" fmla="*/ 32385 w 552450"/>
                <a:gd name="connsiteY716" fmla="*/ 137065 h 495300"/>
                <a:gd name="connsiteX717" fmla="*/ 32195 w 552450"/>
                <a:gd name="connsiteY717" fmla="*/ 137636 h 495300"/>
                <a:gd name="connsiteX718" fmla="*/ 32004 w 552450"/>
                <a:gd name="connsiteY718" fmla="*/ 138303 h 495300"/>
                <a:gd name="connsiteX719" fmla="*/ 31909 w 552450"/>
                <a:gd name="connsiteY719" fmla="*/ 138970 h 495300"/>
                <a:gd name="connsiteX720" fmla="*/ 31909 w 552450"/>
                <a:gd name="connsiteY720" fmla="*/ 139541 h 495300"/>
                <a:gd name="connsiteX721" fmla="*/ 32099 w 552450"/>
                <a:gd name="connsiteY721" fmla="*/ 140017 h 495300"/>
                <a:gd name="connsiteX722" fmla="*/ 32480 w 552450"/>
                <a:gd name="connsiteY722" fmla="*/ 140398 h 495300"/>
                <a:gd name="connsiteX723" fmla="*/ 33338 w 552450"/>
                <a:gd name="connsiteY723" fmla="*/ 141065 h 495300"/>
                <a:gd name="connsiteX724" fmla="*/ 37147 w 552450"/>
                <a:gd name="connsiteY724" fmla="*/ 146113 h 495300"/>
                <a:gd name="connsiteX725" fmla="*/ 37529 w 552450"/>
                <a:gd name="connsiteY725" fmla="*/ 146494 h 495300"/>
                <a:gd name="connsiteX726" fmla="*/ 38005 w 552450"/>
                <a:gd name="connsiteY726" fmla="*/ 146780 h 495300"/>
                <a:gd name="connsiteX727" fmla="*/ 40291 w 552450"/>
                <a:gd name="connsiteY727" fmla="*/ 147733 h 495300"/>
                <a:gd name="connsiteX728" fmla="*/ 40767 w 552450"/>
                <a:gd name="connsiteY728" fmla="*/ 148018 h 495300"/>
                <a:gd name="connsiteX729" fmla="*/ 41148 w 552450"/>
                <a:gd name="connsiteY729" fmla="*/ 148399 h 495300"/>
                <a:gd name="connsiteX730" fmla="*/ 41529 w 552450"/>
                <a:gd name="connsiteY730" fmla="*/ 148780 h 495300"/>
                <a:gd name="connsiteX731" fmla="*/ 41815 w 552450"/>
                <a:gd name="connsiteY731" fmla="*/ 149257 h 495300"/>
                <a:gd name="connsiteX732" fmla="*/ 42005 w 552450"/>
                <a:gd name="connsiteY732" fmla="*/ 149733 h 495300"/>
                <a:gd name="connsiteX733" fmla="*/ 42291 w 552450"/>
                <a:gd name="connsiteY733" fmla="*/ 150876 h 495300"/>
                <a:gd name="connsiteX734" fmla="*/ 42386 w 552450"/>
                <a:gd name="connsiteY734" fmla="*/ 152876 h 495300"/>
                <a:gd name="connsiteX735" fmla="*/ 42291 w 552450"/>
                <a:gd name="connsiteY735" fmla="*/ 154114 h 495300"/>
                <a:gd name="connsiteX736" fmla="*/ 42100 w 552450"/>
                <a:gd name="connsiteY736" fmla="*/ 155543 h 495300"/>
                <a:gd name="connsiteX737" fmla="*/ 41720 w 552450"/>
                <a:gd name="connsiteY737" fmla="*/ 156877 h 495300"/>
                <a:gd name="connsiteX738" fmla="*/ 41338 w 552450"/>
                <a:gd name="connsiteY738" fmla="*/ 157924 h 495300"/>
                <a:gd name="connsiteX739" fmla="*/ 39910 w 552450"/>
                <a:gd name="connsiteY739" fmla="*/ 160306 h 495300"/>
                <a:gd name="connsiteX740" fmla="*/ 38862 w 552450"/>
                <a:gd name="connsiteY740" fmla="*/ 161639 h 495300"/>
                <a:gd name="connsiteX741" fmla="*/ 38576 w 552450"/>
                <a:gd name="connsiteY741" fmla="*/ 162115 h 495300"/>
                <a:gd name="connsiteX742" fmla="*/ 38290 w 552450"/>
                <a:gd name="connsiteY742" fmla="*/ 162592 h 495300"/>
                <a:gd name="connsiteX743" fmla="*/ 38100 w 552450"/>
                <a:gd name="connsiteY743" fmla="*/ 163163 h 495300"/>
                <a:gd name="connsiteX744" fmla="*/ 38005 w 552450"/>
                <a:gd name="connsiteY744" fmla="*/ 163830 h 495300"/>
                <a:gd name="connsiteX745" fmla="*/ 38005 w 552450"/>
                <a:gd name="connsiteY745" fmla="*/ 164497 h 495300"/>
                <a:gd name="connsiteX746" fmla="*/ 38100 w 552450"/>
                <a:gd name="connsiteY746" fmla="*/ 165068 h 495300"/>
                <a:gd name="connsiteX747" fmla="*/ 38290 w 552450"/>
                <a:gd name="connsiteY747" fmla="*/ 165640 h 495300"/>
                <a:gd name="connsiteX748" fmla="*/ 38386 w 552450"/>
                <a:gd name="connsiteY748" fmla="*/ 166211 h 495300"/>
                <a:gd name="connsiteX749" fmla="*/ 38576 w 552450"/>
                <a:gd name="connsiteY749" fmla="*/ 170688 h 495300"/>
                <a:gd name="connsiteX750" fmla="*/ 38862 w 552450"/>
                <a:gd name="connsiteY750" fmla="*/ 173069 h 495300"/>
                <a:gd name="connsiteX751" fmla="*/ 38862 w 552450"/>
                <a:gd name="connsiteY751" fmla="*/ 173736 h 495300"/>
                <a:gd name="connsiteX752" fmla="*/ 38671 w 552450"/>
                <a:gd name="connsiteY752" fmla="*/ 174403 h 495300"/>
                <a:gd name="connsiteX753" fmla="*/ 38386 w 552450"/>
                <a:gd name="connsiteY753" fmla="*/ 175069 h 495300"/>
                <a:gd name="connsiteX754" fmla="*/ 37147 w 552450"/>
                <a:gd name="connsiteY754" fmla="*/ 176403 h 495300"/>
                <a:gd name="connsiteX755" fmla="*/ 36957 w 552450"/>
                <a:gd name="connsiteY755" fmla="*/ 176593 h 495300"/>
                <a:gd name="connsiteX756" fmla="*/ 36862 w 552450"/>
                <a:gd name="connsiteY756" fmla="*/ 176784 h 495300"/>
                <a:gd name="connsiteX757" fmla="*/ 36766 w 552450"/>
                <a:gd name="connsiteY757" fmla="*/ 177070 h 495300"/>
                <a:gd name="connsiteX758" fmla="*/ 36766 w 552450"/>
                <a:gd name="connsiteY758" fmla="*/ 177546 h 495300"/>
                <a:gd name="connsiteX759" fmla="*/ 36862 w 552450"/>
                <a:gd name="connsiteY759" fmla="*/ 179356 h 495300"/>
                <a:gd name="connsiteX760" fmla="*/ 36862 w 552450"/>
                <a:gd name="connsiteY760" fmla="*/ 180022 h 495300"/>
                <a:gd name="connsiteX761" fmla="*/ 36576 w 552450"/>
                <a:gd name="connsiteY761" fmla="*/ 181165 h 495300"/>
                <a:gd name="connsiteX762" fmla="*/ 36290 w 552450"/>
                <a:gd name="connsiteY762" fmla="*/ 181832 h 495300"/>
                <a:gd name="connsiteX763" fmla="*/ 36195 w 552450"/>
                <a:gd name="connsiteY763" fmla="*/ 182213 h 495300"/>
                <a:gd name="connsiteX764" fmla="*/ 36195 w 552450"/>
                <a:gd name="connsiteY764" fmla="*/ 182689 h 495300"/>
                <a:gd name="connsiteX765" fmla="*/ 36195 w 552450"/>
                <a:gd name="connsiteY765" fmla="*/ 183261 h 495300"/>
                <a:gd name="connsiteX766" fmla="*/ 36290 w 552450"/>
                <a:gd name="connsiteY766" fmla="*/ 183832 h 495300"/>
                <a:gd name="connsiteX767" fmla="*/ 36385 w 552450"/>
                <a:gd name="connsiteY767" fmla="*/ 184404 h 495300"/>
                <a:gd name="connsiteX768" fmla="*/ 36481 w 552450"/>
                <a:gd name="connsiteY768" fmla="*/ 184880 h 495300"/>
                <a:gd name="connsiteX769" fmla="*/ 36576 w 552450"/>
                <a:gd name="connsiteY769" fmla="*/ 185356 h 495300"/>
                <a:gd name="connsiteX770" fmla="*/ 36576 w 552450"/>
                <a:gd name="connsiteY770" fmla="*/ 185642 h 495300"/>
                <a:gd name="connsiteX771" fmla="*/ 36385 w 552450"/>
                <a:gd name="connsiteY771" fmla="*/ 186595 h 495300"/>
                <a:gd name="connsiteX772" fmla="*/ 36385 w 552450"/>
                <a:gd name="connsiteY772" fmla="*/ 186976 h 495300"/>
                <a:gd name="connsiteX773" fmla="*/ 36481 w 552450"/>
                <a:gd name="connsiteY773" fmla="*/ 187452 h 495300"/>
                <a:gd name="connsiteX774" fmla="*/ 36862 w 552450"/>
                <a:gd name="connsiteY774" fmla="*/ 188976 h 495300"/>
                <a:gd name="connsiteX775" fmla="*/ 36862 w 552450"/>
                <a:gd name="connsiteY775" fmla="*/ 189547 h 495300"/>
                <a:gd name="connsiteX776" fmla="*/ 36766 w 552450"/>
                <a:gd name="connsiteY776" fmla="*/ 190976 h 495300"/>
                <a:gd name="connsiteX777" fmla="*/ 36862 w 552450"/>
                <a:gd name="connsiteY777" fmla="*/ 192214 h 495300"/>
                <a:gd name="connsiteX778" fmla="*/ 37338 w 552450"/>
                <a:gd name="connsiteY778" fmla="*/ 195072 h 495300"/>
                <a:gd name="connsiteX779" fmla="*/ 37338 w 552450"/>
                <a:gd name="connsiteY779" fmla="*/ 195548 h 495300"/>
                <a:gd name="connsiteX780" fmla="*/ 37338 w 552450"/>
                <a:gd name="connsiteY780" fmla="*/ 195739 h 495300"/>
                <a:gd name="connsiteX781" fmla="*/ 37433 w 552450"/>
                <a:gd name="connsiteY781" fmla="*/ 195929 h 495300"/>
                <a:gd name="connsiteX782" fmla="*/ 39814 w 552450"/>
                <a:gd name="connsiteY782" fmla="*/ 199168 h 495300"/>
                <a:gd name="connsiteX783" fmla="*/ 40291 w 552450"/>
                <a:gd name="connsiteY783" fmla="*/ 200120 h 495300"/>
                <a:gd name="connsiteX784" fmla="*/ 40672 w 552450"/>
                <a:gd name="connsiteY784" fmla="*/ 201168 h 495300"/>
                <a:gd name="connsiteX785" fmla="*/ 42672 w 552450"/>
                <a:gd name="connsiteY785" fmla="*/ 210598 h 495300"/>
                <a:gd name="connsiteX786" fmla="*/ 43339 w 552450"/>
                <a:gd name="connsiteY786" fmla="*/ 215646 h 495300"/>
                <a:gd name="connsiteX787" fmla="*/ 43434 w 552450"/>
                <a:gd name="connsiteY787" fmla="*/ 216979 h 495300"/>
                <a:gd name="connsiteX788" fmla="*/ 43243 w 552450"/>
                <a:gd name="connsiteY788" fmla="*/ 219837 h 495300"/>
                <a:gd name="connsiteX789" fmla="*/ 43053 w 552450"/>
                <a:gd name="connsiteY789" fmla="*/ 221170 h 495300"/>
                <a:gd name="connsiteX790" fmla="*/ 42767 w 552450"/>
                <a:gd name="connsiteY790" fmla="*/ 222409 h 495300"/>
                <a:gd name="connsiteX791" fmla="*/ 41910 w 552450"/>
                <a:gd name="connsiteY791" fmla="*/ 224599 h 495300"/>
                <a:gd name="connsiteX792" fmla="*/ 41148 w 552450"/>
                <a:gd name="connsiteY792" fmla="*/ 226028 h 495300"/>
                <a:gd name="connsiteX793" fmla="*/ 30671 w 552450"/>
                <a:gd name="connsiteY793" fmla="*/ 236791 h 495300"/>
                <a:gd name="connsiteX794" fmla="*/ 29432 w 552450"/>
                <a:gd name="connsiteY794" fmla="*/ 241078 h 495300"/>
                <a:gd name="connsiteX795" fmla="*/ 28004 w 552450"/>
                <a:gd name="connsiteY795" fmla="*/ 243840 h 495300"/>
                <a:gd name="connsiteX796" fmla="*/ 25337 w 552450"/>
                <a:gd name="connsiteY796" fmla="*/ 247078 h 495300"/>
                <a:gd name="connsiteX797" fmla="*/ 24384 w 552450"/>
                <a:gd name="connsiteY797" fmla="*/ 247840 h 495300"/>
                <a:gd name="connsiteX798" fmla="*/ 22098 w 552450"/>
                <a:gd name="connsiteY798" fmla="*/ 249174 h 495300"/>
                <a:gd name="connsiteX799" fmla="*/ 20193 w 552450"/>
                <a:gd name="connsiteY799" fmla="*/ 250698 h 495300"/>
                <a:gd name="connsiteX800" fmla="*/ 17716 w 552450"/>
                <a:gd name="connsiteY800" fmla="*/ 253365 h 495300"/>
                <a:gd name="connsiteX801" fmla="*/ 16002 w 552450"/>
                <a:gd name="connsiteY801" fmla="*/ 255651 h 495300"/>
                <a:gd name="connsiteX802" fmla="*/ 14573 w 552450"/>
                <a:gd name="connsiteY802" fmla="*/ 256699 h 495300"/>
                <a:gd name="connsiteX803" fmla="*/ 13240 w 552450"/>
                <a:gd name="connsiteY803" fmla="*/ 257175 h 495300"/>
                <a:gd name="connsiteX804" fmla="*/ 12192 w 552450"/>
                <a:gd name="connsiteY804" fmla="*/ 257175 h 495300"/>
                <a:gd name="connsiteX805" fmla="*/ 10954 w 552450"/>
                <a:gd name="connsiteY805" fmla="*/ 257365 h 495300"/>
                <a:gd name="connsiteX806" fmla="*/ 9334 w 552450"/>
                <a:gd name="connsiteY806" fmla="*/ 257842 h 495300"/>
                <a:gd name="connsiteX807" fmla="*/ 7144 w 552450"/>
                <a:gd name="connsiteY807" fmla="*/ 259366 h 495300"/>
                <a:gd name="connsiteX808" fmla="*/ 6382 w 552450"/>
                <a:gd name="connsiteY808" fmla="*/ 260794 h 495300"/>
                <a:gd name="connsiteX809" fmla="*/ 6477 w 552450"/>
                <a:gd name="connsiteY809" fmla="*/ 262604 h 495300"/>
                <a:gd name="connsiteX810" fmla="*/ 7334 w 552450"/>
                <a:gd name="connsiteY810" fmla="*/ 263461 h 495300"/>
                <a:gd name="connsiteX811" fmla="*/ 8477 w 552450"/>
                <a:gd name="connsiteY811" fmla="*/ 263938 h 495300"/>
                <a:gd name="connsiteX812" fmla="*/ 9906 w 552450"/>
                <a:gd name="connsiteY812" fmla="*/ 264319 h 495300"/>
                <a:gd name="connsiteX813" fmla="*/ 11144 w 552450"/>
                <a:gd name="connsiteY813" fmla="*/ 264795 h 495300"/>
                <a:gd name="connsiteX814" fmla="*/ 12478 w 552450"/>
                <a:gd name="connsiteY814" fmla="*/ 265557 h 495300"/>
                <a:gd name="connsiteX815" fmla="*/ 12668 w 552450"/>
                <a:gd name="connsiteY815" fmla="*/ 265747 h 495300"/>
                <a:gd name="connsiteX816" fmla="*/ 12859 w 552450"/>
                <a:gd name="connsiteY816" fmla="*/ 265938 h 495300"/>
                <a:gd name="connsiteX817" fmla="*/ 13049 w 552450"/>
                <a:gd name="connsiteY817" fmla="*/ 266319 h 495300"/>
                <a:gd name="connsiteX818" fmla="*/ 13145 w 552450"/>
                <a:gd name="connsiteY818" fmla="*/ 266986 h 495300"/>
                <a:gd name="connsiteX819" fmla="*/ 13049 w 552450"/>
                <a:gd name="connsiteY819" fmla="*/ 268319 h 495300"/>
                <a:gd name="connsiteX820" fmla="*/ 12763 w 552450"/>
                <a:gd name="connsiteY820" fmla="*/ 269081 h 495300"/>
                <a:gd name="connsiteX821" fmla="*/ 12478 w 552450"/>
                <a:gd name="connsiteY821" fmla="*/ 269557 h 495300"/>
                <a:gd name="connsiteX822" fmla="*/ 11430 w 552450"/>
                <a:gd name="connsiteY822" fmla="*/ 270319 h 495300"/>
                <a:gd name="connsiteX823" fmla="*/ 10573 w 552450"/>
                <a:gd name="connsiteY823" fmla="*/ 270605 h 495300"/>
                <a:gd name="connsiteX824" fmla="*/ 9525 w 552450"/>
                <a:gd name="connsiteY824" fmla="*/ 270700 h 495300"/>
                <a:gd name="connsiteX825" fmla="*/ 8287 w 552450"/>
                <a:gd name="connsiteY825" fmla="*/ 270415 h 495300"/>
                <a:gd name="connsiteX826" fmla="*/ 6191 w 552450"/>
                <a:gd name="connsiteY826" fmla="*/ 269462 h 495300"/>
                <a:gd name="connsiteX827" fmla="*/ 5429 w 552450"/>
                <a:gd name="connsiteY827" fmla="*/ 269462 h 495300"/>
                <a:gd name="connsiteX828" fmla="*/ 4381 w 552450"/>
                <a:gd name="connsiteY828" fmla="*/ 270224 h 495300"/>
                <a:gd name="connsiteX829" fmla="*/ 3715 w 552450"/>
                <a:gd name="connsiteY829" fmla="*/ 273844 h 495300"/>
                <a:gd name="connsiteX830" fmla="*/ 2381 w 552450"/>
                <a:gd name="connsiteY830" fmla="*/ 276987 h 495300"/>
                <a:gd name="connsiteX831" fmla="*/ 857 w 552450"/>
                <a:gd name="connsiteY831" fmla="*/ 279463 h 495300"/>
                <a:gd name="connsiteX832" fmla="*/ 571 w 552450"/>
                <a:gd name="connsiteY832" fmla="*/ 280035 h 495300"/>
                <a:gd name="connsiteX833" fmla="*/ 286 w 552450"/>
                <a:gd name="connsiteY833" fmla="*/ 280702 h 495300"/>
                <a:gd name="connsiteX834" fmla="*/ 95 w 552450"/>
                <a:gd name="connsiteY834" fmla="*/ 281654 h 495300"/>
                <a:gd name="connsiteX835" fmla="*/ 0 w 552450"/>
                <a:gd name="connsiteY835" fmla="*/ 282416 h 495300"/>
                <a:gd name="connsiteX836" fmla="*/ 0 w 552450"/>
                <a:gd name="connsiteY836" fmla="*/ 283083 h 495300"/>
                <a:gd name="connsiteX837" fmla="*/ 95 w 552450"/>
                <a:gd name="connsiteY837" fmla="*/ 283655 h 495300"/>
                <a:gd name="connsiteX838" fmla="*/ 286 w 552450"/>
                <a:gd name="connsiteY838" fmla="*/ 284131 h 495300"/>
                <a:gd name="connsiteX839" fmla="*/ 571 w 552450"/>
                <a:gd name="connsiteY839" fmla="*/ 284607 h 495300"/>
                <a:gd name="connsiteX840" fmla="*/ 15526 w 552450"/>
                <a:gd name="connsiteY840" fmla="*/ 301180 h 495300"/>
                <a:gd name="connsiteX841" fmla="*/ 16288 w 552450"/>
                <a:gd name="connsiteY841" fmla="*/ 301847 h 495300"/>
                <a:gd name="connsiteX842" fmla="*/ 16764 w 552450"/>
                <a:gd name="connsiteY842" fmla="*/ 302133 h 495300"/>
                <a:gd name="connsiteX843" fmla="*/ 17145 w 552450"/>
                <a:gd name="connsiteY843" fmla="*/ 302323 h 495300"/>
                <a:gd name="connsiteX844" fmla="*/ 17621 w 552450"/>
                <a:gd name="connsiteY844" fmla="*/ 302323 h 495300"/>
                <a:gd name="connsiteX845" fmla="*/ 18097 w 552450"/>
                <a:gd name="connsiteY845" fmla="*/ 302133 h 495300"/>
                <a:gd name="connsiteX846" fmla="*/ 19050 w 552450"/>
                <a:gd name="connsiteY846" fmla="*/ 301752 h 495300"/>
                <a:gd name="connsiteX847" fmla="*/ 21146 w 552450"/>
                <a:gd name="connsiteY847" fmla="*/ 301085 h 495300"/>
                <a:gd name="connsiteX848" fmla="*/ 21622 w 552450"/>
                <a:gd name="connsiteY848" fmla="*/ 300895 h 495300"/>
                <a:gd name="connsiteX849" fmla="*/ 22003 w 552450"/>
                <a:gd name="connsiteY849" fmla="*/ 300609 h 495300"/>
                <a:gd name="connsiteX850" fmla="*/ 24479 w 552450"/>
                <a:gd name="connsiteY850" fmla="*/ 297751 h 495300"/>
                <a:gd name="connsiteX851" fmla="*/ 25337 w 552450"/>
                <a:gd name="connsiteY851" fmla="*/ 297180 h 495300"/>
                <a:gd name="connsiteX852" fmla="*/ 25813 w 552450"/>
                <a:gd name="connsiteY852" fmla="*/ 296989 h 495300"/>
                <a:gd name="connsiteX853" fmla="*/ 26289 w 552450"/>
                <a:gd name="connsiteY853" fmla="*/ 296799 h 495300"/>
                <a:gd name="connsiteX854" fmla="*/ 26860 w 552450"/>
                <a:gd name="connsiteY854" fmla="*/ 296894 h 495300"/>
                <a:gd name="connsiteX855" fmla="*/ 27432 w 552450"/>
                <a:gd name="connsiteY855" fmla="*/ 297275 h 495300"/>
                <a:gd name="connsiteX856" fmla="*/ 27813 w 552450"/>
                <a:gd name="connsiteY856" fmla="*/ 298132 h 495300"/>
                <a:gd name="connsiteX857" fmla="*/ 27908 w 552450"/>
                <a:gd name="connsiteY857" fmla="*/ 298894 h 495300"/>
                <a:gd name="connsiteX858" fmla="*/ 27813 w 552450"/>
                <a:gd name="connsiteY858" fmla="*/ 299656 h 495300"/>
                <a:gd name="connsiteX859" fmla="*/ 27051 w 552450"/>
                <a:gd name="connsiteY859" fmla="*/ 303466 h 495300"/>
                <a:gd name="connsiteX860" fmla="*/ 27051 w 552450"/>
                <a:gd name="connsiteY860" fmla="*/ 304324 h 495300"/>
                <a:gd name="connsiteX861" fmla="*/ 27337 w 552450"/>
                <a:gd name="connsiteY861" fmla="*/ 305657 h 495300"/>
                <a:gd name="connsiteX862" fmla="*/ 30099 w 552450"/>
                <a:gd name="connsiteY862" fmla="*/ 310229 h 495300"/>
                <a:gd name="connsiteX863" fmla="*/ 31337 w 552450"/>
                <a:gd name="connsiteY863" fmla="*/ 311944 h 495300"/>
                <a:gd name="connsiteX864" fmla="*/ 32861 w 552450"/>
                <a:gd name="connsiteY864" fmla="*/ 312706 h 495300"/>
                <a:gd name="connsiteX865" fmla="*/ 34004 w 552450"/>
                <a:gd name="connsiteY865" fmla="*/ 313087 h 495300"/>
                <a:gd name="connsiteX866" fmla="*/ 34671 w 552450"/>
                <a:gd name="connsiteY866" fmla="*/ 313563 h 495300"/>
                <a:gd name="connsiteX867" fmla="*/ 35719 w 552450"/>
                <a:gd name="connsiteY867" fmla="*/ 314896 h 495300"/>
                <a:gd name="connsiteX868" fmla="*/ 36385 w 552450"/>
                <a:gd name="connsiteY868" fmla="*/ 315087 h 495300"/>
                <a:gd name="connsiteX869" fmla="*/ 38386 w 552450"/>
                <a:gd name="connsiteY869" fmla="*/ 314611 h 495300"/>
                <a:gd name="connsiteX870" fmla="*/ 49339 w 552450"/>
                <a:gd name="connsiteY870" fmla="*/ 314706 h 495300"/>
                <a:gd name="connsiteX871" fmla="*/ 54483 w 552450"/>
                <a:gd name="connsiteY871" fmla="*/ 313468 h 495300"/>
                <a:gd name="connsiteX872" fmla="*/ 56293 w 552450"/>
                <a:gd name="connsiteY872" fmla="*/ 313372 h 495300"/>
                <a:gd name="connsiteX873" fmla="*/ 57340 w 552450"/>
                <a:gd name="connsiteY873" fmla="*/ 313944 h 495300"/>
                <a:gd name="connsiteX874" fmla="*/ 57817 w 552450"/>
                <a:gd name="connsiteY874" fmla="*/ 314801 h 495300"/>
                <a:gd name="connsiteX875" fmla="*/ 57912 w 552450"/>
                <a:gd name="connsiteY875" fmla="*/ 315563 h 495300"/>
                <a:gd name="connsiteX876" fmla="*/ 58007 w 552450"/>
                <a:gd name="connsiteY876" fmla="*/ 316135 h 495300"/>
                <a:gd name="connsiteX877" fmla="*/ 58293 w 552450"/>
                <a:gd name="connsiteY877" fmla="*/ 316897 h 495300"/>
                <a:gd name="connsiteX878" fmla="*/ 59531 w 552450"/>
                <a:gd name="connsiteY878" fmla="*/ 318611 h 495300"/>
                <a:gd name="connsiteX879" fmla="*/ 60007 w 552450"/>
                <a:gd name="connsiteY879" fmla="*/ 319659 h 495300"/>
                <a:gd name="connsiteX880" fmla="*/ 60198 w 552450"/>
                <a:gd name="connsiteY880" fmla="*/ 320611 h 495300"/>
                <a:gd name="connsiteX881" fmla="*/ 60103 w 552450"/>
                <a:gd name="connsiteY881" fmla="*/ 321659 h 495300"/>
                <a:gd name="connsiteX882" fmla="*/ 59626 w 552450"/>
                <a:gd name="connsiteY882" fmla="*/ 323755 h 495300"/>
                <a:gd name="connsiteX883" fmla="*/ 59531 w 552450"/>
                <a:gd name="connsiteY883" fmla="*/ 324517 h 495300"/>
                <a:gd name="connsiteX884" fmla="*/ 59531 w 552450"/>
                <a:gd name="connsiteY884" fmla="*/ 326326 h 495300"/>
                <a:gd name="connsiteX885" fmla="*/ 59436 w 552450"/>
                <a:gd name="connsiteY885" fmla="*/ 326993 h 495300"/>
                <a:gd name="connsiteX886" fmla="*/ 59246 w 552450"/>
                <a:gd name="connsiteY886" fmla="*/ 327565 h 495300"/>
                <a:gd name="connsiteX887" fmla="*/ 59055 w 552450"/>
                <a:gd name="connsiteY887" fmla="*/ 328136 h 495300"/>
                <a:gd name="connsiteX888" fmla="*/ 58864 w 552450"/>
                <a:gd name="connsiteY888" fmla="*/ 328803 h 495300"/>
                <a:gd name="connsiteX889" fmla="*/ 58579 w 552450"/>
                <a:gd name="connsiteY889" fmla="*/ 330136 h 495300"/>
                <a:gd name="connsiteX890" fmla="*/ 58483 w 552450"/>
                <a:gd name="connsiteY890" fmla="*/ 331470 h 495300"/>
                <a:gd name="connsiteX891" fmla="*/ 58579 w 552450"/>
                <a:gd name="connsiteY891" fmla="*/ 332708 h 495300"/>
                <a:gd name="connsiteX892" fmla="*/ 58864 w 552450"/>
                <a:gd name="connsiteY892" fmla="*/ 333851 h 495300"/>
                <a:gd name="connsiteX893" fmla="*/ 59055 w 552450"/>
                <a:gd name="connsiteY893" fmla="*/ 334423 h 495300"/>
                <a:gd name="connsiteX894" fmla="*/ 59912 w 552450"/>
                <a:gd name="connsiteY894" fmla="*/ 336423 h 495300"/>
                <a:gd name="connsiteX895" fmla="*/ 61341 w 552450"/>
                <a:gd name="connsiteY895" fmla="*/ 338899 h 495300"/>
                <a:gd name="connsiteX896" fmla="*/ 62389 w 552450"/>
                <a:gd name="connsiteY896" fmla="*/ 340423 h 495300"/>
                <a:gd name="connsiteX897" fmla="*/ 62865 w 552450"/>
                <a:gd name="connsiteY897" fmla="*/ 341376 h 495300"/>
                <a:gd name="connsiteX898" fmla="*/ 63055 w 552450"/>
                <a:gd name="connsiteY898" fmla="*/ 341852 h 495300"/>
                <a:gd name="connsiteX899" fmla="*/ 63151 w 552450"/>
                <a:gd name="connsiteY899" fmla="*/ 342424 h 495300"/>
                <a:gd name="connsiteX900" fmla="*/ 62579 w 552450"/>
                <a:gd name="connsiteY900" fmla="*/ 346615 h 495300"/>
                <a:gd name="connsiteX901" fmla="*/ 62484 w 552450"/>
                <a:gd name="connsiteY901" fmla="*/ 347663 h 495300"/>
                <a:gd name="connsiteX902" fmla="*/ 62579 w 552450"/>
                <a:gd name="connsiteY902" fmla="*/ 348139 h 495300"/>
                <a:gd name="connsiteX903" fmla="*/ 62770 w 552450"/>
                <a:gd name="connsiteY903" fmla="*/ 348805 h 495300"/>
                <a:gd name="connsiteX904" fmla="*/ 63246 w 552450"/>
                <a:gd name="connsiteY904" fmla="*/ 348996 h 495300"/>
                <a:gd name="connsiteX905" fmla="*/ 63913 w 552450"/>
                <a:gd name="connsiteY905" fmla="*/ 348901 h 495300"/>
                <a:gd name="connsiteX906" fmla="*/ 65341 w 552450"/>
                <a:gd name="connsiteY906" fmla="*/ 348424 h 495300"/>
                <a:gd name="connsiteX907" fmla="*/ 67246 w 552450"/>
                <a:gd name="connsiteY907" fmla="*/ 348139 h 495300"/>
                <a:gd name="connsiteX908" fmla="*/ 68580 w 552450"/>
                <a:gd name="connsiteY908" fmla="*/ 348139 h 495300"/>
                <a:gd name="connsiteX909" fmla="*/ 69628 w 552450"/>
                <a:gd name="connsiteY909" fmla="*/ 348329 h 495300"/>
                <a:gd name="connsiteX910" fmla="*/ 70485 w 552450"/>
                <a:gd name="connsiteY910" fmla="*/ 348615 h 495300"/>
                <a:gd name="connsiteX911" fmla="*/ 71438 w 552450"/>
                <a:gd name="connsiteY911" fmla="*/ 349186 h 495300"/>
                <a:gd name="connsiteX912" fmla="*/ 71818 w 552450"/>
                <a:gd name="connsiteY912" fmla="*/ 349758 h 495300"/>
                <a:gd name="connsiteX913" fmla="*/ 71914 w 552450"/>
                <a:gd name="connsiteY913" fmla="*/ 350425 h 495300"/>
                <a:gd name="connsiteX914" fmla="*/ 71723 w 552450"/>
                <a:gd name="connsiteY914" fmla="*/ 352520 h 495300"/>
                <a:gd name="connsiteX915" fmla="*/ 71914 w 552450"/>
                <a:gd name="connsiteY915" fmla="*/ 355568 h 495300"/>
                <a:gd name="connsiteX916" fmla="*/ 71818 w 552450"/>
                <a:gd name="connsiteY916" fmla="*/ 356235 h 495300"/>
                <a:gd name="connsiteX917" fmla="*/ 71723 w 552450"/>
                <a:gd name="connsiteY917" fmla="*/ 356902 h 495300"/>
                <a:gd name="connsiteX918" fmla="*/ 71152 w 552450"/>
                <a:gd name="connsiteY918" fmla="*/ 358807 h 495300"/>
                <a:gd name="connsiteX919" fmla="*/ 71056 w 552450"/>
                <a:gd name="connsiteY919" fmla="*/ 359378 h 495300"/>
                <a:gd name="connsiteX920" fmla="*/ 71152 w 552450"/>
                <a:gd name="connsiteY920" fmla="*/ 360140 h 495300"/>
                <a:gd name="connsiteX921" fmla="*/ 71438 w 552450"/>
                <a:gd name="connsiteY921" fmla="*/ 361093 h 495300"/>
                <a:gd name="connsiteX922" fmla="*/ 72295 w 552450"/>
                <a:gd name="connsiteY922" fmla="*/ 362617 h 495300"/>
                <a:gd name="connsiteX923" fmla="*/ 72866 w 552450"/>
                <a:gd name="connsiteY923" fmla="*/ 363379 h 495300"/>
                <a:gd name="connsiteX924" fmla="*/ 73342 w 552450"/>
                <a:gd name="connsiteY924" fmla="*/ 363950 h 495300"/>
                <a:gd name="connsiteX925" fmla="*/ 75438 w 552450"/>
                <a:gd name="connsiteY925" fmla="*/ 365188 h 495300"/>
                <a:gd name="connsiteX926" fmla="*/ 77343 w 552450"/>
                <a:gd name="connsiteY926" fmla="*/ 366713 h 495300"/>
                <a:gd name="connsiteX927" fmla="*/ 77914 w 552450"/>
                <a:gd name="connsiteY927" fmla="*/ 367284 h 495300"/>
                <a:gd name="connsiteX928" fmla="*/ 78391 w 552450"/>
                <a:gd name="connsiteY928" fmla="*/ 367855 h 495300"/>
                <a:gd name="connsiteX929" fmla="*/ 78676 w 552450"/>
                <a:gd name="connsiteY929" fmla="*/ 368236 h 495300"/>
                <a:gd name="connsiteX930" fmla="*/ 79534 w 552450"/>
                <a:gd name="connsiteY930" fmla="*/ 370046 h 495300"/>
                <a:gd name="connsiteX931" fmla="*/ 79629 w 552450"/>
                <a:gd name="connsiteY931" fmla="*/ 370427 h 495300"/>
                <a:gd name="connsiteX932" fmla="*/ 79629 w 552450"/>
                <a:gd name="connsiteY932" fmla="*/ 370522 h 495300"/>
                <a:gd name="connsiteX933" fmla="*/ 79915 w 552450"/>
                <a:gd name="connsiteY933" fmla="*/ 371189 h 495300"/>
                <a:gd name="connsiteX934" fmla="*/ 80105 w 552450"/>
                <a:gd name="connsiteY934" fmla="*/ 371951 h 495300"/>
                <a:gd name="connsiteX935" fmla="*/ 82105 w 552450"/>
                <a:gd name="connsiteY935" fmla="*/ 371094 h 495300"/>
                <a:gd name="connsiteX936" fmla="*/ 85058 w 552450"/>
                <a:gd name="connsiteY936" fmla="*/ 370713 h 495300"/>
                <a:gd name="connsiteX937" fmla="*/ 85058 w 552450"/>
                <a:gd name="connsiteY937" fmla="*/ 369380 h 495300"/>
                <a:gd name="connsiteX938" fmla="*/ 85344 w 552450"/>
                <a:gd name="connsiteY938" fmla="*/ 366808 h 495300"/>
                <a:gd name="connsiteX939" fmla="*/ 88106 w 552450"/>
                <a:gd name="connsiteY939" fmla="*/ 364712 h 495300"/>
                <a:gd name="connsiteX940" fmla="*/ 101537 w 552450"/>
                <a:gd name="connsiteY940" fmla="*/ 360140 h 495300"/>
                <a:gd name="connsiteX941" fmla="*/ 104489 w 552450"/>
                <a:gd name="connsiteY941" fmla="*/ 358997 h 495300"/>
                <a:gd name="connsiteX942" fmla="*/ 106775 w 552450"/>
                <a:gd name="connsiteY942" fmla="*/ 357759 h 495300"/>
                <a:gd name="connsiteX943" fmla="*/ 107251 w 552450"/>
                <a:gd name="connsiteY943" fmla="*/ 357473 h 495300"/>
                <a:gd name="connsiteX944" fmla="*/ 107632 w 552450"/>
                <a:gd name="connsiteY944" fmla="*/ 357378 h 495300"/>
                <a:gd name="connsiteX945" fmla="*/ 110109 w 552450"/>
                <a:gd name="connsiteY945" fmla="*/ 356521 h 495300"/>
                <a:gd name="connsiteX946" fmla="*/ 111823 w 552450"/>
                <a:gd name="connsiteY946" fmla="*/ 355568 h 495300"/>
                <a:gd name="connsiteX947" fmla="*/ 113062 w 552450"/>
                <a:gd name="connsiteY947" fmla="*/ 355282 h 495300"/>
                <a:gd name="connsiteX948" fmla="*/ 115348 w 552450"/>
                <a:gd name="connsiteY948" fmla="*/ 353568 h 495300"/>
                <a:gd name="connsiteX949" fmla="*/ 116872 w 552450"/>
                <a:gd name="connsiteY949" fmla="*/ 351853 h 495300"/>
                <a:gd name="connsiteX950" fmla="*/ 118872 w 552450"/>
                <a:gd name="connsiteY950" fmla="*/ 351091 h 495300"/>
                <a:gd name="connsiteX951" fmla="*/ 120777 w 552450"/>
                <a:gd name="connsiteY951" fmla="*/ 350615 h 495300"/>
                <a:gd name="connsiteX952" fmla="*/ 123634 w 552450"/>
                <a:gd name="connsiteY952" fmla="*/ 350330 h 495300"/>
                <a:gd name="connsiteX953" fmla="*/ 126968 w 552450"/>
                <a:gd name="connsiteY953" fmla="*/ 350330 h 495300"/>
                <a:gd name="connsiteX954" fmla="*/ 128111 w 552450"/>
                <a:gd name="connsiteY954" fmla="*/ 349663 h 495300"/>
                <a:gd name="connsiteX955" fmla="*/ 129826 w 552450"/>
                <a:gd name="connsiteY955" fmla="*/ 348329 h 495300"/>
                <a:gd name="connsiteX956" fmla="*/ 131445 w 552450"/>
                <a:gd name="connsiteY956" fmla="*/ 346519 h 495300"/>
                <a:gd name="connsiteX957" fmla="*/ 132397 w 552450"/>
                <a:gd name="connsiteY957" fmla="*/ 344614 h 495300"/>
                <a:gd name="connsiteX958" fmla="*/ 132493 w 552450"/>
                <a:gd name="connsiteY958" fmla="*/ 342043 h 495300"/>
                <a:gd name="connsiteX959" fmla="*/ 132112 w 552450"/>
                <a:gd name="connsiteY959" fmla="*/ 340138 h 495300"/>
                <a:gd name="connsiteX960" fmla="*/ 132112 w 552450"/>
                <a:gd name="connsiteY960" fmla="*/ 338518 h 495300"/>
                <a:gd name="connsiteX961" fmla="*/ 132207 w 552450"/>
                <a:gd name="connsiteY961" fmla="*/ 336518 h 495300"/>
                <a:gd name="connsiteX962" fmla="*/ 134874 w 552450"/>
                <a:gd name="connsiteY962" fmla="*/ 334709 h 495300"/>
                <a:gd name="connsiteX963" fmla="*/ 137255 w 552450"/>
                <a:gd name="connsiteY963" fmla="*/ 333661 h 495300"/>
                <a:gd name="connsiteX964" fmla="*/ 139351 w 552450"/>
                <a:gd name="connsiteY964" fmla="*/ 332327 h 495300"/>
                <a:gd name="connsiteX965" fmla="*/ 139160 w 552450"/>
                <a:gd name="connsiteY965" fmla="*/ 330517 h 495300"/>
                <a:gd name="connsiteX966" fmla="*/ 137446 w 552450"/>
                <a:gd name="connsiteY966" fmla="*/ 330898 h 495300"/>
                <a:gd name="connsiteX967" fmla="*/ 135826 w 552450"/>
                <a:gd name="connsiteY967" fmla="*/ 331280 h 495300"/>
                <a:gd name="connsiteX968" fmla="*/ 135160 w 552450"/>
                <a:gd name="connsiteY968" fmla="*/ 330613 h 495300"/>
                <a:gd name="connsiteX969" fmla="*/ 135731 w 552450"/>
                <a:gd name="connsiteY969" fmla="*/ 328613 h 495300"/>
                <a:gd name="connsiteX970" fmla="*/ 137065 w 552450"/>
                <a:gd name="connsiteY970" fmla="*/ 327660 h 495300"/>
                <a:gd name="connsiteX971" fmla="*/ 138779 w 552450"/>
                <a:gd name="connsiteY971" fmla="*/ 327374 h 495300"/>
                <a:gd name="connsiteX972" fmla="*/ 139827 w 552450"/>
                <a:gd name="connsiteY972" fmla="*/ 326422 h 495300"/>
                <a:gd name="connsiteX973" fmla="*/ 139922 w 552450"/>
                <a:gd name="connsiteY973" fmla="*/ 325469 h 495300"/>
                <a:gd name="connsiteX974" fmla="*/ 139827 w 552450"/>
                <a:gd name="connsiteY974" fmla="*/ 323564 h 495300"/>
                <a:gd name="connsiteX975" fmla="*/ 140398 w 552450"/>
                <a:gd name="connsiteY975" fmla="*/ 321945 h 495300"/>
                <a:gd name="connsiteX976" fmla="*/ 141732 w 552450"/>
                <a:gd name="connsiteY976" fmla="*/ 320992 h 495300"/>
                <a:gd name="connsiteX977" fmla="*/ 142684 w 552450"/>
                <a:gd name="connsiteY977" fmla="*/ 320897 h 495300"/>
                <a:gd name="connsiteX978" fmla="*/ 144780 w 552450"/>
                <a:gd name="connsiteY978" fmla="*/ 320040 h 495300"/>
                <a:gd name="connsiteX979" fmla="*/ 145351 w 552450"/>
                <a:gd name="connsiteY979" fmla="*/ 319278 h 495300"/>
                <a:gd name="connsiteX980" fmla="*/ 145637 w 552450"/>
                <a:gd name="connsiteY980" fmla="*/ 318040 h 495300"/>
                <a:gd name="connsiteX981" fmla="*/ 146399 w 552450"/>
                <a:gd name="connsiteY981" fmla="*/ 316039 h 495300"/>
                <a:gd name="connsiteX982" fmla="*/ 148114 w 552450"/>
                <a:gd name="connsiteY982" fmla="*/ 314420 h 495300"/>
                <a:gd name="connsiteX983" fmla="*/ 153733 w 552450"/>
                <a:gd name="connsiteY983" fmla="*/ 309372 h 495300"/>
                <a:gd name="connsiteX984" fmla="*/ 155257 w 552450"/>
                <a:gd name="connsiteY984" fmla="*/ 308705 h 495300"/>
                <a:gd name="connsiteX985" fmla="*/ 156020 w 552450"/>
                <a:gd name="connsiteY985" fmla="*/ 307848 h 495300"/>
                <a:gd name="connsiteX986" fmla="*/ 156877 w 552450"/>
                <a:gd name="connsiteY986" fmla="*/ 305848 h 495300"/>
                <a:gd name="connsiteX987" fmla="*/ 157543 w 552450"/>
                <a:gd name="connsiteY987" fmla="*/ 303562 h 495300"/>
                <a:gd name="connsiteX988" fmla="*/ 157829 w 552450"/>
                <a:gd name="connsiteY988" fmla="*/ 301752 h 495300"/>
                <a:gd name="connsiteX989" fmla="*/ 158305 w 552450"/>
                <a:gd name="connsiteY989" fmla="*/ 299942 h 495300"/>
                <a:gd name="connsiteX990" fmla="*/ 160115 w 552450"/>
                <a:gd name="connsiteY990" fmla="*/ 298990 h 495300"/>
                <a:gd name="connsiteX991" fmla="*/ 161734 w 552450"/>
                <a:gd name="connsiteY991" fmla="*/ 299466 h 495300"/>
                <a:gd name="connsiteX992" fmla="*/ 163068 w 552450"/>
                <a:gd name="connsiteY992" fmla="*/ 299275 h 495300"/>
                <a:gd name="connsiteX993" fmla="*/ 163925 w 552450"/>
                <a:gd name="connsiteY993" fmla="*/ 298799 h 495300"/>
                <a:gd name="connsiteX994" fmla="*/ 166116 w 552450"/>
                <a:gd name="connsiteY994" fmla="*/ 298418 h 495300"/>
                <a:gd name="connsiteX995" fmla="*/ 167449 w 552450"/>
                <a:gd name="connsiteY995" fmla="*/ 298228 h 495300"/>
                <a:gd name="connsiteX996" fmla="*/ 169259 w 552450"/>
                <a:gd name="connsiteY996" fmla="*/ 296323 h 495300"/>
                <a:gd name="connsiteX997" fmla="*/ 171926 w 552450"/>
                <a:gd name="connsiteY997" fmla="*/ 295656 h 495300"/>
                <a:gd name="connsiteX998" fmla="*/ 173926 w 552450"/>
                <a:gd name="connsiteY998" fmla="*/ 295275 h 495300"/>
                <a:gd name="connsiteX999" fmla="*/ 173069 w 552450"/>
                <a:gd name="connsiteY999" fmla="*/ 294037 h 495300"/>
                <a:gd name="connsiteX1000" fmla="*/ 171831 w 552450"/>
                <a:gd name="connsiteY1000" fmla="*/ 293465 h 495300"/>
                <a:gd name="connsiteX1001" fmla="*/ 170307 w 552450"/>
                <a:gd name="connsiteY1001" fmla="*/ 293180 h 495300"/>
                <a:gd name="connsiteX1002" fmla="*/ 168688 w 552450"/>
                <a:gd name="connsiteY1002" fmla="*/ 293370 h 495300"/>
                <a:gd name="connsiteX1003" fmla="*/ 167354 w 552450"/>
                <a:gd name="connsiteY1003" fmla="*/ 292989 h 495300"/>
                <a:gd name="connsiteX1004" fmla="*/ 167068 w 552450"/>
                <a:gd name="connsiteY1004" fmla="*/ 291370 h 495300"/>
                <a:gd name="connsiteX1005" fmla="*/ 167640 w 552450"/>
                <a:gd name="connsiteY1005" fmla="*/ 290322 h 495300"/>
                <a:gd name="connsiteX1006" fmla="*/ 168783 w 552450"/>
                <a:gd name="connsiteY1006" fmla="*/ 289369 h 495300"/>
                <a:gd name="connsiteX1007" fmla="*/ 169640 w 552450"/>
                <a:gd name="connsiteY1007" fmla="*/ 288417 h 495300"/>
                <a:gd name="connsiteX1008" fmla="*/ 169545 w 552450"/>
                <a:gd name="connsiteY1008" fmla="*/ 287274 h 495300"/>
                <a:gd name="connsiteX1009" fmla="*/ 169259 w 552450"/>
                <a:gd name="connsiteY1009" fmla="*/ 285940 h 495300"/>
                <a:gd name="connsiteX1010" fmla="*/ 169831 w 552450"/>
                <a:gd name="connsiteY1010" fmla="*/ 284702 h 495300"/>
                <a:gd name="connsiteX1011" fmla="*/ 170783 w 552450"/>
                <a:gd name="connsiteY1011" fmla="*/ 283750 h 495300"/>
                <a:gd name="connsiteX1012" fmla="*/ 171545 w 552450"/>
                <a:gd name="connsiteY1012" fmla="*/ 283273 h 495300"/>
                <a:gd name="connsiteX1013" fmla="*/ 172688 w 552450"/>
                <a:gd name="connsiteY1013" fmla="*/ 283083 h 495300"/>
                <a:gd name="connsiteX1014" fmla="*/ 174688 w 552450"/>
                <a:gd name="connsiteY1014" fmla="*/ 283750 h 495300"/>
                <a:gd name="connsiteX1015" fmla="*/ 175641 w 552450"/>
                <a:gd name="connsiteY1015" fmla="*/ 284988 h 495300"/>
                <a:gd name="connsiteX1016" fmla="*/ 176308 w 552450"/>
                <a:gd name="connsiteY1016" fmla="*/ 286798 h 495300"/>
                <a:gd name="connsiteX1017" fmla="*/ 177832 w 552450"/>
                <a:gd name="connsiteY1017" fmla="*/ 286131 h 495300"/>
                <a:gd name="connsiteX1018" fmla="*/ 177641 w 552450"/>
                <a:gd name="connsiteY1018" fmla="*/ 284512 h 495300"/>
                <a:gd name="connsiteX1019" fmla="*/ 178784 w 552450"/>
                <a:gd name="connsiteY1019" fmla="*/ 283464 h 495300"/>
                <a:gd name="connsiteX1020" fmla="*/ 178784 w 552450"/>
                <a:gd name="connsiteY1020" fmla="*/ 281749 h 495300"/>
                <a:gd name="connsiteX1021" fmla="*/ 178879 w 552450"/>
                <a:gd name="connsiteY1021" fmla="*/ 281178 h 495300"/>
                <a:gd name="connsiteX1022" fmla="*/ 178784 w 552450"/>
                <a:gd name="connsiteY1022" fmla="*/ 280416 h 495300"/>
                <a:gd name="connsiteX1023" fmla="*/ 178784 w 552450"/>
                <a:gd name="connsiteY1023" fmla="*/ 279749 h 495300"/>
                <a:gd name="connsiteX1024" fmla="*/ 179070 w 552450"/>
                <a:gd name="connsiteY1024" fmla="*/ 279463 h 495300"/>
                <a:gd name="connsiteX1025" fmla="*/ 180880 w 552450"/>
                <a:gd name="connsiteY1025" fmla="*/ 278606 h 495300"/>
                <a:gd name="connsiteX1026" fmla="*/ 181261 w 552450"/>
                <a:gd name="connsiteY1026" fmla="*/ 278320 h 495300"/>
                <a:gd name="connsiteX1027" fmla="*/ 181927 w 552450"/>
                <a:gd name="connsiteY1027" fmla="*/ 277368 h 495300"/>
                <a:gd name="connsiteX1028" fmla="*/ 182785 w 552450"/>
                <a:gd name="connsiteY1028" fmla="*/ 276511 h 495300"/>
                <a:gd name="connsiteX1029" fmla="*/ 183737 w 552450"/>
                <a:gd name="connsiteY1029" fmla="*/ 275749 h 495300"/>
                <a:gd name="connsiteX1030" fmla="*/ 184785 w 552450"/>
                <a:gd name="connsiteY1030" fmla="*/ 275177 h 495300"/>
                <a:gd name="connsiteX1031" fmla="*/ 186404 w 552450"/>
                <a:gd name="connsiteY1031" fmla="*/ 273463 h 495300"/>
                <a:gd name="connsiteX1032" fmla="*/ 188404 w 552450"/>
                <a:gd name="connsiteY1032" fmla="*/ 272605 h 495300"/>
                <a:gd name="connsiteX1033" fmla="*/ 190405 w 552450"/>
                <a:gd name="connsiteY1033" fmla="*/ 272986 h 495300"/>
                <a:gd name="connsiteX1034" fmla="*/ 192024 w 552450"/>
                <a:gd name="connsiteY1034" fmla="*/ 275177 h 495300"/>
                <a:gd name="connsiteX1035" fmla="*/ 193072 w 552450"/>
                <a:gd name="connsiteY1035" fmla="*/ 273653 h 495300"/>
                <a:gd name="connsiteX1036" fmla="*/ 193548 w 552450"/>
                <a:gd name="connsiteY1036" fmla="*/ 274701 h 495300"/>
                <a:gd name="connsiteX1037" fmla="*/ 194310 w 552450"/>
                <a:gd name="connsiteY1037" fmla="*/ 275463 h 495300"/>
                <a:gd name="connsiteX1038" fmla="*/ 195263 w 552450"/>
                <a:gd name="connsiteY1038" fmla="*/ 275844 h 495300"/>
                <a:gd name="connsiteX1039" fmla="*/ 196310 w 552450"/>
                <a:gd name="connsiteY1039" fmla="*/ 275844 h 495300"/>
                <a:gd name="connsiteX1040" fmla="*/ 197644 w 552450"/>
                <a:gd name="connsiteY1040" fmla="*/ 274701 h 495300"/>
                <a:gd name="connsiteX1041" fmla="*/ 199358 w 552450"/>
                <a:gd name="connsiteY1041" fmla="*/ 272796 h 495300"/>
                <a:gd name="connsiteX1042" fmla="*/ 201263 w 552450"/>
                <a:gd name="connsiteY1042" fmla="*/ 271558 h 495300"/>
                <a:gd name="connsiteX1043" fmla="*/ 203168 w 552450"/>
                <a:gd name="connsiteY1043" fmla="*/ 272510 h 495300"/>
                <a:gd name="connsiteX1044" fmla="*/ 203930 w 552450"/>
                <a:gd name="connsiteY1044" fmla="*/ 273177 h 495300"/>
                <a:gd name="connsiteX1045" fmla="*/ 205835 w 552450"/>
                <a:gd name="connsiteY1045" fmla="*/ 273748 h 495300"/>
                <a:gd name="connsiteX1046" fmla="*/ 206692 w 552450"/>
                <a:gd name="connsiteY1046" fmla="*/ 274320 h 495300"/>
                <a:gd name="connsiteX1047" fmla="*/ 207073 w 552450"/>
                <a:gd name="connsiteY1047" fmla="*/ 274987 h 495300"/>
                <a:gd name="connsiteX1048" fmla="*/ 207264 w 552450"/>
                <a:gd name="connsiteY1048" fmla="*/ 275844 h 495300"/>
                <a:gd name="connsiteX1049" fmla="*/ 207550 w 552450"/>
                <a:gd name="connsiteY1049" fmla="*/ 276701 h 495300"/>
                <a:gd name="connsiteX1050" fmla="*/ 208312 w 552450"/>
                <a:gd name="connsiteY1050" fmla="*/ 277273 h 495300"/>
                <a:gd name="connsiteX1051" fmla="*/ 210693 w 552450"/>
                <a:gd name="connsiteY1051" fmla="*/ 277463 h 495300"/>
                <a:gd name="connsiteX1052" fmla="*/ 213170 w 552450"/>
                <a:gd name="connsiteY1052" fmla="*/ 278035 h 495300"/>
                <a:gd name="connsiteX1053" fmla="*/ 214598 w 552450"/>
                <a:gd name="connsiteY1053" fmla="*/ 279273 h 495300"/>
                <a:gd name="connsiteX1054" fmla="*/ 217741 w 552450"/>
                <a:gd name="connsiteY1054" fmla="*/ 281559 h 495300"/>
                <a:gd name="connsiteX1055" fmla="*/ 218313 w 552450"/>
                <a:gd name="connsiteY1055" fmla="*/ 281940 h 495300"/>
                <a:gd name="connsiteX1056" fmla="*/ 219932 w 552450"/>
                <a:gd name="connsiteY1056" fmla="*/ 281464 h 495300"/>
                <a:gd name="connsiteX1057" fmla="*/ 227838 w 552450"/>
                <a:gd name="connsiteY1057" fmla="*/ 281178 h 495300"/>
                <a:gd name="connsiteX1058" fmla="*/ 231457 w 552450"/>
                <a:gd name="connsiteY1058" fmla="*/ 281083 h 495300"/>
                <a:gd name="connsiteX1059" fmla="*/ 232981 w 552450"/>
                <a:gd name="connsiteY1059" fmla="*/ 278701 h 495300"/>
                <a:gd name="connsiteX1060" fmla="*/ 233839 w 552450"/>
                <a:gd name="connsiteY1060" fmla="*/ 276892 h 495300"/>
                <a:gd name="connsiteX1061" fmla="*/ 234696 w 552450"/>
                <a:gd name="connsiteY1061" fmla="*/ 274891 h 495300"/>
                <a:gd name="connsiteX1062" fmla="*/ 234505 w 552450"/>
                <a:gd name="connsiteY1062" fmla="*/ 272034 h 495300"/>
                <a:gd name="connsiteX1063" fmla="*/ 236887 w 552450"/>
                <a:gd name="connsiteY1063" fmla="*/ 269367 h 495300"/>
                <a:gd name="connsiteX1064" fmla="*/ 238411 w 552450"/>
                <a:gd name="connsiteY1064" fmla="*/ 267843 h 495300"/>
                <a:gd name="connsiteX1065" fmla="*/ 241745 w 552450"/>
                <a:gd name="connsiteY1065" fmla="*/ 265557 h 495300"/>
                <a:gd name="connsiteX1066" fmla="*/ 242316 w 552450"/>
                <a:gd name="connsiteY1066" fmla="*/ 266224 h 495300"/>
                <a:gd name="connsiteX1067" fmla="*/ 241078 w 552450"/>
                <a:gd name="connsiteY1067" fmla="*/ 268510 h 495300"/>
                <a:gd name="connsiteX1068" fmla="*/ 240316 w 552450"/>
                <a:gd name="connsiteY1068" fmla="*/ 269462 h 495300"/>
                <a:gd name="connsiteX1069" fmla="*/ 239363 w 552450"/>
                <a:gd name="connsiteY1069" fmla="*/ 269843 h 495300"/>
                <a:gd name="connsiteX1070" fmla="*/ 238411 w 552450"/>
                <a:gd name="connsiteY1070" fmla="*/ 270510 h 495300"/>
                <a:gd name="connsiteX1071" fmla="*/ 238601 w 552450"/>
                <a:gd name="connsiteY1071" fmla="*/ 272034 h 495300"/>
                <a:gd name="connsiteX1072" fmla="*/ 239268 w 552450"/>
                <a:gd name="connsiteY1072" fmla="*/ 273558 h 495300"/>
                <a:gd name="connsiteX1073" fmla="*/ 239649 w 552450"/>
                <a:gd name="connsiteY1073" fmla="*/ 274225 h 495300"/>
                <a:gd name="connsiteX1074" fmla="*/ 239935 w 552450"/>
                <a:gd name="connsiteY1074" fmla="*/ 279940 h 495300"/>
                <a:gd name="connsiteX1075" fmla="*/ 240506 w 552450"/>
                <a:gd name="connsiteY1075" fmla="*/ 282797 h 495300"/>
                <a:gd name="connsiteX1076" fmla="*/ 242221 w 552450"/>
                <a:gd name="connsiteY1076" fmla="*/ 284607 h 495300"/>
                <a:gd name="connsiteX1077" fmla="*/ 244221 w 552450"/>
                <a:gd name="connsiteY1077" fmla="*/ 285369 h 495300"/>
                <a:gd name="connsiteX1078" fmla="*/ 256318 w 552450"/>
                <a:gd name="connsiteY1078" fmla="*/ 291846 h 495300"/>
                <a:gd name="connsiteX1079" fmla="*/ 257746 w 552450"/>
                <a:gd name="connsiteY1079" fmla="*/ 292989 h 495300"/>
                <a:gd name="connsiteX1080" fmla="*/ 261080 w 552450"/>
                <a:gd name="connsiteY1080" fmla="*/ 296704 h 495300"/>
                <a:gd name="connsiteX1081" fmla="*/ 262128 w 552450"/>
                <a:gd name="connsiteY1081" fmla="*/ 298704 h 495300"/>
                <a:gd name="connsiteX1082" fmla="*/ 263366 w 552450"/>
                <a:gd name="connsiteY1082" fmla="*/ 298132 h 495300"/>
                <a:gd name="connsiteX1083" fmla="*/ 265176 w 552450"/>
                <a:gd name="connsiteY1083" fmla="*/ 296418 h 495300"/>
                <a:gd name="connsiteX1084" fmla="*/ 266033 w 552450"/>
                <a:gd name="connsiteY1084" fmla="*/ 298037 h 495300"/>
                <a:gd name="connsiteX1085" fmla="*/ 265843 w 552450"/>
                <a:gd name="connsiteY1085" fmla="*/ 301466 h 495300"/>
                <a:gd name="connsiteX1086" fmla="*/ 263366 w 552450"/>
                <a:gd name="connsiteY1086" fmla="*/ 304514 h 495300"/>
                <a:gd name="connsiteX1087" fmla="*/ 264414 w 552450"/>
                <a:gd name="connsiteY1087" fmla="*/ 306610 h 495300"/>
                <a:gd name="connsiteX1088" fmla="*/ 266509 w 552450"/>
                <a:gd name="connsiteY1088" fmla="*/ 308419 h 495300"/>
                <a:gd name="connsiteX1089" fmla="*/ 270415 w 552450"/>
                <a:gd name="connsiteY1089" fmla="*/ 309277 h 495300"/>
                <a:gd name="connsiteX1090" fmla="*/ 274510 w 552450"/>
                <a:gd name="connsiteY1090" fmla="*/ 312896 h 495300"/>
                <a:gd name="connsiteX1091" fmla="*/ 275939 w 552450"/>
                <a:gd name="connsiteY1091" fmla="*/ 315087 h 495300"/>
                <a:gd name="connsiteX1092" fmla="*/ 276606 w 552450"/>
                <a:gd name="connsiteY1092" fmla="*/ 317278 h 495300"/>
                <a:gd name="connsiteX1093" fmla="*/ 275368 w 552450"/>
                <a:gd name="connsiteY1093" fmla="*/ 318706 h 495300"/>
                <a:gd name="connsiteX1094" fmla="*/ 275463 w 552450"/>
                <a:gd name="connsiteY1094" fmla="*/ 320326 h 495300"/>
                <a:gd name="connsiteX1095" fmla="*/ 274796 w 552450"/>
                <a:gd name="connsiteY1095" fmla="*/ 321088 h 495300"/>
                <a:gd name="connsiteX1096" fmla="*/ 273653 w 552450"/>
                <a:gd name="connsiteY1096" fmla="*/ 321564 h 495300"/>
                <a:gd name="connsiteX1097" fmla="*/ 272510 w 552450"/>
                <a:gd name="connsiteY1097" fmla="*/ 322326 h 495300"/>
                <a:gd name="connsiteX1098" fmla="*/ 272415 w 552450"/>
                <a:gd name="connsiteY1098" fmla="*/ 322993 h 495300"/>
                <a:gd name="connsiteX1099" fmla="*/ 272510 w 552450"/>
                <a:gd name="connsiteY1099" fmla="*/ 323945 h 495300"/>
                <a:gd name="connsiteX1100" fmla="*/ 272415 w 552450"/>
                <a:gd name="connsiteY1100" fmla="*/ 324802 h 495300"/>
                <a:gd name="connsiteX1101" fmla="*/ 271748 w 552450"/>
                <a:gd name="connsiteY1101" fmla="*/ 325184 h 495300"/>
                <a:gd name="connsiteX1102" fmla="*/ 268700 w 552450"/>
                <a:gd name="connsiteY1102" fmla="*/ 325184 h 495300"/>
                <a:gd name="connsiteX1103" fmla="*/ 269272 w 552450"/>
                <a:gd name="connsiteY1103" fmla="*/ 330041 h 495300"/>
                <a:gd name="connsiteX1104" fmla="*/ 266795 w 552450"/>
                <a:gd name="connsiteY1104" fmla="*/ 332994 h 495300"/>
                <a:gd name="connsiteX1105" fmla="*/ 262699 w 552450"/>
                <a:gd name="connsiteY1105" fmla="*/ 335756 h 495300"/>
                <a:gd name="connsiteX1106" fmla="*/ 260890 w 552450"/>
                <a:gd name="connsiteY1106" fmla="*/ 337375 h 495300"/>
                <a:gd name="connsiteX1107" fmla="*/ 261080 w 552450"/>
                <a:gd name="connsiteY1107" fmla="*/ 339280 h 495300"/>
                <a:gd name="connsiteX1108" fmla="*/ 261080 w 552450"/>
                <a:gd name="connsiteY1108" fmla="*/ 340138 h 495300"/>
                <a:gd name="connsiteX1109" fmla="*/ 261175 w 552450"/>
                <a:gd name="connsiteY1109" fmla="*/ 340995 h 495300"/>
                <a:gd name="connsiteX1110" fmla="*/ 260985 w 552450"/>
                <a:gd name="connsiteY1110" fmla="*/ 342424 h 495300"/>
                <a:gd name="connsiteX1111" fmla="*/ 260604 w 552450"/>
                <a:gd name="connsiteY1111" fmla="*/ 343852 h 495300"/>
                <a:gd name="connsiteX1112" fmla="*/ 259747 w 552450"/>
                <a:gd name="connsiteY1112" fmla="*/ 346138 h 495300"/>
                <a:gd name="connsiteX1113" fmla="*/ 257080 w 552450"/>
                <a:gd name="connsiteY1113" fmla="*/ 348043 h 495300"/>
                <a:gd name="connsiteX1114" fmla="*/ 255460 w 552450"/>
                <a:gd name="connsiteY1114" fmla="*/ 349377 h 495300"/>
                <a:gd name="connsiteX1115" fmla="*/ 253651 w 552450"/>
                <a:gd name="connsiteY1115" fmla="*/ 350234 h 495300"/>
                <a:gd name="connsiteX1116" fmla="*/ 251650 w 552450"/>
                <a:gd name="connsiteY1116" fmla="*/ 350330 h 495300"/>
                <a:gd name="connsiteX1117" fmla="*/ 252889 w 552450"/>
                <a:gd name="connsiteY1117" fmla="*/ 353568 h 495300"/>
                <a:gd name="connsiteX1118" fmla="*/ 252031 w 552450"/>
                <a:gd name="connsiteY1118" fmla="*/ 356902 h 495300"/>
                <a:gd name="connsiteX1119" fmla="*/ 247079 w 552450"/>
                <a:gd name="connsiteY1119" fmla="*/ 359283 h 495300"/>
                <a:gd name="connsiteX1120" fmla="*/ 246793 w 552450"/>
                <a:gd name="connsiteY1120" fmla="*/ 361759 h 495300"/>
                <a:gd name="connsiteX1121" fmla="*/ 242888 w 552450"/>
                <a:gd name="connsiteY1121" fmla="*/ 365474 h 495300"/>
                <a:gd name="connsiteX1122" fmla="*/ 238601 w 552450"/>
                <a:gd name="connsiteY1122" fmla="*/ 367474 h 495300"/>
                <a:gd name="connsiteX1123" fmla="*/ 239458 w 552450"/>
                <a:gd name="connsiteY1123" fmla="*/ 367665 h 495300"/>
                <a:gd name="connsiteX1124" fmla="*/ 241649 w 552450"/>
                <a:gd name="connsiteY1124" fmla="*/ 367760 h 495300"/>
                <a:gd name="connsiteX1125" fmla="*/ 242411 w 552450"/>
                <a:gd name="connsiteY1125" fmla="*/ 368046 h 495300"/>
                <a:gd name="connsiteX1126" fmla="*/ 242888 w 552450"/>
                <a:gd name="connsiteY1126" fmla="*/ 368903 h 495300"/>
                <a:gd name="connsiteX1127" fmla="*/ 242792 w 552450"/>
                <a:gd name="connsiteY1127" fmla="*/ 369856 h 495300"/>
                <a:gd name="connsiteX1128" fmla="*/ 242316 w 552450"/>
                <a:gd name="connsiteY1128" fmla="*/ 370618 h 495300"/>
                <a:gd name="connsiteX1129" fmla="*/ 240792 w 552450"/>
                <a:gd name="connsiteY1129" fmla="*/ 371284 h 495300"/>
                <a:gd name="connsiteX1130" fmla="*/ 239268 w 552450"/>
                <a:gd name="connsiteY1130" fmla="*/ 372713 h 495300"/>
                <a:gd name="connsiteX1131" fmla="*/ 237172 w 552450"/>
                <a:gd name="connsiteY1131" fmla="*/ 373380 h 495300"/>
                <a:gd name="connsiteX1132" fmla="*/ 236791 w 552450"/>
                <a:gd name="connsiteY1132" fmla="*/ 374142 h 495300"/>
                <a:gd name="connsiteX1133" fmla="*/ 236696 w 552450"/>
                <a:gd name="connsiteY1133" fmla="*/ 375094 h 495300"/>
                <a:gd name="connsiteX1134" fmla="*/ 236410 w 552450"/>
                <a:gd name="connsiteY1134" fmla="*/ 375952 h 495300"/>
                <a:gd name="connsiteX1135" fmla="*/ 234410 w 552450"/>
                <a:gd name="connsiteY1135" fmla="*/ 377952 h 495300"/>
                <a:gd name="connsiteX1136" fmla="*/ 232791 w 552450"/>
                <a:gd name="connsiteY1136" fmla="*/ 378238 h 495300"/>
                <a:gd name="connsiteX1137" fmla="*/ 231172 w 552450"/>
                <a:gd name="connsiteY1137" fmla="*/ 377761 h 495300"/>
                <a:gd name="connsiteX1138" fmla="*/ 228981 w 552450"/>
                <a:gd name="connsiteY1138" fmla="*/ 377380 h 495300"/>
                <a:gd name="connsiteX1139" fmla="*/ 227171 w 552450"/>
                <a:gd name="connsiteY1139" fmla="*/ 377857 h 495300"/>
                <a:gd name="connsiteX1140" fmla="*/ 223266 w 552450"/>
                <a:gd name="connsiteY1140" fmla="*/ 380524 h 495300"/>
                <a:gd name="connsiteX1141" fmla="*/ 221647 w 552450"/>
                <a:gd name="connsiteY1141" fmla="*/ 383095 h 495300"/>
                <a:gd name="connsiteX1142" fmla="*/ 217646 w 552450"/>
                <a:gd name="connsiteY1142" fmla="*/ 384429 h 495300"/>
                <a:gd name="connsiteX1143" fmla="*/ 215170 w 552450"/>
                <a:gd name="connsiteY1143" fmla="*/ 384143 h 495300"/>
                <a:gd name="connsiteX1144" fmla="*/ 213074 w 552450"/>
                <a:gd name="connsiteY1144" fmla="*/ 388048 h 495300"/>
                <a:gd name="connsiteX1145" fmla="*/ 209931 w 552450"/>
                <a:gd name="connsiteY1145" fmla="*/ 389477 h 495300"/>
                <a:gd name="connsiteX1146" fmla="*/ 210026 w 552450"/>
                <a:gd name="connsiteY1146" fmla="*/ 390049 h 495300"/>
                <a:gd name="connsiteX1147" fmla="*/ 210502 w 552450"/>
                <a:gd name="connsiteY1147" fmla="*/ 391954 h 495300"/>
                <a:gd name="connsiteX1148" fmla="*/ 211264 w 552450"/>
                <a:gd name="connsiteY1148" fmla="*/ 392906 h 495300"/>
                <a:gd name="connsiteX1149" fmla="*/ 211074 w 552450"/>
                <a:gd name="connsiteY1149" fmla="*/ 394335 h 495300"/>
                <a:gd name="connsiteX1150" fmla="*/ 210217 w 552450"/>
                <a:gd name="connsiteY1150" fmla="*/ 395192 h 495300"/>
                <a:gd name="connsiteX1151" fmla="*/ 208883 w 552450"/>
                <a:gd name="connsiteY1151" fmla="*/ 395954 h 495300"/>
                <a:gd name="connsiteX1152" fmla="*/ 209074 w 552450"/>
                <a:gd name="connsiteY1152" fmla="*/ 396430 h 495300"/>
                <a:gd name="connsiteX1153" fmla="*/ 209264 w 552450"/>
                <a:gd name="connsiteY1153" fmla="*/ 396716 h 495300"/>
                <a:gd name="connsiteX1154" fmla="*/ 209359 w 552450"/>
                <a:gd name="connsiteY1154" fmla="*/ 397002 h 495300"/>
                <a:gd name="connsiteX1155" fmla="*/ 211550 w 552450"/>
                <a:gd name="connsiteY1155" fmla="*/ 398812 h 495300"/>
                <a:gd name="connsiteX1156" fmla="*/ 212788 w 552450"/>
                <a:gd name="connsiteY1156" fmla="*/ 401574 h 495300"/>
                <a:gd name="connsiteX1157" fmla="*/ 213741 w 552450"/>
                <a:gd name="connsiteY1157" fmla="*/ 402336 h 495300"/>
                <a:gd name="connsiteX1158" fmla="*/ 214217 w 552450"/>
                <a:gd name="connsiteY1158" fmla="*/ 402241 h 495300"/>
                <a:gd name="connsiteX1159" fmla="*/ 214693 w 552450"/>
                <a:gd name="connsiteY1159" fmla="*/ 401860 h 495300"/>
                <a:gd name="connsiteX1160" fmla="*/ 215265 w 552450"/>
                <a:gd name="connsiteY1160" fmla="*/ 401669 h 495300"/>
                <a:gd name="connsiteX1161" fmla="*/ 216027 w 552450"/>
                <a:gd name="connsiteY1161" fmla="*/ 402241 h 495300"/>
                <a:gd name="connsiteX1162" fmla="*/ 216313 w 552450"/>
                <a:gd name="connsiteY1162" fmla="*/ 403098 h 495300"/>
                <a:gd name="connsiteX1163" fmla="*/ 216122 w 552450"/>
                <a:gd name="connsiteY1163" fmla="*/ 403669 h 495300"/>
                <a:gd name="connsiteX1164" fmla="*/ 215741 w 552450"/>
                <a:gd name="connsiteY1164" fmla="*/ 404050 h 495300"/>
                <a:gd name="connsiteX1165" fmla="*/ 215551 w 552450"/>
                <a:gd name="connsiteY1165" fmla="*/ 404336 h 495300"/>
                <a:gd name="connsiteX1166" fmla="*/ 215360 w 552450"/>
                <a:gd name="connsiteY1166" fmla="*/ 404717 h 495300"/>
                <a:gd name="connsiteX1167" fmla="*/ 214598 w 552450"/>
                <a:gd name="connsiteY1167" fmla="*/ 405479 h 495300"/>
                <a:gd name="connsiteX1168" fmla="*/ 214408 w 552450"/>
                <a:gd name="connsiteY1168" fmla="*/ 405860 h 495300"/>
                <a:gd name="connsiteX1169" fmla="*/ 214598 w 552450"/>
                <a:gd name="connsiteY1169" fmla="*/ 406146 h 495300"/>
                <a:gd name="connsiteX1170" fmla="*/ 215360 w 552450"/>
                <a:gd name="connsiteY1170" fmla="*/ 407003 h 495300"/>
                <a:gd name="connsiteX1171" fmla="*/ 215551 w 552450"/>
                <a:gd name="connsiteY1171" fmla="*/ 407289 h 495300"/>
                <a:gd name="connsiteX1172" fmla="*/ 215360 w 552450"/>
                <a:gd name="connsiteY1172" fmla="*/ 408051 h 495300"/>
                <a:gd name="connsiteX1173" fmla="*/ 215265 w 552450"/>
                <a:gd name="connsiteY1173" fmla="*/ 408622 h 495300"/>
                <a:gd name="connsiteX1174" fmla="*/ 215074 w 552450"/>
                <a:gd name="connsiteY1174" fmla="*/ 409099 h 495300"/>
                <a:gd name="connsiteX1175" fmla="*/ 214503 w 552450"/>
                <a:gd name="connsiteY1175" fmla="*/ 409575 h 495300"/>
                <a:gd name="connsiteX1176" fmla="*/ 212312 w 552450"/>
                <a:gd name="connsiteY1176" fmla="*/ 405955 h 495300"/>
                <a:gd name="connsiteX1177" fmla="*/ 209550 w 552450"/>
                <a:gd name="connsiteY1177" fmla="*/ 406717 h 495300"/>
                <a:gd name="connsiteX1178" fmla="*/ 210121 w 552450"/>
                <a:gd name="connsiteY1178" fmla="*/ 408146 h 495300"/>
                <a:gd name="connsiteX1179" fmla="*/ 208407 w 552450"/>
                <a:gd name="connsiteY1179" fmla="*/ 409956 h 495300"/>
                <a:gd name="connsiteX1180" fmla="*/ 202978 w 552450"/>
                <a:gd name="connsiteY1180" fmla="*/ 411385 h 495300"/>
                <a:gd name="connsiteX1181" fmla="*/ 198501 w 552450"/>
                <a:gd name="connsiteY1181" fmla="*/ 411289 h 495300"/>
                <a:gd name="connsiteX1182" fmla="*/ 196882 w 552450"/>
                <a:gd name="connsiteY1182" fmla="*/ 411766 h 495300"/>
                <a:gd name="connsiteX1183" fmla="*/ 195739 w 552450"/>
                <a:gd name="connsiteY1183" fmla="*/ 413004 h 495300"/>
                <a:gd name="connsiteX1184" fmla="*/ 193262 w 552450"/>
                <a:gd name="connsiteY1184" fmla="*/ 415385 h 495300"/>
                <a:gd name="connsiteX1185" fmla="*/ 192310 w 552450"/>
                <a:gd name="connsiteY1185" fmla="*/ 417481 h 495300"/>
                <a:gd name="connsiteX1186" fmla="*/ 191452 w 552450"/>
                <a:gd name="connsiteY1186" fmla="*/ 417671 h 495300"/>
                <a:gd name="connsiteX1187" fmla="*/ 190690 w 552450"/>
                <a:gd name="connsiteY1187" fmla="*/ 418147 h 495300"/>
                <a:gd name="connsiteX1188" fmla="*/ 190309 w 552450"/>
                <a:gd name="connsiteY1188" fmla="*/ 418909 h 495300"/>
                <a:gd name="connsiteX1189" fmla="*/ 190690 w 552450"/>
                <a:gd name="connsiteY1189" fmla="*/ 419957 h 495300"/>
                <a:gd name="connsiteX1190" fmla="*/ 191452 w 552450"/>
                <a:gd name="connsiteY1190" fmla="*/ 420338 h 495300"/>
                <a:gd name="connsiteX1191" fmla="*/ 194310 w 552450"/>
                <a:gd name="connsiteY1191" fmla="*/ 420243 h 495300"/>
                <a:gd name="connsiteX1192" fmla="*/ 195072 w 552450"/>
                <a:gd name="connsiteY1192" fmla="*/ 420624 h 495300"/>
                <a:gd name="connsiteX1193" fmla="*/ 196501 w 552450"/>
                <a:gd name="connsiteY1193" fmla="*/ 421576 h 495300"/>
                <a:gd name="connsiteX1194" fmla="*/ 196977 w 552450"/>
                <a:gd name="connsiteY1194" fmla="*/ 421767 h 495300"/>
                <a:gd name="connsiteX1195" fmla="*/ 198025 w 552450"/>
                <a:gd name="connsiteY1195" fmla="*/ 421386 h 495300"/>
                <a:gd name="connsiteX1196" fmla="*/ 199739 w 552450"/>
                <a:gd name="connsiteY1196" fmla="*/ 419957 h 495300"/>
                <a:gd name="connsiteX1197" fmla="*/ 200787 w 552450"/>
                <a:gd name="connsiteY1197" fmla="*/ 419671 h 495300"/>
                <a:gd name="connsiteX1198" fmla="*/ 204406 w 552450"/>
                <a:gd name="connsiteY1198" fmla="*/ 419862 h 495300"/>
                <a:gd name="connsiteX1199" fmla="*/ 206026 w 552450"/>
                <a:gd name="connsiteY1199" fmla="*/ 420243 h 495300"/>
                <a:gd name="connsiteX1200" fmla="*/ 207359 w 552450"/>
                <a:gd name="connsiteY1200" fmla="*/ 421005 h 495300"/>
                <a:gd name="connsiteX1201" fmla="*/ 209359 w 552450"/>
                <a:gd name="connsiteY1201" fmla="*/ 424624 h 495300"/>
                <a:gd name="connsiteX1202" fmla="*/ 211836 w 552450"/>
                <a:gd name="connsiteY1202" fmla="*/ 433388 h 495300"/>
                <a:gd name="connsiteX1203" fmla="*/ 214503 w 552450"/>
                <a:gd name="connsiteY1203" fmla="*/ 435864 h 495300"/>
                <a:gd name="connsiteX1204" fmla="*/ 216313 w 552450"/>
                <a:gd name="connsiteY1204" fmla="*/ 436150 h 495300"/>
                <a:gd name="connsiteX1205" fmla="*/ 229838 w 552450"/>
                <a:gd name="connsiteY1205" fmla="*/ 435197 h 495300"/>
                <a:gd name="connsiteX1206" fmla="*/ 229076 w 552450"/>
                <a:gd name="connsiteY1206" fmla="*/ 432721 h 495300"/>
                <a:gd name="connsiteX1207" fmla="*/ 232124 w 552450"/>
                <a:gd name="connsiteY1207" fmla="*/ 432530 h 495300"/>
                <a:gd name="connsiteX1208" fmla="*/ 238982 w 552450"/>
                <a:gd name="connsiteY1208" fmla="*/ 433864 h 495300"/>
                <a:gd name="connsiteX1209" fmla="*/ 240411 w 552450"/>
                <a:gd name="connsiteY1209" fmla="*/ 433673 h 495300"/>
                <a:gd name="connsiteX1210" fmla="*/ 242983 w 552450"/>
                <a:gd name="connsiteY1210" fmla="*/ 432625 h 495300"/>
                <a:gd name="connsiteX1211" fmla="*/ 244412 w 552450"/>
                <a:gd name="connsiteY1211" fmla="*/ 432435 h 495300"/>
                <a:gd name="connsiteX1212" fmla="*/ 245554 w 552450"/>
                <a:gd name="connsiteY1212" fmla="*/ 431863 h 495300"/>
                <a:gd name="connsiteX1213" fmla="*/ 246316 w 552450"/>
                <a:gd name="connsiteY1213" fmla="*/ 430816 h 495300"/>
                <a:gd name="connsiteX1214" fmla="*/ 246983 w 552450"/>
                <a:gd name="connsiteY1214" fmla="*/ 430625 h 495300"/>
                <a:gd name="connsiteX1215" fmla="*/ 247936 w 552450"/>
                <a:gd name="connsiteY1215" fmla="*/ 432435 h 495300"/>
                <a:gd name="connsiteX1216" fmla="*/ 245745 w 552450"/>
                <a:gd name="connsiteY1216" fmla="*/ 432816 h 495300"/>
                <a:gd name="connsiteX1217" fmla="*/ 241745 w 552450"/>
                <a:gd name="connsiteY1217" fmla="*/ 435388 h 495300"/>
                <a:gd name="connsiteX1218" fmla="*/ 239458 w 552450"/>
                <a:gd name="connsiteY1218" fmla="*/ 435959 h 495300"/>
                <a:gd name="connsiteX1219" fmla="*/ 235744 w 552450"/>
                <a:gd name="connsiteY1219" fmla="*/ 435292 h 495300"/>
                <a:gd name="connsiteX1220" fmla="*/ 234791 w 552450"/>
                <a:gd name="connsiteY1220" fmla="*/ 435292 h 495300"/>
                <a:gd name="connsiteX1221" fmla="*/ 233648 w 552450"/>
                <a:gd name="connsiteY1221" fmla="*/ 435959 h 495300"/>
                <a:gd name="connsiteX1222" fmla="*/ 232696 w 552450"/>
                <a:gd name="connsiteY1222" fmla="*/ 437007 h 495300"/>
                <a:gd name="connsiteX1223" fmla="*/ 230886 w 552450"/>
                <a:gd name="connsiteY1223" fmla="*/ 439579 h 495300"/>
                <a:gd name="connsiteX1224" fmla="*/ 231457 w 552450"/>
                <a:gd name="connsiteY1224" fmla="*/ 440722 h 495300"/>
                <a:gd name="connsiteX1225" fmla="*/ 231267 w 552450"/>
                <a:gd name="connsiteY1225" fmla="*/ 441579 h 495300"/>
                <a:gd name="connsiteX1226" fmla="*/ 229838 w 552450"/>
                <a:gd name="connsiteY1226" fmla="*/ 443103 h 495300"/>
                <a:gd name="connsiteX1227" fmla="*/ 226790 w 552450"/>
                <a:gd name="connsiteY1227" fmla="*/ 445294 h 495300"/>
                <a:gd name="connsiteX1228" fmla="*/ 225076 w 552450"/>
                <a:gd name="connsiteY1228" fmla="*/ 446151 h 495300"/>
                <a:gd name="connsiteX1229" fmla="*/ 224123 w 552450"/>
                <a:gd name="connsiteY1229" fmla="*/ 446341 h 495300"/>
                <a:gd name="connsiteX1230" fmla="*/ 223742 w 552450"/>
                <a:gd name="connsiteY1230" fmla="*/ 445580 h 495300"/>
                <a:gd name="connsiteX1231" fmla="*/ 223361 w 552450"/>
                <a:gd name="connsiteY1231" fmla="*/ 445484 h 495300"/>
                <a:gd name="connsiteX1232" fmla="*/ 221361 w 552450"/>
                <a:gd name="connsiteY1232" fmla="*/ 445198 h 495300"/>
                <a:gd name="connsiteX1233" fmla="*/ 219646 w 552450"/>
                <a:gd name="connsiteY1233" fmla="*/ 446341 h 495300"/>
                <a:gd name="connsiteX1234" fmla="*/ 220789 w 552450"/>
                <a:gd name="connsiteY1234" fmla="*/ 447484 h 495300"/>
                <a:gd name="connsiteX1235" fmla="*/ 223075 w 552450"/>
                <a:gd name="connsiteY1235" fmla="*/ 449199 h 495300"/>
                <a:gd name="connsiteX1236" fmla="*/ 222504 w 552450"/>
                <a:gd name="connsiteY1236" fmla="*/ 450437 h 495300"/>
                <a:gd name="connsiteX1237" fmla="*/ 220504 w 552450"/>
                <a:gd name="connsiteY1237" fmla="*/ 450818 h 495300"/>
                <a:gd name="connsiteX1238" fmla="*/ 220599 w 552450"/>
                <a:gd name="connsiteY1238" fmla="*/ 451294 h 495300"/>
                <a:gd name="connsiteX1239" fmla="*/ 220789 w 552450"/>
                <a:gd name="connsiteY1239" fmla="*/ 452438 h 495300"/>
                <a:gd name="connsiteX1240" fmla="*/ 220980 w 552450"/>
                <a:gd name="connsiteY1240" fmla="*/ 452914 h 495300"/>
                <a:gd name="connsiteX1241" fmla="*/ 219742 w 552450"/>
                <a:gd name="connsiteY1241" fmla="*/ 453771 h 495300"/>
                <a:gd name="connsiteX1242" fmla="*/ 220885 w 552450"/>
                <a:gd name="connsiteY1242" fmla="*/ 454914 h 495300"/>
                <a:gd name="connsiteX1243" fmla="*/ 222695 w 552450"/>
                <a:gd name="connsiteY1243" fmla="*/ 455676 h 495300"/>
                <a:gd name="connsiteX1244" fmla="*/ 223647 w 552450"/>
                <a:gd name="connsiteY1244" fmla="*/ 455390 h 495300"/>
                <a:gd name="connsiteX1245" fmla="*/ 224218 w 552450"/>
                <a:gd name="connsiteY1245" fmla="*/ 457200 h 495300"/>
                <a:gd name="connsiteX1246" fmla="*/ 226790 w 552450"/>
                <a:gd name="connsiteY1246" fmla="*/ 459391 h 495300"/>
                <a:gd name="connsiteX1247" fmla="*/ 227457 w 552450"/>
                <a:gd name="connsiteY1247" fmla="*/ 461296 h 495300"/>
                <a:gd name="connsiteX1248" fmla="*/ 226219 w 552450"/>
                <a:gd name="connsiteY1248" fmla="*/ 464344 h 495300"/>
                <a:gd name="connsiteX1249" fmla="*/ 222885 w 552450"/>
                <a:gd name="connsiteY1249" fmla="*/ 466249 h 495300"/>
                <a:gd name="connsiteX1250" fmla="*/ 216027 w 552450"/>
                <a:gd name="connsiteY1250" fmla="*/ 468344 h 495300"/>
                <a:gd name="connsiteX1251" fmla="*/ 211264 w 552450"/>
                <a:gd name="connsiteY1251" fmla="*/ 471392 h 495300"/>
                <a:gd name="connsiteX1252" fmla="*/ 209740 w 552450"/>
                <a:gd name="connsiteY1252" fmla="*/ 471868 h 495300"/>
                <a:gd name="connsiteX1253" fmla="*/ 207645 w 552450"/>
                <a:gd name="connsiteY1253" fmla="*/ 471964 h 495300"/>
                <a:gd name="connsiteX1254" fmla="*/ 206597 w 552450"/>
                <a:gd name="connsiteY1254" fmla="*/ 471868 h 495300"/>
                <a:gd name="connsiteX1255" fmla="*/ 205930 w 552450"/>
                <a:gd name="connsiteY1255" fmla="*/ 471488 h 495300"/>
                <a:gd name="connsiteX1256" fmla="*/ 205073 w 552450"/>
                <a:gd name="connsiteY1256" fmla="*/ 470059 h 495300"/>
                <a:gd name="connsiteX1257" fmla="*/ 204692 w 552450"/>
                <a:gd name="connsiteY1257" fmla="*/ 469487 h 495300"/>
                <a:gd name="connsiteX1258" fmla="*/ 204025 w 552450"/>
                <a:gd name="connsiteY1258" fmla="*/ 469011 h 495300"/>
                <a:gd name="connsiteX1259" fmla="*/ 202406 w 552450"/>
                <a:gd name="connsiteY1259" fmla="*/ 468820 h 495300"/>
                <a:gd name="connsiteX1260" fmla="*/ 200596 w 552450"/>
                <a:gd name="connsiteY1260" fmla="*/ 469487 h 495300"/>
                <a:gd name="connsiteX1261" fmla="*/ 199168 w 552450"/>
                <a:gd name="connsiteY1261" fmla="*/ 470630 h 495300"/>
                <a:gd name="connsiteX1262" fmla="*/ 198596 w 552450"/>
                <a:gd name="connsiteY1262" fmla="*/ 472154 h 495300"/>
                <a:gd name="connsiteX1263" fmla="*/ 198787 w 552450"/>
                <a:gd name="connsiteY1263" fmla="*/ 473202 h 495300"/>
                <a:gd name="connsiteX1264" fmla="*/ 199549 w 552450"/>
                <a:gd name="connsiteY1264" fmla="*/ 474821 h 495300"/>
                <a:gd name="connsiteX1265" fmla="*/ 199739 w 552450"/>
                <a:gd name="connsiteY1265" fmla="*/ 475583 h 495300"/>
                <a:gd name="connsiteX1266" fmla="*/ 199263 w 552450"/>
                <a:gd name="connsiteY1266" fmla="*/ 476536 h 495300"/>
                <a:gd name="connsiteX1267" fmla="*/ 198120 w 552450"/>
                <a:gd name="connsiteY1267" fmla="*/ 476726 h 495300"/>
                <a:gd name="connsiteX1268" fmla="*/ 195834 w 552450"/>
                <a:gd name="connsiteY1268" fmla="*/ 476631 h 495300"/>
                <a:gd name="connsiteX1269" fmla="*/ 193072 w 552450"/>
                <a:gd name="connsiteY1269" fmla="*/ 478441 h 495300"/>
                <a:gd name="connsiteX1270" fmla="*/ 191262 w 552450"/>
                <a:gd name="connsiteY1270" fmla="*/ 478822 h 495300"/>
                <a:gd name="connsiteX1271" fmla="*/ 190024 w 552450"/>
                <a:gd name="connsiteY1271" fmla="*/ 479393 h 495300"/>
                <a:gd name="connsiteX1272" fmla="*/ 189357 w 552450"/>
                <a:gd name="connsiteY1272" fmla="*/ 479393 h 495300"/>
                <a:gd name="connsiteX1273" fmla="*/ 188690 w 552450"/>
                <a:gd name="connsiteY1273" fmla="*/ 479107 h 495300"/>
                <a:gd name="connsiteX1274" fmla="*/ 187642 w 552450"/>
                <a:gd name="connsiteY1274" fmla="*/ 478155 h 495300"/>
                <a:gd name="connsiteX1275" fmla="*/ 186880 w 552450"/>
                <a:gd name="connsiteY1275" fmla="*/ 477964 h 495300"/>
                <a:gd name="connsiteX1276" fmla="*/ 182785 w 552450"/>
                <a:gd name="connsiteY1276" fmla="*/ 478726 h 495300"/>
                <a:gd name="connsiteX1277" fmla="*/ 181927 w 552450"/>
                <a:gd name="connsiteY1277" fmla="*/ 479107 h 495300"/>
                <a:gd name="connsiteX1278" fmla="*/ 180213 w 552450"/>
                <a:gd name="connsiteY1278" fmla="*/ 481489 h 495300"/>
                <a:gd name="connsiteX1279" fmla="*/ 179451 w 552450"/>
                <a:gd name="connsiteY1279" fmla="*/ 483013 h 495300"/>
                <a:gd name="connsiteX1280" fmla="*/ 179832 w 552450"/>
                <a:gd name="connsiteY1280" fmla="*/ 483680 h 495300"/>
                <a:gd name="connsiteX1281" fmla="*/ 184499 w 552450"/>
                <a:gd name="connsiteY1281" fmla="*/ 483680 h 495300"/>
                <a:gd name="connsiteX1282" fmla="*/ 184785 w 552450"/>
                <a:gd name="connsiteY1282" fmla="*/ 485013 h 495300"/>
                <a:gd name="connsiteX1283" fmla="*/ 183832 w 552450"/>
                <a:gd name="connsiteY1283" fmla="*/ 486251 h 495300"/>
                <a:gd name="connsiteX1284" fmla="*/ 181737 w 552450"/>
                <a:gd name="connsiteY1284" fmla="*/ 487870 h 495300"/>
                <a:gd name="connsiteX1285" fmla="*/ 181451 w 552450"/>
                <a:gd name="connsiteY1285" fmla="*/ 489680 h 495300"/>
                <a:gd name="connsiteX1286" fmla="*/ 182023 w 552450"/>
                <a:gd name="connsiteY1286" fmla="*/ 490918 h 495300"/>
                <a:gd name="connsiteX1287" fmla="*/ 182785 w 552450"/>
                <a:gd name="connsiteY1287" fmla="*/ 491871 h 495300"/>
                <a:gd name="connsiteX1288" fmla="*/ 183356 w 552450"/>
                <a:gd name="connsiteY1288" fmla="*/ 492823 h 495300"/>
                <a:gd name="connsiteX1289" fmla="*/ 183737 w 552450"/>
                <a:gd name="connsiteY1289" fmla="*/ 494919 h 495300"/>
                <a:gd name="connsiteX1290" fmla="*/ 183356 w 552450"/>
                <a:gd name="connsiteY1290" fmla="*/ 495681 h 495300"/>
                <a:gd name="connsiteX1291" fmla="*/ 182594 w 552450"/>
                <a:gd name="connsiteY1291" fmla="*/ 496062 h 495300"/>
                <a:gd name="connsiteX1292" fmla="*/ 181832 w 552450"/>
                <a:gd name="connsiteY1292" fmla="*/ 497110 h 495300"/>
                <a:gd name="connsiteX1293" fmla="*/ 183261 w 552450"/>
                <a:gd name="connsiteY1293" fmla="*/ 498062 h 495300"/>
                <a:gd name="connsiteX1294" fmla="*/ 184023 w 552450"/>
                <a:gd name="connsiteY1294" fmla="*/ 499681 h 495300"/>
                <a:gd name="connsiteX1295" fmla="*/ 184975 w 552450"/>
                <a:gd name="connsiteY1295" fmla="*/ 501205 h 495300"/>
                <a:gd name="connsiteX1296" fmla="*/ 187071 w 552450"/>
                <a:gd name="connsiteY1296" fmla="*/ 501872 h 495300"/>
                <a:gd name="connsiteX1297" fmla="*/ 188595 w 552450"/>
                <a:gd name="connsiteY1297" fmla="*/ 501205 h 495300"/>
                <a:gd name="connsiteX1298" fmla="*/ 192310 w 552450"/>
                <a:gd name="connsiteY1298" fmla="*/ 496348 h 495300"/>
                <a:gd name="connsiteX1299" fmla="*/ 190786 w 552450"/>
                <a:gd name="connsiteY1299" fmla="*/ 496252 h 495300"/>
                <a:gd name="connsiteX1300" fmla="*/ 190119 w 552450"/>
                <a:gd name="connsiteY1300" fmla="*/ 496348 h 495300"/>
                <a:gd name="connsiteX1301" fmla="*/ 191643 w 552450"/>
                <a:gd name="connsiteY1301" fmla="*/ 493966 h 495300"/>
                <a:gd name="connsiteX1302" fmla="*/ 193548 w 552450"/>
                <a:gd name="connsiteY1302" fmla="*/ 494347 h 495300"/>
                <a:gd name="connsiteX1303" fmla="*/ 195739 w 552450"/>
                <a:gd name="connsiteY1303" fmla="*/ 495109 h 495300"/>
                <a:gd name="connsiteX1304" fmla="*/ 200311 w 552450"/>
                <a:gd name="connsiteY1304" fmla="*/ 492442 h 495300"/>
                <a:gd name="connsiteX1305" fmla="*/ 203168 w 552450"/>
                <a:gd name="connsiteY1305" fmla="*/ 492252 h 495300"/>
                <a:gd name="connsiteX1306" fmla="*/ 211550 w 552450"/>
                <a:gd name="connsiteY1306" fmla="*/ 492919 h 495300"/>
                <a:gd name="connsiteX1307" fmla="*/ 212693 w 552450"/>
                <a:gd name="connsiteY1307" fmla="*/ 492442 h 495300"/>
                <a:gd name="connsiteX1308" fmla="*/ 213170 w 552450"/>
                <a:gd name="connsiteY1308" fmla="*/ 491204 h 495300"/>
                <a:gd name="connsiteX1309" fmla="*/ 213741 w 552450"/>
                <a:gd name="connsiteY1309" fmla="*/ 491109 h 495300"/>
                <a:gd name="connsiteX1310" fmla="*/ 216979 w 552450"/>
                <a:gd name="connsiteY1310" fmla="*/ 487966 h 495300"/>
                <a:gd name="connsiteX1311" fmla="*/ 219265 w 552450"/>
                <a:gd name="connsiteY1311" fmla="*/ 487489 h 495300"/>
                <a:gd name="connsiteX1312" fmla="*/ 225171 w 552450"/>
                <a:gd name="connsiteY1312" fmla="*/ 488061 h 495300"/>
                <a:gd name="connsiteX1313" fmla="*/ 226885 w 552450"/>
                <a:gd name="connsiteY1313" fmla="*/ 486727 h 495300"/>
                <a:gd name="connsiteX1314" fmla="*/ 228505 w 552450"/>
                <a:gd name="connsiteY1314" fmla="*/ 487585 h 495300"/>
                <a:gd name="connsiteX1315" fmla="*/ 229171 w 552450"/>
                <a:gd name="connsiteY1315" fmla="*/ 486537 h 495300"/>
                <a:gd name="connsiteX1316" fmla="*/ 229076 w 552450"/>
                <a:gd name="connsiteY1316" fmla="*/ 484632 h 495300"/>
                <a:gd name="connsiteX1317" fmla="*/ 228314 w 552450"/>
                <a:gd name="connsiteY1317" fmla="*/ 482822 h 495300"/>
                <a:gd name="connsiteX1318" fmla="*/ 226981 w 552450"/>
                <a:gd name="connsiteY1318" fmla="*/ 481584 h 495300"/>
                <a:gd name="connsiteX1319" fmla="*/ 225552 w 552450"/>
                <a:gd name="connsiteY1319" fmla="*/ 481108 h 495300"/>
                <a:gd name="connsiteX1320" fmla="*/ 222313 w 552450"/>
                <a:gd name="connsiteY1320" fmla="*/ 481108 h 495300"/>
                <a:gd name="connsiteX1321" fmla="*/ 220218 w 552450"/>
                <a:gd name="connsiteY1321" fmla="*/ 480155 h 495300"/>
                <a:gd name="connsiteX1322" fmla="*/ 219837 w 552450"/>
                <a:gd name="connsiteY1322" fmla="*/ 479774 h 495300"/>
                <a:gd name="connsiteX1323" fmla="*/ 220218 w 552450"/>
                <a:gd name="connsiteY1323" fmla="*/ 478917 h 495300"/>
                <a:gd name="connsiteX1324" fmla="*/ 221171 w 552450"/>
                <a:gd name="connsiteY1324" fmla="*/ 478536 h 495300"/>
                <a:gd name="connsiteX1325" fmla="*/ 223171 w 552450"/>
                <a:gd name="connsiteY1325" fmla="*/ 478250 h 495300"/>
                <a:gd name="connsiteX1326" fmla="*/ 224695 w 552450"/>
                <a:gd name="connsiteY1326" fmla="*/ 477774 h 495300"/>
                <a:gd name="connsiteX1327" fmla="*/ 225076 w 552450"/>
                <a:gd name="connsiteY1327" fmla="*/ 477393 h 495300"/>
                <a:gd name="connsiteX1328" fmla="*/ 225362 w 552450"/>
                <a:gd name="connsiteY1328" fmla="*/ 476250 h 495300"/>
                <a:gd name="connsiteX1329" fmla="*/ 225457 w 552450"/>
                <a:gd name="connsiteY1329" fmla="*/ 475297 h 495300"/>
                <a:gd name="connsiteX1330" fmla="*/ 225266 w 552450"/>
                <a:gd name="connsiteY1330" fmla="*/ 474631 h 495300"/>
                <a:gd name="connsiteX1331" fmla="*/ 224695 w 552450"/>
                <a:gd name="connsiteY1331" fmla="*/ 474250 h 495300"/>
                <a:gd name="connsiteX1332" fmla="*/ 223647 w 552450"/>
                <a:gd name="connsiteY1332" fmla="*/ 474155 h 495300"/>
                <a:gd name="connsiteX1333" fmla="*/ 226409 w 552450"/>
                <a:gd name="connsiteY1333" fmla="*/ 472916 h 495300"/>
                <a:gd name="connsiteX1334" fmla="*/ 227171 w 552450"/>
                <a:gd name="connsiteY1334" fmla="*/ 472821 h 495300"/>
                <a:gd name="connsiteX1335" fmla="*/ 229552 w 552450"/>
                <a:gd name="connsiteY1335" fmla="*/ 473011 h 495300"/>
                <a:gd name="connsiteX1336" fmla="*/ 231838 w 552450"/>
                <a:gd name="connsiteY1336" fmla="*/ 473583 h 495300"/>
                <a:gd name="connsiteX1337" fmla="*/ 231838 w 552450"/>
                <a:gd name="connsiteY1337" fmla="*/ 472821 h 495300"/>
                <a:gd name="connsiteX1338" fmla="*/ 230314 w 552450"/>
                <a:gd name="connsiteY1338" fmla="*/ 471773 h 495300"/>
                <a:gd name="connsiteX1339" fmla="*/ 230696 w 552450"/>
                <a:gd name="connsiteY1339" fmla="*/ 470725 h 495300"/>
                <a:gd name="connsiteX1340" fmla="*/ 232315 w 552450"/>
                <a:gd name="connsiteY1340" fmla="*/ 470344 h 495300"/>
                <a:gd name="connsiteX1341" fmla="*/ 234505 w 552450"/>
                <a:gd name="connsiteY1341" fmla="*/ 471488 h 495300"/>
                <a:gd name="connsiteX1342" fmla="*/ 235648 w 552450"/>
                <a:gd name="connsiteY1342" fmla="*/ 473011 h 495300"/>
                <a:gd name="connsiteX1343" fmla="*/ 237554 w 552450"/>
                <a:gd name="connsiteY1343" fmla="*/ 476536 h 495300"/>
                <a:gd name="connsiteX1344" fmla="*/ 240506 w 552450"/>
                <a:gd name="connsiteY1344" fmla="*/ 479107 h 495300"/>
                <a:gd name="connsiteX1345" fmla="*/ 241459 w 552450"/>
                <a:gd name="connsiteY1345" fmla="*/ 479393 h 495300"/>
                <a:gd name="connsiteX1346" fmla="*/ 242411 w 552450"/>
                <a:gd name="connsiteY1346" fmla="*/ 478822 h 495300"/>
                <a:gd name="connsiteX1347" fmla="*/ 243745 w 552450"/>
                <a:gd name="connsiteY1347" fmla="*/ 477584 h 495300"/>
                <a:gd name="connsiteX1348" fmla="*/ 244316 w 552450"/>
                <a:gd name="connsiteY1348" fmla="*/ 476726 h 495300"/>
                <a:gd name="connsiteX1349" fmla="*/ 244316 w 552450"/>
                <a:gd name="connsiteY1349" fmla="*/ 475678 h 495300"/>
                <a:gd name="connsiteX1350" fmla="*/ 243078 w 552450"/>
                <a:gd name="connsiteY1350" fmla="*/ 474059 h 495300"/>
                <a:gd name="connsiteX1351" fmla="*/ 239744 w 552450"/>
                <a:gd name="connsiteY1351" fmla="*/ 472249 h 495300"/>
                <a:gd name="connsiteX1352" fmla="*/ 238887 w 552450"/>
                <a:gd name="connsiteY1352" fmla="*/ 470059 h 495300"/>
                <a:gd name="connsiteX1353" fmla="*/ 241173 w 552450"/>
                <a:gd name="connsiteY1353" fmla="*/ 470344 h 495300"/>
                <a:gd name="connsiteX1354" fmla="*/ 243078 w 552450"/>
                <a:gd name="connsiteY1354" fmla="*/ 471011 h 495300"/>
                <a:gd name="connsiteX1355" fmla="*/ 246602 w 552450"/>
                <a:gd name="connsiteY1355" fmla="*/ 472916 h 495300"/>
                <a:gd name="connsiteX1356" fmla="*/ 246412 w 552450"/>
                <a:gd name="connsiteY1356" fmla="*/ 471678 h 495300"/>
                <a:gd name="connsiteX1357" fmla="*/ 245840 w 552450"/>
                <a:gd name="connsiteY1357" fmla="*/ 470725 h 495300"/>
                <a:gd name="connsiteX1358" fmla="*/ 244983 w 552450"/>
                <a:gd name="connsiteY1358" fmla="*/ 469963 h 495300"/>
                <a:gd name="connsiteX1359" fmla="*/ 243935 w 552450"/>
                <a:gd name="connsiteY1359" fmla="*/ 469487 h 495300"/>
                <a:gd name="connsiteX1360" fmla="*/ 245173 w 552450"/>
                <a:gd name="connsiteY1360" fmla="*/ 468820 h 495300"/>
                <a:gd name="connsiteX1361" fmla="*/ 246221 w 552450"/>
                <a:gd name="connsiteY1361" fmla="*/ 469106 h 495300"/>
                <a:gd name="connsiteX1362" fmla="*/ 247174 w 552450"/>
                <a:gd name="connsiteY1362" fmla="*/ 469773 h 495300"/>
                <a:gd name="connsiteX1363" fmla="*/ 248221 w 552450"/>
                <a:gd name="connsiteY1363" fmla="*/ 470154 h 495300"/>
                <a:gd name="connsiteX1364" fmla="*/ 249555 w 552450"/>
                <a:gd name="connsiteY1364" fmla="*/ 469678 h 495300"/>
                <a:gd name="connsiteX1365" fmla="*/ 250507 w 552450"/>
                <a:gd name="connsiteY1365" fmla="*/ 468725 h 495300"/>
                <a:gd name="connsiteX1366" fmla="*/ 251270 w 552450"/>
                <a:gd name="connsiteY1366" fmla="*/ 467773 h 495300"/>
                <a:gd name="connsiteX1367" fmla="*/ 251841 w 552450"/>
                <a:gd name="connsiteY1367" fmla="*/ 467392 h 495300"/>
                <a:gd name="connsiteX1368" fmla="*/ 256222 w 552450"/>
                <a:gd name="connsiteY1368" fmla="*/ 467677 h 495300"/>
                <a:gd name="connsiteX1369" fmla="*/ 256984 w 552450"/>
                <a:gd name="connsiteY1369" fmla="*/ 466915 h 495300"/>
                <a:gd name="connsiteX1370" fmla="*/ 256032 w 552450"/>
                <a:gd name="connsiteY1370" fmla="*/ 464439 h 495300"/>
                <a:gd name="connsiteX1371" fmla="*/ 256699 w 552450"/>
                <a:gd name="connsiteY1371" fmla="*/ 463582 h 495300"/>
                <a:gd name="connsiteX1372" fmla="*/ 257365 w 552450"/>
                <a:gd name="connsiteY1372" fmla="*/ 463391 h 495300"/>
                <a:gd name="connsiteX1373" fmla="*/ 258032 w 552450"/>
                <a:gd name="connsiteY1373" fmla="*/ 463391 h 495300"/>
                <a:gd name="connsiteX1374" fmla="*/ 258794 w 552450"/>
                <a:gd name="connsiteY1374" fmla="*/ 463105 h 495300"/>
                <a:gd name="connsiteX1375" fmla="*/ 263080 w 552450"/>
                <a:gd name="connsiteY1375" fmla="*/ 459295 h 495300"/>
                <a:gd name="connsiteX1376" fmla="*/ 264319 w 552450"/>
                <a:gd name="connsiteY1376" fmla="*/ 458819 h 495300"/>
                <a:gd name="connsiteX1377" fmla="*/ 265938 w 552450"/>
                <a:gd name="connsiteY1377" fmla="*/ 458819 h 495300"/>
                <a:gd name="connsiteX1378" fmla="*/ 264890 w 552450"/>
                <a:gd name="connsiteY1378" fmla="*/ 457962 h 495300"/>
                <a:gd name="connsiteX1379" fmla="*/ 263747 w 552450"/>
                <a:gd name="connsiteY1379" fmla="*/ 457581 h 495300"/>
                <a:gd name="connsiteX1380" fmla="*/ 261271 w 552450"/>
                <a:gd name="connsiteY1380" fmla="*/ 457486 h 495300"/>
                <a:gd name="connsiteX1381" fmla="*/ 261271 w 552450"/>
                <a:gd name="connsiteY1381" fmla="*/ 457009 h 495300"/>
                <a:gd name="connsiteX1382" fmla="*/ 261842 w 552450"/>
                <a:gd name="connsiteY1382" fmla="*/ 455866 h 495300"/>
                <a:gd name="connsiteX1383" fmla="*/ 262318 w 552450"/>
                <a:gd name="connsiteY1383" fmla="*/ 454438 h 495300"/>
                <a:gd name="connsiteX1384" fmla="*/ 262223 w 552450"/>
                <a:gd name="connsiteY1384" fmla="*/ 453199 h 495300"/>
                <a:gd name="connsiteX1385" fmla="*/ 268891 w 552450"/>
                <a:gd name="connsiteY1385" fmla="*/ 448056 h 495300"/>
                <a:gd name="connsiteX1386" fmla="*/ 272224 w 552450"/>
                <a:gd name="connsiteY1386" fmla="*/ 444532 h 495300"/>
                <a:gd name="connsiteX1387" fmla="*/ 272605 w 552450"/>
                <a:gd name="connsiteY1387" fmla="*/ 441960 h 495300"/>
                <a:gd name="connsiteX1388" fmla="*/ 272891 w 552450"/>
                <a:gd name="connsiteY1388" fmla="*/ 441388 h 495300"/>
                <a:gd name="connsiteX1389" fmla="*/ 272987 w 552450"/>
                <a:gd name="connsiteY1389" fmla="*/ 441103 h 495300"/>
                <a:gd name="connsiteX1390" fmla="*/ 273082 w 552450"/>
                <a:gd name="connsiteY1390" fmla="*/ 440626 h 495300"/>
                <a:gd name="connsiteX1391" fmla="*/ 274320 w 552450"/>
                <a:gd name="connsiteY1391" fmla="*/ 441198 h 495300"/>
                <a:gd name="connsiteX1392" fmla="*/ 275082 w 552450"/>
                <a:gd name="connsiteY1392" fmla="*/ 440150 h 495300"/>
                <a:gd name="connsiteX1393" fmla="*/ 275654 w 552450"/>
                <a:gd name="connsiteY1393" fmla="*/ 438626 h 495300"/>
                <a:gd name="connsiteX1394" fmla="*/ 276130 w 552450"/>
                <a:gd name="connsiteY1394" fmla="*/ 437864 h 495300"/>
                <a:gd name="connsiteX1395" fmla="*/ 277177 w 552450"/>
                <a:gd name="connsiteY1395" fmla="*/ 437578 h 495300"/>
                <a:gd name="connsiteX1396" fmla="*/ 278416 w 552450"/>
                <a:gd name="connsiteY1396" fmla="*/ 436816 h 495300"/>
                <a:gd name="connsiteX1397" fmla="*/ 279559 w 552450"/>
                <a:gd name="connsiteY1397" fmla="*/ 435769 h 495300"/>
                <a:gd name="connsiteX1398" fmla="*/ 280511 w 552450"/>
                <a:gd name="connsiteY1398" fmla="*/ 434721 h 495300"/>
                <a:gd name="connsiteX1399" fmla="*/ 281368 w 552450"/>
                <a:gd name="connsiteY1399" fmla="*/ 434149 h 495300"/>
                <a:gd name="connsiteX1400" fmla="*/ 283559 w 552450"/>
                <a:gd name="connsiteY1400" fmla="*/ 433388 h 495300"/>
                <a:gd name="connsiteX1401" fmla="*/ 284607 w 552450"/>
                <a:gd name="connsiteY1401" fmla="*/ 431768 h 495300"/>
                <a:gd name="connsiteX1402" fmla="*/ 286036 w 552450"/>
                <a:gd name="connsiteY1402" fmla="*/ 431482 h 495300"/>
                <a:gd name="connsiteX1403" fmla="*/ 288703 w 552450"/>
                <a:gd name="connsiteY1403" fmla="*/ 431578 h 495300"/>
                <a:gd name="connsiteX1404" fmla="*/ 290513 w 552450"/>
                <a:gd name="connsiteY1404" fmla="*/ 431101 h 495300"/>
                <a:gd name="connsiteX1405" fmla="*/ 292608 w 552450"/>
                <a:gd name="connsiteY1405" fmla="*/ 430054 h 495300"/>
                <a:gd name="connsiteX1406" fmla="*/ 296132 w 552450"/>
                <a:gd name="connsiteY1406" fmla="*/ 427291 h 495300"/>
                <a:gd name="connsiteX1407" fmla="*/ 296608 w 552450"/>
                <a:gd name="connsiteY1407" fmla="*/ 427006 h 495300"/>
                <a:gd name="connsiteX1408" fmla="*/ 296989 w 552450"/>
                <a:gd name="connsiteY1408" fmla="*/ 427101 h 495300"/>
                <a:gd name="connsiteX1409" fmla="*/ 297371 w 552450"/>
                <a:gd name="connsiteY1409" fmla="*/ 427101 h 495300"/>
                <a:gd name="connsiteX1410" fmla="*/ 297751 w 552450"/>
                <a:gd name="connsiteY1410" fmla="*/ 426625 h 495300"/>
                <a:gd name="connsiteX1411" fmla="*/ 297847 w 552450"/>
                <a:gd name="connsiteY1411" fmla="*/ 425863 h 495300"/>
                <a:gd name="connsiteX1412" fmla="*/ 297561 w 552450"/>
                <a:gd name="connsiteY1412" fmla="*/ 425291 h 495300"/>
                <a:gd name="connsiteX1413" fmla="*/ 297275 w 552450"/>
                <a:gd name="connsiteY1413" fmla="*/ 424815 h 495300"/>
                <a:gd name="connsiteX1414" fmla="*/ 297275 w 552450"/>
                <a:gd name="connsiteY1414" fmla="*/ 424434 h 495300"/>
                <a:gd name="connsiteX1415" fmla="*/ 297942 w 552450"/>
                <a:gd name="connsiteY1415" fmla="*/ 423863 h 495300"/>
                <a:gd name="connsiteX1416" fmla="*/ 298513 w 552450"/>
                <a:gd name="connsiteY1416" fmla="*/ 424148 h 495300"/>
                <a:gd name="connsiteX1417" fmla="*/ 299180 w 552450"/>
                <a:gd name="connsiteY1417" fmla="*/ 425005 h 495300"/>
                <a:gd name="connsiteX1418" fmla="*/ 300038 w 552450"/>
                <a:gd name="connsiteY1418" fmla="*/ 425863 h 495300"/>
                <a:gd name="connsiteX1419" fmla="*/ 303943 w 552450"/>
                <a:gd name="connsiteY1419" fmla="*/ 421576 h 495300"/>
                <a:gd name="connsiteX1420" fmla="*/ 304419 w 552450"/>
                <a:gd name="connsiteY1420" fmla="*/ 419767 h 495300"/>
                <a:gd name="connsiteX1421" fmla="*/ 304895 w 552450"/>
                <a:gd name="connsiteY1421" fmla="*/ 419100 h 495300"/>
                <a:gd name="connsiteX1422" fmla="*/ 305943 w 552450"/>
                <a:gd name="connsiteY1422" fmla="*/ 419576 h 495300"/>
                <a:gd name="connsiteX1423" fmla="*/ 306896 w 552450"/>
                <a:gd name="connsiteY1423" fmla="*/ 420434 h 495300"/>
                <a:gd name="connsiteX1424" fmla="*/ 307181 w 552450"/>
                <a:gd name="connsiteY1424" fmla="*/ 420910 h 495300"/>
                <a:gd name="connsiteX1425" fmla="*/ 308134 w 552450"/>
                <a:gd name="connsiteY1425" fmla="*/ 420624 h 495300"/>
                <a:gd name="connsiteX1426" fmla="*/ 308800 w 552450"/>
                <a:gd name="connsiteY1426" fmla="*/ 420052 h 495300"/>
                <a:gd name="connsiteX1427" fmla="*/ 309943 w 552450"/>
                <a:gd name="connsiteY1427" fmla="*/ 418814 h 495300"/>
                <a:gd name="connsiteX1428" fmla="*/ 314611 w 552450"/>
                <a:gd name="connsiteY1428" fmla="*/ 416528 h 495300"/>
                <a:gd name="connsiteX1429" fmla="*/ 315468 w 552450"/>
                <a:gd name="connsiteY1429" fmla="*/ 416338 h 495300"/>
                <a:gd name="connsiteX1430" fmla="*/ 316135 w 552450"/>
                <a:gd name="connsiteY1430" fmla="*/ 415099 h 495300"/>
                <a:gd name="connsiteX1431" fmla="*/ 320992 w 552450"/>
                <a:gd name="connsiteY1431" fmla="*/ 410432 h 495300"/>
                <a:gd name="connsiteX1432" fmla="*/ 322802 w 552450"/>
                <a:gd name="connsiteY1432" fmla="*/ 411670 h 495300"/>
                <a:gd name="connsiteX1433" fmla="*/ 328708 w 552450"/>
                <a:gd name="connsiteY1433" fmla="*/ 410242 h 495300"/>
                <a:gd name="connsiteX1434" fmla="*/ 330232 w 552450"/>
                <a:gd name="connsiteY1434" fmla="*/ 411099 h 495300"/>
                <a:gd name="connsiteX1435" fmla="*/ 332518 w 552450"/>
                <a:gd name="connsiteY1435" fmla="*/ 408527 h 495300"/>
                <a:gd name="connsiteX1436" fmla="*/ 332804 w 552450"/>
                <a:gd name="connsiteY1436" fmla="*/ 407194 h 495300"/>
                <a:gd name="connsiteX1437" fmla="*/ 331280 w 552450"/>
                <a:gd name="connsiteY1437" fmla="*/ 406241 h 495300"/>
                <a:gd name="connsiteX1438" fmla="*/ 331280 w 552450"/>
                <a:gd name="connsiteY1438" fmla="*/ 405479 h 495300"/>
                <a:gd name="connsiteX1439" fmla="*/ 332422 w 552450"/>
                <a:gd name="connsiteY1439" fmla="*/ 405479 h 495300"/>
                <a:gd name="connsiteX1440" fmla="*/ 333089 w 552450"/>
                <a:gd name="connsiteY1440" fmla="*/ 404908 h 495300"/>
                <a:gd name="connsiteX1441" fmla="*/ 333470 w 552450"/>
                <a:gd name="connsiteY1441" fmla="*/ 404241 h 495300"/>
                <a:gd name="connsiteX1442" fmla="*/ 333756 w 552450"/>
                <a:gd name="connsiteY1442" fmla="*/ 403955 h 495300"/>
                <a:gd name="connsiteX1443" fmla="*/ 334327 w 552450"/>
                <a:gd name="connsiteY1443" fmla="*/ 404050 h 495300"/>
                <a:gd name="connsiteX1444" fmla="*/ 335375 w 552450"/>
                <a:gd name="connsiteY1444" fmla="*/ 404527 h 495300"/>
                <a:gd name="connsiteX1445" fmla="*/ 336232 w 552450"/>
                <a:gd name="connsiteY1445" fmla="*/ 404717 h 495300"/>
                <a:gd name="connsiteX1446" fmla="*/ 337661 w 552450"/>
                <a:gd name="connsiteY1446" fmla="*/ 404527 h 495300"/>
                <a:gd name="connsiteX1447" fmla="*/ 340995 w 552450"/>
                <a:gd name="connsiteY1447" fmla="*/ 403384 h 495300"/>
                <a:gd name="connsiteX1448" fmla="*/ 341662 w 552450"/>
                <a:gd name="connsiteY1448" fmla="*/ 402907 h 495300"/>
                <a:gd name="connsiteX1449" fmla="*/ 343281 w 552450"/>
                <a:gd name="connsiteY1449" fmla="*/ 405479 h 495300"/>
                <a:gd name="connsiteX1450" fmla="*/ 346996 w 552450"/>
                <a:gd name="connsiteY1450" fmla="*/ 405384 h 495300"/>
                <a:gd name="connsiteX1451" fmla="*/ 350901 w 552450"/>
                <a:gd name="connsiteY1451" fmla="*/ 403955 h 495300"/>
                <a:gd name="connsiteX1452" fmla="*/ 354330 w 552450"/>
                <a:gd name="connsiteY1452" fmla="*/ 401764 h 495300"/>
                <a:gd name="connsiteX1453" fmla="*/ 354616 w 552450"/>
                <a:gd name="connsiteY1453" fmla="*/ 401098 h 495300"/>
                <a:gd name="connsiteX1454" fmla="*/ 354139 w 552450"/>
                <a:gd name="connsiteY1454" fmla="*/ 400050 h 495300"/>
                <a:gd name="connsiteX1455" fmla="*/ 353473 w 552450"/>
                <a:gd name="connsiteY1455" fmla="*/ 399383 h 495300"/>
                <a:gd name="connsiteX1456" fmla="*/ 352996 w 552450"/>
                <a:gd name="connsiteY1456" fmla="*/ 399288 h 495300"/>
                <a:gd name="connsiteX1457" fmla="*/ 352425 w 552450"/>
                <a:gd name="connsiteY1457" fmla="*/ 399288 h 495300"/>
                <a:gd name="connsiteX1458" fmla="*/ 350710 w 552450"/>
                <a:gd name="connsiteY1458" fmla="*/ 398716 h 495300"/>
                <a:gd name="connsiteX1459" fmla="*/ 350044 w 552450"/>
                <a:gd name="connsiteY1459" fmla="*/ 398621 h 495300"/>
                <a:gd name="connsiteX1460" fmla="*/ 349567 w 552450"/>
                <a:gd name="connsiteY1460" fmla="*/ 398240 h 495300"/>
                <a:gd name="connsiteX1461" fmla="*/ 349377 w 552450"/>
                <a:gd name="connsiteY1461" fmla="*/ 397192 h 495300"/>
                <a:gd name="connsiteX1462" fmla="*/ 349853 w 552450"/>
                <a:gd name="connsiteY1462" fmla="*/ 396145 h 495300"/>
                <a:gd name="connsiteX1463" fmla="*/ 350901 w 552450"/>
                <a:gd name="connsiteY1463" fmla="*/ 396145 h 495300"/>
                <a:gd name="connsiteX1464" fmla="*/ 352996 w 552450"/>
                <a:gd name="connsiteY1464" fmla="*/ 396811 h 495300"/>
                <a:gd name="connsiteX1465" fmla="*/ 354330 w 552450"/>
                <a:gd name="connsiteY1465" fmla="*/ 396240 h 495300"/>
                <a:gd name="connsiteX1466" fmla="*/ 354139 w 552450"/>
                <a:gd name="connsiteY1466" fmla="*/ 394811 h 495300"/>
                <a:gd name="connsiteX1467" fmla="*/ 353282 w 552450"/>
                <a:gd name="connsiteY1467" fmla="*/ 393192 h 495300"/>
                <a:gd name="connsiteX1468" fmla="*/ 352425 w 552450"/>
                <a:gd name="connsiteY1468" fmla="*/ 392049 h 495300"/>
                <a:gd name="connsiteX1469" fmla="*/ 351949 w 552450"/>
                <a:gd name="connsiteY1469" fmla="*/ 391096 h 495300"/>
                <a:gd name="connsiteX1470" fmla="*/ 352139 w 552450"/>
                <a:gd name="connsiteY1470" fmla="*/ 390430 h 495300"/>
                <a:gd name="connsiteX1471" fmla="*/ 352711 w 552450"/>
                <a:gd name="connsiteY1471" fmla="*/ 389953 h 495300"/>
                <a:gd name="connsiteX1472" fmla="*/ 353282 w 552450"/>
                <a:gd name="connsiteY1472" fmla="*/ 389668 h 495300"/>
                <a:gd name="connsiteX1473" fmla="*/ 353377 w 552450"/>
                <a:gd name="connsiteY1473" fmla="*/ 390239 h 495300"/>
                <a:gd name="connsiteX1474" fmla="*/ 353758 w 552450"/>
                <a:gd name="connsiteY1474" fmla="*/ 391287 h 495300"/>
                <a:gd name="connsiteX1475" fmla="*/ 354330 w 552450"/>
                <a:gd name="connsiteY1475" fmla="*/ 391668 h 495300"/>
                <a:gd name="connsiteX1476" fmla="*/ 355092 w 552450"/>
                <a:gd name="connsiteY1476" fmla="*/ 390334 h 495300"/>
                <a:gd name="connsiteX1477" fmla="*/ 356045 w 552450"/>
                <a:gd name="connsiteY1477" fmla="*/ 391001 h 495300"/>
                <a:gd name="connsiteX1478" fmla="*/ 357473 w 552450"/>
                <a:gd name="connsiteY1478" fmla="*/ 393001 h 495300"/>
                <a:gd name="connsiteX1479" fmla="*/ 358330 w 552450"/>
                <a:gd name="connsiteY1479" fmla="*/ 393859 h 495300"/>
                <a:gd name="connsiteX1480" fmla="*/ 360331 w 552450"/>
                <a:gd name="connsiteY1480" fmla="*/ 392906 h 495300"/>
                <a:gd name="connsiteX1481" fmla="*/ 362331 w 552450"/>
                <a:gd name="connsiteY1481" fmla="*/ 392906 h 495300"/>
                <a:gd name="connsiteX1482" fmla="*/ 364141 w 552450"/>
                <a:gd name="connsiteY1482" fmla="*/ 392430 h 495300"/>
                <a:gd name="connsiteX1483" fmla="*/ 365474 w 552450"/>
                <a:gd name="connsiteY1483" fmla="*/ 390334 h 495300"/>
                <a:gd name="connsiteX1484" fmla="*/ 364998 w 552450"/>
                <a:gd name="connsiteY1484" fmla="*/ 389477 h 495300"/>
                <a:gd name="connsiteX1485" fmla="*/ 365379 w 552450"/>
                <a:gd name="connsiteY1485" fmla="*/ 388906 h 495300"/>
                <a:gd name="connsiteX1486" fmla="*/ 366046 w 552450"/>
                <a:gd name="connsiteY1486" fmla="*/ 388715 h 495300"/>
                <a:gd name="connsiteX1487" fmla="*/ 366522 w 552450"/>
                <a:gd name="connsiteY1487" fmla="*/ 388810 h 495300"/>
                <a:gd name="connsiteX1488" fmla="*/ 366808 w 552450"/>
                <a:gd name="connsiteY1488" fmla="*/ 389953 h 495300"/>
                <a:gd name="connsiteX1489" fmla="*/ 366617 w 552450"/>
                <a:gd name="connsiteY1489" fmla="*/ 390620 h 495300"/>
                <a:gd name="connsiteX1490" fmla="*/ 366236 w 552450"/>
                <a:gd name="connsiteY1490" fmla="*/ 391096 h 495300"/>
                <a:gd name="connsiteX1491" fmla="*/ 366046 w 552450"/>
                <a:gd name="connsiteY1491" fmla="*/ 391668 h 495300"/>
                <a:gd name="connsiteX1492" fmla="*/ 365855 w 552450"/>
                <a:gd name="connsiteY1492" fmla="*/ 396907 h 495300"/>
                <a:gd name="connsiteX1493" fmla="*/ 366046 w 552450"/>
                <a:gd name="connsiteY1493" fmla="*/ 398050 h 495300"/>
                <a:gd name="connsiteX1494" fmla="*/ 367474 w 552450"/>
                <a:gd name="connsiteY1494" fmla="*/ 398907 h 495300"/>
                <a:gd name="connsiteX1495" fmla="*/ 368903 w 552450"/>
                <a:gd name="connsiteY1495" fmla="*/ 397859 h 495300"/>
                <a:gd name="connsiteX1496" fmla="*/ 371761 w 552450"/>
                <a:gd name="connsiteY1496" fmla="*/ 393478 h 495300"/>
                <a:gd name="connsiteX1497" fmla="*/ 372904 w 552450"/>
                <a:gd name="connsiteY1497" fmla="*/ 392335 h 495300"/>
                <a:gd name="connsiteX1498" fmla="*/ 374332 w 552450"/>
                <a:gd name="connsiteY1498" fmla="*/ 391573 h 495300"/>
                <a:gd name="connsiteX1499" fmla="*/ 375952 w 552450"/>
                <a:gd name="connsiteY1499" fmla="*/ 391668 h 495300"/>
                <a:gd name="connsiteX1500" fmla="*/ 376618 w 552450"/>
                <a:gd name="connsiteY1500" fmla="*/ 392144 h 495300"/>
                <a:gd name="connsiteX1501" fmla="*/ 377095 w 552450"/>
                <a:gd name="connsiteY1501" fmla="*/ 392811 h 495300"/>
                <a:gd name="connsiteX1502" fmla="*/ 377380 w 552450"/>
                <a:gd name="connsiteY1502" fmla="*/ 393382 h 495300"/>
                <a:gd name="connsiteX1503" fmla="*/ 377571 w 552450"/>
                <a:gd name="connsiteY1503" fmla="*/ 393763 h 495300"/>
                <a:gd name="connsiteX1504" fmla="*/ 378333 w 552450"/>
                <a:gd name="connsiteY1504" fmla="*/ 394335 h 495300"/>
                <a:gd name="connsiteX1505" fmla="*/ 378333 w 552450"/>
                <a:gd name="connsiteY1505" fmla="*/ 394525 h 495300"/>
                <a:gd name="connsiteX1506" fmla="*/ 378333 w 552450"/>
                <a:gd name="connsiteY1506" fmla="*/ 394335 h 495300"/>
                <a:gd name="connsiteX1507" fmla="*/ 380524 w 552450"/>
                <a:gd name="connsiteY1507" fmla="*/ 392906 h 495300"/>
                <a:gd name="connsiteX1508" fmla="*/ 381000 w 552450"/>
                <a:gd name="connsiteY1508" fmla="*/ 392049 h 495300"/>
                <a:gd name="connsiteX1509" fmla="*/ 381286 w 552450"/>
                <a:gd name="connsiteY1509" fmla="*/ 389477 h 495300"/>
                <a:gd name="connsiteX1510" fmla="*/ 383000 w 552450"/>
                <a:gd name="connsiteY1510" fmla="*/ 383857 h 495300"/>
                <a:gd name="connsiteX1511" fmla="*/ 383286 w 552450"/>
                <a:gd name="connsiteY1511" fmla="*/ 382048 h 495300"/>
                <a:gd name="connsiteX1512" fmla="*/ 383667 w 552450"/>
                <a:gd name="connsiteY1512" fmla="*/ 380524 h 495300"/>
                <a:gd name="connsiteX1513" fmla="*/ 384429 w 552450"/>
                <a:gd name="connsiteY1513" fmla="*/ 379381 h 495300"/>
                <a:gd name="connsiteX1514" fmla="*/ 385763 w 552450"/>
                <a:gd name="connsiteY1514" fmla="*/ 378905 h 495300"/>
                <a:gd name="connsiteX1515" fmla="*/ 384715 w 552450"/>
                <a:gd name="connsiteY1515" fmla="*/ 383191 h 495300"/>
                <a:gd name="connsiteX1516" fmla="*/ 386810 w 552450"/>
                <a:gd name="connsiteY1516" fmla="*/ 385477 h 495300"/>
                <a:gd name="connsiteX1517" fmla="*/ 390811 w 552450"/>
                <a:gd name="connsiteY1517" fmla="*/ 388144 h 495300"/>
                <a:gd name="connsiteX1518" fmla="*/ 395002 w 552450"/>
                <a:gd name="connsiteY1518" fmla="*/ 389382 h 495300"/>
                <a:gd name="connsiteX1519" fmla="*/ 397764 w 552450"/>
                <a:gd name="connsiteY1519" fmla="*/ 387382 h 495300"/>
                <a:gd name="connsiteX1520" fmla="*/ 398335 w 552450"/>
                <a:gd name="connsiteY1520" fmla="*/ 387382 h 495300"/>
                <a:gd name="connsiteX1521" fmla="*/ 399859 w 552450"/>
                <a:gd name="connsiteY1521" fmla="*/ 388239 h 495300"/>
                <a:gd name="connsiteX1522" fmla="*/ 401955 w 552450"/>
                <a:gd name="connsiteY1522" fmla="*/ 388715 h 495300"/>
                <a:gd name="connsiteX1523" fmla="*/ 404146 w 552450"/>
                <a:gd name="connsiteY1523" fmla="*/ 388906 h 495300"/>
                <a:gd name="connsiteX1524" fmla="*/ 405955 w 552450"/>
                <a:gd name="connsiteY1524" fmla="*/ 388715 h 495300"/>
                <a:gd name="connsiteX1525" fmla="*/ 406717 w 552450"/>
                <a:gd name="connsiteY1525" fmla="*/ 388239 h 495300"/>
                <a:gd name="connsiteX1526" fmla="*/ 407575 w 552450"/>
                <a:gd name="connsiteY1526" fmla="*/ 387477 h 495300"/>
                <a:gd name="connsiteX1527" fmla="*/ 408527 w 552450"/>
                <a:gd name="connsiteY1527" fmla="*/ 387096 h 495300"/>
                <a:gd name="connsiteX1528" fmla="*/ 409575 w 552450"/>
                <a:gd name="connsiteY1528" fmla="*/ 387763 h 495300"/>
                <a:gd name="connsiteX1529" fmla="*/ 410623 w 552450"/>
                <a:gd name="connsiteY1529" fmla="*/ 389191 h 495300"/>
                <a:gd name="connsiteX1530" fmla="*/ 411194 w 552450"/>
                <a:gd name="connsiteY1530" fmla="*/ 389763 h 495300"/>
                <a:gd name="connsiteX1531" fmla="*/ 412051 w 552450"/>
                <a:gd name="connsiteY1531" fmla="*/ 390239 h 495300"/>
                <a:gd name="connsiteX1532" fmla="*/ 413004 w 552450"/>
                <a:gd name="connsiteY1532" fmla="*/ 389668 h 495300"/>
                <a:gd name="connsiteX1533" fmla="*/ 416433 w 552450"/>
                <a:gd name="connsiteY1533" fmla="*/ 388810 h 495300"/>
                <a:gd name="connsiteX1534" fmla="*/ 417576 w 552450"/>
                <a:gd name="connsiteY1534" fmla="*/ 388239 h 495300"/>
                <a:gd name="connsiteX1535" fmla="*/ 418529 w 552450"/>
                <a:gd name="connsiteY1535" fmla="*/ 387572 h 495300"/>
                <a:gd name="connsiteX1536" fmla="*/ 420243 w 552450"/>
                <a:gd name="connsiteY1536" fmla="*/ 385953 h 495300"/>
                <a:gd name="connsiteX1537" fmla="*/ 422624 w 552450"/>
                <a:gd name="connsiteY1537" fmla="*/ 387858 h 495300"/>
                <a:gd name="connsiteX1538" fmla="*/ 424148 w 552450"/>
                <a:gd name="connsiteY1538" fmla="*/ 386905 h 495300"/>
                <a:gd name="connsiteX1539" fmla="*/ 425577 w 552450"/>
                <a:gd name="connsiteY1539" fmla="*/ 384905 h 495300"/>
                <a:gd name="connsiteX1540" fmla="*/ 429387 w 552450"/>
                <a:gd name="connsiteY1540" fmla="*/ 383095 h 495300"/>
                <a:gd name="connsiteX1541" fmla="*/ 434530 w 552450"/>
                <a:gd name="connsiteY1541" fmla="*/ 378047 h 495300"/>
                <a:gd name="connsiteX1542" fmla="*/ 435102 w 552450"/>
                <a:gd name="connsiteY1542" fmla="*/ 377857 h 495300"/>
                <a:gd name="connsiteX1543" fmla="*/ 435673 w 552450"/>
                <a:gd name="connsiteY1543" fmla="*/ 377857 h 495300"/>
                <a:gd name="connsiteX1544" fmla="*/ 436150 w 552450"/>
                <a:gd name="connsiteY1544" fmla="*/ 377761 h 495300"/>
                <a:gd name="connsiteX1545" fmla="*/ 436721 w 552450"/>
                <a:gd name="connsiteY1545" fmla="*/ 377285 h 495300"/>
                <a:gd name="connsiteX1546" fmla="*/ 437102 w 552450"/>
                <a:gd name="connsiteY1546" fmla="*/ 376618 h 495300"/>
                <a:gd name="connsiteX1547" fmla="*/ 437388 w 552450"/>
                <a:gd name="connsiteY1547" fmla="*/ 375190 h 495300"/>
                <a:gd name="connsiteX1548" fmla="*/ 437769 w 552450"/>
                <a:gd name="connsiteY1548" fmla="*/ 374428 h 495300"/>
                <a:gd name="connsiteX1549" fmla="*/ 441293 w 552450"/>
                <a:gd name="connsiteY1549" fmla="*/ 370522 h 495300"/>
                <a:gd name="connsiteX1550" fmla="*/ 442055 w 552450"/>
                <a:gd name="connsiteY1550" fmla="*/ 369284 h 495300"/>
                <a:gd name="connsiteX1551" fmla="*/ 442246 w 552450"/>
                <a:gd name="connsiteY1551" fmla="*/ 368236 h 495300"/>
                <a:gd name="connsiteX1552" fmla="*/ 442150 w 552450"/>
                <a:gd name="connsiteY1552" fmla="*/ 365569 h 495300"/>
                <a:gd name="connsiteX1553" fmla="*/ 441674 w 552450"/>
                <a:gd name="connsiteY1553" fmla="*/ 362521 h 495300"/>
                <a:gd name="connsiteX1554" fmla="*/ 441770 w 552450"/>
                <a:gd name="connsiteY1554" fmla="*/ 361188 h 495300"/>
                <a:gd name="connsiteX1555" fmla="*/ 442722 w 552450"/>
                <a:gd name="connsiteY1555" fmla="*/ 360235 h 495300"/>
                <a:gd name="connsiteX1556" fmla="*/ 443960 w 552450"/>
                <a:gd name="connsiteY1556" fmla="*/ 358997 h 495300"/>
                <a:gd name="connsiteX1557" fmla="*/ 455390 w 552450"/>
                <a:gd name="connsiteY1557" fmla="*/ 348234 h 495300"/>
                <a:gd name="connsiteX1558" fmla="*/ 455771 w 552450"/>
                <a:gd name="connsiteY1558" fmla="*/ 348043 h 495300"/>
                <a:gd name="connsiteX1559" fmla="*/ 456629 w 552450"/>
                <a:gd name="connsiteY1559" fmla="*/ 347853 h 495300"/>
                <a:gd name="connsiteX1560" fmla="*/ 457105 w 552450"/>
                <a:gd name="connsiteY1560" fmla="*/ 347472 h 495300"/>
                <a:gd name="connsiteX1561" fmla="*/ 457200 w 552450"/>
                <a:gd name="connsiteY1561" fmla="*/ 347091 h 495300"/>
                <a:gd name="connsiteX1562" fmla="*/ 457295 w 552450"/>
                <a:gd name="connsiteY1562" fmla="*/ 345853 h 495300"/>
                <a:gd name="connsiteX1563" fmla="*/ 457581 w 552450"/>
                <a:gd name="connsiteY1563" fmla="*/ 345281 h 495300"/>
                <a:gd name="connsiteX1564" fmla="*/ 458819 w 552450"/>
                <a:gd name="connsiteY1564" fmla="*/ 344138 h 495300"/>
                <a:gd name="connsiteX1565" fmla="*/ 462058 w 552450"/>
                <a:gd name="connsiteY1565" fmla="*/ 342043 h 495300"/>
                <a:gd name="connsiteX1566" fmla="*/ 463296 w 552450"/>
                <a:gd name="connsiteY1566" fmla="*/ 340614 h 495300"/>
                <a:gd name="connsiteX1567" fmla="*/ 464534 w 552450"/>
                <a:gd name="connsiteY1567" fmla="*/ 339757 h 495300"/>
                <a:gd name="connsiteX1568" fmla="*/ 468535 w 552450"/>
                <a:gd name="connsiteY1568" fmla="*/ 338899 h 495300"/>
                <a:gd name="connsiteX1569" fmla="*/ 470059 w 552450"/>
                <a:gd name="connsiteY1569" fmla="*/ 338138 h 495300"/>
                <a:gd name="connsiteX1570" fmla="*/ 470916 w 552450"/>
                <a:gd name="connsiteY1570" fmla="*/ 336423 h 495300"/>
                <a:gd name="connsiteX1571" fmla="*/ 471583 w 552450"/>
                <a:gd name="connsiteY1571" fmla="*/ 334042 h 495300"/>
                <a:gd name="connsiteX1572" fmla="*/ 472345 w 552450"/>
                <a:gd name="connsiteY1572" fmla="*/ 331851 h 495300"/>
                <a:gd name="connsiteX1573" fmla="*/ 473583 w 552450"/>
                <a:gd name="connsiteY1573" fmla="*/ 330898 h 495300"/>
                <a:gd name="connsiteX1574" fmla="*/ 475393 w 552450"/>
                <a:gd name="connsiteY1574" fmla="*/ 330422 h 495300"/>
                <a:gd name="connsiteX1575" fmla="*/ 477107 w 552450"/>
                <a:gd name="connsiteY1575" fmla="*/ 329279 h 495300"/>
                <a:gd name="connsiteX1576" fmla="*/ 481013 w 552450"/>
                <a:gd name="connsiteY1576" fmla="*/ 325374 h 495300"/>
                <a:gd name="connsiteX1577" fmla="*/ 483680 w 552450"/>
                <a:gd name="connsiteY1577" fmla="*/ 321850 h 495300"/>
                <a:gd name="connsiteX1578" fmla="*/ 484251 w 552450"/>
                <a:gd name="connsiteY1578" fmla="*/ 320516 h 495300"/>
                <a:gd name="connsiteX1579" fmla="*/ 484632 w 552450"/>
                <a:gd name="connsiteY1579" fmla="*/ 319945 h 495300"/>
                <a:gd name="connsiteX1580" fmla="*/ 485489 w 552450"/>
                <a:gd name="connsiteY1580" fmla="*/ 320707 h 495300"/>
                <a:gd name="connsiteX1581" fmla="*/ 486251 w 552450"/>
                <a:gd name="connsiteY1581" fmla="*/ 321850 h 495300"/>
                <a:gd name="connsiteX1582" fmla="*/ 486442 w 552450"/>
                <a:gd name="connsiteY1582" fmla="*/ 322326 h 495300"/>
                <a:gd name="connsiteX1583" fmla="*/ 487108 w 552450"/>
                <a:gd name="connsiteY1583" fmla="*/ 322707 h 495300"/>
                <a:gd name="connsiteX1584" fmla="*/ 487871 w 552450"/>
                <a:gd name="connsiteY1584" fmla="*/ 322993 h 495300"/>
                <a:gd name="connsiteX1585" fmla="*/ 489775 w 552450"/>
                <a:gd name="connsiteY1585" fmla="*/ 323183 h 495300"/>
                <a:gd name="connsiteX1586" fmla="*/ 491966 w 552450"/>
                <a:gd name="connsiteY1586" fmla="*/ 322802 h 495300"/>
                <a:gd name="connsiteX1587" fmla="*/ 493585 w 552450"/>
                <a:gd name="connsiteY1587" fmla="*/ 322897 h 495300"/>
                <a:gd name="connsiteX1588" fmla="*/ 495205 w 552450"/>
                <a:gd name="connsiteY1588" fmla="*/ 322802 h 495300"/>
                <a:gd name="connsiteX1589" fmla="*/ 496443 w 552450"/>
                <a:gd name="connsiteY1589" fmla="*/ 322421 h 495300"/>
                <a:gd name="connsiteX1590" fmla="*/ 496824 w 552450"/>
                <a:gd name="connsiteY1590" fmla="*/ 321373 h 495300"/>
                <a:gd name="connsiteX1591" fmla="*/ 496252 w 552450"/>
                <a:gd name="connsiteY1591" fmla="*/ 320040 h 495300"/>
                <a:gd name="connsiteX1592" fmla="*/ 495395 w 552450"/>
                <a:gd name="connsiteY1592" fmla="*/ 318706 h 495300"/>
                <a:gd name="connsiteX1593" fmla="*/ 494443 w 552450"/>
                <a:gd name="connsiteY1593" fmla="*/ 317373 h 495300"/>
                <a:gd name="connsiteX1594" fmla="*/ 494443 w 552450"/>
                <a:gd name="connsiteY1594" fmla="*/ 315944 h 495300"/>
                <a:gd name="connsiteX1595" fmla="*/ 495205 w 552450"/>
                <a:gd name="connsiteY1595" fmla="*/ 314611 h 495300"/>
                <a:gd name="connsiteX1596" fmla="*/ 497205 w 552450"/>
                <a:gd name="connsiteY1596" fmla="*/ 313849 h 495300"/>
                <a:gd name="connsiteX1597" fmla="*/ 499110 w 552450"/>
                <a:gd name="connsiteY1597" fmla="*/ 313182 h 495300"/>
                <a:gd name="connsiteX1598" fmla="*/ 500348 w 552450"/>
                <a:gd name="connsiteY1598" fmla="*/ 312420 h 495300"/>
                <a:gd name="connsiteX1599" fmla="*/ 502348 w 552450"/>
                <a:gd name="connsiteY1599" fmla="*/ 311467 h 495300"/>
                <a:gd name="connsiteX1600" fmla="*/ 503777 w 552450"/>
                <a:gd name="connsiteY1600" fmla="*/ 310515 h 495300"/>
                <a:gd name="connsiteX1601" fmla="*/ 505396 w 552450"/>
                <a:gd name="connsiteY1601" fmla="*/ 309372 h 495300"/>
                <a:gd name="connsiteX1602" fmla="*/ 507682 w 552450"/>
                <a:gd name="connsiteY1602" fmla="*/ 308324 h 495300"/>
                <a:gd name="connsiteX1603" fmla="*/ 510445 w 552450"/>
                <a:gd name="connsiteY1603" fmla="*/ 307372 h 495300"/>
                <a:gd name="connsiteX1604" fmla="*/ 512540 w 552450"/>
                <a:gd name="connsiteY1604" fmla="*/ 306419 h 495300"/>
                <a:gd name="connsiteX1605" fmla="*/ 513588 w 552450"/>
                <a:gd name="connsiteY1605" fmla="*/ 306038 h 495300"/>
                <a:gd name="connsiteX1606" fmla="*/ 514255 w 552450"/>
                <a:gd name="connsiteY1606" fmla="*/ 305276 h 495300"/>
                <a:gd name="connsiteX1607" fmla="*/ 514731 w 552450"/>
                <a:gd name="connsiteY1607" fmla="*/ 304228 h 495300"/>
                <a:gd name="connsiteX1608" fmla="*/ 515207 w 552450"/>
                <a:gd name="connsiteY1608" fmla="*/ 303085 h 495300"/>
                <a:gd name="connsiteX1609" fmla="*/ 516541 w 552450"/>
                <a:gd name="connsiteY1609" fmla="*/ 302609 h 495300"/>
                <a:gd name="connsiteX1610" fmla="*/ 517684 w 552450"/>
                <a:gd name="connsiteY1610" fmla="*/ 302514 h 495300"/>
                <a:gd name="connsiteX1611" fmla="*/ 518922 w 552450"/>
                <a:gd name="connsiteY1611" fmla="*/ 302990 h 495300"/>
                <a:gd name="connsiteX1612" fmla="*/ 519970 w 552450"/>
                <a:gd name="connsiteY1612" fmla="*/ 303371 h 495300"/>
                <a:gd name="connsiteX1613" fmla="*/ 521494 w 552450"/>
                <a:gd name="connsiteY1613" fmla="*/ 302895 h 495300"/>
                <a:gd name="connsiteX1614" fmla="*/ 522065 w 552450"/>
                <a:gd name="connsiteY1614" fmla="*/ 302800 h 495300"/>
                <a:gd name="connsiteX1615" fmla="*/ 522732 w 552450"/>
                <a:gd name="connsiteY1615" fmla="*/ 303085 h 495300"/>
                <a:gd name="connsiteX1616" fmla="*/ 523684 w 552450"/>
                <a:gd name="connsiteY1616" fmla="*/ 304038 h 495300"/>
                <a:gd name="connsiteX1617" fmla="*/ 524161 w 552450"/>
                <a:gd name="connsiteY1617" fmla="*/ 304324 h 495300"/>
                <a:gd name="connsiteX1618" fmla="*/ 525971 w 552450"/>
                <a:gd name="connsiteY1618" fmla="*/ 304419 h 495300"/>
                <a:gd name="connsiteX1619" fmla="*/ 526256 w 552450"/>
                <a:gd name="connsiteY1619" fmla="*/ 303657 h 495300"/>
                <a:gd name="connsiteX1620" fmla="*/ 526066 w 552450"/>
                <a:gd name="connsiteY1620" fmla="*/ 302323 h 495300"/>
                <a:gd name="connsiteX1621" fmla="*/ 526066 w 552450"/>
                <a:gd name="connsiteY1621" fmla="*/ 302228 h 495300"/>
                <a:gd name="connsiteX1622" fmla="*/ 526351 w 552450"/>
                <a:gd name="connsiteY1622" fmla="*/ 300799 h 495300"/>
                <a:gd name="connsiteX1623" fmla="*/ 526923 w 552450"/>
                <a:gd name="connsiteY1623" fmla="*/ 300323 h 495300"/>
                <a:gd name="connsiteX1624" fmla="*/ 528352 w 552450"/>
                <a:gd name="connsiteY1624" fmla="*/ 300609 h 495300"/>
                <a:gd name="connsiteX1625" fmla="*/ 529114 w 552450"/>
                <a:gd name="connsiteY1625" fmla="*/ 300133 h 495300"/>
                <a:gd name="connsiteX1626" fmla="*/ 529399 w 552450"/>
                <a:gd name="connsiteY1626" fmla="*/ 299466 h 495300"/>
                <a:gd name="connsiteX1627" fmla="*/ 529495 w 552450"/>
                <a:gd name="connsiteY1627" fmla="*/ 298037 h 495300"/>
                <a:gd name="connsiteX1628" fmla="*/ 529685 w 552450"/>
                <a:gd name="connsiteY1628" fmla="*/ 297275 h 495300"/>
                <a:gd name="connsiteX1629" fmla="*/ 530447 w 552450"/>
                <a:gd name="connsiteY1629" fmla="*/ 296037 h 495300"/>
                <a:gd name="connsiteX1630" fmla="*/ 531209 w 552450"/>
                <a:gd name="connsiteY1630" fmla="*/ 295465 h 495300"/>
                <a:gd name="connsiteX1631" fmla="*/ 532257 w 552450"/>
                <a:gd name="connsiteY1631" fmla="*/ 295275 h 495300"/>
                <a:gd name="connsiteX1632" fmla="*/ 535591 w 552450"/>
                <a:gd name="connsiteY1632" fmla="*/ 295180 h 495300"/>
                <a:gd name="connsiteX1633" fmla="*/ 536638 w 552450"/>
                <a:gd name="connsiteY1633" fmla="*/ 294703 h 495300"/>
                <a:gd name="connsiteX1634" fmla="*/ 537210 w 552450"/>
                <a:gd name="connsiteY1634" fmla="*/ 293560 h 495300"/>
                <a:gd name="connsiteX1635" fmla="*/ 537400 w 552450"/>
                <a:gd name="connsiteY1635" fmla="*/ 291274 h 495300"/>
                <a:gd name="connsiteX1636" fmla="*/ 537781 w 552450"/>
                <a:gd name="connsiteY1636" fmla="*/ 289179 h 495300"/>
                <a:gd name="connsiteX1637" fmla="*/ 538734 w 552450"/>
                <a:gd name="connsiteY1637" fmla="*/ 288512 h 495300"/>
                <a:gd name="connsiteX1638" fmla="*/ 539877 w 552450"/>
                <a:gd name="connsiteY1638" fmla="*/ 288798 h 495300"/>
                <a:gd name="connsiteX1639" fmla="*/ 541020 w 552450"/>
                <a:gd name="connsiteY1639" fmla="*/ 289750 h 495300"/>
                <a:gd name="connsiteX1640" fmla="*/ 541687 w 552450"/>
                <a:gd name="connsiteY1640" fmla="*/ 290608 h 495300"/>
                <a:gd name="connsiteX1641" fmla="*/ 541877 w 552450"/>
                <a:gd name="connsiteY1641" fmla="*/ 290893 h 495300"/>
                <a:gd name="connsiteX1642" fmla="*/ 546545 w 552450"/>
                <a:gd name="connsiteY1642" fmla="*/ 290798 h 495300"/>
                <a:gd name="connsiteX1643" fmla="*/ 547688 w 552450"/>
                <a:gd name="connsiteY1643" fmla="*/ 290131 h 495300"/>
                <a:gd name="connsiteX1644" fmla="*/ 546925 w 552450"/>
                <a:gd name="connsiteY1644" fmla="*/ 288512 h 495300"/>
                <a:gd name="connsiteX1645" fmla="*/ 544639 w 552450"/>
                <a:gd name="connsiteY1645" fmla="*/ 285750 h 495300"/>
                <a:gd name="connsiteX1646" fmla="*/ 547688 w 552450"/>
                <a:gd name="connsiteY1646" fmla="*/ 281845 h 495300"/>
                <a:gd name="connsiteX1647" fmla="*/ 549402 w 552450"/>
                <a:gd name="connsiteY1647" fmla="*/ 280702 h 495300"/>
                <a:gd name="connsiteX1648" fmla="*/ 549402 w 552450"/>
                <a:gd name="connsiteY1648" fmla="*/ 280702 h 495300"/>
                <a:gd name="connsiteX1649" fmla="*/ 549307 w 552450"/>
                <a:gd name="connsiteY1649" fmla="*/ 280606 h 495300"/>
                <a:gd name="connsiteX1650" fmla="*/ 548926 w 552450"/>
                <a:gd name="connsiteY1650" fmla="*/ 279082 h 495300"/>
                <a:gd name="connsiteX1651" fmla="*/ 548545 w 552450"/>
                <a:gd name="connsiteY1651" fmla="*/ 278035 h 495300"/>
                <a:gd name="connsiteX1652" fmla="*/ 547973 w 552450"/>
                <a:gd name="connsiteY1652" fmla="*/ 277177 h 495300"/>
                <a:gd name="connsiteX1653" fmla="*/ 547211 w 552450"/>
                <a:gd name="connsiteY1653" fmla="*/ 276796 h 495300"/>
                <a:gd name="connsiteX1654" fmla="*/ 546068 w 552450"/>
                <a:gd name="connsiteY1654" fmla="*/ 276511 h 495300"/>
                <a:gd name="connsiteX1655" fmla="*/ 540925 w 552450"/>
                <a:gd name="connsiteY1655" fmla="*/ 276606 h 495300"/>
                <a:gd name="connsiteX1656" fmla="*/ 540258 w 552450"/>
                <a:gd name="connsiteY1656" fmla="*/ 276415 h 495300"/>
                <a:gd name="connsiteX1657" fmla="*/ 539591 w 552450"/>
                <a:gd name="connsiteY1657" fmla="*/ 276130 h 495300"/>
                <a:gd name="connsiteX1658" fmla="*/ 539020 w 552450"/>
                <a:gd name="connsiteY1658" fmla="*/ 275082 h 495300"/>
                <a:gd name="connsiteX1659" fmla="*/ 539972 w 552450"/>
                <a:gd name="connsiteY1659" fmla="*/ 273844 h 495300"/>
                <a:gd name="connsiteX1660" fmla="*/ 540448 w 552450"/>
                <a:gd name="connsiteY1660" fmla="*/ 273463 h 495300"/>
                <a:gd name="connsiteX1661" fmla="*/ 541306 w 552450"/>
                <a:gd name="connsiteY1661" fmla="*/ 272891 h 495300"/>
                <a:gd name="connsiteX1662" fmla="*/ 541687 w 552450"/>
                <a:gd name="connsiteY1662" fmla="*/ 272510 h 495300"/>
                <a:gd name="connsiteX1663" fmla="*/ 542734 w 552450"/>
                <a:gd name="connsiteY1663" fmla="*/ 271272 h 495300"/>
                <a:gd name="connsiteX1664" fmla="*/ 543306 w 552450"/>
                <a:gd name="connsiteY1664" fmla="*/ 270415 h 495300"/>
                <a:gd name="connsiteX1665" fmla="*/ 543973 w 552450"/>
                <a:gd name="connsiteY1665" fmla="*/ 269272 h 495300"/>
                <a:gd name="connsiteX1666" fmla="*/ 544544 w 552450"/>
                <a:gd name="connsiteY1666" fmla="*/ 268319 h 495300"/>
                <a:gd name="connsiteX1667" fmla="*/ 544925 w 552450"/>
                <a:gd name="connsiteY1667" fmla="*/ 267938 h 495300"/>
                <a:gd name="connsiteX1668" fmla="*/ 545306 w 552450"/>
                <a:gd name="connsiteY1668" fmla="*/ 267652 h 495300"/>
                <a:gd name="connsiteX1669" fmla="*/ 547021 w 552450"/>
                <a:gd name="connsiteY1669" fmla="*/ 266605 h 495300"/>
                <a:gd name="connsiteX1670" fmla="*/ 547402 w 552450"/>
                <a:gd name="connsiteY1670" fmla="*/ 266224 h 495300"/>
                <a:gd name="connsiteX1671" fmla="*/ 548068 w 552450"/>
                <a:gd name="connsiteY1671" fmla="*/ 265462 h 495300"/>
                <a:gd name="connsiteX1672" fmla="*/ 548354 w 552450"/>
                <a:gd name="connsiteY1672" fmla="*/ 264985 h 495300"/>
                <a:gd name="connsiteX1673" fmla="*/ 548640 w 552450"/>
                <a:gd name="connsiteY1673" fmla="*/ 264414 h 495300"/>
                <a:gd name="connsiteX1674" fmla="*/ 548830 w 552450"/>
                <a:gd name="connsiteY1674" fmla="*/ 263747 h 495300"/>
                <a:gd name="connsiteX1675" fmla="*/ 549688 w 552450"/>
                <a:gd name="connsiteY1675" fmla="*/ 260509 h 495300"/>
                <a:gd name="connsiteX1676" fmla="*/ 550545 w 552450"/>
                <a:gd name="connsiteY1676" fmla="*/ 258127 h 495300"/>
                <a:gd name="connsiteX1677" fmla="*/ 550640 w 552450"/>
                <a:gd name="connsiteY1677" fmla="*/ 257270 h 495300"/>
                <a:gd name="connsiteX1678" fmla="*/ 550640 w 552450"/>
                <a:gd name="connsiteY1678" fmla="*/ 256318 h 495300"/>
                <a:gd name="connsiteX1679" fmla="*/ 550545 w 552450"/>
                <a:gd name="connsiteY1679" fmla="*/ 254698 h 495300"/>
                <a:gd name="connsiteX1680" fmla="*/ 550735 w 552450"/>
                <a:gd name="connsiteY1680" fmla="*/ 253841 h 495300"/>
                <a:gd name="connsiteX1681" fmla="*/ 551021 w 552450"/>
                <a:gd name="connsiteY1681" fmla="*/ 253270 h 495300"/>
                <a:gd name="connsiteX1682" fmla="*/ 553974 w 552450"/>
                <a:gd name="connsiteY1682" fmla="*/ 251174 h 495300"/>
                <a:gd name="connsiteX1683" fmla="*/ 554164 w 552450"/>
                <a:gd name="connsiteY1683" fmla="*/ 250698 h 495300"/>
                <a:gd name="connsiteX1684" fmla="*/ 553593 w 552450"/>
                <a:gd name="connsiteY1684" fmla="*/ 249555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</a:cxnLst>
              <a:rect l="l" t="t" r="r" b="b"/>
              <a:pathLst>
                <a:path w="552450" h="495300">
                  <a:moveTo>
                    <a:pt x="346710" y="463963"/>
                  </a:moveTo>
                  <a:lnTo>
                    <a:pt x="346329" y="464153"/>
                  </a:lnTo>
                  <a:lnTo>
                    <a:pt x="345662" y="464820"/>
                  </a:lnTo>
                  <a:lnTo>
                    <a:pt x="343662" y="465106"/>
                  </a:lnTo>
                  <a:lnTo>
                    <a:pt x="343662" y="465582"/>
                  </a:lnTo>
                  <a:lnTo>
                    <a:pt x="344233" y="465868"/>
                  </a:lnTo>
                  <a:lnTo>
                    <a:pt x="344900" y="466058"/>
                  </a:lnTo>
                  <a:lnTo>
                    <a:pt x="345376" y="466630"/>
                  </a:lnTo>
                  <a:lnTo>
                    <a:pt x="345376" y="467201"/>
                  </a:lnTo>
                  <a:lnTo>
                    <a:pt x="344424" y="467011"/>
                  </a:lnTo>
                  <a:lnTo>
                    <a:pt x="344043" y="467582"/>
                  </a:lnTo>
                  <a:lnTo>
                    <a:pt x="343852" y="468916"/>
                  </a:lnTo>
                  <a:lnTo>
                    <a:pt x="344233" y="469582"/>
                  </a:lnTo>
                  <a:lnTo>
                    <a:pt x="345091" y="470344"/>
                  </a:lnTo>
                  <a:lnTo>
                    <a:pt x="346043" y="469868"/>
                  </a:lnTo>
                  <a:lnTo>
                    <a:pt x="347091" y="469011"/>
                  </a:lnTo>
                  <a:lnTo>
                    <a:pt x="347948" y="467963"/>
                  </a:lnTo>
                  <a:lnTo>
                    <a:pt x="347948" y="466630"/>
                  </a:lnTo>
                  <a:lnTo>
                    <a:pt x="347091" y="464534"/>
                  </a:lnTo>
                  <a:lnTo>
                    <a:pt x="346710" y="463963"/>
                  </a:lnTo>
                  <a:close/>
                  <a:moveTo>
                    <a:pt x="283750" y="452438"/>
                  </a:moveTo>
                  <a:lnTo>
                    <a:pt x="284512" y="451390"/>
                  </a:lnTo>
                  <a:lnTo>
                    <a:pt x="282892" y="451961"/>
                  </a:lnTo>
                  <a:lnTo>
                    <a:pt x="280702" y="453295"/>
                  </a:lnTo>
                  <a:lnTo>
                    <a:pt x="278797" y="454914"/>
                  </a:lnTo>
                  <a:lnTo>
                    <a:pt x="278035" y="456343"/>
                  </a:lnTo>
                  <a:lnTo>
                    <a:pt x="279082" y="458343"/>
                  </a:lnTo>
                  <a:lnTo>
                    <a:pt x="280797" y="457771"/>
                  </a:lnTo>
                  <a:lnTo>
                    <a:pt x="282512" y="456819"/>
                  </a:lnTo>
                  <a:lnTo>
                    <a:pt x="283559" y="457676"/>
                  </a:lnTo>
                  <a:lnTo>
                    <a:pt x="284607" y="457009"/>
                  </a:lnTo>
                  <a:lnTo>
                    <a:pt x="284226" y="456343"/>
                  </a:lnTo>
                  <a:lnTo>
                    <a:pt x="283559" y="454152"/>
                  </a:lnTo>
                  <a:lnTo>
                    <a:pt x="283655" y="453485"/>
                  </a:lnTo>
                  <a:lnTo>
                    <a:pt x="283750" y="452438"/>
                  </a:lnTo>
                  <a:close/>
                  <a:moveTo>
                    <a:pt x="305276" y="449485"/>
                  </a:moveTo>
                  <a:lnTo>
                    <a:pt x="303181" y="449294"/>
                  </a:lnTo>
                  <a:lnTo>
                    <a:pt x="303181" y="449961"/>
                  </a:lnTo>
                  <a:lnTo>
                    <a:pt x="306991" y="450342"/>
                  </a:lnTo>
                  <a:lnTo>
                    <a:pt x="308134" y="450628"/>
                  </a:lnTo>
                  <a:lnTo>
                    <a:pt x="307848" y="451390"/>
                  </a:lnTo>
                  <a:lnTo>
                    <a:pt x="307753" y="452056"/>
                  </a:lnTo>
                  <a:lnTo>
                    <a:pt x="307753" y="452723"/>
                  </a:lnTo>
                  <a:lnTo>
                    <a:pt x="307657" y="453580"/>
                  </a:lnTo>
                  <a:lnTo>
                    <a:pt x="310420" y="451866"/>
                  </a:lnTo>
                  <a:lnTo>
                    <a:pt x="311563" y="450628"/>
                  </a:lnTo>
                  <a:lnTo>
                    <a:pt x="311753" y="449199"/>
                  </a:lnTo>
                  <a:lnTo>
                    <a:pt x="309848" y="448627"/>
                  </a:lnTo>
                  <a:lnTo>
                    <a:pt x="305276" y="449485"/>
                  </a:lnTo>
                  <a:close/>
                  <a:moveTo>
                    <a:pt x="307086" y="446437"/>
                  </a:moveTo>
                  <a:lnTo>
                    <a:pt x="305371" y="445389"/>
                  </a:lnTo>
                  <a:lnTo>
                    <a:pt x="303847" y="444722"/>
                  </a:lnTo>
                  <a:lnTo>
                    <a:pt x="299085" y="444151"/>
                  </a:lnTo>
                  <a:lnTo>
                    <a:pt x="296037" y="442817"/>
                  </a:lnTo>
                  <a:lnTo>
                    <a:pt x="295275" y="442722"/>
                  </a:lnTo>
                  <a:lnTo>
                    <a:pt x="292798" y="442817"/>
                  </a:lnTo>
                  <a:lnTo>
                    <a:pt x="295084" y="445389"/>
                  </a:lnTo>
                  <a:lnTo>
                    <a:pt x="299275" y="446818"/>
                  </a:lnTo>
                  <a:lnTo>
                    <a:pt x="303847" y="447103"/>
                  </a:lnTo>
                  <a:lnTo>
                    <a:pt x="307086" y="446437"/>
                  </a:lnTo>
                  <a:close/>
                  <a:moveTo>
                    <a:pt x="207835" y="428053"/>
                  </a:moveTo>
                  <a:lnTo>
                    <a:pt x="208407" y="427101"/>
                  </a:lnTo>
                  <a:lnTo>
                    <a:pt x="207740" y="425767"/>
                  </a:lnTo>
                  <a:lnTo>
                    <a:pt x="206121" y="424529"/>
                  </a:lnTo>
                  <a:lnTo>
                    <a:pt x="205359" y="424339"/>
                  </a:lnTo>
                  <a:lnTo>
                    <a:pt x="203359" y="424529"/>
                  </a:lnTo>
                  <a:lnTo>
                    <a:pt x="200501" y="423672"/>
                  </a:lnTo>
                  <a:lnTo>
                    <a:pt x="199549" y="423767"/>
                  </a:lnTo>
                  <a:lnTo>
                    <a:pt x="198787" y="424339"/>
                  </a:lnTo>
                  <a:lnTo>
                    <a:pt x="198501" y="425101"/>
                  </a:lnTo>
                  <a:lnTo>
                    <a:pt x="198310" y="425863"/>
                  </a:lnTo>
                  <a:lnTo>
                    <a:pt x="197929" y="426530"/>
                  </a:lnTo>
                  <a:lnTo>
                    <a:pt x="197167" y="427196"/>
                  </a:lnTo>
                  <a:lnTo>
                    <a:pt x="196501" y="427482"/>
                  </a:lnTo>
                  <a:lnTo>
                    <a:pt x="195834" y="427672"/>
                  </a:lnTo>
                  <a:lnTo>
                    <a:pt x="193548" y="428720"/>
                  </a:lnTo>
                  <a:lnTo>
                    <a:pt x="193262" y="429292"/>
                  </a:lnTo>
                  <a:lnTo>
                    <a:pt x="192976" y="430911"/>
                  </a:lnTo>
                  <a:lnTo>
                    <a:pt x="192881" y="432244"/>
                  </a:lnTo>
                  <a:lnTo>
                    <a:pt x="193072" y="433102"/>
                  </a:lnTo>
                  <a:lnTo>
                    <a:pt x="193453" y="433578"/>
                  </a:lnTo>
                  <a:lnTo>
                    <a:pt x="194120" y="433768"/>
                  </a:lnTo>
                  <a:lnTo>
                    <a:pt x="195929" y="433102"/>
                  </a:lnTo>
                  <a:lnTo>
                    <a:pt x="197263" y="431387"/>
                  </a:lnTo>
                  <a:lnTo>
                    <a:pt x="198406" y="429387"/>
                  </a:lnTo>
                  <a:lnTo>
                    <a:pt x="199454" y="428053"/>
                  </a:lnTo>
                  <a:lnTo>
                    <a:pt x="200311" y="427672"/>
                  </a:lnTo>
                  <a:lnTo>
                    <a:pt x="201263" y="427577"/>
                  </a:lnTo>
                  <a:lnTo>
                    <a:pt x="202121" y="427863"/>
                  </a:lnTo>
                  <a:lnTo>
                    <a:pt x="202597" y="428815"/>
                  </a:lnTo>
                  <a:lnTo>
                    <a:pt x="202406" y="429673"/>
                  </a:lnTo>
                  <a:lnTo>
                    <a:pt x="201739" y="430435"/>
                  </a:lnTo>
                  <a:lnTo>
                    <a:pt x="200311" y="431578"/>
                  </a:lnTo>
                  <a:lnTo>
                    <a:pt x="198882" y="433483"/>
                  </a:lnTo>
                  <a:lnTo>
                    <a:pt x="198977" y="434530"/>
                  </a:lnTo>
                  <a:lnTo>
                    <a:pt x="200311" y="435007"/>
                  </a:lnTo>
                  <a:lnTo>
                    <a:pt x="204311" y="435292"/>
                  </a:lnTo>
                  <a:lnTo>
                    <a:pt x="205740" y="435007"/>
                  </a:lnTo>
                  <a:lnTo>
                    <a:pt x="206692" y="433768"/>
                  </a:lnTo>
                  <a:lnTo>
                    <a:pt x="206883" y="431292"/>
                  </a:lnTo>
                  <a:lnTo>
                    <a:pt x="206883" y="430625"/>
                  </a:lnTo>
                  <a:lnTo>
                    <a:pt x="206597" y="429768"/>
                  </a:lnTo>
                  <a:lnTo>
                    <a:pt x="206121" y="429196"/>
                  </a:lnTo>
                  <a:lnTo>
                    <a:pt x="205359" y="428815"/>
                  </a:lnTo>
                  <a:lnTo>
                    <a:pt x="205359" y="428149"/>
                  </a:lnTo>
                  <a:lnTo>
                    <a:pt x="207835" y="428053"/>
                  </a:lnTo>
                  <a:close/>
                  <a:moveTo>
                    <a:pt x="331470" y="416814"/>
                  </a:moveTo>
                  <a:lnTo>
                    <a:pt x="329755" y="417671"/>
                  </a:lnTo>
                  <a:lnTo>
                    <a:pt x="329470" y="420338"/>
                  </a:lnTo>
                  <a:lnTo>
                    <a:pt x="330708" y="421957"/>
                  </a:lnTo>
                  <a:lnTo>
                    <a:pt x="332804" y="422148"/>
                  </a:lnTo>
                  <a:lnTo>
                    <a:pt x="334708" y="421100"/>
                  </a:lnTo>
                  <a:lnTo>
                    <a:pt x="335471" y="418814"/>
                  </a:lnTo>
                  <a:lnTo>
                    <a:pt x="333661" y="417290"/>
                  </a:lnTo>
                  <a:lnTo>
                    <a:pt x="331470" y="416814"/>
                  </a:lnTo>
                  <a:close/>
                  <a:moveTo>
                    <a:pt x="553593" y="249555"/>
                  </a:moveTo>
                  <a:lnTo>
                    <a:pt x="551974" y="247459"/>
                  </a:lnTo>
                  <a:lnTo>
                    <a:pt x="551783" y="246888"/>
                  </a:lnTo>
                  <a:lnTo>
                    <a:pt x="551688" y="246031"/>
                  </a:lnTo>
                  <a:lnTo>
                    <a:pt x="551783" y="245364"/>
                  </a:lnTo>
                  <a:lnTo>
                    <a:pt x="552069" y="244126"/>
                  </a:lnTo>
                  <a:lnTo>
                    <a:pt x="552164" y="243268"/>
                  </a:lnTo>
                  <a:lnTo>
                    <a:pt x="552164" y="242697"/>
                  </a:lnTo>
                  <a:lnTo>
                    <a:pt x="551974" y="241554"/>
                  </a:lnTo>
                  <a:lnTo>
                    <a:pt x="551688" y="240506"/>
                  </a:lnTo>
                  <a:lnTo>
                    <a:pt x="551402" y="240030"/>
                  </a:lnTo>
                  <a:lnTo>
                    <a:pt x="551021" y="239649"/>
                  </a:lnTo>
                  <a:lnTo>
                    <a:pt x="550164" y="239363"/>
                  </a:lnTo>
                  <a:lnTo>
                    <a:pt x="548735" y="239077"/>
                  </a:lnTo>
                  <a:lnTo>
                    <a:pt x="548164" y="238887"/>
                  </a:lnTo>
                  <a:lnTo>
                    <a:pt x="547592" y="238411"/>
                  </a:lnTo>
                  <a:lnTo>
                    <a:pt x="545878" y="236601"/>
                  </a:lnTo>
                  <a:lnTo>
                    <a:pt x="544449" y="235744"/>
                  </a:lnTo>
                  <a:lnTo>
                    <a:pt x="543973" y="235267"/>
                  </a:lnTo>
                  <a:lnTo>
                    <a:pt x="543687" y="234029"/>
                  </a:lnTo>
                  <a:lnTo>
                    <a:pt x="543592" y="233172"/>
                  </a:lnTo>
                  <a:lnTo>
                    <a:pt x="543592" y="232410"/>
                  </a:lnTo>
                  <a:lnTo>
                    <a:pt x="543401" y="231267"/>
                  </a:lnTo>
                  <a:lnTo>
                    <a:pt x="543115" y="230219"/>
                  </a:lnTo>
                  <a:lnTo>
                    <a:pt x="542734" y="229457"/>
                  </a:lnTo>
                  <a:lnTo>
                    <a:pt x="539877" y="224885"/>
                  </a:lnTo>
                  <a:lnTo>
                    <a:pt x="537496" y="222694"/>
                  </a:lnTo>
                  <a:lnTo>
                    <a:pt x="537115" y="222028"/>
                  </a:lnTo>
                  <a:lnTo>
                    <a:pt x="529685" y="204597"/>
                  </a:lnTo>
                  <a:lnTo>
                    <a:pt x="529209" y="203168"/>
                  </a:lnTo>
                  <a:lnTo>
                    <a:pt x="528542" y="199930"/>
                  </a:lnTo>
                  <a:lnTo>
                    <a:pt x="528352" y="195453"/>
                  </a:lnTo>
                  <a:lnTo>
                    <a:pt x="528161" y="193834"/>
                  </a:lnTo>
                  <a:lnTo>
                    <a:pt x="528066" y="193357"/>
                  </a:lnTo>
                  <a:lnTo>
                    <a:pt x="527971" y="193262"/>
                  </a:lnTo>
                  <a:lnTo>
                    <a:pt x="527780" y="193167"/>
                  </a:lnTo>
                  <a:lnTo>
                    <a:pt x="527399" y="192976"/>
                  </a:lnTo>
                  <a:lnTo>
                    <a:pt x="526923" y="192976"/>
                  </a:lnTo>
                  <a:lnTo>
                    <a:pt x="526447" y="193072"/>
                  </a:lnTo>
                  <a:lnTo>
                    <a:pt x="523018" y="194596"/>
                  </a:lnTo>
                  <a:lnTo>
                    <a:pt x="521875" y="194881"/>
                  </a:lnTo>
                  <a:lnTo>
                    <a:pt x="519779" y="194596"/>
                  </a:lnTo>
                  <a:lnTo>
                    <a:pt x="516922" y="193548"/>
                  </a:lnTo>
                  <a:lnTo>
                    <a:pt x="516541" y="193357"/>
                  </a:lnTo>
                  <a:lnTo>
                    <a:pt x="516541" y="193262"/>
                  </a:lnTo>
                  <a:lnTo>
                    <a:pt x="516541" y="192976"/>
                  </a:lnTo>
                  <a:lnTo>
                    <a:pt x="516541" y="192691"/>
                  </a:lnTo>
                  <a:lnTo>
                    <a:pt x="516636" y="192310"/>
                  </a:lnTo>
                  <a:lnTo>
                    <a:pt x="517588" y="189928"/>
                  </a:lnTo>
                  <a:lnTo>
                    <a:pt x="517779" y="189262"/>
                  </a:lnTo>
                  <a:lnTo>
                    <a:pt x="518160" y="186976"/>
                  </a:lnTo>
                  <a:lnTo>
                    <a:pt x="518255" y="186118"/>
                  </a:lnTo>
                  <a:lnTo>
                    <a:pt x="517970" y="184975"/>
                  </a:lnTo>
                  <a:lnTo>
                    <a:pt x="515207" y="178784"/>
                  </a:lnTo>
                  <a:lnTo>
                    <a:pt x="514826" y="177641"/>
                  </a:lnTo>
                  <a:lnTo>
                    <a:pt x="514826" y="177070"/>
                  </a:lnTo>
                  <a:lnTo>
                    <a:pt x="514921" y="174974"/>
                  </a:lnTo>
                  <a:lnTo>
                    <a:pt x="516160" y="168783"/>
                  </a:lnTo>
                  <a:lnTo>
                    <a:pt x="516255" y="168021"/>
                  </a:lnTo>
                  <a:lnTo>
                    <a:pt x="516255" y="167164"/>
                  </a:lnTo>
                  <a:lnTo>
                    <a:pt x="516064" y="166497"/>
                  </a:lnTo>
                  <a:lnTo>
                    <a:pt x="515207" y="164592"/>
                  </a:lnTo>
                  <a:lnTo>
                    <a:pt x="515302" y="163925"/>
                  </a:lnTo>
                  <a:lnTo>
                    <a:pt x="515588" y="163449"/>
                  </a:lnTo>
                  <a:lnTo>
                    <a:pt x="519303" y="161353"/>
                  </a:lnTo>
                  <a:lnTo>
                    <a:pt x="519779" y="161068"/>
                  </a:lnTo>
                  <a:lnTo>
                    <a:pt x="520541" y="160401"/>
                  </a:lnTo>
                  <a:lnTo>
                    <a:pt x="520827" y="159925"/>
                  </a:lnTo>
                  <a:lnTo>
                    <a:pt x="521113" y="159448"/>
                  </a:lnTo>
                  <a:lnTo>
                    <a:pt x="521303" y="158972"/>
                  </a:lnTo>
                  <a:lnTo>
                    <a:pt x="521398" y="158591"/>
                  </a:lnTo>
                  <a:lnTo>
                    <a:pt x="521589" y="157448"/>
                  </a:lnTo>
                  <a:lnTo>
                    <a:pt x="521684" y="156877"/>
                  </a:lnTo>
                  <a:lnTo>
                    <a:pt x="521875" y="156305"/>
                  </a:lnTo>
                  <a:lnTo>
                    <a:pt x="522160" y="155829"/>
                  </a:lnTo>
                  <a:lnTo>
                    <a:pt x="522541" y="155353"/>
                  </a:lnTo>
                  <a:lnTo>
                    <a:pt x="524256" y="154210"/>
                  </a:lnTo>
                  <a:lnTo>
                    <a:pt x="524637" y="153829"/>
                  </a:lnTo>
                  <a:lnTo>
                    <a:pt x="525018" y="153448"/>
                  </a:lnTo>
                  <a:lnTo>
                    <a:pt x="525304" y="152971"/>
                  </a:lnTo>
                  <a:lnTo>
                    <a:pt x="525589" y="152400"/>
                  </a:lnTo>
                  <a:lnTo>
                    <a:pt x="526447" y="149923"/>
                  </a:lnTo>
                  <a:lnTo>
                    <a:pt x="527113" y="148971"/>
                  </a:lnTo>
                  <a:lnTo>
                    <a:pt x="527875" y="148209"/>
                  </a:lnTo>
                  <a:lnTo>
                    <a:pt x="528256" y="147923"/>
                  </a:lnTo>
                  <a:lnTo>
                    <a:pt x="528638" y="147542"/>
                  </a:lnTo>
                  <a:lnTo>
                    <a:pt x="529209" y="145732"/>
                  </a:lnTo>
                  <a:lnTo>
                    <a:pt x="530162" y="144018"/>
                  </a:lnTo>
                  <a:lnTo>
                    <a:pt x="530447" y="143161"/>
                  </a:lnTo>
                  <a:lnTo>
                    <a:pt x="530447" y="142494"/>
                  </a:lnTo>
                  <a:lnTo>
                    <a:pt x="530162" y="142018"/>
                  </a:lnTo>
                  <a:lnTo>
                    <a:pt x="529876" y="141732"/>
                  </a:lnTo>
                  <a:lnTo>
                    <a:pt x="529209" y="141446"/>
                  </a:lnTo>
                  <a:lnTo>
                    <a:pt x="523399" y="139541"/>
                  </a:lnTo>
                  <a:lnTo>
                    <a:pt x="522351" y="139446"/>
                  </a:lnTo>
                  <a:lnTo>
                    <a:pt x="521875" y="139636"/>
                  </a:lnTo>
                  <a:lnTo>
                    <a:pt x="521494" y="139827"/>
                  </a:lnTo>
                  <a:lnTo>
                    <a:pt x="520922" y="140303"/>
                  </a:lnTo>
                  <a:lnTo>
                    <a:pt x="520827" y="140398"/>
                  </a:lnTo>
                  <a:lnTo>
                    <a:pt x="520541" y="140589"/>
                  </a:lnTo>
                  <a:lnTo>
                    <a:pt x="518731" y="141160"/>
                  </a:lnTo>
                  <a:lnTo>
                    <a:pt x="518065" y="140970"/>
                  </a:lnTo>
                  <a:lnTo>
                    <a:pt x="517588" y="140589"/>
                  </a:lnTo>
                  <a:lnTo>
                    <a:pt x="517398" y="140017"/>
                  </a:lnTo>
                  <a:lnTo>
                    <a:pt x="516922" y="137350"/>
                  </a:lnTo>
                  <a:lnTo>
                    <a:pt x="516826" y="137065"/>
                  </a:lnTo>
                  <a:lnTo>
                    <a:pt x="516255" y="135731"/>
                  </a:lnTo>
                  <a:lnTo>
                    <a:pt x="515969" y="135255"/>
                  </a:lnTo>
                  <a:lnTo>
                    <a:pt x="515302" y="134493"/>
                  </a:lnTo>
                  <a:lnTo>
                    <a:pt x="515017" y="134017"/>
                  </a:lnTo>
                  <a:lnTo>
                    <a:pt x="514826" y="133540"/>
                  </a:lnTo>
                  <a:lnTo>
                    <a:pt x="514826" y="132969"/>
                  </a:lnTo>
                  <a:lnTo>
                    <a:pt x="514921" y="132302"/>
                  </a:lnTo>
                  <a:lnTo>
                    <a:pt x="515398" y="129540"/>
                  </a:lnTo>
                  <a:lnTo>
                    <a:pt x="515493" y="128683"/>
                  </a:lnTo>
                  <a:lnTo>
                    <a:pt x="515398" y="127825"/>
                  </a:lnTo>
                  <a:lnTo>
                    <a:pt x="515017" y="126587"/>
                  </a:lnTo>
                  <a:lnTo>
                    <a:pt x="514731" y="126111"/>
                  </a:lnTo>
                  <a:lnTo>
                    <a:pt x="514445" y="125825"/>
                  </a:lnTo>
                  <a:lnTo>
                    <a:pt x="513779" y="125539"/>
                  </a:lnTo>
                  <a:lnTo>
                    <a:pt x="510064" y="124777"/>
                  </a:lnTo>
                  <a:lnTo>
                    <a:pt x="507873" y="123920"/>
                  </a:lnTo>
                  <a:lnTo>
                    <a:pt x="507397" y="123634"/>
                  </a:lnTo>
                  <a:lnTo>
                    <a:pt x="506539" y="122968"/>
                  </a:lnTo>
                  <a:lnTo>
                    <a:pt x="506254" y="122396"/>
                  </a:lnTo>
                  <a:lnTo>
                    <a:pt x="506063" y="121729"/>
                  </a:lnTo>
                  <a:lnTo>
                    <a:pt x="506063" y="120682"/>
                  </a:lnTo>
                  <a:lnTo>
                    <a:pt x="506254" y="120015"/>
                  </a:lnTo>
                  <a:lnTo>
                    <a:pt x="506635" y="119539"/>
                  </a:lnTo>
                  <a:lnTo>
                    <a:pt x="507968" y="118681"/>
                  </a:lnTo>
                  <a:lnTo>
                    <a:pt x="508349" y="118300"/>
                  </a:lnTo>
                  <a:lnTo>
                    <a:pt x="508635" y="117729"/>
                  </a:lnTo>
                  <a:lnTo>
                    <a:pt x="508825" y="117157"/>
                  </a:lnTo>
                  <a:lnTo>
                    <a:pt x="508921" y="116586"/>
                  </a:lnTo>
                  <a:lnTo>
                    <a:pt x="508921" y="115919"/>
                  </a:lnTo>
                  <a:lnTo>
                    <a:pt x="508921" y="115824"/>
                  </a:lnTo>
                  <a:lnTo>
                    <a:pt x="508825" y="115252"/>
                  </a:lnTo>
                  <a:lnTo>
                    <a:pt x="507206" y="112966"/>
                  </a:lnTo>
                  <a:lnTo>
                    <a:pt x="500348" y="105727"/>
                  </a:lnTo>
                  <a:lnTo>
                    <a:pt x="499586" y="100965"/>
                  </a:lnTo>
                  <a:lnTo>
                    <a:pt x="499586" y="99346"/>
                  </a:lnTo>
                  <a:lnTo>
                    <a:pt x="499777" y="98774"/>
                  </a:lnTo>
                  <a:lnTo>
                    <a:pt x="499872" y="98107"/>
                  </a:lnTo>
                  <a:lnTo>
                    <a:pt x="499872" y="97441"/>
                  </a:lnTo>
                  <a:lnTo>
                    <a:pt x="499777" y="96774"/>
                  </a:lnTo>
                  <a:lnTo>
                    <a:pt x="499491" y="96202"/>
                  </a:lnTo>
                  <a:lnTo>
                    <a:pt x="498920" y="95631"/>
                  </a:lnTo>
                  <a:lnTo>
                    <a:pt x="496062" y="93535"/>
                  </a:lnTo>
                  <a:lnTo>
                    <a:pt x="495300" y="92773"/>
                  </a:lnTo>
                  <a:lnTo>
                    <a:pt x="495014" y="92297"/>
                  </a:lnTo>
                  <a:lnTo>
                    <a:pt x="493585" y="89154"/>
                  </a:lnTo>
                  <a:lnTo>
                    <a:pt x="493205" y="88582"/>
                  </a:lnTo>
                  <a:lnTo>
                    <a:pt x="492728" y="88201"/>
                  </a:lnTo>
                  <a:lnTo>
                    <a:pt x="492252" y="88011"/>
                  </a:lnTo>
                  <a:lnTo>
                    <a:pt x="491966" y="88011"/>
                  </a:lnTo>
                  <a:lnTo>
                    <a:pt x="491490" y="88106"/>
                  </a:lnTo>
                  <a:lnTo>
                    <a:pt x="489966" y="88582"/>
                  </a:lnTo>
                  <a:lnTo>
                    <a:pt x="489395" y="88678"/>
                  </a:lnTo>
                  <a:lnTo>
                    <a:pt x="488823" y="88582"/>
                  </a:lnTo>
                  <a:lnTo>
                    <a:pt x="488347" y="88201"/>
                  </a:lnTo>
                  <a:lnTo>
                    <a:pt x="488061" y="87630"/>
                  </a:lnTo>
                  <a:lnTo>
                    <a:pt x="488156" y="86582"/>
                  </a:lnTo>
                  <a:lnTo>
                    <a:pt x="488442" y="85915"/>
                  </a:lnTo>
                  <a:lnTo>
                    <a:pt x="488823" y="85344"/>
                  </a:lnTo>
                  <a:lnTo>
                    <a:pt x="489585" y="84582"/>
                  </a:lnTo>
                  <a:lnTo>
                    <a:pt x="489871" y="84201"/>
                  </a:lnTo>
                  <a:lnTo>
                    <a:pt x="490061" y="83820"/>
                  </a:lnTo>
                  <a:lnTo>
                    <a:pt x="490823" y="80867"/>
                  </a:lnTo>
                  <a:lnTo>
                    <a:pt x="490918" y="80105"/>
                  </a:lnTo>
                  <a:lnTo>
                    <a:pt x="490823" y="79343"/>
                  </a:lnTo>
                  <a:lnTo>
                    <a:pt x="490442" y="78295"/>
                  </a:lnTo>
                  <a:lnTo>
                    <a:pt x="490252" y="77343"/>
                  </a:lnTo>
                  <a:lnTo>
                    <a:pt x="490061" y="75914"/>
                  </a:lnTo>
                  <a:lnTo>
                    <a:pt x="489775" y="74771"/>
                  </a:lnTo>
                  <a:lnTo>
                    <a:pt x="489013" y="73342"/>
                  </a:lnTo>
                  <a:lnTo>
                    <a:pt x="488347" y="72676"/>
                  </a:lnTo>
                  <a:lnTo>
                    <a:pt x="487680" y="72295"/>
                  </a:lnTo>
                  <a:lnTo>
                    <a:pt x="484537" y="72104"/>
                  </a:lnTo>
                  <a:lnTo>
                    <a:pt x="483680" y="71914"/>
                  </a:lnTo>
                  <a:lnTo>
                    <a:pt x="483203" y="71723"/>
                  </a:lnTo>
                  <a:lnTo>
                    <a:pt x="482822" y="71438"/>
                  </a:lnTo>
                  <a:lnTo>
                    <a:pt x="482441" y="71056"/>
                  </a:lnTo>
                  <a:lnTo>
                    <a:pt x="482155" y="70580"/>
                  </a:lnTo>
                  <a:lnTo>
                    <a:pt x="481965" y="69913"/>
                  </a:lnTo>
                  <a:lnTo>
                    <a:pt x="481774" y="69151"/>
                  </a:lnTo>
                  <a:lnTo>
                    <a:pt x="481393" y="66865"/>
                  </a:lnTo>
                  <a:lnTo>
                    <a:pt x="481203" y="64198"/>
                  </a:lnTo>
                  <a:lnTo>
                    <a:pt x="481203" y="63341"/>
                  </a:lnTo>
                  <a:lnTo>
                    <a:pt x="482155" y="55531"/>
                  </a:lnTo>
                  <a:lnTo>
                    <a:pt x="482155" y="53911"/>
                  </a:lnTo>
                  <a:lnTo>
                    <a:pt x="481870" y="50959"/>
                  </a:lnTo>
                  <a:lnTo>
                    <a:pt x="481965" y="49435"/>
                  </a:lnTo>
                  <a:lnTo>
                    <a:pt x="482917" y="45339"/>
                  </a:lnTo>
                  <a:lnTo>
                    <a:pt x="483489" y="41719"/>
                  </a:lnTo>
                  <a:lnTo>
                    <a:pt x="483489" y="40957"/>
                  </a:lnTo>
                  <a:lnTo>
                    <a:pt x="483298" y="40005"/>
                  </a:lnTo>
                  <a:lnTo>
                    <a:pt x="482441" y="39148"/>
                  </a:lnTo>
                  <a:lnTo>
                    <a:pt x="482155" y="38290"/>
                  </a:lnTo>
                  <a:lnTo>
                    <a:pt x="476345" y="38576"/>
                  </a:lnTo>
                  <a:lnTo>
                    <a:pt x="475202" y="38767"/>
                  </a:lnTo>
                  <a:lnTo>
                    <a:pt x="473678" y="39624"/>
                  </a:lnTo>
                  <a:lnTo>
                    <a:pt x="468344" y="44672"/>
                  </a:lnTo>
                  <a:lnTo>
                    <a:pt x="467677" y="45625"/>
                  </a:lnTo>
                  <a:lnTo>
                    <a:pt x="467106" y="46768"/>
                  </a:lnTo>
                  <a:lnTo>
                    <a:pt x="466725" y="48101"/>
                  </a:lnTo>
                  <a:lnTo>
                    <a:pt x="466439" y="49530"/>
                  </a:lnTo>
                  <a:lnTo>
                    <a:pt x="466344" y="50673"/>
                  </a:lnTo>
                  <a:lnTo>
                    <a:pt x="466249" y="51149"/>
                  </a:lnTo>
                  <a:lnTo>
                    <a:pt x="466249" y="51244"/>
                  </a:lnTo>
                  <a:lnTo>
                    <a:pt x="466154" y="51340"/>
                  </a:lnTo>
                  <a:lnTo>
                    <a:pt x="465677" y="52102"/>
                  </a:lnTo>
                  <a:lnTo>
                    <a:pt x="462820" y="55912"/>
                  </a:lnTo>
                  <a:lnTo>
                    <a:pt x="453866" y="65246"/>
                  </a:lnTo>
                  <a:lnTo>
                    <a:pt x="451961" y="66770"/>
                  </a:lnTo>
                  <a:lnTo>
                    <a:pt x="450723" y="67532"/>
                  </a:lnTo>
                  <a:lnTo>
                    <a:pt x="450056" y="67056"/>
                  </a:lnTo>
                  <a:lnTo>
                    <a:pt x="448627" y="64865"/>
                  </a:lnTo>
                  <a:lnTo>
                    <a:pt x="448151" y="64579"/>
                  </a:lnTo>
                  <a:lnTo>
                    <a:pt x="447484" y="64389"/>
                  </a:lnTo>
                  <a:lnTo>
                    <a:pt x="446056" y="64484"/>
                  </a:lnTo>
                  <a:lnTo>
                    <a:pt x="443198" y="63913"/>
                  </a:lnTo>
                  <a:lnTo>
                    <a:pt x="442722" y="62389"/>
                  </a:lnTo>
                  <a:lnTo>
                    <a:pt x="442817" y="61817"/>
                  </a:lnTo>
                  <a:lnTo>
                    <a:pt x="443103" y="60960"/>
                  </a:lnTo>
                  <a:lnTo>
                    <a:pt x="443484" y="60484"/>
                  </a:lnTo>
                  <a:lnTo>
                    <a:pt x="443960" y="60103"/>
                  </a:lnTo>
                  <a:lnTo>
                    <a:pt x="445580" y="59245"/>
                  </a:lnTo>
                  <a:lnTo>
                    <a:pt x="446246" y="58769"/>
                  </a:lnTo>
                  <a:lnTo>
                    <a:pt x="447294" y="57721"/>
                  </a:lnTo>
                  <a:lnTo>
                    <a:pt x="447484" y="57055"/>
                  </a:lnTo>
                  <a:lnTo>
                    <a:pt x="447294" y="56578"/>
                  </a:lnTo>
                  <a:lnTo>
                    <a:pt x="444532" y="55245"/>
                  </a:lnTo>
                  <a:lnTo>
                    <a:pt x="443579" y="54578"/>
                  </a:lnTo>
                  <a:lnTo>
                    <a:pt x="443103" y="54007"/>
                  </a:lnTo>
                  <a:lnTo>
                    <a:pt x="442627" y="53149"/>
                  </a:lnTo>
                  <a:lnTo>
                    <a:pt x="442150" y="51340"/>
                  </a:lnTo>
                  <a:lnTo>
                    <a:pt x="442150" y="50292"/>
                  </a:lnTo>
                  <a:lnTo>
                    <a:pt x="442341" y="49435"/>
                  </a:lnTo>
                  <a:lnTo>
                    <a:pt x="442627" y="48863"/>
                  </a:lnTo>
                  <a:lnTo>
                    <a:pt x="445008" y="45720"/>
                  </a:lnTo>
                  <a:lnTo>
                    <a:pt x="445389" y="45053"/>
                  </a:lnTo>
                  <a:lnTo>
                    <a:pt x="445770" y="44196"/>
                  </a:lnTo>
                  <a:lnTo>
                    <a:pt x="446151" y="42672"/>
                  </a:lnTo>
                  <a:lnTo>
                    <a:pt x="446056" y="41910"/>
                  </a:lnTo>
                  <a:lnTo>
                    <a:pt x="445770" y="41338"/>
                  </a:lnTo>
                  <a:lnTo>
                    <a:pt x="444151" y="39910"/>
                  </a:lnTo>
                  <a:lnTo>
                    <a:pt x="437388" y="36004"/>
                  </a:lnTo>
                  <a:lnTo>
                    <a:pt x="436816" y="35528"/>
                  </a:lnTo>
                  <a:lnTo>
                    <a:pt x="436245" y="34671"/>
                  </a:lnTo>
                  <a:lnTo>
                    <a:pt x="436055" y="33909"/>
                  </a:lnTo>
                  <a:lnTo>
                    <a:pt x="435959" y="33242"/>
                  </a:lnTo>
                  <a:lnTo>
                    <a:pt x="436055" y="31909"/>
                  </a:lnTo>
                  <a:lnTo>
                    <a:pt x="436055" y="31051"/>
                  </a:lnTo>
                  <a:lnTo>
                    <a:pt x="435959" y="29242"/>
                  </a:lnTo>
                  <a:lnTo>
                    <a:pt x="435673" y="28194"/>
                  </a:lnTo>
                  <a:lnTo>
                    <a:pt x="435102" y="27051"/>
                  </a:lnTo>
                  <a:lnTo>
                    <a:pt x="434626" y="26575"/>
                  </a:lnTo>
                  <a:lnTo>
                    <a:pt x="434054" y="26194"/>
                  </a:lnTo>
                  <a:lnTo>
                    <a:pt x="431482" y="25241"/>
                  </a:lnTo>
                  <a:lnTo>
                    <a:pt x="430149" y="24098"/>
                  </a:lnTo>
                  <a:lnTo>
                    <a:pt x="429577" y="23717"/>
                  </a:lnTo>
                  <a:lnTo>
                    <a:pt x="429006" y="23622"/>
                  </a:lnTo>
                  <a:lnTo>
                    <a:pt x="428434" y="23622"/>
                  </a:lnTo>
                  <a:lnTo>
                    <a:pt x="426720" y="23908"/>
                  </a:lnTo>
                  <a:lnTo>
                    <a:pt x="426053" y="23908"/>
                  </a:lnTo>
                  <a:lnTo>
                    <a:pt x="425291" y="23527"/>
                  </a:lnTo>
                  <a:lnTo>
                    <a:pt x="424529" y="22860"/>
                  </a:lnTo>
                  <a:lnTo>
                    <a:pt x="422338" y="20288"/>
                  </a:lnTo>
                  <a:lnTo>
                    <a:pt x="421767" y="19717"/>
                  </a:lnTo>
                  <a:lnTo>
                    <a:pt x="420719" y="19050"/>
                  </a:lnTo>
                  <a:lnTo>
                    <a:pt x="420243" y="18764"/>
                  </a:lnTo>
                  <a:lnTo>
                    <a:pt x="419671" y="18574"/>
                  </a:lnTo>
                  <a:lnTo>
                    <a:pt x="419005" y="18478"/>
                  </a:lnTo>
                  <a:lnTo>
                    <a:pt x="415862" y="18669"/>
                  </a:lnTo>
                  <a:lnTo>
                    <a:pt x="414623" y="18478"/>
                  </a:lnTo>
                  <a:lnTo>
                    <a:pt x="413956" y="18288"/>
                  </a:lnTo>
                  <a:lnTo>
                    <a:pt x="413195" y="17716"/>
                  </a:lnTo>
                  <a:lnTo>
                    <a:pt x="406908" y="10858"/>
                  </a:lnTo>
                  <a:lnTo>
                    <a:pt x="400907" y="5905"/>
                  </a:lnTo>
                  <a:lnTo>
                    <a:pt x="397288" y="2000"/>
                  </a:lnTo>
                  <a:lnTo>
                    <a:pt x="396430" y="1238"/>
                  </a:lnTo>
                  <a:lnTo>
                    <a:pt x="395383" y="667"/>
                  </a:lnTo>
                  <a:lnTo>
                    <a:pt x="392716" y="0"/>
                  </a:lnTo>
                  <a:lnTo>
                    <a:pt x="390620" y="4000"/>
                  </a:lnTo>
                  <a:lnTo>
                    <a:pt x="389382" y="5620"/>
                  </a:lnTo>
                  <a:lnTo>
                    <a:pt x="389191" y="6096"/>
                  </a:lnTo>
                  <a:lnTo>
                    <a:pt x="388906" y="6953"/>
                  </a:lnTo>
                  <a:lnTo>
                    <a:pt x="387858" y="11335"/>
                  </a:lnTo>
                  <a:lnTo>
                    <a:pt x="387953" y="11906"/>
                  </a:lnTo>
                  <a:lnTo>
                    <a:pt x="388620" y="12954"/>
                  </a:lnTo>
                  <a:lnTo>
                    <a:pt x="388620" y="13906"/>
                  </a:lnTo>
                  <a:lnTo>
                    <a:pt x="388620" y="14288"/>
                  </a:lnTo>
                  <a:lnTo>
                    <a:pt x="388620" y="14573"/>
                  </a:lnTo>
                  <a:lnTo>
                    <a:pt x="388620" y="14764"/>
                  </a:lnTo>
                  <a:lnTo>
                    <a:pt x="388715" y="15145"/>
                  </a:lnTo>
                  <a:lnTo>
                    <a:pt x="388810" y="15430"/>
                  </a:lnTo>
                  <a:lnTo>
                    <a:pt x="388810" y="15907"/>
                  </a:lnTo>
                  <a:lnTo>
                    <a:pt x="388715" y="16478"/>
                  </a:lnTo>
                  <a:lnTo>
                    <a:pt x="388525" y="17145"/>
                  </a:lnTo>
                  <a:lnTo>
                    <a:pt x="387477" y="20002"/>
                  </a:lnTo>
                  <a:lnTo>
                    <a:pt x="387382" y="20288"/>
                  </a:lnTo>
                  <a:lnTo>
                    <a:pt x="387382" y="20479"/>
                  </a:lnTo>
                  <a:lnTo>
                    <a:pt x="387287" y="21050"/>
                  </a:lnTo>
                  <a:lnTo>
                    <a:pt x="387001" y="21812"/>
                  </a:lnTo>
                  <a:lnTo>
                    <a:pt x="386429" y="22955"/>
                  </a:lnTo>
                  <a:lnTo>
                    <a:pt x="386239" y="23717"/>
                  </a:lnTo>
                  <a:lnTo>
                    <a:pt x="386143" y="24384"/>
                  </a:lnTo>
                  <a:lnTo>
                    <a:pt x="386239" y="24955"/>
                  </a:lnTo>
                  <a:lnTo>
                    <a:pt x="386334" y="25527"/>
                  </a:lnTo>
                  <a:lnTo>
                    <a:pt x="386334" y="26194"/>
                  </a:lnTo>
                  <a:lnTo>
                    <a:pt x="386239" y="26860"/>
                  </a:lnTo>
                  <a:lnTo>
                    <a:pt x="386048" y="27432"/>
                  </a:lnTo>
                  <a:lnTo>
                    <a:pt x="385763" y="27908"/>
                  </a:lnTo>
                  <a:lnTo>
                    <a:pt x="385191" y="28575"/>
                  </a:lnTo>
                  <a:lnTo>
                    <a:pt x="385096" y="28765"/>
                  </a:lnTo>
                  <a:lnTo>
                    <a:pt x="385096" y="28956"/>
                  </a:lnTo>
                  <a:lnTo>
                    <a:pt x="385191" y="29337"/>
                  </a:lnTo>
                  <a:lnTo>
                    <a:pt x="385381" y="30004"/>
                  </a:lnTo>
                  <a:lnTo>
                    <a:pt x="385572" y="30480"/>
                  </a:lnTo>
                  <a:lnTo>
                    <a:pt x="385667" y="30956"/>
                  </a:lnTo>
                  <a:lnTo>
                    <a:pt x="385667" y="31337"/>
                  </a:lnTo>
                  <a:lnTo>
                    <a:pt x="385667" y="31623"/>
                  </a:lnTo>
                  <a:lnTo>
                    <a:pt x="385572" y="32194"/>
                  </a:lnTo>
                  <a:lnTo>
                    <a:pt x="385381" y="32671"/>
                  </a:lnTo>
                  <a:lnTo>
                    <a:pt x="384429" y="34195"/>
                  </a:lnTo>
                  <a:lnTo>
                    <a:pt x="384143" y="34861"/>
                  </a:lnTo>
                  <a:lnTo>
                    <a:pt x="383572" y="36576"/>
                  </a:lnTo>
                  <a:lnTo>
                    <a:pt x="383096" y="38671"/>
                  </a:lnTo>
                  <a:lnTo>
                    <a:pt x="382714" y="41434"/>
                  </a:lnTo>
                  <a:lnTo>
                    <a:pt x="382429" y="42100"/>
                  </a:lnTo>
                  <a:lnTo>
                    <a:pt x="381762" y="42672"/>
                  </a:lnTo>
                  <a:lnTo>
                    <a:pt x="361188" y="50197"/>
                  </a:lnTo>
                  <a:lnTo>
                    <a:pt x="360331" y="50197"/>
                  </a:lnTo>
                  <a:lnTo>
                    <a:pt x="356806" y="49720"/>
                  </a:lnTo>
                  <a:lnTo>
                    <a:pt x="355473" y="50387"/>
                  </a:lnTo>
                  <a:lnTo>
                    <a:pt x="353663" y="51625"/>
                  </a:lnTo>
                  <a:lnTo>
                    <a:pt x="348234" y="56388"/>
                  </a:lnTo>
                  <a:lnTo>
                    <a:pt x="347281" y="57531"/>
                  </a:lnTo>
                  <a:lnTo>
                    <a:pt x="345472" y="66103"/>
                  </a:lnTo>
                  <a:lnTo>
                    <a:pt x="343852" y="69437"/>
                  </a:lnTo>
                  <a:lnTo>
                    <a:pt x="343186" y="70294"/>
                  </a:lnTo>
                  <a:lnTo>
                    <a:pt x="338423" y="73819"/>
                  </a:lnTo>
                  <a:lnTo>
                    <a:pt x="338042" y="74200"/>
                  </a:lnTo>
                  <a:lnTo>
                    <a:pt x="337375" y="74485"/>
                  </a:lnTo>
                  <a:lnTo>
                    <a:pt x="336423" y="74676"/>
                  </a:lnTo>
                  <a:lnTo>
                    <a:pt x="334613" y="74771"/>
                  </a:lnTo>
                  <a:lnTo>
                    <a:pt x="330613" y="74485"/>
                  </a:lnTo>
                  <a:lnTo>
                    <a:pt x="329851" y="74676"/>
                  </a:lnTo>
                  <a:lnTo>
                    <a:pt x="329184" y="74962"/>
                  </a:lnTo>
                  <a:lnTo>
                    <a:pt x="326898" y="76295"/>
                  </a:lnTo>
                  <a:lnTo>
                    <a:pt x="326326" y="76771"/>
                  </a:lnTo>
                  <a:lnTo>
                    <a:pt x="324517" y="78772"/>
                  </a:lnTo>
                  <a:lnTo>
                    <a:pt x="324040" y="79153"/>
                  </a:lnTo>
                  <a:lnTo>
                    <a:pt x="322707" y="79534"/>
                  </a:lnTo>
                  <a:lnTo>
                    <a:pt x="313658" y="80486"/>
                  </a:lnTo>
                  <a:lnTo>
                    <a:pt x="312039" y="80105"/>
                  </a:lnTo>
                  <a:lnTo>
                    <a:pt x="310896" y="79629"/>
                  </a:lnTo>
                  <a:lnTo>
                    <a:pt x="298418" y="72199"/>
                  </a:lnTo>
                  <a:lnTo>
                    <a:pt x="295370" y="69818"/>
                  </a:lnTo>
                  <a:lnTo>
                    <a:pt x="294894" y="69532"/>
                  </a:lnTo>
                  <a:lnTo>
                    <a:pt x="290798" y="67818"/>
                  </a:lnTo>
                  <a:lnTo>
                    <a:pt x="284035" y="67437"/>
                  </a:lnTo>
                  <a:lnTo>
                    <a:pt x="283369" y="67627"/>
                  </a:lnTo>
                  <a:lnTo>
                    <a:pt x="282797" y="68008"/>
                  </a:lnTo>
                  <a:lnTo>
                    <a:pt x="282130" y="68866"/>
                  </a:lnTo>
                  <a:lnTo>
                    <a:pt x="281845" y="69628"/>
                  </a:lnTo>
                  <a:lnTo>
                    <a:pt x="281749" y="70390"/>
                  </a:lnTo>
                  <a:lnTo>
                    <a:pt x="281749" y="71056"/>
                  </a:lnTo>
                  <a:lnTo>
                    <a:pt x="281749" y="71628"/>
                  </a:lnTo>
                  <a:lnTo>
                    <a:pt x="281845" y="72199"/>
                  </a:lnTo>
                  <a:lnTo>
                    <a:pt x="282130" y="73342"/>
                  </a:lnTo>
                  <a:lnTo>
                    <a:pt x="282892" y="75438"/>
                  </a:lnTo>
                  <a:lnTo>
                    <a:pt x="283369" y="76390"/>
                  </a:lnTo>
                  <a:lnTo>
                    <a:pt x="286798" y="81724"/>
                  </a:lnTo>
                  <a:lnTo>
                    <a:pt x="287179" y="82772"/>
                  </a:lnTo>
                  <a:lnTo>
                    <a:pt x="287274" y="83344"/>
                  </a:lnTo>
                  <a:lnTo>
                    <a:pt x="287369" y="83915"/>
                  </a:lnTo>
                  <a:lnTo>
                    <a:pt x="287369" y="84582"/>
                  </a:lnTo>
                  <a:lnTo>
                    <a:pt x="287369" y="85249"/>
                  </a:lnTo>
                  <a:lnTo>
                    <a:pt x="287274" y="85820"/>
                  </a:lnTo>
                  <a:lnTo>
                    <a:pt x="287083" y="86392"/>
                  </a:lnTo>
                  <a:lnTo>
                    <a:pt x="286798" y="86963"/>
                  </a:lnTo>
                  <a:lnTo>
                    <a:pt x="286131" y="87916"/>
                  </a:lnTo>
                  <a:lnTo>
                    <a:pt x="285750" y="88297"/>
                  </a:lnTo>
                  <a:lnTo>
                    <a:pt x="284702" y="88773"/>
                  </a:lnTo>
                  <a:lnTo>
                    <a:pt x="276701" y="91154"/>
                  </a:lnTo>
                  <a:lnTo>
                    <a:pt x="276034" y="91154"/>
                  </a:lnTo>
                  <a:lnTo>
                    <a:pt x="275368" y="91059"/>
                  </a:lnTo>
                  <a:lnTo>
                    <a:pt x="274130" y="90583"/>
                  </a:lnTo>
                  <a:lnTo>
                    <a:pt x="273177" y="90011"/>
                  </a:lnTo>
                  <a:lnTo>
                    <a:pt x="267938" y="85915"/>
                  </a:lnTo>
                  <a:lnTo>
                    <a:pt x="267367" y="85630"/>
                  </a:lnTo>
                  <a:lnTo>
                    <a:pt x="266700" y="85439"/>
                  </a:lnTo>
                  <a:lnTo>
                    <a:pt x="263462" y="85058"/>
                  </a:lnTo>
                  <a:lnTo>
                    <a:pt x="262223" y="84677"/>
                  </a:lnTo>
                  <a:lnTo>
                    <a:pt x="257651" y="82105"/>
                  </a:lnTo>
                  <a:lnTo>
                    <a:pt x="257080" y="81915"/>
                  </a:lnTo>
                  <a:lnTo>
                    <a:pt x="256222" y="82010"/>
                  </a:lnTo>
                  <a:lnTo>
                    <a:pt x="249936" y="84772"/>
                  </a:lnTo>
                  <a:lnTo>
                    <a:pt x="248602" y="85915"/>
                  </a:lnTo>
                  <a:lnTo>
                    <a:pt x="247364" y="87154"/>
                  </a:lnTo>
                  <a:lnTo>
                    <a:pt x="246697" y="88201"/>
                  </a:lnTo>
                  <a:lnTo>
                    <a:pt x="246316" y="89344"/>
                  </a:lnTo>
                  <a:lnTo>
                    <a:pt x="246126" y="90011"/>
                  </a:lnTo>
                  <a:lnTo>
                    <a:pt x="245745" y="92773"/>
                  </a:lnTo>
                  <a:lnTo>
                    <a:pt x="245745" y="93440"/>
                  </a:lnTo>
                  <a:lnTo>
                    <a:pt x="245650" y="94678"/>
                  </a:lnTo>
                  <a:lnTo>
                    <a:pt x="244030" y="99536"/>
                  </a:lnTo>
                  <a:lnTo>
                    <a:pt x="243554" y="100584"/>
                  </a:lnTo>
                  <a:lnTo>
                    <a:pt x="243268" y="101060"/>
                  </a:lnTo>
                  <a:lnTo>
                    <a:pt x="242888" y="101536"/>
                  </a:lnTo>
                  <a:lnTo>
                    <a:pt x="233553" y="107251"/>
                  </a:lnTo>
                  <a:lnTo>
                    <a:pt x="232696" y="108109"/>
                  </a:lnTo>
                  <a:lnTo>
                    <a:pt x="231838" y="109538"/>
                  </a:lnTo>
                  <a:lnTo>
                    <a:pt x="231362" y="110014"/>
                  </a:lnTo>
                  <a:lnTo>
                    <a:pt x="230600" y="110395"/>
                  </a:lnTo>
                  <a:lnTo>
                    <a:pt x="228219" y="110585"/>
                  </a:lnTo>
                  <a:lnTo>
                    <a:pt x="226695" y="110490"/>
                  </a:lnTo>
                  <a:lnTo>
                    <a:pt x="224409" y="110776"/>
                  </a:lnTo>
                  <a:lnTo>
                    <a:pt x="223933" y="110680"/>
                  </a:lnTo>
                  <a:lnTo>
                    <a:pt x="223552" y="110585"/>
                  </a:lnTo>
                  <a:lnTo>
                    <a:pt x="223075" y="110299"/>
                  </a:lnTo>
                  <a:lnTo>
                    <a:pt x="222218" y="109633"/>
                  </a:lnTo>
                  <a:lnTo>
                    <a:pt x="221551" y="108871"/>
                  </a:lnTo>
                  <a:lnTo>
                    <a:pt x="219837" y="105727"/>
                  </a:lnTo>
                  <a:lnTo>
                    <a:pt x="219742" y="105442"/>
                  </a:lnTo>
                  <a:lnTo>
                    <a:pt x="219361" y="104013"/>
                  </a:lnTo>
                  <a:lnTo>
                    <a:pt x="219170" y="103537"/>
                  </a:lnTo>
                  <a:lnTo>
                    <a:pt x="218884" y="103156"/>
                  </a:lnTo>
                  <a:lnTo>
                    <a:pt x="218504" y="102775"/>
                  </a:lnTo>
                  <a:lnTo>
                    <a:pt x="218027" y="102394"/>
                  </a:lnTo>
                  <a:lnTo>
                    <a:pt x="217551" y="102108"/>
                  </a:lnTo>
                  <a:lnTo>
                    <a:pt x="216979" y="101917"/>
                  </a:lnTo>
                  <a:lnTo>
                    <a:pt x="216408" y="101917"/>
                  </a:lnTo>
                  <a:lnTo>
                    <a:pt x="212503" y="103346"/>
                  </a:lnTo>
                  <a:lnTo>
                    <a:pt x="211455" y="103441"/>
                  </a:lnTo>
                  <a:lnTo>
                    <a:pt x="210693" y="103346"/>
                  </a:lnTo>
                  <a:lnTo>
                    <a:pt x="210217" y="103060"/>
                  </a:lnTo>
                  <a:lnTo>
                    <a:pt x="209359" y="103060"/>
                  </a:lnTo>
                  <a:lnTo>
                    <a:pt x="208312" y="103346"/>
                  </a:lnTo>
                  <a:lnTo>
                    <a:pt x="206502" y="104203"/>
                  </a:lnTo>
                  <a:lnTo>
                    <a:pt x="204597" y="104775"/>
                  </a:lnTo>
                  <a:lnTo>
                    <a:pt x="203454" y="104965"/>
                  </a:lnTo>
                  <a:lnTo>
                    <a:pt x="202311" y="105727"/>
                  </a:lnTo>
                  <a:lnTo>
                    <a:pt x="175546" y="131540"/>
                  </a:lnTo>
                  <a:lnTo>
                    <a:pt x="173926" y="132588"/>
                  </a:lnTo>
                  <a:lnTo>
                    <a:pt x="172593" y="132683"/>
                  </a:lnTo>
                  <a:lnTo>
                    <a:pt x="170402" y="131445"/>
                  </a:lnTo>
                  <a:lnTo>
                    <a:pt x="169926" y="131064"/>
                  </a:lnTo>
                  <a:lnTo>
                    <a:pt x="168878" y="129921"/>
                  </a:lnTo>
                  <a:lnTo>
                    <a:pt x="167640" y="128206"/>
                  </a:lnTo>
                  <a:lnTo>
                    <a:pt x="167449" y="127730"/>
                  </a:lnTo>
                  <a:lnTo>
                    <a:pt x="165925" y="127730"/>
                  </a:lnTo>
                  <a:lnTo>
                    <a:pt x="160020" y="131064"/>
                  </a:lnTo>
                  <a:lnTo>
                    <a:pt x="151733" y="135160"/>
                  </a:lnTo>
                  <a:lnTo>
                    <a:pt x="151162" y="135636"/>
                  </a:lnTo>
                  <a:lnTo>
                    <a:pt x="148971" y="137922"/>
                  </a:lnTo>
                  <a:lnTo>
                    <a:pt x="145351" y="141065"/>
                  </a:lnTo>
                  <a:lnTo>
                    <a:pt x="144018" y="141922"/>
                  </a:lnTo>
                  <a:lnTo>
                    <a:pt x="143065" y="142399"/>
                  </a:lnTo>
                  <a:lnTo>
                    <a:pt x="133540" y="143637"/>
                  </a:lnTo>
                  <a:lnTo>
                    <a:pt x="132969" y="143827"/>
                  </a:lnTo>
                  <a:lnTo>
                    <a:pt x="132493" y="144113"/>
                  </a:lnTo>
                  <a:lnTo>
                    <a:pt x="132207" y="144494"/>
                  </a:lnTo>
                  <a:lnTo>
                    <a:pt x="131921" y="144970"/>
                  </a:lnTo>
                  <a:lnTo>
                    <a:pt x="131731" y="145542"/>
                  </a:lnTo>
                  <a:lnTo>
                    <a:pt x="131635" y="146209"/>
                  </a:lnTo>
                  <a:lnTo>
                    <a:pt x="131635" y="146875"/>
                  </a:lnTo>
                  <a:lnTo>
                    <a:pt x="131731" y="147447"/>
                  </a:lnTo>
                  <a:lnTo>
                    <a:pt x="132016" y="148590"/>
                  </a:lnTo>
                  <a:lnTo>
                    <a:pt x="132112" y="149161"/>
                  </a:lnTo>
                  <a:lnTo>
                    <a:pt x="132207" y="149828"/>
                  </a:lnTo>
                  <a:lnTo>
                    <a:pt x="132112" y="150495"/>
                  </a:lnTo>
                  <a:lnTo>
                    <a:pt x="131921" y="151066"/>
                  </a:lnTo>
                  <a:lnTo>
                    <a:pt x="130207" y="155448"/>
                  </a:lnTo>
                  <a:lnTo>
                    <a:pt x="130016" y="155829"/>
                  </a:lnTo>
                  <a:lnTo>
                    <a:pt x="129349" y="156877"/>
                  </a:lnTo>
                  <a:lnTo>
                    <a:pt x="128492" y="157924"/>
                  </a:lnTo>
                  <a:lnTo>
                    <a:pt x="127159" y="159067"/>
                  </a:lnTo>
                  <a:lnTo>
                    <a:pt x="119920" y="163259"/>
                  </a:lnTo>
                  <a:lnTo>
                    <a:pt x="119253" y="163830"/>
                  </a:lnTo>
                  <a:lnTo>
                    <a:pt x="117634" y="165925"/>
                  </a:lnTo>
                  <a:lnTo>
                    <a:pt x="117062" y="166973"/>
                  </a:lnTo>
                  <a:lnTo>
                    <a:pt x="116110" y="168973"/>
                  </a:lnTo>
                  <a:lnTo>
                    <a:pt x="113633" y="172307"/>
                  </a:lnTo>
                  <a:lnTo>
                    <a:pt x="106585" y="179070"/>
                  </a:lnTo>
                  <a:lnTo>
                    <a:pt x="104013" y="182023"/>
                  </a:lnTo>
                  <a:lnTo>
                    <a:pt x="103537" y="183166"/>
                  </a:lnTo>
                  <a:lnTo>
                    <a:pt x="103156" y="184309"/>
                  </a:lnTo>
                  <a:lnTo>
                    <a:pt x="102870" y="185452"/>
                  </a:lnTo>
                  <a:lnTo>
                    <a:pt x="102489" y="188595"/>
                  </a:lnTo>
                  <a:lnTo>
                    <a:pt x="102108" y="189738"/>
                  </a:lnTo>
                  <a:lnTo>
                    <a:pt x="101727" y="190405"/>
                  </a:lnTo>
                  <a:lnTo>
                    <a:pt x="101251" y="190881"/>
                  </a:lnTo>
                  <a:lnTo>
                    <a:pt x="100774" y="191167"/>
                  </a:lnTo>
                  <a:lnTo>
                    <a:pt x="100298" y="191357"/>
                  </a:lnTo>
                  <a:lnTo>
                    <a:pt x="99060" y="191548"/>
                  </a:lnTo>
                  <a:lnTo>
                    <a:pt x="97726" y="191548"/>
                  </a:lnTo>
                  <a:lnTo>
                    <a:pt x="96393" y="191357"/>
                  </a:lnTo>
                  <a:lnTo>
                    <a:pt x="95917" y="191071"/>
                  </a:lnTo>
                  <a:lnTo>
                    <a:pt x="95536" y="190690"/>
                  </a:lnTo>
                  <a:lnTo>
                    <a:pt x="95250" y="190214"/>
                  </a:lnTo>
                  <a:lnTo>
                    <a:pt x="95059" y="189643"/>
                  </a:lnTo>
                  <a:lnTo>
                    <a:pt x="94869" y="189071"/>
                  </a:lnTo>
                  <a:lnTo>
                    <a:pt x="94774" y="188500"/>
                  </a:lnTo>
                  <a:lnTo>
                    <a:pt x="94774" y="187833"/>
                  </a:lnTo>
                  <a:lnTo>
                    <a:pt x="95536" y="180118"/>
                  </a:lnTo>
                  <a:lnTo>
                    <a:pt x="95536" y="177355"/>
                  </a:lnTo>
                  <a:lnTo>
                    <a:pt x="95345" y="175355"/>
                  </a:lnTo>
                  <a:lnTo>
                    <a:pt x="95250" y="174784"/>
                  </a:lnTo>
                  <a:lnTo>
                    <a:pt x="95059" y="174307"/>
                  </a:lnTo>
                  <a:lnTo>
                    <a:pt x="94774" y="173831"/>
                  </a:lnTo>
                  <a:lnTo>
                    <a:pt x="94202" y="172974"/>
                  </a:lnTo>
                  <a:lnTo>
                    <a:pt x="91440" y="169831"/>
                  </a:lnTo>
                  <a:lnTo>
                    <a:pt x="91154" y="169354"/>
                  </a:lnTo>
                  <a:lnTo>
                    <a:pt x="90964" y="168783"/>
                  </a:lnTo>
                  <a:lnTo>
                    <a:pt x="90868" y="168116"/>
                  </a:lnTo>
                  <a:lnTo>
                    <a:pt x="90868" y="167449"/>
                  </a:lnTo>
                  <a:lnTo>
                    <a:pt x="90868" y="166021"/>
                  </a:lnTo>
                  <a:lnTo>
                    <a:pt x="90773" y="164687"/>
                  </a:lnTo>
                  <a:lnTo>
                    <a:pt x="90678" y="164116"/>
                  </a:lnTo>
                  <a:lnTo>
                    <a:pt x="90392" y="163639"/>
                  </a:lnTo>
                  <a:lnTo>
                    <a:pt x="90106" y="163163"/>
                  </a:lnTo>
                  <a:lnTo>
                    <a:pt x="89345" y="162401"/>
                  </a:lnTo>
                  <a:lnTo>
                    <a:pt x="83915" y="159448"/>
                  </a:lnTo>
                  <a:lnTo>
                    <a:pt x="83820" y="159353"/>
                  </a:lnTo>
                  <a:lnTo>
                    <a:pt x="83629" y="158972"/>
                  </a:lnTo>
                  <a:lnTo>
                    <a:pt x="83439" y="158496"/>
                  </a:lnTo>
                  <a:lnTo>
                    <a:pt x="83344" y="157924"/>
                  </a:lnTo>
                  <a:lnTo>
                    <a:pt x="83248" y="157258"/>
                  </a:lnTo>
                  <a:lnTo>
                    <a:pt x="83248" y="153734"/>
                  </a:lnTo>
                  <a:lnTo>
                    <a:pt x="83153" y="153067"/>
                  </a:lnTo>
                  <a:lnTo>
                    <a:pt x="82963" y="152495"/>
                  </a:lnTo>
                  <a:lnTo>
                    <a:pt x="82582" y="151828"/>
                  </a:lnTo>
                  <a:lnTo>
                    <a:pt x="77152" y="146494"/>
                  </a:lnTo>
                  <a:lnTo>
                    <a:pt x="76867" y="146113"/>
                  </a:lnTo>
                  <a:lnTo>
                    <a:pt x="76581" y="145637"/>
                  </a:lnTo>
                  <a:lnTo>
                    <a:pt x="76390" y="145066"/>
                  </a:lnTo>
                  <a:lnTo>
                    <a:pt x="76390" y="144399"/>
                  </a:lnTo>
                  <a:lnTo>
                    <a:pt x="76581" y="143827"/>
                  </a:lnTo>
                  <a:lnTo>
                    <a:pt x="76962" y="143446"/>
                  </a:lnTo>
                  <a:lnTo>
                    <a:pt x="79057" y="141827"/>
                  </a:lnTo>
                  <a:lnTo>
                    <a:pt x="80105" y="140684"/>
                  </a:lnTo>
                  <a:lnTo>
                    <a:pt x="80296" y="140017"/>
                  </a:lnTo>
                  <a:lnTo>
                    <a:pt x="80200" y="139255"/>
                  </a:lnTo>
                  <a:lnTo>
                    <a:pt x="79438" y="138017"/>
                  </a:lnTo>
                  <a:lnTo>
                    <a:pt x="78867" y="137446"/>
                  </a:lnTo>
                  <a:lnTo>
                    <a:pt x="78200" y="137065"/>
                  </a:lnTo>
                  <a:lnTo>
                    <a:pt x="73438" y="135731"/>
                  </a:lnTo>
                  <a:lnTo>
                    <a:pt x="66675" y="135064"/>
                  </a:lnTo>
                  <a:lnTo>
                    <a:pt x="65246" y="134684"/>
                  </a:lnTo>
                  <a:lnTo>
                    <a:pt x="63913" y="134207"/>
                  </a:lnTo>
                  <a:lnTo>
                    <a:pt x="63246" y="133731"/>
                  </a:lnTo>
                  <a:lnTo>
                    <a:pt x="62865" y="133159"/>
                  </a:lnTo>
                  <a:lnTo>
                    <a:pt x="62674" y="132588"/>
                  </a:lnTo>
                  <a:lnTo>
                    <a:pt x="62484" y="130588"/>
                  </a:lnTo>
                  <a:lnTo>
                    <a:pt x="62389" y="129921"/>
                  </a:lnTo>
                  <a:lnTo>
                    <a:pt x="62198" y="129349"/>
                  </a:lnTo>
                  <a:lnTo>
                    <a:pt x="62008" y="128778"/>
                  </a:lnTo>
                  <a:lnTo>
                    <a:pt x="61722" y="128206"/>
                  </a:lnTo>
                  <a:lnTo>
                    <a:pt x="59722" y="125920"/>
                  </a:lnTo>
                  <a:lnTo>
                    <a:pt x="59436" y="125444"/>
                  </a:lnTo>
                  <a:lnTo>
                    <a:pt x="59246" y="124873"/>
                  </a:lnTo>
                  <a:lnTo>
                    <a:pt x="59246" y="124301"/>
                  </a:lnTo>
                  <a:lnTo>
                    <a:pt x="59531" y="123063"/>
                  </a:lnTo>
                  <a:lnTo>
                    <a:pt x="59436" y="122301"/>
                  </a:lnTo>
                  <a:lnTo>
                    <a:pt x="58769" y="121158"/>
                  </a:lnTo>
                  <a:lnTo>
                    <a:pt x="57245" y="119443"/>
                  </a:lnTo>
                  <a:lnTo>
                    <a:pt x="54959" y="117538"/>
                  </a:lnTo>
                  <a:lnTo>
                    <a:pt x="53816" y="116967"/>
                  </a:lnTo>
                  <a:lnTo>
                    <a:pt x="53149" y="116967"/>
                  </a:lnTo>
                  <a:lnTo>
                    <a:pt x="52864" y="117443"/>
                  </a:lnTo>
                  <a:lnTo>
                    <a:pt x="52768" y="117538"/>
                  </a:lnTo>
                  <a:lnTo>
                    <a:pt x="52673" y="117634"/>
                  </a:lnTo>
                  <a:lnTo>
                    <a:pt x="52292" y="118491"/>
                  </a:lnTo>
                  <a:lnTo>
                    <a:pt x="51340" y="121539"/>
                  </a:lnTo>
                  <a:lnTo>
                    <a:pt x="50006" y="123730"/>
                  </a:lnTo>
                  <a:lnTo>
                    <a:pt x="49435" y="124396"/>
                  </a:lnTo>
                  <a:lnTo>
                    <a:pt x="48196" y="125349"/>
                  </a:lnTo>
                  <a:lnTo>
                    <a:pt x="48006" y="125444"/>
                  </a:lnTo>
                  <a:lnTo>
                    <a:pt x="46577" y="125349"/>
                  </a:lnTo>
                  <a:lnTo>
                    <a:pt x="46482" y="125349"/>
                  </a:lnTo>
                  <a:lnTo>
                    <a:pt x="46196" y="125444"/>
                  </a:lnTo>
                  <a:lnTo>
                    <a:pt x="46006" y="125635"/>
                  </a:lnTo>
                  <a:lnTo>
                    <a:pt x="45625" y="126111"/>
                  </a:lnTo>
                  <a:lnTo>
                    <a:pt x="45339" y="126397"/>
                  </a:lnTo>
                  <a:lnTo>
                    <a:pt x="44577" y="126873"/>
                  </a:lnTo>
                  <a:lnTo>
                    <a:pt x="44101" y="127063"/>
                  </a:lnTo>
                  <a:lnTo>
                    <a:pt x="43243" y="127254"/>
                  </a:lnTo>
                  <a:lnTo>
                    <a:pt x="42958" y="127254"/>
                  </a:lnTo>
                  <a:lnTo>
                    <a:pt x="42291" y="127254"/>
                  </a:lnTo>
                  <a:lnTo>
                    <a:pt x="40672" y="127444"/>
                  </a:lnTo>
                  <a:lnTo>
                    <a:pt x="40291" y="127540"/>
                  </a:lnTo>
                  <a:lnTo>
                    <a:pt x="39814" y="127825"/>
                  </a:lnTo>
                  <a:lnTo>
                    <a:pt x="39148" y="128397"/>
                  </a:lnTo>
                  <a:lnTo>
                    <a:pt x="37624" y="130207"/>
                  </a:lnTo>
                  <a:lnTo>
                    <a:pt x="36290" y="131445"/>
                  </a:lnTo>
                  <a:lnTo>
                    <a:pt x="35052" y="133064"/>
                  </a:lnTo>
                  <a:lnTo>
                    <a:pt x="33814" y="134493"/>
                  </a:lnTo>
                  <a:lnTo>
                    <a:pt x="33718" y="134684"/>
                  </a:lnTo>
                  <a:lnTo>
                    <a:pt x="33528" y="135064"/>
                  </a:lnTo>
                  <a:lnTo>
                    <a:pt x="32385" y="137065"/>
                  </a:lnTo>
                  <a:lnTo>
                    <a:pt x="32195" y="137636"/>
                  </a:lnTo>
                  <a:lnTo>
                    <a:pt x="32004" y="138303"/>
                  </a:lnTo>
                  <a:lnTo>
                    <a:pt x="31909" y="138970"/>
                  </a:lnTo>
                  <a:lnTo>
                    <a:pt x="31909" y="139541"/>
                  </a:lnTo>
                  <a:lnTo>
                    <a:pt x="32099" y="140017"/>
                  </a:lnTo>
                  <a:lnTo>
                    <a:pt x="32480" y="140398"/>
                  </a:lnTo>
                  <a:lnTo>
                    <a:pt x="33338" y="141065"/>
                  </a:lnTo>
                  <a:lnTo>
                    <a:pt x="37147" y="146113"/>
                  </a:lnTo>
                  <a:lnTo>
                    <a:pt x="37529" y="146494"/>
                  </a:lnTo>
                  <a:lnTo>
                    <a:pt x="38005" y="146780"/>
                  </a:lnTo>
                  <a:lnTo>
                    <a:pt x="40291" y="147733"/>
                  </a:lnTo>
                  <a:lnTo>
                    <a:pt x="40767" y="148018"/>
                  </a:lnTo>
                  <a:lnTo>
                    <a:pt x="41148" y="148399"/>
                  </a:lnTo>
                  <a:lnTo>
                    <a:pt x="41529" y="148780"/>
                  </a:lnTo>
                  <a:lnTo>
                    <a:pt x="41815" y="149257"/>
                  </a:lnTo>
                  <a:lnTo>
                    <a:pt x="42005" y="149733"/>
                  </a:lnTo>
                  <a:lnTo>
                    <a:pt x="42291" y="150876"/>
                  </a:lnTo>
                  <a:lnTo>
                    <a:pt x="42386" y="152876"/>
                  </a:lnTo>
                  <a:lnTo>
                    <a:pt x="42291" y="154114"/>
                  </a:lnTo>
                  <a:lnTo>
                    <a:pt x="42100" y="155543"/>
                  </a:lnTo>
                  <a:lnTo>
                    <a:pt x="41720" y="156877"/>
                  </a:lnTo>
                  <a:lnTo>
                    <a:pt x="41338" y="157924"/>
                  </a:lnTo>
                  <a:lnTo>
                    <a:pt x="39910" y="160306"/>
                  </a:lnTo>
                  <a:lnTo>
                    <a:pt x="38862" y="161639"/>
                  </a:lnTo>
                  <a:lnTo>
                    <a:pt x="38576" y="162115"/>
                  </a:lnTo>
                  <a:lnTo>
                    <a:pt x="38290" y="162592"/>
                  </a:lnTo>
                  <a:lnTo>
                    <a:pt x="38100" y="163163"/>
                  </a:lnTo>
                  <a:lnTo>
                    <a:pt x="38005" y="163830"/>
                  </a:lnTo>
                  <a:lnTo>
                    <a:pt x="38005" y="164497"/>
                  </a:lnTo>
                  <a:lnTo>
                    <a:pt x="38100" y="165068"/>
                  </a:lnTo>
                  <a:lnTo>
                    <a:pt x="38290" y="165640"/>
                  </a:lnTo>
                  <a:lnTo>
                    <a:pt x="38386" y="166211"/>
                  </a:lnTo>
                  <a:lnTo>
                    <a:pt x="38576" y="170688"/>
                  </a:lnTo>
                  <a:lnTo>
                    <a:pt x="38862" y="173069"/>
                  </a:lnTo>
                  <a:lnTo>
                    <a:pt x="38862" y="173736"/>
                  </a:lnTo>
                  <a:lnTo>
                    <a:pt x="38671" y="174403"/>
                  </a:lnTo>
                  <a:lnTo>
                    <a:pt x="38386" y="175069"/>
                  </a:lnTo>
                  <a:lnTo>
                    <a:pt x="37147" y="176403"/>
                  </a:lnTo>
                  <a:lnTo>
                    <a:pt x="36957" y="176593"/>
                  </a:lnTo>
                  <a:lnTo>
                    <a:pt x="36862" y="176784"/>
                  </a:lnTo>
                  <a:lnTo>
                    <a:pt x="36766" y="177070"/>
                  </a:lnTo>
                  <a:lnTo>
                    <a:pt x="36766" y="177546"/>
                  </a:lnTo>
                  <a:lnTo>
                    <a:pt x="36862" y="179356"/>
                  </a:lnTo>
                  <a:lnTo>
                    <a:pt x="36862" y="180022"/>
                  </a:lnTo>
                  <a:lnTo>
                    <a:pt x="36576" y="181165"/>
                  </a:lnTo>
                  <a:lnTo>
                    <a:pt x="36290" y="181832"/>
                  </a:lnTo>
                  <a:lnTo>
                    <a:pt x="36195" y="182213"/>
                  </a:lnTo>
                  <a:lnTo>
                    <a:pt x="36195" y="182689"/>
                  </a:lnTo>
                  <a:lnTo>
                    <a:pt x="36195" y="183261"/>
                  </a:lnTo>
                  <a:lnTo>
                    <a:pt x="36290" y="183832"/>
                  </a:lnTo>
                  <a:lnTo>
                    <a:pt x="36385" y="184404"/>
                  </a:lnTo>
                  <a:lnTo>
                    <a:pt x="36481" y="184880"/>
                  </a:lnTo>
                  <a:lnTo>
                    <a:pt x="36576" y="185356"/>
                  </a:lnTo>
                  <a:lnTo>
                    <a:pt x="36576" y="185642"/>
                  </a:lnTo>
                  <a:lnTo>
                    <a:pt x="36385" y="186595"/>
                  </a:lnTo>
                  <a:lnTo>
                    <a:pt x="36385" y="186976"/>
                  </a:lnTo>
                  <a:lnTo>
                    <a:pt x="36481" y="187452"/>
                  </a:lnTo>
                  <a:lnTo>
                    <a:pt x="36862" y="188976"/>
                  </a:lnTo>
                  <a:lnTo>
                    <a:pt x="36862" y="189547"/>
                  </a:lnTo>
                  <a:lnTo>
                    <a:pt x="36766" y="190976"/>
                  </a:lnTo>
                  <a:lnTo>
                    <a:pt x="36862" y="192214"/>
                  </a:lnTo>
                  <a:lnTo>
                    <a:pt x="37338" y="195072"/>
                  </a:lnTo>
                  <a:lnTo>
                    <a:pt x="37338" y="195548"/>
                  </a:lnTo>
                  <a:lnTo>
                    <a:pt x="37338" y="195739"/>
                  </a:lnTo>
                  <a:lnTo>
                    <a:pt x="37433" y="195929"/>
                  </a:lnTo>
                  <a:lnTo>
                    <a:pt x="39814" y="199168"/>
                  </a:lnTo>
                  <a:lnTo>
                    <a:pt x="40291" y="200120"/>
                  </a:lnTo>
                  <a:lnTo>
                    <a:pt x="40672" y="201168"/>
                  </a:lnTo>
                  <a:lnTo>
                    <a:pt x="42672" y="210598"/>
                  </a:lnTo>
                  <a:lnTo>
                    <a:pt x="43339" y="215646"/>
                  </a:lnTo>
                  <a:lnTo>
                    <a:pt x="43434" y="216979"/>
                  </a:lnTo>
                  <a:lnTo>
                    <a:pt x="43243" y="219837"/>
                  </a:lnTo>
                  <a:lnTo>
                    <a:pt x="43053" y="221170"/>
                  </a:lnTo>
                  <a:lnTo>
                    <a:pt x="42767" y="222409"/>
                  </a:lnTo>
                  <a:lnTo>
                    <a:pt x="41910" y="224599"/>
                  </a:lnTo>
                  <a:lnTo>
                    <a:pt x="41148" y="226028"/>
                  </a:lnTo>
                  <a:lnTo>
                    <a:pt x="30671" y="236791"/>
                  </a:lnTo>
                  <a:lnTo>
                    <a:pt x="29432" y="241078"/>
                  </a:lnTo>
                  <a:lnTo>
                    <a:pt x="28004" y="243840"/>
                  </a:lnTo>
                  <a:lnTo>
                    <a:pt x="25337" y="247078"/>
                  </a:lnTo>
                  <a:lnTo>
                    <a:pt x="24384" y="247840"/>
                  </a:lnTo>
                  <a:lnTo>
                    <a:pt x="22098" y="249174"/>
                  </a:lnTo>
                  <a:lnTo>
                    <a:pt x="20193" y="250698"/>
                  </a:lnTo>
                  <a:lnTo>
                    <a:pt x="17716" y="253365"/>
                  </a:lnTo>
                  <a:lnTo>
                    <a:pt x="16002" y="255651"/>
                  </a:lnTo>
                  <a:lnTo>
                    <a:pt x="14573" y="256699"/>
                  </a:lnTo>
                  <a:lnTo>
                    <a:pt x="13240" y="257175"/>
                  </a:lnTo>
                  <a:lnTo>
                    <a:pt x="12192" y="257175"/>
                  </a:lnTo>
                  <a:lnTo>
                    <a:pt x="10954" y="257365"/>
                  </a:lnTo>
                  <a:lnTo>
                    <a:pt x="9334" y="257842"/>
                  </a:lnTo>
                  <a:lnTo>
                    <a:pt x="7144" y="259366"/>
                  </a:lnTo>
                  <a:lnTo>
                    <a:pt x="6382" y="260794"/>
                  </a:lnTo>
                  <a:lnTo>
                    <a:pt x="6477" y="262604"/>
                  </a:lnTo>
                  <a:lnTo>
                    <a:pt x="7334" y="263461"/>
                  </a:lnTo>
                  <a:lnTo>
                    <a:pt x="8477" y="263938"/>
                  </a:lnTo>
                  <a:lnTo>
                    <a:pt x="9906" y="264319"/>
                  </a:lnTo>
                  <a:lnTo>
                    <a:pt x="11144" y="264795"/>
                  </a:lnTo>
                  <a:lnTo>
                    <a:pt x="12478" y="265557"/>
                  </a:lnTo>
                  <a:lnTo>
                    <a:pt x="12668" y="265747"/>
                  </a:lnTo>
                  <a:lnTo>
                    <a:pt x="12859" y="265938"/>
                  </a:lnTo>
                  <a:lnTo>
                    <a:pt x="13049" y="266319"/>
                  </a:lnTo>
                  <a:lnTo>
                    <a:pt x="13145" y="266986"/>
                  </a:lnTo>
                  <a:lnTo>
                    <a:pt x="13049" y="268319"/>
                  </a:lnTo>
                  <a:lnTo>
                    <a:pt x="12763" y="269081"/>
                  </a:lnTo>
                  <a:lnTo>
                    <a:pt x="12478" y="269557"/>
                  </a:lnTo>
                  <a:lnTo>
                    <a:pt x="11430" y="270319"/>
                  </a:lnTo>
                  <a:lnTo>
                    <a:pt x="10573" y="270605"/>
                  </a:lnTo>
                  <a:lnTo>
                    <a:pt x="9525" y="270700"/>
                  </a:lnTo>
                  <a:lnTo>
                    <a:pt x="8287" y="270415"/>
                  </a:lnTo>
                  <a:lnTo>
                    <a:pt x="6191" y="269462"/>
                  </a:lnTo>
                  <a:lnTo>
                    <a:pt x="5429" y="269462"/>
                  </a:lnTo>
                  <a:lnTo>
                    <a:pt x="4381" y="270224"/>
                  </a:lnTo>
                  <a:lnTo>
                    <a:pt x="3715" y="273844"/>
                  </a:lnTo>
                  <a:lnTo>
                    <a:pt x="2381" y="276987"/>
                  </a:lnTo>
                  <a:lnTo>
                    <a:pt x="857" y="279463"/>
                  </a:lnTo>
                  <a:lnTo>
                    <a:pt x="571" y="280035"/>
                  </a:lnTo>
                  <a:lnTo>
                    <a:pt x="286" y="280702"/>
                  </a:lnTo>
                  <a:lnTo>
                    <a:pt x="95" y="281654"/>
                  </a:lnTo>
                  <a:lnTo>
                    <a:pt x="0" y="282416"/>
                  </a:lnTo>
                  <a:lnTo>
                    <a:pt x="0" y="283083"/>
                  </a:lnTo>
                  <a:lnTo>
                    <a:pt x="95" y="283655"/>
                  </a:lnTo>
                  <a:lnTo>
                    <a:pt x="286" y="284131"/>
                  </a:lnTo>
                  <a:lnTo>
                    <a:pt x="571" y="284607"/>
                  </a:lnTo>
                  <a:lnTo>
                    <a:pt x="15526" y="301180"/>
                  </a:lnTo>
                  <a:lnTo>
                    <a:pt x="16288" y="301847"/>
                  </a:lnTo>
                  <a:lnTo>
                    <a:pt x="16764" y="302133"/>
                  </a:lnTo>
                  <a:lnTo>
                    <a:pt x="17145" y="302323"/>
                  </a:lnTo>
                  <a:lnTo>
                    <a:pt x="17621" y="302323"/>
                  </a:lnTo>
                  <a:lnTo>
                    <a:pt x="18097" y="302133"/>
                  </a:lnTo>
                  <a:lnTo>
                    <a:pt x="19050" y="301752"/>
                  </a:lnTo>
                  <a:lnTo>
                    <a:pt x="21146" y="301085"/>
                  </a:lnTo>
                  <a:lnTo>
                    <a:pt x="21622" y="300895"/>
                  </a:lnTo>
                  <a:lnTo>
                    <a:pt x="22003" y="300609"/>
                  </a:lnTo>
                  <a:lnTo>
                    <a:pt x="24479" y="297751"/>
                  </a:lnTo>
                  <a:lnTo>
                    <a:pt x="25337" y="297180"/>
                  </a:lnTo>
                  <a:lnTo>
                    <a:pt x="25813" y="296989"/>
                  </a:lnTo>
                  <a:lnTo>
                    <a:pt x="26289" y="296799"/>
                  </a:lnTo>
                  <a:lnTo>
                    <a:pt x="26860" y="296894"/>
                  </a:lnTo>
                  <a:lnTo>
                    <a:pt x="27432" y="297275"/>
                  </a:lnTo>
                  <a:lnTo>
                    <a:pt x="27813" y="298132"/>
                  </a:lnTo>
                  <a:lnTo>
                    <a:pt x="27908" y="298894"/>
                  </a:lnTo>
                  <a:lnTo>
                    <a:pt x="27813" y="299656"/>
                  </a:lnTo>
                  <a:lnTo>
                    <a:pt x="27051" y="303466"/>
                  </a:lnTo>
                  <a:lnTo>
                    <a:pt x="27051" y="304324"/>
                  </a:lnTo>
                  <a:lnTo>
                    <a:pt x="27337" y="305657"/>
                  </a:lnTo>
                  <a:lnTo>
                    <a:pt x="30099" y="310229"/>
                  </a:lnTo>
                  <a:lnTo>
                    <a:pt x="31337" y="311944"/>
                  </a:lnTo>
                  <a:lnTo>
                    <a:pt x="32861" y="312706"/>
                  </a:lnTo>
                  <a:lnTo>
                    <a:pt x="34004" y="313087"/>
                  </a:lnTo>
                  <a:lnTo>
                    <a:pt x="34671" y="313563"/>
                  </a:lnTo>
                  <a:lnTo>
                    <a:pt x="35719" y="314896"/>
                  </a:lnTo>
                  <a:lnTo>
                    <a:pt x="36385" y="315087"/>
                  </a:lnTo>
                  <a:lnTo>
                    <a:pt x="38386" y="314611"/>
                  </a:lnTo>
                  <a:lnTo>
                    <a:pt x="49339" y="314706"/>
                  </a:lnTo>
                  <a:lnTo>
                    <a:pt x="54483" y="313468"/>
                  </a:lnTo>
                  <a:lnTo>
                    <a:pt x="56293" y="313372"/>
                  </a:lnTo>
                  <a:lnTo>
                    <a:pt x="57340" y="313944"/>
                  </a:lnTo>
                  <a:lnTo>
                    <a:pt x="57817" y="314801"/>
                  </a:lnTo>
                  <a:lnTo>
                    <a:pt x="57912" y="315563"/>
                  </a:lnTo>
                  <a:lnTo>
                    <a:pt x="58007" y="316135"/>
                  </a:lnTo>
                  <a:lnTo>
                    <a:pt x="58293" y="316897"/>
                  </a:lnTo>
                  <a:lnTo>
                    <a:pt x="59531" y="318611"/>
                  </a:lnTo>
                  <a:lnTo>
                    <a:pt x="60007" y="319659"/>
                  </a:lnTo>
                  <a:lnTo>
                    <a:pt x="60198" y="320611"/>
                  </a:lnTo>
                  <a:lnTo>
                    <a:pt x="60103" y="321659"/>
                  </a:lnTo>
                  <a:lnTo>
                    <a:pt x="59626" y="323755"/>
                  </a:lnTo>
                  <a:lnTo>
                    <a:pt x="59531" y="324517"/>
                  </a:lnTo>
                  <a:lnTo>
                    <a:pt x="59531" y="326326"/>
                  </a:lnTo>
                  <a:lnTo>
                    <a:pt x="59436" y="326993"/>
                  </a:lnTo>
                  <a:lnTo>
                    <a:pt x="59246" y="327565"/>
                  </a:lnTo>
                  <a:lnTo>
                    <a:pt x="59055" y="328136"/>
                  </a:lnTo>
                  <a:lnTo>
                    <a:pt x="58864" y="328803"/>
                  </a:lnTo>
                  <a:lnTo>
                    <a:pt x="58579" y="330136"/>
                  </a:lnTo>
                  <a:lnTo>
                    <a:pt x="58483" y="331470"/>
                  </a:lnTo>
                  <a:lnTo>
                    <a:pt x="58579" y="332708"/>
                  </a:lnTo>
                  <a:lnTo>
                    <a:pt x="58864" y="333851"/>
                  </a:lnTo>
                  <a:lnTo>
                    <a:pt x="59055" y="334423"/>
                  </a:lnTo>
                  <a:lnTo>
                    <a:pt x="59912" y="336423"/>
                  </a:lnTo>
                  <a:lnTo>
                    <a:pt x="61341" y="338899"/>
                  </a:lnTo>
                  <a:lnTo>
                    <a:pt x="62389" y="340423"/>
                  </a:lnTo>
                  <a:lnTo>
                    <a:pt x="62865" y="341376"/>
                  </a:lnTo>
                  <a:lnTo>
                    <a:pt x="63055" y="341852"/>
                  </a:lnTo>
                  <a:lnTo>
                    <a:pt x="63151" y="342424"/>
                  </a:lnTo>
                  <a:lnTo>
                    <a:pt x="62579" y="346615"/>
                  </a:lnTo>
                  <a:lnTo>
                    <a:pt x="62484" y="347663"/>
                  </a:lnTo>
                  <a:lnTo>
                    <a:pt x="62579" y="348139"/>
                  </a:lnTo>
                  <a:lnTo>
                    <a:pt x="62770" y="348805"/>
                  </a:lnTo>
                  <a:lnTo>
                    <a:pt x="63246" y="348996"/>
                  </a:lnTo>
                  <a:lnTo>
                    <a:pt x="63913" y="348901"/>
                  </a:lnTo>
                  <a:lnTo>
                    <a:pt x="65341" y="348424"/>
                  </a:lnTo>
                  <a:lnTo>
                    <a:pt x="67246" y="348139"/>
                  </a:lnTo>
                  <a:lnTo>
                    <a:pt x="68580" y="348139"/>
                  </a:lnTo>
                  <a:lnTo>
                    <a:pt x="69628" y="348329"/>
                  </a:lnTo>
                  <a:lnTo>
                    <a:pt x="70485" y="348615"/>
                  </a:lnTo>
                  <a:lnTo>
                    <a:pt x="71438" y="349186"/>
                  </a:lnTo>
                  <a:lnTo>
                    <a:pt x="71818" y="349758"/>
                  </a:lnTo>
                  <a:lnTo>
                    <a:pt x="71914" y="350425"/>
                  </a:lnTo>
                  <a:lnTo>
                    <a:pt x="71723" y="352520"/>
                  </a:lnTo>
                  <a:lnTo>
                    <a:pt x="71914" y="355568"/>
                  </a:lnTo>
                  <a:lnTo>
                    <a:pt x="71818" y="356235"/>
                  </a:lnTo>
                  <a:lnTo>
                    <a:pt x="71723" y="356902"/>
                  </a:lnTo>
                  <a:lnTo>
                    <a:pt x="71152" y="358807"/>
                  </a:lnTo>
                  <a:lnTo>
                    <a:pt x="71056" y="359378"/>
                  </a:lnTo>
                  <a:lnTo>
                    <a:pt x="71152" y="360140"/>
                  </a:lnTo>
                  <a:lnTo>
                    <a:pt x="71438" y="361093"/>
                  </a:lnTo>
                  <a:lnTo>
                    <a:pt x="72295" y="362617"/>
                  </a:lnTo>
                  <a:lnTo>
                    <a:pt x="72866" y="363379"/>
                  </a:lnTo>
                  <a:lnTo>
                    <a:pt x="73342" y="363950"/>
                  </a:lnTo>
                  <a:lnTo>
                    <a:pt x="75438" y="365188"/>
                  </a:lnTo>
                  <a:lnTo>
                    <a:pt x="77343" y="366713"/>
                  </a:lnTo>
                  <a:lnTo>
                    <a:pt x="77914" y="367284"/>
                  </a:lnTo>
                  <a:lnTo>
                    <a:pt x="78391" y="367855"/>
                  </a:lnTo>
                  <a:lnTo>
                    <a:pt x="78676" y="368236"/>
                  </a:lnTo>
                  <a:lnTo>
                    <a:pt x="79534" y="370046"/>
                  </a:lnTo>
                  <a:lnTo>
                    <a:pt x="79629" y="370427"/>
                  </a:lnTo>
                  <a:lnTo>
                    <a:pt x="79629" y="370522"/>
                  </a:lnTo>
                  <a:lnTo>
                    <a:pt x="79915" y="371189"/>
                  </a:lnTo>
                  <a:lnTo>
                    <a:pt x="80105" y="371951"/>
                  </a:lnTo>
                  <a:lnTo>
                    <a:pt x="82105" y="371094"/>
                  </a:lnTo>
                  <a:lnTo>
                    <a:pt x="85058" y="370713"/>
                  </a:lnTo>
                  <a:lnTo>
                    <a:pt x="85058" y="369380"/>
                  </a:lnTo>
                  <a:lnTo>
                    <a:pt x="85344" y="366808"/>
                  </a:lnTo>
                  <a:lnTo>
                    <a:pt x="88106" y="364712"/>
                  </a:lnTo>
                  <a:lnTo>
                    <a:pt x="101537" y="360140"/>
                  </a:lnTo>
                  <a:lnTo>
                    <a:pt x="104489" y="358997"/>
                  </a:lnTo>
                  <a:lnTo>
                    <a:pt x="106775" y="357759"/>
                  </a:lnTo>
                  <a:lnTo>
                    <a:pt x="107251" y="357473"/>
                  </a:lnTo>
                  <a:lnTo>
                    <a:pt x="107632" y="357378"/>
                  </a:lnTo>
                  <a:lnTo>
                    <a:pt x="110109" y="356521"/>
                  </a:lnTo>
                  <a:lnTo>
                    <a:pt x="111823" y="355568"/>
                  </a:lnTo>
                  <a:lnTo>
                    <a:pt x="113062" y="355282"/>
                  </a:lnTo>
                  <a:lnTo>
                    <a:pt x="115348" y="353568"/>
                  </a:lnTo>
                  <a:lnTo>
                    <a:pt x="116872" y="351853"/>
                  </a:lnTo>
                  <a:lnTo>
                    <a:pt x="118872" y="351091"/>
                  </a:lnTo>
                  <a:lnTo>
                    <a:pt x="120777" y="350615"/>
                  </a:lnTo>
                  <a:lnTo>
                    <a:pt x="123634" y="350330"/>
                  </a:lnTo>
                  <a:lnTo>
                    <a:pt x="126968" y="350330"/>
                  </a:lnTo>
                  <a:lnTo>
                    <a:pt x="128111" y="349663"/>
                  </a:lnTo>
                  <a:lnTo>
                    <a:pt x="129826" y="348329"/>
                  </a:lnTo>
                  <a:lnTo>
                    <a:pt x="131445" y="346519"/>
                  </a:lnTo>
                  <a:lnTo>
                    <a:pt x="132397" y="344614"/>
                  </a:lnTo>
                  <a:lnTo>
                    <a:pt x="132493" y="342043"/>
                  </a:lnTo>
                  <a:lnTo>
                    <a:pt x="132112" y="340138"/>
                  </a:lnTo>
                  <a:lnTo>
                    <a:pt x="132112" y="338518"/>
                  </a:lnTo>
                  <a:lnTo>
                    <a:pt x="132207" y="336518"/>
                  </a:lnTo>
                  <a:lnTo>
                    <a:pt x="134874" y="334709"/>
                  </a:lnTo>
                  <a:lnTo>
                    <a:pt x="137255" y="333661"/>
                  </a:lnTo>
                  <a:lnTo>
                    <a:pt x="139351" y="332327"/>
                  </a:lnTo>
                  <a:lnTo>
                    <a:pt x="139160" y="330517"/>
                  </a:lnTo>
                  <a:lnTo>
                    <a:pt x="137446" y="330898"/>
                  </a:lnTo>
                  <a:lnTo>
                    <a:pt x="135826" y="331280"/>
                  </a:lnTo>
                  <a:lnTo>
                    <a:pt x="135160" y="330613"/>
                  </a:lnTo>
                  <a:lnTo>
                    <a:pt x="135731" y="328613"/>
                  </a:lnTo>
                  <a:lnTo>
                    <a:pt x="137065" y="327660"/>
                  </a:lnTo>
                  <a:lnTo>
                    <a:pt x="138779" y="327374"/>
                  </a:lnTo>
                  <a:lnTo>
                    <a:pt x="139827" y="326422"/>
                  </a:lnTo>
                  <a:lnTo>
                    <a:pt x="139922" y="325469"/>
                  </a:lnTo>
                  <a:lnTo>
                    <a:pt x="139827" y="323564"/>
                  </a:lnTo>
                  <a:lnTo>
                    <a:pt x="140398" y="321945"/>
                  </a:lnTo>
                  <a:lnTo>
                    <a:pt x="141732" y="320992"/>
                  </a:lnTo>
                  <a:lnTo>
                    <a:pt x="142684" y="320897"/>
                  </a:lnTo>
                  <a:lnTo>
                    <a:pt x="144780" y="320040"/>
                  </a:lnTo>
                  <a:lnTo>
                    <a:pt x="145351" y="319278"/>
                  </a:lnTo>
                  <a:lnTo>
                    <a:pt x="145637" y="318040"/>
                  </a:lnTo>
                  <a:lnTo>
                    <a:pt x="146399" y="316039"/>
                  </a:lnTo>
                  <a:lnTo>
                    <a:pt x="148114" y="314420"/>
                  </a:lnTo>
                  <a:lnTo>
                    <a:pt x="153733" y="309372"/>
                  </a:lnTo>
                  <a:lnTo>
                    <a:pt x="155257" y="308705"/>
                  </a:lnTo>
                  <a:lnTo>
                    <a:pt x="156020" y="307848"/>
                  </a:lnTo>
                  <a:lnTo>
                    <a:pt x="156877" y="305848"/>
                  </a:lnTo>
                  <a:lnTo>
                    <a:pt x="157543" y="303562"/>
                  </a:lnTo>
                  <a:lnTo>
                    <a:pt x="157829" y="301752"/>
                  </a:lnTo>
                  <a:lnTo>
                    <a:pt x="158305" y="299942"/>
                  </a:lnTo>
                  <a:lnTo>
                    <a:pt x="160115" y="298990"/>
                  </a:lnTo>
                  <a:lnTo>
                    <a:pt x="161734" y="299466"/>
                  </a:lnTo>
                  <a:lnTo>
                    <a:pt x="163068" y="299275"/>
                  </a:lnTo>
                  <a:lnTo>
                    <a:pt x="163925" y="298799"/>
                  </a:lnTo>
                  <a:lnTo>
                    <a:pt x="166116" y="298418"/>
                  </a:lnTo>
                  <a:lnTo>
                    <a:pt x="167449" y="298228"/>
                  </a:lnTo>
                  <a:lnTo>
                    <a:pt x="169259" y="296323"/>
                  </a:lnTo>
                  <a:lnTo>
                    <a:pt x="171926" y="295656"/>
                  </a:lnTo>
                  <a:lnTo>
                    <a:pt x="173926" y="295275"/>
                  </a:lnTo>
                  <a:lnTo>
                    <a:pt x="173069" y="294037"/>
                  </a:lnTo>
                  <a:lnTo>
                    <a:pt x="171831" y="293465"/>
                  </a:lnTo>
                  <a:lnTo>
                    <a:pt x="170307" y="293180"/>
                  </a:lnTo>
                  <a:lnTo>
                    <a:pt x="168688" y="293370"/>
                  </a:lnTo>
                  <a:lnTo>
                    <a:pt x="167354" y="292989"/>
                  </a:lnTo>
                  <a:lnTo>
                    <a:pt x="167068" y="291370"/>
                  </a:lnTo>
                  <a:lnTo>
                    <a:pt x="167640" y="290322"/>
                  </a:lnTo>
                  <a:lnTo>
                    <a:pt x="168783" y="289369"/>
                  </a:lnTo>
                  <a:lnTo>
                    <a:pt x="169640" y="288417"/>
                  </a:lnTo>
                  <a:lnTo>
                    <a:pt x="169545" y="287274"/>
                  </a:lnTo>
                  <a:lnTo>
                    <a:pt x="169259" y="285940"/>
                  </a:lnTo>
                  <a:lnTo>
                    <a:pt x="169831" y="284702"/>
                  </a:lnTo>
                  <a:lnTo>
                    <a:pt x="170783" y="283750"/>
                  </a:lnTo>
                  <a:lnTo>
                    <a:pt x="171545" y="283273"/>
                  </a:lnTo>
                  <a:lnTo>
                    <a:pt x="172688" y="283083"/>
                  </a:lnTo>
                  <a:lnTo>
                    <a:pt x="174688" y="283750"/>
                  </a:lnTo>
                  <a:lnTo>
                    <a:pt x="175641" y="284988"/>
                  </a:lnTo>
                  <a:lnTo>
                    <a:pt x="176308" y="286798"/>
                  </a:lnTo>
                  <a:lnTo>
                    <a:pt x="177832" y="286131"/>
                  </a:lnTo>
                  <a:lnTo>
                    <a:pt x="177641" y="284512"/>
                  </a:lnTo>
                  <a:lnTo>
                    <a:pt x="178784" y="283464"/>
                  </a:lnTo>
                  <a:lnTo>
                    <a:pt x="178784" y="281749"/>
                  </a:lnTo>
                  <a:lnTo>
                    <a:pt x="178879" y="281178"/>
                  </a:lnTo>
                  <a:lnTo>
                    <a:pt x="178784" y="280416"/>
                  </a:lnTo>
                  <a:lnTo>
                    <a:pt x="178784" y="279749"/>
                  </a:lnTo>
                  <a:lnTo>
                    <a:pt x="179070" y="279463"/>
                  </a:lnTo>
                  <a:lnTo>
                    <a:pt x="180880" y="278606"/>
                  </a:lnTo>
                  <a:lnTo>
                    <a:pt x="181261" y="278320"/>
                  </a:lnTo>
                  <a:lnTo>
                    <a:pt x="181927" y="277368"/>
                  </a:lnTo>
                  <a:lnTo>
                    <a:pt x="182785" y="276511"/>
                  </a:lnTo>
                  <a:lnTo>
                    <a:pt x="183737" y="275749"/>
                  </a:lnTo>
                  <a:lnTo>
                    <a:pt x="184785" y="275177"/>
                  </a:lnTo>
                  <a:lnTo>
                    <a:pt x="186404" y="273463"/>
                  </a:lnTo>
                  <a:lnTo>
                    <a:pt x="188404" y="272605"/>
                  </a:lnTo>
                  <a:lnTo>
                    <a:pt x="190405" y="272986"/>
                  </a:lnTo>
                  <a:lnTo>
                    <a:pt x="192024" y="275177"/>
                  </a:lnTo>
                  <a:lnTo>
                    <a:pt x="193072" y="273653"/>
                  </a:lnTo>
                  <a:lnTo>
                    <a:pt x="193548" y="274701"/>
                  </a:lnTo>
                  <a:lnTo>
                    <a:pt x="194310" y="275463"/>
                  </a:lnTo>
                  <a:lnTo>
                    <a:pt x="195263" y="275844"/>
                  </a:lnTo>
                  <a:lnTo>
                    <a:pt x="196310" y="275844"/>
                  </a:lnTo>
                  <a:lnTo>
                    <a:pt x="197644" y="274701"/>
                  </a:lnTo>
                  <a:lnTo>
                    <a:pt x="199358" y="272796"/>
                  </a:lnTo>
                  <a:lnTo>
                    <a:pt x="201263" y="271558"/>
                  </a:lnTo>
                  <a:lnTo>
                    <a:pt x="203168" y="272510"/>
                  </a:lnTo>
                  <a:lnTo>
                    <a:pt x="203930" y="273177"/>
                  </a:lnTo>
                  <a:lnTo>
                    <a:pt x="205835" y="273748"/>
                  </a:lnTo>
                  <a:lnTo>
                    <a:pt x="206692" y="274320"/>
                  </a:lnTo>
                  <a:lnTo>
                    <a:pt x="207073" y="274987"/>
                  </a:lnTo>
                  <a:lnTo>
                    <a:pt x="207264" y="275844"/>
                  </a:lnTo>
                  <a:lnTo>
                    <a:pt x="207550" y="276701"/>
                  </a:lnTo>
                  <a:lnTo>
                    <a:pt x="208312" y="277273"/>
                  </a:lnTo>
                  <a:lnTo>
                    <a:pt x="210693" y="277463"/>
                  </a:lnTo>
                  <a:lnTo>
                    <a:pt x="213170" y="278035"/>
                  </a:lnTo>
                  <a:lnTo>
                    <a:pt x="214598" y="279273"/>
                  </a:lnTo>
                  <a:lnTo>
                    <a:pt x="217741" y="281559"/>
                  </a:lnTo>
                  <a:lnTo>
                    <a:pt x="218313" y="281940"/>
                  </a:lnTo>
                  <a:lnTo>
                    <a:pt x="219932" y="281464"/>
                  </a:lnTo>
                  <a:lnTo>
                    <a:pt x="227838" y="281178"/>
                  </a:lnTo>
                  <a:lnTo>
                    <a:pt x="231457" y="281083"/>
                  </a:lnTo>
                  <a:lnTo>
                    <a:pt x="232981" y="278701"/>
                  </a:lnTo>
                  <a:lnTo>
                    <a:pt x="233839" y="276892"/>
                  </a:lnTo>
                  <a:lnTo>
                    <a:pt x="234696" y="274891"/>
                  </a:lnTo>
                  <a:lnTo>
                    <a:pt x="234505" y="272034"/>
                  </a:lnTo>
                  <a:lnTo>
                    <a:pt x="236887" y="269367"/>
                  </a:lnTo>
                  <a:lnTo>
                    <a:pt x="238411" y="267843"/>
                  </a:lnTo>
                  <a:lnTo>
                    <a:pt x="241745" y="265557"/>
                  </a:lnTo>
                  <a:lnTo>
                    <a:pt x="242316" y="266224"/>
                  </a:lnTo>
                  <a:lnTo>
                    <a:pt x="241078" y="268510"/>
                  </a:lnTo>
                  <a:lnTo>
                    <a:pt x="240316" y="269462"/>
                  </a:lnTo>
                  <a:lnTo>
                    <a:pt x="239363" y="269843"/>
                  </a:lnTo>
                  <a:lnTo>
                    <a:pt x="238411" y="270510"/>
                  </a:lnTo>
                  <a:lnTo>
                    <a:pt x="238601" y="272034"/>
                  </a:lnTo>
                  <a:lnTo>
                    <a:pt x="239268" y="273558"/>
                  </a:lnTo>
                  <a:lnTo>
                    <a:pt x="239649" y="274225"/>
                  </a:lnTo>
                  <a:lnTo>
                    <a:pt x="239935" y="279940"/>
                  </a:lnTo>
                  <a:lnTo>
                    <a:pt x="240506" y="282797"/>
                  </a:lnTo>
                  <a:lnTo>
                    <a:pt x="242221" y="284607"/>
                  </a:lnTo>
                  <a:lnTo>
                    <a:pt x="244221" y="285369"/>
                  </a:lnTo>
                  <a:lnTo>
                    <a:pt x="256318" y="291846"/>
                  </a:lnTo>
                  <a:lnTo>
                    <a:pt x="257746" y="292989"/>
                  </a:lnTo>
                  <a:lnTo>
                    <a:pt x="261080" y="296704"/>
                  </a:lnTo>
                  <a:lnTo>
                    <a:pt x="262128" y="298704"/>
                  </a:lnTo>
                  <a:lnTo>
                    <a:pt x="263366" y="298132"/>
                  </a:lnTo>
                  <a:lnTo>
                    <a:pt x="265176" y="296418"/>
                  </a:lnTo>
                  <a:lnTo>
                    <a:pt x="266033" y="298037"/>
                  </a:lnTo>
                  <a:lnTo>
                    <a:pt x="265843" y="301466"/>
                  </a:lnTo>
                  <a:lnTo>
                    <a:pt x="263366" y="304514"/>
                  </a:lnTo>
                  <a:lnTo>
                    <a:pt x="264414" y="306610"/>
                  </a:lnTo>
                  <a:lnTo>
                    <a:pt x="266509" y="308419"/>
                  </a:lnTo>
                  <a:lnTo>
                    <a:pt x="270415" y="309277"/>
                  </a:lnTo>
                  <a:lnTo>
                    <a:pt x="274510" y="312896"/>
                  </a:lnTo>
                  <a:lnTo>
                    <a:pt x="275939" y="315087"/>
                  </a:lnTo>
                  <a:lnTo>
                    <a:pt x="276606" y="317278"/>
                  </a:lnTo>
                  <a:lnTo>
                    <a:pt x="275368" y="318706"/>
                  </a:lnTo>
                  <a:lnTo>
                    <a:pt x="275463" y="320326"/>
                  </a:lnTo>
                  <a:lnTo>
                    <a:pt x="274796" y="321088"/>
                  </a:lnTo>
                  <a:lnTo>
                    <a:pt x="273653" y="321564"/>
                  </a:lnTo>
                  <a:lnTo>
                    <a:pt x="272510" y="322326"/>
                  </a:lnTo>
                  <a:lnTo>
                    <a:pt x="272415" y="322993"/>
                  </a:lnTo>
                  <a:lnTo>
                    <a:pt x="272510" y="323945"/>
                  </a:lnTo>
                  <a:lnTo>
                    <a:pt x="272415" y="324802"/>
                  </a:lnTo>
                  <a:lnTo>
                    <a:pt x="271748" y="325184"/>
                  </a:lnTo>
                  <a:lnTo>
                    <a:pt x="268700" y="325184"/>
                  </a:lnTo>
                  <a:lnTo>
                    <a:pt x="269272" y="330041"/>
                  </a:lnTo>
                  <a:lnTo>
                    <a:pt x="266795" y="332994"/>
                  </a:lnTo>
                  <a:lnTo>
                    <a:pt x="262699" y="335756"/>
                  </a:lnTo>
                  <a:lnTo>
                    <a:pt x="260890" y="337375"/>
                  </a:lnTo>
                  <a:lnTo>
                    <a:pt x="261080" y="339280"/>
                  </a:lnTo>
                  <a:lnTo>
                    <a:pt x="261080" y="340138"/>
                  </a:lnTo>
                  <a:lnTo>
                    <a:pt x="261175" y="340995"/>
                  </a:lnTo>
                  <a:lnTo>
                    <a:pt x="260985" y="342424"/>
                  </a:lnTo>
                  <a:lnTo>
                    <a:pt x="260604" y="343852"/>
                  </a:lnTo>
                  <a:lnTo>
                    <a:pt x="259747" y="346138"/>
                  </a:lnTo>
                  <a:lnTo>
                    <a:pt x="257080" y="348043"/>
                  </a:lnTo>
                  <a:lnTo>
                    <a:pt x="255460" y="349377"/>
                  </a:lnTo>
                  <a:lnTo>
                    <a:pt x="253651" y="350234"/>
                  </a:lnTo>
                  <a:lnTo>
                    <a:pt x="251650" y="350330"/>
                  </a:lnTo>
                  <a:lnTo>
                    <a:pt x="252889" y="353568"/>
                  </a:lnTo>
                  <a:lnTo>
                    <a:pt x="252031" y="356902"/>
                  </a:lnTo>
                  <a:lnTo>
                    <a:pt x="247079" y="359283"/>
                  </a:lnTo>
                  <a:lnTo>
                    <a:pt x="246793" y="361759"/>
                  </a:lnTo>
                  <a:lnTo>
                    <a:pt x="242888" y="365474"/>
                  </a:lnTo>
                  <a:lnTo>
                    <a:pt x="238601" y="367474"/>
                  </a:lnTo>
                  <a:lnTo>
                    <a:pt x="239458" y="367665"/>
                  </a:lnTo>
                  <a:lnTo>
                    <a:pt x="241649" y="367760"/>
                  </a:lnTo>
                  <a:lnTo>
                    <a:pt x="242411" y="368046"/>
                  </a:lnTo>
                  <a:lnTo>
                    <a:pt x="242888" y="368903"/>
                  </a:lnTo>
                  <a:lnTo>
                    <a:pt x="242792" y="369856"/>
                  </a:lnTo>
                  <a:lnTo>
                    <a:pt x="242316" y="370618"/>
                  </a:lnTo>
                  <a:lnTo>
                    <a:pt x="240792" y="371284"/>
                  </a:lnTo>
                  <a:lnTo>
                    <a:pt x="239268" y="372713"/>
                  </a:lnTo>
                  <a:lnTo>
                    <a:pt x="237172" y="373380"/>
                  </a:lnTo>
                  <a:lnTo>
                    <a:pt x="236791" y="374142"/>
                  </a:lnTo>
                  <a:lnTo>
                    <a:pt x="236696" y="375094"/>
                  </a:lnTo>
                  <a:lnTo>
                    <a:pt x="236410" y="375952"/>
                  </a:lnTo>
                  <a:lnTo>
                    <a:pt x="234410" y="377952"/>
                  </a:lnTo>
                  <a:lnTo>
                    <a:pt x="232791" y="378238"/>
                  </a:lnTo>
                  <a:lnTo>
                    <a:pt x="231172" y="377761"/>
                  </a:lnTo>
                  <a:lnTo>
                    <a:pt x="228981" y="377380"/>
                  </a:lnTo>
                  <a:lnTo>
                    <a:pt x="227171" y="377857"/>
                  </a:lnTo>
                  <a:lnTo>
                    <a:pt x="223266" y="380524"/>
                  </a:lnTo>
                  <a:lnTo>
                    <a:pt x="221647" y="383095"/>
                  </a:lnTo>
                  <a:lnTo>
                    <a:pt x="217646" y="384429"/>
                  </a:lnTo>
                  <a:lnTo>
                    <a:pt x="215170" y="384143"/>
                  </a:lnTo>
                  <a:lnTo>
                    <a:pt x="213074" y="388048"/>
                  </a:lnTo>
                  <a:lnTo>
                    <a:pt x="209931" y="389477"/>
                  </a:lnTo>
                  <a:lnTo>
                    <a:pt x="210026" y="390049"/>
                  </a:lnTo>
                  <a:lnTo>
                    <a:pt x="210502" y="391954"/>
                  </a:lnTo>
                  <a:lnTo>
                    <a:pt x="211264" y="392906"/>
                  </a:lnTo>
                  <a:lnTo>
                    <a:pt x="211074" y="394335"/>
                  </a:lnTo>
                  <a:lnTo>
                    <a:pt x="210217" y="395192"/>
                  </a:lnTo>
                  <a:lnTo>
                    <a:pt x="208883" y="395954"/>
                  </a:lnTo>
                  <a:lnTo>
                    <a:pt x="209074" y="396430"/>
                  </a:lnTo>
                  <a:lnTo>
                    <a:pt x="209264" y="396716"/>
                  </a:lnTo>
                  <a:lnTo>
                    <a:pt x="209359" y="397002"/>
                  </a:lnTo>
                  <a:lnTo>
                    <a:pt x="211550" y="398812"/>
                  </a:lnTo>
                  <a:lnTo>
                    <a:pt x="212788" y="401574"/>
                  </a:lnTo>
                  <a:lnTo>
                    <a:pt x="213741" y="402336"/>
                  </a:lnTo>
                  <a:lnTo>
                    <a:pt x="214217" y="402241"/>
                  </a:lnTo>
                  <a:lnTo>
                    <a:pt x="214693" y="401860"/>
                  </a:lnTo>
                  <a:lnTo>
                    <a:pt x="215265" y="401669"/>
                  </a:lnTo>
                  <a:lnTo>
                    <a:pt x="216027" y="402241"/>
                  </a:lnTo>
                  <a:lnTo>
                    <a:pt x="216313" y="403098"/>
                  </a:lnTo>
                  <a:lnTo>
                    <a:pt x="216122" y="403669"/>
                  </a:lnTo>
                  <a:lnTo>
                    <a:pt x="215741" y="404050"/>
                  </a:lnTo>
                  <a:lnTo>
                    <a:pt x="215551" y="404336"/>
                  </a:lnTo>
                  <a:lnTo>
                    <a:pt x="215360" y="404717"/>
                  </a:lnTo>
                  <a:lnTo>
                    <a:pt x="214598" y="405479"/>
                  </a:lnTo>
                  <a:lnTo>
                    <a:pt x="214408" y="405860"/>
                  </a:lnTo>
                  <a:lnTo>
                    <a:pt x="214598" y="406146"/>
                  </a:lnTo>
                  <a:lnTo>
                    <a:pt x="215360" y="407003"/>
                  </a:lnTo>
                  <a:lnTo>
                    <a:pt x="215551" y="407289"/>
                  </a:lnTo>
                  <a:lnTo>
                    <a:pt x="215360" y="408051"/>
                  </a:lnTo>
                  <a:lnTo>
                    <a:pt x="215265" y="408622"/>
                  </a:lnTo>
                  <a:lnTo>
                    <a:pt x="215074" y="409099"/>
                  </a:lnTo>
                  <a:lnTo>
                    <a:pt x="214503" y="409575"/>
                  </a:lnTo>
                  <a:lnTo>
                    <a:pt x="212312" y="405955"/>
                  </a:lnTo>
                  <a:lnTo>
                    <a:pt x="209550" y="406717"/>
                  </a:lnTo>
                  <a:lnTo>
                    <a:pt x="210121" y="408146"/>
                  </a:lnTo>
                  <a:lnTo>
                    <a:pt x="208407" y="409956"/>
                  </a:lnTo>
                  <a:lnTo>
                    <a:pt x="202978" y="411385"/>
                  </a:lnTo>
                  <a:lnTo>
                    <a:pt x="198501" y="411289"/>
                  </a:lnTo>
                  <a:lnTo>
                    <a:pt x="196882" y="411766"/>
                  </a:lnTo>
                  <a:lnTo>
                    <a:pt x="195739" y="413004"/>
                  </a:lnTo>
                  <a:lnTo>
                    <a:pt x="193262" y="415385"/>
                  </a:lnTo>
                  <a:lnTo>
                    <a:pt x="192310" y="417481"/>
                  </a:lnTo>
                  <a:lnTo>
                    <a:pt x="191452" y="417671"/>
                  </a:lnTo>
                  <a:lnTo>
                    <a:pt x="190690" y="418147"/>
                  </a:lnTo>
                  <a:lnTo>
                    <a:pt x="190309" y="418909"/>
                  </a:lnTo>
                  <a:lnTo>
                    <a:pt x="190690" y="419957"/>
                  </a:lnTo>
                  <a:lnTo>
                    <a:pt x="191452" y="420338"/>
                  </a:lnTo>
                  <a:lnTo>
                    <a:pt x="194310" y="420243"/>
                  </a:lnTo>
                  <a:lnTo>
                    <a:pt x="195072" y="420624"/>
                  </a:lnTo>
                  <a:lnTo>
                    <a:pt x="196501" y="421576"/>
                  </a:lnTo>
                  <a:lnTo>
                    <a:pt x="196977" y="421767"/>
                  </a:lnTo>
                  <a:lnTo>
                    <a:pt x="198025" y="421386"/>
                  </a:lnTo>
                  <a:lnTo>
                    <a:pt x="199739" y="419957"/>
                  </a:lnTo>
                  <a:lnTo>
                    <a:pt x="200787" y="419671"/>
                  </a:lnTo>
                  <a:lnTo>
                    <a:pt x="204406" y="419862"/>
                  </a:lnTo>
                  <a:lnTo>
                    <a:pt x="206026" y="420243"/>
                  </a:lnTo>
                  <a:lnTo>
                    <a:pt x="207359" y="421005"/>
                  </a:lnTo>
                  <a:lnTo>
                    <a:pt x="209359" y="424624"/>
                  </a:lnTo>
                  <a:lnTo>
                    <a:pt x="211836" y="433388"/>
                  </a:lnTo>
                  <a:lnTo>
                    <a:pt x="214503" y="435864"/>
                  </a:lnTo>
                  <a:lnTo>
                    <a:pt x="216313" y="436150"/>
                  </a:lnTo>
                  <a:lnTo>
                    <a:pt x="229838" y="435197"/>
                  </a:lnTo>
                  <a:lnTo>
                    <a:pt x="229076" y="432721"/>
                  </a:lnTo>
                  <a:lnTo>
                    <a:pt x="232124" y="432530"/>
                  </a:lnTo>
                  <a:lnTo>
                    <a:pt x="238982" y="433864"/>
                  </a:lnTo>
                  <a:lnTo>
                    <a:pt x="240411" y="433673"/>
                  </a:lnTo>
                  <a:lnTo>
                    <a:pt x="242983" y="432625"/>
                  </a:lnTo>
                  <a:lnTo>
                    <a:pt x="244412" y="432435"/>
                  </a:lnTo>
                  <a:lnTo>
                    <a:pt x="245554" y="431863"/>
                  </a:lnTo>
                  <a:lnTo>
                    <a:pt x="246316" y="430816"/>
                  </a:lnTo>
                  <a:lnTo>
                    <a:pt x="246983" y="430625"/>
                  </a:lnTo>
                  <a:lnTo>
                    <a:pt x="247936" y="432435"/>
                  </a:lnTo>
                  <a:lnTo>
                    <a:pt x="245745" y="432816"/>
                  </a:lnTo>
                  <a:lnTo>
                    <a:pt x="241745" y="435388"/>
                  </a:lnTo>
                  <a:lnTo>
                    <a:pt x="239458" y="435959"/>
                  </a:lnTo>
                  <a:lnTo>
                    <a:pt x="235744" y="435292"/>
                  </a:lnTo>
                  <a:lnTo>
                    <a:pt x="234791" y="435292"/>
                  </a:lnTo>
                  <a:lnTo>
                    <a:pt x="233648" y="435959"/>
                  </a:lnTo>
                  <a:lnTo>
                    <a:pt x="232696" y="437007"/>
                  </a:lnTo>
                  <a:lnTo>
                    <a:pt x="230886" y="439579"/>
                  </a:lnTo>
                  <a:lnTo>
                    <a:pt x="231457" y="440722"/>
                  </a:lnTo>
                  <a:lnTo>
                    <a:pt x="231267" y="441579"/>
                  </a:lnTo>
                  <a:lnTo>
                    <a:pt x="229838" y="443103"/>
                  </a:lnTo>
                  <a:lnTo>
                    <a:pt x="226790" y="445294"/>
                  </a:lnTo>
                  <a:lnTo>
                    <a:pt x="225076" y="446151"/>
                  </a:lnTo>
                  <a:lnTo>
                    <a:pt x="224123" y="446341"/>
                  </a:lnTo>
                  <a:lnTo>
                    <a:pt x="223742" y="445580"/>
                  </a:lnTo>
                  <a:lnTo>
                    <a:pt x="223361" y="445484"/>
                  </a:lnTo>
                  <a:lnTo>
                    <a:pt x="221361" y="445198"/>
                  </a:lnTo>
                  <a:lnTo>
                    <a:pt x="219646" y="446341"/>
                  </a:lnTo>
                  <a:lnTo>
                    <a:pt x="220789" y="447484"/>
                  </a:lnTo>
                  <a:lnTo>
                    <a:pt x="223075" y="449199"/>
                  </a:lnTo>
                  <a:lnTo>
                    <a:pt x="222504" y="450437"/>
                  </a:lnTo>
                  <a:lnTo>
                    <a:pt x="220504" y="450818"/>
                  </a:lnTo>
                  <a:lnTo>
                    <a:pt x="220599" y="451294"/>
                  </a:lnTo>
                  <a:lnTo>
                    <a:pt x="220789" y="452438"/>
                  </a:lnTo>
                  <a:lnTo>
                    <a:pt x="220980" y="452914"/>
                  </a:lnTo>
                  <a:lnTo>
                    <a:pt x="219742" y="453771"/>
                  </a:lnTo>
                  <a:lnTo>
                    <a:pt x="220885" y="454914"/>
                  </a:lnTo>
                  <a:lnTo>
                    <a:pt x="222695" y="455676"/>
                  </a:lnTo>
                  <a:lnTo>
                    <a:pt x="223647" y="455390"/>
                  </a:lnTo>
                  <a:lnTo>
                    <a:pt x="224218" y="457200"/>
                  </a:lnTo>
                  <a:lnTo>
                    <a:pt x="226790" y="459391"/>
                  </a:lnTo>
                  <a:lnTo>
                    <a:pt x="227457" y="461296"/>
                  </a:lnTo>
                  <a:lnTo>
                    <a:pt x="226219" y="464344"/>
                  </a:lnTo>
                  <a:lnTo>
                    <a:pt x="222885" y="466249"/>
                  </a:lnTo>
                  <a:lnTo>
                    <a:pt x="216027" y="468344"/>
                  </a:lnTo>
                  <a:lnTo>
                    <a:pt x="211264" y="471392"/>
                  </a:lnTo>
                  <a:lnTo>
                    <a:pt x="209740" y="471868"/>
                  </a:lnTo>
                  <a:lnTo>
                    <a:pt x="207645" y="471964"/>
                  </a:lnTo>
                  <a:lnTo>
                    <a:pt x="206597" y="471868"/>
                  </a:lnTo>
                  <a:lnTo>
                    <a:pt x="205930" y="471488"/>
                  </a:lnTo>
                  <a:lnTo>
                    <a:pt x="205073" y="470059"/>
                  </a:lnTo>
                  <a:lnTo>
                    <a:pt x="204692" y="469487"/>
                  </a:lnTo>
                  <a:lnTo>
                    <a:pt x="204025" y="469011"/>
                  </a:lnTo>
                  <a:lnTo>
                    <a:pt x="202406" y="468820"/>
                  </a:lnTo>
                  <a:lnTo>
                    <a:pt x="200596" y="469487"/>
                  </a:lnTo>
                  <a:lnTo>
                    <a:pt x="199168" y="470630"/>
                  </a:lnTo>
                  <a:lnTo>
                    <a:pt x="198596" y="472154"/>
                  </a:lnTo>
                  <a:lnTo>
                    <a:pt x="198787" y="473202"/>
                  </a:lnTo>
                  <a:lnTo>
                    <a:pt x="199549" y="474821"/>
                  </a:lnTo>
                  <a:lnTo>
                    <a:pt x="199739" y="475583"/>
                  </a:lnTo>
                  <a:lnTo>
                    <a:pt x="199263" y="476536"/>
                  </a:lnTo>
                  <a:lnTo>
                    <a:pt x="198120" y="476726"/>
                  </a:lnTo>
                  <a:lnTo>
                    <a:pt x="195834" y="476631"/>
                  </a:lnTo>
                  <a:lnTo>
                    <a:pt x="193072" y="478441"/>
                  </a:lnTo>
                  <a:lnTo>
                    <a:pt x="191262" y="478822"/>
                  </a:lnTo>
                  <a:lnTo>
                    <a:pt x="190024" y="479393"/>
                  </a:lnTo>
                  <a:lnTo>
                    <a:pt x="189357" y="479393"/>
                  </a:lnTo>
                  <a:lnTo>
                    <a:pt x="188690" y="479107"/>
                  </a:lnTo>
                  <a:lnTo>
                    <a:pt x="187642" y="478155"/>
                  </a:lnTo>
                  <a:lnTo>
                    <a:pt x="186880" y="477964"/>
                  </a:lnTo>
                  <a:lnTo>
                    <a:pt x="182785" y="478726"/>
                  </a:lnTo>
                  <a:lnTo>
                    <a:pt x="181927" y="479107"/>
                  </a:lnTo>
                  <a:lnTo>
                    <a:pt x="180213" y="481489"/>
                  </a:lnTo>
                  <a:lnTo>
                    <a:pt x="179451" y="483013"/>
                  </a:lnTo>
                  <a:lnTo>
                    <a:pt x="179832" y="483680"/>
                  </a:lnTo>
                  <a:lnTo>
                    <a:pt x="184499" y="483680"/>
                  </a:lnTo>
                  <a:lnTo>
                    <a:pt x="184785" y="485013"/>
                  </a:lnTo>
                  <a:lnTo>
                    <a:pt x="183832" y="486251"/>
                  </a:lnTo>
                  <a:lnTo>
                    <a:pt x="181737" y="487870"/>
                  </a:lnTo>
                  <a:lnTo>
                    <a:pt x="181451" y="489680"/>
                  </a:lnTo>
                  <a:lnTo>
                    <a:pt x="182023" y="490918"/>
                  </a:lnTo>
                  <a:lnTo>
                    <a:pt x="182785" y="491871"/>
                  </a:lnTo>
                  <a:lnTo>
                    <a:pt x="183356" y="492823"/>
                  </a:lnTo>
                  <a:lnTo>
                    <a:pt x="183737" y="494919"/>
                  </a:lnTo>
                  <a:lnTo>
                    <a:pt x="183356" y="495681"/>
                  </a:lnTo>
                  <a:lnTo>
                    <a:pt x="182594" y="496062"/>
                  </a:lnTo>
                  <a:lnTo>
                    <a:pt x="181832" y="497110"/>
                  </a:lnTo>
                  <a:lnTo>
                    <a:pt x="183261" y="498062"/>
                  </a:lnTo>
                  <a:lnTo>
                    <a:pt x="184023" y="499681"/>
                  </a:lnTo>
                  <a:lnTo>
                    <a:pt x="184975" y="501205"/>
                  </a:lnTo>
                  <a:lnTo>
                    <a:pt x="187071" y="501872"/>
                  </a:lnTo>
                  <a:lnTo>
                    <a:pt x="188595" y="501205"/>
                  </a:lnTo>
                  <a:lnTo>
                    <a:pt x="192310" y="496348"/>
                  </a:lnTo>
                  <a:lnTo>
                    <a:pt x="190786" y="496252"/>
                  </a:lnTo>
                  <a:lnTo>
                    <a:pt x="190119" y="496348"/>
                  </a:lnTo>
                  <a:lnTo>
                    <a:pt x="191643" y="493966"/>
                  </a:lnTo>
                  <a:lnTo>
                    <a:pt x="193548" y="494347"/>
                  </a:lnTo>
                  <a:lnTo>
                    <a:pt x="195739" y="495109"/>
                  </a:lnTo>
                  <a:lnTo>
                    <a:pt x="200311" y="492442"/>
                  </a:lnTo>
                  <a:lnTo>
                    <a:pt x="203168" y="492252"/>
                  </a:lnTo>
                  <a:lnTo>
                    <a:pt x="211550" y="492919"/>
                  </a:lnTo>
                  <a:lnTo>
                    <a:pt x="212693" y="492442"/>
                  </a:lnTo>
                  <a:lnTo>
                    <a:pt x="213170" y="491204"/>
                  </a:lnTo>
                  <a:lnTo>
                    <a:pt x="213741" y="491109"/>
                  </a:lnTo>
                  <a:lnTo>
                    <a:pt x="216979" y="487966"/>
                  </a:lnTo>
                  <a:lnTo>
                    <a:pt x="219265" y="487489"/>
                  </a:lnTo>
                  <a:lnTo>
                    <a:pt x="225171" y="488061"/>
                  </a:lnTo>
                  <a:lnTo>
                    <a:pt x="226885" y="486727"/>
                  </a:lnTo>
                  <a:lnTo>
                    <a:pt x="228505" y="487585"/>
                  </a:lnTo>
                  <a:lnTo>
                    <a:pt x="229171" y="486537"/>
                  </a:lnTo>
                  <a:lnTo>
                    <a:pt x="229076" y="484632"/>
                  </a:lnTo>
                  <a:lnTo>
                    <a:pt x="228314" y="482822"/>
                  </a:lnTo>
                  <a:lnTo>
                    <a:pt x="226981" y="481584"/>
                  </a:lnTo>
                  <a:lnTo>
                    <a:pt x="225552" y="481108"/>
                  </a:lnTo>
                  <a:lnTo>
                    <a:pt x="222313" y="481108"/>
                  </a:lnTo>
                  <a:lnTo>
                    <a:pt x="220218" y="480155"/>
                  </a:lnTo>
                  <a:lnTo>
                    <a:pt x="219837" y="479774"/>
                  </a:lnTo>
                  <a:lnTo>
                    <a:pt x="220218" y="478917"/>
                  </a:lnTo>
                  <a:lnTo>
                    <a:pt x="221171" y="478536"/>
                  </a:lnTo>
                  <a:lnTo>
                    <a:pt x="223171" y="478250"/>
                  </a:lnTo>
                  <a:lnTo>
                    <a:pt x="224695" y="477774"/>
                  </a:lnTo>
                  <a:lnTo>
                    <a:pt x="225076" y="477393"/>
                  </a:lnTo>
                  <a:lnTo>
                    <a:pt x="225362" y="476250"/>
                  </a:lnTo>
                  <a:lnTo>
                    <a:pt x="225457" y="475297"/>
                  </a:lnTo>
                  <a:lnTo>
                    <a:pt x="225266" y="474631"/>
                  </a:lnTo>
                  <a:lnTo>
                    <a:pt x="224695" y="474250"/>
                  </a:lnTo>
                  <a:lnTo>
                    <a:pt x="223647" y="474155"/>
                  </a:lnTo>
                  <a:lnTo>
                    <a:pt x="226409" y="472916"/>
                  </a:lnTo>
                  <a:lnTo>
                    <a:pt x="227171" y="472821"/>
                  </a:lnTo>
                  <a:lnTo>
                    <a:pt x="229552" y="473011"/>
                  </a:lnTo>
                  <a:lnTo>
                    <a:pt x="231838" y="473583"/>
                  </a:lnTo>
                  <a:lnTo>
                    <a:pt x="231838" y="472821"/>
                  </a:lnTo>
                  <a:lnTo>
                    <a:pt x="230314" y="471773"/>
                  </a:lnTo>
                  <a:lnTo>
                    <a:pt x="230696" y="470725"/>
                  </a:lnTo>
                  <a:lnTo>
                    <a:pt x="232315" y="470344"/>
                  </a:lnTo>
                  <a:lnTo>
                    <a:pt x="234505" y="471488"/>
                  </a:lnTo>
                  <a:lnTo>
                    <a:pt x="235648" y="473011"/>
                  </a:lnTo>
                  <a:lnTo>
                    <a:pt x="237554" y="476536"/>
                  </a:lnTo>
                  <a:lnTo>
                    <a:pt x="240506" y="479107"/>
                  </a:lnTo>
                  <a:lnTo>
                    <a:pt x="241459" y="479393"/>
                  </a:lnTo>
                  <a:lnTo>
                    <a:pt x="242411" y="478822"/>
                  </a:lnTo>
                  <a:lnTo>
                    <a:pt x="243745" y="477584"/>
                  </a:lnTo>
                  <a:lnTo>
                    <a:pt x="244316" y="476726"/>
                  </a:lnTo>
                  <a:lnTo>
                    <a:pt x="244316" y="475678"/>
                  </a:lnTo>
                  <a:lnTo>
                    <a:pt x="243078" y="474059"/>
                  </a:lnTo>
                  <a:lnTo>
                    <a:pt x="239744" y="472249"/>
                  </a:lnTo>
                  <a:lnTo>
                    <a:pt x="238887" y="470059"/>
                  </a:lnTo>
                  <a:lnTo>
                    <a:pt x="241173" y="470344"/>
                  </a:lnTo>
                  <a:lnTo>
                    <a:pt x="243078" y="471011"/>
                  </a:lnTo>
                  <a:lnTo>
                    <a:pt x="246602" y="472916"/>
                  </a:lnTo>
                  <a:lnTo>
                    <a:pt x="246412" y="471678"/>
                  </a:lnTo>
                  <a:lnTo>
                    <a:pt x="245840" y="470725"/>
                  </a:lnTo>
                  <a:lnTo>
                    <a:pt x="244983" y="469963"/>
                  </a:lnTo>
                  <a:lnTo>
                    <a:pt x="243935" y="469487"/>
                  </a:lnTo>
                  <a:lnTo>
                    <a:pt x="245173" y="468820"/>
                  </a:lnTo>
                  <a:lnTo>
                    <a:pt x="246221" y="469106"/>
                  </a:lnTo>
                  <a:lnTo>
                    <a:pt x="247174" y="469773"/>
                  </a:lnTo>
                  <a:lnTo>
                    <a:pt x="248221" y="470154"/>
                  </a:lnTo>
                  <a:lnTo>
                    <a:pt x="249555" y="469678"/>
                  </a:lnTo>
                  <a:lnTo>
                    <a:pt x="250507" y="468725"/>
                  </a:lnTo>
                  <a:lnTo>
                    <a:pt x="251270" y="467773"/>
                  </a:lnTo>
                  <a:lnTo>
                    <a:pt x="251841" y="467392"/>
                  </a:lnTo>
                  <a:lnTo>
                    <a:pt x="256222" y="467677"/>
                  </a:lnTo>
                  <a:lnTo>
                    <a:pt x="256984" y="466915"/>
                  </a:lnTo>
                  <a:lnTo>
                    <a:pt x="256032" y="464439"/>
                  </a:lnTo>
                  <a:lnTo>
                    <a:pt x="256699" y="463582"/>
                  </a:lnTo>
                  <a:lnTo>
                    <a:pt x="257365" y="463391"/>
                  </a:lnTo>
                  <a:lnTo>
                    <a:pt x="258032" y="463391"/>
                  </a:lnTo>
                  <a:lnTo>
                    <a:pt x="258794" y="463105"/>
                  </a:lnTo>
                  <a:lnTo>
                    <a:pt x="263080" y="459295"/>
                  </a:lnTo>
                  <a:lnTo>
                    <a:pt x="264319" y="458819"/>
                  </a:lnTo>
                  <a:lnTo>
                    <a:pt x="265938" y="458819"/>
                  </a:lnTo>
                  <a:lnTo>
                    <a:pt x="264890" y="457962"/>
                  </a:lnTo>
                  <a:lnTo>
                    <a:pt x="263747" y="457581"/>
                  </a:lnTo>
                  <a:lnTo>
                    <a:pt x="261271" y="457486"/>
                  </a:lnTo>
                  <a:lnTo>
                    <a:pt x="261271" y="457009"/>
                  </a:lnTo>
                  <a:lnTo>
                    <a:pt x="261842" y="455866"/>
                  </a:lnTo>
                  <a:lnTo>
                    <a:pt x="262318" y="454438"/>
                  </a:lnTo>
                  <a:lnTo>
                    <a:pt x="262223" y="453199"/>
                  </a:lnTo>
                  <a:lnTo>
                    <a:pt x="268891" y="448056"/>
                  </a:lnTo>
                  <a:lnTo>
                    <a:pt x="272224" y="444532"/>
                  </a:lnTo>
                  <a:lnTo>
                    <a:pt x="272605" y="441960"/>
                  </a:lnTo>
                  <a:lnTo>
                    <a:pt x="272891" y="441388"/>
                  </a:lnTo>
                  <a:lnTo>
                    <a:pt x="272987" y="441103"/>
                  </a:lnTo>
                  <a:lnTo>
                    <a:pt x="273082" y="440626"/>
                  </a:lnTo>
                  <a:lnTo>
                    <a:pt x="274320" y="441198"/>
                  </a:lnTo>
                  <a:lnTo>
                    <a:pt x="275082" y="440150"/>
                  </a:lnTo>
                  <a:lnTo>
                    <a:pt x="275654" y="438626"/>
                  </a:lnTo>
                  <a:lnTo>
                    <a:pt x="276130" y="437864"/>
                  </a:lnTo>
                  <a:lnTo>
                    <a:pt x="277177" y="437578"/>
                  </a:lnTo>
                  <a:lnTo>
                    <a:pt x="278416" y="436816"/>
                  </a:lnTo>
                  <a:lnTo>
                    <a:pt x="279559" y="435769"/>
                  </a:lnTo>
                  <a:lnTo>
                    <a:pt x="280511" y="434721"/>
                  </a:lnTo>
                  <a:lnTo>
                    <a:pt x="281368" y="434149"/>
                  </a:lnTo>
                  <a:lnTo>
                    <a:pt x="283559" y="433388"/>
                  </a:lnTo>
                  <a:lnTo>
                    <a:pt x="284607" y="431768"/>
                  </a:lnTo>
                  <a:lnTo>
                    <a:pt x="286036" y="431482"/>
                  </a:lnTo>
                  <a:lnTo>
                    <a:pt x="288703" y="431578"/>
                  </a:lnTo>
                  <a:lnTo>
                    <a:pt x="290513" y="431101"/>
                  </a:lnTo>
                  <a:lnTo>
                    <a:pt x="292608" y="430054"/>
                  </a:lnTo>
                  <a:lnTo>
                    <a:pt x="296132" y="427291"/>
                  </a:lnTo>
                  <a:lnTo>
                    <a:pt x="296608" y="427006"/>
                  </a:lnTo>
                  <a:lnTo>
                    <a:pt x="296989" y="427101"/>
                  </a:lnTo>
                  <a:lnTo>
                    <a:pt x="297371" y="427101"/>
                  </a:lnTo>
                  <a:lnTo>
                    <a:pt x="297751" y="426625"/>
                  </a:lnTo>
                  <a:lnTo>
                    <a:pt x="297847" y="425863"/>
                  </a:lnTo>
                  <a:lnTo>
                    <a:pt x="297561" y="425291"/>
                  </a:lnTo>
                  <a:lnTo>
                    <a:pt x="297275" y="424815"/>
                  </a:lnTo>
                  <a:lnTo>
                    <a:pt x="297275" y="424434"/>
                  </a:lnTo>
                  <a:lnTo>
                    <a:pt x="297942" y="423863"/>
                  </a:lnTo>
                  <a:lnTo>
                    <a:pt x="298513" y="424148"/>
                  </a:lnTo>
                  <a:lnTo>
                    <a:pt x="299180" y="425005"/>
                  </a:lnTo>
                  <a:lnTo>
                    <a:pt x="300038" y="425863"/>
                  </a:lnTo>
                  <a:lnTo>
                    <a:pt x="303943" y="421576"/>
                  </a:lnTo>
                  <a:lnTo>
                    <a:pt x="304419" y="419767"/>
                  </a:lnTo>
                  <a:lnTo>
                    <a:pt x="304895" y="419100"/>
                  </a:lnTo>
                  <a:lnTo>
                    <a:pt x="305943" y="419576"/>
                  </a:lnTo>
                  <a:lnTo>
                    <a:pt x="306896" y="420434"/>
                  </a:lnTo>
                  <a:lnTo>
                    <a:pt x="307181" y="420910"/>
                  </a:lnTo>
                  <a:lnTo>
                    <a:pt x="308134" y="420624"/>
                  </a:lnTo>
                  <a:lnTo>
                    <a:pt x="308800" y="420052"/>
                  </a:lnTo>
                  <a:lnTo>
                    <a:pt x="309943" y="418814"/>
                  </a:lnTo>
                  <a:lnTo>
                    <a:pt x="314611" y="416528"/>
                  </a:lnTo>
                  <a:lnTo>
                    <a:pt x="315468" y="416338"/>
                  </a:lnTo>
                  <a:lnTo>
                    <a:pt x="316135" y="415099"/>
                  </a:lnTo>
                  <a:lnTo>
                    <a:pt x="320992" y="410432"/>
                  </a:lnTo>
                  <a:lnTo>
                    <a:pt x="322802" y="411670"/>
                  </a:lnTo>
                  <a:lnTo>
                    <a:pt x="328708" y="410242"/>
                  </a:lnTo>
                  <a:lnTo>
                    <a:pt x="330232" y="411099"/>
                  </a:lnTo>
                  <a:lnTo>
                    <a:pt x="332518" y="408527"/>
                  </a:lnTo>
                  <a:lnTo>
                    <a:pt x="332804" y="407194"/>
                  </a:lnTo>
                  <a:lnTo>
                    <a:pt x="331280" y="406241"/>
                  </a:lnTo>
                  <a:lnTo>
                    <a:pt x="331280" y="405479"/>
                  </a:lnTo>
                  <a:lnTo>
                    <a:pt x="332422" y="405479"/>
                  </a:lnTo>
                  <a:lnTo>
                    <a:pt x="333089" y="404908"/>
                  </a:lnTo>
                  <a:lnTo>
                    <a:pt x="333470" y="404241"/>
                  </a:lnTo>
                  <a:lnTo>
                    <a:pt x="333756" y="403955"/>
                  </a:lnTo>
                  <a:lnTo>
                    <a:pt x="334327" y="404050"/>
                  </a:lnTo>
                  <a:lnTo>
                    <a:pt x="335375" y="404527"/>
                  </a:lnTo>
                  <a:lnTo>
                    <a:pt x="336232" y="404717"/>
                  </a:lnTo>
                  <a:lnTo>
                    <a:pt x="337661" y="404527"/>
                  </a:lnTo>
                  <a:lnTo>
                    <a:pt x="340995" y="403384"/>
                  </a:lnTo>
                  <a:lnTo>
                    <a:pt x="341662" y="402907"/>
                  </a:lnTo>
                  <a:lnTo>
                    <a:pt x="343281" y="405479"/>
                  </a:lnTo>
                  <a:lnTo>
                    <a:pt x="346996" y="405384"/>
                  </a:lnTo>
                  <a:lnTo>
                    <a:pt x="350901" y="403955"/>
                  </a:lnTo>
                  <a:lnTo>
                    <a:pt x="354330" y="401764"/>
                  </a:lnTo>
                  <a:lnTo>
                    <a:pt x="354616" y="401098"/>
                  </a:lnTo>
                  <a:lnTo>
                    <a:pt x="354139" y="400050"/>
                  </a:lnTo>
                  <a:lnTo>
                    <a:pt x="353473" y="399383"/>
                  </a:lnTo>
                  <a:lnTo>
                    <a:pt x="352996" y="399288"/>
                  </a:lnTo>
                  <a:lnTo>
                    <a:pt x="352425" y="399288"/>
                  </a:lnTo>
                  <a:lnTo>
                    <a:pt x="350710" y="398716"/>
                  </a:lnTo>
                  <a:lnTo>
                    <a:pt x="350044" y="398621"/>
                  </a:lnTo>
                  <a:lnTo>
                    <a:pt x="349567" y="398240"/>
                  </a:lnTo>
                  <a:lnTo>
                    <a:pt x="349377" y="397192"/>
                  </a:lnTo>
                  <a:lnTo>
                    <a:pt x="349853" y="396145"/>
                  </a:lnTo>
                  <a:lnTo>
                    <a:pt x="350901" y="396145"/>
                  </a:lnTo>
                  <a:lnTo>
                    <a:pt x="352996" y="396811"/>
                  </a:lnTo>
                  <a:lnTo>
                    <a:pt x="354330" y="396240"/>
                  </a:lnTo>
                  <a:lnTo>
                    <a:pt x="354139" y="394811"/>
                  </a:lnTo>
                  <a:lnTo>
                    <a:pt x="353282" y="393192"/>
                  </a:lnTo>
                  <a:lnTo>
                    <a:pt x="352425" y="392049"/>
                  </a:lnTo>
                  <a:lnTo>
                    <a:pt x="351949" y="391096"/>
                  </a:lnTo>
                  <a:lnTo>
                    <a:pt x="352139" y="390430"/>
                  </a:lnTo>
                  <a:lnTo>
                    <a:pt x="352711" y="389953"/>
                  </a:lnTo>
                  <a:lnTo>
                    <a:pt x="353282" y="389668"/>
                  </a:lnTo>
                  <a:lnTo>
                    <a:pt x="353377" y="390239"/>
                  </a:lnTo>
                  <a:lnTo>
                    <a:pt x="353758" y="391287"/>
                  </a:lnTo>
                  <a:lnTo>
                    <a:pt x="354330" y="391668"/>
                  </a:lnTo>
                  <a:lnTo>
                    <a:pt x="355092" y="390334"/>
                  </a:lnTo>
                  <a:lnTo>
                    <a:pt x="356045" y="391001"/>
                  </a:lnTo>
                  <a:lnTo>
                    <a:pt x="357473" y="393001"/>
                  </a:lnTo>
                  <a:lnTo>
                    <a:pt x="358330" y="393859"/>
                  </a:lnTo>
                  <a:lnTo>
                    <a:pt x="360331" y="392906"/>
                  </a:lnTo>
                  <a:lnTo>
                    <a:pt x="362331" y="392906"/>
                  </a:lnTo>
                  <a:lnTo>
                    <a:pt x="364141" y="392430"/>
                  </a:lnTo>
                  <a:lnTo>
                    <a:pt x="365474" y="390334"/>
                  </a:lnTo>
                  <a:lnTo>
                    <a:pt x="364998" y="389477"/>
                  </a:lnTo>
                  <a:lnTo>
                    <a:pt x="365379" y="388906"/>
                  </a:lnTo>
                  <a:lnTo>
                    <a:pt x="366046" y="388715"/>
                  </a:lnTo>
                  <a:lnTo>
                    <a:pt x="366522" y="388810"/>
                  </a:lnTo>
                  <a:lnTo>
                    <a:pt x="366808" y="389953"/>
                  </a:lnTo>
                  <a:lnTo>
                    <a:pt x="366617" y="390620"/>
                  </a:lnTo>
                  <a:lnTo>
                    <a:pt x="366236" y="391096"/>
                  </a:lnTo>
                  <a:lnTo>
                    <a:pt x="366046" y="391668"/>
                  </a:lnTo>
                  <a:lnTo>
                    <a:pt x="365855" y="396907"/>
                  </a:lnTo>
                  <a:lnTo>
                    <a:pt x="366046" y="398050"/>
                  </a:lnTo>
                  <a:lnTo>
                    <a:pt x="367474" y="398907"/>
                  </a:lnTo>
                  <a:lnTo>
                    <a:pt x="368903" y="397859"/>
                  </a:lnTo>
                  <a:lnTo>
                    <a:pt x="371761" y="393478"/>
                  </a:lnTo>
                  <a:lnTo>
                    <a:pt x="372904" y="392335"/>
                  </a:lnTo>
                  <a:lnTo>
                    <a:pt x="374332" y="391573"/>
                  </a:lnTo>
                  <a:lnTo>
                    <a:pt x="375952" y="391668"/>
                  </a:lnTo>
                  <a:lnTo>
                    <a:pt x="376618" y="392144"/>
                  </a:lnTo>
                  <a:lnTo>
                    <a:pt x="377095" y="392811"/>
                  </a:lnTo>
                  <a:lnTo>
                    <a:pt x="377380" y="393382"/>
                  </a:lnTo>
                  <a:lnTo>
                    <a:pt x="377571" y="393763"/>
                  </a:lnTo>
                  <a:lnTo>
                    <a:pt x="378333" y="394335"/>
                  </a:lnTo>
                  <a:lnTo>
                    <a:pt x="378333" y="394525"/>
                  </a:lnTo>
                  <a:lnTo>
                    <a:pt x="378333" y="394335"/>
                  </a:lnTo>
                  <a:lnTo>
                    <a:pt x="380524" y="392906"/>
                  </a:lnTo>
                  <a:lnTo>
                    <a:pt x="381000" y="392049"/>
                  </a:lnTo>
                  <a:lnTo>
                    <a:pt x="381286" y="389477"/>
                  </a:lnTo>
                  <a:lnTo>
                    <a:pt x="383000" y="383857"/>
                  </a:lnTo>
                  <a:lnTo>
                    <a:pt x="383286" y="382048"/>
                  </a:lnTo>
                  <a:lnTo>
                    <a:pt x="383667" y="380524"/>
                  </a:lnTo>
                  <a:lnTo>
                    <a:pt x="384429" y="379381"/>
                  </a:lnTo>
                  <a:lnTo>
                    <a:pt x="385763" y="378905"/>
                  </a:lnTo>
                  <a:lnTo>
                    <a:pt x="384715" y="383191"/>
                  </a:lnTo>
                  <a:lnTo>
                    <a:pt x="386810" y="385477"/>
                  </a:lnTo>
                  <a:lnTo>
                    <a:pt x="390811" y="388144"/>
                  </a:lnTo>
                  <a:lnTo>
                    <a:pt x="395002" y="389382"/>
                  </a:lnTo>
                  <a:lnTo>
                    <a:pt x="397764" y="387382"/>
                  </a:lnTo>
                  <a:lnTo>
                    <a:pt x="398335" y="387382"/>
                  </a:lnTo>
                  <a:lnTo>
                    <a:pt x="399859" y="388239"/>
                  </a:lnTo>
                  <a:lnTo>
                    <a:pt x="401955" y="388715"/>
                  </a:lnTo>
                  <a:lnTo>
                    <a:pt x="404146" y="388906"/>
                  </a:lnTo>
                  <a:lnTo>
                    <a:pt x="405955" y="388715"/>
                  </a:lnTo>
                  <a:lnTo>
                    <a:pt x="406717" y="388239"/>
                  </a:lnTo>
                  <a:lnTo>
                    <a:pt x="407575" y="387477"/>
                  </a:lnTo>
                  <a:lnTo>
                    <a:pt x="408527" y="387096"/>
                  </a:lnTo>
                  <a:lnTo>
                    <a:pt x="409575" y="387763"/>
                  </a:lnTo>
                  <a:lnTo>
                    <a:pt x="410623" y="389191"/>
                  </a:lnTo>
                  <a:lnTo>
                    <a:pt x="411194" y="389763"/>
                  </a:lnTo>
                  <a:lnTo>
                    <a:pt x="412051" y="390239"/>
                  </a:lnTo>
                  <a:lnTo>
                    <a:pt x="413004" y="389668"/>
                  </a:lnTo>
                  <a:lnTo>
                    <a:pt x="416433" y="388810"/>
                  </a:lnTo>
                  <a:lnTo>
                    <a:pt x="417576" y="388239"/>
                  </a:lnTo>
                  <a:lnTo>
                    <a:pt x="418529" y="387572"/>
                  </a:lnTo>
                  <a:lnTo>
                    <a:pt x="420243" y="385953"/>
                  </a:lnTo>
                  <a:lnTo>
                    <a:pt x="422624" y="387858"/>
                  </a:lnTo>
                  <a:lnTo>
                    <a:pt x="424148" y="386905"/>
                  </a:lnTo>
                  <a:lnTo>
                    <a:pt x="425577" y="384905"/>
                  </a:lnTo>
                  <a:lnTo>
                    <a:pt x="429387" y="383095"/>
                  </a:lnTo>
                  <a:lnTo>
                    <a:pt x="434530" y="378047"/>
                  </a:lnTo>
                  <a:lnTo>
                    <a:pt x="435102" y="377857"/>
                  </a:lnTo>
                  <a:lnTo>
                    <a:pt x="435673" y="377857"/>
                  </a:lnTo>
                  <a:lnTo>
                    <a:pt x="436150" y="377761"/>
                  </a:lnTo>
                  <a:lnTo>
                    <a:pt x="436721" y="377285"/>
                  </a:lnTo>
                  <a:lnTo>
                    <a:pt x="437102" y="376618"/>
                  </a:lnTo>
                  <a:lnTo>
                    <a:pt x="437388" y="375190"/>
                  </a:lnTo>
                  <a:lnTo>
                    <a:pt x="437769" y="374428"/>
                  </a:lnTo>
                  <a:lnTo>
                    <a:pt x="441293" y="370522"/>
                  </a:lnTo>
                  <a:lnTo>
                    <a:pt x="442055" y="369284"/>
                  </a:lnTo>
                  <a:lnTo>
                    <a:pt x="442246" y="368236"/>
                  </a:lnTo>
                  <a:lnTo>
                    <a:pt x="442150" y="365569"/>
                  </a:lnTo>
                  <a:lnTo>
                    <a:pt x="441674" y="362521"/>
                  </a:lnTo>
                  <a:lnTo>
                    <a:pt x="441770" y="361188"/>
                  </a:lnTo>
                  <a:lnTo>
                    <a:pt x="442722" y="360235"/>
                  </a:lnTo>
                  <a:lnTo>
                    <a:pt x="443960" y="358997"/>
                  </a:lnTo>
                  <a:lnTo>
                    <a:pt x="455390" y="348234"/>
                  </a:lnTo>
                  <a:lnTo>
                    <a:pt x="455771" y="348043"/>
                  </a:lnTo>
                  <a:lnTo>
                    <a:pt x="456629" y="347853"/>
                  </a:lnTo>
                  <a:lnTo>
                    <a:pt x="457105" y="347472"/>
                  </a:lnTo>
                  <a:lnTo>
                    <a:pt x="457200" y="347091"/>
                  </a:lnTo>
                  <a:lnTo>
                    <a:pt x="457295" y="345853"/>
                  </a:lnTo>
                  <a:lnTo>
                    <a:pt x="457581" y="345281"/>
                  </a:lnTo>
                  <a:lnTo>
                    <a:pt x="458819" y="344138"/>
                  </a:lnTo>
                  <a:lnTo>
                    <a:pt x="462058" y="342043"/>
                  </a:lnTo>
                  <a:lnTo>
                    <a:pt x="463296" y="340614"/>
                  </a:lnTo>
                  <a:lnTo>
                    <a:pt x="464534" y="339757"/>
                  </a:lnTo>
                  <a:lnTo>
                    <a:pt x="468535" y="338899"/>
                  </a:lnTo>
                  <a:lnTo>
                    <a:pt x="470059" y="338138"/>
                  </a:lnTo>
                  <a:lnTo>
                    <a:pt x="470916" y="336423"/>
                  </a:lnTo>
                  <a:lnTo>
                    <a:pt x="471583" y="334042"/>
                  </a:lnTo>
                  <a:lnTo>
                    <a:pt x="472345" y="331851"/>
                  </a:lnTo>
                  <a:lnTo>
                    <a:pt x="473583" y="330898"/>
                  </a:lnTo>
                  <a:lnTo>
                    <a:pt x="475393" y="330422"/>
                  </a:lnTo>
                  <a:lnTo>
                    <a:pt x="477107" y="329279"/>
                  </a:lnTo>
                  <a:lnTo>
                    <a:pt x="481013" y="325374"/>
                  </a:lnTo>
                  <a:lnTo>
                    <a:pt x="483680" y="321850"/>
                  </a:lnTo>
                  <a:lnTo>
                    <a:pt x="484251" y="320516"/>
                  </a:lnTo>
                  <a:lnTo>
                    <a:pt x="484632" y="319945"/>
                  </a:lnTo>
                  <a:lnTo>
                    <a:pt x="485489" y="320707"/>
                  </a:lnTo>
                  <a:lnTo>
                    <a:pt x="486251" y="321850"/>
                  </a:lnTo>
                  <a:lnTo>
                    <a:pt x="486442" y="322326"/>
                  </a:lnTo>
                  <a:lnTo>
                    <a:pt x="487108" y="322707"/>
                  </a:lnTo>
                  <a:lnTo>
                    <a:pt x="487871" y="322993"/>
                  </a:lnTo>
                  <a:lnTo>
                    <a:pt x="489775" y="323183"/>
                  </a:lnTo>
                  <a:lnTo>
                    <a:pt x="491966" y="322802"/>
                  </a:lnTo>
                  <a:lnTo>
                    <a:pt x="493585" y="322897"/>
                  </a:lnTo>
                  <a:lnTo>
                    <a:pt x="495205" y="322802"/>
                  </a:lnTo>
                  <a:lnTo>
                    <a:pt x="496443" y="322421"/>
                  </a:lnTo>
                  <a:lnTo>
                    <a:pt x="496824" y="321373"/>
                  </a:lnTo>
                  <a:lnTo>
                    <a:pt x="496252" y="320040"/>
                  </a:lnTo>
                  <a:lnTo>
                    <a:pt x="495395" y="318706"/>
                  </a:lnTo>
                  <a:lnTo>
                    <a:pt x="494443" y="317373"/>
                  </a:lnTo>
                  <a:lnTo>
                    <a:pt x="494443" y="315944"/>
                  </a:lnTo>
                  <a:lnTo>
                    <a:pt x="495205" y="314611"/>
                  </a:lnTo>
                  <a:lnTo>
                    <a:pt x="497205" y="313849"/>
                  </a:lnTo>
                  <a:lnTo>
                    <a:pt x="499110" y="313182"/>
                  </a:lnTo>
                  <a:lnTo>
                    <a:pt x="500348" y="312420"/>
                  </a:lnTo>
                  <a:lnTo>
                    <a:pt x="502348" y="311467"/>
                  </a:lnTo>
                  <a:lnTo>
                    <a:pt x="503777" y="310515"/>
                  </a:lnTo>
                  <a:lnTo>
                    <a:pt x="505396" y="309372"/>
                  </a:lnTo>
                  <a:lnTo>
                    <a:pt x="507682" y="308324"/>
                  </a:lnTo>
                  <a:lnTo>
                    <a:pt x="510445" y="307372"/>
                  </a:lnTo>
                  <a:lnTo>
                    <a:pt x="512540" y="306419"/>
                  </a:lnTo>
                  <a:lnTo>
                    <a:pt x="513588" y="306038"/>
                  </a:lnTo>
                  <a:lnTo>
                    <a:pt x="514255" y="305276"/>
                  </a:lnTo>
                  <a:lnTo>
                    <a:pt x="514731" y="304228"/>
                  </a:lnTo>
                  <a:lnTo>
                    <a:pt x="515207" y="303085"/>
                  </a:lnTo>
                  <a:lnTo>
                    <a:pt x="516541" y="302609"/>
                  </a:lnTo>
                  <a:lnTo>
                    <a:pt x="517684" y="302514"/>
                  </a:lnTo>
                  <a:lnTo>
                    <a:pt x="518922" y="302990"/>
                  </a:lnTo>
                  <a:lnTo>
                    <a:pt x="519970" y="303371"/>
                  </a:lnTo>
                  <a:lnTo>
                    <a:pt x="521494" y="302895"/>
                  </a:lnTo>
                  <a:lnTo>
                    <a:pt x="522065" y="302800"/>
                  </a:lnTo>
                  <a:lnTo>
                    <a:pt x="522732" y="303085"/>
                  </a:lnTo>
                  <a:lnTo>
                    <a:pt x="523684" y="304038"/>
                  </a:lnTo>
                  <a:lnTo>
                    <a:pt x="524161" y="304324"/>
                  </a:lnTo>
                  <a:lnTo>
                    <a:pt x="525971" y="304419"/>
                  </a:lnTo>
                  <a:lnTo>
                    <a:pt x="526256" y="303657"/>
                  </a:lnTo>
                  <a:lnTo>
                    <a:pt x="526066" y="302323"/>
                  </a:lnTo>
                  <a:lnTo>
                    <a:pt x="526066" y="302228"/>
                  </a:lnTo>
                  <a:lnTo>
                    <a:pt x="526351" y="300799"/>
                  </a:lnTo>
                  <a:lnTo>
                    <a:pt x="526923" y="300323"/>
                  </a:lnTo>
                  <a:lnTo>
                    <a:pt x="528352" y="300609"/>
                  </a:lnTo>
                  <a:lnTo>
                    <a:pt x="529114" y="300133"/>
                  </a:lnTo>
                  <a:lnTo>
                    <a:pt x="529399" y="299466"/>
                  </a:lnTo>
                  <a:lnTo>
                    <a:pt x="529495" y="298037"/>
                  </a:lnTo>
                  <a:lnTo>
                    <a:pt x="529685" y="297275"/>
                  </a:lnTo>
                  <a:lnTo>
                    <a:pt x="530447" y="296037"/>
                  </a:lnTo>
                  <a:lnTo>
                    <a:pt x="531209" y="295465"/>
                  </a:lnTo>
                  <a:lnTo>
                    <a:pt x="532257" y="295275"/>
                  </a:lnTo>
                  <a:lnTo>
                    <a:pt x="535591" y="295180"/>
                  </a:lnTo>
                  <a:lnTo>
                    <a:pt x="536638" y="294703"/>
                  </a:lnTo>
                  <a:lnTo>
                    <a:pt x="537210" y="293560"/>
                  </a:lnTo>
                  <a:lnTo>
                    <a:pt x="537400" y="291274"/>
                  </a:lnTo>
                  <a:lnTo>
                    <a:pt x="537781" y="289179"/>
                  </a:lnTo>
                  <a:lnTo>
                    <a:pt x="538734" y="288512"/>
                  </a:lnTo>
                  <a:lnTo>
                    <a:pt x="539877" y="288798"/>
                  </a:lnTo>
                  <a:lnTo>
                    <a:pt x="541020" y="289750"/>
                  </a:lnTo>
                  <a:lnTo>
                    <a:pt x="541687" y="290608"/>
                  </a:lnTo>
                  <a:lnTo>
                    <a:pt x="541877" y="290893"/>
                  </a:lnTo>
                  <a:lnTo>
                    <a:pt x="546545" y="290798"/>
                  </a:lnTo>
                  <a:lnTo>
                    <a:pt x="547688" y="290131"/>
                  </a:lnTo>
                  <a:lnTo>
                    <a:pt x="546925" y="288512"/>
                  </a:lnTo>
                  <a:lnTo>
                    <a:pt x="544639" y="285750"/>
                  </a:lnTo>
                  <a:lnTo>
                    <a:pt x="547688" y="281845"/>
                  </a:lnTo>
                  <a:lnTo>
                    <a:pt x="549402" y="280702"/>
                  </a:lnTo>
                  <a:lnTo>
                    <a:pt x="549402" y="280702"/>
                  </a:lnTo>
                  <a:lnTo>
                    <a:pt x="549307" y="280606"/>
                  </a:lnTo>
                  <a:lnTo>
                    <a:pt x="548926" y="279082"/>
                  </a:lnTo>
                  <a:lnTo>
                    <a:pt x="548545" y="278035"/>
                  </a:lnTo>
                  <a:lnTo>
                    <a:pt x="547973" y="277177"/>
                  </a:lnTo>
                  <a:lnTo>
                    <a:pt x="547211" y="276796"/>
                  </a:lnTo>
                  <a:lnTo>
                    <a:pt x="546068" y="276511"/>
                  </a:lnTo>
                  <a:lnTo>
                    <a:pt x="540925" y="276606"/>
                  </a:lnTo>
                  <a:lnTo>
                    <a:pt x="540258" y="276415"/>
                  </a:lnTo>
                  <a:lnTo>
                    <a:pt x="539591" y="276130"/>
                  </a:lnTo>
                  <a:lnTo>
                    <a:pt x="539020" y="275082"/>
                  </a:lnTo>
                  <a:lnTo>
                    <a:pt x="539972" y="273844"/>
                  </a:lnTo>
                  <a:lnTo>
                    <a:pt x="540448" y="273463"/>
                  </a:lnTo>
                  <a:lnTo>
                    <a:pt x="541306" y="272891"/>
                  </a:lnTo>
                  <a:lnTo>
                    <a:pt x="541687" y="272510"/>
                  </a:lnTo>
                  <a:lnTo>
                    <a:pt x="542734" y="271272"/>
                  </a:lnTo>
                  <a:lnTo>
                    <a:pt x="543306" y="270415"/>
                  </a:lnTo>
                  <a:lnTo>
                    <a:pt x="543973" y="269272"/>
                  </a:lnTo>
                  <a:lnTo>
                    <a:pt x="544544" y="268319"/>
                  </a:lnTo>
                  <a:lnTo>
                    <a:pt x="544925" y="267938"/>
                  </a:lnTo>
                  <a:lnTo>
                    <a:pt x="545306" y="267652"/>
                  </a:lnTo>
                  <a:lnTo>
                    <a:pt x="547021" y="266605"/>
                  </a:lnTo>
                  <a:lnTo>
                    <a:pt x="547402" y="266224"/>
                  </a:lnTo>
                  <a:lnTo>
                    <a:pt x="548068" y="265462"/>
                  </a:lnTo>
                  <a:lnTo>
                    <a:pt x="548354" y="264985"/>
                  </a:lnTo>
                  <a:lnTo>
                    <a:pt x="548640" y="264414"/>
                  </a:lnTo>
                  <a:lnTo>
                    <a:pt x="548830" y="263747"/>
                  </a:lnTo>
                  <a:lnTo>
                    <a:pt x="549688" y="260509"/>
                  </a:lnTo>
                  <a:lnTo>
                    <a:pt x="550545" y="258127"/>
                  </a:lnTo>
                  <a:lnTo>
                    <a:pt x="550640" y="257270"/>
                  </a:lnTo>
                  <a:lnTo>
                    <a:pt x="550640" y="256318"/>
                  </a:lnTo>
                  <a:lnTo>
                    <a:pt x="550545" y="254698"/>
                  </a:lnTo>
                  <a:lnTo>
                    <a:pt x="550735" y="253841"/>
                  </a:lnTo>
                  <a:lnTo>
                    <a:pt x="551021" y="253270"/>
                  </a:lnTo>
                  <a:lnTo>
                    <a:pt x="553974" y="251174"/>
                  </a:lnTo>
                  <a:lnTo>
                    <a:pt x="554164" y="250698"/>
                  </a:lnTo>
                  <a:lnTo>
                    <a:pt x="553593" y="249555"/>
                  </a:lnTo>
                  <a:close/>
                </a:path>
              </a:pathLst>
            </a:custGeom>
            <a:solidFill>
              <a:srgbClr val="CCCCCC"/>
            </a:soli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7" name="Freeform: Shape 20">
              <a:extLst>
                <a:ext uri="{FF2B5EF4-FFF2-40B4-BE49-F238E27FC236}">
                  <a16:creationId xmlns:a16="http://schemas.microsoft.com/office/drawing/2014/main" id="{A1F9B66F-0FB4-F6C2-E7BF-2D334866D331}"/>
                </a:ext>
              </a:extLst>
            </p:cNvPr>
            <p:cNvSpPr/>
            <p:nvPr/>
          </p:nvSpPr>
          <p:spPr>
            <a:xfrm>
              <a:off x="4685538" y="3427349"/>
              <a:ext cx="762000" cy="590550"/>
            </a:xfrm>
            <a:custGeom>
              <a:avLst/>
              <a:gdLst>
                <a:gd name="connsiteX0" fmla="*/ 769525 w 762000"/>
                <a:gd name="connsiteY0" fmla="*/ 320993 h 590550"/>
                <a:gd name="connsiteX1" fmla="*/ 769239 w 762000"/>
                <a:gd name="connsiteY1" fmla="*/ 319564 h 590550"/>
                <a:gd name="connsiteX2" fmla="*/ 768287 w 762000"/>
                <a:gd name="connsiteY2" fmla="*/ 318135 h 590550"/>
                <a:gd name="connsiteX3" fmla="*/ 767524 w 762000"/>
                <a:gd name="connsiteY3" fmla="*/ 317564 h 590550"/>
                <a:gd name="connsiteX4" fmla="*/ 766096 w 762000"/>
                <a:gd name="connsiteY4" fmla="*/ 317849 h 590550"/>
                <a:gd name="connsiteX5" fmla="*/ 764286 w 762000"/>
                <a:gd name="connsiteY5" fmla="*/ 318516 h 590550"/>
                <a:gd name="connsiteX6" fmla="*/ 759333 w 762000"/>
                <a:gd name="connsiteY6" fmla="*/ 321183 h 590550"/>
                <a:gd name="connsiteX7" fmla="*/ 758095 w 762000"/>
                <a:gd name="connsiteY7" fmla="*/ 321564 h 590550"/>
                <a:gd name="connsiteX8" fmla="*/ 757238 w 762000"/>
                <a:gd name="connsiteY8" fmla="*/ 321564 h 590550"/>
                <a:gd name="connsiteX9" fmla="*/ 756475 w 762000"/>
                <a:gd name="connsiteY9" fmla="*/ 321183 h 590550"/>
                <a:gd name="connsiteX10" fmla="*/ 755618 w 762000"/>
                <a:gd name="connsiteY10" fmla="*/ 320516 h 590550"/>
                <a:gd name="connsiteX11" fmla="*/ 750665 w 762000"/>
                <a:gd name="connsiteY11" fmla="*/ 314135 h 590550"/>
                <a:gd name="connsiteX12" fmla="*/ 748379 w 762000"/>
                <a:gd name="connsiteY12" fmla="*/ 313277 h 590550"/>
                <a:gd name="connsiteX13" fmla="*/ 747617 w 762000"/>
                <a:gd name="connsiteY13" fmla="*/ 313182 h 590550"/>
                <a:gd name="connsiteX14" fmla="*/ 746950 w 762000"/>
                <a:gd name="connsiteY14" fmla="*/ 313373 h 590550"/>
                <a:gd name="connsiteX15" fmla="*/ 740664 w 762000"/>
                <a:gd name="connsiteY15" fmla="*/ 319659 h 590550"/>
                <a:gd name="connsiteX16" fmla="*/ 739997 w 762000"/>
                <a:gd name="connsiteY16" fmla="*/ 320135 h 590550"/>
                <a:gd name="connsiteX17" fmla="*/ 738949 w 762000"/>
                <a:gd name="connsiteY17" fmla="*/ 320516 h 590550"/>
                <a:gd name="connsiteX18" fmla="*/ 737045 w 762000"/>
                <a:gd name="connsiteY18" fmla="*/ 321088 h 590550"/>
                <a:gd name="connsiteX19" fmla="*/ 735997 w 762000"/>
                <a:gd name="connsiteY19" fmla="*/ 321088 h 590550"/>
                <a:gd name="connsiteX20" fmla="*/ 735330 w 762000"/>
                <a:gd name="connsiteY20" fmla="*/ 320993 h 590550"/>
                <a:gd name="connsiteX21" fmla="*/ 734949 w 762000"/>
                <a:gd name="connsiteY21" fmla="*/ 320611 h 590550"/>
                <a:gd name="connsiteX22" fmla="*/ 734568 w 762000"/>
                <a:gd name="connsiteY22" fmla="*/ 320231 h 590550"/>
                <a:gd name="connsiteX23" fmla="*/ 734282 w 762000"/>
                <a:gd name="connsiteY23" fmla="*/ 319754 h 590550"/>
                <a:gd name="connsiteX24" fmla="*/ 733711 w 762000"/>
                <a:gd name="connsiteY24" fmla="*/ 318326 h 590550"/>
                <a:gd name="connsiteX25" fmla="*/ 733330 w 762000"/>
                <a:gd name="connsiteY25" fmla="*/ 316706 h 590550"/>
                <a:gd name="connsiteX26" fmla="*/ 732949 w 762000"/>
                <a:gd name="connsiteY26" fmla="*/ 315659 h 590550"/>
                <a:gd name="connsiteX27" fmla="*/ 731806 w 762000"/>
                <a:gd name="connsiteY27" fmla="*/ 313754 h 590550"/>
                <a:gd name="connsiteX28" fmla="*/ 731139 w 762000"/>
                <a:gd name="connsiteY28" fmla="*/ 312992 h 590550"/>
                <a:gd name="connsiteX29" fmla="*/ 727805 w 762000"/>
                <a:gd name="connsiteY29" fmla="*/ 309944 h 590550"/>
                <a:gd name="connsiteX30" fmla="*/ 726853 w 762000"/>
                <a:gd name="connsiteY30" fmla="*/ 309277 h 590550"/>
                <a:gd name="connsiteX31" fmla="*/ 723519 w 762000"/>
                <a:gd name="connsiteY31" fmla="*/ 307562 h 590550"/>
                <a:gd name="connsiteX32" fmla="*/ 721519 w 762000"/>
                <a:gd name="connsiteY32" fmla="*/ 306134 h 590550"/>
                <a:gd name="connsiteX33" fmla="*/ 718471 w 762000"/>
                <a:gd name="connsiteY33" fmla="*/ 303276 h 590550"/>
                <a:gd name="connsiteX34" fmla="*/ 717328 w 762000"/>
                <a:gd name="connsiteY34" fmla="*/ 301847 h 590550"/>
                <a:gd name="connsiteX35" fmla="*/ 716947 w 762000"/>
                <a:gd name="connsiteY35" fmla="*/ 301466 h 590550"/>
                <a:gd name="connsiteX36" fmla="*/ 714470 w 762000"/>
                <a:gd name="connsiteY36" fmla="*/ 300133 h 590550"/>
                <a:gd name="connsiteX37" fmla="*/ 700468 w 762000"/>
                <a:gd name="connsiteY37" fmla="*/ 295656 h 590550"/>
                <a:gd name="connsiteX38" fmla="*/ 699421 w 762000"/>
                <a:gd name="connsiteY38" fmla="*/ 294989 h 590550"/>
                <a:gd name="connsiteX39" fmla="*/ 699230 w 762000"/>
                <a:gd name="connsiteY39" fmla="*/ 294513 h 590550"/>
                <a:gd name="connsiteX40" fmla="*/ 699135 w 762000"/>
                <a:gd name="connsiteY40" fmla="*/ 293942 h 590550"/>
                <a:gd name="connsiteX41" fmla="*/ 699135 w 762000"/>
                <a:gd name="connsiteY41" fmla="*/ 293275 h 590550"/>
                <a:gd name="connsiteX42" fmla="*/ 699135 w 762000"/>
                <a:gd name="connsiteY42" fmla="*/ 292608 h 590550"/>
                <a:gd name="connsiteX43" fmla="*/ 699325 w 762000"/>
                <a:gd name="connsiteY43" fmla="*/ 291941 h 590550"/>
                <a:gd name="connsiteX44" fmla="*/ 700468 w 762000"/>
                <a:gd name="connsiteY44" fmla="*/ 288798 h 590550"/>
                <a:gd name="connsiteX45" fmla="*/ 700564 w 762000"/>
                <a:gd name="connsiteY45" fmla="*/ 288131 h 590550"/>
                <a:gd name="connsiteX46" fmla="*/ 700659 w 762000"/>
                <a:gd name="connsiteY46" fmla="*/ 287655 h 590550"/>
                <a:gd name="connsiteX47" fmla="*/ 700564 w 762000"/>
                <a:gd name="connsiteY47" fmla="*/ 287274 h 590550"/>
                <a:gd name="connsiteX48" fmla="*/ 700468 w 762000"/>
                <a:gd name="connsiteY48" fmla="*/ 286798 h 590550"/>
                <a:gd name="connsiteX49" fmla="*/ 700088 w 762000"/>
                <a:gd name="connsiteY49" fmla="*/ 286417 h 590550"/>
                <a:gd name="connsiteX50" fmla="*/ 698468 w 762000"/>
                <a:gd name="connsiteY50" fmla="*/ 284417 h 590550"/>
                <a:gd name="connsiteX51" fmla="*/ 697706 w 762000"/>
                <a:gd name="connsiteY51" fmla="*/ 282988 h 590550"/>
                <a:gd name="connsiteX52" fmla="*/ 697230 w 762000"/>
                <a:gd name="connsiteY52" fmla="*/ 282035 h 590550"/>
                <a:gd name="connsiteX53" fmla="*/ 697135 w 762000"/>
                <a:gd name="connsiteY53" fmla="*/ 281464 h 590550"/>
                <a:gd name="connsiteX54" fmla="*/ 696944 w 762000"/>
                <a:gd name="connsiteY54" fmla="*/ 280321 h 590550"/>
                <a:gd name="connsiteX55" fmla="*/ 696849 w 762000"/>
                <a:gd name="connsiteY55" fmla="*/ 279749 h 590550"/>
                <a:gd name="connsiteX56" fmla="*/ 696944 w 762000"/>
                <a:gd name="connsiteY56" fmla="*/ 277273 h 590550"/>
                <a:gd name="connsiteX57" fmla="*/ 696849 w 762000"/>
                <a:gd name="connsiteY57" fmla="*/ 276606 h 590550"/>
                <a:gd name="connsiteX58" fmla="*/ 696754 w 762000"/>
                <a:gd name="connsiteY58" fmla="*/ 276035 h 590550"/>
                <a:gd name="connsiteX59" fmla="*/ 696468 w 762000"/>
                <a:gd name="connsiteY59" fmla="*/ 274987 h 590550"/>
                <a:gd name="connsiteX60" fmla="*/ 696373 w 762000"/>
                <a:gd name="connsiteY60" fmla="*/ 273844 h 590550"/>
                <a:gd name="connsiteX61" fmla="*/ 696087 w 762000"/>
                <a:gd name="connsiteY61" fmla="*/ 272701 h 590550"/>
                <a:gd name="connsiteX62" fmla="*/ 695325 w 762000"/>
                <a:gd name="connsiteY62" fmla="*/ 270700 h 590550"/>
                <a:gd name="connsiteX63" fmla="*/ 694658 w 762000"/>
                <a:gd name="connsiteY63" fmla="*/ 269177 h 590550"/>
                <a:gd name="connsiteX64" fmla="*/ 694277 w 762000"/>
                <a:gd name="connsiteY64" fmla="*/ 268129 h 590550"/>
                <a:gd name="connsiteX65" fmla="*/ 693991 w 762000"/>
                <a:gd name="connsiteY65" fmla="*/ 267081 h 590550"/>
                <a:gd name="connsiteX66" fmla="*/ 693896 w 762000"/>
                <a:gd name="connsiteY66" fmla="*/ 265938 h 590550"/>
                <a:gd name="connsiteX67" fmla="*/ 693896 w 762000"/>
                <a:gd name="connsiteY67" fmla="*/ 264605 h 590550"/>
                <a:gd name="connsiteX68" fmla="*/ 695039 w 762000"/>
                <a:gd name="connsiteY68" fmla="*/ 258985 h 590550"/>
                <a:gd name="connsiteX69" fmla="*/ 695134 w 762000"/>
                <a:gd name="connsiteY69" fmla="*/ 257651 h 590550"/>
                <a:gd name="connsiteX70" fmla="*/ 695134 w 762000"/>
                <a:gd name="connsiteY70" fmla="*/ 256985 h 590550"/>
                <a:gd name="connsiteX71" fmla="*/ 694944 w 762000"/>
                <a:gd name="connsiteY71" fmla="*/ 255365 h 590550"/>
                <a:gd name="connsiteX72" fmla="*/ 694849 w 762000"/>
                <a:gd name="connsiteY72" fmla="*/ 254889 h 590550"/>
                <a:gd name="connsiteX73" fmla="*/ 694658 w 762000"/>
                <a:gd name="connsiteY73" fmla="*/ 254413 h 590550"/>
                <a:gd name="connsiteX74" fmla="*/ 694087 w 762000"/>
                <a:gd name="connsiteY74" fmla="*/ 253746 h 590550"/>
                <a:gd name="connsiteX75" fmla="*/ 693706 w 762000"/>
                <a:gd name="connsiteY75" fmla="*/ 253746 h 590550"/>
                <a:gd name="connsiteX76" fmla="*/ 693325 w 762000"/>
                <a:gd name="connsiteY76" fmla="*/ 253937 h 590550"/>
                <a:gd name="connsiteX77" fmla="*/ 692848 w 762000"/>
                <a:gd name="connsiteY77" fmla="*/ 254508 h 590550"/>
                <a:gd name="connsiteX78" fmla="*/ 692277 w 762000"/>
                <a:gd name="connsiteY78" fmla="*/ 255556 h 590550"/>
                <a:gd name="connsiteX79" fmla="*/ 689800 w 762000"/>
                <a:gd name="connsiteY79" fmla="*/ 262985 h 590550"/>
                <a:gd name="connsiteX80" fmla="*/ 689515 w 762000"/>
                <a:gd name="connsiteY80" fmla="*/ 263652 h 590550"/>
                <a:gd name="connsiteX81" fmla="*/ 689229 w 762000"/>
                <a:gd name="connsiteY81" fmla="*/ 264128 h 590550"/>
                <a:gd name="connsiteX82" fmla="*/ 688848 w 762000"/>
                <a:gd name="connsiteY82" fmla="*/ 264509 h 590550"/>
                <a:gd name="connsiteX83" fmla="*/ 688467 w 762000"/>
                <a:gd name="connsiteY83" fmla="*/ 264890 h 590550"/>
                <a:gd name="connsiteX84" fmla="*/ 687514 w 762000"/>
                <a:gd name="connsiteY84" fmla="*/ 265367 h 590550"/>
                <a:gd name="connsiteX85" fmla="*/ 684276 w 762000"/>
                <a:gd name="connsiteY85" fmla="*/ 266414 h 590550"/>
                <a:gd name="connsiteX86" fmla="*/ 683323 w 762000"/>
                <a:gd name="connsiteY86" fmla="*/ 266986 h 590550"/>
                <a:gd name="connsiteX87" fmla="*/ 680847 w 762000"/>
                <a:gd name="connsiteY87" fmla="*/ 269081 h 590550"/>
                <a:gd name="connsiteX88" fmla="*/ 679037 w 762000"/>
                <a:gd name="connsiteY88" fmla="*/ 271272 h 590550"/>
                <a:gd name="connsiteX89" fmla="*/ 676847 w 762000"/>
                <a:gd name="connsiteY89" fmla="*/ 274987 h 590550"/>
                <a:gd name="connsiteX90" fmla="*/ 676084 w 762000"/>
                <a:gd name="connsiteY90" fmla="*/ 275844 h 590550"/>
                <a:gd name="connsiteX91" fmla="*/ 675704 w 762000"/>
                <a:gd name="connsiteY91" fmla="*/ 276130 h 590550"/>
                <a:gd name="connsiteX92" fmla="*/ 674941 w 762000"/>
                <a:gd name="connsiteY92" fmla="*/ 276416 h 590550"/>
                <a:gd name="connsiteX93" fmla="*/ 673798 w 762000"/>
                <a:gd name="connsiteY93" fmla="*/ 276320 h 590550"/>
                <a:gd name="connsiteX94" fmla="*/ 671798 w 762000"/>
                <a:gd name="connsiteY94" fmla="*/ 275939 h 590550"/>
                <a:gd name="connsiteX95" fmla="*/ 670750 w 762000"/>
                <a:gd name="connsiteY95" fmla="*/ 275463 h 590550"/>
                <a:gd name="connsiteX96" fmla="*/ 670084 w 762000"/>
                <a:gd name="connsiteY96" fmla="*/ 275082 h 590550"/>
                <a:gd name="connsiteX97" fmla="*/ 669703 w 762000"/>
                <a:gd name="connsiteY97" fmla="*/ 274606 h 590550"/>
                <a:gd name="connsiteX98" fmla="*/ 669512 w 762000"/>
                <a:gd name="connsiteY98" fmla="*/ 274130 h 590550"/>
                <a:gd name="connsiteX99" fmla="*/ 669226 w 762000"/>
                <a:gd name="connsiteY99" fmla="*/ 273653 h 590550"/>
                <a:gd name="connsiteX100" fmla="*/ 669036 w 762000"/>
                <a:gd name="connsiteY100" fmla="*/ 272606 h 590550"/>
                <a:gd name="connsiteX101" fmla="*/ 668846 w 762000"/>
                <a:gd name="connsiteY101" fmla="*/ 271367 h 590550"/>
                <a:gd name="connsiteX102" fmla="*/ 668464 w 762000"/>
                <a:gd name="connsiteY102" fmla="*/ 264700 h 590550"/>
                <a:gd name="connsiteX103" fmla="*/ 668274 w 762000"/>
                <a:gd name="connsiteY103" fmla="*/ 263557 h 590550"/>
                <a:gd name="connsiteX104" fmla="*/ 667893 w 762000"/>
                <a:gd name="connsiteY104" fmla="*/ 261938 h 590550"/>
                <a:gd name="connsiteX105" fmla="*/ 667417 w 762000"/>
                <a:gd name="connsiteY105" fmla="*/ 260890 h 590550"/>
                <a:gd name="connsiteX106" fmla="*/ 662845 w 762000"/>
                <a:gd name="connsiteY106" fmla="*/ 257556 h 590550"/>
                <a:gd name="connsiteX107" fmla="*/ 661416 w 762000"/>
                <a:gd name="connsiteY107" fmla="*/ 256889 h 590550"/>
                <a:gd name="connsiteX108" fmla="*/ 660463 w 762000"/>
                <a:gd name="connsiteY108" fmla="*/ 256699 h 590550"/>
                <a:gd name="connsiteX109" fmla="*/ 658368 w 762000"/>
                <a:gd name="connsiteY109" fmla="*/ 257556 h 590550"/>
                <a:gd name="connsiteX110" fmla="*/ 656558 w 762000"/>
                <a:gd name="connsiteY110" fmla="*/ 258699 h 590550"/>
                <a:gd name="connsiteX111" fmla="*/ 653605 w 762000"/>
                <a:gd name="connsiteY111" fmla="*/ 261175 h 590550"/>
                <a:gd name="connsiteX112" fmla="*/ 652272 w 762000"/>
                <a:gd name="connsiteY112" fmla="*/ 262128 h 590550"/>
                <a:gd name="connsiteX113" fmla="*/ 651891 w 762000"/>
                <a:gd name="connsiteY113" fmla="*/ 262509 h 590550"/>
                <a:gd name="connsiteX114" fmla="*/ 651605 w 762000"/>
                <a:gd name="connsiteY114" fmla="*/ 262890 h 590550"/>
                <a:gd name="connsiteX115" fmla="*/ 651415 w 762000"/>
                <a:gd name="connsiteY115" fmla="*/ 263462 h 590550"/>
                <a:gd name="connsiteX116" fmla="*/ 651415 w 762000"/>
                <a:gd name="connsiteY116" fmla="*/ 263462 h 590550"/>
                <a:gd name="connsiteX117" fmla="*/ 651224 w 762000"/>
                <a:gd name="connsiteY117" fmla="*/ 264890 h 590550"/>
                <a:gd name="connsiteX118" fmla="*/ 651224 w 762000"/>
                <a:gd name="connsiteY118" fmla="*/ 267462 h 590550"/>
                <a:gd name="connsiteX119" fmla="*/ 651034 w 762000"/>
                <a:gd name="connsiteY119" fmla="*/ 268700 h 590550"/>
                <a:gd name="connsiteX120" fmla="*/ 650843 w 762000"/>
                <a:gd name="connsiteY120" fmla="*/ 270129 h 590550"/>
                <a:gd name="connsiteX121" fmla="*/ 650653 w 762000"/>
                <a:gd name="connsiteY121" fmla="*/ 270700 h 590550"/>
                <a:gd name="connsiteX122" fmla="*/ 650367 w 762000"/>
                <a:gd name="connsiteY122" fmla="*/ 271367 h 590550"/>
                <a:gd name="connsiteX123" fmla="*/ 650081 w 762000"/>
                <a:gd name="connsiteY123" fmla="*/ 271748 h 590550"/>
                <a:gd name="connsiteX124" fmla="*/ 649605 w 762000"/>
                <a:gd name="connsiteY124" fmla="*/ 272129 h 590550"/>
                <a:gd name="connsiteX125" fmla="*/ 649224 w 762000"/>
                <a:gd name="connsiteY125" fmla="*/ 272415 h 590550"/>
                <a:gd name="connsiteX126" fmla="*/ 647605 w 762000"/>
                <a:gd name="connsiteY126" fmla="*/ 272987 h 590550"/>
                <a:gd name="connsiteX127" fmla="*/ 630269 w 762000"/>
                <a:gd name="connsiteY127" fmla="*/ 273463 h 590550"/>
                <a:gd name="connsiteX128" fmla="*/ 625697 w 762000"/>
                <a:gd name="connsiteY128" fmla="*/ 274511 h 590550"/>
                <a:gd name="connsiteX129" fmla="*/ 620839 w 762000"/>
                <a:gd name="connsiteY129" fmla="*/ 276796 h 590550"/>
                <a:gd name="connsiteX130" fmla="*/ 616458 w 762000"/>
                <a:gd name="connsiteY130" fmla="*/ 280035 h 590550"/>
                <a:gd name="connsiteX131" fmla="*/ 615410 w 762000"/>
                <a:gd name="connsiteY131" fmla="*/ 280416 h 590550"/>
                <a:gd name="connsiteX132" fmla="*/ 611219 w 762000"/>
                <a:gd name="connsiteY132" fmla="*/ 280797 h 590550"/>
                <a:gd name="connsiteX133" fmla="*/ 610172 w 762000"/>
                <a:gd name="connsiteY133" fmla="*/ 281083 h 590550"/>
                <a:gd name="connsiteX134" fmla="*/ 607409 w 762000"/>
                <a:gd name="connsiteY134" fmla="*/ 282702 h 590550"/>
                <a:gd name="connsiteX135" fmla="*/ 606552 w 762000"/>
                <a:gd name="connsiteY135" fmla="*/ 283464 h 590550"/>
                <a:gd name="connsiteX136" fmla="*/ 605885 w 762000"/>
                <a:gd name="connsiteY136" fmla="*/ 284321 h 590550"/>
                <a:gd name="connsiteX137" fmla="*/ 605218 w 762000"/>
                <a:gd name="connsiteY137" fmla="*/ 285369 h 590550"/>
                <a:gd name="connsiteX138" fmla="*/ 605028 w 762000"/>
                <a:gd name="connsiteY138" fmla="*/ 286036 h 590550"/>
                <a:gd name="connsiteX139" fmla="*/ 604838 w 762000"/>
                <a:gd name="connsiteY139" fmla="*/ 286703 h 590550"/>
                <a:gd name="connsiteX140" fmla="*/ 604742 w 762000"/>
                <a:gd name="connsiteY140" fmla="*/ 287369 h 590550"/>
                <a:gd name="connsiteX141" fmla="*/ 604742 w 762000"/>
                <a:gd name="connsiteY141" fmla="*/ 288036 h 590550"/>
                <a:gd name="connsiteX142" fmla="*/ 604742 w 762000"/>
                <a:gd name="connsiteY142" fmla="*/ 289179 h 590550"/>
                <a:gd name="connsiteX143" fmla="*/ 604933 w 762000"/>
                <a:gd name="connsiteY143" fmla="*/ 290417 h 590550"/>
                <a:gd name="connsiteX144" fmla="*/ 605028 w 762000"/>
                <a:gd name="connsiteY144" fmla="*/ 291560 h 590550"/>
                <a:gd name="connsiteX145" fmla="*/ 604933 w 762000"/>
                <a:gd name="connsiteY145" fmla="*/ 292132 h 590550"/>
                <a:gd name="connsiteX146" fmla="*/ 604933 w 762000"/>
                <a:gd name="connsiteY146" fmla="*/ 292227 h 590550"/>
                <a:gd name="connsiteX147" fmla="*/ 604933 w 762000"/>
                <a:gd name="connsiteY147" fmla="*/ 292227 h 590550"/>
                <a:gd name="connsiteX148" fmla="*/ 604933 w 762000"/>
                <a:gd name="connsiteY148" fmla="*/ 292989 h 590550"/>
                <a:gd name="connsiteX149" fmla="*/ 604838 w 762000"/>
                <a:gd name="connsiteY149" fmla="*/ 293561 h 590550"/>
                <a:gd name="connsiteX150" fmla="*/ 604742 w 762000"/>
                <a:gd name="connsiteY150" fmla="*/ 294227 h 590550"/>
                <a:gd name="connsiteX151" fmla="*/ 604742 w 762000"/>
                <a:gd name="connsiteY151" fmla="*/ 294894 h 590550"/>
                <a:gd name="connsiteX152" fmla="*/ 604838 w 762000"/>
                <a:gd name="connsiteY152" fmla="*/ 295466 h 590550"/>
                <a:gd name="connsiteX153" fmla="*/ 605028 w 762000"/>
                <a:gd name="connsiteY153" fmla="*/ 296799 h 590550"/>
                <a:gd name="connsiteX154" fmla="*/ 605504 w 762000"/>
                <a:gd name="connsiteY154" fmla="*/ 298228 h 590550"/>
                <a:gd name="connsiteX155" fmla="*/ 606171 w 762000"/>
                <a:gd name="connsiteY155" fmla="*/ 299752 h 590550"/>
                <a:gd name="connsiteX156" fmla="*/ 606362 w 762000"/>
                <a:gd name="connsiteY156" fmla="*/ 300609 h 590550"/>
                <a:gd name="connsiteX157" fmla="*/ 606457 w 762000"/>
                <a:gd name="connsiteY157" fmla="*/ 300895 h 590550"/>
                <a:gd name="connsiteX158" fmla="*/ 606362 w 762000"/>
                <a:gd name="connsiteY158" fmla="*/ 301371 h 590550"/>
                <a:gd name="connsiteX159" fmla="*/ 606171 w 762000"/>
                <a:gd name="connsiteY159" fmla="*/ 301847 h 590550"/>
                <a:gd name="connsiteX160" fmla="*/ 605790 w 762000"/>
                <a:gd name="connsiteY160" fmla="*/ 302323 h 590550"/>
                <a:gd name="connsiteX161" fmla="*/ 605314 w 762000"/>
                <a:gd name="connsiteY161" fmla="*/ 302609 h 590550"/>
                <a:gd name="connsiteX162" fmla="*/ 604361 w 762000"/>
                <a:gd name="connsiteY162" fmla="*/ 303086 h 590550"/>
                <a:gd name="connsiteX163" fmla="*/ 600551 w 762000"/>
                <a:gd name="connsiteY163" fmla="*/ 304133 h 590550"/>
                <a:gd name="connsiteX164" fmla="*/ 588645 w 762000"/>
                <a:gd name="connsiteY164" fmla="*/ 309848 h 590550"/>
                <a:gd name="connsiteX165" fmla="*/ 587692 w 762000"/>
                <a:gd name="connsiteY165" fmla="*/ 310134 h 590550"/>
                <a:gd name="connsiteX166" fmla="*/ 586835 w 762000"/>
                <a:gd name="connsiteY166" fmla="*/ 310229 h 590550"/>
                <a:gd name="connsiteX167" fmla="*/ 586168 w 762000"/>
                <a:gd name="connsiteY167" fmla="*/ 310039 h 590550"/>
                <a:gd name="connsiteX168" fmla="*/ 585597 w 762000"/>
                <a:gd name="connsiteY168" fmla="*/ 309753 h 590550"/>
                <a:gd name="connsiteX169" fmla="*/ 584263 w 762000"/>
                <a:gd name="connsiteY169" fmla="*/ 308515 h 590550"/>
                <a:gd name="connsiteX170" fmla="*/ 583597 w 762000"/>
                <a:gd name="connsiteY170" fmla="*/ 308134 h 590550"/>
                <a:gd name="connsiteX171" fmla="*/ 582930 w 762000"/>
                <a:gd name="connsiteY171" fmla="*/ 308039 h 590550"/>
                <a:gd name="connsiteX172" fmla="*/ 579691 w 762000"/>
                <a:gd name="connsiteY172" fmla="*/ 308419 h 590550"/>
                <a:gd name="connsiteX173" fmla="*/ 578834 w 762000"/>
                <a:gd name="connsiteY173" fmla="*/ 308324 h 590550"/>
                <a:gd name="connsiteX174" fmla="*/ 578072 w 762000"/>
                <a:gd name="connsiteY174" fmla="*/ 308039 h 590550"/>
                <a:gd name="connsiteX175" fmla="*/ 577691 w 762000"/>
                <a:gd name="connsiteY175" fmla="*/ 307658 h 590550"/>
                <a:gd name="connsiteX176" fmla="*/ 577405 w 762000"/>
                <a:gd name="connsiteY176" fmla="*/ 307277 h 590550"/>
                <a:gd name="connsiteX177" fmla="*/ 576739 w 762000"/>
                <a:gd name="connsiteY177" fmla="*/ 306324 h 590550"/>
                <a:gd name="connsiteX178" fmla="*/ 576072 w 762000"/>
                <a:gd name="connsiteY178" fmla="*/ 304895 h 590550"/>
                <a:gd name="connsiteX179" fmla="*/ 575691 w 762000"/>
                <a:gd name="connsiteY179" fmla="*/ 303943 h 590550"/>
                <a:gd name="connsiteX180" fmla="*/ 574357 w 762000"/>
                <a:gd name="connsiteY180" fmla="*/ 299657 h 590550"/>
                <a:gd name="connsiteX181" fmla="*/ 573691 w 762000"/>
                <a:gd name="connsiteY181" fmla="*/ 298228 h 590550"/>
                <a:gd name="connsiteX182" fmla="*/ 572929 w 762000"/>
                <a:gd name="connsiteY182" fmla="*/ 296799 h 590550"/>
                <a:gd name="connsiteX183" fmla="*/ 570357 w 762000"/>
                <a:gd name="connsiteY183" fmla="*/ 293275 h 590550"/>
                <a:gd name="connsiteX184" fmla="*/ 569214 w 762000"/>
                <a:gd name="connsiteY184" fmla="*/ 292132 h 590550"/>
                <a:gd name="connsiteX185" fmla="*/ 568642 w 762000"/>
                <a:gd name="connsiteY185" fmla="*/ 291179 h 590550"/>
                <a:gd name="connsiteX186" fmla="*/ 568452 w 762000"/>
                <a:gd name="connsiteY186" fmla="*/ 290703 h 590550"/>
                <a:gd name="connsiteX187" fmla="*/ 568357 w 762000"/>
                <a:gd name="connsiteY187" fmla="*/ 290132 h 590550"/>
                <a:gd name="connsiteX188" fmla="*/ 568547 w 762000"/>
                <a:gd name="connsiteY188" fmla="*/ 286703 h 590550"/>
                <a:gd name="connsiteX189" fmla="*/ 568262 w 762000"/>
                <a:gd name="connsiteY189" fmla="*/ 284417 h 590550"/>
                <a:gd name="connsiteX190" fmla="*/ 567785 w 762000"/>
                <a:gd name="connsiteY190" fmla="*/ 282131 h 590550"/>
                <a:gd name="connsiteX191" fmla="*/ 567595 w 762000"/>
                <a:gd name="connsiteY191" fmla="*/ 281559 h 590550"/>
                <a:gd name="connsiteX192" fmla="*/ 567309 w 762000"/>
                <a:gd name="connsiteY192" fmla="*/ 280988 h 590550"/>
                <a:gd name="connsiteX193" fmla="*/ 565213 w 762000"/>
                <a:gd name="connsiteY193" fmla="*/ 278035 h 590550"/>
                <a:gd name="connsiteX194" fmla="*/ 564642 w 762000"/>
                <a:gd name="connsiteY194" fmla="*/ 276987 h 590550"/>
                <a:gd name="connsiteX195" fmla="*/ 563594 w 762000"/>
                <a:gd name="connsiteY195" fmla="*/ 274701 h 590550"/>
                <a:gd name="connsiteX196" fmla="*/ 563023 w 762000"/>
                <a:gd name="connsiteY196" fmla="*/ 273558 h 590550"/>
                <a:gd name="connsiteX197" fmla="*/ 562261 w 762000"/>
                <a:gd name="connsiteY197" fmla="*/ 272606 h 590550"/>
                <a:gd name="connsiteX198" fmla="*/ 559022 w 762000"/>
                <a:gd name="connsiteY198" fmla="*/ 270034 h 590550"/>
                <a:gd name="connsiteX199" fmla="*/ 558070 w 762000"/>
                <a:gd name="connsiteY199" fmla="*/ 268796 h 590550"/>
                <a:gd name="connsiteX200" fmla="*/ 555593 w 762000"/>
                <a:gd name="connsiteY200" fmla="*/ 263366 h 590550"/>
                <a:gd name="connsiteX201" fmla="*/ 551783 w 762000"/>
                <a:gd name="connsiteY201" fmla="*/ 257461 h 590550"/>
                <a:gd name="connsiteX202" fmla="*/ 551116 w 762000"/>
                <a:gd name="connsiteY202" fmla="*/ 255842 h 590550"/>
                <a:gd name="connsiteX203" fmla="*/ 550640 w 762000"/>
                <a:gd name="connsiteY203" fmla="*/ 254318 h 590550"/>
                <a:gd name="connsiteX204" fmla="*/ 550164 w 762000"/>
                <a:gd name="connsiteY204" fmla="*/ 251460 h 590550"/>
                <a:gd name="connsiteX205" fmla="*/ 549783 w 762000"/>
                <a:gd name="connsiteY205" fmla="*/ 250222 h 590550"/>
                <a:gd name="connsiteX206" fmla="*/ 549307 w 762000"/>
                <a:gd name="connsiteY206" fmla="*/ 249174 h 590550"/>
                <a:gd name="connsiteX207" fmla="*/ 548449 w 762000"/>
                <a:gd name="connsiteY207" fmla="*/ 248126 h 590550"/>
                <a:gd name="connsiteX208" fmla="*/ 545306 w 762000"/>
                <a:gd name="connsiteY208" fmla="*/ 245173 h 590550"/>
                <a:gd name="connsiteX209" fmla="*/ 544449 w 762000"/>
                <a:gd name="connsiteY209" fmla="*/ 244126 h 590550"/>
                <a:gd name="connsiteX210" fmla="*/ 543687 w 762000"/>
                <a:gd name="connsiteY210" fmla="*/ 242983 h 590550"/>
                <a:gd name="connsiteX211" fmla="*/ 543211 w 762000"/>
                <a:gd name="connsiteY211" fmla="*/ 242030 h 590550"/>
                <a:gd name="connsiteX212" fmla="*/ 542925 w 762000"/>
                <a:gd name="connsiteY212" fmla="*/ 240887 h 590550"/>
                <a:gd name="connsiteX213" fmla="*/ 542639 w 762000"/>
                <a:gd name="connsiteY213" fmla="*/ 239840 h 590550"/>
                <a:gd name="connsiteX214" fmla="*/ 542449 w 762000"/>
                <a:gd name="connsiteY214" fmla="*/ 236506 h 590550"/>
                <a:gd name="connsiteX215" fmla="*/ 542449 w 762000"/>
                <a:gd name="connsiteY215" fmla="*/ 234791 h 590550"/>
                <a:gd name="connsiteX216" fmla="*/ 543592 w 762000"/>
                <a:gd name="connsiteY216" fmla="*/ 224028 h 590550"/>
                <a:gd name="connsiteX217" fmla="*/ 543592 w 762000"/>
                <a:gd name="connsiteY217" fmla="*/ 220885 h 590550"/>
                <a:gd name="connsiteX218" fmla="*/ 542639 w 762000"/>
                <a:gd name="connsiteY218" fmla="*/ 214503 h 590550"/>
                <a:gd name="connsiteX219" fmla="*/ 541972 w 762000"/>
                <a:gd name="connsiteY219" fmla="*/ 211741 h 590550"/>
                <a:gd name="connsiteX220" fmla="*/ 541306 w 762000"/>
                <a:gd name="connsiteY220" fmla="*/ 209741 h 590550"/>
                <a:gd name="connsiteX221" fmla="*/ 541020 w 762000"/>
                <a:gd name="connsiteY221" fmla="*/ 209074 h 590550"/>
                <a:gd name="connsiteX222" fmla="*/ 538829 w 762000"/>
                <a:gd name="connsiteY222" fmla="*/ 205645 h 590550"/>
                <a:gd name="connsiteX223" fmla="*/ 537115 w 762000"/>
                <a:gd name="connsiteY223" fmla="*/ 203740 h 590550"/>
                <a:gd name="connsiteX224" fmla="*/ 536638 w 762000"/>
                <a:gd name="connsiteY224" fmla="*/ 203359 h 590550"/>
                <a:gd name="connsiteX225" fmla="*/ 536257 w 762000"/>
                <a:gd name="connsiteY225" fmla="*/ 203264 h 590550"/>
                <a:gd name="connsiteX226" fmla="*/ 533209 w 762000"/>
                <a:gd name="connsiteY226" fmla="*/ 204406 h 590550"/>
                <a:gd name="connsiteX227" fmla="*/ 528447 w 762000"/>
                <a:gd name="connsiteY227" fmla="*/ 207169 h 590550"/>
                <a:gd name="connsiteX228" fmla="*/ 524065 w 762000"/>
                <a:gd name="connsiteY228" fmla="*/ 210121 h 590550"/>
                <a:gd name="connsiteX229" fmla="*/ 523304 w 762000"/>
                <a:gd name="connsiteY229" fmla="*/ 210979 h 590550"/>
                <a:gd name="connsiteX230" fmla="*/ 522637 w 762000"/>
                <a:gd name="connsiteY230" fmla="*/ 212122 h 590550"/>
                <a:gd name="connsiteX231" fmla="*/ 521780 w 762000"/>
                <a:gd name="connsiteY231" fmla="*/ 214313 h 590550"/>
                <a:gd name="connsiteX232" fmla="*/ 520827 w 762000"/>
                <a:gd name="connsiteY232" fmla="*/ 218218 h 590550"/>
                <a:gd name="connsiteX233" fmla="*/ 519970 w 762000"/>
                <a:gd name="connsiteY233" fmla="*/ 219837 h 590550"/>
                <a:gd name="connsiteX234" fmla="*/ 518446 w 762000"/>
                <a:gd name="connsiteY234" fmla="*/ 221171 h 590550"/>
                <a:gd name="connsiteX235" fmla="*/ 517017 w 762000"/>
                <a:gd name="connsiteY235" fmla="*/ 221456 h 590550"/>
                <a:gd name="connsiteX236" fmla="*/ 515588 w 762000"/>
                <a:gd name="connsiteY236" fmla="*/ 221171 h 590550"/>
                <a:gd name="connsiteX237" fmla="*/ 514350 w 762000"/>
                <a:gd name="connsiteY237" fmla="*/ 220409 h 590550"/>
                <a:gd name="connsiteX238" fmla="*/ 512636 w 762000"/>
                <a:gd name="connsiteY238" fmla="*/ 218789 h 590550"/>
                <a:gd name="connsiteX239" fmla="*/ 511778 w 762000"/>
                <a:gd name="connsiteY239" fmla="*/ 218694 h 590550"/>
                <a:gd name="connsiteX240" fmla="*/ 511207 w 762000"/>
                <a:gd name="connsiteY240" fmla="*/ 219361 h 590550"/>
                <a:gd name="connsiteX241" fmla="*/ 511016 w 762000"/>
                <a:gd name="connsiteY241" fmla="*/ 221266 h 590550"/>
                <a:gd name="connsiteX242" fmla="*/ 511302 w 762000"/>
                <a:gd name="connsiteY242" fmla="*/ 223266 h 590550"/>
                <a:gd name="connsiteX243" fmla="*/ 511969 w 762000"/>
                <a:gd name="connsiteY243" fmla="*/ 225362 h 590550"/>
                <a:gd name="connsiteX244" fmla="*/ 512255 w 762000"/>
                <a:gd name="connsiteY244" fmla="*/ 226981 h 590550"/>
                <a:gd name="connsiteX245" fmla="*/ 512159 w 762000"/>
                <a:gd name="connsiteY245" fmla="*/ 228600 h 590550"/>
                <a:gd name="connsiteX246" fmla="*/ 511683 w 762000"/>
                <a:gd name="connsiteY246" fmla="*/ 230219 h 590550"/>
                <a:gd name="connsiteX247" fmla="*/ 511492 w 762000"/>
                <a:gd name="connsiteY247" fmla="*/ 231267 h 590550"/>
                <a:gd name="connsiteX248" fmla="*/ 511397 w 762000"/>
                <a:gd name="connsiteY248" fmla="*/ 232029 h 590550"/>
                <a:gd name="connsiteX249" fmla="*/ 511778 w 762000"/>
                <a:gd name="connsiteY249" fmla="*/ 234601 h 590550"/>
                <a:gd name="connsiteX250" fmla="*/ 512064 w 762000"/>
                <a:gd name="connsiteY250" fmla="*/ 242506 h 590550"/>
                <a:gd name="connsiteX251" fmla="*/ 512064 w 762000"/>
                <a:gd name="connsiteY251" fmla="*/ 243745 h 590550"/>
                <a:gd name="connsiteX252" fmla="*/ 511873 w 762000"/>
                <a:gd name="connsiteY252" fmla="*/ 244412 h 590550"/>
                <a:gd name="connsiteX253" fmla="*/ 511683 w 762000"/>
                <a:gd name="connsiteY253" fmla="*/ 245173 h 590550"/>
                <a:gd name="connsiteX254" fmla="*/ 511302 w 762000"/>
                <a:gd name="connsiteY254" fmla="*/ 245840 h 590550"/>
                <a:gd name="connsiteX255" fmla="*/ 510730 w 762000"/>
                <a:gd name="connsiteY255" fmla="*/ 246507 h 590550"/>
                <a:gd name="connsiteX256" fmla="*/ 509683 w 762000"/>
                <a:gd name="connsiteY256" fmla="*/ 247364 h 590550"/>
                <a:gd name="connsiteX257" fmla="*/ 507968 w 762000"/>
                <a:gd name="connsiteY257" fmla="*/ 248412 h 590550"/>
                <a:gd name="connsiteX258" fmla="*/ 495490 w 762000"/>
                <a:gd name="connsiteY258" fmla="*/ 252889 h 590550"/>
                <a:gd name="connsiteX259" fmla="*/ 489871 w 762000"/>
                <a:gd name="connsiteY259" fmla="*/ 251460 h 590550"/>
                <a:gd name="connsiteX260" fmla="*/ 487108 w 762000"/>
                <a:gd name="connsiteY260" fmla="*/ 249555 h 590550"/>
                <a:gd name="connsiteX261" fmla="*/ 485299 w 762000"/>
                <a:gd name="connsiteY261" fmla="*/ 244031 h 590550"/>
                <a:gd name="connsiteX262" fmla="*/ 485013 w 762000"/>
                <a:gd name="connsiteY262" fmla="*/ 242983 h 590550"/>
                <a:gd name="connsiteX263" fmla="*/ 484918 w 762000"/>
                <a:gd name="connsiteY263" fmla="*/ 241744 h 590550"/>
                <a:gd name="connsiteX264" fmla="*/ 484727 w 762000"/>
                <a:gd name="connsiteY264" fmla="*/ 241173 h 590550"/>
                <a:gd name="connsiteX265" fmla="*/ 484441 w 762000"/>
                <a:gd name="connsiteY265" fmla="*/ 240697 h 590550"/>
                <a:gd name="connsiteX266" fmla="*/ 483680 w 762000"/>
                <a:gd name="connsiteY266" fmla="*/ 240411 h 590550"/>
                <a:gd name="connsiteX267" fmla="*/ 482441 w 762000"/>
                <a:gd name="connsiteY267" fmla="*/ 240411 h 590550"/>
                <a:gd name="connsiteX268" fmla="*/ 481489 w 762000"/>
                <a:gd name="connsiteY268" fmla="*/ 239840 h 590550"/>
                <a:gd name="connsiteX269" fmla="*/ 480155 w 762000"/>
                <a:gd name="connsiteY269" fmla="*/ 238792 h 590550"/>
                <a:gd name="connsiteX270" fmla="*/ 476345 w 762000"/>
                <a:gd name="connsiteY270" fmla="*/ 234696 h 590550"/>
                <a:gd name="connsiteX271" fmla="*/ 476345 w 762000"/>
                <a:gd name="connsiteY271" fmla="*/ 234601 h 590550"/>
                <a:gd name="connsiteX272" fmla="*/ 476250 w 762000"/>
                <a:gd name="connsiteY272" fmla="*/ 234220 h 590550"/>
                <a:gd name="connsiteX273" fmla="*/ 476155 w 762000"/>
                <a:gd name="connsiteY273" fmla="*/ 233648 h 590550"/>
                <a:gd name="connsiteX274" fmla="*/ 476250 w 762000"/>
                <a:gd name="connsiteY274" fmla="*/ 233077 h 590550"/>
                <a:gd name="connsiteX275" fmla="*/ 476345 w 762000"/>
                <a:gd name="connsiteY275" fmla="*/ 232315 h 590550"/>
                <a:gd name="connsiteX276" fmla="*/ 476821 w 762000"/>
                <a:gd name="connsiteY276" fmla="*/ 230219 h 590550"/>
                <a:gd name="connsiteX277" fmla="*/ 477012 w 762000"/>
                <a:gd name="connsiteY277" fmla="*/ 228886 h 590550"/>
                <a:gd name="connsiteX278" fmla="*/ 476821 w 762000"/>
                <a:gd name="connsiteY278" fmla="*/ 228314 h 590550"/>
                <a:gd name="connsiteX279" fmla="*/ 476536 w 762000"/>
                <a:gd name="connsiteY279" fmla="*/ 227838 h 590550"/>
                <a:gd name="connsiteX280" fmla="*/ 471773 w 762000"/>
                <a:gd name="connsiteY280" fmla="*/ 221266 h 590550"/>
                <a:gd name="connsiteX281" fmla="*/ 470535 w 762000"/>
                <a:gd name="connsiteY281" fmla="*/ 218218 h 590550"/>
                <a:gd name="connsiteX282" fmla="*/ 470059 w 762000"/>
                <a:gd name="connsiteY282" fmla="*/ 217551 h 590550"/>
                <a:gd name="connsiteX283" fmla="*/ 467868 w 762000"/>
                <a:gd name="connsiteY283" fmla="*/ 215170 h 590550"/>
                <a:gd name="connsiteX284" fmla="*/ 467296 w 762000"/>
                <a:gd name="connsiteY284" fmla="*/ 214217 h 590550"/>
                <a:gd name="connsiteX285" fmla="*/ 467011 w 762000"/>
                <a:gd name="connsiteY285" fmla="*/ 213455 h 590550"/>
                <a:gd name="connsiteX286" fmla="*/ 467106 w 762000"/>
                <a:gd name="connsiteY286" fmla="*/ 212789 h 590550"/>
                <a:gd name="connsiteX287" fmla="*/ 467296 w 762000"/>
                <a:gd name="connsiteY287" fmla="*/ 212217 h 590550"/>
                <a:gd name="connsiteX288" fmla="*/ 468535 w 762000"/>
                <a:gd name="connsiteY288" fmla="*/ 209074 h 590550"/>
                <a:gd name="connsiteX289" fmla="*/ 468916 w 762000"/>
                <a:gd name="connsiteY289" fmla="*/ 207740 h 590550"/>
                <a:gd name="connsiteX290" fmla="*/ 469011 w 762000"/>
                <a:gd name="connsiteY290" fmla="*/ 207073 h 590550"/>
                <a:gd name="connsiteX291" fmla="*/ 469011 w 762000"/>
                <a:gd name="connsiteY291" fmla="*/ 206502 h 590550"/>
                <a:gd name="connsiteX292" fmla="*/ 468916 w 762000"/>
                <a:gd name="connsiteY292" fmla="*/ 205835 h 590550"/>
                <a:gd name="connsiteX293" fmla="*/ 468916 w 762000"/>
                <a:gd name="connsiteY293" fmla="*/ 205550 h 590550"/>
                <a:gd name="connsiteX294" fmla="*/ 468344 w 762000"/>
                <a:gd name="connsiteY294" fmla="*/ 203740 h 590550"/>
                <a:gd name="connsiteX295" fmla="*/ 468249 w 762000"/>
                <a:gd name="connsiteY295" fmla="*/ 203168 h 590550"/>
                <a:gd name="connsiteX296" fmla="*/ 468249 w 762000"/>
                <a:gd name="connsiteY296" fmla="*/ 202502 h 590550"/>
                <a:gd name="connsiteX297" fmla="*/ 468344 w 762000"/>
                <a:gd name="connsiteY297" fmla="*/ 201930 h 590550"/>
                <a:gd name="connsiteX298" fmla="*/ 468630 w 762000"/>
                <a:gd name="connsiteY298" fmla="*/ 201454 h 590550"/>
                <a:gd name="connsiteX299" fmla="*/ 469011 w 762000"/>
                <a:gd name="connsiteY299" fmla="*/ 200977 h 590550"/>
                <a:gd name="connsiteX300" fmla="*/ 469392 w 762000"/>
                <a:gd name="connsiteY300" fmla="*/ 200596 h 590550"/>
                <a:gd name="connsiteX301" fmla="*/ 470345 w 762000"/>
                <a:gd name="connsiteY301" fmla="*/ 200025 h 590550"/>
                <a:gd name="connsiteX302" fmla="*/ 470821 w 762000"/>
                <a:gd name="connsiteY302" fmla="*/ 199835 h 590550"/>
                <a:gd name="connsiteX303" fmla="*/ 471392 w 762000"/>
                <a:gd name="connsiteY303" fmla="*/ 199739 h 590550"/>
                <a:gd name="connsiteX304" fmla="*/ 473392 w 762000"/>
                <a:gd name="connsiteY304" fmla="*/ 199739 h 590550"/>
                <a:gd name="connsiteX305" fmla="*/ 473869 w 762000"/>
                <a:gd name="connsiteY305" fmla="*/ 199644 h 590550"/>
                <a:gd name="connsiteX306" fmla="*/ 474059 w 762000"/>
                <a:gd name="connsiteY306" fmla="*/ 199454 h 590550"/>
                <a:gd name="connsiteX307" fmla="*/ 474250 w 762000"/>
                <a:gd name="connsiteY307" fmla="*/ 199168 h 590550"/>
                <a:gd name="connsiteX308" fmla="*/ 474059 w 762000"/>
                <a:gd name="connsiteY308" fmla="*/ 198692 h 590550"/>
                <a:gd name="connsiteX309" fmla="*/ 473202 w 762000"/>
                <a:gd name="connsiteY309" fmla="*/ 197548 h 590550"/>
                <a:gd name="connsiteX310" fmla="*/ 472916 w 762000"/>
                <a:gd name="connsiteY310" fmla="*/ 197072 h 590550"/>
                <a:gd name="connsiteX311" fmla="*/ 472726 w 762000"/>
                <a:gd name="connsiteY311" fmla="*/ 196501 h 590550"/>
                <a:gd name="connsiteX312" fmla="*/ 472440 w 762000"/>
                <a:gd name="connsiteY312" fmla="*/ 195548 h 590550"/>
                <a:gd name="connsiteX313" fmla="*/ 472345 w 762000"/>
                <a:gd name="connsiteY313" fmla="*/ 195263 h 590550"/>
                <a:gd name="connsiteX314" fmla="*/ 472059 w 762000"/>
                <a:gd name="connsiteY314" fmla="*/ 194881 h 590550"/>
                <a:gd name="connsiteX315" fmla="*/ 471488 w 762000"/>
                <a:gd name="connsiteY315" fmla="*/ 194405 h 590550"/>
                <a:gd name="connsiteX316" fmla="*/ 467773 w 762000"/>
                <a:gd name="connsiteY316" fmla="*/ 192119 h 590550"/>
                <a:gd name="connsiteX317" fmla="*/ 467011 w 762000"/>
                <a:gd name="connsiteY317" fmla="*/ 191738 h 590550"/>
                <a:gd name="connsiteX318" fmla="*/ 464248 w 762000"/>
                <a:gd name="connsiteY318" fmla="*/ 191167 h 590550"/>
                <a:gd name="connsiteX319" fmla="*/ 463582 w 762000"/>
                <a:gd name="connsiteY319" fmla="*/ 190881 h 590550"/>
                <a:gd name="connsiteX320" fmla="*/ 463105 w 762000"/>
                <a:gd name="connsiteY320" fmla="*/ 190500 h 590550"/>
                <a:gd name="connsiteX321" fmla="*/ 460248 w 762000"/>
                <a:gd name="connsiteY321" fmla="*/ 188119 h 590550"/>
                <a:gd name="connsiteX322" fmla="*/ 457581 w 762000"/>
                <a:gd name="connsiteY322" fmla="*/ 186881 h 590550"/>
                <a:gd name="connsiteX323" fmla="*/ 456533 w 762000"/>
                <a:gd name="connsiteY323" fmla="*/ 186881 h 590550"/>
                <a:gd name="connsiteX324" fmla="*/ 455200 w 762000"/>
                <a:gd name="connsiteY324" fmla="*/ 187166 h 590550"/>
                <a:gd name="connsiteX325" fmla="*/ 452533 w 762000"/>
                <a:gd name="connsiteY325" fmla="*/ 188309 h 590550"/>
                <a:gd name="connsiteX326" fmla="*/ 450437 w 762000"/>
                <a:gd name="connsiteY326" fmla="*/ 189548 h 590550"/>
                <a:gd name="connsiteX327" fmla="*/ 450151 w 762000"/>
                <a:gd name="connsiteY327" fmla="*/ 190024 h 590550"/>
                <a:gd name="connsiteX328" fmla="*/ 449294 w 762000"/>
                <a:gd name="connsiteY328" fmla="*/ 190786 h 590550"/>
                <a:gd name="connsiteX329" fmla="*/ 448723 w 762000"/>
                <a:gd name="connsiteY329" fmla="*/ 190976 h 590550"/>
                <a:gd name="connsiteX330" fmla="*/ 447961 w 762000"/>
                <a:gd name="connsiteY330" fmla="*/ 191071 h 590550"/>
                <a:gd name="connsiteX331" fmla="*/ 446913 w 762000"/>
                <a:gd name="connsiteY331" fmla="*/ 190881 h 590550"/>
                <a:gd name="connsiteX332" fmla="*/ 446246 w 762000"/>
                <a:gd name="connsiteY332" fmla="*/ 190500 h 590550"/>
                <a:gd name="connsiteX333" fmla="*/ 445770 w 762000"/>
                <a:gd name="connsiteY333" fmla="*/ 190119 h 590550"/>
                <a:gd name="connsiteX334" fmla="*/ 445484 w 762000"/>
                <a:gd name="connsiteY334" fmla="*/ 189643 h 590550"/>
                <a:gd name="connsiteX335" fmla="*/ 444627 w 762000"/>
                <a:gd name="connsiteY335" fmla="*/ 187547 h 590550"/>
                <a:gd name="connsiteX336" fmla="*/ 444341 w 762000"/>
                <a:gd name="connsiteY336" fmla="*/ 187166 h 590550"/>
                <a:gd name="connsiteX337" fmla="*/ 443960 w 762000"/>
                <a:gd name="connsiteY337" fmla="*/ 186690 h 590550"/>
                <a:gd name="connsiteX338" fmla="*/ 443198 w 762000"/>
                <a:gd name="connsiteY338" fmla="*/ 186119 h 590550"/>
                <a:gd name="connsiteX339" fmla="*/ 442817 w 762000"/>
                <a:gd name="connsiteY339" fmla="*/ 186023 h 590550"/>
                <a:gd name="connsiteX340" fmla="*/ 442436 w 762000"/>
                <a:gd name="connsiteY340" fmla="*/ 185833 h 590550"/>
                <a:gd name="connsiteX341" fmla="*/ 441388 w 762000"/>
                <a:gd name="connsiteY341" fmla="*/ 185738 h 590550"/>
                <a:gd name="connsiteX342" fmla="*/ 439960 w 762000"/>
                <a:gd name="connsiteY342" fmla="*/ 186023 h 590550"/>
                <a:gd name="connsiteX343" fmla="*/ 439388 w 762000"/>
                <a:gd name="connsiteY343" fmla="*/ 186214 h 590550"/>
                <a:gd name="connsiteX344" fmla="*/ 438721 w 762000"/>
                <a:gd name="connsiteY344" fmla="*/ 186690 h 590550"/>
                <a:gd name="connsiteX345" fmla="*/ 438055 w 762000"/>
                <a:gd name="connsiteY345" fmla="*/ 187452 h 590550"/>
                <a:gd name="connsiteX346" fmla="*/ 437007 w 762000"/>
                <a:gd name="connsiteY346" fmla="*/ 189167 h 590550"/>
                <a:gd name="connsiteX347" fmla="*/ 436150 w 762000"/>
                <a:gd name="connsiteY347" fmla="*/ 191167 h 590550"/>
                <a:gd name="connsiteX348" fmla="*/ 435673 w 762000"/>
                <a:gd name="connsiteY348" fmla="*/ 192500 h 590550"/>
                <a:gd name="connsiteX349" fmla="*/ 434721 w 762000"/>
                <a:gd name="connsiteY349" fmla="*/ 193453 h 590550"/>
                <a:gd name="connsiteX350" fmla="*/ 432245 w 762000"/>
                <a:gd name="connsiteY350" fmla="*/ 193834 h 590550"/>
                <a:gd name="connsiteX351" fmla="*/ 431197 w 762000"/>
                <a:gd name="connsiteY351" fmla="*/ 192500 h 590550"/>
                <a:gd name="connsiteX352" fmla="*/ 430911 w 762000"/>
                <a:gd name="connsiteY352" fmla="*/ 191738 h 590550"/>
                <a:gd name="connsiteX353" fmla="*/ 430530 w 762000"/>
                <a:gd name="connsiteY353" fmla="*/ 190214 h 590550"/>
                <a:gd name="connsiteX354" fmla="*/ 430244 w 762000"/>
                <a:gd name="connsiteY354" fmla="*/ 188119 h 590550"/>
                <a:gd name="connsiteX355" fmla="*/ 430244 w 762000"/>
                <a:gd name="connsiteY355" fmla="*/ 187452 h 590550"/>
                <a:gd name="connsiteX356" fmla="*/ 430625 w 762000"/>
                <a:gd name="connsiteY356" fmla="*/ 182785 h 590550"/>
                <a:gd name="connsiteX357" fmla="*/ 430530 w 762000"/>
                <a:gd name="connsiteY357" fmla="*/ 179927 h 590550"/>
                <a:gd name="connsiteX358" fmla="*/ 430244 w 762000"/>
                <a:gd name="connsiteY358" fmla="*/ 177641 h 590550"/>
                <a:gd name="connsiteX359" fmla="*/ 430054 w 762000"/>
                <a:gd name="connsiteY359" fmla="*/ 177260 h 590550"/>
                <a:gd name="connsiteX360" fmla="*/ 427577 w 762000"/>
                <a:gd name="connsiteY360" fmla="*/ 172784 h 590550"/>
                <a:gd name="connsiteX361" fmla="*/ 426815 w 762000"/>
                <a:gd name="connsiteY361" fmla="*/ 171164 h 590550"/>
                <a:gd name="connsiteX362" fmla="*/ 426148 w 762000"/>
                <a:gd name="connsiteY362" fmla="*/ 169164 h 590550"/>
                <a:gd name="connsiteX363" fmla="*/ 425958 w 762000"/>
                <a:gd name="connsiteY363" fmla="*/ 167926 h 590550"/>
                <a:gd name="connsiteX364" fmla="*/ 425863 w 762000"/>
                <a:gd name="connsiteY364" fmla="*/ 166973 h 590550"/>
                <a:gd name="connsiteX365" fmla="*/ 426244 w 762000"/>
                <a:gd name="connsiteY365" fmla="*/ 165544 h 590550"/>
                <a:gd name="connsiteX366" fmla="*/ 427006 w 762000"/>
                <a:gd name="connsiteY366" fmla="*/ 163735 h 590550"/>
                <a:gd name="connsiteX367" fmla="*/ 427482 w 762000"/>
                <a:gd name="connsiteY367" fmla="*/ 162782 h 590550"/>
                <a:gd name="connsiteX368" fmla="*/ 427958 w 762000"/>
                <a:gd name="connsiteY368" fmla="*/ 162116 h 590550"/>
                <a:gd name="connsiteX369" fmla="*/ 428720 w 762000"/>
                <a:gd name="connsiteY369" fmla="*/ 161354 h 590550"/>
                <a:gd name="connsiteX370" fmla="*/ 429578 w 762000"/>
                <a:gd name="connsiteY370" fmla="*/ 160687 h 590550"/>
                <a:gd name="connsiteX371" fmla="*/ 432625 w 762000"/>
                <a:gd name="connsiteY371" fmla="*/ 159353 h 590550"/>
                <a:gd name="connsiteX372" fmla="*/ 432911 w 762000"/>
                <a:gd name="connsiteY372" fmla="*/ 159163 h 590550"/>
                <a:gd name="connsiteX373" fmla="*/ 433197 w 762000"/>
                <a:gd name="connsiteY373" fmla="*/ 158591 h 590550"/>
                <a:gd name="connsiteX374" fmla="*/ 433768 w 762000"/>
                <a:gd name="connsiteY374" fmla="*/ 156496 h 590550"/>
                <a:gd name="connsiteX375" fmla="*/ 433768 w 762000"/>
                <a:gd name="connsiteY375" fmla="*/ 155543 h 590550"/>
                <a:gd name="connsiteX376" fmla="*/ 433768 w 762000"/>
                <a:gd name="connsiteY376" fmla="*/ 154781 h 590550"/>
                <a:gd name="connsiteX377" fmla="*/ 433006 w 762000"/>
                <a:gd name="connsiteY377" fmla="*/ 152019 h 590550"/>
                <a:gd name="connsiteX378" fmla="*/ 432625 w 762000"/>
                <a:gd name="connsiteY378" fmla="*/ 151067 h 590550"/>
                <a:gd name="connsiteX379" fmla="*/ 431292 w 762000"/>
                <a:gd name="connsiteY379" fmla="*/ 148590 h 590550"/>
                <a:gd name="connsiteX380" fmla="*/ 430435 w 762000"/>
                <a:gd name="connsiteY380" fmla="*/ 146590 h 590550"/>
                <a:gd name="connsiteX381" fmla="*/ 426720 w 762000"/>
                <a:gd name="connsiteY381" fmla="*/ 141161 h 590550"/>
                <a:gd name="connsiteX382" fmla="*/ 426053 w 762000"/>
                <a:gd name="connsiteY382" fmla="*/ 139256 h 590550"/>
                <a:gd name="connsiteX383" fmla="*/ 425005 w 762000"/>
                <a:gd name="connsiteY383" fmla="*/ 134493 h 590550"/>
                <a:gd name="connsiteX384" fmla="*/ 424624 w 762000"/>
                <a:gd name="connsiteY384" fmla="*/ 133445 h 590550"/>
                <a:gd name="connsiteX385" fmla="*/ 424339 w 762000"/>
                <a:gd name="connsiteY385" fmla="*/ 132874 h 590550"/>
                <a:gd name="connsiteX386" fmla="*/ 423863 w 762000"/>
                <a:gd name="connsiteY386" fmla="*/ 132302 h 590550"/>
                <a:gd name="connsiteX387" fmla="*/ 423291 w 762000"/>
                <a:gd name="connsiteY387" fmla="*/ 132017 h 590550"/>
                <a:gd name="connsiteX388" fmla="*/ 422720 w 762000"/>
                <a:gd name="connsiteY388" fmla="*/ 131921 h 590550"/>
                <a:gd name="connsiteX389" fmla="*/ 420148 w 762000"/>
                <a:gd name="connsiteY389" fmla="*/ 131064 h 590550"/>
                <a:gd name="connsiteX390" fmla="*/ 418719 w 762000"/>
                <a:gd name="connsiteY390" fmla="*/ 130778 h 590550"/>
                <a:gd name="connsiteX391" fmla="*/ 417290 w 762000"/>
                <a:gd name="connsiteY391" fmla="*/ 130588 h 590550"/>
                <a:gd name="connsiteX392" fmla="*/ 416147 w 762000"/>
                <a:gd name="connsiteY392" fmla="*/ 130778 h 590550"/>
                <a:gd name="connsiteX393" fmla="*/ 415576 w 762000"/>
                <a:gd name="connsiteY393" fmla="*/ 130969 h 590550"/>
                <a:gd name="connsiteX394" fmla="*/ 415099 w 762000"/>
                <a:gd name="connsiteY394" fmla="*/ 131159 h 590550"/>
                <a:gd name="connsiteX395" fmla="*/ 414528 w 762000"/>
                <a:gd name="connsiteY395" fmla="*/ 131254 h 590550"/>
                <a:gd name="connsiteX396" fmla="*/ 411861 w 762000"/>
                <a:gd name="connsiteY396" fmla="*/ 131064 h 590550"/>
                <a:gd name="connsiteX397" fmla="*/ 411289 w 762000"/>
                <a:gd name="connsiteY397" fmla="*/ 130969 h 590550"/>
                <a:gd name="connsiteX398" fmla="*/ 410718 w 762000"/>
                <a:gd name="connsiteY398" fmla="*/ 130588 h 590550"/>
                <a:gd name="connsiteX399" fmla="*/ 409575 w 762000"/>
                <a:gd name="connsiteY399" fmla="*/ 129159 h 590550"/>
                <a:gd name="connsiteX400" fmla="*/ 408622 w 762000"/>
                <a:gd name="connsiteY400" fmla="*/ 128302 h 590550"/>
                <a:gd name="connsiteX401" fmla="*/ 407956 w 762000"/>
                <a:gd name="connsiteY401" fmla="*/ 127825 h 590550"/>
                <a:gd name="connsiteX402" fmla="*/ 404431 w 762000"/>
                <a:gd name="connsiteY402" fmla="*/ 126302 h 590550"/>
                <a:gd name="connsiteX403" fmla="*/ 401764 w 762000"/>
                <a:gd name="connsiteY403" fmla="*/ 125444 h 590550"/>
                <a:gd name="connsiteX404" fmla="*/ 401193 w 762000"/>
                <a:gd name="connsiteY404" fmla="*/ 125158 h 590550"/>
                <a:gd name="connsiteX405" fmla="*/ 400812 w 762000"/>
                <a:gd name="connsiteY405" fmla="*/ 124777 h 590550"/>
                <a:gd name="connsiteX406" fmla="*/ 398526 w 762000"/>
                <a:gd name="connsiteY406" fmla="*/ 122015 h 590550"/>
                <a:gd name="connsiteX407" fmla="*/ 397955 w 762000"/>
                <a:gd name="connsiteY407" fmla="*/ 121539 h 590550"/>
                <a:gd name="connsiteX408" fmla="*/ 397383 w 762000"/>
                <a:gd name="connsiteY408" fmla="*/ 121158 h 590550"/>
                <a:gd name="connsiteX409" fmla="*/ 393001 w 762000"/>
                <a:gd name="connsiteY409" fmla="*/ 119634 h 590550"/>
                <a:gd name="connsiteX410" fmla="*/ 392430 w 762000"/>
                <a:gd name="connsiteY410" fmla="*/ 119539 h 590550"/>
                <a:gd name="connsiteX411" fmla="*/ 386048 w 762000"/>
                <a:gd name="connsiteY411" fmla="*/ 120777 h 590550"/>
                <a:gd name="connsiteX412" fmla="*/ 383857 w 762000"/>
                <a:gd name="connsiteY412" fmla="*/ 121444 h 590550"/>
                <a:gd name="connsiteX413" fmla="*/ 383286 w 762000"/>
                <a:gd name="connsiteY413" fmla="*/ 121634 h 590550"/>
                <a:gd name="connsiteX414" fmla="*/ 381381 w 762000"/>
                <a:gd name="connsiteY414" fmla="*/ 121634 h 590550"/>
                <a:gd name="connsiteX415" fmla="*/ 380238 w 762000"/>
                <a:gd name="connsiteY415" fmla="*/ 121920 h 590550"/>
                <a:gd name="connsiteX416" fmla="*/ 379286 w 762000"/>
                <a:gd name="connsiteY416" fmla="*/ 122396 h 590550"/>
                <a:gd name="connsiteX417" fmla="*/ 378333 w 762000"/>
                <a:gd name="connsiteY417" fmla="*/ 123063 h 590550"/>
                <a:gd name="connsiteX418" fmla="*/ 375475 w 762000"/>
                <a:gd name="connsiteY418" fmla="*/ 125730 h 590550"/>
                <a:gd name="connsiteX419" fmla="*/ 374618 w 762000"/>
                <a:gd name="connsiteY419" fmla="*/ 126302 h 590550"/>
                <a:gd name="connsiteX420" fmla="*/ 373571 w 762000"/>
                <a:gd name="connsiteY420" fmla="*/ 126683 h 590550"/>
                <a:gd name="connsiteX421" fmla="*/ 372904 w 762000"/>
                <a:gd name="connsiteY421" fmla="*/ 126778 h 590550"/>
                <a:gd name="connsiteX422" fmla="*/ 372332 w 762000"/>
                <a:gd name="connsiteY422" fmla="*/ 126683 h 590550"/>
                <a:gd name="connsiteX423" fmla="*/ 371665 w 762000"/>
                <a:gd name="connsiteY423" fmla="*/ 126397 h 590550"/>
                <a:gd name="connsiteX424" fmla="*/ 371380 w 762000"/>
                <a:gd name="connsiteY424" fmla="*/ 126302 h 590550"/>
                <a:gd name="connsiteX425" fmla="*/ 371094 w 762000"/>
                <a:gd name="connsiteY425" fmla="*/ 126397 h 590550"/>
                <a:gd name="connsiteX426" fmla="*/ 370808 w 762000"/>
                <a:gd name="connsiteY426" fmla="*/ 126587 h 590550"/>
                <a:gd name="connsiteX427" fmla="*/ 370237 w 762000"/>
                <a:gd name="connsiteY427" fmla="*/ 127540 h 590550"/>
                <a:gd name="connsiteX428" fmla="*/ 369856 w 762000"/>
                <a:gd name="connsiteY428" fmla="*/ 127921 h 590550"/>
                <a:gd name="connsiteX429" fmla="*/ 368332 w 762000"/>
                <a:gd name="connsiteY429" fmla="*/ 128683 h 590550"/>
                <a:gd name="connsiteX430" fmla="*/ 367093 w 762000"/>
                <a:gd name="connsiteY430" fmla="*/ 129826 h 590550"/>
                <a:gd name="connsiteX431" fmla="*/ 366141 w 762000"/>
                <a:gd name="connsiteY431" fmla="*/ 130207 h 590550"/>
                <a:gd name="connsiteX432" fmla="*/ 364903 w 762000"/>
                <a:gd name="connsiteY432" fmla="*/ 130397 h 590550"/>
                <a:gd name="connsiteX433" fmla="*/ 362807 w 762000"/>
                <a:gd name="connsiteY433" fmla="*/ 130207 h 590550"/>
                <a:gd name="connsiteX434" fmla="*/ 362140 w 762000"/>
                <a:gd name="connsiteY434" fmla="*/ 130207 h 590550"/>
                <a:gd name="connsiteX435" fmla="*/ 361569 w 762000"/>
                <a:gd name="connsiteY435" fmla="*/ 130302 h 590550"/>
                <a:gd name="connsiteX436" fmla="*/ 361093 w 762000"/>
                <a:gd name="connsiteY436" fmla="*/ 130588 h 590550"/>
                <a:gd name="connsiteX437" fmla="*/ 359759 w 762000"/>
                <a:gd name="connsiteY437" fmla="*/ 131445 h 590550"/>
                <a:gd name="connsiteX438" fmla="*/ 345091 w 762000"/>
                <a:gd name="connsiteY438" fmla="*/ 125254 h 590550"/>
                <a:gd name="connsiteX439" fmla="*/ 342138 w 762000"/>
                <a:gd name="connsiteY439" fmla="*/ 124682 h 590550"/>
                <a:gd name="connsiteX440" fmla="*/ 340519 w 762000"/>
                <a:gd name="connsiteY440" fmla="*/ 124111 h 590550"/>
                <a:gd name="connsiteX441" fmla="*/ 334994 w 762000"/>
                <a:gd name="connsiteY441" fmla="*/ 120872 h 590550"/>
                <a:gd name="connsiteX442" fmla="*/ 332613 w 762000"/>
                <a:gd name="connsiteY442" fmla="*/ 118872 h 590550"/>
                <a:gd name="connsiteX443" fmla="*/ 332327 w 762000"/>
                <a:gd name="connsiteY443" fmla="*/ 118396 h 590550"/>
                <a:gd name="connsiteX444" fmla="*/ 331470 w 762000"/>
                <a:gd name="connsiteY444" fmla="*/ 116967 h 590550"/>
                <a:gd name="connsiteX445" fmla="*/ 331184 w 762000"/>
                <a:gd name="connsiteY445" fmla="*/ 116586 h 590550"/>
                <a:gd name="connsiteX446" fmla="*/ 327374 w 762000"/>
                <a:gd name="connsiteY446" fmla="*/ 113252 h 590550"/>
                <a:gd name="connsiteX447" fmla="*/ 326517 w 762000"/>
                <a:gd name="connsiteY447" fmla="*/ 112204 h 590550"/>
                <a:gd name="connsiteX448" fmla="*/ 326136 w 762000"/>
                <a:gd name="connsiteY448" fmla="*/ 111538 h 590550"/>
                <a:gd name="connsiteX449" fmla="*/ 325564 w 762000"/>
                <a:gd name="connsiteY449" fmla="*/ 110014 h 590550"/>
                <a:gd name="connsiteX450" fmla="*/ 324326 w 762000"/>
                <a:gd name="connsiteY450" fmla="*/ 107918 h 590550"/>
                <a:gd name="connsiteX451" fmla="*/ 324136 w 762000"/>
                <a:gd name="connsiteY451" fmla="*/ 107347 h 590550"/>
                <a:gd name="connsiteX452" fmla="*/ 324136 w 762000"/>
                <a:gd name="connsiteY452" fmla="*/ 106775 h 590550"/>
                <a:gd name="connsiteX453" fmla="*/ 324136 w 762000"/>
                <a:gd name="connsiteY453" fmla="*/ 106108 h 590550"/>
                <a:gd name="connsiteX454" fmla="*/ 324231 w 762000"/>
                <a:gd name="connsiteY454" fmla="*/ 105346 h 590550"/>
                <a:gd name="connsiteX455" fmla="*/ 324517 w 762000"/>
                <a:gd name="connsiteY455" fmla="*/ 104680 h 590550"/>
                <a:gd name="connsiteX456" fmla="*/ 324707 w 762000"/>
                <a:gd name="connsiteY456" fmla="*/ 103156 h 590550"/>
                <a:gd name="connsiteX457" fmla="*/ 324803 w 762000"/>
                <a:gd name="connsiteY457" fmla="*/ 100489 h 590550"/>
                <a:gd name="connsiteX458" fmla="*/ 324707 w 762000"/>
                <a:gd name="connsiteY458" fmla="*/ 99250 h 590550"/>
                <a:gd name="connsiteX459" fmla="*/ 324612 w 762000"/>
                <a:gd name="connsiteY459" fmla="*/ 98679 h 590550"/>
                <a:gd name="connsiteX460" fmla="*/ 324231 w 762000"/>
                <a:gd name="connsiteY460" fmla="*/ 96965 h 590550"/>
                <a:gd name="connsiteX461" fmla="*/ 324136 w 762000"/>
                <a:gd name="connsiteY461" fmla="*/ 96393 h 590550"/>
                <a:gd name="connsiteX462" fmla="*/ 324231 w 762000"/>
                <a:gd name="connsiteY462" fmla="*/ 94298 h 590550"/>
                <a:gd name="connsiteX463" fmla="*/ 324231 w 762000"/>
                <a:gd name="connsiteY463" fmla="*/ 93726 h 590550"/>
                <a:gd name="connsiteX464" fmla="*/ 323850 w 762000"/>
                <a:gd name="connsiteY464" fmla="*/ 91631 h 590550"/>
                <a:gd name="connsiteX465" fmla="*/ 323755 w 762000"/>
                <a:gd name="connsiteY465" fmla="*/ 90583 h 590550"/>
                <a:gd name="connsiteX466" fmla="*/ 323564 w 762000"/>
                <a:gd name="connsiteY466" fmla="*/ 89535 h 590550"/>
                <a:gd name="connsiteX467" fmla="*/ 323659 w 762000"/>
                <a:gd name="connsiteY467" fmla="*/ 89440 h 590550"/>
                <a:gd name="connsiteX468" fmla="*/ 322707 w 762000"/>
                <a:gd name="connsiteY468" fmla="*/ 89440 h 590550"/>
                <a:gd name="connsiteX469" fmla="*/ 321183 w 762000"/>
                <a:gd name="connsiteY469" fmla="*/ 90106 h 590550"/>
                <a:gd name="connsiteX470" fmla="*/ 320421 w 762000"/>
                <a:gd name="connsiteY470" fmla="*/ 90297 h 590550"/>
                <a:gd name="connsiteX471" fmla="*/ 317278 w 762000"/>
                <a:gd name="connsiteY471" fmla="*/ 89916 h 590550"/>
                <a:gd name="connsiteX472" fmla="*/ 316039 w 762000"/>
                <a:gd name="connsiteY472" fmla="*/ 90297 h 590550"/>
                <a:gd name="connsiteX473" fmla="*/ 311182 w 762000"/>
                <a:gd name="connsiteY473" fmla="*/ 93536 h 590550"/>
                <a:gd name="connsiteX474" fmla="*/ 309372 w 762000"/>
                <a:gd name="connsiteY474" fmla="*/ 94107 h 590550"/>
                <a:gd name="connsiteX475" fmla="*/ 307562 w 762000"/>
                <a:gd name="connsiteY475" fmla="*/ 93821 h 590550"/>
                <a:gd name="connsiteX476" fmla="*/ 305657 w 762000"/>
                <a:gd name="connsiteY476" fmla="*/ 92964 h 590550"/>
                <a:gd name="connsiteX477" fmla="*/ 303847 w 762000"/>
                <a:gd name="connsiteY477" fmla="*/ 92583 h 590550"/>
                <a:gd name="connsiteX478" fmla="*/ 302323 w 762000"/>
                <a:gd name="connsiteY478" fmla="*/ 93440 h 590550"/>
                <a:gd name="connsiteX479" fmla="*/ 301562 w 762000"/>
                <a:gd name="connsiteY479" fmla="*/ 95250 h 590550"/>
                <a:gd name="connsiteX480" fmla="*/ 300609 w 762000"/>
                <a:gd name="connsiteY480" fmla="*/ 99346 h 590550"/>
                <a:gd name="connsiteX481" fmla="*/ 299561 w 762000"/>
                <a:gd name="connsiteY481" fmla="*/ 101156 h 590550"/>
                <a:gd name="connsiteX482" fmla="*/ 297751 w 762000"/>
                <a:gd name="connsiteY482" fmla="*/ 102394 h 590550"/>
                <a:gd name="connsiteX483" fmla="*/ 296228 w 762000"/>
                <a:gd name="connsiteY483" fmla="*/ 102108 h 590550"/>
                <a:gd name="connsiteX484" fmla="*/ 293465 w 762000"/>
                <a:gd name="connsiteY484" fmla="*/ 100394 h 590550"/>
                <a:gd name="connsiteX485" fmla="*/ 292322 w 762000"/>
                <a:gd name="connsiteY485" fmla="*/ 100203 h 590550"/>
                <a:gd name="connsiteX486" fmla="*/ 291941 w 762000"/>
                <a:gd name="connsiteY486" fmla="*/ 100679 h 590550"/>
                <a:gd name="connsiteX487" fmla="*/ 291846 w 762000"/>
                <a:gd name="connsiteY487" fmla="*/ 101441 h 590550"/>
                <a:gd name="connsiteX488" fmla="*/ 291370 w 762000"/>
                <a:gd name="connsiteY488" fmla="*/ 101918 h 590550"/>
                <a:gd name="connsiteX489" fmla="*/ 290608 w 762000"/>
                <a:gd name="connsiteY489" fmla="*/ 102108 h 590550"/>
                <a:gd name="connsiteX490" fmla="*/ 290227 w 762000"/>
                <a:gd name="connsiteY490" fmla="*/ 102013 h 590550"/>
                <a:gd name="connsiteX491" fmla="*/ 289846 w 762000"/>
                <a:gd name="connsiteY491" fmla="*/ 101632 h 590550"/>
                <a:gd name="connsiteX492" fmla="*/ 289084 w 762000"/>
                <a:gd name="connsiteY492" fmla="*/ 101156 h 590550"/>
                <a:gd name="connsiteX493" fmla="*/ 287655 w 762000"/>
                <a:gd name="connsiteY493" fmla="*/ 100679 h 590550"/>
                <a:gd name="connsiteX494" fmla="*/ 286417 w 762000"/>
                <a:gd name="connsiteY494" fmla="*/ 100584 h 590550"/>
                <a:gd name="connsiteX495" fmla="*/ 276034 w 762000"/>
                <a:gd name="connsiteY495" fmla="*/ 102679 h 590550"/>
                <a:gd name="connsiteX496" fmla="*/ 274891 w 762000"/>
                <a:gd name="connsiteY496" fmla="*/ 103346 h 590550"/>
                <a:gd name="connsiteX497" fmla="*/ 274415 w 762000"/>
                <a:gd name="connsiteY497" fmla="*/ 103727 h 590550"/>
                <a:gd name="connsiteX498" fmla="*/ 274320 w 762000"/>
                <a:gd name="connsiteY498" fmla="*/ 103346 h 590550"/>
                <a:gd name="connsiteX499" fmla="*/ 274320 w 762000"/>
                <a:gd name="connsiteY499" fmla="*/ 101537 h 590550"/>
                <a:gd name="connsiteX500" fmla="*/ 274130 w 762000"/>
                <a:gd name="connsiteY500" fmla="*/ 100298 h 590550"/>
                <a:gd name="connsiteX501" fmla="*/ 273653 w 762000"/>
                <a:gd name="connsiteY501" fmla="*/ 99536 h 590550"/>
                <a:gd name="connsiteX502" fmla="*/ 272415 w 762000"/>
                <a:gd name="connsiteY502" fmla="*/ 98393 h 590550"/>
                <a:gd name="connsiteX503" fmla="*/ 271558 w 762000"/>
                <a:gd name="connsiteY503" fmla="*/ 97060 h 590550"/>
                <a:gd name="connsiteX504" fmla="*/ 271272 w 762000"/>
                <a:gd name="connsiteY504" fmla="*/ 96298 h 590550"/>
                <a:gd name="connsiteX505" fmla="*/ 271081 w 762000"/>
                <a:gd name="connsiteY505" fmla="*/ 94107 h 590550"/>
                <a:gd name="connsiteX506" fmla="*/ 271177 w 762000"/>
                <a:gd name="connsiteY506" fmla="*/ 92869 h 590550"/>
                <a:gd name="connsiteX507" fmla="*/ 271272 w 762000"/>
                <a:gd name="connsiteY507" fmla="*/ 92107 h 590550"/>
                <a:gd name="connsiteX508" fmla="*/ 271081 w 762000"/>
                <a:gd name="connsiteY508" fmla="*/ 91631 h 590550"/>
                <a:gd name="connsiteX509" fmla="*/ 269938 w 762000"/>
                <a:gd name="connsiteY509" fmla="*/ 90964 h 590550"/>
                <a:gd name="connsiteX510" fmla="*/ 266129 w 762000"/>
                <a:gd name="connsiteY510" fmla="*/ 91535 h 590550"/>
                <a:gd name="connsiteX511" fmla="*/ 263842 w 762000"/>
                <a:gd name="connsiteY511" fmla="*/ 91440 h 590550"/>
                <a:gd name="connsiteX512" fmla="*/ 262795 w 762000"/>
                <a:gd name="connsiteY512" fmla="*/ 89916 h 590550"/>
                <a:gd name="connsiteX513" fmla="*/ 262604 w 762000"/>
                <a:gd name="connsiteY513" fmla="*/ 88678 h 590550"/>
                <a:gd name="connsiteX514" fmla="*/ 261938 w 762000"/>
                <a:gd name="connsiteY514" fmla="*/ 87630 h 590550"/>
                <a:gd name="connsiteX515" fmla="*/ 260985 w 762000"/>
                <a:gd name="connsiteY515" fmla="*/ 87058 h 590550"/>
                <a:gd name="connsiteX516" fmla="*/ 260128 w 762000"/>
                <a:gd name="connsiteY516" fmla="*/ 87154 h 590550"/>
                <a:gd name="connsiteX517" fmla="*/ 259556 w 762000"/>
                <a:gd name="connsiteY517" fmla="*/ 87725 h 590550"/>
                <a:gd name="connsiteX518" fmla="*/ 259366 w 762000"/>
                <a:gd name="connsiteY518" fmla="*/ 88678 h 590550"/>
                <a:gd name="connsiteX519" fmla="*/ 258985 w 762000"/>
                <a:gd name="connsiteY519" fmla="*/ 90964 h 590550"/>
                <a:gd name="connsiteX520" fmla="*/ 258794 w 762000"/>
                <a:gd name="connsiteY520" fmla="*/ 91345 h 590550"/>
                <a:gd name="connsiteX521" fmla="*/ 258413 w 762000"/>
                <a:gd name="connsiteY521" fmla="*/ 91631 h 590550"/>
                <a:gd name="connsiteX522" fmla="*/ 258032 w 762000"/>
                <a:gd name="connsiteY522" fmla="*/ 92107 h 590550"/>
                <a:gd name="connsiteX523" fmla="*/ 257937 w 762000"/>
                <a:gd name="connsiteY523" fmla="*/ 93059 h 590550"/>
                <a:gd name="connsiteX524" fmla="*/ 258032 w 762000"/>
                <a:gd name="connsiteY524" fmla="*/ 93631 h 590550"/>
                <a:gd name="connsiteX525" fmla="*/ 258223 w 762000"/>
                <a:gd name="connsiteY525" fmla="*/ 94012 h 590550"/>
                <a:gd name="connsiteX526" fmla="*/ 258413 w 762000"/>
                <a:gd name="connsiteY526" fmla="*/ 94202 h 590550"/>
                <a:gd name="connsiteX527" fmla="*/ 258508 w 762000"/>
                <a:gd name="connsiteY527" fmla="*/ 94488 h 590550"/>
                <a:gd name="connsiteX528" fmla="*/ 258223 w 762000"/>
                <a:gd name="connsiteY528" fmla="*/ 95821 h 590550"/>
                <a:gd name="connsiteX529" fmla="*/ 257556 w 762000"/>
                <a:gd name="connsiteY529" fmla="*/ 96679 h 590550"/>
                <a:gd name="connsiteX530" fmla="*/ 256699 w 762000"/>
                <a:gd name="connsiteY530" fmla="*/ 97155 h 590550"/>
                <a:gd name="connsiteX531" fmla="*/ 255746 w 762000"/>
                <a:gd name="connsiteY531" fmla="*/ 97250 h 590550"/>
                <a:gd name="connsiteX532" fmla="*/ 253841 w 762000"/>
                <a:gd name="connsiteY532" fmla="*/ 97060 h 590550"/>
                <a:gd name="connsiteX533" fmla="*/ 251555 w 762000"/>
                <a:gd name="connsiteY533" fmla="*/ 96393 h 590550"/>
                <a:gd name="connsiteX534" fmla="*/ 250603 w 762000"/>
                <a:gd name="connsiteY534" fmla="*/ 96488 h 590550"/>
                <a:gd name="connsiteX535" fmla="*/ 250222 w 762000"/>
                <a:gd name="connsiteY535" fmla="*/ 96393 h 590550"/>
                <a:gd name="connsiteX536" fmla="*/ 249841 w 762000"/>
                <a:gd name="connsiteY536" fmla="*/ 95250 h 590550"/>
                <a:gd name="connsiteX537" fmla="*/ 249555 w 762000"/>
                <a:gd name="connsiteY537" fmla="*/ 94488 h 590550"/>
                <a:gd name="connsiteX538" fmla="*/ 249174 w 762000"/>
                <a:gd name="connsiteY538" fmla="*/ 94107 h 590550"/>
                <a:gd name="connsiteX539" fmla="*/ 248221 w 762000"/>
                <a:gd name="connsiteY539" fmla="*/ 94393 h 590550"/>
                <a:gd name="connsiteX540" fmla="*/ 246602 w 762000"/>
                <a:gd name="connsiteY540" fmla="*/ 96012 h 590550"/>
                <a:gd name="connsiteX541" fmla="*/ 245554 w 762000"/>
                <a:gd name="connsiteY541" fmla="*/ 96393 h 590550"/>
                <a:gd name="connsiteX542" fmla="*/ 241745 w 762000"/>
                <a:gd name="connsiteY542" fmla="*/ 96393 h 590550"/>
                <a:gd name="connsiteX543" fmla="*/ 238315 w 762000"/>
                <a:gd name="connsiteY543" fmla="*/ 96869 h 590550"/>
                <a:gd name="connsiteX544" fmla="*/ 236696 w 762000"/>
                <a:gd name="connsiteY544" fmla="*/ 96774 h 590550"/>
                <a:gd name="connsiteX545" fmla="*/ 234982 w 762000"/>
                <a:gd name="connsiteY545" fmla="*/ 95631 h 590550"/>
                <a:gd name="connsiteX546" fmla="*/ 234124 w 762000"/>
                <a:gd name="connsiteY546" fmla="*/ 96583 h 590550"/>
                <a:gd name="connsiteX547" fmla="*/ 234029 w 762000"/>
                <a:gd name="connsiteY547" fmla="*/ 97631 h 590550"/>
                <a:gd name="connsiteX548" fmla="*/ 234029 w 762000"/>
                <a:gd name="connsiteY548" fmla="*/ 98774 h 590550"/>
                <a:gd name="connsiteX549" fmla="*/ 233553 w 762000"/>
                <a:gd name="connsiteY549" fmla="*/ 100013 h 590550"/>
                <a:gd name="connsiteX550" fmla="*/ 232791 w 762000"/>
                <a:gd name="connsiteY550" fmla="*/ 100489 h 590550"/>
                <a:gd name="connsiteX551" fmla="*/ 231743 w 762000"/>
                <a:gd name="connsiteY551" fmla="*/ 100489 h 590550"/>
                <a:gd name="connsiteX552" fmla="*/ 229743 w 762000"/>
                <a:gd name="connsiteY552" fmla="*/ 100394 h 590550"/>
                <a:gd name="connsiteX553" fmla="*/ 228029 w 762000"/>
                <a:gd name="connsiteY553" fmla="*/ 99536 h 590550"/>
                <a:gd name="connsiteX554" fmla="*/ 226028 w 762000"/>
                <a:gd name="connsiteY554" fmla="*/ 95821 h 590550"/>
                <a:gd name="connsiteX555" fmla="*/ 224218 w 762000"/>
                <a:gd name="connsiteY555" fmla="*/ 94964 h 590550"/>
                <a:gd name="connsiteX556" fmla="*/ 222599 w 762000"/>
                <a:gd name="connsiteY556" fmla="*/ 95345 h 590550"/>
                <a:gd name="connsiteX557" fmla="*/ 220980 w 762000"/>
                <a:gd name="connsiteY557" fmla="*/ 96012 h 590550"/>
                <a:gd name="connsiteX558" fmla="*/ 219456 w 762000"/>
                <a:gd name="connsiteY558" fmla="*/ 96298 h 590550"/>
                <a:gd name="connsiteX559" fmla="*/ 217932 w 762000"/>
                <a:gd name="connsiteY559" fmla="*/ 95631 h 590550"/>
                <a:gd name="connsiteX560" fmla="*/ 217170 w 762000"/>
                <a:gd name="connsiteY560" fmla="*/ 94774 h 590550"/>
                <a:gd name="connsiteX561" fmla="*/ 216789 w 762000"/>
                <a:gd name="connsiteY561" fmla="*/ 93917 h 590550"/>
                <a:gd name="connsiteX562" fmla="*/ 216503 w 762000"/>
                <a:gd name="connsiteY562" fmla="*/ 92869 h 590550"/>
                <a:gd name="connsiteX563" fmla="*/ 216313 w 762000"/>
                <a:gd name="connsiteY563" fmla="*/ 91821 h 590550"/>
                <a:gd name="connsiteX564" fmla="*/ 216027 w 762000"/>
                <a:gd name="connsiteY564" fmla="*/ 91440 h 590550"/>
                <a:gd name="connsiteX565" fmla="*/ 215837 w 762000"/>
                <a:gd name="connsiteY565" fmla="*/ 90964 h 590550"/>
                <a:gd name="connsiteX566" fmla="*/ 215741 w 762000"/>
                <a:gd name="connsiteY566" fmla="*/ 90297 h 590550"/>
                <a:gd name="connsiteX567" fmla="*/ 215932 w 762000"/>
                <a:gd name="connsiteY567" fmla="*/ 89630 h 590550"/>
                <a:gd name="connsiteX568" fmla="*/ 216694 w 762000"/>
                <a:gd name="connsiteY568" fmla="*/ 88392 h 590550"/>
                <a:gd name="connsiteX569" fmla="*/ 216884 w 762000"/>
                <a:gd name="connsiteY569" fmla="*/ 87916 h 590550"/>
                <a:gd name="connsiteX570" fmla="*/ 216027 w 762000"/>
                <a:gd name="connsiteY570" fmla="*/ 86011 h 590550"/>
                <a:gd name="connsiteX571" fmla="*/ 214408 w 762000"/>
                <a:gd name="connsiteY571" fmla="*/ 85439 h 590550"/>
                <a:gd name="connsiteX572" fmla="*/ 210503 w 762000"/>
                <a:gd name="connsiteY572" fmla="*/ 85630 h 590550"/>
                <a:gd name="connsiteX573" fmla="*/ 209836 w 762000"/>
                <a:gd name="connsiteY573" fmla="*/ 85058 h 590550"/>
                <a:gd name="connsiteX574" fmla="*/ 209074 w 762000"/>
                <a:gd name="connsiteY574" fmla="*/ 83820 h 590550"/>
                <a:gd name="connsiteX575" fmla="*/ 208788 w 762000"/>
                <a:gd name="connsiteY575" fmla="*/ 82391 h 590550"/>
                <a:gd name="connsiteX576" fmla="*/ 208883 w 762000"/>
                <a:gd name="connsiteY576" fmla="*/ 81248 h 590550"/>
                <a:gd name="connsiteX577" fmla="*/ 208788 w 762000"/>
                <a:gd name="connsiteY577" fmla="*/ 80581 h 590550"/>
                <a:gd name="connsiteX578" fmla="*/ 206502 w 762000"/>
                <a:gd name="connsiteY578" fmla="*/ 79248 h 590550"/>
                <a:gd name="connsiteX579" fmla="*/ 205930 w 762000"/>
                <a:gd name="connsiteY579" fmla="*/ 78200 h 590550"/>
                <a:gd name="connsiteX580" fmla="*/ 205740 w 762000"/>
                <a:gd name="connsiteY580" fmla="*/ 75438 h 590550"/>
                <a:gd name="connsiteX581" fmla="*/ 204978 w 762000"/>
                <a:gd name="connsiteY581" fmla="*/ 75152 h 590550"/>
                <a:gd name="connsiteX582" fmla="*/ 203835 w 762000"/>
                <a:gd name="connsiteY582" fmla="*/ 76105 h 590550"/>
                <a:gd name="connsiteX583" fmla="*/ 202025 w 762000"/>
                <a:gd name="connsiteY583" fmla="*/ 76962 h 590550"/>
                <a:gd name="connsiteX584" fmla="*/ 199739 w 762000"/>
                <a:gd name="connsiteY584" fmla="*/ 76867 h 590550"/>
                <a:gd name="connsiteX585" fmla="*/ 199072 w 762000"/>
                <a:gd name="connsiteY585" fmla="*/ 75819 h 590550"/>
                <a:gd name="connsiteX586" fmla="*/ 199644 w 762000"/>
                <a:gd name="connsiteY586" fmla="*/ 74104 h 590550"/>
                <a:gd name="connsiteX587" fmla="*/ 200978 w 762000"/>
                <a:gd name="connsiteY587" fmla="*/ 72295 h 590550"/>
                <a:gd name="connsiteX588" fmla="*/ 200311 w 762000"/>
                <a:gd name="connsiteY588" fmla="*/ 71819 h 590550"/>
                <a:gd name="connsiteX589" fmla="*/ 199549 w 762000"/>
                <a:gd name="connsiteY589" fmla="*/ 71628 h 590550"/>
                <a:gd name="connsiteX590" fmla="*/ 197929 w 762000"/>
                <a:gd name="connsiteY590" fmla="*/ 71533 h 590550"/>
                <a:gd name="connsiteX591" fmla="*/ 197739 w 762000"/>
                <a:gd name="connsiteY591" fmla="*/ 71152 h 590550"/>
                <a:gd name="connsiteX592" fmla="*/ 197358 w 762000"/>
                <a:gd name="connsiteY592" fmla="*/ 69152 h 590550"/>
                <a:gd name="connsiteX593" fmla="*/ 197167 w 762000"/>
                <a:gd name="connsiteY593" fmla="*/ 68390 h 590550"/>
                <a:gd name="connsiteX594" fmla="*/ 196024 w 762000"/>
                <a:gd name="connsiteY594" fmla="*/ 66961 h 590550"/>
                <a:gd name="connsiteX595" fmla="*/ 194881 w 762000"/>
                <a:gd name="connsiteY595" fmla="*/ 66008 h 590550"/>
                <a:gd name="connsiteX596" fmla="*/ 192214 w 762000"/>
                <a:gd name="connsiteY596" fmla="*/ 64389 h 590550"/>
                <a:gd name="connsiteX597" fmla="*/ 192976 w 762000"/>
                <a:gd name="connsiteY597" fmla="*/ 64294 h 590550"/>
                <a:gd name="connsiteX598" fmla="*/ 193262 w 762000"/>
                <a:gd name="connsiteY598" fmla="*/ 64008 h 590550"/>
                <a:gd name="connsiteX599" fmla="*/ 193453 w 762000"/>
                <a:gd name="connsiteY599" fmla="*/ 63532 h 590550"/>
                <a:gd name="connsiteX600" fmla="*/ 193834 w 762000"/>
                <a:gd name="connsiteY600" fmla="*/ 62960 h 590550"/>
                <a:gd name="connsiteX601" fmla="*/ 192786 w 762000"/>
                <a:gd name="connsiteY601" fmla="*/ 62579 h 590550"/>
                <a:gd name="connsiteX602" fmla="*/ 189547 w 762000"/>
                <a:gd name="connsiteY602" fmla="*/ 60865 h 590550"/>
                <a:gd name="connsiteX603" fmla="*/ 188881 w 762000"/>
                <a:gd name="connsiteY603" fmla="*/ 60198 h 590550"/>
                <a:gd name="connsiteX604" fmla="*/ 189262 w 762000"/>
                <a:gd name="connsiteY604" fmla="*/ 58674 h 590550"/>
                <a:gd name="connsiteX605" fmla="*/ 190119 w 762000"/>
                <a:gd name="connsiteY605" fmla="*/ 58102 h 590550"/>
                <a:gd name="connsiteX606" fmla="*/ 191071 w 762000"/>
                <a:gd name="connsiteY606" fmla="*/ 57721 h 590550"/>
                <a:gd name="connsiteX607" fmla="*/ 191929 w 762000"/>
                <a:gd name="connsiteY607" fmla="*/ 57055 h 590550"/>
                <a:gd name="connsiteX608" fmla="*/ 192596 w 762000"/>
                <a:gd name="connsiteY608" fmla="*/ 55626 h 590550"/>
                <a:gd name="connsiteX609" fmla="*/ 192214 w 762000"/>
                <a:gd name="connsiteY609" fmla="*/ 54864 h 590550"/>
                <a:gd name="connsiteX610" fmla="*/ 191548 w 762000"/>
                <a:gd name="connsiteY610" fmla="*/ 54197 h 590550"/>
                <a:gd name="connsiteX611" fmla="*/ 191167 w 762000"/>
                <a:gd name="connsiteY611" fmla="*/ 53150 h 590550"/>
                <a:gd name="connsiteX612" fmla="*/ 191357 w 762000"/>
                <a:gd name="connsiteY612" fmla="*/ 51911 h 590550"/>
                <a:gd name="connsiteX613" fmla="*/ 192500 w 762000"/>
                <a:gd name="connsiteY613" fmla="*/ 50102 h 590550"/>
                <a:gd name="connsiteX614" fmla="*/ 192786 w 762000"/>
                <a:gd name="connsiteY614" fmla="*/ 48387 h 590550"/>
                <a:gd name="connsiteX615" fmla="*/ 191929 w 762000"/>
                <a:gd name="connsiteY615" fmla="*/ 46482 h 590550"/>
                <a:gd name="connsiteX616" fmla="*/ 187642 w 762000"/>
                <a:gd name="connsiteY616" fmla="*/ 43529 h 590550"/>
                <a:gd name="connsiteX617" fmla="*/ 186214 w 762000"/>
                <a:gd name="connsiteY617" fmla="*/ 41815 h 590550"/>
                <a:gd name="connsiteX618" fmla="*/ 185833 w 762000"/>
                <a:gd name="connsiteY618" fmla="*/ 40672 h 590550"/>
                <a:gd name="connsiteX619" fmla="*/ 185642 w 762000"/>
                <a:gd name="connsiteY619" fmla="*/ 39243 h 590550"/>
                <a:gd name="connsiteX620" fmla="*/ 185738 w 762000"/>
                <a:gd name="connsiteY620" fmla="*/ 37719 h 590550"/>
                <a:gd name="connsiteX621" fmla="*/ 186214 w 762000"/>
                <a:gd name="connsiteY621" fmla="*/ 36195 h 590550"/>
                <a:gd name="connsiteX622" fmla="*/ 186880 w 762000"/>
                <a:gd name="connsiteY622" fmla="*/ 35623 h 590550"/>
                <a:gd name="connsiteX623" fmla="*/ 187928 w 762000"/>
                <a:gd name="connsiteY623" fmla="*/ 34957 h 590550"/>
                <a:gd name="connsiteX624" fmla="*/ 188309 w 762000"/>
                <a:gd name="connsiteY624" fmla="*/ 34100 h 590550"/>
                <a:gd name="connsiteX625" fmla="*/ 187262 w 762000"/>
                <a:gd name="connsiteY625" fmla="*/ 33147 h 590550"/>
                <a:gd name="connsiteX626" fmla="*/ 187928 w 762000"/>
                <a:gd name="connsiteY626" fmla="*/ 31814 h 590550"/>
                <a:gd name="connsiteX627" fmla="*/ 188786 w 762000"/>
                <a:gd name="connsiteY627" fmla="*/ 31814 h 590550"/>
                <a:gd name="connsiteX628" fmla="*/ 189643 w 762000"/>
                <a:gd name="connsiteY628" fmla="*/ 32099 h 590550"/>
                <a:gd name="connsiteX629" fmla="*/ 190595 w 762000"/>
                <a:gd name="connsiteY629" fmla="*/ 31623 h 590550"/>
                <a:gd name="connsiteX630" fmla="*/ 190881 w 762000"/>
                <a:gd name="connsiteY630" fmla="*/ 30861 h 590550"/>
                <a:gd name="connsiteX631" fmla="*/ 190976 w 762000"/>
                <a:gd name="connsiteY631" fmla="*/ 29813 h 590550"/>
                <a:gd name="connsiteX632" fmla="*/ 190595 w 762000"/>
                <a:gd name="connsiteY632" fmla="*/ 28861 h 590550"/>
                <a:gd name="connsiteX633" fmla="*/ 189738 w 762000"/>
                <a:gd name="connsiteY633" fmla="*/ 28385 h 590550"/>
                <a:gd name="connsiteX634" fmla="*/ 188690 w 762000"/>
                <a:gd name="connsiteY634" fmla="*/ 27337 h 590550"/>
                <a:gd name="connsiteX635" fmla="*/ 187928 w 762000"/>
                <a:gd name="connsiteY635" fmla="*/ 24860 h 590550"/>
                <a:gd name="connsiteX636" fmla="*/ 187547 w 762000"/>
                <a:gd name="connsiteY636" fmla="*/ 22479 h 590550"/>
                <a:gd name="connsiteX637" fmla="*/ 187547 w 762000"/>
                <a:gd name="connsiteY637" fmla="*/ 21336 h 590550"/>
                <a:gd name="connsiteX638" fmla="*/ 187928 w 762000"/>
                <a:gd name="connsiteY638" fmla="*/ 20860 h 590550"/>
                <a:gd name="connsiteX639" fmla="*/ 187738 w 762000"/>
                <a:gd name="connsiteY639" fmla="*/ 19621 h 590550"/>
                <a:gd name="connsiteX640" fmla="*/ 187357 w 762000"/>
                <a:gd name="connsiteY640" fmla="*/ 18479 h 590550"/>
                <a:gd name="connsiteX641" fmla="*/ 186785 w 762000"/>
                <a:gd name="connsiteY641" fmla="*/ 17240 h 590550"/>
                <a:gd name="connsiteX642" fmla="*/ 186690 w 762000"/>
                <a:gd name="connsiteY642" fmla="*/ 16669 h 590550"/>
                <a:gd name="connsiteX643" fmla="*/ 186690 w 762000"/>
                <a:gd name="connsiteY643" fmla="*/ 15431 h 590550"/>
                <a:gd name="connsiteX644" fmla="*/ 186595 w 762000"/>
                <a:gd name="connsiteY644" fmla="*/ 15050 h 590550"/>
                <a:gd name="connsiteX645" fmla="*/ 186309 w 762000"/>
                <a:gd name="connsiteY645" fmla="*/ 15050 h 590550"/>
                <a:gd name="connsiteX646" fmla="*/ 185928 w 762000"/>
                <a:gd name="connsiteY646" fmla="*/ 15240 h 590550"/>
                <a:gd name="connsiteX647" fmla="*/ 185738 w 762000"/>
                <a:gd name="connsiteY647" fmla="*/ 15050 h 590550"/>
                <a:gd name="connsiteX648" fmla="*/ 185071 w 762000"/>
                <a:gd name="connsiteY648" fmla="*/ 13525 h 590550"/>
                <a:gd name="connsiteX649" fmla="*/ 184499 w 762000"/>
                <a:gd name="connsiteY649" fmla="*/ 11621 h 590550"/>
                <a:gd name="connsiteX650" fmla="*/ 184404 w 762000"/>
                <a:gd name="connsiteY650" fmla="*/ 9620 h 590550"/>
                <a:gd name="connsiteX651" fmla="*/ 185071 w 762000"/>
                <a:gd name="connsiteY651" fmla="*/ 8001 h 590550"/>
                <a:gd name="connsiteX652" fmla="*/ 184404 w 762000"/>
                <a:gd name="connsiteY652" fmla="*/ 6191 h 590550"/>
                <a:gd name="connsiteX653" fmla="*/ 184404 w 762000"/>
                <a:gd name="connsiteY653" fmla="*/ 4477 h 590550"/>
                <a:gd name="connsiteX654" fmla="*/ 184595 w 762000"/>
                <a:gd name="connsiteY654" fmla="*/ 2953 h 590550"/>
                <a:gd name="connsiteX655" fmla="*/ 184595 w 762000"/>
                <a:gd name="connsiteY655" fmla="*/ 1619 h 590550"/>
                <a:gd name="connsiteX656" fmla="*/ 184404 w 762000"/>
                <a:gd name="connsiteY656" fmla="*/ 762 h 590550"/>
                <a:gd name="connsiteX657" fmla="*/ 184404 w 762000"/>
                <a:gd name="connsiteY657" fmla="*/ 286 h 590550"/>
                <a:gd name="connsiteX658" fmla="*/ 184213 w 762000"/>
                <a:gd name="connsiteY658" fmla="*/ 95 h 590550"/>
                <a:gd name="connsiteX659" fmla="*/ 183451 w 762000"/>
                <a:gd name="connsiteY659" fmla="*/ 0 h 590550"/>
                <a:gd name="connsiteX660" fmla="*/ 182975 w 762000"/>
                <a:gd name="connsiteY660" fmla="*/ 95 h 590550"/>
                <a:gd name="connsiteX661" fmla="*/ 182499 w 762000"/>
                <a:gd name="connsiteY661" fmla="*/ 381 h 590550"/>
                <a:gd name="connsiteX662" fmla="*/ 182023 w 762000"/>
                <a:gd name="connsiteY662" fmla="*/ 857 h 590550"/>
                <a:gd name="connsiteX663" fmla="*/ 181832 w 762000"/>
                <a:gd name="connsiteY663" fmla="*/ 1238 h 590550"/>
                <a:gd name="connsiteX664" fmla="*/ 181356 w 762000"/>
                <a:gd name="connsiteY664" fmla="*/ 2381 h 590550"/>
                <a:gd name="connsiteX665" fmla="*/ 180404 w 762000"/>
                <a:gd name="connsiteY665" fmla="*/ 3048 h 590550"/>
                <a:gd name="connsiteX666" fmla="*/ 179451 w 762000"/>
                <a:gd name="connsiteY666" fmla="*/ 2762 h 590550"/>
                <a:gd name="connsiteX667" fmla="*/ 179165 w 762000"/>
                <a:gd name="connsiteY667" fmla="*/ 1715 h 590550"/>
                <a:gd name="connsiteX668" fmla="*/ 178594 w 762000"/>
                <a:gd name="connsiteY668" fmla="*/ 1143 h 590550"/>
                <a:gd name="connsiteX669" fmla="*/ 177832 w 762000"/>
                <a:gd name="connsiteY669" fmla="*/ 571 h 590550"/>
                <a:gd name="connsiteX670" fmla="*/ 177165 w 762000"/>
                <a:gd name="connsiteY670" fmla="*/ 286 h 590550"/>
                <a:gd name="connsiteX671" fmla="*/ 169926 w 762000"/>
                <a:gd name="connsiteY671" fmla="*/ 3524 h 590550"/>
                <a:gd name="connsiteX672" fmla="*/ 168783 w 762000"/>
                <a:gd name="connsiteY672" fmla="*/ 3810 h 590550"/>
                <a:gd name="connsiteX673" fmla="*/ 136398 w 762000"/>
                <a:gd name="connsiteY673" fmla="*/ 6668 h 590550"/>
                <a:gd name="connsiteX674" fmla="*/ 133826 w 762000"/>
                <a:gd name="connsiteY674" fmla="*/ 5906 h 590550"/>
                <a:gd name="connsiteX675" fmla="*/ 128588 w 762000"/>
                <a:gd name="connsiteY675" fmla="*/ 3239 h 590550"/>
                <a:gd name="connsiteX676" fmla="*/ 127825 w 762000"/>
                <a:gd name="connsiteY676" fmla="*/ 3143 h 590550"/>
                <a:gd name="connsiteX677" fmla="*/ 126587 w 762000"/>
                <a:gd name="connsiteY677" fmla="*/ 3143 h 590550"/>
                <a:gd name="connsiteX678" fmla="*/ 126016 w 762000"/>
                <a:gd name="connsiteY678" fmla="*/ 3334 h 590550"/>
                <a:gd name="connsiteX679" fmla="*/ 124968 w 762000"/>
                <a:gd name="connsiteY679" fmla="*/ 3715 h 590550"/>
                <a:gd name="connsiteX680" fmla="*/ 124015 w 762000"/>
                <a:gd name="connsiteY680" fmla="*/ 4381 h 590550"/>
                <a:gd name="connsiteX681" fmla="*/ 123158 w 762000"/>
                <a:gd name="connsiteY681" fmla="*/ 5144 h 590550"/>
                <a:gd name="connsiteX682" fmla="*/ 122111 w 762000"/>
                <a:gd name="connsiteY682" fmla="*/ 6382 h 590550"/>
                <a:gd name="connsiteX683" fmla="*/ 121444 w 762000"/>
                <a:gd name="connsiteY683" fmla="*/ 7429 h 590550"/>
                <a:gd name="connsiteX684" fmla="*/ 120777 w 762000"/>
                <a:gd name="connsiteY684" fmla="*/ 8477 h 590550"/>
                <a:gd name="connsiteX685" fmla="*/ 119729 w 762000"/>
                <a:gd name="connsiteY685" fmla="*/ 9716 h 590550"/>
                <a:gd name="connsiteX686" fmla="*/ 119253 w 762000"/>
                <a:gd name="connsiteY686" fmla="*/ 10382 h 590550"/>
                <a:gd name="connsiteX687" fmla="*/ 118872 w 762000"/>
                <a:gd name="connsiteY687" fmla="*/ 11335 h 590550"/>
                <a:gd name="connsiteX688" fmla="*/ 118396 w 762000"/>
                <a:gd name="connsiteY688" fmla="*/ 12859 h 590550"/>
                <a:gd name="connsiteX689" fmla="*/ 116681 w 762000"/>
                <a:gd name="connsiteY689" fmla="*/ 15907 h 590550"/>
                <a:gd name="connsiteX690" fmla="*/ 116300 w 762000"/>
                <a:gd name="connsiteY690" fmla="*/ 16669 h 590550"/>
                <a:gd name="connsiteX691" fmla="*/ 116205 w 762000"/>
                <a:gd name="connsiteY691" fmla="*/ 18002 h 590550"/>
                <a:gd name="connsiteX692" fmla="*/ 115919 w 762000"/>
                <a:gd name="connsiteY692" fmla="*/ 19050 h 590550"/>
                <a:gd name="connsiteX693" fmla="*/ 115538 w 762000"/>
                <a:gd name="connsiteY693" fmla="*/ 19907 h 590550"/>
                <a:gd name="connsiteX694" fmla="*/ 114776 w 762000"/>
                <a:gd name="connsiteY694" fmla="*/ 20669 h 590550"/>
                <a:gd name="connsiteX695" fmla="*/ 114109 w 762000"/>
                <a:gd name="connsiteY695" fmla="*/ 21050 h 590550"/>
                <a:gd name="connsiteX696" fmla="*/ 113443 w 762000"/>
                <a:gd name="connsiteY696" fmla="*/ 21241 h 590550"/>
                <a:gd name="connsiteX697" fmla="*/ 93631 w 762000"/>
                <a:gd name="connsiteY697" fmla="*/ 22955 h 590550"/>
                <a:gd name="connsiteX698" fmla="*/ 92964 w 762000"/>
                <a:gd name="connsiteY698" fmla="*/ 22860 h 590550"/>
                <a:gd name="connsiteX699" fmla="*/ 92488 w 762000"/>
                <a:gd name="connsiteY699" fmla="*/ 22669 h 590550"/>
                <a:gd name="connsiteX700" fmla="*/ 92012 w 762000"/>
                <a:gd name="connsiteY700" fmla="*/ 22955 h 590550"/>
                <a:gd name="connsiteX701" fmla="*/ 91821 w 762000"/>
                <a:gd name="connsiteY701" fmla="*/ 23431 h 590550"/>
                <a:gd name="connsiteX702" fmla="*/ 91154 w 762000"/>
                <a:gd name="connsiteY702" fmla="*/ 37148 h 590550"/>
                <a:gd name="connsiteX703" fmla="*/ 91345 w 762000"/>
                <a:gd name="connsiteY703" fmla="*/ 39815 h 590550"/>
                <a:gd name="connsiteX704" fmla="*/ 91916 w 762000"/>
                <a:gd name="connsiteY704" fmla="*/ 43720 h 590550"/>
                <a:gd name="connsiteX705" fmla="*/ 91821 w 762000"/>
                <a:gd name="connsiteY705" fmla="*/ 44482 h 590550"/>
                <a:gd name="connsiteX706" fmla="*/ 91630 w 762000"/>
                <a:gd name="connsiteY706" fmla="*/ 45339 h 590550"/>
                <a:gd name="connsiteX707" fmla="*/ 91059 w 762000"/>
                <a:gd name="connsiteY707" fmla="*/ 46387 h 590550"/>
                <a:gd name="connsiteX708" fmla="*/ 89916 w 762000"/>
                <a:gd name="connsiteY708" fmla="*/ 48006 h 590550"/>
                <a:gd name="connsiteX709" fmla="*/ 89630 w 762000"/>
                <a:gd name="connsiteY709" fmla="*/ 48673 h 590550"/>
                <a:gd name="connsiteX710" fmla="*/ 89440 w 762000"/>
                <a:gd name="connsiteY710" fmla="*/ 49625 h 590550"/>
                <a:gd name="connsiteX711" fmla="*/ 89249 w 762000"/>
                <a:gd name="connsiteY711" fmla="*/ 51340 h 590550"/>
                <a:gd name="connsiteX712" fmla="*/ 89345 w 762000"/>
                <a:gd name="connsiteY712" fmla="*/ 52388 h 590550"/>
                <a:gd name="connsiteX713" fmla="*/ 89725 w 762000"/>
                <a:gd name="connsiteY713" fmla="*/ 56483 h 590550"/>
                <a:gd name="connsiteX714" fmla="*/ 89821 w 762000"/>
                <a:gd name="connsiteY714" fmla="*/ 57912 h 590550"/>
                <a:gd name="connsiteX715" fmla="*/ 89725 w 762000"/>
                <a:gd name="connsiteY715" fmla="*/ 58769 h 590550"/>
                <a:gd name="connsiteX716" fmla="*/ 89440 w 762000"/>
                <a:gd name="connsiteY716" fmla="*/ 59531 h 590550"/>
                <a:gd name="connsiteX717" fmla="*/ 88963 w 762000"/>
                <a:gd name="connsiteY717" fmla="*/ 60579 h 590550"/>
                <a:gd name="connsiteX718" fmla="*/ 88106 w 762000"/>
                <a:gd name="connsiteY718" fmla="*/ 61913 h 590550"/>
                <a:gd name="connsiteX719" fmla="*/ 85344 w 762000"/>
                <a:gd name="connsiteY719" fmla="*/ 65532 h 590550"/>
                <a:gd name="connsiteX720" fmla="*/ 84582 w 762000"/>
                <a:gd name="connsiteY720" fmla="*/ 66294 h 590550"/>
                <a:gd name="connsiteX721" fmla="*/ 84106 w 762000"/>
                <a:gd name="connsiteY721" fmla="*/ 66675 h 590550"/>
                <a:gd name="connsiteX722" fmla="*/ 83629 w 762000"/>
                <a:gd name="connsiteY722" fmla="*/ 66866 h 590550"/>
                <a:gd name="connsiteX723" fmla="*/ 83058 w 762000"/>
                <a:gd name="connsiteY723" fmla="*/ 66770 h 590550"/>
                <a:gd name="connsiteX724" fmla="*/ 79724 w 762000"/>
                <a:gd name="connsiteY724" fmla="*/ 65151 h 590550"/>
                <a:gd name="connsiteX725" fmla="*/ 76867 w 762000"/>
                <a:gd name="connsiteY725" fmla="*/ 62675 h 590550"/>
                <a:gd name="connsiteX726" fmla="*/ 73819 w 762000"/>
                <a:gd name="connsiteY726" fmla="*/ 59246 h 590550"/>
                <a:gd name="connsiteX727" fmla="*/ 68961 w 762000"/>
                <a:gd name="connsiteY727" fmla="*/ 55626 h 590550"/>
                <a:gd name="connsiteX728" fmla="*/ 68580 w 762000"/>
                <a:gd name="connsiteY728" fmla="*/ 55150 h 590550"/>
                <a:gd name="connsiteX729" fmla="*/ 68008 w 762000"/>
                <a:gd name="connsiteY729" fmla="*/ 54197 h 590550"/>
                <a:gd name="connsiteX730" fmla="*/ 67723 w 762000"/>
                <a:gd name="connsiteY730" fmla="*/ 53721 h 590550"/>
                <a:gd name="connsiteX731" fmla="*/ 66770 w 762000"/>
                <a:gd name="connsiteY731" fmla="*/ 50864 h 590550"/>
                <a:gd name="connsiteX732" fmla="*/ 65627 w 762000"/>
                <a:gd name="connsiteY732" fmla="*/ 46101 h 590550"/>
                <a:gd name="connsiteX733" fmla="*/ 65246 w 762000"/>
                <a:gd name="connsiteY733" fmla="*/ 44958 h 590550"/>
                <a:gd name="connsiteX734" fmla="*/ 64103 w 762000"/>
                <a:gd name="connsiteY734" fmla="*/ 42958 h 590550"/>
                <a:gd name="connsiteX735" fmla="*/ 63532 w 762000"/>
                <a:gd name="connsiteY735" fmla="*/ 42100 h 590550"/>
                <a:gd name="connsiteX736" fmla="*/ 62008 w 762000"/>
                <a:gd name="connsiteY736" fmla="*/ 40386 h 590550"/>
                <a:gd name="connsiteX737" fmla="*/ 61627 w 762000"/>
                <a:gd name="connsiteY737" fmla="*/ 40100 h 590550"/>
                <a:gd name="connsiteX738" fmla="*/ 61055 w 762000"/>
                <a:gd name="connsiteY738" fmla="*/ 39815 h 590550"/>
                <a:gd name="connsiteX739" fmla="*/ 60484 w 762000"/>
                <a:gd name="connsiteY739" fmla="*/ 39624 h 590550"/>
                <a:gd name="connsiteX740" fmla="*/ 59817 w 762000"/>
                <a:gd name="connsiteY740" fmla="*/ 39529 h 590550"/>
                <a:gd name="connsiteX741" fmla="*/ 59246 w 762000"/>
                <a:gd name="connsiteY741" fmla="*/ 40100 h 590550"/>
                <a:gd name="connsiteX742" fmla="*/ 58674 w 762000"/>
                <a:gd name="connsiteY742" fmla="*/ 41053 h 590550"/>
                <a:gd name="connsiteX743" fmla="*/ 58103 w 762000"/>
                <a:gd name="connsiteY743" fmla="*/ 43244 h 590550"/>
                <a:gd name="connsiteX744" fmla="*/ 57436 w 762000"/>
                <a:gd name="connsiteY744" fmla="*/ 45148 h 590550"/>
                <a:gd name="connsiteX745" fmla="*/ 51435 w 762000"/>
                <a:gd name="connsiteY745" fmla="*/ 52673 h 590550"/>
                <a:gd name="connsiteX746" fmla="*/ 49339 w 762000"/>
                <a:gd name="connsiteY746" fmla="*/ 54483 h 590550"/>
                <a:gd name="connsiteX747" fmla="*/ 48863 w 762000"/>
                <a:gd name="connsiteY747" fmla="*/ 54769 h 590550"/>
                <a:gd name="connsiteX748" fmla="*/ 48292 w 762000"/>
                <a:gd name="connsiteY748" fmla="*/ 54959 h 590550"/>
                <a:gd name="connsiteX749" fmla="*/ 47720 w 762000"/>
                <a:gd name="connsiteY749" fmla="*/ 55054 h 590550"/>
                <a:gd name="connsiteX750" fmla="*/ 47149 w 762000"/>
                <a:gd name="connsiteY750" fmla="*/ 55054 h 590550"/>
                <a:gd name="connsiteX751" fmla="*/ 46672 w 762000"/>
                <a:gd name="connsiteY751" fmla="*/ 54864 h 590550"/>
                <a:gd name="connsiteX752" fmla="*/ 46196 w 762000"/>
                <a:gd name="connsiteY752" fmla="*/ 54483 h 590550"/>
                <a:gd name="connsiteX753" fmla="*/ 45911 w 762000"/>
                <a:gd name="connsiteY753" fmla="*/ 54007 h 590550"/>
                <a:gd name="connsiteX754" fmla="*/ 45148 w 762000"/>
                <a:gd name="connsiteY754" fmla="*/ 52292 h 590550"/>
                <a:gd name="connsiteX755" fmla="*/ 44577 w 762000"/>
                <a:gd name="connsiteY755" fmla="*/ 51435 h 590550"/>
                <a:gd name="connsiteX756" fmla="*/ 44291 w 762000"/>
                <a:gd name="connsiteY756" fmla="*/ 51054 h 590550"/>
                <a:gd name="connsiteX757" fmla="*/ 43434 w 762000"/>
                <a:gd name="connsiteY757" fmla="*/ 50292 h 590550"/>
                <a:gd name="connsiteX758" fmla="*/ 39624 w 762000"/>
                <a:gd name="connsiteY758" fmla="*/ 48482 h 590550"/>
                <a:gd name="connsiteX759" fmla="*/ 32766 w 762000"/>
                <a:gd name="connsiteY759" fmla="*/ 42100 h 590550"/>
                <a:gd name="connsiteX760" fmla="*/ 32385 w 762000"/>
                <a:gd name="connsiteY760" fmla="*/ 41624 h 590550"/>
                <a:gd name="connsiteX761" fmla="*/ 32099 w 762000"/>
                <a:gd name="connsiteY761" fmla="*/ 41148 h 590550"/>
                <a:gd name="connsiteX762" fmla="*/ 31718 w 762000"/>
                <a:gd name="connsiteY762" fmla="*/ 40005 h 590550"/>
                <a:gd name="connsiteX763" fmla="*/ 31242 w 762000"/>
                <a:gd name="connsiteY763" fmla="*/ 38957 h 590550"/>
                <a:gd name="connsiteX764" fmla="*/ 30956 w 762000"/>
                <a:gd name="connsiteY764" fmla="*/ 38481 h 590550"/>
                <a:gd name="connsiteX765" fmla="*/ 30575 w 762000"/>
                <a:gd name="connsiteY765" fmla="*/ 38100 h 590550"/>
                <a:gd name="connsiteX766" fmla="*/ 29718 w 762000"/>
                <a:gd name="connsiteY766" fmla="*/ 37338 h 590550"/>
                <a:gd name="connsiteX767" fmla="*/ 28861 w 762000"/>
                <a:gd name="connsiteY767" fmla="*/ 36576 h 590550"/>
                <a:gd name="connsiteX768" fmla="*/ 28004 w 762000"/>
                <a:gd name="connsiteY768" fmla="*/ 36100 h 590550"/>
                <a:gd name="connsiteX769" fmla="*/ 27622 w 762000"/>
                <a:gd name="connsiteY769" fmla="*/ 36004 h 590550"/>
                <a:gd name="connsiteX770" fmla="*/ 24289 w 762000"/>
                <a:gd name="connsiteY770" fmla="*/ 35338 h 590550"/>
                <a:gd name="connsiteX771" fmla="*/ 23146 w 762000"/>
                <a:gd name="connsiteY771" fmla="*/ 34957 h 590550"/>
                <a:gd name="connsiteX772" fmla="*/ 20003 w 762000"/>
                <a:gd name="connsiteY772" fmla="*/ 33147 h 590550"/>
                <a:gd name="connsiteX773" fmla="*/ 18859 w 762000"/>
                <a:gd name="connsiteY773" fmla="*/ 32671 h 590550"/>
                <a:gd name="connsiteX774" fmla="*/ 17621 w 762000"/>
                <a:gd name="connsiteY774" fmla="*/ 32385 h 590550"/>
                <a:gd name="connsiteX775" fmla="*/ 11621 w 762000"/>
                <a:gd name="connsiteY775" fmla="*/ 32004 h 590550"/>
                <a:gd name="connsiteX776" fmla="*/ 10954 w 762000"/>
                <a:gd name="connsiteY776" fmla="*/ 32099 h 590550"/>
                <a:gd name="connsiteX777" fmla="*/ 10382 w 762000"/>
                <a:gd name="connsiteY777" fmla="*/ 32290 h 590550"/>
                <a:gd name="connsiteX778" fmla="*/ 9906 w 762000"/>
                <a:gd name="connsiteY778" fmla="*/ 32575 h 590550"/>
                <a:gd name="connsiteX779" fmla="*/ 9620 w 762000"/>
                <a:gd name="connsiteY779" fmla="*/ 33242 h 590550"/>
                <a:gd name="connsiteX780" fmla="*/ 9620 w 762000"/>
                <a:gd name="connsiteY780" fmla="*/ 34100 h 590550"/>
                <a:gd name="connsiteX781" fmla="*/ 10287 w 762000"/>
                <a:gd name="connsiteY781" fmla="*/ 35814 h 590550"/>
                <a:gd name="connsiteX782" fmla="*/ 10763 w 762000"/>
                <a:gd name="connsiteY782" fmla="*/ 36767 h 590550"/>
                <a:gd name="connsiteX783" fmla="*/ 11239 w 762000"/>
                <a:gd name="connsiteY783" fmla="*/ 37433 h 590550"/>
                <a:gd name="connsiteX784" fmla="*/ 12001 w 762000"/>
                <a:gd name="connsiteY784" fmla="*/ 38291 h 590550"/>
                <a:gd name="connsiteX785" fmla="*/ 12668 w 762000"/>
                <a:gd name="connsiteY785" fmla="*/ 39148 h 590550"/>
                <a:gd name="connsiteX786" fmla="*/ 12859 w 762000"/>
                <a:gd name="connsiteY786" fmla="*/ 39815 h 590550"/>
                <a:gd name="connsiteX787" fmla="*/ 13145 w 762000"/>
                <a:gd name="connsiteY787" fmla="*/ 40577 h 590550"/>
                <a:gd name="connsiteX788" fmla="*/ 13240 w 762000"/>
                <a:gd name="connsiteY788" fmla="*/ 41910 h 590550"/>
                <a:gd name="connsiteX789" fmla="*/ 13145 w 762000"/>
                <a:gd name="connsiteY789" fmla="*/ 43625 h 590550"/>
                <a:gd name="connsiteX790" fmla="*/ 13049 w 762000"/>
                <a:gd name="connsiteY790" fmla="*/ 44672 h 590550"/>
                <a:gd name="connsiteX791" fmla="*/ 12859 w 762000"/>
                <a:gd name="connsiteY791" fmla="*/ 45434 h 590550"/>
                <a:gd name="connsiteX792" fmla="*/ 11716 w 762000"/>
                <a:gd name="connsiteY792" fmla="*/ 48292 h 590550"/>
                <a:gd name="connsiteX793" fmla="*/ 7334 w 762000"/>
                <a:gd name="connsiteY793" fmla="*/ 56769 h 590550"/>
                <a:gd name="connsiteX794" fmla="*/ 6096 w 762000"/>
                <a:gd name="connsiteY794" fmla="*/ 58674 h 590550"/>
                <a:gd name="connsiteX795" fmla="*/ 5715 w 762000"/>
                <a:gd name="connsiteY795" fmla="*/ 59055 h 590550"/>
                <a:gd name="connsiteX796" fmla="*/ 5143 w 762000"/>
                <a:gd name="connsiteY796" fmla="*/ 59531 h 590550"/>
                <a:gd name="connsiteX797" fmla="*/ 571 w 762000"/>
                <a:gd name="connsiteY797" fmla="*/ 62484 h 590550"/>
                <a:gd name="connsiteX798" fmla="*/ 190 w 762000"/>
                <a:gd name="connsiteY798" fmla="*/ 62865 h 590550"/>
                <a:gd name="connsiteX799" fmla="*/ 0 w 762000"/>
                <a:gd name="connsiteY799" fmla="*/ 63341 h 590550"/>
                <a:gd name="connsiteX800" fmla="*/ 0 w 762000"/>
                <a:gd name="connsiteY800" fmla="*/ 64008 h 590550"/>
                <a:gd name="connsiteX801" fmla="*/ 190 w 762000"/>
                <a:gd name="connsiteY801" fmla="*/ 64770 h 590550"/>
                <a:gd name="connsiteX802" fmla="*/ 857 w 762000"/>
                <a:gd name="connsiteY802" fmla="*/ 65723 h 590550"/>
                <a:gd name="connsiteX803" fmla="*/ 1333 w 762000"/>
                <a:gd name="connsiteY803" fmla="*/ 66294 h 590550"/>
                <a:gd name="connsiteX804" fmla="*/ 6287 w 762000"/>
                <a:gd name="connsiteY804" fmla="*/ 70104 h 590550"/>
                <a:gd name="connsiteX805" fmla="*/ 7429 w 762000"/>
                <a:gd name="connsiteY805" fmla="*/ 70580 h 590550"/>
                <a:gd name="connsiteX806" fmla="*/ 8763 w 762000"/>
                <a:gd name="connsiteY806" fmla="*/ 70866 h 590550"/>
                <a:gd name="connsiteX807" fmla="*/ 10096 w 762000"/>
                <a:gd name="connsiteY807" fmla="*/ 70961 h 590550"/>
                <a:gd name="connsiteX808" fmla="*/ 10763 w 762000"/>
                <a:gd name="connsiteY808" fmla="*/ 70771 h 590550"/>
                <a:gd name="connsiteX809" fmla="*/ 17145 w 762000"/>
                <a:gd name="connsiteY809" fmla="*/ 68104 h 590550"/>
                <a:gd name="connsiteX810" fmla="*/ 18383 w 762000"/>
                <a:gd name="connsiteY810" fmla="*/ 67913 h 590550"/>
                <a:gd name="connsiteX811" fmla="*/ 19812 w 762000"/>
                <a:gd name="connsiteY811" fmla="*/ 68008 h 590550"/>
                <a:gd name="connsiteX812" fmla="*/ 21146 w 762000"/>
                <a:gd name="connsiteY812" fmla="*/ 68390 h 590550"/>
                <a:gd name="connsiteX813" fmla="*/ 22288 w 762000"/>
                <a:gd name="connsiteY813" fmla="*/ 68866 h 590550"/>
                <a:gd name="connsiteX814" fmla="*/ 22765 w 762000"/>
                <a:gd name="connsiteY814" fmla="*/ 69152 h 590550"/>
                <a:gd name="connsiteX815" fmla="*/ 23146 w 762000"/>
                <a:gd name="connsiteY815" fmla="*/ 69533 h 590550"/>
                <a:gd name="connsiteX816" fmla="*/ 23527 w 762000"/>
                <a:gd name="connsiteY816" fmla="*/ 70009 h 590550"/>
                <a:gd name="connsiteX817" fmla="*/ 23813 w 762000"/>
                <a:gd name="connsiteY817" fmla="*/ 70390 h 590550"/>
                <a:gd name="connsiteX818" fmla="*/ 25146 w 762000"/>
                <a:gd name="connsiteY818" fmla="*/ 72962 h 590550"/>
                <a:gd name="connsiteX819" fmla="*/ 26575 w 762000"/>
                <a:gd name="connsiteY819" fmla="*/ 74581 h 590550"/>
                <a:gd name="connsiteX820" fmla="*/ 26765 w 762000"/>
                <a:gd name="connsiteY820" fmla="*/ 75248 h 590550"/>
                <a:gd name="connsiteX821" fmla="*/ 26861 w 762000"/>
                <a:gd name="connsiteY821" fmla="*/ 76105 h 590550"/>
                <a:gd name="connsiteX822" fmla="*/ 26765 w 762000"/>
                <a:gd name="connsiteY822" fmla="*/ 77343 h 590550"/>
                <a:gd name="connsiteX823" fmla="*/ 26670 w 762000"/>
                <a:gd name="connsiteY823" fmla="*/ 78200 h 590550"/>
                <a:gd name="connsiteX824" fmla="*/ 26384 w 762000"/>
                <a:gd name="connsiteY824" fmla="*/ 78962 h 590550"/>
                <a:gd name="connsiteX825" fmla="*/ 25432 w 762000"/>
                <a:gd name="connsiteY825" fmla="*/ 81153 h 590550"/>
                <a:gd name="connsiteX826" fmla="*/ 25241 w 762000"/>
                <a:gd name="connsiteY826" fmla="*/ 81725 h 590550"/>
                <a:gd name="connsiteX827" fmla="*/ 25146 w 762000"/>
                <a:gd name="connsiteY827" fmla="*/ 82391 h 590550"/>
                <a:gd name="connsiteX828" fmla="*/ 25051 w 762000"/>
                <a:gd name="connsiteY828" fmla="*/ 83153 h 590550"/>
                <a:gd name="connsiteX829" fmla="*/ 25146 w 762000"/>
                <a:gd name="connsiteY829" fmla="*/ 84106 h 590550"/>
                <a:gd name="connsiteX830" fmla="*/ 25337 w 762000"/>
                <a:gd name="connsiteY830" fmla="*/ 85058 h 590550"/>
                <a:gd name="connsiteX831" fmla="*/ 25908 w 762000"/>
                <a:gd name="connsiteY831" fmla="*/ 86773 h 590550"/>
                <a:gd name="connsiteX832" fmla="*/ 26384 w 762000"/>
                <a:gd name="connsiteY832" fmla="*/ 87535 h 590550"/>
                <a:gd name="connsiteX833" fmla="*/ 26861 w 762000"/>
                <a:gd name="connsiteY833" fmla="*/ 88106 h 590550"/>
                <a:gd name="connsiteX834" fmla="*/ 27718 w 762000"/>
                <a:gd name="connsiteY834" fmla="*/ 88773 h 590550"/>
                <a:gd name="connsiteX835" fmla="*/ 27908 w 762000"/>
                <a:gd name="connsiteY835" fmla="*/ 89059 h 590550"/>
                <a:gd name="connsiteX836" fmla="*/ 28194 w 762000"/>
                <a:gd name="connsiteY836" fmla="*/ 89344 h 590550"/>
                <a:gd name="connsiteX837" fmla="*/ 28384 w 762000"/>
                <a:gd name="connsiteY837" fmla="*/ 89725 h 590550"/>
                <a:gd name="connsiteX838" fmla="*/ 28575 w 762000"/>
                <a:gd name="connsiteY838" fmla="*/ 90202 h 590550"/>
                <a:gd name="connsiteX839" fmla="*/ 29051 w 762000"/>
                <a:gd name="connsiteY839" fmla="*/ 91440 h 590550"/>
                <a:gd name="connsiteX840" fmla="*/ 29242 w 762000"/>
                <a:gd name="connsiteY840" fmla="*/ 91821 h 590550"/>
                <a:gd name="connsiteX841" fmla="*/ 29623 w 762000"/>
                <a:gd name="connsiteY841" fmla="*/ 92297 h 590550"/>
                <a:gd name="connsiteX842" fmla="*/ 30099 w 762000"/>
                <a:gd name="connsiteY842" fmla="*/ 92583 h 590550"/>
                <a:gd name="connsiteX843" fmla="*/ 36481 w 762000"/>
                <a:gd name="connsiteY843" fmla="*/ 94393 h 590550"/>
                <a:gd name="connsiteX844" fmla="*/ 37433 w 762000"/>
                <a:gd name="connsiteY844" fmla="*/ 94964 h 590550"/>
                <a:gd name="connsiteX845" fmla="*/ 38195 w 762000"/>
                <a:gd name="connsiteY845" fmla="*/ 95726 h 590550"/>
                <a:gd name="connsiteX846" fmla="*/ 38862 w 762000"/>
                <a:gd name="connsiteY846" fmla="*/ 96583 h 590550"/>
                <a:gd name="connsiteX847" fmla="*/ 41148 w 762000"/>
                <a:gd name="connsiteY847" fmla="*/ 100394 h 590550"/>
                <a:gd name="connsiteX848" fmla="*/ 42863 w 762000"/>
                <a:gd name="connsiteY848" fmla="*/ 104108 h 590550"/>
                <a:gd name="connsiteX849" fmla="*/ 44387 w 762000"/>
                <a:gd name="connsiteY849" fmla="*/ 106299 h 590550"/>
                <a:gd name="connsiteX850" fmla="*/ 44672 w 762000"/>
                <a:gd name="connsiteY850" fmla="*/ 107061 h 590550"/>
                <a:gd name="connsiteX851" fmla="*/ 44767 w 762000"/>
                <a:gd name="connsiteY851" fmla="*/ 108014 h 590550"/>
                <a:gd name="connsiteX852" fmla="*/ 44767 w 762000"/>
                <a:gd name="connsiteY852" fmla="*/ 111157 h 590550"/>
                <a:gd name="connsiteX853" fmla="*/ 45053 w 762000"/>
                <a:gd name="connsiteY853" fmla="*/ 112490 h 590550"/>
                <a:gd name="connsiteX854" fmla="*/ 46196 w 762000"/>
                <a:gd name="connsiteY854" fmla="*/ 114014 h 590550"/>
                <a:gd name="connsiteX855" fmla="*/ 46672 w 762000"/>
                <a:gd name="connsiteY855" fmla="*/ 114967 h 590550"/>
                <a:gd name="connsiteX856" fmla="*/ 46863 w 762000"/>
                <a:gd name="connsiteY856" fmla="*/ 115824 h 590550"/>
                <a:gd name="connsiteX857" fmla="*/ 46958 w 762000"/>
                <a:gd name="connsiteY857" fmla="*/ 116777 h 590550"/>
                <a:gd name="connsiteX858" fmla="*/ 46672 w 762000"/>
                <a:gd name="connsiteY858" fmla="*/ 118681 h 590550"/>
                <a:gd name="connsiteX859" fmla="*/ 46482 w 762000"/>
                <a:gd name="connsiteY859" fmla="*/ 119729 h 590550"/>
                <a:gd name="connsiteX860" fmla="*/ 46196 w 762000"/>
                <a:gd name="connsiteY860" fmla="*/ 120587 h 590550"/>
                <a:gd name="connsiteX861" fmla="*/ 45434 w 762000"/>
                <a:gd name="connsiteY861" fmla="*/ 122111 h 590550"/>
                <a:gd name="connsiteX862" fmla="*/ 44101 w 762000"/>
                <a:gd name="connsiteY862" fmla="*/ 123920 h 590550"/>
                <a:gd name="connsiteX863" fmla="*/ 43339 w 762000"/>
                <a:gd name="connsiteY863" fmla="*/ 124682 h 590550"/>
                <a:gd name="connsiteX864" fmla="*/ 39814 w 762000"/>
                <a:gd name="connsiteY864" fmla="*/ 127349 h 590550"/>
                <a:gd name="connsiteX865" fmla="*/ 37719 w 762000"/>
                <a:gd name="connsiteY865" fmla="*/ 128397 h 590550"/>
                <a:gd name="connsiteX866" fmla="*/ 32099 w 762000"/>
                <a:gd name="connsiteY866" fmla="*/ 130207 h 590550"/>
                <a:gd name="connsiteX867" fmla="*/ 30956 w 762000"/>
                <a:gd name="connsiteY867" fmla="*/ 130969 h 590550"/>
                <a:gd name="connsiteX868" fmla="*/ 30385 w 762000"/>
                <a:gd name="connsiteY868" fmla="*/ 131445 h 590550"/>
                <a:gd name="connsiteX869" fmla="*/ 30004 w 762000"/>
                <a:gd name="connsiteY869" fmla="*/ 131921 h 590550"/>
                <a:gd name="connsiteX870" fmla="*/ 29623 w 762000"/>
                <a:gd name="connsiteY870" fmla="*/ 132398 h 590550"/>
                <a:gd name="connsiteX871" fmla="*/ 29337 w 762000"/>
                <a:gd name="connsiteY871" fmla="*/ 132874 h 590550"/>
                <a:gd name="connsiteX872" fmla="*/ 28861 w 762000"/>
                <a:gd name="connsiteY872" fmla="*/ 134017 h 590550"/>
                <a:gd name="connsiteX873" fmla="*/ 28670 w 762000"/>
                <a:gd name="connsiteY873" fmla="*/ 134684 h 590550"/>
                <a:gd name="connsiteX874" fmla="*/ 28480 w 762000"/>
                <a:gd name="connsiteY874" fmla="*/ 136112 h 590550"/>
                <a:gd name="connsiteX875" fmla="*/ 28480 w 762000"/>
                <a:gd name="connsiteY875" fmla="*/ 137255 h 590550"/>
                <a:gd name="connsiteX876" fmla="*/ 29146 w 762000"/>
                <a:gd name="connsiteY876" fmla="*/ 144113 h 590550"/>
                <a:gd name="connsiteX877" fmla="*/ 31051 w 762000"/>
                <a:gd name="connsiteY877" fmla="*/ 154781 h 590550"/>
                <a:gd name="connsiteX878" fmla="*/ 31051 w 762000"/>
                <a:gd name="connsiteY878" fmla="*/ 157639 h 590550"/>
                <a:gd name="connsiteX879" fmla="*/ 30861 w 762000"/>
                <a:gd name="connsiteY879" fmla="*/ 159163 h 590550"/>
                <a:gd name="connsiteX880" fmla="*/ 30766 w 762000"/>
                <a:gd name="connsiteY880" fmla="*/ 159829 h 590550"/>
                <a:gd name="connsiteX881" fmla="*/ 30575 w 762000"/>
                <a:gd name="connsiteY881" fmla="*/ 160496 h 590550"/>
                <a:gd name="connsiteX882" fmla="*/ 29813 w 762000"/>
                <a:gd name="connsiteY882" fmla="*/ 162877 h 590550"/>
                <a:gd name="connsiteX883" fmla="*/ 29623 w 762000"/>
                <a:gd name="connsiteY883" fmla="*/ 163544 h 590550"/>
                <a:gd name="connsiteX884" fmla="*/ 29813 w 762000"/>
                <a:gd name="connsiteY884" fmla="*/ 164687 h 590550"/>
                <a:gd name="connsiteX885" fmla="*/ 31432 w 762000"/>
                <a:gd name="connsiteY885" fmla="*/ 170498 h 590550"/>
                <a:gd name="connsiteX886" fmla="*/ 31623 w 762000"/>
                <a:gd name="connsiteY886" fmla="*/ 172212 h 590550"/>
                <a:gd name="connsiteX887" fmla="*/ 31623 w 762000"/>
                <a:gd name="connsiteY887" fmla="*/ 173165 h 590550"/>
                <a:gd name="connsiteX888" fmla="*/ 31242 w 762000"/>
                <a:gd name="connsiteY888" fmla="*/ 177641 h 590550"/>
                <a:gd name="connsiteX889" fmla="*/ 31242 w 762000"/>
                <a:gd name="connsiteY889" fmla="*/ 179070 h 590550"/>
                <a:gd name="connsiteX890" fmla="*/ 31337 w 762000"/>
                <a:gd name="connsiteY890" fmla="*/ 180404 h 590550"/>
                <a:gd name="connsiteX891" fmla="*/ 31623 w 762000"/>
                <a:gd name="connsiteY891" fmla="*/ 181642 h 590550"/>
                <a:gd name="connsiteX892" fmla="*/ 33718 w 762000"/>
                <a:gd name="connsiteY892" fmla="*/ 187262 h 590550"/>
                <a:gd name="connsiteX893" fmla="*/ 35052 w 762000"/>
                <a:gd name="connsiteY893" fmla="*/ 190119 h 590550"/>
                <a:gd name="connsiteX894" fmla="*/ 47054 w 762000"/>
                <a:gd name="connsiteY894" fmla="*/ 206216 h 590550"/>
                <a:gd name="connsiteX895" fmla="*/ 48578 w 762000"/>
                <a:gd name="connsiteY895" fmla="*/ 207836 h 590550"/>
                <a:gd name="connsiteX896" fmla="*/ 49911 w 762000"/>
                <a:gd name="connsiteY896" fmla="*/ 209550 h 590550"/>
                <a:gd name="connsiteX897" fmla="*/ 50197 w 762000"/>
                <a:gd name="connsiteY897" fmla="*/ 210312 h 590550"/>
                <a:gd name="connsiteX898" fmla="*/ 50482 w 762000"/>
                <a:gd name="connsiteY898" fmla="*/ 211455 h 590550"/>
                <a:gd name="connsiteX899" fmla="*/ 50482 w 762000"/>
                <a:gd name="connsiteY899" fmla="*/ 214884 h 590550"/>
                <a:gd name="connsiteX900" fmla="*/ 50197 w 762000"/>
                <a:gd name="connsiteY900" fmla="*/ 218599 h 590550"/>
                <a:gd name="connsiteX901" fmla="*/ 48292 w 762000"/>
                <a:gd name="connsiteY901" fmla="*/ 231839 h 590550"/>
                <a:gd name="connsiteX902" fmla="*/ 50197 w 762000"/>
                <a:gd name="connsiteY902" fmla="*/ 234791 h 590550"/>
                <a:gd name="connsiteX903" fmla="*/ 51911 w 762000"/>
                <a:gd name="connsiteY903" fmla="*/ 235744 h 590550"/>
                <a:gd name="connsiteX904" fmla="*/ 53721 w 762000"/>
                <a:gd name="connsiteY904" fmla="*/ 235744 h 590550"/>
                <a:gd name="connsiteX905" fmla="*/ 58103 w 762000"/>
                <a:gd name="connsiteY905" fmla="*/ 234696 h 590550"/>
                <a:gd name="connsiteX906" fmla="*/ 75533 w 762000"/>
                <a:gd name="connsiteY906" fmla="*/ 226790 h 590550"/>
                <a:gd name="connsiteX907" fmla="*/ 75914 w 762000"/>
                <a:gd name="connsiteY907" fmla="*/ 226409 h 590550"/>
                <a:gd name="connsiteX908" fmla="*/ 76295 w 762000"/>
                <a:gd name="connsiteY908" fmla="*/ 225933 h 590550"/>
                <a:gd name="connsiteX909" fmla="*/ 76867 w 762000"/>
                <a:gd name="connsiteY909" fmla="*/ 224981 h 590550"/>
                <a:gd name="connsiteX910" fmla="*/ 77914 w 762000"/>
                <a:gd name="connsiteY910" fmla="*/ 223838 h 590550"/>
                <a:gd name="connsiteX911" fmla="*/ 78962 w 762000"/>
                <a:gd name="connsiteY911" fmla="*/ 223075 h 590550"/>
                <a:gd name="connsiteX912" fmla="*/ 85154 w 762000"/>
                <a:gd name="connsiteY912" fmla="*/ 221837 h 590550"/>
                <a:gd name="connsiteX913" fmla="*/ 86011 w 762000"/>
                <a:gd name="connsiteY913" fmla="*/ 221552 h 590550"/>
                <a:gd name="connsiteX914" fmla="*/ 87916 w 762000"/>
                <a:gd name="connsiteY914" fmla="*/ 220313 h 590550"/>
                <a:gd name="connsiteX915" fmla="*/ 93631 w 762000"/>
                <a:gd name="connsiteY915" fmla="*/ 215265 h 590550"/>
                <a:gd name="connsiteX916" fmla="*/ 104299 w 762000"/>
                <a:gd name="connsiteY916" fmla="*/ 209455 h 590550"/>
                <a:gd name="connsiteX917" fmla="*/ 108585 w 762000"/>
                <a:gd name="connsiteY917" fmla="*/ 205264 h 590550"/>
                <a:gd name="connsiteX918" fmla="*/ 110109 w 762000"/>
                <a:gd name="connsiteY918" fmla="*/ 203359 h 590550"/>
                <a:gd name="connsiteX919" fmla="*/ 111442 w 762000"/>
                <a:gd name="connsiteY919" fmla="*/ 202025 h 590550"/>
                <a:gd name="connsiteX920" fmla="*/ 114395 w 762000"/>
                <a:gd name="connsiteY920" fmla="*/ 199930 h 590550"/>
                <a:gd name="connsiteX921" fmla="*/ 115253 w 762000"/>
                <a:gd name="connsiteY921" fmla="*/ 199835 h 590550"/>
                <a:gd name="connsiteX922" fmla="*/ 115824 w 762000"/>
                <a:gd name="connsiteY922" fmla="*/ 199930 h 590550"/>
                <a:gd name="connsiteX923" fmla="*/ 116396 w 762000"/>
                <a:gd name="connsiteY923" fmla="*/ 200596 h 590550"/>
                <a:gd name="connsiteX924" fmla="*/ 116776 w 762000"/>
                <a:gd name="connsiteY924" fmla="*/ 201359 h 590550"/>
                <a:gd name="connsiteX925" fmla="*/ 117443 w 762000"/>
                <a:gd name="connsiteY925" fmla="*/ 202787 h 590550"/>
                <a:gd name="connsiteX926" fmla="*/ 117634 w 762000"/>
                <a:gd name="connsiteY926" fmla="*/ 203359 h 590550"/>
                <a:gd name="connsiteX927" fmla="*/ 117634 w 762000"/>
                <a:gd name="connsiteY927" fmla="*/ 203454 h 590550"/>
                <a:gd name="connsiteX928" fmla="*/ 117729 w 762000"/>
                <a:gd name="connsiteY928" fmla="*/ 203549 h 590550"/>
                <a:gd name="connsiteX929" fmla="*/ 117824 w 762000"/>
                <a:gd name="connsiteY929" fmla="*/ 204121 h 590550"/>
                <a:gd name="connsiteX930" fmla="*/ 117824 w 762000"/>
                <a:gd name="connsiteY930" fmla="*/ 205169 h 590550"/>
                <a:gd name="connsiteX931" fmla="*/ 117824 w 762000"/>
                <a:gd name="connsiteY931" fmla="*/ 206216 h 590550"/>
                <a:gd name="connsiteX932" fmla="*/ 117729 w 762000"/>
                <a:gd name="connsiteY932" fmla="*/ 207550 h 590550"/>
                <a:gd name="connsiteX933" fmla="*/ 117348 w 762000"/>
                <a:gd name="connsiteY933" fmla="*/ 210026 h 590550"/>
                <a:gd name="connsiteX934" fmla="*/ 117157 w 762000"/>
                <a:gd name="connsiteY934" fmla="*/ 212598 h 590550"/>
                <a:gd name="connsiteX935" fmla="*/ 117253 w 762000"/>
                <a:gd name="connsiteY935" fmla="*/ 213931 h 590550"/>
                <a:gd name="connsiteX936" fmla="*/ 117253 w 762000"/>
                <a:gd name="connsiteY936" fmla="*/ 214313 h 590550"/>
                <a:gd name="connsiteX937" fmla="*/ 117443 w 762000"/>
                <a:gd name="connsiteY937" fmla="*/ 214694 h 590550"/>
                <a:gd name="connsiteX938" fmla="*/ 117634 w 762000"/>
                <a:gd name="connsiteY938" fmla="*/ 215075 h 590550"/>
                <a:gd name="connsiteX939" fmla="*/ 117824 w 762000"/>
                <a:gd name="connsiteY939" fmla="*/ 215360 h 590550"/>
                <a:gd name="connsiteX940" fmla="*/ 121348 w 762000"/>
                <a:gd name="connsiteY940" fmla="*/ 218313 h 590550"/>
                <a:gd name="connsiteX941" fmla="*/ 121634 w 762000"/>
                <a:gd name="connsiteY941" fmla="*/ 218789 h 590550"/>
                <a:gd name="connsiteX942" fmla="*/ 121920 w 762000"/>
                <a:gd name="connsiteY942" fmla="*/ 219170 h 590550"/>
                <a:gd name="connsiteX943" fmla="*/ 122015 w 762000"/>
                <a:gd name="connsiteY943" fmla="*/ 219551 h 590550"/>
                <a:gd name="connsiteX944" fmla="*/ 122206 w 762000"/>
                <a:gd name="connsiteY944" fmla="*/ 219932 h 590550"/>
                <a:gd name="connsiteX945" fmla="*/ 122682 w 762000"/>
                <a:gd name="connsiteY945" fmla="*/ 222980 h 590550"/>
                <a:gd name="connsiteX946" fmla="*/ 122968 w 762000"/>
                <a:gd name="connsiteY946" fmla="*/ 224123 h 590550"/>
                <a:gd name="connsiteX947" fmla="*/ 123539 w 762000"/>
                <a:gd name="connsiteY947" fmla="*/ 225647 h 590550"/>
                <a:gd name="connsiteX948" fmla="*/ 125254 w 762000"/>
                <a:gd name="connsiteY948" fmla="*/ 228505 h 590550"/>
                <a:gd name="connsiteX949" fmla="*/ 127349 w 762000"/>
                <a:gd name="connsiteY949" fmla="*/ 234601 h 590550"/>
                <a:gd name="connsiteX950" fmla="*/ 127635 w 762000"/>
                <a:gd name="connsiteY950" fmla="*/ 235077 h 590550"/>
                <a:gd name="connsiteX951" fmla="*/ 127825 w 762000"/>
                <a:gd name="connsiteY951" fmla="*/ 235553 h 590550"/>
                <a:gd name="connsiteX952" fmla="*/ 128111 w 762000"/>
                <a:gd name="connsiteY952" fmla="*/ 236029 h 590550"/>
                <a:gd name="connsiteX953" fmla="*/ 128492 w 762000"/>
                <a:gd name="connsiteY953" fmla="*/ 236411 h 590550"/>
                <a:gd name="connsiteX954" fmla="*/ 129349 w 762000"/>
                <a:gd name="connsiteY954" fmla="*/ 237173 h 590550"/>
                <a:gd name="connsiteX955" fmla="*/ 130302 w 762000"/>
                <a:gd name="connsiteY955" fmla="*/ 237744 h 590550"/>
                <a:gd name="connsiteX956" fmla="*/ 133731 w 762000"/>
                <a:gd name="connsiteY956" fmla="*/ 239173 h 590550"/>
                <a:gd name="connsiteX957" fmla="*/ 135064 w 762000"/>
                <a:gd name="connsiteY957" fmla="*/ 240030 h 590550"/>
                <a:gd name="connsiteX958" fmla="*/ 135446 w 762000"/>
                <a:gd name="connsiteY958" fmla="*/ 240411 h 590550"/>
                <a:gd name="connsiteX959" fmla="*/ 135826 w 762000"/>
                <a:gd name="connsiteY959" fmla="*/ 240887 h 590550"/>
                <a:gd name="connsiteX960" fmla="*/ 136398 w 762000"/>
                <a:gd name="connsiteY960" fmla="*/ 241744 h 590550"/>
                <a:gd name="connsiteX961" fmla="*/ 136588 w 762000"/>
                <a:gd name="connsiteY961" fmla="*/ 242316 h 590550"/>
                <a:gd name="connsiteX962" fmla="*/ 136874 w 762000"/>
                <a:gd name="connsiteY962" fmla="*/ 243364 h 590550"/>
                <a:gd name="connsiteX963" fmla="*/ 137065 w 762000"/>
                <a:gd name="connsiteY963" fmla="*/ 245459 h 590550"/>
                <a:gd name="connsiteX964" fmla="*/ 137065 w 762000"/>
                <a:gd name="connsiteY964" fmla="*/ 246126 h 590550"/>
                <a:gd name="connsiteX965" fmla="*/ 136874 w 762000"/>
                <a:gd name="connsiteY965" fmla="*/ 247555 h 590550"/>
                <a:gd name="connsiteX966" fmla="*/ 136779 w 762000"/>
                <a:gd name="connsiteY966" fmla="*/ 248317 h 590550"/>
                <a:gd name="connsiteX967" fmla="*/ 136588 w 762000"/>
                <a:gd name="connsiteY967" fmla="*/ 248888 h 590550"/>
                <a:gd name="connsiteX968" fmla="*/ 135922 w 762000"/>
                <a:gd name="connsiteY968" fmla="*/ 249936 h 590550"/>
                <a:gd name="connsiteX969" fmla="*/ 134398 w 762000"/>
                <a:gd name="connsiteY969" fmla="*/ 251365 h 590550"/>
                <a:gd name="connsiteX970" fmla="*/ 134017 w 762000"/>
                <a:gd name="connsiteY970" fmla="*/ 251746 h 590550"/>
                <a:gd name="connsiteX971" fmla="*/ 133826 w 762000"/>
                <a:gd name="connsiteY971" fmla="*/ 252317 h 590550"/>
                <a:gd name="connsiteX972" fmla="*/ 133540 w 762000"/>
                <a:gd name="connsiteY972" fmla="*/ 252889 h 590550"/>
                <a:gd name="connsiteX973" fmla="*/ 133540 w 762000"/>
                <a:gd name="connsiteY973" fmla="*/ 253651 h 590550"/>
                <a:gd name="connsiteX974" fmla="*/ 133636 w 762000"/>
                <a:gd name="connsiteY974" fmla="*/ 254413 h 590550"/>
                <a:gd name="connsiteX975" fmla="*/ 134969 w 762000"/>
                <a:gd name="connsiteY975" fmla="*/ 259080 h 590550"/>
                <a:gd name="connsiteX976" fmla="*/ 135350 w 762000"/>
                <a:gd name="connsiteY976" fmla="*/ 259842 h 590550"/>
                <a:gd name="connsiteX977" fmla="*/ 139732 w 762000"/>
                <a:gd name="connsiteY977" fmla="*/ 267748 h 590550"/>
                <a:gd name="connsiteX978" fmla="*/ 141256 w 762000"/>
                <a:gd name="connsiteY978" fmla="*/ 271272 h 590550"/>
                <a:gd name="connsiteX979" fmla="*/ 145542 w 762000"/>
                <a:gd name="connsiteY979" fmla="*/ 285369 h 590550"/>
                <a:gd name="connsiteX980" fmla="*/ 146399 w 762000"/>
                <a:gd name="connsiteY980" fmla="*/ 287274 h 590550"/>
                <a:gd name="connsiteX981" fmla="*/ 147733 w 762000"/>
                <a:gd name="connsiteY981" fmla="*/ 289846 h 590550"/>
                <a:gd name="connsiteX982" fmla="*/ 149638 w 762000"/>
                <a:gd name="connsiteY982" fmla="*/ 292513 h 590550"/>
                <a:gd name="connsiteX983" fmla="*/ 149828 w 762000"/>
                <a:gd name="connsiteY983" fmla="*/ 293084 h 590550"/>
                <a:gd name="connsiteX984" fmla="*/ 150019 w 762000"/>
                <a:gd name="connsiteY984" fmla="*/ 293751 h 590550"/>
                <a:gd name="connsiteX985" fmla="*/ 150209 w 762000"/>
                <a:gd name="connsiteY985" fmla="*/ 295180 h 590550"/>
                <a:gd name="connsiteX986" fmla="*/ 150304 w 762000"/>
                <a:gd name="connsiteY986" fmla="*/ 296990 h 590550"/>
                <a:gd name="connsiteX987" fmla="*/ 150114 w 762000"/>
                <a:gd name="connsiteY987" fmla="*/ 299180 h 590550"/>
                <a:gd name="connsiteX988" fmla="*/ 149828 w 762000"/>
                <a:gd name="connsiteY988" fmla="*/ 300514 h 590550"/>
                <a:gd name="connsiteX989" fmla="*/ 149447 w 762000"/>
                <a:gd name="connsiteY989" fmla="*/ 301562 h 590550"/>
                <a:gd name="connsiteX990" fmla="*/ 149162 w 762000"/>
                <a:gd name="connsiteY990" fmla="*/ 301943 h 590550"/>
                <a:gd name="connsiteX991" fmla="*/ 147638 w 762000"/>
                <a:gd name="connsiteY991" fmla="*/ 303943 h 590550"/>
                <a:gd name="connsiteX992" fmla="*/ 147447 w 762000"/>
                <a:gd name="connsiteY992" fmla="*/ 304419 h 590550"/>
                <a:gd name="connsiteX993" fmla="*/ 147066 w 762000"/>
                <a:gd name="connsiteY993" fmla="*/ 304133 h 590550"/>
                <a:gd name="connsiteX994" fmla="*/ 144018 w 762000"/>
                <a:gd name="connsiteY994" fmla="*/ 303276 h 590550"/>
                <a:gd name="connsiteX995" fmla="*/ 141351 w 762000"/>
                <a:gd name="connsiteY995" fmla="*/ 301181 h 590550"/>
                <a:gd name="connsiteX996" fmla="*/ 141161 w 762000"/>
                <a:gd name="connsiteY996" fmla="*/ 303562 h 590550"/>
                <a:gd name="connsiteX997" fmla="*/ 141161 w 762000"/>
                <a:gd name="connsiteY997" fmla="*/ 304229 h 590550"/>
                <a:gd name="connsiteX998" fmla="*/ 141541 w 762000"/>
                <a:gd name="connsiteY998" fmla="*/ 305562 h 590550"/>
                <a:gd name="connsiteX999" fmla="*/ 141446 w 762000"/>
                <a:gd name="connsiteY999" fmla="*/ 306229 h 590550"/>
                <a:gd name="connsiteX1000" fmla="*/ 141161 w 762000"/>
                <a:gd name="connsiteY1000" fmla="*/ 306610 h 590550"/>
                <a:gd name="connsiteX1001" fmla="*/ 139827 w 762000"/>
                <a:gd name="connsiteY1001" fmla="*/ 307277 h 590550"/>
                <a:gd name="connsiteX1002" fmla="*/ 136779 w 762000"/>
                <a:gd name="connsiteY1002" fmla="*/ 309848 h 590550"/>
                <a:gd name="connsiteX1003" fmla="*/ 136493 w 762000"/>
                <a:gd name="connsiteY1003" fmla="*/ 310229 h 590550"/>
                <a:gd name="connsiteX1004" fmla="*/ 136303 w 762000"/>
                <a:gd name="connsiteY1004" fmla="*/ 310515 h 590550"/>
                <a:gd name="connsiteX1005" fmla="*/ 135922 w 762000"/>
                <a:gd name="connsiteY1005" fmla="*/ 311372 h 590550"/>
                <a:gd name="connsiteX1006" fmla="*/ 135731 w 762000"/>
                <a:gd name="connsiteY1006" fmla="*/ 311944 h 590550"/>
                <a:gd name="connsiteX1007" fmla="*/ 135446 w 762000"/>
                <a:gd name="connsiteY1007" fmla="*/ 313182 h 590550"/>
                <a:gd name="connsiteX1008" fmla="*/ 135446 w 762000"/>
                <a:gd name="connsiteY1008" fmla="*/ 314135 h 590550"/>
                <a:gd name="connsiteX1009" fmla="*/ 135446 w 762000"/>
                <a:gd name="connsiteY1009" fmla="*/ 314706 h 590550"/>
                <a:gd name="connsiteX1010" fmla="*/ 135731 w 762000"/>
                <a:gd name="connsiteY1010" fmla="*/ 315849 h 590550"/>
                <a:gd name="connsiteX1011" fmla="*/ 135922 w 762000"/>
                <a:gd name="connsiteY1011" fmla="*/ 316516 h 590550"/>
                <a:gd name="connsiteX1012" fmla="*/ 136303 w 762000"/>
                <a:gd name="connsiteY1012" fmla="*/ 317278 h 590550"/>
                <a:gd name="connsiteX1013" fmla="*/ 136588 w 762000"/>
                <a:gd name="connsiteY1013" fmla="*/ 317754 h 590550"/>
                <a:gd name="connsiteX1014" fmla="*/ 137350 w 762000"/>
                <a:gd name="connsiteY1014" fmla="*/ 318611 h 590550"/>
                <a:gd name="connsiteX1015" fmla="*/ 138113 w 762000"/>
                <a:gd name="connsiteY1015" fmla="*/ 319373 h 590550"/>
                <a:gd name="connsiteX1016" fmla="*/ 138779 w 762000"/>
                <a:gd name="connsiteY1016" fmla="*/ 319659 h 590550"/>
                <a:gd name="connsiteX1017" fmla="*/ 139637 w 762000"/>
                <a:gd name="connsiteY1017" fmla="*/ 319945 h 590550"/>
                <a:gd name="connsiteX1018" fmla="*/ 142208 w 762000"/>
                <a:gd name="connsiteY1018" fmla="*/ 320326 h 590550"/>
                <a:gd name="connsiteX1019" fmla="*/ 143256 w 762000"/>
                <a:gd name="connsiteY1019" fmla="*/ 320611 h 590550"/>
                <a:gd name="connsiteX1020" fmla="*/ 144208 w 762000"/>
                <a:gd name="connsiteY1020" fmla="*/ 321088 h 590550"/>
                <a:gd name="connsiteX1021" fmla="*/ 145637 w 762000"/>
                <a:gd name="connsiteY1021" fmla="*/ 322231 h 590550"/>
                <a:gd name="connsiteX1022" fmla="*/ 147542 w 762000"/>
                <a:gd name="connsiteY1022" fmla="*/ 324231 h 590550"/>
                <a:gd name="connsiteX1023" fmla="*/ 147828 w 762000"/>
                <a:gd name="connsiteY1023" fmla="*/ 324517 h 590550"/>
                <a:gd name="connsiteX1024" fmla="*/ 148399 w 762000"/>
                <a:gd name="connsiteY1024" fmla="*/ 324707 h 590550"/>
                <a:gd name="connsiteX1025" fmla="*/ 149162 w 762000"/>
                <a:gd name="connsiteY1025" fmla="*/ 324898 h 590550"/>
                <a:gd name="connsiteX1026" fmla="*/ 152305 w 762000"/>
                <a:gd name="connsiteY1026" fmla="*/ 325184 h 590550"/>
                <a:gd name="connsiteX1027" fmla="*/ 152781 w 762000"/>
                <a:gd name="connsiteY1027" fmla="*/ 325279 h 590550"/>
                <a:gd name="connsiteX1028" fmla="*/ 153543 w 762000"/>
                <a:gd name="connsiteY1028" fmla="*/ 325660 h 590550"/>
                <a:gd name="connsiteX1029" fmla="*/ 154400 w 762000"/>
                <a:gd name="connsiteY1029" fmla="*/ 326422 h 590550"/>
                <a:gd name="connsiteX1030" fmla="*/ 155162 w 762000"/>
                <a:gd name="connsiteY1030" fmla="*/ 327279 h 590550"/>
                <a:gd name="connsiteX1031" fmla="*/ 156305 w 762000"/>
                <a:gd name="connsiteY1031" fmla="*/ 328994 h 590550"/>
                <a:gd name="connsiteX1032" fmla="*/ 158020 w 762000"/>
                <a:gd name="connsiteY1032" fmla="*/ 329660 h 590550"/>
                <a:gd name="connsiteX1033" fmla="*/ 163544 w 762000"/>
                <a:gd name="connsiteY1033" fmla="*/ 330327 h 590550"/>
                <a:gd name="connsiteX1034" fmla="*/ 162878 w 762000"/>
                <a:gd name="connsiteY1034" fmla="*/ 329279 h 590550"/>
                <a:gd name="connsiteX1035" fmla="*/ 162782 w 762000"/>
                <a:gd name="connsiteY1035" fmla="*/ 328613 h 590550"/>
                <a:gd name="connsiteX1036" fmla="*/ 163830 w 762000"/>
                <a:gd name="connsiteY1036" fmla="*/ 324326 h 590550"/>
                <a:gd name="connsiteX1037" fmla="*/ 164116 w 762000"/>
                <a:gd name="connsiteY1037" fmla="*/ 323374 h 590550"/>
                <a:gd name="connsiteX1038" fmla="*/ 164401 w 762000"/>
                <a:gd name="connsiteY1038" fmla="*/ 322898 h 590550"/>
                <a:gd name="connsiteX1039" fmla="*/ 165640 w 762000"/>
                <a:gd name="connsiteY1039" fmla="*/ 321278 h 590550"/>
                <a:gd name="connsiteX1040" fmla="*/ 167735 w 762000"/>
                <a:gd name="connsiteY1040" fmla="*/ 317278 h 590550"/>
                <a:gd name="connsiteX1041" fmla="*/ 170402 w 762000"/>
                <a:gd name="connsiteY1041" fmla="*/ 317944 h 590550"/>
                <a:gd name="connsiteX1042" fmla="*/ 171450 w 762000"/>
                <a:gd name="connsiteY1042" fmla="*/ 318516 h 590550"/>
                <a:gd name="connsiteX1043" fmla="*/ 172403 w 762000"/>
                <a:gd name="connsiteY1043" fmla="*/ 319278 h 590550"/>
                <a:gd name="connsiteX1044" fmla="*/ 176022 w 762000"/>
                <a:gd name="connsiteY1044" fmla="*/ 323183 h 590550"/>
                <a:gd name="connsiteX1045" fmla="*/ 182023 w 762000"/>
                <a:gd name="connsiteY1045" fmla="*/ 328136 h 590550"/>
                <a:gd name="connsiteX1046" fmla="*/ 188309 w 762000"/>
                <a:gd name="connsiteY1046" fmla="*/ 334994 h 590550"/>
                <a:gd name="connsiteX1047" fmla="*/ 189071 w 762000"/>
                <a:gd name="connsiteY1047" fmla="*/ 335566 h 590550"/>
                <a:gd name="connsiteX1048" fmla="*/ 189738 w 762000"/>
                <a:gd name="connsiteY1048" fmla="*/ 335756 h 590550"/>
                <a:gd name="connsiteX1049" fmla="*/ 190976 w 762000"/>
                <a:gd name="connsiteY1049" fmla="*/ 335947 h 590550"/>
                <a:gd name="connsiteX1050" fmla="*/ 194120 w 762000"/>
                <a:gd name="connsiteY1050" fmla="*/ 335661 h 590550"/>
                <a:gd name="connsiteX1051" fmla="*/ 194786 w 762000"/>
                <a:gd name="connsiteY1051" fmla="*/ 335852 h 590550"/>
                <a:gd name="connsiteX1052" fmla="*/ 195358 w 762000"/>
                <a:gd name="connsiteY1052" fmla="*/ 336042 h 590550"/>
                <a:gd name="connsiteX1053" fmla="*/ 195929 w 762000"/>
                <a:gd name="connsiteY1053" fmla="*/ 336232 h 590550"/>
                <a:gd name="connsiteX1054" fmla="*/ 196882 w 762000"/>
                <a:gd name="connsiteY1054" fmla="*/ 336994 h 590550"/>
                <a:gd name="connsiteX1055" fmla="*/ 197548 w 762000"/>
                <a:gd name="connsiteY1055" fmla="*/ 337471 h 590550"/>
                <a:gd name="connsiteX1056" fmla="*/ 199739 w 762000"/>
                <a:gd name="connsiteY1056" fmla="*/ 340043 h 590550"/>
                <a:gd name="connsiteX1057" fmla="*/ 200501 w 762000"/>
                <a:gd name="connsiteY1057" fmla="*/ 340709 h 590550"/>
                <a:gd name="connsiteX1058" fmla="*/ 201263 w 762000"/>
                <a:gd name="connsiteY1058" fmla="*/ 341090 h 590550"/>
                <a:gd name="connsiteX1059" fmla="*/ 201930 w 762000"/>
                <a:gd name="connsiteY1059" fmla="*/ 341090 h 590550"/>
                <a:gd name="connsiteX1060" fmla="*/ 203645 w 762000"/>
                <a:gd name="connsiteY1060" fmla="*/ 340805 h 590550"/>
                <a:gd name="connsiteX1061" fmla="*/ 204216 w 762000"/>
                <a:gd name="connsiteY1061" fmla="*/ 340805 h 590550"/>
                <a:gd name="connsiteX1062" fmla="*/ 204788 w 762000"/>
                <a:gd name="connsiteY1062" fmla="*/ 340900 h 590550"/>
                <a:gd name="connsiteX1063" fmla="*/ 205359 w 762000"/>
                <a:gd name="connsiteY1063" fmla="*/ 341186 h 590550"/>
                <a:gd name="connsiteX1064" fmla="*/ 206692 w 762000"/>
                <a:gd name="connsiteY1064" fmla="*/ 342328 h 590550"/>
                <a:gd name="connsiteX1065" fmla="*/ 209264 w 762000"/>
                <a:gd name="connsiteY1065" fmla="*/ 343281 h 590550"/>
                <a:gd name="connsiteX1066" fmla="*/ 209836 w 762000"/>
                <a:gd name="connsiteY1066" fmla="*/ 343757 h 590550"/>
                <a:gd name="connsiteX1067" fmla="*/ 210312 w 762000"/>
                <a:gd name="connsiteY1067" fmla="*/ 344234 h 590550"/>
                <a:gd name="connsiteX1068" fmla="*/ 210883 w 762000"/>
                <a:gd name="connsiteY1068" fmla="*/ 345377 h 590550"/>
                <a:gd name="connsiteX1069" fmla="*/ 211169 w 762000"/>
                <a:gd name="connsiteY1069" fmla="*/ 346424 h 590550"/>
                <a:gd name="connsiteX1070" fmla="*/ 211360 w 762000"/>
                <a:gd name="connsiteY1070" fmla="*/ 348234 h 590550"/>
                <a:gd name="connsiteX1071" fmla="*/ 211360 w 762000"/>
                <a:gd name="connsiteY1071" fmla="*/ 349091 h 590550"/>
                <a:gd name="connsiteX1072" fmla="*/ 211264 w 762000"/>
                <a:gd name="connsiteY1072" fmla="*/ 350425 h 590550"/>
                <a:gd name="connsiteX1073" fmla="*/ 211264 w 762000"/>
                <a:gd name="connsiteY1073" fmla="*/ 351092 h 590550"/>
                <a:gd name="connsiteX1074" fmla="*/ 211455 w 762000"/>
                <a:gd name="connsiteY1074" fmla="*/ 351853 h 590550"/>
                <a:gd name="connsiteX1075" fmla="*/ 212122 w 762000"/>
                <a:gd name="connsiteY1075" fmla="*/ 352615 h 590550"/>
                <a:gd name="connsiteX1076" fmla="*/ 212598 w 762000"/>
                <a:gd name="connsiteY1076" fmla="*/ 353187 h 590550"/>
                <a:gd name="connsiteX1077" fmla="*/ 219361 w 762000"/>
                <a:gd name="connsiteY1077" fmla="*/ 357092 h 590550"/>
                <a:gd name="connsiteX1078" fmla="*/ 220980 w 762000"/>
                <a:gd name="connsiteY1078" fmla="*/ 358521 h 590550"/>
                <a:gd name="connsiteX1079" fmla="*/ 221266 w 762000"/>
                <a:gd name="connsiteY1079" fmla="*/ 359188 h 590550"/>
                <a:gd name="connsiteX1080" fmla="*/ 221266 w 762000"/>
                <a:gd name="connsiteY1080" fmla="*/ 359950 h 590550"/>
                <a:gd name="connsiteX1081" fmla="*/ 220885 w 762000"/>
                <a:gd name="connsiteY1081" fmla="*/ 361474 h 590550"/>
                <a:gd name="connsiteX1082" fmla="*/ 220504 w 762000"/>
                <a:gd name="connsiteY1082" fmla="*/ 362331 h 590550"/>
                <a:gd name="connsiteX1083" fmla="*/ 220123 w 762000"/>
                <a:gd name="connsiteY1083" fmla="*/ 362998 h 590550"/>
                <a:gd name="connsiteX1084" fmla="*/ 217837 w 762000"/>
                <a:gd name="connsiteY1084" fmla="*/ 366141 h 590550"/>
                <a:gd name="connsiteX1085" fmla="*/ 217551 w 762000"/>
                <a:gd name="connsiteY1085" fmla="*/ 366713 h 590550"/>
                <a:gd name="connsiteX1086" fmla="*/ 217361 w 762000"/>
                <a:gd name="connsiteY1086" fmla="*/ 367570 h 590550"/>
                <a:gd name="connsiteX1087" fmla="*/ 217456 w 762000"/>
                <a:gd name="connsiteY1087" fmla="*/ 368618 h 590550"/>
                <a:gd name="connsiteX1088" fmla="*/ 217837 w 762000"/>
                <a:gd name="connsiteY1088" fmla="*/ 370427 h 590550"/>
                <a:gd name="connsiteX1089" fmla="*/ 218313 w 762000"/>
                <a:gd name="connsiteY1089" fmla="*/ 371380 h 590550"/>
                <a:gd name="connsiteX1090" fmla="*/ 218789 w 762000"/>
                <a:gd name="connsiteY1090" fmla="*/ 371951 h 590550"/>
                <a:gd name="connsiteX1091" fmla="*/ 219742 w 762000"/>
                <a:gd name="connsiteY1091" fmla="*/ 372618 h 590550"/>
                <a:gd name="connsiteX1092" fmla="*/ 222599 w 762000"/>
                <a:gd name="connsiteY1092" fmla="*/ 373952 h 590550"/>
                <a:gd name="connsiteX1093" fmla="*/ 222790 w 762000"/>
                <a:gd name="connsiteY1093" fmla="*/ 374428 h 590550"/>
                <a:gd name="connsiteX1094" fmla="*/ 222599 w 762000"/>
                <a:gd name="connsiteY1094" fmla="*/ 375094 h 590550"/>
                <a:gd name="connsiteX1095" fmla="*/ 221551 w 762000"/>
                <a:gd name="connsiteY1095" fmla="*/ 376142 h 590550"/>
                <a:gd name="connsiteX1096" fmla="*/ 220885 w 762000"/>
                <a:gd name="connsiteY1096" fmla="*/ 376619 h 590550"/>
                <a:gd name="connsiteX1097" fmla="*/ 219361 w 762000"/>
                <a:gd name="connsiteY1097" fmla="*/ 377476 h 590550"/>
                <a:gd name="connsiteX1098" fmla="*/ 218884 w 762000"/>
                <a:gd name="connsiteY1098" fmla="*/ 377857 h 590550"/>
                <a:gd name="connsiteX1099" fmla="*/ 218504 w 762000"/>
                <a:gd name="connsiteY1099" fmla="*/ 378333 h 590550"/>
                <a:gd name="connsiteX1100" fmla="*/ 218218 w 762000"/>
                <a:gd name="connsiteY1100" fmla="*/ 379286 h 590550"/>
                <a:gd name="connsiteX1101" fmla="*/ 218122 w 762000"/>
                <a:gd name="connsiteY1101" fmla="*/ 379857 h 590550"/>
                <a:gd name="connsiteX1102" fmla="*/ 218694 w 762000"/>
                <a:gd name="connsiteY1102" fmla="*/ 381381 h 590550"/>
                <a:gd name="connsiteX1103" fmla="*/ 221551 w 762000"/>
                <a:gd name="connsiteY1103" fmla="*/ 381953 h 590550"/>
                <a:gd name="connsiteX1104" fmla="*/ 222885 w 762000"/>
                <a:gd name="connsiteY1104" fmla="*/ 381857 h 590550"/>
                <a:gd name="connsiteX1105" fmla="*/ 223552 w 762000"/>
                <a:gd name="connsiteY1105" fmla="*/ 382048 h 590550"/>
                <a:gd name="connsiteX1106" fmla="*/ 224123 w 762000"/>
                <a:gd name="connsiteY1106" fmla="*/ 382334 h 590550"/>
                <a:gd name="connsiteX1107" fmla="*/ 225552 w 762000"/>
                <a:gd name="connsiteY1107" fmla="*/ 384524 h 590550"/>
                <a:gd name="connsiteX1108" fmla="*/ 226219 w 762000"/>
                <a:gd name="connsiteY1108" fmla="*/ 385096 h 590550"/>
                <a:gd name="connsiteX1109" fmla="*/ 227457 w 762000"/>
                <a:gd name="connsiteY1109" fmla="*/ 384334 h 590550"/>
                <a:gd name="connsiteX1110" fmla="*/ 229362 w 762000"/>
                <a:gd name="connsiteY1110" fmla="*/ 382810 h 590550"/>
                <a:gd name="connsiteX1111" fmla="*/ 238315 w 762000"/>
                <a:gd name="connsiteY1111" fmla="*/ 373570 h 590550"/>
                <a:gd name="connsiteX1112" fmla="*/ 241173 w 762000"/>
                <a:gd name="connsiteY1112" fmla="*/ 369761 h 590550"/>
                <a:gd name="connsiteX1113" fmla="*/ 241649 w 762000"/>
                <a:gd name="connsiteY1113" fmla="*/ 368998 h 590550"/>
                <a:gd name="connsiteX1114" fmla="*/ 241649 w 762000"/>
                <a:gd name="connsiteY1114" fmla="*/ 368903 h 590550"/>
                <a:gd name="connsiteX1115" fmla="*/ 241745 w 762000"/>
                <a:gd name="connsiteY1115" fmla="*/ 368808 h 590550"/>
                <a:gd name="connsiteX1116" fmla="*/ 241745 w 762000"/>
                <a:gd name="connsiteY1116" fmla="*/ 368427 h 590550"/>
                <a:gd name="connsiteX1117" fmla="*/ 241840 w 762000"/>
                <a:gd name="connsiteY1117" fmla="*/ 367189 h 590550"/>
                <a:gd name="connsiteX1118" fmla="*/ 242125 w 762000"/>
                <a:gd name="connsiteY1118" fmla="*/ 365760 h 590550"/>
                <a:gd name="connsiteX1119" fmla="*/ 242506 w 762000"/>
                <a:gd name="connsiteY1119" fmla="*/ 364522 h 590550"/>
                <a:gd name="connsiteX1120" fmla="*/ 243078 w 762000"/>
                <a:gd name="connsiteY1120" fmla="*/ 363379 h 590550"/>
                <a:gd name="connsiteX1121" fmla="*/ 243745 w 762000"/>
                <a:gd name="connsiteY1121" fmla="*/ 362426 h 590550"/>
                <a:gd name="connsiteX1122" fmla="*/ 249079 w 762000"/>
                <a:gd name="connsiteY1122" fmla="*/ 357378 h 590550"/>
                <a:gd name="connsiteX1123" fmla="*/ 250603 w 762000"/>
                <a:gd name="connsiteY1123" fmla="*/ 356521 h 590550"/>
                <a:gd name="connsiteX1124" fmla="*/ 251650 w 762000"/>
                <a:gd name="connsiteY1124" fmla="*/ 356330 h 590550"/>
                <a:gd name="connsiteX1125" fmla="*/ 257556 w 762000"/>
                <a:gd name="connsiteY1125" fmla="*/ 356044 h 590550"/>
                <a:gd name="connsiteX1126" fmla="*/ 257746 w 762000"/>
                <a:gd name="connsiteY1126" fmla="*/ 356902 h 590550"/>
                <a:gd name="connsiteX1127" fmla="*/ 258604 w 762000"/>
                <a:gd name="connsiteY1127" fmla="*/ 357759 h 590550"/>
                <a:gd name="connsiteX1128" fmla="*/ 258794 w 762000"/>
                <a:gd name="connsiteY1128" fmla="*/ 358616 h 590550"/>
                <a:gd name="connsiteX1129" fmla="*/ 258889 w 762000"/>
                <a:gd name="connsiteY1129" fmla="*/ 359473 h 590550"/>
                <a:gd name="connsiteX1130" fmla="*/ 258318 w 762000"/>
                <a:gd name="connsiteY1130" fmla="*/ 362998 h 590550"/>
                <a:gd name="connsiteX1131" fmla="*/ 257365 w 762000"/>
                <a:gd name="connsiteY1131" fmla="*/ 367094 h 590550"/>
                <a:gd name="connsiteX1132" fmla="*/ 257270 w 762000"/>
                <a:gd name="connsiteY1132" fmla="*/ 368618 h 590550"/>
                <a:gd name="connsiteX1133" fmla="*/ 257556 w 762000"/>
                <a:gd name="connsiteY1133" fmla="*/ 371665 h 590550"/>
                <a:gd name="connsiteX1134" fmla="*/ 257556 w 762000"/>
                <a:gd name="connsiteY1134" fmla="*/ 373285 h 590550"/>
                <a:gd name="connsiteX1135" fmla="*/ 256604 w 762000"/>
                <a:gd name="connsiteY1135" fmla="*/ 381095 h 590550"/>
                <a:gd name="connsiteX1136" fmla="*/ 256604 w 762000"/>
                <a:gd name="connsiteY1136" fmla="*/ 382048 h 590550"/>
                <a:gd name="connsiteX1137" fmla="*/ 256699 w 762000"/>
                <a:gd name="connsiteY1137" fmla="*/ 384715 h 590550"/>
                <a:gd name="connsiteX1138" fmla="*/ 257080 w 762000"/>
                <a:gd name="connsiteY1138" fmla="*/ 387001 h 590550"/>
                <a:gd name="connsiteX1139" fmla="*/ 257270 w 762000"/>
                <a:gd name="connsiteY1139" fmla="*/ 387763 h 590550"/>
                <a:gd name="connsiteX1140" fmla="*/ 257556 w 762000"/>
                <a:gd name="connsiteY1140" fmla="*/ 388430 h 590550"/>
                <a:gd name="connsiteX1141" fmla="*/ 257746 w 762000"/>
                <a:gd name="connsiteY1141" fmla="*/ 388906 h 590550"/>
                <a:gd name="connsiteX1142" fmla="*/ 258128 w 762000"/>
                <a:gd name="connsiteY1142" fmla="*/ 389287 h 590550"/>
                <a:gd name="connsiteX1143" fmla="*/ 258604 w 762000"/>
                <a:gd name="connsiteY1143" fmla="*/ 389573 h 590550"/>
                <a:gd name="connsiteX1144" fmla="*/ 259080 w 762000"/>
                <a:gd name="connsiteY1144" fmla="*/ 389858 h 590550"/>
                <a:gd name="connsiteX1145" fmla="*/ 259937 w 762000"/>
                <a:gd name="connsiteY1145" fmla="*/ 390049 h 590550"/>
                <a:gd name="connsiteX1146" fmla="*/ 263176 w 762000"/>
                <a:gd name="connsiteY1146" fmla="*/ 390239 h 590550"/>
                <a:gd name="connsiteX1147" fmla="*/ 263842 w 762000"/>
                <a:gd name="connsiteY1147" fmla="*/ 390620 h 590550"/>
                <a:gd name="connsiteX1148" fmla="*/ 264414 w 762000"/>
                <a:gd name="connsiteY1148" fmla="*/ 391192 h 590550"/>
                <a:gd name="connsiteX1149" fmla="*/ 265176 w 762000"/>
                <a:gd name="connsiteY1149" fmla="*/ 392716 h 590550"/>
                <a:gd name="connsiteX1150" fmla="*/ 265462 w 762000"/>
                <a:gd name="connsiteY1150" fmla="*/ 393764 h 590550"/>
                <a:gd name="connsiteX1151" fmla="*/ 265652 w 762000"/>
                <a:gd name="connsiteY1151" fmla="*/ 395288 h 590550"/>
                <a:gd name="connsiteX1152" fmla="*/ 265843 w 762000"/>
                <a:gd name="connsiteY1152" fmla="*/ 396240 h 590550"/>
                <a:gd name="connsiteX1153" fmla="*/ 266319 w 762000"/>
                <a:gd name="connsiteY1153" fmla="*/ 397288 h 590550"/>
                <a:gd name="connsiteX1154" fmla="*/ 266414 w 762000"/>
                <a:gd name="connsiteY1154" fmla="*/ 398050 h 590550"/>
                <a:gd name="connsiteX1155" fmla="*/ 266319 w 762000"/>
                <a:gd name="connsiteY1155" fmla="*/ 398812 h 590550"/>
                <a:gd name="connsiteX1156" fmla="*/ 265652 w 762000"/>
                <a:gd name="connsiteY1156" fmla="*/ 401669 h 590550"/>
                <a:gd name="connsiteX1157" fmla="*/ 265462 w 762000"/>
                <a:gd name="connsiteY1157" fmla="*/ 402145 h 590550"/>
                <a:gd name="connsiteX1158" fmla="*/ 265176 w 762000"/>
                <a:gd name="connsiteY1158" fmla="*/ 402527 h 590550"/>
                <a:gd name="connsiteX1159" fmla="*/ 264414 w 762000"/>
                <a:gd name="connsiteY1159" fmla="*/ 403289 h 590550"/>
                <a:gd name="connsiteX1160" fmla="*/ 264128 w 762000"/>
                <a:gd name="connsiteY1160" fmla="*/ 403860 h 590550"/>
                <a:gd name="connsiteX1161" fmla="*/ 263842 w 762000"/>
                <a:gd name="connsiteY1161" fmla="*/ 404527 h 590550"/>
                <a:gd name="connsiteX1162" fmla="*/ 263747 w 762000"/>
                <a:gd name="connsiteY1162" fmla="*/ 405574 h 590550"/>
                <a:gd name="connsiteX1163" fmla="*/ 264033 w 762000"/>
                <a:gd name="connsiteY1163" fmla="*/ 406241 h 590550"/>
                <a:gd name="connsiteX1164" fmla="*/ 264509 w 762000"/>
                <a:gd name="connsiteY1164" fmla="*/ 406527 h 590550"/>
                <a:gd name="connsiteX1165" fmla="*/ 265081 w 762000"/>
                <a:gd name="connsiteY1165" fmla="*/ 406622 h 590550"/>
                <a:gd name="connsiteX1166" fmla="*/ 265652 w 762000"/>
                <a:gd name="connsiteY1166" fmla="*/ 406527 h 590550"/>
                <a:gd name="connsiteX1167" fmla="*/ 267176 w 762000"/>
                <a:gd name="connsiteY1167" fmla="*/ 406051 h 590550"/>
                <a:gd name="connsiteX1168" fmla="*/ 267653 w 762000"/>
                <a:gd name="connsiteY1168" fmla="*/ 405956 h 590550"/>
                <a:gd name="connsiteX1169" fmla="*/ 267938 w 762000"/>
                <a:gd name="connsiteY1169" fmla="*/ 406051 h 590550"/>
                <a:gd name="connsiteX1170" fmla="*/ 268414 w 762000"/>
                <a:gd name="connsiteY1170" fmla="*/ 406241 h 590550"/>
                <a:gd name="connsiteX1171" fmla="*/ 268891 w 762000"/>
                <a:gd name="connsiteY1171" fmla="*/ 406622 h 590550"/>
                <a:gd name="connsiteX1172" fmla="*/ 269272 w 762000"/>
                <a:gd name="connsiteY1172" fmla="*/ 407194 h 590550"/>
                <a:gd name="connsiteX1173" fmla="*/ 270700 w 762000"/>
                <a:gd name="connsiteY1173" fmla="*/ 410432 h 590550"/>
                <a:gd name="connsiteX1174" fmla="*/ 270986 w 762000"/>
                <a:gd name="connsiteY1174" fmla="*/ 410813 h 590550"/>
                <a:gd name="connsiteX1175" fmla="*/ 271748 w 762000"/>
                <a:gd name="connsiteY1175" fmla="*/ 411575 h 590550"/>
                <a:gd name="connsiteX1176" fmla="*/ 274606 w 762000"/>
                <a:gd name="connsiteY1176" fmla="*/ 413671 h 590550"/>
                <a:gd name="connsiteX1177" fmla="*/ 275177 w 762000"/>
                <a:gd name="connsiteY1177" fmla="*/ 414242 h 590550"/>
                <a:gd name="connsiteX1178" fmla="*/ 275368 w 762000"/>
                <a:gd name="connsiteY1178" fmla="*/ 414814 h 590550"/>
                <a:gd name="connsiteX1179" fmla="*/ 275463 w 762000"/>
                <a:gd name="connsiteY1179" fmla="*/ 415481 h 590550"/>
                <a:gd name="connsiteX1180" fmla="*/ 275463 w 762000"/>
                <a:gd name="connsiteY1180" fmla="*/ 416147 h 590550"/>
                <a:gd name="connsiteX1181" fmla="*/ 275368 w 762000"/>
                <a:gd name="connsiteY1181" fmla="*/ 416814 h 590550"/>
                <a:gd name="connsiteX1182" fmla="*/ 275177 w 762000"/>
                <a:gd name="connsiteY1182" fmla="*/ 417386 h 590550"/>
                <a:gd name="connsiteX1183" fmla="*/ 275177 w 762000"/>
                <a:gd name="connsiteY1183" fmla="*/ 419005 h 590550"/>
                <a:gd name="connsiteX1184" fmla="*/ 275939 w 762000"/>
                <a:gd name="connsiteY1184" fmla="*/ 423767 h 590550"/>
                <a:gd name="connsiteX1185" fmla="*/ 282797 w 762000"/>
                <a:gd name="connsiteY1185" fmla="*/ 431006 h 590550"/>
                <a:gd name="connsiteX1186" fmla="*/ 284416 w 762000"/>
                <a:gd name="connsiteY1186" fmla="*/ 433292 h 590550"/>
                <a:gd name="connsiteX1187" fmla="*/ 284607 w 762000"/>
                <a:gd name="connsiteY1187" fmla="*/ 433864 h 590550"/>
                <a:gd name="connsiteX1188" fmla="*/ 284607 w 762000"/>
                <a:gd name="connsiteY1188" fmla="*/ 433959 h 590550"/>
                <a:gd name="connsiteX1189" fmla="*/ 284512 w 762000"/>
                <a:gd name="connsiteY1189" fmla="*/ 434626 h 590550"/>
                <a:gd name="connsiteX1190" fmla="*/ 284416 w 762000"/>
                <a:gd name="connsiteY1190" fmla="*/ 435197 h 590550"/>
                <a:gd name="connsiteX1191" fmla="*/ 284226 w 762000"/>
                <a:gd name="connsiteY1191" fmla="*/ 435864 h 590550"/>
                <a:gd name="connsiteX1192" fmla="*/ 283940 w 762000"/>
                <a:gd name="connsiteY1192" fmla="*/ 436340 h 590550"/>
                <a:gd name="connsiteX1193" fmla="*/ 283559 w 762000"/>
                <a:gd name="connsiteY1193" fmla="*/ 436721 h 590550"/>
                <a:gd name="connsiteX1194" fmla="*/ 282226 w 762000"/>
                <a:gd name="connsiteY1194" fmla="*/ 437674 h 590550"/>
                <a:gd name="connsiteX1195" fmla="*/ 281845 w 762000"/>
                <a:gd name="connsiteY1195" fmla="*/ 438150 h 590550"/>
                <a:gd name="connsiteX1196" fmla="*/ 281654 w 762000"/>
                <a:gd name="connsiteY1196" fmla="*/ 438817 h 590550"/>
                <a:gd name="connsiteX1197" fmla="*/ 281654 w 762000"/>
                <a:gd name="connsiteY1197" fmla="*/ 439865 h 590550"/>
                <a:gd name="connsiteX1198" fmla="*/ 281845 w 762000"/>
                <a:gd name="connsiteY1198" fmla="*/ 440531 h 590550"/>
                <a:gd name="connsiteX1199" fmla="*/ 282130 w 762000"/>
                <a:gd name="connsiteY1199" fmla="*/ 441103 h 590550"/>
                <a:gd name="connsiteX1200" fmla="*/ 282892 w 762000"/>
                <a:gd name="connsiteY1200" fmla="*/ 441769 h 590550"/>
                <a:gd name="connsiteX1201" fmla="*/ 283464 w 762000"/>
                <a:gd name="connsiteY1201" fmla="*/ 442151 h 590550"/>
                <a:gd name="connsiteX1202" fmla="*/ 285559 w 762000"/>
                <a:gd name="connsiteY1202" fmla="*/ 442913 h 590550"/>
                <a:gd name="connsiteX1203" fmla="*/ 289274 w 762000"/>
                <a:gd name="connsiteY1203" fmla="*/ 443674 h 590550"/>
                <a:gd name="connsiteX1204" fmla="*/ 289941 w 762000"/>
                <a:gd name="connsiteY1204" fmla="*/ 443960 h 590550"/>
                <a:gd name="connsiteX1205" fmla="*/ 290227 w 762000"/>
                <a:gd name="connsiteY1205" fmla="*/ 444341 h 590550"/>
                <a:gd name="connsiteX1206" fmla="*/ 290513 w 762000"/>
                <a:gd name="connsiteY1206" fmla="*/ 444818 h 590550"/>
                <a:gd name="connsiteX1207" fmla="*/ 290989 w 762000"/>
                <a:gd name="connsiteY1207" fmla="*/ 445961 h 590550"/>
                <a:gd name="connsiteX1208" fmla="*/ 291084 w 762000"/>
                <a:gd name="connsiteY1208" fmla="*/ 446818 h 590550"/>
                <a:gd name="connsiteX1209" fmla="*/ 290989 w 762000"/>
                <a:gd name="connsiteY1209" fmla="*/ 447675 h 590550"/>
                <a:gd name="connsiteX1210" fmla="*/ 290513 w 762000"/>
                <a:gd name="connsiteY1210" fmla="*/ 450437 h 590550"/>
                <a:gd name="connsiteX1211" fmla="*/ 290417 w 762000"/>
                <a:gd name="connsiteY1211" fmla="*/ 451104 h 590550"/>
                <a:gd name="connsiteX1212" fmla="*/ 290417 w 762000"/>
                <a:gd name="connsiteY1212" fmla="*/ 451771 h 590550"/>
                <a:gd name="connsiteX1213" fmla="*/ 290608 w 762000"/>
                <a:gd name="connsiteY1213" fmla="*/ 452247 h 590550"/>
                <a:gd name="connsiteX1214" fmla="*/ 290893 w 762000"/>
                <a:gd name="connsiteY1214" fmla="*/ 452628 h 590550"/>
                <a:gd name="connsiteX1215" fmla="*/ 291655 w 762000"/>
                <a:gd name="connsiteY1215" fmla="*/ 453485 h 590550"/>
                <a:gd name="connsiteX1216" fmla="*/ 291941 w 762000"/>
                <a:gd name="connsiteY1216" fmla="*/ 453866 h 590550"/>
                <a:gd name="connsiteX1217" fmla="*/ 292513 w 762000"/>
                <a:gd name="connsiteY1217" fmla="*/ 455200 h 590550"/>
                <a:gd name="connsiteX1218" fmla="*/ 292608 w 762000"/>
                <a:gd name="connsiteY1218" fmla="*/ 455486 h 590550"/>
                <a:gd name="connsiteX1219" fmla="*/ 293084 w 762000"/>
                <a:gd name="connsiteY1219" fmla="*/ 458248 h 590550"/>
                <a:gd name="connsiteX1220" fmla="*/ 293180 w 762000"/>
                <a:gd name="connsiteY1220" fmla="*/ 458724 h 590550"/>
                <a:gd name="connsiteX1221" fmla="*/ 293656 w 762000"/>
                <a:gd name="connsiteY1221" fmla="*/ 459105 h 590550"/>
                <a:gd name="connsiteX1222" fmla="*/ 294322 w 762000"/>
                <a:gd name="connsiteY1222" fmla="*/ 459200 h 590550"/>
                <a:gd name="connsiteX1223" fmla="*/ 296132 w 762000"/>
                <a:gd name="connsiteY1223" fmla="*/ 458724 h 590550"/>
                <a:gd name="connsiteX1224" fmla="*/ 296418 w 762000"/>
                <a:gd name="connsiteY1224" fmla="*/ 458534 h 590550"/>
                <a:gd name="connsiteX1225" fmla="*/ 296608 w 762000"/>
                <a:gd name="connsiteY1225" fmla="*/ 458438 h 590550"/>
                <a:gd name="connsiteX1226" fmla="*/ 297085 w 762000"/>
                <a:gd name="connsiteY1226" fmla="*/ 457962 h 590550"/>
                <a:gd name="connsiteX1227" fmla="*/ 297561 w 762000"/>
                <a:gd name="connsiteY1227" fmla="*/ 457772 h 590550"/>
                <a:gd name="connsiteX1228" fmla="*/ 298037 w 762000"/>
                <a:gd name="connsiteY1228" fmla="*/ 457581 h 590550"/>
                <a:gd name="connsiteX1229" fmla="*/ 299085 w 762000"/>
                <a:gd name="connsiteY1229" fmla="*/ 457772 h 590550"/>
                <a:gd name="connsiteX1230" fmla="*/ 304895 w 762000"/>
                <a:gd name="connsiteY1230" fmla="*/ 459581 h 590550"/>
                <a:gd name="connsiteX1231" fmla="*/ 305562 w 762000"/>
                <a:gd name="connsiteY1231" fmla="*/ 459962 h 590550"/>
                <a:gd name="connsiteX1232" fmla="*/ 305943 w 762000"/>
                <a:gd name="connsiteY1232" fmla="*/ 460153 h 590550"/>
                <a:gd name="connsiteX1233" fmla="*/ 306133 w 762000"/>
                <a:gd name="connsiteY1233" fmla="*/ 460629 h 590550"/>
                <a:gd name="connsiteX1234" fmla="*/ 306133 w 762000"/>
                <a:gd name="connsiteY1234" fmla="*/ 461296 h 590550"/>
                <a:gd name="connsiteX1235" fmla="*/ 305943 w 762000"/>
                <a:gd name="connsiteY1235" fmla="*/ 462058 h 590550"/>
                <a:gd name="connsiteX1236" fmla="*/ 304990 w 762000"/>
                <a:gd name="connsiteY1236" fmla="*/ 463772 h 590550"/>
                <a:gd name="connsiteX1237" fmla="*/ 304419 w 762000"/>
                <a:gd name="connsiteY1237" fmla="*/ 465582 h 590550"/>
                <a:gd name="connsiteX1238" fmla="*/ 304038 w 762000"/>
                <a:gd name="connsiteY1238" fmla="*/ 465963 h 590550"/>
                <a:gd name="connsiteX1239" fmla="*/ 303657 w 762000"/>
                <a:gd name="connsiteY1239" fmla="*/ 466249 h 590550"/>
                <a:gd name="connsiteX1240" fmla="*/ 302895 w 762000"/>
                <a:gd name="connsiteY1240" fmla="*/ 467011 h 590550"/>
                <a:gd name="connsiteX1241" fmla="*/ 302228 w 762000"/>
                <a:gd name="connsiteY1241" fmla="*/ 467963 h 590550"/>
                <a:gd name="connsiteX1242" fmla="*/ 301276 w 762000"/>
                <a:gd name="connsiteY1242" fmla="*/ 470440 h 590550"/>
                <a:gd name="connsiteX1243" fmla="*/ 301085 w 762000"/>
                <a:gd name="connsiteY1243" fmla="*/ 471011 h 590550"/>
                <a:gd name="connsiteX1244" fmla="*/ 300704 w 762000"/>
                <a:gd name="connsiteY1244" fmla="*/ 471488 h 590550"/>
                <a:gd name="connsiteX1245" fmla="*/ 300418 w 762000"/>
                <a:gd name="connsiteY1245" fmla="*/ 471869 h 590550"/>
                <a:gd name="connsiteX1246" fmla="*/ 299942 w 762000"/>
                <a:gd name="connsiteY1246" fmla="*/ 472249 h 590550"/>
                <a:gd name="connsiteX1247" fmla="*/ 298228 w 762000"/>
                <a:gd name="connsiteY1247" fmla="*/ 473393 h 590550"/>
                <a:gd name="connsiteX1248" fmla="*/ 297942 w 762000"/>
                <a:gd name="connsiteY1248" fmla="*/ 473869 h 590550"/>
                <a:gd name="connsiteX1249" fmla="*/ 297561 w 762000"/>
                <a:gd name="connsiteY1249" fmla="*/ 474345 h 590550"/>
                <a:gd name="connsiteX1250" fmla="*/ 297371 w 762000"/>
                <a:gd name="connsiteY1250" fmla="*/ 474917 h 590550"/>
                <a:gd name="connsiteX1251" fmla="*/ 297275 w 762000"/>
                <a:gd name="connsiteY1251" fmla="*/ 475488 h 590550"/>
                <a:gd name="connsiteX1252" fmla="*/ 297085 w 762000"/>
                <a:gd name="connsiteY1252" fmla="*/ 476631 h 590550"/>
                <a:gd name="connsiteX1253" fmla="*/ 296989 w 762000"/>
                <a:gd name="connsiteY1253" fmla="*/ 477012 h 590550"/>
                <a:gd name="connsiteX1254" fmla="*/ 296799 w 762000"/>
                <a:gd name="connsiteY1254" fmla="*/ 477488 h 590550"/>
                <a:gd name="connsiteX1255" fmla="*/ 296608 w 762000"/>
                <a:gd name="connsiteY1255" fmla="*/ 477965 h 590550"/>
                <a:gd name="connsiteX1256" fmla="*/ 296228 w 762000"/>
                <a:gd name="connsiteY1256" fmla="*/ 478441 h 590550"/>
                <a:gd name="connsiteX1257" fmla="*/ 295465 w 762000"/>
                <a:gd name="connsiteY1257" fmla="*/ 479107 h 590550"/>
                <a:gd name="connsiteX1258" fmla="*/ 295084 w 762000"/>
                <a:gd name="connsiteY1258" fmla="*/ 479393 h 590550"/>
                <a:gd name="connsiteX1259" fmla="*/ 291370 w 762000"/>
                <a:gd name="connsiteY1259" fmla="*/ 481489 h 590550"/>
                <a:gd name="connsiteX1260" fmla="*/ 291084 w 762000"/>
                <a:gd name="connsiteY1260" fmla="*/ 481965 h 590550"/>
                <a:gd name="connsiteX1261" fmla="*/ 290989 w 762000"/>
                <a:gd name="connsiteY1261" fmla="*/ 482536 h 590550"/>
                <a:gd name="connsiteX1262" fmla="*/ 291846 w 762000"/>
                <a:gd name="connsiteY1262" fmla="*/ 484442 h 590550"/>
                <a:gd name="connsiteX1263" fmla="*/ 292037 w 762000"/>
                <a:gd name="connsiteY1263" fmla="*/ 485108 h 590550"/>
                <a:gd name="connsiteX1264" fmla="*/ 292037 w 762000"/>
                <a:gd name="connsiteY1264" fmla="*/ 485965 h 590550"/>
                <a:gd name="connsiteX1265" fmla="*/ 291941 w 762000"/>
                <a:gd name="connsiteY1265" fmla="*/ 486728 h 590550"/>
                <a:gd name="connsiteX1266" fmla="*/ 290703 w 762000"/>
                <a:gd name="connsiteY1266" fmla="*/ 492823 h 590550"/>
                <a:gd name="connsiteX1267" fmla="*/ 290608 w 762000"/>
                <a:gd name="connsiteY1267" fmla="*/ 494919 h 590550"/>
                <a:gd name="connsiteX1268" fmla="*/ 290608 w 762000"/>
                <a:gd name="connsiteY1268" fmla="*/ 495490 h 590550"/>
                <a:gd name="connsiteX1269" fmla="*/ 290989 w 762000"/>
                <a:gd name="connsiteY1269" fmla="*/ 496634 h 590550"/>
                <a:gd name="connsiteX1270" fmla="*/ 293751 w 762000"/>
                <a:gd name="connsiteY1270" fmla="*/ 502825 h 590550"/>
                <a:gd name="connsiteX1271" fmla="*/ 294037 w 762000"/>
                <a:gd name="connsiteY1271" fmla="*/ 503968 h 590550"/>
                <a:gd name="connsiteX1272" fmla="*/ 293846 w 762000"/>
                <a:gd name="connsiteY1272" fmla="*/ 504825 h 590550"/>
                <a:gd name="connsiteX1273" fmla="*/ 293465 w 762000"/>
                <a:gd name="connsiteY1273" fmla="*/ 507111 h 590550"/>
                <a:gd name="connsiteX1274" fmla="*/ 293275 w 762000"/>
                <a:gd name="connsiteY1274" fmla="*/ 507682 h 590550"/>
                <a:gd name="connsiteX1275" fmla="*/ 292322 w 762000"/>
                <a:gd name="connsiteY1275" fmla="*/ 510064 h 590550"/>
                <a:gd name="connsiteX1276" fmla="*/ 292227 w 762000"/>
                <a:gd name="connsiteY1276" fmla="*/ 510445 h 590550"/>
                <a:gd name="connsiteX1277" fmla="*/ 292227 w 762000"/>
                <a:gd name="connsiteY1277" fmla="*/ 510731 h 590550"/>
                <a:gd name="connsiteX1278" fmla="*/ 292227 w 762000"/>
                <a:gd name="connsiteY1278" fmla="*/ 510921 h 590550"/>
                <a:gd name="connsiteX1279" fmla="*/ 292227 w 762000"/>
                <a:gd name="connsiteY1279" fmla="*/ 511111 h 590550"/>
                <a:gd name="connsiteX1280" fmla="*/ 292608 w 762000"/>
                <a:gd name="connsiteY1280" fmla="*/ 511302 h 590550"/>
                <a:gd name="connsiteX1281" fmla="*/ 295561 w 762000"/>
                <a:gd name="connsiteY1281" fmla="*/ 512350 h 590550"/>
                <a:gd name="connsiteX1282" fmla="*/ 297561 w 762000"/>
                <a:gd name="connsiteY1282" fmla="*/ 512636 h 590550"/>
                <a:gd name="connsiteX1283" fmla="*/ 298704 w 762000"/>
                <a:gd name="connsiteY1283" fmla="*/ 512350 h 590550"/>
                <a:gd name="connsiteX1284" fmla="*/ 302133 w 762000"/>
                <a:gd name="connsiteY1284" fmla="*/ 510826 h 590550"/>
                <a:gd name="connsiteX1285" fmla="*/ 302609 w 762000"/>
                <a:gd name="connsiteY1285" fmla="*/ 510731 h 590550"/>
                <a:gd name="connsiteX1286" fmla="*/ 303086 w 762000"/>
                <a:gd name="connsiteY1286" fmla="*/ 510731 h 590550"/>
                <a:gd name="connsiteX1287" fmla="*/ 303466 w 762000"/>
                <a:gd name="connsiteY1287" fmla="*/ 510921 h 590550"/>
                <a:gd name="connsiteX1288" fmla="*/ 303657 w 762000"/>
                <a:gd name="connsiteY1288" fmla="*/ 511016 h 590550"/>
                <a:gd name="connsiteX1289" fmla="*/ 303657 w 762000"/>
                <a:gd name="connsiteY1289" fmla="*/ 511111 h 590550"/>
                <a:gd name="connsiteX1290" fmla="*/ 303847 w 762000"/>
                <a:gd name="connsiteY1290" fmla="*/ 511588 h 590550"/>
                <a:gd name="connsiteX1291" fmla="*/ 304038 w 762000"/>
                <a:gd name="connsiteY1291" fmla="*/ 513207 h 590550"/>
                <a:gd name="connsiteX1292" fmla="*/ 304229 w 762000"/>
                <a:gd name="connsiteY1292" fmla="*/ 517684 h 590550"/>
                <a:gd name="connsiteX1293" fmla="*/ 304800 w 762000"/>
                <a:gd name="connsiteY1293" fmla="*/ 520922 h 590550"/>
                <a:gd name="connsiteX1294" fmla="*/ 305276 w 762000"/>
                <a:gd name="connsiteY1294" fmla="*/ 522351 h 590550"/>
                <a:gd name="connsiteX1295" fmla="*/ 312801 w 762000"/>
                <a:gd name="connsiteY1295" fmla="*/ 539782 h 590550"/>
                <a:gd name="connsiteX1296" fmla="*/ 313182 w 762000"/>
                <a:gd name="connsiteY1296" fmla="*/ 540449 h 590550"/>
                <a:gd name="connsiteX1297" fmla="*/ 315658 w 762000"/>
                <a:gd name="connsiteY1297" fmla="*/ 542544 h 590550"/>
                <a:gd name="connsiteX1298" fmla="*/ 318516 w 762000"/>
                <a:gd name="connsiteY1298" fmla="*/ 547116 h 590550"/>
                <a:gd name="connsiteX1299" fmla="*/ 318897 w 762000"/>
                <a:gd name="connsiteY1299" fmla="*/ 547878 h 590550"/>
                <a:gd name="connsiteX1300" fmla="*/ 319183 w 762000"/>
                <a:gd name="connsiteY1300" fmla="*/ 548926 h 590550"/>
                <a:gd name="connsiteX1301" fmla="*/ 319373 w 762000"/>
                <a:gd name="connsiteY1301" fmla="*/ 550069 h 590550"/>
                <a:gd name="connsiteX1302" fmla="*/ 319373 w 762000"/>
                <a:gd name="connsiteY1302" fmla="*/ 550831 h 590550"/>
                <a:gd name="connsiteX1303" fmla="*/ 319468 w 762000"/>
                <a:gd name="connsiteY1303" fmla="*/ 551688 h 590550"/>
                <a:gd name="connsiteX1304" fmla="*/ 319754 w 762000"/>
                <a:gd name="connsiteY1304" fmla="*/ 552926 h 590550"/>
                <a:gd name="connsiteX1305" fmla="*/ 320230 w 762000"/>
                <a:gd name="connsiteY1305" fmla="*/ 553498 h 590550"/>
                <a:gd name="connsiteX1306" fmla="*/ 321659 w 762000"/>
                <a:gd name="connsiteY1306" fmla="*/ 554355 h 590550"/>
                <a:gd name="connsiteX1307" fmla="*/ 323374 w 762000"/>
                <a:gd name="connsiteY1307" fmla="*/ 556165 h 590550"/>
                <a:gd name="connsiteX1308" fmla="*/ 323945 w 762000"/>
                <a:gd name="connsiteY1308" fmla="*/ 556641 h 590550"/>
                <a:gd name="connsiteX1309" fmla="*/ 324517 w 762000"/>
                <a:gd name="connsiteY1309" fmla="*/ 556832 h 590550"/>
                <a:gd name="connsiteX1310" fmla="*/ 325850 w 762000"/>
                <a:gd name="connsiteY1310" fmla="*/ 557022 h 590550"/>
                <a:gd name="connsiteX1311" fmla="*/ 326707 w 762000"/>
                <a:gd name="connsiteY1311" fmla="*/ 557308 h 590550"/>
                <a:gd name="connsiteX1312" fmla="*/ 327184 w 762000"/>
                <a:gd name="connsiteY1312" fmla="*/ 557689 h 590550"/>
                <a:gd name="connsiteX1313" fmla="*/ 327374 w 762000"/>
                <a:gd name="connsiteY1313" fmla="*/ 558165 h 590550"/>
                <a:gd name="connsiteX1314" fmla="*/ 327660 w 762000"/>
                <a:gd name="connsiteY1314" fmla="*/ 559308 h 590550"/>
                <a:gd name="connsiteX1315" fmla="*/ 327850 w 762000"/>
                <a:gd name="connsiteY1315" fmla="*/ 560451 h 590550"/>
                <a:gd name="connsiteX1316" fmla="*/ 327755 w 762000"/>
                <a:gd name="connsiteY1316" fmla="*/ 561023 h 590550"/>
                <a:gd name="connsiteX1317" fmla="*/ 327660 w 762000"/>
                <a:gd name="connsiteY1317" fmla="*/ 561880 h 590550"/>
                <a:gd name="connsiteX1318" fmla="*/ 327374 w 762000"/>
                <a:gd name="connsiteY1318" fmla="*/ 563213 h 590550"/>
                <a:gd name="connsiteX1319" fmla="*/ 327279 w 762000"/>
                <a:gd name="connsiteY1319" fmla="*/ 563880 h 590550"/>
                <a:gd name="connsiteX1320" fmla="*/ 327279 w 762000"/>
                <a:gd name="connsiteY1320" fmla="*/ 564737 h 590550"/>
                <a:gd name="connsiteX1321" fmla="*/ 327565 w 762000"/>
                <a:gd name="connsiteY1321" fmla="*/ 565309 h 590550"/>
                <a:gd name="connsiteX1322" fmla="*/ 329184 w 762000"/>
                <a:gd name="connsiteY1322" fmla="*/ 567309 h 590550"/>
                <a:gd name="connsiteX1323" fmla="*/ 329184 w 762000"/>
                <a:gd name="connsiteY1323" fmla="*/ 567976 h 590550"/>
                <a:gd name="connsiteX1324" fmla="*/ 328993 w 762000"/>
                <a:gd name="connsiteY1324" fmla="*/ 568452 h 590550"/>
                <a:gd name="connsiteX1325" fmla="*/ 326041 w 762000"/>
                <a:gd name="connsiteY1325" fmla="*/ 570548 h 590550"/>
                <a:gd name="connsiteX1326" fmla="*/ 325755 w 762000"/>
                <a:gd name="connsiteY1326" fmla="*/ 571119 h 590550"/>
                <a:gd name="connsiteX1327" fmla="*/ 325564 w 762000"/>
                <a:gd name="connsiteY1327" fmla="*/ 571976 h 590550"/>
                <a:gd name="connsiteX1328" fmla="*/ 325660 w 762000"/>
                <a:gd name="connsiteY1328" fmla="*/ 573595 h 590550"/>
                <a:gd name="connsiteX1329" fmla="*/ 325660 w 762000"/>
                <a:gd name="connsiteY1329" fmla="*/ 574643 h 590550"/>
                <a:gd name="connsiteX1330" fmla="*/ 325469 w 762000"/>
                <a:gd name="connsiteY1330" fmla="*/ 575405 h 590550"/>
                <a:gd name="connsiteX1331" fmla="*/ 324612 w 762000"/>
                <a:gd name="connsiteY1331" fmla="*/ 577882 h 590550"/>
                <a:gd name="connsiteX1332" fmla="*/ 323755 w 762000"/>
                <a:gd name="connsiteY1332" fmla="*/ 581120 h 590550"/>
                <a:gd name="connsiteX1333" fmla="*/ 323564 w 762000"/>
                <a:gd name="connsiteY1333" fmla="*/ 581692 h 590550"/>
                <a:gd name="connsiteX1334" fmla="*/ 323374 w 762000"/>
                <a:gd name="connsiteY1334" fmla="*/ 582263 h 590550"/>
                <a:gd name="connsiteX1335" fmla="*/ 323088 w 762000"/>
                <a:gd name="connsiteY1335" fmla="*/ 582835 h 590550"/>
                <a:gd name="connsiteX1336" fmla="*/ 322326 w 762000"/>
                <a:gd name="connsiteY1336" fmla="*/ 583597 h 590550"/>
                <a:gd name="connsiteX1337" fmla="*/ 321945 w 762000"/>
                <a:gd name="connsiteY1337" fmla="*/ 583978 h 590550"/>
                <a:gd name="connsiteX1338" fmla="*/ 320135 w 762000"/>
                <a:gd name="connsiteY1338" fmla="*/ 585026 h 590550"/>
                <a:gd name="connsiteX1339" fmla="*/ 319754 w 762000"/>
                <a:gd name="connsiteY1339" fmla="*/ 585311 h 590550"/>
                <a:gd name="connsiteX1340" fmla="*/ 319373 w 762000"/>
                <a:gd name="connsiteY1340" fmla="*/ 585692 h 590550"/>
                <a:gd name="connsiteX1341" fmla="*/ 318802 w 762000"/>
                <a:gd name="connsiteY1341" fmla="*/ 586645 h 590550"/>
                <a:gd name="connsiteX1342" fmla="*/ 318230 w 762000"/>
                <a:gd name="connsiteY1342" fmla="*/ 587883 h 590550"/>
                <a:gd name="connsiteX1343" fmla="*/ 317563 w 762000"/>
                <a:gd name="connsiteY1343" fmla="*/ 588645 h 590550"/>
                <a:gd name="connsiteX1344" fmla="*/ 316516 w 762000"/>
                <a:gd name="connsiteY1344" fmla="*/ 589883 h 590550"/>
                <a:gd name="connsiteX1345" fmla="*/ 316135 w 762000"/>
                <a:gd name="connsiteY1345" fmla="*/ 590264 h 590550"/>
                <a:gd name="connsiteX1346" fmla="*/ 315278 w 762000"/>
                <a:gd name="connsiteY1346" fmla="*/ 590836 h 590550"/>
                <a:gd name="connsiteX1347" fmla="*/ 314801 w 762000"/>
                <a:gd name="connsiteY1347" fmla="*/ 591217 h 590550"/>
                <a:gd name="connsiteX1348" fmla="*/ 313849 w 762000"/>
                <a:gd name="connsiteY1348" fmla="*/ 592455 h 590550"/>
                <a:gd name="connsiteX1349" fmla="*/ 314420 w 762000"/>
                <a:gd name="connsiteY1349" fmla="*/ 593503 h 590550"/>
                <a:gd name="connsiteX1350" fmla="*/ 315087 w 762000"/>
                <a:gd name="connsiteY1350" fmla="*/ 593789 h 590550"/>
                <a:gd name="connsiteX1351" fmla="*/ 315754 w 762000"/>
                <a:gd name="connsiteY1351" fmla="*/ 593979 h 590550"/>
                <a:gd name="connsiteX1352" fmla="*/ 320897 w 762000"/>
                <a:gd name="connsiteY1352" fmla="*/ 593884 h 590550"/>
                <a:gd name="connsiteX1353" fmla="*/ 322040 w 762000"/>
                <a:gd name="connsiteY1353" fmla="*/ 594170 h 590550"/>
                <a:gd name="connsiteX1354" fmla="*/ 322707 w 762000"/>
                <a:gd name="connsiteY1354" fmla="*/ 594551 h 590550"/>
                <a:gd name="connsiteX1355" fmla="*/ 323279 w 762000"/>
                <a:gd name="connsiteY1355" fmla="*/ 595408 h 590550"/>
                <a:gd name="connsiteX1356" fmla="*/ 323659 w 762000"/>
                <a:gd name="connsiteY1356" fmla="*/ 596456 h 590550"/>
                <a:gd name="connsiteX1357" fmla="*/ 323945 w 762000"/>
                <a:gd name="connsiteY1357" fmla="*/ 597980 h 590550"/>
                <a:gd name="connsiteX1358" fmla="*/ 324040 w 762000"/>
                <a:gd name="connsiteY1358" fmla="*/ 598075 h 590550"/>
                <a:gd name="connsiteX1359" fmla="*/ 324040 w 762000"/>
                <a:gd name="connsiteY1359" fmla="*/ 598075 h 590550"/>
                <a:gd name="connsiteX1360" fmla="*/ 324231 w 762000"/>
                <a:gd name="connsiteY1360" fmla="*/ 597980 h 590550"/>
                <a:gd name="connsiteX1361" fmla="*/ 326707 w 762000"/>
                <a:gd name="connsiteY1361" fmla="*/ 597408 h 590550"/>
                <a:gd name="connsiteX1362" fmla="*/ 327374 w 762000"/>
                <a:gd name="connsiteY1362" fmla="*/ 597122 h 590550"/>
                <a:gd name="connsiteX1363" fmla="*/ 327755 w 762000"/>
                <a:gd name="connsiteY1363" fmla="*/ 596456 h 590550"/>
                <a:gd name="connsiteX1364" fmla="*/ 328041 w 762000"/>
                <a:gd name="connsiteY1364" fmla="*/ 595694 h 590550"/>
                <a:gd name="connsiteX1365" fmla="*/ 328613 w 762000"/>
                <a:gd name="connsiteY1365" fmla="*/ 595313 h 590550"/>
                <a:gd name="connsiteX1366" fmla="*/ 329374 w 762000"/>
                <a:gd name="connsiteY1366" fmla="*/ 595217 h 590550"/>
                <a:gd name="connsiteX1367" fmla="*/ 330041 w 762000"/>
                <a:gd name="connsiteY1367" fmla="*/ 595408 h 590550"/>
                <a:gd name="connsiteX1368" fmla="*/ 333470 w 762000"/>
                <a:gd name="connsiteY1368" fmla="*/ 596932 h 590550"/>
                <a:gd name="connsiteX1369" fmla="*/ 334232 w 762000"/>
                <a:gd name="connsiteY1369" fmla="*/ 596836 h 590550"/>
                <a:gd name="connsiteX1370" fmla="*/ 337471 w 762000"/>
                <a:gd name="connsiteY1370" fmla="*/ 594551 h 590550"/>
                <a:gd name="connsiteX1371" fmla="*/ 338518 w 762000"/>
                <a:gd name="connsiteY1371" fmla="*/ 594074 h 590550"/>
                <a:gd name="connsiteX1372" fmla="*/ 339852 w 762000"/>
                <a:gd name="connsiteY1372" fmla="*/ 593884 h 590550"/>
                <a:gd name="connsiteX1373" fmla="*/ 340709 w 762000"/>
                <a:gd name="connsiteY1373" fmla="*/ 594360 h 590550"/>
                <a:gd name="connsiteX1374" fmla="*/ 341662 w 762000"/>
                <a:gd name="connsiteY1374" fmla="*/ 595408 h 590550"/>
                <a:gd name="connsiteX1375" fmla="*/ 342614 w 762000"/>
                <a:gd name="connsiteY1375" fmla="*/ 596170 h 590550"/>
                <a:gd name="connsiteX1376" fmla="*/ 343662 w 762000"/>
                <a:gd name="connsiteY1376" fmla="*/ 595598 h 590550"/>
                <a:gd name="connsiteX1377" fmla="*/ 344805 w 762000"/>
                <a:gd name="connsiteY1377" fmla="*/ 594646 h 590550"/>
                <a:gd name="connsiteX1378" fmla="*/ 347281 w 762000"/>
                <a:gd name="connsiteY1378" fmla="*/ 594360 h 590550"/>
                <a:gd name="connsiteX1379" fmla="*/ 348329 w 762000"/>
                <a:gd name="connsiteY1379" fmla="*/ 593884 h 590550"/>
                <a:gd name="connsiteX1380" fmla="*/ 348901 w 762000"/>
                <a:gd name="connsiteY1380" fmla="*/ 592836 h 590550"/>
                <a:gd name="connsiteX1381" fmla="*/ 348520 w 762000"/>
                <a:gd name="connsiteY1381" fmla="*/ 592265 h 590550"/>
                <a:gd name="connsiteX1382" fmla="*/ 347377 w 762000"/>
                <a:gd name="connsiteY1382" fmla="*/ 592169 h 590550"/>
                <a:gd name="connsiteX1383" fmla="*/ 346138 w 762000"/>
                <a:gd name="connsiteY1383" fmla="*/ 592360 h 590550"/>
                <a:gd name="connsiteX1384" fmla="*/ 347091 w 762000"/>
                <a:gd name="connsiteY1384" fmla="*/ 590740 h 590550"/>
                <a:gd name="connsiteX1385" fmla="*/ 348424 w 762000"/>
                <a:gd name="connsiteY1385" fmla="*/ 590360 h 590550"/>
                <a:gd name="connsiteX1386" fmla="*/ 349948 w 762000"/>
                <a:gd name="connsiteY1386" fmla="*/ 590074 h 590550"/>
                <a:gd name="connsiteX1387" fmla="*/ 351282 w 762000"/>
                <a:gd name="connsiteY1387" fmla="*/ 589026 h 590550"/>
                <a:gd name="connsiteX1388" fmla="*/ 352996 w 762000"/>
                <a:gd name="connsiteY1388" fmla="*/ 586549 h 590550"/>
                <a:gd name="connsiteX1389" fmla="*/ 353473 w 762000"/>
                <a:gd name="connsiteY1389" fmla="*/ 585311 h 590550"/>
                <a:gd name="connsiteX1390" fmla="*/ 353187 w 762000"/>
                <a:gd name="connsiteY1390" fmla="*/ 584359 h 590550"/>
                <a:gd name="connsiteX1391" fmla="*/ 353758 w 762000"/>
                <a:gd name="connsiteY1391" fmla="*/ 583502 h 590550"/>
                <a:gd name="connsiteX1392" fmla="*/ 354425 w 762000"/>
                <a:gd name="connsiteY1392" fmla="*/ 582930 h 590550"/>
                <a:gd name="connsiteX1393" fmla="*/ 355187 w 762000"/>
                <a:gd name="connsiteY1393" fmla="*/ 582549 h 590550"/>
                <a:gd name="connsiteX1394" fmla="*/ 356045 w 762000"/>
                <a:gd name="connsiteY1394" fmla="*/ 582263 h 590550"/>
                <a:gd name="connsiteX1395" fmla="*/ 355759 w 762000"/>
                <a:gd name="connsiteY1395" fmla="*/ 580930 h 590550"/>
                <a:gd name="connsiteX1396" fmla="*/ 356616 w 762000"/>
                <a:gd name="connsiteY1396" fmla="*/ 579787 h 590550"/>
                <a:gd name="connsiteX1397" fmla="*/ 357759 w 762000"/>
                <a:gd name="connsiteY1397" fmla="*/ 578644 h 590550"/>
                <a:gd name="connsiteX1398" fmla="*/ 358712 w 762000"/>
                <a:gd name="connsiteY1398" fmla="*/ 577215 h 590550"/>
                <a:gd name="connsiteX1399" fmla="*/ 357568 w 762000"/>
                <a:gd name="connsiteY1399" fmla="*/ 575215 h 590550"/>
                <a:gd name="connsiteX1400" fmla="*/ 359473 w 762000"/>
                <a:gd name="connsiteY1400" fmla="*/ 573500 h 590550"/>
                <a:gd name="connsiteX1401" fmla="*/ 368522 w 762000"/>
                <a:gd name="connsiteY1401" fmla="*/ 568071 h 590550"/>
                <a:gd name="connsiteX1402" fmla="*/ 369665 w 762000"/>
                <a:gd name="connsiteY1402" fmla="*/ 567119 h 590550"/>
                <a:gd name="connsiteX1403" fmla="*/ 370427 w 762000"/>
                <a:gd name="connsiteY1403" fmla="*/ 565880 h 590550"/>
                <a:gd name="connsiteX1404" fmla="*/ 372428 w 762000"/>
                <a:gd name="connsiteY1404" fmla="*/ 561308 h 590550"/>
                <a:gd name="connsiteX1405" fmla="*/ 373380 w 762000"/>
                <a:gd name="connsiteY1405" fmla="*/ 560070 h 590550"/>
                <a:gd name="connsiteX1406" fmla="*/ 375380 w 762000"/>
                <a:gd name="connsiteY1406" fmla="*/ 558070 h 590550"/>
                <a:gd name="connsiteX1407" fmla="*/ 376238 w 762000"/>
                <a:gd name="connsiteY1407" fmla="*/ 556832 h 590550"/>
                <a:gd name="connsiteX1408" fmla="*/ 378142 w 762000"/>
                <a:gd name="connsiteY1408" fmla="*/ 552450 h 590550"/>
                <a:gd name="connsiteX1409" fmla="*/ 379000 w 762000"/>
                <a:gd name="connsiteY1409" fmla="*/ 551117 h 590550"/>
                <a:gd name="connsiteX1410" fmla="*/ 382905 w 762000"/>
                <a:gd name="connsiteY1410" fmla="*/ 546354 h 590550"/>
                <a:gd name="connsiteX1411" fmla="*/ 385477 w 762000"/>
                <a:gd name="connsiteY1411" fmla="*/ 544449 h 590550"/>
                <a:gd name="connsiteX1412" fmla="*/ 387763 w 762000"/>
                <a:gd name="connsiteY1412" fmla="*/ 544449 h 590550"/>
                <a:gd name="connsiteX1413" fmla="*/ 387477 w 762000"/>
                <a:gd name="connsiteY1413" fmla="*/ 544925 h 590550"/>
                <a:gd name="connsiteX1414" fmla="*/ 387382 w 762000"/>
                <a:gd name="connsiteY1414" fmla="*/ 545306 h 590550"/>
                <a:gd name="connsiteX1415" fmla="*/ 387191 w 762000"/>
                <a:gd name="connsiteY1415" fmla="*/ 545687 h 590550"/>
                <a:gd name="connsiteX1416" fmla="*/ 386715 w 762000"/>
                <a:gd name="connsiteY1416" fmla="*/ 545973 h 590550"/>
                <a:gd name="connsiteX1417" fmla="*/ 386715 w 762000"/>
                <a:gd name="connsiteY1417" fmla="*/ 546830 h 590550"/>
                <a:gd name="connsiteX1418" fmla="*/ 389382 w 762000"/>
                <a:gd name="connsiteY1418" fmla="*/ 545973 h 590550"/>
                <a:gd name="connsiteX1419" fmla="*/ 389382 w 762000"/>
                <a:gd name="connsiteY1419" fmla="*/ 543306 h 590550"/>
                <a:gd name="connsiteX1420" fmla="*/ 388334 w 762000"/>
                <a:gd name="connsiteY1420" fmla="*/ 539972 h 590550"/>
                <a:gd name="connsiteX1421" fmla="*/ 387763 w 762000"/>
                <a:gd name="connsiteY1421" fmla="*/ 537210 h 590550"/>
                <a:gd name="connsiteX1422" fmla="*/ 388239 w 762000"/>
                <a:gd name="connsiteY1422" fmla="*/ 535877 h 590550"/>
                <a:gd name="connsiteX1423" fmla="*/ 391001 w 762000"/>
                <a:gd name="connsiteY1423" fmla="*/ 531400 h 590550"/>
                <a:gd name="connsiteX1424" fmla="*/ 392335 w 762000"/>
                <a:gd name="connsiteY1424" fmla="*/ 526637 h 590550"/>
                <a:gd name="connsiteX1425" fmla="*/ 393859 w 762000"/>
                <a:gd name="connsiteY1425" fmla="*/ 523685 h 590550"/>
                <a:gd name="connsiteX1426" fmla="*/ 394145 w 762000"/>
                <a:gd name="connsiteY1426" fmla="*/ 522256 h 590550"/>
                <a:gd name="connsiteX1427" fmla="*/ 393859 w 762000"/>
                <a:gd name="connsiteY1427" fmla="*/ 520922 h 590550"/>
                <a:gd name="connsiteX1428" fmla="*/ 393001 w 762000"/>
                <a:gd name="connsiteY1428" fmla="*/ 519398 h 590550"/>
                <a:gd name="connsiteX1429" fmla="*/ 393001 w 762000"/>
                <a:gd name="connsiteY1429" fmla="*/ 518160 h 590550"/>
                <a:gd name="connsiteX1430" fmla="*/ 395859 w 762000"/>
                <a:gd name="connsiteY1430" fmla="*/ 515112 h 590550"/>
                <a:gd name="connsiteX1431" fmla="*/ 397097 w 762000"/>
                <a:gd name="connsiteY1431" fmla="*/ 512636 h 590550"/>
                <a:gd name="connsiteX1432" fmla="*/ 398336 w 762000"/>
                <a:gd name="connsiteY1432" fmla="*/ 512350 h 590550"/>
                <a:gd name="connsiteX1433" fmla="*/ 401193 w 762000"/>
                <a:gd name="connsiteY1433" fmla="*/ 512445 h 590550"/>
                <a:gd name="connsiteX1434" fmla="*/ 402050 w 762000"/>
                <a:gd name="connsiteY1434" fmla="*/ 511969 h 590550"/>
                <a:gd name="connsiteX1435" fmla="*/ 404622 w 762000"/>
                <a:gd name="connsiteY1435" fmla="*/ 509588 h 590550"/>
                <a:gd name="connsiteX1436" fmla="*/ 405860 w 762000"/>
                <a:gd name="connsiteY1436" fmla="*/ 508826 h 590550"/>
                <a:gd name="connsiteX1437" fmla="*/ 404813 w 762000"/>
                <a:gd name="connsiteY1437" fmla="*/ 507968 h 590550"/>
                <a:gd name="connsiteX1438" fmla="*/ 403574 w 762000"/>
                <a:gd name="connsiteY1438" fmla="*/ 507206 h 590550"/>
                <a:gd name="connsiteX1439" fmla="*/ 402622 w 762000"/>
                <a:gd name="connsiteY1439" fmla="*/ 506444 h 590550"/>
                <a:gd name="connsiteX1440" fmla="*/ 401955 w 762000"/>
                <a:gd name="connsiteY1440" fmla="*/ 505111 h 590550"/>
                <a:gd name="connsiteX1441" fmla="*/ 403384 w 762000"/>
                <a:gd name="connsiteY1441" fmla="*/ 504539 h 590550"/>
                <a:gd name="connsiteX1442" fmla="*/ 404622 w 762000"/>
                <a:gd name="connsiteY1442" fmla="*/ 504539 h 590550"/>
                <a:gd name="connsiteX1443" fmla="*/ 405860 w 762000"/>
                <a:gd name="connsiteY1443" fmla="*/ 505015 h 590550"/>
                <a:gd name="connsiteX1444" fmla="*/ 407003 w 762000"/>
                <a:gd name="connsiteY1444" fmla="*/ 505873 h 590550"/>
                <a:gd name="connsiteX1445" fmla="*/ 409384 w 762000"/>
                <a:gd name="connsiteY1445" fmla="*/ 508540 h 590550"/>
                <a:gd name="connsiteX1446" fmla="*/ 410718 w 762000"/>
                <a:gd name="connsiteY1446" fmla="*/ 509397 h 590550"/>
                <a:gd name="connsiteX1447" fmla="*/ 411289 w 762000"/>
                <a:gd name="connsiteY1447" fmla="*/ 508444 h 590550"/>
                <a:gd name="connsiteX1448" fmla="*/ 412337 w 762000"/>
                <a:gd name="connsiteY1448" fmla="*/ 505778 h 590550"/>
                <a:gd name="connsiteX1449" fmla="*/ 416814 w 762000"/>
                <a:gd name="connsiteY1449" fmla="*/ 503968 h 590550"/>
                <a:gd name="connsiteX1450" fmla="*/ 417862 w 762000"/>
                <a:gd name="connsiteY1450" fmla="*/ 501110 h 590550"/>
                <a:gd name="connsiteX1451" fmla="*/ 418624 w 762000"/>
                <a:gd name="connsiteY1451" fmla="*/ 499872 h 590550"/>
                <a:gd name="connsiteX1452" fmla="*/ 420338 w 762000"/>
                <a:gd name="connsiteY1452" fmla="*/ 498729 h 590550"/>
                <a:gd name="connsiteX1453" fmla="*/ 422053 w 762000"/>
                <a:gd name="connsiteY1453" fmla="*/ 498157 h 590550"/>
                <a:gd name="connsiteX1454" fmla="*/ 422815 w 762000"/>
                <a:gd name="connsiteY1454" fmla="*/ 499015 h 590550"/>
                <a:gd name="connsiteX1455" fmla="*/ 422910 w 762000"/>
                <a:gd name="connsiteY1455" fmla="*/ 501301 h 590550"/>
                <a:gd name="connsiteX1456" fmla="*/ 423291 w 762000"/>
                <a:gd name="connsiteY1456" fmla="*/ 501872 h 590550"/>
                <a:gd name="connsiteX1457" fmla="*/ 424339 w 762000"/>
                <a:gd name="connsiteY1457" fmla="*/ 501872 h 590550"/>
                <a:gd name="connsiteX1458" fmla="*/ 426148 w 762000"/>
                <a:gd name="connsiteY1458" fmla="*/ 502253 h 590550"/>
                <a:gd name="connsiteX1459" fmla="*/ 427577 w 762000"/>
                <a:gd name="connsiteY1459" fmla="*/ 503396 h 590550"/>
                <a:gd name="connsiteX1460" fmla="*/ 430244 w 762000"/>
                <a:gd name="connsiteY1460" fmla="*/ 505587 h 590550"/>
                <a:gd name="connsiteX1461" fmla="*/ 431006 w 762000"/>
                <a:gd name="connsiteY1461" fmla="*/ 505492 h 590550"/>
                <a:gd name="connsiteX1462" fmla="*/ 431387 w 762000"/>
                <a:gd name="connsiteY1462" fmla="*/ 506920 h 590550"/>
                <a:gd name="connsiteX1463" fmla="*/ 433102 w 762000"/>
                <a:gd name="connsiteY1463" fmla="*/ 509683 h 590550"/>
                <a:gd name="connsiteX1464" fmla="*/ 433768 w 762000"/>
                <a:gd name="connsiteY1464" fmla="*/ 511016 h 590550"/>
                <a:gd name="connsiteX1465" fmla="*/ 432340 w 762000"/>
                <a:gd name="connsiteY1465" fmla="*/ 510826 h 590550"/>
                <a:gd name="connsiteX1466" fmla="*/ 431578 w 762000"/>
                <a:gd name="connsiteY1466" fmla="*/ 511397 h 590550"/>
                <a:gd name="connsiteX1467" fmla="*/ 431292 w 762000"/>
                <a:gd name="connsiteY1467" fmla="*/ 512350 h 590550"/>
                <a:gd name="connsiteX1468" fmla="*/ 431578 w 762000"/>
                <a:gd name="connsiteY1468" fmla="*/ 513969 h 590550"/>
                <a:gd name="connsiteX1469" fmla="*/ 432340 w 762000"/>
                <a:gd name="connsiteY1469" fmla="*/ 515017 h 590550"/>
                <a:gd name="connsiteX1470" fmla="*/ 433578 w 762000"/>
                <a:gd name="connsiteY1470" fmla="*/ 515874 h 590550"/>
                <a:gd name="connsiteX1471" fmla="*/ 435959 w 762000"/>
                <a:gd name="connsiteY1471" fmla="*/ 516827 h 590550"/>
                <a:gd name="connsiteX1472" fmla="*/ 435769 w 762000"/>
                <a:gd name="connsiteY1472" fmla="*/ 517303 h 590550"/>
                <a:gd name="connsiteX1473" fmla="*/ 435388 w 762000"/>
                <a:gd name="connsiteY1473" fmla="*/ 518351 h 590550"/>
                <a:gd name="connsiteX1474" fmla="*/ 436721 w 762000"/>
                <a:gd name="connsiteY1474" fmla="*/ 518541 h 590550"/>
                <a:gd name="connsiteX1475" fmla="*/ 440912 w 762000"/>
                <a:gd name="connsiteY1475" fmla="*/ 520160 h 590550"/>
                <a:gd name="connsiteX1476" fmla="*/ 441960 w 762000"/>
                <a:gd name="connsiteY1476" fmla="*/ 521208 h 590550"/>
                <a:gd name="connsiteX1477" fmla="*/ 440246 w 762000"/>
                <a:gd name="connsiteY1477" fmla="*/ 521875 h 590550"/>
                <a:gd name="connsiteX1478" fmla="*/ 438531 w 762000"/>
                <a:gd name="connsiteY1478" fmla="*/ 522923 h 590550"/>
                <a:gd name="connsiteX1479" fmla="*/ 437007 w 762000"/>
                <a:gd name="connsiteY1479" fmla="*/ 524351 h 590550"/>
                <a:gd name="connsiteX1480" fmla="*/ 435959 w 762000"/>
                <a:gd name="connsiteY1480" fmla="*/ 526256 h 590550"/>
                <a:gd name="connsiteX1481" fmla="*/ 436531 w 762000"/>
                <a:gd name="connsiteY1481" fmla="*/ 526352 h 590550"/>
                <a:gd name="connsiteX1482" fmla="*/ 437293 w 762000"/>
                <a:gd name="connsiteY1482" fmla="*/ 526542 h 590550"/>
                <a:gd name="connsiteX1483" fmla="*/ 437864 w 762000"/>
                <a:gd name="connsiteY1483" fmla="*/ 526923 h 590550"/>
                <a:gd name="connsiteX1484" fmla="*/ 438340 w 762000"/>
                <a:gd name="connsiteY1484" fmla="*/ 527971 h 590550"/>
                <a:gd name="connsiteX1485" fmla="*/ 439007 w 762000"/>
                <a:gd name="connsiteY1485" fmla="*/ 527685 h 590550"/>
                <a:gd name="connsiteX1486" fmla="*/ 440055 w 762000"/>
                <a:gd name="connsiteY1486" fmla="*/ 527018 h 590550"/>
                <a:gd name="connsiteX1487" fmla="*/ 440817 w 762000"/>
                <a:gd name="connsiteY1487" fmla="*/ 527209 h 590550"/>
                <a:gd name="connsiteX1488" fmla="*/ 441198 w 762000"/>
                <a:gd name="connsiteY1488" fmla="*/ 527685 h 590550"/>
                <a:gd name="connsiteX1489" fmla="*/ 441579 w 762000"/>
                <a:gd name="connsiteY1489" fmla="*/ 528257 h 590550"/>
                <a:gd name="connsiteX1490" fmla="*/ 441960 w 762000"/>
                <a:gd name="connsiteY1490" fmla="*/ 528447 h 590550"/>
                <a:gd name="connsiteX1491" fmla="*/ 442627 w 762000"/>
                <a:gd name="connsiteY1491" fmla="*/ 527971 h 590550"/>
                <a:gd name="connsiteX1492" fmla="*/ 443674 w 762000"/>
                <a:gd name="connsiteY1492" fmla="*/ 525780 h 590550"/>
                <a:gd name="connsiteX1493" fmla="*/ 444151 w 762000"/>
                <a:gd name="connsiteY1493" fmla="*/ 525399 h 590550"/>
                <a:gd name="connsiteX1494" fmla="*/ 445389 w 762000"/>
                <a:gd name="connsiteY1494" fmla="*/ 525970 h 590550"/>
                <a:gd name="connsiteX1495" fmla="*/ 447199 w 762000"/>
                <a:gd name="connsiteY1495" fmla="*/ 527304 h 590550"/>
                <a:gd name="connsiteX1496" fmla="*/ 448246 w 762000"/>
                <a:gd name="connsiteY1496" fmla="*/ 527590 h 590550"/>
                <a:gd name="connsiteX1497" fmla="*/ 449008 w 762000"/>
                <a:gd name="connsiteY1497" fmla="*/ 527399 h 590550"/>
                <a:gd name="connsiteX1498" fmla="*/ 449580 w 762000"/>
                <a:gd name="connsiteY1498" fmla="*/ 527018 h 590550"/>
                <a:gd name="connsiteX1499" fmla="*/ 450151 w 762000"/>
                <a:gd name="connsiteY1499" fmla="*/ 527018 h 590550"/>
                <a:gd name="connsiteX1500" fmla="*/ 450723 w 762000"/>
                <a:gd name="connsiteY1500" fmla="*/ 527590 h 590550"/>
                <a:gd name="connsiteX1501" fmla="*/ 450818 w 762000"/>
                <a:gd name="connsiteY1501" fmla="*/ 528257 h 590550"/>
                <a:gd name="connsiteX1502" fmla="*/ 450247 w 762000"/>
                <a:gd name="connsiteY1502" fmla="*/ 529019 h 590550"/>
                <a:gd name="connsiteX1503" fmla="*/ 449580 w 762000"/>
                <a:gd name="connsiteY1503" fmla="*/ 529495 h 590550"/>
                <a:gd name="connsiteX1504" fmla="*/ 449104 w 762000"/>
                <a:gd name="connsiteY1504" fmla="*/ 529781 h 590550"/>
                <a:gd name="connsiteX1505" fmla="*/ 450532 w 762000"/>
                <a:gd name="connsiteY1505" fmla="*/ 530352 h 590550"/>
                <a:gd name="connsiteX1506" fmla="*/ 451961 w 762000"/>
                <a:gd name="connsiteY1506" fmla="*/ 530828 h 590550"/>
                <a:gd name="connsiteX1507" fmla="*/ 455105 w 762000"/>
                <a:gd name="connsiteY1507" fmla="*/ 531209 h 590550"/>
                <a:gd name="connsiteX1508" fmla="*/ 455866 w 762000"/>
                <a:gd name="connsiteY1508" fmla="*/ 531019 h 590550"/>
                <a:gd name="connsiteX1509" fmla="*/ 457295 w 762000"/>
                <a:gd name="connsiteY1509" fmla="*/ 530447 h 590550"/>
                <a:gd name="connsiteX1510" fmla="*/ 457867 w 762000"/>
                <a:gd name="connsiteY1510" fmla="*/ 530447 h 590550"/>
                <a:gd name="connsiteX1511" fmla="*/ 458629 w 762000"/>
                <a:gd name="connsiteY1511" fmla="*/ 530733 h 590550"/>
                <a:gd name="connsiteX1512" fmla="*/ 459296 w 762000"/>
                <a:gd name="connsiteY1512" fmla="*/ 531209 h 590550"/>
                <a:gd name="connsiteX1513" fmla="*/ 459676 w 762000"/>
                <a:gd name="connsiteY1513" fmla="*/ 531686 h 590550"/>
                <a:gd name="connsiteX1514" fmla="*/ 459962 w 762000"/>
                <a:gd name="connsiteY1514" fmla="*/ 531876 h 590550"/>
                <a:gd name="connsiteX1515" fmla="*/ 461772 w 762000"/>
                <a:gd name="connsiteY1515" fmla="*/ 532067 h 590550"/>
                <a:gd name="connsiteX1516" fmla="*/ 463010 w 762000"/>
                <a:gd name="connsiteY1516" fmla="*/ 531590 h 590550"/>
                <a:gd name="connsiteX1517" fmla="*/ 464153 w 762000"/>
                <a:gd name="connsiteY1517" fmla="*/ 530828 h 590550"/>
                <a:gd name="connsiteX1518" fmla="*/ 465487 w 762000"/>
                <a:gd name="connsiteY1518" fmla="*/ 530447 h 590550"/>
                <a:gd name="connsiteX1519" fmla="*/ 466820 w 762000"/>
                <a:gd name="connsiteY1519" fmla="*/ 530733 h 590550"/>
                <a:gd name="connsiteX1520" fmla="*/ 468249 w 762000"/>
                <a:gd name="connsiteY1520" fmla="*/ 531495 h 590550"/>
                <a:gd name="connsiteX1521" fmla="*/ 469678 w 762000"/>
                <a:gd name="connsiteY1521" fmla="*/ 531971 h 590550"/>
                <a:gd name="connsiteX1522" fmla="*/ 471011 w 762000"/>
                <a:gd name="connsiteY1522" fmla="*/ 531209 h 590550"/>
                <a:gd name="connsiteX1523" fmla="*/ 471202 w 762000"/>
                <a:gd name="connsiteY1523" fmla="*/ 533590 h 590550"/>
                <a:gd name="connsiteX1524" fmla="*/ 472249 w 762000"/>
                <a:gd name="connsiteY1524" fmla="*/ 534734 h 590550"/>
                <a:gd name="connsiteX1525" fmla="*/ 475393 w 762000"/>
                <a:gd name="connsiteY1525" fmla="*/ 535591 h 590550"/>
                <a:gd name="connsiteX1526" fmla="*/ 478060 w 762000"/>
                <a:gd name="connsiteY1526" fmla="*/ 537401 h 590550"/>
                <a:gd name="connsiteX1527" fmla="*/ 478631 w 762000"/>
                <a:gd name="connsiteY1527" fmla="*/ 537686 h 590550"/>
                <a:gd name="connsiteX1528" fmla="*/ 479298 w 762000"/>
                <a:gd name="connsiteY1528" fmla="*/ 537401 h 590550"/>
                <a:gd name="connsiteX1529" fmla="*/ 480250 w 762000"/>
                <a:gd name="connsiteY1529" fmla="*/ 535972 h 590550"/>
                <a:gd name="connsiteX1530" fmla="*/ 480631 w 762000"/>
                <a:gd name="connsiteY1530" fmla="*/ 535877 h 590550"/>
                <a:gd name="connsiteX1531" fmla="*/ 482822 w 762000"/>
                <a:gd name="connsiteY1531" fmla="*/ 536734 h 590550"/>
                <a:gd name="connsiteX1532" fmla="*/ 490347 w 762000"/>
                <a:gd name="connsiteY1532" fmla="*/ 537020 h 590550"/>
                <a:gd name="connsiteX1533" fmla="*/ 492347 w 762000"/>
                <a:gd name="connsiteY1533" fmla="*/ 536257 h 590550"/>
                <a:gd name="connsiteX1534" fmla="*/ 493871 w 762000"/>
                <a:gd name="connsiteY1534" fmla="*/ 537305 h 590550"/>
                <a:gd name="connsiteX1535" fmla="*/ 495490 w 762000"/>
                <a:gd name="connsiteY1535" fmla="*/ 537591 h 590550"/>
                <a:gd name="connsiteX1536" fmla="*/ 496729 w 762000"/>
                <a:gd name="connsiteY1536" fmla="*/ 536924 h 590550"/>
                <a:gd name="connsiteX1537" fmla="*/ 497300 w 762000"/>
                <a:gd name="connsiteY1537" fmla="*/ 535210 h 590550"/>
                <a:gd name="connsiteX1538" fmla="*/ 498062 w 762000"/>
                <a:gd name="connsiteY1538" fmla="*/ 534448 h 590550"/>
                <a:gd name="connsiteX1539" fmla="*/ 499872 w 762000"/>
                <a:gd name="connsiteY1539" fmla="*/ 533876 h 590550"/>
                <a:gd name="connsiteX1540" fmla="*/ 503111 w 762000"/>
                <a:gd name="connsiteY1540" fmla="*/ 533400 h 590550"/>
                <a:gd name="connsiteX1541" fmla="*/ 505492 w 762000"/>
                <a:gd name="connsiteY1541" fmla="*/ 535591 h 590550"/>
                <a:gd name="connsiteX1542" fmla="*/ 506349 w 762000"/>
                <a:gd name="connsiteY1542" fmla="*/ 535210 h 590550"/>
                <a:gd name="connsiteX1543" fmla="*/ 506921 w 762000"/>
                <a:gd name="connsiteY1543" fmla="*/ 534448 h 590550"/>
                <a:gd name="connsiteX1544" fmla="*/ 507682 w 762000"/>
                <a:gd name="connsiteY1544" fmla="*/ 533400 h 590550"/>
                <a:gd name="connsiteX1545" fmla="*/ 508540 w 762000"/>
                <a:gd name="connsiteY1545" fmla="*/ 534543 h 590550"/>
                <a:gd name="connsiteX1546" fmla="*/ 508635 w 762000"/>
                <a:gd name="connsiteY1546" fmla="*/ 536448 h 590550"/>
                <a:gd name="connsiteX1547" fmla="*/ 508445 w 762000"/>
                <a:gd name="connsiteY1547" fmla="*/ 538353 h 590550"/>
                <a:gd name="connsiteX1548" fmla="*/ 508730 w 762000"/>
                <a:gd name="connsiteY1548" fmla="*/ 539496 h 590550"/>
                <a:gd name="connsiteX1549" fmla="*/ 509492 w 762000"/>
                <a:gd name="connsiteY1549" fmla="*/ 539686 h 590550"/>
                <a:gd name="connsiteX1550" fmla="*/ 510254 w 762000"/>
                <a:gd name="connsiteY1550" fmla="*/ 539401 h 590550"/>
                <a:gd name="connsiteX1551" fmla="*/ 511588 w 762000"/>
                <a:gd name="connsiteY1551" fmla="*/ 538734 h 590550"/>
                <a:gd name="connsiteX1552" fmla="*/ 511302 w 762000"/>
                <a:gd name="connsiteY1552" fmla="*/ 541020 h 590550"/>
                <a:gd name="connsiteX1553" fmla="*/ 512636 w 762000"/>
                <a:gd name="connsiteY1553" fmla="*/ 542163 h 590550"/>
                <a:gd name="connsiteX1554" fmla="*/ 514636 w 762000"/>
                <a:gd name="connsiteY1554" fmla="*/ 542068 h 590550"/>
                <a:gd name="connsiteX1555" fmla="*/ 515874 w 762000"/>
                <a:gd name="connsiteY1555" fmla="*/ 540925 h 590550"/>
                <a:gd name="connsiteX1556" fmla="*/ 517017 w 762000"/>
                <a:gd name="connsiteY1556" fmla="*/ 541592 h 590550"/>
                <a:gd name="connsiteX1557" fmla="*/ 515874 w 762000"/>
                <a:gd name="connsiteY1557" fmla="*/ 543115 h 590550"/>
                <a:gd name="connsiteX1558" fmla="*/ 519208 w 762000"/>
                <a:gd name="connsiteY1558" fmla="*/ 543401 h 590550"/>
                <a:gd name="connsiteX1559" fmla="*/ 522351 w 762000"/>
                <a:gd name="connsiteY1559" fmla="*/ 540449 h 590550"/>
                <a:gd name="connsiteX1560" fmla="*/ 530542 w 762000"/>
                <a:gd name="connsiteY1560" fmla="*/ 525494 h 590550"/>
                <a:gd name="connsiteX1561" fmla="*/ 531781 w 762000"/>
                <a:gd name="connsiteY1561" fmla="*/ 521398 h 590550"/>
                <a:gd name="connsiteX1562" fmla="*/ 530162 w 762000"/>
                <a:gd name="connsiteY1562" fmla="*/ 519113 h 590550"/>
                <a:gd name="connsiteX1563" fmla="*/ 530066 w 762000"/>
                <a:gd name="connsiteY1563" fmla="*/ 517207 h 590550"/>
                <a:gd name="connsiteX1564" fmla="*/ 529018 w 762000"/>
                <a:gd name="connsiteY1564" fmla="*/ 515017 h 590550"/>
                <a:gd name="connsiteX1565" fmla="*/ 527590 w 762000"/>
                <a:gd name="connsiteY1565" fmla="*/ 513207 h 590550"/>
                <a:gd name="connsiteX1566" fmla="*/ 525494 w 762000"/>
                <a:gd name="connsiteY1566" fmla="*/ 512255 h 590550"/>
                <a:gd name="connsiteX1567" fmla="*/ 522446 w 762000"/>
                <a:gd name="connsiteY1567" fmla="*/ 509778 h 590550"/>
                <a:gd name="connsiteX1568" fmla="*/ 520255 w 762000"/>
                <a:gd name="connsiteY1568" fmla="*/ 507682 h 590550"/>
                <a:gd name="connsiteX1569" fmla="*/ 519970 w 762000"/>
                <a:gd name="connsiteY1569" fmla="*/ 505397 h 590550"/>
                <a:gd name="connsiteX1570" fmla="*/ 519113 w 762000"/>
                <a:gd name="connsiteY1570" fmla="*/ 503111 h 590550"/>
                <a:gd name="connsiteX1571" fmla="*/ 515303 w 762000"/>
                <a:gd name="connsiteY1571" fmla="*/ 495872 h 590550"/>
                <a:gd name="connsiteX1572" fmla="*/ 514826 w 762000"/>
                <a:gd name="connsiteY1572" fmla="*/ 493871 h 590550"/>
                <a:gd name="connsiteX1573" fmla="*/ 512159 w 762000"/>
                <a:gd name="connsiteY1573" fmla="*/ 493014 h 590550"/>
                <a:gd name="connsiteX1574" fmla="*/ 511397 w 762000"/>
                <a:gd name="connsiteY1574" fmla="*/ 491490 h 590550"/>
                <a:gd name="connsiteX1575" fmla="*/ 510730 w 762000"/>
                <a:gd name="connsiteY1575" fmla="*/ 489776 h 590550"/>
                <a:gd name="connsiteX1576" fmla="*/ 509206 w 762000"/>
                <a:gd name="connsiteY1576" fmla="*/ 480632 h 590550"/>
                <a:gd name="connsiteX1577" fmla="*/ 509302 w 762000"/>
                <a:gd name="connsiteY1577" fmla="*/ 479107 h 590550"/>
                <a:gd name="connsiteX1578" fmla="*/ 510349 w 762000"/>
                <a:gd name="connsiteY1578" fmla="*/ 477584 h 590550"/>
                <a:gd name="connsiteX1579" fmla="*/ 511873 w 762000"/>
                <a:gd name="connsiteY1579" fmla="*/ 477107 h 590550"/>
                <a:gd name="connsiteX1580" fmla="*/ 515588 w 762000"/>
                <a:gd name="connsiteY1580" fmla="*/ 477012 h 590550"/>
                <a:gd name="connsiteX1581" fmla="*/ 528447 w 762000"/>
                <a:gd name="connsiteY1581" fmla="*/ 473393 h 590550"/>
                <a:gd name="connsiteX1582" fmla="*/ 536638 w 762000"/>
                <a:gd name="connsiteY1582" fmla="*/ 474059 h 590550"/>
                <a:gd name="connsiteX1583" fmla="*/ 538448 w 762000"/>
                <a:gd name="connsiteY1583" fmla="*/ 474726 h 590550"/>
                <a:gd name="connsiteX1584" fmla="*/ 540163 w 762000"/>
                <a:gd name="connsiteY1584" fmla="*/ 475964 h 590550"/>
                <a:gd name="connsiteX1585" fmla="*/ 543878 w 762000"/>
                <a:gd name="connsiteY1585" fmla="*/ 475774 h 590550"/>
                <a:gd name="connsiteX1586" fmla="*/ 546545 w 762000"/>
                <a:gd name="connsiteY1586" fmla="*/ 477203 h 590550"/>
                <a:gd name="connsiteX1587" fmla="*/ 547688 w 762000"/>
                <a:gd name="connsiteY1587" fmla="*/ 477298 h 590550"/>
                <a:gd name="connsiteX1588" fmla="*/ 551021 w 762000"/>
                <a:gd name="connsiteY1588" fmla="*/ 476060 h 590550"/>
                <a:gd name="connsiteX1589" fmla="*/ 551783 w 762000"/>
                <a:gd name="connsiteY1589" fmla="*/ 476155 h 590550"/>
                <a:gd name="connsiteX1590" fmla="*/ 552640 w 762000"/>
                <a:gd name="connsiteY1590" fmla="*/ 476822 h 590550"/>
                <a:gd name="connsiteX1591" fmla="*/ 553403 w 762000"/>
                <a:gd name="connsiteY1591" fmla="*/ 476440 h 590550"/>
                <a:gd name="connsiteX1592" fmla="*/ 554546 w 762000"/>
                <a:gd name="connsiteY1592" fmla="*/ 474726 h 590550"/>
                <a:gd name="connsiteX1593" fmla="*/ 555307 w 762000"/>
                <a:gd name="connsiteY1593" fmla="*/ 473964 h 590550"/>
                <a:gd name="connsiteX1594" fmla="*/ 556165 w 762000"/>
                <a:gd name="connsiteY1594" fmla="*/ 473678 h 590550"/>
                <a:gd name="connsiteX1595" fmla="*/ 562070 w 762000"/>
                <a:gd name="connsiteY1595" fmla="*/ 474155 h 590550"/>
                <a:gd name="connsiteX1596" fmla="*/ 564261 w 762000"/>
                <a:gd name="connsiteY1596" fmla="*/ 473678 h 590550"/>
                <a:gd name="connsiteX1597" fmla="*/ 565213 w 762000"/>
                <a:gd name="connsiteY1597" fmla="*/ 471773 h 590550"/>
                <a:gd name="connsiteX1598" fmla="*/ 572833 w 762000"/>
                <a:gd name="connsiteY1598" fmla="*/ 472249 h 590550"/>
                <a:gd name="connsiteX1599" fmla="*/ 578167 w 762000"/>
                <a:gd name="connsiteY1599" fmla="*/ 473678 h 590550"/>
                <a:gd name="connsiteX1600" fmla="*/ 579787 w 762000"/>
                <a:gd name="connsiteY1600" fmla="*/ 474059 h 590550"/>
                <a:gd name="connsiteX1601" fmla="*/ 582644 w 762000"/>
                <a:gd name="connsiteY1601" fmla="*/ 473107 h 590550"/>
                <a:gd name="connsiteX1602" fmla="*/ 583882 w 762000"/>
                <a:gd name="connsiteY1602" fmla="*/ 468820 h 590550"/>
                <a:gd name="connsiteX1603" fmla="*/ 584549 w 762000"/>
                <a:gd name="connsiteY1603" fmla="*/ 467392 h 590550"/>
                <a:gd name="connsiteX1604" fmla="*/ 586264 w 762000"/>
                <a:gd name="connsiteY1604" fmla="*/ 466915 h 590550"/>
                <a:gd name="connsiteX1605" fmla="*/ 588169 w 762000"/>
                <a:gd name="connsiteY1605" fmla="*/ 466725 h 590550"/>
                <a:gd name="connsiteX1606" fmla="*/ 589597 w 762000"/>
                <a:gd name="connsiteY1606" fmla="*/ 465963 h 590550"/>
                <a:gd name="connsiteX1607" fmla="*/ 591788 w 762000"/>
                <a:gd name="connsiteY1607" fmla="*/ 463772 h 590550"/>
                <a:gd name="connsiteX1608" fmla="*/ 592550 w 762000"/>
                <a:gd name="connsiteY1608" fmla="*/ 462344 h 590550"/>
                <a:gd name="connsiteX1609" fmla="*/ 592646 w 762000"/>
                <a:gd name="connsiteY1609" fmla="*/ 460439 h 590550"/>
                <a:gd name="connsiteX1610" fmla="*/ 594550 w 762000"/>
                <a:gd name="connsiteY1610" fmla="*/ 461582 h 590550"/>
                <a:gd name="connsiteX1611" fmla="*/ 595884 w 762000"/>
                <a:gd name="connsiteY1611" fmla="*/ 461677 h 590550"/>
                <a:gd name="connsiteX1612" fmla="*/ 597027 w 762000"/>
                <a:gd name="connsiteY1612" fmla="*/ 460915 h 590550"/>
                <a:gd name="connsiteX1613" fmla="*/ 599313 w 762000"/>
                <a:gd name="connsiteY1613" fmla="*/ 458248 h 590550"/>
                <a:gd name="connsiteX1614" fmla="*/ 601694 w 762000"/>
                <a:gd name="connsiteY1614" fmla="*/ 456152 h 590550"/>
                <a:gd name="connsiteX1615" fmla="*/ 603218 w 762000"/>
                <a:gd name="connsiteY1615" fmla="*/ 454438 h 590550"/>
                <a:gd name="connsiteX1616" fmla="*/ 603790 w 762000"/>
                <a:gd name="connsiteY1616" fmla="*/ 453866 h 590550"/>
                <a:gd name="connsiteX1617" fmla="*/ 604361 w 762000"/>
                <a:gd name="connsiteY1617" fmla="*/ 453295 h 590550"/>
                <a:gd name="connsiteX1618" fmla="*/ 604647 w 762000"/>
                <a:gd name="connsiteY1618" fmla="*/ 452723 h 590550"/>
                <a:gd name="connsiteX1619" fmla="*/ 604171 w 762000"/>
                <a:gd name="connsiteY1619" fmla="*/ 451676 h 590550"/>
                <a:gd name="connsiteX1620" fmla="*/ 602456 w 762000"/>
                <a:gd name="connsiteY1620" fmla="*/ 451580 h 590550"/>
                <a:gd name="connsiteX1621" fmla="*/ 601885 w 762000"/>
                <a:gd name="connsiteY1621" fmla="*/ 450818 h 590550"/>
                <a:gd name="connsiteX1622" fmla="*/ 602171 w 762000"/>
                <a:gd name="connsiteY1622" fmla="*/ 449580 h 590550"/>
                <a:gd name="connsiteX1623" fmla="*/ 602837 w 762000"/>
                <a:gd name="connsiteY1623" fmla="*/ 449009 h 590550"/>
                <a:gd name="connsiteX1624" fmla="*/ 603695 w 762000"/>
                <a:gd name="connsiteY1624" fmla="*/ 448723 h 590550"/>
                <a:gd name="connsiteX1625" fmla="*/ 604361 w 762000"/>
                <a:gd name="connsiteY1625" fmla="*/ 448247 h 590550"/>
                <a:gd name="connsiteX1626" fmla="*/ 604647 w 762000"/>
                <a:gd name="connsiteY1626" fmla="*/ 447294 h 590550"/>
                <a:gd name="connsiteX1627" fmla="*/ 604552 w 762000"/>
                <a:gd name="connsiteY1627" fmla="*/ 446437 h 590550"/>
                <a:gd name="connsiteX1628" fmla="*/ 604742 w 762000"/>
                <a:gd name="connsiteY1628" fmla="*/ 445675 h 590550"/>
                <a:gd name="connsiteX1629" fmla="*/ 605695 w 762000"/>
                <a:gd name="connsiteY1629" fmla="*/ 444913 h 590550"/>
                <a:gd name="connsiteX1630" fmla="*/ 605123 w 762000"/>
                <a:gd name="connsiteY1630" fmla="*/ 444246 h 590550"/>
                <a:gd name="connsiteX1631" fmla="*/ 604456 w 762000"/>
                <a:gd name="connsiteY1631" fmla="*/ 443865 h 590550"/>
                <a:gd name="connsiteX1632" fmla="*/ 603790 w 762000"/>
                <a:gd name="connsiteY1632" fmla="*/ 443579 h 590550"/>
                <a:gd name="connsiteX1633" fmla="*/ 602932 w 762000"/>
                <a:gd name="connsiteY1633" fmla="*/ 443484 h 590550"/>
                <a:gd name="connsiteX1634" fmla="*/ 602932 w 762000"/>
                <a:gd name="connsiteY1634" fmla="*/ 442722 h 590550"/>
                <a:gd name="connsiteX1635" fmla="*/ 605599 w 762000"/>
                <a:gd name="connsiteY1635" fmla="*/ 442722 h 590550"/>
                <a:gd name="connsiteX1636" fmla="*/ 606362 w 762000"/>
                <a:gd name="connsiteY1636" fmla="*/ 442151 h 590550"/>
                <a:gd name="connsiteX1637" fmla="*/ 606838 w 762000"/>
                <a:gd name="connsiteY1637" fmla="*/ 440531 h 590550"/>
                <a:gd name="connsiteX1638" fmla="*/ 606647 w 762000"/>
                <a:gd name="connsiteY1638" fmla="*/ 439960 h 590550"/>
                <a:gd name="connsiteX1639" fmla="*/ 606171 w 762000"/>
                <a:gd name="connsiteY1639" fmla="*/ 439674 h 590550"/>
                <a:gd name="connsiteX1640" fmla="*/ 605790 w 762000"/>
                <a:gd name="connsiteY1640" fmla="*/ 439293 h 590550"/>
                <a:gd name="connsiteX1641" fmla="*/ 605695 w 762000"/>
                <a:gd name="connsiteY1641" fmla="*/ 438340 h 590550"/>
                <a:gd name="connsiteX1642" fmla="*/ 605980 w 762000"/>
                <a:gd name="connsiteY1642" fmla="*/ 437388 h 590550"/>
                <a:gd name="connsiteX1643" fmla="*/ 606362 w 762000"/>
                <a:gd name="connsiteY1643" fmla="*/ 436626 h 590550"/>
                <a:gd name="connsiteX1644" fmla="*/ 606933 w 762000"/>
                <a:gd name="connsiteY1644" fmla="*/ 436245 h 590550"/>
                <a:gd name="connsiteX1645" fmla="*/ 611219 w 762000"/>
                <a:gd name="connsiteY1645" fmla="*/ 435293 h 590550"/>
                <a:gd name="connsiteX1646" fmla="*/ 611791 w 762000"/>
                <a:gd name="connsiteY1646" fmla="*/ 435007 h 590550"/>
                <a:gd name="connsiteX1647" fmla="*/ 611981 w 762000"/>
                <a:gd name="connsiteY1647" fmla="*/ 433102 h 590550"/>
                <a:gd name="connsiteX1648" fmla="*/ 612648 w 762000"/>
                <a:gd name="connsiteY1648" fmla="*/ 431482 h 590550"/>
                <a:gd name="connsiteX1649" fmla="*/ 613600 w 762000"/>
                <a:gd name="connsiteY1649" fmla="*/ 431006 h 590550"/>
                <a:gd name="connsiteX1650" fmla="*/ 614458 w 762000"/>
                <a:gd name="connsiteY1650" fmla="*/ 432340 h 590550"/>
                <a:gd name="connsiteX1651" fmla="*/ 615601 w 762000"/>
                <a:gd name="connsiteY1651" fmla="*/ 431673 h 590550"/>
                <a:gd name="connsiteX1652" fmla="*/ 614934 w 762000"/>
                <a:gd name="connsiteY1652" fmla="*/ 430720 h 590550"/>
                <a:gd name="connsiteX1653" fmla="*/ 614553 w 762000"/>
                <a:gd name="connsiteY1653" fmla="*/ 429768 h 590550"/>
                <a:gd name="connsiteX1654" fmla="*/ 614648 w 762000"/>
                <a:gd name="connsiteY1654" fmla="*/ 429006 h 590550"/>
                <a:gd name="connsiteX1655" fmla="*/ 615601 w 762000"/>
                <a:gd name="connsiteY1655" fmla="*/ 428720 h 590550"/>
                <a:gd name="connsiteX1656" fmla="*/ 616458 w 762000"/>
                <a:gd name="connsiteY1656" fmla="*/ 429006 h 590550"/>
                <a:gd name="connsiteX1657" fmla="*/ 617220 w 762000"/>
                <a:gd name="connsiteY1657" fmla="*/ 430435 h 590550"/>
                <a:gd name="connsiteX1658" fmla="*/ 618363 w 762000"/>
                <a:gd name="connsiteY1658" fmla="*/ 430911 h 590550"/>
                <a:gd name="connsiteX1659" fmla="*/ 619125 w 762000"/>
                <a:gd name="connsiteY1659" fmla="*/ 430625 h 590550"/>
                <a:gd name="connsiteX1660" fmla="*/ 619982 w 762000"/>
                <a:gd name="connsiteY1660" fmla="*/ 430054 h 590550"/>
                <a:gd name="connsiteX1661" fmla="*/ 620935 w 762000"/>
                <a:gd name="connsiteY1661" fmla="*/ 429482 h 590550"/>
                <a:gd name="connsiteX1662" fmla="*/ 622173 w 762000"/>
                <a:gd name="connsiteY1662" fmla="*/ 429482 h 590550"/>
                <a:gd name="connsiteX1663" fmla="*/ 626078 w 762000"/>
                <a:gd name="connsiteY1663" fmla="*/ 432721 h 590550"/>
                <a:gd name="connsiteX1664" fmla="*/ 626555 w 762000"/>
                <a:gd name="connsiteY1664" fmla="*/ 433673 h 590550"/>
                <a:gd name="connsiteX1665" fmla="*/ 628840 w 762000"/>
                <a:gd name="connsiteY1665" fmla="*/ 434911 h 590550"/>
                <a:gd name="connsiteX1666" fmla="*/ 629317 w 762000"/>
                <a:gd name="connsiteY1666" fmla="*/ 435673 h 590550"/>
                <a:gd name="connsiteX1667" fmla="*/ 629603 w 762000"/>
                <a:gd name="connsiteY1667" fmla="*/ 436817 h 590550"/>
                <a:gd name="connsiteX1668" fmla="*/ 630269 w 762000"/>
                <a:gd name="connsiteY1668" fmla="*/ 437198 h 590550"/>
                <a:gd name="connsiteX1669" fmla="*/ 631031 w 762000"/>
                <a:gd name="connsiteY1669" fmla="*/ 437007 h 590550"/>
                <a:gd name="connsiteX1670" fmla="*/ 631793 w 762000"/>
                <a:gd name="connsiteY1670" fmla="*/ 436436 h 590550"/>
                <a:gd name="connsiteX1671" fmla="*/ 632174 w 762000"/>
                <a:gd name="connsiteY1671" fmla="*/ 435293 h 590550"/>
                <a:gd name="connsiteX1672" fmla="*/ 632270 w 762000"/>
                <a:gd name="connsiteY1672" fmla="*/ 434245 h 590550"/>
                <a:gd name="connsiteX1673" fmla="*/ 632460 w 762000"/>
                <a:gd name="connsiteY1673" fmla="*/ 433483 h 590550"/>
                <a:gd name="connsiteX1674" fmla="*/ 634460 w 762000"/>
                <a:gd name="connsiteY1674" fmla="*/ 432721 h 590550"/>
                <a:gd name="connsiteX1675" fmla="*/ 635032 w 762000"/>
                <a:gd name="connsiteY1675" fmla="*/ 431482 h 590550"/>
                <a:gd name="connsiteX1676" fmla="*/ 635127 w 762000"/>
                <a:gd name="connsiteY1676" fmla="*/ 430054 h 590550"/>
                <a:gd name="connsiteX1677" fmla="*/ 634746 w 762000"/>
                <a:gd name="connsiteY1677" fmla="*/ 428720 h 590550"/>
                <a:gd name="connsiteX1678" fmla="*/ 638080 w 762000"/>
                <a:gd name="connsiteY1678" fmla="*/ 429006 h 590550"/>
                <a:gd name="connsiteX1679" fmla="*/ 641128 w 762000"/>
                <a:gd name="connsiteY1679" fmla="*/ 429768 h 590550"/>
                <a:gd name="connsiteX1680" fmla="*/ 643699 w 762000"/>
                <a:gd name="connsiteY1680" fmla="*/ 429292 h 590550"/>
                <a:gd name="connsiteX1681" fmla="*/ 645700 w 762000"/>
                <a:gd name="connsiteY1681" fmla="*/ 425768 h 590550"/>
                <a:gd name="connsiteX1682" fmla="*/ 646081 w 762000"/>
                <a:gd name="connsiteY1682" fmla="*/ 421862 h 590550"/>
                <a:gd name="connsiteX1683" fmla="*/ 645986 w 762000"/>
                <a:gd name="connsiteY1683" fmla="*/ 417576 h 590550"/>
                <a:gd name="connsiteX1684" fmla="*/ 646366 w 762000"/>
                <a:gd name="connsiteY1684" fmla="*/ 413957 h 590550"/>
                <a:gd name="connsiteX1685" fmla="*/ 648462 w 762000"/>
                <a:gd name="connsiteY1685" fmla="*/ 411670 h 590550"/>
                <a:gd name="connsiteX1686" fmla="*/ 648462 w 762000"/>
                <a:gd name="connsiteY1686" fmla="*/ 411004 h 590550"/>
                <a:gd name="connsiteX1687" fmla="*/ 647129 w 762000"/>
                <a:gd name="connsiteY1687" fmla="*/ 410623 h 590550"/>
                <a:gd name="connsiteX1688" fmla="*/ 646747 w 762000"/>
                <a:gd name="connsiteY1688" fmla="*/ 409194 h 590550"/>
                <a:gd name="connsiteX1689" fmla="*/ 647509 w 762000"/>
                <a:gd name="connsiteY1689" fmla="*/ 407670 h 590550"/>
                <a:gd name="connsiteX1690" fmla="*/ 649605 w 762000"/>
                <a:gd name="connsiteY1690" fmla="*/ 407194 h 590550"/>
                <a:gd name="connsiteX1691" fmla="*/ 649224 w 762000"/>
                <a:gd name="connsiteY1691" fmla="*/ 405670 h 590550"/>
                <a:gd name="connsiteX1692" fmla="*/ 649796 w 762000"/>
                <a:gd name="connsiteY1692" fmla="*/ 404717 h 590550"/>
                <a:gd name="connsiteX1693" fmla="*/ 650462 w 762000"/>
                <a:gd name="connsiteY1693" fmla="*/ 403955 h 590550"/>
                <a:gd name="connsiteX1694" fmla="*/ 650367 w 762000"/>
                <a:gd name="connsiteY1694" fmla="*/ 403098 h 590550"/>
                <a:gd name="connsiteX1695" fmla="*/ 649414 w 762000"/>
                <a:gd name="connsiteY1695" fmla="*/ 402241 h 590550"/>
                <a:gd name="connsiteX1696" fmla="*/ 648557 w 762000"/>
                <a:gd name="connsiteY1696" fmla="*/ 401860 h 590550"/>
                <a:gd name="connsiteX1697" fmla="*/ 647986 w 762000"/>
                <a:gd name="connsiteY1697" fmla="*/ 401098 h 590550"/>
                <a:gd name="connsiteX1698" fmla="*/ 647890 w 762000"/>
                <a:gd name="connsiteY1698" fmla="*/ 399098 h 590550"/>
                <a:gd name="connsiteX1699" fmla="*/ 647986 w 762000"/>
                <a:gd name="connsiteY1699" fmla="*/ 397669 h 590550"/>
                <a:gd name="connsiteX1700" fmla="*/ 648367 w 762000"/>
                <a:gd name="connsiteY1700" fmla="*/ 396526 h 590550"/>
                <a:gd name="connsiteX1701" fmla="*/ 649319 w 762000"/>
                <a:gd name="connsiteY1701" fmla="*/ 394240 h 590550"/>
                <a:gd name="connsiteX1702" fmla="*/ 650557 w 762000"/>
                <a:gd name="connsiteY1702" fmla="*/ 391478 h 590550"/>
                <a:gd name="connsiteX1703" fmla="*/ 651034 w 762000"/>
                <a:gd name="connsiteY1703" fmla="*/ 389953 h 590550"/>
                <a:gd name="connsiteX1704" fmla="*/ 651320 w 762000"/>
                <a:gd name="connsiteY1704" fmla="*/ 386620 h 590550"/>
                <a:gd name="connsiteX1705" fmla="*/ 654177 w 762000"/>
                <a:gd name="connsiteY1705" fmla="*/ 379000 h 590550"/>
                <a:gd name="connsiteX1706" fmla="*/ 654748 w 762000"/>
                <a:gd name="connsiteY1706" fmla="*/ 377857 h 590550"/>
                <a:gd name="connsiteX1707" fmla="*/ 655130 w 762000"/>
                <a:gd name="connsiteY1707" fmla="*/ 376714 h 590550"/>
                <a:gd name="connsiteX1708" fmla="*/ 655225 w 762000"/>
                <a:gd name="connsiteY1708" fmla="*/ 374142 h 590550"/>
                <a:gd name="connsiteX1709" fmla="*/ 655511 w 762000"/>
                <a:gd name="connsiteY1709" fmla="*/ 372999 h 590550"/>
                <a:gd name="connsiteX1710" fmla="*/ 656463 w 762000"/>
                <a:gd name="connsiteY1710" fmla="*/ 372237 h 590550"/>
                <a:gd name="connsiteX1711" fmla="*/ 658844 w 762000"/>
                <a:gd name="connsiteY1711" fmla="*/ 371951 h 590550"/>
                <a:gd name="connsiteX1712" fmla="*/ 659987 w 762000"/>
                <a:gd name="connsiteY1712" fmla="*/ 371475 h 590550"/>
                <a:gd name="connsiteX1713" fmla="*/ 659225 w 762000"/>
                <a:gd name="connsiteY1713" fmla="*/ 371189 h 590550"/>
                <a:gd name="connsiteX1714" fmla="*/ 658654 w 762000"/>
                <a:gd name="connsiteY1714" fmla="*/ 370713 h 590550"/>
                <a:gd name="connsiteX1715" fmla="*/ 658178 w 762000"/>
                <a:gd name="connsiteY1715" fmla="*/ 370142 h 590550"/>
                <a:gd name="connsiteX1716" fmla="*/ 657797 w 762000"/>
                <a:gd name="connsiteY1716" fmla="*/ 369284 h 590550"/>
                <a:gd name="connsiteX1717" fmla="*/ 658654 w 762000"/>
                <a:gd name="connsiteY1717" fmla="*/ 368903 h 590550"/>
                <a:gd name="connsiteX1718" fmla="*/ 660178 w 762000"/>
                <a:gd name="connsiteY1718" fmla="*/ 367951 h 590550"/>
                <a:gd name="connsiteX1719" fmla="*/ 661035 w 762000"/>
                <a:gd name="connsiteY1719" fmla="*/ 367760 h 590550"/>
                <a:gd name="connsiteX1720" fmla="*/ 662178 w 762000"/>
                <a:gd name="connsiteY1720" fmla="*/ 367951 h 590550"/>
                <a:gd name="connsiteX1721" fmla="*/ 662749 w 762000"/>
                <a:gd name="connsiteY1721" fmla="*/ 368522 h 590550"/>
                <a:gd name="connsiteX1722" fmla="*/ 665131 w 762000"/>
                <a:gd name="connsiteY1722" fmla="*/ 371761 h 590550"/>
                <a:gd name="connsiteX1723" fmla="*/ 665893 w 762000"/>
                <a:gd name="connsiteY1723" fmla="*/ 372523 h 590550"/>
                <a:gd name="connsiteX1724" fmla="*/ 667036 w 762000"/>
                <a:gd name="connsiteY1724" fmla="*/ 372999 h 590550"/>
                <a:gd name="connsiteX1725" fmla="*/ 668083 w 762000"/>
                <a:gd name="connsiteY1725" fmla="*/ 373190 h 590550"/>
                <a:gd name="connsiteX1726" fmla="*/ 671227 w 762000"/>
                <a:gd name="connsiteY1726" fmla="*/ 372999 h 590550"/>
                <a:gd name="connsiteX1727" fmla="*/ 674941 w 762000"/>
                <a:gd name="connsiteY1727" fmla="*/ 371380 h 590550"/>
                <a:gd name="connsiteX1728" fmla="*/ 677132 w 762000"/>
                <a:gd name="connsiteY1728" fmla="*/ 370903 h 590550"/>
                <a:gd name="connsiteX1729" fmla="*/ 678085 w 762000"/>
                <a:gd name="connsiteY1729" fmla="*/ 371856 h 590550"/>
                <a:gd name="connsiteX1730" fmla="*/ 677799 w 762000"/>
                <a:gd name="connsiteY1730" fmla="*/ 373285 h 590550"/>
                <a:gd name="connsiteX1731" fmla="*/ 677228 w 762000"/>
                <a:gd name="connsiteY1731" fmla="*/ 375094 h 590550"/>
                <a:gd name="connsiteX1732" fmla="*/ 676370 w 762000"/>
                <a:gd name="connsiteY1732" fmla="*/ 376619 h 590550"/>
                <a:gd name="connsiteX1733" fmla="*/ 675322 w 762000"/>
                <a:gd name="connsiteY1733" fmla="*/ 377381 h 590550"/>
                <a:gd name="connsiteX1734" fmla="*/ 678656 w 762000"/>
                <a:gd name="connsiteY1734" fmla="*/ 379000 h 590550"/>
                <a:gd name="connsiteX1735" fmla="*/ 682942 w 762000"/>
                <a:gd name="connsiteY1735" fmla="*/ 378905 h 590550"/>
                <a:gd name="connsiteX1736" fmla="*/ 686467 w 762000"/>
                <a:gd name="connsiteY1736" fmla="*/ 379476 h 590550"/>
                <a:gd name="connsiteX1737" fmla="*/ 687896 w 762000"/>
                <a:gd name="connsiteY1737" fmla="*/ 383381 h 590550"/>
                <a:gd name="connsiteX1738" fmla="*/ 686753 w 762000"/>
                <a:gd name="connsiteY1738" fmla="*/ 392620 h 590550"/>
                <a:gd name="connsiteX1739" fmla="*/ 686848 w 762000"/>
                <a:gd name="connsiteY1739" fmla="*/ 396811 h 590550"/>
                <a:gd name="connsiteX1740" fmla="*/ 688372 w 762000"/>
                <a:gd name="connsiteY1740" fmla="*/ 400526 h 590550"/>
                <a:gd name="connsiteX1741" fmla="*/ 692753 w 762000"/>
                <a:gd name="connsiteY1741" fmla="*/ 405003 h 590550"/>
                <a:gd name="connsiteX1742" fmla="*/ 693325 w 762000"/>
                <a:gd name="connsiteY1742" fmla="*/ 406908 h 590550"/>
                <a:gd name="connsiteX1743" fmla="*/ 698849 w 762000"/>
                <a:gd name="connsiteY1743" fmla="*/ 411670 h 590550"/>
                <a:gd name="connsiteX1744" fmla="*/ 699706 w 762000"/>
                <a:gd name="connsiteY1744" fmla="*/ 411861 h 590550"/>
                <a:gd name="connsiteX1745" fmla="*/ 700373 w 762000"/>
                <a:gd name="connsiteY1745" fmla="*/ 411766 h 590550"/>
                <a:gd name="connsiteX1746" fmla="*/ 701040 w 762000"/>
                <a:gd name="connsiteY1746" fmla="*/ 411861 h 590550"/>
                <a:gd name="connsiteX1747" fmla="*/ 701612 w 762000"/>
                <a:gd name="connsiteY1747" fmla="*/ 412337 h 590550"/>
                <a:gd name="connsiteX1748" fmla="*/ 701802 w 762000"/>
                <a:gd name="connsiteY1748" fmla="*/ 413194 h 590550"/>
                <a:gd name="connsiteX1749" fmla="*/ 701516 w 762000"/>
                <a:gd name="connsiteY1749" fmla="*/ 415290 h 590550"/>
                <a:gd name="connsiteX1750" fmla="*/ 701897 w 762000"/>
                <a:gd name="connsiteY1750" fmla="*/ 416433 h 590550"/>
                <a:gd name="connsiteX1751" fmla="*/ 703612 w 762000"/>
                <a:gd name="connsiteY1751" fmla="*/ 417767 h 590550"/>
                <a:gd name="connsiteX1752" fmla="*/ 704850 w 762000"/>
                <a:gd name="connsiteY1752" fmla="*/ 417195 h 590550"/>
                <a:gd name="connsiteX1753" fmla="*/ 705040 w 762000"/>
                <a:gd name="connsiteY1753" fmla="*/ 415576 h 590550"/>
                <a:gd name="connsiteX1754" fmla="*/ 703802 w 762000"/>
                <a:gd name="connsiteY1754" fmla="*/ 413957 h 590550"/>
                <a:gd name="connsiteX1755" fmla="*/ 704755 w 762000"/>
                <a:gd name="connsiteY1755" fmla="*/ 412242 h 590550"/>
                <a:gd name="connsiteX1756" fmla="*/ 706088 w 762000"/>
                <a:gd name="connsiteY1756" fmla="*/ 411194 h 590550"/>
                <a:gd name="connsiteX1757" fmla="*/ 707517 w 762000"/>
                <a:gd name="connsiteY1757" fmla="*/ 411099 h 590550"/>
                <a:gd name="connsiteX1758" fmla="*/ 708660 w 762000"/>
                <a:gd name="connsiteY1758" fmla="*/ 412337 h 590550"/>
                <a:gd name="connsiteX1759" fmla="*/ 708946 w 762000"/>
                <a:gd name="connsiteY1759" fmla="*/ 413576 h 590550"/>
                <a:gd name="connsiteX1760" fmla="*/ 709422 w 762000"/>
                <a:gd name="connsiteY1760" fmla="*/ 417767 h 590550"/>
                <a:gd name="connsiteX1761" fmla="*/ 709803 w 762000"/>
                <a:gd name="connsiteY1761" fmla="*/ 419862 h 590550"/>
                <a:gd name="connsiteX1762" fmla="*/ 712756 w 762000"/>
                <a:gd name="connsiteY1762" fmla="*/ 417386 h 590550"/>
                <a:gd name="connsiteX1763" fmla="*/ 714089 w 762000"/>
                <a:gd name="connsiteY1763" fmla="*/ 415671 h 590550"/>
                <a:gd name="connsiteX1764" fmla="*/ 714089 w 762000"/>
                <a:gd name="connsiteY1764" fmla="*/ 412432 h 590550"/>
                <a:gd name="connsiteX1765" fmla="*/ 713137 w 762000"/>
                <a:gd name="connsiteY1765" fmla="*/ 409956 h 590550"/>
                <a:gd name="connsiteX1766" fmla="*/ 711422 w 762000"/>
                <a:gd name="connsiteY1766" fmla="*/ 407384 h 590550"/>
                <a:gd name="connsiteX1767" fmla="*/ 709517 w 762000"/>
                <a:gd name="connsiteY1767" fmla="*/ 405194 h 590550"/>
                <a:gd name="connsiteX1768" fmla="*/ 707707 w 762000"/>
                <a:gd name="connsiteY1768" fmla="*/ 403860 h 590550"/>
                <a:gd name="connsiteX1769" fmla="*/ 705326 w 762000"/>
                <a:gd name="connsiteY1769" fmla="*/ 403765 h 590550"/>
                <a:gd name="connsiteX1770" fmla="*/ 702469 w 762000"/>
                <a:gd name="connsiteY1770" fmla="*/ 404146 h 590550"/>
                <a:gd name="connsiteX1771" fmla="*/ 699706 w 762000"/>
                <a:gd name="connsiteY1771" fmla="*/ 403955 h 590550"/>
                <a:gd name="connsiteX1772" fmla="*/ 697801 w 762000"/>
                <a:gd name="connsiteY1772" fmla="*/ 401860 h 590550"/>
                <a:gd name="connsiteX1773" fmla="*/ 699992 w 762000"/>
                <a:gd name="connsiteY1773" fmla="*/ 397669 h 590550"/>
                <a:gd name="connsiteX1774" fmla="*/ 706660 w 762000"/>
                <a:gd name="connsiteY1774" fmla="*/ 392716 h 590550"/>
                <a:gd name="connsiteX1775" fmla="*/ 714280 w 762000"/>
                <a:gd name="connsiteY1775" fmla="*/ 388715 h 590550"/>
                <a:gd name="connsiteX1776" fmla="*/ 719328 w 762000"/>
                <a:gd name="connsiteY1776" fmla="*/ 387477 h 590550"/>
                <a:gd name="connsiteX1777" fmla="*/ 725805 w 762000"/>
                <a:gd name="connsiteY1777" fmla="*/ 387858 h 590550"/>
                <a:gd name="connsiteX1778" fmla="*/ 726186 w 762000"/>
                <a:gd name="connsiteY1778" fmla="*/ 387953 h 590550"/>
                <a:gd name="connsiteX1779" fmla="*/ 727234 w 762000"/>
                <a:gd name="connsiteY1779" fmla="*/ 386524 h 590550"/>
                <a:gd name="connsiteX1780" fmla="*/ 727900 w 762000"/>
                <a:gd name="connsiteY1780" fmla="*/ 384810 h 590550"/>
                <a:gd name="connsiteX1781" fmla="*/ 728948 w 762000"/>
                <a:gd name="connsiteY1781" fmla="*/ 383477 h 590550"/>
                <a:gd name="connsiteX1782" fmla="*/ 730853 w 762000"/>
                <a:gd name="connsiteY1782" fmla="*/ 383095 h 590550"/>
                <a:gd name="connsiteX1783" fmla="*/ 732663 w 762000"/>
                <a:gd name="connsiteY1783" fmla="*/ 383667 h 590550"/>
                <a:gd name="connsiteX1784" fmla="*/ 735806 w 762000"/>
                <a:gd name="connsiteY1784" fmla="*/ 385191 h 590550"/>
                <a:gd name="connsiteX1785" fmla="*/ 746760 w 762000"/>
                <a:gd name="connsiteY1785" fmla="*/ 385382 h 590550"/>
                <a:gd name="connsiteX1786" fmla="*/ 747331 w 762000"/>
                <a:gd name="connsiteY1786" fmla="*/ 384239 h 590550"/>
                <a:gd name="connsiteX1787" fmla="*/ 747522 w 762000"/>
                <a:gd name="connsiteY1787" fmla="*/ 382715 h 590550"/>
                <a:gd name="connsiteX1788" fmla="*/ 747998 w 762000"/>
                <a:gd name="connsiteY1788" fmla="*/ 381190 h 590550"/>
                <a:gd name="connsiteX1789" fmla="*/ 749237 w 762000"/>
                <a:gd name="connsiteY1789" fmla="*/ 380143 h 590550"/>
                <a:gd name="connsiteX1790" fmla="*/ 750475 w 762000"/>
                <a:gd name="connsiteY1790" fmla="*/ 379952 h 590550"/>
                <a:gd name="connsiteX1791" fmla="*/ 753237 w 762000"/>
                <a:gd name="connsiteY1791" fmla="*/ 380143 h 590550"/>
                <a:gd name="connsiteX1792" fmla="*/ 755618 w 762000"/>
                <a:gd name="connsiteY1792" fmla="*/ 378619 h 590550"/>
                <a:gd name="connsiteX1793" fmla="*/ 755237 w 762000"/>
                <a:gd name="connsiteY1793" fmla="*/ 375952 h 590550"/>
                <a:gd name="connsiteX1794" fmla="*/ 753999 w 762000"/>
                <a:gd name="connsiteY1794" fmla="*/ 372713 h 590550"/>
                <a:gd name="connsiteX1795" fmla="*/ 753237 w 762000"/>
                <a:gd name="connsiteY1795" fmla="*/ 369570 h 590550"/>
                <a:gd name="connsiteX1796" fmla="*/ 753332 w 762000"/>
                <a:gd name="connsiteY1796" fmla="*/ 366713 h 590550"/>
                <a:gd name="connsiteX1797" fmla="*/ 753618 w 762000"/>
                <a:gd name="connsiteY1797" fmla="*/ 365379 h 590550"/>
                <a:gd name="connsiteX1798" fmla="*/ 754189 w 762000"/>
                <a:gd name="connsiteY1798" fmla="*/ 364331 h 590550"/>
                <a:gd name="connsiteX1799" fmla="*/ 754856 w 762000"/>
                <a:gd name="connsiteY1799" fmla="*/ 363760 h 590550"/>
                <a:gd name="connsiteX1800" fmla="*/ 756285 w 762000"/>
                <a:gd name="connsiteY1800" fmla="*/ 363284 h 590550"/>
                <a:gd name="connsiteX1801" fmla="*/ 756952 w 762000"/>
                <a:gd name="connsiteY1801" fmla="*/ 362426 h 590550"/>
                <a:gd name="connsiteX1802" fmla="*/ 757142 w 762000"/>
                <a:gd name="connsiteY1802" fmla="*/ 361474 h 590550"/>
                <a:gd name="connsiteX1803" fmla="*/ 757238 w 762000"/>
                <a:gd name="connsiteY1803" fmla="*/ 360712 h 590550"/>
                <a:gd name="connsiteX1804" fmla="*/ 757428 w 762000"/>
                <a:gd name="connsiteY1804" fmla="*/ 359950 h 590550"/>
                <a:gd name="connsiteX1805" fmla="*/ 758095 w 762000"/>
                <a:gd name="connsiteY1805" fmla="*/ 359188 h 590550"/>
                <a:gd name="connsiteX1806" fmla="*/ 760857 w 762000"/>
                <a:gd name="connsiteY1806" fmla="*/ 357092 h 590550"/>
                <a:gd name="connsiteX1807" fmla="*/ 762000 w 762000"/>
                <a:gd name="connsiteY1807" fmla="*/ 355759 h 590550"/>
                <a:gd name="connsiteX1808" fmla="*/ 762476 w 762000"/>
                <a:gd name="connsiteY1808" fmla="*/ 353759 h 590550"/>
                <a:gd name="connsiteX1809" fmla="*/ 762095 w 762000"/>
                <a:gd name="connsiteY1809" fmla="*/ 351853 h 590550"/>
                <a:gd name="connsiteX1810" fmla="*/ 761333 w 762000"/>
                <a:gd name="connsiteY1810" fmla="*/ 350520 h 590550"/>
                <a:gd name="connsiteX1811" fmla="*/ 760666 w 762000"/>
                <a:gd name="connsiteY1811" fmla="*/ 349091 h 590550"/>
                <a:gd name="connsiteX1812" fmla="*/ 760857 w 762000"/>
                <a:gd name="connsiteY1812" fmla="*/ 346901 h 590550"/>
                <a:gd name="connsiteX1813" fmla="*/ 761619 w 762000"/>
                <a:gd name="connsiteY1813" fmla="*/ 345186 h 590550"/>
                <a:gd name="connsiteX1814" fmla="*/ 762762 w 762000"/>
                <a:gd name="connsiteY1814" fmla="*/ 343662 h 590550"/>
                <a:gd name="connsiteX1815" fmla="*/ 765334 w 762000"/>
                <a:gd name="connsiteY1815" fmla="*/ 341376 h 590550"/>
                <a:gd name="connsiteX1816" fmla="*/ 766381 w 762000"/>
                <a:gd name="connsiteY1816" fmla="*/ 339852 h 590550"/>
                <a:gd name="connsiteX1817" fmla="*/ 766667 w 762000"/>
                <a:gd name="connsiteY1817" fmla="*/ 337947 h 590550"/>
                <a:gd name="connsiteX1818" fmla="*/ 766763 w 762000"/>
                <a:gd name="connsiteY1818" fmla="*/ 333756 h 590550"/>
                <a:gd name="connsiteX1819" fmla="*/ 767143 w 762000"/>
                <a:gd name="connsiteY1819" fmla="*/ 331280 h 590550"/>
                <a:gd name="connsiteX1820" fmla="*/ 767905 w 762000"/>
                <a:gd name="connsiteY1820" fmla="*/ 330041 h 590550"/>
                <a:gd name="connsiteX1821" fmla="*/ 768858 w 762000"/>
                <a:gd name="connsiteY1821" fmla="*/ 329089 h 590550"/>
                <a:gd name="connsiteX1822" fmla="*/ 769811 w 762000"/>
                <a:gd name="connsiteY1822" fmla="*/ 327374 h 590550"/>
                <a:gd name="connsiteX1823" fmla="*/ 769906 w 762000"/>
                <a:gd name="connsiteY1823" fmla="*/ 325945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</a:cxnLst>
              <a:rect l="l" t="t" r="r" b="b"/>
              <a:pathLst>
                <a:path w="762000" h="590550">
                  <a:moveTo>
                    <a:pt x="769525" y="320993"/>
                  </a:moveTo>
                  <a:lnTo>
                    <a:pt x="769239" y="319564"/>
                  </a:lnTo>
                  <a:lnTo>
                    <a:pt x="768287" y="318135"/>
                  </a:lnTo>
                  <a:lnTo>
                    <a:pt x="767524" y="317564"/>
                  </a:lnTo>
                  <a:lnTo>
                    <a:pt x="766096" y="317849"/>
                  </a:lnTo>
                  <a:lnTo>
                    <a:pt x="764286" y="318516"/>
                  </a:lnTo>
                  <a:lnTo>
                    <a:pt x="759333" y="321183"/>
                  </a:lnTo>
                  <a:lnTo>
                    <a:pt x="758095" y="321564"/>
                  </a:lnTo>
                  <a:lnTo>
                    <a:pt x="757238" y="321564"/>
                  </a:lnTo>
                  <a:lnTo>
                    <a:pt x="756475" y="321183"/>
                  </a:lnTo>
                  <a:lnTo>
                    <a:pt x="755618" y="320516"/>
                  </a:lnTo>
                  <a:lnTo>
                    <a:pt x="750665" y="314135"/>
                  </a:lnTo>
                  <a:lnTo>
                    <a:pt x="748379" y="313277"/>
                  </a:lnTo>
                  <a:lnTo>
                    <a:pt x="747617" y="313182"/>
                  </a:lnTo>
                  <a:lnTo>
                    <a:pt x="746950" y="313373"/>
                  </a:lnTo>
                  <a:lnTo>
                    <a:pt x="740664" y="319659"/>
                  </a:lnTo>
                  <a:lnTo>
                    <a:pt x="739997" y="320135"/>
                  </a:lnTo>
                  <a:lnTo>
                    <a:pt x="738949" y="320516"/>
                  </a:lnTo>
                  <a:lnTo>
                    <a:pt x="737045" y="321088"/>
                  </a:lnTo>
                  <a:lnTo>
                    <a:pt x="735997" y="321088"/>
                  </a:lnTo>
                  <a:lnTo>
                    <a:pt x="735330" y="320993"/>
                  </a:lnTo>
                  <a:lnTo>
                    <a:pt x="734949" y="320611"/>
                  </a:lnTo>
                  <a:lnTo>
                    <a:pt x="734568" y="320231"/>
                  </a:lnTo>
                  <a:lnTo>
                    <a:pt x="734282" y="319754"/>
                  </a:lnTo>
                  <a:lnTo>
                    <a:pt x="733711" y="318326"/>
                  </a:lnTo>
                  <a:lnTo>
                    <a:pt x="733330" y="316706"/>
                  </a:lnTo>
                  <a:lnTo>
                    <a:pt x="732949" y="315659"/>
                  </a:lnTo>
                  <a:lnTo>
                    <a:pt x="731806" y="313754"/>
                  </a:lnTo>
                  <a:lnTo>
                    <a:pt x="731139" y="312992"/>
                  </a:lnTo>
                  <a:lnTo>
                    <a:pt x="727805" y="309944"/>
                  </a:lnTo>
                  <a:lnTo>
                    <a:pt x="726853" y="309277"/>
                  </a:lnTo>
                  <a:lnTo>
                    <a:pt x="723519" y="307562"/>
                  </a:lnTo>
                  <a:lnTo>
                    <a:pt x="721519" y="306134"/>
                  </a:lnTo>
                  <a:lnTo>
                    <a:pt x="718471" y="303276"/>
                  </a:lnTo>
                  <a:lnTo>
                    <a:pt x="717328" y="301847"/>
                  </a:lnTo>
                  <a:lnTo>
                    <a:pt x="716947" y="301466"/>
                  </a:lnTo>
                  <a:lnTo>
                    <a:pt x="714470" y="300133"/>
                  </a:lnTo>
                  <a:lnTo>
                    <a:pt x="700468" y="295656"/>
                  </a:lnTo>
                  <a:lnTo>
                    <a:pt x="699421" y="294989"/>
                  </a:lnTo>
                  <a:lnTo>
                    <a:pt x="699230" y="294513"/>
                  </a:lnTo>
                  <a:lnTo>
                    <a:pt x="699135" y="293942"/>
                  </a:lnTo>
                  <a:lnTo>
                    <a:pt x="699135" y="293275"/>
                  </a:lnTo>
                  <a:lnTo>
                    <a:pt x="699135" y="292608"/>
                  </a:lnTo>
                  <a:lnTo>
                    <a:pt x="699325" y="291941"/>
                  </a:lnTo>
                  <a:lnTo>
                    <a:pt x="700468" y="288798"/>
                  </a:lnTo>
                  <a:lnTo>
                    <a:pt x="700564" y="288131"/>
                  </a:lnTo>
                  <a:lnTo>
                    <a:pt x="700659" y="287655"/>
                  </a:lnTo>
                  <a:lnTo>
                    <a:pt x="700564" y="287274"/>
                  </a:lnTo>
                  <a:lnTo>
                    <a:pt x="700468" y="286798"/>
                  </a:lnTo>
                  <a:lnTo>
                    <a:pt x="700088" y="286417"/>
                  </a:lnTo>
                  <a:lnTo>
                    <a:pt x="698468" y="284417"/>
                  </a:lnTo>
                  <a:lnTo>
                    <a:pt x="697706" y="282988"/>
                  </a:lnTo>
                  <a:lnTo>
                    <a:pt x="697230" y="282035"/>
                  </a:lnTo>
                  <a:lnTo>
                    <a:pt x="697135" y="281464"/>
                  </a:lnTo>
                  <a:lnTo>
                    <a:pt x="696944" y="280321"/>
                  </a:lnTo>
                  <a:lnTo>
                    <a:pt x="696849" y="279749"/>
                  </a:lnTo>
                  <a:lnTo>
                    <a:pt x="696944" y="277273"/>
                  </a:lnTo>
                  <a:lnTo>
                    <a:pt x="696849" y="276606"/>
                  </a:lnTo>
                  <a:lnTo>
                    <a:pt x="696754" y="276035"/>
                  </a:lnTo>
                  <a:lnTo>
                    <a:pt x="696468" y="274987"/>
                  </a:lnTo>
                  <a:lnTo>
                    <a:pt x="696373" y="273844"/>
                  </a:lnTo>
                  <a:lnTo>
                    <a:pt x="696087" y="272701"/>
                  </a:lnTo>
                  <a:lnTo>
                    <a:pt x="695325" y="270700"/>
                  </a:lnTo>
                  <a:lnTo>
                    <a:pt x="694658" y="269177"/>
                  </a:lnTo>
                  <a:lnTo>
                    <a:pt x="694277" y="268129"/>
                  </a:lnTo>
                  <a:lnTo>
                    <a:pt x="693991" y="267081"/>
                  </a:lnTo>
                  <a:lnTo>
                    <a:pt x="693896" y="265938"/>
                  </a:lnTo>
                  <a:lnTo>
                    <a:pt x="693896" y="264605"/>
                  </a:lnTo>
                  <a:lnTo>
                    <a:pt x="695039" y="258985"/>
                  </a:lnTo>
                  <a:lnTo>
                    <a:pt x="695134" y="257651"/>
                  </a:lnTo>
                  <a:lnTo>
                    <a:pt x="695134" y="256985"/>
                  </a:lnTo>
                  <a:lnTo>
                    <a:pt x="694944" y="255365"/>
                  </a:lnTo>
                  <a:lnTo>
                    <a:pt x="694849" y="254889"/>
                  </a:lnTo>
                  <a:lnTo>
                    <a:pt x="694658" y="254413"/>
                  </a:lnTo>
                  <a:lnTo>
                    <a:pt x="694087" y="253746"/>
                  </a:lnTo>
                  <a:lnTo>
                    <a:pt x="693706" y="253746"/>
                  </a:lnTo>
                  <a:lnTo>
                    <a:pt x="693325" y="253937"/>
                  </a:lnTo>
                  <a:lnTo>
                    <a:pt x="692848" y="254508"/>
                  </a:lnTo>
                  <a:lnTo>
                    <a:pt x="692277" y="255556"/>
                  </a:lnTo>
                  <a:lnTo>
                    <a:pt x="689800" y="262985"/>
                  </a:lnTo>
                  <a:lnTo>
                    <a:pt x="689515" y="263652"/>
                  </a:lnTo>
                  <a:lnTo>
                    <a:pt x="689229" y="264128"/>
                  </a:lnTo>
                  <a:lnTo>
                    <a:pt x="688848" y="264509"/>
                  </a:lnTo>
                  <a:lnTo>
                    <a:pt x="688467" y="264890"/>
                  </a:lnTo>
                  <a:lnTo>
                    <a:pt x="687514" y="265367"/>
                  </a:lnTo>
                  <a:lnTo>
                    <a:pt x="684276" y="266414"/>
                  </a:lnTo>
                  <a:lnTo>
                    <a:pt x="683323" y="266986"/>
                  </a:lnTo>
                  <a:lnTo>
                    <a:pt x="680847" y="269081"/>
                  </a:lnTo>
                  <a:lnTo>
                    <a:pt x="679037" y="271272"/>
                  </a:lnTo>
                  <a:lnTo>
                    <a:pt x="676847" y="274987"/>
                  </a:lnTo>
                  <a:lnTo>
                    <a:pt x="676084" y="275844"/>
                  </a:lnTo>
                  <a:lnTo>
                    <a:pt x="675704" y="276130"/>
                  </a:lnTo>
                  <a:lnTo>
                    <a:pt x="674941" y="276416"/>
                  </a:lnTo>
                  <a:lnTo>
                    <a:pt x="673798" y="276320"/>
                  </a:lnTo>
                  <a:lnTo>
                    <a:pt x="671798" y="275939"/>
                  </a:lnTo>
                  <a:lnTo>
                    <a:pt x="670750" y="275463"/>
                  </a:lnTo>
                  <a:lnTo>
                    <a:pt x="670084" y="275082"/>
                  </a:lnTo>
                  <a:lnTo>
                    <a:pt x="669703" y="274606"/>
                  </a:lnTo>
                  <a:lnTo>
                    <a:pt x="669512" y="274130"/>
                  </a:lnTo>
                  <a:lnTo>
                    <a:pt x="669226" y="273653"/>
                  </a:lnTo>
                  <a:lnTo>
                    <a:pt x="669036" y="272606"/>
                  </a:lnTo>
                  <a:lnTo>
                    <a:pt x="668846" y="271367"/>
                  </a:lnTo>
                  <a:lnTo>
                    <a:pt x="668464" y="264700"/>
                  </a:lnTo>
                  <a:lnTo>
                    <a:pt x="668274" y="263557"/>
                  </a:lnTo>
                  <a:lnTo>
                    <a:pt x="667893" y="261938"/>
                  </a:lnTo>
                  <a:lnTo>
                    <a:pt x="667417" y="260890"/>
                  </a:lnTo>
                  <a:lnTo>
                    <a:pt x="662845" y="257556"/>
                  </a:lnTo>
                  <a:lnTo>
                    <a:pt x="661416" y="256889"/>
                  </a:lnTo>
                  <a:lnTo>
                    <a:pt x="660463" y="256699"/>
                  </a:lnTo>
                  <a:lnTo>
                    <a:pt x="658368" y="257556"/>
                  </a:lnTo>
                  <a:lnTo>
                    <a:pt x="656558" y="258699"/>
                  </a:lnTo>
                  <a:lnTo>
                    <a:pt x="653605" y="261175"/>
                  </a:lnTo>
                  <a:lnTo>
                    <a:pt x="652272" y="262128"/>
                  </a:lnTo>
                  <a:lnTo>
                    <a:pt x="651891" y="262509"/>
                  </a:lnTo>
                  <a:lnTo>
                    <a:pt x="651605" y="262890"/>
                  </a:lnTo>
                  <a:lnTo>
                    <a:pt x="651415" y="263462"/>
                  </a:lnTo>
                  <a:lnTo>
                    <a:pt x="651415" y="263462"/>
                  </a:lnTo>
                  <a:lnTo>
                    <a:pt x="651224" y="264890"/>
                  </a:lnTo>
                  <a:lnTo>
                    <a:pt x="651224" y="267462"/>
                  </a:lnTo>
                  <a:lnTo>
                    <a:pt x="651034" y="268700"/>
                  </a:lnTo>
                  <a:lnTo>
                    <a:pt x="650843" y="270129"/>
                  </a:lnTo>
                  <a:lnTo>
                    <a:pt x="650653" y="270700"/>
                  </a:lnTo>
                  <a:lnTo>
                    <a:pt x="650367" y="271367"/>
                  </a:lnTo>
                  <a:lnTo>
                    <a:pt x="650081" y="271748"/>
                  </a:lnTo>
                  <a:lnTo>
                    <a:pt x="649605" y="272129"/>
                  </a:lnTo>
                  <a:lnTo>
                    <a:pt x="649224" y="272415"/>
                  </a:lnTo>
                  <a:lnTo>
                    <a:pt x="647605" y="272987"/>
                  </a:lnTo>
                  <a:lnTo>
                    <a:pt x="630269" y="273463"/>
                  </a:lnTo>
                  <a:lnTo>
                    <a:pt x="625697" y="274511"/>
                  </a:lnTo>
                  <a:lnTo>
                    <a:pt x="620839" y="276796"/>
                  </a:lnTo>
                  <a:lnTo>
                    <a:pt x="616458" y="280035"/>
                  </a:lnTo>
                  <a:lnTo>
                    <a:pt x="615410" y="280416"/>
                  </a:lnTo>
                  <a:lnTo>
                    <a:pt x="611219" y="280797"/>
                  </a:lnTo>
                  <a:lnTo>
                    <a:pt x="610172" y="281083"/>
                  </a:lnTo>
                  <a:lnTo>
                    <a:pt x="607409" y="282702"/>
                  </a:lnTo>
                  <a:lnTo>
                    <a:pt x="606552" y="283464"/>
                  </a:lnTo>
                  <a:lnTo>
                    <a:pt x="605885" y="284321"/>
                  </a:lnTo>
                  <a:lnTo>
                    <a:pt x="605218" y="285369"/>
                  </a:lnTo>
                  <a:lnTo>
                    <a:pt x="605028" y="286036"/>
                  </a:lnTo>
                  <a:lnTo>
                    <a:pt x="604838" y="286703"/>
                  </a:lnTo>
                  <a:lnTo>
                    <a:pt x="604742" y="287369"/>
                  </a:lnTo>
                  <a:lnTo>
                    <a:pt x="604742" y="288036"/>
                  </a:lnTo>
                  <a:lnTo>
                    <a:pt x="604742" y="289179"/>
                  </a:lnTo>
                  <a:lnTo>
                    <a:pt x="604933" y="290417"/>
                  </a:lnTo>
                  <a:lnTo>
                    <a:pt x="605028" y="291560"/>
                  </a:lnTo>
                  <a:lnTo>
                    <a:pt x="604933" y="292132"/>
                  </a:lnTo>
                  <a:lnTo>
                    <a:pt x="604933" y="292227"/>
                  </a:lnTo>
                  <a:lnTo>
                    <a:pt x="604933" y="292227"/>
                  </a:lnTo>
                  <a:lnTo>
                    <a:pt x="604933" y="292989"/>
                  </a:lnTo>
                  <a:lnTo>
                    <a:pt x="604838" y="293561"/>
                  </a:lnTo>
                  <a:lnTo>
                    <a:pt x="604742" y="294227"/>
                  </a:lnTo>
                  <a:lnTo>
                    <a:pt x="604742" y="294894"/>
                  </a:lnTo>
                  <a:lnTo>
                    <a:pt x="604838" y="295466"/>
                  </a:lnTo>
                  <a:lnTo>
                    <a:pt x="605028" y="296799"/>
                  </a:lnTo>
                  <a:lnTo>
                    <a:pt x="605504" y="298228"/>
                  </a:lnTo>
                  <a:lnTo>
                    <a:pt x="606171" y="299752"/>
                  </a:lnTo>
                  <a:lnTo>
                    <a:pt x="606362" y="300609"/>
                  </a:lnTo>
                  <a:lnTo>
                    <a:pt x="606457" y="300895"/>
                  </a:lnTo>
                  <a:lnTo>
                    <a:pt x="606362" y="301371"/>
                  </a:lnTo>
                  <a:lnTo>
                    <a:pt x="606171" y="301847"/>
                  </a:lnTo>
                  <a:lnTo>
                    <a:pt x="605790" y="302323"/>
                  </a:lnTo>
                  <a:lnTo>
                    <a:pt x="605314" y="302609"/>
                  </a:lnTo>
                  <a:lnTo>
                    <a:pt x="604361" y="303086"/>
                  </a:lnTo>
                  <a:lnTo>
                    <a:pt x="600551" y="304133"/>
                  </a:lnTo>
                  <a:lnTo>
                    <a:pt x="588645" y="309848"/>
                  </a:lnTo>
                  <a:lnTo>
                    <a:pt x="587692" y="310134"/>
                  </a:lnTo>
                  <a:lnTo>
                    <a:pt x="586835" y="310229"/>
                  </a:lnTo>
                  <a:lnTo>
                    <a:pt x="586168" y="310039"/>
                  </a:lnTo>
                  <a:lnTo>
                    <a:pt x="585597" y="309753"/>
                  </a:lnTo>
                  <a:lnTo>
                    <a:pt x="584263" y="308515"/>
                  </a:lnTo>
                  <a:lnTo>
                    <a:pt x="583597" y="308134"/>
                  </a:lnTo>
                  <a:lnTo>
                    <a:pt x="582930" y="308039"/>
                  </a:lnTo>
                  <a:lnTo>
                    <a:pt x="579691" y="308419"/>
                  </a:lnTo>
                  <a:lnTo>
                    <a:pt x="578834" y="308324"/>
                  </a:lnTo>
                  <a:lnTo>
                    <a:pt x="578072" y="308039"/>
                  </a:lnTo>
                  <a:lnTo>
                    <a:pt x="577691" y="307658"/>
                  </a:lnTo>
                  <a:lnTo>
                    <a:pt x="577405" y="307277"/>
                  </a:lnTo>
                  <a:lnTo>
                    <a:pt x="576739" y="306324"/>
                  </a:lnTo>
                  <a:lnTo>
                    <a:pt x="576072" y="304895"/>
                  </a:lnTo>
                  <a:lnTo>
                    <a:pt x="575691" y="303943"/>
                  </a:lnTo>
                  <a:lnTo>
                    <a:pt x="574357" y="299657"/>
                  </a:lnTo>
                  <a:lnTo>
                    <a:pt x="573691" y="298228"/>
                  </a:lnTo>
                  <a:lnTo>
                    <a:pt x="572929" y="296799"/>
                  </a:lnTo>
                  <a:lnTo>
                    <a:pt x="570357" y="293275"/>
                  </a:lnTo>
                  <a:lnTo>
                    <a:pt x="569214" y="292132"/>
                  </a:lnTo>
                  <a:lnTo>
                    <a:pt x="568642" y="291179"/>
                  </a:lnTo>
                  <a:lnTo>
                    <a:pt x="568452" y="290703"/>
                  </a:lnTo>
                  <a:lnTo>
                    <a:pt x="568357" y="290132"/>
                  </a:lnTo>
                  <a:lnTo>
                    <a:pt x="568547" y="286703"/>
                  </a:lnTo>
                  <a:lnTo>
                    <a:pt x="568262" y="284417"/>
                  </a:lnTo>
                  <a:lnTo>
                    <a:pt x="567785" y="282131"/>
                  </a:lnTo>
                  <a:lnTo>
                    <a:pt x="567595" y="281559"/>
                  </a:lnTo>
                  <a:lnTo>
                    <a:pt x="567309" y="280988"/>
                  </a:lnTo>
                  <a:lnTo>
                    <a:pt x="565213" y="278035"/>
                  </a:lnTo>
                  <a:lnTo>
                    <a:pt x="564642" y="276987"/>
                  </a:lnTo>
                  <a:lnTo>
                    <a:pt x="563594" y="274701"/>
                  </a:lnTo>
                  <a:lnTo>
                    <a:pt x="563023" y="273558"/>
                  </a:lnTo>
                  <a:lnTo>
                    <a:pt x="562261" y="272606"/>
                  </a:lnTo>
                  <a:lnTo>
                    <a:pt x="559022" y="270034"/>
                  </a:lnTo>
                  <a:lnTo>
                    <a:pt x="558070" y="268796"/>
                  </a:lnTo>
                  <a:lnTo>
                    <a:pt x="555593" y="263366"/>
                  </a:lnTo>
                  <a:lnTo>
                    <a:pt x="551783" y="257461"/>
                  </a:lnTo>
                  <a:lnTo>
                    <a:pt x="551116" y="255842"/>
                  </a:lnTo>
                  <a:lnTo>
                    <a:pt x="550640" y="254318"/>
                  </a:lnTo>
                  <a:lnTo>
                    <a:pt x="550164" y="251460"/>
                  </a:lnTo>
                  <a:lnTo>
                    <a:pt x="549783" y="250222"/>
                  </a:lnTo>
                  <a:lnTo>
                    <a:pt x="549307" y="249174"/>
                  </a:lnTo>
                  <a:lnTo>
                    <a:pt x="548449" y="248126"/>
                  </a:lnTo>
                  <a:lnTo>
                    <a:pt x="545306" y="245173"/>
                  </a:lnTo>
                  <a:lnTo>
                    <a:pt x="544449" y="244126"/>
                  </a:lnTo>
                  <a:lnTo>
                    <a:pt x="543687" y="242983"/>
                  </a:lnTo>
                  <a:lnTo>
                    <a:pt x="543211" y="242030"/>
                  </a:lnTo>
                  <a:lnTo>
                    <a:pt x="542925" y="240887"/>
                  </a:lnTo>
                  <a:lnTo>
                    <a:pt x="542639" y="239840"/>
                  </a:lnTo>
                  <a:lnTo>
                    <a:pt x="542449" y="236506"/>
                  </a:lnTo>
                  <a:lnTo>
                    <a:pt x="542449" y="234791"/>
                  </a:lnTo>
                  <a:lnTo>
                    <a:pt x="543592" y="224028"/>
                  </a:lnTo>
                  <a:lnTo>
                    <a:pt x="543592" y="220885"/>
                  </a:lnTo>
                  <a:lnTo>
                    <a:pt x="542639" y="214503"/>
                  </a:lnTo>
                  <a:lnTo>
                    <a:pt x="541972" y="211741"/>
                  </a:lnTo>
                  <a:lnTo>
                    <a:pt x="541306" y="209741"/>
                  </a:lnTo>
                  <a:lnTo>
                    <a:pt x="541020" y="209074"/>
                  </a:lnTo>
                  <a:lnTo>
                    <a:pt x="538829" y="205645"/>
                  </a:lnTo>
                  <a:lnTo>
                    <a:pt x="537115" y="203740"/>
                  </a:lnTo>
                  <a:lnTo>
                    <a:pt x="536638" y="203359"/>
                  </a:lnTo>
                  <a:lnTo>
                    <a:pt x="536257" y="203264"/>
                  </a:lnTo>
                  <a:lnTo>
                    <a:pt x="533209" y="204406"/>
                  </a:lnTo>
                  <a:lnTo>
                    <a:pt x="528447" y="207169"/>
                  </a:lnTo>
                  <a:lnTo>
                    <a:pt x="524065" y="210121"/>
                  </a:lnTo>
                  <a:lnTo>
                    <a:pt x="523304" y="210979"/>
                  </a:lnTo>
                  <a:lnTo>
                    <a:pt x="522637" y="212122"/>
                  </a:lnTo>
                  <a:lnTo>
                    <a:pt x="521780" y="214313"/>
                  </a:lnTo>
                  <a:lnTo>
                    <a:pt x="520827" y="218218"/>
                  </a:lnTo>
                  <a:lnTo>
                    <a:pt x="519970" y="219837"/>
                  </a:lnTo>
                  <a:lnTo>
                    <a:pt x="518446" y="221171"/>
                  </a:lnTo>
                  <a:lnTo>
                    <a:pt x="517017" y="221456"/>
                  </a:lnTo>
                  <a:lnTo>
                    <a:pt x="515588" y="221171"/>
                  </a:lnTo>
                  <a:lnTo>
                    <a:pt x="514350" y="220409"/>
                  </a:lnTo>
                  <a:lnTo>
                    <a:pt x="512636" y="218789"/>
                  </a:lnTo>
                  <a:lnTo>
                    <a:pt x="511778" y="218694"/>
                  </a:lnTo>
                  <a:lnTo>
                    <a:pt x="511207" y="219361"/>
                  </a:lnTo>
                  <a:lnTo>
                    <a:pt x="511016" y="221266"/>
                  </a:lnTo>
                  <a:lnTo>
                    <a:pt x="511302" y="223266"/>
                  </a:lnTo>
                  <a:lnTo>
                    <a:pt x="511969" y="225362"/>
                  </a:lnTo>
                  <a:lnTo>
                    <a:pt x="512255" y="226981"/>
                  </a:lnTo>
                  <a:lnTo>
                    <a:pt x="512159" y="228600"/>
                  </a:lnTo>
                  <a:lnTo>
                    <a:pt x="511683" y="230219"/>
                  </a:lnTo>
                  <a:lnTo>
                    <a:pt x="511492" y="231267"/>
                  </a:lnTo>
                  <a:lnTo>
                    <a:pt x="511397" y="232029"/>
                  </a:lnTo>
                  <a:lnTo>
                    <a:pt x="511778" y="234601"/>
                  </a:lnTo>
                  <a:lnTo>
                    <a:pt x="512064" y="242506"/>
                  </a:lnTo>
                  <a:lnTo>
                    <a:pt x="512064" y="243745"/>
                  </a:lnTo>
                  <a:lnTo>
                    <a:pt x="511873" y="244412"/>
                  </a:lnTo>
                  <a:lnTo>
                    <a:pt x="511683" y="245173"/>
                  </a:lnTo>
                  <a:lnTo>
                    <a:pt x="511302" y="245840"/>
                  </a:lnTo>
                  <a:lnTo>
                    <a:pt x="510730" y="246507"/>
                  </a:lnTo>
                  <a:lnTo>
                    <a:pt x="509683" y="247364"/>
                  </a:lnTo>
                  <a:lnTo>
                    <a:pt x="507968" y="248412"/>
                  </a:lnTo>
                  <a:lnTo>
                    <a:pt x="495490" y="252889"/>
                  </a:lnTo>
                  <a:lnTo>
                    <a:pt x="489871" y="251460"/>
                  </a:lnTo>
                  <a:lnTo>
                    <a:pt x="487108" y="249555"/>
                  </a:lnTo>
                  <a:lnTo>
                    <a:pt x="485299" y="244031"/>
                  </a:lnTo>
                  <a:lnTo>
                    <a:pt x="485013" y="242983"/>
                  </a:lnTo>
                  <a:lnTo>
                    <a:pt x="484918" y="241744"/>
                  </a:lnTo>
                  <a:lnTo>
                    <a:pt x="484727" y="241173"/>
                  </a:lnTo>
                  <a:lnTo>
                    <a:pt x="484441" y="240697"/>
                  </a:lnTo>
                  <a:lnTo>
                    <a:pt x="483680" y="240411"/>
                  </a:lnTo>
                  <a:lnTo>
                    <a:pt x="482441" y="240411"/>
                  </a:lnTo>
                  <a:lnTo>
                    <a:pt x="481489" y="239840"/>
                  </a:lnTo>
                  <a:lnTo>
                    <a:pt x="480155" y="238792"/>
                  </a:lnTo>
                  <a:lnTo>
                    <a:pt x="476345" y="234696"/>
                  </a:lnTo>
                  <a:lnTo>
                    <a:pt x="476345" y="234601"/>
                  </a:lnTo>
                  <a:lnTo>
                    <a:pt x="476250" y="234220"/>
                  </a:lnTo>
                  <a:lnTo>
                    <a:pt x="476155" y="233648"/>
                  </a:lnTo>
                  <a:lnTo>
                    <a:pt x="476250" y="233077"/>
                  </a:lnTo>
                  <a:lnTo>
                    <a:pt x="476345" y="232315"/>
                  </a:lnTo>
                  <a:lnTo>
                    <a:pt x="476821" y="230219"/>
                  </a:lnTo>
                  <a:lnTo>
                    <a:pt x="477012" y="228886"/>
                  </a:lnTo>
                  <a:lnTo>
                    <a:pt x="476821" y="228314"/>
                  </a:lnTo>
                  <a:lnTo>
                    <a:pt x="476536" y="227838"/>
                  </a:lnTo>
                  <a:lnTo>
                    <a:pt x="471773" y="221266"/>
                  </a:lnTo>
                  <a:lnTo>
                    <a:pt x="470535" y="218218"/>
                  </a:lnTo>
                  <a:lnTo>
                    <a:pt x="470059" y="217551"/>
                  </a:lnTo>
                  <a:lnTo>
                    <a:pt x="467868" y="215170"/>
                  </a:lnTo>
                  <a:lnTo>
                    <a:pt x="467296" y="214217"/>
                  </a:lnTo>
                  <a:lnTo>
                    <a:pt x="467011" y="213455"/>
                  </a:lnTo>
                  <a:lnTo>
                    <a:pt x="467106" y="212789"/>
                  </a:lnTo>
                  <a:lnTo>
                    <a:pt x="467296" y="212217"/>
                  </a:lnTo>
                  <a:lnTo>
                    <a:pt x="468535" y="209074"/>
                  </a:lnTo>
                  <a:lnTo>
                    <a:pt x="468916" y="207740"/>
                  </a:lnTo>
                  <a:lnTo>
                    <a:pt x="469011" y="207073"/>
                  </a:lnTo>
                  <a:lnTo>
                    <a:pt x="469011" y="206502"/>
                  </a:lnTo>
                  <a:lnTo>
                    <a:pt x="468916" y="205835"/>
                  </a:lnTo>
                  <a:lnTo>
                    <a:pt x="468916" y="205550"/>
                  </a:lnTo>
                  <a:lnTo>
                    <a:pt x="468344" y="203740"/>
                  </a:lnTo>
                  <a:lnTo>
                    <a:pt x="468249" y="203168"/>
                  </a:lnTo>
                  <a:lnTo>
                    <a:pt x="468249" y="202502"/>
                  </a:lnTo>
                  <a:lnTo>
                    <a:pt x="468344" y="201930"/>
                  </a:lnTo>
                  <a:lnTo>
                    <a:pt x="468630" y="201454"/>
                  </a:lnTo>
                  <a:lnTo>
                    <a:pt x="469011" y="200977"/>
                  </a:lnTo>
                  <a:lnTo>
                    <a:pt x="469392" y="200596"/>
                  </a:lnTo>
                  <a:lnTo>
                    <a:pt x="470345" y="200025"/>
                  </a:lnTo>
                  <a:lnTo>
                    <a:pt x="470821" y="199835"/>
                  </a:lnTo>
                  <a:lnTo>
                    <a:pt x="471392" y="199739"/>
                  </a:lnTo>
                  <a:lnTo>
                    <a:pt x="473392" y="199739"/>
                  </a:lnTo>
                  <a:lnTo>
                    <a:pt x="473869" y="199644"/>
                  </a:lnTo>
                  <a:lnTo>
                    <a:pt x="474059" y="199454"/>
                  </a:lnTo>
                  <a:lnTo>
                    <a:pt x="474250" y="199168"/>
                  </a:lnTo>
                  <a:lnTo>
                    <a:pt x="474059" y="198692"/>
                  </a:lnTo>
                  <a:lnTo>
                    <a:pt x="473202" y="197548"/>
                  </a:lnTo>
                  <a:lnTo>
                    <a:pt x="472916" y="197072"/>
                  </a:lnTo>
                  <a:lnTo>
                    <a:pt x="472726" y="196501"/>
                  </a:lnTo>
                  <a:lnTo>
                    <a:pt x="472440" y="195548"/>
                  </a:lnTo>
                  <a:lnTo>
                    <a:pt x="472345" y="195263"/>
                  </a:lnTo>
                  <a:lnTo>
                    <a:pt x="472059" y="194881"/>
                  </a:lnTo>
                  <a:lnTo>
                    <a:pt x="471488" y="194405"/>
                  </a:lnTo>
                  <a:lnTo>
                    <a:pt x="467773" y="192119"/>
                  </a:lnTo>
                  <a:lnTo>
                    <a:pt x="467011" y="191738"/>
                  </a:lnTo>
                  <a:lnTo>
                    <a:pt x="464248" y="191167"/>
                  </a:lnTo>
                  <a:lnTo>
                    <a:pt x="463582" y="190881"/>
                  </a:lnTo>
                  <a:lnTo>
                    <a:pt x="463105" y="190500"/>
                  </a:lnTo>
                  <a:lnTo>
                    <a:pt x="460248" y="188119"/>
                  </a:lnTo>
                  <a:lnTo>
                    <a:pt x="457581" y="186881"/>
                  </a:lnTo>
                  <a:lnTo>
                    <a:pt x="456533" y="186881"/>
                  </a:lnTo>
                  <a:lnTo>
                    <a:pt x="455200" y="187166"/>
                  </a:lnTo>
                  <a:lnTo>
                    <a:pt x="452533" y="188309"/>
                  </a:lnTo>
                  <a:lnTo>
                    <a:pt x="450437" y="189548"/>
                  </a:lnTo>
                  <a:lnTo>
                    <a:pt x="450151" y="190024"/>
                  </a:lnTo>
                  <a:lnTo>
                    <a:pt x="449294" y="190786"/>
                  </a:lnTo>
                  <a:lnTo>
                    <a:pt x="448723" y="190976"/>
                  </a:lnTo>
                  <a:lnTo>
                    <a:pt x="447961" y="191071"/>
                  </a:lnTo>
                  <a:lnTo>
                    <a:pt x="446913" y="190881"/>
                  </a:lnTo>
                  <a:lnTo>
                    <a:pt x="446246" y="190500"/>
                  </a:lnTo>
                  <a:lnTo>
                    <a:pt x="445770" y="190119"/>
                  </a:lnTo>
                  <a:lnTo>
                    <a:pt x="445484" y="189643"/>
                  </a:lnTo>
                  <a:lnTo>
                    <a:pt x="444627" y="187547"/>
                  </a:lnTo>
                  <a:lnTo>
                    <a:pt x="444341" y="187166"/>
                  </a:lnTo>
                  <a:lnTo>
                    <a:pt x="443960" y="186690"/>
                  </a:lnTo>
                  <a:lnTo>
                    <a:pt x="443198" y="186119"/>
                  </a:lnTo>
                  <a:lnTo>
                    <a:pt x="442817" y="186023"/>
                  </a:lnTo>
                  <a:lnTo>
                    <a:pt x="442436" y="185833"/>
                  </a:lnTo>
                  <a:lnTo>
                    <a:pt x="441388" y="185738"/>
                  </a:lnTo>
                  <a:lnTo>
                    <a:pt x="439960" y="186023"/>
                  </a:lnTo>
                  <a:lnTo>
                    <a:pt x="439388" y="186214"/>
                  </a:lnTo>
                  <a:lnTo>
                    <a:pt x="438721" y="186690"/>
                  </a:lnTo>
                  <a:lnTo>
                    <a:pt x="438055" y="187452"/>
                  </a:lnTo>
                  <a:lnTo>
                    <a:pt x="437007" y="189167"/>
                  </a:lnTo>
                  <a:lnTo>
                    <a:pt x="436150" y="191167"/>
                  </a:lnTo>
                  <a:lnTo>
                    <a:pt x="435673" y="192500"/>
                  </a:lnTo>
                  <a:lnTo>
                    <a:pt x="434721" y="193453"/>
                  </a:lnTo>
                  <a:lnTo>
                    <a:pt x="432245" y="193834"/>
                  </a:lnTo>
                  <a:lnTo>
                    <a:pt x="431197" y="192500"/>
                  </a:lnTo>
                  <a:lnTo>
                    <a:pt x="430911" y="191738"/>
                  </a:lnTo>
                  <a:lnTo>
                    <a:pt x="430530" y="190214"/>
                  </a:lnTo>
                  <a:lnTo>
                    <a:pt x="430244" y="188119"/>
                  </a:lnTo>
                  <a:lnTo>
                    <a:pt x="430244" y="187452"/>
                  </a:lnTo>
                  <a:lnTo>
                    <a:pt x="430625" y="182785"/>
                  </a:lnTo>
                  <a:lnTo>
                    <a:pt x="430530" y="179927"/>
                  </a:lnTo>
                  <a:lnTo>
                    <a:pt x="430244" y="177641"/>
                  </a:lnTo>
                  <a:lnTo>
                    <a:pt x="430054" y="177260"/>
                  </a:lnTo>
                  <a:lnTo>
                    <a:pt x="427577" y="172784"/>
                  </a:lnTo>
                  <a:lnTo>
                    <a:pt x="426815" y="171164"/>
                  </a:lnTo>
                  <a:lnTo>
                    <a:pt x="426148" y="169164"/>
                  </a:lnTo>
                  <a:lnTo>
                    <a:pt x="425958" y="167926"/>
                  </a:lnTo>
                  <a:lnTo>
                    <a:pt x="425863" y="166973"/>
                  </a:lnTo>
                  <a:lnTo>
                    <a:pt x="426244" y="165544"/>
                  </a:lnTo>
                  <a:lnTo>
                    <a:pt x="427006" y="163735"/>
                  </a:lnTo>
                  <a:lnTo>
                    <a:pt x="427482" y="162782"/>
                  </a:lnTo>
                  <a:lnTo>
                    <a:pt x="427958" y="162116"/>
                  </a:lnTo>
                  <a:lnTo>
                    <a:pt x="428720" y="161354"/>
                  </a:lnTo>
                  <a:lnTo>
                    <a:pt x="429578" y="160687"/>
                  </a:lnTo>
                  <a:lnTo>
                    <a:pt x="432625" y="159353"/>
                  </a:lnTo>
                  <a:lnTo>
                    <a:pt x="432911" y="159163"/>
                  </a:lnTo>
                  <a:lnTo>
                    <a:pt x="433197" y="158591"/>
                  </a:lnTo>
                  <a:lnTo>
                    <a:pt x="433768" y="156496"/>
                  </a:lnTo>
                  <a:lnTo>
                    <a:pt x="433768" y="155543"/>
                  </a:lnTo>
                  <a:lnTo>
                    <a:pt x="433768" y="154781"/>
                  </a:lnTo>
                  <a:lnTo>
                    <a:pt x="433006" y="152019"/>
                  </a:lnTo>
                  <a:lnTo>
                    <a:pt x="432625" y="151067"/>
                  </a:lnTo>
                  <a:lnTo>
                    <a:pt x="431292" y="148590"/>
                  </a:lnTo>
                  <a:lnTo>
                    <a:pt x="430435" y="146590"/>
                  </a:lnTo>
                  <a:lnTo>
                    <a:pt x="426720" y="141161"/>
                  </a:lnTo>
                  <a:lnTo>
                    <a:pt x="426053" y="139256"/>
                  </a:lnTo>
                  <a:lnTo>
                    <a:pt x="425005" y="134493"/>
                  </a:lnTo>
                  <a:lnTo>
                    <a:pt x="424624" y="133445"/>
                  </a:lnTo>
                  <a:lnTo>
                    <a:pt x="424339" y="132874"/>
                  </a:lnTo>
                  <a:lnTo>
                    <a:pt x="423863" y="132302"/>
                  </a:lnTo>
                  <a:lnTo>
                    <a:pt x="423291" y="132017"/>
                  </a:lnTo>
                  <a:lnTo>
                    <a:pt x="422720" y="131921"/>
                  </a:lnTo>
                  <a:lnTo>
                    <a:pt x="420148" y="131064"/>
                  </a:lnTo>
                  <a:lnTo>
                    <a:pt x="418719" y="130778"/>
                  </a:lnTo>
                  <a:lnTo>
                    <a:pt x="417290" y="130588"/>
                  </a:lnTo>
                  <a:lnTo>
                    <a:pt x="416147" y="130778"/>
                  </a:lnTo>
                  <a:lnTo>
                    <a:pt x="415576" y="130969"/>
                  </a:lnTo>
                  <a:lnTo>
                    <a:pt x="415099" y="131159"/>
                  </a:lnTo>
                  <a:lnTo>
                    <a:pt x="414528" y="131254"/>
                  </a:lnTo>
                  <a:lnTo>
                    <a:pt x="411861" y="131064"/>
                  </a:lnTo>
                  <a:lnTo>
                    <a:pt x="411289" y="130969"/>
                  </a:lnTo>
                  <a:lnTo>
                    <a:pt x="410718" y="130588"/>
                  </a:lnTo>
                  <a:lnTo>
                    <a:pt x="409575" y="129159"/>
                  </a:lnTo>
                  <a:lnTo>
                    <a:pt x="408622" y="128302"/>
                  </a:lnTo>
                  <a:lnTo>
                    <a:pt x="407956" y="127825"/>
                  </a:lnTo>
                  <a:lnTo>
                    <a:pt x="404431" y="126302"/>
                  </a:lnTo>
                  <a:lnTo>
                    <a:pt x="401764" y="125444"/>
                  </a:lnTo>
                  <a:lnTo>
                    <a:pt x="401193" y="125158"/>
                  </a:lnTo>
                  <a:lnTo>
                    <a:pt x="400812" y="124777"/>
                  </a:lnTo>
                  <a:lnTo>
                    <a:pt x="398526" y="122015"/>
                  </a:lnTo>
                  <a:lnTo>
                    <a:pt x="397955" y="121539"/>
                  </a:lnTo>
                  <a:lnTo>
                    <a:pt x="397383" y="121158"/>
                  </a:lnTo>
                  <a:lnTo>
                    <a:pt x="393001" y="119634"/>
                  </a:lnTo>
                  <a:lnTo>
                    <a:pt x="392430" y="119539"/>
                  </a:lnTo>
                  <a:lnTo>
                    <a:pt x="386048" y="120777"/>
                  </a:lnTo>
                  <a:lnTo>
                    <a:pt x="383857" y="121444"/>
                  </a:lnTo>
                  <a:lnTo>
                    <a:pt x="383286" y="121634"/>
                  </a:lnTo>
                  <a:lnTo>
                    <a:pt x="381381" y="121634"/>
                  </a:lnTo>
                  <a:lnTo>
                    <a:pt x="380238" y="121920"/>
                  </a:lnTo>
                  <a:lnTo>
                    <a:pt x="379286" y="122396"/>
                  </a:lnTo>
                  <a:lnTo>
                    <a:pt x="378333" y="123063"/>
                  </a:lnTo>
                  <a:lnTo>
                    <a:pt x="375475" y="125730"/>
                  </a:lnTo>
                  <a:lnTo>
                    <a:pt x="374618" y="126302"/>
                  </a:lnTo>
                  <a:lnTo>
                    <a:pt x="373571" y="126683"/>
                  </a:lnTo>
                  <a:lnTo>
                    <a:pt x="372904" y="126778"/>
                  </a:lnTo>
                  <a:lnTo>
                    <a:pt x="372332" y="126683"/>
                  </a:lnTo>
                  <a:lnTo>
                    <a:pt x="371665" y="126397"/>
                  </a:lnTo>
                  <a:lnTo>
                    <a:pt x="371380" y="126302"/>
                  </a:lnTo>
                  <a:lnTo>
                    <a:pt x="371094" y="126397"/>
                  </a:lnTo>
                  <a:lnTo>
                    <a:pt x="370808" y="126587"/>
                  </a:lnTo>
                  <a:lnTo>
                    <a:pt x="370237" y="127540"/>
                  </a:lnTo>
                  <a:lnTo>
                    <a:pt x="369856" y="127921"/>
                  </a:lnTo>
                  <a:lnTo>
                    <a:pt x="368332" y="128683"/>
                  </a:lnTo>
                  <a:lnTo>
                    <a:pt x="367093" y="129826"/>
                  </a:lnTo>
                  <a:lnTo>
                    <a:pt x="366141" y="130207"/>
                  </a:lnTo>
                  <a:lnTo>
                    <a:pt x="364903" y="130397"/>
                  </a:lnTo>
                  <a:lnTo>
                    <a:pt x="362807" y="130207"/>
                  </a:lnTo>
                  <a:lnTo>
                    <a:pt x="362140" y="130207"/>
                  </a:lnTo>
                  <a:lnTo>
                    <a:pt x="361569" y="130302"/>
                  </a:lnTo>
                  <a:lnTo>
                    <a:pt x="361093" y="130588"/>
                  </a:lnTo>
                  <a:lnTo>
                    <a:pt x="359759" y="131445"/>
                  </a:lnTo>
                  <a:lnTo>
                    <a:pt x="345091" y="125254"/>
                  </a:lnTo>
                  <a:lnTo>
                    <a:pt x="342138" y="124682"/>
                  </a:lnTo>
                  <a:lnTo>
                    <a:pt x="340519" y="124111"/>
                  </a:lnTo>
                  <a:lnTo>
                    <a:pt x="334994" y="120872"/>
                  </a:lnTo>
                  <a:lnTo>
                    <a:pt x="332613" y="118872"/>
                  </a:lnTo>
                  <a:lnTo>
                    <a:pt x="332327" y="118396"/>
                  </a:lnTo>
                  <a:lnTo>
                    <a:pt x="331470" y="116967"/>
                  </a:lnTo>
                  <a:lnTo>
                    <a:pt x="331184" y="116586"/>
                  </a:lnTo>
                  <a:lnTo>
                    <a:pt x="327374" y="113252"/>
                  </a:lnTo>
                  <a:lnTo>
                    <a:pt x="326517" y="112204"/>
                  </a:lnTo>
                  <a:lnTo>
                    <a:pt x="326136" y="111538"/>
                  </a:lnTo>
                  <a:lnTo>
                    <a:pt x="325564" y="110014"/>
                  </a:lnTo>
                  <a:lnTo>
                    <a:pt x="324326" y="107918"/>
                  </a:lnTo>
                  <a:lnTo>
                    <a:pt x="324136" y="107347"/>
                  </a:lnTo>
                  <a:lnTo>
                    <a:pt x="324136" y="106775"/>
                  </a:lnTo>
                  <a:lnTo>
                    <a:pt x="324136" y="106108"/>
                  </a:lnTo>
                  <a:lnTo>
                    <a:pt x="324231" y="105346"/>
                  </a:lnTo>
                  <a:lnTo>
                    <a:pt x="324517" y="104680"/>
                  </a:lnTo>
                  <a:lnTo>
                    <a:pt x="324707" y="103156"/>
                  </a:lnTo>
                  <a:lnTo>
                    <a:pt x="324803" y="100489"/>
                  </a:lnTo>
                  <a:lnTo>
                    <a:pt x="324707" y="99250"/>
                  </a:lnTo>
                  <a:lnTo>
                    <a:pt x="324612" y="98679"/>
                  </a:lnTo>
                  <a:lnTo>
                    <a:pt x="324231" y="96965"/>
                  </a:lnTo>
                  <a:lnTo>
                    <a:pt x="324136" y="96393"/>
                  </a:lnTo>
                  <a:lnTo>
                    <a:pt x="324231" y="94298"/>
                  </a:lnTo>
                  <a:lnTo>
                    <a:pt x="324231" y="93726"/>
                  </a:lnTo>
                  <a:lnTo>
                    <a:pt x="323850" y="91631"/>
                  </a:lnTo>
                  <a:lnTo>
                    <a:pt x="323755" y="90583"/>
                  </a:lnTo>
                  <a:lnTo>
                    <a:pt x="323564" y="89535"/>
                  </a:lnTo>
                  <a:lnTo>
                    <a:pt x="323659" y="89440"/>
                  </a:lnTo>
                  <a:lnTo>
                    <a:pt x="322707" y="89440"/>
                  </a:lnTo>
                  <a:lnTo>
                    <a:pt x="321183" y="90106"/>
                  </a:lnTo>
                  <a:lnTo>
                    <a:pt x="320421" y="90297"/>
                  </a:lnTo>
                  <a:lnTo>
                    <a:pt x="317278" y="89916"/>
                  </a:lnTo>
                  <a:lnTo>
                    <a:pt x="316039" y="90297"/>
                  </a:lnTo>
                  <a:lnTo>
                    <a:pt x="311182" y="93536"/>
                  </a:lnTo>
                  <a:lnTo>
                    <a:pt x="309372" y="94107"/>
                  </a:lnTo>
                  <a:lnTo>
                    <a:pt x="307562" y="93821"/>
                  </a:lnTo>
                  <a:lnTo>
                    <a:pt x="305657" y="92964"/>
                  </a:lnTo>
                  <a:lnTo>
                    <a:pt x="303847" y="92583"/>
                  </a:lnTo>
                  <a:lnTo>
                    <a:pt x="302323" y="93440"/>
                  </a:lnTo>
                  <a:lnTo>
                    <a:pt x="301562" y="95250"/>
                  </a:lnTo>
                  <a:lnTo>
                    <a:pt x="300609" y="99346"/>
                  </a:lnTo>
                  <a:lnTo>
                    <a:pt x="299561" y="101156"/>
                  </a:lnTo>
                  <a:lnTo>
                    <a:pt x="297751" y="102394"/>
                  </a:lnTo>
                  <a:lnTo>
                    <a:pt x="296228" y="102108"/>
                  </a:lnTo>
                  <a:lnTo>
                    <a:pt x="293465" y="100394"/>
                  </a:lnTo>
                  <a:lnTo>
                    <a:pt x="292322" y="100203"/>
                  </a:lnTo>
                  <a:lnTo>
                    <a:pt x="291941" y="100679"/>
                  </a:lnTo>
                  <a:lnTo>
                    <a:pt x="291846" y="101441"/>
                  </a:lnTo>
                  <a:lnTo>
                    <a:pt x="291370" y="101918"/>
                  </a:lnTo>
                  <a:lnTo>
                    <a:pt x="290608" y="102108"/>
                  </a:lnTo>
                  <a:lnTo>
                    <a:pt x="290227" y="102013"/>
                  </a:lnTo>
                  <a:lnTo>
                    <a:pt x="289846" y="101632"/>
                  </a:lnTo>
                  <a:lnTo>
                    <a:pt x="289084" y="101156"/>
                  </a:lnTo>
                  <a:lnTo>
                    <a:pt x="287655" y="100679"/>
                  </a:lnTo>
                  <a:lnTo>
                    <a:pt x="286417" y="100584"/>
                  </a:lnTo>
                  <a:lnTo>
                    <a:pt x="276034" y="102679"/>
                  </a:lnTo>
                  <a:lnTo>
                    <a:pt x="274891" y="103346"/>
                  </a:lnTo>
                  <a:lnTo>
                    <a:pt x="274415" y="103727"/>
                  </a:lnTo>
                  <a:lnTo>
                    <a:pt x="274320" y="103346"/>
                  </a:lnTo>
                  <a:lnTo>
                    <a:pt x="274320" y="101537"/>
                  </a:lnTo>
                  <a:lnTo>
                    <a:pt x="274130" y="100298"/>
                  </a:lnTo>
                  <a:lnTo>
                    <a:pt x="273653" y="99536"/>
                  </a:lnTo>
                  <a:lnTo>
                    <a:pt x="272415" y="98393"/>
                  </a:lnTo>
                  <a:lnTo>
                    <a:pt x="271558" y="97060"/>
                  </a:lnTo>
                  <a:lnTo>
                    <a:pt x="271272" y="96298"/>
                  </a:lnTo>
                  <a:lnTo>
                    <a:pt x="271081" y="94107"/>
                  </a:lnTo>
                  <a:lnTo>
                    <a:pt x="271177" y="92869"/>
                  </a:lnTo>
                  <a:lnTo>
                    <a:pt x="271272" y="92107"/>
                  </a:lnTo>
                  <a:lnTo>
                    <a:pt x="271081" y="91631"/>
                  </a:lnTo>
                  <a:lnTo>
                    <a:pt x="269938" y="90964"/>
                  </a:lnTo>
                  <a:lnTo>
                    <a:pt x="266129" y="91535"/>
                  </a:lnTo>
                  <a:lnTo>
                    <a:pt x="263842" y="91440"/>
                  </a:lnTo>
                  <a:lnTo>
                    <a:pt x="262795" y="89916"/>
                  </a:lnTo>
                  <a:lnTo>
                    <a:pt x="262604" y="88678"/>
                  </a:lnTo>
                  <a:lnTo>
                    <a:pt x="261938" y="87630"/>
                  </a:lnTo>
                  <a:lnTo>
                    <a:pt x="260985" y="87058"/>
                  </a:lnTo>
                  <a:lnTo>
                    <a:pt x="260128" y="87154"/>
                  </a:lnTo>
                  <a:lnTo>
                    <a:pt x="259556" y="87725"/>
                  </a:lnTo>
                  <a:lnTo>
                    <a:pt x="259366" y="88678"/>
                  </a:lnTo>
                  <a:lnTo>
                    <a:pt x="258985" y="90964"/>
                  </a:lnTo>
                  <a:lnTo>
                    <a:pt x="258794" y="91345"/>
                  </a:lnTo>
                  <a:lnTo>
                    <a:pt x="258413" y="91631"/>
                  </a:lnTo>
                  <a:lnTo>
                    <a:pt x="258032" y="92107"/>
                  </a:lnTo>
                  <a:lnTo>
                    <a:pt x="257937" y="93059"/>
                  </a:lnTo>
                  <a:lnTo>
                    <a:pt x="258032" y="93631"/>
                  </a:lnTo>
                  <a:lnTo>
                    <a:pt x="258223" y="94012"/>
                  </a:lnTo>
                  <a:lnTo>
                    <a:pt x="258413" y="94202"/>
                  </a:lnTo>
                  <a:lnTo>
                    <a:pt x="258508" y="94488"/>
                  </a:lnTo>
                  <a:lnTo>
                    <a:pt x="258223" y="95821"/>
                  </a:lnTo>
                  <a:lnTo>
                    <a:pt x="257556" y="96679"/>
                  </a:lnTo>
                  <a:lnTo>
                    <a:pt x="256699" y="97155"/>
                  </a:lnTo>
                  <a:lnTo>
                    <a:pt x="255746" y="97250"/>
                  </a:lnTo>
                  <a:lnTo>
                    <a:pt x="253841" y="97060"/>
                  </a:lnTo>
                  <a:lnTo>
                    <a:pt x="251555" y="96393"/>
                  </a:lnTo>
                  <a:lnTo>
                    <a:pt x="250603" y="96488"/>
                  </a:lnTo>
                  <a:lnTo>
                    <a:pt x="250222" y="96393"/>
                  </a:lnTo>
                  <a:lnTo>
                    <a:pt x="249841" y="95250"/>
                  </a:lnTo>
                  <a:lnTo>
                    <a:pt x="249555" y="94488"/>
                  </a:lnTo>
                  <a:lnTo>
                    <a:pt x="249174" y="94107"/>
                  </a:lnTo>
                  <a:lnTo>
                    <a:pt x="248221" y="94393"/>
                  </a:lnTo>
                  <a:lnTo>
                    <a:pt x="246602" y="96012"/>
                  </a:lnTo>
                  <a:lnTo>
                    <a:pt x="245554" y="96393"/>
                  </a:lnTo>
                  <a:lnTo>
                    <a:pt x="241745" y="96393"/>
                  </a:lnTo>
                  <a:lnTo>
                    <a:pt x="238315" y="96869"/>
                  </a:lnTo>
                  <a:lnTo>
                    <a:pt x="236696" y="96774"/>
                  </a:lnTo>
                  <a:lnTo>
                    <a:pt x="234982" y="95631"/>
                  </a:lnTo>
                  <a:lnTo>
                    <a:pt x="234124" y="96583"/>
                  </a:lnTo>
                  <a:lnTo>
                    <a:pt x="234029" y="97631"/>
                  </a:lnTo>
                  <a:lnTo>
                    <a:pt x="234029" y="98774"/>
                  </a:lnTo>
                  <a:lnTo>
                    <a:pt x="233553" y="100013"/>
                  </a:lnTo>
                  <a:lnTo>
                    <a:pt x="232791" y="100489"/>
                  </a:lnTo>
                  <a:lnTo>
                    <a:pt x="231743" y="100489"/>
                  </a:lnTo>
                  <a:lnTo>
                    <a:pt x="229743" y="100394"/>
                  </a:lnTo>
                  <a:lnTo>
                    <a:pt x="228029" y="99536"/>
                  </a:lnTo>
                  <a:lnTo>
                    <a:pt x="226028" y="95821"/>
                  </a:lnTo>
                  <a:lnTo>
                    <a:pt x="224218" y="94964"/>
                  </a:lnTo>
                  <a:lnTo>
                    <a:pt x="222599" y="95345"/>
                  </a:lnTo>
                  <a:lnTo>
                    <a:pt x="220980" y="96012"/>
                  </a:lnTo>
                  <a:lnTo>
                    <a:pt x="219456" y="96298"/>
                  </a:lnTo>
                  <a:lnTo>
                    <a:pt x="217932" y="95631"/>
                  </a:lnTo>
                  <a:lnTo>
                    <a:pt x="217170" y="94774"/>
                  </a:lnTo>
                  <a:lnTo>
                    <a:pt x="216789" y="93917"/>
                  </a:lnTo>
                  <a:lnTo>
                    <a:pt x="216503" y="92869"/>
                  </a:lnTo>
                  <a:lnTo>
                    <a:pt x="216313" y="91821"/>
                  </a:lnTo>
                  <a:lnTo>
                    <a:pt x="216027" y="91440"/>
                  </a:lnTo>
                  <a:lnTo>
                    <a:pt x="215837" y="90964"/>
                  </a:lnTo>
                  <a:lnTo>
                    <a:pt x="215741" y="90297"/>
                  </a:lnTo>
                  <a:lnTo>
                    <a:pt x="215932" y="89630"/>
                  </a:lnTo>
                  <a:lnTo>
                    <a:pt x="216694" y="88392"/>
                  </a:lnTo>
                  <a:lnTo>
                    <a:pt x="216884" y="87916"/>
                  </a:lnTo>
                  <a:lnTo>
                    <a:pt x="216027" y="86011"/>
                  </a:lnTo>
                  <a:lnTo>
                    <a:pt x="214408" y="85439"/>
                  </a:lnTo>
                  <a:lnTo>
                    <a:pt x="210503" y="85630"/>
                  </a:lnTo>
                  <a:lnTo>
                    <a:pt x="209836" y="85058"/>
                  </a:lnTo>
                  <a:lnTo>
                    <a:pt x="209074" y="83820"/>
                  </a:lnTo>
                  <a:lnTo>
                    <a:pt x="208788" y="82391"/>
                  </a:lnTo>
                  <a:lnTo>
                    <a:pt x="208883" y="81248"/>
                  </a:lnTo>
                  <a:lnTo>
                    <a:pt x="208788" y="80581"/>
                  </a:lnTo>
                  <a:lnTo>
                    <a:pt x="206502" y="79248"/>
                  </a:lnTo>
                  <a:lnTo>
                    <a:pt x="205930" y="78200"/>
                  </a:lnTo>
                  <a:lnTo>
                    <a:pt x="205740" y="75438"/>
                  </a:lnTo>
                  <a:lnTo>
                    <a:pt x="204978" y="75152"/>
                  </a:lnTo>
                  <a:lnTo>
                    <a:pt x="203835" y="76105"/>
                  </a:lnTo>
                  <a:lnTo>
                    <a:pt x="202025" y="76962"/>
                  </a:lnTo>
                  <a:lnTo>
                    <a:pt x="199739" y="76867"/>
                  </a:lnTo>
                  <a:lnTo>
                    <a:pt x="199072" y="75819"/>
                  </a:lnTo>
                  <a:lnTo>
                    <a:pt x="199644" y="74104"/>
                  </a:lnTo>
                  <a:lnTo>
                    <a:pt x="200978" y="72295"/>
                  </a:lnTo>
                  <a:lnTo>
                    <a:pt x="200311" y="71819"/>
                  </a:lnTo>
                  <a:lnTo>
                    <a:pt x="199549" y="71628"/>
                  </a:lnTo>
                  <a:lnTo>
                    <a:pt x="197929" y="71533"/>
                  </a:lnTo>
                  <a:lnTo>
                    <a:pt x="197739" y="71152"/>
                  </a:lnTo>
                  <a:lnTo>
                    <a:pt x="197358" y="69152"/>
                  </a:lnTo>
                  <a:lnTo>
                    <a:pt x="197167" y="68390"/>
                  </a:lnTo>
                  <a:lnTo>
                    <a:pt x="196024" y="66961"/>
                  </a:lnTo>
                  <a:lnTo>
                    <a:pt x="194881" y="66008"/>
                  </a:lnTo>
                  <a:lnTo>
                    <a:pt x="192214" y="64389"/>
                  </a:lnTo>
                  <a:lnTo>
                    <a:pt x="192976" y="64294"/>
                  </a:lnTo>
                  <a:lnTo>
                    <a:pt x="193262" y="64008"/>
                  </a:lnTo>
                  <a:lnTo>
                    <a:pt x="193453" y="63532"/>
                  </a:lnTo>
                  <a:lnTo>
                    <a:pt x="193834" y="62960"/>
                  </a:lnTo>
                  <a:lnTo>
                    <a:pt x="192786" y="62579"/>
                  </a:lnTo>
                  <a:lnTo>
                    <a:pt x="189547" y="60865"/>
                  </a:lnTo>
                  <a:lnTo>
                    <a:pt x="188881" y="60198"/>
                  </a:lnTo>
                  <a:lnTo>
                    <a:pt x="189262" y="58674"/>
                  </a:lnTo>
                  <a:lnTo>
                    <a:pt x="190119" y="58102"/>
                  </a:lnTo>
                  <a:lnTo>
                    <a:pt x="191071" y="57721"/>
                  </a:lnTo>
                  <a:lnTo>
                    <a:pt x="191929" y="57055"/>
                  </a:lnTo>
                  <a:lnTo>
                    <a:pt x="192596" y="55626"/>
                  </a:lnTo>
                  <a:lnTo>
                    <a:pt x="192214" y="54864"/>
                  </a:lnTo>
                  <a:lnTo>
                    <a:pt x="191548" y="54197"/>
                  </a:lnTo>
                  <a:lnTo>
                    <a:pt x="191167" y="53150"/>
                  </a:lnTo>
                  <a:lnTo>
                    <a:pt x="191357" y="51911"/>
                  </a:lnTo>
                  <a:lnTo>
                    <a:pt x="192500" y="50102"/>
                  </a:lnTo>
                  <a:lnTo>
                    <a:pt x="192786" y="48387"/>
                  </a:lnTo>
                  <a:lnTo>
                    <a:pt x="191929" y="46482"/>
                  </a:lnTo>
                  <a:lnTo>
                    <a:pt x="187642" y="43529"/>
                  </a:lnTo>
                  <a:lnTo>
                    <a:pt x="186214" y="41815"/>
                  </a:lnTo>
                  <a:lnTo>
                    <a:pt x="185833" y="40672"/>
                  </a:lnTo>
                  <a:lnTo>
                    <a:pt x="185642" y="39243"/>
                  </a:lnTo>
                  <a:lnTo>
                    <a:pt x="185738" y="37719"/>
                  </a:lnTo>
                  <a:lnTo>
                    <a:pt x="186214" y="36195"/>
                  </a:lnTo>
                  <a:lnTo>
                    <a:pt x="186880" y="35623"/>
                  </a:lnTo>
                  <a:lnTo>
                    <a:pt x="187928" y="34957"/>
                  </a:lnTo>
                  <a:lnTo>
                    <a:pt x="188309" y="34100"/>
                  </a:lnTo>
                  <a:lnTo>
                    <a:pt x="187262" y="33147"/>
                  </a:lnTo>
                  <a:lnTo>
                    <a:pt x="187928" y="31814"/>
                  </a:lnTo>
                  <a:lnTo>
                    <a:pt x="188786" y="31814"/>
                  </a:lnTo>
                  <a:lnTo>
                    <a:pt x="189643" y="32099"/>
                  </a:lnTo>
                  <a:lnTo>
                    <a:pt x="190595" y="31623"/>
                  </a:lnTo>
                  <a:lnTo>
                    <a:pt x="190881" y="30861"/>
                  </a:lnTo>
                  <a:lnTo>
                    <a:pt x="190976" y="29813"/>
                  </a:lnTo>
                  <a:lnTo>
                    <a:pt x="190595" y="28861"/>
                  </a:lnTo>
                  <a:lnTo>
                    <a:pt x="189738" y="28385"/>
                  </a:lnTo>
                  <a:lnTo>
                    <a:pt x="188690" y="27337"/>
                  </a:lnTo>
                  <a:lnTo>
                    <a:pt x="187928" y="24860"/>
                  </a:lnTo>
                  <a:lnTo>
                    <a:pt x="187547" y="22479"/>
                  </a:lnTo>
                  <a:lnTo>
                    <a:pt x="187547" y="21336"/>
                  </a:lnTo>
                  <a:lnTo>
                    <a:pt x="187928" y="20860"/>
                  </a:lnTo>
                  <a:lnTo>
                    <a:pt x="187738" y="19621"/>
                  </a:lnTo>
                  <a:lnTo>
                    <a:pt x="187357" y="18479"/>
                  </a:lnTo>
                  <a:lnTo>
                    <a:pt x="186785" y="17240"/>
                  </a:lnTo>
                  <a:lnTo>
                    <a:pt x="186690" y="16669"/>
                  </a:lnTo>
                  <a:lnTo>
                    <a:pt x="186690" y="15431"/>
                  </a:lnTo>
                  <a:lnTo>
                    <a:pt x="186595" y="15050"/>
                  </a:lnTo>
                  <a:lnTo>
                    <a:pt x="186309" y="15050"/>
                  </a:lnTo>
                  <a:lnTo>
                    <a:pt x="185928" y="15240"/>
                  </a:lnTo>
                  <a:lnTo>
                    <a:pt x="185738" y="15050"/>
                  </a:lnTo>
                  <a:lnTo>
                    <a:pt x="185071" y="13525"/>
                  </a:lnTo>
                  <a:lnTo>
                    <a:pt x="184499" y="11621"/>
                  </a:lnTo>
                  <a:lnTo>
                    <a:pt x="184404" y="9620"/>
                  </a:lnTo>
                  <a:lnTo>
                    <a:pt x="185071" y="8001"/>
                  </a:lnTo>
                  <a:lnTo>
                    <a:pt x="184404" y="6191"/>
                  </a:lnTo>
                  <a:lnTo>
                    <a:pt x="184404" y="4477"/>
                  </a:lnTo>
                  <a:lnTo>
                    <a:pt x="184595" y="2953"/>
                  </a:lnTo>
                  <a:lnTo>
                    <a:pt x="184595" y="1619"/>
                  </a:lnTo>
                  <a:lnTo>
                    <a:pt x="184404" y="762"/>
                  </a:lnTo>
                  <a:lnTo>
                    <a:pt x="184404" y="286"/>
                  </a:lnTo>
                  <a:lnTo>
                    <a:pt x="184213" y="95"/>
                  </a:lnTo>
                  <a:lnTo>
                    <a:pt x="183451" y="0"/>
                  </a:lnTo>
                  <a:lnTo>
                    <a:pt x="182975" y="95"/>
                  </a:lnTo>
                  <a:lnTo>
                    <a:pt x="182499" y="381"/>
                  </a:lnTo>
                  <a:lnTo>
                    <a:pt x="182023" y="857"/>
                  </a:lnTo>
                  <a:lnTo>
                    <a:pt x="181832" y="1238"/>
                  </a:lnTo>
                  <a:lnTo>
                    <a:pt x="181356" y="2381"/>
                  </a:lnTo>
                  <a:lnTo>
                    <a:pt x="180404" y="3048"/>
                  </a:lnTo>
                  <a:lnTo>
                    <a:pt x="179451" y="2762"/>
                  </a:lnTo>
                  <a:lnTo>
                    <a:pt x="179165" y="1715"/>
                  </a:lnTo>
                  <a:lnTo>
                    <a:pt x="178594" y="1143"/>
                  </a:lnTo>
                  <a:lnTo>
                    <a:pt x="177832" y="571"/>
                  </a:lnTo>
                  <a:lnTo>
                    <a:pt x="177165" y="286"/>
                  </a:lnTo>
                  <a:lnTo>
                    <a:pt x="169926" y="3524"/>
                  </a:lnTo>
                  <a:lnTo>
                    <a:pt x="168783" y="3810"/>
                  </a:lnTo>
                  <a:lnTo>
                    <a:pt x="136398" y="6668"/>
                  </a:lnTo>
                  <a:lnTo>
                    <a:pt x="133826" y="5906"/>
                  </a:lnTo>
                  <a:lnTo>
                    <a:pt x="128588" y="3239"/>
                  </a:lnTo>
                  <a:lnTo>
                    <a:pt x="127825" y="3143"/>
                  </a:lnTo>
                  <a:lnTo>
                    <a:pt x="126587" y="3143"/>
                  </a:lnTo>
                  <a:lnTo>
                    <a:pt x="126016" y="3334"/>
                  </a:lnTo>
                  <a:lnTo>
                    <a:pt x="124968" y="3715"/>
                  </a:lnTo>
                  <a:lnTo>
                    <a:pt x="124015" y="4381"/>
                  </a:lnTo>
                  <a:lnTo>
                    <a:pt x="123158" y="5144"/>
                  </a:lnTo>
                  <a:lnTo>
                    <a:pt x="122111" y="6382"/>
                  </a:lnTo>
                  <a:lnTo>
                    <a:pt x="121444" y="7429"/>
                  </a:lnTo>
                  <a:lnTo>
                    <a:pt x="120777" y="8477"/>
                  </a:lnTo>
                  <a:lnTo>
                    <a:pt x="119729" y="9716"/>
                  </a:lnTo>
                  <a:lnTo>
                    <a:pt x="119253" y="10382"/>
                  </a:lnTo>
                  <a:lnTo>
                    <a:pt x="118872" y="11335"/>
                  </a:lnTo>
                  <a:lnTo>
                    <a:pt x="118396" y="12859"/>
                  </a:lnTo>
                  <a:lnTo>
                    <a:pt x="116681" y="15907"/>
                  </a:lnTo>
                  <a:lnTo>
                    <a:pt x="116300" y="16669"/>
                  </a:lnTo>
                  <a:lnTo>
                    <a:pt x="116205" y="18002"/>
                  </a:lnTo>
                  <a:lnTo>
                    <a:pt x="115919" y="19050"/>
                  </a:lnTo>
                  <a:lnTo>
                    <a:pt x="115538" y="19907"/>
                  </a:lnTo>
                  <a:lnTo>
                    <a:pt x="114776" y="20669"/>
                  </a:lnTo>
                  <a:lnTo>
                    <a:pt x="114109" y="21050"/>
                  </a:lnTo>
                  <a:lnTo>
                    <a:pt x="113443" y="21241"/>
                  </a:lnTo>
                  <a:lnTo>
                    <a:pt x="93631" y="22955"/>
                  </a:lnTo>
                  <a:lnTo>
                    <a:pt x="92964" y="22860"/>
                  </a:lnTo>
                  <a:lnTo>
                    <a:pt x="92488" y="22669"/>
                  </a:lnTo>
                  <a:lnTo>
                    <a:pt x="92012" y="22955"/>
                  </a:lnTo>
                  <a:lnTo>
                    <a:pt x="91821" y="23431"/>
                  </a:lnTo>
                  <a:lnTo>
                    <a:pt x="91154" y="37148"/>
                  </a:lnTo>
                  <a:lnTo>
                    <a:pt x="91345" y="39815"/>
                  </a:lnTo>
                  <a:lnTo>
                    <a:pt x="91916" y="43720"/>
                  </a:lnTo>
                  <a:lnTo>
                    <a:pt x="91821" y="44482"/>
                  </a:lnTo>
                  <a:lnTo>
                    <a:pt x="91630" y="45339"/>
                  </a:lnTo>
                  <a:lnTo>
                    <a:pt x="91059" y="46387"/>
                  </a:lnTo>
                  <a:lnTo>
                    <a:pt x="89916" y="48006"/>
                  </a:lnTo>
                  <a:lnTo>
                    <a:pt x="89630" y="48673"/>
                  </a:lnTo>
                  <a:lnTo>
                    <a:pt x="89440" y="49625"/>
                  </a:lnTo>
                  <a:lnTo>
                    <a:pt x="89249" y="51340"/>
                  </a:lnTo>
                  <a:lnTo>
                    <a:pt x="89345" y="52388"/>
                  </a:lnTo>
                  <a:lnTo>
                    <a:pt x="89725" y="56483"/>
                  </a:lnTo>
                  <a:lnTo>
                    <a:pt x="89821" y="57912"/>
                  </a:lnTo>
                  <a:lnTo>
                    <a:pt x="89725" y="58769"/>
                  </a:lnTo>
                  <a:lnTo>
                    <a:pt x="89440" y="59531"/>
                  </a:lnTo>
                  <a:lnTo>
                    <a:pt x="88963" y="60579"/>
                  </a:lnTo>
                  <a:lnTo>
                    <a:pt x="88106" y="61913"/>
                  </a:lnTo>
                  <a:lnTo>
                    <a:pt x="85344" y="65532"/>
                  </a:lnTo>
                  <a:lnTo>
                    <a:pt x="84582" y="66294"/>
                  </a:lnTo>
                  <a:lnTo>
                    <a:pt x="84106" y="66675"/>
                  </a:lnTo>
                  <a:lnTo>
                    <a:pt x="83629" y="66866"/>
                  </a:lnTo>
                  <a:lnTo>
                    <a:pt x="83058" y="66770"/>
                  </a:lnTo>
                  <a:lnTo>
                    <a:pt x="79724" y="65151"/>
                  </a:lnTo>
                  <a:lnTo>
                    <a:pt x="76867" y="62675"/>
                  </a:lnTo>
                  <a:lnTo>
                    <a:pt x="73819" y="59246"/>
                  </a:lnTo>
                  <a:lnTo>
                    <a:pt x="68961" y="55626"/>
                  </a:lnTo>
                  <a:lnTo>
                    <a:pt x="68580" y="55150"/>
                  </a:lnTo>
                  <a:lnTo>
                    <a:pt x="68008" y="54197"/>
                  </a:lnTo>
                  <a:lnTo>
                    <a:pt x="67723" y="53721"/>
                  </a:lnTo>
                  <a:lnTo>
                    <a:pt x="66770" y="50864"/>
                  </a:lnTo>
                  <a:lnTo>
                    <a:pt x="65627" y="46101"/>
                  </a:lnTo>
                  <a:lnTo>
                    <a:pt x="65246" y="44958"/>
                  </a:lnTo>
                  <a:lnTo>
                    <a:pt x="64103" y="42958"/>
                  </a:lnTo>
                  <a:lnTo>
                    <a:pt x="63532" y="42100"/>
                  </a:lnTo>
                  <a:lnTo>
                    <a:pt x="62008" y="40386"/>
                  </a:lnTo>
                  <a:lnTo>
                    <a:pt x="61627" y="40100"/>
                  </a:lnTo>
                  <a:lnTo>
                    <a:pt x="61055" y="39815"/>
                  </a:lnTo>
                  <a:lnTo>
                    <a:pt x="60484" y="39624"/>
                  </a:lnTo>
                  <a:lnTo>
                    <a:pt x="59817" y="39529"/>
                  </a:lnTo>
                  <a:lnTo>
                    <a:pt x="59246" y="40100"/>
                  </a:lnTo>
                  <a:lnTo>
                    <a:pt x="58674" y="41053"/>
                  </a:lnTo>
                  <a:lnTo>
                    <a:pt x="58103" y="43244"/>
                  </a:lnTo>
                  <a:lnTo>
                    <a:pt x="57436" y="45148"/>
                  </a:lnTo>
                  <a:lnTo>
                    <a:pt x="51435" y="52673"/>
                  </a:lnTo>
                  <a:lnTo>
                    <a:pt x="49339" y="54483"/>
                  </a:lnTo>
                  <a:lnTo>
                    <a:pt x="48863" y="54769"/>
                  </a:lnTo>
                  <a:lnTo>
                    <a:pt x="48292" y="54959"/>
                  </a:lnTo>
                  <a:lnTo>
                    <a:pt x="47720" y="55054"/>
                  </a:lnTo>
                  <a:lnTo>
                    <a:pt x="47149" y="55054"/>
                  </a:lnTo>
                  <a:lnTo>
                    <a:pt x="46672" y="54864"/>
                  </a:lnTo>
                  <a:lnTo>
                    <a:pt x="46196" y="54483"/>
                  </a:lnTo>
                  <a:lnTo>
                    <a:pt x="45911" y="54007"/>
                  </a:lnTo>
                  <a:lnTo>
                    <a:pt x="45148" y="52292"/>
                  </a:lnTo>
                  <a:lnTo>
                    <a:pt x="44577" y="51435"/>
                  </a:lnTo>
                  <a:lnTo>
                    <a:pt x="44291" y="51054"/>
                  </a:lnTo>
                  <a:lnTo>
                    <a:pt x="43434" y="50292"/>
                  </a:lnTo>
                  <a:lnTo>
                    <a:pt x="39624" y="48482"/>
                  </a:lnTo>
                  <a:lnTo>
                    <a:pt x="32766" y="42100"/>
                  </a:lnTo>
                  <a:lnTo>
                    <a:pt x="32385" y="41624"/>
                  </a:lnTo>
                  <a:lnTo>
                    <a:pt x="32099" y="41148"/>
                  </a:lnTo>
                  <a:lnTo>
                    <a:pt x="31718" y="40005"/>
                  </a:lnTo>
                  <a:lnTo>
                    <a:pt x="31242" y="38957"/>
                  </a:lnTo>
                  <a:lnTo>
                    <a:pt x="30956" y="38481"/>
                  </a:lnTo>
                  <a:lnTo>
                    <a:pt x="30575" y="38100"/>
                  </a:lnTo>
                  <a:lnTo>
                    <a:pt x="29718" y="37338"/>
                  </a:lnTo>
                  <a:lnTo>
                    <a:pt x="28861" y="36576"/>
                  </a:lnTo>
                  <a:lnTo>
                    <a:pt x="28004" y="36100"/>
                  </a:lnTo>
                  <a:lnTo>
                    <a:pt x="27622" y="36004"/>
                  </a:lnTo>
                  <a:lnTo>
                    <a:pt x="24289" y="35338"/>
                  </a:lnTo>
                  <a:lnTo>
                    <a:pt x="23146" y="34957"/>
                  </a:lnTo>
                  <a:lnTo>
                    <a:pt x="20003" y="33147"/>
                  </a:lnTo>
                  <a:lnTo>
                    <a:pt x="18859" y="32671"/>
                  </a:lnTo>
                  <a:lnTo>
                    <a:pt x="17621" y="32385"/>
                  </a:lnTo>
                  <a:lnTo>
                    <a:pt x="11621" y="32004"/>
                  </a:lnTo>
                  <a:lnTo>
                    <a:pt x="10954" y="32099"/>
                  </a:lnTo>
                  <a:lnTo>
                    <a:pt x="10382" y="32290"/>
                  </a:lnTo>
                  <a:lnTo>
                    <a:pt x="9906" y="32575"/>
                  </a:lnTo>
                  <a:lnTo>
                    <a:pt x="9620" y="33242"/>
                  </a:lnTo>
                  <a:lnTo>
                    <a:pt x="9620" y="34100"/>
                  </a:lnTo>
                  <a:lnTo>
                    <a:pt x="10287" y="35814"/>
                  </a:lnTo>
                  <a:lnTo>
                    <a:pt x="10763" y="36767"/>
                  </a:lnTo>
                  <a:lnTo>
                    <a:pt x="11239" y="37433"/>
                  </a:lnTo>
                  <a:lnTo>
                    <a:pt x="12001" y="38291"/>
                  </a:lnTo>
                  <a:lnTo>
                    <a:pt x="12668" y="39148"/>
                  </a:lnTo>
                  <a:lnTo>
                    <a:pt x="12859" y="39815"/>
                  </a:lnTo>
                  <a:lnTo>
                    <a:pt x="13145" y="40577"/>
                  </a:lnTo>
                  <a:lnTo>
                    <a:pt x="13240" y="41910"/>
                  </a:lnTo>
                  <a:lnTo>
                    <a:pt x="13145" y="43625"/>
                  </a:lnTo>
                  <a:lnTo>
                    <a:pt x="13049" y="44672"/>
                  </a:lnTo>
                  <a:lnTo>
                    <a:pt x="12859" y="45434"/>
                  </a:lnTo>
                  <a:lnTo>
                    <a:pt x="11716" y="48292"/>
                  </a:lnTo>
                  <a:lnTo>
                    <a:pt x="7334" y="56769"/>
                  </a:lnTo>
                  <a:lnTo>
                    <a:pt x="6096" y="58674"/>
                  </a:lnTo>
                  <a:lnTo>
                    <a:pt x="5715" y="59055"/>
                  </a:lnTo>
                  <a:lnTo>
                    <a:pt x="5143" y="59531"/>
                  </a:lnTo>
                  <a:lnTo>
                    <a:pt x="571" y="62484"/>
                  </a:lnTo>
                  <a:lnTo>
                    <a:pt x="190" y="62865"/>
                  </a:lnTo>
                  <a:lnTo>
                    <a:pt x="0" y="63341"/>
                  </a:lnTo>
                  <a:lnTo>
                    <a:pt x="0" y="64008"/>
                  </a:lnTo>
                  <a:lnTo>
                    <a:pt x="190" y="64770"/>
                  </a:lnTo>
                  <a:lnTo>
                    <a:pt x="857" y="65723"/>
                  </a:lnTo>
                  <a:lnTo>
                    <a:pt x="1333" y="66294"/>
                  </a:lnTo>
                  <a:lnTo>
                    <a:pt x="6287" y="70104"/>
                  </a:lnTo>
                  <a:lnTo>
                    <a:pt x="7429" y="70580"/>
                  </a:lnTo>
                  <a:lnTo>
                    <a:pt x="8763" y="70866"/>
                  </a:lnTo>
                  <a:lnTo>
                    <a:pt x="10096" y="70961"/>
                  </a:lnTo>
                  <a:lnTo>
                    <a:pt x="10763" y="70771"/>
                  </a:lnTo>
                  <a:lnTo>
                    <a:pt x="17145" y="68104"/>
                  </a:lnTo>
                  <a:lnTo>
                    <a:pt x="18383" y="67913"/>
                  </a:lnTo>
                  <a:lnTo>
                    <a:pt x="19812" y="68008"/>
                  </a:lnTo>
                  <a:lnTo>
                    <a:pt x="21146" y="68390"/>
                  </a:lnTo>
                  <a:lnTo>
                    <a:pt x="22288" y="68866"/>
                  </a:lnTo>
                  <a:lnTo>
                    <a:pt x="22765" y="69152"/>
                  </a:lnTo>
                  <a:lnTo>
                    <a:pt x="23146" y="69533"/>
                  </a:lnTo>
                  <a:lnTo>
                    <a:pt x="23527" y="70009"/>
                  </a:lnTo>
                  <a:lnTo>
                    <a:pt x="23813" y="70390"/>
                  </a:lnTo>
                  <a:lnTo>
                    <a:pt x="25146" y="72962"/>
                  </a:lnTo>
                  <a:lnTo>
                    <a:pt x="26575" y="74581"/>
                  </a:lnTo>
                  <a:lnTo>
                    <a:pt x="26765" y="75248"/>
                  </a:lnTo>
                  <a:lnTo>
                    <a:pt x="26861" y="76105"/>
                  </a:lnTo>
                  <a:lnTo>
                    <a:pt x="26765" y="77343"/>
                  </a:lnTo>
                  <a:lnTo>
                    <a:pt x="26670" y="78200"/>
                  </a:lnTo>
                  <a:lnTo>
                    <a:pt x="26384" y="78962"/>
                  </a:lnTo>
                  <a:lnTo>
                    <a:pt x="25432" y="81153"/>
                  </a:lnTo>
                  <a:lnTo>
                    <a:pt x="25241" y="81725"/>
                  </a:lnTo>
                  <a:lnTo>
                    <a:pt x="25146" y="82391"/>
                  </a:lnTo>
                  <a:lnTo>
                    <a:pt x="25051" y="83153"/>
                  </a:lnTo>
                  <a:lnTo>
                    <a:pt x="25146" y="84106"/>
                  </a:lnTo>
                  <a:lnTo>
                    <a:pt x="25337" y="85058"/>
                  </a:lnTo>
                  <a:lnTo>
                    <a:pt x="25908" y="86773"/>
                  </a:lnTo>
                  <a:lnTo>
                    <a:pt x="26384" y="87535"/>
                  </a:lnTo>
                  <a:lnTo>
                    <a:pt x="26861" y="88106"/>
                  </a:lnTo>
                  <a:lnTo>
                    <a:pt x="27718" y="88773"/>
                  </a:lnTo>
                  <a:lnTo>
                    <a:pt x="27908" y="89059"/>
                  </a:lnTo>
                  <a:lnTo>
                    <a:pt x="28194" y="89344"/>
                  </a:lnTo>
                  <a:lnTo>
                    <a:pt x="28384" y="89725"/>
                  </a:lnTo>
                  <a:lnTo>
                    <a:pt x="28575" y="90202"/>
                  </a:lnTo>
                  <a:lnTo>
                    <a:pt x="29051" y="91440"/>
                  </a:lnTo>
                  <a:lnTo>
                    <a:pt x="29242" y="91821"/>
                  </a:lnTo>
                  <a:lnTo>
                    <a:pt x="29623" y="92297"/>
                  </a:lnTo>
                  <a:lnTo>
                    <a:pt x="30099" y="92583"/>
                  </a:lnTo>
                  <a:lnTo>
                    <a:pt x="36481" y="94393"/>
                  </a:lnTo>
                  <a:lnTo>
                    <a:pt x="37433" y="94964"/>
                  </a:lnTo>
                  <a:lnTo>
                    <a:pt x="38195" y="95726"/>
                  </a:lnTo>
                  <a:lnTo>
                    <a:pt x="38862" y="96583"/>
                  </a:lnTo>
                  <a:lnTo>
                    <a:pt x="41148" y="100394"/>
                  </a:lnTo>
                  <a:lnTo>
                    <a:pt x="42863" y="104108"/>
                  </a:lnTo>
                  <a:lnTo>
                    <a:pt x="44387" y="106299"/>
                  </a:lnTo>
                  <a:lnTo>
                    <a:pt x="44672" y="107061"/>
                  </a:lnTo>
                  <a:lnTo>
                    <a:pt x="44767" y="108014"/>
                  </a:lnTo>
                  <a:lnTo>
                    <a:pt x="44767" y="111157"/>
                  </a:lnTo>
                  <a:lnTo>
                    <a:pt x="45053" y="112490"/>
                  </a:lnTo>
                  <a:lnTo>
                    <a:pt x="46196" y="114014"/>
                  </a:lnTo>
                  <a:lnTo>
                    <a:pt x="46672" y="114967"/>
                  </a:lnTo>
                  <a:lnTo>
                    <a:pt x="46863" y="115824"/>
                  </a:lnTo>
                  <a:lnTo>
                    <a:pt x="46958" y="116777"/>
                  </a:lnTo>
                  <a:lnTo>
                    <a:pt x="46672" y="118681"/>
                  </a:lnTo>
                  <a:lnTo>
                    <a:pt x="46482" y="119729"/>
                  </a:lnTo>
                  <a:lnTo>
                    <a:pt x="46196" y="120587"/>
                  </a:lnTo>
                  <a:lnTo>
                    <a:pt x="45434" y="122111"/>
                  </a:lnTo>
                  <a:lnTo>
                    <a:pt x="44101" y="123920"/>
                  </a:lnTo>
                  <a:lnTo>
                    <a:pt x="43339" y="124682"/>
                  </a:lnTo>
                  <a:lnTo>
                    <a:pt x="39814" y="127349"/>
                  </a:lnTo>
                  <a:lnTo>
                    <a:pt x="37719" y="128397"/>
                  </a:lnTo>
                  <a:lnTo>
                    <a:pt x="32099" y="130207"/>
                  </a:lnTo>
                  <a:lnTo>
                    <a:pt x="30956" y="130969"/>
                  </a:lnTo>
                  <a:lnTo>
                    <a:pt x="30385" y="131445"/>
                  </a:lnTo>
                  <a:lnTo>
                    <a:pt x="30004" y="131921"/>
                  </a:lnTo>
                  <a:lnTo>
                    <a:pt x="29623" y="132398"/>
                  </a:lnTo>
                  <a:lnTo>
                    <a:pt x="29337" y="132874"/>
                  </a:lnTo>
                  <a:lnTo>
                    <a:pt x="28861" y="134017"/>
                  </a:lnTo>
                  <a:lnTo>
                    <a:pt x="28670" y="134684"/>
                  </a:lnTo>
                  <a:lnTo>
                    <a:pt x="28480" y="136112"/>
                  </a:lnTo>
                  <a:lnTo>
                    <a:pt x="28480" y="137255"/>
                  </a:lnTo>
                  <a:lnTo>
                    <a:pt x="29146" y="144113"/>
                  </a:lnTo>
                  <a:lnTo>
                    <a:pt x="31051" y="154781"/>
                  </a:lnTo>
                  <a:lnTo>
                    <a:pt x="31051" y="157639"/>
                  </a:lnTo>
                  <a:lnTo>
                    <a:pt x="30861" y="159163"/>
                  </a:lnTo>
                  <a:lnTo>
                    <a:pt x="30766" y="159829"/>
                  </a:lnTo>
                  <a:lnTo>
                    <a:pt x="30575" y="160496"/>
                  </a:lnTo>
                  <a:lnTo>
                    <a:pt x="29813" y="162877"/>
                  </a:lnTo>
                  <a:lnTo>
                    <a:pt x="29623" y="163544"/>
                  </a:lnTo>
                  <a:lnTo>
                    <a:pt x="29813" y="164687"/>
                  </a:lnTo>
                  <a:lnTo>
                    <a:pt x="31432" y="170498"/>
                  </a:lnTo>
                  <a:lnTo>
                    <a:pt x="31623" y="172212"/>
                  </a:lnTo>
                  <a:lnTo>
                    <a:pt x="31623" y="173165"/>
                  </a:lnTo>
                  <a:lnTo>
                    <a:pt x="31242" y="177641"/>
                  </a:lnTo>
                  <a:lnTo>
                    <a:pt x="31242" y="179070"/>
                  </a:lnTo>
                  <a:lnTo>
                    <a:pt x="31337" y="180404"/>
                  </a:lnTo>
                  <a:lnTo>
                    <a:pt x="31623" y="181642"/>
                  </a:lnTo>
                  <a:lnTo>
                    <a:pt x="33718" y="187262"/>
                  </a:lnTo>
                  <a:lnTo>
                    <a:pt x="35052" y="190119"/>
                  </a:lnTo>
                  <a:lnTo>
                    <a:pt x="47054" y="206216"/>
                  </a:lnTo>
                  <a:lnTo>
                    <a:pt x="48578" y="207836"/>
                  </a:lnTo>
                  <a:lnTo>
                    <a:pt x="49911" y="209550"/>
                  </a:lnTo>
                  <a:lnTo>
                    <a:pt x="50197" y="210312"/>
                  </a:lnTo>
                  <a:lnTo>
                    <a:pt x="50482" y="211455"/>
                  </a:lnTo>
                  <a:lnTo>
                    <a:pt x="50482" y="214884"/>
                  </a:lnTo>
                  <a:lnTo>
                    <a:pt x="50197" y="218599"/>
                  </a:lnTo>
                  <a:lnTo>
                    <a:pt x="48292" y="231839"/>
                  </a:lnTo>
                  <a:lnTo>
                    <a:pt x="50197" y="234791"/>
                  </a:lnTo>
                  <a:lnTo>
                    <a:pt x="51911" y="235744"/>
                  </a:lnTo>
                  <a:lnTo>
                    <a:pt x="53721" y="235744"/>
                  </a:lnTo>
                  <a:lnTo>
                    <a:pt x="58103" y="234696"/>
                  </a:lnTo>
                  <a:lnTo>
                    <a:pt x="75533" y="226790"/>
                  </a:lnTo>
                  <a:lnTo>
                    <a:pt x="75914" y="226409"/>
                  </a:lnTo>
                  <a:lnTo>
                    <a:pt x="76295" y="225933"/>
                  </a:lnTo>
                  <a:lnTo>
                    <a:pt x="76867" y="224981"/>
                  </a:lnTo>
                  <a:lnTo>
                    <a:pt x="77914" y="223838"/>
                  </a:lnTo>
                  <a:lnTo>
                    <a:pt x="78962" y="223075"/>
                  </a:lnTo>
                  <a:lnTo>
                    <a:pt x="85154" y="221837"/>
                  </a:lnTo>
                  <a:lnTo>
                    <a:pt x="86011" y="221552"/>
                  </a:lnTo>
                  <a:lnTo>
                    <a:pt x="87916" y="220313"/>
                  </a:lnTo>
                  <a:lnTo>
                    <a:pt x="93631" y="215265"/>
                  </a:lnTo>
                  <a:lnTo>
                    <a:pt x="104299" y="209455"/>
                  </a:lnTo>
                  <a:lnTo>
                    <a:pt x="108585" y="205264"/>
                  </a:lnTo>
                  <a:lnTo>
                    <a:pt x="110109" y="203359"/>
                  </a:lnTo>
                  <a:lnTo>
                    <a:pt x="111442" y="202025"/>
                  </a:lnTo>
                  <a:lnTo>
                    <a:pt x="114395" y="199930"/>
                  </a:lnTo>
                  <a:lnTo>
                    <a:pt x="115253" y="199835"/>
                  </a:lnTo>
                  <a:lnTo>
                    <a:pt x="115824" y="199930"/>
                  </a:lnTo>
                  <a:lnTo>
                    <a:pt x="116396" y="200596"/>
                  </a:lnTo>
                  <a:lnTo>
                    <a:pt x="116776" y="201359"/>
                  </a:lnTo>
                  <a:lnTo>
                    <a:pt x="117443" y="202787"/>
                  </a:lnTo>
                  <a:lnTo>
                    <a:pt x="117634" y="203359"/>
                  </a:lnTo>
                  <a:lnTo>
                    <a:pt x="117634" y="203454"/>
                  </a:lnTo>
                  <a:lnTo>
                    <a:pt x="117729" y="203549"/>
                  </a:lnTo>
                  <a:lnTo>
                    <a:pt x="117824" y="204121"/>
                  </a:lnTo>
                  <a:lnTo>
                    <a:pt x="117824" y="205169"/>
                  </a:lnTo>
                  <a:lnTo>
                    <a:pt x="117824" y="206216"/>
                  </a:lnTo>
                  <a:lnTo>
                    <a:pt x="117729" y="207550"/>
                  </a:lnTo>
                  <a:lnTo>
                    <a:pt x="117348" y="210026"/>
                  </a:lnTo>
                  <a:lnTo>
                    <a:pt x="117157" y="212598"/>
                  </a:lnTo>
                  <a:lnTo>
                    <a:pt x="117253" y="213931"/>
                  </a:lnTo>
                  <a:lnTo>
                    <a:pt x="117253" y="214313"/>
                  </a:lnTo>
                  <a:lnTo>
                    <a:pt x="117443" y="214694"/>
                  </a:lnTo>
                  <a:lnTo>
                    <a:pt x="117634" y="215075"/>
                  </a:lnTo>
                  <a:lnTo>
                    <a:pt x="117824" y="215360"/>
                  </a:lnTo>
                  <a:lnTo>
                    <a:pt x="121348" y="218313"/>
                  </a:lnTo>
                  <a:lnTo>
                    <a:pt x="121634" y="218789"/>
                  </a:lnTo>
                  <a:lnTo>
                    <a:pt x="121920" y="219170"/>
                  </a:lnTo>
                  <a:lnTo>
                    <a:pt x="122015" y="219551"/>
                  </a:lnTo>
                  <a:lnTo>
                    <a:pt x="122206" y="219932"/>
                  </a:lnTo>
                  <a:lnTo>
                    <a:pt x="122682" y="222980"/>
                  </a:lnTo>
                  <a:lnTo>
                    <a:pt x="122968" y="224123"/>
                  </a:lnTo>
                  <a:lnTo>
                    <a:pt x="123539" y="225647"/>
                  </a:lnTo>
                  <a:lnTo>
                    <a:pt x="125254" y="228505"/>
                  </a:lnTo>
                  <a:lnTo>
                    <a:pt x="127349" y="234601"/>
                  </a:lnTo>
                  <a:lnTo>
                    <a:pt x="127635" y="235077"/>
                  </a:lnTo>
                  <a:lnTo>
                    <a:pt x="127825" y="235553"/>
                  </a:lnTo>
                  <a:lnTo>
                    <a:pt x="128111" y="236029"/>
                  </a:lnTo>
                  <a:lnTo>
                    <a:pt x="128492" y="236411"/>
                  </a:lnTo>
                  <a:lnTo>
                    <a:pt x="129349" y="237173"/>
                  </a:lnTo>
                  <a:lnTo>
                    <a:pt x="130302" y="237744"/>
                  </a:lnTo>
                  <a:lnTo>
                    <a:pt x="133731" y="239173"/>
                  </a:lnTo>
                  <a:lnTo>
                    <a:pt x="135064" y="240030"/>
                  </a:lnTo>
                  <a:lnTo>
                    <a:pt x="135446" y="240411"/>
                  </a:lnTo>
                  <a:lnTo>
                    <a:pt x="135826" y="240887"/>
                  </a:lnTo>
                  <a:lnTo>
                    <a:pt x="136398" y="241744"/>
                  </a:lnTo>
                  <a:lnTo>
                    <a:pt x="136588" y="242316"/>
                  </a:lnTo>
                  <a:lnTo>
                    <a:pt x="136874" y="243364"/>
                  </a:lnTo>
                  <a:lnTo>
                    <a:pt x="137065" y="245459"/>
                  </a:lnTo>
                  <a:lnTo>
                    <a:pt x="137065" y="246126"/>
                  </a:lnTo>
                  <a:lnTo>
                    <a:pt x="136874" y="247555"/>
                  </a:lnTo>
                  <a:lnTo>
                    <a:pt x="136779" y="248317"/>
                  </a:lnTo>
                  <a:lnTo>
                    <a:pt x="136588" y="248888"/>
                  </a:lnTo>
                  <a:lnTo>
                    <a:pt x="135922" y="249936"/>
                  </a:lnTo>
                  <a:lnTo>
                    <a:pt x="134398" y="251365"/>
                  </a:lnTo>
                  <a:lnTo>
                    <a:pt x="134017" y="251746"/>
                  </a:lnTo>
                  <a:lnTo>
                    <a:pt x="133826" y="252317"/>
                  </a:lnTo>
                  <a:lnTo>
                    <a:pt x="133540" y="252889"/>
                  </a:lnTo>
                  <a:lnTo>
                    <a:pt x="133540" y="253651"/>
                  </a:lnTo>
                  <a:lnTo>
                    <a:pt x="133636" y="254413"/>
                  </a:lnTo>
                  <a:lnTo>
                    <a:pt x="134969" y="259080"/>
                  </a:lnTo>
                  <a:lnTo>
                    <a:pt x="135350" y="259842"/>
                  </a:lnTo>
                  <a:lnTo>
                    <a:pt x="139732" y="267748"/>
                  </a:lnTo>
                  <a:lnTo>
                    <a:pt x="141256" y="271272"/>
                  </a:lnTo>
                  <a:lnTo>
                    <a:pt x="145542" y="285369"/>
                  </a:lnTo>
                  <a:lnTo>
                    <a:pt x="146399" y="287274"/>
                  </a:lnTo>
                  <a:lnTo>
                    <a:pt x="147733" y="289846"/>
                  </a:lnTo>
                  <a:lnTo>
                    <a:pt x="149638" y="292513"/>
                  </a:lnTo>
                  <a:lnTo>
                    <a:pt x="149828" y="293084"/>
                  </a:lnTo>
                  <a:lnTo>
                    <a:pt x="150019" y="293751"/>
                  </a:lnTo>
                  <a:lnTo>
                    <a:pt x="150209" y="295180"/>
                  </a:lnTo>
                  <a:lnTo>
                    <a:pt x="150304" y="296990"/>
                  </a:lnTo>
                  <a:lnTo>
                    <a:pt x="150114" y="299180"/>
                  </a:lnTo>
                  <a:lnTo>
                    <a:pt x="149828" y="300514"/>
                  </a:lnTo>
                  <a:lnTo>
                    <a:pt x="149447" y="301562"/>
                  </a:lnTo>
                  <a:lnTo>
                    <a:pt x="149162" y="301943"/>
                  </a:lnTo>
                  <a:lnTo>
                    <a:pt x="147638" y="303943"/>
                  </a:lnTo>
                  <a:lnTo>
                    <a:pt x="147447" y="304419"/>
                  </a:lnTo>
                  <a:lnTo>
                    <a:pt x="147066" y="304133"/>
                  </a:lnTo>
                  <a:lnTo>
                    <a:pt x="144018" y="303276"/>
                  </a:lnTo>
                  <a:lnTo>
                    <a:pt x="141351" y="301181"/>
                  </a:lnTo>
                  <a:lnTo>
                    <a:pt x="141161" y="303562"/>
                  </a:lnTo>
                  <a:lnTo>
                    <a:pt x="141161" y="304229"/>
                  </a:lnTo>
                  <a:lnTo>
                    <a:pt x="141541" y="305562"/>
                  </a:lnTo>
                  <a:lnTo>
                    <a:pt x="141446" y="306229"/>
                  </a:lnTo>
                  <a:lnTo>
                    <a:pt x="141161" y="306610"/>
                  </a:lnTo>
                  <a:lnTo>
                    <a:pt x="139827" y="307277"/>
                  </a:lnTo>
                  <a:lnTo>
                    <a:pt x="136779" y="309848"/>
                  </a:lnTo>
                  <a:lnTo>
                    <a:pt x="136493" y="310229"/>
                  </a:lnTo>
                  <a:lnTo>
                    <a:pt x="136303" y="310515"/>
                  </a:lnTo>
                  <a:lnTo>
                    <a:pt x="135922" y="311372"/>
                  </a:lnTo>
                  <a:lnTo>
                    <a:pt x="135731" y="311944"/>
                  </a:lnTo>
                  <a:lnTo>
                    <a:pt x="135446" y="313182"/>
                  </a:lnTo>
                  <a:lnTo>
                    <a:pt x="135446" y="314135"/>
                  </a:lnTo>
                  <a:lnTo>
                    <a:pt x="135446" y="314706"/>
                  </a:lnTo>
                  <a:lnTo>
                    <a:pt x="135731" y="315849"/>
                  </a:lnTo>
                  <a:lnTo>
                    <a:pt x="135922" y="316516"/>
                  </a:lnTo>
                  <a:lnTo>
                    <a:pt x="136303" y="317278"/>
                  </a:lnTo>
                  <a:lnTo>
                    <a:pt x="136588" y="317754"/>
                  </a:lnTo>
                  <a:lnTo>
                    <a:pt x="137350" y="318611"/>
                  </a:lnTo>
                  <a:lnTo>
                    <a:pt x="138113" y="319373"/>
                  </a:lnTo>
                  <a:lnTo>
                    <a:pt x="138779" y="319659"/>
                  </a:lnTo>
                  <a:lnTo>
                    <a:pt x="139637" y="319945"/>
                  </a:lnTo>
                  <a:lnTo>
                    <a:pt x="142208" y="320326"/>
                  </a:lnTo>
                  <a:lnTo>
                    <a:pt x="143256" y="320611"/>
                  </a:lnTo>
                  <a:lnTo>
                    <a:pt x="144208" y="321088"/>
                  </a:lnTo>
                  <a:lnTo>
                    <a:pt x="145637" y="322231"/>
                  </a:lnTo>
                  <a:lnTo>
                    <a:pt x="147542" y="324231"/>
                  </a:lnTo>
                  <a:lnTo>
                    <a:pt x="147828" y="324517"/>
                  </a:lnTo>
                  <a:lnTo>
                    <a:pt x="148399" y="324707"/>
                  </a:lnTo>
                  <a:lnTo>
                    <a:pt x="149162" y="324898"/>
                  </a:lnTo>
                  <a:lnTo>
                    <a:pt x="152305" y="325184"/>
                  </a:lnTo>
                  <a:lnTo>
                    <a:pt x="152781" y="325279"/>
                  </a:lnTo>
                  <a:lnTo>
                    <a:pt x="153543" y="325660"/>
                  </a:lnTo>
                  <a:lnTo>
                    <a:pt x="154400" y="326422"/>
                  </a:lnTo>
                  <a:lnTo>
                    <a:pt x="155162" y="327279"/>
                  </a:lnTo>
                  <a:lnTo>
                    <a:pt x="156305" y="328994"/>
                  </a:lnTo>
                  <a:lnTo>
                    <a:pt x="158020" y="329660"/>
                  </a:lnTo>
                  <a:lnTo>
                    <a:pt x="163544" y="330327"/>
                  </a:lnTo>
                  <a:lnTo>
                    <a:pt x="162878" y="329279"/>
                  </a:lnTo>
                  <a:lnTo>
                    <a:pt x="162782" y="328613"/>
                  </a:lnTo>
                  <a:lnTo>
                    <a:pt x="163830" y="324326"/>
                  </a:lnTo>
                  <a:lnTo>
                    <a:pt x="164116" y="323374"/>
                  </a:lnTo>
                  <a:lnTo>
                    <a:pt x="164401" y="322898"/>
                  </a:lnTo>
                  <a:lnTo>
                    <a:pt x="165640" y="321278"/>
                  </a:lnTo>
                  <a:lnTo>
                    <a:pt x="167735" y="317278"/>
                  </a:lnTo>
                  <a:lnTo>
                    <a:pt x="170402" y="317944"/>
                  </a:lnTo>
                  <a:lnTo>
                    <a:pt x="171450" y="318516"/>
                  </a:lnTo>
                  <a:lnTo>
                    <a:pt x="172403" y="319278"/>
                  </a:lnTo>
                  <a:lnTo>
                    <a:pt x="176022" y="323183"/>
                  </a:lnTo>
                  <a:lnTo>
                    <a:pt x="182023" y="328136"/>
                  </a:lnTo>
                  <a:lnTo>
                    <a:pt x="188309" y="334994"/>
                  </a:lnTo>
                  <a:lnTo>
                    <a:pt x="189071" y="335566"/>
                  </a:lnTo>
                  <a:lnTo>
                    <a:pt x="189738" y="335756"/>
                  </a:lnTo>
                  <a:lnTo>
                    <a:pt x="190976" y="335947"/>
                  </a:lnTo>
                  <a:lnTo>
                    <a:pt x="194120" y="335661"/>
                  </a:lnTo>
                  <a:lnTo>
                    <a:pt x="194786" y="335852"/>
                  </a:lnTo>
                  <a:lnTo>
                    <a:pt x="195358" y="336042"/>
                  </a:lnTo>
                  <a:lnTo>
                    <a:pt x="195929" y="336232"/>
                  </a:lnTo>
                  <a:lnTo>
                    <a:pt x="196882" y="336994"/>
                  </a:lnTo>
                  <a:lnTo>
                    <a:pt x="197548" y="337471"/>
                  </a:lnTo>
                  <a:lnTo>
                    <a:pt x="199739" y="340043"/>
                  </a:lnTo>
                  <a:lnTo>
                    <a:pt x="200501" y="340709"/>
                  </a:lnTo>
                  <a:lnTo>
                    <a:pt x="201263" y="341090"/>
                  </a:lnTo>
                  <a:lnTo>
                    <a:pt x="201930" y="341090"/>
                  </a:lnTo>
                  <a:lnTo>
                    <a:pt x="203645" y="340805"/>
                  </a:lnTo>
                  <a:lnTo>
                    <a:pt x="204216" y="340805"/>
                  </a:lnTo>
                  <a:lnTo>
                    <a:pt x="204788" y="340900"/>
                  </a:lnTo>
                  <a:lnTo>
                    <a:pt x="205359" y="341186"/>
                  </a:lnTo>
                  <a:lnTo>
                    <a:pt x="206692" y="342328"/>
                  </a:lnTo>
                  <a:lnTo>
                    <a:pt x="209264" y="343281"/>
                  </a:lnTo>
                  <a:lnTo>
                    <a:pt x="209836" y="343757"/>
                  </a:lnTo>
                  <a:lnTo>
                    <a:pt x="210312" y="344234"/>
                  </a:lnTo>
                  <a:lnTo>
                    <a:pt x="210883" y="345377"/>
                  </a:lnTo>
                  <a:lnTo>
                    <a:pt x="211169" y="346424"/>
                  </a:lnTo>
                  <a:lnTo>
                    <a:pt x="211360" y="348234"/>
                  </a:lnTo>
                  <a:lnTo>
                    <a:pt x="211360" y="349091"/>
                  </a:lnTo>
                  <a:lnTo>
                    <a:pt x="211264" y="350425"/>
                  </a:lnTo>
                  <a:lnTo>
                    <a:pt x="211264" y="351092"/>
                  </a:lnTo>
                  <a:lnTo>
                    <a:pt x="211455" y="351853"/>
                  </a:lnTo>
                  <a:lnTo>
                    <a:pt x="212122" y="352615"/>
                  </a:lnTo>
                  <a:lnTo>
                    <a:pt x="212598" y="353187"/>
                  </a:lnTo>
                  <a:lnTo>
                    <a:pt x="219361" y="357092"/>
                  </a:lnTo>
                  <a:lnTo>
                    <a:pt x="220980" y="358521"/>
                  </a:lnTo>
                  <a:lnTo>
                    <a:pt x="221266" y="359188"/>
                  </a:lnTo>
                  <a:lnTo>
                    <a:pt x="221266" y="359950"/>
                  </a:lnTo>
                  <a:lnTo>
                    <a:pt x="220885" y="361474"/>
                  </a:lnTo>
                  <a:lnTo>
                    <a:pt x="220504" y="362331"/>
                  </a:lnTo>
                  <a:lnTo>
                    <a:pt x="220123" y="362998"/>
                  </a:lnTo>
                  <a:lnTo>
                    <a:pt x="217837" y="366141"/>
                  </a:lnTo>
                  <a:lnTo>
                    <a:pt x="217551" y="366713"/>
                  </a:lnTo>
                  <a:lnTo>
                    <a:pt x="217361" y="367570"/>
                  </a:lnTo>
                  <a:lnTo>
                    <a:pt x="217456" y="368618"/>
                  </a:lnTo>
                  <a:lnTo>
                    <a:pt x="217837" y="370427"/>
                  </a:lnTo>
                  <a:lnTo>
                    <a:pt x="218313" y="371380"/>
                  </a:lnTo>
                  <a:lnTo>
                    <a:pt x="218789" y="371951"/>
                  </a:lnTo>
                  <a:lnTo>
                    <a:pt x="219742" y="372618"/>
                  </a:lnTo>
                  <a:lnTo>
                    <a:pt x="222599" y="373952"/>
                  </a:lnTo>
                  <a:lnTo>
                    <a:pt x="222790" y="374428"/>
                  </a:lnTo>
                  <a:lnTo>
                    <a:pt x="222599" y="375094"/>
                  </a:lnTo>
                  <a:lnTo>
                    <a:pt x="221551" y="376142"/>
                  </a:lnTo>
                  <a:lnTo>
                    <a:pt x="220885" y="376619"/>
                  </a:lnTo>
                  <a:lnTo>
                    <a:pt x="219361" y="377476"/>
                  </a:lnTo>
                  <a:lnTo>
                    <a:pt x="218884" y="377857"/>
                  </a:lnTo>
                  <a:lnTo>
                    <a:pt x="218504" y="378333"/>
                  </a:lnTo>
                  <a:lnTo>
                    <a:pt x="218218" y="379286"/>
                  </a:lnTo>
                  <a:lnTo>
                    <a:pt x="218122" y="379857"/>
                  </a:lnTo>
                  <a:lnTo>
                    <a:pt x="218694" y="381381"/>
                  </a:lnTo>
                  <a:lnTo>
                    <a:pt x="221551" y="381953"/>
                  </a:lnTo>
                  <a:lnTo>
                    <a:pt x="222885" y="381857"/>
                  </a:lnTo>
                  <a:lnTo>
                    <a:pt x="223552" y="382048"/>
                  </a:lnTo>
                  <a:lnTo>
                    <a:pt x="224123" y="382334"/>
                  </a:lnTo>
                  <a:lnTo>
                    <a:pt x="225552" y="384524"/>
                  </a:lnTo>
                  <a:lnTo>
                    <a:pt x="226219" y="385096"/>
                  </a:lnTo>
                  <a:lnTo>
                    <a:pt x="227457" y="384334"/>
                  </a:lnTo>
                  <a:lnTo>
                    <a:pt x="229362" y="382810"/>
                  </a:lnTo>
                  <a:lnTo>
                    <a:pt x="238315" y="373570"/>
                  </a:lnTo>
                  <a:lnTo>
                    <a:pt x="241173" y="369761"/>
                  </a:lnTo>
                  <a:lnTo>
                    <a:pt x="241649" y="368998"/>
                  </a:lnTo>
                  <a:lnTo>
                    <a:pt x="241649" y="368903"/>
                  </a:lnTo>
                  <a:lnTo>
                    <a:pt x="241745" y="368808"/>
                  </a:lnTo>
                  <a:lnTo>
                    <a:pt x="241745" y="368427"/>
                  </a:lnTo>
                  <a:lnTo>
                    <a:pt x="241840" y="367189"/>
                  </a:lnTo>
                  <a:lnTo>
                    <a:pt x="242125" y="365760"/>
                  </a:lnTo>
                  <a:lnTo>
                    <a:pt x="242506" y="364522"/>
                  </a:lnTo>
                  <a:lnTo>
                    <a:pt x="243078" y="363379"/>
                  </a:lnTo>
                  <a:lnTo>
                    <a:pt x="243745" y="362426"/>
                  </a:lnTo>
                  <a:lnTo>
                    <a:pt x="249079" y="357378"/>
                  </a:lnTo>
                  <a:lnTo>
                    <a:pt x="250603" y="356521"/>
                  </a:lnTo>
                  <a:lnTo>
                    <a:pt x="251650" y="356330"/>
                  </a:lnTo>
                  <a:lnTo>
                    <a:pt x="257556" y="356044"/>
                  </a:lnTo>
                  <a:lnTo>
                    <a:pt x="257746" y="356902"/>
                  </a:lnTo>
                  <a:lnTo>
                    <a:pt x="258604" y="357759"/>
                  </a:lnTo>
                  <a:lnTo>
                    <a:pt x="258794" y="358616"/>
                  </a:lnTo>
                  <a:lnTo>
                    <a:pt x="258889" y="359473"/>
                  </a:lnTo>
                  <a:lnTo>
                    <a:pt x="258318" y="362998"/>
                  </a:lnTo>
                  <a:lnTo>
                    <a:pt x="257365" y="367094"/>
                  </a:lnTo>
                  <a:lnTo>
                    <a:pt x="257270" y="368618"/>
                  </a:lnTo>
                  <a:lnTo>
                    <a:pt x="257556" y="371665"/>
                  </a:lnTo>
                  <a:lnTo>
                    <a:pt x="257556" y="373285"/>
                  </a:lnTo>
                  <a:lnTo>
                    <a:pt x="256604" y="381095"/>
                  </a:lnTo>
                  <a:lnTo>
                    <a:pt x="256604" y="382048"/>
                  </a:lnTo>
                  <a:lnTo>
                    <a:pt x="256699" y="384715"/>
                  </a:lnTo>
                  <a:lnTo>
                    <a:pt x="257080" y="387001"/>
                  </a:lnTo>
                  <a:lnTo>
                    <a:pt x="257270" y="387763"/>
                  </a:lnTo>
                  <a:lnTo>
                    <a:pt x="257556" y="388430"/>
                  </a:lnTo>
                  <a:lnTo>
                    <a:pt x="257746" y="388906"/>
                  </a:lnTo>
                  <a:lnTo>
                    <a:pt x="258128" y="389287"/>
                  </a:lnTo>
                  <a:lnTo>
                    <a:pt x="258604" y="389573"/>
                  </a:lnTo>
                  <a:lnTo>
                    <a:pt x="259080" y="389858"/>
                  </a:lnTo>
                  <a:lnTo>
                    <a:pt x="259937" y="390049"/>
                  </a:lnTo>
                  <a:lnTo>
                    <a:pt x="263176" y="390239"/>
                  </a:lnTo>
                  <a:lnTo>
                    <a:pt x="263842" y="390620"/>
                  </a:lnTo>
                  <a:lnTo>
                    <a:pt x="264414" y="391192"/>
                  </a:lnTo>
                  <a:lnTo>
                    <a:pt x="265176" y="392716"/>
                  </a:lnTo>
                  <a:lnTo>
                    <a:pt x="265462" y="393764"/>
                  </a:lnTo>
                  <a:lnTo>
                    <a:pt x="265652" y="395288"/>
                  </a:lnTo>
                  <a:lnTo>
                    <a:pt x="265843" y="396240"/>
                  </a:lnTo>
                  <a:lnTo>
                    <a:pt x="266319" y="397288"/>
                  </a:lnTo>
                  <a:lnTo>
                    <a:pt x="266414" y="398050"/>
                  </a:lnTo>
                  <a:lnTo>
                    <a:pt x="266319" y="398812"/>
                  </a:lnTo>
                  <a:lnTo>
                    <a:pt x="265652" y="401669"/>
                  </a:lnTo>
                  <a:lnTo>
                    <a:pt x="265462" y="402145"/>
                  </a:lnTo>
                  <a:lnTo>
                    <a:pt x="265176" y="402527"/>
                  </a:lnTo>
                  <a:lnTo>
                    <a:pt x="264414" y="403289"/>
                  </a:lnTo>
                  <a:lnTo>
                    <a:pt x="264128" y="403860"/>
                  </a:lnTo>
                  <a:lnTo>
                    <a:pt x="263842" y="404527"/>
                  </a:lnTo>
                  <a:lnTo>
                    <a:pt x="263747" y="405574"/>
                  </a:lnTo>
                  <a:lnTo>
                    <a:pt x="264033" y="406241"/>
                  </a:lnTo>
                  <a:lnTo>
                    <a:pt x="264509" y="406527"/>
                  </a:lnTo>
                  <a:lnTo>
                    <a:pt x="265081" y="406622"/>
                  </a:lnTo>
                  <a:lnTo>
                    <a:pt x="265652" y="406527"/>
                  </a:lnTo>
                  <a:lnTo>
                    <a:pt x="267176" y="406051"/>
                  </a:lnTo>
                  <a:lnTo>
                    <a:pt x="267653" y="405956"/>
                  </a:lnTo>
                  <a:lnTo>
                    <a:pt x="267938" y="406051"/>
                  </a:lnTo>
                  <a:lnTo>
                    <a:pt x="268414" y="406241"/>
                  </a:lnTo>
                  <a:lnTo>
                    <a:pt x="268891" y="406622"/>
                  </a:lnTo>
                  <a:lnTo>
                    <a:pt x="269272" y="407194"/>
                  </a:lnTo>
                  <a:lnTo>
                    <a:pt x="270700" y="410432"/>
                  </a:lnTo>
                  <a:lnTo>
                    <a:pt x="270986" y="410813"/>
                  </a:lnTo>
                  <a:lnTo>
                    <a:pt x="271748" y="411575"/>
                  </a:lnTo>
                  <a:lnTo>
                    <a:pt x="274606" y="413671"/>
                  </a:lnTo>
                  <a:lnTo>
                    <a:pt x="275177" y="414242"/>
                  </a:lnTo>
                  <a:lnTo>
                    <a:pt x="275368" y="414814"/>
                  </a:lnTo>
                  <a:lnTo>
                    <a:pt x="275463" y="415481"/>
                  </a:lnTo>
                  <a:lnTo>
                    <a:pt x="275463" y="416147"/>
                  </a:lnTo>
                  <a:lnTo>
                    <a:pt x="275368" y="416814"/>
                  </a:lnTo>
                  <a:lnTo>
                    <a:pt x="275177" y="417386"/>
                  </a:lnTo>
                  <a:lnTo>
                    <a:pt x="275177" y="419005"/>
                  </a:lnTo>
                  <a:lnTo>
                    <a:pt x="275939" y="423767"/>
                  </a:lnTo>
                  <a:lnTo>
                    <a:pt x="282797" y="431006"/>
                  </a:lnTo>
                  <a:lnTo>
                    <a:pt x="284416" y="433292"/>
                  </a:lnTo>
                  <a:lnTo>
                    <a:pt x="284607" y="433864"/>
                  </a:lnTo>
                  <a:lnTo>
                    <a:pt x="284607" y="433959"/>
                  </a:lnTo>
                  <a:lnTo>
                    <a:pt x="284512" y="434626"/>
                  </a:lnTo>
                  <a:lnTo>
                    <a:pt x="284416" y="435197"/>
                  </a:lnTo>
                  <a:lnTo>
                    <a:pt x="284226" y="435864"/>
                  </a:lnTo>
                  <a:lnTo>
                    <a:pt x="283940" y="436340"/>
                  </a:lnTo>
                  <a:lnTo>
                    <a:pt x="283559" y="436721"/>
                  </a:lnTo>
                  <a:lnTo>
                    <a:pt x="282226" y="437674"/>
                  </a:lnTo>
                  <a:lnTo>
                    <a:pt x="281845" y="438150"/>
                  </a:lnTo>
                  <a:lnTo>
                    <a:pt x="281654" y="438817"/>
                  </a:lnTo>
                  <a:lnTo>
                    <a:pt x="281654" y="439865"/>
                  </a:lnTo>
                  <a:lnTo>
                    <a:pt x="281845" y="440531"/>
                  </a:lnTo>
                  <a:lnTo>
                    <a:pt x="282130" y="441103"/>
                  </a:lnTo>
                  <a:lnTo>
                    <a:pt x="282892" y="441769"/>
                  </a:lnTo>
                  <a:lnTo>
                    <a:pt x="283464" y="442151"/>
                  </a:lnTo>
                  <a:lnTo>
                    <a:pt x="285559" y="442913"/>
                  </a:lnTo>
                  <a:lnTo>
                    <a:pt x="289274" y="443674"/>
                  </a:lnTo>
                  <a:lnTo>
                    <a:pt x="289941" y="443960"/>
                  </a:lnTo>
                  <a:lnTo>
                    <a:pt x="290227" y="444341"/>
                  </a:lnTo>
                  <a:lnTo>
                    <a:pt x="290513" y="444818"/>
                  </a:lnTo>
                  <a:lnTo>
                    <a:pt x="290989" y="445961"/>
                  </a:lnTo>
                  <a:lnTo>
                    <a:pt x="291084" y="446818"/>
                  </a:lnTo>
                  <a:lnTo>
                    <a:pt x="290989" y="447675"/>
                  </a:lnTo>
                  <a:lnTo>
                    <a:pt x="290513" y="450437"/>
                  </a:lnTo>
                  <a:lnTo>
                    <a:pt x="290417" y="451104"/>
                  </a:lnTo>
                  <a:lnTo>
                    <a:pt x="290417" y="451771"/>
                  </a:lnTo>
                  <a:lnTo>
                    <a:pt x="290608" y="452247"/>
                  </a:lnTo>
                  <a:lnTo>
                    <a:pt x="290893" y="452628"/>
                  </a:lnTo>
                  <a:lnTo>
                    <a:pt x="291655" y="453485"/>
                  </a:lnTo>
                  <a:lnTo>
                    <a:pt x="291941" y="453866"/>
                  </a:lnTo>
                  <a:lnTo>
                    <a:pt x="292513" y="455200"/>
                  </a:lnTo>
                  <a:lnTo>
                    <a:pt x="292608" y="455486"/>
                  </a:lnTo>
                  <a:lnTo>
                    <a:pt x="293084" y="458248"/>
                  </a:lnTo>
                  <a:lnTo>
                    <a:pt x="293180" y="458724"/>
                  </a:lnTo>
                  <a:lnTo>
                    <a:pt x="293656" y="459105"/>
                  </a:lnTo>
                  <a:lnTo>
                    <a:pt x="294322" y="459200"/>
                  </a:lnTo>
                  <a:lnTo>
                    <a:pt x="296132" y="458724"/>
                  </a:lnTo>
                  <a:lnTo>
                    <a:pt x="296418" y="458534"/>
                  </a:lnTo>
                  <a:lnTo>
                    <a:pt x="296608" y="458438"/>
                  </a:lnTo>
                  <a:lnTo>
                    <a:pt x="297085" y="457962"/>
                  </a:lnTo>
                  <a:lnTo>
                    <a:pt x="297561" y="457772"/>
                  </a:lnTo>
                  <a:lnTo>
                    <a:pt x="298037" y="457581"/>
                  </a:lnTo>
                  <a:lnTo>
                    <a:pt x="299085" y="457772"/>
                  </a:lnTo>
                  <a:lnTo>
                    <a:pt x="304895" y="459581"/>
                  </a:lnTo>
                  <a:lnTo>
                    <a:pt x="305562" y="459962"/>
                  </a:lnTo>
                  <a:lnTo>
                    <a:pt x="305943" y="460153"/>
                  </a:lnTo>
                  <a:lnTo>
                    <a:pt x="306133" y="460629"/>
                  </a:lnTo>
                  <a:lnTo>
                    <a:pt x="306133" y="461296"/>
                  </a:lnTo>
                  <a:lnTo>
                    <a:pt x="305943" y="462058"/>
                  </a:lnTo>
                  <a:lnTo>
                    <a:pt x="304990" y="463772"/>
                  </a:lnTo>
                  <a:lnTo>
                    <a:pt x="304419" y="465582"/>
                  </a:lnTo>
                  <a:lnTo>
                    <a:pt x="304038" y="465963"/>
                  </a:lnTo>
                  <a:lnTo>
                    <a:pt x="303657" y="466249"/>
                  </a:lnTo>
                  <a:lnTo>
                    <a:pt x="302895" y="467011"/>
                  </a:lnTo>
                  <a:lnTo>
                    <a:pt x="302228" y="467963"/>
                  </a:lnTo>
                  <a:lnTo>
                    <a:pt x="301276" y="470440"/>
                  </a:lnTo>
                  <a:lnTo>
                    <a:pt x="301085" y="471011"/>
                  </a:lnTo>
                  <a:lnTo>
                    <a:pt x="300704" y="471488"/>
                  </a:lnTo>
                  <a:lnTo>
                    <a:pt x="300418" y="471869"/>
                  </a:lnTo>
                  <a:lnTo>
                    <a:pt x="299942" y="472249"/>
                  </a:lnTo>
                  <a:lnTo>
                    <a:pt x="298228" y="473393"/>
                  </a:lnTo>
                  <a:lnTo>
                    <a:pt x="297942" y="473869"/>
                  </a:lnTo>
                  <a:lnTo>
                    <a:pt x="297561" y="474345"/>
                  </a:lnTo>
                  <a:lnTo>
                    <a:pt x="297371" y="474917"/>
                  </a:lnTo>
                  <a:lnTo>
                    <a:pt x="297275" y="475488"/>
                  </a:lnTo>
                  <a:lnTo>
                    <a:pt x="297085" y="476631"/>
                  </a:lnTo>
                  <a:lnTo>
                    <a:pt x="296989" y="477012"/>
                  </a:lnTo>
                  <a:lnTo>
                    <a:pt x="296799" y="477488"/>
                  </a:lnTo>
                  <a:lnTo>
                    <a:pt x="296608" y="477965"/>
                  </a:lnTo>
                  <a:lnTo>
                    <a:pt x="296228" y="478441"/>
                  </a:lnTo>
                  <a:lnTo>
                    <a:pt x="295465" y="479107"/>
                  </a:lnTo>
                  <a:lnTo>
                    <a:pt x="295084" y="479393"/>
                  </a:lnTo>
                  <a:lnTo>
                    <a:pt x="291370" y="481489"/>
                  </a:lnTo>
                  <a:lnTo>
                    <a:pt x="291084" y="481965"/>
                  </a:lnTo>
                  <a:lnTo>
                    <a:pt x="290989" y="482536"/>
                  </a:lnTo>
                  <a:lnTo>
                    <a:pt x="291846" y="484442"/>
                  </a:lnTo>
                  <a:lnTo>
                    <a:pt x="292037" y="485108"/>
                  </a:lnTo>
                  <a:lnTo>
                    <a:pt x="292037" y="485965"/>
                  </a:lnTo>
                  <a:lnTo>
                    <a:pt x="291941" y="486728"/>
                  </a:lnTo>
                  <a:lnTo>
                    <a:pt x="290703" y="492823"/>
                  </a:lnTo>
                  <a:lnTo>
                    <a:pt x="290608" y="494919"/>
                  </a:lnTo>
                  <a:lnTo>
                    <a:pt x="290608" y="495490"/>
                  </a:lnTo>
                  <a:lnTo>
                    <a:pt x="290989" y="496634"/>
                  </a:lnTo>
                  <a:lnTo>
                    <a:pt x="293751" y="502825"/>
                  </a:lnTo>
                  <a:lnTo>
                    <a:pt x="294037" y="503968"/>
                  </a:lnTo>
                  <a:lnTo>
                    <a:pt x="293846" y="504825"/>
                  </a:lnTo>
                  <a:lnTo>
                    <a:pt x="293465" y="507111"/>
                  </a:lnTo>
                  <a:lnTo>
                    <a:pt x="293275" y="507682"/>
                  </a:lnTo>
                  <a:lnTo>
                    <a:pt x="292322" y="510064"/>
                  </a:lnTo>
                  <a:lnTo>
                    <a:pt x="292227" y="510445"/>
                  </a:lnTo>
                  <a:lnTo>
                    <a:pt x="292227" y="510731"/>
                  </a:lnTo>
                  <a:lnTo>
                    <a:pt x="292227" y="510921"/>
                  </a:lnTo>
                  <a:lnTo>
                    <a:pt x="292227" y="511111"/>
                  </a:lnTo>
                  <a:lnTo>
                    <a:pt x="292608" y="511302"/>
                  </a:lnTo>
                  <a:lnTo>
                    <a:pt x="295561" y="512350"/>
                  </a:lnTo>
                  <a:lnTo>
                    <a:pt x="297561" y="512636"/>
                  </a:lnTo>
                  <a:lnTo>
                    <a:pt x="298704" y="512350"/>
                  </a:lnTo>
                  <a:lnTo>
                    <a:pt x="302133" y="510826"/>
                  </a:lnTo>
                  <a:lnTo>
                    <a:pt x="302609" y="510731"/>
                  </a:lnTo>
                  <a:lnTo>
                    <a:pt x="303086" y="510731"/>
                  </a:lnTo>
                  <a:lnTo>
                    <a:pt x="303466" y="510921"/>
                  </a:lnTo>
                  <a:lnTo>
                    <a:pt x="303657" y="511016"/>
                  </a:lnTo>
                  <a:lnTo>
                    <a:pt x="303657" y="511111"/>
                  </a:lnTo>
                  <a:lnTo>
                    <a:pt x="303847" y="511588"/>
                  </a:lnTo>
                  <a:lnTo>
                    <a:pt x="304038" y="513207"/>
                  </a:lnTo>
                  <a:lnTo>
                    <a:pt x="304229" y="517684"/>
                  </a:lnTo>
                  <a:lnTo>
                    <a:pt x="304800" y="520922"/>
                  </a:lnTo>
                  <a:lnTo>
                    <a:pt x="305276" y="522351"/>
                  </a:lnTo>
                  <a:lnTo>
                    <a:pt x="312801" y="539782"/>
                  </a:lnTo>
                  <a:lnTo>
                    <a:pt x="313182" y="540449"/>
                  </a:lnTo>
                  <a:lnTo>
                    <a:pt x="315658" y="542544"/>
                  </a:lnTo>
                  <a:lnTo>
                    <a:pt x="318516" y="547116"/>
                  </a:lnTo>
                  <a:lnTo>
                    <a:pt x="318897" y="547878"/>
                  </a:lnTo>
                  <a:lnTo>
                    <a:pt x="319183" y="548926"/>
                  </a:lnTo>
                  <a:lnTo>
                    <a:pt x="319373" y="550069"/>
                  </a:lnTo>
                  <a:lnTo>
                    <a:pt x="319373" y="550831"/>
                  </a:lnTo>
                  <a:lnTo>
                    <a:pt x="319468" y="551688"/>
                  </a:lnTo>
                  <a:lnTo>
                    <a:pt x="319754" y="552926"/>
                  </a:lnTo>
                  <a:lnTo>
                    <a:pt x="320230" y="553498"/>
                  </a:lnTo>
                  <a:lnTo>
                    <a:pt x="321659" y="554355"/>
                  </a:lnTo>
                  <a:lnTo>
                    <a:pt x="323374" y="556165"/>
                  </a:lnTo>
                  <a:lnTo>
                    <a:pt x="323945" y="556641"/>
                  </a:lnTo>
                  <a:lnTo>
                    <a:pt x="324517" y="556832"/>
                  </a:lnTo>
                  <a:lnTo>
                    <a:pt x="325850" y="557022"/>
                  </a:lnTo>
                  <a:lnTo>
                    <a:pt x="326707" y="557308"/>
                  </a:lnTo>
                  <a:lnTo>
                    <a:pt x="327184" y="557689"/>
                  </a:lnTo>
                  <a:lnTo>
                    <a:pt x="327374" y="558165"/>
                  </a:lnTo>
                  <a:lnTo>
                    <a:pt x="327660" y="559308"/>
                  </a:lnTo>
                  <a:lnTo>
                    <a:pt x="327850" y="560451"/>
                  </a:lnTo>
                  <a:lnTo>
                    <a:pt x="327755" y="561023"/>
                  </a:lnTo>
                  <a:lnTo>
                    <a:pt x="327660" y="561880"/>
                  </a:lnTo>
                  <a:lnTo>
                    <a:pt x="327374" y="563213"/>
                  </a:lnTo>
                  <a:lnTo>
                    <a:pt x="327279" y="563880"/>
                  </a:lnTo>
                  <a:lnTo>
                    <a:pt x="327279" y="564737"/>
                  </a:lnTo>
                  <a:lnTo>
                    <a:pt x="327565" y="565309"/>
                  </a:lnTo>
                  <a:lnTo>
                    <a:pt x="329184" y="567309"/>
                  </a:lnTo>
                  <a:lnTo>
                    <a:pt x="329184" y="567976"/>
                  </a:lnTo>
                  <a:lnTo>
                    <a:pt x="328993" y="568452"/>
                  </a:lnTo>
                  <a:lnTo>
                    <a:pt x="326041" y="570548"/>
                  </a:lnTo>
                  <a:lnTo>
                    <a:pt x="325755" y="571119"/>
                  </a:lnTo>
                  <a:lnTo>
                    <a:pt x="325564" y="571976"/>
                  </a:lnTo>
                  <a:lnTo>
                    <a:pt x="325660" y="573595"/>
                  </a:lnTo>
                  <a:lnTo>
                    <a:pt x="325660" y="574643"/>
                  </a:lnTo>
                  <a:lnTo>
                    <a:pt x="325469" y="575405"/>
                  </a:lnTo>
                  <a:lnTo>
                    <a:pt x="324612" y="577882"/>
                  </a:lnTo>
                  <a:lnTo>
                    <a:pt x="323755" y="581120"/>
                  </a:lnTo>
                  <a:lnTo>
                    <a:pt x="323564" y="581692"/>
                  </a:lnTo>
                  <a:lnTo>
                    <a:pt x="323374" y="582263"/>
                  </a:lnTo>
                  <a:lnTo>
                    <a:pt x="323088" y="582835"/>
                  </a:lnTo>
                  <a:lnTo>
                    <a:pt x="322326" y="583597"/>
                  </a:lnTo>
                  <a:lnTo>
                    <a:pt x="321945" y="583978"/>
                  </a:lnTo>
                  <a:lnTo>
                    <a:pt x="320135" y="585026"/>
                  </a:lnTo>
                  <a:lnTo>
                    <a:pt x="319754" y="585311"/>
                  </a:lnTo>
                  <a:lnTo>
                    <a:pt x="319373" y="585692"/>
                  </a:lnTo>
                  <a:lnTo>
                    <a:pt x="318802" y="586645"/>
                  </a:lnTo>
                  <a:lnTo>
                    <a:pt x="318230" y="587883"/>
                  </a:lnTo>
                  <a:lnTo>
                    <a:pt x="317563" y="588645"/>
                  </a:lnTo>
                  <a:lnTo>
                    <a:pt x="316516" y="589883"/>
                  </a:lnTo>
                  <a:lnTo>
                    <a:pt x="316135" y="590264"/>
                  </a:lnTo>
                  <a:lnTo>
                    <a:pt x="315278" y="590836"/>
                  </a:lnTo>
                  <a:lnTo>
                    <a:pt x="314801" y="591217"/>
                  </a:lnTo>
                  <a:lnTo>
                    <a:pt x="313849" y="592455"/>
                  </a:lnTo>
                  <a:lnTo>
                    <a:pt x="314420" y="593503"/>
                  </a:lnTo>
                  <a:lnTo>
                    <a:pt x="315087" y="593789"/>
                  </a:lnTo>
                  <a:lnTo>
                    <a:pt x="315754" y="593979"/>
                  </a:lnTo>
                  <a:lnTo>
                    <a:pt x="320897" y="593884"/>
                  </a:lnTo>
                  <a:lnTo>
                    <a:pt x="322040" y="594170"/>
                  </a:lnTo>
                  <a:lnTo>
                    <a:pt x="322707" y="594551"/>
                  </a:lnTo>
                  <a:lnTo>
                    <a:pt x="323279" y="595408"/>
                  </a:lnTo>
                  <a:lnTo>
                    <a:pt x="323659" y="596456"/>
                  </a:lnTo>
                  <a:lnTo>
                    <a:pt x="323945" y="597980"/>
                  </a:lnTo>
                  <a:lnTo>
                    <a:pt x="324040" y="598075"/>
                  </a:lnTo>
                  <a:lnTo>
                    <a:pt x="324040" y="598075"/>
                  </a:lnTo>
                  <a:lnTo>
                    <a:pt x="324231" y="597980"/>
                  </a:lnTo>
                  <a:lnTo>
                    <a:pt x="326707" y="597408"/>
                  </a:lnTo>
                  <a:lnTo>
                    <a:pt x="327374" y="597122"/>
                  </a:lnTo>
                  <a:lnTo>
                    <a:pt x="327755" y="596456"/>
                  </a:lnTo>
                  <a:lnTo>
                    <a:pt x="328041" y="595694"/>
                  </a:lnTo>
                  <a:lnTo>
                    <a:pt x="328613" y="595313"/>
                  </a:lnTo>
                  <a:lnTo>
                    <a:pt x="329374" y="595217"/>
                  </a:lnTo>
                  <a:lnTo>
                    <a:pt x="330041" y="595408"/>
                  </a:lnTo>
                  <a:lnTo>
                    <a:pt x="333470" y="596932"/>
                  </a:lnTo>
                  <a:lnTo>
                    <a:pt x="334232" y="596836"/>
                  </a:lnTo>
                  <a:lnTo>
                    <a:pt x="337471" y="594551"/>
                  </a:lnTo>
                  <a:lnTo>
                    <a:pt x="338518" y="594074"/>
                  </a:lnTo>
                  <a:lnTo>
                    <a:pt x="339852" y="593884"/>
                  </a:lnTo>
                  <a:lnTo>
                    <a:pt x="340709" y="594360"/>
                  </a:lnTo>
                  <a:lnTo>
                    <a:pt x="341662" y="595408"/>
                  </a:lnTo>
                  <a:lnTo>
                    <a:pt x="342614" y="596170"/>
                  </a:lnTo>
                  <a:lnTo>
                    <a:pt x="343662" y="595598"/>
                  </a:lnTo>
                  <a:lnTo>
                    <a:pt x="344805" y="594646"/>
                  </a:lnTo>
                  <a:lnTo>
                    <a:pt x="347281" y="594360"/>
                  </a:lnTo>
                  <a:lnTo>
                    <a:pt x="348329" y="593884"/>
                  </a:lnTo>
                  <a:lnTo>
                    <a:pt x="348901" y="592836"/>
                  </a:lnTo>
                  <a:lnTo>
                    <a:pt x="348520" y="592265"/>
                  </a:lnTo>
                  <a:lnTo>
                    <a:pt x="347377" y="592169"/>
                  </a:lnTo>
                  <a:lnTo>
                    <a:pt x="346138" y="592360"/>
                  </a:lnTo>
                  <a:lnTo>
                    <a:pt x="347091" y="590740"/>
                  </a:lnTo>
                  <a:lnTo>
                    <a:pt x="348424" y="590360"/>
                  </a:lnTo>
                  <a:lnTo>
                    <a:pt x="349948" y="590074"/>
                  </a:lnTo>
                  <a:lnTo>
                    <a:pt x="351282" y="589026"/>
                  </a:lnTo>
                  <a:lnTo>
                    <a:pt x="352996" y="586549"/>
                  </a:lnTo>
                  <a:lnTo>
                    <a:pt x="353473" y="585311"/>
                  </a:lnTo>
                  <a:lnTo>
                    <a:pt x="353187" y="584359"/>
                  </a:lnTo>
                  <a:lnTo>
                    <a:pt x="353758" y="583502"/>
                  </a:lnTo>
                  <a:lnTo>
                    <a:pt x="354425" y="582930"/>
                  </a:lnTo>
                  <a:lnTo>
                    <a:pt x="355187" y="582549"/>
                  </a:lnTo>
                  <a:lnTo>
                    <a:pt x="356045" y="582263"/>
                  </a:lnTo>
                  <a:lnTo>
                    <a:pt x="355759" y="580930"/>
                  </a:lnTo>
                  <a:lnTo>
                    <a:pt x="356616" y="579787"/>
                  </a:lnTo>
                  <a:lnTo>
                    <a:pt x="357759" y="578644"/>
                  </a:lnTo>
                  <a:lnTo>
                    <a:pt x="358712" y="577215"/>
                  </a:lnTo>
                  <a:lnTo>
                    <a:pt x="357568" y="575215"/>
                  </a:lnTo>
                  <a:lnTo>
                    <a:pt x="359473" y="573500"/>
                  </a:lnTo>
                  <a:lnTo>
                    <a:pt x="368522" y="568071"/>
                  </a:lnTo>
                  <a:lnTo>
                    <a:pt x="369665" y="567119"/>
                  </a:lnTo>
                  <a:lnTo>
                    <a:pt x="370427" y="565880"/>
                  </a:lnTo>
                  <a:lnTo>
                    <a:pt x="372428" y="561308"/>
                  </a:lnTo>
                  <a:lnTo>
                    <a:pt x="373380" y="560070"/>
                  </a:lnTo>
                  <a:lnTo>
                    <a:pt x="375380" y="558070"/>
                  </a:lnTo>
                  <a:lnTo>
                    <a:pt x="376238" y="556832"/>
                  </a:lnTo>
                  <a:lnTo>
                    <a:pt x="378142" y="552450"/>
                  </a:lnTo>
                  <a:lnTo>
                    <a:pt x="379000" y="551117"/>
                  </a:lnTo>
                  <a:lnTo>
                    <a:pt x="382905" y="546354"/>
                  </a:lnTo>
                  <a:lnTo>
                    <a:pt x="385477" y="544449"/>
                  </a:lnTo>
                  <a:lnTo>
                    <a:pt x="387763" y="544449"/>
                  </a:lnTo>
                  <a:lnTo>
                    <a:pt x="387477" y="544925"/>
                  </a:lnTo>
                  <a:lnTo>
                    <a:pt x="387382" y="545306"/>
                  </a:lnTo>
                  <a:lnTo>
                    <a:pt x="387191" y="545687"/>
                  </a:lnTo>
                  <a:lnTo>
                    <a:pt x="386715" y="545973"/>
                  </a:lnTo>
                  <a:lnTo>
                    <a:pt x="386715" y="546830"/>
                  </a:lnTo>
                  <a:lnTo>
                    <a:pt x="389382" y="545973"/>
                  </a:lnTo>
                  <a:lnTo>
                    <a:pt x="389382" y="543306"/>
                  </a:lnTo>
                  <a:lnTo>
                    <a:pt x="388334" y="539972"/>
                  </a:lnTo>
                  <a:lnTo>
                    <a:pt x="387763" y="537210"/>
                  </a:lnTo>
                  <a:lnTo>
                    <a:pt x="388239" y="535877"/>
                  </a:lnTo>
                  <a:lnTo>
                    <a:pt x="391001" y="531400"/>
                  </a:lnTo>
                  <a:lnTo>
                    <a:pt x="392335" y="526637"/>
                  </a:lnTo>
                  <a:lnTo>
                    <a:pt x="393859" y="523685"/>
                  </a:lnTo>
                  <a:lnTo>
                    <a:pt x="394145" y="522256"/>
                  </a:lnTo>
                  <a:lnTo>
                    <a:pt x="393859" y="520922"/>
                  </a:lnTo>
                  <a:lnTo>
                    <a:pt x="393001" y="519398"/>
                  </a:lnTo>
                  <a:lnTo>
                    <a:pt x="393001" y="518160"/>
                  </a:lnTo>
                  <a:lnTo>
                    <a:pt x="395859" y="515112"/>
                  </a:lnTo>
                  <a:lnTo>
                    <a:pt x="397097" y="512636"/>
                  </a:lnTo>
                  <a:lnTo>
                    <a:pt x="398336" y="512350"/>
                  </a:lnTo>
                  <a:lnTo>
                    <a:pt x="401193" y="512445"/>
                  </a:lnTo>
                  <a:lnTo>
                    <a:pt x="402050" y="511969"/>
                  </a:lnTo>
                  <a:lnTo>
                    <a:pt x="404622" y="509588"/>
                  </a:lnTo>
                  <a:lnTo>
                    <a:pt x="405860" y="508826"/>
                  </a:lnTo>
                  <a:lnTo>
                    <a:pt x="404813" y="507968"/>
                  </a:lnTo>
                  <a:lnTo>
                    <a:pt x="403574" y="507206"/>
                  </a:lnTo>
                  <a:lnTo>
                    <a:pt x="402622" y="506444"/>
                  </a:lnTo>
                  <a:lnTo>
                    <a:pt x="401955" y="505111"/>
                  </a:lnTo>
                  <a:lnTo>
                    <a:pt x="403384" y="504539"/>
                  </a:lnTo>
                  <a:lnTo>
                    <a:pt x="404622" y="504539"/>
                  </a:lnTo>
                  <a:lnTo>
                    <a:pt x="405860" y="505015"/>
                  </a:lnTo>
                  <a:lnTo>
                    <a:pt x="407003" y="505873"/>
                  </a:lnTo>
                  <a:lnTo>
                    <a:pt x="409384" y="508540"/>
                  </a:lnTo>
                  <a:lnTo>
                    <a:pt x="410718" y="509397"/>
                  </a:lnTo>
                  <a:lnTo>
                    <a:pt x="411289" y="508444"/>
                  </a:lnTo>
                  <a:lnTo>
                    <a:pt x="412337" y="505778"/>
                  </a:lnTo>
                  <a:lnTo>
                    <a:pt x="416814" y="503968"/>
                  </a:lnTo>
                  <a:lnTo>
                    <a:pt x="417862" y="501110"/>
                  </a:lnTo>
                  <a:lnTo>
                    <a:pt x="418624" y="499872"/>
                  </a:lnTo>
                  <a:lnTo>
                    <a:pt x="420338" y="498729"/>
                  </a:lnTo>
                  <a:lnTo>
                    <a:pt x="422053" y="498157"/>
                  </a:lnTo>
                  <a:lnTo>
                    <a:pt x="422815" y="499015"/>
                  </a:lnTo>
                  <a:lnTo>
                    <a:pt x="422910" y="501301"/>
                  </a:lnTo>
                  <a:lnTo>
                    <a:pt x="423291" y="501872"/>
                  </a:lnTo>
                  <a:lnTo>
                    <a:pt x="424339" y="501872"/>
                  </a:lnTo>
                  <a:lnTo>
                    <a:pt x="426148" y="502253"/>
                  </a:lnTo>
                  <a:lnTo>
                    <a:pt x="427577" y="503396"/>
                  </a:lnTo>
                  <a:lnTo>
                    <a:pt x="430244" y="505587"/>
                  </a:lnTo>
                  <a:lnTo>
                    <a:pt x="431006" y="505492"/>
                  </a:lnTo>
                  <a:lnTo>
                    <a:pt x="431387" y="506920"/>
                  </a:lnTo>
                  <a:lnTo>
                    <a:pt x="433102" y="509683"/>
                  </a:lnTo>
                  <a:lnTo>
                    <a:pt x="433768" y="511016"/>
                  </a:lnTo>
                  <a:lnTo>
                    <a:pt x="432340" y="510826"/>
                  </a:lnTo>
                  <a:lnTo>
                    <a:pt x="431578" y="511397"/>
                  </a:lnTo>
                  <a:lnTo>
                    <a:pt x="431292" y="512350"/>
                  </a:lnTo>
                  <a:lnTo>
                    <a:pt x="431578" y="513969"/>
                  </a:lnTo>
                  <a:lnTo>
                    <a:pt x="432340" y="515017"/>
                  </a:lnTo>
                  <a:lnTo>
                    <a:pt x="433578" y="515874"/>
                  </a:lnTo>
                  <a:lnTo>
                    <a:pt x="435959" y="516827"/>
                  </a:lnTo>
                  <a:lnTo>
                    <a:pt x="435769" y="517303"/>
                  </a:lnTo>
                  <a:lnTo>
                    <a:pt x="435388" y="518351"/>
                  </a:lnTo>
                  <a:lnTo>
                    <a:pt x="436721" y="518541"/>
                  </a:lnTo>
                  <a:lnTo>
                    <a:pt x="440912" y="520160"/>
                  </a:lnTo>
                  <a:lnTo>
                    <a:pt x="441960" y="521208"/>
                  </a:lnTo>
                  <a:lnTo>
                    <a:pt x="440246" y="521875"/>
                  </a:lnTo>
                  <a:lnTo>
                    <a:pt x="438531" y="522923"/>
                  </a:lnTo>
                  <a:lnTo>
                    <a:pt x="437007" y="524351"/>
                  </a:lnTo>
                  <a:lnTo>
                    <a:pt x="435959" y="526256"/>
                  </a:lnTo>
                  <a:lnTo>
                    <a:pt x="436531" y="526352"/>
                  </a:lnTo>
                  <a:lnTo>
                    <a:pt x="437293" y="526542"/>
                  </a:lnTo>
                  <a:lnTo>
                    <a:pt x="437864" y="526923"/>
                  </a:lnTo>
                  <a:lnTo>
                    <a:pt x="438340" y="527971"/>
                  </a:lnTo>
                  <a:lnTo>
                    <a:pt x="439007" y="527685"/>
                  </a:lnTo>
                  <a:lnTo>
                    <a:pt x="440055" y="527018"/>
                  </a:lnTo>
                  <a:lnTo>
                    <a:pt x="440817" y="527209"/>
                  </a:lnTo>
                  <a:lnTo>
                    <a:pt x="441198" y="527685"/>
                  </a:lnTo>
                  <a:lnTo>
                    <a:pt x="441579" y="528257"/>
                  </a:lnTo>
                  <a:lnTo>
                    <a:pt x="441960" y="528447"/>
                  </a:lnTo>
                  <a:lnTo>
                    <a:pt x="442627" y="527971"/>
                  </a:lnTo>
                  <a:lnTo>
                    <a:pt x="443674" y="525780"/>
                  </a:lnTo>
                  <a:lnTo>
                    <a:pt x="444151" y="525399"/>
                  </a:lnTo>
                  <a:lnTo>
                    <a:pt x="445389" y="525970"/>
                  </a:lnTo>
                  <a:lnTo>
                    <a:pt x="447199" y="527304"/>
                  </a:lnTo>
                  <a:lnTo>
                    <a:pt x="448246" y="527590"/>
                  </a:lnTo>
                  <a:lnTo>
                    <a:pt x="449008" y="527399"/>
                  </a:lnTo>
                  <a:lnTo>
                    <a:pt x="449580" y="527018"/>
                  </a:lnTo>
                  <a:lnTo>
                    <a:pt x="450151" y="527018"/>
                  </a:lnTo>
                  <a:lnTo>
                    <a:pt x="450723" y="527590"/>
                  </a:lnTo>
                  <a:lnTo>
                    <a:pt x="450818" y="528257"/>
                  </a:lnTo>
                  <a:lnTo>
                    <a:pt x="450247" y="529019"/>
                  </a:lnTo>
                  <a:lnTo>
                    <a:pt x="449580" y="529495"/>
                  </a:lnTo>
                  <a:lnTo>
                    <a:pt x="449104" y="529781"/>
                  </a:lnTo>
                  <a:lnTo>
                    <a:pt x="450532" y="530352"/>
                  </a:lnTo>
                  <a:lnTo>
                    <a:pt x="451961" y="530828"/>
                  </a:lnTo>
                  <a:lnTo>
                    <a:pt x="455105" y="531209"/>
                  </a:lnTo>
                  <a:lnTo>
                    <a:pt x="455866" y="531019"/>
                  </a:lnTo>
                  <a:lnTo>
                    <a:pt x="457295" y="530447"/>
                  </a:lnTo>
                  <a:lnTo>
                    <a:pt x="457867" y="530447"/>
                  </a:lnTo>
                  <a:lnTo>
                    <a:pt x="458629" y="530733"/>
                  </a:lnTo>
                  <a:lnTo>
                    <a:pt x="459296" y="531209"/>
                  </a:lnTo>
                  <a:lnTo>
                    <a:pt x="459676" y="531686"/>
                  </a:lnTo>
                  <a:lnTo>
                    <a:pt x="459962" y="531876"/>
                  </a:lnTo>
                  <a:lnTo>
                    <a:pt x="461772" y="532067"/>
                  </a:lnTo>
                  <a:lnTo>
                    <a:pt x="463010" y="531590"/>
                  </a:lnTo>
                  <a:lnTo>
                    <a:pt x="464153" y="530828"/>
                  </a:lnTo>
                  <a:lnTo>
                    <a:pt x="465487" y="530447"/>
                  </a:lnTo>
                  <a:lnTo>
                    <a:pt x="466820" y="530733"/>
                  </a:lnTo>
                  <a:lnTo>
                    <a:pt x="468249" y="531495"/>
                  </a:lnTo>
                  <a:lnTo>
                    <a:pt x="469678" y="531971"/>
                  </a:lnTo>
                  <a:lnTo>
                    <a:pt x="471011" y="531209"/>
                  </a:lnTo>
                  <a:lnTo>
                    <a:pt x="471202" y="533590"/>
                  </a:lnTo>
                  <a:lnTo>
                    <a:pt x="472249" y="534734"/>
                  </a:lnTo>
                  <a:lnTo>
                    <a:pt x="475393" y="535591"/>
                  </a:lnTo>
                  <a:lnTo>
                    <a:pt x="478060" y="537401"/>
                  </a:lnTo>
                  <a:lnTo>
                    <a:pt x="478631" y="537686"/>
                  </a:lnTo>
                  <a:lnTo>
                    <a:pt x="479298" y="537401"/>
                  </a:lnTo>
                  <a:lnTo>
                    <a:pt x="480250" y="535972"/>
                  </a:lnTo>
                  <a:lnTo>
                    <a:pt x="480631" y="535877"/>
                  </a:lnTo>
                  <a:lnTo>
                    <a:pt x="482822" y="536734"/>
                  </a:lnTo>
                  <a:lnTo>
                    <a:pt x="490347" y="537020"/>
                  </a:lnTo>
                  <a:lnTo>
                    <a:pt x="492347" y="536257"/>
                  </a:lnTo>
                  <a:lnTo>
                    <a:pt x="493871" y="537305"/>
                  </a:lnTo>
                  <a:lnTo>
                    <a:pt x="495490" y="537591"/>
                  </a:lnTo>
                  <a:lnTo>
                    <a:pt x="496729" y="536924"/>
                  </a:lnTo>
                  <a:lnTo>
                    <a:pt x="497300" y="535210"/>
                  </a:lnTo>
                  <a:lnTo>
                    <a:pt x="498062" y="534448"/>
                  </a:lnTo>
                  <a:lnTo>
                    <a:pt x="499872" y="533876"/>
                  </a:lnTo>
                  <a:lnTo>
                    <a:pt x="503111" y="533400"/>
                  </a:lnTo>
                  <a:lnTo>
                    <a:pt x="505492" y="535591"/>
                  </a:lnTo>
                  <a:lnTo>
                    <a:pt x="506349" y="535210"/>
                  </a:lnTo>
                  <a:lnTo>
                    <a:pt x="506921" y="534448"/>
                  </a:lnTo>
                  <a:lnTo>
                    <a:pt x="507682" y="533400"/>
                  </a:lnTo>
                  <a:lnTo>
                    <a:pt x="508540" y="534543"/>
                  </a:lnTo>
                  <a:lnTo>
                    <a:pt x="508635" y="536448"/>
                  </a:lnTo>
                  <a:lnTo>
                    <a:pt x="508445" y="538353"/>
                  </a:lnTo>
                  <a:lnTo>
                    <a:pt x="508730" y="539496"/>
                  </a:lnTo>
                  <a:lnTo>
                    <a:pt x="509492" y="539686"/>
                  </a:lnTo>
                  <a:lnTo>
                    <a:pt x="510254" y="539401"/>
                  </a:lnTo>
                  <a:lnTo>
                    <a:pt x="511588" y="538734"/>
                  </a:lnTo>
                  <a:lnTo>
                    <a:pt x="511302" y="541020"/>
                  </a:lnTo>
                  <a:lnTo>
                    <a:pt x="512636" y="542163"/>
                  </a:lnTo>
                  <a:lnTo>
                    <a:pt x="514636" y="542068"/>
                  </a:lnTo>
                  <a:lnTo>
                    <a:pt x="515874" y="540925"/>
                  </a:lnTo>
                  <a:lnTo>
                    <a:pt x="517017" y="541592"/>
                  </a:lnTo>
                  <a:lnTo>
                    <a:pt x="515874" y="543115"/>
                  </a:lnTo>
                  <a:lnTo>
                    <a:pt x="519208" y="543401"/>
                  </a:lnTo>
                  <a:lnTo>
                    <a:pt x="522351" y="540449"/>
                  </a:lnTo>
                  <a:lnTo>
                    <a:pt x="530542" y="525494"/>
                  </a:lnTo>
                  <a:lnTo>
                    <a:pt x="531781" y="521398"/>
                  </a:lnTo>
                  <a:lnTo>
                    <a:pt x="530162" y="519113"/>
                  </a:lnTo>
                  <a:lnTo>
                    <a:pt x="530066" y="517207"/>
                  </a:lnTo>
                  <a:lnTo>
                    <a:pt x="529018" y="515017"/>
                  </a:lnTo>
                  <a:lnTo>
                    <a:pt x="527590" y="513207"/>
                  </a:lnTo>
                  <a:lnTo>
                    <a:pt x="525494" y="512255"/>
                  </a:lnTo>
                  <a:lnTo>
                    <a:pt x="522446" y="509778"/>
                  </a:lnTo>
                  <a:lnTo>
                    <a:pt x="520255" y="507682"/>
                  </a:lnTo>
                  <a:lnTo>
                    <a:pt x="519970" y="505397"/>
                  </a:lnTo>
                  <a:lnTo>
                    <a:pt x="519113" y="503111"/>
                  </a:lnTo>
                  <a:lnTo>
                    <a:pt x="515303" y="495872"/>
                  </a:lnTo>
                  <a:lnTo>
                    <a:pt x="514826" y="493871"/>
                  </a:lnTo>
                  <a:lnTo>
                    <a:pt x="512159" y="493014"/>
                  </a:lnTo>
                  <a:lnTo>
                    <a:pt x="511397" y="491490"/>
                  </a:lnTo>
                  <a:lnTo>
                    <a:pt x="510730" y="489776"/>
                  </a:lnTo>
                  <a:lnTo>
                    <a:pt x="509206" y="480632"/>
                  </a:lnTo>
                  <a:lnTo>
                    <a:pt x="509302" y="479107"/>
                  </a:lnTo>
                  <a:lnTo>
                    <a:pt x="510349" y="477584"/>
                  </a:lnTo>
                  <a:lnTo>
                    <a:pt x="511873" y="477107"/>
                  </a:lnTo>
                  <a:lnTo>
                    <a:pt x="515588" y="477012"/>
                  </a:lnTo>
                  <a:lnTo>
                    <a:pt x="528447" y="473393"/>
                  </a:lnTo>
                  <a:lnTo>
                    <a:pt x="536638" y="474059"/>
                  </a:lnTo>
                  <a:lnTo>
                    <a:pt x="538448" y="474726"/>
                  </a:lnTo>
                  <a:lnTo>
                    <a:pt x="540163" y="475964"/>
                  </a:lnTo>
                  <a:lnTo>
                    <a:pt x="543878" y="475774"/>
                  </a:lnTo>
                  <a:lnTo>
                    <a:pt x="546545" y="477203"/>
                  </a:lnTo>
                  <a:lnTo>
                    <a:pt x="547688" y="477298"/>
                  </a:lnTo>
                  <a:lnTo>
                    <a:pt x="551021" y="476060"/>
                  </a:lnTo>
                  <a:lnTo>
                    <a:pt x="551783" y="476155"/>
                  </a:lnTo>
                  <a:lnTo>
                    <a:pt x="552640" y="476822"/>
                  </a:lnTo>
                  <a:lnTo>
                    <a:pt x="553403" y="476440"/>
                  </a:lnTo>
                  <a:lnTo>
                    <a:pt x="554546" y="474726"/>
                  </a:lnTo>
                  <a:lnTo>
                    <a:pt x="555307" y="473964"/>
                  </a:lnTo>
                  <a:lnTo>
                    <a:pt x="556165" y="473678"/>
                  </a:lnTo>
                  <a:lnTo>
                    <a:pt x="562070" y="474155"/>
                  </a:lnTo>
                  <a:lnTo>
                    <a:pt x="564261" y="473678"/>
                  </a:lnTo>
                  <a:lnTo>
                    <a:pt x="565213" y="471773"/>
                  </a:lnTo>
                  <a:lnTo>
                    <a:pt x="572833" y="472249"/>
                  </a:lnTo>
                  <a:lnTo>
                    <a:pt x="578167" y="473678"/>
                  </a:lnTo>
                  <a:lnTo>
                    <a:pt x="579787" y="474059"/>
                  </a:lnTo>
                  <a:lnTo>
                    <a:pt x="582644" y="473107"/>
                  </a:lnTo>
                  <a:lnTo>
                    <a:pt x="583882" y="468820"/>
                  </a:lnTo>
                  <a:lnTo>
                    <a:pt x="584549" y="467392"/>
                  </a:lnTo>
                  <a:lnTo>
                    <a:pt x="586264" y="466915"/>
                  </a:lnTo>
                  <a:lnTo>
                    <a:pt x="588169" y="466725"/>
                  </a:lnTo>
                  <a:lnTo>
                    <a:pt x="589597" y="465963"/>
                  </a:lnTo>
                  <a:lnTo>
                    <a:pt x="591788" y="463772"/>
                  </a:lnTo>
                  <a:lnTo>
                    <a:pt x="592550" y="462344"/>
                  </a:lnTo>
                  <a:lnTo>
                    <a:pt x="592646" y="460439"/>
                  </a:lnTo>
                  <a:lnTo>
                    <a:pt x="594550" y="461582"/>
                  </a:lnTo>
                  <a:lnTo>
                    <a:pt x="595884" y="461677"/>
                  </a:lnTo>
                  <a:lnTo>
                    <a:pt x="597027" y="460915"/>
                  </a:lnTo>
                  <a:lnTo>
                    <a:pt x="599313" y="458248"/>
                  </a:lnTo>
                  <a:lnTo>
                    <a:pt x="601694" y="456152"/>
                  </a:lnTo>
                  <a:lnTo>
                    <a:pt x="603218" y="454438"/>
                  </a:lnTo>
                  <a:lnTo>
                    <a:pt x="603790" y="453866"/>
                  </a:lnTo>
                  <a:lnTo>
                    <a:pt x="604361" y="453295"/>
                  </a:lnTo>
                  <a:lnTo>
                    <a:pt x="604647" y="452723"/>
                  </a:lnTo>
                  <a:lnTo>
                    <a:pt x="604171" y="451676"/>
                  </a:lnTo>
                  <a:lnTo>
                    <a:pt x="602456" y="451580"/>
                  </a:lnTo>
                  <a:lnTo>
                    <a:pt x="601885" y="450818"/>
                  </a:lnTo>
                  <a:lnTo>
                    <a:pt x="602171" y="449580"/>
                  </a:lnTo>
                  <a:lnTo>
                    <a:pt x="602837" y="449009"/>
                  </a:lnTo>
                  <a:lnTo>
                    <a:pt x="603695" y="448723"/>
                  </a:lnTo>
                  <a:lnTo>
                    <a:pt x="604361" y="448247"/>
                  </a:lnTo>
                  <a:lnTo>
                    <a:pt x="604647" y="447294"/>
                  </a:lnTo>
                  <a:lnTo>
                    <a:pt x="604552" y="446437"/>
                  </a:lnTo>
                  <a:lnTo>
                    <a:pt x="604742" y="445675"/>
                  </a:lnTo>
                  <a:lnTo>
                    <a:pt x="605695" y="444913"/>
                  </a:lnTo>
                  <a:lnTo>
                    <a:pt x="605123" y="444246"/>
                  </a:lnTo>
                  <a:lnTo>
                    <a:pt x="604456" y="443865"/>
                  </a:lnTo>
                  <a:lnTo>
                    <a:pt x="603790" y="443579"/>
                  </a:lnTo>
                  <a:lnTo>
                    <a:pt x="602932" y="443484"/>
                  </a:lnTo>
                  <a:lnTo>
                    <a:pt x="602932" y="442722"/>
                  </a:lnTo>
                  <a:lnTo>
                    <a:pt x="605599" y="442722"/>
                  </a:lnTo>
                  <a:lnTo>
                    <a:pt x="606362" y="442151"/>
                  </a:lnTo>
                  <a:lnTo>
                    <a:pt x="606838" y="440531"/>
                  </a:lnTo>
                  <a:lnTo>
                    <a:pt x="606647" y="439960"/>
                  </a:lnTo>
                  <a:lnTo>
                    <a:pt x="606171" y="439674"/>
                  </a:lnTo>
                  <a:lnTo>
                    <a:pt x="605790" y="439293"/>
                  </a:lnTo>
                  <a:lnTo>
                    <a:pt x="605695" y="438340"/>
                  </a:lnTo>
                  <a:lnTo>
                    <a:pt x="605980" y="437388"/>
                  </a:lnTo>
                  <a:lnTo>
                    <a:pt x="606362" y="436626"/>
                  </a:lnTo>
                  <a:lnTo>
                    <a:pt x="606933" y="436245"/>
                  </a:lnTo>
                  <a:lnTo>
                    <a:pt x="611219" y="435293"/>
                  </a:lnTo>
                  <a:lnTo>
                    <a:pt x="611791" y="435007"/>
                  </a:lnTo>
                  <a:lnTo>
                    <a:pt x="611981" y="433102"/>
                  </a:lnTo>
                  <a:lnTo>
                    <a:pt x="612648" y="431482"/>
                  </a:lnTo>
                  <a:lnTo>
                    <a:pt x="613600" y="431006"/>
                  </a:lnTo>
                  <a:lnTo>
                    <a:pt x="614458" y="432340"/>
                  </a:lnTo>
                  <a:lnTo>
                    <a:pt x="615601" y="431673"/>
                  </a:lnTo>
                  <a:lnTo>
                    <a:pt x="614934" y="430720"/>
                  </a:lnTo>
                  <a:lnTo>
                    <a:pt x="614553" y="429768"/>
                  </a:lnTo>
                  <a:lnTo>
                    <a:pt x="614648" y="429006"/>
                  </a:lnTo>
                  <a:lnTo>
                    <a:pt x="615601" y="428720"/>
                  </a:lnTo>
                  <a:lnTo>
                    <a:pt x="616458" y="429006"/>
                  </a:lnTo>
                  <a:lnTo>
                    <a:pt x="617220" y="430435"/>
                  </a:lnTo>
                  <a:lnTo>
                    <a:pt x="618363" y="430911"/>
                  </a:lnTo>
                  <a:lnTo>
                    <a:pt x="619125" y="430625"/>
                  </a:lnTo>
                  <a:lnTo>
                    <a:pt x="619982" y="430054"/>
                  </a:lnTo>
                  <a:lnTo>
                    <a:pt x="620935" y="429482"/>
                  </a:lnTo>
                  <a:lnTo>
                    <a:pt x="622173" y="429482"/>
                  </a:lnTo>
                  <a:lnTo>
                    <a:pt x="626078" y="432721"/>
                  </a:lnTo>
                  <a:lnTo>
                    <a:pt x="626555" y="433673"/>
                  </a:lnTo>
                  <a:lnTo>
                    <a:pt x="628840" y="434911"/>
                  </a:lnTo>
                  <a:lnTo>
                    <a:pt x="629317" y="435673"/>
                  </a:lnTo>
                  <a:lnTo>
                    <a:pt x="629603" y="436817"/>
                  </a:lnTo>
                  <a:lnTo>
                    <a:pt x="630269" y="437198"/>
                  </a:lnTo>
                  <a:lnTo>
                    <a:pt x="631031" y="437007"/>
                  </a:lnTo>
                  <a:lnTo>
                    <a:pt x="631793" y="436436"/>
                  </a:lnTo>
                  <a:lnTo>
                    <a:pt x="632174" y="435293"/>
                  </a:lnTo>
                  <a:lnTo>
                    <a:pt x="632270" y="434245"/>
                  </a:lnTo>
                  <a:lnTo>
                    <a:pt x="632460" y="433483"/>
                  </a:lnTo>
                  <a:lnTo>
                    <a:pt x="634460" y="432721"/>
                  </a:lnTo>
                  <a:lnTo>
                    <a:pt x="635032" y="431482"/>
                  </a:lnTo>
                  <a:lnTo>
                    <a:pt x="635127" y="430054"/>
                  </a:lnTo>
                  <a:lnTo>
                    <a:pt x="634746" y="428720"/>
                  </a:lnTo>
                  <a:lnTo>
                    <a:pt x="638080" y="429006"/>
                  </a:lnTo>
                  <a:lnTo>
                    <a:pt x="641128" y="429768"/>
                  </a:lnTo>
                  <a:lnTo>
                    <a:pt x="643699" y="429292"/>
                  </a:lnTo>
                  <a:lnTo>
                    <a:pt x="645700" y="425768"/>
                  </a:lnTo>
                  <a:lnTo>
                    <a:pt x="646081" y="421862"/>
                  </a:lnTo>
                  <a:lnTo>
                    <a:pt x="645986" y="417576"/>
                  </a:lnTo>
                  <a:lnTo>
                    <a:pt x="646366" y="413957"/>
                  </a:lnTo>
                  <a:lnTo>
                    <a:pt x="648462" y="411670"/>
                  </a:lnTo>
                  <a:lnTo>
                    <a:pt x="648462" y="411004"/>
                  </a:lnTo>
                  <a:lnTo>
                    <a:pt x="647129" y="410623"/>
                  </a:lnTo>
                  <a:lnTo>
                    <a:pt x="646747" y="409194"/>
                  </a:lnTo>
                  <a:lnTo>
                    <a:pt x="647509" y="407670"/>
                  </a:lnTo>
                  <a:lnTo>
                    <a:pt x="649605" y="407194"/>
                  </a:lnTo>
                  <a:lnTo>
                    <a:pt x="649224" y="405670"/>
                  </a:lnTo>
                  <a:lnTo>
                    <a:pt x="649796" y="404717"/>
                  </a:lnTo>
                  <a:lnTo>
                    <a:pt x="650462" y="403955"/>
                  </a:lnTo>
                  <a:lnTo>
                    <a:pt x="650367" y="403098"/>
                  </a:lnTo>
                  <a:lnTo>
                    <a:pt x="649414" y="402241"/>
                  </a:lnTo>
                  <a:lnTo>
                    <a:pt x="648557" y="401860"/>
                  </a:lnTo>
                  <a:lnTo>
                    <a:pt x="647986" y="401098"/>
                  </a:lnTo>
                  <a:lnTo>
                    <a:pt x="647890" y="399098"/>
                  </a:lnTo>
                  <a:lnTo>
                    <a:pt x="647986" y="397669"/>
                  </a:lnTo>
                  <a:lnTo>
                    <a:pt x="648367" y="396526"/>
                  </a:lnTo>
                  <a:lnTo>
                    <a:pt x="649319" y="394240"/>
                  </a:lnTo>
                  <a:lnTo>
                    <a:pt x="650557" y="391478"/>
                  </a:lnTo>
                  <a:lnTo>
                    <a:pt x="651034" y="389953"/>
                  </a:lnTo>
                  <a:lnTo>
                    <a:pt x="651320" y="386620"/>
                  </a:lnTo>
                  <a:lnTo>
                    <a:pt x="654177" y="379000"/>
                  </a:lnTo>
                  <a:lnTo>
                    <a:pt x="654748" y="377857"/>
                  </a:lnTo>
                  <a:lnTo>
                    <a:pt x="655130" y="376714"/>
                  </a:lnTo>
                  <a:lnTo>
                    <a:pt x="655225" y="374142"/>
                  </a:lnTo>
                  <a:lnTo>
                    <a:pt x="655511" y="372999"/>
                  </a:lnTo>
                  <a:lnTo>
                    <a:pt x="656463" y="372237"/>
                  </a:lnTo>
                  <a:lnTo>
                    <a:pt x="658844" y="371951"/>
                  </a:lnTo>
                  <a:lnTo>
                    <a:pt x="659987" y="371475"/>
                  </a:lnTo>
                  <a:lnTo>
                    <a:pt x="659225" y="371189"/>
                  </a:lnTo>
                  <a:lnTo>
                    <a:pt x="658654" y="370713"/>
                  </a:lnTo>
                  <a:lnTo>
                    <a:pt x="658178" y="370142"/>
                  </a:lnTo>
                  <a:lnTo>
                    <a:pt x="657797" y="369284"/>
                  </a:lnTo>
                  <a:lnTo>
                    <a:pt x="658654" y="368903"/>
                  </a:lnTo>
                  <a:lnTo>
                    <a:pt x="660178" y="367951"/>
                  </a:lnTo>
                  <a:lnTo>
                    <a:pt x="661035" y="367760"/>
                  </a:lnTo>
                  <a:lnTo>
                    <a:pt x="662178" y="367951"/>
                  </a:lnTo>
                  <a:lnTo>
                    <a:pt x="662749" y="368522"/>
                  </a:lnTo>
                  <a:lnTo>
                    <a:pt x="665131" y="371761"/>
                  </a:lnTo>
                  <a:lnTo>
                    <a:pt x="665893" y="372523"/>
                  </a:lnTo>
                  <a:lnTo>
                    <a:pt x="667036" y="372999"/>
                  </a:lnTo>
                  <a:lnTo>
                    <a:pt x="668083" y="373190"/>
                  </a:lnTo>
                  <a:lnTo>
                    <a:pt x="671227" y="372999"/>
                  </a:lnTo>
                  <a:lnTo>
                    <a:pt x="674941" y="371380"/>
                  </a:lnTo>
                  <a:lnTo>
                    <a:pt x="677132" y="370903"/>
                  </a:lnTo>
                  <a:lnTo>
                    <a:pt x="678085" y="371856"/>
                  </a:lnTo>
                  <a:lnTo>
                    <a:pt x="677799" y="373285"/>
                  </a:lnTo>
                  <a:lnTo>
                    <a:pt x="677228" y="375094"/>
                  </a:lnTo>
                  <a:lnTo>
                    <a:pt x="676370" y="376619"/>
                  </a:lnTo>
                  <a:lnTo>
                    <a:pt x="675322" y="377381"/>
                  </a:lnTo>
                  <a:lnTo>
                    <a:pt x="678656" y="379000"/>
                  </a:lnTo>
                  <a:lnTo>
                    <a:pt x="682942" y="378905"/>
                  </a:lnTo>
                  <a:lnTo>
                    <a:pt x="686467" y="379476"/>
                  </a:lnTo>
                  <a:lnTo>
                    <a:pt x="687896" y="383381"/>
                  </a:lnTo>
                  <a:lnTo>
                    <a:pt x="686753" y="392620"/>
                  </a:lnTo>
                  <a:lnTo>
                    <a:pt x="686848" y="396811"/>
                  </a:lnTo>
                  <a:lnTo>
                    <a:pt x="688372" y="400526"/>
                  </a:lnTo>
                  <a:lnTo>
                    <a:pt x="692753" y="405003"/>
                  </a:lnTo>
                  <a:lnTo>
                    <a:pt x="693325" y="406908"/>
                  </a:lnTo>
                  <a:lnTo>
                    <a:pt x="698849" y="411670"/>
                  </a:lnTo>
                  <a:lnTo>
                    <a:pt x="699706" y="411861"/>
                  </a:lnTo>
                  <a:lnTo>
                    <a:pt x="700373" y="411766"/>
                  </a:lnTo>
                  <a:lnTo>
                    <a:pt x="701040" y="411861"/>
                  </a:lnTo>
                  <a:lnTo>
                    <a:pt x="701612" y="412337"/>
                  </a:lnTo>
                  <a:lnTo>
                    <a:pt x="701802" y="413194"/>
                  </a:lnTo>
                  <a:lnTo>
                    <a:pt x="701516" y="415290"/>
                  </a:lnTo>
                  <a:lnTo>
                    <a:pt x="701897" y="416433"/>
                  </a:lnTo>
                  <a:lnTo>
                    <a:pt x="703612" y="417767"/>
                  </a:lnTo>
                  <a:lnTo>
                    <a:pt x="704850" y="417195"/>
                  </a:lnTo>
                  <a:lnTo>
                    <a:pt x="705040" y="415576"/>
                  </a:lnTo>
                  <a:lnTo>
                    <a:pt x="703802" y="413957"/>
                  </a:lnTo>
                  <a:lnTo>
                    <a:pt x="704755" y="412242"/>
                  </a:lnTo>
                  <a:lnTo>
                    <a:pt x="706088" y="411194"/>
                  </a:lnTo>
                  <a:lnTo>
                    <a:pt x="707517" y="411099"/>
                  </a:lnTo>
                  <a:lnTo>
                    <a:pt x="708660" y="412337"/>
                  </a:lnTo>
                  <a:lnTo>
                    <a:pt x="708946" y="413576"/>
                  </a:lnTo>
                  <a:lnTo>
                    <a:pt x="709422" y="417767"/>
                  </a:lnTo>
                  <a:lnTo>
                    <a:pt x="709803" y="419862"/>
                  </a:lnTo>
                  <a:lnTo>
                    <a:pt x="712756" y="417386"/>
                  </a:lnTo>
                  <a:lnTo>
                    <a:pt x="714089" y="415671"/>
                  </a:lnTo>
                  <a:lnTo>
                    <a:pt x="714089" y="412432"/>
                  </a:lnTo>
                  <a:lnTo>
                    <a:pt x="713137" y="409956"/>
                  </a:lnTo>
                  <a:lnTo>
                    <a:pt x="711422" y="407384"/>
                  </a:lnTo>
                  <a:lnTo>
                    <a:pt x="709517" y="405194"/>
                  </a:lnTo>
                  <a:lnTo>
                    <a:pt x="707707" y="403860"/>
                  </a:lnTo>
                  <a:lnTo>
                    <a:pt x="705326" y="403765"/>
                  </a:lnTo>
                  <a:lnTo>
                    <a:pt x="702469" y="404146"/>
                  </a:lnTo>
                  <a:lnTo>
                    <a:pt x="699706" y="403955"/>
                  </a:lnTo>
                  <a:lnTo>
                    <a:pt x="697801" y="401860"/>
                  </a:lnTo>
                  <a:lnTo>
                    <a:pt x="699992" y="397669"/>
                  </a:lnTo>
                  <a:lnTo>
                    <a:pt x="706660" y="392716"/>
                  </a:lnTo>
                  <a:lnTo>
                    <a:pt x="714280" y="388715"/>
                  </a:lnTo>
                  <a:lnTo>
                    <a:pt x="719328" y="387477"/>
                  </a:lnTo>
                  <a:lnTo>
                    <a:pt x="725805" y="387858"/>
                  </a:lnTo>
                  <a:lnTo>
                    <a:pt x="726186" y="387953"/>
                  </a:lnTo>
                  <a:lnTo>
                    <a:pt x="727234" y="386524"/>
                  </a:lnTo>
                  <a:lnTo>
                    <a:pt x="727900" y="384810"/>
                  </a:lnTo>
                  <a:lnTo>
                    <a:pt x="728948" y="383477"/>
                  </a:lnTo>
                  <a:lnTo>
                    <a:pt x="730853" y="383095"/>
                  </a:lnTo>
                  <a:lnTo>
                    <a:pt x="732663" y="383667"/>
                  </a:lnTo>
                  <a:lnTo>
                    <a:pt x="735806" y="385191"/>
                  </a:lnTo>
                  <a:lnTo>
                    <a:pt x="746760" y="385382"/>
                  </a:lnTo>
                  <a:lnTo>
                    <a:pt x="747331" y="384239"/>
                  </a:lnTo>
                  <a:lnTo>
                    <a:pt x="747522" y="382715"/>
                  </a:lnTo>
                  <a:lnTo>
                    <a:pt x="747998" y="381190"/>
                  </a:lnTo>
                  <a:lnTo>
                    <a:pt x="749237" y="380143"/>
                  </a:lnTo>
                  <a:lnTo>
                    <a:pt x="750475" y="379952"/>
                  </a:lnTo>
                  <a:lnTo>
                    <a:pt x="753237" y="380143"/>
                  </a:lnTo>
                  <a:lnTo>
                    <a:pt x="755618" y="378619"/>
                  </a:lnTo>
                  <a:lnTo>
                    <a:pt x="755237" y="375952"/>
                  </a:lnTo>
                  <a:lnTo>
                    <a:pt x="753999" y="372713"/>
                  </a:lnTo>
                  <a:lnTo>
                    <a:pt x="753237" y="369570"/>
                  </a:lnTo>
                  <a:lnTo>
                    <a:pt x="753332" y="366713"/>
                  </a:lnTo>
                  <a:lnTo>
                    <a:pt x="753618" y="365379"/>
                  </a:lnTo>
                  <a:lnTo>
                    <a:pt x="754189" y="364331"/>
                  </a:lnTo>
                  <a:lnTo>
                    <a:pt x="754856" y="363760"/>
                  </a:lnTo>
                  <a:lnTo>
                    <a:pt x="756285" y="363284"/>
                  </a:lnTo>
                  <a:lnTo>
                    <a:pt x="756952" y="362426"/>
                  </a:lnTo>
                  <a:lnTo>
                    <a:pt x="757142" y="361474"/>
                  </a:lnTo>
                  <a:lnTo>
                    <a:pt x="757238" y="360712"/>
                  </a:lnTo>
                  <a:lnTo>
                    <a:pt x="757428" y="359950"/>
                  </a:lnTo>
                  <a:lnTo>
                    <a:pt x="758095" y="359188"/>
                  </a:lnTo>
                  <a:lnTo>
                    <a:pt x="760857" y="357092"/>
                  </a:lnTo>
                  <a:lnTo>
                    <a:pt x="762000" y="355759"/>
                  </a:lnTo>
                  <a:lnTo>
                    <a:pt x="762476" y="353759"/>
                  </a:lnTo>
                  <a:lnTo>
                    <a:pt x="762095" y="351853"/>
                  </a:lnTo>
                  <a:lnTo>
                    <a:pt x="761333" y="350520"/>
                  </a:lnTo>
                  <a:lnTo>
                    <a:pt x="760666" y="349091"/>
                  </a:lnTo>
                  <a:lnTo>
                    <a:pt x="760857" y="346901"/>
                  </a:lnTo>
                  <a:lnTo>
                    <a:pt x="761619" y="345186"/>
                  </a:lnTo>
                  <a:lnTo>
                    <a:pt x="762762" y="343662"/>
                  </a:lnTo>
                  <a:lnTo>
                    <a:pt x="765334" y="341376"/>
                  </a:lnTo>
                  <a:lnTo>
                    <a:pt x="766381" y="339852"/>
                  </a:lnTo>
                  <a:lnTo>
                    <a:pt x="766667" y="337947"/>
                  </a:lnTo>
                  <a:lnTo>
                    <a:pt x="766763" y="333756"/>
                  </a:lnTo>
                  <a:lnTo>
                    <a:pt x="767143" y="331280"/>
                  </a:lnTo>
                  <a:lnTo>
                    <a:pt x="767905" y="330041"/>
                  </a:lnTo>
                  <a:lnTo>
                    <a:pt x="768858" y="329089"/>
                  </a:lnTo>
                  <a:lnTo>
                    <a:pt x="769811" y="327374"/>
                  </a:lnTo>
                  <a:lnTo>
                    <a:pt x="769906" y="325945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8" name="Freeform: Shape 21">
              <a:extLst>
                <a:ext uri="{FF2B5EF4-FFF2-40B4-BE49-F238E27FC236}">
                  <a16:creationId xmlns:a16="http://schemas.microsoft.com/office/drawing/2014/main" id="{183006D5-8830-C6CC-BD89-659FD01BB56B}"/>
                </a:ext>
              </a:extLst>
            </p:cNvPr>
            <p:cNvSpPr/>
            <p:nvPr/>
          </p:nvSpPr>
          <p:spPr>
            <a:xfrm>
              <a:off x="4038791" y="5083937"/>
              <a:ext cx="390525" cy="495300"/>
            </a:xfrm>
            <a:custGeom>
              <a:avLst/>
              <a:gdLst>
                <a:gd name="connsiteX0" fmla="*/ 392906 w 390525"/>
                <a:gd name="connsiteY0" fmla="*/ 155162 h 495300"/>
                <a:gd name="connsiteX1" fmla="*/ 392334 w 390525"/>
                <a:gd name="connsiteY1" fmla="*/ 152781 h 495300"/>
                <a:gd name="connsiteX2" fmla="*/ 392144 w 390525"/>
                <a:gd name="connsiteY2" fmla="*/ 144494 h 495300"/>
                <a:gd name="connsiteX3" fmla="*/ 391954 w 390525"/>
                <a:gd name="connsiteY3" fmla="*/ 144208 h 495300"/>
                <a:gd name="connsiteX4" fmla="*/ 391763 w 390525"/>
                <a:gd name="connsiteY4" fmla="*/ 143923 h 495300"/>
                <a:gd name="connsiteX5" fmla="*/ 390620 w 390525"/>
                <a:gd name="connsiteY5" fmla="*/ 142970 h 495300"/>
                <a:gd name="connsiteX6" fmla="*/ 390144 w 390525"/>
                <a:gd name="connsiteY6" fmla="*/ 142589 h 495300"/>
                <a:gd name="connsiteX7" fmla="*/ 390049 w 390525"/>
                <a:gd name="connsiteY7" fmla="*/ 142208 h 495300"/>
                <a:gd name="connsiteX8" fmla="*/ 390144 w 390525"/>
                <a:gd name="connsiteY8" fmla="*/ 142018 h 495300"/>
                <a:gd name="connsiteX9" fmla="*/ 390144 w 390525"/>
                <a:gd name="connsiteY9" fmla="*/ 141922 h 495300"/>
                <a:gd name="connsiteX10" fmla="*/ 390811 w 390525"/>
                <a:gd name="connsiteY10" fmla="*/ 141446 h 495300"/>
                <a:gd name="connsiteX11" fmla="*/ 391192 w 390525"/>
                <a:gd name="connsiteY11" fmla="*/ 141065 h 495300"/>
                <a:gd name="connsiteX12" fmla="*/ 391573 w 390525"/>
                <a:gd name="connsiteY12" fmla="*/ 140303 h 495300"/>
                <a:gd name="connsiteX13" fmla="*/ 391573 w 390525"/>
                <a:gd name="connsiteY13" fmla="*/ 139827 h 495300"/>
                <a:gd name="connsiteX14" fmla="*/ 391382 w 390525"/>
                <a:gd name="connsiteY14" fmla="*/ 139446 h 495300"/>
                <a:gd name="connsiteX15" fmla="*/ 389763 w 390525"/>
                <a:gd name="connsiteY15" fmla="*/ 137350 h 495300"/>
                <a:gd name="connsiteX16" fmla="*/ 389477 w 390525"/>
                <a:gd name="connsiteY16" fmla="*/ 136970 h 495300"/>
                <a:gd name="connsiteX17" fmla="*/ 389191 w 390525"/>
                <a:gd name="connsiteY17" fmla="*/ 136207 h 495300"/>
                <a:gd name="connsiteX18" fmla="*/ 388239 w 390525"/>
                <a:gd name="connsiteY18" fmla="*/ 132493 h 495300"/>
                <a:gd name="connsiteX19" fmla="*/ 388144 w 390525"/>
                <a:gd name="connsiteY19" fmla="*/ 131731 h 495300"/>
                <a:gd name="connsiteX20" fmla="*/ 388334 w 390525"/>
                <a:gd name="connsiteY20" fmla="*/ 130683 h 495300"/>
                <a:gd name="connsiteX21" fmla="*/ 389001 w 390525"/>
                <a:gd name="connsiteY21" fmla="*/ 127254 h 495300"/>
                <a:gd name="connsiteX22" fmla="*/ 389191 w 390525"/>
                <a:gd name="connsiteY22" fmla="*/ 125635 h 495300"/>
                <a:gd name="connsiteX23" fmla="*/ 389191 w 390525"/>
                <a:gd name="connsiteY23" fmla="*/ 124873 h 495300"/>
                <a:gd name="connsiteX24" fmla="*/ 389001 w 390525"/>
                <a:gd name="connsiteY24" fmla="*/ 124206 h 495300"/>
                <a:gd name="connsiteX25" fmla="*/ 388715 w 390525"/>
                <a:gd name="connsiteY25" fmla="*/ 123825 h 495300"/>
                <a:gd name="connsiteX26" fmla="*/ 388430 w 390525"/>
                <a:gd name="connsiteY26" fmla="*/ 123539 h 495300"/>
                <a:gd name="connsiteX27" fmla="*/ 388048 w 390525"/>
                <a:gd name="connsiteY27" fmla="*/ 123254 h 495300"/>
                <a:gd name="connsiteX28" fmla="*/ 387667 w 390525"/>
                <a:gd name="connsiteY28" fmla="*/ 122968 h 495300"/>
                <a:gd name="connsiteX29" fmla="*/ 386429 w 390525"/>
                <a:gd name="connsiteY29" fmla="*/ 121444 h 495300"/>
                <a:gd name="connsiteX30" fmla="*/ 384715 w 390525"/>
                <a:gd name="connsiteY30" fmla="*/ 114871 h 495300"/>
                <a:gd name="connsiteX31" fmla="*/ 382714 w 390525"/>
                <a:gd name="connsiteY31" fmla="*/ 113443 h 495300"/>
                <a:gd name="connsiteX32" fmla="*/ 380714 w 390525"/>
                <a:gd name="connsiteY32" fmla="*/ 112586 h 495300"/>
                <a:gd name="connsiteX33" fmla="*/ 379762 w 390525"/>
                <a:gd name="connsiteY33" fmla="*/ 112014 h 495300"/>
                <a:gd name="connsiteX34" fmla="*/ 379190 w 390525"/>
                <a:gd name="connsiteY34" fmla="*/ 111442 h 495300"/>
                <a:gd name="connsiteX35" fmla="*/ 379000 w 390525"/>
                <a:gd name="connsiteY35" fmla="*/ 111062 h 495300"/>
                <a:gd name="connsiteX36" fmla="*/ 378523 w 390525"/>
                <a:gd name="connsiteY36" fmla="*/ 109156 h 495300"/>
                <a:gd name="connsiteX37" fmla="*/ 378428 w 390525"/>
                <a:gd name="connsiteY37" fmla="*/ 108204 h 495300"/>
                <a:gd name="connsiteX38" fmla="*/ 378142 w 390525"/>
                <a:gd name="connsiteY38" fmla="*/ 107442 h 495300"/>
                <a:gd name="connsiteX39" fmla="*/ 377761 w 390525"/>
                <a:gd name="connsiteY39" fmla="*/ 106489 h 495300"/>
                <a:gd name="connsiteX40" fmla="*/ 376714 w 390525"/>
                <a:gd name="connsiteY40" fmla="*/ 104870 h 495300"/>
                <a:gd name="connsiteX41" fmla="*/ 376142 w 390525"/>
                <a:gd name="connsiteY41" fmla="*/ 104108 h 495300"/>
                <a:gd name="connsiteX42" fmla="*/ 375571 w 390525"/>
                <a:gd name="connsiteY42" fmla="*/ 103537 h 495300"/>
                <a:gd name="connsiteX43" fmla="*/ 375094 w 390525"/>
                <a:gd name="connsiteY43" fmla="*/ 103346 h 495300"/>
                <a:gd name="connsiteX44" fmla="*/ 373189 w 390525"/>
                <a:gd name="connsiteY44" fmla="*/ 103061 h 495300"/>
                <a:gd name="connsiteX45" fmla="*/ 372904 w 390525"/>
                <a:gd name="connsiteY45" fmla="*/ 102679 h 495300"/>
                <a:gd name="connsiteX46" fmla="*/ 372904 w 390525"/>
                <a:gd name="connsiteY46" fmla="*/ 102298 h 495300"/>
                <a:gd name="connsiteX47" fmla="*/ 373284 w 390525"/>
                <a:gd name="connsiteY47" fmla="*/ 101346 h 495300"/>
                <a:gd name="connsiteX48" fmla="*/ 373284 w 390525"/>
                <a:gd name="connsiteY48" fmla="*/ 100679 h 495300"/>
                <a:gd name="connsiteX49" fmla="*/ 373189 w 390525"/>
                <a:gd name="connsiteY49" fmla="*/ 100394 h 495300"/>
                <a:gd name="connsiteX50" fmla="*/ 372904 w 390525"/>
                <a:gd name="connsiteY50" fmla="*/ 100203 h 495300"/>
                <a:gd name="connsiteX51" fmla="*/ 371094 w 390525"/>
                <a:gd name="connsiteY51" fmla="*/ 99155 h 495300"/>
                <a:gd name="connsiteX52" fmla="*/ 365284 w 390525"/>
                <a:gd name="connsiteY52" fmla="*/ 94297 h 495300"/>
                <a:gd name="connsiteX53" fmla="*/ 360140 w 390525"/>
                <a:gd name="connsiteY53" fmla="*/ 91916 h 495300"/>
                <a:gd name="connsiteX54" fmla="*/ 359188 w 390525"/>
                <a:gd name="connsiteY54" fmla="*/ 89725 h 495300"/>
                <a:gd name="connsiteX55" fmla="*/ 358426 w 390525"/>
                <a:gd name="connsiteY55" fmla="*/ 88773 h 495300"/>
                <a:gd name="connsiteX56" fmla="*/ 357568 w 390525"/>
                <a:gd name="connsiteY56" fmla="*/ 88202 h 495300"/>
                <a:gd name="connsiteX57" fmla="*/ 355759 w 390525"/>
                <a:gd name="connsiteY57" fmla="*/ 86296 h 495300"/>
                <a:gd name="connsiteX58" fmla="*/ 355187 w 390525"/>
                <a:gd name="connsiteY58" fmla="*/ 85154 h 495300"/>
                <a:gd name="connsiteX59" fmla="*/ 354901 w 390525"/>
                <a:gd name="connsiteY59" fmla="*/ 84296 h 495300"/>
                <a:gd name="connsiteX60" fmla="*/ 354997 w 390525"/>
                <a:gd name="connsiteY60" fmla="*/ 83725 h 495300"/>
                <a:gd name="connsiteX61" fmla="*/ 355092 w 390525"/>
                <a:gd name="connsiteY61" fmla="*/ 83439 h 495300"/>
                <a:gd name="connsiteX62" fmla="*/ 358711 w 390525"/>
                <a:gd name="connsiteY62" fmla="*/ 77438 h 495300"/>
                <a:gd name="connsiteX63" fmla="*/ 358997 w 390525"/>
                <a:gd name="connsiteY63" fmla="*/ 76867 h 495300"/>
                <a:gd name="connsiteX64" fmla="*/ 359473 w 390525"/>
                <a:gd name="connsiteY64" fmla="*/ 74581 h 495300"/>
                <a:gd name="connsiteX65" fmla="*/ 359188 w 390525"/>
                <a:gd name="connsiteY65" fmla="*/ 71533 h 495300"/>
                <a:gd name="connsiteX66" fmla="*/ 360902 w 390525"/>
                <a:gd name="connsiteY66" fmla="*/ 70390 h 495300"/>
                <a:gd name="connsiteX67" fmla="*/ 364236 w 390525"/>
                <a:gd name="connsiteY67" fmla="*/ 70009 h 495300"/>
                <a:gd name="connsiteX68" fmla="*/ 365093 w 390525"/>
                <a:gd name="connsiteY68" fmla="*/ 69723 h 495300"/>
                <a:gd name="connsiteX69" fmla="*/ 365569 w 390525"/>
                <a:gd name="connsiteY69" fmla="*/ 69437 h 495300"/>
                <a:gd name="connsiteX70" fmla="*/ 366046 w 390525"/>
                <a:gd name="connsiteY70" fmla="*/ 68580 h 495300"/>
                <a:gd name="connsiteX71" fmla="*/ 368046 w 390525"/>
                <a:gd name="connsiteY71" fmla="*/ 66484 h 495300"/>
                <a:gd name="connsiteX72" fmla="*/ 368808 w 390525"/>
                <a:gd name="connsiteY72" fmla="*/ 65437 h 495300"/>
                <a:gd name="connsiteX73" fmla="*/ 369475 w 390525"/>
                <a:gd name="connsiteY73" fmla="*/ 64008 h 495300"/>
                <a:gd name="connsiteX74" fmla="*/ 369570 w 390525"/>
                <a:gd name="connsiteY74" fmla="*/ 63532 h 495300"/>
                <a:gd name="connsiteX75" fmla="*/ 369665 w 390525"/>
                <a:gd name="connsiteY75" fmla="*/ 62960 h 495300"/>
                <a:gd name="connsiteX76" fmla="*/ 369665 w 390525"/>
                <a:gd name="connsiteY76" fmla="*/ 62389 h 495300"/>
                <a:gd name="connsiteX77" fmla="*/ 369665 w 390525"/>
                <a:gd name="connsiteY77" fmla="*/ 61817 h 495300"/>
                <a:gd name="connsiteX78" fmla="*/ 369284 w 390525"/>
                <a:gd name="connsiteY78" fmla="*/ 59912 h 495300"/>
                <a:gd name="connsiteX79" fmla="*/ 368998 w 390525"/>
                <a:gd name="connsiteY79" fmla="*/ 59436 h 495300"/>
                <a:gd name="connsiteX80" fmla="*/ 365379 w 390525"/>
                <a:gd name="connsiteY80" fmla="*/ 57055 h 495300"/>
                <a:gd name="connsiteX81" fmla="*/ 364522 w 390525"/>
                <a:gd name="connsiteY81" fmla="*/ 55816 h 495300"/>
                <a:gd name="connsiteX82" fmla="*/ 364522 w 390525"/>
                <a:gd name="connsiteY82" fmla="*/ 54388 h 495300"/>
                <a:gd name="connsiteX83" fmla="*/ 364141 w 390525"/>
                <a:gd name="connsiteY83" fmla="*/ 52483 h 495300"/>
                <a:gd name="connsiteX84" fmla="*/ 364141 w 390525"/>
                <a:gd name="connsiteY84" fmla="*/ 51816 h 495300"/>
                <a:gd name="connsiteX85" fmla="*/ 364236 w 390525"/>
                <a:gd name="connsiteY85" fmla="*/ 51435 h 495300"/>
                <a:gd name="connsiteX86" fmla="*/ 364426 w 390525"/>
                <a:gd name="connsiteY86" fmla="*/ 51149 h 495300"/>
                <a:gd name="connsiteX87" fmla="*/ 364426 w 390525"/>
                <a:gd name="connsiteY87" fmla="*/ 50768 h 495300"/>
                <a:gd name="connsiteX88" fmla="*/ 364426 w 390525"/>
                <a:gd name="connsiteY88" fmla="*/ 50387 h 495300"/>
                <a:gd name="connsiteX89" fmla="*/ 364046 w 390525"/>
                <a:gd name="connsiteY89" fmla="*/ 49244 h 495300"/>
                <a:gd name="connsiteX90" fmla="*/ 363759 w 390525"/>
                <a:gd name="connsiteY90" fmla="*/ 48673 h 495300"/>
                <a:gd name="connsiteX91" fmla="*/ 363379 w 390525"/>
                <a:gd name="connsiteY91" fmla="*/ 48196 h 495300"/>
                <a:gd name="connsiteX92" fmla="*/ 362902 w 390525"/>
                <a:gd name="connsiteY92" fmla="*/ 48006 h 495300"/>
                <a:gd name="connsiteX93" fmla="*/ 358902 w 390525"/>
                <a:gd name="connsiteY93" fmla="*/ 46863 h 495300"/>
                <a:gd name="connsiteX94" fmla="*/ 356711 w 390525"/>
                <a:gd name="connsiteY94" fmla="*/ 45244 h 495300"/>
                <a:gd name="connsiteX95" fmla="*/ 355187 w 390525"/>
                <a:gd name="connsiteY95" fmla="*/ 44577 h 495300"/>
                <a:gd name="connsiteX96" fmla="*/ 354521 w 390525"/>
                <a:gd name="connsiteY96" fmla="*/ 44482 h 495300"/>
                <a:gd name="connsiteX97" fmla="*/ 353854 w 390525"/>
                <a:gd name="connsiteY97" fmla="*/ 44387 h 495300"/>
                <a:gd name="connsiteX98" fmla="*/ 351758 w 390525"/>
                <a:gd name="connsiteY98" fmla="*/ 44672 h 495300"/>
                <a:gd name="connsiteX99" fmla="*/ 350330 w 390525"/>
                <a:gd name="connsiteY99" fmla="*/ 45053 h 495300"/>
                <a:gd name="connsiteX100" fmla="*/ 347853 w 390525"/>
                <a:gd name="connsiteY100" fmla="*/ 46291 h 495300"/>
                <a:gd name="connsiteX101" fmla="*/ 346900 w 390525"/>
                <a:gd name="connsiteY101" fmla="*/ 46482 h 495300"/>
                <a:gd name="connsiteX102" fmla="*/ 344614 w 390525"/>
                <a:gd name="connsiteY102" fmla="*/ 46101 h 495300"/>
                <a:gd name="connsiteX103" fmla="*/ 340519 w 390525"/>
                <a:gd name="connsiteY103" fmla="*/ 44767 h 495300"/>
                <a:gd name="connsiteX104" fmla="*/ 339566 w 390525"/>
                <a:gd name="connsiteY104" fmla="*/ 44577 h 495300"/>
                <a:gd name="connsiteX105" fmla="*/ 339090 w 390525"/>
                <a:gd name="connsiteY105" fmla="*/ 44672 h 495300"/>
                <a:gd name="connsiteX106" fmla="*/ 336328 w 390525"/>
                <a:gd name="connsiteY106" fmla="*/ 45529 h 495300"/>
                <a:gd name="connsiteX107" fmla="*/ 333184 w 390525"/>
                <a:gd name="connsiteY107" fmla="*/ 45911 h 495300"/>
                <a:gd name="connsiteX108" fmla="*/ 331660 w 390525"/>
                <a:gd name="connsiteY108" fmla="*/ 45911 h 495300"/>
                <a:gd name="connsiteX109" fmla="*/ 330327 w 390525"/>
                <a:gd name="connsiteY109" fmla="*/ 45339 h 495300"/>
                <a:gd name="connsiteX110" fmla="*/ 329755 w 390525"/>
                <a:gd name="connsiteY110" fmla="*/ 44767 h 495300"/>
                <a:gd name="connsiteX111" fmla="*/ 328613 w 390525"/>
                <a:gd name="connsiteY111" fmla="*/ 43624 h 495300"/>
                <a:gd name="connsiteX112" fmla="*/ 326993 w 390525"/>
                <a:gd name="connsiteY112" fmla="*/ 41338 h 495300"/>
                <a:gd name="connsiteX113" fmla="*/ 326517 w 390525"/>
                <a:gd name="connsiteY113" fmla="*/ 40957 h 495300"/>
                <a:gd name="connsiteX114" fmla="*/ 326041 w 390525"/>
                <a:gd name="connsiteY114" fmla="*/ 40672 h 495300"/>
                <a:gd name="connsiteX115" fmla="*/ 325088 w 390525"/>
                <a:gd name="connsiteY115" fmla="*/ 40481 h 495300"/>
                <a:gd name="connsiteX116" fmla="*/ 323755 w 390525"/>
                <a:gd name="connsiteY116" fmla="*/ 40577 h 495300"/>
                <a:gd name="connsiteX117" fmla="*/ 323278 w 390525"/>
                <a:gd name="connsiteY117" fmla="*/ 40672 h 495300"/>
                <a:gd name="connsiteX118" fmla="*/ 320040 w 390525"/>
                <a:gd name="connsiteY118" fmla="*/ 40862 h 495300"/>
                <a:gd name="connsiteX119" fmla="*/ 319468 w 390525"/>
                <a:gd name="connsiteY119" fmla="*/ 40767 h 495300"/>
                <a:gd name="connsiteX120" fmla="*/ 318325 w 390525"/>
                <a:gd name="connsiteY120" fmla="*/ 40577 h 495300"/>
                <a:gd name="connsiteX121" fmla="*/ 317754 w 390525"/>
                <a:gd name="connsiteY121" fmla="*/ 40291 h 495300"/>
                <a:gd name="connsiteX122" fmla="*/ 317182 w 390525"/>
                <a:gd name="connsiteY122" fmla="*/ 39814 h 495300"/>
                <a:gd name="connsiteX123" fmla="*/ 316611 w 390525"/>
                <a:gd name="connsiteY123" fmla="*/ 38862 h 495300"/>
                <a:gd name="connsiteX124" fmla="*/ 316039 w 390525"/>
                <a:gd name="connsiteY124" fmla="*/ 37719 h 495300"/>
                <a:gd name="connsiteX125" fmla="*/ 315754 w 390525"/>
                <a:gd name="connsiteY125" fmla="*/ 37243 h 495300"/>
                <a:gd name="connsiteX126" fmla="*/ 315277 w 390525"/>
                <a:gd name="connsiteY126" fmla="*/ 36862 h 495300"/>
                <a:gd name="connsiteX127" fmla="*/ 313563 w 390525"/>
                <a:gd name="connsiteY127" fmla="*/ 35623 h 495300"/>
                <a:gd name="connsiteX128" fmla="*/ 309848 w 390525"/>
                <a:gd name="connsiteY128" fmla="*/ 30861 h 495300"/>
                <a:gd name="connsiteX129" fmla="*/ 308991 w 390525"/>
                <a:gd name="connsiteY129" fmla="*/ 28670 h 495300"/>
                <a:gd name="connsiteX130" fmla="*/ 308515 w 390525"/>
                <a:gd name="connsiteY130" fmla="*/ 28004 h 495300"/>
                <a:gd name="connsiteX131" fmla="*/ 307562 w 390525"/>
                <a:gd name="connsiteY131" fmla="*/ 26765 h 495300"/>
                <a:gd name="connsiteX132" fmla="*/ 307181 w 390525"/>
                <a:gd name="connsiteY132" fmla="*/ 26003 h 495300"/>
                <a:gd name="connsiteX133" fmla="*/ 306991 w 390525"/>
                <a:gd name="connsiteY133" fmla="*/ 25337 h 495300"/>
                <a:gd name="connsiteX134" fmla="*/ 307086 w 390525"/>
                <a:gd name="connsiteY134" fmla="*/ 24765 h 495300"/>
                <a:gd name="connsiteX135" fmla="*/ 307562 w 390525"/>
                <a:gd name="connsiteY135" fmla="*/ 20669 h 495300"/>
                <a:gd name="connsiteX136" fmla="*/ 307372 w 390525"/>
                <a:gd name="connsiteY136" fmla="*/ 20383 h 495300"/>
                <a:gd name="connsiteX137" fmla="*/ 306991 w 390525"/>
                <a:gd name="connsiteY137" fmla="*/ 20098 h 495300"/>
                <a:gd name="connsiteX138" fmla="*/ 306229 w 390525"/>
                <a:gd name="connsiteY138" fmla="*/ 20003 h 495300"/>
                <a:gd name="connsiteX139" fmla="*/ 305657 w 390525"/>
                <a:gd name="connsiteY139" fmla="*/ 20098 h 495300"/>
                <a:gd name="connsiteX140" fmla="*/ 305276 w 390525"/>
                <a:gd name="connsiteY140" fmla="*/ 20193 h 495300"/>
                <a:gd name="connsiteX141" fmla="*/ 303466 w 390525"/>
                <a:gd name="connsiteY141" fmla="*/ 21241 h 495300"/>
                <a:gd name="connsiteX142" fmla="*/ 303085 w 390525"/>
                <a:gd name="connsiteY142" fmla="*/ 21336 h 495300"/>
                <a:gd name="connsiteX143" fmla="*/ 302609 w 390525"/>
                <a:gd name="connsiteY143" fmla="*/ 21146 h 495300"/>
                <a:gd name="connsiteX144" fmla="*/ 302228 w 390525"/>
                <a:gd name="connsiteY144" fmla="*/ 20479 h 495300"/>
                <a:gd name="connsiteX145" fmla="*/ 301847 w 390525"/>
                <a:gd name="connsiteY145" fmla="*/ 20003 h 495300"/>
                <a:gd name="connsiteX146" fmla="*/ 301466 w 390525"/>
                <a:gd name="connsiteY146" fmla="*/ 19621 h 495300"/>
                <a:gd name="connsiteX147" fmla="*/ 300609 w 390525"/>
                <a:gd name="connsiteY147" fmla="*/ 19431 h 495300"/>
                <a:gd name="connsiteX148" fmla="*/ 300038 w 390525"/>
                <a:gd name="connsiteY148" fmla="*/ 19526 h 495300"/>
                <a:gd name="connsiteX149" fmla="*/ 299561 w 390525"/>
                <a:gd name="connsiteY149" fmla="*/ 19717 h 495300"/>
                <a:gd name="connsiteX150" fmla="*/ 297942 w 390525"/>
                <a:gd name="connsiteY150" fmla="*/ 20574 h 495300"/>
                <a:gd name="connsiteX151" fmla="*/ 297561 w 390525"/>
                <a:gd name="connsiteY151" fmla="*/ 20764 h 495300"/>
                <a:gd name="connsiteX152" fmla="*/ 296989 w 390525"/>
                <a:gd name="connsiteY152" fmla="*/ 20860 h 495300"/>
                <a:gd name="connsiteX153" fmla="*/ 296418 w 390525"/>
                <a:gd name="connsiteY153" fmla="*/ 20764 h 495300"/>
                <a:gd name="connsiteX154" fmla="*/ 295846 w 390525"/>
                <a:gd name="connsiteY154" fmla="*/ 20669 h 495300"/>
                <a:gd name="connsiteX155" fmla="*/ 295275 w 390525"/>
                <a:gd name="connsiteY155" fmla="*/ 20479 h 495300"/>
                <a:gd name="connsiteX156" fmla="*/ 294703 w 390525"/>
                <a:gd name="connsiteY156" fmla="*/ 20288 h 495300"/>
                <a:gd name="connsiteX157" fmla="*/ 294132 w 390525"/>
                <a:gd name="connsiteY157" fmla="*/ 19907 h 495300"/>
                <a:gd name="connsiteX158" fmla="*/ 293370 w 390525"/>
                <a:gd name="connsiteY158" fmla="*/ 19240 h 495300"/>
                <a:gd name="connsiteX159" fmla="*/ 293084 w 390525"/>
                <a:gd name="connsiteY159" fmla="*/ 18764 h 495300"/>
                <a:gd name="connsiteX160" fmla="*/ 292894 w 390525"/>
                <a:gd name="connsiteY160" fmla="*/ 18193 h 495300"/>
                <a:gd name="connsiteX161" fmla="*/ 292989 w 390525"/>
                <a:gd name="connsiteY161" fmla="*/ 17240 h 495300"/>
                <a:gd name="connsiteX162" fmla="*/ 293084 w 390525"/>
                <a:gd name="connsiteY162" fmla="*/ 16669 h 495300"/>
                <a:gd name="connsiteX163" fmla="*/ 293560 w 390525"/>
                <a:gd name="connsiteY163" fmla="*/ 15526 h 495300"/>
                <a:gd name="connsiteX164" fmla="*/ 293656 w 390525"/>
                <a:gd name="connsiteY164" fmla="*/ 14954 h 495300"/>
                <a:gd name="connsiteX165" fmla="*/ 293370 w 390525"/>
                <a:gd name="connsiteY165" fmla="*/ 14288 h 495300"/>
                <a:gd name="connsiteX166" fmla="*/ 293084 w 390525"/>
                <a:gd name="connsiteY166" fmla="*/ 13716 h 495300"/>
                <a:gd name="connsiteX167" fmla="*/ 290417 w 390525"/>
                <a:gd name="connsiteY167" fmla="*/ 11906 h 495300"/>
                <a:gd name="connsiteX168" fmla="*/ 289560 w 390525"/>
                <a:gd name="connsiteY168" fmla="*/ 11906 h 495300"/>
                <a:gd name="connsiteX169" fmla="*/ 288512 w 390525"/>
                <a:gd name="connsiteY169" fmla="*/ 11906 h 495300"/>
                <a:gd name="connsiteX170" fmla="*/ 287559 w 390525"/>
                <a:gd name="connsiteY170" fmla="*/ 12097 h 495300"/>
                <a:gd name="connsiteX171" fmla="*/ 286226 w 390525"/>
                <a:gd name="connsiteY171" fmla="*/ 12668 h 495300"/>
                <a:gd name="connsiteX172" fmla="*/ 285464 w 390525"/>
                <a:gd name="connsiteY172" fmla="*/ 13145 h 495300"/>
                <a:gd name="connsiteX173" fmla="*/ 285083 w 390525"/>
                <a:gd name="connsiteY173" fmla="*/ 13430 h 495300"/>
                <a:gd name="connsiteX174" fmla="*/ 284607 w 390525"/>
                <a:gd name="connsiteY174" fmla="*/ 14097 h 495300"/>
                <a:gd name="connsiteX175" fmla="*/ 282702 w 390525"/>
                <a:gd name="connsiteY175" fmla="*/ 17240 h 495300"/>
                <a:gd name="connsiteX176" fmla="*/ 281464 w 390525"/>
                <a:gd name="connsiteY176" fmla="*/ 18955 h 495300"/>
                <a:gd name="connsiteX177" fmla="*/ 280416 w 390525"/>
                <a:gd name="connsiteY177" fmla="*/ 19812 h 495300"/>
                <a:gd name="connsiteX178" fmla="*/ 280130 w 390525"/>
                <a:gd name="connsiteY178" fmla="*/ 20193 h 495300"/>
                <a:gd name="connsiteX179" fmla="*/ 280035 w 390525"/>
                <a:gd name="connsiteY179" fmla="*/ 20574 h 495300"/>
                <a:gd name="connsiteX180" fmla="*/ 280321 w 390525"/>
                <a:gd name="connsiteY180" fmla="*/ 21050 h 495300"/>
                <a:gd name="connsiteX181" fmla="*/ 280797 w 390525"/>
                <a:gd name="connsiteY181" fmla="*/ 21241 h 495300"/>
                <a:gd name="connsiteX182" fmla="*/ 281845 w 390525"/>
                <a:gd name="connsiteY182" fmla="*/ 21527 h 495300"/>
                <a:gd name="connsiteX183" fmla="*/ 282226 w 390525"/>
                <a:gd name="connsiteY183" fmla="*/ 21907 h 495300"/>
                <a:gd name="connsiteX184" fmla="*/ 282416 w 390525"/>
                <a:gd name="connsiteY184" fmla="*/ 22193 h 495300"/>
                <a:gd name="connsiteX185" fmla="*/ 283559 w 390525"/>
                <a:gd name="connsiteY185" fmla="*/ 24765 h 495300"/>
                <a:gd name="connsiteX186" fmla="*/ 283559 w 390525"/>
                <a:gd name="connsiteY186" fmla="*/ 25432 h 495300"/>
                <a:gd name="connsiteX187" fmla="*/ 283369 w 390525"/>
                <a:gd name="connsiteY187" fmla="*/ 26289 h 495300"/>
                <a:gd name="connsiteX188" fmla="*/ 282607 w 390525"/>
                <a:gd name="connsiteY188" fmla="*/ 27908 h 495300"/>
                <a:gd name="connsiteX189" fmla="*/ 282416 w 390525"/>
                <a:gd name="connsiteY189" fmla="*/ 28765 h 495300"/>
                <a:gd name="connsiteX190" fmla="*/ 282416 w 390525"/>
                <a:gd name="connsiteY190" fmla="*/ 29528 h 495300"/>
                <a:gd name="connsiteX191" fmla="*/ 282511 w 390525"/>
                <a:gd name="connsiteY191" fmla="*/ 30004 h 495300"/>
                <a:gd name="connsiteX192" fmla="*/ 282511 w 390525"/>
                <a:gd name="connsiteY192" fmla="*/ 30575 h 495300"/>
                <a:gd name="connsiteX193" fmla="*/ 281940 w 390525"/>
                <a:gd name="connsiteY193" fmla="*/ 31242 h 495300"/>
                <a:gd name="connsiteX194" fmla="*/ 281368 w 390525"/>
                <a:gd name="connsiteY194" fmla="*/ 31718 h 495300"/>
                <a:gd name="connsiteX195" fmla="*/ 276987 w 390525"/>
                <a:gd name="connsiteY195" fmla="*/ 33814 h 495300"/>
                <a:gd name="connsiteX196" fmla="*/ 273653 w 390525"/>
                <a:gd name="connsiteY196" fmla="*/ 35242 h 495300"/>
                <a:gd name="connsiteX197" fmla="*/ 272415 w 390525"/>
                <a:gd name="connsiteY197" fmla="*/ 35909 h 495300"/>
                <a:gd name="connsiteX198" fmla="*/ 272129 w 390525"/>
                <a:gd name="connsiteY198" fmla="*/ 36195 h 495300"/>
                <a:gd name="connsiteX199" fmla="*/ 271463 w 390525"/>
                <a:gd name="connsiteY199" fmla="*/ 36957 h 495300"/>
                <a:gd name="connsiteX200" fmla="*/ 269367 w 390525"/>
                <a:gd name="connsiteY200" fmla="*/ 40767 h 495300"/>
                <a:gd name="connsiteX201" fmla="*/ 266128 w 390525"/>
                <a:gd name="connsiteY201" fmla="*/ 45434 h 495300"/>
                <a:gd name="connsiteX202" fmla="*/ 265557 w 390525"/>
                <a:gd name="connsiteY202" fmla="*/ 46196 h 495300"/>
                <a:gd name="connsiteX203" fmla="*/ 265176 w 390525"/>
                <a:gd name="connsiteY203" fmla="*/ 46482 h 495300"/>
                <a:gd name="connsiteX204" fmla="*/ 264700 w 390525"/>
                <a:gd name="connsiteY204" fmla="*/ 46672 h 495300"/>
                <a:gd name="connsiteX205" fmla="*/ 264033 w 390525"/>
                <a:gd name="connsiteY205" fmla="*/ 46768 h 495300"/>
                <a:gd name="connsiteX206" fmla="*/ 261747 w 390525"/>
                <a:gd name="connsiteY206" fmla="*/ 46958 h 495300"/>
                <a:gd name="connsiteX207" fmla="*/ 260985 w 390525"/>
                <a:gd name="connsiteY207" fmla="*/ 46863 h 495300"/>
                <a:gd name="connsiteX208" fmla="*/ 260318 w 390525"/>
                <a:gd name="connsiteY208" fmla="*/ 46482 h 495300"/>
                <a:gd name="connsiteX209" fmla="*/ 258127 w 390525"/>
                <a:gd name="connsiteY209" fmla="*/ 44767 h 495300"/>
                <a:gd name="connsiteX210" fmla="*/ 257651 w 390525"/>
                <a:gd name="connsiteY210" fmla="*/ 44577 h 495300"/>
                <a:gd name="connsiteX211" fmla="*/ 257175 w 390525"/>
                <a:gd name="connsiteY211" fmla="*/ 44482 h 495300"/>
                <a:gd name="connsiteX212" fmla="*/ 256318 w 390525"/>
                <a:gd name="connsiteY212" fmla="*/ 44767 h 495300"/>
                <a:gd name="connsiteX213" fmla="*/ 256032 w 390525"/>
                <a:gd name="connsiteY213" fmla="*/ 45148 h 495300"/>
                <a:gd name="connsiteX214" fmla="*/ 255841 w 390525"/>
                <a:gd name="connsiteY214" fmla="*/ 45625 h 495300"/>
                <a:gd name="connsiteX215" fmla="*/ 255841 w 390525"/>
                <a:gd name="connsiteY215" fmla="*/ 45911 h 495300"/>
                <a:gd name="connsiteX216" fmla="*/ 255651 w 390525"/>
                <a:gd name="connsiteY216" fmla="*/ 46291 h 495300"/>
                <a:gd name="connsiteX217" fmla="*/ 255365 w 390525"/>
                <a:gd name="connsiteY217" fmla="*/ 46672 h 495300"/>
                <a:gd name="connsiteX218" fmla="*/ 254984 w 390525"/>
                <a:gd name="connsiteY218" fmla="*/ 46863 h 495300"/>
                <a:gd name="connsiteX219" fmla="*/ 254508 w 390525"/>
                <a:gd name="connsiteY219" fmla="*/ 46958 h 495300"/>
                <a:gd name="connsiteX220" fmla="*/ 253841 w 390525"/>
                <a:gd name="connsiteY220" fmla="*/ 46768 h 495300"/>
                <a:gd name="connsiteX221" fmla="*/ 253079 w 390525"/>
                <a:gd name="connsiteY221" fmla="*/ 46196 h 495300"/>
                <a:gd name="connsiteX222" fmla="*/ 252031 w 390525"/>
                <a:gd name="connsiteY222" fmla="*/ 44577 h 495300"/>
                <a:gd name="connsiteX223" fmla="*/ 251460 w 390525"/>
                <a:gd name="connsiteY223" fmla="*/ 43720 h 495300"/>
                <a:gd name="connsiteX224" fmla="*/ 250507 w 390525"/>
                <a:gd name="connsiteY224" fmla="*/ 42481 h 495300"/>
                <a:gd name="connsiteX225" fmla="*/ 248317 w 390525"/>
                <a:gd name="connsiteY225" fmla="*/ 40957 h 495300"/>
                <a:gd name="connsiteX226" fmla="*/ 247459 w 390525"/>
                <a:gd name="connsiteY226" fmla="*/ 40100 h 495300"/>
                <a:gd name="connsiteX227" fmla="*/ 247174 w 390525"/>
                <a:gd name="connsiteY227" fmla="*/ 39719 h 495300"/>
                <a:gd name="connsiteX228" fmla="*/ 246983 w 390525"/>
                <a:gd name="connsiteY228" fmla="*/ 39338 h 495300"/>
                <a:gd name="connsiteX229" fmla="*/ 246888 w 390525"/>
                <a:gd name="connsiteY229" fmla="*/ 38767 h 495300"/>
                <a:gd name="connsiteX230" fmla="*/ 246983 w 390525"/>
                <a:gd name="connsiteY230" fmla="*/ 38195 h 495300"/>
                <a:gd name="connsiteX231" fmla="*/ 247745 w 390525"/>
                <a:gd name="connsiteY231" fmla="*/ 36766 h 495300"/>
                <a:gd name="connsiteX232" fmla="*/ 249079 w 390525"/>
                <a:gd name="connsiteY232" fmla="*/ 32004 h 495300"/>
                <a:gd name="connsiteX233" fmla="*/ 249650 w 390525"/>
                <a:gd name="connsiteY233" fmla="*/ 30956 h 495300"/>
                <a:gd name="connsiteX234" fmla="*/ 250222 w 390525"/>
                <a:gd name="connsiteY234" fmla="*/ 30480 h 495300"/>
                <a:gd name="connsiteX235" fmla="*/ 250793 w 390525"/>
                <a:gd name="connsiteY235" fmla="*/ 30575 h 495300"/>
                <a:gd name="connsiteX236" fmla="*/ 251269 w 390525"/>
                <a:gd name="connsiteY236" fmla="*/ 30766 h 495300"/>
                <a:gd name="connsiteX237" fmla="*/ 252031 w 390525"/>
                <a:gd name="connsiteY237" fmla="*/ 31242 h 495300"/>
                <a:gd name="connsiteX238" fmla="*/ 252508 w 390525"/>
                <a:gd name="connsiteY238" fmla="*/ 31337 h 495300"/>
                <a:gd name="connsiteX239" fmla="*/ 252889 w 390525"/>
                <a:gd name="connsiteY239" fmla="*/ 31337 h 495300"/>
                <a:gd name="connsiteX240" fmla="*/ 253270 w 390525"/>
                <a:gd name="connsiteY240" fmla="*/ 31052 h 495300"/>
                <a:gd name="connsiteX241" fmla="*/ 253460 w 390525"/>
                <a:gd name="connsiteY241" fmla="*/ 30671 h 495300"/>
                <a:gd name="connsiteX242" fmla="*/ 254222 w 390525"/>
                <a:gd name="connsiteY242" fmla="*/ 28575 h 495300"/>
                <a:gd name="connsiteX243" fmla="*/ 254413 w 390525"/>
                <a:gd name="connsiteY243" fmla="*/ 28194 h 495300"/>
                <a:gd name="connsiteX244" fmla="*/ 254698 w 390525"/>
                <a:gd name="connsiteY244" fmla="*/ 27813 h 495300"/>
                <a:gd name="connsiteX245" fmla="*/ 255079 w 390525"/>
                <a:gd name="connsiteY245" fmla="*/ 27527 h 495300"/>
                <a:gd name="connsiteX246" fmla="*/ 255556 w 390525"/>
                <a:gd name="connsiteY246" fmla="*/ 27432 h 495300"/>
                <a:gd name="connsiteX247" fmla="*/ 256032 w 390525"/>
                <a:gd name="connsiteY247" fmla="*/ 27432 h 495300"/>
                <a:gd name="connsiteX248" fmla="*/ 256508 w 390525"/>
                <a:gd name="connsiteY248" fmla="*/ 27527 h 495300"/>
                <a:gd name="connsiteX249" fmla="*/ 256889 w 390525"/>
                <a:gd name="connsiteY249" fmla="*/ 27813 h 495300"/>
                <a:gd name="connsiteX250" fmla="*/ 257175 w 390525"/>
                <a:gd name="connsiteY250" fmla="*/ 28194 h 495300"/>
                <a:gd name="connsiteX251" fmla="*/ 257461 w 390525"/>
                <a:gd name="connsiteY251" fmla="*/ 28384 h 495300"/>
                <a:gd name="connsiteX252" fmla="*/ 257937 w 390525"/>
                <a:gd name="connsiteY252" fmla="*/ 28384 h 495300"/>
                <a:gd name="connsiteX253" fmla="*/ 258318 w 390525"/>
                <a:gd name="connsiteY253" fmla="*/ 28194 h 495300"/>
                <a:gd name="connsiteX254" fmla="*/ 258604 w 390525"/>
                <a:gd name="connsiteY254" fmla="*/ 27908 h 495300"/>
                <a:gd name="connsiteX255" fmla="*/ 258889 w 390525"/>
                <a:gd name="connsiteY255" fmla="*/ 27527 h 495300"/>
                <a:gd name="connsiteX256" fmla="*/ 264223 w 390525"/>
                <a:gd name="connsiteY256" fmla="*/ 18859 h 495300"/>
                <a:gd name="connsiteX257" fmla="*/ 265938 w 390525"/>
                <a:gd name="connsiteY257" fmla="*/ 13716 h 495300"/>
                <a:gd name="connsiteX258" fmla="*/ 266033 w 390525"/>
                <a:gd name="connsiteY258" fmla="*/ 13145 h 495300"/>
                <a:gd name="connsiteX259" fmla="*/ 266033 w 390525"/>
                <a:gd name="connsiteY259" fmla="*/ 12478 h 495300"/>
                <a:gd name="connsiteX260" fmla="*/ 265938 w 390525"/>
                <a:gd name="connsiteY260" fmla="*/ 11716 h 495300"/>
                <a:gd name="connsiteX261" fmla="*/ 265747 w 390525"/>
                <a:gd name="connsiteY261" fmla="*/ 11239 h 495300"/>
                <a:gd name="connsiteX262" fmla="*/ 265462 w 390525"/>
                <a:gd name="connsiteY262" fmla="*/ 10763 h 495300"/>
                <a:gd name="connsiteX263" fmla="*/ 264985 w 390525"/>
                <a:gd name="connsiteY263" fmla="*/ 10096 h 495300"/>
                <a:gd name="connsiteX264" fmla="*/ 258413 w 390525"/>
                <a:gd name="connsiteY264" fmla="*/ 3143 h 495300"/>
                <a:gd name="connsiteX265" fmla="*/ 257270 w 390525"/>
                <a:gd name="connsiteY265" fmla="*/ 2286 h 495300"/>
                <a:gd name="connsiteX266" fmla="*/ 254222 w 390525"/>
                <a:gd name="connsiteY266" fmla="*/ 667 h 495300"/>
                <a:gd name="connsiteX267" fmla="*/ 252413 w 390525"/>
                <a:gd name="connsiteY267" fmla="*/ 476 h 495300"/>
                <a:gd name="connsiteX268" fmla="*/ 251269 w 390525"/>
                <a:gd name="connsiteY268" fmla="*/ 0 h 495300"/>
                <a:gd name="connsiteX269" fmla="*/ 250317 w 390525"/>
                <a:gd name="connsiteY269" fmla="*/ 190 h 495300"/>
                <a:gd name="connsiteX270" fmla="*/ 248126 w 390525"/>
                <a:gd name="connsiteY270" fmla="*/ 381 h 495300"/>
                <a:gd name="connsiteX271" fmla="*/ 247174 w 390525"/>
                <a:gd name="connsiteY271" fmla="*/ 571 h 495300"/>
                <a:gd name="connsiteX272" fmla="*/ 246031 w 390525"/>
                <a:gd name="connsiteY272" fmla="*/ 1238 h 495300"/>
                <a:gd name="connsiteX273" fmla="*/ 243554 w 390525"/>
                <a:gd name="connsiteY273" fmla="*/ 3524 h 495300"/>
                <a:gd name="connsiteX274" fmla="*/ 242602 w 390525"/>
                <a:gd name="connsiteY274" fmla="*/ 4191 h 495300"/>
                <a:gd name="connsiteX275" fmla="*/ 242506 w 390525"/>
                <a:gd name="connsiteY275" fmla="*/ 4667 h 495300"/>
                <a:gd name="connsiteX276" fmla="*/ 242125 w 390525"/>
                <a:gd name="connsiteY276" fmla="*/ 4953 h 495300"/>
                <a:gd name="connsiteX277" fmla="*/ 241459 w 390525"/>
                <a:gd name="connsiteY277" fmla="*/ 5620 h 495300"/>
                <a:gd name="connsiteX278" fmla="*/ 241173 w 390525"/>
                <a:gd name="connsiteY278" fmla="*/ 6001 h 495300"/>
                <a:gd name="connsiteX279" fmla="*/ 240506 w 390525"/>
                <a:gd name="connsiteY279" fmla="*/ 7334 h 495300"/>
                <a:gd name="connsiteX280" fmla="*/ 238982 w 390525"/>
                <a:gd name="connsiteY280" fmla="*/ 9430 h 495300"/>
                <a:gd name="connsiteX281" fmla="*/ 238030 w 390525"/>
                <a:gd name="connsiteY281" fmla="*/ 12192 h 495300"/>
                <a:gd name="connsiteX282" fmla="*/ 237268 w 390525"/>
                <a:gd name="connsiteY282" fmla="*/ 13716 h 495300"/>
                <a:gd name="connsiteX283" fmla="*/ 236220 w 390525"/>
                <a:gd name="connsiteY283" fmla="*/ 14859 h 495300"/>
                <a:gd name="connsiteX284" fmla="*/ 234505 w 390525"/>
                <a:gd name="connsiteY284" fmla="*/ 15812 h 495300"/>
                <a:gd name="connsiteX285" fmla="*/ 232505 w 390525"/>
                <a:gd name="connsiteY285" fmla="*/ 16192 h 495300"/>
                <a:gd name="connsiteX286" fmla="*/ 228314 w 390525"/>
                <a:gd name="connsiteY286" fmla="*/ 16097 h 495300"/>
                <a:gd name="connsiteX287" fmla="*/ 226314 w 390525"/>
                <a:gd name="connsiteY287" fmla="*/ 16573 h 495300"/>
                <a:gd name="connsiteX288" fmla="*/ 223647 w 390525"/>
                <a:gd name="connsiteY288" fmla="*/ 18193 h 495300"/>
                <a:gd name="connsiteX289" fmla="*/ 218980 w 390525"/>
                <a:gd name="connsiteY289" fmla="*/ 22765 h 495300"/>
                <a:gd name="connsiteX290" fmla="*/ 216408 w 390525"/>
                <a:gd name="connsiteY290" fmla="*/ 24574 h 495300"/>
                <a:gd name="connsiteX291" fmla="*/ 214027 w 390525"/>
                <a:gd name="connsiteY291" fmla="*/ 25241 h 495300"/>
                <a:gd name="connsiteX292" fmla="*/ 211646 w 390525"/>
                <a:gd name="connsiteY292" fmla="*/ 25241 h 495300"/>
                <a:gd name="connsiteX293" fmla="*/ 206883 w 390525"/>
                <a:gd name="connsiteY293" fmla="*/ 24574 h 495300"/>
                <a:gd name="connsiteX294" fmla="*/ 203930 w 390525"/>
                <a:gd name="connsiteY294" fmla="*/ 24765 h 495300"/>
                <a:gd name="connsiteX295" fmla="*/ 201358 w 390525"/>
                <a:gd name="connsiteY295" fmla="*/ 25717 h 495300"/>
                <a:gd name="connsiteX296" fmla="*/ 196215 w 390525"/>
                <a:gd name="connsiteY296" fmla="*/ 28289 h 495300"/>
                <a:gd name="connsiteX297" fmla="*/ 195072 w 390525"/>
                <a:gd name="connsiteY297" fmla="*/ 28670 h 495300"/>
                <a:gd name="connsiteX298" fmla="*/ 186309 w 390525"/>
                <a:gd name="connsiteY298" fmla="*/ 29813 h 495300"/>
                <a:gd name="connsiteX299" fmla="*/ 183642 w 390525"/>
                <a:gd name="connsiteY299" fmla="*/ 29146 h 495300"/>
                <a:gd name="connsiteX300" fmla="*/ 174688 w 390525"/>
                <a:gd name="connsiteY300" fmla="*/ 22765 h 495300"/>
                <a:gd name="connsiteX301" fmla="*/ 174117 w 390525"/>
                <a:gd name="connsiteY301" fmla="*/ 22003 h 495300"/>
                <a:gd name="connsiteX302" fmla="*/ 173164 w 390525"/>
                <a:gd name="connsiteY302" fmla="*/ 19621 h 495300"/>
                <a:gd name="connsiteX303" fmla="*/ 172593 w 390525"/>
                <a:gd name="connsiteY303" fmla="*/ 18574 h 495300"/>
                <a:gd name="connsiteX304" fmla="*/ 171545 w 390525"/>
                <a:gd name="connsiteY304" fmla="*/ 18002 h 495300"/>
                <a:gd name="connsiteX305" fmla="*/ 164878 w 390525"/>
                <a:gd name="connsiteY305" fmla="*/ 17812 h 495300"/>
                <a:gd name="connsiteX306" fmla="*/ 158020 w 390525"/>
                <a:gd name="connsiteY306" fmla="*/ 18479 h 495300"/>
                <a:gd name="connsiteX307" fmla="*/ 155734 w 390525"/>
                <a:gd name="connsiteY307" fmla="*/ 18288 h 495300"/>
                <a:gd name="connsiteX308" fmla="*/ 154114 w 390525"/>
                <a:gd name="connsiteY308" fmla="*/ 17621 h 495300"/>
                <a:gd name="connsiteX309" fmla="*/ 152781 w 390525"/>
                <a:gd name="connsiteY309" fmla="*/ 20003 h 495300"/>
                <a:gd name="connsiteX310" fmla="*/ 150781 w 390525"/>
                <a:gd name="connsiteY310" fmla="*/ 23050 h 495300"/>
                <a:gd name="connsiteX311" fmla="*/ 150304 w 390525"/>
                <a:gd name="connsiteY311" fmla="*/ 24289 h 495300"/>
                <a:gd name="connsiteX312" fmla="*/ 149828 w 390525"/>
                <a:gd name="connsiteY312" fmla="*/ 28480 h 495300"/>
                <a:gd name="connsiteX313" fmla="*/ 149542 w 390525"/>
                <a:gd name="connsiteY313" fmla="*/ 29337 h 495300"/>
                <a:gd name="connsiteX314" fmla="*/ 149161 w 390525"/>
                <a:gd name="connsiteY314" fmla="*/ 30385 h 495300"/>
                <a:gd name="connsiteX315" fmla="*/ 148495 w 390525"/>
                <a:gd name="connsiteY315" fmla="*/ 31623 h 495300"/>
                <a:gd name="connsiteX316" fmla="*/ 146590 w 390525"/>
                <a:gd name="connsiteY316" fmla="*/ 34385 h 495300"/>
                <a:gd name="connsiteX317" fmla="*/ 143542 w 390525"/>
                <a:gd name="connsiteY317" fmla="*/ 37529 h 495300"/>
                <a:gd name="connsiteX318" fmla="*/ 142589 w 390525"/>
                <a:gd name="connsiteY318" fmla="*/ 38195 h 495300"/>
                <a:gd name="connsiteX319" fmla="*/ 139160 w 390525"/>
                <a:gd name="connsiteY319" fmla="*/ 39910 h 495300"/>
                <a:gd name="connsiteX320" fmla="*/ 137922 w 390525"/>
                <a:gd name="connsiteY320" fmla="*/ 40386 h 495300"/>
                <a:gd name="connsiteX321" fmla="*/ 136969 w 390525"/>
                <a:gd name="connsiteY321" fmla="*/ 40481 h 495300"/>
                <a:gd name="connsiteX322" fmla="*/ 136398 w 390525"/>
                <a:gd name="connsiteY322" fmla="*/ 40386 h 495300"/>
                <a:gd name="connsiteX323" fmla="*/ 135922 w 390525"/>
                <a:gd name="connsiteY323" fmla="*/ 40196 h 495300"/>
                <a:gd name="connsiteX324" fmla="*/ 134683 w 390525"/>
                <a:gd name="connsiteY324" fmla="*/ 38862 h 495300"/>
                <a:gd name="connsiteX325" fmla="*/ 134302 w 390525"/>
                <a:gd name="connsiteY325" fmla="*/ 38671 h 495300"/>
                <a:gd name="connsiteX326" fmla="*/ 133350 w 390525"/>
                <a:gd name="connsiteY326" fmla="*/ 38195 h 495300"/>
                <a:gd name="connsiteX327" fmla="*/ 129445 w 390525"/>
                <a:gd name="connsiteY327" fmla="*/ 37243 h 495300"/>
                <a:gd name="connsiteX328" fmla="*/ 122110 w 390525"/>
                <a:gd name="connsiteY328" fmla="*/ 36671 h 495300"/>
                <a:gd name="connsiteX329" fmla="*/ 121729 w 390525"/>
                <a:gd name="connsiteY329" fmla="*/ 36766 h 495300"/>
                <a:gd name="connsiteX330" fmla="*/ 121539 w 390525"/>
                <a:gd name="connsiteY330" fmla="*/ 37052 h 495300"/>
                <a:gd name="connsiteX331" fmla="*/ 121920 w 390525"/>
                <a:gd name="connsiteY331" fmla="*/ 37529 h 495300"/>
                <a:gd name="connsiteX332" fmla="*/ 122301 w 390525"/>
                <a:gd name="connsiteY332" fmla="*/ 37909 h 495300"/>
                <a:gd name="connsiteX333" fmla="*/ 122872 w 390525"/>
                <a:gd name="connsiteY333" fmla="*/ 38195 h 495300"/>
                <a:gd name="connsiteX334" fmla="*/ 123825 w 390525"/>
                <a:gd name="connsiteY334" fmla="*/ 38576 h 495300"/>
                <a:gd name="connsiteX335" fmla="*/ 124206 w 390525"/>
                <a:gd name="connsiteY335" fmla="*/ 38862 h 495300"/>
                <a:gd name="connsiteX336" fmla="*/ 124492 w 390525"/>
                <a:gd name="connsiteY336" fmla="*/ 39338 h 495300"/>
                <a:gd name="connsiteX337" fmla="*/ 125063 w 390525"/>
                <a:gd name="connsiteY337" fmla="*/ 40767 h 495300"/>
                <a:gd name="connsiteX338" fmla="*/ 125349 w 390525"/>
                <a:gd name="connsiteY338" fmla="*/ 41338 h 495300"/>
                <a:gd name="connsiteX339" fmla="*/ 125634 w 390525"/>
                <a:gd name="connsiteY339" fmla="*/ 41720 h 495300"/>
                <a:gd name="connsiteX340" fmla="*/ 126016 w 390525"/>
                <a:gd name="connsiteY340" fmla="*/ 42005 h 495300"/>
                <a:gd name="connsiteX341" fmla="*/ 126301 w 390525"/>
                <a:gd name="connsiteY341" fmla="*/ 42481 h 495300"/>
                <a:gd name="connsiteX342" fmla="*/ 126397 w 390525"/>
                <a:gd name="connsiteY342" fmla="*/ 42958 h 495300"/>
                <a:gd name="connsiteX343" fmla="*/ 125539 w 390525"/>
                <a:gd name="connsiteY343" fmla="*/ 45244 h 495300"/>
                <a:gd name="connsiteX344" fmla="*/ 125349 w 390525"/>
                <a:gd name="connsiteY344" fmla="*/ 46006 h 495300"/>
                <a:gd name="connsiteX345" fmla="*/ 125349 w 390525"/>
                <a:gd name="connsiteY345" fmla="*/ 47434 h 495300"/>
                <a:gd name="connsiteX346" fmla="*/ 125063 w 390525"/>
                <a:gd name="connsiteY346" fmla="*/ 49054 h 495300"/>
                <a:gd name="connsiteX347" fmla="*/ 124301 w 390525"/>
                <a:gd name="connsiteY347" fmla="*/ 50387 h 495300"/>
                <a:gd name="connsiteX348" fmla="*/ 123444 w 390525"/>
                <a:gd name="connsiteY348" fmla="*/ 50006 h 495300"/>
                <a:gd name="connsiteX349" fmla="*/ 122872 w 390525"/>
                <a:gd name="connsiteY349" fmla="*/ 49339 h 495300"/>
                <a:gd name="connsiteX350" fmla="*/ 122682 w 390525"/>
                <a:gd name="connsiteY350" fmla="*/ 48958 h 495300"/>
                <a:gd name="connsiteX351" fmla="*/ 122015 w 390525"/>
                <a:gd name="connsiteY351" fmla="*/ 47054 h 495300"/>
                <a:gd name="connsiteX352" fmla="*/ 121825 w 390525"/>
                <a:gd name="connsiteY352" fmla="*/ 46672 h 495300"/>
                <a:gd name="connsiteX353" fmla="*/ 121539 w 390525"/>
                <a:gd name="connsiteY353" fmla="*/ 46291 h 495300"/>
                <a:gd name="connsiteX354" fmla="*/ 121253 w 390525"/>
                <a:gd name="connsiteY354" fmla="*/ 46006 h 495300"/>
                <a:gd name="connsiteX355" fmla="*/ 120777 w 390525"/>
                <a:gd name="connsiteY355" fmla="*/ 45815 h 495300"/>
                <a:gd name="connsiteX356" fmla="*/ 120301 w 390525"/>
                <a:gd name="connsiteY356" fmla="*/ 45815 h 495300"/>
                <a:gd name="connsiteX357" fmla="*/ 117062 w 390525"/>
                <a:gd name="connsiteY357" fmla="*/ 46101 h 495300"/>
                <a:gd name="connsiteX358" fmla="*/ 114205 w 390525"/>
                <a:gd name="connsiteY358" fmla="*/ 45529 h 495300"/>
                <a:gd name="connsiteX359" fmla="*/ 113062 w 390525"/>
                <a:gd name="connsiteY359" fmla="*/ 45529 h 495300"/>
                <a:gd name="connsiteX360" fmla="*/ 112490 w 390525"/>
                <a:gd name="connsiteY360" fmla="*/ 45720 h 495300"/>
                <a:gd name="connsiteX361" fmla="*/ 111919 w 390525"/>
                <a:gd name="connsiteY361" fmla="*/ 46101 h 495300"/>
                <a:gd name="connsiteX362" fmla="*/ 111252 w 390525"/>
                <a:gd name="connsiteY362" fmla="*/ 46863 h 495300"/>
                <a:gd name="connsiteX363" fmla="*/ 110966 w 390525"/>
                <a:gd name="connsiteY363" fmla="*/ 47339 h 495300"/>
                <a:gd name="connsiteX364" fmla="*/ 110776 w 390525"/>
                <a:gd name="connsiteY364" fmla="*/ 47815 h 495300"/>
                <a:gd name="connsiteX365" fmla="*/ 110490 w 390525"/>
                <a:gd name="connsiteY365" fmla="*/ 49435 h 495300"/>
                <a:gd name="connsiteX366" fmla="*/ 110204 w 390525"/>
                <a:gd name="connsiteY366" fmla="*/ 50387 h 495300"/>
                <a:gd name="connsiteX367" fmla="*/ 110014 w 390525"/>
                <a:gd name="connsiteY367" fmla="*/ 50768 h 495300"/>
                <a:gd name="connsiteX368" fmla="*/ 109918 w 390525"/>
                <a:gd name="connsiteY368" fmla="*/ 50959 h 495300"/>
                <a:gd name="connsiteX369" fmla="*/ 109823 w 390525"/>
                <a:gd name="connsiteY369" fmla="*/ 50959 h 495300"/>
                <a:gd name="connsiteX370" fmla="*/ 109252 w 390525"/>
                <a:gd name="connsiteY370" fmla="*/ 51054 h 495300"/>
                <a:gd name="connsiteX371" fmla="*/ 108394 w 390525"/>
                <a:gd name="connsiteY371" fmla="*/ 50959 h 495300"/>
                <a:gd name="connsiteX372" fmla="*/ 108204 w 390525"/>
                <a:gd name="connsiteY372" fmla="*/ 50959 h 495300"/>
                <a:gd name="connsiteX373" fmla="*/ 107823 w 390525"/>
                <a:gd name="connsiteY373" fmla="*/ 50578 h 495300"/>
                <a:gd name="connsiteX374" fmla="*/ 106871 w 390525"/>
                <a:gd name="connsiteY374" fmla="*/ 49149 h 495300"/>
                <a:gd name="connsiteX375" fmla="*/ 106489 w 390525"/>
                <a:gd name="connsiteY375" fmla="*/ 48863 h 495300"/>
                <a:gd name="connsiteX376" fmla="*/ 106108 w 390525"/>
                <a:gd name="connsiteY376" fmla="*/ 48768 h 495300"/>
                <a:gd name="connsiteX377" fmla="*/ 105727 w 390525"/>
                <a:gd name="connsiteY377" fmla="*/ 48958 h 495300"/>
                <a:gd name="connsiteX378" fmla="*/ 105442 w 390525"/>
                <a:gd name="connsiteY378" fmla="*/ 49435 h 495300"/>
                <a:gd name="connsiteX379" fmla="*/ 105442 w 390525"/>
                <a:gd name="connsiteY379" fmla="*/ 50006 h 495300"/>
                <a:gd name="connsiteX380" fmla="*/ 105442 w 390525"/>
                <a:gd name="connsiteY380" fmla="*/ 50482 h 495300"/>
                <a:gd name="connsiteX381" fmla="*/ 105537 w 390525"/>
                <a:gd name="connsiteY381" fmla="*/ 50959 h 495300"/>
                <a:gd name="connsiteX382" fmla="*/ 105537 w 390525"/>
                <a:gd name="connsiteY382" fmla="*/ 51054 h 495300"/>
                <a:gd name="connsiteX383" fmla="*/ 105537 w 390525"/>
                <a:gd name="connsiteY383" fmla="*/ 51245 h 495300"/>
                <a:gd name="connsiteX384" fmla="*/ 105442 w 390525"/>
                <a:gd name="connsiteY384" fmla="*/ 51625 h 495300"/>
                <a:gd name="connsiteX385" fmla="*/ 105251 w 390525"/>
                <a:gd name="connsiteY385" fmla="*/ 52006 h 495300"/>
                <a:gd name="connsiteX386" fmla="*/ 105061 w 390525"/>
                <a:gd name="connsiteY386" fmla="*/ 52388 h 495300"/>
                <a:gd name="connsiteX387" fmla="*/ 103346 w 390525"/>
                <a:gd name="connsiteY387" fmla="*/ 54007 h 495300"/>
                <a:gd name="connsiteX388" fmla="*/ 102489 w 390525"/>
                <a:gd name="connsiteY388" fmla="*/ 55054 h 495300"/>
                <a:gd name="connsiteX389" fmla="*/ 102203 w 390525"/>
                <a:gd name="connsiteY389" fmla="*/ 55436 h 495300"/>
                <a:gd name="connsiteX390" fmla="*/ 102013 w 390525"/>
                <a:gd name="connsiteY390" fmla="*/ 56007 h 495300"/>
                <a:gd name="connsiteX391" fmla="*/ 101251 w 390525"/>
                <a:gd name="connsiteY391" fmla="*/ 59246 h 495300"/>
                <a:gd name="connsiteX392" fmla="*/ 100870 w 390525"/>
                <a:gd name="connsiteY392" fmla="*/ 60293 h 495300"/>
                <a:gd name="connsiteX393" fmla="*/ 100679 w 390525"/>
                <a:gd name="connsiteY393" fmla="*/ 60674 h 495300"/>
                <a:gd name="connsiteX394" fmla="*/ 100393 w 390525"/>
                <a:gd name="connsiteY394" fmla="*/ 61055 h 495300"/>
                <a:gd name="connsiteX395" fmla="*/ 100108 w 390525"/>
                <a:gd name="connsiteY395" fmla="*/ 61341 h 495300"/>
                <a:gd name="connsiteX396" fmla="*/ 99346 w 390525"/>
                <a:gd name="connsiteY396" fmla="*/ 61913 h 495300"/>
                <a:gd name="connsiteX397" fmla="*/ 97059 w 390525"/>
                <a:gd name="connsiteY397" fmla="*/ 63246 h 495300"/>
                <a:gd name="connsiteX398" fmla="*/ 95917 w 390525"/>
                <a:gd name="connsiteY398" fmla="*/ 63722 h 495300"/>
                <a:gd name="connsiteX399" fmla="*/ 94774 w 390525"/>
                <a:gd name="connsiteY399" fmla="*/ 63722 h 495300"/>
                <a:gd name="connsiteX400" fmla="*/ 94202 w 390525"/>
                <a:gd name="connsiteY400" fmla="*/ 63532 h 495300"/>
                <a:gd name="connsiteX401" fmla="*/ 93821 w 390525"/>
                <a:gd name="connsiteY401" fmla="*/ 63151 h 495300"/>
                <a:gd name="connsiteX402" fmla="*/ 93631 w 390525"/>
                <a:gd name="connsiteY402" fmla="*/ 62770 h 495300"/>
                <a:gd name="connsiteX403" fmla="*/ 93345 w 390525"/>
                <a:gd name="connsiteY403" fmla="*/ 61817 h 495300"/>
                <a:gd name="connsiteX404" fmla="*/ 93154 w 390525"/>
                <a:gd name="connsiteY404" fmla="*/ 61436 h 495300"/>
                <a:gd name="connsiteX405" fmla="*/ 92869 w 390525"/>
                <a:gd name="connsiteY405" fmla="*/ 61055 h 495300"/>
                <a:gd name="connsiteX406" fmla="*/ 92392 w 390525"/>
                <a:gd name="connsiteY406" fmla="*/ 61055 h 495300"/>
                <a:gd name="connsiteX407" fmla="*/ 91916 w 390525"/>
                <a:gd name="connsiteY407" fmla="*/ 61055 h 495300"/>
                <a:gd name="connsiteX408" fmla="*/ 89821 w 390525"/>
                <a:gd name="connsiteY408" fmla="*/ 61722 h 495300"/>
                <a:gd name="connsiteX409" fmla="*/ 86487 w 390525"/>
                <a:gd name="connsiteY409" fmla="*/ 62198 h 495300"/>
                <a:gd name="connsiteX410" fmla="*/ 72771 w 390525"/>
                <a:gd name="connsiteY410" fmla="*/ 67628 h 495300"/>
                <a:gd name="connsiteX411" fmla="*/ 72295 w 390525"/>
                <a:gd name="connsiteY411" fmla="*/ 67628 h 495300"/>
                <a:gd name="connsiteX412" fmla="*/ 71723 w 390525"/>
                <a:gd name="connsiteY412" fmla="*/ 67628 h 495300"/>
                <a:gd name="connsiteX413" fmla="*/ 71247 w 390525"/>
                <a:gd name="connsiteY413" fmla="*/ 67532 h 495300"/>
                <a:gd name="connsiteX414" fmla="*/ 70771 w 390525"/>
                <a:gd name="connsiteY414" fmla="*/ 67342 h 495300"/>
                <a:gd name="connsiteX415" fmla="*/ 70390 w 390525"/>
                <a:gd name="connsiteY415" fmla="*/ 67056 h 495300"/>
                <a:gd name="connsiteX416" fmla="*/ 69818 w 390525"/>
                <a:gd name="connsiteY416" fmla="*/ 66389 h 495300"/>
                <a:gd name="connsiteX417" fmla="*/ 69342 w 390525"/>
                <a:gd name="connsiteY417" fmla="*/ 66199 h 495300"/>
                <a:gd name="connsiteX418" fmla="*/ 68866 w 390525"/>
                <a:gd name="connsiteY418" fmla="*/ 66104 h 495300"/>
                <a:gd name="connsiteX419" fmla="*/ 68104 w 390525"/>
                <a:gd name="connsiteY419" fmla="*/ 66199 h 495300"/>
                <a:gd name="connsiteX420" fmla="*/ 65532 w 390525"/>
                <a:gd name="connsiteY420" fmla="*/ 66770 h 495300"/>
                <a:gd name="connsiteX421" fmla="*/ 63722 w 390525"/>
                <a:gd name="connsiteY421" fmla="*/ 66961 h 495300"/>
                <a:gd name="connsiteX422" fmla="*/ 62674 w 390525"/>
                <a:gd name="connsiteY422" fmla="*/ 66675 h 495300"/>
                <a:gd name="connsiteX423" fmla="*/ 62198 w 390525"/>
                <a:gd name="connsiteY423" fmla="*/ 66484 h 495300"/>
                <a:gd name="connsiteX424" fmla="*/ 61817 w 390525"/>
                <a:gd name="connsiteY424" fmla="*/ 66199 h 495300"/>
                <a:gd name="connsiteX425" fmla="*/ 61436 w 390525"/>
                <a:gd name="connsiteY425" fmla="*/ 65913 h 495300"/>
                <a:gd name="connsiteX426" fmla="*/ 60579 w 390525"/>
                <a:gd name="connsiteY426" fmla="*/ 64865 h 495300"/>
                <a:gd name="connsiteX427" fmla="*/ 59912 w 390525"/>
                <a:gd name="connsiteY427" fmla="*/ 64294 h 495300"/>
                <a:gd name="connsiteX428" fmla="*/ 59436 w 390525"/>
                <a:gd name="connsiteY428" fmla="*/ 64008 h 495300"/>
                <a:gd name="connsiteX429" fmla="*/ 58959 w 390525"/>
                <a:gd name="connsiteY429" fmla="*/ 63913 h 495300"/>
                <a:gd name="connsiteX430" fmla="*/ 58388 w 390525"/>
                <a:gd name="connsiteY430" fmla="*/ 63913 h 495300"/>
                <a:gd name="connsiteX431" fmla="*/ 57626 w 390525"/>
                <a:gd name="connsiteY431" fmla="*/ 64198 h 495300"/>
                <a:gd name="connsiteX432" fmla="*/ 56864 w 390525"/>
                <a:gd name="connsiteY432" fmla="*/ 64961 h 495300"/>
                <a:gd name="connsiteX433" fmla="*/ 55531 w 390525"/>
                <a:gd name="connsiteY433" fmla="*/ 66675 h 495300"/>
                <a:gd name="connsiteX434" fmla="*/ 54959 w 390525"/>
                <a:gd name="connsiteY434" fmla="*/ 67628 h 495300"/>
                <a:gd name="connsiteX435" fmla="*/ 54673 w 390525"/>
                <a:gd name="connsiteY435" fmla="*/ 68485 h 495300"/>
                <a:gd name="connsiteX436" fmla="*/ 54578 w 390525"/>
                <a:gd name="connsiteY436" fmla="*/ 69628 h 495300"/>
                <a:gd name="connsiteX437" fmla="*/ 54578 w 390525"/>
                <a:gd name="connsiteY437" fmla="*/ 70866 h 495300"/>
                <a:gd name="connsiteX438" fmla="*/ 54959 w 390525"/>
                <a:gd name="connsiteY438" fmla="*/ 73914 h 495300"/>
                <a:gd name="connsiteX439" fmla="*/ 54959 w 390525"/>
                <a:gd name="connsiteY439" fmla="*/ 74104 h 495300"/>
                <a:gd name="connsiteX440" fmla="*/ 54769 w 390525"/>
                <a:gd name="connsiteY440" fmla="*/ 74486 h 495300"/>
                <a:gd name="connsiteX441" fmla="*/ 54292 w 390525"/>
                <a:gd name="connsiteY441" fmla="*/ 74866 h 495300"/>
                <a:gd name="connsiteX442" fmla="*/ 53340 w 390525"/>
                <a:gd name="connsiteY442" fmla="*/ 75057 h 495300"/>
                <a:gd name="connsiteX443" fmla="*/ 52006 w 390525"/>
                <a:gd name="connsiteY443" fmla="*/ 75152 h 495300"/>
                <a:gd name="connsiteX444" fmla="*/ 51435 w 390525"/>
                <a:gd name="connsiteY444" fmla="*/ 75247 h 495300"/>
                <a:gd name="connsiteX445" fmla="*/ 47720 w 390525"/>
                <a:gd name="connsiteY445" fmla="*/ 77057 h 495300"/>
                <a:gd name="connsiteX446" fmla="*/ 47244 w 390525"/>
                <a:gd name="connsiteY446" fmla="*/ 77153 h 495300"/>
                <a:gd name="connsiteX447" fmla="*/ 46672 w 390525"/>
                <a:gd name="connsiteY447" fmla="*/ 77248 h 495300"/>
                <a:gd name="connsiteX448" fmla="*/ 42196 w 390525"/>
                <a:gd name="connsiteY448" fmla="*/ 77533 h 495300"/>
                <a:gd name="connsiteX449" fmla="*/ 40386 w 390525"/>
                <a:gd name="connsiteY449" fmla="*/ 78105 h 495300"/>
                <a:gd name="connsiteX450" fmla="*/ 35052 w 390525"/>
                <a:gd name="connsiteY450" fmla="*/ 81629 h 495300"/>
                <a:gd name="connsiteX451" fmla="*/ 27527 w 390525"/>
                <a:gd name="connsiteY451" fmla="*/ 90488 h 495300"/>
                <a:gd name="connsiteX452" fmla="*/ 27051 w 390525"/>
                <a:gd name="connsiteY452" fmla="*/ 97441 h 495300"/>
                <a:gd name="connsiteX453" fmla="*/ 27241 w 390525"/>
                <a:gd name="connsiteY453" fmla="*/ 98870 h 495300"/>
                <a:gd name="connsiteX454" fmla="*/ 27717 w 390525"/>
                <a:gd name="connsiteY454" fmla="*/ 100584 h 495300"/>
                <a:gd name="connsiteX455" fmla="*/ 28480 w 390525"/>
                <a:gd name="connsiteY455" fmla="*/ 101060 h 495300"/>
                <a:gd name="connsiteX456" fmla="*/ 29527 w 390525"/>
                <a:gd name="connsiteY456" fmla="*/ 101441 h 495300"/>
                <a:gd name="connsiteX457" fmla="*/ 31623 w 390525"/>
                <a:gd name="connsiteY457" fmla="*/ 101727 h 495300"/>
                <a:gd name="connsiteX458" fmla="*/ 32480 w 390525"/>
                <a:gd name="connsiteY458" fmla="*/ 102013 h 495300"/>
                <a:gd name="connsiteX459" fmla="*/ 33909 w 390525"/>
                <a:gd name="connsiteY459" fmla="*/ 103346 h 495300"/>
                <a:gd name="connsiteX460" fmla="*/ 34480 w 390525"/>
                <a:gd name="connsiteY460" fmla="*/ 103632 h 495300"/>
                <a:gd name="connsiteX461" fmla="*/ 35147 w 390525"/>
                <a:gd name="connsiteY461" fmla="*/ 103822 h 495300"/>
                <a:gd name="connsiteX462" fmla="*/ 35528 w 390525"/>
                <a:gd name="connsiteY462" fmla="*/ 104013 h 495300"/>
                <a:gd name="connsiteX463" fmla="*/ 36290 w 390525"/>
                <a:gd name="connsiteY463" fmla="*/ 104489 h 495300"/>
                <a:gd name="connsiteX464" fmla="*/ 36671 w 390525"/>
                <a:gd name="connsiteY464" fmla="*/ 105061 h 495300"/>
                <a:gd name="connsiteX465" fmla="*/ 36957 w 390525"/>
                <a:gd name="connsiteY465" fmla="*/ 105632 h 495300"/>
                <a:gd name="connsiteX466" fmla="*/ 37433 w 390525"/>
                <a:gd name="connsiteY466" fmla="*/ 106871 h 495300"/>
                <a:gd name="connsiteX467" fmla="*/ 37719 w 390525"/>
                <a:gd name="connsiteY467" fmla="*/ 107442 h 495300"/>
                <a:gd name="connsiteX468" fmla="*/ 38386 w 390525"/>
                <a:gd name="connsiteY468" fmla="*/ 108109 h 495300"/>
                <a:gd name="connsiteX469" fmla="*/ 39338 w 390525"/>
                <a:gd name="connsiteY469" fmla="*/ 108775 h 495300"/>
                <a:gd name="connsiteX470" fmla="*/ 44196 w 390525"/>
                <a:gd name="connsiteY470" fmla="*/ 110966 h 495300"/>
                <a:gd name="connsiteX471" fmla="*/ 45244 w 390525"/>
                <a:gd name="connsiteY471" fmla="*/ 111728 h 495300"/>
                <a:gd name="connsiteX472" fmla="*/ 45720 w 390525"/>
                <a:gd name="connsiteY472" fmla="*/ 112395 h 495300"/>
                <a:gd name="connsiteX473" fmla="*/ 46006 w 390525"/>
                <a:gd name="connsiteY473" fmla="*/ 113157 h 495300"/>
                <a:gd name="connsiteX474" fmla="*/ 46482 w 390525"/>
                <a:gd name="connsiteY474" fmla="*/ 114871 h 495300"/>
                <a:gd name="connsiteX475" fmla="*/ 46672 w 390525"/>
                <a:gd name="connsiteY475" fmla="*/ 115729 h 495300"/>
                <a:gd name="connsiteX476" fmla="*/ 45148 w 390525"/>
                <a:gd name="connsiteY476" fmla="*/ 122491 h 495300"/>
                <a:gd name="connsiteX477" fmla="*/ 45053 w 390525"/>
                <a:gd name="connsiteY477" fmla="*/ 123539 h 495300"/>
                <a:gd name="connsiteX478" fmla="*/ 45148 w 390525"/>
                <a:gd name="connsiteY478" fmla="*/ 124587 h 495300"/>
                <a:gd name="connsiteX479" fmla="*/ 45148 w 390525"/>
                <a:gd name="connsiteY479" fmla="*/ 126206 h 495300"/>
                <a:gd name="connsiteX480" fmla="*/ 44958 w 390525"/>
                <a:gd name="connsiteY480" fmla="*/ 128778 h 495300"/>
                <a:gd name="connsiteX481" fmla="*/ 44291 w 390525"/>
                <a:gd name="connsiteY481" fmla="*/ 131445 h 495300"/>
                <a:gd name="connsiteX482" fmla="*/ 43339 w 390525"/>
                <a:gd name="connsiteY482" fmla="*/ 132874 h 495300"/>
                <a:gd name="connsiteX483" fmla="*/ 39814 w 390525"/>
                <a:gd name="connsiteY483" fmla="*/ 136112 h 495300"/>
                <a:gd name="connsiteX484" fmla="*/ 42005 w 390525"/>
                <a:gd name="connsiteY484" fmla="*/ 137446 h 495300"/>
                <a:gd name="connsiteX485" fmla="*/ 43529 w 390525"/>
                <a:gd name="connsiteY485" fmla="*/ 138779 h 495300"/>
                <a:gd name="connsiteX486" fmla="*/ 44291 w 390525"/>
                <a:gd name="connsiteY486" fmla="*/ 140017 h 495300"/>
                <a:gd name="connsiteX487" fmla="*/ 45053 w 390525"/>
                <a:gd name="connsiteY487" fmla="*/ 140494 h 495300"/>
                <a:gd name="connsiteX488" fmla="*/ 47149 w 390525"/>
                <a:gd name="connsiteY488" fmla="*/ 140970 h 495300"/>
                <a:gd name="connsiteX489" fmla="*/ 49434 w 390525"/>
                <a:gd name="connsiteY489" fmla="*/ 141256 h 495300"/>
                <a:gd name="connsiteX490" fmla="*/ 49721 w 390525"/>
                <a:gd name="connsiteY490" fmla="*/ 141827 h 495300"/>
                <a:gd name="connsiteX491" fmla="*/ 49816 w 390525"/>
                <a:gd name="connsiteY491" fmla="*/ 142875 h 495300"/>
                <a:gd name="connsiteX492" fmla="*/ 49054 w 390525"/>
                <a:gd name="connsiteY492" fmla="*/ 145352 h 495300"/>
                <a:gd name="connsiteX493" fmla="*/ 48958 w 390525"/>
                <a:gd name="connsiteY493" fmla="*/ 146590 h 495300"/>
                <a:gd name="connsiteX494" fmla="*/ 48958 w 390525"/>
                <a:gd name="connsiteY494" fmla="*/ 147352 h 495300"/>
                <a:gd name="connsiteX495" fmla="*/ 49339 w 390525"/>
                <a:gd name="connsiteY495" fmla="*/ 147638 h 495300"/>
                <a:gd name="connsiteX496" fmla="*/ 49625 w 390525"/>
                <a:gd name="connsiteY496" fmla="*/ 147923 h 495300"/>
                <a:gd name="connsiteX497" fmla="*/ 52006 w 390525"/>
                <a:gd name="connsiteY497" fmla="*/ 148971 h 495300"/>
                <a:gd name="connsiteX498" fmla="*/ 52768 w 390525"/>
                <a:gd name="connsiteY498" fmla="*/ 149352 h 495300"/>
                <a:gd name="connsiteX499" fmla="*/ 52959 w 390525"/>
                <a:gd name="connsiteY499" fmla="*/ 149542 h 495300"/>
                <a:gd name="connsiteX500" fmla="*/ 53149 w 390525"/>
                <a:gd name="connsiteY500" fmla="*/ 149828 h 495300"/>
                <a:gd name="connsiteX501" fmla="*/ 53435 w 390525"/>
                <a:gd name="connsiteY501" fmla="*/ 150114 h 495300"/>
                <a:gd name="connsiteX502" fmla="*/ 53911 w 390525"/>
                <a:gd name="connsiteY502" fmla="*/ 151447 h 495300"/>
                <a:gd name="connsiteX503" fmla="*/ 54007 w 390525"/>
                <a:gd name="connsiteY503" fmla="*/ 151924 h 495300"/>
                <a:gd name="connsiteX504" fmla="*/ 54007 w 390525"/>
                <a:gd name="connsiteY504" fmla="*/ 152495 h 495300"/>
                <a:gd name="connsiteX505" fmla="*/ 54007 w 390525"/>
                <a:gd name="connsiteY505" fmla="*/ 153067 h 495300"/>
                <a:gd name="connsiteX506" fmla="*/ 53816 w 390525"/>
                <a:gd name="connsiteY506" fmla="*/ 153829 h 495300"/>
                <a:gd name="connsiteX507" fmla="*/ 53530 w 390525"/>
                <a:gd name="connsiteY507" fmla="*/ 154686 h 495300"/>
                <a:gd name="connsiteX508" fmla="*/ 51530 w 390525"/>
                <a:gd name="connsiteY508" fmla="*/ 158210 h 495300"/>
                <a:gd name="connsiteX509" fmla="*/ 51054 w 390525"/>
                <a:gd name="connsiteY509" fmla="*/ 159353 h 495300"/>
                <a:gd name="connsiteX510" fmla="*/ 50673 w 390525"/>
                <a:gd name="connsiteY510" fmla="*/ 159925 h 495300"/>
                <a:gd name="connsiteX511" fmla="*/ 50006 w 390525"/>
                <a:gd name="connsiteY511" fmla="*/ 160591 h 495300"/>
                <a:gd name="connsiteX512" fmla="*/ 48768 w 390525"/>
                <a:gd name="connsiteY512" fmla="*/ 161734 h 495300"/>
                <a:gd name="connsiteX513" fmla="*/ 48006 w 390525"/>
                <a:gd name="connsiteY513" fmla="*/ 162211 h 495300"/>
                <a:gd name="connsiteX514" fmla="*/ 47339 w 390525"/>
                <a:gd name="connsiteY514" fmla="*/ 162496 h 495300"/>
                <a:gd name="connsiteX515" fmla="*/ 42672 w 390525"/>
                <a:gd name="connsiteY515" fmla="*/ 163830 h 495300"/>
                <a:gd name="connsiteX516" fmla="*/ 42291 w 390525"/>
                <a:gd name="connsiteY516" fmla="*/ 164211 h 495300"/>
                <a:gd name="connsiteX517" fmla="*/ 42005 w 390525"/>
                <a:gd name="connsiteY517" fmla="*/ 164687 h 495300"/>
                <a:gd name="connsiteX518" fmla="*/ 41815 w 390525"/>
                <a:gd name="connsiteY518" fmla="*/ 165735 h 495300"/>
                <a:gd name="connsiteX519" fmla="*/ 41719 w 390525"/>
                <a:gd name="connsiteY519" fmla="*/ 167069 h 495300"/>
                <a:gd name="connsiteX520" fmla="*/ 41434 w 390525"/>
                <a:gd name="connsiteY520" fmla="*/ 167640 h 495300"/>
                <a:gd name="connsiteX521" fmla="*/ 41053 w 390525"/>
                <a:gd name="connsiteY521" fmla="*/ 168212 h 495300"/>
                <a:gd name="connsiteX522" fmla="*/ 39624 w 390525"/>
                <a:gd name="connsiteY522" fmla="*/ 169354 h 495300"/>
                <a:gd name="connsiteX523" fmla="*/ 38767 w 390525"/>
                <a:gd name="connsiteY523" fmla="*/ 169831 h 495300"/>
                <a:gd name="connsiteX524" fmla="*/ 37528 w 390525"/>
                <a:gd name="connsiteY524" fmla="*/ 170497 h 495300"/>
                <a:gd name="connsiteX525" fmla="*/ 37147 w 390525"/>
                <a:gd name="connsiteY525" fmla="*/ 170879 h 495300"/>
                <a:gd name="connsiteX526" fmla="*/ 36862 w 390525"/>
                <a:gd name="connsiteY526" fmla="*/ 171450 h 495300"/>
                <a:gd name="connsiteX527" fmla="*/ 36671 w 390525"/>
                <a:gd name="connsiteY527" fmla="*/ 172498 h 495300"/>
                <a:gd name="connsiteX528" fmla="*/ 36576 w 390525"/>
                <a:gd name="connsiteY528" fmla="*/ 173927 h 495300"/>
                <a:gd name="connsiteX529" fmla="*/ 36576 w 390525"/>
                <a:gd name="connsiteY529" fmla="*/ 175070 h 495300"/>
                <a:gd name="connsiteX530" fmla="*/ 36385 w 390525"/>
                <a:gd name="connsiteY530" fmla="*/ 177451 h 495300"/>
                <a:gd name="connsiteX531" fmla="*/ 36100 w 390525"/>
                <a:gd name="connsiteY531" fmla="*/ 178498 h 495300"/>
                <a:gd name="connsiteX532" fmla="*/ 35909 w 390525"/>
                <a:gd name="connsiteY532" fmla="*/ 178975 h 495300"/>
                <a:gd name="connsiteX533" fmla="*/ 34385 w 390525"/>
                <a:gd name="connsiteY533" fmla="*/ 180594 h 495300"/>
                <a:gd name="connsiteX534" fmla="*/ 28575 w 390525"/>
                <a:gd name="connsiteY534" fmla="*/ 185166 h 495300"/>
                <a:gd name="connsiteX535" fmla="*/ 26765 w 390525"/>
                <a:gd name="connsiteY535" fmla="*/ 185833 h 495300"/>
                <a:gd name="connsiteX536" fmla="*/ 22193 w 390525"/>
                <a:gd name="connsiteY536" fmla="*/ 186309 h 495300"/>
                <a:gd name="connsiteX537" fmla="*/ 21241 w 390525"/>
                <a:gd name="connsiteY537" fmla="*/ 186499 h 495300"/>
                <a:gd name="connsiteX538" fmla="*/ 20479 w 390525"/>
                <a:gd name="connsiteY538" fmla="*/ 186785 h 495300"/>
                <a:gd name="connsiteX539" fmla="*/ 18478 w 390525"/>
                <a:gd name="connsiteY539" fmla="*/ 188023 h 495300"/>
                <a:gd name="connsiteX540" fmla="*/ 18002 w 390525"/>
                <a:gd name="connsiteY540" fmla="*/ 188214 h 495300"/>
                <a:gd name="connsiteX541" fmla="*/ 17526 w 390525"/>
                <a:gd name="connsiteY541" fmla="*/ 188309 h 495300"/>
                <a:gd name="connsiteX542" fmla="*/ 15240 w 390525"/>
                <a:gd name="connsiteY542" fmla="*/ 188309 h 495300"/>
                <a:gd name="connsiteX543" fmla="*/ 14668 w 390525"/>
                <a:gd name="connsiteY543" fmla="*/ 188404 h 495300"/>
                <a:gd name="connsiteX544" fmla="*/ 14288 w 390525"/>
                <a:gd name="connsiteY544" fmla="*/ 188690 h 495300"/>
                <a:gd name="connsiteX545" fmla="*/ 13811 w 390525"/>
                <a:gd name="connsiteY545" fmla="*/ 189166 h 495300"/>
                <a:gd name="connsiteX546" fmla="*/ 12763 w 390525"/>
                <a:gd name="connsiteY546" fmla="*/ 190309 h 495300"/>
                <a:gd name="connsiteX547" fmla="*/ 11906 w 390525"/>
                <a:gd name="connsiteY547" fmla="*/ 192405 h 495300"/>
                <a:gd name="connsiteX548" fmla="*/ 11811 w 390525"/>
                <a:gd name="connsiteY548" fmla="*/ 192691 h 495300"/>
                <a:gd name="connsiteX549" fmla="*/ 11716 w 390525"/>
                <a:gd name="connsiteY549" fmla="*/ 194310 h 495300"/>
                <a:gd name="connsiteX550" fmla="*/ 12287 w 390525"/>
                <a:gd name="connsiteY550" fmla="*/ 199263 h 495300"/>
                <a:gd name="connsiteX551" fmla="*/ 12192 w 390525"/>
                <a:gd name="connsiteY551" fmla="*/ 201168 h 495300"/>
                <a:gd name="connsiteX552" fmla="*/ 12001 w 390525"/>
                <a:gd name="connsiteY552" fmla="*/ 201930 h 495300"/>
                <a:gd name="connsiteX553" fmla="*/ 11430 w 390525"/>
                <a:gd name="connsiteY553" fmla="*/ 203359 h 495300"/>
                <a:gd name="connsiteX554" fmla="*/ 10954 w 390525"/>
                <a:gd name="connsiteY554" fmla="*/ 204025 h 495300"/>
                <a:gd name="connsiteX555" fmla="*/ 9715 w 390525"/>
                <a:gd name="connsiteY555" fmla="*/ 205549 h 495300"/>
                <a:gd name="connsiteX556" fmla="*/ 6953 w 390525"/>
                <a:gd name="connsiteY556" fmla="*/ 209931 h 495300"/>
                <a:gd name="connsiteX557" fmla="*/ 6191 w 390525"/>
                <a:gd name="connsiteY557" fmla="*/ 210883 h 495300"/>
                <a:gd name="connsiteX558" fmla="*/ 4191 w 390525"/>
                <a:gd name="connsiteY558" fmla="*/ 214027 h 495300"/>
                <a:gd name="connsiteX559" fmla="*/ 2286 w 390525"/>
                <a:gd name="connsiteY559" fmla="*/ 220123 h 495300"/>
                <a:gd name="connsiteX560" fmla="*/ 1619 w 390525"/>
                <a:gd name="connsiteY560" fmla="*/ 221552 h 495300"/>
                <a:gd name="connsiteX561" fmla="*/ 286 w 390525"/>
                <a:gd name="connsiteY561" fmla="*/ 223838 h 495300"/>
                <a:gd name="connsiteX562" fmla="*/ 95 w 390525"/>
                <a:gd name="connsiteY562" fmla="*/ 224409 h 495300"/>
                <a:gd name="connsiteX563" fmla="*/ 0 w 390525"/>
                <a:gd name="connsiteY563" fmla="*/ 225171 h 495300"/>
                <a:gd name="connsiteX564" fmla="*/ 95 w 390525"/>
                <a:gd name="connsiteY564" fmla="*/ 226504 h 495300"/>
                <a:gd name="connsiteX565" fmla="*/ 476 w 390525"/>
                <a:gd name="connsiteY565" fmla="*/ 227647 h 495300"/>
                <a:gd name="connsiteX566" fmla="*/ 857 w 390525"/>
                <a:gd name="connsiteY566" fmla="*/ 228314 h 495300"/>
                <a:gd name="connsiteX567" fmla="*/ 1143 w 390525"/>
                <a:gd name="connsiteY567" fmla="*/ 228790 h 495300"/>
                <a:gd name="connsiteX568" fmla="*/ 1429 w 390525"/>
                <a:gd name="connsiteY568" fmla="*/ 229553 h 495300"/>
                <a:gd name="connsiteX569" fmla="*/ 2000 w 390525"/>
                <a:gd name="connsiteY569" fmla="*/ 235172 h 495300"/>
                <a:gd name="connsiteX570" fmla="*/ 2857 w 390525"/>
                <a:gd name="connsiteY570" fmla="*/ 239173 h 495300"/>
                <a:gd name="connsiteX571" fmla="*/ 3048 w 390525"/>
                <a:gd name="connsiteY571" fmla="*/ 242125 h 495300"/>
                <a:gd name="connsiteX572" fmla="*/ 3143 w 390525"/>
                <a:gd name="connsiteY572" fmla="*/ 243078 h 495300"/>
                <a:gd name="connsiteX573" fmla="*/ 3334 w 390525"/>
                <a:gd name="connsiteY573" fmla="*/ 243745 h 495300"/>
                <a:gd name="connsiteX574" fmla="*/ 3715 w 390525"/>
                <a:gd name="connsiteY574" fmla="*/ 244507 h 495300"/>
                <a:gd name="connsiteX575" fmla="*/ 4000 w 390525"/>
                <a:gd name="connsiteY575" fmla="*/ 244792 h 495300"/>
                <a:gd name="connsiteX576" fmla="*/ 4763 w 390525"/>
                <a:gd name="connsiteY576" fmla="*/ 245364 h 495300"/>
                <a:gd name="connsiteX577" fmla="*/ 8667 w 390525"/>
                <a:gd name="connsiteY577" fmla="*/ 247269 h 495300"/>
                <a:gd name="connsiteX578" fmla="*/ 9334 w 390525"/>
                <a:gd name="connsiteY578" fmla="*/ 247269 h 495300"/>
                <a:gd name="connsiteX579" fmla="*/ 10096 w 390525"/>
                <a:gd name="connsiteY579" fmla="*/ 247269 h 495300"/>
                <a:gd name="connsiteX580" fmla="*/ 11334 w 390525"/>
                <a:gd name="connsiteY580" fmla="*/ 246793 h 495300"/>
                <a:gd name="connsiteX581" fmla="*/ 12478 w 390525"/>
                <a:gd name="connsiteY581" fmla="*/ 246126 h 495300"/>
                <a:gd name="connsiteX582" fmla="*/ 13811 w 390525"/>
                <a:gd name="connsiteY582" fmla="*/ 244983 h 495300"/>
                <a:gd name="connsiteX583" fmla="*/ 14573 w 390525"/>
                <a:gd name="connsiteY583" fmla="*/ 244507 h 495300"/>
                <a:gd name="connsiteX584" fmla="*/ 14954 w 390525"/>
                <a:gd name="connsiteY584" fmla="*/ 244316 h 495300"/>
                <a:gd name="connsiteX585" fmla="*/ 16764 w 390525"/>
                <a:gd name="connsiteY585" fmla="*/ 243649 h 495300"/>
                <a:gd name="connsiteX586" fmla="*/ 17907 w 390525"/>
                <a:gd name="connsiteY586" fmla="*/ 243554 h 495300"/>
                <a:gd name="connsiteX587" fmla="*/ 18764 w 390525"/>
                <a:gd name="connsiteY587" fmla="*/ 243649 h 495300"/>
                <a:gd name="connsiteX588" fmla="*/ 19526 w 390525"/>
                <a:gd name="connsiteY588" fmla="*/ 243935 h 495300"/>
                <a:gd name="connsiteX589" fmla="*/ 21146 w 390525"/>
                <a:gd name="connsiteY589" fmla="*/ 244983 h 495300"/>
                <a:gd name="connsiteX590" fmla="*/ 23336 w 390525"/>
                <a:gd name="connsiteY590" fmla="*/ 245745 h 495300"/>
                <a:gd name="connsiteX591" fmla="*/ 23622 w 390525"/>
                <a:gd name="connsiteY591" fmla="*/ 246983 h 495300"/>
                <a:gd name="connsiteX592" fmla="*/ 23431 w 390525"/>
                <a:gd name="connsiteY592" fmla="*/ 247840 h 495300"/>
                <a:gd name="connsiteX593" fmla="*/ 23336 w 390525"/>
                <a:gd name="connsiteY593" fmla="*/ 249460 h 495300"/>
                <a:gd name="connsiteX594" fmla="*/ 23527 w 390525"/>
                <a:gd name="connsiteY594" fmla="*/ 250507 h 495300"/>
                <a:gd name="connsiteX595" fmla="*/ 23336 w 390525"/>
                <a:gd name="connsiteY595" fmla="*/ 251555 h 495300"/>
                <a:gd name="connsiteX596" fmla="*/ 23050 w 390525"/>
                <a:gd name="connsiteY596" fmla="*/ 252222 h 495300"/>
                <a:gd name="connsiteX597" fmla="*/ 21146 w 390525"/>
                <a:gd name="connsiteY597" fmla="*/ 256222 h 495300"/>
                <a:gd name="connsiteX598" fmla="*/ 20669 w 390525"/>
                <a:gd name="connsiteY598" fmla="*/ 256984 h 495300"/>
                <a:gd name="connsiteX599" fmla="*/ 17716 w 390525"/>
                <a:gd name="connsiteY599" fmla="*/ 260318 h 495300"/>
                <a:gd name="connsiteX600" fmla="*/ 16669 w 390525"/>
                <a:gd name="connsiteY600" fmla="*/ 261842 h 495300"/>
                <a:gd name="connsiteX601" fmla="*/ 15716 w 390525"/>
                <a:gd name="connsiteY601" fmla="*/ 263557 h 495300"/>
                <a:gd name="connsiteX602" fmla="*/ 15621 w 390525"/>
                <a:gd name="connsiteY602" fmla="*/ 264033 h 495300"/>
                <a:gd name="connsiteX603" fmla="*/ 15526 w 390525"/>
                <a:gd name="connsiteY603" fmla="*/ 268033 h 495300"/>
                <a:gd name="connsiteX604" fmla="*/ 15526 w 390525"/>
                <a:gd name="connsiteY604" fmla="*/ 268605 h 495300"/>
                <a:gd name="connsiteX605" fmla="*/ 15716 w 390525"/>
                <a:gd name="connsiteY605" fmla="*/ 269177 h 495300"/>
                <a:gd name="connsiteX606" fmla="*/ 16288 w 390525"/>
                <a:gd name="connsiteY606" fmla="*/ 269748 h 495300"/>
                <a:gd name="connsiteX607" fmla="*/ 16764 w 390525"/>
                <a:gd name="connsiteY607" fmla="*/ 269843 h 495300"/>
                <a:gd name="connsiteX608" fmla="*/ 17145 w 390525"/>
                <a:gd name="connsiteY608" fmla="*/ 269748 h 495300"/>
                <a:gd name="connsiteX609" fmla="*/ 17526 w 390525"/>
                <a:gd name="connsiteY609" fmla="*/ 269462 h 495300"/>
                <a:gd name="connsiteX610" fmla="*/ 17812 w 390525"/>
                <a:gd name="connsiteY610" fmla="*/ 269177 h 495300"/>
                <a:gd name="connsiteX611" fmla="*/ 18192 w 390525"/>
                <a:gd name="connsiteY611" fmla="*/ 268986 h 495300"/>
                <a:gd name="connsiteX612" fmla="*/ 18478 w 390525"/>
                <a:gd name="connsiteY612" fmla="*/ 268891 h 495300"/>
                <a:gd name="connsiteX613" fmla="*/ 18859 w 390525"/>
                <a:gd name="connsiteY613" fmla="*/ 269081 h 495300"/>
                <a:gd name="connsiteX614" fmla="*/ 19050 w 390525"/>
                <a:gd name="connsiteY614" fmla="*/ 269367 h 495300"/>
                <a:gd name="connsiteX615" fmla="*/ 19336 w 390525"/>
                <a:gd name="connsiteY615" fmla="*/ 269843 h 495300"/>
                <a:gd name="connsiteX616" fmla="*/ 19907 w 390525"/>
                <a:gd name="connsiteY616" fmla="*/ 272034 h 495300"/>
                <a:gd name="connsiteX617" fmla="*/ 20193 w 390525"/>
                <a:gd name="connsiteY617" fmla="*/ 272510 h 495300"/>
                <a:gd name="connsiteX618" fmla="*/ 20574 w 390525"/>
                <a:gd name="connsiteY618" fmla="*/ 273272 h 495300"/>
                <a:gd name="connsiteX619" fmla="*/ 21241 w 390525"/>
                <a:gd name="connsiteY619" fmla="*/ 273844 h 495300"/>
                <a:gd name="connsiteX620" fmla="*/ 21622 w 390525"/>
                <a:gd name="connsiteY620" fmla="*/ 274130 h 495300"/>
                <a:gd name="connsiteX621" fmla="*/ 22574 w 390525"/>
                <a:gd name="connsiteY621" fmla="*/ 275082 h 495300"/>
                <a:gd name="connsiteX622" fmla="*/ 22765 w 390525"/>
                <a:gd name="connsiteY622" fmla="*/ 275368 h 495300"/>
                <a:gd name="connsiteX623" fmla="*/ 23146 w 390525"/>
                <a:gd name="connsiteY623" fmla="*/ 276130 h 495300"/>
                <a:gd name="connsiteX624" fmla="*/ 23908 w 390525"/>
                <a:gd name="connsiteY624" fmla="*/ 277939 h 495300"/>
                <a:gd name="connsiteX625" fmla="*/ 24384 w 390525"/>
                <a:gd name="connsiteY625" fmla="*/ 278702 h 495300"/>
                <a:gd name="connsiteX626" fmla="*/ 24670 w 390525"/>
                <a:gd name="connsiteY626" fmla="*/ 278987 h 495300"/>
                <a:gd name="connsiteX627" fmla="*/ 25051 w 390525"/>
                <a:gd name="connsiteY627" fmla="*/ 279178 h 495300"/>
                <a:gd name="connsiteX628" fmla="*/ 26003 w 390525"/>
                <a:gd name="connsiteY628" fmla="*/ 279559 h 495300"/>
                <a:gd name="connsiteX629" fmla="*/ 26384 w 390525"/>
                <a:gd name="connsiteY629" fmla="*/ 279749 h 495300"/>
                <a:gd name="connsiteX630" fmla="*/ 26765 w 390525"/>
                <a:gd name="connsiteY630" fmla="*/ 280130 h 495300"/>
                <a:gd name="connsiteX631" fmla="*/ 26860 w 390525"/>
                <a:gd name="connsiteY631" fmla="*/ 280702 h 495300"/>
                <a:gd name="connsiteX632" fmla="*/ 26670 w 390525"/>
                <a:gd name="connsiteY632" fmla="*/ 281559 h 495300"/>
                <a:gd name="connsiteX633" fmla="*/ 26194 w 390525"/>
                <a:gd name="connsiteY633" fmla="*/ 282607 h 495300"/>
                <a:gd name="connsiteX634" fmla="*/ 25432 w 390525"/>
                <a:gd name="connsiteY634" fmla="*/ 283750 h 495300"/>
                <a:gd name="connsiteX635" fmla="*/ 25241 w 390525"/>
                <a:gd name="connsiteY635" fmla="*/ 284226 h 495300"/>
                <a:gd name="connsiteX636" fmla="*/ 25146 w 390525"/>
                <a:gd name="connsiteY636" fmla="*/ 284797 h 495300"/>
                <a:gd name="connsiteX637" fmla="*/ 24765 w 390525"/>
                <a:gd name="connsiteY637" fmla="*/ 287846 h 495300"/>
                <a:gd name="connsiteX638" fmla="*/ 24574 w 390525"/>
                <a:gd name="connsiteY638" fmla="*/ 288512 h 495300"/>
                <a:gd name="connsiteX639" fmla="*/ 24384 w 390525"/>
                <a:gd name="connsiteY639" fmla="*/ 288893 h 495300"/>
                <a:gd name="connsiteX640" fmla="*/ 24098 w 390525"/>
                <a:gd name="connsiteY640" fmla="*/ 289274 h 495300"/>
                <a:gd name="connsiteX641" fmla="*/ 22574 w 390525"/>
                <a:gd name="connsiteY641" fmla="*/ 290894 h 495300"/>
                <a:gd name="connsiteX642" fmla="*/ 22003 w 390525"/>
                <a:gd name="connsiteY642" fmla="*/ 291655 h 495300"/>
                <a:gd name="connsiteX643" fmla="*/ 21812 w 390525"/>
                <a:gd name="connsiteY643" fmla="*/ 292037 h 495300"/>
                <a:gd name="connsiteX644" fmla="*/ 21907 w 390525"/>
                <a:gd name="connsiteY644" fmla="*/ 293846 h 495300"/>
                <a:gd name="connsiteX645" fmla="*/ 23431 w 390525"/>
                <a:gd name="connsiteY645" fmla="*/ 303086 h 495300"/>
                <a:gd name="connsiteX646" fmla="*/ 24479 w 390525"/>
                <a:gd name="connsiteY646" fmla="*/ 307372 h 495300"/>
                <a:gd name="connsiteX647" fmla="*/ 25051 w 390525"/>
                <a:gd name="connsiteY647" fmla="*/ 308038 h 495300"/>
                <a:gd name="connsiteX648" fmla="*/ 25622 w 390525"/>
                <a:gd name="connsiteY648" fmla="*/ 308610 h 495300"/>
                <a:gd name="connsiteX649" fmla="*/ 26384 w 390525"/>
                <a:gd name="connsiteY649" fmla="*/ 309181 h 495300"/>
                <a:gd name="connsiteX650" fmla="*/ 27051 w 390525"/>
                <a:gd name="connsiteY650" fmla="*/ 309563 h 495300"/>
                <a:gd name="connsiteX651" fmla="*/ 27337 w 390525"/>
                <a:gd name="connsiteY651" fmla="*/ 309658 h 495300"/>
                <a:gd name="connsiteX652" fmla="*/ 27813 w 390525"/>
                <a:gd name="connsiteY652" fmla="*/ 309753 h 495300"/>
                <a:gd name="connsiteX653" fmla="*/ 31242 w 390525"/>
                <a:gd name="connsiteY653" fmla="*/ 310134 h 495300"/>
                <a:gd name="connsiteX654" fmla="*/ 32671 w 390525"/>
                <a:gd name="connsiteY654" fmla="*/ 310610 h 495300"/>
                <a:gd name="connsiteX655" fmla="*/ 34480 w 390525"/>
                <a:gd name="connsiteY655" fmla="*/ 311467 h 495300"/>
                <a:gd name="connsiteX656" fmla="*/ 34766 w 390525"/>
                <a:gd name="connsiteY656" fmla="*/ 311753 h 495300"/>
                <a:gd name="connsiteX657" fmla="*/ 35052 w 390525"/>
                <a:gd name="connsiteY657" fmla="*/ 312039 h 495300"/>
                <a:gd name="connsiteX658" fmla="*/ 35528 w 390525"/>
                <a:gd name="connsiteY658" fmla="*/ 312801 h 495300"/>
                <a:gd name="connsiteX659" fmla="*/ 35814 w 390525"/>
                <a:gd name="connsiteY659" fmla="*/ 313087 h 495300"/>
                <a:gd name="connsiteX660" fmla="*/ 36195 w 390525"/>
                <a:gd name="connsiteY660" fmla="*/ 313372 h 495300"/>
                <a:gd name="connsiteX661" fmla="*/ 36576 w 390525"/>
                <a:gd name="connsiteY661" fmla="*/ 313658 h 495300"/>
                <a:gd name="connsiteX662" fmla="*/ 37624 w 390525"/>
                <a:gd name="connsiteY662" fmla="*/ 313944 h 495300"/>
                <a:gd name="connsiteX663" fmla="*/ 38671 w 390525"/>
                <a:gd name="connsiteY663" fmla="*/ 314134 h 495300"/>
                <a:gd name="connsiteX664" fmla="*/ 40957 w 390525"/>
                <a:gd name="connsiteY664" fmla="*/ 314134 h 495300"/>
                <a:gd name="connsiteX665" fmla="*/ 42100 w 390525"/>
                <a:gd name="connsiteY665" fmla="*/ 314325 h 495300"/>
                <a:gd name="connsiteX666" fmla="*/ 42291 w 390525"/>
                <a:gd name="connsiteY666" fmla="*/ 315087 h 495300"/>
                <a:gd name="connsiteX667" fmla="*/ 42196 w 390525"/>
                <a:gd name="connsiteY667" fmla="*/ 316516 h 495300"/>
                <a:gd name="connsiteX668" fmla="*/ 41434 w 390525"/>
                <a:gd name="connsiteY668" fmla="*/ 319849 h 495300"/>
                <a:gd name="connsiteX669" fmla="*/ 41243 w 390525"/>
                <a:gd name="connsiteY669" fmla="*/ 321278 h 495300"/>
                <a:gd name="connsiteX670" fmla="*/ 41243 w 390525"/>
                <a:gd name="connsiteY670" fmla="*/ 322326 h 495300"/>
                <a:gd name="connsiteX671" fmla="*/ 41434 w 390525"/>
                <a:gd name="connsiteY671" fmla="*/ 322707 h 495300"/>
                <a:gd name="connsiteX672" fmla="*/ 41434 w 390525"/>
                <a:gd name="connsiteY672" fmla="*/ 323279 h 495300"/>
                <a:gd name="connsiteX673" fmla="*/ 41338 w 390525"/>
                <a:gd name="connsiteY673" fmla="*/ 323755 h 495300"/>
                <a:gd name="connsiteX674" fmla="*/ 41148 w 390525"/>
                <a:gd name="connsiteY674" fmla="*/ 324517 h 495300"/>
                <a:gd name="connsiteX675" fmla="*/ 40767 w 390525"/>
                <a:gd name="connsiteY675" fmla="*/ 325279 h 495300"/>
                <a:gd name="connsiteX676" fmla="*/ 39338 w 390525"/>
                <a:gd name="connsiteY676" fmla="*/ 327279 h 495300"/>
                <a:gd name="connsiteX677" fmla="*/ 37433 w 390525"/>
                <a:gd name="connsiteY677" fmla="*/ 329374 h 495300"/>
                <a:gd name="connsiteX678" fmla="*/ 36957 w 390525"/>
                <a:gd name="connsiteY678" fmla="*/ 330137 h 495300"/>
                <a:gd name="connsiteX679" fmla="*/ 36671 w 390525"/>
                <a:gd name="connsiteY679" fmla="*/ 330708 h 495300"/>
                <a:gd name="connsiteX680" fmla="*/ 36481 w 390525"/>
                <a:gd name="connsiteY680" fmla="*/ 331375 h 495300"/>
                <a:gd name="connsiteX681" fmla="*/ 36290 w 390525"/>
                <a:gd name="connsiteY681" fmla="*/ 332613 h 495300"/>
                <a:gd name="connsiteX682" fmla="*/ 36290 w 390525"/>
                <a:gd name="connsiteY682" fmla="*/ 333375 h 495300"/>
                <a:gd name="connsiteX683" fmla="*/ 36290 w 390525"/>
                <a:gd name="connsiteY683" fmla="*/ 334518 h 495300"/>
                <a:gd name="connsiteX684" fmla="*/ 36290 w 390525"/>
                <a:gd name="connsiteY684" fmla="*/ 335089 h 495300"/>
                <a:gd name="connsiteX685" fmla="*/ 35338 w 390525"/>
                <a:gd name="connsiteY685" fmla="*/ 338899 h 495300"/>
                <a:gd name="connsiteX686" fmla="*/ 35147 w 390525"/>
                <a:gd name="connsiteY686" fmla="*/ 340423 h 495300"/>
                <a:gd name="connsiteX687" fmla="*/ 34861 w 390525"/>
                <a:gd name="connsiteY687" fmla="*/ 341186 h 495300"/>
                <a:gd name="connsiteX688" fmla="*/ 34385 w 390525"/>
                <a:gd name="connsiteY688" fmla="*/ 342043 h 495300"/>
                <a:gd name="connsiteX689" fmla="*/ 30480 w 390525"/>
                <a:gd name="connsiteY689" fmla="*/ 346996 h 495300"/>
                <a:gd name="connsiteX690" fmla="*/ 29718 w 390525"/>
                <a:gd name="connsiteY690" fmla="*/ 348329 h 495300"/>
                <a:gd name="connsiteX691" fmla="*/ 29337 w 390525"/>
                <a:gd name="connsiteY691" fmla="*/ 350425 h 495300"/>
                <a:gd name="connsiteX692" fmla="*/ 30480 w 390525"/>
                <a:gd name="connsiteY692" fmla="*/ 351091 h 495300"/>
                <a:gd name="connsiteX693" fmla="*/ 30956 w 390525"/>
                <a:gd name="connsiteY693" fmla="*/ 351187 h 495300"/>
                <a:gd name="connsiteX694" fmla="*/ 31528 w 390525"/>
                <a:gd name="connsiteY694" fmla="*/ 351187 h 495300"/>
                <a:gd name="connsiteX695" fmla="*/ 32004 w 390525"/>
                <a:gd name="connsiteY695" fmla="*/ 351091 h 495300"/>
                <a:gd name="connsiteX696" fmla="*/ 32480 w 390525"/>
                <a:gd name="connsiteY696" fmla="*/ 350996 h 495300"/>
                <a:gd name="connsiteX697" fmla="*/ 32861 w 390525"/>
                <a:gd name="connsiteY697" fmla="*/ 350711 h 495300"/>
                <a:gd name="connsiteX698" fmla="*/ 33147 w 390525"/>
                <a:gd name="connsiteY698" fmla="*/ 350425 h 495300"/>
                <a:gd name="connsiteX699" fmla="*/ 34099 w 390525"/>
                <a:gd name="connsiteY699" fmla="*/ 349472 h 495300"/>
                <a:gd name="connsiteX700" fmla="*/ 34385 w 390525"/>
                <a:gd name="connsiteY700" fmla="*/ 349187 h 495300"/>
                <a:gd name="connsiteX701" fmla="*/ 34766 w 390525"/>
                <a:gd name="connsiteY701" fmla="*/ 348996 h 495300"/>
                <a:gd name="connsiteX702" fmla="*/ 35052 w 390525"/>
                <a:gd name="connsiteY702" fmla="*/ 348805 h 495300"/>
                <a:gd name="connsiteX703" fmla="*/ 35338 w 390525"/>
                <a:gd name="connsiteY703" fmla="*/ 348805 h 495300"/>
                <a:gd name="connsiteX704" fmla="*/ 35719 w 390525"/>
                <a:gd name="connsiteY704" fmla="*/ 348901 h 495300"/>
                <a:gd name="connsiteX705" fmla="*/ 36671 w 390525"/>
                <a:gd name="connsiteY705" fmla="*/ 349758 h 495300"/>
                <a:gd name="connsiteX706" fmla="*/ 37052 w 390525"/>
                <a:gd name="connsiteY706" fmla="*/ 350044 h 495300"/>
                <a:gd name="connsiteX707" fmla="*/ 37528 w 390525"/>
                <a:gd name="connsiteY707" fmla="*/ 350234 h 495300"/>
                <a:gd name="connsiteX708" fmla="*/ 38005 w 390525"/>
                <a:gd name="connsiteY708" fmla="*/ 350330 h 495300"/>
                <a:gd name="connsiteX709" fmla="*/ 38576 w 390525"/>
                <a:gd name="connsiteY709" fmla="*/ 350330 h 495300"/>
                <a:gd name="connsiteX710" fmla="*/ 39052 w 390525"/>
                <a:gd name="connsiteY710" fmla="*/ 350330 h 495300"/>
                <a:gd name="connsiteX711" fmla="*/ 39529 w 390525"/>
                <a:gd name="connsiteY711" fmla="*/ 350139 h 495300"/>
                <a:gd name="connsiteX712" fmla="*/ 40291 w 390525"/>
                <a:gd name="connsiteY712" fmla="*/ 349758 h 495300"/>
                <a:gd name="connsiteX713" fmla="*/ 43720 w 390525"/>
                <a:gd name="connsiteY713" fmla="*/ 347091 h 495300"/>
                <a:gd name="connsiteX714" fmla="*/ 45339 w 390525"/>
                <a:gd name="connsiteY714" fmla="*/ 346234 h 495300"/>
                <a:gd name="connsiteX715" fmla="*/ 46196 w 390525"/>
                <a:gd name="connsiteY715" fmla="*/ 346043 h 495300"/>
                <a:gd name="connsiteX716" fmla="*/ 47244 w 390525"/>
                <a:gd name="connsiteY716" fmla="*/ 345853 h 495300"/>
                <a:gd name="connsiteX717" fmla="*/ 47720 w 390525"/>
                <a:gd name="connsiteY717" fmla="*/ 345853 h 495300"/>
                <a:gd name="connsiteX718" fmla="*/ 48292 w 390525"/>
                <a:gd name="connsiteY718" fmla="*/ 345948 h 495300"/>
                <a:gd name="connsiteX719" fmla="*/ 48577 w 390525"/>
                <a:gd name="connsiteY719" fmla="*/ 346138 h 495300"/>
                <a:gd name="connsiteX720" fmla="*/ 49244 w 390525"/>
                <a:gd name="connsiteY720" fmla="*/ 346710 h 495300"/>
                <a:gd name="connsiteX721" fmla="*/ 49625 w 390525"/>
                <a:gd name="connsiteY721" fmla="*/ 346996 h 495300"/>
                <a:gd name="connsiteX722" fmla="*/ 51244 w 390525"/>
                <a:gd name="connsiteY722" fmla="*/ 347281 h 495300"/>
                <a:gd name="connsiteX723" fmla="*/ 51625 w 390525"/>
                <a:gd name="connsiteY723" fmla="*/ 347472 h 495300"/>
                <a:gd name="connsiteX724" fmla="*/ 52006 w 390525"/>
                <a:gd name="connsiteY724" fmla="*/ 347853 h 495300"/>
                <a:gd name="connsiteX725" fmla="*/ 52388 w 390525"/>
                <a:gd name="connsiteY725" fmla="*/ 348996 h 495300"/>
                <a:gd name="connsiteX726" fmla="*/ 52483 w 390525"/>
                <a:gd name="connsiteY726" fmla="*/ 349567 h 495300"/>
                <a:gd name="connsiteX727" fmla="*/ 52483 w 390525"/>
                <a:gd name="connsiteY727" fmla="*/ 349948 h 495300"/>
                <a:gd name="connsiteX728" fmla="*/ 52388 w 390525"/>
                <a:gd name="connsiteY728" fmla="*/ 350520 h 495300"/>
                <a:gd name="connsiteX729" fmla="*/ 51911 w 390525"/>
                <a:gd name="connsiteY729" fmla="*/ 351091 h 495300"/>
                <a:gd name="connsiteX730" fmla="*/ 51244 w 390525"/>
                <a:gd name="connsiteY730" fmla="*/ 351758 h 495300"/>
                <a:gd name="connsiteX731" fmla="*/ 49244 w 390525"/>
                <a:gd name="connsiteY731" fmla="*/ 353187 h 495300"/>
                <a:gd name="connsiteX732" fmla="*/ 48673 w 390525"/>
                <a:gd name="connsiteY732" fmla="*/ 353473 h 495300"/>
                <a:gd name="connsiteX733" fmla="*/ 44672 w 390525"/>
                <a:gd name="connsiteY733" fmla="*/ 354711 h 495300"/>
                <a:gd name="connsiteX734" fmla="*/ 44291 w 390525"/>
                <a:gd name="connsiteY734" fmla="*/ 355092 h 495300"/>
                <a:gd name="connsiteX735" fmla="*/ 43910 w 390525"/>
                <a:gd name="connsiteY735" fmla="*/ 355568 h 495300"/>
                <a:gd name="connsiteX736" fmla="*/ 43434 w 390525"/>
                <a:gd name="connsiteY736" fmla="*/ 356425 h 495300"/>
                <a:gd name="connsiteX737" fmla="*/ 42958 w 390525"/>
                <a:gd name="connsiteY737" fmla="*/ 356997 h 495300"/>
                <a:gd name="connsiteX738" fmla="*/ 42196 w 390525"/>
                <a:gd name="connsiteY738" fmla="*/ 357569 h 495300"/>
                <a:gd name="connsiteX739" fmla="*/ 41624 w 390525"/>
                <a:gd name="connsiteY739" fmla="*/ 357759 h 495300"/>
                <a:gd name="connsiteX740" fmla="*/ 40291 w 390525"/>
                <a:gd name="connsiteY740" fmla="*/ 357949 h 495300"/>
                <a:gd name="connsiteX741" fmla="*/ 40005 w 390525"/>
                <a:gd name="connsiteY741" fmla="*/ 358140 h 495300"/>
                <a:gd name="connsiteX742" fmla="*/ 39624 w 390525"/>
                <a:gd name="connsiteY742" fmla="*/ 358330 h 495300"/>
                <a:gd name="connsiteX743" fmla="*/ 39052 w 390525"/>
                <a:gd name="connsiteY743" fmla="*/ 358807 h 495300"/>
                <a:gd name="connsiteX744" fmla="*/ 38576 w 390525"/>
                <a:gd name="connsiteY744" fmla="*/ 359378 h 495300"/>
                <a:gd name="connsiteX745" fmla="*/ 37433 w 390525"/>
                <a:gd name="connsiteY745" fmla="*/ 361093 h 495300"/>
                <a:gd name="connsiteX746" fmla="*/ 36766 w 390525"/>
                <a:gd name="connsiteY746" fmla="*/ 362236 h 495300"/>
                <a:gd name="connsiteX747" fmla="*/ 36481 w 390525"/>
                <a:gd name="connsiteY747" fmla="*/ 363569 h 495300"/>
                <a:gd name="connsiteX748" fmla="*/ 36481 w 390525"/>
                <a:gd name="connsiteY748" fmla="*/ 366903 h 495300"/>
                <a:gd name="connsiteX749" fmla="*/ 36766 w 390525"/>
                <a:gd name="connsiteY749" fmla="*/ 371284 h 495300"/>
                <a:gd name="connsiteX750" fmla="*/ 36671 w 390525"/>
                <a:gd name="connsiteY750" fmla="*/ 372046 h 495300"/>
                <a:gd name="connsiteX751" fmla="*/ 36481 w 390525"/>
                <a:gd name="connsiteY751" fmla="*/ 372904 h 495300"/>
                <a:gd name="connsiteX752" fmla="*/ 35909 w 390525"/>
                <a:gd name="connsiteY752" fmla="*/ 374142 h 495300"/>
                <a:gd name="connsiteX753" fmla="*/ 35338 w 390525"/>
                <a:gd name="connsiteY753" fmla="*/ 375190 h 495300"/>
                <a:gd name="connsiteX754" fmla="*/ 33718 w 390525"/>
                <a:gd name="connsiteY754" fmla="*/ 376999 h 495300"/>
                <a:gd name="connsiteX755" fmla="*/ 32671 w 390525"/>
                <a:gd name="connsiteY755" fmla="*/ 378428 h 495300"/>
                <a:gd name="connsiteX756" fmla="*/ 31813 w 390525"/>
                <a:gd name="connsiteY756" fmla="*/ 380143 h 495300"/>
                <a:gd name="connsiteX757" fmla="*/ 30671 w 390525"/>
                <a:gd name="connsiteY757" fmla="*/ 383477 h 495300"/>
                <a:gd name="connsiteX758" fmla="*/ 27908 w 390525"/>
                <a:gd name="connsiteY758" fmla="*/ 387667 h 495300"/>
                <a:gd name="connsiteX759" fmla="*/ 27527 w 390525"/>
                <a:gd name="connsiteY759" fmla="*/ 388430 h 495300"/>
                <a:gd name="connsiteX760" fmla="*/ 27432 w 390525"/>
                <a:gd name="connsiteY760" fmla="*/ 389382 h 495300"/>
                <a:gd name="connsiteX761" fmla="*/ 27527 w 390525"/>
                <a:gd name="connsiteY761" fmla="*/ 390715 h 495300"/>
                <a:gd name="connsiteX762" fmla="*/ 28003 w 390525"/>
                <a:gd name="connsiteY762" fmla="*/ 393478 h 495300"/>
                <a:gd name="connsiteX763" fmla="*/ 28384 w 390525"/>
                <a:gd name="connsiteY763" fmla="*/ 394716 h 495300"/>
                <a:gd name="connsiteX764" fmla="*/ 28765 w 390525"/>
                <a:gd name="connsiteY764" fmla="*/ 395478 h 495300"/>
                <a:gd name="connsiteX765" fmla="*/ 29908 w 390525"/>
                <a:gd name="connsiteY765" fmla="*/ 396716 h 495300"/>
                <a:gd name="connsiteX766" fmla="*/ 32194 w 390525"/>
                <a:gd name="connsiteY766" fmla="*/ 398621 h 495300"/>
                <a:gd name="connsiteX767" fmla="*/ 32956 w 390525"/>
                <a:gd name="connsiteY767" fmla="*/ 399859 h 495300"/>
                <a:gd name="connsiteX768" fmla="*/ 33338 w 390525"/>
                <a:gd name="connsiteY768" fmla="*/ 400621 h 495300"/>
                <a:gd name="connsiteX769" fmla="*/ 33623 w 390525"/>
                <a:gd name="connsiteY769" fmla="*/ 401479 h 495300"/>
                <a:gd name="connsiteX770" fmla="*/ 33909 w 390525"/>
                <a:gd name="connsiteY770" fmla="*/ 402431 h 495300"/>
                <a:gd name="connsiteX771" fmla="*/ 33814 w 390525"/>
                <a:gd name="connsiteY771" fmla="*/ 403193 h 495300"/>
                <a:gd name="connsiteX772" fmla="*/ 33528 w 390525"/>
                <a:gd name="connsiteY772" fmla="*/ 404050 h 495300"/>
                <a:gd name="connsiteX773" fmla="*/ 32290 w 390525"/>
                <a:gd name="connsiteY773" fmla="*/ 406432 h 495300"/>
                <a:gd name="connsiteX774" fmla="*/ 30671 w 390525"/>
                <a:gd name="connsiteY774" fmla="*/ 408718 h 495300"/>
                <a:gd name="connsiteX775" fmla="*/ 30099 w 390525"/>
                <a:gd name="connsiteY775" fmla="*/ 410051 h 495300"/>
                <a:gd name="connsiteX776" fmla="*/ 29527 w 390525"/>
                <a:gd name="connsiteY776" fmla="*/ 414242 h 495300"/>
                <a:gd name="connsiteX777" fmla="*/ 30194 w 390525"/>
                <a:gd name="connsiteY777" fmla="*/ 414338 h 495300"/>
                <a:gd name="connsiteX778" fmla="*/ 30956 w 390525"/>
                <a:gd name="connsiteY778" fmla="*/ 414623 h 495300"/>
                <a:gd name="connsiteX779" fmla="*/ 33623 w 390525"/>
                <a:gd name="connsiteY779" fmla="*/ 416338 h 495300"/>
                <a:gd name="connsiteX780" fmla="*/ 34099 w 390525"/>
                <a:gd name="connsiteY780" fmla="*/ 416433 h 495300"/>
                <a:gd name="connsiteX781" fmla="*/ 34576 w 390525"/>
                <a:gd name="connsiteY781" fmla="*/ 416433 h 495300"/>
                <a:gd name="connsiteX782" fmla="*/ 34861 w 390525"/>
                <a:gd name="connsiteY782" fmla="*/ 416242 h 495300"/>
                <a:gd name="connsiteX783" fmla="*/ 35528 w 390525"/>
                <a:gd name="connsiteY783" fmla="*/ 415671 h 495300"/>
                <a:gd name="connsiteX784" fmla="*/ 35909 w 390525"/>
                <a:gd name="connsiteY784" fmla="*/ 415480 h 495300"/>
                <a:gd name="connsiteX785" fmla="*/ 36290 w 390525"/>
                <a:gd name="connsiteY785" fmla="*/ 415385 h 495300"/>
                <a:gd name="connsiteX786" fmla="*/ 36576 w 390525"/>
                <a:gd name="connsiteY786" fmla="*/ 415576 h 495300"/>
                <a:gd name="connsiteX787" fmla="*/ 36766 w 390525"/>
                <a:gd name="connsiteY787" fmla="*/ 416052 h 495300"/>
                <a:gd name="connsiteX788" fmla="*/ 36766 w 390525"/>
                <a:gd name="connsiteY788" fmla="*/ 417005 h 495300"/>
                <a:gd name="connsiteX789" fmla="*/ 36290 w 390525"/>
                <a:gd name="connsiteY789" fmla="*/ 418719 h 495300"/>
                <a:gd name="connsiteX790" fmla="*/ 36385 w 390525"/>
                <a:gd name="connsiteY790" fmla="*/ 419386 h 495300"/>
                <a:gd name="connsiteX791" fmla="*/ 36576 w 390525"/>
                <a:gd name="connsiteY791" fmla="*/ 420243 h 495300"/>
                <a:gd name="connsiteX792" fmla="*/ 37147 w 390525"/>
                <a:gd name="connsiteY792" fmla="*/ 421577 h 495300"/>
                <a:gd name="connsiteX793" fmla="*/ 37338 w 390525"/>
                <a:gd name="connsiteY793" fmla="*/ 423386 h 495300"/>
                <a:gd name="connsiteX794" fmla="*/ 37338 w 390525"/>
                <a:gd name="connsiteY794" fmla="*/ 424244 h 495300"/>
                <a:gd name="connsiteX795" fmla="*/ 37147 w 390525"/>
                <a:gd name="connsiteY795" fmla="*/ 424910 h 495300"/>
                <a:gd name="connsiteX796" fmla="*/ 36195 w 390525"/>
                <a:gd name="connsiteY796" fmla="*/ 426530 h 495300"/>
                <a:gd name="connsiteX797" fmla="*/ 35814 w 390525"/>
                <a:gd name="connsiteY797" fmla="*/ 427387 h 495300"/>
                <a:gd name="connsiteX798" fmla="*/ 35623 w 390525"/>
                <a:gd name="connsiteY798" fmla="*/ 428434 h 495300"/>
                <a:gd name="connsiteX799" fmla="*/ 35623 w 390525"/>
                <a:gd name="connsiteY799" fmla="*/ 428911 h 495300"/>
                <a:gd name="connsiteX800" fmla="*/ 35814 w 390525"/>
                <a:gd name="connsiteY800" fmla="*/ 429387 h 495300"/>
                <a:gd name="connsiteX801" fmla="*/ 36290 w 390525"/>
                <a:gd name="connsiteY801" fmla="*/ 429863 h 495300"/>
                <a:gd name="connsiteX802" fmla="*/ 36862 w 390525"/>
                <a:gd name="connsiteY802" fmla="*/ 430054 h 495300"/>
                <a:gd name="connsiteX803" fmla="*/ 37338 w 390525"/>
                <a:gd name="connsiteY803" fmla="*/ 430054 h 495300"/>
                <a:gd name="connsiteX804" fmla="*/ 37909 w 390525"/>
                <a:gd name="connsiteY804" fmla="*/ 430054 h 495300"/>
                <a:gd name="connsiteX805" fmla="*/ 38386 w 390525"/>
                <a:gd name="connsiteY805" fmla="*/ 430054 h 495300"/>
                <a:gd name="connsiteX806" fmla="*/ 38862 w 390525"/>
                <a:gd name="connsiteY806" fmla="*/ 429863 h 495300"/>
                <a:gd name="connsiteX807" fmla="*/ 40481 w 390525"/>
                <a:gd name="connsiteY807" fmla="*/ 429196 h 495300"/>
                <a:gd name="connsiteX808" fmla="*/ 43720 w 390525"/>
                <a:gd name="connsiteY808" fmla="*/ 426911 h 495300"/>
                <a:gd name="connsiteX809" fmla="*/ 44482 w 390525"/>
                <a:gd name="connsiteY809" fmla="*/ 426530 h 495300"/>
                <a:gd name="connsiteX810" fmla="*/ 45434 w 390525"/>
                <a:gd name="connsiteY810" fmla="*/ 426339 h 495300"/>
                <a:gd name="connsiteX811" fmla="*/ 46482 w 390525"/>
                <a:gd name="connsiteY811" fmla="*/ 426244 h 495300"/>
                <a:gd name="connsiteX812" fmla="*/ 47053 w 390525"/>
                <a:gd name="connsiteY812" fmla="*/ 426339 h 495300"/>
                <a:gd name="connsiteX813" fmla="*/ 47530 w 390525"/>
                <a:gd name="connsiteY813" fmla="*/ 426434 h 495300"/>
                <a:gd name="connsiteX814" fmla="*/ 48863 w 390525"/>
                <a:gd name="connsiteY814" fmla="*/ 427101 h 495300"/>
                <a:gd name="connsiteX815" fmla="*/ 49339 w 390525"/>
                <a:gd name="connsiteY815" fmla="*/ 427291 h 495300"/>
                <a:gd name="connsiteX816" fmla="*/ 51530 w 390525"/>
                <a:gd name="connsiteY816" fmla="*/ 427672 h 495300"/>
                <a:gd name="connsiteX817" fmla="*/ 54769 w 390525"/>
                <a:gd name="connsiteY817" fmla="*/ 427577 h 495300"/>
                <a:gd name="connsiteX818" fmla="*/ 57531 w 390525"/>
                <a:gd name="connsiteY818" fmla="*/ 427958 h 495300"/>
                <a:gd name="connsiteX819" fmla="*/ 58102 w 390525"/>
                <a:gd name="connsiteY819" fmla="*/ 427958 h 495300"/>
                <a:gd name="connsiteX820" fmla="*/ 58579 w 390525"/>
                <a:gd name="connsiteY820" fmla="*/ 427863 h 495300"/>
                <a:gd name="connsiteX821" fmla="*/ 58959 w 390525"/>
                <a:gd name="connsiteY821" fmla="*/ 427672 h 495300"/>
                <a:gd name="connsiteX822" fmla="*/ 59341 w 390525"/>
                <a:gd name="connsiteY822" fmla="*/ 427482 h 495300"/>
                <a:gd name="connsiteX823" fmla="*/ 60960 w 390525"/>
                <a:gd name="connsiteY823" fmla="*/ 426148 h 495300"/>
                <a:gd name="connsiteX824" fmla="*/ 61246 w 390525"/>
                <a:gd name="connsiteY824" fmla="*/ 425863 h 495300"/>
                <a:gd name="connsiteX825" fmla="*/ 62198 w 390525"/>
                <a:gd name="connsiteY825" fmla="*/ 425577 h 495300"/>
                <a:gd name="connsiteX826" fmla="*/ 63627 w 390525"/>
                <a:gd name="connsiteY826" fmla="*/ 425291 h 495300"/>
                <a:gd name="connsiteX827" fmla="*/ 64484 w 390525"/>
                <a:gd name="connsiteY827" fmla="*/ 425005 h 495300"/>
                <a:gd name="connsiteX828" fmla="*/ 65246 w 390525"/>
                <a:gd name="connsiteY828" fmla="*/ 424624 h 495300"/>
                <a:gd name="connsiteX829" fmla="*/ 66008 w 390525"/>
                <a:gd name="connsiteY829" fmla="*/ 424148 h 495300"/>
                <a:gd name="connsiteX830" fmla="*/ 67818 w 390525"/>
                <a:gd name="connsiteY830" fmla="*/ 422243 h 495300"/>
                <a:gd name="connsiteX831" fmla="*/ 68771 w 390525"/>
                <a:gd name="connsiteY831" fmla="*/ 420719 h 495300"/>
                <a:gd name="connsiteX832" fmla="*/ 69247 w 390525"/>
                <a:gd name="connsiteY832" fmla="*/ 419957 h 495300"/>
                <a:gd name="connsiteX833" fmla="*/ 69628 w 390525"/>
                <a:gd name="connsiteY833" fmla="*/ 419671 h 495300"/>
                <a:gd name="connsiteX834" fmla="*/ 70009 w 390525"/>
                <a:gd name="connsiteY834" fmla="*/ 419481 h 495300"/>
                <a:gd name="connsiteX835" fmla="*/ 70390 w 390525"/>
                <a:gd name="connsiteY835" fmla="*/ 419386 h 495300"/>
                <a:gd name="connsiteX836" fmla="*/ 70961 w 390525"/>
                <a:gd name="connsiteY836" fmla="*/ 419386 h 495300"/>
                <a:gd name="connsiteX837" fmla="*/ 71533 w 390525"/>
                <a:gd name="connsiteY837" fmla="*/ 419481 h 495300"/>
                <a:gd name="connsiteX838" fmla="*/ 72961 w 390525"/>
                <a:gd name="connsiteY838" fmla="*/ 419957 h 495300"/>
                <a:gd name="connsiteX839" fmla="*/ 73533 w 390525"/>
                <a:gd name="connsiteY839" fmla="*/ 419957 h 495300"/>
                <a:gd name="connsiteX840" fmla="*/ 74104 w 390525"/>
                <a:gd name="connsiteY840" fmla="*/ 419957 h 495300"/>
                <a:gd name="connsiteX841" fmla="*/ 74581 w 390525"/>
                <a:gd name="connsiteY841" fmla="*/ 419862 h 495300"/>
                <a:gd name="connsiteX842" fmla="*/ 74962 w 390525"/>
                <a:gd name="connsiteY842" fmla="*/ 419767 h 495300"/>
                <a:gd name="connsiteX843" fmla="*/ 75247 w 390525"/>
                <a:gd name="connsiteY843" fmla="*/ 419576 h 495300"/>
                <a:gd name="connsiteX844" fmla="*/ 75438 w 390525"/>
                <a:gd name="connsiteY844" fmla="*/ 419386 h 495300"/>
                <a:gd name="connsiteX845" fmla="*/ 75628 w 390525"/>
                <a:gd name="connsiteY845" fmla="*/ 419100 h 495300"/>
                <a:gd name="connsiteX846" fmla="*/ 76676 w 390525"/>
                <a:gd name="connsiteY846" fmla="*/ 417766 h 495300"/>
                <a:gd name="connsiteX847" fmla="*/ 76962 w 390525"/>
                <a:gd name="connsiteY847" fmla="*/ 417481 h 495300"/>
                <a:gd name="connsiteX848" fmla="*/ 77343 w 390525"/>
                <a:gd name="connsiteY848" fmla="*/ 417195 h 495300"/>
                <a:gd name="connsiteX849" fmla="*/ 77819 w 390525"/>
                <a:gd name="connsiteY849" fmla="*/ 417100 h 495300"/>
                <a:gd name="connsiteX850" fmla="*/ 78962 w 390525"/>
                <a:gd name="connsiteY850" fmla="*/ 417005 h 495300"/>
                <a:gd name="connsiteX851" fmla="*/ 79534 w 390525"/>
                <a:gd name="connsiteY851" fmla="*/ 417100 h 495300"/>
                <a:gd name="connsiteX852" fmla="*/ 80010 w 390525"/>
                <a:gd name="connsiteY852" fmla="*/ 417195 h 495300"/>
                <a:gd name="connsiteX853" fmla="*/ 80486 w 390525"/>
                <a:gd name="connsiteY853" fmla="*/ 417481 h 495300"/>
                <a:gd name="connsiteX854" fmla="*/ 80772 w 390525"/>
                <a:gd name="connsiteY854" fmla="*/ 417862 h 495300"/>
                <a:gd name="connsiteX855" fmla="*/ 80963 w 390525"/>
                <a:gd name="connsiteY855" fmla="*/ 418529 h 495300"/>
                <a:gd name="connsiteX856" fmla="*/ 81153 w 390525"/>
                <a:gd name="connsiteY856" fmla="*/ 419005 h 495300"/>
                <a:gd name="connsiteX857" fmla="*/ 81439 w 390525"/>
                <a:gd name="connsiteY857" fmla="*/ 421100 h 495300"/>
                <a:gd name="connsiteX858" fmla="*/ 81724 w 390525"/>
                <a:gd name="connsiteY858" fmla="*/ 421957 h 495300"/>
                <a:gd name="connsiteX859" fmla="*/ 81915 w 390525"/>
                <a:gd name="connsiteY859" fmla="*/ 422338 h 495300"/>
                <a:gd name="connsiteX860" fmla="*/ 82105 w 390525"/>
                <a:gd name="connsiteY860" fmla="*/ 422720 h 495300"/>
                <a:gd name="connsiteX861" fmla="*/ 82391 w 390525"/>
                <a:gd name="connsiteY861" fmla="*/ 423005 h 495300"/>
                <a:gd name="connsiteX862" fmla="*/ 83439 w 390525"/>
                <a:gd name="connsiteY862" fmla="*/ 423863 h 495300"/>
                <a:gd name="connsiteX863" fmla="*/ 84963 w 390525"/>
                <a:gd name="connsiteY863" fmla="*/ 424910 h 495300"/>
                <a:gd name="connsiteX864" fmla="*/ 85725 w 390525"/>
                <a:gd name="connsiteY864" fmla="*/ 425291 h 495300"/>
                <a:gd name="connsiteX865" fmla="*/ 90106 w 390525"/>
                <a:gd name="connsiteY865" fmla="*/ 426815 h 495300"/>
                <a:gd name="connsiteX866" fmla="*/ 90488 w 390525"/>
                <a:gd name="connsiteY866" fmla="*/ 427006 h 495300"/>
                <a:gd name="connsiteX867" fmla="*/ 90868 w 390525"/>
                <a:gd name="connsiteY867" fmla="*/ 427291 h 495300"/>
                <a:gd name="connsiteX868" fmla="*/ 91535 w 390525"/>
                <a:gd name="connsiteY868" fmla="*/ 427863 h 495300"/>
                <a:gd name="connsiteX869" fmla="*/ 91821 w 390525"/>
                <a:gd name="connsiteY869" fmla="*/ 428149 h 495300"/>
                <a:gd name="connsiteX870" fmla="*/ 92011 w 390525"/>
                <a:gd name="connsiteY870" fmla="*/ 428530 h 495300"/>
                <a:gd name="connsiteX871" fmla="*/ 92297 w 390525"/>
                <a:gd name="connsiteY871" fmla="*/ 429006 h 495300"/>
                <a:gd name="connsiteX872" fmla="*/ 92488 w 390525"/>
                <a:gd name="connsiteY872" fmla="*/ 429673 h 495300"/>
                <a:gd name="connsiteX873" fmla="*/ 92678 w 390525"/>
                <a:gd name="connsiteY873" fmla="*/ 430816 h 495300"/>
                <a:gd name="connsiteX874" fmla="*/ 92678 w 390525"/>
                <a:gd name="connsiteY874" fmla="*/ 431578 h 495300"/>
                <a:gd name="connsiteX875" fmla="*/ 92583 w 390525"/>
                <a:gd name="connsiteY875" fmla="*/ 432054 h 495300"/>
                <a:gd name="connsiteX876" fmla="*/ 90106 w 390525"/>
                <a:gd name="connsiteY876" fmla="*/ 438245 h 495300"/>
                <a:gd name="connsiteX877" fmla="*/ 89916 w 390525"/>
                <a:gd name="connsiteY877" fmla="*/ 439198 h 495300"/>
                <a:gd name="connsiteX878" fmla="*/ 89916 w 390525"/>
                <a:gd name="connsiteY878" fmla="*/ 439674 h 495300"/>
                <a:gd name="connsiteX879" fmla="*/ 90106 w 390525"/>
                <a:gd name="connsiteY879" fmla="*/ 440150 h 495300"/>
                <a:gd name="connsiteX880" fmla="*/ 90392 w 390525"/>
                <a:gd name="connsiteY880" fmla="*/ 440436 h 495300"/>
                <a:gd name="connsiteX881" fmla="*/ 90773 w 390525"/>
                <a:gd name="connsiteY881" fmla="*/ 440722 h 495300"/>
                <a:gd name="connsiteX882" fmla="*/ 92964 w 390525"/>
                <a:gd name="connsiteY882" fmla="*/ 441674 h 495300"/>
                <a:gd name="connsiteX883" fmla="*/ 93345 w 390525"/>
                <a:gd name="connsiteY883" fmla="*/ 441960 h 495300"/>
                <a:gd name="connsiteX884" fmla="*/ 93726 w 390525"/>
                <a:gd name="connsiteY884" fmla="*/ 442246 h 495300"/>
                <a:gd name="connsiteX885" fmla="*/ 93726 w 390525"/>
                <a:gd name="connsiteY885" fmla="*/ 442627 h 495300"/>
                <a:gd name="connsiteX886" fmla="*/ 93535 w 390525"/>
                <a:gd name="connsiteY886" fmla="*/ 443198 h 495300"/>
                <a:gd name="connsiteX887" fmla="*/ 92964 w 390525"/>
                <a:gd name="connsiteY887" fmla="*/ 443674 h 495300"/>
                <a:gd name="connsiteX888" fmla="*/ 92392 w 390525"/>
                <a:gd name="connsiteY888" fmla="*/ 443865 h 495300"/>
                <a:gd name="connsiteX889" fmla="*/ 91916 w 390525"/>
                <a:gd name="connsiteY889" fmla="*/ 444055 h 495300"/>
                <a:gd name="connsiteX890" fmla="*/ 90297 w 390525"/>
                <a:gd name="connsiteY890" fmla="*/ 444151 h 495300"/>
                <a:gd name="connsiteX891" fmla="*/ 89344 w 390525"/>
                <a:gd name="connsiteY891" fmla="*/ 444341 h 495300"/>
                <a:gd name="connsiteX892" fmla="*/ 88868 w 390525"/>
                <a:gd name="connsiteY892" fmla="*/ 444532 h 495300"/>
                <a:gd name="connsiteX893" fmla="*/ 88582 w 390525"/>
                <a:gd name="connsiteY893" fmla="*/ 444722 h 495300"/>
                <a:gd name="connsiteX894" fmla="*/ 86677 w 390525"/>
                <a:gd name="connsiteY894" fmla="*/ 446437 h 495300"/>
                <a:gd name="connsiteX895" fmla="*/ 85915 w 390525"/>
                <a:gd name="connsiteY895" fmla="*/ 446913 h 495300"/>
                <a:gd name="connsiteX896" fmla="*/ 85058 w 390525"/>
                <a:gd name="connsiteY896" fmla="*/ 447294 h 495300"/>
                <a:gd name="connsiteX897" fmla="*/ 81629 w 390525"/>
                <a:gd name="connsiteY897" fmla="*/ 447770 h 495300"/>
                <a:gd name="connsiteX898" fmla="*/ 79819 w 390525"/>
                <a:gd name="connsiteY898" fmla="*/ 448342 h 495300"/>
                <a:gd name="connsiteX899" fmla="*/ 79438 w 390525"/>
                <a:gd name="connsiteY899" fmla="*/ 448532 h 495300"/>
                <a:gd name="connsiteX900" fmla="*/ 79057 w 390525"/>
                <a:gd name="connsiteY900" fmla="*/ 448818 h 495300"/>
                <a:gd name="connsiteX901" fmla="*/ 76581 w 390525"/>
                <a:gd name="connsiteY901" fmla="*/ 451104 h 495300"/>
                <a:gd name="connsiteX902" fmla="*/ 73247 w 390525"/>
                <a:gd name="connsiteY902" fmla="*/ 453199 h 495300"/>
                <a:gd name="connsiteX903" fmla="*/ 72295 w 390525"/>
                <a:gd name="connsiteY903" fmla="*/ 453580 h 495300"/>
                <a:gd name="connsiteX904" fmla="*/ 71438 w 390525"/>
                <a:gd name="connsiteY904" fmla="*/ 453771 h 495300"/>
                <a:gd name="connsiteX905" fmla="*/ 70961 w 390525"/>
                <a:gd name="connsiteY905" fmla="*/ 453866 h 495300"/>
                <a:gd name="connsiteX906" fmla="*/ 70580 w 390525"/>
                <a:gd name="connsiteY906" fmla="*/ 454057 h 495300"/>
                <a:gd name="connsiteX907" fmla="*/ 69913 w 390525"/>
                <a:gd name="connsiteY907" fmla="*/ 454628 h 495300"/>
                <a:gd name="connsiteX908" fmla="*/ 69151 w 390525"/>
                <a:gd name="connsiteY908" fmla="*/ 455009 h 495300"/>
                <a:gd name="connsiteX909" fmla="*/ 68771 w 390525"/>
                <a:gd name="connsiteY909" fmla="*/ 455200 h 495300"/>
                <a:gd name="connsiteX910" fmla="*/ 68294 w 390525"/>
                <a:gd name="connsiteY910" fmla="*/ 455390 h 495300"/>
                <a:gd name="connsiteX911" fmla="*/ 67913 w 390525"/>
                <a:gd name="connsiteY911" fmla="*/ 455771 h 495300"/>
                <a:gd name="connsiteX912" fmla="*/ 67532 w 390525"/>
                <a:gd name="connsiteY912" fmla="*/ 456438 h 495300"/>
                <a:gd name="connsiteX913" fmla="*/ 66865 w 390525"/>
                <a:gd name="connsiteY913" fmla="*/ 457676 h 495300"/>
                <a:gd name="connsiteX914" fmla="*/ 66580 w 390525"/>
                <a:gd name="connsiteY914" fmla="*/ 458629 h 495300"/>
                <a:gd name="connsiteX915" fmla="*/ 66294 w 390525"/>
                <a:gd name="connsiteY915" fmla="*/ 459677 h 495300"/>
                <a:gd name="connsiteX916" fmla="*/ 66103 w 390525"/>
                <a:gd name="connsiteY916" fmla="*/ 462724 h 495300"/>
                <a:gd name="connsiteX917" fmla="*/ 65913 w 390525"/>
                <a:gd name="connsiteY917" fmla="*/ 463677 h 495300"/>
                <a:gd name="connsiteX918" fmla="*/ 65437 w 390525"/>
                <a:gd name="connsiteY918" fmla="*/ 464630 h 495300"/>
                <a:gd name="connsiteX919" fmla="*/ 64675 w 390525"/>
                <a:gd name="connsiteY919" fmla="*/ 465582 h 495300"/>
                <a:gd name="connsiteX920" fmla="*/ 63722 w 390525"/>
                <a:gd name="connsiteY920" fmla="*/ 466534 h 495300"/>
                <a:gd name="connsiteX921" fmla="*/ 62674 w 390525"/>
                <a:gd name="connsiteY921" fmla="*/ 467963 h 495300"/>
                <a:gd name="connsiteX922" fmla="*/ 62293 w 390525"/>
                <a:gd name="connsiteY922" fmla="*/ 468821 h 495300"/>
                <a:gd name="connsiteX923" fmla="*/ 61246 w 390525"/>
                <a:gd name="connsiteY923" fmla="*/ 471678 h 495300"/>
                <a:gd name="connsiteX924" fmla="*/ 60865 w 390525"/>
                <a:gd name="connsiteY924" fmla="*/ 472535 h 495300"/>
                <a:gd name="connsiteX925" fmla="*/ 60484 w 390525"/>
                <a:gd name="connsiteY925" fmla="*/ 473297 h 495300"/>
                <a:gd name="connsiteX926" fmla="*/ 59436 w 390525"/>
                <a:gd name="connsiteY926" fmla="*/ 474726 h 495300"/>
                <a:gd name="connsiteX927" fmla="*/ 58198 w 390525"/>
                <a:gd name="connsiteY927" fmla="*/ 475964 h 495300"/>
                <a:gd name="connsiteX928" fmla="*/ 56769 w 390525"/>
                <a:gd name="connsiteY928" fmla="*/ 477012 h 495300"/>
                <a:gd name="connsiteX929" fmla="*/ 50673 w 390525"/>
                <a:gd name="connsiteY929" fmla="*/ 480250 h 495300"/>
                <a:gd name="connsiteX930" fmla="*/ 49911 w 390525"/>
                <a:gd name="connsiteY930" fmla="*/ 480727 h 495300"/>
                <a:gd name="connsiteX931" fmla="*/ 49339 w 390525"/>
                <a:gd name="connsiteY931" fmla="*/ 481298 h 495300"/>
                <a:gd name="connsiteX932" fmla="*/ 49054 w 390525"/>
                <a:gd name="connsiteY932" fmla="*/ 481679 h 495300"/>
                <a:gd name="connsiteX933" fmla="*/ 48863 w 390525"/>
                <a:gd name="connsiteY933" fmla="*/ 482060 h 495300"/>
                <a:gd name="connsiteX934" fmla="*/ 48768 w 390525"/>
                <a:gd name="connsiteY934" fmla="*/ 482537 h 495300"/>
                <a:gd name="connsiteX935" fmla="*/ 49149 w 390525"/>
                <a:gd name="connsiteY935" fmla="*/ 483013 h 495300"/>
                <a:gd name="connsiteX936" fmla="*/ 49816 w 390525"/>
                <a:gd name="connsiteY936" fmla="*/ 483394 h 495300"/>
                <a:gd name="connsiteX937" fmla="*/ 52292 w 390525"/>
                <a:gd name="connsiteY937" fmla="*/ 484251 h 495300"/>
                <a:gd name="connsiteX938" fmla="*/ 54673 w 390525"/>
                <a:gd name="connsiteY938" fmla="*/ 484537 h 495300"/>
                <a:gd name="connsiteX939" fmla="*/ 55150 w 390525"/>
                <a:gd name="connsiteY939" fmla="*/ 484727 h 495300"/>
                <a:gd name="connsiteX940" fmla="*/ 55531 w 390525"/>
                <a:gd name="connsiteY940" fmla="*/ 485013 h 495300"/>
                <a:gd name="connsiteX941" fmla="*/ 56007 w 390525"/>
                <a:gd name="connsiteY941" fmla="*/ 485584 h 495300"/>
                <a:gd name="connsiteX942" fmla="*/ 56864 w 390525"/>
                <a:gd name="connsiteY942" fmla="*/ 486918 h 495300"/>
                <a:gd name="connsiteX943" fmla="*/ 57626 w 390525"/>
                <a:gd name="connsiteY943" fmla="*/ 488252 h 495300"/>
                <a:gd name="connsiteX944" fmla="*/ 58007 w 390525"/>
                <a:gd name="connsiteY944" fmla="*/ 488632 h 495300"/>
                <a:gd name="connsiteX945" fmla="*/ 58388 w 390525"/>
                <a:gd name="connsiteY945" fmla="*/ 489013 h 495300"/>
                <a:gd name="connsiteX946" fmla="*/ 60579 w 390525"/>
                <a:gd name="connsiteY946" fmla="*/ 489871 h 495300"/>
                <a:gd name="connsiteX947" fmla="*/ 63341 w 390525"/>
                <a:gd name="connsiteY947" fmla="*/ 490919 h 495300"/>
                <a:gd name="connsiteX948" fmla="*/ 64294 w 390525"/>
                <a:gd name="connsiteY948" fmla="*/ 491680 h 495300"/>
                <a:gd name="connsiteX949" fmla="*/ 64675 w 390525"/>
                <a:gd name="connsiteY949" fmla="*/ 492442 h 495300"/>
                <a:gd name="connsiteX950" fmla="*/ 65913 w 390525"/>
                <a:gd name="connsiteY950" fmla="*/ 495300 h 495300"/>
                <a:gd name="connsiteX951" fmla="*/ 66484 w 390525"/>
                <a:gd name="connsiteY951" fmla="*/ 496348 h 495300"/>
                <a:gd name="connsiteX952" fmla="*/ 67056 w 390525"/>
                <a:gd name="connsiteY952" fmla="*/ 496919 h 495300"/>
                <a:gd name="connsiteX953" fmla="*/ 67723 w 390525"/>
                <a:gd name="connsiteY953" fmla="*/ 497205 h 495300"/>
                <a:gd name="connsiteX954" fmla="*/ 68484 w 390525"/>
                <a:gd name="connsiteY954" fmla="*/ 497396 h 495300"/>
                <a:gd name="connsiteX955" fmla="*/ 69247 w 390525"/>
                <a:gd name="connsiteY955" fmla="*/ 497396 h 495300"/>
                <a:gd name="connsiteX956" fmla="*/ 69532 w 390525"/>
                <a:gd name="connsiteY956" fmla="*/ 497300 h 495300"/>
                <a:gd name="connsiteX957" fmla="*/ 70104 w 390525"/>
                <a:gd name="connsiteY957" fmla="*/ 497110 h 495300"/>
                <a:gd name="connsiteX958" fmla="*/ 70390 w 390525"/>
                <a:gd name="connsiteY958" fmla="*/ 496919 h 495300"/>
                <a:gd name="connsiteX959" fmla="*/ 70771 w 390525"/>
                <a:gd name="connsiteY959" fmla="*/ 496633 h 495300"/>
                <a:gd name="connsiteX960" fmla="*/ 71342 w 390525"/>
                <a:gd name="connsiteY960" fmla="*/ 495967 h 495300"/>
                <a:gd name="connsiteX961" fmla="*/ 72295 w 390525"/>
                <a:gd name="connsiteY961" fmla="*/ 494538 h 495300"/>
                <a:gd name="connsiteX962" fmla="*/ 72866 w 390525"/>
                <a:gd name="connsiteY962" fmla="*/ 493871 h 495300"/>
                <a:gd name="connsiteX963" fmla="*/ 73914 w 390525"/>
                <a:gd name="connsiteY963" fmla="*/ 493109 h 495300"/>
                <a:gd name="connsiteX964" fmla="*/ 74581 w 390525"/>
                <a:gd name="connsiteY964" fmla="*/ 492633 h 495300"/>
                <a:gd name="connsiteX965" fmla="*/ 75057 w 390525"/>
                <a:gd name="connsiteY965" fmla="*/ 492442 h 495300"/>
                <a:gd name="connsiteX966" fmla="*/ 77343 w 390525"/>
                <a:gd name="connsiteY966" fmla="*/ 492442 h 495300"/>
                <a:gd name="connsiteX967" fmla="*/ 79153 w 390525"/>
                <a:gd name="connsiteY967" fmla="*/ 492823 h 495300"/>
                <a:gd name="connsiteX968" fmla="*/ 80105 w 390525"/>
                <a:gd name="connsiteY968" fmla="*/ 492919 h 495300"/>
                <a:gd name="connsiteX969" fmla="*/ 80772 w 390525"/>
                <a:gd name="connsiteY969" fmla="*/ 492823 h 495300"/>
                <a:gd name="connsiteX970" fmla="*/ 81629 w 390525"/>
                <a:gd name="connsiteY970" fmla="*/ 492538 h 495300"/>
                <a:gd name="connsiteX971" fmla="*/ 85058 w 390525"/>
                <a:gd name="connsiteY971" fmla="*/ 490442 h 495300"/>
                <a:gd name="connsiteX972" fmla="*/ 85630 w 390525"/>
                <a:gd name="connsiteY972" fmla="*/ 490156 h 495300"/>
                <a:gd name="connsiteX973" fmla="*/ 86582 w 390525"/>
                <a:gd name="connsiteY973" fmla="*/ 489871 h 495300"/>
                <a:gd name="connsiteX974" fmla="*/ 87154 w 390525"/>
                <a:gd name="connsiteY974" fmla="*/ 489966 h 495300"/>
                <a:gd name="connsiteX975" fmla="*/ 87534 w 390525"/>
                <a:gd name="connsiteY975" fmla="*/ 490252 h 495300"/>
                <a:gd name="connsiteX976" fmla="*/ 87821 w 390525"/>
                <a:gd name="connsiteY976" fmla="*/ 490633 h 495300"/>
                <a:gd name="connsiteX977" fmla="*/ 88106 w 390525"/>
                <a:gd name="connsiteY977" fmla="*/ 491490 h 495300"/>
                <a:gd name="connsiteX978" fmla="*/ 88297 w 390525"/>
                <a:gd name="connsiteY978" fmla="*/ 491871 h 495300"/>
                <a:gd name="connsiteX979" fmla="*/ 88678 w 390525"/>
                <a:gd name="connsiteY979" fmla="*/ 492252 h 495300"/>
                <a:gd name="connsiteX980" fmla="*/ 89344 w 390525"/>
                <a:gd name="connsiteY980" fmla="*/ 492538 h 495300"/>
                <a:gd name="connsiteX981" fmla="*/ 90583 w 390525"/>
                <a:gd name="connsiteY981" fmla="*/ 492919 h 495300"/>
                <a:gd name="connsiteX982" fmla="*/ 91249 w 390525"/>
                <a:gd name="connsiteY982" fmla="*/ 492919 h 495300"/>
                <a:gd name="connsiteX983" fmla="*/ 91821 w 390525"/>
                <a:gd name="connsiteY983" fmla="*/ 492823 h 495300"/>
                <a:gd name="connsiteX984" fmla="*/ 92202 w 390525"/>
                <a:gd name="connsiteY984" fmla="*/ 492538 h 495300"/>
                <a:gd name="connsiteX985" fmla="*/ 92488 w 390525"/>
                <a:gd name="connsiteY985" fmla="*/ 492252 h 495300"/>
                <a:gd name="connsiteX986" fmla="*/ 92773 w 390525"/>
                <a:gd name="connsiteY986" fmla="*/ 491871 h 495300"/>
                <a:gd name="connsiteX987" fmla="*/ 92964 w 390525"/>
                <a:gd name="connsiteY987" fmla="*/ 491490 h 495300"/>
                <a:gd name="connsiteX988" fmla="*/ 93250 w 390525"/>
                <a:gd name="connsiteY988" fmla="*/ 490442 h 495300"/>
                <a:gd name="connsiteX989" fmla="*/ 93535 w 390525"/>
                <a:gd name="connsiteY989" fmla="*/ 487680 h 495300"/>
                <a:gd name="connsiteX990" fmla="*/ 93916 w 390525"/>
                <a:gd name="connsiteY990" fmla="*/ 487013 h 495300"/>
                <a:gd name="connsiteX991" fmla="*/ 94488 w 390525"/>
                <a:gd name="connsiteY991" fmla="*/ 486442 h 495300"/>
                <a:gd name="connsiteX992" fmla="*/ 95821 w 390525"/>
                <a:gd name="connsiteY992" fmla="*/ 485775 h 495300"/>
                <a:gd name="connsiteX993" fmla="*/ 96679 w 390525"/>
                <a:gd name="connsiteY993" fmla="*/ 485680 h 495300"/>
                <a:gd name="connsiteX994" fmla="*/ 97346 w 390525"/>
                <a:gd name="connsiteY994" fmla="*/ 485680 h 495300"/>
                <a:gd name="connsiteX995" fmla="*/ 98203 w 390525"/>
                <a:gd name="connsiteY995" fmla="*/ 486061 h 495300"/>
                <a:gd name="connsiteX996" fmla="*/ 99346 w 390525"/>
                <a:gd name="connsiteY996" fmla="*/ 486346 h 495300"/>
                <a:gd name="connsiteX997" fmla="*/ 100774 w 390525"/>
                <a:gd name="connsiteY997" fmla="*/ 486632 h 495300"/>
                <a:gd name="connsiteX998" fmla="*/ 101251 w 390525"/>
                <a:gd name="connsiteY998" fmla="*/ 486823 h 495300"/>
                <a:gd name="connsiteX999" fmla="*/ 101632 w 390525"/>
                <a:gd name="connsiteY999" fmla="*/ 487013 h 495300"/>
                <a:gd name="connsiteX1000" fmla="*/ 101917 w 390525"/>
                <a:gd name="connsiteY1000" fmla="*/ 487394 h 495300"/>
                <a:gd name="connsiteX1001" fmla="*/ 102108 w 390525"/>
                <a:gd name="connsiteY1001" fmla="*/ 487775 h 495300"/>
                <a:gd name="connsiteX1002" fmla="*/ 102489 w 390525"/>
                <a:gd name="connsiteY1002" fmla="*/ 488632 h 495300"/>
                <a:gd name="connsiteX1003" fmla="*/ 102775 w 390525"/>
                <a:gd name="connsiteY1003" fmla="*/ 489013 h 495300"/>
                <a:gd name="connsiteX1004" fmla="*/ 103251 w 390525"/>
                <a:gd name="connsiteY1004" fmla="*/ 489395 h 495300"/>
                <a:gd name="connsiteX1005" fmla="*/ 104203 w 390525"/>
                <a:gd name="connsiteY1005" fmla="*/ 489680 h 495300"/>
                <a:gd name="connsiteX1006" fmla="*/ 104870 w 390525"/>
                <a:gd name="connsiteY1006" fmla="*/ 489680 h 495300"/>
                <a:gd name="connsiteX1007" fmla="*/ 105346 w 390525"/>
                <a:gd name="connsiteY1007" fmla="*/ 489490 h 495300"/>
                <a:gd name="connsiteX1008" fmla="*/ 105632 w 390525"/>
                <a:gd name="connsiteY1008" fmla="*/ 489204 h 495300"/>
                <a:gd name="connsiteX1009" fmla="*/ 105918 w 390525"/>
                <a:gd name="connsiteY1009" fmla="*/ 488918 h 495300"/>
                <a:gd name="connsiteX1010" fmla="*/ 106489 w 390525"/>
                <a:gd name="connsiteY1010" fmla="*/ 488156 h 495300"/>
                <a:gd name="connsiteX1011" fmla="*/ 108680 w 390525"/>
                <a:gd name="connsiteY1011" fmla="*/ 484251 h 495300"/>
                <a:gd name="connsiteX1012" fmla="*/ 109538 w 390525"/>
                <a:gd name="connsiteY1012" fmla="*/ 483203 h 495300"/>
                <a:gd name="connsiteX1013" fmla="*/ 109918 w 390525"/>
                <a:gd name="connsiteY1013" fmla="*/ 482917 h 495300"/>
                <a:gd name="connsiteX1014" fmla="*/ 110299 w 390525"/>
                <a:gd name="connsiteY1014" fmla="*/ 482632 h 495300"/>
                <a:gd name="connsiteX1015" fmla="*/ 110776 w 390525"/>
                <a:gd name="connsiteY1015" fmla="*/ 482537 h 495300"/>
                <a:gd name="connsiteX1016" fmla="*/ 116681 w 390525"/>
                <a:gd name="connsiteY1016" fmla="*/ 481108 h 495300"/>
                <a:gd name="connsiteX1017" fmla="*/ 117157 w 390525"/>
                <a:gd name="connsiteY1017" fmla="*/ 480917 h 495300"/>
                <a:gd name="connsiteX1018" fmla="*/ 117443 w 390525"/>
                <a:gd name="connsiteY1018" fmla="*/ 480727 h 495300"/>
                <a:gd name="connsiteX1019" fmla="*/ 117824 w 390525"/>
                <a:gd name="connsiteY1019" fmla="*/ 480441 h 495300"/>
                <a:gd name="connsiteX1020" fmla="*/ 118110 w 390525"/>
                <a:gd name="connsiteY1020" fmla="*/ 480060 h 495300"/>
                <a:gd name="connsiteX1021" fmla="*/ 118491 w 390525"/>
                <a:gd name="connsiteY1021" fmla="*/ 479679 h 495300"/>
                <a:gd name="connsiteX1022" fmla="*/ 118967 w 390525"/>
                <a:gd name="connsiteY1022" fmla="*/ 479298 h 495300"/>
                <a:gd name="connsiteX1023" fmla="*/ 119443 w 390525"/>
                <a:gd name="connsiteY1023" fmla="*/ 479203 h 495300"/>
                <a:gd name="connsiteX1024" fmla="*/ 119920 w 390525"/>
                <a:gd name="connsiteY1024" fmla="*/ 479298 h 495300"/>
                <a:gd name="connsiteX1025" fmla="*/ 120396 w 390525"/>
                <a:gd name="connsiteY1025" fmla="*/ 479488 h 495300"/>
                <a:gd name="connsiteX1026" fmla="*/ 122682 w 390525"/>
                <a:gd name="connsiteY1026" fmla="*/ 480917 h 495300"/>
                <a:gd name="connsiteX1027" fmla="*/ 123349 w 390525"/>
                <a:gd name="connsiteY1027" fmla="*/ 481108 h 495300"/>
                <a:gd name="connsiteX1028" fmla="*/ 124396 w 390525"/>
                <a:gd name="connsiteY1028" fmla="*/ 481298 h 495300"/>
                <a:gd name="connsiteX1029" fmla="*/ 126301 w 390525"/>
                <a:gd name="connsiteY1029" fmla="*/ 481298 h 495300"/>
                <a:gd name="connsiteX1030" fmla="*/ 127349 w 390525"/>
                <a:gd name="connsiteY1030" fmla="*/ 481108 h 495300"/>
                <a:gd name="connsiteX1031" fmla="*/ 128206 w 390525"/>
                <a:gd name="connsiteY1031" fmla="*/ 480917 h 495300"/>
                <a:gd name="connsiteX1032" fmla="*/ 129254 w 390525"/>
                <a:gd name="connsiteY1032" fmla="*/ 480441 h 495300"/>
                <a:gd name="connsiteX1033" fmla="*/ 129635 w 390525"/>
                <a:gd name="connsiteY1033" fmla="*/ 480155 h 495300"/>
                <a:gd name="connsiteX1034" fmla="*/ 134398 w 390525"/>
                <a:gd name="connsiteY1034" fmla="*/ 475869 h 495300"/>
                <a:gd name="connsiteX1035" fmla="*/ 135255 w 390525"/>
                <a:gd name="connsiteY1035" fmla="*/ 475202 h 495300"/>
                <a:gd name="connsiteX1036" fmla="*/ 136303 w 390525"/>
                <a:gd name="connsiteY1036" fmla="*/ 474726 h 495300"/>
                <a:gd name="connsiteX1037" fmla="*/ 136969 w 390525"/>
                <a:gd name="connsiteY1037" fmla="*/ 474440 h 495300"/>
                <a:gd name="connsiteX1038" fmla="*/ 137636 w 390525"/>
                <a:gd name="connsiteY1038" fmla="*/ 474345 h 495300"/>
                <a:gd name="connsiteX1039" fmla="*/ 138113 w 390525"/>
                <a:gd name="connsiteY1039" fmla="*/ 474345 h 495300"/>
                <a:gd name="connsiteX1040" fmla="*/ 138684 w 390525"/>
                <a:gd name="connsiteY1040" fmla="*/ 474345 h 495300"/>
                <a:gd name="connsiteX1041" fmla="*/ 139160 w 390525"/>
                <a:gd name="connsiteY1041" fmla="*/ 474440 h 495300"/>
                <a:gd name="connsiteX1042" fmla="*/ 140113 w 390525"/>
                <a:gd name="connsiteY1042" fmla="*/ 474726 h 495300"/>
                <a:gd name="connsiteX1043" fmla="*/ 141351 w 390525"/>
                <a:gd name="connsiteY1043" fmla="*/ 475488 h 495300"/>
                <a:gd name="connsiteX1044" fmla="*/ 141827 w 390525"/>
                <a:gd name="connsiteY1044" fmla="*/ 475774 h 495300"/>
                <a:gd name="connsiteX1045" fmla="*/ 142113 w 390525"/>
                <a:gd name="connsiteY1045" fmla="*/ 475679 h 495300"/>
                <a:gd name="connsiteX1046" fmla="*/ 142303 w 390525"/>
                <a:gd name="connsiteY1046" fmla="*/ 475202 h 495300"/>
                <a:gd name="connsiteX1047" fmla="*/ 142494 w 390525"/>
                <a:gd name="connsiteY1047" fmla="*/ 474345 h 495300"/>
                <a:gd name="connsiteX1048" fmla="*/ 143065 w 390525"/>
                <a:gd name="connsiteY1048" fmla="*/ 474059 h 495300"/>
                <a:gd name="connsiteX1049" fmla="*/ 146590 w 390525"/>
                <a:gd name="connsiteY1049" fmla="*/ 472821 h 495300"/>
                <a:gd name="connsiteX1050" fmla="*/ 148876 w 390525"/>
                <a:gd name="connsiteY1050" fmla="*/ 472440 h 495300"/>
                <a:gd name="connsiteX1051" fmla="*/ 149352 w 390525"/>
                <a:gd name="connsiteY1051" fmla="*/ 472535 h 495300"/>
                <a:gd name="connsiteX1052" fmla="*/ 149828 w 390525"/>
                <a:gd name="connsiteY1052" fmla="*/ 472726 h 495300"/>
                <a:gd name="connsiteX1053" fmla="*/ 150304 w 390525"/>
                <a:gd name="connsiteY1053" fmla="*/ 472916 h 495300"/>
                <a:gd name="connsiteX1054" fmla="*/ 150971 w 390525"/>
                <a:gd name="connsiteY1054" fmla="*/ 473488 h 495300"/>
                <a:gd name="connsiteX1055" fmla="*/ 151543 w 390525"/>
                <a:gd name="connsiteY1055" fmla="*/ 474155 h 495300"/>
                <a:gd name="connsiteX1056" fmla="*/ 154019 w 390525"/>
                <a:gd name="connsiteY1056" fmla="*/ 478155 h 495300"/>
                <a:gd name="connsiteX1057" fmla="*/ 154305 w 390525"/>
                <a:gd name="connsiteY1057" fmla="*/ 478441 h 495300"/>
                <a:gd name="connsiteX1058" fmla="*/ 154876 w 390525"/>
                <a:gd name="connsiteY1058" fmla="*/ 479012 h 495300"/>
                <a:gd name="connsiteX1059" fmla="*/ 155353 w 390525"/>
                <a:gd name="connsiteY1059" fmla="*/ 479393 h 495300"/>
                <a:gd name="connsiteX1060" fmla="*/ 158496 w 390525"/>
                <a:gd name="connsiteY1060" fmla="*/ 481108 h 495300"/>
                <a:gd name="connsiteX1061" fmla="*/ 158782 w 390525"/>
                <a:gd name="connsiteY1061" fmla="*/ 481394 h 495300"/>
                <a:gd name="connsiteX1062" fmla="*/ 159163 w 390525"/>
                <a:gd name="connsiteY1062" fmla="*/ 481679 h 495300"/>
                <a:gd name="connsiteX1063" fmla="*/ 159353 w 390525"/>
                <a:gd name="connsiteY1063" fmla="*/ 482060 h 495300"/>
                <a:gd name="connsiteX1064" fmla="*/ 159829 w 390525"/>
                <a:gd name="connsiteY1064" fmla="*/ 482822 h 495300"/>
                <a:gd name="connsiteX1065" fmla="*/ 160306 w 390525"/>
                <a:gd name="connsiteY1065" fmla="*/ 484061 h 495300"/>
                <a:gd name="connsiteX1066" fmla="*/ 162211 w 390525"/>
                <a:gd name="connsiteY1066" fmla="*/ 486823 h 495300"/>
                <a:gd name="connsiteX1067" fmla="*/ 163068 w 390525"/>
                <a:gd name="connsiteY1067" fmla="*/ 487775 h 495300"/>
                <a:gd name="connsiteX1068" fmla="*/ 167259 w 390525"/>
                <a:gd name="connsiteY1068" fmla="*/ 489966 h 495300"/>
                <a:gd name="connsiteX1069" fmla="*/ 168211 w 390525"/>
                <a:gd name="connsiteY1069" fmla="*/ 490728 h 495300"/>
                <a:gd name="connsiteX1070" fmla="*/ 169831 w 390525"/>
                <a:gd name="connsiteY1070" fmla="*/ 492633 h 495300"/>
                <a:gd name="connsiteX1071" fmla="*/ 170497 w 390525"/>
                <a:gd name="connsiteY1071" fmla="*/ 493205 h 495300"/>
                <a:gd name="connsiteX1072" fmla="*/ 171164 w 390525"/>
                <a:gd name="connsiteY1072" fmla="*/ 493395 h 495300"/>
                <a:gd name="connsiteX1073" fmla="*/ 171640 w 390525"/>
                <a:gd name="connsiteY1073" fmla="*/ 493395 h 495300"/>
                <a:gd name="connsiteX1074" fmla="*/ 175641 w 390525"/>
                <a:gd name="connsiteY1074" fmla="*/ 492157 h 495300"/>
                <a:gd name="connsiteX1075" fmla="*/ 176689 w 390525"/>
                <a:gd name="connsiteY1075" fmla="*/ 492062 h 495300"/>
                <a:gd name="connsiteX1076" fmla="*/ 177832 w 390525"/>
                <a:gd name="connsiteY1076" fmla="*/ 492062 h 495300"/>
                <a:gd name="connsiteX1077" fmla="*/ 178403 w 390525"/>
                <a:gd name="connsiteY1077" fmla="*/ 491966 h 495300"/>
                <a:gd name="connsiteX1078" fmla="*/ 178879 w 390525"/>
                <a:gd name="connsiteY1078" fmla="*/ 491776 h 495300"/>
                <a:gd name="connsiteX1079" fmla="*/ 179165 w 390525"/>
                <a:gd name="connsiteY1079" fmla="*/ 491395 h 495300"/>
                <a:gd name="connsiteX1080" fmla="*/ 179070 w 390525"/>
                <a:gd name="connsiteY1080" fmla="*/ 491014 h 495300"/>
                <a:gd name="connsiteX1081" fmla="*/ 177736 w 390525"/>
                <a:gd name="connsiteY1081" fmla="*/ 486632 h 495300"/>
                <a:gd name="connsiteX1082" fmla="*/ 177546 w 390525"/>
                <a:gd name="connsiteY1082" fmla="*/ 484537 h 495300"/>
                <a:gd name="connsiteX1083" fmla="*/ 177736 w 390525"/>
                <a:gd name="connsiteY1083" fmla="*/ 481203 h 495300"/>
                <a:gd name="connsiteX1084" fmla="*/ 177736 w 390525"/>
                <a:gd name="connsiteY1084" fmla="*/ 480631 h 495300"/>
                <a:gd name="connsiteX1085" fmla="*/ 177641 w 390525"/>
                <a:gd name="connsiteY1085" fmla="*/ 480155 h 495300"/>
                <a:gd name="connsiteX1086" fmla="*/ 177451 w 390525"/>
                <a:gd name="connsiteY1086" fmla="*/ 479774 h 495300"/>
                <a:gd name="connsiteX1087" fmla="*/ 177165 w 390525"/>
                <a:gd name="connsiteY1087" fmla="*/ 479393 h 495300"/>
                <a:gd name="connsiteX1088" fmla="*/ 175641 w 390525"/>
                <a:gd name="connsiteY1088" fmla="*/ 477393 h 495300"/>
                <a:gd name="connsiteX1089" fmla="*/ 175450 w 390525"/>
                <a:gd name="connsiteY1089" fmla="*/ 477012 h 495300"/>
                <a:gd name="connsiteX1090" fmla="*/ 175260 w 390525"/>
                <a:gd name="connsiteY1090" fmla="*/ 476631 h 495300"/>
                <a:gd name="connsiteX1091" fmla="*/ 175165 w 390525"/>
                <a:gd name="connsiteY1091" fmla="*/ 476155 h 495300"/>
                <a:gd name="connsiteX1092" fmla="*/ 175069 w 390525"/>
                <a:gd name="connsiteY1092" fmla="*/ 475679 h 495300"/>
                <a:gd name="connsiteX1093" fmla="*/ 175165 w 390525"/>
                <a:gd name="connsiteY1093" fmla="*/ 475202 h 495300"/>
                <a:gd name="connsiteX1094" fmla="*/ 175641 w 390525"/>
                <a:gd name="connsiteY1094" fmla="*/ 473773 h 495300"/>
                <a:gd name="connsiteX1095" fmla="*/ 175736 w 390525"/>
                <a:gd name="connsiteY1095" fmla="*/ 472916 h 495300"/>
                <a:gd name="connsiteX1096" fmla="*/ 175736 w 390525"/>
                <a:gd name="connsiteY1096" fmla="*/ 472059 h 495300"/>
                <a:gd name="connsiteX1097" fmla="*/ 175450 w 390525"/>
                <a:gd name="connsiteY1097" fmla="*/ 470059 h 495300"/>
                <a:gd name="connsiteX1098" fmla="*/ 175546 w 390525"/>
                <a:gd name="connsiteY1098" fmla="*/ 469392 h 495300"/>
                <a:gd name="connsiteX1099" fmla="*/ 175831 w 390525"/>
                <a:gd name="connsiteY1099" fmla="*/ 468535 h 495300"/>
                <a:gd name="connsiteX1100" fmla="*/ 176784 w 390525"/>
                <a:gd name="connsiteY1100" fmla="*/ 467106 h 495300"/>
                <a:gd name="connsiteX1101" fmla="*/ 177451 w 390525"/>
                <a:gd name="connsiteY1101" fmla="*/ 466344 h 495300"/>
                <a:gd name="connsiteX1102" fmla="*/ 178117 w 390525"/>
                <a:gd name="connsiteY1102" fmla="*/ 465772 h 495300"/>
                <a:gd name="connsiteX1103" fmla="*/ 179641 w 390525"/>
                <a:gd name="connsiteY1103" fmla="*/ 464915 h 495300"/>
                <a:gd name="connsiteX1104" fmla="*/ 180022 w 390525"/>
                <a:gd name="connsiteY1104" fmla="*/ 464725 h 495300"/>
                <a:gd name="connsiteX1105" fmla="*/ 182023 w 390525"/>
                <a:gd name="connsiteY1105" fmla="*/ 464439 h 495300"/>
                <a:gd name="connsiteX1106" fmla="*/ 184309 w 390525"/>
                <a:gd name="connsiteY1106" fmla="*/ 464630 h 495300"/>
                <a:gd name="connsiteX1107" fmla="*/ 185928 w 390525"/>
                <a:gd name="connsiteY1107" fmla="*/ 464915 h 495300"/>
                <a:gd name="connsiteX1108" fmla="*/ 186595 w 390525"/>
                <a:gd name="connsiteY1108" fmla="*/ 465011 h 495300"/>
                <a:gd name="connsiteX1109" fmla="*/ 187452 w 390525"/>
                <a:gd name="connsiteY1109" fmla="*/ 464820 h 495300"/>
                <a:gd name="connsiteX1110" fmla="*/ 187738 w 390525"/>
                <a:gd name="connsiteY1110" fmla="*/ 464534 h 495300"/>
                <a:gd name="connsiteX1111" fmla="*/ 187833 w 390525"/>
                <a:gd name="connsiteY1111" fmla="*/ 464058 h 495300"/>
                <a:gd name="connsiteX1112" fmla="*/ 187642 w 390525"/>
                <a:gd name="connsiteY1112" fmla="*/ 463677 h 495300"/>
                <a:gd name="connsiteX1113" fmla="*/ 186690 w 390525"/>
                <a:gd name="connsiteY1113" fmla="*/ 462248 h 495300"/>
                <a:gd name="connsiteX1114" fmla="*/ 186309 w 390525"/>
                <a:gd name="connsiteY1114" fmla="*/ 461581 h 495300"/>
                <a:gd name="connsiteX1115" fmla="*/ 186118 w 390525"/>
                <a:gd name="connsiteY1115" fmla="*/ 460915 h 495300"/>
                <a:gd name="connsiteX1116" fmla="*/ 183642 w 390525"/>
                <a:gd name="connsiteY1116" fmla="*/ 457676 h 495300"/>
                <a:gd name="connsiteX1117" fmla="*/ 183547 w 390525"/>
                <a:gd name="connsiteY1117" fmla="*/ 457105 h 495300"/>
                <a:gd name="connsiteX1118" fmla="*/ 183451 w 390525"/>
                <a:gd name="connsiteY1118" fmla="*/ 456438 h 495300"/>
                <a:gd name="connsiteX1119" fmla="*/ 183832 w 390525"/>
                <a:gd name="connsiteY1119" fmla="*/ 456343 h 495300"/>
                <a:gd name="connsiteX1120" fmla="*/ 184404 w 390525"/>
                <a:gd name="connsiteY1120" fmla="*/ 456247 h 495300"/>
                <a:gd name="connsiteX1121" fmla="*/ 185166 w 390525"/>
                <a:gd name="connsiteY1121" fmla="*/ 456152 h 495300"/>
                <a:gd name="connsiteX1122" fmla="*/ 185642 w 390525"/>
                <a:gd name="connsiteY1122" fmla="*/ 455676 h 495300"/>
                <a:gd name="connsiteX1123" fmla="*/ 186118 w 390525"/>
                <a:gd name="connsiteY1123" fmla="*/ 454438 h 495300"/>
                <a:gd name="connsiteX1124" fmla="*/ 186214 w 390525"/>
                <a:gd name="connsiteY1124" fmla="*/ 453580 h 495300"/>
                <a:gd name="connsiteX1125" fmla="*/ 186023 w 390525"/>
                <a:gd name="connsiteY1125" fmla="*/ 453009 h 495300"/>
                <a:gd name="connsiteX1126" fmla="*/ 185547 w 390525"/>
                <a:gd name="connsiteY1126" fmla="*/ 452056 h 495300"/>
                <a:gd name="connsiteX1127" fmla="*/ 185166 w 390525"/>
                <a:gd name="connsiteY1127" fmla="*/ 451009 h 495300"/>
                <a:gd name="connsiteX1128" fmla="*/ 185166 w 390525"/>
                <a:gd name="connsiteY1128" fmla="*/ 447389 h 495300"/>
                <a:gd name="connsiteX1129" fmla="*/ 185071 w 390525"/>
                <a:gd name="connsiteY1129" fmla="*/ 446722 h 495300"/>
                <a:gd name="connsiteX1130" fmla="*/ 184404 w 390525"/>
                <a:gd name="connsiteY1130" fmla="*/ 445103 h 495300"/>
                <a:gd name="connsiteX1131" fmla="*/ 182499 w 390525"/>
                <a:gd name="connsiteY1131" fmla="*/ 438340 h 495300"/>
                <a:gd name="connsiteX1132" fmla="*/ 182499 w 390525"/>
                <a:gd name="connsiteY1132" fmla="*/ 437293 h 495300"/>
                <a:gd name="connsiteX1133" fmla="*/ 182594 w 390525"/>
                <a:gd name="connsiteY1133" fmla="*/ 436531 h 495300"/>
                <a:gd name="connsiteX1134" fmla="*/ 183928 w 390525"/>
                <a:gd name="connsiteY1134" fmla="*/ 435388 h 495300"/>
                <a:gd name="connsiteX1135" fmla="*/ 186595 w 390525"/>
                <a:gd name="connsiteY1135" fmla="*/ 433864 h 495300"/>
                <a:gd name="connsiteX1136" fmla="*/ 187261 w 390525"/>
                <a:gd name="connsiteY1136" fmla="*/ 433292 h 495300"/>
                <a:gd name="connsiteX1137" fmla="*/ 187833 w 390525"/>
                <a:gd name="connsiteY1137" fmla="*/ 432625 h 495300"/>
                <a:gd name="connsiteX1138" fmla="*/ 189833 w 390525"/>
                <a:gd name="connsiteY1138" fmla="*/ 429101 h 495300"/>
                <a:gd name="connsiteX1139" fmla="*/ 190405 w 390525"/>
                <a:gd name="connsiteY1139" fmla="*/ 428434 h 495300"/>
                <a:gd name="connsiteX1140" fmla="*/ 191738 w 390525"/>
                <a:gd name="connsiteY1140" fmla="*/ 427196 h 495300"/>
                <a:gd name="connsiteX1141" fmla="*/ 192119 w 390525"/>
                <a:gd name="connsiteY1141" fmla="*/ 426720 h 495300"/>
                <a:gd name="connsiteX1142" fmla="*/ 192500 w 390525"/>
                <a:gd name="connsiteY1142" fmla="*/ 425958 h 495300"/>
                <a:gd name="connsiteX1143" fmla="*/ 193072 w 390525"/>
                <a:gd name="connsiteY1143" fmla="*/ 424434 h 495300"/>
                <a:gd name="connsiteX1144" fmla="*/ 193357 w 390525"/>
                <a:gd name="connsiteY1144" fmla="*/ 423481 h 495300"/>
                <a:gd name="connsiteX1145" fmla="*/ 193453 w 390525"/>
                <a:gd name="connsiteY1145" fmla="*/ 422815 h 495300"/>
                <a:gd name="connsiteX1146" fmla="*/ 193167 w 390525"/>
                <a:gd name="connsiteY1146" fmla="*/ 420148 h 495300"/>
                <a:gd name="connsiteX1147" fmla="*/ 193262 w 390525"/>
                <a:gd name="connsiteY1147" fmla="*/ 419386 h 495300"/>
                <a:gd name="connsiteX1148" fmla="*/ 193453 w 390525"/>
                <a:gd name="connsiteY1148" fmla="*/ 418147 h 495300"/>
                <a:gd name="connsiteX1149" fmla="*/ 194500 w 390525"/>
                <a:gd name="connsiteY1149" fmla="*/ 414147 h 495300"/>
                <a:gd name="connsiteX1150" fmla="*/ 195167 w 390525"/>
                <a:gd name="connsiteY1150" fmla="*/ 409861 h 495300"/>
                <a:gd name="connsiteX1151" fmla="*/ 195358 w 390525"/>
                <a:gd name="connsiteY1151" fmla="*/ 409384 h 495300"/>
                <a:gd name="connsiteX1152" fmla="*/ 196215 w 390525"/>
                <a:gd name="connsiteY1152" fmla="*/ 407861 h 495300"/>
                <a:gd name="connsiteX1153" fmla="*/ 196786 w 390525"/>
                <a:gd name="connsiteY1153" fmla="*/ 406527 h 495300"/>
                <a:gd name="connsiteX1154" fmla="*/ 196977 w 390525"/>
                <a:gd name="connsiteY1154" fmla="*/ 406051 h 495300"/>
                <a:gd name="connsiteX1155" fmla="*/ 198215 w 390525"/>
                <a:gd name="connsiteY1155" fmla="*/ 404431 h 495300"/>
                <a:gd name="connsiteX1156" fmla="*/ 198596 w 390525"/>
                <a:gd name="connsiteY1156" fmla="*/ 403670 h 495300"/>
                <a:gd name="connsiteX1157" fmla="*/ 198691 w 390525"/>
                <a:gd name="connsiteY1157" fmla="*/ 403098 h 495300"/>
                <a:gd name="connsiteX1158" fmla="*/ 198596 w 390525"/>
                <a:gd name="connsiteY1158" fmla="*/ 402622 h 495300"/>
                <a:gd name="connsiteX1159" fmla="*/ 198501 w 390525"/>
                <a:gd name="connsiteY1159" fmla="*/ 402146 h 495300"/>
                <a:gd name="connsiteX1160" fmla="*/ 197644 w 390525"/>
                <a:gd name="connsiteY1160" fmla="*/ 400621 h 495300"/>
                <a:gd name="connsiteX1161" fmla="*/ 197453 w 390525"/>
                <a:gd name="connsiteY1161" fmla="*/ 400050 h 495300"/>
                <a:gd name="connsiteX1162" fmla="*/ 197263 w 390525"/>
                <a:gd name="connsiteY1162" fmla="*/ 399383 h 495300"/>
                <a:gd name="connsiteX1163" fmla="*/ 197263 w 390525"/>
                <a:gd name="connsiteY1163" fmla="*/ 398240 h 495300"/>
                <a:gd name="connsiteX1164" fmla="*/ 197358 w 390525"/>
                <a:gd name="connsiteY1164" fmla="*/ 397669 h 495300"/>
                <a:gd name="connsiteX1165" fmla="*/ 197548 w 390525"/>
                <a:gd name="connsiteY1165" fmla="*/ 397097 h 495300"/>
                <a:gd name="connsiteX1166" fmla="*/ 197834 w 390525"/>
                <a:gd name="connsiteY1166" fmla="*/ 396716 h 495300"/>
                <a:gd name="connsiteX1167" fmla="*/ 198596 w 390525"/>
                <a:gd name="connsiteY1167" fmla="*/ 395192 h 495300"/>
                <a:gd name="connsiteX1168" fmla="*/ 199263 w 390525"/>
                <a:gd name="connsiteY1168" fmla="*/ 393478 h 495300"/>
                <a:gd name="connsiteX1169" fmla="*/ 199739 w 390525"/>
                <a:gd name="connsiteY1169" fmla="*/ 392621 h 495300"/>
                <a:gd name="connsiteX1170" fmla="*/ 200215 w 390525"/>
                <a:gd name="connsiteY1170" fmla="*/ 392144 h 495300"/>
                <a:gd name="connsiteX1171" fmla="*/ 200977 w 390525"/>
                <a:gd name="connsiteY1171" fmla="*/ 391668 h 495300"/>
                <a:gd name="connsiteX1172" fmla="*/ 201358 w 390525"/>
                <a:gd name="connsiteY1172" fmla="*/ 391573 h 495300"/>
                <a:gd name="connsiteX1173" fmla="*/ 202121 w 390525"/>
                <a:gd name="connsiteY1173" fmla="*/ 391096 h 495300"/>
                <a:gd name="connsiteX1174" fmla="*/ 202406 w 390525"/>
                <a:gd name="connsiteY1174" fmla="*/ 390811 h 495300"/>
                <a:gd name="connsiteX1175" fmla="*/ 202692 w 390525"/>
                <a:gd name="connsiteY1175" fmla="*/ 390334 h 495300"/>
                <a:gd name="connsiteX1176" fmla="*/ 203835 w 390525"/>
                <a:gd name="connsiteY1176" fmla="*/ 387667 h 495300"/>
                <a:gd name="connsiteX1177" fmla="*/ 204025 w 390525"/>
                <a:gd name="connsiteY1177" fmla="*/ 387287 h 495300"/>
                <a:gd name="connsiteX1178" fmla="*/ 204311 w 390525"/>
                <a:gd name="connsiteY1178" fmla="*/ 386905 h 495300"/>
                <a:gd name="connsiteX1179" fmla="*/ 204692 w 390525"/>
                <a:gd name="connsiteY1179" fmla="*/ 386620 h 495300"/>
                <a:gd name="connsiteX1180" fmla="*/ 205073 w 390525"/>
                <a:gd name="connsiteY1180" fmla="*/ 386334 h 495300"/>
                <a:gd name="connsiteX1181" fmla="*/ 205930 w 390525"/>
                <a:gd name="connsiteY1181" fmla="*/ 386048 h 495300"/>
                <a:gd name="connsiteX1182" fmla="*/ 206883 w 390525"/>
                <a:gd name="connsiteY1182" fmla="*/ 385858 h 495300"/>
                <a:gd name="connsiteX1183" fmla="*/ 207454 w 390525"/>
                <a:gd name="connsiteY1183" fmla="*/ 385667 h 495300"/>
                <a:gd name="connsiteX1184" fmla="*/ 207931 w 390525"/>
                <a:gd name="connsiteY1184" fmla="*/ 385381 h 495300"/>
                <a:gd name="connsiteX1185" fmla="*/ 208026 w 390525"/>
                <a:gd name="connsiteY1185" fmla="*/ 384905 h 495300"/>
                <a:gd name="connsiteX1186" fmla="*/ 207931 w 390525"/>
                <a:gd name="connsiteY1186" fmla="*/ 384524 h 495300"/>
                <a:gd name="connsiteX1187" fmla="*/ 207645 w 390525"/>
                <a:gd name="connsiteY1187" fmla="*/ 384143 h 495300"/>
                <a:gd name="connsiteX1188" fmla="*/ 206692 w 390525"/>
                <a:gd name="connsiteY1188" fmla="*/ 383286 h 495300"/>
                <a:gd name="connsiteX1189" fmla="*/ 206216 w 390525"/>
                <a:gd name="connsiteY1189" fmla="*/ 382524 h 495300"/>
                <a:gd name="connsiteX1190" fmla="*/ 205930 w 390525"/>
                <a:gd name="connsiteY1190" fmla="*/ 381762 h 495300"/>
                <a:gd name="connsiteX1191" fmla="*/ 205645 w 390525"/>
                <a:gd name="connsiteY1191" fmla="*/ 380238 h 495300"/>
                <a:gd name="connsiteX1192" fmla="*/ 205645 w 390525"/>
                <a:gd name="connsiteY1192" fmla="*/ 378619 h 495300"/>
                <a:gd name="connsiteX1193" fmla="*/ 205835 w 390525"/>
                <a:gd name="connsiteY1193" fmla="*/ 377762 h 495300"/>
                <a:gd name="connsiteX1194" fmla="*/ 205930 w 390525"/>
                <a:gd name="connsiteY1194" fmla="*/ 377285 h 495300"/>
                <a:gd name="connsiteX1195" fmla="*/ 208216 w 390525"/>
                <a:gd name="connsiteY1195" fmla="*/ 374809 h 495300"/>
                <a:gd name="connsiteX1196" fmla="*/ 209550 w 390525"/>
                <a:gd name="connsiteY1196" fmla="*/ 373761 h 495300"/>
                <a:gd name="connsiteX1197" fmla="*/ 209931 w 390525"/>
                <a:gd name="connsiteY1197" fmla="*/ 373475 h 495300"/>
                <a:gd name="connsiteX1198" fmla="*/ 210693 w 390525"/>
                <a:gd name="connsiteY1198" fmla="*/ 373094 h 495300"/>
                <a:gd name="connsiteX1199" fmla="*/ 211931 w 390525"/>
                <a:gd name="connsiteY1199" fmla="*/ 372523 h 495300"/>
                <a:gd name="connsiteX1200" fmla="*/ 215646 w 390525"/>
                <a:gd name="connsiteY1200" fmla="*/ 372237 h 495300"/>
                <a:gd name="connsiteX1201" fmla="*/ 216598 w 390525"/>
                <a:gd name="connsiteY1201" fmla="*/ 372046 h 495300"/>
                <a:gd name="connsiteX1202" fmla="*/ 216979 w 390525"/>
                <a:gd name="connsiteY1202" fmla="*/ 371856 h 495300"/>
                <a:gd name="connsiteX1203" fmla="*/ 217360 w 390525"/>
                <a:gd name="connsiteY1203" fmla="*/ 371665 h 495300"/>
                <a:gd name="connsiteX1204" fmla="*/ 219456 w 390525"/>
                <a:gd name="connsiteY1204" fmla="*/ 370237 h 495300"/>
                <a:gd name="connsiteX1205" fmla="*/ 220980 w 390525"/>
                <a:gd name="connsiteY1205" fmla="*/ 369475 h 495300"/>
                <a:gd name="connsiteX1206" fmla="*/ 221456 w 390525"/>
                <a:gd name="connsiteY1206" fmla="*/ 368903 h 495300"/>
                <a:gd name="connsiteX1207" fmla="*/ 222028 w 390525"/>
                <a:gd name="connsiteY1207" fmla="*/ 368046 h 495300"/>
                <a:gd name="connsiteX1208" fmla="*/ 224123 w 390525"/>
                <a:gd name="connsiteY1208" fmla="*/ 363664 h 495300"/>
                <a:gd name="connsiteX1209" fmla="*/ 226885 w 390525"/>
                <a:gd name="connsiteY1209" fmla="*/ 360045 h 495300"/>
                <a:gd name="connsiteX1210" fmla="*/ 228505 w 390525"/>
                <a:gd name="connsiteY1210" fmla="*/ 353949 h 495300"/>
                <a:gd name="connsiteX1211" fmla="*/ 228695 w 390525"/>
                <a:gd name="connsiteY1211" fmla="*/ 351949 h 495300"/>
                <a:gd name="connsiteX1212" fmla="*/ 228505 w 390525"/>
                <a:gd name="connsiteY1212" fmla="*/ 351568 h 495300"/>
                <a:gd name="connsiteX1213" fmla="*/ 228314 w 390525"/>
                <a:gd name="connsiteY1213" fmla="*/ 351091 h 495300"/>
                <a:gd name="connsiteX1214" fmla="*/ 227933 w 390525"/>
                <a:gd name="connsiteY1214" fmla="*/ 350234 h 495300"/>
                <a:gd name="connsiteX1215" fmla="*/ 227647 w 390525"/>
                <a:gd name="connsiteY1215" fmla="*/ 349567 h 495300"/>
                <a:gd name="connsiteX1216" fmla="*/ 227457 w 390525"/>
                <a:gd name="connsiteY1216" fmla="*/ 348520 h 495300"/>
                <a:gd name="connsiteX1217" fmla="*/ 227552 w 390525"/>
                <a:gd name="connsiteY1217" fmla="*/ 347091 h 495300"/>
                <a:gd name="connsiteX1218" fmla="*/ 227552 w 390525"/>
                <a:gd name="connsiteY1218" fmla="*/ 346329 h 495300"/>
                <a:gd name="connsiteX1219" fmla="*/ 227552 w 390525"/>
                <a:gd name="connsiteY1219" fmla="*/ 345662 h 495300"/>
                <a:gd name="connsiteX1220" fmla="*/ 227076 w 390525"/>
                <a:gd name="connsiteY1220" fmla="*/ 343853 h 495300"/>
                <a:gd name="connsiteX1221" fmla="*/ 226790 w 390525"/>
                <a:gd name="connsiteY1221" fmla="*/ 341757 h 495300"/>
                <a:gd name="connsiteX1222" fmla="*/ 226885 w 390525"/>
                <a:gd name="connsiteY1222" fmla="*/ 340805 h 495300"/>
                <a:gd name="connsiteX1223" fmla="*/ 227076 w 390525"/>
                <a:gd name="connsiteY1223" fmla="*/ 340042 h 495300"/>
                <a:gd name="connsiteX1224" fmla="*/ 230409 w 390525"/>
                <a:gd name="connsiteY1224" fmla="*/ 335566 h 495300"/>
                <a:gd name="connsiteX1225" fmla="*/ 231648 w 390525"/>
                <a:gd name="connsiteY1225" fmla="*/ 334328 h 495300"/>
                <a:gd name="connsiteX1226" fmla="*/ 231934 w 390525"/>
                <a:gd name="connsiteY1226" fmla="*/ 334042 h 495300"/>
                <a:gd name="connsiteX1227" fmla="*/ 233267 w 390525"/>
                <a:gd name="connsiteY1227" fmla="*/ 332518 h 495300"/>
                <a:gd name="connsiteX1228" fmla="*/ 235267 w 390525"/>
                <a:gd name="connsiteY1228" fmla="*/ 329470 h 495300"/>
                <a:gd name="connsiteX1229" fmla="*/ 235553 w 390525"/>
                <a:gd name="connsiteY1229" fmla="*/ 329184 h 495300"/>
                <a:gd name="connsiteX1230" fmla="*/ 235934 w 390525"/>
                <a:gd name="connsiteY1230" fmla="*/ 329089 h 495300"/>
                <a:gd name="connsiteX1231" fmla="*/ 236315 w 390525"/>
                <a:gd name="connsiteY1231" fmla="*/ 328994 h 495300"/>
                <a:gd name="connsiteX1232" fmla="*/ 236887 w 390525"/>
                <a:gd name="connsiteY1232" fmla="*/ 328994 h 495300"/>
                <a:gd name="connsiteX1233" fmla="*/ 237268 w 390525"/>
                <a:gd name="connsiteY1233" fmla="*/ 329089 h 495300"/>
                <a:gd name="connsiteX1234" fmla="*/ 237649 w 390525"/>
                <a:gd name="connsiteY1234" fmla="*/ 329374 h 495300"/>
                <a:gd name="connsiteX1235" fmla="*/ 238125 w 390525"/>
                <a:gd name="connsiteY1235" fmla="*/ 330137 h 495300"/>
                <a:gd name="connsiteX1236" fmla="*/ 238601 w 390525"/>
                <a:gd name="connsiteY1236" fmla="*/ 330898 h 495300"/>
                <a:gd name="connsiteX1237" fmla="*/ 238887 w 390525"/>
                <a:gd name="connsiteY1237" fmla="*/ 331184 h 495300"/>
                <a:gd name="connsiteX1238" fmla="*/ 239173 w 390525"/>
                <a:gd name="connsiteY1238" fmla="*/ 331565 h 495300"/>
                <a:gd name="connsiteX1239" fmla="*/ 239554 w 390525"/>
                <a:gd name="connsiteY1239" fmla="*/ 331756 h 495300"/>
                <a:gd name="connsiteX1240" fmla="*/ 239934 w 390525"/>
                <a:gd name="connsiteY1240" fmla="*/ 331946 h 495300"/>
                <a:gd name="connsiteX1241" fmla="*/ 240506 w 390525"/>
                <a:gd name="connsiteY1241" fmla="*/ 332041 h 495300"/>
                <a:gd name="connsiteX1242" fmla="*/ 240982 w 390525"/>
                <a:gd name="connsiteY1242" fmla="*/ 332041 h 495300"/>
                <a:gd name="connsiteX1243" fmla="*/ 241459 w 390525"/>
                <a:gd name="connsiteY1243" fmla="*/ 331756 h 495300"/>
                <a:gd name="connsiteX1244" fmla="*/ 241935 w 390525"/>
                <a:gd name="connsiteY1244" fmla="*/ 331280 h 495300"/>
                <a:gd name="connsiteX1245" fmla="*/ 242697 w 390525"/>
                <a:gd name="connsiteY1245" fmla="*/ 330517 h 495300"/>
                <a:gd name="connsiteX1246" fmla="*/ 242983 w 390525"/>
                <a:gd name="connsiteY1246" fmla="*/ 329851 h 495300"/>
                <a:gd name="connsiteX1247" fmla="*/ 243078 w 390525"/>
                <a:gd name="connsiteY1247" fmla="*/ 329184 h 495300"/>
                <a:gd name="connsiteX1248" fmla="*/ 243459 w 390525"/>
                <a:gd name="connsiteY1248" fmla="*/ 326898 h 495300"/>
                <a:gd name="connsiteX1249" fmla="*/ 244697 w 390525"/>
                <a:gd name="connsiteY1249" fmla="*/ 321850 h 495300"/>
                <a:gd name="connsiteX1250" fmla="*/ 244697 w 390525"/>
                <a:gd name="connsiteY1250" fmla="*/ 321373 h 495300"/>
                <a:gd name="connsiteX1251" fmla="*/ 244602 w 390525"/>
                <a:gd name="connsiteY1251" fmla="*/ 321183 h 495300"/>
                <a:gd name="connsiteX1252" fmla="*/ 244507 w 390525"/>
                <a:gd name="connsiteY1252" fmla="*/ 321088 h 495300"/>
                <a:gd name="connsiteX1253" fmla="*/ 244221 w 390525"/>
                <a:gd name="connsiteY1253" fmla="*/ 320897 h 495300"/>
                <a:gd name="connsiteX1254" fmla="*/ 242697 w 390525"/>
                <a:gd name="connsiteY1254" fmla="*/ 320707 h 495300"/>
                <a:gd name="connsiteX1255" fmla="*/ 242125 w 390525"/>
                <a:gd name="connsiteY1255" fmla="*/ 320612 h 495300"/>
                <a:gd name="connsiteX1256" fmla="*/ 241744 w 390525"/>
                <a:gd name="connsiteY1256" fmla="*/ 320421 h 495300"/>
                <a:gd name="connsiteX1257" fmla="*/ 241078 w 390525"/>
                <a:gd name="connsiteY1257" fmla="*/ 319849 h 495300"/>
                <a:gd name="connsiteX1258" fmla="*/ 240506 w 390525"/>
                <a:gd name="connsiteY1258" fmla="*/ 319183 h 495300"/>
                <a:gd name="connsiteX1259" fmla="*/ 238506 w 390525"/>
                <a:gd name="connsiteY1259" fmla="*/ 315658 h 495300"/>
                <a:gd name="connsiteX1260" fmla="*/ 238125 w 390525"/>
                <a:gd name="connsiteY1260" fmla="*/ 312896 h 495300"/>
                <a:gd name="connsiteX1261" fmla="*/ 238125 w 390525"/>
                <a:gd name="connsiteY1261" fmla="*/ 310801 h 495300"/>
                <a:gd name="connsiteX1262" fmla="*/ 237934 w 390525"/>
                <a:gd name="connsiteY1262" fmla="*/ 309563 h 495300"/>
                <a:gd name="connsiteX1263" fmla="*/ 237744 w 390525"/>
                <a:gd name="connsiteY1263" fmla="*/ 308800 h 495300"/>
                <a:gd name="connsiteX1264" fmla="*/ 237458 w 390525"/>
                <a:gd name="connsiteY1264" fmla="*/ 308420 h 495300"/>
                <a:gd name="connsiteX1265" fmla="*/ 236887 w 390525"/>
                <a:gd name="connsiteY1265" fmla="*/ 307657 h 495300"/>
                <a:gd name="connsiteX1266" fmla="*/ 236506 w 390525"/>
                <a:gd name="connsiteY1266" fmla="*/ 306991 h 495300"/>
                <a:gd name="connsiteX1267" fmla="*/ 235934 w 390525"/>
                <a:gd name="connsiteY1267" fmla="*/ 305848 h 495300"/>
                <a:gd name="connsiteX1268" fmla="*/ 235648 w 390525"/>
                <a:gd name="connsiteY1268" fmla="*/ 305086 h 495300"/>
                <a:gd name="connsiteX1269" fmla="*/ 235458 w 390525"/>
                <a:gd name="connsiteY1269" fmla="*/ 304324 h 495300"/>
                <a:gd name="connsiteX1270" fmla="*/ 235458 w 390525"/>
                <a:gd name="connsiteY1270" fmla="*/ 303657 h 495300"/>
                <a:gd name="connsiteX1271" fmla="*/ 235553 w 390525"/>
                <a:gd name="connsiteY1271" fmla="*/ 302609 h 495300"/>
                <a:gd name="connsiteX1272" fmla="*/ 235648 w 390525"/>
                <a:gd name="connsiteY1272" fmla="*/ 301942 h 495300"/>
                <a:gd name="connsiteX1273" fmla="*/ 235839 w 390525"/>
                <a:gd name="connsiteY1273" fmla="*/ 301371 h 495300"/>
                <a:gd name="connsiteX1274" fmla="*/ 236315 w 390525"/>
                <a:gd name="connsiteY1274" fmla="*/ 300514 h 495300"/>
                <a:gd name="connsiteX1275" fmla="*/ 237363 w 390525"/>
                <a:gd name="connsiteY1275" fmla="*/ 299085 h 495300"/>
                <a:gd name="connsiteX1276" fmla="*/ 237649 w 390525"/>
                <a:gd name="connsiteY1276" fmla="*/ 297942 h 495300"/>
                <a:gd name="connsiteX1277" fmla="*/ 238696 w 390525"/>
                <a:gd name="connsiteY1277" fmla="*/ 288417 h 495300"/>
                <a:gd name="connsiteX1278" fmla="*/ 238887 w 390525"/>
                <a:gd name="connsiteY1278" fmla="*/ 288036 h 495300"/>
                <a:gd name="connsiteX1279" fmla="*/ 239458 w 390525"/>
                <a:gd name="connsiteY1279" fmla="*/ 287274 h 495300"/>
                <a:gd name="connsiteX1280" fmla="*/ 242506 w 390525"/>
                <a:gd name="connsiteY1280" fmla="*/ 284036 h 495300"/>
                <a:gd name="connsiteX1281" fmla="*/ 243840 w 390525"/>
                <a:gd name="connsiteY1281" fmla="*/ 281845 h 495300"/>
                <a:gd name="connsiteX1282" fmla="*/ 244221 w 390525"/>
                <a:gd name="connsiteY1282" fmla="*/ 281369 h 495300"/>
                <a:gd name="connsiteX1283" fmla="*/ 244602 w 390525"/>
                <a:gd name="connsiteY1283" fmla="*/ 280988 h 495300"/>
                <a:gd name="connsiteX1284" fmla="*/ 244983 w 390525"/>
                <a:gd name="connsiteY1284" fmla="*/ 280797 h 495300"/>
                <a:gd name="connsiteX1285" fmla="*/ 246507 w 390525"/>
                <a:gd name="connsiteY1285" fmla="*/ 279940 h 495300"/>
                <a:gd name="connsiteX1286" fmla="*/ 246888 w 390525"/>
                <a:gd name="connsiteY1286" fmla="*/ 279654 h 495300"/>
                <a:gd name="connsiteX1287" fmla="*/ 248698 w 390525"/>
                <a:gd name="connsiteY1287" fmla="*/ 277844 h 495300"/>
                <a:gd name="connsiteX1288" fmla="*/ 249079 w 390525"/>
                <a:gd name="connsiteY1288" fmla="*/ 277654 h 495300"/>
                <a:gd name="connsiteX1289" fmla="*/ 249459 w 390525"/>
                <a:gd name="connsiteY1289" fmla="*/ 277654 h 495300"/>
                <a:gd name="connsiteX1290" fmla="*/ 250412 w 390525"/>
                <a:gd name="connsiteY1290" fmla="*/ 278416 h 495300"/>
                <a:gd name="connsiteX1291" fmla="*/ 250793 w 390525"/>
                <a:gd name="connsiteY1291" fmla="*/ 278606 h 495300"/>
                <a:gd name="connsiteX1292" fmla="*/ 251269 w 390525"/>
                <a:gd name="connsiteY1292" fmla="*/ 278511 h 495300"/>
                <a:gd name="connsiteX1293" fmla="*/ 252889 w 390525"/>
                <a:gd name="connsiteY1293" fmla="*/ 277749 h 495300"/>
                <a:gd name="connsiteX1294" fmla="*/ 254317 w 390525"/>
                <a:gd name="connsiteY1294" fmla="*/ 276892 h 495300"/>
                <a:gd name="connsiteX1295" fmla="*/ 256032 w 390525"/>
                <a:gd name="connsiteY1295" fmla="*/ 276130 h 495300"/>
                <a:gd name="connsiteX1296" fmla="*/ 256508 w 390525"/>
                <a:gd name="connsiteY1296" fmla="*/ 275939 h 495300"/>
                <a:gd name="connsiteX1297" fmla="*/ 257461 w 390525"/>
                <a:gd name="connsiteY1297" fmla="*/ 275844 h 495300"/>
                <a:gd name="connsiteX1298" fmla="*/ 261366 w 390525"/>
                <a:gd name="connsiteY1298" fmla="*/ 275749 h 495300"/>
                <a:gd name="connsiteX1299" fmla="*/ 261938 w 390525"/>
                <a:gd name="connsiteY1299" fmla="*/ 275749 h 495300"/>
                <a:gd name="connsiteX1300" fmla="*/ 262795 w 390525"/>
                <a:gd name="connsiteY1300" fmla="*/ 275463 h 495300"/>
                <a:gd name="connsiteX1301" fmla="*/ 264414 w 390525"/>
                <a:gd name="connsiteY1301" fmla="*/ 274701 h 495300"/>
                <a:gd name="connsiteX1302" fmla="*/ 265366 w 390525"/>
                <a:gd name="connsiteY1302" fmla="*/ 274320 h 495300"/>
                <a:gd name="connsiteX1303" fmla="*/ 265843 w 390525"/>
                <a:gd name="connsiteY1303" fmla="*/ 274320 h 495300"/>
                <a:gd name="connsiteX1304" fmla="*/ 266414 w 390525"/>
                <a:gd name="connsiteY1304" fmla="*/ 274320 h 495300"/>
                <a:gd name="connsiteX1305" fmla="*/ 267938 w 390525"/>
                <a:gd name="connsiteY1305" fmla="*/ 274796 h 495300"/>
                <a:gd name="connsiteX1306" fmla="*/ 268414 w 390525"/>
                <a:gd name="connsiteY1306" fmla="*/ 274796 h 495300"/>
                <a:gd name="connsiteX1307" fmla="*/ 268986 w 390525"/>
                <a:gd name="connsiteY1307" fmla="*/ 274796 h 495300"/>
                <a:gd name="connsiteX1308" fmla="*/ 269367 w 390525"/>
                <a:gd name="connsiteY1308" fmla="*/ 274606 h 495300"/>
                <a:gd name="connsiteX1309" fmla="*/ 269748 w 390525"/>
                <a:gd name="connsiteY1309" fmla="*/ 274225 h 495300"/>
                <a:gd name="connsiteX1310" fmla="*/ 273844 w 390525"/>
                <a:gd name="connsiteY1310" fmla="*/ 270415 h 495300"/>
                <a:gd name="connsiteX1311" fmla="*/ 275177 w 390525"/>
                <a:gd name="connsiteY1311" fmla="*/ 269653 h 495300"/>
                <a:gd name="connsiteX1312" fmla="*/ 278321 w 390525"/>
                <a:gd name="connsiteY1312" fmla="*/ 266890 h 495300"/>
                <a:gd name="connsiteX1313" fmla="*/ 280321 w 390525"/>
                <a:gd name="connsiteY1313" fmla="*/ 261461 h 495300"/>
                <a:gd name="connsiteX1314" fmla="*/ 281178 w 390525"/>
                <a:gd name="connsiteY1314" fmla="*/ 259842 h 495300"/>
                <a:gd name="connsiteX1315" fmla="*/ 283273 w 390525"/>
                <a:gd name="connsiteY1315" fmla="*/ 258128 h 495300"/>
                <a:gd name="connsiteX1316" fmla="*/ 283750 w 390525"/>
                <a:gd name="connsiteY1316" fmla="*/ 257461 h 495300"/>
                <a:gd name="connsiteX1317" fmla="*/ 284988 w 390525"/>
                <a:gd name="connsiteY1317" fmla="*/ 255365 h 495300"/>
                <a:gd name="connsiteX1318" fmla="*/ 287369 w 390525"/>
                <a:gd name="connsiteY1318" fmla="*/ 251936 h 495300"/>
                <a:gd name="connsiteX1319" fmla="*/ 287559 w 390525"/>
                <a:gd name="connsiteY1319" fmla="*/ 251460 h 495300"/>
                <a:gd name="connsiteX1320" fmla="*/ 287655 w 390525"/>
                <a:gd name="connsiteY1320" fmla="*/ 250793 h 495300"/>
                <a:gd name="connsiteX1321" fmla="*/ 287369 w 390525"/>
                <a:gd name="connsiteY1321" fmla="*/ 249841 h 495300"/>
                <a:gd name="connsiteX1322" fmla="*/ 286988 w 390525"/>
                <a:gd name="connsiteY1322" fmla="*/ 249269 h 495300"/>
                <a:gd name="connsiteX1323" fmla="*/ 286226 w 390525"/>
                <a:gd name="connsiteY1323" fmla="*/ 248698 h 495300"/>
                <a:gd name="connsiteX1324" fmla="*/ 285940 w 390525"/>
                <a:gd name="connsiteY1324" fmla="*/ 248317 h 495300"/>
                <a:gd name="connsiteX1325" fmla="*/ 285845 w 390525"/>
                <a:gd name="connsiteY1325" fmla="*/ 247840 h 495300"/>
                <a:gd name="connsiteX1326" fmla="*/ 285845 w 390525"/>
                <a:gd name="connsiteY1326" fmla="*/ 246793 h 495300"/>
                <a:gd name="connsiteX1327" fmla="*/ 285750 w 390525"/>
                <a:gd name="connsiteY1327" fmla="*/ 246316 h 495300"/>
                <a:gd name="connsiteX1328" fmla="*/ 285464 w 390525"/>
                <a:gd name="connsiteY1328" fmla="*/ 245936 h 495300"/>
                <a:gd name="connsiteX1329" fmla="*/ 285083 w 390525"/>
                <a:gd name="connsiteY1329" fmla="*/ 245936 h 495300"/>
                <a:gd name="connsiteX1330" fmla="*/ 284702 w 390525"/>
                <a:gd name="connsiteY1330" fmla="*/ 246126 h 495300"/>
                <a:gd name="connsiteX1331" fmla="*/ 284321 w 390525"/>
                <a:gd name="connsiteY1331" fmla="*/ 246316 h 495300"/>
                <a:gd name="connsiteX1332" fmla="*/ 283940 w 390525"/>
                <a:gd name="connsiteY1332" fmla="*/ 246507 h 495300"/>
                <a:gd name="connsiteX1333" fmla="*/ 283655 w 390525"/>
                <a:gd name="connsiteY1333" fmla="*/ 246412 h 495300"/>
                <a:gd name="connsiteX1334" fmla="*/ 283369 w 390525"/>
                <a:gd name="connsiteY1334" fmla="*/ 246126 h 495300"/>
                <a:gd name="connsiteX1335" fmla="*/ 283178 w 390525"/>
                <a:gd name="connsiteY1335" fmla="*/ 245650 h 495300"/>
                <a:gd name="connsiteX1336" fmla="*/ 282892 w 390525"/>
                <a:gd name="connsiteY1336" fmla="*/ 243173 h 495300"/>
                <a:gd name="connsiteX1337" fmla="*/ 282988 w 390525"/>
                <a:gd name="connsiteY1337" fmla="*/ 242506 h 495300"/>
                <a:gd name="connsiteX1338" fmla="*/ 283178 w 390525"/>
                <a:gd name="connsiteY1338" fmla="*/ 241649 h 495300"/>
                <a:gd name="connsiteX1339" fmla="*/ 284702 w 390525"/>
                <a:gd name="connsiteY1339" fmla="*/ 239363 h 495300"/>
                <a:gd name="connsiteX1340" fmla="*/ 284893 w 390525"/>
                <a:gd name="connsiteY1340" fmla="*/ 238887 h 495300"/>
                <a:gd name="connsiteX1341" fmla="*/ 285083 w 390525"/>
                <a:gd name="connsiteY1341" fmla="*/ 238220 h 495300"/>
                <a:gd name="connsiteX1342" fmla="*/ 284988 w 390525"/>
                <a:gd name="connsiteY1342" fmla="*/ 237268 h 495300"/>
                <a:gd name="connsiteX1343" fmla="*/ 284893 w 390525"/>
                <a:gd name="connsiteY1343" fmla="*/ 236696 h 495300"/>
                <a:gd name="connsiteX1344" fmla="*/ 284797 w 390525"/>
                <a:gd name="connsiteY1344" fmla="*/ 236315 h 495300"/>
                <a:gd name="connsiteX1345" fmla="*/ 283655 w 390525"/>
                <a:gd name="connsiteY1345" fmla="*/ 233648 h 495300"/>
                <a:gd name="connsiteX1346" fmla="*/ 283369 w 390525"/>
                <a:gd name="connsiteY1346" fmla="*/ 232696 h 495300"/>
                <a:gd name="connsiteX1347" fmla="*/ 283178 w 390525"/>
                <a:gd name="connsiteY1347" fmla="*/ 230600 h 495300"/>
                <a:gd name="connsiteX1348" fmla="*/ 283178 w 390525"/>
                <a:gd name="connsiteY1348" fmla="*/ 229457 h 495300"/>
                <a:gd name="connsiteX1349" fmla="*/ 283559 w 390525"/>
                <a:gd name="connsiteY1349" fmla="*/ 227076 h 495300"/>
                <a:gd name="connsiteX1350" fmla="*/ 284035 w 390525"/>
                <a:gd name="connsiteY1350" fmla="*/ 225933 h 495300"/>
                <a:gd name="connsiteX1351" fmla="*/ 288703 w 390525"/>
                <a:gd name="connsiteY1351" fmla="*/ 218027 h 495300"/>
                <a:gd name="connsiteX1352" fmla="*/ 290131 w 390525"/>
                <a:gd name="connsiteY1352" fmla="*/ 216217 h 495300"/>
                <a:gd name="connsiteX1353" fmla="*/ 293084 w 390525"/>
                <a:gd name="connsiteY1353" fmla="*/ 211931 h 495300"/>
                <a:gd name="connsiteX1354" fmla="*/ 296894 w 390525"/>
                <a:gd name="connsiteY1354" fmla="*/ 208312 h 495300"/>
                <a:gd name="connsiteX1355" fmla="*/ 297656 w 390525"/>
                <a:gd name="connsiteY1355" fmla="*/ 207836 h 495300"/>
                <a:gd name="connsiteX1356" fmla="*/ 298037 w 390525"/>
                <a:gd name="connsiteY1356" fmla="*/ 207454 h 495300"/>
                <a:gd name="connsiteX1357" fmla="*/ 298323 w 390525"/>
                <a:gd name="connsiteY1357" fmla="*/ 206502 h 495300"/>
                <a:gd name="connsiteX1358" fmla="*/ 298418 w 390525"/>
                <a:gd name="connsiteY1358" fmla="*/ 205264 h 495300"/>
                <a:gd name="connsiteX1359" fmla="*/ 297751 w 390525"/>
                <a:gd name="connsiteY1359" fmla="*/ 199930 h 495300"/>
                <a:gd name="connsiteX1360" fmla="*/ 298513 w 390525"/>
                <a:gd name="connsiteY1360" fmla="*/ 199263 h 495300"/>
                <a:gd name="connsiteX1361" fmla="*/ 298894 w 390525"/>
                <a:gd name="connsiteY1361" fmla="*/ 199168 h 495300"/>
                <a:gd name="connsiteX1362" fmla="*/ 299752 w 390525"/>
                <a:gd name="connsiteY1362" fmla="*/ 199168 h 495300"/>
                <a:gd name="connsiteX1363" fmla="*/ 300323 w 390525"/>
                <a:gd name="connsiteY1363" fmla="*/ 199263 h 495300"/>
                <a:gd name="connsiteX1364" fmla="*/ 301276 w 390525"/>
                <a:gd name="connsiteY1364" fmla="*/ 199644 h 495300"/>
                <a:gd name="connsiteX1365" fmla="*/ 302990 w 390525"/>
                <a:gd name="connsiteY1365" fmla="*/ 199072 h 495300"/>
                <a:gd name="connsiteX1366" fmla="*/ 307562 w 390525"/>
                <a:gd name="connsiteY1366" fmla="*/ 195644 h 495300"/>
                <a:gd name="connsiteX1367" fmla="*/ 308610 w 390525"/>
                <a:gd name="connsiteY1367" fmla="*/ 194310 h 495300"/>
                <a:gd name="connsiteX1368" fmla="*/ 308991 w 390525"/>
                <a:gd name="connsiteY1368" fmla="*/ 193929 h 495300"/>
                <a:gd name="connsiteX1369" fmla="*/ 310324 w 390525"/>
                <a:gd name="connsiteY1369" fmla="*/ 193357 h 495300"/>
                <a:gd name="connsiteX1370" fmla="*/ 311753 w 390525"/>
                <a:gd name="connsiteY1370" fmla="*/ 192977 h 495300"/>
                <a:gd name="connsiteX1371" fmla="*/ 313087 w 390525"/>
                <a:gd name="connsiteY1371" fmla="*/ 192214 h 495300"/>
                <a:gd name="connsiteX1372" fmla="*/ 313849 w 390525"/>
                <a:gd name="connsiteY1372" fmla="*/ 191738 h 495300"/>
                <a:gd name="connsiteX1373" fmla="*/ 315087 w 390525"/>
                <a:gd name="connsiteY1373" fmla="*/ 190214 h 495300"/>
                <a:gd name="connsiteX1374" fmla="*/ 315754 w 390525"/>
                <a:gd name="connsiteY1374" fmla="*/ 189643 h 495300"/>
                <a:gd name="connsiteX1375" fmla="*/ 316230 w 390525"/>
                <a:gd name="connsiteY1375" fmla="*/ 189452 h 495300"/>
                <a:gd name="connsiteX1376" fmla="*/ 316801 w 390525"/>
                <a:gd name="connsiteY1376" fmla="*/ 189357 h 495300"/>
                <a:gd name="connsiteX1377" fmla="*/ 317659 w 390525"/>
                <a:gd name="connsiteY1377" fmla="*/ 189452 h 495300"/>
                <a:gd name="connsiteX1378" fmla="*/ 318230 w 390525"/>
                <a:gd name="connsiteY1378" fmla="*/ 189738 h 495300"/>
                <a:gd name="connsiteX1379" fmla="*/ 318611 w 390525"/>
                <a:gd name="connsiteY1379" fmla="*/ 190024 h 495300"/>
                <a:gd name="connsiteX1380" fmla="*/ 318802 w 390525"/>
                <a:gd name="connsiteY1380" fmla="*/ 190405 h 495300"/>
                <a:gd name="connsiteX1381" fmla="*/ 318992 w 390525"/>
                <a:gd name="connsiteY1381" fmla="*/ 190881 h 495300"/>
                <a:gd name="connsiteX1382" fmla="*/ 319278 w 390525"/>
                <a:gd name="connsiteY1382" fmla="*/ 192310 h 495300"/>
                <a:gd name="connsiteX1383" fmla="*/ 319468 w 390525"/>
                <a:gd name="connsiteY1383" fmla="*/ 192786 h 495300"/>
                <a:gd name="connsiteX1384" fmla="*/ 319659 w 390525"/>
                <a:gd name="connsiteY1384" fmla="*/ 193167 h 495300"/>
                <a:gd name="connsiteX1385" fmla="*/ 320135 w 390525"/>
                <a:gd name="connsiteY1385" fmla="*/ 193929 h 495300"/>
                <a:gd name="connsiteX1386" fmla="*/ 321088 w 390525"/>
                <a:gd name="connsiteY1386" fmla="*/ 194881 h 495300"/>
                <a:gd name="connsiteX1387" fmla="*/ 321659 w 390525"/>
                <a:gd name="connsiteY1387" fmla="*/ 195548 h 495300"/>
                <a:gd name="connsiteX1388" fmla="*/ 321850 w 390525"/>
                <a:gd name="connsiteY1388" fmla="*/ 195929 h 495300"/>
                <a:gd name="connsiteX1389" fmla="*/ 322040 w 390525"/>
                <a:gd name="connsiteY1389" fmla="*/ 196787 h 495300"/>
                <a:gd name="connsiteX1390" fmla="*/ 322231 w 390525"/>
                <a:gd name="connsiteY1390" fmla="*/ 197263 h 495300"/>
                <a:gd name="connsiteX1391" fmla="*/ 322707 w 390525"/>
                <a:gd name="connsiteY1391" fmla="*/ 198025 h 495300"/>
                <a:gd name="connsiteX1392" fmla="*/ 323469 w 390525"/>
                <a:gd name="connsiteY1392" fmla="*/ 199072 h 495300"/>
                <a:gd name="connsiteX1393" fmla="*/ 324136 w 390525"/>
                <a:gd name="connsiteY1393" fmla="*/ 199644 h 495300"/>
                <a:gd name="connsiteX1394" fmla="*/ 324898 w 390525"/>
                <a:gd name="connsiteY1394" fmla="*/ 200215 h 495300"/>
                <a:gd name="connsiteX1395" fmla="*/ 328136 w 390525"/>
                <a:gd name="connsiteY1395" fmla="*/ 201644 h 495300"/>
                <a:gd name="connsiteX1396" fmla="*/ 329184 w 390525"/>
                <a:gd name="connsiteY1396" fmla="*/ 201835 h 495300"/>
                <a:gd name="connsiteX1397" fmla="*/ 331184 w 390525"/>
                <a:gd name="connsiteY1397" fmla="*/ 202025 h 495300"/>
                <a:gd name="connsiteX1398" fmla="*/ 331470 w 390525"/>
                <a:gd name="connsiteY1398" fmla="*/ 202121 h 495300"/>
                <a:gd name="connsiteX1399" fmla="*/ 331851 w 390525"/>
                <a:gd name="connsiteY1399" fmla="*/ 202311 h 495300"/>
                <a:gd name="connsiteX1400" fmla="*/ 333280 w 390525"/>
                <a:gd name="connsiteY1400" fmla="*/ 203454 h 495300"/>
                <a:gd name="connsiteX1401" fmla="*/ 333661 w 390525"/>
                <a:gd name="connsiteY1401" fmla="*/ 203645 h 495300"/>
                <a:gd name="connsiteX1402" fmla="*/ 334137 w 390525"/>
                <a:gd name="connsiteY1402" fmla="*/ 203835 h 495300"/>
                <a:gd name="connsiteX1403" fmla="*/ 334708 w 390525"/>
                <a:gd name="connsiteY1403" fmla="*/ 203835 h 495300"/>
                <a:gd name="connsiteX1404" fmla="*/ 335280 w 390525"/>
                <a:gd name="connsiteY1404" fmla="*/ 203549 h 495300"/>
                <a:gd name="connsiteX1405" fmla="*/ 335947 w 390525"/>
                <a:gd name="connsiteY1405" fmla="*/ 203073 h 495300"/>
                <a:gd name="connsiteX1406" fmla="*/ 336994 w 390525"/>
                <a:gd name="connsiteY1406" fmla="*/ 202025 h 495300"/>
                <a:gd name="connsiteX1407" fmla="*/ 337471 w 390525"/>
                <a:gd name="connsiteY1407" fmla="*/ 201358 h 495300"/>
                <a:gd name="connsiteX1408" fmla="*/ 337852 w 390525"/>
                <a:gd name="connsiteY1408" fmla="*/ 200692 h 495300"/>
                <a:gd name="connsiteX1409" fmla="*/ 337947 w 390525"/>
                <a:gd name="connsiteY1409" fmla="*/ 200215 h 495300"/>
                <a:gd name="connsiteX1410" fmla="*/ 338042 w 390525"/>
                <a:gd name="connsiteY1410" fmla="*/ 199644 h 495300"/>
                <a:gd name="connsiteX1411" fmla="*/ 337947 w 390525"/>
                <a:gd name="connsiteY1411" fmla="*/ 197453 h 495300"/>
                <a:gd name="connsiteX1412" fmla="*/ 337947 w 390525"/>
                <a:gd name="connsiteY1412" fmla="*/ 196882 h 495300"/>
                <a:gd name="connsiteX1413" fmla="*/ 338233 w 390525"/>
                <a:gd name="connsiteY1413" fmla="*/ 195834 h 495300"/>
                <a:gd name="connsiteX1414" fmla="*/ 338614 w 390525"/>
                <a:gd name="connsiteY1414" fmla="*/ 194881 h 495300"/>
                <a:gd name="connsiteX1415" fmla="*/ 338804 w 390525"/>
                <a:gd name="connsiteY1415" fmla="*/ 194500 h 495300"/>
                <a:gd name="connsiteX1416" fmla="*/ 339376 w 390525"/>
                <a:gd name="connsiteY1416" fmla="*/ 193738 h 495300"/>
                <a:gd name="connsiteX1417" fmla="*/ 340042 w 390525"/>
                <a:gd name="connsiteY1417" fmla="*/ 193167 h 495300"/>
                <a:gd name="connsiteX1418" fmla="*/ 340423 w 390525"/>
                <a:gd name="connsiteY1418" fmla="*/ 192881 h 495300"/>
                <a:gd name="connsiteX1419" fmla="*/ 340900 w 390525"/>
                <a:gd name="connsiteY1419" fmla="*/ 192691 h 495300"/>
                <a:gd name="connsiteX1420" fmla="*/ 343757 w 390525"/>
                <a:gd name="connsiteY1420" fmla="*/ 192024 h 495300"/>
                <a:gd name="connsiteX1421" fmla="*/ 344900 w 390525"/>
                <a:gd name="connsiteY1421" fmla="*/ 192024 h 495300"/>
                <a:gd name="connsiteX1422" fmla="*/ 345376 w 390525"/>
                <a:gd name="connsiteY1422" fmla="*/ 191929 h 495300"/>
                <a:gd name="connsiteX1423" fmla="*/ 345853 w 390525"/>
                <a:gd name="connsiteY1423" fmla="*/ 191738 h 495300"/>
                <a:gd name="connsiteX1424" fmla="*/ 348901 w 390525"/>
                <a:gd name="connsiteY1424" fmla="*/ 190024 h 495300"/>
                <a:gd name="connsiteX1425" fmla="*/ 350710 w 390525"/>
                <a:gd name="connsiteY1425" fmla="*/ 189452 h 495300"/>
                <a:gd name="connsiteX1426" fmla="*/ 351187 w 390525"/>
                <a:gd name="connsiteY1426" fmla="*/ 189357 h 495300"/>
                <a:gd name="connsiteX1427" fmla="*/ 351758 w 390525"/>
                <a:gd name="connsiteY1427" fmla="*/ 189357 h 495300"/>
                <a:gd name="connsiteX1428" fmla="*/ 353473 w 390525"/>
                <a:gd name="connsiteY1428" fmla="*/ 189547 h 495300"/>
                <a:gd name="connsiteX1429" fmla="*/ 354044 w 390525"/>
                <a:gd name="connsiteY1429" fmla="*/ 189452 h 495300"/>
                <a:gd name="connsiteX1430" fmla="*/ 355949 w 390525"/>
                <a:gd name="connsiteY1430" fmla="*/ 188595 h 495300"/>
                <a:gd name="connsiteX1431" fmla="*/ 356521 w 390525"/>
                <a:gd name="connsiteY1431" fmla="*/ 188500 h 495300"/>
                <a:gd name="connsiteX1432" fmla="*/ 357092 w 390525"/>
                <a:gd name="connsiteY1432" fmla="*/ 188500 h 495300"/>
                <a:gd name="connsiteX1433" fmla="*/ 359855 w 390525"/>
                <a:gd name="connsiteY1433" fmla="*/ 188976 h 495300"/>
                <a:gd name="connsiteX1434" fmla="*/ 360521 w 390525"/>
                <a:gd name="connsiteY1434" fmla="*/ 188786 h 495300"/>
                <a:gd name="connsiteX1435" fmla="*/ 360997 w 390525"/>
                <a:gd name="connsiteY1435" fmla="*/ 188404 h 495300"/>
                <a:gd name="connsiteX1436" fmla="*/ 361855 w 390525"/>
                <a:gd name="connsiteY1436" fmla="*/ 187262 h 495300"/>
                <a:gd name="connsiteX1437" fmla="*/ 361950 w 390525"/>
                <a:gd name="connsiteY1437" fmla="*/ 186976 h 495300"/>
                <a:gd name="connsiteX1438" fmla="*/ 361950 w 390525"/>
                <a:gd name="connsiteY1438" fmla="*/ 186880 h 495300"/>
                <a:gd name="connsiteX1439" fmla="*/ 362236 w 390525"/>
                <a:gd name="connsiteY1439" fmla="*/ 186595 h 495300"/>
                <a:gd name="connsiteX1440" fmla="*/ 362617 w 390525"/>
                <a:gd name="connsiteY1440" fmla="*/ 186214 h 495300"/>
                <a:gd name="connsiteX1441" fmla="*/ 363474 w 390525"/>
                <a:gd name="connsiteY1441" fmla="*/ 185833 h 495300"/>
                <a:gd name="connsiteX1442" fmla="*/ 364046 w 390525"/>
                <a:gd name="connsiteY1442" fmla="*/ 185356 h 495300"/>
                <a:gd name="connsiteX1443" fmla="*/ 364998 w 390525"/>
                <a:gd name="connsiteY1443" fmla="*/ 183928 h 495300"/>
                <a:gd name="connsiteX1444" fmla="*/ 365474 w 390525"/>
                <a:gd name="connsiteY1444" fmla="*/ 183356 h 495300"/>
                <a:gd name="connsiteX1445" fmla="*/ 366236 w 390525"/>
                <a:gd name="connsiteY1445" fmla="*/ 183071 h 495300"/>
                <a:gd name="connsiteX1446" fmla="*/ 366903 w 390525"/>
                <a:gd name="connsiteY1446" fmla="*/ 182975 h 495300"/>
                <a:gd name="connsiteX1447" fmla="*/ 367474 w 390525"/>
                <a:gd name="connsiteY1447" fmla="*/ 183071 h 495300"/>
                <a:gd name="connsiteX1448" fmla="*/ 368522 w 390525"/>
                <a:gd name="connsiteY1448" fmla="*/ 183356 h 495300"/>
                <a:gd name="connsiteX1449" fmla="*/ 369094 w 390525"/>
                <a:gd name="connsiteY1449" fmla="*/ 183356 h 495300"/>
                <a:gd name="connsiteX1450" fmla="*/ 369570 w 390525"/>
                <a:gd name="connsiteY1450" fmla="*/ 183261 h 495300"/>
                <a:gd name="connsiteX1451" fmla="*/ 370618 w 390525"/>
                <a:gd name="connsiteY1451" fmla="*/ 183071 h 495300"/>
                <a:gd name="connsiteX1452" fmla="*/ 380047 w 390525"/>
                <a:gd name="connsiteY1452" fmla="*/ 179261 h 495300"/>
                <a:gd name="connsiteX1453" fmla="*/ 383191 w 390525"/>
                <a:gd name="connsiteY1453" fmla="*/ 178975 h 495300"/>
                <a:gd name="connsiteX1454" fmla="*/ 383667 w 390525"/>
                <a:gd name="connsiteY1454" fmla="*/ 178879 h 495300"/>
                <a:gd name="connsiteX1455" fmla="*/ 384048 w 390525"/>
                <a:gd name="connsiteY1455" fmla="*/ 178594 h 495300"/>
                <a:gd name="connsiteX1456" fmla="*/ 384429 w 390525"/>
                <a:gd name="connsiteY1456" fmla="*/ 178022 h 495300"/>
                <a:gd name="connsiteX1457" fmla="*/ 384619 w 390525"/>
                <a:gd name="connsiteY1457" fmla="*/ 176879 h 495300"/>
                <a:gd name="connsiteX1458" fmla="*/ 384715 w 390525"/>
                <a:gd name="connsiteY1458" fmla="*/ 174784 h 495300"/>
                <a:gd name="connsiteX1459" fmla="*/ 385381 w 390525"/>
                <a:gd name="connsiteY1459" fmla="*/ 171736 h 495300"/>
                <a:gd name="connsiteX1460" fmla="*/ 385381 w 390525"/>
                <a:gd name="connsiteY1460" fmla="*/ 170974 h 495300"/>
                <a:gd name="connsiteX1461" fmla="*/ 385286 w 390525"/>
                <a:gd name="connsiteY1461" fmla="*/ 170402 h 495300"/>
                <a:gd name="connsiteX1462" fmla="*/ 383381 w 390525"/>
                <a:gd name="connsiteY1462" fmla="*/ 168973 h 495300"/>
                <a:gd name="connsiteX1463" fmla="*/ 383096 w 390525"/>
                <a:gd name="connsiteY1463" fmla="*/ 168688 h 495300"/>
                <a:gd name="connsiteX1464" fmla="*/ 382905 w 390525"/>
                <a:gd name="connsiteY1464" fmla="*/ 168307 h 495300"/>
                <a:gd name="connsiteX1465" fmla="*/ 382809 w 390525"/>
                <a:gd name="connsiteY1465" fmla="*/ 167830 h 495300"/>
                <a:gd name="connsiteX1466" fmla="*/ 382905 w 390525"/>
                <a:gd name="connsiteY1466" fmla="*/ 167259 h 495300"/>
                <a:gd name="connsiteX1467" fmla="*/ 383381 w 390525"/>
                <a:gd name="connsiteY1467" fmla="*/ 166402 h 495300"/>
                <a:gd name="connsiteX1468" fmla="*/ 384524 w 390525"/>
                <a:gd name="connsiteY1468" fmla="*/ 165068 h 495300"/>
                <a:gd name="connsiteX1469" fmla="*/ 387667 w 390525"/>
                <a:gd name="connsiteY1469" fmla="*/ 162687 h 495300"/>
                <a:gd name="connsiteX1470" fmla="*/ 390715 w 390525"/>
                <a:gd name="connsiteY1470" fmla="*/ 160972 h 495300"/>
                <a:gd name="connsiteX1471" fmla="*/ 392716 w 390525"/>
                <a:gd name="connsiteY1471" fmla="*/ 158115 h 495300"/>
                <a:gd name="connsiteX1472" fmla="*/ 392811 w 390525"/>
                <a:gd name="connsiteY1472" fmla="*/ 157639 h 495300"/>
                <a:gd name="connsiteX1473" fmla="*/ 393097 w 390525"/>
                <a:gd name="connsiteY1473" fmla="*/ 157067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</a:cxnLst>
              <a:rect l="l" t="t" r="r" b="b"/>
              <a:pathLst>
                <a:path w="390525" h="495300">
                  <a:moveTo>
                    <a:pt x="392906" y="155162"/>
                  </a:moveTo>
                  <a:lnTo>
                    <a:pt x="392334" y="152781"/>
                  </a:lnTo>
                  <a:lnTo>
                    <a:pt x="392144" y="144494"/>
                  </a:lnTo>
                  <a:lnTo>
                    <a:pt x="391954" y="144208"/>
                  </a:lnTo>
                  <a:lnTo>
                    <a:pt x="391763" y="143923"/>
                  </a:lnTo>
                  <a:lnTo>
                    <a:pt x="390620" y="142970"/>
                  </a:lnTo>
                  <a:lnTo>
                    <a:pt x="390144" y="142589"/>
                  </a:lnTo>
                  <a:lnTo>
                    <a:pt x="390049" y="142208"/>
                  </a:lnTo>
                  <a:lnTo>
                    <a:pt x="390144" y="142018"/>
                  </a:lnTo>
                  <a:lnTo>
                    <a:pt x="390144" y="141922"/>
                  </a:lnTo>
                  <a:lnTo>
                    <a:pt x="390811" y="141446"/>
                  </a:lnTo>
                  <a:lnTo>
                    <a:pt x="391192" y="141065"/>
                  </a:lnTo>
                  <a:lnTo>
                    <a:pt x="391573" y="140303"/>
                  </a:lnTo>
                  <a:lnTo>
                    <a:pt x="391573" y="139827"/>
                  </a:lnTo>
                  <a:lnTo>
                    <a:pt x="391382" y="139446"/>
                  </a:lnTo>
                  <a:lnTo>
                    <a:pt x="389763" y="137350"/>
                  </a:lnTo>
                  <a:lnTo>
                    <a:pt x="389477" y="136970"/>
                  </a:lnTo>
                  <a:lnTo>
                    <a:pt x="389191" y="136207"/>
                  </a:lnTo>
                  <a:lnTo>
                    <a:pt x="388239" y="132493"/>
                  </a:lnTo>
                  <a:lnTo>
                    <a:pt x="388144" y="131731"/>
                  </a:lnTo>
                  <a:lnTo>
                    <a:pt x="388334" y="130683"/>
                  </a:lnTo>
                  <a:lnTo>
                    <a:pt x="389001" y="127254"/>
                  </a:lnTo>
                  <a:lnTo>
                    <a:pt x="389191" y="125635"/>
                  </a:lnTo>
                  <a:lnTo>
                    <a:pt x="389191" y="124873"/>
                  </a:lnTo>
                  <a:lnTo>
                    <a:pt x="389001" y="124206"/>
                  </a:lnTo>
                  <a:lnTo>
                    <a:pt x="388715" y="123825"/>
                  </a:lnTo>
                  <a:lnTo>
                    <a:pt x="388430" y="123539"/>
                  </a:lnTo>
                  <a:lnTo>
                    <a:pt x="388048" y="123254"/>
                  </a:lnTo>
                  <a:lnTo>
                    <a:pt x="387667" y="122968"/>
                  </a:lnTo>
                  <a:lnTo>
                    <a:pt x="386429" y="121444"/>
                  </a:lnTo>
                  <a:lnTo>
                    <a:pt x="384715" y="114871"/>
                  </a:lnTo>
                  <a:lnTo>
                    <a:pt x="382714" y="113443"/>
                  </a:lnTo>
                  <a:lnTo>
                    <a:pt x="380714" y="112586"/>
                  </a:lnTo>
                  <a:lnTo>
                    <a:pt x="379762" y="112014"/>
                  </a:lnTo>
                  <a:lnTo>
                    <a:pt x="379190" y="111442"/>
                  </a:lnTo>
                  <a:lnTo>
                    <a:pt x="379000" y="111062"/>
                  </a:lnTo>
                  <a:lnTo>
                    <a:pt x="378523" y="109156"/>
                  </a:lnTo>
                  <a:lnTo>
                    <a:pt x="378428" y="108204"/>
                  </a:lnTo>
                  <a:lnTo>
                    <a:pt x="378142" y="107442"/>
                  </a:lnTo>
                  <a:lnTo>
                    <a:pt x="377761" y="106489"/>
                  </a:lnTo>
                  <a:lnTo>
                    <a:pt x="376714" y="104870"/>
                  </a:lnTo>
                  <a:lnTo>
                    <a:pt x="376142" y="104108"/>
                  </a:lnTo>
                  <a:lnTo>
                    <a:pt x="375571" y="103537"/>
                  </a:lnTo>
                  <a:lnTo>
                    <a:pt x="375094" y="103346"/>
                  </a:lnTo>
                  <a:lnTo>
                    <a:pt x="373189" y="103061"/>
                  </a:lnTo>
                  <a:lnTo>
                    <a:pt x="372904" y="102679"/>
                  </a:lnTo>
                  <a:lnTo>
                    <a:pt x="372904" y="102298"/>
                  </a:lnTo>
                  <a:lnTo>
                    <a:pt x="373284" y="101346"/>
                  </a:lnTo>
                  <a:lnTo>
                    <a:pt x="373284" y="100679"/>
                  </a:lnTo>
                  <a:lnTo>
                    <a:pt x="373189" y="100394"/>
                  </a:lnTo>
                  <a:lnTo>
                    <a:pt x="372904" y="100203"/>
                  </a:lnTo>
                  <a:lnTo>
                    <a:pt x="371094" y="99155"/>
                  </a:lnTo>
                  <a:lnTo>
                    <a:pt x="365284" y="94297"/>
                  </a:lnTo>
                  <a:lnTo>
                    <a:pt x="360140" y="91916"/>
                  </a:lnTo>
                  <a:lnTo>
                    <a:pt x="359188" y="89725"/>
                  </a:lnTo>
                  <a:lnTo>
                    <a:pt x="358426" y="88773"/>
                  </a:lnTo>
                  <a:lnTo>
                    <a:pt x="357568" y="88202"/>
                  </a:lnTo>
                  <a:lnTo>
                    <a:pt x="355759" y="86296"/>
                  </a:lnTo>
                  <a:lnTo>
                    <a:pt x="355187" y="85154"/>
                  </a:lnTo>
                  <a:lnTo>
                    <a:pt x="354901" y="84296"/>
                  </a:lnTo>
                  <a:lnTo>
                    <a:pt x="354997" y="83725"/>
                  </a:lnTo>
                  <a:lnTo>
                    <a:pt x="355092" y="83439"/>
                  </a:lnTo>
                  <a:lnTo>
                    <a:pt x="358711" y="77438"/>
                  </a:lnTo>
                  <a:lnTo>
                    <a:pt x="358997" y="76867"/>
                  </a:lnTo>
                  <a:lnTo>
                    <a:pt x="359473" y="74581"/>
                  </a:lnTo>
                  <a:lnTo>
                    <a:pt x="359188" y="71533"/>
                  </a:lnTo>
                  <a:lnTo>
                    <a:pt x="360902" y="70390"/>
                  </a:lnTo>
                  <a:lnTo>
                    <a:pt x="364236" y="70009"/>
                  </a:lnTo>
                  <a:lnTo>
                    <a:pt x="365093" y="69723"/>
                  </a:lnTo>
                  <a:lnTo>
                    <a:pt x="365569" y="69437"/>
                  </a:lnTo>
                  <a:lnTo>
                    <a:pt x="366046" y="68580"/>
                  </a:lnTo>
                  <a:lnTo>
                    <a:pt x="368046" y="66484"/>
                  </a:lnTo>
                  <a:lnTo>
                    <a:pt x="368808" y="65437"/>
                  </a:lnTo>
                  <a:lnTo>
                    <a:pt x="369475" y="64008"/>
                  </a:lnTo>
                  <a:lnTo>
                    <a:pt x="369570" y="63532"/>
                  </a:lnTo>
                  <a:lnTo>
                    <a:pt x="369665" y="62960"/>
                  </a:lnTo>
                  <a:lnTo>
                    <a:pt x="369665" y="62389"/>
                  </a:lnTo>
                  <a:lnTo>
                    <a:pt x="369665" y="61817"/>
                  </a:lnTo>
                  <a:lnTo>
                    <a:pt x="369284" y="59912"/>
                  </a:lnTo>
                  <a:lnTo>
                    <a:pt x="368998" y="59436"/>
                  </a:lnTo>
                  <a:lnTo>
                    <a:pt x="365379" y="57055"/>
                  </a:lnTo>
                  <a:lnTo>
                    <a:pt x="364522" y="55816"/>
                  </a:lnTo>
                  <a:lnTo>
                    <a:pt x="364522" y="54388"/>
                  </a:lnTo>
                  <a:lnTo>
                    <a:pt x="364141" y="52483"/>
                  </a:lnTo>
                  <a:lnTo>
                    <a:pt x="364141" y="51816"/>
                  </a:lnTo>
                  <a:lnTo>
                    <a:pt x="364236" y="51435"/>
                  </a:lnTo>
                  <a:lnTo>
                    <a:pt x="364426" y="51149"/>
                  </a:lnTo>
                  <a:lnTo>
                    <a:pt x="364426" y="50768"/>
                  </a:lnTo>
                  <a:lnTo>
                    <a:pt x="364426" y="50387"/>
                  </a:lnTo>
                  <a:lnTo>
                    <a:pt x="364046" y="49244"/>
                  </a:lnTo>
                  <a:lnTo>
                    <a:pt x="363759" y="48673"/>
                  </a:lnTo>
                  <a:lnTo>
                    <a:pt x="363379" y="48196"/>
                  </a:lnTo>
                  <a:lnTo>
                    <a:pt x="362902" y="48006"/>
                  </a:lnTo>
                  <a:lnTo>
                    <a:pt x="358902" y="46863"/>
                  </a:lnTo>
                  <a:lnTo>
                    <a:pt x="356711" y="45244"/>
                  </a:lnTo>
                  <a:lnTo>
                    <a:pt x="355187" y="44577"/>
                  </a:lnTo>
                  <a:lnTo>
                    <a:pt x="354521" y="44482"/>
                  </a:lnTo>
                  <a:lnTo>
                    <a:pt x="353854" y="44387"/>
                  </a:lnTo>
                  <a:lnTo>
                    <a:pt x="351758" y="44672"/>
                  </a:lnTo>
                  <a:lnTo>
                    <a:pt x="350330" y="45053"/>
                  </a:lnTo>
                  <a:lnTo>
                    <a:pt x="347853" y="46291"/>
                  </a:lnTo>
                  <a:lnTo>
                    <a:pt x="346900" y="46482"/>
                  </a:lnTo>
                  <a:lnTo>
                    <a:pt x="344614" y="46101"/>
                  </a:lnTo>
                  <a:lnTo>
                    <a:pt x="340519" y="44767"/>
                  </a:lnTo>
                  <a:lnTo>
                    <a:pt x="339566" y="44577"/>
                  </a:lnTo>
                  <a:lnTo>
                    <a:pt x="339090" y="44672"/>
                  </a:lnTo>
                  <a:lnTo>
                    <a:pt x="336328" y="45529"/>
                  </a:lnTo>
                  <a:lnTo>
                    <a:pt x="333184" y="45911"/>
                  </a:lnTo>
                  <a:lnTo>
                    <a:pt x="331660" y="45911"/>
                  </a:lnTo>
                  <a:lnTo>
                    <a:pt x="330327" y="45339"/>
                  </a:lnTo>
                  <a:lnTo>
                    <a:pt x="329755" y="44767"/>
                  </a:lnTo>
                  <a:lnTo>
                    <a:pt x="328613" y="43624"/>
                  </a:lnTo>
                  <a:lnTo>
                    <a:pt x="326993" y="41338"/>
                  </a:lnTo>
                  <a:lnTo>
                    <a:pt x="326517" y="40957"/>
                  </a:lnTo>
                  <a:lnTo>
                    <a:pt x="326041" y="40672"/>
                  </a:lnTo>
                  <a:lnTo>
                    <a:pt x="325088" y="40481"/>
                  </a:lnTo>
                  <a:lnTo>
                    <a:pt x="323755" y="40577"/>
                  </a:lnTo>
                  <a:lnTo>
                    <a:pt x="323278" y="40672"/>
                  </a:lnTo>
                  <a:lnTo>
                    <a:pt x="320040" y="40862"/>
                  </a:lnTo>
                  <a:lnTo>
                    <a:pt x="319468" y="40767"/>
                  </a:lnTo>
                  <a:lnTo>
                    <a:pt x="318325" y="40577"/>
                  </a:lnTo>
                  <a:lnTo>
                    <a:pt x="317754" y="40291"/>
                  </a:lnTo>
                  <a:lnTo>
                    <a:pt x="317182" y="39814"/>
                  </a:lnTo>
                  <a:lnTo>
                    <a:pt x="316611" y="38862"/>
                  </a:lnTo>
                  <a:lnTo>
                    <a:pt x="316039" y="37719"/>
                  </a:lnTo>
                  <a:lnTo>
                    <a:pt x="315754" y="37243"/>
                  </a:lnTo>
                  <a:lnTo>
                    <a:pt x="315277" y="36862"/>
                  </a:lnTo>
                  <a:lnTo>
                    <a:pt x="313563" y="35623"/>
                  </a:lnTo>
                  <a:lnTo>
                    <a:pt x="309848" y="30861"/>
                  </a:lnTo>
                  <a:lnTo>
                    <a:pt x="308991" y="28670"/>
                  </a:lnTo>
                  <a:lnTo>
                    <a:pt x="308515" y="28004"/>
                  </a:lnTo>
                  <a:lnTo>
                    <a:pt x="307562" y="26765"/>
                  </a:lnTo>
                  <a:lnTo>
                    <a:pt x="307181" y="26003"/>
                  </a:lnTo>
                  <a:lnTo>
                    <a:pt x="306991" y="25337"/>
                  </a:lnTo>
                  <a:lnTo>
                    <a:pt x="307086" y="24765"/>
                  </a:lnTo>
                  <a:lnTo>
                    <a:pt x="307562" y="20669"/>
                  </a:lnTo>
                  <a:lnTo>
                    <a:pt x="307372" y="20383"/>
                  </a:lnTo>
                  <a:lnTo>
                    <a:pt x="306991" y="20098"/>
                  </a:lnTo>
                  <a:lnTo>
                    <a:pt x="306229" y="20003"/>
                  </a:lnTo>
                  <a:lnTo>
                    <a:pt x="305657" y="20098"/>
                  </a:lnTo>
                  <a:lnTo>
                    <a:pt x="305276" y="20193"/>
                  </a:lnTo>
                  <a:lnTo>
                    <a:pt x="303466" y="21241"/>
                  </a:lnTo>
                  <a:lnTo>
                    <a:pt x="303085" y="21336"/>
                  </a:lnTo>
                  <a:lnTo>
                    <a:pt x="302609" y="21146"/>
                  </a:lnTo>
                  <a:lnTo>
                    <a:pt x="302228" y="20479"/>
                  </a:lnTo>
                  <a:lnTo>
                    <a:pt x="301847" y="20003"/>
                  </a:lnTo>
                  <a:lnTo>
                    <a:pt x="301466" y="19621"/>
                  </a:lnTo>
                  <a:lnTo>
                    <a:pt x="300609" y="19431"/>
                  </a:lnTo>
                  <a:lnTo>
                    <a:pt x="300038" y="19526"/>
                  </a:lnTo>
                  <a:lnTo>
                    <a:pt x="299561" y="19717"/>
                  </a:lnTo>
                  <a:lnTo>
                    <a:pt x="297942" y="20574"/>
                  </a:lnTo>
                  <a:lnTo>
                    <a:pt x="297561" y="20764"/>
                  </a:lnTo>
                  <a:lnTo>
                    <a:pt x="296989" y="20860"/>
                  </a:lnTo>
                  <a:lnTo>
                    <a:pt x="296418" y="20764"/>
                  </a:lnTo>
                  <a:lnTo>
                    <a:pt x="295846" y="20669"/>
                  </a:lnTo>
                  <a:lnTo>
                    <a:pt x="295275" y="20479"/>
                  </a:lnTo>
                  <a:lnTo>
                    <a:pt x="294703" y="20288"/>
                  </a:lnTo>
                  <a:lnTo>
                    <a:pt x="294132" y="19907"/>
                  </a:lnTo>
                  <a:lnTo>
                    <a:pt x="293370" y="19240"/>
                  </a:lnTo>
                  <a:lnTo>
                    <a:pt x="293084" y="18764"/>
                  </a:lnTo>
                  <a:lnTo>
                    <a:pt x="292894" y="18193"/>
                  </a:lnTo>
                  <a:lnTo>
                    <a:pt x="292989" y="17240"/>
                  </a:lnTo>
                  <a:lnTo>
                    <a:pt x="293084" y="16669"/>
                  </a:lnTo>
                  <a:lnTo>
                    <a:pt x="293560" y="15526"/>
                  </a:lnTo>
                  <a:lnTo>
                    <a:pt x="293656" y="14954"/>
                  </a:lnTo>
                  <a:lnTo>
                    <a:pt x="293370" y="14288"/>
                  </a:lnTo>
                  <a:lnTo>
                    <a:pt x="293084" y="13716"/>
                  </a:lnTo>
                  <a:lnTo>
                    <a:pt x="290417" y="11906"/>
                  </a:lnTo>
                  <a:lnTo>
                    <a:pt x="289560" y="11906"/>
                  </a:lnTo>
                  <a:lnTo>
                    <a:pt x="288512" y="11906"/>
                  </a:lnTo>
                  <a:lnTo>
                    <a:pt x="287559" y="12097"/>
                  </a:lnTo>
                  <a:lnTo>
                    <a:pt x="286226" y="12668"/>
                  </a:lnTo>
                  <a:lnTo>
                    <a:pt x="285464" y="13145"/>
                  </a:lnTo>
                  <a:lnTo>
                    <a:pt x="285083" y="13430"/>
                  </a:lnTo>
                  <a:lnTo>
                    <a:pt x="284607" y="14097"/>
                  </a:lnTo>
                  <a:lnTo>
                    <a:pt x="282702" y="17240"/>
                  </a:lnTo>
                  <a:lnTo>
                    <a:pt x="281464" y="18955"/>
                  </a:lnTo>
                  <a:lnTo>
                    <a:pt x="280416" y="19812"/>
                  </a:lnTo>
                  <a:lnTo>
                    <a:pt x="280130" y="20193"/>
                  </a:lnTo>
                  <a:lnTo>
                    <a:pt x="280035" y="20574"/>
                  </a:lnTo>
                  <a:lnTo>
                    <a:pt x="280321" y="21050"/>
                  </a:lnTo>
                  <a:lnTo>
                    <a:pt x="280797" y="21241"/>
                  </a:lnTo>
                  <a:lnTo>
                    <a:pt x="281845" y="21527"/>
                  </a:lnTo>
                  <a:lnTo>
                    <a:pt x="282226" y="21907"/>
                  </a:lnTo>
                  <a:lnTo>
                    <a:pt x="282416" y="22193"/>
                  </a:lnTo>
                  <a:lnTo>
                    <a:pt x="283559" y="24765"/>
                  </a:lnTo>
                  <a:lnTo>
                    <a:pt x="283559" y="25432"/>
                  </a:lnTo>
                  <a:lnTo>
                    <a:pt x="283369" y="26289"/>
                  </a:lnTo>
                  <a:lnTo>
                    <a:pt x="282607" y="27908"/>
                  </a:lnTo>
                  <a:lnTo>
                    <a:pt x="282416" y="28765"/>
                  </a:lnTo>
                  <a:lnTo>
                    <a:pt x="282416" y="29528"/>
                  </a:lnTo>
                  <a:lnTo>
                    <a:pt x="282511" y="30004"/>
                  </a:lnTo>
                  <a:lnTo>
                    <a:pt x="282511" y="30575"/>
                  </a:lnTo>
                  <a:lnTo>
                    <a:pt x="281940" y="31242"/>
                  </a:lnTo>
                  <a:lnTo>
                    <a:pt x="281368" y="31718"/>
                  </a:lnTo>
                  <a:lnTo>
                    <a:pt x="276987" y="33814"/>
                  </a:lnTo>
                  <a:lnTo>
                    <a:pt x="273653" y="35242"/>
                  </a:lnTo>
                  <a:lnTo>
                    <a:pt x="272415" y="35909"/>
                  </a:lnTo>
                  <a:lnTo>
                    <a:pt x="272129" y="36195"/>
                  </a:lnTo>
                  <a:lnTo>
                    <a:pt x="271463" y="36957"/>
                  </a:lnTo>
                  <a:lnTo>
                    <a:pt x="269367" y="40767"/>
                  </a:lnTo>
                  <a:lnTo>
                    <a:pt x="266128" y="45434"/>
                  </a:lnTo>
                  <a:lnTo>
                    <a:pt x="265557" y="46196"/>
                  </a:lnTo>
                  <a:lnTo>
                    <a:pt x="265176" y="46482"/>
                  </a:lnTo>
                  <a:lnTo>
                    <a:pt x="264700" y="46672"/>
                  </a:lnTo>
                  <a:lnTo>
                    <a:pt x="264033" y="46768"/>
                  </a:lnTo>
                  <a:lnTo>
                    <a:pt x="261747" y="46958"/>
                  </a:lnTo>
                  <a:lnTo>
                    <a:pt x="260985" y="46863"/>
                  </a:lnTo>
                  <a:lnTo>
                    <a:pt x="260318" y="46482"/>
                  </a:lnTo>
                  <a:lnTo>
                    <a:pt x="258127" y="44767"/>
                  </a:lnTo>
                  <a:lnTo>
                    <a:pt x="257651" y="44577"/>
                  </a:lnTo>
                  <a:lnTo>
                    <a:pt x="257175" y="44482"/>
                  </a:lnTo>
                  <a:lnTo>
                    <a:pt x="256318" y="44767"/>
                  </a:lnTo>
                  <a:lnTo>
                    <a:pt x="256032" y="45148"/>
                  </a:lnTo>
                  <a:lnTo>
                    <a:pt x="255841" y="45625"/>
                  </a:lnTo>
                  <a:lnTo>
                    <a:pt x="255841" y="45911"/>
                  </a:lnTo>
                  <a:lnTo>
                    <a:pt x="255651" y="46291"/>
                  </a:lnTo>
                  <a:lnTo>
                    <a:pt x="255365" y="46672"/>
                  </a:lnTo>
                  <a:lnTo>
                    <a:pt x="254984" y="46863"/>
                  </a:lnTo>
                  <a:lnTo>
                    <a:pt x="254508" y="46958"/>
                  </a:lnTo>
                  <a:lnTo>
                    <a:pt x="253841" y="46768"/>
                  </a:lnTo>
                  <a:lnTo>
                    <a:pt x="253079" y="46196"/>
                  </a:lnTo>
                  <a:lnTo>
                    <a:pt x="252031" y="44577"/>
                  </a:lnTo>
                  <a:lnTo>
                    <a:pt x="251460" y="43720"/>
                  </a:lnTo>
                  <a:lnTo>
                    <a:pt x="250507" y="42481"/>
                  </a:lnTo>
                  <a:lnTo>
                    <a:pt x="248317" y="40957"/>
                  </a:lnTo>
                  <a:lnTo>
                    <a:pt x="247459" y="40100"/>
                  </a:lnTo>
                  <a:lnTo>
                    <a:pt x="247174" y="39719"/>
                  </a:lnTo>
                  <a:lnTo>
                    <a:pt x="246983" y="39338"/>
                  </a:lnTo>
                  <a:lnTo>
                    <a:pt x="246888" y="38767"/>
                  </a:lnTo>
                  <a:lnTo>
                    <a:pt x="246983" y="38195"/>
                  </a:lnTo>
                  <a:lnTo>
                    <a:pt x="247745" y="36766"/>
                  </a:lnTo>
                  <a:lnTo>
                    <a:pt x="249079" y="32004"/>
                  </a:lnTo>
                  <a:lnTo>
                    <a:pt x="249650" y="30956"/>
                  </a:lnTo>
                  <a:lnTo>
                    <a:pt x="250222" y="30480"/>
                  </a:lnTo>
                  <a:lnTo>
                    <a:pt x="250793" y="30575"/>
                  </a:lnTo>
                  <a:lnTo>
                    <a:pt x="251269" y="30766"/>
                  </a:lnTo>
                  <a:lnTo>
                    <a:pt x="252031" y="31242"/>
                  </a:lnTo>
                  <a:lnTo>
                    <a:pt x="252508" y="31337"/>
                  </a:lnTo>
                  <a:lnTo>
                    <a:pt x="252889" y="31337"/>
                  </a:lnTo>
                  <a:lnTo>
                    <a:pt x="253270" y="31052"/>
                  </a:lnTo>
                  <a:lnTo>
                    <a:pt x="253460" y="30671"/>
                  </a:lnTo>
                  <a:lnTo>
                    <a:pt x="254222" y="28575"/>
                  </a:lnTo>
                  <a:lnTo>
                    <a:pt x="254413" y="28194"/>
                  </a:lnTo>
                  <a:lnTo>
                    <a:pt x="254698" y="27813"/>
                  </a:lnTo>
                  <a:lnTo>
                    <a:pt x="255079" y="27527"/>
                  </a:lnTo>
                  <a:lnTo>
                    <a:pt x="255556" y="27432"/>
                  </a:lnTo>
                  <a:lnTo>
                    <a:pt x="256032" y="27432"/>
                  </a:lnTo>
                  <a:lnTo>
                    <a:pt x="256508" y="27527"/>
                  </a:lnTo>
                  <a:lnTo>
                    <a:pt x="256889" y="27813"/>
                  </a:lnTo>
                  <a:lnTo>
                    <a:pt x="257175" y="28194"/>
                  </a:lnTo>
                  <a:lnTo>
                    <a:pt x="257461" y="28384"/>
                  </a:lnTo>
                  <a:lnTo>
                    <a:pt x="257937" y="28384"/>
                  </a:lnTo>
                  <a:lnTo>
                    <a:pt x="258318" y="28194"/>
                  </a:lnTo>
                  <a:lnTo>
                    <a:pt x="258604" y="27908"/>
                  </a:lnTo>
                  <a:lnTo>
                    <a:pt x="258889" y="27527"/>
                  </a:lnTo>
                  <a:lnTo>
                    <a:pt x="264223" y="18859"/>
                  </a:lnTo>
                  <a:lnTo>
                    <a:pt x="265938" y="13716"/>
                  </a:lnTo>
                  <a:lnTo>
                    <a:pt x="266033" y="13145"/>
                  </a:lnTo>
                  <a:lnTo>
                    <a:pt x="266033" y="12478"/>
                  </a:lnTo>
                  <a:lnTo>
                    <a:pt x="265938" y="11716"/>
                  </a:lnTo>
                  <a:lnTo>
                    <a:pt x="265747" y="11239"/>
                  </a:lnTo>
                  <a:lnTo>
                    <a:pt x="265462" y="10763"/>
                  </a:lnTo>
                  <a:lnTo>
                    <a:pt x="264985" y="10096"/>
                  </a:lnTo>
                  <a:lnTo>
                    <a:pt x="258413" y="3143"/>
                  </a:lnTo>
                  <a:lnTo>
                    <a:pt x="257270" y="2286"/>
                  </a:lnTo>
                  <a:lnTo>
                    <a:pt x="254222" y="667"/>
                  </a:lnTo>
                  <a:lnTo>
                    <a:pt x="252413" y="476"/>
                  </a:lnTo>
                  <a:lnTo>
                    <a:pt x="251269" y="0"/>
                  </a:lnTo>
                  <a:lnTo>
                    <a:pt x="250317" y="190"/>
                  </a:lnTo>
                  <a:lnTo>
                    <a:pt x="248126" y="381"/>
                  </a:lnTo>
                  <a:lnTo>
                    <a:pt x="247174" y="571"/>
                  </a:lnTo>
                  <a:lnTo>
                    <a:pt x="246031" y="1238"/>
                  </a:lnTo>
                  <a:lnTo>
                    <a:pt x="243554" y="3524"/>
                  </a:lnTo>
                  <a:lnTo>
                    <a:pt x="242602" y="4191"/>
                  </a:lnTo>
                  <a:lnTo>
                    <a:pt x="242506" y="4667"/>
                  </a:lnTo>
                  <a:lnTo>
                    <a:pt x="242125" y="4953"/>
                  </a:lnTo>
                  <a:lnTo>
                    <a:pt x="241459" y="5620"/>
                  </a:lnTo>
                  <a:lnTo>
                    <a:pt x="241173" y="6001"/>
                  </a:lnTo>
                  <a:lnTo>
                    <a:pt x="240506" y="7334"/>
                  </a:lnTo>
                  <a:lnTo>
                    <a:pt x="238982" y="9430"/>
                  </a:lnTo>
                  <a:lnTo>
                    <a:pt x="238030" y="12192"/>
                  </a:lnTo>
                  <a:lnTo>
                    <a:pt x="237268" y="13716"/>
                  </a:lnTo>
                  <a:lnTo>
                    <a:pt x="236220" y="14859"/>
                  </a:lnTo>
                  <a:lnTo>
                    <a:pt x="234505" y="15812"/>
                  </a:lnTo>
                  <a:lnTo>
                    <a:pt x="232505" y="16192"/>
                  </a:lnTo>
                  <a:lnTo>
                    <a:pt x="228314" y="16097"/>
                  </a:lnTo>
                  <a:lnTo>
                    <a:pt x="226314" y="16573"/>
                  </a:lnTo>
                  <a:lnTo>
                    <a:pt x="223647" y="18193"/>
                  </a:lnTo>
                  <a:lnTo>
                    <a:pt x="218980" y="22765"/>
                  </a:lnTo>
                  <a:lnTo>
                    <a:pt x="216408" y="24574"/>
                  </a:lnTo>
                  <a:lnTo>
                    <a:pt x="214027" y="25241"/>
                  </a:lnTo>
                  <a:lnTo>
                    <a:pt x="211646" y="25241"/>
                  </a:lnTo>
                  <a:lnTo>
                    <a:pt x="206883" y="24574"/>
                  </a:lnTo>
                  <a:lnTo>
                    <a:pt x="203930" y="24765"/>
                  </a:lnTo>
                  <a:lnTo>
                    <a:pt x="201358" y="25717"/>
                  </a:lnTo>
                  <a:lnTo>
                    <a:pt x="196215" y="28289"/>
                  </a:lnTo>
                  <a:lnTo>
                    <a:pt x="195072" y="28670"/>
                  </a:lnTo>
                  <a:lnTo>
                    <a:pt x="186309" y="29813"/>
                  </a:lnTo>
                  <a:lnTo>
                    <a:pt x="183642" y="29146"/>
                  </a:lnTo>
                  <a:lnTo>
                    <a:pt x="174688" y="22765"/>
                  </a:lnTo>
                  <a:lnTo>
                    <a:pt x="174117" y="22003"/>
                  </a:lnTo>
                  <a:lnTo>
                    <a:pt x="173164" y="19621"/>
                  </a:lnTo>
                  <a:lnTo>
                    <a:pt x="172593" y="18574"/>
                  </a:lnTo>
                  <a:lnTo>
                    <a:pt x="171545" y="18002"/>
                  </a:lnTo>
                  <a:lnTo>
                    <a:pt x="164878" y="17812"/>
                  </a:lnTo>
                  <a:lnTo>
                    <a:pt x="158020" y="18479"/>
                  </a:lnTo>
                  <a:lnTo>
                    <a:pt x="155734" y="18288"/>
                  </a:lnTo>
                  <a:lnTo>
                    <a:pt x="154114" y="17621"/>
                  </a:lnTo>
                  <a:lnTo>
                    <a:pt x="152781" y="20003"/>
                  </a:lnTo>
                  <a:lnTo>
                    <a:pt x="150781" y="23050"/>
                  </a:lnTo>
                  <a:lnTo>
                    <a:pt x="150304" y="24289"/>
                  </a:lnTo>
                  <a:lnTo>
                    <a:pt x="149828" y="28480"/>
                  </a:lnTo>
                  <a:lnTo>
                    <a:pt x="149542" y="29337"/>
                  </a:lnTo>
                  <a:lnTo>
                    <a:pt x="149161" y="30385"/>
                  </a:lnTo>
                  <a:lnTo>
                    <a:pt x="148495" y="31623"/>
                  </a:lnTo>
                  <a:lnTo>
                    <a:pt x="146590" y="34385"/>
                  </a:lnTo>
                  <a:lnTo>
                    <a:pt x="143542" y="37529"/>
                  </a:lnTo>
                  <a:lnTo>
                    <a:pt x="142589" y="38195"/>
                  </a:lnTo>
                  <a:lnTo>
                    <a:pt x="139160" y="39910"/>
                  </a:lnTo>
                  <a:lnTo>
                    <a:pt x="137922" y="40386"/>
                  </a:lnTo>
                  <a:lnTo>
                    <a:pt x="136969" y="40481"/>
                  </a:lnTo>
                  <a:lnTo>
                    <a:pt x="136398" y="40386"/>
                  </a:lnTo>
                  <a:lnTo>
                    <a:pt x="135922" y="40196"/>
                  </a:lnTo>
                  <a:lnTo>
                    <a:pt x="134683" y="38862"/>
                  </a:lnTo>
                  <a:lnTo>
                    <a:pt x="134302" y="38671"/>
                  </a:lnTo>
                  <a:lnTo>
                    <a:pt x="133350" y="38195"/>
                  </a:lnTo>
                  <a:lnTo>
                    <a:pt x="129445" y="37243"/>
                  </a:lnTo>
                  <a:lnTo>
                    <a:pt x="122110" y="36671"/>
                  </a:lnTo>
                  <a:lnTo>
                    <a:pt x="121729" y="36766"/>
                  </a:lnTo>
                  <a:lnTo>
                    <a:pt x="121539" y="37052"/>
                  </a:lnTo>
                  <a:lnTo>
                    <a:pt x="121920" y="37529"/>
                  </a:lnTo>
                  <a:lnTo>
                    <a:pt x="122301" y="37909"/>
                  </a:lnTo>
                  <a:lnTo>
                    <a:pt x="122872" y="38195"/>
                  </a:lnTo>
                  <a:lnTo>
                    <a:pt x="123825" y="38576"/>
                  </a:lnTo>
                  <a:lnTo>
                    <a:pt x="124206" y="38862"/>
                  </a:lnTo>
                  <a:lnTo>
                    <a:pt x="124492" y="39338"/>
                  </a:lnTo>
                  <a:lnTo>
                    <a:pt x="125063" y="40767"/>
                  </a:lnTo>
                  <a:lnTo>
                    <a:pt x="125349" y="41338"/>
                  </a:lnTo>
                  <a:lnTo>
                    <a:pt x="125634" y="41720"/>
                  </a:lnTo>
                  <a:lnTo>
                    <a:pt x="126016" y="42005"/>
                  </a:lnTo>
                  <a:lnTo>
                    <a:pt x="126301" y="42481"/>
                  </a:lnTo>
                  <a:lnTo>
                    <a:pt x="126397" y="42958"/>
                  </a:lnTo>
                  <a:lnTo>
                    <a:pt x="125539" y="45244"/>
                  </a:lnTo>
                  <a:lnTo>
                    <a:pt x="125349" y="46006"/>
                  </a:lnTo>
                  <a:lnTo>
                    <a:pt x="125349" y="47434"/>
                  </a:lnTo>
                  <a:lnTo>
                    <a:pt x="125063" y="49054"/>
                  </a:lnTo>
                  <a:lnTo>
                    <a:pt x="124301" y="50387"/>
                  </a:lnTo>
                  <a:lnTo>
                    <a:pt x="123444" y="50006"/>
                  </a:lnTo>
                  <a:lnTo>
                    <a:pt x="122872" y="49339"/>
                  </a:lnTo>
                  <a:lnTo>
                    <a:pt x="122682" y="48958"/>
                  </a:lnTo>
                  <a:lnTo>
                    <a:pt x="122015" y="47054"/>
                  </a:lnTo>
                  <a:lnTo>
                    <a:pt x="121825" y="46672"/>
                  </a:lnTo>
                  <a:lnTo>
                    <a:pt x="121539" y="46291"/>
                  </a:lnTo>
                  <a:lnTo>
                    <a:pt x="121253" y="46006"/>
                  </a:lnTo>
                  <a:lnTo>
                    <a:pt x="120777" y="45815"/>
                  </a:lnTo>
                  <a:lnTo>
                    <a:pt x="120301" y="45815"/>
                  </a:lnTo>
                  <a:lnTo>
                    <a:pt x="117062" y="46101"/>
                  </a:lnTo>
                  <a:lnTo>
                    <a:pt x="114205" y="45529"/>
                  </a:lnTo>
                  <a:lnTo>
                    <a:pt x="113062" y="45529"/>
                  </a:lnTo>
                  <a:lnTo>
                    <a:pt x="112490" y="45720"/>
                  </a:lnTo>
                  <a:lnTo>
                    <a:pt x="111919" y="46101"/>
                  </a:lnTo>
                  <a:lnTo>
                    <a:pt x="111252" y="46863"/>
                  </a:lnTo>
                  <a:lnTo>
                    <a:pt x="110966" y="47339"/>
                  </a:lnTo>
                  <a:lnTo>
                    <a:pt x="110776" y="47815"/>
                  </a:lnTo>
                  <a:lnTo>
                    <a:pt x="110490" y="49435"/>
                  </a:lnTo>
                  <a:lnTo>
                    <a:pt x="110204" y="50387"/>
                  </a:lnTo>
                  <a:lnTo>
                    <a:pt x="110014" y="50768"/>
                  </a:lnTo>
                  <a:lnTo>
                    <a:pt x="109918" y="50959"/>
                  </a:lnTo>
                  <a:lnTo>
                    <a:pt x="109823" y="50959"/>
                  </a:lnTo>
                  <a:lnTo>
                    <a:pt x="109252" y="51054"/>
                  </a:lnTo>
                  <a:lnTo>
                    <a:pt x="108394" y="50959"/>
                  </a:lnTo>
                  <a:lnTo>
                    <a:pt x="108204" y="50959"/>
                  </a:lnTo>
                  <a:lnTo>
                    <a:pt x="107823" y="50578"/>
                  </a:lnTo>
                  <a:lnTo>
                    <a:pt x="106871" y="49149"/>
                  </a:lnTo>
                  <a:lnTo>
                    <a:pt x="106489" y="48863"/>
                  </a:lnTo>
                  <a:lnTo>
                    <a:pt x="106108" y="48768"/>
                  </a:lnTo>
                  <a:lnTo>
                    <a:pt x="105727" y="48958"/>
                  </a:lnTo>
                  <a:lnTo>
                    <a:pt x="105442" y="49435"/>
                  </a:lnTo>
                  <a:lnTo>
                    <a:pt x="105442" y="50006"/>
                  </a:lnTo>
                  <a:lnTo>
                    <a:pt x="105442" y="50482"/>
                  </a:lnTo>
                  <a:lnTo>
                    <a:pt x="105537" y="50959"/>
                  </a:lnTo>
                  <a:lnTo>
                    <a:pt x="105537" y="51054"/>
                  </a:lnTo>
                  <a:lnTo>
                    <a:pt x="105537" y="51245"/>
                  </a:lnTo>
                  <a:lnTo>
                    <a:pt x="105442" y="51625"/>
                  </a:lnTo>
                  <a:lnTo>
                    <a:pt x="105251" y="52006"/>
                  </a:lnTo>
                  <a:lnTo>
                    <a:pt x="105061" y="52388"/>
                  </a:lnTo>
                  <a:lnTo>
                    <a:pt x="103346" y="54007"/>
                  </a:lnTo>
                  <a:lnTo>
                    <a:pt x="102489" y="55054"/>
                  </a:lnTo>
                  <a:lnTo>
                    <a:pt x="102203" y="55436"/>
                  </a:lnTo>
                  <a:lnTo>
                    <a:pt x="102013" y="56007"/>
                  </a:lnTo>
                  <a:lnTo>
                    <a:pt x="101251" y="59246"/>
                  </a:lnTo>
                  <a:lnTo>
                    <a:pt x="100870" y="60293"/>
                  </a:lnTo>
                  <a:lnTo>
                    <a:pt x="100679" y="60674"/>
                  </a:lnTo>
                  <a:lnTo>
                    <a:pt x="100393" y="61055"/>
                  </a:lnTo>
                  <a:lnTo>
                    <a:pt x="100108" y="61341"/>
                  </a:lnTo>
                  <a:lnTo>
                    <a:pt x="99346" y="61913"/>
                  </a:lnTo>
                  <a:lnTo>
                    <a:pt x="97059" y="63246"/>
                  </a:lnTo>
                  <a:lnTo>
                    <a:pt x="95917" y="63722"/>
                  </a:lnTo>
                  <a:lnTo>
                    <a:pt x="94774" y="63722"/>
                  </a:lnTo>
                  <a:lnTo>
                    <a:pt x="94202" y="63532"/>
                  </a:lnTo>
                  <a:lnTo>
                    <a:pt x="93821" y="63151"/>
                  </a:lnTo>
                  <a:lnTo>
                    <a:pt x="93631" y="62770"/>
                  </a:lnTo>
                  <a:lnTo>
                    <a:pt x="93345" y="61817"/>
                  </a:lnTo>
                  <a:lnTo>
                    <a:pt x="93154" y="61436"/>
                  </a:lnTo>
                  <a:lnTo>
                    <a:pt x="92869" y="61055"/>
                  </a:lnTo>
                  <a:lnTo>
                    <a:pt x="92392" y="61055"/>
                  </a:lnTo>
                  <a:lnTo>
                    <a:pt x="91916" y="61055"/>
                  </a:lnTo>
                  <a:lnTo>
                    <a:pt x="89821" y="61722"/>
                  </a:lnTo>
                  <a:lnTo>
                    <a:pt x="86487" y="62198"/>
                  </a:lnTo>
                  <a:lnTo>
                    <a:pt x="72771" y="67628"/>
                  </a:lnTo>
                  <a:lnTo>
                    <a:pt x="72295" y="67628"/>
                  </a:lnTo>
                  <a:lnTo>
                    <a:pt x="71723" y="67628"/>
                  </a:lnTo>
                  <a:lnTo>
                    <a:pt x="71247" y="67532"/>
                  </a:lnTo>
                  <a:lnTo>
                    <a:pt x="70771" y="67342"/>
                  </a:lnTo>
                  <a:lnTo>
                    <a:pt x="70390" y="67056"/>
                  </a:lnTo>
                  <a:lnTo>
                    <a:pt x="69818" y="66389"/>
                  </a:lnTo>
                  <a:lnTo>
                    <a:pt x="69342" y="66199"/>
                  </a:lnTo>
                  <a:lnTo>
                    <a:pt x="68866" y="66104"/>
                  </a:lnTo>
                  <a:lnTo>
                    <a:pt x="68104" y="66199"/>
                  </a:lnTo>
                  <a:lnTo>
                    <a:pt x="65532" y="66770"/>
                  </a:lnTo>
                  <a:lnTo>
                    <a:pt x="63722" y="66961"/>
                  </a:lnTo>
                  <a:lnTo>
                    <a:pt x="62674" y="66675"/>
                  </a:lnTo>
                  <a:lnTo>
                    <a:pt x="62198" y="66484"/>
                  </a:lnTo>
                  <a:lnTo>
                    <a:pt x="61817" y="66199"/>
                  </a:lnTo>
                  <a:lnTo>
                    <a:pt x="61436" y="65913"/>
                  </a:lnTo>
                  <a:lnTo>
                    <a:pt x="60579" y="64865"/>
                  </a:lnTo>
                  <a:lnTo>
                    <a:pt x="59912" y="64294"/>
                  </a:lnTo>
                  <a:lnTo>
                    <a:pt x="59436" y="64008"/>
                  </a:lnTo>
                  <a:lnTo>
                    <a:pt x="58959" y="63913"/>
                  </a:lnTo>
                  <a:lnTo>
                    <a:pt x="58388" y="63913"/>
                  </a:lnTo>
                  <a:lnTo>
                    <a:pt x="57626" y="64198"/>
                  </a:lnTo>
                  <a:lnTo>
                    <a:pt x="56864" y="64961"/>
                  </a:lnTo>
                  <a:lnTo>
                    <a:pt x="55531" y="66675"/>
                  </a:lnTo>
                  <a:lnTo>
                    <a:pt x="54959" y="67628"/>
                  </a:lnTo>
                  <a:lnTo>
                    <a:pt x="54673" y="68485"/>
                  </a:lnTo>
                  <a:lnTo>
                    <a:pt x="54578" y="69628"/>
                  </a:lnTo>
                  <a:lnTo>
                    <a:pt x="54578" y="70866"/>
                  </a:lnTo>
                  <a:lnTo>
                    <a:pt x="54959" y="73914"/>
                  </a:lnTo>
                  <a:lnTo>
                    <a:pt x="54959" y="74104"/>
                  </a:lnTo>
                  <a:lnTo>
                    <a:pt x="54769" y="74486"/>
                  </a:lnTo>
                  <a:lnTo>
                    <a:pt x="54292" y="74866"/>
                  </a:lnTo>
                  <a:lnTo>
                    <a:pt x="53340" y="75057"/>
                  </a:lnTo>
                  <a:lnTo>
                    <a:pt x="52006" y="75152"/>
                  </a:lnTo>
                  <a:lnTo>
                    <a:pt x="51435" y="75247"/>
                  </a:lnTo>
                  <a:lnTo>
                    <a:pt x="47720" y="77057"/>
                  </a:lnTo>
                  <a:lnTo>
                    <a:pt x="47244" y="77153"/>
                  </a:lnTo>
                  <a:lnTo>
                    <a:pt x="46672" y="77248"/>
                  </a:lnTo>
                  <a:lnTo>
                    <a:pt x="42196" y="77533"/>
                  </a:lnTo>
                  <a:lnTo>
                    <a:pt x="40386" y="78105"/>
                  </a:lnTo>
                  <a:lnTo>
                    <a:pt x="35052" y="81629"/>
                  </a:lnTo>
                  <a:lnTo>
                    <a:pt x="27527" y="90488"/>
                  </a:lnTo>
                  <a:lnTo>
                    <a:pt x="27051" y="97441"/>
                  </a:lnTo>
                  <a:lnTo>
                    <a:pt x="27241" y="98870"/>
                  </a:lnTo>
                  <a:lnTo>
                    <a:pt x="27717" y="100584"/>
                  </a:lnTo>
                  <a:lnTo>
                    <a:pt x="28480" y="101060"/>
                  </a:lnTo>
                  <a:lnTo>
                    <a:pt x="29527" y="101441"/>
                  </a:lnTo>
                  <a:lnTo>
                    <a:pt x="31623" y="101727"/>
                  </a:lnTo>
                  <a:lnTo>
                    <a:pt x="32480" y="102013"/>
                  </a:lnTo>
                  <a:lnTo>
                    <a:pt x="33909" y="103346"/>
                  </a:lnTo>
                  <a:lnTo>
                    <a:pt x="34480" y="103632"/>
                  </a:lnTo>
                  <a:lnTo>
                    <a:pt x="35147" y="103822"/>
                  </a:lnTo>
                  <a:lnTo>
                    <a:pt x="35528" y="104013"/>
                  </a:lnTo>
                  <a:lnTo>
                    <a:pt x="36290" y="104489"/>
                  </a:lnTo>
                  <a:lnTo>
                    <a:pt x="36671" y="105061"/>
                  </a:lnTo>
                  <a:lnTo>
                    <a:pt x="36957" y="105632"/>
                  </a:lnTo>
                  <a:lnTo>
                    <a:pt x="37433" y="106871"/>
                  </a:lnTo>
                  <a:lnTo>
                    <a:pt x="37719" y="107442"/>
                  </a:lnTo>
                  <a:lnTo>
                    <a:pt x="38386" y="108109"/>
                  </a:lnTo>
                  <a:lnTo>
                    <a:pt x="39338" y="108775"/>
                  </a:lnTo>
                  <a:lnTo>
                    <a:pt x="44196" y="110966"/>
                  </a:lnTo>
                  <a:lnTo>
                    <a:pt x="45244" y="111728"/>
                  </a:lnTo>
                  <a:lnTo>
                    <a:pt x="45720" y="112395"/>
                  </a:lnTo>
                  <a:lnTo>
                    <a:pt x="46006" y="113157"/>
                  </a:lnTo>
                  <a:lnTo>
                    <a:pt x="46482" y="114871"/>
                  </a:lnTo>
                  <a:lnTo>
                    <a:pt x="46672" y="115729"/>
                  </a:lnTo>
                  <a:lnTo>
                    <a:pt x="45148" y="122491"/>
                  </a:lnTo>
                  <a:lnTo>
                    <a:pt x="45053" y="123539"/>
                  </a:lnTo>
                  <a:lnTo>
                    <a:pt x="45148" y="124587"/>
                  </a:lnTo>
                  <a:lnTo>
                    <a:pt x="45148" y="126206"/>
                  </a:lnTo>
                  <a:lnTo>
                    <a:pt x="44958" y="128778"/>
                  </a:lnTo>
                  <a:lnTo>
                    <a:pt x="44291" y="131445"/>
                  </a:lnTo>
                  <a:lnTo>
                    <a:pt x="43339" y="132874"/>
                  </a:lnTo>
                  <a:lnTo>
                    <a:pt x="39814" y="136112"/>
                  </a:lnTo>
                  <a:lnTo>
                    <a:pt x="42005" y="137446"/>
                  </a:lnTo>
                  <a:lnTo>
                    <a:pt x="43529" y="138779"/>
                  </a:lnTo>
                  <a:lnTo>
                    <a:pt x="44291" y="140017"/>
                  </a:lnTo>
                  <a:lnTo>
                    <a:pt x="45053" y="140494"/>
                  </a:lnTo>
                  <a:lnTo>
                    <a:pt x="47149" y="140970"/>
                  </a:lnTo>
                  <a:lnTo>
                    <a:pt x="49434" y="141256"/>
                  </a:lnTo>
                  <a:lnTo>
                    <a:pt x="49721" y="141827"/>
                  </a:lnTo>
                  <a:lnTo>
                    <a:pt x="49816" y="142875"/>
                  </a:lnTo>
                  <a:lnTo>
                    <a:pt x="49054" y="145352"/>
                  </a:lnTo>
                  <a:lnTo>
                    <a:pt x="48958" y="146590"/>
                  </a:lnTo>
                  <a:lnTo>
                    <a:pt x="48958" y="147352"/>
                  </a:lnTo>
                  <a:lnTo>
                    <a:pt x="49339" y="147638"/>
                  </a:lnTo>
                  <a:lnTo>
                    <a:pt x="49625" y="147923"/>
                  </a:lnTo>
                  <a:lnTo>
                    <a:pt x="52006" y="148971"/>
                  </a:lnTo>
                  <a:lnTo>
                    <a:pt x="52768" y="149352"/>
                  </a:lnTo>
                  <a:lnTo>
                    <a:pt x="52959" y="149542"/>
                  </a:lnTo>
                  <a:lnTo>
                    <a:pt x="53149" y="149828"/>
                  </a:lnTo>
                  <a:lnTo>
                    <a:pt x="53435" y="150114"/>
                  </a:lnTo>
                  <a:lnTo>
                    <a:pt x="53911" y="151447"/>
                  </a:lnTo>
                  <a:lnTo>
                    <a:pt x="54007" y="151924"/>
                  </a:lnTo>
                  <a:lnTo>
                    <a:pt x="54007" y="152495"/>
                  </a:lnTo>
                  <a:lnTo>
                    <a:pt x="54007" y="153067"/>
                  </a:lnTo>
                  <a:lnTo>
                    <a:pt x="53816" y="153829"/>
                  </a:lnTo>
                  <a:lnTo>
                    <a:pt x="53530" y="154686"/>
                  </a:lnTo>
                  <a:lnTo>
                    <a:pt x="51530" y="158210"/>
                  </a:lnTo>
                  <a:lnTo>
                    <a:pt x="51054" y="159353"/>
                  </a:lnTo>
                  <a:lnTo>
                    <a:pt x="50673" y="159925"/>
                  </a:lnTo>
                  <a:lnTo>
                    <a:pt x="50006" y="160591"/>
                  </a:lnTo>
                  <a:lnTo>
                    <a:pt x="48768" y="161734"/>
                  </a:lnTo>
                  <a:lnTo>
                    <a:pt x="48006" y="162211"/>
                  </a:lnTo>
                  <a:lnTo>
                    <a:pt x="47339" y="162496"/>
                  </a:lnTo>
                  <a:lnTo>
                    <a:pt x="42672" y="163830"/>
                  </a:lnTo>
                  <a:lnTo>
                    <a:pt x="42291" y="164211"/>
                  </a:lnTo>
                  <a:lnTo>
                    <a:pt x="42005" y="164687"/>
                  </a:lnTo>
                  <a:lnTo>
                    <a:pt x="41815" y="165735"/>
                  </a:lnTo>
                  <a:lnTo>
                    <a:pt x="41719" y="167069"/>
                  </a:lnTo>
                  <a:lnTo>
                    <a:pt x="41434" y="167640"/>
                  </a:lnTo>
                  <a:lnTo>
                    <a:pt x="41053" y="168212"/>
                  </a:lnTo>
                  <a:lnTo>
                    <a:pt x="39624" y="169354"/>
                  </a:lnTo>
                  <a:lnTo>
                    <a:pt x="38767" y="169831"/>
                  </a:lnTo>
                  <a:lnTo>
                    <a:pt x="37528" y="170497"/>
                  </a:lnTo>
                  <a:lnTo>
                    <a:pt x="37147" y="170879"/>
                  </a:lnTo>
                  <a:lnTo>
                    <a:pt x="36862" y="171450"/>
                  </a:lnTo>
                  <a:lnTo>
                    <a:pt x="36671" y="172498"/>
                  </a:lnTo>
                  <a:lnTo>
                    <a:pt x="36576" y="173927"/>
                  </a:lnTo>
                  <a:lnTo>
                    <a:pt x="36576" y="175070"/>
                  </a:lnTo>
                  <a:lnTo>
                    <a:pt x="36385" y="177451"/>
                  </a:lnTo>
                  <a:lnTo>
                    <a:pt x="36100" y="178498"/>
                  </a:lnTo>
                  <a:lnTo>
                    <a:pt x="35909" y="178975"/>
                  </a:lnTo>
                  <a:lnTo>
                    <a:pt x="34385" y="180594"/>
                  </a:lnTo>
                  <a:lnTo>
                    <a:pt x="28575" y="185166"/>
                  </a:lnTo>
                  <a:lnTo>
                    <a:pt x="26765" y="185833"/>
                  </a:lnTo>
                  <a:lnTo>
                    <a:pt x="22193" y="186309"/>
                  </a:lnTo>
                  <a:lnTo>
                    <a:pt x="21241" y="186499"/>
                  </a:lnTo>
                  <a:lnTo>
                    <a:pt x="20479" y="186785"/>
                  </a:lnTo>
                  <a:lnTo>
                    <a:pt x="18478" y="188023"/>
                  </a:lnTo>
                  <a:lnTo>
                    <a:pt x="18002" y="188214"/>
                  </a:lnTo>
                  <a:lnTo>
                    <a:pt x="17526" y="188309"/>
                  </a:lnTo>
                  <a:lnTo>
                    <a:pt x="15240" y="188309"/>
                  </a:lnTo>
                  <a:lnTo>
                    <a:pt x="14668" y="188404"/>
                  </a:lnTo>
                  <a:lnTo>
                    <a:pt x="14288" y="188690"/>
                  </a:lnTo>
                  <a:lnTo>
                    <a:pt x="13811" y="189166"/>
                  </a:lnTo>
                  <a:lnTo>
                    <a:pt x="12763" y="190309"/>
                  </a:lnTo>
                  <a:lnTo>
                    <a:pt x="11906" y="192405"/>
                  </a:lnTo>
                  <a:lnTo>
                    <a:pt x="11811" y="192691"/>
                  </a:lnTo>
                  <a:lnTo>
                    <a:pt x="11716" y="194310"/>
                  </a:lnTo>
                  <a:lnTo>
                    <a:pt x="12287" y="199263"/>
                  </a:lnTo>
                  <a:lnTo>
                    <a:pt x="12192" y="201168"/>
                  </a:lnTo>
                  <a:lnTo>
                    <a:pt x="12001" y="201930"/>
                  </a:lnTo>
                  <a:lnTo>
                    <a:pt x="11430" y="203359"/>
                  </a:lnTo>
                  <a:lnTo>
                    <a:pt x="10954" y="204025"/>
                  </a:lnTo>
                  <a:lnTo>
                    <a:pt x="9715" y="205549"/>
                  </a:lnTo>
                  <a:lnTo>
                    <a:pt x="6953" y="209931"/>
                  </a:lnTo>
                  <a:lnTo>
                    <a:pt x="6191" y="210883"/>
                  </a:lnTo>
                  <a:lnTo>
                    <a:pt x="4191" y="214027"/>
                  </a:lnTo>
                  <a:lnTo>
                    <a:pt x="2286" y="220123"/>
                  </a:lnTo>
                  <a:lnTo>
                    <a:pt x="1619" y="221552"/>
                  </a:lnTo>
                  <a:lnTo>
                    <a:pt x="286" y="223838"/>
                  </a:lnTo>
                  <a:lnTo>
                    <a:pt x="95" y="224409"/>
                  </a:lnTo>
                  <a:lnTo>
                    <a:pt x="0" y="225171"/>
                  </a:lnTo>
                  <a:lnTo>
                    <a:pt x="95" y="226504"/>
                  </a:lnTo>
                  <a:lnTo>
                    <a:pt x="476" y="227647"/>
                  </a:lnTo>
                  <a:lnTo>
                    <a:pt x="857" y="228314"/>
                  </a:lnTo>
                  <a:lnTo>
                    <a:pt x="1143" y="228790"/>
                  </a:lnTo>
                  <a:lnTo>
                    <a:pt x="1429" y="229553"/>
                  </a:lnTo>
                  <a:lnTo>
                    <a:pt x="2000" y="235172"/>
                  </a:lnTo>
                  <a:lnTo>
                    <a:pt x="2857" y="239173"/>
                  </a:lnTo>
                  <a:lnTo>
                    <a:pt x="3048" y="242125"/>
                  </a:lnTo>
                  <a:lnTo>
                    <a:pt x="3143" y="243078"/>
                  </a:lnTo>
                  <a:lnTo>
                    <a:pt x="3334" y="243745"/>
                  </a:lnTo>
                  <a:lnTo>
                    <a:pt x="3715" y="244507"/>
                  </a:lnTo>
                  <a:lnTo>
                    <a:pt x="4000" y="244792"/>
                  </a:lnTo>
                  <a:lnTo>
                    <a:pt x="4763" y="245364"/>
                  </a:lnTo>
                  <a:lnTo>
                    <a:pt x="8667" y="247269"/>
                  </a:lnTo>
                  <a:lnTo>
                    <a:pt x="9334" y="247269"/>
                  </a:lnTo>
                  <a:lnTo>
                    <a:pt x="10096" y="247269"/>
                  </a:lnTo>
                  <a:lnTo>
                    <a:pt x="11334" y="246793"/>
                  </a:lnTo>
                  <a:lnTo>
                    <a:pt x="12478" y="246126"/>
                  </a:lnTo>
                  <a:lnTo>
                    <a:pt x="13811" y="244983"/>
                  </a:lnTo>
                  <a:lnTo>
                    <a:pt x="14573" y="244507"/>
                  </a:lnTo>
                  <a:lnTo>
                    <a:pt x="14954" y="244316"/>
                  </a:lnTo>
                  <a:lnTo>
                    <a:pt x="16764" y="243649"/>
                  </a:lnTo>
                  <a:lnTo>
                    <a:pt x="17907" y="243554"/>
                  </a:lnTo>
                  <a:lnTo>
                    <a:pt x="18764" y="243649"/>
                  </a:lnTo>
                  <a:lnTo>
                    <a:pt x="19526" y="243935"/>
                  </a:lnTo>
                  <a:lnTo>
                    <a:pt x="21146" y="244983"/>
                  </a:lnTo>
                  <a:lnTo>
                    <a:pt x="23336" y="245745"/>
                  </a:lnTo>
                  <a:lnTo>
                    <a:pt x="23622" y="246983"/>
                  </a:lnTo>
                  <a:lnTo>
                    <a:pt x="23431" y="247840"/>
                  </a:lnTo>
                  <a:lnTo>
                    <a:pt x="23336" y="249460"/>
                  </a:lnTo>
                  <a:lnTo>
                    <a:pt x="23527" y="250507"/>
                  </a:lnTo>
                  <a:lnTo>
                    <a:pt x="23336" y="251555"/>
                  </a:lnTo>
                  <a:lnTo>
                    <a:pt x="23050" y="252222"/>
                  </a:lnTo>
                  <a:lnTo>
                    <a:pt x="21146" y="256222"/>
                  </a:lnTo>
                  <a:lnTo>
                    <a:pt x="20669" y="256984"/>
                  </a:lnTo>
                  <a:lnTo>
                    <a:pt x="17716" y="260318"/>
                  </a:lnTo>
                  <a:lnTo>
                    <a:pt x="16669" y="261842"/>
                  </a:lnTo>
                  <a:lnTo>
                    <a:pt x="15716" y="263557"/>
                  </a:lnTo>
                  <a:lnTo>
                    <a:pt x="15621" y="264033"/>
                  </a:lnTo>
                  <a:lnTo>
                    <a:pt x="15526" y="268033"/>
                  </a:lnTo>
                  <a:lnTo>
                    <a:pt x="15526" y="268605"/>
                  </a:lnTo>
                  <a:lnTo>
                    <a:pt x="15716" y="269177"/>
                  </a:lnTo>
                  <a:lnTo>
                    <a:pt x="16288" y="269748"/>
                  </a:lnTo>
                  <a:lnTo>
                    <a:pt x="16764" y="269843"/>
                  </a:lnTo>
                  <a:lnTo>
                    <a:pt x="17145" y="269748"/>
                  </a:lnTo>
                  <a:lnTo>
                    <a:pt x="17526" y="269462"/>
                  </a:lnTo>
                  <a:lnTo>
                    <a:pt x="17812" y="269177"/>
                  </a:lnTo>
                  <a:lnTo>
                    <a:pt x="18192" y="268986"/>
                  </a:lnTo>
                  <a:lnTo>
                    <a:pt x="18478" y="268891"/>
                  </a:lnTo>
                  <a:lnTo>
                    <a:pt x="18859" y="269081"/>
                  </a:lnTo>
                  <a:lnTo>
                    <a:pt x="19050" y="269367"/>
                  </a:lnTo>
                  <a:lnTo>
                    <a:pt x="19336" y="269843"/>
                  </a:lnTo>
                  <a:lnTo>
                    <a:pt x="19907" y="272034"/>
                  </a:lnTo>
                  <a:lnTo>
                    <a:pt x="20193" y="272510"/>
                  </a:lnTo>
                  <a:lnTo>
                    <a:pt x="20574" y="273272"/>
                  </a:lnTo>
                  <a:lnTo>
                    <a:pt x="21241" y="273844"/>
                  </a:lnTo>
                  <a:lnTo>
                    <a:pt x="21622" y="274130"/>
                  </a:lnTo>
                  <a:lnTo>
                    <a:pt x="22574" y="275082"/>
                  </a:lnTo>
                  <a:lnTo>
                    <a:pt x="22765" y="275368"/>
                  </a:lnTo>
                  <a:lnTo>
                    <a:pt x="23146" y="276130"/>
                  </a:lnTo>
                  <a:lnTo>
                    <a:pt x="23908" y="277939"/>
                  </a:lnTo>
                  <a:lnTo>
                    <a:pt x="24384" y="278702"/>
                  </a:lnTo>
                  <a:lnTo>
                    <a:pt x="24670" y="278987"/>
                  </a:lnTo>
                  <a:lnTo>
                    <a:pt x="25051" y="279178"/>
                  </a:lnTo>
                  <a:lnTo>
                    <a:pt x="26003" y="279559"/>
                  </a:lnTo>
                  <a:lnTo>
                    <a:pt x="26384" y="279749"/>
                  </a:lnTo>
                  <a:lnTo>
                    <a:pt x="26765" y="280130"/>
                  </a:lnTo>
                  <a:lnTo>
                    <a:pt x="26860" y="280702"/>
                  </a:lnTo>
                  <a:lnTo>
                    <a:pt x="26670" y="281559"/>
                  </a:lnTo>
                  <a:lnTo>
                    <a:pt x="26194" y="282607"/>
                  </a:lnTo>
                  <a:lnTo>
                    <a:pt x="25432" y="283750"/>
                  </a:lnTo>
                  <a:lnTo>
                    <a:pt x="25241" y="284226"/>
                  </a:lnTo>
                  <a:lnTo>
                    <a:pt x="25146" y="284797"/>
                  </a:lnTo>
                  <a:lnTo>
                    <a:pt x="24765" y="287846"/>
                  </a:lnTo>
                  <a:lnTo>
                    <a:pt x="24574" y="288512"/>
                  </a:lnTo>
                  <a:lnTo>
                    <a:pt x="24384" y="288893"/>
                  </a:lnTo>
                  <a:lnTo>
                    <a:pt x="24098" y="289274"/>
                  </a:lnTo>
                  <a:lnTo>
                    <a:pt x="22574" y="290894"/>
                  </a:lnTo>
                  <a:lnTo>
                    <a:pt x="22003" y="291655"/>
                  </a:lnTo>
                  <a:lnTo>
                    <a:pt x="21812" y="292037"/>
                  </a:lnTo>
                  <a:lnTo>
                    <a:pt x="21907" y="293846"/>
                  </a:lnTo>
                  <a:lnTo>
                    <a:pt x="23431" y="303086"/>
                  </a:lnTo>
                  <a:lnTo>
                    <a:pt x="24479" y="307372"/>
                  </a:lnTo>
                  <a:lnTo>
                    <a:pt x="25051" y="308038"/>
                  </a:lnTo>
                  <a:lnTo>
                    <a:pt x="25622" y="308610"/>
                  </a:lnTo>
                  <a:lnTo>
                    <a:pt x="26384" y="309181"/>
                  </a:lnTo>
                  <a:lnTo>
                    <a:pt x="27051" y="309563"/>
                  </a:lnTo>
                  <a:lnTo>
                    <a:pt x="27337" y="309658"/>
                  </a:lnTo>
                  <a:lnTo>
                    <a:pt x="27813" y="309753"/>
                  </a:lnTo>
                  <a:lnTo>
                    <a:pt x="31242" y="310134"/>
                  </a:lnTo>
                  <a:lnTo>
                    <a:pt x="32671" y="310610"/>
                  </a:lnTo>
                  <a:lnTo>
                    <a:pt x="34480" y="311467"/>
                  </a:lnTo>
                  <a:lnTo>
                    <a:pt x="34766" y="311753"/>
                  </a:lnTo>
                  <a:lnTo>
                    <a:pt x="35052" y="312039"/>
                  </a:lnTo>
                  <a:lnTo>
                    <a:pt x="35528" y="312801"/>
                  </a:lnTo>
                  <a:lnTo>
                    <a:pt x="35814" y="313087"/>
                  </a:lnTo>
                  <a:lnTo>
                    <a:pt x="36195" y="313372"/>
                  </a:lnTo>
                  <a:lnTo>
                    <a:pt x="36576" y="313658"/>
                  </a:lnTo>
                  <a:lnTo>
                    <a:pt x="37624" y="313944"/>
                  </a:lnTo>
                  <a:lnTo>
                    <a:pt x="38671" y="314134"/>
                  </a:lnTo>
                  <a:lnTo>
                    <a:pt x="40957" y="314134"/>
                  </a:lnTo>
                  <a:lnTo>
                    <a:pt x="42100" y="314325"/>
                  </a:lnTo>
                  <a:lnTo>
                    <a:pt x="42291" y="315087"/>
                  </a:lnTo>
                  <a:lnTo>
                    <a:pt x="42196" y="316516"/>
                  </a:lnTo>
                  <a:lnTo>
                    <a:pt x="41434" y="319849"/>
                  </a:lnTo>
                  <a:lnTo>
                    <a:pt x="41243" y="321278"/>
                  </a:lnTo>
                  <a:lnTo>
                    <a:pt x="41243" y="322326"/>
                  </a:lnTo>
                  <a:lnTo>
                    <a:pt x="41434" y="322707"/>
                  </a:lnTo>
                  <a:lnTo>
                    <a:pt x="41434" y="323279"/>
                  </a:lnTo>
                  <a:lnTo>
                    <a:pt x="41338" y="323755"/>
                  </a:lnTo>
                  <a:lnTo>
                    <a:pt x="41148" y="324517"/>
                  </a:lnTo>
                  <a:lnTo>
                    <a:pt x="40767" y="325279"/>
                  </a:lnTo>
                  <a:lnTo>
                    <a:pt x="39338" y="327279"/>
                  </a:lnTo>
                  <a:lnTo>
                    <a:pt x="37433" y="329374"/>
                  </a:lnTo>
                  <a:lnTo>
                    <a:pt x="36957" y="330137"/>
                  </a:lnTo>
                  <a:lnTo>
                    <a:pt x="36671" y="330708"/>
                  </a:lnTo>
                  <a:lnTo>
                    <a:pt x="36481" y="331375"/>
                  </a:lnTo>
                  <a:lnTo>
                    <a:pt x="36290" y="332613"/>
                  </a:lnTo>
                  <a:lnTo>
                    <a:pt x="36290" y="333375"/>
                  </a:lnTo>
                  <a:lnTo>
                    <a:pt x="36290" y="334518"/>
                  </a:lnTo>
                  <a:lnTo>
                    <a:pt x="36290" y="335089"/>
                  </a:lnTo>
                  <a:lnTo>
                    <a:pt x="35338" y="338899"/>
                  </a:lnTo>
                  <a:lnTo>
                    <a:pt x="35147" y="340423"/>
                  </a:lnTo>
                  <a:lnTo>
                    <a:pt x="34861" y="341186"/>
                  </a:lnTo>
                  <a:lnTo>
                    <a:pt x="34385" y="342043"/>
                  </a:lnTo>
                  <a:lnTo>
                    <a:pt x="30480" y="346996"/>
                  </a:lnTo>
                  <a:lnTo>
                    <a:pt x="29718" y="348329"/>
                  </a:lnTo>
                  <a:lnTo>
                    <a:pt x="29337" y="350425"/>
                  </a:lnTo>
                  <a:lnTo>
                    <a:pt x="30480" y="351091"/>
                  </a:lnTo>
                  <a:lnTo>
                    <a:pt x="30956" y="351187"/>
                  </a:lnTo>
                  <a:lnTo>
                    <a:pt x="31528" y="351187"/>
                  </a:lnTo>
                  <a:lnTo>
                    <a:pt x="32004" y="351091"/>
                  </a:lnTo>
                  <a:lnTo>
                    <a:pt x="32480" y="350996"/>
                  </a:lnTo>
                  <a:lnTo>
                    <a:pt x="32861" y="350711"/>
                  </a:lnTo>
                  <a:lnTo>
                    <a:pt x="33147" y="350425"/>
                  </a:lnTo>
                  <a:lnTo>
                    <a:pt x="34099" y="349472"/>
                  </a:lnTo>
                  <a:lnTo>
                    <a:pt x="34385" y="349187"/>
                  </a:lnTo>
                  <a:lnTo>
                    <a:pt x="34766" y="348996"/>
                  </a:lnTo>
                  <a:lnTo>
                    <a:pt x="35052" y="348805"/>
                  </a:lnTo>
                  <a:lnTo>
                    <a:pt x="35338" y="348805"/>
                  </a:lnTo>
                  <a:lnTo>
                    <a:pt x="35719" y="348901"/>
                  </a:lnTo>
                  <a:lnTo>
                    <a:pt x="36671" y="349758"/>
                  </a:lnTo>
                  <a:lnTo>
                    <a:pt x="37052" y="350044"/>
                  </a:lnTo>
                  <a:lnTo>
                    <a:pt x="37528" y="350234"/>
                  </a:lnTo>
                  <a:lnTo>
                    <a:pt x="38005" y="350330"/>
                  </a:lnTo>
                  <a:lnTo>
                    <a:pt x="38576" y="350330"/>
                  </a:lnTo>
                  <a:lnTo>
                    <a:pt x="39052" y="350330"/>
                  </a:lnTo>
                  <a:lnTo>
                    <a:pt x="39529" y="350139"/>
                  </a:lnTo>
                  <a:lnTo>
                    <a:pt x="40291" y="349758"/>
                  </a:lnTo>
                  <a:lnTo>
                    <a:pt x="43720" y="347091"/>
                  </a:lnTo>
                  <a:lnTo>
                    <a:pt x="45339" y="346234"/>
                  </a:lnTo>
                  <a:lnTo>
                    <a:pt x="46196" y="346043"/>
                  </a:lnTo>
                  <a:lnTo>
                    <a:pt x="47244" y="345853"/>
                  </a:lnTo>
                  <a:lnTo>
                    <a:pt x="47720" y="345853"/>
                  </a:lnTo>
                  <a:lnTo>
                    <a:pt x="48292" y="345948"/>
                  </a:lnTo>
                  <a:lnTo>
                    <a:pt x="48577" y="346138"/>
                  </a:lnTo>
                  <a:lnTo>
                    <a:pt x="49244" y="346710"/>
                  </a:lnTo>
                  <a:lnTo>
                    <a:pt x="49625" y="346996"/>
                  </a:lnTo>
                  <a:lnTo>
                    <a:pt x="51244" y="347281"/>
                  </a:lnTo>
                  <a:lnTo>
                    <a:pt x="51625" y="347472"/>
                  </a:lnTo>
                  <a:lnTo>
                    <a:pt x="52006" y="347853"/>
                  </a:lnTo>
                  <a:lnTo>
                    <a:pt x="52388" y="348996"/>
                  </a:lnTo>
                  <a:lnTo>
                    <a:pt x="52483" y="349567"/>
                  </a:lnTo>
                  <a:lnTo>
                    <a:pt x="52483" y="349948"/>
                  </a:lnTo>
                  <a:lnTo>
                    <a:pt x="52388" y="350520"/>
                  </a:lnTo>
                  <a:lnTo>
                    <a:pt x="51911" y="351091"/>
                  </a:lnTo>
                  <a:lnTo>
                    <a:pt x="51244" y="351758"/>
                  </a:lnTo>
                  <a:lnTo>
                    <a:pt x="49244" y="353187"/>
                  </a:lnTo>
                  <a:lnTo>
                    <a:pt x="48673" y="353473"/>
                  </a:lnTo>
                  <a:lnTo>
                    <a:pt x="44672" y="354711"/>
                  </a:lnTo>
                  <a:lnTo>
                    <a:pt x="44291" y="355092"/>
                  </a:lnTo>
                  <a:lnTo>
                    <a:pt x="43910" y="355568"/>
                  </a:lnTo>
                  <a:lnTo>
                    <a:pt x="43434" y="356425"/>
                  </a:lnTo>
                  <a:lnTo>
                    <a:pt x="42958" y="356997"/>
                  </a:lnTo>
                  <a:lnTo>
                    <a:pt x="42196" y="357569"/>
                  </a:lnTo>
                  <a:lnTo>
                    <a:pt x="41624" y="357759"/>
                  </a:lnTo>
                  <a:lnTo>
                    <a:pt x="40291" y="357949"/>
                  </a:lnTo>
                  <a:lnTo>
                    <a:pt x="40005" y="358140"/>
                  </a:lnTo>
                  <a:lnTo>
                    <a:pt x="39624" y="358330"/>
                  </a:lnTo>
                  <a:lnTo>
                    <a:pt x="39052" y="358807"/>
                  </a:lnTo>
                  <a:lnTo>
                    <a:pt x="38576" y="359378"/>
                  </a:lnTo>
                  <a:lnTo>
                    <a:pt x="37433" y="361093"/>
                  </a:lnTo>
                  <a:lnTo>
                    <a:pt x="36766" y="362236"/>
                  </a:lnTo>
                  <a:lnTo>
                    <a:pt x="36481" y="363569"/>
                  </a:lnTo>
                  <a:lnTo>
                    <a:pt x="36481" y="366903"/>
                  </a:lnTo>
                  <a:lnTo>
                    <a:pt x="36766" y="371284"/>
                  </a:lnTo>
                  <a:lnTo>
                    <a:pt x="36671" y="372046"/>
                  </a:lnTo>
                  <a:lnTo>
                    <a:pt x="36481" y="372904"/>
                  </a:lnTo>
                  <a:lnTo>
                    <a:pt x="35909" y="374142"/>
                  </a:lnTo>
                  <a:lnTo>
                    <a:pt x="35338" y="375190"/>
                  </a:lnTo>
                  <a:lnTo>
                    <a:pt x="33718" y="376999"/>
                  </a:lnTo>
                  <a:lnTo>
                    <a:pt x="32671" y="378428"/>
                  </a:lnTo>
                  <a:lnTo>
                    <a:pt x="31813" y="380143"/>
                  </a:lnTo>
                  <a:lnTo>
                    <a:pt x="30671" y="383477"/>
                  </a:lnTo>
                  <a:lnTo>
                    <a:pt x="27908" y="387667"/>
                  </a:lnTo>
                  <a:lnTo>
                    <a:pt x="27527" y="388430"/>
                  </a:lnTo>
                  <a:lnTo>
                    <a:pt x="27432" y="389382"/>
                  </a:lnTo>
                  <a:lnTo>
                    <a:pt x="27527" y="390715"/>
                  </a:lnTo>
                  <a:lnTo>
                    <a:pt x="28003" y="393478"/>
                  </a:lnTo>
                  <a:lnTo>
                    <a:pt x="28384" y="394716"/>
                  </a:lnTo>
                  <a:lnTo>
                    <a:pt x="28765" y="395478"/>
                  </a:lnTo>
                  <a:lnTo>
                    <a:pt x="29908" y="396716"/>
                  </a:lnTo>
                  <a:lnTo>
                    <a:pt x="32194" y="398621"/>
                  </a:lnTo>
                  <a:lnTo>
                    <a:pt x="32956" y="399859"/>
                  </a:lnTo>
                  <a:lnTo>
                    <a:pt x="33338" y="400621"/>
                  </a:lnTo>
                  <a:lnTo>
                    <a:pt x="33623" y="401479"/>
                  </a:lnTo>
                  <a:lnTo>
                    <a:pt x="33909" y="402431"/>
                  </a:lnTo>
                  <a:lnTo>
                    <a:pt x="33814" y="403193"/>
                  </a:lnTo>
                  <a:lnTo>
                    <a:pt x="33528" y="404050"/>
                  </a:lnTo>
                  <a:lnTo>
                    <a:pt x="32290" y="406432"/>
                  </a:lnTo>
                  <a:lnTo>
                    <a:pt x="30671" y="408718"/>
                  </a:lnTo>
                  <a:lnTo>
                    <a:pt x="30099" y="410051"/>
                  </a:lnTo>
                  <a:lnTo>
                    <a:pt x="29527" y="414242"/>
                  </a:lnTo>
                  <a:lnTo>
                    <a:pt x="30194" y="414338"/>
                  </a:lnTo>
                  <a:lnTo>
                    <a:pt x="30956" y="414623"/>
                  </a:lnTo>
                  <a:lnTo>
                    <a:pt x="33623" y="416338"/>
                  </a:lnTo>
                  <a:lnTo>
                    <a:pt x="34099" y="416433"/>
                  </a:lnTo>
                  <a:lnTo>
                    <a:pt x="34576" y="416433"/>
                  </a:lnTo>
                  <a:lnTo>
                    <a:pt x="34861" y="416242"/>
                  </a:lnTo>
                  <a:lnTo>
                    <a:pt x="35528" y="415671"/>
                  </a:lnTo>
                  <a:lnTo>
                    <a:pt x="35909" y="415480"/>
                  </a:lnTo>
                  <a:lnTo>
                    <a:pt x="36290" y="415385"/>
                  </a:lnTo>
                  <a:lnTo>
                    <a:pt x="36576" y="415576"/>
                  </a:lnTo>
                  <a:lnTo>
                    <a:pt x="36766" y="416052"/>
                  </a:lnTo>
                  <a:lnTo>
                    <a:pt x="36766" y="417005"/>
                  </a:lnTo>
                  <a:lnTo>
                    <a:pt x="36290" y="418719"/>
                  </a:lnTo>
                  <a:lnTo>
                    <a:pt x="36385" y="419386"/>
                  </a:lnTo>
                  <a:lnTo>
                    <a:pt x="36576" y="420243"/>
                  </a:lnTo>
                  <a:lnTo>
                    <a:pt x="37147" y="421577"/>
                  </a:lnTo>
                  <a:lnTo>
                    <a:pt x="37338" y="423386"/>
                  </a:lnTo>
                  <a:lnTo>
                    <a:pt x="37338" y="424244"/>
                  </a:lnTo>
                  <a:lnTo>
                    <a:pt x="37147" y="424910"/>
                  </a:lnTo>
                  <a:lnTo>
                    <a:pt x="36195" y="426530"/>
                  </a:lnTo>
                  <a:lnTo>
                    <a:pt x="35814" y="427387"/>
                  </a:lnTo>
                  <a:lnTo>
                    <a:pt x="35623" y="428434"/>
                  </a:lnTo>
                  <a:lnTo>
                    <a:pt x="35623" y="428911"/>
                  </a:lnTo>
                  <a:lnTo>
                    <a:pt x="35814" y="429387"/>
                  </a:lnTo>
                  <a:lnTo>
                    <a:pt x="36290" y="429863"/>
                  </a:lnTo>
                  <a:lnTo>
                    <a:pt x="36862" y="430054"/>
                  </a:lnTo>
                  <a:lnTo>
                    <a:pt x="37338" y="430054"/>
                  </a:lnTo>
                  <a:lnTo>
                    <a:pt x="37909" y="430054"/>
                  </a:lnTo>
                  <a:lnTo>
                    <a:pt x="38386" y="430054"/>
                  </a:lnTo>
                  <a:lnTo>
                    <a:pt x="38862" y="429863"/>
                  </a:lnTo>
                  <a:lnTo>
                    <a:pt x="40481" y="429196"/>
                  </a:lnTo>
                  <a:lnTo>
                    <a:pt x="43720" y="426911"/>
                  </a:lnTo>
                  <a:lnTo>
                    <a:pt x="44482" y="426530"/>
                  </a:lnTo>
                  <a:lnTo>
                    <a:pt x="45434" y="426339"/>
                  </a:lnTo>
                  <a:lnTo>
                    <a:pt x="46482" y="426244"/>
                  </a:lnTo>
                  <a:lnTo>
                    <a:pt x="47053" y="426339"/>
                  </a:lnTo>
                  <a:lnTo>
                    <a:pt x="47530" y="426434"/>
                  </a:lnTo>
                  <a:lnTo>
                    <a:pt x="48863" y="427101"/>
                  </a:lnTo>
                  <a:lnTo>
                    <a:pt x="49339" y="427291"/>
                  </a:lnTo>
                  <a:lnTo>
                    <a:pt x="51530" y="427672"/>
                  </a:lnTo>
                  <a:lnTo>
                    <a:pt x="54769" y="427577"/>
                  </a:lnTo>
                  <a:lnTo>
                    <a:pt x="57531" y="427958"/>
                  </a:lnTo>
                  <a:lnTo>
                    <a:pt x="58102" y="427958"/>
                  </a:lnTo>
                  <a:lnTo>
                    <a:pt x="58579" y="427863"/>
                  </a:lnTo>
                  <a:lnTo>
                    <a:pt x="58959" y="427672"/>
                  </a:lnTo>
                  <a:lnTo>
                    <a:pt x="59341" y="427482"/>
                  </a:lnTo>
                  <a:lnTo>
                    <a:pt x="60960" y="426148"/>
                  </a:lnTo>
                  <a:lnTo>
                    <a:pt x="61246" y="425863"/>
                  </a:lnTo>
                  <a:lnTo>
                    <a:pt x="62198" y="425577"/>
                  </a:lnTo>
                  <a:lnTo>
                    <a:pt x="63627" y="425291"/>
                  </a:lnTo>
                  <a:lnTo>
                    <a:pt x="64484" y="425005"/>
                  </a:lnTo>
                  <a:lnTo>
                    <a:pt x="65246" y="424624"/>
                  </a:lnTo>
                  <a:lnTo>
                    <a:pt x="66008" y="424148"/>
                  </a:lnTo>
                  <a:lnTo>
                    <a:pt x="67818" y="422243"/>
                  </a:lnTo>
                  <a:lnTo>
                    <a:pt x="68771" y="420719"/>
                  </a:lnTo>
                  <a:lnTo>
                    <a:pt x="69247" y="419957"/>
                  </a:lnTo>
                  <a:lnTo>
                    <a:pt x="69628" y="419671"/>
                  </a:lnTo>
                  <a:lnTo>
                    <a:pt x="70009" y="419481"/>
                  </a:lnTo>
                  <a:lnTo>
                    <a:pt x="70390" y="419386"/>
                  </a:lnTo>
                  <a:lnTo>
                    <a:pt x="70961" y="419386"/>
                  </a:lnTo>
                  <a:lnTo>
                    <a:pt x="71533" y="419481"/>
                  </a:lnTo>
                  <a:lnTo>
                    <a:pt x="72961" y="419957"/>
                  </a:lnTo>
                  <a:lnTo>
                    <a:pt x="73533" y="419957"/>
                  </a:lnTo>
                  <a:lnTo>
                    <a:pt x="74104" y="419957"/>
                  </a:lnTo>
                  <a:lnTo>
                    <a:pt x="74581" y="419862"/>
                  </a:lnTo>
                  <a:lnTo>
                    <a:pt x="74962" y="419767"/>
                  </a:lnTo>
                  <a:lnTo>
                    <a:pt x="75247" y="419576"/>
                  </a:lnTo>
                  <a:lnTo>
                    <a:pt x="75438" y="419386"/>
                  </a:lnTo>
                  <a:lnTo>
                    <a:pt x="75628" y="419100"/>
                  </a:lnTo>
                  <a:lnTo>
                    <a:pt x="76676" y="417766"/>
                  </a:lnTo>
                  <a:lnTo>
                    <a:pt x="76962" y="417481"/>
                  </a:lnTo>
                  <a:lnTo>
                    <a:pt x="77343" y="417195"/>
                  </a:lnTo>
                  <a:lnTo>
                    <a:pt x="77819" y="417100"/>
                  </a:lnTo>
                  <a:lnTo>
                    <a:pt x="78962" y="417005"/>
                  </a:lnTo>
                  <a:lnTo>
                    <a:pt x="79534" y="417100"/>
                  </a:lnTo>
                  <a:lnTo>
                    <a:pt x="80010" y="417195"/>
                  </a:lnTo>
                  <a:lnTo>
                    <a:pt x="80486" y="417481"/>
                  </a:lnTo>
                  <a:lnTo>
                    <a:pt x="80772" y="417862"/>
                  </a:lnTo>
                  <a:lnTo>
                    <a:pt x="80963" y="418529"/>
                  </a:lnTo>
                  <a:lnTo>
                    <a:pt x="81153" y="419005"/>
                  </a:lnTo>
                  <a:lnTo>
                    <a:pt x="81439" y="421100"/>
                  </a:lnTo>
                  <a:lnTo>
                    <a:pt x="81724" y="421957"/>
                  </a:lnTo>
                  <a:lnTo>
                    <a:pt x="81915" y="422338"/>
                  </a:lnTo>
                  <a:lnTo>
                    <a:pt x="82105" y="422720"/>
                  </a:lnTo>
                  <a:lnTo>
                    <a:pt x="82391" y="423005"/>
                  </a:lnTo>
                  <a:lnTo>
                    <a:pt x="83439" y="423863"/>
                  </a:lnTo>
                  <a:lnTo>
                    <a:pt x="84963" y="424910"/>
                  </a:lnTo>
                  <a:lnTo>
                    <a:pt x="85725" y="425291"/>
                  </a:lnTo>
                  <a:lnTo>
                    <a:pt x="90106" y="426815"/>
                  </a:lnTo>
                  <a:lnTo>
                    <a:pt x="90488" y="427006"/>
                  </a:lnTo>
                  <a:lnTo>
                    <a:pt x="90868" y="427291"/>
                  </a:lnTo>
                  <a:lnTo>
                    <a:pt x="91535" y="427863"/>
                  </a:lnTo>
                  <a:lnTo>
                    <a:pt x="91821" y="428149"/>
                  </a:lnTo>
                  <a:lnTo>
                    <a:pt x="92011" y="428530"/>
                  </a:lnTo>
                  <a:lnTo>
                    <a:pt x="92297" y="429006"/>
                  </a:lnTo>
                  <a:lnTo>
                    <a:pt x="92488" y="429673"/>
                  </a:lnTo>
                  <a:lnTo>
                    <a:pt x="92678" y="430816"/>
                  </a:lnTo>
                  <a:lnTo>
                    <a:pt x="92678" y="431578"/>
                  </a:lnTo>
                  <a:lnTo>
                    <a:pt x="92583" y="432054"/>
                  </a:lnTo>
                  <a:lnTo>
                    <a:pt x="90106" y="438245"/>
                  </a:lnTo>
                  <a:lnTo>
                    <a:pt x="89916" y="439198"/>
                  </a:lnTo>
                  <a:lnTo>
                    <a:pt x="89916" y="439674"/>
                  </a:lnTo>
                  <a:lnTo>
                    <a:pt x="90106" y="440150"/>
                  </a:lnTo>
                  <a:lnTo>
                    <a:pt x="90392" y="440436"/>
                  </a:lnTo>
                  <a:lnTo>
                    <a:pt x="90773" y="440722"/>
                  </a:lnTo>
                  <a:lnTo>
                    <a:pt x="92964" y="441674"/>
                  </a:lnTo>
                  <a:lnTo>
                    <a:pt x="93345" y="441960"/>
                  </a:lnTo>
                  <a:lnTo>
                    <a:pt x="93726" y="442246"/>
                  </a:lnTo>
                  <a:lnTo>
                    <a:pt x="93726" y="442627"/>
                  </a:lnTo>
                  <a:lnTo>
                    <a:pt x="93535" y="443198"/>
                  </a:lnTo>
                  <a:lnTo>
                    <a:pt x="92964" y="443674"/>
                  </a:lnTo>
                  <a:lnTo>
                    <a:pt x="92392" y="443865"/>
                  </a:lnTo>
                  <a:lnTo>
                    <a:pt x="91916" y="444055"/>
                  </a:lnTo>
                  <a:lnTo>
                    <a:pt x="90297" y="444151"/>
                  </a:lnTo>
                  <a:lnTo>
                    <a:pt x="89344" y="444341"/>
                  </a:lnTo>
                  <a:lnTo>
                    <a:pt x="88868" y="444532"/>
                  </a:lnTo>
                  <a:lnTo>
                    <a:pt x="88582" y="444722"/>
                  </a:lnTo>
                  <a:lnTo>
                    <a:pt x="86677" y="446437"/>
                  </a:lnTo>
                  <a:lnTo>
                    <a:pt x="85915" y="446913"/>
                  </a:lnTo>
                  <a:lnTo>
                    <a:pt x="85058" y="447294"/>
                  </a:lnTo>
                  <a:lnTo>
                    <a:pt x="81629" y="447770"/>
                  </a:lnTo>
                  <a:lnTo>
                    <a:pt x="79819" y="448342"/>
                  </a:lnTo>
                  <a:lnTo>
                    <a:pt x="79438" y="448532"/>
                  </a:lnTo>
                  <a:lnTo>
                    <a:pt x="79057" y="448818"/>
                  </a:lnTo>
                  <a:lnTo>
                    <a:pt x="76581" y="451104"/>
                  </a:lnTo>
                  <a:lnTo>
                    <a:pt x="73247" y="453199"/>
                  </a:lnTo>
                  <a:lnTo>
                    <a:pt x="72295" y="453580"/>
                  </a:lnTo>
                  <a:lnTo>
                    <a:pt x="71438" y="453771"/>
                  </a:lnTo>
                  <a:lnTo>
                    <a:pt x="70961" y="453866"/>
                  </a:lnTo>
                  <a:lnTo>
                    <a:pt x="70580" y="454057"/>
                  </a:lnTo>
                  <a:lnTo>
                    <a:pt x="69913" y="454628"/>
                  </a:lnTo>
                  <a:lnTo>
                    <a:pt x="69151" y="455009"/>
                  </a:lnTo>
                  <a:lnTo>
                    <a:pt x="68771" y="455200"/>
                  </a:lnTo>
                  <a:lnTo>
                    <a:pt x="68294" y="455390"/>
                  </a:lnTo>
                  <a:lnTo>
                    <a:pt x="67913" y="455771"/>
                  </a:lnTo>
                  <a:lnTo>
                    <a:pt x="67532" y="456438"/>
                  </a:lnTo>
                  <a:lnTo>
                    <a:pt x="66865" y="457676"/>
                  </a:lnTo>
                  <a:lnTo>
                    <a:pt x="66580" y="458629"/>
                  </a:lnTo>
                  <a:lnTo>
                    <a:pt x="66294" y="459677"/>
                  </a:lnTo>
                  <a:lnTo>
                    <a:pt x="66103" y="462724"/>
                  </a:lnTo>
                  <a:lnTo>
                    <a:pt x="65913" y="463677"/>
                  </a:lnTo>
                  <a:lnTo>
                    <a:pt x="65437" y="464630"/>
                  </a:lnTo>
                  <a:lnTo>
                    <a:pt x="64675" y="465582"/>
                  </a:lnTo>
                  <a:lnTo>
                    <a:pt x="63722" y="466534"/>
                  </a:lnTo>
                  <a:lnTo>
                    <a:pt x="62674" y="467963"/>
                  </a:lnTo>
                  <a:lnTo>
                    <a:pt x="62293" y="468821"/>
                  </a:lnTo>
                  <a:lnTo>
                    <a:pt x="61246" y="471678"/>
                  </a:lnTo>
                  <a:lnTo>
                    <a:pt x="60865" y="472535"/>
                  </a:lnTo>
                  <a:lnTo>
                    <a:pt x="60484" y="473297"/>
                  </a:lnTo>
                  <a:lnTo>
                    <a:pt x="59436" y="474726"/>
                  </a:lnTo>
                  <a:lnTo>
                    <a:pt x="58198" y="475964"/>
                  </a:lnTo>
                  <a:lnTo>
                    <a:pt x="56769" y="477012"/>
                  </a:lnTo>
                  <a:lnTo>
                    <a:pt x="50673" y="480250"/>
                  </a:lnTo>
                  <a:lnTo>
                    <a:pt x="49911" y="480727"/>
                  </a:lnTo>
                  <a:lnTo>
                    <a:pt x="49339" y="481298"/>
                  </a:lnTo>
                  <a:lnTo>
                    <a:pt x="49054" y="481679"/>
                  </a:lnTo>
                  <a:lnTo>
                    <a:pt x="48863" y="482060"/>
                  </a:lnTo>
                  <a:lnTo>
                    <a:pt x="48768" y="482537"/>
                  </a:lnTo>
                  <a:lnTo>
                    <a:pt x="49149" y="483013"/>
                  </a:lnTo>
                  <a:lnTo>
                    <a:pt x="49816" y="483394"/>
                  </a:lnTo>
                  <a:lnTo>
                    <a:pt x="52292" y="484251"/>
                  </a:lnTo>
                  <a:lnTo>
                    <a:pt x="54673" y="484537"/>
                  </a:lnTo>
                  <a:lnTo>
                    <a:pt x="55150" y="484727"/>
                  </a:lnTo>
                  <a:lnTo>
                    <a:pt x="55531" y="485013"/>
                  </a:lnTo>
                  <a:lnTo>
                    <a:pt x="56007" y="485584"/>
                  </a:lnTo>
                  <a:lnTo>
                    <a:pt x="56864" y="486918"/>
                  </a:lnTo>
                  <a:lnTo>
                    <a:pt x="57626" y="488252"/>
                  </a:lnTo>
                  <a:lnTo>
                    <a:pt x="58007" y="488632"/>
                  </a:lnTo>
                  <a:lnTo>
                    <a:pt x="58388" y="489013"/>
                  </a:lnTo>
                  <a:lnTo>
                    <a:pt x="60579" y="489871"/>
                  </a:lnTo>
                  <a:lnTo>
                    <a:pt x="63341" y="490919"/>
                  </a:lnTo>
                  <a:lnTo>
                    <a:pt x="64294" y="491680"/>
                  </a:lnTo>
                  <a:lnTo>
                    <a:pt x="64675" y="492442"/>
                  </a:lnTo>
                  <a:lnTo>
                    <a:pt x="65913" y="495300"/>
                  </a:lnTo>
                  <a:lnTo>
                    <a:pt x="66484" y="496348"/>
                  </a:lnTo>
                  <a:lnTo>
                    <a:pt x="67056" y="496919"/>
                  </a:lnTo>
                  <a:lnTo>
                    <a:pt x="67723" y="497205"/>
                  </a:lnTo>
                  <a:lnTo>
                    <a:pt x="68484" y="497396"/>
                  </a:lnTo>
                  <a:lnTo>
                    <a:pt x="69247" y="497396"/>
                  </a:lnTo>
                  <a:lnTo>
                    <a:pt x="69532" y="497300"/>
                  </a:lnTo>
                  <a:lnTo>
                    <a:pt x="70104" y="497110"/>
                  </a:lnTo>
                  <a:lnTo>
                    <a:pt x="70390" y="496919"/>
                  </a:lnTo>
                  <a:lnTo>
                    <a:pt x="70771" y="496633"/>
                  </a:lnTo>
                  <a:lnTo>
                    <a:pt x="71342" y="495967"/>
                  </a:lnTo>
                  <a:lnTo>
                    <a:pt x="72295" y="494538"/>
                  </a:lnTo>
                  <a:lnTo>
                    <a:pt x="72866" y="493871"/>
                  </a:lnTo>
                  <a:lnTo>
                    <a:pt x="73914" y="493109"/>
                  </a:lnTo>
                  <a:lnTo>
                    <a:pt x="74581" y="492633"/>
                  </a:lnTo>
                  <a:lnTo>
                    <a:pt x="75057" y="492442"/>
                  </a:lnTo>
                  <a:lnTo>
                    <a:pt x="77343" y="492442"/>
                  </a:lnTo>
                  <a:lnTo>
                    <a:pt x="79153" y="492823"/>
                  </a:lnTo>
                  <a:lnTo>
                    <a:pt x="80105" y="492919"/>
                  </a:lnTo>
                  <a:lnTo>
                    <a:pt x="80772" y="492823"/>
                  </a:lnTo>
                  <a:lnTo>
                    <a:pt x="81629" y="492538"/>
                  </a:lnTo>
                  <a:lnTo>
                    <a:pt x="85058" y="490442"/>
                  </a:lnTo>
                  <a:lnTo>
                    <a:pt x="85630" y="490156"/>
                  </a:lnTo>
                  <a:lnTo>
                    <a:pt x="86582" y="489871"/>
                  </a:lnTo>
                  <a:lnTo>
                    <a:pt x="87154" y="489966"/>
                  </a:lnTo>
                  <a:lnTo>
                    <a:pt x="87534" y="490252"/>
                  </a:lnTo>
                  <a:lnTo>
                    <a:pt x="87821" y="490633"/>
                  </a:lnTo>
                  <a:lnTo>
                    <a:pt x="88106" y="491490"/>
                  </a:lnTo>
                  <a:lnTo>
                    <a:pt x="88297" y="491871"/>
                  </a:lnTo>
                  <a:lnTo>
                    <a:pt x="88678" y="492252"/>
                  </a:lnTo>
                  <a:lnTo>
                    <a:pt x="89344" y="492538"/>
                  </a:lnTo>
                  <a:lnTo>
                    <a:pt x="90583" y="492919"/>
                  </a:lnTo>
                  <a:lnTo>
                    <a:pt x="91249" y="492919"/>
                  </a:lnTo>
                  <a:lnTo>
                    <a:pt x="91821" y="492823"/>
                  </a:lnTo>
                  <a:lnTo>
                    <a:pt x="92202" y="492538"/>
                  </a:lnTo>
                  <a:lnTo>
                    <a:pt x="92488" y="492252"/>
                  </a:lnTo>
                  <a:lnTo>
                    <a:pt x="92773" y="491871"/>
                  </a:lnTo>
                  <a:lnTo>
                    <a:pt x="92964" y="491490"/>
                  </a:lnTo>
                  <a:lnTo>
                    <a:pt x="93250" y="490442"/>
                  </a:lnTo>
                  <a:lnTo>
                    <a:pt x="93535" y="487680"/>
                  </a:lnTo>
                  <a:lnTo>
                    <a:pt x="93916" y="487013"/>
                  </a:lnTo>
                  <a:lnTo>
                    <a:pt x="94488" y="486442"/>
                  </a:lnTo>
                  <a:lnTo>
                    <a:pt x="95821" y="485775"/>
                  </a:lnTo>
                  <a:lnTo>
                    <a:pt x="96679" y="485680"/>
                  </a:lnTo>
                  <a:lnTo>
                    <a:pt x="97346" y="485680"/>
                  </a:lnTo>
                  <a:lnTo>
                    <a:pt x="98203" y="486061"/>
                  </a:lnTo>
                  <a:lnTo>
                    <a:pt x="99346" y="486346"/>
                  </a:lnTo>
                  <a:lnTo>
                    <a:pt x="100774" y="486632"/>
                  </a:lnTo>
                  <a:lnTo>
                    <a:pt x="101251" y="486823"/>
                  </a:lnTo>
                  <a:lnTo>
                    <a:pt x="101632" y="487013"/>
                  </a:lnTo>
                  <a:lnTo>
                    <a:pt x="101917" y="487394"/>
                  </a:lnTo>
                  <a:lnTo>
                    <a:pt x="102108" y="487775"/>
                  </a:lnTo>
                  <a:lnTo>
                    <a:pt x="102489" y="488632"/>
                  </a:lnTo>
                  <a:lnTo>
                    <a:pt x="102775" y="489013"/>
                  </a:lnTo>
                  <a:lnTo>
                    <a:pt x="103251" y="489395"/>
                  </a:lnTo>
                  <a:lnTo>
                    <a:pt x="104203" y="489680"/>
                  </a:lnTo>
                  <a:lnTo>
                    <a:pt x="104870" y="489680"/>
                  </a:lnTo>
                  <a:lnTo>
                    <a:pt x="105346" y="489490"/>
                  </a:lnTo>
                  <a:lnTo>
                    <a:pt x="105632" y="489204"/>
                  </a:lnTo>
                  <a:lnTo>
                    <a:pt x="105918" y="488918"/>
                  </a:lnTo>
                  <a:lnTo>
                    <a:pt x="106489" y="488156"/>
                  </a:lnTo>
                  <a:lnTo>
                    <a:pt x="108680" y="484251"/>
                  </a:lnTo>
                  <a:lnTo>
                    <a:pt x="109538" y="483203"/>
                  </a:lnTo>
                  <a:lnTo>
                    <a:pt x="109918" y="482917"/>
                  </a:lnTo>
                  <a:lnTo>
                    <a:pt x="110299" y="482632"/>
                  </a:lnTo>
                  <a:lnTo>
                    <a:pt x="110776" y="482537"/>
                  </a:lnTo>
                  <a:lnTo>
                    <a:pt x="116681" y="481108"/>
                  </a:lnTo>
                  <a:lnTo>
                    <a:pt x="117157" y="480917"/>
                  </a:lnTo>
                  <a:lnTo>
                    <a:pt x="117443" y="480727"/>
                  </a:lnTo>
                  <a:lnTo>
                    <a:pt x="117824" y="480441"/>
                  </a:lnTo>
                  <a:lnTo>
                    <a:pt x="118110" y="480060"/>
                  </a:lnTo>
                  <a:lnTo>
                    <a:pt x="118491" y="479679"/>
                  </a:lnTo>
                  <a:lnTo>
                    <a:pt x="118967" y="479298"/>
                  </a:lnTo>
                  <a:lnTo>
                    <a:pt x="119443" y="479203"/>
                  </a:lnTo>
                  <a:lnTo>
                    <a:pt x="119920" y="479298"/>
                  </a:lnTo>
                  <a:lnTo>
                    <a:pt x="120396" y="479488"/>
                  </a:lnTo>
                  <a:lnTo>
                    <a:pt x="122682" y="480917"/>
                  </a:lnTo>
                  <a:lnTo>
                    <a:pt x="123349" y="481108"/>
                  </a:lnTo>
                  <a:lnTo>
                    <a:pt x="124396" y="481298"/>
                  </a:lnTo>
                  <a:lnTo>
                    <a:pt x="126301" y="481298"/>
                  </a:lnTo>
                  <a:lnTo>
                    <a:pt x="127349" y="481108"/>
                  </a:lnTo>
                  <a:lnTo>
                    <a:pt x="128206" y="480917"/>
                  </a:lnTo>
                  <a:lnTo>
                    <a:pt x="129254" y="480441"/>
                  </a:lnTo>
                  <a:lnTo>
                    <a:pt x="129635" y="480155"/>
                  </a:lnTo>
                  <a:lnTo>
                    <a:pt x="134398" y="475869"/>
                  </a:lnTo>
                  <a:lnTo>
                    <a:pt x="135255" y="475202"/>
                  </a:lnTo>
                  <a:lnTo>
                    <a:pt x="136303" y="474726"/>
                  </a:lnTo>
                  <a:lnTo>
                    <a:pt x="136969" y="474440"/>
                  </a:lnTo>
                  <a:lnTo>
                    <a:pt x="137636" y="474345"/>
                  </a:lnTo>
                  <a:lnTo>
                    <a:pt x="138113" y="474345"/>
                  </a:lnTo>
                  <a:lnTo>
                    <a:pt x="138684" y="474345"/>
                  </a:lnTo>
                  <a:lnTo>
                    <a:pt x="139160" y="474440"/>
                  </a:lnTo>
                  <a:lnTo>
                    <a:pt x="140113" y="474726"/>
                  </a:lnTo>
                  <a:lnTo>
                    <a:pt x="141351" y="475488"/>
                  </a:lnTo>
                  <a:lnTo>
                    <a:pt x="141827" y="475774"/>
                  </a:lnTo>
                  <a:lnTo>
                    <a:pt x="142113" y="475679"/>
                  </a:lnTo>
                  <a:lnTo>
                    <a:pt x="142303" y="475202"/>
                  </a:lnTo>
                  <a:lnTo>
                    <a:pt x="142494" y="474345"/>
                  </a:lnTo>
                  <a:lnTo>
                    <a:pt x="143065" y="474059"/>
                  </a:lnTo>
                  <a:lnTo>
                    <a:pt x="146590" y="472821"/>
                  </a:lnTo>
                  <a:lnTo>
                    <a:pt x="148876" y="472440"/>
                  </a:lnTo>
                  <a:lnTo>
                    <a:pt x="149352" y="472535"/>
                  </a:lnTo>
                  <a:lnTo>
                    <a:pt x="149828" y="472726"/>
                  </a:lnTo>
                  <a:lnTo>
                    <a:pt x="150304" y="472916"/>
                  </a:lnTo>
                  <a:lnTo>
                    <a:pt x="150971" y="473488"/>
                  </a:lnTo>
                  <a:lnTo>
                    <a:pt x="151543" y="474155"/>
                  </a:lnTo>
                  <a:lnTo>
                    <a:pt x="154019" y="478155"/>
                  </a:lnTo>
                  <a:lnTo>
                    <a:pt x="154305" y="478441"/>
                  </a:lnTo>
                  <a:lnTo>
                    <a:pt x="154876" y="479012"/>
                  </a:lnTo>
                  <a:lnTo>
                    <a:pt x="155353" y="479393"/>
                  </a:lnTo>
                  <a:lnTo>
                    <a:pt x="158496" y="481108"/>
                  </a:lnTo>
                  <a:lnTo>
                    <a:pt x="158782" y="481394"/>
                  </a:lnTo>
                  <a:lnTo>
                    <a:pt x="159163" y="481679"/>
                  </a:lnTo>
                  <a:lnTo>
                    <a:pt x="159353" y="482060"/>
                  </a:lnTo>
                  <a:lnTo>
                    <a:pt x="159829" y="482822"/>
                  </a:lnTo>
                  <a:lnTo>
                    <a:pt x="160306" y="484061"/>
                  </a:lnTo>
                  <a:lnTo>
                    <a:pt x="162211" y="486823"/>
                  </a:lnTo>
                  <a:lnTo>
                    <a:pt x="163068" y="487775"/>
                  </a:lnTo>
                  <a:lnTo>
                    <a:pt x="167259" y="489966"/>
                  </a:lnTo>
                  <a:lnTo>
                    <a:pt x="168211" y="490728"/>
                  </a:lnTo>
                  <a:lnTo>
                    <a:pt x="169831" y="492633"/>
                  </a:lnTo>
                  <a:lnTo>
                    <a:pt x="170497" y="493205"/>
                  </a:lnTo>
                  <a:lnTo>
                    <a:pt x="171164" y="493395"/>
                  </a:lnTo>
                  <a:lnTo>
                    <a:pt x="171640" y="493395"/>
                  </a:lnTo>
                  <a:lnTo>
                    <a:pt x="175641" y="492157"/>
                  </a:lnTo>
                  <a:lnTo>
                    <a:pt x="176689" y="492062"/>
                  </a:lnTo>
                  <a:lnTo>
                    <a:pt x="177832" y="492062"/>
                  </a:lnTo>
                  <a:lnTo>
                    <a:pt x="178403" y="491966"/>
                  </a:lnTo>
                  <a:lnTo>
                    <a:pt x="178879" y="491776"/>
                  </a:lnTo>
                  <a:lnTo>
                    <a:pt x="179165" y="491395"/>
                  </a:lnTo>
                  <a:lnTo>
                    <a:pt x="179070" y="491014"/>
                  </a:lnTo>
                  <a:lnTo>
                    <a:pt x="177736" y="486632"/>
                  </a:lnTo>
                  <a:lnTo>
                    <a:pt x="177546" y="484537"/>
                  </a:lnTo>
                  <a:lnTo>
                    <a:pt x="177736" y="481203"/>
                  </a:lnTo>
                  <a:lnTo>
                    <a:pt x="177736" y="480631"/>
                  </a:lnTo>
                  <a:lnTo>
                    <a:pt x="177641" y="480155"/>
                  </a:lnTo>
                  <a:lnTo>
                    <a:pt x="177451" y="479774"/>
                  </a:lnTo>
                  <a:lnTo>
                    <a:pt x="177165" y="479393"/>
                  </a:lnTo>
                  <a:lnTo>
                    <a:pt x="175641" y="477393"/>
                  </a:lnTo>
                  <a:lnTo>
                    <a:pt x="175450" y="477012"/>
                  </a:lnTo>
                  <a:lnTo>
                    <a:pt x="175260" y="476631"/>
                  </a:lnTo>
                  <a:lnTo>
                    <a:pt x="175165" y="476155"/>
                  </a:lnTo>
                  <a:lnTo>
                    <a:pt x="175069" y="475679"/>
                  </a:lnTo>
                  <a:lnTo>
                    <a:pt x="175165" y="475202"/>
                  </a:lnTo>
                  <a:lnTo>
                    <a:pt x="175641" y="473773"/>
                  </a:lnTo>
                  <a:lnTo>
                    <a:pt x="175736" y="472916"/>
                  </a:lnTo>
                  <a:lnTo>
                    <a:pt x="175736" y="472059"/>
                  </a:lnTo>
                  <a:lnTo>
                    <a:pt x="175450" y="470059"/>
                  </a:lnTo>
                  <a:lnTo>
                    <a:pt x="175546" y="469392"/>
                  </a:lnTo>
                  <a:lnTo>
                    <a:pt x="175831" y="468535"/>
                  </a:lnTo>
                  <a:lnTo>
                    <a:pt x="176784" y="467106"/>
                  </a:lnTo>
                  <a:lnTo>
                    <a:pt x="177451" y="466344"/>
                  </a:lnTo>
                  <a:lnTo>
                    <a:pt x="178117" y="465772"/>
                  </a:lnTo>
                  <a:lnTo>
                    <a:pt x="179641" y="464915"/>
                  </a:lnTo>
                  <a:lnTo>
                    <a:pt x="180022" y="464725"/>
                  </a:lnTo>
                  <a:lnTo>
                    <a:pt x="182023" y="464439"/>
                  </a:lnTo>
                  <a:lnTo>
                    <a:pt x="184309" y="464630"/>
                  </a:lnTo>
                  <a:lnTo>
                    <a:pt x="185928" y="464915"/>
                  </a:lnTo>
                  <a:lnTo>
                    <a:pt x="186595" y="465011"/>
                  </a:lnTo>
                  <a:lnTo>
                    <a:pt x="187452" y="464820"/>
                  </a:lnTo>
                  <a:lnTo>
                    <a:pt x="187738" y="464534"/>
                  </a:lnTo>
                  <a:lnTo>
                    <a:pt x="187833" y="464058"/>
                  </a:lnTo>
                  <a:lnTo>
                    <a:pt x="187642" y="463677"/>
                  </a:lnTo>
                  <a:lnTo>
                    <a:pt x="186690" y="462248"/>
                  </a:lnTo>
                  <a:lnTo>
                    <a:pt x="186309" y="461581"/>
                  </a:lnTo>
                  <a:lnTo>
                    <a:pt x="186118" y="460915"/>
                  </a:lnTo>
                  <a:lnTo>
                    <a:pt x="183642" y="457676"/>
                  </a:lnTo>
                  <a:lnTo>
                    <a:pt x="183547" y="457105"/>
                  </a:lnTo>
                  <a:lnTo>
                    <a:pt x="183451" y="456438"/>
                  </a:lnTo>
                  <a:lnTo>
                    <a:pt x="183832" y="456343"/>
                  </a:lnTo>
                  <a:lnTo>
                    <a:pt x="184404" y="456247"/>
                  </a:lnTo>
                  <a:lnTo>
                    <a:pt x="185166" y="456152"/>
                  </a:lnTo>
                  <a:lnTo>
                    <a:pt x="185642" y="455676"/>
                  </a:lnTo>
                  <a:lnTo>
                    <a:pt x="186118" y="454438"/>
                  </a:lnTo>
                  <a:lnTo>
                    <a:pt x="186214" y="453580"/>
                  </a:lnTo>
                  <a:lnTo>
                    <a:pt x="186023" y="453009"/>
                  </a:lnTo>
                  <a:lnTo>
                    <a:pt x="185547" y="452056"/>
                  </a:lnTo>
                  <a:lnTo>
                    <a:pt x="185166" y="451009"/>
                  </a:lnTo>
                  <a:lnTo>
                    <a:pt x="185166" y="447389"/>
                  </a:lnTo>
                  <a:lnTo>
                    <a:pt x="185071" y="446722"/>
                  </a:lnTo>
                  <a:lnTo>
                    <a:pt x="184404" y="445103"/>
                  </a:lnTo>
                  <a:lnTo>
                    <a:pt x="182499" y="438340"/>
                  </a:lnTo>
                  <a:lnTo>
                    <a:pt x="182499" y="437293"/>
                  </a:lnTo>
                  <a:lnTo>
                    <a:pt x="182594" y="436531"/>
                  </a:lnTo>
                  <a:lnTo>
                    <a:pt x="183928" y="435388"/>
                  </a:lnTo>
                  <a:lnTo>
                    <a:pt x="186595" y="433864"/>
                  </a:lnTo>
                  <a:lnTo>
                    <a:pt x="187261" y="433292"/>
                  </a:lnTo>
                  <a:lnTo>
                    <a:pt x="187833" y="432625"/>
                  </a:lnTo>
                  <a:lnTo>
                    <a:pt x="189833" y="429101"/>
                  </a:lnTo>
                  <a:lnTo>
                    <a:pt x="190405" y="428434"/>
                  </a:lnTo>
                  <a:lnTo>
                    <a:pt x="191738" y="427196"/>
                  </a:lnTo>
                  <a:lnTo>
                    <a:pt x="192119" y="426720"/>
                  </a:lnTo>
                  <a:lnTo>
                    <a:pt x="192500" y="425958"/>
                  </a:lnTo>
                  <a:lnTo>
                    <a:pt x="193072" y="424434"/>
                  </a:lnTo>
                  <a:lnTo>
                    <a:pt x="193357" y="423481"/>
                  </a:lnTo>
                  <a:lnTo>
                    <a:pt x="193453" y="422815"/>
                  </a:lnTo>
                  <a:lnTo>
                    <a:pt x="193167" y="420148"/>
                  </a:lnTo>
                  <a:lnTo>
                    <a:pt x="193262" y="419386"/>
                  </a:lnTo>
                  <a:lnTo>
                    <a:pt x="193453" y="418147"/>
                  </a:lnTo>
                  <a:lnTo>
                    <a:pt x="194500" y="414147"/>
                  </a:lnTo>
                  <a:lnTo>
                    <a:pt x="195167" y="409861"/>
                  </a:lnTo>
                  <a:lnTo>
                    <a:pt x="195358" y="409384"/>
                  </a:lnTo>
                  <a:lnTo>
                    <a:pt x="196215" y="407861"/>
                  </a:lnTo>
                  <a:lnTo>
                    <a:pt x="196786" y="406527"/>
                  </a:lnTo>
                  <a:lnTo>
                    <a:pt x="196977" y="406051"/>
                  </a:lnTo>
                  <a:lnTo>
                    <a:pt x="198215" y="404431"/>
                  </a:lnTo>
                  <a:lnTo>
                    <a:pt x="198596" y="403670"/>
                  </a:lnTo>
                  <a:lnTo>
                    <a:pt x="198691" y="403098"/>
                  </a:lnTo>
                  <a:lnTo>
                    <a:pt x="198596" y="402622"/>
                  </a:lnTo>
                  <a:lnTo>
                    <a:pt x="198501" y="402146"/>
                  </a:lnTo>
                  <a:lnTo>
                    <a:pt x="197644" y="400621"/>
                  </a:lnTo>
                  <a:lnTo>
                    <a:pt x="197453" y="400050"/>
                  </a:lnTo>
                  <a:lnTo>
                    <a:pt x="197263" y="399383"/>
                  </a:lnTo>
                  <a:lnTo>
                    <a:pt x="197263" y="398240"/>
                  </a:lnTo>
                  <a:lnTo>
                    <a:pt x="197358" y="397669"/>
                  </a:lnTo>
                  <a:lnTo>
                    <a:pt x="197548" y="397097"/>
                  </a:lnTo>
                  <a:lnTo>
                    <a:pt x="197834" y="396716"/>
                  </a:lnTo>
                  <a:lnTo>
                    <a:pt x="198596" y="395192"/>
                  </a:lnTo>
                  <a:lnTo>
                    <a:pt x="199263" y="393478"/>
                  </a:lnTo>
                  <a:lnTo>
                    <a:pt x="199739" y="392621"/>
                  </a:lnTo>
                  <a:lnTo>
                    <a:pt x="200215" y="392144"/>
                  </a:lnTo>
                  <a:lnTo>
                    <a:pt x="200977" y="391668"/>
                  </a:lnTo>
                  <a:lnTo>
                    <a:pt x="201358" y="391573"/>
                  </a:lnTo>
                  <a:lnTo>
                    <a:pt x="202121" y="391096"/>
                  </a:lnTo>
                  <a:lnTo>
                    <a:pt x="202406" y="390811"/>
                  </a:lnTo>
                  <a:lnTo>
                    <a:pt x="202692" y="390334"/>
                  </a:lnTo>
                  <a:lnTo>
                    <a:pt x="203835" y="387667"/>
                  </a:lnTo>
                  <a:lnTo>
                    <a:pt x="204025" y="387287"/>
                  </a:lnTo>
                  <a:lnTo>
                    <a:pt x="204311" y="386905"/>
                  </a:lnTo>
                  <a:lnTo>
                    <a:pt x="204692" y="386620"/>
                  </a:lnTo>
                  <a:lnTo>
                    <a:pt x="205073" y="386334"/>
                  </a:lnTo>
                  <a:lnTo>
                    <a:pt x="205930" y="386048"/>
                  </a:lnTo>
                  <a:lnTo>
                    <a:pt x="206883" y="385858"/>
                  </a:lnTo>
                  <a:lnTo>
                    <a:pt x="207454" y="385667"/>
                  </a:lnTo>
                  <a:lnTo>
                    <a:pt x="207931" y="385381"/>
                  </a:lnTo>
                  <a:lnTo>
                    <a:pt x="208026" y="384905"/>
                  </a:lnTo>
                  <a:lnTo>
                    <a:pt x="207931" y="384524"/>
                  </a:lnTo>
                  <a:lnTo>
                    <a:pt x="207645" y="384143"/>
                  </a:lnTo>
                  <a:lnTo>
                    <a:pt x="206692" y="383286"/>
                  </a:lnTo>
                  <a:lnTo>
                    <a:pt x="206216" y="382524"/>
                  </a:lnTo>
                  <a:lnTo>
                    <a:pt x="205930" y="381762"/>
                  </a:lnTo>
                  <a:lnTo>
                    <a:pt x="205645" y="380238"/>
                  </a:lnTo>
                  <a:lnTo>
                    <a:pt x="205645" y="378619"/>
                  </a:lnTo>
                  <a:lnTo>
                    <a:pt x="205835" y="377762"/>
                  </a:lnTo>
                  <a:lnTo>
                    <a:pt x="205930" y="377285"/>
                  </a:lnTo>
                  <a:lnTo>
                    <a:pt x="208216" y="374809"/>
                  </a:lnTo>
                  <a:lnTo>
                    <a:pt x="209550" y="373761"/>
                  </a:lnTo>
                  <a:lnTo>
                    <a:pt x="209931" y="373475"/>
                  </a:lnTo>
                  <a:lnTo>
                    <a:pt x="210693" y="373094"/>
                  </a:lnTo>
                  <a:lnTo>
                    <a:pt x="211931" y="372523"/>
                  </a:lnTo>
                  <a:lnTo>
                    <a:pt x="215646" y="372237"/>
                  </a:lnTo>
                  <a:lnTo>
                    <a:pt x="216598" y="372046"/>
                  </a:lnTo>
                  <a:lnTo>
                    <a:pt x="216979" y="371856"/>
                  </a:lnTo>
                  <a:lnTo>
                    <a:pt x="217360" y="371665"/>
                  </a:lnTo>
                  <a:lnTo>
                    <a:pt x="219456" y="370237"/>
                  </a:lnTo>
                  <a:lnTo>
                    <a:pt x="220980" y="369475"/>
                  </a:lnTo>
                  <a:lnTo>
                    <a:pt x="221456" y="368903"/>
                  </a:lnTo>
                  <a:lnTo>
                    <a:pt x="222028" y="368046"/>
                  </a:lnTo>
                  <a:lnTo>
                    <a:pt x="224123" y="363664"/>
                  </a:lnTo>
                  <a:lnTo>
                    <a:pt x="226885" y="360045"/>
                  </a:lnTo>
                  <a:lnTo>
                    <a:pt x="228505" y="353949"/>
                  </a:lnTo>
                  <a:lnTo>
                    <a:pt x="228695" y="351949"/>
                  </a:lnTo>
                  <a:lnTo>
                    <a:pt x="228505" y="351568"/>
                  </a:lnTo>
                  <a:lnTo>
                    <a:pt x="228314" y="351091"/>
                  </a:lnTo>
                  <a:lnTo>
                    <a:pt x="227933" y="350234"/>
                  </a:lnTo>
                  <a:lnTo>
                    <a:pt x="227647" y="349567"/>
                  </a:lnTo>
                  <a:lnTo>
                    <a:pt x="227457" y="348520"/>
                  </a:lnTo>
                  <a:lnTo>
                    <a:pt x="227552" y="347091"/>
                  </a:lnTo>
                  <a:lnTo>
                    <a:pt x="227552" y="346329"/>
                  </a:lnTo>
                  <a:lnTo>
                    <a:pt x="227552" y="345662"/>
                  </a:lnTo>
                  <a:lnTo>
                    <a:pt x="227076" y="343853"/>
                  </a:lnTo>
                  <a:lnTo>
                    <a:pt x="226790" y="341757"/>
                  </a:lnTo>
                  <a:lnTo>
                    <a:pt x="226885" y="340805"/>
                  </a:lnTo>
                  <a:lnTo>
                    <a:pt x="227076" y="340042"/>
                  </a:lnTo>
                  <a:lnTo>
                    <a:pt x="230409" y="335566"/>
                  </a:lnTo>
                  <a:lnTo>
                    <a:pt x="231648" y="334328"/>
                  </a:lnTo>
                  <a:lnTo>
                    <a:pt x="231934" y="334042"/>
                  </a:lnTo>
                  <a:lnTo>
                    <a:pt x="233267" y="332518"/>
                  </a:lnTo>
                  <a:lnTo>
                    <a:pt x="235267" y="329470"/>
                  </a:lnTo>
                  <a:lnTo>
                    <a:pt x="235553" y="329184"/>
                  </a:lnTo>
                  <a:lnTo>
                    <a:pt x="235934" y="329089"/>
                  </a:lnTo>
                  <a:lnTo>
                    <a:pt x="236315" y="328994"/>
                  </a:lnTo>
                  <a:lnTo>
                    <a:pt x="236887" y="328994"/>
                  </a:lnTo>
                  <a:lnTo>
                    <a:pt x="237268" y="329089"/>
                  </a:lnTo>
                  <a:lnTo>
                    <a:pt x="237649" y="329374"/>
                  </a:lnTo>
                  <a:lnTo>
                    <a:pt x="238125" y="330137"/>
                  </a:lnTo>
                  <a:lnTo>
                    <a:pt x="238601" y="330898"/>
                  </a:lnTo>
                  <a:lnTo>
                    <a:pt x="238887" y="331184"/>
                  </a:lnTo>
                  <a:lnTo>
                    <a:pt x="239173" y="331565"/>
                  </a:lnTo>
                  <a:lnTo>
                    <a:pt x="239554" y="331756"/>
                  </a:lnTo>
                  <a:lnTo>
                    <a:pt x="239934" y="331946"/>
                  </a:lnTo>
                  <a:lnTo>
                    <a:pt x="240506" y="332041"/>
                  </a:lnTo>
                  <a:lnTo>
                    <a:pt x="240982" y="332041"/>
                  </a:lnTo>
                  <a:lnTo>
                    <a:pt x="241459" y="331756"/>
                  </a:lnTo>
                  <a:lnTo>
                    <a:pt x="241935" y="331280"/>
                  </a:lnTo>
                  <a:lnTo>
                    <a:pt x="242697" y="330517"/>
                  </a:lnTo>
                  <a:lnTo>
                    <a:pt x="242983" y="329851"/>
                  </a:lnTo>
                  <a:lnTo>
                    <a:pt x="243078" y="329184"/>
                  </a:lnTo>
                  <a:lnTo>
                    <a:pt x="243459" y="326898"/>
                  </a:lnTo>
                  <a:lnTo>
                    <a:pt x="244697" y="321850"/>
                  </a:lnTo>
                  <a:lnTo>
                    <a:pt x="244697" y="321373"/>
                  </a:lnTo>
                  <a:lnTo>
                    <a:pt x="244602" y="321183"/>
                  </a:lnTo>
                  <a:lnTo>
                    <a:pt x="244507" y="321088"/>
                  </a:lnTo>
                  <a:lnTo>
                    <a:pt x="244221" y="320897"/>
                  </a:lnTo>
                  <a:lnTo>
                    <a:pt x="242697" y="320707"/>
                  </a:lnTo>
                  <a:lnTo>
                    <a:pt x="242125" y="320612"/>
                  </a:lnTo>
                  <a:lnTo>
                    <a:pt x="241744" y="320421"/>
                  </a:lnTo>
                  <a:lnTo>
                    <a:pt x="241078" y="319849"/>
                  </a:lnTo>
                  <a:lnTo>
                    <a:pt x="240506" y="319183"/>
                  </a:lnTo>
                  <a:lnTo>
                    <a:pt x="238506" y="315658"/>
                  </a:lnTo>
                  <a:lnTo>
                    <a:pt x="238125" y="312896"/>
                  </a:lnTo>
                  <a:lnTo>
                    <a:pt x="238125" y="310801"/>
                  </a:lnTo>
                  <a:lnTo>
                    <a:pt x="237934" y="309563"/>
                  </a:lnTo>
                  <a:lnTo>
                    <a:pt x="237744" y="308800"/>
                  </a:lnTo>
                  <a:lnTo>
                    <a:pt x="237458" y="308420"/>
                  </a:lnTo>
                  <a:lnTo>
                    <a:pt x="236887" y="307657"/>
                  </a:lnTo>
                  <a:lnTo>
                    <a:pt x="236506" y="306991"/>
                  </a:lnTo>
                  <a:lnTo>
                    <a:pt x="235934" y="305848"/>
                  </a:lnTo>
                  <a:lnTo>
                    <a:pt x="235648" y="305086"/>
                  </a:lnTo>
                  <a:lnTo>
                    <a:pt x="235458" y="304324"/>
                  </a:lnTo>
                  <a:lnTo>
                    <a:pt x="235458" y="303657"/>
                  </a:lnTo>
                  <a:lnTo>
                    <a:pt x="235553" y="302609"/>
                  </a:lnTo>
                  <a:lnTo>
                    <a:pt x="235648" y="301942"/>
                  </a:lnTo>
                  <a:lnTo>
                    <a:pt x="235839" y="301371"/>
                  </a:lnTo>
                  <a:lnTo>
                    <a:pt x="236315" y="300514"/>
                  </a:lnTo>
                  <a:lnTo>
                    <a:pt x="237363" y="299085"/>
                  </a:lnTo>
                  <a:lnTo>
                    <a:pt x="237649" y="297942"/>
                  </a:lnTo>
                  <a:lnTo>
                    <a:pt x="238696" y="288417"/>
                  </a:lnTo>
                  <a:lnTo>
                    <a:pt x="238887" y="288036"/>
                  </a:lnTo>
                  <a:lnTo>
                    <a:pt x="239458" y="287274"/>
                  </a:lnTo>
                  <a:lnTo>
                    <a:pt x="242506" y="284036"/>
                  </a:lnTo>
                  <a:lnTo>
                    <a:pt x="243840" y="281845"/>
                  </a:lnTo>
                  <a:lnTo>
                    <a:pt x="244221" y="281369"/>
                  </a:lnTo>
                  <a:lnTo>
                    <a:pt x="244602" y="280988"/>
                  </a:lnTo>
                  <a:lnTo>
                    <a:pt x="244983" y="280797"/>
                  </a:lnTo>
                  <a:lnTo>
                    <a:pt x="246507" y="279940"/>
                  </a:lnTo>
                  <a:lnTo>
                    <a:pt x="246888" y="279654"/>
                  </a:lnTo>
                  <a:lnTo>
                    <a:pt x="248698" y="277844"/>
                  </a:lnTo>
                  <a:lnTo>
                    <a:pt x="249079" y="277654"/>
                  </a:lnTo>
                  <a:lnTo>
                    <a:pt x="249459" y="277654"/>
                  </a:lnTo>
                  <a:lnTo>
                    <a:pt x="250412" y="278416"/>
                  </a:lnTo>
                  <a:lnTo>
                    <a:pt x="250793" y="278606"/>
                  </a:lnTo>
                  <a:lnTo>
                    <a:pt x="251269" y="278511"/>
                  </a:lnTo>
                  <a:lnTo>
                    <a:pt x="252889" y="277749"/>
                  </a:lnTo>
                  <a:lnTo>
                    <a:pt x="254317" y="276892"/>
                  </a:lnTo>
                  <a:lnTo>
                    <a:pt x="256032" y="276130"/>
                  </a:lnTo>
                  <a:lnTo>
                    <a:pt x="256508" y="275939"/>
                  </a:lnTo>
                  <a:lnTo>
                    <a:pt x="257461" y="275844"/>
                  </a:lnTo>
                  <a:lnTo>
                    <a:pt x="261366" y="275749"/>
                  </a:lnTo>
                  <a:lnTo>
                    <a:pt x="261938" y="275749"/>
                  </a:lnTo>
                  <a:lnTo>
                    <a:pt x="262795" y="275463"/>
                  </a:lnTo>
                  <a:lnTo>
                    <a:pt x="264414" y="274701"/>
                  </a:lnTo>
                  <a:lnTo>
                    <a:pt x="265366" y="274320"/>
                  </a:lnTo>
                  <a:lnTo>
                    <a:pt x="265843" y="274320"/>
                  </a:lnTo>
                  <a:lnTo>
                    <a:pt x="266414" y="274320"/>
                  </a:lnTo>
                  <a:lnTo>
                    <a:pt x="267938" y="274796"/>
                  </a:lnTo>
                  <a:lnTo>
                    <a:pt x="268414" y="274796"/>
                  </a:lnTo>
                  <a:lnTo>
                    <a:pt x="268986" y="274796"/>
                  </a:lnTo>
                  <a:lnTo>
                    <a:pt x="269367" y="274606"/>
                  </a:lnTo>
                  <a:lnTo>
                    <a:pt x="269748" y="274225"/>
                  </a:lnTo>
                  <a:lnTo>
                    <a:pt x="273844" y="270415"/>
                  </a:lnTo>
                  <a:lnTo>
                    <a:pt x="275177" y="269653"/>
                  </a:lnTo>
                  <a:lnTo>
                    <a:pt x="278321" y="266890"/>
                  </a:lnTo>
                  <a:lnTo>
                    <a:pt x="280321" y="261461"/>
                  </a:lnTo>
                  <a:lnTo>
                    <a:pt x="281178" y="259842"/>
                  </a:lnTo>
                  <a:lnTo>
                    <a:pt x="283273" y="258128"/>
                  </a:lnTo>
                  <a:lnTo>
                    <a:pt x="283750" y="257461"/>
                  </a:lnTo>
                  <a:lnTo>
                    <a:pt x="284988" y="255365"/>
                  </a:lnTo>
                  <a:lnTo>
                    <a:pt x="287369" y="251936"/>
                  </a:lnTo>
                  <a:lnTo>
                    <a:pt x="287559" y="251460"/>
                  </a:lnTo>
                  <a:lnTo>
                    <a:pt x="287655" y="250793"/>
                  </a:lnTo>
                  <a:lnTo>
                    <a:pt x="287369" y="249841"/>
                  </a:lnTo>
                  <a:lnTo>
                    <a:pt x="286988" y="249269"/>
                  </a:lnTo>
                  <a:lnTo>
                    <a:pt x="286226" y="248698"/>
                  </a:lnTo>
                  <a:lnTo>
                    <a:pt x="285940" y="248317"/>
                  </a:lnTo>
                  <a:lnTo>
                    <a:pt x="285845" y="247840"/>
                  </a:lnTo>
                  <a:lnTo>
                    <a:pt x="285845" y="246793"/>
                  </a:lnTo>
                  <a:lnTo>
                    <a:pt x="285750" y="246316"/>
                  </a:lnTo>
                  <a:lnTo>
                    <a:pt x="285464" y="245936"/>
                  </a:lnTo>
                  <a:lnTo>
                    <a:pt x="285083" y="245936"/>
                  </a:lnTo>
                  <a:lnTo>
                    <a:pt x="284702" y="246126"/>
                  </a:lnTo>
                  <a:lnTo>
                    <a:pt x="284321" y="246316"/>
                  </a:lnTo>
                  <a:lnTo>
                    <a:pt x="283940" y="246507"/>
                  </a:lnTo>
                  <a:lnTo>
                    <a:pt x="283655" y="246412"/>
                  </a:lnTo>
                  <a:lnTo>
                    <a:pt x="283369" y="246126"/>
                  </a:lnTo>
                  <a:lnTo>
                    <a:pt x="283178" y="245650"/>
                  </a:lnTo>
                  <a:lnTo>
                    <a:pt x="282892" y="243173"/>
                  </a:lnTo>
                  <a:lnTo>
                    <a:pt x="282988" y="242506"/>
                  </a:lnTo>
                  <a:lnTo>
                    <a:pt x="283178" y="241649"/>
                  </a:lnTo>
                  <a:lnTo>
                    <a:pt x="284702" y="239363"/>
                  </a:lnTo>
                  <a:lnTo>
                    <a:pt x="284893" y="238887"/>
                  </a:lnTo>
                  <a:lnTo>
                    <a:pt x="285083" y="238220"/>
                  </a:lnTo>
                  <a:lnTo>
                    <a:pt x="284988" y="237268"/>
                  </a:lnTo>
                  <a:lnTo>
                    <a:pt x="284893" y="236696"/>
                  </a:lnTo>
                  <a:lnTo>
                    <a:pt x="284797" y="236315"/>
                  </a:lnTo>
                  <a:lnTo>
                    <a:pt x="283655" y="233648"/>
                  </a:lnTo>
                  <a:lnTo>
                    <a:pt x="283369" y="232696"/>
                  </a:lnTo>
                  <a:lnTo>
                    <a:pt x="283178" y="230600"/>
                  </a:lnTo>
                  <a:lnTo>
                    <a:pt x="283178" y="229457"/>
                  </a:lnTo>
                  <a:lnTo>
                    <a:pt x="283559" y="227076"/>
                  </a:lnTo>
                  <a:lnTo>
                    <a:pt x="284035" y="225933"/>
                  </a:lnTo>
                  <a:lnTo>
                    <a:pt x="288703" y="218027"/>
                  </a:lnTo>
                  <a:lnTo>
                    <a:pt x="290131" y="216217"/>
                  </a:lnTo>
                  <a:lnTo>
                    <a:pt x="293084" y="211931"/>
                  </a:lnTo>
                  <a:lnTo>
                    <a:pt x="296894" y="208312"/>
                  </a:lnTo>
                  <a:lnTo>
                    <a:pt x="297656" y="207836"/>
                  </a:lnTo>
                  <a:lnTo>
                    <a:pt x="298037" y="207454"/>
                  </a:lnTo>
                  <a:lnTo>
                    <a:pt x="298323" y="206502"/>
                  </a:lnTo>
                  <a:lnTo>
                    <a:pt x="298418" y="205264"/>
                  </a:lnTo>
                  <a:lnTo>
                    <a:pt x="297751" y="199930"/>
                  </a:lnTo>
                  <a:lnTo>
                    <a:pt x="298513" y="199263"/>
                  </a:lnTo>
                  <a:lnTo>
                    <a:pt x="298894" y="199168"/>
                  </a:lnTo>
                  <a:lnTo>
                    <a:pt x="299752" y="199168"/>
                  </a:lnTo>
                  <a:lnTo>
                    <a:pt x="300323" y="199263"/>
                  </a:lnTo>
                  <a:lnTo>
                    <a:pt x="301276" y="199644"/>
                  </a:lnTo>
                  <a:lnTo>
                    <a:pt x="302990" y="199072"/>
                  </a:lnTo>
                  <a:lnTo>
                    <a:pt x="307562" y="195644"/>
                  </a:lnTo>
                  <a:lnTo>
                    <a:pt x="308610" y="194310"/>
                  </a:lnTo>
                  <a:lnTo>
                    <a:pt x="308991" y="193929"/>
                  </a:lnTo>
                  <a:lnTo>
                    <a:pt x="310324" y="193357"/>
                  </a:lnTo>
                  <a:lnTo>
                    <a:pt x="311753" y="192977"/>
                  </a:lnTo>
                  <a:lnTo>
                    <a:pt x="313087" y="192214"/>
                  </a:lnTo>
                  <a:lnTo>
                    <a:pt x="313849" y="191738"/>
                  </a:lnTo>
                  <a:lnTo>
                    <a:pt x="315087" y="190214"/>
                  </a:lnTo>
                  <a:lnTo>
                    <a:pt x="315754" y="189643"/>
                  </a:lnTo>
                  <a:lnTo>
                    <a:pt x="316230" y="189452"/>
                  </a:lnTo>
                  <a:lnTo>
                    <a:pt x="316801" y="189357"/>
                  </a:lnTo>
                  <a:lnTo>
                    <a:pt x="317659" y="189452"/>
                  </a:lnTo>
                  <a:lnTo>
                    <a:pt x="318230" y="189738"/>
                  </a:lnTo>
                  <a:lnTo>
                    <a:pt x="318611" y="190024"/>
                  </a:lnTo>
                  <a:lnTo>
                    <a:pt x="318802" y="190405"/>
                  </a:lnTo>
                  <a:lnTo>
                    <a:pt x="318992" y="190881"/>
                  </a:lnTo>
                  <a:lnTo>
                    <a:pt x="319278" y="192310"/>
                  </a:lnTo>
                  <a:lnTo>
                    <a:pt x="319468" y="192786"/>
                  </a:lnTo>
                  <a:lnTo>
                    <a:pt x="319659" y="193167"/>
                  </a:lnTo>
                  <a:lnTo>
                    <a:pt x="320135" y="193929"/>
                  </a:lnTo>
                  <a:lnTo>
                    <a:pt x="321088" y="194881"/>
                  </a:lnTo>
                  <a:lnTo>
                    <a:pt x="321659" y="195548"/>
                  </a:lnTo>
                  <a:lnTo>
                    <a:pt x="321850" y="195929"/>
                  </a:lnTo>
                  <a:lnTo>
                    <a:pt x="322040" y="196787"/>
                  </a:lnTo>
                  <a:lnTo>
                    <a:pt x="322231" y="197263"/>
                  </a:lnTo>
                  <a:lnTo>
                    <a:pt x="322707" y="198025"/>
                  </a:lnTo>
                  <a:lnTo>
                    <a:pt x="323469" y="199072"/>
                  </a:lnTo>
                  <a:lnTo>
                    <a:pt x="324136" y="199644"/>
                  </a:lnTo>
                  <a:lnTo>
                    <a:pt x="324898" y="200215"/>
                  </a:lnTo>
                  <a:lnTo>
                    <a:pt x="328136" y="201644"/>
                  </a:lnTo>
                  <a:lnTo>
                    <a:pt x="329184" y="201835"/>
                  </a:lnTo>
                  <a:lnTo>
                    <a:pt x="331184" y="202025"/>
                  </a:lnTo>
                  <a:lnTo>
                    <a:pt x="331470" y="202121"/>
                  </a:lnTo>
                  <a:lnTo>
                    <a:pt x="331851" y="202311"/>
                  </a:lnTo>
                  <a:lnTo>
                    <a:pt x="333280" y="203454"/>
                  </a:lnTo>
                  <a:lnTo>
                    <a:pt x="333661" y="203645"/>
                  </a:lnTo>
                  <a:lnTo>
                    <a:pt x="334137" y="203835"/>
                  </a:lnTo>
                  <a:lnTo>
                    <a:pt x="334708" y="203835"/>
                  </a:lnTo>
                  <a:lnTo>
                    <a:pt x="335280" y="203549"/>
                  </a:lnTo>
                  <a:lnTo>
                    <a:pt x="335947" y="203073"/>
                  </a:lnTo>
                  <a:lnTo>
                    <a:pt x="336994" y="202025"/>
                  </a:lnTo>
                  <a:lnTo>
                    <a:pt x="337471" y="201358"/>
                  </a:lnTo>
                  <a:lnTo>
                    <a:pt x="337852" y="200692"/>
                  </a:lnTo>
                  <a:lnTo>
                    <a:pt x="337947" y="200215"/>
                  </a:lnTo>
                  <a:lnTo>
                    <a:pt x="338042" y="199644"/>
                  </a:lnTo>
                  <a:lnTo>
                    <a:pt x="337947" y="197453"/>
                  </a:lnTo>
                  <a:lnTo>
                    <a:pt x="337947" y="196882"/>
                  </a:lnTo>
                  <a:lnTo>
                    <a:pt x="338233" y="195834"/>
                  </a:lnTo>
                  <a:lnTo>
                    <a:pt x="338614" y="194881"/>
                  </a:lnTo>
                  <a:lnTo>
                    <a:pt x="338804" y="194500"/>
                  </a:lnTo>
                  <a:lnTo>
                    <a:pt x="339376" y="193738"/>
                  </a:lnTo>
                  <a:lnTo>
                    <a:pt x="340042" y="193167"/>
                  </a:lnTo>
                  <a:lnTo>
                    <a:pt x="340423" y="192881"/>
                  </a:lnTo>
                  <a:lnTo>
                    <a:pt x="340900" y="192691"/>
                  </a:lnTo>
                  <a:lnTo>
                    <a:pt x="343757" y="192024"/>
                  </a:lnTo>
                  <a:lnTo>
                    <a:pt x="344900" y="192024"/>
                  </a:lnTo>
                  <a:lnTo>
                    <a:pt x="345376" y="191929"/>
                  </a:lnTo>
                  <a:lnTo>
                    <a:pt x="345853" y="191738"/>
                  </a:lnTo>
                  <a:lnTo>
                    <a:pt x="348901" y="190024"/>
                  </a:lnTo>
                  <a:lnTo>
                    <a:pt x="350710" y="189452"/>
                  </a:lnTo>
                  <a:lnTo>
                    <a:pt x="351187" y="189357"/>
                  </a:lnTo>
                  <a:lnTo>
                    <a:pt x="351758" y="189357"/>
                  </a:lnTo>
                  <a:lnTo>
                    <a:pt x="353473" y="189547"/>
                  </a:lnTo>
                  <a:lnTo>
                    <a:pt x="354044" y="189452"/>
                  </a:lnTo>
                  <a:lnTo>
                    <a:pt x="355949" y="188595"/>
                  </a:lnTo>
                  <a:lnTo>
                    <a:pt x="356521" y="188500"/>
                  </a:lnTo>
                  <a:lnTo>
                    <a:pt x="357092" y="188500"/>
                  </a:lnTo>
                  <a:lnTo>
                    <a:pt x="359855" y="188976"/>
                  </a:lnTo>
                  <a:lnTo>
                    <a:pt x="360521" y="188786"/>
                  </a:lnTo>
                  <a:lnTo>
                    <a:pt x="360997" y="188404"/>
                  </a:lnTo>
                  <a:lnTo>
                    <a:pt x="361855" y="187262"/>
                  </a:lnTo>
                  <a:lnTo>
                    <a:pt x="361950" y="186976"/>
                  </a:lnTo>
                  <a:lnTo>
                    <a:pt x="361950" y="186880"/>
                  </a:lnTo>
                  <a:lnTo>
                    <a:pt x="362236" y="186595"/>
                  </a:lnTo>
                  <a:lnTo>
                    <a:pt x="362617" y="186214"/>
                  </a:lnTo>
                  <a:lnTo>
                    <a:pt x="363474" y="185833"/>
                  </a:lnTo>
                  <a:lnTo>
                    <a:pt x="364046" y="185356"/>
                  </a:lnTo>
                  <a:lnTo>
                    <a:pt x="364998" y="183928"/>
                  </a:lnTo>
                  <a:lnTo>
                    <a:pt x="365474" y="183356"/>
                  </a:lnTo>
                  <a:lnTo>
                    <a:pt x="366236" y="183071"/>
                  </a:lnTo>
                  <a:lnTo>
                    <a:pt x="366903" y="182975"/>
                  </a:lnTo>
                  <a:lnTo>
                    <a:pt x="367474" y="183071"/>
                  </a:lnTo>
                  <a:lnTo>
                    <a:pt x="368522" y="183356"/>
                  </a:lnTo>
                  <a:lnTo>
                    <a:pt x="369094" y="183356"/>
                  </a:lnTo>
                  <a:lnTo>
                    <a:pt x="369570" y="183261"/>
                  </a:lnTo>
                  <a:lnTo>
                    <a:pt x="370618" y="183071"/>
                  </a:lnTo>
                  <a:lnTo>
                    <a:pt x="380047" y="179261"/>
                  </a:lnTo>
                  <a:lnTo>
                    <a:pt x="383191" y="178975"/>
                  </a:lnTo>
                  <a:lnTo>
                    <a:pt x="383667" y="178879"/>
                  </a:lnTo>
                  <a:lnTo>
                    <a:pt x="384048" y="178594"/>
                  </a:lnTo>
                  <a:lnTo>
                    <a:pt x="384429" y="178022"/>
                  </a:lnTo>
                  <a:lnTo>
                    <a:pt x="384619" y="176879"/>
                  </a:lnTo>
                  <a:lnTo>
                    <a:pt x="384715" y="174784"/>
                  </a:lnTo>
                  <a:lnTo>
                    <a:pt x="385381" y="171736"/>
                  </a:lnTo>
                  <a:lnTo>
                    <a:pt x="385381" y="170974"/>
                  </a:lnTo>
                  <a:lnTo>
                    <a:pt x="385286" y="170402"/>
                  </a:lnTo>
                  <a:lnTo>
                    <a:pt x="383381" y="168973"/>
                  </a:lnTo>
                  <a:lnTo>
                    <a:pt x="383096" y="168688"/>
                  </a:lnTo>
                  <a:lnTo>
                    <a:pt x="382905" y="168307"/>
                  </a:lnTo>
                  <a:lnTo>
                    <a:pt x="382809" y="167830"/>
                  </a:lnTo>
                  <a:lnTo>
                    <a:pt x="382905" y="167259"/>
                  </a:lnTo>
                  <a:lnTo>
                    <a:pt x="383381" y="166402"/>
                  </a:lnTo>
                  <a:lnTo>
                    <a:pt x="384524" y="165068"/>
                  </a:lnTo>
                  <a:lnTo>
                    <a:pt x="387667" y="162687"/>
                  </a:lnTo>
                  <a:lnTo>
                    <a:pt x="390715" y="160972"/>
                  </a:lnTo>
                  <a:lnTo>
                    <a:pt x="392716" y="158115"/>
                  </a:lnTo>
                  <a:lnTo>
                    <a:pt x="392811" y="157639"/>
                  </a:lnTo>
                  <a:lnTo>
                    <a:pt x="393097" y="157067"/>
                  </a:lnTo>
                  <a:close/>
                </a:path>
              </a:pathLst>
            </a:custGeom>
            <a:solidFill>
              <a:srgbClr val="CCCCCC"/>
            </a:soli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9" name="Freeform: Shape 22">
              <a:extLst>
                <a:ext uri="{FF2B5EF4-FFF2-40B4-BE49-F238E27FC236}">
                  <a16:creationId xmlns:a16="http://schemas.microsoft.com/office/drawing/2014/main" id="{4533453D-45CE-78E8-EF33-8C4F1B2076A7}"/>
                </a:ext>
              </a:extLst>
            </p:cNvPr>
            <p:cNvSpPr/>
            <p:nvPr/>
          </p:nvSpPr>
          <p:spPr>
            <a:xfrm>
              <a:off x="4264057" y="4606354"/>
              <a:ext cx="438150" cy="409575"/>
            </a:xfrm>
            <a:custGeom>
              <a:avLst/>
              <a:gdLst>
                <a:gd name="connsiteX0" fmla="*/ 272701 w 438150"/>
                <a:gd name="connsiteY0" fmla="*/ 284607 h 409575"/>
                <a:gd name="connsiteX1" fmla="*/ 272605 w 438150"/>
                <a:gd name="connsiteY1" fmla="*/ 284988 h 409575"/>
                <a:gd name="connsiteX2" fmla="*/ 272987 w 438150"/>
                <a:gd name="connsiteY2" fmla="*/ 285750 h 409575"/>
                <a:gd name="connsiteX3" fmla="*/ 273272 w 438150"/>
                <a:gd name="connsiteY3" fmla="*/ 285845 h 409575"/>
                <a:gd name="connsiteX4" fmla="*/ 274034 w 438150"/>
                <a:gd name="connsiteY4" fmla="*/ 285845 h 409575"/>
                <a:gd name="connsiteX5" fmla="*/ 274891 w 438150"/>
                <a:gd name="connsiteY5" fmla="*/ 286321 h 409575"/>
                <a:gd name="connsiteX6" fmla="*/ 277178 w 438150"/>
                <a:gd name="connsiteY6" fmla="*/ 286988 h 409575"/>
                <a:gd name="connsiteX7" fmla="*/ 278416 w 438150"/>
                <a:gd name="connsiteY7" fmla="*/ 287655 h 409575"/>
                <a:gd name="connsiteX8" fmla="*/ 280988 w 438150"/>
                <a:gd name="connsiteY8" fmla="*/ 290131 h 409575"/>
                <a:gd name="connsiteX9" fmla="*/ 281940 w 438150"/>
                <a:gd name="connsiteY9" fmla="*/ 290322 h 409575"/>
                <a:gd name="connsiteX10" fmla="*/ 281940 w 438150"/>
                <a:gd name="connsiteY10" fmla="*/ 289465 h 409575"/>
                <a:gd name="connsiteX11" fmla="*/ 280321 w 438150"/>
                <a:gd name="connsiteY11" fmla="*/ 285464 h 409575"/>
                <a:gd name="connsiteX12" fmla="*/ 279845 w 438150"/>
                <a:gd name="connsiteY12" fmla="*/ 282607 h 409575"/>
                <a:gd name="connsiteX13" fmla="*/ 276511 w 438150"/>
                <a:gd name="connsiteY13" fmla="*/ 273463 h 409575"/>
                <a:gd name="connsiteX14" fmla="*/ 274987 w 438150"/>
                <a:gd name="connsiteY14" fmla="*/ 271272 h 409575"/>
                <a:gd name="connsiteX15" fmla="*/ 272701 w 438150"/>
                <a:gd name="connsiteY15" fmla="*/ 269748 h 409575"/>
                <a:gd name="connsiteX16" fmla="*/ 269938 w 438150"/>
                <a:gd name="connsiteY16" fmla="*/ 269653 h 409575"/>
                <a:gd name="connsiteX17" fmla="*/ 267176 w 438150"/>
                <a:gd name="connsiteY17" fmla="*/ 271558 h 409575"/>
                <a:gd name="connsiteX18" fmla="*/ 267462 w 438150"/>
                <a:gd name="connsiteY18" fmla="*/ 273748 h 409575"/>
                <a:gd name="connsiteX19" fmla="*/ 269843 w 438150"/>
                <a:gd name="connsiteY19" fmla="*/ 275749 h 409575"/>
                <a:gd name="connsiteX20" fmla="*/ 272987 w 438150"/>
                <a:gd name="connsiteY20" fmla="*/ 277273 h 409575"/>
                <a:gd name="connsiteX21" fmla="*/ 275368 w 438150"/>
                <a:gd name="connsiteY21" fmla="*/ 278035 h 409575"/>
                <a:gd name="connsiteX22" fmla="*/ 274606 w 438150"/>
                <a:gd name="connsiteY22" fmla="*/ 279368 h 409575"/>
                <a:gd name="connsiteX23" fmla="*/ 273748 w 438150"/>
                <a:gd name="connsiteY23" fmla="*/ 280321 h 409575"/>
                <a:gd name="connsiteX24" fmla="*/ 273082 w 438150"/>
                <a:gd name="connsiteY24" fmla="*/ 281559 h 409575"/>
                <a:gd name="connsiteX25" fmla="*/ 273177 w 438150"/>
                <a:gd name="connsiteY25" fmla="*/ 283750 h 409575"/>
                <a:gd name="connsiteX26" fmla="*/ 273082 w 438150"/>
                <a:gd name="connsiteY26" fmla="*/ 284226 h 409575"/>
                <a:gd name="connsiteX27" fmla="*/ 272701 w 438150"/>
                <a:gd name="connsiteY27" fmla="*/ 284607 h 409575"/>
                <a:gd name="connsiteX28" fmla="*/ 443198 w 438150"/>
                <a:gd name="connsiteY28" fmla="*/ 320135 h 409575"/>
                <a:gd name="connsiteX29" fmla="*/ 441579 w 438150"/>
                <a:gd name="connsiteY29" fmla="*/ 317087 h 409575"/>
                <a:gd name="connsiteX30" fmla="*/ 439388 w 438150"/>
                <a:gd name="connsiteY30" fmla="*/ 313372 h 409575"/>
                <a:gd name="connsiteX31" fmla="*/ 439388 w 438150"/>
                <a:gd name="connsiteY31" fmla="*/ 309848 h 409575"/>
                <a:gd name="connsiteX32" fmla="*/ 437197 w 438150"/>
                <a:gd name="connsiteY32" fmla="*/ 306038 h 409575"/>
                <a:gd name="connsiteX33" fmla="*/ 435388 w 438150"/>
                <a:gd name="connsiteY33" fmla="*/ 303847 h 409575"/>
                <a:gd name="connsiteX34" fmla="*/ 435102 w 438150"/>
                <a:gd name="connsiteY34" fmla="*/ 301561 h 409575"/>
                <a:gd name="connsiteX35" fmla="*/ 433197 w 438150"/>
                <a:gd name="connsiteY35" fmla="*/ 299847 h 409575"/>
                <a:gd name="connsiteX36" fmla="*/ 430435 w 438150"/>
                <a:gd name="connsiteY36" fmla="*/ 297561 h 409575"/>
                <a:gd name="connsiteX37" fmla="*/ 427482 w 438150"/>
                <a:gd name="connsiteY37" fmla="*/ 295561 h 409575"/>
                <a:gd name="connsiteX38" fmla="*/ 426720 w 438150"/>
                <a:gd name="connsiteY38" fmla="*/ 294703 h 409575"/>
                <a:gd name="connsiteX39" fmla="*/ 423958 w 438150"/>
                <a:gd name="connsiteY39" fmla="*/ 293084 h 409575"/>
                <a:gd name="connsiteX40" fmla="*/ 421767 w 438150"/>
                <a:gd name="connsiteY40" fmla="*/ 291179 h 409575"/>
                <a:gd name="connsiteX41" fmla="*/ 416909 w 438150"/>
                <a:gd name="connsiteY41" fmla="*/ 288893 h 409575"/>
                <a:gd name="connsiteX42" fmla="*/ 413671 w 438150"/>
                <a:gd name="connsiteY42" fmla="*/ 287464 h 409575"/>
                <a:gd name="connsiteX43" fmla="*/ 411766 w 438150"/>
                <a:gd name="connsiteY43" fmla="*/ 286893 h 409575"/>
                <a:gd name="connsiteX44" fmla="*/ 409004 w 438150"/>
                <a:gd name="connsiteY44" fmla="*/ 286702 h 409575"/>
                <a:gd name="connsiteX45" fmla="*/ 408337 w 438150"/>
                <a:gd name="connsiteY45" fmla="*/ 286893 h 409575"/>
                <a:gd name="connsiteX46" fmla="*/ 407861 w 438150"/>
                <a:gd name="connsiteY46" fmla="*/ 286702 h 409575"/>
                <a:gd name="connsiteX47" fmla="*/ 407098 w 438150"/>
                <a:gd name="connsiteY47" fmla="*/ 285845 h 409575"/>
                <a:gd name="connsiteX48" fmla="*/ 406622 w 438150"/>
                <a:gd name="connsiteY48" fmla="*/ 285655 h 409575"/>
                <a:gd name="connsiteX49" fmla="*/ 406241 w 438150"/>
                <a:gd name="connsiteY49" fmla="*/ 285845 h 409575"/>
                <a:gd name="connsiteX50" fmla="*/ 405765 w 438150"/>
                <a:gd name="connsiteY50" fmla="*/ 286226 h 409575"/>
                <a:gd name="connsiteX51" fmla="*/ 405193 w 438150"/>
                <a:gd name="connsiteY51" fmla="*/ 286512 h 409575"/>
                <a:gd name="connsiteX52" fmla="*/ 404717 w 438150"/>
                <a:gd name="connsiteY52" fmla="*/ 286321 h 409575"/>
                <a:gd name="connsiteX53" fmla="*/ 403860 w 438150"/>
                <a:gd name="connsiteY53" fmla="*/ 284512 h 409575"/>
                <a:gd name="connsiteX54" fmla="*/ 403765 w 438150"/>
                <a:gd name="connsiteY54" fmla="*/ 282892 h 409575"/>
                <a:gd name="connsiteX55" fmla="*/ 403288 w 438150"/>
                <a:gd name="connsiteY55" fmla="*/ 281654 h 409575"/>
                <a:gd name="connsiteX56" fmla="*/ 401193 w 438150"/>
                <a:gd name="connsiteY56" fmla="*/ 281178 h 409575"/>
                <a:gd name="connsiteX57" fmla="*/ 398716 w 438150"/>
                <a:gd name="connsiteY57" fmla="*/ 275653 h 409575"/>
                <a:gd name="connsiteX58" fmla="*/ 398145 w 438150"/>
                <a:gd name="connsiteY58" fmla="*/ 275272 h 409575"/>
                <a:gd name="connsiteX59" fmla="*/ 398621 w 438150"/>
                <a:gd name="connsiteY59" fmla="*/ 274606 h 409575"/>
                <a:gd name="connsiteX60" fmla="*/ 399479 w 438150"/>
                <a:gd name="connsiteY60" fmla="*/ 274320 h 409575"/>
                <a:gd name="connsiteX61" fmla="*/ 401479 w 438150"/>
                <a:gd name="connsiteY61" fmla="*/ 274034 h 409575"/>
                <a:gd name="connsiteX62" fmla="*/ 402622 w 438150"/>
                <a:gd name="connsiteY62" fmla="*/ 273653 h 409575"/>
                <a:gd name="connsiteX63" fmla="*/ 402907 w 438150"/>
                <a:gd name="connsiteY63" fmla="*/ 273463 h 409575"/>
                <a:gd name="connsiteX64" fmla="*/ 402812 w 438150"/>
                <a:gd name="connsiteY64" fmla="*/ 272986 h 409575"/>
                <a:gd name="connsiteX65" fmla="*/ 402717 w 438150"/>
                <a:gd name="connsiteY65" fmla="*/ 271748 h 409575"/>
                <a:gd name="connsiteX66" fmla="*/ 401479 w 438150"/>
                <a:gd name="connsiteY66" fmla="*/ 263938 h 409575"/>
                <a:gd name="connsiteX67" fmla="*/ 400526 w 438150"/>
                <a:gd name="connsiteY67" fmla="*/ 260890 h 409575"/>
                <a:gd name="connsiteX68" fmla="*/ 397669 w 438150"/>
                <a:gd name="connsiteY68" fmla="*/ 258032 h 409575"/>
                <a:gd name="connsiteX69" fmla="*/ 391096 w 438150"/>
                <a:gd name="connsiteY69" fmla="*/ 254889 h 409575"/>
                <a:gd name="connsiteX70" fmla="*/ 386524 w 438150"/>
                <a:gd name="connsiteY70" fmla="*/ 252508 h 409575"/>
                <a:gd name="connsiteX71" fmla="*/ 384620 w 438150"/>
                <a:gd name="connsiteY71" fmla="*/ 251936 h 409575"/>
                <a:gd name="connsiteX72" fmla="*/ 383191 w 438150"/>
                <a:gd name="connsiteY72" fmla="*/ 251079 h 409575"/>
                <a:gd name="connsiteX73" fmla="*/ 381857 w 438150"/>
                <a:gd name="connsiteY73" fmla="*/ 250317 h 409575"/>
                <a:gd name="connsiteX74" fmla="*/ 378905 w 438150"/>
                <a:gd name="connsiteY74" fmla="*/ 249174 h 409575"/>
                <a:gd name="connsiteX75" fmla="*/ 377857 w 438150"/>
                <a:gd name="connsiteY75" fmla="*/ 250031 h 409575"/>
                <a:gd name="connsiteX76" fmla="*/ 377285 w 438150"/>
                <a:gd name="connsiteY76" fmla="*/ 250031 h 409575"/>
                <a:gd name="connsiteX77" fmla="*/ 377095 w 438150"/>
                <a:gd name="connsiteY77" fmla="*/ 247840 h 409575"/>
                <a:gd name="connsiteX78" fmla="*/ 376047 w 438150"/>
                <a:gd name="connsiteY78" fmla="*/ 246412 h 409575"/>
                <a:gd name="connsiteX79" fmla="*/ 374428 w 438150"/>
                <a:gd name="connsiteY79" fmla="*/ 245650 h 409575"/>
                <a:gd name="connsiteX80" fmla="*/ 372523 w 438150"/>
                <a:gd name="connsiteY80" fmla="*/ 244411 h 409575"/>
                <a:gd name="connsiteX81" fmla="*/ 370713 w 438150"/>
                <a:gd name="connsiteY81" fmla="*/ 243364 h 409575"/>
                <a:gd name="connsiteX82" fmla="*/ 367093 w 438150"/>
                <a:gd name="connsiteY82" fmla="*/ 240887 h 409575"/>
                <a:gd name="connsiteX83" fmla="*/ 364617 w 438150"/>
                <a:gd name="connsiteY83" fmla="*/ 239935 h 409575"/>
                <a:gd name="connsiteX84" fmla="*/ 362045 w 438150"/>
                <a:gd name="connsiteY84" fmla="*/ 237553 h 409575"/>
                <a:gd name="connsiteX85" fmla="*/ 361664 w 438150"/>
                <a:gd name="connsiteY85" fmla="*/ 234791 h 409575"/>
                <a:gd name="connsiteX86" fmla="*/ 358235 w 438150"/>
                <a:gd name="connsiteY86" fmla="*/ 233743 h 409575"/>
                <a:gd name="connsiteX87" fmla="*/ 355568 w 438150"/>
                <a:gd name="connsiteY87" fmla="*/ 231267 h 409575"/>
                <a:gd name="connsiteX88" fmla="*/ 355568 w 438150"/>
                <a:gd name="connsiteY88" fmla="*/ 230124 h 409575"/>
                <a:gd name="connsiteX89" fmla="*/ 356330 w 438150"/>
                <a:gd name="connsiteY89" fmla="*/ 228695 h 409575"/>
                <a:gd name="connsiteX90" fmla="*/ 356902 w 438150"/>
                <a:gd name="connsiteY90" fmla="*/ 229362 h 409575"/>
                <a:gd name="connsiteX91" fmla="*/ 356425 w 438150"/>
                <a:gd name="connsiteY91" fmla="*/ 230029 h 409575"/>
                <a:gd name="connsiteX92" fmla="*/ 356521 w 438150"/>
                <a:gd name="connsiteY92" fmla="*/ 230696 h 409575"/>
                <a:gd name="connsiteX93" fmla="*/ 357092 w 438150"/>
                <a:gd name="connsiteY93" fmla="*/ 231362 h 409575"/>
                <a:gd name="connsiteX94" fmla="*/ 357949 w 438150"/>
                <a:gd name="connsiteY94" fmla="*/ 232029 h 409575"/>
                <a:gd name="connsiteX95" fmla="*/ 358045 w 438150"/>
                <a:gd name="connsiteY95" fmla="*/ 229171 h 409575"/>
                <a:gd name="connsiteX96" fmla="*/ 357283 w 438150"/>
                <a:gd name="connsiteY96" fmla="*/ 225742 h 409575"/>
                <a:gd name="connsiteX97" fmla="*/ 359473 w 438150"/>
                <a:gd name="connsiteY97" fmla="*/ 224218 h 409575"/>
                <a:gd name="connsiteX98" fmla="*/ 361474 w 438150"/>
                <a:gd name="connsiteY98" fmla="*/ 220409 h 409575"/>
                <a:gd name="connsiteX99" fmla="*/ 361759 w 438150"/>
                <a:gd name="connsiteY99" fmla="*/ 217456 h 409575"/>
                <a:gd name="connsiteX100" fmla="*/ 360236 w 438150"/>
                <a:gd name="connsiteY100" fmla="*/ 206216 h 409575"/>
                <a:gd name="connsiteX101" fmla="*/ 360236 w 438150"/>
                <a:gd name="connsiteY101" fmla="*/ 204788 h 409575"/>
                <a:gd name="connsiteX102" fmla="*/ 360807 w 438150"/>
                <a:gd name="connsiteY102" fmla="*/ 201359 h 409575"/>
                <a:gd name="connsiteX103" fmla="*/ 360331 w 438150"/>
                <a:gd name="connsiteY103" fmla="*/ 200215 h 409575"/>
                <a:gd name="connsiteX104" fmla="*/ 358521 w 438150"/>
                <a:gd name="connsiteY104" fmla="*/ 199644 h 409575"/>
                <a:gd name="connsiteX105" fmla="*/ 356806 w 438150"/>
                <a:gd name="connsiteY105" fmla="*/ 199930 h 409575"/>
                <a:gd name="connsiteX106" fmla="*/ 355759 w 438150"/>
                <a:gd name="connsiteY106" fmla="*/ 200311 h 409575"/>
                <a:gd name="connsiteX107" fmla="*/ 355092 w 438150"/>
                <a:gd name="connsiteY107" fmla="*/ 199834 h 409575"/>
                <a:gd name="connsiteX108" fmla="*/ 354616 w 438150"/>
                <a:gd name="connsiteY108" fmla="*/ 197548 h 409575"/>
                <a:gd name="connsiteX109" fmla="*/ 354521 w 438150"/>
                <a:gd name="connsiteY109" fmla="*/ 193929 h 409575"/>
                <a:gd name="connsiteX110" fmla="*/ 354044 w 438150"/>
                <a:gd name="connsiteY110" fmla="*/ 192596 h 409575"/>
                <a:gd name="connsiteX111" fmla="*/ 352425 w 438150"/>
                <a:gd name="connsiteY111" fmla="*/ 192310 h 409575"/>
                <a:gd name="connsiteX112" fmla="*/ 353568 w 438150"/>
                <a:gd name="connsiteY112" fmla="*/ 189547 h 409575"/>
                <a:gd name="connsiteX113" fmla="*/ 351854 w 438150"/>
                <a:gd name="connsiteY113" fmla="*/ 186976 h 409575"/>
                <a:gd name="connsiteX114" fmla="*/ 347472 w 438150"/>
                <a:gd name="connsiteY114" fmla="*/ 183166 h 409575"/>
                <a:gd name="connsiteX115" fmla="*/ 348234 w 438150"/>
                <a:gd name="connsiteY115" fmla="*/ 183071 h 409575"/>
                <a:gd name="connsiteX116" fmla="*/ 348520 w 438150"/>
                <a:gd name="connsiteY116" fmla="*/ 182785 h 409575"/>
                <a:gd name="connsiteX117" fmla="*/ 348615 w 438150"/>
                <a:gd name="connsiteY117" fmla="*/ 181356 h 409575"/>
                <a:gd name="connsiteX118" fmla="*/ 348424 w 438150"/>
                <a:gd name="connsiteY118" fmla="*/ 180975 h 409575"/>
                <a:gd name="connsiteX119" fmla="*/ 347663 w 438150"/>
                <a:gd name="connsiteY119" fmla="*/ 180118 h 409575"/>
                <a:gd name="connsiteX120" fmla="*/ 347472 w 438150"/>
                <a:gd name="connsiteY120" fmla="*/ 179642 h 409575"/>
                <a:gd name="connsiteX121" fmla="*/ 347663 w 438150"/>
                <a:gd name="connsiteY121" fmla="*/ 179070 h 409575"/>
                <a:gd name="connsiteX122" fmla="*/ 348043 w 438150"/>
                <a:gd name="connsiteY122" fmla="*/ 178784 h 409575"/>
                <a:gd name="connsiteX123" fmla="*/ 348520 w 438150"/>
                <a:gd name="connsiteY123" fmla="*/ 178594 h 409575"/>
                <a:gd name="connsiteX124" fmla="*/ 348901 w 438150"/>
                <a:gd name="connsiteY124" fmla="*/ 178308 h 409575"/>
                <a:gd name="connsiteX125" fmla="*/ 349091 w 438150"/>
                <a:gd name="connsiteY125" fmla="*/ 176975 h 409575"/>
                <a:gd name="connsiteX126" fmla="*/ 348139 w 438150"/>
                <a:gd name="connsiteY126" fmla="*/ 176022 h 409575"/>
                <a:gd name="connsiteX127" fmla="*/ 346710 w 438150"/>
                <a:gd name="connsiteY127" fmla="*/ 175450 h 409575"/>
                <a:gd name="connsiteX128" fmla="*/ 345662 w 438150"/>
                <a:gd name="connsiteY128" fmla="*/ 175260 h 409575"/>
                <a:gd name="connsiteX129" fmla="*/ 344710 w 438150"/>
                <a:gd name="connsiteY129" fmla="*/ 174688 h 409575"/>
                <a:gd name="connsiteX130" fmla="*/ 343471 w 438150"/>
                <a:gd name="connsiteY130" fmla="*/ 173260 h 409575"/>
                <a:gd name="connsiteX131" fmla="*/ 342424 w 438150"/>
                <a:gd name="connsiteY131" fmla="*/ 171640 h 409575"/>
                <a:gd name="connsiteX132" fmla="*/ 342043 w 438150"/>
                <a:gd name="connsiteY132" fmla="*/ 170402 h 409575"/>
                <a:gd name="connsiteX133" fmla="*/ 341566 w 438150"/>
                <a:gd name="connsiteY133" fmla="*/ 163259 h 409575"/>
                <a:gd name="connsiteX134" fmla="*/ 341281 w 438150"/>
                <a:gd name="connsiteY134" fmla="*/ 161830 h 409575"/>
                <a:gd name="connsiteX135" fmla="*/ 339852 w 438150"/>
                <a:gd name="connsiteY135" fmla="*/ 158115 h 409575"/>
                <a:gd name="connsiteX136" fmla="*/ 339280 w 438150"/>
                <a:gd name="connsiteY136" fmla="*/ 157067 h 409575"/>
                <a:gd name="connsiteX137" fmla="*/ 334899 w 438150"/>
                <a:gd name="connsiteY137" fmla="*/ 151828 h 409575"/>
                <a:gd name="connsiteX138" fmla="*/ 334137 w 438150"/>
                <a:gd name="connsiteY138" fmla="*/ 150400 h 409575"/>
                <a:gd name="connsiteX139" fmla="*/ 332232 w 438150"/>
                <a:gd name="connsiteY139" fmla="*/ 145923 h 409575"/>
                <a:gd name="connsiteX140" fmla="*/ 331184 w 438150"/>
                <a:gd name="connsiteY140" fmla="*/ 144399 h 409575"/>
                <a:gd name="connsiteX141" fmla="*/ 327850 w 438150"/>
                <a:gd name="connsiteY141" fmla="*/ 140684 h 409575"/>
                <a:gd name="connsiteX142" fmla="*/ 328231 w 438150"/>
                <a:gd name="connsiteY142" fmla="*/ 139922 h 409575"/>
                <a:gd name="connsiteX143" fmla="*/ 328708 w 438150"/>
                <a:gd name="connsiteY143" fmla="*/ 139541 h 409575"/>
                <a:gd name="connsiteX144" fmla="*/ 329279 w 438150"/>
                <a:gd name="connsiteY144" fmla="*/ 139636 h 409575"/>
                <a:gd name="connsiteX145" fmla="*/ 330041 w 438150"/>
                <a:gd name="connsiteY145" fmla="*/ 140113 h 409575"/>
                <a:gd name="connsiteX146" fmla="*/ 329565 w 438150"/>
                <a:gd name="connsiteY146" fmla="*/ 136207 h 409575"/>
                <a:gd name="connsiteX147" fmla="*/ 329470 w 438150"/>
                <a:gd name="connsiteY147" fmla="*/ 132493 h 409575"/>
                <a:gd name="connsiteX148" fmla="*/ 328898 w 438150"/>
                <a:gd name="connsiteY148" fmla="*/ 130778 h 409575"/>
                <a:gd name="connsiteX149" fmla="*/ 327660 w 438150"/>
                <a:gd name="connsiteY149" fmla="*/ 129635 h 409575"/>
                <a:gd name="connsiteX150" fmla="*/ 326231 w 438150"/>
                <a:gd name="connsiteY150" fmla="*/ 128683 h 409575"/>
                <a:gd name="connsiteX151" fmla="*/ 325088 w 438150"/>
                <a:gd name="connsiteY151" fmla="*/ 127540 h 409575"/>
                <a:gd name="connsiteX152" fmla="*/ 325183 w 438150"/>
                <a:gd name="connsiteY152" fmla="*/ 126111 h 409575"/>
                <a:gd name="connsiteX153" fmla="*/ 324612 w 438150"/>
                <a:gd name="connsiteY153" fmla="*/ 123920 h 409575"/>
                <a:gd name="connsiteX154" fmla="*/ 323659 w 438150"/>
                <a:gd name="connsiteY154" fmla="*/ 121920 h 409575"/>
                <a:gd name="connsiteX155" fmla="*/ 322707 w 438150"/>
                <a:gd name="connsiteY155" fmla="*/ 121063 h 409575"/>
                <a:gd name="connsiteX156" fmla="*/ 321755 w 438150"/>
                <a:gd name="connsiteY156" fmla="*/ 120682 h 409575"/>
                <a:gd name="connsiteX157" fmla="*/ 321183 w 438150"/>
                <a:gd name="connsiteY157" fmla="*/ 119729 h 409575"/>
                <a:gd name="connsiteX158" fmla="*/ 321088 w 438150"/>
                <a:gd name="connsiteY158" fmla="*/ 118777 h 409575"/>
                <a:gd name="connsiteX159" fmla="*/ 322231 w 438150"/>
                <a:gd name="connsiteY159" fmla="*/ 117919 h 409575"/>
                <a:gd name="connsiteX160" fmla="*/ 322326 w 438150"/>
                <a:gd name="connsiteY160" fmla="*/ 116967 h 409575"/>
                <a:gd name="connsiteX161" fmla="*/ 321850 w 438150"/>
                <a:gd name="connsiteY161" fmla="*/ 115062 h 409575"/>
                <a:gd name="connsiteX162" fmla="*/ 320040 w 438150"/>
                <a:gd name="connsiteY162" fmla="*/ 109918 h 409575"/>
                <a:gd name="connsiteX163" fmla="*/ 318992 w 438150"/>
                <a:gd name="connsiteY163" fmla="*/ 103632 h 409575"/>
                <a:gd name="connsiteX164" fmla="*/ 318516 w 438150"/>
                <a:gd name="connsiteY164" fmla="*/ 102679 h 409575"/>
                <a:gd name="connsiteX165" fmla="*/ 317945 w 438150"/>
                <a:gd name="connsiteY165" fmla="*/ 101917 h 409575"/>
                <a:gd name="connsiteX166" fmla="*/ 317563 w 438150"/>
                <a:gd name="connsiteY166" fmla="*/ 101251 h 409575"/>
                <a:gd name="connsiteX167" fmla="*/ 317182 w 438150"/>
                <a:gd name="connsiteY167" fmla="*/ 99727 h 409575"/>
                <a:gd name="connsiteX168" fmla="*/ 315373 w 438150"/>
                <a:gd name="connsiteY168" fmla="*/ 96393 h 409575"/>
                <a:gd name="connsiteX169" fmla="*/ 315373 w 438150"/>
                <a:gd name="connsiteY169" fmla="*/ 94012 h 409575"/>
                <a:gd name="connsiteX170" fmla="*/ 314706 w 438150"/>
                <a:gd name="connsiteY170" fmla="*/ 92488 h 409575"/>
                <a:gd name="connsiteX171" fmla="*/ 314039 w 438150"/>
                <a:gd name="connsiteY171" fmla="*/ 90392 h 409575"/>
                <a:gd name="connsiteX172" fmla="*/ 313182 w 438150"/>
                <a:gd name="connsiteY172" fmla="*/ 87535 h 409575"/>
                <a:gd name="connsiteX173" fmla="*/ 311182 w 438150"/>
                <a:gd name="connsiteY173" fmla="*/ 83629 h 409575"/>
                <a:gd name="connsiteX174" fmla="*/ 310610 w 438150"/>
                <a:gd name="connsiteY174" fmla="*/ 81534 h 409575"/>
                <a:gd name="connsiteX175" fmla="*/ 310420 w 438150"/>
                <a:gd name="connsiteY175" fmla="*/ 79153 h 409575"/>
                <a:gd name="connsiteX176" fmla="*/ 309848 w 438150"/>
                <a:gd name="connsiteY176" fmla="*/ 77152 h 409575"/>
                <a:gd name="connsiteX177" fmla="*/ 308420 w 438150"/>
                <a:gd name="connsiteY177" fmla="*/ 76009 h 409575"/>
                <a:gd name="connsiteX178" fmla="*/ 298704 w 438150"/>
                <a:gd name="connsiteY178" fmla="*/ 72580 h 409575"/>
                <a:gd name="connsiteX179" fmla="*/ 295561 w 438150"/>
                <a:gd name="connsiteY179" fmla="*/ 70866 h 409575"/>
                <a:gd name="connsiteX180" fmla="*/ 291084 w 438150"/>
                <a:gd name="connsiteY180" fmla="*/ 66865 h 409575"/>
                <a:gd name="connsiteX181" fmla="*/ 287846 w 438150"/>
                <a:gd name="connsiteY181" fmla="*/ 64770 h 409575"/>
                <a:gd name="connsiteX182" fmla="*/ 284416 w 438150"/>
                <a:gd name="connsiteY182" fmla="*/ 63151 h 409575"/>
                <a:gd name="connsiteX183" fmla="*/ 281654 w 438150"/>
                <a:gd name="connsiteY183" fmla="*/ 62484 h 409575"/>
                <a:gd name="connsiteX184" fmla="*/ 278225 w 438150"/>
                <a:gd name="connsiteY184" fmla="*/ 62389 h 409575"/>
                <a:gd name="connsiteX185" fmla="*/ 275368 w 438150"/>
                <a:gd name="connsiteY185" fmla="*/ 61913 h 409575"/>
                <a:gd name="connsiteX186" fmla="*/ 272891 w 438150"/>
                <a:gd name="connsiteY186" fmla="*/ 60865 h 409575"/>
                <a:gd name="connsiteX187" fmla="*/ 269367 w 438150"/>
                <a:gd name="connsiteY187" fmla="*/ 57721 h 409575"/>
                <a:gd name="connsiteX188" fmla="*/ 267557 w 438150"/>
                <a:gd name="connsiteY188" fmla="*/ 56769 h 409575"/>
                <a:gd name="connsiteX189" fmla="*/ 265652 w 438150"/>
                <a:gd name="connsiteY189" fmla="*/ 56102 h 409575"/>
                <a:gd name="connsiteX190" fmla="*/ 264033 w 438150"/>
                <a:gd name="connsiteY190" fmla="*/ 55817 h 409575"/>
                <a:gd name="connsiteX191" fmla="*/ 261842 w 438150"/>
                <a:gd name="connsiteY191" fmla="*/ 56007 h 409575"/>
                <a:gd name="connsiteX192" fmla="*/ 260985 w 438150"/>
                <a:gd name="connsiteY192" fmla="*/ 55817 h 409575"/>
                <a:gd name="connsiteX193" fmla="*/ 260604 w 438150"/>
                <a:gd name="connsiteY193" fmla="*/ 55531 h 409575"/>
                <a:gd name="connsiteX194" fmla="*/ 260413 w 438150"/>
                <a:gd name="connsiteY194" fmla="*/ 55150 h 409575"/>
                <a:gd name="connsiteX195" fmla="*/ 260413 w 438150"/>
                <a:gd name="connsiteY195" fmla="*/ 54673 h 409575"/>
                <a:gd name="connsiteX196" fmla="*/ 260413 w 438150"/>
                <a:gd name="connsiteY196" fmla="*/ 54197 h 409575"/>
                <a:gd name="connsiteX197" fmla="*/ 257842 w 438150"/>
                <a:gd name="connsiteY197" fmla="*/ 53054 h 409575"/>
                <a:gd name="connsiteX198" fmla="*/ 257080 w 438150"/>
                <a:gd name="connsiteY198" fmla="*/ 52483 h 409575"/>
                <a:gd name="connsiteX199" fmla="*/ 256222 w 438150"/>
                <a:gd name="connsiteY199" fmla="*/ 51149 h 409575"/>
                <a:gd name="connsiteX200" fmla="*/ 251650 w 438150"/>
                <a:gd name="connsiteY200" fmla="*/ 47911 h 409575"/>
                <a:gd name="connsiteX201" fmla="*/ 245650 w 438150"/>
                <a:gd name="connsiteY201" fmla="*/ 41243 h 409575"/>
                <a:gd name="connsiteX202" fmla="*/ 246983 w 438150"/>
                <a:gd name="connsiteY202" fmla="*/ 39910 h 409575"/>
                <a:gd name="connsiteX203" fmla="*/ 247079 w 438150"/>
                <a:gd name="connsiteY203" fmla="*/ 38290 h 409575"/>
                <a:gd name="connsiteX204" fmla="*/ 246221 w 438150"/>
                <a:gd name="connsiteY204" fmla="*/ 36671 h 409575"/>
                <a:gd name="connsiteX205" fmla="*/ 244507 w 438150"/>
                <a:gd name="connsiteY205" fmla="*/ 35338 h 409575"/>
                <a:gd name="connsiteX206" fmla="*/ 243364 w 438150"/>
                <a:gd name="connsiteY206" fmla="*/ 34957 h 409575"/>
                <a:gd name="connsiteX207" fmla="*/ 241268 w 438150"/>
                <a:gd name="connsiteY207" fmla="*/ 34861 h 409575"/>
                <a:gd name="connsiteX208" fmla="*/ 240125 w 438150"/>
                <a:gd name="connsiteY208" fmla="*/ 34671 h 409575"/>
                <a:gd name="connsiteX209" fmla="*/ 239173 w 438150"/>
                <a:gd name="connsiteY209" fmla="*/ 34100 h 409575"/>
                <a:gd name="connsiteX210" fmla="*/ 237744 w 438150"/>
                <a:gd name="connsiteY210" fmla="*/ 32575 h 409575"/>
                <a:gd name="connsiteX211" fmla="*/ 236887 w 438150"/>
                <a:gd name="connsiteY211" fmla="*/ 32004 h 409575"/>
                <a:gd name="connsiteX212" fmla="*/ 235934 w 438150"/>
                <a:gd name="connsiteY212" fmla="*/ 33242 h 409575"/>
                <a:gd name="connsiteX213" fmla="*/ 235172 w 438150"/>
                <a:gd name="connsiteY213" fmla="*/ 34100 h 409575"/>
                <a:gd name="connsiteX214" fmla="*/ 234124 w 438150"/>
                <a:gd name="connsiteY214" fmla="*/ 34576 h 409575"/>
                <a:gd name="connsiteX215" fmla="*/ 232505 w 438150"/>
                <a:gd name="connsiteY215" fmla="*/ 34766 h 409575"/>
                <a:gd name="connsiteX216" fmla="*/ 228505 w 438150"/>
                <a:gd name="connsiteY216" fmla="*/ 34004 h 409575"/>
                <a:gd name="connsiteX217" fmla="*/ 227552 w 438150"/>
                <a:gd name="connsiteY217" fmla="*/ 34195 h 409575"/>
                <a:gd name="connsiteX218" fmla="*/ 226886 w 438150"/>
                <a:gd name="connsiteY218" fmla="*/ 35147 h 409575"/>
                <a:gd name="connsiteX219" fmla="*/ 226028 w 438150"/>
                <a:gd name="connsiteY219" fmla="*/ 38100 h 409575"/>
                <a:gd name="connsiteX220" fmla="*/ 225552 w 438150"/>
                <a:gd name="connsiteY220" fmla="*/ 38767 h 409575"/>
                <a:gd name="connsiteX221" fmla="*/ 224695 w 438150"/>
                <a:gd name="connsiteY221" fmla="*/ 38195 h 409575"/>
                <a:gd name="connsiteX222" fmla="*/ 224409 w 438150"/>
                <a:gd name="connsiteY222" fmla="*/ 36767 h 409575"/>
                <a:gd name="connsiteX223" fmla="*/ 224504 w 438150"/>
                <a:gd name="connsiteY223" fmla="*/ 35242 h 409575"/>
                <a:gd name="connsiteX224" fmla="*/ 224885 w 438150"/>
                <a:gd name="connsiteY224" fmla="*/ 34195 h 409575"/>
                <a:gd name="connsiteX225" fmla="*/ 224409 w 438150"/>
                <a:gd name="connsiteY225" fmla="*/ 33528 h 409575"/>
                <a:gd name="connsiteX226" fmla="*/ 225457 w 438150"/>
                <a:gd name="connsiteY226" fmla="*/ 31718 h 409575"/>
                <a:gd name="connsiteX227" fmla="*/ 224790 w 438150"/>
                <a:gd name="connsiteY227" fmla="*/ 29337 h 409575"/>
                <a:gd name="connsiteX228" fmla="*/ 224409 w 438150"/>
                <a:gd name="connsiteY228" fmla="*/ 24860 h 409575"/>
                <a:gd name="connsiteX229" fmla="*/ 225552 w 438150"/>
                <a:gd name="connsiteY229" fmla="*/ 17526 h 409575"/>
                <a:gd name="connsiteX230" fmla="*/ 225076 w 438150"/>
                <a:gd name="connsiteY230" fmla="*/ 16002 h 409575"/>
                <a:gd name="connsiteX231" fmla="*/ 224695 w 438150"/>
                <a:gd name="connsiteY231" fmla="*/ 13430 h 409575"/>
                <a:gd name="connsiteX232" fmla="*/ 224695 w 438150"/>
                <a:gd name="connsiteY232" fmla="*/ 10858 h 409575"/>
                <a:gd name="connsiteX233" fmla="*/ 225171 w 438150"/>
                <a:gd name="connsiteY233" fmla="*/ 9239 h 409575"/>
                <a:gd name="connsiteX234" fmla="*/ 225552 w 438150"/>
                <a:gd name="connsiteY234" fmla="*/ 8477 h 409575"/>
                <a:gd name="connsiteX235" fmla="*/ 225838 w 438150"/>
                <a:gd name="connsiteY235" fmla="*/ 6191 h 409575"/>
                <a:gd name="connsiteX236" fmla="*/ 226219 w 438150"/>
                <a:gd name="connsiteY236" fmla="*/ 5239 h 409575"/>
                <a:gd name="connsiteX237" fmla="*/ 226886 w 438150"/>
                <a:gd name="connsiteY237" fmla="*/ 4667 h 409575"/>
                <a:gd name="connsiteX238" fmla="*/ 227552 w 438150"/>
                <a:gd name="connsiteY238" fmla="*/ 4477 h 409575"/>
                <a:gd name="connsiteX239" fmla="*/ 229267 w 438150"/>
                <a:gd name="connsiteY239" fmla="*/ 4286 h 409575"/>
                <a:gd name="connsiteX240" fmla="*/ 231648 w 438150"/>
                <a:gd name="connsiteY240" fmla="*/ 3429 h 409575"/>
                <a:gd name="connsiteX241" fmla="*/ 231648 w 438150"/>
                <a:gd name="connsiteY241" fmla="*/ 3429 h 409575"/>
                <a:gd name="connsiteX242" fmla="*/ 231648 w 438150"/>
                <a:gd name="connsiteY242" fmla="*/ 2286 h 409575"/>
                <a:gd name="connsiteX243" fmla="*/ 231457 w 438150"/>
                <a:gd name="connsiteY243" fmla="*/ 1810 h 409575"/>
                <a:gd name="connsiteX244" fmla="*/ 231076 w 438150"/>
                <a:gd name="connsiteY244" fmla="*/ 1238 h 409575"/>
                <a:gd name="connsiteX245" fmla="*/ 230505 w 438150"/>
                <a:gd name="connsiteY245" fmla="*/ 762 h 409575"/>
                <a:gd name="connsiteX246" fmla="*/ 229457 w 438150"/>
                <a:gd name="connsiteY246" fmla="*/ 286 h 409575"/>
                <a:gd name="connsiteX247" fmla="*/ 228886 w 438150"/>
                <a:gd name="connsiteY247" fmla="*/ 95 h 409575"/>
                <a:gd name="connsiteX248" fmla="*/ 228314 w 438150"/>
                <a:gd name="connsiteY248" fmla="*/ 0 h 409575"/>
                <a:gd name="connsiteX249" fmla="*/ 227552 w 438150"/>
                <a:gd name="connsiteY249" fmla="*/ 0 h 409575"/>
                <a:gd name="connsiteX250" fmla="*/ 224790 w 438150"/>
                <a:gd name="connsiteY250" fmla="*/ 286 h 409575"/>
                <a:gd name="connsiteX251" fmla="*/ 223361 w 438150"/>
                <a:gd name="connsiteY251" fmla="*/ 667 h 409575"/>
                <a:gd name="connsiteX252" fmla="*/ 217456 w 438150"/>
                <a:gd name="connsiteY252" fmla="*/ 5143 h 409575"/>
                <a:gd name="connsiteX253" fmla="*/ 215360 w 438150"/>
                <a:gd name="connsiteY253" fmla="*/ 6191 h 409575"/>
                <a:gd name="connsiteX254" fmla="*/ 205549 w 438150"/>
                <a:gd name="connsiteY254" fmla="*/ 6096 h 409575"/>
                <a:gd name="connsiteX255" fmla="*/ 200787 w 438150"/>
                <a:gd name="connsiteY255" fmla="*/ 6667 h 409575"/>
                <a:gd name="connsiteX256" fmla="*/ 199644 w 438150"/>
                <a:gd name="connsiteY256" fmla="*/ 7048 h 409575"/>
                <a:gd name="connsiteX257" fmla="*/ 198596 w 438150"/>
                <a:gd name="connsiteY257" fmla="*/ 7620 h 409575"/>
                <a:gd name="connsiteX258" fmla="*/ 198215 w 438150"/>
                <a:gd name="connsiteY258" fmla="*/ 8001 h 409575"/>
                <a:gd name="connsiteX259" fmla="*/ 198025 w 438150"/>
                <a:gd name="connsiteY259" fmla="*/ 8287 h 409575"/>
                <a:gd name="connsiteX260" fmla="*/ 197834 w 438150"/>
                <a:gd name="connsiteY260" fmla="*/ 8668 h 409575"/>
                <a:gd name="connsiteX261" fmla="*/ 197739 w 438150"/>
                <a:gd name="connsiteY261" fmla="*/ 9144 h 409575"/>
                <a:gd name="connsiteX262" fmla="*/ 197739 w 438150"/>
                <a:gd name="connsiteY262" fmla="*/ 9620 h 409575"/>
                <a:gd name="connsiteX263" fmla="*/ 197834 w 438150"/>
                <a:gd name="connsiteY263" fmla="*/ 12668 h 409575"/>
                <a:gd name="connsiteX264" fmla="*/ 196691 w 438150"/>
                <a:gd name="connsiteY264" fmla="*/ 17431 h 409575"/>
                <a:gd name="connsiteX265" fmla="*/ 196501 w 438150"/>
                <a:gd name="connsiteY265" fmla="*/ 18002 h 409575"/>
                <a:gd name="connsiteX266" fmla="*/ 196024 w 438150"/>
                <a:gd name="connsiteY266" fmla="*/ 18955 h 409575"/>
                <a:gd name="connsiteX267" fmla="*/ 193167 w 438150"/>
                <a:gd name="connsiteY267" fmla="*/ 23146 h 409575"/>
                <a:gd name="connsiteX268" fmla="*/ 191453 w 438150"/>
                <a:gd name="connsiteY268" fmla="*/ 27242 h 409575"/>
                <a:gd name="connsiteX269" fmla="*/ 191357 w 438150"/>
                <a:gd name="connsiteY269" fmla="*/ 27813 h 409575"/>
                <a:gd name="connsiteX270" fmla="*/ 191262 w 438150"/>
                <a:gd name="connsiteY270" fmla="*/ 28384 h 409575"/>
                <a:gd name="connsiteX271" fmla="*/ 191357 w 438150"/>
                <a:gd name="connsiteY271" fmla="*/ 30194 h 409575"/>
                <a:gd name="connsiteX272" fmla="*/ 191262 w 438150"/>
                <a:gd name="connsiteY272" fmla="*/ 30766 h 409575"/>
                <a:gd name="connsiteX273" fmla="*/ 191167 w 438150"/>
                <a:gd name="connsiteY273" fmla="*/ 31337 h 409575"/>
                <a:gd name="connsiteX274" fmla="*/ 190405 w 438150"/>
                <a:gd name="connsiteY274" fmla="*/ 33528 h 409575"/>
                <a:gd name="connsiteX275" fmla="*/ 190214 w 438150"/>
                <a:gd name="connsiteY275" fmla="*/ 34385 h 409575"/>
                <a:gd name="connsiteX276" fmla="*/ 190119 w 438150"/>
                <a:gd name="connsiteY276" fmla="*/ 34671 h 409575"/>
                <a:gd name="connsiteX277" fmla="*/ 190119 w 438150"/>
                <a:gd name="connsiteY277" fmla="*/ 35052 h 409575"/>
                <a:gd name="connsiteX278" fmla="*/ 190119 w 438150"/>
                <a:gd name="connsiteY278" fmla="*/ 35433 h 409575"/>
                <a:gd name="connsiteX279" fmla="*/ 190119 w 438150"/>
                <a:gd name="connsiteY279" fmla="*/ 35623 h 409575"/>
                <a:gd name="connsiteX280" fmla="*/ 189071 w 438150"/>
                <a:gd name="connsiteY280" fmla="*/ 37433 h 409575"/>
                <a:gd name="connsiteX281" fmla="*/ 187357 w 438150"/>
                <a:gd name="connsiteY281" fmla="*/ 39719 h 409575"/>
                <a:gd name="connsiteX282" fmla="*/ 186499 w 438150"/>
                <a:gd name="connsiteY282" fmla="*/ 40672 h 409575"/>
                <a:gd name="connsiteX283" fmla="*/ 185738 w 438150"/>
                <a:gd name="connsiteY283" fmla="*/ 41243 h 409575"/>
                <a:gd name="connsiteX284" fmla="*/ 184785 w 438150"/>
                <a:gd name="connsiteY284" fmla="*/ 41624 h 409575"/>
                <a:gd name="connsiteX285" fmla="*/ 183832 w 438150"/>
                <a:gd name="connsiteY285" fmla="*/ 41910 h 409575"/>
                <a:gd name="connsiteX286" fmla="*/ 183261 w 438150"/>
                <a:gd name="connsiteY286" fmla="*/ 41910 h 409575"/>
                <a:gd name="connsiteX287" fmla="*/ 182689 w 438150"/>
                <a:gd name="connsiteY287" fmla="*/ 41910 h 409575"/>
                <a:gd name="connsiteX288" fmla="*/ 181546 w 438150"/>
                <a:gd name="connsiteY288" fmla="*/ 41624 h 409575"/>
                <a:gd name="connsiteX289" fmla="*/ 177070 w 438150"/>
                <a:gd name="connsiteY289" fmla="*/ 39624 h 409575"/>
                <a:gd name="connsiteX290" fmla="*/ 175831 w 438150"/>
                <a:gd name="connsiteY290" fmla="*/ 39433 h 409575"/>
                <a:gd name="connsiteX291" fmla="*/ 174022 w 438150"/>
                <a:gd name="connsiteY291" fmla="*/ 39433 h 409575"/>
                <a:gd name="connsiteX292" fmla="*/ 171926 w 438150"/>
                <a:gd name="connsiteY292" fmla="*/ 39719 h 409575"/>
                <a:gd name="connsiteX293" fmla="*/ 167545 w 438150"/>
                <a:gd name="connsiteY293" fmla="*/ 41243 h 409575"/>
                <a:gd name="connsiteX294" fmla="*/ 166973 w 438150"/>
                <a:gd name="connsiteY294" fmla="*/ 41624 h 409575"/>
                <a:gd name="connsiteX295" fmla="*/ 166497 w 438150"/>
                <a:gd name="connsiteY295" fmla="*/ 42005 h 409575"/>
                <a:gd name="connsiteX296" fmla="*/ 166211 w 438150"/>
                <a:gd name="connsiteY296" fmla="*/ 42386 h 409575"/>
                <a:gd name="connsiteX297" fmla="*/ 165925 w 438150"/>
                <a:gd name="connsiteY297" fmla="*/ 42863 h 409575"/>
                <a:gd name="connsiteX298" fmla="*/ 165735 w 438150"/>
                <a:gd name="connsiteY298" fmla="*/ 43339 h 409575"/>
                <a:gd name="connsiteX299" fmla="*/ 165640 w 438150"/>
                <a:gd name="connsiteY299" fmla="*/ 43910 h 409575"/>
                <a:gd name="connsiteX300" fmla="*/ 165640 w 438150"/>
                <a:gd name="connsiteY300" fmla="*/ 44482 h 409575"/>
                <a:gd name="connsiteX301" fmla="*/ 165735 w 438150"/>
                <a:gd name="connsiteY301" fmla="*/ 45529 h 409575"/>
                <a:gd name="connsiteX302" fmla="*/ 165735 w 438150"/>
                <a:gd name="connsiteY302" fmla="*/ 46101 h 409575"/>
                <a:gd name="connsiteX303" fmla="*/ 165640 w 438150"/>
                <a:gd name="connsiteY303" fmla="*/ 46577 h 409575"/>
                <a:gd name="connsiteX304" fmla="*/ 165449 w 438150"/>
                <a:gd name="connsiteY304" fmla="*/ 47149 h 409575"/>
                <a:gd name="connsiteX305" fmla="*/ 164116 w 438150"/>
                <a:gd name="connsiteY305" fmla="*/ 48958 h 409575"/>
                <a:gd name="connsiteX306" fmla="*/ 163830 w 438150"/>
                <a:gd name="connsiteY306" fmla="*/ 49530 h 409575"/>
                <a:gd name="connsiteX307" fmla="*/ 163449 w 438150"/>
                <a:gd name="connsiteY307" fmla="*/ 50673 h 409575"/>
                <a:gd name="connsiteX308" fmla="*/ 163258 w 438150"/>
                <a:gd name="connsiteY308" fmla="*/ 52006 h 409575"/>
                <a:gd name="connsiteX309" fmla="*/ 162973 w 438150"/>
                <a:gd name="connsiteY309" fmla="*/ 59246 h 409575"/>
                <a:gd name="connsiteX310" fmla="*/ 162592 w 438150"/>
                <a:gd name="connsiteY310" fmla="*/ 61341 h 409575"/>
                <a:gd name="connsiteX311" fmla="*/ 162211 w 438150"/>
                <a:gd name="connsiteY311" fmla="*/ 62389 h 409575"/>
                <a:gd name="connsiteX312" fmla="*/ 160687 w 438150"/>
                <a:gd name="connsiteY312" fmla="*/ 65056 h 409575"/>
                <a:gd name="connsiteX313" fmla="*/ 157924 w 438150"/>
                <a:gd name="connsiteY313" fmla="*/ 66961 h 409575"/>
                <a:gd name="connsiteX314" fmla="*/ 156781 w 438150"/>
                <a:gd name="connsiteY314" fmla="*/ 67437 h 409575"/>
                <a:gd name="connsiteX315" fmla="*/ 156496 w 438150"/>
                <a:gd name="connsiteY315" fmla="*/ 67437 h 409575"/>
                <a:gd name="connsiteX316" fmla="*/ 154210 w 438150"/>
                <a:gd name="connsiteY316" fmla="*/ 67246 h 409575"/>
                <a:gd name="connsiteX317" fmla="*/ 149162 w 438150"/>
                <a:gd name="connsiteY317" fmla="*/ 68008 h 409575"/>
                <a:gd name="connsiteX318" fmla="*/ 145161 w 438150"/>
                <a:gd name="connsiteY318" fmla="*/ 69151 h 409575"/>
                <a:gd name="connsiteX319" fmla="*/ 143351 w 438150"/>
                <a:gd name="connsiteY319" fmla="*/ 69437 h 409575"/>
                <a:gd name="connsiteX320" fmla="*/ 142589 w 438150"/>
                <a:gd name="connsiteY320" fmla="*/ 69247 h 409575"/>
                <a:gd name="connsiteX321" fmla="*/ 142589 w 438150"/>
                <a:gd name="connsiteY321" fmla="*/ 68675 h 409575"/>
                <a:gd name="connsiteX322" fmla="*/ 142589 w 438150"/>
                <a:gd name="connsiteY322" fmla="*/ 68104 h 409575"/>
                <a:gd name="connsiteX323" fmla="*/ 142875 w 438150"/>
                <a:gd name="connsiteY323" fmla="*/ 66199 h 409575"/>
                <a:gd name="connsiteX324" fmla="*/ 142970 w 438150"/>
                <a:gd name="connsiteY324" fmla="*/ 65627 h 409575"/>
                <a:gd name="connsiteX325" fmla="*/ 142875 w 438150"/>
                <a:gd name="connsiteY325" fmla="*/ 65056 h 409575"/>
                <a:gd name="connsiteX326" fmla="*/ 142684 w 438150"/>
                <a:gd name="connsiteY326" fmla="*/ 64579 h 409575"/>
                <a:gd name="connsiteX327" fmla="*/ 142399 w 438150"/>
                <a:gd name="connsiteY327" fmla="*/ 64103 h 409575"/>
                <a:gd name="connsiteX328" fmla="*/ 142113 w 438150"/>
                <a:gd name="connsiteY328" fmla="*/ 63722 h 409575"/>
                <a:gd name="connsiteX329" fmla="*/ 140970 w 438150"/>
                <a:gd name="connsiteY329" fmla="*/ 62865 h 409575"/>
                <a:gd name="connsiteX330" fmla="*/ 139922 w 438150"/>
                <a:gd name="connsiteY330" fmla="*/ 61055 h 409575"/>
                <a:gd name="connsiteX331" fmla="*/ 139922 w 438150"/>
                <a:gd name="connsiteY331" fmla="*/ 59912 h 409575"/>
                <a:gd name="connsiteX332" fmla="*/ 140113 w 438150"/>
                <a:gd name="connsiteY332" fmla="*/ 59531 h 409575"/>
                <a:gd name="connsiteX333" fmla="*/ 140684 w 438150"/>
                <a:gd name="connsiteY333" fmla="*/ 58960 h 409575"/>
                <a:gd name="connsiteX334" fmla="*/ 141256 w 438150"/>
                <a:gd name="connsiteY334" fmla="*/ 57721 h 409575"/>
                <a:gd name="connsiteX335" fmla="*/ 141637 w 438150"/>
                <a:gd name="connsiteY335" fmla="*/ 56293 h 409575"/>
                <a:gd name="connsiteX336" fmla="*/ 141637 w 438150"/>
                <a:gd name="connsiteY336" fmla="*/ 55531 h 409575"/>
                <a:gd name="connsiteX337" fmla="*/ 141446 w 438150"/>
                <a:gd name="connsiteY337" fmla="*/ 54959 h 409575"/>
                <a:gd name="connsiteX338" fmla="*/ 140970 w 438150"/>
                <a:gd name="connsiteY338" fmla="*/ 54673 h 409575"/>
                <a:gd name="connsiteX339" fmla="*/ 140494 w 438150"/>
                <a:gd name="connsiteY339" fmla="*/ 54483 h 409575"/>
                <a:gd name="connsiteX340" fmla="*/ 138493 w 438150"/>
                <a:gd name="connsiteY340" fmla="*/ 53911 h 409575"/>
                <a:gd name="connsiteX341" fmla="*/ 138017 w 438150"/>
                <a:gd name="connsiteY341" fmla="*/ 53721 h 409575"/>
                <a:gd name="connsiteX342" fmla="*/ 137541 w 438150"/>
                <a:gd name="connsiteY342" fmla="*/ 53340 h 409575"/>
                <a:gd name="connsiteX343" fmla="*/ 136874 w 438150"/>
                <a:gd name="connsiteY343" fmla="*/ 52673 h 409575"/>
                <a:gd name="connsiteX344" fmla="*/ 136588 w 438150"/>
                <a:gd name="connsiteY344" fmla="*/ 52102 h 409575"/>
                <a:gd name="connsiteX345" fmla="*/ 136493 w 438150"/>
                <a:gd name="connsiteY345" fmla="*/ 51435 h 409575"/>
                <a:gd name="connsiteX346" fmla="*/ 136398 w 438150"/>
                <a:gd name="connsiteY346" fmla="*/ 47720 h 409575"/>
                <a:gd name="connsiteX347" fmla="*/ 136112 w 438150"/>
                <a:gd name="connsiteY347" fmla="*/ 46863 h 409575"/>
                <a:gd name="connsiteX348" fmla="*/ 135541 w 438150"/>
                <a:gd name="connsiteY348" fmla="*/ 45910 h 409575"/>
                <a:gd name="connsiteX349" fmla="*/ 135064 w 438150"/>
                <a:gd name="connsiteY349" fmla="*/ 45529 h 409575"/>
                <a:gd name="connsiteX350" fmla="*/ 134588 w 438150"/>
                <a:gd name="connsiteY350" fmla="*/ 45244 h 409575"/>
                <a:gd name="connsiteX351" fmla="*/ 133540 w 438150"/>
                <a:gd name="connsiteY351" fmla="*/ 44958 h 409575"/>
                <a:gd name="connsiteX352" fmla="*/ 129445 w 438150"/>
                <a:gd name="connsiteY352" fmla="*/ 44482 h 409575"/>
                <a:gd name="connsiteX353" fmla="*/ 124968 w 438150"/>
                <a:gd name="connsiteY353" fmla="*/ 42672 h 409575"/>
                <a:gd name="connsiteX354" fmla="*/ 123825 w 438150"/>
                <a:gd name="connsiteY354" fmla="*/ 42386 h 409575"/>
                <a:gd name="connsiteX355" fmla="*/ 123254 w 438150"/>
                <a:gd name="connsiteY355" fmla="*/ 42386 h 409575"/>
                <a:gd name="connsiteX356" fmla="*/ 122777 w 438150"/>
                <a:gd name="connsiteY356" fmla="*/ 42481 h 409575"/>
                <a:gd name="connsiteX357" fmla="*/ 120872 w 438150"/>
                <a:gd name="connsiteY357" fmla="*/ 43148 h 409575"/>
                <a:gd name="connsiteX358" fmla="*/ 117729 w 438150"/>
                <a:gd name="connsiteY358" fmla="*/ 43815 h 409575"/>
                <a:gd name="connsiteX359" fmla="*/ 114014 w 438150"/>
                <a:gd name="connsiteY359" fmla="*/ 43815 h 409575"/>
                <a:gd name="connsiteX360" fmla="*/ 112776 w 438150"/>
                <a:gd name="connsiteY360" fmla="*/ 45053 h 409575"/>
                <a:gd name="connsiteX361" fmla="*/ 112490 w 438150"/>
                <a:gd name="connsiteY361" fmla="*/ 46196 h 409575"/>
                <a:gd name="connsiteX362" fmla="*/ 112586 w 438150"/>
                <a:gd name="connsiteY362" fmla="*/ 49149 h 409575"/>
                <a:gd name="connsiteX363" fmla="*/ 112490 w 438150"/>
                <a:gd name="connsiteY363" fmla="*/ 49816 h 409575"/>
                <a:gd name="connsiteX364" fmla="*/ 111442 w 438150"/>
                <a:gd name="connsiteY364" fmla="*/ 55245 h 409575"/>
                <a:gd name="connsiteX365" fmla="*/ 111442 w 438150"/>
                <a:gd name="connsiteY365" fmla="*/ 56388 h 409575"/>
                <a:gd name="connsiteX366" fmla="*/ 111347 w 438150"/>
                <a:gd name="connsiteY366" fmla="*/ 56769 h 409575"/>
                <a:gd name="connsiteX367" fmla="*/ 111347 w 438150"/>
                <a:gd name="connsiteY367" fmla="*/ 57150 h 409575"/>
                <a:gd name="connsiteX368" fmla="*/ 110966 w 438150"/>
                <a:gd name="connsiteY368" fmla="*/ 57436 h 409575"/>
                <a:gd name="connsiteX369" fmla="*/ 110299 w 438150"/>
                <a:gd name="connsiteY369" fmla="*/ 57531 h 409575"/>
                <a:gd name="connsiteX370" fmla="*/ 106585 w 438150"/>
                <a:gd name="connsiteY370" fmla="*/ 56388 h 409575"/>
                <a:gd name="connsiteX371" fmla="*/ 104965 w 438150"/>
                <a:gd name="connsiteY371" fmla="*/ 56293 h 409575"/>
                <a:gd name="connsiteX372" fmla="*/ 103251 w 438150"/>
                <a:gd name="connsiteY372" fmla="*/ 56483 h 409575"/>
                <a:gd name="connsiteX373" fmla="*/ 102394 w 438150"/>
                <a:gd name="connsiteY373" fmla="*/ 56769 h 409575"/>
                <a:gd name="connsiteX374" fmla="*/ 101822 w 438150"/>
                <a:gd name="connsiteY374" fmla="*/ 57150 h 409575"/>
                <a:gd name="connsiteX375" fmla="*/ 96869 w 438150"/>
                <a:gd name="connsiteY375" fmla="*/ 62389 h 409575"/>
                <a:gd name="connsiteX376" fmla="*/ 96488 w 438150"/>
                <a:gd name="connsiteY376" fmla="*/ 62675 h 409575"/>
                <a:gd name="connsiteX377" fmla="*/ 96107 w 438150"/>
                <a:gd name="connsiteY377" fmla="*/ 62865 h 409575"/>
                <a:gd name="connsiteX378" fmla="*/ 95631 w 438150"/>
                <a:gd name="connsiteY378" fmla="*/ 63055 h 409575"/>
                <a:gd name="connsiteX379" fmla="*/ 94964 w 438150"/>
                <a:gd name="connsiteY379" fmla="*/ 63246 h 409575"/>
                <a:gd name="connsiteX380" fmla="*/ 93345 w 438150"/>
                <a:gd name="connsiteY380" fmla="*/ 63246 h 409575"/>
                <a:gd name="connsiteX381" fmla="*/ 87154 w 438150"/>
                <a:gd name="connsiteY381" fmla="*/ 62008 h 409575"/>
                <a:gd name="connsiteX382" fmla="*/ 85154 w 438150"/>
                <a:gd name="connsiteY382" fmla="*/ 60293 h 409575"/>
                <a:gd name="connsiteX383" fmla="*/ 79534 w 438150"/>
                <a:gd name="connsiteY383" fmla="*/ 53435 h 409575"/>
                <a:gd name="connsiteX384" fmla="*/ 77343 w 438150"/>
                <a:gd name="connsiteY384" fmla="*/ 51340 h 409575"/>
                <a:gd name="connsiteX385" fmla="*/ 76581 w 438150"/>
                <a:gd name="connsiteY385" fmla="*/ 51054 h 409575"/>
                <a:gd name="connsiteX386" fmla="*/ 76105 w 438150"/>
                <a:gd name="connsiteY386" fmla="*/ 51340 h 409575"/>
                <a:gd name="connsiteX387" fmla="*/ 75724 w 438150"/>
                <a:gd name="connsiteY387" fmla="*/ 51530 h 409575"/>
                <a:gd name="connsiteX388" fmla="*/ 72866 w 438150"/>
                <a:gd name="connsiteY388" fmla="*/ 52959 h 409575"/>
                <a:gd name="connsiteX389" fmla="*/ 72295 w 438150"/>
                <a:gd name="connsiteY389" fmla="*/ 53150 h 409575"/>
                <a:gd name="connsiteX390" fmla="*/ 71914 w 438150"/>
                <a:gd name="connsiteY390" fmla="*/ 53340 h 409575"/>
                <a:gd name="connsiteX391" fmla="*/ 71628 w 438150"/>
                <a:gd name="connsiteY391" fmla="*/ 53626 h 409575"/>
                <a:gd name="connsiteX392" fmla="*/ 70485 w 438150"/>
                <a:gd name="connsiteY392" fmla="*/ 55150 h 409575"/>
                <a:gd name="connsiteX393" fmla="*/ 69247 w 438150"/>
                <a:gd name="connsiteY393" fmla="*/ 56483 h 409575"/>
                <a:gd name="connsiteX394" fmla="*/ 69056 w 438150"/>
                <a:gd name="connsiteY394" fmla="*/ 56864 h 409575"/>
                <a:gd name="connsiteX395" fmla="*/ 68771 w 438150"/>
                <a:gd name="connsiteY395" fmla="*/ 57436 h 409575"/>
                <a:gd name="connsiteX396" fmla="*/ 68675 w 438150"/>
                <a:gd name="connsiteY396" fmla="*/ 58102 h 409575"/>
                <a:gd name="connsiteX397" fmla="*/ 68866 w 438150"/>
                <a:gd name="connsiteY397" fmla="*/ 62293 h 409575"/>
                <a:gd name="connsiteX398" fmla="*/ 68771 w 438150"/>
                <a:gd name="connsiteY398" fmla="*/ 62865 h 409575"/>
                <a:gd name="connsiteX399" fmla="*/ 68485 w 438150"/>
                <a:gd name="connsiteY399" fmla="*/ 63532 h 409575"/>
                <a:gd name="connsiteX400" fmla="*/ 68008 w 438150"/>
                <a:gd name="connsiteY400" fmla="*/ 64103 h 409575"/>
                <a:gd name="connsiteX401" fmla="*/ 67437 w 438150"/>
                <a:gd name="connsiteY401" fmla="*/ 64579 h 409575"/>
                <a:gd name="connsiteX402" fmla="*/ 67056 w 438150"/>
                <a:gd name="connsiteY402" fmla="*/ 64770 h 409575"/>
                <a:gd name="connsiteX403" fmla="*/ 66580 w 438150"/>
                <a:gd name="connsiteY403" fmla="*/ 64960 h 409575"/>
                <a:gd name="connsiteX404" fmla="*/ 66104 w 438150"/>
                <a:gd name="connsiteY404" fmla="*/ 65056 h 409575"/>
                <a:gd name="connsiteX405" fmla="*/ 65246 w 438150"/>
                <a:gd name="connsiteY405" fmla="*/ 64960 h 409575"/>
                <a:gd name="connsiteX406" fmla="*/ 64294 w 438150"/>
                <a:gd name="connsiteY406" fmla="*/ 64579 h 409575"/>
                <a:gd name="connsiteX407" fmla="*/ 63055 w 438150"/>
                <a:gd name="connsiteY407" fmla="*/ 63341 h 409575"/>
                <a:gd name="connsiteX408" fmla="*/ 62293 w 438150"/>
                <a:gd name="connsiteY408" fmla="*/ 62103 h 409575"/>
                <a:gd name="connsiteX409" fmla="*/ 61817 w 438150"/>
                <a:gd name="connsiteY409" fmla="*/ 60960 h 409575"/>
                <a:gd name="connsiteX410" fmla="*/ 61436 w 438150"/>
                <a:gd name="connsiteY410" fmla="*/ 59531 h 409575"/>
                <a:gd name="connsiteX411" fmla="*/ 61246 w 438150"/>
                <a:gd name="connsiteY411" fmla="*/ 56578 h 409575"/>
                <a:gd name="connsiteX412" fmla="*/ 61246 w 438150"/>
                <a:gd name="connsiteY412" fmla="*/ 56007 h 409575"/>
                <a:gd name="connsiteX413" fmla="*/ 61341 w 438150"/>
                <a:gd name="connsiteY413" fmla="*/ 55626 h 409575"/>
                <a:gd name="connsiteX414" fmla="*/ 61436 w 438150"/>
                <a:gd name="connsiteY414" fmla="*/ 55245 h 409575"/>
                <a:gd name="connsiteX415" fmla="*/ 61436 w 438150"/>
                <a:gd name="connsiteY415" fmla="*/ 54769 h 409575"/>
                <a:gd name="connsiteX416" fmla="*/ 61341 w 438150"/>
                <a:gd name="connsiteY416" fmla="*/ 54292 h 409575"/>
                <a:gd name="connsiteX417" fmla="*/ 61055 w 438150"/>
                <a:gd name="connsiteY417" fmla="*/ 53530 h 409575"/>
                <a:gd name="connsiteX418" fmla="*/ 54673 w 438150"/>
                <a:gd name="connsiteY418" fmla="*/ 39529 h 409575"/>
                <a:gd name="connsiteX419" fmla="*/ 53245 w 438150"/>
                <a:gd name="connsiteY419" fmla="*/ 37528 h 409575"/>
                <a:gd name="connsiteX420" fmla="*/ 51054 w 438150"/>
                <a:gd name="connsiteY420" fmla="*/ 35052 h 409575"/>
                <a:gd name="connsiteX421" fmla="*/ 49530 w 438150"/>
                <a:gd name="connsiteY421" fmla="*/ 33718 h 409575"/>
                <a:gd name="connsiteX422" fmla="*/ 49149 w 438150"/>
                <a:gd name="connsiteY422" fmla="*/ 33338 h 409575"/>
                <a:gd name="connsiteX423" fmla="*/ 48387 w 438150"/>
                <a:gd name="connsiteY423" fmla="*/ 31909 h 409575"/>
                <a:gd name="connsiteX424" fmla="*/ 47815 w 438150"/>
                <a:gd name="connsiteY424" fmla="*/ 30289 h 409575"/>
                <a:gd name="connsiteX425" fmla="*/ 47434 w 438150"/>
                <a:gd name="connsiteY425" fmla="*/ 27146 h 409575"/>
                <a:gd name="connsiteX426" fmla="*/ 47244 w 438150"/>
                <a:gd name="connsiteY426" fmla="*/ 26289 h 409575"/>
                <a:gd name="connsiteX427" fmla="*/ 47149 w 438150"/>
                <a:gd name="connsiteY427" fmla="*/ 26098 h 409575"/>
                <a:gd name="connsiteX428" fmla="*/ 47054 w 438150"/>
                <a:gd name="connsiteY428" fmla="*/ 25908 h 409575"/>
                <a:gd name="connsiteX429" fmla="*/ 46387 w 438150"/>
                <a:gd name="connsiteY429" fmla="*/ 24765 h 409575"/>
                <a:gd name="connsiteX430" fmla="*/ 45720 w 438150"/>
                <a:gd name="connsiteY430" fmla="*/ 24003 h 409575"/>
                <a:gd name="connsiteX431" fmla="*/ 44958 w 438150"/>
                <a:gd name="connsiteY431" fmla="*/ 23146 h 409575"/>
                <a:gd name="connsiteX432" fmla="*/ 35909 w 438150"/>
                <a:gd name="connsiteY432" fmla="*/ 15526 h 409575"/>
                <a:gd name="connsiteX433" fmla="*/ 35147 w 438150"/>
                <a:gd name="connsiteY433" fmla="*/ 15145 h 409575"/>
                <a:gd name="connsiteX434" fmla="*/ 34671 w 438150"/>
                <a:gd name="connsiteY434" fmla="*/ 15430 h 409575"/>
                <a:gd name="connsiteX435" fmla="*/ 34385 w 438150"/>
                <a:gd name="connsiteY435" fmla="*/ 15907 h 409575"/>
                <a:gd name="connsiteX436" fmla="*/ 33909 w 438150"/>
                <a:gd name="connsiteY436" fmla="*/ 16764 h 409575"/>
                <a:gd name="connsiteX437" fmla="*/ 33623 w 438150"/>
                <a:gd name="connsiteY437" fmla="*/ 17145 h 409575"/>
                <a:gd name="connsiteX438" fmla="*/ 32956 w 438150"/>
                <a:gd name="connsiteY438" fmla="*/ 17526 h 409575"/>
                <a:gd name="connsiteX439" fmla="*/ 31909 w 438150"/>
                <a:gd name="connsiteY439" fmla="*/ 17812 h 409575"/>
                <a:gd name="connsiteX440" fmla="*/ 27718 w 438150"/>
                <a:gd name="connsiteY440" fmla="*/ 18288 h 409575"/>
                <a:gd name="connsiteX441" fmla="*/ 21526 w 438150"/>
                <a:gd name="connsiteY441" fmla="*/ 17431 h 409575"/>
                <a:gd name="connsiteX442" fmla="*/ 20383 w 438150"/>
                <a:gd name="connsiteY442" fmla="*/ 17431 h 409575"/>
                <a:gd name="connsiteX443" fmla="*/ 15812 w 438150"/>
                <a:gd name="connsiteY443" fmla="*/ 19145 h 409575"/>
                <a:gd name="connsiteX444" fmla="*/ 13621 w 438150"/>
                <a:gd name="connsiteY444" fmla="*/ 19717 h 409575"/>
                <a:gd name="connsiteX445" fmla="*/ 11239 w 438150"/>
                <a:gd name="connsiteY445" fmla="*/ 19717 h 409575"/>
                <a:gd name="connsiteX446" fmla="*/ 10287 w 438150"/>
                <a:gd name="connsiteY446" fmla="*/ 19907 h 409575"/>
                <a:gd name="connsiteX447" fmla="*/ 9811 w 438150"/>
                <a:gd name="connsiteY447" fmla="*/ 20098 h 409575"/>
                <a:gd name="connsiteX448" fmla="*/ 7429 w 438150"/>
                <a:gd name="connsiteY448" fmla="*/ 21336 h 409575"/>
                <a:gd name="connsiteX449" fmla="*/ 6096 w 438150"/>
                <a:gd name="connsiteY449" fmla="*/ 22955 h 409575"/>
                <a:gd name="connsiteX450" fmla="*/ 3429 w 438150"/>
                <a:gd name="connsiteY450" fmla="*/ 27527 h 409575"/>
                <a:gd name="connsiteX451" fmla="*/ 3048 w 438150"/>
                <a:gd name="connsiteY451" fmla="*/ 34957 h 409575"/>
                <a:gd name="connsiteX452" fmla="*/ 2667 w 438150"/>
                <a:gd name="connsiteY452" fmla="*/ 37052 h 409575"/>
                <a:gd name="connsiteX453" fmla="*/ 2476 w 438150"/>
                <a:gd name="connsiteY453" fmla="*/ 37243 h 409575"/>
                <a:gd name="connsiteX454" fmla="*/ 1905 w 438150"/>
                <a:gd name="connsiteY454" fmla="*/ 37719 h 409575"/>
                <a:gd name="connsiteX455" fmla="*/ 1143 w 438150"/>
                <a:gd name="connsiteY455" fmla="*/ 38576 h 409575"/>
                <a:gd name="connsiteX456" fmla="*/ 667 w 438150"/>
                <a:gd name="connsiteY456" fmla="*/ 39338 h 409575"/>
                <a:gd name="connsiteX457" fmla="*/ 476 w 438150"/>
                <a:gd name="connsiteY457" fmla="*/ 39719 h 409575"/>
                <a:gd name="connsiteX458" fmla="*/ 476 w 438150"/>
                <a:gd name="connsiteY458" fmla="*/ 40196 h 409575"/>
                <a:gd name="connsiteX459" fmla="*/ 762 w 438150"/>
                <a:gd name="connsiteY459" fmla="*/ 41338 h 409575"/>
                <a:gd name="connsiteX460" fmla="*/ 857 w 438150"/>
                <a:gd name="connsiteY460" fmla="*/ 42196 h 409575"/>
                <a:gd name="connsiteX461" fmla="*/ 857 w 438150"/>
                <a:gd name="connsiteY461" fmla="*/ 43625 h 409575"/>
                <a:gd name="connsiteX462" fmla="*/ 571 w 438150"/>
                <a:gd name="connsiteY462" fmla="*/ 45244 h 409575"/>
                <a:gd name="connsiteX463" fmla="*/ 0 w 438150"/>
                <a:gd name="connsiteY463" fmla="*/ 46387 h 409575"/>
                <a:gd name="connsiteX464" fmla="*/ 1714 w 438150"/>
                <a:gd name="connsiteY464" fmla="*/ 46292 h 409575"/>
                <a:gd name="connsiteX465" fmla="*/ 2857 w 438150"/>
                <a:gd name="connsiteY465" fmla="*/ 46101 h 409575"/>
                <a:gd name="connsiteX466" fmla="*/ 3429 w 438150"/>
                <a:gd name="connsiteY466" fmla="*/ 46101 h 409575"/>
                <a:gd name="connsiteX467" fmla="*/ 4096 w 438150"/>
                <a:gd name="connsiteY467" fmla="*/ 46387 h 409575"/>
                <a:gd name="connsiteX468" fmla="*/ 5334 w 438150"/>
                <a:gd name="connsiteY468" fmla="*/ 47720 h 409575"/>
                <a:gd name="connsiteX469" fmla="*/ 8572 w 438150"/>
                <a:gd name="connsiteY469" fmla="*/ 50292 h 409575"/>
                <a:gd name="connsiteX470" fmla="*/ 9239 w 438150"/>
                <a:gd name="connsiteY470" fmla="*/ 51054 h 409575"/>
                <a:gd name="connsiteX471" fmla="*/ 9715 w 438150"/>
                <a:gd name="connsiteY471" fmla="*/ 51721 h 409575"/>
                <a:gd name="connsiteX472" fmla="*/ 9906 w 438150"/>
                <a:gd name="connsiteY472" fmla="*/ 52197 h 409575"/>
                <a:gd name="connsiteX473" fmla="*/ 10096 w 438150"/>
                <a:gd name="connsiteY473" fmla="*/ 52673 h 409575"/>
                <a:gd name="connsiteX474" fmla="*/ 10287 w 438150"/>
                <a:gd name="connsiteY474" fmla="*/ 53054 h 409575"/>
                <a:gd name="connsiteX475" fmla="*/ 10573 w 438150"/>
                <a:gd name="connsiteY475" fmla="*/ 53435 h 409575"/>
                <a:gd name="connsiteX476" fmla="*/ 15526 w 438150"/>
                <a:gd name="connsiteY476" fmla="*/ 57245 h 409575"/>
                <a:gd name="connsiteX477" fmla="*/ 16097 w 438150"/>
                <a:gd name="connsiteY477" fmla="*/ 57912 h 409575"/>
                <a:gd name="connsiteX478" fmla="*/ 16478 w 438150"/>
                <a:gd name="connsiteY478" fmla="*/ 58483 h 409575"/>
                <a:gd name="connsiteX479" fmla="*/ 17050 w 438150"/>
                <a:gd name="connsiteY479" fmla="*/ 59722 h 409575"/>
                <a:gd name="connsiteX480" fmla="*/ 17240 w 438150"/>
                <a:gd name="connsiteY480" fmla="*/ 59912 h 409575"/>
                <a:gd name="connsiteX481" fmla="*/ 17716 w 438150"/>
                <a:gd name="connsiteY481" fmla="*/ 60293 h 409575"/>
                <a:gd name="connsiteX482" fmla="*/ 18383 w 438150"/>
                <a:gd name="connsiteY482" fmla="*/ 60674 h 409575"/>
                <a:gd name="connsiteX483" fmla="*/ 19812 w 438150"/>
                <a:gd name="connsiteY483" fmla="*/ 61246 h 409575"/>
                <a:gd name="connsiteX484" fmla="*/ 27051 w 438150"/>
                <a:gd name="connsiteY484" fmla="*/ 62865 h 409575"/>
                <a:gd name="connsiteX485" fmla="*/ 31337 w 438150"/>
                <a:gd name="connsiteY485" fmla="*/ 64389 h 409575"/>
                <a:gd name="connsiteX486" fmla="*/ 31909 w 438150"/>
                <a:gd name="connsiteY486" fmla="*/ 64770 h 409575"/>
                <a:gd name="connsiteX487" fmla="*/ 32480 w 438150"/>
                <a:gd name="connsiteY487" fmla="*/ 65437 h 409575"/>
                <a:gd name="connsiteX488" fmla="*/ 33052 w 438150"/>
                <a:gd name="connsiteY488" fmla="*/ 66484 h 409575"/>
                <a:gd name="connsiteX489" fmla="*/ 34004 w 438150"/>
                <a:gd name="connsiteY489" fmla="*/ 69342 h 409575"/>
                <a:gd name="connsiteX490" fmla="*/ 34385 w 438150"/>
                <a:gd name="connsiteY490" fmla="*/ 69818 h 409575"/>
                <a:gd name="connsiteX491" fmla="*/ 34957 w 438150"/>
                <a:gd name="connsiteY491" fmla="*/ 70199 h 409575"/>
                <a:gd name="connsiteX492" fmla="*/ 36100 w 438150"/>
                <a:gd name="connsiteY492" fmla="*/ 70390 h 409575"/>
                <a:gd name="connsiteX493" fmla="*/ 36862 w 438150"/>
                <a:gd name="connsiteY493" fmla="*/ 70390 h 409575"/>
                <a:gd name="connsiteX494" fmla="*/ 37529 w 438150"/>
                <a:gd name="connsiteY494" fmla="*/ 70294 h 409575"/>
                <a:gd name="connsiteX495" fmla="*/ 42196 w 438150"/>
                <a:gd name="connsiteY495" fmla="*/ 69247 h 409575"/>
                <a:gd name="connsiteX496" fmla="*/ 43434 w 438150"/>
                <a:gd name="connsiteY496" fmla="*/ 69247 h 409575"/>
                <a:gd name="connsiteX497" fmla="*/ 44005 w 438150"/>
                <a:gd name="connsiteY497" fmla="*/ 69342 h 409575"/>
                <a:gd name="connsiteX498" fmla="*/ 44577 w 438150"/>
                <a:gd name="connsiteY498" fmla="*/ 69532 h 409575"/>
                <a:gd name="connsiteX499" fmla="*/ 45148 w 438150"/>
                <a:gd name="connsiteY499" fmla="*/ 69913 h 409575"/>
                <a:gd name="connsiteX500" fmla="*/ 45720 w 438150"/>
                <a:gd name="connsiteY500" fmla="*/ 70390 h 409575"/>
                <a:gd name="connsiteX501" fmla="*/ 46863 w 438150"/>
                <a:gd name="connsiteY501" fmla="*/ 71818 h 409575"/>
                <a:gd name="connsiteX502" fmla="*/ 47911 w 438150"/>
                <a:gd name="connsiteY502" fmla="*/ 73628 h 409575"/>
                <a:gd name="connsiteX503" fmla="*/ 48101 w 438150"/>
                <a:gd name="connsiteY503" fmla="*/ 74104 h 409575"/>
                <a:gd name="connsiteX504" fmla="*/ 48196 w 438150"/>
                <a:gd name="connsiteY504" fmla="*/ 74676 h 409575"/>
                <a:gd name="connsiteX505" fmla="*/ 48101 w 438150"/>
                <a:gd name="connsiteY505" fmla="*/ 75247 h 409575"/>
                <a:gd name="connsiteX506" fmla="*/ 48006 w 438150"/>
                <a:gd name="connsiteY506" fmla="*/ 75819 h 409575"/>
                <a:gd name="connsiteX507" fmla="*/ 47434 w 438150"/>
                <a:gd name="connsiteY507" fmla="*/ 77438 h 409575"/>
                <a:gd name="connsiteX508" fmla="*/ 47054 w 438150"/>
                <a:gd name="connsiteY508" fmla="*/ 79343 h 409575"/>
                <a:gd name="connsiteX509" fmla="*/ 47054 w 438150"/>
                <a:gd name="connsiteY509" fmla="*/ 80486 h 409575"/>
                <a:gd name="connsiteX510" fmla="*/ 47149 w 438150"/>
                <a:gd name="connsiteY510" fmla="*/ 80963 h 409575"/>
                <a:gd name="connsiteX511" fmla="*/ 47339 w 438150"/>
                <a:gd name="connsiteY511" fmla="*/ 81439 h 409575"/>
                <a:gd name="connsiteX512" fmla="*/ 47530 w 438150"/>
                <a:gd name="connsiteY512" fmla="*/ 81820 h 409575"/>
                <a:gd name="connsiteX513" fmla="*/ 48101 w 438150"/>
                <a:gd name="connsiteY513" fmla="*/ 82391 h 409575"/>
                <a:gd name="connsiteX514" fmla="*/ 50387 w 438150"/>
                <a:gd name="connsiteY514" fmla="*/ 84010 h 409575"/>
                <a:gd name="connsiteX515" fmla="*/ 51054 w 438150"/>
                <a:gd name="connsiteY515" fmla="*/ 84582 h 409575"/>
                <a:gd name="connsiteX516" fmla="*/ 51435 w 438150"/>
                <a:gd name="connsiteY516" fmla="*/ 85058 h 409575"/>
                <a:gd name="connsiteX517" fmla="*/ 51435 w 438150"/>
                <a:gd name="connsiteY517" fmla="*/ 85534 h 409575"/>
                <a:gd name="connsiteX518" fmla="*/ 50959 w 438150"/>
                <a:gd name="connsiteY518" fmla="*/ 89344 h 409575"/>
                <a:gd name="connsiteX519" fmla="*/ 50959 w 438150"/>
                <a:gd name="connsiteY519" fmla="*/ 89916 h 409575"/>
                <a:gd name="connsiteX520" fmla="*/ 51054 w 438150"/>
                <a:gd name="connsiteY520" fmla="*/ 90488 h 409575"/>
                <a:gd name="connsiteX521" fmla="*/ 51149 w 438150"/>
                <a:gd name="connsiteY521" fmla="*/ 90964 h 409575"/>
                <a:gd name="connsiteX522" fmla="*/ 51340 w 438150"/>
                <a:gd name="connsiteY522" fmla="*/ 91440 h 409575"/>
                <a:gd name="connsiteX523" fmla="*/ 51911 w 438150"/>
                <a:gd name="connsiteY523" fmla="*/ 92202 h 409575"/>
                <a:gd name="connsiteX524" fmla="*/ 52578 w 438150"/>
                <a:gd name="connsiteY524" fmla="*/ 92869 h 409575"/>
                <a:gd name="connsiteX525" fmla="*/ 60770 w 438150"/>
                <a:gd name="connsiteY525" fmla="*/ 97536 h 409575"/>
                <a:gd name="connsiteX526" fmla="*/ 62579 w 438150"/>
                <a:gd name="connsiteY526" fmla="*/ 99060 h 409575"/>
                <a:gd name="connsiteX527" fmla="*/ 64103 w 438150"/>
                <a:gd name="connsiteY527" fmla="*/ 99727 h 409575"/>
                <a:gd name="connsiteX528" fmla="*/ 68199 w 438150"/>
                <a:gd name="connsiteY528" fmla="*/ 100679 h 409575"/>
                <a:gd name="connsiteX529" fmla="*/ 69437 w 438150"/>
                <a:gd name="connsiteY529" fmla="*/ 100679 h 409575"/>
                <a:gd name="connsiteX530" fmla="*/ 75533 w 438150"/>
                <a:gd name="connsiteY530" fmla="*/ 100203 h 409575"/>
                <a:gd name="connsiteX531" fmla="*/ 76390 w 438150"/>
                <a:gd name="connsiteY531" fmla="*/ 100298 h 409575"/>
                <a:gd name="connsiteX532" fmla="*/ 77724 w 438150"/>
                <a:gd name="connsiteY532" fmla="*/ 101060 h 409575"/>
                <a:gd name="connsiteX533" fmla="*/ 79438 w 438150"/>
                <a:gd name="connsiteY533" fmla="*/ 102394 h 409575"/>
                <a:gd name="connsiteX534" fmla="*/ 80105 w 438150"/>
                <a:gd name="connsiteY534" fmla="*/ 103156 h 409575"/>
                <a:gd name="connsiteX535" fmla="*/ 81153 w 438150"/>
                <a:gd name="connsiteY535" fmla="*/ 104680 h 409575"/>
                <a:gd name="connsiteX536" fmla="*/ 81629 w 438150"/>
                <a:gd name="connsiteY536" fmla="*/ 105061 h 409575"/>
                <a:gd name="connsiteX537" fmla="*/ 82296 w 438150"/>
                <a:gd name="connsiteY537" fmla="*/ 105346 h 409575"/>
                <a:gd name="connsiteX538" fmla="*/ 83629 w 438150"/>
                <a:gd name="connsiteY538" fmla="*/ 105537 h 409575"/>
                <a:gd name="connsiteX539" fmla="*/ 84391 w 438150"/>
                <a:gd name="connsiteY539" fmla="*/ 105442 h 409575"/>
                <a:gd name="connsiteX540" fmla="*/ 85058 w 438150"/>
                <a:gd name="connsiteY540" fmla="*/ 105251 h 409575"/>
                <a:gd name="connsiteX541" fmla="*/ 87916 w 438150"/>
                <a:gd name="connsiteY541" fmla="*/ 103442 h 409575"/>
                <a:gd name="connsiteX542" fmla="*/ 88392 w 438150"/>
                <a:gd name="connsiteY542" fmla="*/ 103251 h 409575"/>
                <a:gd name="connsiteX543" fmla="*/ 88868 w 438150"/>
                <a:gd name="connsiteY543" fmla="*/ 103156 h 409575"/>
                <a:gd name="connsiteX544" fmla="*/ 90106 w 438150"/>
                <a:gd name="connsiteY544" fmla="*/ 103060 h 409575"/>
                <a:gd name="connsiteX545" fmla="*/ 90583 w 438150"/>
                <a:gd name="connsiteY545" fmla="*/ 103060 h 409575"/>
                <a:gd name="connsiteX546" fmla="*/ 91345 w 438150"/>
                <a:gd name="connsiteY546" fmla="*/ 103251 h 409575"/>
                <a:gd name="connsiteX547" fmla="*/ 91916 w 438150"/>
                <a:gd name="connsiteY547" fmla="*/ 103537 h 409575"/>
                <a:gd name="connsiteX548" fmla="*/ 92488 w 438150"/>
                <a:gd name="connsiteY548" fmla="*/ 104013 h 409575"/>
                <a:gd name="connsiteX549" fmla="*/ 93631 w 438150"/>
                <a:gd name="connsiteY549" fmla="*/ 105251 h 409575"/>
                <a:gd name="connsiteX550" fmla="*/ 93821 w 438150"/>
                <a:gd name="connsiteY550" fmla="*/ 105537 h 409575"/>
                <a:gd name="connsiteX551" fmla="*/ 94393 w 438150"/>
                <a:gd name="connsiteY551" fmla="*/ 106775 h 409575"/>
                <a:gd name="connsiteX552" fmla="*/ 95155 w 438150"/>
                <a:gd name="connsiteY552" fmla="*/ 108109 h 409575"/>
                <a:gd name="connsiteX553" fmla="*/ 95631 w 438150"/>
                <a:gd name="connsiteY553" fmla="*/ 108680 h 409575"/>
                <a:gd name="connsiteX554" fmla="*/ 95917 w 438150"/>
                <a:gd name="connsiteY554" fmla="*/ 108871 h 409575"/>
                <a:gd name="connsiteX555" fmla="*/ 96393 w 438150"/>
                <a:gd name="connsiteY555" fmla="*/ 109061 h 409575"/>
                <a:gd name="connsiteX556" fmla="*/ 97346 w 438150"/>
                <a:gd name="connsiteY556" fmla="*/ 109061 h 409575"/>
                <a:gd name="connsiteX557" fmla="*/ 97917 w 438150"/>
                <a:gd name="connsiteY557" fmla="*/ 108966 h 409575"/>
                <a:gd name="connsiteX558" fmla="*/ 98393 w 438150"/>
                <a:gd name="connsiteY558" fmla="*/ 108775 h 409575"/>
                <a:gd name="connsiteX559" fmla="*/ 98679 w 438150"/>
                <a:gd name="connsiteY559" fmla="*/ 108490 h 409575"/>
                <a:gd name="connsiteX560" fmla="*/ 98870 w 438150"/>
                <a:gd name="connsiteY560" fmla="*/ 108204 h 409575"/>
                <a:gd name="connsiteX561" fmla="*/ 98965 w 438150"/>
                <a:gd name="connsiteY561" fmla="*/ 107918 h 409575"/>
                <a:gd name="connsiteX562" fmla="*/ 98965 w 438150"/>
                <a:gd name="connsiteY562" fmla="*/ 107823 h 409575"/>
                <a:gd name="connsiteX563" fmla="*/ 98965 w 438150"/>
                <a:gd name="connsiteY563" fmla="*/ 107251 h 409575"/>
                <a:gd name="connsiteX564" fmla="*/ 98965 w 438150"/>
                <a:gd name="connsiteY564" fmla="*/ 106966 h 409575"/>
                <a:gd name="connsiteX565" fmla="*/ 99155 w 438150"/>
                <a:gd name="connsiteY565" fmla="*/ 106680 h 409575"/>
                <a:gd name="connsiteX566" fmla="*/ 99536 w 438150"/>
                <a:gd name="connsiteY566" fmla="*/ 106585 h 409575"/>
                <a:gd name="connsiteX567" fmla="*/ 100393 w 438150"/>
                <a:gd name="connsiteY567" fmla="*/ 107251 h 409575"/>
                <a:gd name="connsiteX568" fmla="*/ 100965 w 438150"/>
                <a:gd name="connsiteY568" fmla="*/ 107823 h 409575"/>
                <a:gd name="connsiteX569" fmla="*/ 101251 w 438150"/>
                <a:gd name="connsiteY569" fmla="*/ 108204 h 409575"/>
                <a:gd name="connsiteX570" fmla="*/ 101537 w 438150"/>
                <a:gd name="connsiteY570" fmla="*/ 108585 h 409575"/>
                <a:gd name="connsiteX571" fmla="*/ 101727 w 438150"/>
                <a:gd name="connsiteY571" fmla="*/ 109061 h 409575"/>
                <a:gd name="connsiteX572" fmla="*/ 102679 w 438150"/>
                <a:gd name="connsiteY572" fmla="*/ 113157 h 409575"/>
                <a:gd name="connsiteX573" fmla="*/ 102870 w 438150"/>
                <a:gd name="connsiteY573" fmla="*/ 113633 h 409575"/>
                <a:gd name="connsiteX574" fmla="*/ 103061 w 438150"/>
                <a:gd name="connsiteY574" fmla="*/ 114014 h 409575"/>
                <a:gd name="connsiteX575" fmla="*/ 103632 w 438150"/>
                <a:gd name="connsiteY575" fmla="*/ 114776 h 409575"/>
                <a:gd name="connsiteX576" fmla="*/ 103822 w 438150"/>
                <a:gd name="connsiteY576" fmla="*/ 115157 h 409575"/>
                <a:gd name="connsiteX577" fmla="*/ 104013 w 438150"/>
                <a:gd name="connsiteY577" fmla="*/ 115633 h 409575"/>
                <a:gd name="connsiteX578" fmla="*/ 104204 w 438150"/>
                <a:gd name="connsiteY578" fmla="*/ 117253 h 409575"/>
                <a:gd name="connsiteX579" fmla="*/ 104299 w 438150"/>
                <a:gd name="connsiteY579" fmla="*/ 117729 h 409575"/>
                <a:gd name="connsiteX580" fmla="*/ 104489 w 438150"/>
                <a:gd name="connsiteY580" fmla="*/ 118205 h 409575"/>
                <a:gd name="connsiteX581" fmla="*/ 104775 w 438150"/>
                <a:gd name="connsiteY581" fmla="*/ 118586 h 409575"/>
                <a:gd name="connsiteX582" fmla="*/ 105156 w 438150"/>
                <a:gd name="connsiteY582" fmla="*/ 118872 h 409575"/>
                <a:gd name="connsiteX583" fmla="*/ 105728 w 438150"/>
                <a:gd name="connsiteY583" fmla="*/ 119063 h 409575"/>
                <a:gd name="connsiteX584" fmla="*/ 106680 w 438150"/>
                <a:gd name="connsiteY584" fmla="*/ 119063 h 409575"/>
                <a:gd name="connsiteX585" fmla="*/ 107347 w 438150"/>
                <a:gd name="connsiteY585" fmla="*/ 118872 h 409575"/>
                <a:gd name="connsiteX586" fmla="*/ 108299 w 438150"/>
                <a:gd name="connsiteY586" fmla="*/ 118491 h 409575"/>
                <a:gd name="connsiteX587" fmla="*/ 108775 w 438150"/>
                <a:gd name="connsiteY587" fmla="*/ 118396 h 409575"/>
                <a:gd name="connsiteX588" fmla="*/ 109156 w 438150"/>
                <a:gd name="connsiteY588" fmla="*/ 118586 h 409575"/>
                <a:gd name="connsiteX589" fmla="*/ 109442 w 438150"/>
                <a:gd name="connsiteY589" fmla="*/ 119253 h 409575"/>
                <a:gd name="connsiteX590" fmla="*/ 109442 w 438150"/>
                <a:gd name="connsiteY590" fmla="*/ 119920 h 409575"/>
                <a:gd name="connsiteX591" fmla="*/ 109156 w 438150"/>
                <a:gd name="connsiteY591" fmla="*/ 122396 h 409575"/>
                <a:gd name="connsiteX592" fmla="*/ 109061 w 438150"/>
                <a:gd name="connsiteY592" fmla="*/ 124301 h 409575"/>
                <a:gd name="connsiteX593" fmla="*/ 109347 w 438150"/>
                <a:gd name="connsiteY593" fmla="*/ 128778 h 409575"/>
                <a:gd name="connsiteX594" fmla="*/ 109252 w 438150"/>
                <a:gd name="connsiteY594" fmla="*/ 130016 h 409575"/>
                <a:gd name="connsiteX595" fmla="*/ 109156 w 438150"/>
                <a:gd name="connsiteY595" fmla="*/ 130588 h 409575"/>
                <a:gd name="connsiteX596" fmla="*/ 109061 w 438150"/>
                <a:gd name="connsiteY596" fmla="*/ 130969 h 409575"/>
                <a:gd name="connsiteX597" fmla="*/ 108966 w 438150"/>
                <a:gd name="connsiteY597" fmla="*/ 131159 h 409575"/>
                <a:gd name="connsiteX598" fmla="*/ 108871 w 438150"/>
                <a:gd name="connsiteY598" fmla="*/ 131254 h 409575"/>
                <a:gd name="connsiteX599" fmla="*/ 108013 w 438150"/>
                <a:gd name="connsiteY599" fmla="*/ 132112 h 409575"/>
                <a:gd name="connsiteX600" fmla="*/ 107728 w 438150"/>
                <a:gd name="connsiteY600" fmla="*/ 132493 h 409575"/>
                <a:gd name="connsiteX601" fmla="*/ 107632 w 438150"/>
                <a:gd name="connsiteY601" fmla="*/ 132969 h 409575"/>
                <a:gd name="connsiteX602" fmla="*/ 107728 w 438150"/>
                <a:gd name="connsiteY602" fmla="*/ 133445 h 409575"/>
                <a:gd name="connsiteX603" fmla="*/ 108490 w 438150"/>
                <a:gd name="connsiteY603" fmla="*/ 133731 h 409575"/>
                <a:gd name="connsiteX604" fmla="*/ 109728 w 438150"/>
                <a:gd name="connsiteY604" fmla="*/ 133826 h 409575"/>
                <a:gd name="connsiteX605" fmla="*/ 116014 w 438150"/>
                <a:gd name="connsiteY605" fmla="*/ 132874 h 409575"/>
                <a:gd name="connsiteX606" fmla="*/ 116681 w 438150"/>
                <a:gd name="connsiteY606" fmla="*/ 132969 h 409575"/>
                <a:gd name="connsiteX607" fmla="*/ 118681 w 438150"/>
                <a:gd name="connsiteY607" fmla="*/ 133731 h 409575"/>
                <a:gd name="connsiteX608" fmla="*/ 119158 w 438150"/>
                <a:gd name="connsiteY608" fmla="*/ 133731 h 409575"/>
                <a:gd name="connsiteX609" fmla="*/ 119824 w 438150"/>
                <a:gd name="connsiteY609" fmla="*/ 133636 h 409575"/>
                <a:gd name="connsiteX610" fmla="*/ 120682 w 438150"/>
                <a:gd name="connsiteY610" fmla="*/ 133255 h 409575"/>
                <a:gd name="connsiteX611" fmla="*/ 121444 w 438150"/>
                <a:gd name="connsiteY611" fmla="*/ 133064 h 409575"/>
                <a:gd name="connsiteX612" fmla="*/ 123539 w 438150"/>
                <a:gd name="connsiteY612" fmla="*/ 133064 h 409575"/>
                <a:gd name="connsiteX613" fmla="*/ 124682 w 438150"/>
                <a:gd name="connsiteY613" fmla="*/ 132683 h 409575"/>
                <a:gd name="connsiteX614" fmla="*/ 125349 w 438150"/>
                <a:gd name="connsiteY614" fmla="*/ 132302 h 409575"/>
                <a:gd name="connsiteX615" fmla="*/ 126492 w 438150"/>
                <a:gd name="connsiteY615" fmla="*/ 131540 h 409575"/>
                <a:gd name="connsiteX616" fmla="*/ 126778 w 438150"/>
                <a:gd name="connsiteY616" fmla="*/ 131350 h 409575"/>
                <a:gd name="connsiteX617" fmla="*/ 134493 w 438150"/>
                <a:gd name="connsiteY617" fmla="*/ 130778 h 409575"/>
                <a:gd name="connsiteX618" fmla="*/ 136874 w 438150"/>
                <a:gd name="connsiteY618" fmla="*/ 129921 h 409575"/>
                <a:gd name="connsiteX619" fmla="*/ 138017 w 438150"/>
                <a:gd name="connsiteY619" fmla="*/ 129730 h 409575"/>
                <a:gd name="connsiteX620" fmla="*/ 138684 w 438150"/>
                <a:gd name="connsiteY620" fmla="*/ 129730 h 409575"/>
                <a:gd name="connsiteX621" fmla="*/ 139541 w 438150"/>
                <a:gd name="connsiteY621" fmla="*/ 129921 h 409575"/>
                <a:gd name="connsiteX622" fmla="*/ 140113 w 438150"/>
                <a:gd name="connsiteY622" fmla="*/ 130111 h 409575"/>
                <a:gd name="connsiteX623" fmla="*/ 141161 w 438150"/>
                <a:gd name="connsiteY623" fmla="*/ 130873 h 409575"/>
                <a:gd name="connsiteX624" fmla="*/ 142684 w 438150"/>
                <a:gd name="connsiteY624" fmla="*/ 132683 h 409575"/>
                <a:gd name="connsiteX625" fmla="*/ 143161 w 438150"/>
                <a:gd name="connsiteY625" fmla="*/ 133731 h 409575"/>
                <a:gd name="connsiteX626" fmla="*/ 143542 w 438150"/>
                <a:gd name="connsiteY626" fmla="*/ 134684 h 409575"/>
                <a:gd name="connsiteX627" fmla="*/ 143732 w 438150"/>
                <a:gd name="connsiteY627" fmla="*/ 135731 h 409575"/>
                <a:gd name="connsiteX628" fmla="*/ 143828 w 438150"/>
                <a:gd name="connsiteY628" fmla="*/ 136303 h 409575"/>
                <a:gd name="connsiteX629" fmla="*/ 143828 w 438150"/>
                <a:gd name="connsiteY629" fmla="*/ 136874 h 409575"/>
                <a:gd name="connsiteX630" fmla="*/ 143637 w 438150"/>
                <a:gd name="connsiteY630" fmla="*/ 137731 h 409575"/>
                <a:gd name="connsiteX631" fmla="*/ 143161 w 438150"/>
                <a:gd name="connsiteY631" fmla="*/ 138779 h 409575"/>
                <a:gd name="connsiteX632" fmla="*/ 142208 w 438150"/>
                <a:gd name="connsiteY632" fmla="*/ 140494 h 409575"/>
                <a:gd name="connsiteX633" fmla="*/ 141161 w 438150"/>
                <a:gd name="connsiteY633" fmla="*/ 141922 h 409575"/>
                <a:gd name="connsiteX634" fmla="*/ 140494 w 438150"/>
                <a:gd name="connsiteY634" fmla="*/ 142589 h 409575"/>
                <a:gd name="connsiteX635" fmla="*/ 139827 w 438150"/>
                <a:gd name="connsiteY635" fmla="*/ 143351 h 409575"/>
                <a:gd name="connsiteX636" fmla="*/ 139541 w 438150"/>
                <a:gd name="connsiteY636" fmla="*/ 143923 h 409575"/>
                <a:gd name="connsiteX637" fmla="*/ 139351 w 438150"/>
                <a:gd name="connsiteY637" fmla="*/ 144589 h 409575"/>
                <a:gd name="connsiteX638" fmla="*/ 138493 w 438150"/>
                <a:gd name="connsiteY638" fmla="*/ 152305 h 409575"/>
                <a:gd name="connsiteX639" fmla="*/ 138589 w 438150"/>
                <a:gd name="connsiteY639" fmla="*/ 155257 h 409575"/>
                <a:gd name="connsiteX640" fmla="*/ 138589 w 438150"/>
                <a:gd name="connsiteY640" fmla="*/ 155448 h 409575"/>
                <a:gd name="connsiteX641" fmla="*/ 138874 w 438150"/>
                <a:gd name="connsiteY641" fmla="*/ 156305 h 409575"/>
                <a:gd name="connsiteX642" fmla="*/ 138874 w 438150"/>
                <a:gd name="connsiteY642" fmla="*/ 156781 h 409575"/>
                <a:gd name="connsiteX643" fmla="*/ 138684 w 438150"/>
                <a:gd name="connsiteY643" fmla="*/ 157258 h 409575"/>
                <a:gd name="connsiteX644" fmla="*/ 138017 w 438150"/>
                <a:gd name="connsiteY644" fmla="*/ 157639 h 409575"/>
                <a:gd name="connsiteX645" fmla="*/ 137446 w 438150"/>
                <a:gd name="connsiteY645" fmla="*/ 157639 h 409575"/>
                <a:gd name="connsiteX646" fmla="*/ 136970 w 438150"/>
                <a:gd name="connsiteY646" fmla="*/ 157448 h 409575"/>
                <a:gd name="connsiteX647" fmla="*/ 136112 w 438150"/>
                <a:gd name="connsiteY647" fmla="*/ 156877 h 409575"/>
                <a:gd name="connsiteX648" fmla="*/ 135255 w 438150"/>
                <a:gd name="connsiteY648" fmla="*/ 156400 h 409575"/>
                <a:gd name="connsiteX649" fmla="*/ 134779 w 438150"/>
                <a:gd name="connsiteY649" fmla="*/ 156305 h 409575"/>
                <a:gd name="connsiteX650" fmla="*/ 133921 w 438150"/>
                <a:gd name="connsiteY650" fmla="*/ 157448 h 409575"/>
                <a:gd name="connsiteX651" fmla="*/ 132874 w 438150"/>
                <a:gd name="connsiteY651" fmla="*/ 159544 h 409575"/>
                <a:gd name="connsiteX652" fmla="*/ 129064 w 438150"/>
                <a:gd name="connsiteY652" fmla="*/ 169640 h 409575"/>
                <a:gd name="connsiteX653" fmla="*/ 128302 w 438150"/>
                <a:gd name="connsiteY653" fmla="*/ 174307 h 409575"/>
                <a:gd name="connsiteX654" fmla="*/ 127921 w 438150"/>
                <a:gd name="connsiteY654" fmla="*/ 174784 h 409575"/>
                <a:gd name="connsiteX655" fmla="*/ 125539 w 438150"/>
                <a:gd name="connsiteY655" fmla="*/ 177165 h 409575"/>
                <a:gd name="connsiteX656" fmla="*/ 124873 w 438150"/>
                <a:gd name="connsiteY656" fmla="*/ 177927 h 409575"/>
                <a:gd name="connsiteX657" fmla="*/ 124587 w 438150"/>
                <a:gd name="connsiteY657" fmla="*/ 178308 h 409575"/>
                <a:gd name="connsiteX658" fmla="*/ 124206 w 438150"/>
                <a:gd name="connsiteY658" fmla="*/ 178975 h 409575"/>
                <a:gd name="connsiteX659" fmla="*/ 124111 w 438150"/>
                <a:gd name="connsiteY659" fmla="*/ 179356 h 409575"/>
                <a:gd name="connsiteX660" fmla="*/ 124015 w 438150"/>
                <a:gd name="connsiteY660" fmla="*/ 179832 h 409575"/>
                <a:gd name="connsiteX661" fmla="*/ 124015 w 438150"/>
                <a:gd name="connsiteY661" fmla="*/ 180308 h 409575"/>
                <a:gd name="connsiteX662" fmla="*/ 124301 w 438150"/>
                <a:gd name="connsiteY662" fmla="*/ 180880 h 409575"/>
                <a:gd name="connsiteX663" fmla="*/ 124873 w 438150"/>
                <a:gd name="connsiteY663" fmla="*/ 181356 h 409575"/>
                <a:gd name="connsiteX664" fmla="*/ 126968 w 438150"/>
                <a:gd name="connsiteY664" fmla="*/ 182404 h 409575"/>
                <a:gd name="connsiteX665" fmla="*/ 127825 w 438150"/>
                <a:gd name="connsiteY665" fmla="*/ 183261 h 409575"/>
                <a:gd name="connsiteX666" fmla="*/ 128111 w 438150"/>
                <a:gd name="connsiteY666" fmla="*/ 183832 h 409575"/>
                <a:gd name="connsiteX667" fmla="*/ 128302 w 438150"/>
                <a:gd name="connsiteY667" fmla="*/ 184309 h 409575"/>
                <a:gd name="connsiteX668" fmla="*/ 128397 w 438150"/>
                <a:gd name="connsiteY668" fmla="*/ 184690 h 409575"/>
                <a:gd name="connsiteX669" fmla="*/ 128397 w 438150"/>
                <a:gd name="connsiteY669" fmla="*/ 185166 h 409575"/>
                <a:gd name="connsiteX670" fmla="*/ 128588 w 438150"/>
                <a:gd name="connsiteY670" fmla="*/ 185738 h 409575"/>
                <a:gd name="connsiteX671" fmla="*/ 128778 w 438150"/>
                <a:gd name="connsiteY671" fmla="*/ 186118 h 409575"/>
                <a:gd name="connsiteX672" fmla="*/ 129254 w 438150"/>
                <a:gd name="connsiteY672" fmla="*/ 186785 h 409575"/>
                <a:gd name="connsiteX673" fmla="*/ 130683 w 438150"/>
                <a:gd name="connsiteY673" fmla="*/ 187357 h 409575"/>
                <a:gd name="connsiteX674" fmla="*/ 136017 w 438150"/>
                <a:gd name="connsiteY674" fmla="*/ 188500 h 409575"/>
                <a:gd name="connsiteX675" fmla="*/ 136398 w 438150"/>
                <a:gd name="connsiteY675" fmla="*/ 187928 h 409575"/>
                <a:gd name="connsiteX676" fmla="*/ 136874 w 438150"/>
                <a:gd name="connsiteY676" fmla="*/ 187547 h 409575"/>
                <a:gd name="connsiteX677" fmla="*/ 137160 w 438150"/>
                <a:gd name="connsiteY677" fmla="*/ 187357 h 409575"/>
                <a:gd name="connsiteX678" fmla="*/ 139732 w 438150"/>
                <a:gd name="connsiteY678" fmla="*/ 186214 h 409575"/>
                <a:gd name="connsiteX679" fmla="*/ 141637 w 438150"/>
                <a:gd name="connsiteY679" fmla="*/ 185833 h 409575"/>
                <a:gd name="connsiteX680" fmla="*/ 141922 w 438150"/>
                <a:gd name="connsiteY680" fmla="*/ 185738 h 409575"/>
                <a:gd name="connsiteX681" fmla="*/ 142018 w 438150"/>
                <a:gd name="connsiteY681" fmla="*/ 185547 h 409575"/>
                <a:gd name="connsiteX682" fmla="*/ 142113 w 438150"/>
                <a:gd name="connsiteY682" fmla="*/ 185166 h 409575"/>
                <a:gd name="connsiteX683" fmla="*/ 142113 w 438150"/>
                <a:gd name="connsiteY683" fmla="*/ 184785 h 409575"/>
                <a:gd name="connsiteX684" fmla="*/ 142113 w 438150"/>
                <a:gd name="connsiteY684" fmla="*/ 184023 h 409575"/>
                <a:gd name="connsiteX685" fmla="*/ 142399 w 438150"/>
                <a:gd name="connsiteY685" fmla="*/ 182975 h 409575"/>
                <a:gd name="connsiteX686" fmla="*/ 142684 w 438150"/>
                <a:gd name="connsiteY686" fmla="*/ 182689 h 409575"/>
                <a:gd name="connsiteX687" fmla="*/ 142875 w 438150"/>
                <a:gd name="connsiteY687" fmla="*/ 182499 h 409575"/>
                <a:gd name="connsiteX688" fmla="*/ 143161 w 438150"/>
                <a:gd name="connsiteY688" fmla="*/ 182404 h 409575"/>
                <a:gd name="connsiteX689" fmla="*/ 143828 w 438150"/>
                <a:gd name="connsiteY689" fmla="*/ 182499 h 409575"/>
                <a:gd name="connsiteX690" fmla="*/ 144494 w 438150"/>
                <a:gd name="connsiteY690" fmla="*/ 182689 h 409575"/>
                <a:gd name="connsiteX691" fmla="*/ 145351 w 438150"/>
                <a:gd name="connsiteY691" fmla="*/ 183166 h 409575"/>
                <a:gd name="connsiteX692" fmla="*/ 146304 w 438150"/>
                <a:gd name="connsiteY692" fmla="*/ 184213 h 409575"/>
                <a:gd name="connsiteX693" fmla="*/ 146780 w 438150"/>
                <a:gd name="connsiteY693" fmla="*/ 184880 h 409575"/>
                <a:gd name="connsiteX694" fmla="*/ 147066 w 438150"/>
                <a:gd name="connsiteY694" fmla="*/ 185547 h 409575"/>
                <a:gd name="connsiteX695" fmla="*/ 147161 w 438150"/>
                <a:gd name="connsiteY695" fmla="*/ 186023 h 409575"/>
                <a:gd name="connsiteX696" fmla="*/ 147256 w 438150"/>
                <a:gd name="connsiteY696" fmla="*/ 186976 h 409575"/>
                <a:gd name="connsiteX697" fmla="*/ 147256 w 438150"/>
                <a:gd name="connsiteY697" fmla="*/ 187357 h 409575"/>
                <a:gd name="connsiteX698" fmla="*/ 147066 w 438150"/>
                <a:gd name="connsiteY698" fmla="*/ 189071 h 409575"/>
                <a:gd name="connsiteX699" fmla="*/ 146971 w 438150"/>
                <a:gd name="connsiteY699" fmla="*/ 191548 h 409575"/>
                <a:gd name="connsiteX700" fmla="*/ 147066 w 438150"/>
                <a:gd name="connsiteY700" fmla="*/ 192691 h 409575"/>
                <a:gd name="connsiteX701" fmla="*/ 147638 w 438150"/>
                <a:gd name="connsiteY701" fmla="*/ 195263 h 409575"/>
                <a:gd name="connsiteX702" fmla="*/ 149542 w 438150"/>
                <a:gd name="connsiteY702" fmla="*/ 201359 h 409575"/>
                <a:gd name="connsiteX703" fmla="*/ 149923 w 438150"/>
                <a:gd name="connsiteY703" fmla="*/ 202121 h 409575"/>
                <a:gd name="connsiteX704" fmla="*/ 150400 w 438150"/>
                <a:gd name="connsiteY704" fmla="*/ 202692 h 409575"/>
                <a:gd name="connsiteX705" fmla="*/ 153162 w 438150"/>
                <a:gd name="connsiteY705" fmla="*/ 204978 h 409575"/>
                <a:gd name="connsiteX706" fmla="*/ 153543 w 438150"/>
                <a:gd name="connsiteY706" fmla="*/ 205645 h 409575"/>
                <a:gd name="connsiteX707" fmla="*/ 153543 w 438150"/>
                <a:gd name="connsiteY707" fmla="*/ 206121 h 409575"/>
                <a:gd name="connsiteX708" fmla="*/ 149923 w 438150"/>
                <a:gd name="connsiteY708" fmla="*/ 208407 h 409575"/>
                <a:gd name="connsiteX709" fmla="*/ 149162 w 438150"/>
                <a:gd name="connsiteY709" fmla="*/ 208978 h 409575"/>
                <a:gd name="connsiteX710" fmla="*/ 148876 w 438150"/>
                <a:gd name="connsiteY710" fmla="*/ 209359 h 409575"/>
                <a:gd name="connsiteX711" fmla="*/ 148685 w 438150"/>
                <a:gd name="connsiteY711" fmla="*/ 209836 h 409575"/>
                <a:gd name="connsiteX712" fmla="*/ 148590 w 438150"/>
                <a:gd name="connsiteY712" fmla="*/ 210979 h 409575"/>
                <a:gd name="connsiteX713" fmla="*/ 148590 w 438150"/>
                <a:gd name="connsiteY713" fmla="*/ 211550 h 409575"/>
                <a:gd name="connsiteX714" fmla="*/ 148685 w 438150"/>
                <a:gd name="connsiteY714" fmla="*/ 212598 h 409575"/>
                <a:gd name="connsiteX715" fmla="*/ 148971 w 438150"/>
                <a:gd name="connsiteY715" fmla="*/ 213550 h 409575"/>
                <a:gd name="connsiteX716" fmla="*/ 149257 w 438150"/>
                <a:gd name="connsiteY716" fmla="*/ 214217 h 409575"/>
                <a:gd name="connsiteX717" fmla="*/ 149638 w 438150"/>
                <a:gd name="connsiteY717" fmla="*/ 214884 h 409575"/>
                <a:gd name="connsiteX718" fmla="*/ 149923 w 438150"/>
                <a:gd name="connsiteY718" fmla="*/ 215265 h 409575"/>
                <a:gd name="connsiteX719" fmla="*/ 150209 w 438150"/>
                <a:gd name="connsiteY719" fmla="*/ 215646 h 409575"/>
                <a:gd name="connsiteX720" fmla="*/ 151924 w 438150"/>
                <a:gd name="connsiteY720" fmla="*/ 216979 h 409575"/>
                <a:gd name="connsiteX721" fmla="*/ 152305 w 438150"/>
                <a:gd name="connsiteY721" fmla="*/ 217456 h 409575"/>
                <a:gd name="connsiteX722" fmla="*/ 152590 w 438150"/>
                <a:gd name="connsiteY722" fmla="*/ 217932 h 409575"/>
                <a:gd name="connsiteX723" fmla="*/ 152781 w 438150"/>
                <a:gd name="connsiteY723" fmla="*/ 218408 h 409575"/>
                <a:gd name="connsiteX724" fmla="*/ 152876 w 438150"/>
                <a:gd name="connsiteY724" fmla="*/ 218980 h 409575"/>
                <a:gd name="connsiteX725" fmla="*/ 152876 w 438150"/>
                <a:gd name="connsiteY725" fmla="*/ 219551 h 409575"/>
                <a:gd name="connsiteX726" fmla="*/ 152781 w 438150"/>
                <a:gd name="connsiteY726" fmla="*/ 220789 h 409575"/>
                <a:gd name="connsiteX727" fmla="*/ 152781 w 438150"/>
                <a:gd name="connsiteY727" fmla="*/ 221932 h 409575"/>
                <a:gd name="connsiteX728" fmla="*/ 152876 w 438150"/>
                <a:gd name="connsiteY728" fmla="*/ 222409 h 409575"/>
                <a:gd name="connsiteX729" fmla="*/ 153067 w 438150"/>
                <a:gd name="connsiteY729" fmla="*/ 222885 h 409575"/>
                <a:gd name="connsiteX730" fmla="*/ 153353 w 438150"/>
                <a:gd name="connsiteY730" fmla="*/ 223266 h 409575"/>
                <a:gd name="connsiteX731" fmla="*/ 153638 w 438150"/>
                <a:gd name="connsiteY731" fmla="*/ 223647 h 409575"/>
                <a:gd name="connsiteX732" fmla="*/ 158687 w 438150"/>
                <a:gd name="connsiteY732" fmla="*/ 226219 h 409575"/>
                <a:gd name="connsiteX733" fmla="*/ 158782 w 438150"/>
                <a:gd name="connsiteY733" fmla="*/ 226695 h 409575"/>
                <a:gd name="connsiteX734" fmla="*/ 158877 w 438150"/>
                <a:gd name="connsiteY734" fmla="*/ 227076 h 409575"/>
                <a:gd name="connsiteX735" fmla="*/ 159067 w 438150"/>
                <a:gd name="connsiteY735" fmla="*/ 227552 h 409575"/>
                <a:gd name="connsiteX736" fmla="*/ 159544 w 438150"/>
                <a:gd name="connsiteY736" fmla="*/ 227933 h 409575"/>
                <a:gd name="connsiteX737" fmla="*/ 160211 w 438150"/>
                <a:gd name="connsiteY737" fmla="*/ 228124 h 409575"/>
                <a:gd name="connsiteX738" fmla="*/ 161639 w 438150"/>
                <a:gd name="connsiteY738" fmla="*/ 228028 h 409575"/>
                <a:gd name="connsiteX739" fmla="*/ 162401 w 438150"/>
                <a:gd name="connsiteY739" fmla="*/ 227838 h 409575"/>
                <a:gd name="connsiteX740" fmla="*/ 163354 w 438150"/>
                <a:gd name="connsiteY740" fmla="*/ 227267 h 409575"/>
                <a:gd name="connsiteX741" fmla="*/ 164116 w 438150"/>
                <a:gd name="connsiteY741" fmla="*/ 227171 h 409575"/>
                <a:gd name="connsiteX742" fmla="*/ 175736 w 438150"/>
                <a:gd name="connsiteY742" fmla="*/ 228409 h 409575"/>
                <a:gd name="connsiteX743" fmla="*/ 176213 w 438150"/>
                <a:gd name="connsiteY743" fmla="*/ 228219 h 409575"/>
                <a:gd name="connsiteX744" fmla="*/ 176593 w 438150"/>
                <a:gd name="connsiteY744" fmla="*/ 227933 h 409575"/>
                <a:gd name="connsiteX745" fmla="*/ 177641 w 438150"/>
                <a:gd name="connsiteY745" fmla="*/ 226981 h 409575"/>
                <a:gd name="connsiteX746" fmla="*/ 178022 w 438150"/>
                <a:gd name="connsiteY746" fmla="*/ 226790 h 409575"/>
                <a:gd name="connsiteX747" fmla="*/ 178498 w 438150"/>
                <a:gd name="connsiteY747" fmla="*/ 226600 h 409575"/>
                <a:gd name="connsiteX748" fmla="*/ 179641 w 438150"/>
                <a:gd name="connsiteY748" fmla="*/ 226695 h 409575"/>
                <a:gd name="connsiteX749" fmla="*/ 186309 w 438150"/>
                <a:gd name="connsiteY749" fmla="*/ 227933 h 409575"/>
                <a:gd name="connsiteX750" fmla="*/ 187262 w 438150"/>
                <a:gd name="connsiteY750" fmla="*/ 227933 h 409575"/>
                <a:gd name="connsiteX751" fmla="*/ 187928 w 438150"/>
                <a:gd name="connsiteY751" fmla="*/ 227362 h 409575"/>
                <a:gd name="connsiteX752" fmla="*/ 188976 w 438150"/>
                <a:gd name="connsiteY752" fmla="*/ 226219 h 409575"/>
                <a:gd name="connsiteX753" fmla="*/ 189071 w 438150"/>
                <a:gd name="connsiteY753" fmla="*/ 226028 h 409575"/>
                <a:gd name="connsiteX754" fmla="*/ 189166 w 438150"/>
                <a:gd name="connsiteY754" fmla="*/ 225838 h 409575"/>
                <a:gd name="connsiteX755" fmla="*/ 189262 w 438150"/>
                <a:gd name="connsiteY755" fmla="*/ 225552 h 409575"/>
                <a:gd name="connsiteX756" fmla="*/ 189166 w 438150"/>
                <a:gd name="connsiteY756" fmla="*/ 225171 h 409575"/>
                <a:gd name="connsiteX757" fmla="*/ 188690 w 438150"/>
                <a:gd name="connsiteY757" fmla="*/ 223838 h 409575"/>
                <a:gd name="connsiteX758" fmla="*/ 188595 w 438150"/>
                <a:gd name="connsiteY758" fmla="*/ 223361 h 409575"/>
                <a:gd name="connsiteX759" fmla="*/ 188690 w 438150"/>
                <a:gd name="connsiteY759" fmla="*/ 222885 h 409575"/>
                <a:gd name="connsiteX760" fmla="*/ 188881 w 438150"/>
                <a:gd name="connsiteY760" fmla="*/ 222409 h 409575"/>
                <a:gd name="connsiteX761" fmla="*/ 189262 w 438150"/>
                <a:gd name="connsiteY761" fmla="*/ 221456 h 409575"/>
                <a:gd name="connsiteX762" fmla="*/ 189357 w 438150"/>
                <a:gd name="connsiteY762" fmla="*/ 220885 h 409575"/>
                <a:gd name="connsiteX763" fmla="*/ 189547 w 438150"/>
                <a:gd name="connsiteY763" fmla="*/ 217932 h 409575"/>
                <a:gd name="connsiteX764" fmla="*/ 189643 w 438150"/>
                <a:gd name="connsiteY764" fmla="*/ 217456 h 409575"/>
                <a:gd name="connsiteX765" fmla="*/ 189833 w 438150"/>
                <a:gd name="connsiteY765" fmla="*/ 217170 h 409575"/>
                <a:gd name="connsiteX766" fmla="*/ 190024 w 438150"/>
                <a:gd name="connsiteY766" fmla="*/ 216979 h 409575"/>
                <a:gd name="connsiteX767" fmla="*/ 190309 w 438150"/>
                <a:gd name="connsiteY767" fmla="*/ 216694 h 409575"/>
                <a:gd name="connsiteX768" fmla="*/ 190690 w 438150"/>
                <a:gd name="connsiteY768" fmla="*/ 216503 h 409575"/>
                <a:gd name="connsiteX769" fmla="*/ 191071 w 438150"/>
                <a:gd name="connsiteY769" fmla="*/ 216408 h 409575"/>
                <a:gd name="connsiteX770" fmla="*/ 192786 w 438150"/>
                <a:gd name="connsiteY770" fmla="*/ 216027 h 409575"/>
                <a:gd name="connsiteX771" fmla="*/ 193262 w 438150"/>
                <a:gd name="connsiteY771" fmla="*/ 215836 h 409575"/>
                <a:gd name="connsiteX772" fmla="*/ 193643 w 438150"/>
                <a:gd name="connsiteY772" fmla="*/ 215551 h 409575"/>
                <a:gd name="connsiteX773" fmla="*/ 193834 w 438150"/>
                <a:gd name="connsiteY773" fmla="*/ 215075 h 409575"/>
                <a:gd name="connsiteX774" fmla="*/ 193929 w 438150"/>
                <a:gd name="connsiteY774" fmla="*/ 214503 h 409575"/>
                <a:gd name="connsiteX775" fmla="*/ 194215 w 438150"/>
                <a:gd name="connsiteY775" fmla="*/ 211360 h 409575"/>
                <a:gd name="connsiteX776" fmla="*/ 194310 w 438150"/>
                <a:gd name="connsiteY776" fmla="*/ 210788 h 409575"/>
                <a:gd name="connsiteX777" fmla="*/ 194500 w 438150"/>
                <a:gd name="connsiteY777" fmla="*/ 210312 h 409575"/>
                <a:gd name="connsiteX778" fmla="*/ 194691 w 438150"/>
                <a:gd name="connsiteY778" fmla="*/ 209931 h 409575"/>
                <a:gd name="connsiteX779" fmla="*/ 194977 w 438150"/>
                <a:gd name="connsiteY779" fmla="*/ 209550 h 409575"/>
                <a:gd name="connsiteX780" fmla="*/ 195167 w 438150"/>
                <a:gd name="connsiteY780" fmla="*/ 209359 h 409575"/>
                <a:gd name="connsiteX781" fmla="*/ 195739 w 438150"/>
                <a:gd name="connsiteY781" fmla="*/ 208978 h 409575"/>
                <a:gd name="connsiteX782" fmla="*/ 196024 w 438150"/>
                <a:gd name="connsiteY782" fmla="*/ 208693 h 409575"/>
                <a:gd name="connsiteX783" fmla="*/ 196215 w 438150"/>
                <a:gd name="connsiteY783" fmla="*/ 208312 h 409575"/>
                <a:gd name="connsiteX784" fmla="*/ 196596 w 438150"/>
                <a:gd name="connsiteY784" fmla="*/ 206502 h 409575"/>
                <a:gd name="connsiteX785" fmla="*/ 196882 w 438150"/>
                <a:gd name="connsiteY785" fmla="*/ 206121 h 409575"/>
                <a:gd name="connsiteX786" fmla="*/ 197263 w 438150"/>
                <a:gd name="connsiteY786" fmla="*/ 205835 h 409575"/>
                <a:gd name="connsiteX787" fmla="*/ 198215 w 438150"/>
                <a:gd name="connsiteY787" fmla="*/ 205550 h 409575"/>
                <a:gd name="connsiteX788" fmla="*/ 198882 w 438150"/>
                <a:gd name="connsiteY788" fmla="*/ 205550 h 409575"/>
                <a:gd name="connsiteX789" fmla="*/ 199644 w 438150"/>
                <a:gd name="connsiteY789" fmla="*/ 205740 h 409575"/>
                <a:gd name="connsiteX790" fmla="*/ 200787 w 438150"/>
                <a:gd name="connsiteY790" fmla="*/ 206502 h 409575"/>
                <a:gd name="connsiteX791" fmla="*/ 201549 w 438150"/>
                <a:gd name="connsiteY791" fmla="*/ 206788 h 409575"/>
                <a:gd name="connsiteX792" fmla="*/ 202216 w 438150"/>
                <a:gd name="connsiteY792" fmla="*/ 206978 h 409575"/>
                <a:gd name="connsiteX793" fmla="*/ 202501 w 438150"/>
                <a:gd name="connsiteY793" fmla="*/ 206978 h 409575"/>
                <a:gd name="connsiteX794" fmla="*/ 205740 w 438150"/>
                <a:gd name="connsiteY794" fmla="*/ 206121 h 409575"/>
                <a:gd name="connsiteX795" fmla="*/ 206883 w 438150"/>
                <a:gd name="connsiteY795" fmla="*/ 206026 h 409575"/>
                <a:gd name="connsiteX796" fmla="*/ 208121 w 438150"/>
                <a:gd name="connsiteY796" fmla="*/ 206121 h 409575"/>
                <a:gd name="connsiteX797" fmla="*/ 208693 w 438150"/>
                <a:gd name="connsiteY797" fmla="*/ 206311 h 409575"/>
                <a:gd name="connsiteX798" fmla="*/ 209169 w 438150"/>
                <a:gd name="connsiteY798" fmla="*/ 206502 h 409575"/>
                <a:gd name="connsiteX799" fmla="*/ 209455 w 438150"/>
                <a:gd name="connsiteY799" fmla="*/ 206788 h 409575"/>
                <a:gd name="connsiteX800" fmla="*/ 209645 w 438150"/>
                <a:gd name="connsiteY800" fmla="*/ 207073 h 409575"/>
                <a:gd name="connsiteX801" fmla="*/ 209836 w 438150"/>
                <a:gd name="connsiteY801" fmla="*/ 207359 h 409575"/>
                <a:gd name="connsiteX802" fmla="*/ 210026 w 438150"/>
                <a:gd name="connsiteY802" fmla="*/ 207740 h 409575"/>
                <a:gd name="connsiteX803" fmla="*/ 210217 w 438150"/>
                <a:gd name="connsiteY803" fmla="*/ 208312 h 409575"/>
                <a:gd name="connsiteX804" fmla="*/ 210217 w 438150"/>
                <a:gd name="connsiteY804" fmla="*/ 209169 h 409575"/>
                <a:gd name="connsiteX805" fmla="*/ 210121 w 438150"/>
                <a:gd name="connsiteY805" fmla="*/ 210502 h 409575"/>
                <a:gd name="connsiteX806" fmla="*/ 210217 w 438150"/>
                <a:gd name="connsiteY806" fmla="*/ 211074 h 409575"/>
                <a:gd name="connsiteX807" fmla="*/ 210503 w 438150"/>
                <a:gd name="connsiteY807" fmla="*/ 211550 h 409575"/>
                <a:gd name="connsiteX808" fmla="*/ 211074 w 438150"/>
                <a:gd name="connsiteY808" fmla="*/ 211931 h 409575"/>
                <a:gd name="connsiteX809" fmla="*/ 212217 w 438150"/>
                <a:gd name="connsiteY809" fmla="*/ 212407 h 409575"/>
                <a:gd name="connsiteX810" fmla="*/ 212598 w 438150"/>
                <a:gd name="connsiteY810" fmla="*/ 212693 h 409575"/>
                <a:gd name="connsiteX811" fmla="*/ 212884 w 438150"/>
                <a:gd name="connsiteY811" fmla="*/ 213074 h 409575"/>
                <a:gd name="connsiteX812" fmla="*/ 213455 w 438150"/>
                <a:gd name="connsiteY812" fmla="*/ 214027 h 409575"/>
                <a:gd name="connsiteX813" fmla="*/ 213646 w 438150"/>
                <a:gd name="connsiteY813" fmla="*/ 214313 h 409575"/>
                <a:gd name="connsiteX814" fmla="*/ 215741 w 438150"/>
                <a:gd name="connsiteY814" fmla="*/ 216122 h 409575"/>
                <a:gd name="connsiteX815" fmla="*/ 216122 w 438150"/>
                <a:gd name="connsiteY815" fmla="*/ 216598 h 409575"/>
                <a:gd name="connsiteX816" fmla="*/ 217170 w 438150"/>
                <a:gd name="connsiteY816" fmla="*/ 218122 h 409575"/>
                <a:gd name="connsiteX817" fmla="*/ 217741 w 438150"/>
                <a:gd name="connsiteY817" fmla="*/ 218599 h 409575"/>
                <a:gd name="connsiteX818" fmla="*/ 218313 w 438150"/>
                <a:gd name="connsiteY818" fmla="*/ 218789 h 409575"/>
                <a:gd name="connsiteX819" fmla="*/ 221361 w 438150"/>
                <a:gd name="connsiteY819" fmla="*/ 219265 h 409575"/>
                <a:gd name="connsiteX820" fmla="*/ 221837 w 438150"/>
                <a:gd name="connsiteY820" fmla="*/ 219646 h 409575"/>
                <a:gd name="connsiteX821" fmla="*/ 222123 w 438150"/>
                <a:gd name="connsiteY821" fmla="*/ 220218 h 409575"/>
                <a:gd name="connsiteX822" fmla="*/ 221932 w 438150"/>
                <a:gd name="connsiteY822" fmla="*/ 221456 h 409575"/>
                <a:gd name="connsiteX823" fmla="*/ 221647 w 438150"/>
                <a:gd name="connsiteY823" fmla="*/ 222980 h 409575"/>
                <a:gd name="connsiteX824" fmla="*/ 221647 w 438150"/>
                <a:gd name="connsiteY824" fmla="*/ 223742 h 409575"/>
                <a:gd name="connsiteX825" fmla="*/ 221837 w 438150"/>
                <a:gd name="connsiteY825" fmla="*/ 224695 h 409575"/>
                <a:gd name="connsiteX826" fmla="*/ 222409 w 438150"/>
                <a:gd name="connsiteY826" fmla="*/ 226219 h 409575"/>
                <a:gd name="connsiteX827" fmla="*/ 222790 w 438150"/>
                <a:gd name="connsiteY827" fmla="*/ 226981 h 409575"/>
                <a:gd name="connsiteX828" fmla="*/ 223171 w 438150"/>
                <a:gd name="connsiteY828" fmla="*/ 227552 h 409575"/>
                <a:gd name="connsiteX829" fmla="*/ 224218 w 438150"/>
                <a:gd name="connsiteY829" fmla="*/ 228505 h 409575"/>
                <a:gd name="connsiteX830" fmla="*/ 224504 w 438150"/>
                <a:gd name="connsiteY830" fmla="*/ 229267 h 409575"/>
                <a:gd name="connsiteX831" fmla="*/ 224695 w 438150"/>
                <a:gd name="connsiteY831" fmla="*/ 230410 h 409575"/>
                <a:gd name="connsiteX832" fmla="*/ 224790 w 438150"/>
                <a:gd name="connsiteY832" fmla="*/ 234601 h 409575"/>
                <a:gd name="connsiteX833" fmla="*/ 225362 w 438150"/>
                <a:gd name="connsiteY833" fmla="*/ 237172 h 409575"/>
                <a:gd name="connsiteX834" fmla="*/ 225552 w 438150"/>
                <a:gd name="connsiteY834" fmla="*/ 238696 h 409575"/>
                <a:gd name="connsiteX835" fmla="*/ 225362 w 438150"/>
                <a:gd name="connsiteY835" fmla="*/ 241554 h 409575"/>
                <a:gd name="connsiteX836" fmla="*/ 222885 w 438150"/>
                <a:gd name="connsiteY836" fmla="*/ 243268 h 409575"/>
                <a:gd name="connsiteX837" fmla="*/ 222409 w 438150"/>
                <a:gd name="connsiteY837" fmla="*/ 243840 h 409575"/>
                <a:gd name="connsiteX838" fmla="*/ 221932 w 438150"/>
                <a:gd name="connsiteY838" fmla="*/ 244697 h 409575"/>
                <a:gd name="connsiteX839" fmla="*/ 221171 w 438150"/>
                <a:gd name="connsiteY839" fmla="*/ 246507 h 409575"/>
                <a:gd name="connsiteX840" fmla="*/ 220885 w 438150"/>
                <a:gd name="connsiteY840" fmla="*/ 247555 h 409575"/>
                <a:gd name="connsiteX841" fmla="*/ 220789 w 438150"/>
                <a:gd name="connsiteY841" fmla="*/ 248412 h 409575"/>
                <a:gd name="connsiteX842" fmla="*/ 220694 w 438150"/>
                <a:gd name="connsiteY842" fmla="*/ 250031 h 409575"/>
                <a:gd name="connsiteX843" fmla="*/ 220599 w 438150"/>
                <a:gd name="connsiteY843" fmla="*/ 250222 h 409575"/>
                <a:gd name="connsiteX844" fmla="*/ 220504 w 438150"/>
                <a:gd name="connsiteY844" fmla="*/ 250317 h 409575"/>
                <a:gd name="connsiteX845" fmla="*/ 220313 w 438150"/>
                <a:gd name="connsiteY845" fmla="*/ 250698 h 409575"/>
                <a:gd name="connsiteX846" fmla="*/ 219932 w 438150"/>
                <a:gd name="connsiteY846" fmla="*/ 251269 h 409575"/>
                <a:gd name="connsiteX847" fmla="*/ 216694 w 438150"/>
                <a:gd name="connsiteY847" fmla="*/ 254794 h 409575"/>
                <a:gd name="connsiteX848" fmla="*/ 215932 w 438150"/>
                <a:gd name="connsiteY848" fmla="*/ 255460 h 409575"/>
                <a:gd name="connsiteX849" fmla="*/ 214789 w 438150"/>
                <a:gd name="connsiteY849" fmla="*/ 255556 h 409575"/>
                <a:gd name="connsiteX850" fmla="*/ 214598 w 438150"/>
                <a:gd name="connsiteY850" fmla="*/ 253936 h 409575"/>
                <a:gd name="connsiteX851" fmla="*/ 214503 w 438150"/>
                <a:gd name="connsiteY851" fmla="*/ 253460 h 409575"/>
                <a:gd name="connsiteX852" fmla="*/ 214313 w 438150"/>
                <a:gd name="connsiteY852" fmla="*/ 253079 h 409575"/>
                <a:gd name="connsiteX853" fmla="*/ 214027 w 438150"/>
                <a:gd name="connsiteY853" fmla="*/ 252698 h 409575"/>
                <a:gd name="connsiteX854" fmla="*/ 212979 w 438150"/>
                <a:gd name="connsiteY854" fmla="*/ 251746 h 409575"/>
                <a:gd name="connsiteX855" fmla="*/ 212693 w 438150"/>
                <a:gd name="connsiteY855" fmla="*/ 251365 h 409575"/>
                <a:gd name="connsiteX856" fmla="*/ 212503 w 438150"/>
                <a:gd name="connsiteY856" fmla="*/ 250984 h 409575"/>
                <a:gd name="connsiteX857" fmla="*/ 212312 w 438150"/>
                <a:gd name="connsiteY857" fmla="*/ 250507 h 409575"/>
                <a:gd name="connsiteX858" fmla="*/ 212217 w 438150"/>
                <a:gd name="connsiteY858" fmla="*/ 250412 h 409575"/>
                <a:gd name="connsiteX859" fmla="*/ 211931 w 438150"/>
                <a:gd name="connsiteY859" fmla="*/ 250126 h 409575"/>
                <a:gd name="connsiteX860" fmla="*/ 211264 w 438150"/>
                <a:gd name="connsiteY860" fmla="*/ 249555 h 409575"/>
                <a:gd name="connsiteX861" fmla="*/ 210788 w 438150"/>
                <a:gd name="connsiteY861" fmla="*/ 249364 h 409575"/>
                <a:gd name="connsiteX862" fmla="*/ 210312 w 438150"/>
                <a:gd name="connsiteY862" fmla="*/ 249174 h 409575"/>
                <a:gd name="connsiteX863" fmla="*/ 209836 w 438150"/>
                <a:gd name="connsiteY863" fmla="*/ 249174 h 409575"/>
                <a:gd name="connsiteX864" fmla="*/ 208693 w 438150"/>
                <a:gd name="connsiteY864" fmla="*/ 249364 h 409575"/>
                <a:gd name="connsiteX865" fmla="*/ 208216 w 438150"/>
                <a:gd name="connsiteY865" fmla="*/ 249269 h 409575"/>
                <a:gd name="connsiteX866" fmla="*/ 207740 w 438150"/>
                <a:gd name="connsiteY866" fmla="*/ 249079 h 409575"/>
                <a:gd name="connsiteX867" fmla="*/ 207359 w 438150"/>
                <a:gd name="connsiteY867" fmla="*/ 248793 h 409575"/>
                <a:gd name="connsiteX868" fmla="*/ 206978 w 438150"/>
                <a:gd name="connsiteY868" fmla="*/ 248507 h 409575"/>
                <a:gd name="connsiteX869" fmla="*/ 206502 w 438150"/>
                <a:gd name="connsiteY869" fmla="*/ 247745 h 409575"/>
                <a:gd name="connsiteX870" fmla="*/ 205454 w 438150"/>
                <a:gd name="connsiteY870" fmla="*/ 245650 h 409575"/>
                <a:gd name="connsiteX871" fmla="*/ 205168 w 438150"/>
                <a:gd name="connsiteY871" fmla="*/ 245269 h 409575"/>
                <a:gd name="connsiteX872" fmla="*/ 204788 w 438150"/>
                <a:gd name="connsiteY872" fmla="*/ 244983 h 409575"/>
                <a:gd name="connsiteX873" fmla="*/ 204406 w 438150"/>
                <a:gd name="connsiteY873" fmla="*/ 244792 h 409575"/>
                <a:gd name="connsiteX874" fmla="*/ 203930 w 438150"/>
                <a:gd name="connsiteY874" fmla="*/ 244697 h 409575"/>
                <a:gd name="connsiteX875" fmla="*/ 202882 w 438150"/>
                <a:gd name="connsiteY875" fmla="*/ 244792 h 409575"/>
                <a:gd name="connsiteX876" fmla="*/ 202406 w 438150"/>
                <a:gd name="connsiteY876" fmla="*/ 244697 h 409575"/>
                <a:gd name="connsiteX877" fmla="*/ 202025 w 438150"/>
                <a:gd name="connsiteY877" fmla="*/ 244411 h 409575"/>
                <a:gd name="connsiteX878" fmla="*/ 201835 w 438150"/>
                <a:gd name="connsiteY878" fmla="*/ 244030 h 409575"/>
                <a:gd name="connsiteX879" fmla="*/ 201739 w 438150"/>
                <a:gd name="connsiteY879" fmla="*/ 243554 h 409575"/>
                <a:gd name="connsiteX880" fmla="*/ 201835 w 438150"/>
                <a:gd name="connsiteY880" fmla="*/ 242983 h 409575"/>
                <a:gd name="connsiteX881" fmla="*/ 201930 w 438150"/>
                <a:gd name="connsiteY881" fmla="*/ 242506 h 409575"/>
                <a:gd name="connsiteX882" fmla="*/ 201930 w 438150"/>
                <a:gd name="connsiteY882" fmla="*/ 242030 h 409575"/>
                <a:gd name="connsiteX883" fmla="*/ 201739 w 438150"/>
                <a:gd name="connsiteY883" fmla="*/ 241649 h 409575"/>
                <a:gd name="connsiteX884" fmla="*/ 201358 w 438150"/>
                <a:gd name="connsiteY884" fmla="*/ 241459 h 409575"/>
                <a:gd name="connsiteX885" fmla="*/ 200882 w 438150"/>
                <a:gd name="connsiteY885" fmla="*/ 241459 h 409575"/>
                <a:gd name="connsiteX886" fmla="*/ 197358 w 438150"/>
                <a:gd name="connsiteY886" fmla="*/ 242221 h 409575"/>
                <a:gd name="connsiteX887" fmla="*/ 196787 w 438150"/>
                <a:gd name="connsiteY887" fmla="*/ 242221 h 409575"/>
                <a:gd name="connsiteX888" fmla="*/ 196215 w 438150"/>
                <a:gd name="connsiteY888" fmla="*/ 242125 h 409575"/>
                <a:gd name="connsiteX889" fmla="*/ 195834 w 438150"/>
                <a:gd name="connsiteY889" fmla="*/ 241840 h 409575"/>
                <a:gd name="connsiteX890" fmla="*/ 195548 w 438150"/>
                <a:gd name="connsiteY890" fmla="*/ 241459 h 409575"/>
                <a:gd name="connsiteX891" fmla="*/ 195358 w 438150"/>
                <a:gd name="connsiteY891" fmla="*/ 240982 h 409575"/>
                <a:gd name="connsiteX892" fmla="*/ 195072 w 438150"/>
                <a:gd name="connsiteY892" fmla="*/ 240601 h 409575"/>
                <a:gd name="connsiteX893" fmla="*/ 194691 w 438150"/>
                <a:gd name="connsiteY893" fmla="*/ 240411 h 409575"/>
                <a:gd name="connsiteX894" fmla="*/ 194215 w 438150"/>
                <a:gd name="connsiteY894" fmla="*/ 240506 h 409575"/>
                <a:gd name="connsiteX895" fmla="*/ 192881 w 438150"/>
                <a:gd name="connsiteY895" fmla="*/ 241078 h 409575"/>
                <a:gd name="connsiteX896" fmla="*/ 192310 w 438150"/>
                <a:gd name="connsiteY896" fmla="*/ 241078 h 409575"/>
                <a:gd name="connsiteX897" fmla="*/ 191833 w 438150"/>
                <a:gd name="connsiteY897" fmla="*/ 240887 h 409575"/>
                <a:gd name="connsiteX898" fmla="*/ 190786 w 438150"/>
                <a:gd name="connsiteY898" fmla="*/ 239839 h 409575"/>
                <a:gd name="connsiteX899" fmla="*/ 190405 w 438150"/>
                <a:gd name="connsiteY899" fmla="*/ 239649 h 409575"/>
                <a:gd name="connsiteX900" fmla="*/ 189833 w 438150"/>
                <a:gd name="connsiteY900" fmla="*/ 239649 h 409575"/>
                <a:gd name="connsiteX901" fmla="*/ 189166 w 438150"/>
                <a:gd name="connsiteY901" fmla="*/ 239839 h 409575"/>
                <a:gd name="connsiteX902" fmla="*/ 188309 w 438150"/>
                <a:gd name="connsiteY902" fmla="*/ 240506 h 409575"/>
                <a:gd name="connsiteX903" fmla="*/ 187642 w 438150"/>
                <a:gd name="connsiteY903" fmla="*/ 240792 h 409575"/>
                <a:gd name="connsiteX904" fmla="*/ 186976 w 438150"/>
                <a:gd name="connsiteY904" fmla="*/ 240887 h 409575"/>
                <a:gd name="connsiteX905" fmla="*/ 186499 w 438150"/>
                <a:gd name="connsiteY905" fmla="*/ 240792 h 409575"/>
                <a:gd name="connsiteX906" fmla="*/ 185833 w 438150"/>
                <a:gd name="connsiteY906" fmla="*/ 240887 h 409575"/>
                <a:gd name="connsiteX907" fmla="*/ 185166 w 438150"/>
                <a:gd name="connsiteY907" fmla="*/ 241173 h 409575"/>
                <a:gd name="connsiteX908" fmla="*/ 184213 w 438150"/>
                <a:gd name="connsiteY908" fmla="*/ 241840 h 409575"/>
                <a:gd name="connsiteX909" fmla="*/ 183547 w 438150"/>
                <a:gd name="connsiteY909" fmla="*/ 242125 h 409575"/>
                <a:gd name="connsiteX910" fmla="*/ 182880 w 438150"/>
                <a:gd name="connsiteY910" fmla="*/ 242125 h 409575"/>
                <a:gd name="connsiteX911" fmla="*/ 182404 w 438150"/>
                <a:gd name="connsiteY911" fmla="*/ 241935 h 409575"/>
                <a:gd name="connsiteX912" fmla="*/ 182023 w 438150"/>
                <a:gd name="connsiteY912" fmla="*/ 241649 h 409575"/>
                <a:gd name="connsiteX913" fmla="*/ 181546 w 438150"/>
                <a:gd name="connsiteY913" fmla="*/ 241459 h 409575"/>
                <a:gd name="connsiteX914" fmla="*/ 180975 w 438150"/>
                <a:gd name="connsiteY914" fmla="*/ 241459 h 409575"/>
                <a:gd name="connsiteX915" fmla="*/ 179165 w 438150"/>
                <a:gd name="connsiteY915" fmla="*/ 242506 h 409575"/>
                <a:gd name="connsiteX916" fmla="*/ 178689 w 438150"/>
                <a:gd name="connsiteY916" fmla="*/ 242697 h 409575"/>
                <a:gd name="connsiteX917" fmla="*/ 178213 w 438150"/>
                <a:gd name="connsiteY917" fmla="*/ 242697 h 409575"/>
                <a:gd name="connsiteX918" fmla="*/ 177737 w 438150"/>
                <a:gd name="connsiteY918" fmla="*/ 242506 h 409575"/>
                <a:gd name="connsiteX919" fmla="*/ 176974 w 438150"/>
                <a:gd name="connsiteY919" fmla="*/ 241935 h 409575"/>
                <a:gd name="connsiteX920" fmla="*/ 176498 w 438150"/>
                <a:gd name="connsiteY920" fmla="*/ 241744 h 409575"/>
                <a:gd name="connsiteX921" fmla="*/ 175927 w 438150"/>
                <a:gd name="connsiteY921" fmla="*/ 241649 h 409575"/>
                <a:gd name="connsiteX922" fmla="*/ 175355 w 438150"/>
                <a:gd name="connsiteY922" fmla="*/ 241649 h 409575"/>
                <a:gd name="connsiteX923" fmla="*/ 174784 w 438150"/>
                <a:gd name="connsiteY923" fmla="*/ 241840 h 409575"/>
                <a:gd name="connsiteX924" fmla="*/ 174212 w 438150"/>
                <a:gd name="connsiteY924" fmla="*/ 242221 h 409575"/>
                <a:gd name="connsiteX925" fmla="*/ 173831 w 438150"/>
                <a:gd name="connsiteY925" fmla="*/ 242792 h 409575"/>
                <a:gd name="connsiteX926" fmla="*/ 173641 w 438150"/>
                <a:gd name="connsiteY926" fmla="*/ 243459 h 409575"/>
                <a:gd name="connsiteX927" fmla="*/ 173736 w 438150"/>
                <a:gd name="connsiteY927" fmla="*/ 244697 h 409575"/>
                <a:gd name="connsiteX928" fmla="*/ 173926 w 438150"/>
                <a:gd name="connsiteY928" fmla="*/ 245364 h 409575"/>
                <a:gd name="connsiteX929" fmla="*/ 174307 w 438150"/>
                <a:gd name="connsiteY929" fmla="*/ 245840 h 409575"/>
                <a:gd name="connsiteX930" fmla="*/ 176022 w 438150"/>
                <a:gd name="connsiteY930" fmla="*/ 246888 h 409575"/>
                <a:gd name="connsiteX931" fmla="*/ 176403 w 438150"/>
                <a:gd name="connsiteY931" fmla="*/ 247174 h 409575"/>
                <a:gd name="connsiteX932" fmla="*/ 176689 w 438150"/>
                <a:gd name="connsiteY932" fmla="*/ 247555 h 409575"/>
                <a:gd name="connsiteX933" fmla="*/ 176879 w 438150"/>
                <a:gd name="connsiteY933" fmla="*/ 247936 h 409575"/>
                <a:gd name="connsiteX934" fmla="*/ 176974 w 438150"/>
                <a:gd name="connsiteY934" fmla="*/ 248412 h 409575"/>
                <a:gd name="connsiteX935" fmla="*/ 177070 w 438150"/>
                <a:gd name="connsiteY935" fmla="*/ 248984 h 409575"/>
                <a:gd name="connsiteX936" fmla="*/ 176974 w 438150"/>
                <a:gd name="connsiteY936" fmla="*/ 250412 h 409575"/>
                <a:gd name="connsiteX937" fmla="*/ 177070 w 438150"/>
                <a:gd name="connsiteY937" fmla="*/ 250888 h 409575"/>
                <a:gd name="connsiteX938" fmla="*/ 177165 w 438150"/>
                <a:gd name="connsiteY938" fmla="*/ 251269 h 409575"/>
                <a:gd name="connsiteX939" fmla="*/ 177355 w 438150"/>
                <a:gd name="connsiteY939" fmla="*/ 251650 h 409575"/>
                <a:gd name="connsiteX940" fmla="*/ 177641 w 438150"/>
                <a:gd name="connsiteY940" fmla="*/ 252031 h 409575"/>
                <a:gd name="connsiteX941" fmla="*/ 178022 w 438150"/>
                <a:gd name="connsiteY941" fmla="*/ 252317 h 409575"/>
                <a:gd name="connsiteX942" fmla="*/ 178498 w 438150"/>
                <a:gd name="connsiteY942" fmla="*/ 252508 h 409575"/>
                <a:gd name="connsiteX943" fmla="*/ 181546 w 438150"/>
                <a:gd name="connsiteY943" fmla="*/ 252889 h 409575"/>
                <a:gd name="connsiteX944" fmla="*/ 182023 w 438150"/>
                <a:gd name="connsiteY944" fmla="*/ 253079 h 409575"/>
                <a:gd name="connsiteX945" fmla="*/ 182404 w 438150"/>
                <a:gd name="connsiteY945" fmla="*/ 253365 h 409575"/>
                <a:gd name="connsiteX946" fmla="*/ 182689 w 438150"/>
                <a:gd name="connsiteY946" fmla="*/ 253746 h 409575"/>
                <a:gd name="connsiteX947" fmla="*/ 182880 w 438150"/>
                <a:gd name="connsiteY947" fmla="*/ 254222 h 409575"/>
                <a:gd name="connsiteX948" fmla="*/ 182975 w 438150"/>
                <a:gd name="connsiteY948" fmla="*/ 254794 h 409575"/>
                <a:gd name="connsiteX949" fmla="*/ 183071 w 438150"/>
                <a:gd name="connsiteY949" fmla="*/ 257080 h 409575"/>
                <a:gd name="connsiteX950" fmla="*/ 182975 w 438150"/>
                <a:gd name="connsiteY950" fmla="*/ 259461 h 409575"/>
                <a:gd name="connsiteX951" fmla="*/ 183071 w 438150"/>
                <a:gd name="connsiteY951" fmla="*/ 260509 h 409575"/>
                <a:gd name="connsiteX952" fmla="*/ 183451 w 438150"/>
                <a:gd name="connsiteY952" fmla="*/ 262414 h 409575"/>
                <a:gd name="connsiteX953" fmla="*/ 184023 w 438150"/>
                <a:gd name="connsiteY953" fmla="*/ 263938 h 409575"/>
                <a:gd name="connsiteX954" fmla="*/ 184118 w 438150"/>
                <a:gd name="connsiteY954" fmla="*/ 264414 h 409575"/>
                <a:gd name="connsiteX955" fmla="*/ 184213 w 438150"/>
                <a:gd name="connsiteY955" fmla="*/ 265557 h 409575"/>
                <a:gd name="connsiteX956" fmla="*/ 184118 w 438150"/>
                <a:gd name="connsiteY956" fmla="*/ 266128 h 409575"/>
                <a:gd name="connsiteX957" fmla="*/ 183737 w 438150"/>
                <a:gd name="connsiteY957" fmla="*/ 266700 h 409575"/>
                <a:gd name="connsiteX958" fmla="*/ 182880 w 438150"/>
                <a:gd name="connsiteY958" fmla="*/ 267367 h 409575"/>
                <a:gd name="connsiteX959" fmla="*/ 182404 w 438150"/>
                <a:gd name="connsiteY959" fmla="*/ 267843 h 409575"/>
                <a:gd name="connsiteX960" fmla="*/ 181928 w 438150"/>
                <a:gd name="connsiteY960" fmla="*/ 269272 h 409575"/>
                <a:gd name="connsiteX961" fmla="*/ 181451 w 438150"/>
                <a:gd name="connsiteY961" fmla="*/ 270319 h 409575"/>
                <a:gd name="connsiteX962" fmla="*/ 181451 w 438150"/>
                <a:gd name="connsiteY962" fmla="*/ 270796 h 409575"/>
                <a:gd name="connsiteX963" fmla="*/ 181737 w 438150"/>
                <a:gd name="connsiteY963" fmla="*/ 271177 h 409575"/>
                <a:gd name="connsiteX964" fmla="*/ 182689 w 438150"/>
                <a:gd name="connsiteY964" fmla="*/ 271558 h 409575"/>
                <a:gd name="connsiteX965" fmla="*/ 182975 w 438150"/>
                <a:gd name="connsiteY965" fmla="*/ 271939 h 409575"/>
                <a:gd name="connsiteX966" fmla="*/ 183071 w 438150"/>
                <a:gd name="connsiteY966" fmla="*/ 272510 h 409575"/>
                <a:gd name="connsiteX967" fmla="*/ 182975 w 438150"/>
                <a:gd name="connsiteY967" fmla="*/ 273082 h 409575"/>
                <a:gd name="connsiteX968" fmla="*/ 182689 w 438150"/>
                <a:gd name="connsiteY968" fmla="*/ 274130 h 409575"/>
                <a:gd name="connsiteX969" fmla="*/ 181451 w 438150"/>
                <a:gd name="connsiteY969" fmla="*/ 275272 h 409575"/>
                <a:gd name="connsiteX970" fmla="*/ 178213 w 438150"/>
                <a:gd name="connsiteY970" fmla="*/ 277368 h 409575"/>
                <a:gd name="connsiteX971" fmla="*/ 177355 w 438150"/>
                <a:gd name="connsiteY971" fmla="*/ 277749 h 409575"/>
                <a:gd name="connsiteX972" fmla="*/ 172783 w 438150"/>
                <a:gd name="connsiteY972" fmla="*/ 278701 h 409575"/>
                <a:gd name="connsiteX973" fmla="*/ 170593 w 438150"/>
                <a:gd name="connsiteY973" fmla="*/ 278797 h 409575"/>
                <a:gd name="connsiteX974" fmla="*/ 170116 w 438150"/>
                <a:gd name="connsiteY974" fmla="*/ 278987 h 409575"/>
                <a:gd name="connsiteX975" fmla="*/ 169736 w 438150"/>
                <a:gd name="connsiteY975" fmla="*/ 279463 h 409575"/>
                <a:gd name="connsiteX976" fmla="*/ 169450 w 438150"/>
                <a:gd name="connsiteY976" fmla="*/ 280321 h 409575"/>
                <a:gd name="connsiteX977" fmla="*/ 169354 w 438150"/>
                <a:gd name="connsiteY977" fmla="*/ 280988 h 409575"/>
                <a:gd name="connsiteX978" fmla="*/ 169545 w 438150"/>
                <a:gd name="connsiteY978" fmla="*/ 283273 h 409575"/>
                <a:gd name="connsiteX979" fmla="*/ 169450 w 438150"/>
                <a:gd name="connsiteY979" fmla="*/ 284226 h 409575"/>
                <a:gd name="connsiteX980" fmla="*/ 169450 w 438150"/>
                <a:gd name="connsiteY980" fmla="*/ 284321 h 409575"/>
                <a:gd name="connsiteX981" fmla="*/ 169354 w 438150"/>
                <a:gd name="connsiteY981" fmla="*/ 284512 h 409575"/>
                <a:gd name="connsiteX982" fmla="*/ 168878 w 438150"/>
                <a:gd name="connsiteY982" fmla="*/ 285083 h 409575"/>
                <a:gd name="connsiteX983" fmla="*/ 168021 w 438150"/>
                <a:gd name="connsiteY983" fmla="*/ 285750 h 409575"/>
                <a:gd name="connsiteX984" fmla="*/ 162306 w 438150"/>
                <a:gd name="connsiteY984" fmla="*/ 289084 h 409575"/>
                <a:gd name="connsiteX985" fmla="*/ 161258 w 438150"/>
                <a:gd name="connsiteY985" fmla="*/ 290036 h 409575"/>
                <a:gd name="connsiteX986" fmla="*/ 160115 w 438150"/>
                <a:gd name="connsiteY986" fmla="*/ 292322 h 409575"/>
                <a:gd name="connsiteX987" fmla="*/ 159925 w 438150"/>
                <a:gd name="connsiteY987" fmla="*/ 293370 h 409575"/>
                <a:gd name="connsiteX988" fmla="*/ 159925 w 438150"/>
                <a:gd name="connsiteY988" fmla="*/ 293846 h 409575"/>
                <a:gd name="connsiteX989" fmla="*/ 160020 w 438150"/>
                <a:gd name="connsiteY989" fmla="*/ 294513 h 409575"/>
                <a:gd name="connsiteX990" fmla="*/ 160306 w 438150"/>
                <a:gd name="connsiteY990" fmla="*/ 295084 h 409575"/>
                <a:gd name="connsiteX991" fmla="*/ 160877 w 438150"/>
                <a:gd name="connsiteY991" fmla="*/ 295751 h 409575"/>
                <a:gd name="connsiteX992" fmla="*/ 161354 w 438150"/>
                <a:gd name="connsiteY992" fmla="*/ 296227 h 409575"/>
                <a:gd name="connsiteX993" fmla="*/ 161639 w 438150"/>
                <a:gd name="connsiteY993" fmla="*/ 296609 h 409575"/>
                <a:gd name="connsiteX994" fmla="*/ 161734 w 438150"/>
                <a:gd name="connsiteY994" fmla="*/ 296989 h 409575"/>
                <a:gd name="connsiteX995" fmla="*/ 161449 w 438150"/>
                <a:gd name="connsiteY995" fmla="*/ 297466 h 409575"/>
                <a:gd name="connsiteX996" fmla="*/ 161068 w 438150"/>
                <a:gd name="connsiteY996" fmla="*/ 297751 h 409575"/>
                <a:gd name="connsiteX997" fmla="*/ 159734 w 438150"/>
                <a:gd name="connsiteY997" fmla="*/ 298418 h 409575"/>
                <a:gd name="connsiteX998" fmla="*/ 159353 w 438150"/>
                <a:gd name="connsiteY998" fmla="*/ 298704 h 409575"/>
                <a:gd name="connsiteX999" fmla="*/ 159163 w 438150"/>
                <a:gd name="connsiteY999" fmla="*/ 299085 h 409575"/>
                <a:gd name="connsiteX1000" fmla="*/ 159067 w 438150"/>
                <a:gd name="connsiteY1000" fmla="*/ 299561 h 409575"/>
                <a:gd name="connsiteX1001" fmla="*/ 158972 w 438150"/>
                <a:gd name="connsiteY1001" fmla="*/ 300133 h 409575"/>
                <a:gd name="connsiteX1002" fmla="*/ 158877 w 438150"/>
                <a:gd name="connsiteY1002" fmla="*/ 300609 h 409575"/>
                <a:gd name="connsiteX1003" fmla="*/ 158591 w 438150"/>
                <a:gd name="connsiteY1003" fmla="*/ 300990 h 409575"/>
                <a:gd name="connsiteX1004" fmla="*/ 157734 w 438150"/>
                <a:gd name="connsiteY1004" fmla="*/ 301371 h 409575"/>
                <a:gd name="connsiteX1005" fmla="*/ 157543 w 438150"/>
                <a:gd name="connsiteY1005" fmla="*/ 301752 h 409575"/>
                <a:gd name="connsiteX1006" fmla="*/ 157639 w 438150"/>
                <a:gd name="connsiteY1006" fmla="*/ 302323 h 409575"/>
                <a:gd name="connsiteX1007" fmla="*/ 159544 w 438150"/>
                <a:gd name="connsiteY1007" fmla="*/ 304324 h 409575"/>
                <a:gd name="connsiteX1008" fmla="*/ 160020 w 438150"/>
                <a:gd name="connsiteY1008" fmla="*/ 304705 h 409575"/>
                <a:gd name="connsiteX1009" fmla="*/ 161258 w 438150"/>
                <a:gd name="connsiteY1009" fmla="*/ 305371 h 409575"/>
                <a:gd name="connsiteX1010" fmla="*/ 162020 w 438150"/>
                <a:gd name="connsiteY1010" fmla="*/ 305943 h 409575"/>
                <a:gd name="connsiteX1011" fmla="*/ 163354 w 438150"/>
                <a:gd name="connsiteY1011" fmla="*/ 307086 h 409575"/>
                <a:gd name="connsiteX1012" fmla="*/ 164116 w 438150"/>
                <a:gd name="connsiteY1012" fmla="*/ 307372 h 409575"/>
                <a:gd name="connsiteX1013" fmla="*/ 164687 w 438150"/>
                <a:gd name="connsiteY1013" fmla="*/ 307372 h 409575"/>
                <a:gd name="connsiteX1014" fmla="*/ 165068 w 438150"/>
                <a:gd name="connsiteY1014" fmla="*/ 307181 h 409575"/>
                <a:gd name="connsiteX1015" fmla="*/ 165449 w 438150"/>
                <a:gd name="connsiteY1015" fmla="*/ 307086 h 409575"/>
                <a:gd name="connsiteX1016" fmla="*/ 165925 w 438150"/>
                <a:gd name="connsiteY1016" fmla="*/ 307276 h 409575"/>
                <a:gd name="connsiteX1017" fmla="*/ 166402 w 438150"/>
                <a:gd name="connsiteY1017" fmla="*/ 307657 h 409575"/>
                <a:gd name="connsiteX1018" fmla="*/ 166878 w 438150"/>
                <a:gd name="connsiteY1018" fmla="*/ 308419 h 409575"/>
                <a:gd name="connsiteX1019" fmla="*/ 167640 w 438150"/>
                <a:gd name="connsiteY1019" fmla="*/ 309943 h 409575"/>
                <a:gd name="connsiteX1020" fmla="*/ 168116 w 438150"/>
                <a:gd name="connsiteY1020" fmla="*/ 310610 h 409575"/>
                <a:gd name="connsiteX1021" fmla="*/ 168116 w 438150"/>
                <a:gd name="connsiteY1021" fmla="*/ 311848 h 409575"/>
                <a:gd name="connsiteX1022" fmla="*/ 167354 w 438150"/>
                <a:gd name="connsiteY1022" fmla="*/ 315754 h 409575"/>
                <a:gd name="connsiteX1023" fmla="*/ 167735 w 438150"/>
                <a:gd name="connsiteY1023" fmla="*/ 317087 h 409575"/>
                <a:gd name="connsiteX1024" fmla="*/ 168307 w 438150"/>
                <a:gd name="connsiteY1024" fmla="*/ 317659 h 409575"/>
                <a:gd name="connsiteX1025" fmla="*/ 170497 w 438150"/>
                <a:gd name="connsiteY1025" fmla="*/ 319183 h 409575"/>
                <a:gd name="connsiteX1026" fmla="*/ 171069 w 438150"/>
                <a:gd name="connsiteY1026" fmla="*/ 319564 h 409575"/>
                <a:gd name="connsiteX1027" fmla="*/ 172021 w 438150"/>
                <a:gd name="connsiteY1027" fmla="*/ 319945 h 409575"/>
                <a:gd name="connsiteX1028" fmla="*/ 172403 w 438150"/>
                <a:gd name="connsiteY1028" fmla="*/ 320230 h 409575"/>
                <a:gd name="connsiteX1029" fmla="*/ 172783 w 438150"/>
                <a:gd name="connsiteY1029" fmla="*/ 320516 h 409575"/>
                <a:gd name="connsiteX1030" fmla="*/ 173355 w 438150"/>
                <a:gd name="connsiteY1030" fmla="*/ 321373 h 409575"/>
                <a:gd name="connsiteX1031" fmla="*/ 173641 w 438150"/>
                <a:gd name="connsiteY1031" fmla="*/ 321659 h 409575"/>
                <a:gd name="connsiteX1032" fmla="*/ 174022 w 438150"/>
                <a:gd name="connsiteY1032" fmla="*/ 321945 h 409575"/>
                <a:gd name="connsiteX1033" fmla="*/ 175070 w 438150"/>
                <a:gd name="connsiteY1033" fmla="*/ 322326 h 409575"/>
                <a:gd name="connsiteX1034" fmla="*/ 180594 w 438150"/>
                <a:gd name="connsiteY1034" fmla="*/ 323278 h 409575"/>
                <a:gd name="connsiteX1035" fmla="*/ 183642 w 438150"/>
                <a:gd name="connsiteY1035" fmla="*/ 324517 h 409575"/>
                <a:gd name="connsiteX1036" fmla="*/ 184023 w 438150"/>
                <a:gd name="connsiteY1036" fmla="*/ 324802 h 409575"/>
                <a:gd name="connsiteX1037" fmla="*/ 184309 w 438150"/>
                <a:gd name="connsiteY1037" fmla="*/ 325184 h 409575"/>
                <a:gd name="connsiteX1038" fmla="*/ 184404 w 438150"/>
                <a:gd name="connsiteY1038" fmla="*/ 325660 h 409575"/>
                <a:gd name="connsiteX1039" fmla="*/ 184118 w 438150"/>
                <a:gd name="connsiteY1039" fmla="*/ 326231 h 409575"/>
                <a:gd name="connsiteX1040" fmla="*/ 183832 w 438150"/>
                <a:gd name="connsiteY1040" fmla="*/ 326707 h 409575"/>
                <a:gd name="connsiteX1041" fmla="*/ 183166 w 438150"/>
                <a:gd name="connsiteY1041" fmla="*/ 327374 h 409575"/>
                <a:gd name="connsiteX1042" fmla="*/ 182880 w 438150"/>
                <a:gd name="connsiteY1042" fmla="*/ 327755 h 409575"/>
                <a:gd name="connsiteX1043" fmla="*/ 182594 w 438150"/>
                <a:gd name="connsiteY1043" fmla="*/ 328136 h 409575"/>
                <a:gd name="connsiteX1044" fmla="*/ 182499 w 438150"/>
                <a:gd name="connsiteY1044" fmla="*/ 328708 h 409575"/>
                <a:gd name="connsiteX1045" fmla="*/ 182594 w 438150"/>
                <a:gd name="connsiteY1045" fmla="*/ 329279 h 409575"/>
                <a:gd name="connsiteX1046" fmla="*/ 183071 w 438150"/>
                <a:gd name="connsiteY1046" fmla="*/ 330041 h 409575"/>
                <a:gd name="connsiteX1047" fmla="*/ 183547 w 438150"/>
                <a:gd name="connsiteY1047" fmla="*/ 330422 h 409575"/>
                <a:gd name="connsiteX1048" fmla="*/ 184118 w 438150"/>
                <a:gd name="connsiteY1048" fmla="*/ 330708 h 409575"/>
                <a:gd name="connsiteX1049" fmla="*/ 186404 w 438150"/>
                <a:gd name="connsiteY1049" fmla="*/ 331375 h 409575"/>
                <a:gd name="connsiteX1050" fmla="*/ 187452 w 438150"/>
                <a:gd name="connsiteY1050" fmla="*/ 331565 h 409575"/>
                <a:gd name="connsiteX1051" fmla="*/ 188023 w 438150"/>
                <a:gd name="connsiteY1051" fmla="*/ 331565 h 409575"/>
                <a:gd name="connsiteX1052" fmla="*/ 188500 w 438150"/>
                <a:gd name="connsiteY1052" fmla="*/ 331470 h 409575"/>
                <a:gd name="connsiteX1053" fmla="*/ 188881 w 438150"/>
                <a:gd name="connsiteY1053" fmla="*/ 331184 h 409575"/>
                <a:gd name="connsiteX1054" fmla="*/ 189166 w 438150"/>
                <a:gd name="connsiteY1054" fmla="*/ 330803 h 409575"/>
                <a:gd name="connsiteX1055" fmla="*/ 189452 w 438150"/>
                <a:gd name="connsiteY1055" fmla="*/ 330422 h 409575"/>
                <a:gd name="connsiteX1056" fmla="*/ 189929 w 438150"/>
                <a:gd name="connsiteY1056" fmla="*/ 329470 h 409575"/>
                <a:gd name="connsiteX1057" fmla="*/ 190214 w 438150"/>
                <a:gd name="connsiteY1057" fmla="*/ 329089 h 409575"/>
                <a:gd name="connsiteX1058" fmla="*/ 190500 w 438150"/>
                <a:gd name="connsiteY1058" fmla="*/ 328708 h 409575"/>
                <a:gd name="connsiteX1059" fmla="*/ 190881 w 438150"/>
                <a:gd name="connsiteY1059" fmla="*/ 328422 h 409575"/>
                <a:gd name="connsiteX1060" fmla="*/ 191357 w 438150"/>
                <a:gd name="connsiteY1060" fmla="*/ 328231 h 409575"/>
                <a:gd name="connsiteX1061" fmla="*/ 191833 w 438150"/>
                <a:gd name="connsiteY1061" fmla="*/ 328136 h 409575"/>
                <a:gd name="connsiteX1062" fmla="*/ 192405 w 438150"/>
                <a:gd name="connsiteY1062" fmla="*/ 328327 h 409575"/>
                <a:gd name="connsiteX1063" fmla="*/ 192881 w 438150"/>
                <a:gd name="connsiteY1063" fmla="*/ 328803 h 409575"/>
                <a:gd name="connsiteX1064" fmla="*/ 193167 w 438150"/>
                <a:gd name="connsiteY1064" fmla="*/ 329660 h 409575"/>
                <a:gd name="connsiteX1065" fmla="*/ 193357 w 438150"/>
                <a:gd name="connsiteY1065" fmla="*/ 331565 h 409575"/>
                <a:gd name="connsiteX1066" fmla="*/ 193453 w 438150"/>
                <a:gd name="connsiteY1066" fmla="*/ 332042 h 409575"/>
                <a:gd name="connsiteX1067" fmla="*/ 193643 w 438150"/>
                <a:gd name="connsiteY1067" fmla="*/ 332518 h 409575"/>
                <a:gd name="connsiteX1068" fmla="*/ 194024 w 438150"/>
                <a:gd name="connsiteY1068" fmla="*/ 332803 h 409575"/>
                <a:gd name="connsiteX1069" fmla="*/ 194500 w 438150"/>
                <a:gd name="connsiteY1069" fmla="*/ 332994 h 409575"/>
                <a:gd name="connsiteX1070" fmla="*/ 194977 w 438150"/>
                <a:gd name="connsiteY1070" fmla="*/ 332994 h 409575"/>
                <a:gd name="connsiteX1071" fmla="*/ 195453 w 438150"/>
                <a:gd name="connsiteY1071" fmla="*/ 332803 h 409575"/>
                <a:gd name="connsiteX1072" fmla="*/ 196215 w 438150"/>
                <a:gd name="connsiteY1072" fmla="*/ 332327 h 409575"/>
                <a:gd name="connsiteX1073" fmla="*/ 196691 w 438150"/>
                <a:gd name="connsiteY1073" fmla="*/ 332137 h 409575"/>
                <a:gd name="connsiteX1074" fmla="*/ 197167 w 438150"/>
                <a:gd name="connsiteY1074" fmla="*/ 332042 h 409575"/>
                <a:gd name="connsiteX1075" fmla="*/ 197739 w 438150"/>
                <a:gd name="connsiteY1075" fmla="*/ 332137 h 409575"/>
                <a:gd name="connsiteX1076" fmla="*/ 198215 w 438150"/>
                <a:gd name="connsiteY1076" fmla="*/ 332327 h 409575"/>
                <a:gd name="connsiteX1077" fmla="*/ 198596 w 438150"/>
                <a:gd name="connsiteY1077" fmla="*/ 332613 h 409575"/>
                <a:gd name="connsiteX1078" fmla="*/ 198787 w 438150"/>
                <a:gd name="connsiteY1078" fmla="*/ 332899 h 409575"/>
                <a:gd name="connsiteX1079" fmla="*/ 198977 w 438150"/>
                <a:gd name="connsiteY1079" fmla="*/ 333280 h 409575"/>
                <a:gd name="connsiteX1080" fmla="*/ 199072 w 438150"/>
                <a:gd name="connsiteY1080" fmla="*/ 333946 h 409575"/>
                <a:gd name="connsiteX1081" fmla="*/ 199168 w 438150"/>
                <a:gd name="connsiteY1081" fmla="*/ 334518 h 409575"/>
                <a:gd name="connsiteX1082" fmla="*/ 199168 w 438150"/>
                <a:gd name="connsiteY1082" fmla="*/ 336899 h 409575"/>
                <a:gd name="connsiteX1083" fmla="*/ 199263 w 438150"/>
                <a:gd name="connsiteY1083" fmla="*/ 337471 h 409575"/>
                <a:gd name="connsiteX1084" fmla="*/ 199358 w 438150"/>
                <a:gd name="connsiteY1084" fmla="*/ 337947 h 409575"/>
                <a:gd name="connsiteX1085" fmla="*/ 199549 w 438150"/>
                <a:gd name="connsiteY1085" fmla="*/ 338423 h 409575"/>
                <a:gd name="connsiteX1086" fmla="*/ 200120 w 438150"/>
                <a:gd name="connsiteY1086" fmla="*/ 339661 h 409575"/>
                <a:gd name="connsiteX1087" fmla="*/ 200215 w 438150"/>
                <a:gd name="connsiteY1087" fmla="*/ 340138 h 409575"/>
                <a:gd name="connsiteX1088" fmla="*/ 200311 w 438150"/>
                <a:gd name="connsiteY1088" fmla="*/ 341281 h 409575"/>
                <a:gd name="connsiteX1089" fmla="*/ 200215 w 438150"/>
                <a:gd name="connsiteY1089" fmla="*/ 342519 h 409575"/>
                <a:gd name="connsiteX1090" fmla="*/ 195929 w 438150"/>
                <a:gd name="connsiteY1090" fmla="*/ 354139 h 409575"/>
                <a:gd name="connsiteX1091" fmla="*/ 195358 w 438150"/>
                <a:gd name="connsiteY1091" fmla="*/ 354997 h 409575"/>
                <a:gd name="connsiteX1092" fmla="*/ 194596 w 438150"/>
                <a:gd name="connsiteY1092" fmla="*/ 355759 h 409575"/>
                <a:gd name="connsiteX1093" fmla="*/ 194024 w 438150"/>
                <a:gd name="connsiteY1093" fmla="*/ 356140 h 409575"/>
                <a:gd name="connsiteX1094" fmla="*/ 193548 w 438150"/>
                <a:gd name="connsiteY1094" fmla="*/ 356425 h 409575"/>
                <a:gd name="connsiteX1095" fmla="*/ 189929 w 438150"/>
                <a:gd name="connsiteY1095" fmla="*/ 357759 h 409575"/>
                <a:gd name="connsiteX1096" fmla="*/ 189547 w 438150"/>
                <a:gd name="connsiteY1096" fmla="*/ 358045 h 409575"/>
                <a:gd name="connsiteX1097" fmla="*/ 189262 w 438150"/>
                <a:gd name="connsiteY1097" fmla="*/ 358521 h 409575"/>
                <a:gd name="connsiteX1098" fmla="*/ 188976 w 438150"/>
                <a:gd name="connsiteY1098" fmla="*/ 359283 h 409575"/>
                <a:gd name="connsiteX1099" fmla="*/ 188881 w 438150"/>
                <a:gd name="connsiteY1099" fmla="*/ 359950 h 409575"/>
                <a:gd name="connsiteX1100" fmla="*/ 188786 w 438150"/>
                <a:gd name="connsiteY1100" fmla="*/ 360617 h 409575"/>
                <a:gd name="connsiteX1101" fmla="*/ 188786 w 438150"/>
                <a:gd name="connsiteY1101" fmla="*/ 361188 h 409575"/>
                <a:gd name="connsiteX1102" fmla="*/ 189071 w 438150"/>
                <a:gd name="connsiteY1102" fmla="*/ 362521 h 409575"/>
                <a:gd name="connsiteX1103" fmla="*/ 190309 w 438150"/>
                <a:gd name="connsiteY1103" fmla="*/ 364903 h 409575"/>
                <a:gd name="connsiteX1104" fmla="*/ 190976 w 438150"/>
                <a:gd name="connsiteY1104" fmla="*/ 365474 h 409575"/>
                <a:gd name="connsiteX1105" fmla="*/ 191262 w 438150"/>
                <a:gd name="connsiteY1105" fmla="*/ 365665 h 409575"/>
                <a:gd name="connsiteX1106" fmla="*/ 192691 w 438150"/>
                <a:gd name="connsiteY1106" fmla="*/ 366903 h 409575"/>
                <a:gd name="connsiteX1107" fmla="*/ 192881 w 438150"/>
                <a:gd name="connsiteY1107" fmla="*/ 367284 h 409575"/>
                <a:gd name="connsiteX1108" fmla="*/ 193167 w 438150"/>
                <a:gd name="connsiteY1108" fmla="*/ 367760 h 409575"/>
                <a:gd name="connsiteX1109" fmla="*/ 193643 w 438150"/>
                <a:gd name="connsiteY1109" fmla="*/ 369094 h 409575"/>
                <a:gd name="connsiteX1110" fmla="*/ 193834 w 438150"/>
                <a:gd name="connsiteY1110" fmla="*/ 369475 h 409575"/>
                <a:gd name="connsiteX1111" fmla="*/ 194215 w 438150"/>
                <a:gd name="connsiteY1111" fmla="*/ 369760 h 409575"/>
                <a:gd name="connsiteX1112" fmla="*/ 195167 w 438150"/>
                <a:gd name="connsiteY1112" fmla="*/ 369856 h 409575"/>
                <a:gd name="connsiteX1113" fmla="*/ 215837 w 438150"/>
                <a:gd name="connsiteY1113" fmla="*/ 368713 h 409575"/>
                <a:gd name="connsiteX1114" fmla="*/ 217551 w 438150"/>
                <a:gd name="connsiteY1114" fmla="*/ 367951 h 409575"/>
                <a:gd name="connsiteX1115" fmla="*/ 222885 w 438150"/>
                <a:gd name="connsiteY1115" fmla="*/ 364236 h 409575"/>
                <a:gd name="connsiteX1116" fmla="*/ 223933 w 438150"/>
                <a:gd name="connsiteY1116" fmla="*/ 364141 h 409575"/>
                <a:gd name="connsiteX1117" fmla="*/ 228695 w 438150"/>
                <a:gd name="connsiteY1117" fmla="*/ 366332 h 409575"/>
                <a:gd name="connsiteX1118" fmla="*/ 230124 w 438150"/>
                <a:gd name="connsiteY1118" fmla="*/ 366617 h 409575"/>
                <a:gd name="connsiteX1119" fmla="*/ 230886 w 438150"/>
                <a:gd name="connsiteY1119" fmla="*/ 366522 h 409575"/>
                <a:gd name="connsiteX1120" fmla="*/ 231838 w 438150"/>
                <a:gd name="connsiteY1120" fmla="*/ 366236 h 409575"/>
                <a:gd name="connsiteX1121" fmla="*/ 232410 w 438150"/>
                <a:gd name="connsiteY1121" fmla="*/ 366141 h 409575"/>
                <a:gd name="connsiteX1122" fmla="*/ 234124 w 438150"/>
                <a:gd name="connsiteY1122" fmla="*/ 366332 h 409575"/>
                <a:gd name="connsiteX1123" fmla="*/ 234601 w 438150"/>
                <a:gd name="connsiteY1123" fmla="*/ 366332 h 409575"/>
                <a:gd name="connsiteX1124" fmla="*/ 235077 w 438150"/>
                <a:gd name="connsiteY1124" fmla="*/ 366141 h 409575"/>
                <a:gd name="connsiteX1125" fmla="*/ 235458 w 438150"/>
                <a:gd name="connsiteY1125" fmla="*/ 365855 h 409575"/>
                <a:gd name="connsiteX1126" fmla="*/ 235744 w 438150"/>
                <a:gd name="connsiteY1126" fmla="*/ 365474 h 409575"/>
                <a:gd name="connsiteX1127" fmla="*/ 236315 w 438150"/>
                <a:gd name="connsiteY1127" fmla="*/ 364712 h 409575"/>
                <a:gd name="connsiteX1128" fmla="*/ 236601 w 438150"/>
                <a:gd name="connsiteY1128" fmla="*/ 364426 h 409575"/>
                <a:gd name="connsiteX1129" fmla="*/ 236887 w 438150"/>
                <a:gd name="connsiteY1129" fmla="*/ 364236 h 409575"/>
                <a:gd name="connsiteX1130" fmla="*/ 237268 w 438150"/>
                <a:gd name="connsiteY1130" fmla="*/ 364141 h 409575"/>
                <a:gd name="connsiteX1131" fmla="*/ 237649 w 438150"/>
                <a:gd name="connsiteY1131" fmla="*/ 364331 h 409575"/>
                <a:gd name="connsiteX1132" fmla="*/ 237934 w 438150"/>
                <a:gd name="connsiteY1132" fmla="*/ 364808 h 409575"/>
                <a:gd name="connsiteX1133" fmla="*/ 238125 w 438150"/>
                <a:gd name="connsiteY1133" fmla="*/ 365284 h 409575"/>
                <a:gd name="connsiteX1134" fmla="*/ 238315 w 438150"/>
                <a:gd name="connsiteY1134" fmla="*/ 365760 h 409575"/>
                <a:gd name="connsiteX1135" fmla="*/ 238411 w 438150"/>
                <a:gd name="connsiteY1135" fmla="*/ 366236 h 409575"/>
                <a:gd name="connsiteX1136" fmla="*/ 238506 w 438150"/>
                <a:gd name="connsiteY1136" fmla="*/ 366712 h 409575"/>
                <a:gd name="connsiteX1137" fmla="*/ 238506 w 438150"/>
                <a:gd name="connsiteY1137" fmla="*/ 367189 h 409575"/>
                <a:gd name="connsiteX1138" fmla="*/ 238220 w 438150"/>
                <a:gd name="connsiteY1138" fmla="*/ 370427 h 409575"/>
                <a:gd name="connsiteX1139" fmla="*/ 238315 w 438150"/>
                <a:gd name="connsiteY1139" fmla="*/ 371570 h 409575"/>
                <a:gd name="connsiteX1140" fmla="*/ 238411 w 438150"/>
                <a:gd name="connsiteY1140" fmla="*/ 372046 h 409575"/>
                <a:gd name="connsiteX1141" fmla="*/ 238506 w 438150"/>
                <a:gd name="connsiteY1141" fmla="*/ 372523 h 409575"/>
                <a:gd name="connsiteX1142" fmla="*/ 238696 w 438150"/>
                <a:gd name="connsiteY1142" fmla="*/ 372999 h 409575"/>
                <a:gd name="connsiteX1143" fmla="*/ 239268 w 438150"/>
                <a:gd name="connsiteY1143" fmla="*/ 373380 h 409575"/>
                <a:gd name="connsiteX1144" fmla="*/ 240221 w 438150"/>
                <a:gd name="connsiteY1144" fmla="*/ 373761 h 409575"/>
                <a:gd name="connsiteX1145" fmla="*/ 242221 w 438150"/>
                <a:gd name="connsiteY1145" fmla="*/ 374142 h 409575"/>
                <a:gd name="connsiteX1146" fmla="*/ 246983 w 438150"/>
                <a:gd name="connsiteY1146" fmla="*/ 375952 h 409575"/>
                <a:gd name="connsiteX1147" fmla="*/ 247936 w 438150"/>
                <a:gd name="connsiteY1147" fmla="*/ 376523 h 409575"/>
                <a:gd name="connsiteX1148" fmla="*/ 249079 w 438150"/>
                <a:gd name="connsiteY1148" fmla="*/ 376904 h 409575"/>
                <a:gd name="connsiteX1149" fmla="*/ 251746 w 438150"/>
                <a:gd name="connsiteY1149" fmla="*/ 376523 h 409575"/>
                <a:gd name="connsiteX1150" fmla="*/ 252508 w 438150"/>
                <a:gd name="connsiteY1150" fmla="*/ 377285 h 409575"/>
                <a:gd name="connsiteX1151" fmla="*/ 253365 w 438150"/>
                <a:gd name="connsiteY1151" fmla="*/ 377761 h 409575"/>
                <a:gd name="connsiteX1152" fmla="*/ 255556 w 438150"/>
                <a:gd name="connsiteY1152" fmla="*/ 378524 h 409575"/>
                <a:gd name="connsiteX1153" fmla="*/ 256984 w 438150"/>
                <a:gd name="connsiteY1153" fmla="*/ 378714 h 409575"/>
                <a:gd name="connsiteX1154" fmla="*/ 259937 w 438150"/>
                <a:gd name="connsiteY1154" fmla="*/ 378524 h 409575"/>
                <a:gd name="connsiteX1155" fmla="*/ 261842 w 438150"/>
                <a:gd name="connsiteY1155" fmla="*/ 376047 h 409575"/>
                <a:gd name="connsiteX1156" fmla="*/ 262604 w 438150"/>
                <a:gd name="connsiteY1156" fmla="*/ 375666 h 409575"/>
                <a:gd name="connsiteX1157" fmla="*/ 263557 w 438150"/>
                <a:gd name="connsiteY1157" fmla="*/ 375380 h 409575"/>
                <a:gd name="connsiteX1158" fmla="*/ 265652 w 438150"/>
                <a:gd name="connsiteY1158" fmla="*/ 375380 h 409575"/>
                <a:gd name="connsiteX1159" fmla="*/ 267271 w 438150"/>
                <a:gd name="connsiteY1159" fmla="*/ 375094 h 409575"/>
                <a:gd name="connsiteX1160" fmla="*/ 268796 w 438150"/>
                <a:gd name="connsiteY1160" fmla="*/ 374428 h 409575"/>
                <a:gd name="connsiteX1161" fmla="*/ 269938 w 438150"/>
                <a:gd name="connsiteY1161" fmla="*/ 374333 h 409575"/>
                <a:gd name="connsiteX1162" fmla="*/ 270700 w 438150"/>
                <a:gd name="connsiteY1162" fmla="*/ 374428 h 409575"/>
                <a:gd name="connsiteX1163" fmla="*/ 271367 w 438150"/>
                <a:gd name="connsiteY1163" fmla="*/ 374904 h 409575"/>
                <a:gd name="connsiteX1164" fmla="*/ 272034 w 438150"/>
                <a:gd name="connsiteY1164" fmla="*/ 375475 h 409575"/>
                <a:gd name="connsiteX1165" fmla="*/ 272701 w 438150"/>
                <a:gd name="connsiteY1165" fmla="*/ 375952 h 409575"/>
                <a:gd name="connsiteX1166" fmla="*/ 273844 w 438150"/>
                <a:gd name="connsiteY1166" fmla="*/ 376047 h 409575"/>
                <a:gd name="connsiteX1167" fmla="*/ 274987 w 438150"/>
                <a:gd name="connsiteY1167" fmla="*/ 375857 h 409575"/>
                <a:gd name="connsiteX1168" fmla="*/ 276415 w 438150"/>
                <a:gd name="connsiteY1168" fmla="*/ 375380 h 409575"/>
                <a:gd name="connsiteX1169" fmla="*/ 277939 w 438150"/>
                <a:gd name="connsiteY1169" fmla="*/ 375190 h 409575"/>
                <a:gd name="connsiteX1170" fmla="*/ 280035 w 438150"/>
                <a:gd name="connsiteY1170" fmla="*/ 375094 h 409575"/>
                <a:gd name="connsiteX1171" fmla="*/ 281368 w 438150"/>
                <a:gd name="connsiteY1171" fmla="*/ 375190 h 409575"/>
                <a:gd name="connsiteX1172" fmla="*/ 282321 w 438150"/>
                <a:gd name="connsiteY1172" fmla="*/ 375475 h 409575"/>
                <a:gd name="connsiteX1173" fmla="*/ 284131 w 438150"/>
                <a:gd name="connsiteY1173" fmla="*/ 376904 h 409575"/>
                <a:gd name="connsiteX1174" fmla="*/ 284512 w 438150"/>
                <a:gd name="connsiteY1174" fmla="*/ 377952 h 409575"/>
                <a:gd name="connsiteX1175" fmla="*/ 284607 w 438150"/>
                <a:gd name="connsiteY1175" fmla="*/ 380333 h 409575"/>
                <a:gd name="connsiteX1176" fmla="*/ 284797 w 438150"/>
                <a:gd name="connsiteY1176" fmla="*/ 381667 h 409575"/>
                <a:gd name="connsiteX1177" fmla="*/ 285083 w 438150"/>
                <a:gd name="connsiteY1177" fmla="*/ 382810 h 409575"/>
                <a:gd name="connsiteX1178" fmla="*/ 286607 w 438150"/>
                <a:gd name="connsiteY1178" fmla="*/ 384524 h 409575"/>
                <a:gd name="connsiteX1179" fmla="*/ 291655 w 438150"/>
                <a:gd name="connsiteY1179" fmla="*/ 388715 h 409575"/>
                <a:gd name="connsiteX1180" fmla="*/ 293751 w 438150"/>
                <a:gd name="connsiteY1180" fmla="*/ 391287 h 409575"/>
                <a:gd name="connsiteX1181" fmla="*/ 299942 w 438150"/>
                <a:gd name="connsiteY1181" fmla="*/ 396050 h 409575"/>
                <a:gd name="connsiteX1182" fmla="*/ 306705 w 438150"/>
                <a:gd name="connsiteY1182" fmla="*/ 398145 h 409575"/>
                <a:gd name="connsiteX1183" fmla="*/ 313944 w 438150"/>
                <a:gd name="connsiteY1183" fmla="*/ 397192 h 409575"/>
                <a:gd name="connsiteX1184" fmla="*/ 318040 w 438150"/>
                <a:gd name="connsiteY1184" fmla="*/ 396430 h 409575"/>
                <a:gd name="connsiteX1185" fmla="*/ 318611 w 438150"/>
                <a:gd name="connsiteY1185" fmla="*/ 396430 h 409575"/>
                <a:gd name="connsiteX1186" fmla="*/ 318897 w 438150"/>
                <a:gd name="connsiteY1186" fmla="*/ 396716 h 409575"/>
                <a:gd name="connsiteX1187" fmla="*/ 319088 w 438150"/>
                <a:gd name="connsiteY1187" fmla="*/ 397192 h 409575"/>
                <a:gd name="connsiteX1188" fmla="*/ 319183 w 438150"/>
                <a:gd name="connsiteY1188" fmla="*/ 398812 h 409575"/>
                <a:gd name="connsiteX1189" fmla="*/ 319278 w 438150"/>
                <a:gd name="connsiteY1189" fmla="*/ 399383 h 409575"/>
                <a:gd name="connsiteX1190" fmla="*/ 319468 w 438150"/>
                <a:gd name="connsiteY1190" fmla="*/ 399955 h 409575"/>
                <a:gd name="connsiteX1191" fmla="*/ 319945 w 438150"/>
                <a:gd name="connsiteY1191" fmla="*/ 400717 h 409575"/>
                <a:gd name="connsiteX1192" fmla="*/ 320421 w 438150"/>
                <a:gd name="connsiteY1192" fmla="*/ 401002 h 409575"/>
                <a:gd name="connsiteX1193" fmla="*/ 320992 w 438150"/>
                <a:gd name="connsiteY1193" fmla="*/ 401098 h 409575"/>
                <a:gd name="connsiteX1194" fmla="*/ 322040 w 438150"/>
                <a:gd name="connsiteY1194" fmla="*/ 401002 h 409575"/>
                <a:gd name="connsiteX1195" fmla="*/ 322516 w 438150"/>
                <a:gd name="connsiteY1195" fmla="*/ 400812 h 409575"/>
                <a:gd name="connsiteX1196" fmla="*/ 322897 w 438150"/>
                <a:gd name="connsiteY1196" fmla="*/ 400526 h 409575"/>
                <a:gd name="connsiteX1197" fmla="*/ 323659 w 438150"/>
                <a:gd name="connsiteY1197" fmla="*/ 399764 h 409575"/>
                <a:gd name="connsiteX1198" fmla="*/ 324326 w 438150"/>
                <a:gd name="connsiteY1198" fmla="*/ 399574 h 409575"/>
                <a:gd name="connsiteX1199" fmla="*/ 324803 w 438150"/>
                <a:gd name="connsiteY1199" fmla="*/ 399764 h 409575"/>
                <a:gd name="connsiteX1200" fmla="*/ 325183 w 438150"/>
                <a:gd name="connsiteY1200" fmla="*/ 400050 h 409575"/>
                <a:gd name="connsiteX1201" fmla="*/ 325564 w 438150"/>
                <a:gd name="connsiteY1201" fmla="*/ 400812 h 409575"/>
                <a:gd name="connsiteX1202" fmla="*/ 327850 w 438150"/>
                <a:gd name="connsiteY1202" fmla="*/ 408337 h 409575"/>
                <a:gd name="connsiteX1203" fmla="*/ 327946 w 438150"/>
                <a:gd name="connsiteY1203" fmla="*/ 408813 h 409575"/>
                <a:gd name="connsiteX1204" fmla="*/ 329089 w 438150"/>
                <a:gd name="connsiteY1204" fmla="*/ 412433 h 409575"/>
                <a:gd name="connsiteX1205" fmla="*/ 332518 w 438150"/>
                <a:gd name="connsiteY1205" fmla="*/ 409003 h 409575"/>
                <a:gd name="connsiteX1206" fmla="*/ 336042 w 438150"/>
                <a:gd name="connsiteY1206" fmla="*/ 404812 h 409575"/>
                <a:gd name="connsiteX1207" fmla="*/ 337185 w 438150"/>
                <a:gd name="connsiteY1207" fmla="*/ 403860 h 409575"/>
                <a:gd name="connsiteX1208" fmla="*/ 338138 w 438150"/>
                <a:gd name="connsiteY1208" fmla="*/ 403384 h 409575"/>
                <a:gd name="connsiteX1209" fmla="*/ 339376 w 438150"/>
                <a:gd name="connsiteY1209" fmla="*/ 403574 h 409575"/>
                <a:gd name="connsiteX1210" fmla="*/ 340519 w 438150"/>
                <a:gd name="connsiteY1210" fmla="*/ 403574 h 409575"/>
                <a:gd name="connsiteX1211" fmla="*/ 341281 w 438150"/>
                <a:gd name="connsiteY1211" fmla="*/ 403384 h 409575"/>
                <a:gd name="connsiteX1212" fmla="*/ 345472 w 438150"/>
                <a:gd name="connsiteY1212" fmla="*/ 401479 h 409575"/>
                <a:gd name="connsiteX1213" fmla="*/ 346234 w 438150"/>
                <a:gd name="connsiteY1213" fmla="*/ 401384 h 409575"/>
                <a:gd name="connsiteX1214" fmla="*/ 346520 w 438150"/>
                <a:gd name="connsiteY1214" fmla="*/ 401002 h 409575"/>
                <a:gd name="connsiteX1215" fmla="*/ 346615 w 438150"/>
                <a:gd name="connsiteY1215" fmla="*/ 400526 h 409575"/>
                <a:gd name="connsiteX1216" fmla="*/ 346424 w 438150"/>
                <a:gd name="connsiteY1216" fmla="*/ 398431 h 409575"/>
                <a:gd name="connsiteX1217" fmla="*/ 345948 w 438150"/>
                <a:gd name="connsiteY1217" fmla="*/ 396526 h 409575"/>
                <a:gd name="connsiteX1218" fmla="*/ 345757 w 438150"/>
                <a:gd name="connsiteY1218" fmla="*/ 396145 h 409575"/>
                <a:gd name="connsiteX1219" fmla="*/ 345567 w 438150"/>
                <a:gd name="connsiteY1219" fmla="*/ 395764 h 409575"/>
                <a:gd name="connsiteX1220" fmla="*/ 345281 w 438150"/>
                <a:gd name="connsiteY1220" fmla="*/ 395383 h 409575"/>
                <a:gd name="connsiteX1221" fmla="*/ 344900 w 438150"/>
                <a:gd name="connsiteY1221" fmla="*/ 395097 h 409575"/>
                <a:gd name="connsiteX1222" fmla="*/ 344519 w 438150"/>
                <a:gd name="connsiteY1222" fmla="*/ 394716 h 409575"/>
                <a:gd name="connsiteX1223" fmla="*/ 344329 w 438150"/>
                <a:gd name="connsiteY1223" fmla="*/ 394240 h 409575"/>
                <a:gd name="connsiteX1224" fmla="*/ 344519 w 438150"/>
                <a:gd name="connsiteY1224" fmla="*/ 393383 h 409575"/>
                <a:gd name="connsiteX1225" fmla="*/ 344900 w 438150"/>
                <a:gd name="connsiteY1225" fmla="*/ 392906 h 409575"/>
                <a:gd name="connsiteX1226" fmla="*/ 345376 w 438150"/>
                <a:gd name="connsiteY1226" fmla="*/ 392620 h 409575"/>
                <a:gd name="connsiteX1227" fmla="*/ 345853 w 438150"/>
                <a:gd name="connsiteY1227" fmla="*/ 392525 h 409575"/>
                <a:gd name="connsiteX1228" fmla="*/ 348139 w 438150"/>
                <a:gd name="connsiteY1228" fmla="*/ 392525 h 409575"/>
                <a:gd name="connsiteX1229" fmla="*/ 348901 w 438150"/>
                <a:gd name="connsiteY1229" fmla="*/ 392430 h 409575"/>
                <a:gd name="connsiteX1230" fmla="*/ 349758 w 438150"/>
                <a:gd name="connsiteY1230" fmla="*/ 392144 h 409575"/>
                <a:gd name="connsiteX1231" fmla="*/ 351949 w 438150"/>
                <a:gd name="connsiteY1231" fmla="*/ 391001 h 409575"/>
                <a:gd name="connsiteX1232" fmla="*/ 352615 w 438150"/>
                <a:gd name="connsiteY1232" fmla="*/ 390811 h 409575"/>
                <a:gd name="connsiteX1233" fmla="*/ 356806 w 438150"/>
                <a:gd name="connsiteY1233" fmla="*/ 390334 h 409575"/>
                <a:gd name="connsiteX1234" fmla="*/ 357664 w 438150"/>
                <a:gd name="connsiteY1234" fmla="*/ 390430 h 409575"/>
                <a:gd name="connsiteX1235" fmla="*/ 359759 w 438150"/>
                <a:gd name="connsiteY1235" fmla="*/ 391001 h 409575"/>
                <a:gd name="connsiteX1236" fmla="*/ 360426 w 438150"/>
                <a:gd name="connsiteY1236" fmla="*/ 391096 h 409575"/>
                <a:gd name="connsiteX1237" fmla="*/ 361188 w 438150"/>
                <a:gd name="connsiteY1237" fmla="*/ 391001 h 409575"/>
                <a:gd name="connsiteX1238" fmla="*/ 361664 w 438150"/>
                <a:gd name="connsiteY1238" fmla="*/ 390811 h 409575"/>
                <a:gd name="connsiteX1239" fmla="*/ 362903 w 438150"/>
                <a:gd name="connsiteY1239" fmla="*/ 389477 h 409575"/>
                <a:gd name="connsiteX1240" fmla="*/ 361855 w 438150"/>
                <a:gd name="connsiteY1240" fmla="*/ 384810 h 409575"/>
                <a:gd name="connsiteX1241" fmla="*/ 361283 w 438150"/>
                <a:gd name="connsiteY1241" fmla="*/ 383191 h 409575"/>
                <a:gd name="connsiteX1242" fmla="*/ 359473 w 438150"/>
                <a:gd name="connsiteY1242" fmla="*/ 380524 h 409575"/>
                <a:gd name="connsiteX1243" fmla="*/ 358997 w 438150"/>
                <a:gd name="connsiteY1243" fmla="*/ 378809 h 409575"/>
                <a:gd name="connsiteX1244" fmla="*/ 359092 w 438150"/>
                <a:gd name="connsiteY1244" fmla="*/ 378333 h 409575"/>
                <a:gd name="connsiteX1245" fmla="*/ 359283 w 438150"/>
                <a:gd name="connsiteY1245" fmla="*/ 377857 h 409575"/>
                <a:gd name="connsiteX1246" fmla="*/ 359664 w 438150"/>
                <a:gd name="connsiteY1246" fmla="*/ 377666 h 409575"/>
                <a:gd name="connsiteX1247" fmla="*/ 360140 w 438150"/>
                <a:gd name="connsiteY1247" fmla="*/ 377571 h 409575"/>
                <a:gd name="connsiteX1248" fmla="*/ 360712 w 438150"/>
                <a:gd name="connsiteY1248" fmla="*/ 377571 h 409575"/>
                <a:gd name="connsiteX1249" fmla="*/ 366713 w 438150"/>
                <a:gd name="connsiteY1249" fmla="*/ 378047 h 409575"/>
                <a:gd name="connsiteX1250" fmla="*/ 372808 w 438150"/>
                <a:gd name="connsiteY1250" fmla="*/ 377190 h 409575"/>
                <a:gd name="connsiteX1251" fmla="*/ 374237 w 438150"/>
                <a:gd name="connsiteY1251" fmla="*/ 376714 h 409575"/>
                <a:gd name="connsiteX1252" fmla="*/ 375095 w 438150"/>
                <a:gd name="connsiteY1252" fmla="*/ 376237 h 409575"/>
                <a:gd name="connsiteX1253" fmla="*/ 375380 w 438150"/>
                <a:gd name="connsiteY1253" fmla="*/ 375761 h 409575"/>
                <a:gd name="connsiteX1254" fmla="*/ 375571 w 438150"/>
                <a:gd name="connsiteY1254" fmla="*/ 375285 h 409575"/>
                <a:gd name="connsiteX1255" fmla="*/ 375666 w 438150"/>
                <a:gd name="connsiteY1255" fmla="*/ 374713 h 409575"/>
                <a:gd name="connsiteX1256" fmla="*/ 375761 w 438150"/>
                <a:gd name="connsiteY1256" fmla="*/ 374142 h 409575"/>
                <a:gd name="connsiteX1257" fmla="*/ 374809 w 438150"/>
                <a:gd name="connsiteY1257" fmla="*/ 367475 h 409575"/>
                <a:gd name="connsiteX1258" fmla="*/ 374809 w 438150"/>
                <a:gd name="connsiteY1258" fmla="*/ 366903 h 409575"/>
                <a:gd name="connsiteX1259" fmla="*/ 374904 w 438150"/>
                <a:gd name="connsiteY1259" fmla="*/ 366332 h 409575"/>
                <a:gd name="connsiteX1260" fmla="*/ 375095 w 438150"/>
                <a:gd name="connsiteY1260" fmla="*/ 365760 h 409575"/>
                <a:gd name="connsiteX1261" fmla="*/ 377095 w 438150"/>
                <a:gd name="connsiteY1261" fmla="*/ 364712 h 409575"/>
                <a:gd name="connsiteX1262" fmla="*/ 377571 w 438150"/>
                <a:gd name="connsiteY1262" fmla="*/ 364617 h 409575"/>
                <a:gd name="connsiteX1263" fmla="*/ 378047 w 438150"/>
                <a:gd name="connsiteY1263" fmla="*/ 364617 h 409575"/>
                <a:gd name="connsiteX1264" fmla="*/ 378523 w 438150"/>
                <a:gd name="connsiteY1264" fmla="*/ 364712 h 409575"/>
                <a:gd name="connsiteX1265" fmla="*/ 379190 w 438150"/>
                <a:gd name="connsiteY1265" fmla="*/ 364998 h 409575"/>
                <a:gd name="connsiteX1266" fmla="*/ 379571 w 438150"/>
                <a:gd name="connsiteY1266" fmla="*/ 365093 h 409575"/>
                <a:gd name="connsiteX1267" fmla="*/ 380143 w 438150"/>
                <a:gd name="connsiteY1267" fmla="*/ 364998 h 409575"/>
                <a:gd name="connsiteX1268" fmla="*/ 380333 w 438150"/>
                <a:gd name="connsiteY1268" fmla="*/ 364712 h 409575"/>
                <a:gd name="connsiteX1269" fmla="*/ 380429 w 438150"/>
                <a:gd name="connsiteY1269" fmla="*/ 364426 h 409575"/>
                <a:gd name="connsiteX1270" fmla="*/ 380619 w 438150"/>
                <a:gd name="connsiteY1270" fmla="*/ 363379 h 409575"/>
                <a:gd name="connsiteX1271" fmla="*/ 380714 w 438150"/>
                <a:gd name="connsiteY1271" fmla="*/ 362902 h 409575"/>
                <a:gd name="connsiteX1272" fmla="*/ 381000 w 438150"/>
                <a:gd name="connsiteY1272" fmla="*/ 362141 h 409575"/>
                <a:gd name="connsiteX1273" fmla="*/ 381286 w 438150"/>
                <a:gd name="connsiteY1273" fmla="*/ 361188 h 409575"/>
                <a:gd name="connsiteX1274" fmla="*/ 381381 w 438150"/>
                <a:gd name="connsiteY1274" fmla="*/ 360617 h 409575"/>
                <a:gd name="connsiteX1275" fmla="*/ 381381 w 438150"/>
                <a:gd name="connsiteY1275" fmla="*/ 360140 h 409575"/>
                <a:gd name="connsiteX1276" fmla="*/ 381286 w 438150"/>
                <a:gd name="connsiteY1276" fmla="*/ 359092 h 409575"/>
                <a:gd name="connsiteX1277" fmla="*/ 380905 w 438150"/>
                <a:gd name="connsiteY1277" fmla="*/ 355949 h 409575"/>
                <a:gd name="connsiteX1278" fmla="*/ 381286 w 438150"/>
                <a:gd name="connsiteY1278" fmla="*/ 354711 h 409575"/>
                <a:gd name="connsiteX1279" fmla="*/ 382143 w 438150"/>
                <a:gd name="connsiteY1279" fmla="*/ 353568 h 409575"/>
                <a:gd name="connsiteX1280" fmla="*/ 383953 w 438150"/>
                <a:gd name="connsiteY1280" fmla="*/ 349758 h 409575"/>
                <a:gd name="connsiteX1281" fmla="*/ 384524 w 438150"/>
                <a:gd name="connsiteY1281" fmla="*/ 348805 h 409575"/>
                <a:gd name="connsiteX1282" fmla="*/ 385000 w 438150"/>
                <a:gd name="connsiteY1282" fmla="*/ 348234 h 409575"/>
                <a:gd name="connsiteX1283" fmla="*/ 385381 w 438150"/>
                <a:gd name="connsiteY1283" fmla="*/ 348043 h 409575"/>
                <a:gd name="connsiteX1284" fmla="*/ 386715 w 438150"/>
                <a:gd name="connsiteY1284" fmla="*/ 347567 h 409575"/>
                <a:gd name="connsiteX1285" fmla="*/ 387191 w 438150"/>
                <a:gd name="connsiteY1285" fmla="*/ 347281 h 409575"/>
                <a:gd name="connsiteX1286" fmla="*/ 388906 w 438150"/>
                <a:gd name="connsiteY1286" fmla="*/ 346043 h 409575"/>
                <a:gd name="connsiteX1287" fmla="*/ 389096 w 438150"/>
                <a:gd name="connsiteY1287" fmla="*/ 345948 h 409575"/>
                <a:gd name="connsiteX1288" fmla="*/ 389858 w 438150"/>
                <a:gd name="connsiteY1288" fmla="*/ 345662 h 409575"/>
                <a:gd name="connsiteX1289" fmla="*/ 390906 w 438150"/>
                <a:gd name="connsiteY1289" fmla="*/ 345567 h 409575"/>
                <a:gd name="connsiteX1290" fmla="*/ 393287 w 438150"/>
                <a:gd name="connsiteY1290" fmla="*/ 345757 h 409575"/>
                <a:gd name="connsiteX1291" fmla="*/ 394430 w 438150"/>
                <a:gd name="connsiteY1291" fmla="*/ 345567 h 409575"/>
                <a:gd name="connsiteX1292" fmla="*/ 395954 w 438150"/>
                <a:gd name="connsiteY1292" fmla="*/ 345091 h 409575"/>
                <a:gd name="connsiteX1293" fmla="*/ 397192 w 438150"/>
                <a:gd name="connsiteY1293" fmla="*/ 345186 h 409575"/>
                <a:gd name="connsiteX1294" fmla="*/ 397192 w 438150"/>
                <a:gd name="connsiteY1294" fmla="*/ 345186 h 409575"/>
                <a:gd name="connsiteX1295" fmla="*/ 395573 w 438150"/>
                <a:gd name="connsiteY1295" fmla="*/ 343852 h 409575"/>
                <a:gd name="connsiteX1296" fmla="*/ 389572 w 438150"/>
                <a:gd name="connsiteY1296" fmla="*/ 334899 h 409575"/>
                <a:gd name="connsiteX1297" fmla="*/ 386905 w 438150"/>
                <a:gd name="connsiteY1297" fmla="*/ 332327 h 409575"/>
                <a:gd name="connsiteX1298" fmla="*/ 381571 w 438150"/>
                <a:gd name="connsiteY1298" fmla="*/ 326993 h 409575"/>
                <a:gd name="connsiteX1299" fmla="*/ 375380 w 438150"/>
                <a:gd name="connsiteY1299" fmla="*/ 323278 h 409575"/>
                <a:gd name="connsiteX1300" fmla="*/ 371094 w 438150"/>
                <a:gd name="connsiteY1300" fmla="*/ 321469 h 409575"/>
                <a:gd name="connsiteX1301" fmla="*/ 368427 w 438150"/>
                <a:gd name="connsiteY1301" fmla="*/ 320707 h 409575"/>
                <a:gd name="connsiteX1302" fmla="*/ 365855 w 438150"/>
                <a:gd name="connsiteY1302" fmla="*/ 320040 h 409575"/>
                <a:gd name="connsiteX1303" fmla="*/ 361569 w 438150"/>
                <a:gd name="connsiteY1303" fmla="*/ 319564 h 409575"/>
                <a:gd name="connsiteX1304" fmla="*/ 356521 w 438150"/>
                <a:gd name="connsiteY1304" fmla="*/ 318230 h 409575"/>
                <a:gd name="connsiteX1305" fmla="*/ 349853 w 438150"/>
                <a:gd name="connsiteY1305" fmla="*/ 315944 h 409575"/>
                <a:gd name="connsiteX1306" fmla="*/ 348520 w 438150"/>
                <a:gd name="connsiteY1306" fmla="*/ 314896 h 409575"/>
                <a:gd name="connsiteX1307" fmla="*/ 347663 w 438150"/>
                <a:gd name="connsiteY1307" fmla="*/ 313182 h 409575"/>
                <a:gd name="connsiteX1308" fmla="*/ 347377 w 438150"/>
                <a:gd name="connsiteY1308" fmla="*/ 310420 h 409575"/>
                <a:gd name="connsiteX1309" fmla="*/ 348234 w 438150"/>
                <a:gd name="connsiteY1309" fmla="*/ 311372 h 409575"/>
                <a:gd name="connsiteX1310" fmla="*/ 349091 w 438150"/>
                <a:gd name="connsiteY1310" fmla="*/ 312706 h 409575"/>
                <a:gd name="connsiteX1311" fmla="*/ 350139 w 438150"/>
                <a:gd name="connsiteY1311" fmla="*/ 313849 h 409575"/>
                <a:gd name="connsiteX1312" fmla="*/ 354616 w 438150"/>
                <a:gd name="connsiteY1312" fmla="*/ 315277 h 409575"/>
                <a:gd name="connsiteX1313" fmla="*/ 355949 w 438150"/>
                <a:gd name="connsiteY1313" fmla="*/ 313468 h 409575"/>
                <a:gd name="connsiteX1314" fmla="*/ 354521 w 438150"/>
                <a:gd name="connsiteY1314" fmla="*/ 309277 h 409575"/>
                <a:gd name="connsiteX1315" fmla="*/ 352330 w 438150"/>
                <a:gd name="connsiteY1315" fmla="*/ 305371 h 409575"/>
                <a:gd name="connsiteX1316" fmla="*/ 349948 w 438150"/>
                <a:gd name="connsiteY1316" fmla="*/ 299561 h 409575"/>
                <a:gd name="connsiteX1317" fmla="*/ 345091 w 438150"/>
                <a:gd name="connsiteY1317" fmla="*/ 297656 h 409575"/>
                <a:gd name="connsiteX1318" fmla="*/ 343471 w 438150"/>
                <a:gd name="connsiteY1318" fmla="*/ 297561 h 409575"/>
                <a:gd name="connsiteX1319" fmla="*/ 338233 w 438150"/>
                <a:gd name="connsiteY1319" fmla="*/ 298228 h 409575"/>
                <a:gd name="connsiteX1320" fmla="*/ 331280 w 438150"/>
                <a:gd name="connsiteY1320" fmla="*/ 295656 h 409575"/>
                <a:gd name="connsiteX1321" fmla="*/ 327374 w 438150"/>
                <a:gd name="connsiteY1321" fmla="*/ 295084 h 409575"/>
                <a:gd name="connsiteX1322" fmla="*/ 326231 w 438150"/>
                <a:gd name="connsiteY1322" fmla="*/ 295465 h 409575"/>
                <a:gd name="connsiteX1323" fmla="*/ 326136 w 438150"/>
                <a:gd name="connsiteY1323" fmla="*/ 297180 h 409575"/>
                <a:gd name="connsiteX1324" fmla="*/ 326231 w 438150"/>
                <a:gd name="connsiteY1324" fmla="*/ 299085 h 409575"/>
                <a:gd name="connsiteX1325" fmla="*/ 324326 w 438150"/>
                <a:gd name="connsiteY1325" fmla="*/ 299752 h 409575"/>
                <a:gd name="connsiteX1326" fmla="*/ 323183 w 438150"/>
                <a:gd name="connsiteY1326" fmla="*/ 300228 h 409575"/>
                <a:gd name="connsiteX1327" fmla="*/ 316992 w 438150"/>
                <a:gd name="connsiteY1327" fmla="*/ 301466 h 409575"/>
                <a:gd name="connsiteX1328" fmla="*/ 308134 w 438150"/>
                <a:gd name="connsiteY1328" fmla="*/ 305943 h 409575"/>
                <a:gd name="connsiteX1329" fmla="*/ 304038 w 438150"/>
                <a:gd name="connsiteY1329" fmla="*/ 306419 h 409575"/>
                <a:gd name="connsiteX1330" fmla="*/ 300228 w 438150"/>
                <a:gd name="connsiteY1330" fmla="*/ 305657 h 409575"/>
                <a:gd name="connsiteX1331" fmla="*/ 292894 w 438150"/>
                <a:gd name="connsiteY1331" fmla="*/ 302800 h 409575"/>
                <a:gd name="connsiteX1332" fmla="*/ 290322 w 438150"/>
                <a:gd name="connsiteY1332" fmla="*/ 302133 h 409575"/>
                <a:gd name="connsiteX1333" fmla="*/ 288131 w 438150"/>
                <a:gd name="connsiteY1333" fmla="*/ 300418 h 409575"/>
                <a:gd name="connsiteX1334" fmla="*/ 286703 w 438150"/>
                <a:gd name="connsiteY1334" fmla="*/ 298418 h 409575"/>
                <a:gd name="connsiteX1335" fmla="*/ 284893 w 438150"/>
                <a:gd name="connsiteY1335" fmla="*/ 295846 h 409575"/>
                <a:gd name="connsiteX1336" fmla="*/ 282416 w 438150"/>
                <a:gd name="connsiteY1336" fmla="*/ 293275 h 409575"/>
                <a:gd name="connsiteX1337" fmla="*/ 279178 w 438150"/>
                <a:gd name="connsiteY1337" fmla="*/ 290322 h 409575"/>
                <a:gd name="connsiteX1338" fmla="*/ 278225 w 438150"/>
                <a:gd name="connsiteY1338" fmla="*/ 289369 h 409575"/>
                <a:gd name="connsiteX1339" fmla="*/ 272605 w 438150"/>
                <a:gd name="connsiteY1339" fmla="*/ 286798 h 409575"/>
                <a:gd name="connsiteX1340" fmla="*/ 271653 w 438150"/>
                <a:gd name="connsiteY1340" fmla="*/ 285655 h 409575"/>
                <a:gd name="connsiteX1341" fmla="*/ 270986 w 438150"/>
                <a:gd name="connsiteY1341" fmla="*/ 284035 h 409575"/>
                <a:gd name="connsiteX1342" fmla="*/ 270891 w 438150"/>
                <a:gd name="connsiteY1342" fmla="*/ 282321 h 409575"/>
                <a:gd name="connsiteX1343" fmla="*/ 272891 w 438150"/>
                <a:gd name="connsiteY1343" fmla="*/ 278892 h 409575"/>
                <a:gd name="connsiteX1344" fmla="*/ 272129 w 438150"/>
                <a:gd name="connsiteY1344" fmla="*/ 278321 h 409575"/>
                <a:gd name="connsiteX1345" fmla="*/ 270224 w 438150"/>
                <a:gd name="connsiteY1345" fmla="*/ 278225 h 409575"/>
                <a:gd name="connsiteX1346" fmla="*/ 268224 w 438150"/>
                <a:gd name="connsiteY1346" fmla="*/ 277749 h 409575"/>
                <a:gd name="connsiteX1347" fmla="*/ 266795 w 438150"/>
                <a:gd name="connsiteY1347" fmla="*/ 276606 h 409575"/>
                <a:gd name="connsiteX1348" fmla="*/ 265938 w 438150"/>
                <a:gd name="connsiteY1348" fmla="*/ 275558 h 409575"/>
                <a:gd name="connsiteX1349" fmla="*/ 265081 w 438150"/>
                <a:gd name="connsiteY1349" fmla="*/ 275368 h 409575"/>
                <a:gd name="connsiteX1350" fmla="*/ 263557 w 438150"/>
                <a:gd name="connsiteY1350" fmla="*/ 276701 h 409575"/>
                <a:gd name="connsiteX1351" fmla="*/ 262604 w 438150"/>
                <a:gd name="connsiteY1351" fmla="*/ 277939 h 409575"/>
                <a:gd name="connsiteX1352" fmla="*/ 261461 w 438150"/>
                <a:gd name="connsiteY1352" fmla="*/ 279178 h 409575"/>
                <a:gd name="connsiteX1353" fmla="*/ 260032 w 438150"/>
                <a:gd name="connsiteY1353" fmla="*/ 279749 h 409575"/>
                <a:gd name="connsiteX1354" fmla="*/ 258318 w 438150"/>
                <a:gd name="connsiteY1354" fmla="*/ 279082 h 409575"/>
                <a:gd name="connsiteX1355" fmla="*/ 259461 w 438150"/>
                <a:gd name="connsiteY1355" fmla="*/ 278321 h 409575"/>
                <a:gd name="connsiteX1356" fmla="*/ 260699 w 438150"/>
                <a:gd name="connsiteY1356" fmla="*/ 277749 h 409575"/>
                <a:gd name="connsiteX1357" fmla="*/ 261747 w 438150"/>
                <a:gd name="connsiteY1357" fmla="*/ 276987 h 409575"/>
                <a:gd name="connsiteX1358" fmla="*/ 262223 w 438150"/>
                <a:gd name="connsiteY1358" fmla="*/ 275558 h 409575"/>
                <a:gd name="connsiteX1359" fmla="*/ 263938 w 438150"/>
                <a:gd name="connsiteY1359" fmla="*/ 271463 h 409575"/>
                <a:gd name="connsiteX1360" fmla="*/ 264128 w 438150"/>
                <a:gd name="connsiteY1360" fmla="*/ 270700 h 409575"/>
                <a:gd name="connsiteX1361" fmla="*/ 264700 w 438150"/>
                <a:gd name="connsiteY1361" fmla="*/ 270129 h 409575"/>
                <a:gd name="connsiteX1362" fmla="*/ 264128 w 438150"/>
                <a:gd name="connsiteY1362" fmla="*/ 268796 h 409575"/>
                <a:gd name="connsiteX1363" fmla="*/ 262699 w 438150"/>
                <a:gd name="connsiteY1363" fmla="*/ 266795 h 409575"/>
                <a:gd name="connsiteX1364" fmla="*/ 261747 w 438150"/>
                <a:gd name="connsiteY1364" fmla="*/ 265938 h 409575"/>
                <a:gd name="connsiteX1365" fmla="*/ 258889 w 438150"/>
                <a:gd name="connsiteY1365" fmla="*/ 264223 h 409575"/>
                <a:gd name="connsiteX1366" fmla="*/ 261080 w 438150"/>
                <a:gd name="connsiteY1366" fmla="*/ 263842 h 409575"/>
                <a:gd name="connsiteX1367" fmla="*/ 262699 w 438150"/>
                <a:gd name="connsiteY1367" fmla="*/ 265081 h 409575"/>
                <a:gd name="connsiteX1368" fmla="*/ 263938 w 438150"/>
                <a:gd name="connsiteY1368" fmla="*/ 266700 h 409575"/>
                <a:gd name="connsiteX1369" fmla="*/ 265176 w 438150"/>
                <a:gd name="connsiteY1369" fmla="*/ 267557 h 409575"/>
                <a:gd name="connsiteX1370" fmla="*/ 269272 w 438150"/>
                <a:gd name="connsiteY1370" fmla="*/ 266890 h 409575"/>
                <a:gd name="connsiteX1371" fmla="*/ 270415 w 438150"/>
                <a:gd name="connsiteY1371" fmla="*/ 266890 h 409575"/>
                <a:gd name="connsiteX1372" fmla="*/ 272320 w 438150"/>
                <a:gd name="connsiteY1372" fmla="*/ 267462 h 409575"/>
                <a:gd name="connsiteX1373" fmla="*/ 273367 w 438150"/>
                <a:gd name="connsiteY1373" fmla="*/ 267557 h 409575"/>
                <a:gd name="connsiteX1374" fmla="*/ 275177 w 438150"/>
                <a:gd name="connsiteY1374" fmla="*/ 268129 h 409575"/>
                <a:gd name="connsiteX1375" fmla="*/ 277082 w 438150"/>
                <a:gd name="connsiteY1375" fmla="*/ 269462 h 409575"/>
                <a:gd name="connsiteX1376" fmla="*/ 278701 w 438150"/>
                <a:gd name="connsiteY1376" fmla="*/ 271177 h 409575"/>
                <a:gd name="connsiteX1377" fmla="*/ 279654 w 438150"/>
                <a:gd name="connsiteY1377" fmla="*/ 272701 h 409575"/>
                <a:gd name="connsiteX1378" fmla="*/ 280702 w 438150"/>
                <a:gd name="connsiteY1378" fmla="*/ 277559 h 409575"/>
                <a:gd name="connsiteX1379" fmla="*/ 281749 w 438150"/>
                <a:gd name="connsiteY1379" fmla="*/ 278987 h 409575"/>
                <a:gd name="connsiteX1380" fmla="*/ 283464 w 438150"/>
                <a:gd name="connsiteY1380" fmla="*/ 277177 h 409575"/>
                <a:gd name="connsiteX1381" fmla="*/ 283369 w 438150"/>
                <a:gd name="connsiteY1381" fmla="*/ 279178 h 409575"/>
                <a:gd name="connsiteX1382" fmla="*/ 282512 w 438150"/>
                <a:gd name="connsiteY1382" fmla="*/ 282797 h 409575"/>
                <a:gd name="connsiteX1383" fmla="*/ 282321 w 438150"/>
                <a:gd name="connsiteY1383" fmla="*/ 284607 h 409575"/>
                <a:gd name="connsiteX1384" fmla="*/ 282607 w 438150"/>
                <a:gd name="connsiteY1384" fmla="*/ 286036 h 409575"/>
                <a:gd name="connsiteX1385" fmla="*/ 283369 w 438150"/>
                <a:gd name="connsiteY1385" fmla="*/ 287464 h 409575"/>
                <a:gd name="connsiteX1386" fmla="*/ 288988 w 438150"/>
                <a:gd name="connsiteY1386" fmla="*/ 296132 h 409575"/>
                <a:gd name="connsiteX1387" fmla="*/ 291179 w 438150"/>
                <a:gd name="connsiteY1387" fmla="*/ 298513 h 409575"/>
                <a:gd name="connsiteX1388" fmla="*/ 293751 w 438150"/>
                <a:gd name="connsiteY1388" fmla="*/ 300418 h 409575"/>
                <a:gd name="connsiteX1389" fmla="*/ 296799 w 438150"/>
                <a:gd name="connsiteY1389" fmla="*/ 301942 h 409575"/>
                <a:gd name="connsiteX1390" fmla="*/ 300133 w 438150"/>
                <a:gd name="connsiteY1390" fmla="*/ 303085 h 409575"/>
                <a:gd name="connsiteX1391" fmla="*/ 303657 w 438150"/>
                <a:gd name="connsiteY1391" fmla="*/ 303657 h 409575"/>
                <a:gd name="connsiteX1392" fmla="*/ 307467 w 438150"/>
                <a:gd name="connsiteY1392" fmla="*/ 303657 h 409575"/>
                <a:gd name="connsiteX1393" fmla="*/ 310896 w 438150"/>
                <a:gd name="connsiteY1393" fmla="*/ 302514 h 409575"/>
                <a:gd name="connsiteX1394" fmla="*/ 313563 w 438150"/>
                <a:gd name="connsiteY1394" fmla="*/ 300323 h 409575"/>
                <a:gd name="connsiteX1395" fmla="*/ 318421 w 438150"/>
                <a:gd name="connsiteY1395" fmla="*/ 295275 h 409575"/>
                <a:gd name="connsiteX1396" fmla="*/ 323755 w 438150"/>
                <a:gd name="connsiteY1396" fmla="*/ 292703 h 409575"/>
                <a:gd name="connsiteX1397" fmla="*/ 328803 w 438150"/>
                <a:gd name="connsiteY1397" fmla="*/ 289941 h 409575"/>
                <a:gd name="connsiteX1398" fmla="*/ 331375 w 438150"/>
                <a:gd name="connsiteY1398" fmla="*/ 289941 h 409575"/>
                <a:gd name="connsiteX1399" fmla="*/ 334804 w 438150"/>
                <a:gd name="connsiteY1399" fmla="*/ 290513 h 409575"/>
                <a:gd name="connsiteX1400" fmla="*/ 340328 w 438150"/>
                <a:gd name="connsiteY1400" fmla="*/ 290513 h 409575"/>
                <a:gd name="connsiteX1401" fmla="*/ 349091 w 438150"/>
                <a:gd name="connsiteY1401" fmla="*/ 294322 h 409575"/>
                <a:gd name="connsiteX1402" fmla="*/ 354425 w 438150"/>
                <a:gd name="connsiteY1402" fmla="*/ 295561 h 409575"/>
                <a:gd name="connsiteX1403" fmla="*/ 357283 w 438150"/>
                <a:gd name="connsiteY1403" fmla="*/ 298513 h 409575"/>
                <a:gd name="connsiteX1404" fmla="*/ 361950 w 438150"/>
                <a:gd name="connsiteY1404" fmla="*/ 304609 h 409575"/>
                <a:gd name="connsiteX1405" fmla="*/ 362426 w 438150"/>
                <a:gd name="connsiteY1405" fmla="*/ 305371 h 409575"/>
                <a:gd name="connsiteX1406" fmla="*/ 363093 w 438150"/>
                <a:gd name="connsiteY1406" fmla="*/ 307086 h 409575"/>
                <a:gd name="connsiteX1407" fmla="*/ 363569 w 438150"/>
                <a:gd name="connsiteY1407" fmla="*/ 307372 h 409575"/>
                <a:gd name="connsiteX1408" fmla="*/ 364807 w 438150"/>
                <a:gd name="connsiteY1408" fmla="*/ 307657 h 409575"/>
                <a:gd name="connsiteX1409" fmla="*/ 365093 w 438150"/>
                <a:gd name="connsiteY1409" fmla="*/ 308419 h 409575"/>
                <a:gd name="connsiteX1410" fmla="*/ 364998 w 438150"/>
                <a:gd name="connsiteY1410" fmla="*/ 309277 h 409575"/>
                <a:gd name="connsiteX1411" fmla="*/ 364998 w 438150"/>
                <a:gd name="connsiteY1411" fmla="*/ 309943 h 409575"/>
                <a:gd name="connsiteX1412" fmla="*/ 364807 w 438150"/>
                <a:gd name="connsiteY1412" fmla="*/ 312134 h 409575"/>
                <a:gd name="connsiteX1413" fmla="*/ 365570 w 438150"/>
                <a:gd name="connsiteY1413" fmla="*/ 313944 h 409575"/>
                <a:gd name="connsiteX1414" fmla="*/ 367760 w 438150"/>
                <a:gd name="connsiteY1414" fmla="*/ 314992 h 409575"/>
                <a:gd name="connsiteX1415" fmla="*/ 369951 w 438150"/>
                <a:gd name="connsiteY1415" fmla="*/ 314420 h 409575"/>
                <a:gd name="connsiteX1416" fmla="*/ 372713 w 438150"/>
                <a:gd name="connsiteY1416" fmla="*/ 314515 h 409575"/>
                <a:gd name="connsiteX1417" fmla="*/ 374523 w 438150"/>
                <a:gd name="connsiteY1417" fmla="*/ 315087 h 409575"/>
                <a:gd name="connsiteX1418" fmla="*/ 376428 w 438150"/>
                <a:gd name="connsiteY1418" fmla="*/ 316135 h 409575"/>
                <a:gd name="connsiteX1419" fmla="*/ 378714 w 438150"/>
                <a:gd name="connsiteY1419" fmla="*/ 316611 h 409575"/>
                <a:gd name="connsiteX1420" fmla="*/ 384334 w 438150"/>
                <a:gd name="connsiteY1420" fmla="*/ 312801 h 409575"/>
                <a:gd name="connsiteX1421" fmla="*/ 387763 w 438150"/>
                <a:gd name="connsiteY1421" fmla="*/ 310039 h 409575"/>
                <a:gd name="connsiteX1422" fmla="*/ 392430 w 438150"/>
                <a:gd name="connsiteY1422" fmla="*/ 307753 h 409575"/>
                <a:gd name="connsiteX1423" fmla="*/ 394906 w 438150"/>
                <a:gd name="connsiteY1423" fmla="*/ 308419 h 409575"/>
                <a:gd name="connsiteX1424" fmla="*/ 402812 w 438150"/>
                <a:gd name="connsiteY1424" fmla="*/ 312420 h 409575"/>
                <a:gd name="connsiteX1425" fmla="*/ 407956 w 438150"/>
                <a:gd name="connsiteY1425" fmla="*/ 315182 h 409575"/>
                <a:gd name="connsiteX1426" fmla="*/ 409099 w 438150"/>
                <a:gd name="connsiteY1426" fmla="*/ 315563 h 409575"/>
                <a:gd name="connsiteX1427" fmla="*/ 409575 w 438150"/>
                <a:gd name="connsiteY1427" fmla="*/ 315944 h 409575"/>
                <a:gd name="connsiteX1428" fmla="*/ 410146 w 438150"/>
                <a:gd name="connsiteY1428" fmla="*/ 316801 h 409575"/>
                <a:gd name="connsiteX1429" fmla="*/ 410908 w 438150"/>
                <a:gd name="connsiteY1429" fmla="*/ 317659 h 409575"/>
                <a:gd name="connsiteX1430" fmla="*/ 411861 w 438150"/>
                <a:gd name="connsiteY1430" fmla="*/ 318040 h 409575"/>
                <a:gd name="connsiteX1431" fmla="*/ 413671 w 438150"/>
                <a:gd name="connsiteY1431" fmla="*/ 318516 h 409575"/>
                <a:gd name="connsiteX1432" fmla="*/ 415480 w 438150"/>
                <a:gd name="connsiteY1432" fmla="*/ 319278 h 409575"/>
                <a:gd name="connsiteX1433" fmla="*/ 418147 w 438150"/>
                <a:gd name="connsiteY1433" fmla="*/ 320897 h 409575"/>
                <a:gd name="connsiteX1434" fmla="*/ 421957 w 438150"/>
                <a:gd name="connsiteY1434" fmla="*/ 322421 h 409575"/>
                <a:gd name="connsiteX1435" fmla="*/ 423577 w 438150"/>
                <a:gd name="connsiteY1435" fmla="*/ 323278 h 409575"/>
                <a:gd name="connsiteX1436" fmla="*/ 425767 w 438150"/>
                <a:gd name="connsiteY1436" fmla="*/ 323564 h 409575"/>
                <a:gd name="connsiteX1437" fmla="*/ 429482 w 438150"/>
                <a:gd name="connsiteY1437" fmla="*/ 324421 h 409575"/>
                <a:gd name="connsiteX1438" fmla="*/ 434912 w 438150"/>
                <a:gd name="connsiteY1438" fmla="*/ 326326 h 409575"/>
                <a:gd name="connsiteX1439" fmla="*/ 439293 w 438150"/>
                <a:gd name="connsiteY1439" fmla="*/ 326326 h 409575"/>
                <a:gd name="connsiteX1440" fmla="*/ 442722 w 438150"/>
                <a:gd name="connsiteY1440" fmla="*/ 324898 h 409575"/>
                <a:gd name="connsiteX1441" fmla="*/ 443960 w 438150"/>
                <a:gd name="connsiteY1441" fmla="*/ 322993 h 409575"/>
                <a:gd name="connsiteX1442" fmla="*/ 443198 w 438150"/>
                <a:gd name="connsiteY1442" fmla="*/ 320135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</a:cxnLst>
              <a:rect l="l" t="t" r="r" b="b"/>
              <a:pathLst>
                <a:path w="438150" h="409575">
                  <a:moveTo>
                    <a:pt x="272701" y="284607"/>
                  </a:moveTo>
                  <a:lnTo>
                    <a:pt x="272605" y="284988"/>
                  </a:lnTo>
                  <a:lnTo>
                    <a:pt x="272987" y="285750"/>
                  </a:lnTo>
                  <a:lnTo>
                    <a:pt x="273272" y="285845"/>
                  </a:lnTo>
                  <a:lnTo>
                    <a:pt x="274034" y="285845"/>
                  </a:lnTo>
                  <a:lnTo>
                    <a:pt x="274891" y="286321"/>
                  </a:lnTo>
                  <a:lnTo>
                    <a:pt x="277178" y="286988"/>
                  </a:lnTo>
                  <a:lnTo>
                    <a:pt x="278416" y="287655"/>
                  </a:lnTo>
                  <a:lnTo>
                    <a:pt x="280988" y="290131"/>
                  </a:lnTo>
                  <a:lnTo>
                    <a:pt x="281940" y="290322"/>
                  </a:lnTo>
                  <a:lnTo>
                    <a:pt x="281940" y="289465"/>
                  </a:lnTo>
                  <a:lnTo>
                    <a:pt x="280321" y="285464"/>
                  </a:lnTo>
                  <a:lnTo>
                    <a:pt x="279845" y="282607"/>
                  </a:lnTo>
                  <a:lnTo>
                    <a:pt x="276511" y="273463"/>
                  </a:lnTo>
                  <a:lnTo>
                    <a:pt x="274987" y="271272"/>
                  </a:lnTo>
                  <a:lnTo>
                    <a:pt x="272701" y="269748"/>
                  </a:lnTo>
                  <a:lnTo>
                    <a:pt x="269938" y="269653"/>
                  </a:lnTo>
                  <a:lnTo>
                    <a:pt x="267176" y="271558"/>
                  </a:lnTo>
                  <a:lnTo>
                    <a:pt x="267462" y="273748"/>
                  </a:lnTo>
                  <a:lnTo>
                    <a:pt x="269843" y="275749"/>
                  </a:lnTo>
                  <a:lnTo>
                    <a:pt x="272987" y="277273"/>
                  </a:lnTo>
                  <a:lnTo>
                    <a:pt x="275368" y="278035"/>
                  </a:lnTo>
                  <a:lnTo>
                    <a:pt x="274606" y="279368"/>
                  </a:lnTo>
                  <a:lnTo>
                    <a:pt x="273748" y="280321"/>
                  </a:lnTo>
                  <a:lnTo>
                    <a:pt x="273082" y="281559"/>
                  </a:lnTo>
                  <a:lnTo>
                    <a:pt x="273177" y="283750"/>
                  </a:lnTo>
                  <a:lnTo>
                    <a:pt x="273082" y="284226"/>
                  </a:lnTo>
                  <a:lnTo>
                    <a:pt x="272701" y="284607"/>
                  </a:lnTo>
                  <a:close/>
                  <a:moveTo>
                    <a:pt x="443198" y="320135"/>
                  </a:moveTo>
                  <a:lnTo>
                    <a:pt x="441579" y="317087"/>
                  </a:lnTo>
                  <a:lnTo>
                    <a:pt x="439388" y="313372"/>
                  </a:lnTo>
                  <a:lnTo>
                    <a:pt x="439388" y="309848"/>
                  </a:lnTo>
                  <a:lnTo>
                    <a:pt x="437197" y="306038"/>
                  </a:lnTo>
                  <a:lnTo>
                    <a:pt x="435388" y="303847"/>
                  </a:lnTo>
                  <a:lnTo>
                    <a:pt x="435102" y="301561"/>
                  </a:lnTo>
                  <a:lnTo>
                    <a:pt x="433197" y="299847"/>
                  </a:lnTo>
                  <a:lnTo>
                    <a:pt x="430435" y="297561"/>
                  </a:lnTo>
                  <a:lnTo>
                    <a:pt x="427482" y="295561"/>
                  </a:lnTo>
                  <a:lnTo>
                    <a:pt x="426720" y="294703"/>
                  </a:lnTo>
                  <a:lnTo>
                    <a:pt x="423958" y="293084"/>
                  </a:lnTo>
                  <a:lnTo>
                    <a:pt x="421767" y="291179"/>
                  </a:lnTo>
                  <a:lnTo>
                    <a:pt x="416909" y="288893"/>
                  </a:lnTo>
                  <a:lnTo>
                    <a:pt x="413671" y="287464"/>
                  </a:lnTo>
                  <a:lnTo>
                    <a:pt x="411766" y="286893"/>
                  </a:lnTo>
                  <a:lnTo>
                    <a:pt x="409004" y="286702"/>
                  </a:lnTo>
                  <a:lnTo>
                    <a:pt x="408337" y="286893"/>
                  </a:lnTo>
                  <a:lnTo>
                    <a:pt x="407861" y="286702"/>
                  </a:lnTo>
                  <a:lnTo>
                    <a:pt x="407098" y="285845"/>
                  </a:lnTo>
                  <a:lnTo>
                    <a:pt x="406622" y="285655"/>
                  </a:lnTo>
                  <a:lnTo>
                    <a:pt x="406241" y="285845"/>
                  </a:lnTo>
                  <a:lnTo>
                    <a:pt x="405765" y="286226"/>
                  </a:lnTo>
                  <a:lnTo>
                    <a:pt x="405193" y="286512"/>
                  </a:lnTo>
                  <a:lnTo>
                    <a:pt x="404717" y="286321"/>
                  </a:lnTo>
                  <a:lnTo>
                    <a:pt x="403860" y="284512"/>
                  </a:lnTo>
                  <a:lnTo>
                    <a:pt x="403765" y="282892"/>
                  </a:lnTo>
                  <a:lnTo>
                    <a:pt x="403288" y="281654"/>
                  </a:lnTo>
                  <a:lnTo>
                    <a:pt x="401193" y="281178"/>
                  </a:lnTo>
                  <a:lnTo>
                    <a:pt x="398716" y="275653"/>
                  </a:lnTo>
                  <a:lnTo>
                    <a:pt x="398145" y="275272"/>
                  </a:lnTo>
                  <a:lnTo>
                    <a:pt x="398621" y="274606"/>
                  </a:lnTo>
                  <a:lnTo>
                    <a:pt x="399479" y="274320"/>
                  </a:lnTo>
                  <a:lnTo>
                    <a:pt x="401479" y="274034"/>
                  </a:lnTo>
                  <a:lnTo>
                    <a:pt x="402622" y="273653"/>
                  </a:lnTo>
                  <a:lnTo>
                    <a:pt x="402907" y="273463"/>
                  </a:lnTo>
                  <a:lnTo>
                    <a:pt x="402812" y="272986"/>
                  </a:lnTo>
                  <a:lnTo>
                    <a:pt x="402717" y="271748"/>
                  </a:lnTo>
                  <a:lnTo>
                    <a:pt x="401479" y="263938"/>
                  </a:lnTo>
                  <a:lnTo>
                    <a:pt x="400526" y="260890"/>
                  </a:lnTo>
                  <a:lnTo>
                    <a:pt x="397669" y="258032"/>
                  </a:lnTo>
                  <a:lnTo>
                    <a:pt x="391096" y="254889"/>
                  </a:lnTo>
                  <a:lnTo>
                    <a:pt x="386524" y="252508"/>
                  </a:lnTo>
                  <a:lnTo>
                    <a:pt x="384620" y="251936"/>
                  </a:lnTo>
                  <a:lnTo>
                    <a:pt x="383191" y="251079"/>
                  </a:lnTo>
                  <a:lnTo>
                    <a:pt x="381857" y="250317"/>
                  </a:lnTo>
                  <a:lnTo>
                    <a:pt x="378905" y="249174"/>
                  </a:lnTo>
                  <a:lnTo>
                    <a:pt x="377857" y="250031"/>
                  </a:lnTo>
                  <a:lnTo>
                    <a:pt x="377285" y="250031"/>
                  </a:lnTo>
                  <a:lnTo>
                    <a:pt x="377095" y="247840"/>
                  </a:lnTo>
                  <a:lnTo>
                    <a:pt x="376047" y="246412"/>
                  </a:lnTo>
                  <a:lnTo>
                    <a:pt x="374428" y="245650"/>
                  </a:lnTo>
                  <a:lnTo>
                    <a:pt x="372523" y="244411"/>
                  </a:lnTo>
                  <a:lnTo>
                    <a:pt x="370713" y="243364"/>
                  </a:lnTo>
                  <a:lnTo>
                    <a:pt x="367093" y="240887"/>
                  </a:lnTo>
                  <a:lnTo>
                    <a:pt x="364617" y="239935"/>
                  </a:lnTo>
                  <a:lnTo>
                    <a:pt x="362045" y="237553"/>
                  </a:lnTo>
                  <a:lnTo>
                    <a:pt x="361664" y="234791"/>
                  </a:lnTo>
                  <a:lnTo>
                    <a:pt x="358235" y="233743"/>
                  </a:lnTo>
                  <a:lnTo>
                    <a:pt x="355568" y="231267"/>
                  </a:lnTo>
                  <a:lnTo>
                    <a:pt x="355568" y="230124"/>
                  </a:lnTo>
                  <a:lnTo>
                    <a:pt x="356330" y="228695"/>
                  </a:lnTo>
                  <a:lnTo>
                    <a:pt x="356902" y="229362"/>
                  </a:lnTo>
                  <a:lnTo>
                    <a:pt x="356425" y="230029"/>
                  </a:lnTo>
                  <a:lnTo>
                    <a:pt x="356521" y="230696"/>
                  </a:lnTo>
                  <a:lnTo>
                    <a:pt x="357092" y="231362"/>
                  </a:lnTo>
                  <a:lnTo>
                    <a:pt x="357949" y="232029"/>
                  </a:lnTo>
                  <a:lnTo>
                    <a:pt x="358045" y="229171"/>
                  </a:lnTo>
                  <a:lnTo>
                    <a:pt x="357283" y="225742"/>
                  </a:lnTo>
                  <a:lnTo>
                    <a:pt x="359473" y="224218"/>
                  </a:lnTo>
                  <a:lnTo>
                    <a:pt x="361474" y="220409"/>
                  </a:lnTo>
                  <a:lnTo>
                    <a:pt x="361759" y="217456"/>
                  </a:lnTo>
                  <a:lnTo>
                    <a:pt x="360236" y="206216"/>
                  </a:lnTo>
                  <a:lnTo>
                    <a:pt x="360236" y="204788"/>
                  </a:lnTo>
                  <a:lnTo>
                    <a:pt x="360807" y="201359"/>
                  </a:lnTo>
                  <a:lnTo>
                    <a:pt x="360331" y="200215"/>
                  </a:lnTo>
                  <a:lnTo>
                    <a:pt x="358521" y="199644"/>
                  </a:lnTo>
                  <a:lnTo>
                    <a:pt x="356806" y="199930"/>
                  </a:lnTo>
                  <a:lnTo>
                    <a:pt x="355759" y="200311"/>
                  </a:lnTo>
                  <a:lnTo>
                    <a:pt x="355092" y="199834"/>
                  </a:lnTo>
                  <a:lnTo>
                    <a:pt x="354616" y="197548"/>
                  </a:lnTo>
                  <a:lnTo>
                    <a:pt x="354521" y="193929"/>
                  </a:lnTo>
                  <a:lnTo>
                    <a:pt x="354044" y="192596"/>
                  </a:lnTo>
                  <a:lnTo>
                    <a:pt x="352425" y="192310"/>
                  </a:lnTo>
                  <a:lnTo>
                    <a:pt x="353568" y="189547"/>
                  </a:lnTo>
                  <a:lnTo>
                    <a:pt x="351854" y="186976"/>
                  </a:lnTo>
                  <a:lnTo>
                    <a:pt x="347472" y="183166"/>
                  </a:lnTo>
                  <a:lnTo>
                    <a:pt x="348234" y="183071"/>
                  </a:lnTo>
                  <a:lnTo>
                    <a:pt x="348520" y="182785"/>
                  </a:lnTo>
                  <a:lnTo>
                    <a:pt x="348615" y="181356"/>
                  </a:lnTo>
                  <a:lnTo>
                    <a:pt x="348424" y="180975"/>
                  </a:lnTo>
                  <a:lnTo>
                    <a:pt x="347663" y="180118"/>
                  </a:lnTo>
                  <a:lnTo>
                    <a:pt x="347472" y="179642"/>
                  </a:lnTo>
                  <a:lnTo>
                    <a:pt x="347663" y="179070"/>
                  </a:lnTo>
                  <a:lnTo>
                    <a:pt x="348043" y="178784"/>
                  </a:lnTo>
                  <a:lnTo>
                    <a:pt x="348520" y="178594"/>
                  </a:lnTo>
                  <a:lnTo>
                    <a:pt x="348901" y="178308"/>
                  </a:lnTo>
                  <a:lnTo>
                    <a:pt x="349091" y="176975"/>
                  </a:lnTo>
                  <a:lnTo>
                    <a:pt x="348139" y="176022"/>
                  </a:lnTo>
                  <a:lnTo>
                    <a:pt x="346710" y="175450"/>
                  </a:lnTo>
                  <a:lnTo>
                    <a:pt x="345662" y="175260"/>
                  </a:lnTo>
                  <a:lnTo>
                    <a:pt x="344710" y="174688"/>
                  </a:lnTo>
                  <a:lnTo>
                    <a:pt x="343471" y="173260"/>
                  </a:lnTo>
                  <a:lnTo>
                    <a:pt x="342424" y="171640"/>
                  </a:lnTo>
                  <a:lnTo>
                    <a:pt x="342043" y="170402"/>
                  </a:lnTo>
                  <a:lnTo>
                    <a:pt x="341566" y="163259"/>
                  </a:lnTo>
                  <a:lnTo>
                    <a:pt x="341281" y="161830"/>
                  </a:lnTo>
                  <a:lnTo>
                    <a:pt x="339852" y="158115"/>
                  </a:lnTo>
                  <a:lnTo>
                    <a:pt x="339280" y="157067"/>
                  </a:lnTo>
                  <a:lnTo>
                    <a:pt x="334899" y="151828"/>
                  </a:lnTo>
                  <a:lnTo>
                    <a:pt x="334137" y="150400"/>
                  </a:lnTo>
                  <a:lnTo>
                    <a:pt x="332232" y="145923"/>
                  </a:lnTo>
                  <a:lnTo>
                    <a:pt x="331184" y="144399"/>
                  </a:lnTo>
                  <a:lnTo>
                    <a:pt x="327850" y="140684"/>
                  </a:lnTo>
                  <a:lnTo>
                    <a:pt x="328231" y="139922"/>
                  </a:lnTo>
                  <a:lnTo>
                    <a:pt x="328708" y="139541"/>
                  </a:lnTo>
                  <a:lnTo>
                    <a:pt x="329279" y="139636"/>
                  </a:lnTo>
                  <a:lnTo>
                    <a:pt x="330041" y="140113"/>
                  </a:lnTo>
                  <a:lnTo>
                    <a:pt x="329565" y="136207"/>
                  </a:lnTo>
                  <a:lnTo>
                    <a:pt x="329470" y="132493"/>
                  </a:lnTo>
                  <a:lnTo>
                    <a:pt x="328898" y="130778"/>
                  </a:lnTo>
                  <a:lnTo>
                    <a:pt x="327660" y="129635"/>
                  </a:lnTo>
                  <a:lnTo>
                    <a:pt x="326231" y="128683"/>
                  </a:lnTo>
                  <a:lnTo>
                    <a:pt x="325088" y="127540"/>
                  </a:lnTo>
                  <a:lnTo>
                    <a:pt x="325183" y="126111"/>
                  </a:lnTo>
                  <a:lnTo>
                    <a:pt x="324612" y="123920"/>
                  </a:lnTo>
                  <a:lnTo>
                    <a:pt x="323659" y="121920"/>
                  </a:lnTo>
                  <a:lnTo>
                    <a:pt x="322707" y="121063"/>
                  </a:lnTo>
                  <a:lnTo>
                    <a:pt x="321755" y="120682"/>
                  </a:lnTo>
                  <a:lnTo>
                    <a:pt x="321183" y="119729"/>
                  </a:lnTo>
                  <a:lnTo>
                    <a:pt x="321088" y="118777"/>
                  </a:lnTo>
                  <a:lnTo>
                    <a:pt x="322231" y="117919"/>
                  </a:lnTo>
                  <a:lnTo>
                    <a:pt x="322326" y="116967"/>
                  </a:lnTo>
                  <a:lnTo>
                    <a:pt x="321850" y="115062"/>
                  </a:lnTo>
                  <a:lnTo>
                    <a:pt x="320040" y="109918"/>
                  </a:lnTo>
                  <a:lnTo>
                    <a:pt x="318992" y="103632"/>
                  </a:lnTo>
                  <a:lnTo>
                    <a:pt x="318516" y="102679"/>
                  </a:lnTo>
                  <a:lnTo>
                    <a:pt x="317945" y="101917"/>
                  </a:lnTo>
                  <a:lnTo>
                    <a:pt x="317563" y="101251"/>
                  </a:lnTo>
                  <a:lnTo>
                    <a:pt x="317182" y="99727"/>
                  </a:lnTo>
                  <a:lnTo>
                    <a:pt x="315373" y="96393"/>
                  </a:lnTo>
                  <a:lnTo>
                    <a:pt x="315373" y="94012"/>
                  </a:lnTo>
                  <a:lnTo>
                    <a:pt x="314706" y="92488"/>
                  </a:lnTo>
                  <a:lnTo>
                    <a:pt x="314039" y="90392"/>
                  </a:lnTo>
                  <a:lnTo>
                    <a:pt x="313182" y="87535"/>
                  </a:lnTo>
                  <a:lnTo>
                    <a:pt x="311182" y="83629"/>
                  </a:lnTo>
                  <a:lnTo>
                    <a:pt x="310610" y="81534"/>
                  </a:lnTo>
                  <a:lnTo>
                    <a:pt x="310420" y="79153"/>
                  </a:lnTo>
                  <a:lnTo>
                    <a:pt x="309848" y="77152"/>
                  </a:lnTo>
                  <a:lnTo>
                    <a:pt x="308420" y="76009"/>
                  </a:lnTo>
                  <a:lnTo>
                    <a:pt x="298704" y="72580"/>
                  </a:lnTo>
                  <a:lnTo>
                    <a:pt x="295561" y="70866"/>
                  </a:lnTo>
                  <a:lnTo>
                    <a:pt x="291084" y="66865"/>
                  </a:lnTo>
                  <a:lnTo>
                    <a:pt x="287846" y="64770"/>
                  </a:lnTo>
                  <a:lnTo>
                    <a:pt x="284416" y="63151"/>
                  </a:lnTo>
                  <a:lnTo>
                    <a:pt x="281654" y="62484"/>
                  </a:lnTo>
                  <a:lnTo>
                    <a:pt x="278225" y="62389"/>
                  </a:lnTo>
                  <a:lnTo>
                    <a:pt x="275368" y="61913"/>
                  </a:lnTo>
                  <a:lnTo>
                    <a:pt x="272891" y="60865"/>
                  </a:lnTo>
                  <a:lnTo>
                    <a:pt x="269367" y="57721"/>
                  </a:lnTo>
                  <a:lnTo>
                    <a:pt x="267557" y="56769"/>
                  </a:lnTo>
                  <a:lnTo>
                    <a:pt x="265652" y="56102"/>
                  </a:lnTo>
                  <a:lnTo>
                    <a:pt x="264033" y="55817"/>
                  </a:lnTo>
                  <a:lnTo>
                    <a:pt x="261842" y="56007"/>
                  </a:lnTo>
                  <a:lnTo>
                    <a:pt x="260985" y="55817"/>
                  </a:lnTo>
                  <a:lnTo>
                    <a:pt x="260604" y="55531"/>
                  </a:lnTo>
                  <a:lnTo>
                    <a:pt x="260413" y="55150"/>
                  </a:lnTo>
                  <a:lnTo>
                    <a:pt x="260413" y="54673"/>
                  </a:lnTo>
                  <a:lnTo>
                    <a:pt x="260413" y="54197"/>
                  </a:lnTo>
                  <a:lnTo>
                    <a:pt x="257842" y="53054"/>
                  </a:lnTo>
                  <a:lnTo>
                    <a:pt x="257080" y="52483"/>
                  </a:lnTo>
                  <a:lnTo>
                    <a:pt x="256222" y="51149"/>
                  </a:lnTo>
                  <a:lnTo>
                    <a:pt x="251650" y="47911"/>
                  </a:lnTo>
                  <a:lnTo>
                    <a:pt x="245650" y="41243"/>
                  </a:lnTo>
                  <a:lnTo>
                    <a:pt x="246983" y="39910"/>
                  </a:lnTo>
                  <a:lnTo>
                    <a:pt x="247079" y="38290"/>
                  </a:lnTo>
                  <a:lnTo>
                    <a:pt x="246221" y="36671"/>
                  </a:lnTo>
                  <a:lnTo>
                    <a:pt x="244507" y="35338"/>
                  </a:lnTo>
                  <a:lnTo>
                    <a:pt x="243364" y="34957"/>
                  </a:lnTo>
                  <a:lnTo>
                    <a:pt x="241268" y="34861"/>
                  </a:lnTo>
                  <a:lnTo>
                    <a:pt x="240125" y="34671"/>
                  </a:lnTo>
                  <a:lnTo>
                    <a:pt x="239173" y="34100"/>
                  </a:lnTo>
                  <a:lnTo>
                    <a:pt x="237744" y="32575"/>
                  </a:lnTo>
                  <a:lnTo>
                    <a:pt x="236887" y="32004"/>
                  </a:lnTo>
                  <a:lnTo>
                    <a:pt x="235934" y="33242"/>
                  </a:lnTo>
                  <a:lnTo>
                    <a:pt x="235172" y="34100"/>
                  </a:lnTo>
                  <a:lnTo>
                    <a:pt x="234124" y="34576"/>
                  </a:lnTo>
                  <a:lnTo>
                    <a:pt x="232505" y="34766"/>
                  </a:lnTo>
                  <a:lnTo>
                    <a:pt x="228505" y="34004"/>
                  </a:lnTo>
                  <a:lnTo>
                    <a:pt x="227552" y="34195"/>
                  </a:lnTo>
                  <a:lnTo>
                    <a:pt x="226886" y="35147"/>
                  </a:lnTo>
                  <a:lnTo>
                    <a:pt x="226028" y="38100"/>
                  </a:lnTo>
                  <a:lnTo>
                    <a:pt x="225552" y="38767"/>
                  </a:lnTo>
                  <a:lnTo>
                    <a:pt x="224695" y="38195"/>
                  </a:lnTo>
                  <a:lnTo>
                    <a:pt x="224409" y="36767"/>
                  </a:lnTo>
                  <a:lnTo>
                    <a:pt x="224504" y="35242"/>
                  </a:lnTo>
                  <a:lnTo>
                    <a:pt x="224885" y="34195"/>
                  </a:lnTo>
                  <a:lnTo>
                    <a:pt x="224409" y="33528"/>
                  </a:lnTo>
                  <a:lnTo>
                    <a:pt x="225457" y="31718"/>
                  </a:lnTo>
                  <a:lnTo>
                    <a:pt x="224790" y="29337"/>
                  </a:lnTo>
                  <a:lnTo>
                    <a:pt x="224409" y="24860"/>
                  </a:lnTo>
                  <a:lnTo>
                    <a:pt x="225552" y="17526"/>
                  </a:lnTo>
                  <a:lnTo>
                    <a:pt x="225076" y="16002"/>
                  </a:lnTo>
                  <a:lnTo>
                    <a:pt x="224695" y="13430"/>
                  </a:lnTo>
                  <a:lnTo>
                    <a:pt x="224695" y="10858"/>
                  </a:lnTo>
                  <a:lnTo>
                    <a:pt x="225171" y="9239"/>
                  </a:lnTo>
                  <a:lnTo>
                    <a:pt x="225552" y="8477"/>
                  </a:lnTo>
                  <a:lnTo>
                    <a:pt x="225838" y="6191"/>
                  </a:lnTo>
                  <a:lnTo>
                    <a:pt x="226219" y="5239"/>
                  </a:lnTo>
                  <a:lnTo>
                    <a:pt x="226886" y="4667"/>
                  </a:lnTo>
                  <a:lnTo>
                    <a:pt x="227552" y="4477"/>
                  </a:lnTo>
                  <a:lnTo>
                    <a:pt x="229267" y="4286"/>
                  </a:lnTo>
                  <a:lnTo>
                    <a:pt x="231648" y="3429"/>
                  </a:lnTo>
                  <a:lnTo>
                    <a:pt x="231648" y="3429"/>
                  </a:lnTo>
                  <a:lnTo>
                    <a:pt x="231648" y="2286"/>
                  </a:lnTo>
                  <a:lnTo>
                    <a:pt x="231457" y="1810"/>
                  </a:lnTo>
                  <a:lnTo>
                    <a:pt x="231076" y="1238"/>
                  </a:lnTo>
                  <a:lnTo>
                    <a:pt x="230505" y="762"/>
                  </a:lnTo>
                  <a:lnTo>
                    <a:pt x="229457" y="286"/>
                  </a:lnTo>
                  <a:lnTo>
                    <a:pt x="228886" y="95"/>
                  </a:lnTo>
                  <a:lnTo>
                    <a:pt x="228314" y="0"/>
                  </a:lnTo>
                  <a:lnTo>
                    <a:pt x="227552" y="0"/>
                  </a:lnTo>
                  <a:lnTo>
                    <a:pt x="224790" y="286"/>
                  </a:lnTo>
                  <a:lnTo>
                    <a:pt x="223361" y="667"/>
                  </a:lnTo>
                  <a:lnTo>
                    <a:pt x="217456" y="5143"/>
                  </a:lnTo>
                  <a:lnTo>
                    <a:pt x="215360" y="6191"/>
                  </a:lnTo>
                  <a:lnTo>
                    <a:pt x="205549" y="6096"/>
                  </a:lnTo>
                  <a:lnTo>
                    <a:pt x="200787" y="6667"/>
                  </a:lnTo>
                  <a:lnTo>
                    <a:pt x="199644" y="7048"/>
                  </a:lnTo>
                  <a:lnTo>
                    <a:pt x="198596" y="7620"/>
                  </a:lnTo>
                  <a:lnTo>
                    <a:pt x="198215" y="8001"/>
                  </a:lnTo>
                  <a:lnTo>
                    <a:pt x="198025" y="8287"/>
                  </a:lnTo>
                  <a:lnTo>
                    <a:pt x="197834" y="8668"/>
                  </a:lnTo>
                  <a:lnTo>
                    <a:pt x="197739" y="9144"/>
                  </a:lnTo>
                  <a:lnTo>
                    <a:pt x="197739" y="9620"/>
                  </a:lnTo>
                  <a:lnTo>
                    <a:pt x="197834" y="12668"/>
                  </a:lnTo>
                  <a:lnTo>
                    <a:pt x="196691" y="17431"/>
                  </a:lnTo>
                  <a:lnTo>
                    <a:pt x="196501" y="18002"/>
                  </a:lnTo>
                  <a:lnTo>
                    <a:pt x="196024" y="18955"/>
                  </a:lnTo>
                  <a:lnTo>
                    <a:pt x="193167" y="23146"/>
                  </a:lnTo>
                  <a:lnTo>
                    <a:pt x="191453" y="27242"/>
                  </a:lnTo>
                  <a:lnTo>
                    <a:pt x="191357" y="27813"/>
                  </a:lnTo>
                  <a:lnTo>
                    <a:pt x="191262" y="28384"/>
                  </a:lnTo>
                  <a:lnTo>
                    <a:pt x="191357" y="30194"/>
                  </a:lnTo>
                  <a:lnTo>
                    <a:pt x="191262" y="30766"/>
                  </a:lnTo>
                  <a:lnTo>
                    <a:pt x="191167" y="31337"/>
                  </a:lnTo>
                  <a:lnTo>
                    <a:pt x="190405" y="33528"/>
                  </a:lnTo>
                  <a:lnTo>
                    <a:pt x="190214" y="34385"/>
                  </a:lnTo>
                  <a:lnTo>
                    <a:pt x="190119" y="34671"/>
                  </a:lnTo>
                  <a:lnTo>
                    <a:pt x="190119" y="35052"/>
                  </a:lnTo>
                  <a:lnTo>
                    <a:pt x="190119" y="35433"/>
                  </a:lnTo>
                  <a:lnTo>
                    <a:pt x="190119" y="35623"/>
                  </a:lnTo>
                  <a:lnTo>
                    <a:pt x="189071" y="37433"/>
                  </a:lnTo>
                  <a:lnTo>
                    <a:pt x="187357" y="39719"/>
                  </a:lnTo>
                  <a:lnTo>
                    <a:pt x="186499" y="40672"/>
                  </a:lnTo>
                  <a:lnTo>
                    <a:pt x="185738" y="41243"/>
                  </a:lnTo>
                  <a:lnTo>
                    <a:pt x="184785" y="41624"/>
                  </a:lnTo>
                  <a:lnTo>
                    <a:pt x="183832" y="41910"/>
                  </a:lnTo>
                  <a:lnTo>
                    <a:pt x="183261" y="41910"/>
                  </a:lnTo>
                  <a:lnTo>
                    <a:pt x="182689" y="41910"/>
                  </a:lnTo>
                  <a:lnTo>
                    <a:pt x="181546" y="41624"/>
                  </a:lnTo>
                  <a:lnTo>
                    <a:pt x="177070" y="39624"/>
                  </a:lnTo>
                  <a:lnTo>
                    <a:pt x="175831" y="39433"/>
                  </a:lnTo>
                  <a:lnTo>
                    <a:pt x="174022" y="39433"/>
                  </a:lnTo>
                  <a:lnTo>
                    <a:pt x="171926" y="39719"/>
                  </a:lnTo>
                  <a:lnTo>
                    <a:pt x="167545" y="41243"/>
                  </a:lnTo>
                  <a:lnTo>
                    <a:pt x="166973" y="41624"/>
                  </a:lnTo>
                  <a:lnTo>
                    <a:pt x="166497" y="42005"/>
                  </a:lnTo>
                  <a:lnTo>
                    <a:pt x="166211" y="42386"/>
                  </a:lnTo>
                  <a:lnTo>
                    <a:pt x="165925" y="42863"/>
                  </a:lnTo>
                  <a:lnTo>
                    <a:pt x="165735" y="43339"/>
                  </a:lnTo>
                  <a:lnTo>
                    <a:pt x="165640" y="43910"/>
                  </a:lnTo>
                  <a:lnTo>
                    <a:pt x="165640" y="44482"/>
                  </a:lnTo>
                  <a:lnTo>
                    <a:pt x="165735" y="45529"/>
                  </a:lnTo>
                  <a:lnTo>
                    <a:pt x="165735" y="46101"/>
                  </a:lnTo>
                  <a:lnTo>
                    <a:pt x="165640" y="46577"/>
                  </a:lnTo>
                  <a:lnTo>
                    <a:pt x="165449" y="47149"/>
                  </a:lnTo>
                  <a:lnTo>
                    <a:pt x="164116" y="48958"/>
                  </a:lnTo>
                  <a:lnTo>
                    <a:pt x="163830" y="49530"/>
                  </a:lnTo>
                  <a:lnTo>
                    <a:pt x="163449" y="50673"/>
                  </a:lnTo>
                  <a:lnTo>
                    <a:pt x="163258" y="52006"/>
                  </a:lnTo>
                  <a:lnTo>
                    <a:pt x="162973" y="59246"/>
                  </a:lnTo>
                  <a:lnTo>
                    <a:pt x="162592" y="61341"/>
                  </a:lnTo>
                  <a:lnTo>
                    <a:pt x="162211" y="62389"/>
                  </a:lnTo>
                  <a:lnTo>
                    <a:pt x="160687" y="65056"/>
                  </a:lnTo>
                  <a:lnTo>
                    <a:pt x="157924" y="66961"/>
                  </a:lnTo>
                  <a:lnTo>
                    <a:pt x="156781" y="67437"/>
                  </a:lnTo>
                  <a:lnTo>
                    <a:pt x="156496" y="67437"/>
                  </a:lnTo>
                  <a:lnTo>
                    <a:pt x="154210" y="67246"/>
                  </a:lnTo>
                  <a:lnTo>
                    <a:pt x="149162" y="68008"/>
                  </a:lnTo>
                  <a:lnTo>
                    <a:pt x="145161" y="69151"/>
                  </a:lnTo>
                  <a:lnTo>
                    <a:pt x="143351" y="69437"/>
                  </a:lnTo>
                  <a:lnTo>
                    <a:pt x="142589" y="69247"/>
                  </a:lnTo>
                  <a:lnTo>
                    <a:pt x="142589" y="68675"/>
                  </a:lnTo>
                  <a:lnTo>
                    <a:pt x="142589" y="68104"/>
                  </a:lnTo>
                  <a:lnTo>
                    <a:pt x="142875" y="66199"/>
                  </a:lnTo>
                  <a:lnTo>
                    <a:pt x="142970" y="65627"/>
                  </a:lnTo>
                  <a:lnTo>
                    <a:pt x="142875" y="65056"/>
                  </a:lnTo>
                  <a:lnTo>
                    <a:pt x="142684" y="64579"/>
                  </a:lnTo>
                  <a:lnTo>
                    <a:pt x="142399" y="64103"/>
                  </a:lnTo>
                  <a:lnTo>
                    <a:pt x="142113" y="63722"/>
                  </a:lnTo>
                  <a:lnTo>
                    <a:pt x="140970" y="62865"/>
                  </a:lnTo>
                  <a:lnTo>
                    <a:pt x="139922" y="61055"/>
                  </a:lnTo>
                  <a:lnTo>
                    <a:pt x="139922" y="59912"/>
                  </a:lnTo>
                  <a:lnTo>
                    <a:pt x="140113" y="59531"/>
                  </a:lnTo>
                  <a:lnTo>
                    <a:pt x="140684" y="58960"/>
                  </a:lnTo>
                  <a:lnTo>
                    <a:pt x="141256" y="57721"/>
                  </a:lnTo>
                  <a:lnTo>
                    <a:pt x="141637" y="56293"/>
                  </a:lnTo>
                  <a:lnTo>
                    <a:pt x="141637" y="55531"/>
                  </a:lnTo>
                  <a:lnTo>
                    <a:pt x="141446" y="54959"/>
                  </a:lnTo>
                  <a:lnTo>
                    <a:pt x="140970" y="54673"/>
                  </a:lnTo>
                  <a:lnTo>
                    <a:pt x="140494" y="54483"/>
                  </a:lnTo>
                  <a:lnTo>
                    <a:pt x="138493" y="53911"/>
                  </a:lnTo>
                  <a:lnTo>
                    <a:pt x="138017" y="53721"/>
                  </a:lnTo>
                  <a:lnTo>
                    <a:pt x="137541" y="53340"/>
                  </a:lnTo>
                  <a:lnTo>
                    <a:pt x="136874" y="52673"/>
                  </a:lnTo>
                  <a:lnTo>
                    <a:pt x="136588" y="52102"/>
                  </a:lnTo>
                  <a:lnTo>
                    <a:pt x="136493" y="51435"/>
                  </a:lnTo>
                  <a:lnTo>
                    <a:pt x="136398" y="47720"/>
                  </a:lnTo>
                  <a:lnTo>
                    <a:pt x="136112" y="46863"/>
                  </a:lnTo>
                  <a:lnTo>
                    <a:pt x="135541" y="45910"/>
                  </a:lnTo>
                  <a:lnTo>
                    <a:pt x="135064" y="45529"/>
                  </a:lnTo>
                  <a:lnTo>
                    <a:pt x="134588" y="45244"/>
                  </a:lnTo>
                  <a:lnTo>
                    <a:pt x="133540" y="44958"/>
                  </a:lnTo>
                  <a:lnTo>
                    <a:pt x="129445" y="44482"/>
                  </a:lnTo>
                  <a:lnTo>
                    <a:pt x="124968" y="42672"/>
                  </a:lnTo>
                  <a:lnTo>
                    <a:pt x="123825" y="42386"/>
                  </a:lnTo>
                  <a:lnTo>
                    <a:pt x="123254" y="42386"/>
                  </a:lnTo>
                  <a:lnTo>
                    <a:pt x="122777" y="42481"/>
                  </a:lnTo>
                  <a:lnTo>
                    <a:pt x="120872" y="43148"/>
                  </a:lnTo>
                  <a:lnTo>
                    <a:pt x="117729" y="43815"/>
                  </a:lnTo>
                  <a:lnTo>
                    <a:pt x="114014" y="43815"/>
                  </a:lnTo>
                  <a:lnTo>
                    <a:pt x="112776" y="45053"/>
                  </a:lnTo>
                  <a:lnTo>
                    <a:pt x="112490" y="46196"/>
                  </a:lnTo>
                  <a:lnTo>
                    <a:pt x="112586" y="49149"/>
                  </a:lnTo>
                  <a:lnTo>
                    <a:pt x="112490" y="49816"/>
                  </a:lnTo>
                  <a:lnTo>
                    <a:pt x="111442" y="55245"/>
                  </a:lnTo>
                  <a:lnTo>
                    <a:pt x="111442" y="56388"/>
                  </a:lnTo>
                  <a:lnTo>
                    <a:pt x="111347" y="56769"/>
                  </a:lnTo>
                  <a:lnTo>
                    <a:pt x="111347" y="57150"/>
                  </a:lnTo>
                  <a:lnTo>
                    <a:pt x="110966" y="57436"/>
                  </a:lnTo>
                  <a:lnTo>
                    <a:pt x="110299" y="57531"/>
                  </a:lnTo>
                  <a:lnTo>
                    <a:pt x="106585" y="56388"/>
                  </a:lnTo>
                  <a:lnTo>
                    <a:pt x="104965" y="56293"/>
                  </a:lnTo>
                  <a:lnTo>
                    <a:pt x="103251" y="56483"/>
                  </a:lnTo>
                  <a:lnTo>
                    <a:pt x="102394" y="56769"/>
                  </a:lnTo>
                  <a:lnTo>
                    <a:pt x="101822" y="57150"/>
                  </a:lnTo>
                  <a:lnTo>
                    <a:pt x="96869" y="62389"/>
                  </a:lnTo>
                  <a:lnTo>
                    <a:pt x="96488" y="62675"/>
                  </a:lnTo>
                  <a:lnTo>
                    <a:pt x="96107" y="62865"/>
                  </a:lnTo>
                  <a:lnTo>
                    <a:pt x="95631" y="63055"/>
                  </a:lnTo>
                  <a:lnTo>
                    <a:pt x="94964" y="63246"/>
                  </a:lnTo>
                  <a:lnTo>
                    <a:pt x="93345" y="63246"/>
                  </a:lnTo>
                  <a:lnTo>
                    <a:pt x="87154" y="62008"/>
                  </a:lnTo>
                  <a:lnTo>
                    <a:pt x="85154" y="60293"/>
                  </a:lnTo>
                  <a:lnTo>
                    <a:pt x="79534" y="53435"/>
                  </a:lnTo>
                  <a:lnTo>
                    <a:pt x="77343" y="51340"/>
                  </a:lnTo>
                  <a:lnTo>
                    <a:pt x="76581" y="51054"/>
                  </a:lnTo>
                  <a:lnTo>
                    <a:pt x="76105" y="51340"/>
                  </a:lnTo>
                  <a:lnTo>
                    <a:pt x="75724" y="51530"/>
                  </a:lnTo>
                  <a:lnTo>
                    <a:pt x="72866" y="52959"/>
                  </a:lnTo>
                  <a:lnTo>
                    <a:pt x="72295" y="53150"/>
                  </a:lnTo>
                  <a:lnTo>
                    <a:pt x="71914" y="53340"/>
                  </a:lnTo>
                  <a:lnTo>
                    <a:pt x="71628" y="53626"/>
                  </a:lnTo>
                  <a:lnTo>
                    <a:pt x="70485" y="55150"/>
                  </a:lnTo>
                  <a:lnTo>
                    <a:pt x="69247" y="56483"/>
                  </a:lnTo>
                  <a:lnTo>
                    <a:pt x="69056" y="56864"/>
                  </a:lnTo>
                  <a:lnTo>
                    <a:pt x="68771" y="57436"/>
                  </a:lnTo>
                  <a:lnTo>
                    <a:pt x="68675" y="58102"/>
                  </a:lnTo>
                  <a:lnTo>
                    <a:pt x="68866" y="62293"/>
                  </a:lnTo>
                  <a:lnTo>
                    <a:pt x="68771" y="62865"/>
                  </a:lnTo>
                  <a:lnTo>
                    <a:pt x="68485" y="63532"/>
                  </a:lnTo>
                  <a:lnTo>
                    <a:pt x="68008" y="64103"/>
                  </a:lnTo>
                  <a:lnTo>
                    <a:pt x="67437" y="64579"/>
                  </a:lnTo>
                  <a:lnTo>
                    <a:pt x="67056" y="64770"/>
                  </a:lnTo>
                  <a:lnTo>
                    <a:pt x="66580" y="64960"/>
                  </a:lnTo>
                  <a:lnTo>
                    <a:pt x="66104" y="65056"/>
                  </a:lnTo>
                  <a:lnTo>
                    <a:pt x="65246" y="64960"/>
                  </a:lnTo>
                  <a:lnTo>
                    <a:pt x="64294" y="64579"/>
                  </a:lnTo>
                  <a:lnTo>
                    <a:pt x="63055" y="63341"/>
                  </a:lnTo>
                  <a:lnTo>
                    <a:pt x="62293" y="62103"/>
                  </a:lnTo>
                  <a:lnTo>
                    <a:pt x="61817" y="60960"/>
                  </a:lnTo>
                  <a:lnTo>
                    <a:pt x="61436" y="59531"/>
                  </a:lnTo>
                  <a:lnTo>
                    <a:pt x="61246" y="56578"/>
                  </a:lnTo>
                  <a:lnTo>
                    <a:pt x="61246" y="56007"/>
                  </a:lnTo>
                  <a:lnTo>
                    <a:pt x="61341" y="55626"/>
                  </a:lnTo>
                  <a:lnTo>
                    <a:pt x="61436" y="55245"/>
                  </a:lnTo>
                  <a:lnTo>
                    <a:pt x="61436" y="54769"/>
                  </a:lnTo>
                  <a:lnTo>
                    <a:pt x="61341" y="54292"/>
                  </a:lnTo>
                  <a:lnTo>
                    <a:pt x="61055" y="53530"/>
                  </a:lnTo>
                  <a:lnTo>
                    <a:pt x="54673" y="39529"/>
                  </a:lnTo>
                  <a:lnTo>
                    <a:pt x="53245" y="37528"/>
                  </a:lnTo>
                  <a:lnTo>
                    <a:pt x="51054" y="35052"/>
                  </a:lnTo>
                  <a:lnTo>
                    <a:pt x="49530" y="33718"/>
                  </a:lnTo>
                  <a:lnTo>
                    <a:pt x="49149" y="33338"/>
                  </a:lnTo>
                  <a:lnTo>
                    <a:pt x="48387" y="31909"/>
                  </a:lnTo>
                  <a:lnTo>
                    <a:pt x="47815" y="30289"/>
                  </a:lnTo>
                  <a:lnTo>
                    <a:pt x="47434" y="27146"/>
                  </a:lnTo>
                  <a:lnTo>
                    <a:pt x="47244" y="26289"/>
                  </a:lnTo>
                  <a:lnTo>
                    <a:pt x="47149" y="26098"/>
                  </a:lnTo>
                  <a:lnTo>
                    <a:pt x="47054" y="25908"/>
                  </a:lnTo>
                  <a:lnTo>
                    <a:pt x="46387" y="24765"/>
                  </a:lnTo>
                  <a:lnTo>
                    <a:pt x="45720" y="24003"/>
                  </a:lnTo>
                  <a:lnTo>
                    <a:pt x="44958" y="23146"/>
                  </a:lnTo>
                  <a:lnTo>
                    <a:pt x="35909" y="15526"/>
                  </a:lnTo>
                  <a:lnTo>
                    <a:pt x="35147" y="15145"/>
                  </a:lnTo>
                  <a:lnTo>
                    <a:pt x="34671" y="15430"/>
                  </a:lnTo>
                  <a:lnTo>
                    <a:pt x="34385" y="15907"/>
                  </a:lnTo>
                  <a:lnTo>
                    <a:pt x="33909" y="16764"/>
                  </a:lnTo>
                  <a:lnTo>
                    <a:pt x="33623" y="17145"/>
                  </a:lnTo>
                  <a:lnTo>
                    <a:pt x="32956" y="17526"/>
                  </a:lnTo>
                  <a:lnTo>
                    <a:pt x="31909" y="17812"/>
                  </a:lnTo>
                  <a:lnTo>
                    <a:pt x="27718" y="18288"/>
                  </a:lnTo>
                  <a:lnTo>
                    <a:pt x="21526" y="17431"/>
                  </a:lnTo>
                  <a:lnTo>
                    <a:pt x="20383" y="17431"/>
                  </a:lnTo>
                  <a:lnTo>
                    <a:pt x="15812" y="19145"/>
                  </a:lnTo>
                  <a:lnTo>
                    <a:pt x="13621" y="19717"/>
                  </a:lnTo>
                  <a:lnTo>
                    <a:pt x="11239" y="19717"/>
                  </a:lnTo>
                  <a:lnTo>
                    <a:pt x="10287" y="19907"/>
                  </a:lnTo>
                  <a:lnTo>
                    <a:pt x="9811" y="20098"/>
                  </a:lnTo>
                  <a:lnTo>
                    <a:pt x="7429" y="21336"/>
                  </a:lnTo>
                  <a:lnTo>
                    <a:pt x="6096" y="22955"/>
                  </a:lnTo>
                  <a:lnTo>
                    <a:pt x="3429" y="27527"/>
                  </a:lnTo>
                  <a:lnTo>
                    <a:pt x="3048" y="34957"/>
                  </a:lnTo>
                  <a:lnTo>
                    <a:pt x="2667" y="37052"/>
                  </a:lnTo>
                  <a:lnTo>
                    <a:pt x="2476" y="37243"/>
                  </a:lnTo>
                  <a:lnTo>
                    <a:pt x="1905" y="37719"/>
                  </a:lnTo>
                  <a:lnTo>
                    <a:pt x="1143" y="38576"/>
                  </a:lnTo>
                  <a:lnTo>
                    <a:pt x="667" y="39338"/>
                  </a:lnTo>
                  <a:lnTo>
                    <a:pt x="476" y="39719"/>
                  </a:lnTo>
                  <a:lnTo>
                    <a:pt x="476" y="40196"/>
                  </a:lnTo>
                  <a:lnTo>
                    <a:pt x="762" y="41338"/>
                  </a:lnTo>
                  <a:lnTo>
                    <a:pt x="857" y="42196"/>
                  </a:lnTo>
                  <a:lnTo>
                    <a:pt x="857" y="43625"/>
                  </a:lnTo>
                  <a:lnTo>
                    <a:pt x="571" y="45244"/>
                  </a:lnTo>
                  <a:lnTo>
                    <a:pt x="0" y="46387"/>
                  </a:lnTo>
                  <a:lnTo>
                    <a:pt x="1714" y="46292"/>
                  </a:lnTo>
                  <a:lnTo>
                    <a:pt x="2857" y="46101"/>
                  </a:lnTo>
                  <a:lnTo>
                    <a:pt x="3429" y="46101"/>
                  </a:lnTo>
                  <a:lnTo>
                    <a:pt x="4096" y="46387"/>
                  </a:lnTo>
                  <a:lnTo>
                    <a:pt x="5334" y="47720"/>
                  </a:lnTo>
                  <a:lnTo>
                    <a:pt x="8572" y="50292"/>
                  </a:lnTo>
                  <a:lnTo>
                    <a:pt x="9239" y="51054"/>
                  </a:lnTo>
                  <a:lnTo>
                    <a:pt x="9715" y="51721"/>
                  </a:lnTo>
                  <a:lnTo>
                    <a:pt x="9906" y="52197"/>
                  </a:lnTo>
                  <a:lnTo>
                    <a:pt x="10096" y="52673"/>
                  </a:lnTo>
                  <a:lnTo>
                    <a:pt x="10287" y="53054"/>
                  </a:lnTo>
                  <a:lnTo>
                    <a:pt x="10573" y="53435"/>
                  </a:lnTo>
                  <a:lnTo>
                    <a:pt x="15526" y="57245"/>
                  </a:lnTo>
                  <a:lnTo>
                    <a:pt x="16097" y="57912"/>
                  </a:lnTo>
                  <a:lnTo>
                    <a:pt x="16478" y="58483"/>
                  </a:lnTo>
                  <a:lnTo>
                    <a:pt x="17050" y="59722"/>
                  </a:lnTo>
                  <a:lnTo>
                    <a:pt x="17240" y="59912"/>
                  </a:lnTo>
                  <a:lnTo>
                    <a:pt x="17716" y="60293"/>
                  </a:lnTo>
                  <a:lnTo>
                    <a:pt x="18383" y="60674"/>
                  </a:lnTo>
                  <a:lnTo>
                    <a:pt x="19812" y="61246"/>
                  </a:lnTo>
                  <a:lnTo>
                    <a:pt x="27051" y="62865"/>
                  </a:lnTo>
                  <a:lnTo>
                    <a:pt x="31337" y="64389"/>
                  </a:lnTo>
                  <a:lnTo>
                    <a:pt x="31909" y="64770"/>
                  </a:lnTo>
                  <a:lnTo>
                    <a:pt x="32480" y="65437"/>
                  </a:lnTo>
                  <a:lnTo>
                    <a:pt x="33052" y="66484"/>
                  </a:lnTo>
                  <a:lnTo>
                    <a:pt x="34004" y="69342"/>
                  </a:lnTo>
                  <a:lnTo>
                    <a:pt x="34385" y="69818"/>
                  </a:lnTo>
                  <a:lnTo>
                    <a:pt x="34957" y="70199"/>
                  </a:lnTo>
                  <a:lnTo>
                    <a:pt x="36100" y="70390"/>
                  </a:lnTo>
                  <a:lnTo>
                    <a:pt x="36862" y="70390"/>
                  </a:lnTo>
                  <a:lnTo>
                    <a:pt x="37529" y="70294"/>
                  </a:lnTo>
                  <a:lnTo>
                    <a:pt x="42196" y="69247"/>
                  </a:lnTo>
                  <a:lnTo>
                    <a:pt x="43434" y="69247"/>
                  </a:lnTo>
                  <a:lnTo>
                    <a:pt x="44005" y="69342"/>
                  </a:lnTo>
                  <a:lnTo>
                    <a:pt x="44577" y="69532"/>
                  </a:lnTo>
                  <a:lnTo>
                    <a:pt x="45148" y="69913"/>
                  </a:lnTo>
                  <a:lnTo>
                    <a:pt x="45720" y="70390"/>
                  </a:lnTo>
                  <a:lnTo>
                    <a:pt x="46863" y="71818"/>
                  </a:lnTo>
                  <a:lnTo>
                    <a:pt x="47911" y="73628"/>
                  </a:lnTo>
                  <a:lnTo>
                    <a:pt x="48101" y="74104"/>
                  </a:lnTo>
                  <a:lnTo>
                    <a:pt x="48196" y="74676"/>
                  </a:lnTo>
                  <a:lnTo>
                    <a:pt x="48101" y="75247"/>
                  </a:lnTo>
                  <a:lnTo>
                    <a:pt x="48006" y="75819"/>
                  </a:lnTo>
                  <a:lnTo>
                    <a:pt x="47434" y="77438"/>
                  </a:lnTo>
                  <a:lnTo>
                    <a:pt x="47054" y="79343"/>
                  </a:lnTo>
                  <a:lnTo>
                    <a:pt x="47054" y="80486"/>
                  </a:lnTo>
                  <a:lnTo>
                    <a:pt x="47149" y="80963"/>
                  </a:lnTo>
                  <a:lnTo>
                    <a:pt x="47339" y="81439"/>
                  </a:lnTo>
                  <a:lnTo>
                    <a:pt x="47530" y="81820"/>
                  </a:lnTo>
                  <a:lnTo>
                    <a:pt x="48101" y="82391"/>
                  </a:lnTo>
                  <a:lnTo>
                    <a:pt x="50387" y="84010"/>
                  </a:lnTo>
                  <a:lnTo>
                    <a:pt x="51054" y="84582"/>
                  </a:lnTo>
                  <a:lnTo>
                    <a:pt x="51435" y="85058"/>
                  </a:lnTo>
                  <a:lnTo>
                    <a:pt x="51435" y="85534"/>
                  </a:lnTo>
                  <a:lnTo>
                    <a:pt x="50959" y="89344"/>
                  </a:lnTo>
                  <a:lnTo>
                    <a:pt x="50959" y="89916"/>
                  </a:lnTo>
                  <a:lnTo>
                    <a:pt x="51054" y="90488"/>
                  </a:lnTo>
                  <a:lnTo>
                    <a:pt x="51149" y="90964"/>
                  </a:lnTo>
                  <a:lnTo>
                    <a:pt x="51340" y="91440"/>
                  </a:lnTo>
                  <a:lnTo>
                    <a:pt x="51911" y="92202"/>
                  </a:lnTo>
                  <a:lnTo>
                    <a:pt x="52578" y="92869"/>
                  </a:lnTo>
                  <a:lnTo>
                    <a:pt x="60770" y="97536"/>
                  </a:lnTo>
                  <a:lnTo>
                    <a:pt x="62579" y="99060"/>
                  </a:lnTo>
                  <a:lnTo>
                    <a:pt x="64103" y="99727"/>
                  </a:lnTo>
                  <a:lnTo>
                    <a:pt x="68199" y="100679"/>
                  </a:lnTo>
                  <a:lnTo>
                    <a:pt x="69437" y="100679"/>
                  </a:lnTo>
                  <a:lnTo>
                    <a:pt x="75533" y="100203"/>
                  </a:lnTo>
                  <a:lnTo>
                    <a:pt x="76390" y="100298"/>
                  </a:lnTo>
                  <a:lnTo>
                    <a:pt x="77724" y="101060"/>
                  </a:lnTo>
                  <a:lnTo>
                    <a:pt x="79438" y="102394"/>
                  </a:lnTo>
                  <a:lnTo>
                    <a:pt x="80105" y="103156"/>
                  </a:lnTo>
                  <a:lnTo>
                    <a:pt x="81153" y="104680"/>
                  </a:lnTo>
                  <a:lnTo>
                    <a:pt x="81629" y="105061"/>
                  </a:lnTo>
                  <a:lnTo>
                    <a:pt x="82296" y="105346"/>
                  </a:lnTo>
                  <a:lnTo>
                    <a:pt x="83629" y="105537"/>
                  </a:lnTo>
                  <a:lnTo>
                    <a:pt x="84391" y="105442"/>
                  </a:lnTo>
                  <a:lnTo>
                    <a:pt x="85058" y="105251"/>
                  </a:lnTo>
                  <a:lnTo>
                    <a:pt x="87916" y="103442"/>
                  </a:lnTo>
                  <a:lnTo>
                    <a:pt x="88392" y="103251"/>
                  </a:lnTo>
                  <a:lnTo>
                    <a:pt x="88868" y="103156"/>
                  </a:lnTo>
                  <a:lnTo>
                    <a:pt x="90106" y="103060"/>
                  </a:lnTo>
                  <a:lnTo>
                    <a:pt x="90583" y="103060"/>
                  </a:lnTo>
                  <a:lnTo>
                    <a:pt x="91345" y="103251"/>
                  </a:lnTo>
                  <a:lnTo>
                    <a:pt x="91916" y="103537"/>
                  </a:lnTo>
                  <a:lnTo>
                    <a:pt x="92488" y="104013"/>
                  </a:lnTo>
                  <a:lnTo>
                    <a:pt x="93631" y="105251"/>
                  </a:lnTo>
                  <a:lnTo>
                    <a:pt x="93821" y="105537"/>
                  </a:lnTo>
                  <a:lnTo>
                    <a:pt x="94393" y="106775"/>
                  </a:lnTo>
                  <a:lnTo>
                    <a:pt x="95155" y="108109"/>
                  </a:lnTo>
                  <a:lnTo>
                    <a:pt x="95631" y="108680"/>
                  </a:lnTo>
                  <a:lnTo>
                    <a:pt x="95917" y="108871"/>
                  </a:lnTo>
                  <a:lnTo>
                    <a:pt x="96393" y="109061"/>
                  </a:lnTo>
                  <a:lnTo>
                    <a:pt x="97346" y="109061"/>
                  </a:lnTo>
                  <a:lnTo>
                    <a:pt x="97917" y="108966"/>
                  </a:lnTo>
                  <a:lnTo>
                    <a:pt x="98393" y="108775"/>
                  </a:lnTo>
                  <a:lnTo>
                    <a:pt x="98679" y="108490"/>
                  </a:lnTo>
                  <a:lnTo>
                    <a:pt x="98870" y="108204"/>
                  </a:lnTo>
                  <a:lnTo>
                    <a:pt x="98965" y="107918"/>
                  </a:lnTo>
                  <a:lnTo>
                    <a:pt x="98965" y="107823"/>
                  </a:lnTo>
                  <a:lnTo>
                    <a:pt x="98965" y="107251"/>
                  </a:lnTo>
                  <a:lnTo>
                    <a:pt x="98965" y="106966"/>
                  </a:lnTo>
                  <a:lnTo>
                    <a:pt x="99155" y="106680"/>
                  </a:lnTo>
                  <a:lnTo>
                    <a:pt x="99536" y="106585"/>
                  </a:lnTo>
                  <a:lnTo>
                    <a:pt x="100393" y="107251"/>
                  </a:lnTo>
                  <a:lnTo>
                    <a:pt x="100965" y="107823"/>
                  </a:lnTo>
                  <a:lnTo>
                    <a:pt x="101251" y="108204"/>
                  </a:lnTo>
                  <a:lnTo>
                    <a:pt x="101537" y="108585"/>
                  </a:lnTo>
                  <a:lnTo>
                    <a:pt x="101727" y="109061"/>
                  </a:lnTo>
                  <a:lnTo>
                    <a:pt x="102679" y="113157"/>
                  </a:lnTo>
                  <a:lnTo>
                    <a:pt x="102870" y="113633"/>
                  </a:lnTo>
                  <a:lnTo>
                    <a:pt x="103061" y="114014"/>
                  </a:lnTo>
                  <a:lnTo>
                    <a:pt x="103632" y="114776"/>
                  </a:lnTo>
                  <a:lnTo>
                    <a:pt x="103822" y="115157"/>
                  </a:lnTo>
                  <a:lnTo>
                    <a:pt x="104013" y="115633"/>
                  </a:lnTo>
                  <a:lnTo>
                    <a:pt x="104204" y="117253"/>
                  </a:lnTo>
                  <a:lnTo>
                    <a:pt x="104299" y="117729"/>
                  </a:lnTo>
                  <a:lnTo>
                    <a:pt x="104489" y="118205"/>
                  </a:lnTo>
                  <a:lnTo>
                    <a:pt x="104775" y="118586"/>
                  </a:lnTo>
                  <a:lnTo>
                    <a:pt x="105156" y="118872"/>
                  </a:lnTo>
                  <a:lnTo>
                    <a:pt x="105728" y="119063"/>
                  </a:lnTo>
                  <a:lnTo>
                    <a:pt x="106680" y="119063"/>
                  </a:lnTo>
                  <a:lnTo>
                    <a:pt x="107347" y="118872"/>
                  </a:lnTo>
                  <a:lnTo>
                    <a:pt x="108299" y="118491"/>
                  </a:lnTo>
                  <a:lnTo>
                    <a:pt x="108775" y="118396"/>
                  </a:lnTo>
                  <a:lnTo>
                    <a:pt x="109156" y="118586"/>
                  </a:lnTo>
                  <a:lnTo>
                    <a:pt x="109442" y="119253"/>
                  </a:lnTo>
                  <a:lnTo>
                    <a:pt x="109442" y="119920"/>
                  </a:lnTo>
                  <a:lnTo>
                    <a:pt x="109156" y="122396"/>
                  </a:lnTo>
                  <a:lnTo>
                    <a:pt x="109061" y="124301"/>
                  </a:lnTo>
                  <a:lnTo>
                    <a:pt x="109347" y="128778"/>
                  </a:lnTo>
                  <a:lnTo>
                    <a:pt x="109252" y="130016"/>
                  </a:lnTo>
                  <a:lnTo>
                    <a:pt x="109156" y="130588"/>
                  </a:lnTo>
                  <a:lnTo>
                    <a:pt x="109061" y="130969"/>
                  </a:lnTo>
                  <a:lnTo>
                    <a:pt x="108966" y="131159"/>
                  </a:lnTo>
                  <a:lnTo>
                    <a:pt x="108871" y="131254"/>
                  </a:lnTo>
                  <a:lnTo>
                    <a:pt x="108013" y="132112"/>
                  </a:lnTo>
                  <a:lnTo>
                    <a:pt x="107728" y="132493"/>
                  </a:lnTo>
                  <a:lnTo>
                    <a:pt x="107632" y="132969"/>
                  </a:lnTo>
                  <a:lnTo>
                    <a:pt x="107728" y="133445"/>
                  </a:lnTo>
                  <a:lnTo>
                    <a:pt x="108490" y="133731"/>
                  </a:lnTo>
                  <a:lnTo>
                    <a:pt x="109728" y="133826"/>
                  </a:lnTo>
                  <a:lnTo>
                    <a:pt x="116014" y="132874"/>
                  </a:lnTo>
                  <a:lnTo>
                    <a:pt x="116681" y="132969"/>
                  </a:lnTo>
                  <a:lnTo>
                    <a:pt x="118681" y="133731"/>
                  </a:lnTo>
                  <a:lnTo>
                    <a:pt x="119158" y="133731"/>
                  </a:lnTo>
                  <a:lnTo>
                    <a:pt x="119824" y="133636"/>
                  </a:lnTo>
                  <a:lnTo>
                    <a:pt x="120682" y="133255"/>
                  </a:lnTo>
                  <a:lnTo>
                    <a:pt x="121444" y="133064"/>
                  </a:lnTo>
                  <a:lnTo>
                    <a:pt x="123539" y="133064"/>
                  </a:lnTo>
                  <a:lnTo>
                    <a:pt x="124682" y="132683"/>
                  </a:lnTo>
                  <a:lnTo>
                    <a:pt x="125349" y="132302"/>
                  </a:lnTo>
                  <a:lnTo>
                    <a:pt x="126492" y="131540"/>
                  </a:lnTo>
                  <a:lnTo>
                    <a:pt x="126778" y="131350"/>
                  </a:lnTo>
                  <a:lnTo>
                    <a:pt x="134493" y="130778"/>
                  </a:lnTo>
                  <a:lnTo>
                    <a:pt x="136874" y="129921"/>
                  </a:lnTo>
                  <a:lnTo>
                    <a:pt x="138017" y="129730"/>
                  </a:lnTo>
                  <a:lnTo>
                    <a:pt x="138684" y="129730"/>
                  </a:lnTo>
                  <a:lnTo>
                    <a:pt x="139541" y="129921"/>
                  </a:lnTo>
                  <a:lnTo>
                    <a:pt x="140113" y="130111"/>
                  </a:lnTo>
                  <a:lnTo>
                    <a:pt x="141161" y="130873"/>
                  </a:lnTo>
                  <a:lnTo>
                    <a:pt x="142684" y="132683"/>
                  </a:lnTo>
                  <a:lnTo>
                    <a:pt x="143161" y="133731"/>
                  </a:lnTo>
                  <a:lnTo>
                    <a:pt x="143542" y="134684"/>
                  </a:lnTo>
                  <a:lnTo>
                    <a:pt x="143732" y="135731"/>
                  </a:lnTo>
                  <a:lnTo>
                    <a:pt x="143828" y="136303"/>
                  </a:lnTo>
                  <a:lnTo>
                    <a:pt x="143828" y="136874"/>
                  </a:lnTo>
                  <a:lnTo>
                    <a:pt x="143637" y="137731"/>
                  </a:lnTo>
                  <a:lnTo>
                    <a:pt x="143161" y="138779"/>
                  </a:lnTo>
                  <a:lnTo>
                    <a:pt x="142208" y="140494"/>
                  </a:lnTo>
                  <a:lnTo>
                    <a:pt x="141161" y="141922"/>
                  </a:lnTo>
                  <a:lnTo>
                    <a:pt x="140494" y="142589"/>
                  </a:lnTo>
                  <a:lnTo>
                    <a:pt x="139827" y="143351"/>
                  </a:lnTo>
                  <a:lnTo>
                    <a:pt x="139541" y="143923"/>
                  </a:lnTo>
                  <a:lnTo>
                    <a:pt x="139351" y="144589"/>
                  </a:lnTo>
                  <a:lnTo>
                    <a:pt x="138493" y="152305"/>
                  </a:lnTo>
                  <a:lnTo>
                    <a:pt x="138589" y="155257"/>
                  </a:lnTo>
                  <a:lnTo>
                    <a:pt x="138589" y="155448"/>
                  </a:lnTo>
                  <a:lnTo>
                    <a:pt x="138874" y="156305"/>
                  </a:lnTo>
                  <a:lnTo>
                    <a:pt x="138874" y="156781"/>
                  </a:lnTo>
                  <a:lnTo>
                    <a:pt x="138684" y="157258"/>
                  </a:lnTo>
                  <a:lnTo>
                    <a:pt x="138017" y="157639"/>
                  </a:lnTo>
                  <a:lnTo>
                    <a:pt x="137446" y="157639"/>
                  </a:lnTo>
                  <a:lnTo>
                    <a:pt x="136970" y="157448"/>
                  </a:lnTo>
                  <a:lnTo>
                    <a:pt x="136112" y="156877"/>
                  </a:lnTo>
                  <a:lnTo>
                    <a:pt x="135255" y="156400"/>
                  </a:lnTo>
                  <a:lnTo>
                    <a:pt x="134779" y="156305"/>
                  </a:lnTo>
                  <a:lnTo>
                    <a:pt x="133921" y="157448"/>
                  </a:lnTo>
                  <a:lnTo>
                    <a:pt x="132874" y="159544"/>
                  </a:lnTo>
                  <a:lnTo>
                    <a:pt x="129064" y="169640"/>
                  </a:lnTo>
                  <a:lnTo>
                    <a:pt x="128302" y="174307"/>
                  </a:lnTo>
                  <a:lnTo>
                    <a:pt x="127921" y="174784"/>
                  </a:lnTo>
                  <a:lnTo>
                    <a:pt x="125539" y="177165"/>
                  </a:lnTo>
                  <a:lnTo>
                    <a:pt x="124873" y="177927"/>
                  </a:lnTo>
                  <a:lnTo>
                    <a:pt x="124587" y="178308"/>
                  </a:lnTo>
                  <a:lnTo>
                    <a:pt x="124206" y="178975"/>
                  </a:lnTo>
                  <a:lnTo>
                    <a:pt x="124111" y="179356"/>
                  </a:lnTo>
                  <a:lnTo>
                    <a:pt x="124015" y="179832"/>
                  </a:lnTo>
                  <a:lnTo>
                    <a:pt x="124015" y="180308"/>
                  </a:lnTo>
                  <a:lnTo>
                    <a:pt x="124301" y="180880"/>
                  </a:lnTo>
                  <a:lnTo>
                    <a:pt x="124873" y="181356"/>
                  </a:lnTo>
                  <a:lnTo>
                    <a:pt x="126968" y="182404"/>
                  </a:lnTo>
                  <a:lnTo>
                    <a:pt x="127825" y="183261"/>
                  </a:lnTo>
                  <a:lnTo>
                    <a:pt x="128111" y="183832"/>
                  </a:lnTo>
                  <a:lnTo>
                    <a:pt x="128302" y="184309"/>
                  </a:lnTo>
                  <a:lnTo>
                    <a:pt x="128397" y="184690"/>
                  </a:lnTo>
                  <a:lnTo>
                    <a:pt x="128397" y="185166"/>
                  </a:lnTo>
                  <a:lnTo>
                    <a:pt x="128588" y="185738"/>
                  </a:lnTo>
                  <a:lnTo>
                    <a:pt x="128778" y="186118"/>
                  </a:lnTo>
                  <a:lnTo>
                    <a:pt x="129254" y="186785"/>
                  </a:lnTo>
                  <a:lnTo>
                    <a:pt x="130683" y="187357"/>
                  </a:lnTo>
                  <a:lnTo>
                    <a:pt x="136017" y="188500"/>
                  </a:lnTo>
                  <a:lnTo>
                    <a:pt x="136398" y="187928"/>
                  </a:lnTo>
                  <a:lnTo>
                    <a:pt x="136874" y="187547"/>
                  </a:lnTo>
                  <a:lnTo>
                    <a:pt x="137160" y="187357"/>
                  </a:lnTo>
                  <a:lnTo>
                    <a:pt x="139732" y="186214"/>
                  </a:lnTo>
                  <a:lnTo>
                    <a:pt x="141637" y="185833"/>
                  </a:lnTo>
                  <a:lnTo>
                    <a:pt x="141922" y="185738"/>
                  </a:lnTo>
                  <a:lnTo>
                    <a:pt x="142018" y="185547"/>
                  </a:lnTo>
                  <a:lnTo>
                    <a:pt x="142113" y="185166"/>
                  </a:lnTo>
                  <a:lnTo>
                    <a:pt x="142113" y="184785"/>
                  </a:lnTo>
                  <a:lnTo>
                    <a:pt x="142113" y="184023"/>
                  </a:lnTo>
                  <a:lnTo>
                    <a:pt x="142399" y="182975"/>
                  </a:lnTo>
                  <a:lnTo>
                    <a:pt x="142684" y="182689"/>
                  </a:lnTo>
                  <a:lnTo>
                    <a:pt x="142875" y="182499"/>
                  </a:lnTo>
                  <a:lnTo>
                    <a:pt x="143161" y="182404"/>
                  </a:lnTo>
                  <a:lnTo>
                    <a:pt x="143828" y="182499"/>
                  </a:lnTo>
                  <a:lnTo>
                    <a:pt x="144494" y="182689"/>
                  </a:lnTo>
                  <a:lnTo>
                    <a:pt x="145351" y="183166"/>
                  </a:lnTo>
                  <a:lnTo>
                    <a:pt x="146304" y="184213"/>
                  </a:lnTo>
                  <a:lnTo>
                    <a:pt x="146780" y="184880"/>
                  </a:lnTo>
                  <a:lnTo>
                    <a:pt x="147066" y="185547"/>
                  </a:lnTo>
                  <a:lnTo>
                    <a:pt x="147161" y="186023"/>
                  </a:lnTo>
                  <a:lnTo>
                    <a:pt x="147256" y="186976"/>
                  </a:lnTo>
                  <a:lnTo>
                    <a:pt x="147256" y="187357"/>
                  </a:lnTo>
                  <a:lnTo>
                    <a:pt x="147066" y="189071"/>
                  </a:lnTo>
                  <a:lnTo>
                    <a:pt x="146971" y="191548"/>
                  </a:lnTo>
                  <a:lnTo>
                    <a:pt x="147066" y="192691"/>
                  </a:lnTo>
                  <a:lnTo>
                    <a:pt x="147638" y="195263"/>
                  </a:lnTo>
                  <a:lnTo>
                    <a:pt x="149542" y="201359"/>
                  </a:lnTo>
                  <a:lnTo>
                    <a:pt x="149923" y="202121"/>
                  </a:lnTo>
                  <a:lnTo>
                    <a:pt x="150400" y="202692"/>
                  </a:lnTo>
                  <a:lnTo>
                    <a:pt x="153162" y="204978"/>
                  </a:lnTo>
                  <a:lnTo>
                    <a:pt x="153543" y="205645"/>
                  </a:lnTo>
                  <a:lnTo>
                    <a:pt x="153543" y="206121"/>
                  </a:lnTo>
                  <a:lnTo>
                    <a:pt x="149923" y="208407"/>
                  </a:lnTo>
                  <a:lnTo>
                    <a:pt x="149162" y="208978"/>
                  </a:lnTo>
                  <a:lnTo>
                    <a:pt x="148876" y="209359"/>
                  </a:lnTo>
                  <a:lnTo>
                    <a:pt x="148685" y="209836"/>
                  </a:lnTo>
                  <a:lnTo>
                    <a:pt x="148590" y="210979"/>
                  </a:lnTo>
                  <a:lnTo>
                    <a:pt x="148590" y="211550"/>
                  </a:lnTo>
                  <a:lnTo>
                    <a:pt x="148685" y="212598"/>
                  </a:lnTo>
                  <a:lnTo>
                    <a:pt x="148971" y="213550"/>
                  </a:lnTo>
                  <a:lnTo>
                    <a:pt x="149257" y="214217"/>
                  </a:lnTo>
                  <a:lnTo>
                    <a:pt x="149638" y="214884"/>
                  </a:lnTo>
                  <a:lnTo>
                    <a:pt x="149923" y="215265"/>
                  </a:lnTo>
                  <a:lnTo>
                    <a:pt x="150209" y="215646"/>
                  </a:lnTo>
                  <a:lnTo>
                    <a:pt x="151924" y="216979"/>
                  </a:lnTo>
                  <a:lnTo>
                    <a:pt x="152305" y="217456"/>
                  </a:lnTo>
                  <a:lnTo>
                    <a:pt x="152590" y="217932"/>
                  </a:lnTo>
                  <a:lnTo>
                    <a:pt x="152781" y="218408"/>
                  </a:lnTo>
                  <a:lnTo>
                    <a:pt x="152876" y="218980"/>
                  </a:lnTo>
                  <a:lnTo>
                    <a:pt x="152876" y="219551"/>
                  </a:lnTo>
                  <a:lnTo>
                    <a:pt x="152781" y="220789"/>
                  </a:lnTo>
                  <a:lnTo>
                    <a:pt x="152781" y="221932"/>
                  </a:lnTo>
                  <a:lnTo>
                    <a:pt x="152876" y="222409"/>
                  </a:lnTo>
                  <a:lnTo>
                    <a:pt x="153067" y="222885"/>
                  </a:lnTo>
                  <a:lnTo>
                    <a:pt x="153353" y="223266"/>
                  </a:lnTo>
                  <a:lnTo>
                    <a:pt x="153638" y="223647"/>
                  </a:lnTo>
                  <a:lnTo>
                    <a:pt x="158687" y="226219"/>
                  </a:lnTo>
                  <a:lnTo>
                    <a:pt x="158782" y="226695"/>
                  </a:lnTo>
                  <a:lnTo>
                    <a:pt x="158877" y="227076"/>
                  </a:lnTo>
                  <a:lnTo>
                    <a:pt x="159067" y="227552"/>
                  </a:lnTo>
                  <a:lnTo>
                    <a:pt x="159544" y="227933"/>
                  </a:lnTo>
                  <a:lnTo>
                    <a:pt x="160211" y="228124"/>
                  </a:lnTo>
                  <a:lnTo>
                    <a:pt x="161639" y="228028"/>
                  </a:lnTo>
                  <a:lnTo>
                    <a:pt x="162401" y="227838"/>
                  </a:lnTo>
                  <a:lnTo>
                    <a:pt x="163354" y="227267"/>
                  </a:lnTo>
                  <a:lnTo>
                    <a:pt x="164116" y="227171"/>
                  </a:lnTo>
                  <a:lnTo>
                    <a:pt x="175736" y="228409"/>
                  </a:lnTo>
                  <a:lnTo>
                    <a:pt x="176213" y="228219"/>
                  </a:lnTo>
                  <a:lnTo>
                    <a:pt x="176593" y="227933"/>
                  </a:lnTo>
                  <a:lnTo>
                    <a:pt x="177641" y="226981"/>
                  </a:lnTo>
                  <a:lnTo>
                    <a:pt x="178022" y="226790"/>
                  </a:lnTo>
                  <a:lnTo>
                    <a:pt x="178498" y="226600"/>
                  </a:lnTo>
                  <a:lnTo>
                    <a:pt x="179641" y="226695"/>
                  </a:lnTo>
                  <a:lnTo>
                    <a:pt x="186309" y="227933"/>
                  </a:lnTo>
                  <a:lnTo>
                    <a:pt x="187262" y="227933"/>
                  </a:lnTo>
                  <a:lnTo>
                    <a:pt x="187928" y="227362"/>
                  </a:lnTo>
                  <a:lnTo>
                    <a:pt x="188976" y="226219"/>
                  </a:lnTo>
                  <a:lnTo>
                    <a:pt x="189071" y="226028"/>
                  </a:lnTo>
                  <a:lnTo>
                    <a:pt x="189166" y="225838"/>
                  </a:lnTo>
                  <a:lnTo>
                    <a:pt x="189262" y="225552"/>
                  </a:lnTo>
                  <a:lnTo>
                    <a:pt x="189166" y="225171"/>
                  </a:lnTo>
                  <a:lnTo>
                    <a:pt x="188690" y="223838"/>
                  </a:lnTo>
                  <a:lnTo>
                    <a:pt x="188595" y="223361"/>
                  </a:lnTo>
                  <a:lnTo>
                    <a:pt x="188690" y="222885"/>
                  </a:lnTo>
                  <a:lnTo>
                    <a:pt x="188881" y="222409"/>
                  </a:lnTo>
                  <a:lnTo>
                    <a:pt x="189262" y="221456"/>
                  </a:lnTo>
                  <a:lnTo>
                    <a:pt x="189357" y="220885"/>
                  </a:lnTo>
                  <a:lnTo>
                    <a:pt x="189547" y="217932"/>
                  </a:lnTo>
                  <a:lnTo>
                    <a:pt x="189643" y="217456"/>
                  </a:lnTo>
                  <a:lnTo>
                    <a:pt x="189833" y="217170"/>
                  </a:lnTo>
                  <a:lnTo>
                    <a:pt x="190024" y="216979"/>
                  </a:lnTo>
                  <a:lnTo>
                    <a:pt x="190309" y="216694"/>
                  </a:lnTo>
                  <a:lnTo>
                    <a:pt x="190690" y="216503"/>
                  </a:lnTo>
                  <a:lnTo>
                    <a:pt x="191071" y="216408"/>
                  </a:lnTo>
                  <a:lnTo>
                    <a:pt x="192786" y="216027"/>
                  </a:lnTo>
                  <a:lnTo>
                    <a:pt x="193262" y="215836"/>
                  </a:lnTo>
                  <a:lnTo>
                    <a:pt x="193643" y="215551"/>
                  </a:lnTo>
                  <a:lnTo>
                    <a:pt x="193834" y="215075"/>
                  </a:lnTo>
                  <a:lnTo>
                    <a:pt x="193929" y="214503"/>
                  </a:lnTo>
                  <a:lnTo>
                    <a:pt x="194215" y="211360"/>
                  </a:lnTo>
                  <a:lnTo>
                    <a:pt x="194310" y="210788"/>
                  </a:lnTo>
                  <a:lnTo>
                    <a:pt x="194500" y="210312"/>
                  </a:lnTo>
                  <a:lnTo>
                    <a:pt x="194691" y="209931"/>
                  </a:lnTo>
                  <a:lnTo>
                    <a:pt x="194977" y="209550"/>
                  </a:lnTo>
                  <a:lnTo>
                    <a:pt x="195167" y="209359"/>
                  </a:lnTo>
                  <a:lnTo>
                    <a:pt x="195739" y="208978"/>
                  </a:lnTo>
                  <a:lnTo>
                    <a:pt x="196024" y="208693"/>
                  </a:lnTo>
                  <a:lnTo>
                    <a:pt x="196215" y="208312"/>
                  </a:lnTo>
                  <a:lnTo>
                    <a:pt x="196596" y="206502"/>
                  </a:lnTo>
                  <a:lnTo>
                    <a:pt x="196882" y="206121"/>
                  </a:lnTo>
                  <a:lnTo>
                    <a:pt x="197263" y="205835"/>
                  </a:lnTo>
                  <a:lnTo>
                    <a:pt x="198215" y="205550"/>
                  </a:lnTo>
                  <a:lnTo>
                    <a:pt x="198882" y="205550"/>
                  </a:lnTo>
                  <a:lnTo>
                    <a:pt x="199644" y="205740"/>
                  </a:lnTo>
                  <a:lnTo>
                    <a:pt x="200787" y="206502"/>
                  </a:lnTo>
                  <a:lnTo>
                    <a:pt x="201549" y="206788"/>
                  </a:lnTo>
                  <a:lnTo>
                    <a:pt x="202216" y="206978"/>
                  </a:lnTo>
                  <a:lnTo>
                    <a:pt x="202501" y="206978"/>
                  </a:lnTo>
                  <a:lnTo>
                    <a:pt x="205740" y="206121"/>
                  </a:lnTo>
                  <a:lnTo>
                    <a:pt x="206883" y="206026"/>
                  </a:lnTo>
                  <a:lnTo>
                    <a:pt x="208121" y="206121"/>
                  </a:lnTo>
                  <a:lnTo>
                    <a:pt x="208693" y="206311"/>
                  </a:lnTo>
                  <a:lnTo>
                    <a:pt x="209169" y="206502"/>
                  </a:lnTo>
                  <a:lnTo>
                    <a:pt x="209455" y="206788"/>
                  </a:lnTo>
                  <a:lnTo>
                    <a:pt x="209645" y="207073"/>
                  </a:lnTo>
                  <a:lnTo>
                    <a:pt x="209836" y="207359"/>
                  </a:lnTo>
                  <a:lnTo>
                    <a:pt x="210026" y="207740"/>
                  </a:lnTo>
                  <a:lnTo>
                    <a:pt x="210217" y="208312"/>
                  </a:lnTo>
                  <a:lnTo>
                    <a:pt x="210217" y="209169"/>
                  </a:lnTo>
                  <a:lnTo>
                    <a:pt x="210121" y="210502"/>
                  </a:lnTo>
                  <a:lnTo>
                    <a:pt x="210217" y="211074"/>
                  </a:lnTo>
                  <a:lnTo>
                    <a:pt x="210503" y="211550"/>
                  </a:lnTo>
                  <a:lnTo>
                    <a:pt x="211074" y="211931"/>
                  </a:lnTo>
                  <a:lnTo>
                    <a:pt x="212217" y="212407"/>
                  </a:lnTo>
                  <a:lnTo>
                    <a:pt x="212598" y="212693"/>
                  </a:lnTo>
                  <a:lnTo>
                    <a:pt x="212884" y="213074"/>
                  </a:lnTo>
                  <a:lnTo>
                    <a:pt x="213455" y="214027"/>
                  </a:lnTo>
                  <a:lnTo>
                    <a:pt x="213646" y="214313"/>
                  </a:lnTo>
                  <a:lnTo>
                    <a:pt x="215741" y="216122"/>
                  </a:lnTo>
                  <a:lnTo>
                    <a:pt x="216122" y="216598"/>
                  </a:lnTo>
                  <a:lnTo>
                    <a:pt x="217170" y="218122"/>
                  </a:lnTo>
                  <a:lnTo>
                    <a:pt x="217741" y="218599"/>
                  </a:lnTo>
                  <a:lnTo>
                    <a:pt x="218313" y="218789"/>
                  </a:lnTo>
                  <a:lnTo>
                    <a:pt x="221361" y="219265"/>
                  </a:lnTo>
                  <a:lnTo>
                    <a:pt x="221837" y="219646"/>
                  </a:lnTo>
                  <a:lnTo>
                    <a:pt x="222123" y="220218"/>
                  </a:lnTo>
                  <a:lnTo>
                    <a:pt x="221932" y="221456"/>
                  </a:lnTo>
                  <a:lnTo>
                    <a:pt x="221647" y="222980"/>
                  </a:lnTo>
                  <a:lnTo>
                    <a:pt x="221647" y="223742"/>
                  </a:lnTo>
                  <a:lnTo>
                    <a:pt x="221837" y="224695"/>
                  </a:lnTo>
                  <a:lnTo>
                    <a:pt x="222409" y="226219"/>
                  </a:lnTo>
                  <a:lnTo>
                    <a:pt x="222790" y="226981"/>
                  </a:lnTo>
                  <a:lnTo>
                    <a:pt x="223171" y="227552"/>
                  </a:lnTo>
                  <a:lnTo>
                    <a:pt x="224218" y="228505"/>
                  </a:lnTo>
                  <a:lnTo>
                    <a:pt x="224504" y="229267"/>
                  </a:lnTo>
                  <a:lnTo>
                    <a:pt x="224695" y="230410"/>
                  </a:lnTo>
                  <a:lnTo>
                    <a:pt x="224790" y="234601"/>
                  </a:lnTo>
                  <a:lnTo>
                    <a:pt x="225362" y="237172"/>
                  </a:lnTo>
                  <a:lnTo>
                    <a:pt x="225552" y="238696"/>
                  </a:lnTo>
                  <a:lnTo>
                    <a:pt x="225362" y="241554"/>
                  </a:lnTo>
                  <a:lnTo>
                    <a:pt x="222885" y="243268"/>
                  </a:lnTo>
                  <a:lnTo>
                    <a:pt x="222409" y="243840"/>
                  </a:lnTo>
                  <a:lnTo>
                    <a:pt x="221932" y="244697"/>
                  </a:lnTo>
                  <a:lnTo>
                    <a:pt x="221171" y="246507"/>
                  </a:lnTo>
                  <a:lnTo>
                    <a:pt x="220885" y="247555"/>
                  </a:lnTo>
                  <a:lnTo>
                    <a:pt x="220789" y="248412"/>
                  </a:lnTo>
                  <a:lnTo>
                    <a:pt x="220694" y="250031"/>
                  </a:lnTo>
                  <a:lnTo>
                    <a:pt x="220599" y="250222"/>
                  </a:lnTo>
                  <a:lnTo>
                    <a:pt x="220504" y="250317"/>
                  </a:lnTo>
                  <a:lnTo>
                    <a:pt x="220313" y="250698"/>
                  </a:lnTo>
                  <a:lnTo>
                    <a:pt x="219932" y="251269"/>
                  </a:lnTo>
                  <a:lnTo>
                    <a:pt x="216694" y="254794"/>
                  </a:lnTo>
                  <a:lnTo>
                    <a:pt x="215932" y="255460"/>
                  </a:lnTo>
                  <a:lnTo>
                    <a:pt x="214789" y="255556"/>
                  </a:lnTo>
                  <a:lnTo>
                    <a:pt x="214598" y="253936"/>
                  </a:lnTo>
                  <a:lnTo>
                    <a:pt x="214503" y="253460"/>
                  </a:lnTo>
                  <a:lnTo>
                    <a:pt x="214313" y="253079"/>
                  </a:lnTo>
                  <a:lnTo>
                    <a:pt x="214027" y="252698"/>
                  </a:lnTo>
                  <a:lnTo>
                    <a:pt x="212979" y="251746"/>
                  </a:lnTo>
                  <a:lnTo>
                    <a:pt x="212693" y="251365"/>
                  </a:lnTo>
                  <a:lnTo>
                    <a:pt x="212503" y="250984"/>
                  </a:lnTo>
                  <a:lnTo>
                    <a:pt x="212312" y="250507"/>
                  </a:lnTo>
                  <a:lnTo>
                    <a:pt x="212217" y="250412"/>
                  </a:lnTo>
                  <a:lnTo>
                    <a:pt x="211931" y="250126"/>
                  </a:lnTo>
                  <a:lnTo>
                    <a:pt x="211264" y="249555"/>
                  </a:lnTo>
                  <a:lnTo>
                    <a:pt x="210788" y="249364"/>
                  </a:lnTo>
                  <a:lnTo>
                    <a:pt x="210312" y="249174"/>
                  </a:lnTo>
                  <a:lnTo>
                    <a:pt x="209836" y="249174"/>
                  </a:lnTo>
                  <a:lnTo>
                    <a:pt x="208693" y="249364"/>
                  </a:lnTo>
                  <a:lnTo>
                    <a:pt x="208216" y="249269"/>
                  </a:lnTo>
                  <a:lnTo>
                    <a:pt x="207740" y="249079"/>
                  </a:lnTo>
                  <a:lnTo>
                    <a:pt x="207359" y="248793"/>
                  </a:lnTo>
                  <a:lnTo>
                    <a:pt x="206978" y="248507"/>
                  </a:lnTo>
                  <a:lnTo>
                    <a:pt x="206502" y="247745"/>
                  </a:lnTo>
                  <a:lnTo>
                    <a:pt x="205454" y="245650"/>
                  </a:lnTo>
                  <a:lnTo>
                    <a:pt x="205168" y="245269"/>
                  </a:lnTo>
                  <a:lnTo>
                    <a:pt x="204788" y="244983"/>
                  </a:lnTo>
                  <a:lnTo>
                    <a:pt x="204406" y="244792"/>
                  </a:lnTo>
                  <a:lnTo>
                    <a:pt x="203930" y="244697"/>
                  </a:lnTo>
                  <a:lnTo>
                    <a:pt x="202882" y="244792"/>
                  </a:lnTo>
                  <a:lnTo>
                    <a:pt x="202406" y="244697"/>
                  </a:lnTo>
                  <a:lnTo>
                    <a:pt x="202025" y="244411"/>
                  </a:lnTo>
                  <a:lnTo>
                    <a:pt x="201835" y="244030"/>
                  </a:lnTo>
                  <a:lnTo>
                    <a:pt x="201739" y="243554"/>
                  </a:lnTo>
                  <a:lnTo>
                    <a:pt x="201835" y="242983"/>
                  </a:lnTo>
                  <a:lnTo>
                    <a:pt x="201930" y="242506"/>
                  </a:lnTo>
                  <a:lnTo>
                    <a:pt x="201930" y="242030"/>
                  </a:lnTo>
                  <a:lnTo>
                    <a:pt x="201739" y="241649"/>
                  </a:lnTo>
                  <a:lnTo>
                    <a:pt x="201358" y="241459"/>
                  </a:lnTo>
                  <a:lnTo>
                    <a:pt x="200882" y="241459"/>
                  </a:lnTo>
                  <a:lnTo>
                    <a:pt x="197358" y="242221"/>
                  </a:lnTo>
                  <a:lnTo>
                    <a:pt x="196787" y="242221"/>
                  </a:lnTo>
                  <a:lnTo>
                    <a:pt x="196215" y="242125"/>
                  </a:lnTo>
                  <a:lnTo>
                    <a:pt x="195834" y="241840"/>
                  </a:lnTo>
                  <a:lnTo>
                    <a:pt x="195548" y="241459"/>
                  </a:lnTo>
                  <a:lnTo>
                    <a:pt x="195358" y="240982"/>
                  </a:lnTo>
                  <a:lnTo>
                    <a:pt x="195072" y="240601"/>
                  </a:lnTo>
                  <a:lnTo>
                    <a:pt x="194691" y="240411"/>
                  </a:lnTo>
                  <a:lnTo>
                    <a:pt x="194215" y="240506"/>
                  </a:lnTo>
                  <a:lnTo>
                    <a:pt x="192881" y="241078"/>
                  </a:lnTo>
                  <a:lnTo>
                    <a:pt x="192310" y="241078"/>
                  </a:lnTo>
                  <a:lnTo>
                    <a:pt x="191833" y="240887"/>
                  </a:lnTo>
                  <a:lnTo>
                    <a:pt x="190786" y="239839"/>
                  </a:lnTo>
                  <a:lnTo>
                    <a:pt x="190405" y="239649"/>
                  </a:lnTo>
                  <a:lnTo>
                    <a:pt x="189833" y="239649"/>
                  </a:lnTo>
                  <a:lnTo>
                    <a:pt x="189166" y="239839"/>
                  </a:lnTo>
                  <a:lnTo>
                    <a:pt x="188309" y="240506"/>
                  </a:lnTo>
                  <a:lnTo>
                    <a:pt x="187642" y="240792"/>
                  </a:lnTo>
                  <a:lnTo>
                    <a:pt x="186976" y="240887"/>
                  </a:lnTo>
                  <a:lnTo>
                    <a:pt x="186499" y="240792"/>
                  </a:lnTo>
                  <a:lnTo>
                    <a:pt x="185833" y="240887"/>
                  </a:lnTo>
                  <a:lnTo>
                    <a:pt x="185166" y="241173"/>
                  </a:lnTo>
                  <a:lnTo>
                    <a:pt x="184213" y="241840"/>
                  </a:lnTo>
                  <a:lnTo>
                    <a:pt x="183547" y="242125"/>
                  </a:lnTo>
                  <a:lnTo>
                    <a:pt x="182880" y="242125"/>
                  </a:lnTo>
                  <a:lnTo>
                    <a:pt x="182404" y="241935"/>
                  </a:lnTo>
                  <a:lnTo>
                    <a:pt x="182023" y="241649"/>
                  </a:lnTo>
                  <a:lnTo>
                    <a:pt x="181546" y="241459"/>
                  </a:lnTo>
                  <a:lnTo>
                    <a:pt x="180975" y="241459"/>
                  </a:lnTo>
                  <a:lnTo>
                    <a:pt x="179165" y="242506"/>
                  </a:lnTo>
                  <a:lnTo>
                    <a:pt x="178689" y="242697"/>
                  </a:lnTo>
                  <a:lnTo>
                    <a:pt x="178213" y="242697"/>
                  </a:lnTo>
                  <a:lnTo>
                    <a:pt x="177737" y="242506"/>
                  </a:lnTo>
                  <a:lnTo>
                    <a:pt x="176974" y="241935"/>
                  </a:lnTo>
                  <a:lnTo>
                    <a:pt x="176498" y="241744"/>
                  </a:lnTo>
                  <a:lnTo>
                    <a:pt x="175927" y="241649"/>
                  </a:lnTo>
                  <a:lnTo>
                    <a:pt x="175355" y="241649"/>
                  </a:lnTo>
                  <a:lnTo>
                    <a:pt x="174784" y="241840"/>
                  </a:lnTo>
                  <a:lnTo>
                    <a:pt x="174212" y="242221"/>
                  </a:lnTo>
                  <a:lnTo>
                    <a:pt x="173831" y="242792"/>
                  </a:lnTo>
                  <a:lnTo>
                    <a:pt x="173641" y="243459"/>
                  </a:lnTo>
                  <a:lnTo>
                    <a:pt x="173736" y="244697"/>
                  </a:lnTo>
                  <a:lnTo>
                    <a:pt x="173926" y="245364"/>
                  </a:lnTo>
                  <a:lnTo>
                    <a:pt x="174307" y="245840"/>
                  </a:lnTo>
                  <a:lnTo>
                    <a:pt x="176022" y="246888"/>
                  </a:lnTo>
                  <a:lnTo>
                    <a:pt x="176403" y="247174"/>
                  </a:lnTo>
                  <a:lnTo>
                    <a:pt x="176689" y="247555"/>
                  </a:lnTo>
                  <a:lnTo>
                    <a:pt x="176879" y="247936"/>
                  </a:lnTo>
                  <a:lnTo>
                    <a:pt x="176974" y="248412"/>
                  </a:lnTo>
                  <a:lnTo>
                    <a:pt x="177070" y="248984"/>
                  </a:lnTo>
                  <a:lnTo>
                    <a:pt x="176974" y="250412"/>
                  </a:lnTo>
                  <a:lnTo>
                    <a:pt x="177070" y="250888"/>
                  </a:lnTo>
                  <a:lnTo>
                    <a:pt x="177165" y="251269"/>
                  </a:lnTo>
                  <a:lnTo>
                    <a:pt x="177355" y="251650"/>
                  </a:lnTo>
                  <a:lnTo>
                    <a:pt x="177641" y="252031"/>
                  </a:lnTo>
                  <a:lnTo>
                    <a:pt x="178022" y="252317"/>
                  </a:lnTo>
                  <a:lnTo>
                    <a:pt x="178498" y="252508"/>
                  </a:lnTo>
                  <a:lnTo>
                    <a:pt x="181546" y="252889"/>
                  </a:lnTo>
                  <a:lnTo>
                    <a:pt x="182023" y="253079"/>
                  </a:lnTo>
                  <a:lnTo>
                    <a:pt x="182404" y="253365"/>
                  </a:lnTo>
                  <a:lnTo>
                    <a:pt x="182689" y="253746"/>
                  </a:lnTo>
                  <a:lnTo>
                    <a:pt x="182880" y="254222"/>
                  </a:lnTo>
                  <a:lnTo>
                    <a:pt x="182975" y="254794"/>
                  </a:lnTo>
                  <a:lnTo>
                    <a:pt x="183071" y="257080"/>
                  </a:lnTo>
                  <a:lnTo>
                    <a:pt x="182975" y="259461"/>
                  </a:lnTo>
                  <a:lnTo>
                    <a:pt x="183071" y="260509"/>
                  </a:lnTo>
                  <a:lnTo>
                    <a:pt x="183451" y="262414"/>
                  </a:lnTo>
                  <a:lnTo>
                    <a:pt x="184023" y="263938"/>
                  </a:lnTo>
                  <a:lnTo>
                    <a:pt x="184118" y="264414"/>
                  </a:lnTo>
                  <a:lnTo>
                    <a:pt x="184213" y="265557"/>
                  </a:lnTo>
                  <a:lnTo>
                    <a:pt x="184118" y="266128"/>
                  </a:lnTo>
                  <a:lnTo>
                    <a:pt x="183737" y="266700"/>
                  </a:lnTo>
                  <a:lnTo>
                    <a:pt x="182880" y="267367"/>
                  </a:lnTo>
                  <a:lnTo>
                    <a:pt x="182404" y="267843"/>
                  </a:lnTo>
                  <a:lnTo>
                    <a:pt x="181928" y="269272"/>
                  </a:lnTo>
                  <a:lnTo>
                    <a:pt x="181451" y="270319"/>
                  </a:lnTo>
                  <a:lnTo>
                    <a:pt x="181451" y="270796"/>
                  </a:lnTo>
                  <a:lnTo>
                    <a:pt x="181737" y="271177"/>
                  </a:lnTo>
                  <a:lnTo>
                    <a:pt x="182689" y="271558"/>
                  </a:lnTo>
                  <a:lnTo>
                    <a:pt x="182975" y="271939"/>
                  </a:lnTo>
                  <a:lnTo>
                    <a:pt x="183071" y="272510"/>
                  </a:lnTo>
                  <a:lnTo>
                    <a:pt x="182975" y="273082"/>
                  </a:lnTo>
                  <a:lnTo>
                    <a:pt x="182689" y="274130"/>
                  </a:lnTo>
                  <a:lnTo>
                    <a:pt x="181451" y="275272"/>
                  </a:lnTo>
                  <a:lnTo>
                    <a:pt x="178213" y="277368"/>
                  </a:lnTo>
                  <a:lnTo>
                    <a:pt x="177355" y="277749"/>
                  </a:lnTo>
                  <a:lnTo>
                    <a:pt x="172783" y="278701"/>
                  </a:lnTo>
                  <a:lnTo>
                    <a:pt x="170593" y="278797"/>
                  </a:lnTo>
                  <a:lnTo>
                    <a:pt x="170116" y="278987"/>
                  </a:lnTo>
                  <a:lnTo>
                    <a:pt x="169736" y="279463"/>
                  </a:lnTo>
                  <a:lnTo>
                    <a:pt x="169450" y="280321"/>
                  </a:lnTo>
                  <a:lnTo>
                    <a:pt x="169354" y="280988"/>
                  </a:lnTo>
                  <a:lnTo>
                    <a:pt x="169545" y="283273"/>
                  </a:lnTo>
                  <a:lnTo>
                    <a:pt x="169450" y="284226"/>
                  </a:lnTo>
                  <a:lnTo>
                    <a:pt x="169450" y="284321"/>
                  </a:lnTo>
                  <a:lnTo>
                    <a:pt x="169354" y="284512"/>
                  </a:lnTo>
                  <a:lnTo>
                    <a:pt x="168878" y="285083"/>
                  </a:lnTo>
                  <a:lnTo>
                    <a:pt x="168021" y="285750"/>
                  </a:lnTo>
                  <a:lnTo>
                    <a:pt x="162306" y="289084"/>
                  </a:lnTo>
                  <a:lnTo>
                    <a:pt x="161258" y="290036"/>
                  </a:lnTo>
                  <a:lnTo>
                    <a:pt x="160115" y="292322"/>
                  </a:lnTo>
                  <a:lnTo>
                    <a:pt x="159925" y="293370"/>
                  </a:lnTo>
                  <a:lnTo>
                    <a:pt x="159925" y="293846"/>
                  </a:lnTo>
                  <a:lnTo>
                    <a:pt x="160020" y="294513"/>
                  </a:lnTo>
                  <a:lnTo>
                    <a:pt x="160306" y="295084"/>
                  </a:lnTo>
                  <a:lnTo>
                    <a:pt x="160877" y="295751"/>
                  </a:lnTo>
                  <a:lnTo>
                    <a:pt x="161354" y="296227"/>
                  </a:lnTo>
                  <a:lnTo>
                    <a:pt x="161639" y="296609"/>
                  </a:lnTo>
                  <a:lnTo>
                    <a:pt x="161734" y="296989"/>
                  </a:lnTo>
                  <a:lnTo>
                    <a:pt x="161449" y="297466"/>
                  </a:lnTo>
                  <a:lnTo>
                    <a:pt x="161068" y="297751"/>
                  </a:lnTo>
                  <a:lnTo>
                    <a:pt x="159734" y="298418"/>
                  </a:lnTo>
                  <a:lnTo>
                    <a:pt x="159353" y="298704"/>
                  </a:lnTo>
                  <a:lnTo>
                    <a:pt x="159163" y="299085"/>
                  </a:lnTo>
                  <a:lnTo>
                    <a:pt x="159067" y="299561"/>
                  </a:lnTo>
                  <a:lnTo>
                    <a:pt x="158972" y="300133"/>
                  </a:lnTo>
                  <a:lnTo>
                    <a:pt x="158877" y="300609"/>
                  </a:lnTo>
                  <a:lnTo>
                    <a:pt x="158591" y="300990"/>
                  </a:lnTo>
                  <a:lnTo>
                    <a:pt x="157734" y="301371"/>
                  </a:lnTo>
                  <a:lnTo>
                    <a:pt x="157543" y="301752"/>
                  </a:lnTo>
                  <a:lnTo>
                    <a:pt x="157639" y="302323"/>
                  </a:lnTo>
                  <a:lnTo>
                    <a:pt x="159544" y="304324"/>
                  </a:lnTo>
                  <a:lnTo>
                    <a:pt x="160020" y="304705"/>
                  </a:lnTo>
                  <a:lnTo>
                    <a:pt x="161258" y="305371"/>
                  </a:lnTo>
                  <a:lnTo>
                    <a:pt x="162020" y="305943"/>
                  </a:lnTo>
                  <a:lnTo>
                    <a:pt x="163354" y="307086"/>
                  </a:lnTo>
                  <a:lnTo>
                    <a:pt x="164116" y="307372"/>
                  </a:lnTo>
                  <a:lnTo>
                    <a:pt x="164687" y="307372"/>
                  </a:lnTo>
                  <a:lnTo>
                    <a:pt x="165068" y="307181"/>
                  </a:lnTo>
                  <a:lnTo>
                    <a:pt x="165449" y="307086"/>
                  </a:lnTo>
                  <a:lnTo>
                    <a:pt x="165925" y="307276"/>
                  </a:lnTo>
                  <a:lnTo>
                    <a:pt x="166402" y="307657"/>
                  </a:lnTo>
                  <a:lnTo>
                    <a:pt x="166878" y="308419"/>
                  </a:lnTo>
                  <a:lnTo>
                    <a:pt x="167640" y="309943"/>
                  </a:lnTo>
                  <a:lnTo>
                    <a:pt x="168116" y="310610"/>
                  </a:lnTo>
                  <a:lnTo>
                    <a:pt x="168116" y="311848"/>
                  </a:lnTo>
                  <a:lnTo>
                    <a:pt x="167354" y="315754"/>
                  </a:lnTo>
                  <a:lnTo>
                    <a:pt x="167735" y="317087"/>
                  </a:lnTo>
                  <a:lnTo>
                    <a:pt x="168307" y="317659"/>
                  </a:lnTo>
                  <a:lnTo>
                    <a:pt x="170497" y="319183"/>
                  </a:lnTo>
                  <a:lnTo>
                    <a:pt x="171069" y="319564"/>
                  </a:lnTo>
                  <a:lnTo>
                    <a:pt x="172021" y="319945"/>
                  </a:lnTo>
                  <a:lnTo>
                    <a:pt x="172403" y="320230"/>
                  </a:lnTo>
                  <a:lnTo>
                    <a:pt x="172783" y="320516"/>
                  </a:lnTo>
                  <a:lnTo>
                    <a:pt x="173355" y="321373"/>
                  </a:lnTo>
                  <a:lnTo>
                    <a:pt x="173641" y="321659"/>
                  </a:lnTo>
                  <a:lnTo>
                    <a:pt x="174022" y="321945"/>
                  </a:lnTo>
                  <a:lnTo>
                    <a:pt x="175070" y="322326"/>
                  </a:lnTo>
                  <a:lnTo>
                    <a:pt x="180594" y="323278"/>
                  </a:lnTo>
                  <a:lnTo>
                    <a:pt x="183642" y="324517"/>
                  </a:lnTo>
                  <a:lnTo>
                    <a:pt x="184023" y="324802"/>
                  </a:lnTo>
                  <a:lnTo>
                    <a:pt x="184309" y="325184"/>
                  </a:lnTo>
                  <a:lnTo>
                    <a:pt x="184404" y="325660"/>
                  </a:lnTo>
                  <a:lnTo>
                    <a:pt x="184118" y="326231"/>
                  </a:lnTo>
                  <a:lnTo>
                    <a:pt x="183832" y="326707"/>
                  </a:lnTo>
                  <a:lnTo>
                    <a:pt x="183166" y="327374"/>
                  </a:lnTo>
                  <a:lnTo>
                    <a:pt x="182880" y="327755"/>
                  </a:lnTo>
                  <a:lnTo>
                    <a:pt x="182594" y="328136"/>
                  </a:lnTo>
                  <a:lnTo>
                    <a:pt x="182499" y="328708"/>
                  </a:lnTo>
                  <a:lnTo>
                    <a:pt x="182594" y="329279"/>
                  </a:lnTo>
                  <a:lnTo>
                    <a:pt x="183071" y="330041"/>
                  </a:lnTo>
                  <a:lnTo>
                    <a:pt x="183547" y="330422"/>
                  </a:lnTo>
                  <a:lnTo>
                    <a:pt x="184118" y="330708"/>
                  </a:lnTo>
                  <a:lnTo>
                    <a:pt x="186404" y="331375"/>
                  </a:lnTo>
                  <a:lnTo>
                    <a:pt x="187452" y="331565"/>
                  </a:lnTo>
                  <a:lnTo>
                    <a:pt x="188023" y="331565"/>
                  </a:lnTo>
                  <a:lnTo>
                    <a:pt x="188500" y="331470"/>
                  </a:lnTo>
                  <a:lnTo>
                    <a:pt x="188881" y="331184"/>
                  </a:lnTo>
                  <a:lnTo>
                    <a:pt x="189166" y="330803"/>
                  </a:lnTo>
                  <a:lnTo>
                    <a:pt x="189452" y="330422"/>
                  </a:lnTo>
                  <a:lnTo>
                    <a:pt x="189929" y="329470"/>
                  </a:lnTo>
                  <a:lnTo>
                    <a:pt x="190214" y="329089"/>
                  </a:lnTo>
                  <a:lnTo>
                    <a:pt x="190500" y="328708"/>
                  </a:lnTo>
                  <a:lnTo>
                    <a:pt x="190881" y="328422"/>
                  </a:lnTo>
                  <a:lnTo>
                    <a:pt x="191357" y="328231"/>
                  </a:lnTo>
                  <a:lnTo>
                    <a:pt x="191833" y="328136"/>
                  </a:lnTo>
                  <a:lnTo>
                    <a:pt x="192405" y="328327"/>
                  </a:lnTo>
                  <a:lnTo>
                    <a:pt x="192881" y="328803"/>
                  </a:lnTo>
                  <a:lnTo>
                    <a:pt x="193167" y="329660"/>
                  </a:lnTo>
                  <a:lnTo>
                    <a:pt x="193357" y="331565"/>
                  </a:lnTo>
                  <a:lnTo>
                    <a:pt x="193453" y="332042"/>
                  </a:lnTo>
                  <a:lnTo>
                    <a:pt x="193643" y="332518"/>
                  </a:lnTo>
                  <a:lnTo>
                    <a:pt x="194024" y="332803"/>
                  </a:lnTo>
                  <a:lnTo>
                    <a:pt x="194500" y="332994"/>
                  </a:lnTo>
                  <a:lnTo>
                    <a:pt x="194977" y="332994"/>
                  </a:lnTo>
                  <a:lnTo>
                    <a:pt x="195453" y="332803"/>
                  </a:lnTo>
                  <a:lnTo>
                    <a:pt x="196215" y="332327"/>
                  </a:lnTo>
                  <a:lnTo>
                    <a:pt x="196691" y="332137"/>
                  </a:lnTo>
                  <a:lnTo>
                    <a:pt x="197167" y="332042"/>
                  </a:lnTo>
                  <a:lnTo>
                    <a:pt x="197739" y="332137"/>
                  </a:lnTo>
                  <a:lnTo>
                    <a:pt x="198215" y="332327"/>
                  </a:lnTo>
                  <a:lnTo>
                    <a:pt x="198596" y="332613"/>
                  </a:lnTo>
                  <a:lnTo>
                    <a:pt x="198787" y="332899"/>
                  </a:lnTo>
                  <a:lnTo>
                    <a:pt x="198977" y="333280"/>
                  </a:lnTo>
                  <a:lnTo>
                    <a:pt x="199072" y="333946"/>
                  </a:lnTo>
                  <a:lnTo>
                    <a:pt x="199168" y="334518"/>
                  </a:lnTo>
                  <a:lnTo>
                    <a:pt x="199168" y="336899"/>
                  </a:lnTo>
                  <a:lnTo>
                    <a:pt x="199263" y="337471"/>
                  </a:lnTo>
                  <a:lnTo>
                    <a:pt x="199358" y="337947"/>
                  </a:lnTo>
                  <a:lnTo>
                    <a:pt x="199549" y="338423"/>
                  </a:lnTo>
                  <a:lnTo>
                    <a:pt x="200120" y="339661"/>
                  </a:lnTo>
                  <a:lnTo>
                    <a:pt x="200215" y="340138"/>
                  </a:lnTo>
                  <a:lnTo>
                    <a:pt x="200311" y="341281"/>
                  </a:lnTo>
                  <a:lnTo>
                    <a:pt x="200215" y="342519"/>
                  </a:lnTo>
                  <a:lnTo>
                    <a:pt x="195929" y="354139"/>
                  </a:lnTo>
                  <a:lnTo>
                    <a:pt x="195358" y="354997"/>
                  </a:lnTo>
                  <a:lnTo>
                    <a:pt x="194596" y="355759"/>
                  </a:lnTo>
                  <a:lnTo>
                    <a:pt x="194024" y="356140"/>
                  </a:lnTo>
                  <a:lnTo>
                    <a:pt x="193548" y="356425"/>
                  </a:lnTo>
                  <a:lnTo>
                    <a:pt x="189929" y="357759"/>
                  </a:lnTo>
                  <a:lnTo>
                    <a:pt x="189547" y="358045"/>
                  </a:lnTo>
                  <a:lnTo>
                    <a:pt x="189262" y="358521"/>
                  </a:lnTo>
                  <a:lnTo>
                    <a:pt x="188976" y="359283"/>
                  </a:lnTo>
                  <a:lnTo>
                    <a:pt x="188881" y="359950"/>
                  </a:lnTo>
                  <a:lnTo>
                    <a:pt x="188786" y="360617"/>
                  </a:lnTo>
                  <a:lnTo>
                    <a:pt x="188786" y="361188"/>
                  </a:lnTo>
                  <a:lnTo>
                    <a:pt x="189071" y="362521"/>
                  </a:lnTo>
                  <a:lnTo>
                    <a:pt x="190309" y="364903"/>
                  </a:lnTo>
                  <a:lnTo>
                    <a:pt x="190976" y="365474"/>
                  </a:lnTo>
                  <a:lnTo>
                    <a:pt x="191262" y="365665"/>
                  </a:lnTo>
                  <a:lnTo>
                    <a:pt x="192691" y="366903"/>
                  </a:lnTo>
                  <a:lnTo>
                    <a:pt x="192881" y="367284"/>
                  </a:lnTo>
                  <a:lnTo>
                    <a:pt x="193167" y="367760"/>
                  </a:lnTo>
                  <a:lnTo>
                    <a:pt x="193643" y="369094"/>
                  </a:lnTo>
                  <a:lnTo>
                    <a:pt x="193834" y="369475"/>
                  </a:lnTo>
                  <a:lnTo>
                    <a:pt x="194215" y="369760"/>
                  </a:lnTo>
                  <a:lnTo>
                    <a:pt x="195167" y="369856"/>
                  </a:lnTo>
                  <a:lnTo>
                    <a:pt x="215837" y="368713"/>
                  </a:lnTo>
                  <a:lnTo>
                    <a:pt x="217551" y="367951"/>
                  </a:lnTo>
                  <a:lnTo>
                    <a:pt x="222885" y="364236"/>
                  </a:lnTo>
                  <a:lnTo>
                    <a:pt x="223933" y="364141"/>
                  </a:lnTo>
                  <a:lnTo>
                    <a:pt x="228695" y="366332"/>
                  </a:lnTo>
                  <a:lnTo>
                    <a:pt x="230124" y="366617"/>
                  </a:lnTo>
                  <a:lnTo>
                    <a:pt x="230886" y="366522"/>
                  </a:lnTo>
                  <a:lnTo>
                    <a:pt x="231838" y="366236"/>
                  </a:lnTo>
                  <a:lnTo>
                    <a:pt x="232410" y="366141"/>
                  </a:lnTo>
                  <a:lnTo>
                    <a:pt x="234124" y="366332"/>
                  </a:lnTo>
                  <a:lnTo>
                    <a:pt x="234601" y="366332"/>
                  </a:lnTo>
                  <a:lnTo>
                    <a:pt x="235077" y="366141"/>
                  </a:lnTo>
                  <a:lnTo>
                    <a:pt x="235458" y="365855"/>
                  </a:lnTo>
                  <a:lnTo>
                    <a:pt x="235744" y="365474"/>
                  </a:lnTo>
                  <a:lnTo>
                    <a:pt x="236315" y="364712"/>
                  </a:lnTo>
                  <a:lnTo>
                    <a:pt x="236601" y="364426"/>
                  </a:lnTo>
                  <a:lnTo>
                    <a:pt x="236887" y="364236"/>
                  </a:lnTo>
                  <a:lnTo>
                    <a:pt x="237268" y="364141"/>
                  </a:lnTo>
                  <a:lnTo>
                    <a:pt x="237649" y="364331"/>
                  </a:lnTo>
                  <a:lnTo>
                    <a:pt x="237934" y="364808"/>
                  </a:lnTo>
                  <a:lnTo>
                    <a:pt x="238125" y="365284"/>
                  </a:lnTo>
                  <a:lnTo>
                    <a:pt x="238315" y="365760"/>
                  </a:lnTo>
                  <a:lnTo>
                    <a:pt x="238411" y="366236"/>
                  </a:lnTo>
                  <a:lnTo>
                    <a:pt x="238506" y="366712"/>
                  </a:lnTo>
                  <a:lnTo>
                    <a:pt x="238506" y="367189"/>
                  </a:lnTo>
                  <a:lnTo>
                    <a:pt x="238220" y="370427"/>
                  </a:lnTo>
                  <a:lnTo>
                    <a:pt x="238315" y="371570"/>
                  </a:lnTo>
                  <a:lnTo>
                    <a:pt x="238411" y="372046"/>
                  </a:lnTo>
                  <a:lnTo>
                    <a:pt x="238506" y="372523"/>
                  </a:lnTo>
                  <a:lnTo>
                    <a:pt x="238696" y="372999"/>
                  </a:lnTo>
                  <a:lnTo>
                    <a:pt x="239268" y="373380"/>
                  </a:lnTo>
                  <a:lnTo>
                    <a:pt x="240221" y="373761"/>
                  </a:lnTo>
                  <a:lnTo>
                    <a:pt x="242221" y="374142"/>
                  </a:lnTo>
                  <a:lnTo>
                    <a:pt x="246983" y="375952"/>
                  </a:lnTo>
                  <a:lnTo>
                    <a:pt x="247936" y="376523"/>
                  </a:lnTo>
                  <a:lnTo>
                    <a:pt x="249079" y="376904"/>
                  </a:lnTo>
                  <a:lnTo>
                    <a:pt x="251746" y="376523"/>
                  </a:lnTo>
                  <a:lnTo>
                    <a:pt x="252508" y="377285"/>
                  </a:lnTo>
                  <a:lnTo>
                    <a:pt x="253365" y="377761"/>
                  </a:lnTo>
                  <a:lnTo>
                    <a:pt x="255556" y="378524"/>
                  </a:lnTo>
                  <a:lnTo>
                    <a:pt x="256984" y="378714"/>
                  </a:lnTo>
                  <a:lnTo>
                    <a:pt x="259937" y="378524"/>
                  </a:lnTo>
                  <a:lnTo>
                    <a:pt x="261842" y="376047"/>
                  </a:lnTo>
                  <a:lnTo>
                    <a:pt x="262604" y="375666"/>
                  </a:lnTo>
                  <a:lnTo>
                    <a:pt x="263557" y="375380"/>
                  </a:lnTo>
                  <a:lnTo>
                    <a:pt x="265652" y="375380"/>
                  </a:lnTo>
                  <a:lnTo>
                    <a:pt x="267271" y="375094"/>
                  </a:lnTo>
                  <a:lnTo>
                    <a:pt x="268796" y="374428"/>
                  </a:lnTo>
                  <a:lnTo>
                    <a:pt x="269938" y="374333"/>
                  </a:lnTo>
                  <a:lnTo>
                    <a:pt x="270700" y="374428"/>
                  </a:lnTo>
                  <a:lnTo>
                    <a:pt x="271367" y="374904"/>
                  </a:lnTo>
                  <a:lnTo>
                    <a:pt x="272034" y="375475"/>
                  </a:lnTo>
                  <a:lnTo>
                    <a:pt x="272701" y="375952"/>
                  </a:lnTo>
                  <a:lnTo>
                    <a:pt x="273844" y="376047"/>
                  </a:lnTo>
                  <a:lnTo>
                    <a:pt x="274987" y="375857"/>
                  </a:lnTo>
                  <a:lnTo>
                    <a:pt x="276415" y="375380"/>
                  </a:lnTo>
                  <a:lnTo>
                    <a:pt x="277939" y="375190"/>
                  </a:lnTo>
                  <a:lnTo>
                    <a:pt x="280035" y="375094"/>
                  </a:lnTo>
                  <a:lnTo>
                    <a:pt x="281368" y="375190"/>
                  </a:lnTo>
                  <a:lnTo>
                    <a:pt x="282321" y="375475"/>
                  </a:lnTo>
                  <a:lnTo>
                    <a:pt x="284131" y="376904"/>
                  </a:lnTo>
                  <a:lnTo>
                    <a:pt x="284512" y="377952"/>
                  </a:lnTo>
                  <a:lnTo>
                    <a:pt x="284607" y="380333"/>
                  </a:lnTo>
                  <a:lnTo>
                    <a:pt x="284797" y="381667"/>
                  </a:lnTo>
                  <a:lnTo>
                    <a:pt x="285083" y="382810"/>
                  </a:lnTo>
                  <a:lnTo>
                    <a:pt x="286607" y="384524"/>
                  </a:lnTo>
                  <a:lnTo>
                    <a:pt x="291655" y="388715"/>
                  </a:lnTo>
                  <a:lnTo>
                    <a:pt x="293751" y="391287"/>
                  </a:lnTo>
                  <a:lnTo>
                    <a:pt x="299942" y="396050"/>
                  </a:lnTo>
                  <a:lnTo>
                    <a:pt x="306705" y="398145"/>
                  </a:lnTo>
                  <a:lnTo>
                    <a:pt x="313944" y="397192"/>
                  </a:lnTo>
                  <a:lnTo>
                    <a:pt x="318040" y="396430"/>
                  </a:lnTo>
                  <a:lnTo>
                    <a:pt x="318611" y="396430"/>
                  </a:lnTo>
                  <a:lnTo>
                    <a:pt x="318897" y="396716"/>
                  </a:lnTo>
                  <a:lnTo>
                    <a:pt x="319088" y="397192"/>
                  </a:lnTo>
                  <a:lnTo>
                    <a:pt x="319183" y="398812"/>
                  </a:lnTo>
                  <a:lnTo>
                    <a:pt x="319278" y="399383"/>
                  </a:lnTo>
                  <a:lnTo>
                    <a:pt x="319468" y="399955"/>
                  </a:lnTo>
                  <a:lnTo>
                    <a:pt x="319945" y="400717"/>
                  </a:lnTo>
                  <a:lnTo>
                    <a:pt x="320421" y="401002"/>
                  </a:lnTo>
                  <a:lnTo>
                    <a:pt x="320992" y="401098"/>
                  </a:lnTo>
                  <a:lnTo>
                    <a:pt x="322040" y="401002"/>
                  </a:lnTo>
                  <a:lnTo>
                    <a:pt x="322516" y="400812"/>
                  </a:lnTo>
                  <a:lnTo>
                    <a:pt x="322897" y="400526"/>
                  </a:lnTo>
                  <a:lnTo>
                    <a:pt x="323659" y="399764"/>
                  </a:lnTo>
                  <a:lnTo>
                    <a:pt x="324326" y="399574"/>
                  </a:lnTo>
                  <a:lnTo>
                    <a:pt x="324803" y="399764"/>
                  </a:lnTo>
                  <a:lnTo>
                    <a:pt x="325183" y="400050"/>
                  </a:lnTo>
                  <a:lnTo>
                    <a:pt x="325564" y="400812"/>
                  </a:lnTo>
                  <a:lnTo>
                    <a:pt x="327850" y="408337"/>
                  </a:lnTo>
                  <a:lnTo>
                    <a:pt x="327946" y="408813"/>
                  </a:lnTo>
                  <a:lnTo>
                    <a:pt x="329089" y="412433"/>
                  </a:lnTo>
                  <a:lnTo>
                    <a:pt x="332518" y="409003"/>
                  </a:lnTo>
                  <a:lnTo>
                    <a:pt x="336042" y="404812"/>
                  </a:lnTo>
                  <a:lnTo>
                    <a:pt x="337185" y="403860"/>
                  </a:lnTo>
                  <a:lnTo>
                    <a:pt x="338138" y="403384"/>
                  </a:lnTo>
                  <a:lnTo>
                    <a:pt x="339376" y="403574"/>
                  </a:lnTo>
                  <a:lnTo>
                    <a:pt x="340519" y="403574"/>
                  </a:lnTo>
                  <a:lnTo>
                    <a:pt x="341281" y="403384"/>
                  </a:lnTo>
                  <a:lnTo>
                    <a:pt x="345472" y="401479"/>
                  </a:lnTo>
                  <a:lnTo>
                    <a:pt x="346234" y="401384"/>
                  </a:lnTo>
                  <a:lnTo>
                    <a:pt x="346520" y="401002"/>
                  </a:lnTo>
                  <a:lnTo>
                    <a:pt x="346615" y="400526"/>
                  </a:lnTo>
                  <a:lnTo>
                    <a:pt x="346424" y="398431"/>
                  </a:lnTo>
                  <a:lnTo>
                    <a:pt x="345948" y="396526"/>
                  </a:lnTo>
                  <a:lnTo>
                    <a:pt x="345757" y="396145"/>
                  </a:lnTo>
                  <a:lnTo>
                    <a:pt x="345567" y="395764"/>
                  </a:lnTo>
                  <a:lnTo>
                    <a:pt x="345281" y="395383"/>
                  </a:lnTo>
                  <a:lnTo>
                    <a:pt x="344900" y="395097"/>
                  </a:lnTo>
                  <a:lnTo>
                    <a:pt x="344519" y="394716"/>
                  </a:lnTo>
                  <a:lnTo>
                    <a:pt x="344329" y="394240"/>
                  </a:lnTo>
                  <a:lnTo>
                    <a:pt x="344519" y="393383"/>
                  </a:lnTo>
                  <a:lnTo>
                    <a:pt x="344900" y="392906"/>
                  </a:lnTo>
                  <a:lnTo>
                    <a:pt x="345376" y="392620"/>
                  </a:lnTo>
                  <a:lnTo>
                    <a:pt x="345853" y="392525"/>
                  </a:lnTo>
                  <a:lnTo>
                    <a:pt x="348139" y="392525"/>
                  </a:lnTo>
                  <a:lnTo>
                    <a:pt x="348901" y="392430"/>
                  </a:lnTo>
                  <a:lnTo>
                    <a:pt x="349758" y="392144"/>
                  </a:lnTo>
                  <a:lnTo>
                    <a:pt x="351949" y="391001"/>
                  </a:lnTo>
                  <a:lnTo>
                    <a:pt x="352615" y="390811"/>
                  </a:lnTo>
                  <a:lnTo>
                    <a:pt x="356806" y="390334"/>
                  </a:lnTo>
                  <a:lnTo>
                    <a:pt x="357664" y="390430"/>
                  </a:lnTo>
                  <a:lnTo>
                    <a:pt x="359759" y="391001"/>
                  </a:lnTo>
                  <a:lnTo>
                    <a:pt x="360426" y="391096"/>
                  </a:lnTo>
                  <a:lnTo>
                    <a:pt x="361188" y="391001"/>
                  </a:lnTo>
                  <a:lnTo>
                    <a:pt x="361664" y="390811"/>
                  </a:lnTo>
                  <a:lnTo>
                    <a:pt x="362903" y="389477"/>
                  </a:lnTo>
                  <a:lnTo>
                    <a:pt x="361855" y="384810"/>
                  </a:lnTo>
                  <a:lnTo>
                    <a:pt x="361283" y="383191"/>
                  </a:lnTo>
                  <a:lnTo>
                    <a:pt x="359473" y="380524"/>
                  </a:lnTo>
                  <a:lnTo>
                    <a:pt x="358997" y="378809"/>
                  </a:lnTo>
                  <a:lnTo>
                    <a:pt x="359092" y="378333"/>
                  </a:lnTo>
                  <a:lnTo>
                    <a:pt x="359283" y="377857"/>
                  </a:lnTo>
                  <a:lnTo>
                    <a:pt x="359664" y="377666"/>
                  </a:lnTo>
                  <a:lnTo>
                    <a:pt x="360140" y="377571"/>
                  </a:lnTo>
                  <a:lnTo>
                    <a:pt x="360712" y="377571"/>
                  </a:lnTo>
                  <a:lnTo>
                    <a:pt x="366713" y="378047"/>
                  </a:lnTo>
                  <a:lnTo>
                    <a:pt x="372808" y="377190"/>
                  </a:lnTo>
                  <a:lnTo>
                    <a:pt x="374237" y="376714"/>
                  </a:lnTo>
                  <a:lnTo>
                    <a:pt x="375095" y="376237"/>
                  </a:lnTo>
                  <a:lnTo>
                    <a:pt x="375380" y="375761"/>
                  </a:lnTo>
                  <a:lnTo>
                    <a:pt x="375571" y="375285"/>
                  </a:lnTo>
                  <a:lnTo>
                    <a:pt x="375666" y="374713"/>
                  </a:lnTo>
                  <a:lnTo>
                    <a:pt x="375761" y="374142"/>
                  </a:lnTo>
                  <a:lnTo>
                    <a:pt x="374809" y="367475"/>
                  </a:lnTo>
                  <a:lnTo>
                    <a:pt x="374809" y="366903"/>
                  </a:lnTo>
                  <a:lnTo>
                    <a:pt x="374904" y="366332"/>
                  </a:lnTo>
                  <a:lnTo>
                    <a:pt x="375095" y="365760"/>
                  </a:lnTo>
                  <a:lnTo>
                    <a:pt x="377095" y="364712"/>
                  </a:lnTo>
                  <a:lnTo>
                    <a:pt x="377571" y="364617"/>
                  </a:lnTo>
                  <a:lnTo>
                    <a:pt x="378047" y="364617"/>
                  </a:lnTo>
                  <a:lnTo>
                    <a:pt x="378523" y="364712"/>
                  </a:lnTo>
                  <a:lnTo>
                    <a:pt x="379190" y="364998"/>
                  </a:lnTo>
                  <a:lnTo>
                    <a:pt x="379571" y="365093"/>
                  </a:lnTo>
                  <a:lnTo>
                    <a:pt x="380143" y="364998"/>
                  </a:lnTo>
                  <a:lnTo>
                    <a:pt x="380333" y="364712"/>
                  </a:lnTo>
                  <a:lnTo>
                    <a:pt x="380429" y="364426"/>
                  </a:lnTo>
                  <a:lnTo>
                    <a:pt x="380619" y="363379"/>
                  </a:lnTo>
                  <a:lnTo>
                    <a:pt x="380714" y="362902"/>
                  </a:lnTo>
                  <a:lnTo>
                    <a:pt x="381000" y="362141"/>
                  </a:lnTo>
                  <a:lnTo>
                    <a:pt x="381286" y="361188"/>
                  </a:lnTo>
                  <a:lnTo>
                    <a:pt x="381381" y="360617"/>
                  </a:lnTo>
                  <a:lnTo>
                    <a:pt x="381381" y="360140"/>
                  </a:lnTo>
                  <a:lnTo>
                    <a:pt x="381286" y="359092"/>
                  </a:lnTo>
                  <a:lnTo>
                    <a:pt x="380905" y="355949"/>
                  </a:lnTo>
                  <a:lnTo>
                    <a:pt x="381286" y="354711"/>
                  </a:lnTo>
                  <a:lnTo>
                    <a:pt x="382143" y="353568"/>
                  </a:lnTo>
                  <a:lnTo>
                    <a:pt x="383953" y="349758"/>
                  </a:lnTo>
                  <a:lnTo>
                    <a:pt x="384524" y="348805"/>
                  </a:lnTo>
                  <a:lnTo>
                    <a:pt x="385000" y="348234"/>
                  </a:lnTo>
                  <a:lnTo>
                    <a:pt x="385381" y="348043"/>
                  </a:lnTo>
                  <a:lnTo>
                    <a:pt x="386715" y="347567"/>
                  </a:lnTo>
                  <a:lnTo>
                    <a:pt x="387191" y="347281"/>
                  </a:lnTo>
                  <a:lnTo>
                    <a:pt x="388906" y="346043"/>
                  </a:lnTo>
                  <a:lnTo>
                    <a:pt x="389096" y="345948"/>
                  </a:lnTo>
                  <a:lnTo>
                    <a:pt x="389858" y="345662"/>
                  </a:lnTo>
                  <a:lnTo>
                    <a:pt x="390906" y="345567"/>
                  </a:lnTo>
                  <a:lnTo>
                    <a:pt x="393287" y="345757"/>
                  </a:lnTo>
                  <a:lnTo>
                    <a:pt x="394430" y="345567"/>
                  </a:lnTo>
                  <a:lnTo>
                    <a:pt x="395954" y="345091"/>
                  </a:lnTo>
                  <a:lnTo>
                    <a:pt x="397192" y="345186"/>
                  </a:lnTo>
                  <a:lnTo>
                    <a:pt x="397192" y="345186"/>
                  </a:lnTo>
                  <a:lnTo>
                    <a:pt x="395573" y="343852"/>
                  </a:lnTo>
                  <a:lnTo>
                    <a:pt x="389572" y="334899"/>
                  </a:lnTo>
                  <a:lnTo>
                    <a:pt x="386905" y="332327"/>
                  </a:lnTo>
                  <a:lnTo>
                    <a:pt x="381571" y="326993"/>
                  </a:lnTo>
                  <a:lnTo>
                    <a:pt x="375380" y="323278"/>
                  </a:lnTo>
                  <a:lnTo>
                    <a:pt x="371094" y="321469"/>
                  </a:lnTo>
                  <a:lnTo>
                    <a:pt x="368427" y="320707"/>
                  </a:lnTo>
                  <a:lnTo>
                    <a:pt x="365855" y="320040"/>
                  </a:lnTo>
                  <a:lnTo>
                    <a:pt x="361569" y="319564"/>
                  </a:lnTo>
                  <a:lnTo>
                    <a:pt x="356521" y="318230"/>
                  </a:lnTo>
                  <a:lnTo>
                    <a:pt x="349853" y="315944"/>
                  </a:lnTo>
                  <a:lnTo>
                    <a:pt x="348520" y="314896"/>
                  </a:lnTo>
                  <a:lnTo>
                    <a:pt x="347663" y="313182"/>
                  </a:lnTo>
                  <a:lnTo>
                    <a:pt x="347377" y="310420"/>
                  </a:lnTo>
                  <a:lnTo>
                    <a:pt x="348234" y="311372"/>
                  </a:lnTo>
                  <a:lnTo>
                    <a:pt x="349091" y="312706"/>
                  </a:lnTo>
                  <a:lnTo>
                    <a:pt x="350139" y="313849"/>
                  </a:lnTo>
                  <a:lnTo>
                    <a:pt x="354616" y="315277"/>
                  </a:lnTo>
                  <a:lnTo>
                    <a:pt x="355949" y="313468"/>
                  </a:lnTo>
                  <a:lnTo>
                    <a:pt x="354521" y="309277"/>
                  </a:lnTo>
                  <a:lnTo>
                    <a:pt x="352330" y="305371"/>
                  </a:lnTo>
                  <a:lnTo>
                    <a:pt x="349948" y="299561"/>
                  </a:lnTo>
                  <a:lnTo>
                    <a:pt x="345091" y="297656"/>
                  </a:lnTo>
                  <a:lnTo>
                    <a:pt x="343471" y="297561"/>
                  </a:lnTo>
                  <a:lnTo>
                    <a:pt x="338233" y="298228"/>
                  </a:lnTo>
                  <a:lnTo>
                    <a:pt x="331280" y="295656"/>
                  </a:lnTo>
                  <a:lnTo>
                    <a:pt x="327374" y="295084"/>
                  </a:lnTo>
                  <a:lnTo>
                    <a:pt x="326231" y="295465"/>
                  </a:lnTo>
                  <a:lnTo>
                    <a:pt x="326136" y="297180"/>
                  </a:lnTo>
                  <a:lnTo>
                    <a:pt x="326231" y="299085"/>
                  </a:lnTo>
                  <a:lnTo>
                    <a:pt x="324326" y="299752"/>
                  </a:lnTo>
                  <a:lnTo>
                    <a:pt x="323183" y="300228"/>
                  </a:lnTo>
                  <a:lnTo>
                    <a:pt x="316992" y="301466"/>
                  </a:lnTo>
                  <a:lnTo>
                    <a:pt x="308134" y="305943"/>
                  </a:lnTo>
                  <a:lnTo>
                    <a:pt x="304038" y="306419"/>
                  </a:lnTo>
                  <a:lnTo>
                    <a:pt x="300228" y="305657"/>
                  </a:lnTo>
                  <a:lnTo>
                    <a:pt x="292894" y="302800"/>
                  </a:lnTo>
                  <a:lnTo>
                    <a:pt x="290322" y="302133"/>
                  </a:lnTo>
                  <a:lnTo>
                    <a:pt x="288131" y="300418"/>
                  </a:lnTo>
                  <a:lnTo>
                    <a:pt x="286703" y="298418"/>
                  </a:lnTo>
                  <a:lnTo>
                    <a:pt x="284893" y="295846"/>
                  </a:lnTo>
                  <a:lnTo>
                    <a:pt x="282416" y="293275"/>
                  </a:lnTo>
                  <a:lnTo>
                    <a:pt x="279178" y="290322"/>
                  </a:lnTo>
                  <a:lnTo>
                    <a:pt x="278225" y="289369"/>
                  </a:lnTo>
                  <a:lnTo>
                    <a:pt x="272605" y="286798"/>
                  </a:lnTo>
                  <a:lnTo>
                    <a:pt x="271653" y="285655"/>
                  </a:lnTo>
                  <a:lnTo>
                    <a:pt x="270986" y="284035"/>
                  </a:lnTo>
                  <a:lnTo>
                    <a:pt x="270891" y="282321"/>
                  </a:lnTo>
                  <a:lnTo>
                    <a:pt x="272891" y="278892"/>
                  </a:lnTo>
                  <a:lnTo>
                    <a:pt x="272129" y="278321"/>
                  </a:lnTo>
                  <a:lnTo>
                    <a:pt x="270224" y="278225"/>
                  </a:lnTo>
                  <a:lnTo>
                    <a:pt x="268224" y="277749"/>
                  </a:lnTo>
                  <a:lnTo>
                    <a:pt x="266795" y="276606"/>
                  </a:lnTo>
                  <a:lnTo>
                    <a:pt x="265938" y="275558"/>
                  </a:lnTo>
                  <a:lnTo>
                    <a:pt x="265081" y="275368"/>
                  </a:lnTo>
                  <a:lnTo>
                    <a:pt x="263557" y="276701"/>
                  </a:lnTo>
                  <a:lnTo>
                    <a:pt x="262604" y="277939"/>
                  </a:lnTo>
                  <a:lnTo>
                    <a:pt x="261461" y="279178"/>
                  </a:lnTo>
                  <a:lnTo>
                    <a:pt x="260032" y="279749"/>
                  </a:lnTo>
                  <a:lnTo>
                    <a:pt x="258318" y="279082"/>
                  </a:lnTo>
                  <a:lnTo>
                    <a:pt x="259461" y="278321"/>
                  </a:lnTo>
                  <a:lnTo>
                    <a:pt x="260699" y="277749"/>
                  </a:lnTo>
                  <a:lnTo>
                    <a:pt x="261747" y="276987"/>
                  </a:lnTo>
                  <a:lnTo>
                    <a:pt x="262223" y="275558"/>
                  </a:lnTo>
                  <a:lnTo>
                    <a:pt x="263938" y="271463"/>
                  </a:lnTo>
                  <a:lnTo>
                    <a:pt x="264128" y="270700"/>
                  </a:lnTo>
                  <a:lnTo>
                    <a:pt x="264700" y="270129"/>
                  </a:lnTo>
                  <a:lnTo>
                    <a:pt x="264128" y="268796"/>
                  </a:lnTo>
                  <a:lnTo>
                    <a:pt x="262699" y="266795"/>
                  </a:lnTo>
                  <a:lnTo>
                    <a:pt x="261747" y="265938"/>
                  </a:lnTo>
                  <a:lnTo>
                    <a:pt x="258889" y="264223"/>
                  </a:lnTo>
                  <a:lnTo>
                    <a:pt x="261080" y="263842"/>
                  </a:lnTo>
                  <a:lnTo>
                    <a:pt x="262699" y="265081"/>
                  </a:lnTo>
                  <a:lnTo>
                    <a:pt x="263938" y="266700"/>
                  </a:lnTo>
                  <a:lnTo>
                    <a:pt x="265176" y="267557"/>
                  </a:lnTo>
                  <a:lnTo>
                    <a:pt x="269272" y="266890"/>
                  </a:lnTo>
                  <a:lnTo>
                    <a:pt x="270415" y="266890"/>
                  </a:lnTo>
                  <a:lnTo>
                    <a:pt x="272320" y="267462"/>
                  </a:lnTo>
                  <a:lnTo>
                    <a:pt x="273367" y="267557"/>
                  </a:lnTo>
                  <a:lnTo>
                    <a:pt x="275177" y="268129"/>
                  </a:lnTo>
                  <a:lnTo>
                    <a:pt x="277082" y="269462"/>
                  </a:lnTo>
                  <a:lnTo>
                    <a:pt x="278701" y="271177"/>
                  </a:lnTo>
                  <a:lnTo>
                    <a:pt x="279654" y="272701"/>
                  </a:lnTo>
                  <a:lnTo>
                    <a:pt x="280702" y="277559"/>
                  </a:lnTo>
                  <a:lnTo>
                    <a:pt x="281749" y="278987"/>
                  </a:lnTo>
                  <a:lnTo>
                    <a:pt x="283464" y="277177"/>
                  </a:lnTo>
                  <a:lnTo>
                    <a:pt x="283369" y="279178"/>
                  </a:lnTo>
                  <a:lnTo>
                    <a:pt x="282512" y="282797"/>
                  </a:lnTo>
                  <a:lnTo>
                    <a:pt x="282321" y="284607"/>
                  </a:lnTo>
                  <a:lnTo>
                    <a:pt x="282607" y="286036"/>
                  </a:lnTo>
                  <a:lnTo>
                    <a:pt x="283369" y="287464"/>
                  </a:lnTo>
                  <a:lnTo>
                    <a:pt x="288988" y="296132"/>
                  </a:lnTo>
                  <a:lnTo>
                    <a:pt x="291179" y="298513"/>
                  </a:lnTo>
                  <a:lnTo>
                    <a:pt x="293751" y="300418"/>
                  </a:lnTo>
                  <a:lnTo>
                    <a:pt x="296799" y="301942"/>
                  </a:lnTo>
                  <a:lnTo>
                    <a:pt x="300133" y="303085"/>
                  </a:lnTo>
                  <a:lnTo>
                    <a:pt x="303657" y="303657"/>
                  </a:lnTo>
                  <a:lnTo>
                    <a:pt x="307467" y="303657"/>
                  </a:lnTo>
                  <a:lnTo>
                    <a:pt x="310896" y="302514"/>
                  </a:lnTo>
                  <a:lnTo>
                    <a:pt x="313563" y="300323"/>
                  </a:lnTo>
                  <a:lnTo>
                    <a:pt x="318421" y="295275"/>
                  </a:lnTo>
                  <a:lnTo>
                    <a:pt x="323755" y="292703"/>
                  </a:lnTo>
                  <a:lnTo>
                    <a:pt x="328803" y="289941"/>
                  </a:lnTo>
                  <a:lnTo>
                    <a:pt x="331375" y="289941"/>
                  </a:lnTo>
                  <a:lnTo>
                    <a:pt x="334804" y="290513"/>
                  </a:lnTo>
                  <a:lnTo>
                    <a:pt x="340328" y="290513"/>
                  </a:lnTo>
                  <a:lnTo>
                    <a:pt x="349091" y="294322"/>
                  </a:lnTo>
                  <a:lnTo>
                    <a:pt x="354425" y="295561"/>
                  </a:lnTo>
                  <a:lnTo>
                    <a:pt x="357283" y="298513"/>
                  </a:lnTo>
                  <a:lnTo>
                    <a:pt x="361950" y="304609"/>
                  </a:lnTo>
                  <a:lnTo>
                    <a:pt x="362426" y="305371"/>
                  </a:lnTo>
                  <a:lnTo>
                    <a:pt x="363093" y="307086"/>
                  </a:lnTo>
                  <a:lnTo>
                    <a:pt x="363569" y="307372"/>
                  </a:lnTo>
                  <a:lnTo>
                    <a:pt x="364807" y="307657"/>
                  </a:lnTo>
                  <a:lnTo>
                    <a:pt x="365093" y="308419"/>
                  </a:lnTo>
                  <a:lnTo>
                    <a:pt x="364998" y="309277"/>
                  </a:lnTo>
                  <a:lnTo>
                    <a:pt x="364998" y="309943"/>
                  </a:lnTo>
                  <a:lnTo>
                    <a:pt x="364807" y="312134"/>
                  </a:lnTo>
                  <a:lnTo>
                    <a:pt x="365570" y="313944"/>
                  </a:lnTo>
                  <a:lnTo>
                    <a:pt x="367760" y="314992"/>
                  </a:lnTo>
                  <a:lnTo>
                    <a:pt x="369951" y="314420"/>
                  </a:lnTo>
                  <a:lnTo>
                    <a:pt x="372713" y="314515"/>
                  </a:lnTo>
                  <a:lnTo>
                    <a:pt x="374523" y="315087"/>
                  </a:lnTo>
                  <a:lnTo>
                    <a:pt x="376428" y="316135"/>
                  </a:lnTo>
                  <a:lnTo>
                    <a:pt x="378714" y="316611"/>
                  </a:lnTo>
                  <a:lnTo>
                    <a:pt x="384334" y="312801"/>
                  </a:lnTo>
                  <a:lnTo>
                    <a:pt x="387763" y="310039"/>
                  </a:lnTo>
                  <a:lnTo>
                    <a:pt x="392430" y="307753"/>
                  </a:lnTo>
                  <a:lnTo>
                    <a:pt x="394906" y="308419"/>
                  </a:lnTo>
                  <a:lnTo>
                    <a:pt x="402812" y="312420"/>
                  </a:lnTo>
                  <a:lnTo>
                    <a:pt x="407956" y="315182"/>
                  </a:lnTo>
                  <a:lnTo>
                    <a:pt x="409099" y="315563"/>
                  </a:lnTo>
                  <a:lnTo>
                    <a:pt x="409575" y="315944"/>
                  </a:lnTo>
                  <a:lnTo>
                    <a:pt x="410146" y="316801"/>
                  </a:lnTo>
                  <a:lnTo>
                    <a:pt x="410908" y="317659"/>
                  </a:lnTo>
                  <a:lnTo>
                    <a:pt x="411861" y="318040"/>
                  </a:lnTo>
                  <a:lnTo>
                    <a:pt x="413671" y="318516"/>
                  </a:lnTo>
                  <a:lnTo>
                    <a:pt x="415480" y="319278"/>
                  </a:lnTo>
                  <a:lnTo>
                    <a:pt x="418147" y="320897"/>
                  </a:lnTo>
                  <a:lnTo>
                    <a:pt x="421957" y="322421"/>
                  </a:lnTo>
                  <a:lnTo>
                    <a:pt x="423577" y="323278"/>
                  </a:lnTo>
                  <a:lnTo>
                    <a:pt x="425767" y="323564"/>
                  </a:lnTo>
                  <a:lnTo>
                    <a:pt x="429482" y="324421"/>
                  </a:lnTo>
                  <a:lnTo>
                    <a:pt x="434912" y="326326"/>
                  </a:lnTo>
                  <a:lnTo>
                    <a:pt x="439293" y="326326"/>
                  </a:lnTo>
                  <a:lnTo>
                    <a:pt x="442722" y="324898"/>
                  </a:lnTo>
                  <a:lnTo>
                    <a:pt x="443960" y="322993"/>
                  </a:lnTo>
                  <a:lnTo>
                    <a:pt x="443198" y="32013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0" name="Freeform: Shape 23">
              <a:extLst>
                <a:ext uri="{FF2B5EF4-FFF2-40B4-BE49-F238E27FC236}">
                  <a16:creationId xmlns:a16="http://schemas.microsoft.com/office/drawing/2014/main" id="{1AD7CBB6-6D85-FCCF-F0D3-9B46E26C0D6B}"/>
                </a:ext>
              </a:extLst>
            </p:cNvPr>
            <p:cNvSpPr/>
            <p:nvPr/>
          </p:nvSpPr>
          <p:spPr>
            <a:xfrm>
              <a:off x="2730532" y="2556859"/>
              <a:ext cx="2305050" cy="1819275"/>
            </a:xfrm>
            <a:custGeom>
              <a:avLst/>
              <a:gdLst>
                <a:gd name="connsiteX0" fmla="*/ 2306955 w 2305050"/>
                <a:gd name="connsiteY0" fmla="*/ 303943 h 1819275"/>
                <a:gd name="connsiteX1" fmla="*/ 2306574 w 2305050"/>
                <a:gd name="connsiteY1" fmla="*/ 303181 h 1819275"/>
                <a:gd name="connsiteX2" fmla="*/ 2306193 w 2305050"/>
                <a:gd name="connsiteY2" fmla="*/ 302228 h 1819275"/>
                <a:gd name="connsiteX3" fmla="*/ 2306003 w 2305050"/>
                <a:gd name="connsiteY3" fmla="*/ 299752 h 1819275"/>
                <a:gd name="connsiteX4" fmla="*/ 2305622 w 2305050"/>
                <a:gd name="connsiteY4" fmla="*/ 298514 h 1819275"/>
                <a:gd name="connsiteX5" fmla="*/ 2305526 w 2305050"/>
                <a:gd name="connsiteY5" fmla="*/ 297275 h 1819275"/>
                <a:gd name="connsiteX6" fmla="*/ 2304859 w 2305050"/>
                <a:gd name="connsiteY6" fmla="*/ 295656 h 1819275"/>
                <a:gd name="connsiteX7" fmla="*/ 2301812 w 2305050"/>
                <a:gd name="connsiteY7" fmla="*/ 293275 h 1819275"/>
                <a:gd name="connsiteX8" fmla="*/ 2301145 w 2305050"/>
                <a:gd name="connsiteY8" fmla="*/ 291275 h 1819275"/>
                <a:gd name="connsiteX9" fmla="*/ 2301335 w 2305050"/>
                <a:gd name="connsiteY9" fmla="*/ 289560 h 1819275"/>
                <a:gd name="connsiteX10" fmla="*/ 2301431 w 2305050"/>
                <a:gd name="connsiteY10" fmla="*/ 288989 h 1819275"/>
                <a:gd name="connsiteX11" fmla="*/ 2301145 w 2305050"/>
                <a:gd name="connsiteY11" fmla="*/ 288798 h 1819275"/>
                <a:gd name="connsiteX12" fmla="*/ 2300002 w 2305050"/>
                <a:gd name="connsiteY12" fmla="*/ 288227 h 1819275"/>
                <a:gd name="connsiteX13" fmla="*/ 2299240 w 2305050"/>
                <a:gd name="connsiteY13" fmla="*/ 288036 h 1819275"/>
                <a:gd name="connsiteX14" fmla="*/ 2296763 w 2305050"/>
                <a:gd name="connsiteY14" fmla="*/ 288227 h 1819275"/>
                <a:gd name="connsiteX15" fmla="*/ 2296954 w 2305050"/>
                <a:gd name="connsiteY15" fmla="*/ 286131 h 1819275"/>
                <a:gd name="connsiteX16" fmla="*/ 2295620 w 2305050"/>
                <a:gd name="connsiteY16" fmla="*/ 285083 h 1819275"/>
                <a:gd name="connsiteX17" fmla="*/ 2293811 w 2305050"/>
                <a:gd name="connsiteY17" fmla="*/ 284512 h 1819275"/>
                <a:gd name="connsiteX18" fmla="*/ 2292382 w 2305050"/>
                <a:gd name="connsiteY18" fmla="*/ 283845 h 1819275"/>
                <a:gd name="connsiteX19" fmla="*/ 2291143 w 2305050"/>
                <a:gd name="connsiteY19" fmla="*/ 281178 h 1819275"/>
                <a:gd name="connsiteX20" fmla="*/ 2290858 w 2305050"/>
                <a:gd name="connsiteY20" fmla="*/ 278321 h 1819275"/>
                <a:gd name="connsiteX21" fmla="*/ 2290191 w 2305050"/>
                <a:gd name="connsiteY21" fmla="*/ 276035 h 1819275"/>
                <a:gd name="connsiteX22" fmla="*/ 2288191 w 2305050"/>
                <a:gd name="connsiteY22" fmla="*/ 275082 h 1819275"/>
                <a:gd name="connsiteX23" fmla="*/ 2286667 w 2305050"/>
                <a:gd name="connsiteY23" fmla="*/ 275558 h 1819275"/>
                <a:gd name="connsiteX24" fmla="*/ 2286191 w 2305050"/>
                <a:gd name="connsiteY24" fmla="*/ 275177 h 1819275"/>
                <a:gd name="connsiteX25" fmla="*/ 2280285 w 2305050"/>
                <a:gd name="connsiteY25" fmla="*/ 269939 h 1819275"/>
                <a:gd name="connsiteX26" fmla="*/ 2278951 w 2305050"/>
                <a:gd name="connsiteY26" fmla="*/ 268319 h 1819275"/>
                <a:gd name="connsiteX27" fmla="*/ 2278380 w 2305050"/>
                <a:gd name="connsiteY27" fmla="*/ 267176 h 1819275"/>
                <a:gd name="connsiteX28" fmla="*/ 2277713 w 2305050"/>
                <a:gd name="connsiteY28" fmla="*/ 264605 h 1819275"/>
                <a:gd name="connsiteX29" fmla="*/ 2277332 w 2305050"/>
                <a:gd name="connsiteY29" fmla="*/ 263652 h 1819275"/>
                <a:gd name="connsiteX30" fmla="*/ 2275713 w 2305050"/>
                <a:gd name="connsiteY30" fmla="*/ 260414 h 1819275"/>
                <a:gd name="connsiteX31" fmla="*/ 2274570 w 2305050"/>
                <a:gd name="connsiteY31" fmla="*/ 258508 h 1819275"/>
                <a:gd name="connsiteX32" fmla="*/ 2268855 w 2305050"/>
                <a:gd name="connsiteY32" fmla="*/ 252698 h 1819275"/>
                <a:gd name="connsiteX33" fmla="*/ 2268188 w 2305050"/>
                <a:gd name="connsiteY33" fmla="*/ 251746 h 1819275"/>
                <a:gd name="connsiteX34" fmla="*/ 2267807 w 2305050"/>
                <a:gd name="connsiteY34" fmla="*/ 250889 h 1819275"/>
                <a:gd name="connsiteX35" fmla="*/ 2267522 w 2305050"/>
                <a:gd name="connsiteY35" fmla="*/ 249650 h 1819275"/>
                <a:gd name="connsiteX36" fmla="*/ 2267045 w 2305050"/>
                <a:gd name="connsiteY36" fmla="*/ 246888 h 1819275"/>
                <a:gd name="connsiteX37" fmla="*/ 2266569 w 2305050"/>
                <a:gd name="connsiteY37" fmla="*/ 245745 h 1819275"/>
                <a:gd name="connsiteX38" fmla="*/ 2265807 w 2305050"/>
                <a:gd name="connsiteY38" fmla="*/ 244031 h 1819275"/>
                <a:gd name="connsiteX39" fmla="*/ 2263902 w 2305050"/>
                <a:gd name="connsiteY39" fmla="*/ 240602 h 1819275"/>
                <a:gd name="connsiteX40" fmla="*/ 2261616 w 2305050"/>
                <a:gd name="connsiteY40" fmla="*/ 237554 h 1819275"/>
                <a:gd name="connsiteX41" fmla="*/ 2253615 w 2305050"/>
                <a:gd name="connsiteY41" fmla="*/ 230600 h 1819275"/>
                <a:gd name="connsiteX42" fmla="*/ 2249424 w 2305050"/>
                <a:gd name="connsiteY42" fmla="*/ 227933 h 1819275"/>
                <a:gd name="connsiteX43" fmla="*/ 2232946 w 2305050"/>
                <a:gd name="connsiteY43" fmla="*/ 223647 h 1819275"/>
                <a:gd name="connsiteX44" fmla="*/ 2231517 w 2305050"/>
                <a:gd name="connsiteY44" fmla="*/ 223742 h 1819275"/>
                <a:gd name="connsiteX45" fmla="*/ 2230850 w 2305050"/>
                <a:gd name="connsiteY45" fmla="*/ 223933 h 1819275"/>
                <a:gd name="connsiteX46" fmla="*/ 2230279 w 2305050"/>
                <a:gd name="connsiteY46" fmla="*/ 224219 h 1819275"/>
                <a:gd name="connsiteX47" fmla="*/ 2229707 w 2305050"/>
                <a:gd name="connsiteY47" fmla="*/ 224504 h 1819275"/>
                <a:gd name="connsiteX48" fmla="*/ 2229231 w 2305050"/>
                <a:gd name="connsiteY48" fmla="*/ 224885 h 1819275"/>
                <a:gd name="connsiteX49" fmla="*/ 2228850 w 2305050"/>
                <a:gd name="connsiteY49" fmla="*/ 225362 h 1819275"/>
                <a:gd name="connsiteX50" fmla="*/ 2228564 w 2305050"/>
                <a:gd name="connsiteY50" fmla="*/ 225838 h 1819275"/>
                <a:gd name="connsiteX51" fmla="*/ 2228183 w 2305050"/>
                <a:gd name="connsiteY51" fmla="*/ 226409 h 1819275"/>
                <a:gd name="connsiteX52" fmla="*/ 2227993 w 2305050"/>
                <a:gd name="connsiteY52" fmla="*/ 227076 h 1819275"/>
                <a:gd name="connsiteX53" fmla="*/ 2227802 w 2305050"/>
                <a:gd name="connsiteY53" fmla="*/ 227838 h 1819275"/>
                <a:gd name="connsiteX54" fmla="*/ 2227707 w 2305050"/>
                <a:gd name="connsiteY54" fmla="*/ 228695 h 1819275"/>
                <a:gd name="connsiteX55" fmla="*/ 2227802 w 2305050"/>
                <a:gd name="connsiteY55" fmla="*/ 232505 h 1819275"/>
                <a:gd name="connsiteX56" fmla="*/ 2227707 w 2305050"/>
                <a:gd name="connsiteY56" fmla="*/ 233363 h 1819275"/>
                <a:gd name="connsiteX57" fmla="*/ 2227612 w 2305050"/>
                <a:gd name="connsiteY57" fmla="*/ 234125 h 1819275"/>
                <a:gd name="connsiteX58" fmla="*/ 2227421 w 2305050"/>
                <a:gd name="connsiteY58" fmla="*/ 234791 h 1819275"/>
                <a:gd name="connsiteX59" fmla="*/ 2227136 w 2305050"/>
                <a:gd name="connsiteY59" fmla="*/ 235363 h 1819275"/>
                <a:gd name="connsiteX60" fmla="*/ 2226469 w 2305050"/>
                <a:gd name="connsiteY60" fmla="*/ 236506 h 1819275"/>
                <a:gd name="connsiteX61" fmla="*/ 2225612 w 2305050"/>
                <a:gd name="connsiteY61" fmla="*/ 237363 h 1819275"/>
                <a:gd name="connsiteX62" fmla="*/ 2224564 w 2305050"/>
                <a:gd name="connsiteY62" fmla="*/ 237935 h 1819275"/>
                <a:gd name="connsiteX63" fmla="*/ 2221040 w 2305050"/>
                <a:gd name="connsiteY63" fmla="*/ 238506 h 1819275"/>
                <a:gd name="connsiteX64" fmla="*/ 2220468 w 2305050"/>
                <a:gd name="connsiteY64" fmla="*/ 238697 h 1819275"/>
                <a:gd name="connsiteX65" fmla="*/ 2219992 w 2305050"/>
                <a:gd name="connsiteY65" fmla="*/ 238982 h 1819275"/>
                <a:gd name="connsiteX66" fmla="*/ 2219516 w 2305050"/>
                <a:gd name="connsiteY66" fmla="*/ 239363 h 1819275"/>
                <a:gd name="connsiteX67" fmla="*/ 2219134 w 2305050"/>
                <a:gd name="connsiteY67" fmla="*/ 239840 h 1819275"/>
                <a:gd name="connsiteX68" fmla="*/ 2218849 w 2305050"/>
                <a:gd name="connsiteY68" fmla="*/ 240506 h 1819275"/>
                <a:gd name="connsiteX69" fmla="*/ 2218658 w 2305050"/>
                <a:gd name="connsiteY69" fmla="*/ 241173 h 1819275"/>
                <a:gd name="connsiteX70" fmla="*/ 2218468 w 2305050"/>
                <a:gd name="connsiteY70" fmla="*/ 241935 h 1819275"/>
                <a:gd name="connsiteX71" fmla="*/ 2218373 w 2305050"/>
                <a:gd name="connsiteY71" fmla="*/ 242602 h 1819275"/>
                <a:gd name="connsiteX72" fmla="*/ 2218277 w 2305050"/>
                <a:gd name="connsiteY72" fmla="*/ 244126 h 1819275"/>
                <a:gd name="connsiteX73" fmla="*/ 2218182 w 2305050"/>
                <a:gd name="connsiteY73" fmla="*/ 244888 h 1819275"/>
                <a:gd name="connsiteX74" fmla="*/ 2217991 w 2305050"/>
                <a:gd name="connsiteY74" fmla="*/ 245555 h 1819275"/>
                <a:gd name="connsiteX75" fmla="*/ 2217611 w 2305050"/>
                <a:gd name="connsiteY75" fmla="*/ 246031 h 1819275"/>
                <a:gd name="connsiteX76" fmla="*/ 2217230 w 2305050"/>
                <a:gd name="connsiteY76" fmla="*/ 246412 h 1819275"/>
                <a:gd name="connsiteX77" fmla="*/ 2212943 w 2305050"/>
                <a:gd name="connsiteY77" fmla="*/ 248793 h 1819275"/>
                <a:gd name="connsiteX78" fmla="*/ 2211991 w 2305050"/>
                <a:gd name="connsiteY78" fmla="*/ 249555 h 1819275"/>
                <a:gd name="connsiteX79" fmla="*/ 2211229 w 2305050"/>
                <a:gd name="connsiteY79" fmla="*/ 250508 h 1819275"/>
                <a:gd name="connsiteX80" fmla="*/ 2210848 w 2305050"/>
                <a:gd name="connsiteY80" fmla="*/ 250984 h 1819275"/>
                <a:gd name="connsiteX81" fmla="*/ 2210562 w 2305050"/>
                <a:gd name="connsiteY81" fmla="*/ 251651 h 1819275"/>
                <a:gd name="connsiteX82" fmla="*/ 2209705 w 2305050"/>
                <a:gd name="connsiteY82" fmla="*/ 254413 h 1819275"/>
                <a:gd name="connsiteX83" fmla="*/ 2209419 w 2305050"/>
                <a:gd name="connsiteY83" fmla="*/ 254984 h 1819275"/>
                <a:gd name="connsiteX84" fmla="*/ 2209038 w 2305050"/>
                <a:gd name="connsiteY84" fmla="*/ 255461 h 1819275"/>
                <a:gd name="connsiteX85" fmla="*/ 2208466 w 2305050"/>
                <a:gd name="connsiteY85" fmla="*/ 255651 h 1819275"/>
                <a:gd name="connsiteX86" fmla="*/ 2203799 w 2305050"/>
                <a:gd name="connsiteY86" fmla="*/ 255651 h 1819275"/>
                <a:gd name="connsiteX87" fmla="*/ 2196084 w 2305050"/>
                <a:gd name="connsiteY87" fmla="*/ 259556 h 1819275"/>
                <a:gd name="connsiteX88" fmla="*/ 2182940 w 2305050"/>
                <a:gd name="connsiteY88" fmla="*/ 256318 h 1819275"/>
                <a:gd name="connsiteX89" fmla="*/ 2181225 w 2305050"/>
                <a:gd name="connsiteY89" fmla="*/ 256508 h 1819275"/>
                <a:gd name="connsiteX90" fmla="*/ 2179987 w 2305050"/>
                <a:gd name="connsiteY90" fmla="*/ 256889 h 1819275"/>
                <a:gd name="connsiteX91" fmla="*/ 2179511 w 2305050"/>
                <a:gd name="connsiteY91" fmla="*/ 257175 h 1819275"/>
                <a:gd name="connsiteX92" fmla="*/ 2179034 w 2305050"/>
                <a:gd name="connsiteY92" fmla="*/ 257556 h 1819275"/>
                <a:gd name="connsiteX93" fmla="*/ 2178749 w 2305050"/>
                <a:gd name="connsiteY93" fmla="*/ 258223 h 1819275"/>
                <a:gd name="connsiteX94" fmla="*/ 2178558 w 2305050"/>
                <a:gd name="connsiteY94" fmla="*/ 258794 h 1819275"/>
                <a:gd name="connsiteX95" fmla="*/ 2178177 w 2305050"/>
                <a:gd name="connsiteY95" fmla="*/ 260318 h 1819275"/>
                <a:gd name="connsiteX96" fmla="*/ 2177987 w 2305050"/>
                <a:gd name="connsiteY96" fmla="*/ 261938 h 1819275"/>
                <a:gd name="connsiteX97" fmla="*/ 2177891 w 2305050"/>
                <a:gd name="connsiteY97" fmla="*/ 262700 h 1819275"/>
                <a:gd name="connsiteX98" fmla="*/ 2177606 w 2305050"/>
                <a:gd name="connsiteY98" fmla="*/ 263366 h 1819275"/>
                <a:gd name="connsiteX99" fmla="*/ 2177224 w 2305050"/>
                <a:gd name="connsiteY99" fmla="*/ 263843 h 1819275"/>
                <a:gd name="connsiteX100" fmla="*/ 2176843 w 2305050"/>
                <a:gd name="connsiteY100" fmla="*/ 264319 h 1819275"/>
                <a:gd name="connsiteX101" fmla="*/ 2174748 w 2305050"/>
                <a:gd name="connsiteY101" fmla="*/ 265557 h 1819275"/>
                <a:gd name="connsiteX102" fmla="*/ 2172367 w 2305050"/>
                <a:gd name="connsiteY102" fmla="*/ 266510 h 1819275"/>
                <a:gd name="connsiteX103" fmla="*/ 2170843 w 2305050"/>
                <a:gd name="connsiteY103" fmla="*/ 266795 h 1819275"/>
                <a:gd name="connsiteX104" fmla="*/ 2167604 w 2305050"/>
                <a:gd name="connsiteY104" fmla="*/ 266700 h 1819275"/>
                <a:gd name="connsiteX105" fmla="*/ 2165604 w 2305050"/>
                <a:gd name="connsiteY105" fmla="*/ 266224 h 1819275"/>
                <a:gd name="connsiteX106" fmla="*/ 2163890 w 2305050"/>
                <a:gd name="connsiteY106" fmla="*/ 265081 h 1819275"/>
                <a:gd name="connsiteX107" fmla="*/ 2161604 w 2305050"/>
                <a:gd name="connsiteY107" fmla="*/ 262985 h 1819275"/>
                <a:gd name="connsiteX108" fmla="*/ 2157984 w 2305050"/>
                <a:gd name="connsiteY108" fmla="*/ 260985 h 1819275"/>
                <a:gd name="connsiteX109" fmla="*/ 2156746 w 2305050"/>
                <a:gd name="connsiteY109" fmla="*/ 260604 h 1819275"/>
                <a:gd name="connsiteX110" fmla="*/ 2155793 w 2305050"/>
                <a:gd name="connsiteY110" fmla="*/ 260414 h 1819275"/>
                <a:gd name="connsiteX111" fmla="*/ 2143220 w 2305050"/>
                <a:gd name="connsiteY111" fmla="*/ 263843 h 1819275"/>
                <a:gd name="connsiteX112" fmla="*/ 2132171 w 2305050"/>
                <a:gd name="connsiteY112" fmla="*/ 262319 h 1819275"/>
                <a:gd name="connsiteX113" fmla="*/ 2130742 w 2305050"/>
                <a:gd name="connsiteY113" fmla="*/ 262604 h 1819275"/>
                <a:gd name="connsiteX114" fmla="*/ 2129599 w 2305050"/>
                <a:gd name="connsiteY114" fmla="*/ 263081 h 1819275"/>
                <a:gd name="connsiteX115" fmla="*/ 2129028 w 2305050"/>
                <a:gd name="connsiteY115" fmla="*/ 263366 h 1819275"/>
                <a:gd name="connsiteX116" fmla="*/ 2128552 w 2305050"/>
                <a:gd name="connsiteY116" fmla="*/ 263747 h 1819275"/>
                <a:gd name="connsiteX117" fmla="*/ 2128171 w 2305050"/>
                <a:gd name="connsiteY117" fmla="*/ 264224 h 1819275"/>
                <a:gd name="connsiteX118" fmla="*/ 2127504 w 2305050"/>
                <a:gd name="connsiteY118" fmla="*/ 265271 h 1819275"/>
                <a:gd name="connsiteX119" fmla="*/ 2127028 w 2305050"/>
                <a:gd name="connsiteY119" fmla="*/ 266510 h 1819275"/>
                <a:gd name="connsiteX120" fmla="*/ 2126742 w 2305050"/>
                <a:gd name="connsiteY120" fmla="*/ 268034 h 1819275"/>
                <a:gd name="connsiteX121" fmla="*/ 2126551 w 2305050"/>
                <a:gd name="connsiteY121" fmla="*/ 270605 h 1819275"/>
                <a:gd name="connsiteX122" fmla="*/ 2126361 w 2305050"/>
                <a:gd name="connsiteY122" fmla="*/ 271272 h 1819275"/>
                <a:gd name="connsiteX123" fmla="*/ 2126171 w 2305050"/>
                <a:gd name="connsiteY123" fmla="*/ 272034 h 1819275"/>
                <a:gd name="connsiteX124" fmla="*/ 2125980 w 2305050"/>
                <a:gd name="connsiteY124" fmla="*/ 272606 h 1819275"/>
                <a:gd name="connsiteX125" fmla="*/ 2125599 w 2305050"/>
                <a:gd name="connsiteY125" fmla="*/ 273177 h 1819275"/>
                <a:gd name="connsiteX126" fmla="*/ 2125218 w 2305050"/>
                <a:gd name="connsiteY126" fmla="*/ 273558 h 1819275"/>
                <a:gd name="connsiteX127" fmla="*/ 2124742 w 2305050"/>
                <a:gd name="connsiteY127" fmla="*/ 273939 h 1819275"/>
                <a:gd name="connsiteX128" fmla="*/ 2123694 w 2305050"/>
                <a:gd name="connsiteY128" fmla="*/ 274606 h 1819275"/>
                <a:gd name="connsiteX129" fmla="*/ 2115883 w 2305050"/>
                <a:gd name="connsiteY129" fmla="*/ 276797 h 1819275"/>
                <a:gd name="connsiteX130" fmla="*/ 2112645 w 2305050"/>
                <a:gd name="connsiteY130" fmla="*/ 277177 h 1819275"/>
                <a:gd name="connsiteX131" fmla="*/ 2110359 w 2305050"/>
                <a:gd name="connsiteY131" fmla="*/ 276987 h 1819275"/>
                <a:gd name="connsiteX132" fmla="*/ 2108454 w 2305050"/>
                <a:gd name="connsiteY132" fmla="*/ 276320 h 1819275"/>
                <a:gd name="connsiteX133" fmla="*/ 2107883 w 2305050"/>
                <a:gd name="connsiteY133" fmla="*/ 275939 h 1819275"/>
                <a:gd name="connsiteX134" fmla="*/ 2107501 w 2305050"/>
                <a:gd name="connsiteY134" fmla="*/ 275558 h 1819275"/>
                <a:gd name="connsiteX135" fmla="*/ 2106740 w 2305050"/>
                <a:gd name="connsiteY135" fmla="*/ 274606 h 1819275"/>
                <a:gd name="connsiteX136" fmla="*/ 2104168 w 2305050"/>
                <a:gd name="connsiteY136" fmla="*/ 270510 h 1819275"/>
                <a:gd name="connsiteX137" fmla="*/ 2103406 w 2305050"/>
                <a:gd name="connsiteY137" fmla="*/ 269558 h 1819275"/>
                <a:gd name="connsiteX138" fmla="*/ 2103120 w 2305050"/>
                <a:gd name="connsiteY138" fmla="*/ 269177 h 1819275"/>
                <a:gd name="connsiteX139" fmla="*/ 2101691 w 2305050"/>
                <a:gd name="connsiteY139" fmla="*/ 268415 h 1819275"/>
                <a:gd name="connsiteX140" fmla="*/ 2099977 w 2305050"/>
                <a:gd name="connsiteY140" fmla="*/ 267748 h 1819275"/>
                <a:gd name="connsiteX141" fmla="*/ 2098929 w 2305050"/>
                <a:gd name="connsiteY141" fmla="*/ 267557 h 1819275"/>
                <a:gd name="connsiteX142" fmla="*/ 2097976 w 2305050"/>
                <a:gd name="connsiteY142" fmla="*/ 267462 h 1819275"/>
                <a:gd name="connsiteX143" fmla="*/ 2092357 w 2305050"/>
                <a:gd name="connsiteY143" fmla="*/ 268415 h 1819275"/>
                <a:gd name="connsiteX144" fmla="*/ 2084641 w 2305050"/>
                <a:gd name="connsiteY144" fmla="*/ 268319 h 1819275"/>
                <a:gd name="connsiteX145" fmla="*/ 2083594 w 2305050"/>
                <a:gd name="connsiteY145" fmla="*/ 268034 h 1819275"/>
                <a:gd name="connsiteX146" fmla="*/ 2082451 w 2305050"/>
                <a:gd name="connsiteY146" fmla="*/ 267462 h 1819275"/>
                <a:gd name="connsiteX147" fmla="*/ 2081498 w 2305050"/>
                <a:gd name="connsiteY147" fmla="*/ 266795 h 1819275"/>
                <a:gd name="connsiteX148" fmla="*/ 2080450 w 2305050"/>
                <a:gd name="connsiteY148" fmla="*/ 265938 h 1819275"/>
                <a:gd name="connsiteX149" fmla="*/ 2079498 w 2305050"/>
                <a:gd name="connsiteY149" fmla="*/ 264700 h 1819275"/>
                <a:gd name="connsiteX150" fmla="*/ 2078260 w 2305050"/>
                <a:gd name="connsiteY150" fmla="*/ 263081 h 1819275"/>
                <a:gd name="connsiteX151" fmla="*/ 2077879 w 2305050"/>
                <a:gd name="connsiteY151" fmla="*/ 262509 h 1819275"/>
                <a:gd name="connsiteX152" fmla="*/ 2077212 w 2305050"/>
                <a:gd name="connsiteY152" fmla="*/ 261938 h 1819275"/>
                <a:gd name="connsiteX153" fmla="*/ 2076450 w 2305050"/>
                <a:gd name="connsiteY153" fmla="*/ 261747 h 1819275"/>
                <a:gd name="connsiteX154" fmla="*/ 2075783 w 2305050"/>
                <a:gd name="connsiteY154" fmla="*/ 261747 h 1819275"/>
                <a:gd name="connsiteX155" fmla="*/ 2075212 w 2305050"/>
                <a:gd name="connsiteY155" fmla="*/ 262033 h 1819275"/>
                <a:gd name="connsiteX156" fmla="*/ 2074164 w 2305050"/>
                <a:gd name="connsiteY156" fmla="*/ 262795 h 1819275"/>
                <a:gd name="connsiteX157" fmla="*/ 2073402 w 2305050"/>
                <a:gd name="connsiteY157" fmla="*/ 263081 h 1819275"/>
                <a:gd name="connsiteX158" fmla="*/ 2072164 w 2305050"/>
                <a:gd name="connsiteY158" fmla="*/ 263271 h 1819275"/>
                <a:gd name="connsiteX159" fmla="*/ 2071116 w 2305050"/>
                <a:gd name="connsiteY159" fmla="*/ 263081 h 1819275"/>
                <a:gd name="connsiteX160" fmla="*/ 2069973 w 2305050"/>
                <a:gd name="connsiteY160" fmla="*/ 262509 h 1819275"/>
                <a:gd name="connsiteX161" fmla="*/ 2067973 w 2305050"/>
                <a:gd name="connsiteY161" fmla="*/ 260699 h 1819275"/>
                <a:gd name="connsiteX162" fmla="*/ 2064830 w 2305050"/>
                <a:gd name="connsiteY162" fmla="*/ 256985 h 1819275"/>
                <a:gd name="connsiteX163" fmla="*/ 2063877 w 2305050"/>
                <a:gd name="connsiteY163" fmla="*/ 256127 h 1819275"/>
                <a:gd name="connsiteX164" fmla="*/ 2061020 w 2305050"/>
                <a:gd name="connsiteY164" fmla="*/ 254413 h 1819275"/>
                <a:gd name="connsiteX165" fmla="*/ 2059400 w 2305050"/>
                <a:gd name="connsiteY165" fmla="*/ 253079 h 1819275"/>
                <a:gd name="connsiteX166" fmla="*/ 2053685 w 2305050"/>
                <a:gd name="connsiteY166" fmla="*/ 245174 h 1819275"/>
                <a:gd name="connsiteX167" fmla="*/ 2051209 w 2305050"/>
                <a:gd name="connsiteY167" fmla="*/ 240887 h 1819275"/>
                <a:gd name="connsiteX168" fmla="*/ 2050447 w 2305050"/>
                <a:gd name="connsiteY168" fmla="*/ 238697 h 1819275"/>
                <a:gd name="connsiteX169" fmla="*/ 2050066 w 2305050"/>
                <a:gd name="connsiteY169" fmla="*/ 237173 h 1819275"/>
                <a:gd name="connsiteX170" fmla="*/ 2049875 w 2305050"/>
                <a:gd name="connsiteY170" fmla="*/ 236411 h 1819275"/>
                <a:gd name="connsiteX171" fmla="*/ 2049875 w 2305050"/>
                <a:gd name="connsiteY171" fmla="*/ 235649 h 1819275"/>
                <a:gd name="connsiteX172" fmla="*/ 2049971 w 2305050"/>
                <a:gd name="connsiteY172" fmla="*/ 234029 h 1819275"/>
                <a:gd name="connsiteX173" fmla="*/ 2050256 w 2305050"/>
                <a:gd name="connsiteY173" fmla="*/ 232505 h 1819275"/>
                <a:gd name="connsiteX174" fmla="*/ 2050256 w 2305050"/>
                <a:gd name="connsiteY174" fmla="*/ 231743 h 1819275"/>
                <a:gd name="connsiteX175" fmla="*/ 2050161 w 2305050"/>
                <a:gd name="connsiteY175" fmla="*/ 231077 h 1819275"/>
                <a:gd name="connsiteX176" fmla="*/ 2049971 w 2305050"/>
                <a:gd name="connsiteY176" fmla="*/ 230410 h 1819275"/>
                <a:gd name="connsiteX177" fmla="*/ 2049780 w 2305050"/>
                <a:gd name="connsiteY177" fmla="*/ 229838 h 1819275"/>
                <a:gd name="connsiteX178" fmla="*/ 2040064 w 2305050"/>
                <a:gd name="connsiteY178" fmla="*/ 212598 h 1819275"/>
                <a:gd name="connsiteX179" fmla="*/ 2039683 w 2305050"/>
                <a:gd name="connsiteY179" fmla="*/ 211360 h 1819275"/>
                <a:gd name="connsiteX180" fmla="*/ 2039398 w 2305050"/>
                <a:gd name="connsiteY180" fmla="*/ 210026 h 1819275"/>
                <a:gd name="connsiteX181" fmla="*/ 2039398 w 2305050"/>
                <a:gd name="connsiteY181" fmla="*/ 209264 h 1819275"/>
                <a:gd name="connsiteX182" fmla="*/ 2039493 w 2305050"/>
                <a:gd name="connsiteY182" fmla="*/ 208502 h 1819275"/>
                <a:gd name="connsiteX183" fmla="*/ 2039588 w 2305050"/>
                <a:gd name="connsiteY183" fmla="*/ 207740 h 1819275"/>
                <a:gd name="connsiteX184" fmla="*/ 2039779 w 2305050"/>
                <a:gd name="connsiteY184" fmla="*/ 207074 h 1819275"/>
                <a:gd name="connsiteX185" fmla="*/ 2040064 w 2305050"/>
                <a:gd name="connsiteY185" fmla="*/ 206407 h 1819275"/>
                <a:gd name="connsiteX186" fmla="*/ 2040636 w 2305050"/>
                <a:gd name="connsiteY186" fmla="*/ 205264 h 1819275"/>
                <a:gd name="connsiteX187" fmla="*/ 2042827 w 2305050"/>
                <a:gd name="connsiteY187" fmla="*/ 202121 h 1819275"/>
                <a:gd name="connsiteX188" fmla="*/ 2043398 w 2305050"/>
                <a:gd name="connsiteY188" fmla="*/ 201073 h 1819275"/>
                <a:gd name="connsiteX189" fmla="*/ 2043684 w 2305050"/>
                <a:gd name="connsiteY189" fmla="*/ 200406 h 1819275"/>
                <a:gd name="connsiteX190" fmla="*/ 2043874 w 2305050"/>
                <a:gd name="connsiteY190" fmla="*/ 199644 h 1819275"/>
                <a:gd name="connsiteX191" fmla="*/ 2043874 w 2305050"/>
                <a:gd name="connsiteY191" fmla="*/ 198882 h 1819275"/>
                <a:gd name="connsiteX192" fmla="*/ 2043970 w 2305050"/>
                <a:gd name="connsiteY192" fmla="*/ 198025 h 1819275"/>
                <a:gd name="connsiteX193" fmla="*/ 2043779 w 2305050"/>
                <a:gd name="connsiteY193" fmla="*/ 196596 h 1819275"/>
                <a:gd name="connsiteX194" fmla="*/ 2043303 w 2305050"/>
                <a:gd name="connsiteY194" fmla="*/ 193834 h 1819275"/>
                <a:gd name="connsiteX195" fmla="*/ 2033968 w 2305050"/>
                <a:gd name="connsiteY195" fmla="*/ 161830 h 1819275"/>
                <a:gd name="connsiteX196" fmla="*/ 2033683 w 2305050"/>
                <a:gd name="connsiteY196" fmla="*/ 160496 h 1819275"/>
                <a:gd name="connsiteX197" fmla="*/ 2033492 w 2305050"/>
                <a:gd name="connsiteY197" fmla="*/ 159068 h 1819275"/>
                <a:gd name="connsiteX198" fmla="*/ 2033683 w 2305050"/>
                <a:gd name="connsiteY198" fmla="*/ 158306 h 1819275"/>
                <a:gd name="connsiteX199" fmla="*/ 2033778 w 2305050"/>
                <a:gd name="connsiteY199" fmla="*/ 157639 h 1819275"/>
                <a:gd name="connsiteX200" fmla="*/ 2034064 w 2305050"/>
                <a:gd name="connsiteY200" fmla="*/ 157067 h 1819275"/>
                <a:gd name="connsiteX201" fmla="*/ 2034540 w 2305050"/>
                <a:gd name="connsiteY201" fmla="*/ 156496 h 1819275"/>
                <a:gd name="connsiteX202" fmla="*/ 2035112 w 2305050"/>
                <a:gd name="connsiteY202" fmla="*/ 156115 h 1819275"/>
                <a:gd name="connsiteX203" fmla="*/ 2035969 w 2305050"/>
                <a:gd name="connsiteY203" fmla="*/ 155734 h 1819275"/>
                <a:gd name="connsiteX204" fmla="*/ 2038731 w 2305050"/>
                <a:gd name="connsiteY204" fmla="*/ 154877 h 1819275"/>
                <a:gd name="connsiteX205" fmla="*/ 2040922 w 2305050"/>
                <a:gd name="connsiteY205" fmla="*/ 153829 h 1819275"/>
                <a:gd name="connsiteX206" fmla="*/ 2041874 w 2305050"/>
                <a:gd name="connsiteY206" fmla="*/ 153067 h 1819275"/>
                <a:gd name="connsiteX207" fmla="*/ 2042827 w 2305050"/>
                <a:gd name="connsiteY207" fmla="*/ 152210 h 1819275"/>
                <a:gd name="connsiteX208" fmla="*/ 2043208 w 2305050"/>
                <a:gd name="connsiteY208" fmla="*/ 151829 h 1819275"/>
                <a:gd name="connsiteX209" fmla="*/ 2043970 w 2305050"/>
                <a:gd name="connsiteY209" fmla="*/ 150781 h 1819275"/>
                <a:gd name="connsiteX210" fmla="*/ 2044541 w 2305050"/>
                <a:gd name="connsiteY210" fmla="*/ 149543 h 1819275"/>
                <a:gd name="connsiteX211" fmla="*/ 2044732 w 2305050"/>
                <a:gd name="connsiteY211" fmla="*/ 148876 h 1819275"/>
                <a:gd name="connsiteX212" fmla="*/ 2044922 w 2305050"/>
                <a:gd name="connsiteY212" fmla="*/ 148114 h 1819275"/>
                <a:gd name="connsiteX213" fmla="*/ 2045113 w 2305050"/>
                <a:gd name="connsiteY213" fmla="*/ 147352 h 1819275"/>
                <a:gd name="connsiteX214" fmla="*/ 2045113 w 2305050"/>
                <a:gd name="connsiteY214" fmla="*/ 146590 h 1819275"/>
                <a:gd name="connsiteX215" fmla="*/ 2045113 w 2305050"/>
                <a:gd name="connsiteY215" fmla="*/ 145828 h 1819275"/>
                <a:gd name="connsiteX216" fmla="*/ 2044827 w 2305050"/>
                <a:gd name="connsiteY216" fmla="*/ 144971 h 1819275"/>
                <a:gd name="connsiteX217" fmla="*/ 2044256 w 2305050"/>
                <a:gd name="connsiteY217" fmla="*/ 144113 h 1819275"/>
                <a:gd name="connsiteX218" fmla="*/ 2043113 w 2305050"/>
                <a:gd name="connsiteY218" fmla="*/ 142780 h 1819275"/>
                <a:gd name="connsiteX219" fmla="*/ 2042160 w 2305050"/>
                <a:gd name="connsiteY219" fmla="*/ 142208 h 1819275"/>
                <a:gd name="connsiteX220" fmla="*/ 2041398 w 2305050"/>
                <a:gd name="connsiteY220" fmla="*/ 141827 h 1819275"/>
                <a:gd name="connsiteX221" fmla="*/ 2028539 w 2305050"/>
                <a:gd name="connsiteY221" fmla="*/ 139637 h 1819275"/>
                <a:gd name="connsiteX222" fmla="*/ 2023777 w 2305050"/>
                <a:gd name="connsiteY222" fmla="*/ 137446 h 1819275"/>
                <a:gd name="connsiteX223" fmla="*/ 2023110 w 2305050"/>
                <a:gd name="connsiteY223" fmla="*/ 136970 h 1819275"/>
                <a:gd name="connsiteX224" fmla="*/ 2022824 w 2305050"/>
                <a:gd name="connsiteY224" fmla="*/ 136684 h 1819275"/>
                <a:gd name="connsiteX225" fmla="*/ 2022253 w 2305050"/>
                <a:gd name="connsiteY225" fmla="*/ 135827 h 1819275"/>
                <a:gd name="connsiteX226" fmla="*/ 2021681 w 2305050"/>
                <a:gd name="connsiteY226" fmla="*/ 134683 h 1819275"/>
                <a:gd name="connsiteX227" fmla="*/ 2021491 w 2305050"/>
                <a:gd name="connsiteY227" fmla="*/ 134112 h 1819275"/>
                <a:gd name="connsiteX228" fmla="*/ 2020824 w 2305050"/>
                <a:gd name="connsiteY228" fmla="*/ 132207 h 1819275"/>
                <a:gd name="connsiteX229" fmla="*/ 2019300 w 2305050"/>
                <a:gd name="connsiteY229" fmla="*/ 128778 h 1819275"/>
                <a:gd name="connsiteX230" fmla="*/ 2018443 w 2305050"/>
                <a:gd name="connsiteY230" fmla="*/ 127730 h 1819275"/>
                <a:gd name="connsiteX231" fmla="*/ 2014823 w 2305050"/>
                <a:gd name="connsiteY231" fmla="*/ 124587 h 1819275"/>
                <a:gd name="connsiteX232" fmla="*/ 2013490 w 2305050"/>
                <a:gd name="connsiteY232" fmla="*/ 122396 h 1819275"/>
                <a:gd name="connsiteX233" fmla="*/ 2012918 w 2305050"/>
                <a:gd name="connsiteY233" fmla="*/ 121253 h 1819275"/>
                <a:gd name="connsiteX234" fmla="*/ 2012442 w 2305050"/>
                <a:gd name="connsiteY234" fmla="*/ 120015 h 1819275"/>
                <a:gd name="connsiteX235" fmla="*/ 2011680 w 2305050"/>
                <a:gd name="connsiteY235" fmla="*/ 117348 h 1819275"/>
                <a:gd name="connsiteX236" fmla="*/ 2011299 w 2305050"/>
                <a:gd name="connsiteY236" fmla="*/ 116586 h 1819275"/>
                <a:gd name="connsiteX237" fmla="*/ 2010632 w 2305050"/>
                <a:gd name="connsiteY237" fmla="*/ 115634 h 1819275"/>
                <a:gd name="connsiteX238" fmla="*/ 2010061 w 2305050"/>
                <a:gd name="connsiteY238" fmla="*/ 115062 h 1819275"/>
                <a:gd name="connsiteX239" fmla="*/ 1999583 w 2305050"/>
                <a:gd name="connsiteY239" fmla="*/ 110300 h 1819275"/>
                <a:gd name="connsiteX240" fmla="*/ 1998821 w 2305050"/>
                <a:gd name="connsiteY240" fmla="*/ 110300 h 1819275"/>
                <a:gd name="connsiteX241" fmla="*/ 1998250 w 2305050"/>
                <a:gd name="connsiteY241" fmla="*/ 110395 h 1819275"/>
                <a:gd name="connsiteX242" fmla="*/ 1997678 w 2305050"/>
                <a:gd name="connsiteY242" fmla="*/ 110776 h 1819275"/>
                <a:gd name="connsiteX243" fmla="*/ 1997202 w 2305050"/>
                <a:gd name="connsiteY243" fmla="*/ 111157 h 1819275"/>
                <a:gd name="connsiteX244" fmla="*/ 1996821 w 2305050"/>
                <a:gd name="connsiteY244" fmla="*/ 111633 h 1819275"/>
                <a:gd name="connsiteX245" fmla="*/ 1995773 w 2305050"/>
                <a:gd name="connsiteY245" fmla="*/ 114110 h 1819275"/>
                <a:gd name="connsiteX246" fmla="*/ 1993964 w 2305050"/>
                <a:gd name="connsiteY246" fmla="*/ 119539 h 1819275"/>
                <a:gd name="connsiteX247" fmla="*/ 1993678 w 2305050"/>
                <a:gd name="connsiteY247" fmla="*/ 120206 h 1819275"/>
                <a:gd name="connsiteX248" fmla="*/ 1990725 w 2305050"/>
                <a:gd name="connsiteY248" fmla="*/ 127064 h 1819275"/>
                <a:gd name="connsiteX249" fmla="*/ 1986343 w 2305050"/>
                <a:gd name="connsiteY249" fmla="*/ 134874 h 1819275"/>
                <a:gd name="connsiteX250" fmla="*/ 1985200 w 2305050"/>
                <a:gd name="connsiteY250" fmla="*/ 136493 h 1819275"/>
                <a:gd name="connsiteX251" fmla="*/ 1984439 w 2305050"/>
                <a:gd name="connsiteY251" fmla="*/ 137351 h 1819275"/>
                <a:gd name="connsiteX252" fmla="*/ 1982724 w 2305050"/>
                <a:gd name="connsiteY252" fmla="*/ 138494 h 1819275"/>
                <a:gd name="connsiteX253" fmla="*/ 1980533 w 2305050"/>
                <a:gd name="connsiteY253" fmla="*/ 139446 h 1819275"/>
                <a:gd name="connsiteX254" fmla="*/ 1975866 w 2305050"/>
                <a:gd name="connsiteY254" fmla="*/ 140589 h 1819275"/>
                <a:gd name="connsiteX255" fmla="*/ 1973294 w 2305050"/>
                <a:gd name="connsiteY255" fmla="*/ 140303 h 1819275"/>
                <a:gd name="connsiteX256" fmla="*/ 1969484 w 2305050"/>
                <a:gd name="connsiteY256" fmla="*/ 139160 h 1819275"/>
                <a:gd name="connsiteX257" fmla="*/ 1968627 w 2305050"/>
                <a:gd name="connsiteY257" fmla="*/ 138684 h 1819275"/>
                <a:gd name="connsiteX258" fmla="*/ 1968151 w 2305050"/>
                <a:gd name="connsiteY258" fmla="*/ 138303 h 1819275"/>
                <a:gd name="connsiteX259" fmla="*/ 1967293 w 2305050"/>
                <a:gd name="connsiteY259" fmla="*/ 137351 h 1819275"/>
                <a:gd name="connsiteX260" fmla="*/ 1964817 w 2305050"/>
                <a:gd name="connsiteY260" fmla="*/ 133731 h 1819275"/>
                <a:gd name="connsiteX261" fmla="*/ 1962245 w 2305050"/>
                <a:gd name="connsiteY261" fmla="*/ 127921 h 1819275"/>
                <a:gd name="connsiteX262" fmla="*/ 1961674 w 2305050"/>
                <a:gd name="connsiteY262" fmla="*/ 126968 h 1819275"/>
                <a:gd name="connsiteX263" fmla="*/ 1961198 w 2305050"/>
                <a:gd name="connsiteY263" fmla="*/ 126206 h 1819275"/>
                <a:gd name="connsiteX264" fmla="*/ 1960531 w 2305050"/>
                <a:gd name="connsiteY264" fmla="*/ 125444 h 1819275"/>
                <a:gd name="connsiteX265" fmla="*/ 1959197 w 2305050"/>
                <a:gd name="connsiteY265" fmla="*/ 124206 h 1819275"/>
                <a:gd name="connsiteX266" fmla="*/ 1958340 w 2305050"/>
                <a:gd name="connsiteY266" fmla="*/ 123539 h 1819275"/>
                <a:gd name="connsiteX267" fmla="*/ 1949577 w 2305050"/>
                <a:gd name="connsiteY267" fmla="*/ 120206 h 1819275"/>
                <a:gd name="connsiteX268" fmla="*/ 1942243 w 2305050"/>
                <a:gd name="connsiteY268" fmla="*/ 116205 h 1819275"/>
                <a:gd name="connsiteX269" fmla="*/ 1940433 w 2305050"/>
                <a:gd name="connsiteY269" fmla="*/ 114776 h 1819275"/>
                <a:gd name="connsiteX270" fmla="*/ 1936909 w 2305050"/>
                <a:gd name="connsiteY270" fmla="*/ 111062 h 1819275"/>
                <a:gd name="connsiteX271" fmla="*/ 1936623 w 2305050"/>
                <a:gd name="connsiteY271" fmla="*/ 110585 h 1819275"/>
                <a:gd name="connsiteX272" fmla="*/ 1934813 w 2305050"/>
                <a:gd name="connsiteY272" fmla="*/ 108776 h 1819275"/>
                <a:gd name="connsiteX273" fmla="*/ 1929098 w 2305050"/>
                <a:gd name="connsiteY273" fmla="*/ 104775 h 1819275"/>
                <a:gd name="connsiteX274" fmla="*/ 1918811 w 2305050"/>
                <a:gd name="connsiteY274" fmla="*/ 100489 h 1819275"/>
                <a:gd name="connsiteX275" fmla="*/ 1917382 w 2305050"/>
                <a:gd name="connsiteY275" fmla="*/ 99727 h 1819275"/>
                <a:gd name="connsiteX276" fmla="*/ 1916525 w 2305050"/>
                <a:gd name="connsiteY276" fmla="*/ 98965 h 1819275"/>
                <a:gd name="connsiteX277" fmla="*/ 1916430 w 2305050"/>
                <a:gd name="connsiteY277" fmla="*/ 98298 h 1819275"/>
                <a:gd name="connsiteX278" fmla="*/ 1916430 w 2305050"/>
                <a:gd name="connsiteY278" fmla="*/ 97631 h 1819275"/>
                <a:gd name="connsiteX279" fmla="*/ 1916621 w 2305050"/>
                <a:gd name="connsiteY279" fmla="*/ 97060 h 1819275"/>
                <a:gd name="connsiteX280" fmla="*/ 1916906 w 2305050"/>
                <a:gd name="connsiteY280" fmla="*/ 96584 h 1819275"/>
                <a:gd name="connsiteX281" fmla="*/ 1943195 w 2305050"/>
                <a:gd name="connsiteY281" fmla="*/ 72866 h 1819275"/>
                <a:gd name="connsiteX282" fmla="*/ 1958340 w 2305050"/>
                <a:gd name="connsiteY282" fmla="*/ 55245 h 1819275"/>
                <a:gd name="connsiteX283" fmla="*/ 1959007 w 2305050"/>
                <a:gd name="connsiteY283" fmla="*/ 54197 h 1819275"/>
                <a:gd name="connsiteX284" fmla="*/ 1959959 w 2305050"/>
                <a:gd name="connsiteY284" fmla="*/ 51530 h 1819275"/>
                <a:gd name="connsiteX285" fmla="*/ 1961198 w 2305050"/>
                <a:gd name="connsiteY285" fmla="*/ 49149 h 1819275"/>
                <a:gd name="connsiteX286" fmla="*/ 1961864 w 2305050"/>
                <a:gd name="connsiteY286" fmla="*/ 48101 h 1819275"/>
                <a:gd name="connsiteX287" fmla="*/ 1962722 w 2305050"/>
                <a:gd name="connsiteY287" fmla="*/ 47149 h 1819275"/>
                <a:gd name="connsiteX288" fmla="*/ 1964531 w 2305050"/>
                <a:gd name="connsiteY288" fmla="*/ 45530 h 1819275"/>
                <a:gd name="connsiteX289" fmla="*/ 1965389 w 2305050"/>
                <a:gd name="connsiteY289" fmla="*/ 44577 h 1819275"/>
                <a:gd name="connsiteX290" fmla="*/ 1965960 w 2305050"/>
                <a:gd name="connsiteY290" fmla="*/ 43624 h 1819275"/>
                <a:gd name="connsiteX291" fmla="*/ 1966246 w 2305050"/>
                <a:gd name="connsiteY291" fmla="*/ 43053 h 1819275"/>
                <a:gd name="connsiteX292" fmla="*/ 1966722 w 2305050"/>
                <a:gd name="connsiteY292" fmla="*/ 41434 h 1819275"/>
                <a:gd name="connsiteX293" fmla="*/ 1966913 w 2305050"/>
                <a:gd name="connsiteY293" fmla="*/ 40767 h 1819275"/>
                <a:gd name="connsiteX294" fmla="*/ 1967008 w 2305050"/>
                <a:gd name="connsiteY294" fmla="*/ 40005 h 1819275"/>
                <a:gd name="connsiteX295" fmla="*/ 1966913 w 2305050"/>
                <a:gd name="connsiteY295" fmla="*/ 39338 h 1819275"/>
                <a:gd name="connsiteX296" fmla="*/ 1966722 w 2305050"/>
                <a:gd name="connsiteY296" fmla="*/ 38576 h 1819275"/>
                <a:gd name="connsiteX297" fmla="*/ 1966531 w 2305050"/>
                <a:gd name="connsiteY297" fmla="*/ 38005 h 1819275"/>
                <a:gd name="connsiteX298" fmla="*/ 1965674 w 2305050"/>
                <a:gd name="connsiteY298" fmla="*/ 36290 h 1819275"/>
                <a:gd name="connsiteX299" fmla="*/ 1964912 w 2305050"/>
                <a:gd name="connsiteY299" fmla="*/ 34481 h 1819275"/>
                <a:gd name="connsiteX300" fmla="*/ 1964626 w 2305050"/>
                <a:gd name="connsiteY300" fmla="*/ 33052 h 1819275"/>
                <a:gd name="connsiteX301" fmla="*/ 1964436 w 2305050"/>
                <a:gd name="connsiteY301" fmla="*/ 31433 h 1819275"/>
                <a:gd name="connsiteX302" fmla="*/ 1964246 w 2305050"/>
                <a:gd name="connsiteY302" fmla="*/ 30575 h 1819275"/>
                <a:gd name="connsiteX303" fmla="*/ 1963674 w 2305050"/>
                <a:gd name="connsiteY303" fmla="*/ 29432 h 1819275"/>
                <a:gd name="connsiteX304" fmla="*/ 1963103 w 2305050"/>
                <a:gd name="connsiteY304" fmla="*/ 28766 h 1819275"/>
                <a:gd name="connsiteX305" fmla="*/ 1962531 w 2305050"/>
                <a:gd name="connsiteY305" fmla="*/ 28385 h 1819275"/>
                <a:gd name="connsiteX306" fmla="*/ 1958435 w 2305050"/>
                <a:gd name="connsiteY306" fmla="*/ 26289 h 1819275"/>
                <a:gd name="connsiteX307" fmla="*/ 1957673 w 2305050"/>
                <a:gd name="connsiteY307" fmla="*/ 25527 h 1819275"/>
                <a:gd name="connsiteX308" fmla="*/ 1957197 w 2305050"/>
                <a:gd name="connsiteY308" fmla="*/ 24860 h 1819275"/>
                <a:gd name="connsiteX309" fmla="*/ 1956340 w 2305050"/>
                <a:gd name="connsiteY309" fmla="*/ 22289 h 1819275"/>
                <a:gd name="connsiteX310" fmla="*/ 1955101 w 2305050"/>
                <a:gd name="connsiteY310" fmla="*/ 16002 h 1819275"/>
                <a:gd name="connsiteX311" fmla="*/ 1954911 w 2305050"/>
                <a:gd name="connsiteY311" fmla="*/ 15431 h 1819275"/>
                <a:gd name="connsiteX312" fmla="*/ 1954530 w 2305050"/>
                <a:gd name="connsiteY312" fmla="*/ 14669 h 1819275"/>
                <a:gd name="connsiteX313" fmla="*/ 1954054 w 2305050"/>
                <a:gd name="connsiteY313" fmla="*/ 13907 h 1819275"/>
                <a:gd name="connsiteX314" fmla="*/ 1953101 w 2305050"/>
                <a:gd name="connsiteY314" fmla="*/ 12668 h 1819275"/>
                <a:gd name="connsiteX315" fmla="*/ 1951577 w 2305050"/>
                <a:gd name="connsiteY315" fmla="*/ 11144 h 1819275"/>
                <a:gd name="connsiteX316" fmla="*/ 1949291 w 2305050"/>
                <a:gd name="connsiteY316" fmla="*/ 9620 h 1819275"/>
                <a:gd name="connsiteX317" fmla="*/ 1943957 w 2305050"/>
                <a:gd name="connsiteY317" fmla="*/ 7715 h 1819275"/>
                <a:gd name="connsiteX318" fmla="*/ 1939195 w 2305050"/>
                <a:gd name="connsiteY318" fmla="*/ 4858 h 1819275"/>
                <a:gd name="connsiteX319" fmla="*/ 1938528 w 2305050"/>
                <a:gd name="connsiteY319" fmla="*/ 4286 h 1819275"/>
                <a:gd name="connsiteX320" fmla="*/ 1937195 w 2305050"/>
                <a:gd name="connsiteY320" fmla="*/ 2667 h 1819275"/>
                <a:gd name="connsiteX321" fmla="*/ 1936147 w 2305050"/>
                <a:gd name="connsiteY321" fmla="*/ 1143 h 1819275"/>
                <a:gd name="connsiteX322" fmla="*/ 1936051 w 2305050"/>
                <a:gd name="connsiteY322" fmla="*/ 953 h 1819275"/>
                <a:gd name="connsiteX323" fmla="*/ 1935480 w 2305050"/>
                <a:gd name="connsiteY323" fmla="*/ 1048 h 1819275"/>
                <a:gd name="connsiteX324" fmla="*/ 1931670 w 2305050"/>
                <a:gd name="connsiteY324" fmla="*/ 0 h 1819275"/>
                <a:gd name="connsiteX325" fmla="*/ 1930337 w 2305050"/>
                <a:gd name="connsiteY325" fmla="*/ 95 h 1819275"/>
                <a:gd name="connsiteX326" fmla="*/ 1929289 w 2305050"/>
                <a:gd name="connsiteY326" fmla="*/ 572 h 1819275"/>
                <a:gd name="connsiteX327" fmla="*/ 1927003 w 2305050"/>
                <a:gd name="connsiteY327" fmla="*/ 2953 h 1819275"/>
                <a:gd name="connsiteX328" fmla="*/ 1923288 w 2305050"/>
                <a:gd name="connsiteY328" fmla="*/ 4953 h 1819275"/>
                <a:gd name="connsiteX329" fmla="*/ 1919288 w 2305050"/>
                <a:gd name="connsiteY329" fmla="*/ 6382 h 1819275"/>
                <a:gd name="connsiteX330" fmla="*/ 1915192 w 2305050"/>
                <a:gd name="connsiteY330" fmla="*/ 6668 h 1819275"/>
                <a:gd name="connsiteX331" fmla="*/ 1907476 w 2305050"/>
                <a:gd name="connsiteY331" fmla="*/ 4572 h 1819275"/>
                <a:gd name="connsiteX332" fmla="*/ 1892998 w 2305050"/>
                <a:gd name="connsiteY332" fmla="*/ 5906 h 1819275"/>
                <a:gd name="connsiteX333" fmla="*/ 1890713 w 2305050"/>
                <a:gd name="connsiteY333" fmla="*/ 6763 h 1819275"/>
                <a:gd name="connsiteX334" fmla="*/ 1889093 w 2305050"/>
                <a:gd name="connsiteY334" fmla="*/ 8382 h 1819275"/>
                <a:gd name="connsiteX335" fmla="*/ 1889474 w 2305050"/>
                <a:gd name="connsiteY335" fmla="*/ 10573 h 1819275"/>
                <a:gd name="connsiteX336" fmla="*/ 1888998 w 2305050"/>
                <a:gd name="connsiteY336" fmla="*/ 11906 h 1819275"/>
                <a:gd name="connsiteX337" fmla="*/ 1883188 w 2305050"/>
                <a:gd name="connsiteY337" fmla="*/ 15621 h 1819275"/>
                <a:gd name="connsiteX338" fmla="*/ 1880235 w 2305050"/>
                <a:gd name="connsiteY338" fmla="*/ 18574 h 1819275"/>
                <a:gd name="connsiteX339" fmla="*/ 1875282 w 2305050"/>
                <a:gd name="connsiteY339" fmla="*/ 26861 h 1819275"/>
                <a:gd name="connsiteX340" fmla="*/ 1872234 w 2305050"/>
                <a:gd name="connsiteY340" fmla="*/ 30290 h 1819275"/>
                <a:gd name="connsiteX341" fmla="*/ 1865281 w 2305050"/>
                <a:gd name="connsiteY341" fmla="*/ 35719 h 1819275"/>
                <a:gd name="connsiteX342" fmla="*/ 1859089 w 2305050"/>
                <a:gd name="connsiteY342" fmla="*/ 42005 h 1819275"/>
                <a:gd name="connsiteX343" fmla="*/ 1854422 w 2305050"/>
                <a:gd name="connsiteY343" fmla="*/ 48863 h 1819275"/>
                <a:gd name="connsiteX344" fmla="*/ 1852041 w 2305050"/>
                <a:gd name="connsiteY344" fmla="*/ 51149 h 1819275"/>
                <a:gd name="connsiteX345" fmla="*/ 1851374 w 2305050"/>
                <a:gd name="connsiteY345" fmla="*/ 52007 h 1819275"/>
                <a:gd name="connsiteX346" fmla="*/ 1850803 w 2305050"/>
                <a:gd name="connsiteY346" fmla="*/ 53245 h 1819275"/>
                <a:gd name="connsiteX347" fmla="*/ 1850517 w 2305050"/>
                <a:gd name="connsiteY347" fmla="*/ 54293 h 1819275"/>
                <a:gd name="connsiteX348" fmla="*/ 1850041 w 2305050"/>
                <a:gd name="connsiteY348" fmla="*/ 55340 h 1819275"/>
                <a:gd name="connsiteX349" fmla="*/ 1849279 w 2305050"/>
                <a:gd name="connsiteY349" fmla="*/ 56483 h 1819275"/>
                <a:gd name="connsiteX350" fmla="*/ 1847279 w 2305050"/>
                <a:gd name="connsiteY350" fmla="*/ 57531 h 1819275"/>
                <a:gd name="connsiteX351" fmla="*/ 1846326 w 2305050"/>
                <a:gd name="connsiteY351" fmla="*/ 58293 h 1819275"/>
                <a:gd name="connsiteX352" fmla="*/ 1845945 w 2305050"/>
                <a:gd name="connsiteY352" fmla="*/ 59722 h 1819275"/>
                <a:gd name="connsiteX353" fmla="*/ 1845469 w 2305050"/>
                <a:gd name="connsiteY353" fmla="*/ 60865 h 1819275"/>
                <a:gd name="connsiteX354" fmla="*/ 1844516 w 2305050"/>
                <a:gd name="connsiteY354" fmla="*/ 61912 h 1819275"/>
                <a:gd name="connsiteX355" fmla="*/ 1843278 w 2305050"/>
                <a:gd name="connsiteY355" fmla="*/ 62579 h 1819275"/>
                <a:gd name="connsiteX356" fmla="*/ 1840706 w 2305050"/>
                <a:gd name="connsiteY356" fmla="*/ 63627 h 1819275"/>
                <a:gd name="connsiteX357" fmla="*/ 1837277 w 2305050"/>
                <a:gd name="connsiteY357" fmla="*/ 67247 h 1819275"/>
                <a:gd name="connsiteX358" fmla="*/ 1835563 w 2305050"/>
                <a:gd name="connsiteY358" fmla="*/ 68390 h 1819275"/>
                <a:gd name="connsiteX359" fmla="*/ 1828419 w 2305050"/>
                <a:gd name="connsiteY359" fmla="*/ 71819 h 1819275"/>
                <a:gd name="connsiteX360" fmla="*/ 1825752 w 2305050"/>
                <a:gd name="connsiteY360" fmla="*/ 74771 h 1819275"/>
                <a:gd name="connsiteX361" fmla="*/ 1826800 w 2305050"/>
                <a:gd name="connsiteY361" fmla="*/ 78296 h 1819275"/>
                <a:gd name="connsiteX362" fmla="*/ 1826609 w 2305050"/>
                <a:gd name="connsiteY362" fmla="*/ 79629 h 1819275"/>
                <a:gd name="connsiteX363" fmla="*/ 1827276 w 2305050"/>
                <a:gd name="connsiteY363" fmla="*/ 82106 h 1819275"/>
                <a:gd name="connsiteX364" fmla="*/ 1827371 w 2305050"/>
                <a:gd name="connsiteY364" fmla="*/ 83630 h 1819275"/>
                <a:gd name="connsiteX365" fmla="*/ 1826038 w 2305050"/>
                <a:gd name="connsiteY365" fmla="*/ 86963 h 1819275"/>
                <a:gd name="connsiteX366" fmla="*/ 1825752 w 2305050"/>
                <a:gd name="connsiteY366" fmla="*/ 88202 h 1819275"/>
                <a:gd name="connsiteX367" fmla="*/ 1825562 w 2305050"/>
                <a:gd name="connsiteY367" fmla="*/ 90678 h 1819275"/>
                <a:gd name="connsiteX368" fmla="*/ 1825847 w 2305050"/>
                <a:gd name="connsiteY368" fmla="*/ 92583 h 1819275"/>
                <a:gd name="connsiteX369" fmla="*/ 1826514 w 2305050"/>
                <a:gd name="connsiteY369" fmla="*/ 94107 h 1819275"/>
                <a:gd name="connsiteX370" fmla="*/ 1827657 w 2305050"/>
                <a:gd name="connsiteY370" fmla="*/ 95822 h 1819275"/>
                <a:gd name="connsiteX371" fmla="*/ 1829467 w 2305050"/>
                <a:gd name="connsiteY371" fmla="*/ 97250 h 1819275"/>
                <a:gd name="connsiteX372" fmla="*/ 1832134 w 2305050"/>
                <a:gd name="connsiteY372" fmla="*/ 97917 h 1819275"/>
                <a:gd name="connsiteX373" fmla="*/ 1837182 w 2305050"/>
                <a:gd name="connsiteY373" fmla="*/ 98012 h 1819275"/>
                <a:gd name="connsiteX374" fmla="*/ 1838992 w 2305050"/>
                <a:gd name="connsiteY374" fmla="*/ 97346 h 1819275"/>
                <a:gd name="connsiteX375" fmla="*/ 1842516 w 2305050"/>
                <a:gd name="connsiteY375" fmla="*/ 94964 h 1819275"/>
                <a:gd name="connsiteX376" fmla="*/ 1843945 w 2305050"/>
                <a:gd name="connsiteY376" fmla="*/ 94393 h 1819275"/>
                <a:gd name="connsiteX377" fmla="*/ 1852517 w 2305050"/>
                <a:gd name="connsiteY377" fmla="*/ 93631 h 1819275"/>
                <a:gd name="connsiteX378" fmla="*/ 1854232 w 2305050"/>
                <a:gd name="connsiteY378" fmla="*/ 92964 h 1819275"/>
                <a:gd name="connsiteX379" fmla="*/ 1857470 w 2305050"/>
                <a:gd name="connsiteY379" fmla="*/ 91154 h 1819275"/>
                <a:gd name="connsiteX380" fmla="*/ 1859375 w 2305050"/>
                <a:gd name="connsiteY380" fmla="*/ 90773 h 1819275"/>
                <a:gd name="connsiteX381" fmla="*/ 1860232 w 2305050"/>
                <a:gd name="connsiteY381" fmla="*/ 91154 h 1819275"/>
                <a:gd name="connsiteX382" fmla="*/ 1862423 w 2305050"/>
                <a:gd name="connsiteY382" fmla="*/ 93631 h 1819275"/>
                <a:gd name="connsiteX383" fmla="*/ 1866233 w 2305050"/>
                <a:gd name="connsiteY383" fmla="*/ 95441 h 1819275"/>
                <a:gd name="connsiteX384" fmla="*/ 1871758 w 2305050"/>
                <a:gd name="connsiteY384" fmla="*/ 99346 h 1819275"/>
                <a:gd name="connsiteX385" fmla="*/ 1875473 w 2305050"/>
                <a:gd name="connsiteY385" fmla="*/ 100203 h 1819275"/>
                <a:gd name="connsiteX386" fmla="*/ 1879664 w 2305050"/>
                <a:gd name="connsiteY386" fmla="*/ 102394 h 1819275"/>
                <a:gd name="connsiteX387" fmla="*/ 1880997 w 2305050"/>
                <a:gd name="connsiteY387" fmla="*/ 103442 h 1819275"/>
                <a:gd name="connsiteX388" fmla="*/ 1879759 w 2305050"/>
                <a:gd name="connsiteY388" fmla="*/ 106585 h 1819275"/>
                <a:gd name="connsiteX389" fmla="*/ 1879473 w 2305050"/>
                <a:gd name="connsiteY389" fmla="*/ 107823 h 1819275"/>
                <a:gd name="connsiteX390" fmla="*/ 1879378 w 2305050"/>
                <a:gd name="connsiteY390" fmla="*/ 109252 h 1819275"/>
                <a:gd name="connsiteX391" fmla="*/ 1879187 w 2305050"/>
                <a:gd name="connsiteY391" fmla="*/ 110490 h 1819275"/>
                <a:gd name="connsiteX392" fmla="*/ 1878521 w 2305050"/>
                <a:gd name="connsiteY392" fmla="*/ 112300 h 1819275"/>
                <a:gd name="connsiteX393" fmla="*/ 1878330 w 2305050"/>
                <a:gd name="connsiteY393" fmla="*/ 112871 h 1819275"/>
                <a:gd name="connsiteX394" fmla="*/ 1878330 w 2305050"/>
                <a:gd name="connsiteY394" fmla="*/ 116967 h 1819275"/>
                <a:gd name="connsiteX395" fmla="*/ 1877568 w 2305050"/>
                <a:gd name="connsiteY395" fmla="*/ 119063 h 1819275"/>
                <a:gd name="connsiteX396" fmla="*/ 1875949 w 2305050"/>
                <a:gd name="connsiteY396" fmla="*/ 122206 h 1819275"/>
                <a:gd name="connsiteX397" fmla="*/ 1875568 w 2305050"/>
                <a:gd name="connsiteY397" fmla="*/ 124492 h 1819275"/>
                <a:gd name="connsiteX398" fmla="*/ 1875282 w 2305050"/>
                <a:gd name="connsiteY398" fmla="*/ 125635 h 1819275"/>
                <a:gd name="connsiteX399" fmla="*/ 1874520 w 2305050"/>
                <a:gd name="connsiteY399" fmla="*/ 126492 h 1819275"/>
                <a:gd name="connsiteX400" fmla="*/ 1873758 w 2305050"/>
                <a:gd name="connsiteY400" fmla="*/ 127064 h 1819275"/>
                <a:gd name="connsiteX401" fmla="*/ 1873377 w 2305050"/>
                <a:gd name="connsiteY401" fmla="*/ 127540 h 1819275"/>
                <a:gd name="connsiteX402" fmla="*/ 1873187 w 2305050"/>
                <a:gd name="connsiteY402" fmla="*/ 129064 h 1819275"/>
                <a:gd name="connsiteX403" fmla="*/ 1873377 w 2305050"/>
                <a:gd name="connsiteY403" fmla="*/ 129826 h 1819275"/>
                <a:gd name="connsiteX404" fmla="*/ 1873758 w 2305050"/>
                <a:gd name="connsiteY404" fmla="*/ 130493 h 1819275"/>
                <a:gd name="connsiteX405" fmla="*/ 1873948 w 2305050"/>
                <a:gd name="connsiteY405" fmla="*/ 131731 h 1819275"/>
                <a:gd name="connsiteX406" fmla="*/ 1875473 w 2305050"/>
                <a:gd name="connsiteY406" fmla="*/ 135255 h 1819275"/>
                <a:gd name="connsiteX407" fmla="*/ 1882140 w 2305050"/>
                <a:gd name="connsiteY407" fmla="*/ 140780 h 1819275"/>
                <a:gd name="connsiteX408" fmla="*/ 1883759 w 2305050"/>
                <a:gd name="connsiteY408" fmla="*/ 143256 h 1819275"/>
                <a:gd name="connsiteX409" fmla="*/ 1883664 w 2305050"/>
                <a:gd name="connsiteY409" fmla="*/ 144494 h 1819275"/>
                <a:gd name="connsiteX410" fmla="*/ 1883283 w 2305050"/>
                <a:gd name="connsiteY410" fmla="*/ 146590 h 1819275"/>
                <a:gd name="connsiteX411" fmla="*/ 1883188 w 2305050"/>
                <a:gd name="connsiteY411" fmla="*/ 147733 h 1819275"/>
                <a:gd name="connsiteX412" fmla="*/ 1883378 w 2305050"/>
                <a:gd name="connsiteY412" fmla="*/ 148876 h 1819275"/>
                <a:gd name="connsiteX413" fmla="*/ 1884426 w 2305050"/>
                <a:gd name="connsiteY413" fmla="*/ 150781 h 1819275"/>
                <a:gd name="connsiteX414" fmla="*/ 1884807 w 2305050"/>
                <a:gd name="connsiteY414" fmla="*/ 151829 h 1819275"/>
                <a:gd name="connsiteX415" fmla="*/ 1885283 w 2305050"/>
                <a:gd name="connsiteY415" fmla="*/ 152686 h 1819275"/>
                <a:gd name="connsiteX416" fmla="*/ 1885759 w 2305050"/>
                <a:gd name="connsiteY416" fmla="*/ 153067 h 1819275"/>
                <a:gd name="connsiteX417" fmla="*/ 1885759 w 2305050"/>
                <a:gd name="connsiteY417" fmla="*/ 153638 h 1819275"/>
                <a:gd name="connsiteX418" fmla="*/ 1885093 w 2305050"/>
                <a:gd name="connsiteY418" fmla="*/ 154877 h 1819275"/>
                <a:gd name="connsiteX419" fmla="*/ 1884807 w 2305050"/>
                <a:gd name="connsiteY419" fmla="*/ 155829 h 1819275"/>
                <a:gd name="connsiteX420" fmla="*/ 1884807 w 2305050"/>
                <a:gd name="connsiteY420" fmla="*/ 156972 h 1819275"/>
                <a:gd name="connsiteX421" fmla="*/ 1884998 w 2305050"/>
                <a:gd name="connsiteY421" fmla="*/ 158020 h 1819275"/>
                <a:gd name="connsiteX422" fmla="*/ 1885379 w 2305050"/>
                <a:gd name="connsiteY422" fmla="*/ 158877 h 1819275"/>
                <a:gd name="connsiteX423" fmla="*/ 1884426 w 2305050"/>
                <a:gd name="connsiteY423" fmla="*/ 160020 h 1819275"/>
                <a:gd name="connsiteX424" fmla="*/ 1883283 w 2305050"/>
                <a:gd name="connsiteY424" fmla="*/ 162973 h 1819275"/>
                <a:gd name="connsiteX425" fmla="*/ 1882712 w 2305050"/>
                <a:gd name="connsiteY425" fmla="*/ 164211 h 1819275"/>
                <a:gd name="connsiteX426" fmla="*/ 1881664 w 2305050"/>
                <a:gd name="connsiteY426" fmla="*/ 165068 h 1819275"/>
                <a:gd name="connsiteX427" fmla="*/ 1880521 w 2305050"/>
                <a:gd name="connsiteY427" fmla="*/ 165449 h 1819275"/>
                <a:gd name="connsiteX428" fmla="*/ 1879473 w 2305050"/>
                <a:gd name="connsiteY428" fmla="*/ 166211 h 1819275"/>
                <a:gd name="connsiteX429" fmla="*/ 1878901 w 2305050"/>
                <a:gd name="connsiteY429" fmla="*/ 167831 h 1819275"/>
                <a:gd name="connsiteX430" fmla="*/ 1878806 w 2305050"/>
                <a:gd name="connsiteY430" fmla="*/ 169640 h 1819275"/>
                <a:gd name="connsiteX431" fmla="*/ 1879187 w 2305050"/>
                <a:gd name="connsiteY431" fmla="*/ 171164 h 1819275"/>
                <a:gd name="connsiteX432" fmla="*/ 1879664 w 2305050"/>
                <a:gd name="connsiteY432" fmla="*/ 172498 h 1819275"/>
                <a:gd name="connsiteX433" fmla="*/ 1879949 w 2305050"/>
                <a:gd name="connsiteY433" fmla="*/ 173927 h 1819275"/>
                <a:gd name="connsiteX434" fmla="*/ 1879949 w 2305050"/>
                <a:gd name="connsiteY434" fmla="*/ 175641 h 1819275"/>
                <a:gd name="connsiteX435" fmla="*/ 1879568 w 2305050"/>
                <a:gd name="connsiteY435" fmla="*/ 176689 h 1819275"/>
                <a:gd name="connsiteX436" fmla="*/ 1877758 w 2305050"/>
                <a:gd name="connsiteY436" fmla="*/ 179356 h 1819275"/>
                <a:gd name="connsiteX437" fmla="*/ 1876044 w 2305050"/>
                <a:gd name="connsiteY437" fmla="*/ 183833 h 1819275"/>
                <a:gd name="connsiteX438" fmla="*/ 1874901 w 2305050"/>
                <a:gd name="connsiteY438" fmla="*/ 185642 h 1819275"/>
                <a:gd name="connsiteX439" fmla="*/ 1873091 w 2305050"/>
                <a:gd name="connsiteY439" fmla="*/ 186404 h 1819275"/>
                <a:gd name="connsiteX440" fmla="*/ 1869376 w 2305050"/>
                <a:gd name="connsiteY440" fmla="*/ 186023 h 1819275"/>
                <a:gd name="connsiteX441" fmla="*/ 1868424 w 2305050"/>
                <a:gd name="connsiteY441" fmla="*/ 186404 h 1819275"/>
                <a:gd name="connsiteX442" fmla="*/ 1867567 w 2305050"/>
                <a:gd name="connsiteY442" fmla="*/ 187262 h 1819275"/>
                <a:gd name="connsiteX443" fmla="*/ 1866995 w 2305050"/>
                <a:gd name="connsiteY443" fmla="*/ 188309 h 1819275"/>
                <a:gd name="connsiteX444" fmla="*/ 1866329 w 2305050"/>
                <a:gd name="connsiteY444" fmla="*/ 189262 h 1819275"/>
                <a:gd name="connsiteX445" fmla="*/ 1865186 w 2305050"/>
                <a:gd name="connsiteY445" fmla="*/ 189929 h 1819275"/>
                <a:gd name="connsiteX446" fmla="*/ 1864042 w 2305050"/>
                <a:gd name="connsiteY446" fmla="*/ 190119 h 1819275"/>
                <a:gd name="connsiteX447" fmla="*/ 1863281 w 2305050"/>
                <a:gd name="connsiteY447" fmla="*/ 190024 h 1819275"/>
                <a:gd name="connsiteX448" fmla="*/ 1862518 w 2305050"/>
                <a:gd name="connsiteY448" fmla="*/ 190214 h 1819275"/>
                <a:gd name="connsiteX449" fmla="*/ 1861566 w 2305050"/>
                <a:gd name="connsiteY449" fmla="*/ 191357 h 1819275"/>
                <a:gd name="connsiteX450" fmla="*/ 1861185 w 2305050"/>
                <a:gd name="connsiteY450" fmla="*/ 192310 h 1819275"/>
                <a:gd name="connsiteX451" fmla="*/ 1860804 w 2305050"/>
                <a:gd name="connsiteY451" fmla="*/ 193643 h 1819275"/>
                <a:gd name="connsiteX452" fmla="*/ 1860232 w 2305050"/>
                <a:gd name="connsiteY452" fmla="*/ 194786 h 1819275"/>
                <a:gd name="connsiteX453" fmla="*/ 1859375 w 2305050"/>
                <a:gd name="connsiteY453" fmla="*/ 195263 h 1819275"/>
                <a:gd name="connsiteX454" fmla="*/ 1857280 w 2305050"/>
                <a:gd name="connsiteY454" fmla="*/ 195644 h 1819275"/>
                <a:gd name="connsiteX455" fmla="*/ 1855756 w 2305050"/>
                <a:gd name="connsiteY455" fmla="*/ 196596 h 1819275"/>
                <a:gd name="connsiteX456" fmla="*/ 1853089 w 2305050"/>
                <a:gd name="connsiteY456" fmla="*/ 199644 h 1819275"/>
                <a:gd name="connsiteX457" fmla="*/ 1848612 w 2305050"/>
                <a:gd name="connsiteY457" fmla="*/ 203073 h 1819275"/>
                <a:gd name="connsiteX458" fmla="*/ 1837658 w 2305050"/>
                <a:gd name="connsiteY458" fmla="*/ 214979 h 1819275"/>
                <a:gd name="connsiteX459" fmla="*/ 1836325 w 2305050"/>
                <a:gd name="connsiteY459" fmla="*/ 216884 h 1819275"/>
                <a:gd name="connsiteX460" fmla="*/ 1835372 w 2305050"/>
                <a:gd name="connsiteY460" fmla="*/ 217456 h 1819275"/>
                <a:gd name="connsiteX461" fmla="*/ 1832896 w 2305050"/>
                <a:gd name="connsiteY461" fmla="*/ 217075 h 1819275"/>
                <a:gd name="connsiteX462" fmla="*/ 1831753 w 2305050"/>
                <a:gd name="connsiteY462" fmla="*/ 217265 h 1819275"/>
                <a:gd name="connsiteX463" fmla="*/ 1831181 w 2305050"/>
                <a:gd name="connsiteY463" fmla="*/ 218027 h 1819275"/>
                <a:gd name="connsiteX464" fmla="*/ 1829943 w 2305050"/>
                <a:gd name="connsiteY464" fmla="*/ 220028 h 1819275"/>
                <a:gd name="connsiteX465" fmla="*/ 1828324 w 2305050"/>
                <a:gd name="connsiteY465" fmla="*/ 223742 h 1819275"/>
                <a:gd name="connsiteX466" fmla="*/ 1827657 w 2305050"/>
                <a:gd name="connsiteY466" fmla="*/ 226124 h 1819275"/>
                <a:gd name="connsiteX467" fmla="*/ 1827371 w 2305050"/>
                <a:gd name="connsiteY467" fmla="*/ 228600 h 1819275"/>
                <a:gd name="connsiteX468" fmla="*/ 1827371 w 2305050"/>
                <a:gd name="connsiteY468" fmla="*/ 231839 h 1819275"/>
                <a:gd name="connsiteX469" fmla="*/ 1826514 w 2305050"/>
                <a:gd name="connsiteY469" fmla="*/ 233553 h 1819275"/>
                <a:gd name="connsiteX470" fmla="*/ 1822514 w 2305050"/>
                <a:gd name="connsiteY470" fmla="*/ 238125 h 1819275"/>
                <a:gd name="connsiteX471" fmla="*/ 1821275 w 2305050"/>
                <a:gd name="connsiteY471" fmla="*/ 240125 h 1819275"/>
                <a:gd name="connsiteX472" fmla="*/ 1821085 w 2305050"/>
                <a:gd name="connsiteY472" fmla="*/ 243078 h 1819275"/>
                <a:gd name="connsiteX473" fmla="*/ 1821561 w 2305050"/>
                <a:gd name="connsiteY473" fmla="*/ 244602 h 1819275"/>
                <a:gd name="connsiteX474" fmla="*/ 1821751 w 2305050"/>
                <a:gd name="connsiteY474" fmla="*/ 245936 h 1819275"/>
                <a:gd name="connsiteX475" fmla="*/ 1820513 w 2305050"/>
                <a:gd name="connsiteY475" fmla="*/ 248507 h 1819275"/>
                <a:gd name="connsiteX476" fmla="*/ 1819942 w 2305050"/>
                <a:gd name="connsiteY476" fmla="*/ 249746 h 1819275"/>
                <a:gd name="connsiteX477" fmla="*/ 1819656 w 2305050"/>
                <a:gd name="connsiteY477" fmla="*/ 250698 h 1819275"/>
                <a:gd name="connsiteX478" fmla="*/ 1819370 w 2305050"/>
                <a:gd name="connsiteY478" fmla="*/ 251555 h 1819275"/>
                <a:gd name="connsiteX479" fmla="*/ 1818608 w 2305050"/>
                <a:gd name="connsiteY479" fmla="*/ 252508 h 1819275"/>
                <a:gd name="connsiteX480" fmla="*/ 1814798 w 2305050"/>
                <a:gd name="connsiteY480" fmla="*/ 253365 h 1819275"/>
                <a:gd name="connsiteX481" fmla="*/ 1815179 w 2305050"/>
                <a:gd name="connsiteY481" fmla="*/ 255080 h 1819275"/>
                <a:gd name="connsiteX482" fmla="*/ 1816132 w 2305050"/>
                <a:gd name="connsiteY482" fmla="*/ 257747 h 1819275"/>
                <a:gd name="connsiteX483" fmla="*/ 1816417 w 2305050"/>
                <a:gd name="connsiteY483" fmla="*/ 260128 h 1819275"/>
                <a:gd name="connsiteX484" fmla="*/ 1814513 w 2305050"/>
                <a:gd name="connsiteY484" fmla="*/ 261176 h 1819275"/>
                <a:gd name="connsiteX485" fmla="*/ 1813750 w 2305050"/>
                <a:gd name="connsiteY485" fmla="*/ 261747 h 1819275"/>
                <a:gd name="connsiteX486" fmla="*/ 1811941 w 2305050"/>
                <a:gd name="connsiteY486" fmla="*/ 265462 h 1819275"/>
                <a:gd name="connsiteX487" fmla="*/ 1811179 w 2305050"/>
                <a:gd name="connsiteY487" fmla="*/ 266033 h 1819275"/>
                <a:gd name="connsiteX488" fmla="*/ 1809464 w 2305050"/>
                <a:gd name="connsiteY488" fmla="*/ 266605 h 1819275"/>
                <a:gd name="connsiteX489" fmla="*/ 1808702 w 2305050"/>
                <a:gd name="connsiteY489" fmla="*/ 267272 h 1819275"/>
                <a:gd name="connsiteX490" fmla="*/ 1808416 w 2305050"/>
                <a:gd name="connsiteY490" fmla="*/ 268034 h 1819275"/>
                <a:gd name="connsiteX491" fmla="*/ 1807655 w 2305050"/>
                <a:gd name="connsiteY491" fmla="*/ 271177 h 1819275"/>
                <a:gd name="connsiteX492" fmla="*/ 1807845 w 2305050"/>
                <a:gd name="connsiteY492" fmla="*/ 272606 h 1819275"/>
                <a:gd name="connsiteX493" fmla="*/ 1808321 w 2305050"/>
                <a:gd name="connsiteY493" fmla="*/ 273939 h 1819275"/>
                <a:gd name="connsiteX494" fmla="*/ 1808321 w 2305050"/>
                <a:gd name="connsiteY494" fmla="*/ 274796 h 1819275"/>
                <a:gd name="connsiteX495" fmla="*/ 1807369 w 2305050"/>
                <a:gd name="connsiteY495" fmla="*/ 275082 h 1819275"/>
                <a:gd name="connsiteX496" fmla="*/ 1804892 w 2305050"/>
                <a:gd name="connsiteY496" fmla="*/ 274415 h 1819275"/>
                <a:gd name="connsiteX497" fmla="*/ 1804130 w 2305050"/>
                <a:gd name="connsiteY497" fmla="*/ 274892 h 1819275"/>
                <a:gd name="connsiteX498" fmla="*/ 1803749 w 2305050"/>
                <a:gd name="connsiteY498" fmla="*/ 276892 h 1819275"/>
                <a:gd name="connsiteX499" fmla="*/ 1805940 w 2305050"/>
                <a:gd name="connsiteY499" fmla="*/ 280416 h 1819275"/>
                <a:gd name="connsiteX500" fmla="*/ 1804988 w 2305050"/>
                <a:gd name="connsiteY500" fmla="*/ 281559 h 1819275"/>
                <a:gd name="connsiteX501" fmla="*/ 1804511 w 2305050"/>
                <a:gd name="connsiteY501" fmla="*/ 281940 h 1819275"/>
                <a:gd name="connsiteX502" fmla="*/ 1803749 w 2305050"/>
                <a:gd name="connsiteY502" fmla="*/ 282131 h 1819275"/>
                <a:gd name="connsiteX503" fmla="*/ 1804321 w 2305050"/>
                <a:gd name="connsiteY503" fmla="*/ 284131 h 1819275"/>
                <a:gd name="connsiteX504" fmla="*/ 1804035 w 2305050"/>
                <a:gd name="connsiteY504" fmla="*/ 285941 h 1819275"/>
                <a:gd name="connsiteX505" fmla="*/ 1803464 w 2305050"/>
                <a:gd name="connsiteY505" fmla="*/ 287655 h 1819275"/>
                <a:gd name="connsiteX506" fmla="*/ 1803178 w 2305050"/>
                <a:gd name="connsiteY506" fmla="*/ 289465 h 1819275"/>
                <a:gd name="connsiteX507" fmla="*/ 1802987 w 2305050"/>
                <a:gd name="connsiteY507" fmla="*/ 291656 h 1819275"/>
                <a:gd name="connsiteX508" fmla="*/ 1802416 w 2305050"/>
                <a:gd name="connsiteY508" fmla="*/ 293084 h 1819275"/>
                <a:gd name="connsiteX509" fmla="*/ 1801368 w 2305050"/>
                <a:gd name="connsiteY509" fmla="*/ 294037 h 1819275"/>
                <a:gd name="connsiteX510" fmla="*/ 1799939 w 2305050"/>
                <a:gd name="connsiteY510" fmla="*/ 294227 h 1819275"/>
                <a:gd name="connsiteX511" fmla="*/ 1799939 w 2305050"/>
                <a:gd name="connsiteY511" fmla="*/ 297275 h 1819275"/>
                <a:gd name="connsiteX512" fmla="*/ 1797844 w 2305050"/>
                <a:gd name="connsiteY512" fmla="*/ 300133 h 1819275"/>
                <a:gd name="connsiteX513" fmla="*/ 1791462 w 2305050"/>
                <a:gd name="connsiteY513" fmla="*/ 304991 h 1819275"/>
                <a:gd name="connsiteX514" fmla="*/ 1790700 w 2305050"/>
                <a:gd name="connsiteY514" fmla="*/ 306038 h 1819275"/>
                <a:gd name="connsiteX515" fmla="*/ 1788986 w 2305050"/>
                <a:gd name="connsiteY515" fmla="*/ 309086 h 1819275"/>
                <a:gd name="connsiteX516" fmla="*/ 1784604 w 2305050"/>
                <a:gd name="connsiteY516" fmla="*/ 314230 h 1819275"/>
                <a:gd name="connsiteX517" fmla="*/ 1785556 w 2305050"/>
                <a:gd name="connsiteY517" fmla="*/ 316516 h 1819275"/>
                <a:gd name="connsiteX518" fmla="*/ 1785366 w 2305050"/>
                <a:gd name="connsiteY518" fmla="*/ 318992 h 1819275"/>
                <a:gd name="connsiteX519" fmla="*/ 1784414 w 2305050"/>
                <a:gd name="connsiteY519" fmla="*/ 321374 h 1819275"/>
                <a:gd name="connsiteX520" fmla="*/ 1782985 w 2305050"/>
                <a:gd name="connsiteY520" fmla="*/ 322898 h 1819275"/>
                <a:gd name="connsiteX521" fmla="*/ 1784318 w 2305050"/>
                <a:gd name="connsiteY521" fmla="*/ 325755 h 1819275"/>
                <a:gd name="connsiteX522" fmla="*/ 1784318 w 2305050"/>
                <a:gd name="connsiteY522" fmla="*/ 328517 h 1819275"/>
                <a:gd name="connsiteX523" fmla="*/ 1783556 w 2305050"/>
                <a:gd name="connsiteY523" fmla="*/ 333661 h 1819275"/>
                <a:gd name="connsiteX524" fmla="*/ 1782889 w 2305050"/>
                <a:gd name="connsiteY524" fmla="*/ 335375 h 1819275"/>
                <a:gd name="connsiteX525" fmla="*/ 1779746 w 2305050"/>
                <a:gd name="connsiteY525" fmla="*/ 340519 h 1819275"/>
                <a:gd name="connsiteX526" fmla="*/ 1778603 w 2305050"/>
                <a:gd name="connsiteY526" fmla="*/ 341948 h 1819275"/>
                <a:gd name="connsiteX527" fmla="*/ 1776603 w 2305050"/>
                <a:gd name="connsiteY527" fmla="*/ 343091 h 1819275"/>
                <a:gd name="connsiteX528" fmla="*/ 1775460 w 2305050"/>
                <a:gd name="connsiteY528" fmla="*/ 343472 h 1819275"/>
                <a:gd name="connsiteX529" fmla="*/ 1774507 w 2305050"/>
                <a:gd name="connsiteY529" fmla="*/ 343567 h 1819275"/>
                <a:gd name="connsiteX530" fmla="*/ 1773841 w 2305050"/>
                <a:gd name="connsiteY530" fmla="*/ 344234 h 1819275"/>
                <a:gd name="connsiteX531" fmla="*/ 1773079 w 2305050"/>
                <a:gd name="connsiteY531" fmla="*/ 347282 h 1819275"/>
                <a:gd name="connsiteX532" fmla="*/ 1772317 w 2305050"/>
                <a:gd name="connsiteY532" fmla="*/ 347948 h 1819275"/>
                <a:gd name="connsiteX533" fmla="*/ 1771079 w 2305050"/>
                <a:gd name="connsiteY533" fmla="*/ 348234 h 1819275"/>
                <a:gd name="connsiteX534" fmla="*/ 1770507 w 2305050"/>
                <a:gd name="connsiteY534" fmla="*/ 349091 h 1819275"/>
                <a:gd name="connsiteX535" fmla="*/ 1770031 w 2305050"/>
                <a:gd name="connsiteY535" fmla="*/ 350234 h 1819275"/>
                <a:gd name="connsiteX536" fmla="*/ 1769269 w 2305050"/>
                <a:gd name="connsiteY536" fmla="*/ 351377 h 1819275"/>
                <a:gd name="connsiteX537" fmla="*/ 1768316 w 2305050"/>
                <a:gd name="connsiteY537" fmla="*/ 352044 h 1819275"/>
                <a:gd name="connsiteX538" fmla="*/ 1767459 w 2305050"/>
                <a:gd name="connsiteY538" fmla="*/ 352330 h 1819275"/>
                <a:gd name="connsiteX539" fmla="*/ 1766697 w 2305050"/>
                <a:gd name="connsiteY539" fmla="*/ 352711 h 1819275"/>
                <a:gd name="connsiteX540" fmla="*/ 1766030 w 2305050"/>
                <a:gd name="connsiteY540" fmla="*/ 354044 h 1819275"/>
                <a:gd name="connsiteX541" fmla="*/ 1766125 w 2305050"/>
                <a:gd name="connsiteY541" fmla="*/ 355473 h 1819275"/>
                <a:gd name="connsiteX542" fmla="*/ 1764316 w 2305050"/>
                <a:gd name="connsiteY542" fmla="*/ 362712 h 1819275"/>
                <a:gd name="connsiteX543" fmla="*/ 1764030 w 2305050"/>
                <a:gd name="connsiteY543" fmla="*/ 363379 h 1819275"/>
                <a:gd name="connsiteX544" fmla="*/ 1763554 w 2305050"/>
                <a:gd name="connsiteY544" fmla="*/ 363950 h 1819275"/>
                <a:gd name="connsiteX545" fmla="*/ 1763268 w 2305050"/>
                <a:gd name="connsiteY545" fmla="*/ 364617 h 1819275"/>
                <a:gd name="connsiteX546" fmla="*/ 1763554 w 2305050"/>
                <a:gd name="connsiteY546" fmla="*/ 365570 h 1819275"/>
                <a:gd name="connsiteX547" fmla="*/ 1763935 w 2305050"/>
                <a:gd name="connsiteY547" fmla="*/ 366046 h 1819275"/>
                <a:gd name="connsiteX548" fmla="*/ 1764125 w 2305050"/>
                <a:gd name="connsiteY548" fmla="*/ 366236 h 1819275"/>
                <a:gd name="connsiteX549" fmla="*/ 1764316 w 2305050"/>
                <a:gd name="connsiteY549" fmla="*/ 366522 h 1819275"/>
                <a:gd name="connsiteX550" fmla="*/ 1764316 w 2305050"/>
                <a:gd name="connsiteY550" fmla="*/ 367379 h 1819275"/>
                <a:gd name="connsiteX551" fmla="*/ 1764030 w 2305050"/>
                <a:gd name="connsiteY551" fmla="*/ 367760 h 1819275"/>
                <a:gd name="connsiteX552" fmla="*/ 1762697 w 2305050"/>
                <a:gd name="connsiteY552" fmla="*/ 372047 h 1819275"/>
                <a:gd name="connsiteX553" fmla="*/ 1760506 w 2305050"/>
                <a:gd name="connsiteY553" fmla="*/ 374618 h 1819275"/>
                <a:gd name="connsiteX554" fmla="*/ 1759744 w 2305050"/>
                <a:gd name="connsiteY554" fmla="*/ 375857 h 1819275"/>
                <a:gd name="connsiteX555" fmla="*/ 1759077 w 2305050"/>
                <a:gd name="connsiteY555" fmla="*/ 376047 h 1819275"/>
                <a:gd name="connsiteX556" fmla="*/ 1756600 w 2305050"/>
                <a:gd name="connsiteY556" fmla="*/ 375952 h 1819275"/>
                <a:gd name="connsiteX557" fmla="*/ 1755553 w 2305050"/>
                <a:gd name="connsiteY557" fmla="*/ 376238 h 1819275"/>
                <a:gd name="connsiteX558" fmla="*/ 1754886 w 2305050"/>
                <a:gd name="connsiteY558" fmla="*/ 377190 h 1819275"/>
                <a:gd name="connsiteX559" fmla="*/ 1754219 w 2305050"/>
                <a:gd name="connsiteY559" fmla="*/ 378619 h 1819275"/>
                <a:gd name="connsiteX560" fmla="*/ 1753838 w 2305050"/>
                <a:gd name="connsiteY560" fmla="*/ 380048 h 1819275"/>
                <a:gd name="connsiteX561" fmla="*/ 1754505 w 2305050"/>
                <a:gd name="connsiteY561" fmla="*/ 380619 h 1819275"/>
                <a:gd name="connsiteX562" fmla="*/ 1756886 w 2305050"/>
                <a:gd name="connsiteY562" fmla="*/ 380714 h 1819275"/>
                <a:gd name="connsiteX563" fmla="*/ 1757648 w 2305050"/>
                <a:gd name="connsiteY563" fmla="*/ 381476 h 1819275"/>
                <a:gd name="connsiteX564" fmla="*/ 1757172 w 2305050"/>
                <a:gd name="connsiteY564" fmla="*/ 383191 h 1819275"/>
                <a:gd name="connsiteX565" fmla="*/ 1758220 w 2305050"/>
                <a:gd name="connsiteY565" fmla="*/ 383381 h 1819275"/>
                <a:gd name="connsiteX566" fmla="*/ 1760220 w 2305050"/>
                <a:gd name="connsiteY566" fmla="*/ 383096 h 1819275"/>
                <a:gd name="connsiteX567" fmla="*/ 1761077 w 2305050"/>
                <a:gd name="connsiteY567" fmla="*/ 383191 h 1819275"/>
                <a:gd name="connsiteX568" fmla="*/ 1761839 w 2305050"/>
                <a:gd name="connsiteY568" fmla="*/ 383572 h 1819275"/>
                <a:gd name="connsiteX569" fmla="*/ 1762887 w 2305050"/>
                <a:gd name="connsiteY569" fmla="*/ 384715 h 1819275"/>
                <a:gd name="connsiteX570" fmla="*/ 1763268 w 2305050"/>
                <a:gd name="connsiteY570" fmla="*/ 384905 h 1819275"/>
                <a:gd name="connsiteX571" fmla="*/ 1768316 w 2305050"/>
                <a:gd name="connsiteY571" fmla="*/ 383762 h 1819275"/>
                <a:gd name="connsiteX572" fmla="*/ 1769840 w 2305050"/>
                <a:gd name="connsiteY572" fmla="*/ 383953 h 1819275"/>
                <a:gd name="connsiteX573" fmla="*/ 1771364 w 2305050"/>
                <a:gd name="connsiteY573" fmla="*/ 384524 h 1819275"/>
                <a:gd name="connsiteX574" fmla="*/ 1771650 w 2305050"/>
                <a:gd name="connsiteY574" fmla="*/ 385096 h 1819275"/>
                <a:gd name="connsiteX575" fmla="*/ 1772317 w 2305050"/>
                <a:gd name="connsiteY575" fmla="*/ 387763 h 1819275"/>
                <a:gd name="connsiteX576" fmla="*/ 1772412 w 2305050"/>
                <a:gd name="connsiteY576" fmla="*/ 388811 h 1819275"/>
                <a:gd name="connsiteX577" fmla="*/ 1772126 w 2305050"/>
                <a:gd name="connsiteY577" fmla="*/ 389668 h 1819275"/>
                <a:gd name="connsiteX578" fmla="*/ 1771174 w 2305050"/>
                <a:gd name="connsiteY578" fmla="*/ 390049 h 1819275"/>
                <a:gd name="connsiteX579" fmla="*/ 1770221 w 2305050"/>
                <a:gd name="connsiteY579" fmla="*/ 390906 h 1819275"/>
                <a:gd name="connsiteX580" fmla="*/ 1769840 w 2305050"/>
                <a:gd name="connsiteY580" fmla="*/ 393192 h 1819275"/>
                <a:gd name="connsiteX581" fmla="*/ 1769650 w 2305050"/>
                <a:gd name="connsiteY581" fmla="*/ 400526 h 1819275"/>
                <a:gd name="connsiteX582" fmla="*/ 1769936 w 2305050"/>
                <a:gd name="connsiteY582" fmla="*/ 401288 h 1819275"/>
                <a:gd name="connsiteX583" fmla="*/ 1770698 w 2305050"/>
                <a:gd name="connsiteY583" fmla="*/ 402336 h 1819275"/>
                <a:gd name="connsiteX584" fmla="*/ 1770983 w 2305050"/>
                <a:gd name="connsiteY584" fmla="*/ 403289 h 1819275"/>
                <a:gd name="connsiteX585" fmla="*/ 1770983 w 2305050"/>
                <a:gd name="connsiteY585" fmla="*/ 404622 h 1819275"/>
                <a:gd name="connsiteX586" fmla="*/ 1770698 w 2305050"/>
                <a:gd name="connsiteY586" fmla="*/ 409861 h 1819275"/>
                <a:gd name="connsiteX587" fmla="*/ 1770221 w 2305050"/>
                <a:gd name="connsiteY587" fmla="*/ 412052 h 1819275"/>
                <a:gd name="connsiteX588" fmla="*/ 1769459 w 2305050"/>
                <a:gd name="connsiteY588" fmla="*/ 414052 h 1819275"/>
                <a:gd name="connsiteX589" fmla="*/ 1768507 w 2305050"/>
                <a:gd name="connsiteY589" fmla="*/ 416052 h 1819275"/>
                <a:gd name="connsiteX590" fmla="*/ 1767268 w 2305050"/>
                <a:gd name="connsiteY590" fmla="*/ 417576 h 1819275"/>
                <a:gd name="connsiteX591" fmla="*/ 1763268 w 2305050"/>
                <a:gd name="connsiteY591" fmla="*/ 421481 h 1819275"/>
                <a:gd name="connsiteX592" fmla="*/ 1761077 w 2305050"/>
                <a:gd name="connsiteY592" fmla="*/ 424434 h 1819275"/>
                <a:gd name="connsiteX593" fmla="*/ 1759839 w 2305050"/>
                <a:gd name="connsiteY593" fmla="*/ 425672 h 1819275"/>
                <a:gd name="connsiteX594" fmla="*/ 1758315 w 2305050"/>
                <a:gd name="connsiteY594" fmla="*/ 426625 h 1819275"/>
                <a:gd name="connsiteX595" fmla="*/ 1750505 w 2305050"/>
                <a:gd name="connsiteY595" fmla="*/ 429197 h 1819275"/>
                <a:gd name="connsiteX596" fmla="*/ 1742408 w 2305050"/>
                <a:gd name="connsiteY596" fmla="*/ 430054 h 1819275"/>
                <a:gd name="connsiteX597" fmla="*/ 1740217 w 2305050"/>
                <a:gd name="connsiteY597" fmla="*/ 429768 h 1819275"/>
                <a:gd name="connsiteX598" fmla="*/ 1738979 w 2305050"/>
                <a:gd name="connsiteY598" fmla="*/ 429387 h 1819275"/>
                <a:gd name="connsiteX599" fmla="*/ 1738027 w 2305050"/>
                <a:gd name="connsiteY599" fmla="*/ 428816 h 1819275"/>
                <a:gd name="connsiteX600" fmla="*/ 1737074 w 2305050"/>
                <a:gd name="connsiteY600" fmla="*/ 428530 h 1819275"/>
                <a:gd name="connsiteX601" fmla="*/ 1736217 w 2305050"/>
                <a:gd name="connsiteY601" fmla="*/ 429006 h 1819275"/>
                <a:gd name="connsiteX602" fmla="*/ 1735360 w 2305050"/>
                <a:gd name="connsiteY602" fmla="*/ 429768 h 1819275"/>
                <a:gd name="connsiteX603" fmla="*/ 1734503 w 2305050"/>
                <a:gd name="connsiteY603" fmla="*/ 430054 h 1819275"/>
                <a:gd name="connsiteX604" fmla="*/ 1726501 w 2305050"/>
                <a:gd name="connsiteY604" fmla="*/ 431673 h 1819275"/>
                <a:gd name="connsiteX605" fmla="*/ 1722501 w 2305050"/>
                <a:gd name="connsiteY605" fmla="*/ 433292 h 1819275"/>
                <a:gd name="connsiteX606" fmla="*/ 1720215 w 2305050"/>
                <a:gd name="connsiteY606" fmla="*/ 433769 h 1819275"/>
                <a:gd name="connsiteX607" fmla="*/ 1716881 w 2305050"/>
                <a:gd name="connsiteY607" fmla="*/ 432245 h 1819275"/>
                <a:gd name="connsiteX608" fmla="*/ 1714786 w 2305050"/>
                <a:gd name="connsiteY608" fmla="*/ 433102 h 1819275"/>
                <a:gd name="connsiteX609" fmla="*/ 1711262 w 2305050"/>
                <a:gd name="connsiteY609" fmla="*/ 436055 h 1819275"/>
                <a:gd name="connsiteX610" fmla="*/ 1708880 w 2305050"/>
                <a:gd name="connsiteY610" fmla="*/ 437293 h 1819275"/>
                <a:gd name="connsiteX611" fmla="*/ 1707547 w 2305050"/>
                <a:gd name="connsiteY611" fmla="*/ 438722 h 1819275"/>
                <a:gd name="connsiteX612" fmla="*/ 1704880 w 2305050"/>
                <a:gd name="connsiteY612" fmla="*/ 440627 h 1819275"/>
                <a:gd name="connsiteX613" fmla="*/ 1703070 w 2305050"/>
                <a:gd name="connsiteY613" fmla="*/ 442817 h 1819275"/>
                <a:gd name="connsiteX614" fmla="*/ 1702498 w 2305050"/>
                <a:gd name="connsiteY614" fmla="*/ 443675 h 1819275"/>
                <a:gd name="connsiteX615" fmla="*/ 1702117 w 2305050"/>
                <a:gd name="connsiteY615" fmla="*/ 444722 h 1819275"/>
                <a:gd name="connsiteX616" fmla="*/ 1701737 w 2305050"/>
                <a:gd name="connsiteY616" fmla="*/ 447008 h 1819275"/>
                <a:gd name="connsiteX617" fmla="*/ 1701356 w 2305050"/>
                <a:gd name="connsiteY617" fmla="*/ 447770 h 1819275"/>
                <a:gd name="connsiteX618" fmla="*/ 1699736 w 2305050"/>
                <a:gd name="connsiteY618" fmla="*/ 448723 h 1819275"/>
                <a:gd name="connsiteX619" fmla="*/ 1694688 w 2305050"/>
                <a:gd name="connsiteY619" fmla="*/ 449771 h 1819275"/>
                <a:gd name="connsiteX620" fmla="*/ 1693736 w 2305050"/>
                <a:gd name="connsiteY620" fmla="*/ 450818 h 1819275"/>
                <a:gd name="connsiteX621" fmla="*/ 1693069 w 2305050"/>
                <a:gd name="connsiteY621" fmla="*/ 453962 h 1819275"/>
                <a:gd name="connsiteX622" fmla="*/ 1691545 w 2305050"/>
                <a:gd name="connsiteY622" fmla="*/ 455200 h 1819275"/>
                <a:gd name="connsiteX623" fmla="*/ 1689545 w 2305050"/>
                <a:gd name="connsiteY623" fmla="*/ 455581 h 1819275"/>
                <a:gd name="connsiteX624" fmla="*/ 1687639 w 2305050"/>
                <a:gd name="connsiteY624" fmla="*/ 456343 h 1819275"/>
                <a:gd name="connsiteX625" fmla="*/ 1682591 w 2305050"/>
                <a:gd name="connsiteY625" fmla="*/ 461010 h 1819275"/>
                <a:gd name="connsiteX626" fmla="*/ 1681639 w 2305050"/>
                <a:gd name="connsiteY626" fmla="*/ 461010 h 1819275"/>
                <a:gd name="connsiteX627" fmla="*/ 1681163 w 2305050"/>
                <a:gd name="connsiteY627" fmla="*/ 463106 h 1819275"/>
                <a:gd name="connsiteX628" fmla="*/ 1679924 w 2305050"/>
                <a:gd name="connsiteY628" fmla="*/ 465201 h 1819275"/>
                <a:gd name="connsiteX629" fmla="*/ 1678305 w 2305050"/>
                <a:gd name="connsiteY629" fmla="*/ 466916 h 1819275"/>
                <a:gd name="connsiteX630" fmla="*/ 1676781 w 2305050"/>
                <a:gd name="connsiteY630" fmla="*/ 468154 h 1819275"/>
                <a:gd name="connsiteX631" fmla="*/ 1671733 w 2305050"/>
                <a:gd name="connsiteY631" fmla="*/ 470535 h 1819275"/>
                <a:gd name="connsiteX632" fmla="*/ 1670399 w 2305050"/>
                <a:gd name="connsiteY632" fmla="*/ 471964 h 1819275"/>
                <a:gd name="connsiteX633" fmla="*/ 1668971 w 2305050"/>
                <a:gd name="connsiteY633" fmla="*/ 473774 h 1819275"/>
                <a:gd name="connsiteX634" fmla="*/ 1667637 w 2305050"/>
                <a:gd name="connsiteY634" fmla="*/ 475202 h 1819275"/>
                <a:gd name="connsiteX635" fmla="*/ 1664589 w 2305050"/>
                <a:gd name="connsiteY635" fmla="*/ 477393 h 1819275"/>
                <a:gd name="connsiteX636" fmla="*/ 1657731 w 2305050"/>
                <a:gd name="connsiteY636" fmla="*/ 480917 h 1819275"/>
                <a:gd name="connsiteX637" fmla="*/ 1655636 w 2305050"/>
                <a:gd name="connsiteY637" fmla="*/ 482727 h 1819275"/>
                <a:gd name="connsiteX638" fmla="*/ 1654778 w 2305050"/>
                <a:gd name="connsiteY638" fmla="*/ 483489 h 1819275"/>
                <a:gd name="connsiteX639" fmla="*/ 1653159 w 2305050"/>
                <a:gd name="connsiteY639" fmla="*/ 487585 h 1819275"/>
                <a:gd name="connsiteX640" fmla="*/ 1650587 w 2305050"/>
                <a:gd name="connsiteY640" fmla="*/ 487966 h 1819275"/>
                <a:gd name="connsiteX641" fmla="*/ 1650206 w 2305050"/>
                <a:gd name="connsiteY641" fmla="*/ 488061 h 1819275"/>
                <a:gd name="connsiteX642" fmla="*/ 1649825 w 2305050"/>
                <a:gd name="connsiteY642" fmla="*/ 487966 h 1819275"/>
                <a:gd name="connsiteX643" fmla="*/ 1649063 w 2305050"/>
                <a:gd name="connsiteY643" fmla="*/ 487966 h 1819275"/>
                <a:gd name="connsiteX644" fmla="*/ 1648492 w 2305050"/>
                <a:gd name="connsiteY644" fmla="*/ 487680 h 1819275"/>
                <a:gd name="connsiteX645" fmla="*/ 1647539 w 2305050"/>
                <a:gd name="connsiteY645" fmla="*/ 486918 h 1819275"/>
                <a:gd name="connsiteX646" fmla="*/ 1646873 w 2305050"/>
                <a:gd name="connsiteY646" fmla="*/ 486823 h 1819275"/>
                <a:gd name="connsiteX647" fmla="*/ 1645444 w 2305050"/>
                <a:gd name="connsiteY647" fmla="*/ 487585 h 1819275"/>
                <a:gd name="connsiteX648" fmla="*/ 1644777 w 2305050"/>
                <a:gd name="connsiteY648" fmla="*/ 487871 h 1819275"/>
                <a:gd name="connsiteX649" fmla="*/ 1644015 w 2305050"/>
                <a:gd name="connsiteY649" fmla="*/ 487585 h 1819275"/>
                <a:gd name="connsiteX650" fmla="*/ 1621155 w 2305050"/>
                <a:gd name="connsiteY650" fmla="*/ 475107 h 1819275"/>
                <a:gd name="connsiteX651" fmla="*/ 1603534 w 2305050"/>
                <a:gd name="connsiteY651" fmla="*/ 474155 h 1819275"/>
                <a:gd name="connsiteX652" fmla="*/ 1587913 w 2305050"/>
                <a:gd name="connsiteY652" fmla="*/ 467963 h 1819275"/>
                <a:gd name="connsiteX653" fmla="*/ 1561148 w 2305050"/>
                <a:gd name="connsiteY653" fmla="*/ 452057 h 1819275"/>
                <a:gd name="connsiteX654" fmla="*/ 1558099 w 2305050"/>
                <a:gd name="connsiteY654" fmla="*/ 449390 h 1819275"/>
                <a:gd name="connsiteX655" fmla="*/ 1541240 w 2305050"/>
                <a:gd name="connsiteY655" fmla="*/ 487204 h 1819275"/>
                <a:gd name="connsiteX656" fmla="*/ 1540002 w 2305050"/>
                <a:gd name="connsiteY656" fmla="*/ 490061 h 1819275"/>
                <a:gd name="connsiteX657" fmla="*/ 1523238 w 2305050"/>
                <a:gd name="connsiteY657" fmla="*/ 528161 h 1819275"/>
                <a:gd name="connsiteX658" fmla="*/ 1506379 w 2305050"/>
                <a:gd name="connsiteY658" fmla="*/ 565976 h 1819275"/>
                <a:gd name="connsiteX659" fmla="*/ 1506093 w 2305050"/>
                <a:gd name="connsiteY659" fmla="*/ 568166 h 1819275"/>
                <a:gd name="connsiteX660" fmla="*/ 1507236 w 2305050"/>
                <a:gd name="connsiteY660" fmla="*/ 572357 h 1819275"/>
                <a:gd name="connsiteX661" fmla="*/ 1507236 w 2305050"/>
                <a:gd name="connsiteY661" fmla="*/ 574548 h 1819275"/>
                <a:gd name="connsiteX662" fmla="*/ 1505617 w 2305050"/>
                <a:gd name="connsiteY662" fmla="*/ 578453 h 1819275"/>
                <a:gd name="connsiteX663" fmla="*/ 1487424 w 2305050"/>
                <a:gd name="connsiteY663" fmla="*/ 607028 h 1819275"/>
                <a:gd name="connsiteX664" fmla="*/ 1486757 w 2305050"/>
                <a:gd name="connsiteY664" fmla="*/ 609029 h 1819275"/>
                <a:gd name="connsiteX665" fmla="*/ 1486376 w 2305050"/>
                <a:gd name="connsiteY665" fmla="*/ 611505 h 1819275"/>
                <a:gd name="connsiteX666" fmla="*/ 1486376 w 2305050"/>
                <a:gd name="connsiteY666" fmla="*/ 613886 h 1819275"/>
                <a:gd name="connsiteX667" fmla="*/ 1488186 w 2305050"/>
                <a:gd name="connsiteY667" fmla="*/ 637794 h 1819275"/>
                <a:gd name="connsiteX668" fmla="*/ 1487424 w 2305050"/>
                <a:gd name="connsiteY668" fmla="*/ 641604 h 1819275"/>
                <a:gd name="connsiteX669" fmla="*/ 1485043 w 2305050"/>
                <a:gd name="connsiteY669" fmla="*/ 643795 h 1819275"/>
                <a:gd name="connsiteX670" fmla="*/ 1466374 w 2305050"/>
                <a:gd name="connsiteY670" fmla="*/ 652748 h 1819275"/>
                <a:gd name="connsiteX671" fmla="*/ 1464564 w 2305050"/>
                <a:gd name="connsiteY671" fmla="*/ 654844 h 1819275"/>
                <a:gd name="connsiteX672" fmla="*/ 1464564 w 2305050"/>
                <a:gd name="connsiteY672" fmla="*/ 655987 h 1819275"/>
                <a:gd name="connsiteX673" fmla="*/ 1467136 w 2305050"/>
                <a:gd name="connsiteY673" fmla="*/ 671322 h 1819275"/>
                <a:gd name="connsiteX674" fmla="*/ 1468374 w 2305050"/>
                <a:gd name="connsiteY674" fmla="*/ 678466 h 1819275"/>
                <a:gd name="connsiteX675" fmla="*/ 1469517 w 2305050"/>
                <a:gd name="connsiteY675" fmla="*/ 681228 h 1819275"/>
                <a:gd name="connsiteX676" fmla="*/ 1471422 w 2305050"/>
                <a:gd name="connsiteY676" fmla="*/ 683895 h 1819275"/>
                <a:gd name="connsiteX677" fmla="*/ 1491615 w 2305050"/>
                <a:gd name="connsiteY677" fmla="*/ 705517 h 1819275"/>
                <a:gd name="connsiteX678" fmla="*/ 1496568 w 2305050"/>
                <a:gd name="connsiteY678" fmla="*/ 708089 h 1819275"/>
                <a:gd name="connsiteX679" fmla="*/ 1501235 w 2305050"/>
                <a:gd name="connsiteY679" fmla="*/ 705040 h 1819275"/>
                <a:gd name="connsiteX680" fmla="*/ 1510093 w 2305050"/>
                <a:gd name="connsiteY680" fmla="*/ 693515 h 1819275"/>
                <a:gd name="connsiteX681" fmla="*/ 1517904 w 2305050"/>
                <a:gd name="connsiteY681" fmla="*/ 688372 h 1819275"/>
                <a:gd name="connsiteX682" fmla="*/ 1522857 w 2305050"/>
                <a:gd name="connsiteY682" fmla="*/ 686848 h 1819275"/>
                <a:gd name="connsiteX683" fmla="*/ 1537716 w 2305050"/>
                <a:gd name="connsiteY683" fmla="*/ 690086 h 1819275"/>
                <a:gd name="connsiteX684" fmla="*/ 1543336 w 2305050"/>
                <a:gd name="connsiteY684" fmla="*/ 689991 h 1819275"/>
                <a:gd name="connsiteX685" fmla="*/ 1563529 w 2305050"/>
                <a:gd name="connsiteY685" fmla="*/ 685514 h 1819275"/>
                <a:gd name="connsiteX686" fmla="*/ 1569148 w 2305050"/>
                <a:gd name="connsiteY686" fmla="*/ 685229 h 1819275"/>
                <a:gd name="connsiteX687" fmla="*/ 1571625 w 2305050"/>
                <a:gd name="connsiteY687" fmla="*/ 685705 h 1819275"/>
                <a:gd name="connsiteX688" fmla="*/ 1581150 w 2305050"/>
                <a:gd name="connsiteY688" fmla="*/ 689801 h 1819275"/>
                <a:gd name="connsiteX689" fmla="*/ 1587151 w 2305050"/>
                <a:gd name="connsiteY689" fmla="*/ 691991 h 1819275"/>
                <a:gd name="connsiteX690" fmla="*/ 1588865 w 2305050"/>
                <a:gd name="connsiteY690" fmla="*/ 693039 h 1819275"/>
                <a:gd name="connsiteX691" fmla="*/ 1608677 w 2305050"/>
                <a:gd name="connsiteY691" fmla="*/ 711613 h 1819275"/>
                <a:gd name="connsiteX692" fmla="*/ 1612201 w 2305050"/>
                <a:gd name="connsiteY692" fmla="*/ 711994 h 1819275"/>
                <a:gd name="connsiteX693" fmla="*/ 1615249 w 2305050"/>
                <a:gd name="connsiteY693" fmla="*/ 707803 h 1819275"/>
                <a:gd name="connsiteX694" fmla="*/ 1618202 w 2305050"/>
                <a:gd name="connsiteY694" fmla="*/ 702564 h 1819275"/>
                <a:gd name="connsiteX695" fmla="*/ 1621155 w 2305050"/>
                <a:gd name="connsiteY695" fmla="*/ 699326 h 1819275"/>
                <a:gd name="connsiteX696" fmla="*/ 1625441 w 2305050"/>
                <a:gd name="connsiteY696" fmla="*/ 695897 h 1819275"/>
                <a:gd name="connsiteX697" fmla="*/ 1642586 w 2305050"/>
                <a:gd name="connsiteY697" fmla="*/ 673227 h 1819275"/>
                <a:gd name="connsiteX698" fmla="*/ 1644587 w 2305050"/>
                <a:gd name="connsiteY698" fmla="*/ 671322 h 1819275"/>
                <a:gd name="connsiteX699" fmla="*/ 1648492 w 2305050"/>
                <a:gd name="connsiteY699" fmla="*/ 669989 h 1819275"/>
                <a:gd name="connsiteX700" fmla="*/ 1661065 w 2305050"/>
                <a:gd name="connsiteY700" fmla="*/ 670751 h 1819275"/>
                <a:gd name="connsiteX701" fmla="*/ 1663065 w 2305050"/>
                <a:gd name="connsiteY701" fmla="*/ 670560 h 1819275"/>
                <a:gd name="connsiteX702" fmla="*/ 1668399 w 2305050"/>
                <a:gd name="connsiteY702" fmla="*/ 668179 h 1819275"/>
                <a:gd name="connsiteX703" fmla="*/ 1673066 w 2305050"/>
                <a:gd name="connsiteY703" fmla="*/ 667226 h 1819275"/>
                <a:gd name="connsiteX704" fmla="*/ 1677829 w 2305050"/>
                <a:gd name="connsiteY704" fmla="*/ 667131 h 1819275"/>
                <a:gd name="connsiteX705" fmla="*/ 1679734 w 2305050"/>
                <a:gd name="connsiteY705" fmla="*/ 667703 h 1819275"/>
                <a:gd name="connsiteX706" fmla="*/ 1683544 w 2305050"/>
                <a:gd name="connsiteY706" fmla="*/ 670179 h 1819275"/>
                <a:gd name="connsiteX707" fmla="*/ 1685639 w 2305050"/>
                <a:gd name="connsiteY707" fmla="*/ 670751 h 1819275"/>
                <a:gd name="connsiteX708" fmla="*/ 1701070 w 2305050"/>
                <a:gd name="connsiteY708" fmla="*/ 671798 h 1819275"/>
                <a:gd name="connsiteX709" fmla="*/ 1706594 w 2305050"/>
                <a:gd name="connsiteY709" fmla="*/ 674561 h 1819275"/>
                <a:gd name="connsiteX710" fmla="*/ 1711642 w 2305050"/>
                <a:gd name="connsiteY710" fmla="*/ 680657 h 1819275"/>
                <a:gd name="connsiteX711" fmla="*/ 1720310 w 2305050"/>
                <a:gd name="connsiteY711" fmla="*/ 695039 h 1819275"/>
                <a:gd name="connsiteX712" fmla="*/ 1724597 w 2305050"/>
                <a:gd name="connsiteY712" fmla="*/ 699516 h 1819275"/>
                <a:gd name="connsiteX713" fmla="*/ 1740980 w 2305050"/>
                <a:gd name="connsiteY713" fmla="*/ 706755 h 1819275"/>
                <a:gd name="connsiteX714" fmla="*/ 1747933 w 2305050"/>
                <a:gd name="connsiteY714" fmla="*/ 709327 h 1819275"/>
                <a:gd name="connsiteX715" fmla="*/ 1749838 w 2305050"/>
                <a:gd name="connsiteY715" fmla="*/ 710660 h 1819275"/>
                <a:gd name="connsiteX716" fmla="*/ 1750981 w 2305050"/>
                <a:gd name="connsiteY716" fmla="*/ 712470 h 1819275"/>
                <a:gd name="connsiteX717" fmla="*/ 1751552 w 2305050"/>
                <a:gd name="connsiteY717" fmla="*/ 714661 h 1819275"/>
                <a:gd name="connsiteX718" fmla="*/ 1752505 w 2305050"/>
                <a:gd name="connsiteY718" fmla="*/ 723138 h 1819275"/>
                <a:gd name="connsiteX719" fmla="*/ 1752981 w 2305050"/>
                <a:gd name="connsiteY719" fmla="*/ 725138 h 1819275"/>
                <a:gd name="connsiteX720" fmla="*/ 1753933 w 2305050"/>
                <a:gd name="connsiteY720" fmla="*/ 726567 h 1819275"/>
                <a:gd name="connsiteX721" fmla="*/ 1755743 w 2305050"/>
                <a:gd name="connsiteY721" fmla="*/ 727710 h 1819275"/>
                <a:gd name="connsiteX722" fmla="*/ 1763268 w 2305050"/>
                <a:gd name="connsiteY722" fmla="*/ 730567 h 1819275"/>
                <a:gd name="connsiteX723" fmla="*/ 1766411 w 2305050"/>
                <a:gd name="connsiteY723" fmla="*/ 731615 h 1819275"/>
                <a:gd name="connsiteX724" fmla="*/ 1767935 w 2305050"/>
                <a:gd name="connsiteY724" fmla="*/ 732568 h 1819275"/>
                <a:gd name="connsiteX725" fmla="*/ 1768602 w 2305050"/>
                <a:gd name="connsiteY725" fmla="*/ 734282 h 1819275"/>
                <a:gd name="connsiteX726" fmla="*/ 1768221 w 2305050"/>
                <a:gd name="connsiteY726" fmla="*/ 735425 h 1819275"/>
                <a:gd name="connsiteX727" fmla="*/ 1766316 w 2305050"/>
                <a:gd name="connsiteY727" fmla="*/ 738092 h 1819275"/>
                <a:gd name="connsiteX728" fmla="*/ 1765745 w 2305050"/>
                <a:gd name="connsiteY728" fmla="*/ 739807 h 1819275"/>
                <a:gd name="connsiteX729" fmla="*/ 1768792 w 2305050"/>
                <a:gd name="connsiteY729" fmla="*/ 740759 h 1819275"/>
                <a:gd name="connsiteX730" fmla="*/ 1781270 w 2305050"/>
                <a:gd name="connsiteY730" fmla="*/ 752285 h 1819275"/>
                <a:gd name="connsiteX731" fmla="*/ 1782413 w 2305050"/>
                <a:gd name="connsiteY731" fmla="*/ 753618 h 1819275"/>
                <a:gd name="connsiteX732" fmla="*/ 1783461 w 2305050"/>
                <a:gd name="connsiteY732" fmla="*/ 755809 h 1819275"/>
                <a:gd name="connsiteX733" fmla="*/ 1784223 w 2305050"/>
                <a:gd name="connsiteY733" fmla="*/ 757714 h 1819275"/>
                <a:gd name="connsiteX734" fmla="*/ 1785175 w 2305050"/>
                <a:gd name="connsiteY734" fmla="*/ 759142 h 1819275"/>
                <a:gd name="connsiteX735" fmla="*/ 1790129 w 2305050"/>
                <a:gd name="connsiteY735" fmla="*/ 760571 h 1819275"/>
                <a:gd name="connsiteX736" fmla="*/ 1793462 w 2305050"/>
                <a:gd name="connsiteY736" fmla="*/ 763143 h 1819275"/>
                <a:gd name="connsiteX737" fmla="*/ 1799177 w 2305050"/>
                <a:gd name="connsiteY737" fmla="*/ 769811 h 1819275"/>
                <a:gd name="connsiteX738" fmla="*/ 1801463 w 2305050"/>
                <a:gd name="connsiteY738" fmla="*/ 773430 h 1819275"/>
                <a:gd name="connsiteX739" fmla="*/ 1803464 w 2305050"/>
                <a:gd name="connsiteY739" fmla="*/ 777431 h 1819275"/>
                <a:gd name="connsiteX740" fmla="*/ 1803940 w 2305050"/>
                <a:gd name="connsiteY740" fmla="*/ 779717 h 1819275"/>
                <a:gd name="connsiteX741" fmla="*/ 1804035 w 2305050"/>
                <a:gd name="connsiteY741" fmla="*/ 786670 h 1819275"/>
                <a:gd name="connsiteX742" fmla="*/ 1804321 w 2305050"/>
                <a:gd name="connsiteY742" fmla="*/ 788003 h 1819275"/>
                <a:gd name="connsiteX743" fmla="*/ 1804511 w 2305050"/>
                <a:gd name="connsiteY743" fmla="*/ 788670 h 1819275"/>
                <a:gd name="connsiteX744" fmla="*/ 1804702 w 2305050"/>
                <a:gd name="connsiteY744" fmla="*/ 789242 h 1819275"/>
                <a:gd name="connsiteX745" fmla="*/ 1805845 w 2305050"/>
                <a:gd name="connsiteY745" fmla="*/ 790956 h 1819275"/>
                <a:gd name="connsiteX746" fmla="*/ 1808512 w 2305050"/>
                <a:gd name="connsiteY746" fmla="*/ 793718 h 1819275"/>
                <a:gd name="connsiteX747" fmla="*/ 1809655 w 2305050"/>
                <a:gd name="connsiteY747" fmla="*/ 795242 h 1819275"/>
                <a:gd name="connsiteX748" fmla="*/ 1810036 w 2305050"/>
                <a:gd name="connsiteY748" fmla="*/ 796195 h 1819275"/>
                <a:gd name="connsiteX749" fmla="*/ 1810322 w 2305050"/>
                <a:gd name="connsiteY749" fmla="*/ 797147 h 1819275"/>
                <a:gd name="connsiteX750" fmla="*/ 1810607 w 2305050"/>
                <a:gd name="connsiteY750" fmla="*/ 798005 h 1819275"/>
                <a:gd name="connsiteX751" fmla="*/ 1811274 w 2305050"/>
                <a:gd name="connsiteY751" fmla="*/ 798862 h 1819275"/>
                <a:gd name="connsiteX752" fmla="*/ 1812131 w 2305050"/>
                <a:gd name="connsiteY752" fmla="*/ 799052 h 1819275"/>
                <a:gd name="connsiteX753" fmla="*/ 1813465 w 2305050"/>
                <a:gd name="connsiteY753" fmla="*/ 799148 h 1819275"/>
                <a:gd name="connsiteX754" fmla="*/ 1814608 w 2305050"/>
                <a:gd name="connsiteY754" fmla="*/ 799529 h 1819275"/>
                <a:gd name="connsiteX755" fmla="*/ 1814798 w 2305050"/>
                <a:gd name="connsiteY755" fmla="*/ 800290 h 1819275"/>
                <a:gd name="connsiteX756" fmla="*/ 1814322 w 2305050"/>
                <a:gd name="connsiteY756" fmla="*/ 801529 h 1819275"/>
                <a:gd name="connsiteX757" fmla="*/ 1813941 w 2305050"/>
                <a:gd name="connsiteY757" fmla="*/ 802386 h 1819275"/>
                <a:gd name="connsiteX758" fmla="*/ 1813655 w 2305050"/>
                <a:gd name="connsiteY758" fmla="*/ 803339 h 1819275"/>
                <a:gd name="connsiteX759" fmla="*/ 1813655 w 2305050"/>
                <a:gd name="connsiteY759" fmla="*/ 804767 h 1819275"/>
                <a:gd name="connsiteX760" fmla="*/ 1813750 w 2305050"/>
                <a:gd name="connsiteY760" fmla="*/ 805339 h 1819275"/>
                <a:gd name="connsiteX761" fmla="*/ 1814036 w 2305050"/>
                <a:gd name="connsiteY761" fmla="*/ 805815 h 1819275"/>
                <a:gd name="connsiteX762" fmla="*/ 1814417 w 2305050"/>
                <a:gd name="connsiteY762" fmla="*/ 806101 h 1819275"/>
                <a:gd name="connsiteX763" fmla="*/ 1814893 w 2305050"/>
                <a:gd name="connsiteY763" fmla="*/ 806387 h 1819275"/>
                <a:gd name="connsiteX764" fmla="*/ 1815370 w 2305050"/>
                <a:gd name="connsiteY764" fmla="*/ 806863 h 1819275"/>
                <a:gd name="connsiteX765" fmla="*/ 1815274 w 2305050"/>
                <a:gd name="connsiteY765" fmla="*/ 807434 h 1819275"/>
                <a:gd name="connsiteX766" fmla="*/ 1815084 w 2305050"/>
                <a:gd name="connsiteY766" fmla="*/ 808196 h 1819275"/>
                <a:gd name="connsiteX767" fmla="*/ 1814989 w 2305050"/>
                <a:gd name="connsiteY767" fmla="*/ 808958 h 1819275"/>
                <a:gd name="connsiteX768" fmla="*/ 1814989 w 2305050"/>
                <a:gd name="connsiteY768" fmla="*/ 811530 h 1819275"/>
                <a:gd name="connsiteX769" fmla="*/ 1814036 w 2305050"/>
                <a:gd name="connsiteY769" fmla="*/ 815245 h 1819275"/>
                <a:gd name="connsiteX770" fmla="*/ 1813750 w 2305050"/>
                <a:gd name="connsiteY770" fmla="*/ 817245 h 1819275"/>
                <a:gd name="connsiteX771" fmla="*/ 1814131 w 2305050"/>
                <a:gd name="connsiteY771" fmla="*/ 818293 h 1819275"/>
                <a:gd name="connsiteX772" fmla="*/ 1815370 w 2305050"/>
                <a:gd name="connsiteY772" fmla="*/ 820388 h 1819275"/>
                <a:gd name="connsiteX773" fmla="*/ 1815656 w 2305050"/>
                <a:gd name="connsiteY773" fmla="*/ 821246 h 1819275"/>
                <a:gd name="connsiteX774" fmla="*/ 1815465 w 2305050"/>
                <a:gd name="connsiteY774" fmla="*/ 822389 h 1819275"/>
                <a:gd name="connsiteX775" fmla="*/ 1814989 w 2305050"/>
                <a:gd name="connsiteY775" fmla="*/ 823246 h 1819275"/>
                <a:gd name="connsiteX776" fmla="*/ 1814322 w 2305050"/>
                <a:gd name="connsiteY776" fmla="*/ 824008 h 1819275"/>
                <a:gd name="connsiteX777" fmla="*/ 1812989 w 2305050"/>
                <a:gd name="connsiteY777" fmla="*/ 826580 h 1819275"/>
                <a:gd name="connsiteX778" fmla="*/ 1811464 w 2305050"/>
                <a:gd name="connsiteY778" fmla="*/ 828104 h 1819275"/>
                <a:gd name="connsiteX779" fmla="*/ 1809845 w 2305050"/>
                <a:gd name="connsiteY779" fmla="*/ 829151 h 1819275"/>
                <a:gd name="connsiteX780" fmla="*/ 1808512 w 2305050"/>
                <a:gd name="connsiteY780" fmla="*/ 829056 h 1819275"/>
                <a:gd name="connsiteX781" fmla="*/ 1806797 w 2305050"/>
                <a:gd name="connsiteY781" fmla="*/ 828199 h 1819275"/>
                <a:gd name="connsiteX782" fmla="*/ 1805749 w 2305050"/>
                <a:gd name="connsiteY782" fmla="*/ 828580 h 1819275"/>
                <a:gd name="connsiteX783" fmla="*/ 1804702 w 2305050"/>
                <a:gd name="connsiteY783" fmla="*/ 830009 h 1819275"/>
                <a:gd name="connsiteX784" fmla="*/ 1803464 w 2305050"/>
                <a:gd name="connsiteY784" fmla="*/ 832199 h 1819275"/>
                <a:gd name="connsiteX785" fmla="*/ 1802321 w 2305050"/>
                <a:gd name="connsiteY785" fmla="*/ 833533 h 1819275"/>
                <a:gd name="connsiteX786" fmla="*/ 1800701 w 2305050"/>
                <a:gd name="connsiteY786" fmla="*/ 834676 h 1819275"/>
                <a:gd name="connsiteX787" fmla="*/ 1798987 w 2305050"/>
                <a:gd name="connsiteY787" fmla="*/ 835628 h 1819275"/>
                <a:gd name="connsiteX788" fmla="*/ 1797558 w 2305050"/>
                <a:gd name="connsiteY788" fmla="*/ 836009 h 1819275"/>
                <a:gd name="connsiteX789" fmla="*/ 1795843 w 2305050"/>
                <a:gd name="connsiteY789" fmla="*/ 835438 h 1819275"/>
                <a:gd name="connsiteX790" fmla="*/ 1792986 w 2305050"/>
                <a:gd name="connsiteY790" fmla="*/ 833152 h 1819275"/>
                <a:gd name="connsiteX791" fmla="*/ 1791367 w 2305050"/>
                <a:gd name="connsiteY791" fmla="*/ 832771 h 1819275"/>
                <a:gd name="connsiteX792" fmla="*/ 1789176 w 2305050"/>
                <a:gd name="connsiteY792" fmla="*/ 832771 h 1819275"/>
                <a:gd name="connsiteX793" fmla="*/ 1783271 w 2305050"/>
                <a:gd name="connsiteY793" fmla="*/ 831818 h 1819275"/>
                <a:gd name="connsiteX794" fmla="*/ 1779365 w 2305050"/>
                <a:gd name="connsiteY794" fmla="*/ 831818 h 1819275"/>
                <a:gd name="connsiteX795" fmla="*/ 1772222 w 2305050"/>
                <a:gd name="connsiteY795" fmla="*/ 833533 h 1819275"/>
                <a:gd name="connsiteX796" fmla="*/ 1768507 w 2305050"/>
                <a:gd name="connsiteY796" fmla="*/ 833628 h 1819275"/>
                <a:gd name="connsiteX797" fmla="*/ 1748218 w 2305050"/>
                <a:gd name="connsiteY797" fmla="*/ 827913 h 1819275"/>
                <a:gd name="connsiteX798" fmla="*/ 1746123 w 2305050"/>
                <a:gd name="connsiteY798" fmla="*/ 827056 h 1819275"/>
                <a:gd name="connsiteX799" fmla="*/ 1744313 w 2305050"/>
                <a:gd name="connsiteY799" fmla="*/ 825341 h 1819275"/>
                <a:gd name="connsiteX800" fmla="*/ 1742027 w 2305050"/>
                <a:gd name="connsiteY800" fmla="*/ 820579 h 1819275"/>
                <a:gd name="connsiteX801" fmla="*/ 1740598 w 2305050"/>
                <a:gd name="connsiteY801" fmla="*/ 818674 h 1819275"/>
                <a:gd name="connsiteX802" fmla="*/ 1738979 w 2305050"/>
                <a:gd name="connsiteY802" fmla="*/ 819150 h 1819275"/>
                <a:gd name="connsiteX803" fmla="*/ 1736979 w 2305050"/>
                <a:gd name="connsiteY803" fmla="*/ 821627 h 1819275"/>
                <a:gd name="connsiteX804" fmla="*/ 1735741 w 2305050"/>
                <a:gd name="connsiteY804" fmla="*/ 822293 h 1819275"/>
                <a:gd name="connsiteX805" fmla="*/ 1734407 w 2305050"/>
                <a:gd name="connsiteY805" fmla="*/ 821817 h 1819275"/>
                <a:gd name="connsiteX806" fmla="*/ 1733550 w 2305050"/>
                <a:gd name="connsiteY806" fmla="*/ 820198 h 1819275"/>
                <a:gd name="connsiteX807" fmla="*/ 1733169 w 2305050"/>
                <a:gd name="connsiteY807" fmla="*/ 818293 h 1819275"/>
                <a:gd name="connsiteX808" fmla="*/ 1732598 w 2305050"/>
                <a:gd name="connsiteY808" fmla="*/ 816674 h 1819275"/>
                <a:gd name="connsiteX809" fmla="*/ 1730883 w 2305050"/>
                <a:gd name="connsiteY809" fmla="*/ 815816 h 1819275"/>
                <a:gd name="connsiteX810" fmla="*/ 1728502 w 2305050"/>
                <a:gd name="connsiteY810" fmla="*/ 816674 h 1819275"/>
                <a:gd name="connsiteX811" fmla="*/ 1726597 w 2305050"/>
                <a:gd name="connsiteY811" fmla="*/ 819055 h 1819275"/>
                <a:gd name="connsiteX812" fmla="*/ 1723549 w 2305050"/>
                <a:gd name="connsiteY812" fmla="*/ 824484 h 1819275"/>
                <a:gd name="connsiteX813" fmla="*/ 1720787 w 2305050"/>
                <a:gd name="connsiteY813" fmla="*/ 826103 h 1819275"/>
                <a:gd name="connsiteX814" fmla="*/ 1718024 w 2305050"/>
                <a:gd name="connsiteY814" fmla="*/ 825341 h 1819275"/>
                <a:gd name="connsiteX815" fmla="*/ 1714976 w 2305050"/>
                <a:gd name="connsiteY815" fmla="*/ 823722 h 1819275"/>
                <a:gd name="connsiteX816" fmla="*/ 1711928 w 2305050"/>
                <a:gd name="connsiteY816" fmla="*/ 822770 h 1819275"/>
                <a:gd name="connsiteX817" fmla="*/ 1710785 w 2305050"/>
                <a:gd name="connsiteY817" fmla="*/ 823055 h 1819275"/>
                <a:gd name="connsiteX818" fmla="*/ 1708595 w 2305050"/>
                <a:gd name="connsiteY818" fmla="*/ 824579 h 1819275"/>
                <a:gd name="connsiteX819" fmla="*/ 1707356 w 2305050"/>
                <a:gd name="connsiteY819" fmla="*/ 825056 h 1819275"/>
                <a:gd name="connsiteX820" fmla="*/ 1701070 w 2305050"/>
                <a:gd name="connsiteY820" fmla="*/ 825056 h 1819275"/>
                <a:gd name="connsiteX821" fmla="*/ 1698022 w 2305050"/>
                <a:gd name="connsiteY821" fmla="*/ 824484 h 1819275"/>
                <a:gd name="connsiteX822" fmla="*/ 1692973 w 2305050"/>
                <a:gd name="connsiteY822" fmla="*/ 821817 h 1819275"/>
                <a:gd name="connsiteX823" fmla="*/ 1690116 w 2305050"/>
                <a:gd name="connsiteY823" fmla="*/ 820865 h 1819275"/>
                <a:gd name="connsiteX824" fmla="*/ 1687258 w 2305050"/>
                <a:gd name="connsiteY824" fmla="*/ 820579 h 1819275"/>
                <a:gd name="connsiteX825" fmla="*/ 1684782 w 2305050"/>
                <a:gd name="connsiteY825" fmla="*/ 820769 h 1819275"/>
                <a:gd name="connsiteX826" fmla="*/ 1682306 w 2305050"/>
                <a:gd name="connsiteY826" fmla="*/ 821627 h 1819275"/>
                <a:gd name="connsiteX827" fmla="*/ 1679734 w 2305050"/>
                <a:gd name="connsiteY827" fmla="*/ 823341 h 1819275"/>
                <a:gd name="connsiteX828" fmla="*/ 1676781 w 2305050"/>
                <a:gd name="connsiteY828" fmla="*/ 825913 h 1819275"/>
                <a:gd name="connsiteX829" fmla="*/ 1675733 w 2305050"/>
                <a:gd name="connsiteY829" fmla="*/ 826389 h 1819275"/>
                <a:gd name="connsiteX830" fmla="*/ 1671447 w 2305050"/>
                <a:gd name="connsiteY830" fmla="*/ 826580 h 1819275"/>
                <a:gd name="connsiteX831" fmla="*/ 1669923 w 2305050"/>
                <a:gd name="connsiteY831" fmla="*/ 827151 h 1819275"/>
                <a:gd name="connsiteX832" fmla="*/ 1663732 w 2305050"/>
                <a:gd name="connsiteY832" fmla="*/ 831914 h 1819275"/>
                <a:gd name="connsiteX833" fmla="*/ 1661065 w 2305050"/>
                <a:gd name="connsiteY833" fmla="*/ 832295 h 1819275"/>
                <a:gd name="connsiteX834" fmla="*/ 1657159 w 2305050"/>
                <a:gd name="connsiteY834" fmla="*/ 833247 h 1819275"/>
                <a:gd name="connsiteX835" fmla="*/ 1655350 w 2305050"/>
                <a:gd name="connsiteY835" fmla="*/ 834104 h 1819275"/>
                <a:gd name="connsiteX836" fmla="*/ 1653540 w 2305050"/>
                <a:gd name="connsiteY836" fmla="*/ 835438 h 1819275"/>
                <a:gd name="connsiteX837" fmla="*/ 1652016 w 2305050"/>
                <a:gd name="connsiteY837" fmla="*/ 837343 h 1819275"/>
                <a:gd name="connsiteX838" fmla="*/ 1649921 w 2305050"/>
                <a:gd name="connsiteY838" fmla="*/ 841629 h 1819275"/>
                <a:gd name="connsiteX839" fmla="*/ 1648682 w 2305050"/>
                <a:gd name="connsiteY839" fmla="*/ 843439 h 1819275"/>
                <a:gd name="connsiteX840" fmla="*/ 1647063 w 2305050"/>
                <a:gd name="connsiteY840" fmla="*/ 844296 h 1819275"/>
                <a:gd name="connsiteX841" fmla="*/ 1638967 w 2305050"/>
                <a:gd name="connsiteY841" fmla="*/ 845153 h 1819275"/>
                <a:gd name="connsiteX842" fmla="*/ 1637157 w 2305050"/>
                <a:gd name="connsiteY842" fmla="*/ 844772 h 1819275"/>
                <a:gd name="connsiteX843" fmla="*/ 1633347 w 2305050"/>
                <a:gd name="connsiteY843" fmla="*/ 842486 h 1819275"/>
                <a:gd name="connsiteX844" fmla="*/ 1631918 w 2305050"/>
                <a:gd name="connsiteY844" fmla="*/ 840772 h 1819275"/>
                <a:gd name="connsiteX845" fmla="*/ 1629823 w 2305050"/>
                <a:gd name="connsiteY845" fmla="*/ 835914 h 1819275"/>
                <a:gd name="connsiteX846" fmla="*/ 1628775 w 2305050"/>
                <a:gd name="connsiteY846" fmla="*/ 834581 h 1819275"/>
                <a:gd name="connsiteX847" fmla="*/ 1627823 w 2305050"/>
                <a:gd name="connsiteY847" fmla="*/ 834866 h 1819275"/>
                <a:gd name="connsiteX848" fmla="*/ 1624108 w 2305050"/>
                <a:gd name="connsiteY848" fmla="*/ 837533 h 1819275"/>
                <a:gd name="connsiteX849" fmla="*/ 1623441 w 2305050"/>
                <a:gd name="connsiteY849" fmla="*/ 837629 h 1819275"/>
                <a:gd name="connsiteX850" fmla="*/ 1622679 w 2305050"/>
                <a:gd name="connsiteY850" fmla="*/ 837438 h 1819275"/>
                <a:gd name="connsiteX851" fmla="*/ 1621155 w 2305050"/>
                <a:gd name="connsiteY851" fmla="*/ 836771 h 1819275"/>
                <a:gd name="connsiteX852" fmla="*/ 1614773 w 2305050"/>
                <a:gd name="connsiteY852" fmla="*/ 838390 h 1819275"/>
                <a:gd name="connsiteX853" fmla="*/ 1616107 w 2305050"/>
                <a:gd name="connsiteY853" fmla="*/ 842010 h 1819275"/>
                <a:gd name="connsiteX854" fmla="*/ 1616297 w 2305050"/>
                <a:gd name="connsiteY854" fmla="*/ 843725 h 1819275"/>
                <a:gd name="connsiteX855" fmla="*/ 1615726 w 2305050"/>
                <a:gd name="connsiteY855" fmla="*/ 845344 h 1819275"/>
                <a:gd name="connsiteX856" fmla="*/ 1612868 w 2305050"/>
                <a:gd name="connsiteY856" fmla="*/ 849440 h 1819275"/>
                <a:gd name="connsiteX857" fmla="*/ 1611916 w 2305050"/>
                <a:gd name="connsiteY857" fmla="*/ 852583 h 1819275"/>
                <a:gd name="connsiteX858" fmla="*/ 1611535 w 2305050"/>
                <a:gd name="connsiteY858" fmla="*/ 860584 h 1819275"/>
                <a:gd name="connsiteX859" fmla="*/ 1610297 w 2305050"/>
                <a:gd name="connsiteY859" fmla="*/ 863156 h 1819275"/>
                <a:gd name="connsiteX860" fmla="*/ 1607439 w 2305050"/>
                <a:gd name="connsiteY860" fmla="*/ 863917 h 1819275"/>
                <a:gd name="connsiteX861" fmla="*/ 1580007 w 2305050"/>
                <a:gd name="connsiteY861" fmla="*/ 862013 h 1819275"/>
                <a:gd name="connsiteX862" fmla="*/ 1569911 w 2305050"/>
                <a:gd name="connsiteY862" fmla="*/ 859727 h 1819275"/>
                <a:gd name="connsiteX863" fmla="*/ 1568482 w 2305050"/>
                <a:gd name="connsiteY863" fmla="*/ 859727 h 1819275"/>
                <a:gd name="connsiteX864" fmla="*/ 1567720 w 2305050"/>
                <a:gd name="connsiteY864" fmla="*/ 860108 h 1819275"/>
                <a:gd name="connsiteX865" fmla="*/ 1566100 w 2305050"/>
                <a:gd name="connsiteY865" fmla="*/ 862108 h 1819275"/>
                <a:gd name="connsiteX866" fmla="*/ 1561148 w 2305050"/>
                <a:gd name="connsiteY866" fmla="*/ 866394 h 1819275"/>
                <a:gd name="connsiteX867" fmla="*/ 1559909 w 2305050"/>
                <a:gd name="connsiteY867" fmla="*/ 866965 h 1819275"/>
                <a:gd name="connsiteX868" fmla="*/ 1554956 w 2305050"/>
                <a:gd name="connsiteY868" fmla="*/ 867632 h 1819275"/>
                <a:gd name="connsiteX869" fmla="*/ 1551623 w 2305050"/>
                <a:gd name="connsiteY869" fmla="*/ 868680 h 1819275"/>
                <a:gd name="connsiteX870" fmla="*/ 1549908 w 2305050"/>
                <a:gd name="connsiteY870" fmla="*/ 869918 h 1819275"/>
                <a:gd name="connsiteX871" fmla="*/ 1548860 w 2305050"/>
                <a:gd name="connsiteY871" fmla="*/ 870776 h 1819275"/>
                <a:gd name="connsiteX872" fmla="*/ 1547241 w 2305050"/>
                <a:gd name="connsiteY872" fmla="*/ 874395 h 1819275"/>
                <a:gd name="connsiteX873" fmla="*/ 1546574 w 2305050"/>
                <a:gd name="connsiteY873" fmla="*/ 876490 h 1819275"/>
                <a:gd name="connsiteX874" fmla="*/ 1545336 w 2305050"/>
                <a:gd name="connsiteY874" fmla="*/ 878110 h 1819275"/>
                <a:gd name="connsiteX875" fmla="*/ 1531906 w 2305050"/>
                <a:gd name="connsiteY875" fmla="*/ 892112 h 1819275"/>
                <a:gd name="connsiteX876" fmla="*/ 1520476 w 2305050"/>
                <a:gd name="connsiteY876" fmla="*/ 914781 h 1819275"/>
                <a:gd name="connsiteX877" fmla="*/ 1519999 w 2305050"/>
                <a:gd name="connsiteY877" fmla="*/ 917829 h 1819275"/>
                <a:gd name="connsiteX878" fmla="*/ 1521047 w 2305050"/>
                <a:gd name="connsiteY878" fmla="*/ 921449 h 1819275"/>
                <a:gd name="connsiteX879" fmla="*/ 1522762 w 2305050"/>
                <a:gd name="connsiteY879" fmla="*/ 924020 h 1819275"/>
                <a:gd name="connsiteX880" fmla="*/ 1523524 w 2305050"/>
                <a:gd name="connsiteY880" fmla="*/ 926783 h 1819275"/>
                <a:gd name="connsiteX881" fmla="*/ 1521809 w 2305050"/>
                <a:gd name="connsiteY881" fmla="*/ 930592 h 1819275"/>
                <a:gd name="connsiteX882" fmla="*/ 1516951 w 2305050"/>
                <a:gd name="connsiteY882" fmla="*/ 937451 h 1819275"/>
                <a:gd name="connsiteX883" fmla="*/ 1514951 w 2305050"/>
                <a:gd name="connsiteY883" fmla="*/ 939165 h 1819275"/>
                <a:gd name="connsiteX884" fmla="*/ 1510951 w 2305050"/>
                <a:gd name="connsiteY884" fmla="*/ 941165 h 1819275"/>
                <a:gd name="connsiteX885" fmla="*/ 1509713 w 2305050"/>
                <a:gd name="connsiteY885" fmla="*/ 941546 h 1819275"/>
                <a:gd name="connsiteX886" fmla="*/ 1508474 w 2305050"/>
                <a:gd name="connsiteY886" fmla="*/ 941546 h 1819275"/>
                <a:gd name="connsiteX887" fmla="*/ 1504379 w 2305050"/>
                <a:gd name="connsiteY887" fmla="*/ 940975 h 1819275"/>
                <a:gd name="connsiteX888" fmla="*/ 1503616 w 2305050"/>
                <a:gd name="connsiteY888" fmla="*/ 941356 h 1819275"/>
                <a:gd name="connsiteX889" fmla="*/ 1501997 w 2305050"/>
                <a:gd name="connsiteY889" fmla="*/ 943165 h 1819275"/>
                <a:gd name="connsiteX890" fmla="*/ 1484757 w 2305050"/>
                <a:gd name="connsiteY890" fmla="*/ 957834 h 1819275"/>
                <a:gd name="connsiteX891" fmla="*/ 1478851 w 2305050"/>
                <a:gd name="connsiteY891" fmla="*/ 964883 h 1819275"/>
                <a:gd name="connsiteX892" fmla="*/ 1476851 w 2305050"/>
                <a:gd name="connsiteY892" fmla="*/ 966502 h 1819275"/>
                <a:gd name="connsiteX893" fmla="*/ 1474470 w 2305050"/>
                <a:gd name="connsiteY893" fmla="*/ 967645 h 1819275"/>
                <a:gd name="connsiteX894" fmla="*/ 1461230 w 2305050"/>
                <a:gd name="connsiteY894" fmla="*/ 971169 h 1819275"/>
                <a:gd name="connsiteX895" fmla="*/ 1450467 w 2305050"/>
                <a:gd name="connsiteY895" fmla="*/ 973265 h 1819275"/>
                <a:gd name="connsiteX896" fmla="*/ 1433608 w 2305050"/>
                <a:gd name="connsiteY896" fmla="*/ 973265 h 1819275"/>
                <a:gd name="connsiteX897" fmla="*/ 1418558 w 2305050"/>
                <a:gd name="connsiteY897" fmla="*/ 975646 h 1819275"/>
                <a:gd name="connsiteX898" fmla="*/ 1415891 w 2305050"/>
                <a:gd name="connsiteY898" fmla="*/ 975170 h 1819275"/>
                <a:gd name="connsiteX899" fmla="*/ 1402461 w 2305050"/>
                <a:gd name="connsiteY899" fmla="*/ 969836 h 1819275"/>
                <a:gd name="connsiteX900" fmla="*/ 1399794 w 2305050"/>
                <a:gd name="connsiteY900" fmla="*/ 969550 h 1819275"/>
                <a:gd name="connsiteX901" fmla="*/ 1397032 w 2305050"/>
                <a:gd name="connsiteY901" fmla="*/ 970121 h 1819275"/>
                <a:gd name="connsiteX902" fmla="*/ 1386173 w 2305050"/>
                <a:gd name="connsiteY902" fmla="*/ 974312 h 1819275"/>
                <a:gd name="connsiteX903" fmla="*/ 1385411 w 2305050"/>
                <a:gd name="connsiteY903" fmla="*/ 974884 h 1819275"/>
                <a:gd name="connsiteX904" fmla="*/ 1385030 w 2305050"/>
                <a:gd name="connsiteY904" fmla="*/ 975932 h 1819275"/>
                <a:gd name="connsiteX905" fmla="*/ 1384459 w 2305050"/>
                <a:gd name="connsiteY905" fmla="*/ 981075 h 1819275"/>
                <a:gd name="connsiteX906" fmla="*/ 1383697 w 2305050"/>
                <a:gd name="connsiteY906" fmla="*/ 983647 h 1819275"/>
                <a:gd name="connsiteX907" fmla="*/ 1381315 w 2305050"/>
                <a:gd name="connsiteY907" fmla="*/ 988600 h 1819275"/>
                <a:gd name="connsiteX908" fmla="*/ 1377029 w 2305050"/>
                <a:gd name="connsiteY908" fmla="*/ 995172 h 1819275"/>
                <a:gd name="connsiteX909" fmla="*/ 1360456 w 2305050"/>
                <a:gd name="connsiteY909" fmla="*/ 1010888 h 1819275"/>
                <a:gd name="connsiteX910" fmla="*/ 1356646 w 2305050"/>
                <a:gd name="connsiteY910" fmla="*/ 1013365 h 1819275"/>
                <a:gd name="connsiteX911" fmla="*/ 1355503 w 2305050"/>
                <a:gd name="connsiteY911" fmla="*/ 1014508 h 1819275"/>
                <a:gd name="connsiteX912" fmla="*/ 1354646 w 2305050"/>
                <a:gd name="connsiteY912" fmla="*/ 1015746 h 1819275"/>
                <a:gd name="connsiteX913" fmla="*/ 1353122 w 2305050"/>
                <a:gd name="connsiteY913" fmla="*/ 1018604 h 1819275"/>
                <a:gd name="connsiteX914" fmla="*/ 1350645 w 2305050"/>
                <a:gd name="connsiteY914" fmla="*/ 1022223 h 1819275"/>
                <a:gd name="connsiteX915" fmla="*/ 1347978 w 2305050"/>
                <a:gd name="connsiteY915" fmla="*/ 1024604 h 1819275"/>
                <a:gd name="connsiteX916" fmla="*/ 1344930 w 2305050"/>
                <a:gd name="connsiteY916" fmla="*/ 1026033 h 1819275"/>
                <a:gd name="connsiteX917" fmla="*/ 1341406 w 2305050"/>
                <a:gd name="connsiteY917" fmla="*/ 1026986 h 1819275"/>
                <a:gd name="connsiteX918" fmla="*/ 1336643 w 2305050"/>
                <a:gd name="connsiteY918" fmla="*/ 1027367 h 1819275"/>
                <a:gd name="connsiteX919" fmla="*/ 1334738 w 2305050"/>
                <a:gd name="connsiteY919" fmla="*/ 1028224 h 1819275"/>
                <a:gd name="connsiteX920" fmla="*/ 1330547 w 2305050"/>
                <a:gd name="connsiteY920" fmla="*/ 1032796 h 1819275"/>
                <a:gd name="connsiteX921" fmla="*/ 1322451 w 2305050"/>
                <a:gd name="connsiteY921" fmla="*/ 1038606 h 1819275"/>
                <a:gd name="connsiteX922" fmla="*/ 1317403 w 2305050"/>
                <a:gd name="connsiteY922" fmla="*/ 1043940 h 1819275"/>
                <a:gd name="connsiteX923" fmla="*/ 1314355 w 2305050"/>
                <a:gd name="connsiteY923" fmla="*/ 1046417 h 1819275"/>
                <a:gd name="connsiteX924" fmla="*/ 1311973 w 2305050"/>
                <a:gd name="connsiteY924" fmla="*/ 1047179 h 1819275"/>
                <a:gd name="connsiteX925" fmla="*/ 1306163 w 2305050"/>
                <a:gd name="connsiteY925" fmla="*/ 1046512 h 1819275"/>
                <a:gd name="connsiteX926" fmla="*/ 1304925 w 2305050"/>
                <a:gd name="connsiteY926" fmla="*/ 1046036 h 1819275"/>
                <a:gd name="connsiteX927" fmla="*/ 1302734 w 2305050"/>
                <a:gd name="connsiteY927" fmla="*/ 1044131 h 1819275"/>
                <a:gd name="connsiteX928" fmla="*/ 1301401 w 2305050"/>
                <a:gd name="connsiteY928" fmla="*/ 1043654 h 1819275"/>
                <a:gd name="connsiteX929" fmla="*/ 1271968 w 2305050"/>
                <a:gd name="connsiteY929" fmla="*/ 1040987 h 1819275"/>
                <a:gd name="connsiteX930" fmla="*/ 1264920 w 2305050"/>
                <a:gd name="connsiteY930" fmla="*/ 1038035 h 1819275"/>
                <a:gd name="connsiteX931" fmla="*/ 1261491 w 2305050"/>
                <a:gd name="connsiteY931" fmla="*/ 1038035 h 1819275"/>
                <a:gd name="connsiteX932" fmla="*/ 1243489 w 2305050"/>
                <a:gd name="connsiteY932" fmla="*/ 1033082 h 1819275"/>
                <a:gd name="connsiteX933" fmla="*/ 1232821 w 2305050"/>
                <a:gd name="connsiteY933" fmla="*/ 1028129 h 1819275"/>
                <a:gd name="connsiteX934" fmla="*/ 1230535 w 2305050"/>
                <a:gd name="connsiteY934" fmla="*/ 1026509 h 1819275"/>
                <a:gd name="connsiteX935" fmla="*/ 1228820 w 2305050"/>
                <a:gd name="connsiteY935" fmla="*/ 1024223 h 1819275"/>
                <a:gd name="connsiteX936" fmla="*/ 1225582 w 2305050"/>
                <a:gd name="connsiteY936" fmla="*/ 1018604 h 1819275"/>
                <a:gd name="connsiteX937" fmla="*/ 1218914 w 2305050"/>
                <a:gd name="connsiteY937" fmla="*/ 1011936 h 1819275"/>
                <a:gd name="connsiteX938" fmla="*/ 1216723 w 2305050"/>
                <a:gd name="connsiteY938" fmla="*/ 1010412 h 1819275"/>
                <a:gd name="connsiteX939" fmla="*/ 1214056 w 2305050"/>
                <a:gd name="connsiteY939" fmla="*/ 1009936 h 1819275"/>
                <a:gd name="connsiteX940" fmla="*/ 1192244 w 2305050"/>
                <a:gd name="connsiteY940" fmla="*/ 1010317 h 1819275"/>
                <a:gd name="connsiteX941" fmla="*/ 1184624 w 2305050"/>
                <a:gd name="connsiteY941" fmla="*/ 1008031 h 1819275"/>
                <a:gd name="connsiteX942" fmla="*/ 1182433 w 2305050"/>
                <a:gd name="connsiteY942" fmla="*/ 1008031 h 1819275"/>
                <a:gd name="connsiteX943" fmla="*/ 1181576 w 2305050"/>
                <a:gd name="connsiteY943" fmla="*/ 1008031 h 1819275"/>
                <a:gd name="connsiteX944" fmla="*/ 1180338 w 2305050"/>
                <a:gd name="connsiteY944" fmla="*/ 1008317 h 1819275"/>
                <a:gd name="connsiteX945" fmla="*/ 1179481 w 2305050"/>
                <a:gd name="connsiteY945" fmla="*/ 1009079 h 1819275"/>
                <a:gd name="connsiteX946" fmla="*/ 1178814 w 2305050"/>
                <a:gd name="connsiteY946" fmla="*/ 1010126 h 1819275"/>
                <a:gd name="connsiteX947" fmla="*/ 1177862 w 2305050"/>
                <a:gd name="connsiteY947" fmla="*/ 1010984 h 1819275"/>
                <a:gd name="connsiteX948" fmla="*/ 1176147 w 2305050"/>
                <a:gd name="connsiteY948" fmla="*/ 1011746 h 1819275"/>
                <a:gd name="connsiteX949" fmla="*/ 1172718 w 2305050"/>
                <a:gd name="connsiteY949" fmla="*/ 1012698 h 1819275"/>
                <a:gd name="connsiteX950" fmla="*/ 1171194 w 2305050"/>
                <a:gd name="connsiteY950" fmla="*/ 1013460 h 1819275"/>
                <a:gd name="connsiteX951" fmla="*/ 1166622 w 2305050"/>
                <a:gd name="connsiteY951" fmla="*/ 1016889 h 1819275"/>
                <a:gd name="connsiteX952" fmla="*/ 1164526 w 2305050"/>
                <a:gd name="connsiteY952" fmla="*/ 1019080 h 1819275"/>
                <a:gd name="connsiteX953" fmla="*/ 1162812 w 2305050"/>
                <a:gd name="connsiteY953" fmla="*/ 1021652 h 1819275"/>
                <a:gd name="connsiteX954" fmla="*/ 1147858 w 2305050"/>
                <a:gd name="connsiteY954" fmla="*/ 1052322 h 1819275"/>
                <a:gd name="connsiteX955" fmla="*/ 1147000 w 2305050"/>
                <a:gd name="connsiteY955" fmla="*/ 1055180 h 1819275"/>
                <a:gd name="connsiteX956" fmla="*/ 1146905 w 2305050"/>
                <a:gd name="connsiteY956" fmla="*/ 1056989 h 1819275"/>
                <a:gd name="connsiteX957" fmla="*/ 1147286 w 2305050"/>
                <a:gd name="connsiteY957" fmla="*/ 1060799 h 1819275"/>
                <a:gd name="connsiteX958" fmla="*/ 1147191 w 2305050"/>
                <a:gd name="connsiteY958" fmla="*/ 1062609 h 1819275"/>
                <a:gd name="connsiteX959" fmla="*/ 1146810 w 2305050"/>
                <a:gd name="connsiteY959" fmla="*/ 1064609 h 1819275"/>
                <a:gd name="connsiteX960" fmla="*/ 1146143 w 2305050"/>
                <a:gd name="connsiteY960" fmla="*/ 1066038 h 1819275"/>
                <a:gd name="connsiteX961" fmla="*/ 1144429 w 2305050"/>
                <a:gd name="connsiteY961" fmla="*/ 1068800 h 1819275"/>
                <a:gd name="connsiteX962" fmla="*/ 1142429 w 2305050"/>
                <a:gd name="connsiteY962" fmla="*/ 1073277 h 1819275"/>
                <a:gd name="connsiteX963" fmla="*/ 1141571 w 2305050"/>
                <a:gd name="connsiteY963" fmla="*/ 1074515 h 1819275"/>
                <a:gd name="connsiteX964" fmla="*/ 1141381 w 2305050"/>
                <a:gd name="connsiteY964" fmla="*/ 1074706 h 1819275"/>
                <a:gd name="connsiteX965" fmla="*/ 1139476 w 2305050"/>
                <a:gd name="connsiteY965" fmla="*/ 1076706 h 1819275"/>
                <a:gd name="connsiteX966" fmla="*/ 1137666 w 2305050"/>
                <a:gd name="connsiteY966" fmla="*/ 1079754 h 1819275"/>
                <a:gd name="connsiteX967" fmla="*/ 1136237 w 2305050"/>
                <a:gd name="connsiteY967" fmla="*/ 1083278 h 1819275"/>
                <a:gd name="connsiteX968" fmla="*/ 1135475 w 2305050"/>
                <a:gd name="connsiteY968" fmla="*/ 1086517 h 1819275"/>
                <a:gd name="connsiteX969" fmla="*/ 1135475 w 2305050"/>
                <a:gd name="connsiteY969" fmla="*/ 1091089 h 1819275"/>
                <a:gd name="connsiteX970" fmla="*/ 1136618 w 2305050"/>
                <a:gd name="connsiteY970" fmla="*/ 1093375 h 1819275"/>
                <a:gd name="connsiteX971" fmla="*/ 1141571 w 2305050"/>
                <a:gd name="connsiteY971" fmla="*/ 1096423 h 1819275"/>
                <a:gd name="connsiteX972" fmla="*/ 1143000 w 2305050"/>
                <a:gd name="connsiteY972" fmla="*/ 1098233 h 1819275"/>
                <a:gd name="connsiteX973" fmla="*/ 1143572 w 2305050"/>
                <a:gd name="connsiteY973" fmla="*/ 1100233 h 1819275"/>
                <a:gd name="connsiteX974" fmla="*/ 1144048 w 2305050"/>
                <a:gd name="connsiteY974" fmla="*/ 1104519 h 1819275"/>
                <a:gd name="connsiteX975" fmla="*/ 1145286 w 2305050"/>
                <a:gd name="connsiteY975" fmla="*/ 1108615 h 1819275"/>
                <a:gd name="connsiteX976" fmla="*/ 1147191 w 2305050"/>
                <a:gd name="connsiteY976" fmla="*/ 1112234 h 1819275"/>
                <a:gd name="connsiteX977" fmla="*/ 1154430 w 2305050"/>
                <a:gd name="connsiteY977" fmla="*/ 1122236 h 1819275"/>
                <a:gd name="connsiteX978" fmla="*/ 1157192 w 2305050"/>
                <a:gd name="connsiteY978" fmla="*/ 1124998 h 1819275"/>
                <a:gd name="connsiteX979" fmla="*/ 1166146 w 2305050"/>
                <a:gd name="connsiteY979" fmla="*/ 1131094 h 1819275"/>
                <a:gd name="connsiteX980" fmla="*/ 1168622 w 2305050"/>
                <a:gd name="connsiteY980" fmla="*/ 1133570 h 1819275"/>
                <a:gd name="connsiteX981" fmla="*/ 1170813 w 2305050"/>
                <a:gd name="connsiteY981" fmla="*/ 1136333 h 1819275"/>
                <a:gd name="connsiteX982" fmla="*/ 1178147 w 2305050"/>
                <a:gd name="connsiteY982" fmla="*/ 1149477 h 1819275"/>
                <a:gd name="connsiteX983" fmla="*/ 1179195 w 2305050"/>
                <a:gd name="connsiteY983" fmla="*/ 1153192 h 1819275"/>
                <a:gd name="connsiteX984" fmla="*/ 1179481 w 2305050"/>
                <a:gd name="connsiteY984" fmla="*/ 1156430 h 1819275"/>
                <a:gd name="connsiteX985" fmla="*/ 1179290 w 2305050"/>
                <a:gd name="connsiteY985" fmla="*/ 1160050 h 1819275"/>
                <a:gd name="connsiteX986" fmla="*/ 1178338 w 2305050"/>
                <a:gd name="connsiteY986" fmla="*/ 1163098 h 1819275"/>
                <a:gd name="connsiteX987" fmla="*/ 1176528 w 2305050"/>
                <a:gd name="connsiteY987" fmla="*/ 1164336 h 1819275"/>
                <a:gd name="connsiteX988" fmla="*/ 1175195 w 2305050"/>
                <a:gd name="connsiteY988" fmla="*/ 1164622 h 1819275"/>
                <a:gd name="connsiteX989" fmla="*/ 1171384 w 2305050"/>
                <a:gd name="connsiteY989" fmla="*/ 1166336 h 1819275"/>
                <a:gd name="connsiteX990" fmla="*/ 1165479 w 2305050"/>
                <a:gd name="connsiteY990" fmla="*/ 1166051 h 1819275"/>
                <a:gd name="connsiteX991" fmla="*/ 1164050 w 2305050"/>
                <a:gd name="connsiteY991" fmla="*/ 1166717 h 1819275"/>
                <a:gd name="connsiteX992" fmla="*/ 1151477 w 2305050"/>
                <a:gd name="connsiteY992" fmla="*/ 1182148 h 1819275"/>
                <a:gd name="connsiteX993" fmla="*/ 1149096 w 2305050"/>
                <a:gd name="connsiteY993" fmla="*/ 1184434 h 1819275"/>
                <a:gd name="connsiteX994" fmla="*/ 1146524 w 2305050"/>
                <a:gd name="connsiteY994" fmla="*/ 1185767 h 1819275"/>
                <a:gd name="connsiteX995" fmla="*/ 1138047 w 2305050"/>
                <a:gd name="connsiteY995" fmla="*/ 1186434 h 1819275"/>
                <a:gd name="connsiteX996" fmla="*/ 1135856 w 2305050"/>
                <a:gd name="connsiteY996" fmla="*/ 1187387 h 1819275"/>
                <a:gd name="connsiteX997" fmla="*/ 1130808 w 2305050"/>
                <a:gd name="connsiteY997" fmla="*/ 1191482 h 1819275"/>
                <a:gd name="connsiteX998" fmla="*/ 1111472 w 2305050"/>
                <a:gd name="connsiteY998" fmla="*/ 1199293 h 1819275"/>
                <a:gd name="connsiteX999" fmla="*/ 1101662 w 2305050"/>
                <a:gd name="connsiteY999" fmla="*/ 1204913 h 1819275"/>
                <a:gd name="connsiteX1000" fmla="*/ 1098423 w 2305050"/>
                <a:gd name="connsiteY1000" fmla="*/ 1207961 h 1819275"/>
                <a:gd name="connsiteX1001" fmla="*/ 1087564 w 2305050"/>
                <a:gd name="connsiteY1001" fmla="*/ 1223105 h 1819275"/>
                <a:gd name="connsiteX1002" fmla="*/ 1078230 w 2305050"/>
                <a:gd name="connsiteY1002" fmla="*/ 1233107 h 1819275"/>
                <a:gd name="connsiteX1003" fmla="*/ 1076992 w 2305050"/>
                <a:gd name="connsiteY1003" fmla="*/ 1235297 h 1819275"/>
                <a:gd name="connsiteX1004" fmla="*/ 1075087 w 2305050"/>
                <a:gd name="connsiteY1004" fmla="*/ 1240727 h 1819275"/>
                <a:gd name="connsiteX1005" fmla="*/ 1072420 w 2305050"/>
                <a:gd name="connsiteY1005" fmla="*/ 1245394 h 1819275"/>
                <a:gd name="connsiteX1006" fmla="*/ 1069086 w 2305050"/>
                <a:gd name="connsiteY1006" fmla="*/ 1249109 h 1819275"/>
                <a:gd name="connsiteX1007" fmla="*/ 1061656 w 2305050"/>
                <a:gd name="connsiteY1007" fmla="*/ 1255205 h 1819275"/>
                <a:gd name="connsiteX1008" fmla="*/ 1059751 w 2305050"/>
                <a:gd name="connsiteY1008" fmla="*/ 1257110 h 1819275"/>
                <a:gd name="connsiteX1009" fmla="*/ 1057751 w 2305050"/>
                <a:gd name="connsiteY1009" fmla="*/ 1262729 h 1819275"/>
                <a:gd name="connsiteX1010" fmla="*/ 1056323 w 2305050"/>
                <a:gd name="connsiteY1010" fmla="*/ 1264539 h 1819275"/>
                <a:gd name="connsiteX1011" fmla="*/ 1034987 w 2305050"/>
                <a:gd name="connsiteY1011" fmla="*/ 1273874 h 1819275"/>
                <a:gd name="connsiteX1012" fmla="*/ 1032224 w 2305050"/>
                <a:gd name="connsiteY1012" fmla="*/ 1275588 h 1819275"/>
                <a:gd name="connsiteX1013" fmla="*/ 1031272 w 2305050"/>
                <a:gd name="connsiteY1013" fmla="*/ 1276541 h 1819275"/>
                <a:gd name="connsiteX1014" fmla="*/ 1030605 w 2305050"/>
                <a:gd name="connsiteY1014" fmla="*/ 1277398 h 1819275"/>
                <a:gd name="connsiteX1015" fmla="*/ 1029843 w 2305050"/>
                <a:gd name="connsiteY1015" fmla="*/ 1278065 h 1819275"/>
                <a:gd name="connsiteX1016" fmla="*/ 1028605 w 2305050"/>
                <a:gd name="connsiteY1016" fmla="*/ 1278636 h 1819275"/>
                <a:gd name="connsiteX1017" fmla="*/ 1027271 w 2305050"/>
                <a:gd name="connsiteY1017" fmla="*/ 1278922 h 1819275"/>
                <a:gd name="connsiteX1018" fmla="*/ 1022795 w 2305050"/>
                <a:gd name="connsiteY1018" fmla="*/ 1278827 h 1819275"/>
                <a:gd name="connsiteX1019" fmla="*/ 1016889 w 2305050"/>
                <a:gd name="connsiteY1019" fmla="*/ 1279684 h 1819275"/>
                <a:gd name="connsiteX1020" fmla="*/ 997267 w 2305050"/>
                <a:gd name="connsiteY1020" fmla="*/ 1288352 h 1819275"/>
                <a:gd name="connsiteX1021" fmla="*/ 985361 w 2305050"/>
                <a:gd name="connsiteY1021" fmla="*/ 1297115 h 1819275"/>
                <a:gd name="connsiteX1022" fmla="*/ 984695 w 2305050"/>
                <a:gd name="connsiteY1022" fmla="*/ 1297400 h 1819275"/>
                <a:gd name="connsiteX1023" fmla="*/ 984218 w 2305050"/>
                <a:gd name="connsiteY1023" fmla="*/ 1297400 h 1819275"/>
                <a:gd name="connsiteX1024" fmla="*/ 983837 w 2305050"/>
                <a:gd name="connsiteY1024" fmla="*/ 1297591 h 1819275"/>
                <a:gd name="connsiteX1025" fmla="*/ 983361 w 2305050"/>
                <a:gd name="connsiteY1025" fmla="*/ 1298448 h 1819275"/>
                <a:gd name="connsiteX1026" fmla="*/ 983075 w 2305050"/>
                <a:gd name="connsiteY1026" fmla="*/ 1298829 h 1819275"/>
                <a:gd name="connsiteX1027" fmla="*/ 982694 w 2305050"/>
                <a:gd name="connsiteY1027" fmla="*/ 1299115 h 1819275"/>
                <a:gd name="connsiteX1028" fmla="*/ 970121 w 2305050"/>
                <a:gd name="connsiteY1028" fmla="*/ 1300067 h 1819275"/>
                <a:gd name="connsiteX1029" fmla="*/ 966311 w 2305050"/>
                <a:gd name="connsiteY1029" fmla="*/ 1301306 h 1819275"/>
                <a:gd name="connsiteX1030" fmla="*/ 964121 w 2305050"/>
                <a:gd name="connsiteY1030" fmla="*/ 1301591 h 1819275"/>
                <a:gd name="connsiteX1031" fmla="*/ 943451 w 2305050"/>
                <a:gd name="connsiteY1031" fmla="*/ 1299020 h 1819275"/>
                <a:gd name="connsiteX1032" fmla="*/ 940784 w 2305050"/>
                <a:gd name="connsiteY1032" fmla="*/ 1299305 h 1819275"/>
                <a:gd name="connsiteX1033" fmla="*/ 932879 w 2305050"/>
                <a:gd name="connsiteY1033" fmla="*/ 1303401 h 1819275"/>
                <a:gd name="connsiteX1034" fmla="*/ 930212 w 2305050"/>
                <a:gd name="connsiteY1034" fmla="*/ 1304354 h 1819275"/>
                <a:gd name="connsiteX1035" fmla="*/ 927640 w 2305050"/>
                <a:gd name="connsiteY1035" fmla="*/ 1304544 h 1819275"/>
                <a:gd name="connsiteX1036" fmla="*/ 906875 w 2305050"/>
                <a:gd name="connsiteY1036" fmla="*/ 1300639 h 1819275"/>
                <a:gd name="connsiteX1037" fmla="*/ 889540 w 2305050"/>
                <a:gd name="connsiteY1037" fmla="*/ 1300925 h 1819275"/>
                <a:gd name="connsiteX1038" fmla="*/ 882777 w 2305050"/>
                <a:gd name="connsiteY1038" fmla="*/ 1299020 h 1819275"/>
                <a:gd name="connsiteX1039" fmla="*/ 878110 w 2305050"/>
                <a:gd name="connsiteY1039" fmla="*/ 1298543 h 1819275"/>
                <a:gd name="connsiteX1040" fmla="*/ 867918 w 2305050"/>
                <a:gd name="connsiteY1040" fmla="*/ 1300163 h 1819275"/>
                <a:gd name="connsiteX1041" fmla="*/ 833818 w 2305050"/>
                <a:gd name="connsiteY1041" fmla="*/ 1305687 h 1819275"/>
                <a:gd name="connsiteX1042" fmla="*/ 799624 w 2305050"/>
                <a:gd name="connsiteY1042" fmla="*/ 1311116 h 1819275"/>
                <a:gd name="connsiteX1043" fmla="*/ 765524 w 2305050"/>
                <a:gd name="connsiteY1043" fmla="*/ 1316641 h 1819275"/>
                <a:gd name="connsiteX1044" fmla="*/ 729520 w 2305050"/>
                <a:gd name="connsiteY1044" fmla="*/ 1332357 h 1819275"/>
                <a:gd name="connsiteX1045" fmla="*/ 693611 w 2305050"/>
                <a:gd name="connsiteY1045" fmla="*/ 1348073 h 1819275"/>
                <a:gd name="connsiteX1046" fmla="*/ 662083 w 2305050"/>
                <a:gd name="connsiteY1046" fmla="*/ 1364456 h 1819275"/>
                <a:gd name="connsiteX1047" fmla="*/ 656368 w 2305050"/>
                <a:gd name="connsiteY1047" fmla="*/ 1367600 h 1819275"/>
                <a:gd name="connsiteX1048" fmla="*/ 652843 w 2305050"/>
                <a:gd name="connsiteY1048" fmla="*/ 1370266 h 1819275"/>
                <a:gd name="connsiteX1049" fmla="*/ 651700 w 2305050"/>
                <a:gd name="connsiteY1049" fmla="*/ 1370838 h 1819275"/>
                <a:gd name="connsiteX1050" fmla="*/ 650272 w 2305050"/>
                <a:gd name="connsiteY1050" fmla="*/ 1371314 h 1819275"/>
                <a:gd name="connsiteX1051" fmla="*/ 646081 w 2305050"/>
                <a:gd name="connsiteY1051" fmla="*/ 1373505 h 1819275"/>
                <a:gd name="connsiteX1052" fmla="*/ 641604 w 2305050"/>
                <a:gd name="connsiteY1052" fmla="*/ 1374267 h 1819275"/>
                <a:gd name="connsiteX1053" fmla="*/ 640271 w 2305050"/>
                <a:gd name="connsiteY1053" fmla="*/ 1374839 h 1819275"/>
                <a:gd name="connsiteX1054" fmla="*/ 625316 w 2305050"/>
                <a:gd name="connsiteY1054" fmla="*/ 1390555 h 1819275"/>
                <a:gd name="connsiteX1055" fmla="*/ 622078 w 2305050"/>
                <a:gd name="connsiteY1055" fmla="*/ 1391603 h 1819275"/>
                <a:gd name="connsiteX1056" fmla="*/ 619030 w 2305050"/>
                <a:gd name="connsiteY1056" fmla="*/ 1387697 h 1819275"/>
                <a:gd name="connsiteX1057" fmla="*/ 617315 w 2305050"/>
                <a:gd name="connsiteY1057" fmla="*/ 1386078 h 1819275"/>
                <a:gd name="connsiteX1058" fmla="*/ 615601 w 2305050"/>
                <a:gd name="connsiteY1058" fmla="*/ 1385316 h 1819275"/>
                <a:gd name="connsiteX1059" fmla="*/ 592264 w 2305050"/>
                <a:gd name="connsiteY1059" fmla="*/ 1385316 h 1819275"/>
                <a:gd name="connsiteX1060" fmla="*/ 584645 w 2305050"/>
                <a:gd name="connsiteY1060" fmla="*/ 1384078 h 1819275"/>
                <a:gd name="connsiteX1061" fmla="*/ 584073 w 2305050"/>
                <a:gd name="connsiteY1061" fmla="*/ 1383125 h 1819275"/>
                <a:gd name="connsiteX1062" fmla="*/ 584263 w 2305050"/>
                <a:gd name="connsiteY1062" fmla="*/ 1361218 h 1819275"/>
                <a:gd name="connsiteX1063" fmla="*/ 553117 w 2305050"/>
                <a:gd name="connsiteY1063" fmla="*/ 1367409 h 1819275"/>
                <a:gd name="connsiteX1064" fmla="*/ 521970 w 2305050"/>
                <a:gd name="connsiteY1064" fmla="*/ 1373505 h 1819275"/>
                <a:gd name="connsiteX1065" fmla="*/ 519589 w 2305050"/>
                <a:gd name="connsiteY1065" fmla="*/ 1373124 h 1819275"/>
                <a:gd name="connsiteX1066" fmla="*/ 496157 w 2305050"/>
                <a:gd name="connsiteY1066" fmla="*/ 1360646 h 1819275"/>
                <a:gd name="connsiteX1067" fmla="*/ 472726 w 2305050"/>
                <a:gd name="connsiteY1067" fmla="*/ 1348073 h 1819275"/>
                <a:gd name="connsiteX1068" fmla="*/ 472630 w 2305050"/>
                <a:gd name="connsiteY1068" fmla="*/ 1348073 h 1819275"/>
                <a:gd name="connsiteX1069" fmla="*/ 472630 w 2305050"/>
                <a:gd name="connsiteY1069" fmla="*/ 1348073 h 1819275"/>
                <a:gd name="connsiteX1070" fmla="*/ 470154 w 2305050"/>
                <a:gd name="connsiteY1070" fmla="*/ 1346930 h 1819275"/>
                <a:gd name="connsiteX1071" fmla="*/ 442531 w 2305050"/>
                <a:gd name="connsiteY1071" fmla="*/ 1340453 h 1819275"/>
                <a:gd name="connsiteX1072" fmla="*/ 414814 w 2305050"/>
                <a:gd name="connsiteY1072" fmla="*/ 1334072 h 1819275"/>
                <a:gd name="connsiteX1073" fmla="*/ 387096 w 2305050"/>
                <a:gd name="connsiteY1073" fmla="*/ 1327595 h 1819275"/>
                <a:gd name="connsiteX1074" fmla="*/ 382334 w 2305050"/>
                <a:gd name="connsiteY1074" fmla="*/ 1325118 h 1819275"/>
                <a:gd name="connsiteX1075" fmla="*/ 375285 w 2305050"/>
                <a:gd name="connsiteY1075" fmla="*/ 1317498 h 1819275"/>
                <a:gd name="connsiteX1076" fmla="*/ 363284 w 2305050"/>
                <a:gd name="connsiteY1076" fmla="*/ 1297781 h 1819275"/>
                <a:gd name="connsiteX1077" fmla="*/ 355378 w 2305050"/>
                <a:gd name="connsiteY1077" fmla="*/ 1291971 h 1819275"/>
                <a:gd name="connsiteX1078" fmla="*/ 346424 w 2305050"/>
                <a:gd name="connsiteY1078" fmla="*/ 1289590 h 1819275"/>
                <a:gd name="connsiteX1079" fmla="*/ 337280 w 2305050"/>
                <a:gd name="connsiteY1079" fmla="*/ 1288733 h 1819275"/>
                <a:gd name="connsiteX1080" fmla="*/ 321945 w 2305050"/>
                <a:gd name="connsiteY1080" fmla="*/ 1290352 h 1819275"/>
                <a:gd name="connsiteX1081" fmla="*/ 289941 w 2305050"/>
                <a:gd name="connsiteY1081" fmla="*/ 1285113 h 1819275"/>
                <a:gd name="connsiteX1082" fmla="*/ 257937 w 2305050"/>
                <a:gd name="connsiteY1082" fmla="*/ 1279779 h 1819275"/>
                <a:gd name="connsiteX1083" fmla="*/ 225933 w 2305050"/>
                <a:gd name="connsiteY1083" fmla="*/ 1274540 h 1819275"/>
                <a:gd name="connsiteX1084" fmla="*/ 222218 w 2305050"/>
                <a:gd name="connsiteY1084" fmla="*/ 1274540 h 1819275"/>
                <a:gd name="connsiteX1085" fmla="*/ 194310 w 2305050"/>
                <a:gd name="connsiteY1085" fmla="*/ 1283113 h 1819275"/>
                <a:gd name="connsiteX1086" fmla="*/ 182499 w 2305050"/>
                <a:gd name="connsiteY1086" fmla="*/ 1286637 h 1819275"/>
                <a:gd name="connsiteX1087" fmla="*/ 150019 w 2305050"/>
                <a:gd name="connsiteY1087" fmla="*/ 1282351 h 1819275"/>
                <a:gd name="connsiteX1088" fmla="*/ 117634 w 2305050"/>
                <a:gd name="connsiteY1088" fmla="*/ 1278065 h 1819275"/>
                <a:gd name="connsiteX1089" fmla="*/ 85153 w 2305050"/>
                <a:gd name="connsiteY1089" fmla="*/ 1273778 h 1819275"/>
                <a:gd name="connsiteX1090" fmla="*/ 52673 w 2305050"/>
                <a:gd name="connsiteY1090" fmla="*/ 1269492 h 1819275"/>
                <a:gd name="connsiteX1091" fmla="*/ 26479 w 2305050"/>
                <a:gd name="connsiteY1091" fmla="*/ 1265968 h 1819275"/>
                <a:gd name="connsiteX1092" fmla="*/ 190 w 2305050"/>
                <a:gd name="connsiteY1092" fmla="*/ 1262539 h 1819275"/>
                <a:gd name="connsiteX1093" fmla="*/ 0 w 2305050"/>
                <a:gd name="connsiteY1093" fmla="*/ 1262539 h 1819275"/>
                <a:gd name="connsiteX1094" fmla="*/ 52388 w 2305050"/>
                <a:gd name="connsiteY1094" fmla="*/ 1388078 h 1819275"/>
                <a:gd name="connsiteX1095" fmla="*/ 39052 w 2305050"/>
                <a:gd name="connsiteY1095" fmla="*/ 1400556 h 1819275"/>
                <a:gd name="connsiteX1096" fmla="*/ 37433 w 2305050"/>
                <a:gd name="connsiteY1096" fmla="*/ 1402461 h 1819275"/>
                <a:gd name="connsiteX1097" fmla="*/ 36481 w 2305050"/>
                <a:gd name="connsiteY1097" fmla="*/ 1405509 h 1819275"/>
                <a:gd name="connsiteX1098" fmla="*/ 37433 w 2305050"/>
                <a:gd name="connsiteY1098" fmla="*/ 1409986 h 1819275"/>
                <a:gd name="connsiteX1099" fmla="*/ 41338 w 2305050"/>
                <a:gd name="connsiteY1099" fmla="*/ 1416749 h 1819275"/>
                <a:gd name="connsiteX1100" fmla="*/ 51625 w 2305050"/>
                <a:gd name="connsiteY1100" fmla="*/ 1430750 h 1819275"/>
                <a:gd name="connsiteX1101" fmla="*/ 60674 w 2305050"/>
                <a:gd name="connsiteY1101" fmla="*/ 1441037 h 1819275"/>
                <a:gd name="connsiteX1102" fmla="*/ 63722 w 2305050"/>
                <a:gd name="connsiteY1102" fmla="*/ 1442466 h 1819275"/>
                <a:gd name="connsiteX1103" fmla="*/ 66103 w 2305050"/>
                <a:gd name="connsiteY1103" fmla="*/ 1444181 h 1819275"/>
                <a:gd name="connsiteX1104" fmla="*/ 80963 w 2305050"/>
                <a:gd name="connsiteY1104" fmla="*/ 1458849 h 1819275"/>
                <a:gd name="connsiteX1105" fmla="*/ 82582 w 2305050"/>
                <a:gd name="connsiteY1105" fmla="*/ 1459992 h 1819275"/>
                <a:gd name="connsiteX1106" fmla="*/ 88201 w 2305050"/>
                <a:gd name="connsiteY1106" fmla="*/ 1462469 h 1819275"/>
                <a:gd name="connsiteX1107" fmla="*/ 89154 w 2305050"/>
                <a:gd name="connsiteY1107" fmla="*/ 1463421 h 1819275"/>
                <a:gd name="connsiteX1108" fmla="*/ 90297 w 2305050"/>
                <a:gd name="connsiteY1108" fmla="*/ 1465136 h 1819275"/>
                <a:gd name="connsiteX1109" fmla="*/ 90773 w 2305050"/>
                <a:gd name="connsiteY1109" fmla="*/ 1466850 h 1819275"/>
                <a:gd name="connsiteX1110" fmla="*/ 90773 w 2305050"/>
                <a:gd name="connsiteY1110" fmla="*/ 1468945 h 1819275"/>
                <a:gd name="connsiteX1111" fmla="*/ 83439 w 2305050"/>
                <a:gd name="connsiteY1111" fmla="*/ 1501902 h 1819275"/>
                <a:gd name="connsiteX1112" fmla="*/ 83439 w 2305050"/>
                <a:gd name="connsiteY1112" fmla="*/ 1503331 h 1819275"/>
                <a:gd name="connsiteX1113" fmla="*/ 84296 w 2305050"/>
                <a:gd name="connsiteY1113" fmla="*/ 1503712 h 1819275"/>
                <a:gd name="connsiteX1114" fmla="*/ 105823 w 2305050"/>
                <a:gd name="connsiteY1114" fmla="*/ 1502759 h 1819275"/>
                <a:gd name="connsiteX1115" fmla="*/ 110395 w 2305050"/>
                <a:gd name="connsiteY1115" fmla="*/ 1501997 h 1819275"/>
                <a:gd name="connsiteX1116" fmla="*/ 112681 w 2305050"/>
                <a:gd name="connsiteY1116" fmla="*/ 1501235 h 1819275"/>
                <a:gd name="connsiteX1117" fmla="*/ 114681 w 2305050"/>
                <a:gd name="connsiteY1117" fmla="*/ 1500283 h 1819275"/>
                <a:gd name="connsiteX1118" fmla="*/ 116300 w 2305050"/>
                <a:gd name="connsiteY1118" fmla="*/ 1499235 h 1819275"/>
                <a:gd name="connsiteX1119" fmla="*/ 126206 w 2305050"/>
                <a:gd name="connsiteY1119" fmla="*/ 1488472 h 1819275"/>
                <a:gd name="connsiteX1120" fmla="*/ 129064 w 2305050"/>
                <a:gd name="connsiteY1120" fmla="*/ 1484186 h 1819275"/>
                <a:gd name="connsiteX1121" fmla="*/ 129921 w 2305050"/>
                <a:gd name="connsiteY1121" fmla="*/ 1483138 h 1819275"/>
                <a:gd name="connsiteX1122" fmla="*/ 130683 w 2305050"/>
                <a:gd name="connsiteY1122" fmla="*/ 1482471 h 1819275"/>
                <a:gd name="connsiteX1123" fmla="*/ 157163 w 2305050"/>
                <a:gd name="connsiteY1123" fmla="*/ 1470946 h 1819275"/>
                <a:gd name="connsiteX1124" fmla="*/ 184213 w 2305050"/>
                <a:gd name="connsiteY1124" fmla="*/ 1470279 h 1819275"/>
                <a:gd name="connsiteX1125" fmla="*/ 187738 w 2305050"/>
                <a:gd name="connsiteY1125" fmla="*/ 1469422 h 1819275"/>
                <a:gd name="connsiteX1126" fmla="*/ 197739 w 2305050"/>
                <a:gd name="connsiteY1126" fmla="*/ 1464088 h 1819275"/>
                <a:gd name="connsiteX1127" fmla="*/ 205835 w 2305050"/>
                <a:gd name="connsiteY1127" fmla="*/ 1463231 h 1819275"/>
                <a:gd name="connsiteX1128" fmla="*/ 225457 w 2305050"/>
                <a:gd name="connsiteY1128" fmla="*/ 1464659 h 1819275"/>
                <a:gd name="connsiteX1129" fmla="*/ 226790 w 2305050"/>
                <a:gd name="connsiteY1129" fmla="*/ 1465231 h 1819275"/>
                <a:gd name="connsiteX1130" fmla="*/ 228505 w 2305050"/>
                <a:gd name="connsiteY1130" fmla="*/ 1466279 h 1819275"/>
                <a:gd name="connsiteX1131" fmla="*/ 229648 w 2305050"/>
                <a:gd name="connsiteY1131" fmla="*/ 1467422 h 1819275"/>
                <a:gd name="connsiteX1132" fmla="*/ 230600 w 2305050"/>
                <a:gd name="connsiteY1132" fmla="*/ 1468565 h 1819275"/>
                <a:gd name="connsiteX1133" fmla="*/ 238601 w 2305050"/>
                <a:gd name="connsiteY1133" fmla="*/ 1481614 h 1819275"/>
                <a:gd name="connsiteX1134" fmla="*/ 239173 w 2305050"/>
                <a:gd name="connsiteY1134" fmla="*/ 1482852 h 1819275"/>
                <a:gd name="connsiteX1135" fmla="*/ 239744 w 2305050"/>
                <a:gd name="connsiteY1135" fmla="*/ 1484281 h 1819275"/>
                <a:gd name="connsiteX1136" fmla="*/ 240506 w 2305050"/>
                <a:gd name="connsiteY1136" fmla="*/ 1487710 h 1819275"/>
                <a:gd name="connsiteX1137" fmla="*/ 240887 w 2305050"/>
                <a:gd name="connsiteY1137" fmla="*/ 1491806 h 1819275"/>
                <a:gd name="connsiteX1138" fmla="*/ 240792 w 2305050"/>
                <a:gd name="connsiteY1138" fmla="*/ 1493996 h 1819275"/>
                <a:gd name="connsiteX1139" fmla="*/ 240411 w 2305050"/>
                <a:gd name="connsiteY1139" fmla="*/ 1495997 h 1819275"/>
                <a:gd name="connsiteX1140" fmla="*/ 239744 w 2305050"/>
                <a:gd name="connsiteY1140" fmla="*/ 1497902 h 1819275"/>
                <a:gd name="connsiteX1141" fmla="*/ 235744 w 2305050"/>
                <a:gd name="connsiteY1141" fmla="*/ 1504379 h 1819275"/>
                <a:gd name="connsiteX1142" fmla="*/ 225647 w 2305050"/>
                <a:gd name="connsiteY1142" fmla="*/ 1516475 h 1819275"/>
                <a:gd name="connsiteX1143" fmla="*/ 224885 w 2305050"/>
                <a:gd name="connsiteY1143" fmla="*/ 1517714 h 1819275"/>
                <a:gd name="connsiteX1144" fmla="*/ 223552 w 2305050"/>
                <a:gd name="connsiteY1144" fmla="*/ 1521143 h 1819275"/>
                <a:gd name="connsiteX1145" fmla="*/ 221075 w 2305050"/>
                <a:gd name="connsiteY1145" fmla="*/ 1530001 h 1819275"/>
                <a:gd name="connsiteX1146" fmla="*/ 220123 w 2305050"/>
                <a:gd name="connsiteY1146" fmla="*/ 1532191 h 1819275"/>
                <a:gd name="connsiteX1147" fmla="*/ 218980 w 2305050"/>
                <a:gd name="connsiteY1147" fmla="*/ 1534097 h 1819275"/>
                <a:gd name="connsiteX1148" fmla="*/ 217932 w 2305050"/>
                <a:gd name="connsiteY1148" fmla="*/ 1535620 h 1819275"/>
                <a:gd name="connsiteX1149" fmla="*/ 216503 w 2305050"/>
                <a:gd name="connsiteY1149" fmla="*/ 1537145 h 1819275"/>
                <a:gd name="connsiteX1150" fmla="*/ 194691 w 2305050"/>
                <a:gd name="connsiteY1150" fmla="*/ 1551241 h 1819275"/>
                <a:gd name="connsiteX1151" fmla="*/ 187166 w 2305050"/>
                <a:gd name="connsiteY1151" fmla="*/ 1558385 h 1819275"/>
                <a:gd name="connsiteX1152" fmla="*/ 181261 w 2305050"/>
                <a:gd name="connsiteY1152" fmla="*/ 1566291 h 1819275"/>
                <a:gd name="connsiteX1153" fmla="*/ 179641 w 2305050"/>
                <a:gd name="connsiteY1153" fmla="*/ 1569339 h 1819275"/>
                <a:gd name="connsiteX1154" fmla="*/ 179070 w 2305050"/>
                <a:gd name="connsiteY1154" fmla="*/ 1571054 h 1819275"/>
                <a:gd name="connsiteX1155" fmla="*/ 199453 w 2305050"/>
                <a:gd name="connsiteY1155" fmla="*/ 1571339 h 1819275"/>
                <a:gd name="connsiteX1156" fmla="*/ 205549 w 2305050"/>
                <a:gd name="connsiteY1156" fmla="*/ 1572959 h 1819275"/>
                <a:gd name="connsiteX1157" fmla="*/ 212026 w 2305050"/>
                <a:gd name="connsiteY1157" fmla="*/ 1578864 h 1819275"/>
                <a:gd name="connsiteX1158" fmla="*/ 218503 w 2305050"/>
                <a:gd name="connsiteY1158" fmla="*/ 1582674 h 1819275"/>
                <a:gd name="connsiteX1159" fmla="*/ 228028 w 2305050"/>
                <a:gd name="connsiteY1159" fmla="*/ 1586675 h 1819275"/>
                <a:gd name="connsiteX1160" fmla="*/ 239649 w 2305050"/>
                <a:gd name="connsiteY1160" fmla="*/ 1590104 h 1819275"/>
                <a:gd name="connsiteX1161" fmla="*/ 242221 w 2305050"/>
                <a:gd name="connsiteY1161" fmla="*/ 1591532 h 1819275"/>
                <a:gd name="connsiteX1162" fmla="*/ 245078 w 2305050"/>
                <a:gd name="connsiteY1162" fmla="*/ 1594009 h 1819275"/>
                <a:gd name="connsiteX1163" fmla="*/ 246412 w 2305050"/>
                <a:gd name="connsiteY1163" fmla="*/ 1595533 h 1819275"/>
                <a:gd name="connsiteX1164" fmla="*/ 247459 w 2305050"/>
                <a:gd name="connsiteY1164" fmla="*/ 1597057 h 1819275"/>
                <a:gd name="connsiteX1165" fmla="*/ 248031 w 2305050"/>
                <a:gd name="connsiteY1165" fmla="*/ 1598200 h 1819275"/>
                <a:gd name="connsiteX1166" fmla="*/ 248412 w 2305050"/>
                <a:gd name="connsiteY1166" fmla="*/ 1599343 h 1819275"/>
                <a:gd name="connsiteX1167" fmla="*/ 248698 w 2305050"/>
                <a:gd name="connsiteY1167" fmla="*/ 1600581 h 1819275"/>
                <a:gd name="connsiteX1168" fmla="*/ 249079 w 2305050"/>
                <a:gd name="connsiteY1168" fmla="*/ 1605058 h 1819275"/>
                <a:gd name="connsiteX1169" fmla="*/ 249364 w 2305050"/>
                <a:gd name="connsiteY1169" fmla="*/ 1605915 h 1819275"/>
                <a:gd name="connsiteX1170" fmla="*/ 249936 w 2305050"/>
                <a:gd name="connsiteY1170" fmla="*/ 1606772 h 1819275"/>
                <a:gd name="connsiteX1171" fmla="*/ 251269 w 2305050"/>
                <a:gd name="connsiteY1171" fmla="*/ 1607725 h 1819275"/>
                <a:gd name="connsiteX1172" fmla="*/ 252698 w 2305050"/>
                <a:gd name="connsiteY1172" fmla="*/ 1608391 h 1819275"/>
                <a:gd name="connsiteX1173" fmla="*/ 260890 w 2305050"/>
                <a:gd name="connsiteY1173" fmla="*/ 1610678 h 1819275"/>
                <a:gd name="connsiteX1174" fmla="*/ 262318 w 2305050"/>
                <a:gd name="connsiteY1174" fmla="*/ 1611725 h 1819275"/>
                <a:gd name="connsiteX1175" fmla="*/ 263271 w 2305050"/>
                <a:gd name="connsiteY1175" fmla="*/ 1613059 h 1819275"/>
                <a:gd name="connsiteX1176" fmla="*/ 263557 w 2305050"/>
                <a:gd name="connsiteY1176" fmla="*/ 1614392 h 1819275"/>
                <a:gd name="connsiteX1177" fmla="*/ 263557 w 2305050"/>
                <a:gd name="connsiteY1177" fmla="*/ 1615535 h 1819275"/>
                <a:gd name="connsiteX1178" fmla="*/ 263652 w 2305050"/>
                <a:gd name="connsiteY1178" fmla="*/ 1616678 h 1819275"/>
                <a:gd name="connsiteX1179" fmla="*/ 264033 w 2305050"/>
                <a:gd name="connsiteY1179" fmla="*/ 1617536 h 1819275"/>
                <a:gd name="connsiteX1180" fmla="*/ 264985 w 2305050"/>
                <a:gd name="connsiteY1180" fmla="*/ 1618583 h 1819275"/>
                <a:gd name="connsiteX1181" fmla="*/ 266414 w 2305050"/>
                <a:gd name="connsiteY1181" fmla="*/ 1619250 h 1819275"/>
                <a:gd name="connsiteX1182" fmla="*/ 267938 w 2305050"/>
                <a:gd name="connsiteY1182" fmla="*/ 1619631 h 1819275"/>
                <a:gd name="connsiteX1183" fmla="*/ 287655 w 2305050"/>
                <a:gd name="connsiteY1183" fmla="*/ 1619726 h 1819275"/>
                <a:gd name="connsiteX1184" fmla="*/ 289274 w 2305050"/>
                <a:gd name="connsiteY1184" fmla="*/ 1620107 h 1819275"/>
                <a:gd name="connsiteX1185" fmla="*/ 290322 w 2305050"/>
                <a:gd name="connsiteY1185" fmla="*/ 1620965 h 1819275"/>
                <a:gd name="connsiteX1186" fmla="*/ 291084 w 2305050"/>
                <a:gd name="connsiteY1186" fmla="*/ 1622584 h 1819275"/>
                <a:gd name="connsiteX1187" fmla="*/ 291941 w 2305050"/>
                <a:gd name="connsiteY1187" fmla="*/ 1626394 h 1819275"/>
                <a:gd name="connsiteX1188" fmla="*/ 292417 w 2305050"/>
                <a:gd name="connsiteY1188" fmla="*/ 1629918 h 1819275"/>
                <a:gd name="connsiteX1189" fmla="*/ 292417 w 2305050"/>
                <a:gd name="connsiteY1189" fmla="*/ 1631633 h 1819275"/>
                <a:gd name="connsiteX1190" fmla="*/ 291846 w 2305050"/>
                <a:gd name="connsiteY1190" fmla="*/ 1638110 h 1819275"/>
                <a:gd name="connsiteX1191" fmla="*/ 292036 w 2305050"/>
                <a:gd name="connsiteY1191" fmla="*/ 1641158 h 1819275"/>
                <a:gd name="connsiteX1192" fmla="*/ 292608 w 2305050"/>
                <a:gd name="connsiteY1192" fmla="*/ 1644396 h 1819275"/>
                <a:gd name="connsiteX1193" fmla="*/ 293084 w 2305050"/>
                <a:gd name="connsiteY1193" fmla="*/ 1646015 h 1819275"/>
                <a:gd name="connsiteX1194" fmla="*/ 293751 w 2305050"/>
                <a:gd name="connsiteY1194" fmla="*/ 1647730 h 1819275"/>
                <a:gd name="connsiteX1195" fmla="*/ 294608 w 2305050"/>
                <a:gd name="connsiteY1195" fmla="*/ 1649254 h 1819275"/>
                <a:gd name="connsiteX1196" fmla="*/ 295561 w 2305050"/>
                <a:gd name="connsiteY1196" fmla="*/ 1650778 h 1819275"/>
                <a:gd name="connsiteX1197" fmla="*/ 299752 w 2305050"/>
                <a:gd name="connsiteY1197" fmla="*/ 1655064 h 1819275"/>
                <a:gd name="connsiteX1198" fmla="*/ 308324 w 2305050"/>
                <a:gd name="connsiteY1198" fmla="*/ 1661541 h 1819275"/>
                <a:gd name="connsiteX1199" fmla="*/ 308610 w 2305050"/>
                <a:gd name="connsiteY1199" fmla="*/ 1661636 h 1819275"/>
                <a:gd name="connsiteX1200" fmla="*/ 310134 w 2305050"/>
                <a:gd name="connsiteY1200" fmla="*/ 1662208 h 1819275"/>
                <a:gd name="connsiteX1201" fmla="*/ 311182 w 2305050"/>
                <a:gd name="connsiteY1201" fmla="*/ 1662398 h 1819275"/>
                <a:gd name="connsiteX1202" fmla="*/ 312325 w 2305050"/>
                <a:gd name="connsiteY1202" fmla="*/ 1662494 h 1819275"/>
                <a:gd name="connsiteX1203" fmla="*/ 313277 w 2305050"/>
                <a:gd name="connsiteY1203" fmla="*/ 1662303 h 1819275"/>
                <a:gd name="connsiteX1204" fmla="*/ 314039 w 2305050"/>
                <a:gd name="connsiteY1204" fmla="*/ 1662017 h 1819275"/>
                <a:gd name="connsiteX1205" fmla="*/ 314515 w 2305050"/>
                <a:gd name="connsiteY1205" fmla="*/ 1661732 h 1819275"/>
                <a:gd name="connsiteX1206" fmla="*/ 314706 w 2305050"/>
                <a:gd name="connsiteY1206" fmla="*/ 1661636 h 1819275"/>
                <a:gd name="connsiteX1207" fmla="*/ 316420 w 2305050"/>
                <a:gd name="connsiteY1207" fmla="*/ 1660017 h 1819275"/>
                <a:gd name="connsiteX1208" fmla="*/ 317563 w 2305050"/>
                <a:gd name="connsiteY1208" fmla="*/ 1659541 h 1819275"/>
                <a:gd name="connsiteX1209" fmla="*/ 318802 w 2305050"/>
                <a:gd name="connsiteY1209" fmla="*/ 1659445 h 1819275"/>
                <a:gd name="connsiteX1210" fmla="*/ 320421 w 2305050"/>
                <a:gd name="connsiteY1210" fmla="*/ 1660017 h 1819275"/>
                <a:gd name="connsiteX1211" fmla="*/ 321373 w 2305050"/>
                <a:gd name="connsiteY1211" fmla="*/ 1660779 h 1819275"/>
                <a:gd name="connsiteX1212" fmla="*/ 321755 w 2305050"/>
                <a:gd name="connsiteY1212" fmla="*/ 1661255 h 1819275"/>
                <a:gd name="connsiteX1213" fmla="*/ 321850 w 2305050"/>
                <a:gd name="connsiteY1213" fmla="*/ 1661636 h 1819275"/>
                <a:gd name="connsiteX1214" fmla="*/ 321564 w 2305050"/>
                <a:gd name="connsiteY1214" fmla="*/ 1663160 h 1819275"/>
                <a:gd name="connsiteX1215" fmla="*/ 321088 w 2305050"/>
                <a:gd name="connsiteY1215" fmla="*/ 1664589 h 1819275"/>
                <a:gd name="connsiteX1216" fmla="*/ 320707 w 2305050"/>
                <a:gd name="connsiteY1216" fmla="*/ 1666018 h 1819275"/>
                <a:gd name="connsiteX1217" fmla="*/ 320611 w 2305050"/>
                <a:gd name="connsiteY1217" fmla="*/ 1667351 h 1819275"/>
                <a:gd name="connsiteX1218" fmla="*/ 320992 w 2305050"/>
                <a:gd name="connsiteY1218" fmla="*/ 1668685 h 1819275"/>
                <a:gd name="connsiteX1219" fmla="*/ 321469 w 2305050"/>
                <a:gd name="connsiteY1219" fmla="*/ 1669637 h 1819275"/>
                <a:gd name="connsiteX1220" fmla="*/ 322135 w 2305050"/>
                <a:gd name="connsiteY1220" fmla="*/ 1670495 h 1819275"/>
                <a:gd name="connsiteX1221" fmla="*/ 322707 w 2305050"/>
                <a:gd name="connsiteY1221" fmla="*/ 1671542 h 1819275"/>
                <a:gd name="connsiteX1222" fmla="*/ 324231 w 2305050"/>
                <a:gd name="connsiteY1222" fmla="*/ 1674876 h 1819275"/>
                <a:gd name="connsiteX1223" fmla="*/ 325660 w 2305050"/>
                <a:gd name="connsiteY1223" fmla="*/ 1676876 h 1819275"/>
                <a:gd name="connsiteX1224" fmla="*/ 326898 w 2305050"/>
                <a:gd name="connsiteY1224" fmla="*/ 1677829 h 1819275"/>
                <a:gd name="connsiteX1225" fmla="*/ 330708 w 2305050"/>
                <a:gd name="connsiteY1225" fmla="*/ 1679448 h 1819275"/>
                <a:gd name="connsiteX1226" fmla="*/ 331375 w 2305050"/>
                <a:gd name="connsiteY1226" fmla="*/ 1680210 h 1819275"/>
                <a:gd name="connsiteX1227" fmla="*/ 331280 w 2305050"/>
                <a:gd name="connsiteY1227" fmla="*/ 1681353 h 1819275"/>
                <a:gd name="connsiteX1228" fmla="*/ 330708 w 2305050"/>
                <a:gd name="connsiteY1228" fmla="*/ 1682115 h 1819275"/>
                <a:gd name="connsiteX1229" fmla="*/ 329374 w 2305050"/>
                <a:gd name="connsiteY1229" fmla="*/ 1683449 h 1819275"/>
                <a:gd name="connsiteX1230" fmla="*/ 329184 w 2305050"/>
                <a:gd name="connsiteY1230" fmla="*/ 1684211 h 1819275"/>
                <a:gd name="connsiteX1231" fmla="*/ 329279 w 2305050"/>
                <a:gd name="connsiteY1231" fmla="*/ 1685258 h 1819275"/>
                <a:gd name="connsiteX1232" fmla="*/ 330041 w 2305050"/>
                <a:gd name="connsiteY1232" fmla="*/ 1686306 h 1819275"/>
                <a:gd name="connsiteX1233" fmla="*/ 330994 w 2305050"/>
                <a:gd name="connsiteY1233" fmla="*/ 1686878 h 1819275"/>
                <a:gd name="connsiteX1234" fmla="*/ 332327 w 2305050"/>
                <a:gd name="connsiteY1234" fmla="*/ 1686973 h 1819275"/>
                <a:gd name="connsiteX1235" fmla="*/ 335661 w 2305050"/>
                <a:gd name="connsiteY1235" fmla="*/ 1686878 h 1819275"/>
                <a:gd name="connsiteX1236" fmla="*/ 337566 w 2305050"/>
                <a:gd name="connsiteY1236" fmla="*/ 1687259 h 1819275"/>
                <a:gd name="connsiteX1237" fmla="*/ 350806 w 2305050"/>
                <a:gd name="connsiteY1237" fmla="*/ 1693450 h 1819275"/>
                <a:gd name="connsiteX1238" fmla="*/ 351949 w 2305050"/>
                <a:gd name="connsiteY1238" fmla="*/ 1693545 h 1819275"/>
                <a:gd name="connsiteX1239" fmla="*/ 352901 w 2305050"/>
                <a:gd name="connsiteY1239" fmla="*/ 1693164 h 1819275"/>
                <a:gd name="connsiteX1240" fmla="*/ 353854 w 2305050"/>
                <a:gd name="connsiteY1240" fmla="*/ 1692688 h 1819275"/>
                <a:gd name="connsiteX1241" fmla="*/ 355092 w 2305050"/>
                <a:gd name="connsiteY1241" fmla="*/ 1692307 h 1819275"/>
                <a:gd name="connsiteX1242" fmla="*/ 356425 w 2305050"/>
                <a:gd name="connsiteY1242" fmla="*/ 1692212 h 1819275"/>
                <a:gd name="connsiteX1243" fmla="*/ 365093 w 2305050"/>
                <a:gd name="connsiteY1243" fmla="*/ 1693545 h 1819275"/>
                <a:gd name="connsiteX1244" fmla="*/ 370903 w 2305050"/>
                <a:gd name="connsiteY1244" fmla="*/ 1693259 h 1819275"/>
                <a:gd name="connsiteX1245" fmla="*/ 372142 w 2305050"/>
                <a:gd name="connsiteY1245" fmla="*/ 1692116 h 1819275"/>
                <a:gd name="connsiteX1246" fmla="*/ 375190 w 2305050"/>
                <a:gd name="connsiteY1246" fmla="*/ 1687830 h 1819275"/>
                <a:gd name="connsiteX1247" fmla="*/ 377857 w 2305050"/>
                <a:gd name="connsiteY1247" fmla="*/ 1684687 h 1819275"/>
                <a:gd name="connsiteX1248" fmla="*/ 383762 w 2305050"/>
                <a:gd name="connsiteY1248" fmla="*/ 1679162 h 1819275"/>
                <a:gd name="connsiteX1249" fmla="*/ 386048 w 2305050"/>
                <a:gd name="connsiteY1249" fmla="*/ 1676210 h 1819275"/>
                <a:gd name="connsiteX1250" fmla="*/ 386905 w 2305050"/>
                <a:gd name="connsiteY1250" fmla="*/ 1673924 h 1819275"/>
                <a:gd name="connsiteX1251" fmla="*/ 386239 w 2305050"/>
                <a:gd name="connsiteY1251" fmla="*/ 1672590 h 1819275"/>
                <a:gd name="connsiteX1252" fmla="*/ 383095 w 2305050"/>
                <a:gd name="connsiteY1252" fmla="*/ 1669352 h 1819275"/>
                <a:gd name="connsiteX1253" fmla="*/ 380524 w 2305050"/>
                <a:gd name="connsiteY1253" fmla="*/ 1666018 h 1819275"/>
                <a:gd name="connsiteX1254" fmla="*/ 373094 w 2305050"/>
                <a:gd name="connsiteY1254" fmla="*/ 1658398 h 1819275"/>
                <a:gd name="connsiteX1255" fmla="*/ 370427 w 2305050"/>
                <a:gd name="connsiteY1255" fmla="*/ 1654969 h 1819275"/>
                <a:gd name="connsiteX1256" fmla="*/ 370237 w 2305050"/>
                <a:gd name="connsiteY1256" fmla="*/ 1654493 h 1819275"/>
                <a:gd name="connsiteX1257" fmla="*/ 370237 w 2305050"/>
                <a:gd name="connsiteY1257" fmla="*/ 1654112 h 1819275"/>
                <a:gd name="connsiteX1258" fmla="*/ 370427 w 2305050"/>
                <a:gd name="connsiteY1258" fmla="*/ 1653731 h 1819275"/>
                <a:gd name="connsiteX1259" fmla="*/ 370903 w 2305050"/>
                <a:gd name="connsiteY1259" fmla="*/ 1653159 h 1819275"/>
                <a:gd name="connsiteX1260" fmla="*/ 371570 w 2305050"/>
                <a:gd name="connsiteY1260" fmla="*/ 1652683 h 1819275"/>
                <a:gd name="connsiteX1261" fmla="*/ 372809 w 2305050"/>
                <a:gd name="connsiteY1261" fmla="*/ 1652302 h 1819275"/>
                <a:gd name="connsiteX1262" fmla="*/ 385572 w 2305050"/>
                <a:gd name="connsiteY1262" fmla="*/ 1649254 h 1819275"/>
                <a:gd name="connsiteX1263" fmla="*/ 415766 w 2305050"/>
                <a:gd name="connsiteY1263" fmla="*/ 1637252 h 1819275"/>
                <a:gd name="connsiteX1264" fmla="*/ 417385 w 2305050"/>
                <a:gd name="connsiteY1264" fmla="*/ 1636871 h 1819275"/>
                <a:gd name="connsiteX1265" fmla="*/ 419005 w 2305050"/>
                <a:gd name="connsiteY1265" fmla="*/ 1636871 h 1819275"/>
                <a:gd name="connsiteX1266" fmla="*/ 420719 w 2305050"/>
                <a:gd name="connsiteY1266" fmla="*/ 1637157 h 1819275"/>
                <a:gd name="connsiteX1267" fmla="*/ 422148 w 2305050"/>
                <a:gd name="connsiteY1267" fmla="*/ 1637824 h 1819275"/>
                <a:gd name="connsiteX1268" fmla="*/ 428053 w 2305050"/>
                <a:gd name="connsiteY1268" fmla="*/ 1641729 h 1819275"/>
                <a:gd name="connsiteX1269" fmla="*/ 430054 w 2305050"/>
                <a:gd name="connsiteY1269" fmla="*/ 1642777 h 1819275"/>
                <a:gd name="connsiteX1270" fmla="*/ 431863 w 2305050"/>
                <a:gd name="connsiteY1270" fmla="*/ 1643348 h 1819275"/>
                <a:gd name="connsiteX1271" fmla="*/ 440722 w 2305050"/>
                <a:gd name="connsiteY1271" fmla="*/ 1644968 h 1819275"/>
                <a:gd name="connsiteX1272" fmla="*/ 450818 w 2305050"/>
                <a:gd name="connsiteY1272" fmla="*/ 1648206 h 1819275"/>
                <a:gd name="connsiteX1273" fmla="*/ 461581 w 2305050"/>
                <a:gd name="connsiteY1273" fmla="*/ 1649349 h 1819275"/>
                <a:gd name="connsiteX1274" fmla="*/ 463582 w 2305050"/>
                <a:gd name="connsiteY1274" fmla="*/ 1648873 h 1819275"/>
                <a:gd name="connsiteX1275" fmla="*/ 464820 w 2305050"/>
                <a:gd name="connsiteY1275" fmla="*/ 1648206 h 1819275"/>
                <a:gd name="connsiteX1276" fmla="*/ 469868 w 2305050"/>
                <a:gd name="connsiteY1276" fmla="*/ 1642491 h 1819275"/>
                <a:gd name="connsiteX1277" fmla="*/ 472249 w 2305050"/>
                <a:gd name="connsiteY1277" fmla="*/ 1640491 h 1819275"/>
                <a:gd name="connsiteX1278" fmla="*/ 475202 w 2305050"/>
                <a:gd name="connsiteY1278" fmla="*/ 1638586 h 1819275"/>
                <a:gd name="connsiteX1279" fmla="*/ 483013 w 2305050"/>
                <a:gd name="connsiteY1279" fmla="*/ 1634490 h 1819275"/>
                <a:gd name="connsiteX1280" fmla="*/ 487013 w 2305050"/>
                <a:gd name="connsiteY1280" fmla="*/ 1631537 h 1819275"/>
                <a:gd name="connsiteX1281" fmla="*/ 501396 w 2305050"/>
                <a:gd name="connsiteY1281" fmla="*/ 1624965 h 1819275"/>
                <a:gd name="connsiteX1282" fmla="*/ 524161 w 2305050"/>
                <a:gd name="connsiteY1282" fmla="*/ 1617916 h 1819275"/>
                <a:gd name="connsiteX1283" fmla="*/ 546163 w 2305050"/>
                <a:gd name="connsiteY1283" fmla="*/ 1616297 h 1819275"/>
                <a:gd name="connsiteX1284" fmla="*/ 547306 w 2305050"/>
                <a:gd name="connsiteY1284" fmla="*/ 1616583 h 1819275"/>
                <a:gd name="connsiteX1285" fmla="*/ 548164 w 2305050"/>
                <a:gd name="connsiteY1285" fmla="*/ 1616964 h 1819275"/>
                <a:gd name="connsiteX1286" fmla="*/ 549116 w 2305050"/>
                <a:gd name="connsiteY1286" fmla="*/ 1617726 h 1819275"/>
                <a:gd name="connsiteX1287" fmla="*/ 549497 w 2305050"/>
                <a:gd name="connsiteY1287" fmla="*/ 1618679 h 1819275"/>
                <a:gd name="connsiteX1288" fmla="*/ 549402 w 2305050"/>
                <a:gd name="connsiteY1288" fmla="*/ 1620012 h 1819275"/>
                <a:gd name="connsiteX1289" fmla="*/ 548068 w 2305050"/>
                <a:gd name="connsiteY1289" fmla="*/ 1624584 h 1819275"/>
                <a:gd name="connsiteX1290" fmla="*/ 547878 w 2305050"/>
                <a:gd name="connsiteY1290" fmla="*/ 1625918 h 1819275"/>
                <a:gd name="connsiteX1291" fmla="*/ 548068 w 2305050"/>
                <a:gd name="connsiteY1291" fmla="*/ 1627156 h 1819275"/>
                <a:gd name="connsiteX1292" fmla="*/ 548449 w 2305050"/>
                <a:gd name="connsiteY1292" fmla="*/ 1628489 h 1819275"/>
                <a:gd name="connsiteX1293" fmla="*/ 549021 w 2305050"/>
                <a:gd name="connsiteY1293" fmla="*/ 1630013 h 1819275"/>
                <a:gd name="connsiteX1294" fmla="*/ 560832 w 2305050"/>
                <a:gd name="connsiteY1294" fmla="*/ 1649349 h 1819275"/>
                <a:gd name="connsiteX1295" fmla="*/ 561689 w 2305050"/>
                <a:gd name="connsiteY1295" fmla="*/ 1651064 h 1819275"/>
                <a:gd name="connsiteX1296" fmla="*/ 562261 w 2305050"/>
                <a:gd name="connsiteY1296" fmla="*/ 1652302 h 1819275"/>
                <a:gd name="connsiteX1297" fmla="*/ 562451 w 2305050"/>
                <a:gd name="connsiteY1297" fmla="*/ 1653540 h 1819275"/>
                <a:gd name="connsiteX1298" fmla="*/ 562356 w 2305050"/>
                <a:gd name="connsiteY1298" fmla="*/ 1654874 h 1819275"/>
                <a:gd name="connsiteX1299" fmla="*/ 562070 w 2305050"/>
                <a:gd name="connsiteY1299" fmla="*/ 1656398 h 1819275"/>
                <a:gd name="connsiteX1300" fmla="*/ 561594 w 2305050"/>
                <a:gd name="connsiteY1300" fmla="*/ 1658017 h 1819275"/>
                <a:gd name="connsiteX1301" fmla="*/ 557974 w 2305050"/>
                <a:gd name="connsiteY1301" fmla="*/ 1665732 h 1819275"/>
                <a:gd name="connsiteX1302" fmla="*/ 557117 w 2305050"/>
                <a:gd name="connsiteY1302" fmla="*/ 1666970 h 1819275"/>
                <a:gd name="connsiteX1303" fmla="*/ 556546 w 2305050"/>
                <a:gd name="connsiteY1303" fmla="*/ 1667542 h 1819275"/>
                <a:gd name="connsiteX1304" fmla="*/ 555974 w 2305050"/>
                <a:gd name="connsiteY1304" fmla="*/ 1668018 h 1819275"/>
                <a:gd name="connsiteX1305" fmla="*/ 552450 w 2305050"/>
                <a:gd name="connsiteY1305" fmla="*/ 1669637 h 1819275"/>
                <a:gd name="connsiteX1306" fmla="*/ 550735 w 2305050"/>
                <a:gd name="connsiteY1306" fmla="*/ 1670685 h 1819275"/>
                <a:gd name="connsiteX1307" fmla="*/ 549021 w 2305050"/>
                <a:gd name="connsiteY1307" fmla="*/ 1672304 h 1819275"/>
                <a:gd name="connsiteX1308" fmla="*/ 547688 w 2305050"/>
                <a:gd name="connsiteY1308" fmla="*/ 1674495 h 1819275"/>
                <a:gd name="connsiteX1309" fmla="*/ 542639 w 2305050"/>
                <a:gd name="connsiteY1309" fmla="*/ 1686211 h 1819275"/>
                <a:gd name="connsiteX1310" fmla="*/ 540448 w 2305050"/>
                <a:gd name="connsiteY1310" fmla="*/ 1690021 h 1819275"/>
                <a:gd name="connsiteX1311" fmla="*/ 537401 w 2305050"/>
                <a:gd name="connsiteY1311" fmla="*/ 1694307 h 1819275"/>
                <a:gd name="connsiteX1312" fmla="*/ 534162 w 2305050"/>
                <a:gd name="connsiteY1312" fmla="*/ 1698117 h 1819275"/>
                <a:gd name="connsiteX1313" fmla="*/ 527780 w 2305050"/>
                <a:gd name="connsiteY1313" fmla="*/ 1703356 h 1819275"/>
                <a:gd name="connsiteX1314" fmla="*/ 501967 w 2305050"/>
                <a:gd name="connsiteY1314" fmla="*/ 1719167 h 1819275"/>
                <a:gd name="connsiteX1315" fmla="*/ 499967 w 2305050"/>
                <a:gd name="connsiteY1315" fmla="*/ 1720691 h 1819275"/>
                <a:gd name="connsiteX1316" fmla="*/ 499396 w 2305050"/>
                <a:gd name="connsiteY1316" fmla="*/ 1721453 h 1819275"/>
                <a:gd name="connsiteX1317" fmla="*/ 499396 w 2305050"/>
                <a:gd name="connsiteY1317" fmla="*/ 1722215 h 1819275"/>
                <a:gd name="connsiteX1318" fmla="*/ 499777 w 2305050"/>
                <a:gd name="connsiteY1318" fmla="*/ 1723454 h 1819275"/>
                <a:gd name="connsiteX1319" fmla="*/ 501872 w 2305050"/>
                <a:gd name="connsiteY1319" fmla="*/ 1726597 h 1819275"/>
                <a:gd name="connsiteX1320" fmla="*/ 502730 w 2305050"/>
                <a:gd name="connsiteY1320" fmla="*/ 1728216 h 1819275"/>
                <a:gd name="connsiteX1321" fmla="*/ 503301 w 2305050"/>
                <a:gd name="connsiteY1321" fmla="*/ 1729835 h 1819275"/>
                <a:gd name="connsiteX1322" fmla="*/ 506635 w 2305050"/>
                <a:gd name="connsiteY1322" fmla="*/ 1746980 h 1819275"/>
                <a:gd name="connsiteX1323" fmla="*/ 506635 w 2305050"/>
                <a:gd name="connsiteY1323" fmla="*/ 1748504 h 1819275"/>
                <a:gd name="connsiteX1324" fmla="*/ 505968 w 2305050"/>
                <a:gd name="connsiteY1324" fmla="*/ 1749171 h 1819275"/>
                <a:gd name="connsiteX1325" fmla="*/ 497395 w 2305050"/>
                <a:gd name="connsiteY1325" fmla="*/ 1751552 h 1819275"/>
                <a:gd name="connsiteX1326" fmla="*/ 496062 w 2305050"/>
                <a:gd name="connsiteY1326" fmla="*/ 1752124 h 1819275"/>
                <a:gd name="connsiteX1327" fmla="*/ 495300 w 2305050"/>
                <a:gd name="connsiteY1327" fmla="*/ 1752981 h 1819275"/>
                <a:gd name="connsiteX1328" fmla="*/ 494919 w 2305050"/>
                <a:gd name="connsiteY1328" fmla="*/ 1755172 h 1819275"/>
                <a:gd name="connsiteX1329" fmla="*/ 494919 w 2305050"/>
                <a:gd name="connsiteY1329" fmla="*/ 1757934 h 1819275"/>
                <a:gd name="connsiteX1330" fmla="*/ 495300 w 2305050"/>
                <a:gd name="connsiteY1330" fmla="*/ 1763363 h 1819275"/>
                <a:gd name="connsiteX1331" fmla="*/ 497967 w 2305050"/>
                <a:gd name="connsiteY1331" fmla="*/ 1777460 h 1819275"/>
                <a:gd name="connsiteX1332" fmla="*/ 498443 w 2305050"/>
                <a:gd name="connsiteY1332" fmla="*/ 1778508 h 1819275"/>
                <a:gd name="connsiteX1333" fmla="*/ 499300 w 2305050"/>
                <a:gd name="connsiteY1333" fmla="*/ 1779175 h 1819275"/>
                <a:gd name="connsiteX1334" fmla="*/ 516636 w 2305050"/>
                <a:gd name="connsiteY1334" fmla="*/ 1784890 h 1819275"/>
                <a:gd name="connsiteX1335" fmla="*/ 518541 w 2305050"/>
                <a:gd name="connsiteY1335" fmla="*/ 1786033 h 1819275"/>
                <a:gd name="connsiteX1336" fmla="*/ 533305 w 2305050"/>
                <a:gd name="connsiteY1336" fmla="*/ 1800987 h 1819275"/>
                <a:gd name="connsiteX1337" fmla="*/ 552926 w 2305050"/>
                <a:gd name="connsiteY1337" fmla="*/ 1817465 h 1819275"/>
                <a:gd name="connsiteX1338" fmla="*/ 555688 w 2305050"/>
                <a:gd name="connsiteY1338" fmla="*/ 1819085 h 1819275"/>
                <a:gd name="connsiteX1339" fmla="*/ 557403 w 2305050"/>
                <a:gd name="connsiteY1339" fmla="*/ 1819561 h 1819275"/>
                <a:gd name="connsiteX1340" fmla="*/ 558546 w 2305050"/>
                <a:gd name="connsiteY1340" fmla="*/ 1820132 h 1819275"/>
                <a:gd name="connsiteX1341" fmla="*/ 562547 w 2305050"/>
                <a:gd name="connsiteY1341" fmla="*/ 1823276 h 1819275"/>
                <a:gd name="connsiteX1342" fmla="*/ 564166 w 2305050"/>
                <a:gd name="connsiteY1342" fmla="*/ 1824228 h 1819275"/>
                <a:gd name="connsiteX1343" fmla="*/ 565213 w 2305050"/>
                <a:gd name="connsiteY1343" fmla="*/ 1824609 h 1819275"/>
                <a:gd name="connsiteX1344" fmla="*/ 566261 w 2305050"/>
                <a:gd name="connsiteY1344" fmla="*/ 1824419 h 1819275"/>
                <a:gd name="connsiteX1345" fmla="*/ 568262 w 2305050"/>
                <a:gd name="connsiteY1345" fmla="*/ 1823371 h 1819275"/>
                <a:gd name="connsiteX1346" fmla="*/ 569405 w 2305050"/>
                <a:gd name="connsiteY1346" fmla="*/ 1822990 h 1819275"/>
                <a:gd name="connsiteX1347" fmla="*/ 570357 w 2305050"/>
                <a:gd name="connsiteY1347" fmla="*/ 1822895 h 1819275"/>
                <a:gd name="connsiteX1348" fmla="*/ 572929 w 2305050"/>
                <a:gd name="connsiteY1348" fmla="*/ 1823561 h 1819275"/>
                <a:gd name="connsiteX1349" fmla="*/ 578263 w 2305050"/>
                <a:gd name="connsiteY1349" fmla="*/ 1813751 h 1819275"/>
                <a:gd name="connsiteX1350" fmla="*/ 578644 w 2305050"/>
                <a:gd name="connsiteY1350" fmla="*/ 1813274 h 1819275"/>
                <a:gd name="connsiteX1351" fmla="*/ 579120 w 2305050"/>
                <a:gd name="connsiteY1351" fmla="*/ 1812893 h 1819275"/>
                <a:gd name="connsiteX1352" fmla="*/ 579882 w 2305050"/>
                <a:gd name="connsiteY1352" fmla="*/ 1812417 h 1819275"/>
                <a:gd name="connsiteX1353" fmla="*/ 582263 w 2305050"/>
                <a:gd name="connsiteY1353" fmla="*/ 1811465 h 1819275"/>
                <a:gd name="connsiteX1354" fmla="*/ 585978 w 2305050"/>
                <a:gd name="connsiteY1354" fmla="*/ 1810607 h 1819275"/>
                <a:gd name="connsiteX1355" fmla="*/ 590169 w 2305050"/>
                <a:gd name="connsiteY1355" fmla="*/ 1810607 h 1819275"/>
                <a:gd name="connsiteX1356" fmla="*/ 591312 w 2305050"/>
                <a:gd name="connsiteY1356" fmla="*/ 1810893 h 1819275"/>
                <a:gd name="connsiteX1357" fmla="*/ 595979 w 2305050"/>
                <a:gd name="connsiteY1357" fmla="*/ 1812989 h 1819275"/>
                <a:gd name="connsiteX1358" fmla="*/ 597217 w 2305050"/>
                <a:gd name="connsiteY1358" fmla="*/ 1812893 h 1819275"/>
                <a:gd name="connsiteX1359" fmla="*/ 608362 w 2305050"/>
                <a:gd name="connsiteY1359" fmla="*/ 1810226 h 1819275"/>
                <a:gd name="connsiteX1360" fmla="*/ 619697 w 2305050"/>
                <a:gd name="connsiteY1360" fmla="*/ 1809083 h 1819275"/>
                <a:gd name="connsiteX1361" fmla="*/ 621792 w 2305050"/>
                <a:gd name="connsiteY1361" fmla="*/ 1808416 h 1819275"/>
                <a:gd name="connsiteX1362" fmla="*/ 623697 w 2305050"/>
                <a:gd name="connsiteY1362" fmla="*/ 1807178 h 1819275"/>
                <a:gd name="connsiteX1363" fmla="*/ 624268 w 2305050"/>
                <a:gd name="connsiteY1363" fmla="*/ 1806607 h 1819275"/>
                <a:gd name="connsiteX1364" fmla="*/ 624935 w 2305050"/>
                <a:gd name="connsiteY1364" fmla="*/ 1805940 h 1819275"/>
                <a:gd name="connsiteX1365" fmla="*/ 625507 w 2305050"/>
                <a:gd name="connsiteY1365" fmla="*/ 1805083 h 1819275"/>
                <a:gd name="connsiteX1366" fmla="*/ 626459 w 2305050"/>
                <a:gd name="connsiteY1366" fmla="*/ 1802987 h 1819275"/>
                <a:gd name="connsiteX1367" fmla="*/ 627507 w 2305050"/>
                <a:gd name="connsiteY1367" fmla="*/ 1801082 h 1819275"/>
                <a:gd name="connsiteX1368" fmla="*/ 628745 w 2305050"/>
                <a:gd name="connsiteY1368" fmla="*/ 1799368 h 1819275"/>
                <a:gd name="connsiteX1369" fmla="*/ 629412 w 2305050"/>
                <a:gd name="connsiteY1369" fmla="*/ 1798701 h 1819275"/>
                <a:gd name="connsiteX1370" fmla="*/ 630936 w 2305050"/>
                <a:gd name="connsiteY1370" fmla="*/ 1797558 h 1819275"/>
                <a:gd name="connsiteX1371" fmla="*/ 643890 w 2305050"/>
                <a:gd name="connsiteY1371" fmla="*/ 1790986 h 1819275"/>
                <a:gd name="connsiteX1372" fmla="*/ 652463 w 2305050"/>
                <a:gd name="connsiteY1372" fmla="*/ 1788224 h 1819275"/>
                <a:gd name="connsiteX1373" fmla="*/ 653605 w 2305050"/>
                <a:gd name="connsiteY1373" fmla="*/ 1788128 h 1819275"/>
                <a:gd name="connsiteX1374" fmla="*/ 655987 w 2305050"/>
                <a:gd name="connsiteY1374" fmla="*/ 1788319 h 1819275"/>
                <a:gd name="connsiteX1375" fmla="*/ 656939 w 2305050"/>
                <a:gd name="connsiteY1375" fmla="*/ 1788509 h 1819275"/>
                <a:gd name="connsiteX1376" fmla="*/ 661321 w 2305050"/>
                <a:gd name="connsiteY1376" fmla="*/ 1790319 h 1819275"/>
                <a:gd name="connsiteX1377" fmla="*/ 664559 w 2305050"/>
                <a:gd name="connsiteY1377" fmla="*/ 1791081 h 1819275"/>
                <a:gd name="connsiteX1378" fmla="*/ 666845 w 2305050"/>
                <a:gd name="connsiteY1378" fmla="*/ 1791081 h 1819275"/>
                <a:gd name="connsiteX1379" fmla="*/ 671703 w 2305050"/>
                <a:gd name="connsiteY1379" fmla="*/ 1790033 h 1819275"/>
                <a:gd name="connsiteX1380" fmla="*/ 675418 w 2305050"/>
                <a:gd name="connsiteY1380" fmla="*/ 1790033 h 1819275"/>
                <a:gd name="connsiteX1381" fmla="*/ 676275 w 2305050"/>
                <a:gd name="connsiteY1381" fmla="*/ 1789843 h 1819275"/>
                <a:gd name="connsiteX1382" fmla="*/ 676847 w 2305050"/>
                <a:gd name="connsiteY1382" fmla="*/ 1789557 h 1819275"/>
                <a:gd name="connsiteX1383" fmla="*/ 679418 w 2305050"/>
                <a:gd name="connsiteY1383" fmla="*/ 1787176 h 1819275"/>
                <a:gd name="connsiteX1384" fmla="*/ 687133 w 2305050"/>
                <a:gd name="connsiteY1384" fmla="*/ 1782985 h 1819275"/>
                <a:gd name="connsiteX1385" fmla="*/ 688086 w 2305050"/>
                <a:gd name="connsiteY1385" fmla="*/ 1782223 h 1819275"/>
                <a:gd name="connsiteX1386" fmla="*/ 688181 w 2305050"/>
                <a:gd name="connsiteY1386" fmla="*/ 1781651 h 1819275"/>
                <a:gd name="connsiteX1387" fmla="*/ 688276 w 2305050"/>
                <a:gd name="connsiteY1387" fmla="*/ 1780985 h 1819275"/>
                <a:gd name="connsiteX1388" fmla="*/ 687991 w 2305050"/>
                <a:gd name="connsiteY1388" fmla="*/ 1775746 h 1819275"/>
                <a:gd name="connsiteX1389" fmla="*/ 688086 w 2305050"/>
                <a:gd name="connsiteY1389" fmla="*/ 1774508 h 1819275"/>
                <a:gd name="connsiteX1390" fmla="*/ 689324 w 2305050"/>
                <a:gd name="connsiteY1390" fmla="*/ 1767745 h 1819275"/>
                <a:gd name="connsiteX1391" fmla="*/ 689991 w 2305050"/>
                <a:gd name="connsiteY1391" fmla="*/ 1765268 h 1819275"/>
                <a:gd name="connsiteX1392" fmla="*/ 690181 w 2305050"/>
                <a:gd name="connsiteY1392" fmla="*/ 1764030 h 1819275"/>
                <a:gd name="connsiteX1393" fmla="*/ 690181 w 2305050"/>
                <a:gd name="connsiteY1393" fmla="*/ 1763363 h 1819275"/>
                <a:gd name="connsiteX1394" fmla="*/ 690086 w 2305050"/>
                <a:gd name="connsiteY1394" fmla="*/ 1762792 h 1819275"/>
                <a:gd name="connsiteX1395" fmla="*/ 689896 w 2305050"/>
                <a:gd name="connsiteY1395" fmla="*/ 1762316 h 1819275"/>
                <a:gd name="connsiteX1396" fmla="*/ 689705 w 2305050"/>
                <a:gd name="connsiteY1396" fmla="*/ 1761935 h 1819275"/>
                <a:gd name="connsiteX1397" fmla="*/ 688562 w 2305050"/>
                <a:gd name="connsiteY1397" fmla="*/ 1760220 h 1819275"/>
                <a:gd name="connsiteX1398" fmla="*/ 686276 w 2305050"/>
                <a:gd name="connsiteY1398" fmla="*/ 1755743 h 1819275"/>
                <a:gd name="connsiteX1399" fmla="*/ 684943 w 2305050"/>
                <a:gd name="connsiteY1399" fmla="*/ 1751743 h 1819275"/>
                <a:gd name="connsiteX1400" fmla="*/ 684752 w 2305050"/>
                <a:gd name="connsiteY1400" fmla="*/ 1750790 h 1819275"/>
                <a:gd name="connsiteX1401" fmla="*/ 684562 w 2305050"/>
                <a:gd name="connsiteY1401" fmla="*/ 1749647 h 1819275"/>
                <a:gd name="connsiteX1402" fmla="*/ 684562 w 2305050"/>
                <a:gd name="connsiteY1402" fmla="*/ 1748409 h 1819275"/>
                <a:gd name="connsiteX1403" fmla="*/ 684752 w 2305050"/>
                <a:gd name="connsiteY1403" fmla="*/ 1747076 h 1819275"/>
                <a:gd name="connsiteX1404" fmla="*/ 685038 w 2305050"/>
                <a:gd name="connsiteY1404" fmla="*/ 1745837 h 1819275"/>
                <a:gd name="connsiteX1405" fmla="*/ 685419 w 2305050"/>
                <a:gd name="connsiteY1405" fmla="*/ 1744694 h 1819275"/>
                <a:gd name="connsiteX1406" fmla="*/ 686086 w 2305050"/>
                <a:gd name="connsiteY1406" fmla="*/ 1743361 h 1819275"/>
                <a:gd name="connsiteX1407" fmla="*/ 686657 w 2305050"/>
                <a:gd name="connsiteY1407" fmla="*/ 1742504 h 1819275"/>
                <a:gd name="connsiteX1408" fmla="*/ 687229 w 2305050"/>
                <a:gd name="connsiteY1408" fmla="*/ 1742027 h 1819275"/>
                <a:gd name="connsiteX1409" fmla="*/ 687800 w 2305050"/>
                <a:gd name="connsiteY1409" fmla="*/ 1741646 h 1819275"/>
                <a:gd name="connsiteX1410" fmla="*/ 689515 w 2305050"/>
                <a:gd name="connsiteY1410" fmla="*/ 1740980 h 1819275"/>
                <a:gd name="connsiteX1411" fmla="*/ 690372 w 2305050"/>
                <a:gd name="connsiteY1411" fmla="*/ 1740408 h 1819275"/>
                <a:gd name="connsiteX1412" fmla="*/ 690658 w 2305050"/>
                <a:gd name="connsiteY1412" fmla="*/ 1740027 h 1819275"/>
                <a:gd name="connsiteX1413" fmla="*/ 690943 w 2305050"/>
                <a:gd name="connsiteY1413" fmla="*/ 1739456 h 1819275"/>
                <a:gd name="connsiteX1414" fmla="*/ 691134 w 2305050"/>
                <a:gd name="connsiteY1414" fmla="*/ 1738979 h 1819275"/>
                <a:gd name="connsiteX1415" fmla="*/ 691801 w 2305050"/>
                <a:gd name="connsiteY1415" fmla="*/ 1737265 h 1819275"/>
                <a:gd name="connsiteX1416" fmla="*/ 691896 w 2305050"/>
                <a:gd name="connsiteY1416" fmla="*/ 1736503 h 1819275"/>
                <a:gd name="connsiteX1417" fmla="*/ 691991 w 2305050"/>
                <a:gd name="connsiteY1417" fmla="*/ 1735550 h 1819275"/>
                <a:gd name="connsiteX1418" fmla="*/ 691991 w 2305050"/>
                <a:gd name="connsiteY1418" fmla="*/ 1734026 h 1819275"/>
                <a:gd name="connsiteX1419" fmla="*/ 691896 w 2305050"/>
                <a:gd name="connsiteY1419" fmla="*/ 1733169 h 1819275"/>
                <a:gd name="connsiteX1420" fmla="*/ 691705 w 2305050"/>
                <a:gd name="connsiteY1420" fmla="*/ 1732502 h 1819275"/>
                <a:gd name="connsiteX1421" fmla="*/ 691610 w 2305050"/>
                <a:gd name="connsiteY1421" fmla="*/ 1732026 h 1819275"/>
                <a:gd name="connsiteX1422" fmla="*/ 691324 w 2305050"/>
                <a:gd name="connsiteY1422" fmla="*/ 1731550 h 1819275"/>
                <a:gd name="connsiteX1423" fmla="*/ 690277 w 2305050"/>
                <a:gd name="connsiteY1423" fmla="*/ 1729835 h 1819275"/>
                <a:gd name="connsiteX1424" fmla="*/ 690086 w 2305050"/>
                <a:gd name="connsiteY1424" fmla="*/ 1729359 h 1819275"/>
                <a:gd name="connsiteX1425" fmla="*/ 689991 w 2305050"/>
                <a:gd name="connsiteY1425" fmla="*/ 1728883 h 1819275"/>
                <a:gd name="connsiteX1426" fmla="*/ 689896 w 2305050"/>
                <a:gd name="connsiteY1426" fmla="*/ 1728311 h 1819275"/>
                <a:gd name="connsiteX1427" fmla="*/ 689991 w 2305050"/>
                <a:gd name="connsiteY1427" fmla="*/ 1725073 h 1819275"/>
                <a:gd name="connsiteX1428" fmla="*/ 689896 w 2305050"/>
                <a:gd name="connsiteY1428" fmla="*/ 1723263 h 1819275"/>
                <a:gd name="connsiteX1429" fmla="*/ 691420 w 2305050"/>
                <a:gd name="connsiteY1429" fmla="*/ 1705356 h 1819275"/>
                <a:gd name="connsiteX1430" fmla="*/ 695801 w 2305050"/>
                <a:gd name="connsiteY1430" fmla="*/ 1688592 h 1819275"/>
                <a:gd name="connsiteX1431" fmla="*/ 697039 w 2305050"/>
                <a:gd name="connsiteY1431" fmla="*/ 1685830 h 1819275"/>
                <a:gd name="connsiteX1432" fmla="*/ 701230 w 2305050"/>
                <a:gd name="connsiteY1432" fmla="*/ 1678972 h 1819275"/>
                <a:gd name="connsiteX1433" fmla="*/ 702945 w 2305050"/>
                <a:gd name="connsiteY1433" fmla="*/ 1676495 h 1819275"/>
                <a:gd name="connsiteX1434" fmla="*/ 704088 w 2305050"/>
                <a:gd name="connsiteY1434" fmla="*/ 1674590 h 1819275"/>
                <a:gd name="connsiteX1435" fmla="*/ 704374 w 2305050"/>
                <a:gd name="connsiteY1435" fmla="*/ 1673733 h 1819275"/>
                <a:gd name="connsiteX1436" fmla="*/ 705231 w 2305050"/>
                <a:gd name="connsiteY1436" fmla="*/ 1669733 h 1819275"/>
                <a:gd name="connsiteX1437" fmla="*/ 705612 w 2305050"/>
                <a:gd name="connsiteY1437" fmla="*/ 1668590 h 1819275"/>
                <a:gd name="connsiteX1438" fmla="*/ 706469 w 2305050"/>
                <a:gd name="connsiteY1438" fmla="*/ 1667161 h 1819275"/>
                <a:gd name="connsiteX1439" fmla="*/ 708374 w 2305050"/>
                <a:gd name="connsiteY1439" fmla="*/ 1664684 h 1819275"/>
                <a:gd name="connsiteX1440" fmla="*/ 708946 w 2305050"/>
                <a:gd name="connsiteY1440" fmla="*/ 1663732 h 1819275"/>
                <a:gd name="connsiteX1441" fmla="*/ 709422 w 2305050"/>
                <a:gd name="connsiteY1441" fmla="*/ 1662589 h 1819275"/>
                <a:gd name="connsiteX1442" fmla="*/ 709708 w 2305050"/>
                <a:gd name="connsiteY1442" fmla="*/ 1661541 h 1819275"/>
                <a:gd name="connsiteX1443" fmla="*/ 710660 w 2305050"/>
                <a:gd name="connsiteY1443" fmla="*/ 1655350 h 1819275"/>
                <a:gd name="connsiteX1444" fmla="*/ 710851 w 2305050"/>
                <a:gd name="connsiteY1444" fmla="*/ 1654683 h 1819275"/>
                <a:gd name="connsiteX1445" fmla="*/ 712946 w 2305050"/>
                <a:gd name="connsiteY1445" fmla="*/ 1649635 h 1819275"/>
                <a:gd name="connsiteX1446" fmla="*/ 713137 w 2305050"/>
                <a:gd name="connsiteY1446" fmla="*/ 1649254 h 1819275"/>
                <a:gd name="connsiteX1447" fmla="*/ 713708 w 2305050"/>
                <a:gd name="connsiteY1447" fmla="*/ 1648873 h 1819275"/>
                <a:gd name="connsiteX1448" fmla="*/ 714565 w 2305050"/>
                <a:gd name="connsiteY1448" fmla="*/ 1648492 h 1819275"/>
                <a:gd name="connsiteX1449" fmla="*/ 716375 w 2305050"/>
                <a:gd name="connsiteY1449" fmla="*/ 1648206 h 1819275"/>
                <a:gd name="connsiteX1450" fmla="*/ 717328 w 2305050"/>
                <a:gd name="connsiteY1450" fmla="*/ 1648206 h 1819275"/>
                <a:gd name="connsiteX1451" fmla="*/ 718090 w 2305050"/>
                <a:gd name="connsiteY1451" fmla="*/ 1648397 h 1819275"/>
                <a:gd name="connsiteX1452" fmla="*/ 719328 w 2305050"/>
                <a:gd name="connsiteY1452" fmla="*/ 1648778 h 1819275"/>
                <a:gd name="connsiteX1453" fmla="*/ 720566 w 2305050"/>
                <a:gd name="connsiteY1453" fmla="*/ 1649063 h 1819275"/>
                <a:gd name="connsiteX1454" fmla="*/ 721138 w 2305050"/>
                <a:gd name="connsiteY1454" fmla="*/ 1649063 h 1819275"/>
                <a:gd name="connsiteX1455" fmla="*/ 722376 w 2305050"/>
                <a:gd name="connsiteY1455" fmla="*/ 1648873 h 1819275"/>
                <a:gd name="connsiteX1456" fmla="*/ 723329 w 2305050"/>
                <a:gd name="connsiteY1456" fmla="*/ 1648587 h 1819275"/>
                <a:gd name="connsiteX1457" fmla="*/ 723995 w 2305050"/>
                <a:gd name="connsiteY1457" fmla="*/ 1648301 h 1819275"/>
                <a:gd name="connsiteX1458" fmla="*/ 724662 w 2305050"/>
                <a:gd name="connsiteY1458" fmla="*/ 1647825 h 1819275"/>
                <a:gd name="connsiteX1459" fmla="*/ 725805 w 2305050"/>
                <a:gd name="connsiteY1459" fmla="*/ 1646873 h 1819275"/>
                <a:gd name="connsiteX1460" fmla="*/ 726376 w 2305050"/>
                <a:gd name="connsiteY1460" fmla="*/ 1646206 h 1819275"/>
                <a:gd name="connsiteX1461" fmla="*/ 726757 w 2305050"/>
                <a:gd name="connsiteY1461" fmla="*/ 1645539 h 1819275"/>
                <a:gd name="connsiteX1462" fmla="*/ 726948 w 2305050"/>
                <a:gd name="connsiteY1462" fmla="*/ 1644968 h 1819275"/>
                <a:gd name="connsiteX1463" fmla="*/ 727138 w 2305050"/>
                <a:gd name="connsiteY1463" fmla="*/ 1644396 h 1819275"/>
                <a:gd name="connsiteX1464" fmla="*/ 727138 w 2305050"/>
                <a:gd name="connsiteY1464" fmla="*/ 1643729 h 1819275"/>
                <a:gd name="connsiteX1465" fmla="*/ 727138 w 2305050"/>
                <a:gd name="connsiteY1465" fmla="*/ 1643158 h 1819275"/>
                <a:gd name="connsiteX1466" fmla="*/ 727043 w 2305050"/>
                <a:gd name="connsiteY1466" fmla="*/ 1642586 h 1819275"/>
                <a:gd name="connsiteX1467" fmla="*/ 726948 w 2305050"/>
                <a:gd name="connsiteY1467" fmla="*/ 1642015 h 1819275"/>
                <a:gd name="connsiteX1468" fmla="*/ 726376 w 2305050"/>
                <a:gd name="connsiteY1468" fmla="*/ 1640395 h 1819275"/>
                <a:gd name="connsiteX1469" fmla="*/ 725900 w 2305050"/>
                <a:gd name="connsiteY1469" fmla="*/ 1638491 h 1819275"/>
                <a:gd name="connsiteX1470" fmla="*/ 725805 w 2305050"/>
                <a:gd name="connsiteY1470" fmla="*/ 1638110 h 1819275"/>
                <a:gd name="connsiteX1471" fmla="*/ 725805 w 2305050"/>
                <a:gd name="connsiteY1471" fmla="*/ 1636014 h 1819275"/>
                <a:gd name="connsiteX1472" fmla="*/ 725900 w 2305050"/>
                <a:gd name="connsiteY1472" fmla="*/ 1634776 h 1819275"/>
                <a:gd name="connsiteX1473" fmla="*/ 725996 w 2305050"/>
                <a:gd name="connsiteY1473" fmla="*/ 1634395 h 1819275"/>
                <a:gd name="connsiteX1474" fmla="*/ 726186 w 2305050"/>
                <a:gd name="connsiteY1474" fmla="*/ 1634014 h 1819275"/>
                <a:gd name="connsiteX1475" fmla="*/ 726472 w 2305050"/>
                <a:gd name="connsiteY1475" fmla="*/ 1633442 h 1819275"/>
                <a:gd name="connsiteX1476" fmla="*/ 726853 w 2305050"/>
                <a:gd name="connsiteY1476" fmla="*/ 1632966 h 1819275"/>
                <a:gd name="connsiteX1477" fmla="*/ 728281 w 2305050"/>
                <a:gd name="connsiteY1477" fmla="*/ 1631918 h 1819275"/>
                <a:gd name="connsiteX1478" fmla="*/ 729139 w 2305050"/>
                <a:gd name="connsiteY1478" fmla="*/ 1631633 h 1819275"/>
                <a:gd name="connsiteX1479" fmla="*/ 730282 w 2305050"/>
                <a:gd name="connsiteY1479" fmla="*/ 1631442 h 1819275"/>
                <a:gd name="connsiteX1480" fmla="*/ 731806 w 2305050"/>
                <a:gd name="connsiteY1480" fmla="*/ 1631442 h 1819275"/>
                <a:gd name="connsiteX1481" fmla="*/ 737521 w 2305050"/>
                <a:gd name="connsiteY1481" fmla="*/ 1632585 h 1819275"/>
                <a:gd name="connsiteX1482" fmla="*/ 740188 w 2305050"/>
                <a:gd name="connsiteY1482" fmla="*/ 1632776 h 1819275"/>
                <a:gd name="connsiteX1483" fmla="*/ 743807 w 2305050"/>
                <a:gd name="connsiteY1483" fmla="*/ 1632299 h 1819275"/>
                <a:gd name="connsiteX1484" fmla="*/ 744569 w 2305050"/>
                <a:gd name="connsiteY1484" fmla="*/ 1632014 h 1819275"/>
                <a:gd name="connsiteX1485" fmla="*/ 747713 w 2305050"/>
                <a:gd name="connsiteY1485" fmla="*/ 1630299 h 1819275"/>
                <a:gd name="connsiteX1486" fmla="*/ 749427 w 2305050"/>
                <a:gd name="connsiteY1486" fmla="*/ 1629156 h 1819275"/>
                <a:gd name="connsiteX1487" fmla="*/ 753237 w 2305050"/>
                <a:gd name="connsiteY1487" fmla="*/ 1624775 h 1819275"/>
                <a:gd name="connsiteX1488" fmla="*/ 754380 w 2305050"/>
                <a:gd name="connsiteY1488" fmla="*/ 1624489 h 1819275"/>
                <a:gd name="connsiteX1489" fmla="*/ 764000 w 2305050"/>
                <a:gd name="connsiteY1489" fmla="*/ 1624203 h 1819275"/>
                <a:gd name="connsiteX1490" fmla="*/ 765334 w 2305050"/>
                <a:gd name="connsiteY1490" fmla="*/ 1623441 h 1819275"/>
                <a:gd name="connsiteX1491" fmla="*/ 766000 w 2305050"/>
                <a:gd name="connsiteY1491" fmla="*/ 1623251 h 1819275"/>
                <a:gd name="connsiteX1492" fmla="*/ 766477 w 2305050"/>
                <a:gd name="connsiteY1492" fmla="*/ 1623727 h 1819275"/>
                <a:gd name="connsiteX1493" fmla="*/ 767143 w 2305050"/>
                <a:gd name="connsiteY1493" fmla="*/ 1624489 h 1819275"/>
                <a:gd name="connsiteX1494" fmla="*/ 767524 w 2305050"/>
                <a:gd name="connsiteY1494" fmla="*/ 1625346 h 1819275"/>
                <a:gd name="connsiteX1495" fmla="*/ 767905 w 2305050"/>
                <a:gd name="connsiteY1495" fmla="*/ 1627251 h 1819275"/>
                <a:gd name="connsiteX1496" fmla="*/ 768287 w 2305050"/>
                <a:gd name="connsiteY1496" fmla="*/ 1628013 h 1819275"/>
                <a:gd name="connsiteX1497" fmla="*/ 768763 w 2305050"/>
                <a:gd name="connsiteY1497" fmla="*/ 1629823 h 1819275"/>
                <a:gd name="connsiteX1498" fmla="*/ 768001 w 2305050"/>
                <a:gd name="connsiteY1498" fmla="*/ 1636776 h 1819275"/>
                <a:gd name="connsiteX1499" fmla="*/ 768191 w 2305050"/>
                <a:gd name="connsiteY1499" fmla="*/ 1638872 h 1819275"/>
                <a:gd name="connsiteX1500" fmla="*/ 768667 w 2305050"/>
                <a:gd name="connsiteY1500" fmla="*/ 1641158 h 1819275"/>
                <a:gd name="connsiteX1501" fmla="*/ 769620 w 2305050"/>
                <a:gd name="connsiteY1501" fmla="*/ 1643063 h 1819275"/>
                <a:gd name="connsiteX1502" fmla="*/ 771049 w 2305050"/>
                <a:gd name="connsiteY1502" fmla="*/ 1643825 h 1819275"/>
                <a:gd name="connsiteX1503" fmla="*/ 771906 w 2305050"/>
                <a:gd name="connsiteY1503" fmla="*/ 1644777 h 1819275"/>
                <a:gd name="connsiteX1504" fmla="*/ 774573 w 2305050"/>
                <a:gd name="connsiteY1504" fmla="*/ 1650873 h 1819275"/>
                <a:gd name="connsiteX1505" fmla="*/ 774287 w 2305050"/>
                <a:gd name="connsiteY1505" fmla="*/ 1651254 h 1819275"/>
                <a:gd name="connsiteX1506" fmla="*/ 774382 w 2305050"/>
                <a:gd name="connsiteY1506" fmla="*/ 1652016 h 1819275"/>
                <a:gd name="connsiteX1507" fmla="*/ 774763 w 2305050"/>
                <a:gd name="connsiteY1507" fmla="*/ 1652492 h 1819275"/>
                <a:gd name="connsiteX1508" fmla="*/ 775049 w 2305050"/>
                <a:gd name="connsiteY1508" fmla="*/ 1652873 h 1819275"/>
                <a:gd name="connsiteX1509" fmla="*/ 776954 w 2305050"/>
                <a:gd name="connsiteY1509" fmla="*/ 1654493 h 1819275"/>
                <a:gd name="connsiteX1510" fmla="*/ 778859 w 2305050"/>
                <a:gd name="connsiteY1510" fmla="*/ 1655540 h 1819275"/>
                <a:gd name="connsiteX1511" fmla="*/ 782288 w 2305050"/>
                <a:gd name="connsiteY1511" fmla="*/ 1657922 h 1819275"/>
                <a:gd name="connsiteX1512" fmla="*/ 782574 w 2305050"/>
                <a:gd name="connsiteY1512" fmla="*/ 1658398 h 1819275"/>
                <a:gd name="connsiteX1513" fmla="*/ 782669 w 2305050"/>
                <a:gd name="connsiteY1513" fmla="*/ 1659065 h 1819275"/>
                <a:gd name="connsiteX1514" fmla="*/ 782574 w 2305050"/>
                <a:gd name="connsiteY1514" fmla="*/ 1660112 h 1819275"/>
                <a:gd name="connsiteX1515" fmla="*/ 782288 w 2305050"/>
                <a:gd name="connsiteY1515" fmla="*/ 1661351 h 1819275"/>
                <a:gd name="connsiteX1516" fmla="*/ 780764 w 2305050"/>
                <a:gd name="connsiteY1516" fmla="*/ 1665256 h 1819275"/>
                <a:gd name="connsiteX1517" fmla="*/ 778573 w 2305050"/>
                <a:gd name="connsiteY1517" fmla="*/ 1669637 h 1819275"/>
                <a:gd name="connsiteX1518" fmla="*/ 765905 w 2305050"/>
                <a:gd name="connsiteY1518" fmla="*/ 1690688 h 1819275"/>
                <a:gd name="connsiteX1519" fmla="*/ 761143 w 2305050"/>
                <a:gd name="connsiteY1519" fmla="*/ 1697260 h 1819275"/>
                <a:gd name="connsiteX1520" fmla="*/ 760762 w 2305050"/>
                <a:gd name="connsiteY1520" fmla="*/ 1697831 h 1819275"/>
                <a:gd name="connsiteX1521" fmla="*/ 760381 w 2305050"/>
                <a:gd name="connsiteY1521" fmla="*/ 1698689 h 1819275"/>
                <a:gd name="connsiteX1522" fmla="*/ 755618 w 2305050"/>
                <a:gd name="connsiteY1522" fmla="*/ 1716786 h 1819275"/>
                <a:gd name="connsiteX1523" fmla="*/ 753999 w 2305050"/>
                <a:gd name="connsiteY1523" fmla="*/ 1719453 h 1819275"/>
                <a:gd name="connsiteX1524" fmla="*/ 749713 w 2305050"/>
                <a:gd name="connsiteY1524" fmla="*/ 1724978 h 1819275"/>
                <a:gd name="connsiteX1525" fmla="*/ 741712 w 2305050"/>
                <a:gd name="connsiteY1525" fmla="*/ 1733931 h 1819275"/>
                <a:gd name="connsiteX1526" fmla="*/ 750189 w 2305050"/>
                <a:gd name="connsiteY1526" fmla="*/ 1738979 h 1819275"/>
                <a:gd name="connsiteX1527" fmla="*/ 754475 w 2305050"/>
                <a:gd name="connsiteY1527" fmla="*/ 1740694 h 1819275"/>
                <a:gd name="connsiteX1528" fmla="*/ 758285 w 2305050"/>
                <a:gd name="connsiteY1528" fmla="*/ 1741646 h 1819275"/>
                <a:gd name="connsiteX1529" fmla="*/ 759238 w 2305050"/>
                <a:gd name="connsiteY1529" fmla="*/ 1742027 h 1819275"/>
                <a:gd name="connsiteX1530" fmla="*/ 768667 w 2305050"/>
                <a:gd name="connsiteY1530" fmla="*/ 1747457 h 1819275"/>
                <a:gd name="connsiteX1531" fmla="*/ 770382 w 2305050"/>
                <a:gd name="connsiteY1531" fmla="*/ 1748123 h 1819275"/>
                <a:gd name="connsiteX1532" fmla="*/ 783526 w 2305050"/>
                <a:gd name="connsiteY1532" fmla="*/ 1751266 h 1819275"/>
                <a:gd name="connsiteX1533" fmla="*/ 788861 w 2305050"/>
                <a:gd name="connsiteY1533" fmla="*/ 1751743 h 1819275"/>
                <a:gd name="connsiteX1534" fmla="*/ 795433 w 2305050"/>
                <a:gd name="connsiteY1534" fmla="*/ 1749076 h 1819275"/>
                <a:gd name="connsiteX1535" fmla="*/ 797052 w 2305050"/>
                <a:gd name="connsiteY1535" fmla="*/ 1749266 h 1819275"/>
                <a:gd name="connsiteX1536" fmla="*/ 808482 w 2305050"/>
                <a:gd name="connsiteY1536" fmla="*/ 1755458 h 1819275"/>
                <a:gd name="connsiteX1537" fmla="*/ 809911 w 2305050"/>
                <a:gd name="connsiteY1537" fmla="*/ 1756696 h 1819275"/>
                <a:gd name="connsiteX1538" fmla="*/ 813245 w 2305050"/>
                <a:gd name="connsiteY1538" fmla="*/ 1762220 h 1819275"/>
                <a:gd name="connsiteX1539" fmla="*/ 815435 w 2305050"/>
                <a:gd name="connsiteY1539" fmla="*/ 1764792 h 1819275"/>
                <a:gd name="connsiteX1540" fmla="*/ 816197 w 2305050"/>
                <a:gd name="connsiteY1540" fmla="*/ 1766792 h 1819275"/>
                <a:gd name="connsiteX1541" fmla="*/ 816483 w 2305050"/>
                <a:gd name="connsiteY1541" fmla="*/ 1768602 h 1819275"/>
                <a:gd name="connsiteX1542" fmla="*/ 816388 w 2305050"/>
                <a:gd name="connsiteY1542" fmla="*/ 1771269 h 1819275"/>
                <a:gd name="connsiteX1543" fmla="*/ 816959 w 2305050"/>
                <a:gd name="connsiteY1543" fmla="*/ 1772222 h 1819275"/>
                <a:gd name="connsiteX1544" fmla="*/ 818197 w 2305050"/>
                <a:gd name="connsiteY1544" fmla="*/ 1772698 h 1819275"/>
                <a:gd name="connsiteX1545" fmla="*/ 823341 w 2305050"/>
                <a:gd name="connsiteY1545" fmla="*/ 1772984 h 1819275"/>
                <a:gd name="connsiteX1546" fmla="*/ 824103 w 2305050"/>
                <a:gd name="connsiteY1546" fmla="*/ 1773174 h 1819275"/>
                <a:gd name="connsiteX1547" fmla="*/ 828484 w 2305050"/>
                <a:gd name="connsiteY1547" fmla="*/ 1775746 h 1819275"/>
                <a:gd name="connsiteX1548" fmla="*/ 834295 w 2305050"/>
                <a:gd name="connsiteY1548" fmla="*/ 1777460 h 1819275"/>
                <a:gd name="connsiteX1549" fmla="*/ 836581 w 2305050"/>
                <a:gd name="connsiteY1549" fmla="*/ 1778127 h 1819275"/>
                <a:gd name="connsiteX1550" fmla="*/ 838105 w 2305050"/>
                <a:gd name="connsiteY1550" fmla="*/ 1779175 h 1819275"/>
                <a:gd name="connsiteX1551" fmla="*/ 840200 w 2305050"/>
                <a:gd name="connsiteY1551" fmla="*/ 1780223 h 1819275"/>
                <a:gd name="connsiteX1552" fmla="*/ 854773 w 2305050"/>
                <a:gd name="connsiteY1552" fmla="*/ 1783366 h 1819275"/>
                <a:gd name="connsiteX1553" fmla="*/ 856583 w 2305050"/>
                <a:gd name="connsiteY1553" fmla="*/ 1784033 h 1819275"/>
                <a:gd name="connsiteX1554" fmla="*/ 858298 w 2305050"/>
                <a:gd name="connsiteY1554" fmla="*/ 1784985 h 1819275"/>
                <a:gd name="connsiteX1555" fmla="*/ 859631 w 2305050"/>
                <a:gd name="connsiteY1555" fmla="*/ 1786319 h 1819275"/>
                <a:gd name="connsiteX1556" fmla="*/ 863251 w 2305050"/>
                <a:gd name="connsiteY1556" fmla="*/ 1790986 h 1819275"/>
                <a:gd name="connsiteX1557" fmla="*/ 863917 w 2305050"/>
                <a:gd name="connsiteY1557" fmla="*/ 1792319 h 1819275"/>
                <a:gd name="connsiteX1558" fmla="*/ 864489 w 2305050"/>
                <a:gd name="connsiteY1558" fmla="*/ 1794034 h 1819275"/>
                <a:gd name="connsiteX1559" fmla="*/ 864489 w 2305050"/>
                <a:gd name="connsiteY1559" fmla="*/ 1795844 h 1819275"/>
                <a:gd name="connsiteX1560" fmla="*/ 863917 w 2305050"/>
                <a:gd name="connsiteY1560" fmla="*/ 1799082 h 1819275"/>
                <a:gd name="connsiteX1561" fmla="*/ 864298 w 2305050"/>
                <a:gd name="connsiteY1561" fmla="*/ 1799558 h 1819275"/>
                <a:gd name="connsiteX1562" fmla="*/ 865156 w 2305050"/>
                <a:gd name="connsiteY1562" fmla="*/ 1799939 h 1819275"/>
                <a:gd name="connsiteX1563" fmla="*/ 867061 w 2305050"/>
                <a:gd name="connsiteY1563" fmla="*/ 1800320 h 1819275"/>
                <a:gd name="connsiteX1564" fmla="*/ 882587 w 2305050"/>
                <a:gd name="connsiteY1564" fmla="*/ 1799558 h 1819275"/>
                <a:gd name="connsiteX1565" fmla="*/ 888492 w 2305050"/>
                <a:gd name="connsiteY1565" fmla="*/ 1800320 h 1819275"/>
                <a:gd name="connsiteX1566" fmla="*/ 890588 w 2305050"/>
                <a:gd name="connsiteY1566" fmla="*/ 1800225 h 1819275"/>
                <a:gd name="connsiteX1567" fmla="*/ 903637 w 2305050"/>
                <a:gd name="connsiteY1567" fmla="*/ 1796701 h 1819275"/>
                <a:gd name="connsiteX1568" fmla="*/ 905542 w 2305050"/>
                <a:gd name="connsiteY1568" fmla="*/ 1796510 h 1819275"/>
                <a:gd name="connsiteX1569" fmla="*/ 911542 w 2305050"/>
                <a:gd name="connsiteY1569" fmla="*/ 1797272 h 1819275"/>
                <a:gd name="connsiteX1570" fmla="*/ 915924 w 2305050"/>
                <a:gd name="connsiteY1570" fmla="*/ 1797272 h 1819275"/>
                <a:gd name="connsiteX1571" fmla="*/ 922972 w 2305050"/>
                <a:gd name="connsiteY1571" fmla="*/ 1796415 h 1819275"/>
                <a:gd name="connsiteX1572" fmla="*/ 924306 w 2305050"/>
                <a:gd name="connsiteY1572" fmla="*/ 1796034 h 1819275"/>
                <a:gd name="connsiteX1573" fmla="*/ 925068 w 2305050"/>
                <a:gd name="connsiteY1573" fmla="*/ 1795367 h 1819275"/>
                <a:gd name="connsiteX1574" fmla="*/ 925449 w 2305050"/>
                <a:gd name="connsiteY1574" fmla="*/ 1794034 h 1819275"/>
                <a:gd name="connsiteX1575" fmla="*/ 925449 w 2305050"/>
                <a:gd name="connsiteY1575" fmla="*/ 1790795 h 1819275"/>
                <a:gd name="connsiteX1576" fmla="*/ 925639 w 2305050"/>
                <a:gd name="connsiteY1576" fmla="*/ 1789176 h 1819275"/>
                <a:gd name="connsiteX1577" fmla="*/ 925925 w 2305050"/>
                <a:gd name="connsiteY1577" fmla="*/ 1787938 h 1819275"/>
                <a:gd name="connsiteX1578" fmla="*/ 926497 w 2305050"/>
                <a:gd name="connsiteY1578" fmla="*/ 1786604 h 1819275"/>
                <a:gd name="connsiteX1579" fmla="*/ 926592 w 2305050"/>
                <a:gd name="connsiteY1579" fmla="*/ 1785461 h 1819275"/>
                <a:gd name="connsiteX1580" fmla="*/ 926306 w 2305050"/>
                <a:gd name="connsiteY1580" fmla="*/ 1772888 h 1819275"/>
                <a:gd name="connsiteX1581" fmla="*/ 926592 w 2305050"/>
                <a:gd name="connsiteY1581" fmla="*/ 1770983 h 1819275"/>
                <a:gd name="connsiteX1582" fmla="*/ 927163 w 2305050"/>
                <a:gd name="connsiteY1582" fmla="*/ 1769174 h 1819275"/>
                <a:gd name="connsiteX1583" fmla="*/ 929259 w 2305050"/>
                <a:gd name="connsiteY1583" fmla="*/ 1765935 h 1819275"/>
                <a:gd name="connsiteX1584" fmla="*/ 929926 w 2305050"/>
                <a:gd name="connsiteY1584" fmla="*/ 1765173 h 1819275"/>
                <a:gd name="connsiteX1585" fmla="*/ 930783 w 2305050"/>
                <a:gd name="connsiteY1585" fmla="*/ 1764506 h 1819275"/>
                <a:gd name="connsiteX1586" fmla="*/ 932021 w 2305050"/>
                <a:gd name="connsiteY1586" fmla="*/ 1764316 h 1819275"/>
                <a:gd name="connsiteX1587" fmla="*/ 932974 w 2305050"/>
                <a:gd name="connsiteY1587" fmla="*/ 1764602 h 1819275"/>
                <a:gd name="connsiteX1588" fmla="*/ 933736 w 2305050"/>
                <a:gd name="connsiteY1588" fmla="*/ 1765173 h 1819275"/>
                <a:gd name="connsiteX1589" fmla="*/ 934117 w 2305050"/>
                <a:gd name="connsiteY1589" fmla="*/ 1765745 h 1819275"/>
                <a:gd name="connsiteX1590" fmla="*/ 934974 w 2305050"/>
                <a:gd name="connsiteY1590" fmla="*/ 1768126 h 1819275"/>
                <a:gd name="connsiteX1591" fmla="*/ 936688 w 2305050"/>
                <a:gd name="connsiteY1591" fmla="*/ 1770698 h 1819275"/>
                <a:gd name="connsiteX1592" fmla="*/ 937546 w 2305050"/>
                <a:gd name="connsiteY1592" fmla="*/ 1771555 h 1819275"/>
                <a:gd name="connsiteX1593" fmla="*/ 938498 w 2305050"/>
                <a:gd name="connsiteY1593" fmla="*/ 1771841 h 1819275"/>
                <a:gd name="connsiteX1594" fmla="*/ 939355 w 2305050"/>
                <a:gd name="connsiteY1594" fmla="*/ 1771555 h 1819275"/>
                <a:gd name="connsiteX1595" fmla="*/ 940213 w 2305050"/>
                <a:gd name="connsiteY1595" fmla="*/ 1770793 h 1819275"/>
                <a:gd name="connsiteX1596" fmla="*/ 942975 w 2305050"/>
                <a:gd name="connsiteY1596" fmla="*/ 1766507 h 1819275"/>
                <a:gd name="connsiteX1597" fmla="*/ 943928 w 2305050"/>
                <a:gd name="connsiteY1597" fmla="*/ 1764506 h 1819275"/>
                <a:gd name="connsiteX1598" fmla="*/ 946690 w 2305050"/>
                <a:gd name="connsiteY1598" fmla="*/ 1755743 h 1819275"/>
                <a:gd name="connsiteX1599" fmla="*/ 946975 w 2305050"/>
                <a:gd name="connsiteY1599" fmla="*/ 1754219 h 1819275"/>
                <a:gd name="connsiteX1600" fmla="*/ 946690 w 2305050"/>
                <a:gd name="connsiteY1600" fmla="*/ 1753076 h 1819275"/>
                <a:gd name="connsiteX1601" fmla="*/ 946118 w 2305050"/>
                <a:gd name="connsiteY1601" fmla="*/ 1752124 h 1819275"/>
                <a:gd name="connsiteX1602" fmla="*/ 943356 w 2305050"/>
                <a:gd name="connsiteY1602" fmla="*/ 1748981 h 1819275"/>
                <a:gd name="connsiteX1603" fmla="*/ 941546 w 2305050"/>
                <a:gd name="connsiteY1603" fmla="*/ 1746409 h 1819275"/>
                <a:gd name="connsiteX1604" fmla="*/ 940689 w 2305050"/>
                <a:gd name="connsiteY1604" fmla="*/ 1744790 h 1819275"/>
                <a:gd name="connsiteX1605" fmla="*/ 940213 w 2305050"/>
                <a:gd name="connsiteY1605" fmla="*/ 1743170 h 1819275"/>
                <a:gd name="connsiteX1606" fmla="*/ 940117 w 2305050"/>
                <a:gd name="connsiteY1606" fmla="*/ 1741837 h 1819275"/>
                <a:gd name="connsiteX1607" fmla="*/ 940308 w 2305050"/>
                <a:gd name="connsiteY1607" fmla="*/ 1740599 h 1819275"/>
                <a:gd name="connsiteX1608" fmla="*/ 941927 w 2305050"/>
                <a:gd name="connsiteY1608" fmla="*/ 1736312 h 1819275"/>
                <a:gd name="connsiteX1609" fmla="*/ 942308 w 2305050"/>
                <a:gd name="connsiteY1609" fmla="*/ 1734693 h 1819275"/>
                <a:gd name="connsiteX1610" fmla="*/ 942499 w 2305050"/>
                <a:gd name="connsiteY1610" fmla="*/ 1733074 h 1819275"/>
                <a:gd name="connsiteX1611" fmla="*/ 942594 w 2305050"/>
                <a:gd name="connsiteY1611" fmla="*/ 1730407 h 1819275"/>
                <a:gd name="connsiteX1612" fmla="*/ 942784 w 2305050"/>
                <a:gd name="connsiteY1612" fmla="*/ 1729359 h 1819275"/>
                <a:gd name="connsiteX1613" fmla="*/ 943356 w 2305050"/>
                <a:gd name="connsiteY1613" fmla="*/ 1728311 h 1819275"/>
                <a:gd name="connsiteX1614" fmla="*/ 945737 w 2305050"/>
                <a:gd name="connsiteY1614" fmla="*/ 1725359 h 1819275"/>
                <a:gd name="connsiteX1615" fmla="*/ 946595 w 2305050"/>
                <a:gd name="connsiteY1615" fmla="*/ 1723644 h 1819275"/>
                <a:gd name="connsiteX1616" fmla="*/ 947547 w 2305050"/>
                <a:gd name="connsiteY1616" fmla="*/ 1720501 h 1819275"/>
                <a:gd name="connsiteX1617" fmla="*/ 948595 w 2305050"/>
                <a:gd name="connsiteY1617" fmla="*/ 1718882 h 1819275"/>
                <a:gd name="connsiteX1618" fmla="*/ 950309 w 2305050"/>
                <a:gd name="connsiteY1618" fmla="*/ 1717072 h 1819275"/>
                <a:gd name="connsiteX1619" fmla="*/ 954691 w 2305050"/>
                <a:gd name="connsiteY1619" fmla="*/ 1713071 h 1819275"/>
                <a:gd name="connsiteX1620" fmla="*/ 955453 w 2305050"/>
                <a:gd name="connsiteY1620" fmla="*/ 1712214 h 1819275"/>
                <a:gd name="connsiteX1621" fmla="*/ 956691 w 2305050"/>
                <a:gd name="connsiteY1621" fmla="*/ 1708309 h 1819275"/>
                <a:gd name="connsiteX1622" fmla="*/ 957929 w 2305050"/>
                <a:gd name="connsiteY1622" fmla="*/ 1707070 h 1819275"/>
                <a:gd name="connsiteX1623" fmla="*/ 960120 w 2305050"/>
                <a:gd name="connsiteY1623" fmla="*/ 1705547 h 1819275"/>
                <a:gd name="connsiteX1624" fmla="*/ 967549 w 2305050"/>
                <a:gd name="connsiteY1624" fmla="*/ 1701641 h 1819275"/>
                <a:gd name="connsiteX1625" fmla="*/ 968883 w 2305050"/>
                <a:gd name="connsiteY1625" fmla="*/ 1700403 h 1819275"/>
                <a:gd name="connsiteX1626" fmla="*/ 969073 w 2305050"/>
                <a:gd name="connsiteY1626" fmla="*/ 1699355 h 1819275"/>
                <a:gd name="connsiteX1627" fmla="*/ 968978 w 2305050"/>
                <a:gd name="connsiteY1627" fmla="*/ 1696974 h 1819275"/>
                <a:gd name="connsiteX1628" fmla="*/ 969169 w 2305050"/>
                <a:gd name="connsiteY1628" fmla="*/ 1695545 h 1819275"/>
                <a:gd name="connsiteX1629" fmla="*/ 969645 w 2305050"/>
                <a:gd name="connsiteY1629" fmla="*/ 1694783 h 1819275"/>
                <a:gd name="connsiteX1630" fmla="*/ 970407 w 2305050"/>
                <a:gd name="connsiteY1630" fmla="*/ 1694212 h 1819275"/>
                <a:gd name="connsiteX1631" fmla="*/ 973074 w 2305050"/>
                <a:gd name="connsiteY1631" fmla="*/ 1693355 h 1819275"/>
                <a:gd name="connsiteX1632" fmla="*/ 973836 w 2305050"/>
                <a:gd name="connsiteY1632" fmla="*/ 1692497 h 1819275"/>
                <a:gd name="connsiteX1633" fmla="*/ 974312 w 2305050"/>
                <a:gd name="connsiteY1633" fmla="*/ 1691735 h 1819275"/>
                <a:gd name="connsiteX1634" fmla="*/ 975170 w 2305050"/>
                <a:gd name="connsiteY1634" fmla="*/ 1688306 h 1819275"/>
                <a:gd name="connsiteX1635" fmla="*/ 976122 w 2305050"/>
                <a:gd name="connsiteY1635" fmla="*/ 1686687 h 1819275"/>
                <a:gd name="connsiteX1636" fmla="*/ 977741 w 2305050"/>
                <a:gd name="connsiteY1636" fmla="*/ 1685258 h 1819275"/>
                <a:gd name="connsiteX1637" fmla="*/ 980884 w 2305050"/>
                <a:gd name="connsiteY1637" fmla="*/ 1683353 h 1819275"/>
                <a:gd name="connsiteX1638" fmla="*/ 982694 w 2305050"/>
                <a:gd name="connsiteY1638" fmla="*/ 1682782 h 1819275"/>
                <a:gd name="connsiteX1639" fmla="*/ 983837 w 2305050"/>
                <a:gd name="connsiteY1639" fmla="*/ 1682687 h 1819275"/>
                <a:gd name="connsiteX1640" fmla="*/ 984409 w 2305050"/>
                <a:gd name="connsiteY1640" fmla="*/ 1682972 h 1819275"/>
                <a:gd name="connsiteX1641" fmla="*/ 985075 w 2305050"/>
                <a:gd name="connsiteY1641" fmla="*/ 1683639 h 1819275"/>
                <a:gd name="connsiteX1642" fmla="*/ 985933 w 2305050"/>
                <a:gd name="connsiteY1642" fmla="*/ 1683830 h 1819275"/>
                <a:gd name="connsiteX1643" fmla="*/ 986885 w 2305050"/>
                <a:gd name="connsiteY1643" fmla="*/ 1683544 h 1819275"/>
                <a:gd name="connsiteX1644" fmla="*/ 987742 w 2305050"/>
                <a:gd name="connsiteY1644" fmla="*/ 1682591 h 1819275"/>
                <a:gd name="connsiteX1645" fmla="*/ 988219 w 2305050"/>
                <a:gd name="connsiteY1645" fmla="*/ 1681544 h 1819275"/>
                <a:gd name="connsiteX1646" fmla="*/ 989266 w 2305050"/>
                <a:gd name="connsiteY1646" fmla="*/ 1677924 h 1819275"/>
                <a:gd name="connsiteX1647" fmla="*/ 989838 w 2305050"/>
                <a:gd name="connsiteY1647" fmla="*/ 1676781 h 1819275"/>
                <a:gd name="connsiteX1648" fmla="*/ 990600 w 2305050"/>
                <a:gd name="connsiteY1648" fmla="*/ 1675638 h 1819275"/>
                <a:gd name="connsiteX1649" fmla="*/ 991362 w 2305050"/>
                <a:gd name="connsiteY1649" fmla="*/ 1674971 h 1819275"/>
                <a:gd name="connsiteX1650" fmla="*/ 993172 w 2305050"/>
                <a:gd name="connsiteY1650" fmla="*/ 1673447 h 1819275"/>
                <a:gd name="connsiteX1651" fmla="*/ 994029 w 2305050"/>
                <a:gd name="connsiteY1651" fmla="*/ 1672495 h 1819275"/>
                <a:gd name="connsiteX1652" fmla="*/ 994696 w 2305050"/>
                <a:gd name="connsiteY1652" fmla="*/ 1671257 h 1819275"/>
                <a:gd name="connsiteX1653" fmla="*/ 997744 w 2305050"/>
                <a:gd name="connsiteY1653" fmla="*/ 1660493 h 1819275"/>
                <a:gd name="connsiteX1654" fmla="*/ 998601 w 2305050"/>
                <a:gd name="connsiteY1654" fmla="*/ 1659827 h 1819275"/>
                <a:gd name="connsiteX1655" fmla="*/ 999934 w 2305050"/>
                <a:gd name="connsiteY1655" fmla="*/ 1659160 h 1819275"/>
                <a:gd name="connsiteX1656" fmla="*/ 1005745 w 2305050"/>
                <a:gd name="connsiteY1656" fmla="*/ 1658017 h 1819275"/>
                <a:gd name="connsiteX1657" fmla="*/ 1007745 w 2305050"/>
                <a:gd name="connsiteY1657" fmla="*/ 1657160 h 1819275"/>
                <a:gd name="connsiteX1658" fmla="*/ 1009459 w 2305050"/>
                <a:gd name="connsiteY1658" fmla="*/ 1656016 h 1819275"/>
                <a:gd name="connsiteX1659" fmla="*/ 1010126 w 2305050"/>
                <a:gd name="connsiteY1659" fmla="*/ 1655255 h 1819275"/>
                <a:gd name="connsiteX1660" fmla="*/ 1010412 w 2305050"/>
                <a:gd name="connsiteY1660" fmla="*/ 1654493 h 1819275"/>
                <a:gd name="connsiteX1661" fmla="*/ 1010507 w 2305050"/>
                <a:gd name="connsiteY1661" fmla="*/ 1653826 h 1819275"/>
                <a:gd name="connsiteX1662" fmla="*/ 1010698 w 2305050"/>
                <a:gd name="connsiteY1662" fmla="*/ 1653254 h 1819275"/>
                <a:gd name="connsiteX1663" fmla="*/ 1010888 w 2305050"/>
                <a:gd name="connsiteY1663" fmla="*/ 1652683 h 1819275"/>
                <a:gd name="connsiteX1664" fmla="*/ 1011174 w 2305050"/>
                <a:gd name="connsiteY1664" fmla="*/ 1652111 h 1819275"/>
                <a:gd name="connsiteX1665" fmla="*/ 1011460 w 2305050"/>
                <a:gd name="connsiteY1665" fmla="*/ 1651730 h 1819275"/>
                <a:gd name="connsiteX1666" fmla="*/ 1020889 w 2305050"/>
                <a:gd name="connsiteY1666" fmla="*/ 1642967 h 1819275"/>
                <a:gd name="connsiteX1667" fmla="*/ 1022890 w 2305050"/>
                <a:gd name="connsiteY1667" fmla="*/ 1641634 h 1819275"/>
                <a:gd name="connsiteX1668" fmla="*/ 1026795 w 2305050"/>
                <a:gd name="connsiteY1668" fmla="*/ 1639824 h 1819275"/>
                <a:gd name="connsiteX1669" fmla="*/ 1033558 w 2305050"/>
                <a:gd name="connsiteY1669" fmla="*/ 1635157 h 1819275"/>
                <a:gd name="connsiteX1670" fmla="*/ 1037368 w 2305050"/>
                <a:gd name="connsiteY1670" fmla="*/ 1633252 h 1819275"/>
                <a:gd name="connsiteX1671" fmla="*/ 1037749 w 2305050"/>
                <a:gd name="connsiteY1671" fmla="*/ 1632871 h 1819275"/>
                <a:gd name="connsiteX1672" fmla="*/ 1037939 w 2305050"/>
                <a:gd name="connsiteY1672" fmla="*/ 1632299 h 1819275"/>
                <a:gd name="connsiteX1673" fmla="*/ 1037844 w 2305050"/>
                <a:gd name="connsiteY1673" fmla="*/ 1631252 h 1819275"/>
                <a:gd name="connsiteX1674" fmla="*/ 1037654 w 2305050"/>
                <a:gd name="connsiteY1674" fmla="*/ 1630394 h 1819275"/>
                <a:gd name="connsiteX1675" fmla="*/ 1037082 w 2305050"/>
                <a:gd name="connsiteY1675" fmla="*/ 1628489 h 1819275"/>
                <a:gd name="connsiteX1676" fmla="*/ 1035558 w 2305050"/>
                <a:gd name="connsiteY1676" fmla="*/ 1624775 h 1819275"/>
                <a:gd name="connsiteX1677" fmla="*/ 1032796 w 2305050"/>
                <a:gd name="connsiteY1677" fmla="*/ 1620203 h 1819275"/>
                <a:gd name="connsiteX1678" fmla="*/ 1032510 w 2305050"/>
                <a:gd name="connsiteY1678" fmla="*/ 1619536 h 1819275"/>
                <a:gd name="connsiteX1679" fmla="*/ 1032415 w 2305050"/>
                <a:gd name="connsiteY1679" fmla="*/ 1618964 h 1819275"/>
                <a:gd name="connsiteX1680" fmla="*/ 1032320 w 2305050"/>
                <a:gd name="connsiteY1680" fmla="*/ 1618202 h 1819275"/>
                <a:gd name="connsiteX1681" fmla="*/ 1032415 w 2305050"/>
                <a:gd name="connsiteY1681" fmla="*/ 1617916 h 1819275"/>
                <a:gd name="connsiteX1682" fmla="*/ 1032510 w 2305050"/>
                <a:gd name="connsiteY1682" fmla="*/ 1617631 h 1819275"/>
                <a:gd name="connsiteX1683" fmla="*/ 1032796 w 2305050"/>
                <a:gd name="connsiteY1683" fmla="*/ 1617250 h 1819275"/>
                <a:gd name="connsiteX1684" fmla="*/ 1033272 w 2305050"/>
                <a:gd name="connsiteY1684" fmla="*/ 1616869 h 1819275"/>
                <a:gd name="connsiteX1685" fmla="*/ 1033939 w 2305050"/>
                <a:gd name="connsiteY1685" fmla="*/ 1616393 h 1819275"/>
                <a:gd name="connsiteX1686" fmla="*/ 1034605 w 2305050"/>
                <a:gd name="connsiteY1686" fmla="*/ 1616107 h 1819275"/>
                <a:gd name="connsiteX1687" fmla="*/ 1035367 w 2305050"/>
                <a:gd name="connsiteY1687" fmla="*/ 1615916 h 1819275"/>
                <a:gd name="connsiteX1688" fmla="*/ 1036511 w 2305050"/>
                <a:gd name="connsiteY1688" fmla="*/ 1615916 h 1819275"/>
                <a:gd name="connsiteX1689" fmla="*/ 1037749 w 2305050"/>
                <a:gd name="connsiteY1689" fmla="*/ 1616107 h 1819275"/>
                <a:gd name="connsiteX1690" fmla="*/ 1039939 w 2305050"/>
                <a:gd name="connsiteY1690" fmla="*/ 1616774 h 1819275"/>
                <a:gd name="connsiteX1691" fmla="*/ 1041082 w 2305050"/>
                <a:gd name="connsiteY1691" fmla="*/ 1617440 h 1819275"/>
                <a:gd name="connsiteX1692" fmla="*/ 1041845 w 2305050"/>
                <a:gd name="connsiteY1692" fmla="*/ 1618012 h 1819275"/>
                <a:gd name="connsiteX1693" fmla="*/ 1042321 w 2305050"/>
                <a:gd name="connsiteY1693" fmla="*/ 1618774 h 1819275"/>
                <a:gd name="connsiteX1694" fmla="*/ 1044226 w 2305050"/>
                <a:gd name="connsiteY1694" fmla="*/ 1622870 h 1819275"/>
                <a:gd name="connsiteX1695" fmla="*/ 1044797 w 2305050"/>
                <a:gd name="connsiteY1695" fmla="*/ 1623822 h 1819275"/>
                <a:gd name="connsiteX1696" fmla="*/ 1045750 w 2305050"/>
                <a:gd name="connsiteY1696" fmla="*/ 1624965 h 1819275"/>
                <a:gd name="connsiteX1697" fmla="*/ 1050893 w 2305050"/>
                <a:gd name="connsiteY1697" fmla="*/ 1628966 h 1819275"/>
                <a:gd name="connsiteX1698" fmla="*/ 1051560 w 2305050"/>
                <a:gd name="connsiteY1698" fmla="*/ 1629156 h 1819275"/>
                <a:gd name="connsiteX1699" fmla="*/ 1052608 w 2305050"/>
                <a:gd name="connsiteY1699" fmla="*/ 1629251 h 1819275"/>
                <a:gd name="connsiteX1700" fmla="*/ 1054132 w 2305050"/>
                <a:gd name="connsiteY1700" fmla="*/ 1628775 h 1819275"/>
                <a:gd name="connsiteX1701" fmla="*/ 1054989 w 2305050"/>
                <a:gd name="connsiteY1701" fmla="*/ 1628394 h 1819275"/>
                <a:gd name="connsiteX1702" fmla="*/ 1055561 w 2305050"/>
                <a:gd name="connsiteY1702" fmla="*/ 1627918 h 1819275"/>
                <a:gd name="connsiteX1703" fmla="*/ 1056132 w 2305050"/>
                <a:gd name="connsiteY1703" fmla="*/ 1627061 h 1819275"/>
                <a:gd name="connsiteX1704" fmla="*/ 1056989 w 2305050"/>
                <a:gd name="connsiteY1704" fmla="*/ 1625727 h 1819275"/>
                <a:gd name="connsiteX1705" fmla="*/ 1057275 w 2305050"/>
                <a:gd name="connsiteY1705" fmla="*/ 1625346 h 1819275"/>
                <a:gd name="connsiteX1706" fmla="*/ 1058037 w 2305050"/>
                <a:gd name="connsiteY1706" fmla="*/ 1625060 h 1819275"/>
                <a:gd name="connsiteX1707" fmla="*/ 1061275 w 2305050"/>
                <a:gd name="connsiteY1707" fmla="*/ 1624298 h 1819275"/>
                <a:gd name="connsiteX1708" fmla="*/ 1063276 w 2305050"/>
                <a:gd name="connsiteY1708" fmla="*/ 1623155 h 1819275"/>
                <a:gd name="connsiteX1709" fmla="*/ 1063942 w 2305050"/>
                <a:gd name="connsiteY1709" fmla="*/ 1623060 h 1819275"/>
                <a:gd name="connsiteX1710" fmla="*/ 1064895 w 2305050"/>
                <a:gd name="connsiteY1710" fmla="*/ 1623441 h 1819275"/>
                <a:gd name="connsiteX1711" fmla="*/ 1065466 w 2305050"/>
                <a:gd name="connsiteY1711" fmla="*/ 1623727 h 1819275"/>
                <a:gd name="connsiteX1712" fmla="*/ 1065943 w 2305050"/>
                <a:gd name="connsiteY1712" fmla="*/ 1624108 h 1819275"/>
                <a:gd name="connsiteX1713" fmla="*/ 1066609 w 2305050"/>
                <a:gd name="connsiteY1713" fmla="*/ 1624870 h 1819275"/>
                <a:gd name="connsiteX1714" fmla="*/ 1066895 w 2305050"/>
                <a:gd name="connsiteY1714" fmla="*/ 1625251 h 1819275"/>
                <a:gd name="connsiteX1715" fmla="*/ 1067848 w 2305050"/>
                <a:gd name="connsiteY1715" fmla="*/ 1626489 h 1819275"/>
                <a:gd name="connsiteX1716" fmla="*/ 1068324 w 2305050"/>
                <a:gd name="connsiteY1716" fmla="*/ 1627251 h 1819275"/>
                <a:gd name="connsiteX1717" fmla="*/ 1070134 w 2305050"/>
                <a:gd name="connsiteY1717" fmla="*/ 1631156 h 1819275"/>
                <a:gd name="connsiteX1718" fmla="*/ 1072039 w 2305050"/>
                <a:gd name="connsiteY1718" fmla="*/ 1634204 h 1819275"/>
                <a:gd name="connsiteX1719" fmla="*/ 1072420 w 2305050"/>
                <a:gd name="connsiteY1719" fmla="*/ 1634585 h 1819275"/>
                <a:gd name="connsiteX1720" fmla="*/ 1073753 w 2305050"/>
                <a:gd name="connsiteY1720" fmla="*/ 1635824 h 1819275"/>
                <a:gd name="connsiteX1721" fmla="*/ 1074420 w 2305050"/>
                <a:gd name="connsiteY1721" fmla="*/ 1636205 h 1819275"/>
                <a:gd name="connsiteX1722" fmla="*/ 1074801 w 2305050"/>
                <a:gd name="connsiteY1722" fmla="*/ 1636490 h 1819275"/>
                <a:gd name="connsiteX1723" fmla="*/ 1075468 w 2305050"/>
                <a:gd name="connsiteY1723" fmla="*/ 1636586 h 1819275"/>
                <a:gd name="connsiteX1724" fmla="*/ 1076325 w 2305050"/>
                <a:gd name="connsiteY1724" fmla="*/ 1636395 h 1819275"/>
                <a:gd name="connsiteX1725" fmla="*/ 1077468 w 2305050"/>
                <a:gd name="connsiteY1725" fmla="*/ 1635633 h 1819275"/>
                <a:gd name="connsiteX1726" fmla="*/ 1078135 w 2305050"/>
                <a:gd name="connsiteY1726" fmla="*/ 1634966 h 1819275"/>
                <a:gd name="connsiteX1727" fmla="*/ 1078611 w 2305050"/>
                <a:gd name="connsiteY1727" fmla="*/ 1634490 h 1819275"/>
                <a:gd name="connsiteX1728" fmla="*/ 1078897 w 2305050"/>
                <a:gd name="connsiteY1728" fmla="*/ 1634014 h 1819275"/>
                <a:gd name="connsiteX1729" fmla="*/ 1079945 w 2305050"/>
                <a:gd name="connsiteY1729" fmla="*/ 1631537 h 1819275"/>
                <a:gd name="connsiteX1730" fmla="*/ 1080325 w 2305050"/>
                <a:gd name="connsiteY1730" fmla="*/ 1630299 h 1819275"/>
                <a:gd name="connsiteX1731" fmla="*/ 1080992 w 2305050"/>
                <a:gd name="connsiteY1731" fmla="*/ 1628775 h 1819275"/>
                <a:gd name="connsiteX1732" fmla="*/ 1082040 w 2305050"/>
                <a:gd name="connsiteY1732" fmla="*/ 1626870 h 1819275"/>
                <a:gd name="connsiteX1733" fmla="*/ 1088803 w 2305050"/>
                <a:gd name="connsiteY1733" fmla="*/ 1617726 h 1819275"/>
                <a:gd name="connsiteX1734" fmla="*/ 1089089 w 2305050"/>
                <a:gd name="connsiteY1734" fmla="*/ 1617250 h 1819275"/>
                <a:gd name="connsiteX1735" fmla="*/ 1089374 w 2305050"/>
                <a:gd name="connsiteY1735" fmla="*/ 1616774 h 1819275"/>
                <a:gd name="connsiteX1736" fmla="*/ 1089565 w 2305050"/>
                <a:gd name="connsiteY1736" fmla="*/ 1616297 h 1819275"/>
                <a:gd name="connsiteX1737" fmla="*/ 1091374 w 2305050"/>
                <a:gd name="connsiteY1737" fmla="*/ 1613821 h 1819275"/>
                <a:gd name="connsiteX1738" fmla="*/ 1095756 w 2305050"/>
                <a:gd name="connsiteY1738" fmla="*/ 1609535 h 1819275"/>
                <a:gd name="connsiteX1739" fmla="*/ 1096232 w 2305050"/>
                <a:gd name="connsiteY1739" fmla="*/ 1609154 h 1819275"/>
                <a:gd name="connsiteX1740" fmla="*/ 1096804 w 2305050"/>
                <a:gd name="connsiteY1740" fmla="*/ 1608868 h 1819275"/>
                <a:gd name="connsiteX1741" fmla="*/ 1099375 w 2305050"/>
                <a:gd name="connsiteY1741" fmla="*/ 1608201 h 1819275"/>
                <a:gd name="connsiteX1742" fmla="*/ 1100423 w 2305050"/>
                <a:gd name="connsiteY1742" fmla="*/ 1607820 h 1819275"/>
                <a:gd name="connsiteX1743" fmla="*/ 1102138 w 2305050"/>
                <a:gd name="connsiteY1743" fmla="*/ 1606677 h 1819275"/>
                <a:gd name="connsiteX1744" fmla="*/ 1102519 w 2305050"/>
                <a:gd name="connsiteY1744" fmla="*/ 1606296 h 1819275"/>
                <a:gd name="connsiteX1745" fmla="*/ 1103662 w 2305050"/>
                <a:gd name="connsiteY1745" fmla="*/ 1604963 h 1819275"/>
                <a:gd name="connsiteX1746" fmla="*/ 1104138 w 2305050"/>
                <a:gd name="connsiteY1746" fmla="*/ 1604296 h 1819275"/>
                <a:gd name="connsiteX1747" fmla="*/ 1104805 w 2305050"/>
                <a:gd name="connsiteY1747" fmla="*/ 1603534 h 1819275"/>
                <a:gd name="connsiteX1748" fmla="*/ 1105186 w 2305050"/>
                <a:gd name="connsiteY1748" fmla="*/ 1603248 h 1819275"/>
                <a:gd name="connsiteX1749" fmla="*/ 1105662 w 2305050"/>
                <a:gd name="connsiteY1749" fmla="*/ 1603058 h 1819275"/>
                <a:gd name="connsiteX1750" fmla="*/ 1106233 w 2305050"/>
                <a:gd name="connsiteY1750" fmla="*/ 1602962 h 1819275"/>
                <a:gd name="connsiteX1751" fmla="*/ 1108043 w 2305050"/>
                <a:gd name="connsiteY1751" fmla="*/ 1603820 h 1819275"/>
                <a:gd name="connsiteX1752" fmla="*/ 1108615 w 2305050"/>
                <a:gd name="connsiteY1752" fmla="*/ 1604010 h 1819275"/>
                <a:gd name="connsiteX1753" fmla="*/ 1109186 w 2305050"/>
                <a:gd name="connsiteY1753" fmla="*/ 1603915 h 1819275"/>
                <a:gd name="connsiteX1754" fmla="*/ 1109758 w 2305050"/>
                <a:gd name="connsiteY1754" fmla="*/ 1603820 h 1819275"/>
                <a:gd name="connsiteX1755" fmla="*/ 1110329 w 2305050"/>
                <a:gd name="connsiteY1755" fmla="*/ 1603724 h 1819275"/>
                <a:gd name="connsiteX1756" fmla="*/ 1110710 w 2305050"/>
                <a:gd name="connsiteY1756" fmla="*/ 1603439 h 1819275"/>
                <a:gd name="connsiteX1757" fmla="*/ 1111567 w 2305050"/>
                <a:gd name="connsiteY1757" fmla="*/ 1602867 h 1819275"/>
                <a:gd name="connsiteX1758" fmla="*/ 1112901 w 2305050"/>
                <a:gd name="connsiteY1758" fmla="*/ 1602010 h 1819275"/>
                <a:gd name="connsiteX1759" fmla="*/ 1113377 w 2305050"/>
                <a:gd name="connsiteY1759" fmla="*/ 1601819 h 1819275"/>
                <a:gd name="connsiteX1760" fmla="*/ 1113949 w 2305050"/>
                <a:gd name="connsiteY1760" fmla="*/ 1601915 h 1819275"/>
                <a:gd name="connsiteX1761" fmla="*/ 1114425 w 2305050"/>
                <a:gd name="connsiteY1761" fmla="*/ 1602105 h 1819275"/>
                <a:gd name="connsiteX1762" fmla="*/ 1114711 w 2305050"/>
                <a:gd name="connsiteY1762" fmla="*/ 1602581 h 1819275"/>
                <a:gd name="connsiteX1763" fmla="*/ 1114711 w 2305050"/>
                <a:gd name="connsiteY1763" fmla="*/ 1603534 h 1819275"/>
                <a:gd name="connsiteX1764" fmla="*/ 1114044 w 2305050"/>
                <a:gd name="connsiteY1764" fmla="*/ 1606106 h 1819275"/>
                <a:gd name="connsiteX1765" fmla="*/ 1113568 w 2305050"/>
                <a:gd name="connsiteY1765" fmla="*/ 1607344 h 1819275"/>
                <a:gd name="connsiteX1766" fmla="*/ 1112520 w 2305050"/>
                <a:gd name="connsiteY1766" fmla="*/ 1609344 h 1819275"/>
                <a:gd name="connsiteX1767" fmla="*/ 1111377 w 2305050"/>
                <a:gd name="connsiteY1767" fmla="*/ 1611059 h 1819275"/>
                <a:gd name="connsiteX1768" fmla="*/ 1110043 w 2305050"/>
                <a:gd name="connsiteY1768" fmla="*/ 1613345 h 1819275"/>
                <a:gd name="connsiteX1769" fmla="*/ 1107662 w 2305050"/>
                <a:gd name="connsiteY1769" fmla="*/ 1616774 h 1819275"/>
                <a:gd name="connsiteX1770" fmla="*/ 1107186 w 2305050"/>
                <a:gd name="connsiteY1770" fmla="*/ 1617631 h 1819275"/>
                <a:gd name="connsiteX1771" fmla="*/ 1106996 w 2305050"/>
                <a:gd name="connsiteY1771" fmla="*/ 1618107 h 1819275"/>
                <a:gd name="connsiteX1772" fmla="*/ 1107472 w 2305050"/>
                <a:gd name="connsiteY1772" fmla="*/ 1619060 h 1819275"/>
                <a:gd name="connsiteX1773" fmla="*/ 1108139 w 2305050"/>
                <a:gd name="connsiteY1773" fmla="*/ 1619917 h 1819275"/>
                <a:gd name="connsiteX1774" fmla="*/ 1112234 w 2305050"/>
                <a:gd name="connsiteY1774" fmla="*/ 1622489 h 1819275"/>
                <a:gd name="connsiteX1775" fmla="*/ 1112520 w 2305050"/>
                <a:gd name="connsiteY1775" fmla="*/ 1622012 h 1819275"/>
                <a:gd name="connsiteX1776" fmla="*/ 1114520 w 2305050"/>
                <a:gd name="connsiteY1776" fmla="*/ 1619441 h 1819275"/>
                <a:gd name="connsiteX1777" fmla="*/ 1116901 w 2305050"/>
                <a:gd name="connsiteY1777" fmla="*/ 1618107 h 1819275"/>
                <a:gd name="connsiteX1778" fmla="*/ 1119664 w 2305050"/>
                <a:gd name="connsiteY1778" fmla="*/ 1617726 h 1819275"/>
                <a:gd name="connsiteX1779" fmla="*/ 1126522 w 2305050"/>
                <a:gd name="connsiteY1779" fmla="*/ 1617916 h 1819275"/>
                <a:gd name="connsiteX1780" fmla="*/ 1129093 w 2305050"/>
                <a:gd name="connsiteY1780" fmla="*/ 1617440 h 1819275"/>
                <a:gd name="connsiteX1781" fmla="*/ 1131189 w 2305050"/>
                <a:gd name="connsiteY1781" fmla="*/ 1615916 h 1819275"/>
                <a:gd name="connsiteX1782" fmla="*/ 1133570 w 2305050"/>
                <a:gd name="connsiteY1782" fmla="*/ 1611344 h 1819275"/>
                <a:gd name="connsiteX1783" fmla="*/ 1137380 w 2305050"/>
                <a:gd name="connsiteY1783" fmla="*/ 1607915 h 1819275"/>
                <a:gd name="connsiteX1784" fmla="*/ 1137761 w 2305050"/>
                <a:gd name="connsiteY1784" fmla="*/ 1606487 h 1819275"/>
                <a:gd name="connsiteX1785" fmla="*/ 1137666 w 2305050"/>
                <a:gd name="connsiteY1785" fmla="*/ 1598105 h 1819275"/>
                <a:gd name="connsiteX1786" fmla="*/ 1137761 w 2305050"/>
                <a:gd name="connsiteY1786" fmla="*/ 1597247 h 1819275"/>
                <a:gd name="connsiteX1787" fmla="*/ 1140047 w 2305050"/>
                <a:gd name="connsiteY1787" fmla="*/ 1598105 h 1819275"/>
                <a:gd name="connsiteX1788" fmla="*/ 1140809 w 2305050"/>
                <a:gd name="connsiteY1788" fmla="*/ 1597819 h 1819275"/>
                <a:gd name="connsiteX1789" fmla="*/ 1139666 w 2305050"/>
                <a:gd name="connsiteY1789" fmla="*/ 1596200 h 1819275"/>
                <a:gd name="connsiteX1790" fmla="*/ 1139666 w 2305050"/>
                <a:gd name="connsiteY1790" fmla="*/ 1595723 h 1819275"/>
                <a:gd name="connsiteX1791" fmla="*/ 1139952 w 2305050"/>
                <a:gd name="connsiteY1791" fmla="*/ 1595247 h 1819275"/>
                <a:gd name="connsiteX1792" fmla="*/ 1141000 w 2305050"/>
                <a:gd name="connsiteY1792" fmla="*/ 1594771 h 1819275"/>
                <a:gd name="connsiteX1793" fmla="*/ 1142905 w 2305050"/>
                <a:gd name="connsiteY1793" fmla="*/ 1594485 h 1819275"/>
                <a:gd name="connsiteX1794" fmla="*/ 1157668 w 2305050"/>
                <a:gd name="connsiteY1794" fmla="*/ 1596200 h 1819275"/>
                <a:gd name="connsiteX1795" fmla="*/ 1158526 w 2305050"/>
                <a:gd name="connsiteY1795" fmla="*/ 1596771 h 1819275"/>
                <a:gd name="connsiteX1796" fmla="*/ 1158907 w 2305050"/>
                <a:gd name="connsiteY1796" fmla="*/ 1597152 h 1819275"/>
                <a:gd name="connsiteX1797" fmla="*/ 1159764 w 2305050"/>
                <a:gd name="connsiteY1797" fmla="*/ 1598390 h 1819275"/>
                <a:gd name="connsiteX1798" fmla="*/ 1160336 w 2305050"/>
                <a:gd name="connsiteY1798" fmla="*/ 1598866 h 1819275"/>
                <a:gd name="connsiteX1799" fmla="*/ 1161193 w 2305050"/>
                <a:gd name="connsiteY1799" fmla="*/ 1599343 h 1819275"/>
                <a:gd name="connsiteX1800" fmla="*/ 1162907 w 2305050"/>
                <a:gd name="connsiteY1800" fmla="*/ 1600010 h 1819275"/>
                <a:gd name="connsiteX1801" fmla="*/ 1163860 w 2305050"/>
                <a:gd name="connsiteY1801" fmla="*/ 1600105 h 1819275"/>
                <a:gd name="connsiteX1802" fmla="*/ 1164622 w 2305050"/>
                <a:gd name="connsiteY1802" fmla="*/ 1600105 h 1819275"/>
                <a:gd name="connsiteX1803" fmla="*/ 1165574 w 2305050"/>
                <a:gd name="connsiteY1803" fmla="*/ 1599629 h 1819275"/>
                <a:gd name="connsiteX1804" fmla="*/ 1167670 w 2305050"/>
                <a:gd name="connsiteY1804" fmla="*/ 1598200 h 1819275"/>
                <a:gd name="connsiteX1805" fmla="*/ 1168813 w 2305050"/>
                <a:gd name="connsiteY1805" fmla="*/ 1597724 h 1819275"/>
                <a:gd name="connsiteX1806" fmla="*/ 1170337 w 2305050"/>
                <a:gd name="connsiteY1806" fmla="*/ 1597438 h 1819275"/>
                <a:gd name="connsiteX1807" fmla="*/ 1170908 w 2305050"/>
                <a:gd name="connsiteY1807" fmla="*/ 1597247 h 1819275"/>
                <a:gd name="connsiteX1808" fmla="*/ 1171480 w 2305050"/>
                <a:gd name="connsiteY1808" fmla="*/ 1596866 h 1819275"/>
                <a:gd name="connsiteX1809" fmla="*/ 1174337 w 2305050"/>
                <a:gd name="connsiteY1809" fmla="*/ 1593723 h 1819275"/>
                <a:gd name="connsiteX1810" fmla="*/ 1177385 w 2305050"/>
                <a:gd name="connsiteY1810" fmla="*/ 1590675 h 1819275"/>
                <a:gd name="connsiteX1811" fmla="*/ 1177862 w 2305050"/>
                <a:gd name="connsiteY1811" fmla="*/ 1590008 h 1819275"/>
                <a:gd name="connsiteX1812" fmla="*/ 1178338 w 2305050"/>
                <a:gd name="connsiteY1812" fmla="*/ 1588865 h 1819275"/>
                <a:gd name="connsiteX1813" fmla="*/ 1178909 w 2305050"/>
                <a:gd name="connsiteY1813" fmla="*/ 1587151 h 1819275"/>
                <a:gd name="connsiteX1814" fmla="*/ 1179100 w 2305050"/>
                <a:gd name="connsiteY1814" fmla="*/ 1586008 h 1819275"/>
                <a:gd name="connsiteX1815" fmla="*/ 1179576 w 2305050"/>
                <a:gd name="connsiteY1815" fmla="*/ 1581817 h 1819275"/>
                <a:gd name="connsiteX1816" fmla="*/ 1179957 w 2305050"/>
                <a:gd name="connsiteY1816" fmla="*/ 1581055 h 1819275"/>
                <a:gd name="connsiteX1817" fmla="*/ 1180433 w 2305050"/>
                <a:gd name="connsiteY1817" fmla="*/ 1580198 h 1819275"/>
                <a:gd name="connsiteX1818" fmla="*/ 1182624 w 2305050"/>
                <a:gd name="connsiteY1818" fmla="*/ 1577435 h 1819275"/>
                <a:gd name="connsiteX1819" fmla="*/ 1183100 w 2305050"/>
                <a:gd name="connsiteY1819" fmla="*/ 1576769 h 1819275"/>
                <a:gd name="connsiteX1820" fmla="*/ 1183576 w 2305050"/>
                <a:gd name="connsiteY1820" fmla="*/ 1575721 h 1819275"/>
                <a:gd name="connsiteX1821" fmla="*/ 1185672 w 2305050"/>
                <a:gd name="connsiteY1821" fmla="*/ 1569911 h 1819275"/>
                <a:gd name="connsiteX1822" fmla="*/ 1191578 w 2305050"/>
                <a:gd name="connsiteY1822" fmla="*/ 1557909 h 1819275"/>
                <a:gd name="connsiteX1823" fmla="*/ 1192435 w 2305050"/>
                <a:gd name="connsiteY1823" fmla="*/ 1556576 h 1819275"/>
                <a:gd name="connsiteX1824" fmla="*/ 1195006 w 2305050"/>
                <a:gd name="connsiteY1824" fmla="*/ 1554099 h 1819275"/>
                <a:gd name="connsiteX1825" fmla="*/ 1196435 w 2305050"/>
                <a:gd name="connsiteY1825" fmla="*/ 1552766 h 1819275"/>
                <a:gd name="connsiteX1826" fmla="*/ 1196912 w 2305050"/>
                <a:gd name="connsiteY1826" fmla="*/ 1552289 h 1819275"/>
                <a:gd name="connsiteX1827" fmla="*/ 1201293 w 2305050"/>
                <a:gd name="connsiteY1827" fmla="*/ 1543907 h 1819275"/>
                <a:gd name="connsiteX1828" fmla="*/ 1202246 w 2305050"/>
                <a:gd name="connsiteY1828" fmla="*/ 1541145 h 1819275"/>
                <a:gd name="connsiteX1829" fmla="*/ 1204055 w 2305050"/>
                <a:gd name="connsiteY1829" fmla="*/ 1537811 h 1819275"/>
                <a:gd name="connsiteX1830" fmla="*/ 1205293 w 2305050"/>
                <a:gd name="connsiteY1830" fmla="*/ 1536097 h 1819275"/>
                <a:gd name="connsiteX1831" fmla="*/ 1205960 w 2305050"/>
                <a:gd name="connsiteY1831" fmla="*/ 1534573 h 1819275"/>
                <a:gd name="connsiteX1832" fmla="*/ 1206246 w 2305050"/>
                <a:gd name="connsiteY1832" fmla="*/ 1534192 h 1819275"/>
                <a:gd name="connsiteX1833" fmla="*/ 1206817 w 2305050"/>
                <a:gd name="connsiteY1833" fmla="*/ 1533811 h 1819275"/>
                <a:gd name="connsiteX1834" fmla="*/ 1211866 w 2305050"/>
                <a:gd name="connsiteY1834" fmla="*/ 1531144 h 1819275"/>
                <a:gd name="connsiteX1835" fmla="*/ 1215581 w 2305050"/>
                <a:gd name="connsiteY1835" fmla="*/ 1528382 h 1819275"/>
                <a:gd name="connsiteX1836" fmla="*/ 1216438 w 2305050"/>
                <a:gd name="connsiteY1836" fmla="*/ 1528286 h 1819275"/>
                <a:gd name="connsiteX1837" fmla="*/ 1217581 w 2305050"/>
                <a:gd name="connsiteY1837" fmla="*/ 1528286 h 1819275"/>
                <a:gd name="connsiteX1838" fmla="*/ 1219962 w 2305050"/>
                <a:gd name="connsiteY1838" fmla="*/ 1528858 h 1819275"/>
                <a:gd name="connsiteX1839" fmla="*/ 1221010 w 2305050"/>
                <a:gd name="connsiteY1839" fmla="*/ 1529239 h 1819275"/>
                <a:gd name="connsiteX1840" fmla="*/ 1221867 w 2305050"/>
                <a:gd name="connsiteY1840" fmla="*/ 1529620 h 1819275"/>
                <a:gd name="connsiteX1841" fmla="*/ 1223010 w 2305050"/>
                <a:gd name="connsiteY1841" fmla="*/ 1530572 h 1819275"/>
                <a:gd name="connsiteX1842" fmla="*/ 1226344 w 2305050"/>
                <a:gd name="connsiteY1842" fmla="*/ 1532573 h 1819275"/>
                <a:gd name="connsiteX1843" fmla="*/ 1227106 w 2305050"/>
                <a:gd name="connsiteY1843" fmla="*/ 1532858 h 1819275"/>
                <a:gd name="connsiteX1844" fmla="*/ 1230344 w 2305050"/>
                <a:gd name="connsiteY1844" fmla="*/ 1533335 h 1819275"/>
                <a:gd name="connsiteX1845" fmla="*/ 1231297 w 2305050"/>
                <a:gd name="connsiteY1845" fmla="*/ 1533716 h 1819275"/>
                <a:gd name="connsiteX1846" fmla="*/ 1232059 w 2305050"/>
                <a:gd name="connsiteY1846" fmla="*/ 1534001 h 1819275"/>
                <a:gd name="connsiteX1847" fmla="*/ 1232345 w 2305050"/>
                <a:gd name="connsiteY1847" fmla="*/ 1534382 h 1819275"/>
                <a:gd name="connsiteX1848" fmla="*/ 1237679 w 2305050"/>
                <a:gd name="connsiteY1848" fmla="*/ 1538002 h 1819275"/>
                <a:gd name="connsiteX1849" fmla="*/ 1238345 w 2305050"/>
                <a:gd name="connsiteY1849" fmla="*/ 1538764 h 1819275"/>
                <a:gd name="connsiteX1850" fmla="*/ 1239012 w 2305050"/>
                <a:gd name="connsiteY1850" fmla="*/ 1539526 h 1819275"/>
                <a:gd name="connsiteX1851" fmla="*/ 1239298 w 2305050"/>
                <a:gd name="connsiteY1851" fmla="*/ 1539907 h 1819275"/>
                <a:gd name="connsiteX1852" fmla="*/ 1239774 w 2305050"/>
                <a:gd name="connsiteY1852" fmla="*/ 1540288 h 1819275"/>
                <a:gd name="connsiteX1853" fmla="*/ 1240250 w 2305050"/>
                <a:gd name="connsiteY1853" fmla="*/ 1540478 h 1819275"/>
                <a:gd name="connsiteX1854" fmla="*/ 1240917 w 2305050"/>
                <a:gd name="connsiteY1854" fmla="*/ 1540669 h 1819275"/>
                <a:gd name="connsiteX1855" fmla="*/ 1241774 w 2305050"/>
                <a:gd name="connsiteY1855" fmla="*/ 1540574 h 1819275"/>
                <a:gd name="connsiteX1856" fmla="*/ 1242346 w 2305050"/>
                <a:gd name="connsiteY1856" fmla="*/ 1540478 h 1819275"/>
                <a:gd name="connsiteX1857" fmla="*/ 1248251 w 2305050"/>
                <a:gd name="connsiteY1857" fmla="*/ 1537811 h 1819275"/>
                <a:gd name="connsiteX1858" fmla="*/ 1248918 w 2305050"/>
                <a:gd name="connsiteY1858" fmla="*/ 1537335 h 1819275"/>
                <a:gd name="connsiteX1859" fmla="*/ 1251109 w 2305050"/>
                <a:gd name="connsiteY1859" fmla="*/ 1534954 h 1819275"/>
                <a:gd name="connsiteX1860" fmla="*/ 1253966 w 2305050"/>
                <a:gd name="connsiteY1860" fmla="*/ 1530572 h 1819275"/>
                <a:gd name="connsiteX1861" fmla="*/ 1257586 w 2305050"/>
                <a:gd name="connsiteY1861" fmla="*/ 1524286 h 1819275"/>
                <a:gd name="connsiteX1862" fmla="*/ 1258919 w 2305050"/>
                <a:gd name="connsiteY1862" fmla="*/ 1522571 h 1819275"/>
                <a:gd name="connsiteX1863" fmla="*/ 1259681 w 2305050"/>
                <a:gd name="connsiteY1863" fmla="*/ 1521905 h 1819275"/>
                <a:gd name="connsiteX1864" fmla="*/ 1260539 w 2305050"/>
                <a:gd name="connsiteY1864" fmla="*/ 1521333 h 1819275"/>
                <a:gd name="connsiteX1865" fmla="*/ 1270540 w 2305050"/>
                <a:gd name="connsiteY1865" fmla="*/ 1516285 h 1819275"/>
                <a:gd name="connsiteX1866" fmla="*/ 1278255 w 2305050"/>
                <a:gd name="connsiteY1866" fmla="*/ 1514094 h 1819275"/>
                <a:gd name="connsiteX1867" fmla="*/ 1279017 w 2305050"/>
                <a:gd name="connsiteY1867" fmla="*/ 1514094 h 1819275"/>
                <a:gd name="connsiteX1868" fmla="*/ 1280255 w 2305050"/>
                <a:gd name="connsiteY1868" fmla="*/ 1514189 h 1819275"/>
                <a:gd name="connsiteX1869" fmla="*/ 1281113 w 2305050"/>
                <a:gd name="connsiteY1869" fmla="*/ 1514475 h 1819275"/>
                <a:gd name="connsiteX1870" fmla="*/ 1281970 w 2305050"/>
                <a:gd name="connsiteY1870" fmla="*/ 1514951 h 1819275"/>
                <a:gd name="connsiteX1871" fmla="*/ 1283113 w 2305050"/>
                <a:gd name="connsiteY1871" fmla="*/ 1515999 h 1819275"/>
                <a:gd name="connsiteX1872" fmla="*/ 1283589 w 2305050"/>
                <a:gd name="connsiteY1872" fmla="*/ 1516666 h 1819275"/>
                <a:gd name="connsiteX1873" fmla="*/ 1283970 w 2305050"/>
                <a:gd name="connsiteY1873" fmla="*/ 1517237 h 1819275"/>
                <a:gd name="connsiteX1874" fmla="*/ 1286065 w 2305050"/>
                <a:gd name="connsiteY1874" fmla="*/ 1522190 h 1819275"/>
                <a:gd name="connsiteX1875" fmla="*/ 1286351 w 2305050"/>
                <a:gd name="connsiteY1875" fmla="*/ 1522666 h 1819275"/>
                <a:gd name="connsiteX1876" fmla="*/ 1286637 w 2305050"/>
                <a:gd name="connsiteY1876" fmla="*/ 1523143 h 1819275"/>
                <a:gd name="connsiteX1877" fmla="*/ 1287304 w 2305050"/>
                <a:gd name="connsiteY1877" fmla="*/ 1523810 h 1819275"/>
                <a:gd name="connsiteX1878" fmla="*/ 1287875 w 2305050"/>
                <a:gd name="connsiteY1878" fmla="*/ 1524286 h 1819275"/>
                <a:gd name="connsiteX1879" fmla="*/ 1288447 w 2305050"/>
                <a:gd name="connsiteY1879" fmla="*/ 1524572 h 1819275"/>
                <a:gd name="connsiteX1880" fmla="*/ 1289495 w 2305050"/>
                <a:gd name="connsiteY1880" fmla="*/ 1525048 h 1819275"/>
                <a:gd name="connsiteX1881" fmla="*/ 1290352 w 2305050"/>
                <a:gd name="connsiteY1881" fmla="*/ 1525238 h 1819275"/>
                <a:gd name="connsiteX1882" fmla="*/ 1291685 w 2305050"/>
                <a:gd name="connsiteY1882" fmla="*/ 1525238 h 1819275"/>
                <a:gd name="connsiteX1883" fmla="*/ 1298543 w 2305050"/>
                <a:gd name="connsiteY1883" fmla="*/ 1524572 h 1819275"/>
                <a:gd name="connsiteX1884" fmla="*/ 1302544 w 2305050"/>
                <a:gd name="connsiteY1884" fmla="*/ 1523714 h 1819275"/>
                <a:gd name="connsiteX1885" fmla="*/ 1304163 w 2305050"/>
                <a:gd name="connsiteY1885" fmla="*/ 1523143 h 1819275"/>
                <a:gd name="connsiteX1886" fmla="*/ 1305020 w 2305050"/>
                <a:gd name="connsiteY1886" fmla="*/ 1522571 h 1819275"/>
                <a:gd name="connsiteX1887" fmla="*/ 1317689 w 2305050"/>
                <a:gd name="connsiteY1887" fmla="*/ 1513713 h 1819275"/>
                <a:gd name="connsiteX1888" fmla="*/ 1318260 w 2305050"/>
                <a:gd name="connsiteY1888" fmla="*/ 1513618 h 1819275"/>
                <a:gd name="connsiteX1889" fmla="*/ 1319403 w 2305050"/>
                <a:gd name="connsiteY1889" fmla="*/ 1513427 h 1819275"/>
                <a:gd name="connsiteX1890" fmla="*/ 1320737 w 2305050"/>
                <a:gd name="connsiteY1890" fmla="*/ 1513427 h 1819275"/>
                <a:gd name="connsiteX1891" fmla="*/ 1323404 w 2305050"/>
                <a:gd name="connsiteY1891" fmla="*/ 1513904 h 1819275"/>
                <a:gd name="connsiteX1892" fmla="*/ 1324832 w 2305050"/>
                <a:gd name="connsiteY1892" fmla="*/ 1513904 h 1819275"/>
                <a:gd name="connsiteX1893" fmla="*/ 1327214 w 2305050"/>
                <a:gd name="connsiteY1893" fmla="*/ 1513523 h 1819275"/>
                <a:gd name="connsiteX1894" fmla="*/ 1328261 w 2305050"/>
                <a:gd name="connsiteY1894" fmla="*/ 1513141 h 1819275"/>
                <a:gd name="connsiteX1895" fmla="*/ 1335214 w 2305050"/>
                <a:gd name="connsiteY1895" fmla="*/ 1509522 h 1819275"/>
                <a:gd name="connsiteX1896" fmla="*/ 1337405 w 2305050"/>
                <a:gd name="connsiteY1896" fmla="*/ 1508855 h 1819275"/>
                <a:gd name="connsiteX1897" fmla="*/ 1347025 w 2305050"/>
                <a:gd name="connsiteY1897" fmla="*/ 1507522 h 1819275"/>
                <a:gd name="connsiteX1898" fmla="*/ 1348073 w 2305050"/>
                <a:gd name="connsiteY1898" fmla="*/ 1507141 h 1819275"/>
                <a:gd name="connsiteX1899" fmla="*/ 1349026 w 2305050"/>
                <a:gd name="connsiteY1899" fmla="*/ 1506474 h 1819275"/>
                <a:gd name="connsiteX1900" fmla="*/ 1349597 w 2305050"/>
                <a:gd name="connsiteY1900" fmla="*/ 1505998 h 1819275"/>
                <a:gd name="connsiteX1901" fmla="*/ 1349978 w 2305050"/>
                <a:gd name="connsiteY1901" fmla="*/ 1505331 h 1819275"/>
                <a:gd name="connsiteX1902" fmla="*/ 1350169 w 2305050"/>
                <a:gd name="connsiteY1902" fmla="*/ 1504474 h 1819275"/>
                <a:gd name="connsiteX1903" fmla="*/ 1350169 w 2305050"/>
                <a:gd name="connsiteY1903" fmla="*/ 1502950 h 1819275"/>
                <a:gd name="connsiteX1904" fmla="*/ 1350073 w 2305050"/>
                <a:gd name="connsiteY1904" fmla="*/ 1502093 h 1819275"/>
                <a:gd name="connsiteX1905" fmla="*/ 1349883 w 2305050"/>
                <a:gd name="connsiteY1905" fmla="*/ 1501426 h 1819275"/>
                <a:gd name="connsiteX1906" fmla="*/ 1349597 w 2305050"/>
                <a:gd name="connsiteY1906" fmla="*/ 1501045 h 1819275"/>
                <a:gd name="connsiteX1907" fmla="*/ 1347978 w 2305050"/>
                <a:gd name="connsiteY1907" fmla="*/ 1499045 h 1819275"/>
                <a:gd name="connsiteX1908" fmla="*/ 1347121 w 2305050"/>
                <a:gd name="connsiteY1908" fmla="*/ 1497711 h 1819275"/>
                <a:gd name="connsiteX1909" fmla="*/ 1346264 w 2305050"/>
                <a:gd name="connsiteY1909" fmla="*/ 1495711 h 1819275"/>
                <a:gd name="connsiteX1910" fmla="*/ 1345882 w 2305050"/>
                <a:gd name="connsiteY1910" fmla="*/ 1494663 h 1819275"/>
                <a:gd name="connsiteX1911" fmla="*/ 1345692 w 2305050"/>
                <a:gd name="connsiteY1911" fmla="*/ 1493425 h 1819275"/>
                <a:gd name="connsiteX1912" fmla="*/ 1345692 w 2305050"/>
                <a:gd name="connsiteY1912" fmla="*/ 1492758 h 1819275"/>
                <a:gd name="connsiteX1913" fmla="*/ 1345692 w 2305050"/>
                <a:gd name="connsiteY1913" fmla="*/ 1492091 h 1819275"/>
                <a:gd name="connsiteX1914" fmla="*/ 1345787 w 2305050"/>
                <a:gd name="connsiteY1914" fmla="*/ 1491329 h 1819275"/>
                <a:gd name="connsiteX1915" fmla="*/ 1346073 w 2305050"/>
                <a:gd name="connsiteY1915" fmla="*/ 1490472 h 1819275"/>
                <a:gd name="connsiteX1916" fmla="*/ 1346549 w 2305050"/>
                <a:gd name="connsiteY1916" fmla="*/ 1489234 h 1819275"/>
                <a:gd name="connsiteX1917" fmla="*/ 1348645 w 2305050"/>
                <a:gd name="connsiteY1917" fmla="*/ 1486091 h 1819275"/>
                <a:gd name="connsiteX1918" fmla="*/ 1350264 w 2305050"/>
                <a:gd name="connsiteY1918" fmla="*/ 1484662 h 1819275"/>
                <a:gd name="connsiteX1919" fmla="*/ 1355884 w 2305050"/>
                <a:gd name="connsiteY1919" fmla="*/ 1480852 h 1819275"/>
                <a:gd name="connsiteX1920" fmla="*/ 1353883 w 2305050"/>
                <a:gd name="connsiteY1920" fmla="*/ 1477423 h 1819275"/>
                <a:gd name="connsiteX1921" fmla="*/ 1352836 w 2305050"/>
                <a:gd name="connsiteY1921" fmla="*/ 1476185 h 1819275"/>
                <a:gd name="connsiteX1922" fmla="*/ 1348359 w 2305050"/>
                <a:gd name="connsiteY1922" fmla="*/ 1473327 h 1819275"/>
                <a:gd name="connsiteX1923" fmla="*/ 1347692 w 2305050"/>
                <a:gd name="connsiteY1923" fmla="*/ 1472660 h 1819275"/>
                <a:gd name="connsiteX1924" fmla="*/ 1347406 w 2305050"/>
                <a:gd name="connsiteY1924" fmla="*/ 1471898 h 1819275"/>
                <a:gd name="connsiteX1925" fmla="*/ 1347311 w 2305050"/>
                <a:gd name="connsiteY1925" fmla="*/ 1471327 h 1819275"/>
                <a:gd name="connsiteX1926" fmla="*/ 1347311 w 2305050"/>
                <a:gd name="connsiteY1926" fmla="*/ 1467898 h 1819275"/>
                <a:gd name="connsiteX1927" fmla="*/ 1347216 w 2305050"/>
                <a:gd name="connsiteY1927" fmla="*/ 1467326 h 1819275"/>
                <a:gd name="connsiteX1928" fmla="*/ 1347121 w 2305050"/>
                <a:gd name="connsiteY1928" fmla="*/ 1466850 h 1819275"/>
                <a:gd name="connsiteX1929" fmla="*/ 1345787 w 2305050"/>
                <a:gd name="connsiteY1929" fmla="*/ 1463040 h 1819275"/>
                <a:gd name="connsiteX1930" fmla="*/ 1345406 w 2305050"/>
                <a:gd name="connsiteY1930" fmla="*/ 1462373 h 1819275"/>
                <a:gd name="connsiteX1931" fmla="*/ 1345025 w 2305050"/>
                <a:gd name="connsiteY1931" fmla="*/ 1461802 h 1819275"/>
                <a:gd name="connsiteX1932" fmla="*/ 1344644 w 2305050"/>
                <a:gd name="connsiteY1932" fmla="*/ 1461421 h 1819275"/>
                <a:gd name="connsiteX1933" fmla="*/ 1344263 w 2305050"/>
                <a:gd name="connsiteY1933" fmla="*/ 1461040 h 1819275"/>
                <a:gd name="connsiteX1934" fmla="*/ 1343025 w 2305050"/>
                <a:gd name="connsiteY1934" fmla="*/ 1460373 h 1819275"/>
                <a:gd name="connsiteX1935" fmla="*/ 1342263 w 2305050"/>
                <a:gd name="connsiteY1935" fmla="*/ 1459897 h 1819275"/>
                <a:gd name="connsiteX1936" fmla="*/ 1341120 w 2305050"/>
                <a:gd name="connsiteY1936" fmla="*/ 1458754 h 1819275"/>
                <a:gd name="connsiteX1937" fmla="*/ 1339882 w 2305050"/>
                <a:gd name="connsiteY1937" fmla="*/ 1457135 h 1819275"/>
                <a:gd name="connsiteX1938" fmla="*/ 1337024 w 2305050"/>
                <a:gd name="connsiteY1938" fmla="*/ 1451801 h 1819275"/>
                <a:gd name="connsiteX1939" fmla="*/ 1336548 w 2305050"/>
                <a:gd name="connsiteY1939" fmla="*/ 1451134 h 1819275"/>
                <a:gd name="connsiteX1940" fmla="*/ 1336167 w 2305050"/>
                <a:gd name="connsiteY1940" fmla="*/ 1450753 h 1819275"/>
                <a:gd name="connsiteX1941" fmla="*/ 1332071 w 2305050"/>
                <a:gd name="connsiteY1941" fmla="*/ 1447610 h 1819275"/>
                <a:gd name="connsiteX1942" fmla="*/ 1329881 w 2305050"/>
                <a:gd name="connsiteY1942" fmla="*/ 1445133 h 1819275"/>
                <a:gd name="connsiteX1943" fmla="*/ 1329404 w 2305050"/>
                <a:gd name="connsiteY1943" fmla="*/ 1444276 h 1819275"/>
                <a:gd name="connsiteX1944" fmla="*/ 1329404 w 2305050"/>
                <a:gd name="connsiteY1944" fmla="*/ 1443800 h 1819275"/>
                <a:gd name="connsiteX1945" fmla="*/ 1329785 w 2305050"/>
                <a:gd name="connsiteY1945" fmla="*/ 1443704 h 1819275"/>
                <a:gd name="connsiteX1946" fmla="*/ 1330357 w 2305050"/>
                <a:gd name="connsiteY1946" fmla="*/ 1443800 h 1819275"/>
                <a:gd name="connsiteX1947" fmla="*/ 1331976 w 2305050"/>
                <a:gd name="connsiteY1947" fmla="*/ 1444466 h 1819275"/>
                <a:gd name="connsiteX1948" fmla="*/ 1332548 w 2305050"/>
                <a:gd name="connsiteY1948" fmla="*/ 1444562 h 1819275"/>
                <a:gd name="connsiteX1949" fmla="*/ 1333119 w 2305050"/>
                <a:gd name="connsiteY1949" fmla="*/ 1444466 h 1819275"/>
                <a:gd name="connsiteX1950" fmla="*/ 1333500 w 2305050"/>
                <a:gd name="connsiteY1950" fmla="*/ 1444181 h 1819275"/>
                <a:gd name="connsiteX1951" fmla="*/ 1333881 w 2305050"/>
                <a:gd name="connsiteY1951" fmla="*/ 1443800 h 1819275"/>
                <a:gd name="connsiteX1952" fmla="*/ 1333976 w 2305050"/>
                <a:gd name="connsiteY1952" fmla="*/ 1443228 h 1819275"/>
                <a:gd name="connsiteX1953" fmla="*/ 1334072 w 2305050"/>
                <a:gd name="connsiteY1953" fmla="*/ 1441323 h 1819275"/>
                <a:gd name="connsiteX1954" fmla="*/ 1334167 w 2305050"/>
                <a:gd name="connsiteY1954" fmla="*/ 1440656 h 1819275"/>
                <a:gd name="connsiteX1955" fmla="*/ 1334833 w 2305050"/>
                <a:gd name="connsiteY1955" fmla="*/ 1438180 h 1819275"/>
                <a:gd name="connsiteX1956" fmla="*/ 1335119 w 2305050"/>
                <a:gd name="connsiteY1956" fmla="*/ 1437704 h 1819275"/>
                <a:gd name="connsiteX1957" fmla="*/ 1335405 w 2305050"/>
                <a:gd name="connsiteY1957" fmla="*/ 1437227 h 1819275"/>
                <a:gd name="connsiteX1958" fmla="*/ 1335786 w 2305050"/>
                <a:gd name="connsiteY1958" fmla="*/ 1436941 h 1819275"/>
                <a:gd name="connsiteX1959" fmla="*/ 1336262 w 2305050"/>
                <a:gd name="connsiteY1959" fmla="*/ 1436656 h 1819275"/>
                <a:gd name="connsiteX1960" fmla="*/ 1336834 w 2305050"/>
                <a:gd name="connsiteY1960" fmla="*/ 1436561 h 1819275"/>
                <a:gd name="connsiteX1961" fmla="*/ 1337500 w 2305050"/>
                <a:gd name="connsiteY1961" fmla="*/ 1436561 h 1819275"/>
                <a:gd name="connsiteX1962" fmla="*/ 1338072 w 2305050"/>
                <a:gd name="connsiteY1962" fmla="*/ 1436656 h 1819275"/>
                <a:gd name="connsiteX1963" fmla="*/ 1339501 w 2305050"/>
                <a:gd name="connsiteY1963" fmla="*/ 1437418 h 1819275"/>
                <a:gd name="connsiteX1964" fmla="*/ 1340072 w 2305050"/>
                <a:gd name="connsiteY1964" fmla="*/ 1437608 h 1819275"/>
                <a:gd name="connsiteX1965" fmla="*/ 1340644 w 2305050"/>
                <a:gd name="connsiteY1965" fmla="*/ 1437513 h 1819275"/>
                <a:gd name="connsiteX1966" fmla="*/ 1341120 w 2305050"/>
                <a:gd name="connsiteY1966" fmla="*/ 1437323 h 1819275"/>
                <a:gd name="connsiteX1967" fmla="*/ 1341596 w 2305050"/>
                <a:gd name="connsiteY1967" fmla="*/ 1437037 h 1819275"/>
                <a:gd name="connsiteX1968" fmla="*/ 1341977 w 2305050"/>
                <a:gd name="connsiteY1968" fmla="*/ 1436656 h 1819275"/>
                <a:gd name="connsiteX1969" fmla="*/ 1342358 w 2305050"/>
                <a:gd name="connsiteY1969" fmla="*/ 1436275 h 1819275"/>
                <a:gd name="connsiteX1970" fmla="*/ 1342549 w 2305050"/>
                <a:gd name="connsiteY1970" fmla="*/ 1435799 h 1819275"/>
                <a:gd name="connsiteX1971" fmla="*/ 1342644 w 2305050"/>
                <a:gd name="connsiteY1971" fmla="*/ 1435132 h 1819275"/>
                <a:gd name="connsiteX1972" fmla="*/ 1342739 w 2305050"/>
                <a:gd name="connsiteY1972" fmla="*/ 1434560 h 1819275"/>
                <a:gd name="connsiteX1973" fmla="*/ 1342549 w 2305050"/>
                <a:gd name="connsiteY1973" fmla="*/ 1429988 h 1819275"/>
                <a:gd name="connsiteX1974" fmla="*/ 1342358 w 2305050"/>
                <a:gd name="connsiteY1974" fmla="*/ 1428274 h 1819275"/>
                <a:gd name="connsiteX1975" fmla="*/ 1341977 w 2305050"/>
                <a:gd name="connsiteY1975" fmla="*/ 1427416 h 1819275"/>
                <a:gd name="connsiteX1976" fmla="*/ 1341406 w 2305050"/>
                <a:gd name="connsiteY1976" fmla="*/ 1426940 h 1819275"/>
                <a:gd name="connsiteX1977" fmla="*/ 1338739 w 2305050"/>
                <a:gd name="connsiteY1977" fmla="*/ 1426559 h 1819275"/>
                <a:gd name="connsiteX1978" fmla="*/ 1338072 w 2305050"/>
                <a:gd name="connsiteY1978" fmla="*/ 1426274 h 1819275"/>
                <a:gd name="connsiteX1979" fmla="*/ 1337500 w 2305050"/>
                <a:gd name="connsiteY1979" fmla="*/ 1425607 h 1819275"/>
                <a:gd name="connsiteX1980" fmla="*/ 1336643 w 2305050"/>
                <a:gd name="connsiteY1980" fmla="*/ 1424369 h 1819275"/>
                <a:gd name="connsiteX1981" fmla="*/ 1336357 w 2305050"/>
                <a:gd name="connsiteY1981" fmla="*/ 1423511 h 1819275"/>
                <a:gd name="connsiteX1982" fmla="*/ 1336262 w 2305050"/>
                <a:gd name="connsiteY1982" fmla="*/ 1422654 h 1819275"/>
                <a:gd name="connsiteX1983" fmla="*/ 1336453 w 2305050"/>
                <a:gd name="connsiteY1983" fmla="*/ 1418463 h 1819275"/>
                <a:gd name="connsiteX1984" fmla="*/ 1336548 w 2305050"/>
                <a:gd name="connsiteY1984" fmla="*/ 1417701 h 1819275"/>
                <a:gd name="connsiteX1985" fmla="*/ 1337405 w 2305050"/>
                <a:gd name="connsiteY1985" fmla="*/ 1413796 h 1819275"/>
                <a:gd name="connsiteX1986" fmla="*/ 1337405 w 2305050"/>
                <a:gd name="connsiteY1986" fmla="*/ 1413224 h 1819275"/>
                <a:gd name="connsiteX1987" fmla="*/ 1337405 w 2305050"/>
                <a:gd name="connsiteY1987" fmla="*/ 1411034 h 1819275"/>
                <a:gd name="connsiteX1988" fmla="*/ 1337596 w 2305050"/>
                <a:gd name="connsiteY1988" fmla="*/ 1410081 h 1819275"/>
                <a:gd name="connsiteX1989" fmla="*/ 1337786 w 2305050"/>
                <a:gd name="connsiteY1989" fmla="*/ 1409414 h 1819275"/>
                <a:gd name="connsiteX1990" fmla="*/ 1338072 w 2305050"/>
                <a:gd name="connsiteY1990" fmla="*/ 1408938 h 1819275"/>
                <a:gd name="connsiteX1991" fmla="*/ 1338358 w 2305050"/>
                <a:gd name="connsiteY1991" fmla="*/ 1408557 h 1819275"/>
                <a:gd name="connsiteX1992" fmla="*/ 1339691 w 2305050"/>
                <a:gd name="connsiteY1992" fmla="*/ 1407319 h 1819275"/>
                <a:gd name="connsiteX1993" fmla="*/ 1340453 w 2305050"/>
                <a:gd name="connsiteY1993" fmla="*/ 1406462 h 1819275"/>
                <a:gd name="connsiteX1994" fmla="*/ 1340834 w 2305050"/>
                <a:gd name="connsiteY1994" fmla="*/ 1405890 h 1819275"/>
                <a:gd name="connsiteX1995" fmla="*/ 1341311 w 2305050"/>
                <a:gd name="connsiteY1995" fmla="*/ 1405033 h 1819275"/>
                <a:gd name="connsiteX1996" fmla="*/ 1342930 w 2305050"/>
                <a:gd name="connsiteY1996" fmla="*/ 1400747 h 1819275"/>
                <a:gd name="connsiteX1997" fmla="*/ 1343406 w 2305050"/>
                <a:gd name="connsiteY1997" fmla="*/ 1399794 h 1819275"/>
                <a:gd name="connsiteX1998" fmla="*/ 1344168 w 2305050"/>
                <a:gd name="connsiteY1998" fmla="*/ 1398746 h 1819275"/>
                <a:gd name="connsiteX1999" fmla="*/ 1344835 w 2305050"/>
                <a:gd name="connsiteY1999" fmla="*/ 1398080 h 1819275"/>
                <a:gd name="connsiteX2000" fmla="*/ 1345692 w 2305050"/>
                <a:gd name="connsiteY2000" fmla="*/ 1397413 h 1819275"/>
                <a:gd name="connsiteX2001" fmla="*/ 1354455 w 2305050"/>
                <a:gd name="connsiteY2001" fmla="*/ 1394841 h 1819275"/>
                <a:gd name="connsiteX2002" fmla="*/ 1356836 w 2305050"/>
                <a:gd name="connsiteY2002" fmla="*/ 1393603 h 1819275"/>
                <a:gd name="connsiteX2003" fmla="*/ 1357693 w 2305050"/>
                <a:gd name="connsiteY2003" fmla="*/ 1392936 h 1819275"/>
                <a:gd name="connsiteX2004" fmla="*/ 1358360 w 2305050"/>
                <a:gd name="connsiteY2004" fmla="*/ 1392269 h 1819275"/>
                <a:gd name="connsiteX2005" fmla="*/ 1358741 w 2305050"/>
                <a:gd name="connsiteY2005" fmla="*/ 1391793 h 1819275"/>
                <a:gd name="connsiteX2006" fmla="*/ 1359027 w 2305050"/>
                <a:gd name="connsiteY2006" fmla="*/ 1391317 h 1819275"/>
                <a:gd name="connsiteX2007" fmla="*/ 1359313 w 2305050"/>
                <a:gd name="connsiteY2007" fmla="*/ 1390841 h 1819275"/>
                <a:gd name="connsiteX2008" fmla="*/ 1360646 w 2305050"/>
                <a:gd name="connsiteY2008" fmla="*/ 1372362 h 1819275"/>
                <a:gd name="connsiteX2009" fmla="*/ 1361504 w 2305050"/>
                <a:gd name="connsiteY2009" fmla="*/ 1367695 h 1819275"/>
                <a:gd name="connsiteX2010" fmla="*/ 1362075 w 2305050"/>
                <a:gd name="connsiteY2010" fmla="*/ 1365885 h 1819275"/>
                <a:gd name="connsiteX2011" fmla="*/ 1363980 w 2305050"/>
                <a:gd name="connsiteY2011" fmla="*/ 1362361 h 1819275"/>
                <a:gd name="connsiteX2012" fmla="*/ 1365314 w 2305050"/>
                <a:gd name="connsiteY2012" fmla="*/ 1360741 h 1819275"/>
                <a:gd name="connsiteX2013" fmla="*/ 1369409 w 2305050"/>
                <a:gd name="connsiteY2013" fmla="*/ 1356646 h 1819275"/>
                <a:gd name="connsiteX2014" fmla="*/ 1371124 w 2305050"/>
                <a:gd name="connsiteY2014" fmla="*/ 1355408 h 1819275"/>
                <a:gd name="connsiteX2015" fmla="*/ 1372076 w 2305050"/>
                <a:gd name="connsiteY2015" fmla="*/ 1354931 h 1819275"/>
                <a:gd name="connsiteX2016" fmla="*/ 1374076 w 2305050"/>
                <a:gd name="connsiteY2016" fmla="*/ 1354169 h 1819275"/>
                <a:gd name="connsiteX2017" fmla="*/ 1375886 w 2305050"/>
                <a:gd name="connsiteY2017" fmla="*/ 1353122 h 1819275"/>
                <a:gd name="connsiteX2018" fmla="*/ 1377124 w 2305050"/>
                <a:gd name="connsiteY2018" fmla="*/ 1352074 h 1819275"/>
                <a:gd name="connsiteX2019" fmla="*/ 1378363 w 2305050"/>
                <a:gd name="connsiteY2019" fmla="*/ 1350359 h 1819275"/>
                <a:gd name="connsiteX2020" fmla="*/ 1378934 w 2305050"/>
                <a:gd name="connsiteY2020" fmla="*/ 1349312 h 1819275"/>
                <a:gd name="connsiteX2021" fmla="*/ 1379696 w 2305050"/>
                <a:gd name="connsiteY2021" fmla="*/ 1347407 h 1819275"/>
                <a:gd name="connsiteX2022" fmla="*/ 1381601 w 2305050"/>
                <a:gd name="connsiteY2022" fmla="*/ 1340453 h 1819275"/>
                <a:gd name="connsiteX2023" fmla="*/ 1381982 w 2305050"/>
                <a:gd name="connsiteY2023" fmla="*/ 1339310 h 1819275"/>
                <a:gd name="connsiteX2024" fmla="*/ 1385316 w 2305050"/>
                <a:gd name="connsiteY2024" fmla="*/ 1334929 h 1819275"/>
                <a:gd name="connsiteX2025" fmla="*/ 1386078 w 2305050"/>
                <a:gd name="connsiteY2025" fmla="*/ 1334262 h 1819275"/>
                <a:gd name="connsiteX2026" fmla="*/ 1387031 w 2305050"/>
                <a:gd name="connsiteY2026" fmla="*/ 1333691 h 1819275"/>
                <a:gd name="connsiteX2027" fmla="*/ 1387507 w 2305050"/>
                <a:gd name="connsiteY2027" fmla="*/ 1333405 h 1819275"/>
                <a:gd name="connsiteX2028" fmla="*/ 1391222 w 2305050"/>
                <a:gd name="connsiteY2028" fmla="*/ 1332262 h 1819275"/>
                <a:gd name="connsiteX2029" fmla="*/ 1403604 w 2305050"/>
                <a:gd name="connsiteY2029" fmla="*/ 1332357 h 1819275"/>
                <a:gd name="connsiteX2030" fmla="*/ 1404652 w 2305050"/>
                <a:gd name="connsiteY2030" fmla="*/ 1332071 h 1819275"/>
                <a:gd name="connsiteX2031" fmla="*/ 1405509 w 2305050"/>
                <a:gd name="connsiteY2031" fmla="*/ 1331405 h 1819275"/>
                <a:gd name="connsiteX2032" fmla="*/ 1406462 w 2305050"/>
                <a:gd name="connsiteY2032" fmla="*/ 1330452 h 1819275"/>
                <a:gd name="connsiteX2033" fmla="*/ 1407890 w 2305050"/>
                <a:gd name="connsiteY2033" fmla="*/ 1328261 h 1819275"/>
                <a:gd name="connsiteX2034" fmla="*/ 1411033 w 2305050"/>
                <a:gd name="connsiteY2034" fmla="*/ 1331500 h 1819275"/>
                <a:gd name="connsiteX2035" fmla="*/ 1411510 w 2305050"/>
                <a:gd name="connsiteY2035" fmla="*/ 1332452 h 1819275"/>
                <a:gd name="connsiteX2036" fmla="*/ 1411986 w 2305050"/>
                <a:gd name="connsiteY2036" fmla="*/ 1333881 h 1819275"/>
                <a:gd name="connsiteX2037" fmla="*/ 1411891 w 2305050"/>
                <a:gd name="connsiteY2037" fmla="*/ 1334929 h 1819275"/>
                <a:gd name="connsiteX2038" fmla="*/ 1411224 w 2305050"/>
                <a:gd name="connsiteY2038" fmla="*/ 1338644 h 1819275"/>
                <a:gd name="connsiteX2039" fmla="*/ 1411319 w 2305050"/>
                <a:gd name="connsiteY2039" fmla="*/ 1339406 h 1819275"/>
                <a:gd name="connsiteX2040" fmla="*/ 1411414 w 2305050"/>
                <a:gd name="connsiteY2040" fmla="*/ 1339977 h 1819275"/>
                <a:gd name="connsiteX2041" fmla="*/ 1413891 w 2305050"/>
                <a:gd name="connsiteY2041" fmla="*/ 1344359 h 1819275"/>
                <a:gd name="connsiteX2042" fmla="*/ 1414272 w 2305050"/>
                <a:gd name="connsiteY2042" fmla="*/ 1345406 h 1819275"/>
                <a:gd name="connsiteX2043" fmla="*/ 1415129 w 2305050"/>
                <a:gd name="connsiteY2043" fmla="*/ 1349883 h 1819275"/>
                <a:gd name="connsiteX2044" fmla="*/ 1415415 w 2305050"/>
                <a:gd name="connsiteY2044" fmla="*/ 1350740 h 1819275"/>
                <a:gd name="connsiteX2045" fmla="*/ 1417130 w 2305050"/>
                <a:gd name="connsiteY2045" fmla="*/ 1354169 h 1819275"/>
                <a:gd name="connsiteX2046" fmla="*/ 1417320 w 2305050"/>
                <a:gd name="connsiteY2046" fmla="*/ 1355217 h 1819275"/>
                <a:gd name="connsiteX2047" fmla="*/ 1417415 w 2305050"/>
                <a:gd name="connsiteY2047" fmla="*/ 1356074 h 1819275"/>
                <a:gd name="connsiteX2048" fmla="*/ 1417225 w 2305050"/>
                <a:gd name="connsiteY2048" fmla="*/ 1356741 h 1819275"/>
                <a:gd name="connsiteX2049" fmla="*/ 1417225 w 2305050"/>
                <a:gd name="connsiteY2049" fmla="*/ 1357884 h 1819275"/>
                <a:gd name="connsiteX2050" fmla="*/ 1417320 w 2305050"/>
                <a:gd name="connsiteY2050" fmla="*/ 1359313 h 1819275"/>
                <a:gd name="connsiteX2051" fmla="*/ 1417987 w 2305050"/>
                <a:gd name="connsiteY2051" fmla="*/ 1363694 h 1819275"/>
                <a:gd name="connsiteX2052" fmla="*/ 1417987 w 2305050"/>
                <a:gd name="connsiteY2052" fmla="*/ 1364647 h 1819275"/>
                <a:gd name="connsiteX2053" fmla="*/ 1417701 w 2305050"/>
                <a:gd name="connsiteY2053" fmla="*/ 1365123 h 1819275"/>
                <a:gd name="connsiteX2054" fmla="*/ 1417320 w 2305050"/>
                <a:gd name="connsiteY2054" fmla="*/ 1365504 h 1819275"/>
                <a:gd name="connsiteX2055" fmla="*/ 1416939 w 2305050"/>
                <a:gd name="connsiteY2055" fmla="*/ 1365790 h 1819275"/>
                <a:gd name="connsiteX2056" fmla="*/ 1416463 w 2305050"/>
                <a:gd name="connsiteY2056" fmla="*/ 1366076 h 1819275"/>
                <a:gd name="connsiteX2057" fmla="*/ 1414463 w 2305050"/>
                <a:gd name="connsiteY2057" fmla="*/ 1366838 h 1819275"/>
                <a:gd name="connsiteX2058" fmla="*/ 1413986 w 2305050"/>
                <a:gd name="connsiteY2058" fmla="*/ 1367123 h 1819275"/>
                <a:gd name="connsiteX2059" fmla="*/ 1413510 w 2305050"/>
                <a:gd name="connsiteY2059" fmla="*/ 1367504 h 1819275"/>
                <a:gd name="connsiteX2060" fmla="*/ 1413224 w 2305050"/>
                <a:gd name="connsiteY2060" fmla="*/ 1368171 h 1819275"/>
                <a:gd name="connsiteX2061" fmla="*/ 1413034 w 2305050"/>
                <a:gd name="connsiteY2061" fmla="*/ 1369219 h 1819275"/>
                <a:gd name="connsiteX2062" fmla="*/ 1413034 w 2305050"/>
                <a:gd name="connsiteY2062" fmla="*/ 1369981 h 1819275"/>
                <a:gd name="connsiteX2063" fmla="*/ 1413129 w 2305050"/>
                <a:gd name="connsiteY2063" fmla="*/ 1370648 h 1819275"/>
                <a:gd name="connsiteX2064" fmla="*/ 1414367 w 2305050"/>
                <a:gd name="connsiteY2064" fmla="*/ 1373791 h 1819275"/>
                <a:gd name="connsiteX2065" fmla="*/ 1414558 w 2305050"/>
                <a:gd name="connsiteY2065" fmla="*/ 1374743 h 1819275"/>
                <a:gd name="connsiteX2066" fmla="*/ 1414558 w 2305050"/>
                <a:gd name="connsiteY2066" fmla="*/ 1375505 h 1819275"/>
                <a:gd name="connsiteX2067" fmla="*/ 1414558 w 2305050"/>
                <a:gd name="connsiteY2067" fmla="*/ 1376172 h 1819275"/>
                <a:gd name="connsiteX2068" fmla="*/ 1414367 w 2305050"/>
                <a:gd name="connsiteY2068" fmla="*/ 1376839 h 1819275"/>
                <a:gd name="connsiteX2069" fmla="*/ 1414177 w 2305050"/>
                <a:gd name="connsiteY2069" fmla="*/ 1377410 h 1819275"/>
                <a:gd name="connsiteX2070" fmla="*/ 1413891 w 2305050"/>
                <a:gd name="connsiteY2070" fmla="*/ 1379887 h 1819275"/>
                <a:gd name="connsiteX2071" fmla="*/ 1414081 w 2305050"/>
                <a:gd name="connsiteY2071" fmla="*/ 1385411 h 1819275"/>
                <a:gd name="connsiteX2072" fmla="*/ 1413986 w 2305050"/>
                <a:gd name="connsiteY2072" fmla="*/ 1386078 h 1819275"/>
                <a:gd name="connsiteX2073" fmla="*/ 1413891 w 2305050"/>
                <a:gd name="connsiteY2073" fmla="*/ 1386745 h 1819275"/>
                <a:gd name="connsiteX2074" fmla="*/ 1413605 w 2305050"/>
                <a:gd name="connsiteY2074" fmla="*/ 1387412 h 1819275"/>
                <a:gd name="connsiteX2075" fmla="*/ 1413510 w 2305050"/>
                <a:gd name="connsiteY2075" fmla="*/ 1387983 h 1819275"/>
                <a:gd name="connsiteX2076" fmla="*/ 1413700 w 2305050"/>
                <a:gd name="connsiteY2076" fmla="*/ 1388840 h 1819275"/>
                <a:gd name="connsiteX2077" fmla="*/ 1414558 w 2305050"/>
                <a:gd name="connsiteY2077" fmla="*/ 1389031 h 1819275"/>
                <a:gd name="connsiteX2078" fmla="*/ 1425321 w 2305050"/>
                <a:gd name="connsiteY2078" fmla="*/ 1388745 h 1819275"/>
                <a:gd name="connsiteX2079" fmla="*/ 1426273 w 2305050"/>
                <a:gd name="connsiteY2079" fmla="*/ 1388459 h 1819275"/>
                <a:gd name="connsiteX2080" fmla="*/ 1431226 w 2305050"/>
                <a:gd name="connsiteY2080" fmla="*/ 1388364 h 1819275"/>
                <a:gd name="connsiteX2081" fmla="*/ 1434465 w 2305050"/>
                <a:gd name="connsiteY2081" fmla="*/ 1388936 h 1819275"/>
                <a:gd name="connsiteX2082" fmla="*/ 1441514 w 2305050"/>
                <a:gd name="connsiteY2082" fmla="*/ 1391603 h 1819275"/>
                <a:gd name="connsiteX2083" fmla="*/ 1442656 w 2305050"/>
                <a:gd name="connsiteY2083" fmla="*/ 1391603 h 1819275"/>
                <a:gd name="connsiteX2084" fmla="*/ 1443514 w 2305050"/>
                <a:gd name="connsiteY2084" fmla="*/ 1391031 h 1819275"/>
                <a:gd name="connsiteX2085" fmla="*/ 1443895 w 2305050"/>
                <a:gd name="connsiteY2085" fmla="*/ 1390079 h 1819275"/>
                <a:gd name="connsiteX2086" fmla="*/ 1444276 w 2305050"/>
                <a:gd name="connsiteY2086" fmla="*/ 1388936 h 1819275"/>
                <a:gd name="connsiteX2087" fmla="*/ 1444942 w 2305050"/>
                <a:gd name="connsiteY2087" fmla="*/ 1388078 h 1819275"/>
                <a:gd name="connsiteX2088" fmla="*/ 1446086 w 2305050"/>
                <a:gd name="connsiteY2088" fmla="*/ 1387602 h 1819275"/>
                <a:gd name="connsiteX2089" fmla="*/ 1447705 w 2305050"/>
                <a:gd name="connsiteY2089" fmla="*/ 1387888 h 1819275"/>
                <a:gd name="connsiteX2090" fmla="*/ 1449419 w 2305050"/>
                <a:gd name="connsiteY2090" fmla="*/ 1388459 h 1819275"/>
                <a:gd name="connsiteX2091" fmla="*/ 1450753 w 2305050"/>
                <a:gd name="connsiteY2091" fmla="*/ 1388459 h 1819275"/>
                <a:gd name="connsiteX2092" fmla="*/ 1451229 w 2305050"/>
                <a:gd name="connsiteY2092" fmla="*/ 1387602 h 1819275"/>
                <a:gd name="connsiteX2093" fmla="*/ 1450753 w 2305050"/>
                <a:gd name="connsiteY2093" fmla="*/ 1386078 h 1819275"/>
                <a:gd name="connsiteX2094" fmla="*/ 1448753 w 2305050"/>
                <a:gd name="connsiteY2094" fmla="*/ 1382268 h 1819275"/>
                <a:gd name="connsiteX2095" fmla="*/ 1448372 w 2305050"/>
                <a:gd name="connsiteY2095" fmla="*/ 1380744 h 1819275"/>
                <a:gd name="connsiteX2096" fmla="*/ 1448467 w 2305050"/>
                <a:gd name="connsiteY2096" fmla="*/ 1379506 h 1819275"/>
                <a:gd name="connsiteX2097" fmla="*/ 1449229 w 2305050"/>
                <a:gd name="connsiteY2097" fmla="*/ 1378268 h 1819275"/>
                <a:gd name="connsiteX2098" fmla="*/ 1450657 w 2305050"/>
                <a:gd name="connsiteY2098" fmla="*/ 1377220 h 1819275"/>
                <a:gd name="connsiteX2099" fmla="*/ 1465612 w 2305050"/>
                <a:gd name="connsiteY2099" fmla="*/ 1371791 h 1819275"/>
                <a:gd name="connsiteX2100" fmla="*/ 1469707 w 2305050"/>
                <a:gd name="connsiteY2100" fmla="*/ 1369790 h 1819275"/>
                <a:gd name="connsiteX2101" fmla="*/ 1477994 w 2305050"/>
                <a:gd name="connsiteY2101" fmla="*/ 1363599 h 1819275"/>
                <a:gd name="connsiteX2102" fmla="*/ 1486948 w 2305050"/>
                <a:gd name="connsiteY2102" fmla="*/ 1359122 h 1819275"/>
                <a:gd name="connsiteX2103" fmla="*/ 1490758 w 2305050"/>
                <a:gd name="connsiteY2103" fmla="*/ 1355979 h 1819275"/>
                <a:gd name="connsiteX2104" fmla="*/ 1492091 w 2305050"/>
                <a:gd name="connsiteY2104" fmla="*/ 1355122 h 1819275"/>
                <a:gd name="connsiteX2105" fmla="*/ 1493806 w 2305050"/>
                <a:gd name="connsiteY2105" fmla="*/ 1354550 h 1819275"/>
                <a:gd name="connsiteX2106" fmla="*/ 1495520 w 2305050"/>
                <a:gd name="connsiteY2106" fmla="*/ 1354169 h 1819275"/>
                <a:gd name="connsiteX2107" fmla="*/ 1497330 w 2305050"/>
                <a:gd name="connsiteY2107" fmla="*/ 1354360 h 1819275"/>
                <a:gd name="connsiteX2108" fmla="*/ 1498378 w 2305050"/>
                <a:gd name="connsiteY2108" fmla="*/ 1355122 h 1819275"/>
                <a:gd name="connsiteX2109" fmla="*/ 1499235 w 2305050"/>
                <a:gd name="connsiteY2109" fmla="*/ 1356551 h 1819275"/>
                <a:gd name="connsiteX2110" fmla="*/ 1501045 w 2305050"/>
                <a:gd name="connsiteY2110" fmla="*/ 1360075 h 1819275"/>
                <a:gd name="connsiteX2111" fmla="*/ 1504474 w 2305050"/>
                <a:gd name="connsiteY2111" fmla="*/ 1364837 h 1819275"/>
                <a:gd name="connsiteX2112" fmla="*/ 1506474 w 2305050"/>
                <a:gd name="connsiteY2112" fmla="*/ 1368743 h 1819275"/>
                <a:gd name="connsiteX2113" fmla="*/ 1507903 w 2305050"/>
                <a:gd name="connsiteY2113" fmla="*/ 1368933 h 1819275"/>
                <a:gd name="connsiteX2114" fmla="*/ 1509046 w 2305050"/>
                <a:gd name="connsiteY2114" fmla="*/ 1368647 h 1819275"/>
                <a:gd name="connsiteX2115" fmla="*/ 1510284 w 2305050"/>
                <a:gd name="connsiteY2115" fmla="*/ 1367600 h 1819275"/>
                <a:gd name="connsiteX2116" fmla="*/ 1511427 w 2305050"/>
                <a:gd name="connsiteY2116" fmla="*/ 1365599 h 1819275"/>
                <a:gd name="connsiteX2117" fmla="*/ 1512094 w 2305050"/>
                <a:gd name="connsiteY2117" fmla="*/ 1362647 h 1819275"/>
                <a:gd name="connsiteX2118" fmla="*/ 1512761 w 2305050"/>
                <a:gd name="connsiteY2118" fmla="*/ 1361504 h 1819275"/>
                <a:gd name="connsiteX2119" fmla="*/ 1513808 w 2305050"/>
                <a:gd name="connsiteY2119" fmla="*/ 1361027 h 1819275"/>
                <a:gd name="connsiteX2120" fmla="*/ 1517999 w 2305050"/>
                <a:gd name="connsiteY2120" fmla="*/ 1360646 h 1819275"/>
                <a:gd name="connsiteX2121" fmla="*/ 1519999 w 2305050"/>
                <a:gd name="connsiteY2121" fmla="*/ 1359789 h 1819275"/>
                <a:gd name="connsiteX2122" fmla="*/ 1525524 w 2305050"/>
                <a:gd name="connsiteY2122" fmla="*/ 1352741 h 1819275"/>
                <a:gd name="connsiteX2123" fmla="*/ 1532287 w 2305050"/>
                <a:gd name="connsiteY2123" fmla="*/ 1347121 h 1819275"/>
                <a:gd name="connsiteX2124" fmla="*/ 1533620 w 2305050"/>
                <a:gd name="connsiteY2124" fmla="*/ 1346359 h 1819275"/>
                <a:gd name="connsiteX2125" fmla="*/ 1534858 w 2305050"/>
                <a:gd name="connsiteY2125" fmla="*/ 1346359 h 1819275"/>
                <a:gd name="connsiteX2126" fmla="*/ 1535906 w 2305050"/>
                <a:gd name="connsiteY2126" fmla="*/ 1346645 h 1819275"/>
                <a:gd name="connsiteX2127" fmla="*/ 1536573 w 2305050"/>
                <a:gd name="connsiteY2127" fmla="*/ 1346930 h 1819275"/>
                <a:gd name="connsiteX2128" fmla="*/ 1537240 w 2305050"/>
                <a:gd name="connsiteY2128" fmla="*/ 1347407 h 1819275"/>
                <a:gd name="connsiteX2129" fmla="*/ 1537525 w 2305050"/>
                <a:gd name="connsiteY2129" fmla="*/ 1347597 h 1819275"/>
                <a:gd name="connsiteX2130" fmla="*/ 1537716 w 2305050"/>
                <a:gd name="connsiteY2130" fmla="*/ 1347978 h 1819275"/>
                <a:gd name="connsiteX2131" fmla="*/ 1538002 w 2305050"/>
                <a:gd name="connsiteY2131" fmla="*/ 1348454 h 1819275"/>
                <a:gd name="connsiteX2132" fmla="*/ 1538859 w 2305050"/>
                <a:gd name="connsiteY2132" fmla="*/ 1351693 h 1819275"/>
                <a:gd name="connsiteX2133" fmla="*/ 1539145 w 2305050"/>
                <a:gd name="connsiteY2133" fmla="*/ 1352264 h 1819275"/>
                <a:gd name="connsiteX2134" fmla="*/ 1539526 w 2305050"/>
                <a:gd name="connsiteY2134" fmla="*/ 1352836 h 1819275"/>
                <a:gd name="connsiteX2135" fmla="*/ 1540097 w 2305050"/>
                <a:gd name="connsiteY2135" fmla="*/ 1353026 h 1819275"/>
                <a:gd name="connsiteX2136" fmla="*/ 1540669 w 2305050"/>
                <a:gd name="connsiteY2136" fmla="*/ 1353026 h 1819275"/>
                <a:gd name="connsiteX2137" fmla="*/ 1541812 w 2305050"/>
                <a:gd name="connsiteY2137" fmla="*/ 1352645 h 1819275"/>
                <a:gd name="connsiteX2138" fmla="*/ 1544955 w 2305050"/>
                <a:gd name="connsiteY2138" fmla="*/ 1350931 h 1819275"/>
                <a:gd name="connsiteX2139" fmla="*/ 1546289 w 2305050"/>
                <a:gd name="connsiteY2139" fmla="*/ 1350931 h 1819275"/>
                <a:gd name="connsiteX2140" fmla="*/ 1547527 w 2305050"/>
                <a:gd name="connsiteY2140" fmla="*/ 1351693 h 1819275"/>
                <a:gd name="connsiteX2141" fmla="*/ 1548193 w 2305050"/>
                <a:gd name="connsiteY2141" fmla="*/ 1352931 h 1819275"/>
                <a:gd name="connsiteX2142" fmla="*/ 1548860 w 2305050"/>
                <a:gd name="connsiteY2142" fmla="*/ 1354265 h 1819275"/>
                <a:gd name="connsiteX2143" fmla="*/ 1549813 w 2305050"/>
                <a:gd name="connsiteY2143" fmla="*/ 1355217 h 1819275"/>
                <a:gd name="connsiteX2144" fmla="*/ 1551337 w 2305050"/>
                <a:gd name="connsiteY2144" fmla="*/ 1355598 h 1819275"/>
                <a:gd name="connsiteX2145" fmla="*/ 1552861 w 2305050"/>
                <a:gd name="connsiteY2145" fmla="*/ 1355503 h 1819275"/>
                <a:gd name="connsiteX2146" fmla="*/ 1554480 w 2305050"/>
                <a:gd name="connsiteY2146" fmla="*/ 1355027 h 1819275"/>
                <a:gd name="connsiteX2147" fmla="*/ 1557147 w 2305050"/>
                <a:gd name="connsiteY2147" fmla="*/ 1353884 h 1819275"/>
                <a:gd name="connsiteX2148" fmla="*/ 1563053 w 2305050"/>
                <a:gd name="connsiteY2148" fmla="*/ 1350074 h 1819275"/>
                <a:gd name="connsiteX2149" fmla="*/ 1564386 w 2305050"/>
                <a:gd name="connsiteY2149" fmla="*/ 1349502 h 1819275"/>
                <a:gd name="connsiteX2150" fmla="*/ 1565815 w 2305050"/>
                <a:gd name="connsiteY2150" fmla="*/ 1349312 h 1819275"/>
                <a:gd name="connsiteX2151" fmla="*/ 1567148 w 2305050"/>
                <a:gd name="connsiteY2151" fmla="*/ 1348835 h 1819275"/>
                <a:gd name="connsiteX2152" fmla="*/ 1567910 w 2305050"/>
                <a:gd name="connsiteY2152" fmla="*/ 1348169 h 1819275"/>
                <a:gd name="connsiteX2153" fmla="*/ 1568196 w 2305050"/>
                <a:gd name="connsiteY2153" fmla="*/ 1347692 h 1819275"/>
                <a:gd name="connsiteX2154" fmla="*/ 1568387 w 2305050"/>
                <a:gd name="connsiteY2154" fmla="*/ 1347121 h 1819275"/>
                <a:gd name="connsiteX2155" fmla="*/ 1568767 w 2305050"/>
                <a:gd name="connsiteY2155" fmla="*/ 1346740 h 1819275"/>
                <a:gd name="connsiteX2156" fmla="*/ 1569530 w 2305050"/>
                <a:gd name="connsiteY2156" fmla="*/ 1346264 h 1819275"/>
                <a:gd name="connsiteX2157" fmla="*/ 1572006 w 2305050"/>
                <a:gd name="connsiteY2157" fmla="*/ 1345311 h 1819275"/>
                <a:gd name="connsiteX2158" fmla="*/ 1572768 w 2305050"/>
                <a:gd name="connsiteY2158" fmla="*/ 1344644 h 1819275"/>
                <a:gd name="connsiteX2159" fmla="*/ 1573149 w 2305050"/>
                <a:gd name="connsiteY2159" fmla="*/ 1344073 h 1819275"/>
                <a:gd name="connsiteX2160" fmla="*/ 1574387 w 2305050"/>
                <a:gd name="connsiteY2160" fmla="*/ 1341311 h 1819275"/>
                <a:gd name="connsiteX2161" fmla="*/ 1574482 w 2305050"/>
                <a:gd name="connsiteY2161" fmla="*/ 1340644 h 1819275"/>
                <a:gd name="connsiteX2162" fmla="*/ 1574482 w 2305050"/>
                <a:gd name="connsiteY2162" fmla="*/ 1339882 h 1819275"/>
                <a:gd name="connsiteX2163" fmla="*/ 1574197 w 2305050"/>
                <a:gd name="connsiteY2163" fmla="*/ 1339215 h 1819275"/>
                <a:gd name="connsiteX2164" fmla="*/ 1572387 w 2305050"/>
                <a:gd name="connsiteY2164" fmla="*/ 1337024 h 1819275"/>
                <a:gd name="connsiteX2165" fmla="*/ 1571911 w 2305050"/>
                <a:gd name="connsiteY2165" fmla="*/ 1336072 h 1819275"/>
                <a:gd name="connsiteX2166" fmla="*/ 1571720 w 2305050"/>
                <a:gd name="connsiteY2166" fmla="*/ 1335595 h 1819275"/>
                <a:gd name="connsiteX2167" fmla="*/ 1571720 w 2305050"/>
                <a:gd name="connsiteY2167" fmla="*/ 1334834 h 1819275"/>
                <a:gd name="connsiteX2168" fmla="*/ 1571720 w 2305050"/>
                <a:gd name="connsiteY2168" fmla="*/ 1333976 h 1819275"/>
                <a:gd name="connsiteX2169" fmla="*/ 1572101 w 2305050"/>
                <a:gd name="connsiteY2169" fmla="*/ 1332548 h 1819275"/>
                <a:gd name="connsiteX2170" fmla="*/ 1572482 w 2305050"/>
                <a:gd name="connsiteY2170" fmla="*/ 1331786 h 1819275"/>
                <a:gd name="connsiteX2171" fmla="*/ 1573816 w 2305050"/>
                <a:gd name="connsiteY2171" fmla="*/ 1330166 h 1819275"/>
                <a:gd name="connsiteX2172" fmla="*/ 1574197 w 2305050"/>
                <a:gd name="connsiteY2172" fmla="*/ 1329500 h 1819275"/>
                <a:gd name="connsiteX2173" fmla="*/ 1574387 w 2305050"/>
                <a:gd name="connsiteY2173" fmla="*/ 1328642 h 1819275"/>
                <a:gd name="connsiteX2174" fmla="*/ 1574387 w 2305050"/>
                <a:gd name="connsiteY2174" fmla="*/ 1327595 h 1819275"/>
                <a:gd name="connsiteX2175" fmla="*/ 1574101 w 2305050"/>
                <a:gd name="connsiteY2175" fmla="*/ 1325594 h 1819275"/>
                <a:gd name="connsiteX2176" fmla="*/ 1573625 w 2305050"/>
                <a:gd name="connsiteY2176" fmla="*/ 1323785 h 1819275"/>
                <a:gd name="connsiteX2177" fmla="*/ 1573149 w 2305050"/>
                <a:gd name="connsiteY2177" fmla="*/ 1322832 h 1819275"/>
                <a:gd name="connsiteX2178" fmla="*/ 1572863 w 2305050"/>
                <a:gd name="connsiteY2178" fmla="*/ 1322356 h 1819275"/>
                <a:gd name="connsiteX2179" fmla="*/ 1570673 w 2305050"/>
                <a:gd name="connsiteY2179" fmla="*/ 1318070 h 1819275"/>
                <a:gd name="connsiteX2180" fmla="*/ 1569911 w 2305050"/>
                <a:gd name="connsiteY2180" fmla="*/ 1315974 h 1819275"/>
                <a:gd name="connsiteX2181" fmla="*/ 1569434 w 2305050"/>
                <a:gd name="connsiteY2181" fmla="*/ 1314260 h 1819275"/>
                <a:gd name="connsiteX2182" fmla="*/ 1569530 w 2305050"/>
                <a:gd name="connsiteY2182" fmla="*/ 1313498 h 1819275"/>
                <a:gd name="connsiteX2183" fmla="*/ 1569720 w 2305050"/>
                <a:gd name="connsiteY2183" fmla="*/ 1312450 h 1819275"/>
                <a:gd name="connsiteX2184" fmla="*/ 1570291 w 2305050"/>
                <a:gd name="connsiteY2184" fmla="*/ 1310926 h 1819275"/>
                <a:gd name="connsiteX2185" fmla="*/ 1572863 w 2305050"/>
                <a:gd name="connsiteY2185" fmla="*/ 1306259 h 1819275"/>
                <a:gd name="connsiteX2186" fmla="*/ 1574292 w 2305050"/>
                <a:gd name="connsiteY2186" fmla="*/ 1304925 h 1819275"/>
                <a:gd name="connsiteX2187" fmla="*/ 1587817 w 2305050"/>
                <a:gd name="connsiteY2187" fmla="*/ 1297591 h 1819275"/>
                <a:gd name="connsiteX2188" fmla="*/ 1591628 w 2305050"/>
                <a:gd name="connsiteY2188" fmla="*/ 1296162 h 1819275"/>
                <a:gd name="connsiteX2189" fmla="*/ 1594295 w 2305050"/>
                <a:gd name="connsiteY2189" fmla="*/ 1296638 h 1819275"/>
                <a:gd name="connsiteX2190" fmla="*/ 1595723 w 2305050"/>
                <a:gd name="connsiteY2190" fmla="*/ 1296734 h 1819275"/>
                <a:gd name="connsiteX2191" fmla="*/ 1602867 w 2305050"/>
                <a:gd name="connsiteY2191" fmla="*/ 1295495 h 1819275"/>
                <a:gd name="connsiteX2192" fmla="*/ 1604105 w 2305050"/>
                <a:gd name="connsiteY2192" fmla="*/ 1295686 h 1819275"/>
                <a:gd name="connsiteX2193" fmla="*/ 1608677 w 2305050"/>
                <a:gd name="connsiteY2193" fmla="*/ 1297591 h 1819275"/>
                <a:gd name="connsiteX2194" fmla="*/ 1611154 w 2305050"/>
                <a:gd name="connsiteY2194" fmla="*/ 1298258 h 1819275"/>
                <a:gd name="connsiteX2195" fmla="*/ 1614773 w 2305050"/>
                <a:gd name="connsiteY2195" fmla="*/ 1298543 h 1819275"/>
                <a:gd name="connsiteX2196" fmla="*/ 1615631 w 2305050"/>
                <a:gd name="connsiteY2196" fmla="*/ 1298353 h 1819275"/>
                <a:gd name="connsiteX2197" fmla="*/ 1616297 w 2305050"/>
                <a:gd name="connsiteY2197" fmla="*/ 1298162 h 1819275"/>
                <a:gd name="connsiteX2198" fmla="*/ 1616678 w 2305050"/>
                <a:gd name="connsiteY2198" fmla="*/ 1297781 h 1819275"/>
                <a:gd name="connsiteX2199" fmla="*/ 1617059 w 2305050"/>
                <a:gd name="connsiteY2199" fmla="*/ 1297400 h 1819275"/>
                <a:gd name="connsiteX2200" fmla="*/ 1617250 w 2305050"/>
                <a:gd name="connsiteY2200" fmla="*/ 1297019 h 1819275"/>
                <a:gd name="connsiteX2201" fmla="*/ 1617536 w 2305050"/>
                <a:gd name="connsiteY2201" fmla="*/ 1296162 h 1819275"/>
                <a:gd name="connsiteX2202" fmla="*/ 1618012 w 2305050"/>
                <a:gd name="connsiteY2202" fmla="*/ 1293590 h 1819275"/>
                <a:gd name="connsiteX2203" fmla="*/ 1618012 w 2305050"/>
                <a:gd name="connsiteY2203" fmla="*/ 1293590 h 1819275"/>
                <a:gd name="connsiteX2204" fmla="*/ 1618679 w 2305050"/>
                <a:gd name="connsiteY2204" fmla="*/ 1289971 h 1819275"/>
                <a:gd name="connsiteX2205" fmla="*/ 1619059 w 2305050"/>
                <a:gd name="connsiteY2205" fmla="*/ 1288828 h 1819275"/>
                <a:gd name="connsiteX2206" fmla="*/ 1619345 w 2305050"/>
                <a:gd name="connsiteY2206" fmla="*/ 1288256 h 1819275"/>
                <a:gd name="connsiteX2207" fmla="*/ 1619631 w 2305050"/>
                <a:gd name="connsiteY2207" fmla="*/ 1287780 h 1819275"/>
                <a:gd name="connsiteX2208" fmla="*/ 1620393 w 2305050"/>
                <a:gd name="connsiteY2208" fmla="*/ 1287018 h 1819275"/>
                <a:gd name="connsiteX2209" fmla="*/ 1621155 w 2305050"/>
                <a:gd name="connsiteY2209" fmla="*/ 1286256 h 1819275"/>
                <a:gd name="connsiteX2210" fmla="*/ 1622870 w 2305050"/>
                <a:gd name="connsiteY2210" fmla="*/ 1285113 h 1819275"/>
                <a:gd name="connsiteX2211" fmla="*/ 1623155 w 2305050"/>
                <a:gd name="connsiteY2211" fmla="*/ 1284827 h 1819275"/>
                <a:gd name="connsiteX2212" fmla="*/ 1623346 w 2305050"/>
                <a:gd name="connsiteY2212" fmla="*/ 1284541 h 1819275"/>
                <a:gd name="connsiteX2213" fmla="*/ 1624108 w 2305050"/>
                <a:gd name="connsiteY2213" fmla="*/ 1283208 h 1819275"/>
                <a:gd name="connsiteX2214" fmla="*/ 1624679 w 2305050"/>
                <a:gd name="connsiteY2214" fmla="*/ 1281970 h 1819275"/>
                <a:gd name="connsiteX2215" fmla="*/ 1625060 w 2305050"/>
                <a:gd name="connsiteY2215" fmla="*/ 1281398 h 1819275"/>
                <a:gd name="connsiteX2216" fmla="*/ 1625632 w 2305050"/>
                <a:gd name="connsiteY2216" fmla="*/ 1280636 h 1819275"/>
                <a:gd name="connsiteX2217" fmla="*/ 1626203 w 2305050"/>
                <a:gd name="connsiteY2217" fmla="*/ 1280446 h 1819275"/>
                <a:gd name="connsiteX2218" fmla="*/ 1626584 w 2305050"/>
                <a:gd name="connsiteY2218" fmla="*/ 1280732 h 1819275"/>
                <a:gd name="connsiteX2219" fmla="*/ 1626775 w 2305050"/>
                <a:gd name="connsiteY2219" fmla="*/ 1281208 h 1819275"/>
                <a:gd name="connsiteX2220" fmla="*/ 1627156 w 2305050"/>
                <a:gd name="connsiteY2220" fmla="*/ 1282256 h 1819275"/>
                <a:gd name="connsiteX2221" fmla="*/ 1627632 w 2305050"/>
                <a:gd name="connsiteY2221" fmla="*/ 1283208 h 1819275"/>
                <a:gd name="connsiteX2222" fmla="*/ 1630775 w 2305050"/>
                <a:gd name="connsiteY2222" fmla="*/ 1288066 h 1819275"/>
                <a:gd name="connsiteX2223" fmla="*/ 1631251 w 2305050"/>
                <a:gd name="connsiteY2223" fmla="*/ 1287970 h 1819275"/>
                <a:gd name="connsiteX2224" fmla="*/ 1631918 w 2305050"/>
                <a:gd name="connsiteY2224" fmla="*/ 1287494 h 1819275"/>
                <a:gd name="connsiteX2225" fmla="*/ 1633538 w 2305050"/>
                <a:gd name="connsiteY2225" fmla="*/ 1286542 h 1819275"/>
                <a:gd name="connsiteX2226" fmla="*/ 1642681 w 2305050"/>
                <a:gd name="connsiteY2226" fmla="*/ 1283780 h 1819275"/>
                <a:gd name="connsiteX2227" fmla="*/ 1646301 w 2305050"/>
                <a:gd name="connsiteY2227" fmla="*/ 1281779 h 1819275"/>
                <a:gd name="connsiteX2228" fmla="*/ 1647444 w 2305050"/>
                <a:gd name="connsiteY2228" fmla="*/ 1281779 h 1819275"/>
                <a:gd name="connsiteX2229" fmla="*/ 1647920 w 2305050"/>
                <a:gd name="connsiteY2229" fmla="*/ 1282065 h 1819275"/>
                <a:gd name="connsiteX2230" fmla="*/ 1648015 w 2305050"/>
                <a:gd name="connsiteY2230" fmla="*/ 1282827 h 1819275"/>
                <a:gd name="connsiteX2231" fmla="*/ 1647349 w 2305050"/>
                <a:gd name="connsiteY2231" fmla="*/ 1284923 h 1819275"/>
                <a:gd name="connsiteX2232" fmla="*/ 1647349 w 2305050"/>
                <a:gd name="connsiteY2232" fmla="*/ 1286161 h 1819275"/>
                <a:gd name="connsiteX2233" fmla="*/ 1647730 w 2305050"/>
                <a:gd name="connsiteY2233" fmla="*/ 1287209 h 1819275"/>
                <a:gd name="connsiteX2234" fmla="*/ 1648492 w 2305050"/>
                <a:gd name="connsiteY2234" fmla="*/ 1287970 h 1819275"/>
                <a:gd name="connsiteX2235" fmla="*/ 1650968 w 2305050"/>
                <a:gd name="connsiteY2235" fmla="*/ 1289780 h 1819275"/>
                <a:gd name="connsiteX2236" fmla="*/ 1651825 w 2305050"/>
                <a:gd name="connsiteY2236" fmla="*/ 1290828 h 1819275"/>
                <a:gd name="connsiteX2237" fmla="*/ 1653159 w 2305050"/>
                <a:gd name="connsiteY2237" fmla="*/ 1293590 h 1819275"/>
                <a:gd name="connsiteX2238" fmla="*/ 1658874 w 2305050"/>
                <a:gd name="connsiteY2238" fmla="*/ 1300448 h 1819275"/>
                <a:gd name="connsiteX2239" fmla="*/ 1661827 w 2305050"/>
                <a:gd name="connsiteY2239" fmla="*/ 1303211 h 1819275"/>
                <a:gd name="connsiteX2240" fmla="*/ 1664208 w 2305050"/>
                <a:gd name="connsiteY2240" fmla="*/ 1304925 h 1819275"/>
                <a:gd name="connsiteX2241" fmla="*/ 1664780 w 2305050"/>
                <a:gd name="connsiteY2241" fmla="*/ 1305497 h 1819275"/>
                <a:gd name="connsiteX2242" fmla="*/ 1665161 w 2305050"/>
                <a:gd name="connsiteY2242" fmla="*/ 1306259 h 1819275"/>
                <a:gd name="connsiteX2243" fmla="*/ 1665256 w 2305050"/>
                <a:gd name="connsiteY2243" fmla="*/ 1307306 h 1819275"/>
                <a:gd name="connsiteX2244" fmla="*/ 1665256 w 2305050"/>
                <a:gd name="connsiteY2244" fmla="*/ 1308354 h 1819275"/>
                <a:gd name="connsiteX2245" fmla="*/ 1664970 w 2305050"/>
                <a:gd name="connsiteY2245" fmla="*/ 1309402 h 1819275"/>
                <a:gd name="connsiteX2246" fmla="*/ 1664780 w 2305050"/>
                <a:gd name="connsiteY2246" fmla="*/ 1310450 h 1819275"/>
                <a:gd name="connsiteX2247" fmla="*/ 1664780 w 2305050"/>
                <a:gd name="connsiteY2247" fmla="*/ 1311402 h 1819275"/>
                <a:gd name="connsiteX2248" fmla="*/ 1664875 w 2305050"/>
                <a:gd name="connsiteY2248" fmla="*/ 1312545 h 1819275"/>
                <a:gd name="connsiteX2249" fmla="*/ 1665351 w 2305050"/>
                <a:gd name="connsiteY2249" fmla="*/ 1313879 h 1819275"/>
                <a:gd name="connsiteX2250" fmla="*/ 1666113 w 2305050"/>
                <a:gd name="connsiteY2250" fmla="*/ 1315212 h 1819275"/>
                <a:gd name="connsiteX2251" fmla="*/ 1666494 w 2305050"/>
                <a:gd name="connsiteY2251" fmla="*/ 1316355 h 1819275"/>
                <a:gd name="connsiteX2252" fmla="*/ 1666589 w 2305050"/>
                <a:gd name="connsiteY2252" fmla="*/ 1317498 h 1819275"/>
                <a:gd name="connsiteX2253" fmla="*/ 1666113 w 2305050"/>
                <a:gd name="connsiteY2253" fmla="*/ 1318546 h 1819275"/>
                <a:gd name="connsiteX2254" fmla="*/ 1665351 w 2305050"/>
                <a:gd name="connsiteY2254" fmla="*/ 1319308 h 1819275"/>
                <a:gd name="connsiteX2255" fmla="*/ 1663541 w 2305050"/>
                <a:gd name="connsiteY2255" fmla="*/ 1320070 h 1819275"/>
                <a:gd name="connsiteX2256" fmla="*/ 1663065 w 2305050"/>
                <a:gd name="connsiteY2256" fmla="*/ 1320356 h 1819275"/>
                <a:gd name="connsiteX2257" fmla="*/ 1662589 w 2305050"/>
                <a:gd name="connsiteY2257" fmla="*/ 1321118 h 1819275"/>
                <a:gd name="connsiteX2258" fmla="*/ 1662303 w 2305050"/>
                <a:gd name="connsiteY2258" fmla="*/ 1322165 h 1819275"/>
                <a:gd name="connsiteX2259" fmla="*/ 1662398 w 2305050"/>
                <a:gd name="connsiteY2259" fmla="*/ 1323594 h 1819275"/>
                <a:gd name="connsiteX2260" fmla="*/ 1663541 w 2305050"/>
                <a:gd name="connsiteY2260" fmla="*/ 1324832 h 1819275"/>
                <a:gd name="connsiteX2261" fmla="*/ 1664970 w 2305050"/>
                <a:gd name="connsiteY2261" fmla="*/ 1325785 h 1819275"/>
                <a:gd name="connsiteX2262" fmla="*/ 1670114 w 2305050"/>
                <a:gd name="connsiteY2262" fmla="*/ 1327880 h 1819275"/>
                <a:gd name="connsiteX2263" fmla="*/ 1671161 w 2305050"/>
                <a:gd name="connsiteY2263" fmla="*/ 1328547 h 1819275"/>
                <a:gd name="connsiteX2264" fmla="*/ 1671447 w 2305050"/>
                <a:gd name="connsiteY2264" fmla="*/ 1329119 h 1819275"/>
                <a:gd name="connsiteX2265" fmla="*/ 1671447 w 2305050"/>
                <a:gd name="connsiteY2265" fmla="*/ 1329881 h 1819275"/>
                <a:gd name="connsiteX2266" fmla="*/ 1671066 w 2305050"/>
                <a:gd name="connsiteY2266" fmla="*/ 1332452 h 1819275"/>
                <a:gd name="connsiteX2267" fmla="*/ 1670971 w 2305050"/>
                <a:gd name="connsiteY2267" fmla="*/ 1334072 h 1819275"/>
                <a:gd name="connsiteX2268" fmla="*/ 1671256 w 2305050"/>
                <a:gd name="connsiteY2268" fmla="*/ 1335595 h 1819275"/>
                <a:gd name="connsiteX2269" fmla="*/ 1671733 w 2305050"/>
                <a:gd name="connsiteY2269" fmla="*/ 1337120 h 1819275"/>
                <a:gd name="connsiteX2270" fmla="*/ 1673066 w 2305050"/>
                <a:gd name="connsiteY2270" fmla="*/ 1339691 h 1819275"/>
                <a:gd name="connsiteX2271" fmla="*/ 1673352 w 2305050"/>
                <a:gd name="connsiteY2271" fmla="*/ 1340549 h 1819275"/>
                <a:gd name="connsiteX2272" fmla="*/ 1673542 w 2305050"/>
                <a:gd name="connsiteY2272" fmla="*/ 1341311 h 1819275"/>
                <a:gd name="connsiteX2273" fmla="*/ 1673542 w 2305050"/>
                <a:gd name="connsiteY2273" fmla="*/ 1342073 h 1819275"/>
                <a:gd name="connsiteX2274" fmla="*/ 1673162 w 2305050"/>
                <a:gd name="connsiteY2274" fmla="*/ 1343597 h 1819275"/>
                <a:gd name="connsiteX2275" fmla="*/ 1673257 w 2305050"/>
                <a:gd name="connsiteY2275" fmla="*/ 1344263 h 1819275"/>
                <a:gd name="connsiteX2276" fmla="*/ 1673923 w 2305050"/>
                <a:gd name="connsiteY2276" fmla="*/ 1345025 h 1819275"/>
                <a:gd name="connsiteX2277" fmla="*/ 1675066 w 2305050"/>
                <a:gd name="connsiteY2277" fmla="*/ 1345311 h 1819275"/>
                <a:gd name="connsiteX2278" fmla="*/ 1676209 w 2305050"/>
                <a:gd name="connsiteY2278" fmla="*/ 1345216 h 1819275"/>
                <a:gd name="connsiteX2279" fmla="*/ 1677829 w 2305050"/>
                <a:gd name="connsiteY2279" fmla="*/ 1344740 h 1819275"/>
                <a:gd name="connsiteX2280" fmla="*/ 1678400 w 2305050"/>
                <a:gd name="connsiteY2280" fmla="*/ 1344549 h 1819275"/>
                <a:gd name="connsiteX2281" fmla="*/ 1678781 w 2305050"/>
                <a:gd name="connsiteY2281" fmla="*/ 1344263 h 1819275"/>
                <a:gd name="connsiteX2282" fmla="*/ 1679257 w 2305050"/>
                <a:gd name="connsiteY2282" fmla="*/ 1343597 h 1819275"/>
                <a:gd name="connsiteX2283" fmla="*/ 1679639 w 2305050"/>
                <a:gd name="connsiteY2283" fmla="*/ 1342930 h 1819275"/>
                <a:gd name="connsiteX2284" fmla="*/ 1679924 w 2305050"/>
                <a:gd name="connsiteY2284" fmla="*/ 1342263 h 1819275"/>
                <a:gd name="connsiteX2285" fmla="*/ 1680210 w 2305050"/>
                <a:gd name="connsiteY2285" fmla="*/ 1339882 h 1819275"/>
                <a:gd name="connsiteX2286" fmla="*/ 1680400 w 2305050"/>
                <a:gd name="connsiteY2286" fmla="*/ 1339310 h 1819275"/>
                <a:gd name="connsiteX2287" fmla="*/ 1680972 w 2305050"/>
                <a:gd name="connsiteY2287" fmla="*/ 1338739 h 1819275"/>
                <a:gd name="connsiteX2288" fmla="*/ 1681829 w 2305050"/>
                <a:gd name="connsiteY2288" fmla="*/ 1338358 h 1819275"/>
                <a:gd name="connsiteX2289" fmla="*/ 1683544 w 2305050"/>
                <a:gd name="connsiteY2289" fmla="*/ 1338644 h 1819275"/>
                <a:gd name="connsiteX2290" fmla="*/ 1684687 w 2305050"/>
                <a:gd name="connsiteY2290" fmla="*/ 1339501 h 1819275"/>
                <a:gd name="connsiteX2291" fmla="*/ 1685449 w 2305050"/>
                <a:gd name="connsiteY2291" fmla="*/ 1340739 h 1819275"/>
                <a:gd name="connsiteX2292" fmla="*/ 1685639 w 2305050"/>
                <a:gd name="connsiteY2292" fmla="*/ 1341882 h 1819275"/>
                <a:gd name="connsiteX2293" fmla="*/ 1685544 w 2305050"/>
                <a:gd name="connsiteY2293" fmla="*/ 1342930 h 1819275"/>
                <a:gd name="connsiteX2294" fmla="*/ 1685354 w 2305050"/>
                <a:gd name="connsiteY2294" fmla="*/ 1345025 h 1819275"/>
                <a:gd name="connsiteX2295" fmla="*/ 1685449 w 2305050"/>
                <a:gd name="connsiteY2295" fmla="*/ 1346073 h 1819275"/>
                <a:gd name="connsiteX2296" fmla="*/ 1685639 w 2305050"/>
                <a:gd name="connsiteY2296" fmla="*/ 1346835 h 1819275"/>
                <a:gd name="connsiteX2297" fmla="*/ 1685830 w 2305050"/>
                <a:gd name="connsiteY2297" fmla="*/ 1347216 h 1819275"/>
                <a:gd name="connsiteX2298" fmla="*/ 1686592 w 2305050"/>
                <a:gd name="connsiteY2298" fmla="*/ 1348359 h 1819275"/>
                <a:gd name="connsiteX2299" fmla="*/ 1686878 w 2305050"/>
                <a:gd name="connsiteY2299" fmla="*/ 1349216 h 1819275"/>
                <a:gd name="connsiteX2300" fmla="*/ 1687068 w 2305050"/>
                <a:gd name="connsiteY2300" fmla="*/ 1350359 h 1819275"/>
                <a:gd name="connsiteX2301" fmla="*/ 1686878 w 2305050"/>
                <a:gd name="connsiteY2301" fmla="*/ 1351693 h 1819275"/>
                <a:gd name="connsiteX2302" fmla="*/ 1685354 w 2305050"/>
                <a:gd name="connsiteY2302" fmla="*/ 1355598 h 1819275"/>
                <a:gd name="connsiteX2303" fmla="*/ 1685163 w 2305050"/>
                <a:gd name="connsiteY2303" fmla="*/ 1356455 h 1819275"/>
                <a:gd name="connsiteX2304" fmla="*/ 1685163 w 2305050"/>
                <a:gd name="connsiteY2304" fmla="*/ 1356836 h 1819275"/>
                <a:gd name="connsiteX2305" fmla="*/ 1685639 w 2305050"/>
                <a:gd name="connsiteY2305" fmla="*/ 1357503 h 1819275"/>
                <a:gd name="connsiteX2306" fmla="*/ 1687639 w 2305050"/>
                <a:gd name="connsiteY2306" fmla="*/ 1359313 h 1819275"/>
                <a:gd name="connsiteX2307" fmla="*/ 1688401 w 2305050"/>
                <a:gd name="connsiteY2307" fmla="*/ 1360551 h 1819275"/>
                <a:gd name="connsiteX2308" fmla="*/ 1688973 w 2305050"/>
                <a:gd name="connsiteY2308" fmla="*/ 1361980 h 1819275"/>
                <a:gd name="connsiteX2309" fmla="*/ 1689068 w 2305050"/>
                <a:gd name="connsiteY2309" fmla="*/ 1363504 h 1819275"/>
                <a:gd name="connsiteX2310" fmla="*/ 1688782 w 2305050"/>
                <a:gd name="connsiteY2310" fmla="*/ 1365504 h 1819275"/>
                <a:gd name="connsiteX2311" fmla="*/ 1687449 w 2305050"/>
                <a:gd name="connsiteY2311" fmla="*/ 1370362 h 1819275"/>
                <a:gd name="connsiteX2312" fmla="*/ 1686401 w 2305050"/>
                <a:gd name="connsiteY2312" fmla="*/ 1372743 h 1819275"/>
                <a:gd name="connsiteX2313" fmla="*/ 1685544 w 2305050"/>
                <a:gd name="connsiteY2313" fmla="*/ 1373886 h 1819275"/>
                <a:gd name="connsiteX2314" fmla="*/ 1684306 w 2305050"/>
                <a:gd name="connsiteY2314" fmla="*/ 1373886 h 1819275"/>
                <a:gd name="connsiteX2315" fmla="*/ 1683163 w 2305050"/>
                <a:gd name="connsiteY2315" fmla="*/ 1373029 h 1819275"/>
                <a:gd name="connsiteX2316" fmla="*/ 1682306 w 2305050"/>
                <a:gd name="connsiteY2316" fmla="*/ 1371410 h 1819275"/>
                <a:gd name="connsiteX2317" fmla="*/ 1681448 w 2305050"/>
                <a:gd name="connsiteY2317" fmla="*/ 1370266 h 1819275"/>
                <a:gd name="connsiteX2318" fmla="*/ 1680496 w 2305050"/>
                <a:gd name="connsiteY2318" fmla="*/ 1369505 h 1819275"/>
                <a:gd name="connsiteX2319" fmla="*/ 1679257 w 2305050"/>
                <a:gd name="connsiteY2319" fmla="*/ 1369028 h 1819275"/>
                <a:gd name="connsiteX2320" fmla="*/ 1677924 w 2305050"/>
                <a:gd name="connsiteY2320" fmla="*/ 1369124 h 1819275"/>
                <a:gd name="connsiteX2321" fmla="*/ 1676686 w 2305050"/>
                <a:gd name="connsiteY2321" fmla="*/ 1369886 h 1819275"/>
                <a:gd name="connsiteX2322" fmla="*/ 1675829 w 2305050"/>
                <a:gd name="connsiteY2322" fmla="*/ 1371981 h 1819275"/>
                <a:gd name="connsiteX2323" fmla="*/ 1675352 w 2305050"/>
                <a:gd name="connsiteY2323" fmla="*/ 1374077 h 1819275"/>
                <a:gd name="connsiteX2324" fmla="*/ 1675543 w 2305050"/>
                <a:gd name="connsiteY2324" fmla="*/ 1375982 h 1819275"/>
                <a:gd name="connsiteX2325" fmla="*/ 1676019 w 2305050"/>
                <a:gd name="connsiteY2325" fmla="*/ 1377410 h 1819275"/>
                <a:gd name="connsiteX2326" fmla="*/ 1677257 w 2305050"/>
                <a:gd name="connsiteY2326" fmla="*/ 1380077 h 1819275"/>
                <a:gd name="connsiteX2327" fmla="*/ 1678400 w 2305050"/>
                <a:gd name="connsiteY2327" fmla="*/ 1381982 h 1819275"/>
                <a:gd name="connsiteX2328" fmla="*/ 1679067 w 2305050"/>
                <a:gd name="connsiteY2328" fmla="*/ 1382744 h 1819275"/>
                <a:gd name="connsiteX2329" fmla="*/ 1679543 w 2305050"/>
                <a:gd name="connsiteY2329" fmla="*/ 1383697 h 1819275"/>
                <a:gd name="connsiteX2330" fmla="*/ 1680686 w 2305050"/>
                <a:gd name="connsiteY2330" fmla="*/ 1388459 h 1819275"/>
                <a:gd name="connsiteX2331" fmla="*/ 1681734 w 2305050"/>
                <a:gd name="connsiteY2331" fmla="*/ 1390174 h 1819275"/>
                <a:gd name="connsiteX2332" fmla="*/ 1682782 w 2305050"/>
                <a:gd name="connsiteY2332" fmla="*/ 1390936 h 1819275"/>
                <a:gd name="connsiteX2333" fmla="*/ 1684020 w 2305050"/>
                <a:gd name="connsiteY2333" fmla="*/ 1391222 h 1819275"/>
                <a:gd name="connsiteX2334" fmla="*/ 1686211 w 2305050"/>
                <a:gd name="connsiteY2334" fmla="*/ 1391317 h 1819275"/>
                <a:gd name="connsiteX2335" fmla="*/ 1687354 w 2305050"/>
                <a:gd name="connsiteY2335" fmla="*/ 1391698 h 1819275"/>
                <a:gd name="connsiteX2336" fmla="*/ 1688021 w 2305050"/>
                <a:gd name="connsiteY2336" fmla="*/ 1392460 h 1819275"/>
                <a:gd name="connsiteX2337" fmla="*/ 1688306 w 2305050"/>
                <a:gd name="connsiteY2337" fmla="*/ 1393412 h 1819275"/>
                <a:gd name="connsiteX2338" fmla="*/ 1688401 w 2305050"/>
                <a:gd name="connsiteY2338" fmla="*/ 1394746 h 1819275"/>
                <a:gd name="connsiteX2339" fmla="*/ 1688211 w 2305050"/>
                <a:gd name="connsiteY2339" fmla="*/ 1396270 h 1819275"/>
                <a:gd name="connsiteX2340" fmla="*/ 1687068 w 2305050"/>
                <a:gd name="connsiteY2340" fmla="*/ 1400747 h 1819275"/>
                <a:gd name="connsiteX2341" fmla="*/ 1687068 w 2305050"/>
                <a:gd name="connsiteY2341" fmla="*/ 1401413 h 1819275"/>
                <a:gd name="connsiteX2342" fmla="*/ 1687068 w 2305050"/>
                <a:gd name="connsiteY2342" fmla="*/ 1401890 h 1819275"/>
                <a:gd name="connsiteX2343" fmla="*/ 1686782 w 2305050"/>
                <a:gd name="connsiteY2343" fmla="*/ 1404938 h 1819275"/>
                <a:gd name="connsiteX2344" fmla="*/ 1689830 w 2305050"/>
                <a:gd name="connsiteY2344" fmla="*/ 1406462 h 1819275"/>
                <a:gd name="connsiteX2345" fmla="*/ 1690402 w 2305050"/>
                <a:gd name="connsiteY2345" fmla="*/ 1407890 h 1819275"/>
                <a:gd name="connsiteX2346" fmla="*/ 1690688 w 2305050"/>
                <a:gd name="connsiteY2346" fmla="*/ 1409605 h 1819275"/>
                <a:gd name="connsiteX2347" fmla="*/ 1690497 w 2305050"/>
                <a:gd name="connsiteY2347" fmla="*/ 1413320 h 1819275"/>
                <a:gd name="connsiteX2348" fmla="*/ 1690592 w 2305050"/>
                <a:gd name="connsiteY2348" fmla="*/ 1415034 h 1819275"/>
                <a:gd name="connsiteX2349" fmla="*/ 1691259 w 2305050"/>
                <a:gd name="connsiteY2349" fmla="*/ 1418177 h 1819275"/>
                <a:gd name="connsiteX2350" fmla="*/ 1691926 w 2305050"/>
                <a:gd name="connsiteY2350" fmla="*/ 1419606 h 1819275"/>
                <a:gd name="connsiteX2351" fmla="*/ 1692878 w 2305050"/>
                <a:gd name="connsiteY2351" fmla="*/ 1420559 h 1819275"/>
                <a:gd name="connsiteX2352" fmla="*/ 1693640 w 2305050"/>
                <a:gd name="connsiteY2352" fmla="*/ 1420749 h 1819275"/>
                <a:gd name="connsiteX2353" fmla="*/ 1694974 w 2305050"/>
                <a:gd name="connsiteY2353" fmla="*/ 1420940 h 1819275"/>
                <a:gd name="connsiteX2354" fmla="*/ 1695736 w 2305050"/>
                <a:gd name="connsiteY2354" fmla="*/ 1420940 h 1819275"/>
                <a:gd name="connsiteX2355" fmla="*/ 1696022 w 2305050"/>
                <a:gd name="connsiteY2355" fmla="*/ 1418749 h 1819275"/>
                <a:gd name="connsiteX2356" fmla="*/ 1696403 w 2305050"/>
                <a:gd name="connsiteY2356" fmla="*/ 1418177 h 1819275"/>
                <a:gd name="connsiteX2357" fmla="*/ 1696974 w 2305050"/>
                <a:gd name="connsiteY2357" fmla="*/ 1417511 h 1819275"/>
                <a:gd name="connsiteX2358" fmla="*/ 1698212 w 2305050"/>
                <a:gd name="connsiteY2358" fmla="*/ 1416844 h 1819275"/>
                <a:gd name="connsiteX2359" fmla="*/ 1701546 w 2305050"/>
                <a:gd name="connsiteY2359" fmla="*/ 1416177 h 1819275"/>
                <a:gd name="connsiteX2360" fmla="*/ 1713262 w 2305050"/>
                <a:gd name="connsiteY2360" fmla="*/ 1416177 h 1819275"/>
                <a:gd name="connsiteX2361" fmla="*/ 1718310 w 2305050"/>
                <a:gd name="connsiteY2361" fmla="*/ 1417415 h 1819275"/>
                <a:gd name="connsiteX2362" fmla="*/ 1719929 w 2305050"/>
                <a:gd name="connsiteY2362" fmla="*/ 1417511 h 1819275"/>
                <a:gd name="connsiteX2363" fmla="*/ 1721453 w 2305050"/>
                <a:gd name="connsiteY2363" fmla="*/ 1416939 h 1819275"/>
                <a:gd name="connsiteX2364" fmla="*/ 1724978 w 2305050"/>
                <a:gd name="connsiteY2364" fmla="*/ 1414463 h 1819275"/>
                <a:gd name="connsiteX2365" fmla="*/ 1726978 w 2305050"/>
                <a:gd name="connsiteY2365" fmla="*/ 1413510 h 1819275"/>
                <a:gd name="connsiteX2366" fmla="*/ 1727930 w 2305050"/>
                <a:gd name="connsiteY2366" fmla="*/ 1413224 h 1819275"/>
                <a:gd name="connsiteX2367" fmla="*/ 1728692 w 2305050"/>
                <a:gd name="connsiteY2367" fmla="*/ 1413320 h 1819275"/>
                <a:gd name="connsiteX2368" fmla="*/ 1729168 w 2305050"/>
                <a:gd name="connsiteY2368" fmla="*/ 1413701 h 1819275"/>
                <a:gd name="connsiteX2369" fmla="*/ 1729454 w 2305050"/>
                <a:gd name="connsiteY2369" fmla="*/ 1414082 h 1819275"/>
                <a:gd name="connsiteX2370" fmla="*/ 1729549 w 2305050"/>
                <a:gd name="connsiteY2370" fmla="*/ 1414844 h 1819275"/>
                <a:gd name="connsiteX2371" fmla="*/ 1729740 w 2305050"/>
                <a:gd name="connsiteY2371" fmla="*/ 1415796 h 1819275"/>
                <a:gd name="connsiteX2372" fmla="*/ 1730692 w 2305050"/>
                <a:gd name="connsiteY2372" fmla="*/ 1417034 h 1819275"/>
                <a:gd name="connsiteX2373" fmla="*/ 1732598 w 2305050"/>
                <a:gd name="connsiteY2373" fmla="*/ 1418082 h 1819275"/>
                <a:gd name="connsiteX2374" fmla="*/ 1755362 w 2305050"/>
                <a:gd name="connsiteY2374" fmla="*/ 1420654 h 1819275"/>
                <a:gd name="connsiteX2375" fmla="*/ 1757267 w 2305050"/>
                <a:gd name="connsiteY2375" fmla="*/ 1420463 h 1819275"/>
                <a:gd name="connsiteX2376" fmla="*/ 1760220 w 2305050"/>
                <a:gd name="connsiteY2376" fmla="*/ 1419511 h 1819275"/>
                <a:gd name="connsiteX2377" fmla="*/ 1761363 w 2305050"/>
                <a:gd name="connsiteY2377" fmla="*/ 1419416 h 1819275"/>
                <a:gd name="connsiteX2378" fmla="*/ 1761934 w 2305050"/>
                <a:gd name="connsiteY2378" fmla="*/ 1419606 h 1819275"/>
                <a:gd name="connsiteX2379" fmla="*/ 1762220 w 2305050"/>
                <a:gd name="connsiteY2379" fmla="*/ 1419892 h 1819275"/>
                <a:gd name="connsiteX2380" fmla="*/ 1762315 w 2305050"/>
                <a:gd name="connsiteY2380" fmla="*/ 1420463 h 1819275"/>
                <a:gd name="connsiteX2381" fmla="*/ 1762315 w 2305050"/>
                <a:gd name="connsiteY2381" fmla="*/ 1421130 h 1819275"/>
                <a:gd name="connsiteX2382" fmla="*/ 1762125 w 2305050"/>
                <a:gd name="connsiteY2382" fmla="*/ 1423226 h 1819275"/>
                <a:gd name="connsiteX2383" fmla="*/ 1761649 w 2305050"/>
                <a:gd name="connsiteY2383" fmla="*/ 1424845 h 1819275"/>
                <a:gd name="connsiteX2384" fmla="*/ 1772126 w 2305050"/>
                <a:gd name="connsiteY2384" fmla="*/ 1414082 h 1819275"/>
                <a:gd name="connsiteX2385" fmla="*/ 1772888 w 2305050"/>
                <a:gd name="connsiteY2385" fmla="*/ 1412558 h 1819275"/>
                <a:gd name="connsiteX2386" fmla="*/ 1773746 w 2305050"/>
                <a:gd name="connsiteY2386" fmla="*/ 1410367 h 1819275"/>
                <a:gd name="connsiteX2387" fmla="*/ 1774031 w 2305050"/>
                <a:gd name="connsiteY2387" fmla="*/ 1409129 h 1819275"/>
                <a:gd name="connsiteX2388" fmla="*/ 1774222 w 2305050"/>
                <a:gd name="connsiteY2388" fmla="*/ 1407890 h 1819275"/>
                <a:gd name="connsiteX2389" fmla="*/ 1774412 w 2305050"/>
                <a:gd name="connsiteY2389" fmla="*/ 1405033 h 1819275"/>
                <a:gd name="connsiteX2390" fmla="*/ 1774317 w 2305050"/>
                <a:gd name="connsiteY2390" fmla="*/ 1403699 h 1819275"/>
                <a:gd name="connsiteX2391" fmla="*/ 1773650 w 2305050"/>
                <a:gd name="connsiteY2391" fmla="*/ 1398651 h 1819275"/>
                <a:gd name="connsiteX2392" fmla="*/ 1771650 w 2305050"/>
                <a:gd name="connsiteY2392" fmla="*/ 1389221 h 1819275"/>
                <a:gd name="connsiteX2393" fmla="*/ 1771269 w 2305050"/>
                <a:gd name="connsiteY2393" fmla="*/ 1388174 h 1819275"/>
                <a:gd name="connsiteX2394" fmla="*/ 1770793 w 2305050"/>
                <a:gd name="connsiteY2394" fmla="*/ 1387221 h 1819275"/>
                <a:gd name="connsiteX2395" fmla="*/ 1768412 w 2305050"/>
                <a:gd name="connsiteY2395" fmla="*/ 1383983 h 1819275"/>
                <a:gd name="connsiteX2396" fmla="*/ 1768316 w 2305050"/>
                <a:gd name="connsiteY2396" fmla="*/ 1383792 h 1819275"/>
                <a:gd name="connsiteX2397" fmla="*/ 1768316 w 2305050"/>
                <a:gd name="connsiteY2397" fmla="*/ 1383602 h 1819275"/>
                <a:gd name="connsiteX2398" fmla="*/ 1768316 w 2305050"/>
                <a:gd name="connsiteY2398" fmla="*/ 1383125 h 1819275"/>
                <a:gd name="connsiteX2399" fmla="*/ 1767840 w 2305050"/>
                <a:gd name="connsiteY2399" fmla="*/ 1380268 h 1819275"/>
                <a:gd name="connsiteX2400" fmla="*/ 1767745 w 2305050"/>
                <a:gd name="connsiteY2400" fmla="*/ 1379030 h 1819275"/>
                <a:gd name="connsiteX2401" fmla="*/ 1767745 w 2305050"/>
                <a:gd name="connsiteY2401" fmla="*/ 1377601 h 1819275"/>
                <a:gd name="connsiteX2402" fmla="*/ 1767745 w 2305050"/>
                <a:gd name="connsiteY2402" fmla="*/ 1377029 h 1819275"/>
                <a:gd name="connsiteX2403" fmla="*/ 1767364 w 2305050"/>
                <a:gd name="connsiteY2403" fmla="*/ 1375505 h 1819275"/>
                <a:gd name="connsiteX2404" fmla="*/ 1767268 w 2305050"/>
                <a:gd name="connsiteY2404" fmla="*/ 1375029 h 1819275"/>
                <a:gd name="connsiteX2405" fmla="*/ 1767268 w 2305050"/>
                <a:gd name="connsiteY2405" fmla="*/ 1374648 h 1819275"/>
                <a:gd name="connsiteX2406" fmla="*/ 1767459 w 2305050"/>
                <a:gd name="connsiteY2406" fmla="*/ 1373695 h 1819275"/>
                <a:gd name="connsiteX2407" fmla="*/ 1767459 w 2305050"/>
                <a:gd name="connsiteY2407" fmla="*/ 1373315 h 1819275"/>
                <a:gd name="connsiteX2408" fmla="*/ 1767364 w 2305050"/>
                <a:gd name="connsiteY2408" fmla="*/ 1372838 h 1819275"/>
                <a:gd name="connsiteX2409" fmla="*/ 1767268 w 2305050"/>
                <a:gd name="connsiteY2409" fmla="*/ 1372362 h 1819275"/>
                <a:gd name="connsiteX2410" fmla="*/ 1767173 w 2305050"/>
                <a:gd name="connsiteY2410" fmla="*/ 1371791 h 1819275"/>
                <a:gd name="connsiteX2411" fmla="*/ 1767078 w 2305050"/>
                <a:gd name="connsiteY2411" fmla="*/ 1371219 h 1819275"/>
                <a:gd name="connsiteX2412" fmla="*/ 1767078 w 2305050"/>
                <a:gd name="connsiteY2412" fmla="*/ 1370648 h 1819275"/>
                <a:gd name="connsiteX2413" fmla="*/ 1767078 w 2305050"/>
                <a:gd name="connsiteY2413" fmla="*/ 1370266 h 1819275"/>
                <a:gd name="connsiteX2414" fmla="*/ 1767173 w 2305050"/>
                <a:gd name="connsiteY2414" fmla="*/ 1369886 h 1819275"/>
                <a:gd name="connsiteX2415" fmla="*/ 1767364 w 2305050"/>
                <a:gd name="connsiteY2415" fmla="*/ 1369124 h 1819275"/>
                <a:gd name="connsiteX2416" fmla="*/ 1767649 w 2305050"/>
                <a:gd name="connsiteY2416" fmla="*/ 1367981 h 1819275"/>
                <a:gd name="connsiteX2417" fmla="*/ 1767649 w 2305050"/>
                <a:gd name="connsiteY2417" fmla="*/ 1367314 h 1819275"/>
                <a:gd name="connsiteX2418" fmla="*/ 1767554 w 2305050"/>
                <a:gd name="connsiteY2418" fmla="*/ 1365504 h 1819275"/>
                <a:gd name="connsiteX2419" fmla="*/ 1767554 w 2305050"/>
                <a:gd name="connsiteY2419" fmla="*/ 1365028 h 1819275"/>
                <a:gd name="connsiteX2420" fmla="*/ 1767649 w 2305050"/>
                <a:gd name="connsiteY2420" fmla="*/ 1364742 h 1819275"/>
                <a:gd name="connsiteX2421" fmla="*/ 1767745 w 2305050"/>
                <a:gd name="connsiteY2421" fmla="*/ 1364552 h 1819275"/>
                <a:gd name="connsiteX2422" fmla="*/ 1767935 w 2305050"/>
                <a:gd name="connsiteY2422" fmla="*/ 1364266 h 1819275"/>
                <a:gd name="connsiteX2423" fmla="*/ 1769173 w 2305050"/>
                <a:gd name="connsiteY2423" fmla="*/ 1362932 h 1819275"/>
                <a:gd name="connsiteX2424" fmla="*/ 1769459 w 2305050"/>
                <a:gd name="connsiteY2424" fmla="*/ 1362266 h 1819275"/>
                <a:gd name="connsiteX2425" fmla="*/ 1769650 w 2305050"/>
                <a:gd name="connsiteY2425" fmla="*/ 1361599 h 1819275"/>
                <a:gd name="connsiteX2426" fmla="*/ 1769650 w 2305050"/>
                <a:gd name="connsiteY2426" fmla="*/ 1360932 h 1819275"/>
                <a:gd name="connsiteX2427" fmla="*/ 1769364 w 2305050"/>
                <a:gd name="connsiteY2427" fmla="*/ 1358551 h 1819275"/>
                <a:gd name="connsiteX2428" fmla="*/ 1769173 w 2305050"/>
                <a:gd name="connsiteY2428" fmla="*/ 1354074 h 1819275"/>
                <a:gd name="connsiteX2429" fmla="*/ 1769078 w 2305050"/>
                <a:gd name="connsiteY2429" fmla="*/ 1353503 h 1819275"/>
                <a:gd name="connsiteX2430" fmla="*/ 1768983 w 2305050"/>
                <a:gd name="connsiteY2430" fmla="*/ 1352931 h 1819275"/>
                <a:gd name="connsiteX2431" fmla="*/ 1768888 w 2305050"/>
                <a:gd name="connsiteY2431" fmla="*/ 1352360 h 1819275"/>
                <a:gd name="connsiteX2432" fmla="*/ 1768888 w 2305050"/>
                <a:gd name="connsiteY2432" fmla="*/ 1351788 h 1819275"/>
                <a:gd name="connsiteX2433" fmla="*/ 1768888 w 2305050"/>
                <a:gd name="connsiteY2433" fmla="*/ 1351121 h 1819275"/>
                <a:gd name="connsiteX2434" fmla="*/ 1769078 w 2305050"/>
                <a:gd name="connsiteY2434" fmla="*/ 1350455 h 1819275"/>
                <a:gd name="connsiteX2435" fmla="*/ 1769364 w 2305050"/>
                <a:gd name="connsiteY2435" fmla="*/ 1349978 h 1819275"/>
                <a:gd name="connsiteX2436" fmla="*/ 1769650 w 2305050"/>
                <a:gd name="connsiteY2436" fmla="*/ 1349502 h 1819275"/>
                <a:gd name="connsiteX2437" fmla="*/ 1770698 w 2305050"/>
                <a:gd name="connsiteY2437" fmla="*/ 1348169 h 1819275"/>
                <a:gd name="connsiteX2438" fmla="*/ 1772222 w 2305050"/>
                <a:gd name="connsiteY2438" fmla="*/ 1345787 h 1819275"/>
                <a:gd name="connsiteX2439" fmla="*/ 1772603 w 2305050"/>
                <a:gd name="connsiteY2439" fmla="*/ 1344740 h 1819275"/>
                <a:gd name="connsiteX2440" fmla="*/ 1772983 w 2305050"/>
                <a:gd name="connsiteY2440" fmla="*/ 1343406 h 1819275"/>
                <a:gd name="connsiteX2441" fmla="*/ 1773174 w 2305050"/>
                <a:gd name="connsiteY2441" fmla="*/ 1341977 h 1819275"/>
                <a:gd name="connsiteX2442" fmla="*/ 1773269 w 2305050"/>
                <a:gd name="connsiteY2442" fmla="*/ 1340739 h 1819275"/>
                <a:gd name="connsiteX2443" fmla="*/ 1773079 w 2305050"/>
                <a:gd name="connsiteY2443" fmla="*/ 1338739 h 1819275"/>
                <a:gd name="connsiteX2444" fmla="*/ 1772888 w 2305050"/>
                <a:gd name="connsiteY2444" fmla="*/ 1337596 h 1819275"/>
                <a:gd name="connsiteX2445" fmla="*/ 1772698 w 2305050"/>
                <a:gd name="connsiteY2445" fmla="*/ 1337120 h 1819275"/>
                <a:gd name="connsiteX2446" fmla="*/ 1772412 w 2305050"/>
                <a:gd name="connsiteY2446" fmla="*/ 1336643 h 1819275"/>
                <a:gd name="connsiteX2447" fmla="*/ 1772031 w 2305050"/>
                <a:gd name="connsiteY2447" fmla="*/ 1336262 h 1819275"/>
                <a:gd name="connsiteX2448" fmla="*/ 1771650 w 2305050"/>
                <a:gd name="connsiteY2448" fmla="*/ 1335881 h 1819275"/>
                <a:gd name="connsiteX2449" fmla="*/ 1771174 w 2305050"/>
                <a:gd name="connsiteY2449" fmla="*/ 1335595 h 1819275"/>
                <a:gd name="connsiteX2450" fmla="*/ 1768888 w 2305050"/>
                <a:gd name="connsiteY2450" fmla="*/ 1334643 h 1819275"/>
                <a:gd name="connsiteX2451" fmla="*/ 1768412 w 2305050"/>
                <a:gd name="connsiteY2451" fmla="*/ 1334357 h 1819275"/>
                <a:gd name="connsiteX2452" fmla="*/ 1768126 w 2305050"/>
                <a:gd name="connsiteY2452" fmla="*/ 1333976 h 1819275"/>
                <a:gd name="connsiteX2453" fmla="*/ 1764316 w 2305050"/>
                <a:gd name="connsiteY2453" fmla="*/ 1328928 h 1819275"/>
                <a:gd name="connsiteX2454" fmla="*/ 1763458 w 2305050"/>
                <a:gd name="connsiteY2454" fmla="*/ 1328261 h 1819275"/>
                <a:gd name="connsiteX2455" fmla="*/ 1763078 w 2305050"/>
                <a:gd name="connsiteY2455" fmla="*/ 1327880 h 1819275"/>
                <a:gd name="connsiteX2456" fmla="*/ 1762792 w 2305050"/>
                <a:gd name="connsiteY2456" fmla="*/ 1327404 h 1819275"/>
                <a:gd name="connsiteX2457" fmla="*/ 1762792 w 2305050"/>
                <a:gd name="connsiteY2457" fmla="*/ 1326833 h 1819275"/>
                <a:gd name="connsiteX2458" fmla="*/ 1762887 w 2305050"/>
                <a:gd name="connsiteY2458" fmla="*/ 1326166 h 1819275"/>
                <a:gd name="connsiteX2459" fmla="*/ 1763078 w 2305050"/>
                <a:gd name="connsiteY2459" fmla="*/ 1325594 h 1819275"/>
                <a:gd name="connsiteX2460" fmla="*/ 1763268 w 2305050"/>
                <a:gd name="connsiteY2460" fmla="*/ 1325023 h 1819275"/>
                <a:gd name="connsiteX2461" fmla="*/ 1764506 w 2305050"/>
                <a:gd name="connsiteY2461" fmla="*/ 1323023 h 1819275"/>
                <a:gd name="connsiteX2462" fmla="*/ 1764601 w 2305050"/>
                <a:gd name="connsiteY2462" fmla="*/ 1322641 h 1819275"/>
                <a:gd name="connsiteX2463" fmla="*/ 1764697 w 2305050"/>
                <a:gd name="connsiteY2463" fmla="*/ 1322451 h 1819275"/>
                <a:gd name="connsiteX2464" fmla="*/ 1765935 w 2305050"/>
                <a:gd name="connsiteY2464" fmla="*/ 1321022 h 1819275"/>
                <a:gd name="connsiteX2465" fmla="*/ 1767173 w 2305050"/>
                <a:gd name="connsiteY2465" fmla="*/ 1319403 h 1819275"/>
                <a:gd name="connsiteX2466" fmla="*/ 1768507 w 2305050"/>
                <a:gd name="connsiteY2466" fmla="*/ 1318070 h 1819275"/>
                <a:gd name="connsiteX2467" fmla="*/ 1770031 w 2305050"/>
                <a:gd name="connsiteY2467" fmla="*/ 1316355 h 1819275"/>
                <a:gd name="connsiteX2468" fmla="*/ 1770698 w 2305050"/>
                <a:gd name="connsiteY2468" fmla="*/ 1315784 h 1819275"/>
                <a:gd name="connsiteX2469" fmla="*/ 1771174 w 2305050"/>
                <a:gd name="connsiteY2469" fmla="*/ 1315498 h 1819275"/>
                <a:gd name="connsiteX2470" fmla="*/ 1771555 w 2305050"/>
                <a:gd name="connsiteY2470" fmla="*/ 1315403 h 1819275"/>
                <a:gd name="connsiteX2471" fmla="*/ 1773174 w 2305050"/>
                <a:gd name="connsiteY2471" fmla="*/ 1315307 h 1819275"/>
                <a:gd name="connsiteX2472" fmla="*/ 1773841 w 2305050"/>
                <a:gd name="connsiteY2472" fmla="*/ 1315307 h 1819275"/>
                <a:gd name="connsiteX2473" fmla="*/ 1774126 w 2305050"/>
                <a:gd name="connsiteY2473" fmla="*/ 1315212 h 1819275"/>
                <a:gd name="connsiteX2474" fmla="*/ 1774984 w 2305050"/>
                <a:gd name="connsiteY2474" fmla="*/ 1315022 h 1819275"/>
                <a:gd name="connsiteX2475" fmla="*/ 1775460 w 2305050"/>
                <a:gd name="connsiteY2475" fmla="*/ 1314831 h 1819275"/>
                <a:gd name="connsiteX2476" fmla="*/ 1776222 w 2305050"/>
                <a:gd name="connsiteY2476" fmla="*/ 1314260 h 1819275"/>
                <a:gd name="connsiteX2477" fmla="*/ 1776603 w 2305050"/>
                <a:gd name="connsiteY2477" fmla="*/ 1313974 h 1819275"/>
                <a:gd name="connsiteX2478" fmla="*/ 1776984 w 2305050"/>
                <a:gd name="connsiteY2478" fmla="*/ 1313593 h 1819275"/>
                <a:gd name="connsiteX2479" fmla="*/ 1777174 w 2305050"/>
                <a:gd name="connsiteY2479" fmla="*/ 1313402 h 1819275"/>
                <a:gd name="connsiteX2480" fmla="*/ 1777460 w 2305050"/>
                <a:gd name="connsiteY2480" fmla="*/ 1313307 h 1819275"/>
                <a:gd name="connsiteX2481" fmla="*/ 1777556 w 2305050"/>
                <a:gd name="connsiteY2481" fmla="*/ 1313307 h 1819275"/>
                <a:gd name="connsiteX2482" fmla="*/ 1779080 w 2305050"/>
                <a:gd name="connsiteY2482" fmla="*/ 1313402 h 1819275"/>
                <a:gd name="connsiteX2483" fmla="*/ 1779175 w 2305050"/>
                <a:gd name="connsiteY2483" fmla="*/ 1313307 h 1819275"/>
                <a:gd name="connsiteX2484" fmla="*/ 1780508 w 2305050"/>
                <a:gd name="connsiteY2484" fmla="*/ 1312355 h 1819275"/>
                <a:gd name="connsiteX2485" fmla="*/ 1781080 w 2305050"/>
                <a:gd name="connsiteY2485" fmla="*/ 1311688 h 1819275"/>
                <a:gd name="connsiteX2486" fmla="*/ 1782318 w 2305050"/>
                <a:gd name="connsiteY2486" fmla="*/ 1309592 h 1819275"/>
                <a:gd name="connsiteX2487" fmla="*/ 1783271 w 2305050"/>
                <a:gd name="connsiteY2487" fmla="*/ 1306449 h 1819275"/>
                <a:gd name="connsiteX2488" fmla="*/ 1783651 w 2305050"/>
                <a:gd name="connsiteY2488" fmla="*/ 1305592 h 1819275"/>
                <a:gd name="connsiteX2489" fmla="*/ 1783747 w 2305050"/>
                <a:gd name="connsiteY2489" fmla="*/ 1305497 h 1819275"/>
                <a:gd name="connsiteX2490" fmla="*/ 1783747 w 2305050"/>
                <a:gd name="connsiteY2490" fmla="*/ 1305401 h 1819275"/>
                <a:gd name="connsiteX2491" fmla="*/ 1784128 w 2305050"/>
                <a:gd name="connsiteY2491" fmla="*/ 1305020 h 1819275"/>
                <a:gd name="connsiteX2492" fmla="*/ 1784699 w 2305050"/>
                <a:gd name="connsiteY2492" fmla="*/ 1304925 h 1819275"/>
                <a:gd name="connsiteX2493" fmla="*/ 1785842 w 2305050"/>
                <a:gd name="connsiteY2493" fmla="*/ 1305497 h 1819275"/>
                <a:gd name="connsiteX2494" fmla="*/ 1788128 w 2305050"/>
                <a:gd name="connsiteY2494" fmla="*/ 1307402 h 1819275"/>
                <a:gd name="connsiteX2495" fmla="*/ 1789652 w 2305050"/>
                <a:gd name="connsiteY2495" fmla="*/ 1309211 h 1819275"/>
                <a:gd name="connsiteX2496" fmla="*/ 1790319 w 2305050"/>
                <a:gd name="connsiteY2496" fmla="*/ 1310354 h 1819275"/>
                <a:gd name="connsiteX2497" fmla="*/ 1790414 w 2305050"/>
                <a:gd name="connsiteY2497" fmla="*/ 1311116 h 1819275"/>
                <a:gd name="connsiteX2498" fmla="*/ 1790129 w 2305050"/>
                <a:gd name="connsiteY2498" fmla="*/ 1312355 h 1819275"/>
                <a:gd name="connsiteX2499" fmla="*/ 1790033 w 2305050"/>
                <a:gd name="connsiteY2499" fmla="*/ 1312926 h 1819275"/>
                <a:gd name="connsiteX2500" fmla="*/ 1790224 w 2305050"/>
                <a:gd name="connsiteY2500" fmla="*/ 1313498 h 1819275"/>
                <a:gd name="connsiteX2501" fmla="*/ 1790509 w 2305050"/>
                <a:gd name="connsiteY2501" fmla="*/ 1313974 h 1819275"/>
                <a:gd name="connsiteX2502" fmla="*/ 1792510 w 2305050"/>
                <a:gd name="connsiteY2502" fmla="*/ 1316165 h 1819275"/>
                <a:gd name="connsiteX2503" fmla="*/ 1792796 w 2305050"/>
                <a:gd name="connsiteY2503" fmla="*/ 1316736 h 1819275"/>
                <a:gd name="connsiteX2504" fmla="*/ 1793081 w 2305050"/>
                <a:gd name="connsiteY2504" fmla="*/ 1317308 h 1819275"/>
                <a:gd name="connsiteX2505" fmla="*/ 1793176 w 2305050"/>
                <a:gd name="connsiteY2505" fmla="*/ 1317879 h 1819275"/>
                <a:gd name="connsiteX2506" fmla="*/ 1793367 w 2305050"/>
                <a:gd name="connsiteY2506" fmla="*/ 1318451 h 1819275"/>
                <a:gd name="connsiteX2507" fmla="*/ 1793462 w 2305050"/>
                <a:gd name="connsiteY2507" fmla="*/ 1320451 h 1819275"/>
                <a:gd name="connsiteX2508" fmla="*/ 1793653 w 2305050"/>
                <a:gd name="connsiteY2508" fmla="*/ 1321022 h 1819275"/>
                <a:gd name="connsiteX2509" fmla="*/ 1794034 w 2305050"/>
                <a:gd name="connsiteY2509" fmla="*/ 1321594 h 1819275"/>
                <a:gd name="connsiteX2510" fmla="*/ 1794700 w 2305050"/>
                <a:gd name="connsiteY2510" fmla="*/ 1322070 h 1819275"/>
                <a:gd name="connsiteX2511" fmla="*/ 1795939 w 2305050"/>
                <a:gd name="connsiteY2511" fmla="*/ 1322641 h 1819275"/>
                <a:gd name="connsiteX2512" fmla="*/ 1797367 w 2305050"/>
                <a:gd name="connsiteY2512" fmla="*/ 1323023 h 1819275"/>
                <a:gd name="connsiteX2513" fmla="*/ 1804130 w 2305050"/>
                <a:gd name="connsiteY2513" fmla="*/ 1323689 h 1819275"/>
                <a:gd name="connsiteX2514" fmla="*/ 1808893 w 2305050"/>
                <a:gd name="connsiteY2514" fmla="*/ 1325023 h 1819275"/>
                <a:gd name="connsiteX2515" fmla="*/ 1809464 w 2305050"/>
                <a:gd name="connsiteY2515" fmla="*/ 1325404 h 1819275"/>
                <a:gd name="connsiteX2516" fmla="*/ 1810131 w 2305050"/>
                <a:gd name="connsiteY2516" fmla="*/ 1326070 h 1819275"/>
                <a:gd name="connsiteX2517" fmla="*/ 1810798 w 2305050"/>
                <a:gd name="connsiteY2517" fmla="*/ 1327309 h 1819275"/>
                <a:gd name="connsiteX2518" fmla="*/ 1810893 w 2305050"/>
                <a:gd name="connsiteY2518" fmla="*/ 1328071 h 1819275"/>
                <a:gd name="connsiteX2519" fmla="*/ 1810703 w 2305050"/>
                <a:gd name="connsiteY2519" fmla="*/ 1328642 h 1819275"/>
                <a:gd name="connsiteX2520" fmla="*/ 1809750 w 2305050"/>
                <a:gd name="connsiteY2520" fmla="*/ 1329785 h 1819275"/>
                <a:gd name="connsiteX2521" fmla="*/ 1807559 w 2305050"/>
                <a:gd name="connsiteY2521" fmla="*/ 1331405 h 1819275"/>
                <a:gd name="connsiteX2522" fmla="*/ 1807178 w 2305050"/>
                <a:gd name="connsiteY2522" fmla="*/ 1331881 h 1819275"/>
                <a:gd name="connsiteX2523" fmla="*/ 1807083 w 2305050"/>
                <a:gd name="connsiteY2523" fmla="*/ 1332357 h 1819275"/>
                <a:gd name="connsiteX2524" fmla="*/ 1807083 w 2305050"/>
                <a:gd name="connsiteY2524" fmla="*/ 1333024 h 1819275"/>
                <a:gd name="connsiteX2525" fmla="*/ 1807178 w 2305050"/>
                <a:gd name="connsiteY2525" fmla="*/ 1333595 h 1819275"/>
                <a:gd name="connsiteX2526" fmla="*/ 1807464 w 2305050"/>
                <a:gd name="connsiteY2526" fmla="*/ 1334072 h 1819275"/>
                <a:gd name="connsiteX2527" fmla="*/ 1807750 w 2305050"/>
                <a:gd name="connsiteY2527" fmla="*/ 1334548 h 1819275"/>
                <a:gd name="connsiteX2528" fmla="*/ 1813179 w 2305050"/>
                <a:gd name="connsiteY2528" fmla="*/ 1339882 h 1819275"/>
                <a:gd name="connsiteX2529" fmla="*/ 1813560 w 2305050"/>
                <a:gd name="connsiteY2529" fmla="*/ 1340549 h 1819275"/>
                <a:gd name="connsiteX2530" fmla="*/ 1813750 w 2305050"/>
                <a:gd name="connsiteY2530" fmla="*/ 1341120 h 1819275"/>
                <a:gd name="connsiteX2531" fmla="*/ 1813846 w 2305050"/>
                <a:gd name="connsiteY2531" fmla="*/ 1341787 h 1819275"/>
                <a:gd name="connsiteX2532" fmla="*/ 1813846 w 2305050"/>
                <a:gd name="connsiteY2532" fmla="*/ 1345311 h 1819275"/>
                <a:gd name="connsiteX2533" fmla="*/ 1813941 w 2305050"/>
                <a:gd name="connsiteY2533" fmla="*/ 1345978 h 1819275"/>
                <a:gd name="connsiteX2534" fmla="*/ 1814036 w 2305050"/>
                <a:gd name="connsiteY2534" fmla="*/ 1346549 h 1819275"/>
                <a:gd name="connsiteX2535" fmla="*/ 1814227 w 2305050"/>
                <a:gd name="connsiteY2535" fmla="*/ 1347026 h 1819275"/>
                <a:gd name="connsiteX2536" fmla="*/ 1814417 w 2305050"/>
                <a:gd name="connsiteY2536" fmla="*/ 1347407 h 1819275"/>
                <a:gd name="connsiteX2537" fmla="*/ 1814513 w 2305050"/>
                <a:gd name="connsiteY2537" fmla="*/ 1347502 h 1819275"/>
                <a:gd name="connsiteX2538" fmla="*/ 1819942 w 2305050"/>
                <a:gd name="connsiteY2538" fmla="*/ 1350455 h 1819275"/>
                <a:gd name="connsiteX2539" fmla="*/ 1820608 w 2305050"/>
                <a:gd name="connsiteY2539" fmla="*/ 1351216 h 1819275"/>
                <a:gd name="connsiteX2540" fmla="*/ 1820894 w 2305050"/>
                <a:gd name="connsiteY2540" fmla="*/ 1351693 h 1819275"/>
                <a:gd name="connsiteX2541" fmla="*/ 1821180 w 2305050"/>
                <a:gd name="connsiteY2541" fmla="*/ 1352169 h 1819275"/>
                <a:gd name="connsiteX2542" fmla="*/ 1821275 w 2305050"/>
                <a:gd name="connsiteY2542" fmla="*/ 1352741 h 1819275"/>
                <a:gd name="connsiteX2543" fmla="*/ 1821371 w 2305050"/>
                <a:gd name="connsiteY2543" fmla="*/ 1354074 h 1819275"/>
                <a:gd name="connsiteX2544" fmla="*/ 1821371 w 2305050"/>
                <a:gd name="connsiteY2544" fmla="*/ 1355503 h 1819275"/>
                <a:gd name="connsiteX2545" fmla="*/ 1821466 w 2305050"/>
                <a:gd name="connsiteY2545" fmla="*/ 1356170 h 1819275"/>
                <a:gd name="connsiteX2546" fmla="*/ 1821561 w 2305050"/>
                <a:gd name="connsiteY2546" fmla="*/ 1356741 h 1819275"/>
                <a:gd name="connsiteX2547" fmla="*/ 1821751 w 2305050"/>
                <a:gd name="connsiteY2547" fmla="*/ 1357313 h 1819275"/>
                <a:gd name="connsiteX2548" fmla="*/ 1821942 w 2305050"/>
                <a:gd name="connsiteY2548" fmla="*/ 1357789 h 1819275"/>
                <a:gd name="connsiteX2549" fmla="*/ 1824704 w 2305050"/>
                <a:gd name="connsiteY2549" fmla="*/ 1360932 h 1819275"/>
                <a:gd name="connsiteX2550" fmla="*/ 1825276 w 2305050"/>
                <a:gd name="connsiteY2550" fmla="*/ 1361789 h 1819275"/>
                <a:gd name="connsiteX2551" fmla="*/ 1825562 w 2305050"/>
                <a:gd name="connsiteY2551" fmla="*/ 1362361 h 1819275"/>
                <a:gd name="connsiteX2552" fmla="*/ 1825752 w 2305050"/>
                <a:gd name="connsiteY2552" fmla="*/ 1362837 h 1819275"/>
                <a:gd name="connsiteX2553" fmla="*/ 1825847 w 2305050"/>
                <a:gd name="connsiteY2553" fmla="*/ 1363409 h 1819275"/>
                <a:gd name="connsiteX2554" fmla="*/ 1826038 w 2305050"/>
                <a:gd name="connsiteY2554" fmla="*/ 1365409 h 1819275"/>
                <a:gd name="connsiteX2555" fmla="*/ 1826038 w 2305050"/>
                <a:gd name="connsiteY2555" fmla="*/ 1368171 h 1819275"/>
                <a:gd name="connsiteX2556" fmla="*/ 1825276 w 2305050"/>
                <a:gd name="connsiteY2556" fmla="*/ 1375886 h 1819275"/>
                <a:gd name="connsiteX2557" fmla="*/ 1825276 w 2305050"/>
                <a:gd name="connsiteY2557" fmla="*/ 1376553 h 1819275"/>
                <a:gd name="connsiteX2558" fmla="*/ 1825371 w 2305050"/>
                <a:gd name="connsiteY2558" fmla="*/ 1377125 h 1819275"/>
                <a:gd name="connsiteX2559" fmla="*/ 1825466 w 2305050"/>
                <a:gd name="connsiteY2559" fmla="*/ 1377696 h 1819275"/>
                <a:gd name="connsiteX2560" fmla="*/ 1825752 w 2305050"/>
                <a:gd name="connsiteY2560" fmla="*/ 1378268 h 1819275"/>
                <a:gd name="connsiteX2561" fmla="*/ 1826038 w 2305050"/>
                <a:gd name="connsiteY2561" fmla="*/ 1378649 h 1819275"/>
                <a:gd name="connsiteX2562" fmla="*/ 1826419 w 2305050"/>
                <a:gd name="connsiteY2562" fmla="*/ 1379030 h 1819275"/>
                <a:gd name="connsiteX2563" fmla="*/ 1826990 w 2305050"/>
                <a:gd name="connsiteY2563" fmla="*/ 1379220 h 1819275"/>
                <a:gd name="connsiteX2564" fmla="*/ 1828229 w 2305050"/>
                <a:gd name="connsiteY2564" fmla="*/ 1379506 h 1819275"/>
                <a:gd name="connsiteX2565" fmla="*/ 1829562 w 2305050"/>
                <a:gd name="connsiteY2565" fmla="*/ 1379506 h 1819275"/>
                <a:gd name="connsiteX2566" fmla="*/ 1830800 w 2305050"/>
                <a:gd name="connsiteY2566" fmla="*/ 1379220 h 1819275"/>
                <a:gd name="connsiteX2567" fmla="*/ 1831276 w 2305050"/>
                <a:gd name="connsiteY2567" fmla="*/ 1379030 h 1819275"/>
                <a:gd name="connsiteX2568" fmla="*/ 1831753 w 2305050"/>
                <a:gd name="connsiteY2568" fmla="*/ 1378744 h 1819275"/>
                <a:gd name="connsiteX2569" fmla="*/ 1832134 w 2305050"/>
                <a:gd name="connsiteY2569" fmla="*/ 1378268 h 1819275"/>
                <a:gd name="connsiteX2570" fmla="*/ 1832515 w 2305050"/>
                <a:gd name="connsiteY2570" fmla="*/ 1377696 h 1819275"/>
                <a:gd name="connsiteX2571" fmla="*/ 1832896 w 2305050"/>
                <a:gd name="connsiteY2571" fmla="*/ 1376553 h 1819275"/>
                <a:gd name="connsiteX2572" fmla="*/ 1833277 w 2305050"/>
                <a:gd name="connsiteY2572" fmla="*/ 1373410 h 1819275"/>
                <a:gd name="connsiteX2573" fmla="*/ 1833563 w 2305050"/>
                <a:gd name="connsiteY2573" fmla="*/ 1372267 h 1819275"/>
                <a:gd name="connsiteX2574" fmla="*/ 1833943 w 2305050"/>
                <a:gd name="connsiteY2574" fmla="*/ 1371029 h 1819275"/>
                <a:gd name="connsiteX2575" fmla="*/ 1834324 w 2305050"/>
                <a:gd name="connsiteY2575" fmla="*/ 1369981 h 1819275"/>
                <a:gd name="connsiteX2576" fmla="*/ 1836896 w 2305050"/>
                <a:gd name="connsiteY2576" fmla="*/ 1366933 h 1819275"/>
                <a:gd name="connsiteX2577" fmla="*/ 1843945 w 2305050"/>
                <a:gd name="connsiteY2577" fmla="*/ 1360265 h 1819275"/>
                <a:gd name="connsiteX2578" fmla="*/ 1846421 w 2305050"/>
                <a:gd name="connsiteY2578" fmla="*/ 1356836 h 1819275"/>
                <a:gd name="connsiteX2579" fmla="*/ 1847374 w 2305050"/>
                <a:gd name="connsiteY2579" fmla="*/ 1354836 h 1819275"/>
                <a:gd name="connsiteX2580" fmla="*/ 1847945 w 2305050"/>
                <a:gd name="connsiteY2580" fmla="*/ 1353788 h 1819275"/>
                <a:gd name="connsiteX2581" fmla="*/ 1849564 w 2305050"/>
                <a:gd name="connsiteY2581" fmla="*/ 1351693 h 1819275"/>
                <a:gd name="connsiteX2582" fmla="*/ 1850326 w 2305050"/>
                <a:gd name="connsiteY2582" fmla="*/ 1351026 h 1819275"/>
                <a:gd name="connsiteX2583" fmla="*/ 1857565 w 2305050"/>
                <a:gd name="connsiteY2583" fmla="*/ 1346930 h 1819275"/>
                <a:gd name="connsiteX2584" fmla="*/ 1858899 w 2305050"/>
                <a:gd name="connsiteY2584" fmla="*/ 1345787 h 1819275"/>
                <a:gd name="connsiteX2585" fmla="*/ 1859756 w 2305050"/>
                <a:gd name="connsiteY2585" fmla="*/ 1344740 h 1819275"/>
                <a:gd name="connsiteX2586" fmla="*/ 1860423 w 2305050"/>
                <a:gd name="connsiteY2586" fmla="*/ 1343692 h 1819275"/>
                <a:gd name="connsiteX2587" fmla="*/ 1860614 w 2305050"/>
                <a:gd name="connsiteY2587" fmla="*/ 1343311 h 1819275"/>
                <a:gd name="connsiteX2588" fmla="*/ 1862233 w 2305050"/>
                <a:gd name="connsiteY2588" fmla="*/ 1338929 h 1819275"/>
                <a:gd name="connsiteX2589" fmla="*/ 1862423 w 2305050"/>
                <a:gd name="connsiteY2589" fmla="*/ 1338358 h 1819275"/>
                <a:gd name="connsiteX2590" fmla="*/ 1862518 w 2305050"/>
                <a:gd name="connsiteY2590" fmla="*/ 1337786 h 1819275"/>
                <a:gd name="connsiteX2591" fmla="*/ 1862423 w 2305050"/>
                <a:gd name="connsiteY2591" fmla="*/ 1337120 h 1819275"/>
                <a:gd name="connsiteX2592" fmla="*/ 1862328 w 2305050"/>
                <a:gd name="connsiteY2592" fmla="*/ 1336453 h 1819275"/>
                <a:gd name="connsiteX2593" fmla="*/ 1862042 w 2305050"/>
                <a:gd name="connsiteY2593" fmla="*/ 1335310 h 1819275"/>
                <a:gd name="connsiteX2594" fmla="*/ 1861947 w 2305050"/>
                <a:gd name="connsiteY2594" fmla="*/ 1334738 h 1819275"/>
                <a:gd name="connsiteX2595" fmla="*/ 1861947 w 2305050"/>
                <a:gd name="connsiteY2595" fmla="*/ 1334072 h 1819275"/>
                <a:gd name="connsiteX2596" fmla="*/ 1862042 w 2305050"/>
                <a:gd name="connsiteY2596" fmla="*/ 1333405 h 1819275"/>
                <a:gd name="connsiteX2597" fmla="*/ 1862233 w 2305050"/>
                <a:gd name="connsiteY2597" fmla="*/ 1332833 h 1819275"/>
                <a:gd name="connsiteX2598" fmla="*/ 1862423 w 2305050"/>
                <a:gd name="connsiteY2598" fmla="*/ 1332357 h 1819275"/>
                <a:gd name="connsiteX2599" fmla="*/ 1862709 w 2305050"/>
                <a:gd name="connsiteY2599" fmla="*/ 1331976 h 1819275"/>
                <a:gd name="connsiteX2600" fmla="*/ 1863185 w 2305050"/>
                <a:gd name="connsiteY2600" fmla="*/ 1331595 h 1819275"/>
                <a:gd name="connsiteX2601" fmla="*/ 1863852 w 2305050"/>
                <a:gd name="connsiteY2601" fmla="*/ 1331405 h 1819275"/>
                <a:gd name="connsiteX2602" fmla="*/ 1873282 w 2305050"/>
                <a:gd name="connsiteY2602" fmla="*/ 1330166 h 1819275"/>
                <a:gd name="connsiteX2603" fmla="*/ 1874234 w 2305050"/>
                <a:gd name="connsiteY2603" fmla="*/ 1329690 h 1819275"/>
                <a:gd name="connsiteX2604" fmla="*/ 1875568 w 2305050"/>
                <a:gd name="connsiteY2604" fmla="*/ 1328928 h 1819275"/>
                <a:gd name="connsiteX2605" fmla="*/ 1879092 w 2305050"/>
                <a:gd name="connsiteY2605" fmla="*/ 1325690 h 1819275"/>
                <a:gd name="connsiteX2606" fmla="*/ 1881283 w 2305050"/>
                <a:gd name="connsiteY2606" fmla="*/ 1323404 h 1819275"/>
                <a:gd name="connsiteX2607" fmla="*/ 1881854 w 2305050"/>
                <a:gd name="connsiteY2607" fmla="*/ 1322927 h 1819275"/>
                <a:gd name="connsiteX2608" fmla="*/ 1890141 w 2305050"/>
                <a:gd name="connsiteY2608" fmla="*/ 1318832 h 1819275"/>
                <a:gd name="connsiteX2609" fmla="*/ 1896047 w 2305050"/>
                <a:gd name="connsiteY2609" fmla="*/ 1315498 h 1819275"/>
                <a:gd name="connsiteX2610" fmla="*/ 1897571 w 2305050"/>
                <a:gd name="connsiteY2610" fmla="*/ 1315593 h 1819275"/>
                <a:gd name="connsiteX2611" fmla="*/ 1897856 w 2305050"/>
                <a:gd name="connsiteY2611" fmla="*/ 1315974 h 1819275"/>
                <a:gd name="connsiteX2612" fmla="*/ 1899095 w 2305050"/>
                <a:gd name="connsiteY2612" fmla="*/ 1317784 h 1819275"/>
                <a:gd name="connsiteX2613" fmla="*/ 1900142 w 2305050"/>
                <a:gd name="connsiteY2613" fmla="*/ 1318927 h 1819275"/>
                <a:gd name="connsiteX2614" fmla="*/ 1900618 w 2305050"/>
                <a:gd name="connsiteY2614" fmla="*/ 1319308 h 1819275"/>
                <a:gd name="connsiteX2615" fmla="*/ 1902905 w 2305050"/>
                <a:gd name="connsiteY2615" fmla="*/ 1320546 h 1819275"/>
                <a:gd name="connsiteX2616" fmla="*/ 1904143 w 2305050"/>
                <a:gd name="connsiteY2616" fmla="*/ 1320451 h 1819275"/>
                <a:gd name="connsiteX2617" fmla="*/ 1905762 w 2305050"/>
                <a:gd name="connsiteY2617" fmla="*/ 1319498 h 1819275"/>
                <a:gd name="connsiteX2618" fmla="*/ 1932527 w 2305050"/>
                <a:gd name="connsiteY2618" fmla="*/ 1293590 h 1819275"/>
                <a:gd name="connsiteX2619" fmla="*/ 1933670 w 2305050"/>
                <a:gd name="connsiteY2619" fmla="*/ 1292828 h 1819275"/>
                <a:gd name="connsiteX2620" fmla="*/ 1934813 w 2305050"/>
                <a:gd name="connsiteY2620" fmla="*/ 1292638 h 1819275"/>
                <a:gd name="connsiteX2621" fmla="*/ 1936718 w 2305050"/>
                <a:gd name="connsiteY2621" fmla="*/ 1292066 h 1819275"/>
                <a:gd name="connsiteX2622" fmla="*/ 1938528 w 2305050"/>
                <a:gd name="connsiteY2622" fmla="*/ 1291114 h 1819275"/>
                <a:gd name="connsiteX2623" fmla="*/ 1939576 w 2305050"/>
                <a:gd name="connsiteY2623" fmla="*/ 1290923 h 1819275"/>
                <a:gd name="connsiteX2624" fmla="*/ 1940433 w 2305050"/>
                <a:gd name="connsiteY2624" fmla="*/ 1290828 h 1819275"/>
                <a:gd name="connsiteX2625" fmla="*/ 1940909 w 2305050"/>
                <a:gd name="connsiteY2625" fmla="*/ 1291114 h 1819275"/>
                <a:gd name="connsiteX2626" fmla="*/ 1941671 w 2305050"/>
                <a:gd name="connsiteY2626" fmla="*/ 1291304 h 1819275"/>
                <a:gd name="connsiteX2627" fmla="*/ 1942719 w 2305050"/>
                <a:gd name="connsiteY2627" fmla="*/ 1291209 h 1819275"/>
                <a:gd name="connsiteX2628" fmla="*/ 1946529 w 2305050"/>
                <a:gd name="connsiteY2628" fmla="*/ 1289780 h 1819275"/>
                <a:gd name="connsiteX2629" fmla="*/ 1947196 w 2305050"/>
                <a:gd name="connsiteY2629" fmla="*/ 1289780 h 1819275"/>
                <a:gd name="connsiteX2630" fmla="*/ 1947767 w 2305050"/>
                <a:gd name="connsiteY2630" fmla="*/ 1289876 h 1819275"/>
                <a:gd name="connsiteX2631" fmla="*/ 1948243 w 2305050"/>
                <a:gd name="connsiteY2631" fmla="*/ 1290161 h 1819275"/>
                <a:gd name="connsiteX2632" fmla="*/ 1948720 w 2305050"/>
                <a:gd name="connsiteY2632" fmla="*/ 1290542 h 1819275"/>
                <a:gd name="connsiteX2633" fmla="*/ 1949101 w 2305050"/>
                <a:gd name="connsiteY2633" fmla="*/ 1290923 h 1819275"/>
                <a:gd name="connsiteX2634" fmla="*/ 1949387 w 2305050"/>
                <a:gd name="connsiteY2634" fmla="*/ 1291304 h 1819275"/>
                <a:gd name="connsiteX2635" fmla="*/ 1949672 w 2305050"/>
                <a:gd name="connsiteY2635" fmla="*/ 1291781 h 1819275"/>
                <a:gd name="connsiteX2636" fmla="*/ 1950053 w 2305050"/>
                <a:gd name="connsiteY2636" fmla="*/ 1293305 h 1819275"/>
                <a:gd name="connsiteX2637" fmla="*/ 1950148 w 2305050"/>
                <a:gd name="connsiteY2637" fmla="*/ 1293590 h 1819275"/>
                <a:gd name="connsiteX2638" fmla="*/ 1951768 w 2305050"/>
                <a:gd name="connsiteY2638" fmla="*/ 1296734 h 1819275"/>
                <a:gd name="connsiteX2639" fmla="*/ 1952434 w 2305050"/>
                <a:gd name="connsiteY2639" fmla="*/ 1297495 h 1819275"/>
                <a:gd name="connsiteX2640" fmla="*/ 1953292 w 2305050"/>
                <a:gd name="connsiteY2640" fmla="*/ 1298162 h 1819275"/>
                <a:gd name="connsiteX2641" fmla="*/ 1953768 w 2305050"/>
                <a:gd name="connsiteY2641" fmla="*/ 1298448 h 1819275"/>
                <a:gd name="connsiteX2642" fmla="*/ 1954244 w 2305050"/>
                <a:gd name="connsiteY2642" fmla="*/ 1298543 h 1819275"/>
                <a:gd name="connsiteX2643" fmla="*/ 1954721 w 2305050"/>
                <a:gd name="connsiteY2643" fmla="*/ 1298639 h 1819275"/>
                <a:gd name="connsiteX2644" fmla="*/ 1957006 w 2305050"/>
                <a:gd name="connsiteY2644" fmla="*/ 1298353 h 1819275"/>
                <a:gd name="connsiteX2645" fmla="*/ 1958531 w 2305050"/>
                <a:gd name="connsiteY2645" fmla="*/ 1298448 h 1819275"/>
                <a:gd name="connsiteX2646" fmla="*/ 1960912 w 2305050"/>
                <a:gd name="connsiteY2646" fmla="*/ 1298162 h 1819275"/>
                <a:gd name="connsiteX2647" fmla="*/ 1961579 w 2305050"/>
                <a:gd name="connsiteY2647" fmla="*/ 1297781 h 1819275"/>
                <a:gd name="connsiteX2648" fmla="*/ 1962150 w 2305050"/>
                <a:gd name="connsiteY2648" fmla="*/ 1297400 h 1819275"/>
                <a:gd name="connsiteX2649" fmla="*/ 1963007 w 2305050"/>
                <a:gd name="connsiteY2649" fmla="*/ 1295876 h 1819275"/>
                <a:gd name="connsiteX2650" fmla="*/ 1963864 w 2305050"/>
                <a:gd name="connsiteY2650" fmla="*/ 1295019 h 1819275"/>
                <a:gd name="connsiteX2651" fmla="*/ 1973199 w 2305050"/>
                <a:gd name="connsiteY2651" fmla="*/ 1289304 h 1819275"/>
                <a:gd name="connsiteX2652" fmla="*/ 1973580 w 2305050"/>
                <a:gd name="connsiteY2652" fmla="*/ 1288828 h 1819275"/>
                <a:gd name="connsiteX2653" fmla="*/ 1973866 w 2305050"/>
                <a:gd name="connsiteY2653" fmla="*/ 1288352 h 1819275"/>
                <a:gd name="connsiteX2654" fmla="*/ 1974342 w 2305050"/>
                <a:gd name="connsiteY2654" fmla="*/ 1287304 h 1819275"/>
                <a:gd name="connsiteX2655" fmla="*/ 1975961 w 2305050"/>
                <a:gd name="connsiteY2655" fmla="*/ 1282446 h 1819275"/>
                <a:gd name="connsiteX2656" fmla="*/ 1976056 w 2305050"/>
                <a:gd name="connsiteY2656" fmla="*/ 1281208 h 1819275"/>
                <a:gd name="connsiteX2657" fmla="*/ 1976056 w 2305050"/>
                <a:gd name="connsiteY2657" fmla="*/ 1280541 h 1819275"/>
                <a:gd name="connsiteX2658" fmla="*/ 1976438 w 2305050"/>
                <a:gd name="connsiteY2658" fmla="*/ 1277779 h 1819275"/>
                <a:gd name="connsiteX2659" fmla="*/ 1976628 w 2305050"/>
                <a:gd name="connsiteY2659" fmla="*/ 1277112 h 1819275"/>
                <a:gd name="connsiteX2660" fmla="*/ 1977009 w 2305050"/>
                <a:gd name="connsiteY2660" fmla="*/ 1275874 h 1819275"/>
                <a:gd name="connsiteX2661" fmla="*/ 1977676 w 2305050"/>
                <a:gd name="connsiteY2661" fmla="*/ 1274826 h 1819275"/>
                <a:gd name="connsiteX2662" fmla="*/ 1978914 w 2305050"/>
                <a:gd name="connsiteY2662" fmla="*/ 1273588 h 1819275"/>
                <a:gd name="connsiteX2663" fmla="*/ 1980248 w 2305050"/>
                <a:gd name="connsiteY2663" fmla="*/ 1272445 h 1819275"/>
                <a:gd name="connsiteX2664" fmla="*/ 1986534 w 2305050"/>
                <a:gd name="connsiteY2664" fmla="*/ 1269683 h 1819275"/>
                <a:gd name="connsiteX2665" fmla="*/ 1987391 w 2305050"/>
                <a:gd name="connsiteY2665" fmla="*/ 1269683 h 1819275"/>
                <a:gd name="connsiteX2666" fmla="*/ 1987963 w 2305050"/>
                <a:gd name="connsiteY2666" fmla="*/ 1269873 h 1819275"/>
                <a:gd name="connsiteX2667" fmla="*/ 1992535 w 2305050"/>
                <a:gd name="connsiteY2667" fmla="*/ 1272445 h 1819275"/>
                <a:gd name="connsiteX2668" fmla="*/ 1993773 w 2305050"/>
                <a:gd name="connsiteY2668" fmla="*/ 1272826 h 1819275"/>
                <a:gd name="connsiteX2669" fmla="*/ 1997012 w 2305050"/>
                <a:gd name="connsiteY2669" fmla="*/ 1273207 h 1819275"/>
                <a:gd name="connsiteX2670" fmla="*/ 1997678 w 2305050"/>
                <a:gd name="connsiteY2670" fmla="*/ 1273397 h 1819275"/>
                <a:gd name="connsiteX2671" fmla="*/ 1998155 w 2305050"/>
                <a:gd name="connsiteY2671" fmla="*/ 1273683 h 1819275"/>
                <a:gd name="connsiteX2672" fmla="*/ 2003393 w 2305050"/>
                <a:gd name="connsiteY2672" fmla="*/ 1277684 h 1819275"/>
                <a:gd name="connsiteX2673" fmla="*/ 2004346 w 2305050"/>
                <a:gd name="connsiteY2673" fmla="*/ 1278350 h 1819275"/>
                <a:gd name="connsiteX2674" fmla="*/ 2005584 w 2305050"/>
                <a:gd name="connsiteY2674" fmla="*/ 1278731 h 1819275"/>
                <a:gd name="connsiteX2675" fmla="*/ 2006251 w 2305050"/>
                <a:gd name="connsiteY2675" fmla="*/ 1278827 h 1819275"/>
                <a:gd name="connsiteX2676" fmla="*/ 2006917 w 2305050"/>
                <a:gd name="connsiteY2676" fmla="*/ 1278827 h 1819275"/>
                <a:gd name="connsiteX2677" fmla="*/ 2014918 w 2305050"/>
                <a:gd name="connsiteY2677" fmla="*/ 1276445 h 1819275"/>
                <a:gd name="connsiteX2678" fmla="*/ 2015966 w 2305050"/>
                <a:gd name="connsiteY2678" fmla="*/ 1275969 h 1819275"/>
                <a:gd name="connsiteX2679" fmla="*/ 2016347 w 2305050"/>
                <a:gd name="connsiteY2679" fmla="*/ 1275588 h 1819275"/>
                <a:gd name="connsiteX2680" fmla="*/ 2017014 w 2305050"/>
                <a:gd name="connsiteY2680" fmla="*/ 1274636 h 1819275"/>
                <a:gd name="connsiteX2681" fmla="*/ 2017300 w 2305050"/>
                <a:gd name="connsiteY2681" fmla="*/ 1274159 h 1819275"/>
                <a:gd name="connsiteX2682" fmla="*/ 2017490 w 2305050"/>
                <a:gd name="connsiteY2682" fmla="*/ 1273588 h 1819275"/>
                <a:gd name="connsiteX2683" fmla="*/ 2017681 w 2305050"/>
                <a:gd name="connsiteY2683" fmla="*/ 1272921 h 1819275"/>
                <a:gd name="connsiteX2684" fmla="*/ 2017681 w 2305050"/>
                <a:gd name="connsiteY2684" fmla="*/ 1272350 h 1819275"/>
                <a:gd name="connsiteX2685" fmla="*/ 2017681 w 2305050"/>
                <a:gd name="connsiteY2685" fmla="*/ 1271683 h 1819275"/>
                <a:gd name="connsiteX2686" fmla="*/ 2017586 w 2305050"/>
                <a:gd name="connsiteY2686" fmla="*/ 1271111 h 1819275"/>
                <a:gd name="connsiteX2687" fmla="*/ 2017395 w 2305050"/>
                <a:gd name="connsiteY2687" fmla="*/ 1270540 h 1819275"/>
                <a:gd name="connsiteX2688" fmla="*/ 2017014 w 2305050"/>
                <a:gd name="connsiteY2688" fmla="*/ 1269587 h 1819275"/>
                <a:gd name="connsiteX2689" fmla="*/ 2013585 w 2305050"/>
                <a:gd name="connsiteY2689" fmla="*/ 1264253 h 1819275"/>
                <a:gd name="connsiteX2690" fmla="*/ 2013014 w 2305050"/>
                <a:gd name="connsiteY2690" fmla="*/ 1263301 h 1819275"/>
                <a:gd name="connsiteX2691" fmla="*/ 2012347 w 2305050"/>
                <a:gd name="connsiteY2691" fmla="*/ 1261205 h 1819275"/>
                <a:gd name="connsiteX2692" fmla="*/ 2012061 w 2305050"/>
                <a:gd name="connsiteY2692" fmla="*/ 1260062 h 1819275"/>
                <a:gd name="connsiteX2693" fmla="*/ 2011966 w 2305050"/>
                <a:gd name="connsiteY2693" fmla="*/ 1259491 h 1819275"/>
                <a:gd name="connsiteX2694" fmla="*/ 2011966 w 2305050"/>
                <a:gd name="connsiteY2694" fmla="*/ 1258919 h 1819275"/>
                <a:gd name="connsiteX2695" fmla="*/ 2011966 w 2305050"/>
                <a:gd name="connsiteY2695" fmla="*/ 1258253 h 1819275"/>
                <a:gd name="connsiteX2696" fmla="*/ 2012156 w 2305050"/>
                <a:gd name="connsiteY2696" fmla="*/ 1257491 h 1819275"/>
                <a:gd name="connsiteX2697" fmla="*/ 2012442 w 2305050"/>
                <a:gd name="connsiteY2697" fmla="*/ 1256729 h 1819275"/>
                <a:gd name="connsiteX2698" fmla="*/ 2013014 w 2305050"/>
                <a:gd name="connsiteY2698" fmla="*/ 1255871 h 1819275"/>
                <a:gd name="connsiteX2699" fmla="*/ 2013680 w 2305050"/>
                <a:gd name="connsiteY2699" fmla="*/ 1255490 h 1819275"/>
                <a:gd name="connsiteX2700" fmla="*/ 2014347 w 2305050"/>
                <a:gd name="connsiteY2700" fmla="*/ 1255300 h 1819275"/>
                <a:gd name="connsiteX2701" fmla="*/ 2021014 w 2305050"/>
                <a:gd name="connsiteY2701" fmla="*/ 1255776 h 1819275"/>
                <a:gd name="connsiteX2702" fmla="*/ 2025110 w 2305050"/>
                <a:gd name="connsiteY2702" fmla="*/ 1257395 h 1819275"/>
                <a:gd name="connsiteX2703" fmla="*/ 2025587 w 2305050"/>
                <a:gd name="connsiteY2703" fmla="*/ 1257681 h 1819275"/>
                <a:gd name="connsiteX2704" fmla="*/ 2028634 w 2305050"/>
                <a:gd name="connsiteY2704" fmla="*/ 1260062 h 1819275"/>
                <a:gd name="connsiteX2705" fmla="*/ 2041207 w 2305050"/>
                <a:gd name="connsiteY2705" fmla="*/ 1267492 h 1819275"/>
                <a:gd name="connsiteX2706" fmla="*/ 2042350 w 2305050"/>
                <a:gd name="connsiteY2706" fmla="*/ 1268063 h 1819275"/>
                <a:gd name="connsiteX2707" fmla="*/ 2043970 w 2305050"/>
                <a:gd name="connsiteY2707" fmla="*/ 1268444 h 1819275"/>
                <a:gd name="connsiteX2708" fmla="*/ 2053018 w 2305050"/>
                <a:gd name="connsiteY2708" fmla="*/ 1267492 h 1819275"/>
                <a:gd name="connsiteX2709" fmla="*/ 2054352 w 2305050"/>
                <a:gd name="connsiteY2709" fmla="*/ 1267111 h 1819275"/>
                <a:gd name="connsiteX2710" fmla="*/ 2054733 w 2305050"/>
                <a:gd name="connsiteY2710" fmla="*/ 1266730 h 1819275"/>
                <a:gd name="connsiteX2711" fmla="*/ 2056638 w 2305050"/>
                <a:gd name="connsiteY2711" fmla="*/ 1264730 h 1819275"/>
                <a:gd name="connsiteX2712" fmla="*/ 2057209 w 2305050"/>
                <a:gd name="connsiteY2712" fmla="*/ 1264253 h 1819275"/>
                <a:gd name="connsiteX2713" fmla="*/ 2059496 w 2305050"/>
                <a:gd name="connsiteY2713" fmla="*/ 1262920 h 1819275"/>
                <a:gd name="connsiteX2714" fmla="*/ 2060162 w 2305050"/>
                <a:gd name="connsiteY2714" fmla="*/ 1262634 h 1819275"/>
                <a:gd name="connsiteX2715" fmla="*/ 2060829 w 2305050"/>
                <a:gd name="connsiteY2715" fmla="*/ 1262444 h 1819275"/>
                <a:gd name="connsiteX2716" fmla="*/ 2064925 w 2305050"/>
                <a:gd name="connsiteY2716" fmla="*/ 1262729 h 1819275"/>
                <a:gd name="connsiteX2717" fmla="*/ 2066639 w 2305050"/>
                <a:gd name="connsiteY2717" fmla="*/ 1262634 h 1819275"/>
                <a:gd name="connsiteX2718" fmla="*/ 2067592 w 2305050"/>
                <a:gd name="connsiteY2718" fmla="*/ 1262444 h 1819275"/>
                <a:gd name="connsiteX2719" fmla="*/ 2068258 w 2305050"/>
                <a:gd name="connsiteY2719" fmla="*/ 1262158 h 1819275"/>
                <a:gd name="connsiteX2720" fmla="*/ 2068639 w 2305050"/>
                <a:gd name="connsiteY2720" fmla="*/ 1261777 h 1819275"/>
                <a:gd name="connsiteX2721" fmla="*/ 2073402 w 2305050"/>
                <a:gd name="connsiteY2721" fmla="*/ 1258253 h 1819275"/>
                <a:gd name="connsiteX2722" fmla="*/ 2074069 w 2305050"/>
                <a:gd name="connsiteY2722" fmla="*/ 1257395 h 1819275"/>
                <a:gd name="connsiteX2723" fmla="*/ 2075688 w 2305050"/>
                <a:gd name="connsiteY2723" fmla="*/ 1254062 h 1819275"/>
                <a:gd name="connsiteX2724" fmla="*/ 2077403 w 2305050"/>
                <a:gd name="connsiteY2724" fmla="*/ 1245489 h 1819275"/>
                <a:gd name="connsiteX2725" fmla="*/ 2078355 w 2305050"/>
                <a:gd name="connsiteY2725" fmla="*/ 1244251 h 1819275"/>
                <a:gd name="connsiteX2726" fmla="*/ 2083784 w 2305050"/>
                <a:gd name="connsiteY2726" fmla="*/ 1239488 h 1819275"/>
                <a:gd name="connsiteX2727" fmla="*/ 2085594 w 2305050"/>
                <a:gd name="connsiteY2727" fmla="*/ 1238250 h 1819275"/>
                <a:gd name="connsiteX2728" fmla="*/ 2086832 w 2305050"/>
                <a:gd name="connsiteY2728" fmla="*/ 1237583 h 1819275"/>
                <a:gd name="connsiteX2729" fmla="*/ 2090356 w 2305050"/>
                <a:gd name="connsiteY2729" fmla="*/ 1238060 h 1819275"/>
                <a:gd name="connsiteX2730" fmla="*/ 2091214 w 2305050"/>
                <a:gd name="connsiteY2730" fmla="*/ 1238060 h 1819275"/>
                <a:gd name="connsiteX2731" fmla="*/ 2111788 w 2305050"/>
                <a:gd name="connsiteY2731" fmla="*/ 1230535 h 1819275"/>
                <a:gd name="connsiteX2732" fmla="*/ 2112455 w 2305050"/>
                <a:gd name="connsiteY2732" fmla="*/ 1229868 h 1819275"/>
                <a:gd name="connsiteX2733" fmla="*/ 2112836 w 2305050"/>
                <a:gd name="connsiteY2733" fmla="*/ 1229201 h 1819275"/>
                <a:gd name="connsiteX2734" fmla="*/ 2113121 w 2305050"/>
                <a:gd name="connsiteY2734" fmla="*/ 1226439 h 1819275"/>
                <a:gd name="connsiteX2735" fmla="*/ 2113598 w 2305050"/>
                <a:gd name="connsiteY2735" fmla="*/ 1224344 h 1819275"/>
                <a:gd name="connsiteX2736" fmla="*/ 2114264 w 2305050"/>
                <a:gd name="connsiteY2736" fmla="*/ 1222629 h 1819275"/>
                <a:gd name="connsiteX2737" fmla="*/ 2114550 w 2305050"/>
                <a:gd name="connsiteY2737" fmla="*/ 1221962 h 1819275"/>
                <a:gd name="connsiteX2738" fmla="*/ 2115503 w 2305050"/>
                <a:gd name="connsiteY2738" fmla="*/ 1220438 h 1819275"/>
                <a:gd name="connsiteX2739" fmla="*/ 2115693 w 2305050"/>
                <a:gd name="connsiteY2739" fmla="*/ 1219962 h 1819275"/>
                <a:gd name="connsiteX2740" fmla="*/ 2115788 w 2305050"/>
                <a:gd name="connsiteY2740" fmla="*/ 1219391 h 1819275"/>
                <a:gd name="connsiteX2741" fmla="*/ 2115788 w 2305050"/>
                <a:gd name="connsiteY2741" fmla="*/ 1219105 h 1819275"/>
                <a:gd name="connsiteX2742" fmla="*/ 2115788 w 2305050"/>
                <a:gd name="connsiteY2742" fmla="*/ 1218629 h 1819275"/>
                <a:gd name="connsiteX2743" fmla="*/ 2115598 w 2305050"/>
                <a:gd name="connsiteY2743" fmla="*/ 1218152 h 1819275"/>
                <a:gd name="connsiteX2744" fmla="*/ 2115407 w 2305050"/>
                <a:gd name="connsiteY2744" fmla="*/ 1217771 h 1819275"/>
                <a:gd name="connsiteX2745" fmla="*/ 2115217 w 2305050"/>
                <a:gd name="connsiteY2745" fmla="*/ 1217105 h 1819275"/>
                <a:gd name="connsiteX2746" fmla="*/ 2115122 w 2305050"/>
                <a:gd name="connsiteY2746" fmla="*/ 1216724 h 1819275"/>
                <a:gd name="connsiteX2747" fmla="*/ 2115122 w 2305050"/>
                <a:gd name="connsiteY2747" fmla="*/ 1216438 h 1819275"/>
                <a:gd name="connsiteX2748" fmla="*/ 2115217 w 2305050"/>
                <a:gd name="connsiteY2748" fmla="*/ 1216343 h 1819275"/>
                <a:gd name="connsiteX2749" fmla="*/ 2115788 w 2305050"/>
                <a:gd name="connsiteY2749" fmla="*/ 1215581 h 1819275"/>
                <a:gd name="connsiteX2750" fmla="*/ 2116074 w 2305050"/>
                <a:gd name="connsiteY2750" fmla="*/ 1215104 h 1819275"/>
                <a:gd name="connsiteX2751" fmla="*/ 2116360 w 2305050"/>
                <a:gd name="connsiteY2751" fmla="*/ 1214533 h 1819275"/>
                <a:gd name="connsiteX2752" fmla="*/ 2116455 w 2305050"/>
                <a:gd name="connsiteY2752" fmla="*/ 1213866 h 1819275"/>
                <a:gd name="connsiteX2753" fmla="*/ 2116455 w 2305050"/>
                <a:gd name="connsiteY2753" fmla="*/ 1213295 h 1819275"/>
                <a:gd name="connsiteX2754" fmla="*/ 2116360 w 2305050"/>
                <a:gd name="connsiteY2754" fmla="*/ 1212628 h 1819275"/>
                <a:gd name="connsiteX2755" fmla="*/ 2116265 w 2305050"/>
                <a:gd name="connsiteY2755" fmla="*/ 1212056 h 1819275"/>
                <a:gd name="connsiteX2756" fmla="*/ 2116265 w 2305050"/>
                <a:gd name="connsiteY2756" fmla="*/ 1211390 h 1819275"/>
                <a:gd name="connsiteX2757" fmla="*/ 2116455 w 2305050"/>
                <a:gd name="connsiteY2757" fmla="*/ 1210628 h 1819275"/>
                <a:gd name="connsiteX2758" fmla="*/ 2117026 w 2305050"/>
                <a:gd name="connsiteY2758" fmla="*/ 1209485 h 1819275"/>
                <a:gd name="connsiteX2759" fmla="*/ 2117312 w 2305050"/>
                <a:gd name="connsiteY2759" fmla="*/ 1208627 h 1819275"/>
                <a:gd name="connsiteX2760" fmla="*/ 2117408 w 2305050"/>
                <a:gd name="connsiteY2760" fmla="*/ 1208151 h 1819275"/>
                <a:gd name="connsiteX2761" fmla="*/ 2117503 w 2305050"/>
                <a:gd name="connsiteY2761" fmla="*/ 1207865 h 1819275"/>
                <a:gd name="connsiteX2762" fmla="*/ 2117503 w 2305050"/>
                <a:gd name="connsiteY2762" fmla="*/ 1207675 h 1819275"/>
                <a:gd name="connsiteX2763" fmla="*/ 2118646 w 2305050"/>
                <a:gd name="connsiteY2763" fmla="*/ 1204722 h 1819275"/>
                <a:gd name="connsiteX2764" fmla="*/ 2118741 w 2305050"/>
                <a:gd name="connsiteY2764" fmla="*/ 1204151 h 1819275"/>
                <a:gd name="connsiteX2765" fmla="*/ 2118836 w 2305050"/>
                <a:gd name="connsiteY2765" fmla="*/ 1203579 h 1819275"/>
                <a:gd name="connsiteX2766" fmla="*/ 2118741 w 2305050"/>
                <a:gd name="connsiteY2766" fmla="*/ 1203103 h 1819275"/>
                <a:gd name="connsiteX2767" fmla="*/ 2118741 w 2305050"/>
                <a:gd name="connsiteY2767" fmla="*/ 1202817 h 1819275"/>
                <a:gd name="connsiteX2768" fmla="*/ 2118550 w 2305050"/>
                <a:gd name="connsiteY2768" fmla="*/ 1202531 h 1819275"/>
                <a:gd name="connsiteX2769" fmla="*/ 2118550 w 2305050"/>
                <a:gd name="connsiteY2769" fmla="*/ 1202341 h 1819275"/>
                <a:gd name="connsiteX2770" fmla="*/ 2118550 w 2305050"/>
                <a:gd name="connsiteY2770" fmla="*/ 1202055 h 1819275"/>
                <a:gd name="connsiteX2771" fmla="*/ 2118550 w 2305050"/>
                <a:gd name="connsiteY2771" fmla="*/ 1201769 h 1819275"/>
                <a:gd name="connsiteX2772" fmla="*/ 2118550 w 2305050"/>
                <a:gd name="connsiteY2772" fmla="*/ 1200817 h 1819275"/>
                <a:gd name="connsiteX2773" fmla="*/ 2113026 w 2305050"/>
                <a:gd name="connsiteY2773" fmla="*/ 1200150 h 1819275"/>
                <a:gd name="connsiteX2774" fmla="*/ 2111312 w 2305050"/>
                <a:gd name="connsiteY2774" fmla="*/ 1199483 h 1819275"/>
                <a:gd name="connsiteX2775" fmla="*/ 2110168 w 2305050"/>
                <a:gd name="connsiteY2775" fmla="*/ 1197769 h 1819275"/>
                <a:gd name="connsiteX2776" fmla="*/ 2109407 w 2305050"/>
                <a:gd name="connsiteY2776" fmla="*/ 1196912 h 1819275"/>
                <a:gd name="connsiteX2777" fmla="*/ 2108549 w 2305050"/>
                <a:gd name="connsiteY2777" fmla="*/ 1196150 h 1819275"/>
                <a:gd name="connsiteX2778" fmla="*/ 2107787 w 2305050"/>
                <a:gd name="connsiteY2778" fmla="*/ 1195769 h 1819275"/>
                <a:gd name="connsiteX2779" fmla="*/ 2107311 w 2305050"/>
                <a:gd name="connsiteY2779" fmla="*/ 1195673 h 1819275"/>
                <a:gd name="connsiteX2780" fmla="*/ 2104168 w 2305050"/>
                <a:gd name="connsiteY2780" fmla="*/ 1195388 h 1819275"/>
                <a:gd name="connsiteX2781" fmla="*/ 2103406 w 2305050"/>
                <a:gd name="connsiteY2781" fmla="*/ 1195197 h 1819275"/>
                <a:gd name="connsiteX2782" fmla="*/ 2102834 w 2305050"/>
                <a:gd name="connsiteY2782" fmla="*/ 1195007 h 1819275"/>
                <a:gd name="connsiteX2783" fmla="*/ 2102549 w 2305050"/>
                <a:gd name="connsiteY2783" fmla="*/ 1194721 h 1819275"/>
                <a:gd name="connsiteX2784" fmla="*/ 2100643 w 2305050"/>
                <a:gd name="connsiteY2784" fmla="*/ 1192720 h 1819275"/>
                <a:gd name="connsiteX2785" fmla="*/ 2099215 w 2305050"/>
                <a:gd name="connsiteY2785" fmla="*/ 1191578 h 1819275"/>
                <a:gd name="connsiteX2786" fmla="*/ 2098262 w 2305050"/>
                <a:gd name="connsiteY2786" fmla="*/ 1191101 h 1819275"/>
                <a:gd name="connsiteX2787" fmla="*/ 2097215 w 2305050"/>
                <a:gd name="connsiteY2787" fmla="*/ 1190816 h 1819275"/>
                <a:gd name="connsiteX2788" fmla="*/ 2094643 w 2305050"/>
                <a:gd name="connsiteY2788" fmla="*/ 1190435 h 1819275"/>
                <a:gd name="connsiteX2789" fmla="*/ 2093786 w 2305050"/>
                <a:gd name="connsiteY2789" fmla="*/ 1190149 h 1819275"/>
                <a:gd name="connsiteX2790" fmla="*/ 2093119 w 2305050"/>
                <a:gd name="connsiteY2790" fmla="*/ 1189863 h 1819275"/>
                <a:gd name="connsiteX2791" fmla="*/ 2092357 w 2305050"/>
                <a:gd name="connsiteY2791" fmla="*/ 1189101 h 1819275"/>
                <a:gd name="connsiteX2792" fmla="*/ 2091595 w 2305050"/>
                <a:gd name="connsiteY2792" fmla="*/ 1188244 h 1819275"/>
                <a:gd name="connsiteX2793" fmla="*/ 2091309 w 2305050"/>
                <a:gd name="connsiteY2793" fmla="*/ 1187768 h 1819275"/>
                <a:gd name="connsiteX2794" fmla="*/ 2090928 w 2305050"/>
                <a:gd name="connsiteY2794" fmla="*/ 1187006 h 1819275"/>
                <a:gd name="connsiteX2795" fmla="*/ 2090738 w 2305050"/>
                <a:gd name="connsiteY2795" fmla="*/ 1186339 h 1819275"/>
                <a:gd name="connsiteX2796" fmla="*/ 2090452 w 2305050"/>
                <a:gd name="connsiteY2796" fmla="*/ 1185196 h 1819275"/>
                <a:gd name="connsiteX2797" fmla="*/ 2090452 w 2305050"/>
                <a:gd name="connsiteY2797" fmla="*/ 1184624 h 1819275"/>
                <a:gd name="connsiteX2798" fmla="*/ 2090452 w 2305050"/>
                <a:gd name="connsiteY2798" fmla="*/ 1183672 h 1819275"/>
                <a:gd name="connsiteX2799" fmla="*/ 2090738 w 2305050"/>
                <a:gd name="connsiteY2799" fmla="*/ 1182434 h 1819275"/>
                <a:gd name="connsiteX2800" fmla="*/ 2090928 w 2305050"/>
                <a:gd name="connsiteY2800" fmla="*/ 1181862 h 1819275"/>
                <a:gd name="connsiteX2801" fmla="*/ 2091309 w 2305050"/>
                <a:gd name="connsiteY2801" fmla="*/ 1181005 h 1819275"/>
                <a:gd name="connsiteX2802" fmla="*/ 2091499 w 2305050"/>
                <a:gd name="connsiteY2802" fmla="*/ 1180719 h 1819275"/>
                <a:gd name="connsiteX2803" fmla="*/ 2091785 w 2305050"/>
                <a:gd name="connsiteY2803" fmla="*/ 1180338 h 1819275"/>
                <a:gd name="connsiteX2804" fmla="*/ 2094833 w 2305050"/>
                <a:gd name="connsiteY2804" fmla="*/ 1177766 h 1819275"/>
                <a:gd name="connsiteX2805" fmla="*/ 2096167 w 2305050"/>
                <a:gd name="connsiteY2805" fmla="*/ 1177100 h 1819275"/>
                <a:gd name="connsiteX2806" fmla="*/ 2096453 w 2305050"/>
                <a:gd name="connsiteY2806" fmla="*/ 1176719 h 1819275"/>
                <a:gd name="connsiteX2807" fmla="*/ 2096548 w 2305050"/>
                <a:gd name="connsiteY2807" fmla="*/ 1176052 h 1819275"/>
                <a:gd name="connsiteX2808" fmla="*/ 2096167 w 2305050"/>
                <a:gd name="connsiteY2808" fmla="*/ 1174718 h 1819275"/>
                <a:gd name="connsiteX2809" fmla="*/ 2096167 w 2305050"/>
                <a:gd name="connsiteY2809" fmla="*/ 1174052 h 1819275"/>
                <a:gd name="connsiteX2810" fmla="*/ 2096357 w 2305050"/>
                <a:gd name="connsiteY2810" fmla="*/ 1171670 h 1819275"/>
                <a:gd name="connsiteX2811" fmla="*/ 2099024 w 2305050"/>
                <a:gd name="connsiteY2811" fmla="*/ 1173766 h 1819275"/>
                <a:gd name="connsiteX2812" fmla="*/ 2102072 w 2305050"/>
                <a:gd name="connsiteY2812" fmla="*/ 1174623 h 1819275"/>
                <a:gd name="connsiteX2813" fmla="*/ 2102453 w 2305050"/>
                <a:gd name="connsiteY2813" fmla="*/ 1174909 h 1819275"/>
                <a:gd name="connsiteX2814" fmla="*/ 2102644 w 2305050"/>
                <a:gd name="connsiteY2814" fmla="*/ 1174433 h 1819275"/>
                <a:gd name="connsiteX2815" fmla="*/ 2104168 w 2305050"/>
                <a:gd name="connsiteY2815" fmla="*/ 1172432 h 1819275"/>
                <a:gd name="connsiteX2816" fmla="*/ 2104454 w 2305050"/>
                <a:gd name="connsiteY2816" fmla="*/ 1172051 h 1819275"/>
                <a:gd name="connsiteX2817" fmla="*/ 2104834 w 2305050"/>
                <a:gd name="connsiteY2817" fmla="*/ 1171004 h 1819275"/>
                <a:gd name="connsiteX2818" fmla="*/ 2105120 w 2305050"/>
                <a:gd name="connsiteY2818" fmla="*/ 1169670 h 1819275"/>
                <a:gd name="connsiteX2819" fmla="*/ 2105311 w 2305050"/>
                <a:gd name="connsiteY2819" fmla="*/ 1167479 h 1819275"/>
                <a:gd name="connsiteX2820" fmla="*/ 2105216 w 2305050"/>
                <a:gd name="connsiteY2820" fmla="*/ 1165670 h 1819275"/>
                <a:gd name="connsiteX2821" fmla="*/ 2105025 w 2305050"/>
                <a:gd name="connsiteY2821" fmla="*/ 1164241 h 1819275"/>
                <a:gd name="connsiteX2822" fmla="*/ 2104834 w 2305050"/>
                <a:gd name="connsiteY2822" fmla="*/ 1163574 h 1819275"/>
                <a:gd name="connsiteX2823" fmla="*/ 2104644 w 2305050"/>
                <a:gd name="connsiteY2823" fmla="*/ 1163003 h 1819275"/>
                <a:gd name="connsiteX2824" fmla="*/ 2102739 w 2305050"/>
                <a:gd name="connsiteY2824" fmla="*/ 1160336 h 1819275"/>
                <a:gd name="connsiteX2825" fmla="*/ 2101406 w 2305050"/>
                <a:gd name="connsiteY2825" fmla="*/ 1157764 h 1819275"/>
                <a:gd name="connsiteX2826" fmla="*/ 2100548 w 2305050"/>
                <a:gd name="connsiteY2826" fmla="*/ 1155859 h 1819275"/>
                <a:gd name="connsiteX2827" fmla="*/ 2096262 w 2305050"/>
                <a:gd name="connsiteY2827" fmla="*/ 1141762 h 1819275"/>
                <a:gd name="connsiteX2828" fmla="*/ 2094738 w 2305050"/>
                <a:gd name="connsiteY2828" fmla="*/ 1138238 h 1819275"/>
                <a:gd name="connsiteX2829" fmla="*/ 2090356 w 2305050"/>
                <a:gd name="connsiteY2829" fmla="*/ 1130332 h 1819275"/>
                <a:gd name="connsiteX2830" fmla="*/ 2089975 w 2305050"/>
                <a:gd name="connsiteY2830" fmla="*/ 1129570 h 1819275"/>
                <a:gd name="connsiteX2831" fmla="*/ 2088642 w 2305050"/>
                <a:gd name="connsiteY2831" fmla="*/ 1124903 h 1819275"/>
                <a:gd name="connsiteX2832" fmla="*/ 2088547 w 2305050"/>
                <a:gd name="connsiteY2832" fmla="*/ 1124141 h 1819275"/>
                <a:gd name="connsiteX2833" fmla="*/ 2088547 w 2305050"/>
                <a:gd name="connsiteY2833" fmla="*/ 1123379 h 1819275"/>
                <a:gd name="connsiteX2834" fmla="*/ 2088832 w 2305050"/>
                <a:gd name="connsiteY2834" fmla="*/ 1122807 h 1819275"/>
                <a:gd name="connsiteX2835" fmla="*/ 2089023 w 2305050"/>
                <a:gd name="connsiteY2835" fmla="*/ 1122236 h 1819275"/>
                <a:gd name="connsiteX2836" fmla="*/ 2089404 w 2305050"/>
                <a:gd name="connsiteY2836" fmla="*/ 1121855 h 1819275"/>
                <a:gd name="connsiteX2837" fmla="*/ 2090928 w 2305050"/>
                <a:gd name="connsiteY2837" fmla="*/ 1120426 h 1819275"/>
                <a:gd name="connsiteX2838" fmla="*/ 2091595 w 2305050"/>
                <a:gd name="connsiteY2838" fmla="*/ 1119378 h 1819275"/>
                <a:gd name="connsiteX2839" fmla="*/ 2091785 w 2305050"/>
                <a:gd name="connsiteY2839" fmla="*/ 1118807 h 1819275"/>
                <a:gd name="connsiteX2840" fmla="*/ 2091881 w 2305050"/>
                <a:gd name="connsiteY2840" fmla="*/ 1118045 h 1819275"/>
                <a:gd name="connsiteX2841" fmla="*/ 2092071 w 2305050"/>
                <a:gd name="connsiteY2841" fmla="*/ 1116616 h 1819275"/>
                <a:gd name="connsiteX2842" fmla="*/ 2092071 w 2305050"/>
                <a:gd name="connsiteY2842" fmla="*/ 1115949 h 1819275"/>
                <a:gd name="connsiteX2843" fmla="*/ 2091881 w 2305050"/>
                <a:gd name="connsiteY2843" fmla="*/ 1113854 h 1819275"/>
                <a:gd name="connsiteX2844" fmla="*/ 2091595 w 2305050"/>
                <a:gd name="connsiteY2844" fmla="*/ 1112806 h 1819275"/>
                <a:gd name="connsiteX2845" fmla="*/ 2091404 w 2305050"/>
                <a:gd name="connsiteY2845" fmla="*/ 1112234 h 1819275"/>
                <a:gd name="connsiteX2846" fmla="*/ 2090833 w 2305050"/>
                <a:gd name="connsiteY2846" fmla="*/ 1111377 h 1819275"/>
                <a:gd name="connsiteX2847" fmla="*/ 2090452 w 2305050"/>
                <a:gd name="connsiteY2847" fmla="*/ 1110901 h 1819275"/>
                <a:gd name="connsiteX2848" fmla="*/ 2090071 w 2305050"/>
                <a:gd name="connsiteY2848" fmla="*/ 1110520 h 1819275"/>
                <a:gd name="connsiteX2849" fmla="*/ 2088737 w 2305050"/>
                <a:gd name="connsiteY2849" fmla="*/ 1109663 h 1819275"/>
                <a:gd name="connsiteX2850" fmla="*/ 2085308 w 2305050"/>
                <a:gd name="connsiteY2850" fmla="*/ 1108234 h 1819275"/>
                <a:gd name="connsiteX2851" fmla="*/ 2084356 w 2305050"/>
                <a:gd name="connsiteY2851" fmla="*/ 1107662 h 1819275"/>
                <a:gd name="connsiteX2852" fmla="*/ 2083498 w 2305050"/>
                <a:gd name="connsiteY2852" fmla="*/ 1106900 h 1819275"/>
                <a:gd name="connsiteX2853" fmla="*/ 2083117 w 2305050"/>
                <a:gd name="connsiteY2853" fmla="*/ 1106519 h 1819275"/>
                <a:gd name="connsiteX2854" fmla="*/ 2082832 w 2305050"/>
                <a:gd name="connsiteY2854" fmla="*/ 1106043 h 1819275"/>
                <a:gd name="connsiteX2855" fmla="*/ 2082641 w 2305050"/>
                <a:gd name="connsiteY2855" fmla="*/ 1105567 h 1819275"/>
                <a:gd name="connsiteX2856" fmla="*/ 2082356 w 2305050"/>
                <a:gd name="connsiteY2856" fmla="*/ 1105091 h 1819275"/>
                <a:gd name="connsiteX2857" fmla="*/ 2080260 w 2305050"/>
                <a:gd name="connsiteY2857" fmla="*/ 1098995 h 1819275"/>
                <a:gd name="connsiteX2858" fmla="*/ 2078546 w 2305050"/>
                <a:gd name="connsiteY2858" fmla="*/ 1096137 h 1819275"/>
                <a:gd name="connsiteX2859" fmla="*/ 2077974 w 2305050"/>
                <a:gd name="connsiteY2859" fmla="*/ 1094613 h 1819275"/>
                <a:gd name="connsiteX2860" fmla="*/ 2077688 w 2305050"/>
                <a:gd name="connsiteY2860" fmla="*/ 1093470 h 1819275"/>
                <a:gd name="connsiteX2861" fmla="*/ 2077212 w 2305050"/>
                <a:gd name="connsiteY2861" fmla="*/ 1090422 h 1819275"/>
                <a:gd name="connsiteX2862" fmla="*/ 2077022 w 2305050"/>
                <a:gd name="connsiteY2862" fmla="*/ 1090041 h 1819275"/>
                <a:gd name="connsiteX2863" fmla="*/ 2076926 w 2305050"/>
                <a:gd name="connsiteY2863" fmla="*/ 1089660 h 1819275"/>
                <a:gd name="connsiteX2864" fmla="*/ 2076640 w 2305050"/>
                <a:gd name="connsiteY2864" fmla="*/ 1089279 h 1819275"/>
                <a:gd name="connsiteX2865" fmla="*/ 2076355 w 2305050"/>
                <a:gd name="connsiteY2865" fmla="*/ 1088803 h 1819275"/>
                <a:gd name="connsiteX2866" fmla="*/ 2072831 w 2305050"/>
                <a:gd name="connsiteY2866" fmla="*/ 1085850 h 1819275"/>
                <a:gd name="connsiteX2867" fmla="*/ 2072640 w 2305050"/>
                <a:gd name="connsiteY2867" fmla="*/ 1085564 h 1819275"/>
                <a:gd name="connsiteX2868" fmla="*/ 2072449 w 2305050"/>
                <a:gd name="connsiteY2868" fmla="*/ 1085183 h 1819275"/>
                <a:gd name="connsiteX2869" fmla="*/ 2072259 w 2305050"/>
                <a:gd name="connsiteY2869" fmla="*/ 1084802 h 1819275"/>
                <a:gd name="connsiteX2870" fmla="*/ 2072259 w 2305050"/>
                <a:gd name="connsiteY2870" fmla="*/ 1084421 h 1819275"/>
                <a:gd name="connsiteX2871" fmla="*/ 2072164 w 2305050"/>
                <a:gd name="connsiteY2871" fmla="*/ 1083088 h 1819275"/>
                <a:gd name="connsiteX2872" fmla="*/ 2072354 w 2305050"/>
                <a:gd name="connsiteY2872" fmla="*/ 1080516 h 1819275"/>
                <a:gd name="connsiteX2873" fmla="*/ 2072735 w 2305050"/>
                <a:gd name="connsiteY2873" fmla="*/ 1078040 h 1819275"/>
                <a:gd name="connsiteX2874" fmla="*/ 2072831 w 2305050"/>
                <a:gd name="connsiteY2874" fmla="*/ 1076706 h 1819275"/>
                <a:gd name="connsiteX2875" fmla="*/ 2072831 w 2305050"/>
                <a:gd name="connsiteY2875" fmla="*/ 1075658 h 1819275"/>
                <a:gd name="connsiteX2876" fmla="*/ 2072831 w 2305050"/>
                <a:gd name="connsiteY2876" fmla="*/ 1074611 h 1819275"/>
                <a:gd name="connsiteX2877" fmla="*/ 2072735 w 2305050"/>
                <a:gd name="connsiteY2877" fmla="*/ 1074039 h 1819275"/>
                <a:gd name="connsiteX2878" fmla="*/ 2072640 w 2305050"/>
                <a:gd name="connsiteY2878" fmla="*/ 1073944 h 1819275"/>
                <a:gd name="connsiteX2879" fmla="*/ 2072640 w 2305050"/>
                <a:gd name="connsiteY2879" fmla="*/ 1073849 h 1819275"/>
                <a:gd name="connsiteX2880" fmla="*/ 2072449 w 2305050"/>
                <a:gd name="connsiteY2880" fmla="*/ 1073277 h 1819275"/>
                <a:gd name="connsiteX2881" fmla="*/ 2071783 w 2305050"/>
                <a:gd name="connsiteY2881" fmla="*/ 1071848 h 1819275"/>
                <a:gd name="connsiteX2882" fmla="*/ 2071402 w 2305050"/>
                <a:gd name="connsiteY2882" fmla="*/ 1071086 h 1819275"/>
                <a:gd name="connsiteX2883" fmla="*/ 2070830 w 2305050"/>
                <a:gd name="connsiteY2883" fmla="*/ 1070420 h 1819275"/>
                <a:gd name="connsiteX2884" fmla="*/ 2070259 w 2305050"/>
                <a:gd name="connsiteY2884" fmla="*/ 1070324 h 1819275"/>
                <a:gd name="connsiteX2885" fmla="*/ 2069401 w 2305050"/>
                <a:gd name="connsiteY2885" fmla="*/ 1070420 h 1819275"/>
                <a:gd name="connsiteX2886" fmla="*/ 2066449 w 2305050"/>
                <a:gd name="connsiteY2886" fmla="*/ 1072515 h 1819275"/>
                <a:gd name="connsiteX2887" fmla="*/ 2065115 w 2305050"/>
                <a:gd name="connsiteY2887" fmla="*/ 1073849 h 1819275"/>
                <a:gd name="connsiteX2888" fmla="*/ 2063591 w 2305050"/>
                <a:gd name="connsiteY2888" fmla="*/ 1075754 h 1819275"/>
                <a:gd name="connsiteX2889" fmla="*/ 2059305 w 2305050"/>
                <a:gd name="connsiteY2889" fmla="*/ 1079945 h 1819275"/>
                <a:gd name="connsiteX2890" fmla="*/ 2048637 w 2305050"/>
                <a:gd name="connsiteY2890" fmla="*/ 1085755 h 1819275"/>
                <a:gd name="connsiteX2891" fmla="*/ 2042922 w 2305050"/>
                <a:gd name="connsiteY2891" fmla="*/ 1090803 h 1819275"/>
                <a:gd name="connsiteX2892" fmla="*/ 2041017 w 2305050"/>
                <a:gd name="connsiteY2892" fmla="*/ 1092041 h 1819275"/>
                <a:gd name="connsiteX2893" fmla="*/ 2040160 w 2305050"/>
                <a:gd name="connsiteY2893" fmla="*/ 1092327 h 1819275"/>
                <a:gd name="connsiteX2894" fmla="*/ 2033968 w 2305050"/>
                <a:gd name="connsiteY2894" fmla="*/ 1093565 h 1819275"/>
                <a:gd name="connsiteX2895" fmla="*/ 2032921 w 2305050"/>
                <a:gd name="connsiteY2895" fmla="*/ 1094327 h 1819275"/>
                <a:gd name="connsiteX2896" fmla="*/ 2031873 w 2305050"/>
                <a:gd name="connsiteY2896" fmla="*/ 1095470 h 1819275"/>
                <a:gd name="connsiteX2897" fmla="*/ 2031301 w 2305050"/>
                <a:gd name="connsiteY2897" fmla="*/ 1096423 h 1819275"/>
                <a:gd name="connsiteX2898" fmla="*/ 2030921 w 2305050"/>
                <a:gd name="connsiteY2898" fmla="*/ 1096899 h 1819275"/>
                <a:gd name="connsiteX2899" fmla="*/ 2030539 w 2305050"/>
                <a:gd name="connsiteY2899" fmla="*/ 1097280 h 1819275"/>
                <a:gd name="connsiteX2900" fmla="*/ 2013109 w 2305050"/>
                <a:gd name="connsiteY2900" fmla="*/ 1105186 h 1819275"/>
                <a:gd name="connsiteX2901" fmla="*/ 2008727 w 2305050"/>
                <a:gd name="connsiteY2901" fmla="*/ 1106234 h 1819275"/>
                <a:gd name="connsiteX2902" fmla="*/ 2006917 w 2305050"/>
                <a:gd name="connsiteY2902" fmla="*/ 1106234 h 1819275"/>
                <a:gd name="connsiteX2903" fmla="*/ 2005203 w 2305050"/>
                <a:gd name="connsiteY2903" fmla="*/ 1105281 h 1819275"/>
                <a:gd name="connsiteX2904" fmla="*/ 2003298 w 2305050"/>
                <a:gd name="connsiteY2904" fmla="*/ 1102328 h 1819275"/>
                <a:gd name="connsiteX2905" fmla="*/ 2005203 w 2305050"/>
                <a:gd name="connsiteY2905" fmla="*/ 1089089 h 1819275"/>
                <a:gd name="connsiteX2906" fmla="*/ 2005489 w 2305050"/>
                <a:gd name="connsiteY2906" fmla="*/ 1085374 h 1819275"/>
                <a:gd name="connsiteX2907" fmla="*/ 2005489 w 2305050"/>
                <a:gd name="connsiteY2907" fmla="*/ 1081945 h 1819275"/>
                <a:gd name="connsiteX2908" fmla="*/ 2005203 w 2305050"/>
                <a:gd name="connsiteY2908" fmla="*/ 1080802 h 1819275"/>
                <a:gd name="connsiteX2909" fmla="*/ 2004917 w 2305050"/>
                <a:gd name="connsiteY2909" fmla="*/ 1080040 h 1819275"/>
                <a:gd name="connsiteX2910" fmla="*/ 2003584 w 2305050"/>
                <a:gd name="connsiteY2910" fmla="*/ 1078325 h 1819275"/>
                <a:gd name="connsiteX2911" fmla="*/ 2002060 w 2305050"/>
                <a:gd name="connsiteY2911" fmla="*/ 1076706 h 1819275"/>
                <a:gd name="connsiteX2912" fmla="*/ 1990058 w 2305050"/>
                <a:gd name="connsiteY2912" fmla="*/ 1060609 h 1819275"/>
                <a:gd name="connsiteX2913" fmla="*/ 1988725 w 2305050"/>
                <a:gd name="connsiteY2913" fmla="*/ 1057751 h 1819275"/>
                <a:gd name="connsiteX2914" fmla="*/ 1986629 w 2305050"/>
                <a:gd name="connsiteY2914" fmla="*/ 1052132 h 1819275"/>
                <a:gd name="connsiteX2915" fmla="*/ 1986343 w 2305050"/>
                <a:gd name="connsiteY2915" fmla="*/ 1050893 h 1819275"/>
                <a:gd name="connsiteX2916" fmla="*/ 1986248 w 2305050"/>
                <a:gd name="connsiteY2916" fmla="*/ 1049560 h 1819275"/>
                <a:gd name="connsiteX2917" fmla="*/ 1986248 w 2305050"/>
                <a:gd name="connsiteY2917" fmla="*/ 1048131 h 1819275"/>
                <a:gd name="connsiteX2918" fmla="*/ 1986629 w 2305050"/>
                <a:gd name="connsiteY2918" fmla="*/ 1043654 h 1819275"/>
                <a:gd name="connsiteX2919" fmla="*/ 1986629 w 2305050"/>
                <a:gd name="connsiteY2919" fmla="*/ 1042702 h 1819275"/>
                <a:gd name="connsiteX2920" fmla="*/ 1986439 w 2305050"/>
                <a:gd name="connsiteY2920" fmla="*/ 1040987 h 1819275"/>
                <a:gd name="connsiteX2921" fmla="*/ 1984820 w 2305050"/>
                <a:gd name="connsiteY2921" fmla="*/ 1035177 h 1819275"/>
                <a:gd name="connsiteX2922" fmla="*/ 1984629 w 2305050"/>
                <a:gd name="connsiteY2922" fmla="*/ 1034034 h 1819275"/>
                <a:gd name="connsiteX2923" fmla="*/ 1984820 w 2305050"/>
                <a:gd name="connsiteY2923" fmla="*/ 1033367 h 1819275"/>
                <a:gd name="connsiteX2924" fmla="*/ 1985581 w 2305050"/>
                <a:gd name="connsiteY2924" fmla="*/ 1030986 h 1819275"/>
                <a:gd name="connsiteX2925" fmla="*/ 1985772 w 2305050"/>
                <a:gd name="connsiteY2925" fmla="*/ 1030319 h 1819275"/>
                <a:gd name="connsiteX2926" fmla="*/ 1985867 w 2305050"/>
                <a:gd name="connsiteY2926" fmla="*/ 1029653 h 1819275"/>
                <a:gd name="connsiteX2927" fmla="*/ 1986058 w 2305050"/>
                <a:gd name="connsiteY2927" fmla="*/ 1028129 h 1819275"/>
                <a:gd name="connsiteX2928" fmla="*/ 1986058 w 2305050"/>
                <a:gd name="connsiteY2928" fmla="*/ 1025271 h 1819275"/>
                <a:gd name="connsiteX2929" fmla="*/ 1984153 w 2305050"/>
                <a:gd name="connsiteY2929" fmla="*/ 1014603 h 1819275"/>
                <a:gd name="connsiteX2930" fmla="*/ 1983486 w 2305050"/>
                <a:gd name="connsiteY2930" fmla="*/ 1007745 h 1819275"/>
                <a:gd name="connsiteX2931" fmla="*/ 1983486 w 2305050"/>
                <a:gd name="connsiteY2931" fmla="*/ 1006602 h 1819275"/>
                <a:gd name="connsiteX2932" fmla="*/ 1983676 w 2305050"/>
                <a:gd name="connsiteY2932" fmla="*/ 1005173 h 1819275"/>
                <a:gd name="connsiteX2933" fmla="*/ 1983867 w 2305050"/>
                <a:gd name="connsiteY2933" fmla="*/ 1004507 h 1819275"/>
                <a:gd name="connsiteX2934" fmla="*/ 1984343 w 2305050"/>
                <a:gd name="connsiteY2934" fmla="*/ 1003364 h 1819275"/>
                <a:gd name="connsiteX2935" fmla="*/ 1984629 w 2305050"/>
                <a:gd name="connsiteY2935" fmla="*/ 1002887 h 1819275"/>
                <a:gd name="connsiteX2936" fmla="*/ 1985010 w 2305050"/>
                <a:gd name="connsiteY2936" fmla="*/ 1002411 h 1819275"/>
                <a:gd name="connsiteX2937" fmla="*/ 1985391 w 2305050"/>
                <a:gd name="connsiteY2937" fmla="*/ 1001935 h 1819275"/>
                <a:gd name="connsiteX2938" fmla="*/ 1985963 w 2305050"/>
                <a:gd name="connsiteY2938" fmla="*/ 1001459 h 1819275"/>
                <a:gd name="connsiteX2939" fmla="*/ 1987106 w 2305050"/>
                <a:gd name="connsiteY2939" fmla="*/ 1000697 h 1819275"/>
                <a:gd name="connsiteX2940" fmla="*/ 1992725 w 2305050"/>
                <a:gd name="connsiteY2940" fmla="*/ 998887 h 1819275"/>
                <a:gd name="connsiteX2941" fmla="*/ 1994821 w 2305050"/>
                <a:gd name="connsiteY2941" fmla="*/ 997839 h 1819275"/>
                <a:gd name="connsiteX2942" fmla="*/ 1998345 w 2305050"/>
                <a:gd name="connsiteY2942" fmla="*/ 995172 h 1819275"/>
                <a:gd name="connsiteX2943" fmla="*/ 1999107 w 2305050"/>
                <a:gd name="connsiteY2943" fmla="*/ 994410 h 1819275"/>
                <a:gd name="connsiteX2944" fmla="*/ 2000440 w 2305050"/>
                <a:gd name="connsiteY2944" fmla="*/ 992600 h 1819275"/>
                <a:gd name="connsiteX2945" fmla="*/ 2001203 w 2305050"/>
                <a:gd name="connsiteY2945" fmla="*/ 991076 h 1819275"/>
                <a:gd name="connsiteX2946" fmla="*/ 2001488 w 2305050"/>
                <a:gd name="connsiteY2946" fmla="*/ 990219 h 1819275"/>
                <a:gd name="connsiteX2947" fmla="*/ 2001679 w 2305050"/>
                <a:gd name="connsiteY2947" fmla="*/ 989171 h 1819275"/>
                <a:gd name="connsiteX2948" fmla="*/ 2001964 w 2305050"/>
                <a:gd name="connsiteY2948" fmla="*/ 987266 h 1819275"/>
                <a:gd name="connsiteX2949" fmla="*/ 2001869 w 2305050"/>
                <a:gd name="connsiteY2949" fmla="*/ 986314 h 1819275"/>
                <a:gd name="connsiteX2950" fmla="*/ 2001679 w 2305050"/>
                <a:gd name="connsiteY2950" fmla="*/ 985457 h 1819275"/>
                <a:gd name="connsiteX2951" fmla="*/ 2001203 w 2305050"/>
                <a:gd name="connsiteY2951" fmla="*/ 984504 h 1819275"/>
                <a:gd name="connsiteX2952" fmla="*/ 2000059 w 2305050"/>
                <a:gd name="connsiteY2952" fmla="*/ 982980 h 1819275"/>
                <a:gd name="connsiteX2953" fmla="*/ 1999774 w 2305050"/>
                <a:gd name="connsiteY2953" fmla="*/ 981647 h 1819275"/>
                <a:gd name="connsiteX2954" fmla="*/ 1999774 w 2305050"/>
                <a:gd name="connsiteY2954" fmla="*/ 978503 h 1819275"/>
                <a:gd name="connsiteX2955" fmla="*/ 1999679 w 2305050"/>
                <a:gd name="connsiteY2955" fmla="*/ 977551 h 1819275"/>
                <a:gd name="connsiteX2956" fmla="*/ 1999393 w 2305050"/>
                <a:gd name="connsiteY2956" fmla="*/ 976789 h 1819275"/>
                <a:gd name="connsiteX2957" fmla="*/ 1997869 w 2305050"/>
                <a:gd name="connsiteY2957" fmla="*/ 974598 h 1819275"/>
                <a:gd name="connsiteX2958" fmla="*/ 1996154 w 2305050"/>
                <a:gd name="connsiteY2958" fmla="*/ 970883 h 1819275"/>
                <a:gd name="connsiteX2959" fmla="*/ 1993868 w 2305050"/>
                <a:gd name="connsiteY2959" fmla="*/ 967073 h 1819275"/>
                <a:gd name="connsiteX2960" fmla="*/ 1993201 w 2305050"/>
                <a:gd name="connsiteY2960" fmla="*/ 966216 h 1819275"/>
                <a:gd name="connsiteX2961" fmla="*/ 1992439 w 2305050"/>
                <a:gd name="connsiteY2961" fmla="*/ 965454 h 1819275"/>
                <a:gd name="connsiteX2962" fmla="*/ 1991487 w 2305050"/>
                <a:gd name="connsiteY2962" fmla="*/ 964883 h 1819275"/>
                <a:gd name="connsiteX2963" fmla="*/ 1985105 w 2305050"/>
                <a:gd name="connsiteY2963" fmla="*/ 963073 h 1819275"/>
                <a:gd name="connsiteX2964" fmla="*/ 1984629 w 2305050"/>
                <a:gd name="connsiteY2964" fmla="*/ 962787 h 1819275"/>
                <a:gd name="connsiteX2965" fmla="*/ 1984248 w 2305050"/>
                <a:gd name="connsiteY2965" fmla="*/ 962311 h 1819275"/>
                <a:gd name="connsiteX2966" fmla="*/ 1984057 w 2305050"/>
                <a:gd name="connsiteY2966" fmla="*/ 961930 h 1819275"/>
                <a:gd name="connsiteX2967" fmla="*/ 1983581 w 2305050"/>
                <a:gd name="connsiteY2967" fmla="*/ 960692 h 1819275"/>
                <a:gd name="connsiteX2968" fmla="*/ 1983391 w 2305050"/>
                <a:gd name="connsiteY2968" fmla="*/ 960215 h 1819275"/>
                <a:gd name="connsiteX2969" fmla="*/ 1983200 w 2305050"/>
                <a:gd name="connsiteY2969" fmla="*/ 959834 h 1819275"/>
                <a:gd name="connsiteX2970" fmla="*/ 1982914 w 2305050"/>
                <a:gd name="connsiteY2970" fmla="*/ 959549 h 1819275"/>
                <a:gd name="connsiteX2971" fmla="*/ 1982724 w 2305050"/>
                <a:gd name="connsiteY2971" fmla="*/ 959263 h 1819275"/>
                <a:gd name="connsiteX2972" fmla="*/ 1981867 w 2305050"/>
                <a:gd name="connsiteY2972" fmla="*/ 958596 h 1819275"/>
                <a:gd name="connsiteX2973" fmla="*/ 1981390 w 2305050"/>
                <a:gd name="connsiteY2973" fmla="*/ 958025 h 1819275"/>
                <a:gd name="connsiteX2974" fmla="*/ 1980914 w 2305050"/>
                <a:gd name="connsiteY2974" fmla="*/ 957263 h 1819275"/>
                <a:gd name="connsiteX2975" fmla="*/ 1980343 w 2305050"/>
                <a:gd name="connsiteY2975" fmla="*/ 955548 h 1819275"/>
                <a:gd name="connsiteX2976" fmla="*/ 1980152 w 2305050"/>
                <a:gd name="connsiteY2976" fmla="*/ 954596 h 1819275"/>
                <a:gd name="connsiteX2977" fmla="*/ 1980057 w 2305050"/>
                <a:gd name="connsiteY2977" fmla="*/ 953643 h 1819275"/>
                <a:gd name="connsiteX2978" fmla="*/ 1980152 w 2305050"/>
                <a:gd name="connsiteY2978" fmla="*/ 952881 h 1819275"/>
                <a:gd name="connsiteX2979" fmla="*/ 1980248 w 2305050"/>
                <a:gd name="connsiteY2979" fmla="*/ 952214 h 1819275"/>
                <a:gd name="connsiteX2980" fmla="*/ 1980438 w 2305050"/>
                <a:gd name="connsiteY2980" fmla="*/ 951643 h 1819275"/>
                <a:gd name="connsiteX2981" fmla="*/ 1981390 w 2305050"/>
                <a:gd name="connsiteY2981" fmla="*/ 949452 h 1819275"/>
                <a:gd name="connsiteX2982" fmla="*/ 1981676 w 2305050"/>
                <a:gd name="connsiteY2982" fmla="*/ 948690 h 1819275"/>
                <a:gd name="connsiteX2983" fmla="*/ 1981772 w 2305050"/>
                <a:gd name="connsiteY2983" fmla="*/ 947833 h 1819275"/>
                <a:gd name="connsiteX2984" fmla="*/ 1981867 w 2305050"/>
                <a:gd name="connsiteY2984" fmla="*/ 946595 h 1819275"/>
                <a:gd name="connsiteX2985" fmla="*/ 1981772 w 2305050"/>
                <a:gd name="connsiteY2985" fmla="*/ 945737 h 1819275"/>
                <a:gd name="connsiteX2986" fmla="*/ 1981581 w 2305050"/>
                <a:gd name="connsiteY2986" fmla="*/ 945071 h 1819275"/>
                <a:gd name="connsiteX2987" fmla="*/ 1980152 w 2305050"/>
                <a:gd name="connsiteY2987" fmla="*/ 943451 h 1819275"/>
                <a:gd name="connsiteX2988" fmla="*/ 1978819 w 2305050"/>
                <a:gd name="connsiteY2988" fmla="*/ 940880 h 1819275"/>
                <a:gd name="connsiteX2989" fmla="*/ 1978533 w 2305050"/>
                <a:gd name="connsiteY2989" fmla="*/ 940499 h 1819275"/>
                <a:gd name="connsiteX2990" fmla="*/ 1978152 w 2305050"/>
                <a:gd name="connsiteY2990" fmla="*/ 940022 h 1819275"/>
                <a:gd name="connsiteX2991" fmla="*/ 1977771 w 2305050"/>
                <a:gd name="connsiteY2991" fmla="*/ 939641 h 1819275"/>
                <a:gd name="connsiteX2992" fmla="*/ 1977295 w 2305050"/>
                <a:gd name="connsiteY2992" fmla="*/ 939356 h 1819275"/>
                <a:gd name="connsiteX2993" fmla="*/ 1976152 w 2305050"/>
                <a:gd name="connsiteY2993" fmla="*/ 938879 h 1819275"/>
                <a:gd name="connsiteX2994" fmla="*/ 1974818 w 2305050"/>
                <a:gd name="connsiteY2994" fmla="*/ 938498 h 1819275"/>
                <a:gd name="connsiteX2995" fmla="*/ 1973389 w 2305050"/>
                <a:gd name="connsiteY2995" fmla="*/ 938403 h 1819275"/>
                <a:gd name="connsiteX2996" fmla="*/ 1972151 w 2305050"/>
                <a:gd name="connsiteY2996" fmla="*/ 938594 h 1819275"/>
                <a:gd name="connsiteX2997" fmla="*/ 1965770 w 2305050"/>
                <a:gd name="connsiteY2997" fmla="*/ 941261 h 1819275"/>
                <a:gd name="connsiteX2998" fmla="*/ 1965103 w 2305050"/>
                <a:gd name="connsiteY2998" fmla="*/ 941451 h 1819275"/>
                <a:gd name="connsiteX2999" fmla="*/ 1963769 w 2305050"/>
                <a:gd name="connsiteY2999" fmla="*/ 941356 h 1819275"/>
                <a:gd name="connsiteX3000" fmla="*/ 1962436 w 2305050"/>
                <a:gd name="connsiteY3000" fmla="*/ 941070 h 1819275"/>
                <a:gd name="connsiteX3001" fmla="*/ 1961293 w 2305050"/>
                <a:gd name="connsiteY3001" fmla="*/ 940594 h 1819275"/>
                <a:gd name="connsiteX3002" fmla="*/ 1956340 w 2305050"/>
                <a:gd name="connsiteY3002" fmla="*/ 936784 h 1819275"/>
                <a:gd name="connsiteX3003" fmla="*/ 1955864 w 2305050"/>
                <a:gd name="connsiteY3003" fmla="*/ 936212 h 1819275"/>
                <a:gd name="connsiteX3004" fmla="*/ 1955197 w 2305050"/>
                <a:gd name="connsiteY3004" fmla="*/ 935260 h 1819275"/>
                <a:gd name="connsiteX3005" fmla="*/ 1955006 w 2305050"/>
                <a:gd name="connsiteY3005" fmla="*/ 934498 h 1819275"/>
                <a:gd name="connsiteX3006" fmla="*/ 1955006 w 2305050"/>
                <a:gd name="connsiteY3006" fmla="*/ 933831 h 1819275"/>
                <a:gd name="connsiteX3007" fmla="*/ 1955197 w 2305050"/>
                <a:gd name="connsiteY3007" fmla="*/ 933355 h 1819275"/>
                <a:gd name="connsiteX3008" fmla="*/ 1955578 w 2305050"/>
                <a:gd name="connsiteY3008" fmla="*/ 932974 h 1819275"/>
                <a:gd name="connsiteX3009" fmla="*/ 1960150 w 2305050"/>
                <a:gd name="connsiteY3009" fmla="*/ 930021 h 1819275"/>
                <a:gd name="connsiteX3010" fmla="*/ 1960721 w 2305050"/>
                <a:gd name="connsiteY3010" fmla="*/ 929545 h 1819275"/>
                <a:gd name="connsiteX3011" fmla="*/ 1961102 w 2305050"/>
                <a:gd name="connsiteY3011" fmla="*/ 929164 h 1819275"/>
                <a:gd name="connsiteX3012" fmla="*/ 1962340 w 2305050"/>
                <a:gd name="connsiteY3012" fmla="*/ 927259 h 1819275"/>
                <a:gd name="connsiteX3013" fmla="*/ 1966722 w 2305050"/>
                <a:gd name="connsiteY3013" fmla="*/ 918782 h 1819275"/>
                <a:gd name="connsiteX3014" fmla="*/ 1967865 w 2305050"/>
                <a:gd name="connsiteY3014" fmla="*/ 915924 h 1819275"/>
                <a:gd name="connsiteX3015" fmla="*/ 1968056 w 2305050"/>
                <a:gd name="connsiteY3015" fmla="*/ 915162 h 1819275"/>
                <a:gd name="connsiteX3016" fmla="*/ 1968151 w 2305050"/>
                <a:gd name="connsiteY3016" fmla="*/ 914114 h 1819275"/>
                <a:gd name="connsiteX3017" fmla="*/ 1968246 w 2305050"/>
                <a:gd name="connsiteY3017" fmla="*/ 912400 h 1819275"/>
                <a:gd name="connsiteX3018" fmla="*/ 1968151 w 2305050"/>
                <a:gd name="connsiteY3018" fmla="*/ 911066 h 1819275"/>
                <a:gd name="connsiteX3019" fmla="*/ 1967865 w 2305050"/>
                <a:gd name="connsiteY3019" fmla="*/ 910304 h 1819275"/>
                <a:gd name="connsiteX3020" fmla="*/ 1967674 w 2305050"/>
                <a:gd name="connsiteY3020" fmla="*/ 909638 h 1819275"/>
                <a:gd name="connsiteX3021" fmla="*/ 1967008 w 2305050"/>
                <a:gd name="connsiteY3021" fmla="*/ 908780 h 1819275"/>
                <a:gd name="connsiteX3022" fmla="*/ 1966246 w 2305050"/>
                <a:gd name="connsiteY3022" fmla="*/ 907923 h 1819275"/>
                <a:gd name="connsiteX3023" fmla="*/ 1965770 w 2305050"/>
                <a:gd name="connsiteY3023" fmla="*/ 907256 h 1819275"/>
                <a:gd name="connsiteX3024" fmla="*/ 1965293 w 2305050"/>
                <a:gd name="connsiteY3024" fmla="*/ 906304 h 1819275"/>
                <a:gd name="connsiteX3025" fmla="*/ 1964626 w 2305050"/>
                <a:gd name="connsiteY3025" fmla="*/ 904589 h 1819275"/>
                <a:gd name="connsiteX3026" fmla="*/ 1964626 w 2305050"/>
                <a:gd name="connsiteY3026" fmla="*/ 903732 h 1819275"/>
                <a:gd name="connsiteX3027" fmla="*/ 1964912 w 2305050"/>
                <a:gd name="connsiteY3027" fmla="*/ 903065 h 1819275"/>
                <a:gd name="connsiteX3028" fmla="*/ 1965389 w 2305050"/>
                <a:gd name="connsiteY3028" fmla="*/ 902780 h 1819275"/>
                <a:gd name="connsiteX3029" fmla="*/ 1965960 w 2305050"/>
                <a:gd name="connsiteY3029" fmla="*/ 902589 h 1819275"/>
                <a:gd name="connsiteX3030" fmla="*/ 1966627 w 2305050"/>
                <a:gd name="connsiteY3030" fmla="*/ 902494 h 1819275"/>
                <a:gd name="connsiteX3031" fmla="*/ 1972628 w 2305050"/>
                <a:gd name="connsiteY3031" fmla="*/ 902875 h 1819275"/>
                <a:gd name="connsiteX3032" fmla="*/ 1973866 w 2305050"/>
                <a:gd name="connsiteY3032" fmla="*/ 903161 h 1819275"/>
                <a:gd name="connsiteX3033" fmla="*/ 1975009 w 2305050"/>
                <a:gd name="connsiteY3033" fmla="*/ 903637 h 1819275"/>
                <a:gd name="connsiteX3034" fmla="*/ 1978152 w 2305050"/>
                <a:gd name="connsiteY3034" fmla="*/ 905447 h 1819275"/>
                <a:gd name="connsiteX3035" fmla="*/ 1979295 w 2305050"/>
                <a:gd name="connsiteY3035" fmla="*/ 905828 h 1819275"/>
                <a:gd name="connsiteX3036" fmla="*/ 1982629 w 2305050"/>
                <a:gd name="connsiteY3036" fmla="*/ 906494 h 1819275"/>
                <a:gd name="connsiteX3037" fmla="*/ 1983010 w 2305050"/>
                <a:gd name="connsiteY3037" fmla="*/ 906590 h 1819275"/>
                <a:gd name="connsiteX3038" fmla="*/ 1983867 w 2305050"/>
                <a:gd name="connsiteY3038" fmla="*/ 907066 h 1819275"/>
                <a:gd name="connsiteX3039" fmla="*/ 1984724 w 2305050"/>
                <a:gd name="connsiteY3039" fmla="*/ 907828 h 1819275"/>
                <a:gd name="connsiteX3040" fmla="*/ 1985581 w 2305050"/>
                <a:gd name="connsiteY3040" fmla="*/ 908590 h 1819275"/>
                <a:gd name="connsiteX3041" fmla="*/ 1985963 w 2305050"/>
                <a:gd name="connsiteY3041" fmla="*/ 908971 h 1819275"/>
                <a:gd name="connsiteX3042" fmla="*/ 1986248 w 2305050"/>
                <a:gd name="connsiteY3042" fmla="*/ 909447 h 1819275"/>
                <a:gd name="connsiteX3043" fmla="*/ 1986724 w 2305050"/>
                <a:gd name="connsiteY3043" fmla="*/ 910495 h 1819275"/>
                <a:gd name="connsiteX3044" fmla="*/ 1987106 w 2305050"/>
                <a:gd name="connsiteY3044" fmla="*/ 911638 h 1819275"/>
                <a:gd name="connsiteX3045" fmla="*/ 1987391 w 2305050"/>
                <a:gd name="connsiteY3045" fmla="*/ 912114 h 1819275"/>
                <a:gd name="connsiteX3046" fmla="*/ 1987772 w 2305050"/>
                <a:gd name="connsiteY3046" fmla="*/ 912590 h 1819275"/>
                <a:gd name="connsiteX3047" fmla="*/ 1994630 w 2305050"/>
                <a:gd name="connsiteY3047" fmla="*/ 918972 h 1819275"/>
                <a:gd name="connsiteX3048" fmla="*/ 1998440 w 2305050"/>
                <a:gd name="connsiteY3048" fmla="*/ 920782 h 1819275"/>
                <a:gd name="connsiteX3049" fmla="*/ 1999298 w 2305050"/>
                <a:gd name="connsiteY3049" fmla="*/ 921544 h 1819275"/>
                <a:gd name="connsiteX3050" fmla="*/ 1999583 w 2305050"/>
                <a:gd name="connsiteY3050" fmla="*/ 921925 h 1819275"/>
                <a:gd name="connsiteX3051" fmla="*/ 2000155 w 2305050"/>
                <a:gd name="connsiteY3051" fmla="*/ 922782 h 1819275"/>
                <a:gd name="connsiteX3052" fmla="*/ 2000917 w 2305050"/>
                <a:gd name="connsiteY3052" fmla="*/ 924497 h 1819275"/>
                <a:gd name="connsiteX3053" fmla="*/ 2001203 w 2305050"/>
                <a:gd name="connsiteY3053" fmla="*/ 924973 h 1819275"/>
                <a:gd name="connsiteX3054" fmla="*/ 2001679 w 2305050"/>
                <a:gd name="connsiteY3054" fmla="*/ 925354 h 1819275"/>
                <a:gd name="connsiteX3055" fmla="*/ 2002155 w 2305050"/>
                <a:gd name="connsiteY3055" fmla="*/ 925544 h 1819275"/>
                <a:gd name="connsiteX3056" fmla="*/ 2002726 w 2305050"/>
                <a:gd name="connsiteY3056" fmla="*/ 925544 h 1819275"/>
                <a:gd name="connsiteX3057" fmla="*/ 2003298 w 2305050"/>
                <a:gd name="connsiteY3057" fmla="*/ 925449 h 1819275"/>
                <a:gd name="connsiteX3058" fmla="*/ 2003870 w 2305050"/>
                <a:gd name="connsiteY3058" fmla="*/ 925259 h 1819275"/>
                <a:gd name="connsiteX3059" fmla="*/ 2004346 w 2305050"/>
                <a:gd name="connsiteY3059" fmla="*/ 924973 h 1819275"/>
                <a:gd name="connsiteX3060" fmla="*/ 2006441 w 2305050"/>
                <a:gd name="connsiteY3060" fmla="*/ 923163 h 1819275"/>
                <a:gd name="connsiteX3061" fmla="*/ 2012442 w 2305050"/>
                <a:gd name="connsiteY3061" fmla="*/ 915638 h 1819275"/>
                <a:gd name="connsiteX3062" fmla="*/ 2013109 w 2305050"/>
                <a:gd name="connsiteY3062" fmla="*/ 913733 h 1819275"/>
                <a:gd name="connsiteX3063" fmla="*/ 2013680 w 2305050"/>
                <a:gd name="connsiteY3063" fmla="*/ 911542 h 1819275"/>
                <a:gd name="connsiteX3064" fmla="*/ 2014252 w 2305050"/>
                <a:gd name="connsiteY3064" fmla="*/ 910590 h 1819275"/>
                <a:gd name="connsiteX3065" fmla="*/ 2014823 w 2305050"/>
                <a:gd name="connsiteY3065" fmla="*/ 910019 h 1819275"/>
                <a:gd name="connsiteX3066" fmla="*/ 2015490 w 2305050"/>
                <a:gd name="connsiteY3066" fmla="*/ 910114 h 1819275"/>
                <a:gd name="connsiteX3067" fmla="*/ 2016062 w 2305050"/>
                <a:gd name="connsiteY3067" fmla="*/ 910304 h 1819275"/>
                <a:gd name="connsiteX3068" fmla="*/ 2016633 w 2305050"/>
                <a:gd name="connsiteY3068" fmla="*/ 910590 h 1819275"/>
                <a:gd name="connsiteX3069" fmla="*/ 2017014 w 2305050"/>
                <a:gd name="connsiteY3069" fmla="*/ 910876 h 1819275"/>
                <a:gd name="connsiteX3070" fmla="*/ 2018538 w 2305050"/>
                <a:gd name="connsiteY3070" fmla="*/ 912590 h 1819275"/>
                <a:gd name="connsiteX3071" fmla="*/ 2019109 w 2305050"/>
                <a:gd name="connsiteY3071" fmla="*/ 913448 h 1819275"/>
                <a:gd name="connsiteX3072" fmla="*/ 2020253 w 2305050"/>
                <a:gd name="connsiteY3072" fmla="*/ 915448 h 1819275"/>
                <a:gd name="connsiteX3073" fmla="*/ 2020633 w 2305050"/>
                <a:gd name="connsiteY3073" fmla="*/ 916591 h 1819275"/>
                <a:gd name="connsiteX3074" fmla="*/ 2021776 w 2305050"/>
                <a:gd name="connsiteY3074" fmla="*/ 921353 h 1819275"/>
                <a:gd name="connsiteX3075" fmla="*/ 2022729 w 2305050"/>
                <a:gd name="connsiteY3075" fmla="*/ 924211 h 1819275"/>
                <a:gd name="connsiteX3076" fmla="*/ 2023015 w 2305050"/>
                <a:gd name="connsiteY3076" fmla="*/ 924687 h 1819275"/>
                <a:gd name="connsiteX3077" fmla="*/ 2023586 w 2305050"/>
                <a:gd name="connsiteY3077" fmla="*/ 925640 h 1819275"/>
                <a:gd name="connsiteX3078" fmla="*/ 2023967 w 2305050"/>
                <a:gd name="connsiteY3078" fmla="*/ 926116 h 1819275"/>
                <a:gd name="connsiteX3079" fmla="*/ 2028825 w 2305050"/>
                <a:gd name="connsiteY3079" fmla="*/ 929735 h 1819275"/>
                <a:gd name="connsiteX3080" fmla="*/ 2031873 w 2305050"/>
                <a:gd name="connsiteY3080" fmla="*/ 933164 h 1819275"/>
                <a:gd name="connsiteX3081" fmla="*/ 2034731 w 2305050"/>
                <a:gd name="connsiteY3081" fmla="*/ 935641 h 1819275"/>
                <a:gd name="connsiteX3082" fmla="*/ 2038064 w 2305050"/>
                <a:gd name="connsiteY3082" fmla="*/ 937260 h 1819275"/>
                <a:gd name="connsiteX3083" fmla="*/ 2038636 w 2305050"/>
                <a:gd name="connsiteY3083" fmla="*/ 937355 h 1819275"/>
                <a:gd name="connsiteX3084" fmla="*/ 2039112 w 2305050"/>
                <a:gd name="connsiteY3084" fmla="*/ 937165 h 1819275"/>
                <a:gd name="connsiteX3085" fmla="*/ 2039588 w 2305050"/>
                <a:gd name="connsiteY3085" fmla="*/ 936784 h 1819275"/>
                <a:gd name="connsiteX3086" fmla="*/ 2040350 w 2305050"/>
                <a:gd name="connsiteY3086" fmla="*/ 936022 h 1819275"/>
                <a:gd name="connsiteX3087" fmla="*/ 2043113 w 2305050"/>
                <a:gd name="connsiteY3087" fmla="*/ 932402 h 1819275"/>
                <a:gd name="connsiteX3088" fmla="*/ 2043970 w 2305050"/>
                <a:gd name="connsiteY3088" fmla="*/ 931069 h 1819275"/>
                <a:gd name="connsiteX3089" fmla="*/ 2044446 w 2305050"/>
                <a:gd name="connsiteY3089" fmla="*/ 930021 h 1819275"/>
                <a:gd name="connsiteX3090" fmla="*/ 2044732 w 2305050"/>
                <a:gd name="connsiteY3090" fmla="*/ 929259 h 1819275"/>
                <a:gd name="connsiteX3091" fmla="*/ 2044827 w 2305050"/>
                <a:gd name="connsiteY3091" fmla="*/ 928402 h 1819275"/>
                <a:gd name="connsiteX3092" fmla="*/ 2044732 w 2305050"/>
                <a:gd name="connsiteY3092" fmla="*/ 926973 h 1819275"/>
                <a:gd name="connsiteX3093" fmla="*/ 2044351 w 2305050"/>
                <a:gd name="connsiteY3093" fmla="*/ 922877 h 1819275"/>
                <a:gd name="connsiteX3094" fmla="*/ 2044256 w 2305050"/>
                <a:gd name="connsiteY3094" fmla="*/ 921830 h 1819275"/>
                <a:gd name="connsiteX3095" fmla="*/ 2044446 w 2305050"/>
                <a:gd name="connsiteY3095" fmla="*/ 920115 h 1819275"/>
                <a:gd name="connsiteX3096" fmla="*/ 2044637 w 2305050"/>
                <a:gd name="connsiteY3096" fmla="*/ 919163 h 1819275"/>
                <a:gd name="connsiteX3097" fmla="*/ 2044922 w 2305050"/>
                <a:gd name="connsiteY3097" fmla="*/ 918496 h 1819275"/>
                <a:gd name="connsiteX3098" fmla="*/ 2046065 w 2305050"/>
                <a:gd name="connsiteY3098" fmla="*/ 916877 h 1819275"/>
                <a:gd name="connsiteX3099" fmla="*/ 2046637 w 2305050"/>
                <a:gd name="connsiteY3099" fmla="*/ 915829 h 1819275"/>
                <a:gd name="connsiteX3100" fmla="*/ 2046827 w 2305050"/>
                <a:gd name="connsiteY3100" fmla="*/ 914972 h 1819275"/>
                <a:gd name="connsiteX3101" fmla="*/ 2046923 w 2305050"/>
                <a:gd name="connsiteY3101" fmla="*/ 914210 h 1819275"/>
                <a:gd name="connsiteX3102" fmla="*/ 2046351 w 2305050"/>
                <a:gd name="connsiteY3102" fmla="*/ 910304 h 1819275"/>
                <a:gd name="connsiteX3103" fmla="*/ 2046161 w 2305050"/>
                <a:gd name="connsiteY3103" fmla="*/ 907637 h 1819275"/>
                <a:gd name="connsiteX3104" fmla="*/ 2046827 w 2305050"/>
                <a:gd name="connsiteY3104" fmla="*/ 893921 h 1819275"/>
                <a:gd name="connsiteX3105" fmla="*/ 2047018 w 2305050"/>
                <a:gd name="connsiteY3105" fmla="*/ 893445 h 1819275"/>
                <a:gd name="connsiteX3106" fmla="*/ 2047494 w 2305050"/>
                <a:gd name="connsiteY3106" fmla="*/ 893159 h 1819275"/>
                <a:gd name="connsiteX3107" fmla="*/ 2047970 w 2305050"/>
                <a:gd name="connsiteY3107" fmla="*/ 893350 h 1819275"/>
                <a:gd name="connsiteX3108" fmla="*/ 2048637 w 2305050"/>
                <a:gd name="connsiteY3108" fmla="*/ 893445 h 1819275"/>
                <a:gd name="connsiteX3109" fmla="*/ 2068449 w 2305050"/>
                <a:gd name="connsiteY3109" fmla="*/ 891731 h 1819275"/>
                <a:gd name="connsiteX3110" fmla="*/ 2069116 w 2305050"/>
                <a:gd name="connsiteY3110" fmla="*/ 891540 h 1819275"/>
                <a:gd name="connsiteX3111" fmla="*/ 2069782 w 2305050"/>
                <a:gd name="connsiteY3111" fmla="*/ 891159 h 1819275"/>
                <a:gd name="connsiteX3112" fmla="*/ 2070545 w 2305050"/>
                <a:gd name="connsiteY3112" fmla="*/ 890397 h 1819275"/>
                <a:gd name="connsiteX3113" fmla="*/ 2070925 w 2305050"/>
                <a:gd name="connsiteY3113" fmla="*/ 889540 h 1819275"/>
                <a:gd name="connsiteX3114" fmla="*/ 2071211 w 2305050"/>
                <a:gd name="connsiteY3114" fmla="*/ 888492 h 1819275"/>
                <a:gd name="connsiteX3115" fmla="*/ 2071306 w 2305050"/>
                <a:gd name="connsiteY3115" fmla="*/ 887159 h 1819275"/>
                <a:gd name="connsiteX3116" fmla="*/ 2071688 w 2305050"/>
                <a:gd name="connsiteY3116" fmla="*/ 886397 h 1819275"/>
                <a:gd name="connsiteX3117" fmla="*/ 2073402 w 2305050"/>
                <a:gd name="connsiteY3117" fmla="*/ 883349 h 1819275"/>
                <a:gd name="connsiteX3118" fmla="*/ 2073878 w 2305050"/>
                <a:gd name="connsiteY3118" fmla="*/ 881825 h 1819275"/>
                <a:gd name="connsiteX3119" fmla="*/ 2074259 w 2305050"/>
                <a:gd name="connsiteY3119" fmla="*/ 880872 h 1819275"/>
                <a:gd name="connsiteX3120" fmla="*/ 2074736 w 2305050"/>
                <a:gd name="connsiteY3120" fmla="*/ 880205 h 1819275"/>
                <a:gd name="connsiteX3121" fmla="*/ 2075783 w 2305050"/>
                <a:gd name="connsiteY3121" fmla="*/ 878967 h 1819275"/>
                <a:gd name="connsiteX3122" fmla="*/ 2065591 w 2305050"/>
                <a:gd name="connsiteY3122" fmla="*/ 864299 h 1819275"/>
                <a:gd name="connsiteX3123" fmla="*/ 2062067 w 2305050"/>
                <a:gd name="connsiteY3123" fmla="*/ 857440 h 1819275"/>
                <a:gd name="connsiteX3124" fmla="*/ 2061686 w 2305050"/>
                <a:gd name="connsiteY3124" fmla="*/ 855440 h 1819275"/>
                <a:gd name="connsiteX3125" fmla="*/ 2061686 w 2305050"/>
                <a:gd name="connsiteY3125" fmla="*/ 854202 h 1819275"/>
                <a:gd name="connsiteX3126" fmla="*/ 2061781 w 2305050"/>
                <a:gd name="connsiteY3126" fmla="*/ 853345 h 1819275"/>
                <a:gd name="connsiteX3127" fmla="*/ 2063020 w 2305050"/>
                <a:gd name="connsiteY3127" fmla="*/ 849535 h 1819275"/>
                <a:gd name="connsiteX3128" fmla="*/ 2063496 w 2305050"/>
                <a:gd name="connsiteY3128" fmla="*/ 846582 h 1819275"/>
                <a:gd name="connsiteX3129" fmla="*/ 2063591 w 2305050"/>
                <a:gd name="connsiteY3129" fmla="*/ 844296 h 1819275"/>
                <a:gd name="connsiteX3130" fmla="*/ 2063210 w 2305050"/>
                <a:gd name="connsiteY3130" fmla="*/ 838772 h 1819275"/>
                <a:gd name="connsiteX3131" fmla="*/ 2063210 w 2305050"/>
                <a:gd name="connsiteY3131" fmla="*/ 837343 h 1819275"/>
                <a:gd name="connsiteX3132" fmla="*/ 2063210 w 2305050"/>
                <a:gd name="connsiteY3132" fmla="*/ 836676 h 1819275"/>
                <a:gd name="connsiteX3133" fmla="*/ 2063306 w 2305050"/>
                <a:gd name="connsiteY3133" fmla="*/ 836009 h 1819275"/>
                <a:gd name="connsiteX3134" fmla="*/ 2063496 w 2305050"/>
                <a:gd name="connsiteY3134" fmla="*/ 835438 h 1819275"/>
                <a:gd name="connsiteX3135" fmla="*/ 2063687 w 2305050"/>
                <a:gd name="connsiteY3135" fmla="*/ 834676 h 1819275"/>
                <a:gd name="connsiteX3136" fmla="*/ 2063972 w 2305050"/>
                <a:gd name="connsiteY3136" fmla="*/ 834200 h 1819275"/>
                <a:gd name="connsiteX3137" fmla="*/ 2064258 w 2305050"/>
                <a:gd name="connsiteY3137" fmla="*/ 833819 h 1819275"/>
                <a:gd name="connsiteX3138" fmla="*/ 2064448 w 2305050"/>
                <a:gd name="connsiteY3138" fmla="*/ 833628 h 1819275"/>
                <a:gd name="connsiteX3139" fmla="*/ 2065782 w 2305050"/>
                <a:gd name="connsiteY3139" fmla="*/ 832676 h 1819275"/>
                <a:gd name="connsiteX3140" fmla="*/ 2066925 w 2305050"/>
                <a:gd name="connsiteY3140" fmla="*/ 832295 h 1819275"/>
                <a:gd name="connsiteX3141" fmla="*/ 2067973 w 2305050"/>
                <a:gd name="connsiteY3141" fmla="*/ 832199 h 1819275"/>
                <a:gd name="connsiteX3142" fmla="*/ 2070449 w 2305050"/>
                <a:gd name="connsiteY3142" fmla="*/ 832485 h 1819275"/>
                <a:gd name="connsiteX3143" fmla="*/ 2080355 w 2305050"/>
                <a:gd name="connsiteY3143" fmla="*/ 835724 h 1819275"/>
                <a:gd name="connsiteX3144" fmla="*/ 2086165 w 2305050"/>
                <a:gd name="connsiteY3144" fmla="*/ 836581 h 1819275"/>
                <a:gd name="connsiteX3145" fmla="*/ 2092547 w 2305050"/>
                <a:gd name="connsiteY3145" fmla="*/ 836200 h 1819275"/>
                <a:gd name="connsiteX3146" fmla="*/ 2093119 w 2305050"/>
                <a:gd name="connsiteY3146" fmla="*/ 836105 h 1819275"/>
                <a:gd name="connsiteX3147" fmla="*/ 2094166 w 2305050"/>
                <a:gd name="connsiteY3147" fmla="*/ 835628 h 1819275"/>
                <a:gd name="connsiteX3148" fmla="*/ 2094643 w 2305050"/>
                <a:gd name="connsiteY3148" fmla="*/ 835247 h 1819275"/>
                <a:gd name="connsiteX3149" fmla="*/ 2105787 w 2305050"/>
                <a:gd name="connsiteY3149" fmla="*/ 824389 h 1819275"/>
                <a:gd name="connsiteX3150" fmla="*/ 2111597 w 2305050"/>
                <a:gd name="connsiteY3150" fmla="*/ 814769 h 1819275"/>
                <a:gd name="connsiteX3151" fmla="*/ 2112550 w 2305050"/>
                <a:gd name="connsiteY3151" fmla="*/ 812483 h 1819275"/>
                <a:gd name="connsiteX3152" fmla="*/ 2112931 w 2305050"/>
                <a:gd name="connsiteY3152" fmla="*/ 811435 h 1819275"/>
                <a:gd name="connsiteX3153" fmla="*/ 2112931 w 2305050"/>
                <a:gd name="connsiteY3153" fmla="*/ 811054 h 1819275"/>
                <a:gd name="connsiteX3154" fmla="*/ 2110740 w 2305050"/>
                <a:gd name="connsiteY3154" fmla="*/ 810959 h 1819275"/>
                <a:gd name="connsiteX3155" fmla="*/ 2110454 w 2305050"/>
                <a:gd name="connsiteY3155" fmla="*/ 810578 h 1819275"/>
                <a:gd name="connsiteX3156" fmla="*/ 2110549 w 2305050"/>
                <a:gd name="connsiteY3156" fmla="*/ 809720 h 1819275"/>
                <a:gd name="connsiteX3157" fmla="*/ 2110835 w 2305050"/>
                <a:gd name="connsiteY3157" fmla="*/ 808768 h 1819275"/>
                <a:gd name="connsiteX3158" fmla="*/ 2111312 w 2305050"/>
                <a:gd name="connsiteY3158" fmla="*/ 808006 h 1819275"/>
                <a:gd name="connsiteX3159" fmla="*/ 2111883 w 2305050"/>
                <a:gd name="connsiteY3159" fmla="*/ 807720 h 1819275"/>
                <a:gd name="connsiteX3160" fmla="*/ 2111883 w 2305050"/>
                <a:gd name="connsiteY3160" fmla="*/ 807053 h 1819275"/>
                <a:gd name="connsiteX3161" fmla="*/ 2110359 w 2305050"/>
                <a:gd name="connsiteY3161" fmla="*/ 803720 h 1819275"/>
                <a:gd name="connsiteX3162" fmla="*/ 2110168 w 2305050"/>
                <a:gd name="connsiteY3162" fmla="*/ 802958 h 1819275"/>
                <a:gd name="connsiteX3163" fmla="*/ 2109216 w 2305050"/>
                <a:gd name="connsiteY3163" fmla="*/ 802958 h 1819275"/>
                <a:gd name="connsiteX3164" fmla="*/ 2108549 w 2305050"/>
                <a:gd name="connsiteY3164" fmla="*/ 803243 h 1819275"/>
                <a:gd name="connsiteX3165" fmla="*/ 2107883 w 2305050"/>
                <a:gd name="connsiteY3165" fmla="*/ 804196 h 1819275"/>
                <a:gd name="connsiteX3166" fmla="*/ 2107216 w 2305050"/>
                <a:gd name="connsiteY3166" fmla="*/ 806196 h 1819275"/>
                <a:gd name="connsiteX3167" fmla="*/ 2106835 w 2305050"/>
                <a:gd name="connsiteY3167" fmla="*/ 807911 h 1819275"/>
                <a:gd name="connsiteX3168" fmla="*/ 2106740 w 2305050"/>
                <a:gd name="connsiteY3168" fmla="*/ 809149 h 1819275"/>
                <a:gd name="connsiteX3169" fmla="*/ 2106263 w 2305050"/>
                <a:gd name="connsiteY3169" fmla="*/ 809911 h 1819275"/>
                <a:gd name="connsiteX3170" fmla="*/ 2104739 w 2305050"/>
                <a:gd name="connsiteY3170" fmla="*/ 810197 h 1819275"/>
                <a:gd name="connsiteX3171" fmla="*/ 2103215 w 2305050"/>
                <a:gd name="connsiteY3171" fmla="*/ 810101 h 1819275"/>
                <a:gd name="connsiteX3172" fmla="*/ 2101977 w 2305050"/>
                <a:gd name="connsiteY3172" fmla="*/ 809815 h 1819275"/>
                <a:gd name="connsiteX3173" fmla="*/ 2101024 w 2305050"/>
                <a:gd name="connsiteY3173" fmla="*/ 809054 h 1819275"/>
                <a:gd name="connsiteX3174" fmla="*/ 2100453 w 2305050"/>
                <a:gd name="connsiteY3174" fmla="*/ 808196 h 1819275"/>
                <a:gd name="connsiteX3175" fmla="*/ 2099977 w 2305050"/>
                <a:gd name="connsiteY3175" fmla="*/ 807530 h 1819275"/>
                <a:gd name="connsiteX3176" fmla="*/ 2100358 w 2305050"/>
                <a:gd name="connsiteY3176" fmla="*/ 804958 h 1819275"/>
                <a:gd name="connsiteX3177" fmla="*/ 2100358 w 2305050"/>
                <a:gd name="connsiteY3177" fmla="*/ 803053 h 1819275"/>
                <a:gd name="connsiteX3178" fmla="*/ 2099691 w 2305050"/>
                <a:gd name="connsiteY3178" fmla="*/ 801910 h 1819275"/>
                <a:gd name="connsiteX3179" fmla="*/ 2098167 w 2305050"/>
                <a:gd name="connsiteY3179" fmla="*/ 801148 h 1819275"/>
                <a:gd name="connsiteX3180" fmla="*/ 2094166 w 2305050"/>
                <a:gd name="connsiteY3180" fmla="*/ 800195 h 1819275"/>
                <a:gd name="connsiteX3181" fmla="*/ 2093309 w 2305050"/>
                <a:gd name="connsiteY3181" fmla="*/ 800386 h 1819275"/>
                <a:gd name="connsiteX3182" fmla="*/ 2092357 w 2305050"/>
                <a:gd name="connsiteY3182" fmla="*/ 801243 h 1819275"/>
                <a:gd name="connsiteX3183" fmla="*/ 2091309 w 2305050"/>
                <a:gd name="connsiteY3183" fmla="*/ 803053 h 1819275"/>
                <a:gd name="connsiteX3184" fmla="*/ 2089309 w 2305050"/>
                <a:gd name="connsiteY3184" fmla="*/ 808006 h 1819275"/>
                <a:gd name="connsiteX3185" fmla="*/ 2088642 w 2305050"/>
                <a:gd name="connsiteY3185" fmla="*/ 808768 h 1819275"/>
                <a:gd name="connsiteX3186" fmla="*/ 2087880 w 2305050"/>
                <a:gd name="connsiteY3186" fmla="*/ 809149 h 1819275"/>
                <a:gd name="connsiteX3187" fmla="*/ 2084261 w 2305050"/>
                <a:gd name="connsiteY3187" fmla="*/ 809815 h 1819275"/>
                <a:gd name="connsiteX3188" fmla="*/ 2083213 w 2305050"/>
                <a:gd name="connsiteY3188" fmla="*/ 810292 h 1819275"/>
                <a:gd name="connsiteX3189" fmla="*/ 2082070 w 2305050"/>
                <a:gd name="connsiteY3189" fmla="*/ 811435 h 1819275"/>
                <a:gd name="connsiteX3190" fmla="*/ 2079212 w 2305050"/>
                <a:gd name="connsiteY3190" fmla="*/ 815245 h 1819275"/>
                <a:gd name="connsiteX3191" fmla="*/ 2078450 w 2305050"/>
                <a:gd name="connsiteY3191" fmla="*/ 816007 h 1819275"/>
                <a:gd name="connsiteX3192" fmla="*/ 2077879 w 2305050"/>
                <a:gd name="connsiteY3192" fmla="*/ 816292 h 1819275"/>
                <a:gd name="connsiteX3193" fmla="*/ 2075212 w 2305050"/>
                <a:gd name="connsiteY3193" fmla="*/ 815626 h 1819275"/>
                <a:gd name="connsiteX3194" fmla="*/ 2072831 w 2305050"/>
                <a:gd name="connsiteY3194" fmla="*/ 814673 h 1819275"/>
                <a:gd name="connsiteX3195" fmla="*/ 2068735 w 2305050"/>
                <a:gd name="connsiteY3195" fmla="*/ 812292 h 1819275"/>
                <a:gd name="connsiteX3196" fmla="*/ 2065306 w 2305050"/>
                <a:gd name="connsiteY3196" fmla="*/ 809720 h 1819275"/>
                <a:gd name="connsiteX3197" fmla="*/ 2062639 w 2305050"/>
                <a:gd name="connsiteY3197" fmla="*/ 807149 h 1819275"/>
                <a:gd name="connsiteX3198" fmla="*/ 2046732 w 2305050"/>
                <a:gd name="connsiteY3198" fmla="*/ 784574 h 1819275"/>
                <a:gd name="connsiteX3199" fmla="*/ 2045970 w 2305050"/>
                <a:gd name="connsiteY3199" fmla="*/ 783717 h 1819275"/>
                <a:gd name="connsiteX3200" fmla="*/ 2045017 w 2305050"/>
                <a:gd name="connsiteY3200" fmla="*/ 782955 h 1819275"/>
                <a:gd name="connsiteX3201" fmla="*/ 2044065 w 2305050"/>
                <a:gd name="connsiteY3201" fmla="*/ 782384 h 1819275"/>
                <a:gd name="connsiteX3202" fmla="*/ 2034921 w 2305050"/>
                <a:gd name="connsiteY3202" fmla="*/ 778383 h 1819275"/>
                <a:gd name="connsiteX3203" fmla="*/ 2033016 w 2305050"/>
                <a:gd name="connsiteY3203" fmla="*/ 777050 h 1819275"/>
                <a:gd name="connsiteX3204" fmla="*/ 2028825 w 2305050"/>
                <a:gd name="connsiteY3204" fmla="*/ 773144 h 1819275"/>
                <a:gd name="connsiteX3205" fmla="*/ 2026253 w 2305050"/>
                <a:gd name="connsiteY3205" fmla="*/ 769430 h 1819275"/>
                <a:gd name="connsiteX3206" fmla="*/ 2025777 w 2305050"/>
                <a:gd name="connsiteY3206" fmla="*/ 768572 h 1819275"/>
                <a:gd name="connsiteX3207" fmla="*/ 2023015 w 2305050"/>
                <a:gd name="connsiteY3207" fmla="*/ 760667 h 1819275"/>
                <a:gd name="connsiteX3208" fmla="*/ 2021967 w 2305050"/>
                <a:gd name="connsiteY3208" fmla="*/ 759047 h 1819275"/>
                <a:gd name="connsiteX3209" fmla="*/ 2018824 w 2305050"/>
                <a:gd name="connsiteY3209" fmla="*/ 755047 h 1819275"/>
                <a:gd name="connsiteX3210" fmla="*/ 2015395 w 2305050"/>
                <a:gd name="connsiteY3210" fmla="*/ 749617 h 1819275"/>
                <a:gd name="connsiteX3211" fmla="*/ 2016157 w 2305050"/>
                <a:gd name="connsiteY3211" fmla="*/ 747808 h 1819275"/>
                <a:gd name="connsiteX3212" fmla="*/ 2021872 w 2305050"/>
                <a:gd name="connsiteY3212" fmla="*/ 741331 h 1819275"/>
                <a:gd name="connsiteX3213" fmla="*/ 2022539 w 2305050"/>
                <a:gd name="connsiteY3213" fmla="*/ 740378 h 1819275"/>
                <a:gd name="connsiteX3214" fmla="*/ 2023967 w 2305050"/>
                <a:gd name="connsiteY3214" fmla="*/ 735044 h 1819275"/>
                <a:gd name="connsiteX3215" fmla="*/ 2026634 w 2305050"/>
                <a:gd name="connsiteY3215" fmla="*/ 728567 h 1819275"/>
                <a:gd name="connsiteX3216" fmla="*/ 2027491 w 2305050"/>
                <a:gd name="connsiteY3216" fmla="*/ 727139 h 1819275"/>
                <a:gd name="connsiteX3217" fmla="*/ 2028158 w 2305050"/>
                <a:gd name="connsiteY3217" fmla="*/ 726091 h 1819275"/>
                <a:gd name="connsiteX3218" fmla="*/ 2040731 w 2305050"/>
                <a:gd name="connsiteY3218" fmla="*/ 718185 h 1819275"/>
                <a:gd name="connsiteX3219" fmla="*/ 2046732 w 2305050"/>
                <a:gd name="connsiteY3219" fmla="*/ 712851 h 1819275"/>
                <a:gd name="connsiteX3220" fmla="*/ 2070545 w 2305050"/>
                <a:gd name="connsiteY3220" fmla="*/ 699611 h 1819275"/>
                <a:gd name="connsiteX3221" fmla="*/ 2079403 w 2305050"/>
                <a:gd name="connsiteY3221" fmla="*/ 692658 h 1819275"/>
                <a:gd name="connsiteX3222" fmla="*/ 2080450 w 2305050"/>
                <a:gd name="connsiteY3222" fmla="*/ 691039 h 1819275"/>
                <a:gd name="connsiteX3223" fmla="*/ 2082356 w 2305050"/>
                <a:gd name="connsiteY3223" fmla="*/ 686276 h 1819275"/>
                <a:gd name="connsiteX3224" fmla="*/ 2084165 w 2305050"/>
                <a:gd name="connsiteY3224" fmla="*/ 680276 h 1819275"/>
                <a:gd name="connsiteX3225" fmla="*/ 2084546 w 2305050"/>
                <a:gd name="connsiteY3225" fmla="*/ 679418 h 1819275"/>
                <a:gd name="connsiteX3226" fmla="*/ 2085213 w 2305050"/>
                <a:gd name="connsiteY3226" fmla="*/ 678180 h 1819275"/>
                <a:gd name="connsiteX3227" fmla="*/ 2085784 w 2305050"/>
                <a:gd name="connsiteY3227" fmla="*/ 677513 h 1819275"/>
                <a:gd name="connsiteX3228" fmla="*/ 2086356 w 2305050"/>
                <a:gd name="connsiteY3228" fmla="*/ 676942 h 1819275"/>
                <a:gd name="connsiteX3229" fmla="*/ 2090452 w 2305050"/>
                <a:gd name="connsiteY3229" fmla="*/ 674561 h 1819275"/>
                <a:gd name="connsiteX3230" fmla="*/ 2101882 w 2305050"/>
                <a:gd name="connsiteY3230" fmla="*/ 669608 h 1819275"/>
                <a:gd name="connsiteX3231" fmla="*/ 2106835 w 2305050"/>
                <a:gd name="connsiteY3231" fmla="*/ 665988 h 1819275"/>
                <a:gd name="connsiteX3232" fmla="*/ 2109025 w 2305050"/>
                <a:gd name="connsiteY3232" fmla="*/ 664083 h 1819275"/>
                <a:gd name="connsiteX3233" fmla="*/ 2121027 w 2305050"/>
                <a:gd name="connsiteY3233" fmla="*/ 647700 h 1819275"/>
                <a:gd name="connsiteX3234" fmla="*/ 2149031 w 2305050"/>
                <a:gd name="connsiteY3234" fmla="*/ 616934 h 1819275"/>
                <a:gd name="connsiteX3235" fmla="*/ 2161508 w 2305050"/>
                <a:gd name="connsiteY3235" fmla="*/ 606933 h 1819275"/>
                <a:gd name="connsiteX3236" fmla="*/ 2162366 w 2305050"/>
                <a:gd name="connsiteY3236" fmla="*/ 606552 h 1819275"/>
                <a:gd name="connsiteX3237" fmla="*/ 2163032 w 2305050"/>
                <a:gd name="connsiteY3237" fmla="*/ 606647 h 1819275"/>
                <a:gd name="connsiteX3238" fmla="*/ 2165033 w 2305050"/>
                <a:gd name="connsiteY3238" fmla="*/ 608743 h 1819275"/>
                <a:gd name="connsiteX3239" fmla="*/ 2166842 w 2305050"/>
                <a:gd name="connsiteY3239" fmla="*/ 611696 h 1819275"/>
                <a:gd name="connsiteX3240" fmla="*/ 2167128 w 2305050"/>
                <a:gd name="connsiteY3240" fmla="*/ 612172 h 1819275"/>
                <a:gd name="connsiteX3241" fmla="*/ 2167318 w 2305050"/>
                <a:gd name="connsiteY3241" fmla="*/ 612743 h 1819275"/>
                <a:gd name="connsiteX3242" fmla="*/ 2167414 w 2305050"/>
                <a:gd name="connsiteY3242" fmla="*/ 613410 h 1819275"/>
                <a:gd name="connsiteX3243" fmla="*/ 2167414 w 2305050"/>
                <a:gd name="connsiteY3243" fmla="*/ 614077 h 1819275"/>
                <a:gd name="connsiteX3244" fmla="*/ 2167223 w 2305050"/>
                <a:gd name="connsiteY3244" fmla="*/ 615506 h 1819275"/>
                <a:gd name="connsiteX3245" fmla="*/ 2167128 w 2305050"/>
                <a:gd name="connsiteY3245" fmla="*/ 616172 h 1819275"/>
                <a:gd name="connsiteX3246" fmla="*/ 2167223 w 2305050"/>
                <a:gd name="connsiteY3246" fmla="*/ 616839 h 1819275"/>
                <a:gd name="connsiteX3247" fmla="*/ 2167414 w 2305050"/>
                <a:gd name="connsiteY3247" fmla="*/ 617411 h 1819275"/>
                <a:gd name="connsiteX3248" fmla="*/ 2168081 w 2305050"/>
                <a:gd name="connsiteY3248" fmla="*/ 618935 h 1819275"/>
                <a:gd name="connsiteX3249" fmla="*/ 2168271 w 2305050"/>
                <a:gd name="connsiteY3249" fmla="*/ 619601 h 1819275"/>
                <a:gd name="connsiteX3250" fmla="*/ 2168081 w 2305050"/>
                <a:gd name="connsiteY3250" fmla="*/ 623792 h 1819275"/>
                <a:gd name="connsiteX3251" fmla="*/ 2167890 w 2305050"/>
                <a:gd name="connsiteY3251" fmla="*/ 625316 h 1819275"/>
                <a:gd name="connsiteX3252" fmla="*/ 2167795 w 2305050"/>
                <a:gd name="connsiteY3252" fmla="*/ 626078 h 1819275"/>
                <a:gd name="connsiteX3253" fmla="*/ 2167890 w 2305050"/>
                <a:gd name="connsiteY3253" fmla="*/ 627412 h 1819275"/>
                <a:gd name="connsiteX3254" fmla="*/ 2168176 w 2305050"/>
                <a:gd name="connsiteY3254" fmla="*/ 628555 h 1819275"/>
                <a:gd name="connsiteX3255" fmla="*/ 2169033 w 2305050"/>
                <a:gd name="connsiteY3255" fmla="*/ 630841 h 1819275"/>
                <a:gd name="connsiteX3256" fmla="*/ 2170176 w 2305050"/>
                <a:gd name="connsiteY3256" fmla="*/ 632841 h 1819275"/>
                <a:gd name="connsiteX3257" fmla="*/ 2170462 w 2305050"/>
                <a:gd name="connsiteY3257" fmla="*/ 633317 h 1819275"/>
                <a:gd name="connsiteX3258" fmla="*/ 2171033 w 2305050"/>
                <a:gd name="connsiteY3258" fmla="*/ 634270 h 1819275"/>
                <a:gd name="connsiteX3259" fmla="*/ 2171891 w 2305050"/>
                <a:gd name="connsiteY3259" fmla="*/ 635032 h 1819275"/>
                <a:gd name="connsiteX3260" fmla="*/ 2172272 w 2305050"/>
                <a:gd name="connsiteY3260" fmla="*/ 635508 h 1819275"/>
                <a:gd name="connsiteX3261" fmla="*/ 2172653 w 2305050"/>
                <a:gd name="connsiteY3261" fmla="*/ 635984 h 1819275"/>
                <a:gd name="connsiteX3262" fmla="*/ 2173033 w 2305050"/>
                <a:gd name="connsiteY3262" fmla="*/ 637032 h 1819275"/>
                <a:gd name="connsiteX3263" fmla="*/ 2173319 w 2305050"/>
                <a:gd name="connsiteY3263" fmla="*/ 637604 h 1819275"/>
                <a:gd name="connsiteX3264" fmla="*/ 2173986 w 2305050"/>
                <a:gd name="connsiteY3264" fmla="*/ 638556 h 1819275"/>
                <a:gd name="connsiteX3265" fmla="*/ 2174176 w 2305050"/>
                <a:gd name="connsiteY3265" fmla="*/ 639032 h 1819275"/>
                <a:gd name="connsiteX3266" fmla="*/ 2174367 w 2305050"/>
                <a:gd name="connsiteY3266" fmla="*/ 639604 h 1819275"/>
                <a:gd name="connsiteX3267" fmla="*/ 2174462 w 2305050"/>
                <a:gd name="connsiteY3267" fmla="*/ 640271 h 1819275"/>
                <a:gd name="connsiteX3268" fmla="*/ 2174367 w 2305050"/>
                <a:gd name="connsiteY3268" fmla="*/ 640842 h 1819275"/>
                <a:gd name="connsiteX3269" fmla="*/ 2174367 w 2305050"/>
                <a:gd name="connsiteY3269" fmla="*/ 641318 h 1819275"/>
                <a:gd name="connsiteX3270" fmla="*/ 2174462 w 2305050"/>
                <a:gd name="connsiteY3270" fmla="*/ 641699 h 1819275"/>
                <a:gd name="connsiteX3271" fmla="*/ 2175224 w 2305050"/>
                <a:gd name="connsiteY3271" fmla="*/ 642557 h 1819275"/>
                <a:gd name="connsiteX3272" fmla="*/ 2175605 w 2305050"/>
                <a:gd name="connsiteY3272" fmla="*/ 642938 h 1819275"/>
                <a:gd name="connsiteX3273" fmla="*/ 2175891 w 2305050"/>
                <a:gd name="connsiteY3273" fmla="*/ 643414 h 1819275"/>
                <a:gd name="connsiteX3274" fmla="*/ 2176082 w 2305050"/>
                <a:gd name="connsiteY3274" fmla="*/ 643985 h 1819275"/>
                <a:gd name="connsiteX3275" fmla="*/ 2176177 w 2305050"/>
                <a:gd name="connsiteY3275" fmla="*/ 644652 h 1819275"/>
                <a:gd name="connsiteX3276" fmla="*/ 2176082 w 2305050"/>
                <a:gd name="connsiteY3276" fmla="*/ 646843 h 1819275"/>
                <a:gd name="connsiteX3277" fmla="*/ 2176082 w 2305050"/>
                <a:gd name="connsiteY3277" fmla="*/ 647510 h 1819275"/>
                <a:gd name="connsiteX3278" fmla="*/ 2176177 w 2305050"/>
                <a:gd name="connsiteY3278" fmla="*/ 648081 h 1819275"/>
                <a:gd name="connsiteX3279" fmla="*/ 2176272 w 2305050"/>
                <a:gd name="connsiteY3279" fmla="*/ 648653 h 1819275"/>
                <a:gd name="connsiteX3280" fmla="*/ 2176463 w 2305050"/>
                <a:gd name="connsiteY3280" fmla="*/ 649224 h 1819275"/>
                <a:gd name="connsiteX3281" fmla="*/ 2176843 w 2305050"/>
                <a:gd name="connsiteY3281" fmla="*/ 649700 h 1819275"/>
                <a:gd name="connsiteX3282" fmla="*/ 2179511 w 2305050"/>
                <a:gd name="connsiteY3282" fmla="*/ 651510 h 1819275"/>
                <a:gd name="connsiteX3283" fmla="*/ 2179987 w 2305050"/>
                <a:gd name="connsiteY3283" fmla="*/ 651986 h 1819275"/>
                <a:gd name="connsiteX3284" fmla="*/ 2180368 w 2305050"/>
                <a:gd name="connsiteY3284" fmla="*/ 652653 h 1819275"/>
                <a:gd name="connsiteX3285" fmla="*/ 2180654 w 2305050"/>
                <a:gd name="connsiteY3285" fmla="*/ 653510 h 1819275"/>
                <a:gd name="connsiteX3286" fmla="*/ 2180844 w 2305050"/>
                <a:gd name="connsiteY3286" fmla="*/ 654272 h 1819275"/>
                <a:gd name="connsiteX3287" fmla="*/ 2180939 w 2305050"/>
                <a:gd name="connsiteY3287" fmla="*/ 655415 h 1819275"/>
                <a:gd name="connsiteX3288" fmla="*/ 2181416 w 2305050"/>
                <a:gd name="connsiteY3288" fmla="*/ 657225 h 1819275"/>
                <a:gd name="connsiteX3289" fmla="*/ 2182368 w 2305050"/>
                <a:gd name="connsiteY3289" fmla="*/ 656273 h 1819275"/>
                <a:gd name="connsiteX3290" fmla="*/ 2183701 w 2305050"/>
                <a:gd name="connsiteY3290" fmla="*/ 655892 h 1819275"/>
                <a:gd name="connsiteX3291" fmla="*/ 2184464 w 2305050"/>
                <a:gd name="connsiteY3291" fmla="*/ 655130 h 1819275"/>
                <a:gd name="connsiteX3292" fmla="*/ 2184749 w 2305050"/>
                <a:gd name="connsiteY3292" fmla="*/ 653510 h 1819275"/>
                <a:gd name="connsiteX3293" fmla="*/ 2185035 w 2305050"/>
                <a:gd name="connsiteY3293" fmla="*/ 650081 h 1819275"/>
                <a:gd name="connsiteX3294" fmla="*/ 2185035 w 2305050"/>
                <a:gd name="connsiteY3294" fmla="*/ 649700 h 1819275"/>
                <a:gd name="connsiteX3295" fmla="*/ 2184940 w 2305050"/>
                <a:gd name="connsiteY3295" fmla="*/ 649224 h 1819275"/>
                <a:gd name="connsiteX3296" fmla="*/ 2184940 w 2305050"/>
                <a:gd name="connsiteY3296" fmla="*/ 648557 h 1819275"/>
                <a:gd name="connsiteX3297" fmla="*/ 2185035 w 2305050"/>
                <a:gd name="connsiteY3297" fmla="*/ 647700 h 1819275"/>
                <a:gd name="connsiteX3298" fmla="*/ 2186368 w 2305050"/>
                <a:gd name="connsiteY3298" fmla="*/ 646462 h 1819275"/>
                <a:gd name="connsiteX3299" fmla="*/ 2186654 w 2305050"/>
                <a:gd name="connsiteY3299" fmla="*/ 645986 h 1819275"/>
                <a:gd name="connsiteX3300" fmla="*/ 2187797 w 2305050"/>
                <a:gd name="connsiteY3300" fmla="*/ 642366 h 1819275"/>
                <a:gd name="connsiteX3301" fmla="*/ 2187512 w 2305050"/>
                <a:gd name="connsiteY3301" fmla="*/ 632936 h 1819275"/>
                <a:gd name="connsiteX3302" fmla="*/ 2186559 w 2305050"/>
                <a:gd name="connsiteY3302" fmla="*/ 628460 h 1819275"/>
                <a:gd name="connsiteX3303" fmla="*/ 2184464 w 2305050"/>
                <a:gd name="connsiteY3303" fmla="*/ 626364 h 1819275"/>
                <a:gd name="connsiteX3304" fmla="*/ 2184940 w 2305050"/>
                <a:gd name="connsiteY3304" fmla="*/ 624078 h 1819275"/>
                <a:gd name="connsiteX3305" fmla="*/ 2185225 w 2305050"/>
                <a:gd name="connsiteY3305" fmla="*/ 618935 h 1819275"/>
                <a:gd name="connsiteX3306" fmla="*/ 2185797 w 2305050"/>
                <a:gd name="connsiteY3306" fmla="*/ 616934 h 1819275"/>
                <a:gd name="connsiteX3307" fmla="*/ 2186368 w 2305050"/>
                <a:gd name="connsiteY3307" fmla="*/ 614648 h 1819275"/>
                <a:gd name="connsiteX3308" fmla="*/ 2185797 w 2305050"/>
                <a:gd name="connsiteY3308" fmla="*/ 612553 h 1819275"/>
                <a:gd name="connsiteX3309" fmla="*/ 2185511 w 2305050"/>
                <a:gd name="connsiteY3309" fmla="*/ 610457 h 1819275"/>
                <a:gd name="connsiteX3310" fmla="*/ 2186654 w 2305050"/>
                <a:gd name="connsiteY3310" fmla="*/ 608267 h 1819275"/>
                <a:gd name="connsiteX3311" fmla="*/ 2185511 w 2305050"/>
                <a:gd name="connsiteY3311" fmla="*/ 604933 h 1819275"/>
                <a:gd name="connsiteX3312" fmla="*/ 2185321 w 2305050"/>
                <a:gd name="connsiteY3312" fmla="*/ 603504 h 1819275"/>
                <a:gd name="connsiteX3313" fmla="*/ 2185797 w 2305050"/>
                <a:gd name="connsiteY3313" fmla="*/ 602075 h 1819275"/>
                <a:gd name="connsiteX3314" fmla="*/ 2189988 w 2305050"/>
                <a:gd name="connsiteY3314" fmla="*/ 596741 h 1819275"/>
                <a:gd name="connsiteX3315" fmla="*/ 2191322 w 2305050"/>
                <a:gd name="connsiteY3315" fmla="*/ 593979 h 1819275"/>
                <a:gd name="connsiteX3316" fmla="*/ 2191893 w 2305050"/>
                <a:gd name="connsiteY3316" fmla="*/ 592360 h 1819275"/>
                <a:gd name="connsiteX3317" fmla="*/ 2192083 w 2305050"/>
                <a:gd name="connsiteY3317" fmla="*/ 590455 h 1819275"/>
                <a:gd name="connsiteX3318" fmla="*/ 2192083 w 2305050"/>
                <a:gd name="connsiteY3318" fmla="*/ 586645 h 1819275"/>
                <a:gd name="connsiteX3319" fmla="*/ 2192274 w 2305050"/>
                <a:gd name="connsiteY3319" fmla="*/ 584740 h 1819275"/>
                <a:gd name="connsiteX3320" fmla="*/ 2192750 w 2305050"/>
                <a:gd name="connsiteY3320" fmla="*/ 583406 h 1819275"/>
                <a:gd name="connsiteX3321" fmla="*/ 2192560 w 2305050"/>
                <a:gd name="connsiteY3321" fmla="*/ 581501 h 1819275"/>
                <a:gd name="connsiteX3322" fmla="*/ 2193417 w 2305050"/>
                <a:gd name="connsiteY3322" fmla="*/ 579120 h 1819275"/>
                <a:gd name="connsiteX3323" fmla="*/ 2195417 w 2305050"/>
                <a:gd name="connsiteY3323" fmla="*/ 575215 h 1819275"/>
                <a:gd name="connsiteX3324" fmla="*/ 2196370 w 2305050"/>
                <a:gd name="connsiteY3324" fmla="*/ 571881 h 1819275"/>
                <a:gd name="connsiteX3325" fmla="*/ 2196846 w 2305050"/>
                <a:gd name="connsiteY3325" fmla="*/ 570643 h 1819275"/>
                <a:gd name="connsiteX3326" fmla="*/ 2198656 w 2305050"/>
                <a:gd name="connsiteY3326" fmla="*/ 568547 h 1819275"/>
                <a:gd name="connsiteX3327" fmla="*/ 2205704 w 2305050"/>
                <a:gd name="connsiteY3327" fmla="*/ 548450 h 1819275"/>
                <a:gd name="connsiteX3328" fmla="*/ 2206657 w 2305050"/>
                <a:gd name="connsiteY3328" fmla="*/ 546545 h 1819275"/>
                <a:gd name="connsiteX3329" fmla="*/ 2207705 w 2305050"/>
                <a:gd name="connsiteY3329" fmla="*/ 544830 h 1819275"/>
                <a:gd name="connsiteX3330" fmla="*/ 2208466 w 2305050"/>
                <a:gd name="connsiteY3330" fmla="*/ 542830 h 1819275"/>
                <a:gd name="connsiteX3331" fmla="*/ 2208657 w 2305050"/>
                <a:gd name="connsiteY3331" fmla="*/ 540353 h 1819275"/>
                <a:gd name="connsiteX3332" fmla="*/ 2208562 w 2305050"/>
                <a:gd name="connsiteY3332" fmla="*/ 536162 h 1819275"/>
                <a:gd name="connsiteX3333" fmla="*/ 2209038 w 2305050"/>
                <a:gd name="connsiteY3333" fmla="*/ 535210 h 1819275"/>
                <a:gd name="connsiteX3334" fmla="*/ 2209800 w 2305050"/>
                <a:gd name="connsiteY3334" fmla="*/ 534448 h 1819275"/>
                <a:gd name="connsiteX3335" fmla="*/ 2210467 w 2305050"/>
                <a:gd name="connsiteY3335" fmla="*/ 533591 h 1819275"/>
                <a:gd name="connsiteX3336" fmla="*/ 2210753 w 2305050"/>
                <a:gd name="connsiteY3336" fmla="*/ 532352 h 1819275"/>
                <a:gd name="connsiteX3337" fmla="*/ 2210848 w 2305050"/>
                <a:gd name="connsiteY3337" fmla="*/ 531019 h 1819275"/>
                <a:gd name="connsiteX3338" fmla="*/ 2211324 w 2305050"/>
                <a:gd name="connsiteY3338" fmla="*/ 529781 h 1819275"/>
                <a:gd name="connsiteX3339" fmla="*/ 2211896 w 2305050"/>
                <a:gd name="connsiteY3339" fmla="*/ 528923 h 1819275"/>
                <a:gd name="connsiteX3340" fmla="*/ 2212658 w 2305050"/>
                <a:gd name="connsiteY3340" fmla="*/ 528542 h 1819275"/>
                <a:gd name="connsiteX3341" fmla="*/ 2214943 w 2305050"/>
                <a:gd name="connsiteY3341" fmla="*/ 528638 h 1819275"/>
                <a:gd name="connsiteX3342" fmla="*/ 2219134 w 2305050"/>
                <a:gd name="connsiteY3342" fmla="*/ 530066 h 1819275"/>
                <a:gd name="connsiteX3343" fmla="*/ 2225231 w 2305050"/>
                <a:gd name="connsiteY3343" fmla="*/ 530257 h 1819275"/>
                <a:gd name="connsiteX3344" fmla="*/ 2226088 w 2305050"/>
                <a:gd name="connsiteY3344" fmla="*/ 531971 h 1819275"/>
                <a:gd name="connsiteX3345" fmla="*/ 2226850 w 2305050"/>
                <a:gd name="connsiteY3345" fmla="*/ 533114 h 1819275"/>
                <a:gd name="connsiteX3346" fmla="*/ 2227802 w 2305050"/>
                <a:gd name="connsiteY3346" fmla="*/ 533591 h 1819275"/>
                <a:gd name="connsiteX3347" fmla="*/ 2231803 w 2305050"/>
                <a:gd name="connsiteY3347" fmla="*/ 533781 h 1819275"/>
                <a:gd name="connsiteX3348" fmla="*/ 2233613 w 2305050"/>
                <a:gd name="connsiteY3348" fmla="*/ 533305 h 1819275"/>
                <a:gd name="connsiteX3349" fmla="*/ 2235422 w 2305050"/>
                <a:gd name="connsiteY3349" fmla="*/ 531876 h 1819275"/>
                <a:gd name="connsiteX3350" fmla="*/ 2235899 w 2305050"/>
                <a:gd name="connsiteY3350" fmla="*/ 530828 h 1819275"/>
                <a:gd name="connsiteX3351" fmla="*/ 2236661 w 2305050"/>
                <a:gd name="connsiteY3351" fmla="*/ 528257 h 1819275"/>
                <a:gd name="connsiteX3352" fmla="*/ 2237327 w 2305050"/>
                <a:gd name="connsiteY3352" fmla="*/ 527780 h 1819275"/>
                <a:gd name="connsiteX3353" fmla="*/ 2237994 w 2305050"/>
                <a:gd name="connsiteY3353" fmla="*/ 527399 h 1819275"/>
                <a:gd name="connsiteX3354" fmla="*/ 2238851 w 2305050"/>
                <a:gd name="connsiteY3354" fmla="*/ 526447 h 1819275"/>
                <a:gd name="connsiteX3355" fmla="*/ 2239518 w 2305050"/>
                <a:gd name="connsiteY3355" fmla="*/ 525494 h 1819275"/>
                <a:gd name="connsiteX3356" fmla="*/ 2239899 w 2305050"/>
                <a:gd name="connsiteY3356" fmla="*/ 524447 h 1819275"/>
                <a:gd name="connsiteX3357" fmla="*/ 2240566 w 2305050"/>
                <a:gd name="connsiteY3357" fmla="*/ 523494 h 1819275"/>
                <a:gd name="connsiteX3358" fmla="*/ 2240851 w 2305050"/>
                <a:gd name="connsiteY3358" fmla="*/ 522732 h 1819275"/>
                <a:gd name="connsiteX3359" fmla="*/ 2240756 w 2305050"/>
                <a:gd name="connsiteY3359" fmla="*/ 522065 h 1819275"/>
                <a:gd name="connsiteX3360" fmla="*/ 2240375 w 2305050"/>
                <a:gd name="connsiteY3360" fmla="*/ 521684 h 1819275"/>
                <a:gd name="connsiteX3361" fmla="*/ 2240280 w 2305050"/>
                <a:gd name="connsiteY3361" fmla="*/ 521113 h 1819275"/>
                <a:gd name="connsiteX3362" fmla="*/ 2240185 w 2305050"/>
                <a:gd name="connsiteY3362" fmla="*/ 521018 h 1819275"/>
                <a:gd name="connsiteX3363" fmla="*/ 2240280 w 2305050"/>
                <a:gd name="connsiteY3363" fmla="*/ 518732 h 1819275"/>
                <a:gd name="connsiteX3364" fmla="*/ 2240280 w 2305050"/>
                <a:gd name="connsiteY3364" fmla="*/ 518541 h 1819275"/>
                <a:gd name="connsiteX3365" fmla="*/ 2240566 w 2305050"/>
                <a:gd name="connsiteY3365" fmla="*/ 518732 h 1819275"/>
                <a:gd name="connsiteX3366" fmla="*/ 2240947 w 2305050"/>
                <a:gd name="connsiteY3366" fmla="*/ 518065 h 1819275"/>
                <a:gd name="connsiteX3367" fmla="*/ 2241423 w 2305050"/>
                <a:gd name="connsiteY3367" fmla="*/ 516827 h 1819275"/>
                <a:gd name="connsiteX3368" fmla="*/ 2240566 w 2305050"/>
                <a:gd name="connsiteY3368" fmla="*/ 515493 h 1819275"/>
                <a:gd name="connsiteX3369" fmla="*/ 2241233 w 2305050"/>
                <a:gd name="connsiteY3369" fmla="*/ 513493 h 1819275"/>
                <a:gd name="connsiteX3370" fmla="*/ 2242375 w 2305050"/>
                <a:gd name="connsiteY3370" fmla="*/ 511112 h 1819275"/>
                <a:gd name="connsiteX3371" fmla="*/ 2243042 w 2305050"/>
                <a:gd name="connsiteY3371" fmla="*/ 508445 h 1819275"/>
                <a:gd name="connsiteX3372" fmla="*/ 2242852 w 2305050"/>
                <a:gd name="connsiteY3372" fmla="*/ 507016 h 1819275"/>
                <a:gd name="connsiteX3373" fmla="*/ 2241995 w 2305050"/>
                <a:gd name="connsiteY3373" fmla="*/ 504063 h 1819275"/>
                <a:gd name="connsiteX3374" fmla="*/ 2241995 w 2305050"/>
                <a:gd name="connsiteY3374" fmla="*/ 502634 h 1819275"/>
                <a:gd name="connsiteX3375" fmla="*/ 2242375 w 2305050"/>
                <a:gd name="connsiteY3375" fmla="*/ 501301 h 1819275"/>
                <a:gd name="connsiteX3376" fmla="*/ 2243899 w 2305050"/>
                <a:gd name="connsiteY3376" fmla="*/ 498158 h 1819275"/>
                <a:gd name="connsiteX3377" fmla="*/ 2244090 w 2305050"/>
                <a:gd name="connsiteY3377" fmla="*/ 496729 h 1819275"/>
                <a:gd name="connsiteX3378" fmla="*/ 2241137 w 2305050"/>
                <a:gd name="connsiteY3378" fmla="*/ 488918 h 1819275"/>
                <a:gd name="connsiteX3379" fmla="*/ 2241137 w 2305050"/>
                <a:gd name="connsiteY3379" fmla="*/ 487490 h 1819275"/>
                <a:gd name="connsiteX3380" fmla="*/ 2240280 w 2305050"/>
                <a:gd name="connsiteY3380" fmla="*/ 486727 h 1819275"/>
                <a:gd name="connsiteX3381" fmla="*/ 2240566 w 2305050"/>
                <a:gd name="connsiteY3381" fmla="*/ 485204 h 1819275"/>
                <a:gd name="connsiteX3382" fmla="*/ 2241423 w 2305050"/>
                <a:gd name="connsiteY3382" fmla="*/ 483965 h 1819275"/>
                <a:gd name="connsiteX3383" fmla="*/ 2241995 w 2305050"/>
                <a:gd name="connsiteY3383" fmla="*/ 484156 h 1819275"/>
                <a:gd name="connsiteX3384" fmla="*/ 2241614 w 2305050"/>
                <a:gd name="connsiteY3384" fmla="*/ 482537 h 1819275"/>
                <a:gd name="connsiteX3385" fmla="*/ 2241042 w 2305050"/>
                <a:gd name="connsiteY3385" fmla="*/ 481870 h 1819275"/>
                <a:gd name="connsiteX3386" fmla="*/ 2240375 w 2305050"/>
                <a:gd name="connsiteY3386" fmla="*/ 481489 h 1819275"/>
                <a:gd name="connsiteX3387" fmla="*/ 2239804 w 2305050"/>
                <a:gd name="connsiteY3387" fmla="*/ 480822 h 1819275"/>
                <a:gd name="connsiteX3388" fmla="*/ 2239328 w 2305050"/>
                <a:gd name="connsiteY3388" fmla="*/ 479584 h 1819275"/>
                <a:gd name="connsiteX3389" fmla="*/ 2238851 w 2305050"/>
                <a:gd name="connsiteY3389" fmla="*/ 477869 h 1819275"/>
                <a:gd name="connsiteX3390" fmla="*/ 2238375 w 2305050"/>
                <a:gd name="connsiteY3390" fmla="*/ 476917 h 1819275"/>
                <a:gd name="connsiteX3391" fmla="*/ 2236756 w 2305050"/>
                <a:gd name="connsiteY3391" fmla="*/ 475107 h 1819275"/>
                <a:gd name="connsiteX3392" fmla="*/ 2235803 w 2305050"/>
                <a:gd name="connsiteY3392" fmla="*/ 474345 h 1819275"/>
                <a:gd name="connsiteX3393" fmla="*/ 2234565 w 2305050"/>
                <a:gd name="connsiteY3393" fmla="*/ 474536 h 1819275"/>
                <a:gd name="connsiteX3394" fmla="*/ 2233232 w 2305050"/>
                <a:gd name="connsiteY3394" fmla="*/ 472440 h 1819275"/>
                <a:gd name="connsiteX3395" fmla="*/ 2232755 w 2305050"/>
                <a:gd name="connsiteY3395" fmla="*/ 469964 h 1819275"/>
                <a:gd name="connsiteX3396" fmla="*/ 2234851 w 2305050"/>
                <a:gd name="connsiteY3396" fmla="*/ 469011 h 1819275"/>
                <a:gd name="connsiteX3397" fmla="*/ 2235708 w 2305050"/>
                <a:gd name="connsiteY3397" fmla="*/ 469392 h 1819275"/>
                <a:gd name="connsiteX3398" fmla="*/ 2237137 w 2305050"/>
                <a:gd name="connsiteY3398" fmla="*/ 471107 h 1819275"/>
                <a:gd name="connsiteX3399" fmla="*/ 2237804 w 2305050"/>
                <a:gd name="connsiteY3399" fmla="*/ 471488 h 1819275"/>
                <a:gd name="connsiteX3400" fmla="*/ 2238470 w 2305050"/>
                <a:gd name="connsiteY3400" fmla="*/ 471202 h 1819275"/>
                <a:gd name="connsiteX3401" fmla="*/ 2239328 w 2305050"/>
                <a:gd name="connsiteY3401" fmla="*/ 470345 h 1819275"/>
                <a:gd name="connsiteX3402" fmla="*/ 2239994 w 2305050"/>
                <a:gd name="connsiteY3402" fmla="*/ 469392 h 1819275"/>
                <a:gd name="connsiteX3403" fmla="*/ 2240280 w 2305050"/>
                <a:gd name="connsiteY3403" fmla="*/ 468535 h 1819275"/>
                <a:gd name="connsiteX3404" fmla="*/ 2240280 w 2305050"/>
                <a:gd name="connsiteY3404" fmla="*/ 457962 h 1819275"/>
                <a:gd name="connsiteX3405" fmla="*/ 2240661 w 2305050"/>
                <a:gd name="connsiteY3405" fmla="*/ 455200 h 1819275"/>
                <a:gd name="connsiteX3406" fmla="*/ 2240661 w 2305050"/>
                <a:gd name="connsiteY3406" fmla="*/ 453866 h 1819275"/>
                <a:gd name="connsiteX3407" fmla="*/ 2240090 w 2305050"/>
                <a:gd name="connsiteY3407" fmla="*/ 452533 h 1819275"/>
                <a:gd name="connsiteX3408" fmla="*/ 2239328 w 2305050"/>
                <a:gd name="connsiteY3408" fmla="*/ 451961 h 1819275"/>
                <a:gd name="connsiteX3409" fmla="*/ 2238280 w 2305050"/>
                <a:gd name="connsiteY3409" fmla="*/ 451485 h 1819275"/>
                <a:gd name="connsiteX3410" fmla="*/ 2237423 w 2305050"/>
                <a:gd name="connsiteY3410" fmla="*/ 450914 h 1819275"/>
                <a:gd name="connsiteX3411" fmla="*/ 2236946 w 2305050"/>
                <a:gd name="connsiteY3411" fmla="*/ 449961 h 1819275"/>
                <a:gd name="connsiteX3412" fmla="*/ 2237994 w 2305050"/>
                <a:gd name="connsiteY3412" fmla="*/ 448151 h 1819275"/>
                <a:gd name="connsiteX3413" fmla="*/ 2240090 w 2305050"/>
                <a:gd name="connsiteY3413" fmla="*/ 447199 h 1819275"/>
                <a:gd name="connsiteX3414" fmla="*/ 2241518 w 2305050"/>
                <a:gd name="connsiteY3414" fmla="*/ 446342 h 1819275"/>
                <a:gd name="connsiteX3415" fmla="*/ 2240851 w 2305050"/>
                <a:gd name="connsiteY3415" fmla="*/ 444437 h 1819275"/>
                <a:gd name="connsiteX3416" fmla="*/ 2242375 w 2305050"/>
                <a:gd name="connsiteY3416" fmla="*/ 442722 h 1819275"/>
                <a:gd name="connsiteX3417" fmla="*/ 2241709 w 2305050"/>
                <a:gd name="connsiteY3417" fmla="*/ 441389 h 1819275"/>
                <a:gd name="connsiteX3418" fmla="*/ 2240661 w 2305050"/>
                <a:gd name="connsiteY3418" fmla="*/ 439769 h 1819275"/>
                <a:gd name="connsiteX3419" fmla="*/ 2240851 w 2305050"/>
                <a:gd name="connsiteY3419" fmla="*/ 437674 h 1819275"/>
                <a:gd name="connsiteX3420" fmla="*/ 2240185 w 2305050"/>
                <a:gd name="connsiteY3420" fmla="*/ 436912 h 1819275"/>
                <a:gd name="connsiteX3421" fmla="*/ 2238566 w 2305050"/>
                <a:gd name="connsiteY3421" fmla="*/ 435674 h 1819275"/>
                <a:gd name="connsiteX3422" fmla="*/ 2237804 w 2305050"/>
                <a:gd name="connsiteY3422" fmla="*/ 434721 h 1819275"/>
                <a:gd name="connsiteX3423" fmla="*/ 2237708 w 2305050"/>
                <a:gd name="connsiteY3423" fmla="*/ 433483 h 1819275"/>
                <a:gd name="connsiteX3424" fmla="*/ 2238756 w 2305050"/>
                <a:gd name="connsiteY3424" fmla="*/ 432911 h 1819275"/>
                <a:gd name="connsiteX3425" fmla="*/ 2240851 w 2305050"/>
                <a:gd name="connsiteY3425" fmla="*/ 432530 h 1819275"/>
                <a:gd name="connsiteX3426" fmla="*/ 2241423 w 2305050"/>
                <a:gd name="connsiteY3426" fmla="*/ 431578 h 1819275"/>
                <a:gd name="connsiteX3427" fmla="*/ 2242566 w 2305050"/>
                <a:gd name="connsiteY3427" fmla="*/ 428911 h 1819275"/>
                <a:gd name="connsiteX3428" fmla="*/ 2243328 w 2305050"/>
                <a:gd name="connsiteY3428" fmla="*/ 428339 h 1819275"/>
                <a:gd name="connsiteX3429" fmla="*/ 2244376 w 2305050"/>
                <a:gd name="connsiteY3429" fmla="*/ 428244 h 1819275"/>
                <a:gd name="connsiteX3430" fmla="*/ 2245138 w 2305050"/>
                <a:gd name="connsiteY3430" fmla="*/ 427768 h 1819275"/>
                <a:gd name="connsiteX3431" fmla="*/ 2245805 w 2305050"/>
                <a:gd name="connsiteY3431" fmla="*/ 426911 h 1819275"/>
                <a:gd name="connsiteX3432" fmla="*/ 2246376 w 2305050"/>
                <a:gd name="connsiteY3432" fmla="*/ 425672 h 1819275"/>
                <a:gd name="connsiteX3433" fmla="*/ 2245900 w 2305050"/>
                <a:gd name="connsiteY3433" fmla="*/ 424720 h 1819275"/>
                <a:gd name="connsiteX3434" fmla="*/ 2245328 w 2305050"/>
                <a:gd name="connsiteY3434" fmla="*/ 424244 h 1819275"/>
                <a:gd name="connsiteX3435" fmla="*/ 2244757 w 2305050"/>
                <a:gd name="connsiteY3435" fmla="*/ 423863 h 1819275"/>
                <a:gd name="connsiteX3436" fmla="*/ 2244090 w 2305050"/>
                <a:gd name="connsiteY3436" fmla="*/ 423291 h 1819275"/>
                <a:gd name="connsiteX3437" fmla="*/ 2243804 w 2305050"/>
                <a:gd name="connsiteY3437" fmla="*/ 423101 h 1819275"/>
                <a:gd name="connsiteX3438" fmla="*/ 2242852 w 2305050"/>
                <a:gd name="connsiteY3438" fmla="*/ 422148 h 1819275"/>
                <a:gd name="connsiteX3439" fmla="*/ 2242280 w 2305050"/>
                <a:gd name="connsiteY3439" fmla="*/ 421196 h 1819275"/>
                <a:gd name="connsiteX3440" fmla="*/ 2242757 w 2305050"/>
                <a:gd name="connsiteY3440" fmla="*/ 420719 h 1819275"/>
                <a:gd name="connsiteX3441" fmla="*/ 2246090 w 2305050"/>
                <a:gd name="connsiteY3441" fmla="*/ 421291 h 1819275"/>
                <a:gd name="connsiteX3442" fmla="*/ 2247614 w 2305050"/>
                <a:gd name="connsiteY3442" fmla="*/ 421196 h 1819275"/>
                <a:gd name="connsiteX3443" fmla="*/ 2249138 w 2305050"/>
                <a:gd name="connsiteY3443" fmla="*/ 419767 h 1819275"/>
                <a:gd name="connsiteX3444" fmla="*/ 2248091 w 2305050"/>
                <a:gd name="connsiteY3444" fmla="*/ 419291 h 1819275"/>
                <a:gd name="connsiteX3445" fmla="*/ 2246186 w 2305050"/>
                <a:gd name="connsiteY3445" fmla="*/ 419291 h 1819275"/>
                <a:gd name="connsiteX3446" fmla="*/ 2245233 w 2305050"/>
                <a:gd name="connsiteY3446" fmla="*/ 418910 h 1819275"/>
                <a:gd name="connsiteX3447" fmla="*/ 2245042 w 2305050"/>
                <a:gd name="connsiteY3447" fmla="*/ 418338 h 1819275"/>
                <a:gd name="connsiteX3448" fmla="*/ 2243804 w 2305050"/>
                <a:gd name="connsiteY3448" fmla="*/ 415671 h 1819275"/>
                <a:gd name="connsiteX3449" fmla="*/ 2243614 w 2305050"/>
                <a:gd name="connsiteY3449" fmla="*/ 415576 h 1819275"/>
                <a:gd name="connsiteX3450" fmla="*/ 2243899 w 2305050"/>
                <a:gd name="connsiteY3450" fmla="*/ 414433 h 1819275"/>
                <a:gd name="connsiteX3451" fmla="*/ 2244757 w 2305050"/>
                <a:gd name="connsiteY3451" fmla="*/ 412909 h 1819275"/>
                <a:gd name="connsiteX3452" fmla="*/ 2245805 w 2305050"/>
                <a:gd name="connsiteY3452" fmla="*/ 411480 h 1819275"/>
                <a:gd name="connsiteX3453" fmla="*/ 2246852 w 2305050"/>
                <a:gd name="connsiteY3453" fmla="*/ 410432 h 1819275"/>
                <a:gd name="connsiteX3454" fmla="*/ 2247995 w 2305050"/>
                <a:gd name="connsiteY3454" fmla="*/ 412052 h 1819275"/>
                <a:gd name="connsiteX3455" fmla="*/ 2250186 w 2305050"/>
                <a:gd name="connsiteY3455" fmla="*/ 411480 h 1819275"/>
                <a:gd name="connsiteX3456" fmla="*/ 2251520 w 2305050"/>
                <a:gd name="connsiteY3456" fmla="*/ 409575 h 1819275"/>
                <a:gd name="connsiteX3457" fmla="*/ 2250186 w 2305050"/>
                <a:gd name="connsiteY3457" fmla="*/ 407099 h 1819275"/>
                <a:gd name="connsiteX3458" fmla="*/ 2253520 w 2305050"/>
                <a:gd name="connsiteY3458" fmla="*/ 403955 h 1819275"/>
                <a:gd name="connsiteX3459" fmla="*/ 2256187 w 2305050"/>
                <a:gd name="connsiteY3459" fmla="*/ 403289 h 1819275"/>
                <a:gd name="connsiteX3460" fmla="*/ 2257425 w 2305050"/>
                <a:gd name="connsiteY3460" fmla="*/ 402622 h 1819275"/>
                <a:gd name="connsiteX3461" fmla="*/ 2258187 w 2305050"/>
                <a:gd name="connsiteY3461" fmla="*/ 401288 h 1819275"/>
                <a:gd name="connsiteX3462" fmla="*/ 2257901 w 2305050"/>
                <a:gd name="connsiteY3462" fmla="*/ 399383 h 1819275"/>
                <a:gd name="connsiteX3463" fmla="*/ 2259044 w 2305050"/>
                <a:gd name="connsiteY3463" fmla="*/ 398717 h 1819275"/>
                <a:gd name="connsiteX3464" fmla="*/ 2258854 w 2305050"/>
                <a:gd name="connsiteY3464" fmla="*/ 397859 h 1819275"/>
                <a:gd name="connsiteX3465" fmla="*/ 2258187 w 2305050"/>
                <a:gd name="connsiteY3465" fmla="*/ 396907 h 1819275"/>
                <a:gd name="connsiteX3466" fmla="*/ 2257901 w 2305050"/>
                <a:gd name="connsiteY3466" fmla="*/ 395954 h 1819275"/>
                <a:gd name="connsiteX3467" fmla="*/ 2258282 w 2305050"/>
                <a:gd name="connsiteY3467" fmla="*/ 394907 h 1819275"/>
                <a:gd name="connsiteX3468" fmla="*/ 2258758 w 2305050"/>
                <a:gd name="connsiteY3468" fmla="*/ 394335 h 1819275"/>
                <a:gd name="connsiteX3469" fmla="*/ 2259330 w 2305050"/>
                <a:gd name="connsiteY3469" fmla="*/ 393668 h 1819275"/>
                <a:gd name="connsiteX3470" fmla="*/ 2259521 w 2305050"/>
                <a:gd name="connsiteY3470" fmla="*/ 392144 h 1819275"/>
                <a:gd name="connsiteX3471" fmla="*/ 2259901 w 2305050"/>
                <a:gd name="connsiteY3471" fmla="*/ 391097 h 1819275"/>
                <a:gd name="connsiteX3472" fmla="*/ 2260759 w 2305050"/>
                <a:gd name="connsiteY3472" fmla="*/ 390144 h 1819275"/>
                <a:gd name="connsiteX3473" fmla="*/ 2261711 w 2305050"/>
                <a:gd name="connsiteY3473" fmla="*/ 389382 h 1819275"/>
                <a:gd name="connsiteX3474" fmla="*/ 2262473 w 2305050"/>
                <a:gd name="connsiteY3474" fmla="*/ 389001 h 1819275"/>
                <a:gd name="connsiteX3475" fmla="*/ 2263235 w 2305050"/>
                <a:gd name="connsiteY3475" fmla="*/ 388430 h 1819275"/>
                <a:gd name="connsiteX3476" fmla="*/ 2263807 w 2305050"/>
                <a:gd name="connsiteY3476" fmla="*/ 387096 h 1819275"/>
                <a:gd name="connsiteX3477" fmla="*/ 2264378 w 2305050"/>
                <a:gd name="connsiteY3477" fmla="*/ 384810 h 1819275"/>
                <a:gd name="connsiteX3478" fmla="*/ 2265236 w 2305050"/>
                <a:gd name="connsiteY3478" fmla="*/ 378524 h 1819275"/>
                <a:gd name="connsiteX3479" fmla="*/ 2266093 w 2305050"/>
                <a:gd name="connsiteY3479" fmla="*/ 376904 h 1819275"/>
                <a:gd name="connsiteX3480" fmla="*/ 2267998 w 2305050"/>
                <a:gd name="connsiteY3480" fmla="*/ 378428 h 1819275"/>
                <a:gd name="connsiteX3481" fmla="*/ 2268474 w 2305050"/>
                <a:gd name="connsiteY3481" fmla="*/ 378428 h 1819275"/>
                <a:gd name="connsiteX3482" fmla="*/ 2268569 w 2305050"/>
                <a:gd name="connsiteY3482" fmla="*/ 377000 h 1819275"/>
                <a:gd name="connsiteX3483" fmla="*/ 2268283 w 2305050"/>
                <a:gd name="connsiteY3483" fmla="*/ 374142 h 1819275"/>
                <a:gd name="connsiteX3484" fmla="*/ 2268665 w 2305050"/>
                <a:gd name="connsiteY3484" fmla="*/ 373190 h 1819275"/>
                <a:gd name="connsiteX3485" fmla="*/ 2269617 w 2305050"/>
                <a:gd name="connsiteY3485" fmla="*/ 372523 h 1819275"/>
                <a:gd name="connsiteX3486" fmla="*/ 2273427 w 2305050"/>
                <a:gd name="connsiteY3486" fmla="*/ 371666 h 1819275"/>
                <a:gd name="connsiteX3487" fmla="*/ 2274475 w 2305050"/>
                <a:gd name="connsiteY3487" fmla="*/ 371094 h 1819275"/>
                <a:gd name="connsiteX3488" fmla="*/ 2274856 w 2305050"/>
                <a:gd name="connsiteY3488" fmla="*/ 369856 h 1819275"/>
                <a:gd name="connsiteX3489" fmla="*/ 2275237 w 2305050"/>
                <a:gd name="connsiteY3489" fmla="*/ 369189 h 1819275"/>
                <a:gd name="connsiteX3490" fmla="*/ 2276189 w 2305050"/>
                <a:gd name="connsiteY3490" fmla="*/ 368522 h 1819275"/>
                <a:gd name="connsiteX3491" fmla="*/ 2277142 w 2305050"/>
                <a:gd name="connsiteY3491" fmla="*/ 367951 h 1819275"/>
                <a:gd name="connsiteX3492" fmla="*/ 2277904 w 2305050"/>
                <a:gd name="connsiteY3492" fmla="*/ 367760 h 1819275"/>
                <a:gd name="connsiteX3493" fmla="*/ 2278285 w 2305050"/>
                <a:gd name="connsiteY3493" fmla="*/ 367284 h 1819275"/>
                <a:gd name="connsiteX3494" fmla="*/ 2279142 w 2305050"/>
                <a:gd name="connsiteY3494" fmla="*/ 365189 h 1819275"/>
                <a:gd name="connsiteX3495" fmla="*/ 2279714 w 2305050"/>
                <a:gd name="connsiteY3495" fmla="*/ 364236 h 1819275"/>
                <a:gd name="connsiteX3496" fmla="*/ 2280475 w 2305050"/>
                <a:gd name="connsiteY3496" fmla="*/ 363855 h 1819275"/>
                <a:gd name="connsiteX3497" fmla="*/ 2281999 w 2305050"/>
                <a:gd name="connsiteY3497" fmla="*/ 363665 h 1819275"/>
                <a:gd name="connsiteX3498" fmla="*/ 2283047 w 2305050"/>
                <a:gd name="connsiteY3498" fmla="*/ 363379 h 1819275"/>
                <a:gd name="connsiteX3499" fmla="*/ 2286191 w 2305050"/>
                <a:gd name="connsiteY3499" fmla="*/ 360902 h 1819275"/>
                <a:gd name="connsiteX3500" fmla="*/ 2287429 w 2305050"/>
                <a:gd name="connsiteY3500" fmla="*/ 357378 h 1819275"/>
                <a:gd name="connsiteX3501" fmla="*/ 2287524 w 2305050"/>
                <a:gd name="connsiteY3501" fmla="*/ 352997 h 1819275"/>
                <a:gd name="connsiteX3502" fmla="*/ 2286857 w 2305050"/>
                <a:gd name="connsiteY3502" fmla="*/ 347948 h 1819275"/>
                <a:gd name="connsiteX3503" fmla="*/ 2285905 w 2305050"/>
                <a:gd name="connsiteY3503" fmla="*/ 344234 h 1819275"/>
                <a:gd name="connsiteX3504" fmla="*/ 2285524 w 2305050"/>
                <a:gd name="connsiteY3504" fmla="*/ 343567 h 1819275"/>
                <a:gd name="connsiteX3505" fmla="*/ 2285333 w 2305050"/>
                <a:gd name="connsiteY3505" fmla="*/ 343186 h 1819275"/>
                <a:gd name="connsiteX3506" fmla="*/ 2286953 w 2305050"/>
                <a:gd name="connsiteY3506" fmla="*/ 341281 h 1819275"/>
                <a:gd name="connsiteX3507" fmla="*/ 2287429 w 2305050"/>
                <a:gd name="connsiteY3507" fmla="*/ 340614 h 1819275"/>
                <a:gd name="connsiteX3508" fmla="*/ 2286667 w 2305050"/>
                <a:gd name="connsiteY3508" fmla="*/ 338328 h 1819275"/>
                <a:gd name="connsiteX3509" fmla="*/ 2283714 w 2305050"/>
                <a:gd name="connsiteY3509" fmla="*/ 334518 h 1819275"/>
                <a:gd name="connsiteX3510" fmla="*/ 2283047 w 2305050"/>
                <a:gd name="connsiteY3510" fmla="*/ 333185 h 1819275"/>
                <a:gd name="connsiteX3511" fmla="*/ 2284190 w 2305050"/>
                <a:gd name="connsiteY3511" fmla="*/ 331565 h 1819275"/>
                <a:gd name="connsiteX3512" fmla="*/ 2288667 w 2305050"/>
                <a:gd name="connsiteY3512" fmla="*/ 331661 h 1819275"/>
                <a:gd name="connsiteX3513" fmla="*/ 2289620 w 2305050"/>
                <a:gd name="connsiteY3513" fmla="*/ 329375 h 1819275"/>
                <a:gd name="connsiteX3514" fmla="*/ 2290477 w 2305050"/>
                <a:gd name="connsiteY3514" fmla="*/ 328136 h 1819275"/>
                <a:gd name="connsiteX3515" fmla="*/ 2294382 w 2305050"/>
                <a:gd name="connsiteY3515" fmla="*/ 323945 h 1819275"/>
                <a:gd name="connsiteX3516" fmla="*/ 2295716 w 2305050"/>
                <a:gd name="connsiteY3516" fmla="*/ 322898 h 1819275"/>
                <a:gd name="connsiteX3517" fmla="*/ 2295049 w 2305050"/>
                <a:gd name="connsiteY3517" fmla="*/ 321469 h 1819275"/>
                <a:gd name="connsiteX3518" fmla="*/ 2294573 w 2305050"/>
                <a:gd name="connsiteY3518" fmla="*/ 320897 h 1819275"/>
                <a:gd name="connsiteX3519" fmla="*/ 2294001 w 2305050"/>
                <a:gd name="connsiteY3519" fmla="*/ 320326 h 1819275"/>
                <a:gd name="connsiteX3520" fmla="*/ 2294668 w 2305050"/>
                <a:gd name="connsiteY3520" fmla="*/ 319754 h 1819275"/>
                <a:gd name="connsiteX3521" fmla="*/ 2295430 w 2305050"/>
                <a:gd name="connsiteY3521" fmla="*/ 319564 h 1819275"/>
                <a:gd name="connsiteX3522" fmla="*/ 2296097 w 2305050"/>
                <a:gd name="connsiteY3522" fmla="*/ 319754 h 1819275"/>
                <a:gd name="connsiteX3523" fmla="*/ 2296763 w 2305050"/>
                <a:gd name="connsiteY3523" fmla="*/ 320326 h 1819275"/>
                <a:gd name="connsiteX3524" fmla="*/ 2297335 w 2305050"/>
                <a:gd name="connsiteY3524" fmla="*/ 319564 h 1819275"/>
                <a:gd name="connsiteX3525" fmla="*/ 2297811 w 2305050"/>
                <a:gd name="connsiteY3525" fmla="*/ 318707 h 1819275"/>
                <a:gd name="connsiteX3526" fmla="*/ 2298287 w 2305050"/>
                <a:gd name="connsiteY3526" fmla="*/ 317564 h 1819275"/>
                <a:gd name="connsiteX3527" fmla="*/ 2298383 w 2305050"/>
                <a:gd name="connsiteY3527" fmla="*/ 316421 h 1819275"/>
                <a:gd name="connsiteX3528" fmla="*/ 2298859 w 2305050"/>
                <a:gd name="connsiteY3528" fmla="*/ 315754 h 1819275"/>
                <a:gd name="connsiteX3529" fmla="*/ 2299716 w 2305050"/>
                <a:gd name="connsiteY3529" fmla="*/ 316611 h 1819275"/>
                <a:gd name="connsiteX3530" fmla="*/ 2301145 w 2305050"/>
                <a:gd name="connsiteY3530" fmla="*/ 318611 h 1819275"/>
                <a:gd name="connsiteX3531" fmla="*/ 2301907 w 2305050"/>
                <a:gd name="connsiteY3531" fmla="*/ 317945 h 1819275"/>
                <a:gd name="connsiteX3532" fmla="*/ 2302192 w 2305050"/>
                <a:gd name="connsiteY3532" fmla="*/ 316802 h 1819275"/>
                <a:gd name="connsiteX3533" fmla="*/ 2302288 w 2305050"/>
                <a:gd name="connsiteY3533" fmla="*/ 315563 h 1819275"/>
                <a:gd name="connsiteX3534" fmla="*/ 2302764 w 2305050"/>
                <a:gd name="connsiteY3534" fmla="*/ 314611 h 1819275"/>
                <a:gd name="connsiteX3535" fmla="*/ 2304193 w 2305050"/>
                <a:gd name="connsiteY3535" fmla="*/ 313849 h 1819275"/>
                <a:gd name="connsiteX3536" fmla="*/ 2304383 w 2305050"/>
                <a:gd name="connsiteY3536" fmla="*/ 313373 h 1819275"/>
                <a:gd name="connsiteX3537" fmla="*/ 2303907 w 2305050"/>
                <a:gd name="connsiteY3537" fmla="*/ 312515 h 1819275"/>
                <a:gd name="connsiteX3538" fmla="*/ 2305241 w 2305050"/>
                <a:gd name="connsiteY3538" fmla="*/ 311182 h 1819275"/>
                <a:gd name="connsiteX3539" fmla="*/ 2306288 w 2305050"/>
                <a:gd name="connsiteY3539" fmla="*/ 309372 h 1819275"/>
                <a:gd name="connsiteX3540" fmla="*/ 2307050 w 2305050"/>
                <a:gd name="connsiteY3540" fmla="*/ 307181 h 1819275"/>
                <a:gd name="connsiteX3541" fmla="*/ 2307241 w 2305050"/>
                <a:gd name="connsiteY3541" fmla="*/ 304705 h 181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</a:cxnLst>
              <a:rect l="l" t="t" r="r" b="b"/>
              <a:pathLst>
                <a:path w="2305050" h="1819275">
                  <a:moveTo>
                    <a:pt x="2306955" y="303943"/>
                  </a:moveTo>
                  <a:lnTo>
                    <a:pt x="2306574" y="303181"/>
                  </a:lnTo>
                  <a:lnTo>
                    <a:pt x="2306193" y="302228"/>
                  </a:lnTo>
                  <a:lnTo>
                    <a:pt x="2306003" y="299752"/>
                  </a:lnTo>
                  <a:lnTo>
                    <a:pt x="2305622" y="298514"/>
                  </a:lnTo>
                  <a:lnTo>
                    <a:pt x="2305526" y="297275"/>
                  </a:lnTo>
                  <a:lnTo>
                    <a:pt x="2304859" y="295656"/>
                  </a:lnTo>
                  <a:lnTo>
                    <a:pt x="2301812" y="293275"/>
                  </a:lnTo>
                  <a:lnTo>
                    <a:pt x="2301145" y="291275"/>
                  </a:lnTo>
                  <a:lnTo>
                    <a:pt x="2301335" y="289560"/>
                  </a:lnTo>
                  <a:lnTo>
                    <a:pt x="2301431" y="288989"/>
                  </a:lnTo>
                  <a:lnTo>
                    <a:pt x="2301145" y="288798"/>
                  </a:lnTo>
                  <a:lnTo>
                    <a:pt x="2300002" y="288227"/>
                  </a:lnTo>
                  <a:lnTo>
                    <a:pt x="2299240" y="288036"/>
                  </a:lnTo>
                  <a:lnTo>
                    <a:pt x="2296763" y="288227"/>
                  </a:lnTo>
                  <a:lnTo>
                    <a:pt x="2296954" y="286131"/>
                  </a:lnTo>
                  <a:lnTo>
                    <a:pt x="2295620" y="285083"/>
                  </a:lnTo>
                  <a:lnTo>
                    <a:pt x="2293811" y="284512"/>
                  </a:lnTo>
                  <a:lnTo>
                    <a:pt x="2292382" y="283845"/>
                  </a:lnTo>
                  <a:lnTo>
                    <a:pt x="2291143" y="281178"/>
                  </a:lnTo>
                  <a:lnTo>
                    <a:pt x="2290858" y="278321"/>
                  </a:lnTo>
                  <a:lnTo>
                    <a:pt x="2290191" y="276035"/>
                  </a:lnTo>
                  <a:lnTo>
                    <a:pt x="2288191" y="275082"/>
                  </a:lnTo>
                  <a:lnTo>
                    <a:pt x="2286667" y="275558"/>
                  </a:lnTo>
                  <a:lnTo>
                    <a:pt x="2286191" y="275177"/>
                  </a:lnTo>
                  <a:lnTo>
                    <a:pt x="2280285" y="269939"/>
                  </a:lnTo>
                  <a:lnTo>
                    <a:pt x="2278951" y="268319"/>
                  </a:lnTo>
                  <a:lnTo>
                    <a:pt x="2278380" y="267176"/>
                  </a:lnTo>
                  <a:lnTo>
                    <a:pt x="2277713" y="264605"/>
                  </a:lnTo>
                  <a:lnTo>
                    <a:pt x="2277332" y="263652"/>
                  </a:lnTo>
                  <a:lnTo>
                    <a:pt x="2275713" y="260414"/>
                  </a:lnTo>
                  <a:lnTo>
                    <a:pt x="2274570" y="258508"/>
                  </a:lnTo>
                  <a:lnTo>
                    <a:pt x="2268855" y="252698"/>
                  </a:lnTo>
                  <a:lnTo>
                    <a:pt x="2268188" y="251746"/>
                  </a:lnTo>
                  <a:lnTo>
                    <a:pt x="2267807" y="250889"/>
                  </a:lnTo>
                  <a:lnTo>
                    <a:pt x="2267522" y="249650"/>
                  </a:lnTo>
                  <a:lnTo>
                    <a:pt x="2267045" y="246888"/>
                  </a:lnTo>
                  <a:lnTo>
                    <a:pt x="2266569" y="245745"/>
                  </a:lnTo>
                  <a:lnTo>
                    <a:pt x="2265807" y="244031"/>
                  </a:lnTo>
                  <a:lnTo>
                    <a:pt x="2263902" y="240602"/>
                  </a:lnTo>
                  <a:lnTo>
                    <a:pt x="2261616" y="237554"/>
                  </a:lnTo>
                  <a:lnTo>
                    <a:pt x="2253615" y="230600"/>
                  </a:lnTo>
                  <a:lnTo>
                    <a:pt x="2249424" y="227933"/>
                  </a:lnTo>
                  <a:lnTo>
                    <a:pt x="2232946" y="223647"/>
                  </a:lnTo>
                  <a:lnTo>
                    <a:pt x="2231517" y="223742"/>
                  </a:lnTo>
                  <a:lnTo>
                    <a:pt x="2230850" y="223933"/>
                  </a:lnTo>
                  <a:lnTo>
                    <a:pt x="2230279" y="224219"/>
                  </a:lnTo>
                  <a:lnTo>
                    <a:pt x="2229707" y="224504"/>
                  </a:lnTo>
                  <a:lnTo>
                    <a:pt x="2229231" y="224885"/>
                  </a:lnTo>
                  <a:lnTo>
                    <a:pt x="2228850" y="225362"/>
                  </a:lnTo>
                  <a:lnTo>
                    <a:pt x="2228564" y="225838"/>
                  </a:lnTo>
                  <a:lnTo>
                    <a:pt x="2228183" y="226409"/>
                  </a:lnTo>
                  <a:lnTo>
                    <a:pt x="2227993" y="227076"/>
                  </a:lnTo>
                  <a:lnTo>
                    <a:pt x="2227802" y="227838"/>
                  </a:lnTo>
                  <a:lnTo>
                    <a:pt x="2227707" y="228695"/>
                  </a:lnTo>
                  <a:lnTo>
                    <a:pt x="2227802" y="232505"/>
                  </a:lnTo>
                  <a:lnTo>
                    <a:pt x="2227707" y="233363"/>
                  </a:lnTo>
                  <a:lnTo>
                    <a:pt x="2227612" y="234125"/>
                  </a:lnTo>
                  <a:lnTo>
                    <a:pt x="2227421" y="234791"/>
                  </a:lnTo>
                  <a:lnTo>
                    <a:pt x="2227136" y="235363"/>
                  </a:lnTo>
                  <a:lnTo>
                    <a:pt x="2226469" y="236506"/>
                  </a:lnTo>
                  <a:lnTo>
                    <a:pt x="2225612" y="237363"/>
                  </a:lnTo>
                  <a:lnTo>
                    <a:pt x="2224564" y="237935"/>
                  </a:lnTo>
                  <a:lnTo>
                    <a:pt x="2221040" y="238506"/>
                  </a:lnTo>
                  <a:lnTo>
                    <a:pt x="2220468" y="238697"/>
                  </a:lnTo>
                  <a:lnTo>
                    <a:pt x="2219992" y="238982"/>
                  </a:lnTo>
                  <a:lnTo>
                    <a:pt x="2219516" y="239363"/>
                  </a:lnTo>
                  <a:lnTo>
                    <a:pt x="2219134" y="239840"/>
                  </a:lnTo>
                  <a:lnTo>
                    <a:pt x="2218849" y="240506"/>
                  </a:lnTo>
                  <a:lnTo>
                    <a:pt x="2218658" y="241173"/>
                  </a:lnTo>
                  <a:lnTo>
                    <a:pt x="2218468" y="241935"/>
                  </a:lnTo>
                  <a:lnTo>
                    <a:pt x="2218373" y="242602"/>
                  </a:lnTo>
                  <a:lnTo>
                    <a:pt x="2218277" y="244126"/>
                  </a:lnTo>
                  <a:lnTo>
                    <a:pt x="2218182" y="244888"/>
                  </a:lnTo>
                  <a:lnTo>
                    <a:pt x="2217991" y="245555"/>
                  </a:lnTo>
                  <a:lnTo>
                    <a:pt x="2217611" y="246031"/>
                  </a:lnTo>
                  <a:lnTo>
                    <a:pt x="2217230" y="246412"/>
                  </a:lnTo>
                  <a:lnTo>
                    <a:pt x="2212943" y="248793"/>
                  </a:lnTo>
                  <a:lnTo>
                    <a:pt x="2211991" y="249555"/>
                  </a:lnTo>
                  <a:lnTo>
                    <a:pt x="2211229" y="250508"/>
                  </a:lnTo>
                  <a:lnTo>
                    <a:pt x="2210848" y="250984"/>
                  </a:lnTo>
                  <a:lnTo>
                    <a:pt x="2210562" y="251651"/>
                  </a:lnTo>
                  <a:lnTo>
                    <a:pt x="2209705" y="254413"/>
                  </a:lnTo>
                  <a:lnTo>
                    <a:pt x="2209419" y="254984"/>
                  </a:lnTo>
                  <a:lnTo>
                    <a:pt x="2209038" y="255461"/>
                  </a:lnTo>
                  <a:lnTo>
                    <a:pt x="2208466" y="255651"/>
                  </a:lnTo>
                  <a:lnTo>
                    <a:pt x="2203799" y="255651"/>
                  </a:lnTo>
                  <a:lnTo>
                    <a:pt x="2196084" y="259556"/>
                  </a:lnTo>
                  <a:lnTo>
                    <a:pt x="2182940" y="256318"/>
                  </a:lnTo>
                  <a:lnTo>
                    <a:pt x="2181225" y="256508"/>
                  </a:lnTo>
                  <a:lnTo>
                    <a:pt x="2179987" y="256889"/>
                  </a:lnTo>
                  <a:lnTo>
                    <a:pt x="2179511" y="257175"/>
                  </a:lnTo>
                  <a:lnTo>
                    <a:pt x="2179034" y="257556"/>
                  </a:lnTo>
                  <a:lnTo>
                    <a:pt x="2178749" y="258223"/>
                  </a:lnTo>
                  <a:lnTo>
                    <a:pt x="2178558" y="258794"/>
                  </a:lnTo>
                  <a:lnTo>
                    <a:pt x="2178177" y="260318"/>
                  </a:lnTo>
                  <a:lnTo>
                    <a:pt x="2177987" y="261938"/>
                  </a:lnTo>
                  <a:lnTo>
                    <a:pt x="2177891" y="262700"/>
                  </a:lnTo>
                  <a:lnTo>
                    <a:pt x="2177606" y="263366"/>
                  </a:lnTo>
                  <a:lnTo>
                    <a:pt x="2177224" y="263843"/>
                  </a:lnTo>
                  <a:lnTo>
                    <a:pt x="2176843" y="264319"/>
                  </a:lnTo>
                  <a:lnTo>
                    <a:pt x="2174748" y="265557"/>
                  </a:lnTo>
                  <a:lnTo>
                    <a:pt x="2172367" y="266510"/>
                  </a:lnTo>
                  <a:lnTo>
                    <a:pt x="2170843" y="266795"/>
                  </a:lnTo>
                  <a:lnTo>
                    <a:pt x="2167604" y="266700"/>
                  </a:lnTo>
                  <a:lnTo>
                    <a:pt x="2165604" y="266224"/>
                  </a:lnTo>
                  <a:lnTo>
                    <a:pt x="2163890" y="265081"/>
                  </a:lnTo>
                  <a:lnTo>
                    <a:pt x="2161604" y="262985"/>
                  </a:lnTo>
                  <a:lnTo>
                    <a:pt x="2157984" y="260985"/>
                  </a:lnTo>
                  <a:lnTo>
                    <a:pt x="2156746" y="260604"/>
                  </a:lnTo>
                  <a:lnTo>
                    <a:pt x="2155793" y="260414"/>
                  </a:lnTo>
                  <a:lnTo>
                    <a:pt x="2143220" y="263843"/>
                  </a:lnTo>
                  <a:lnTo>
                    <a:pt x="2132171" y="262319"/>
                  </a:lnTo>
                  <a:lnTo>
                    <a:pt x="2130742" y="262604"/>
                  </a:lnTo>
                  <a:lnTo>
                    <a:pt x="2129599" y="263081"/>
                  </a:lnTo>
                  <a:lnTo>
                    <a:pt x="2129028" y="263366"/>
                  </a:lnTo>
                  <a:lnTo>
                    <a:pt x="2128552" y="263747"/>
                  </a:lnTo>
                  <a:lnTo>
                    <a:pt x="2128171" y="264224"/>
                  </a:lnTo>
                  <a:lnTo>
                    <a:pt x="2127504" y="265271"/>
                  </a:lnTo>
                  <a:lnTo>
                    <a:pt x="2127028" y="266510"/>
                  </a:lnTo>
                  <a:lnTo>
                    <a:pt x="2126742" y="268034"/>
                  </a:lnTo>
                  <a:lnTo>
                    <a:pt x="2126551" y="270605"/>
                  </a:lnTo>
                  <a:lnTo>
                    <a:pt x="2126361" y="271272"/>
                  </a:lnTo>
                  <a:lnTo>
                    <a:pt x="2126171" y="272034"/>
                  </a:lnTo>
                  <a:lnTo>
                    <a:pt x="2125980" y="272606"/>
                  </a:lnTo>
                  <a:lnTo>
                    <a:pt x="2125599" y="273177"/>
                  </a:lnTo>
                  <a:lnTo>
                    <a:pt x="2125218" y="273558"/>
                  </a:lnTo>
                  <a:lnTo>
                    <a:pt x="2124742" y="273939"/>
                  </a:lnTo>
                  <a:lnTo>
                    <a:pt x="2123694" y="274606"/>
                  </a:lnTo>
                  <a:lnTo>
                    <a:pt x="2115883" y="276797"/>
                  </a:lnTo>
                  <a:lnTo>
                    <a:pt x="2112645" y="277177"/>
                  </a:lnTo>
                  <a:lnTo>
                    <a:pt x="2110359" y="276987"/>
                  </a:lnTo>
                  <a:lnTo>
                    <a:pt x="2108454" y="276320"/>
                  </a:lnTo>
                  <a:lnTo>
                    <a:pt x="2107883" y="275939"/>
                  </a:lnTo>
                  <a:lnTo>
                    <a:pt x="2107501" y="275558"/>
                  </a:lnTo>
                  <a:lnTo>
                    <a:pt x="2106740" y="274606"/>
                  </a:lnTo>
                  <a:lnTo>
                    <a:pt x="2104168" y="270510"/>
                  </a:lnTo>
                  <a:lnTo>
                    <a:pt x="2103406" y="269558"/>
                  </a:lnTo>
                  <a:lnTo>
                    <a:pt x="2103120" y="269177"/>
                  </a:lnTo>
                  <a:lnTo>
                    <a:pt x="2101691" y="268415"/>
                  </a:lnTo>
                  <a:lnTo>
                    <a:pt x="2099977" y="267748"/>
                  </a:lnTo>
                  <a:lnTo>
                    <a:pt x="2098929" y="267557"/>
                  </a:lnTo>
                  <a:lnTo>
                    <a:pt x="2097976" y="267462"/>
                  </a:lnTo>
                  <a:lnTo>
                    <a:pt x="2092357" y="268415"/>
                  </a:lnTo>
                  <a:lnTo>
                    <a:pt x="2084641" y="268319"/>
                  </a:lnTo>
                  <a:lnTo>
                    <a:pt x="2083594" y="268034"/>
                  </a:lnTo>
                  <a:lnTo>
                    <a:pt x="2082451" y="267462"/>
                  </a:lnTo>
                  <a:lnTo>
                    <a:pt x="2081498" y="266795"/>
                  </a:lnTo>
                  <a:lnTo>
                    <a:pt x="2080450" y="265938"/>
                  </a:lnTo>
                  <a:lnTo>
                    <a:pt x="2079498" y="264700"/>
                  </a:lnTo>
                  <a:lnTo>
                    <a:pt x="2078260" y="263081"/>
                  </a:lnTo>
                  <a:lnTo>
                    <a:pt x="2077879" y="262509"/>
                  </a:lnTo>
                  <a:lnTo>
                    <a:pt x="2077212" y="261938"/>
                  </a:lnTo>
                  <a:lnTo>
                    <a:pt x="2076450" y="261747"/>
                  </a:lnTo>
                  <a:lnTo>
                    <a:pt x="2075783" y="261747"/>
                  </a:lnTo>
                  <a:lnTo>
                    <a:pt x="2075212" y="262033"/>
                  </a:lnTo>
                  <a:lnTo>
                    <a:pt x="2074164" y="262795"/>
                  </a:lnTo>
                  <a:lnTo>
                    <a:pt x="2073402" y="263081"/>
                  </a:lnTo>
                  <a:lnTo>
                    <a:pt x="2072164" y="263271"/>
                  </a:lnTo>
                  <a:lnTo>
                    <a:pt x="2071116" y="263081"/>
                  </a:lnTo>
                  <a:lnTo>
                    <a:pt x="2069973" y="262509"/>
                  </a:lnTo>
                  <a:lnTo>
                    <a:pt x="2067973" y="260699"/>
                  </a:lnTo>
                  <a:lnTo>
                    <a:pt x="2064830" y="256985"/>
                  </a:lnTo>
                  <a:lnTo>
                    <a:pt x="2063877" y="256127"/>
                  </a:lnTo>
                  <a:lnTo>
                    <a:pt x="2061020" y="254413"/>
                  </a:lnTo>
                  <a:lnTo>
                    <a:pt x="2059400" y="253079"/>
                  </a:lnTo>
                  <a:lnTo>
                    <a:pt x="2053685" y="245174"/>
                  </a:lnTo>
                  <a:lnTo>
                    <a:pt x="2051209" y="240887"/>
                  </a:lnTo>
                  <a:lnTo>
                    <a:pt x="2050447" y="238697"/>
                  </a:lnTo>
                  <a:lnTo>
                    <a:pt x="2050066" y="237173"/>
                  </a:lnTo>
                  <a:lnTo>
                    <a:pt x="2049875" y="236411"/>
                  </a:lnTo>
                  <a:lnTo>
                    <a:pt x="2049875" y="235649"/>
                  </a:lnTo>
                  <a:lnTo>
                    <a:pt x="2049971" y="234029"/>
                  </a:lnTo>
                  <a:lnTo>
                    <a:pt x="2050256" y="232505"/>
                  </a:lnTo>
                  <a:lnTo>
                    <a:pt x="2050256" y="231743"/>
                  </a:lnTo>
                  <a:lnTo>
                    <a:pt x="2050161" y="231077"/>
                  </a:lnTo>
                  <a:lnTo>
                    <a:pt x="2049971" y="230410"/>
                  </a:lnTo>
                  <a:lnTo>
                    <a:pt x="2049780" y="229838"/>
                  </a:lnTo>
                  <a:lnTo>
                    <a:pt x="2040064" y="212598"/>
                  </a:lnTo>
                  <a:lnTo>
                    <a:pt x="2039683" y="211360"/>
                  </a:lnTo>
                  <a:lnTo>
                    <a:pt x="2039398" y="210026"/>
                  </a:lnTo>
                  <a:lnTo>
                    <a:pt x="2039398" y="209264"/>
                  </a:lnTo>
                  <a:lnTo>
                    <a:pt x="2039493" y="208502"/>
                  </a:lnTo>
                  <a:lnTo>
                    <a:pt x="2039588" y="207740"/>
                  </a:lnTo>
                  <a:lnTo>
                    <a:pt x="2039779" y="207074"/>
                  </a:lnTo>
                  <a:lnTo>
                    <a:pt x="2040064" y="206407"/>
                  </a:lnTo>
                  <a:lnTo>
                    <a:pt x="2040636" y="205264"/>
                  </a:lnTo>
                  <a:lnTo>
                    <a:pt x="2042827" y="202121"/>
                  </a:lnTo>
                  <a:lnTo>
                    <a:pt x="2043398" y="201073"/>
                  </a:lnTo>
                  <a:lnTo>
                    <a:pt x="2043684" y="200406"/>
                  </a:lnTo>
                  <a:lnTo>
                    <a:pt x="2043874" y="199644"/>
                  </a:lnTo>
                  <a:lnTo>
                    <a:pt x="2043874" y="198882"/>
                  </a:lnTo>
                  <a:lnTo>
                    <a:pt x="2043970" y="198025"/>
                  </a:lnTo>
                  <a:lnTo>
                    <a:pt x="2043779" y="196596"/>
                  </a:lnTo>
                  <a:lnTo>
                    <a:pt x="2043303" y="193834"/>
                  </a:lnTo>
                  <a:lnTo>
                    <a:pt x="2033968" y="161830"/>
                  </a:lnTo>
                  <a:lnTo>
                    <a:pt x="2033683" y="160496"/>
                  </a:lnTo>
                  <a:lnTo>
                    <a:pt x="2033492" y="159068"/>
                  </a:lnTo>
                  <a:lnTo>
                    <a:pt x="2033683" y="158306"/>
                  </a:lnTo>
                  <a:lnTo>
                    <a:pt x="2033778" y="157639"/>
                  </a:lnTo>
                  <a:lnTo>
                    <a:pt x="2034064" y="157067"/>
                  </a:lnTo>
                  <a:lnTo>
                    <a:pt x="2034540" y="156496"/>
                  </a:lnTo>
                  <a:lnTo>
                    <a:pt x="2035112" y="156115"/>
                  </a:lnTo>
                  <a:lnTo>
                    <a:pt x="2035969" y="155734"/>
                  </a:lnTo>
                  <a:lnTo>
                    <a:pt x="2038731" y="154877"/>
                  </a:lnTo>
                  <a:lnTo>
                    <a:pt x="2040922" y="153829"/>
                  </a:lnTo>
                  <a:lnTo>
                    <a:pt x="2041874" y="153067"/>
                  </a:lnTo>
                  <a:lnTo>
                    <a:pt x="2042827" y="152210"/>
                  </a:lnTo>
                  <a:lnTo>
                    <a:pt x="2043208" y="151829"/>
                  </a:lnTo>
                  <a:lnTo>
                    <a:pt x="2043970" y="150781"/>
                  </a:lnTo>
                  <a:lnTo>
                    <a:pt x="2044541" y="149543"/>
                  </a:lnTo>
                  <a:lnTo>
                    <a:pt x="2044732" y="148876"/>
                  </a:lnTo>
                  <a:lnTo>
                    <a:pt x="2044922" y="148114"/>
                  </a:lnTo>
                  <a:lnTo>
                    <a:pt x="2045113" y="147352"/>
                  </a:lnTo>
                  <a:lnTo>
                    <a:pt x="2045113" y="146590"/>
                  </a:lnTo>
                  <a:lnTo>
                    <a:pt x="2045113" y="145828"/>
                  </a:lnTo>
                  <a:lnTo>
                    <a:pt x="2044827" y="144971"/>
                  </a:lnTo>
                  <a:lnTo>
                    <a:pt x="2044256" y="144113"/>
                  </a:lnTo>
                  <a:lnTo>
                    <a:pt x="2043113" y="142780"/>
                  </a:lnTo>
                  <a:lnTo>
                    <a:pt x="2042160" y="142208"/>
                  </a:lnTo>
                  <a:lnTo>
                    <a:pt x="2041398" y="141827"/>
                  </a:lnTo>
                  <a:lnTo>
                    <a:pt x="2028539" y="139637"/>
                  </a:lnTo>
                  <a:lnTo>
                    <a:pt x="2023777" y="137446"/>
                  </a:lnTo>
                  <a:lnTo>
                    <a:pt x="2023110" y="136970"/>
                  </a:lnTo>
                  <a:lnTo>
                    <a:pt x="2022824" y="136684"/>
                  </a:lnTo>
                  <a:lnTo>
                    <a:pt x="2022253" y="135827"/>
                  </a:lnTo>
                  <a:lnTo>
                    <a:pt x="2021681" y="134683"/>
                  </a:lnTo>
                  <a:lnTo>
                    <a:pt x="2021491" y="134112"/>
                  </a:lnTo>
                  <a:lnTo>
                    <a:pt x="2020824" y="132207"/>
                  </a:lnTo>
                  <a:lnTo>
                    <a:pt x="2019300" y="128778"/>
                  </a:lnTo>
                  <a:lnTo>
                    <a:pt x="2018443" y="127730"/>
                  </a:lnTo>
                  <a:lnTo>
                    <a:pt x="2014823" y="124587"/>
                  </a:lnTo>
                  <a:lnTo>
                    <a:pt x="2013490" y="122396"/>
                  </a:lnTo>
                  <a:lnTo>
                    <a:pt x="2012918" y="121253"/>
                  </a:lnTo>
                  <a:lnTo>
                    <a:pt x="2012442" y="120015"/>
                  </a:lnTo>
                  <a:lnTo>
                    <a:pt x="2011680" y="117348"/>
                  </a:lnTo>
                  <a:lnTo>
                    <a:pt x="2011299" y="116586"/>
                  </a:lnTo>
                  <a:lnTo>
                    <a:pt x="2010632" y="115634"/>
                  </a:lnTo>
                  <a:lnTo>
                    <a:pt x="2010061" y="115062"/>
                  </a:lnTo>
                  <a:lnTo>
                    <a:pt x="1999583" y="110300"/>
                  </a:lnTo>
                  <a:lnTo>
                    <a:pt x="1998821" y="110300"/>
                  </a:lnTo>
                  <a:lnTo>
                    <a:pt x="1998250" y="110395"/>
                  </a:lnTo>
                  <a:lnTo>
                    <a:pt x="1997678" y="110776"/>
                  </a:lnTo>
                  <a:lnTo>
                    <a:pt x="1997202" y="111157"/>
                  </a:lnTo>
                  <a:lnTo>
                    <a:pt x="1996821" y="111633"/>
                  </a:lnTo>
                  <a:lnTo>
                    <a:pt x="1995773" y="114110"/>
                  </a:lnTo>
                  <a:lnTo>
                    <a:pt x="1993964" y="119539"/>
                  </a:lnTo>
                  <a:lnTo>
                    <a:pt x="1993678" y="120206"/>
                  </a:lnTo>
                  <a:lnTo>
                    <a:pt x="1990725" y="127064"/>
                  </a:lnTo>
                  <a:lnTo>
                    <a:pt x="1986343" y="134874"/>
                  </a:lnTo>
                  <a:lnTo>
                    <a:pt x="1985200" y="136493"/>
                  </a:lnTo>
                  <a:lnTo>
                    <a:pt x="1984439" y="137351"/>
                  </a:lnTo>
                  <a:lnTo>
                    <a:pt x="1982724" y="138494"/>
                  </a:lnTo>
                  <a:lnTo>
                    <a:pt x="1980533" y="139446"/>
                  </a:lnTo>
                  <a:lnTo>
                    <a:pt x="1975866" y="140589"/>
                  </a:lnTo>
                  <a:lnTo>
                    <a:pt x="1973294" y="140303"/>
                  </a:lnTo>
                  <a:lnTo>
                    <a:pt x="1969484" y="139160"/>
                  </a:lnTo>
                  <a:lnTo>
                    <a:pt x="1968627" y="138684"/>
                  </a:lnTo>
                  <a:lnTo>
                    <a:pt x="1968151" y="138303"/>
                  </a:lnTo>
                  <a:lnTo>
                    <a:pt x="1967293" y="137351"/>
                  </a:lnTo>
                  <a:lnTo>
                    <a:pt x="1964817" y="133731"/>
                  </a:lnTo>
                  <a:lnTo>
                    <a:pt x="1962245" y="127921"/>
                  </a:lnTo>
                  <a:lnTo>
                    <a:pt x="1961674" y="126968"/>
                  </a:lnTo>
                  <a:lnTo>
                    <a:pt x="1961198" y="126206"/>
                  </a:lnTo>
                  <a:lnTo>
                    <a:pt x="1960531" y="125444"/>
                  </a:lnTo>
                  <a:lnTo>
                    <a:pt x="1959197" y="124206"/>
                  </a:lnTo>
                  <a:lnTo>
                    <a:pt x="1958340" y="123539"/>
                  </a:lnTo>
                  <a:lnTo>
                    <a:pt x="1949577" y="120206"/>
                  </a:lnTo>
                  <a:lnTo>
                    <a:pt x="1942243" y="116205"/>
                  </a:lnTo>
                  <a:lnTo>
                    <a:pt x="1940433" y="114776"/>
                  </a:lnTo>
                  <a:lnTo>
                    <a:pt x="1936909" y="111062"/>
                  </a:lnTo>
                  <a:lnTo>
                    <a:pt x="1936623" y="110585"/>
                  </a:lnTo>
                  <a:lnTo>
                    <a:pt x="1934813" y="108776"/>
                  </a:lnTo>
                  <a:lnTo>
                    <a:pt x="1929098" y="104775"/>
                  </a:lnTo>
                  <a:lnTo>
                    <a:pt x="1918811" y="100489"/>
                  </a:lnTo>
                  <a:lnTo>
                    <a:pt x="1917382" y="99727"/>
                  </a:lnTo>
                  <a:lnTo>
                    <a:pt x="1916525" y="98965"/>
                  </a:lnTo>
                  <a:lnTo>
                    <a:pt x="1916430" y="98298"/>
                  </a:lnTo>
                  <a:lnTo>
                    <a:pt x="1916430" y="97631"/>
                  </a:lnTo>
                  <a:lnTo>
                    <a:pt x="1916621" y="97060"/>
                  </a:lnTo>
                  <a:lnTo>
                    <a:pt x="1916906" y="96584"/>
                  </a:lnTo>
                  <a:lnTo>
                    <a:pt x="1943195" y="72866"/>
                  </a:lnTo>
                  <a:lnTo>
                    <a:pt x="1958340" y="55245"/>
                  </a:lnTo>
                  <a:lnTo>
                    <a:pt x="1959007" y="54197"/>
                  </a:lnTo>
                  <a:lnTo>
                    <a:pt x="1959959" y="51530"/>
                  </a:lnTo>
                  <a:lnTo>
                    <a:pt x="1961198" y="49149"/>
                  </a:lnTo>
                  <a:lnTo>
                    <a:pt x="1961864" y="48101"/>
                  </a:lnTo>
                  <a:lnTo>
                    <a:pt x="1962722" y="47149"/>
                  </a:lnTo>
                  <a:lnTo>
                    <a:pt x="1964531" y="45530"/>
                  </a:lnTo>
                  <a:lnTo>
                    <a:pt x="1965389" y="44577"/>
                  </a:lnTo>
                  <a:lnTo>
                    <a:pt x="1965960" y="43624"/>
                  </a:lnTo>
                  <a:lnTo>
                    <a:pt x="1966246" y="43053"/>
                  </a:lnTo>
                  <a:lnTo>
                    <a:pt x="1966722" y="41434"/>
                  </a:lnTo>
                  <a:lnTo>
                    <a:pt x="1966913" y="40767"/>
                  </a:lnTo>
                  <a:lnTo>
                    <a:pt x="1967008" y="40005"/>
                  </a:lnTo>
                  <a:lnTo>
                    <a:pt x="1966913" y="39338"/>
                  </a:lnTo>
                  <a:lnTo>
                    <a:pt x="1966722" y="38576"/>
                  </a:lnTo>
                  <a:lnTo>
                    <a:pt x="1966531" y="38005"/>
                  </a:lnTo>
                  <a:lnTo>
                    <a:pt x="1965674" y="36290"/>
                  </a:lnTo>
                  <a:lnTo>
                    <a:pt x="1964912" y="34481"/>
                  </a:lnTo>
                  <a:lnTo>
                    <a:pt x="1964626" y="33052"/>
                  </a:lnTo>
                  <a:lnTo>
                    <a:pt x="1964436" y="31433"/>
                  </a:lnTo>
                  <a:lnTo>
                    <a:pt x="1964246" y="30575"/>
                  </a:lnTo>
                  <a:lnTo>
                    <a:pt x="1963674" y="29432"/>
                  </a:lnTo>
                  <a:lnTo>
                    <a:pt x="1963103" y="28766"/>
                  </a:lnTo>
                  <a:lnTo>
                    <a:pt x="1962531" y="28385"/>
                  </a:lnTo>
                  <a:lnTo>
                    <a:pt x="1958435" y="26289"/>
                  </a:lnTo>
                  <a:lnTo>
                    <a:pt x="1957673" y="25527"/>
                  </a:lnTo>
                  <a:lnTo>
                    <a:pt x="1957197" y="24860"/>
                  </a:lnTo>
                  <a:lnTo>
                    <a:pt x="1956340" y="22289"/>
                  </a:lnTo>
                  <a:lnTo>
                    <a:pt x="1955101" y="16002"/>
                  </a:lnTo>
                  <a:lnTo>
                    <a:pt x="1954911" y="15431"/>
                  </a:lnTo>
                  <a:lnTo>
                    <a:pt x="1954530" y="14669"/>
                  </a:lnTo>
                  <a:lnTo>
                    <a:pt x="1954054" y="13907"/>
                  </a:lnTo>
                  <a:lnTo>
                    <a:pt x="1953101" y="12668"/>
                  </a:lnTo>
                  <a:lnTo>
                    <a:pt x="1951577" y="11144"/>
                  </a:lnTo>
                  <a:lnTo>
                    <a:pt x="1949291" y="9620"/>
                  </a:lnTo>
                  <a:lnTo>
                    <a:pt x="1943957" y="7715"/>
                  </a:lnTo>
                  <a:lnTo>
                    <a:pt x="1939195" y="4858"/>
                  </a:lnTo>
                  <a:lnTo>
                    <a:pt x="1938528" y="4286"/>
                  </a:lnTo>
                  <a:lnTo>
                    <a:pt x="1937195" y="2667"/>
                  </a:lnTo>
                  <a:lnTo>
                    <a:pt x="1936147" y="1143"/>
                  </a:lnTo>
                  <a:lnTo>
                    <a:pt x="1936051" y="953"/>
                  </a:lnTo>
                  <a:lnTo>
                    <a:pt x="1935480" y="1048"/>
                  </a:lnTo>
                  <a:lnTo>
                    <a:pt x="1931670" y="0"/>
                  </a:lnTo>
                  <a:lnTo>
                    <a:pt x="1930337" y="95"/>
                  </a:lnTo>
                  <a:lnTo>
                    <a:pt x="1929289" y="572"/>
                  </a:lnTo>
                  <a:lnTo>
                    <a:pt x="1927003" y="2953"/>
                  </a:lnTo>
                  <a:lnTo>
                    <a:pt x="1923288" y="4953"/>
                  </a:lnTo>
                  <a:lnTo>
                    <a:pt x="1919288" y="6382"/>
                  </a:lnTo>
                  <a:lnTo>
                    <a:pt x="1915192" y="6668"/>
                  </a:lnTo>
                  <a:lnTo>
                    <a:pt x="1907476" y="4572"/>
                  </a:lnTo>
                  <a:lnTo>
                    <a:pt x="1892998" y="5906"/>
                  </a:lnTo>
                  <a:lnTo>
                    <a:pt x="1890713" y="6763"/>
                  </a:lnTo>
                  <a:lnTo>
                    <a:pt x="1889093" y="8382"/>
                  </a:lnTo>
                  <a:lnTo>
                    <a:pt x="1889474" y="10573"/>
                  </a:lnTo>
                  <a:lnTo>
                    <a:pt x="1888998" y="11906"/>
                  </a:lnTo>
                  <a:lnTo>
                    <a:pt x="1883188" y="15621"/>
                  </a:lnTo>
                  <a:lnTo>
                    <a:pt x="1880235" y="18574"/>
                  </a:lnTo>
                  <a:lnTo>
                    <a:pt x="1875282" y="26861"/>
                  </a:lnTo>
                  <a:lnTo>
                    <a:pt x="1872234" y="30290"/>
                  </a:lnTo>
                  <a:lnTo>
                    <a:pt x="1865281" y="35719"/>
                  </a:lnTo>
                  <a:lnTo>
                    <a:pt x="1859089" y="42005"/>
                  </a:lnTo>
                  <a:lnTo>
                    <a:pt x="1854422" y="48863"/>
                  </a:lnTo>
                  <a:lnTo>
                    <a:pt x="1852041" y="51149"/>
                  </a:lnTo>
                  <a:lnTo>
                    <a:pt x="1851374" y="52007"/>
                  </a:lnTo>
                  <a:lnTo>
                    <a:pt x="1850803" y="53245"/>
                  </a:lnTo>
                  <a:lnTo>
                    <a:pt x="1850517" y="54293"/>
                  </a:lnTo>
                  <a:lnTo>
                    <a:pt x="1850041" y="55340"/>
                  </a:lnTo>
                  <a:lnTo>
                    <a:pt x="1849279" y="56483"/>
                  </a:lnTo>
                  <a:lnTo>
                    <a:pt x="1847279" y="57531"/>
                  </a:lnTo>
                  <a:lnTo>
                    <a:pt x="1846326" y="58293"/>
                  </a:lnTo>
                  <a:lnTo>
                    <a:pt x="1845945" y="59722"/>
                  </a:lnTo>
                  <a:lnTo>
                    <a:pt x="1845469" y="60865"/>
                  </a:lnTo>
                  <a:lnTo>
                    <a:pt x="1844516" y="61912"/>
                  </a:lnTo>
                  <a:lnTo>
                    <a:pt x="1843278" y="62579"/>
                  </a:lnTo>
                  <a:lnTo>
                    <a:pt x="1840706" y="63627"/>
                  </a:lnTo>
                  <a:lnTo>
                    <a:pt x="1837277" y="67247"/>
                  </a:lnTo>
                  <a:lnTo>
                    <a:pt x="1835563" y="68390"/>
                  </a:lnTo>
                  <a:lnTo>
                    <a:pt x="1828419" y="71819"/>
                  </a:lnTo>
                  <a:lnTo>
                    <a:pt x="1825752" y="74771"/>
                  </a:lnTo>
                  <a:lnTo>
                    <a:pt x="1826800" y="78296"/>
                  </a:lnTo>
                  <a:lnTo>
                    <a:pt x="1826609" y="79629"/>
                  </a:lnTo>
                  <a:lnTo>
                    <a:pt x="1827276" y="82106"/>
                  </a:lnTo>
                  <a:lnTo>
                    <a:pt x="1827371" y="83630"/>
                  </a:lnTo>
                  <a:lnTo>
                    <a:pt x="1826038" y="86963"/>
                  </a:lnTo>
                  <a:lnTo>
                    <a:pt x="1825752" y="88202"/>
                  </a:lnTo>
                  <a:lnTo>
                    <a:pt x="1825562" y="90678"/>
                  </a:lnTo>
                  <a:lnTo>
                    <a:pt x="1825847" y="92583"/>
                  </a:lnTo>
                  <a:lnTo>
                    <a:pt x="1826514" y="94107"/>
                  </a:lnTo>
                  <a:lnTo>
                    <a:pt x="1827657" y="95822"/>
                  </a:lnTo>
                  <a:lnTo>
                    <a:pt x="1829467" y="97250"/>
                  </a:lnTo>
                  <a:lnTo>
                    <a:pt x="1832134" y="97917"/>
                  </a:lnTo>
                  <a:lnTo>
                    <a:pt x="1837182" y="98012"/>
                  </a:lnTo>
                  <a:lnTo>
                    <a:pt x="1838992" y="97346"/>
                  </a:lnTo>
                  <a:lnTo>
                    <a:pt x="1842516" y="94964"/>
                  </a:lnTo>
                  <a:lnTo>
                    <a:pt x="1843945" y="94393"/>
                  </a:lnTo>
                  <a:lnTo>
                    <a:pt x="1852517" y="93631"/>
                  </a:lnTo>
                  <a:lnTo>
                    <a:pt x="1854232" y="92964"/>
                  </a:lnTo>
                  <a:lnTo>
                    <a:pt x="1857470" y="91154"/>
                  </a:lnTo>
                  <a:lnTo>
                    <a:pt x="1859375" y="90773"/>
                  </a:lnTo>
                  <a:lnTo>
                    <a:pt x="1860232" y="91154"/>
                  </a:lnTo>
                  <a:lnTo>
                    <a:pt x="1862423" y="93631"/>
                  </a:lnTo>
                  <a:lnTo>
                    <a:pt x="1866233" y="95441"/>
                  </a:lnTo>
                  <a:lnTo>
                    <a:pt x="1871758" y="99346"/>
                  </a:lnTo>
                  <a:lnTo>
                    <a:pt x="1875473" y="100203"/>
                  </a:lnTo>
                  <a:lnTo>
                    <a:pt x="1879664" y="102394"/>
                  </a:lnTo>
                  <a:lnTo>
                    <a:pt x="1880997" y="103442"/>
                  </a:lnTo>
                  <a:lnTo>
                    <a:pt x="1879759" y="106585"/>
                  </a:lnTo>
                  <a:lnTo>
                    <a:pt x="1879473" y="107823"/>
                  </a:lnTo>
                  <a:lnTo>
                    <a:pt x="1879378" y="109252"/>
                  </a:lnTo>
                  <a:lnTo>
                    <a:pt x="1879187" y="110490"/>
                  </a:lnTo>
                  <a:lnTo>
                    <a:pt x="1878521" y="112300"/>
                  </a:lnTo>
                  <a:lnTo>
                    <a:pt x="1878330" y="112871"/>
                  </a:lnTo>
                  <a:lnTo>
                    <a:pt x="1878330" y="116967"/>
                  </a:lnTo>
                  <a:lnTo>
                    <a:pt x="1877568" y="119063"/>
                  </a:lnTo>
                  <a:lnTo>
                    <a:pt x="1875949" y="122206"/>
                  </a:lnTo>
                  <a:lnTo>
                    <a:pt x="1875568" y="124492"/>
                  </a:lnTo>
                  <a:lnTo>
                    <a:pt x="1875282" y="125635"/>
                  </a:lnTo>
                  <a:lnTo>
                    <a:pt x="1874520" y="126492"/>
                  </a:lnTo>
                  <a:lnTo>
                    <a:pt x="1873758" y="127064"/>
                  </a:lnTo>
                  <a:lnTo>
                    <a:pt x="1873377" y="127540"/>
                  </a:lnTo>
                  <a:lnTo>
                    <a:pt x="1873187" y="129064"/>
                  </a:lnTo>
                  <a:lnTo>
                    <a:pt x="1873377" y="129826"/>
                  </a:lnTo>
                  <a:lnTo>
                    <a:pt x="1873758" y="130493"/>
                  </a:lnTo>
                  <a:lnTo>
                    <a:pt x="1873948" y="131731"/>
                  </a:lnTo>
                  <a:lnTo>
                    <a:pt x="1875473" y="135255"/>
                  </a:lnTo>
                  <a:lnTo>
                    <a:pt x="1882140" y="140780"/>
                  </a:lnTo>
                  <a:lnTo>
                    <a:pt x="1883759" y="143256"/>
                  </a:lnTo>
                  <a:lnTo>
                    <a:pt x="1883664" y="144494"/>
                  </a:lnTo>
                  <a:lnTo>
                    <a:pt x="1883283" y="146590"/>
                  </a:lnTo>
                  <a:lnTo>
                    <a:pt x="1883188" y="147733"/>
                  </a:lnTo>
                  <a:lnTo>
                    <a:pt x="1883378" y="148876"/>
                  </a:lnTo>
                  <a:lnTo>
                    <a:pt x="1884426" y="150781"/>
                  </a:lnTo>
                  <a:lnTo>
                    <a:pt x="1884807" y="151829"/>
                  </a:lnTo>
                  <a:lnTo>
                    <a:pt x="1885283" y="152686"/>
                  </a:lnTo>
                  <a:lnTo>
                    <a:pt x="1885759" y="153067"/>
                  </a:lnTo>
                  <a:lnTo>
                    <a:pt x="1885759" y="153638"/>
                  </a:lnTo>
                  <a:lnTo>
                    <a:pt x="1885093" y="154877"/>
                  </a:lnTo>
                  <a:lnTo>
                    <a:pt x="1884807" y="155829"/>
                  </a:lnTo>
                  <a:lnTo>
                    <a:pt x="1884807" y="156972"/>
                  </a:lnTo>
                  <a:lnTo>
                    <a:pt x="1884998" y="158020"/>
                  </a:lnTo>
                  <a:lnTo>
                    <a:pt x="1885379" y="158877"/>
                  </a:lnTo>
                  <a:lnTo>
                    <a:pt x="1884426" y="160020"/>
                  </a:lnTo>
                  <a:lnTo>
                    <a:pt x="1883283" y="162973"/>
                  </a:lnTo>
                  <a:lnTo>
                    <a:pt x="1882712" y="164211"/>
                  </a:lnTo>
                  <a:lnTo>
                    <a:pt x="1881664" y="165068"/>
                  </a:lnTo>
                  <a:lnTo>
                    <a:pt x="1880521" y="165449"/>
                  </a:lnTo>
                  <a:lnTo>
                    <a:pt x="1879473" y="166211"/>
                  </a:lnTo>
                  <a:lnTo>
                    <a:pt x="1878901" y="167831"/>
                  </a:lnTo>
                  <a:lnTo>
                    <a:pt x="1878806" y="169640"/>
                  </a:lnTo>
                  <a:lnTo>
                    <a:pt x="1879187" y="171164"/>
                  </a:lnTo>
                  <a:lnTo>
                    <a:pt x="1879664" y="172498"/>
                  </a:lnTo>
                  <a:lnTo>
                    <a:pt x="1879949" y="173927"/>
                  </a:lnTo>
                  <a:lnTo>
                    <a:pt x="1879949" y="175641"/>
                  </a:lnTo>
                  <a:lnTo>
                    <a:pt x="1879568" y="176689"/>
                  </a:lnTo>
                  <a:lnTo>
                    <a:pt x="1877758" y="179356"/>
                  </a:lnTo>
                  <a:lnTo>
                    <a:pt x="1876044" y="183833"/>
                  </a:lnTo>
                  <a:lnTo>
                    <a:pt x="1874901" y="185642"/>
                  </a:lnTo>
                  <a:lnTo>
                    <a:pt x="1873091" y="186404"/>
                  </a:lnTo>
                  <a:lnTo>
                    <a:pt x="1869376" y="186023"/>
                  </a:lnTo>
                  <a:lnTo>
                    <a:pt x="1868424" y="186404"/>
                  </a:lnTo>
                  <a:lnTo>
                    <a:pt x="1867567" y="187262"/>
                  </a:lnTo>
                  <a:lnTo>
                    <a:pt x="1866995" y="188309"/>
                  </a:lnTo>
                  <a:lnTo>
                    <a:pt x="1866329" y="189262"/>
                  </a:lnTo>
                  <a:lnTo>
                    <a:pt x="1865186" y="189929"/>
                  </a:lnTo>
                  <a:lnTo>
                    <a:pt x="1864042" y="190119"/>
                  </a:lnTo>
                  <a:lnTo>
                    <a:pt x="1863281" y="190024"/>
                  </a:lnTo>
                  <a:lnTo>
                    <a:pt x="1862518" y="190214"/>
                  </a:lnTo>
                  <a:lnTo>
                    <a:pt x="1861566" y="191357"/>
                  </a:lnTo>
                  <a:lnTo>
                    <a:pt x="1861185" y="192310"/>
                  </a:lnTo>
                  <a:lnTo>
                    <a:pt x="1860804" y="193643"/>
                  </a:lnTo>
                  <a:lnTo>
                    <a:pt x="1860232" y="194786"/>
                  </a:lnTo>
                  <a:lnTo>
                    <a:pt x="1859375" y="195263"/>
                  </a:lnTo>
                  <a:lnTo>
                    <a:pt x="1857280" y="195644"/>
                  </a:lnTo>
                  <a:lnTo>
                    <a:pt x="1855756" y="196596"/>
                  </a:lnTo>
                  <a:lnTo>
                    <a:pt x="1853089" y="199644"/>
                  </a:lnTo>
                  <a:lnTo>
                    <a:pt x="1848612" y="203073"/>
                  </a:lnTo>
                  <a:lnTo>
                    <a:pt x="1837658" y="214979"/>
                  </a:lnTo>
                  <a:lnTo>
                    <a:pt x="1836325" y="216884"/>
                  </a:lnTo>
                  <a:lnTo>
                    <a:pt x="1835372" y="217456"/>
                  </a:lnTo>
                  <a:lnTo>
                    <a:pt x="1832896" y="217075"/>
                  </a:lnTo>
                  <a:lnTo>
                    <a:pt x="1831753" y="217265"/>
                  </a:lnTo>
                  <a:lnTo>
                    <a:pt x="1831181" y="218027"/>
                  </a:lnTo>
                  <a:lnTo>
                    <a:pt x="1829943" y="220028"/>
                  </a:lnTo>
                  <a:lnTo>
                    <a:pt x="1828324" y="223742"/>
                  </a:lnTo>
                  <a:lnTo>
                    <a:pt x="1827657" y="226124"/>
                  </a:lnTo>
                  <a:lnTo>
                    <a:pt x="1827371" y="228600"/>
                  </a:lnTo>
                  <a:lnTo>
                    <a:pt x="1827371" y="231839"/>
                  </a:lnTo>
                  <a:lnTo>
                    <a:pt x="1826514" y="233553"/>
                  </a:lnTo>
                  <a:lnTo>
                    <a:pt x="1822514" y="238125"/>
                  </a:lnTo>
                  <a:lnTo>
                    <a:pt x="1821275" y="240125"/>
                  </a:lnTo>
                  <a:lnTo>
                    <a:pt x="1821085" y="243078"/>
                  </a:lnTo>
                  <a:lnTo>
                    <a:pt x="1821561" y="244602"/>
                  </a:lnTo>
                  <a:lnTo>
                    <a:pt x="1821751" y="245936"/>
                  </a:lnTo>
                  <a:lnTo>
                    <a:pt x="1820513" y="248507"/>
                  </a:lnTo>
                  <a:lnTo>
                    <a:pt x="1819942" y="249746"/>
                  </a:lnTo>
                  <a:lnTo>
                    <a:pt x="1819656" y="250698"/>
                  </a:lnTo>
                  <a:lnTo>
                    <a:pt x="1819370" y="251555"/>
                  </a:lnTo>
                  <a:lnTo>
                    <a:pt x="1818608" y="252508"/>
                  </a:lnTo>
                  <a:lnTo>
                    <a:pt x="1814798" y="253365"/>
                  </a:lnTo>
                  <a:lnTo>
                    <a:pt x="1815179" y="255080"/>
                  </a:lnTo>
                  <a:lnTo>
                    <a:pt x="1816132" y="257747"/>
                  </a:lnTo>
                  <a:lnTo>
                    <a:pt x="1816417" y="260128"/>
                  </a:lnTo>
                  <a:lnTo>
                    <a:pt x="1814513" y="261176"/>
                  </a:lnTo>
                  <a:lnTo>
                    <a:pt x="1813750" y="261747"/>
                  </a:lnTo>
                  <a:lnTo>
                    <a:pt x="1811941" y="265462"/>
                  </a:lnTo>
                  <a:lnTo>
                    <a:pt x="1811179" y="266033"/>
                  </a:lnTo>
                  <a:lnTo>
                    <a:pt x="1809464" y="266605"/>
                  </a:lnTo>
                  <a:lnTo>
                    <a:pt x="1808702" y="267272"/>
                  </a:lnTo>
                  <a:lnTo>
                    <a:pt x="1808416" y="268034"/>
                  </a:lnTo>
                  <a:lnTo>
                    <a:pt x="1807655" y="271177"/>
                  </a:lnTo>
                  <a:lnTo>
                    <a:pt x="1807845" y="272606"/>
                  </a:lnTo>
                  <a:lnTo>
                    <a:pt x="1808321" y="273939"/>
                  </a:lnTo>
                  <a:lnTo>
                    <a:pt x="1808321" y="274796"/>
                  </a:lnTo>
                  <a:lnTo>
                    <a:pt x="1807369" y="275082"/>
                  </a:lnTo>
                  <a:lnTo>
                    <a:pt x="1804892" y="274415"/>
                  </a:lnTo>
                  <a:lnTo>
                    <a:pt x="1804130" y="274892"/>
                  </a:lnTo>
                  <a:lnTo>
                    <a:pt x="1803749" y="276892"/>
                  </a:lnTo>
                  <a:lnTo>
                    <a:pt x="1805940" y="280416"/>
                  </a:lnTo>
                  <a:lnTo>
                    <a:pt x="1804988" y="281559"/>
                  </a:lnTo>
                  <a:lnTo>
                    <a:pt x="1804511" y="281940"/>
                  </a:lnTo>
                  <a:lnTo>
                    <a:pt x="1803749" y="282131"/>
                  </a:lnTo>
                  <a:lnTo>
                    <a:pt x="1804321" y="284131"/>
                  </a:lnTo>
                  <a:lnTo>
                    <a:pt x="1804035" y="285941"/>
                  </a:lnTo>
                  <a:lnTo>
                    <a:pt x="1803464" y="287655"/>
                  </a:lnTo>
                  <a:lnTo>
                    <a:pt x="1803178" y="289465"/>
                  </a:lnTo>
                  <a:lnTo>
                    <a:pt x="1802987" y="291656"/>
                  </a:lnTo>
                  <a:lnTo>
                    <a:pt x="1802416" y="293084"/>
                  </a:lnTo>
                  <a:lnTo>
                    <a:pt x="1801368" y="294037"/>
                  </a:lnTo>
                  <a:lnTo>
                    <a:pt x="1799939" y="294227"/>
                  </a:lnTo>
                  <a:lnTo>
                    <a:pt x="1799939" y="297275"/>
                  </a:lnTo>
                  <a:lnTo>
                    <a:pt x="1797844" y="300133"/>
                  </a:lnTo>
                  <a:lnTo>
                    <a:pt x="1791462" y="304991"/>
                  </a:lnTo>
                  <a:lnTo>
                    <a:pt x="1790700" y="306038"/>
                  </a:lnTo>
                  <a:lnTo>
                    <a:pt x="1788986" y="309086"/>
                  </a:lnTo>
                  <a:lnTo>
                    <a:pt x="1784604" y="314230"/>
                  </a:lnTo>
                  <a:lnTo>
                    <a:pt x="1785556" y="316516"/>
                  </a:lnTo>
                  <a:lnTo>
                    <a:pt x="1785366" y="318992"/>
                  </a:lnTo>
                  <a:lnTo>
                    <a:pt x="1784414" y="321374"/>
                  </a:lnTo>
                  <a:lnTo>
                    <a:pt x="1782985" y="322898"/>
                  </a:lnTo>
                  <a:lnTo>
                    <a:pt x="1784318" y="325755"/>
                  </a:lnTo>
                  <a:lnTo>
                    <a:pt x="1784318" y="328517"/>
                  </a:lnTo>
                  <a:lnTo>
                    <a:pt x="1783556" y="333661"/>
                  </a:lnTo>
                  <a:lnTo>
                    <a:pt x="1782889" y="335375"/>
                  </a:lnTo>
                  <a:lnTo>
                    <a:pt x="1779746" y="340519"/>
                  </a:lnTo>
                  <a:lnTo>
                    <a:pt x="1778603" y="341948"/>
                  </a:lnTo>
                  <a:lnTo>
                    <a:pt x="1776603" y="343091"/>
                  </a:lnTo>
                  <a:lnTo>
                    <a:pt x="1775460" y="343472"/>
                  </a:lnTo>
                  <a:lnTo>
                    <a:pt x="1774507" y="343567"/>
                  </a:lnTo>
                  <a:lnTo>
                    <a:pt x="1773841" y="344234"/>
                  </a:lnTo>
                  <a:lnTo>
                    <a:pt x="1773079" y="347282"/>
                  </a:lnTo>
                  <a:lnTo>
                    <a:pt x="1772317" y="347948"/>
                  </a:lnTo>
                  <a:lnTo>
                    <a:pt x="1771079" y="348234"/>
                  </a:lnTo>
                  <a:lnTo>
                    <a:pt x="1770507" y="349091"/>
                  </a:lnTo>
                  <a:lnTo>
                    <a:pt x="1770031" y="350234"/>
                  </a:lnTo>
                  <a:lnTo>
                    <a:pt x="1769269" y="351377"/>
                  </a:lnTo>
                  <a:lnTo>
                    <a:pt x="1768316" y="352044"/>
                  </a:lnTo>
                  <a:lnTo>
                    <a:pt x="1767459" y="352330"/>
                  </a:lnTo>
                  <a:lnTo>
                    <a:pt x="1766697" y="352711"/>
                  </a:lnTo>
                  <a:lnTo>
                    <a:pt x="1766030" y="354044"/>
                  </a:lnTo>
                  <a:lnTo>
                    <a:pt x="1766125" y="355473"/>
                  </a:lnTo>
                  <a:lnTo>
                    <a:pt x="1764316" y="362712"/>
                  </a:lnTo>
                  <a:lnTo>
                    <a:pt x="1764030" y="363379"/>
                  </a:lnTo>
                  <a:lnTo>
                    <a:pt x="1763554" y="363950"/>
                  </a:lnTo>
                  <a:lnTo>
                    <a:pt x="1763268" y="364617"/>
                  </a:lnTo>
                  <a:lnTo>
                    <a:pt x="1763554" y="365570"/>
                  </a:lnTo>
                  <a:lnTo>
                    <a:pt x="1763935" y="366046"/>
                  </a:lnTo>
                  <a:lnTo>
                    <a:pt x="1764125" y="366236"/>
                  </a:lnTo>
                  <a:lnTo>
                    <a:pt x="1764316" y="366522"/>
                  </a:lnTo>
                  <a:lnTo>
                    <a:pt x="1764316" y="367379"/>
                  </a:lnTo>
                  <a:lnTo>
                    <a:pt x="1764030" y="367760"/>
                  </a:lnTo>
                  <a:lnTo>
                    <a:pt x="1762697" y="372047"/>
                  </a:lnTo>
                  <a:lnTo>
                    <a:pt x="1760506" y="374618"/>
                  </a:lnTo>
                  <a:lnTo>
                    <a:pt x="1759744" y="375857"/>
                  </a:lnTo>
                  <a:lnTo>
                    <a:pt x="1759077" y="376047"/>
                  </a:lnTo>
                  <a:lnTo>
                    <a:pt x="1756600" y="375952"/>
                  </a:lnTo>
                  <a:lnTo>
                    <a:pt x="1755553" y="376238"/>
                  </a:lnTo>
                  <a:lnTo>
                    <a:pt x="1754886" y="377190"/>
                  </a:lnTo>
                  <a:lnTo>
                    <a:pt x="1754219" y="378619"/>
                  </a:lnTo>
                  <a:lnTo>
                    <a:pt x="1753838" y="380048"/>
                  </a:lnTo>
                  <a:lnTo>
                    <a:pt x="1754505" y="380619"/>
                  </a:lnTo>
                  <a:lnTo>
                    <a:pt x="1756886" y="380714"/>
                  </a:lnTo>
                  <a:lnTo>
                    <a:pt x="1757648" y="381476"/>
                  </a:lnTo>
                  <a:lnTo>
                    <a:pt x="1757172" y="383191"/>
                  </a:lnTo>
                  <a:lnTo>
                    <a:pt x="1758220" y="383381"/>
                  </a:lnTo>
                  <a:lnTo>
                    <a:pt x="1760220" y="383096"/>
                  </a:lnTo>
                  <a:lnTo>
                    <a:pt x="1761077" y="383191"/>
                  </a:lnTo>
                  <a:lnTo>
                    <a:pt x="1761839" y="383572"/>
                  </a:lnTo>
                  <a:lnTo>
                    <a:pt x="1762887" y="384715"/>
                  </a:lnTo>
                  <a:lnTo>
                    <a:pt x="1763268" y="384905"/>
                  </a:lnTo>
                  <a:lnTo>
                    <a:pt x="1768316" y="383762"/>
                  </a:lnTo>
                  <a:lnTo>
                    <a:pt x="1769840" y="383953"/>
                  </a:lnTo>
                  <a:lnTo>
                    <a:pt x="1771364" y="384524"/>
                  </a:lnTo>
                  <a:lnTo>
                    <a:pt x="1771650" y="385096"/>
                  </a:lnTo>
                  <a:lnTo>
                    <a:pt x="1772317" y="387763"/>
                  </a:lnTo>
                  <a:lnTo>
                    <a:pt x="1772412" y="388811"/>
                  </a:lnTo>
                  <a:lnTo>
                    <a:pt x="1772126" y="389668"/>
                  </a:lnTo>
                  <a:lnTo>
                    <a:pt x="1771174" y="390049"/>
                  </a:lnTo>
                  <a:lnTo>
                    <a:pt x="1770221" y="390906"/>
                  </a:lnTo>
                  <a:lnTo>
                    <a:pt x="1769840" y="393192"/>
                  </a:lnTo>
                  <a:lnTo>
                    <a:pt x="1769650" y="400526"/>
                  </a:lnTo>
                  <a:lnTo>
                    <a:pt x="1769936" y="401288"/>
                  </a:lnTo>
                  <a:lnTo>
                    <a:pt x="1770698" y="402336"/>
                  </a:lnTo>
                  <a:lnTo>
                    <a:pt x="1770983" y="403289"/>
                  </a:lnTo>
                  <a:lnTo>
                    <a:pt x="1770983" y="404622"/>
                  </a:lnTo>
                  <a:lnTo>
                    <a:pt x="1770698" y="409861"/>
                  </a:lnTo>
                  <a:lnTo>
                    <a:pt x="1770221" y="412052"/>
                  </a:lnTo>
                  <a:lnTo>
                    <a:pt x="1769459" y="414052"/>
                  </a:lnTo>
                  <a:lnTo>
                    <a:pt x="1768507" y="416052"/>
                  </a:lnTo>
                  <a:lnTo>
                    <a:pt x="1767268" y="417576"/>
                  </a:lnTo>
                  <a:lnTo>
                    <a:pt x="1763268" y="421481"/>
                  </a:lnTo>
                  <a:lnTo>
                    <a:pt x="1761077" y="424434"/>
                  </a:lnTo>
                  <a:lnTo>
                    <a:pt x="1759839" y="425672"/>
                  </a:lnTo>
                  <a:lnTo>
                    <a:pt x="1758315" y="426625"/>
                  </a:lnTo>
                  <a:lnTo>
                    <a:pt x="1750505" y="429197"/>
                  </a:lnTo>
                  <a:lnTo>
                    <a:pt x="1742408" y="430054"/>
                  </a:lnTo>
                  <a:lnTo>
                    <a:pt x="1740217" y="429768"/>
                  </a:lnTo>
                  <a:lnTo>
                    <a:pt x="1738979" y="429387"/>
                  </a:lnTo>
                  <a:lnTo>
                    <a:pt x="1738027" y="428816"/>
                  </a:lnTo>
                  <a:lnTo>
                    <a:pt x="1737074" y="428530"/>
                  </a:lnTo>
                  <a:lnTo>
                    <a:pt x="1736217" y="429006"/>
                  </a:lnTo>
                  <a:lnTo>
                    <a:pt x="1735360" y="429768"/>
                  </a:lnTo>
                  <a:lnTo>
                    <a:pt x="1734503" y="430054"/>
                  </a:lnTo>
                  <a:lnTo>
                    <a:pt x="1726501" y="431673"/>
                  </a:lnTo>
                  <a:lnTo>
                    <a:pt x="1722501" y="433292"/>
                  </a:lnTo>
                  <a:lnTo>
                    <a:pt x="1720215" y="433769"/>
                  </a:lnTo>
                  <a:lnTo>
                    <a:pt x="1716881" y="432245"/>
                  </a:lnTo>
                  <a:lnTo>
                    <a:pt x="1714786" y="433102"/>
                  </a:lnTo>
                  <a:lnTo>
                    <a:pt x="1711262" y="436055"/>
                  </a:lnTo>
                  <a:lnTo>
                    <a:pt x="1708880" y="437293"/>
                  </a:lnTo>
                  <a:lnTo>
                    <a:pt x="1707547" y="438722"/>
                  </a:lnTo>
                  <a:lnTo>
                    <a:pt x="1704880" y="440627"/>
                  </a:lnTo>
                  <a:lnTo>
                    <a:pt x="1703070" y="442817"/>
                  </a:lnTo>
                  <a:lnTo>
                    <a:pt x="1702498" y="443675"/>
                  </a:lnTo>
                  <a:lnTo>
                    <a:pt x="1702117" y="444722"/>
                  </a:lnTo>
                  <a:lnTo>
                    <a:pt x="1701737" y="447008"/>
                  </a:lnTo>
                  <a:lnTo>
                    <a:pt x="1701356" y="447770"/>
                  </a:lnTo>
                  <a:lnTo>
                    <a:pt x="1699736" y="448723"/>
                  </a:lnTo>
                  <a:lnTo>
                    <a:pt x="1694688" y="449771"/>
                  </a:lnTo>
                  <a:lnTo>
                    <a:pt x="1693736" y="450818"/>
                  </a:lnTo>
                  <a:lnTo>
                    <a:pt x="1693069" y="453962"/>
                  </a:lnTo>
                  <a:lnTo>
                    <a:pt x="1691545" y="455200"/>
                  </a:lnTo>
                  <a:lnTo>
                    <a:pt x="1689545" y="455581"/>
                  </a:lnTo>
                  <a:lnTo>
                    <a:pt x="1687639" y="456343"/>
                  </a:lnTo>
                  <a:lnTo>
                    <a:pt x="1682591" y="461010"/>
                  </a:lnTo>
                  <a:lnTo>
                    <a:pt x="1681639" y="461010"/>
                  </a:lnTo>
                  <a:lnTo>
                    <a:pt x="1681163" y="463106"/>
                  </a:lnTo>
                  <a:lnTo>
                    <a:pt x="1679924" y="465201"/>
                  </a:lnTo>
                  <a:lnTo>
                    <a:pt x="1678305" y="466916"/>
                  </a:lnTo>
                  <a:lnTo>
                    <a:pt x="1676781" y="468154"/>
                  </a:lnTo>
                  <a:lnTo>
                    <a:pt x="1671733" y="470535"/>
                  </a:lnTo>
                  <a:lnTo>
                    <a:pt x="1670399" y="471964"/>
                  </a:lnTo>
                  <a:lnTo>
                    <a:pt x="1668971" y="473774"/>
                  </a:lnTo>
                  <a:lnTo>
                    <a:pt x="1667637" y="475202"/>
                  </a:lnTo>
                  <a:lnTo>
                    <a:pt x="1664589" y="477393"/>
                  </a:lnTo>
                  <a:lnTo>
                    <a:pt x="1657731" y="480917"/>
                  </a:lnTo>
                  <a:lnTo>
                    <a:pt x="1655636" y="482727"/>
                  </a:lnTo>
                  <a:lnTo>
                    <a:pt x="1654778" y="483489"/>
                  </a:lnTo>
                  <a:lnTo>
                    <a:pt x="1653159" y="487585"/>
                  </a:lnTo>
                  <a:lnTo>
                    <a:pt x="1650587" y="487966"/>
                  </a:lnTo>
                  <a:lnTo>
                    <a:pt x="1650206" y="488061"/>
                  </a:lnTo>
                  <a:lnTo>
                    <a:pt x="1649825" y="487966"/>
                  </a:lnTo>
                  <a:lnTo>
                    <a:pt x="1649063" y="487966"/>
                  </a:lnTo>
                  <a:lnTo>
                    <a:pt x="1648492" y="487680"/>
                  </a:lnTo>
                  <a:lnTo>
                    <a:pt x="1647539" y="486918"/>
                  </a:lnTo>
                  <a:lnTo>
                    <a:pt x="1646873" y="486823"/>
                  </a:lnTo>
                  <a:lnTo>
                    <a:pt x="1645444" y="487585"/>
                  </a:lnTo>
                  <a:lnTo>
                    <a:pt x="1644777" y="487871"/>
                  </a:lnTo>
                  <a:lnTo>
                    <a:pt x="1644015" y="487585"/>
                  </a:lnTo>
                  <a:lnTo>
                    <a:pt x="1621155" y="475107"/>
                  </a:lnTo>
                  <a:lnTo>
                    <a:pt x="1603534" y="474155"/>
                  </a:lnTo>
                  <a:lnTo>
                    <a:pt x="1587913" y="467963"/>
                  </a:lnTo>
                  <a:lnTo>
                    <a:pt x="1561148" y="452057"/>
                  </a:lnTo>
                  <a:lnTo>
                    <a:pt x="1558099" y="449390"/>
                  </a:lnTo>
                  <a:lnTo>
                    <a:pt x="1541240" y="487204"/>
                  </a:lnTo>
                  <a:lnTo>
                    <a:pt x="1540002" y="490061"/>
                  </a:lnTo>
                  <a:lnTo>
                    <a:pt x="1523238" y="528161"/>
                  </a:lnTo>
                  <a:lnTo>
                    <a:pt x="1506379" y="565976"/>
                  </a:lnTo>
                  <a:lnTo>
                    <a:pt x="1506093" y="568166"/>
                  </a:lnTo>
                  <a:lnTo>
                    <a:pt x="1507236" y="572357"/>
                  </a:lnTo>
                  <a:lnTo>
                    <a:pt x="1507236" y="574548"/>
                  </a:lnTo>
                  <a:lnTo>
                    <a:pt x="1505617" y="578453"/>
                  </a:lnTo>
                  <a:lnTo>
                    <a:pt x="1487424" y="607028"/>
                  </a:lnTo>
                  <a:lnTo>
                    <a:pt x="1486757" y="609029"/>
                  </a:lnTo>
                  <a:lnTo>
                    <a:pt x="1486376" y="611505"/>
                  </a:lnTo>
                  <a:lnTo>
                    <a:pt x="1486376" y="613886"/>
                  </a:lnTo>
                  <a:lnTo>
                    <a:pt x="1488186" y="637794"/>
                  </a:lnTo>
                  <a:lnTo>
                    <a:pt x="1487424" y="641604"/>
                  </a:lnTo>
                  <a:lnTo>
                    <a:pt x="1485043" y="643795"/>
                  </a:lnTo>
                  <a:lnTo>
                    <a:pt x="1466374" y="652748"/>
                  </a:lnTo>
                  <a:lnTo>
                    <a:pt x="1464564" y="654844"/>
                  </a:lnTo>
                  <a:lnTo>
                    <a:pt x="1464564" y="655987"/>
                  </a:lnTo>
                  <a:lnTo>
                    <a:pt x="1467136" y="671322"/>
                  </a:lnTo>
                  <a:lnTo>
                    <a:pt x="1468374" y="678466"/>
                  </a:lnTo>
                  <a:lnTo>
                    <a:pt x="1469517" y="681228"/>
                  </a:lnTo>
                  <a:lnTo>
                    <a:pt x="1471422" y="683895"/>
                  </a:lnTo>
                  <a:lnTo>
                    <a:pt x="1491615" y="705517"/>
                  </a:lnTo>
                  <a:lnTo>
                    <a:pt x="1496568" y="708089"/>
                  </a:lnTo>
                  <a:lnTo>
                    <a:pt x="1501235" y="705040"/>
                  </a:lnTo>
                  <a:lnTo>
                    <a:pt x="1510093" y="693515"/>
                  </a:lnTo>
                  <a:lnTo>
                    <a:pt x="1517904" y="688372"/>
                  </a:lnTo>
                  <a:lnTo>
                    <a:pt x="1522857" y="686848"/>
                  </a:lnTo>
                  <a:lnTo>
                    <a:pt x="1537716" y="690086"/>
                  </a:lnTo>
                  <a:lnTo>
                    <a:pt x="1543336" y="689991"/>
                  </a:lnTo>
                  <a:lnTo>
                    <a:pt x="1563529" y="685514"/>
                  </a:lnTo>
                  <a:lnTo>
                    <a:pt x="1569148" y="685229"/>
                  </a:lnTo>
                  <a:lnTo>
                    <a:pt x="1571625" y="685705"/>
                  </a:lnTo>
                  <a:lnTo>
                    <a:pt x="1581150" y="689801"/>
                  </a:lnTo>
                  <a:lnTo>
                    <a:pt x="1587151" y="691991"/>
                  </a:lnTo>
                  <a:lnTo>
                    <a:pt x="1588865" y="693039"/>
                  </a:lnTo>
                  <a:lnTo>
                    <a:pt x="1608677" y="711613"/>
                  </a:lnTo>
                  <a:lnTo>
                    <a:pt x="1612201" y="711994"/>
                  </a:lnTo>
                  <a:lnTo>
                    <a:pt x="1615249" y="707803"/>
                  </a:lnTo>
                  <a:lnTo>
                    <a:pt x="1618202" y="702564"/>
                  </a:lnTo>
                  <a:lnTo>
                    <a:pt x="1621155" y="699326"/>
                  </a:lnTo>
                  <a:lnTo>
                    <a:pt x="1625441" y="695897"/>
                  </a:lnTo>
                  <a:lnTo>
                    <a:pt x="1642586" y="673227"/>
                  </a:lnTo>
                  <a:lnTo>
                    <a:pt x="1644587" y="671322"/>
                  </a:lnTo>
                  <a:lnTo>
                    <a:pt x="1648492" y="669989"/>
                  </a:lnTo>
                  <a:lnTo>
                    <a:pt x="1661065" y="670751"/>
                  </a:lnTo>
                  <a:lnTo>
                    <a:pt x="1663065" y="670560"/>
                  </a:lnTo>
                  <a:lnTo>
                    <a:pt x="1668399" y="668179"/>
                  </a:lnTo>
                  <a:lnTo>
                    <a:pt x="1673066" y="667226"/>
                  </a:lnTo>
                  <a:lnTo>
                    <a:pt x="1677829" y="667131"/>
                  </a:lnTo>
                  <a:lnTo>
                    <a:pt x="1679734" y="667703"/>
                  </a:lnTo>
                  <a:lnTo>
                    <a:pt x="1683544" y="670179"/>
                  </a:lnTo>
                  <a:lnTo>
                    <a:pt x="1685639" y="670751"/>
                  </a:lnTo>
                  <a:lnTo>
                    <a:pt x="1701070" y="671798"/>
                  </a:lnTo>
                  <a:lnTo>
                    <a:pt x="1706594" y="674561"/>
                  </a:lnTo>
                  <a:lnTo>
                    <a:pt x="1711642" y="680657"/>
                  </a:lnTo>
                  <a:lnTo>
                    <a:pt x="1720310" y="695039"/>
                  </a:lnTo>
                  <a:lnTo>
                    <a:pt x="1724597" y="699516"/>
                  </a:lnTo>
                  <a:lnTo>
                    <a:pt x="1740980" y="706755"/>
                  </a:lnTo>
                  <a:lnTo>
                    <a:pt x="1747933" y="709327"/>
                  </a:lnTo>
                  <a:lnTo>
                    <a:pt x="1749838" y="710660"/>
                  </a:lnTo>
                  <a:lnTo>
                    <a:pt x="1750981" y="712470"/>
                  </a:lnTo>
                  <a:lnTo>
                    <a:pt x="1751552" y="714661"/>
                  </a:lnTo>
                  <a:lnTo>
                    <a:pt x="1752505" y="723138"/>
                  </a:lnTo>
                  <a:lnTo>
                    <a:pt x="1752981" y="725138"/>
                  </a:lnTo>
                  <a:lnTo>
                    <a:pt x="1753933" y="726567"/>
                  </a:lnTo>
                  <a:lnTo>
                    <a:pt x="1755743" y="727710"/>
                  </a:lnTo>
                  <a:lnTo>
                    <a:pt x="1763268" y="730567"/>
                  </a:lnTo>
                  <a:lnTo>
                    <a:pt x="1766411" y="731615"/>
                  </a:lnTo>
                  <a:lnTo>
                    <a:pt x="1767935" y="732568"/>
                  </a:lnTo>
                  <a:lnTo>
                    <a:pt x="1768602" y="734282"/>
                  </a:lnTo>
                  <a:lnTo>
                    <a:pt x="1768221" y="735425"/>
                  </a:lnTo>
                  <a:lnTo>
                    <a:pt x="1766316" y="738092"/>
                  </a:lnTo>
                  <a:lnTo>
                    <a:pt x="1765745" y="739807"/>
                  </a:lnTo>
                  <a:lnTo>
                    <a:pt x="1768792" y="740759"/>
                  </a:lnTo>
                  <a:lnTo>
                    <a:pt x="1781270" y="752285"/>
                  </a:lnTo>
                  <a:lnTo>
                    <a:pt x="1782413" y="753618"/>
                  </a:lnTo>
                  <a:lnTo>
                    <a:pt x="1783461" y="755809"/>
                  </a:lnTo>
                  <a:lnTo>
                    <a:pt x="1784223" y="757714"/>
                  </a:lnTo>
                  <a:lnTo>
                    <a:pt x="1785175" y="759142"/>
                  </a:lnTo>
                  <a:lnTo>
                    <a:pt x="1790129" y="760571"/>
                  </a:lnTo>
                  <a:lnTo>
                    <a:pt x="1793462" y="763143"/>
                  </a:lnTo>
                  <a:lnTo>
                    <a:pt x="1799177" y="769811"/>
                  </a:lnTo>
                  <a:lnTo>
                    <a:pt x="1801463" y="773430"/>
                  </a:lnTo>
                  <a:lnTo>
                    <a:pt x="1803464" y="777431"/>
                  </a:lnTo>
                  <a:lnTo>
                    <a:pt x="1803940" y="779717"/>
                  </a:lnTo>
                  <a:lnTo>
                    <a:pt x="1804035" y="786670"/>
                  </a:lnTo>
                  <a:lnTo>
                    <a:pt x="1804321" y="788003"/>
                  </a:lnTo>
                  <a:lnTo>
                    <a:pt x="1804511" y="788670"/>
                  </a:lnTo>
                  <a:lnTo>
                    <a:pt x="1804702" y="789242"/>
                  </a:lnTo>
                  <a:lnTo>
                    <a:pt x="1805845" y="790956"/>
                  </a:lnTo>
                  <a:lnTo>
                    <a:pt x="1808512" y="793718"/>
                  </a:lnTo>
                  <a:lnTo>
                    <a:pt x="1809655" y="795242"/>
                  </a:lnTo>
                  <a:lnTo>
                    <a:pt x="1810036" y="796195"/>
                  </a:lnTo>
                  <a:lnTo>
                    <a:pt x="1810322" y="797147"/>
                  </a:lnTo>
                  <a:lnTo>
                    <a:pt x="1810607" y="798005"/>
                  </a:lnTo>
                  <a:lnTo>
                    <a:pt x="1811274" y="798862"/>
                  </a:lnTo>
                  <a:lnTo>
                    <a:pt x="1812131" y="799052"/>
                  </a:lnTo>
                  <a:lnTo>
                    <a:pt x="1813465" y="799148"/>
                  </a:lnTo>
                  <a:lnTo>
                    <a:pt x="1814608" y="799529"/>
                  </a:lnTo>
                  <a:lnTo>
                    <a:pt x="1814798" y="800290"/>
                  </a:lnTo>
                  <a:lnTo>
                    <a:pt x="1814322" y="801529"/>
                  </a:lnTo>
                  <a:lnTo>
                    <a:pt x="1813941" y="802386"/>
                  </a:lnTo>
                  <a:lnTo>
                    <a:pt x="1813655" y="803339"/>
                  </a:lnTo>
                  <a:lnTo>
                    <a:pt x="1813655" y="804767"/>
                  </a:lnTo>
                  <a:lnTo>
                    <a:pt x="1813750" y="805339"/>
                  </a:lnTo>
                  <a:lnTo>
                    <a:pt x="1814036" y="805815"/>
                  </a:lnTo>
                  <a:lnTo>
                    <a:pt x="1814417" y="806101"/>
                  </a:lnTo>
                  <a:lnTo>
                    <a:pt x="1814893" y="806387"/>
                  </a:lnTo>
                  <a:lnTo>
                    <a:pt x="1815370" y="806863"/>
                  </a:lnTo>
                  <a:lnTo>
                    <a:pt x="1815274" y="807434"/>
                  </a:lnTo>
                  <a:lnTo>
                    <a:pt x="1815084" y="808196"/>
                  </a:lnTo>
                  <a:lnTo>
                    <a:pt x="1814989" y="808958"/>
                  </a:lnTo>
                  <a:lnTo>
                    <a:pt x="1814989" y="811530"/>
                  </a:lnTo>
                  <a:lnTo>
                    <a:pt x="1814036" y="815245"/>
                  </a:lnTo>
                  <a:lnTo>
                    <a:pt x="1813750" y="817245"/>
                  </a:lnTo>
                  <a:lnTo>
                    <a:pt x="1814131" y="818293"/>
                  </a:lnTo>
                  <a:lnTo>
                    <a:pt x="1815370" y="820388"/>
                  </a:lnTo>
                  <a:lnTo>
                    <a:pt x="1815656" y="821246"/>
                  </a:lnTo>
                  <a:lnTo>
                    <a:pt x="1815465" y="822389"/>
                  </a:lnTo>
                  <a:lnTo>
                    <a:pt x="1814989" y="823246"/>
                  </a:lnTo>
                  <a:lnTo>
                    <a:pt x="1814322" y="824008"/>
                  </a:lnTo>
                  <a:lnTo>
                    <a:pt x="1812989" y="826580"/>
                  </a:lnTo>
                  <a:lnTo>
                    <a:pt x="1811464" y="828104"/>
                  </a:lnTo>
                  <a:lnTo>
                    <a:pt x="1809845" y="829151"/>
                  </a:lnTo>
                  <a:lnTo>
                    <a:pt x="1808512" y="829056"/>
                  </a:lnTo>
                  <a:lnTo>
                    <a:pt x="1806797" y="828199"/>
                  </a:lnTo>
                  <a:lnTo>
                    <a:pt x="1805749" y="828580"/>
                  </a:lnTo>
                  <a:lnTo>
                    <a:pt x="1804702" y="830009"/>
                  </a:lnTo>
                  <a:lnTo>
                    <a:pt x="1803464" y="832199"/>
                  </a:lnTo>
                  <a:lnTo>
                    <a:pt x="1802321" y="833533"/>
                  </a:lnTo>
                  <a:lnTo>
                    <a:pt x="1800701" y="834676"/>
                  </a:lnTo>
                  <a:lnTo>
                    <a:pt x="1798987" y="835628"/>
                  </a:lnTo>
                  <a:lnTo>
                    <a:pt x="1797558" y="836009"/>
                  </a:lnTo>
                  <a:lnTo>
                    <a:pt x="1795843" y="835438"/>
                  </a:lnTo>
                  <a:lnTo>
                    <a:pt x="1792986" y="833152"/>
                  </a:lnTo>
                  <a:lnTo>
                    <a:pt x="1791367" y="832771"/>
                  </a:lnTo>
                  <a:lnTo>
                    <a:pt x="1789176" y="832771"/>
                  </a:lnTo>
                  <a:lnTo>
                    <a:pt x="1783271" y="831818"/>
                  </a:lnTo>
                  <a:lnTo>
                    <a:pt x="1779365" y="831818"/>
                  </a:lnTo>
                  <a:lnTo>
                    <a:pt x="1772222" y="833533"/>
                  </a:lnTo>
                  <a:lnTo>
                    <a:pt x="1768507" y="833628"/>
                  </a:lnTo>
                  <a:lnTo>
                    <a:pt x="1748218" y="827913"/>
                  </a:lnTo>
                  <a:lnTo>
                    <a:pt x="1746123" y="827056"/>
                  </a:lnTo>
                  <a:lnTo>
                    <a:pt x="1744313" y="825341"/>
                  </a:lnTo>
                  <a:lnTo>
                    <a:pt x="1742027" y="820579"/>
                  </a:lnTo>
                  <a:lnTo>
                    <a:pt x="1740598" y="818674"/>
                  </a:lnTo>
                  <a:lnTo>
                    <a:pt x="1738979" y="819150"/>
                  </a:lnTo>
                  <a:lnTo>
                    <a:pt x="1736979" y="821627"/>
                  </a:lnTo>
                  <a:lnTo>
                    <a:pt x="1735741" y="822293"/>
                  </a:lnTo>
                  <a:lnTo>
                    <a:pt x="1734407" y="821817"/>
                  </a:lnTo>
                  <a:lnTo>
                    <a:pt x="1733550" y="820198"/>
                  </a:lnTo>
                  <a:lnTo>
                    <a:pt x="1733169" y="818293"/>
                  </a:lnTo>
                  <a:lnTo>
                    <a:pt x="1732598" y="816674"/>
                  </a:lnTo>
                  <a:lnTo>
                    <a:pt x="1730883" y="815816"/>
                  </a:lnTo>
                  <a:lnTo>
                    <a:pt x="1728502" y="816674"/>
                  </a:lnTo>
                  <a:lnTo>
                    <a:pt x="1726597" y="819055"/>
                  </a:lnTo>
                  <a:lnTo>
                    <a:pt x="1723549" y="824484"/>
                  </a:lnTo>
                  <a:lnTo>
                    <a:pt x="1720787" y="826103"/>
                  </a:lnTo>
                  <a:lnTo>
                    <a:pt x="1718024" y="825341"/>
                  </a:lnTo>
                  <a:lnTo>
                    <a:pt x="1714976" y="823722"/>
                  </a:lnTo>
                  <a:lnTo>
                    <a:pt x="1711928" y="822770"/>
                  </a:lnTo>
                  <a:lnTo>
                    <a:pt x="1710785" y="823055"/>
                  </a:lnTo>
                  <a:lnTo>
                    <a:pt x="1708595" y="824579"/>
                  </a:lnTo>
                  <a:lnTo>
                    <a:pt x="1707356" y="825056"/>
                  </a:lnTo>
                  <a:lnTo>
                    <a:pt x="1701070" y="825056"/>
                  </a:lnTo>
                  <a:lnTo>
                    <a:pt x="1698022" y="824484"/>
                  </a:lnTo>
                  <a:lnTo>
                    <a:pt x="1692973" y="821817"/>
                  </a:lnTo>
                  <a:lnTo>
                    <a:pt x="1690116" y="820865"/>
                  </a:lnTo>
                  <a:lnTo>
                    <a:pt x="1687258" y="820579"/>
                  </a:lnTo>
                  <a:lnTo>
                    <a:pt x="1684782" y="820769"/>
                  </a:lnTo>
                  <a:lnTo>
                    <a:pt x="1682306" y="821627"/>
                  </a:lnTo>
                  <a:lnTo>
                    <a:pt x="1679734" y="823341"/>
                  </a:lnTo>
                  <a:lnTo>
                    <a:pt x="1676781" y="825913"/>
                  </a:lnTo>
                  <a:lnTo>
                    <a:pt x="1675733" y="826389"/>
                  </a:lnTo>
                  <a:lnTo>
                    <a:pt x="1671447" y="826580"/>
                  </a:lnTo>
                  <a:lnTo>
                    <a:pt x="1669923" y="827151"/>
                  </a:lnTo>
                  <a:lnTo>
                    <a:pt x="1663732" y="831914"/>
                  </a:lnTo>
                  <a:lnTo>
                    <a:pt x="1661065" y="832295"/>
                  </a:lnTo>
                  <a:lnTo>
                    <a:pt x="1657159" y="833247"/>
                  </a:lnTo>
                  <a:lnTo>
                    <a:pt x="1655350" y="834104"/>
                  </a:lnTo>
                  <a:lnTo>
                    <a:pt x="1653540" y="835438"/>
                  </a:lnTo>
                  <a:lnTo>
                    <a:pt x="1652016" y="837343"/>
                  </a:lnTo>
                  <a:lnTo>
                    <a:pt x="1649921" y="841629"/>
                  </a:lnTo>
                  <a:lnTo>
                    <a:pt x="1648682" y="843439"/>
                  </a:lnTo>
                  <a:lnTo>
                    <a:pt x="1647063" y="844296"/>
                  </a:lnTo>
                  <a:lnTo>
                    <a:pt x="1638967" y="845153"/>
                  </a:lnTo>
                  <a:lnTo>
                    <a:pt x="1637157" y="844772"/>
                  </a:lnTo>
                  <a:lnTo>
                    <a:pt x="1633347" y="842486"/>
                  </a:lnTo>
                  <a:lnTo>
                    <a:pt x="1631918" y="840772"/>
                  </a:lnTo>
                  <a:lnTo>
                    <a:pt x="1629823" y="835914"/>
                  </a:lnTo>
                  <a:lnTo>
                    <a:pt x="1628775" y="834581"/>
                  </a:lnTo>
                  <a:lnTo>
                    <a:pt x="1627823" y="834866"/>
                  </a:lnTo>
                  <a:lnTo>
                    <a:pt x="1624108" y="837533"/>
                  </a:lnTo>
                  <a:lnTo>
                    <a:pt x="1623441" y="837629"/>
                  </a:lnTo>
                  <a:lnTo>
                    <a:pt x="1622679" y="837438"/>
                  </a:lnTo>
                  <a:lnTo>
                    <a:pt x="1621155" y="836771"/>
                  </a:lnTo>
                  <a:lnTo>
                    <a:pt x="1614773" y="838390"/>
                  </a:lnTo>
                  <a:lnTo>
                    <a:pt x="1616107" y="842010"/>
                  </a:lnTo>
                  <a:lnTo>
                    <a:pt x="1616297" y="843725"/>
                  </a:lnTo>
                  <a:lnTo>
                    <a:pt x="1615726" y="845344"/>
                  </a:lnTo>
                  <a:lnTo>
                    <a:pt x="1612868" y="849440"/>
                  </a:lnTo>
                  <a:lnTo>
                    <a:pt x="1611916" y="852583"/>
                  </a:lnTo>
                  <a:lnTo>
                    <a:pt x="1611535" y="860584"/>
                  </a:lnTo>
                  <a:lnTo>
                    <a:pt x="1610297" y="863156"/>
                  </a:lnTo>
                  <a:lnTo>
                    <a:pt x="1607439" y="863917"/>
                  </a:lnTo>
                  <a:lnTo>
                    <a:pt x="1580007" y="862013"/>
                  </a:lnTo>
                  <a:lnTo>
                    <a:pt x="1569911" y="859727"/>
                  </a:lnTo>
                  <a:lnTo>
                    <a:pt x="1568482" y="859727"/>
                  </a:lnTo>
                  <a:lnTo>
                    <a:pt x="1567720" y="860108"/>
                  </a:lnTo>
                  <a:lnTo>
                    <a:pt x="1566100" y="862108"/>
                  </a:lnTo>
                  <a:lnTo>
                    <a:pt x="1561148" y="866394"/>
                  </a:lnTo>
                  <a:lnTo>
                    <a:pt x="1559909" y="866965"/>
                  </a:lnTo>
                  <a:lnTo>
                    <a:pt x="1554956" y="867632"/>
                  </a:lnTo>
                  <a:lnTo>
                    <a:pt x="1551623" y="868680"/>
                  </a:lnTo>
                  <a:lnTo>
                    <a:pt x="1549908" y="869918"/>
                  </a:lnTo>
                  <a:lnTo>
                    <a:pt x="1548860" y="870776"/>
                  </a:lnTo>
                  <a:lnTo>
                    <a:pt x="1547241" y="874395"/>
                  </a:lnTo>
                  <a:lnTo>
                    <a:pt x="1546574" y="876490"/>
                  </a:lnTo>
                  <a:lnTo>
                    <a:pt x="1545336" y="878110"/>
                  </a:lnTo>
                  <a:lnTo>
                    <a:pt x="1531906" y="892112"/>
                  </a:lnTo>
                  <a:lnTo>
                    <a:pt x="1520476" y="914781"/>
                  </a:lnTo>
                  <a:lnTo>
                    <a:pt x="1519999" y="917829"/>
                  </a:lnTo>
                  <a:lnTo>
                    <a:pt x="1521047" y="921449"/>
                  </a:lnTo>
                  <a:lnTo>
                    <a:pt x="1522762" y="924020"/>
                  </a:lnTo>
                  <a:lnTo>
                    <a:pt x="1523524" y="926783"/>
                  </a:lnTo>
                  <a:lnTo>
                    <a:pt x="1521809" y="930592"/>
                  </a:lnTo>
                  <a:lnTo>
                    <a:pt x="1516951" y="937451"/>
                  </a:lnTo>
                  <a:lnTo>
                    <a:pt x="1514951" y="939165"/>
                  </a:lnTo>
                  <a:lnTo>
                    <a:pt x="1510951" y="941165"/>
                  </a:lnTo>
                  <a:lnTo>
                    <a:pt x="1509713" y="941546"/>
                  </a:lnTo>
                  <a:lnTo>
                    <a:pt x="1508474" y="941546"/>
                  </a:lnTo>
                  <a:lnTo>
                    <a:pt x="1504379" y="940975"/>
                  </a:lnTo>
                  <a:lnTo>
                    <a:pt x="1503616" y="941356"/>
                  </a:lnTo>
                  <a:lnTo>
                    <a:pt x="1501997" y="943165"/>
                  </a:lnTo>
                  <a:lnTo>
                    <a:pt x="1484757" y="957834"/>
                  </a:lnTo>
                  <a:lnTo>
                    <a:pt x="1478851" y="964883"/>
                  </a:lnTo>
                  <a:lnTo>
                    <a:pt x="1476851" y="966502"/>
                  </a:lnTo>
                  <a:lnTo>
                    <a:pt x="1474470" y="967645"/>
                  </a:lnTo>
                  <a:lnTo>
                    <a:pt x="1461230" y="971169"/>
                  </a:lnTo>
                  <a:lnTo>
                    <a:pt x="1450467" y="973265"/>
                  </a:lnTo>
                  <a:lnTo>
                    <a:pt x="1433608" y="973265"/>
                  </a:lnTo>
                  <a:lnTo>
                    <a:pt x="1418558" y="975646"/>
                  </a:lnTo>
                  <a:lnTo>
                    <a:pt x="1415891" y="975170"/>
                  </a:lnTo>
                  <a:lnTo>
                    <a:pt x="1402461" y="969836"/>
                  </a:lnTo>
                  <a:lnTo>
                    <a:pt x="1399794" y="969550"/>
                  </a:lnTo>
                  <a:lnTo>
                    <a:pt x="1397032" y="970121"/>
                  </a:lnTo>
                  <a:lnTo>
                    <a:pt x="1386173" y="974312"/>
                  </a:lnTo>
                  <a:lnTo>
                    <a:pt x="1385411" y="974884"/>
                  </a:lnTo>
                  <a:lnTo>
                    <a:pt x="1385030" y="975932"/>
                  </a:lnTo>
                  <a:lnTo>
                    <a:pt x="1384459" y="981075"/>
                  </a:lnTo>
                  <a:lnTo>
                    <a:pt x="1383697" y="983647"/>
                  </a:lnTo>
                  <a:lnTo>
                    <a:pt x="1381315" y="988600"/>
                  </a:lnTo>
                  <a:lnTo>
                    <a:pt x="1377029" y="995172"/>
                  </a:lnTo>
                  <a:lnTo>
                    <a:pt x="1360456" y="1010888"/>
                  </a:lnTo>
                  <a:lnTo>
                    <a:pt x="1356646" y="1013365"/>
                  </a:lnTo>
                  <a:lnTo>
                    <a:pt x="1355503" y="1014508"/>
                  </a:lnTo>
                  <a:lnTo>
                    <a:pt x="1354646" y="1015746"/>
                  </a:lnTo>
                  <a:lnTo>
                    <a:pt x="1353122" y="1018604"/>
                  </a:lnTo>
                  <a:lnTo>
                    <a:pt x="1350645" y="1022223"/>
                  </a:lnTo>
                  <a:lnTo>
                    <a:pt x="1347978" y="1024604"/>
                  </a:lnTo>
                  <a:lnTo>
                    <a:pt x="1344930" y="1026033"/>
                  </a:lnTo>
                  <a:lnTo>
                    <a:pt x="1341406" y="1026986"/>
                  </a:lnTo>
                  <a:lnTo>
                    <a:pt x="1336643" y="1027367"/>
                  </a:lnTo>
                  <a:lnTo>
                    <a:pt x="1334738" y="1028224"/>
                  </a:lnTo>
                  <a:lnTo>
                    <a:pt x="1330547" y="1032796"/>
                  </a:lnTo>
                  <a:lnTo>
                    <a:pt x="1322451" y="1038606"/>
                  </a:lnTo>
                  <a:lnTo>
                    <a:pt x="1317403" y="1043940"/>
                  </a:lnTo>
                  <a:lnTo>
                    <a:pt x="1314355" y="1046417"/>
                  </a:lnTo>
                  <a:lnTo>
                    <a:pt x="1311973" y="1047179"/>
                  </a:lnTo>
                  <a:lnTo>
                    <a:pt x="1306163" y="1046512"/>
                  </a:lnTo>
                  <a:lnTo>
                    <a:pt x="1304925" y="1046036"/>
                  </a:lnTo>
                  <a:lnTo>
                    <a:pt x="1302734" y="1044131"/>
                  </a:lnTo>
                  <a:lnTo>
                    <a:pt x="1301401" y="1043654"/>
                  </a:lnTo>
                  <a:lnTo>
                    <a:pt x="1271968" y="1040987"/>
                  </a:lnTo>
                  <a:lnTo>
                    <a:pt x="1264920" y="1038035"/>
                  </a:lnTo>
                  <a:lnTo>
                    <a:pt x="1261491" y="1038035"/>
                  </a:lnTo>
                  <a:lnTo>
                    <a:pt x="1243489" y="1033082"/>
                  </a:lnTo>
                  <a:lnTo>
                    <a:pt x="1232821" y="1028129"/>
                  </a:lnTo>
                  <a:lnTo>
                    <a:pt x="1230535" y="1026509"/>
                  </a:lnTo>
                  <a:lnTo>
                    <a:pt x="1228820" y="1024223"/>
                  </a:lnTo>
                  <a:lnTo>
                    <a:pt x="1225582" y="1018604"/>
                  </a:lnTo>
                  <a:lnTo>
                    <a:pt x="1218914" y="1011936"/>
                  </a:lnTo>
                  <a:lnTo>
                    <a:pt x="1216723" y="1010412"/>
                  </a:lnTo>
                  <a:lnTo>
                    <a:pt x="1214056" y="1009936"/>
                  </a:lnTo>
                  <a:lnTo>
                    <a:pt x="1192244" y="1010317"/>
                  </a:lnTo>
                  <a:lnTo>
                    <a:pt x="1184624" y="1008031"/>
                  </a:lnTo>
                  <a:lnTo>
                    <a:pt x="1182433" y="1008031"/>
                  </a:lnTo>
                  <a:lnTo>
                    <a:pt x="1181576" y="1008031"/>
                  </a:lnTo>
                  <a:lnTo>
                    <a:pt x="1180338" y="1008317"/>
                  </a:lnTo>
                  <a:lnTo>
                    <a:pt x="1179481" y="1009079"/>
                  </a:lnTo>
                  <a:lnTo>
                    <a:pt x="1178814" y="1010126"/>
                  </a:lnTo>
                  <a:lnTo>
                    <a:pt x="1177862" y="1010984"/>
                  </a:lnTo>
                  <a:lnTo>
                    <a:pt x="1176147" y="1011746"/>
                  </a:lnTo>
                  <a:lnTo>
                    <a:pt x="1172718" y="1012698"/>
                  </a:lnTo>
                  <a:lnTo>
                    <a:pt x="1171194" y="1013460"/>
                  </a:lnTo>
                  <a:lnTo>
                    <a:pt x="1166622" y="1016889"/>
                  </a:lnTo>
                  <a:lnTo>
                    <a:pt x="1164526" y="1019080"/>
                  </a:lnTo>
                  <a:lnTo>
                    <a:pt x="1162812" y="1021652"/>
                  </a:lnTo>
                  <a:lnTo>
                    <a:pt x="1147858" y="1052322"/>
                  </a:lnTo>
                  <a:lnTo>
                    <a:pt x="1147000" y="1055180"/>
                  </a:lnTo>
                  <a:lnTo>
                    <a:pt x="1146905" y="1056989"/>
                  </a:lnTo>
                  <a:lnTo>
                    <a:pt x="1147286" y="1060799"/>
                  </a:lnTo>
                  <a:lnTo>
                    <a:pt x="1147191" y="1062609"/>
                  </a:lnTo>
                  <a:lnTo>
                    <a:pt x="1146810" y="1064609"/>
                  </a:lnTo>
                  <a:lnTo>
                    <a:pt x="1146143" y="1066038"/>
                  </a:lnTo>
                  <a:lnTo>
                    <a:pt x="1144429" y="1068800"/>
                  </a:lnTo>
                  <a:lnTo>
                    <a:pt x="1142429" y="1073277"/>
                  </a:lnTo>
                  <a:lnTo>
                    <a:pt x="1141571" y="1074515"/>
                  </a:lnTo>
                  <a:lnTo>
                    <a:pt x="1141381" y="1074706"/>
                  </a:lnTo>
                  <a:lnTo>
                    <a:pt x="1139476" y="1076706"/>
                  </a:lnTo>
                  <a:lnTo>
                    <a:pt x="1137666" y="1079754"/>
                  </a:lnTo>
                  <a:lnTo>
                    <a:pt x="1136237" y="1083278"/>
                  </a:lnTo>
                  <a:lnTo>
                    <a:pt x="1135475" y="1086517"/>
                  </a:lnTo>
                  <a:lnTo>
                    <a:pt x="1135475" y="1091089"/>
                  </a:lnTo>
                  <a:lnTo>
                    <a:pt x="1136618" y="1093375"/>
                  </a:lnTo>
                  <a:lnTo>
                    <a:pt x="1141571" y="1096423"/>
                  </a:lnTo>
                  <a:lnTo>
                    <a:pt x="1143000" y="1098233"/>
                  </a:lnTo>
                  <a:lnTo>
                    <a:pt x="1143572" y="1100233"/>
                  </a:lnTo>
                  <a:lnTo>
                    <a:pt x="1144048" y="1104519"/>
                  </a:lnTo>
                  <a:lnTo>
                    <a:pt x="1145286" y="1108615"/>
                  </a:lnTo>
                  <a:lnTo>
                    <a:pt x="1147191" y="1112234"/>
                  </a:lnTo>
                  <a:lnTo>
                    <a:pt x="1154430" y="1122236"/>
                  </a:lnTo>
                  <a:lnTo>
                    <a:pt x="1157192" y="1124998"/>
                  </a:lnTo>
                  <a:lnTo>
                    <a:pt x="1166146" y="1131094"/>
                  </a:lnTo>
                  <a:lnTo>
                    <a:pt x="1168622" y="1133570"/>
                  </a:lnTo>
                  <a:lnTo>
                    <a:pt x="1170813" y="1136333"/>
                  </a:lnTo>
                  <a:lnTo>
                    <a:pt x="1178147" y="1149477"/>
                  </a:lnTo>
                  <a:lnTo>
                    <a:pt x="1179195" y="1153192"/>
                  </a:lnTo>
                  <a:lnTo>
                    <a:pt x="1179481" y="1156430"/>
                  </a:lnTo>
                  <a:lnTo>
                    <a:pt x="1179290" y="1160050"/>
                  </a:lnTo>
                  <a:lnTo>
                    <a:pt x="1178338" y="1163098"/>
                  </a:lnTo>
                  <a:lnTo>
                    <a:pt x="1176528" y="1164336"/>
                  </a:lnTo>
                  <a:lnTo>
                    <a:pt x="1175195" y="1164622"/>
                  </a:lnTo>
                  <a:lnTo>
                    <a:pt x="1171384" y="1166336"/>
                  </a:lnTo>
                  <a:lnTo>
                    <a:pt x="1165479" y="1166051"/>
                  </a:lnTo>
                  <a:lnTo>
                    <a:pt x="1164050" y="1166717"/>
                  </a:lnTo>
                  <a:lnTo>
                    <a:pt x="1151477" y="1182148"/>
                  </a:lnTo>
                  <a:lnTo>
                    <a:pt x="1149096" y="1184434"/>
                  </a:lnTo>
                  <a:lnTo>
                    <a:pt x="1146524" y="1185767"/>
                  </a:lnTo>
                  <a:lnTo>
                    <a:pt x="1138047" y="1186434"/>
                  </a:lnTo>
                  <a:lnTo>
                    <a:pt x="1135856" y="1187387"/>
                  </a:lnTo>
                  <a:lnTo>
                    <a:pt x="1130808" y="1191482"/>
                  </a:lnTo>
                  <a:lnTo>
                    <a:pt x="1111472" y="1199293"/>
                  </a:lnTo>
                  <a:lnTo>
                    <a:pt x="1101662" y="1204913"/>
                  </a:lnTo>
                  <a:lnTo>
                    <a:pt x="1098423" y="1207961"/>
                  </a:lnTo>
                  <a:lnTo>
                    <a:pt x="1087564" y="1223105"/>
                  </a:lnTo>
                  <a:lnTo>
                    <a:pt x="1078230" y="1233107"/>
                  </a:lnTo>
                  <a:lnTo>
                    <a:pt x="1076992" y="1235297"/>
                  </a:lnTo>
                  <a:lnTo>
                    <a:pt x="1075087" y="1240727"/>
                  </a:lnTo>
                  <a:lnTo>
                    <a:pt x="1072420" y="1245394"/>
                  </a:lnTo>
                  <a:lnTo>
                    <a:pt x="1069086" y="1249109"/>
                  </a:lnTo>
                  <a:lnTo>
                    <a:pt x="1061656" y="1255205"/>
                  </a:lnTo>
                  <a:lnTo>
                    <a:pt x="1059751" y="1257110"/>
                  </a:lnTo>
                  <a:lnTo>
                    <a:pt x="1057751" y="1262729"/>
                  </a:lnTo>
                  <a:lnTo>
                    <a:pt x="1056323" y="1264539"/>
                  </a:lnTo>
                  <a:lnTo>
                    <a:pt x="1034987" y="1273874"/>
                  </a:lnTo>
                  <a:lnTo>
                    <a:pt x="1032224" y="1275588"/>
                  </a:lnTo>
                  <a:lnTo>
                    <a:pt x="1031272" y="1276541"/>
                  </a:lnTo>
                  <a:lnTo>
                    <a:pt x="1030605" y="1277398"/>
                  </a:lnTo>
                  <a:lnTo>
                    <a:pt x="1029843" y="1278065"/>
                  </a:lnTo>
                  <a:lnTo>
                    <a:pt x="1028605" y="1278636"/>
                  </a:lnTo>
                  <a:lnTo>
                    <a:pt x="1027271" y="1278922"/>
                  </a:lnTo>
                  <a:lnTo>
                    <a:pt x="1022795" y="1278827"/>
                  </a:lnTo>
                  <a:lnTo>
                    <a:pt x="1016889" y="1279684"/>
                  </a:lnTo>
                  <a:lnTo>
                    <a:pt x="997267" y="1288352"/>
                  </a:lnTo>
                  <a:lnTo>
                    <a:pt x="985361" y="1297115"/>
                  </a:lnTo>
                  <a:lnTo>
                    <a:pt x="984695" y="1297400"/>
                  </a:lnTo>
                  <a:lnTo>
                    <a:pt x="984218" y="1297400"/>
                  </a:lnTo>
                  <a:lnTo>
                    <a:pt x="983837" y="1297591"/>
                  </a:lnTo>
                  <a:lnTo>
                    <a:pt x="983361" y="1298448"/>
                  </a:lnTo>
                  <a:lnTo>
                    <a:pt x="983075" y="1298829"/>
                  </a:lnTo>
                  <a:lnTo>
                    <a:pt x="982694" y="1299115"/>
                  </a:lnTo>
                  <a:lnTo>
                    <a:pt x="970121" y="1300067"/>
                  </a:lnTo>
                  <a:lnTo>
                    <a:pt x="966311" y="1301306"/>
                  </a:lnTo>
                  <a:lnTo>
                    <a:pt x="964121" y="1301591"/>
                  </a:lnTo>
                  <a:lnTo>
                    <a:pt x="943451" y="1299020"/>
                  </a:lnTo>
                  <a:lnTo>
                    <a:pt x="940784" y="1299305"/>
                  </a:lnTo>
                  <a:lnTo>
                    <a:pt x="932879" y="1303401"/>
                  </a:lnTo>
                  <a:lnTo>
                    <a:pt x="930212" y="1304354"/>
                  </a:lnTo>
                  <a:lnTo>
                    <a:pt x="927640" y="1304544"/>
                  </a:lnTo>
                  <a:lnTo>
                    <a:pt x="906875" y="1300639"/>
                  </a:lnTo>
                  <a:lnTo>
                    <a:pt x="889540" y="1300925"/>
                  </a:lnTo>
                  <a:lnTo>
                    <a:pt x="882777" y="1299020"/>
                  </a:lnTo>
                  <a:lnTo>
                    <a:pt x="878110" y="1298543"/>
                  </a:lnTo>
                  <a:lnTo>
                    <a:pt x="867918" y="1300163"/>
                  </a:lnTo>
                  <a:lnTo>
                    <a:pt x="833818" y="1305687"/>
                  </a:lnTo>
                  <a:lnTo>
                    <a:pt x="799624" y="1311116"/>
                  </a:lnTo>
                  <a:lnTo>
                    <a:pt x="765524" y="1316641"/>
                  </a:lnTo>
                  <a:lnTo>
                    <a:pt x="729520" y="1332357"/>
                  </a:lnTo>
                  <a:lnTo>
                    <a:pt x="693611" y="1348073"/>
                  </a:lnTo>
                  <a:lnTo>
                    <a:pt x="662083" y="1364456"/>
                  </a:lnTo>
                  <a:lnTo>
                    <a:pt x="656368" y="1367600"/>
                  </a:lnTo>
                  <a:lnTo>
                    <a:pt x="652843" y="1370266"/>
                  </a:lnTo>
                  <a:lnTo>
                    <a:pt x="651700" y="1370838"/>
                  </a:lnTo>
                  <a:lnTo>
                    <a:pt x="650272" y="1371314"/>
                  </a:lnTo>
                  <a:lnTo>
                    <a:pt x="646081" y="1373505"/>
                  </a:lnTo>
                  <a:lnTo>
                    <a:pt x="641604" y="1374267"/>
                  </a:lnTo>
                  <a:lnTo>
                    <a:pt x="640271" y="1374839"/>
                  </a:lnTo>
                  <a:lnTo>
                    <a:pt x="625316" y="1390555"/>
                  </a:lnTo>
                  <a:lnTo>
                    <a:pt x="622078" y="1391603"/>
                  </a:lnTo>
                  <a:lnTo>
                    <a:pt x="619030" y="1387697"/>
                  </a:lnTo>
                  <a:lnTo>
                    <a:pt x="617315" y="1386078"/>
                  </a:lnTo>
                  <a:lnTo>
                    <a:pt x="615601" y="1385316"/>
                  </a:lnTo>
                  <a:lnTo>
                    <a:pt x="592264" y="1385316"/>
                  </a:lnTo>
                  <a:lnTo>
                    <a:pt x="584645" y="1384078"/>
                  </a:lnTo>
                  <a:lnTo>
                    <a:pt x="584073" y="1383125"/>
                  </a:lnTo>
                  <a:lnTo>
                    <a:pt x="584263" y="1361218"/>
                  </a:lnTo>
                  <a:lnTo>
                    <a:pt x="553117" y="1367409"/>
                  </a:lnTo>
                  <a:lnTo>
                    <a:pt x="521970" y="1373505"/>
                  </a:lnTo>
                  <a:lnTo>
                    <a:pt x="519589" y="1373124"/>
                  </a:lnTo>
                  <a:lnTo>
                    <a:pt x="496157" y="1360646"/>
                  </a:lnTo>
                  <a:lnTo>
                    <a:pt x="472726" y="1348073"/>
                  </a:lnTo>
                  <a:lnTo>
                    <a:pt x="472630" y="1348073"/>
                  </a:lnTo>
                  <a:lnTo>
                    <a:pt x="472630" y="1348073"/>
                  </a:lnTo>
                  <a:lnTo>
                    <a:pt x="470154" y="1346930"/>
                  </a:lnTo>
                  <a:lnTo>
                    <a:pt x="442531" y="1340453"/>
                  </a:lnTo>
                  <a:lnTo>
                    <a:pt x="414814" y="1334072"/>
                  </a:lnTo>
                  <a:lnTo>
                    <a:pt x="387096" y="1327595"/>
                  </a:lnTo>
                  <a:lnTo>
                    <a:pt x="382334" y="1325118"/>
                  </a:lnTo>
                  <a:lnTo>
                    <a:pt x="375285" y="1317498"/>
                  </a:lnTo>
                  <a:lnTo>
                    <a:pt x="363284" y="1297781"/>
                  </a:lnTo>
                  <a:lnTo>
                    <a:pt x="355378" y="1291971"/>
                  </a:lnTo>
                  <a:lnTo>
                    <a:pt x="346424" y="1289590"/>
                  </a:lnTo>
                  <a:lnTo>
                    <a:pt x="337280" y="1288733"/>
                  </a:lnTo>
                  <a:lnTo>
                    <a:pt x="321945" y="1290352"/>
                  </a:lnTo>
                  <a:lnTo>
                    <a:pt x="289941" y="1285113"/>
                  </a:lnTo>
                  <a:lnTo>
                    <a:pt x="257937" y="1279779"/>
                  </a:lnTo>
                  <a:lnTo>
                    <a:pt x="225933" y="1274540"/>
                  </a:lnTo>
                  <a:lnTo>
                    <a:pt x="222218" y="1274540"/>
                  </a:lnTo>
                  <a:lnTo>
                    <a:pt x="194310" y="1283113"/>
                  </a:lnTo>
                  <a:lnTo>
                    <a:pt x="182499" y="1286637"/>
                  </a:lnTo>
                  <a:lnTo>
                    <a:pt x="150019" y="1282351"/>
                  </a:lnTo>
                  <a:lnTo>
                    <a:pt x="117634" y="1278065"/>
                  </a:lnTo>
                  <a:lnTo>
                    <a:pt x="85153" y="1273778"/>
                  </a:lnTo>
                  <a:lnTo>
                    <a:pt x="52673" y="1269492"/>
                  </a:lnTo>
                  <a:lnTo>
                    <a:pt x="26479" y="1265968"/>
                  </a:lnTo>
                  <a:lnTo>
                    <a:pt x="190" y="1262539"/>
                  </a:lnTo>
                  <a:lnTo>
                    <a:pt x="0" y="1262539"/>
                  </a:lnTo>
                  <a:lnTo>
                    <a:pt x="52388" y="1388078"/>
                  </a:lnTo>
                  <a:lnTo>
                    <a:pt x="39052" y="1400556"/>
                  </a:lnTo>
                  <a:lnTo>
                    <a:pt x="37433" y="1402461"/>
                  </a:lnTo>
                  <a:lnTo>
                    <a:pt x="36481" y="1405509"/>
                  </a:lnTo>
                  <a:lnTo>
                    <a:pt x="37433" y="1409986"/>
                  </a:lnTo>
                  <a:lnTo>
                    <a:pt x="41338" y="1416749"/>
                  </a:lnTo>
                  <a:lnTo>
                    <a:pt x="51625" y="1430750"/>
                  </a:lnTo>
                  <a:lnTo>
                    <a:pt x="60674" y="1441037"/>
                  </a:lnTo>
                  <a:lnTo>
                    <a:pt x="63722" y="1442466"/>
                  </a:lnTo>
                  <a:lnTo>
                    <a:pt x="66103" y="1444181"/>
                  </a:lnTo>
                  <a:lnTo>
                    <a:pt x="80963" y="1458849"/>
                  </a:lnTo>
                  <a:lnTo>
                    <a:pt x="82582" y="1459992"/>
                  </a:lnTo>
                  <a:lnTo>
                    <a:pt x="88201" y="1462469"/>
                  </a:lnTo>
                  <a:lnTo>
                    <a:pt x="89154" y="1463421"/>
                  </a:lnTo>
                  <a:lnTo>
                    <a:pt x="90297" y="1465136"/>
                  </a:lnTo>
                  <a:lnTo>
                    <a:pt x="90773" y="1466850"/>
                  </a:lnTo>
                  <a:lnTo>
                    <a:pt x="90773" y="1468945"/>
                  </a:lnTo>
                  <a:lnTo>
                    <a:pt x="83439" y="1501902"/>
                  </a:lnTo>
                  <a:lnTo>
                    <a:pt x="83439" y="1503331"/>
                  </a:lnTo>
                  <a:lnTo>
                    <a:pt x="84296" y="1503712"/>
                  </a:lnTo>
                  <a:lnTo>
                    <a:pt x="105823" y="1502759"/>
                  </a:lnTo>
                  <a:lnTo>
                    <a:pt x="110395" y="1501997"/>
                  </a:lnTo>
                  <a:lnTo>
                    <a:pt x="112681" y="1501235"/>
                  </a:lnTo>
                  <a:lnTo>
                    <a:pt x="114681" y="1500283"/>
                  </a:lnTo>
                  <a:lnTo>
                    <a:pt x="116300" y="1499235"/>
                  </a:lnTo>
                  <a:lnTo>
                    <a:pt x="126206" y="1488472"/>
                  </a:lnTo>
                  <a:lnTo>
                    <a:pt x="129064" y="1484186"/>
                  </a:lnTo>
                  <a:lnTo>
                    <a:pt x="129921" y="1483138"/>
                  </a:lnTo>
                  <a:lnTo>
                    <a:pt x="130683" y="1482471"/>
                  </a:lnTo>
                  <a:lnTo>
                    <a:pt x="157163" y="1470946"/>
                  </a:lnTo>
                  <a:lnTo>
                    <a:pt x="184213" y="1470279"/>
                  </a:lnTo>
                  <a:lnTo>
                    <a:pt x="187738" y="1469422"/>
                  </a:lnTo>
                  <a:lnTo>
                    <a:pt x="197739" y="1464088"/>
                  </a:lnTo>
                  <a:lnTo>
                    <a:pt x="205835" y="1463231"/>
                  </a:lnTo>
                  <a:lnTo>
                    <a:pt x="225457" y="1464659"/>
                  </a:lnTo>
                  <a:lnTo>
                    <a:pt x="226790" y="1465231"/>
                  </a:lnTo>
                  <a:lnTo>
                    <a:pt x="228505" y="1466279"/>
                  </a:lnTo>
                  <a:lnTo>
                    <a:pt x="229648" y="1467422"/>
                  </a:lnTo>
                  <a:lnTo>
                    <a:pt x="230600" y="1468565"/>
                  </a:lnTo>
                  <a:lnTo>
                    <a:pt x="238601" y="1481614"/>
                  </a:lnTo>
                  <a:lnTo>
                    <a:pt x="239173" y="1482852"/>
                  </a:lnTo>
                  <a:lnTo>
                    <a:pt x="239744" y="1484281"/>
                  </a:lnTo>
                  <a:lnTo>
                    <a:pt x="240506" y="1487710"/>
                  </a:lnTo>
                  <a:lnTo>
                    <a:pt x="240887" y="1491806"/>
                  </a:lnTo>
                  <a:lnTo>
                    <a:pt x="240792" y="1493996"/>
                  </a:lnTo>
                  <a:lnTo>
                    <a:pt x="240411" y="1495997"/>
                  </a:lnTo>
                  <a:lnTo>
                    <a:pt x="239744" y="1497902"/>
                  </a:lnTo>
                  <a:lnTo>
                    <a:pt x="235744" y="1504379"/>
                  </a:lnTo>
                  <a:lnTo>
                    <a:pt x="225647" y="1516475"/>
                  </a:lnTo>
                  <a:lnTo>
                    <a:pt x="224885" y="1517714"/>
                  </a:lnTo>
                  <a:lnTo>
                    <a:pt x="223552" y="1521143"/>
                  </a:lnTo>
                  <a:lnTo>
                    <a:pt x="221075" y="1530001"/>
                  </a:lnTo>
                  <a:lnTo>
                    <a:pt x="220123" y="1532191"/>
                  </a:lnTo>
                  <a:lnTo>
                    <a:pt x="218980" y="1534097"/>
                  </a:lnTo>
                  <a:lnTo>
                    <a:pt x="217932" y="1535620"/>
                  </a:lnTo>
                  <a:lnTo>
                    <a:pt x="216503" y="1537145"/>
                  </a:lnTo>
                  <a:lnTo>
                    <a:pt x="194691" y="1551241"/>
                  </a:lnTo>
                  <a:lnTo>
                    <a:pt x="187166" y="1558385"/>
                  </a:lnTo>
                  <a:lnTo>
                    <a:pt x="181261" y="1566291"/>
                  </a:lnTo>
                  <a:lnTo>
                    <a:pt x="179641" y="1569339"/>
                  </a:lnTo>
                  <a:lnTo>
                    <a:pt x="179070" y="1571054"/>
                  </a:lnTo>
                  <a:lnTo>
                    <a:pt x="199453" y="1571339"/>
                  </a:lnTo>
                  <a:lnTo>
                    <a:pt x="205549" y="1572959"/>
                  </a:lnTo>
                  <a:lnTo>
                    <a:pt x="212026" y="1578864"/>
                  </a:lnTo>
                  <a:lnTo>
                    <a:pt x="218503" y="1582674"/>
                  </a:lnTo>
                  <a:lnTo>
                    <a:pt x="228028" y="1586675"/>
                  </a:lnTo>
                  <a:lnTo>
                    <a:pt x="239649" y="1590104"/>
                  </a:lnTo>
                  <a:lnTo>
                    <a:pt x="242221" y="1591532"/>
                  </a:lnTo>
                  <a:lnTo>
                    <a:pt x="245078" y="1594009"/>
                  </a:lnTo>
                  <a:lnTo>
                    <a:pt x="246412" y="1595533"/>
                  </a:lnTo>
                  <a:lnTo>
                    <a:pt x="247459" y="1597057"/>
                  </a:lnTo>
                  <a:lnTo>
                    <a:pt x="248031" y="1598200"/>
                  </a:lnTo>
                  <a:lnTo>
                    <a:pt x="248412" y="1599343"/>
                  </a:lnTo>
                  <a:lnTo>
                    <a:pt x="248698" y="1600581"/>
                  </a:lnTo>
                  <a:lnTo>
                    <a:pt x="249079" y="1605058"/>
                  </a:lnTo>
                  <a:lnTo>
                    <a:pt x="249364" y="1605915"/>
                  </a:lnTo>
                  <a:lnTo>
                    <a:pt x="249936" y="1606772"/>
                  </a:lnTo>
                  <a:lnTo>
                    <a:pt x="251269" y="1607725"/>
                  </a:lnTo>
                  <a:lnTo>
                    <a:pt x="252698" y="1608391"/>
                  </a:lnTo>
                  <a:lnTo>
                    <a:pt x="260890" y="1610678"/>
                  </a:lnTo>
                  <a:lnTo>
                    <a:pt x="262318" y="1611725"/>
                  </a:lnTo>
                  <a:lnTo>
                    <a:pt x="263271" y="1613059"/>
                  </a:lnTo>
                  <a:lnTo>
                    <a:pt x="263557" y="1614392"/>
                  </a:lnTo>
                  <a:lnTo>
                    <a:pt x="263557" y="1615535"/>
                  </a:lnTo>
                  <a:lnTo>
                    <a:pt x="263652" y="1616678"/>
                  </a:lnTo>
                  <a:lnTo>
                    <a:pt x="264033" y="1617536"/>
                  </a:lnTo>
                  <a:lnTo>
                    <a:pt x="264985" y="1618583"/>
                  </a:lnTo>
                  <a:lnTo>
                    <a:pt x="266414" y="1619250"/>
                  </a:lnTo>
                  <a:lnTo>
                    <a:pt x="267938" y="1619631"/>
                  </a:lnTo>
                  <a:lnTo>
                    <a:pt x="287655" y="1619726"/>
                  </a:lnTo>
                  <a:lnTo>
                    <a:pt x="289274" y="1620107"/>
                  </a:lnTo>
                  <a:lnTo>
                    <a:pt x="290322" y="1620965"/>
                  </a:lnTo>
                  <a:lnTo>
                    <a:pt x="291084" y="1622584"/>
                  </a:lnTo>
                  <a:lnTo>
                    <a:pt x="291941" y="1626394"/>
                  </a:lnTo>
                  <a:lnTo>
                    <a:pt x="292417" y="1629918"/>
                  </a:lnTo>
                  <a:lnTo>
                    <a:pt x="292417" y="1631633"/>
                  </a:lnTo>
                  <a:lnTo>
                    <a:pt x="291846" y="1638110"/>
                  </a:lnTo>
                  <a:lnTo>
                    <a:pt x="292036" y="1641158"/>
                  </a:lnTo>
                  <a:lnTo>
                    <a:pt x="292608" y="1644396"/>
                  </a:lnTo>
                  <a:lnTo>
                    <a:pt x="293084" y="1646015"/>
                  </a:lnTo>
                  <a:lnTo>
                    <a:pt x="293751" y="1647730"/>
                  </a:lnTo>
                  <a:lnTo>
                    <a:pt x="294608" y="1649254"/>
                  </a:lnTo>
                  <a:lnTo>
                    <a:pt x="295561" y="1650778"/>
                  </a:lnTo>
                  <a:lnTo>
                    <a:pt x="299752" y="1655064"/>
                  </a:lnTo>
                  <a:lnTo>
                    <a:pt x="308324" y="1661541"/>
                  </a:lnTo>
                  <a:lnTo>
                    <a:pt x="308610" y="1661636"/>
                  </a:lnTo>
                  <a:lnTo>
                    <a:pt x="310134" y="1662208"/>
                  </a:lnTo>
                  <a:lnTo>
                    <a:pt x="311182" y="1662398"/>
                  </a:lnTo>
                  <a:lnTo>
                    <a:pt x="312325" y="1662494"/>
                  </a:lnTo>
                  <a:lnTo>
                    <a:pt x="313277" y="1662303"/>
                  </a:lnTo>
                  <a:lnTo>
                    <a:pt x="314039" y="1662017"/>
                  </a:lnTo>
                  <a:lnTo>
                    <a:pt x="314515" y="1661732"/>
                  </a:lnTo>
                  <a:lnTo>
                    <a:pt x="314706" y="1661636"/>
                  </a:lnTo>
                  <a:lnTo>
                    <a:pt x="316420" y="1660017"/>
                  </a:lnTo>
                  <a:lnTo>
                    <a:pt x="317563" y="1659541"/>
                  </a:lnTo>
                  <a:lnTo>
                    <a:pt x="318802" y="1659445"/>
                  </a:lnTo>
                  <a:lnTo>
                    <a:pt x="320421" y="1660017"/>
                  </a:lnTo>
                  <a:lnTo>
                    <a:pt x="321373" y="1660779"/>
                  </a:lnTo>
                  <a:lnTo>
                    <a:pt x="321755" y="1661255"/>
                  </a:lnTo>
                  <a:lnTo>
                    <a:pt x="321850" y="1661636"/>
                  </a:lnTo>
                  <a:lnTo>
                    <a:pt x="321564" y="1663160"/>
                  </a:lnTo>
                  <a:lnTo>
                    <a:pt x="321088" y="1664589"/>
                  </a:lnTo>
                  <a:lnTo>
                    <a:pt x="320707" y="1666018"/>
                  </a:lnTo>
                  <a:lnTo>
                    <a:pt x="320611" y="1667351"/>
                  </a:lnTo>
                  <a:lnTo>
                    <a:pt x="320992" y="1668685"/>
                  </a:lnTo>
                  <a:lnTo>
                    <a:pt x="321469" y="1669637"/>
                  </a:lnTo>
                  <a:lnTo>
                    <a:pt x="322135" y="1670495"/>
                  </a:lnTo>
                  <a:lnTo>
                    <a:pt x="322707" y="1671542"/>
                  </a:lnTo>
                  <a:lnTo>
                    <a:pt x="324231" y="1674876"/>
                  </a:lnTo>
                  <a:lnTo>
                    <a:pt x="325660" y="1676876"/>
                  </a:lnTo>
                  <a:lnTo>
                    <a:pt x="326898" y="1677829"/>
                  </a:lnTo>
                  <a:lnTo>
                    <a:pt x="330708" y="1679448"/>
                  </a:lnTo>
                  <a:lnTo>
                    <a:pt x="331375" y="1680210"/>
                  </a:lnTo>
                  <a:lnTo>
                    <a:pt x="331280" y="1681353"/>
                  </a:lnTo>
                  <a:lnTo>
                    <a:pt x="330708" y="1682115"/>
                  </a:lnTo>
                  <a:lnTo>
                    <a:pt x="329374" y="1683449"/>
                  </a:lnTo>
                  <a:lnTo>
                    <a:pt x="329184" y="1684211"/>
                  </a:lnTo>
                  <a:lnTo>
                    <a:pt x="329279" y="1685258"/>
                  </a:lnTo>
                  <a:lnTo>
                    <a:pt x="330041" y="1686306"/>
                  </a:lnTo>
                  <a:lnTo>
                    <a:pt x="330994" y="1686878"/>
                  </a:lnTo>
                  <a:lnTo>
                    <a:pt x="332327" y="1686973"/>
                  </a:lnTo>
                  <a:lnTo>
                    <a:pt x="335661" y="1686878"/>
                  </a:lnTo>
                  <a:lnTo>
                    <a:pt x="337566" y="1687259"/>
                  </a:lnTo>
                  <a:lnTo>
                    <a:pt x="350806" y="1693450"/>
                  </a:lnTo>
                  <a:lnTo>
                    <a:pt x="351949" y="1693545"/>
                  </a:lnTo>
                  <a:lnTo>
                    <a:pt x="352901" y="1693164"/>
                  </a:lnTo>
                  <a:lnTo>
                    <a:pt x="353854" y="1692688"/>
                  </a:lnTo>
                  <a:lnTo>
                    <a:pt x="355092" y="1692307"/>
                  </a:lnTo>
                  <a:lnTo>
                    <a:pt x="356425" y="1692212"/>
                  </a:lnTo>
                  <a:lnTo>
                    <a:pt x="365093" y="1693545"/>
                  </a:lnTo>
                  <a:lnTo>
                    <a:pt x="370903" y="1693259"/>
                  </a:lnTo>
                  <a:lnTo>
                    <a:pt x="372142" y="1692116"/>
                  </a:lnTo>
                  <a:lnTo>
                    <a:pt x="375190" y="1687830"/>
                  </a:lnTo>
                  <a:lnTo>
                    <a:pt x="377857" y="1684687"/>
                  </a:lnTo>
                  <a:lnTo>
                    <a:pt x="383762" y="1679162"/>
                  </a:lnTo>
                  <a:lnTo>
                    <a:pt x="386048" y="1676210"/>
                  </a:lnTo>
                  <a:lnTo>
                    <a:pt x="386905" y="1673924"/>
                  </a:lnTo>
                  <a:lnTo>
                    <a:pt x="386239" y="1672590"/>
                  </a:lnTo>
                  <a:lnTo>
                    <a:pt x="383095" y="1669352"/>
                  </a:lnTo>
                  <a:lnTo>
                    <a:pt x="380524" y="1666018"/>
                  </a:lnTo>
                  <a:lnTo>
                    <a:pt x="373094" y="1658398"/>
                  </a:lnTo>
                  <a:lnTo>
                    <a:pt x="370427" y="1654969"/>
                  </a:lnTo>
                  <a:lnTo>
                    <a:pt x="370237" y="1654493"/>
                  </a:lnTo>
                  <a:lnTo>
                    <a:pt x="370237" y="1654112"/>
                  </a:lnTo>
                  <a:lnTo>
                    <a:pt x="370427" y="1653731"/>
                  </a:lnTo>
                  <a:lnTo>
                    <a:pt x="370903" y="1653159"/>
                  </a:lnTo>
                  <a:lnTo>
                    <a:pt x="371570" y="1652683"/>
                  </a:lnTo>
                  <a:lnTo>
                    <a:pt x="372809" y="1652302"/>
                  </a:lnTo>
                  <a:lnTo>
                    <a:pt x="385572" y="1649254"/>
                  </a:lnTo>
                  <a:lnTo>
                    <a:pt x="415766" y="1637252"/>
                  </a:lnTo>
                  <a:lnTo>
                    <a:pt x="417385" y="1636871"/>
                  </a:lnTo>
                  <a:lnTo>
                    <a:pt x="419005" y="1636871"/>
                  </a:lnTo>
                  <a:lnTo>
                    <a:pt x="420719" y="1637157"/>
                  </a:lnTo>
                  <a:lnTo>
                    <a:pt x="422148" y="1637824"/>
                  </a:lnTo>
                  <a:lnTo>
                    <a:pt x="428053" y="1641729"/>
                  </a:lnTo>
                  <a:lnTo>
                    <a:pt x="430054" y="1642777"/>
                  </a:lnTo>
                  <a:lnTo>
                    <a:pt x="431863" y="1643348"/>
                  </a:lnTo>
                  <a:lnTo>
                    <a:pt x="440722" y="1644968"/>
                  </a:lnTo>
                  <a:lnTo>
                    <a:pt x="450818" y="1648206"/>
                  </a:lnTo>
                  <a:lnTo>
                    <a:pt x="461581" y="1649349"/>
                  </a:lnTo>
                  <a:lnTo>
                    <a:pt x="463582" y="1648873"/>
                  </a:lnTo>
                  <a:lnTo>
                    <a:pt x="464820" y="1648206"/>
                  </a:lnTo>
                  <a:lnTo>
                    <a:pt x="469868" y="1642491"/>
                  </a:lnTo>
                  <a:lnTo>
                    <a:pt x="472249" y="1640491"/>
                  </a:lnTo>
                  <a:lnTo>
                    <a:pt x="475202" y="1638586"/>
                  </a:lnTo>
                  <a:lnTo>
                    <a:pt x="483013" y="1634490"/>
                  </a:lnTo>
                  <a:lnTo>
                    <a:pt x="487013" y="1631537"/>
                  </a:lnTo>
                  <a:lnTo>
                    <a:pt x="501396" y="1624965"/>
                  </a:lnTo>
                  <a:lnTo>
                    <a:pt x="524161" y="1617916"/>
                  </a:lnTo>
                  <a:lnTo>
                    <a:pt x="546163" y="1616297"/>
                  </a:lnTo>
                  <a:lnTo>
                    <a:pt x="547306" y="1616583"/>
                  </a:lnTo>
                  <a:lnTo>
                    <a:pt x="548164" y="1616964"/>
                  </a:lnTo>
                  <a:lnTo>
                    <a:pt x="549116" y="1617726"/>
                  </a:lnTo>
                  <a:lnTo>
                    <a:pt x="549497" y="1618679"/>
                  </a:lnTo>
                  <a:lnTo>
                    <a:pt x="549402" y="1620012"/>
                  </a:lnTo>
                  <a:lnTo>
                    <a:pt x="548068" y="1624584"/>
                  </a:lnTo>
                  <a:lnTo>
                    <a:pt x="547878" y="1625918"/>
                  </a:lnTo>
                  <a:lnTo>
                    <a:pt x="548068" y="1627156"/>
                  </a:lnTo>
                  <a:lnTo>
                    <a:pt x="548449" y="1628489"/>
                  </a:lnTo>
                  <a:lnTo>
                    <a:pt x="549021" y="1630013"/>
                  </a:lnTo>
                  <a:lnTo>
                    <a:pt x="560832" y="1649349"/>
                  </a:lnTo>
                  <a:lnTo>
                    <a:pt x="561689" y="1651064"/>
                  </a:lnTo>
                  <a:lnTo>
                    <a:pt x="562261" y="1652302"/>
                  </a:lnTo>
                  <a:lnTo>
                    <a:pt x="562451" y="1653540"/>
                  </a:lnTo>
                  <a:lnTo>
                    <a:pt x="562356" y="1654874"/>
                  </a:lnTo>
                  <a:lnTo>
                    <a:pt x="562070" y="1656398"/>
                  </a:lnTo>
                  <a:lnTo>
                    <a:pt x="561594" y="1658017"/>
                  </a:lnTo>
                  <a:lnTo>
                    <a:pt x="557974" y="1665732"/>
                  </a:lnTo>
                  <a:lnTo>
                    <a:pt x="557117" y="1666970"/>
                  </a:lnTo>
                  <a:lnTo>
                    <a:pt x="556546" y="1667542"/>
                  </a:lnTo>
                  <a:lnTo>
                    <a:pt x="555974" y="1668018"/>
                  </a:lnTo>
                  <a:lnTo>
                    <a:pt x="552450" y="1669637"/>
                  </a:lnTo>
                  <a:lnTo>
                    <a:pt x="550735" y="1670685"/>
                  </a:lnTo>
                  <a:lnTo>
                    <a:pt x="549021" y="1672304"/>
                  </a:lnTo>
                  <a:lnTo>
                    <a:pt x="547688" y="1674495"/>
                  </a:lnTo>
                  <a:lnTo>
                    <a:pt x="542639" y="1686211"/>
                  </a:lnTo>
                  <a:lnTo>
                    <a:pt x="540448" y="1690021"/>
                  </a:lnTo>
                  <a:lnTo>
                    <a:pt x="537401" y="1694307"/>
                  </a:lnTo>
                  <a:lnTo>
                    <a:pt x="534162" y="1698117"/>
                  </a:lnTo>
                  <a:lnTo>
                    <a:pt x="527780" y="1703356"/>
                  </a:lnTo>
                  <a:lnTo>
                    <a:pt x="501967" y="1719167"/>
                  </a:lnTo>
                  <a:lnTo>
                    <a:pt x="499967" y="1720691"/>
                  </a:lnTo>
                  <a:lnTo>
                    <a:pt x="499396" y="1721453"/>
                  </a:lnTo>
                  <a:lnTo>
                    <a:pt x="499396" y="1722215"/>
                  </a:lnTo>
                  <a:lnTo>
                    <a:pt x="499777" y="1723454"/>
                  </a:lnTo>
                  <a:lnTo>
                    <a:pt x="501872" y="1726597"/>
                  </a:lnTo>
                  <a:lnTo>
                    <a:pt x="502730" y="1728216"/>
                  </a:lnTo>
                  <a:lnTo>
                    <a:pt x="503301" y="1729835"/>
                  </a:lnTo>
                  <a:lnTo>
                    <a:pt x="506635" y="1746980"/>
                  </a:lnTo>
                  <a:lnTo>
                    <a:pt x="506635" y="1748504"/>
                  </a:lnTo>
                  <a:lnTo>
                    <a:pt x="505968" y="1749171"/>
                  </a:lnTo>
                  <a:lnTo>
                    <a:pt x="497395" y="1751552"/>
                  </a:lnTo>
                  <a:lnTo>
                    <a:pt x="496062" y="1752124"/>
                  </a:lnTo>
                  <a:lnTo>
                    <a:pt x="495300" y="1752981"/>
                  </a:lnTo>
                  <a:lnTo>
                    <a:pt x="494919" y="1755172"/>
                  </a:lnTo>
                  <a:lnTo>
                    <a:pt x="494919" y="1757934"/>
                  </a:lnTo>
                  <a:lnTo>
                    <a:pt x="495300" y="1763363"/>
                  </a:lnTo>
                  <a:lnTo>
                    <a:pt x="497967" y="1777460"/>
                  </a:lnTo>
                  <a:lnTo>
                    <a:pt x="498443" y="1778508"/>
                  </a:lnTo>
                  <a:lnTo>
                    <a:pt x="499300" y="1779175"/>
                  </a:lnTo>
                  <a:lnTo>
                    <a:pt x="516636" y="1784890"/>
                  </a:lnTo>
                  <a:lnTo>
                    <a:pt x="518541" y="1786033"/>
                  </a:lnTo>
                  <a:lnTo>
                    <a:pt x="533305" y="1800987"/>
                  </a:lnTo>
                  <a:lnTo>
                    <a:pt x="552926" y="1817465"/>
                  </a:lnTo>
                  <a:lnTo>
                    <a:pt x="555688" y="1819085"/>
                  </a:lnTo>
                  <a:lnTo>
                    <a:pt x="557403" y="1819561"/>
                  </a:lnTo>
                  <a:lnTo>
                    <a:pt x="558546" y="1820132"/>
                  </a:lnTo>
                  <a:lnTo>
                    <a:pt x="562547" y="1823276"/>
                  </a:lnTo>
                  <a:lnTo>
                    <a:pt x="564166" y="1824228"/>
                  </a:lnTo>
                  <a:lnTo>
                    <a:pt x="565213" y="1824609"/>
                  </a:lnTo>
                  <a:lnTo>
                    <a:pt x="566261" y="1824419"/>
                  </a:lnTo>
                  <a:lnTo>
                    <a:pt x="568262" y="1823371"/>
                  </a:lnTo>
                  <a:lnTo>
                    <a:pt x="569405" y="1822990"/>
                  </a:lnTo>
                  <a:lnTo>
                    <a:pt x="570357" y="1822895"/>
                  </a:lnTo>
                  <a:lnTo>
                    <a:pt x="572929" y="1823561"/>
                  </a:lnTo>
                  <a:lnTo>
                    <a:pt x="578263" y="1813751"/>
                  </a:lnTo>
                  <a:lnTo>
                    <a:pt x="578644" y="1813274"/>
                  </a:lnTo>
                  <a:lnTo>
                    <a:pt x="579120" y="1812893"/>
                  </a:lnTo>
                  <a:lnTo>
                    <a:pt x="579882" y="1812417"/>
                  </a:lnTo>
                  <a:lnTo>
                    <a:pt x="582263" y="1811465"/>
                  </a:lnTo>
                  <a:lnTo>
                    <a:pt x="585978" y="1810607"/>
                  </a:lnTo>
                  <a:lnTo>
                    <a:pt x="590169" y="1810607"/>
                  </a:lnTo>
                  <a:lnTo>
                    <a:pt x="591312" y="1810893"/>
                  </a:lnTo>
                  <a:lnTo>
                    <a:pt x="595979" y="1812989"/>
                  </a:lnTo>
                  <a:lnTo>
                    <a:pt x="597217" y="1812893"/>
                  </a:lnTo>
                  <a:lnTo>
                    <a:pt x="608362" y="1810226"/>
                  </a:lnTo>
                  <a:lnTo>
                    <a:pt x="619697" y="1809083"/>
                  </a:lnTo>
                  <a:lnTo>
                    <a:pt x="621792" y="1808416"/>
                  </a:lnTo>
                  <a:lnTo>
                    <a:pt x="623697" y="1807178"/>
                  </a:lnTo>
                  <a:lnTo>
                    <a:pt x="624268" y="1806607"/>
                  </a:lnTo>
                  <a:lnTo>
                    <a:pt x="624935" y="1805940"/>
                  </a:lnTo>
                  <a:lnTo>
                    <a:pt x="625507" y="1805083"/>
                  </a:lnTo>
                  <a:lnTo>
                    <a:pt x="626459" y="1802987"/>
                  </a:lnTo>
                  <a:lnTo>
                    <a:pt x="627507" y="1801082"/>
                  </a:lnTo>
                  <a:lnTo>
                    <a:pt x="628745" y="1799368"/>
                  </a:lnTo>
                  <a:lnTo>
                    <a:pt x="629412" y="1798701"/>
                  </a:lnTo>
                  <a:lnTo>
                    <a:pt x="630936" y="1797558"/>
                  </a:lnTo>
                  <a:lnTo>
                    <a:pt x="643890" y="1790986"/>
                  </a:lnTo>
                  <a:lnTo>
                    <a:pt x="652463" y="1788224"/>
                  </a:lnTo>
                  <a:lnTo>
                    <a:pt x="653605" y="1788128"/>
                  </a:lnTo>
                  <a:lnTo>
                    <a:pt x="655987" y="1788319"/>
                  </a:lnTo>
                  <a:lnTo>
                    <a:pt x="656939" y="1788509"/>
                  </a:lnTo>
                  <a:lnTo>
                    <a:pt x="661321" y="1790319"/>
                  </a:lnTo>
                  <a:lnTo>
                    <a:pt x="664559" y="1791081"/>
                  </a:lnTo>
                  <a:lnTo>
                    <a:pt x="666845" y="1791081"/>
                  </a:lnTo>
                  <a:lnTo>
                    <a:pt x="671703" y="1790033"/>
                  </a:lnTo>
                  <a:lnTo>
                    <a:pt x="675418" y="1790033"/>
                  </a:lnTo>
                  <a:lnTo>
                    <a:pt x="676275" y="1789843"/>
                  </a:lnTo>
                  <a:lnTo>
                    <a:pt x="676847" y="1789557"/>
                  </a:lnTo>
                  <a:lnTo>
                    <a:pt x="679418" y="1787176"/>
                  </a:lnTo>
                  <a:lnTo>
                    <a:pt x="687133" y="1782985"/>
                  </a:lnTo>
                  <a:lnTo>
                    <a:pt x="688086" y="1782223"/>
                  </a:lnTo>
                  <a:lnTo>
                    <a:pt x="688181" y="1781651"/>
                  </a:lnTo>
                  <a:lnTo>
                    <a:pt x="688276" y="1780985"/>
                  </a:lnTo>
                  <a:lnTo>
                    <a:pt x="687991" y="1775746"/>
                  </a:lnTo>
                  <a:lnTo>
                    <a:pt x="688086" y="1774508"/>
                  </a:lnTo>
                  <a:lnTo>
                    <a:pt x="689324" y="1767745"/>
                  </a:lnTo>
                  <a:lnTo>
                    <a:pt x="689991" y="1765268"/>
                  </a:lnTo>
                  <a:lnTo>
                    <a:pt x="690181" y="1764030"/>
                  </a:lnTo>
                  <a:lnTo>
                    <a:pt x="690181" y="1763363"/>
                  </a:lnTo>
                  <a:lnTo>
                    <a:pt x="690086" y="1762792"/>
                  </a:lnTo>
                  <a:lnTo>
                    <a:pt x="689896" y="1762316"/>
                  </a:lnTo>
                  <a:lnTo>
                    <a:pt x="689705" y="1761935"/>
                  </a:lnTo>
                  <a:lnTo>
                    <a:pt x="688562" y="1760220"/>
                  </a:lnTo>
                  <a:lnTo>
                    <a:pt x="686276" y="1755743"/>
                  </a:lnTo>
                  <a:lnTo>
                    <a:pt x="684943" y="1751743"/>
                  </a:lnTo>
                  <a:lnTo>
                    <a:pt x="684752" y="1750790"/>
                  </a:lnTo>
                  <a:lnTo>
                    <a:pt x="684562" y="1749647"/>
                  </a:lnTo>
                  <a:lnTo>
                    <a:pt x="684562" y="1748409"/>
                  </a:lnTo>
                  <a:lnTo>
                    <a:pt x="684752" y="1747076"/>
                  </a:lnTo>
                  <a:lnTo>
                    <a:pt x="685038" y="1745837"/>
                  </a:lnTo>
                  <a:lnTo>
                    <a:pt x="685419" y="1744694"/>
                  </a:lnTo>
                  <a:lnTo>
                    <a:pt x="686086" y="1743361"/>
                  </a:lnTo>
                  <a:lnTo>
                    <a:pt x="686657" y="1742504"/>
                  </a:lnTo>
                  <a:lnTo>
                    <a:pt x="687229" y="1742027"/>
                  </a:lnTo>
                  <a:lnTo>
                    <a:pt x="687800" y="1741646"/>
                  </a:lnTo>
                  <a:lnTo>
                    <a:pt x="689515" y="1740980"/>
                  </a:lnTo>
                  <a:lnTo>
                    <a:pt x="690372" y="1740408"/>
                  </a:lnTo>
                  <a:lnTo>
                    <a:pt x="690658" y="1740027"/>
                  </a:lnTo>
                  <a:lnTo>
                    <a:pt x="690943" y="1739456"/>
                  </a:lnTo>
                  <a:lnTo>
                    <a:pt x="691134" y="1738979"/>
                  </a:lnTo>
                  <a:lnTo>
                    <a:pt x="691801" y="1737265"/>
                  </a:lnTo>
                  <a:lnTo>
                    <a:pt x="691896" y="1736503"/>
                  </a:lnTo>
                  <a:lnTo>
                    <a:pt x="691991" y="1735550"/>
                  </a:lnTo>
                  <a:lnTo>
                    <a:pt x="691991" y="1734026"/>
                  </a:lnTo>
                  <a:lnTo>
                    <a:pt x="691896" y="1733169"/>
                  </a:lnTo>
                  <a:lnTo>
                    <a:pt x="691705" y="1732502"/>
                  </a:lnTo>
                  <a:lnTo>
                    <a:pt x="691610" y="1732026"/>
                  </a:lnTo>
                  <a:lnTo>
                    <a:pt x="691324" y="1731550"/>
                  </a:lnTo>
                  <a:lnTo>
                    <a:pt x="690277" y="1729835"/>
                  </a:lnTo>
                  <a:lnTo>
                    <a:pt x="690086" y="1729359"/>
                  </a:lnTo>
                  <a:lnTo>
                    <a:pt x="689991" y="1728883"/>
                  </a:lnTo>
                  <a:lnTo>
                    <a:pt x="689896" y="1728311"/>
                  </a:lnTo>
                  <a:lnTo>
                    <a:pt x="689991" y="1725073"/>
                  </a:lnTo>
                  <a:lnTo>
                    <a:pt x="689896" y="1723263"/>
                  </a:lnTo>
                  <a:lnTo>
                    <a:pt x="691420" y="1705356"/>
                  </a:lnTo>
                  <a:lnTo>
                    <a:pt x="695801" y="1688592"/>
                  </a:lnTo>
                  <a:lnTo>
                    <a:pt x="697039" y="1685830"/>
                  </a:lnTo>
                  <a:lnTo>
                    <a:pt x="701230" y="1678972"/>
                  </a:lnTo>
                  <a:lnTo>
                    <a:pt x="702945" y="1676495"/>
                  </a:lnTo>
                  <a:lnTo>
                    <a:pt x="704088" y="1674590"/>
                  </a:lnTo>
                  <a:lnTo>
                    <a:pt x="704374" y="1673733"/>
                  </a:lnTo>
                  <a:lnTo>
                    <a:pt x="705231" y="1669733"/>
                  </a:lnTo>
                  <a:lnTo>
                    <a:pt x="705612" y="1668590"/>
                  </a:lnTo>
                  <a:lnTo>
                    <a:pt x="706469" y="1667161"/>
                  </a:lnTo>
                  <a:lnTo>
                    <a:pt x="708374" y="1664684"/>
                  </a:lnTo>
                  <a:lnTo>
                    <a:pt x="708946" y="1663732"/>
                  </a:lnTo>
                  <a:lnTo>
                    <a:pt x="709422" y="1662589"/>
                  </a:lnTo>
                  <a:lnTo>
                    <a:pt x="709708" y="1661541"/>
                  </a:lnTo>
                  <a:lnTo>
                    <a:pt x="710660" y="1655350"/>
                  </a:lnTo>
                  <a:lnTo>
                    <a:pt x="710851" y="1654683"/>
                  </a:lnTo>
                  <a:lnTo>
                    <a:pt x="712946" y="1649635"/>
                  </a:lnTo>
                  <a:lnTo>
                    <a:pt x="713137" y="1649254"/>
                  </a:lnTo>
                  <a:lnTo>
                    <a:pt x="713708" y="1648873"/>
                  </a:lnTo>
                  <a:lnTo>
                    <a:pt x="714565" y="1648492"/>
                  </a:lnTo>
                  <a:lnTo>
                    <a:pt x="716375" y="1648206"/>
                  </a:lnTo>
                  <a:lnTo>
                    <a:pt x="717328" y="1648206"/>
                  </a:lnTo>
                  <a:lnTo>
                    <a:pt x="718090" y="1648397"/>
                  </a:lnTo>
                  <a:lnTo>
                    <a:pt x="719328" y="1648778"/>
                  </a:lnTo>
                  <a:lnTo>
                    <a:pt x="720566" y="1649063"/>
                  </a:lnTo>
                  <a:lnTo>
                    <a:pt x="721138" y="1649063"/>
                  </a:lnTo>
                  <a:lnTo>
                    <a:pt x="722376" y="1648873"/>
                  </a:lnTo>
                  <a:lnTo>
                    <a:pt x="723329" y="1648587"/>
                  </a:lnTo>
                  <a:lnTo>
                    <a:pt x="723995" y="1648301"/>
                  </a:lnTo>
                  <a:lnTo>
                    <a:pt x="724662" y="1647825"/>
                  </a:lnTo>
                  <a:lnTo>
                    <a:pt x="725805" y="1646873"/>
                  </a:lnTo>
                  <a:lnTo>
                    <a:pt x="726376" y="1646206"/>
                  </a:lnTo>
                  <a:lnTo>
                    <a:pt x="726757" y="1645539"/>
                  </a:lnTo>
                  <a:lnTo>
                    <a:pt x="726948" y="1644968"/>
                  </a:lnTo>
                  <a:lnTo>
                    <a:pt x="727138" y="1644396"/>
                  </a:lnTo>
                  <a:lnTo>
                    <a:pt x="727138" y="1643729"/>
                  </a:lnTo>
                  <a:lnTo>
                    <a:pt x="727138" y="1643158"/>
                  </a:lnTo>
                  <a:lnTo>
                    <a:pt x="727043" y="1642586"/>
                  </a:lnTo>
                  <a:lnTo>
                    <a:pt x="726948" y="1642015"/>
                  </a:lnTo>
                  <a:lnTo>
                    <a:pt x="726376" y="1640395"/>
                  </a:lnTo>
                  <a:lnTo>
                    <a:pt x="725900" y="1638491"/>
                  </a:lnTo>
                  <a:lnTo>
                    <a:pt x="725805" y="1638110"/>
                  </a:lnTo>
                  <a:lnTo>
                    <a:pt x="725805" y="1636014"/>
                  </a:lnTo>
                  <a:lnTo>
                    <a:pt x="725900" y="1634776"/>
                  </a:lnTo>
                  <a:lnTo>
                    <a:pt x="725996" y="1634395"/>
                  </a:lnTo>
                  <a:lnTo>
                    <a:pt x="726186" y="1634014"/>
                  </a:lnTo>
                  <a:lnTo>
                    <a:pt x="726472" y="1633442"/>
                  </a:lnTo>
                  <a:lnTo>
                    <a:pt x="726853" y="1632966"/>
                  </a:lnTo>
                  <a:lnTo>
                    <a:pt x="728281" y="1631918"/>
                  </a:lnTo>
                  <a:lnTo>
                    <a:pt x="729139" y="1631633"/>
                  </a:lnTo>
                  <a:lnTo>
                    <a:pt x="730282" y="1631442"/>
                  </a:lnTo>
                  <a:lnTo>
                    <a:pt x="731806" y="1631442"/>
                  </a:lnTo>
                  <a:lnTo>
                    <a:pt x="737521" y="1632585"/>
                  </a:lnTo>
                  <a:lnTo>
                    <a:pt x="740188" y="1632776"/>
                  </a:lnTo>
                  <a:lnTo>
                    <a:pt x="743807" y="1632299"/>
                  </a:lnTo>
                  <a:lnTo>
                    <a:pt x="744569" y="1632014"/>
                  </a:lnTo>
                  <a:lnTo>
                    <a:pt x="747713" y="1630299"/>
                  </a:lnTo>
                  <a:lnTo>
                    <a:pt x="749427" y="1629156"/>
                  </a:lnTo>
                  <a:lnTo>
                    <a:pt x="753237" y="1624775"/>
                  </a:lnTo>
                  <a:lnTo>
                    <a:pt x="754380" y="1624489"/>
                  </a:lnTo>
                  <a:lnTo>
                    <a:pt x="764000" y="1624203"/>
                  </a:lnTo>
                  <a:lnTo>
                    <a:pt x="765334" y="1623441"/>
                  </a:lnTo>
                  <a:lnTo>
                    <a:pt x="766000" y="1623251"/>
                  </a:lnTo>
                  <a:lnTo>
                    <a:pt x="766477" y="1623727"/>
                  </a:lnTo>
                  <a:lnTo>
                    <a:pt x="767143" y="1624489"/>
                  </a:lnTo>
                  <a:lnTo>
                    <a:pt x="767524" y="1625346"/>
                  </a:lnTo>
                  <a:lnTo>
                    <a:pt x="767905" y="1627251"/>
                  </a:lnTo>
                  <a:lnTo>
                    <a:pt x="768287" y="1628013"/>
                  </a:lnTo>
                  <a:lnTo>
                    <a:pt x="768763" y="1629823"/>
                  </a:lnTo>
                  <a:lnTo>
                    <a:pt x="768001" y="1636776"/>
                  </a:lnTo>
                  <a:lnTo>
                    <a:pt x="768191" y="1638872"/>
                  </a:lnTo>
                  <a:lnTo>
                    <a:pt x="768667" y="1641158"/>
                  </a:lnTo>
                  <a:lnTo>
                    <a:pt x="769620" y="1643063"/>
                  </a:lnTo>
                  <a:lnTo>
                    <a:pt x="771049" y="1643825"/>
                  </a:lnTo>
                  <a:lnTo>
                    <a:pt x="771906" y="1644777"/>
                  </a:lnTo>
                  <a:lnTo>
                    <a:pt x="774573" y="1650873"/>
                  </a:lnTo>
                  <a:lnTo>
                    <a:pt x="774287" y="1651254"/>
                  </a:lnTo>
                  <a:lnTo>
                    <a:pt x="774382" y="1652016"/>
                  </a:lnTo>
                  <a:lnTo>
                    <a:pt x="774763" y="1652492"/>
                  </a:lnTo>
                  <a:lnTo>
                    <a:pt x="775049" y="1652873"/>
                  </a:lnTo>
                  <a:lnTo>
                    <a:pt x="776954" y="1654493"/>
                  </a:lnTo>
                  <a:lnTo>
                    <a:pt x="778859" y="1655540"/>
                  </a:lnTo>
                  <a:lnTo>
                    <a:pt x="782288" y="1657922"/>
                  </a:lnTo>
                  <a:lnTo>
                    <a:pt x="782574" y="1658398"/>
                  </a:lnTo>
                  <a:lnTo>
                    <a:pt x="782669" y="1659065"/>
                  </a:lnTo>
                  <a:lnTo>
                    <a:pt x="782574" y="1660112"/>
                  </a:lnTo>
                  <a:lnTo>
                    <a:pt x="782288" y="1661351"/>
                  </a:lnTo>
                  <a:lnTo>
                    <a:pt x="780764" y="1665256"/>
                  </a:lnTo>
                  <a:lnTo>
                    <a:pt x="778573" y="1669637"/>
                  </a:lnTo>
                  <a:lnTo>
                    <a:pt x="765905" y="1690688"/>
                  </a:lnTo>
                  <a:lnTo>
                    <a:pt x="761143" y="1697260"/>
                  </a:lnTo>
                  <a:lnTo>
                    <a:pt x="760762" y="1697831"/>
                  </a:lnTo>
                  <a:lnTo>
                    <a:pt x="760381" y="1698689"/>
                  </a:lnTo>
                  <a:lnTo>
                    <a:pt x="755618" y="1716786"/>
                  </a:lnTo>
                  <a:lnTo>
                    <a:pt x="753999" y="1719453"/>
                  </a:lnTo>
                  <a:lnTo>
                    <a:pt x="749713" y="1724978"/>
                  </a:lnTo>
                  <a:lnTo>
                    <a:pt x="741712" y="1733931"/>
                  </a:lnTo>
                  <a:lnTo>
                    <a:pt x="750189" y="1738979"/>
                  </a:lnTo>
                  <a:lnTo>
                    <a:pt x="754475" y="1740694"/>
                  </a:lnTo>
                  <a:lnTo>
                    <a:pt x="758285" y="1741646"/>
                  </a:lnTo>
                  <a:lnTo>
                    <a:pt x="759238" y="1742027"/>
                  </a:lnTo>
                  <a:lnTo>
                    <a:pt x="768667" y="1747457"/>
                  </a:lnTo>
                  <a:lnTo>
                    <a:pt x="770382" y="1748123"/>
                  </a:lnTo>
                  <a:lnTo>
                    <a:pt x="783526" y="1751266"/>
                  </a:lnTo>
                  <a:lnTo>
                    <a:pt x="788861" y="1751743"/>
                  </a:lnTo>
                  <a:lnTo>
                    <a:pt x="795433" y="1749076"/>
                  </a:lnTo>
                  <a:lnTo>
                    <a:pt x="797052" y="1749266"/>
                  </a:lnTo>
                  <a:lnTo>
                    <a:pt x="808482" y="1755458"/>
                  </a:lnTo>
                  <a:lnTo>
                    <a:pt x="809911" y="1756696"/>
                  </a:lnTo>
                  <a:lnTo>
                    <a:pt x="813245" y="1762220"/>
                  </a:lnTo>
                  <a:lnTo>
                    <a:pt x="815435" y="1764792"/>
                  </a:lnTo>
                  <a:lnTo>
                    <a:pt x="816197" y="1766792"/>
                  </a:lnTo>
                  <a:lnTo>
                    <a:pt x="816483" y="1768602"/>
                  </a:lnTo>
                  <a:lnTo>
                    <a:pt x="816388" y="1771269"/>
                  </a:lnTo>
                  <a:lnTo>
                    <a:pt x="816959" y="1772222"/>
                  </a:lnTo>
                  <a:lnTo>
                    <a:pt x="818197" y="1772698"/>
                  </a:lnTo>
                  <a:lnTo>
                    <a:pt x="823341" y="1772984"/>
                  </a:lnTo>
                  <a:lnTo>
                    <a:pt x="824103" y="1773174"/>
                  </a:lnTo>
                  <a:lnTo>
                    <a:pt x="828484" y="1775746"/>
                  </a:lnTo>
                  <a:lnTo>
                    <a:pt x="834295" y="1777460"/>
                  </a:lnTo>
                  <a:lnTo>
                    <a:pt x="836581" y="1778127"/>
                  </a:lnTo>
                  <a:lnTo>
                    <a:pt x="838105" y="1779175"/>
                  </a:lnTo>
                  <a:lnTo>
                    <a:pt x="840200" y="1780223"/>
                  </a:lnTo>
                  <a:lnTo>
                    <a:pt x="854773" y="1783366"/>
                  </a:lnTo>
                  <a:lnTo>
                    <a:pt x="856583" y="1784033"/>
                  </a:lnTo>
                  <a:lnTo>
                    <a:pt x="858298" y="1784985"/>
                  </a:lnTo>
                  <a:lnTo>
                    <a:pt x="859631" y="1786319"/>
                  </a:lnTo>
                  <a:lnTo>
                    <a:pt x="863251" y="1790986"/>
                  </a:lnTo>
                  <a:lnTo>
                    <a:pt x="863917" y="1792319"/>
                  </a:lnTo>
                  <a:lnTo>
                    <a:pt x="864489" y="1794034"/>
                  </a:lnTo>
                  <a:lnTo>
                    <a:pt x="864489" y="1795844"/>
                  </a:lnTo>
                  <a:lnTo>
                    <a:pt x="863917" y="1799082"/>
                  </a:lnTo>
                  <a:lnTo>
                    <a:pt x="864298" y="1799558"/>
                  </a:lnTo>
                  <a:lnTo>
                    <a:pt x="865156" y="1799939"/>
                  </a:lnTo>
                  <a:lnTo>
                    <a:pt x="867061" y="1800320"/>
                  </a:lnTo>
                  <a:lnTo>
                    <a:pt x="882587" y="1799558"/>
                  </a:lnTo>
                  <a:lnTo>
                    <a:pt x="888492" y="1800320"/>
                  </a:lnTo>
                  <a:lnTo>
                    <a:pt x="890588" y="1800225"/>
                  </a:lnTo>
                  <a:lnTo>
                    <a:pt x="903637" y="1796701"/>
                  </a:lnTo>
                  <a:lnTo>
                    <a:pt x="905542" y="1796510"/>
                  </a:lnTo>
                  <a:lnTo>
                    <a:pt x="911542" y="1797272"/>
                  </a:lnTo>
                  <a:lnTo>
                    <a:pt x="915924" y="1797272"/>
                  </a:lnTo>
                  <a:lnTo>
                    <a:pt x="922972" y="1796415"/>
                  </a:lnTo>
                  <a:lnTo>
                    <a:pt x="924306" y="1796034"/>
                  </a:lnTo>
                  <a:lnTo>
                    <a:pt x="925068" y="1795367"/>
                  </a:lnTo>
                  <a:lnTo>
                    <a:pt x="925449" y="1794034"/>
                  </a:lnTo>
                  <a:lnTo>
                    <a:pt x="925449" y="1790795"/>
                  </a:lnTo>
                  <a:lnTo>
                    <a:pt x="925639" y="1789176"/>
                  </a:lnTo>
                  <a:lnTo>
                    <a:pt x="925925" y="1787938"/>
                  </a:lnTo>
                  <a:lnTo>
                    <a:pt x="926497" y="1786604"/>
                  </a:lnTo>
                  <a:lnTo>
                    <a:pt x="926592" y="1785461"/>
                  </a:lnTo>
                  <a:lnTo>
                    <a:pt x="926306" y="1772888"/>
                  </a:lnTo>
                  <a:lnTo>
                    <a:pt x="926592" y="1770983"/>
                  </a:lnTo>
                  <a:lnTo>
                    <a:pt x="927163" y="1769174"/>
                  </a:lnTo>
                  <a:lnTo>
                    <a:pt x="929259" y="1765935"/>
                  </a:lnTo>
                  <a:lnTo>
                    <a:pt x="929926" y="1765173"/>
                  </a:lnTo>
                  <a:lnTo>
                    <a:pt x="930783" y="1764506"/>
                  </a:lnTo>
                  <a:lnTo>
                    <a:pt x="932021" y="1764316"/>
                  </a:lnTo>
                  <a:lnTo>
                    <a:pt x="932974" y="1764602"/>
                  </a:lnTo>
                  <a:lnTo>
                    <a:pt x="933736" y="1765173"/>
                  </a:lnTo>
                  <a:lnTo>
                    <a:pt x="934117" y="1765745"/>
                  </a:lnTo>
                  <a:lnTo>
                    <a:pt x="934974" y="1768126"/>
                  </a:lnTo>
                  <a:lnTo>
                    <a:pt x="936688" y="1770698"/>
                  </a:lnTo>
                  <a:lnTo>
                    <a:pt x="937546" y="1771555"/>
                  </a:lnTo>
                  <a:lnTo>
                    <a:pt x="938498" y="1771841"/>
                  </a:lnTo>
                  <a:lnTo>
                    <a:pt x="939355" y="1771555"/>
                  </a:lnTo>
                  <a:lnTo>
                    <a:pt x="940213" y="1770793"/>
                  </a:lnTo>
                  <a:lnTo>
                    <a:pt x="942975" y="1766507"/>
                  </a:lnTo>
                  <a:lnTo>
                    <a:pt x="943928" y="1764506"/>
                  </a:lnTo>
                  <a:lnTo>
                    <a:pt x="946690" y="1755743"/>
                  </a:lnTo>
                  <a:lnTo>
                    <a:pt x="946975" y="1754219"/>
                  </a:lnTo>
                  <a:lnTo>
                    <a:pt x="946690" y="1753076"/>
                  </a:lnTo>
                  <a:lnTo>
                    <a:pt x="946118" y="1752124"/>
                  </a:lnTo>
                  <a:lnTo>
                    <a:pt x="943356" y="1748981"/>
                  </a:lnTo>
                  <a:lnTo>
                    <a:pt x="941546" y="1746409"/>
                  </a:lnTo>
                  <a:lnTo>
                    <a:pt x="940689" y="1744790"/>
                  </a:lnTo>
                  <a:lnTo>
                    <a:pt x="940213" y="1743170"/>
                  </a:lnTo>
                  <a:lnTo>
                    <a:pt x="940117" y="1741837"/>
                  </a:lnTo>
                  <a:lnTo>
                    <a:pt x="940308" y="1740599"/>
                  </a:lnTo>
                  <a:lnTo>
                    <a:pt x="941927" y="1736312"/>
                  </a:lnTo>
                  <a:lnTo>
                    <a:pt x="942308" y="1734693"/>
                  </a:lnTo>
                  <a:lnTo>
                    <a:pt x="942499" y="1733074"/>
                  </a:lnTo>
                  <a:lnTo>
                    <a:pt x="942594" y="1730407"/>
                  </a:lnTo>
                  <a:lnTo>
                    <a:pt x="942784" y="1729359"/>
                  </a:lnTo>
                  <a:lnTo>
                    <a:pt x="943356" y="1728311"/>
                  </a:lnTo>
                  <a:lnTo>
                    <a:pt x="945737" y="1725359"/>
                  </a:lnTo>
                  <a:lnTo>
                    <a:pt x="946595" y="1723644"/>
                  </a:lnTo>
                  <a:lnTo>
                    <a:pt x="947547" y="1720501"/>
                  </a:lnTo>
                  <a:lnTo>
                    <a:pt x="948595" y="1718882"/>
                  </a:lnTo>
                  <a:lnTo>
                    <a:pt x="950309" y="1717072"/>
                  </a:lnTo>
                  <a:lnTo>
                    <a:pt x="954691" y="1713071"/>
                  </a:lnTo>
                  <a:lnTo>
                    <a:pt x="955453" y="1712214"/>
                  </a:lnTo>
                  <a:lnTo>
                    <a:pt x="956691" y="1708309"/>
                  </a:lnTo>
                  <a:lnTo>
                    <a:pt x="957929" y="1707070"/>
                  </a:lnTo>
                  <a:lnTo>
                    <a:pt x="960120" y="1705547"/>
                  </a:lnTo>
                  <a:lnTo>
                    <a:pt x="967549" y="1701641"/>
                  </a:lnTo>
                  <a:lnTo>
                    <a:pt x="968883" y="1700403"/>
                  </a:lnTo>
                  <a:lnTo>
                    <a:pt x="969073" y="1699355"/>
                  </a:lnTo>
                  <a:lnTo>
                    <a:pt x="968978" y="1696974"/>
                  </a:lnTo>
                  <a:lnTo>
                    <a:pt x="969169" y="1695545"/>
                  </a:lnTo>
                  <a:lnTo>
                    <a:pt x="969645" y="1694783"/>
                  </a:lnTo>
                  <a:lnTo>
                    <a:pt x="970407" y="1694212"/>
                  </a:lnTo>
                  <a:lnTo>
                    <a:pt x="973074" y="1693355"/>
                  </a:lnTo>
                  <a:lnTo>
                    <a:pt x="973836" y="1692497"/>
                  </a:lnTo>
                  <a:lnTo>
                    <a:pt x="974312" y="1691735"/>
                  </a:lnTo>
                  <a:lnTo>
                    <a:pt x="975170" y="1688306"/>
                  </a:lnTo>
                  <a:lnTo>
                    <a:pt x="976122" y="1686687"/>
                  </a:lnTo>
                  <a:lnTo>
                    <a:pt x="977741" y="1685258"/>
                  </a:lnTo>
                  <a:lnTo>
                    <a:pt x="980884" y="1683353"/>
                  </a:lnTo>
                  <a:lnTo>
                    <a:pt x="982694" y="1682782"/>
                  </a:lnTo>
                  <a:lnTo>
                    <a:pt x="983837" y="1682687"/>
                  </a:lnTo>
                  <a:lnTo>
                    <a:pt x="984409" y="1682972"/>
                  </a:lnTo>
                  <a:lnTo>
                    <a:pt x="985075" y="1683639"/>
                  </a:lnTo>
                  <a:lnTo>
                    <a:pt x="985933" y="1683830"/>
                  </a:lnTo>
                  <a:lnTo>
                    <a:pt x="986885" y="1683544"/>
                  </a:lnTo>
                  <a:lnTo>
                    <a:pt x="987742" y="1682591"/>
                  </a:lnTo>
                  <a:lnTo>
                    <a:pt x="988219" y="1681544"/>
                  </a:lnTo>
                  <a:lnTo>
                    <a:pt x="989266" y="1677924"/>
                  </a:lnTo>
                  <a:lnTo>
                    <a:pt x="989838" y="1676781"/>
                  </a:lnTo>
                  <a:lnTo>
                    <a:pt x="990600" y="1675638"/>
                  </a:lnTo>
                  <a:lnTo>
                    <a:pt x="991362" y="1674971"/>
                  </a:lnTo>
                  <a:lnTo>
                    <a:pt x="993172" y="1673447"/>
                  </a:lnTo>
                  <a:lnTo>
                    <a:pt x="994029" y="1672495"/>
                  </a:lnTo>
                  <a:lnTo>
                    <a:pt x="994696" y="1671257"/>
                  </a:lnTo>
                  <a:lnTo>
                    <a:pt x="997744" y="1660493"/>
                  </a:lnTo>
                  <a:lnTo>
                    <a:pt x="998601" y="1659827"/>
                  </a:lnTo>
                  <a:lnTo>
                    <a:pt x="999934" y="1659160"/>
                  </a:lnTo>
                  <a:lnTo>
                    <a:pt x="1005745" y="1658017"/>
                  </a:lnTo>
                  <a:lnTo>
                    <a:pt x="1007745" y="1657160"/>
                  </a:lnTo>
                  <a:lnTo>
                    <a:pt x="1009459" y="1656016"/>
                  </a:lnTo>
                  <a:lnTo>
                    <a:pt x="1010126" y="1655255"/>
                  </a:lnTo>
                  <a:lnTo>
                    <a:pt x="1010412" y="1654493"/>
                  </a:lnTo>
                  <a:lnTo>
                    <a:pt x="1010507" y="1653826"/>
                  </a:lnTo>
                  <a:lnTo>
                    <a:pt x="1010698" y="1653254"/>
                  </a:lnTo>
                  <a:lnTo>
                    <a:pt x="1010888" y="1652683"/>
                  </a:lnTo>
                  <a:lnTo>
                    <a:pt x="1011174" y="1652111"/>
                  </a:lnTo>
                  <a:lnTo>
                    <a:pt x="1011460" y="1651730"/>
                  </a:lnTo>
                  <a:lnTo>
                    <a:pt x="1020889" y="1642967"/>
                  </a:lnTo>
                  <a:lnTo>
                    <a:pt x="1022890" y="1641634"/>
                  </a:lnTo>
                  <a:lnTo>
                    <a:pt x="1026795" y="1639824"/>
                  </a:lnTo>
                  <a:lnTo>
                    <a:pt x="1033558" y="1635157"/>
                  </a:lnTo>
                  <a:lnTo>
                    <a:pt x="1037368" y="1633252"/>
                  </a:lnTo>
                  <a:lnTo>
                    <a:pt x="1037749" y="1632871"/>
                  </a:lnTo>
                  <a:lnTo>
                    <a:pt x="1037939" y="1632299"/>
                  </a:lnTo>
                  <a:lnTo>
                    <a:pt x="1037844" y="1631252"/>
                  </a:lnTo>
                  <a:lnTo>
                    <a:pt x="1037654" y="1630394"/>
                  </a:lnTo>
                  <a:lnTo>
                    <a:pt x="1037082" y="1628489"/>
                  </a:lnTo>
                  <a:lnTo>
                    <a:pt x="1035558" y="1624775"/>
                  </a:lnTo>
                  <a:lnTo>
                    <a:pt x="1032796" y="1620203"/>
                  </a:lnTo>
                  <a:lnTo>
                    <a:pt x="1032510" y="1619536"/>
                  </a:lnTo>
                  <a:lnTo>
                    <a:pt x="1032415" y="1618964"/>
                  </a:lnTo>
                  <a:lnTo>
                    <a:pt x="1032320" y="1618202"/>
                  </a:lnTo>
                  <a:lnTo>
                    <a:pt x="1032415" y="1617916"/>
                  </a:lnTo>
                  <a:lnTo>
                    <a:pt x="1032510" y="1617631"/>
                  </a:lnTo>
                  <a:lnTo>
                    <a:pt x="1032796" y="1617250"/>
                  </a:lnTo>
                  <a:lnTo>
                    <a:pt x="1033272" y="1616869"/>
                  </a:lnTo>
                  <a:lnTo>
                    <a:pt x="1033939" y="1616393"/>
                  </a:lnTo>
                  <a:lnTo>
                    <a:pt x="1034605" y="1616107"/>
                  </a:lnTo>
                  <a:lnTo>
                    <a:pt x="1035367" y="1615916"/>
                  </a:lnTo>
                  <a:lnTo>
                    <a:pt x="1036511" y="1615916"/>
                  </a:lnTo>
                  <a:lnTo>
                    <a:pt x="1037749" y="1616107"/>
                  </a:lnTo>
                  <a:lnTo>
                    <a:pt x="1039939" y="1616774"/>
                  </a:lnTo>
                  <a:lnTo>
                    <a:pt x="1041082" y="1617440"/>
                  </a:lnTo>
                  <a:lnTo>
                    <a:pt x="1041845" y="1618012"/>
                  </a:lnTo>
                  <a:lnTo>
                    <a:pt x="1042321" y="1618774"/>
                  </a:lnTo>
                  <a:lnTo>
                    <a:pt x="1044226" y="1622870"/>
                  </a:lnTo>
                  <a:lnTo>
                    <a:pt x="1044797" y="1623822"/>
                  </a:lnTo>
                  <a:lnTo>
                    <a:pt x="1045750" y="1624965"/>
                  </a:lnTo>
                  <a:lnTo>
                    <a:pt x="1050893" y="1628966"/>
                  </a:lnTo>
                  <a:lnTo>
                    <a:pt x="1051560" y="1629156"/>
                  </a:lnTo>
                  <a:lnTo>
                    <a:pt x="1052608" y="1629251"/>
                  </a:lnTo>
                  <a:lnTo>
                    <a:pt x="1054132" y="1628775"/>
                  </a:lnTo>
                  <a:lnTo>
                    <a:pt x="1054989" y="1628394"/>
                  </a:lnTo>
                  <a:lnTo>
                    <a:pt x="1055561" y="1627918"/>
                  </a:lnTo>
                  <a:lnTo>
                    <a:pt x="1056132" y="1627061"/>
                  </a:lnTo>
                  <a:lnTo>
                    <a:pt x="1056989" y="1625727"/>
                  </a:lnTo>
                  <a:lnTo>
                    <a:pt x="1057275" y="1625346"/>
                  </a:lnTo>
                  <a:lnTo>
                    <a:pt x="1058037" y="1625060"/>
                  </a:lnTo>
                  <a:lnTo>
                    <a:pt x="1061275" y="1624298"/>
                  </a:lnTo>
                  <a:lnTo>
                    <a:pt x="1063276" y="1623155"/>
                  </a:lnTo>
                  <a:lnTo>
                    <a:pt x="1063942" y="1623060"/>
                  </a:lnTo>
                  <a:lnTo>
                    <a:pt x="1064895" y="1623441"/>
                  </a:lnTo>
                  <a:lnTo>
                    <a:pt x="1065466" y="1623727"/>
                  </a:lnTo>
                  <a:lnTo>
                    <a:pt x="1065943" y="1624108"/>
                  </a:lnTo>
                  <a:lnTo>
                    <a:pt x="1066609" y="1624870"/>
                  </a:lnTo>
                  <a:lnTo>
                    <a:pt x="1066895" y="1625251"/>
                  </a:lnTo>
                  <a:lnTo>
                    <a:pt x="1067848" y="1626489"/>
                  </a:lnTo>
                  <a:lnTo>
                    <a:pt x="1068324" y="1627251"/>
                  </a:lnTo>
                  <a:lnTo>
                    <a:pt x="1070134" y="1631156"/>
                  </a:lnTo>
                  <a:lnTo>
                    <a:pt x="1072039" y="1634204"/>
                  </a:lnTo>
                  <a:lnTo>
                    <a:pt x="1072420" y="1634585"/>
                  </a:lnTo>
                  <a:lnTo>
                    <a:pt x="1073753" y="1635824"/>
                  </a:lnTo>
                  <a:lnTo>
                    <a:pt x="1074420" y="1636205"/>
                  </a:lnTo>
                  <a:lnTo>
                    <a:pt x="1074801" y="1636490"/>
                  </a:lnTo>
                  <a:lnTo>
                    <a:pt x="1075468" y="1636586"/>
                  </a:lnTo>
                  <a:lnTo>
                    <a:pt x="1076325" y="1636395"/>
                  </a:lnTo>
                  <a:lnTo>
                    <a:pt x="1077468" y="1635633"/>
                  </a:lnTo>
                  <a:lnTo>
                    <a:pt x="1078135" y="1634966"/>
                  </a:lnTo>
                  <a:lnTo>
                    <a:pt x="1078611" y="1634490"/>
                  </a:lnTo>
                  <a:lnTo>
                    <a:pt x="1078897" y="1634014"/>
                  </a:lnTo>
                  <a:lnTo>
                    <a:pt x="1079945" y="1631537"/>
                  </a:lnTo>
                  <a:lnTo>
                    <a:pt x="1080325" y="1630299"/>
                  </a:lnTo>
                  <a:lnTo>
                    <a:pt x="1080992" y="1628775"/>
                  </a:lnTo>
                  <a:lnTo>
                    <a:pt x="1082040" y="1626870"/>
                  </a:lnTo>
                  <a:lnTo>
                    <a:pt x="1088803" y="1617726"/>
                  </a:lnTo>
                  <a:lnTo>
                    <a:pt x="1089089" y="1617250"/>
                  </a:lnTo>
                  <a:lnTo>
                    <a:pt x="1089374" y="1616774"/>
                  </a:lnTo>
                  <a:lnTo>
                    <a:pt x="1089565" y="1616297"/>
                  </a:lnTo>
                  <a:lnTo>
                    <a:pt x="1091374" y="1613821"/>
                  </a:lnTo>
                  <a:lnTo>
                    <a:pt x="1095756" y="1609535"/>
                  </a:lnTo>
                  <a:lnTo>
                    <a:pt x="1096232" y="1609154"/>
                  </a:lnTo>
                  <a:lnTo>
                    <a:pt x="1096804" y="1608868"/>
                  </a:lnTo>
                  <a:lnTo>
                    <a:pt x="1099375" y="1608201"/>
                  </a:lnTo>
                  <a:lnTo>
                    <a:pt x="1100423" y="1607820"/>
                  </a:lnTo>
                  <a:lnTo>
                    <a:pt x="1102138" y="1606677"/>
                  </a:lnTo>
                  <a:lnTo>
                    <a:pt x="1102519" y="1606296"/>
                  </a:lnTo>
                  <a:lnTo>
                    <a:pt x="1103662" y="1604963"/>
                  </a:lnTo>
                  <a:lnTo>
                    <a:pt x="1104138" y="1604296"/>
                  </a:lnTo>
                  <a:lnTo>
                    <a:pt x="1104805" y="1603534"/>
                  </a:lnTo>
                  <a:lnTo>
                    <a:pt x="1105186" y="1603248"/>
                  </a:lnTo>
                  <a:lnTo>
                    <a:pt x="1105662" y="1603058"/>
                  </a:lnTo>
                  <a:lnTo>
                    <a:pt x="1106233" y="1602962"/>
                  </a:lnTo>
                  <a:lnTo>
                    <a:pt x="1108043" y="1603820"/>
                  </a:lnTo>
                  <a:lnTo>
                    <a:pt x="1108615" y="1604010"/>
                  </a:lnTo>
                  <a:lnTo>
                    <a:pt x="1109186" y="1603915"/>
                  </a:lnTo>
                  <a:lnTo>
                    <a:pt x="1109758" y="1603820"/>
                  </a:lnTo>
                  <a:lnTo>
                    <a:pt x="1110329" y="1603724"/>
                  </a:lnTo>
                  <a:lnTo>
                    <a:pt x="1110710" y="1603439"/>
                  </a:lnTo>
                  <a:lnTo>
                    <a:pt x="1111567" y="1602867"/>
                  </a:lnTo>
                  <a:lnTo>
                    <a:pt x="1112901" y="1602010"/>
                  </a:lnTo>
                  <a:lnTo>
                    <a:pt x="1113377" y="1601819"/>
                  </a:lnTo>
                  <a:lnTo>
                    <a:pt x="1113949" y="1601915"/>
                  </a:lnTo>
                  <a:lnTo>
                    <a:pt x="1114425" y="1602105"/>
                  </a:lnTo>
                  <a:lnTo>
                    <a:pt x="1114711" y="1602581"/>
                  </a:lnTo>
                  <a:lnTo>
                    <a:pt x="1114711" y="1603534"/>
                  </a:lnTo>
                  <a:lnTo>
                    <a:pt x="1114044" y="1606106"/>
                  </a:lnTo>
                  <a:lnTo>
                    <a:pt x="1113568" y="1607344"/>
                  </a:lnTo>
                  <a:lnTo>
                    <a:pt x="1112520" y="1609344"/>
                  </a:lnTo>
                  <a:lnTo>
                    <a:pt x="1111377" y="1611059"/>
                  </a:lnTo>
                  <a:lnTo>
                    <a:pt x="1110043" y="1613345"/>
                  </a:lnTo>
                  <a:lnTo>
                    <a:pt x="1107662" y="1616774"/>
                  </a:lnTo>
                  <a:lnTo>
                    <a:pt x="1107186" y="1617631"/>
                  </a:lnTo>
                  <a:lnTo>
                    <a:pt x="1106996" y="1618107"/>
                  </a:lnTo>
                  <a:lnTo>
                    <a:pt x="1107472" y="1619060"/>
                  </a:lnTo>
                  <a:lnTo>
                    <a:pt x="1108139" y="1619917"/>
                  </a:lnTo>
                  <a:lnTo>
                    <a:pt x="1112234" y="1622489"/>
                  </a:lnTo>
                  <a:lnTo>
                    <a:pt x="1112520" y="1622012"/>
                  </a:lnTo>
                  <a:lnTo>
                    <a:pt x="1114520" y="1619441"/>
                  </a:lnTo>
                  <a:lnTo>
                    <a:pt x="1116901" y="1618107"/>
                  </a:lnTo>
                  <a:lnTo>
                    <a:pt x="1119664" y="1617726"/>
                  </a:lnTo>
                  <a:lnTo>
                    <a:pt x="1126522" y="1617916"/>
                  </a:lnTo>
                  <a:lnTo>
                    <a:pt x="1129093" y="1617440"/>
                  </a:lnTo>
                  <a:lnTo>
                    <a:pt x="1131189" y="1615916"/>
                  </a:lnTo>
                  <a:lnTo>
                    <a:pt x="1133570" y="1611344"/>
                  </a:lnTo>
                  <a:lnTo>
                    <a:pt x="1137380" y="1607915"/>
                  </a:lnTo>
                  <a:lnTo>
                    <a:pt x="1137761" y="1606487"/>
                  </a:lnTo>
                  <a:lnTo>
                    <a:pt x="1137666" y="1598105"/>
                  </a:lnTo>
                  <a:lnTo>
                    <a:pt x="1137761" y="1597247"/>
                  </a:lnTo>
                  <a:lnTo>
                    <a:pt x="1140047" y="1598105"/>
                  </a:lnTo>
                  <a:lnTo>
                    <a:pt x="1140809" y="1597819"/>
                  </a:lnTo>
                  <a:lnTo>
                    <a:pt x="1139666" y="1596200"/>
                  </a:lnTo>
                  <a:lnTo>
                    <a:pt x="1139666" y="1595723"/>
                  </a:lnTo>
                  <a:lnTo>
                    <a:pt x="1139952" y="1595247"/>
                  </a:lnTo>
                  <a:lnTo>
                    <a:pt x="1141000" y="1594771"/>
                  </a:lnTo>
                  <a:lnTo>
                    <a:pt x="1142905" y="1594485"/>
                  </a:lnTo>
                  <a:lnTo>
                    <a:pt x="1157668" y="1596200"/>
                  </a:lnTo>
                  <a:lnTo>
                    <a:pt x="1158526" y="1596771"/>
                  </a:lnTo>
                  <a:lnTo>
                    <a:pt x="1158907" y="1597152"/>
                  </a:lnTo>
                  <a:lnTo>
                    <a:pt x="1159764" y="1598390"/>
                  </a:lnTo>
                  <a:lnTo>
                    <a:pt x="1160336" y="1598866"/>
                  </a:lnTo>
                  <a:lnTo>
                    <a:pt x="1161193" y="1599343"/>
                  </a:lnTo>
                  <a:lnTo>
                    <a:pt x="1162907" y="1600010"/>
                  </a:lnTo>
                  <a:lnTo>
                    <a:pt x="1163860" y="1600105"/>
                  </a:lnTo>
                  <a:lnTo>
                    <a:pt x="1164622" y="1600105"/>
                  </a:lnTo>
                  <a:lnTo>
                    <a:pt x="1165574" y="1599629"/>
                  </a:lnTo>
                  <a:lnTo>
                    <a:pt x="1167670" y="1598200"/>
                  </a:lnTo>
                  <a:lnTo>
                    <a:pt x="1168813" y="1597724"/>
                  </a:lnTo>
                  <a:lnTo>
                    <a:pt x="1170337" y="1597438"/>
                  </a:lnTo>
                  <a:lnTo>
                    <a:pt x="1170908" y="1597247"/>
                  </a:lnTo>
                  <a:lnTo>
                    <a:pt x="1171480" y="1596866"/>
                  </a:lnTo>
                  <a:lnTo>
                    <a:pt x="1174337" y="1593723"/>
                  </a:lnTo>
                  <a:lnTo>
                    <a:pt x="1177385" y="1590675"/>
                  </a:lnTo>
                  <a:lnTo>
                    <a:pt x="1177862" y="1590008"/>
                  </a:lnTo>
                  <a:lnTo>
                    <a:pt x="1178338" y="1588865"/>
                  </a:lnTo>
                  <a:lnTo>
                    <a:pt x="1178909" y="1587151"/>
                  </a:lnTo>
                  <a:lnTo>
                    <a:pt x="1179100" y="1586008"/>
                  </a:lnTo>
                  <a:lnTo>
                    <a:pt x="1179576" y="1581817"/>
                  </a:lnTo>
                  <a:lnTo>
                    <a:pt x="1179957" y="1581055"/>
                  </a:lnTo>
                  <a:lnTo>
                    <a:pt x="1180433" y="1580198"/>
                  </a:lnTo>
                  <a:lnTo>
                    <a:pt x="1182624" y="1577435"/>
                  </a:lnTo>
                  <a:lnTo>
                    <a:pt x="1183100" y="1576769"/>
                  </a:lnTo>
                  <a:lnTo>
                    <a:pt x="1183576" y="1575721"/>
                  </a:lnTo>
                  <a:lnTo>
                    <a:pt x="1185672" y="1569911"/>
                  </a:lnTo>
                  <a:lnTo>
                    <a:pt x="1191578" y="1557909"/>
                  </a:lnTo>
                  <a:lnTo>
                    <a:pt x="1192435" y="1556576"/>
                  </a:lnTo>
                  <a:lnTo>
                    <a:pt x="1195006" y="1554099"/>
                  </a:lnTo>
                  <a:lnTo>
                    <a:pt x="1196435" y="1552766"/>
                  </a:lnTo>
                  <a:lnTo>
                    <a:pt x="1196912" y="1552289"/>
                  </a:lnTo>
                  <a:lnTo>
                    <a:pt x="1201293" y="1543907"/>
                  </a:lnTo>
                  <a:lnTo>
                    <a:pt x="1202246" y="1541145"/>
                  </a:lnTo>
                  <a:lnTo>
                    <a:pt x="1204055" y="1537811"/>
                  </a:lnTo>
                  <a:lnTo>
                    <a:pt x="1205293" y="1536097"/>
                  </a:lnTo>
                  <a:lnTo>
                    <a:pt x="1205960" y="1534573"/>
                  </a:lnTo>
                  <a:lnTo>
                    <a:pt x="1206246" y="1534192"/>
                  </a:lnTo>
                  <a:lnTo>
                    <a:pt x="1206817" y="1533811"/>
                  </a:lnTo>
                  <a:lnTo>
                    <a:pt x="1211866" y="1531144"/>
                  </a:lnTo>
                  <a:lnTo>
                    <a:pt x="1215581" y="1528382"/>
                  </a:lnTo>
                  <a:lnTo>
                    <a:pt x="1216438" y="1528286"/>
                  </a:lnTo>
                  <a:lnTo>
                    <a:pt x="1217581" y="1528286"/>
                  </a:lnTo>
                  <a:lnTo>
                    <a:pt x="1219962" y="1528858"/>
                  </a:lnTo>
                  <a:lnTo>
                    <a:pt x="1221010" y="1529239"/>
                  </a:lnTo>
                  <a:lnTo>
                    <a:pt x="1221867" y="1529620"/>
                  </a:lnTo>
                  <a:lnTo>
                    <a:pt x="1223010" y="1530572"/>
                  </a:lnTo>
                  <a:lnTo>
                    <a:pt x="1226344" y="1532573"/>
                  </a:lnTo>
                  <a:lnTo>
                    <a:pt x="1227106" y="1532858"/>
                  </a:lnTo>
                  <a:lnTo>
                    <a:pt x="1230344" y="1533335"/>
                  </a:lnTo>
                  <a:lnTo>
                    <a:pt x="1231297" y="1533716"/>
                  </a:lnTo>
                  <a:lnTo>
                    <a:pt x="1232059" y="1534001"/>
                  </a:lnTo>
                  <a:lnTo>
                    <a:pt x="1232345" y="1534382"/>
                  </a:lnTo>
                  <a:lnTo>
                    <a:pt x="1237679" y="1538002"/>
                  </a:lnTo>
                  <a:lnTo>
                    <a:pt x="1238345" y="1538764"/>
                  </a:lnTo>
                  <a:lnTo>
                    <a:pt x="1239012" y="1539526"/>
                  </a:lnTo>
                  <a:lnTo>
                    <a:pt x="1239298" y="1539907"/>
                  </a:lnTo>
                  <a:lnTo>
                    <a:pt x="1239774" y="1540288"/>
                  </a:lnTo>
                  <a:lnTo>
                    <a:pt x="1240250" y="1540478"/>
                  </a:lnTo>
                  <a:lnTo>
                    <a:pt x="1240917" y="1540669"/>
                  </a:lnTo>
                  <a:lnTo>
                    <a:pt x="1241774" y="1540574"/>
                  </a:lnTo>
                  <a:lnTo>
                    <a:pt x="1242346" y="1540478"/>
                  </a:lnTo>
                  <a:lnTo>
                    <a:pt x="1248251" y="1537811"/>
                  </a:lnTo>
                  <a:lnTo>
                    <a:pt x="1248918" y="1537335"/>
                  </a:lnTo>
                  <a:lnTo>
                    <a:pt x="1251109" y="1534954"/>
                  </a:lnTo>
                  <a:lnTo>
                    <a:pt x="1253966" y="1530572"/>
                  </a:lnTo>
                  <a:lnTo>
                    <a:pt x="1257586" y="1524286"/>
                  </a:lnTo>
                  <a:lnTo>
                    <a:pt x="1258919" y="1522571"/>
                  </a:lnTo>
                  <a:lnTo>
                    <a:pt x="1259681" y="1521905"/>
                  </a:lnTo>
                  <a:lnTo>
                    <a:pt x="1260539" y="1521333"/>
                  </a:lnTo>
                  <a:lnTo>
                    <a:pt x="1270540" y="1516285"/>
                  </a:lnTo>
                  <a:lnTo>
                    <a:pt x="1278255" y="1514094"/>
                  </a:lnTo>
                  <a:lnTo>
                    <a:pt x="1279017" y="1514094"/>
                  </a:lnTo>
                  <a:lnTo>
                    <a:pt x="1280255" y="1514189"/>
                  </a:lnTo>
                  <a:lnTo>
                    <a:pt x="1281113" y="1514475"/>
                  </a:lnTo>
                  <a:lnTo>
                    <a:pt x="1281970" y="1514951"/>
                  </a:lnTo>
                  <a:lnTo>
                    <a:pt x="1283113" y="1515999"/>
                  </a:lnTo>
                  <a:lnTo>
                    <a:pt x="1283589" y="1516666"/>
                  </a:lnTo>
                  <a:lnTo>
                    <a:pt x="1283970" y="1517237"/>
                  </a:lnTo>
                  <a:lnTo>
                    <a:pt x="1286065" y="1522190"/>
                  </a:lnTo>
                  <a:lnTo>
                    <a:pt x="1286351" y="1522666"/>
                  </a:lnTo>
                  <a:lnTo>
                    <a:pt x="1286637" y="1523143"/>
                  </a:lnTo>
                  <a:lnTo>
                    <a:pt x="1287304" y="1523810"/>
                  </a:lnTo>
                  <a:lnTo>
                    <a:pt x="1287875" y="1524286"/>
                  </a:lnTo>
                  <a:lnTo>
                    <a:pt x="1288447" y="1524572"/>
                  </a:lnTo>
                  <a:lnTo>
                    <a:pt x="1289495" y="1525048"/>
                  </a:lnTo>
                  <a:lnTo>
                    <a:pt x="1290352" y="1525238"/>
                  </a:lnTo>
                  <a:lnTo>
                    <a:pt x="1291685" y="1525238"/>
                  </a:lnTo>
                  <a:lnTo>
                    <a:pt x="1298543" y="1524572"/>
                  </a:lnTo>
                  <a:lnTo>
                    <a:pt x="1302544" y="1523714"/>
                  </a:lnTo>
                  <a:lnTo>
                    <a:pt x="1304163" y="1523143"/>
                  </a:lnTo>
                  <a:lnTo>
                    <a:pt x="1305020" y="1522571"/>
                  </a:lnTo>
                  <a:lnTo>
                    <a:pt x="1317689" y="1513713"/>
                  </a:lnTo>
                  <a:lnTo>
                    <a:pt x="1318260" y="1513618"/>
                  </a:lnTo>
                  <a:lnTo>
                    <a:pt x="1319403" y="1513427"/>
                  </a:lnTo>
                  <a:lnTo>
                    <a:pt x="1320737" y="1513427"/>
                  </a:lnTo>
                  <a:lnTo>
                    <a:pt x="1323404" y="1513904"/>
                  </a:lnTo>
                  <a:lnTo>
                    <a:pt x="1324832" y="1513904"/>
                  </a:lnTo>
                  <a:lnTo>
                    <a:pt x="1327214" y="1513523"/>
                  </a:lnTo>
                  <a:lnTo>
                    <a:pt x="1328261" y="1513141"/>
                  </a:lnTo>
                  <a:lnTo>
                    <a:pt x="1335214" y="1509522"/>
                  </a:lnTo>
                  <a:lnTo>
                    <a:pt x="1337405" y="1508855"/>
                  </a:lnTo>
                  <a:lnTo>
                    <a:pt x="1347025" y="1507522"/>
                  </a:lnTo>
                  <a:lnTo>
                    <a:pt x="1348073" y="1507141"/>
                  </a:lnTo>
                  <a:lnTo>
                    <a:pt x="1349026" y="1506474"/>
                  </a:lnTo>
                  <a:lnTo>
                    <a:pt x="1349597" y="1505998"/>
                  </a:lnTo>
                  <a:lnTo>
                    <a:pt x="1349978" y="1505331"/>
                  </a:lnTo>
                  <a:lnTo>
                    <a:pt x="1350169" y="1504474"/>
                  </a:lnTo>
                  <a:lnTo>
                    <a:pt x="1350169" y="1502950"/>
                  </a:lnTo>
                  <a:lnTo>
                    <a:pt x="1350073" y="1502093"/>
                  </a:lnTo>
                  <a:lnTo>
                    <a:pt x="1349883" y="1501426"/>
                  </a:lnTo>
                  <a:lnTo>
                    <a:pt x="1349597" y="1501045"/>
                  </a:lnTo>
                  <a:lnTo>
                    <a:pt x="1347978" y="1499045"/>
                  </a:lnTo>
                  <a:lnTo>
                    <a:pt x="1347121" y="1497711"/>
                  </a:lnTo>
                  <a:lnTo>
                    <a:pt x="1346264" y="1495711"/>
                  </a:lnTo>
                  <a:lnTo>
                    <a:pt x="1345882" y="1494663"/>
                  </a:lnTo>
                  <a:lnTo>
                    <a:pt x="1345692" y="1493425"/>
                  </a:lnTo>
                  <a:lnTo>
                    <a:pt x="1345692" y="1492758"/>
                  </a:lnTo>
                  <a:lnTo>
                    <a:pt x="1345692" y="1492091"/>
                  </a:lnTo>
                  <a:lnTo>
                    <a:pt x="1345787" y="1491329"/>
                  </a:lnTo>
                  <a:lnTo>
                    <a:pt x="1346073" y="1490472"/>
                  </a:lnTo>
                  <a:lnTo>
                    <a:pt x="1346549" y="1489234"/>
                  </a:lnTo>
                  <a:lnTo>
                    <a:pt x="1348645" y="1486091"/>
                  </a:lnTo>
                  <a:lnTo>
                    <a:pt x="1350264" y="1484662"/>
                  </a:lnTo>
                  <a:lnTo>
                    <a:pt x="1355884" y="1480852"/>
                  </a:lnTo>
                  <a:lnTo>
                    <a:pt x="1353883" y="1477423"/>
                  </a:lnTo>
                  <a:lnTo>
                    <a:pt x="1352836" y="1476185"/>
                  </a:lnTo>
                  <a:lnTo>
                    <a:pt x="1348359" y="1473327"/>
                  </a:lnTo>
                  <a:lnTo>
                    <a:pt x="1347692" y="1472660"/>
                  </a:lnTo>
                  <a:lnTo>
                    <a:pt x="1347406" y="1471898"/>
                  </a:lnTo>
                  <a:lnTo>
                    <a:pt x="1347311" y="1471327"/>
                  </a:lnTo>
                  <a:lnTo>
                    <a:pt x="1347311" y="1467898"/>
                  </a:lnTo>
                  <a:lnTo>
                    <a:pt x="1347216" y="1467326"/>
                  </a:lnTo>
                  <a:lnTo>
                    <a:pt x="1347121" y="1466850"/>
                  </a:lnTo>
                  <a:lnTo>
                    <a:pt x="1345787" y="1463040"/>
                  </a:lnTo>
                  <a:lnTo>
                    <a:pt x="1345406" y="1462373"/>
                  </a:lnTo>
                  <a:lnTo>
                    <a:pt x="1345025" y="1461802"/>
                  </a:lnTo>
                  <a:lnTo>
                    <a:pt x="1344644" y="1461421"/>
                  </a:lnTo>
                  <a:lnTo>
                    <a:pt x="1344263" y="1461040"/>
                  </a:lnTo>
                  <a:lnTo>
                    <a:pt x="1343025" y="1460373"/>
                  </a:lnTo>
                  <a:lnTo>
                    <a:pt x="1342263" y="1459897"/>
                  </a:lnTo>
                  <a:lnTo>
                    <a:pt x="1341120" y="1458754"/>
                  </a:lnTo>
                  <a:lnTo>
                    <a:pt x="1339882" y="1457135"/>
                  </a:lnTo>
                  <a:lnTo>
                    <a:pt x="1337024" y="1451801"/>
                  </a:lnTo>
                  <a:lnTo>
                    <a:pt x="1336548" y="1451134"/>
                  </a:lnTo>
                  <a:lnTo>
                    <a:pt x="1336167" y="1450753"/>
                  </a:lnTo>
                  <a:lnTo>
                    <a:pt x="1332071" y="1447610"/>
                  </a:lnTo>
                  <a:lnTo>
                    <a:pt x="1329881" y="1445133"/>
                  </a:lnTo>
                  <a:lnTo>
                    <a:pt x="1329404" y="1444276"/>
                  </a:lnTo>
                  <a:lnTo>
                    <a:pt x="1329404" y="1443800"/>
                  </a:lnTo>
                  <a:lnTo>
                    <a:pt x="1329785" y="1443704"/>
                  </a:lnTo>
                  <a:lnTo>
                    <a:pt x="1330357" y="1443800"/>
                  </a:lnTo>
                  <a:lnTo>
                    <a:pt x="1331976" y="1444466"/>
                  </a:lnTo>
                  <a:lnTo>
                    <a:pt x="1332548" y="1444562"/>
                  </a:lnTo>
                  <a:lnTo>
                    <a:pt x="1333119" y="1444466"/>
                  </a:lnTo>
                  <a:lnTo>
                    <a:pt x="1333500" y="1444181"/>
                  </a:lnTo>
                  <a:lnTo>
                    <a:pt x="1333881" y="1443800"/>
                  </a:lnTo>
                  <a:lnTo>
                    <a:pt x="1333976" y="1443228"/>
                  </a:lnTo>
                  <a:lnTo>
                    <a:pt x="1334072" y="1441323"/>
                  </a:lnTo>
                  <a:lnTo>
                    <a:pt x="1334167" y="1440656"/>
                  </a:lnTo>
                  <a:lnTo>
                    <a:pt x="1334833" y="1438180"/>
                  </a:lnTo>
                  <a:lnTo>
                    <a:pt x="1335119" y="1437704"/>
                  </a:lnTo>
                  <a:lnTo>
                    <a:pt x="1335405" y="1437227"/>
                  </a:lnTo>
                  <a:lnTo>
                    <a:pt x="1335786" y="1436941"/>
                  </a:lnTo>
                  <a:lnTo>
                    <a:pt x="1336262" y="1436656"/>
                  </a:lnTo>
                  <a:lnTo>
                    <a:pt x="1336834" y="1436561"/>
                  </a:lnTo>
                  <a:lnTo>
                    <a:pt x="1337500" y="1436561"/>
                  </a:lnTo>
                  <a:lnTo>
                    <a:pt x="1338072" y="1436656"/>
                  </a:lnTo>
                  <a:lnTo>
                    <a:pt x="1339501" y="1437418"/>
                  </a:lnTo>
                  <a:lnTo>
                    <a:pt x="1340072" y="1437608"/>
                  </a:lnTo>
                  <a:lnTo>
                    <a:pt x="1340644" y="1437513"/>
                  </a:lnTo>
                  <a:lnTo>
                    <a:pt x="1341120" y="1437323"/>
                  </a:lnTo>
                  <a:lnTo>
                    <a:pt x="1341596" y="1437037"/>
                  </a:lnTo>
                  <a:lnTo>
                    <a:pt x="1341977" y="1436656"/>
                  </a:lnTo>
                  <a:lnTo>
                    <a:pt x="1342358" y="1436275"/>
                  </a:lnTo>
                  <a:lnTo>
                    <a:pt x="1342549" y="1435799"/>
                  </a:lnTo>
                  <a:lnTo>
                    <a:pt x="1342644" y="1435132"/>
                  </a:lnTo>
                  <a:lnTo>
                    <a:pt x="1342739" y="1434560"/>
                  </a:lnTo>
                  <a:lnTo>
                    <a:pt x="1342549" y="1429988"/>
                  </a:lnTo>
                  <a:lnTo>
                    <a:pt x="1342358" y="1428274"/>
                  </a:lnTo>
                  <a:lnTo>
                    <a:pt x="1341977" y="1427416"/>
                  </a:lnTo>
                  <a:lnTo>
                    <a:pt x="1341406" y="1426940"/>
                  </a:lnTo>
                  <a:lnTo>
                    <a:pt x="1338739" y="1426559"/>
                  </a:lnTo>
                  <a:lnTo>
                    <a:pt x="1338072" y="1426274"/>
                  </a:lnTo>
                  <a:lnTo>
                    <a:pt x="1337500" y="1425607"/>
                  </a:lnTo>
                  <a:lnTo>
                    <a:pt x="1336643" y="1424369"/>
                  </a:lnTo>
                  <a:lnTo>
                    <a:pt x="1336357" y="1423511"/>
                  </a:lnTo>
                  <a:lnTo>
                    <a:pt x="1336262" y="1422654"/>
                  </a:lnTo>
                  <a:lnTo>
                    <a:pt x="1336453" y="1418463"/>
                  </a:lnTo>
                  <a:lnTo>
                    <a:pt x="1336548" y="1417701"/>
                  </a:lnTo>
                  <a:lnTo>
                    <a:pt x="1337405" y="1413796"/>
                  </a:lnTo>
                  <a:lnTo>
                    <a:pt x="1337405" y="1413224"/>
                  </a:lnTo>
                  <a:lnTo>
                    <a:pt x="1337405" y="1411034"/>
                  </a:lnTo>
                  <a:lnTo>
                    <a:pt x="1337596" y="1410081"/>
                  </a:lnTo>
                  <a:lnTo>
                    <a:pt x="1337786" y="1409414"/>
                  </a:lnTo>
                  <a:lnTo>
                    <a:pt x="1338072" y="1408938"/>
                  </a:lnTo>
                  <a:lnTo>
                    <a:pt x="1338358" y="1408557"/>
                  </a:lnTo>
                  <a:lnTo>
                    <a:pt x="1339691" y="1407319"/>
                  </a:lnTo>
                  <a:lnTo>
                    <a:pt x="1340453" y="1406462"/>
                  </a:lnTo>
                  <a:lnTo>
                    <a:pt x="1340834" y="1405890"/>
                  </a:lnTo>
                  <a:lnTo>
                    <a:pt x="1341311" y="1405033"/>
                  </a:lnTo>
                  <a:lnTo>
                    <a:pt x="1342930" y="1400747"/>
                  </a:lnTo>
                  <a:lnTo>
                    <a:pt x="1343406" y="1399794"/>
                  </a:lnTo>
                  <a:lnTo>
                    <a:pt x="1344168" y="1398746"/>
                  </a:lnTo>
                  <a:lnTo>
                    <a:pt x="1344835" y="1398080"/>
                  </a:lnTo>
                  <a:lnTo>
                    <a:pt x="1345692" y="1397413"/>
                  </a:lnTo>
                  <a:lnTo>
                    <a:pt x="1354455" y="1394841"/>
                  </a:lnTo>
                  <a:lnTo>
                    <a:pt x="1356836" y="1393603"/>
                  </a:lnTo>
                  <a:lnTo>
                    <a:pt x="1357693" y="1392936"/>
                  </a:lnTo>
                  <a:lnTo>
                    <a:pt x="1358360" y="1392269"/>
                  </a:lnTo>
                  <a:lnTo>
                    <a:pt x="1358741" y="1391793"/>
                  </a:lnTo>
                  <a:lnTo>
                    <a:pt x="1359027" y="1391317"/>
                  </a:lnTo>
                  <a:lnTo>
                    <a:pt x="1359313" y="1390841"/>
                  </a:lnTo>
                  <a:lnTo>
                    <a:pt x="1360646" y="1372362"/>
                  </a:lnTo>
                  <a:lnTo>
                    <a:pt x="1361504" y="1367695"/>
                  </a:lnTo>
                  <a:lnTo>
                    <a:pt x="1362075" y="1365885"/>
                  </a:lnTo>
                  <a:lnTo>
                    <a:pt x="1363980" y="1362361"/>
                  </a:lnTo>
                  <a:lnTo>
                    <a:pt x="1365314" y="1360741"/>
                  </a:lnTo>
                  <a:lnTo>
                    <a:pt x="1369409" y="1356646"/>
                  </a:lnTo>
                  <a:lnTo>
                    <a:pt x="1371124" y="1355408"/>
                  </a:lnTo>
                  <a:lnTo>
                    <a:pt x="1372076" y="1354931"/>
                  </a:lnTo>
                  <a:lnTo>
                    <a:pt x="1374076" y="1354169"/>
                  </a:lnTo>
                  <a:lnTo>
                    <a:pt x="1375886" y="1353122"/>
                  </a:lnTo>
                  <a:lnTo>
                    <a:pt x="1377124" y="1352074"/>
                  </a:lnTo>
                  <a:lnTo>
                    <a:pt x="1378363" y="1350359"/>
                  </a:lnTo>
                  <a:lnTo>
                    <a:pt x="1378934" y="1349312"/>
                  </a:lnTo>
                  <a:lnTo>
                    <a:pt x="1379696" y="1347407"/>
                  </a:lnTo>
                  <a:lnTo>
                    <a:pt x="1381601" y="1340453"/>
                  </a:lnTo>
                  <a:lnTo>
                    <a:pt x="1381982" y="1339310"/>
                  </a:lnTo>
                  <a:lnTo>
                    <a:pt x="1385316" y="1334929"/>
                  </a:lnTo>
                  <a:lnTo>
                    <a:pt x="1386078" y="1334262"/>
                  </a:lnTo>
                  <a:lnTo>
                    <a:pt x="1387031" y="1333691"/>
                  </a:lnTo>
                  <a:lnTo>
                    <a:pt x="1387507" y="1333405"/>
                  </a:lnTo>
                  <a:lnTo>
                    <a:pt x="1391222" y="1332262"/>
                  </a:lnTo>
                  <a:lnTo>
                    <a:pt x="1403604" y="1332357"/>
                  </a:lnTo>
                  <a:lnTo>
                    <a:pt x="1404652" y="1332071"/>
                  </a:lnTo>
                  <a:lnTo>
                    <a:pt x="1405509" y="1331405"/>
                  </a:lnTo>
                  <a:lnTo>
                    <a:pt x="1406462" y="1330452"/>
                  </a:lnTo>
                  <a:lnTo>
                    <a:pt x="1407890" y="1328261"/>
                  </a:lnTo>
                  <a:lnTo>
                    <a:pt x="1411033" y="1331500"/>
                  </a:lnTo>
                  <a:lnTo>
                    <a:pt x="1411510" y="1332452"/>
                  </a:lnTo>
                  <a:lnTo>
                    <a:pt x="1411986" y="1333881"/>
                  </a:lnTo>
                  <a:lnTo>
                    <a:pt x="1411891" y="1334929"/>
                  </a:lnTo>
                  <a:lnTo>
                    <a:pt x="1411224" y="1338644"/>
                  </a:lnTo>
                  <a:lnTo>
                    <a:pt x="1411319" y="1339406"/>
                  </a:lnTo>
                  <a:lnTo>
                    <a:pt x="1411414" y="1339977"/>
                  </a:lnTo>
                  <a:lnTo>
                    <a:pt x="1413891" y="1344359"/>
                  </a:lnTo>
                  <a:lnTo>
                    <a:pt x="1414272" y="1345406"/>
                  </a:lnTo>
                  <a:lnTo>
                    <a:pt x="1415129" y="1349883"/>
                  </a:lnTo>
                  <a:lnTo>
                    <a:pt x="1415415" y="1350740"/>
                  </a:lnTo>
                  <a:lnTo>
                    <a:pt x="1417130" y="1354169"/>
                  </a:lnTo>
                  <a:lnTo>
                    <a:pt x="1417320" y="1355217"/>
                  </a:lnTo>
                  <a:lnTo>
                    <a:pt x="1417415" y="1356074"/>
                  </a:lnTo>
                  <a:lnTo>
                    <a:pt x="1417225" y="1356741"/>
                  </a:lnTo>
                  <a:lnTo>
                    <a:pt x="1417225" y="1357884"/>
                  </a:lnTo>
                  <a:lnTo>
                    <a:pt x="1417320" y="1359313"/>
                  </a:lnTo>
                  <a:lnTo>
                    <a:pt x="1417987" y="1363694"/>
                  </a:lnTo>
                  <a:lnTo>
                    <a:pt x="1417987" y="1364647"/>
                  </a:lnTo>
                  <a:lnTo>
                    <a:pt x="1417701" y="1365123"/>
                  </a:lnTo>
                  <a:lnTo>
                    <a:pt x="1417320" y="1365504"/>
                  </a:lnTo>
                  <a:lnTo>
                    <a:pt x="1416939" y="1365790"/>
                  </a:lnTo>
                  <a:lnTo>
                    <a:pt x="1416463" y="1366076"/>
                  </a:lnTo>
                  <a:lnTo>
                    <a:pt x="1414463" y="1366838"/>
                  </a:lnTo>
                  <a:lnTo>
                    <a:pt x="1413986" y="1367123"/>
                  </a:lnTo>
                  <a:lnTo>
                    <a:pt x="1413510" y="1367504"/>
                  </a:lnTo>
                  <a:lnTo>
                    <a:pt x="1413224" y="1368171"/>
                  </a:lnTo>
                  <a:lnTo>
                    <a:pt x="1413034" y="1369219"/>
                  </a:lnTo>
                  <a:lnTo>
                    <a:pt x="1413034" y="1369981"/>
                  </a:lnTo>
                  <a:lnTo>
                    <a:pt x="1413129" y="1370648"/>
                  </a:lnTo>
                  <a:lnTo>
                    <a:pt x="1414367" y="1373791"/>
                  </a:lnTo>
                  <a:lnTo>
                    <a:pt x="1414558" y="1374743"/>
                  </a:lnTo>
                  <a:lnTo>
                    <a:pt x="1414558" y="1375505"/>
                  </a:lnTo>
                  <a:lnTo>
                    <a:pt x="1414558" y="1376172"/>
                  </a:lnTo>
                  <a:lnTo>
                    <a:pt x="1414367" y="1376839"/>
                  </a:lnTo>
                  <a:lnTo>
                    <a:pt x="1414177" y="1377410"/>
                  </a:lnTo>
                  <a:lnTo>
                    <a:pt x="1413891" y="1379887"/>
                  </a:lnTo>
                  <a:lnTo>
                    <a:pt x="1414081" y="1385411"/>
                  </a:lnTo>
                  <a:lnTo>
                    <a:pt x="1413986" y="1386078"/>
                  </a:lnTo>
                  <a:lnTo>
                    <a:pt x="1413891" y="1386745"/>
                  </a:lnTo>
                  <a:lnTo>
                    <a:pt x="1413605" y="1387412"/>
                  </a:lnTo>
                  <a:lnTo>
                    <a:pt x="1413510" y="1387983"/>
                  </a:lnTo>
                  <a:lnTo>
                    <a:pt x="1413700" y="1388840"/>
                  </a:lnTo>
                  <a:lnTo>
                    <a:pt x="1414558" y="1389031"/>
                  </a:lnTo>
                  <a:lnTo>
                    <a:pt x="1425321" y="1388745"/>
                  </a:lnTo>
                  <a:lnTo>
                    <a:pt x="1426273" y="1388459"/>
                  </a:lnTo>
                  <a:lnTo>
                    <a:pt x="1431226" y="1388364"/>
                  </a:lnTo>
                  <a:lnTo>
                    <a:pt x="1434465" y="1388936"/>
                  </a:lnTo>
                  <a:lnTo>
                    <a:pt x="1441514" y="1391603"/>
                  </a:lnTo>
                  <a:lnTo>
                    <a:pt x="1442656" y="1391603"/>
                  </a:lnTo>
                  <a:lnTo>
                    <a:pt x="1443514" y="1391031"/>
                  </a:lnTo>
                  <a:lnTo>
                    <a:pt x="1443895" y="1390079"/>
                  </a:lnTo>
                  <a:lnTo>
                    <a:pt x="1444276" y="1388936"/>
                  </a:lnTo>
                  <a:lnTo>
                    <a:pt x="1444942" y="1388078"/>
                  </a:lnTo>
                  <a:lnTo>
                    <a:pt x="1446086" y="1387602"/>
                  </a:lnTo>
                  <a:lnTo>
                    <a:pt x="1447705" y="1387888"/>
                  </a:lnTo>
                  <a:lnTo>
                    <a:pt x="1449419" y="1388459"/>
                  </a:lnTo>
                  <a:lnTo>
                    <a:pt x="1450753" y="1388459"/>
                  </a:lnTo>
                  <a:lnTo>
                    <a:pt x="1451229" y="1387602"/>
                  </a:lnTo>
                  <a:lnTo>
                    <a:pt x="1450753" y="1386078"/>
                  </a:lnTo>
                  <a:lnTo>
                    <a:pt x="1448753" y="1382268"/>
                  </a:lnTo>
                  <a:lnTo>
                    <a:pt x="1448372" y="1380744"/>
                  </a:lnTo>
                  <a:lnTo>
                    <a:pt x="1448467" y="1379506"/>
                  </a:lnTo>
                  <a:lnTo>
                    <a:pt x="1449229" y="1378268"/>
                  </a:lnTo>
                  <a:lnTo>
                    <a:pt x="1450657" y="1377220"/>
                  </a:lnTo>
                  <a:lnTo>
                    <a:pt x="1465612" y="1371791"/>
                  </a:lnTo>
                  <a:lnTo>
                    <a:pt x="1469707" y="1369790"/>
                  </a:lnTo>
                  <a:lnTo>
                    <a:pt x="1477994" y="1363599"/>
                  </a:lnTo>
                  <a:lnTo>
                    <a:pt x="1486948" y="1359122"/>
                  </a:lnTo>
                  <a:lnTo>
                    <a:pt x="1490758" y="1355979"/>
                  </a:lnTo>
                  <a:lnTo>
                    <a:pt x="1492091" y="1355122"/>
                  </a:lnTo>
                  <a:lnTo>
                    <a:pt x="1493806" y="1354550"/>
                  </a:lnTo>
                  <a:lnTo>
                    <a:pt x="1495520" y="1354169"/>
                  </a:lnTo>
                  <a:lnTo>
                    <a:pt x="1497330" y="1354360"/>
                  </a:lnTo>
                  <a:lnTo>
                    <a:pt x="1498378" y="1355122"/>
                  </a:lnTo>
                  <a:lnTo>
                    <a:pt x="1499235" y="1356551"/>
                  </a:lnTo>
                  <a:lnTo>
                    <a:pt x="1501045" y="1360075"/>
                  </a:lnTo>
                  <a:lnTo>
                    <a:pt x="1504474" y="1364837"/>
                  </a:lnTo>
                  <a:lnTo>
                    <a:pt x="1506474" y="1368743"/>
                  </a:lnTo>
                  <a:lnTo>
                    <a:pt x="1507903" y="1368933"/>
                  </a:lnTo>
                  <a:lnTo>
                    <a:pt x="1509046" y="1368647"/>
                  </a:lnTo>
                  <a:lnTo>
                    <a:pt x="1510284" y="1367600"/>
                  </a:lnTo>
                  <a:lnTo>
                    <a:pt x="1511427" y="1365599"/>
                  </a:lnTo>
                  <a:lnTo>
                    <a:pt x="1512094" y="1362647"/>
                  </a:lnTo>
                  <a:lnTo>
                    <a:pt x="1512761" y="1361504"/>
                  </a:lnTo>
                  <a:lnTo>
                    <a:pt x="1513808" y="1361027"/>
                  </a:lnTo>
                  <a:lnTo>
                    <a:pt x="1517999" y="1360646"/>
                  </a:lnTo>
                  <a:lnTo>
                    <a:pt x="1519999" y="1359789"/>
                  </a:lnTo>
                  <a:lnTo>
                    <a:pt x="1525524" y="1352741"/>
                  </a:lnTo>
                  <a:lnTo>
                    <a:pt x="1532287" y="1347121"/>
                  </a:lnTo>
                  <a:lnTo>
                    <a:pt x="1533620" y="1346359"/>
                  </a:lnTo>
                  <a:lnTo>
                    <a:pt x="1534858" y="1346359"/>
                  </a:lnTo>
                  <a:lnTo>
                    <a:pt x="1535906" y="1346645"/>
                  </a:lnTo>
                  <a:lnTo>
                    <a:pt x="1536573" y="1346930"/>
                  </a:lnTo>
                  <a:lnTo>
                    <a:pt x="1537240" y="1347407"/>
                  </a:lnTo>
                  <a:lnTo>
                    <a:pt x="1537525" y="1347597"/>
                  </a:lnTo>
                  <a:lnTo>
                    <a:pt x="1537716" y="1347978"/>
                  </a:lnTo>
                  <a:lnTo>
                    <a:pt x="1538002" y="1348454"/>
                  </a:lnTo>
                  <a:lnTo>
                    <a:pt x="1538859" y="1351693"/>
                  </a:lnTo>
                  <a:lnTo>
                    <a:pt x="1539145" y="1352264"/>
                  </a:lnTo>
                  <a:lnTo>
                    <a:pt x="1539526" y="1352836"/>
                  </a:lnTo>
                  <a:lnTo>
                    <a:pt x="1540097" y="1353026"/>
                  </a:lnTo>
                  <a:lnTo>
                    <a:pt x="1540669" y="1353026"/>
                  </a:lnTo>
                  <a:lnTo>
                    <a:pt x="1541812" y="1352645"/>
                  </a:lnTo>
                  <a:lnTo>
                    <a:pt x="1544955" y="1350931"/>
                  </a:lnTo>
                  <a:lnTo>
                    <a:pt x="1546289" y="1350931"/>
                  </a:lnTo>
                  <a:lnTo>
                    <a:pt x="1547527" y="1351693"/>
                  </a:lnTo>
                  <a:lnTo>
                    <a:pt x="1548193" y="1352931"/>
                  </a:lnTo>
                  <a:lnTo>
                    <a:pt x="1548860" y="1354265"/>
                  </a:lnTo>
                  <a:lnTo>
                    <a:pt x="1549813" y="1355217"/>
                  </a:lnTo>
                  <a:lnTo>
                    <a:pt x="1551337" y="1355598"/>
                  </a:lnTo>
                  <a:lnTo>
                    <a:pt x="1552861" y="1355503"/>
                  </a:lnTo>
                  <a:lnTo>
                    <a:pt x="1554480" y="1355027"/>
                  </a:lnTo>
                  <a:lnTo>
                    <a:pt x="1557147" y="1353884"/>
                  </a:lnTo>
                  <a:lnTo>
                    <a:pt x="1563053" y="1350074"/>
                  </a:lnTo>
                  <a:lnTo>
                    <a:pt x="1564386" y="1349502"/>
                  </a:lnTo>
                  <a:lnTo>
                    <a:pt x="1565815" y="1349312"/>
                  </a:lnTo>
                  <a:lnTo>
                    <a:pt x="1567148" y="1348835"/>
                  </a:lnTo>
                  <a:lnTo>
                    <a:pt x="1567910" y="1348169"/>
                  </a:lnTo>
                  <a:lnTo>
                    <a:pt x="1568196" y="1347692"/>
                  </a:lnTo>
                  <a:lnTo>
                    <a:pt x="1568387" y="1347121"/>
                  </a:lnTo>
                  <a:lnTo>
                    <a:pt x="1568767" y="1346740"/>
                  </a:lnTo>
                  <a:lnTo>
                    <a:pt x="1569530" y="1346264"/>
                  </a:lnTo>
                  <a:lnTo>
                    <a:pt x="1572006" y="1345311"/>
                  </a:lnTo>
                  <a:lnTo>
                    <a:pt x="1572768" y="1344644"/>
                  </a:lnTo>
                  <a:lnTo>
                    <a:pt x="1573149" y="1344073"/>
                  </a:lnTo>
                  <a:lnTo>
                    <a:pt x="1574387" y="1341311"/>
                  </a:lnTo>
                  <a:lnTo>
                    <a:pt x="1574482" y="1340644"/>
                  </a:lnTo>
                  <a:lnTo>
                    <a:pt x="1574482" y="1339882"/>
                  </a:lnTo>
                  <a:lnTo>
                    <a:pt x="1574197" y="1339215"/>
                  </a:lnTo>
                  <a:lnTo>
                    <a:pt x="1572387" y="1337024"/>
                  </a:lnTo>
                  <a:lnTo>
                    <a:pt x="1571911" y="1336072"/>
                  </a:lnTo>
                  <a:lnTo>
                    <a:pt x="1571720" y="1335595"/>
                  </a:lnTo>
                  <a:lnTo>
                    <a:pt x="1571720" y="1334834"/>
                  </a:lnTo>
                  <a:lnTo>
                    <a:pt x="1571720" y="1333976"/>
                  </a:lnTo>
                  <a:lnTo>
                    <a:pt x="1572101" y="1332548"/>
                  </a:lnTo>
                  <a:lnTo>
                    <a:pt x="1572482" y="1331786"/>
                  </a:lnTo>
                  <a:lnTo>
                    <a:pt x="1573816" y="1330166"/>
                  </a:lnTo>
                  <a:lnTo>
                    <a:pt x="1574197" y="1329500"/>
                  </a:lnTo>
                  <a:lnTo>
                    <a:pt x="1574387" y="1328642"/>
                  </a:lnTo>
                  <a:lnTo>
                    <a:pt x="1574387" y="1327595"/>
                  </a:lnTo>
                  <a:lnTo>
                    <a:pt x="1574101" y="1325594"/>
                  </a:lnTo>
                  <a:lnTo>
                    <a:pt x="1573625" y="1323785"/>
                  </a:lnTo>
                  <a:lnTo>
                    <a:pt x="1573149" y="1322832"/>
                  </a:lnTo>
                  <a:lnTo>
                    <a:pt x="1572863" y="1322356"/>
                  </a:lnTo>
                  <a:lnTo>
                    <a:pt x="1570673" y="1318070"/>
                  </a:lnTo>
                  <a:lnTo>
                    <a:pt x="1569911" y="1315974"/>
                  </a:lnTo>
                  <a:lnTo>
                    <a:pt x="1569434" y="1314260"/>
                  </a:lnTo>
                  <a:lnTo>
                    <a:pt x="1569530" y="1313498"/>
                  </a:lnTo>
                  <a:lnTo>
                    <a:pt x="1569720" y="1312450"/>
                  </a:lnTo>
                  <a:lnTo>
                    <a:pt x="1570291" y="1310926"/>
                  </a:lnTo>
                  <a:lnTo>
                    <a:pt x="1572863" y="1306259"/>
                  </a:lnTo>
                  <a:lnTo>
                    <a:pt x="1574292" y="1304925"/>
                  </a:lnTo>
                  <a:lnTo>
                    <a:pt x="1587817" y="1297591"/>
                  </a:lnTo>
                  <a:lnTo>
                    <a:pt x="1591628" y="1296162"/>
                  </a:lnTo>
                  <a:lnTo>
                    <a:pt x="1594295" y="1296638"/>
                  </a:lnTo>
                  <a:lnTo>
                    <a:pt x="1595723" y="1296734"/>
                  </a:lnTo>
                  <a:lnTo>
                    <a:pt x="1602867" y="1295495"/>
                  </a:lnTo>
                  <a:lnTo>
                    <a:pt x="1604105" y="1295686"/>
                  </a:lnTo>
                  <a:lnTo>
                    <a:pt x="1608677" y="1297591"/>
                  </a:lnTo>
                  <a:lnTo>
                    <a:pt x="1611154" y="1298258"/>
                  </a:lnTo>
                  <a:lnTo>
                    <a:pt x="1614773" y="1298543"/>
                  </a:lnTo>
                  <a:lnTo>
                    <a:pt x="1615631" y="1298353"/>
                  </a:lnTo>
                  <a:lnTo>
                    <a:pt x="1616297" y="1298162"/>
                  </a:lnTo>
                  <a:lnTo>
                    <a:pt x="1616678" y="1297781"/>
                  </a:lnTo>
                  <a:lnTo>
                    <a:pt x="1617059" y="1297400"/>
                  </a:lnTo>
                  <a:lnTo>
                    <a:pt x="1617250" y="1297019"/>
                  </a:lnTo>
                  <a:lnTo>
                    <a:pt x="1617536" y="1296162"/>
                  </a:lnTo>
                  <a:lnTo>
                    <a:pt x="1618012" y="1293590"/>
                  </a:lnTo>
                  <a:lnTo>
                    <a:pt x="1618012" y="1293590"/>
                  </a:lnTo>
                  <a:lnTo>
                    <a:pt x="1618679" y="1289971"/>
                  </a:lnTo>
                  <a:lnTo>
                    <a:pt x="1619059" y="1288828"/>
                  </a:lnTo>
                  <a:lnTo>
                    <a:pt x="1619345" y="1288256"/>
                  </a:lnTo>
                  <a:lnTo>
                    <a:pt x="1619631" y="1287780"/>
                  </a:lnTo>
                  <a:lnTo>
                    <a:pt x="1620393" y="1287018"/>
                  </a:lnTo>
                  <a:lnTo>
                    <a:pt x="1621155" y="1286256"/>
                  </a:lnTo>
                  <a:lnTo>
                    <a:pt x="1622870" y="1285113"/>
                  </a:lnTo>
                  <a:lnTo>
                    <a:pt x="1623155" y="1284827"/>
                  </a:lnTo>
                  <a:lnTo>
                    <a:pt x="1623346" y="1284541"/>
                  </a:lnTo>
                  <a:lnTo>
                    <a:pt x="1624108" y="1283208"/>
                  </a:lnTo>
                  <a:lnTo>
                    <a:pt x="1624679" y="1281970"/>
                  </a:lnTo>
                  <a:lnTo>
                    <a:pt x="1625060" y="1281398"/>
                  </a:lnTo>
                  <a:lnTo>
                    <a:pt x="1625632" y="1280636"/>
                  </a:lnTo>
                  <a:lnTo>
                    <a:pt x="1626203" y="1280446"/>
                  </a:lnTo>
                  <a:lnTo>
                    <a:pt x="1626584" y="1280732"/>
                  </a:lnTo>
                  <a:lnTo>
                    <a:pt x="1626775" y="1281208"/>
                  </a:lnTo>
                  <a:lnTo>
                    <a:pt x="1627156" y="1282256"/>
                  </a:lnTo>
                  <a:lnTo>
                    <a:pt x="1627632" y="1283208"/>
                  </a:lnTo>
                  <a:lnTo>
                    <a:pt x="1630775" y="1288066"/>
                  </a:lnTo>
                  <a:lnTo>
                    <a:pt x="1631251" y="1287970"/>
                  </a:lnTo>
                  <a:lnTo>
                    <a:pt x="1631918" y="1287494"/>
                  </a:lnTo>
                  <a:lnTo>
                    <a:pt x="1633538" y="1286542"/>
                  </a:lnTo>
                  <a:lnTo>
                    <a:pt x="1642681" y="1283780"/>
                  </a:lnTo>
                  <a:lnTo>
                    <a:pt x="1646301" y="1281779"/>
                  </a:lnTo>
                  <a:lnTo>
                    <a:pt x="1647444" y="1281779"/>
                  </a:lnTo>
                  <a:lnTo>
                    <a:pt x="1647920" y="1282065"/>
                  </a:lnTo>
                  <a:lnTo>
                    <a:pt x="1648015" y="1282827"/>
                  </a:lnTo>
                  <a:lnTo>
                    <a:pt x="1647349" y="1284923"/>
                  </a:lnTo>
                  <a:lnTo>
                    <a:pt x="1647349" y="1286161"/>
                  </a:lnTo>
                  <a:lnTo>
                    <a:pt x="1647730" y="1287209"/>
                  </a:lnTo>
                  <a:lnTo>
                    <a:pt x="1648492" y="1287970"/>
                  </a:lnTo>
                  <a:lnTo>
                    <a:pt x="1650968" y="1289780"/>
                  </a:lnTo>
                  <a:lnTo>
                    <a:pt x="1651825" y="1290828"/>
                  </a:lnTo>
                  <a:lnTo>
                    <a:pt x="1653159" y="1293590"/>
                  </a:lnTo>
                  <a:lnTo>
                    <a:pt x="1658874" y="1300448"/>
                  </a:lnTo>
                  <a:lnTo>
                    <a:pt x="1661827" y="1303211"/>
                  </a:lnTo>
                  <a:lnTo>
                    <a:pt x="1664208" y="1304925"/>
                  </a:lnTo>
                  <a:lnTo>
                    <a:pt x="1664780" y="1305497"/>
                  </a:lnTo>
                  <a:lnTo>
                    <a:pt x="1665161" y="1306259"/>
                  </a:lnTo>
                  <a:lnTo>
                    <a:pt x="1665256" y="1307306"/>
                  </a:lnTo>
                  <a:lnTo>
                    <a:pt x="1665256" y="1308354"/>
                  </a:lnTo>
                  <a:lnTo>
                    <a:pt x="1664970" y="1309402"/>
                  </a:lnTo>
                  <a:lnTo>
                    <a:pt x="1664780" y="1310450"/>
                  </a:lnTo>
                  <a:lnTo>
                    <a:pt x="1664780" y="1311402"/>
                  </a:lnTo>
                  <a:lnTo>
                    <a:pt x="1664875" y="1312545"/>
                  </a:lnTo>
                  <a:lnTo>
                    <a:pt x="1665351" y="1313879"/>
                  </a:lnTo>
                  <a:lnTo>
                    <a:pt x="1666113" y="1315212"/>
                  </a:lnTo>
                  <a:lnTo>
                    <a:pt x="1666494" y="1316355"/>
                  </a:lnTo>
                  <a:lnTo>
                    <a:pt x="1666589" y="1317498"/>
                  </a:lnTo>
                  <a:lnTo>
                    <a:pt x="1666113" y="1318546"/>
                  </a:lnTo>
                  <a:lnTo>
                    <a:pt x="1665351" y="1319308"/>
                  </a:lnTo>
                  <a:lnTo>
                    <a:pt x="1663541" y="1320070"/>
                  </a:lnTo>
                  <a:lnTo>
                    <a:pt x="1663065" y="1320356"/>
                  </a:lnTo>
                  <a:lnTo>
                    <a:pt x="1662589" y="1321118"/>
                  </a:lnTo>
                  <a:lnTo>
                    <a:pt x="1662303" y="1322165"/>
                  </a:lnTo>
                  <a:lnTo>
                    <a:pt x="1662398" y="1323594"/>
                  </a:lnTo>
                  <a:lnTo>
                    <a:pt x="1663541" y="1324832"/>
                  </a:lnTo>
                  <a:lnTo>
                    <a:pt x="1664970" y="1325785"/>
                  </a:lnTo>
                  <a:lnTo>
                    <a:pt x="1670114" y="1327880"/>
                  </a:lnTo>
                  <a:lnTo>
                    <a:pt x="1671161" y="1328547"/>
                  </a:lnTo>
                  <a:lnTo>
                    <a:pt x="1671447" y="1329119"/>
                  </a:lnTo>
                  <a:lnTo>
                    <a:pt x="1671447" y="1329881"/>
                  </a:lnTo>
                  <a:lnTo>
                    <a:pt x="1671066" y="1332452"/>
                  </a:lnTo>
                  <a:lnTo>
                    <a:pt x="1670971" y="1334072"/>
                  </a:lnTo>
                  <a:lnTo>
                    <a:pt x="1671256" y="1335595"/>
                  </a:lnTo>
                  <a:lnTo>
                    <a:pt x="1671733" y="1337120"/>
                  </a:lnTo>
                  <a:lnTo>
                    <a:pt x="1673066" y="1339691"/>
                  </a:lnTo>
                  <a:lnTo>
                    <a:pt x="1673352" y="1340549"/>
                  </a:lnTo>
                  <a:lnTo>
                    <a:pt x="1673542" y="1341311"/>
                  </a:lnTo>
                  <a:lnTo>
                    <a:pt x="1673542" y="1342073"/>
                  </a:lnTo>
                  <a:lnTo>
                    <a:pt x="1673162" y="1343597"/>
                  </a:lnTo>
                  <a:lnTo>
                    <a:pt x="1673257" y="1344263"/>
                  </a:lnTo>
                  <a:lnTo>
                    <a:pt x="1673923" y="1345025"/>
                  </a:lnTo>
                  <a:lnTo>
                    <a:pt x="1675066" y="1345311"/>
                  </a:lnTo>
                  <a:lnTo>
                    <a:pt x="1676209" y="1345216"/>
                  </a:lnTo>
                  <a:lnTo>
                    <a:pt x="1677829" y="1344740"/>
                  </a:lnTo>
                  <a:lnTo>
                    <a:pt x="1678400" y="1344549"/>
                  </a:lnTo>
                  <a:lnTo>
                    <a:pt x="1678781" y="1344263"/>
                  </a:lnTo>
                  <a:lnTo>
                    <a:pt x="1679257" y="1343597"/>
                  </a:lnTo>
                  <a:lnTo>
                    <a:pt x="1679639" y="1342930"/>
                  </a:lnTo>
                  <a:lnTo>
                    <a:pt x="1679924" y="1342263"/>
                  </a:lnTo>
                  <a:lnTo>
                    <a:pt x="1680210" y="1339882"/>
                  </a:lnTo>
                  <a:lnTo>
                    <a:pt x="1680400" y="1339310"/>
                  </a:lnTo>
                  <a:lnTo>
                    <a:pt x="1680972" y="1338739"/>
                  </a:lnTo>
                  <a:lnTo>
                    <a:pt x="1681829" y="1338358"/>
                  </a:lnTo>
                  <a:lnTo>
                    <a:pt x="1683544" y="1338644"/>
                  </a:lnTo>
                  <a:lnTo>
                    <a:pt x="1684687" y="1339501"/>
                  </a:lnTo>
                  <a:lnTo>
                    <a:pt x="1685449" y="1340739"/>
                  </a:lnTo>
                  <a:lnTo>
                    <a:pt x="1685639" y="1341882"/>
                  </a:lnTo>
                  <a:lnTo>
                    <a:pt x="1685544" y="1342930"/>
                  </a:lnTo>
                  <a:lnTo>
                    <a:pt x="1685354" y="1345025"/>
                  </a:lnTo>
                  <a:lnTo>
                    <a:pt x="1685449" y="1346073"/>
                  </a:lnTo>
                  <a:lnTo>
                    <a:pt x="1685639" y="1346835"/>
                  </a:lnTo>
                  <a:lnTo>
                    <a:pt x="1685830" y="1347216"/>
                  </a:lnTo>
                  <a:lnTo>
                    <a:pt x="1686592" y="1348359"/>
                  </a:lnTo>
                  <a:lnTo>
                    <a:pt x="1686878" y="1349216"/>
                  </a:lnTo>
                  <a:lnTo>
                    <a:pt x="1687068" y="1350359"/>
                  </a:lnTo>
                  <a:lnTo>
                    <a:pt x="1686878" y="1351693"/>
                  </a:lnTo>
                  <a:lnTo>
                    <a:pt x="1685354" y="1355598"/>
                  </a:lnTo>
                  <a:lnTo>
                    <a:pt x="1685163" y="1356455"/>
                  </a:lnTo>
                  <a:lnTo>
                    <a:pt x="1685163" y="1356836"/>
                  </a:lnTo>
                  <a:lnTo>
                    <a:pt x="1685639" y="1357503"/>
                  </a:lnTo>
                  <a:lnTo>
                    <a:pt x="1687639" y="1359313"/>
                  </a:lnTo>
                  <a:lnTo>
                    <a:pt x="1688401" y="1360551"/>
                  </a:lnTo>
                  <a:lnTo>
                    <a:pt x="1688973" y="1361980"/>
                  </a:lnTo>
                  <a:lnTo>
                    <a:pt x="1689068" y="1363504"/>
                  </a:lnTo>
                  <a:lnTo>
                    <a:pt x="1688782" y="1365504"/>
                  </a:lnTo>
                  <a:lnTo>
                    <a:pt x="1687449" y="1370362"/>
                  </a:lnTo>
                  <a:lnTo>
                    <a:pt x="1686401" y="1372743"/>
                  </a:lnTo>
                  <a:lnTo>
                    <a:pt x="1685544" y="1373886"/>
                  </a:lnTo>
                  <a:lnTo>
                    <a:pt x="1684306" y="1373886"/>
                  </a:lnTo>
                  <a:lnTo>
                    <a:pt x="1683163" y="1373029"/>
                  </a:lnTo>
                  <a:lnTo>
                    <a:pt x="1682306" y="1371410"/>
                  </a:lnTo>
                  <a:lnTo>
                    <a:pt x="1681448" y="1370266"/>
                  </a:lnTo>
                  <a:lnTo>
                    <a:pt x="1680496" y="1369505"/>
                  </a:lnTo>
                  <a:lnTo>
                    <a:pt x="1679257" y="1369028"/>
                  </a:lnTo>
                  <a:lnTo>
                    <a:pt x="1677924" y="1369124"/>
                  </a:lnTo>
                  <a:lnTo>
                    <a:pt x="1676686" y="1369886"/>
                  </a:lnTo>
                  <a:lnTo>
                    <a:pt x="1675829" y="1371981"/>
                  </a:lnTo>
                  <a:lnTo>
                    <a:pt x="1675352" y="1374077"/>
                  </a:lnTo>
                  <a:lnTo>
                    <a:pt x="1675543" y="1375982"/>
                  </a:lnTo>
                  <a:lnTo>
                    <a:pt x="1676019" y="1377410"/>
                  </a:lnTo>
                  <a:lnTo>
                    <a:pt x="1677257" y="1380077"/>
                  </a:lnTo>
                  <a:lnTo>
                    <a:pt x="1678400" y="1381982"/>
                  </a:lnTo>
                  <a:lnTo>
                    <a:pt x="1679067" y="1382744"/>
                  </a:lnTo>
                  <a:lnTo>
                    <a:pt x="1679543" y="1383697"/>
                  </a:lnTo>
                  <a:lnTo>
                    <a:pt x="1680686" y="1388459"/>
                  </a:lnTo>
                  <a:lnTo>
                    <a:pt x="1681734" y="1390174"/>
                  </a:lnTo>
                  <a:lnTo>
                    <a:pt x="1682782" y="1390936"/>
                  </a:lnTo>
                  <a:lnTo>
                    <a:pt x="1684020" y="1391222"/>
                  </a:lnTo>
                  <a:lnTo>
                    <a:pt x="1686211" y="1391317"/>
                  </a:lnTo>
                  <a:lnTo>
                    <a:pt x="1687354" y="1391698"/>
                  </a:lnTo>
                  <a:lnTo>
                    <a:pt x="1688021" y="1392460"/>
                  </a:lnTo>
                  <a:lnTo>
                    <a:pt x="1688306" y="1393412"/>
                  </a:lnTo>
                  <a:lnTo>
                    <a:pt x="1688401" y="1394746"/>
                  </a:lnTo>
                  <a:lnTo>
                    <a:pt x="1688211" y="1396270"/>
                  </a:lnTo>
                  <a:lnTo>
                    <a:pt x="1687068" y="1400747"/>
                  </a:lnTo>
                  <a:lnTo>
                    <a:pt x="1687068" y="1401413"/>
                  </a:lnTo>
                  <a:lnTo>
                    <a:pt x="1687068" y="1401890"/>
                  </a:lnTo>
                  <a:lnTo>
                    <a:pt x="1686782" y="1404938"/>
                  </a:lnTo>
                  <a:lnTo>
                    <a:pt x="1689830" y="1406462"/>
                  </a:lnTo>
                  <a:lnTo>
                    <a:pt x="1690402" y="1407890"/>
                  </a:lnTo>
                  <a:lnTo>
                    <a:pt x="1690688" y="1409605"/>
                  </a:lnTo>
                  <a:lnTo>
                    <a:pt x="1690497" y="1413320"/>
                  </a:lnTo>
                  <a:lnTo>
                    <a:pt x="1690592" y="1415034"/>
                  </a:lnTo>
                  <a:lnTo>
                    <a:pt x="1691259" y="1418177"/>
                  </a:lnTo>
                  <a:lnTo>
                    <a:pt x="1691926" y="1419606"/>
                  </a:lnTo>
                  <a:lnTo>
                    <a:pt x="1692878" y="1420559"/>
                  </a:lnTo>
                  <a:lnTo>
                    <a:pt x="1693640" y="1420749"/>
                  </a:lnTo>
                  <a:lnTo>
                    <a:pt x="1694974" y="1420940"/>
                  </a:lnTo>
                  <a:lnTo>
                    <a:pt x="1695736" y="1420940"/>
                  </a:lnTo>
                  <a:lnTo>
                    <a:pt x="1696022" y="1418749"/>
                  </a:lnTo>
                  <a:lnTo>
                    <a:pt x="1696403" y="1418177"/>
                  </a:lnTo>
                  <a:lnTo>
                    <a:pt x="1696974" y="1417511"/>
                  </a:lnTo>
                  <a:lnTo>
                    <a:pt x="1698212" y="1416844"/>
                  </a:lnTo>
                  <a:lnTo>
                    <a:pt x="1701546" y="1416177"/>
                  </a:lnTo>
                  <a:lnTo>
                    <a:pt x="1713262" y="1416177"/>
                  </a:lnTo>
                  <a:lnTo>
                    <a:pt x="1718310" y="1417415"/>
                  </a:lnTo>
                  <a:lnTo>
                    <a:pt x="1719929" y="1417511"/>
                  </a:lnTo>
                  <a:lnTo>
                    <a:pt x="1721453" y="1416939"/>
                  </a:lnTo>
                  <a:lnTo>
                    <a:pt x="1724978" y="1414463"/>
                  </a:lnTo>
                  <a:lnTo>
                    <a:pt x="1726978" y="1413510"/>
                  </a:lnTo>
                  <a:lnTo>
                    <a:pt x="1727930" y="1413224"/>
                  </a:lnTo>
                  <a:lnTo>
                    <a:pt x="1728692" y="1413320"/>
                  </a:lnTo>
                  <a:lnTo>
                    <a:pt x="1729168" y="1413701"/>
                  </a:lnTo>
                  <a:lnTo>
                    <a:pt x="1729454" y="1414082"/>
                  </a:lnTo>
                  <a:lnTo>
                    <a:pt x="1729549" y="1414844"/>
                  </a:lnTo>
                  <a:lnTo>
                    <a:pt x="1729740" y="1415796"/>
                  </a:lnTo>
                  <a:lnTo>
                    <a:pt x="1730692" y="1417034"/>
                  </a:lnTo>
                  <a:lnTo>
                    <a:pt x="1732598" y="1418082"/>
                  </a:lnTo>
                  <a:lnTo>
                    <a:pt x="1755362" y="1420654"/>
                  </a:lnTo>
                  <a:lnTo>
                    <a:pt x="1757267" y="1420463"/>
                  </a:lnTo>
                  <a:lnTo>
                    <a:pt x="1760220" y="1419511"/>
                  </a:lnTo>
                  <a:lnTo>
                    <a:pt x="1761363" y="1419416"/>
                  </a:lnTo>
                  <a:lnTo>
                    <a:pt x="1761934" y="1419606"/>
                  </a:lnTo>
                  <a:lnTo>
                    <a:pt x="1762220" y="1419892"/>
                  </a:lnTo>
                  <a:lnTo>
                    <a:pt x="1762315" y="1420463"/>
                  </a:lnTo>
                  <a:lnTo>
                    <a:pt x="1762315" y="1421130"/>
                  </a:lnTo>
                  <a:lnTo>
                    <a:pt x="1762125" y="1423226"/>
                  </a:lnTo>
                  <a:lnTo>
                    <a:pt x="1761649" y="1424845"/>
                  </a:lnTo>
                  <a:lnTo>
                    <a:pt x="1772126" y="1414082"/>
                  </a:lnTo>
                  <a:lnTo>
                    <a:pt x="1772888" y="1412558"/>
                  </a:lnTo>
                  <a:lnTo>
                    <a:pt x="1773746" y="1410367"/>
                  </a:lnTo>
                  <a:lnTo>
                    <a:pt x="1774031" y="1409129"/>
                  </a:lnTo>
                  <a:lnTo>
                    <a:pt x="1774222" y="1407890"/>
                  </a:lnTo>
                  <a:lnTo>
                    <a:pt x="1774412" y="1405033"/>
                  </a:lnTo>
                  <a:lnTo>
                    <a:pt x="1774317" y="1403699"/>
                  </a:lnTo>
                  <a:lnTo>
                    <a:pt x="1773650" y="1398651"/>
                  </a:lnTo>
                  <a:lnTo>
                    <a:pt x="1771650" y="1389221"/>
                  </a:lnTo>
                  <a:lnTo>
                    <a:pt x="1771269" y="1388174"/>
                  </a:lnTo>
                  <a:lnTo>
                    <a:pt x="1770793" y="1387221"/>
                  </a:lnTo>
                  <a:lnTo>
                    <a:pt x="1768412" y="1383983"/>
                  </a:lnTo>
                  <a:lnTo>
                    <a:pt x="1768316" y="1383792"/>
                  </a:lnTo>
                  <a:lnTo>
                    <a:pt x="1768316" y="1383602"/>
                  </a:lnTo>
                  <a:lnTo>
                    <a:pt x="1768316" y="1383125"/>
                  </a:lnTo>
                  <a:lnTo>
                    <a:pt x="1767840" y="1380268"/>
                  </a:lnTo>
                  <a:lnTo>
                    <a:pt x="1767745" y="1379030"/>
                  </a:lnTo>
                  <a:lnTo>
                    <a:pt x="1767745" y="1377601"/>
                  </a:lnTo>
                  <a:lnTo>
                    <a:pt x="1767745" y="1377029"/>
                  </a:lnTo>
                  <a:lnTo>
                    <a:pt x="1767364" y="1375505"/>
                  </a:lnTo>
                  <a:lnTo>
                    <a:pt x="1767268" y="1375029"/>
                  </a:lnTo>
                  <a:lnTo>
                    <a:pt x="1767268" y="1374648"/>
                  </a:lnTo>
                  <a:lnTo>
                    <a:pt x="1767459" y="1373695"/>
                  </a:lnTo>
                  <a:lnTo>
                    <a:pt x="1767459" y="1373315"/>
                  </a:lnTo>
                  <a:lnTo>
                    <a:pt x="1767364" y="1372838"/>
                  </a:lnTo>
                  <a:lnTo>
                    <a:pt x="1767268" y="1372362"/>
                  </a:lnTo>
                  <a:lnTo>
                    <a:pt x="1767173" y="1371791"/>
                  </a:lnTo>
                  <a:lnTo>
                    <a:pt x="1767078" y="1371219"/>
                  </a:lnTo>
                  <a:lnTo>
                    <a:pt x="1767078" y="1370648"/>
                  </a:lnTo>
                  <a:lnTo>
                    <a:pt x="1767078" y="1370266"/>
                  </a:lnTo>
                  <a:lnTo>
                    <a:pt x="1767173" y="1369886"/>
                  </a:lnTo>
                  <a:lnTo>
                    <a:pt x="1767364" y="1369124"/>
                  </a:lnTo>
                  <a:lnTo>
                    <a:pt x="1767649" y="1367981"/>
                  </a:lnTo>
                  <a:lnTo>
                    <a:pt x="1767649" y="1367314"/>
                  </a:lnTo>
                  <a:lnTo>
                    <a:pt x="1767554" y="1365504"/>
                  </a:lnTo>
                  <a:lnTo>
                    <a:pt x="1767554" y="1365028"/>
                  </a:lnTo>
                  <a:lnTo>
                    <a:pt x="1767649" y="1364742"/>
                  </a:lnTo>
                  <a:lnTo>
                    <a:pt x="1767745" y="1364552"/>
                  </a:lnTo>
                  <a:lnTo>
                    <a:pt x="1767935" y="1364266"/>
                  </a:lnTo>
                  <a:lnTo>
                    <a:pt x="1769173" y="1362932"/>
                  </a:lnTo>
                  <a:lnTo>
                    <a:pt x="1769459" y="1362266"/>
                  </a:lnTo>
                  <a:lnTo>
                    <a:pt x="1769650" y="1361599"/>
                  </a:lnTo>
                  <a:lnTo>
                    <a:pt x="1769650" y="1360932"/>
                  </a:lnTo>
                  <a:lnTo>
                    <a:pt x="1769364" y="1358551"/>
                  </a:lnTo>
                  <a:lnTo>
                    <a:pt x="1769173" y="1354074"/>
                  </a:lnTo>
                  <a:lnTo>
                    <a:pt x="1769078" y="1353503"/>
                  </a:lnTo>
                  <a:lnTo>
                    <a:pt x="1768983" y="1352931"/>
                  </a:lnTo>
                  <a:lnTo>
                    <a:pt x="1768888" y="1352360"/>
                  </a:lnTo>
                  <a:lnTo>
                    <a:pt x="1768888" y="1351788"/>
                  </a:lnTo>
                  <a:lnTo>
                    <a:pt x="1768888" y="1351121"/>
                  </a:lnTo>
                  <a:lnTo>
                    <a:pt x="1769078" y="1350455"/>
                  </a:lnTo>
                  <a:lnTo>
                    <a:pt x="1769364" y="1349978"/>
                  </a:lnTo>
                  <a:lnTo>
                    <a:pt x="1769650" y="1349502"/>
                  </a:lnTo>
                  <a:lnTo>
                    <a:pt x="1770698" y="1348169"/>
                  </a:lnTo>
                  <a:lnTo>
                    <a:pt x="1772222" y="1345787"/>
                  </a:lnTo>
                  <a:lnTo>
                    <a:pt x="1772603" y="1344740"/>
                  </a:lnTo>
                  <a:lnTo>
                    <a:pt x="1772983" y="1343406"/>
                  </a:lnTo>
                  <a:lnTo>
                    <a:pt x="1773174" y="1341977"/>
                  </a:lnTo>
                  <a:lnTo>
                    <a:pt x="1773269" y="1340739"/>
                  </a:lnTo>
                  <a:lnTo>
                    <a:pt x="1773079" y="1338739"/>
                  </a:lnTo>
                  <a:lnTo>
                    <a:pt x="1772888" y="1337596"/>
                  </a:lnTo>
                  <a:lnTo>
                    <a:pt x="1772698" y="1337120"/>
                  </a:lnTo>
                  <a:lnTo>
                    <a:pt x="1772412" y="1336643"/>
                  </a:lnTo>
                  <a:lnTo>
                    <a:pt x="1772031" y="1336262"/>
                  </a:lnTo>
                  <a:lnTo>
                    <a:pt x="1771650" y="1335881"/>
                  </a:lnTo>
                  <a:lnTo>
                    <a:pt x="1771174" y="1335595"/>
                  </a:lnTo>
                  <a:lnTo>
                    <a:pt x="1768888" y="1334643"/>
                  </a:lnTo>
                  <a:lnTo>
                    <a:pt x="1768412" y="1334357"/>
                  </a:lnTo>
                  <a:lnTo>
                    <a:pt x="1768126" y="1333976"/>
                  </a:lnTo>
                  <a:lnTo>
                    <a:pt x="1764316" y="1328928"/>
                  </a:lnTo>
                  <a:lnTo>
                    <a:pt x="1763458" y="1328261"/>
                  </a:lnTo>
                  <a:lnTo>
                    <a:pt x="1763078" y="1327880"/>
                  </a:lnTo>
                  <a:lnTo>
                    <a:pt x="1762792" y="1327404"/>
                  </a:lnTo>
                  <a:lnTo>
                    <a:pt x="1762792" y="1326833"/>
                  </a:lnTo>
                  <a:lnTo>
                    <a:pt x="1762887" y="1326166"/>
                  </a:lnTo>
                  <a:lnTo>
                    <a:pt x="1763078" y="1325594"/>
                  </a:lnTo>
                  <a:lnTo>
                    <a:pt x="1763268" y="1325023"/>
                  </a:lnTo>
                  <a:lnTo>
                    <a:pt x="1764506" y="1323023"/>
                  </a:lnTo>
                  <a:lnTo>
                    <a:pt x="1764601" y="1322641"/>
                  </a:lnTo>
                  <a:lnTo>
                    <a:pt x="1764697" y="1322451"/>
                  </a:lnTo>
                  <a:lnTo>
                    <a:pt x="1765935" y="1321022"/>
                  </a:lnTo>
                  <a:lnTo>
                    <a:pt x="1767173" y="1319403"/>
                  </a:lnTo>
                  <a:lnTo>
                    <a:pt x="1768507" y="1318070"/>
                  </a:lnTo>
                  <a:lnTo>
                    <a:pt x="1770031" y="1316355"/>
                  </a:lnTo>
                  <a:lnTo>
                    <a:pt x="1770698" y="1315784"/>
                  </a:lnTo>
                  <a:lnTo>
                    <a:pt x="1771174" y="1315498"/>
                  </a:lnTo>
                  <a:lnTo>
                    <a:pt x="1771555" y="1315403"/>
                  </a:lnTo>
                  <a:lnTo>
                    <a:pt x="1773174" y="1315307"/>
                  </a:lnTo>
                  <a:lnTo>
                    <a:pt x="1773841" y="1315307"/>
                  </a:lnTo>
                  <a:lnTo>
                    <a:pt x="1774126" y="1315212"/>
                  </a:lnTo>
                  <a:lnTo>
                    <a:pt x="1774984" y="1315022"/>
                  </a:lnTo>
                  <a:lnTo>
                    <a:pt x="1775460" y="1314831"/>
                  </a:lnTo>
                  <a:lnTo>
                    <a:pt x="1776222" y="1314260"/>
                  </a:lnTo>
                  <a:lnTo>
                    <a:pt x="1776603" y="1313974"/>
                  </a:lnTo>
                  <a:lnTo>
                    <a:pt x="1776984" y="1313593"/>
                  </a:lnTo>
                  <a:lnTo>
                    <a:pt x="1777174" y="1313402"/>
                  </a:lnTo>
                  <a:lnTo>
                    <a:pt x="1777460" y="1313307"/>
                  </a:lnTo>
                  <a:lnTo>
                    <a:pt x="1777556" y="1313307"/>
                  </a:lnTo>
                  <a:lnTo>
                    <a:pt x="1779080" y="1313402"/>
                  </a:lnTo>
                  <a:lnTo>
                    <a:pt x="1779175" y="1313307"/>
                  </a:lnTo>
                  <a:lnTo>
                    <a:pt x="1780508" y="1312355"/>
                  </a:lnTo>
                  <a:lnTo>
                    <a:pt x="1781080" y="1311688"/>
                  </a:lnTo>
                  <a:lnTo>
                    <a:pt x="1782318" y="1309592"/>
                  </a:lnTo>
                  <a:lnTo>
                    <a:pt x="1783271" y="1306449"/>
                  </a:lnTo>
                  <a:lnTo>
                    <a:pt x="1783651" y="1305592"/>
                  </a:lnTo>
                  <a:lnTo>
                    <a:pt x="1783747" y="1305497"/>
                  </a:lnTo>
                  <a:lnTo>
                    <a:pt x="1783747" y="1305401"/>
                  </a:lnTo>
                  <a:lnTo>
                    <a:pt x="1784128" y="1305020"/>
                  </a:lnTo>
                  <a:lnTo>
                    <a:pt x="1784699" y="1304925"/>
                  </a:lnTo>
                  <a:lnTo>
                    <a:pt x="1785842" y="1305497"/>
                  </a:lnTo>
                  <a:lnTo>
                    <a:pt x="1788128" y="1307402"/>
                  </a:lnTo>
                  <a:lnTo>
                    <a:pt x="1789652" y="1309211"/>
                  </a:lnTo>
                  <a:lnTo>
                    <a:pt x="1790319" y="1310354"/>
                  </a:lnTo>
                  <a:lnTo>
                    <a:pt x="1790414" y="1311116"/>
                  </a:lnTo>
                  <a:lnTo>
                    <a:pt x="1790129" y="1312355"/>
                  </a:lnTo>
                  <a:lnTo>
                    <a:pt x="1790033" y="1312926"/>
                  </a:lnTo>
                  <a:lnTo>
                    <a:pt x="1790224" y="1313498"/>
                  </a:lnTo>
                  <a:lnTo>
                    <a:pt x="1790509" y="1313974"/>
                  </a:lnTo>
                  <a:lnTo>
                    <a:pt x="1792510" y="1316165"/>
                  </a:lnTo>
                  <a:lnTo>
                    <a:pt x="1792796" y="1316736"/>
                  </a:lnTo>
                  <a:lnTo>
                    <a:pt x="1793081" y="1317308"/>
                  </a:lnTo>
                  <a:lnTo>
                    <a:pt x="1793176" y="1317879"/>
                  </a:lnTo>
                  <a:lnTo>
                    <a:pt x="1793367" y="1318451"/>
                  </a:lnTo>
                  <a:lnTo>
                    <a:pt x="1793462" y="1320451"/>
                  </a:lnTo>
                  <a:lnTo>
                    <a:pt x="1793653" y="1321022"/>
                  </a:lnTo>
                  <a:lnTo>
                    <a:pt x="1794034" y="1321594"/>
                  </a:lnTo>
                  <a:lnTo>
                    <a:pt x="1794700" y="1322070"/>
                  </a:lnTo>
                  <a:lnTo>
                    <a:pt x="1795939" y="1322641"/>
                  </a:lnTo>
                  <a:lnTo>
                    <a:pt x="1797367" y="1323023"/>
                  </a:lnTo>
                  <a:lnTo>
                    <a:pt x="1804130" y="1323689"/>
                  </a:lnTo>
                  <a:lnTo>
                    <a:pt x="1808893" y="1325023"/>
                  </a:lnTo>
                  <a:lnTo>
                    <a:pt x="1809464" y="1325404"/>
                  </a:lnTo>
                  <a:lnTo>
                    <a:pt x="1810131" y="1326070"/>
                  </a:lnTo>
                  <a:lnTo>
                    <a:pt x="1810798" y="1327309"/>
                  </a:lnTo>
                  <a:lnTo>
                    <a:pt x="1810893" y="1328071"/>
                  </a:lnTo>
                  <a:lnTo>
                    <a:pt x="1810703" y="1328642"/>
                  </a:lnTo>
                  <a:lnTo>
                    <a:pt x="1809750" y="1329785"/>
                  </a:lnTo>
                  <a:lnTo>
                    <a:pt x="1807559" y="1331405"/>
                  </a:lnTo>
                  <a:lnTo>
                    <a:pt x="1807178" y="1331881"/>
                  </a:lnTo>
                  <a:lnTo>
                    <a:pt x="1807083" y="1332357"/>
                  </a:lnTo>
                  <a:lnTo>
                    <a:pt x="1807083" y="1333024"/>
                  </a:lnTo>
                  <a:lnTo>
                    <a:pt x="1807178" y="1333595"/>
                  </a:lnTo>
                  <a:lnTo>
                    <a:pt x="1807464" y="1334072"/>
                  </a:lnTo>
                  <a:lnTo>
                    <a:pt x="1807750" y="1334548"/>
                  </a:lnTo>
                  <a:lnTo>
                    <a:pt x="1813179" y="1339882"/>
                  </a:lnTo>
                  <a:lnTo>
                    <a:pt x="1813560" y="1340549"/>
                  </a:lnTo>
                  <a:lnTo>
                    <a:pt x="1813750" y="1341120"/>
                  </a:lnTo>
                  <a:lnTo>
                    <a:pt x="1813846" y="1341787"/>
                  </a:lnTo>
                  <a:lnTo>
                    <a:pt x="1813846" y="1345311"/>
                  </a:lnTo>
                  <a:lnTo>
                    <a:pt x="1813941" y="1345978"/>
                  </a:lnTo>
                  <a:lnTo>
                    <a:pt x="1814036" y="1346549"/>
                  </a:lnTo>
                  <a:lnTo>
                    <a:pt x="1814227" y="1347026"/>
                  </a:lnTo>
                  <a:lnTo>
                    <a:pt x="1814417" y="1347407"/>
                  </a:lnTo>
                  <a:lnTo>
                    <a:pt x="1814513" y="1347502"/>
                  </a:lnTo>
                  <a:lnTo>
                    <a:pt x="1819942" y="1350455"/>
                  </a:lnTo>
                  <a:lnTo>
                    <a:pt x="1820608" y="1351216"/>
                  </a:lnTo>
                  <a:lnTo>
                    <a:pt x="1820894" y="1351693"/>
                  </a:lnTo>
                  <a:lnTo>
                    <a:pt x="1821180" y="1352169"/>
                  </a:lnTo>
                  <a:lnTo>
                    <a:pt x="1821275" y="1352741"/>
                  </a:lnTo>
                  <a:lnTo>
                    <a:pt x="1821371" y="1354074"/>
                  </a:lnTo>
                  <a:lnTo>
                    <a:pt x="1821371" y="1355503"/>
                  </a:lnTo>
                  <a:lnTo>
                    <a:pt x="1821466" y="1356170"/>
                  </a:lnTo>
                  <a:lnTo>
                    <a:pt x="1821561" y="1356741"/>
                  </a:lnTo>
                  <a:lnTo>
                    <a:pt x="1821751" y="1357313"/>
                  </a:lnTo>
                  <a:lnTo>
                    <a:pt x="1821942" y="1357789"/>
                  </a:lnTo>
                  <a:lnTo>
                    <a:pt x="1824704" y="1360932"/>
                  </a:lnTo>
                  <a:lnTo>
                    <a:pt x="1825276" y="1361789"/>
                  </a:lnTo>
                  <a:lnTo>
                    <a:pt x="1825562" y="1362361"/>
                  </a:lnTo>
                  <a:lnTo>
                    <a:pt x="1825752" y="1362837"/>
                  </a:lnTo>
                  <a:lnTo>
                    <a:pt x="1825847" y="1363409"/>
                  </a:lnTo>
                  <a:lnTo>
                    <a:pt x="1826038" y="1365409"/>
                  </a:lnTo>
                  <a:lnTo>
                    <a:pt x="1826038" y="1368171"/>
                  </a:lnTo>
                  <a:lnTo>
                    <a:pt x="1825276" y="1375886"/>
                  </a:lnTo>
                  <a:lnTo>
                    <a:pt x="1825276" y="1376553"/>
                  </a:lnTo>
                  <a:lnTo>
                    <a:pt x="1825371" y="1377125"/>
                  </a:lnTo>
                  <a:lnTo>
                    <a:pt x="1825466" y="1377696"/>
                  </a:lnTo>
                  <a:lnTo>
                    <a:pt x="1825752" y="1378268"/>
                  </a:lnTo>
                  <a:lnTo>
                    <a:pt x="1826038" y="1378649"/>
                  </a:lnTo>
                  <a:lnTo>
                    <a:pt x="1826419" y="1379030"/>
                  </a:lnTo>
                  <a:lnTo>
                    <a:pt x="1826990" y="1379220"/>
                  </a:lnTo>
                  <a:lnTo>
                    <a:pt x="1828229" y="1379506"/>
                  </a:lnTo>
                  <a:lnTo>
                    <a:pt x="1829562" y="1379506"/>
                  </a:lnTo>
                  <a:lnTo>
                    <a:pt x="1830800" y="1379220"/>
                  </a:lnTo>
                  <a:lnTo>
                    <a:pt x="1831276" y="1379030"/>
                  </a:lnTo>
                  <a:lnTo>
                    <a:pt x="1831753" y="1378744"/>
                  </a:lnTo>
                  <a:lnTo>
                    <a:pt x="1832134" y="1378268"/>
                  </a:lnTo>
                  <a:lnTo>
                    <a:pt x="1832515" y="1377696"/>
                  </a:lnTo>
                  <a:lnTo>
                    <a:pt x="1832896" y="1376553"/>
                  </a:lnTo>
                  <a:lnTo>
                    <a:pt x="1833277" y="1373410"/>
                  </a:lnTo>
                  <a:lnTo>
                    <a:pt x="1833563" y="1372267"/>
                  </a:lnTo>
                  <a:lnTo>
                    <a:pt x="1833943" y="1371029"/>
                  </a:lnTo>
                  <a:lnTo>
                    <a:pt x="1834324" y="1369981"/>
                  </a:lnTo>
                  <a:lnTo>
                    <a:pt x="1836896" y="1366933"/>
                  </a:lnTo>
                  <a:lnTo>
                    <a:pt x="1843945" y="1360265"/>
                  </a:lnTo>
                  <a:lnTo>
                    <a:pt x="1846421" y="1356836"/>
                  </a:lnTo>
                  <a:lnTo>
                    <a:pt x="1847374" y="1354836"/>
                  </a:lnTo>
                  <a:lnTo>
                    <a:pt x="1847945" y="1353788"/>
                  </a:lnTo>
                  <a:lnTo>
                    <a:pt x="1849564" y="1351693"/>
                  </a:lnTo>
                  <a:lnTo>
                    <a:pt x="1850326" y="1351026"/>
                  </a:lnTo>
                  <a:lnTo>
                    <a:pt x="1857565" y="1346930"/>
                  </a:lnTo>
                  <a:lnTo>
                    <a:pt x="1858899" y="1345787"/>
                  </a:lnTo>
                  <a:lnTo>
                    <a:pt x="1859756" y="1344740"/>
                  </a:lnTo>
                  <a:lnTo>
                    <a:pt x="1860423" y="1343692"/>
                  </a:lnTo>
                  <a:lnTo>
                    <a:pt x="1860614" y="1343311"/>
                  </a:lnTo>
                  <a:lnTo>
                    <a:pt x="1862233" y="1338929"/>
                  </a:lnTo>
                  <a:lnTo>
                    <a:pt x="1862423" y="1338358"/>
                  </a:lnTo>
                  <a:lnTo>
                    <a:pt x="1862518" y="1337786"/>
                  </a:lnTo>
                  <a:lnTo>
                    <a:pt x="1862423" y="1337120"/>
                  </a:lnTo>
                  <a:lnTo>
                    <a:pt x="1862328" y="1336453"/>
                  </a:lnTo>
                  <a:lnTo>
                    <a:pt x="1862042" y="1335310"/>
                  </a:lnTo>
                  <a:lnTo>
                    <a:pt x="1861947" y="1334738"/>
                  </a:lnTo>
                  <a:lnTo>
                    <a:pt x="1861947" y="1334072"/>
                  </a:lnTo>
                  <a:lnTo>
                    <a:pt x="1862042" y="1333405"/>
                  </a:lnTo>
                  <a:lnTo>
                    <a:pt x="1862233" y="1332833"/>
                  </a:lnTo>
                  <a:lnTo>
                    <a:pt x="1862423" y="1332357"/>
                  </a:lnTo>
                  <a:lnTo>
                    <a:pt x="1862709" y="1331976"/>
                  </a:lnTo>
                  <a:lnTo>
                    <a:pt x="1863185" y="1331595"/>
                  </a:lnTo>
                  <a:lnTo>
                    <a:pt x="1863852" y="1331405"/>
                  </a:lnTo>
                  <a:lnTo>
                    <a:pt x="1873282" y="1330166"/>
                  </a:lnTo>
                  <a:lnTo>
                    <a:pt x="1874234" y="1329690"/>
                  </a:lnTo>
                  <a:lnTo>
                    <a:pt x="1875568" y="1328928"/>
                  </a:lnTo>
                  <a:lnTo>
                    <a:pt x="1879092" y="1325690"/>
                  </a:lnTo>
                  <a:lnTo>
                    <a:pt x="1881283" y="1323404"/>
                  </a:lnTo>
                  <a:lnTo>
                    <a:pt x="1881854" y="1322927"/>
                  </a:lnTo>
                  <a:lnTo>
                    <a:pt x="1890141" y="1318832"/>
                  </a:lnTo>
                  <a:lnTo>
                    <a:pt x="1896047" y="1315498"/>
                  </a:lnTo>
                  <a:lnTo>
                    <a:pt x="1897571" y="1315593"/>
                  </a:lnTo>
                  <a:lnTo>
                    <a:pt x="1897856" y="1315974"/>
                  </a:lnTo>
                  <a:lnTo>
                    <a:pt x="1899095" y="1317784"/>
                  </a:lnTo>
                  <a:lnTo>
                    <a:pt x="1900142" y="1318927"/>
                  </a:lnTo>
                  <a:lnTo>
                    <a:pt x="1900618" y="1319308"/>
                  </a:lnTo>
                  <a:lnTo>
                    <a:pt x="1902905" y="1320546"/>
                  </a:lnTo>
                  <a:lnTo>
                    <a:pt x="1904143" y="1320451"/>
                  </a:lnTo>
                  <a:lnTo>
                    <a:pt x="1905762" y="1319498"/>
                  </a:lnTo>
                  <a:lnTo>
                    <a:pt x="1932527" y="1293590"/>
                  </a:lnTo>
                  <a:lnTo>
                    <a:pt x="1933670" y="1292828"/>
                  </a:lnTo>
                  <a:lnTo>
                    <a:pt x="1934813" y="1292638"/>
                  </a:lnTo>
                  <a:lnTo>
                    <a:pt x="1936718" y="1292066"/>
                  </a:lnTo>
                  <a:lnTo>
                    <a:pt x="1938528" y="1291114"/>
                  </a:lnTo>
                  <a:lnTo>
                    <a:pt x="1939576" y="1290923"/>
                  </a:lnTo>
                  <a:lnTo>
                    <a:pt x="1940433" y="1290828"/>
                  </a:lnTo>
                  <a:lnTo>
                    <a:pt x="1940909" y="1291114"/>
                  </a:lnTo>
                  <a:lnTo>
                    <a:pt x="1941671" y="1291304"/>
                  </a:lnTo>
                  <a:lnTo>
                    <a:pt x="1942719" y="1291209"/>
                  </a:lnTo>
                  <a:lnTo>
                    <a:pt x="1946529" y="1289780"/>
                  </a:lnTo>
                  <a:lnTo>
                    <a:pt x="1947196" y="1289780"/>
                  </a:lnTo>
                  <a:lnTo>
                    <a:pt x="1947767" y="1289876"/>
                  </a:lnTo>
                  <a:lnTo>
                    <a:pt x="1948243" y="1290161"/>
                  </a:lnTo>
                  <a:lnTo>
                    <a:pt x="1948720" y="1290542"/>
                  </a:lnTo>
                  <a:lnTo>
                    <a:pt x="1949101" y="1290923"/>
                  </a:lnTo>
                  <a:lnTo>
                    <a:pt x="1949387" y="1291304"/>
                  </a:lnTo>
                  <a:lnTo>
                    <a:pt x="1949672" y="1291781"/>
                  </a:lnTo>
                  <a:lnTo>
                    <a:pt x="1950053" y="1293305"/>
                  </a:lnTo>
                  <a:lnTo>
                    <a:pt x="1950148" y="1293590"/>
                  </a:lnTo>
                  <a:lnTo>
                    <a:pt x="1951768" y="1296734"/>
                  </a:lnTo>
                  <a:lnTo>
                    <a:pt x="1952434" y="1297495"/>
                  </a:lnTo>
                  <a:lnTo>
                    <a:pt x="1953292" y="1298162"/>
                  </a:lnTo>
                  <a:lnTo>
                    <a:pt x="1953768" y="1298448"/>
                  </a:lnTo>
                  <a:lnTo>
                    <a:pt x="1954244" y="1298543"/>
                  </a:lnTo>
                  <a:lnTo>
                    <a:pt x="1954721" y="1298639"/>
                  </a:lnTo>
                  <a:lnTo>
                    <a:pt x="1957006" y="1298353"/>
                  </a:lnTo>
                  <a:lnTo>
                    <a:pt x="1958531" y="1298448"/>
                  </a:lnTo>
                  <a:lnTo>
                    <a:pt x="1960912" y="1298162"/>
                  </a:lnTo>
                  <a:lnTo>
                    <a:pt x="1961579" y="1297781"/>
                  </a:lnTo>
                  <a:lnTo>
                    <a:pt x="1962150" y="1297400"/>
                  </a:lnTo>
                  <a:lnTo>
                    <a:pt x="1963007" y="1295876"/>
                  </a:lnTo>
                  <a:lnTo>
                    <a:pt x="1963864" y="1295019"/>
                  </a:lnTo>
                  <a:lnTo>
                    <a:pt x="1973199" y="1289304"/>
                  </a:lnTo>
                  <a:lnTo>
                    <a:pt x="1973580" y="1288828"/>
                  </a:lnTo>
                  <a:lnTo>
                    <a:pt x="1973866" y="1288352"/>
                  </a:lnTo>
                  <a:lnTo>
                    <a:pt x="1974342" y="1287304"/>
                  </a:lnTo>
                  <a:lnTo>
                    <a:pt x="1975961" y="1282446"/>
                  </a:lnTo>
                  <a:lnTo>
                    <a:pt x="1976056" y="1281208"/>
                  </a:lnTo>
                  <a:lnTo>
                    <a:pt x="1976056" y="1280541"/>
                  </a:lnTo>
                  <a:lnTo>
                    <a:pt x="1976438" y="1277779"/>
                  </a:lnTo>
                  <a:lnTo>
                    <a:pt x="1976628" y="1277112"/>
                  </a:lnTo>
                  <a:lnTo>
                    <a:pt x="1977009" y="1275874"/>
                  </a:lnTo>
                  <a:lnTo>
                    <a:pt x="1977676" y="1274826"/>
                  </a:lnTo>
                  <a:lnTo>
                    <a:pt x="1978914" y="1273588"/>
                  </a:lnTo>
                  <a:lnTo>
                    <a:pt x="1980248" y="1272445"/>
                  </a:lnTo>
                  <a:lnTo>
                    <a:pt x="1986534" y="1269683"/>
                  </a:lnTo>
                  <a:lnTo>
                    <a:pt x="1987391" y="1269683"/>
                  </a:lnTo>
                  <a:lnTo>
                    <a:pt x="1987963" y="1269873"/>
                  </a:lnTo>
                  <a:lnTo>
                    <a:pt x="1992535" y="1272445"/>
                  </a:lnTo>
                  <a:lnTo>
                    <a:pt x="1993773" y="1272826"/>
                  </a:lnTo>
                  <a:lnTo>
                    <a:pt x="1997012" y="1273207"/>
                  </a:lnTo>
                  <a:lnTo>
                    <a:pt x="1997678" y="1273397"/>
                  </a:lnTo>
                  <a:lnTo>
                    <a:pt x="1998155" y="1273683"/>
                  </a:lnTo>
                  <a:lnTo>
                    <a:pt x="2003393" y="1277684"/>
                  </a:lnTo>
                  <a:lnTo>
                    <a:pt x="2004346" y="1278350"/>
                  </a:lnTo>
                  <a:lnTo>
                    <a:pt x="2005584" y="1278731"/>
                  </a:lnTo>
                  <a:lnTo>
                    <a:pt x="2006251" y="1278827"/>
                  </a:lnTo>
                  <a:lnTo>
                    <a:pt x="2006917" y="1278827"/>
                  </a:lnTo>
                  <a:lnTo>
                    <a:pt x="2014918" y="1276445"/>
                  </a:lnTo>
                  <a:lnTo>
                    <a:pt x="2015966" y="1275969"/>
                  </a:lnTo>
                  <a:lnTo>
                    <a:pt x="2016347" y="1275588"/>
                  </a:lnTo>
                  <a:lnTo>
                    <a:pt x="2017014" y="1274636"/>
                  </a:lnTo>
                  <a:lnTo>
                    <a:pt x="2017300" y="1274159"/>
                  </a:lnTo>
                  <a:lnTo>
                    <a:pt x="2017490" y="1273588"/>
                  </a:lnTo>
                  <a:lnTo>
                    <a:pt x="2017681" y="1272921"/>
                  </a:lnTo>
                  <a:lnTo>
                    <a:pt x="2017681" y="1272350"/>
                  </a:lnTo>
                  <a:lnTo>
                    <a:pt x="2017681" y="1271683"/>
                  </a:lnTo>
                  <a:lnTo>
                    <a:pt x="2017586" y="1271111"/>
                  </a:lnTo>
                  <a:lnTo>
                    <a:pt x="2017395" y="1270540"/>
                  </a:lnTo>
                  <a:lnTo>
                    <a:pt x="2017014" y="1269587"/>
                  </a:lnTo>
                  <a:lnTo>
                    <a:pt x="2013585" y="1264253"/>
                  </a:lnTo>
                  <a:lnTo>
                    <a:pt x="2013014" y="1263301"/>
                  </a:lnTo>
                  <a:lnTo>
                    <a:pt x="2012347" y="1261205"/>
                  </a:lnTo>
                  <a:lnTo>
                    <a:pt x="2012061" y="1260062"/>
                  </a:lnTo>
                  <a:lnTo>
                    <a:pt x="2011966" y="1259491"/>
                  </a:lnTo>
                  <a:lnTo>
                    <a:pt x="2011966" y="1258919"/>
                  </a:lnTo>
                  <a:lnTo>
                    <a:pt x="2011966" y="1258253"/>
                  </a:lnTo>
                  <a:lnTo>
                    <a:pt x="2012156" y="1257491"/>
                  </a:lnTo>
                  <a:lnTo>
                    <a:pt x="2012442" y="1256729"/>
                  </a:lnTo>
                  <a:lnTo>
                    <a:pt x="2013014" y="1255871"/>
                  </a:lnTo>
                  <a:lnTo>
                    <a:pt x="2013680" y="1255490"/>
                  </a:lnTo>
                  <a:lnTo>
                    <a:pt x="2014347" y="1255300"/>
                  </a:lnTo>
                  <a:lnTo>
                    <a:pt x="2021014" y="1255776"/>
                  </a:lnTo>
                  <a:lnTo>
                    <a:pt x="2025110" y="1257395"/>
                  </a:lnTo>
                  <a:lnTo>
                    <a:pt x="2025587" y="1257681"/>
                  </a:lnTo>
                  <a:lnTo>
                    <a:pt x="2028634" y="1260062"/>
                  </a:lnTo>
                  <a:lnTo>
                    <a:pt x="2041207" y="1267492"/>
                  </a:lnTo>
                  <a:lnTo>
                    <a:pt x="2042350" y="1268063"/>
                  </a:lnTo>
                  <a:lnTo>
                    <a:pt x="2043970" y="1268444"/>
                  </a:lnTo>
                  <a:lnTo>
                    <a:pt x="2053018" y="1267492"/>
                  </a:lnTo>
                  <a:lnTo>
                    <a:pt x="2054352" y="1267111"/>
                  </a:lnTo>
                  <a:lnTo>
                    <a:pt x="2054733" y="1266730"/>
                  </a:lnTo>
                  <a:lnTo>
                    <a:pt x="2056638" y="1264730"/>
                  </a:lnTo>
                  <a:lnTo>
                    <a:pt x="2057209" y="1264253"/>
                  </a:lnTo>
                  <a:lnTo>
                    <a:pt x="2059496" y="1262920"/>
                  </a:lnTo>
                  <a:lnTo>
                    <a:pt x="2060162" y="1262634"/>
                  </a:lnTo>
                  <a:lnTo>
                    <a:pt x="2060829" y="1262444"/>
                  </a:lnTo>
                  <a:lnTo>
                    <a:pt x="2064925" y="1262729"/>
                  </a:lnTo>
                  <a:lnTo>
                    <a:pt x="2066639" y="1262634"/>
                  </a:lnTo>
                  <a:lnTo>
                    <a:pt x="2067592" y="1262444"/>
                  </a:lnTo>
                  <a:lnTo>
                    <a:pt x="2068258" y="1262158"/>
                  </a:lnTo>
                  <a:lnTo>
                    <a:pt x="2068639" y="1261777"/>
                  </a:lnTo>
                  <a:lnTo>
                    <a:pt x="2073402" y="1258253"/>
                  </a:lnTo>
                  <a:lnTo>
                    <a:pt x="2074069" y="1257395"/>
                  </a:lnTo>
                  <a:lnTo>
                    <a:pt x="2075688" y="1254062"/>
                  </a:lnTo>
                  <a:lnTo>
                    <a:pt x="2077403" y="1245489"/>
                  </a:lnTo>
                  <a:lnTo>
                    <a:pt x="2078355" y="1244251"/>
                  </a:lnTo>
                  <a:lnTo>
                    <a:pt x="2083784" y="1239488"/>
                  </a:lnTo>
                  <a:lnTo>
                    <a:pt x="2085594" y="1238250"/>
                  </a:lnTo>
                  <a:lnTo>
                    <a:pt x="2086832" y="1237583"/>
                  </a:lnTo>
                  <a:lnTo>
                    <a:pt x="2090356" y="1238060"/>
                  </a:lnTo>
                  <a:lnTo>
                    <a:pt x="2091214" y="1238060"/>
                  </a:lnTo>
                  <a:lnTo>
                    <a:pt x="2111788" y="1230535"/>
                  </a:lnTo>
                  <a:lnTo>
                    <a:pt x="2112455" y="1229868"/>
                  </a:lnTo>
                  <a:lnTo>
                    <a:pt x="2112836" y="1229201"/>
                  </a:lnTo>
                  <a:lnTo>
                    <a:pt x="2113121" y="1226439"/>
                  </a:lnTo>
                  <a:lnTo>
                    <a:pt x="2113598" y="1224344"/>
                  </a:lnTo>
                  <a:lnTo>
                    <a:pt x="2114264" y="1222629"/>
                  </a:lnTo>
                  <a:lnTo>
                    <a:pt x="2114550" y="1221962"/>
                  </a:lnTo>
                  <a:lnTo>
                    <a:pt x="2115503" y="1220438"/>
                  </a:lnTo>
                  <a:lnTo>
                    <a:pt x="2115693" y="1219962"/>
                  </a:lnTo>
                  <a:lnTo>
                    <a:pt x="2115788" y="1219391"/>
                  </a:lnTo>
                  <a:lnTo>
                    <a:pt x="2115788" y="1219105"/>
                  </a:lnTo>
                  <a:lnTo>
                    <a:pt x="2115788" y="1218629"/>
                  </a:lnTo>
                  <a:lnTo>
                    <a:pt x="2115598" y="1218152"/>
                  </a:lnTo>
                  <a:lnTo>
                    <a:pt x="2115407" y="1217771"/>
                  </a:lnTo>
                  <a:lnTo>
                    <a:pt x="2115217" y="1217105"/>
                  </a:lnTo>
                  <a:lnTo>
                    <a:pt x="2115122" y="1216724"/>
                  </a:lnTo>
                  <a:lnTo>
                    <a:pt x="2115122" y="1216438"/>
                  </a:lnTo>
                  <a:lnTo>
                    <a:pt x="2115217" y="1216343"/>
                  </a:lnTo>
                  <a:lnTo>
                    <a:pt x="2115788" y="1215581"/>
                  </a:lnTo>
                  <a:lnTo>
                    <a:pt x="2116074" y="1215104"/>
                  </a:lnTo>
                  <a:lnTo>
                    <a:pt x="2116360" y="1214533"/>
                  </a:lnTo>
                  <a:lnTo>
                    <a:pt x="2116455" y="1213866"/>
                  </a:lnTo>
                  <a:lnTo>
                    <a:pt x="2116455" y="1213295"/>
                  </a:lnTo>
                  <a:lnTo>
                    <a:pt x="2116360" y="1212628"/>
                  </a:lnTo>
                  <a:lnTo>
                    <a:pt x="2116265" y="1212056"/>
                  </a:lnTo>
                  <a:lnTo>
                    <a:pt x="2116265" y="1211390"/>
                  </a:lnTo>
                  <a:lnTo>
                    <a:pt x="2116455" y="1210628"/>
                  </a:lnTo>
                  <a:lnTo>
                    <a:pt x="2117026" y="1209485"/>
                  </a:lnTo>
                  <a:lnTo>
                    <a:pt x="2117312" y="1208627"/>
                  </a:lnTo>
                  <a:lnTo>
                    <a:pt x="2117408" y="1208151"/>
                  </a:lnTo>
                  <a:lnTo>
                    <a:pt x="2117503" y="1207865"/>
                  </a:lnTo>
                  <a:lnTo>
                    <a:pt x="2117503" y="1207675"/>
                  </a:lnTo>
                  <a:lnTo>
                    <a:pt x="2118646" y="1204722"/>
                  </a:lnTo>
                  <a:lnTo>
                    <a:pt x="2118741" y="1204151"/>
                  </a:lnTo>
                  <a:lnTo>
                    <a:pt x="2118836" y="1203579"/>
                  </a:lnTo>
                  <a:lnTo>
                    <a:pt x="2118741" y="1203103"/>
                  </a:lnTo>
                  <a:lnTo>
                    <a:pt x="2118741" y="1202817"/>
                  </a:lnTo>
                  <a:lnTo>
                    <a:pt x="2118550" y="1202531"/>
                  </a:lnTo>
                  <a:lnTo>
                    <a:pt x="2118550" y="1202341"/>
                  </a:lnTo>
                  <a:lnTo>
                    <a:pt x="2118550" y="1202055"/>
                  </a:lnTo>
                  <a:lnTo>
                    <a:pt x="2118550" y="1201769"/>
                  </a:lnTo>
                  <a:lnTo>
                    <a:pt x="2118550" y="1200817"/>
                  </a:lnTo>
                  <a:lnTo>
                    <a:pt x="2113026" y="1200150"/>
                  </a:lnTo>
                  <a:lnTo>
                    <a:pt x="2111312" y="1199483"/>
                  </a:lnTo>
                  <a:lnTo>
                    <a:pt x="2110168" y="1197769"/>
                  </a:lnTo>
                  <a:lnTo>
                    <a:pt x="2109407" y="1196912"/>
                  </a:lnTo>
                  <a:lnTo>
                    <a:pt x="2108549" y="1196150"/>
                  </a:lnTo>
                  <a:lnTo>
                    <a:pt x="2107787" y="1195769"/>
                  </a:lnTo>
                  <a:lnTo>
                    <a:pt x="2107311" y="1195673"/>
                  </a:lnTo>
                  <a:lnTo>
                    <a:pt x="2104168" y="1195388"/>
                  </a:lnTo>
                  <a:lnTo>
                    <a:pt x="2103406" y="1195197"/>
                  </a:lnTo>
                  <a:lnTo>
                    <a:pt x="2102834" y="1195007"/>
                  </a:lnTo>
                  <a:lnTo>
                    <a:pt x="2102549" y="1194721"/>
                  </a:lnTo>
                  <a:lnTo>
                    <a:pt x="2100643" y="1192720"/>
                  </a:lnTo>
                  <a:lnTo>
                    <a:pt x="2099215" y="1191578"/>
                  </a:lnTo>
                  <a:lnTo>
                    <a:pt x="2098262" y="1191101"/>
                  </a:lnTo>
                  <a:lnTo>
                    <a:pt x="2097215" y="1190816"/>
                  </a:lnTo>
                  <a:lnTo>
                    <a:pt x="2094643" y="1190435"/>
                  </a:lnTo>
                  <a:lnTo>
                    <a:pt x="2093786" y="1190149"/>
                  </a:lnTo>
                  <a:lnTo>
                    <a:pt x="2093119" y="1189863"/>
                  </a:lnTo>
                  <a:lnTo>
                    <a:pt x="2092357" y="1189101"/>
                  </a:lnTo>
                  <a:lnTo>
                    <a:pt x="2091595" y="1188244"/>
                  </a:lnTo>
                  <a:lnTo>
                    <a:pt x="2091309" y="1187768"/>
                  </a:lnTo>
                  <a:lnTo>
                    <a:pt x="2090928" y="1187006"/>
                  </a:lnTo>
                  <a:lnTo>
                    <a:pt x="2090738" y="1186339"/>
                  </a:lnTo>
                  <a:lnTo>
                    <a:pt x="2090452" y="1185196"/>
                  </a:lnTo>
                  <a:lnTo>
                    <a:pt x="2090452" y="1184624"/>
                  </a:lnTo>
                  <a:lnTo>
                    <a:pt x="2090452" y="1183672"/>
                  </a:lnTo>
                  <a:lnTo>
                    <a:pt x="2090738" y="1182434"/>
                  </a:lnTo>
                  <a:lnTo>
                    <a:pt x="2090928" y="1181862"/>
                  </a:lnTo>
                  <a:lnTo>
                    <a:pt x="2091309" y="1181005"/>
                  </a:lnTo>
                  <a:lnTo>
                    <a:pt x="2091499" y="1180719"/>
                  </a:lnTo>
                  <a:lnTo>
                    <a:pt x="2091785" y="1180338"/>
                  </a:lnTo>
                  <a:lnTo>
                    <a:pt x="2094833" y="1177766"/>
                  </a:lnTo>
                  <a:lnTo>
                    <a:pt x="2096167" y="1177100"/>
                  </a:lnTo>
                  <a:lnTo>
                    <a:pt x="2096453" y="1176719"/>
                  </a:lnTo>
                  <a:lnTo>
                    <a:pt x="2096548" y="1176052"/>
                  </a:lnTo>
                  <a:lnTo>
                    <a:pt x="2096167" y="1174718"/>
                  </a:lnTo>
                  <a:lnTo>
                    <a:pt x="2096167" y="1174052"/>
                  </a:lnTo>
                  <a:lnTo>
                    <a:pt x="2096357" y="1171670"/>
                  </a:lnTo>
                  <a:lnTo>
                    <a:pt x="2099024" y="1173766"/>
                  </a:lnTo>
                  <a:lnTo>
                    <a:pt x="2102072" y="1174623"/>
                  </a:lnTo>
                  <a:lnTo>
                    <a:pt x="2102453" y="1174909"/>
                  </a:lnTo>
                  <a:lnTo>
                    <a:pt x="2102644" y="1174433"/>
                  </a:lnTo>
                  <a:lnTo>
                    <a:pt x="2104168" y="1172432"/>
                  </a:lnTo>
                  <a:lnTo>
                    <a:pt x="2104454" y="1172051"/>
                  </a:lnTo>
                  <a:lnTo>
                    <a:pt x="2104834" y="1171004"/>
                  </a:lnTo>
                  <a:lnTo>
                    <a:pt x="2105120" y="1169670"/>
                  </a:lnTo>
                  <a:lnTo>
                    <a:pt x="2105311" y="1167479"/>
                  </a:lnTo>
                  <a:lnTo>
                    <a:pt x="2105216" y="1165670"/>
                  </a:lnTo>
                  <a:lnTo>
                    <a:pt x="2105025" y="1164241"/>
                  </a:lnTo>
                  <a:lnTo>
                    <a:pt x="2104834" y="1163574"/>
                  </a:lnTo>
                  <a:lnTo>
                    <a:pt x="2104644" y="1163003"/>
                  </a:lnTo>
                  <a:lnTo>
                    <a:pt x="2102739" y="1160336"/>
                  </a:lnTo>
                  <a:lnTo>
                    <a:pt x="2101406" y="1157764"/>
                  </a:lnTo>
                  <a:lnTo>
                    <a:pt x="2100548" y="1155859"/>
                  </a:lnTo>
                  <a:lnTo>
                    <a:pt x="2096262" y="1141762"/>
                  </a:lnTo>
                  <a:lnTo>
                    <a:pt x="2094738" y="1138238"/>
                  </a:lnTo>
                  <a:lnTo>
                    <a:pt x="2090356" y="1130332"/>
                  </a:lnTo>
                  <a:lnTo>
                    <a:pt x="2089975" y="1129570"/>
                  </a:lnTo>
                  <a:lnTo>
                    <a:pt x="2088642" y="1124903"/>
                  </a:lnTo>
                  <a:lnTo>
                    <a:pt x="2088547" y="1124141"/>
                  </a:lnTo>
                  <a:lnTo>
                    <a:pt x="2088547" y="1123379"/>
                  </a:lnTo>
                  <a:lnTo>
                    <a:pt x="2088832" y="1122807"/>
                  </a:lnTo>
                  <a:lnTo>
                    <a:pt x="2089023" y="1122236"/>
                  </a:lnTo>
                  <a:lnTo>
                    <a:pt x="2089404" y="1121855"/>
                  </a:lnTo>
                  <a:lnTo>
                    <a:pt x="2090928" y="1120426"/>
                  </a:lnTo>
                  <a:lnTo>
                    <a:pt x="2091595" y="1119378"/>
                  </a:lnTo>
                  <a:lnTo>
                    <a:pt x="2091785" y="1118807"/>
                  </a:lnTo>
                  <a:lnTo>
                    <a:pt x="2091881" y="1118045"/>
                  </a:lnTo>
                  <a:lnTo>
                    <a:pt x="2092071" y="1116616"/>
                  </a:lnTo>
                  <a:lnTo>
                    <a:pt x="2092071" y="1115949"/>
                  </a:lnTo>
                  <a:lnTo>
                    <a:pt x="2091881" y="1113854"/>
                  </a:lnTo>
                  <a:lnTo>
                    <a:pt x="2091595" y="1112806"/>
                  </a:lnTo>
                  <a:lnTo>
                    <a:pt x="2091404" y="1112234"/>
                  </a:lnTo>
                  <a:lnTo>
                    <a:pt x="2090833" y="1111377"/>
                  </a:lnTo>
                  <a:lnTo>
                    <a:pt x="2090452" y="1110901"/>
                  </a:lnTo>
                  <a:lnTo>
                    <a:pt x="2090071" y="1110520"/>
                  </a:lnTo>
                  <a:lnTo>
                    <a:pt x="2088737" y="1109663"/>
                  </a:lnTo>
                  <a:lnTo>
                    <a:pt x="2085308" y="1108234"/>
                  </a:lnTo>
                  <a:lnTo>
                    <a:pt x="2084356" y="1107662"/>
                  </a:lnTo>
                  <a:lnTo>
                    <a:pt x="2083498" y="1106900"/>
                  </a:lnTo>
                  <a:lnTo>
                    <a:pt x="2083117" y="1106519"/>
                  </a:lnTo>
                  <a:lnTo>
                    <a:pt x="2082832" y="1106043"/>
                  </a:lnTo>
                  <a:lnTo>
                    <a:pt x="2082641" y="1105567"/>
                  </a:lnTo>
                  <a:lnTo>
                    <a:pt x="2082356" y="1105091"/>
                  </a:lnTo>
                  <a:lnTo>
                    <a:pt x="2080260" y="1098995"/>
                  </a:lnTo>
                  <a:lnTo>
                    <a:pt x="2078546" y="1096137"/>
                  </a:lnTo>
                  <a:lnTo>
                    <a:pt x="2077974" y="1094613"/>
                  </a:lnTo>
                  <a:lnTo>
                    <a:pt x="2077688" y="1093470"/>
                  </a:lnTo>
                  <a:lnTo>
                    <a:pt x="2077212" y="1090422"/>
                  </a:lnTo>
                  <a:lnTo>
                    <a:pt x="2077022" y="1090041"/>
                  </a:lnTo>
                  <a:lnTo>
                    <a:pt x="2076926" y="1089660"/>
                  </a:lnTo>
                  <a:lnTo>
                    <a:pt x="2076640" y="1089279"/>
                  </a:lnTo>
                  <a:lnTo>
                    <a:pt x="2076355" y="1088803"/>
                  </a:lnTo>
                  <a:lnTo>
                    <a:pt x="2072831" y="1085850"/>
                  </a:lnTo>
                  <a:lnTo>
                    <a:pt x="2072640" y="1085564"/>
                  </a:lnTo>
                  <a:lnTo>
                    <a:pt x="2072449" y="1085183"/>
                  </a:lnTo>
                  <a:lnTo>
                    <a:pt x="2072259" y="1084802"/>
                  </a:lnTo>
                  <a:lnTo>
                    <a:pt x="2072259" y="1084421"/>
                  </a:lnTo>
                  <a:lnTo>
                    <a:pt x="2072164" y="1083088"/>
                  </a:lnTo>
                  <a:lnTo>
                    <a:pt x="2072354" y="1080516"/>
                  </a:lnTo>
                  <a:lnTo>
                    <a:pt x="2072735" y="1078040"/>
                  </a:lnTo>
                  <a:lnTo>
                    <a:pt x="2072831" y="1076706"/>
                  </a:lnTo>
                  <a:lnTo>
                    <a:pt x="2072831" y="1075658"/>
                  </a:lnTo>
                  <a:lnTo>
                    <a:pt x="2072831" y="1074611"/>
                  </a:lnTo>
                  <a:lnTo>
                    <a:pt x="2072735" y="1074039"/>
                  </a:lnTo>
                  <a:lnTo>
                    <a:pt x="2072640" y="1073944"/>
                  </a:lnTo>
                  <a:lnTo>
                    <a:pt x="2072640" y="1073849"/>
                  </a:lnTo>
                  <a:lnTo>
                    <a:pt x="2072449" y="1073277"/>
                  </a:lnTo>
                  <a:lnTo>
                    <a:pt x="2071783" y="1071848"/>
                  </a:lnTo>
                  <a:lnTo>
                    <a:pt x="2071402" y="1071086"/>
                  </a:lnTo>
                  <a:lnTo>
                    <a:pt x="2070830" y="1070420"/>
                  </a:lnTo>
                  <a:lnTo>
                    <a:pt x="2070259" y="1070324"/>
                  </a:lnTo>
                  <a:lnTo>
                    <a:pt x="2069401" y="1070420"/>
                  </a:lnTo>
                  <a:lnTo>
                    <a:pt x="2066449" y="1072515"/>
                  </a:lnTo>
                  <a:lnTo>
                    <a:pt x="2065115" y="1073849"/>
                  </a:lnTo>
                  <a:lnTo>
                    <a:pt x="2063591" y="1075754"/>
                  </a:lnTo>
                  <a:lnTo>
                    <a:pt x="2059305" y="1079945"/>
                  </a:lnTo>
                  <a:lnTo>
                    <a:pt x="2048637" y="1085755"/>
                  </a:lnTo>
                  <a:lnTo>
                    <a:pt x="2042922" y="1090803"/>
                  </a:lnTo>
                  <a:lnTo>
                    <a:pt x="2041017" y="1092041"/>
                  </a:lnTo>
                  <a:lnTo>
                    <a:pt x="2040160" y="1092327"/>
                  </a:lnTo>
                  <a:lnTo>
                    <a:pt x="2033968" y="1093565"/>
                  </a:lnTo>
                  <a:lnTo>
                    <a:pt x="2032921" y="1094327"/>
                  </a:lnTo>
                  <a:lnTo>
                    <a:pt x="2031873" y="1095470"/>
                  </a:lnTo>
                  <a:lnTo>
                    <a:pt x="2031301" y="1096423"/>
                  </a:lnTo>
                  <a:lnTo>
                    <a:pt x="2030921" y="1096899"/>
                  </a:lnTo>
                  <a:lnTo>
                    <a:pt x="2030539" y="1097280"/>
                  </a:lnTo>
                  <a:lnTo>
                    <a:pt x="2013109" y="1105186"/>
                  </a:lnTo>
                  <a:lnTo>
                    <a:pt x="2008727" y="1106234"/>
                  </a:lnTo>
                  <a:lnTo>
                    <a:pt x="2006917" y="1106234"/>
                  </a:lnTo>
                  <a:lnTo>
                    <a:pt x="2005203" y="1105281"/>
                  </a:lnTo>
                  <a:lnTo>
                    <a:pt x="2003298" y="1102328"/>
                  </a:lnTo>
                  <a:lnTo>
                    <a:pt x="2005203" y="1089089"/>
                  </a:lnTo>
                  <a:lnTo>
                    <a:pt x="2005489" y="1085374"/>
                  </a:lnTo>
                  <a:lnTo>
                    <a:pt x="2005489" y="1081945"/>
                  </a:lnTo>
                  <a:lnTo>
                    <a:pt x="2005203" y="1080802"/>
                  </a:lnTo>
                  <a:lnTo>
                    <a:pt x="2004917" y="1080040"/>
                  </a:lnTo>
                  <a:lnTo>
                    <a:pt x="2003584" y="1078325"/>
                  </a:lnTo>
                  <a:lnTo>
                    <a:pt x="2002060" y="1076706"/>
                  </a:lnTo>
                  <a:lnTo>
                    <a:pt x="1990058" y="1060609"/>
                  </a:lnTo>
                  <a:lnTo>
                    <a:pt x="1988725" y="1057751"/>
                  </a:lnTo>
                  <a:lnTo>
                    <a:pt x="1986629" y="1052132"/>
                  </a:lnTo>
                  <a:lnTo>
                    <a:pt x="1986343" y="1050893"/>
                  </a:lnTo>
                  <a:lnTo>
                    <a:pt x="1986248" y="1049560"/>
                  </a:lnTo>
                  <a:lnTo>
                    <a:pt x="1986248" y="1048131"/>
                  </a:lnTo>
                  <a:lnTo>
                    <a:pt x="1986629" y="1043654"/>
                  </a:lnTo>
                  <a:lnTo>
                    <a:pt x="1986629" y="1042702"/>
                  </a:lnTo>
                  <a:lnTo>
                    <a:pt x="1986439" y="1040987"/>
                  </a:lnTo>
                  <a:lnTo>
                    <a:pt x="1984820" y="1035177"/>
                  </a:lnTo>
                  <a:lnTo>
                    <a:pt x="1984629" y="1034034"/>
                  </a:lnTo>
                  <a:lnTo>
                    <a:pt x="1984820" y="1033367"/>
                  </a:lnTo>
                  <a:lnTo>
                    <a:pt x="1985581" y="1030986"/>
                  </a:lnTo>
                  <a:lnTo>
                    <a:pt x="1985772" y="1030319"/>
                  </a:lnTo>
                  <a:lnTo>
                    <a:pt x="1985867" y="1029653"/>
                  </a:lnTo>
                  <a:lnTo>
                    <a:pt x="1986058" y="1028129"/>
                  </a:lnTo>
                  <a:lnTo>
                    <a:pt x="1986058" y="1025271"/>
                  </a:lnTo>
                  <a:lnTo>
                    <a:pt x="1984153" y="1014603"/>
                  </a:lnTo>
                  <a:lnTo>
                    <a:pt x="1983486" y="1007745"/>
                  </a:lnTo>
                  <a:lnTo>
                    <a:pt x="1983486" y="1006602"/>
                  </a:lnTo>
                  <a:lnTo>
                    <a:pt x="1983676" y="1005173"/>
                  </a:lnTo>
                  <a:lnTo>
                    <a:pt x="1983867" y="1004507"/>
                  </a:lnTo>
                  <a:lnTo>
                    <a:pt x="1984343" y="1003364"/>
                  </a:lnTo>
                  <a:lnTo>
                    <a:pt x="1984629" y="1002887"/>
                  </a:lnTo>
                  <a:lnTo>
                    <a:pt x="1985010" y="1002411"/>
                  </a:lnTo>
                  <a:lnTo>
                    <a:pt x="1985391" y="1001935"/>
                  </a:lnTo>
                  <a:lnTo>
                    <a:pt x="1985963" y="1001459"/>
                  </a:lnTo>
                  <a:lnTo>
                    <a:pt x="1987106" y="1000697"/>
                  </a:lnTo>
                  <a:lnTo>
                    <a:pt x="1992725" y="998887"/>
                  </a:lnTo>
                  <a:lnTo>
                    <a:pt x="1994821" y="997839"/>
                  </a:lnTo>
                  <a:lnTo>
                    <a:pt x="1998345" y="995172"/>
                  </a:lnTo>
                  <a:lnTo>
                    <a:pt x="1999107" y="994410"/>
                  </a:lnTo>
                  <a:lnTo>
                    <a:pt x="2000440" y="992600"/>
                  </a:lnTo>
                  <a:lnTo>
                    <a:pt x="2001203" y="991076"/>
                  </a:lnTo>
                  <a:lnTo>
                    <a:pt x="2001488" y="990219"/>
                  </a:lnTo>
                  <a:lnTo>
                    <a:pt x="2001679" y="989171"/>
                  </a:lnTo>
                  <a:lnTo>
                    <a:pt x="2001964" y="987266"/>
                  </a:lnTo>
                  <a:lnTo>
                    <a:pt x="2001869" y="986314"/>
                  </a:lnTo>
                  <a:lnTo>
                    <a:pt x="2001679" y="985457"/>
                  </a:lnTo>
                  <a:lnTo>
                    <a:pt x="2001203" y="984504"/>
                  </a:lnTo>
                  <a:lnTo>
                    <a:pt x="2000059" y="982980"/>
                  </a:lnTo>
                  <a:lnTo>
                    <a:pt x="1999774" y="981647"/>
                  </a:lnTo>
                  <a:lnTo>
                    <a:pt x="1999774" y="978503"/>
                  </a:lnTo>
                  <a:lnTo>
                    <a:pt x="1999679" y="977551"/>
                  </a:lnTo>
                  <a:lnTo>
                    <a:pt x="1999393" y="976789"/>
                  </a:lnTo>
                  <a:lnTo>
                    <a:pt x="1997869" y="974598"/>
                  </a:lnTo>
                  <a:lnTo>
                    <a:pt x="1996154" y="970883"/>
                  </a:lnTo>
                  <a:lnTo>
                    <a:pt x="1993868" y="967073"/>
                  </a:lnTo>
                  <a:lnTo>
                    <a:pt x="1993201" y="966216"/>
                  </a:lnTo>
                  <a:lnTo>
                    <a:pt x="1992439" y="965454"/>
                  </a:lnTo>
                  <a:lnTo>
                    <a:pt x="1991487" y="964883"/>
                  </a:lnTo>
                  <a:lnTo>
                    <a:pt x="1985105" y="963073"/>
                  </a:lnTo>
                  <a:lnTo>
                    <a:pt x="1984629" y="962787"/>
                  </a:lnTo>
                  <a:lnTo>
                    <a:pt x="1984248" y="962311"/>
                  </a:lnTo>
                  <a:lnTo>
                    <a:pt x="1984057" y="961930"/>
                  </a:lnTo>
                  <a:lnTo>
                    <a:pt x="1983581" y="960692"/>
                  </a:lnTo>
                  <a:lnTo>
                    <a:pt x="1983391" y="960215"/>
                  </a:lnTo>
                  <a:lnTo>
                    <a:pt x="1983200" y="959834"/>
                  </a:lnTo>
                  <a:lnTo>
                    <a:pt x="1982914" y="959549"/>
                  </a:lnTo>
                  <a:lnTo>
                    <a:pt x="1982724" y="959263"/>
                  </a:lnTo>
                  <a:lnTo>
                    <a:pt x="1981867" y="958596"/>
                  </a:lnTo>
                  <a:lnTo>
                    <a:pt x="1981390" y="958025"/>
                  </a:lnTo>
                  <a:lnTo>
                    <a:pt x="1980914" y="957263"/>
                  </a:lnTo>
                  <a:lnTo>
                    <a:pt x="1980343" y="955548"/>
                  </a:lnTo>
                  <a:lnTo>
                    <a:pt x="1980152" y="954596"/>
                  </a:lnTo>
                  <a:lnTo>
                    <a:pt x="1980057" y="953643"/>
                  </a:lnTo>
                  <a:lnTo>
                    <a:pt x="1980152" y="952881"/>
                  </a:lnTo>
                  <a:lnTo>
                    <a:pt x="1980248" y="952214"/>
                  </a:lnTo>
                  <a:lnTo>
                    <a:pt x="1980438" y="951643"/>
                  </a:lnTo>
                  <a:lnTo>
                    <a:pt x="1981390" y="949452"/>
                  </a:lnTo>
                  <a:lnTo>
                    <a:pt x="1981676" y="948690"/>
                  </a:lnTo>
                  <a:lnTo>
                    <a:pt x="1981772" y="947833"/>
                  </a:lnTo>
                  <a:lnTo>
                    <a:pt x="1981867" y="946595"/>
                  </a:lnTo>
                  <a:lnTo>
                    <a:pt x="1981772" y="945737"/>
                  </a:lnTo>
                  <a:lnTo>
                    <a:pt x="1981581" y="945071"/>
                  </a:lnTo>
                  <a:lnTo>
                    <a:pt x="1980152" y="943451"/>
                  </a:lnTo>
                  <a:lnTo>
                    <a:pt x="1978819" y="940880"/>
                  </a:lnTo>
                  <a:lnTo>
                    <a:pt x="1978533" y="940499"/>
                  </a:lnTo>
                  <a:lnTo>
                    <a:pt x="1978152" y="940022"/>
                  </a:lnTo>
                  <a:lnTo>
                    <a:pt x="1977771" y="939641"/>
                  </a:lnTo>
                  <a:lnTo>
                    <a:pt x="1977295" y="939356"/>
                  </a:lnTo>
                  <a:lnTo>
                    <a:pt x="1976152" y="938879"/>
                  </a:lnTo>
                  <a:lnTo>
                    <a:pt x="1974818" y="938498"/>
                  </a:lnTo>
                  <a:lnTo>
                    <a:pt x="1973389" y="938403"/>
                  </a:lnTo>
                  <a:lnTo>
                    <a:pt x="1972151" y="938594"/>
                  </a:lnTo>
                  <a:lnTo>
                    <a:pt x="1965770" y="941261"/>
                  </a:lnTo>
                  <a:lnTo>
                    <a:pt x="1965103" y="941451"/>
                  </a:lnTo>
                  <a:lnTo>
                    <a:pt x="1963769" y="941356"/>
                  </a:lnTo>
                  <a:lnTo>
                    <a:pt x="1962436" y="941070"/>
                  </a:lnTo>
                  <a:lnTo>
                    <a:pt x="1961293" y="940594"/>
                  </a:lnTo>
                  <a:lnTo>
                    <a:pt x="1956340" y="936784"/>
                  </a:lnTo>
                  <a:lnTo>
                    <a:pt x="1955864" y="936212"/>
                  </a:lnTo>
                  <a:lnTo>
                    <a:pt x="1955197" y="935260"/>
                  </a:lnTo>
                  <a:lnTo>
                    <a:pt x="1955006" y="934498"/>
                  </a:lnTo>
                  <a:lnTo>
                    <a:pt x="1955006" y="933831"/>
                  </a:lnTo>
                  <a:lnTo>
                    <a:pt x="1955197" y="933355"/>
                  </a:lnTo>
                  <a:lnTo>
                    <a:pt x="1955578" y="932974"/>
                  </a:lnTo>
                  <a:lnTo>
                    <a:pt x="1960150" y="930021"/>
                  </a:lnTo>
                  <a:lnTo>
                    <a:pt x="1960721" y="929545"/>
                  </a:lnTo>
                  <a:lnTo>
                    <a:pt x="1961102" y="929164"/>
                  </a:lnTo>
                  <a:lnTo>
                    <a:pt x="1962340" y="927259"/>
                  </a:lnTo>
                  <a:lnTo>
                    <a:pt x="1966722" y="918782"/>
                  </a:lnTo>
                  <a:lnTo>
                    <a:pt x="1967865" y="915924"/>
                  </a:lnTo>
                  <a:lnTo>
                    <a:pt x="1968056" y="915162"/>
                  </a:lnTo>
                  <a:lnTo>
                    <a:pt x="1968151" y="914114"/>
                  </a:lnTo>
                  <a:lnTo>
                    <a:pt x="1968246" y="912400"/>
                  </a:lnTo>
                  <a:lnTo>
                    <a:pt x="1968151" y="911066"/>
                  </a:lnTo>
                  <a:lnTo>
                    <a:pt x="1967865" y="910304"/>
                  </a:lnTo>
                  <a:lnTo>
                    <a:pt x="1967674" y="909638"/>
                  </a:lnTo>
                  <a:lnTo>
                    <a:pt x="1967008" y="908780"/>
                  </a:lnTo>
                  <a:lnTo>
                    <a:pt x="1966246" y="907923"/>
                  </a:lnTo>
                  <a:lnTo>
                    <a:pt x="1965770" y="907256"/>
                  </a:lnTo>
                  <a:lnTo>
                    <a:pt x="1965293" y="906304"/>
                  </a:lnTo>
                  <a:lnTo>
                    <a:pt x="1964626" y="904589"/>
                  </a:lnTo>
                  <a:lnTo>
                    <a:pt x="1964626" y="903732"/>
                  </a:lnTo>
                  <a:lnTo>
                    <a:pt x="1964912" y="903065"/>
                  </a:lnTo>
                  <a:lnTo>
                    <a:pt x="1965389" y="902780"/>
                  </a:lnTo>
                  <a:lnTo>
                    <a:pt x="1965960" y="902589"/>
                  </a:lnTo>
                  <a:lnTo>
                    <a:pt x="1966627" y="902494"/>
                  </a:lnTo>
                  <a:lnTo>
                    <a:pt x="1972628" y="902875"/>
                  </a:lnTo>
                  <a:lnTo>
                    <a:pt x="1973866" y="903161"/>
                  </a:lnTo>
                  <a:lnTo>
                    <a:pt x="1975009" y="903637"/>
                  </a:lnTo>
                  <a:lnTo>
                    <a:pt x="1978152" y="905447"/>
                  </a:lnTo>
                  <a:lnTo>
                    <a:pt x="1979295" y="905828"/>
                  </a:lnTo>
                  <a:lnTo>
                    <a:pt x="1982629" y="906494"/>
                  </a:lnTo>
                  <a:lnTo>
                    <a:pt x="1983010" y="906590"/>
                  </a:lnTo>
                  <a:lnTo>
                    <a:pt x="1983867" y="907066"/>
                  </a:lnTo>
                  <a:lnTo>
                    <a:pt x="1984724" y="907828"/>
                  </a:lnTo>
                  <a:lnTo>
                    <a:pt x="1985581" y="908590"/>
                  </a:lnTo>
                  <a:lnTo>
                    <a:pt x="1985963" y="908971"/>
                  </a:lnTo>
                  <a:lnTo>
                    <a:pt x="1986248" y="909447"/>
                  </a:lnTo>
                  <a:lnTo>
                    <a:pt x="1986724" y="910495"/>
                  </a:lnTo>
                  <a:lnTo>
                    <a:pt x="1987106" y="911638"/>
                  </a:lnTo>
                  <a:lnTo>
                    <a:pt x="1987391" y="912114"/>
                  </a:lnTo>
                  <a:lnTo>
                    <a:pt x="1987772" y="912590"/>
                  </a:lnTo>
                  <a:lnTo>
                    <a:pt x="1994630" y="918972"/>
                  </a:lnTo>
                  <a:lnTo>
                    <a:pt x="1998440" y="920782"/>
                  </a:lnTo>
                  <a:lnTo>
                    <a:pt x="1999298" y="921544"/>
                  </a:lnTo>
                  <a:lnTo>
                    <a:pt x="1999583" y="921925"/>
                  </a:lnTo>
                  <a:lnTo>
                    <a:pt x="2000155" y="922782"/>
                  </a:lnTo>
                  <a:lnTo>
                    <a:pt x="2000917" y="924497"/>
                  </a:lnTo>
                  <a:lnTo>
                    <a:pt x="2001203" y="924973"/>
                  </a:lnTo>
                  <a:lnTo>
                    <a:pt x="2001679" y="925354"/>
                  </a:lnTo>
                  <a:lnTo>
                    <a:pt x="2002155" y="925544"/>
                  </a:lnTo>
                  <a:lnTo>
                    <a:pt x="2002726" y="925544"/>
                  </a:lnTo>
                  <a:lnTo>
                    <a:pt x="2003298" y="925449"/>
                  </a:lnTo>
                  <a:lnTo>
                    <a:pt x="2003870" y="925259"/>
                  </a:lnTo>
                  <a:lnTo>
                    <a:pt x="2004346" y="924973"/>
                  </a:lnTo>
                  <a:lnTo>
                    <a:pt x="2006441" y="923163"/>
                  </a:lnTo>
                  <a:lnTo>
                    <a:pt x="2012442" y="915638"/>
                  </a:lnTo>
                  <a:lnTo>
                    <a:pt x="2013109" y="913733"/>
                  </a:lnTo>
                  <a:lnTo>
                    <a:pt x="2013680" y="911542"/>
                  </a:lnTo>
                  <a:lnTo>
                    <a:pt x="2014252" y="910590"/>
                  </a:lnTo>
                  <a:lnTo>
                    <a:pt x="2014823" y="910019"/>
                  </a:lnTo>
                  <a:lnTo>
                    <a:pt x="2015490" y="910114"/>
                  </a:lnTo>
                  <a:lnTo>
                    <a:pt x="2016062" y="910304"/>
                  </a:lnTo>
                  <a:lnTo>
                    <a:pt x="2016633" y="910590"/>
                  </a:lnTo>
                  <a:lnTo>
                    <a:pt x="2017014" y="910876"/>
                  </a:lnTo>
                  <a:lnTo>
                    <a:pt x="2018538" y="912590"/>
                  </a:lnTo>
                  <a:lnTo>
                    <a:pt x="2019109" y="913448"/>
                  </a:lnTo>
                  <a:lnTo>
                    <a:pt x="2020253" y="915448"/>
                  </a:lnTo>
                  <a:lnTo>
                    <a:pt x="2020633" y="916591"/>
                  </a:lnTo>
                  <a:lnTo>
                    <a:pt x="2021776" y="921353"/>
                  </a:lnTo>
                  <a:lnTo>
                    <a:pt x="2022729" y="924211"/>
                  </a:lnTo>
                  <a:lnTo>
                    <a:pt x="2023015" y="924687"/>
                  </a:lnTo>
                  <a:lnTo>
                    <a:pt x="2023586" y="925640"/>
                  </a:lnTo>
                  <a:lnTo>
                    <a:pt x="2023967" y="926116"/>
                  </a:lnTo>
                  <a:lnTo>
                    <a:pt x="2028825" y="929735"/>
                  </a:lnTo>
                  <a:lnTo>
                    <a:pt x="2031873" y="933164"/>
                  </a:lnTo>
                  <a:lnTo>
                    <a:pt x="2034731" y="935641"/>
                  </a:lnTo>
                  <a:lnTo>
                    <a:pt x="2038064" y="937260"/>
                  </a:lnTo>
                  <a:lnTo>
                    <a:pt x="2038636" y="937355"/>
                  </a:lnTo>
                  <a:lnTo>
                    <a:pt x="2039112" y="937165"/>
                  </a:lnTo>
                  <a:lnTo>
                    <a:pt x="2039588" y="936784"/>
                  </a:lnTo>
                  <a:lnTo>
                    <a:pt x="2040350" y="936022"/>
                  </a:lnTo>
                  <a:lnTo>
                    <a:pt x="2043113" y="932402"/>
                  </a:lnTo>
                  <a:lnTo>
                    <a:pt x="2043970" y="931069"/>
                  </a:lnTo>
                  <a:lnTo>
                    <a:pt x="2044446" y="930021"/>
                  </a:lnTo>
                  <a:lnTo>
                    <a:pt x="2044732" y="929259"/>
                  </a:lnTo>
                  <a:lnTo>
                    <a:pt x="2044827" y="928402"/>
                  </a:lnTo>
                  <a:lnTo>
                    <a:pt x="2044732" y="926973"/>
                  </a:lnTo>
                  <a:lnTo>
                    <a:pt x="2044351" y="922877"/>
                  </a:lnTo>
                  <a:lnTo>
                    <a:pt x="2044256" y="921830"/>
                  </a:lnTo>
                  <a:lnTo>
                    <a:pt x="2044446" y="920115"/>
                  </a:lnTo>
                  <a:lnTo>
                    <a:pt x="2044637" y="919163"/>
                  </a:lnTo>
                  <a:lnTo>
                    <a:pt x="2044922" y="918496"/>
                  </a:lnTo>
                  <a:lnTo>
                    <a:pt x="2046065" y="916877"/>
                  </a:lnTo>
                  <a:lnTo>
                    <a:pt x="2046637" y="915829"/>
                  </a:lnTo>
                  <a:lnTo>
                    <a:pt x="2046827" y="914972"/>
                  </a:lnTo>
                  <a:lnTo>
                    <a:pt x="2046923" y="914210"/>
                  </a:lnTo>
                  <a:lnTo>
                    <a:pt x="2046351" y="910304"/>
                  </a:lnTo>
                  <a:lnTo>
                    <a:pt x="2046161" y="907637"/>
                  </a:lnTo>
                  <a:lnTo>
                    <a:pt x="2046827" y="893921"/>
                  </a:lnTo>
                  <a:lnTo>
                    <a:pt x="2047018" y="893445"/>
                  </a:lnTo>
                  <a:lnTo>
                    <a:pt x="2047494" y="893159"/>
                  </a:lnTo>
                  <a:lnTo>
                    <a:pt x="2047970" y="893350"/>
                  </a:lnTo>
                  <a:lnTo>
                    <a:pt x="2048637" y="893445"/>
                  </a:lnTo>
                  <a:lnTo>
                    <a:pt x="2068449" y="891731"/>
                  </a:lnTo>
                  <a:lnTo>
                    <a:pt x="2069116" y="891540"/>
                  </a:lnTo>
                  <a:lnTo>
                    <a:pt x="2069782" y="891159"/>
                  </a:lnTo>
                  <a:lnTo>
                    <a:pt x="2070545" y="890397"/>
                  </a:lnTo>
                  <a:lnTo>
                    <a:pt x="2070925" y="889540"/>
                  </a:lnTo>
                  <a:lnTo>
                    <a:pt x="2071211" y="888492"/>
                  </a:lnTo>
                  <a:lnTo>
                    <a:pt x="2071306" y="887159"/>
                  </a:lnTo>
                  <a:lnTo>
                    <a:pt x="2071688" y="886397"/>
                  </a:lnTo>
                  <a:lnTo>
                    <a:pt x="2073402" y="883349"/>
                  </a:lnTo>
                  <a:lnTo>
                    <a:pt x="2073878" y="881825"/>
                  </a:lnTo>
                  <a:lnTo>
                    <a:pt x="2074259" y="880872"/>
                  </a:lnTo>
                  <a:lnTo>
                    <a:pt x="2074736" y="880205"/>
                  </a:lnTo>
                  <a:lnTo>
                    <a:pt x="2075783" y="878967"/>
                  </a:lnTo>
                  <a:lnTo>
                    <a:pt x="2065591" y="864299"/>
                  </a:lnTo>
                  <a:lnTo>
                    <a:pt x="2062067" y="857440"/>
                  </a:lnTo>
                  <a:lnTo>
                    <a:pt x="2061686" y="855440"/>
                  </a:lnTo>
                  <a:lnTo>
                    <a:pt x="2061686" y="854202"/>
                  </a:lnTo>
                  <a:lnTo>
                    <a:pt x="2061781" y="853345"/>
                  </a:lnTo>
                  <a:lnTo>
                    <a:pt x="2063020" y="849535"/>
                  </a:lnTo>
                  <a:lnTo>
                    <a:pt x="2063496" y="846582"/>
                  </a:lnTo>
                  <a:lnTo>
                    <a:pt x="2063591" y="844296"/>
                  </a:lnTo>
                  <a:lnTo>
                    <a:pt x="2063210" y="838772"/>
                  </a:lnTo>
                  <a:lnTo>
                    <a:pt x="2063210" y="837343"/>
                  </a:lnTo>
                  <a:lnTo>
                    <a:pt x="2063210" y="836676"/>
                  </a:lnTo>
                  <a:lnTo>
                    <a:pt x="2063306" y="836009"/>
                  </a:lnTo>
                  <a:lnTo>
                    <a:pt x="2063496" y="835438"/>
                  </a:lnTo>
                  <a:lnTo>
                    <a:pt x="2063687" y="834676"/>
                  </a:lnTo>
                  <a:lnTo>
                    <a:pt x="2063972" y="834200"/>
                  </a:lnTo>
                  <a:lnTo>
                    <a:pt x="2064258" y="833819"/>
                  </a:lnTo>
                  <a:lnTo>
                    <a:pt x="2064448" y="833628"/>
                  </a:lnTo>
                  <a:lnTo>
                    <a:pt x="2065782" y="832676"/>
                  </a:lnTo>
                  <a:lnTo>
                    <a:pt x="2066925" y="832295"/>
                  </a:lnTo>
                  <a:lnTo>
                    <a:pt x="2067973" y="832199"/>
                  </a:lnTo>
                  <a:lnTo>
                    <a:pt x="2070449" y="832485"/>
                  </a:lnTo>
                  <a:lnTo>
                    <a:pt x="2080355" y="835724"/>
                  </a:lnTo>
                  <a:lnTo>
                    <a:pt x="2086165" y="836581"/>
                  </a:lnTo>
                  <a:lnTo>
                    <a:pt x="2092547" y="836200"/>
                  </a:lnTo>
                  <a:lnTo>
                    <a:pt x="2093119" y="836105"/>
                  </a:lnTo>
                  <a:lnTo>
                    <a:pt x="2094166" y="835628"/>
                  </a:lnTo>
                  <a:lnTo>
                    <a:pt x="2094643" y="835247"/>
                  </a:lnTo>
                  <a:lnTo>
                    <a:pt x="2105787" y="824389"/>
                  </a:lnTo>
                  <a:lnTo>
                    <a:pt x="2111597" y="814769"/>
                  </a:lnTo>
                  <a:lnTo>
                    <a:pt x="2112550" y="812483"/>
                  </a:lnTo>
                  <a:lnTo>
                    <a:pt x="2112931" y="811435"/>
                  </a:lnTo>
                  <a:lnTo>
                    <a:pt x="2112931" y="811054"/>
                  </a:lnTo>
                  <a:lnTo>
                    <a:pt x="2110740" y="810959"/>
                  </a:lnTo>
                  <a:lnTo>
                    <a:pt x="2110454" y="810578"/>
                  </a:lnTo>
                  <a:lnTo>
                    <a:pt x="2110549" y="809720"/>
                  </a:lnTo>
                  <a:lnTo>
                    <a:pt x="2110835" y="808768"/>
                  </a:lnTo>
                  <a:lnTo>
                    <a:pt x="2111312" y="808006"/>
                  </a:lnTo>
                  <a:lnTo>
                    <a:pt x="2111883" y="807720"/>
                  </a:lnTo>
                  <a:lnTo>
                    <a:pt x="2111883" y="807053"/>
                  </a:lnTo>
                  <a:lnTo>
                    <a:pt x="2110359" y="803720"/>
                  </a:lnTo>
                  <a:lnTo>
                    <a:pt x="2110168" y="802958"/>
                  </a:lnTo>
                  <a:lnTo>
                    <a:pt x="2109216" y="802958"/>
                  </a:lnTo>
                  <a:lnTo>
                    <a:pt x="2108549" y="803243"/>
                  </a:lnTo>
                  <a:lnTo>
                    <a:pt x="2107883" y="804196"/>
                  </a:lnTo>
                  <a:lnTo>
                    <a:pt x="2107216" y="806196"/>
                  </a:lnTo>
                  <a:lnTo>
                    <a:pt x="2106835" y="807911"/>
                  </a:lnTo>
                  <a:lnTo>
                    <a:pt x="2106740" y="809149"/>
                  </a:lnTo>
                  <a:lnTo>
                    <a:pt x="2106263" y="809911"/>
                  </a:lnTo>
                  <a:lnTo>
                    <a:pt x="2104739" y="810197"/>
                  </a:lnTo>
                  <a:lnTo>
                    <a:pt x="2103215" y="810101"/>
                  </a:lnTo>
                  <a:lnTo>
                    <a:pt x="2101977" y="809815"/>
                  </a:lnTo>
                  <a:lnTo>
                    <a:pt x="2101024" y="809054"/>
                  </a:lnTo>
                  <a:lnTo>
                    <a:pt x="2100453" y="808196"/>
                  </a:lnTo>
                  <a:lnTo>
                    <a:pt x="2099977" y="807530"/>
                  </a:lnTo>
                  <a:lnTo>
                    <a:pt x="2100358" y="804958"/>
                  </a:lnTo>
                  <a:lnTo>
                    <a:pt x="2100358" y="803053"/>
                  </a:lnTo>
                  <a:lnTo>
                    <a:pt x="2099691" y="801910"/>
                  </a:lnTo>
                  <a:lnTo>
                    <a:pt x="2098167" y="801148"/>
                  </a:lnTo>
                  <a:lnTo>
                    <a:pt x="2094166" y="800195"/>
                  </a:lnTo>
                  <a:lnTo>
                    <a:pt x="2093309" y="800386"/>
                  </a:lnTo>
                  <a:lnTo>
                    <a:pt x="2092357" y="801243"/>
                  </a:lnTo>
                  <a:lnTo>
                    <a:pt x="2091309" y="803053"/>
                  </a:lnTo>
                  <a:lnTo>
                    <a:pt x="2089309" y="808006"/>
                  </a:lnTo>
                  <a:lnTo>
                    <a:pt x="2088642" y="808768"/>
                  </a:lnTo>
                  <a:lnTo>
                    <a:pt x="2087880" y="809149"/>
                  </a:lnTo>
                  <a:lnTo>
                    <a:pt x="2084261" y="809815"/>
                  </a:lnTo>
                  <a:lnTo>
                    <a:pt x="2083213" y="810292"/>
                  </a:lnTo>
                  <a:lnTo>
                    <a:pt x="2082070" y="811435"/>
                  </a:lnTo>
                  <a:lnTo>
                    <a:pt x="2079212" y="815245"/>
                  </a:lnTo>
                  <a:lnTo>
                    <a:pt x="2078450" y="816007"/>
                  </a:lnTo>
                  <a:lnTo>
                    <a:pt x="2077879" y="816292"/>
                  </a:lnTo>
                  <a:lnTo>
                    <a:pt x="2075212" y="815626"/>
                  </a:lnTo>
                  <a:lnTo>
                    <a:pt x="2072831" y="814673"/>
                  </a:lnTo>
                  <a:lnTo>
                    <a:pt x="2068735" y="812292"/>
                  </a:lnTo>
                  <a:lnTo>
                    <a:pt x="2065306" y="809720"/>
                  </a:lnTo>
                  <a:lnTo>
                    <a:pt x="2062639" y="807149"/>
                  </a:lnTo>
                  <a:lnTo>
                    <a:pt x="2046732" y="784574"/>
                  </a:lnTo>
                  <a:lnTo>
                    <a:pt x="2045970" y="783717"/>
                  </a:lnTo>
                  <a:lnTo>
                    <a:pt x="2045017" y="782955"/>
                  </a:lnTo>
                  <a:lnTo>
                    <a:pt x="2044065" y="782384"/>
                  </a:lnTo>
                  <a:lnTo>
                    <a:pt x="2034921" y="778383"/>
                  </a:lnTo>
                  <a:lnTo>
                    <a:pt x="2033016" y="777050"/>
                  </a:lnTo>
                  <a:lnTo>
                    <a:pt x="2028825" y="773144"/>
                  </a:lnTo>
                  <a:lnTo>
                    <a:pt x="2026253" y="769430"/>
                  </a:lnTo>
                  <a:lnTo>
                    <a:pt x="2025777" y="768572"/>
                  </a:lnTo>
                  <a:lnTo>
                    <a:pt x="2023015" y="760667"/>
                  </a:lnTo>
                  <a:lnTo>
                    <a:pt x="2021967" y="759047"/>
                  </a:lnTo>
                  <a:lnTo>
                    <a:pt x="2018824" y="755047"/>
                  </a:lnTo>
                  <a:lnTo>
                    <a:pt x="2015395" y="749617"/>
                  </a:lnTo>
                  <a:lnTo>
                    <a:pt x="2016157" y="747808"/>
                  </a:lnTo>
                  <a:lnTo>
                    <a:pt x="2021872" y="741331"/>
                  </a:lnTo>
                  <a:lnTo>
                    <a:pt x="2022539" y="740378"/>
                  </a:lnTo>
                  <a:lnTo>
                    <a:pt x="2023967" y="735044"/>
                  </a:lnTo>
                  <a:lnTo>
                    <a:pt x="2026634" y="728567"/>
                  </a:lnTo>
                  <a:lnTo>
                    <a:pt x="2027491" y="727139"/>
                  </a:lnTo>
                  <a:lnTo>
                    <a:pt x="2028158" y="726091"/>
                  </a:lnTo>
                  <a:lnTo>
                    <a:pt x="2040731" y="718185"/>
                  </a:lnTo>
                  <a:lnTo>
                    <a:pt x="2046732" y="712851"/>
                  </a:lnTo>
                  <a:lnTo>
                    <a:pt x="2070545" y="699611"/>
                  </a:lnTo>
                  <a:lnTo>
                    <a:pt x="2079403" y="692658"/>
                  </a:lnTo>
                  <a:lnTo>
                    <a:pt x="2080450" y="691039"/>
                  </a:lnTo>
                  <a:lnTo>
                    <a:pt x="2082356" y="686276"/>
                  </a:lnTo>
                  <a:lnTo>
                    <a:pt x="2084165" y="680276"/>
                  </a:lnTo>
                  <a:lnTo>
                    <a:pt x="2084546" y="679418"/>
                  </a:lnTo>
                  <a:lnTo>
                    <a:pt x="2085213" y="678180"/>
                  </a:lnTo>
                  <a:lnTo>
                    <a:pt x="2085784" y="677513"/>
                  </a:lnTo>
                  <a:lnTo>
                    <a:pt x="2086356" y="676942"/>
                  </a:lnTo>
                  <a:lnTo>
                    <a:pt x="2090452" y="674561"/>
                  </a:lnTo>
                  <a:lnTo>
                    <a:pt x="2101882" y="669608"/>
                  </a:lnTo>
                  <a:lnTo>
                    <a:pt x="2106835" y="665988"/>
                  </a:lnTo>
                  <a:lnTo>
                    <a:pt x="2109025" y="664083"/>
                  </a:lnTo>
                  <a:lnTo>
                    <a:pt x="2121027" y="647700"/>
                  </a:lnTo>
                  <a:lnTo>
                    <a:pt x="2149031" y="616934"/>
                  </a:lnTo>
                  <a:lnTo>
                    <a:pt x="2161508" y="606933"/>
                  </a:lnTo>
                  <a:lnTo>
                    <a:pt x="2162366" y="606552"/>
                  </a:lnTo>
                  <a:lnTo>
                    <a:pt x="2163032" y="606647"/>
                  </a:lnTo>
                  <a:lnTo>
                    <a:pt x="2165033" y="608743"/>
                  </a:lnTo>
                  <a:lnTo>
                    <a:pt x="2166842" y="611696"/>
                  </a:lnTo>
                  <a:lnTo>
                    <a:pt x="2167128" y="612172"/>
                  </a:lnTo>
                  <a:lnTo>
                    <a:pt x="2167318" y="612743"/>
                  </a:lnTo>
                  <a:lnTo>
                    <a:pt x="2167414" y="613410"/>
                  </a:lnTo>
                  <a:lnTo>
                    <a:pt x="2167414" y="614077"/>
                  </a:lnTo>
                  <a:lnTo>
                    <a:pt x="2167223" y="615506"/>
                  </a:lnTo>
                  <a:lnTo>
                    <a:pt x="2167128" y="616172"/>
                  </a:lnTo>
                  <a:lnTo>
                    <a:pt x="2167223" y="616839"/>
                  </a:lnTo>
                  <a:lnTo>
                    <a:pt x="2167414" y="617411"/>
                  </a:lnTo>
                  <a:lnTo>
                    <a:pt x="2168081" y="618935"/>
                  </a:lnTo>
                  <a:lnTo>
                    <a:pt x="2168271" y="619601"/>
                  </a:lnTo>
                  <a:lnTo>
                    <a:pt x="2168081" y="623792"/>
                  </a:lnTo>
                  <a:lnTo>
                    <a:pt x="2167890" y="625316"/>
                  </a:lnTo>
                  <a:lnTo>
                    <a:pt x="2167795" y="626078"/>
                  </a:lnTo>
                  <a:lnTo>
                    <a:pt x="2167890" y="627412"/>
                  </a:lnTo>
                  <a:lnTo>
                    <a:pt x="2168176" y="628555"/>
                  </a:lnTo>
                  <a:lnTo>
                    <a:pt x="2169033" y="630841"/>
                  </a:lnTo>
                  <a:lnTo>
                    <a:pt x="2170176" y="632841"/>
                  </a:lnTo>
                  <a:lnTo>
                    <a:pt x="2170462" y="633317"/>
                  </a:lnTo>
                  <a:lnTo>
                    <a:pt x="2171033" y="634270"/>
                  </a:lnTo>
                  <a:lnTo>
                    <a:pt x="2171891" y="635032"/>
                  </a:lnTo>
                  <a:lnTo>
                    <a:pt x="2172272" y="635508"/>
                  </a:lnTo>
                  <a:lnTo>
                    <a:pt x="2172653" y="635984"/>
                  </a:lnTo>
                  <a:lnTo>
                    <a:pt x="2173033" y="637032"/>
                  </a:lnTo>
                  <a:lnTo>
                    <a:pt x="2173319" y="637604"/>
                  </a:lnTo>
                  <a:lnTo>
                    <a:pt x="2173986" y="638556"/>
                  </a:lnTo>
                  <a:lnTo>
                    <a:pt x="2174176" y="639032"/>
                  </a:lnTo>
                  <a:lnTo>
                    <a:pt x="2174367" y="639604"/>
                  </a:lnTo>
                  <a:lnTo>
                    <a:pt x="2174462" y="640271"/>
                  </a:lnTo>
                  <a:lnTo>
                    <a:pt x="2174367" y="640842"/>
                  </a:lnTo>
                  <a:lnTo>
                    <a:pt x="2174367" y="641318"/>
                  </a:lnTo>
                  <a:lnTo>
                    <a:pt x="2174462" y="641699"/>
                  </a:lnTo>
                  <a:lnTo>
                    <a:pt x="2175224" y="642557"/>
                  </a:lnTo>
                  <a:lnTo>
                    <a:pt x="2175605" y="642938"/>
                  </a:lnTo>
                  <a:lnTo>
                    <a:pt x="2175891" y="643414"/>
                  </a:lnTo>
                  <a:lnTo>
                    <a:pt x="2176082" y="643985"/>
                  </a:lnTo>
                  <a:lnTo>
                    <a:pt x="2176177" y="644652"/>
                  </a:lnTo>
                  <a:lnTo>
                    <a:pt x="2176082" y="646843"/>
                  </a:lnTo>
                  <a:lnTo>
                    <a:pt x="2176082" y="647510"/>
                  </a:lnTo>
                  <a:lnTo>
                    <a:pt x="2176177" y="648081"/>
                  </a:lnTo>
                  <a:lnTo>
                    <a:pt x="2176272" y="648653"/>
                  </a:lnTo>
                  <a:lnTo>
                    <a:pt x="2176463" y="649224"/>
                  </a:lnTo>
                  <a:lnTo>
                    <a:pt x="2176843" y="649700"/>
                  </a:lnTo>
                  <a:lnTo>
                    <a:pt x="2179511" y="651510"/>
                  </a:lnTo>
                  <a:lnTo>
                    <a:pt x="2179987" y="651986"/>
                  </a:lnTo>
                  <a:lnTo>
                    <a:pt x="2180368" y="652653"/>
                  </a:lnTo>
                  <a:lnTo>
                    <a:pt x="2180654" y="653510"/>
                  </a:lnTo>
                  <a:lnTo>
                    <a:pt x="2180844" y="654272"/>
                  </a:lnTo>
                  <a:lnTo>
                    <a:pt x="2180939" y="655415"/>
                  </a:lnTo>
                  <a:lnTo>
                    <a:pt x="2181416" y="657225"/>
                  </a:lnTo>
                  <a:lnTo>
                    <a:pt x="2182368" y="656273"/>
                  </a:lnTo>
                  <a:lnTo>
                    <a:pt x="2183701" y="655892"/>
                  </a:lnTo>
                  <a:lnTo>
                    <a:pt x="2184464" y="655130"/>
                  </a:lnTo>
                  <a:lnTo>
                    <a:pt x="2184749" y="653510"/>
                  </a:lnTo>
                  <a:lnTo>
                    <a:pt x="2185035" y="650081"/>
                  </a:lnTo>
                  <a:lnTo>
                    <a:pt x="2185035" y="649700"/>
                  </a:lnTo>
                  <a:lnTo>
                    <a:pt x="2184940" y="649224"/>
                  </a:lnTo>
                  <a:lnTo>
                    <a:pt x="2184940" y="648557"/>
                  </a:lnTo>
                  <a:lnTo>
                    <a:pt x="2185035" y="647700"/>
                  </a:lnTo>
                  <a:lnTo>
                    <a:pt x="2186368" y="646462"/>
                  </a:lnTo>
                  <a:lnTo>
                    <a:pt x="2186654" y="645986"/>
                  </a:lnTo>
                  <a:lnTo>
                    <a:pt x="2187797" y="642366"/>
                  </a:lnTo>
                  <a:lnTo>
                    <a:pt x="2187512" y="632936"/>
                  </a:lnTo>
                  <a:lnTo>
                    <a:pt x="2186559" y="628460"/>
                  </a:lnTo>
                  <a:lnTo>
                    <a:pt x="2184464" y="626364"/>
                  </a:lnTo>
                  <a:lnTo>
                    <a:pt x="2184940" y="624078"/>
                  </a:lnTo>
                  <a:lnTo>
                    <a:pt x="2185225" y="618935"/>
                  </a:lnTo>
                  <a:lnTo>
                    <a:pt x="2185797" y="616934"/>
                  </a:lnTo>
                  <a:lnTo>
                    <a:pt x="2186368" y="614648"/>
                  </a:lnTo>
                  <a:lnTo>
                    <a:pt x="2185797" y="612553"/>
                  </a:lnTo>
                  <a:lnTo>
                    <a:pt x="2185511" y="610457"/>
                  </a:lnTo>
                  <a:lnTo>
                    <a:pt x="2186654" y="608267"/>
                  </a:lnTo>
                  <a:lnTo>
                    <a:pt x="2185511" y="604933"/>
                  </a:lnTo>
                  <a:lnTo>
                    <a:pt x="2185321" y="603504"/>
                  </a:lnTo>
                  <a:lnTo>
                    <a:pt x="2185797" y="602075"/>
                  </a:lnTo>
                  <a:lnTo>
                    <a:pt x="2189988" y="596741"/>
                  </a:lnTo>
                  <a:lnTo>
                    <a:pt x="2191322" y="593979"/>
                  </a:lnTo>
                  <a:lnTo>
                    <a:pt x="2191893" y="592360"/>
                  </a:lnTo>
                  <a:lnTo>
                    <a:pt x="2192083" y="590455"/>
                  </a:lnTo>
                  <a:lnTo>
                    <a:pt x="2192083" y="586645"/>
                  </a:lnTo>
                  <a:lnTo>
                    <a:pt x="2192274" y="584740"/>
                  </a:lnTo>
                  <a:lnTo>
                    <a:pt x="2192750" y="583406"/>
                  </a:lnTo>
                  <a:lnTo>
                    <a:pt x="2192560" y="581501"/>
                  </a:lnTo>
                  <a:lnTo>
                    <a:pt x="2193417" y="579120"/>
                  </a:lnTo>
                  <a:lnTo>
                    <a:pt x="2195417" y="575215"/>
                  </a:lnTo>
                  <a:lnTo>
                    <a:pt x="2196370" y="571881"/>
                  </a:lnTo>
                  <a:lnTo>
                    <a:pt x="2196846" y="570643"/>
                  </a:lnTo>
                  <a:lnTo>
                    <a:pt x="2198656" y="568547"/>
                  </a:lnTo>
                  <a:lnTo>
                    <a:pt x="2205704" y="548450"/>
                  </a:lnTo>
                  <a:lnTo>
                    <a:pt x="2206657" y="546545"/>
                  </a:lnTo>
                  <a:lnTo>
                    <a:pt x="2207705" y="544830"/>
                  </a:lnTo>
                  <a:lnTo>
                    <a:pt x="2208466" y="542830"/>
                  </a:lnTo>
                  <a:lnTo>
                    <a:pt x="2208657" y="540353"/>
                  </a:lnTo>
                  <a:lnTo>
                    <a:pt x="2208562" y="536162"/>
                  </a:lnTo>
                  <a:lnTo>
                    <a:pt x="2209038" y="535210"/>
                  </a:lnTo>
                  <a:lnTo>
                    <a:pt x="2209800" y="534448"/>
                  </a:lnTo>
                  <a:lnTo>
                    <a:pt x="2210467" y="533591"/>
                  </a:lnTo>
                  <a:lnTo>
                    <a:pt x="2210753" y="532352"/>
                  </a:lnTo>
                  <a:lnTo>
                    <a:pt x="2210848" y="531019"/>
                  </a:lnTo>
                  <a:lnTo>
                    <a:pt x="2211324" y="529781"/>
                  </a:lnTo>
                  <a:lnTo>
                    <a:pt x="2211896" y="528923"/>
                  </a:lnTo>
                  <a:lnTo>
                    <a:pt x="2212658" y="528542"/>
                  </a:lnTo>
                  <a:lnTo>
                    <a:pt x="2214943" y="528638"/>
                  </a:lnTo>
                  <a:lnTo>
                    <a:pt x="2219134" y="530066"/>
                  </a:lnTo>
                  <a:lnTo>
                    <a:pt x="2225231" y="530257"/>
                  </a:lnTo>
                  <a:lnTo>
                    <a:pt x="2226088" y="531971"/>
                  </a:lnTo>
                  <a:lnTo>
                    <a:pt x="2226850" y="533114"/>
                  </a:lnTo>
                  <a:lnTo>
                    <a:pt x="2227802" y="533591"/>
                  </a:lnTo>
                  <a:lnTo>
                    <a:pt x="2231803" y="533781"/>
                  </a:lnTo>
                  <a:lnTo>
                    <a:pt x="2233613" y="533305"/>
                  </a:lnTo>
                  <a:lnTo>
                    <a:pt x="2235422" y="531876"/>
                  </a:lnTo>
                  <a:lnTo>
                    <a:pt x="2235899" y="530828"/>
                  </a:lnTo>
                  <a:lnTo>
                    <a:pt x="2236661" y="528257"/>
                  </a:lnTo>
                  <a:lnTo>
                    <a:pt x="2237327" y="527780"/>
                  </a:lnTo>
                  <a:lnTo>
                    <a:pt x="2237994" y="527399"/>
                  </a:lnTo>
                  <a:lnTo>
                    <a:pt x="2238851" y="526447"/>
                  </a:lnTo>
                  <a:lnTo>
                    <a:pt x="2239518" y="525494"/>
                  </a:lnTo>
                  <a:lnTo>
                    <a:pt x="2239899" y="524447"/>
                  </a:lnTo>
                  <a:lnTo>
                    <a:pt x="2240566" y="523494"/>
                  </a:lnTo>
                  <a:lnTo>
                    <a:pt x="2240851" y="522732"/>
                  </a:lnTo>
                  <a:lnTo>
                    <a:pt x="2240756" y="522065"/>
                  </a:lnTo>
                  <a:lnTo>
                    <a:pt x="2240375" y="521684"/>
                  </a:lnTo>
                  <a:lnTo>
                    <a:pt x="2240280" y="521113"/>
                  </a:lnTo>
                  <a:lnTo>
                    <a:pt x="2240185" y="521018"/>
                  </a:lnTo>
                  <a:lnTo>
                    <a:pt x="2240280" y="518732"/>
                  </a:lnTo>
                  <a:lnTo>
                    <a:pt x="2240280" y="518541"/>
                  </a:lnTo>
                  <a:lnTo>
                    <a:pt x="2240566" y="518732"/>
                  </a:lnTo>
                  <a:lnTo>
                    <a:pt x="2240947" y="518065"/>
                  </a:lnTo>
                  <a:lnTo>
                    <a:pt x="2241423" y="516827"/>
                  </a:lnTo>
                  <a:lnTo>
                    <a:pt x="2240566" y="515493"/>
                  </a:lnTo>
                  <a:lnTo>
                    <a:pt x="2241233" y="513493"/>
                  </a:lnTo>
                  <a:lnTo>
                    <a:pt x="2242375" y="511112"/>
                  </a:lnTo>
                  <a:lnTo>
                    <a:pt x="2243042" y="508445"/>
                  </a:lnTo>
                  <a:lnTo>
                    <a:pt x="2242852" y="507016"/>
                  </a:lnTo>
                  <a:lnTo>
                    <a:pt x="2241995" y="504063"/>
                  </a:lnTo>
                  <a:lnTo>
                    <a:pt x="2241995" y="502634"/>
                  </a:lnTo>
                  <a:lnTo>
                    <a:pt x="2242375" y="501301"/>
                  </a:lnTo>
                  <a:lnTo>
                    <a:pt x="2243899" y="498158"/>
                  </a:lnTo>
                  <a:lnTo>
                    <a:pt x="2244090" y="496729"/>
                  </a:lnTo>
                  <a:lnTo>
                    <a:pt x="2241137" y="488918"/>
                  </a:lnTo>
                  <a:lnTo>
                    <a:pt x="2241137" y="487490"/>
                  </a:lnTo>
                  <a:lnTo>
                    <a:pt x="2240280" y="486727"/>
                  </a:lnTo>
                  <a:lnTo>
                    <a:pt x="2240566" y="485204"/>
                  </a:lnTo>
                  <a:lnTo>
                    <a:pt x="2241423" y="483965"/>
                  </a:lnTo>
                  <a:lnTo>
                    <a:pt x="2241995" y="484156"/>
                  </a:lnTo>
                  <a:lnTo>
                    <a:pt x="2241614" y="482537"/>
                  </a:lnTo>
                  <a:lnTo>
                    <a:pt x="2241042" y="481870"/>
                  </a:lnTo>
                  <a:lnTo>
                    <a:pt x="2240375" y="481489"/>
                  </a:lnTo>
                  <a:lnTo>
                    <a:pt x="2239804" y="480822"/>
                  </a:lnTo>
                  <a:lnTo>
                    <a:pt x="2239328" y="479584"/>
                  </a:lnTo>
                  <a:lnTo>
                    <a:pt x="2238851" y="477869"/>
                  </a:lnTo>
                  <a:lnTo>
                    <a:pt x="2238375" y="476917"/>
                  </a:lnTo>
                  <a:lnTo>
                    <a:pt x="2236756" y="475107"/>
                  </a:lnTo>
                  <a:lnTo>
                    <a:pt x="2235803" y="474345"/>
                  </a:lnTo>
                  <a:lnTo>
                    <a:pt x="2234565" y="474536"/>
                  </a:lnTo>
                  <a:lnTo>
                    <a:pt x="2233232" y="472440"/>
                  </a:lnTo>
                  <a:lnTo>
                    <a:pt x="2232755" y="469964"/>
                  </a:lnTo>
                  <a:lnTo>
                    <a:pt x="2234851" y="469011"/>
                  </a:lnTo>
                  <a:lnTo>
                    <a:pt x="2235708" y="469392"/>
                  </a:lnTo>
                  <a:lnTo>
                    <a:pt x="2237137" y="471107"/>
                  </a:lnTo>
                  <a:lnTo>
                    <a:pt x="2237804" y="471488"/>
                  </a:lnTo>
                  <a:lnTo>
                    <a:pt x="2238470" y="471202"/>
                  </a:lnTo>
                  <a:lnTo>
                    <a:pt x="2239328" y="470345"/>
                  </a:lnTo>
                  <a:lnTo>
                    <a:pt x="2239994" y="469392"/>
                  </a:lnTo>
                  <a:lnTo>
                    <a:pt x="2240280" y="468535"/>
                  </a:lnTo>
                  <a:lnTo>
                    <a:pt x="2240280" y="457962"/>
                  </a:lnTo>
                  <a:lnTo>
                    <a:pt x="2240661" y="455200"/>
                  </a:lnTo>
                  <a:lnTo>
                    <a:pt x="2240661" y="453866"/>
                  </a:lnTo>
                  <a:lnTo>
                    <a:pt x="2240090" y="452533"/>
                  </a:lnTo>
                  <a:lnTo>
                    <a:pt x="2239328" y="451961"/>
                  </a:lnTo>
                  <a:lnTo>
                    <a:pt x="2238280" y="451485"/>
                  </a:lnTo>
                  <a:lnTo>
                    <a:pt x="2237423" y="450914"/>
                  </a:lnTo>
                  <a:lnTo>
                    <a:pt x="2236946" y="449961"/>
                  </a:lnTo>
                  <a:lnTo>
                    <a:pt x="2237994" y="448151"/>
                  </a:lnTo>
                  <a:lnTo>
                    <a:pt x="2240090" y="447199"/>
                  </a:lnTo>
                  <a:lnTo>
                    <a:pt x="2241518" y="446342"/>
                  </a:lnTo>
                  <a:lnTo>
                    <a:pt x="2240851" y="444437"/>
                  </a:lnTo>
                  <a:lnTo>
                    <a:pt x="2242375" y="442722"/>
                  </a:lnTo>
                  <a:lnTo>
                    <a:pt x="2241709" y="441389"/>
                  </a:lnTo>
                  <a:lnTo>
                    <a:pt x="2240661" y="439769"/>
                  </a:lnTo>
                  <a:lnTo>
                    <a:pt x="2240851" y="437674"/>
                  </a:lnTo>
                  <a:lnTo>
                    <a:pt x="2240185" y="436912"/>
                  </a:lnTo>
                  <a:lnTo>
                    <a:pt x="2238566" y="435674"/>
                  </a:lnTo>
                  <a:lnTo>
                    <a:pt x="2237804" y="434721"/>
                  </a:lnTo>
                  <a:lnTo>
                    <a:pt x="2237708" y="433483"/>
                  </a:lnTo>
                  <a:lnTo>
                    <a:pt x="2238756" y="432911"/>
                  </a:lnTo>
                  <a:lnTo>
                    <a:pt x="2240851" y="432530"/>
                  </a:lnTo>
                  <a:lnTo>
                    <a:pt x="2241423" y="431578"/>
                  </a:lnTo>
                  <a:lnTo>
                    <a:pt x="2242566" y="428911"/>
                  </a:lnTo>
                  <a:lnTo>
                    <a:pt x="2243328" y="428339"/>
                  </a:lnTo>
                  <a:lnTo>
                    <a:pt x="2244376" y="428244"/>
                  </a:lnTo>
                  <a:lnTo>
                    <a:pt x="2245138" y="427768"/>
                  </a:lnTo>
                  <a:lnTo>
                    <a:pt x="2245805" y="426911"/>
                  </a:lnTo>
                  <a:lnTo>
                    <a:pt x="2246376" y="425672"/>
                  </a:lnTo>
                  <a:lnTo>
                    <a:pt x="2245900" y="424720"/>
                  </a:lnTo>
                  <a:lnTo>
                    <a:pt x="2245328" y="424244"/>
                  </a:lnTo>
                  <a:lnTo>
                    <a:pt x="2244757" y="423863"/>
                  </a:lnTo>
                  <a:lnTo>
                    <a:pt x="2244090" y="423291"/>
                  </a:lnTo>
                  <a:lnTo>
                    <a:pt x="2243804" y="423101"/>
                  </a:lnTo>
                  <a:lnTo>
                    <a:pt x="2242852" y="422148"/>
                  </a:lnTo>
                  <a:lnTo>
                    <a:pt x="2242280" y="421196"/>
                  </a:lnTo>
                  <a:lnTo>
                    <a:pt x="2242757" y="420719"/>
                  </a:lnTo>
                  <a:lnTo>
                    <a:pt x="2246090" y="421291"/>
                  </a:lnTo>
                  <a:lnTo>
                    <a:pt x="2247614" y="421196"/>
                  </a:lnTo>
                  <a:lnTo>
                    <a:pt x="2249138" y="419767"/>
                  </a:lnTo>
                  <a:lnTo>
                    <a:pt x="2248091" y="419291"/>
                  </a:lnTo>
                  <a:lnTo>
                    <a:pt x="2246186" y="419291"/>
                  </a:lnTo>
                  <a:lnTo>
                    <a:pt x="2245233" y="418910"/>
                  </a:lnTo>
                  <a:lnTo>
                    <a:pt x="2245042" y="418338"/>
                  </a:lnTo>
                  <a:lnTo>
                    <a:pt x="2243804" y="415671"/>
                  </a:lnTo>
                  <a:lnTo>
                    <a:pt x="2243614" y="415576"/>
                  </a:lnTo>
                  <a:lnTo>
                    <a:pt x="2243899" y="414433"/>
                  </a:lnTo>
                  <a:lnTo>
                    <a:pt x="2244757" y="412909"/>
                  </a:lnTo>
                  <a:lnTo>
                    <a:pt x="2245805" y="411480"/>
                  </a:lnTo>
                  <a:lnTo>
                    <a:pt x="2246852" y="410432"/>
                  </a:lnTo>
                  <a:lnTo>
                    <a:pt x="2247995" y="412052"/>
                  </a:lnTo>
                  <a:lnTo>
                    <a:pt x="2250186" y="411480"/>
                  </a:lnTo>
                  <a:lnTo>
                    <a:pt x="2251520" y="409575"/>
                  </a:lnTo>
                  <a:lnTo>
                    <a:pt x="2250186" y="407099"/>
                  </a:lnTo>
                  <a:lnTo>
                    <a:pt x="2253520" y="403955"/>
                  </a:lnTo>
                  <a:lnTo>
                    <a:pt x="2256187" y="403289"/>
                  </a:lnTo>
                  <a:lnTo>
                    <a:pt x="2257425" y="402622"/>
                  </a:lnTo>
                  <a:lnTo>
                    <a:pt x="2258187" y="401288"/>
                  </a:lnTo>
                  <a:lnTo>
                    <a:pt x="2257901" y="399383"/>
                  </a:lnTo>
                  <a:lnTo>
                    <a:pt x="2259044" y="398717"/>
                  </a:lnTo>
                  <a:lnTo>
                    <a:pt x="2258854" y="397859"/>
                  </a:lnTo>
                  <a:lnTo>
                    <a:pt x="2258187" y="396907"/>
                  </a:lnTo>
                  <a:lnTo>
                    <a:pt x="2257901" y="395954"/>
                  </a:lnTo>
                  <a:lnTo>
                    <a:pt x="2258282" y="394907"/>
                  </a:lnTo>
                  <a:lnTo>
                    <a:pt x="2258758" y="394335"/>
                  </a:lnTo>
                  <a:lnTo>
                    <a:pt x="2259330" y="393668"/>
                  </a:lnTo>
                  <a:lnTo>
                    <a:pt x="2259521" y="392144"/>
                  </a:lnTo>
                  <a:lnTo>
                    <a:pt x="2259901" y="391097"/>
                  </a:lnTo>
                  <a:lnTo>
                    <a:pt x="2260759" y="390144"/>
                  </a:lnTo>
                  <a:lnTo>
                    <a:pt x="2261711" y="389382"/>
                  </a:lnTo>
                  <a:lnTo>
                    <a:pt x="2262473" y="389001"/>
                  </a:lnTo>
                  <a:lnTo>
                    <a:pt x="2263235" y="388430"/>
                  </a:lnTo>
                  <a:lnTo>
                    <a:pt x="2263807" y="387096"/>
                  </a:lnTo>
                  <a:lnTo>
                    <a:pt x="2264378" y="384810"/>
                  </a:lnTo>
                  <a:lnTo>
                    <a:pt x="2265236" y="378524"/>
                  </a:lnTo>
                  <a:lnTo>
                    <a:pt x="2266093" y="376904"/>
                  </a:lnTo>
                  <a:lnTo>
                    <a:pt x="2267998" y="378428"/>
                  </a:lnTo>
                  <a:lnTo>
                    <a:pt x="2268474" y="378428"/>
                  </a:lnTo>
                  <a:lnTo>
                    <a:pt x="2268569" y="377000"/>
                  </a:lnTo>
                  <a:lnTo>
                    <a:pt x="2268283" y="374142"/>
                  </a:lnTo>
                  <a:lnTo>
                    <a:pt x="2268665" y="373190"/>
                  </a:lnTo>
                  <a:lnTo>
                    <a:pt x="2269617" y="372523"/>
                  </a:lnTo>
                  <a:lnTo>
                    <a:pt x="2273427" y="371666"/>
                  </a:lnTo>
                  <a:lnTo>
                    <a:pt x="2274475" y="371094"/>
                  </a:lnTo>
                  <a:lnTo>
                    <a:pt x="2274856" y="369856"/>
                  </a:lnTo>
                  <a:lnTo>
                    <a:pt x="2275237" y="369189"/>
                  </a:lnTo>
                  <a:lnTo>
                    <a:pt x="2276189" y="368522"/>
                  </a:lnTo>
                  <a:lnTo>
                    <a:pt x="2277142" y="367951"/>
                  </a:lnTo>
                  <a:lnTo>
                    <a:pt x="2277904" y="367760"/>
                  </a:lnTo>
                  <a:lnTo>
                    <a:pt x="2278285" y="367284"/>
                  </a:lnTo>
                  <a:lnTo>
                    <a:pt x="2279142" y="365189"/>
                  </a:lnTo>
                  <a:lnTo>
                    <a:pt x="2279714" y="364236"/>
                  </a:lnTo>
                  <a:lnTo>
                    <a:pt x="2280475" y="363855"/>
                  </a:lnTo>
                  <a:lnTo>
                    <a:pt x="2281999" y="363665"/>
                  </a:lnTo>
                  <a:lnTo>
                    <a:pt x="2283047" y="363379"/>
                  </a:lnTo>
                  <a:lnTo>
                    <a:pt x="2286191" y="360902"/>
                  </a:lnTo>
                  <a:lnTo>
                    <a:pt x="2287429" y="357378"/>
                  </a:lnTo>
                  <a:lnTo>
                    <a:pt x="2287524" y="352997"/>
                  </a:lnTo>
                  <a:lnTo>
                    <a:pt x="2286857" y="347948"/>
                  </a:lnTo>
                  <a:lnTo>
                    <a:pt x="2285905" y="344234"/>
                  </a:lnTo>
                  <a:lnTo>
                    <a:pt x="2285524" y="343567"/>
                  </a:lnTo>
                  <a:lnTo>
                    <a:pt x="2285333" y="343186"/>
                  </a:lnTo>
                  <a:lnTo>
                    <a:pt x="2286953" y="341281"/>
                  </a:lnTo>
                  <a:lnTo>
                    <a:pt x="2287429" y="340614"/>
                  </a:lnTo>
                  <a:lnTo>
                    <a:pt x="2286667" y="338328"/>
                  </a:lnTo>
                  <a:lnTo>
                    <a:pt x="2283714" y="334518"/>
                  </a:lnTo>
                  <a:lnTo>
                    <a:pt x="2283047" y="333185"/>
                  </a:lnTo>
                  <a:lnTo>
                    <a:pt x="2284190" y="331565"/>
                  </a:lnTo>
                  <a:lnTo>
                    <a:pt x="2288667" y="331661"/>
                  </a:lnTo>
                  <a:lnTo>
                    <a:pt x="2289620" y="329375"/>
                  </a:lnTo>
                  <a:lnTo>
                    <a:pt x="2290477" y="328136"/>
                  </a:lnTo>
                  <a:lnTo>
                    <a:pt x="2294382" y="323945"/>
                  </a:lnTo>
                  <a:lnTo>
                    <a:pt x="2295716" y="322898"/>
                  </a:lnTo>
                  <a:lnTo>
                    <a:pt x="2295049" y="321469"/>
                  </a:lnTo>
                  <a:lnTo>
                    <a:pt x="2294573" y="320897"/>
                  </a:lnTo>
                  <a:lnTo>
                    <a:pt x="2294001" y="320326"/>
                  </a:lnTo>
                  <a:lnTo>
                    <a:pt x="2294668" y="319754"/>
                  </a:lnTo>
                  <a:lnTo>
                    <a:pt x="2295430" y="319564"/>
                  </a:lnTo>
                  <a:lnTo>
                    <a:pt x="2296097" y="319754"/>
                  </a:lnTo>
                  <a:lnTo>
                    <a:pt x="2296763" y="320326"/>
                  </a:lnTo>
                  <a:lnTo>
                    <a:pt x="2297335" y="319564"/>
                  </a:lnTo>
                  <a:lnTo>
                    <a:pt x="2297811" y="318707"/>
                  </a:lnTo>
                  <a:lnTo>
                    <a:pt x="2298287" y="317564"/>
                  </a:lnTo>
                  <a:lnTo>
                    <a:pt x="2298383" y="316421"/>
                  </a:lnTo>
                  <a:lnTo>
                    <a:pt x="2298859" y="315754"/>
                  </a:lnTo>
                  <a:lnTo>
                    <a:pt x="2299716" y="316611"/>
                  </a:lnTo>
                  <a:lnTo>
                    <a:pt x="2301145" y="318611"/>
                  </a:lnTo>
                  <a:lnTo>
                    <a:pt x="2301907" y="317945"/>
                  </a:lnTo>
                  <a:lnTo>
                    <a:pt x="2302192" y="316802"/>
                  </a:lnTo>
                  <a:lnTo>
                    <a:pt x="2302288" y="315563"/>
                  </a:lnTo>
                  <a:lnTo>
                    <a:pt x="2302764" y="314611"/>
                  </a:lnTo>
                  <a:lnTo>
                    <a:pt x="2304193" y="313849"/>
                  </a:lnTo>
                  <a:lnTo>
                    <a:pt x="2304383" y="313373"/>
                  </a:lnTo>
                  <a:lnTo>
                    <a:pt x="2303907" y="312515"/>
                  </a:lnTo>
                  <a:lnTo>
                    <a:pt x="2305241" y="311182"/>
                  </a:lnTo>
                  <a:lnTo>
                    <a:pt x="2306288" y="309372"/>
                  </a:lnTo>
                  <a:lnTo>
                    <a:pt x="2307050" y="307181"/>
                  </a:lnTo>
                  <a:lnTo>
                    <a:pt x="2307241" y="304705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1" name="Freeform: Shape 24">
              <a:extLst>
                <a:ext uri="{FF2B5EF4-FFF2-40B4-BE49-F238E27FC236}">
                  <a16:creationId xmlns:a16="http://schemas.microsoft.com/office/drawing/2014/main" id="{F592E5A9-9B17-D8E1-932B-57E96151BE79}"/>
                </a:ext>
              </a:extLst>
            </p:cNvPr>
            <p:cNvSpPr/>
            <p:nvPr/>
          </p:nvSpPr>
          <p:spPr>
            <a:xfrm>
              <a:off x="3657505" y="5080127"/>
              <a:ext cx="428625" cy="485775"/>
            </a:xfrm>
            <a:custGeom>
              <a:avLst/>
              <a:gdLst>
                <a:gd name="connsiteX0" fmla="*/ 435292 w 428625"/>
                <a:gd name="connsiteY0" fmla="*/ 155734 h 485775"/>
                <a:gd name="connsiteX1" fmla="*/ 435197 w 428625"/>
                <a:gd name="connsiteY1" fmla="*/ 155257 h 485775"/>
                <a:gd name="connsiteX2" fmla="*/ 434721 w 428625"/>
                <a:gd name="connsiteY2" fmla="*/ 153924 h 485775"/>
                <a:gd name="connsiteX3" fmla="*/ 434435 w 428625"/>
                <a:gd name="connsiteY3" fmla="*/ 153638 h 485775"/>
                <a:gd name="connsiteX4" fmla="*/ 434245 w 428625"/>
                <a:gd name="connsiteY4" fmla="*/ 153352 h 485775"/>
                <a:gd name="connsiteX5" fmla="*/ 434054 w 428625"/>
                <a:gd name="connsiteY5" fmla="*/ 153162 h 485775"/>
                <a:gd name="connsiteX6" fmla="*/ 433292 w 428625"/>
                <a:gd name="connsiteY6" fmla="*/ 152781 h 485775"/>
                <a:gd name="connsiteX7" fmla="*/ 430911 w 428625"/>
                <a:gd name="connsiteY7" fmla="*/ 151733 h 485775"/>
                <a:gd name="connsiteX8" fmla="*/ 430625 w 428625"/>
                <a:gd name="connsiteY8" fmla="*/ 151447 h 485775"/>
                <a:gd name="connsiteX9" fmla="*/ 430244 w 428625"/>
                <a:gd name="connsiteY9" fmla="*/ 151162 h 485775"/>
                <a:gd name="connsiteX10" fmla="*/ 430244 w 428625"/>
                <a:gd name="connsiteY10" fmla="*/ 150400 h 485775"/>
                <a:gd name="connsiteX11" fmla="*/ 430339 w 428625"/>
                <a:gd name="connsiteY11" fmla="*/ 149162 h 485775"/>
                <a:gd name="connsiteX12" fmla="*/ 431101 w 428625"/>
                <a:gd name="connsiteY12" fmla="*/ 146685 h 485775"/>
                <a:gd name="connsiteX13" fmla="*/ 431006 w 428625"/>
                <a:gd name="connsiteY13" fmla="*/ 145637 h 485775"/>
                <a:gd name="connsiteX14" fmla="*/ 430720 w 428625"/>
                <a:gd name="connsiteY14" fmla="*/ 145066 h 485775"/>
                <a:gd name="connsiteX15" fmla="*/ 428434 w 428625"/>
                <a:gd name="connsiteY15" fmla="*/ 144780 h 485775"/>
                <a:gd name="connsiteX16" fmla="*/ 426339 w 428625"/>
                <a:gd name="connsiteY16" fmla="*/ 144304 h 485775"/>
                <a:gd name="connsiteX17" fmla="*/ 425577 w 428625"/>
                <a:gd name="connsiteY17" fmla="*/ 143827 h 485775"/>
                <a:gd name="connsiteX18" fmla="*/ 424815 w 428625"/>
                <a:gd name="connsiteY18" fmla="*/ 142589 h 485775"/>
                <a:gd name="connsiteX19" fmla="*/ 423291 w 428625"/>
                <a:gd name="connsiteY19" fmla="*/ 141256 h 485775"/>
                <a:gd name="connsiteX20" fmla="*/ 421100 w 428625"/>
                <a:gd name="connsiteY20" fmla="*/ 139922 h 485775"/>
                <a:gd name="connsiteX21" fmla="*/ 424624 w 428625"/>
                <a:gd name="connsiteY21" fmla="*/ 136684 h 485775"/>
                <a:gd name="connsiteX22" fmla="*/ 425577 w 428625"/>
                <a:gd name="connsiteY22" fmla="*/ 135255 h 485775"/>
                <a:gd name="connsiteX23" fmla="*/ 426244 w 428625"/>
                <a:gd name="connsiteY23" fmla="*/ 132588 h 485775"/>
                <a:gd name="connsiteX24" fmla="*/ 426434 w 428625"/>
                <a:gd name="connsiteY24" fmla="*/ 130016 h 485775"/>
                <a:gd name="connsiteX25" fmla="*/ 426434 w 428625"/>
                <a:gd name="connsiteY25" fmla="*/ 128397 h 485775"/>
                <a:gd name="connsiteX26" fmla="*/ 426339 w 428625"/>
                <a:gd name="connsiteY26" fmla="*/ 127349 h 485775"/>
                <a:gd name="connsiteX27" fmla="*/ 426434 w 428625"/>
                <a:gd name="connsiteY27" fmla="*/ 126301 h 485775"/>
                <a:gd name="connsiteX28" fmla="*/ 427958 w 428625"/>
                <a:gd name="connsiteY28" fmla="*/ 119539 h 485775"/>
                <a:gd name="connsiteX29" fmla="*/ 427768 w 428625"/>
                <a:gd name="connsiteY29" fmla="*/ 118681 h 485775"/>
                <a:gd name="connsiteX30" fmla="*/ 427291 w 428625"/>
                <a:gd name="connsiteY30" fmla="*/ 116967 h 485775"/>
                <a:gd name="connsiteX31" fmla="*/ 427006 w 428625"/>
                <a:gd name="connsiteY31" fmla="*/ 116205 h 485775"/>
                <a:gd name="connsiteX32" fmla="*/ 426530 w 428625"/>
                <a:gd name="connsiteY32" fmla="*/ 115538 h 485775"/>
                <a:gd name="connsiteX33" fmla="*/ 425482 w 428625"/>
                <a:gd name="connsiteY33" fmla="*/ 114776 h 485775"/>
                <a:gd name="connsiteX34" fmla="*/ 420624 w 428625"/>
                <a:gd name="connsiteY34" fmla="*/ 112585 h 485775"/>
                <a:gd name="connsiteX35" fmla="*/ 419671 w 428625"/>
                <a:gd name="connsiteY35" fmla="*/ 111919 h 485775"/>
                <a:gd name="connsiteX36" fmla="*/ 419005 w 428625"/>
                <a:gd name="connsiteY36" fmla="*/ 111252 h 485775"/>
                <a:gd name="connsiteX37" fmla="*/ 418719 w 428625"/>
                <a:gd name="connsiteY37" fmla="*/ 110680 h 485775"/>
                <a:gd name="connsiteX38" fmla="*/ 418243 w 428625"/>
                <a:gd name="connsiteY38" fmla="*/ 109442 h 485775"/>
                <a:gd name="connsiteX39" fmla="*/ 417957 w 428625"/>
                <a:gd name="connsiteY39" fmla="*/ 108871 h 485775"/>
                <a:gd name="connsiteX40" fmla="*/ 417576 w 428625"/>
                <a:gd name="connsiteY40" fmla="*/ 108299 h 485775"/>
                <a:gd name="connsiteX41" fmla="*/ 416814 w 428625"/>
                <a:gd name="connsiteY41" fmla="*/ 107823 h 485775"/>
                <a:gd name="connsiteX42" fmla="*/ 416433 w 428625"/>
                <a:gd name="connsiteY42" fmla="*/ 107632 h 485775"/>
                <a:gd name="connsiteX43" fmla="*/ 415766 w 428625"/>
                <a:gd name="connsiteY43" fmla="*/ 107442 h 485775"/>
                <a:gd name="connsiteX44" fmla="*/ 415195 w 428625"/>
                <a:gd name="connsiteY44" fmla="*/ 107156 h 485775"/>
                <a:gd name="connsiteX45" fmla="*/ 413766 w 428625"/>
                <a:gd name="connsiteY45" fmla="*/ 105823 h 485775"/>
                <a:gd name="connsiteX46" fmla="*/ 412909 w 428625"/>
                <a:gd name="connsiteY46" fmla="*/ 105537 h 485775"/>
                <a:gd name="connsiteX47" fmla="*/ 410813 w 428625"/>
                <a:gd name="connsiteY47" fmla="*/ 105251 h 485775"/>
                <a:gd name="connsiteX48" fmla="*/ 409765 w 428625"/>
                <a:gd name="connsiteY48" fmla="*/ 104870 h 485775"/>
                <a:gd name="connsiteX49" fmla="*/ 409003 w 428625"/>
                <a:gd name="connsiteY49" fmla="*/ 104394 h 485775"/>
                <a:gd name="connsiteX50" fmla="*/ 408527 w 428625"/>
                <a:gd name="connsiteY50" fmla="*/ 102679 h 485775"/>
                <a:gd name="connsiteX51" fmla="*/ 408337 w 428625"/>
                <a:gd name="connsiteY51" fmla="*/ 101251 h 485775"/>
                <a:gd name="connsiteX52" fmla="*/ 408813 w 428625"/>
                <a:gd name="connsiteY52" fmla="*/ 94297 h 485775"/>
                <a:gd name="connsiteX53" fmla="*/ 405479 w 428625"/>
                <a:gd name="connsiteY53" fmla="*/ 93154 h 485775"/>
                <a:gd name="connsiteX54" fmla="*/ 403765 w 428625"/>
                <a:gd name="connsiteY54" fmla="*/ 92297 h 485775"/>
                <a:gd name="connsiteX55" fmla="*/ 399669 w 428625"/>
                <a:gd name="connsiteY55" fmla="*/ 89344 h 485775"/>
                <a:gd name="connsiteX56" fmla="*/ 399002 w 428625"/>
                <a:gd name="connsiteY56" fmla="*/ 89059 h 485775"/>
                <a:gd name="connsiteX57" fmla="*/ 398431 w 428625"/>
                <a:gd name="connsiteY57" fmla="*/ 88963 h 485775"/>
                <a:gd name="connsiteX58" fmla="*/ 398050 w 428625"/>
                <a:gd name="connsiteY58" fmla="*/ 89059 h 485775"/>
                <a:gd name="connsiteX59" fmla="*/ 397383 w 428625"/>
                <a:gd name="connsiteY59" fmla="*/ 89344 h 485775"/>
                <a:gd name="connsiteX60" fmla="*/ 396526 w 428625"/>
                <a:gd name="connsiteY60" fmla="*/ 89821 h 485775"/>
                <a:gd name="connsiteX61" fmla="*/ 395478 w 428625"/>
                <a:gd name="connsiteY61" fmla="*/ 90678 h 485775"/>
                <a:gd name="connsiteX62" fmla="*/ 394716 w 428625"/>
                <a:gd name="connsiteY62" fmla="*/ 91726 h 485775"/>
                <a:gd name="connsiteX63" fmla="*/ 393478 w 428625"/>
                <a:gd name="connsiteY63" fmla="*/ 93726 h 485775"/>
                <a:gd name="connsiteX64" fmla="*/ 392716 w 428625"/>
                <a:gd name="connsiteY64" fmla="*/ 93821 h 485775"/>
                <a:gd name="connsiteX65" fmla="*/ 392049 w 428625"/>
                <a:gd name="connsiteY65" fmla="*/ 93154 h 485775"/>
                <a:gd name="connsiteX66" fmla="*/ 391668 w 428625"/>
                <a:gd name="connsiteY66" fmla="*/ 91535 h 485775"/>
                <a:gd name="connsiteX67" fmla="*/ 390906 w 428625"/>
                <a:gd name="connsiteY67" fmla="*/ 90678 h 485775"/>
                <a:gd name="connsiteX68" fmla="*/ 389572 w 428625"/>
                <a:gd name="connsiteY68" fmla="*/ 89916 h 485775"/>
                <a:gd name="connsiteX69" fmla="*/ 389001 w 428625"/>
                <a:gd name="connsiteY69" fmla="*/ 89059 h 485775"/>
                <a:gd name="connsiteX70" fmla="*/ 388620 w 428625"/>
                <a:gd name="connsiteY70" fmla="*/ 88106 h 485775"/>
                <a:gd name="connsiteX71" fmla="*/ 388430 w 428625"/>
                <a:gd name="connsiteY71" fmla="*/ 86677 h 485775"/>
                <a:gd name="connsiteX72" fmla="*/ 388715 w 428625"/>
                <a:gd name="connsiteY72" fmla="*/ 83058 h 485775"/>
                <a:gd name="connsiteX73" fmla="*/ 388525 w 428625"/>
                <a:gd name="connsiteY73" fmla="*/ 81629 h 485775"/>
                <a:gd name="connsiteX74" fmla="*/ 387858 w 428625"/>
                <a:gd name="connsiteY74" fmla="*/ 80200 h 485775"/>
                <a:gd name="connsiteX75" fmla="*/ 387191 w 428625"/>
                <a:gd name="connsiteY75" fmla="*/ 79438 h 485775"/>
                <a:gd name="connsiteX76" fmla="*/ 386334 w 428625"/>
                <a:gd name="connsiteY76" fmla="*/ 78867 h 485775"/>
                <a:gd name="connsiteX77" fmla="*/ 383476 w 428625"/>
                <a:gd name="connsiteY77" fmla="*/ 78200 h 485775"/>
                <a:gd name="connsiteX78" fmla="*/ 383095 w 428625"/>
                <a:gd name="connsiteY78" fmla="*/ 77343 h 485775"/>
                <a:gd name="connsiteX79" fmla="*/ 383095 w 428625"/>
                <a:gd name="connsiteY79" fmla="*/ 76295 h 485775"/>
                <a:gd name="connsiteX80" fmla="*/ 383572 w 428625"/>
                <a:gd name="connsiteY80" fmla="*/ 73628 h 485775"/>
                <a:gd name="connsiteX81" fmla="*/ 384334 w 428625"/>
                <a:gd name="connsiteY81" fmla="*/ 72009 h 485775"/>
                <a:gd name="connsiteX82" fmla="*/ 385381 w 428625"/>
                <a:gd name="connsiteY82" fmla="*/ 70390 h 485775"/>
                <a:gd name="connsiteX83" fmla="*/ 387477 w 428625"/>
                <a:gd name="connsiteY83" fmla="*/ 67627 h 485775"/>
                <a:gd name="connsiteX84" fmla="*/ 388906 w 428625"/>
                <a:gd name="connsiteY84" fmla="*/ 65532 h 485775"/>
                <a:gd name="connsiteX85" fmla="*/ 389477 w 428625"/>
                <a:gd name="connsiteY85" fmla="*/ 64960 h 485775"/>
                <a:gd name="connsiteX86" fmla="*/ 392334 w 428625"/>
                <a:gd name="connsiteY86" fmla="*/ 64103 h 485775"/>
                <a:gd name="connsiteX87" fmla="*/ 393001 w 428625"/>
                <a:gd name="connsiteY87" fmla="*/ 63532 h 485775"/>
                <a:gd name="connsiteX88" fmla="*/ 393382 w 428625"/>
                <a:gd name="connsiteY88" fmla="*/ 62960 h 485775"/>
                <a:gd name="connsiteX89" fmla="*/ 393668 w 428625"/>
                <a:gd name="connsiteY89" fmla="*/ 62198 h 485775"/>
                <a:gd name="connsiteX90" fmla="*/ 394716 w 428625"/>
                <a:gd name="connsiteY90" fmla="*/ 60960 h 485775"/>
                <a:gd name="connsiteX91" fmla="*/ 394906 w 428625"/>
                <a:gd name="connsiteY91" fmla="*/ 60579 h 485775"/>
                <a:gd name="connsiteX92" fmla="*/ 394906 w 428625"/>
                <a:gd name="connsiteY92" fmla="*/ 59817 h 485775"/>
                <a:gd name="connsiteX93" fmla="*/ 394716 w 428625"/>
                <a:gd name="connsiteY93" fmla="*/ 58769 h 485775"/>
                <a:gd name="connsiteX94" fmla="*/ 394049 w 428625"/>
                <a:gd name="connsiteY94" fmla="*/ 56864 h 485775"/>
                <a:gd name="connsiteX95" fmla="*/ 393573 w 428625"/>
                <a:gd name="connsiteY95" fmla="*/ 55912 h 485775"/>
                <a:gd name="connsiteX96" fmla="*/ 393097 w 428625"/>
                <a:gd name="connsiteY96" fmla="*/ 55340 h 485775"/>
                <a:gd name="connsiteX97" fmla="*/ 392144 w 428625"/>
                <a:gd name="connsiteY97" fmla="*/ 54388 h 485775"/>
                <a:gd name="connsiteX98" fmla="*/ 391001 w 428625"/>
                <a:gd name="connsiteY98" fmla="*/ 52959 h 485775"/>
                <a:gd name="connsiteX99" fmla="*/ 390811 w 428625"/>
                <a:gd name="connsiteY99" fmla="*/ 52578 h 485775"/>
                <a:gd name="connsiteX100" fmla="*/ 390525 w 428625"/>
                <a:gd name="connsiteY100" fmla="*/ 51911 h 485775"/>
                <a:gd name="connsiteX101" fmla="*/ 390430 w 428625"/>
                <a:gd name="connsiteY101" fmla="*/ 51435 h 485775"/>
                <a:gd name="connsiteX102" fmla="*/ 390430 w 428625"/>
                <a:gd name="connsiteY102" fmla="*/ 50673 h 485775"/>
                <a:gd name="connsiteX103" fmla="*/ 390525 w 428625"/>
                <a:gd name="connsiteY103" fmla="*/ 48577 h 485775"/>
                <a:gd name="connsiteX104" fmla="*/ 391001 w 428625"/>
                <a:gd name="connsiteY104" fmla="*/ 46672 h 485775"/>
                <a:gd name="connsiteX105" fmla="*/ 391096 w 428625"/>
                <a:gd name="connsiteY105" fmla="*/ 45434 h 485775"/>
                <a:gd name="connsiteX106" fmla="*/ 390906 w 428625"/>
                <a:gd name="connsiteY106" fmla="*/ 44387 h 485775"/>
                <a:gd name="connsiteX107" fmla="*/ 390525 w 428625"/>
                <a:gd name="connsiteY107" fmla="*/ 43148 h 485775"/>
                <a:gd name="connsiteX108" fmla="*/ 389001 w 428625"/>
                <a:gd name="connsiteY108" fmla="*/ 39433 h 485775"/>
                <a:gd name="connsiteX109" fmla="*/ 388525 w 428625"/>
                <a:gd name="connsiteY109" fmla="*/ 38671 h 485775"/>
                <a:gd name="connsiteX110" fmla="*/ 388239 w 428625"/>
                <a:gd name="connsiteY110" fmla="*/ 38386 h 485775"/>
                <a:gd name="connsiteX111" fmla="*/ 387858 w 428625"/>
                <a:gd name="connsiteY111" fmla="*/ 38100 h 485775"/>
                <a:gd name="connsiteX112" fmla="*/ 387382 w 428625"/>
                <a:gd name="connsiteY112" fmla="*/ 37909 h 485775"/>
                <a:gd name="connsiteX113" fmla="*/ 386905 w 428625"/>
                <a:gd name="connsiteY113" fmla="*/ 37719 h 485775"/>
                <a:gd name="connsiteX114" fmla="*/ 386334 w 428625"/>
                <a:gd name="connsiteY114" fmla="*/ 37624 h 485775"/>
                <a:gd name="connsiteX115" fmla="*/ 385763 w 428625"/>
                <a:gd name="connsiteY115" fmla="*/ 37624 h 485775"/>
                <a:gd name="connsiteX116" fmla="*/ 382714 w 428625"/>
                <a:gd name="connsiteY116" fmla="*/ 38100 h 485775"/>
                <a:gd name="connsiteX117" fmla="*/ 380428 w 428625"/>
                <a:gd name="connsiteY117" fmla="*/ 38195 h 485775"/>
                <a:gd name="connsiteX118" fmla="*/ 379857 w 428625"/>
                <a:gd name="connsiteY118" fmla="*/ 38100 h 485775"/>
                <a:gd name="connsiteX119" fmla="*/ 379476 w 428625"/>
                <a:gd name="connsiteY119" fmla="*/ 37814 h 485775"/>
                <a:gd name="connsiteX120" fmla="*/ 379285 w 428625"/>
                <a:gd name="connsiteY120" fmla="*/ 37147 h 485775"/>
                <a:gd name="connsiteX121" fmla="*/ 379190 w 428625"/>
                <a:gd name="connsiteY121" fmla="*/ 36100 h 485775"/>
                <a:gd name="connsiteX122" fmla="*/ 379952 w 428625"/>
                <a:gd name="connsiteY122" fmla="*/ 31051 h 485775"/>
                <a:gd name="connsiteX123" fmla="*/ 380333 w 428625"/>
                <a:gd name="connsiteY123" fmla="*/ 30004 h 485775"/>
                <a:gd name="connsiteX124" fmla="*/ 383857 w 428625"/>
                <a:gd name="connsiteY124" fmla="*/ 21812 h 485775"/>
                <a:gd name="connsiteX125" fmla="*/ 384143 w 428625"/>
                <a:gd name="connsiteY125" fmla="*/ 20288 h 485775"/>
                <a:gd name="connsiteX126" fmla="*/ 383857 w 428625"/>
                <a:gd name="connsiteY126" fmla="*/ 20002 h 485775"/>
                <a:gd name="connsiteX127" fmla="*/ 378142 w 428625"/>
                <a:gd name="connsiteY127" fmla="*/ 23527 h 485775"/>
                <a:gd name="connsiteX128" fmla="*/ 376428 w 428625"/>
                <a:gd name="connsiteY128" fmla="*/ 25527 h 485775"/>
                <a:gd name="connsiteX129" fmla="*/ 372332 w 428625"/>
                <a:gd name="connsiteY129" fmla="*/ 29146 h 485775"/>
                <a:gd name="connsiteX130" fmla="*/ 369856 w 428625"/>
                <a:gd name="connsiteY130" fmla="*/ 30575 h 485775"/>
                <a:gd name="connsiteX131" fmla="*/ 351568 w 428625"/>
                <a:gd name="connsiteY131" fmla="*/ 51911 h 485775"/>
                <a:gd name="connsiteX132" fmla="*/ 349663 w 428625"/>
                <a:gd name="connsiteY132" fmla="*/ 55435 h 485775"/>
                <a:gd name="connsiteX133" fmla="*/ 348329 w 428625"/>
                <a:gd name="connsiteY133" fmla="*/ 57340 h 485775"/>
                <a:gd name="connsiteX134" fmla="*/ 346900 w 428625"/>
                <a:gd name="connsiteY134" fmla="*/ 58198 h 485775"/>
                <a:gd name="connsiteX135" fmla="*/ 346043 w 428625"/>
                <a:gd name="connsiteY135" fmla="*/ 58102 h 485775"/>
                <a:gd name="connsiteX136" fmla="*/ 345853 w 428625"/>
                <a:gd name="connsiteY136" fmla="*/ 57721 h 485775"/>
                <a:gd name="connsiteX137" fmla="*/ 345662 w 428625"/>
                <a:gd name="connsiteY137" fmla="*/ 57150 h 485775"/>
                <a:gd name="connsiteX138" fmla="*/ 343852 w 428625"/>
                <a:gd name="connsiteY138" fmla="*/ 55150 h 485775"/>
                <a:gd name="connsiteX139" fmla="*/ 343471 w 428625"/>
                <a:gd name="connsiteY139" fmla="*/ 55245 h 485775"/>
                <a:gd name="connsiteX140" fmla="*/ 342709 w 428625"/>
                <a:gd name="connsiteY140" fmla="*/ 56293 h 485775"/>
                <a:gd name="connsiteX141" fmla="*/ 342614 w 428625"/>
                <a:gd name="connsiteY141" fmla="*/ 57245 h 485775"/>
                <a:gd name="connsiteX142" fmla="*/ 342805 w 428625"/>
                <a:gd name="connsiteY142" fmla="*/ 58483 h 485775"/>
                <a:gd name="connsiteX143" fmla="*/ 342709 w 428625"/>
                <a:gd name="connsiteY143" fmla="*/ 59626 h 485775"/>
                <a:gd name="connsiteX144" fmla="*/ 341947 w 428625"/>
                <a:gd name="connsiteY144" fmla="*/ 60103 h 485775"/>
                <a:gd name="connsiteX145" fmla="*/ 340995 w 428625"/>
                <a:gd name="connsiteY145" fmla="*/ 60007 h 485775"/>
                <a:gd name="connsiteX146" fmla="*/ 340614 w 428625"/>
                <a:gd name="connsiteY146" fmla="*/ 59626 h 485775"/>
                <a:gd name="connsiteX147" fmla="*/ 340519 w 428625"/>
                <a:gd name="connsiteY147" fmla="*/ 58960 h 485775"/>
                <a:gd name="connsiteX148" fmla="*/ 340519 w 428625"/>
                <a:gd name="connsiteY148" fmla="*/ 55721 h 485775"/>
                <a:gd name="connsiteX149" fmla="*/ 340233 w 428625"/>
                <a:gd name="connsiteY149" fmla="*/ 54007 h 485775"/>
                <a:gd name="connsiteX150" fmla="*/ 339280 w 428625"/>
                <a:gd name="connsiteY150" fmla="*/ 53054 h 485775"/>
                <a:gd name="connsiteX151" fmla="*/ 337280 w 428625"/>
                <a:gd name="connsiteY151" fmla="*/ 53149 h 485775"/>
                <a:gd name="connsiteX152" fmla="*/ 335947 w 428625"/>
                <a:gd name="connsiteY152" fmla="*/ 54102 h 485775"/>
                <a:gd name="connsiteX153" fmla="*/ 334423 w 428625"/>
                <a:gd name="connsiteY153" fmla="*/ 55721 h 485775"/>
                <a:gd name="connsiteX154" fmla="*/ 332899 w 428625"/>
                <a:gd name="connsiteY154" fmla="*/ 56959 h 485775"/>
                <a:gd name="connsiteX155" fmla="*/ 331470 w 428625"/>
                <a:gd name="connsiteY155" fmla="*/ 56579 h 485775"/>
                <a:gd name="connsiteX156" fmla="*/ 330898 w 428625"/>
                <a:gd name="connsiteY156" fmla="*/ 55245 h 485775"/>
                <a:gd name="connsiteX157" fmla="*/ 329279 w 428625"/>
                <a:gd name="connsiteY157" fmla="*/ 45625 h 485775"/>
                <a:gd name="connsiteX158" fmla="*/ 329755 w 428625"/>
                <a:gd name="connsiteY158" fmla="*/ 42481 h 485775"/>
                <a:gd name="connsiteX159" fmla="*/ 331470 w 428625"/>
                <a:gd name="connsiteY159" fmla="*/ 40196 h 485775"/>
                <a:gd name="connsiteX160" fmla="*/ 335947 w 428625"/>
                <a:gd name="connsiteY160" fmla="*/ 37243 h 485775"/>
                <a:gd name="connsiteX161" fmla="*/ 337185 w 428625"/>
                <a:gd name="connsiteY161" fmla="*/ 35909 h 485775"/>
                <a:gd name="connsiteX162" fmla="*/ 338042 w 428625"/>
                <a:gd name="connsiteY162" fmla="*/ 34290 h 485775"/>
                <a:gd name="connsiteX163" fmla="*/ 338423 w 428625"/>
                <a:gd name="connsiteY163" fmla="*/ 32194 h 485775"/>
                <a:gd name="connsiteX164" fmla="*/ 338233 w 428625"/>
                <a:gd name="connsiteY164" fmla="*/ 30004 h 485775"/>
                <a:gd name="connsiteX165" fmla="*/ 337661 w 428625"/>
                <a:gd name="connsiteY165" fmla="*/ 29813 h 485775"/>
                <a:gd name="connsiteX166" fmla="*/ 335661 w 428625"/>
                <a:gd name="connsiteY166" fmla="*/ 32480 h 485775"/>
                <a:gd name="connsiteX167" fmla="*/ 332327 w 428625"/>
                <a:gd name="connsiteY167" fmla="*/ 35623 h 485775"/>
                <a:gd name="connsiteX168" fmla="*/ 331565 w 428625"/>
                <a:gd name="connsiteY168" fmla="*/ 37147 h 485775"/>
                <a:gd name="connsiteX169" fmla="*/ 330994 w 428625"/>
                <a:gd name="connsiteY169" fmla="*/ 36385 h 485775"/>
                <a:gd name="connsiteX170" fmla="*/ 330136 w 428625"/>
                <a:gd name="connsiteY170" fmla="*/ 34385 h 485775"/>
                <a:gd name="connsiteX171" fmla="*/ 329946 w 428625"/>
                <a:gd name="connsiteY171" fmla="*/ 33338 h 485775"/>
                <a:gd name="connsiteX172" fmla="*/ 329851 w 428625"/>
                <a:gd name="connsiteY172" fmla="*/ 31528 h 485775"/>
                <a:gd name="connsiteX173" fmla="*/ 329660 w 428625"/>
                <a:gd name="connsiteY173" fmla="*/ 30575 h 485775"/>
                <a:gd name="connsiteX174" fmla="*/ 327565 w 428625"/>
                <a:gd name="connsiteY174" fmla="*/ 28099 h 485775"/>
                <a:gd name="connsiteX175" fmla="*/ 324898 w 428625"/>
                <a:gd name="connsiteY175" fmla="*/ 29242 h 485775"/>
                <a:gd name="connsiteX176" fmla="*/ 322040 w 428625"/>
                <a:gd name="connsiteY176" fmla="*/ 31528 h 485775"/>
                <a:gd name="connsiteX177" fmla="*/ 321278 w 428625"/>
                <a:gd name="connsiteY177" fmla="*/ 32004 h 485775"/>
                <a:gd name="connsiteX178" fmla="*/ 320516 w 428625"/>
                <a:gd name="connsiteY178" fmla="*/ 32575 h 485775"/>
                <a:gd name="connsiteX179" fmla="*/ 319945 w 428625"/>
                <a:gd name="connsiteY179" fmla="*/ 32861 h 485775"/>
                <a:gd name="connsiteX180" fmla="*/ 319564 w 428625"/>
                <a:gd name="connsiteY180" fmla="*/ 33147 h 485775"/>
                <a:gd name="connsiteX181" fmla="*/ 319278 w 428625"/>
                <a:gd name="connsiteY181" fmla="*/ 33528 h 485775"/>
                <a:gd name="connsiteX182" fmla="*/ 318421 w 428625"/>
                <a:gd name="connsiteY182" fmla="*/ 35338 h 485775"/>
                <a:gd name="connsiteX183" fmla="*/ 317944 w 428625"/>
                <a:gd name="connsiteY183" fmla="*/ 36195 h 485775"/>
                <a:gd name="connsiteX184" fmla="*/ 317659 w 428625"/>
                <a:gd name="connsiteY184" fmla="*/ 36576 h 485775"/>
                <a:gd name="connsiteX185" fmla="*/ 317278 w 428625"/>
                <a:gd name="connsiteY185" fmla="*/ 36957 h 485775"/>
                <a:gd name="connsiteX186" fmla="*/ 316801 w 428625"/>
                <a:gd name="connsiteY186" fmla="*/ 37338 h 485775"/>
                <a:gd name="connsiteX187" fmla="*/ 315944 w 428625"/>
                <a:gd name="connsiteY187" fmla="*/ 37909 h 485775"/>
                <a:gd name="connsiteX188" fmla="*/ 314992 w 428625"/>
                <a:gd name="connsiteY188" fmla="*/ 38100 h 485775"/>
                <a:gd name="connsiteX189" fmla="*/ 313658 w 428625"/>
                <a:gd name="connsiteY189" fmla="*/ 38290 h 485775"/>
                <a:gd name="connsiteX190" fmla="*/ 312896 w 428625"/>
                <a:gd name="connsiteY190" fmla="*/ 38481 h 485775"/>
                <a:gd name="connsiteX191" fmla="*/ 312325 w 428625"/>
                <a:gd name="connsiteY191" fmla="*/ 38767 h 485775"/>
                <a:gd name="connsiteX192" fmla="*/ 312039 w 428625"/>
                <a:gd name="connsiteY192" fmla="*/ 39148 h 485775"/>
                <a:gd name="connsiteX193" fmla="*/ 311848 w 428625"/>
                <a:gd name="connsiteY193" fmla="*/ 39529 h 485775"/>
                <a:gd name="connsiteX194" fmla="*/ 311658 w 428625"/>
                <a:gd name="connsiteY194" fmla="*/ 40100 h 485775"/>
                <a:gd name="connsiteX195" fmla="*/ 311563 w 428625"/>
                <a:gd name="connsiteY195" fmla="*/ 40672 h 485775"/>
                <a:gd name="connsiteX196" fmla="*/ 311372 w 428625"/>
                <a:gd name="connsiteY196" fmla="*/ 41338 h 485775"/>
                <a:gd name="connsiteX197" fmla="*/ 310896 w 428625"/>
                <a:gd name="connsiteY197" fmla="*/ 41910 h 485775"/>
                <a:gd name="connsiteX198" fmla="*/ 309848 w 428625"/>
                <a:gd name="connsiteY198" fmla="*/ 42767 h 485775"/>
                <a:gd name="connsiteX199" fmla="*/ 309181 w 428625"/>
                <a:gd name="connsiteY199" fmla="*/ 43053 h 485775"/>
                <a:gd name="connsiteX200" fmla="*/ 308515 w 428625"/>
                <a:gd name="connsiteY200" fmla="*/ 43148 h 485775"/>
                <a:gd name="connsiteX201" fmla="*/ 301180 w 428625"/>
                <a:gd name="connsiteY201" fmla="*/ 42863 h 485775"/>
                <a:gd name="connsiteX202" fmla="*/ 296418 w 428625"/>
                <a:gd name="connsiteY202" fmla="*/ 41624 h 485775"/>
                <a:gd name="connsiteX203" fmla="*/ 293465 w 428625"/>
                <a:gd name="connsiteY203" fmla="*/ 41529 h 485775"/>
                <a:gd name="connsiteX204" fmla="*/ 292798 w 428625"/>
                <a:gd name="connsiteY204" fmla="*/ 41624 h 485775"/>
                <a:gd name="connsiteX205" fmla="*/ 292227 w 428625"/>
                <a:gd name="connsiteY205" fmla="*/ 41910 h 485775"/>
                <a:gd name="connsiteX206" fmla="*/ 285750 w 428625"/>
                <a:gd name="connsiteY206" fmla="*/ 48196 h 485775"/>
                <a:gd name="connsiteX207" fmla="*/ 284416 w 428625"/>
                <a:gd name="connsiteY207" fmla="*/ 49054 h 485775"/>
                <a:gd name="connsiteX208" fmla="*/ 280321 w 428625"/>
                <a:gd name="connsiteY208" fmla="*/ 50863 h 485775"/>
                <a:gd name="connsiteX209" fmla="*/ 279654 w 428625"/>
                <a:gd name="connsiteY209" fmla="*/ 51435 h 485775"/>
                <a:gd name="connsiteX210" fmla="*/ 279273 w 428625"/>
                <a:gd name="connsiteY210" fmla="*/ 51435 h 485775"/>
                <a:gd name="connsiteX211" fmla="*/ 279082 w 428625"/>
                <a:gd name="connsiteY211" fmla="*/ 50863 h 485775"/>
                <a:gd name="connsiteX212" fmla="*/ 278987 w 428625"/>
                <a:gd name="connsiteY212" fmla="*/ 50292 h 485775"/>
                <a:gd name="connsiteX213" fmla="*/ 278987 w 428625"/>
                <a:gd name="connsiteY213" fmla="*/ 46958 h 485775"/>
                <a:gd name="connsiteX214" fmla="*/ 278892 w 428625"/>
                <a:gd name="connsiteY214" fmla="*/ 46196 h 485775"/>
                <a:gd name="connsiteX215" fmla="*/ 278606 w 428625"/>
                <a:gd name="connsiteY215" fmla="*/ 45625 h 485775"/>
                <a:gd name="connsiteX216" fmla="*/ 277463 w 428625"/>
                <a:gd name="connsiteY216" fmla="*/ 44767 h 485775"/>
                <a:gd name="connsiteX217" fmla="*/ 276511 w 428625"/>
                <a:gd name="connsiteY217" fmla="*/ 44291 h 485775"/>
                <a:gd name="connsiteX218" fmla="*/ 276034 w 428625"/>
                <a:gd name="connsiteY218" fmla="*/ 43910 h 485775"/>
                <a:gd name="connsiteX219" fmla="*/ 275368 w 428625"/>
                <a:gd name="connsiteY219" fmla="*/ 43339 h 485775"/>
                <a:gd name="connsiteX220" fmla="*/ 275082 w 428625"/>
                <a:gd name="connsiteY220" fmla="*/ 42863 h 485775"/>
                <a:gd name="connsiteX221" fmla="*/ 274796 w 428625"/>
                <a:gd name="connsiteY221" fmla="*/ 42291 h 485775"/>
                <a:gd name="connsiteX222" fmla="*/ 274130 w 428625"/>
                <a:gd name="connsiteY222" fmla="*/ 39338 h 485775"/>
                <a:gd name="connsiteX223" fmla="*/ 273844 w 428625"/>
                <a:gd name="connsiteY223" fmla="*/ 38957 h 485775"/>
                <a:gd name="connsiteX224" fmla="*/ 273463 w 428625"/>
                <a:gd name="connsiteY224" fmla="*/ 38957 h 485775"/>
                <a:gd name="connsiteX225" fmla="*/ 273177 w 428625"/>
                <a:gd name="connsiteY225" fmla="*/ 39243 h 485775"/>
                <a:gd name="connsiteX226" fmla="*/ 271653 w 428625"/>
                <a:gd name="connsiteY226" fmla="*/ 41053 h 485775"/>
                <a:gd name="connsiteX227" fmla="*/ 271272 w 428625"/>
                <a:gd name="connsiteY227" fmla="*/ 41338 h 485775"/>
                <a:gd name="connsiteX228" fmla="*/ 270891 w 428625"/>
                <a:gd name="connsiteY228" fmla="*/ 41529 h 485775"/>
                <a:gd name="connsiteX229" fmla="*/ 270510 w 428625"/>
                <a:gd name="connsiteY229" fmla="*/ 41529 h 485775"/>
                <a:gd name="connsiteX230" fmla="*/ 270319 w 428625"/>
                <a:gd name="connsiteY230" fmla="*/ 41148 h 485775"/>
                <a:gd name="connsiteX231" fmla="*/ 269081 w 428625"/>
                <a:gd name="connsiteY231" fmla="*/ 38767 h 485775"/>
                <a:gd name="connsiteX232" fmla="*/ 267938 w 428625"/>
                <a:gd name="connsiteY232" fmla="*/ 37147 h 485775"/>
                <a:gd name="connsiteX233" fmla="*/ 267367 w 428625"/>
                <a:gd name="connsiteY233" fmla="*/ 36385 h 485775"/>
                <a:gd name="connsiteX234" fmla="*/ 266795 w 428625"/>
                <a:gd name="connsiteY234" fmla="*/ 35814 h 485775"/>
                <a:gd name="connsiteX235" fmla="*/ 263271 w 428625"/>
                <a:gd name="connsiteY235" fmla="*/ 33433 h 485775"/>
                <a:gd name="connsiteX236" fmla="*/ 250603 w 428625"/>
                <a:gd name="connsiteY236" fmla="*/ 22193 h 485775"/>
                <a:gd name="connsiteX237" fmla="*/ 245269 w 428625"/>
                <a:gd name="connsiteY237" fmla="*/ 20764 h 485775"/>
                <a:gd name="connsiteX238" fmla="*/ 238220 w 428625"/>
                <a:gd name="connsiteY238" fmla="*/ 16383 h 485775"/>
                <a:gd name="connsiteX239" fmla="*/ 237077 w 428625"/>
                <a:gd name="connsiteY239" fmla="*/ 15907 h 485775"/>
                <a:gd name="connsiteX240" fmla="*/ 236506 w 428625"/>
                <a:gd name="connsiteY240" fmla="*/ 15907 h 485775"/>
                <a:gd name="connsiteX241" fmla="*/ 236029 w 428625"/>
                <a:gd name="connsiteY241" fmla="*/ 16002 h 485775"/>
                <a:gd name="connsiteX242" fmla="*/ 235648 w 428625"/>
                <a:gd name="connsiteY242" fmla="*/ 16192 h 485775"/>
                <a:gd name="connsiteX243" fmla="*/ 234791 w 428625"/>
                <a:gd name="connsiteY243" fmla="*/ 16669 h 485775"/>
                <a:gd name="connsiteX244" fmla="*/ 233743 w 428625"/>
                <a:gd name="connsiteY244" fmla="*/ 17526 h 485775"/>
                <a:gd name="connsiteX245" fmla="*/ 233363 w 428625"/>
                <a:gd name="connsiteY245" fmla="*/ 17716 h 485775"/>
                <a:gd name="connsiteX246" fmla="*/ 232410 w 428625"/>
                <a:gd name="connsiteY246" fmla="*/ 18097 h 485775"/>
                <a:gd name="connsiteX247" fmla="*/ 231362 w 428625"/>
                <a:gd name="connsiteY247" fmla="*/ 18288 h 485775"/>
                <a:gd name="connsiteX248" fmla="*/ 223551 w 428625"/>
                <a:gd name="connsiteY248" fmla="*/ 17812 h 485775"/>
                <a:gd name="connsiteX249" fmla="*/ 216313 w 428625"/>
                <a:gd name="connsiteY249" fmla="*/ 14859 h 485775"/>
                <a:gd name="connsiteX250" fmla="*/ 215360 w 428625"/>
                <a:gd name="connsiteY250" fmla="*/ 14573 h 485775"/>
                <a:gd name="connsiteX251" fmla="*/ 214789 w 428625"/>
                <a:gd name="connsiteY251" fmla="*/ 14573 h 485775"/>
                <a:gd name="connsiteX252" fmla="*/ 213646 w 428625"/>
                <a:gd name="connsiteY252" fmla="*/ 14573 h 485775"/>
                <a:gd name="connsiteX253" fmla="*/ 209931 w 428625"/>
                <a:gd name="connsiteY253" fmla="*/ 15812 h 485775"/>
                <a:gd name="connsiteX254" fmla="*/ 209550 w 428625"/>
                <a:gd name="connsiteY254" fmla="*/ 15907 h 485775"/>
                <a:gd name="connsiteX255" fmla="*/ 208407 w 428625"/>
                <a:gd name="connsiteY255" fmla="*/ 15907 h 485775"/>
                <a:gd name="connsiteX256" fmla="*/ 208026 w 428625"/>
                <a:gd name="connsiteY256" fmla="*/ 15716 h 485775"/>
                <a:gd name="connsiteX257" fmla="*/ 207645 w 428625"/>
                <a:gd name="connsiteY257" fmla="*/ 15430 h 485775"/>
                <a:gd name="connsiteX258" fmla="*/ 206883 w 428625"/>
                <a:gd name="connsiteY258" fmla="*/ 13716 h 485775"/>
                <a:gd name="connsiteX259" fmla="*/ 206407 w 428625"/>
                <a:gd name="connsiteY259" fmla="*/ 13240 h 485775"/>
                <a:gd name="connsiteX260" fmla="*/ 205835 w 428625"/>
                <a:gd name="connsiteY260" fmla="*/ 12668 h 485775"/>
                <a:gd name="connsiteX261" fmla="*/ 204121 w 428625"/>
                <a:gd name="connsiteY261" fmla="*/ 11525 h 485775"/>
                <a:gd name="connsiteX262" fmla="*/ 203263 w 428625"/>
                <a:gd name="connsiteY262" fmla="*/ 10858 h 485775"/>
                <a:gd name="connsiteX263" fmla="*/ 202882 w 428625"/>
                <a:gd name="connsiteY263" fmla="*/ 10477 h 485775"/>
                <a:gd name="connsiteX264" fmla="*/ 201454 w 428625"/>
                <a:gd name="connsiteY264" fmla="*/ 9334 h 485775"/>
                <a:gd name="connsiteX265" fmla="*/ 196501 w 428625"/>
                <a:gd name="connsiteY265" fmla="*/ 6096 h 485775"/>
                <a:gd name="connsiteX266" fmla="*/ 180975 w 428625"/>
                <a:gd name="connsiteY266" fmla="*/ 3524 h 485775"/>
                <a:gd name="connsiteX267" fmla="*/ 172307 w 428625"/>
                <a:gd name="connsiteY267" fmla="*/ 3143 h 485775"/>
                <a:gd name="connsiteX268" fmla="*/ 160687 w 428625"/>
                <a:gd name="connsiteY268" fmla="*/ 286 h 485775"/>
                <a:gd name="connsiteX269" fmla="*/ 158020 w 428625"/>
                <a:gd name="connsiteY269" fmla="*/ 0 h 485775"/>
                <a:gd name="connsiteX270" fmla="*/ 156115 w 428625"/>
                <a:gd name="connsiteY270" fmla="*/ 190 h 485775"/>
                <a:gd name="connsiteX271" fmla="*/ 155543 w 428625"/>
                <a:gd name="connsiteY271" fmla="*/ 857 h 485775"/>
                <a:gd name="connsiteX272" fmla="*/ 155067 w 428625"/>
                <a:gd name="connsiteY272" fmla="*/ 1905 h 485775"/>
                <a:gd name="connsiteX273" fmla="*/ 154781 w 428625"/>
                <a:gd name="connsiteY273" fmla="*/ 3048 h 485775"/>
                <a:gd name="connsiteX274" fmla="*/ 154781 w 428625"/>
                <a:gd name="connsiteY274" fmla="*/ 4096 h 485775"/>
                <a:gd name="connsiteX275" fmla="*/ 154876 w 428625"/>
                <a:gd name="connsiteY275" fmla="*/ 5334 h 485775"/>
                <a:gd name="connsiteX276" fmla="*/ 154686 w 428625"/>
                <a:gd name="connsiteY276" fmla="*/ 5810 h 485775"/>
                <a:gd name="connsiteX277" fmla="*/ 154019 w 428625"/>
                <a:gd name="connsiteY277" fmla="*/ 6287 h 485775"/>
                <a:gd name="connsiteX278" fmla="*/ 152686 w 428625"/>
                <a:gd name="connsiteY278" fmla="*/ 6763 h 485775"/>
                <a:gd name="connsiteX279" fmla="*/ 151638 w 428625"/>
                <a:gd name="connsiteY279" fmla="*/ 6572 h 485775"/>
                <a:gd name="connsiteX280" fmla="*/ 149638 w 428625"/>
                <a:gd name="connsiteY280" fmla="*/ 5429 h 485775"/>
                <a:gd name="connsiteX281" fmla="*/ 147733 w 428625"/>
                <a:gd name="connsiteY281" fmla="*/ 4763 h 485775"/>
                <a:gd name="connsiteX282" fmla="*/ 141541 w 428625"/>
                <a:gd name="connsiteY282" fmla="*/ 3905 h 485775"/>
                <a:gd name="connsiteX283" fmla="*/ 140303 w 428625"/>
                <a:gd name="connsiteY283" fmla="*/ 3905 h 485775"/>
                <a:gd name="connsiteX284" fmla="*/ 136874 w 428625"/>
                <a:gd name="connsiteY284" fmla="*/ 4763 h 485775"/>
                <a:gd name="connsiteX285" fmla="*/ 136684 w 428625"/>
                <a:gd name="connsiteY285" fmla="*/ 4858 h 485775"/>
                <a:gd name="connsiteX286" fmla="*/ 136017 w 428625"/>
                <a:gd name="connsiteY286" fmla="*/ 5334 h 485775"/>
                <a:gd name="connsiteX287" fmla="*/ 135255 w 428625"/>
                <a:gd name="connsiteY287" fmla="*/ 5905 h 485775"/>
                <a:gd name="connsiteX288" fmla="*/ 133826 w 428625"/>
                <a:gd name="connsiteY288" fmla="*/ 7715 h 485775"/>
                <a:gd name="connsiteX289" fmla="*/ 136684 w 428625"/>
                <a:gd name="connsiteY289" fmla="*/ 9144 h 485775"/>
                <a:gd name="connsiteX290" fmla="*/ 136969 w 428625"/>
                <a:gd name="connsiteY290" fmla="*/ 9620 h 485775"/>
                <a:gd name="connsiteX291" fmla="*/ 137350 w 428625"/>
                <a:gd name="connsiteY291" fmla="*/ 10382 h 485775"/>
                <a:gd name="connsiteX292" fmla="*/ 136969 w 428625"/>
                <a:gd name="connsiteY292" fmla="*/ 11049 h 485775"/>
                <a:gd name="connsiteX293" fmla="*/ 136684 w 428625"/>
                <a:gd name="connsiteY293" fmla="*/ 11430 h 485775"/>
                <a:gd name="connsiteX294" fmla="*/ 135541 w 428625"/>
                <a:gd name="connsiteY294" fmla="*/ 12097 h 485775"/>
                <a:gd name="connsiteX295" fmla="*/ 134969 w 428625"/>
                <a:gd name="connsiteY295" fmla="*/ 12859 h 485775"/>
                <a:gd name="connsiteX296" fmla="*/ 134588 w 428625"/>
                <a:gd name="connsiteY296" fmla="*/ 14097 h 485775"/>
                <a:gd name="connsiteX297" fmla="*/ 134398 w 428625"/>
                <a:gd name="connsiteY297" fmla="*/ 16288 h 485775"/>
                <a:gd name="connsiteX298" fmla="*/ 134683 w 428625"/>
                <a:gd name="connsiteY298" fmla="*/ 17621 h 485775"/>
                <a:gd name="connsiteX299" fmla="*/ 135731 w 428625"/>
                <a:gd name="connsiteY299" fmla="*/ 19526 h 485775"/>
                <a:gd name="connsiteX300" fmla="*/ 136398 w 428625"/>
                <a:gd name="connsiteY300" fmla="*/ 20860 h 485775"/>
                <a:gd name="connsiteX301" fmla="*/ 136874 w 428625"/>
                <a:gd name="connsiteY301" fmla="*/ 21622 h 485775"/>
                <a:gd name="connsiteX302" fmla="*/ 137636 w 428625"/>
                <a:gd name="connsiteY302" fmla="*/ 22288 h 485775"/>
                <a:gd name="connsiteX303" fmla="*/ 140398 w 428625"/>
                <a:gd name="connsiteY303" fmla="*/ 23908 h 485775"/>
                <a:gd name="connsiteX304" fmla="*/ 141732 w 428625"/>
                <a:gd name="connsiteY304" fmla="*/ 25051 h 485775"/>
                <a:gd name="connsiteX305" fmla="*/ 143256 w 428625"/>
                <a:gd name="connsiteY305" fmla="*/ 26860 h 485775"/>
                <a:gd name="connsiteX306" fmla="*/ 143732 w 428625"/>
                <a:gd name="connsiteY306" fmla="*/ 28004 h 485775"/>
                <a:gd name="connsiteX307" fmla="*/ 144113 w 428625"/>
                <a:gd name="connsiteY307" fmla="*/ 30004 h 485775"/>
                <a:gd name="connsiteX308" fmla="*/ 142303 w 428625"/>
                <a:gd name="connsiteY308" fmla="*/ 31909 h 485775"/>
                <a:gd name="connsiteX309" fmla="*/ 142208 w 428625"/>
                <a:gd name="connsiteY309" fmla="*/ 32004 h 485775"/>
                <a:gd name="connsiteX310" fmla="*/ 138874 w 428625"/>
                <a:gd name="connsiteY310" fmla="*/ 34195 h 485775"/>
                <a:gd name="connsiteX311" fmla="*/ 136969 w 428625"/>
                <a:gd name="connsiteY311" fmla="*/ 35147 h 485775"/>
                <a:gd name="connsiteX312" fmla="*/ 136303 w 428625"/>
                <a:gd name="connsiteY312" fmla="*/ 35338 h 485775"/>
                <a:gd name="connsiteX313" fmla="*/ 135350 w 428625"/>
                <a:gd name="connsiteY313" fmla="*/ 35338 h 485775"/>
                <a:gd name="connsiteX314" fmla="*/ 134302 w 428625"/>
                <a:gd name="connsiteY314" fmla="*/ 35052 h 485775"/>
                <a:gd name="connsiteX315" fmla="*/ 132588 w 428625"/>
                <a:gd name="connsiteY315" fmla="*/ 34099 h 485775"/>
                <a:gd name="connsiteX316" fmla="*/ 131826 w 428625"/>
                <a:gd name="connsiteY316" fmla="*/ 34004 h 485775"/>
                <a:gd name="connsiteX317" fmla="*/ 131064 w 428625"/>
                <a:gd name="connsiteY317" fmla="*/ 34480 h 485775"/>
                <a:gd name="connsiteX318" fmla="*/ 130683 w 428625"/>
                <a:gd name="connsiteY318" fmla="*/ 35242 h 485775"/>
                <a:gd name="connsiteX319" fmla="*/ 130492 w 428625"/>
                <a:gd name="connsiteY319" fmla="*/ 36100 h 485775"/>
                <a:gd name="connsiteX320" fmla="*/ 130588 w 428625"/>
                <a:gd name="connsiteY320" fmla="*/ 37052 h 485775"/>
                <a:gd name="connsiteX321" fmla="*/ 130397 w 428625"/>
                <a:gd name="connsiteY321" fmla="*/ 38100 h 485775"/>
                <a:gd name="connsiteX322" fmla="*/ 129826 w 428625"/>
                <a:gd name="connsiteY322" fmla="*/ 38862 h 485775"/>
                <a:gd name="connsiteX323" fmla="*/ 128016 w 428625"/>
                <a:gd name="connsiteY323" fmla="*/ 40196 h 485775"/>
                <a:gd name="connsiteX324" fmla="*/ 126968 w 428625"/>
                <a:gd name="connsiteY324" fmla="*/ 40767 h 485775"/>
                <a:gd name="connsiteX325" fmla="*/ 125730 w 428625"/>
                <a:gd name="connsiteY325" fmla="*/ 41053 h 485775"/>
                <a:gd name="connsiteX326" fmla="*/ 124015 w 428625"/>
                <a:gd name="connsiteY326" fmla="*/ 40386 h 485775"/>
                <a:gd name="connsiteX327" fmla="*/ 122872 w 428625"/>
                <a:gd name="connsiteY327" fmla="*/ 39719 h 485775"/>
                <a:gd name="connsiteX328" fmla="*/ 120777 w 428625"/>
                <a:gd name="connsiteY328" fmla="*/ 38862 h 485775"/>
                <a:gd name="connsiteX329" fmla="*/ 119634 w 428625"/>
                <a:gd name="connsiteY329" fmla="*/ 38290 h 485775"/>
                <a:gd name="connsiteX330" fmla="*/ 118491 w 428625"/>
                <a:gd name="connsiteY330" fmla="*/ 37338 h 485775"/>
                <a:gd name="connsiteX331" fmla="*/ 114871 w 428625"/>
                <a:gd name="connsiteY331" fmla="*/ 33052 h 485775"/>
                <a:gd name="connsiteX332" fmla="*/ 113538 w 428625"/>
                <a:gd name="connsiteY332" fmla="*/ 31909 h 485775"/>
                <a:gd name="connsiteX333" fmla="*/ 112585 w 428625"/>
                <a:gd name="connsiteY333" fmla="*/ 31528 h 485775"/>
                <a:gd name="connsiteX334" fmla="*/ 110014 w 428625"/>
                <a:gd name="connsiteY334" fmla="*/ 31051 h 485775"/>
                <a:gd name="connsiteX335" fmla="*/ 109156 w 428625"/>
                <a:gd name="connsiteY335" fmla="*/ 30766 h 485775"/>
                <a:gd name="connsiteX336" fmla="*/ 108490 w 428625"/>
                <a:gd name="connsiteY336" fmla="*/ 30385 h 485775"/>
                <a:gd name="connsiteX337" fmla="*/ 107823 w 428625"/>
                <a:gd name="connsiteY337" fmla="*/ 29718 h 485775"/>
                <a:gd name="connsiteX338" fmla="*/ 107251 w 428625"/>
                <a:gd name="connsiteY338" fmla="*/ 29242 h 485775"/>
                <a:gd name="connsiteX339" fmla="*/ 106394 w 428625"/>
                <a:gd name="connsiteY339" fmla="*/ 28861 h 485775"/>
                <a:gd name="connsiteX340" fmla="*/ 105156 w 428625"/>
                <a:gd name="connsiteY340" fmla="*/ 28670 h 485775"/>
                <a:gd name="connsiteX341" fmla="*/ 79534 w 428625"/>
                <a:gd name="connsiteY341" fmla="*/ 33338 h 485775"/>
                <a:gd name="connsiteX342" fmla="*/ 78200 w 428625"/>
                <a:gd name="connsiteY342" fmla="*/ 34195 h 485775"/>
                <a:gd name="connsiteX343" fmla="*/ 76676 w 428625"/>
                <a:gd name="connsiteY343" fmla="*/ 35433 h 485775"/>
                <a:gd name="connsiteX344" fmla="*/ 72866 w 428625"/>
                <a:gd name="connsiteY344" fmla="*/ 40576 h 485775"/>
                <a:gd name="connsiteX345" fmla="*/ 72390 w 428625"/>
                <a:gd name="connsiteY345" fmla="*/ 44387 h 485775"/>
                <a:gd name="connsiteX346" fmla="*/ 72104 w 428625"/>
                <a:gd name="connsiteY346" fmla="*/ 45244 h 485775"/>
                <a:gd name="connsiteX347" fmla="*/ 71723 w 428625"/>
                <a:gd name="connsiteY347" fmla="*/ 45625 h 485775"/>
                <a:gd name="connsiteX348" fmla="*/ 70390 w 428625"/>
                <a:gd name="connsiteY348" fmla="*/ 46101 h 485775"/>
                <a:gd name="connsiteX349" fmla="*/ 69342 w 428625"/>
                <a:gd name="connsiteY349" fmla="*/ 46101 h 485775"/>
                <a:gd name="connsiteX350" fmla="*/ 68389 w 428625"/>
                <a:gd name="connsiteY350" fmla="*/ 45910 h 485775"/>
                <a:gd name="connsiteX351" fmla="*/ 67627 w 428625"/>
                <a:gd name="connsiteY351" fmla="*/ 45339 h 485775"/>
                <a:gd name="connsiteX352" fmla="*/ 66484 w 428625"/>
                <a:gd name="connsiteY352" fmla="*/ 44196 h 485775"/>
                <a:gd name="connsiteX353" fmla="*/ 65722 w 428625"/>
                <a:gd name="connsiteY353" fmla="*/ 43910 h 485775"/>
                <a:gd name="connsiteX354" fmla="*/ 64770 w 428625"/>
                <a:gd name="connsiteY354" fmla="*/ 43910 h 485775"/>
                <a:gd name="connsiteX355" fmla="*/ 63817 w 428625"/>
                <a:gd name="connsiteY355" fmla="*/ 44196 h 485775"/>
                <a:gd name="connsiteX356" fmla="*/ 60388 w 428625"/>
                <a:gd name="connsiteY356" fmla="*/ 45720 h 485775"/>
                <a:gd name="connsiteX357" fmla="*/ 60007 w 428625"/>
                <a:gd name="connsiteY357" fmla="*/ 45720 h 485775"/>
                <a:gd name="connsiteX358" fmla="*/ 59531 w 428625"/>
                <a:gd name="connsiteY358" fmla="*/ 45910 h 485775"/>
                <a:gd name="connsiteX359" fmla="*/ 59055 w 428625"/>
                <a:gd name="connsiteY359" fmla="*/ 46291 h 485775"/>
                <a:gd name="connsiteX360" fmla="*/ 58674 w 428625"/>
                <a:gd name="connsiteY360" fmla="*/ 47339 h 485775"/>
                <a:gd name="connsiteX361" fmla="*/ 58102 w 428625"/>
                <a:gd name="connsiteY361" fmla="*/ 48387 h 485775"/>
                <a:gd name="connsiteX362" fmla="*/ 57531 w 428625"/>
                <a:gd name="connsiteY362" fmla="*/ 48673 h 485775"/>
                <a:gd name="connsiteX363" fmla="*/ 57055 w 428625"/>
                <a:gd name="connsiteY363" fmla="*/ 48673 h 485775"/>
                <a:gd name="connsiteX364" fmla="*/ 56864 w 428625"/>
                <a:gd name="connsiteY364" fmla="*/ 48673 h 485775"/>
                <a:gd name="connsiteX365" fmla="*/ 56578 w 428625"/>
                <a:gd name="connsiteY365" fmla="*/ 48482 h 485775"/>
                <a:gd name="connsiteX366" fmla="*/ 56388 w 428625"/>
                <a:gd name="connsiteY366" fmla="*/ 48482 h 485775"/>
                <a:gd name="connsiteX367" fmla="*/ 55626 w 428625"/>
                <a:gd name="connsiteY367" fmla="*/ 48673 h 485775"/>
                <a:gd name="connsiteX368" fmla="*/ 55150 w 428625"/>
                <a:gd name="connsiteY368" fmla="*/ 48673 h 485775"/>
                <a:gd name="connsiteX369" fmla="*/ 54673 w 428625"/>
                <a:gd name="connsiteY369" fmla="*/ 48577 h 485775"/>
                <a:gd name="connsiteX370" fmla="*/ 54197 w 428625"/>
                <a:gd name="connsiteY370" fmla="*/ 48768 h 485775"/>
                <a:gd name="connsiteX371" fmla="*/ 53816 w 428625"/>
                <a:gd name="connsiteY371" fmla="*/ 49244 h 485775"/>
                <a:gd name="connsiteX372" fmla="*/ 53626 w 428625"/>
                <a:gd name="connsiteY372" fmla="*/ 50292 h 485775"/>
                <a:gd name="connsiteX373" fmla="*/ 53435 w 428625"/>
                <a:gd name="connsiteY373" fmla="*/ 51625 h 485775"/>
                <a:gd name="connsiteX374" fmla="*/ 53245 w 428625"/>
                <a:gd name="connsiteY374" fmla="*/ 51911 h 485775"/>
                <a:gd name="connsiteX375" fmla="*/ 53054 w 428625"/>
                <a:gd name="connsiteY375" fmla="*/ 51816 h 485775"/>
                <a:gd name="connsiteX376" fmla="*/ 52578 w 428625"/>
                <a:gd name="connsiteY376" fmla="*/ 51149 h 485775"/>
                <a:gd name="connsiteX377" fmla="*/ 52197 w 428625"/>
                <a:gd name="connsiteY377" fmla="*/ 50959 h 485775"/>
                <a:gd name="connsiteX378" fmla="*/ 51816 w 428625"/>
                <a:gd name="connsiteY378" fmla="*/ 51149 h 485775"/>
                <a:gd name="connsiteX379" fmla="*/ 51435 w 428625"/>
                <a:gd name="connsiteY379" fmla="*/ 51721 h 485775"/>
                <a:gd name="connsiteX380" fmla="*/ 51244 w 428625"/>
                <a:gd name="connsiteY380" fmla="*/ 53054 h 485775"/>
                <a:gd name="connsiteX381" fmla="*/ 51149 w 428625"/>
                <a:gd name="connsiteY381" fmla="*/ 53816 h 485775"/>
                <a:gd name="connsiteX382" fmla="*/ 50959 w 428625"/>
                <a:gd name="connsiteY382" fmla="*/ 54388 h 485775"/>
                <a:gd name="connsiteX383" fmla="*/ 50673 w 428625"/>
                <a:gd name="connsiteY383" fmla="*/ 54483 h 485775"/>
                <a:gd name="connsiteX384" fmla="*/ 50292 w 428625"/>
                <a:gd name="connsiteY384" fmla="*/ 54578 h 485775"/>
                <a:gd name="connsiteX385" fmla="*/ 49816 w 428625"/>
                <a:gd name="connsiteY385" fmla="*/ 54769 h 485775"/>
                <a:gd name="connsiteX386" fmla="*/ 49816 w 428625"/>
                <a:gd name="connsiteY386" fmla="*/ 54769 h 485775"/>
                <a:gd name="connsiteX387" fmla="*/ 49720 w 428625"/>
                <a:gd name="connsiteY387" fmla="*/ 54769 h 485775"/>
                <a:gd name="connsiteX388" fmla="*/ 49625 w 428625"/>
                <a:gd name="connsiteY388" fmla="*/ 55531 h 485775"/>
                <a:gd name="connsiteX389" fmla="*/ 49530 w 428625"/>
                <a:gd name="connsiteY389" fmla="*/ 56483 h 485775"/>
                <a:gd name="connsiteX390" fmla="*/ 49530 w 428625"/>
                <a:gd name="connsiteY390" fmla="*/ 57245 h 485775"/>
                <a:gd name="connsiteX391" fmla="*/ 49434 w 428625"/>
                <a:gd name="connsiteY391" fmla="*/ 58102 h 485775"/>
                <a:gd name="connsiteX392" fmla="*/ 48958 w 428625"/>
                <a:gd name="connsiteY392" fmla="*/ 59055 h 485775"/>
                <a:gd name="connsiteX393" fmla="*/ 48387 w 428625"/>
                <a:gd name="connsiteY393" fmla="*/ 59436 h 485775"/>
                <a:gd name="connsiteX394" fmla="*/ 47815 w 428625"/>
                <a:gd name="connsiteY394" fmla="*/ 59722 h 485775"/>
                <a:gd name="connsiteX395" fmla="*/ 47434 w 428625"/>
                <a:gd name="connsiteY395" fmla="*/ 60007 h 485775"/>
                <a:gd name="connsiteX396" fmla="*/ 47149 w 428625"/>
                <a:gd name="connsiteY396" fmla="*/ 60484 h 485775"/>
                <a:gd name="connsiteX397" fmla="*/ 46958 w 428625"/>
                <a:gd name="connsiteY397" fmla="*/ 61055 h 485775"/>
                <a:gd name="connsiteX398" fmla="*/ 46863 w 428625"/>
                <a:gd name="connsiteY398" fmla="*/ 62103 h 485775"/>
                <a:gd name="connsiteX399" fmla="*/ 46958 w 428625"/>
                <a:gd name="connsiteY399" fmla="*/ 62770 h 485775"/>
                <a:gd name="connsiteX400" fmla="*/ 47053 w 428625"/>
                <a:gd name="connsiteY400" fmla="*/ 63341 h 485775"/>
                <a:gd name="connsiteX401" fmla="*/ 47339 w 428625"/>
                <a:gd name="connsiteY401" fmla="*/ 64389 h 485775"/>
                <a:gd name="connsiteX402" fmla="*/ 47244 w 428625"/>
                <a:gd name="connsiteY402" fmla="*/ 64675 h 485775"/>
                <a:gd name="connsiteX403" fmla="*/ 46767 w 428625"/>
                <a:gd name="connsiteY403" fmla="*/ 65056 h 485775"/>
                <a:gd name="connsiteX404" fmla="*/ 44482 w 428625"/>
                <a:gd name="connsiteY404" fmla="*/ 66580 h 485775"/>
                <a:gd name="connsiteX405" fmla="*/ 43624 w 428625"/>
                <a:gd name="connsiteY405" fmla="*/ 67246 h 485775"/>
                <a:gd name="connsiteX406" fmla="*/ 43148 w 428625"/>
                <a:gd name="connsiteY406" fmla="*/ 68199 h 485775"/>
                <a:gd name="connsiteX407" fmla="*/ 43053 w 428625"/>
                <a:gd name="connsiteY407" fmla="*/ 69247 h 485775"/>
                <a:gd name="connsiteX408" fmla="*/ 43053 w 428625"/>
                <a:gd name="connsiteY408" fmla="*/ 70199 h 485775"/>
                <a:gd name="connsiteX409" fmla="*/ 43243 w 428625"/>
                <a:gd name="connsiteY409" fmla="*/ 71628 h 485775"/>
                <a:gd name="connsiteX410" fmla="*/ 43434 w 428625"/>
                <a:gd name="connsiteY410" fmla="*/ 72104 h 485775"/>
                <a:gd name="connsiteX411" fmla="*/ 43910 w 428625"/>
                <a:gd name="connsiteY411" fmla="*/ 72866 h 485775"/>
                <a:gd name="connsiteX412" fmla="*/ 44101 w 428625"/>
                <a:gd name="connsiteY412" fmla="*/ 73342 h 485775"/>
                <a:gd name="connsiteX413" fmla="*/ 43910 w 428625"/>
                <a:gd name="connsiteY413" fmla="*/ 74009 h 485775"/>
                <a:gd name="connsiteX414" fmla="*/ 43053 w 428625"/>
                <a:gd name="connsiteY414" fmla="*/ 74962 h 485775"/>
                <a:gd name="connsiteX415" fmla="*/ 41243 w 428625"/>
                <a:gd name="connsiteY415" fmla="*/ 76486 h 485775"/>
                <a:gd name="connsiteX416" fmla="*/ 40957 w 428625"/>
                <a:gd name="connsiteY416" fmla="*/ 76676 h 485775"/>
                <a:gd name="connsiteX417" fmla="*/ 38481 w 428625"/>
                <a:gd name="connsiteY417" fmla="*/ 78296 h 485775"/>
                <a:gd name="connsiteX418" fmla="*/ 37528 w 428625"/>
                <a:gd name="connsiteY418" fmla="*/ 79534 h 485775"/>
                <a:gd name="connsiteX419" fmla="*/ 37147 w 428625"/>
                <a:gd name="connsiteY419" fmla="*/ 80296 h 485775"/>
                <a:gd name="connsiteX420" fmla="*/ 37433 w 428625"/>
                <a:gd name="connsiteY420" fmla="*/ 81820 h 485775"/>
                <a:gd name="connsiteX421" fmla="*/ 37528 w 428625"/>
                <a:gd name="connsiteY421" fmla="*/ 82963 h 485775"/>
                <a:gd name="connsiteX422" fmla="*/ 37528 w 428625"/>
                <a:gd name="connsiteY422" fmla="*/ 83534 h 485775"/>
                <a:gd name="connsiteX423" fmla="*/ 37338 w 428625"/>
                <a:gd name="connsiteY423" fmla="*/ 85154 h 485775"/>
                <a:gd name="connsiteX424" fmla="*/ 36576 w 428625"/>
                <a:gd name="connsiteY424" fmla="*/ 88297 h 485775"/>
                <a:gd name="connsiteX425" fmla="*/ 35814 w 428625"/>
                <a:gd name="connsiteY425" fmla="*/ 89821 h 485775"/>
                <a:gd name="connsiteX426" fmla="*/ 33433 w 428625"/>
                <a:gd name="connsiteY426" fmla="*/ 90868 h 485775"/>
                <a:gd name="connsiteX427" fmla="*/ 38862 w 428625"/>
                <a:gd name="connsiteY427" fmla="*/ 95917 h 485775"/>
                <a:gd name="connsiteX428" fmla="*/ 39719 w 428625"/>
                <a:gd name="connsiteY428" fmla="*/ 97631 h 485775"/>
                <a:gd name="connsiteX429" fmla="*/ 39529 w 428625"/>
                <a:gd name="connsiteY429" fmla="*/ 98012 h 485775"/>
                <a:gd name="connsiteX430" fmla="*/ 38862 w 428625"/>
                <a:gd name="connsiteY430" fmla="*/ 98869 h 485775"/>
                <a:gd name="connsiteX431" fmla="*/ 38290 w 428625"/>
                <a:gd name="connsiteY431" fmla="*/ 99727 h 485775"/>
                <a:gd name="connsiteX432" fmla="*/ 36576 w 428625"/>
                <a:gd name="connsiteY432" fmla="*/ 106585 h 485775"/>
                <a:gd name="connsiteX433" fmla="*/ 36100 w 428625"/>
                <a:gd name="connsiteY433" fmla="*/ 111062 h 485775"/>
                <a:gd name="connsiteX434" fmla="*/ 36671 w 428625"/>
                <a:gd name="connsiteY434" fmla="*/ 119824 h 485775"/>
                <a:gd name="connsiteX435" fmla="*/ 37147 w 428625"/>
                <a:gd name="connsiteY435" fmla="*/ 121825 h 485775"/>
                <a:gd name="connsiteX436" fmla="*/ 37814 w 428625"/>
                <a:gd name="connsiteY436" fmla="*/ 122968 h 485775"/>
                <a:gd name="connsiteX437" fmla="*/ 38290 w 428625"/>
                <a:gd name="connsiteY437" fmla="*/ 123349 h 485775"/>
                <a:gd name="connsiteX438" fmla="*/ 38767 w 428625"/>
                <a:gd name="connsiteY438" fmla="*/ 123920 h 485775"/>
                <a:gd name="connsiteX439" fmla="*/ 39433 w 428625"/>
                <a:gd name="connsiteY439" fmla="*/ 124968 h 485775"/>
                <a:gd name="connsiteX440" fmla="*/ 39433 w 428625"/>
                <a:gd name="connsiteY440" fmla="*/ 125730 h 485775"/>
                <a:gd name="connsiteX441" fmla="*/ 39052 w 428625"/>
                <a:gd name="connsiteY441" fmla="*/ 126301 h 485775"/>
                <a:gd name="connsiteX442" fmla="*/ 38290 w 428625"/>
                <a:gd name="connsiteY442" fmla="*/ 126873 h 485775"/>
                <a:gd name="connsiteX443" fmla="*/ 37719 w 428625"/>
                <a:gd name="connsiteY443" fmla="*/ 127635 h 485775"/>
                <a:gd name="connsiteX444" fmla="*/ 37624 w 428625"/>
                <a:gd name="connsiteY444" fmla="*/ 128397 h 485775"/>
                <a:gd name="connsiteX445" fmla="*/ 37814 w 428625"/>
                <a:gd name="connsiteY445" fmla="*/ 129540 h 485775"/>
                <a:gd name="connsiteX446" fmla="*/ 37814 w 428625"/>
                <a:gd name="connsiteY446" fmla="*/ 130302 h 485775"/>
                <a:gd name="connsiteX447" fmla="*/ 37719 w 428625"/>
                <a:gd name="connsiteY447" fmla="*/ 130873 h 485775"/>
                <a:gd name="connsiteX448" fmla="*/ 37433 w 428625"/>
                <a:gd name="connsiteY448" fmla="*/ 131254 h 485775"/>
                <a:gd name="connsiteX449" fmla="*/ 36671 w 428625"/>
                <a:gd name="connsiteY449" fmla="*/ 131826 h 485775"/>
                <a:gd name="connsiteX450" fmla="*/ 35052 w 428625"/>
                <a:gd name="connsiteY450" fmla="*/ 132683 h 485775"/>
                <a:gd name="connsiteX451" fmla="*/ 34671 w 428625"/>
                <a:gd name="connsiteY451" fmla="*/ 132969 h 485775"/>
                <a:gd name="connsiteX452" fmla="*/ 34290 w 428625"/>
                <a:gd name="connsiteY452" fmla="*/ 133350 h 485775"/>
                <a:gd name="connsiteX453" fmla="*/ 34004 w 428625"/>
                <a:gd name="connsiteY453" fmla="*/ 134017 h 485775"/>
                <a:gd name="connsiteX454" fmla="*/ 34099 w 428625"/>
                <a:gd name="connsiteY454" fmla="*/ 134493 h 485775"/>
                <a:gd name="connsiteX455" fmla="*/ 34290 w 428625"/>
                <a:gd name="connsiteY455" fmla="*/ 134874 h 485775"/>
                <a:gd name="connsiteX456" fmla="*/ 35052 w 428625"/>
                <a:gd name="connsiteY456" fmla="*/ 135446 h 485775"/>
                <a:gd name="connsiteX457" fmla="*/ 35909 w 428625"/>
                <a:gd name="connsiteY457" fmla="*/ 135922 h 485775"/>
                <a:gd name="connsiteX458" fmla="*/ 37338 w 428625"/>
                <a:gd name="connsiteY458" fmla="*/ 136398 h 485775"/>
                <a:gd name="connsiteX459" fmla="*/ 38290 w 428625"/>
                <a:gd name="connsiteY459" fmla="*/ 136779 h 485775"/>
                <a:gd name="connsiteX460" fmla="*/ 39243 w 428625"/>
                <a:gd name="connsiteY460" fmla="*/ 137446 h 485775"/>
                <a:gd name="connsiteX461" fmla="*/ 39719 w 428625"/>
                <a:gd name="connsiteY461" fmla="*/ 138017 h 485775"/>
                <a:gd name="connsiteX462" fmla="*/ 39814 w 428625"/>
                <a:gd name="connsiteY462" fmla="*/ 138589 h 485775"/>
                <a:gd name="connsiteX463" fmla="*/ 39719 w 428625"/>
                <a:gd name="connsiteY463" fmla="*/ 139065 h 485775"/>
                <a:gd name="connsiteX464" fmla="*/ 38290 w 428625"/>
                <a:gd name="connsiteY464" fmla="*/ 142113 h 485775"/>
                <a:gd name="connsiteX465" fmla="*/ 37909 w 428625"/>
                <a:gd name="connsiteY465" fmla="*/ 143256 h 485775"/>
                <a:gd name="connsiteX466" fmla="*/ 37528 w 428625"/>
                <a:gd name="connsiteY466" fmla="*/ 145161 h 485775"/>
                <a:gd name="connsiteX467" fmla="*/ 37338 w 428625"/>
                <a:gd name="connsiteY467" fmla="*/ 146399 h 485775"/>
                <a:gd name="connsiteX468" fmla="*/ 36862 w 428625"/>
                <a:gd name="connsiteY468" fmla="*/ 147923 h 485775"/>
                <a:gd name="connsiteX469" fmla="*/ 36766 w 428625"/>
                <a:gd name="connsiteY469" fmla="*/ 148495 h 485775"/>
                <a:gd name="connsiteX470" fmla="*/ 36862 w 428625"/>
                <a:gd name="connsiteY470" fmla="*/ 149257 h 485775"/>
                <a:gd name="connsiteX471" fmla="*/ 37147 w 428625"/>
                <a:gd name="connsiteY471" fmla="*/ 150304 h 485775"/>
                <a:gd name="connsiteX472" fmla="*/ 38576 w 428625"/>
                <a:gd name="connsiteY472" fmla="*/ 154114 h 485775"/>
                <a:gd name="connsiteX473" fmla="*/ 38671 w 428625"/>
                <a:gd name="connsiteY473" fmla="*/ 154781 h 485775"/>
                <a:gd name="connsiteX474" fmla="*/ 38767 w 428625"/>
                <a:gd name="connsiteY474" fmla="*/ 155638 h 485775"/>
                <a:gd name="connsiteX475" fmla="*/ 38767 w 428625"/>
                <a:gd name="connsiteY475" fmla="*/ 157067 h 485775"/>
                <a:gd name="connsiteX476" fmla="*/ 38481 w 428625"/>
                <a:gd name="connsiteY476" fmla="*/ 158591 h 485775"/>
                <a:gd name="connsiteX477" fmla="*/ 37814 w 428625"/>
                <a:gd name="connsiteY477" fmla="*/ 160591 h 485775"/>
                <a:gd name="connsiteX478" fmla="*/ 37814 w 428625"/>
                <a:gd name="connsiteY478" fmla="*/ 161163 h 485775"/>
                <a:gd name="connsiteX479" fmla="*/ 38005 w 428625"/>
                <a:gd name="connsiteY479" fmla="*/ 161830 h 485775"/>
                <a:gd name="connsiteX480" fmla="*/ 38576 w 428625"/>
                <a:gd name="connsiteY480" fmla="*/ 162496 h 485775"/>
                <a:gd name="connsiteX481" fmla="*/ 38957 w 428625"/>
                <a:gd name="connsiteY481" fmla="*/ 162877 h 485775"/>
                <a:gd name="connsiteX482" fmla="*/ 39814 w 428625"/>
                <a:gd name="connsiteY482" fmla="*/ 163449 h 485775"/>
                <a:gd name="connsiteX483" fmla="*/ 43243 w 428625"/>
                <a:gd name="connsiteY483" fmla="*/ 165163 h 485775"/>
                <a:gd name="connsiteX484" fmla="*/ 44005 w 428625"/>
                <a:gd name="connsiteY484" fmla="*/ 165640 h 485775"/>
                <a:gd name="connsiteX485" fmla="*/ 44767 w 428625"/>
                <a:gd name="connsiteY485" fmla="*/ 166402 h 485775"/>
                <a:gd name="connsiteX486" fmla="*/ 45244 w 428625"/>
                <a:gd name="connsiteY486" fmla="*/ 166973 h 485775"/>
                <a:gd name="connsiteX487" fmla="*/ 45434 w 428625"/>
                <a:gd name="connsiteY487" fmla="*/ 167545 h 485775"/>
                <a:gd name="connsiteX488" fmla="*/ 45625 w 428625"/>
                <a:gd name="connsiteY488" fmla="*/ 168497 h 485775"/>
                <a:gd name="connsiteX489" fmla="*/ 45529 w 428625"/>
                <a:gd name="connsiteY489" fmla="*/ 170307 h 485775"/>
                <a:gd name="connsiteX490" fmla="*/ 45434 w 428625"/>
                <a:gd name="connsiteY490" fmla="*/ 171259 h 485775"/>
                <a:gd name="connsiteX491" fmla="*/ 45244 w 428625"/>
                <a:gd name="connsiteY491" fmla="*/ 172021 h 485775"/>
                <a:gd name="connsiteX492" fmla="*/ 43339 w 428625"/>
                <a:gd name="connsiteY492" fmla="*/ 175831 h 485775"/>
                <a:gd name="connsiteX493" fmla="*/ 40767 w 428625"/>
                <a:gd name="connsiteY493" fmla="*/ 182308 h 485775"/>
                <a:gd name="connsiteX494" fmla="*/ 40576 w 428625"/>
                <a:gd name="connsiteY494" fmla="*/ 183356 h 485775"/>
                <a:gd name="connsiteX495" fmla="*/ 40481 w 428625"/>
                <a:gd name="connsiteY495" fmla="*/ 184309 h 485775"/>
                <a:gd name="connsiteX496" fmla="*/ 40481 w 428625"/>
                <a:gd name="connsiteY496" fmla="*/ 185166 h 485775"/>
                <a:gd name="connsiteX497" fmla="*/ 40672 w 428625"/>
                <a:gd name="connsiteY497" fmla="*/ 185738 h 485775"/>
                <a:gd name="connsiteX498" fmla="*/ 40957 w 428625"/>
                <a:gd name="connsiteY498" fmla="*/ 186214 h 485775"/>
                <a:gd name="connsiteX499" fmla="*/ 41529 w 428625"/>
                <a:gd name="connsiteY499" fmla="*/ 186690 h 485775"/>
                <a:gd name="connsiteX500" fmla="*/ 42005 w 428625"/>
                <a:gd name="connsiteY500" fmla="*/ 186785 h 485775"/>
                <a:gd name="connsiteX501" fmla="*/ 42481 w 428625"/>
                <a:gd name="connsiteY501" fmla="*/ 186595 h 485775"/>
                <a:gd name="connsiteX502" fmla="*/ 42767 w 428625"/>
                <a:gd name="connsiteY502" fmla="*/ 186309 h 485775"/>
                <a:gd name="connsiteX503" fmla="*/ 43434 w 428625"/>
                <a:gd name="connsiteY503" fmla="*/ 185642 h 485775"/>
                <a:gd name="connsiteX504" fmla="*/ 43815 w 428625"/>
                <a:gd name="connsiteY504" fmla="*/ 185452 h 485775"/>
                <a:gd name="connsiteX505" fmla="*/ 44196 w 428625"/>
                <a:gd name="connsiteY505" fmla="*/ 185261 h 485775"/>
                <a:gd name="connsiteX506" fmla="*/ 44672 w 428625"/>
                <a:gd name="connsiteY506" fmla="*/ 185166 h 485775"/>
                <a:gd name="connsiteX507" fmla="*/ 45148 w 428625"/>
                <a:gd name="connsiteY507" fmla="*/ 185166 h 485775"/>
                <a:gd name="connsiteX508" fmla="*/ 45625 w 428625"/>
                <a:gd name="connsiteY508" fmla="*/ 185356 h 485775"/>
                <a:gd name="connsiteX509" fmla="*/ 46006 w 428625"/>
                <a:gd name="connsiteY509" fmla="*/ 185642 h 485775"/>
                <a:gd name="connsiteX510" fmla="*/ 46196 w 428625"/>
                <a:gd name="connsiteY510" fmla="*/ 186118 h 485775"/>
                <a:gd name="connsiteX511" fmla="*/ 46291 w 428625"/>
                <a:gd name="connsiteY511" fmla="*/ 186690 h 485775"/>
                <a:gd name="connsiteX512" fmla="*/ 46101 w 428625"/>
                <a:gd name="connsiteY512" fmla="*/ 187642 h 485775"/>
                <a:gd name="connsiteX513" fmla="*/ 45910 w 428625"/>
                <a:gd name="connsiteY513" fmla="*/ 188214 h 485775"/>
                <a:gd name="connsiteX514" fmla="*/ 45625 w 428625"/>
                <a:gd name="connsiteY514" fmla="*/ 188595 h 485775"/>
                <a:gd name="connsiteX515" fmla="*/ 45244 w 428625"/>
                <a:gd name="connsiteY515" fmla="*/ 188881 h 485775"/>
                <a:gd name="connsiteX516" fmla="*/ 42767 w 428625"/>
                <a:gd name="connsiteY516" fmla="*/ 190786 h 485775"/>
                <a:gd name="connsiteX517" fmla="*/ 42767 w 428625"/>
                <a:gd name="connsiteY517" fmla="*/ 190881 h 485775"/>
                <a:gd name="connsiteX518" fmla="*/ 42291 w 428625"/>
                <a:gd name="connsiteY518" fmla="*/ 191643 h 485775"/>
                <a:gd name="connsiteX519" fmla="*/ 41910 w 428625"/>
                <a:gd name="connsiteY519" fmla="*/ 192500 h 485775"/>
                <a:gd name="connsiteX520" fmla="*/ 41815 w 428625"/>
                <a:gd name="connsiteY520" fmla="*/ 192976 h 485775"/>
                <a:gd name="connsiteX521" fmla="*/ 41719 w 428625"/>
                <a:gd name="connsiteY521" fmla="*/ 193548 h 485775"/>
                <a:gd name="connsiteX522" fmla="*/ 41719 w 428625"/>
                <a:gd name="connsiteY522" fmla="*/ 194119 h 485775"/>
                <a:gd name="connsiteX523" fmla="*/ 42005 w 428625"/>
                <a:gd name="connsiteY523" fmla="*/ 194691 h 485775"/>
                <a:gd name="connsiteX524" fmla="*/ 42576 w 428625"/>
                <a:gd name="connsiteY524" fmla="*/ 195263 h 485775"/>
                <a:gd name="connsiteX525" fmla="*/ 43529 w 428625"/>
                <a:gd name="connsiteY525" fmla="*/ 195834 h 485775"/>
                <a:gd name="connsiteX526" fmla="*/ 43815 w 428625"/>
                <a:gd name="connsiteY526" fmla="*/ 195929 h 485775"/>
                <a:gd name="connsiteX527" fmla="*/ 44005 w 428625"/>
                <a:gd name="connsiteY527" fmla="*/ 196310 h 485775"/>
                <a:gd name="connsiteX528" fmla="*/ 44101 w 428625"/>
                <a:gd name="connsiteY528" fmla="*/ 196691 h 485775"/>
                <a:gd name="connsiteX529" fmla="*/ 43910 w 428625"/>
                <a:gd name="connsiteY529" fmla="*/ 197167 h 485775"/>
                <a:gd name="connsiteX530" fmla="*/ 42767 w 428625"/>
                <a:gd name="connsiteY530" fmla="*/ 198025 h 485775"/>
                <a:gd name="connsiteX531" fmla="*/ 42481 w 428625"/>
                <a:gd name="connsiteY531" fmla="*/ 198310 h 485775"/>
                <a:gd name="connsiteX532" fmla="*/ 42196 w 428625"/>
                <a:gd name="connsiteY532" fmla="*/ 198691 h 485775"/>
                <a:gd name="connsiteX533" fmla="*/ 42005 w 428625"/>
                <a:gd name="connsiteY533" fmla="*/ 199072 h 485775"/>
                <a:gd name="connsiteX534" fmla="*/ 41624 w 428625"/>
                <a:gd name="connsiteY534" fmla="*/ 200025 h 485775"/>
                <a:gd name="connsiteX535" fmla="*/ 41719 w 428625"/>
                <a:gd name="connsiteY535" fmla="*/ 200977 h 485775"/>
                <a:gd name="connsiteX536" fmla="*/ 42100 w 428625"/>
                <a:gd name="connsiteY536" fmla="*/ 202216 h 485775"/>
                <a:gd name="connsiteX537" fmla="*/ 43053 w 428625"/>
                <a:gd name="connsiteY537" fmla="*/ 204597 h 485775"/>
                <a:gd name="connsiteX538" fmla="*/ 43339 w 428625"/>
                <a:gd name="connsiteY538" fmla="*/ 205740 h 485775"/>
                <a:gd name="connsiteX539" fmla="*/ 43434 w 428625"/>
                <a:gd name="connsiteY539" fmla="*/ 206597 h 485775"/>
                <a:gd name="connsiteX540" fmla="*/ 43243 w 428625"/>
                <a:gd name="connsiteY540" fmla="*/ 207645 h 485775"/>
                <a:gd name="connsiteX541" fmla="*/ 43148 w 428625"/>
                <a:gd name="connsiteY541" fmla="*/ 208121 h 485775"/>
                <a:gd name="connsiteX542" fmla="*/ 43339 w 428625"/>
                <a:gd name="connsiteY542" fmla="*/ 208788 h 485775"/>
                <a:gd name="connsiteX543" fmla="*/ 43720 w 428625"/>
                <a:gd name="connsiteY543" fmla="*/ 209550 h 485775"/>
                <a:gd name="connsiteX544" fmla="*/ 44577 w 428625"/>
                <a:gd name="connsiteY544" fmla="*/ 210693 h 485775"/>
                <a:gd name="connsiteX545" fmla="*/ 44958 w 428625"/>
                <a:gd name="connsiteY545" fmla="*/ 211455 h 485775"/>
                <a:gd name="connsiteX546" fmla="*/ 45625 w 428625"/>
                <a:gd name="connsiteY546" fmla="*/ 212407 h 485775"/>
                <a:gd name="connsiteX547" fmla="*/ 46672 w 428625"/>
                <a:gd name="connsiteY547" fmla="*/ 213074 h 485775"/>
                <a:gd name="connsiteX548" fmla="*/ 50006 w 428625"/>
                <a:gd name="connsiteY548" fmla="*/ 214313 h 485775"/>
                <a:gd name="connsiteX549" fmla="*/ 50006 w 428625"/>
                <a:gd name="connsiteY549" fmla="*/ 216598 h 485775"/>
                <a:gd name="connsiteX550" fmla="*/ 50482 w 428625"/>
                <a:gd name="connsiteY550" fmla="*/ 217741 h 485775"/>
                <a:gd name="connsiteX551" fmla="*/ 51054 w 428625"/>
                <a:gd name="connsiteY551" fmla="*/ 218313 h 485775"/>
                <a:gd name="connsiteX552" fmla="*/ 51530 w 428625"/>
                <a:gd name="connsiteY552" fmla="*/ 218884 h 485775"/>
                <a:gd name="connsiteX553" fmla="*/ 52292 w 428625"/>
                <a:gd name="connsiteY553" fmla="*/ 220408 h 485775"/>
                <a:gd name="connsiteX554" fmla="*/ 52578 w 428625"/>
                <a:gd name="connsiteY554" fmla="*/ 221456 h 485775"/>
                <a:gd name="connsiteX555" fmla="*/ 52673 w 428625"/>
                <a:gd name="connsiteY555" fmla="*/ 222313 h 485775"/>
                <a:gd name="connsiteX556" fmla="*/ 52483 w 428625"/>
                <a:gd name="connsiteY556" fmla="*/ 223552 h 485775"/>
                <a:gd name="connsiteX557" fmla="*/ 52388 w 428625"/>
                <a:gd name="connsiteY557" fmla="*/ 224314 h 485775"/>
                <a:gd name="connsiteX558" fmla="*/ 52483 w 428625"/>
                <a:gd name="connsiteY558" fmla="*/ 226695 h 485775"/>
                <a:gd name="connsiteX559" fmla="*/ 52388 w 428625"/>
                <a:gd name="connsiteY559" fmla="*/ 226981 h 485775"/>
                <a:gd name="connsiteX560" fmla="*/ 52292 w 428625"/>
                <a:gd name="connsiteY560" fmla="*/ 227647 h 485775"/>
                <a:gd name="connsiteX561" fmla="*/ 52101 w 428625"/>
                <a:gd name="connsiteY561" fmla="*/ 227933 h 485775"/>
                <a:gd name="connsiteX562" fmla="*/ 51721 w 428625"/>
                <a:gd name="connsiteY562" fmla="*/ 228695 h 485775"/>
                <a:gd name="connsiteX563" fmla="*/ 51054 w 428625"/>
                <a:gd name="connsiteY563" fmla="*/ 229743 h 485775"/>
                <a:gd name="connsiteX564" fmla="*/ 50387 w 428625"/>
                <a:gd name="connsiteY564" fmla="*/ 230410 h 485775"/>
                <a:gd name="connsiteX565" fmla="*/ 42386 w 428625"/>
                <a:gd name="connsiteY565" fmla="*/ 235744 h 485775"/>
                <a:gd name="connsiteX566" fmla="*/ 39624 w 428625"/>
                <a:gd name="connsiteY566" fmla="*/ 240601 h 485775"/>
                <a:gd name="connsiteX567" fmla="*/ 39052 w 428625"/>
                <a:gd name="connsiteY567" fmla="*/ 241268 h 485775"/>
                <a:gd name="connsiteX568" fmla="*/ 38671 w 428625"/>
                <a:gd name="connsiteY568" fmla="*/ 241459 h 485775"/>
                <a:gd name="connsiteX569" fmla="*/ 38100 w 428625"/>
                <a:gd name="connsiteY569" fmla="*/ 241554 h 485775"/>
                <a:gd name="connsiteX570" fmla="*/ 37624 w 428625"/>
                <a:gd name="connsiteY570" fmla="*/ 241649 h 485775"/>
                <a:gd name="connsiteX571" fmla="*/ 36481 w 428625"/>
                <a:gd name="connsiteY571" fmla="*/ 241554 h 485775"/>
                <a:gd name="connsiteX572" fmla="*/ 33433 w 428625"/>
                <a:gd name="connsiteY572" fmla="*/ 240697 h 485775"/>
                <a:gd name="connsiteX573" fmla="*/ 32766 w 428625"/>
                <a:gd name="connsiteY573" fmla="*/ 240887 h 485775"/>
                <a:gd name="connsiteX574" fmla="*/ 32004 w 428625"/>
                <a:gd name="connsiteY574" fmla="*/ 241363 h 485775"/>
                <a:gd name="connsiteX575" fmla="*/ 31147 w 428625"/>
                <a:gd name="connsiteY575" fmla="*/ 242506 h 485775"/>
                <a:gd name="connsiteX576" fmla="*/ 30575 w 428625"/>
                <a:gd name="connsiteY576" fmla="*/ 242983 h 485775"/>
                <a:gd name="connsiteX577" fmla="*/ 30004 w 428625"/>
                <a:gd name="connsiteY577" fmla="*/ 243173 h 485775"/>
                <a:gd name="connsiteX578" fmla="*/ 28575 w 428625"/>
                <a:gd name="connsiteY578" fmla="*/ 243364 h 485775"/>
                <a:gd name="connsiteX579" fmla="*/ 27717 w 428625"/>
                <a:gd name="connsiteY579" fmla="*/ 243745 h 485775"/>
                <a:gd name="connsiteX580" fmla="*/ 27337 w 428625"/>
                <a:gd name="connsiteY580" fmla="*/ 244221 h 485775"/>
                <a:gd name="connsiteX581" fmla="*/ 27146 w 428625"/>
                <a:gd name="connsiteY581" fmla="*/ 244983 h 485775"/>
                <a:gd name="connsiteX582" fmla="*/ 26860 w 428625"/>
                <a:gd name="connsiteY582" fmla="*/ 245840 h 485775"/>
                <a:gd name="connsiteX583" fmla="*/ 26289 w 428625"/>
                <a:gd name="connsiteY583" fmla="*/ 247364 h 485775"/>
                <a:gd name="connsiteX584" fmla="*/ 18097 w 428625"/>
                <a:gd name="connsiteY584" fmla="*/ 257080 h 485775"/>
                <a:gd name="connsiteX585" fmla="*/ 17431 w 428625"/>
                <a:gd name="connsiteY585" fmla="*/ 257461 h 485775"/>
                <a:gd name="connsiteX586" fmla="*/ 17050 w 428625"/>
                <a:gd name="connsiteY586" fmla="*/ 257651 h 485775"/>
                <a:gd name="connsiteX587" fmla="*/ 15335 w 428625"/>
                <a:gd name="connsiteY587" fmla="*/ 257937 h 485775"/>
                <a:gd name="connsiteX588" fmla="*/ 14478 w 428625"/>
                <a:gd name="connsiteY588" fmla="*/ 258223 h 485775"/>
                <a:gd name="connsiteX589" fmla="*/ 14001 w 428625"/>
                <a:gd name="connsiteY589" fmla="*/ 258508 h 485775"/>
                <a:gd name="connsiteX590" fmla="*/ 8953 w 428625"/>
                <a:gd name="connsiteY590" fmla="*/ 263652 h 485775"/>
                <a:gd name="connsiteX591" fmla="*/ 8382 w 428625"/>
                <a:gd name="connsiteY591" fmla="*/ 264985 h 485775"/>
                <a:gd name="connsiteX592" fmla="*/ 8667 w 428625"/>
                <a:gd name="connsiteY592" fmla="*/ 267367 h 485775"/>
                <a:gd name="connsiteX593" fmla="*/ 8572 w 428625"/>
                <a:gd name="connsiteY593" fmla="*/ 267843 h 485775"/>
                <a:gd name="connsiteX594" fmla="*/ 8382 w 428625"/>
                <a:gd name="connsiteY594" fmla="*/ 268414 h 485775"/>
                <a:gd name="connsiteX595" fmla="*/ 8096 w 428625"/>
                <a:gd name="connsiteY595" fmla="*/ 268796 h 485775"/>
                <a:gd name="connsiteX596" fmla="*/ 7429 w 428625"/>
                <a:gd name="connsiteY596" fmla="*/ 269367 h 485775"/>
                <a:gd name="connsiteX597" fmla="*/ 6763 w 428625"/>
                <a:gd name="connsiteY597" fmla="*/ 269938 h 485775"/>
                <a:gd name="connsiteX598" fmla="*/ 5620 w 428625"/>
                <a:gd name="connsiteY598" fmla="*/ 270605 h 485775"/>
                <a:gd name="connsiteX599" fmla="*/ 5143 w 428625"/>
                <a:gd name="connsiteY599" fmla="*/ 270796 h 485775"/>
                <a:gd name="connsiteX600" fmla="*/ 4667 w 428625"/>
                <a:gd name="connsiteY600" fmla="*/ 270891 h 485775"/>
                <a:gd name="connsiteX601" fmla="*/ 1238 w 428625"/>
                <a:gd name="connsiteY601" fmla="*/ 270986 h 485775"/>
                <a:gd name="connsiteX602" fmla="*/ 762 w 428625"/>
                <a:gd name="connsiteY602" fmla="*/ 271081 h 485775"/>
                <a:gd name="connsiteX603" fmla="*/ 381 w 428625"/>
                <a:gd name="connsiteY603" fmla="*/ 271272 h 485775"/>
                <a:gd name="connsiteX604" fmla="*/ 95 w 428625"/>
                <a:gd name="connsiteY604" fmla="*/ 271653 h 485775"/>
                <a:gd name="connsiteX605" fmla="*/ 0 w 428625"/>
                <a:gd name="connsiteY605" fmla="*/ 272129 h 485775"/>
                <a:gd name="connsiteX606" fmla="*/ 0 w 428625"/>
                <a:gd name="connsiteY606" fmla="*/ 272605 h 485775"/>
                <a:gd name="connsiteX607" fmla="*/ 286 w 428625"/>
                <a:gd name="connsiteY607" fmla="*/ 273082 h 485775"/>
                <a:gd name="connsiteX608" fmla="*/ 762 w 428625"/>
                <a:gd name="connsiteY608" fmla="*/ 273463 h 485775"/>
                <a:gd name="connsiteX609" fmla="*/ 2476 w 428625"/>
                <a:gd name="connsiteY609" fmla="*/ 274415 h 485775"/>
                <a:gd name="connsiteX610" fmla="*/ 3619 w 428625"/>
                <a:gd name="connsiteY610" fmla="*/ 275177 h 485775"/>
                <a:gd name="connsiteX611" fmla="*/ 6858 w 428625"/>
                <a:gd name="connsiteY611" fmla="*/ 278892 h 485775"/>
                <a:gd name="connsiteX612" fmla="*/ 7525 w 428625"/>
                <a:gd name="connsiteY612" fmla="*/ 279463 h 485775"/>
                <a:gd name="connsiteX613" fmla="*/ 8287 w 428625"/>
                <a:gd name="connsiteY613" fmla="*/ 279654 h 485775"/>
                <a:gd name="connsiteX614" fmla="*/ 9239 w 428625"/>
                <a:gd name="connsiteY614" fmla="*/ 279559 h 485775"/>
                <a:gd name="connsiteX615" fmla="*/ 12192 w 428625"/>
                <a:gd name="connsiteY615" fmla="*/ 278416 h 485775"/>
                <a:gd name="connsiteX616" fmla="*/ 12954 w 428625"/>
                <a:gd name="connsiteY616" fmla="*/ 278130 h 485775"/>
                <a:gd name="connsiteX617" fmla="*/ 13430 w 428625"/>
                <a:gd name="connsiteY617" fmla="*/ 277558 h 485775"/>
                <a:gd name="connsiteX618" fmla="*/ 13811 w 428625"/>
                <a:gd name="connsiteY618" fmla="*/ 276987 h 485775"/>
                <a:gd name="connsiteX619" fmla="*/ 14288 w 428625"/>
                <a:gd name="connsiteY619" fmla="*/ 275558 h 485775"/>
                <a:gd name="connsiteX620" fmla="*/ 14573 w 428625"/>
                <a:gd name="connsiteY620" fmla="*/ 274891 h 485775"/>
                <a:gd name="connsiteX621" fmla="*/ 15049 w 428625"/>
                <a:gd name="connsiteY621" fmla="*/ 274225 h 485775"/>
                <a:gd name="connsiteX622" fmla="*/ 15621 w 428625"/>
                <a:gd name="connsiteY622" fmla="*/ 273653 h 485775"/>
                <a:gd name="connsiteX623" fmla="*/ 16192 w 428625"/>
                <a:gd name="connsiteY623" fmla="*/ 273082 h 485775"/>
                <a:gd name="connsiteX624" fmla="*/ 17526 w 428625"/>
                <a:gd name="connsiteY624" fmla="*/ 272129 h 485775"/>
                <a:gd name="connsiteX625" fmla="*/ 18764 w 428625"/>
                <a:gd name="connsiteY625" fmla="*/ 271367 h 485775"/>
                <a:gd name="connsiteX626" fmla="*/ 19717 w 428625"/>
                <a:gd name="connsiteY626" fmla="*/ 270986 h 485775"/>
                <a:gd name="connsiteX627" fmla="*/ 24574 w 428625"/>
                <a:gd name="connsiteY627" fmla="*/ 268510 h 485775"/>
                <a:gd name="connsiteX628" fmla="*/ 25527 w 428625"/>
                <a:gd name="connsiteY628" fmla="*/ 268224 h 485775"/>
                <a:gd name="connsiteX629" fmla="*/ 26003 w 428625"/>
                <a:gd name="connsiteY629" fmla="*/ 268129 h 485775"/>
                <a:gd name="connsiteX630" fmla="*/ 26384 w 428625"/>
                <a:gd name="connsiteY630" fmla="*/ 268129 h 485775"/>
                <a:gd name="connsiteX631" fmla="*/ 26670 w 428625"/>
                <a:gd name="connsiteY631" fmla="*/ 268414 h 485775"/>
                <a:gd name="connsiteX632" fmla="*/ 26860 w 428625"/>
                <a:gd name="connsiteY632" fmla="*/ 268796 h 485775"/>
                <a:gd name="connsiteX633" fmla="*/ 26670 w 428625"/>
                <a:gd name="connsiteY633" fmla="*/ 269367 h 485775"/>
                <a:gd name="connsiteX634" fmla="*/ 26479 w 428625"/>
                <a:gd name="connsiteY634" fmla="*/ 269843 h 485775"/>
                <a:gd name="connsiteX635" fmla="*/ 25908 w 428625"/>
                <a:gd name="connsiteY635" fmla="*/ 270605 h 485775"/>
                <a:gd name="connsiteX636" fmla="*/ 25717 w 428625"/>
                <a:gd name="connsiteY636" fmla="*/ 270986 h 485775"/>
                <a:gd name="connsiteX637" fmla="*/ 25717 w 428625"/>
                <a:gd name="connsiteY637" fmla="*/ 271558 h 485775"/>
                <a:gd name="connsiteX638" fmla="*/ 25908 w 428625"/>
                <a:gd name="connsiteY638" fmla="*/ 272129 h 485775"/>
                <a:gd name="connsiteX639" fmla="*/ 26575 w 428625"/>
                <a:gd name="connsiteY639" fmla="*/ 272987 h 485775"/>
                <a:gd name="connsiteX640" fmla="*/ 27146 w 428625"/>
                <a:gd name="connsiteY640" fmla="*/ 273367 h 485775"/>
                <a:gd name="connsiteX641" fmla="*/ 27717 w 428625"/>
                <a:gd name="connsiteY641" fmla="*/ 273558 h 485775"/>
                <a:gd name="connsiteX642" fmla="*/ 28765 w 428625"/>
                <a:gd name="connsiteY642" fmla="*/ 273558 h 485775"/>
                <a:gd name="connsiteX643" fmla="*/ 29146 w 428625"/>
                <a:gd name="connsiteY643" fmla="*/ 273463 h 485775"/>
                <a:gd name="connsiteX644" fmla="*/ 29337 w 428625"/>
                <a:gd name="connsiteY644" fmla="*/ 273367 h 485775"/>
                <a:gd name="connsiteX645" fmla="*/ 30384 w 428625"/>
                <a:gd name="connsiteY645" fmla="*/ 272701 h 485775"/>
                <a:gd name="connsiteX646" fmla="*/ 31051 w 428625"/>
                <a:gd name="connsiteY646" fmla="*/ 272129 h 485775"/>
                <a:gd name="connsiteX647" fmla="*/ 32861 w 428625"/>
                <a:gd name="connsiteY647" fmla="*/ 270224 h 485775"/>
                <a:gd name="connsiteX648" fmla="*/ 33814 w 428625"/>
                <a:gd name="connsiteY648" fmla="*/ 268605 h 485775"/>
                <a:gd name="connsiteX649" fmla="*/ 34385 w 428625"/>
                <a:gd name="connsiteY649" fmla="*/ 267271 h 485775"/>
                <a:gd name="connsiteX650" fmla="*/ 34671 w 428625"/>
                <a:gd name="connsiteY650" fmla="*/ 266986 h 485775"/>
                <a:gd name="connsiteX651" fmla="*/ 34957 w 428625"/>
                <a:gd name="connsiteY651" fmla="*/ 266795 h 485775"/>
                <a:gd name="connsiteX652" fmla="*/ 35338 w 428625"/>
                <a:gd name="connsiteY652" fmla="*/ 266890 h 485775"/>
                <a:gd name="connsiteX653" fmla="*/ 37624 w 428625"/>
                <a:gd name="connsiteY653" fmla="*/ 268414 h 485775"/>
                <a:gd name="connsiteX654" fmla="*/ 38005 w 428625"/>
                <a:gd name="connsiteY654" fmla="*/ 268605 h 485775"/>
                <a:gd name="connsiteX655" fmla="*/ 38481 w 428625"/>
                <a:gd name="connsiteY655" fmla="*/ 268700 h 485775"/>
                <a:gd name="connsiteX656" fmla="*/ 38957 w 428625"/>
                <a:gd name="connsiteY656" fmla="*/ 268605 h 485775"/>
                <a:gd name="connsiteX657" fmla="*/ 40767 w 428625"/>
                <a:gd name="connsiteY657" fmla="*/ 267462 h 485775"/>
                <a:gd name="connsiteX658" fmla="*/ 42672 w 428625"/>
                <a:gd name="connsiteY658" fmla="*/ 266890 h 485775"/>
                <a:gd name="connsiteX659" fmla="*/ 43815 w 428625"/>
                <a:gd name="connsiteY659" fmla="*/ 266795 h 485775"/>
                <a:gd name="connsiteX660" fmla="*/ 47434 w 428625"/>
                <a:gd name="connsiteY660" fmla="*/ 266890 h 485775"/>
                <a:gd name="connsiteX661" fmla="*/ 48577 w 428625"/>
                <a:gd name="connsiteY661" fmla="*/ 267081 h 485775"/>
                <a:gd name="connsiteX662" fmla="*/ 49530 w 428625"/>
                <a:gd name="connsiteY662" fmla="*/ 267367 h 485775"/>
                <a:gd name="connsiteX663" fmla="*/ 50387 w 428625"/>
                <a:gd name="connsiteY663" fmla="*/ 267843 h 485775"/>
                <a:gd name="connsiteX664" fmla="*/ 51911 w 428625"/>
                <a:gd name="connsiteY664" fmla="*/ 268796 h 485775"/>
                <a:gd name="connsiteX665" fmla="*/ 52292 w 428625"/>
                <a:gd name="connsiteY665" fmla="*/ 269176 h 485775"/>
                <a:gd name="connsiteX666" fmla="*/ 52578 w 428625"/>
                <a:gd name="connsiteY666" fmla="*/ 269653 h 485775"/>
                <a:gd name="connsiteX667" fmla="*/ 52959 w 428625"/>
                <a:gd name="connsiteY667" fmla="*/ 270510 h 485775"/>
                <a:gd name="connsiteX668" fmla="*/ 53435 w 428625"/>
                <a:gd name="connsiteY668" fmla="*/ 271558 h 485775"/>
                <a:gd name="connsiteX669" fmla="*/ 53721 w 428625"/>
                <a:gd name="connsiteY669" fmla="*/ 271939 h 485775"/>
                <a:gd name="connsiteX670" fmla="*/ 54292 w 428625"/>
                <a:gd name="connsiteY670" fmla="*/ 272510 h 485775"/>
                <a:gd name="connsiteX671" fmla="*/ 55435 w 428625"/>
                <a:gd name="connsiteY671" fmla="*/ 273463 h 485775"/>
                <a:gd name="connsiteX672" fmla="*/ 56864 w 428625"/>
                <a:gd name="connsiteY672" fmla="*/ 274891 h 485775"/>
                <a:gd name="connsiteX673" fmla="*/ 56959 w 428625"/>
                <a:gd name="connsiteY673" fmla="*/ 275177 h 485775"/>
                <a:gd name="connsiteX674" fmla="*/ 57245 w 428625"/>
                <a:gd name="connsiteY674" fmla="*/ 275654 h 485775"/>
                <a:gd name="connsiteX675" fmla="*/ 57436 w 428625"/>
                <a:gd name="connsiteY675" fmla="*/ 276511 h 485775"/>
                <a:gd name="connsiteX676" fmla="*/ 57626 w 428625"/>
                <a:gd name="connsiteY676" fmla="*/ 277654 h 485775"/>
                <a:gd name="connsiteX677" fmla="*/ 57436 w 428625"/>
                <a:gd name="connsiteY677" fmla="*/ 278701 h 485775"/>
                <a:gd name="connsiteX678" fmla="*/ 57340 w 428625"/>
                <a:gd name="connsiteY678" fmla="*/ 280321 h 485775"/>
                <a:gd name="connsiteX679" fmla="*/ 57531 w 428625"/>
                <a:gd name="connsiteY679" fmla="*/ 281178 h 485775"/>
                <a:gd name="connsiteX680" fmla="*/ 57531 w 428625"/>
                <a:gd name="connsiteY680" fmla="*/ 281845 h 485775"/>
                <a:gd name="connsiteX681" fmla="*/ 57436 w 428625"/>
                <a:gd name="connsiteY681" fmla="*/ 282607 h 485775"/>
                <a:gd name="connsiteX682" fmla="*/ 57150 w 428625"/>
                <a:gd name="connsiteY682" fmla="*/ 283655 h 485775"/>
                <a:gd name="connsiteX683" fmla="*/ 56769 w 428625"/>
                <a:gd name="connsiteY683" fmla="*/ 284702 h 485775"/>
                <a:gd name="connsiteX684" fmla="*/ 56388 w 428625"/>
                <a:gd name="connsiteY684" fmla="*/ 285369 h 485775"/>
                <a:gd name="connsiteX685" fmla="*/ 56102 w 428625"/>
                <a:gd name="connsiteY685" fmla="*/ 285750 h 485775"/>
                <a:gd name="connsiteX686" fmla="*/ 55150 w 428625"/>
                <a:gd name="connsiteY686" fmla="*/ 286607 h 485775"/>
                <a:gd name="connsiteX687" fmla="*/ 54007 w 428625"/>
                <a:gd name="connsiteY687" fmla="*/ 287369 h 485775"/>
                <a:gd name="connsiteX688" fmla="*/ 53721 w 428625"/>
                <a:gd name="connsiteY688" fmla="*/ 287655 h 485775"/>
                <a:gd name="connsiteX689" fmla="*/ 53435 w 428625"/>
                <a:gd name="connsiteY689" fmla="*/ 287941 h 485775"/>
                <a:gd name="connsiteX690" fmla="*/ 52959 w 428625"/>
                <a:gd name="connsiteY690" fmla="*/ 288703 h 485775"/>
                <a:gd name="connsiteX691" fmla="*/ 52388 w 428625"/>
                <a:gd name="connsiteY691" fmla="*/ 289274 h 485775"/>
                <a:gd name="connsiteX692" fmla="*/ 52388 w 428625"/>
                <a:gd name="connsiteY692" fmla="*/ 289560 h 485775"/>
                <a:gd name="connsiteX693" fmla="*/ 52483 w 428625"/>
                <a:gd name="connsiteY693" fmla="*/ 290036 h 485775"/>
                <a:gd name="connsiteX694" fmla="*/ 52959 w 428625"/>
                <a:gd name="connsiteY694" fmla="*/ 290989 h 485775"/>
                <a:gd name="connsiteX695" fmla="*/ 53340 w 428625"/>
                <a:gd name="connsiteY695" fmla="*/ 291370 h 485775"/>
                <a:gd name="connsiteX696" fmla="*/ 53816 w 428625"/>
                <a:gd name="connsiteY696" fmla="*/ 291465 h 485775"/>
                <a:gd name="connsiteX697" fmla="*/ 55150 w 428625"/>
                <a:gd name="connsiteY697" fmla="*/ 290989 h 485775"/>
                <a:gd name="connsiteX698" fmla="*/ 55721 w 428625"/>
                <a:gd name="connsiteY698" fmla="*/ 290989 h 485775"/>
                <a:gd name="connsiteX699" fmla="*/ 56197 w 428625"/>
                <a:gd name="connsiteY699" fmla="*/ 291084 h 485775"/>
                <a:gd name="connsiteX700" fmla="*/ 56578 w 428625"/>
                <a:gd name="connsiteY700" fmla="*/ 291179 h 485775"/>
                <a:gd name="connsiteX701" fmla="*/ 56864 w 428625"/>
                <a:gd name="connsiteY701" fmla="*/ 291370 h 485775"/>
                <a:gd name="connsiteX702" fmla="*/ 57055 w 428625"/>
                <a:gd name="connsiteY702" fmla="*/ 291560 h 485775"/>
                <a:gd name="connsiteX703" fmla="*/ 58483 w 428625"/>
                <a:gd name="connsiteY703" fmla="*/ 293084 h 485775"/>
                <a:gd name="connsiteX704" fmla="*/ 58579 w 428625"/>
                <a:gd name="connsiteY704" fmla="*/ 293656 h 485775"/>
                <a:gd name="connsiteX705" fmla="*/ 58579 w 428625"/>
                <a:gd name="connsiteY705" fmla="*/ 294322 h 485775"/>
                <a:gd name="connsiteX706" fmla="*/ 58102 w 428625"/>
                <a:gd name="connsiteY706" fmla="*/ 295275 h 485775"/>
                <a:gd name="connsiteX707" fmla="*/ 57721 w 428625"/>
                <a:gd name="connsiteY707" fmla="*/ 295751 h 485775"/>
                <a:gd name="connsiteX708" fmla="*/ 57340 w 428625"/>
                <a:gd name="connsiteY708" fmla="*/ 296132 h 485775"/>
                <a:gd name="connsiteX709" fmla="*/ 54197 w 428625"/>
                <a:gd name="connsiteY709" fmla="*/ 298037 h 485775"/>
                <a:gd name="connsiteX710" fmla="*/ 48673 w 428625"/>
                <a:gd name="connsiteY710" fmla="*/ 302323 h 485775"/>
                <a:gd name="connsiteX711" fmla="*/ 47815 w 428625"/>
                <a:gd name="connsiteY711" fmla="*/ 302800 h 485775"/>
                <a:gd name="connsiteX712" fmla="*/ 46958 w 428625"/>
                <a:gd name="connsiteY712" fmla="*/ 303085 h 485775"/>
                <a:gd name="connsiteX713" fmla="*/ 46482 w 428625"/>
                <a:gd name="connsiteY713" fmla="*/ 303276 h 485775"/>
                <a:gd name="connsiteX714" fmla="*/ 44291 w 428625"/>
                <a:gd name="connsiteY714" fmla="*/ 303466 h 485775"/>
                <a:gd name="connsiteX715" fmla="*/ 43720 w 428625"/>
                <a:gd name="connsiteY715" fmla="*/ 303562 h 485775"/>
                <a:gd name="connsiteX716" fmla="*/ 42100 w 428625"/>
                <a:gd name="connsiteY716" fmla="*/ 304229 h 485775"/>
                <a:gd name="connsiteX717" fmla="*/ 41243 w 428625"/>
                <a:gd name="connsiteY717" fmla="*/ 304514 h 485775"/>
                <a:gd name="connsiteX718" fmla="*/ 40386 w 428625"/>
                <a:gd name="connsiteY718" fmla="*/ 304800 h 485775"/>
                <a:gd name="connsiteX719" fmla="*/ 39909 w 428625"/>
                <a:gd name="connsiteY719" fmla="*/ 305086 h 485775"/>
                <a:gd name="connsiteX720" fmla="*/ 39529 w 428625"/>
                <a:gd name="connsiteY720" fmla="*/ 305562 h 485775"/>
                <a:gd name="connsiteX721" fmla="*/ 39433 w 428625"/>
                <a:gd name="connsiteY721" fmla="*/ 306229 h 485775"/>
                <a:gd name="connsiteX722" fmla="*/ 39529 w 428625"/>
                <a:gd name="connsiteY722" fmla="*/ 306896 h 485775"/>
                <a:gd name="connsiteX723" fmla="*/ 40100 w 428625"/>
                <a:gd name="connsiteY723" fmla="*/ 308038 h 485775"/>
                <a:gd name="connsiteX724" fmla="*/ 40672 w 428625"/>
                <a:gd name="connsiteY724" fmla="*/ 308610 h 485775"/>
                <a:gd name="connsiteX725" fmla="*/ 41053 w 428625"/>
                <a:gd name="connsiteY725" fmla="*/ 308896 h 485775"/>
                <a:gd name="connsiteX726" fmla="*/ 42481 w 428625"/>
                <a:gd name="connsiteY726" fmla="*/ 309372 h 485775"/>
                <a:gd name="connsiteX727" fmla="*/ 42767 w 428625"/>
                <a:gd name="connsiteY727" fmla="*/ 309563 h 485775"/>
                <a:gd name="connsiteX728" fmla="*/ 44196 w 428625"/>
                <a:gd name="connsiteY728" fmla="*/ 309848 h 485775"/>
                <a:gd name="connsiteX729" fmla="*/ 44672 w 428625"/>
                <a:gd name="connsiteY729" fmla="*/ 310039 h 485775"/>
                <a:gd name="connsiteX730" fmla="*/ 45815 w 428625"/>
                <a:gd name="connsiteY730" fmla="*/ 310801 h 485775"/>
                <a:gd name="connsiteX731" fmla="*/ 46482 w 428625"/>
                <a:gd name="connsiteY731" fmla="*/ 311372 h 485775"/>
                <a:gd name="connsiteX732" fmla="*/ 47053 w 428625"/>
                <a:gd name="connsiteY732" fmla="*/ 312039 h 485775"/>
                <a:gd name="connsiteX733" fmla="*/ 49434 w 428625"/>
                <a:gd name="connsiteY733" fmla="*/ 316325 h 485775"/>
                <a:gd name="connsiteX734" fmla="*/ 49530 w 428625"/>
                <a:gd name="connsiteY734" fmla="*/ 317087 h 485775"/>
                <a:gd name="connsiteX735" fmla="*/ 49625 w 428625"/>
                <a:gd name="connsiteY735" fmla="*/ 318040 h 485775"/>
                <a:gd name="connsiteX736" fmla="*/ 49434 w 428625"/>
                <a:gd name="connsiteY736" fmla="*/ 319945 h 485775"/>
                <a:gd name="connsiteX737" fmla="*/ 49339 w 428625"/>
                <a:gd name="connsiteY737" fmla="*/ 320992 h 485775"/>
                <a:gd name="connsiteX738" fmla="*/ 49054 w 428625"/>
                <a:gd name="connsiteY738" fmla="*/ 321659 h 485775"/>
                <a:gd name="connsiteX739" fmla="*/ 47815 w 428625"/>
                <a:gd name="connsiteY739" fmla="*/ 324136 h 485775"/>
                <a:gd name="connsiteX740" fmla="*/ 47149 w 428625"/>
                <a:gd name="connsiteY740" fmla="*/ 324993 h 485775"/>
                <a:gd name="connsiteX741" fmla="*/ 45339 w 428625"/>
                <a:gd name="connsiteY741" fmla="*/ 326707 h 485775"/>
                <a:gd name="connsiteX742" fmla="*/ 43339 w 428625"/>
                <a:gd name="connsiteY742" fmla="*/ 329660 h 485775"/>
                <a:gd name="connsiteX743" fmla="*/ 43053 w 428625"/>
                <a:gd name="connsiteY743" fmla="*/ 329946 h 485775"/>
                <a:gd name="connsiteX744" fmla="*/ 42481 w 428625"/>
                <a:gd name="connsiteY744" fmla="*/ 330708 h 485775"/>
                <a:gd name="connsiteX745" fmla="*/ 42100 w 428625"/>
                <a:gd name="connsiteY745" fmla="*/ 331565 h 485775"/>
                <a:gd name="connsiteX746" fmla="*/ 40386 w 428625"/>
                <a:gd name="connsiteY746" fmla="*/ 337566 h 485775"/>
                <a:gd name="connsiteX747" fmla="*/ 40291 w 428625"/>
                <a:gd name="connsiteY747" fmla="*/ 338138 h 485775"/>
                <a:gd name="connsiteX748" fmla="*/ 40195 w 428625"/>
                <a:gd name="connsiteY748" fmla="*/ 338709 h 485775"/>
                <a:gd name="connsiteX749" fmla="*/ 40195 w 428625"/>
                <a:gd name="connsiteY749" fmla="*/ 339471 h 485775"/>
                <a:gd name="connsiteX750" fmla="*/ 40672 w 428625"/>
                <a:gd name="connsiteY750" fmla="*/ 341662 h 485775"/>
                <a:gd name="connsiteX751" fmla="*/ 40862 w 428625"/>
                <a:gd name="connsiteY751" fmla="*/ 342233 h 485775"/>
                <a:gd name="connsiteX752" fmla="*/ 41338 w 428625"/>
                <a:gd name="connsiteY752" fmla="*/ 342805 h 485775"/>
                <a:gd name="connsiteX753" fmla="*/ 42196 w 428625"/>
                <a:gd name="connsiteY753" fmla="*/ 343757 h 485775"/>
                <a:gd name="connsiteX754" fmla="*/ 42767 w 428625"/>
                <a:gd name="connsiteY754" fmla="*/ 344233 h 485775"/>
                <a:gd name="connsiteX755" fmla="*/ 43339 w 428625"/>
                <a:gd name="connsiteY755" fmla="*/ 344519 h 485775"/>
                <a:gd name="connsiteX756" fmla="*/ 48863 w 428625"/>
                <a:gd name="connsiteY756" fmla="*/ 345376 h 485775"/>
                <a:gd name="connsiteX757" fmla="*/ 49244 w 428625"/>
                <a:gd name="connsiteY757" fmla="*/ 345662 h 485775"/>
                <a:gd name="connsiteX758" fmla="*/ 49434 w 428625"/>
                <a:gd name="connsiteY758" fmla="*/ 345948 h 485775"/>
                <a:gd name="connsiteX759" fmla="*/ 49339 w 428625"/>
                <a:gd name="connsiteY759" fmla="*/ 346519 h 485775"/>
                <a:gd name="connsiteX760" fmla="*/ 48101 w 428625"/>
                <a:gd name="connsiteY760" fmla="*/ 347853 h 485775"/>
                <a:gd name="connsiteX761" fmla="*/ 47911 w 428625"/>
                <a:gd name="connsiteY761" fmla="*/ 348329 h 485775"/>
                <a:gd name="connsiteX762" fmla="*/ 47720 w 428625"/>
                <a:gd name="connsiteY762" fmla="*/ 348710 h 485775"/>
                <a:gd name="connsiteX763" fmla="*/ 47625 w 428625"/>
                <a:gd name="connsiteY763" fmla="*/ 349282 h 485775"/>
                <a:gd name="connsiteX764" fmla="*/ 47720 w 428625"/>
                <a:gd name="connsiteY764" fmla="*/ 349853 h 485775"/>
                <a:gd name="connsiteX765" fmla="*/ 48006 w 428625"/>
                <a:gd name="connsiteY765" fmla="*/ 350520 h 485775"/>
                <a:gd name="connsiteX766" fmla="*/ 48673 w 428625"/>
                <a:gd name="connsiteY766" fmla="*/ 351377 h 485775"/>
                <a:gd name="connsiteX767" fmla="*/ 49530 w 428625"/>
                <a:gd name="connsiteY767" fmla="*/ 352234 h 485775"/>
                <a:gd name="connsiteX768" fmla="*/ 49720 w 428625"/>
                <a:gd name="connsiteY768" fmla="*/ 352711 h 485775"/>
                <a:gd name="connsiteX769" fmla="*/ 49911 w 428625"/>
                <a:gd name="connsiteY769" fmla="*/ 353282 h 485775"/>
                <a:gd name="connsiteX770" fmla="*/ 50101 w 428625"/>
                <a:gd name="connsiteY770" fmla="*/ 354425 h 485775"/>
                <a:gd name="connsiteX771" fmla="*/ 50292 w 428625"/>
                <a:gd name="connsiteY771" fmla="*/ 355378 h 485775"/>
                <a:gd name="connsiteX772" fmla="*/ 50768 w 428625"/>
                <a:gd name="connsiteY772" fmla="*/ 356616 h 485775"/>
                <a:gd name="connsiteX773" fmla="*/ 51054 w 428625"/>
                <a:gd name="connsiteY773" fmla="*/ 357568 h 485775"/>
                <a:gd name="connsiteX774" fmla="*/ 51149 w 428625"/>
                <a:gd name="connsiteY774" fmla="*/ 358997 h 485775"/>
                <a:gd name="connsiteX775" fmla="*/ 51054 w 428625"/>
                <a:gd name="connsiteY775" fmla="*/ 360616 h 485775"/>
                <a:gd name="connsiteX776" fmla="*/ 51530 w 428625"/>
                <a:gd name="connsiteY776" fmla="*/ 362140 h 485775"/>
                <a:gd name="connsiteX777" fmla="*/ 53435 w 428625"/>
                <a:gd name="connsiteY777" fmla="*/ 365855 h 485775"/>
                <a:gd name="connsiteX778" fmla="*/ 54578 w 428625"/>
                <a:gd name="connsiteY778" fmla="*/ 365188 h 485775"/>
                <a:gd name="connsiteX779" fmla="*/ 55245 w 428625"/>
                <a:gd name="connsiteY779" fmla="*/ 364998 h 485775"/>
                <a:gd name="connsiteX780" fmla="*/ 55912 w 428625"/>
                <a:gd name="connsiteY780" fmla="*/ 364903 h 485775"/>
                <a:gd name="connsiteX781" fmla="*/ 56578 w 428625"/>
                <a:gd name="connsiteY781" fmla="*/ 364998 h 485775"/>
                <a:gd name="connsiteX782" fmla="*/ 58674 w 428625"/>
                <a:gd name="connsiteY782" fmla="*/ 365855 h 485775"/>
                <a:gd name="connsiteX783" fmla="*/ 59817 w 428625"/>
                <a:gd name="connsiteY783" fmla="*/ 366046 h 485775"/>
                <a:gd name="connsiteX784" fmla="*/ 60960 w 428625"/>
                <a:gd name="connsiteY784" fmla="*/ 366141 h 485775"/>
                <a:gd name="connsiteX785" fmla="*/ 62198 w 428625"/>
                <a:gd name="connsiteY785" fmla="*/ 365950 h 485775"/>
                <a:gd name="connsiteX786" fmla="*/ 63151 w 428625"/>
                <a:gd name="connsiteY786" fmla="*/ 365569 h 485775"/>
                <a:gd name="connsiteX787" fmla="*/ 64579 w 428625"/>
                <a:gd name="connsiteY787" fmla="*/ 364712 h 485775"/>
                <a:gd name="connsiteX788" fmla="*/ 65151 w 428625"/>
                <a:gd name="connsiteY788" fmla="*/ 364617 h 485775"/>
                <a:gd name="connsiteX789" fmla="*/ 65913 w 428625"/>
                <a:gd name="connsiteY789" fmla="*/ 365284 h 485775"/>
                <a:gd name="connsiteX790" fmla="*/ 66770 w 428625"/>
                <a:gd name="connsiteY790" fmla="*/ 366141 h 485775"/>
                <a:gd name="connsiteX791" fmla="*/ 69342 w 428625"/>
                <a:gd name="connsiteY791" fmla="*/ 369284 h 485775"/>
                <a:gd name="connsiteX792" fmla="*/ 69532 w 428625"/>
                <a:gd name="connsiteY792" fmla="*/ 369284 h 485775"/>
                <a:gd name="connsiteX793" fmla="*/ 69818 w 428625"/>
                <a:gd name="connsiteY793" fmla="*/ 369380 h 485775"/>
                <a:gd name="connsiteX794" fmla="*/ 70199 w 428625"/>
                <a:gd name="connsiteY794" fmla="*/ 369760 h 485775"/>
                <a:gd name="connsiteX795" fmla="*/ 70675 w 428625"/>
                <a:gd name="connsiteY795" fmla="*/ 370618 h 485775"/>
                <a:gd name="connsiteX796" fmla="*/ 70771 w 428625"/>
                <a:gd name="connsiteY796" fmla="*/ 372523 h 485775"/>
                <a:gd name="connsiteX797" fmla="*/ 70485 w 428625"/>
                <a:gd name="connsiteY797" fmla="*/ 373856 h 485775"/>
                <a:gd name="connsiteX798" fmla="*/ 69437 w 428625"/>
                <a:gd name="connsiteY798" fmla="*/ 375856 h 485775"/>
                <a:gd name="connsiteX799" fmla="*/ 69151 w 428625"/>
                <a:gd name="connsiteY799" fmla="*/ 376714 h 485775"/>
                <a:gd name="connsiteX800" fmla="*/ 69247 w 428625"/>
                <a:gd name="connsiteY800" fmla="*/ 377571 h 485775"/>
                <a:gd name="connsiteX801" fmla="*/ 69437 w 428625"/>
                <a:gd name="connsiteY801" fmla="*/ 378238 h 485775"/>
                <a:gd name="connsiteX802" fmla="*/ 70294 w 428625"/>
                <a:gd name="connsiteY802" fmla="*/ 378809 h 485775"/>
                <a:gd name="connsiteX803" fmla="*/ 70961 w 428625"/>
                <a:gd name="connsiteY803" fmla="*/ 379095 h 485775"/>
                <a:gd name="connsiteX804" fmla="*/ 73914 w 428625"/>
                <a:gd name="connsiteY804" fmla="*/ 379000 h 485775"/>
                <a:gd name="connsiteX805" fmla="*/ 77629 w 428625"/>
                <a:gd name="connsiteY805" fmla="*/ 377952 h 485775"/>
                <a:gd name="connsiteX806" fmla="*/ 78676 w 428625"/>
                <a:gd name="connsiteY806" fmla="*/ 377476 h 485775"/>
                <a:gd name="connsiteX807" fmla="*/ 79343 w 428625"/>
                <a:gd name="connsiteY807" fmla="*/ 376714 h 485775"/>
                <a:gd name="connsiteX808" fmla="*/ 79724 w 428625"/>
                <a:gd name="connsiteY808" fmla="*/ 375856 h 485775"/>
                <a:gd name="connsiteX809" fmla="*/ 79819 w 428625"/>
                <a:gd name="connsiteY809" fmla="*/ 374237 h 485775"/>
                <a:gd name="connsiteX810" fmla="*/ 79629 w 428625"/>
                <a:gd name="connsiteY810" fmla="*/ 373094 h 485775"/>
                <a:gd name="connsiteX811" fmla="*/ 78676 w 428625"/>
                <a:gd name="connsiteY811" fmla="*/ 370046 h 485775"/>
                <a:gd name="connsiteX812" fmla="*/ 78581 w 428625"/>
                <a:gd name="connsiteY812" fmla="*/ 369380 h 485775"/>
                <a:gd name="connsiteX813" fmla="*/ 78581 w 428625"/>
                <a:gd name="connsiteY813" fmla="*/ 369094 h 485775"/>
                <a:gd name="connsiteX814" fmla="*/ 78676 w 428625"/>
                <a:gd name="connsiteY814" fmla="*/ 368713 h 485775"/>
                <a:gd name="connsiteX815" fmla="*/ 78867 w 428625"/>
                <a:gd name="connsiteY815" fmla="*/ 368141 h 485775"/>
                <a:gd name="connsiteX816" fmla="*/ 79343 w 428625"/>
                <a:gd name="connsiteY816" fmla="*/ 367189 h 485775"/>
                <a:gd name="connsiteX817" fmla="*/ 80296 w 428625"/>
                <a:gd name="connsiteY817" fmla="*/ 366427 h 485775"/>
                <a:gd name="connsiteX818" fmla="*/ 81153 w 428625"/>
                <a:gd name="connsiteY818" fmla="*/ 366046 h 485775"/>
                <a:gd name="connsiteX819" fmla="*/ 83915 w 428625"/>
                <a:gd name="connsiteY819" fmla="*/ 365379 h 485775"/>
                <a:gd name="connsiteX820" fmla="*/ 84867 w 428625"/>
                <a:gd name="connsiteY820" fmla="*/ 364236 h 485775"/>
                <a:gd name="connsiteX821" fmla="*/ 86011 w 428625"/>
                <a:gd name="connsiteY821" fmla="*/ 362426 h 485775"/>
                <a:gd name="connsiteX822" fmla="*/ 89059 w 428625"/>
                <a:gd name="connsiteY822" fmla="*/ 354997 h 485775"/>
                <a:gd name="connsiteX823" fmla="*/ 89821 w 428625"/>
                <a:gd name="connsiteY823" fmla="*/ 353282 h 485775"/>
                <a:gd name="connsiteX824" fmla="*/ 91059 w 428625"/>
                <a:gd name="connsiteY824" fmla="*/ 351854 h 485775"/>
                <a:gd name="connsiteX825" fmla="*/ 93535 w 428625"/>
                <a:gd name="connsiteY825" fmla="*/ 352044 h 485775"/>
                <a:gd name="connsiteX826" fmla="*/ 94202 w 428625"/>
                <a:gd name="connsiteY826" fmla="*/ 352234 h 485775"/>
                <a:gd name="connsiteX827" fmla="*/ 95155 w 428625"/>
                <a:gd name="connsiteY827" fmla="*/ 352615 h 485775"/>
                <a:gd name="connsiteX828" fmla="*/ 95631 w 428625"/>
                <a:gd name="connsiteY828" fmla="*/ 352996 h 485775"/>
                <a:gd name="connsiteX829" fmla="*/ 96964 w 428625"/>
                <a:gd name="connsiteY829" fmla="*/ 354330 h 485775"/>
                <a:gd name="connsiteX830" fmla="*/ 97250 w 428625"/>
                <a:gd name="connsiteY830" fmla="*/ 354425 h 485775"/>
                <a:gd name="connsiteX831" fmla="*/ 97726 w 428625"/>
                <a:gd name="connsiteY831" fmla="*/ 354616 h 485775"/>
                <a:gd name="connsiteX832" fmla="*/ 100298 w 428625"/>
                <a:gd name="connsiteY832" fmla="*/ 354901 h 485775"/>
                <a:gd name="connsiteX833" fmla="*/ 101251 w 428625"/>
                <a:gd name="connsiteY833" fmla="*/ 355378 h 485775"/>
                <a:gd name="connsiteX834" fmla="*/ 101822 w 428625"/>
                <a:gd name="connsiteY834" fmla="*/ 356044 h 485775"/>
                <a:gd name="connsiteX835" fmla="*/ 101822 w 428625"/>
                <a:gd name="connsiteY835" fmla="*/ 357092 h 485775"/>
                <a:gd name="connsiteX836" fmla="*/ 101441 w 428625"/>
                <a:gd name="connsiteY836" fmla="*/ 358330 h 485775"/>
                <a:gd name="connsiteX837" fmla="*/ 99822 w 428625"/>
                <a:gd name="connsiteY837" fmla="*/ 361093 h 485775"/>
                <a:gd name="connsiteX838" fmla="*/ 99060 w 428625"/>
                <a:gd name="connsiteY838" fmla="*/ 362807 h 485775"/>
                <a:gd name="connsiteX839" fmla="*/ 98774 w 428625"/>
                <a:gd name="connsiteY839" fmla="*/ 364236 h 485775"/>
                <a:gd name="connsiteX840" fmla="*/ 98965 w 428625"/>
                <a:gd name="connsiteY840" fmla="*/ 365379 h 485775"/>
                <a:gd name="connsiteX841" fmla="*/ 99536 w 428625"/>
                <a:gd name="connsiteY841" fmla="*/ 366046 h 485775"/>
                <a:gd name="connsiteX842" fmla="*/ 101060 w 428625"/>
                <a:gd name="connsiteY842" fmla="*/ 366141 h 485775"/>
                <a:gd name="connsiteX843" fmla="*/ 103346 w 428625"/>
                <a:gd name="connsiteY843" fmla="*/ 365855 h 485775"/>
                <a:gd name="connsiteX844" fmla="*/ 107918 w 428625"/>
                <a:gd name="connsiteY844" fmla="*/ 364712 h 485775"/>
                <a:gd name="connsiteX845" fmla="*/ 110014 w 428625"/>
                <a:gd name="connsiteY845" fmla="*/ 365188 h 485775"/>
                <a:gd name="connsiteX846" fmla="*/ 111347 w 428625"/>
                <a:gd name="connsiteY846" fmla="*/ 365855 h 485775"/>
                <a:gd name="connsiteX847" fmla="*/ 112014 w 428625"/>
                <a:gd name="connsiteY847" fmla="*/ 366903 h 485775"/>
                <a:gd name="connsiteX848" fmla="*/ 113347 w 428625"/>
                <a:gd name="connsiteY848" fmla="*/ 368332 h 485775"/>
                <a:gd name="connsiteX849" fmla="*/ 113919 w 428625"/>
                <a:gd name="connsiteY849" fmla="*/ 369189 h 485775"/>
                <a:gd name="connsiteX850" fmla="*/ 114586 w 428625"/>
                <a:gd name="connsiteY850" fmla="*/ 370808 h 485775"/>
                <a:gd name="connsiteX851" fmla="*/ 115443 w 428625"/>
                <a:gd name="connsiteY851" fmla="*/ 371284 h 485775"/>
                <a:gd name="connsiteX852" fmla="*/ 116586 w 428625"/>
                <a:gd name="connsiteY852" fmla="*/ 371284 h 485775"/>
                <a:gd name="connsiteX853" fmla="*/ 119253 w 428625"/>
                <a:gd name="connsiteY853" fmla="*/ 369475 h 485775"/>
                <a:gd name="connsiteX854" fmla="*/ 119824 w 428625"/>
                <a:gd name="connsiteY854" fmla="*/ 368808 h 485775"/>
                <a:gd name="connsiteX855" fmla="*/ 120777 w 428625"/>
                <a:gd name="connsiteY855" fmla="*/ 367474 h 485775"/>
                <a:gd name="connsiteX856" fmla="*/ 124206 w 428625"/>
                <a:gd name="connsiteY856" fmla="*/ 359378 h 485775"/>
                <a:gd name="connsiteX857" fmla="*/ 124492 w 428625"/>
                <a:gd name="connsiteY857" fmla="*/ 358807 h 485775"/>
                <a:gd name="connsiteX858" fmla="*/ 125063 w 428625"/>
                <a:gd name="connsiteY858" fmla="*/ 358140 h 485775"/>
                <a:gd name="connsiteX859" fmla="*/ 127444 w 428625"/>
                <a:gd name="connsiteY859" fmla="*/ 355949 h 485775"/>
                <a:gd name="connsiteX860" fmla="*/ 128492 w 428625"/>
                <a:gd name="connsiteY860" fmla="*/ 355282 h 485775"/>
                <a:gd name="connsiteX861" fmla="*/ 129635 w 428625"/>
                <a:gd name="connsiteY861" fmla="*/ 354806 h 485775"/>
                <a:gd name="connsiteX862" fmla="*/ 131350 w 428625"/>
                <a:gd name="connsiteY862" fmla="*/ 354425 h 485775"/>
                <a:gd name="connsiteX863" fmla="*/ 133159 w 428625"/>
                <a:gd name="connsiteY863" fmla="*/ 354425 h 485775"/>
                <a:gd name="connsiteX864" fmla="*/ 134874 w 428625"/>
                <a:gd name="connsiteY864" fmla="*/ 354330 h 485775"/>
                <a:gd name="connsiteX865" fmla="*/ 135541 w 428625"/>
                <a:gd name="connsiteY865" fmla="*/ 354139 h 485775"/>
                <a:gd name="connsiteX866" fmla="*/ 136207 w 428625"/>
                <a:gd name="connsiteY866" fmla="*/ 353663 h 485775"/>
                <a:gd name="connsiteX867" fmla="*/ 139732 w 428625"/>
                <a:gd name="connsiteY867" fmla="*/ 349377 h 485775"/>
                <a:gd name="connsiteX868" fmla="*/ 140208 w 428625"/>
                <a:gd name="connsiteY868" fmla="*/ 348520 h 485775"/>
                <a:gd name="connsiteX869" fmla="*/ 140494 w 428625"/>
                <a:gd name="connsiteY869" fmla="*/ 347758 h 485775"/>
                <a:gd name="connsiteX870" fmla="*/ 140494 w 428625"/>
                <a:gd name="connsiteY870" fmla="*/ 347377 h 485775"/>
                <a:gd name="connsiteX871" fmla="*/ 140494 w 428625"/>
                <a:gd name="connsiteY871" fmla="*/ 347186 h 485775"/>
                <a:gd name="connsiteX872" fmla="*/ 140208 w 428625"/>
                <a:gd name="connsiteY872" fmla="*/ 345948 h 485775"/>
                <a:gd name="connsiteX873" fmla="*/ 140208 w 428625"/>
                <a:gd name="connsiteY873" fmla="*/ 345186 h 485775"/>
                <a:gd name="connsiteX874" fmla="*/ 140398 w 428625"/>
                <a:gd name="connsiteY874" fmla="*/ 344614 h 485775"/>
                <a:gd name="connsiteX875" fmla="*/ 141065 w 428625"/>
                <a:gd name="connsiteY875" fmla="*/ 343376 h 485775"/>
                <a:gd name="connsiteX876" fmla="*/ 141256 w 428625"/>
                <a:gd name="connsiteY876" fmla="*/ 342614 h 485775"/>
                <a:gd name="connsiteX877" fmla="*/ 141256 w 428625"/>
                <a:gd name="connsiteY877" fmla="*/ 341852 h 485775"/>
                <a:gd name="connsiteX878" fmla="*/ 140875 w 428625"/>
                <a:gd name="connsiteY878" fmla="*/ 340519 h 485775"/>
                <a:gd name="connsiteX879" fmla="*/ 140970 w 428625"/>
                <a:gd name="connsiteY879" fmla="*/ 339757 h 485775"/>
                <a:gd name="connsiteX880" fmla="*/ 141160 w 428625"/>
                <a:gd name="connsiteY880" fmla="*/ 339090 h 485775"/>
                <a:gd name="connsiteX881" fmla="*/ 141827 w 428625"/>
                <a:gd name="connsiteY881" fmla="*/ 338614 h 485775"/>
                <a:gd name="connsiteX882" fmla="*/ 142970 w 428625"/>
                <a:gd name="connsiteY882" fmla="*/ 338233 h 485775"/>
                <a:gd name="connsiteX883" fmla="*/ 148114 w 428625"/>
                <a:gd name="connsiteY883" fmla="*/ 339376 h 485775"/>
                <a:gd name="connsiteX884" fmla="*/ 150685 w 428625"/>
                <a:gd name="connsiteY884" fmla="*/ 339566 h 485775"/>
                <a:gd name="connsiteX885" fmla="*/ 151924 w 428625"/>
                <a:gd name="connsiteY885" fmla="*/ 339852 h 485775"/>
                <a:gd name="connsiteX886" fmla="*/ 152686 w 428625"/>
                <a:gd name="connsiteY886" fmla="*/ 340519 h 485775"/>
                <a:gd name="connsiteX887" fmla="*/ 152876 w 428625"/>
                <a:gd name="connsiteY887" fmla="*/ 341281 h 485775"/>
                <a:gd name="connsiteX888" fmla="*/ 152590 w 428625"/>
                <a:gd name="connsiteY888" fmla="*/ 342805 h 485775"/>
                <a:gd name="connsiteX889" fmla="*/ 152590 w 428625"/>
                <a:gd name="connsiteY889" fmla="*/ 343757 h 485775"/>
                <a:gd name="connsiteX890" fmla="*/ 153067 w 428625"/>
                <a:gd name="connsiteY890" fmla="*/ 344424 h 485775"/>
                <a:gd name="connsiteX891" fmla="*/ 153829 w 428625"/>
                <a:gd name="connsiteY891" fmla="*/ 344900 h 485775"/>
                <a:gd name="connsiteX892" fmla="*/ 154686 w 428625"/>
                <a:gd name="connsiteY892" fmla="*/ 344996 h 485775"/>
                <a:gd name="connsiteX893" fmla="*/ 167068 w 428625"/>
                <a:gd name="connsiteY893" fmla="*/ 344996 h 485775"/>
                <a:gd name="connsiteX894" fmla="*/ 168497 w 428625"/>
                <a:gd name="connsiteY894" fmla="*/ 344329 h 485775"/>
                <a:gd name="connsiteX895" fmla="*/ 169354 w 428625"/>
                <a:gd name="connsiteY895" fmla="*/ 343376 h 485775"/>
                <a:gd name="connsiteX896" fmla="*/ 169926 w 428625"/>
                <a:gd name="connsiteY896" fmla="*/ 341376 h 485775"/>
                <a:gd name="connsiteX897" fmla="*/ 170878 w 428625"/>
                <a:gd name="connsiteY897" fmla="*/ 337280 h 485775"/>
                <a:gd name="connsiteX898" fmla="*/ 171164 w 428625"/>
                <a:gd name="connsiteY898" fmla="*/ 336328 h 485775"/>
                <a:gd name="connsiteX899" fmla="*/ 171640 w 428625"/>
                <a:gd name="connsiteY899" fmla="*/ 335471 h 485775"/>
                <a:gd name="connsiteX900" fmla="*/ 172212 w 428625"/>
                <a:gd name="connsiteY900" fmla="*/ 334994 h 485775"/>
                <a:gd name="connsiteX901" fmla="*/ 172593 w 428625"/>
                <a:gd name="connsiteY901" fmla="*/ 334804 h 485775"/>
                <a:gd name="connsiteX902" fmla="*/ 173926 w 428625"/>
                <a:gd name="connsiteY902" fmla="*/ 335185 h 485775"/>
                <a:gd name="connsiteX903" fmla="*/ 174498 w 428625"/>
                <a:gd name="connsiteY903" fmla="*/ 335947 h 485775"/>
                <a:gd name="connsiteX904" fmla="*/ 176879 w 428625"/>
                <a:gd name="connsiteY904" fmla="*/ 337947 h 485775"/>
                <a:gd name="connsiteX905" fmla="*/ 177260 w 428625"/>
                <a:gd name="connsiteY905" fmla="*/ 338233 h 485775"/>
                <a:gd name="connsiteX906" fmla="*/ 179451 w 428625"/>
                <a:gd name="connsiteY906" fmla="*/ 338614 h 485775"/>
                <a:gd name="connsiteX907" fmla="*/ 179927 w 428625"/>
                <a:gd name="connsiteY907" fmla="*/ 338804 h 485775"/>
                <a:gd name="connsiteX908" fmla="*/ 186595 w 428625"/>
                <a:gd name="connsiteY908" fmla="*/ 342233 h 485775"/>
                <a:gd name="connsiteX909" fmla="*/ 187642 w 428625"/>
                <a:gd name="connsiteY909" fmla="*/ 342519 h 485775"/>
                <a:gd name="connsiteX910" fmla="*/ 189833 w 428625"/>
                <a:gd name="connsiteY910" fmla="*/ 342805 h 485775"/>
                <a:gd name="connsiteX911" fmla="*/ 191738 w 428625"/>
                <a:gd name="connsiteY911" fmla="*/ 343376 h 485775"/>
                <a:gd name="connsiteX912" fmla="*/ 193167 w 428625"/>
                <a:gd name="connsiteY912" fmla="*/ 344138 h 485775"/>
                <a:gd name="connsiteX913" fmla="*/ 193643 w 428625"/>
                <a:gd name="connsiteY913" fmla="*/ 344329 h 485775"/>
                <a:gd name="connsiteX914" fmla="*/ 194119 w 428625"/>
                <a:gd name="connsiteY914" fmla="*/ 344329 h 485775"/>
                <a:gd name="connsiteX915" fmla="*/ 195739 w 428625"/>
                <a:gd name="connsiteY915" fmla="*/ 344138 h 485775"/>
                <a:gd name="connsiteX916" fmla="*/ 196120 w 428625"/>
                <a:gd name="connsiteY916" fmla="*/ 344138 h 485775"/>
                <a:gd name="connsiteX917" fmla="*/ 196501 w 428625"/>
                <a:gd name="connsiteY917" fmla="*/ 344329 h 485775"/>
                <a:gd name="connsiteX918" fmla="*/ 196882 w 428625"/>
                <a:gd name="connsiteY918" fmla="*/ 344519 h 485775"/>
                <a:gd name="connsiteX919" fmla="*/ 198406 w 428625"/>
                <a:gd name="connsiteY919" fmla="*/ 346138 h 485775"/>
                <a:gd name="connsiteX920" fmla="*/ 198596 w 428625"/>
                <a:gd name="connsiteY920" fmla="*/ 346519 h 485775"/>
                <a:gd name="connsiteX921" fmla="*/ 198787 w 428625"/>
                <a:gd name="connsiteY921" fmla="*/ 346805 h 485775"/>
                <a:gd name="connsiteX922" fmla="*/ 198882 w 428625"/>
                <a:gd name="connsiteY922" fmla="*/ 347186 h 485775"/>
                <a:gd name="connsiteX923" fmla="*/ 198691 w 428625"/>
                <a:gd name="connsiteY923" fmla="*/ 347853 h 485775"/>
                <a:gd name="connsiteX924" fmla="*/ 198215 w 428625"/>
                <a:gd name="connsiteY924" fmla="*/ 348996 h 485775"/>
                <a:gd name="connsiteX925" fmla="*/ 197453 w 428625"/>
                <a:gd name="connsiteY925" fmla="*/ 350139 h 485775"/>
                <a:gd name="connsiteX926" fmla="*/ 197263 w 428625"/>
                <a:gd name="connsiteY926" fmla="*/ 350710 h 485775"/>
                <a:gd name="connsiteX927" fmla="*/ 196501 w 428625"/>
                <a:gd name="connsiteY927" fmla="*/ 357664 h 485775"/>
                <a:gd name="connsiteX928" fmla="*/ 195263 w 428625"/>
                <a:gd name="connsiteY928" fmla="*/ 363760 h 485775"/>
                <a:gd name="connsiteX929" fmla="*/ 194691 w 428625"/>
                <a:gd name="connsiteY929" fmla="*/ 365665 h 485775"/>
                <a:gd name="connsiteX930" fmla="*/ 192881 w 428625"/>
                <a:gd name="connsiteY930" fmla="*/ 369665 h 485775"/>
                <a:gd name="connsiteX931" fmla="*/ 192405 w 428625"/>
                <a:gd name="connsiteY931" fmla="*/ 371665 h 485775"/>
                <a:gd name="connsiteX932" fmla="*/ 192309 w 428625"/>
                <a:gd name="connsiteY932" fmla="*/ 372332 h 485775"/>
                <a:gd name="connsiteX933" fmla="*/ 192309 w 428625"/>
                <a:gd name="connsiteY933" fmla="*/ 373094 h 485775"/>
                <a:gd name="connsiteX934" fmla="*/ 192500 w 428625"/>
                <a:gd name="connsiteY934" fmla="*/ 374237 h 485775"/>
                <a:gd name="connsiteX935" fmla="*/ 192691 w 428625"/>
                <a:gd name="connsiteY935" fmla="*/ 374999 h 485775"/>
                <a:gd name="connsiteX936" fmla="*/ 192976 w 428625"/>
                <a:gd name="connsiteY936" fmla="*/ 375475 h 485775"/>
                <a:gd name="connsiteX937" fmla="*/ 195072 w 428625"/>
                <a:gd name="connsiteY937" fmla="*/ 378809 h 485775"/>
                <a:gd name="connsiteX938" fmla="*/ 196215 w 428625"/>
                <a:gd name="connsiteY938" fmla="*/ 380143 h 485775"/>
                <a:gd name="connsiteX939" fmla="*/ 197263 w 428625"/>
                <a:gd name="connsiteY939" fmla="*/ 380905 h 485775"/>
                <a:gd name="connsiteX940" fmla="*/ 198120 w 428625"/>
                <a:gd name="connsiteY940" fmla="*/ 381286 h 485775"/>
                <a:gd name="connsiteX941" fmla="*/ 199072 w 428625"/>
                <a:gd name="connsiteY941" fmla="*/ 381571 h 485775"/>
                <a:gd name="connsiteX942" fmla="*/ 199549 w 428625"/>
                <a:gd name="connsiteY942" fmla="*/ 381667 h 485775"/>
                <a:gd name="connsiteX943" fmla="*/ 200025 w 428625"/>
                <a:gd name="connsiteY943" fmla="*/ 381571 h 485775"/>
                <a:gd name="connsiteX944" fmla="*/ 200406 w 428625"/>
                <a:gd name="connsiteY944" fmla="*/ 381381 h 485775"/>
                <a:gd name="connsiteX945" fmla="*/ 200692 w 428625"/>
                <a:gd name="connsiteY945" fmla="*/ 381000 h 485775"/>
                <a:gd name="connsiteX946" fmla="*/ 200882 w 428625"/>
                <a:gd name="connsiteY946" fmla="*/ 380333 h 485775"/>
                <a:gd name="connsiteX947" fmla="*/ 200882 w 428625"/>
                <a:gd name="connsiteY947" fmla="*/ 379285 h 485775"/>
                <a:gd name="connsiteX948" fmla="*/ 200977 w 428625"/>
                <a:gd name="connsiteY948" fmla="*/ 378523 h 485775"/>
                <a:gd name="connsiteX949" fmla="*/ 201263 w 428625"/>
                <a:gd name="connsiteY949" fmla="*/ 377762 h 485775"/>
                <a:gd name="connsiteX950" fmla="*/ 201644 w 428625"/>
                <a:gd name="connsiteY950" fmla="*/ 377476 h 485775"/>
                <a:gd name="connsiteX951" fmla="*/ 202120 w 428625"/>
                <a:gd name="connsiteY951" fmla="*/ 377380 h 485775"/>
                <a:gd name="connsiteX952" fmla="*/ 202597 w 428625"/>
                <a:gd name="connsiteY952" fmla="*/ 377476 h 485775"/>
                <a:gd name="connsiteX953" fmla="*/ 203549 w 428625"/>
                <a:gd name="connsiteY953" fmla="*/ 377762 h 485775"/>
                <a:gd name="connsiteX954" fmla="*/ 204121 w 428625"/>
                <a:gd name="connsiteY954" fmla="*/ 377857 h 485775"/>
                <a:gd name="connsiteX955" fmla="*/ 206407 w 428625"/>
                <a:gd name="connsiteY955" fmla="*/ 377762 h 485775"/>
                <a:gd name="connsiteX956" fmla="*/ 209455 w 428625"/>
                <a:gd name="connsiteY956" fmla="*/ 377476 h 485775"/>
                <a:gd name="connsiteX957" fmla="*/ 212503 w 428625"/>
                <a:gd name="connsiteY957" fmla="*/ 375761 h 485775"/>
                <a:gd name="connsiteX958" fmla="*/ 213074 w 428625"/>
                <a:gd name="connsiteY958" fmla="*/ 375666 h 485775"/>
                <a:gd name="connsiteX959" fmla="*/ 213265 w 428625"/>
                <a:gd name="connsiteY959" fmla="*/ 375856 h 485775"/>
                <a:gd name="connsiteX960" fmla="*/ 213265 w 428625"/>
                <a:gd name="connsiteY960" fmla="*/ 376238 h 485775"/>
                <a:gd name="connsiteX961" fmla="*/ 212884 w 428625"/>
                <a:gd name="connsiteY961" fmla="*/ 377095 h 485775"/>
                <a:gd name="connsiteX962" fmla="*/ 212788 w 428625"/>
                <a:gd name="connsiteY962" fmla="*/ 377571 h 485775"/>
                <a:gd name="connsiteX963" fmla="*/ 213169 w 428625"/>
                <a:gd name="connsiteY963" fmla="*/ 378047 h 485775"/>
                <a:gd name="connsiteX964" fmla="*/ 214598 w 428625"/>
                <a:gd name="connsiteY964" fmla="*/ 378238 h 485775"/>
                <a:gd name="connsiteX965" fmla="*/ 214884 w 428625"/>
                <a:gd name="connsiteY965" fmla="*/ 378523 h 485775"/>
                <a:gd name="connsiteX966" fmla="*/ 214503 w 428625"/>
                <a:gd name="connsiteY966" fmla="*/ 379000 h 485775"/>
                <a:gd name="connsiteX967" fmla="*/ 210502 w 428625"/>
                <a:gd name="connsiteY967" fmla="*/ 381952 h 485775"/>
                <a:gd name="connsiteX968" fmla="*/ 210217 w 428625"/>
                <a:gd name="connsiteY968" fmla="*/ 382524 h 485775"/>
                <a:gd name="connsiteX969" fmla="*/ 210026 w 428625"/>
                <a:gd name="connsiteY969" fmla="*/ 383286 h 485775"/>
                <a:gd name="connsiteX970" fmla="*/ 210121 w 428625"/>
                <a:gd name="connsiteY970" fmla="*/ 384619 h 485775"/>
                <a:gd name="connsiteX971" fmla="*/ 209931 w 428625"/>
                <a:gd name="connsiteY971" fmla="*/ 385572 h 485775"/>
                <a:gd name="connsiteX972" fmla="*/ 209645 w 428625"/>
                <a:gd name="connsiteY972" fmla="*/ 386810 h 485775"/>
                <a:gd name="connsiteX973" fmla="*/ 208693 w 428625"/>
                <a:gd name="connsiteY973" fmla="*/ 388239 h 485775"/>
                <a:gd name="connsiteX974" fmla="*/ 207550 w 428625"/>
                <a:gd name="connsiteY974" fmla="*/ 389763 h 485775"/>
                <a:gd name="connsiteX975" fmla="*/ 206407 w 428625"/>
                <a:gd name="connsiteY975" fmla="*/ 391858 h 485775"/>
                <a:gd name="connsiteX976" fmla="*/ 206026 w 428625"/>
                <a:gd name="connsiteY976" fmla="*/ 392430 h 485775"/>
                <a:gd name="connsiteX977" fmla="*/ 205645 w 428625"/>
                <a:gd name="connsiteY977" fmla="*/ 392811 h 485775"/>
                <a:gd name="connsiteX978" fmla="*/ 205264 w 428625"/>
                <a:gd name="connsiteY978" fmla="*/ 393001 h 485775"/>
                <a:gd name="connsiteX979" fmla="*/ 204788 w 428625"/>
                <a:gd name="connsiteY979" fmla="*/ 393097 h 485775"/>
                <a:gd name="connsiteX980" fmla="*/ 203073 w 428625"/>
                <a:gd name="connsiteY980" fmla="*/ 393097 h 485775"/>
                <a:gd name="connsiteX981" fmla="*/ 202692 w 428625"/>
                <a:gd name="connsiteY981" fmla="*/ 393192 h 485775"/>
                <a:gd name="connsiteX982" fmla="*/ 202311 w 428625"/>
                <a:gd name="connsiteY982" fmla="*/ 393573 h 485775"/>
                <a:gd name="connsiteX983" fmla="*/ 202216 w 428625"/>
                <a:gd name="connsiteY983" fmla="*/ 394240 h 485775"/>
                <a:gd name="connsiteX984" fmla="*/ 202311 w 428625"/>
                <a:gd name="connsiteY984" fmla="*/ 396812 h 485775"/>
                <a:gd name="connsiteX985" fmla="*/ 202216 w 428625"/>
                <a:gd name="connsiteY985" fmla="*/ 397383 h 485775"/>
                <a:gd name="connsiteX986" fmla="*/ 202120 w 428625"/>
                <a:gd name="connsiteY986" fmla="*/ 397955 h 485775"/>
                <a:gd name="connsiteX987" fmla="*/ 201930 w 428625"/>
                <a:gd name="connsiteY987" fmla="*/ 398621 h 485775"/>
                <a:gd name="connsiteX988" fmla="*/ 201454 w 428625"/>
                <a:gd name="connsiteY988" fmla="*/ 399383 h 485775"/>
                <a:gd name="connsiteX989" fmla="*/ 201168 w 428625"/>
                <a:gd name="connsiteY989" fmla="*/ 399955 h 485775"/>
                <a:gd name="connsiteX990" fmla="*/ 200977 w 428625"/>
                <a:gd name="connsiteY990" fmla="*/ 400526 h 485775"/>
                <a:gd name="connsiteX991" fmla="*/ 201168 w 428625"/>
                <a:gd name="connsiteY991" fmla="*/ 401193 h 485775"/>
                <a:gd name="connsiteX992" fmla="*/ 202692 w 428625"/>
                <a:gd name="connsiteY992" fmla="*/ 404527 h 485775"/>
                <a:gd name="connsiteX993" fmla="*/ 202787 w 428625"/>
                <a:gd name="connsiteY993" fmla="*/ 404908 h 485775"/>
                <a:gd name="connsiteX994" fmla="*/ 202882 w 428625"/>
                <a:gd name="connsiteY994" fmla="*/ 405479 h 485775"/>
                <a:gd name="connsiteX995" fmla="*/ 202216 w 428625"/>
                <a:gd name="connsiteY995" fmla="*/ 409480 h 485775"/>
                <a:gd name="connsiteX996" fmla="*/ 202216 w 428625"/>
                <a:gd name="connsiteY996" fmla="*/ 410146 h 485775"/>
                <a:gd name="connsiteX997" fmla="*/ 202216 w 428625"/>
                <a:gd name="connsiteY997" fmla="*/ 410718 h 485775"/>
                <a:gd name="connsiteX998" fmla="*/ 202406 w 428625"/>
                <a:gd name="connsiteY998" fmla="*/ 411194 h 485775"/>
                <a:gd name="connsiteX999" fmla="*/ 202406 w 428625"/>
                <a:gd name="connsiteY999" fmla="*/ 411671 h 485775"/>
                <a:gd name="connsiteX1000" fmla="*/ 202311 w 428625"/>
                <a:gd name="connsiteY1000" fmla="*/ 412337 h 485775"/>
                <a:gd name="connsiteX1001" fmla="*/ 202025 w 428625"/>
                <a:gd name="connsiteY1001" fmla="*/ 413194 h 485775"/>
                <a:gd name="connsiteX1002" fmla="*/ 201263 w 428625"/>
                <a:gd name="connsiteY1002" fmla="*/ 414433 h 485775"/>
                <a:gd name="connsiteX1003" fmla="*/ 200120 w 428625"/>
                <a:gd name="connsiteY1003" fmla="*/ 416052 h 485775"/>
                <a:gd name="connsiteX1004" fmla="*/ 199930 w 428625"/>
                <a:gd name="connsiteY1004" fmla="*/ 416433 h 485775"/>
                <a:gd name="connsiteX1005" fmla="*/ 199834 w 428625"/>
                <a:gd name="connsiteY1005" fmla="*/ 417005 h 485775"/>
                <a:gd name="connsiteX1006" fmla="*/ 199834 w 428625"/>
                <a:gd name="connsiteY1006" fmla="*/ 418338 h 485775"/>
                <a:gd name="connsiteX1007" fmla="*/ 199739 w 428625"/>
                <a:gd name="connsiteY1007" fmla="*/ 419005 h 485775"/>
                <a:gd name="connsiteX1008" fmla="*/ 199358 w 428625"/>
                <a:gd name="connsiteY1008" fmla="*/ 419576 h 485775"/>
                <a:gd name="connsiteX1009" fmla="*/ 197072 w 428625"/>
                <a:gd name="connsiteY1009" fmla="*/ 422338 h 485775"/>
                <a:gd name="connsiteX1010" fmla="*/ 196691 w 428625"/>
                <a:gd name="connsiteY1010" fmla="*/ 422624 h 485775"/>
                <a:gd name="connsiteX1011" fmla="*/ 196310 w 428625"/>
                <a:gd name="connsiteY1011" fmla="*/ 422719 h 485775"/>
                <a:gd name="connsiteX1012" fmla="*/ 195834 w 428625"/>
                <a:gd name="connsiteY1012" fmla="*/ 422815 h 485775"/>
                <a:gd name="connsiteX1013" fmla="*/ 194119 w 428625"/>
                <a:gd name="connsiteY1013" fmla="*/ 422910 h 485775"/>
                <a:gd name="connsiteX1014" fmla="*/ 192786 w 428625"/>
                <a:gd name="connsiteY1014" fmla="*/ 423291 h 485775"/>
                <a:gd name="connsiteX1015" fmla="*/ 191929 w 428625"/>
                <a:gd name="connsiteY1015" fmla="*/ 423672 h 485775"/>
                <a:gd name="connsiteX1016" fmla="*/ 191167 w 428625"/>
                <a:gd name="connsiteY1016" fmla="*/ 424148 h 485775"/>
                <a:gd name="connsiteX1017" fmla="*/ 190500 w 428625"/>
                <a:gd name="connsiteY1017" fmla="*/ 424720 h 485775"/>
                <a:gd name="connsiteX1018" fmla="*/ 189928 w 428625"/>
                <a:gd name="connsiteY1018" fmla="*/ 425387 h 485775"/>
                <a:gd name="connsiteX1019" fmla="*/ 189643 w 428625"/>
                <a:gd name="connsiteY1019" fmla="*/ 425958 h 485775"/>
                <a:gd name="connsiteX1020" fmla="*/ 189452 w 428625"/>
                <a:gd name="connsiteY1020" fmla="*/ 426910 h 485775"/>
                <a:gd name="connsiteX1021" fmla="*/ 189357 w 428625"/>
                <a:gd name="connsiteY1021" fmla="*/ 428720 h 485775"/>
                <a:gd name="connsiteX1022" fmla="*/ 189071 w 428625"/>
                <a:gd name="connsiteY1022" fmla="*/ 429863 h 485775"/>
                <a:gd name="connsiteX1023" fmla="*/ 188595 w 428625"/>
                <a:gd name="connsiteY1023" fmla="*/ 430816 h 485775"/>
                <a:gd name="connsiteX1024" fmla="*/ 188119 w 428625"/>
                <a:gd name="connsiteY1024" fmla="*/ 431197 h 485775"/>
                <a:gd name="connsiteX1025" fmla="*/ 187738 w 428625"/>
                <a:gd name="connsiteY1025" fmla="*/ 431482 h 485775"/>
                <a:gd name="connsiteX1026" fmla="*/ 186118 w 428625"/>
                <a:gd name="connsiteY1026" fmla="*/ 432244 h 485775"/>
                <a:gd name="connsiteX1027" fmla="*/ 185833 w 428625"/>
                <a:gd name="connsiteY1027" fmla="*/ 432625 h 485775"/>
                <a:gd name="connsiteX1028" fmla="*/ 185642 w 428625"/>
                <a:gd name="connsiteY1028" fmla="*/ 433102 h 485775"/>
                <a:gd name="connsiteX1029" fmla="*/ 185738 w 428625"/>
                <a:gd name="connsiteY1029" fmla="*/ 434054 h 485775"/>
                <a:gd name="connsiteX1030" fmla="*/ 186023 w 428625"/>
                <a:gd name="connsiteY1030" fmla="*/ 435388 h 485775"/>
                <a:gd name="connsiteX1031" fmla="*/ 186023 w 428625"/>
                <a:gd name="connsiteY1031" fmla="*/ 435578 h 485775"/>
                <a:gd name="connsiteX1032" fmla="*/ 186023 w 428625"/>
                <a:gd name="connsiteY1032" fmla="*/ 435864 h 485775"/>
                <a:gd name="connsiteX1033" fmla="*/ 185833 w 428625"/>
                <a:gd name="connsiteY1033" fmla="*/ 436435 h 485775"/>
                <a:gd name="connsiteX1034" fmla="*/ 185261 w 428625"/>
                <a:gd name="connsiteY1034" fmla="*/ 437864 h 485775"/>
                <a:gd name="connsiteX1035" fmla="*/ 184690 w 428625"/>
                <a:gd name="connsiteY1035" fmla="*/ 438626 h 485775"/>
                <a:gd name="connsiteX1036" fmla="*/ 182308 w 428625"/>
                <a:gd name="connsiteY1036" fmla="*/ 441198 h 485775"/>
                <a:gd name="connsiteX1037" fmla="*/ 181737 w 428625"/>
                <a:gd name="connsiteY1037" fmla="*/ 441674 h 485775"/>
                <a:gd name="connsiteX1038" fmla="*/ 180499 w 428625"/>
                <a:gd name="connsiteY1038" fmla="*/ 442341 h 485775"/>
                <a:gd name="connsiteX1039" fmla="*/ 180118 w 428625"/>
                <a:gd name="connsiteY1039" fmla="*/ 442531 h 485775"/>
                <a:gd name="connsiteX1040" fmla="*/ 177641 w 428625"/>
                <a:gd name="connsiteY1040" fmla="*/ 443008 h 485775"/>
                <a:gd name="connsiteX1041" fmla="*/ 177165 w 428625"/>
                <a:gd name="connsiteY1041" fmla="*/ 443103 h 485775"/>
                <a:gd name="connsiteX1042" fmla="*/ 176784 w 428625"/>
                <a:gd name="connsiteY1042" fmla="*/ 443389 h 485775"/>
                <a:gd name="connsiteX1043" fmla="*/ 176498 w 428625"/>
                <a:gd name="connsiteY1043" fmla="*/ 443674 h 485775"/>
                <a:gd name="connsiteX1044" fmla="*/ 176213 w 428625"/>
                <a:gd name="connsiteY1044" fmla="*/ 444151 h 485775"/>
                <a:gd name="connsiteX1045" fmla="*/ 174593 w 428625"/>
                <a:gd name="connsiteY1045" fmla="*/ 449199 h 485775"/>
                <a:gd name="connsiteX1046" fmla="*/ 173450 w 428625"/>
                <a:gd name="connsiteY1046" fmla="*/ 451961 h 485775"/>
                <a:gd name="connsiteX1047" fmla="*/ 173164 w 428625"/>
                <a:gd name="connsiteY1047" fmla="*/ 452914 h 485775"/>
                <a:gd name="connsiteX1048" fmla="*/ 173164 w 428625"/>
                <a:gd name="connsiteY1048" fmla="*/ 453485 h 485775"/>
                <a:gd name="connsiteX1049" fmla="*/ 173164 w 428625"/>
                <a:gd name="connsiteY1049" fmla="*/ 455200 h 485775"/>
                <a:gd name="connsiteX1050" fmla="*/ 173259 w 428625"/>
                <a:gd name="connsiteY1050" fmla="*/ 455771 h 485775"/>
                <a:gd name="connsiteX1051" fmla="*/ 173450 w 428625"/>
                <a:gd name="connsiteY1051" fmla="*/ 456343 h 485775"/>
                <a:gd name="connsiteX1052" fmla="*/ 174022 w 428625"/>
                <a:gd name="connsiteY1052" fmla="*/ 457390 h 485775"/>
                <a:gd name="connsiteX1053" fmla="*/ 176308 w 428625"/>
                <a:gd name="connsiteY1053" fmla="*/ 460438 h 485775"/>
                <a:gd name="connsiteX1054" fmla="*/ 177260 w 428625"/>
                <a:gd name="connsiteY1054" fmla="*/ 463010 h 485775"/>
                <a:gd name="connsiteX1055" fmla="*/ 177546 w 428625"/>
                <a:gd name="connsiteY1055" fmla="*/ 463391 h 485775"/>
                <a:gd name="connsiteX1056" fmla="*/ 177832 w 428625"/>
                <a:gd name="connsiteY1056" fmla="*/ 463772 h 485775"/>
                <a:gd name="connsiteX1057" fmla="*/ 178594 w 428625"/>
                <a:gd name="connsiteY1057" fmla="*/ 464344 h 485775"/>
                <a:gd name="connsiteX1058" fmla="*/ 179260 w 428625"/>
                <a:gd name="connsiteY1058" fmla="*/ 464630 h 485775"/>
                <a:gd name="connsiteX1059" fmla="*/ 179927 w 428625"/>
                <a:gd name="connsiteY1059" fmla="*/ 464534 h 485775"/>
                <a:gd name="connsiteX1060" fmla="*/ 180499 w 428625"/>
                <a:gd name="connsiteY1060" fmla="*/ 464344 h 485775"/>
                <a:gd name="connsiteX1061" fmla="*/ 183070 w 428625"/>
                <a:gd name="connsiteY1061" fmla="*/ 462248 h 485775"/>
                <a:gd name="connsiteX1062" fmla="*/ 184404 w 428625"/>
                <a:gd name="connsiteY1062" fmla="*/ 459581 h 485775"/>
                <a:gd name="connsiteX1063" fmla="*/ 185928 w 428625"/>
                <a:gd name="connsiteY1063" fmla="*/ 455009 h 485775"/>
                <a:gd name="connsiteX1064" fmla="*/ 186404 w 428625"/>
                <a:gd name="connsiteY1064" fmla="*/ 454057 h 485775"/>
                <a:gd name="connsiteX1065" fmla="*/ 186880 w 428625"/>
                <a:gd name="connsiteY1065" fmla="*/ 453485 h 485775"/>
                <a:gd name="connsiteX1066" fmla="*/ 187166 w 428625"/>
                <a:gd name="connsiteY1066" fmla="*/ 453295 h 485775"/>
                <a:gd name="connsiteX1067" fmla="*/ 188500 w 428625"/>
                <a:gd name="connsiteY1067" fmla="*/ 452818 h 485775"/>
                <a:gd name="connsiteX1068" fmla="*/ 190405 w 428625"/>
                <a:gd name="connsiteY1068" fmla="*/ 451675 h 485775"/>
                <a:gd name="connsiteX1069" fmla="*/ 196786 w 428625"/>
                <a:gd name="connsiteY1069" fmla="*/ 445580 h 485775"/>
                <a:gd name="connsiteX1070" fmla="*/ 197929 w 428625"/>
                <a:gd name="connsiteY1070" fmla="*/ 444817 h 485775"/>
                <a:gd name="connsiteX1071" fmla="*/ 198691 w 428625"/>
                <a:gd name="connsiteY1071" fmla="*/ 444437 h 485775"/>
                <a:gd name="connsiteX1072" fmla="*/ 199168 w 428625"/>
                <a:gd name="connsiteY1072" fmla="*/ 444627 h 485775"/>
                <a:gd name="connsiteX1073" fmla="*/ 199549 w 428625"/>
                <a:gd name="connsiteY1073" fmla="*/ 444913 h 485775"/>
                <a:gd name="connsiteX1074" fmla="*/ 201549 w 428625"/>
                <a:gd name="connsiteY1074" fmla="*/ 447104 h 485775"/>
                <a:gd name="connsiteX1075" fmla="*/ 202216 w 428625"/>
                <a:gd name="connsiteY1075" fmla="*/ 447580 h 485775"/>
                <a:gd name="connsiteX1076" fmla="*/ 202787 w 428625"/>
                <a:gd name="connsiteY1076" fmla="*/ 447484 h 485775"/>
                <a:gd name="connsiteX1077" fmla="*/ 203454 w 428625"/>
                <a:gd name="connsiteY1077" fmla="*/ 447294 h 485775"/>
                <a:gd name="connsiteX1078" fmla="*/ 206597 w 428625"/>
                <a:gd name="connsiteY1078" fmla="*/ 445675 h 485775"/>
                <a:gd name="connsiteX1079" fmla="*/ 207169 w 428625"/>
                <a:gd name="connsiteY1079" fmla="*/ 445580 h 485775"/>
                <a:gd name="connsiteX1080" fmla="*/ 207835 w 428625"/>
                <a:gd name="connsiteY1080" fmla="*/ 445580 h 485775"/>
                <a:gd name="connsiteX1081" fmla="*/ 208312 w 428625"/>
                <a:gd name="connsiteY1081" fmla="*/ 445770 h 485775"/>
                <a:gd name="connsiteX1082" fmla="*/ 209931 w 428625"/>
                <a:gd name="connsiteY1082" fmla="*/ 446627 h 485775"/>
                <a:gd name="connsiteX1083" fmla="*/ 210312 w 428625"/>
                <a:gd name="connsiteY1083" fmla="*/ 446818 h 485775"/>
                <a:gd name="connsiteX1084" fmla="*/ 210598 w 428625"/>
                <a:gd name="connsiteY1084" fmla="*/ 447199 h 485775"/>
                <a:gd name="connsiteX1085" fmla="*/ 210788 w 428625"/>
                <a:gd name="connsiteY1085" fmla="*/ 447580 h 485775"/>
                <a:gd name="connsiteX1086" fmla="*/ 210883 w 428625"/>
                <a:gd name="connsiteY1086" fmla="*/ 448056 h 485775"/>
                <a:gd name="connsiteX1087" fmla="*/ 210883 w 428625"/>
                <a:gd name="connsiteY1087" fmla="*/ 448627 h 485775"/>
                <a:gd name="connsiteX1088" fmla="*/ 210788 w 428625"/>
                <a:gd name="connsiteY1088" fmla="*/ 449104 h 485775"/>
                <a:gd name="connsiteX1089" fmla="*/ 210693 w 428625"/>
                <a:gd name="connsiteY1089" fmla="*/ 449580 h 485775"/>
                <a:gd name="connsiteX1090" fmla="*/ 209931 w 428625"/>
                <a:gd name="connsiteY1090" fmla="*/ 451294 h 485775"/>
                <a:gd name="connsiteX1091" fmla="*/ 209836 w 428625"/>
                <a:gd name="connsiteY1091" fmla="*/ 451675 h 485775"/>
                <a:gd name="connsiteX1092" fmla="*/ 209931 w 428625"/>
                <a:gd name="connsiteY1092" fmla="*/ 452152 h 485775"/>
                <a:gd name="connsiteX1093" fmla="*/ 210121 w 428625"/>
                <a:gd name="connsiteY1093" fmla="*/ 452533 h 485775"/>
                <a:gd name="connsiteX1094" fmla="*/ 210502 w 428625"/>
                <a:gd name="connsiteY1094" fmla="*/ 452818 h 485775"/>
                <a:gd name="connsiteX1095" fmla="*/ 212598 w 428625"/>
                <a:gd name="connsiteY1095" fmla="*/ 454247 h 485775"/>
                <a:gd name="connsiteX1096" fmla="*/ 213360 w 428625"/>
                <a:gd name="connsiteY1096" fmla="*/ 454914 h 485775"/>
                <a:gd name="connsiteX1097" fmla="*/ 213550 w 428625"/>
                <a:gd name="connsiteY1097" fmla="*/ 455295 h 485775"/>
                <a:gd name="connsiteX1098" fmla="*/ 213741 w 428625"/>
                <a:gd name="connsiteY1098" fmla="*/ 455676 h 485775"/>
                <a:gd name="connsiteX1099" fmla="*/ 213646 w 428625"/>
                <a:gd name="connsiteY1099" fmla="*/ 456247 h 485775"/>
                <a:gd name="connsiteX1100" fmla="*/ 213550 w 428625"/>
                <a:gd name="connsiteY1100" fmla="*/ 456629 h 485775"/>
                <a:gd name="connsiteX1101" fmla="*/ 213265 w 428625"/>
                <a:gd name="connsiteY1101" fmla="*/ 457295 h 485775"/>
                <a:gd name="connsiteX1102" fmla="*/ 212884 w 428625"/>
                <a:gd name="connsiteY1102" fmla="*/ 457962 h 485775"/>
                <a:gd name="connsiteX1103" fmla="*/ 212598 w 428625"/>
                <a:gd name="connsiteY1103" fmla="*/ 458819 h 485775"/>
                <a:gd name="connsiteX1104" fmla="*/ 212122 w 428625"/>
                <a:gd name="connsiteY1104" fmla="*/ 459581 h 485775"/>
                <a:gd name="connsiteX1105" fmla="*/ 211359 w 428625"/>
                <a:gd name="connsiteY1105" fmla="*/ 460724 h 485775"/>
                <a:gd name="connsiteX1106" fmla="*/ 211074 w 428625"/>
                <a:gd name="connsiteY1106" fmla="*/ 461010 h 485775"/>
                <a:gd name="connsiteX1107" fmla="*/ 211074 w 428625"/>
                <a:gd name="connsiteY1107" fmla="*/ 461486 h 485775"/>
                <a:gd name="connsiteX1108" fmla="*/ 211074 w 428625"/>
                <a:gd name="connsiteY1108" fmla="*/ 461963 h 485775"/>
                <a:gd name="connsiteX1109" fmla="*/ 211169 w 428625"/>
                <a:gd name="connsiteY1109" fmla="*/ 462343 h 485775"/>
                <a:gd name="connsiteX1110" fmla="*/ 212122 w 428625"/>
                <a:gd name="connsiteY1110" fmla="*/ 464725 h 485775"/>
                <a:gd name="connsiteX1111" fmla="*/ 212407 w 428625"/>
                <a:gd name="connsiteY1111" fmla="*/ 465582 h 485775"/>
                <a:gd name="connsiteX1112" fmla="*/ 212693 w 428625"/>
                <a:gd name="connsiteY1112" fmla="*/ 467582 h 485775"/>
                <a:gd name="connsiteX1113" fmla="*/ 212693 w 428625"/>
                <a:gd name="connsiteY1113" fmla="*/ 468058 h 485775"/>
                <a:gd name="connsiteX1114" fmla="*/ 212598 w 428625"/>
                <a:gd name="connsiteY1114" fmla="*/ 468535 h 485775"/>
                <a:gd name="connsiteX1115" fmla="*/ 212026 w 428625"/>
                <a:gd name="connsiteY1115" fmla="*/ 469773 h 485775"/>
                <a:gd name="connsiteX1116" fmla="*/ 212026 w 428625"/>
                <a:gd name="connsiteY1116" fmla="*/ 470154 h 485775"/>
                <a:gd name="connsiteX1117" fmla="*/ 212122 w 428625"/>
                <a:gd name="connsiteY1117" fmla="*/ 470535 h 485775"/>
                <a:gd name="connsiteX1118" fmla="*/ 212312 w 428625"/>
                <a:gd name="connsiteY1118" fmla="*/ 470916 h 485775"/>
                <a:gd name="connsiteX1119" fmla="*/ 214313 w 428625"/>
                <a:gd name="connsiteY1119" fmla="*/ 473107 h 485775"/>
                <a:gd name="connsiteX1120" fmla="*/ 214503 w 428625"/>
                <a:gd name="connsiteY1120" fmla="*/ 473583 h 485775"/>
                <a:gd name="connsiteX1121" fmla="*/ 214598 w 428625"/>
                <a:gd name="connsiteY1121" fmla="*/ 473964 h 485775"/>
                <a:gd name="connsiteX1122" fmla="*/ 214693 w 428625"/>
                <a:gd name="connsiteY1122" fmla="*/ 474535 h 485775"/>
                <a:gd name="connsiteX1123" fmla="*/ 214693 w 428625"/>
                <a:gd name="connsiteY1123" fmla="*/ 475012 h 485775"/>
                <a:gd name="connsiteX1124" fmla="*/ 214598 w 428625"/>
                <a:gd name="connsiteY1124" fmla="*/ 475583 h 485775"/>
                <a:gd name="connsiteX1125" fmla="*/ 213455 w 428625"/>
                <a:gd name="connsiteY1125" fmla="*/ 479393 h 485775"/>
                <a:gd name="connsiteX1126" fmla="*/ 211074 w 428625"/>
                <a:gd name="connsiteY1126" fmla="*/ 483775 h 485775"/>
                <a:gd name="connsiteX1127" fmla="*/ 210979 w 428625"/>
                <a:gd name="connsiteY1127" fmla="*/ 484251 h 485775"/>
                <a:gd name="connsiteX1128" fmla="*/ 210883 w 428625"/>
                <a:gd name="connsiteY1128" fmla="*/ 484822 h 485775"/>
                <a:gd name="connsiteX1129" fmla="*/ 210979 w 428625"/>
                <a:gd name="connsiteY1129" fmla="*/ 485299 h 485775"/>
                <a:gd name="connsiteX1130" fmla="*/ 211359 w 428625"/>
                <a:gd name="connsiteY1130" fmla="*/ 485680 h 485775"/>
                <a:gd name="connsiteX1131" fmla="*/ 211836 w 428625"/>
                <a:gd name="connsiteY1131" fmla="*/ 485870 h 485775"/>
                <a:gd name="connsiteX1132" fmla="*/ 213741 w 428625"/>
                <a:gd name="connsiteY1132" fmla="*/ 486156 h 485775"/>
                <a:gd name="connsiteX1133" fmla="*/ 214789 w 428625"/>
                <a:gd name="connsiteY1133" fmla="*/ 486632 h 485775"/>
                <a:gd name="connsiteX1134" fmla="*/ 215646 w 428625"/>
                <a:gd name="connsiteY1134" fmla="*/ 487204 h 485775"/>
                <a:gd name="connsiteX1135" fmla="*/ 216884 w 428625"/>
                <a:gd name="connsiteY1135" fmla="*/ 488251 h 485775"/>
                <a:gd name="connsiteX1136" fmla="*/ 217551 w 428625"/>
                <a:gd name="connsiteY1136" fmla="*/ 488632 h 485775"/>
                <a:gd name="connsiteX1137" fmla="*/ 218122 w 428625"/>
                <a:gd name="connsiteY1137" fmla="*/ 488728 h 485775"/>
                <a:gd name="connsiteX1138" fmla="*/ 218789 w 428625"/>
                <a:gd name="connsiteY1138" fmla="*/ 488156 h 485775"/>
                <a:gd name="connsiteX1139" fmla="*/ 219361 w 428625"/>
                <a:gd name="connsiteY1139" fmla="*/ 487585 h 485775"/>
                <a:gd name="connsiteX1140" fmla="*/ 222218 w 428625"/>
                <a:gd name="connsiteY1140" fmla="*/ 483680 h 485775"/>
                <a:gd name="connsiteX1141" fmla="*/ 222599 w 428625"/>
                <a:gd name="connsiteY1141" fmla="*/ 483394 h 485775"/>
                <a:gd name="connsiteX1142" fmla="*/ 222980 w 428625"/>
                <a:gd name="connsiteY1142" fmla="*/ 483298 h 485775"/>
                <a:gd name="connsiteX1143" fmla="*/ 223456 w 428625"/>
                <a:gd name="connsiteY1143" fmla="*/ 483203 h 485775"/>
                <a:gd name="connsiteX1144" fmla="*/ 225171 w 428625"/>
                <a:gd name="connsiteY1144" fmla="*/ 483394 h 485775"/>
                <a:gd name="connsiteX1145" fmla="*/ 225647 w 428625"/>
                <a:gd name="connsiteY1145" fmla="*/ 483298 h 485775"/>
                <a:gd name="connsiteX1146" fmla="*/ 226028 w 428625"/>
                <a:gd name="connsiteY1146" fmla="*/ 483108 h 485775"/>
                <a:gd name="connsiteX1147" fmla="*/ 226314 w 428625"/>
                <a:gd name="connsiteY1147" fmla="*/ 482727 h 485775"/>
                <a:gd name="connsiteX1148" fmla="*/ 226409 w 428625"/>
                <a:gd name="connsiteY1148" fmla="*/ 482251 h 485775"/>
                <a:gd name="connsiteX1149" fmla="*/ 226695 w 428625"/>
                <a:gd name="connsiteY1149" fmla="*/ 480631 h 485775"/>
                <a:gd name="connsiteX1150" fmla="*/ 227171 w 428625"/>
                <a:gd name="connsiteY1150" fmla="*/ 479203 h 485775"/>
                <a:gd name="connsiteX1151" fmla="*/ 227362 w 428625"/>
                <a:gd name="connsiteY1151" fmla="*/ 478822 h 485775"/>
                <a:gd name="connsiteX1152" fmla="*/ 227647 w 428625"/>
                <a:gd name="connsiteY1152" fmla="*/ 478441 h 485775"/>
                <a:gd name="connsiteX1153" fmla="*/ 228219 w 428625"/>
                <a:gd name="connsiteY1153" fmla="*/ 477869 h 485775"/>
                <a:gd name="connsiteX1154" fmla="*/ 228886 w 428625"/>
                <a:gd name="connsiteY1154" fmla="*/ 477298 h 485775"/>
                <a:gd name="connsiteX1155" fmla="*/ 229648 w 428625"/>
                <a:gd name="connsiteY1155" fmla="*/ 476821 h 485775"/>
                <a:gd name="connsiteX1156" fmla="*/ 230124 w 428625"/>
                <a:gd name="connsiteY1156" fmla="*/ 476726 h 485775"/>
                <a:gd name="connsiteX1157" fmla="*/ 240506 w 428625"/>
                <a:gd name="connsiteY1157" fmla="*/ 478346 h 485775"/>
                <a:gd name="connsiteX1158" fmla="*/ 242697 w 428625"/>
                <a:gd name="connsiteY1158" fmla="*/ 478346 h 485775"/>
                <a:gd name="connsiteX1159" fmla="*/ 245269 w 428625"/>
                <a:gd name="connsiteY1159" fmla="*/ 478060 h 485775"/>
                <a:gd name="connsiteX1160" fmla="*/ 248031 w 428625"/>
                <a:gd name="connsiteY1160" fmla="*/ 478155 h 485775"/>
                <a:gd name="connsiteX1161" fmla="*/ 248602 w 428625"/>
                <a:gd name="connsiteY1161" fmla="*/ 478060 h 485775"/>
                <a:gd name="connsiteX1162" fmla="*/ 248983 w 428625"/>
                <a:gd name="connsiteY1162" fmla="*/ 477869 h 485775"/>
                <a:gd name="connsiteX1163" fmla="*/ 249459 w 428625"/>
                <a:gd name="connsiteY1163" fmla="*/ 477583 h 485775"/>
                <a:gd name="connsiteX1164" fmla="*/ 249936 w 428625"/>
                <a:gd name="connsiteY1164" fmla="*/ 477393 h 485775"/>
                <a:gd name="connsiteX1165" fmla="*/ 250793 w 428625"/>
                <a:gd name="connsiteY1165" fmla="*/ 477107 h 485775"/>
                <a:gd name="connsiteX1166" fmla="*/ 251365 w 428625"/>
                <a:gd name="connsiteY1166" fmla="*/ 477107 h 485775"/>
                <a:gd name="connsiteX1167" fmla="*/ 252031 w 428625"/>
                <a:gd name="connsiteY1167" fmla="*/ 477202 h 485775"/>
                <a:gd name="connsiteX1168" fmla="*/ 254794 w 428625"/>
                <a:gd name="connsiteY1168" fmla="*/ 478155 h 485775"/>
                <a:gd name="connsiteX1169" fmla="*/ 255651 w 428625"/>
                <a:gd name="connsiteY1169" fmla="*/ 478536 h 485775"/>
                <a:gd name="connsiteX1170" fmla="*/ 256032 w 428625"/>
                <a:gd name="connsiteY1170" fmla="*/ 478822 h 485775"/>
                <a:gd name="connsiteX1171" fmla="*/ 256222 w 428625"/>
                <a:gd name="connsiteY1171" fmla="*/ 479203 h 485775"/>
                <a:gd name="connsiteX1172" fmla="*/ 256318 w 428625"/>
                <a:gd name="connsiteY1172" fmla="*/ 479584 h 485775"/>
                <a:gd name="connsiteX1173" fmla="*/ 256413 w 428625"/>
                <a:gd name="connsiteY1173" fmla="*/ 480536 h 485775"/>
                <a:gd name="connsiteX1174" fmla="*/ 258223 w 428625"/>
                <a:gd name="connsiteY1174" fmla="*/ 479965 h 485775"/>
                <a:gd name="connsiteX1175" fmla="*/ 258889 w 428625"/>
                <a:gd name="connsiteY1175" fmla="*/ 479203 h 485775"/>
                <a:gd name="connsiteX1176" fmla="*/ 260699 w 428625"/>
                <a:gd name="connsiteY1176" fmla="*/ 476536 h 485775"/>
                <a:gd name="connsiteX1177" fmla="*/ 261366 w 428625"/>
                <a:gd name="connsiteY1177" fmla="*/ 475774 h 485775"/>
                <a:gd name="connsiteX1178" fmla="*/ 262033 w 428625"/>
                <a:gd name="connsiteY1178" fmla="*/ 475202 h 485775"/>
                <a:gd name="connsiteX1179" fmla="*/ 264033 w 428625"/>
                <a:gd name="connsiteY1179" fmla="*/ 474155 h 485775"/>
                <a:gd name="connsiteX1180" fmla="*/ 264700 w 428625"/>
                <a:gd name="connsiteY1180" fmla="*/ 473869 h 485775"/>
                <a:gd name="connsiteX1181" fmla="*/ 265271 w 428625"/>
                <a:gd name="connsiteY1181" fmla="*/ 473869 h 485775"/>
                <a:gd name="connsiteX1182" fmla="*/ 265557 w 428625"/>
                <a:gd name="connsiteY1182" fmla="*/ 474059 h 485775"/>
                <a:gd name="connsiteX1183" fmla="*/ 265843 w 428625"/>
                <a:gd name="connsiteY1183" fmla="*/ 474440 h 485775"/>
                <a:gd name="connsiteX1184" fmla="*/ 266319 w 428625"/>
                <a:gd name="connsiteY1184" fmla="*/ 475202 h 485775"/>
                <a:gd name="connsiteX1185" fmla="*/ 266509 w 428625"/>
                <a:gd name="connsiteY1185" fmla="*/ 475488 h 485775"/>
                <a:gd name="connsiteX1186" fmla="*/ 266890 w 428625"/>
                <a:gd name="connsiteY1186" fmla="*/ 475869 h 485775"/>
                <a:gd name="connsiteX1187" fmla="*/ 267271 w 428625"/>
                <a:gd name="connsiteY1187" fmla="*/ 476155 h 485775"/>
                <a:gd name="connsiteX1188" fmla="*/ 267843 w 428625"/>
                <a:gd name="connsiteY1188" fmla="*/ 476250 h 485775"/>
                <a:gd name="connsiteX1189" fmla="*/ 268129 w 428625"/>
                <a:gd name="connsiteY1189" fmla="*/ 475964 h 485775"/>
                <a:gd name="connsiteX1190" fmla="*/ 268319 w 428625"/>
                <a:gd name="connsiteY1190" fmla="*/ 475488 h 485775"/>
                <a:gd name="connsiteX1191" fmla="*/ 268319 w 428625"/>
                <a:gd name="connsiteY1191" fmla="*/ 474345 h 485775"/>
                <a:gd name="connsiteX1192" fmla="*/ 268605 w 428625"/>
                <a:gd name="connsiteY1192" fmla="*/ 472154 h 485775"/>
                <a:gd name="connsiteX1193" fmla="*/ 269938 w 428625"/>
                <a:gd name="connsiteY1193" fmla="*/ 467106 h 485775"/>
                <a:gd name="connsiteX1194" fmla="*/ 270034 w 428625"/>
                <a:gd name="connsiteY1194" fmla="*/ 466630 h 485775"/>
                <a:gd name="connsiteX1195" fmla="*/ 270129 w 428625"/>
                <a:gd name="connsiteY1195" fmla="*/ 466058 h 485775"/>
                <a:gd name="connsiteX1196" fmla="*/ 270034 w 428625"/>
                <a:gd name="connsiteY1196" fmla="*/ 465582 h 485775"/>
                <a:gd name="connsiteX1197" fmla="*/ 269843 w 428625"/>
                <a:gd name="connsiteY1197" fmla="*/ 465106 h 485775"/>
                <a:gd name="connsiteX1198" fmla="*/ 269653 w 428625"/>
                <a:gd name="connsiteY1198" fmla="*/ 464725 h 485775"/>
                <a:gd name="connsiteX1199" fmla="*/ 269272 w 428625"/>
                <a:gd name="connsiteY1199" fmla="*/ 464439 h 485775"/>
                <a:gd name="connsiteX1200" fmla="*/ 267748 w 428625"/>
                <a:gd name="connsiteY1200" fmla="*/ 463487 h 485775"/>
                <a:gd name="connsiteX1201" fmla="*/ 267462 w 428625"/>
                <a:gd name="connsiteY1201" fmla="*/ 463296 h 485775"/>
                <a:gd name="connsiteX1202" fmla="*/ 266795 w 428625"/>
                <a:gd name="connsiteY1202" fmla="*/ 462629 h 485775"/>
                <a:gd name="connsiteX1203" fmla="*/ 266605 w 428625"/>
                <a:gd name="connsiteY1203" fmla="*/ 462248 h 485775"/>
                <a:gd name="connsiteX1204" fmla="*/ 266414 w 428625"/>
                <a:gd name="connsiteY1204" fmla="*/ 461867 h 485775"/>
                <a:gd name="connsiteX1205" fmla="*/ 266509 w 428625"/>
                <a:gd name="connsiteY1205" fmla="*/ 460819 h 485775"/>
                <a:gd name="connsiteX1206" fmla="*/ 266890 w 428625"/>
                <a:gd name="connsiteY1206" fmla="*/ 459296 h 485775"/>
                <a:gd name="connsiteX1207" fmla="*/ 268605 w 428625"/>
                <a:gd name="connsiteY1207" fmla="*/ 454438 h 485775"/>
                <a:gd name="connsiteX1208" fmla="*/ 268891 w 428625"/>
                <a:gd name="connsiteY1208" fmla="*/ 453390 h 485775"/>
                <a:gd name="connsiteX1209" fmla="*/ 268986 w 428625"/>
                <a:gd name="connsiteY1209" fmla="*/ 452152 h 485775"/>
                <a:gd name="connsiteX1210" fmla="*/ 268986 w 428625"/>
                <a:gd name="connsiteY1210" fmla="*/ 451390 h 485775"/>
                <a:gd name="connsiteX1211" fmla="*/ 269272 w 428625"/>
                <a:gd name="connsiteY1211" fmla="*/ 450437 h 485775"/>
                <a:gd name="connsiteX1212" fmla="*/ 271272 w 428625"/>
                <a:gd name="connsiteY1212" fmla="*/ 443960 h 485775"/>
                <a:gd name="connsiteX1213" fmla="*/ 271367 w 428625"/>
                <a:gd name="connsiteY1213" fmla="*/ 442055 h 485775"/>
                <a:gd name="connsiteX1214" fmla="*/ 271558 w 428625"/>
                <a:gd name="connsiteY1214" fmla="*/ 440912 h 485775"/>
                <a:gd name="connsiteX1215" fmla="*/ 271748 w 428625"/>
                <a:gd name="connsiteY1215" fmla="*/ 440341 h 485775"/>
                <a:gd name="connsiteX1216" fmla="*/ 272034 w 428625"/>
                <a:gd name="connsiteY1216" fmla="*/ 440055 h 485775"/>
                <a:gd name="connsiteX1217" fmla="*/ 272320 w 428625"/>
                <a:gd name="connsiteY1217" fmla="*/ 439864 h 485775"/>
                <a:gd name="connsiteX1218" fmla="*/ 272796 w 428625"/>
                <a:gd name="connsiteY1218" fmla="*/ 439769 h 485775"/>
                <a:gd name="connsiteX1219" fmla="*/ 273272 w 428625"/>
                <a:gd name="connsiteY1219" fmla="*/ 439769 h 485775"/>
                <a:gd name="connsiteX1220" fmla="*/ 273844 w 428625"/>
                <a:gd name="connsiteY1220" fmla="*/ 439769 h 485775"/>
                <a:gd name="connsiteX1221" fmla="*/ 274225 w 428625"/>
                <a:gd name="connsiteY1221" fmla="*/ 439960 h 485775"/>
                <a:gd name="connsiteX1222" fmla="*/ 274606 w 428625"/>
                <a:gd name="connsiteY1222" fmla="*/ 440246 h 485775"/>
                <a:gd name="connsiteX1223" fmla="*/ 276415 w 428625"/>
                <a:gd name="connsiteY1223" fmla="*/ 441579 h 485775"/>
                <a:gd name="connsiteX1224" fmla="*/ 276796 w 428625"/>
                <a:gd name="connsiteY1224" fmla="*/ 441769 h 485775"/>
                <a:gd name="connsiteX1225" fmla="*/ 277273 w 428625"/>
                <a:gd name="connsiteY1225" fmla="*/ 441960 h 485775"/>
                <a:gd name="connsiteX1226" fmla="*/ 277749 w 428625"/>
                <a:gd name="connsiteY1226" fmla="*/ 441960 h 485775"/>
                <a:gd name="connsiteX1227" fmla="*/ 283178 w 428625"/>
                <a:gd name="connsiteY1227" fmla="*/ 441484 h 485775"/>
                <a:gd name="connsiteX1228" fmla="*/ 287274 w 428625"/>
                <a:gd name="connsiteY1228" fmla="*/ 443103 h 485775"/>
                <a:gd name="connsiteX1229" fmla="*/ 288893 w 428625"/>
                <a:gd name="connsiteY1229" fmla="*/ 443293 h 485775"/>
                <a:gd name="connsiteX1230" fmla="*/ 290226 w 428625"/>
                <a:gd name="connsiteY1230" fmla="*/ 442913 h 485775"/>
                <a:gd name="connsiteX1231" fmla="*/ 291655 w 428625"/>
                <a:gd name="connsiteY1231" fmla="*/ 442722 h 485775"/>
                <a:gd name="connsiteX1232" fmla="*/ 292513 w 428625"/>
                <a:gd name="connsiteY1232" fmla="*/ 442817 h 485775"/>
                <a:gd name="connsiteX1233" fmla="*/ 293370 w 428625"/>
                <a:gd name="connsiteY1233" fmla="*/ 443008 h 485775"/>
                <a:gd name="connsiteX1234" fmla="*/ 296799 w 428625"/>
                <a:gd name="connsiteY1234" fmla="*/ 444341 h 485775"/>
                <a:gd name="connsiteX1235" fmla="*/ 298799 w 428625"/>
                <a:gd name="connsiteY1235" fmla="*/ 445484 h 485775"/>
                <a:gd name="connsiteX1236" fmla="*/ 299561 w 428625"/>
                <a:gd name="connsiteY1236" fmla="*/ 445675 h 485775"/>
                <a:gd name="connsiteX1237" fmla="*/ 300228 w 428625"/>
                <a:gd name="connsiteY1237" fmla="*/ 445770 h 485775"/>
                <a:gd name="connsiteX1238" fmla="*/ 305562 w 428625"/>
                <a:gd name="connsiteY1238" fmla="*/ 445294 h 485775"/>
                <a:gd name="connsiteX1239" fmla="*/ 306514 w 428625"/>
                <a:gd name="connsiteY1239" fmla="*/ 445484 h 485775"/>
                <a:gd name="connsiteX1240" fmla="*/ 307657 w 428625"/>
                <a:gd name="connsiteY1240" fmla="*/ 445960 h 485775"/>
                <a:gd name="connsiteX1241" fmla="*/ 308705 w 428625"/>
                <a:gd name="connsiteY1241" fmla="*/ 446627 h 485775"/>
                <a:gd name="connsiteX1242" fmla="*/ 309753 w 428625"/>
                <a:gd name="connsiteY1242" fmla="*/ 447484 h 485775"/>
                <a:gd name="connsiteX1243" fmla="*/ 311086 w 428625"/>
                <a:gd name="connsiteY1243" fmla="*/ 449104 h 485775"/>
                <a:gd name="connsiteX1244" fmla="*/ 311467 w 428625"/>
                <a:gd name="connsiteY1244" fmla="*/ 449866 h 485775"/>
                <a:gd name="connsiteX1245" fmla="*/ 311848 w 428625"/>
                <a:gd name="connsiteY1245" fmla="*/ 450723 h 485775"/>
                <a:gd name="connsiteX1246" fmla="*/ 312134 w 428625"/>
                <a:gd name="connsiteY1246" fmla="*/ 451580 h 485775"/>
                <a:gd name="connsiteX1247" fmla="*/ 312230 w 428625"/>
                <a:gd name="connsiteY1247" fmla="*/ 451866 h 485775"/>
                <a:gd name="connsiteX1248" fmla="*/ 312230 w 428625"/>
                <a:gd name="connsiteY1248" fmla="*/ 452247 h 485775"/>
                <a:gd name="connsiteX1249" fmla="*/ 312230 w 428625"/>
                <a:gd name="connsiteY1249" fmla="*/ 454342 h 485775"/>
                <a:gd name="connsiteX1250" fmla="*/ 312325 w 428625"/>
                <a:gd name="connsiteY1250" fmla="*/ 454819 h 485775"/>
                <a:gd name="connsiteX1251" fmla="*/ 312420 w 428625"/>
                <a:gd name="connsiteY1251" fmla="*/ 455295 h 485775"/>
                <a:gd name="connsiteX1252" fmla="*/ 312610 w 428625"/>
                <a:gd name="connsiteY1252" fmla="*/ 455771 h 485775"/>
                <a:gd name="connsiteX1253" fmla="*/ 312801 w 428625"/>
                <a:gd name="connsiteY1253" fmla="*/ 456057 h 485775"/>
                <a:gd name="connsiteX1254" fmla="*/ 313658 w 428625"/>
                <a:gd name="connsiteY1254" fmla="*/ 457295 h 485775"/>
                <a:gd name="connsiteX1255" fmla="*/ 313753 w 428625"/>
                <a:gd name="connsiteY1255" fmla="*/ 457486 h 485775"/>
                <a:gd name="connsiteX1256" fmla="*/ 318421 w 428625"/>
                <a:gd name="connsiteY1256" fmla="*/ 460534 h 485775"/>
                <a:gd name="connsiteX1257" fmla="*/ 320040 w 428625"/>
                <a:gd name="connsiteY1257" fmla="*/ 461867 h 485775"/>
                <a:gd name="connsiteX1258" fmla="*/ 320707 w 428625"/>
                <a:gd name="connsiteY1258" fmla="*/ 462248 h 485775"/>
                <a:gd name="connsiteX1259" fmla="*/ 321278 w 428625"/>
                <a:gd name="connsiteY1259" fmla="*/ 462439 h 485775"/>
                <a:gd name="connsiteX1260" fmla="*/ 323564 w 428625"/>
                <a:gd name="connsiteY1260" fmla="*/ 462724 h 485775"/>
                <a:gd name="connsiteX1261" fmla="*/ 324707 w 428625"/>
                <a:gd name="connsiteY1261" fmla="*/ 462724 h 485775"/>
                <a:gd name="connsiteX1262" fmla="*/ 326803 w 428625"/>
                <a:gd name="connsiteY1262" fmla="*/ 462439 h 485775"/>
                <a:gd name="connsiteX1263" fmla="*/ 327184 w 428625"/>
                <a:gd name="connsiteY1263" fmla="*/ 462343 h 485775"/>
                <a:gd name="connsiteX1264" fmla="*/ 330708 w 428625"/>
                <a:gd name="connsiteY1264" fmla="*/ 461105 h 485775"/>
                <a:gd name="connsiteX1265" fmla="*/ 331756 w 428625"/>
                <a:gd name="connsiteY1265" fmla="*/ 461010 h 485775"/>
                <a:gd name="connsiteX1266" fmla="*/ 333946 w 428625"/>
                <a:gd name="connsiteY1266" fmla="*/ 461010 h 485775"/>
                <a:gd name="connsiteX1267" fmla="*/ 335756 w 428625"/>
                <a:gd name="connsiteY1267" fmla="*/ 460534 h 485775"/>
                <a:gd name="connsiteX1268" fmla="*/ 335947 w 428625"/>
                <a:gd name="connsiteY1268" fmla="*/ 460057 h 485775"/>
                <a:gd name="connsiteX1269" fmla="*/ 336042 w 428625"/>
                <a:gd name="connsiteY1269" fmla="*/ 459581 h 485775"/>
                <a:gd name="connsiteX1270" fmla="*/ 335947 w 428625"/>
                <a:gd name="connsiteY1270" fmla="*/ 459105 h 485775"/>
                <a:gd name="connsiteX1271" fmla="*/ 334708 w 428625"/>
                <a:gd name="connsiteY1271" fmla="*/ 457390 h 485775"/>
                <a:gd name="connsiteX1272" fmla="*/ 334232 w 428625"/>
                <a:gd name="connsiteY1272" fmla="*/ 456629 h 485775"/>
                <a:gd name="connsiteX1273" fmla="*/ 333756 w 428625"/>
                <a:gd name="connsiteY1273" fmla="*/ 455295 h 485775"/>
                <a:gd name="connsiteX1274" fmla="*/ 333375 w 428625"/>
                <a:gd name="connsiteY1274" fmla="*/ 454057 h 485775"/>
                <a:gd name="connsiteX1275" fmla="*/ 333280 w 428625"/>
                <a:gd name="connsiteY1275" fmla="*/ 453199 h 485775"/>
                <a:gd name="connsiteX1276" fmla="*/ 333375 w 428625"/>
                <a:gd name="connsiteY1276" fmla="*/ 452438 h 485775"/>
                <a:gd name="connsiteX1277" fmla="*/ 333565 w 428625"/>
                <a:gd name="connsiteY1277" fmla="*/ 451390 h 485775"/>
                <a:gd name="connsiteX1278" fmla="*/ 334518 w 428625"/>
                <a:gd name="connsiteY1278" fmla="*/ 448627 h 485775"/>
                <a:gd name="connsiteX1279" fmla="*/ 334518 w 428625"/>
                <a:gd name="connsiteY1279" fmla="*/ 448151 h 485775"/>
                <a:gd name="connsiteX1280" fmla="*/ 334518 w 428625"/>
                <a:gd name="connsiteY1280" fmla="*/ 447675 h 485775"/>
                <a:gd name="connsiteX1281" fmla="*/ 333946 w 428625"/>
                <a:gd name="connsiteY1281" fmla="*/ 443293 h 485775"/>
                <a:gd name="connsiteX1282" fmla="*/ 333946 w 428625"/>
                <a:gd name="connsiteY1282" fmla="*/ 442246 h 485775"/>
                <a:gd name="connsiteX1283" fmla="*/ 334137 w 428625"/>
                <a:gd name="connsiteY1283" fmla="*/ 441579 h 485775"/>
                <a:gd name="connsiteX1284" fmla="*/ 334708 w 428625"/>
                <a:gd name="connsiteY1284" fmla="*/ 440817 h 485775"/>
                <a:gd name="connsiteX1285" fmla="*/ 335566 w 428625"/>
                <a:gd name="connsiteY1285" fmla="*/ 440150 h 485775"/>
                <a:gd name="connsiteX1286" fmla="*/ 335756 w 428625"/>
                <a:gd name="connsiteY1286" fmla="*/ 439960 h 485775"/>
                <a:gd name="connsiteX1287" fmla="*/ 337375 w 428625"/>
                <a:gd name="connsiteY1287" fmla="*/ 439293 h 485775"/>
                <a:gd name="connsiteX1288" fmla="*/ 337851 w 428625"/>
                <a:gd name="connsiteY1288" fmla="*/ 439007 h 485775"/>
                <a:gd name="connsiteX1289" fmla="*/ 338328 w 428625"/>
                <a:gd name="connsiteY1289" fmla="*/ 438626 h 485775"/>
                <a:gd name="connsiteX1290" fmla="*/ 338804 w 428625"/>
                <a:gd name="connsiteY1290" fmla="*/ 437769 h 485775"/>
                <a:gd name="connsiteX1291" fmla="*/ 338899 w 428625"/>
                <a:gd name="connsiteY1291" fmla="*/ 437197 h 485775"/>
                <a:gd name="connsiteX1292" fmla="*/ 338804 w 428625"/>
                <a:gd name="connsiteY1292" fmla="*/ 436626 h 485775"/>
                <a:gd name="connsiteX1293" fmla="*/ 338614 w 428625"/>
                <a:gd name="connsiteY1293" fmla="*/ 436340 h 485775"/>
                <a:gd name="connsiteX1294" fmla="*/ 338233 w 428625"/>
                <a:gd name="connsiteY1294" fmla="*/ 436055 h 485775"/>
                <a:gd name="connsiteX1295" fmla="*/ 337851 w 428625"/>
                <a:gd name="connsiteY1295" fmla="*/ 435864 h 485775"/>
                <a:gd name="connsiteX1296" fmla="*/ 336899 w 428625"/>
                <a:gd name="connsiteY1296" fmla="*/ 435578 h 485775"/>
                <a:gd name="connsiteX1297" fmla="*/ 334613 w 428625"/>
                <a:gd name="connsiteY1297" fmla="*/ 435292 h 485775"/>
                <a:gd name="connsiteX1298" fmla="*/ 333851 w 428625"/>
                <a:gd name="connsiteY1298" fmla="*/ 435292 h 485775"/>
                <a:gd name="connsiteX1299" fmla="*/ 333470 w 428625"/>
                <a:gd name="connsiteY1299" fmla="*/ 435292 h 485775"/>
                <a:gd name="connsiteX1300" fmla="*/ 328708 w 428625"/>
                <a:gd name="connsiteY1300" fmla="*/ 436340 h 485775"/>
                <a:gd name="connsiteX1301" fmla="*/ 328231 w 428625"/>
                <a:gd name="connsiteY1301" fmla="*/ 436340 h 485775"/>
                <a:gd name="connsiteX1302" fmla="*/ 327755 w 428625"/>
                <a:gd name="connsiteY1302" fmla="*/ 436245 h 485775"/>
                <a:gd name="connsiteX1303" fmla="*/ 327279 w 428625"/>
                <a:gd name="connsiteY1303" fmla="*/ 435769 h 485775"/>
                <a:gd name="connsiteX1304" fmla="*/ 326707 w 428625"/>
                <a:gd name="connsiteY1304" fmla="*/ 435197 h 485775"/>
                <a:gd name="connsiteX1305" fmla="*/ 325945 w 428625"/>
                <a:gd name="connsiteY1305" fmla="*/ 433959 h 485775"/>
                <a:gd name="connsiteX1306" fmla="*/ 325564 w 428625"/>
                <a:gd name="connsiteY1306" fmla="*/ 433197 h 485775"/>
                <a:gd name="connsiteX1307" fmla="*/ 325374 w 428625"/>
                <a:gd name="connsiteY1307" fmla="*/ 432435 h 485775"/>
                <a:gd name="connsiteX1308" fmla="*/ 324802 w 428625"/>
                <a:gd name="connsiteY1308" fmla="*/ 429768 h 485775"/>
                <a:gd name="connsiteX1309" fmla="*/ 324802 w 428625"/>
                <a:gd name="connsiteY1309" fmla="*/ 429196 h 485775"/>
                <a:gd name="connsiteX1310" fmla="*/ 324802 w 428625"/>
                <a:gd name="connsiteY1310" fmla="*/ 428625 h 485775"/>
                <a:gd name="connsiteX1311" fmla="*/ 324993 w 428625"/>
                <a:gd name="connsiteY1311" fmla="*/ 428054 h 485775"/>
                <a:gd name="connsiteX1312" fmla="*/ 325374 w 428625"/>
                <a:gd name="connsiteY1312" fmla="*/ 427577 h 485775"/>
                <a:gd name="connsiteX1313" fmla="*/ 325850 w 428625"/>
                <a:gd name="connsiteY1313" fmla="*/ 427291 h 485775"/>
                <a:gd name="connsiteX1314" fmla="*/ 326326 w 428625"/>
                <a:gd name="connsiteY1314" fmla="*/ 427196 h 485775"/>
                <a:gd name="connsiteX1315" fmla="*/ 326803 w 428625"/>
                <a:gd name="connsiteY1315" fmla="*/ 427196 h 485775"/>
                <a:gd name="connsiteX1316" fmla="*/ 327184 w 428625"/>
                <a:gd name="connsiteY1316" fmla="*/ 427387 h 485775"/>
                <a:gd name="connsiteX1317" fmla="*/ 327374 w 428625"/>
                <a:gd name="connsiteY1317" fmla="*/ 427768 h 485775"/>
                <a:gd name="connsiteX1318" fmla="*/ 327850 w 428625"/>
                <a:gd name="connsiteY1318" fmla="*/ 428530 h 485775"/>
                <a:gd name="connsiteX1319" fmla="*/ 328136 w 428625"/>
                <a:gd name="connsiteY1319" fmla="*/ 428815 h 485775"/>
                <a:gd name="connsiteX1320" fmla="*/ 328422 w 428625"/>
                <a:gd name="connsiteY1320" fmla="*/ 429101 h 485775"/>
                <a:gd name="connsiteX1321" fmla="*/ 328803 w 428625"/>
                <a:gd name="connsiteY1321" fmla="*/ 429292 h 485775"/>
                <a:gd name="connsiteX1322" fmla="*/ 329279 w 428625"/>
                <a:gd name="connsiteY1322" fmla="*/ 429292 h 485775"/>
                <a:gd name="connsiteX1323" fmla="*/ 329660 w 428625"/>
                <a:gd name="connsiteY1323" fmla="*/ 429101 h 485775"/>
                <a:gd name="connsiteX1324" fmla="*/ 330041 w 428625"/>
                <a:gd name="connsiteY1324" fmla="*/ 428911 h 485775"/>
                <a:gd name="connsiteX1325" fmla="*/ 331184 w 428625"/>
                <a:gd name="connsiteY1325" fmla="*/ 427577 h 485775"/>
                <a:gd name="connsiteX1326" fmla="*/ 332137 w 428625"/>
                <a:gd name="connsiteY1326" fmla="*/ 426720 h 485775"/>
                <a:gd name="connsiteX1327" fmla="*/ 332708 w 428625"/>
                <a:gd name="connsiteY1327" fmla="*/ 426434 h 485775"/>
                <a:gd name="connsiteX1328" fmla="*/ 335184 w 428625"/>
                <a:gd name="connsiteY1328" fmla="*/ 425577 h 485775"/>
                <a:gd name="connsiteX1329" fmla="*/ 336804 w 428625"/>
                <a:gd name="connsiteY1329" fmla="*/ 425291 h 485775"/>
                <a:gd name="connsiteX1330" fmla="*/ 337471 w 428625"/>
                <a:gd name="connsiteY1330" fmla="*/ 425005 h 485775"/>
                <a:gd name="connsiteX1331" fmla="*/ 341757 w 428625"/>
                <a:gd name="connsiteY1331" fmla="*/ 422529 h 485775"/>
                <a:gd name="connsiteX1332" fmla="*/ 343852 w 428625"/>
                <a:gd name="connsiteY1332" fmla="*/ 421005 h 485775"/>
                <a:gd name="connsiteX1333" fmla="*/ 348424 w 428625"/>
                <a:gd name="connsiteY1333" fmla="*/ 416433 h 485775"/>
                <a:gd name="connsiteX1334" fmla="*/ 351568 w 428625"/>
                <a:gd name="connsiteY1334" fmla="*/ 414052 h 485775"/>
                <a:gd name="connsiteX1335" fmla="*/ 352711 w 428625"/>
                <a:gd name="connsiteY1335" fmla="*/ 413385 h 485775"/>
                <a:gd name="connsiteX1336" fmla="*/ 354044 w 428625"/>
                <a:gd name="connsiteY1336" fmla="*/ 413004 h 485775"/>
                <a:gd name="connsiteX1337" fmla="*/ 357949 w 428625"/>
                <a:gd name="connsiteY1337" fmla="*/ 412242 h 485775"/>
                <a:gd name="connsiteX1338" fmla="*/ 358807 w 428625"/>
                <a:gd name="connsiteY1338" fmla="*/ 411956 h 485775"/>
                <a:gd name="connsiteX1339" fmla="*/ 359283 w 428625"/>
                <a:gd name="connsiteY1339" fmla="*/ 411861 h 485775"/>
                <a:gd name="connsiteX1340" fmla="*/ 359664 w 428625"/>
                <a:gd name="connsiteY1340" fmla="*/ 411956 h 485775"/>
                <a:gd name="connsiteX1341" fmla="*/ 359950 w 428625"/>
                <a:gd name="connsiteY1341" fmla="*/ 412242 h 485775"/>
                <a:gd name="connsiteX1342" fmla="*/ 360045 w 428625"/>
                <a:gd name="connsiteY1342" fmla="*/ 412623 h 485775"/>
                <a:gd name="connsiteX1343" fmla="*/ 359950 w 428625"/>
                <a:gd name="connsiteY1343" fmla="*/ 413575 h 485775"/>
                <a:gd name="connsiteX1344" fmla="*/ 360045 w 428625"/>
                <a:gd name="connsiteY1344" fmla="*/ 414338 h 485775"/>
                <a:gd name="connsiteX1345" fmla="*/ 360140 w 428625"/>
                <a:gd name="connsiteY1345" fmla="*/ 414814 h 485775"/>
                <a:gd name="connsiteX1346" fmla="*/ 360331 w 428625"/>
                <a:gd name="connsiteY1346" fmla="*/ 415290 h 485775"/>
                <a:gd name="connsiteX1347" fmla="*/ 360807 w 428625"/>
                <a:gd name="connsiteY1347" fmla="*/ 415957 h 485775"/>
                <a:gd name="connsiteX1348" fmla="*/ 361283 w 428625"/>
                <a:gd name="connsiteY1348" fmla="*/ 416623 h 485775"/>
                <a:gd name="connsiteX1349" fmla="*/ 365188 w 428625"/>
                <a:gd name="connsiteY1349" fmla="*/ 420148 h 485775"/>
                <a:gd name="connsiteX1350" fmla="*/ 367855 w 428625"/>
                <a:gd name="connsiteY1350" fmla="*/ 421291 h 485775"/>
                <a:gd name="connsiteX1351" fmla="*/ 368236 w 428625"/>
                <a:gd name="connsiteY1351" fmla="*/ 421481 h 485775"/>
                <a:gd name="connsiteX1352" fmla="*/ 368617 w 428625"/>
                <a:gd name="connsiteY1352" fmla="*/ 421767 h 485775"/>
                <a:gd name="connsiteX1353" fmla="*/ 368808 w 428625"/>
                <a:gd name="connsiteY1353" fmla="*/ 422148 h 485775"/>
                <a:gd name="connsiteX1354" fmla="*/ 368998 w 428625"/>
                <a:gd name="connsiteY1354" fmla="*/ 422529 h 485775"/>
                <a:gd name="connsiteX1355" fmla="*/ 369284 w 428625"/>
                <a:gd name="connsiteY1355" fmla="*/ 422910 h 485775"/>
                <a:gd name="connsiteX1356" fmla="*/ 369570 w 428625"/>
                <a:gd name="connsiteY1356" fmla="*/ 423196 h 485775"/>
                <a:gd name="connsiteX1357" fmla="*/ 369856 w 428625"/>
                <a:gd name="connsiteY1357" fmla="*/ 423481 h 485775"/>
                <a:gd name="connsiteX1358" fmla="*/ 370332 w 428625"/>
                <a:gd name="connsiteY1358" fmla="*/ 423672 h 485775"/>
                <a:gd name="connsiteX1359" fmla="*/ 373570 w 428625"/>
                <a:gd name="connsiteY1359" fmla="*/ 424339 h 485775"/>
                <a:gd name="connsiteX1360" fmla="*/ 374332 w 428625"/>
                <a:gd name="connsiteY1360" fmla="*/ 424339 h 485775"/>
                <a:gd name="connsiteX1361" fmla="*/ 375190 w 428625"/>
                <a:gd name="connsiteY1361" fmla="*/ 424148 h 485775"/>
                <a:gd name="connsiteX1362" fmla="*/ 376523 w 428625"/>
                <a:gd name="connsiteY1362" fmla="*/ 423577 h 485775"/>
                <a:gd name="connsiteX1363" fmla="*/ 377380 w 428625"/>
                <a:gd name="connsiteY1363" fmla="*/ 423386 h 485775"/>
                <a:gd name="connsiteX1364" fmla="*/ 378047 w 428625"/>
                <a:gd name="connsiteY1364" fmla="*/ 423386 h 485775"/>
                <a:gd name="connsiteX1365" fmla="*/ 378523 w 428625"/>
                <a:gd name="connsiteY1365" fmla="*/ 423481 h 485775"/>
                <a:gd name="connsiteX1366" fmla="*/ 378809 w 428625"/>
                <a:gd name="connsiteY1366" fmla="*/ 423863 h 485775"/>
                <a:gd name="connsiteX1367" fmla="*/ 379095 w 428625"/>
                <a:gd name="connsiteY1367" fmla="*/ 424148 h 485775"/>
                <a:gd name="connsiteX1368" fmla="*/ 379762 w 428625"/>
                <a:gd name="connsiteY1368" fmla="*/ 425291 h 485775"/>
                <a:gd name="connsiteX1369" fmla="*/ 380238 w 428625"/>
                <a:gd name="connsiteY1369" fmla="*/ 425958 h 485775"/>
                <a:gd name="connsiteX1370" fmla="*/ 380619 w 428625"/>
                <a:gd name="connsiteY1370" fmla="*/ 426339 h 485775"/>
                <a:gd name="connsiteX1371" fmla="*/ 381571 w 428625"/>
                <a:gd name="connsiteY1371" fmla="*/ 427196 h 485775"/>
                <a:gd name="connsiteX1372" fmla="*/ 381762 w 428625"/>
                <a:gd name="connsiteY1372" fmla="*/ 427577 h 485775"/>
                <a:gd name="connsiteX1373" fmla="*/ 381762 w 428625"/>
                <a:gd name="connsiteY1373" fmla="*/ 427958 h 485775"/>
                <a:gd name="connsiteX1374" fmla="*/ 381667 w 428625"/>
                <a:gd name="connsiteY1374" fmla="*/ 428434 h 485775"/>
                <a:gd name="connsiteX1375" fmla="*/ 381667 w 428625"/>
                <a:gd name="connsiteY1375" fmla="*/ 428911 h 485775"/>
                <a:gd name="connsiteX1376" fmla="*/ 382143 w 428625"/>
                <a:gd name="connsiteY1376" fmla="*/ 429006 h 485775"/>
                <a:gd name="connsiteX1377" fmla="*/ 383191 w 428625"/>
                <a:gd name="connsiteY1377" fmla="*/ 428815 h 485775"/>
                <a:gd name="connsiteX1378" fmla="*/ 387477 w 428625"/>
                <a:gd name="connsiteY1378" fmla="*/ 426720 h 485775"/>
                <a:gd name="connsiteX1379" fmla="*/ 391096 w 428625"/>
                <a:gd name="connsiteY1379" fmla="*/ 425672 h 485775"/>
                <a:gd name="connsiteX1380" fmla="*/ 392144 w 428625"/>
                <a:gd name="connsiteY1380" fmla="*/ 425482 h 485775"/>
                <a:gd name="connsiteX1381" fmla="*/ 392620 w 428625"/>
                <a:gd name="connsiteY1381" fmla="*/ 425482 h 485775"/>
                <a:gd name="connsiteX1382" fmla="*/ 393668 w 428625"/>
                <a:gd name="connsiteY1382" fmla="*/ 425672 h 485775"/>
                <a:gd name="connsiteX1383" fmla="*/ 397669 w 428625"/>
                <a:gd name="connsiteY1383" fmla="*/ 427387 h 485775"/>
                <a:gd name="connsiteX1384" fmla="*/ 398431 w 428625"/>
                <a:gd name="connsiteY1384" fmla="*/ 427482 h 485775"/>
                <a:gd name="connsiteX1385" fmla="*/ 399478 w 428625"/>
                <a:gd name="connsiteY1385" fmla="*/ 427387 h 485775"/>
                <a:gd name="connsiteX1386" fmla="*/ 401288 w 428625"/>
                <a:gd name="connsiteY1386" fmla="*/ 426815 h 485775"/>
                <a:gd name="connsiteX1387" fmla="*/ 402241 w 428625"/>
                <a:gd name="connsiteY1387" fmla="*/ 426434 h 485775"/>
                <a:gd name="connsiteX1388" fmla="*/ 402812 w 428625"/>
                <a:gd name="connsiteY1388" fmla="*/ 426053 h 485775"/>
                <a:gd name="connsiteX1389" fmla="*/ 403765 w 428625"/>
                <a:gd name="connsiteY1389" fmla="*/ 425196 h 485775"/>
                <a:gd name="connsiteX1390" fmla="*/ 404336 w 428625"/>
                <a:gd name="connsiteY1390" fmla="*/ 424434 h 485775"/>
                <a:gd name="connsiteX1391" fmla="*/ 404717 w 428625"/>
                <a:gd name="connsiteY1391" fmla="*/ 423672 h 485775"/>
                <a:gd name="connsiteX1392" fmla="*/ 405860 w 428625"/>
                <a:gd name="connsiteY1392" fmla="*/ 420910 h 485775"/>
                <a:gd name="connsiteX1393" fmla="*/ 406051 w 428625"/>
                <a:gd name="connsiteY1393" fmla="*/ 420433 h 485775"/>
                <a:gd name="connsiteX1394" fmla="*/ 407003 w 428625"/>
                <a:gd name="connsiteY1394" fmla="*/ 419290 h 485775"/>
                <a:gd name="connsiteX1395" fmla="*/ 407480 w 428625"/>
                <a:gd name="connsiteY1395" fmla="*/ 419005 h 485775"/>
                <a:gd name="connsiteX1396" fmla="*/ 408146 w 428625"/>
                <a:gd name="connsiteY1396" fmla="*/ 418719 h 485775"/>
                <a:gd name="connsiteX1397" fmla="*/ 410813 w 428625"/>
                <a:gd name="connsiteY1397" fmla="*/ 418052 h 485775"/>
                <a:gd name="connsiteX1398" fmla="*/ 411384 w 428625"/>
                <a:gd name="connsiteY1398" fmla="*/ 413861 h 485775"/>
                <a:gd name="connsiteX1399" fmla="*/ 411956 w 428625"/>
                <a:gd name="connsiteY1399" fmla="*/ 412528 h 485775"/>
                <a:gd name="connsiteX1400" fmla="*/ 413575 w 428625"/>
                <a:gd name="connsiteY1400" fmla="*/ 410242 h 485775"/>
                <a:gd name="connsiteX1401" fmla="*/ 414814 w 428625"/>
                <a:gd name="connsiteY1401" fmla="*/ 407860 h 485775"/>
                <a:gd name="connsiteX1402" fmla="*/ 415099 w 428625"/>
                <a:gd name="connsiteY1402" fmla="*/ 407003 h 485775"/>
                <a:gd name="connsiteX1403" fmla="*/ 415195 w 428625"/>
                <a:gd name="connsiteY1403" fmla="*/ 406241 h 485775"/>
                <a:gd name="connsiteX1404" fmla="*/ 414909 w 428625"/>
                <a:gd name="connsiteY1404" fmla="*/ 405289 h 485775"/>
                <a:gd name="connsiteX1405" fmla="*/ 414623 w 428625"/>
                <a:gd name="connsiteY1405" fmla="*/ 404431 h 485775"/>
                <a:gd name="connsiteX1406" fmla="*/ 414242 w 428625"/>
                <a:gd name="connsiteY1406" fmla="*/ 403669 h 485775"/>
                <a:gd name="connsiteX1407" fmla="*/ 413480 w 428625"/>
                <a:gd name="connsiteY1407" fmla="*/ 402431 h 485775"/>
                <a:gd name="connsiteX1408" fmla="*/ 411194 w 428625"/>
                <a:gd name="connsiteY1408" fmla="*/ 400526 h 485775"/>
                <a:gd name="connsiteX1409" fmla="*/ 410051 w 428625"/>
                <a:gd name="connsiteY1409" fmla="*/ 399288 h 485775"/>
                <a:gd name="connsiteX1410" fmla="*/ 409670 w 428625"/>
                <a:gd name="connsiteY1410" fmla="*/ 398526 h 485775"/>
                <a:gd name="connsiteX1411" fmla="*/ 409289 w 428625"/>
                <a:gd name="connsiteY1411" fmla="*/ 397288 h 485775"/>
                <a:gd name="connsiteX1412" fmla="*/ 408813 w 428625"/>
                <a:gd name="connsiteY1412" fmla="*/ 394525 h 485775"/>
                <a:gd name="connsiteX1413" fmla="*/ 408718 w 428625"/>
                <a:gd name="connsiteY1413" fmla="*/ 393192 h 485775"/>
                <a:gd name="connsiteX1414" fmla="*/ 408813 w 428625"/>
                <a:gd name="connsiteY1414" fmla="*/ 392239 h 485775"/>
                <a:gd name="connsiteX1415" fmla="*/ 409194 w 428625"/>
                <a:gd name="connsiteY1415" fmla="*/ 391477 h 485775"/>
                <a:gd name="connsiteX1416" fmla="*/ 411956 w 428625"/>
                <a:gd name="connsiteY1416" fmla="*/ 387287 h 485775"/>
                <a:gd name="connsiteX1417" fmla="*/ 413099 w 428625"/>
                <a:gd name="connsiteY1417" fmla="*/ 383953 h 485775"/>
                <a:gd name="connsiteX1418" fmla="*/ 413956 w 428625"/>
                <a:gd name="connsiteY1418" fmla="*/ 382238 h 485775"/>
                <a:gd name="connsiteX1419" fmla="*/ 415004 w 428625"/>
                <a:gd name="connsiteY1419" fmla="*/ 380809 h 485775"/>
                <a:gd name="connsiteX1420" fmla="*/ 416623 w 428625"/>
                <a:gd name="connsiteY1420" fmla="*/ 379000 h 485775"/>
                <a:gd name="connsiteX1421" fmla="*/ 417195 w 428625"/>
                <a:gd name="connsiteY1421" fmla="*/ 377952 h 485775"/>
                <a:gd name="connsiteX1422" fmla="*/ 417766 w 428625"/>
                <a:gd name="connsiteY1422" fmla="*/ 376714 h 485775"/>
                <a:gd name="connsiteX1423" fmla="*/ 417957 w 428625"/>
                <a:gd name="connsiteY1423" fmla="*/ 375856 h 485775"/>
                <a:gd name="connsiteX1424" fmla="*/ 418052 w 428625"/>
                <a:gd name="connsiteY1424" fmla="*/ 375094 h 485775"/>
                <a:gd name="connsiteX1425" fmla="*/ 417766 w 428625"/>
                <a:gd name="connsiteY1425" fmla="*/ 370713 h 485775"/>
                <a:gd name="connsiteX1426" fmla="*/ 417766 w 428625"/>
                <a:gd name="connsiteY1426" fmla="*/ 367379 h 485775"/>
                <a:gd name="connsiteX1427" fmla="*/ 418052 w 428625"/>
                <a:gd name="connsiteY1427" fmla="*/ 366046 h 485775"/>
                <a:gd name="connsiteX1428" fmla="*/ 418719 w 428625"/>
                <a:gd name="connsiteY1428" fmla="*/ 364903 h 485775"/>
                <a:gd name="connsiteX1429" fmla="*/ 419862 w 428625"/>
                <a:gd name="connsiteY1429" fmla="*/ 363188 h 485775"/>
                <a:gd name="connsiteX1430" fmla="*/ 420338 w 428625"/>
                <a:gd name="connsiteY1430" fmla="*/ 362617 h 485775"/>
                <a:gd name="connsiteX1431" fmla="*/ 420909 w 428625"/>
                <a:gd name="connsiteY1431" fmla="*/ 362140 h 485775"/>
                <a:gd name="connsiteX1432" fmla="*/ 421291 w 428625"/>
                <a:gd name="connsiteY1432" fmla="*/ 361950 h 485775"/>
                <a:gd name="connsiteX1433" fmla="*/ 421576 w 428625"/>
                <a:gd name="connsiteY1433" fmla="*/ 361759 h 485775"/>
                <a:gd name="connsiteX1434" fmla="*/ 422910 w 428625"/>
                <a:gd name="connsiteY1434" fmla="*/ 361569 h 485775"/>
                <a:gd name="connsiteX1435" fmla="*/ 423481 w 428625"/>
                <a:gd name="connsiteY1435" fmla="*/ 361379 h 485775"/>
                <a:gd name="connsiteX1436" fmla="*/ 424243 w 428625"/>
                <a:gd name="connsiteY1436" fmla="*/ 360807 h 485775"/>
                <a:gd name="connsiteX1437" fmla="*/ 424720 w 428625"/>
                <a:gd name="connsiteY1437" fmla="*/ 360235 h 485775"/>
                <a:gd name="connsiteX1438" fmla="*/ 425196 w 428625"/>
                <a:gd name="connsiteY1438" fmla="*/ 359378 h 485775"/>
                <a:gd name="connsiteX1439" fmla="*/ 425577 w 428625"/>
                <a:gd name="connsiteY1439" fmla="*/ 358902 h 485775"/>
                <a:gd name="connsiteX1440" fmla="*/ 425958 w 428625"/>
                <a:gd name="connsiteY1440" fmla="*/ 358521 h 485775"/>
                <a:gd name="connsiteX1441" fmla="*/ 429958 w 428625"/>
                <a:gd name="connsiteY1441" fmla="*/ 357283 h 485775"/>
                <a:gd name="connsiteX1442" fmla="*/ 430530 w 428625"/>
                <a:gd name="connsiteY1442" fmla="*/ 356997 h 485775"/>
                <a:gd name="connsiteX1443" fmla="*/ 432530 w 428625"/>
                <a:gd name="connsiteY1443" fmla="*/ 355568 h 485775"/>
                <a:gd name="connsiteX1444" fmla="*/ 433197 w 428625"/>
                <a:gd name="connsiteY1444" fmla="*/ 354901 h 485775"/>
                <a:gd name="connsiteX1445" fmla="*/ 433673 w 428625"/>
                <a:gd name="connsiteY1445" fmla="*/ 354330 h 485775"/>
                <a:gd name="connsiteX1446" fmla="*/ 433768 w 428625"/>
                <a:gd name="connsiteY1446" fmla="*/ 353758 h 485775"/>
                <a:gd name="connsiteX1447" fmla="*/ 433768 w 428625"/>
                <a:gd name="connsiteY1447" fmla="*/ 353377 h 485775"/>
                <a:gd name="connsiteX1448" fmla="*/ 433673 w 428625"/>
                <a:gd name="connsiteY1448" fmla="*/ 352806 h 485775"/>
                <a:gd name="connsiteX1449" fmla="*/ 433292 w 428625"/>
                <a:gd name="connsiteY1449" fmla="*/ 351663 h 485775"/>
                <a:gd name="connsiteX1450" fmla="*/ 432911 w 428625"/>
                <a:gd name="connsiteY1450" fmla="*/ 351282 h 485775"/>
                <a:gd name="connsiteX1451" fmla="*/ 432530 w 428625"/>
                <a:gd name="connsiteY1451" fmla="*/ 351091 h 485775"/>
                <a:gd name="connsiteX1452" fmla="*/ 430911 w 428625"/>
                <a:gd name="connsiteY1452" fmla="*/ 350806 h 485775"/>
                <a:gd name="connsiteX1453" fmla="*/ 430530 w 428625"/>
                <a:gd name="connsiteY1453" fmla="*/ 350520 h 485775"/>
                <a:gd name="connsiteX1454" fmla="*/ 429863 w 428625"/>
                <a:gd name="connsiteY1454" fmla="*/ 349948 h 485775"/>
                <a:gd name="connsiteX1455" fmla="*/ 429577 w 428625"/>
                <a:gd name="connsiteY1455" fmla="*/ 349758 h 485775"/>
                <a:gd name="connsiteX1456" fmla="*/ 429006 w 428625"/>
                <a:gd name="connsiteY1456" fmla="*/ 349663 h 485775"/>
                <a:gd name="connsiteX1457" fmla="*/ 428530 w 428625"/>
                <a:gd name="connsiteY1457" fmla="*/ 349663 h 485775"/>
                <a:gd name="connsiteX1458" fmla="*/ 427482 w 428625"/>
                <a:gd name="connsiteY1458" fmla="*/ 349853 h 485775"/>
                <a:gd name="connsiteX1459" fmla="*/ 426625 w 428625"/>
                <a:gd name="connsiteY1459" fmla="*/ 350044 h 485775"/>
                <a:gd name="connsiteX1460" fmla="*/ 425005 w 428625"/>
                <a:gd name="connsiteY1460" fmla="*/ 350901 h 485775"/>
                <a:gd name="connsiteX1461" fmla="*/ 421576 w 428625"/>
                <a:gd name="connsiteY1461" fmla="*/ 353568 h 485775"/>
                <a:gd name="connsiteX1462" fmla="*/ 420814 w 428625"/>
                <a:gd name="connsiteY1462" fmla="*/ 353949 h 485775"/>
                <a:gd name="connsiteX1463" fmla="*/ 420338 w 428625"/>
                <a:gd name="connsiteY1463" fmla="*/ 354139 h 485775"/>
                <a:gd name="connsiteX1464" fmla="*/ 419862 w 428625"/>
                <a:gd name="connsiteY1464" fmla="*/ 354139 h 485775"/>
                <a:gd name="connsiteX1465" fmla="*/ 419290 w 428625"/>
                <a:gd name="connsiteY1465" fmla="*/ 354139 h 485775"/>
                <a:gd name="connsiteX1466" fmla="*/ 418814 w 428625"/>
                <a:gd name="connsiteY1466" fmla="*/ 354044 h 485775"/>
                <a:gd name="connsiteX1467" fmla="*/ 418338 w 428625"/>
                <a:gd name="connsiteY1467" fmla="*/ 353854 h 485775"/>
                <a:gd name="connsiteX1468" fmla="*/ 417957 w 428625"/>
                <a:gd name="connsiteY1468" fmla="*/ 353568 h 485775"/>
                <a:gd name="connsiteX1469" fmla="*/ 417005 w 428625"/>
                <a:gd name="connsiteY1469" fmla="*/ 352711 h 485775"/>
                <a:gd name="connsiteX1470" fmla="*/ 416623 w 428625"/>
                <a:gd name="connsiteY1470" fmla="*/ 352615 h 485775"/>
                <a:gd name="connsiteX1471" fmla="*/ 416338 w 428625"/>
                <a:gd name="connsiteY1471" fmla="*/ 352615 h 485775"/>
                <a:gd name="connsiteX1472" fmla="*/ 416052 w 428625"/>
                <a:gd name="connsiteY1472" fmla="*/ 352806 h 485775"/>
                <a:gd name="connsiteX1473" fmla="*/ 415671 w 428625"/>
                <a:gd name="connsiteY1473" fmla="*/ 352996 h 485775"/>
                <a:gd name="connsiteX1474" fmla="*/ 415385 w 428625"/>
                <a:gd name="connsiteY1474" fmla="*/ 353282 h 485775"/>
                <a:gd name="connsiteX1475" fmla="*/ 414433 w 428625"/>
                <a:gd name="connsiteY1475" fmla="*/ 354235 h 485775"/>
                <a:gd name="connsiteX1476" fmla="*/ 414147 w 428625"/>
                <a:gd name="connsiteY1476" fmla="*/ 354521 h 485775"/>
                <a:gd name="connsiteX1477" fmla="*/ 413766 w 428625"/>
                <a:gd name="connsiteY1477" fmla="*/ 354806 h 485775"/>
                <a:gd name="connsiteX1478" fmla="*/ 413290 w 428625"/>
                <a:gd name="connsiteY1478" fmla="*/ 354901 h 485775"/>
                <a:gd name="connsiteX1479" fmla="*/ 412813 w 428625"/>
                <a:gd name="connsiteY1479" fmla="*/ 354997 h 485775"/>
                <a:gd name="connsiteX1480" fmla="*/ 412242 w 428625"/>
                <a:gd name="connsiteY1480" fmla="*/ 354997 h 485775"/>
                <a:gd name="connsiteX1481" fmla="*/ 411766 w 428625"/>
                <a:gd name="connsiteY1481" fmla="*/ 354901 h 485775"/>
                <a:gd name="connsiteX1482" fmla="*/ 410623 w 428625"/>
                <a:gd name="connsiteY1482" fmla="*/ 354235 h 485775"/>
                <a:gd name="connsiteX1483" fmla="*/ 411004 w 428625"/>
                <a:gd name="connsiteY1483" fmla="*/ 352139 h 485775"/>
                <a:gd name="connsiteX1484" fmla="*/ 411766 w 428625"/>
                <a:gd name="connsiteY1484" fmla="*/ 350806 h 485775"/>
                <a:gd name="connsiteX1485" fmla="*/ 415671 w 428625"/>
                <a:gd name="connsiteY1485" fmla="*/ 345853 h 485775"/>
                <a:gd name="connsiteX1486" fmla="*/ 416147 w 428625"/>
                <a:gd name="connsiteY1486" fmla="*/ 344996 h 485775"/>
                <a:gd name="connsiteX1487" fmla="*/ 416433 w 428625"/>
                <a:gd name="connsiteY1487" fmla="*/ 344233 h 485775"/>
                <a:gd name="connsiteX1488" fmla="*/ 416623 w 428625"/>
                <a:gd name="connsiteY1488" fmla="*/ 342709 h 485775"/>
                <a:gd name="connsiteX1489" fmla="*/ 417576 w 428625"/>
                <a:gd name="connsiteY1489" fmla="*/ 338899 h 485775"/>
                <a:gd name="connsiteX1490" fmla="*/ 417576 w 428625"/>
                <a:gd name="connsiteY1490" fmla="*/ 338328 h 485775"/>
                <a:gd name="connsiteX1491" fmla="*/ 417576 w 428625"/>
                <a:gd name="connsiteY1491" fmla="*/ 337185 h 485775"/>
                <a:gd name="connsiteX1492" fmla="*/ 417576 w 428625"/>
                <a:gd name="connsiteY1492" fmla="*/ 336423 h 485775"/>
                <a:gd name="connsiteX1493" fmla="*/ 417766 w 428625"/>
                <a:gd name="connsiteY1493" fmla="*/ 335185 h 485775"/>
                <a:gd name="connsiteX1494" fmla="*/ 417957 w 428625"/>
                <a:gd name="connsiteY1494" fmla="*/ 334518 h 485775"/>
                <a:gd name="connsiteX1495" fmla="*/ 418243 w 428625"/>
                <a:gd name="connsiteY1495" fmla="*/ 333946 h 485775"/>
                <a:gd name="connsiteX1496" fmla="*/ 418719 w 428625"/>
                <a:gd name="connsiteY1496" fmla="*/ 333184 h 485775"/>
                <a:gd name="connsiteX1497" fmla="*/ 420624 w 428625"/>
                <a:gd name="connsiteY1497" fmla="*/ 331089 h 485775"/>
                <a:gd name="connsiteX1498" fmla="*/ 422053 w 428625"/>
                <a:gd name="connsiteY1498" fmla="*/ 329089 h 485775"/>
                <a:gd name="connsiteX1499" fmla="*/ 422434 w 428625"/>
                <a:gd name="connsiteY1499" fmla="*/ 328327 h 485775"/>
                <a:gd name="connsiteX1500" fmla="*/ 422624 w 428625"/>
                <a:gd name="connsiteY1500" fmla="*/ 327565 h 485775"/>
                <a:gd name="connsiteX1501" fmla="*/ 422719 w 428625"/>
                <a:gd name="connsiteY1501" fmla="*/ 327088 h 485775"/>
                <a:gd name="connsiteX1502" fmla="*/ 422719 w 428625"/>
                <a:gd name="connsiteY1502" fmla="*/ 326517 h 485775"/>
                <a:gd name="connsiteX1503" fmla="*/ 422529 w 428625"/>
                <a:gd name="connsiteY1503" fmla="*/ 326136 h 485775"/>
                <a:gd name="connsiteX1504" fmla="*/ 422529 w 428625"/>
                <a:gd name="connsiteY1504" fmla="*/ 325088 h 485775"/>
                <a:gd name="connsiteX1505" fmla="*/ 422719 w 428625"/>
                <a:gd name="connsiteY1505" fmla="*/ 323659 h 485775"/>
                <a:gd name="connsiteX1506" fmla="*/ 423481 w 428625"/>
                <a:gd name="connsiteY1506" fmla="*/ 320326 h 485775"/>
                <a:gd name="connsiteX1507" fmla="*/ 423576 w 428625"/>
                <a:gd name="connsiteY1507" fmla="*/ 318897 h 485775"/>
                <a:gd name="connsiteX1508" fmla="*/ 423386 w 428625"/>
                <a:gd name="connsiteY1508" fmla="*/ 318135 h 485775"/>
                <a:gd name="connsiteX1509" fmla="*/ 422243 w 428625"/>
                <a:gd name="connsiteY1509" fmla="*/ 317944 h 485775"/>
                <a:gd name="connsiteX1510" fmla="*/ 419957 w 428625"/>
                <a:gd name="connsiteY1510" fmla="*/ 317944 h 485775"/>
                <a:gd name="connsiteX1511" fmla="*/ 418909 w 428625"/>
                <a:gd name="connsiteY1511" fmla="*/ 317754 h 485775"/>
                <a:gd name="connsiteX1512" fmla="*/ 417862 w 428625"/>
                <a:gd name="connsiteY1512" fmla="*/ 317468 h 485775"/>
                <a:gd name="connsiteX1513" fmla="*/ 417481 w 428625"/>
                <a:gd name="connsiteY1513" fmla="*/ 317182 h 485775"/>
                <a:gd name="connsiteX1514" fmla="*/ 417100 w 428625"/>
                <a:gd name="connsiteY1514" fmla="*/ 316897 h 485775"/>
                <a:gd name="connsiteX1515" fmla="*/ 416814 w 428625"/>
                <a:gd name="connsiteY1515" fmla="*/ 316611 h 485775"/>
                <a:gd name="connsiteX1516" fmla="*/ 416338 w 428625"/>
                <a:gd name="connsiteY1516" fmla="*/ 315849 h 485775"/>
                <a:gd name="connsiteX1517" fmla="*/ 416052 w 428625"/>
                <a:gd name="connsiteY1517" fmla="*/ 315563 h 485775"/>
                <a:gd name="connsiteX1518" fmla="*/ 415766 w 428625"/>
                <a:gd name="connsiteY1518" fmla="*/ 315277 h 485775"/>
                <a:gd name="connsiteX1519" fmla="*/ 413956 w 428625"/>
                <a:gd name="connsiteY1519" fmla="*/ 314420 h 485775"/>
                <a:gd name="connsiteX1520" fmla="*/ 412528 w 428625"/>
                <a:gd name="connsiteY1520" fmla="*/ 313944 h 485775"/>
                <a:gd name="connsiteX1521" fmla="*/ 409099 w 428625"/>
                <a:gd name="connsiteY1521" fmla="*/ 313563 h 485775"/>
                <a:gd name="connsiteX1522" fmla="*/ 408622 w 428625"/>
                <a:gd name="connsiteY1522" fmla="*/ 313468 h 485775"/>
                <a:gd name="connsiteX1523" fmla="*/ 408337 w 428625"/>
                <a:gd name="connsiteY1523" fmla="*/ 313372 h 485775"/>
                <a:gd name="connsiteX1524" fmla="*/ 407670 w 428625"/>
                <a:gd name="connsiteY1524" fmla="*/ 312991 h 485775"/>
                <a:gd name="connsiteX1525" fmla="*/ 406908 w 428625"/>
                <a:gd name="connsiteY1525" fmla="*/ 312420 h 485775"/>
                <a:gd name="connsiteX1526" fmla="*/ 406336 w 428625"/>
                <a:gd name="connsiteY1526" fmla="*/ 311848 h 485775"/>
                <a:gd name="connsiteX1527" fmla="*/ 405765 w 428625"/>
                <a:gd name="connsiteY1527" fmla="*/ 311182 h 485775"/>
                <a:gd name="connsiteX1528" fmla="*/ 404717 w 428625"/>
                <a:gd name="connsiteY1528" fmla="*/ 306896 h 485775"/>
                <a:gd name="connsiteX1529" fmla="*/ 403193 w 428625"/>
                <a:gd name="connsiteY1529" fmla="*/ 297656 h 485775"/>
                <a:gd name="connsiteX1530" fmla="*/ 403098 w 428625"/>
                <a:gd name="connsiteY1530" fmla="*/ 295846 h 485775"/>
                <a:gd name="connsiteX1531" fmla="*/ 403288 w 428625"/>
                <a:gd name="connsiteY1531" fmla="*/ 295465 h 485775"/>
                <a:gd name="connsiteX1532" fmla="*/ 403860 w 428625"/>
                <a:gd name="connsiteY1532" fmla="*/ 294704 h 485775"/>
                <a:gd name="connsiteX1533" fmla="*/ 405384 w 428625"/>
                <a:gd name="connsiteY1533" fmla="*/ 293084 h 485775"/>
                <a:gd name="connsiteX1534" fmla="*/ 405670 w 428625"/>
                <a:gd name="connsiteY1534" fmla="*/ 292703 h 485775"/>
                <a:gd name="connsiteX1535" fmla="*/ 405860 w 428625"/>
                <a:gd name="connsiteY1535" fmla="*/ 292322 h 485775"/>
                <a:gd name="connsiteX1536" fmla="*/ 406051 w 428625"/>
                <a:gd name="connsiteY1536" fmla="*/ 291655 h 485775"/>
                <a:gd name="connsiteX1537" fmla="*/ 406432 w 428625"/>
                <a:gd name="connsiteY1537" fmla="*/ 288607 h 485775"/>
                <a:gd name="connsiteX1538" fmla="*/ 406527 w 428625"/>
                <a:gd name="connsiteY1538" fmla="*/ 288036 h 485775"/>
                <a:gd name="connsiteX1539" fmla="*/ 406717 w 428625"/>
                <a:gd name="connsiteY1539" fmla="*/ 287560 h 485775"/>
                <a:gd name="connsiteX1540" fmla="*/ 407480 w 428625"/>
                <a:gd name="connsiteY1540" fmla="*/ 286417 h 485775"/>
                <a:gd name="connsiteX1541" fmla="*/ 407956 w 428625"/>
                <a:gd name="connsiteY1541" fmla="*/ 285369 h 485775"/>
                <a:gd name="connsiteX1542" fmla="*/ 408146 w 428625"/>
                <a:gd name="connsiteY1542" fmla="*/ 284512 h 485775"/>
                <a:gd name="connsiteX1543" fmla="*/ 408051 w 428625"/>
                <a:gd name="connsiteY1543" fmla="*/ 283940 h 485775"/>
                <a:gd name="connsiteX1544" fmla="*/ 407670 w 428625"/>
                <a:gd name="connsiteY1544" fmla="*/ 283559 h 485775"/>
                <a:gd name="connsiteX1545" fmla="*/ 407289 w 428625"/>
                <a:gd name="connsiteY1545" fmla="*/ 283369 h 485775"/>
                <a:gd name="connsiteX1546" fmla="*/ 406336 w 428625"/>
                <a:gd name="connsiteY1546" fmla="*/ 282988 h 485775"/>
                <a:gd name="connsiteX1547" fmla="*/ 405955 w 428625"/>
                <a:gd name="connsiteY1547" fmla="*/ 282797 h 485775"/>
                <a:gd name="connsiteX1548" fmla="*/ 405670 w 428625"/>
                <a:gd name="connsiteY1548" fmla="*/ 282512 h 485775"/>
                <a:gd name="connsiteX1549" fmla="*/ 405193 w 428625"/>
                <a:gd name="connsiteY1549" fmla="*/ 281749 h 485775"/>
                <a:gd name="connsiteX1550" fmla="*/ 404431 w 428625"/>
                <a:gd name="connsiteY1550" fmla="*/ 279940 h 485775"/>
                <a:gd name="connsiteX1551" fmla="*/ 404050 w 428625"/>
                <a:gd name="connsiteY1551" fmla="*/ 279178 h 485775"/>
                <a:gd name="connsiteX1552" fmla="*/ 403860 w 428625"/>
                <a:gd name="connsiteY1552" fmla="*/ 278892 h 485775"/>
                <a:gd name="connsiteX1553" fmla="*/ 402907 w 428625"/>
                <a:gd name="connsiteY1553" fmla="*/ 277939 h 485775"/>
                <a:gd name="connsiteX1554" fmla="*/ 402526 w 428625"/>
                <a:gd name="connsiteY1554" fmla="*/ 277654 h 485775"/>
                <a:gd name="connsiteX1555" fmla="*/ 401859 w 428625"/>
                <a:gd name="connsiteY1555" fmla="*/ 277082 h 485775"/>
                <a:gd name="connsiteX1556" fmla="*/ 401479 w 428625"/>
                <a:gd name="connsiteY1556" fmla="*/ 276320 h 485775"/>
                <a:gd name="connsiteX1557" fmla="*/ 401193 w 428625"/>
                <a:gd name="connsiteY1557" fmla="*/ 275844 h 485775"/>
                <a:gd name="connsiteX1558" fmla="*/ 400621 w 428625"/>
                <a:gd name="connsiteY1558" fmla="*/ 273653 h 485775"/>
                <a:gd name="connsiteX1559" fmla="*/ 400336 w 428625"/>
                <a:gd name="connsiteY1559" fmla="*/ 273177 h 485775"/>
                <a:gd name="connsiteX1560" fmla="*/ 400145 w 428625"/>
                <a:gd name="connsiteY1560" fmla="*/ 272891 h 485775"/>
                <a:gd name="connsiteX1561" fmla="*/ 399764 w 428625"/>
                <a:gd name="connsiteY1561" fmla="*/ 272701 h 485775"/>
                <a:gd name="connsiteX1562" fmla="*/ 399478 w 428625"/>
                <a:gd name="connsiteY1562" fmla="*/ 272796 h 485775"/>
                <a:gd name="connsiteX1563" fmla="*/ 399097 w 428625"/>
                <a:gd name="connsiteY1563" fmla="*/ 272987 h 485775"/>
                <a:gd name="connsiteX1564" fmla="*/ 398812 w 428625"/>
                <a:gd name="connsiteY1564" fmla="*/ 273272 h 485775"/>
                <a:gd name="connsiteX1565" fmla="*/ 398431 w 428625"/>
                <a:gd name="connsiteY1565" fmla="*/ 273558 h 485775"/>
                <a:gd name="connsiteX1566" fmla="*/ 398050 w 428625"/>
                <a:gd name="connsiteY1566" fmla="*/ 273653 h 485775"/>
                <a:gd name="connsiteX1567" fmla="*/ 397573 w 428625"/>
                <a:gd name="connsiteY1567" fmla="*/ 273558 h 485775"/>
                <a:gd name="connsiteX1568" fmla="*/ 397002 w 428625"/>
                <a:gd name="connsiteY1568" fmla="*/ 272987 h 485775"/>
                <a:gd name="connsiteX1569" fmla="*/ 396811 w 428625"/>
                <a:gd name="connsiteY1569" fmla="*/ 272415 h 485775"/>
                <a:gd name="connsiteX1570" fmla="*/ 396811 w 428625"/>
                <a:gd name="connsiteY1570" fmla="*/ 271843 h 485775"/>
                <a:gd name="connsiteX1571" fmla="*/ 396907 w 428625"/>
                <a:gd name="connsiteY1571" fmla="*/ 267843 h 485775"/>
                <a:gd name="connsiteX1572" fmla="*/ 397002 w 428625"/>
                <a:gd name="connsiteY1572" fmla="*/ 267367 h 485775"/>
                <a:gd name="connsiteX1573" fmla="*/ 397955 w 428625"/>
                <a:gd name="connsiteY1573" fmla="*/ 265652 h 485775"/>
                <a:gd name="connsiteX1574" fmla="*/ 399002 w 428625"/>
                <a:gd name="connsiteY1574" fmla="*/ 264128 h 485775"/>
                <a:gd name="connsiteX1575" fmla="*/ 401955 w 428625"/>
                <a:gd name="connsiteY1575" fmla="*/ 260794 h 485775"/>
                <a:gd name="connsiteX1576" fmla="*/ 402431 w 428625"/>
                <a:gd name="connsiteY1576" fmla="*/ 260032 h 485775"/>
                <a:gd name="connsiteX1577" fmla="*/ 404336 w 428625"/>
                <a:gd name="connsiteY1577" fmla="*/ 256032 h 485775"/>
                <a:gd name="connsiteX1578" fmla="*/ 404622 w 428625"/>
                <a:gd name="connsiteY1578" fmla="*/ 255365 h 485775"/>
                <a:gd name="connsiteX1579" fmla="*/ 404813 w 428625"/>
                <a:gd name="connsiteY1579" fmla="*/ 254317 h 485775"/>
                <a:gd name="connsiteX1580" fmla="*/ 404622 w 428625"/>
                <a:gd name="connsiteY1580" fmla="*/ 253270 h 485775"/>
                <a:gd name="connsiteX1581" fmla="*/ 404717 w 428625"/>
                <a:gd name="connsiteY1581" fmla="*/ 251650 h 485775"/>
                <a:gd name="connsiteX1582" fmla="*/ 404908 w 428625"/>
                <a:gd name="connsiteY1582" fmla="*/ 250793 h 485775"/>
                <a:gd name="connsiteX1583" fmla="*/ 404622 w 428625"/>
                <a:gd name="connsiteY1583" fmla="*/ 249555 h 485775"/>
                <a:gd name="connsiteX1584" fmla="*/ 402431 w 428625"/>
                <a:gd name="connsiteY1584" fmla="*/ 248793 h 485775"/>
                <a:gd name="connsiteX1585" fmla="*/ 400812 w 428625"/>
                <a:gd name="connsiteY1585" fmla="*/ 247745 h 485775"/>
                <a:gd name="connsiteX1586" fmla="*/ 400050 w 428625"/>
                <a:gd name="connsiteY1586" fmla="*/ 247459 h 485775"/>
                <a:gd name="connsiteX1587" fmla="*/ 399193 w 428625"/>
                <a:gd name="connsiteY1587" fmla="*/ 247364 h 485775"/>
                <a:gd name="connsiteX1588" fmla="*/ 398050 w 428625"/>
                <a:gd name="connsiteY1588" fmla="*/ 247459 h 485775"/>
                <a:gd name="connsiteX1589" fmla="*/ 396240 w 428625"/>
                <a:gd name="connsiteY1589" fmla="*/ 248126 h 485775"/>
                <a:gd name="connsiteX1590" fmla="*/ 395859 w 428625"/>
                <a:gd name="connsiteY1590" fmla="*/ 248317 h 485775"/>
                <a:gd name="connsiteX1591" fmla="*/ 395097 w 428625"/>
                <a:gd name="connsiteY1591" fmla="*/ 248793 h 485775"/>
                <a:gd name="connsiteX1592" fmla="*/ 393763 w 428625"/>
                <a:gd name="connsiteY1592" fmla="*/ 249936 h 485775"/>
                <a:gd name="connsiteX1593" fmla="*/ 392620 w 428625"/>
                <a:gd name="connsiteY1593" fmla="*/ 250603 h 485775"/>
                <a:gd name="connsiteX1594" fmla="*/ 391382 w 428625"/>
                <a:gd name="connsiteY1594" fmla="*/ 251079 h 485775"/>
                <a:gd name="connsiteX1595" fmla="*/ 390620 w 428625"/>
                <a:gd name="connsiteY1595" fmla="*/ 251079 h 485775"/>
                <a:gd name="connsiteX1596" fmla="*/ 389953 w 428625"/>
                <a:gd name="connsiteY1596" fmla="*/ 251079 h 485775"/>
                <a:gd name="connsiteX1597" fmla="*/ 386048 w 428625"/>
                <a:gd name="connsiteY1597" fmla="*/ 249174 h 485775"/>
                <a:gd name="connsiteX1598" fmla="*/ 385286 w 428625"/>
                <a:gd name="connsiteY1598" fmla="*/ 248602 h 485775"/>
                <a:gd name="connsiteX1599" fmla="*/ 385000 w 428625"/>
                <a:gd name="connsiteY1599" fmla="*/ 248317 h 485775"/>
                <a:gd name="connsiteX1600" fmla="*/ 384619 w 428625"/>
                <a:gd name="connsiteY1600" fmla="*/ 247555 h 485775"/>
                <a:gd name="connsiteX1601" fmla="*/ 384429 w 428625"/>
                <a:gd name="connsiteY1601" fmla="*/ 246888 h 485775"/>
                <a:gd name="connsiteX1602" fmla="*/ 384334 w 428625"/>
                <a:gd name="connsiteY1602" fmla="*/ 245935 h 485775"/>
                <a:gd name="connsiteX1603" fmla="*/ 384143 w 428625"/>
                <a:gd name="connsiteY1603" fmla="*/ 242983 h 485775"/>
                <a:gd name="connsiteX1604" fmla="*/ 383286 w 428625"/>
                <a:gd name="connsiteY1604" fmla="*/ 238982 h 485775"/>
                <a:gd name="connsiteX1605" fmla="*/ 382714 w 428625"/>
                <a:gd name="connsiteY1605" fmla="*/ 233363 h 485775"/>
                <a:gd name="connsiteX1606" fmla="*/ 382429 w 428625"/>
                <a:gd name="connsiteY1606" fmla="*/ 232600 h 485775"/>
                <a:gd name="connsiteX1607" fmla="*/ 382143 w 428625"/>
                <a:gd name="connsiteY1607" fmla="*/ 232124 h 485775"/>
                <a:gd name="connsiteX1608" fmla="*/ 381762 w 428625"/>
                <a:gd name="connsiteY1608" fmla="*/ 231457 h 485775"/>
                <a:gd name="connsiteX1609" fmla="*/ 381381 w 428625"/>
                <a:gd name="connsiteY1609" fmla="*/ 230314 h 485775"/>
                <a:gd name="connsiteX1610" fmla="*/ 381286 w 428625"/>
                <a:gd name="connsiteY1610" fmla="*/ 228981 h 485775"/>
                <a:gd name="connsiteX1611" fmla="*/ 381381 w 428625"/>
                <a:gd name="connsiteY1611" fmla="*/ 228219 h 485775"/>
                <a:gd name="connsiteX1612" fmla="*/ 381571 w 428625"/>
                <a:gd name="connsiteY1612" fmla="*/ 227647 h 485775"/>
                <a:gd name="connsiteX1613" fmla="*/ 382905 w 428625"/>
                <a:gd name="connsiteY1613" fmla="*/ 225362 h 485775"/>
                <a:gd name="connsiteX1614" fmla="*/ 383572 w 428625"/>
                <a:gd name="connsiteY1614" fmla="*/ 223933 h 485775"/>
                <a:gd name="connsiteX1615" fmla="*/ 385476 w 428625"/>
                <a:gd name="connsiteY1615" fmla="*/ 217837 h 485775"/>
                <a:gd name="connsiteX1616" fmla="*/ 387477 w 428625"/>
                <a:gd name="connsiteY1616" fmla="*/ 214693 h 485775"/>
                <a:gd name="connsiteX1617" fmla="*/ 388239 w 428625"/>
                <a:gd name="connsiteY1617" fmla="*/ 213741 h 485775"/>
                <a:gd name="connsiteX1618" fmla="*/ 391001 w 428625"/>
                <a:gd name="connsiteY1618" fmla="*/ 209359 h 485775"/>
                <a:gd name="connsiteX1619" fmla="*/ 392239 w 428625"/>
                <a:gd name="connsiteY1619" fmla="*/ 207835 h 485775"/>
                <a:gd name="connsiteX1620" fmla="*/ 392716 w 428625"/>
                <a:gd name="connsiteY1620" fmla="*/ 207169 h 485775"/>
                <a:gd name="connsiteX1621" fmla="*/ 393287 w 428625"/>
                <a:gd name="connsiteY1621" fmla="*/ 205740 h 485775"/>
                <a:gd name="connsiteX1622" fmla="*/ 393478 w 428625"/>
                <a:gd name="connsiteY1622" fmla="*/ 204978 h 485775"/>
                <a:gd name="connsiteX1623" fmla="*/ 393573 w 428625"/>
                <a:gd name="connsiteY1623" fmla="*/ 203073 h 485775"/>
                <a:gd name="connsiteX1624" fmla="*/ 393001 w 428625"/>
                <a:gd name="connsiteY1624" fmla="*/ 198120 h 485775"/>
                <a:gd name="connsiteX1625" fmla="*/ 393097 w 428625"/>
                <a:gd name="connsiteY1625" fmla="*/ 196501 h 485775"/>
                <a:gd name="connsiteX1626" fmla="*/ 393192 w 428625"/>
                <a:gd name="connsiteY1626" fmla="*/ 196215 h 485775"/>
                <a:gd name="connsiteX1627" fmla="*/ 394049 w 428625"/>
                <a:gd name="connsiteY1627" fmla="*/ 194119 h 485775"/>
                <a:gd name="connsiteX1628" fmla="*/ 395097 w 428625"/>
                <a:gd name="connsiteY1628" fmla="*/ 192976 h 485775"/>
                <a:gd name="connsiteX1629" fmla="*/ 395573 w 428625"/>
                <a:gd name="connsiteY1629" fmla="*/ 192500 h 485775"/>
                <a:gd name="connsiteX1630" fmla="*/ 395954 w 428625"/>
                <a:gd name="connsiteY1630" fmla="*/ 192214 h 485775"/>
                <a:gd name="connsiteX1631" fmla="*/ 396526 w 428625"/>
                <a:gd name="connsiteY1631" fmla="*/ 192119 h 485775"/>
                <a:gd name="connsiteX1632" fmla="*/ 398812 w 428625"/>
                <a:gd name="connsiteY1632" fmla="*/ 192119 h 485775"/>
                <a:gd name="connsiteX1633" fmla="*/ 399288 w 428625"/>
                <a:gd name="connsiteY1633" fmla="*/ 192024 h 485775"/>
                <a:gd name="connsiteX1634" fmla="*/ 399764 w 428625"/>
                <a:gd name="connsiteY1634" fmla="*/ 191833 h 485775"/>
                <a:gd name="connsiteX1635" fmla="*/ 401764 w 428625"/>
                <a:gd name="connsiteY1635" fmla="*/ 190595 h 485775"/>
                <a:gd name="connsiteX1636" fmla="*/ 402526 w 428625"/>
                <a:gd name="connsiteY1636" fmla="*/ 190309 h 485775"/>
                <a:gd name="connsiteX1637" fmla="*/ 403479 w 428625"/>
                <a:gd name="connsiteY1637" fmla="*/ 190119 h 485775"/>
                <a:gd name="connsiteX1638" fmla="*/ 408051 w 428625"/>
                <a:gd name="connsiteY1638" fmla="*/ 189643 h 485775"/>
                <a:gd name="connsiteX1639" fmla="*/ 409861 w 428625"/>
                <a:gd name="connsiteY1639" fmla="*/ 188976 h 485775"/>
                <a:gd name="connsiteX1640" fmla="*/ 415671 w 428625"/>
                <a:gd name="connsiteY1640" fmla="*/ 184404 h 485775"/>
                <a:gd name="connsiteX1641" fmla="*/ 417195 w 428625"/>
                <a:gd name="connsiteY1641" fmla="*/ 182785 h 485775"/>
                <a:gd name="connsiteX1642" fmla="*/ 417385 w 428625"/>
                <a:gd name="connsiteY1642" fmla="*/ 182308 h 485775"/>
                <a:gd name="connsiteX1643" fmla="*/ 417671 w 428625"/>
                <a:gd name="connsiteY1643" fmla="*/ 181261 h 485775"/>
                <a:gd name="connsiteX1644" fmla="*/ 417862 w 428625"/>
                <a:gd name="connsiteY1644" fmla="*/ 178879 h 485775"/>
                <a:gd name="connsiteX1645" fmla="*/ 417862 w 428625"/>
                <a:gd name="connsiteY1645" fmla="*/ 177737 h 485775"/>
                <a:gd name="connsiteX1646" fmla="*/ 417957 w 428625"/>
                <a:gd name="connsiteY1646" fmla="*/ 176308 h 485775"/>
                <a:gd name="connsiteX1647" fmla="*/ 418147 w 428625"/>
                <a:gd name="connsiteY1647" fmla="*/ 175260 h 485775"/>
                <a:gd name="connsiteX1648" fmla="*/ 418433 w 428625"/>
                <a:gd name="connsiteY1648" fmla="*/ 174688 h 485775"/>
                <a:gd name="connsiteX1649" fmla="*/ 418814 w 428625"/>
                <a:gd name="connsiteY1649" fmla="*/ 174307 h 485775"/>
                <a:gd name="connsiteX1650" fmla="*/ 420052 w 428625"/>
                <a:gd name="connsiteY1650" fmla="*/ 173641 h 485775"/>
                <a:gd name="connsiteX1651" fmla="*/ 420909 w 428625"/>
                <a:gd name="connsiteY1651" fmla="*/ 173164 h 485775"/>
                <a:gd name="connsiteX1652" fmla="*/ 422338 w 428625"/>
                <a:gd name="connsiteY1652" fmla="*/ 172021 h 485775"/>
                <a:gd name="connsiteX1653" fmla="*/ 422719 w 428625"/>
                <a:gd name="connsiteY1653" fmla="*/ 171450 h 485775"/>
                <a:gd name="connsiteX1654" fmla="*/ 423005 w 428625"/>
                <a:gd name="connsiteY1654" fmla="*/ 170879 h 485775"/>
                <a:gd name="connsiteX1655" fmla="*/ 423100 w 428625"/>
                <a:gd name="connsiteY1655" fmla="*/ 169545 h 485775"/>
                <a:gd name="connsiteX1656" fmla="*/ 423291 w 428625"/>
                <a:gd name="connsiteY1656" fmla="*/ 168497 h 485775"/>
                <a:gd name="connsiteX1657" fmla="*/ 423576 w 428625"/>
                <a:gd name="connsiteY1657" fmla="*/ 168021 h 485775"/>
                <a:gd name="connsiteX1658" fmla="*/ 423958 w 428625"/>
                <a:gd name="connsiteY1658" fmla="*/ 167640 h 485775"/>
                <a:gd name="connsiteX1659" fmla="*/ 428625 w 428625"/>
                <a:gd name="connsiteY1659" fmla="*/ 166306 h 485775"/>
                <a:gd name="connsiteX1660" fmla="*/ 429292 w 428625"/>
                <a:gd name="connsiteY1660" fmla="*/ 166021 h 485775"/>
                <a:gd name="connsiteX1661" fmla="*/ 430054 w 428625"/>
                <a:gd name="connsiteY1661" fmla="*/ 165544 h 485775"/>
                <a:gd name="connsiteX1662" fmla="*/ 431292 w 428625"/>
                <a:gd name="connsiteY1662" fmla="*/ 164401 h 485775"/>
                <a:gd name="connsiteX1663" fmla="*/ 431959 w 428625"/>
                <a:gd name="connsiteY1663" fmla="*/ 163735 h 485775"/>
                <a:gd name="connsiteX1664" fmla="*/ 432340 w 428625"/>
                <a:gd name="connsiteY1664" fmla="*/ 163163 h 485775"/>
                <a:gd name="connsiteX1665" fmla="*/ 432816 w 428625"/>
                <a:gd name="connsiteY1665" fmla="*/ 162020 h 485775"/>
                <a:gd name="connsiteX1666" fmla="*/ 434816 w 428625"/>
                <a:gd name="connsiteY1666" fmla="*/ 158496 h 485775"/>
                <a:gd name="connsiteX1667" fmla="*/ 435102 w 428625"/>
                <a:gd name="connsiteY1667" fmla="*/ 157639 h 485775"/>
                <a:gd name="connsiteX1668" fmla="*/ 435292 w 428625"/>
                <a:gd name="connsiteY1668" fmla="*/ 156877 h 485775"/>
                <a:gd name="connsiteX1669" fmla="*/ 435292 w 428625"/>
                <a:gd name="connsiteY1669" fmla="*/ 15630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</a:cxnLst>
              <a:rect l="l" t="t" r="r" b="b"/>
              <a:pathLst>
                <a:path w="428625" h="485775">
                  <a:moveTo>
                    <a:pt x="435292" y="155734"/>
                  </a:moveTo>
                  <a:lnTo>
                    <a:pt x="435197" y="155257"/>
                  </a:lnTo>
                  <a:lnTo>
                    <a:pt x="434721" y="153924"/>
                  </a:lnTo>
                  <a:lnTo>
                    <a:pt x="434435" y="153638"/>
                  </a:lnTo>
                  <a:lnTo>
                    <a:pt x="434245" y="153352"/>
                  </a:lnTo>
                  <a:lnTo>
                    <a:pt x="434054" y="153162"/>
                  </a:lnTo>
                  <a:lnTo>
                    <a:pt x="433292" y="152781"/>
                  </a:lnTo>
                  <a:lnTo>
                    <a:pt x="430911" y="151733"/>
                  </a:lnTo>
                  <a:lnTo>
                    <a:pt x="430625" y="151447"/>
                  </a:lnTo>
                  <a:lnTo>
                    <a:pt x="430244" y="151162"/>
                  </a:lnTo>
                  <a:lnTo>
                    <a:pt x="430244" y="150400"/>
                  </a:lnTo>
                  <a:lnTo>
                    <a:pt x="430339" y="149162"/>
                  </a:lnTo>
                  <a:lnTo>
                    <a:pt x="431101" y="146685"/>
                  </a:lnTo>
                  <a:lnTo>
                    <a:pt x="431006" y="145637"/>
                  </a:lnTo>
                  <a:lnTo>
                    <a:pt x="430720" y="145066"/>
                  </a:lnTo>
                  <a:lnTo>
                    <a:pt x="428434" y="144780"/>
                  </a:lnTo>
                  <a:lnTo>
                    <a:pt x="426339" y="144304"/>
                  </a:lnTo>
                  <a:lnTo>
                    <a:pt x="425577" y="143827"/>
                  </a:lnTo>
                  <a:lnTo>
                    <a:pt x="424815" y="142589"/>
                  </a:lnTo>
                  <a:lnTo>
                    <a:pt x="423291" y="141256"/>
                  </a:lnTo>
                  <a:lnTo>
                    <a:pt x="421100" y="139922"/>
                  </a:lnTo>
                  <a:lnTo>
                    <a:pt x="424624" y="136684"/>
                  </a:lnTo>
                  <a:lnTo>
                    <a:pt x="425577" y="135255"/>
                  </a:lnTo>
                  <a:lnTo>
                    <a:pt x="426244" y="132588"/>
                  </a:lnTo>
                  <a:lnTo>
                    <a:pt x="426434" y="130016"/>
                  </a:lnTo>
                  <a:lnTo>
                    <a:pt x="426434" y="128397"/>
                  </a:lnTo>
                  <a:lnTo>
                    <a:pt x="426339" y="127349"/>
                  </a:lnTo>
                  <a:lnTo>
                    <a:pt x="426434" y="126301"/>
                  </a:lnTo>
                  <a:lnTo>
                    <a:pt x="427958" y="119539"/>
                  </a:lnTo>
                  <a:lnTo>
                    <a:pt x="427768" y="118681"/>
                  </a:lnTo>
                  <a:lnTo>
                    <a:pt x="427291" y="116967"/>
                  </a:lnTo>
                  <a:lnTo>
                    <a:pt x="427006" y="116205"/>
                  </a:lnTo>
                  <a:lnTo>
                    <a:pt x="426530" y="115538"/>
                  </a:lnTo>
                  <a:lnTo>
                    <a:pt x="425482" y="114776"/>
                  </a:lnTo>
                  <a:lnTo>
                    <a:pt x="420624" y="112585"/>
                  </a:lnTo>
                  <a:lnTo>
                    <a:pt x="419671" y="111919"/>
                  </a:lnTo>
                  <a:lnTo>
                    <a:pt x="419005" y="111252"/>
                  </a:lnTo>
                  <a:lnTo>
                    <a:pt x="418719" y="110680"/>
                  </a:lnTo>
                  <a:lnTo>
                    <a:pt x="418243" y="109442"/>
                  </a:lnTo>
                  <a:lnTo>
                    <a:pt x="417957" y="108871"/>
                  </a:lnTo>
                  <a:lnTo>
                    <a:pt x="417576" y="108299"/>
                  </a:lnTo>
                  <a:lnTo>
                    <a:pt x="416814" y="107823"/>
                  </a:lnTo>
                  <a:lnTo>
                    <a:pt x="416433" y="107632"/>
                  </a:lnTo>
                  <a:lnTo>
                    <a:pt x="415766" y="107442"/>
                  </a:lnTo>
                  <a:lnTo>
                    <a:pt x="415195" y="107156"/>
                  </a:lnTo>
                  <a:lnTo>
                    <a:pt x="413766" y="105823"/>
                  </a:lnTo>
                  <a:lnTo>
                    <a:pt x="412909" y="105537"/>
                  </a:lnTo>
                  <a:lnTo>
                    <a:pt x="410813" y="105251"/>
                  </a:lnTo>
                  <a:lnTo>
                    <a:pt x="409765" y="104870"/>
                  </a:lnTo>
                  <a:lnTo>
                    <a:pt x="409003" y="104394"/>
                  </a:lnTo>
                  <a:lnTo>
                    <a:pt x="408527" y="102679"/>
                  </a:lnTo>
                  <a:lnTo>
                    <a:pt x="408337" y="101251"/>
                  </a:lnTo>
                  <a:lnTo>
                    <a:pt x="408813" y="94297"/>
                  </a:lnTo>
                  <a:lnTo>
                    <a:pt x="405479" y="93154"/>
                  </a:lnTo>
                  <a:lnTo>
                    <a:pt x="403765" y="92297"/>
                  </a:lnTo>
                  <a:lnTo>
                    <a:pt x="399669" y="89344"/>
                  </a:lnTo>
                  <a:lnTo>
                    <a:pt x="399002" y="89059"/>
                  </a:lnTo>
                  <a:lnTo>
                    <a:pt x="398431" y="88963"/>
                  </a:lnTo>
                  <a:lnTo>
                    <a:pt x="398050" y="89059"/>
                  </a:lnTo>
                  <a:lnTo>
                    <a:pt x="397383" y="89344"/>
                  </a:lnTo>
                  <a:lnTo>
                    <a:pt x="396526" y="89821"/>
                  </a:lnTo>
                  <a:lnTo>
                    <a:pt x="395478" y="90678"/>
                  </a:lnTo>
                  <a:lnTo>
                    <a:pt x="394716" y="91726"/>
                  </a:lnTo>
                  <a:lnTo>
                    <a:pt x="393478" y="93726"/>
                  </a:lnTo>
                  <a:lnTo>
                    <a:pt x="392716" y="93821"/>
                  </a:lnTo>
                  <a:lnTo>
                    <a:pt x="392049" y="93154"/>
                  </a:lnTo>
                  <a:lnTo>
                    <a:pt x="391668" y="91535"/>
                  </a:lnTo>
                  <a:lnTo>
                    <a:pt x="390906" y="90678"/>
                  </a:lnTo>
                  <a:lnTo>
                    <a:pt x="389572" y="89916"/>
                  </a:lnTo>
                  <a:lnTo>
                    <a:pt x="389001" y="89059"/>
                  </a:lnTo>
                  <a:lnTo>
                    <a:pt x="388620" y="88106"/>
                  </a:lnTo>
                  <a:lnTo>
                    <a:pt x="388430" y="86677"/>
                  </a:lnTo>
                  <a:lnTo>
                    <a:pt x="388715" y="83058"/>
                  </a:lnTo>
                  <a:lnTo>
                    <a:pt x="388525" y="81629"/>
                  </a:lnTo>
                  <a:lnTo>
                    <a:pt x="387858" y="80200"/>
                  </a:lnTo>
                  <a:lnTo>
                    <a:pt x="387191" y="79438"/>
                  </a:lnTo>
                  <a:lnTo>
                    <a:pt x="386334" y="78867"/>
                  </a:lnTo>
                  <a:lnTo>
                    <a:pt x="383476" y="78200"/>
                  </a:lnTo>
                  <a:lnTo>
                    <a:pt x="383095" y="77343"/>
                  </a:lnTo>
                  <a:lnTo>
                    <a:pt x="383095" y="76295"/>
                  </a:lnTo>
                  <a:lnTo>
                    <a:pt x="383572" y="73628"/>
                  </a:lnTo>
                  <a:lnTo>
                    <a:pt x="384334" y="72009"/>
                  </a:lnTo>
                  <a:lnTo>
                    <a:pt x="385381" y="70390"/>
                  </a:lnTo>
                  <a:lnTo>
                    <a:pt x="387477" y="67627"/>
                  </a:lnTo>
                  <a:lnTo>
                    <a:pt x="388906" y="65532"/>
                  </a:lnTo>
                  <a:lnTo>
                    <a:pt x="389477" y="64960"/>
                  </a:lnTo>
                  <a:lnTo>
                    <a:pt x="392334" y="64103"/>
                  </a:lnTo>
                  <a:lnTo>
                    <a:pt x="393001" y="63532"/>
                  </a:lnTo>
                  <a:lnTo>
                    <a:pt x="393382" y="62960"/>
                  </a:lnTo>
                  <a:lnTo>
                    <a:pt x="393668" y="62198"/>
                  </a:lnTo>
                  <a:lnTo>
                    <a:pt x="394716" y="60960"/>
                  </a:lnTo>
                  <a:lnTo>
                    <a:pt x="394906" y="60579"/>
                  </a:lnTo>
                  <a:lnTo>
                    <a:pt x="394906" y="59817"/>
                  </a:lnTo>
                  <a:lnTo>
                    <a:pt x="394716" y="58769"/>
                  </a:lnTo>
                  <a:lnTo>
                    <a:pt x="394049" y="56864"/>
                  </a:lnTo>
                  <a:lnTo>
                    <a:pt x="393573" y="55912"/>
                  </a:lnTo>
                  <a:lnTo>
                    <a:pt x="393097" y="55340"/>
                  </a:lnTo>
                  <a:lnTo>
                    <a:pt x="392144" y="54388"/>
                  </a:lnTo>
                  <a:lnTo>
                    <a:pt x="391001" y="52959"/>
                  </a:lnTo>
                  <a:lnTo>
                    <a:pt x="390811" y="52578"/>
                  </a:lnTo>
                  <a:lnTo>
                    <a:pt x="390525" y="51911"/>
                  </a:lnTo>
                  <a:lnTo>
                    <a:pt x="390430" y="51435"/>
                  </a:lnTo>
                  <a:lnTo>
                    <a:pt x="390430" y="50673"/>
                  </a:lnTo>
                  <a:lnTo>
                    <a:pt x="390525" y="48577"/>
                  </a:lnTo>
                  <a:lnTo>
                    <a:pt x="391001" y="46672"/>
                  </a:lnTo>
                  <a:lnTo>
                    <a:pt x="391096" y="45434"/>
                  </a:lnTo>
                  <a:lnTo>
                    <a:pt x="390906" y="44387"/>
                  </a:lnTo>
                  <a:lnTo>
                    <a:pt x="390525" y="43148"/>
                  </a:lnTo>
                  <a:lnTo>
                    <a:pt x="389001" y="39433"/>
                  </a:lnTo>
                  <a:lnTo>
                    <a:pt x="388525" y="38671"/>
                  </a:lnTo>
                  <a:lnTo>
                    <a:pt x="388239" y="38386"/>
                  </a:lnTo>
                  <a:lnTo>
                    <a:pt x="387858" y="38100"/>
                  </a:lnTo>
                  <a:lnTo>
                    <a:pt x="387382" y="37909"/>
                  </a:lnTo>
                  <a:lnTo>
                    <a:pt x="386905" y="37719"/>
                  </a:lnTo>
                  <a:lnTo>
                    <a:pt x="386334" y="37624"/>
                  </a:lnTo>
                  <a:lnTo>
                    <a:pt x="385763" y="37624"/>
                  </a:lnTo>
                  <a:lnTo>
                    <a:pt x="382714" y="38100"/>
                  </a:lnTo>
                  <a:lnTo>
                    <a:pt x="380428" y="38195"/>
                  </a:lnTo>
                  <a:lnTo>
                    <a:pt x="379857" y="38100"/>
                  </a:lnTo>
                  <a:lnTo>
                    <a:pt x="379476" y="37814"/>
                  </a:lnTo>
                  <a:lnTo>
                    <a:pt x="379285" y="37147"/>
                  </a:lnTo>
                  <a:lnTo>
                    <a:pt x="379190" y="36100"/>
                  </a:lnTo>
                  <a:lnTo>
                    <a:pt x="379952" y="31051"/>
                  </a:lnTo>
                  <a:lnTo>
                    <a:pt x="380333" y="30004"/>
                  </a:lnTo>
                  <a:lnTo>
                    <a:pt x="383857" y="21812"/>
                  </a:lnTo>
                  <a:lnTo>
                    <a:pt x="384143" y="20288"/>
                  </a:lnTo>
                  <a:lnTo>
                    <a:pt x="383857" y="20002"/>
                  </a:lnTo>
                  <a:lnTo>
                    <a:pt x="378142" y="23527"/>
                  </a:lnTo>
                  <a:lnTo>
                    <a:pt x="376428" y="25527"/>
                  </a:lnTo>
                  <a:lnTo>
                    <a:pt x="372332" y="29146"/>
                  </a:lnTo>
                  <a:lnTo>
                    <a:pt x="369856" y="30575"/>
                  </a:lnTo>
                  <a:lnTo>
                    <a:pt x="351568" y="51911"/>
                  </a:lnTo>
                  <a:lnTo>
                    <a:pt x="349663" y="55435"/>
                  </a:lnTo>
                  <a:lnTo>
                    <a:pt x="348329" y="57340"/>
                  </a:lnTo>
                  <a:lnTo>
                    <a:pt x="346900" y="58198"/>
                  </a:lnTo>
                  <a:lnTo>
                    <a:pt x="346043" y="58102"/>
                  </a:lnTo>
                  <a:lnTo>
                    <a:pt x="345853" y="57721"/>
                  </a:lnTo>
                  <a:lnTo>
                    <a:pt x="345662" y="57150"/>
                  </a:lnTo>
                  <a:lnTo>
                    <a:pt x="343852" y="55150"/>
                  </a:lnTo>
                  <a:lnTo>
                    <a:pt x="343471" y="55245"/>
                  </a:lnTo>
                  <a:lnTo>
                    <a:pt x="342709" y="56293"/>
                  </a:lnTo>
                  <a:lnTo>
                    <a:pt x="342614" y="57245"/>
                  </a:lnTo>
                  <a:lnTo>
                    <a:pt x="342805" y="58483"/>
                  </a:lnTo>
                  <a:lnTo>
                    <a:pt x="342709" y="59626"/>
                  </a:lnTo>
                  <a:lnTo>
                    <a:pt x="341947" y="60103"/>
                  </a:lnTo>
                  <a:lnTo>
                    <a:pt x="340995" y="60007"/>
                  </a:lnTo>
                  <a:lnTo>
                    <a:pt x="340614" y="59626"/>
                  </a:lnTo>
                  <a:lnTo>
                    <a:pt x="340519" y="58960"/>
                  </a:lnTo>
                  <a:lnTo>
                    <a:pt x="340519" y="55721"/>
                  </a:lnTo>
                  <a:lnTo>
                    <a:pt x="340233" y="54007"/>
                  </a:lnTo>
                  <a:lnTo>
                    <a:pt x="339280" y="53054"/>
                  </a:lnTo>
                  <a:lnTo>
                    <a:pt x="337280" y="53149"/>
                  </a:lnTo>
                  <a:lnTo>
                    <a:pt x="335947" y="54102"/>
                  </a:lnTo>
                  <a:lnTo>
                    <a:pt x="334423" y="55721"/>
                  </a:lnTo>
                  <a:lnTo>
                    <a:pt x="332899" y="56959"/>
                  </a:lnTo>
                  <a:lnTo>
                    <a:pt x="331470" y="56579"/>
                  </a:lnTo>
                  <a:lnTo>
                    <a:pt x="330898" y="55245"/>
                  </a:lnTo>
                  <a:lnTo>
                    <a:pt x="329279" y="45625"/>
                  </a:lnTo>
                  <a:lnTo>
                    <a:pt x="329755" y="42481"/>
                  </a:lnTo>
                  <a:lnTo>
                    <a:pt x="331470" y="40196"/>
                  </a:lnTo>
                  <a:lnTo>
                    <a:pt x="335947" y="37243"/>
                  </a:lnTo>
                  <a:lnTo>
                    <a:pt x="337185" y="35909"/>
                  </a:lnTo>
                  <a:lnTo>
                    <a:pt x="338042" y="34290"/>
                  </a:lnTo>
                  <a:lnTo>
                    <a:pt x="338423" y="32194"/>
                  </a:lnTo>
                  <a:lnTo>
                    <a:pt x="338233" y="30004"/>
                  </a:lnTo>
                  <a:lnTo>
                    <a:pt x="337661" y="29813"/>
                  </a:lnTo>
                  <a:lnTo>
                    <a:pt x="335661" y="32480"/>
                  </a:lnTo>
                  <a:lnTo>
                    <a:pt x="332327" y="35623"/>
                  </a:lnTo>
                  <a:lnTo>
                    <a:pt x="331565" y="37147"/>
                  </a:lnTo>
                  <a:lnTo>
                    <a:pt x="330994" y="36385"/>
                  </a:lnTo>
                  <a:lnTo>
                    <a:pt x="330136" y="34385"/>
                  </a:lnTo>
                  <a:lnTo>
                    <a:pt x="329946" y="33338"/>
                  </a:lnTo>
                  <a:lnTo>
                    <a:pt x="329851" y="31528"/>
                  </a:lnTo>
                  <a:lnTo>
                    <a:pt x="329660" y="30575"/>
                  </a:lnTo>
                  <a:lnTo>
                    <a:pt x="327565" y="28099"/>
                  </a:lnTo>
                  <a:lnTo>
                    <a:pt x="324898" y="29242"/>
                  </a:lnTo>
                  <a:lnTo>
                    <a:pt x="322040" y="31528"/>
                  </a:lnTo>
                  <a:lnTo>
                    <a:pt x="321278" y="32004"/>
                  </a:lnTo>
                  <a:lnTo>
                    <a:pt x="320516" y="32575"/>
                  </a:lnTo>
                  <a:lnTo>
                    <a:pt x="319945" y="32861"/>
                  </a:lnTo>
                  <a:lnTo>
                    <a:pt x="319564" y="33147"/>
                  </a:lnTo>
                  <a:lnTo>
                    <a:pt x="319278" y="33528"/>
                  </a:lnTo>
                  <a:lnTo>
                    <a:pt x="318421" y="35338"/>
                  </a:lnTo>
                  <a:lnTo>
                    <a:pt x="317944" y="36195"/>
                  </a:lnTo>
                  <a:lnTo>
                    <a:pt x="317659" y="36576"/>
                  </a:lnTo>
                  <a:lnTo>
                    <a:pt x="317278" y="36957"/>
                  </a:lnTo>
                  <a:lnTo>
                    <a:pt x="316801" y="37338"/>
                  </a:lnTo>
                  <a:lnTo>
                    <a:pt x="315944" y="37909"/>
                  </a:lnTo>
                  <a:lnTo>
                    <a:pt x="314992" y="38100"/>
                  </a:lnTo>
                  <a:lnTo>
                    <a:pt x="313658" y="38290"/>
                  </a:lnTo>
                  <a:lnTo>
                    <a:pt x="312896" y="38481"/>
                  </a:lnTo>
                  <a:lnTo>
                    <a:pt x="312325" y="38767"/>
                  </a:lnTo>
                  <a:lnTo>
                    <a:pt x="312039" y="39148"/>
                  </a:lnTo>
                  <a:lnTo>
                    <a:pt x="311848" y="39529"/>
                  </a:lnTo>
                  <a:lnTo>
                    <a:pt x="311658" y="40100"/>
                  </a:lnTo>
                  <a:lnTo>
                    <a:pt x="311563" y="40672"/>
                  </a:lnTo>
                  <a:lnTo>
                    <a:pt x="311372" y="41338"/>
                  </a:lnTo>
                  <a:lnTo>
                    <a:pt x="310896" y="41910"/>
                  </a:lnTo>
                  <a:lnTo>
                    <a:pt x="309848" y="42767"/>
                  </a:lnTo>
                  <a:lnTo>
                    <a:pt x="309181" y="43053"/>
                  </a:lnTo>
                  <a:lnTo>
                    <a:pt x="308515" y="43148"/>
                  </a:lnTo>
                  <a:lnTo>
                    <a:pt x="301180" y="42863"/>
                  </a:lnTo>
                  <a:lnTo>
                    <a:pt x="296418" y="41624"/>
                  </a:lnTo>
                  <a:lnTo>
                    <a:pt x="293465" y="41529"/>
                  </a:lnTo>
                  <a:lnTo>
                    <a:pt x="292798" y="41624"/>
                  </a:lnTo>
                  <a:lnTo>
                    <a:pt x="292227" y="41910"/>
                  </a:lnTo>
                  <a:lnTo>
                    <a:pt x="285750" y="48196"/>
                  </a:lnTo>
                  <a:lnTo>
                    <a:pt x="284416" y="49054"/>
                  </a:lnTo>
                  <a:lnTo>
                    <a:pt x="280321" y="50863"/>
                  </a:lnTo>
                  <a:lnTo>
                    <a:pt x="279654" y="51435"/>
                  </a:lnTo>
                  <a:lnTo>
                    <a:pt x="279273" y="51435"/>
                  </a:lnTo>
                  <a:lnTo>
                    <a:pt x="279082" y="50863"/>
                  </a:lnTo>
                  <a:lnTo>
                    <a:pt x="278987" y="50292"/>
                  </a:lnTo>
                  <a:lnTo>
                    <a:pt x="278987" y="46958"/>
                  </a:lnTo>
                  <a:lnTo>
                    <a:pt x="278892" y="46196"/>
                  </a:lnTo>
                  <a:lnTo>
                    <a:pt x="278606" y="45625"/>
                  </a:lnTo>
                  <a:lnTo>
                    <a:pt x="277463" y="44767"/>
                  </a:lnTo>
                  <a:lnTo>
                    <a:pt x="276511" y="44291"/>
                  </a:lnTo>
                  <a:lnTo>
                    <a:pt x="276034" y="43910"/>
                  </a:lnTo>
                  <a:lnTo>
                    <a:pt x="275368" y="43339"/>
                  </a:lnTo>
                  <a:lnTo>
                    <a:pt x="275082" y="42863"/>
                  </a:lnTo>
                  <a:lnTo>
                    <a:pt x="274796" y="42291"/>
                  </a:lnTo>
                  <a:lnTo>
                    <a:pt x="274130" y="39338"/>
                  </a:lnTo>
                  <a:lnTo>
                    <a:pt x="273844" y="38957"/>
                  </a:lnTo>
                  <a:lnTo>
                    <a:pt x="273463" y="38957"/>
                  </a:lnTo>
                  <a:lnTo>
                    <a:pt x="273177" y="39243"/>
                  </a:lnTo>
                  <a:lnTo>
                    <a:pt x="271653" y="41053"/>
                  </a:lnTo>
                  <a:lnTo>
                    <a:pt x="271272" y="41338"/>
                  </a:lnTo>
                  <a:lnTo>
                    <a:pt x="270891" y="41529"/>
                  </a:lnTo>
                  <a:lnTo>
                    <a:pt x="270510" y="41529"/>
                  </a:lnTo>
                  <a:lnTo>
                    <a:pt x="270319" y="41148"/>
                  </a:lnTo>
                  <a:lnTo>
                    <a:pt x="269081" y="38767"/>
                  </a:lnTo>
                  <a:lnTo>
                    <a:pt x="267938" y="37147"/>
                  </a:lnTo>
                  <a:lnTo>
                    <a:pt x="267367" y="36385"/>
                  </a:lnTo>
                  <a:lnTo>
                    <a:pt x="266795" y="35814"/>
                  </a:lnTo>
                  <a:lnTo>
                    <a:pt x="263271" y="33433"/>
                  </a:lnTo>
                  <a:lnTo>
                    <a:pt x="250603" y="22193"/>
                  </a:lnTo>
                  <a:lnTo>
                    <a:pt x="245269" y="20764"/>
                  </a:lnTo>
                  <a:lnTo>
                    <a:pt x="238220" y="16383"/>
                  </a:lnTo>
                  <a:lnTo>
                    <a:pt x="237077" y="15907"/>
                  </a:lnTo>
                  <a:lnTo>
                    <a:pt x="236506" y="15907"/>
                  </a:lnTo>
                  <a:lnTo>
                    <a:pt x="236029" y="16002"/>
                  </a:lnTo>
                  <a:lnTo>
                    <a:pt x="235648" y="16192"/>
                  </a:lnTo>
                  <a:lnTo>
                    <a:pt x="234791" y="16669"/>
                  </a:lnTo>
                  <a:lnTo>
                    <a:pt x="233743" y="17526"/>
                  </a:lnTo>
                  <a:lnTo>
                    <a:pt x="233363" y="17716"/>
                  </a:lnTo>
                  <a:lnTo>
                    <a:pt x="232410" y="18097"/>
                  </a:lnTo>
                  <a:lnTo>
                    <a:pt x="231362" y="18288"/>
                  </a:lnTo>
                  <a:lnTo>
                    <a:pt x="223551" y="17812"/>
                  </a:lnTo>
                  <a:lnTo>
                    <a:pt x="216313" y="14859"/>
                  </a:lnTo>
                  <a:lnTo>
                    <a:pt x="215360" y="14573"/>
                  </a:lnTo>
                  <a:lnTo>
                    <a:pt x="214789" y="14573"/>
                  </a:lnTo>
                  <a:lnTo>
                    <a:pt x="213646" y="14573"/>
                  </a:lnTo>
                  <a:lnTo>
                    <a:pt x="209931" y="15812"/>
                  </a:lnTo>
                  <a:lnTo>
                    <a:pt x="209550" y="15907"/>
                  </a:lnTo>
                  <a:lnTo>
                    <a:pt x="208407" y="15907"/>
                  </a:lnTo>
                  <a:lnTo>
                    <a:pt x="208026" y="15716"/>
                  </a:lnTo>
                  <a:lnTo>
                    <a:pt x="207645" y="15430"/>
                  </a:lnTo>
                  <a:lnTo>
                    <a:pt x="206883" y="13716"/>
                  </a:lnTo>
                  <a:lnTo>
                    <a:pt x="206407" y="13240"/>
                  </a:lnTo>
                  <a:lnTo>
                    <a:pt x="205835" y="12668"/>
                  </a:lnTo>
                  <a:lnTo>
                    <a:pt x="204121" y="11525"/>
                  </a:lnTo>
                  <a:lnTo>
                    <a:pt x="203263" y="10858"/>
                  </a:lnTo>
                  <a:lnTo>
                    <a:pt x="202882" y="10477"/>
                  </a:lnTo>
                  <a:lnTo>
                    <a:pt x="201454" y="9334"/>
                  </a:lnTo>
                  <a:lnTo>
                    <a:pt x="196501" y="6096"/>
                  </a:lnTo>
                  <a:lnTo>
                    <a:pt x="180975" y="3524"/>
                  </a:lnTo>
                  <a:lnTo>
                    <a:pt x="172307" y="3143"/>
                  </a:lnTo>
                  <a:lnTo>
                    <a:pt x="160687" y="286"/>
                  </a:lnTo>
                  <a:lnTo>
                    <a:pt x="158020" y="0"/>
                  </a:lnTo>
                  <a:lnTo>
                    <a:pt x="156115" y="190"/>
                  </a:lnTo>
                  <a:lnTo>
                    <a:pt x="155543" y="857"/>
                  </a:lnTo>
                  <a:lnTo>
                    <a:pt x="155067" y="1905"/>
                  </a:lnTo>
                  <a:lnTo>
                    <a:pt x="154781" y="3048"/>
                  </a:lnTo>
                  <a:lnTo>
                    <a:pt x="154781" y="4096"/>
                  </a:lnTo>
                  <a:lnTo>
                    <a:pt x="154876" y="5334"/>
                  </a:lnTo>
                  <a:lnTo>
                    <a:pt x="154686" y="5810"/>
                  </a:lnTo>
                  <a:lnTo>
                    <a:pt x="154019" y="6287"/>
                  </a:lnTo>
                  <a:lnTo>
                    <a:pt x="152686" y="6763"/>
                  </a:lnTo>
                  <a:lnTo>
                    <a:pt x="151638" y="6572"/>
                  </a:lnTo>
                  <a:lnTo>
                    <a:pt x="149638" y="5429"/>
                  </a:lnTo>
                  <a:lnTo>
                    <a:pt x="147733" y="4763"/>
                  </a:lnTo>
                  <a:lnTo>
                    <a:pt x="141541" y="3905"/>
                  </a:lnTo>
                  <a:lnTo>
                    <a:pt x="140303" y="3905"/>
                  </a:lnTo>
                  <a:lnTo>
                    <a:pt x="136874" y="4763"/>
                  </a:lnTo>
                  <a:lnTo>
                    <a:pt x="136684" y="4858"/>
                  </a:lnTo>
                  <a:lnTo>
                    <a:pt x="136017" y="5334"/>
                  </a:lnTo>
                  <a:lnTo>
                    <a:pt x="135255" y="5905"/>
                  </a:lnTo>
                  <a:lnTo>
                    <a:pt x="133826" y="7715"/>
                  </a:lnTo>
                  <a:lnTo>
                    <a:pt x="136684" y="9144"/>
                  </a:lnTo>
                  <a:lnTo>
                    <a:pt x="136969" y="9620"/>
                  </a:lnTo>
                  <a:lnTo>
                    <a:pt x="137350" y="10382"/>
                  </a:lnTo>
                  <a:lnTo>
                    <a:pt x="136969" y="11049"/>
                  </a:lnTo>
                  <a:lnTo>
                    <a:pt x="136684" y="11430"/>
                  </a:lnTo>
                  <a:lnTo>
                    <a:pt x="135541" y="12097"/>
                  </a:lnTo>
                  <a:lnTo>
                    <a:pt x="134969" y="12859"/>
                  </a:lnTo>
                  <a:lnTo>
                    <a:pt x="134588" y="14097"/>
                  </a:lnTo>
                  <a:lnTo>
                    <a:pt x="134398" y="16288"/>
                  </a:lnTo>
                  <a:lnTo>
                    <a:pt x="134683" y="17621"/>
                  </a:lnTo>
                  <a:lnTo>
                    <a:pt x="135731" y="19526"/>
                  </a:lnTo>
                  <a:lnTo>
                    <a:pt x="136398" y="20860"/>
                  </a:lnTo>
                  <a:lnTo>
                    <a:pt x="136874" y="21622"/>
                  </a:lnTo>
                  <a:lnTo>
                    <a:pt x="137636" y="22288"/>
                  </a:lnTo>
                  <a:lnTo>
                    <a:pt x="140398" y="23908"/>
                  </a:lnTo>
                  <a:lnTo>
                    <a:pt x="141732" y="25051"/>
                  </a:lnTo>
                  <a:lnTo>
                    <a:pt x="143256" y="26860"/>
                  </a:lnTo>
                  <a:lnTo>
                    <a:pt x="143732" y="28004"/>
                  </a:lnTo>
                  <a:lnTo>
                    <a:pt x="144113" y="30004"/>
                  </a:lnTo>
                  <a:lnTo>
                    <a:pt x="142303" y="31909"/>
                  </a:lnTo>
                  <a:lnTo>
                    <a:pt x="142208" y="32004"/>
                  </a:lnTo>
                  <a:lnTo>
                    <a:pt x="138874" y="34195"/>
                  </a:lnTo>
                  <a:lnTo>
                    <a:pt x="136969" y="35147"/>
                  </a:lnTo>
                  <a:lnTo>
                    <a:pt x="136303" y="35338"/>
                  </a:lnTo>
                  <a:lnTo>
                    <a:pt x="135350" y="35338"/>
                  </a:lnTo>
                  <a:lnTo>
                    <a:pt x="134302" y="35052"/>
                  </a:lnTo>
                  <a:lnTo>
                    <a:pt x="132588" y="34099"/>
                  </a:lnTo>
                  <a:lnTo>
                    <a:pt x="131826" y="34004"/>
                  </a:lnTo>
                  <a:lnTo>
                    <a:pt x="131064" y="34480"/>
                  </a:lnTo>
                  <a:lnTo>
                    <a:pt x="130683" y="35242"/>
                  </a:lnTo>
                  <a:lnTo>
                    <a:pt x="130492" y="36100"/>
                  </a:lnTo>
                  <a:lnTo>
                    <a:pt x="130588" y="37052"/>
                  </a:lnTo>
                  <a:lnTo>
                    <a:pt x="130397" y="38100"/>
                  </a:lnTo>
                  <a:lnTo>
                    <a:pt x="129826" y="38862"/>
                  </a:lnTo>
                  <a:lnTo>
                    <a:pt x="128016" y="40196"/>
                  </a:lnTo>
                  <a:lnTo>
                    <a:pt x="126968" y="40767"/>
                  </a:lnTo>
                  <a:lnTo>
                    <a:pt x="125730" y="41053"/>
                  </a:lnTo>
                  <a:lnTo>
                    <a:pt x="124015" y="40386"/>
                  </a:lnTo>
                  <a:lnTo>
                    <a:pt x="122872" y="39719"/>
                  </a:lnTo>
                  <a:lnTo>
                    <a:pt x="120777" y="38862"/>
                  </a:lnTo>
                  <a:lnTo>
                    <a:pt x="119634" y="38290"/>
                  </a:lnTo>
                  <a:lnTo>
                    <a:pt x="118491" y="37338"/>
                  </a:lnTo>
                  <a:lnTo>
                    <a:pt x="114871" y="33052"/>
                  </a:lnTo>
                  <a:lnTo>
                    <a:pt x="113538" y="31909"/>
                  </a:lnTo>
                  <a:lnTo>
                    <a:pt x="112585" y="31528"/>
                  </a:lnTo>
                  <a:lnTo>
                    <a:pt x="110014" y="31051"/>
                  </a:lnTo>
                  <a:lnTo>
                    <a:pt x="109156" y="30766"/>
                  </a:lnTo>
                  <a:lnTo>
                    <a:pt x="108490" y="30385"/>
                  </a:lnTo>
                  <a:lnTo>
                    <a:pt x="107823" y="29718"/>
                  </a:lnTo>
                  <a:lnTo>
                    <a:pt x="107251" y="29242"/>
                  </a:lnTo>
                  <a:lnTo>
                    <a:pt x="106394" y="28861"/>
                  </a:lnTo>
                  <a:lnTo>
                    <a:pt x="105156" y="28670"/>
                  </a:lnTo>
                  <a:lnTo>
                    <a:pt x="79534" y="33338"/>
                  </a:lnTo>
                  <a:lnTo>
                    <a:pt x="78200" y="34195"/>
                  </a:lnTo>
                  <a:lnTo>
                    <a:pt x="76676" y="35433"/>
                  </a:lnTo>
                  <a:lnTo>
                    <a:pt x="72866" y="40576"/>
                  </a:lnTo>
                  <a:lnTo>
                    <a:pt x="72390" y="44387"/>
                  </a:lnTo>
                  <a:lnTo>
                    <a:pt x="72104" y="45244"/>
                  </a:lnTo>
                  <a:lnTo>
                    <a:pt x="71723" y="45625"/>
                  </a:lnTo>
                  <a:lnTo>
                    <a:pt x="70390" y="46101"/>
                  </a:lnTo>
                  <a:lnTo>
                    <a:pt x="69342" y="46101"/>
                  </a:lnTo>
                  <a:lnTo>
                    <a:pt x="68389" y="45910"/>
                  </a:lnTo>
                  <a:lnTo>
                    <a:pt x="67627" y="45339"/>
                  </a:lnTo>
                  <a:lnTo>
                    <a:pt x="66484" y="44196"/>
                  </a:lnTo>
                  <a:lnTo>
                    <a:pt x="65722" y="43910"/>
                  </a:lnTo>
                  <a:lnTo>
                    <a:pt x="64770" y="43910"/>
                  </a:lnTo>
                  <a:lnTo>
                    <a:pt x="63817" y="44196"/>
                  </a:lnTo>
                  <a:lnTo>
                    <a:pt x="60388" y="45720"/>
                  </a:lnTo>
                  <a:lnTo>
                    <a:pt x="60007" y="45720"/>
                  </a:lnTo>
                  <a:lnTo>
                    <a:pt x="59531" y="45910"/>
                  </a:lnTo>
                  <a:lnTo>
                    <a:pt x="59055" y="46291"/>
                  </a:lnTo>
                  <a:lnTo>
                    <a:pt x="58674" y="47339"/>
                  </a:lnTo>
                  <a:lnTo>
                    <a:pt x="58102" y="48387"/>
                  </a:lnTo>
                  <a:lnTo>
                    <a:pt x="57531" y="48673"/>
                  </a:lnTo>
                  <a:lnTo>
                    <a:pt x="57055" y="48673"/>
                  </a:lnTo>
                  <a:lnTo>
                    <a:pt x="56864" y="48673"/>
                  </a:lnTo>
                  <a:lnTo>
                    <a:pt x="56578" y="48482"/>
                  </a:lnTo>
                  <a:lnTo>
                    <a:pt x="56388" y="48482"/>
                  </a:lnTo>
                  <a:lnTo>
                    <a:pt x="55626" y="48673"/>
                  </a:lnTo>
                  <a:lnTo>
                    <a:pt x="55150" y="48673"/>
                  </a:lnTo>
                  <a:lnTo>
                    <a:pt x="54673" y="48577"/>
                  </a:lnTo>
                  <a:lnTo>
                    <a:pt x="54197" y="48768"/>
                  </a:lnTo>
                  <a:lnTo>
                    <a:pt x="53816" y="49244"/>
                  </a:lnTo>
                  <a:lnTo>
                    <a:pt x="53626" y="50292"/>
                  </a:lnTo>
                  <a:lnTo>
                    <a:pt x="53435" y="51625"/>
                  </a:lnTo>
                  <a:lnTo>
                    <a:pt x="53245" y="51911"/>
                  </a:lnTo>
                  <a:lnTo>
                    <a:pt x="53054" y="51816"/>
                  </a:lnTo>
                  <a:lnTo>
                    <a:pt x="52578" y="51149"/>
                  </a:lnTo>
                  <a:lnTo>
                    <a:pt x="52197" y="50959"/>
                  </a:lnTo>
                  <a:lnTo>
                    <a:pt x="51816" y="51149"/>
                  </a:lnTo>
                  <a:lnTo>
                    <a:pt x="51435" y="51721"/>
                  </a:lnTo>
                  <a:lnTo>
                    <a:pt x="51244" y="53054"/>
                  </a:lnTo>
                  <a:lnTo>
                    <a:pt x="51149" y="53816"/>
                  </a:lnTo>
                  <a:lnTo>
                    <a:pt x="50959" y="54388"/>
                  </a:lnTo>
                  <a:lnTo>
                    <a:pt x="50673" y="54483"/>
                  </a:lnTo>
                  <a:lnTo>
                    <a:pt x="50292" y="54578"/>
                  </a:lnTo>
                  <a:lnTo>
                    <a:pt x="49816" y="54769"/>
                  </a:lnTo>
                  <a:lnTo>
                    <a:pt x="49816" y="54769"/>
                  </a:lnTo>
                  <a:lnTo>
                    <a:pt x="49720" y="54769"/>
                  </a:lnTo>
                  <a:lnTo>
                    <a:pt x="49625" y="55531"/>
                  </a:lnTo>
                  <a:lnTo>
                    <a:pt x="49530" y="56483"/>
                  </a:lnTo>
                  <a:lnTo>
                    <a:pt x="49530" y="57245"/>
                  </a:lnTo>
                  <a:lnTo>
                    <a:pt x="49434" y="58102"/>
                  </a:lnTo>
                  <a:lnTo>
                    <a:pt x="48958" y="59055"/>
                  </a:lnTo>
                  <a:lnTo>
                    <a:pt x="48387" y="59436"/>
                  </a:lnTo>
                  <a:lnTo>
                    <a:pt x="47815" y="59722"/>
                  </a:lnTo>
                  <a:lnTo>
                    <a:pt x="47434" y="60007"/>
                  </a:lnTo>
                  <a:lnTo>
                    <a:pt x="47149" y="60484"/>
                  </a:lnTo>
                  <a:lnTo>
                    <a:pt x="46958" y="61055"/>
                  </a:lnTo>
                  <a:lnTo>
                    <a:pt x="46863" y="62103"/>
                  </a:lnTo>
                  <a:lnTo>
                    <a:pt x="46958" y="62770"/>
                  </a:lnTo>
                  <a:lnTo>
                    <a:pt x="47053" y="63341"/>
                  </a:lnTo>
                  <a:lnTo>
                    <a:pt x="47339" y="64389"/>
                  </a:lnTo>
                  <a:lnTo>
                    <a:pt x="47244" y="64675"/>
                  </a:lnTo>
                  <a:lnTo>
                    <a:pt x="46767" y="65056"/>
                  </a:lnTo>
                  <a:lnTo>
                    <a:pt x="44482" y="66580"/>
                  </a:lnTo>
                  <a:lnTo>
                    <a:pt x="43624" y="67246"/>
                  </a:lnTo>
                  <a:lnTo>
                    <a:pt x="43148" y="68199"/>
                  </a:lnTo>
                  <a:lnTo>
                    <a:pt x="43053" y="69247"/>
                  </a:lnTo>
                  <a:lnTo>
                    <a:pt x="43053" y="70199"/>
                  </a:lnTo>
                  <a:lnTo>
                    <a:pt x="43243" y="71628"/>
                  </a:lnTo>
                  <a:lnTo>
                    <a:pt x="43434" y="72104"/>
                  </a:lnTo>
                  <a:lnTo>
                    <a:pt x="43910" y="72866"/>
                  </a:lnTo>
                  <a:lnTo>
                    <a:pt x="44101" y="73342"/>
                  </a:lnTo>
                  <a:lnTo>
                    <a:pt x="43910" y="74009"/>
                  </a:lnTo>
                  <a:lnTo>
                    <a:pt x="43053" y="74962"/>
                  </a:lnTo>
                  <a:lnTo>
                    <a:pt x="41243" y="76486"/>
                  </a:lnTo>
                  <a:lnTo>
                    <a:pt x="40957" y="76676"/>
                  </a:lnTo>
                  <a:lnTo>
                    <a:pt x="38481" y="78296"/>
                  </a:lnTo>
                  <a:lnTo>
                    <a:pt x="37528" y="79534"/>
                  </a:lnTo>
                  <a:lnTo>
                    <a:pt x="37147" y="80296"/>
                  </a:lnTo>
                  <a:lnTo>
                    <a:pt x="37433" y="81820"/>
                  </a:lnTo>
                  <a:lnTo>
                    <a:pt x="37528" y="82963"/>
                  </a:lnTo>
                  <a:lnTo>
                    <a:pt x="37528" y="83534"/>
                  </a:lnTo>
                  <a:lnTo>
                    <a:pt x="37338" y="85154"/>
                  </a:lnTo>
                  <a:lnTo>
                    <a:pt x="36576" y="88297"/>
                  </a:lnTo>
                  <a:lnTo>
                    <a:pt x="35814" y="89821"/>
                  </a:lnTo>
                  <a:lnTo>
                    <a:pt x="33433" y="90868"/>
                  </a:lnTo>
                  <a:lnTo>
                    <a:pt x="38862" y="95917"/>
                  </a:lnTo>
                  <a:lnTo>
                    <a:pt x="39719" y="97631"/>
                  </a:lnTo>
                  <a:lnTo>
                    <a:pt x="39529" y="98012"/>
                  </a:lnTo>
                  <a:lnTo>
                    <a:pt x="38862" y="98869"/>
                  </a:lnTo>
                  <a:lnTo>
                    <a:pt x="38290" y="99727"/>
                  </a:lnTo>
                  <a:lnTo>
                    <a:pt x="36576" y="106585"/>
                  </a:lnTo>
                  <a:lnTo>
                    <a:pt x="36100" y="111062"/>
                  </a:lnTo>
                  <a:lnTo>
                    <a:pt x="36671" y="119824"/>
                  </a:lnTo>
                  <a:lnTo>
                    <a:pt x="37147" y="121825"/>
                  </a:lnTo>
                  <a:lnTo>
                    <a:pt x="37814" y="122968"/>
                  </a:lnTo>
                  <a:lnTo>
                    <a:pt x="38290" y="123349"/>
                  </a:lnTo>
                  <a:lnTo>
                    <a:pt x="38767" y="123920"/>
                  </a:lnTo>
                  <a:lnTo>
                    <a:pt x="39433" y="124968"/>
                  </a:lnTo>
                  <a:lnTo>
                    <a:pt x="39433" y="125730"/>
                  </a:lnTo>
                  <a:lnTo>
                    <a:pt x="39052" y="126301"/>
                  </a:lnTo>
                  <a:lnTo>
                    <a:pt x="38290" y="126873"/>
                  </a:lnTo>
                  <a:lnTo>
                    <a:pt x="37719" y="127635"/>
                  </a:lnTo>
                  <a:lnTo>
                    <a:pt x="37624" y="128397"/>
                  </a:lnTo>
                  <a:lnTo>
                    <a:pt x="37814" y="129540"/>
                  </a:lnTo>
                  <a:lnTo>
                    <a:pt x="37814" y="130302"/>
                  </a:lnTo>
                  <a:lnTo>
                    <a:pt x="37719" y="130873"/>
                  </a:lnTo>
                  <a:lnTo>
                    <a:pt x="37433" y="131254"/>
                  </a:lnTo>
                  <a:lnTo>
                    <a:pt x="36671" y="131826"/>
                  </a:lnTo>
                  <a:lnTo>
                    <a:pt x="35052" y="132683"/>
                  </a:lnTo>
                  <a:lnTo>
                    <a:pt x="34671" y="132969"/>
                  </a:lnTo>
                  <a:lnTo>
                    <a:pt x="34290" y="133350"/>
                  </a:lnTo>
                  <a:lnTo>
                    <a:pt x="34004" y="134017"/>
                  </a:lnTo>
                  <a:lnTo>
                    <a:pt x="34099" y="134493"/>
                  </a:lnTo>
                  <a:lnTo>
                    <a:pt x="34290" y="134874"/>
                  </a:lnTo>
                  <a:lnTo>
                    <a:pt x="35052" y="135446"/>
                  </a:lnTo>
                  <a:lnTo>
                    <a:pt x="35909" y="135922"/>
                  </a:lnTo>
                  <a:lnTo>
                    <a:pt x="37338" y="136398"/>
                  </a:lnTo>
                  <a:lnTo>
                    <a:pt x="38290" y="136779"/>
                  </a:lnTo>
                  <a:lnTo>
                    <a:pt x="39243" y="137446"/>
                  </a:lnTo>
                  <a:lnTo>
                    <a:pt x="39719" y="138017"/>
                  </a:lnTo>
                  <a:lnTo>
                    <a:pt x="39814" y="138589"/>
                  </a:lnTo>
                  <a:lnTo>
                    <a:pt x="39719" y="139065"/>
                  </a:lnTo>
                  <a:lnTo>
                    <a:pt x="38290" y="142113"/>
                  </a:lnTo>
                  <a:lnTo>
                    <a:pt x="37909" y="143256"/>
                  </a:lnTo>
                  <a:lnTo>
                    <a:pt x="37528" y="145161"/>
                  </a:lnTo>
                  <a:lnTo>
                    <a:pt x="37338" y="146399"/>
                  </a:lnTo>
                  <a:lnTo>
                    <a:pt x="36862" y="147923"/>
                  </a:lnTo>
                  <a:lnTo>
                    <a:pt x="36766" y="148495"/>
                  </a:lnTo>
                  <a:lnTo>
                    <a:pt x="36862" y="149257"/>
                  </a:lnTo>
                  <a:lnTo>
                    <a:pt x="37147" y="150304"/>
                  </a:lnTo>
                  <a:lnTo>
                    <a:pt x="38576" y="154114"/>
                  </a:lnTo>
                  <a:lnTo>
                    <a:pt x="38671" y="154781"/>
                  </a:lnTo>
                  <a:lnTo>
                    <a:pt x="38767" y="155638"/>
                  </a:lnTo>
                  <a:lnTo>
                    <a:pt x="38767" y="157067"/>
                  </a:lnTo>
                  <a:lnTo>
                    <a:pt x="38481" y="158591"/>
                  </a:lnTo>
                  <a:lnTo>
                    <a:pt x="37814" y="160591"/>
                  </a:lnTo>
                  <a:lnTo>
                    <a:pt x="37814" y="161163"/>
                  </a:lnTo>
                  <a:lnTo>
                    <a:pt x="38005" y="161830"/>
                  </a:lnTo>
                  <a:lnTo>
                    <a:pt x="38576" y="162496"/>
                  </a:lnTo>
                  <a:lnTo>
                    <a:pt x="38957" y="162877"/>
                  </a:lnTo>
                  <a:lnTo>
                    <a:pt x="39814" y="163449"/>
                  </a:lnTo>
                  <a:lnTo>
                    <a:pt x="43243" y="165163"/>
                  </a:lnTo>
                  <a:lnTo>
                    <a:pt x="44005" y="165640"/>
                  </a:lnTo>
                  <a:lnTo>
                    <a:pt x="44767" y="166402"/>
                  </a:lnTo>
                  <a:lnTo>
                    <a:pt x="45244" y="166973"/>
                  </a:lnTo>
                  <a:lnTo>
                    <a:pt x="45434" y="167545"/>
                  </a:lnTo>
                  <a:lnTo>
                    <a:pt x="45625" y="168497"/>
                  </a:lnTo>
                  <a:lnTo>
                    <a:pt x="45529" y="170307"/>
                  </a:lnTo>
                  <a:lnTo>
                    <a:pt x="45434" y="171259"/>
                  </a:lnTo>
                  <a:lnTo>
                    <a:pt x="45244" y="172021"/>
                  </a:lnTo>
                  <a:lnTo>
                    <a:pt x="43339" y="175831"/>
                  </a:lnTo>
                  <a:lnTo>
                    <a:pt x="40767" y="182308"/>
                  </a:lnTo>
                  <a:lnTo>
                    <a:pt x="40576" y="183356"/>
                  </a:lnTo>
                  <a:lnTo>
                    <a:pt x="40481" y="184309"/>
                  </a:lnTo>
                  <a:lnTo>
                    <a:pt x="40481" y="185166"/>
                  </a:lnTo>
                  <a:lnTo>
                    <a:pt x="40672" y="185738"/>
                  </a:lnTo>
                  <a:lnTo>
                    <a:pt x="40957" y="186214"/>
                  </a:lnTo>
                  <a:lnTo>
                    <a:pt x="41529" y="186690"/>
                  </a:lnTo>
                  <a:lnTo>
                    <a:pt x="42005" y="186785"/>
                  </a:lnTo>
                  <a:lnTo>
                    <a:pt x="42481" y="186595"/>
                  </a:lnTo>
                  <a:lnTo>
                    <a:pt x="42767" y="186309"/>
                  </a:lnTo>
                  <a:lnTo>
                    <a:pt x="43434" y="185642"/>
                  </a:lnTo>
                  <a:lnTo>
                    <a:pt x="43815" y="185452"/>
                  </a:lnTo>
                  <a:lnTo>
                    <a:pt x="44196" y="185261"/>
                  </a:lnTo>
                  <a:lnTo>
                    <a:pt x="44672" y="185166"/>
                  </a:lnTo>
                  <a:lnTo>
                    <a:pt x="45148" y="185166"/>
                  </a:lnTo>
                  <a:lnTo>
                    <a:pt x="45625" y="185356"/>
                  </a:lnTo>
                  <a:lnTo>
                    <a:pt x="46006" y="185642"/>
                  </a:lnTo>
                  <a:lnTo>
                    <a:pt x="46196" y="186118"/>
                  </a:lnTo>
                  <a:lnTo>
                    <a:pt x="46291" y="186690"/>
                  </a:lnTo>
                  <a:lnTo>
                    <a:pt x="46101" y="187642"/>
                  </a:lnTo>
                  <a:lnTo>
                    <a:pt x="45910" y="188214"/>
                  </a:lnTo>
                  <a:lnTo>
                    <a:pt x="45625" y="188595"/>
                  </a:lnTo>
                  <a:lnTo>
                    <a:pt x="45244" y="188881"/>
                  </a:lnTo>
                  <a:lnTo>
                    <a:pt x="42767" y="190786"/>
                  </a:lnTo>
                  <a:lnTo>
                    <a:pt x="42767" y="190881"/>
                  </a:lnTo>
                  <a:lnTo>
                    <a:pt x="42291" y="191643"/>
                  </a:lnTo>
                  <a:lnTo>
                    <a:pt x="41910" y="192500"/>
                  </a:lnTo>
                  <a:lnTo>
                    <a:pt x="41815" y="192976"/>
                  </a:lnTo>
                  <a:lnTo>
                    <a:pt x="41719" y="193548"/>
                  </a:lnTo>
                  <a:lnTo>
                    <a:pt x="41719" y="194119"/>
                  </a:lnTo>
                  <a:lnTo>
                    <a:pt x="42005" y="194691"/>
                  </a:lnTo>
                  <a:lnTo>
                    <a:pt x="42576" y="195263"/>
                  </a:lnTo>
                  <a:lnTo>
                    <a:pt x="43529" y="195834"/>
                  </a:lnTo>
                  <a:lnTo>
                    <a:pt x="43815" y="195929"/>
                  </a:lnTo>
                  <a:lnTo>
                    <a:pt x="44005" y="196310"/>
                  </a:lnTo>
                  <a:lnTo>
                    <a:pt x="44101" y="196691"/>
                  </a:lnTo>
                  <a:lnTo>
                    <a:pt x="43910" y="197167"/>
                  </a:lnTo>
                  <a:lnTo>
                    <a:pt x="42767" y="198025"/>
                  </a:lnTo>
                  <a:lnTo>
                    <a:pt x="42481" y="198310"/>
                  </a:lnTo>
                  <a:lnTo>
                    <a:pt x="42196" y="198691"/>
                  </a:lnTo>
                  <a:lnTo>
                    <a:pt x="42005" y="199072"/>
                  </a:lnTo>
                  <a:lnTo>
                    <a:pt x="41624" y="200025"/>
                  </a:lnTo>
                  <a:lnTo>
                    <a:pt x="41719" y="200977"/>
                  </a:lnTo>
                  <a:lnTo>
                    <a:pt x="42100" y="202216"/>
                  </a:lnTo>
                  <a:lnTo>
                    <a:pt x="43053" y="204597"/>
                  </a:lnTo>
                  <a:lnTo>
                    <a:pt x="43339" y="205740"/>
                  </a:lnTo>
                  <a:lnTo>
                    <a:pt x="43434" y="206597"/>
                  </a:lnTo>
                  <a:lnTo>
                    <a:pt x="43243" y="207645"/>
                  </a:lnTo>
                  <a:lnTo>
                    <a:pt x="43148" y="208121"/>
                  </a:lnTo>
                  <a:lnTo>
                    <a:pt x="43339" y="208788"/>
                  </a:lnTo>
                  <a:lnTo>
                    <a:pt x="43720" y="209550"/>
                  </a:lnTo>
                  <a:lnTo>
                    <a:pt x="44577" y="210693"/>
                  </a:lnTo>
                  <a:lnTo>
                    <a:pt x="44958" y="211455"/>
                  </a:lnTo>
                  <a:lnTo>
                    <a:pt x="45625" y="212407"/>
                  </a:lnTo>
                  <a:lnTo>
                    <a:pt x="46672" y="213074"/>
                  </a:lnTo>
                  <a:lnTo>
                    <a:pt x="50006" y="214313"/>
                  </a:lnTo>
                  <a:lnTo>
                    <a:pt x="50006" y="216598"/>
                  </a:lnTo>
                  <a:lnTo>
                    <a:pt x="50482" y="217741"/>
                  </a:lnTo>
                  <a:lnTo>
                    <a:pt x="51054" y="218313"/>
                  </a:lnTo>
                  <a:lnTo>
                    <a:pt x="51530" y="218884"/>
                  </a:lnTo>
                  <a:lnTo>
                    <a:pt x="52292" y="220408"/>
                  </a:lnTo>
                  <a:lnTo>
                    <a:pt x="52578" y="221456"/>
                  </a:lnTo>
                  <a:lnTo>
                    <a:pt x="52673" y="222313"/>
                  </a:lnTo>
                  <a:lnTo>
                    <a:pt x="52483" y="223552"/>
                  </a:lnTo>
                  <a:lnTo>
                    <a:pt x="52388" y="224314"/>
                  </a:lnTo>
                  <a:lnTo>
                    <a:pt x="52483" y="226695"/>
                  </a:lnTo>
                  <a:lnTo>
                    <a:pt x="52388" y="226981"/>
                  </a:lnTo>
                  <a:lnTo>
                    <a:pt x="52292" y="227647"/>
                  </a:lnTo>
                  <a:lnTo>
                    <a:pt x="52101" y="227933"/>
                  </a:lnTo>
                  <a:lnTo>
                    <a:pt x="51721" y="228695"/>
                  </a:lnTo>
                  <a:lnTo>
                    <a:pt x="51054" y="229743"/>
                  </a:lnTo>
                  <a:lnTo>
                    <a:pt x="50387" y="230410"/>
                  </a:lnTo>
                  <a:lnTo>
                    <a:pt x="42386" y="235744"/>
                  </a:lnTo>
                  <a:lnTo>
                    <a:pt x="39624" y="240601"/>
                  </a:lnTo>
                  <a:lnTo>
                    <a:pt x="39052" y="241268"/>
                  </a:lnTo>
                  <a:lnTo>
                    <a:pt x="38671" y="241459"/>
                  </a:lnTo>
                  <a:lnTo>
                    <a:pt x="38100" y="241554"/>
                  </a:lnTo>
                  <a:lnTo>
                    <a:pt x="37624" y="241649"/>
                  </a:lnTo>
                  <a:lnTo>
                    <a:pt x="36481" y="241554"/>
                  </a:lnTo>
                  <a:lnTo>
                    <a:pt x="33433" y="240697"/>
                  </a:lnTo>
                  <a:lnTo>
                    <a:pt x="32766" y="240887"/>
                  </a:lnTo>
                  <a:lnTo>
                    <a:pt x="32004" y="241363"/>
                  </a:lnTo>
                  <a:lnTo>
                    <a:pt x="31147" y="242506"/>
                  </a:lnTo>
                  <a:lnTo>
                    <a:pt x="30575" y="242983"/>
                  </a:lnTo>
                  <a:lnTo>
                    <a:pt x="30004" y="243173"/>
                  </a:lnTo>
                  <a:lnTo>
                    <a:pt x="28575" y="243364"/>
                  </a:lnTo>
                  <a:lnTo>
                    <a:pt x="27717" y="243745"/>
                  </a:lnTo>
                  <a:lnTo>
                    <a:pt x="27337" y="244221"/>
                  </a:lnTo>
                  <a:lnTo>
                    <a:pt x="27146" y="244983"/>
                  </a:lnTo>
                  <a:lnTo>
                    <a:pt x="26860" y="245840"/>
                  </a:lnTo>
                  <a:lnTo>
                    <a:pt x="26289" y="247364"/>
                  </a:lnTo>
                  <a:lnTo>
                    <a:pt x="18097" y="257080"/>
                  </a:lnTo>
                  <a:lnTo>
                    <a:pt x="17431" y="257461"/>
                  </a:lnTo>
                  <a:lnTo>
                    <a:pt x="17050" y="257651"/>
                  </a:lnTo>
                  <a:lnTo>
                    <a:pt x="15335" y="257937"/>
                  </a:lnTo>
                  <a:lnTo>
                    <a:pt x="14478" y="258223"/>
                  </a:lnTo>
                  <a:lnTo>
                    <a:pt x="14001" y="258508"/>
                  </a:lnTo>
                  <a:lnTo>
                    <a:pt x="8953" y="263652"/>
                  </a:lnTo>
                  <a:lnTo>
                    <a:pt x="8382" y="264985"/>
                  </a:lnTo>
                  <a:lnTo>
                    <a:pt x="8667" y="267367"/>
                  </a:lnTo>
                  <a:lnTo>
                    <a:pt x="8572" y="267843"/>
                  </a:lnTo>
                  <a:lnTo>
                    <a:pt x="8382" y="268414"/>
                  </a:lnTo>
                  <a:lnTo>
                    <a:pt x="8096" y="268796"/>
                  </a:lnTo>
                  <a:lnTo>
                    <a:pt x="7429" y="269367"/>
                  </a:lnTo>
                  <a:lnTo>
                    <a:pt x="6763" y="269938"/>
                  </a:lnTo>
                  <a:lnTo>
                    <a:pt x="5620" y="270605"/>
                  </a:lnTo>
                  <a:lnTo>
                    <a:pt x="5143" y="270796"/>
                  </a:lnTo>
                  <a:lnTo>
                    <a:pt x="4667" y="270891"/>
                  </a:lnTo>
                  <a:lnTo>
                    <a:pt x="1238" y="270986"/>
                  </a:lnTo>
                  <a:lnTo>
                    <a:pt x="762" y="271081"/>
                  </a:lnTo>
                  <a:lnTo>
                    <a:pt x="381" y="271272"/>
                  </a:lnTo>
                  <a:lnTo>
                    <a:pt x="95" y="271653"/>
                  </a:lnTo>
                  <a:lnTo>
                    <a:pt x="0" y="272129"/>
                  </a:lnTo>
                  <a:lnTo>
                    <a:pt x="0" y="272605"/>
                  </a:lnTo>
                  <a:lnTo>
                    <a:pt x="286" y="273082"/>
                  </a:lnTo>
                  <a:lnTo>
                    <a:pt x="762" y="273463"/>
                  </a:lnTo>
                  <a:lnTo>
                    <a:pt x="2476" y="274415"/>
                  </a:lnTo>
                  <a:lnTo>
                    <a:pt x="3619" y="275177"/>
                  </a:lnTo>
                  <a:lnTo>
                    <a:pt x="6858" y="278892"/>
                  </a:lnTo>
                  <a:lnTo>
                    <a:pt x="7525" y="279463"/>
                  </a:lnTo>
                  <a:lnTo>
                    <a:pt x="8287" y="279654"/>
                  </a:lnTo>
                  <a:lnTo>
                    <a:pt x="9239" y="279559"/>
                  </a:lnTo>
                  <a:lnTo>
                    <a:pt x="12192" y="278416"/>
                  </a:lnTo>
                  <a:lnTo>
                    <a:pt x="12954" y="278130"/>
                  </a:lnTo>
                  <a:lnTo>
                    <a:pt x="13430" y="277558"/>
                  </a:lnTo>
                  <a:lnTo>
                    <a:pt x="13811" y="276987"/>
                  </a:lnTo>
                  <a:lnTo>
                    <a:pt x="14288" y="275558"/>
                  </a:lnTo>
                  <a:lnTo>
                    <a:pt x="14573" y="274891"/>
                  </a:lnTo>
                  <a:lnTo>
                    <a:pt x="15049" y="274225"/>
                  </a:lnTo>
                  <a:lnTo>
                    <a:pt x="15621" y="273653"/>
                  </a:lnTo>
                  <a:lnTo>
                    <a:pt x="16192" y="273082"/>
                  </a:lnTo>
                  <a:lnTo>
                    <a:pt x="17526" y="272129"/>
                  </a:lnTo>
                  <a:lnTo>
                    <a:pt x="18764" y="271367"/>
                  </a:lnTo>
                  <a:lnTo>
                    <a:pt x="19717" y="270986"/>
                  </a:lnTo>
                  <a:lnTo>
                    <a:pt x="24574" y="268510"/>
                  </a:lnTo>
                  <a:lnTo>
                    <a:pt x="25527" y="268224"/>
                  </a:lnTo>
                  <a:lnTo>
                    <a:pt x="26003" y="268129"/>
                  </a:lnTo>
                  <a:lnTo>
                    <a:pt x="26384" y="268129"/>
                  </a:lnTo>
                  <a:lnTo>
                    <a:pt x="26670" y="268414"/>
                  </a:lnTo>
                  <a:lnTo>
                    <a:pt x="26860" y="268796"/>
                  </a:lnTo>
                  <a:lnTo>
                    <a:pt x="26670" y="269367"/>
                  </a:lnTo>
                  <a:lnTo>
                    <a:pt x="26479" y="269843"/>
                  </a:lnTo>
                  <a:lnTo>
                    <a:pt x="25908" y="270605"/>
                  </a:lnTo>
                  <a:lnTo>
                    <a:pt x="25717" y="270986"/>
                  </a:lnTo>
                  <a:lnTo>
                    <a:pt x="25717" y="271558"/>
                  </a:lnTo>
                  <a:lnTo>
                    <a:pt x="25908" y="272129"/>
                  </a:lnTo>
                  <a:lnTo>
                    <a:pt x="26575" y="272987"/>
                  </a:lnTo>
                  <a:lnTo>
                    <a:pt x="27146" y="273367"/>
                  </a:lnTo>
                  <a:lnTo>
                    <a:pt x="27717" y="273558"/>
                  </a:lnTo>
                  <a:lnTo>
                    <a:pt x="28765" y="273558"/>
                  </a:lnTo>
                  <a:lnTo>
                    <a:pt x="29146" y="273463"/>
                  </a:lnTo>
                  <a:lnTo>
                    <a:pt x="29337" y="273367"/>
                  </a:lnTo>
                  <a:lnTo>
                    <a:pt x="30384" y="272701"/>
                  </a:lnTo>
                  <a:lnTo>
                    <a:pt x="31051" y="272129"/>
                  </a:lnTo>
                  <a:lnTo>
                    <a:pt x="32861" y="270224"/>
                  </a:lnTo>
                  <a:lnTo>
                    <a:pt x="33814" y="268605"/>
                  </a:lnTo>
                  <a:lnTo>
                    <a:pt x="34385" y="267271"/>
                  </a:lnTo>
                  <a:lnTo>
                    <a:pt x="34671" y="266986"/>
                  </a:lnTo>
                  <a:lnTo>
                    <a:pt x="34957" y="266795"/>
                  </a:lnTo>
                  <a:lnTo>
                    <a:pt x="35338" y="266890"/>
                  </a:lnTo>
                  <a:lnTo>
                    <a:pt x="37624" y="268414"/>
                  </a:lnTo>
                  <a:lnTo>
                    <a:pt x="38005" y="268605"/>
                  </a:lnTo>
                  <a:lnTo>
                    <a:pt x="38481" y="268700"/>
                  </a:lnTo>
                  <a:lnTo>
                    <a:pt x="38957" y="268605"/>
                  </a:lnTo>
                  <a:lnTo>
                    <a:pt x="40767" y="267462"/>
                  </a:lnTo>
                  <a:lnTo>
                    <a:pt x="42672" y="266890"/>
                  </a:lnTo>
                  <a:lnTo>
                    <a:pt x="43815" y="266795"/>
                  </a:lnTo>
                  <a:lnTo>
                    <a:pt x="47434" y="266890"/>
                  </a:lnTo>
                  <a:lnTo>
                    <a:pt x="48577" y="267081"/>
                  </a:lnTo>
                  <a:lnTo>
                    <a:pt x="49530" y="267367"/>
                  </a:lnTo>
                  <a:lnTo>
                    <a:pt x="50387" y="267843"/>
                  </a:lnTo>
                  <a:lnTo>
                    <a:pt x="51911" y="268796"/>
                  </a:lnTo>
                  <a:lnTo>
                    <a:pt x="52292" y="269176"/>
                  </a:lnTo>
                  <a:lnTo>
                    <a:pt x="52578" y="269653"/>
                  </a:lnTo>
                  <a:lnTo>
                    <a:pt x="52959" y="270510"/>
                  </a:lnTo>
                  <a:lnTo>
                    <a:pt x="53435" y="271558"/>
                  </a:lnTo>
                  <a:lnTo>
                    <a:pt x="53721" y="271939"/>
                  </a:lnTo>
                  <a:lnTo>
                    <a:pt x="54292" y="272510"/>
                  </a:lnTo>
                  <a:lnTo>
                    <a:pt x="55435" y="273463"/>
                  </a:lnTo>
                  <a:lnTo>
                    <a:pt x="56864" y="274891"/>
                  </a:lnTo>
                  <a:lnTo>
                    <a:pt x="56959" y="275177"/>
                  </a:lnTo>
                  <a:lnTo>
                    <a:pt x="57245" y="275654"/>
                  </a:lnTo>
                  <a:lnTo>
                    <a:pt x="57436" y="276511"/>
                  </a:lnTo>
                  <a:lnTo>
                    <a:pt x="57626" y="277654"/>
                  </a:lnTo>
                  <a:lnTo>
                    <a:pt x="57436" y="278701"/>
                  </a:lnTo>
                  <a:lnTo>
                    <a:pt x="57340" y="280321"/>
                  </a:lnTo>
                  <a:lnTo>
                    <a:pt x="57531" y="281178"/>
                  </a:lnTo>
                  <a:lnTo>
                    <a:pt x="57531" y="281845"/>
                  </a:lnTo>
                  <a:lnTo>
                    <a:pt x="57436" y="282607"/>
                  </a:lnTo>
                  <a:lnTo>
                    <a:pt x="57150" y="283655"/>
                  </a:lnTo>
                  <a:lnTo>
                    <a:pt x="56769" y="284702"/>
                  </a:lnTo>
                  <a:lnTo>
                    <a:pt x="56388" y="285369"/>
                  </a:lnTo>
                  <a:lnTo>
                    <a:pt x="56102" y="285750"/>
                  </a:lnTo>
                  <a:lnTo>
                    <a:pt x="55150" y="286607"/>
                  </a:lnTo>
                  <a:lnTo>
                    <a:pt x="54007" y="287369"/>
                  </a:lnTo>
                  <a:lnTo>
                    <a:pt x="53721" y="287655"/>
                  </a:lnTo>
                  <a:lnTo>
                    <a:pt x="53435" y="287941"/>
                  </a:lnTo>
                  <a:lnTo>
                    <a:pt x="52959" y="288703"/>
                  </a:lnTo>
                  <a:lnTo>
                    <a:pt x="52388" y="289274"/>
                  </a:lnTo>
                  <a:lnTo>
                    <a:pt x="52388" y="289560"/>
                  </a:lnTo>
                  <a:lnTo>
                    <a:pt x="52483" y="290036"/>
                  </a:lnTo>
                  <a:lnTo>
                    <a:pt x="52959" y="290989"/>
                  </a:lnTo>
                  <a:lnTo>
                    <a:pt x="53340" y="291370"/>
                  </a:lnTo>
                  <a:lnTo>
                    <a:pt x="53816" y="291465"/>
                  </a:lnTo>
                  <a:lnTo>
                    <a:pt x="55150" y="290989"/>
                  </a:lnTo>
                  <a:lnTo>
                    <a:pt x="55721" y="290989"/>
                  </a:lnTo>
                  <a:lnTo>
                    <a:pt x="56197" y="291084"/>
                  </a:lnTo>
                  <a:lnTo>
                    <a:pt x="56578" y="291179"/>
                  </a:lnTo>
                  <a:lnTo>
                    <a:pt x="56864" y="291370"/>
                  </a:lnTo>
                  <a:lnTo>
                    <a:pt x="57055" y="291560"/>
                  </a:lnTo>
                  <a:lnTo>
                    <a:pt x="58483" y="293084"/>
                  </a:lnTo>
                  <a:lnTo>
                    <a:pt x="58579" y="293656"/>
                  </a:lnTo>
                  <a:lnTo>
                    <a:pt x="58579" y="294322"/>
                  </a:lnTo>
                  <a:lnTo>
                    <a:pt x="58102" y="295275"/>
                  </a:lnTo>
                  <a:lnTo>
                    <a:pt x="57721" y="295751"/>
                  </a:lnTo>
                  <a:lnTo>
                    <a:pt x="57340" y="296132"/>
                  </a:lnTo>
                  <a:lnTo>
                    <a:pt x="54197" y="298037"/>
                  </a:lnTo>
                  <a:lnTo>
                    <a:pt x="48673" y="302323"/>
                  </a:lnTo>
                  <a:lnTo>
                    <a:pt x="47815" y="302800"/>
                  </a:lnTo>
                  <a:lnTo>
                    <a:pt x="46958" y="303085"/>
                  </a:lnTo>
                  <a:lnTo>
                    <a:pt x="46482" y="303276"/>
                  </a:lnTo>
                  <a:lnTo>
                    <a:pt x="44291" y="303466"/>
                  </a:lnTo>
                  <a:lnTo>
                    <a:pt x="43720" y="303562"/>
                  </a:lnTo>
                  <a:lnTo>
                    <a:pt x="42100" y="304229"/>
                  </a:lnTo>
                  <a:lnTo>
                    <a:pt x="41243" y="304514"/>
                  </a:lnTo>
                  <a:lnTo>
                    <a:pt x="40386" y="304800"/>
                  </a:lnTo>
                  <a:lnTo>
                    <a:pt x="39909" y="305086"/>
                  </a:lnTo>
                  <a:lnTo>
                    <a:pt x="39529" y="305562"/>
                  </a:lnTo>
                  <a:lnTo>
                    <a:pt x="39433" y="306229"/>
                  </a:lnTo>
                  <a:lnTo>
                    <a:pt x="39529" y="306896"/>
                  </a:lnTo>
                  <a:lnTo>
                    <a:pt x="40100" y="308038"/>
                  </a:lnTo>
                  <a:lnTo>
                    <a:pt x="40672" y="308610"/>
                  </a:lnTo>
                  <a:lnTo>
                    <a:pt x="41053" y="308896"/>
                  </a:lnTo>
                  <a:lnTo>
                    <a:pt x="42481" y="309372"/>
                  </a:lnTo>
                  <a:lnTo>
                    <a:pt x="42767" y="309563"/>
                  </a:lnTo>
                  <a:lnTo>
                    <a:pt x="44196" y="309848"/>
                  </a:lnTo>
                  <a:lnTo>
                    <a:pt x="44672" y="310039"/>
                  </a:lnTo>
                  <a:lnTo>
                    <a:pt x="45815" y="310801"/>
                  </a:lnTo>
                  <a:lnTo>
                    <a:pt x="46482" y="311372"/>
                  </a:lnTo>
                  <a:lnTo>
                    <a:pt x="47053" y="312039"/>
                  </a:lnTo>
                  <a:lnTo>
                    <a:pt x="49434" y="316325"/>
                  </a:lnTo>
                  <a:lnTo>
                    <a:pt x="49530" y="317087"/>
                  </a:lnTo>
                  <a:lnTo>
                    <a:pt x="49625" y="318040"/>
                  </a:lnTo>
                  <a:lnTo>
                    <a:pt x="49434" y="319945"/>
                  </a:lnTo>
                  <a:lnTo>
                    <a:pt x="49339" y="320992"/>
                  </a:lnTo>
                  <a:lnTo>
                    <a:pt x="49054" y="321659"/>
                  </a:lnTo>
                  <a:lnTo>
                    <a:pt x="47815" y="324136"/>
                  </a:lnTo>
                  <a:lnTo>
                    <a:pt x="47149" y="324993"/>
                  </a:lnTo>
                  <a:lnTo>
                    <a:pt x="45339" y="326707"/>
                  </a:lnTo>
                  <a:lnTo>
                    <a:pt x="43339" y="329660"/>
                  </a:lnTo>
                  <a:lnTo>
                    <a:pt x="43053" y="329946"/>
                  </a:lnTo>
                  <a:lnTo>
                    <a:pt x="42481" y="330708"/>
                  </a:lnTo>
                  <a:lnTo>
                    <a:pt x="42100" y="331565"/>
                  </a:lnTo>
                  <a:lnTo>
                    <a:pt x="40386" y="337566"/>
                  </a:lnTo>
                  <a:lnTo>
                    <a:pt x="40291" y="338138"/>
                  </a:lnTo>
                  <a:lnTo>
                    <a:pt x="40195" y="338709"/>
                  </a:lnTo>
                  <a:lnTo>
                    <a:pt x="40195" y="339471"/>
                  </a:lnTo>
                  <a:lnTo>
                    <a:pt x="40672" y="341662"/>
                  </a:lnTo>
                  <a:lnTo>
                    <a:pt x="40862" y="342233"/>
                  </a:lnTo>
                  <a:lnTo>
                    <a:pt x="41338" y="342805"/>
                  </a:lnTo>
                  <a:lnTo>
                    <a:pt x="42196" y="343757"/>
                  </a:lnTo>
                  <a:lnTo>
                    <a:pt x="42767" y="344233"/>
                  </a:lnTo>
                  <a:lnTo>
                    <a:pt x="43339" y="344519"/>
                  </a:lnTo>
                  <a:lnTo>
                    <a:pt x="48863" y="345376"/>
                  </a:lnTo>
                  <a:lnTo>
                    <a:pt x="49244" y="345662"/>
                  </a:lnTo>
                  <a:lnTo>
                    <a:pt x="49434" y="345948"/>
                  </a:lnTo>
                  <a:lnTo>
                    <a:pt x="49339" y="346519"/>
                  </a:lnTo>
                  <a:lnTo>
                    <a:pt x="48101" y="347853"/>
                  </a:lnTo>
                  <a:lnTo>
                    <a:pt x="47911" y="348329"/>
                  </a:lnTo>
                  <a:lnTo>
                    <a:pt x="47720" y="348710"/>
                  </a:lnTo>
                  <a:lnTo>
                    <a:pt x="47625" y="349282"/>
                  </a:lnTo>
                  <a:lnTo>
                    <a:pt x="47720" y="349853"/>
                  </a:lnTo>
                  <a:lnTo>
                    <a:pt x="48006" y="350520"/>
                  </a:lnTo>
                  <a:lnTo>
                    <a:pt x="48673" y="351377"/>
                  </a:lnTo>
                  <a:lnTo>
                    <a:pt x="49530" y="352234"/>
                  </a:lnTo>
                  <a:lnTo>
                    <a:pt x="49720" y="352711"/>
                  </a:lnTo>
                  <a:lnTo>
                    <a:pt x="49911" y="353282"/>
                  </a:lnTo>
                  <a:lnTo>
                    <a:pt x="50101" y="354425"/>
                  </a:lnTo>
                  <a:lnTo>
                    <a:pt x="50292" y="355378"/>
                  </a:lnTo>
                  <a:lnTo>
                    <a:pt x="50768" y="356616"/>
                  </a:lnTo>
                  <a:lnTo>
                    <a:pt x="51054" y="357568"/>
                  </a:lnTo>
                  <a:lnTo>
                    <a:pt x="51149" y="358997"/>
                  </a:lnTo>
                  <a:lnTo>
                    <a:pt x="51054" y="360616"/>
                  </a:lnTo>
                  <a:lnTo>
                    <a:pt x="51530" y="362140"/>
                  </a:lnTo>
                  <a:lnTo>
                    <a:pt x="53435" y="365855"/>
                  </a:lnTo>
                  <a:lnTo>
                    <a:pt x="54578" y="365188"/>
                  </a:lnTo>
                  <a:lnTo>
                    <a:pt x="55245" y="364998"/>
                  </a:lnTo>
                  <a:lnTo>
                    <a:pt x="55912" y="364903"/>
                  </a:lnTo>
                  <a:lnTo>
                    <a:pt x="56578" y="364998"/>
                  </a:lnTo>
                  <a:lnTo>
                    <a:pt x="58674" y="365855"/>
                  </a:lnTo>
                  <a:lnTo>
                    <a:pt x="59817" y="366046"/>
                  </a:lnTo>
                  <a:lnTo>
                    <a:pt x="60960" y="366141"/>
                  </a:lnTo>
                  <a:lnTo>
                    <a:pt x="62198" y="365950"/>
                  </a:lnTo>
                  <a:lnTo>
                    <a:pt x="63151" y="365569"/>
                  </a:lnTo>
                  <a:lnTo>
                    <a:pt x="64579" y="364712"/>
                  </a:lnTo>
                  <a:lnTo>
                    <a:pt x="65151" y="364617"/>
                  </a:lnTo>
                  <a:lnTo>
                    <a:pt x="65913" y="365284"/>
                  </a:lnTo>
                  <a:lnTo>
                    <a:pt x="66770" y="366141"/>
                  </a:lnTo>
                  <a:lnTo>
                    <a:pt x="69342" y="369284"/>
                  </a:lnTo>
                  <a:lnTo>
                    <a:pt x="69532" y="369284"/>
                  </a:lnTo>
                  <a:lnTo>
                    <a:pt x="69818" y="369380"/>
                  </a:lnTo>
                  <a:lnTo>
                    <a:pt x="70199" y="369760"/>
                  </a:lnTo>
                  <a:lnTo>
                    <a:pt x="70675" y="370618"/>
                  </a:lnTo>
                  <a:lnTo>
                    <a:pt x="70771" y="372523"/>
                  </a:lnTo>
                  <a:lnTo>
                    <a:pt x="70485" y="373856"/>
                  </a:lnTo>
                  <a:lnTo>
                    <a:pt x="69437" y="375856"/>
                  </a:lnTo>
                  <a:lnTo>
                    <a:pt x="69151" y="376714"/>
                  </a:lnTo>
                  <a:lnTo>
                    <a:pt x="69247" y="377571"/>
                  </a:lnTo>
                  <a:lnTo>
                    <a:pt x="69437" y="378238"/>
                  </a:lnTo>
                  <a:lnTo>
                    <a:pt x="70294" y="378809"/>
                  </a:lnTo>
                  <a:lnTo>
                    <a:pt x="70961" y="379095"/>
                  </a:lnTo>
                  <a:lnTo>
                    <a:pt x="73914" y="379000"/>
                  </a:lnTo>
                  <a:lnTo>
                    <a:pt x="77629" y="377952"/>
                  </a:lnTo>
                  <a:lnTo>
                    <a:pt x="78676" y="377476"/>
                  </a:lnTo>
                  <a:lnTo>
                    <a:pt x="79343" y="376714"/>
                  </a:lnTo>
                  <a:lnTo>
                    <a:pt x="79724" y="375856"/>
                  </a:lnTo>
                  <a:lnTo>
                    <a:pt x="79819" y="374237"/>
                  </a:lnTo>
                  <a:lnTo>
                    <a:pt x="79629" y="373094"/>
                  </a:lnTo>
                  <a:lnTo>
                    <a:pt x="78676" y="370046"/>
                  </a:lnTo>
                  <a:lnTo>
                    <a:pt x="78581" y="369380"/>
                  </a:lnTo>
                  <a:lnTo>
                    <a:pt x="78581" y="369094"/>
                  </a:lnTo>
                  <a:lnTo>
                    <a:pt x="78676" y="368713"/>
                  </a:lnTo>
                  <a:lnTo>
                    <a:pt x="78867" y="368141"/>
                  </a:lnTo>
                  <a:lnTo>
                    <a:pt x="79343" y="367189"/>
                  </a:lnTo>
                  <a:lnTo>
                    <a:pt x="80296" y="366427"/>
                  </a:lnTo>
                  <a:lnTo>
                    <a:pt x="81153" y="366046"/>
                  </a:lnTo>
                  <a:lnTo>
                    <a:pt x="83915" y="365379"/>
                  </a:lnTo>
                  <a:lnTo>
                    <a:pt x="84867" y="364236"/>
                  </a:lnTo>
                  <a:lnTo>
                    <a:pt x="86011" y="362426"/>
                  </a:lnTo>
                  <a:lnTo>
                    <a:pt x="89059" y="354997"/>
                  </a:lnTo>
                  <a:lnTo>
                    <a:pt x="89821" y="353282"/>
                  </a:lnTo>
                  <a:lnTo>
                    <a:pt x="91059" y="351854"/>
                  </a:lnTo>
                  <a:lnTo>
                    <a:pt x="93535" y="352044"/>
                  </a:lnTo>
                  <a:lnTo>
                    <a:pt x="94202" y="352234"/>
                  </a:lnTo>
                  <a:lnTo>
                    <a:pt x="95155" y="352615"/>
                  </a:lnTo>
                  <a:lnTo>
                    <a:pt x="95631" y="352996"/>
                  </a:lnTo>
                  <a:lnTo>
                    <a:pt x="96964" y="354330"/>
                  </a:lnTo>
                  <a:lnTo>
                    <a:pt x="97250" y="354425"/>
                  </a:lnTo>
                  <a:lnTo>
                    <a:pt x="97726" y="354616"/>
                  </a:lnTo>
                  <a:lnTo>
                    <a:pt x="100298" y="354901"/>
                  </a:lnTo>
                  <a:lnTo>
                    <a:pt x="101251" y="355378"/>
                  </a:lnTo>
                  <a:lnTo>
                    <a:pt x="101822" y="356044"/>
                  </a:lnTo>
                  <a:lnTo>
                    <a:pt x="101822" y="357092"/>
                  </a:lnTo>
                  <a:lnTo>
                    <a:pt x="101441" y="358330"/>
                  </a:lnTo>
                  <a:lnTo>
                    <a:pt x="99822" y="361093"/>
                  </a:lnTo>
                  <a:lnTo>
                    <a:pt x="99060" y="362807"/>
                  </a:lnTo>
                  <a:lnTo>
                    <a:pt x="98774" y="364236"/>
                  </a:lnTo>
                  <a:lnTo>
                    <a:pt x="98965" y="365379"/>
                  </a:lnTo>
                  <a:lnTo>
                    <a:pt x="99536" y="366046"/>
                  </a:lnTo>
                  <a:lnTo>
                    <a:pt x="101060" y="366141"/>
                  </a:lnTo>
                  <a:lnTo>
                    <a:pt x="103346" y="365855"/>
                  </a:lnTo>
                  <a:lnTo>
                    <a:pt x="107918" y="364712"/>
                  </a:lnTo>
                  <a:lnTo>
                    <a:pt x="110014" y="365188"/>
                  </a:lnTo>
                  <a:lnTo>
                    <a:pt x="111347" y="365855"/>
                  </a:lnTo>
                  <a:lnTo>
                    <a:pt x="112014" y="366903"/>
                  </a:lnTo>
                  <a:lnTo>
                    <a:pt x="113347" y="368332"/>
                  </a:lnTo>
                  <a:lnTo>
                    <a:pt x="113919" y="369189"/>
                  </a:lnTo>
                  <a:lnTo>
                    <a:pt x="114586" y="370808"/>
                  </a:lnTo>
                  <a:lnTo>
                    <a:pt x="115443" y="371284"/>
                  </a:lnTo>
                  <a:lnTo>
                    <a:pt x="116586" y="371284"/>
                  </a:lnTo>
                  <a:lnTo>
                    <a:pt x="119253" y="369475"/>
                  </a:lnTo>
                  <a:lnTo>
                    <a:pt x="119824" y="368808"/>
                  </a:lnTo>
                  <a:lnTo>
                    <a:pt x="120777" y="367474"/>
                  </a:lnTo>
                  <a:lnTo>
                    <a:pt x="124206" y="359378"/>
                  </a:lnTo>
                  <a:lnTo>
                    <a:pt x="124492" y="358807"/>
                  </a:lnTo>
                  <a:lnTo>
                    <a:pt x="125063" y="358140"/>
                  </a:lnTo>
                  <a:lnTo>
                    <a:pt x="127444" y="355949"/>
                  </a:lnTo>
                  <a:lnTo>
                    <a:pt x="128492" y="355282"/>
                  </a:lnTo>
                  <a:lnTo>
                    <a:pt x="129635" y="354806"/>
                  </a:lnTo>
                  <a:lnTo>
                    <a:pt x="131350" y="354425"/>
                  </a:lnTo>
                  <a:lnTo>
                    <a:pt x="133159" y="354425"/>
                  </a:lnTo>
                  <a:lnTo>
                    <a:pt x="134874" y="354330"/>
                  </a:lnTo>
                  <a:lnTo>
                    <a:pt x="135541" y="354139"/>
                  </a:lnTo>
                  <a:lnTo>
                    <a:pt x="136207" y="353663"/>
                  </a:lnTo>
                  <a:lnTo>
                    <a:pt x="139732" y="349377"/>
                  </a:lnTo>
                  <a:lnTo>
                    <a:pt x="140208" y="348520"/>
                  </a:lnTo>
                  <a:lnTo>
                    <a:pt x="140494" y="347758"/>
                  </a:lnTo>
                  <a:lnTo>
                    <a:pt x="140494" y="347377"/>
                  </a:lnTo>
                  <a:lnTo>
                    <a:pt x="140494" y="347186"/>
                  </a:lnTo>
                  <a:lnTo>
                    <a:pt x="140208" y="345948"/>
                  </a:lnTo>
                  <a:lnTo>
                    <a:pt x="140208" y="345186"/>
                  </a:lnTo>
                  <a:lnTo>
                    <a:pt x="140398" y="344614"/>
                  </a:lnTo>
                  <a:lnTo>
                    <a:pt x="141065" y="343376"/>
                  </a:lnTo>
                  <a:lnTo>
                    <a:pt x="141256" y="342614"/>
                  </a:lnTo>
                  <a:lnTo>
                    <a:pt x="141256" y="341852"/>
                  </a:lnTo>
                  <a:lnTo>
                    <a:pt x="140875" y="340519"/>
                  </a:lnTo>
                  <a:lnTo>
                    <a:pt x="140970" y="339757"/>
                  </a:lnTo>
                  <a:lnTo>
                    <a:pt x="141160" y="339090"/>
                  </a:lnTo>
                  <a:lnTo>
                    <a:pt x="141827" y="338614"/>
                  </a:lnTo>
                  <a:lnTo>
                    <a:pt x="142970" y="338233"/>
                  </a:lnTo>
                  <a:lnTo>
                    <a:pt x="148114" y="339376"/>
                  </a:lnTo>
                  <a:lnTo>
                    <a:pt x="150685" y="339566"/>
                  </a:lnTo>
                  <a:lnTo>
                    <a:pt x="151924" y="339852"/>
                  </a:lnTo>
                  <a:lnTo>
                    <a:pt x="152686" y="340519"/>
                  </a:lnTo>
                  <a:lnTo>
                    <a:pt x="152876" y="341281"/>
                  </a:lnTo>
                  <a:lnTo>
                    <a:pt x="152590" y="342805"/>
                  </a:lnTo>
                  <a:lnTo>
                    <a:pt x="152590" y="343757"/>
                  </a:lnTo>
                  <a:lnTo>
                    <a:pt x="153067" y="344424"/>
                  </a:lnTo>
                  <a:lnTo>
                    <a:pt x="153829" y="344900"/>
                  </a:lnTo>
                  <a:lnTo>
                    <a:pt x="154686" y="344996"/>
                  </a:lnTo>
                  <a:lnTo>
                    <a:pt x="167068" y="344996"/>
                  </a:lnTo>
                  <a:lnTo>
                    <a:pt x="168497" y="344329"/>
                  </a:lnTo>
                  <a:lnTo>
                    <a:pt x="169354" y="343376"/>
                  </a:lnTo>
                  <a:lnTo>
                    <a:pt x="169926" y="341376"/>
                  </a:lnTo>
                  <a:lnTo>
                    <a:pt x="170878" y="337280"/>
                  </a:lnTo>
                  <a:lnTo>
                    <a:pt x="171164" y="336328"/>
                  </a:lnTo>
                  <a:lnTo>
                    <a:pt x="171640" y="335471"/>
                  </a:lnTo>
                  <a:lnTo>
                    <a:pt x="172212" y="334994"/>
                  </a:lnTo>
                  <a:lnTo>
                    <a:pt x="172593" y="334804"/>
                  </a:lnTo>
                  <a:lnTo>
                    <a:pt x="173926" y="335185"/>
                  </a:lnTo>
                  <a:lnTo>
                    <a:pt x="174498" y="335947"/>
                  </a:lnTo>
                  <a:lnTo>
                    <a:pt x="176879" y="337947"/>
                  </a:lnTo>
                  <a:lnTo>
                    <a:pt x="177260" y="338233"/>
                  </a:lnTo>
                  <a:lnTo>
                    <a:pt x="179451" y="338614"/>
                  </a:lnTo>
                  <a:lnTo>
                    <a:pt x="179927" y="338804"/>
                  </a:lnTo>
                  <a:lnTo>
                    <a:pt x="186595" y="342233"/>
                  </a:lnTo>
                  <a:lnTo>
                    <a:pt x="187642" y="342519"/>
                  </a:lnTo>
                  <a:lnTo>
                    <a:pt x="189833" y="342805"/>
                  </a:lnTo>
                  <a:lnTo>
                    <a:pt x="191738" y="343376"/>
                  </a:lnTo>
                  <a:lnTo>
                    <a:pt x="193167" y="344138"/>
                  </a:lnTo>
                  <a:lnTo>
                    <a:pt x="193643" y="344329"/>
                  </a:lnTo>
                  <a:lnTo>
                    <a:pt x="194119" y="344329"/>
                  </a:lnTo>
                  <a:lnTo>
                    <a:pt x="195739" y="344138"/>
                  </a:lnTo>
                  <a:lnTo>
                    <a:pt x="196120" y="344138"/>
                  </a:lnTo>
                  <a:lnTo>
                    <a:pt x="196501" y="344329"/>
                  </a:lnTo>
                  <a:lnTo>
                    <a:pt x="196882" y="344519"/>
                  </a:lnTo>
                  <a:lnTo>
                    <a:pt x="198406" y="346138"/>
                  </a:lnTo>
                  <a:lnTo>
                    <a:pt x="198596" y="346519"/>
                  </a:lnTo>
                  <a:lnTo>
                    <a:pt x="198787" y="346805"/>
                  </a:lnTo>
                  <a:lnTo>
                    <a:pt x="198882" y="347186"/>
                  </a:lnTo>
                  <a:lnTo>
                    <a:pt x="198691" y="347853"/>
                  </a:lnTo>
                  <a:lnTo>
                    <a:pt x="198215" y="348996"/>
                  </a:lnTo>
                  <a:lnTo>
                    <a:pt x="197453" y="350139"/>
                  </a:lnTo>
                  <a:lnTo>
                    <a:pt x="197263" y="350710"/>
                  </a:lnTo>
                  <a:lnTo>
                    <a:pt x="196501" y="357664"/>
                  </a:lnTo>
                  <a:lnTo>
                    <a:pt x="195263" y="363760"/>
                  </a:lnTo>
                  <a:lnTo>
                    <a:pt x="194691" y="365665"/>
                  </a:lnTo>
                  <a:lnTo>
                    <a:pt x="192881" y="369665"/>
                  </a:lnTo>
                  <a:lnTo>
                    <a:pt x="192405" y="371665"/>
                  </a:lnTo>
                  <a:lnTo>
                    <a:pt x="192309" y="372332"/>
                  </a:lnTo>
                  <a:lnTo>
                    <a:pt x="192309" y="373094"/>
                  </a:lnTo>
                  <a:lnTo>
                    <a:pt x="192500" y="374237"/>
                  </a:lnTo>
                  <a:lnTo>
                    <a:pt x="192691" y="374999"/>
                  </a:lnTo>
                  <a:lnTo>
                    <a:pt x="192976" y="375475"/>
                  </a:lnTo>
                  <a:lnTo>
                    <a:pt x="195072" y="378809"/>
                  </a:lnTo>
                  <a:lnTo>
                    <a:pt x="196215" y="380143"/>
                  </a:lnTo>
                  <a:lnTo>
                    <a:pt x="197263" y="380905"/>
                  </a:lnTo>
                  <a:lnTo>
                    <a:pt x="198120" y="381286"/>
                  </a:lnTo>
                  <a:lnTo>
                    <a:pt x="199072" y="381571"/>
                  </a:lnTo>
                  <a:lnTo>
                    <a:pt x="199549" y="381667"/>
                  </a:lnTo>
                  <a:lnTo>
                    <a:pt x="200025" y="381571"/>
                  </a:lnTo>
                  <a:lnTo>
                    <a:pt x="200406" y="381381"/>
                  </a:lnTo>
                  <a:lnTo>
                    <a:pt x="200692" y="381000"/>
                  </a:lnTo>
                  <a:lnTo>
                    <a:pt x="200882" y="380333"/>
                  </a:lnTo>
                  <a:lnTo>
                    <a:pt x="200882" y="379285"/>
                  </a:lnTo>
                  <a:lnTo>
                    <a:pt x="200977" y="378523"/>
                  </a:lnTo>
                  <a:lnTo>
                    <a:pt x="201263" y="377762"/>
                  </a:lnTo>
                  <a:lnTo>
                    <a:pt x="201644" y="377476"/>
                  </a:lnTo>
                  <a:lnTo>
                    <a:pt x="202120" y="377380"/>
                  </a:lnTo>
                  <a:lnTo>
                    <a:pt x="202597" y="377476"/>
                  </a:lnTo>
                  <a:lnTo>
                    <a:pt x="203549" y="377762"/>
                  </a:lnTo>
                  <a:lnTo>
                    <a:pt x="204121" y="377857"/>
                  </a:lnTo>
                  <a:lnTo>
                    <a:pt x="206407" y="377762"/>
                  </a:lnTo>
                  <a:lnTo>
                    <a:pt x="209455" y="377476"/>
                  </a:lnTo>
                  <a:lnTo>
                    <a:pt x="212503" y="375761"/>
                  </a:lnTo>
                  <a:lnTo>
                    <a:pt x="213074" y="375666"/>
                  </a:lnTo>
                  <a:lnTo>
                    <a:pt x="213265" y="375856"/>
                  </a:lnTo>
                  <a:lnTo>
                    <a:pt x="213265" y="376238"/>
                  </a:lnTo>
                  <a:lnTo>
                    <a:pt x="212884" y="377095"/>
                  </a:lnTo>
                  <a:lnTo>
                    <a:pt x="212788" y="377571"/>
                  </a:lnTo>
                  <a:lnTo>
                    <a:pt x="213169" y="378047"/>
                  </a:lnTo>
                  <a:lnTo>
                    <a:pt x="214598" y="378238"/>
                  </a:lnTo>
                  <a:lnTo>
                    <a:pt x="214884" y="378523"/>
                  </a:lnTo>
                  <a:lnTo>
                    <a:pt x="214503" y="379000"/>
                  </a:lnTo>
                  <a:lnTo>
                    <a:pt x="210502" y="381952"/>
                  </a:lnTo>
                  <a:lnTo>
                    <a:pt x="210217" y="382524"/>
                  </a:lnTo>
                  <a:lnTo>
                    <a:pt x="210026" y="383286"/>
                  </a:lnTo>
                  <a:lnTo>
                    <a:pt x="210121" y="384619"/>
                  </a:lnTo>
                  <a:lnTo>
                    <a:pt x="209931" y="385572"/>
                  </a:lnTo>
                  <a:lnTo>
                    <a:pt x="209645" y="386810"/>
                  </a:lnTo>
                  <a:lnTo>
                    <a:pt x="208693" y="388239"/>
                  </a:lnTo>
                  <a:lnTo>
                    <a:pt x="207550" y="389763"/>
                  </a:lnTo>
                  <a:lnTo>
                    <a:pt x="206407" y="391858"/>
                  </a:lnTo>
                  <a:lnTo>
                    <a:pt x="206026" y="392430"/>
                  </a:lnTo>
                  <a:lnTo>
                    <a:pt x="205645" y="392811"/>
                  </a:lnTo>
                  <a:lnTo>
                    <a:pt x="205264" y="393001"/>
                  </a:lnTo>
                  <a:lnTo>
                    <a:pt x="204788" y="393097"/>
                  </a:lnTo>
                  <a:lnTo>
                    <a:pt x="203073" y="393097"/>
                  </a:lnTo>
                  <a:lnTo>
                    <a:pt x="202692" y="393192"/>
                  </a:lnTo>
                  <a:lnTo>
                    <a:pt x="202311" y="393573"/>
                  </a:lnTo>
                  <a:lnTo>
                    <a:pt x="202216" y="394240"/>
                  </a:lnTo>
                  <a:lnTo>
                    <a:pt x="202311" y="396812"/>
                  </a:lnTo>
                  <a:lnTo>
                    <a:pt x="202216" y="397383"/>
                  </a:lnTo>
                  <a:lnTo>
                    <a:pt x="202120" y="397955"/>
                  </a:lnTo>
                  <a:lnTo>
                    <a:pt x="201930" y="398621"/>
                  </a:lnTo>
                  <a:lnTo>
                    <a:pt x="201454" y="399383"/>
                  </a:lnTo>
                  <a:lnTo>
                    <a:pt x="201168" y="399955"/>
                  </a:lnTo>
                  <a:lnTo>
                    <a:pt x="200977" y="400526"/>
                  </a:lnTo>
                  <a:lnTo>
                    <a:pt x="201168" y="401193"/>
                  </a:lnTo>
                  <a:lnTo>
                    <a:pt x="202692" y="404527"/>
                  </a:lnTo>
                  <a:lnTo>
                    <a:pt x="202787" y="404908"/>
                  </a:lnTo>
                  <a:lnTo>
                    <a:pt x="202882" y="405479"/>
                  </a:lnTo>
                  <a:lnTo>
                    <a:pt x="202216" y="409480"/>
                  </a:lnTo>
                  <a:lnTo>
                    <a:pt x="202216" y="410146"/>
                  </a:lnTo>
                  <a:lnTo>
                    <a:pt x="202216" y="410718"/>
                  </a:lnTo>
                  <a:lnTo>
                    <a:pt x="202406" y="411194"/>
                  </a:lnTo>
                  <a:lnTo>
                    <a:pt x="202406" y="411671"/>
                  </a:lnTo>
                  <a:lnTo>
                    <a:pt x="202311" y="412337"/>
                  </a:lnTo>
                  <a:lnTo>
                    <a:pt x="202025" y="413194"/>
                  </a:lnTo>
                  <a:lnTo>
                    <a:pt x="201263" y="414433"/>
                  </a:lnTo>
                  <a:lnTo>
                    <a:pt x="200120" y="416052"/>
                  </a:lnTo>
                  <a:lnTo>
                    <a:pt x="199930" y="416433"/>
                  </a:lnTo>
                  <a:lnTo>
                    <a:pt x="199834" y="417005"/>
                  </a:lnTo>
                  <a:lnTo>
                    <a:pt x="199834" y="418338"/>
                  </a:lnTo>
                  <a:lnTo>
                    <a:pt x="199739" y="419005"/>
                  </a:lnTo>
                  <a:lnTo>
                    <a:pt x="199358" y="419576"/>
                  </a:lnTo>
                  <a:lnTo>
                    <a:pt x="197072" y="422338"/>
                  </a:lnTo>
                  <a:lnTo>
                    <a:pt x="196691" y="422624"/>
                  </a:lnTo>
                  <a:lnTo>
                    <a:pt x="196310" y="422719"/>
                  </a:lnTo>
                  <a:lnTo>
                    <a:pt x="195834" y="422815"/>
                  </a:lnTo>
                  <a:lnTo>
                    <a:pt x="194119" y="422910"/>
                  </a:lnTo>
                  <a:lnTo>
                    <a:pt x="192786" y="423291"/>
                  </a:lnTo>
                  <a:lnTo>
                    <a:pt x="191929" y="423672"/>
                  </a:lnTo>
                  <a:lnTo>
                    <a:pt x="191167" y="424148"/>
                  </a:lnTo>
                  <a:lnTo>
                    <a:pt x="190500" y="424720"/>
                  </a:lnTo>
                  <a:lnTo>
                    <a:pt x="189928" y="425387"/>
                  </a:lnTo>
                  <a:lnTo>
                    <a:pt x="189643" y="425958"/>
                  </a:lnTo>
                  <a:lnTo>
                    <a:pt x="189452" y="426910"/>
                  </a:lnTo>
                  <a:lnTo>
                    <a:pt x="189357" y="428720"/>
                  </a:lnTo>
                  <a:lnTo>
                    <a:pt x="189071" y="429863"/>
                  </a:lnTo>
                  <a:lnTo>
                    <a:pt x="188595" y="430816"/>
                  </a:lnTo>
                  <a:lnTo>
                    <a:pt x="188119" y="431197"/>
                  </a:lnTo>
                  <a:lnTo>
                    <a:pt x="187738" y="431482"/>
                  </a:lnTo>
                  <a:lnTo>
                    <a:pt x="186118" y="432244"/>
                  </a:lnTo>
                  <a:lnTo>
                    <a:pt x="185833" y="432625"/>
                  </a:lnTo>
                  <a:lnTo>
                    <a:pt x="185642" y="433102"/>
                  </a:lnTo>
                  <a:lnTo>
                    <a:pt x="185738" y="434054"/>
                  </a:lnTo>
                  <a:lnTo>
                    <a:pt x="186023" y="435388"/>
                  </a:lnTo>
                  <a:lnTo>
                    <a:pt x="186023" y="435578"/>
                  </a:lnTo>
                  <a:lnTo>
                    <a:pt x="186023" y="435864"/>
                  </a:lnTo>
                  <a:lnTo>
                    <a:pt x="185833" y="436435"/>
                  </a:lnTo>
                  <a:lnTo>
                    <a:pt x="185261" y="437864"/>
                  </a:lnTo>
                  <a:lnTo>
                    <a:pt x="184690" y="438626"/>
                  </a:lnTo>
                  <a:lnTo>
                    <a:pt x="182308" y="441198"/>
                  </a:lnTo>
                  <a:lnTo>
                    <a:pt x="181737" y="441674"/>
                  </a:lnTo>
                  <a:lnTo>
                    <a:pt x="180499" y="442341"/>
                  </a:lnTo>
                  <a:lnTo>
                    <a:pt x="180118" y="442531"/>
                  </a:lnTo>
                  <a:lnTo>
                    <a:pt x="177641" y="443008"/>
                  </a:lnTo>
                  <a:lnTo>
                    <a:pt x="177165" y="443103"/>
                  </a:lnTo>
                  <a:lnTo>
                    <a:pt x="176784" y="443389"/>
                  </a:lnTo>
                  <a:lnTo>
                    <a:pt x="176498" y="443674"/>
                  </a:lnTo>
                  <a:lnTo>
                    <a:pt x="176213" y="444151"/>
                  </a:lnTo>
                  <a:lnTo>
                    <a:pt x="174593" y="449199"/>
                  </a:lnTo>
                  <a:lnTo>
                    <a:pt x="173450" y="451961"/>
                  </a:lnTo>
                  <a:lnTo>
                    <a:pt x="173164" y="452914"/>
                  </a:lnTo>
                  <a:lnTo>
                    <a:pt x="173164" y="453485"/>
                  </a:lnTo>
                  <a:lnTo>
                    <a:pt x="173164" y="455200"/>
                  </a:lnTo>
                  <a:lnTo>
                    <a:pt x="173259" y="455771"/>
                  </a:lnTo>
                  <a:lnTo>
                    <a:pt x="173450" y="456343"/>
                  </a:lnTo>
                  <a:lnTo>
                    <a:pt x="174022" y="457390"/>
                  </a:lnTo>
                  <a:lnTo>
                    <a:pt x="176308" y="460438"/>
                  </a:lnTo>
                  <a:lnTo>
                    <a:pt x="177260" y="463010"/>
                  </a:lnTo>
                  <a:lnTo>
                    <a:pt x="177546" y="463391"/>
                  </a:lnTo>
                  <a:lnTo>
                    <a:pt x="177832" y="463772"/>
                  </a:lnTo>
                  <a:lnTo>
                    <a:pt x="178594" y="464344"/>
                  </a:lnTo>
                  <a:lnTo>
                    <a:pt x="179260" y="464630"/>
                  </a:lnTo>
                  <a:lnTo>
                    <a:pt x="179927" y="464534"/>
                  </a:lnTo>
                  <a:lnTo>
                    <a:pt x="180499" y="464344"/>
                  </a:lnTo>
                  <a:lnTo>
                    <a:pt x="183070" y="462248"/>
                  </a:lnTo>
                  <a:lnTo>
                    <a:pt x="184404" y="459581"/>
                  </a:lnTo>
                  <a:lnTo>
                    <a:pt x="185928" y="455009"/>
                  </a:lnTo>
                  <a:lnTo>
                    <a:pt x="186404" y="454057"/>
                  </a:lnTo>
                  <a:lnTo>
                    <a:pt x="186880" y="453485"/>
                  </a:lnTo>
                  <a:lnTo>
                    <a:pt x="187166" y="453295"/>
                  </a:lnTo>
                  <a:lnTo>
                    <a:pt x="188500" y="452818"/>
                  </a:lnTo>
                  <a:lnTo>
                    <a:pt x="190405" y="451675"/>
                  </a:lnTo>
                  <a:lnTo>
                    <a:pt x="196786" y="445580"/>
                  </a:lnTo>
                  <a:lnTo>
                    <a:pt x="197929" y="444817"/>
                  </a:lnTo>
                  <a:lnTo>
                    <a:pt x="198691" y="444437"/>
                  </a:lnTo>
                  <a:lnTo>
                    <a:pt x="199168" y="444627"/>
                  </a:lnTo>
                  <a:lnTo>
                    <a:pt x="199549" y="444913"/>
                  </a:lnTo>
                  <a:lnTo>
                    <a:pt x="201549" y="447104"/>
                  </a:lnTo>
                  <a:lnTo>
                    <a:pt x="202216" y="447580"/>
                  </a:lnTo>
                  <a:lnTo>
                    <a:pt x="202787" y="447484"/>
                  </a:lnTo>
                  <a:lnTo>
                    <a:pt x="203454" y="447294"/>
                  </a:lnTo>
                  <a:lnTo>
                    <a:pt x="206597" y="445675"/>
                  </a:lnTo>
                  <a:lnTo>
                    <a:pt x="207169" y="445580"/>
                  </a:lnTo>
                  <a:lnTo>
                    <a:pt x="207835" y="445580"/>
                  </a:lnTo>
                  <a:lnTo>
                    <a:pt x="208312" y="445770"/>
                  </a:lnTo>
                  <a:lnTo>
                    <a:pt x="209931" y="446627"/>
                  </a:lnTo>
                  <a:lnTo>
                    <a:pt x="210312" y="446818"/>
                  </a:lnTo>
                  <a:lnTo>
                    <a:pt x="210598" y="447199"/>
                  </a:lnTo>
                  <a:lnTo>
                    <a:pt x="210788" y="447580"/>
                  </a:lnTo>
                  <a:lnTo>
                    <a:pt x="210883" y="448056"/>
                  </a:lnTo>
                  <a:lnTo>
                    <a:pt x="210883" y="448627"/>
                  </a:lnTo>
                  <a:lnTo>
                    <a:pt x="210788" y="449104"/>
                  </a:lnTo>
                  <a:lnTo>
                    <a:pt x="210693" y="449580"/>
                  </a:lnTo>
                  <a:lnTo>
                    <a:pt x="209931" y="451294"/>
                  </a:lnTo>
                  <a:lnTo>
                    <a:pt x="209836" y="451675"/>
                  </a:lnTo>
                  <a:lnTo>
                    <a:pt x="209931" y="452152"/>
                  </a:lnTo>
                  <a:lnTo>
                    <a:pt x="210121" y="452533"/>
                  </a:lnTo>
                  <a:lnTo>
                    <a:pt x="210502" y="452818"/>
                  </a:lnTo>
                  <a:lnTo>
                    <a:pt x="212598" y="454247"/>
                  </a:lnTo>
                  <a:lnTo>
                    <a:pt x="213360" y="454914"/>
                  </a:lnTo>
                  <a:lnTo>
                    <a:pt x="213550" y="455295"/>
                  </a:lnTo>
                  <a:lnTo>
                    <a:pt x="213741" y="455676"/>
                  </a:lnTo>
                  <a:lnTo>
                    <a:pt x="213646" y="456247"/>
                  </a:lnTo>
                  <a:lnTo>
                    <a:pt x="213550" y="456629"/>
                  </a:lnTo>
                  <a:lnTo>
                    <a:pt x="213265" y="457295"/>
                  </a:lnTo>
                  <a:lnTo>
                    <a:pt x="212884" y="457962"/>
                  </a:lnTo>
                  <a:lnTo>
                    <a:pt x="212598" y="458819"/>
                  </a:lnTo>
                  <a:lnTo>
                    <a:pt x="212122" y="459581"/>
                  </a:lnTo>
                  <a:lnTo>
                    <a:pt x="211359" y="460724"/>
                  </a:lnTo>
                  <a:lnTo>
                    <a:pt x="211074" y="461010"/>
                  </a:lnTo>
                  <a:lnTo>
                    <a:pt x="211074" y="461486"/>
                  </a:lnTo>
                  <a:lnTo>
                    <a:pt x="211074" y="461963"/>
                  </a:lnTo>
                  <a:lnTo>
                    <a:pt x="211169" y="462343"/>
                  </a:lnTo>
                  <a:lnTo>
                    <a:pt x="212122" y="464725"/>
                  </a:lnTo>
                  <a:lnTo>
                    <a:pt x="212407" y="465582"/>
                  </a:lnTo>
                  <a:lnTo>
                    <a:pt x="212693" y="467582"/>
                  </a:lnTo>
                  <a:lnTo>
                    <a:pt x="212693" y="468058"/>
                  </a:lnTo>
                  <a:lnTo>
                    <a:pt x="212598" y="468535"/>
                  </a:lnTo>
                  <a:lnTo>
                    <a:pt x="212026" y="469773"/>
                  </a:lnTo>
                  <a:lnTo>
                    <a:pt x="212026" y="470154"/>
                  </a:lnTo>
                  <a:lnTo>
                    <a:pt x="212122" y="470535"/>
                  </a:lnTo>
                  <a:lnTo>
                    <a:pt x="212312" y="470916"/>
                  </a:lnTo>
                  <a:lnTo>
                    <a:pt x="214313" y="473107"/>
                  </a:lnTo>
                  <a:lnTo>
                    <a:pt x="214503" y="473583"/>
                  </a:lnTo>
                  <a:lnTo>
                    <a:pt x="214598" y="473964"/>
                  </a:lnTo>
                  <a:lnTo>
                    <a:pt x="214693" y="474535"/>
                  </a:lnTo>
                  <a:lnTo>
                    <a:pt x="214693" y="475012"/>
                  </a:lnTo>
                  <a:lnTo>
                    <a:pt x="214598" y="475583"/>
                  </a:lnTo>
                  <a:lnTo>
                    <a:pt x="213455" y="479393"/>
                  </a:lnTo>
                  <a:lnTo>
                    <a:pt x="211074" y="483775"/>
                  </a:lnTo>
                  <a:lnTo>
                    <a:pt x="210979" y="484251"/>
                  </a:lnTo>
                  <a:lnTo>
                    <a:pt x="210883" y="484822"/>
                  </a:lnTo>
                  <a:lnTo>
                    <a:pt x="210979" y="485299"/>
                  </a:lnTo>
                  <a:lnTo>
                    <a:pt x="211359" y="485680"/>
                  </a:lnTo>
                  <a:lnTo>
                    <a:pt x="211836" y="485870"/>
                  </a:lnTo>
                  <a:lnTo>
                    <a:pt x="213741" y="486156"/>
                  </a:lnTo>
                  <a:lnTo>
                    <a:pt x="214789" y="486632"/>
                  </a:lnTo>
                  <a:lnTo>
                    <a:pt x="215646" y="487204"/>
                  </a:lnTo>
                  <a:lnTo>
                    <a:pt x="216884" y="488251"/>
                  </a:lnTo>
                  <a:lnTo>
                    <a:pt x="217551" y="488632"/>
                  </a:lnTo>
                  <a:lnTo>
                    <a:pt x="218122" y="488728"/>
                  </a:lnTo>
                  <a:lnTo>
                    <a:pt x="218789" y="488156"/>
                  </a:lnTo>
                  <a:lnTo>
                    <a:pt x="219361" y="487585"/>
                  </a:lnTo>
                  <a:lnTo>
                    <a:pt x="222218" y="483680"/>
                  </a:lnTo>
                  <a:lnTo>
                    <a:pt x="222599" y="483394"/>
                  </a:lnTo>
                  <a:lnTo>
                    <a:pt x="222980" y="483298"/>
                  </a:lnTo>
                  <a:lnTo>
                    <a:pt x="223456" y="483203"/>
                  </a:lnTo>
                  <a:lnTo>
                    <a:pt x="225171" y="483394"/>
                  </a:lnTo>
                  <a:lnTo>
                    <a:pt x="225647" y="483298"/>
                  </a:lnTo>
                  <a:lnTo>
                    <a:pt x="226028" y="483108"/>
                  </a:lnTo>
                  <a:lnTo>
                    <a:pt x="226314" y="482727"/>
                  </a:lnTo>
                  <a:lnTo>
                    <a:pt x="226409" y="482251"/>
                  </a:lnTo>
                  <a:lnTo>
                    <a:pt x="226695" y="480631"/>
                  </a:lnTo>
                  <a:lnTo>
                    <a:pt x="227171" y="479203"/>
                  </a:lnTo>
                  <a:lnTo>
                    <a:pt x="227362" y="478822"/>
                  </a:lnTo>
                  <a:lnTo>
                    <a:pt x="227647" y="478441"/>
                  </a:lnTo>
                  <a:lnTo>
                    <a:pt x="228219" y="477869"/>
                  </a:lnTo>
                  <a:lnTo>
                    <a:pt x="228886" y="477298"/>
                  </a:lnTo>
                  <a:lnTo>
                    <a:pt x="229648" y="476821"/>
                  </a:lnTo>
                  <a:lnTo>
                    <a:pt x="230124" y="476726"/>
                  </a:lnTo>
                  <a:lnTo>
                    <a:pt x="240506" y="478346"/>
                  </a:lnTo>
                  <a:lnTo>
                    <a:pt x="242697" y="478346"/>
                  </a:lnTo>
                  <a:lnTo>
                    <a:pt x="245269" y="478060"/>
                  </a:lnTo>
                  <a:lnTo>
                    <a:pt x="248031" y="478155"/>
                  </a:lnTo>
                  <a:lnTo>
                    <a:pt x="248602" y="478060"/>
                  </a:lnTo>
                  <a:lnTo>
                    <a:pt x="248983" y="477869"/>
                  </a:lnTo>
                  <a:lnTo>
                    <a:pt x="249459" y="477583"/>
                  </a:lnTo>
                  <a:lnTo>
                    <a:pt x="249936" y="477393"/>
                  </a:lnTo>
                  <a:lnTo>
                    <a:pt x="250793" y="477107"/>
                  </a:lnTo>
                  <a:lnTo>
                    <a:pt x="251365" y="477107"/>
                  </a:lnTo>
                  <a:lnTo>
                    <a:pt x="252031" y="477202"/>
                  </a:lnTo>
                  <a:lnTo>
                    <a:pt x="254794" y="478155"/>
                  </a:lnTo>
                  <a:lnTo>
                    <a:pt x="255651" y="478536"/>
                  </a:lnTo>
                  <a:lnTo>
                    <a:pt x="256032" y="478822"/>
                  </a:lnTo>
                  <a:lnTo>
                    <a:pt x="256222" y="479203"/>
                  </a:lnTo>
                  <a:lnTo>
                    <a:pt x="256318" y="479584"/>
                  </a:lnTo>
                  <a:lnTo>
                    <a:pt x="256413" y="480536"/>
                  </a:lnTo>
                  <a:lnTo>
                    <a:pt x="258223" y="479965"/>
                  </a:lnTo>
                  <a:lnTo>
                    <a:pt x="258889" y="479203"/>
                  </a:lnTo>
                  <a:lnTo>
                    <a:pt x="260699" y="476536"/>
                  </a:lnTo>
                  <a:lnTo>
                    <a:pt x="261366" y="475774"/>
                  </a:lnTo>
                  <a:lnTo>
                    <a:pt x="262033" y="475202"/>
                  </a:lnTo>
                  <a:lnTo>
                    <a:pt x="264033" y="474155"/>
                  </a:lnTo>
                  <a:lnTo>
                    <a:pt x="264700" y="473869"/>
                  </a:lnTo>
                  <a:lnTo>
                    <a:pt x="265271" y="473869"/>
                  </a:lnTo>
                  <a:lnTo>
                    <a:pt x="265557" y="474059"/>
                  </a:lnTo>
                  <a:lnTo>
                    <a:pt x="265843" y="474440"/>
                  </a:lnTo>
                  <a:lnTo>
                    <a:pt x="266319" y="475202"/>
                  </a:lnTo>
                  <a:lnTo>
                    <a:pt x="266509" y="475488"/>
                  </a:lnTo>
                  <a:lnTo>
                    <a:pt x="266890" y="475869"/>
                  </a:lnTo>
                  <a:lnTo>
                    <a:pt x="267271" y="476155"/>
                  </a:lnTo>
                  <a:lnTo>
                    <a:pt x="267843" y="476250"/>
                  </a:lnTo>
                  <a:lnTo>
                    <a:pt x="268129" y="475964"/>
                  </a:lnTo>
                  <a:lnTo>
                    <a:pt x="268319" y="475488"/>
                  </a:lnTo>
                  <a:lnTo>
                    <a:pt x="268319" y="474345"/>
                  </a:lnTo>
                  <a:lnTo>
                    <a:pt x="268605" y="472154"/>
                  </a:lnTo>
                  <a:lnTo>
                    <a:pt x="269938" y="467106"/>
                  </a:lnTo>
                  <a:lnTo>
                    <a:pt x="270034" y="466630"/>
                  </a:lnTo>
                  <a:lnTo>
                    <a:pt x="270129" y="466058"/>
                  </a:lnTo>
                  <a:lnTo>
                    <a:pt x="270034" y="465582"/>
                  </a:lnTo>
                  <a:lnTo>
                    <a:pt x="269843" y="465106"/>
                  </a:lnTo>
                  <a:lnTo>
                    <a:pt x="269653" y="464725"/>
                  </a:lnTo>
                  <a:lnTo>
                    <a:pt x="269272" y="464439"/>
                  </a:lnTo>
                  <a:lnTo>
                    <a:pt x="267748" y="463487"/>
                  </a:lnTo>
                  <a:lnTo>
                    <a:pt x="267462" y="463296"/>
                  </a:lnTo>
                  <a:lnTo>
                    <a:pt x="266795" y="462629"/>
                  </a:lnTo>
                  <a:lnTo>
                    <a:pt x="266605" y="462248"/>
                  </a:lnTo>
                  <a:lnTo>
                    <a:pt x="266414" y="461867"/>
                  </a:lnTo>
                  <a:lnTo>
                    <a:pt x="266509" y="460819"/>
                  </a:lnTo>
                  <a:lnTo>
                    <a:pt x="266890" y="459296"/>
                  </a:lnTo>
                  <a:lnTo>
                    <a:pt x="268605" y="454438"/>
                  </a:lnTo>
                  <a:lnTo>
                    <a:pt x="268891" y="453390"/>
                  </a:lnTo>
                  <a:lnTo>
                    <a:pt x="268986" y="452152"/>
                  </a:lnTo>
                  <a:lnTo>
                    <a:pt x="268986" y="451390"/>
                  </a:lnTo>
                  <a:lnTo>
                    <a:pt x="269272" y="450437"/>
                  </a:lnTo>
                  <a:lnTo>
                    <a:pt x="271272" y="443960"/>
                  </a:lnTo>
                  <a:lnTo>
                    <a:pt x="271367" y="442055"/>
                  </a:lnTo>
                  <a:lnTo>
                    <a:pt x="271558" y="440912"/>
                  </a:lnTo>
                  <a:lnTo>
                    <a:pt x="271748" y="440341"/>
                  </a:lnTo>
                  <a:lnTo>
                    <a:pt x="272034" y="440055"/>
                  </a:lnTo>
                  <a:lnTo>
                    <a:pt x="272320" y="439864"/>
                  </a:lnTo>
                  <a:lnTo>
                    <a:pt x="272796" y="439769"/>
                  </a:lnTo>
                  <a:lnTo>
                    <a:pt x="273272" y="439769"/>
                  </a:lnTo>
                  <a:lnTo>
                    <a:pt x="273844" y="439769"/>
                  </a:lnTo>
                  <a:lnTo>
                    <a:pt x="274225" y="439960"/>
                  </a:lnTo>
                  <a:lnTo>
                    <a:pt x="274606" y="440246"/>
                  </a:lnTo>
                  <a:lnTo>
                    <a:pt x="276415" y="441579"/>
                  </a:lnTo>
                  <a:lnTo>
                    <a:pt x="276796" y="441769"/>
                  </a:lnTo>
                  <a:lnTo>
                    <a:pt x="277273" y="441960"/>
                  </a:lnTo>
                  <a:lnTo>
                    <a:pt x="277749" y="441960"/>
                  </a:lnTo>
                  <a:lnTo>
                    <a:pt x="283178" y="441484"/>
                  </a:lnTo>
                  <a:lnTo>
                    <a:pt x="287274" y="443103"/>
                  </a:lnTo>
                  <a:lnTo>
                    <a:pt x="288893" y="443293"/>
                  </a:lnTo>
                  <a:lnTo>
                    <a:pt x="290226" y="442913"/>
                  </a:lnTo>
                  <a:lnTo>
                    <a:pt x="291655" y="442722"/>
                  </a:lnTo>
                  <a:lnTo>
                    <a:pt x="292513" y="442817"/>
                  </a:lnTo>
                  <a:lnTo>
                    <a:pt x="293370" y="443008"/>
                  </a:lnTo>
                  <a:lnTo>
                    <a:pt x="296799" y="444341"/>
                  </a:lnTo>
                  <a:lnTo>
                    <a:pt x="298799" y="445484"/>
                  </a:lnTo>
                  <a:lnTo>
                    <a:pt x="299561" y="445675"/>
                  </a:lnTo>
                  <a:lnTo>
                    <a:pt x="300228" y="445770"/>
                  </a:lnTo>
                  <a:lnTo>
                    <a:pt x="305562" y="445294"/>
                  </a:lnTo>
                  <a:lnTo>
                    <a:pt x="306514" y="445484"/>
                  </a:lnTo>
                  <a:lnTo>
                    <a:pt x="307657" y="445960"/>
                  </a:lnTo>
                  <a:lnTo>
                    <a:pt x="308705" y="446627"/>
                  </a:lnTo>
                  <a:lnTo>
                    <a:pt x="309753" y="447484"/>
                  </a:lnTo>
                  <a:lnTo>
                    <a:pt x="311086" y="449104"/>
                  </a:lnTo>
                  <a:lnTo>
                    <a:pt x="311467" y="449866"/>
                  </a:lnTo>
                  <a:lnTo>
                    <a:pt x="311848" y="450723"/>
                  </a:lnTo>
                  <a:lnTo>
                    <a:pt x="312134" y="451580"/>
                  </a:lnTo>
                  <a:lnTo>
                    <a:pt x="312230" y="451866"/>
                  </a:lnTo>
                  <a:lnTo>
                    <a:pt x="312230" y="452247"/>
                  </a:lnTo>
                  <a:lnTo>
                    <a:pt x="312230" y="454342"/>
                  </a:lnTo>
                  <a:lnTo>
                    <a:pt x="312325" y="454819"/>
                  </a:lnTo>
                  <a:lnTo>
                    <a:pt x="312420" y="455295"/>
                  </a:lnTo>
                  <a:lnTo>
                    <a:pt x="312610" y="455771"/>
                  </a:lnTo>
                  <a:lnTo>
                    <a:pt x="312801" y="456057"/>
                  </a:lnTo>
                  <a:lnTo>
                    <a:pt x="313658" y="457295"/>
                  </a:lnTo>
                  <a:lnTo>
                    <a:pt x="313753" y="457486"/>
                  </a:lnTo>
                  <a:lnTo>
                    <a:pt x="318421" y="460534"/>
                  </a:lnTo>
                  <a:lnTo>
                    <a:pt x="320040" y="461867"/>
                  </a:lnTo>
                  <a:lnTo>
                    <a:pt x="320707" y="462248"/>
                  </a:lnTo>
                  <a:lnTo>
                    <a:pt x="321278" y="462439"/>
                  </a:lnTo>
                  <a:lnTo>
                    <a:pt x="323564" y="462724"/>
                  </a:lnTo>
                  <a:lnTo>
                    <a:pt x="324707" y="462724"/>
                  </a:lnTo>
                  <a:lnTo>
                    <a:pt x="326803" y="462439"/>
                  </a:lnTo>
                  <a:lnTo>
                    <a:pt x="327184" y="462343"/>
                  </a:lnTo>
                  <a:lnTo>
                    <a:pt x="330708" y="461105"/>
                  </a:lnTo>
                  <a:lnTo>
                    <a:pt x="331756" y="461010"/>
                  </a:lnTo>
                  <a:lnTo>
                    <a:pt x="333946" y="461010"/>
                  </a:lnTo>
                  <a:lnTo>
                    <a:pt x="335756" y="460534"/>
                  </a:lnTo>
                  <a:lnTo>
                    <a:pt x="335947" y="460057"/>
                  </a:lnTo>
                  <a:lnTo>
                    <a:pt x="336042" y="459581"/>
                  </a:lnTo>
                  <a:lnTo>
                    <a:pt x="335947" y="459105"/>
                  </a:lnTo>
                  <a:lnTo>
                    <a:pt x="334708" y="457390"/>
                  </a:lnTo>
                  <a:lnTo>
                    <a:pt x="334232" y="456629"/>
                  </a:lnTo>
                  <a:lnTo>
                    <a:pt x="333756" y="455295"/>
                  </a:lnTo>
                  <a:lnTo>
                    <a:pt x="333375" y="454057"/>
                  </a:lnTo>
                  <a:lnTo>
                    <a:pt x="333280" y="453199"/>
                  </a:lnTo>
                  <a:lnTo>
                    <a:pt x="333375" y="452438"/>
                  </a:lnTo>
                  <a:lnTo>
                    <a:pt x="333565" y="451390"/>
                  </a:lnTo>
                  <a:lnTo>
                    <a:pt x="334518" y="448627"/>
                  </a:lnTo>
                  <a:lnTo>
                    <a:pt x="334518" y="448151"/>
                  </a:lnTo>
                  <a:lnTo>
                    <a:pt x="334518" y="447675"/>
                  </a:lnTo>
                  <a:lnTo>
                    <a:pt x="333946" y="443293"/>
                  </a:lnTo>
                  <a:lnTo>
                    <a:pt x="333946" y="442246"/>
                  </a:lnTo>
                  <a:lnTo>
                    <a:pt x="334137" y="441579"/>
                  </a:lnTo>
                  <a:lnTo>
                    <a:pt x="334708" y="440817"/>
                  </a:lnTo>
                  <a:lnTo>
                    <a:pt x="335566" y="440150"/>
                  </a:lnTo>
                  <a:lnTo>
                    <a:pt x="335756" y="439960"/>
                  </a:lnTo>
                  <a:lnTo>
                    <a:pt x="337375" y="439293"/>
                  </a:lnTo>
                  <a:lnTo>
                    <a:pt x="337851" y="439007"/>
                  </a:lnTo>
                  <a:lnTo>
                    <a:pt x="338328" y="438626"/>
                  </a:lnTo>
                  <a:lnTo>
                    <a:pt x="338804" y="437769"/>
                  </a:lnTo>
                  <a:lnTo>
                    <a:pt x="338899" y="437197"/>
                  </a:lnTo>
                  <a:lnTo>
                    <a:pt x="338804" y="436626"/>
                  </a:lnTo>
                  <a:lnTo>
                    <a:pt x="338614" y="436340"/>
                  </a:lnTo>
                  <a:lnTo>
                    <a:pt x="338233" y="436055"/>
                  </a:lnTo>
                  <a:lnTo>
                    <a:pt x="337851" y="435864"/>
                  </a:lnTo>
                  <a:lnTo>
                    <a:pt x="336899" y="435578"/>
                  </a:lnTo>
                  <a:lnTo>
                    <a:pt x="334613" y="435292"/>
                  </a:lnTo>
                  <a:lnTo>
                    <a:pt x="333851" y="435292"/>
                  </a:lnTo>
                  <a:lnTo>
                    <a:pt x="333470" y="435292"/>
                  </a:lnTo>
                  <a:lnTo>
                    <a:pt x="328708" y="436340"/>
                  </a:lnTo>
                  <a:lnTo>
                    <a:pt x="328231" y="436340"/>
                  </a:lnTo>
                  <a:lnTo>
                    <a:pt x="327755" y="436245"/>
                  </a:lnTo>
                  <a:lnTo>
                    <a:pt x="327279" y="435769"/>
                  </a:lnTo>
                  <a:lnTo>
                    <a:pt x="326707" y="435197"/>
                  </a:lnTo>
                  <a:lnTo>
                    <a:pt x="325945" y="433959"/>
                  </a:lnTo>
                  <a:lnTo>
                    <a:pt x="325564" y="433197"/>
                  </a:lnTo>
                  <a:lnTo>
                    <a:pt x="325374" y="432435"/>
                  </a:lnTo>
                  <a:lnTo>
                    <a:pt x="324802" y="429768"/>
                  </a:lnTo>
                  <a:lnTo>
                    <a:pt x="324802" y="429196"/>
                  </a:lnTo>
                  <a:lnTo>
                    <a:pt x="324802" y="428625"/>
                  </a:lnTo>
                  <a:lnTo>
                    <a:pt x="324993" y="428054"/>
                  </a:lnTo>
                  <a:lnTo>
                    <a:pt x="325374" y="427577"/>
                  </a:lnTo>
                  <a:lnTo>
                    <a:pt x="325850" y="427291"/>
                  </a:lnTo>
                  <a:lnTo>
                    <a:pt x="326326" y="427196"/>
                  </a:lnTo>
                  <a:lnTo>
                    <a:pt x="326803" y="427196"/>
                  </a:lnTo>
                  <a:lnTo>
                    <a:pt x="327184" y="427387"/>
                  </a:lnTo>
                  <a:lnTo>
                    <a:pt x="327374" y="427768"/>
                  </a:lnTo>
                  <a:lnTo>
                    <a:pt x="327850" y="428530"/>
                  </a:lnTo>
                  <a:lnTo>
                    <a:pt x="328136" y="428815"/>
                  </a:lnTo>
                  <a:lnTo>
                    <a:pt x="328422" y="429101"/>
                  </a:lnTo>
                  <a:lnTo>
                    <a:pt x="328803" y="429292"/>
                  </a:lnTo>
                  <a:lnTo>
                    <a:pt x="329279" y="429292"/>
                  </a:lnTo>
                  <a:lnTo>
                    <a:pt x="329660" y="429101"/>
                  </a:lnTo>
                  <a:lnTo>
                    <a:pt x="330041" y="428911"/>
                  </a:lnTo>
                  <a:lnTo>
                    <a:pt x="331184" y="427577"/>
                  </a:lnTo>
                  <a:lnTo>
                    <a:pt x="332137" y="426720"/>
                  </a:lnTo>
                  <a:lnTo>
                    <a:pt x="332708" y="426434"/>
                  </a:lnTo>
                  <a:lnTo>
                    <a:pt x="335184" y="425577"/>
                  </a:lnTo>
                  <a:lnTo>
                    <a:pt x="336804" y="425291"/>
                  </a:lnTo>
                  <a:lnTo>
                    <a:pt x="337471" y="425005"/>
                  </a:lnTo>
                  <a:lnTo>
                    <a:pt x="341757" y="422529"/>
                  </a:lnTo>
                  <a:lnTo>
                    <a:pt x="343852" y="421005"/>
                  </a:lnTo>
                  <a:lnTo>
                    <a:pt x="348424" y="416433"/>
                  </a:lnTo>
                  <a:lnTo>
                    <a:pt x="351568" y="414052"/>
                  </a:lnTo>
                  <a:lnTo>
                    <a:pt x="352711" y="413385"/>
                  </a:lnTo>
                  <a:lnTo>
                    <a:pt x="354044" y="413004"/>
                  </a:lnTo>
                  <a:lnTo>
                    <a:pt x="357949" y="412242"/>
                  </a:lnTo>
                  <a:lnTo>
                    <a:pt x="358807" y="411956"/>
                  </a:lnTo>
                  <a:lnTo>
                    <a:pt x="359283" y="411861"/>
                  </a:lnTo>
                  <a:lnTo>
                    <a:pt x="359664" y="411956"/>
                  </a:lnTo>
                  <a:lnTo>
                    <a:pt x="359950" y="412242"/>
                  </a:lnTo>
                  <a:lnTo>
                    <a:pt x="360045" y="412623"/>
                  </a:lnTo>
                  <a:lnTo>
                    <a:pt x="359950" y="413575"/>
                  </a:lnTo>
                  <a:lnTo>
                    <a:pt x="360045" y="414338"/>
                  </a:lnTo>
                  <a:lnTo>
                    <a:pt x="360140" y="414814"/>
                  </a:lnTo>
                  <a:lnTo>
                    <a:pt x="360331" y="415290"/>
                  </a:lnTo>
                  <a:lnTo>
                    <a:pt x="360807" y="415957"/>
                  </a:lnTo>
                  <a:lnTo>
                    <a:pt x="361283" y="416623"/>
                  </a:lnTo>
                  <a:lnTo>
                    <a:pt x="365188" y="420148"/>
                  </a:lnTo>
                  <a:lnTo>
                    <a:pt x="367855" y="421291"/>
                  </a:lnTo>
                  <a:lnTo>
                    <a:pt x="368236" y="421481"/>
                  </a:lnTo>
                  <a:lnTo>
                    <a:pt x="368617" y="421767"/>
                  </a:lnTo>
                  <a:lnTo>
                    <a:pt x="368808" y="422148"/>
                  </a:lnTo>
                  <a:lnTo>
                    <a:pt x="368998" y="422529"/>
                  </a:lnTo>
                  <a:lnTo>
                    <a:pt x="369284" y="422910"/>
                  </a:lnTo>
                  <a:lnTo>
                    <a:pt x="369570" y="423196"/>
                  </a:lnTo>
                  <a:lnTo>
                    <a:pt x="369856" y="423481"/>
                  </a:lnTo>
                  <a:lnTo>
                    <a:pt x="370332" y="423672"/>
                  </a:lnTo>
                  <a:lnTo>
                    <a:pt x="373570" y="424339"/>
                  </a:lnTo>
                  <a:lnTo>
                    <a:pt x="374332" y="424339"/>
                  </a:lnTo>
                  <a:lnTo>
                    <a:pt x="375190" y="424148"/>
                  </a:lnTo>
                  <a:lnTo>
                    <a:pt x="376523" y="423577"/>
                  </a:lnTo>
                  <a:lnTo>
                    <a:pt x="377380" y="423386"/>
                  </a:lnTo>
                  <a:lnTo>
                    <a:pt x="378047" y="423386"/>
                  </a:lnTo>
                  <a:lnTo>
                    <a:pt x="378523" y="423481"/>
                  </a:lnTo>
                  <a:lnTo>
                    <a:pt x="378809" y="423863"/>
                  </a:lnTo>
                  <a:lnTo>
                    <a:pt x="379095" y="424148"/>
                  </a:lnTo>
                  <a:lnTo>
                    <a:pt x="379762" y="425291"/>
                  </a:lnTo>
                  <a:lnTo>
                    <a:pt x="380238" y="425958"/>
                  </a:lnTo>
                  <a:lnTo>
                    <a:pt x="380619" y="426339"/>
                  </a:lnTo>
                  <a:lnTo>
                    <a:pt x="381571" y="427196"/>
                  </a:lnTo>
                  <a:lnTo>
                    <a:pt x="381762" y="427577"/>
                  </a:lnTo>
                  <a:lnTo>
                    <a:pt x="381762" y="427958"/>
                  </a:lnTo>
                  <a:lnTo>
                    <a:pt x="381667" y="428434"/>
                  </a:lnTo>
                  <a:lnTo>
                    <a:pt x="381667" y="428911"/>
                  </a:lnTo>
                  <a:lnTo>
                    <a:pt x="382143" y="429006"/>
                  </a:lnTo>
                  <a:lnTo>
                    <a:pt x="383191" y="428815"/>
                  </a:lnTo>
                  <a:lnTo>
                    <a:pt x="387477" y="426720"/>
                  </a:lnTo>
                  <a:lnTo>
                    <a:pt x="391096" y="425672"/>
                  </a:lnTo>
                  <a:lnTo>
                    <a:pt x="392144" y="425482"/>
                  </a:lnTo>
                  <a:lnTo>
                    <a:pt x="392620" y="425482"/>
                  </a:lnTo>
                  <a:lnTo>
                    <a:pt x="393668" y="425672"/>
                  </a:lnTo>
                  <a:lnTo>
                    <a:pt x="397669" y="427387"/>
                  </a:lnTo>
                  <a:lnTo>
                    <a:pt x="398431" y="427482"/>
                  </a:lnTo>
                  <a:lnTo>
                    <a:pt x="399478" y="427387"/>
                  </a:lnTo>
                  <a:lnTo>
                    <a:pt x="401288" y="426815"/>
                  </a:lnTo>
                  <a:lnTo>
                    <a:pt x="402241" y="426434"/>
                  </a:lnTo>
                  <a:lnTo>
                    <a:pt x="402812" y="426053"/>
                  </a:lnTo>
                  <a:lnTo>
                    <a:pt x="403765" y="425196"/>
                  </a:lnTo>
                  <a:lnTo>
                    <a:pt x="404336" y="424434"/>
                  </a:lnTo>
                  <a:lnTo>
                    <a:pt x="404717" y="423672"/>
                  </a:lnTo>
                  <a:lnTo>
                    <a:pt x="405860" y="420910"/>
                  </a:lnTo>
                  <a:lnTo>
                    <a:pt x="406051" y="420433"/>
                  </a:lnTo>
                  <a:lnTo>
                    <a:pt x="407003" y="419290"/>
                  </a:lnTo>
                  <a:lnTo>
                    <a:pt x="407480" y="419005"/>
                  </a:lnTo>
                  <a:lnTo>
                    <a:pt x="408146" y="418719"/>
                  </a:lnTo>
                  <a:lnTo>
                    <a:pt x="410813" y="418052"/>
                  </a:lnTo>
                  <a:lnTo>
                    <a:pt x="411384" y="413861"/>
                  </a:lnTo>
                  <a:lnTo>
                    <a:pt x="411956" y="412528"/>
                  </a:lnTo>
                  <a:lnTo>
                    <a:pt x="413575" y="410242"/>
                  </a:lnTo>
                  <a:lnTo>
                    <a:pt x="414814" y="407860"/>
                  </a:lnTo>
                  <a:lnTo>
                    <a:pt x="415099" y="407003"/>
                  </a:lnTo>
                  <a:lnTo>
                    <a:pt x="415195" y="406241"/>
                  </a:lnTo>
                  <a:lnTo>
                    <a:pt x="414909" y="405289"/>
                  </a:lnTo>
                  <a:lnTo>
                    <a:pt x="414623" y="404431"/>
                  </a:lnTo>
                  <a:lnTo>
                    <a:pt x="414242" y="403669"/>
                  </a:lnTo>
                  <a:lnTo>
                    <a:pt x="413480" y="402431"/>
                  </a:lnTo>
                  <a:lnTo>
                    <a:pt x="411194" y="400526"/>
                  </a:lnTo>
                  <a:lnTo>
                    <a:pt x="410051" y="399288"/>
                  </a:lnTo>
                  <a:lnTo>
                    <a:pt x="409670" y="398526"/>
                  </a:lnTo>
                  <a:lnTo>
                    <a:pt x="409289" y="397288"/>
                  </a:lnTo>
                  <a:lnTo>
                    <a:pt x="408813" y="394525"/>
                  </a:lnTo>
                  <a:lnTo>
                    <a:pt x="408718" y="393192"/>
                  </a:lnTo>
                  <a:lnTo>
                    <a:pt x="408813" y="392239"/>
                  </a:lnTo>
                  <a:lnTo>
                    <a:pt x="409194" y="391477"/>
                  </a:lnTo>
                  <a:lnTo>
                    <a:pt x="411956" y="387287"/>
                  </a:lnTo>
                  <a:lnTo>
                    <a:pt x="413099" y="383953"/>
                  </a:lnTo>
                  <a:lnTo>
                    <a:pt x="413956" y="382238"/>
                  </a:lnTo>
                  <a:lnTo>
                    <a:pt x="415004" y="380809"/>
                  </a:lnTo>
                  <a:lnTo>
                    <a:pt x="416623" y="379000"/>
                  </a:lnTo>
                  <a:lnTo>
                    <a:pt x="417195" y="377952"/>
                  </a:lnTo>
                  <a:lnTo>
                    <a:pt x="417766" y="376714"/>
                  </a:lnTo>
                  <a:lnTo>
                    <a:pt x="417957" y="375856"/>
                  </a:lnTo>
                  <a:lnTo>
                    <a:pt x="418052" y="375094"/>
                  </a:lnTo>
                  <a:lnTo>
                    <a:pt x="417766" y="370713"/>
                  </a:lnTo>
                  <a:lnTo>
                    <a:pt x="417766" y="367379"/>
                  </a:lnTo>
                  <a:lnTo>
                    <a:pt x="418052" y="366046"/>
                  </a:lnTo>
                  <a:lnTo>
                    <a:pt x="418719" y="364903"/>
                  </a:lnTo>
                  <a:lnTo>
                    <a:pt x="419862" y="363188"/>
                  </a:lnTo>
                  <a:lnTo>
                    <a:pt x="420338" y="362617"/>
                  </a:lnTo>
                  <a:lnTo>
                    <a:pt x="420909" y="362140"/>
                  </a:lnTo>
                  <a:lnTo>
                    <a:pt x="421291" y="361950"/>
                  </a:lnTo>
                  <a:lnTo>
                    <a:pt x="421576" y="361759"/>
                  </a:lnTo>
                  <a:lnTo>
                    <a:pt x="422910" y="361569"/>
                  </a:lnTo>
                  <a:lnTo>
                    <a:pt x="423481" y="361379"/>
                  </a:lnTo>
                  <a:lnTo>
                    <a:pt x="424243" y="360807"/>
                  </a:lnTo>
                  <a:lnTo>
                    <a:pt x="424720" y="360235"/>
                  </a:lnTo>
                  <a:lnTo>
                    <a:pt x="425196" y="359378"/>
                  </a:lnTo>
                  <a:lnTo>
                    <a:pt x="425577" y="358902"/>
                  </a:lnTo>
                  <a:lnTo>
                    <a:pt x="425958" y="358521"/>
                  </a:lnTo>
                  <a:lnTo>
                    <a:pt x="429958" y="357283"/>
                  </a:lnTo>
                  <a:lnTo>
                    <a:pt x="430530" y="356997"/>
                  </a:lnTo>
                  <a:lnTo>
                    <a:pt x="432530" y="355568"/>
                  </a:lnTo>
                  <a:lnTo>
                    <a:pt x="433197" y="354901"/>
                  </a:lnTo>
                  <a:lnTo>
                    <a:pt x="433673" y="354330"/>
                  </a:lnTo>
                  <a:lnTo>
                    <a:pt x="433768" y="353758"/>
                  </a:lnTo>
                  <a:lnTo>
                    <a:pt x="433768" y="353377"/>
                  </a:lnTo>
                  <a:lnTo>
                    <a:pt x="433673" y="352806"/>
                  </a:lnTo>
                  <a:lnTo>
                    <a:pt x="433292" y="351663"/>
                  </a:lnTo>
                  <a:lnTo>
                    <a:pt x="432911" y="351282"/>
                  </a:lnTo>
                  <a:lnTo>
                    <a:pt x="432530" y="351091"/>
                  </a:lnTo>
                  <a:lnTo>
                    <a:pt x="430911" y="350806"/>
                  </a:lnTo>
                  <a:lnTo>
                    <a:pt x="430530" y="350520"/>
                  </a:lnTo>
                  <a:lnTo>
                    <a:pt x="429863" y="349948"/>
                  </a:lnTo>
                  <a:lnTo>
                    <a:pt x="429577" y="349758"/>
                  </a:lnTo>
                  <a:lnTo>
                    <a:pt x="429006" y="349663"/>
                  </a:lnTo>
                  <a:lnTo>
                    <a:pt x="428530" y="349663"/>
                  </a:lnTo>
                  <a:lnTo>
                    <a:pt x="427482" y="349853"/>
                  </a:lnTo>
                  <a:lnTo>
                    <a:pt x="426625" y="350044"/>
                  </a:lnTo>
                  <a:lnTo>
                    <a:pt x="425005" y="350901"/>
                  </a:lnTo>
                  <a:lnTo>
                    <a:pt x="421576" y="353568"/>
                  </a:lnTo>
                  <a:lnTo>
                    <a:pt x="420814" y="353949"/>
                  </a:lnTo>
                  <a:lnTo>
                    <a:pt x="420338" y="354139"/>
                  </a:lnTo>
                  <a:lnTo>
                    <a:pt x="419862" y="354139"/>
                  </a:lnTo>
                  <a:lnTo>
                    <a:pt x="419290" y="354139"/>
                  </a:lnTo>
                  <a:lnTo>
                    <a:pt x="418814" y="354044"/>
                  </a:lnTo>
                  <a:lnTo>
                    <a:pt x="418338" y="353854"/>
                  </a:lnTo>
                  <a:lnTo>
                    <a:pt x="417957" y="353568"/>
                  </a:lnTo>
                  <a:lnTo>
                    <a:pt x="417005" y="352711"/>
                  </a:lnTo>
                  <a:lnTo>
                    <a:pt x="416623" y="352615"/>
                  </a:lnTo>
                  <a:lnTo>
                    <a:pt x="416338" y="352615"/>
                  </a:lnTo>
                  <a:lnTo>
                    <a:pt x="416052" y="352806"/>
                  </a:lnTo>
                  <a:lnTo>
                    <a:pt x="415671" y="352996"/>
                  </a:lnTo>
                  <a:lnTo>
                    <a:pt x="415385" y="353282"/>
                  </a:lnTo>
                  <a:lnTo>
                    <a:pt x="414433" y="354235"/>
                  </a:lnTo>
                  <a:lnTo>
                    <a:pt x="414147" y="354521"/>
                  </a:lnTo>
                  <a:lnTo>
                    <a:pt x="413766" y="354806"/>
                  </a:lnTo>
                  <a:lnTo>
                    <a:pt x="413290" y="354901"/>
                  </a:lnTo>
                  <a:lnTo>
                    <a:pt x="412813" y="354997"/>
                  </a:lnTo>
                  <a:lnTo>
                    <a:pt x="412242" y="354997"/>
                  </a:lnTo>
                  <a:lnTo>
                    <a:pt x="411766" y="354901"/>
                  </a:lnTo>
                  <a:lnTo>
                    <a:pt x="410623" y="354235"/>
                  </a:lnTo>
                  <a:lnTo>
                    <a:pt x="411004" y="352139"/>
                  </a:lnTo>
                  <a:lnTo>
                    <a:pt x="411766" y="350806"/>
                  </a:lnTo>
                  <a:lnTo>
                    <a:pt x="415671" y="345853"/>
                  </a:lnTo>
                  <a:lnTo>
                    <a:pt x="416147" y="344996"/>
                  </a:lnTo>
                  <a:lnTo>
                    <a:pt x="416433" y="344233"/>
                  </a:lnTo>
                  <a:lnTo>
                    <a:pt x="416623" y="342709"/>
                  </a:lnTo>
                  <a:lnTo>
                    <a:pt x="417576" y="338899"/>
                  </a:lnTo>
                  <a:lnTo>
                    <a:pt x="417576" y="338328"/>
                  </a:lnTo>
                  <a:lnTo>
                    <a:pt x="417576" y="337185"/>
                  </a:lnTo>
                  <a:lnTo>
                    <a:pt x="417576" y="336423"/>
                  </a:lnTo>
                  <a:lnTo>
                    <a:pt x="417766" y="335185"/>
                  </a:lnTo>
                  <a:lnTo>
                    <a:pt x="417957" y="334518"/>
                  </a:lnTo>
                  <a:lnTo>
                    <a:pt x="418243" y="333946"/>
                  </a:lnTo>
                  <a:lnTo>
                    <a:pt x="418719" y="333184"/>
                  </a:lnTo>
                  <a:lnTo>
                    <a:pt x="420624" y="331089"/>
                  </a:lnTo>
                  <a:lnTo>
                    <a:pt x="422053" y="329089"/>
                  </a:lnTo>
                  <a:lnTo>
                    <a:pt x="422434" y="328327"/>
                  </a:lnTo>
                  <a:lnTo>
                    <a:pt x="422624" y="327565"/>
                  </a:lnTo>
                  <a:lnTo>
                    <a:pt x="422719" y="327088"/>
                  </a:lnTo>
                  <a:lnTo>
                    <a:pt x="422719" y="326517"/>
                  </a:lnTo>
                  <a:lnTo>
                    <a:pt x="422529" y="326136"/>
                  </a:lnTo>
                  <a:lnTo>
                    <a:pt x="422529" y="325088"/>
                  </a:lnTo>
                  <a:lnTo>
                    <a:pt x="422719" y="323659"/>
                  </a:lnTo>
                  <a:lnTo>
                    <a:pt x="423481" y="320326"/>
                  </a:lnTo>
                  <a:lnTo>
                    <a:pt x="423576" y="318897"/>
                  </a:lnTo>
                  <a:lnTo>
                    <a:pt x="423386" y="318135"/>
                  </a:lnTo>
                  <a:lnTo>
                    <a:pt x="422243" y="317944"/>
                  </a:lnTo>
                  <a:lnTo>
                    <a:pt x="419957" y="317944"/>
                  </a:lnTo>
                  <a:lnTo>
                    <a:pt x="418909" y="317754"/>
                  </a:lnTo>
                  <a:lnTo>
                    <a:pt x="417862" y="317468"/>
                  </a:lnTo>
                  <a:lnTo>
                    <a:pt x="417481" y="317182"/>
                  </a:lnTo>
                  <a:lnTo>
                    <a:pt x="417100" y="316897"/>
                  </a:lnTo>
                  <a:lnTo>
                    <a:pt x="416814" y="316611"/>
                  </a:lnTo>
                  <a:lnTo>
                    <a:pt x="416338" y="315849"/>
                  </a:lnTo>
                  <a:lnTo>
                    <a:pt x="416052" y="315563"/>
                  </a:lnTo>
                  <a:lnTo>
                    <a:pt x="415766" y="315277"/>
                  </a:lnTo>
                  <a:lnTo>
                    <a:pt x="413956" y="314420"/>
                  </a:lnTo>
                  <a:lnTo>
                    <a:pt x="412528" y="313944"/>
                  </a:lnTo>
                  <a:lnTo>
                    <a:pt x="409099" y="313563"/>
                  </a:lnTo>
                  <a:lnTo>
                    <a:pt x="408622" y="313468"/>
                  </a:lnTo>
                  <a:lnTo>
                    <a:pt x="408337" y="313372"/>
                  </a:lnTo>
                  <a:lnTo>
                    <a:pt x="407670" y="312991"/>
                  </a:lnTo>
                  <a:lnTo>
                    <a:pt x="406908" y="312420"/>
                  </a:lnTo>
                  <a:lnTo>
                    <a:pt x="406336" y="311848"/>
                  </a:lnTo>
                  <a:lnTo>
                    <a:pt x="405765" y="311182"/>
                  </a:lnTo>
                  <a:lnTo>
                    <a:pt x="404717" y="306896"/>
                  </a:lnTo>
                  <a:lnTo>
                    <a:pt x="403193" y="297656"/>
                  </a:lnTo>
                  <a:lnTo>
                    <a:pt x="403098" y="295846"/>
                  </a:lnTo>
                  <a:lnTo>
                    <a:pt x="403288" y="295465"/>
                  </a:lnTo>
                  <a:lnTo>
                    <a:pt x="403860" y="294704"/>
                  </a:lnTo>
                  <a:lnTo>
                    <a:pt x="405384" y="293084"/>
                  </a:lnTo>
                  <a:lnTo>
                    <a:pt x="405670" y="292703"/>
                  </a:lnTo>
                  <a:lnTo>
                    <a:pt x="405860" y="292322"/>
                  </a:lnTo>
                  <a:lnTo>
                    <a:pt x="406051" y="291655"/>
                  </a:lnTo>
                  <a:lnTo>
                    <a:pt x="406432" y="288607"/>
                  </a:lnTo>
                  <a:lnTo>
                    <a:pt x="406527" y="288036"/>
                  </a:lnTo>
                  <a:lnTo>
                    <a:pt x="406717" y="287560"/>
                  </a:lnTo>
                  <a:lnTo>
                    <a:pt x="407480" y="286417"/>
                  </a:lnTo>
                  <a:lnTo>
                    <a:pt x="407956" y="285369"/>
                  </a:lnTo>
                  <a:lnTo>
                    <a:pt x="408146" y="284512"/>
                  </a:lnTo>
                  <a:lnTo>
                    <a:pt x="408051" y="283940"/>
                  </a:lnTo>
                  <a:lnTo>
                    <a:pt x="407670" y="283559"/>
                  </a:lnTo>
                  <a:lnTo>
                    <a:pt x="407289" y="283369"/>
                  </a:lnTo>
                  <a:lnTo>
                    <a:pt x="406336" y="282988"/>
                  </a:lnTo>
                  <a:lnTo>
                    <a:pt x="405955" y="282797"/>
                  </a:lnTo>
                  <a:lnTo>
                    <a:pt x="405670" y="282512"/>
                  </a:lnTo>
                  <a:lnTo>
                    <a:pt x="405193" y="281749"/>
                  </a:lnTo>
                  <a:lnTo>
                    <a:pt x="404431" y="279940"/>
                  </a:lnTo>
                  <a:lnTo>
                    <a:pt x="404050" y="279178"/>
                  </a:lnTo>
                  <a:lnTo>
                    <a:pt x="403860" y="278892"/>
                  </a:lnTo>
                  <a:lnTo>
                    <a:pt x="402907" y="277939"/>
                  </a:lnTo>
                  <a:lnTo>
                    <a:pt x="402526" y="277654"/>
                  </a:lnTo>
                  <a:lnTo>
                    <a:pt x="401859" y="277082"/>
                  </a:lnTo>
                  <a:lnTo>
                    <a:pt x="401479" y="276320"/>
                  </a:lnTo>
                  <a:lnTo>
                    <a:pt x="401193" y="275844"/>
                  </a:lnTo>
                  <a:lnTo>
                    <a:pt x="400621" y="273653"/>
                  </a:lnTo>
                  <a:lnTo>
                    <a:pt x="400336" y="273177"/>
                  </a:lnTo>
                  <a:lnTo>
                    <a:pt x="400145" y="272891"/>
                  </a:lnTo>
                  <a:lnTo>
                    <a:pt x="399764" y="272701"/>
                  </a:lnTo>
                  <a:lnTo>
                    <a:pt x="399478" y="272796"/>
                  </a:lnTo>
                  <a:lnTo>
                    <a:pt x="399097" y="272987"/>
                  </a:lnTo>
                  <a:lnTo>
                    <a:pt x="398812" y="273272"/>
                  </a:lnTo>
                  <a:lnTo>
                    <a:pt x="398431" y="273558"/>
                  </a:lnTo>
                  <a:lnTo>
                    <a:pt x="398050" y="273653"/>
                  </a:lnTo>
                  <a:lnTo>
                    <a:pt x="397573" y="273558"/>
                  </a:lnTo>
                  <a:lnTo>
                    <a:pt x="397002" y="272987"/>
                  </a:lnTo>
                  <a:lnTo>
                    <a:pt x="396811" y="272415"/>
                  </a:lnTo>
                  <a:lnTo>
                    <a:pt x="396811" y="271843"/>
                  </a:lnTo>
                  <a:lnTo>
                    <a:pt x="396907" y="267843"/>
                  </a:lnTo>
                  <a:lnTo>
                    <a:pt x="397002" y="267367"/>
                  </a:lnTo>
                  <a:lnTo>
                    <a:pt x="397955" y="265652"/>
                  </a:lnTo>
                  <a:lnTo>
                    <a:pt x="399002" y="264128"/>
                  </a:lnTo>
                  <a:lnTo>
                    <a:pt x="401955" y="260794"/>
                  </a:lnTo>
                  <a:lnTo>
                    <a:pt x="402431" y="260032"/>
                  </a:lnTo>
                  <a:lnTo>
                    <a:pt x="404336" y="256032"/>
                  </a:lnTo>
                  <a:lnTo>
                    <a:pt x="404622" y="255365"/>
                  </a:lnTo>
                  <a:lnTo>
                    <a:pt x="404813" y="254317"/>
                  </a:lnTo>
                  <a:lnTo>
                    <a:pt x="404622" y="253270"/>
                  </a:lnTo>
                  <a:lnTo>
                    <a:pt x="404717" y="251650"/>
                  </a:lnTo>
                  <a:lnTo>
                    <a:pt x="404908" y="250793"/>
                  </a:lnTo>
                  <a:lnTo>
                    <a:pt x="404622" y="249555"/>
                  </a:lnTo>
                  <a:lnTo>
                    <a:pt x="402431" y="248793"/>
                  </a:lnTo>
                  <a:lnTo>
                    <a:pt x="400812" y="247745"/>
                  </a:lnTo>
                  <a:lnTo>
                    <a:pt x="400050" y="247459"/>
                  </a:lnTo>
                  <a:lnTo>
                    <a:pt x="399193" y="247364"/>
                  </a:lnTo>
                  <a:lnTo>
                    <a:pt x="398050" y="247459"/>
                  </a:lnTo>
                  <a:lnTo>
                    <a:pt x="396240" y="248126"/>
                  </a:lnTo>
                  <a:lnTo>
                    <a:pt x="395859" y="248317"/>
                  </a:lnTo>
                  <a:lnTo>
                    <a:pt x="395097" y="248793"/>
                  </a:lnTo>
                  <a:lnTo>
                    <a:pt x="393763" y="249936"/>
                  </a:lnTo>
                  <a:lnTo>
                    <a:pt x="392620" y="250603"/>
                  </a:lnTo>
                  <a:lnTo>
                    <a:pt x="391382" y="251079"/>
                  </a:lnTo>
                  <a:lnTo>
                    <a:pt x="390620" y="251079"/>
                  </a:lnTo>
                  <a:lnTo>
                    <a:pt x="389953" y="251079"/>
                  </a:lnTo>
                  <a:lnTo>
                    <a:pt x="386048" y="249174"/>
                  </a:lnTo>
                  <a:lnTo>
                    <a:pt x="385286" y="248602"/>
                  </a:lnTo>
                  <a:lnTo>
                    <a:pt x="385000" y="248317"/>
                  </a:lnTo>
                  <a:lnTo>
                    <a:pt x="384619" y="247555"/>
                  </a:lnTo>
                  <a:lnTo>
                    <a:pt x="384429" y="246888"/>
                  </a:lnTo>
                  <a:lnTo>
                    <a:pt x="384334" y="245935"/>
                  </a:lnTo>
                  <a:lnTo>
                    <a:pt x="384143" y="242983"/>
                  </a:lnTo>
                  <a:lnTo>
                    <a:pt x="383286" y="238982"/>
                  </a:lnTo>
                  <a:lnTo>
                    <a:pt x="382714" y="233363"/>
                  </a:lnTo>
                  <a:lnTo>
                    <a:pt x="382429" y="232600"/>
                  </a:lnTo>
                  <a:lnTo>
                    <a:pt x="382143" y="232124"/>
                  </a:lnTo>
                  <a:lnTo>
                    <a:pt x="381762" y="231457"/>
                  </a:lnTo>
                  <a:lnTo>
                    <a:pt x="381381" y="230314"/>
                  </a:lnTo>
                  <a:lnTo>
                    <a:pt x="381286" y="228981"/>
                  </a:lnTo>
                  <a:lnTo>
                    <a:pt x="381381" y="228219"/>
                  </a:lnTo>
                  <a:lnTo>
                    <a:pt x="381571" y="227647"/>
                  </a:lnTo>
                  <a:lnTo>
                    <a:pt x="382905" y="225362"/>
                  </a:lnTo>
                  <a:lnTo>
                    <a:pt x="383572" y="223933"/>
                  </a:lnTo>
                  <a:lnTo>
                    <a:pt x="385476" y="217837"/>
                  </a:lnTo>
                  <a:lnTo>
                    <a:pt x="387477" y="214693"/>
                  </a:lnTo>
                  <a:lnTo>
                    <a:pt x="388239" y="213741"/>
                  </a:lnTo>
                  <a:lnTo>
                    <a:pt x="391001" y="209359"/>
                  </a:lnTo>
                  <a:lnTo>
                    <a:pt x="392239" y="207835"/>
                  </a:lnTo>
                  <a:lnTo>
                    <a:pt x="392716" y="207169"/>
                  </a:lnTo>
                  <a:lnTo>
                    <a:pt x="393287" y="205740"/>
                  </a:lnTo>
                  <a:lnTo>
                    <a:pt x="393478" y="204978"/>
                  </a:lnTo>
                  <a:lnTo>
                    <a:pt x="393573" y="203073"/>
                  </a:lnTo>
                  <a:lnTo>
                    <a:pt x="393001" y="198120"/>
                  </a:lnTo>
                  <a:lnTo>
                    <a:pt x="393097" y="196501"/>
                  </a:lnTo>
                  <a:lnTo>
                    <a:pt x="393192" y="196215"/>
                  </a:lnTo>
                  <a:lnTo>
                    <a:pt x="394049" y="194119"/>
                  </a:lnTo>
                  <a:lnTo>
                    <a:pt x="395097" y="192976"/>
                  </a:lnTo>
                  <a:lnTo>
                    <a:pt x="395573" y="192500"/>
                  </a:lnTo>
                  <a:lnTo>
                    <a:pt x="395954" y="192214"/>
                  </a:lnTo>
                  <a:lnTo>
                    <a:pt x="396526" y="192119"/>
                  </a:lnTo>
                  <a:lnTo>
                    <a:pt x="398812" y="192119"/>
                  </a:lnTo>
                  <a:lnTo>
                    <a:pt x="399288" y="192024"/>
                  </a:lnTo>
                  <a:lnTo>
                    <a:pt x="399764" y="191833"/>
                  </a:lnTo>
                  <a:lnTo>
                    <a:pt x="401764" y="190595"/>
                  </a:lnTo>
                  <a:lnTo>
                    <a:pt x="402526" y="190309"/>
                  </a:lnTo>
                  <a:lnTo>
                    <a:pt x="403479" y="190119"/>
                  </a:lnTo>
                  <a:lnTo>
                    <a:pt x="408051" y="189643"/>
                  </a:lnTo>
                  <a:lnTo>
                    <a:pt x="409861" y="188976"/>
                  </a:lnTo>
                  <a:lnTo>
                    <a:pt x="415671" y="184404"/>
                  </a:lnTo>
                  <a:lnTo>
                    <a:pt x="417195" y="182785"/>
                  </a:lnTo>
                  <a:lnTo>
                    <a:pt x="417385" y="182308"/>
                  </a:lnTo>
                  <a:lnTo>
                    <a:pt x="417671" y="181261"/>
                  </a:lnTo>
                  <a:lnTo>
                    <a:pt x="417862" y="178879"/>
                  </a:lnTo>
                  <a:lnTo>
                    <a:pt x="417862" y="177737"/>
                  </a:lnTo>
                  <a:lnTo>
                    <a:pt x="417957" y="176308"/>
                  </a:lnTo>
                  <a:lnTo>
                    <a:pt x="418147" y="175260"/>
                  </a:lnTo>
                  <a:lnTo>
                    <a:pt x="418433" y="174688"/>
                  </a:lnTo>
                  <a:lnTo>
                    <a:pt x="418814" y="174307"/>
                  </a:lnTo>
                  <a:lnTo>
                    <a:pt x="420052" y="173641"/>
                  </a:lnTo>
                  <a:lnTo>
                    <a:pt x="420909" y="173164"/>
                  </a:lnTo>
                  <a:lnTo>
                    <a:pt x="422338" y="172021"/>
                  </a:lnTo>
                  <a:lnTo>
                    <a:pt x="422719" y="171450"/>
                  </a:lnTo>
                  <a:lnTo>
                    <a:pt x="423005" y="170879"/>
                  </a:lnTo>
                  <a:lnTo>
                    <a:pt x="423100" y="169545"/>
                  </a:lnTo>
                  <a:lnTo>
                    <a:pt x="423291" y="168497"/>
                  </a:lnTo>
                  <a:lnTo>
                    <a:pt x="423576" y="168021"/>
                  </a:lnTo>
                  <a:lnTo>
                    <a:pt x="423958" y="167640"/>
                  </a:lnTo>
                  <a:lnTo>
                    <a:pt x="428625" y="166306"/>
                  </a:lnTo>
                  <a:lnTo>
                    <a:pt x="429292" y="166021"/>
                  </a:lnTo>
                  <a:lnTo>
                    <a:pt x="430054" y="165544"/>
                  </a:lnTo>
                  <a:lnTo>
                    <a:pt x="431292" y="164401"/>
                  </a:lnTo>
                  <a:lnTo>
                    <a:pt x="431959" y="163735"/>
                  </a:lnTo>
                  <a:lnTo>
                    <a:pt x="432340" y="163163"/>
                  </a:lnTo>
                  <a:lnTo>
                    <a:pt x="432816" y="162020"/>
                  </a:lnTo>
                  <a:lnTo>
                    <a:pt x="434816" y="158496"/>
                  </a:lnTo>
                  <a:lnTo>
                    <a:pt x="435102" y="157639"/>
                  </a:lnTo>
                  <a:lnTo>
                    <a:pt x="435292" y="156877"/>
                  </a:lnTo>
                  <a:lnTo>
                    <a:pt x="435292" y="156305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2" name="Freeform: Shape 25">
              <a:extLst>
                <a:ext uri="{FF2B5EF4-FFF2-40B4-BE49-F238E27FC236}">
                  <a16:creationId xmlns:a16="http://schemas.microsoft.com/office/drawing/2014/main" id="{E54EA443-869D-D23F-601C-49207FAF6A7A}"/>
                </a:ext>
              </a:extLst>
            </p:cNvPr>
            <p:cNvSpPr/>
            <p:nvPr/>
          </p:nvSpPr>
          <p:spPr>
            <a:xfrm>
              <a:off x="3624929" y="4783900"/>
              <a:ext cx="619125" cy="390525"/>
            </a:xfrm>
            <a:custGeom>
              <a:avLst/>
              <a:gdLst>
                <a:gd name="connsiteX0" fmla="*/ 619697 w 619125"/>
                <a:gd name="connsiteY0" fmla="*/ 321659 h 390525"/>
                <a:gd name="connsiteX1" fmla="*/ 619125 w 619125"/>
                <a:gd name="connsiteY1" fmla="*/ 320516 h 390525"/>
                <a:gd name="connsiteX2" fmla="*/ 618935 w 619125"/>
                <a:gd name="connsiteY2" fmla="*/ 319849 h 390525"/>
                <a:gd name="connsiteX3" fmla="*/ 618554 w 619125"/>
                <a:gd name="connsiteY3" fmla="*/ 316611 h 390525"/>
                <a:gd name="connsiteX4" fmla="*/ 618649 w 619125"/>
                <a:gd name="connsiteY4" fmla="*/ 315468 h 390525"/>
                <a:gd name="connsiteX5" fmla="*/ 619030 w 619125"/>
                <a:gd name="connsiteY5" fmla="*/ 314325 h 390525"/>
                <a:gd name="connsiteX6" fmla="*/ 619030 w 619125"/>
                <a:gd name="connsiteY6" fmla="*/ 313944 h 390525"/>
                <a:gd name="connsiteX7" fmla="*/ 619030 w 619125"/>
                <a:gd name="connsiteY7" fmla="*/ 313658 h 390525"/>
                <a:gd name="connsiteX8" fmla="*/ 618839 w 619125"/>
                <a:gd name="connsiteY8" fmla="*/ 313182 h 390525"/>
                <a:gd name="connsiteX9" fmla="*/ 618458 w 619125"/>
                <a:gd name="connsiteY9" fmla="*/ 312134 h 390525"/>
                <a:gd name="connsiteX10" fmla="*/ 618172 w 619125"/>
                <a:gd name="connsiteY10" fmla="*/ 311563 h 390525"/>
                <a:gd name="connsiteX11" fmla="*/ 615220 w 619125"/>
                <a:gd name="connsiteY11" fmla="*/ 308134 h 390525"/>
                <a:gd name="connsiteX12" fmla="*/ 615124 w 619125"/>
                <a:gd name="connsiteY12" fmla="*/ 307943 h 390525"/>
                <a:gd name="connsiteX13" fmla="*/ 614744 w 619125"/>
                <a:gd name="connsiteY13" fmla="*/ 307181 h 390525"/>
                <a:gd name="connsiteX14" fmla="*/ 614648 w 619125"/>
                <a:gd name="connsiteY14" fmla="*/ 306514 h 390525"/>
                <a:gd name="connsiteX15" fmla="*/ 614744 w 619125"/>
                <a:gd name="connsiteY15" fmla="*/ 305562 h 390525"/>
                <a:gd name="connsiteX16" fmla="*/ 615410 w 619125"/>
                <a:gd name="connsiteY16" fmla="*/ 301752 h 390525"/>
                <a:gd name="connsiteX17" fmla="*/ 615505 w 619125"/>
                <a:gd name="connsiteY17" fmla="*/ 300895 h 390525"/>
                <a:gd name="connsiteX18" fmla="*/ 615029 w 619125"/>
                <a:gd name="connsiteY18" fmla="*/ 298037 h 390525"/>
                <a:gd name="connsiteX19" fmla="*/ 614648 w 619125"/>
                <a:gd name="connsiteY19" fmla="*/ 296323 h 390525"/>
                <a:gd name="connsiteX20" fmla="*/ 614172 w 619125"/>
                <a:gd name="connsiteY20" fmla="*/ 293370 h 390525"/>
                <a:gd name="connsiteX21" fmla="*/ 614077 w 619125"/>
                <a:gd name="connsiteY21" fmla="*/ 292894 h 390525"/>
                <a:gd name="connsiteX22" fmla="*/ 613981 w 619125"/>
                <a:gd name="connsiteY22" fmla="*/ 292608 h 390525"/>
                <a:gd name="connsiteX23" fmla="*/ 613315 w 619125"/>
                <a:gd name="connsiteY23" fmla="*/ 291560 h 390525"/>
                <a:gd name="connsiteX24" fmla="*/ 612457 w 619125"/>
                <a:gd name="connsiteY24" fmla="*/ 285655 h 390525"/>
                <a:gd name="connsiteX25" fmla="*/ 612267 w 619125"/>
                <a:gd name="connsiteY25" fmla="*/ 284893 h 390525"/>
                <a:gd name="connsiteX26" fmla="*/ 611981 w 619125"/>
                <a:gd name="connsiteY26" fmla="*/ 284512 h 390525"/>
                <a:gd name="connsiteX27" fmla="*/ 611410 w 619125"/>
                <a:gd name="connsiteY27" fmla="*/ 283750 h 390525"/>
                <a:gd name="connsiteX28" fmla="*/ 610743 w 619125"/>
                <a:gd name="connsiteY28" fmla="*/ 283178 h 390525"/>
                <a:gd name="connsiteX29" fmla="*/ 607695 w 619125"/>
                <a:gd name="connsiteY29" fmla="*/ 281464 h 390525"/>
                <a:gd name="connsiteX30" fmla="*/ 607409 w 619125"/>
                <a:gd name="connsiteY30" fmla="*/ 281178 h 390525"/>
                <a:gd name="connsiteX31" fmla="*/ 607123 w 619125"/>
                <a:gd name="connsiteY31" fmla="*/ 280797 h 390525"/>
                <a:gd name="connsiteX32" fmla="*/ 606552 w 619125"/>
                <a:gd name="connsiteY32" fmla="*/ 278987 h 390525"/>
                <a:gd name="connsiteX33" fmla="*/ 606362 w 619125"/>
                <a:gd name="connsiteY33" fmla="*/ 278511 h 390525"/>
                <a:gd name="connsiteX34" fmla="*/ 606076 w 619125"/>
                <a:gd name="connsiteY34" fmla="*/ 278130 h 390525"/>
                <a:gd name="connsiteX35" fmla="*/ 605790 w 619125"/>
                <a:gd name="connsiteY35" fmla="*/ 277844 h 390525"/>
                <a:gd name="connsiteX36" fmla="*/ 604076 w 619125"/>
                <a:gd name="connsiteY36" fmla="*/ 276892 h 390525"/>
                <a:gd name="connsiteX37" fmla="*/ 601980 w 619125"/>
                <a:gd name="connsiteY37" fmla="*/ 276225 h 390525"/>
                <a:gd name="connsiteX38" fmla="*/ 601504 w 619125"/>
                <a:gd name="connsiteY38" fmla="*/ 275749 h 390525"/>
                <a:gd name="connsiteX39" fmla="*/ 601123 w 619125"/>
                <a:gd name="connsiteY39" fmla="*/ 275177 h 390525"/>
                <a:gd name="connsiteX40" fmla="*/ 600932 w 619125"/>
                <a:gd name="connsiteY40" fmla="*/ 273844 h 390525"/>
                <a:gd name="connsiteX41" fmla="*/ 600647 w 619125"/>
                <a:gd name="connsiteY41" fmla="*/ 273082 h 390525"/>
                <a:gd name="connsiteX42" fmla="*/ 600456 w 619125"/>
                <a:gd name="connsiteY42" fmla="*/ 272510 h 390525"/>
                <a:gd name="connsiteX43" fmla="*/ 599599 w 619125"/>
                <a:gd name="connsiteY43" fmla="*/ 271463 h 390525"/>
                <a:gd name="connsiteX44" fmla="*/ 599122 w 619125"/>
                <a:gd name="connsiteY44" fmla="*/ 270700 h 390525"/>
                <a:gd name="connsiteX45" fmla="*/ 599027 w 619125"/>
                <a:gd name="connsiteY45" fmla="*/ 270034 h 390525"/>
                <a:gd name="connsiteX46" fmla="*/ 599122 w 619125"/>
                <a:gd name="connsiteY46" fmla="*/ 269367 h 390525"/>
                <a:gd name="connsiteX47" fmla="*/ 599694 w 619125"/>
                <a:gd name="connsiteY47" fmla="*/ 268129 h 390525"/>
                <a:gd name="connsiteX48" fmla="*/ 600170 w 619125"/>
                <a:gd name="connsiteY48" fmla="*/ 267557 h 390525"/>
                <a:gd name="connsiteX49" fmla="*/ 600551 w 619125"/>
                <a:gd name="connsiteY49" fmla="*/ 267081 h 390525"/>
                <a:gd name="connsiteX50" fmla="*/ 603409 w 619125"/>
                <a:gd name="connsiteY50" fmla="*/ 265462 h 390525"/>
                <a:gd name="connsiteX51" fmla="*/ 604076 w 619125"/>
                <a:gd name="connsiteY51" fmla="*/ 264890 h 390525"/>
                <a:gd name="connsiteX52" fmla="*/ 604456 w 619125"/>
                <a:gd name="connsiteY52" fmla="*/ 264605 h 390525"/>
                <a:gd name="connsiteX53" fmla="*/ 604647 w 619125"/>
                <a:gd name="connsiteY53" fmla="*/ 264223 h 390525"/>
                <a:gd name="connsiteX54" fmla="*/ 604838 w 619125"/>
                <a:gd name="connsiteY54" fmla="*/ 263557 h 390525"/>
                <a:gd name="connsiteX55" fmla="*/ 604933 w 619125"/>
                <a:gd name="connsiteY55" fmla="*/ 262699 h 390525"/>
                <a:gd name="connsiteX56" fmla="*/ 604838 w 619125"/>
                <a:gd name="connsiteY56" fmla="*/ 261080 h 390525"/>
                <a:gd name="connsiteX57" fmla="*/ 604742 w 619125"/>
                <a:gd name="connsiteY57" fmla="*/ 260318 h 390525"/>
                <a:gd name="connsiteX58" fmla="*/ 604266 w 619125"/>
                <a:gd name="connsiteY58" fmla="*/ 258699 h 390525"/>
                <a:gd name="connsiteX59" fmla="*/ 603028 w 619125"/>
                <a:gd name="connsiteY59" fmla="*/ 256699 h 390525"/>
                <a:gd name="connsiteX60" fmla="*/ 599408 w 619125"/>
                <a:gd name="connsiteY60" fmla="*/ 251936 h 390525"/>
                <a:gd name="connsiteX61" fmla="*/ 598741 w 619125"/>
                <a:gd name="connsiteY61" fmla="*/ 251365 h 390525"/>
                <a:gd name="connsiteX62" fmla="*/ 598361 w 619125"/>
                <a:gd name="connsiteY62" fmla="*/ 251079 h 390525"/>
                <a:gd name="connsiteX63" fmla="*/ 597884 w 619125"/>
                <a:gd name="connsiteY63" fmla="*/ 250888 h 390525"/>
                <a:gd name="connsiteX64" fmla="*/ 597313 w 619125"/>
                <a:gd name="connsiteY64" fmla="*/ 250698 h 390525"/>
                <a:gd name="connsiteX65" fmla="*/ 596170 w 619125"/>
                <a:gd name="connsiteY65" fmla="*/ 250603 h 390525"/>
                <a:gd name="connsiteX66" fmla="*/ 595694 w 619125"/>
                <a:gd name="connsiteY66" fmla="*/ 250507 h 390525"/>
                <a:gd name="connsiteX67" fmla="*/ 595313 w 619125"/>
                <a:gd name="connsiteY67" fmla="*/ 250222 h 390525"/>
                <a:gd name="connsiteX68" fmla="*/ 595122 w 619125"/>
                <a:gd name="connsiteY68" fmla="*/ 249841 h 390525"/>
                <a:gd name="connsiteX69" fmla="*/ 594836 w 619125"/>
                <a:gd name="connsiteY69" fmla="*/ 248317 h 390525"/>
                <a:gd name="connsiteX70" fmla="*/ 594646 w 619125"/>
                <a:gd name="connsiteY70" fmla="*/ 247840 h 390525"/>
                <a:gd name="connsiteX71" fmla="*/ 594455 w 619125"/>
                <a:gd name="connsiteY71" fmla="*/ 247459 h 390525"/>
                <a:gd name="connsiteX72" fmla="*/ 594170 w 619125"/>
                <a:gd name="connsiteY72" fmla="*/ 247079 h 390525"/>
                <a:gd name="connsiteX73" fmla="*/ 592741 w 619125"/>
                <a:gd name="connsiteY73" fmla="*/ 245745 h 390525"/>
                <a:gd name="connsiteX74" fmla="*/ 592169 w 619125"/>
                <a:gd name="connsiteY74" fmla="*/ 245078 h 390525"/>
                <a:gd name="connsiteX75" fmla="*/ 591217 w 619125"/>
                <a:gd name="connsiteY75" fmla="*/ 243554 h 390525"/>
                <a:gd name="connsiteX76" fmla="*/ 590455 w 619125"/>
                <a:gd name="connsiteY76" fmla="*/ 241840 h 390525"/>
                <a:gd name="connsiteX77" fmla="*/ 590360 w 619125"/>
                <a:gd name="connsiteY77" fmla="*/ 241268 h 390525"/>
                <a:gd name="connsiteX78" fmla="*/ 590360 w 619125"/>
                <a:gd name="connsiteY78" fmla="*/ 240506 h 390525"/>
                <a:gd name="connsiteX79" fmla="*/ 590360 w 619125"/>
                <a:gd name="connsiteY79" fmla="*/ 239649 h 390525"/>
                <a:gd name="connsiteX80" fmla="*/ 590550 w 619125"/>
                <a:gd name="connsiteY80" fmla="*/ 238315 h 390525"/>
                <a:gd name="connsiteX81" fmla="*/ 590836 w 619125"/>
                <a:gd name="connsiteY81" fmla="*/ 237172 h 390525"/>
                <a:gd name="connsiteX82" fmla="*/ 591026 w 619125"/>
                <a:gd name="connsiteY82" fmla="*/ 235648 h 390525"/>
                <a:gd name="connsiteX83" fmla="*/ 591122 w 619125"/>
                <a:gd name="connsiteY83" fmla="*/ 235267 h 390525"/>
                <a:gd name="connsiteX84" fmla="*/ 591503 w 619125"/>
                <a:gd name="connsiteY84" fmla="*/ 234791 h 390525"/>
                <a:gd name="connsiteX85" fmla="*/ 591979 w 619125"/>
                <a:gd name="connsiteY85" fmla="*/ 234410 h 390525"/>
                <a:gd name="connsiteX86" fmla="*/ 592836 w 619125"/>
                <a:gd name="connsiteY86" fmla="*/ 233839 h 390525"/>
                <a:gd name="connsiteX87" fmla="*/ 593503 w 619125"/>
                <a:gd name="connsiteY87" fmla="*/ 233744 h 390525"/>
                <a:gd name="connsiteX88" fmla="*/ 593884 w 619125"/>
                <a:gd name="connsiteY88" fmla="*/ 233744 h 390525"/>
                <a:gd name="connsiteX89" fmla="*/ 594741 w 619125"/>
                <a:gd name="connsiteY89" fmla="*/ 234029 h 390525"/>
                <a:gd name="connsiteX90" fmla="*/ 595217 w 619125"/>
                <a:gd name="connsiteY90" fmla="*/ 234124 h 390525"/>
                <a:gd name="connsiteX91" fmla="*/ 595789 w 619125"/>
                <a:gd name="connsiteY91" fmla="*/ 234220 h 390525"/>
                <a:gd name="connsiteX92" fmla="*/ 596360 w 619125"/>
                <a:gd name="connsiteY92" fmla="*/ 234124 h 390525"/>
                <a:gd name="connsiteX93" fmla="*/ 596837 w 619125"/>
                <a:gd name="connsiteY93" fmla="*/ 234029 h 390525"/>
                <a:gd name="connsiteX94" fmla="*/ 597218 w 619125"/>
                <a:gd name="connsiteY94" fmla="*/ 233839 h 390525"/>
                <a:gd name="connsiteX95" fmla="*/ 597598 w 619125"/>
                <a:gd name="connsiteY95" fmla="*/ 233363 h 390525"/>
                <a:gd name="connsiteX96" fmla="*/ 597980 w 619125"/>
                <a:gd name="connsiteY96" fmla="*/ 232886 h 390525"/>
                <a:gd name="connsiteX97" fmla="*/ 598265 w 619125"/>
                <a:gd name="connsiteY97" fmla="*/ 231838 h 390525"/>
                <a:gd name="connsiteX98" fmla="*/ 598265 w 619125"/>
                <a:gd name="connsiteY98" fmla="*/ 231362 h 390525"/>
                <a:gd name="connsiteX99" fmla="*/ 598170 w 619125"/>
                <a:gd name="connsiteY99" fmla="*/ 230886 h 390525"/>
                <a:gd name="connsiteX100" fmla="*/ 597694 w 619125"/>
                <a:gd name="connsiteY100" fmla="*/ 229553 h 390525"/>
                <a:gd name="connsiteX101" fmla="*/ 597408 w 619125"/>
                <a:gd name="connsiteY101" fmla="*/ 228505 h 390525"/>
                <a:gd name="connsiteX102" fmla="*/ 597313 w 619125"/>
                <a:gd name="connsiteY102" fmla="*/ 227457 h 390525"/>
                <a:gd name="connsiteX103" fmla="*/ 597503 w 619125"/>
                <a:gd name="connsiteY103" fmla="*/ 226314 h 390525"/>
                <a:gd name="connsiteX104" fmla="*/ 597694 w 619125"/>
                <a:gd name="connsiteY104" fmla="*/ 225838 h 390525"/>
                <a:gd name="connsiteX105" fmla="*/ 598170 w 619125"/>
                <a:gd name="connsiteY105" fmla="*/ 225171 h 390525"/>
                <a:gd name="connsiteX106" fmla="*/ 598932 w 619125"/>
                <a:gd name="connsiteY106" fmla="*/ 224409 h 390525"/>
                <a:gd name="connsiteX107" fmla="*/ 600456 w 619125"/>
                <a:gd name="connsiteY107" fmla="*/ 223171 h 390525"/>
                <a:gd name="connsiteX108" fmla="*/ 601980 w 619125"/>
                <a:gd name="connsiteY108" fmla="*/ 222218 h 390525"/>
                <a:gd name="connsiteX109" fmla="*/ 603504 w 619125"/>
                <a:gd name="connsiteY109" fmla="*/ 221837 h 390525"/>
                <a:gd name="connsiteX110" fmla="*/ 604456 w 619125"/>
                <a:gd name="connsiteY110" fmla="*/ 221552 h 390525"/>
                <a:gd name="connsiteX111" fmla="*/ 605028 w 619125"/>
                <a:gd name="connsiteY111" fmla="*/ 221075 h 390525"/>
                <a:gd name="connsiteX112" fmla="*/ 607600 w 619125"/>
                <a:gd name="connsiteY112" fmla="*/ 218504 h 390525"/>
                <a:gd name="connsiteX113" fmla="*/ 610362 w 619125"/>
                <a:gd name="connsiteY113" fmla="*/ 216217 h 390525"/>
                <a:gd name="connsiteX114" fmla="*/ 610838 w 619125"/>
                <a:gd name="connsiteY114" fmla="*/ 215741 h 390525"/>
                <a:gd name="connsiteX115" fmla="*/ 611696 w 619125"/>
                <a:gd name="connsiteY115" fmla="*/ 214408 h 390525"/>
                <a:gd name="connsiteX116" fmla="*/ 611886 w 619125"/>
                <a:gd name="connsiteY116" fmla="*/ 213931 h 390525"/>
                <a:gd name="connsiteX117" fmla="*/ 612172 w 619125"/>
                <a:gd name="connsiteY117" fmla="*/ 212693 h 390525"/>
                <a:gd name="connsiteX118" fmla="*/ 611791 w 619125"/>
                <a:gd name="connsiteY118" fmla="*/ 210026 h 390525"/>
                <a:gd name="connsiteX119" fmla="*/ 609314 w 619125"/>
                <a:gd name="connsiteY119" fmla="*/ 209074 h 390525"/>
                <a:gd name="connsiteX120" fmla="*/ 608171 w 619125"/>
                <a:gd name="connsiteY120" fmla="*/ 208883 h 390525"/>
                <a:gd name="connsiteX121" fmla="*/ 606171 w 619125"/>
                <a:gd name="connsiteY121" fmla="*/ 209359 h 390525"/>
                <a:gd name="connsiteX122" fmla="*/ 605695 w 619125"/>
                <a:gd name="connsiteY122" fmla="*/ 209550 h 390525"/>
                <a:gd name="connsiteX123" fmla="*/ 604742 w 619125"/>
                <a:gd name="connsiteY123" fmla="*/ 209740 h 390525"/>
                <a:gd name="connsiteX124" fmla="*/ 604171 w 619125"/>
                <a:gd name="connsiteY124" fmla="*/ 209645 h 390525"/>
                <a:gd name="connsiteX125" fmla="*/ 603695 w 619125"/>
                <a:gd name="connsiteY125" fmla="*/ 209359 h 390525"/>
                <a:gd name="connsiteX126" fmla="*/ 603504 w 619125"/>
                <a:gd name="connsiteY126" fmla="*/ 208693 h 390525"/>
                <a:gd name="connsiteX127" fmla="*/ 603504 w 619125"/>
                <a:gd name="connsiteY127" fmla="*/ 207454 h 390525"/>
                <a:gd name="connsiteX128" fmla="*/ 603409 w 619125"/>
                <a:gd name="connsiteY128" fmla="*/ 206978 h 390525"/>
                <a:gd name="connsiteX129" fmla="*/ 603028 w 619125"/>
                <a:gd name="connsiteY129" fmla="*/ 206407 h 390525"/>
                <a:gd name="connsiteX130" fmla="*/ 601028 w 619125"/>
                <a:gd name="connsiteY130" fmla="*/ 204502 h 390525"/>
                <a:gd name="connsiteX131" fmla="*/ 600456 w 619125"/>
                <a:gd name="connsiteY131" fmla="*/ 203740 h 390525"/>
                <a:gd name="connsiteX132" fmla="*/ 600170 w 619125"/>
                <a:gd name="connsiteY132" fmla="*/ 203073 h 390525"/>
                <a:gd name="connsiteX133" fmla="*/ 600170 w 619125"/>
                <a:gd name="connsiteY133" fmla="*/ 202597 h 390525"/>
                <a:gd name="connsiteX134" fmla="*/ 599980 w 619125"/>
                <a:gd name="connsiteY134" fmla="*/ 202121 h 390525"/>
                <a:gd name="connsiteX135" fmla="*/ 599789 w 619125"/>
                <a:gd name="connsiteY135" fmla="*/ 201644 h 390525"/>
                <a:gd name="connsiteX136" fmla="*/ 599599 w 619125"/>
                <a:gd name="connsiteY136" fmla="*/ 201263 h 390525"/>
                <a:gd name="connsiteX137" fmla="*/ 599122 w 619125"/>
                <a:gd name="connsiteY137" fmla="*/ 200882 h 390525"/>
                <a:gd name="connsiteX138" fmla="*/ 598646 w 619125"/>
                <a:gd name="connsiteY138" fmla="*/ 200596 h 390525"/>
                <a:gd name="connsiteX139" fmla="*/ 597694 w 619125"/>
                <a:gd name="connsiteY139" fmla="*/ 200406 h 390525"/>
                <a:gd name="connsiteX140" fmla="*/ 597027 w 619125"/>
                <a:gd name="connsiteY140" fmla="*/ 200501 h 390525"/>
                <a:gd name="connsiteX141" fmla="*/ 596551 w 619125"/>
                <a:gd name="connsiteY141" fmla="*/ 200596 h 390525"/>
                <a:gd name="connsiteX142" fmla="*/ 595217 w 619125"/>
                <a:gd name="connsiteY142" fmla="*/ 201263 h 390525"/>
                <a:gd name="connsiteX143" fmla="*/ 594741 w 619125"/>
                <a:gd name="connsiteY143" fmla="*/ 201358 h 390525"/>
                <a:gd name="connsiteX144" fmla="*/ 594170 w 619125"/>
                <a:gd name="connsiteY144" fmla="*/ 201358 h 390525"/>
                <a:gd name="connsiteX145" fmla="*/ 593598 w 619125"/>
                <a:gd name="connsiteY145" fmla="*/ 201358 h 390525"/>
                <a:gd name="connsiteX146" fmla="*/ 592455 w 619125"/>
                <a:gd name="connsiteY146" fmla="*/ 201073 h 390525"/>
                <a:gd name="connsiteX147" fmla="*/ 590455 w 619125"/>
                <a:gd name="connsiteY147" fmla="*/ 199549 h 390525"/>
                <a:gd name="connsiteX148" fmla="*/ 585883 w 619125"/>
                <a:gd name="connsiteY148" fmla="*/ 194977 h 390525"/>
                <a:gd name="connsiteX149" fmla="*/ 584168 w 619125"/>
                <a:gd name="connsiteY149" fmla="*/ 193643 h 390525"/>
                <a:gd name="connsiteX150" fmla="*/ 582549 w 619125"/>
                <a:gd name="connsiteY150" fmla="*/ 192786 h 390525"/>
                <a:gd name="connsiteX151" fmla="*/ 581501 w 619125"/>
                <a:gd name="connsiteY151" fmla="*/ 192310 h 390525"/>
                <a:gd name="connsiteX152" fmla="*/ 580739 w 619125"/>
                <a:gd name="connsiteY152" fmla="*/ 192119 h 390525"/>
                <a:gd name="connsiteX153" fmla="*/ 580168 w 619125"/>
                <a:gd name="connsiteY153" fmla="*/ 192024 h 390525"/>
                <a:gd name="connsiteX154" fmla="*/ 579691 w 619125"/>
                <a:gd name="connsiteY154" fmla="*/ 192214 h 390525"/>
                <a:gd name="connsiteX155" fmla="*/ 579311 w 619125"/>
                <a:gd name="connsiteY155" fmla="*/ 192405 h 390525"/>
                <a:gd name="connsiteX156" fmla="*/ 578930 w 619125"/>
                <a:gd name="connsiteY156" fmla="*/ 192786 h 390525"/>
                <a:gd name="connsiteX157" fmla="*/ 578453 w 619125"/>
                <a:gd name="connsiteY157" fmla="*/ 193548 h 390525"/>
                <a:gd name="connsiteX158" fmla="*/ 577977 w 619125"/>
                <a:gd name="connsiteY158" fmla="*/ 194500 h 390525"/>
                <a:gd name="connsiteX159" fmla="*/ 577787 w 619125"/>
                <a:gd name="connsiteY159" fmla="*/ 194977 h 390525"/>
                <a:gd name="connsiteX160" fmla="*/ 577501 w 619125"/>
                <a:gd name="connsiteY160" fmla="*/ 196024 h 390525"/>
                <a:gd name="connsiteX161" fmla="*/ 577405 w 619125"/>
                <a:gd name="connsiteY161" fmla="*/ 196596 h 390525"/>
                <a:gd name="connsiteX162" fmla="*/ 577215 w 619125"/>
                <a:gd name="connsiteY162" fmla="*/ 197167 h 390525"/>
                <a:gd name="connsiteX163" fmla="*/ 577024 w 619125"/>
                <a:gd name="connsiteY163" fmla="*/ 197644 h 390525"/>
                <a:gd name="connsiteX164" fmla="*/ 576644 w 619125"/>
                <a:gd name="connsiteY164" fmla="*/ 197929 h 390525"/>
                <a:gd name="connsiteX165" fmla="*/ 576167 w 619125"/>
                <a:gd name="connsiteY165" fmla="*/ 198025 h 390525"/>
                <a:gd name="connsiteX166" fmla="*/ 575691 w 619125"/>
                <a:gd name="connsiteY166" fmla="*/ 198025 h 390525"/>
                <a:gd name="connsiteX167" fmla="*/ 575120 w 619125"/>
                <a:gd name="connsiteY167" fmla="*/ 197929 h 390525"/>
                <a:gd name="connsiteX168" fmla="*/ 574548 w 619125"/>
                <a:gd name="connsiteY168" fmla="*/ 197739 h 390525"/>
                <a:gd name="connsiteX169" fmla="*/ 573881 w 619125"/>
                <a:gd name="connsiteY169" fmla="*/ 197072 h 390525"/>
                <a:gd name="connsiteX170" fmla="*/ 573024 w 619125"/>
                <a:gd name="connsiteY170" fmla="*/ 195929 h 390525"/>
                <a:gd name="connsiteX171" fmla="*/ 571310 w 619125"/>
                <a:gd name="connsiteY171" fmla="*/ 192596 h 390525"/>
                <a:gd name="connsiteX172" fmla="*/ 570833 w 619125"/>
                <a:gd name="connsiteY172" fmla="*/ 191262 h 390525"/>
                <a:gd name="connsiteX173" fmla="*/ 570452 w 619125"/>
                <a:gd name="connsiteY173" fmla="*/ 190690 h 390525"/>
                <a:gd name="connsiteX174" fmla="*/ 569976 w 619125"/>
                <a:gd name="connsiteY174" fmla="*/ 190024 h 390525"/>
                <a:gd name="connsiteX175" fmla="*/ 568833 w 619125"/>
                <a:gd name="connsiteY175" fmla="*/ 188976 h 390525"/>
                <a:gd name="connsiteX176" fmla="*/ 567499 w 619125"/>
                <a:gd name="connsiteY176" fmla="*/ 188023 h 390525"/>
                <a:gd name="connsiteX177" fmla="*/ 566166 w 619125"/>
                <a:gd name="connsiteY177" fmla="*/ 187452 h 390525"/>
                <a:gd name="connsiteX178" fmla="*/ 565880 w 619125"/>
                <a:gd name="connsiteY178" fmla="*/ 187262 h 390525"/>
                <a:gd name="connsiteX179" fmla="*/ 565595 w 619125"/>
                <a:gd name="connsiteY179" fmla="*/ 186880 h 390525"/>
                <a:gd name="connsiteX180" fmla="*/ 565404 w 619125"/>
                <a:gd name="connsiteY180" fmla="*/ 186309 h 390525"/>
                <a:gd name="connsiteX181" fmla="*/ 564737 w 619125"/>
                <a:gd name="connsiteY181" fmla="*/ 183832 h 390525"/>
                <a:gd name="connsiteX182" fmla="*/ 564452 w 619125"/>
                <a:gd name="connsiteY182" fmla="*/ 183261 h 390525"/>
                <a:gd name="connsiteX183" fmla="*/ 563975 w 619125"/>
                <a:gd name="connsiteY183" fmla="*/ 182594 h 390525"/>
                <a:gd name="connsiteX184" fmla="*/ 562928 w 619125"/>
                <a:gd name="connsiteY184" fmla="*/ 181737 h 390525"/>
                <a:gd name="connsiteX185" fmla="*/ 562261 w 619125"/>
                <a:gd name="connsiteY185" fmla="*/ 181261 h 390525"/>
                <a:gd name="connsiteX186" fmla="*/ 559975 w 619125"/>
                <a:gd name="connsiteY186" fmla="*/ 180594 h 390525"/>
                <a:gd name="connsiteX187" fmla="*/ 559498 w 619125"/>
                <a:gd name="connsiteY187" fmla="*/ 180308 h 390525"/>
                <a:gd name="connsiteX188" fmla="*/ 558927 w 619125"/>
                <a:gd name="connsiteY188" fmla="*/ 178879 h 390525"/>
                <a:gd name="connsiteX189" fmla="*/ 558927 w 619125"/>
                <a:gd name="connsiteY189" fmla="*/ 174117 h 390525"/>
                <a:gd name="connsiteX190" fmla="*/ 557879 w 619125"/>
                <a:gd name="connsiteY190" fmla="*/ 174688 h 390525"/>
                <a:gd name="connsiteX191" fmla="*/ 556165 w 619125"/>
                <a:gd name="connsiteY191" fmla="*/ 175450 h 390525"/>
                <a:gd name="connsiteX192" fmla="*/ 551974 w 619125"/>
                <a:gd name="connsiteY192" fmla="*/ 176213 h 390525"/>
                <a:gd name="connsiteX193" fmla="*/ 551307 w 619125"/>
                <a:gd name="connsiteY193" fmla="*/ 176117 h 390525"/>
                <a:gd name="connsiteX194" fmla="*/ 550640 w 619125"/>
                <a:gd name="connsiteY194" fmla="*/ 175831 h 390525"/>
                <a:gd name="connsiteX195" fmla="*/ 549783 w 619125"/>
                <a:gd name="connsiteY195" fmla="*/ 175069 h 390525"/>
                <a:gd name="connsiteX196" fmla="*/ 549497 w 619125"/>
                <a:gd name="connsiteY196" fmla="*/ 174593 h 390525"/>
                <a:gd name="connsiteX197" fmla="*/ 549307 w 619125"/>
                <a:gd name="connsiteY197" fmla="*/ 174117 h 390525"/>
                <a:gd name="connsiteX198" fmla="*/ 549212 w 619125"/>
                <a:gd name="connsiteY198" fmla="*/ 173831 h 390525"/>
                <a:gd name="connsiteX199" fmla="*/ 549116 w 619125"/>
                <a:gd name="connsiteY199" fmla="*/ 173450 h 390525"/>
                <a:gd name="connsiteX200" fmla="*/ 548926 w 619125"/>
                <a:gd name="connsiteY200" fmla="*/ 172974 h 390525"/>
                <a:gd name="connsiteX201" fmla="*/ 548545 w 619125"/>
                <a:gd name="connsiteY201" fmla="*/ 172688 h 390525"/>
                <a:gd name="connsiteX202" fmla="*/ 547306 w 619125"/>
                <a:gd name="connsiteY202" fmla="*/ 171926 h 390525"/>
                <a:gd name="connsiteX203" fmla="*/ 546545 w 619125"/>
                <a:gd name="connsiteY203" fmla="*/ 171259 h 390525"/>
                <a:gd name="connsiteX204" fmla="*/ 545973 w 619125"/>
                <a:gd name="connsiteY204" fmla="*/ 170593 h 390525"/>
                <a:gd name="connsiteX205" fmla="*/ 545782 w 619125"/>
                <a:gd name="connsiteY205" fmla="*/ 170117 h 390525"/>
                <a:gd name="connsiteX206" fmla="*/ 545592 w 619125"/>
                <a:gd name="connsiteY206" fmla="*/ 169735 h 390525"/>
                <a:gd name="connsiteX207" fmla="*/ 545497 w 619125"/>
                <a:gd name="connsiteY207" fmla="*/ 169164 h 390525"/>
                <a:gd name="connsiteX208" fmla="*/ 545497 w 619125"/>
                <a:gd name="connsiteY208" fmla="*/ 168592 h 390525"/>
                <a:gd name="connsiteX209" fmla="*/ 545497 w 619125"/>
                <a:gd name="connsiteY209" fmla="*/ 168116 h 390525"/>
                <a:gd name="connsiteX210" fmla="*/ 545592 w 619125"/>
                <a:gd name="connsiteY210" fmla="*/ 167545 h 390525"/>
                <a:gd name="connsiteX211" fmla="*/ 546259 w 619125"/>
                <a:gd name="connsiteY211" fmla="*/ 165449 h 390525"/>
                <a:gd name="connsiteX212" fmla="*/ 546354 w 619125"/>
                <a:gd name="connsiteY212" fmla="*/ 164878 h 390525"/>
                <a:gd name="connsiteX213" fmla="*/ 546449 w 619125"/>
                <a:gd name="connsiteY213" fmla="*/ 164306 h 390525"/>
                <a:gd name="connsiteX214" fmla="*/ 546354 w 619125"/>
                <a:gd name="connsiteY214" fmla="*/ 163163 h 390525"/>
                <a:gd name="connsiteX215" fmla="*/ 546259 w 619125"/>
                <a:gd name="connsiteY215" fmla="*/ 162592 h 390525"/>
                <a:gd name="connsiteX216" fmla="*/ 546163 w 619125"/>
                <a:gd name="connsiteY216" fmla="*/ 162115 h 390525"/>
                <a:gd name="connsiteX217" fmla="*/ 545878 w 619125"/>
                <a:gd name="connsiteY217" fmla="*/ 161734 h 390525"/>
                <a:gd name="connsiteX218" fmla="*/ 545687 w 619125"/>
                <a:gd name="connsiteY218" fmla="*/ 161354 h 390525"/>
                <a:gd name="connsiteX219" fmla="*/ 544639 w 619125"/>
                <a:gd name="connsiteY219" fmla="*/ 160401 h 390525"/>
                <a:gd name="connsiteX220" fmla="*/ 544354 w 619125"/>
                <a:gd name="connsiteY220" fmla="*/ 160020 h 390525"/>
                <a:gd name="connsiteX221" fmla="*/ 543211 w 619125"/>
                <a:gd name="connsiteY221" fmla="*/ 157925 h 390525"/>
                <a:gd name="connsiteX222" fmla="*/ 542639 w 619125"/>
                <a:gd name="connsiteY222" fmla="*/ 157258 h 390525"/>
                <a:gd name="connsiteX223" fmla="*/ 542354 w 619125"/>
                <a:gd name="connsiteY223" fmla="*/ 156972 h 390525"/>
                <a:gd name="connsiteX224" fmla="*/ 541782 w 619125"/>
                <a:gd name="connsiteY224" fmla="*/ 156781 h 390525"/>
                <a:gd name="connsiteX225" fmla="*/ 541211 w 619125"/>
                <a:gd name="connsiteY225" fmla="*/ 156686 h 390525"/>
                <a:gd name="connsiteX226" fmla="*/ 540258 w 619125"/>
                <a:gd name="connsiteY226" fmla="*/ 156972 h 390525"/>
                <a:gd name="connsiteX227" fmla="*/ 539782 w 619125"/>
                <a:gd name="connsiteY227" fmla="*/ 157258 h 390525"/>
                <a:gd name="connsiteX228" fmla="*/ 539305 w 619125"/>
                <a:gd name="connsiteY228" fmla="*/ 157543 h 390525"/>
                <a:gd name="connsiteX229" fmla="*/ 537496 w 619125"/>
                <a:gd name="connsiteY229" fmla="*/ 160401 h 390525"/>
                <a:gd name="connsiteX230" fmla="*/ 535686 w 619125"/>
                <a:gd name="connsiteY230" fmla="*/ 164116 h 390525"/>
                <a:gd name="connsiteX231" fmla="*/ 535210 w 619125"/>
                <a:gd name="connsiteY231" fmla="*/ 164973 h 390525"/>
                <a:gd name="connsiteX232" fmla="*/ 534638 w 619125"/>
                <a:gd name="connsiteY232" fmla="*/ 165735 h 390525"/>
                <a:gd name="connsiteX233" fmla="*/ 533972 w 619125"/>
                <a:gd name="connsiteY233" fmla="*/ 166402 h 390525"/>
                <a:gd name="connsiteX234" fmla="*/ 532924 w 619125"/>
                <a:gd name="connsiteY234" fmla="*/ 167259 h 390525"/>
                <a:gd name="connsiteX235" fmla="*/ 532066 w 619125"/>
                <a:gd name="connsiteY235" fmla="*/ 167735 h 390525"/>
                <a:gd name="connsiteX236" fmla="*/ 530638 w 619125"/>
                <a:gd name="connsiteY236" fmla="*/ 168116 h 390525"/>
                <a:gd name="connsiteX237" fmla="*/ 529019 w 619125"/>
                <a:gd name="connsiteY237" fmla="*/ 168497 h 390525"/>
                <a:gd name="connsiteX238" fmla="*/ 519113 w 619125"/>
                <a:gd name="connsiteY238" fmla="*/ 167354 h 390525"/>
                <a:gd name="connsiteX239" fmla="*/ 517874 w 619125"/>
                <a:gd name="connsiteY239" fmla="*/ 167450 h 390525"/>
                <a:gd name="connsiteX240" fmla="*/ 517017 w 619125"/>
                <a:gd name="connsiteY240" fmla="*/ 167830 h 390525"/>
                <a:gd name="connsiteX241" fmla="*/ 516160 w 619125"/>
                <a:gd name="connsiteY241" fmla="*/ 168021 h 390525"/>
                <a:gd name="connsiteX242" fmla="*/ 515779 w 619125"/>
                <a:gd name="connsiteY242" fmla="*/ 168116 h 390525"/>
                <a:gd name="connsiteX243" fmla="*/ 514826 w 619125"/>
                <a:gd name="connsiteY243" fmla="*/ 168116 h 390525"/>
                <a:gd name="connsiteX244" fmla="*/ 512350 w 619125"/>
                <a:gd name="connsiteY244" fmla="*/ 167926 h 390525"/>
                <a:gd name="connsiteX245" fmla="*/ 510445 w 619125"/>
                <a:gd name="connsiteY245" fmla="*/ 167259 h 390525"/>
                <a:gd name="connsiteX246" fmla="*/ 509397 w 619125"/>
                <a:gd name="connsiteY246" fmla="*/ 166497 h 390525"/>
                <a:gd name="connsiteX247" fmla="*/ 509302 w 619125"/>
                <a:gd name="connsiteY247" fmla="*/ 166306 h 390525"/>
                <a:gd name="connsiteX248" fmla="*/ 509016 w 619125"/>
                <a:gd name="connsiteY248" fmla="*/ 165354 h 390525"/>
                <a:gd name="connsiteX249" fmla="*/ 508730 w 619125"/>
                <a:gd name="connsiteY249" fmla="*/ 164973 h 390525"/>
                <a:gd name="connsiteX250" fmla="*/ 508159 w 619125"/>
                <a:gd name="connsiteY250" fmla="*/ 164782 h 390525"/>
                <a:gd name="connsiteX251" fmla="*/ 507206 w 619125"/>
                <a:gd name="connsiteY251" fmla="*/ 164782 h 390525"/>
                <a:gd name="connsiteX252" fmla="*/ 505968 w 619125"/>
                <a:gd name="connsiteY252" fmla="*/ 165068 h 390525"/>
                <a:gd name="connsiteX253" fmla="*/ 505301 w 619125"/>
                <a:gd name="connsiteY253" fmla="*/ 164878 h 390525"/>
                <a:gd name="connsiteX254" fmla="*/ 504539 w 619125"/>
                <a:gd name="connsiteY254" fmla="*/ 164592 h 390525"/>
                <a:gd name="connsiteX255" fmla="*/ 503206 w 619125"/>
                <a:gd name="connsiteY255" fmla="*/ 163544 h 390525"/>
                <a:gd name="connsiteX256" fmla="*/ 501205 w 619125"/>
                <a:gd name="connsiteY256" fmla="*/ 160972 h 390525"/>
                <a:gd name="connsiteX257" fmla="*/ 500539 w 619125"/>
                <a:gd name="connsiteY257" fmla="*/ 160306 h 390525"/>
                <a:gd name="connsiteX258" fmla="*/ 500158 w 619125"/>
                <a:gd name="connsiteY258" fmla="*/ 160020 h 390525"/>
                <a:gd name="connsiteX259" fmla="*/ 499396 w 619125"/>
                <a:gd name="connsiteY259" fmla="*/ 159925 h 390525"/>
                <a:gd name="connsiteX260" fmla="*/ 498443 w 619125"/>
                <a:gd name="connsiteY260" fmla="*/ 159829 h 390525"/>
                <a:gd name="connsiteX261" fmla="*/ 494538 w 619125"/>
                <a:gd name="connsiteY261" fmla="*/ 160210 h 390525"/>
                <a:gd name="connsiteX262" fmla="*/ 492919 w 619125"/>
                <a:gd name="connsiteY262" fmla="*/ 159639 h 390525"/>
                <a:gd name="connsiteX263" fmla="*/ 492443 w 619125"/>
                <a:gd name="connsiteY263" fmla="*/ 158115 h 390525"/>
                <a:gd name="connsiteX264" fmla="*/ 491776 w 619125"/>
                <a:gd name="connsiteY264" fmla="*/ 154972 h 390525"/>
                <a:gd name="connsiteX265" fmla="*/ 491680 w 619125"/>
                <a:gd name="connsiteY265" fmla="*/ 154496 h 390525"/>
                <a:gd name="connsiteX266" fmla="*/ 491680 w 619125"/>
                <a:gd name="connsiteY266" fmla="*/ 153829 h 390525"/>
                <a:gd name="connsiteX267" fmla="*/ 491776 w 619125"/>
                <a:gd name="connsiteY267" fmla="*/ 152590 h 390525"/>
                <a:gd name="connsiteX268" fmla="*/ 491966 w 619125"/>
                <a:gd name="connsiteY268" fmla="*/ 152114 h 390525"/>
                <a:gd name="connsiteX269" fmla="*/ 492157 w 619125"/>
                <a:gd name="connsiteY269" fmla="*/ 151638 h 390525"/>
                <a:gd name="connsiteX270" fmla="*/ 492347 w 619125"/>
                <a:gd name="connsiteY270" fmla="*/ 151162 h 390525"/>
                <a:gd name="connsiteX271" fmla="*/ 493300 w 619125"/>
                <a:gd name="connsiteY271" fmla="*/ 150019 h 390525"/>
                <a:gd name="connsiteX272" fmla="*/ 493966 w 619125"/>
                <a:gd name="connsiteY272" fmla="*/ 148685 h 390525"/>
                <a:gd name="connsiteX273" fmla="*/ 494157 w 619125"/>
                <a:gd name="connsiteY273" fmla="*/ 148209 h 390525"/>
                <a:gd name="connsiteX274" fmla="*/ 494347 w 619125"/>
                <a:gd name="connsiteY274" fmla="*/ 147066 h 390525"/>
                <a:gd name="connsiteX275" fmla="*/ 494347 w 619125"/>
                <a:gd name="connsiteY275" fmla="*/ 146494 h 390525"/>
                <a:gd name="connsiteX276" fmla="*/ 494347 w 619125"/>
                <a:gd name="connsiteY276" fmla="*/ 146018 h 390525"/>
                <a:gd name="connsiteX277" fmla="*/ 494157 w 619125"/>
                <a:gd name="connsiteY277" fmla="*/ 145542 h 390525"/>
                <a:gd name="connsiteX278" fmla="*/ 493966 w 619125"/>
                <a:gd name="connsiteY278" fmla="*/ 145066 h 390525"/>
                <a:gd name="connsiteX279" fmla="*/ 493776 w 619125"/>
                <a:gd name="connsiteY279" fmla="*/ 144589 h 390525"/>
                <a:gd name="connsiteX280" fmla="*/ 493586 w 619125"/>
                <a:gd name="connsiteY280" fmla="*/ 144209 h 390525"/>
                <a:gd name="connsiteX281" fmla="*/ 492919 w 619125"/>
                <a:gd name="connsiteY281" fmla="*/ 143732 h 390525"/>
                <a:gd name="connsiteX282" fmla="*/ 491966 w 619125"/>
                <a:gd name="connsiteY282" fmla="*/ 143161 h 390525"/>
                <a:gd name="connsiteX283" fmla="*/ 489871 w 619125"/>
                <a:gd name="connsiteY283" fmla="*/ 142399 h 390525"/>
                <a:gd name="connsiteX284" fmla="*/ 488728 w 619125"/>
                <a:gd name="connsiteY284" fmla="*/ 142208 h 390525"/>
                <a:gd name="connsiteX285" fmla="*/ 487966 w 619125"/>
                <a:gd name="connsiteY285" fmla="*/ 142208 h 390525"/>
                <a:gd name="connsiteX286" fmla="*/ 487585 w 619125"/>
                <a:gd name="connsiteY286" fmla="*/ 142399 h 390525"/>
                <a:gd name="connsiteX287" fmla="*/ 486918 w 619125"/>
                <a:gd name="connsiteY287" fmla="*/ 142875 h 390525"/>
                <a:gd name="connsiteX288" fmla="*/ 486442 w 619125"/>
                <a:gd name="connsiteY288" fmla="*/ 143351 h 390525"/>
                <a:gd name="connsiteX289" fmla="*/ 485680 w 619125"/>
                <a:gd name="connsiteY289" fmla="*/ 143827 h 390525"/>
                <a:gd name="connsiteX290" fmla="*/ 485299 w 619125"/>
                <a:gd name="connsiteY290" fmla="*/ 143923 h 390525"/>
                <a:gd name="connsiteX291" fmla="*/ 485013 w 619125"/>
                <a:gd name="connsiteY291" fmla="*/ 144018 h 390525"/>
                <a:gd name="connsiteX292" fmla="*/ 481679 w 619125"/>
                <a:gd name="connsiteY292" fmla="*/ 143923 h 390525"/>
                <a:gd name="connsiteX293" fmla="*/ 480631 w 619125"/>
                <a:gd name="connsiteY293" fmla="*/ 144113 h 390525"/>
                <a:gd name="connsiteX294" fmla="*/ 479203 w 619125"/>
                <a:gd name="connsiteY294" fmla="*/ 144589 h 390525"/>
                <a:gd name="connsiteX295" fmla="*/ 478631 w 619125"/>
                <a:gd name="connsiteY295" fmla="*/ 144589 h 390525"/>
                <a:gd name="connsiteX296" fmla="*/ 478060 w 619125"/>
                <a:gd name="connsiteY296" fmla="*/ 144494 h 390525"/>
                <a:gd name="connsiteX297" fmla="*/ 477107 w 619125"/>
                <a:gd name="connsiteY297" fmla="*/ 144018 h 390525"/>
                <a:gd name="connsiteX298" fmla="*/ 475869 w 619125"/>
                <a:gd name="connsiteY298" fmla="*/ 143161 h 390525"/>
                <a:gd name="connsiteX299" fmla="*/ 472440 w 619125"/>
                <a:gd name="connsiteY299" fmla="*/ 140208 h 390525"/>
                <a:gd name="connsiteX300" fmla="*/ 471773 w 619125"/>
                <a:gd name="connsiteY300" fmla="*/ 139541 h 390525"/>
                <a:gd name="connsiteX301" fmla="*/ 471106 w 619125"/>
                <a:gd name="connsiteY301" fmla="*/ 138303 h 390525"/>
                <a:gd name="connsiteX302" fmla="*/ 470535 w 619125"/>
                <a:gd name="connsiteY302" fmla="*/ 137541 h 390525"/>
                <a:gd name="connsiteX303" fmla="*/ 470059 w 619125"/>
                <a:gd name="connsiteY303" fmla="*/ 137160 h 390525"/>
                <a:gd name="connsiteX304" fmla="*/ 469487 w 619125"/>
                <a:gd name="connsiteY304" fmla="*/ 136874 h 390525"/>
                <a:gd name="connsiteX305" fmla="*/ 466535 w 619125"/>
                <a:gd name="connsiteY305" fmla="*/ 135922 h 390525"/>
                <a:gd name="connsiteX306" fmla="*/ 462820 w 619125"/>
                <a:gd name="connsiteY306" fmla="*/ 134017 h 390525"/>
                <a:gd name="connsiteX307" fmla="*/ 461867 w 619125"/>
                <a:gd name="connsiteY307" fmla="*/ 133731 h 390525"/>
                <a:gd name="connsiteX308" fmla="*/ 461105 w 619125"/>
                <a:gd name="connsiteY308" fmla="*/ 133731 h 390525"/>
                <a:gd name="connsiteX309" fmla="*/ 460629 w 619125"/>
                <a:gd name="connsiteY309" fmla="*/ 133921 h 390525"/>
                <a:gd name="connsiteX310" fmla="*/ 460343 w 619125"/>
                <a:gd name="connsiteY310" fmla="*/ 134207 h 390525"/>
                <a:gd name="connsiteX311" fmla="*/ 459962 w 619125"/>
                <a:gd name="connsiteY311" fmla="*/ 134588 h 390525"/>
                <a:gd name="connsiteX312" fmla="*/ 455962 w 619125"/>
                <a:gd name="connsiteY312" fmla="*/ 139922 h 390525"/>
                <a:gd name="connsiteX313" fmla="*/ 453771 w 619125"/>
                <a:gd name="connsiteY313" fmla="*/ 141542 h 390525"/>
                <a:gd name="connsiteX314" fmla="*/ 452533 w 619125"/>
                <a:gd name="connsiteY314" fmla="*/ 142304 h 390525"/>
                <a:gd name="connsiteX315" fmla="*/ 451676 w 619125"/>
                <a:gd name="connsiteY315" fmla="*/ 142589 h 390525"/>
                <a:gd name="connsiteX316" fmla="*/ 446913 w 619125"/>
                <a:gd name="connsiteY316" fmla="*/ 143351 h 390525"/>
                <a:gd name="connsiteX317" fmla="*/ 446437 w 619125"/>
                <a:gd name="connsiteY317" fmla="*/ 143256 h 390525"/>
                <a:gd name="connsiteX318" fmla="*/ 445865 w 619125"/>
                <a:gd name="connsiteY318" fmla="*/ 143065 h 390525"/>
                <a:gd name="connsiteX319" fmla="*/ 445770 w 619125"/>
                <a:gd name="connsiteY319" fmla="*/ 142970 h 390525"/>
                <a:gd name="connsiteX320" fmla="*/ 445580 w 619125"/>
                <a:gd name="connsiteY320" fmla="*/ 142399 h 390525"/>
                <a:gd name="connsiteX321" fmla="*/ 445389 w 619125"/>
                <a:gd name="connsiteY321" fmla="*/ 141446 h 390525"/>
                <a:gd name="connsiteX322" fmla="*/ 445389 w 619125"/>
                <a:gd name="connsiteY322" fmla="*/ 140684 h 390525"/>
                <a:gd name="connsiteX323" fmla="*/ 445961 w 619125"/>
                <a:gd name="connsiteY323" fmla="*/ 137731 h 390525"/>
                <a:gd name="connsiteX324" fmla="*/ 445961 w 619125"/>
                <a:gd name="connsiteY324" fmla="*/ 135350 h 390525"/>
                <a:gd name="connsiteX325" fmla="*/ 445675 w 619125"/>
                <a:gd name="connsiteY325" fmla="*/ 134779 h 390525"/>
                <a:gd name="connsiteX326" fmla="*/ 445389 w 619125"/>
                <a:gd name="connsiteY326" fmla="*/ 134207 h 390525"/>
                <a:gd name="connsiteX327" fmla="*/ 444532 w 619125"/>
                <a:gd name="connsiteY327" fmla="*/ 133445 h 390525"/>
                <a:gd name="connsiteX328" fmla="*/ 443865 w 619125"/>
                <a:gd name="connsiteY328" fmla="*/ 133159 h 390525"/>
                <a:gd name="connsiteX329" fmla="*/ 443294 w 619125"/>
                <a:gd name="connsiteY329" fmla="*/ 133064 h 390525"/>
                <a:gd name="connsiteX330" fmla="*/ 442531 w 619125"/>
                <a:gd name="connsiteY330" fmla="*/ 133445 h 390525"/>
                <a:gd name="connsiteX331" fmla="*/ 441960 w 619125"/>
                <a:gd name="connsiteY331" fmla="*/ 133731 h 390525"/>
                <a:gd name="connsiteX332" fmla="*/ 441103 w 619125"/>
                <a:gd name="connsiteY332" fmla="*/ 134017 h 390525"/>
                <a:gd name="connsiteX333" fmla="*/ 440055 w 619125"/>
                <a:gd name="connsiteY333" fmla="*/ 134207 h 390525"/>
                <a:gd name="connsiteX334" fmla="*/ 439388 w 619125"/>
                <a:gd name="connsiteY334" fmla="*/ 134112 h 390525"/>
                <a:gd name="connsiteX335" fmla="*/ 438912 w 619125"/>
                <a:gd name="connsiteY335" fmla="*/ 134017 h 390525"/>
                <a:gd name="connsiteX336" fmla="*/ 438436 w 619125"/>
                <a:gd name="connsiteY336" fmla="*/ 133445 h 390525"/>
                <a:gd name="connsiteX337" fmla="*/ 438055 w 619125"/>
                <a:gd name="connsiteY337" fmla="*/ 132493 h 390525"/>
                <a:gd name="connsiteX338" fmla="*/ 437293 w 619125"/>
                <a:gd name="connsiteY338" fmla="*/ 128111 h 390525"/>
                <a:gd name="connsiteX339" fmla="*/ 437102 w 619125"/>
                <a:gd name="connsiteY339" fmla="*/ 127540 h 390525"/>
                <a:gd name="connsiteX340" fmla="*/ 436721 w 619125"/>
                <a:gd name="connsiteY340" fmla="*/ 126873 h 390525"/>
                <a:gd name="connsiteX341" fmla="*/ 436055 w 619125"/>
                <a:gd name="connsiteY341" fmla="*/ 125921 h 390525"/>
                <a:gd name="connsiteX342" fmla="*/ 432721 w 619125"/>
                <a:gd name="connsiteY342" fmla="*/ 122206 h 390525"/>
                <a:gd name="connsiteX343" fmla="*/ 432435 w 619125"/>
                <a:gd name="connsiteY343" fmla="*/ 121539 h 390525"/>
                <a:gd name="connsiteX344" fmla="*/ 432245 w 619125"/>
                <a:gd name="connsiteY344" fmla="*/ 120586 h 390525"/>
                <a:gd name="connsiteX345" fmla="*/ 432340 w 619125"/>
                <a:gd name="connsiteY345" fmla="*/ 116776 h 390525"/>
                <a:gd name="connsiteX346" fmla="*/ 432054 w 619125"/>
                <a:gd name="connsiteY346" fmla="*/ 115157 h 390525"/>
                <a:gd name="connsiteX347" fmla="*/ 430816 w 619125"/>
                <a:gd name="connsiteY347" fmla="*/ 111823 h 390525"/>
                <a:gd name="connsiteX348" fmla="*/ 429387 w 619125"/>
                <a:gd name="connsiteY348" fmla="*/ 108299 h 390525"/>
                <a:gd name="connsiteX349" fmla="*/ 429387 w 619125"/>
                <a:gd name="connsiteY349" fmla="*/ 106680 h 390525"/>
                <a:gd name="connsiteX350" fmla="*/ 429578 w 619125"/>
                <a:gd name="connsiteY350" fmla="*/ 106204 h 390525"/>
                <a:gd name="connsiteX351" fmla="*/ 430054 w 619125"/>
                <a:gd name="connsiteY351" fmla="*/ 105346 h 390525"/>
                <a:gd name="connsiteX352" fmla="*/ 430625 w 619125"/>
                <a:gd name="connsiteY352" fmla="*/ 104584 h 390525"/>
                <a:gd name="connsiteX353" fmla="*/ 431006 w 619125"/>
                <a:gd name="connsiteY353" fmla="*/ 104108 h 390525"/>
                <a:gd name="connsiteX354" fmla="*/ 431292 w 619125"/>
                <a:gd name="connsiteY354" fmla="*/ 103442 h 390525"/>
                <a:gd name="connsiteX355" fmla="*/ 431673 w 619125"/>
                <a:gd name="connsiteY355" fmla="*/ 102203 h 390525"/>
                <a:gd name="connsiteX356" fmla="*/ 431673 w 619125"/>
                <a:gd name="connsiteY356" fmla="*/ 101441 h 390525"/>
                <a:gd name="connsiteX357" fmla="*/ 431102 w 619125"/>
                <a:gd name="connsiteY357" fmla="*/ 96107 h 390525"/>
                <a:gd name="connsiteX358" fmla="*/ 430625 w 619125"/>
                <a:gd name="connsiteY358" fmla="*/ 93726 h 390525"/>
                <a:gd name="connsiteX359" fmla="*/ 430530 w 619125"/>
                <a:gd name="connsiteY359" fmla="*/ 92869 h 390525"/>
                <a:gd name="connsiteX360" fmla="*/ 430625 w 619125"/>
                <a:gd name="connsiteY360" fmla="*/ 92202 h 390525"/>
                <a:gd name="connsiteX361" fmla="*/ 430721 w 619125"/>
                <a:gd name="connsiteY361" fmla="*/ 91726 h 390525"/>
                <a:gd name="connsiteX362" fmla="*/ 430721 w 619125"/>
                <a:gd name="connsiteY362" fmla="*/ 91440 h 390525"/>
                <a:gd name="connsiteX363" fmla="*/ 431102 w 619125"/>
                <a:gd name="connsiteY363" fmla="*/ 90583 h 390525"/>
                <a:gd name="connsiteX364" fmla="*/ 431578 w 619125"/>
                <a:gd name="connsiteY364" fmla="*/ 88963 h 390525"/>
                <a:gd name="connsiteX365" fmla="*/ 431863 w 619125"/>
                <a:gd name="connsiteY365" fmla="*/ 87439 h 390525"/>
                <a:gd name="connsiteX366" fmla="*/ 431863 w 619125"/>
                <a:gd name="connsiteY366" fmla="*/ 86487 h 390525"/>
                <a:gd name="connsiteX367" fmla="*/ 431768 w 619125"/>
                <a:gd name="connsiteY367" fmla="*/ 85820 h 390525"/>
                <a:gd name="connsiteX368" fmla="*/ 428625 w 619125"/>
                <a:gd name="connsiteY368" fmla="*/ 81820 h 390525"/>
                <a:gd name="connsiteX369" fmla="*/ 428244 w 619125"/>
                <a:gd name="connsiteY369" fmla="*/ 80963 h 390525"/>
                <a:gd name="connsiteX370" fmla="*/ 428149 w 619125"/>
                <a:gd name="connsiteY370" fmla="*/ 80772 h 390525"/>
                <a:gd name="connsiteX371" fmla="*/ 427958 w 619125"/>
                <a:gd name="connsiteY371" fmla="*/ 80581 h 390525"/>
                <a:gd name="connsiteX372" fmla="*/ 427482 w 619125"/>
                <a:gd name="connsiteY372" fmla="*/ 80200 h 390525"/>
                <a:gd name="connsiteX373" fmla="*/ 425863 w 619125"/>
                <a:gd name="connsiteY373" fmla="*/ 81248 h 390525"/>
                <a:gd name="connsiteX374" fmla="*/ 425387 w 619125"/>
                <a:gd name="connsiteY374" fmla="*/ 81343 h 390525"/>
                <a:gd name="connsiteX375" fmla="*/ 424720 w 619125"/>
                <a:gd name="connsiteY375" fmla="*/ 81248 h 390525"/>
                <a:gd name="connsiteX376" fmla="*/ 424053 w 619125"/>
                <a:gd name="connsiteY376" fmla="*/ 81058 h 390525"/>
                <a:gd name="connsiteX377" fmla="*/ 422720 w 619125"/>
                <a:gd name="connsiteY377" fmla="*/ 80963 h 390525"/>
                <a:gd name="connsiteX378" fmla="*/ 421767 w 619125"/>
                <a:gd name="connsiteY378" fmla="*/ 81153 h 390525"/>
                <a:gd name="connsiteX379" fmla="*/ 420624 w 619125"/>
                <a:gd name="connsiteY379" fmla="*/ 81725 h 390525"/>
                <a:gd name="connsiteX380" fmla="*/ 419576 w 619125"/>
                <a:gd name="connsiteY380" fmla="*/ 82391 h 390525"/>
                <a:gd name="connsiteX381" fmla="*/ 418529 w 619125"/>
                <a:gd name="connsiteY381" fmla="*/ 83344 h 390525"/>
                <a:gd name="connsiteX382" fmla="*/ 418243 w 619125"/>
                <a:gd name="connsiteY382" fmla="*/ 83725 h 390525"/>
                <a:gd name="connsiteX383" fmla="*/ 418052 w 619125"/>
                <a:gd name="connsiteY383" fmla="*/ 84201 h 390525"/>
                <a:gd name="connsiteX384" fmla="*/ 417671 w 619125"/>
                <a:gd name="connsiteY384" fmla="*/ 85534 h 390525"/>
                <a:gd name="connsiteX385" fmla="*/ 417290 w 619125"/>
                <a:gd name="connsiteY385" fmla="*/ 86201 h 390525"/>
                <a:gd name="connsiteX386" fmla="*/ 416814 w 619125"/>
                <a:gd name="connsiteY386" fmla="*/ 86487 h 390525"/>
                <a:gd name="connsiteX387" fmla="*/ 415766 w 619125"/>
                <a:gd name="connsiteY387" fmla="*/ 86392 h 390525"/>
                <a:gd name="connsiteX388" fmla="*/ 415290 w 619125"/>
                <a:gd name="connsiteY388" fmla="*/ 86582 h 390525"/>
                <a:gd name="connsiteX389" fmla="*/ 414814 w 619125"/>
                <a:gd name="connsiteY389" fmla="*/ 87058 h 390525"/>
                <a:gd name="connsiteX390" fmla="*/ 414147 w 619125"/>
                <a:gd name="connsiteY390" fmla="*/ 87630 h 390525"/>
                <a:gd name="connsiteX391" fmla="*/ 413861 w 619125"/>
                <a:gd name="connsiteY391" fmla="*/ 88106 h 390525"/>
                <a:gd name="connsiteX392" fmla="*/ 413480 w 619125"/>
                <a:gd name="connsiteY392" fmla="*/ 89440 h 390525"/>
                <a:gd name="connsiteX393" fmla="*/ 413290 w 619125"/>
                <a:gd name="connsiteY393" fmla="*/ 90202 h 390525"/>
                <a:gd name="connsiteX394" fmla="*/ 412623 w 619125"/>
                <a:gd name="connsiteY394" fmla="*/ 91154 h 390525"/>
                <a:gd name="connsiteX395" fmla="*/ 411956 w 619125"/>
                <a:gd name="connsiteY395" fmla="*/ 91535 h 390525"/>
                <a:gd name="connsiteX396" fmla="*/ 411385 w 619125"/>
                <a:gd name="connsiteY396" fmla="*/ 91726 h 390525"/>
                <a:gd name="connsiteX397" fmla="*/ 404051 w 619125"/>
                <a:gd name="connsiteY397" fmla="*/ 92488 h 390525"/>
                <a:gd name="connsiteX398" fmla="*/ 402812 w 619125"/>
                <a:gd name="connsiteY398" fmla="*/ 92392 h 390525"/>
                <a:gd name="connsiteX399" fmla="*/ 398431 w 619125"/>
                <a:gd name="connsiteY399" fmla="*/ 91059 h 390525"/>
                <a:gd name="connsiteX400" fmla="*/ 396145 w 619125"/>
                <a:gd name="connsiteY400" fmla="*/ 90106 h 390525"/>
                <a:gd name="connsiteX401" fmla="*/ 395764 w 619125"/>
                <a:gd name="connsiteY401" fmla="*/ 89821 h 390525"/>
                <a:gd name="connsiteX402" fmla="*/ 395478 w 619125"/>
                <a:gd name="connsiteY402" fmla="*/ 89440 h 390525"/>
                <a:gd name="connsiteX403" fmla="*/ 395288 w 619125"/>
                <a:gd name="connsiteY403" fmla="*/ 88392 h 390525"/>
                <a:gd name="connsiteX404" fmla="*/ 395097 w 619125"/>
                <a:gd name="connsiteY404" fmla="*/ 87916 h 390525"/>
                <a:gd name="connsiteX405" fmla="*/ 394906 w 619125"/>
                <a:gd name="connsiteY405" fmla="*/ 87535 h 390525"/>
                <a:gd name="connsiteX406" fmla="*/ 394621 w 619125"/>
                <a:gd name="connsiteY406" fmla="*/ 87154 h 390525"/>
                <a:gd name="connsiteX407" fmla="*/ 393573 w 619125"/>
                <a:gd name="connsiteY407" fmla="*/ 86201 h 390525"/>
                <a:gd name="connsiteX408" fmla="*/ 393097 w 619125"/>
                <a:gd name="connsiteY408" fmla="*/ 85915 h 390525"/>
                <a:gd name="connsiteX409" fmla="*/ 392621 w 619125"/>
                <a:gd name="connsiteY409" fmla="*/ 85725 h 390525"/>
                <a:gd name="connsiteX410" fmla="*/ 390906 w 619125"/>
                <a:gd name="connsiteY410" fmla="*/ 85344 h 390525"/>
                <a:gd name="connsiteX411" fmla="*/ 390430 w 619125"/>
                <a:gd name="connsiteY411" fmla="*/ 85154 h 390525"/>
                <a:gd name="connsiteX412" fmla="*/ 390049 w 619125"/>
                <a:gd name="connsiteY412" fmla="*/ 84868 h 390525"/>
                <a:gd name="connsiteX413" fmla="*/ 389668 w 619125"/>
                <a:gd name="connsiteY413" fmla="*/ 84582 h 390525"/>
                <a:gd name="connsiteX414" fmla="*/ 389382 w 619125"/>
                <a:gd name="connsiteY414" fmla="*/ 84201 h 390525"/>
                <a:gd name="connsiteX415" fmla="*/ 389001 w 619125"/>
                <a:gd name="connsiteY415" fmla="*/ 83344 h 390525"/>
                <a:gd name="connsiteX416" fmla="*/ 388525 w 619125"/>
                <a:gd name="connsiteY416" fmla="*/ 82486 h 390525"/>
                <a:gd name="connsiteX417" fmla="*/ 387953 w 619125"/>
                <a:gd name="connsiteY417" fmla="*/ 81725 h 390525"/>
                <a:gd name="connsiteX418" fmla="*/ 387382 w 619125"/>
                <a:gd name="connsiteY418" fmla="*/ 81439 h 390525"/>
                <a:gd name="connsiteX419" fmla="*/ 386715 w 619125"/>
                <a:gd name="connsiteY419" fmla="*/ 81058 h 390525"/>
                <a:gd name="connsiteX420" fmla="*/ 385286 w 619125"/>
                <a:gd name="connsiteY420" fmla="*/ 80677 h 390525"/>
                <a:gd name="connsiteX421" fmla="*/ 384524 w 619125"/>
                <a:gd name="connsiteY421" fmla="*/ 80677 h 390525"/>
                <a:gd name="connsiteX422" fmla="*/ 383857 w 619125"/>
                <a:gd name="connsiteY422" fmla="*/ 80772 h 390525"/>
                <a:gd name="connsiteX423" fmla="*/ 383000 w 619125"/>
                <a:gd name="connsiteY423" fmla="*/ 81248 h 390525"/>
                <a:gd name="connsiteX424" fmla="*/ 381667 w 619125"/>
                <a:gd name="connsiteY424" fmla="*/ 82582 h 390525"/>
                <a:gd name="connsiteX425" fmla="*/ 381190 w 619125"/>
                <a:gd name="connsiteY425" fmla="*/ 82963 h 390525"/>
                <a:gd name="connsiteX426" fmla="*/ 380524 w 619125"/>
                <a:gd name="connsiteY426" fmla="*/ 83248 h 390525"/>
                <a:gd name="connsiteX427" fmla="*/ 379476 w 619125"/>
                <a:gd name="connsiteY427" fmla="*/ 83629 h 390525"/>
                <a:gd name="connsiteX428" fmla="*/ 378714 w 619125"/>
                <a:gd name="connsiteY428" fmla="*/ 83820 h 390525"/>
                <a:gd name="connsiteX429" fmla="*/ 378238 w 619125"/>
                <a:gd name="connsiteY429" fmla="*/ 83725 h 390525"/>
                <a:gd name="connsiteX430" fmla="*/ 377952 w 619125"/>
                <a:gd name="connsiteY430" fmla="*/ 83629 h 390525"/>
                <a:gd name="connsiteX431" fmla="*/ 377571 w 619125"/>
                <a:gd name="connsiteY431" fmla="*/ 83439 h 390525"/>
                <a:gd name="connsiteX432" fmla="*/ 376714 w 619125"/>
                <a:gd name="connsiteY432" fmla="*/ 82391 h 390525"/>
                <a:gd name="connsiteX433" fmla="*/ 374428 w 619125"/>
                <a:gd name="connsiteY433" fmla="*/ 80391 h 390525"/>
                <a:gd name="connsiteX434" fmla="*/ 372904 w 619125"/>
                <a:gd name="connsiteY434" fmla="*/ 79629 h 390525"/>
                <a:gd name="connsiteX435" fmla="*/ 372142 w 619125"/>
                <a:gd name="connsiteY435" fmla="*/ 79629 h 390525"/>
                <a:gd name="connsiteX436" fmla="*/ 371380 w 619125"/>
                <a:gd name="connsiteY436" fmla="*/ 79724 h 390525"/>
                <a:gd name="connsiteX437" fmla="*/ 370332 w 619125"/>
                <a:gd name="connsiteY437" fmla="*/ 80105 h 390525"/>
                <a:gd name="connsiteX438" fmla="*/ 369094 w 619125"/>
                <a:gd name="connsiteY438" fmla="*/ 81058 h 390525"/>
                <a:gd name="connsiteX439" fmla="*/ 368522 w 619125"/>
                <a:gd name="connsiteY439" fmla="*/ 81629 h 390525"/>
                <a:gd name="connsiteX440" fmla="*/ 357283 w 619125"/>
                <a:gd name="connsiteY440" fmla="*/ 83820 h 390525"/>
                <a:gd name="connsiteX441" fmla="*/ 353473 w 619125"/>
                <a:gd name="connsiteY441" fmla="*/ 85630 h 390525"/>
                <a:gd name="connsiteX442" fmla="*/ 351091 w 619125"/>
                <a:gd name="connsiteY442" fmla="*/ 86487 h 390525"/>
                <a:gd name="connsiteX443" fmla="*/ 350139 w 619125"/>
                <a:gd name="connsiteY443" fmla="*/ 86677 h 390525"/>
                <a:gd name="connsiteX444" fmla="*/ 349282 w 619125"/>
                <a:gd name="connsiteY444" fmla="*/ 86773 h 390525"/>
                <a:gd name="connsiteX445" fmla="*/ 338233 w 619125"/>
                <a:gd name="connsiteY445" fmla="*/ 84487 h 390525"/>
                <a:gd name="connsiteX446" fmla="*/ 331946 w 619125"/>
                <a:gd name="connsiteY446" fmla="*/ 84201 h 390525"/>
                <a:gd name="connsiteX447" fmla="*/ 330137 w 619125"/>
                <a:gd name="connsiteY447" fmla="*/ 84677 h 390525"/>
                <a:gd name="connsiteX448" fmla="*/ 326707 w 619125"/>
                <a:gd name="connsiteY448" fmla="*/ 84677 h 390525"/>
                <a:gd name="connsiteX449" fmla="*/ 326136 w 619125"/>
                <a:gd name="connsiteY449" fmla="*/ 84772 h 390525"/>
                <a:gd name="connsiteX450" fmla="*/ 325374 w 619125"/>
                <a:gd name="connsiteY450" fmla="*/ 85058 h 390525"/>
                <a:gd name="connsiteX451" fmla="*/ 324040 w 619125"/>
                <a:gd name="connsiteY451" fmla="*/ 85820 h 390525"/>
                <a:gd name="connsiteX452" fmla="*/ 318802 w 619125"/>
                <a:gd name="connsiteY452" fmla="*/ 85439 h 390525"/>
                <a:gd name="connsiteX453" fmla="*/ 317563 w 619125"/>
                <a:gd name="connsiteY453" fmla="*/ 85534 h 390525"/>
                <a:gd name="connsiteX454" fmla="*/ 316706 w 619125"/>
                <a:gd name="connsiteY454" fmla="*/ 85725 h 390525"/>
                <a:gd name="connsiteX455" fmla="*/ 316516 w 619125"/>
                <a:gd name="connsiteY455" fmla="*/ 86011 h 390525"/>
                <a:gd name="connsiteX456" fmla="*/ 316135 w 619125"/>
                <a:gd name="connsiteY456" fmla="*/ 86201 h 390525"/>
                <a:gd name="connsiteX457" fmla="*/ 315563 w 619125"/>
                <a:gd name="connsiteY457" fmla="*/ 86582 h 390525"/>
                <a:gd name="connsiteX458" fmla="*/ 314325 w 619125"/>
                <a:gd name="connsiteY458" fmla="*/ 87154 h 390525"/>
                <a:gd name="connsiteX459" fmla="*/ 313563 w 619125"/>
                <a:gd name="connsiteY459" fmla="*/ 87249 h 390525"/>
                <a:gd name="connsiteX460" fmla="*/ 312991 w 619125"/>
                <a:gd name="connsiteY460" fmla="*/ 87154 h 390525"/>
                <a:gd name="connsiteX461" fmla="*/ 312134 w 619125"/>
                <a:gd name="connsiteY461" fmla="*/ 86677 h 390525"/>
                <a:gd name="connsiteX462" fmla="*/ 309372 w 619125"/>
                <a:gd name="connsiteY462" fmla="*/ 84677 h 390525"/>
                <a:gd name="connsiteX463" fmla="*/ 308038 w 619125"/>
                <a:gd name="connsiteY463" fmla="*/ 83439 h 390525"/>
                <a:gd name="connsiteX464" fmla="*/ 307467 w 619125"/>
                <a:gd name="connsiteY464" fmla="*/ 83153 h 390525"/>
                <a:gd name="connsiteX465" fmla="*/ 305181 w 619125"/>
                <a:gd name="connsiteY465" fmla="*/ 82486 h 390525"/>
                <a:gd name="connsiteX466" fmla="*/ 304229 w 619125"/>
                <a:gd name="connsiteY466" fmla="*/ 82486 h 390525"/>
                <a:gd name="connsiteX467" fmla="*/ 302133 w 619125"/>
                <a:gd name="connsiteY467" fmla="*/ 82772 h 390525"/>
                <a:gd name="connsiteX468" fmla="*/ 301371 w 619125"/>
                <a:gd name="connsiteY468" fmla="*/ 82772 h 390525"/>
                <a:gd name="connsiteX469" fmla="*/ 300799 w 619125"/>
                <a:gd name="connsiteY469" fmla="*/ 82486 h 390525"/>
                <a:gd name="connsiteX470" fmla="*/ 297371 w 619125"/>
                <a:gd name="connsiteY470" fmla="*/ 79915 h 390525"/>
                <a:gd name="connsiteX471" fmla="*/ 294894 w 619125"/>
                <a:gd name="connsiteY471" fmla="*/ 77438 h 390525"/>
                <a:gd name="connsiteX472" fmla="*/ 294132 w 619125"/>
                <a:gd name="connsiteY472" fmla="*/ 76962 h 390525"/>
                <a:gd name="connsiteX473" fmla="*/ 293561 w 619125"/>
                <a:gd name="connsiteY473" fmla="*/ 76867 h 390525"/>
                <a:gd name="connsiteX474" fmla="*/ 292989 w 619125"/>
                <a:gd name="connsiteY474" fmla="*/ 76962 h 390525"/>
                <a:gd name="connsiteX475" fmla="*/ 292608 w 619125"/>
                <a:gd name="connsiteY475" fmla="*/ 77152 h 390525"/>
                <a:gd name="connsiteX476" fmla="*/ 292227 w 619125"/>
                <a:gd name="connsiteY476" fmla="*/ 77438 h 390525"/>
                <a:gd name="connsiteX477" fmla="*/ 291941 w 619125"/>
                <a:gd name="connsiteY477" fmla="*/ 77819 h 390525"/>
                <a:gd name="connsiteX478" fmla="*/ 291465 w 619125"/>
                <a:gd name="connsiteY478" fmla="*/ 78105 h 390525"/>
                <a:gd name="connsiteX479" fmla="*/ 291084 w 619125"/>
                <a:gd name="connsiteY479" fmla="*/ 78296 h 390525"/>
                <a:gd name="connsiteX480" fmla="*/ 289751 w 619125"/>
                <a:gd name="connsiteY480" fmla="*/ 78867 h 390525"/>
                <a:gd name="connsiteX481" fmla="*/ 287560 w 619125"/>
                <a:gd name="connsiteY481" fmla="*/ 75914 h 390525"/>
                <a:gd name="connsiteX482" fmla="*/ 286226 w 619125"/>
                <a:gd name="connsiteY482" fmla="*/ 75057 h 390525"/>
                <a:gd name="connsiteX483" fmla="*/ 273463 w 619125"/>
                <a:gd name="connsiteY483" fmla="*/ 71533 h 390525"/>
                <a:gd name="connsiteX484" fmla="*/ 271653 w 619125"/>
                <a:gd name="connsiteY484" fmla="*/ 70675 h 390525"/>
                <a:gd name="connsiteX485" fmla="*/ 271177 w 619125"/>
                <a:gd name="connsiteY485" fmla="*/ 70104 h 390525"/>
                <a:gd name="connsiteX486" fmla="*/ 268796 w 619125"/>
                <a:gd name="connsiteY486" fmla="*/ 65437 h 390525"/>
                <a:gd name="connsiteX487" fmla="*/ 267462 w 619125"/>
                <a:gd name="connsiteY487" fmla="*/ 64008 h 390525"/>
                <a:gd name="connsiteX488" fmla="*/ 266224 w 619125"/>
                <a:gd name="connsiteY488" fmla="*/ 63151 h 390525"/>
                <a:gd name="connsiteX489" fmla="*/ 261938 w 619125"/>
                <a:gd name="connsiteY489" fmla="*/ 61055 h 390525"/>
                <a:gd name="connsiteX490" fmla="*/ 260890 w 619125"/>
                <a:gd name="connsiteY490" fmla="*/ 60769 h 390525"/>
                <a:gd name="connsiteX491" fmla="*/ 259652 w 619125"/>
                <a:gd name="connsiteY491" fmla="*/ 60674 h 390525"/>
                <a:gd name="connsiteX492" fmla="*/ 259080 w 619125"/>
                <a:gd name="connsiteY492" fmla="*/ 60769 h 390525"/>
                <a:gd name="connsiteX493" fmla="*/ 258128 w 619125"/>
                <a:gd name="connsiteY493" fmla="*/ 61055 h 390525"/>
                <a:gd name="connsiteX494" fmla="*/ 256889 w 619125"/>
                <a:gd name="connsiteY494" fmla="*/ 61722 h 390525"/>
                <a:gd name="connsiteX495" fmla="*/ 256127 w 619125"/>
                <a:gd name="connsiteY495" fmla="*/ 62389 h 390525"/>
                <a:gd name="connsiteX496" fmla="*/ 255556 w 619125"/>
                <a:gd name="connsiteY496" fmla="*/ 63055 h 390525"/>
                <a:gd name="connsiteX497" fmla="*/ 254794 w 619125"/>
                <a:gd name="connsiteY497" fmla="*/ 63627 h 390525"/>
                <a:gd name="connsiteX498" fmla="*/ 253937 w 619125"/>
                <a:gd name="connsiteY498" fmla="*/ 63913 h 390525"/>
                <a:gd name="connsiteX499" fmla="*/ 252984 w 619125"/>
                <a:gd name="connsiteY499" fmla="*/ 63436 h 390525"/>
                <a:gd name="connsiteX500" fmla="*/ 252603 w 619125"/>
                <a:gd name="connsiteY500" fmla="*/ 63246 h 390525"/>
                <a:gd name="connsiteX501" fmla="*/ 252222 w 619125"/>
                <a:gd name="connsiteY501" fmla="*/ 62770 h 390525"/>
                <a:gd name="connsiteX502" fmla="*/ 251841 w 619125"/>
                <a:gd name="connsiteY502" fmla="*/ 62103 h 390525"/>
                <a:gd name="connsiteX503" fmla="*/ 251460 w 619125"/>
                <a:gd name="connsiteY503" fmla="*/ 61055 h 390525"/>
                <a:gd name="connsiteX504" fmla="*/ 251174 w 619125"/>
                <a:gd name="connsiteY504" fmla="*/ 60293 h 390525"/>
                <a:gd name="connsiteX505" fmla="*/ 250888 w 619125"/>
                <a:gd name="connsiteY505" fmla="*/ 57912 h 390525"/>
                <a:gd name="connsiteX506" fmla="*/ 250507 w 619125"/>
                <a:gd name="connsiteY506" fmla="*/ 56959 h 390525"/>
                <a:gd name="connsiteX507" fmla="*/ 249936 w 619125"/>
                <a:gd name="connsiteY507" fmla="*/ 55435 h 390525"/>
                <a:gd name="connsiteX508" fmla="*/ 249650 w 619125"/>
                <a:gd name="connsiteY508" fmla="*/ 54959 h 390525"/>
                <a:gd name="connsiteX509" fmla="*/ 249174 w 619125"/>
                <a:gd name="connsiteY509" fmla="*/ 54388 h 390525"/>
                <a:gd name="connsiteX510" fmla="*/ 247555 w 619125"/>
                <a:gd name="connsiteY510" fmla="*/ 52959 h 390525"/>
                <a:gd name="connsiteX511" fmla="*/ 244602 w 619125"/>
                <a:gd name="connsiteY511" fmla="*/ 50863 h 390525"/>
                <a:gd name="connsiteX512" fmla="*/ 241840 w 619125"/>
                <a:gd name="connsiteY512" fmla="*/ 47815 h 390525"/>
                <a:gd name="connsiteX513" fmla="*/ 240887 w 619125"/>
                <a:gd name="connsiteY513" fmla="*/ 46387 h 390525"/>
                <a:gd name="connsiteX514" fmla="*/ 238411 w 619125"/>
                <a:gd name="connsiteY514" fmla="*/ 41910 h 390525"/>
                <a:gd name="connsiteX515" fmla="*/ 236887 w 619125"/>
                <a:gd name="connsiteY515" fmla="*/ 40100 h 390525"/>
                <a:gd name="connsiteX516" fmla="*/ 234982 w 619125"/>
                <a:gd name="connsiteY516" fmla="*/ 38481 h 390525"/>
                <a:gd name="connsiteX517" fmla="*/ 234410 w 619125"/>
                <a:gd name="connsiteY517" fmla="*/ 38100 h 390525"/>
                <a:gd name="connsiteX518" fmla="*/ 233934 w 619125"/>
                <a:gd name="connsiteY518" fmla="*/ 37909 h 390525"/>
                <a:gd name="connsiteX519" fmla="*/ 233077 w 619125"/>
                <a:gd name="connsiteY519" fmla="*/ 37433 h 390525"/>
                <a:gd name="connsiteX520" fmla="*/ 232696 w 619125"/>
                <a:gd name="connsiteY520" fmla="*/ 37147 h 390525"/>
                <a:gd name="connsiteX521" fmla="*/ 229743 w 619125"/>
                <a:gd name="connsiteY521" fmla="*/ 34100 h 390525"/>
                <a:gd name="connsiteX522" fmla="*/ 228790 w 619125"/>
                <a:gd name="connsiteY522" fmla="*/ 33528 h 390525"/>
                <a:gd name="connsiteX523" fmla="*/ 228029 w 619125"/>
                <a:gd name="connsiteY523" fmla="*/ 33147 h 390525"/>
                <a:gd name="connsiteX524" fmla="*/ 226981 w 619125"/>
                <a:gd name="connsiteY524" fmla="*/ 32766 h 390525"/>
                <a:gd name="connsiteX525" fmla="*/ 226504 w 619125"/>
                <a:gd name="connsiteY525" fmla="*/ 32480 h 390525"/>
                <a:gd name="connsiteX526" fmla="*/ 226123 w 619125"/>
                <a:gd name="connsiteY526" fmla="*/ 31909 h 390525"/>
                <a:gd name="connsiteX527" fmla="*/ 225933 w 619125"/>
                <a:gd name="connsiteY527" fmla="*/ 30956 h 390525"/>
                <a:gd name="connsiteX528" fmla="*/ 225933 w 619125"/>
                <a:gd name="connsiteY528" fmla="*/ 30194 h 390525"/>
                <a:gd name="connsiteX529" fmla="*/ 226123 w 619125"/>
                <a:gd name="connsiteY529" fmla="*/ 29623 h 390525"/>
                <a:gd name="connsiteX530" fmla="*/ 226409 w 619125"/>
                <a:gd name="connsiteY530" fmla="*/ 28575 h 390525"/>
                <a:gd name="connsiteX531" fmla="*/ 226600 w 619125"/>
                <a:gd name="connsiteY531" fmla="*/ 28099 h 390525"/>
                <a:gd name="connsiteX532" fmla="*/ 226695 w 619125"/>
                <a:gd name="connsiteY532" fmla="*/ 27527 h 390525"/>
                <a:gd name="connsiteX533" fmla="*/ 226600 w 619125"/>
                <a:gd name="connsiteY533" fmla="*/ 27051 h 390525"/>
                <a:gd name="connsiteX534" fmla="*/ 226314 w 619125"/>
                <a:gd name="connsiteY534" fmla="*/ 26098 h 390525"/>
                <a:gd name="connsiteX535" fmla="*/ 226123 w 619125"/>
                <a:gd name="connsiteY535" fmla="*/ 25717 h 390525"/>
                <a:gd name="connsiteX536" fmla="*/ 225743 w 619125"/>
                <a:gd name="connsiteY536" fmla="*/ 25241 h 390525"/>
                <a:gd name="connsiteX537" fmla="*/ 223361 w 619125"/>
                <a:gd name="connsiteY537" fmla="*/ 22860 h 390525"/>
                <a:gd name="connsiteX538" fmla="*/ 222218 w 619125"/>
                <a:gd name="connsiteY538" fmla="*/ 21146 h 390525"/>
                <a:gd name="connsiteX539" fmla="*/ 219742 w 619125"/>
                <a:gd name="connsiteY539" fmla="*/ 16669 h 390525"/>
                <a:gd name="connsiteX540" fmla="*/ 219075 w 619125"/>
                <a:gd name="connsiteY540" fmla="*/ 14764 h 390525"/>
                <a:gd name="connsiteX541" fmla="*/ 218599 w 619125"/>
                <a:gd name="connsiteY541" fmla="*/ 12763 h 390525"/>
                <a:gd name="connsiteX542" fmla="*/ 218027 w 619125"/>
                <a:gd name="connsiteY542" fmla="*/ 11239 h 390525"/>
                <a:gd name="connsiteX543" fmla="*/ 217741 w 619125"/>
                <a:gd name="connsiteY543" fmla="*/ 10763 h 390525"/>
                <a:gd name="connsiteX544" fmla="*/ 217170 w 619125"/>
                <a:gd name="connsiteY544" fmla="*/ 10192 h 390525"/>
                <a:gd name="connsiteX545" fmla="*/ 216027 w 619125"/>
                <a:gd name="connsiteY545" fmla="*/ 9620 h 390525"/>
                <a:gd name="connsiteX546" fmla="*/ 214503 w 619125"/>
                <a:gd name="connsiteY546" fmla="*/ 9239 h 390525"/>
                <a:gd name="connsiteX547" fmla="*/ 213741 w 619125"/>
                <a:gd name="connsiteY547" fmla="*/ 8858 h 390525"/>
                <a:gd name="connsiteX548" fmla="*/ 212979 w 619125"/>
                <a:gd name="connsiteY548" fmla="*/ 8382 h 390525"/>
                <a:gd name="connsiteX549" fmla="*/ 210312 w 619125"/>
                <a:gd name="connsiteY549" fmla="*/ 6096 h 390525"/>
                <a:gd name="connsiteX550" fmla="*/ 209550 w 619125"/>
                <a:gd name="connsiteY550" fmla="*/ 5620 h 390525"/>
                <a:gd name="connsiteX551" fmla="*/ 208883 w 619125"/>
                <a:gd name="connsiteY551" fmla="*/ 4381 h 390525"/>
                <a:gd name="connsiteX552" fmla="*/ 207359 w 619125"/>
                <a:gd name="connsiteY552" fmla="*/ 0 h 390525"/>
                <a:gd name="connsiteX553" fmla="*/ 205930 w 619125"/>
                <a:gd name="connsiteY553" fmla="*/ 667 h 390525"/>
                <a:gd name="connsiteX554" fmla="*/ 204692 w 619125"/>
                <a:gd name="connsiteY554" fmla="*/ 1524 h 390525"/>
                <a:gd name="connsiteX555" fmla="*/ 204597 w 619125"/>
                <a:gd name="connsiteY555" fmla="*/ 1524 h 390525"/>
                <a:gd name="connsiteX556" fmla="*/ 204502 w 619125"/>
                <a:gd name="connsiteY556" fmla="*/ 1714 h 390525"/>
                <a:gd name="connsiteX557" fmla="*/ 204121 w 619125"/>
                <a:gd name="connsiteY557" fmla="*/ 2286 h 390525"/>
                <a:gd name="connsiteX558" fmla="*/ 203549 w 619125"/>
                <a:gd name="connsiteY558" fmla="*/ 3810 h 390525"/>
                <a:gd name="connsiteX559" fmla="*/ 203359 w 619125"/>
                <a:gd name="connsiteY559" fmla="*/ 4286 h 390525"/>
                <a:gd name="connsiteX560" fmla="*/ 203073 w 619125"/>
                <a:gd name="connsiteY560" fmla="*/ 4667 h 390525"/>
                <a:gd name="connsiteX561" fmla="*/ 202406 w 619125"/>
                <a:gd name="connsiteY561" fmla="*/ 5429 h 390525"/>
                <a:gd name="connsiteX562" fmla="*/ 202025 w 619125"/>
                <a:gd name="connsiteY562" fmla="*/ 5620 h 390525"/>
                <a:gd name="connsiteX563" fmla="*/ 201358 w 619125"/>
                <a:gd name="connsiteY563" fmla="*/ 5810 h 390525"/>
                <a:gd name="connsiteX564" fmla="*/ 197358 w 619125"/>
                <a:gd name="connsiteY564" fmla="*/ 5810 h 390525"/>
                <a:gd name="connsiteX565" fmla="*/ 195929 w 619125"/>
                <a:gd name="connsiteY565" fmla="*/ 6096 h 390525"/>
                <a:gd name="connsiteX566" fmla="*/ 195263 w 619125"/>
                <a:gd name="connsiteY566" fmla="*/ 6382 h 390525"/>
                <a:gd name="connsiteX567" fmla="*/ 194786 w 619125"/>
                <a:gd name="connsiteY567" fmla="*/ 6763 h 390525"/>
                <a:gd name="connsiteX568" fmla="*/ 194501 w 619125"/>
                <a:gd name="connsiteY568" fmla="*/ 7239 h 390525"/>
                <a:gd name="connsiteX569" fmla="*/ 194024 w 619125"/>
                <a:gd name="connsiteY569" fmla="*/ 8572 h 390525"/>
                <a:gd name="connsiteX570" fmla="*/ 193738 w 619125"/>
                <a:gd name="connsiteY570" fmla="*/ 9239 h 390525"/>
                <a:gd name="connsiteX571" fmla="*/ 193453 w 619125"/>
                <a:gd name="connsiteY571" fmla="*/ 9525 h 390525"/>
                <a:gd name="connsiteX572" fmla="*/ 193262 w 619125"/>
                <a:gd name="connsiteY572" fmla="*/ 9715 h 390525"/>
                <a:gd name="connsiteX573" fmla="*/ 192691 w 619125"/>
                <a:gd name="connsiteY573" fmla="*/ 10192 h 390525"/>
                <a:gd name="connsiteX574" fmla="*/ 191167 w 619125"/>
                <a:gd name="connsiteY574" fmla="*/ 11239 h 390525"/>
                <a:gd name="connsiteX575" fmla="*/ 189357 w 619125"/>
                <a:gd name="connsiteY575" fmla="*/ 12001 h 390525"/>
                <a:gd name="connsiteX576" fmla="*/ 188976 w 619125"/>
                <a:gd name="connsiteY576" fmla="*/ 12287 h 390525"/>
                <a:gd name="connsiteX577" fmla="*/ 188690 w 619125"/>
                <a:gd name="connsiteY577" fmla="*/ 12668 h 390525"/>
                <a:gd name="connsiteX578" fmla="*/ 188500 w 619125"/>
                <a:gd name="connsiteY578" fmla="*/ 13144 h 390525"/>
                <a:gd name="connsiteX579" fmla="*/ 188500 w 619125"/>
                <a:gd name="connsiteY579" fmla="*/ 13621 h 390525"/>
                <a:gd name="connsiteX580" fmla="*/ 188595 w 619125"/>
                <a:gd name="connsiteY580" fmla="*/ 14097 h 390525"/>
                <a:gd name="connsiteX581" fmla="*/ 188881 w 619125"/>
                <a:gd name="connsiteY581" fmla="*/ 14573 h 390525"/>
                <a:gd name="connsiteX582" fmla="*/ 189071 w 619125"/>
                <a:gd name="connsiteY582" fmla="*/ 14954 h 390525"/>
                <a:gd name="connsiteX583" fmla="*/ 189357 w 619125"/>
                <a:gd name="connsiteY583" fmla="*/ 15240 h 390525"/>
                <a:gd name="connsiteX584" fmla="*/ 189643 w 619125"/>
                <a:gd name="connsiteY584" fmla="*/ 15621 h 390525"/>
                <a:gd name="connsiteX585" fmla="*/ 189643 w 619125"/>
                <a:gd name="connsiteY585" fmla="*/ 16002 h 390525"/>
                <a:gd name="connsiteX586" fmla="*/ 189166 w 619125"/>
                <a:gd name="connsiteY586" fmla="*/ 16192 h 390525"/>
                <a:gd name="connsiteX587" fmla="*/ 188500 w 619125"/>
                <a:gd name="connsiteY587" fmla="*/ 16192 h 390525"/>
                <a:gd name="connsiteX588" fmla="*/ 187452 w 619125"/>
                <a:gd name="connsiteY588" fmla="*/ 15716 h 390525"/>
                <a:gd name="connsiteX589" fmla="*/ 186785 w 619125"/>
                <a:gd name="connsiteY589" fmla="*/ 15430 h 390525"/>
                <a:gd name="connsiteX590" fmla="*/ 186309 w 619125"/>
                <a:gd name="connsiteY590" fmla="*/ 15050 h 390525"/>
                <a:gd name="connsiteX591" fmla="*/ 184023 w 619125"/>
                <a:gd name="connsiteY591" fmla="*/ 12668 h 390525"/>
                <a:gd name="connsiteX592" fmla="*/ 182499 w 619125"/>
                <a:gd name="connsiteY592" fmla="*/ 11430 h 390525"/>
                <a:gd name="connsiteX593" fmla="*/ 182023 w 619125"/>
                <a:gd name="connsiteY593" fmla="*/ 11239 h 390525"/>
                <a:gd name="connsiteX594" fmla="*/ 181451 w 619125"/>
                <a:gd name="connsiteY594" fmla="*/ 11239 h 390525"/>
                <a:gd name="connsiteX595" fmla="*/ 179927 w 619125"/>
                <a:gd name="connsiteY595" fmla="*/ 11621 h 390525"/>
                <a:gd name="connsiteX596" fmla="*/ 179261 w 619125"/>
                <a:gd name="connsiteY596" fmla="*/ 11621 h 390525"/>
                <a:gd name="connsiteX597" fmla="*/ 178213 w 619125"/>
                <a:gd name="connsiteY597" fmla="*/ 11144 h 390525"/>
                <a:gd name="connsiteX598" fmla="*/ 177737 w 619125"/>
                <a:gd name="connsiteY598" fmla="*/ 10668 h 390525"/>
                <a:gd name="connsiteX599" fmla="*/ 177451 w 619125"/>
                <a:gd name="connsiteY599" fmla="*/ 10192 h 390525"/>
                <a:gd name="connsiteX600" fmla="*/ 177355 w 619125"/>
                <a:gd name="connsiteY600" fmla="*/ 9620 h 390525"/>
                <a:gd name="connsiteX601" fmla="*/ 176974 w 619125"/>
                <a:gd name="connsiteY601" fmla="*/ 7429 h 390525"/>
                <a:gd name="connsiteX602" fmla="*/ 176689 w 619125"/>
                <a:gd name="connsiteY602" fmla="*/ 6382 h 390525"/>
                <a:gd name="connsiteX603" fmla="*/ 176498 w 619125"/>
                <a:gd name="connsiteY603" fmla="*/ 5905 h 390525"/>
                <a:gd name="connsiteX604" fmla="*/ 174879 w 619125"/>
                <a:gd name="connsiteY604" fmla="*/ 3048 h 390525"/>
                <a:gd name="connsiteX605" fmla="*/ 174498 w 619125"/>
                <a:gd name="connsiteY605" fmla="*/ 2667 h 390525"/>
                <a:gd name="connsiteX606" fmla="*/ 174117 w 619125"/>
                <a:gd name="connsiteY606" fmla="*/ 2476 h 390525"/>
                <a:gd name="connsiteX607" fmla="*/ 173164 w 619125"/>
                <a:gd name="connsiteY607" fmla="*/ 2000 h 390525"/>
                <a:gd name="connsiteX608" fmla="*/ 172498 w 619125"/>
                <a:gd name="connsiteY608" fmla="*/ 1905 h 390525"/>
                <a:gd name="connsiteX609" fmla="*/ 171831 w 619125"/>
                <a:gd name="connsiteY609" fmla="*/ 2000 h 390525"/>
                <a:gd name="connsiteX610" fmla="*/ 170783 w 619125"/>
                <a:gd name="connsiteY610" fmla="*/ 2476 h 390525"/>
                <a:gd name="connsiteX611" fmla="*/ 170212 w 619125"/>
                <a:gd name="connsiteY611" fmla="*/ 2857 h 390525"/>
                <a:gd name="connsiteX612" fmla="*/ 169736 w 619125"/>
                <a:gd name="connsiteY612" fmla="*/ 3238 h 390525"/>
                <a:gd name="connsiteX613" fmla="*/ 169545 w 619125"/>
                <a:gd name="connsiteY613" fmla="*/ 3619 h 390525"/>
                <a:gd name="connsiteX614" fmla="*/ 169069 w 619125"/>
                <a:gd name="connsiteY614" fmla="*/ 4000 h 390525"/>
                <a:gd name="connsiteX615" fmla="*/ 168307 w 619125"/>
                <a:gd name="connsiteY615" fmla="*/ 5239 h 390525"/>
                <a:gd name="connsiteX616" fmla="*/ 166116 w 619125"/>
                <a:gd name="connsiteY616" fmla="*/ 7715 h 390525"/>
                <a:gd name="connsiteX617" fmla="*/ 165354 w 619125"/>
                <a:gd name="connsiteY617" fmla="*/ 8287 h 390525"/>
                <a:gd name="connsiteX618" fmla="*/ 164497 w 619125"/>
                <a:gd name="connsiteY618" fmla="*/ 8763 h 390525"/>
                <a:gd name="connsiteX619" fmla="*/ 164021 w 619125"/>
                <a:gd name="connsiteY619" fmla="*/ 8858 h 390525"/>
                <a:gd name="connsiteX620" fmla="*/ 148209 w 619125"/>
                <a:gd name="connsiteY620" fmla="*/ 10477 h 390525"/>
                <a:gd name="connsiteX621" fmla="*/ 145542 w 619125"/>
                <a:gd name="connsiteY621" fmla="*/ 10096 h 390525"/>
                <a:gd name="connsiteX622" fmla="*/ 144685 w 619125"/>
                <a:gd name="connsiteY622" fmla="*/ 9811 h 390525"/>
                <a:gd name="connsiteX623" fmla="*/ 144018 w 619125"/>
                <a:gd name="connsiteY623" fmla="*/ 9525 h 390525"/>
                <a:gd name="connsiteX624" fmla="*/ 143637 w 619125"/>
                <a:gd name="connsiteY624" fmla="*/ 9239 h 390525"/>
                <a:gd name="connsiteX625" fmla="*/ 141351 w 619125"/>
                <a:gd name="connsiteY625" fmla="*/ 6858 h 390525"/>
                <a:gd name="connsiteX626" fmla="*/ 140589 w 619125"/>
                <a:gd name="connsiteY626" fmla="*/ 6286 h 390525"/>
                <a:gd name="connsiteX627" fmla="*/ 139732 w 619125"/>
                <a:gd name="connsiteY627" fmla="*/ 5810 h 390525"/>
                <a:gd name="connsiteX628" fmla="*/ 138779 w 619125"/>
                <a:gd name="connsiteY628" fmla="*/ 5334 h 390525"/>
                <a:gd name="connsiteX629" fmla="*/ 138208 w 619125"/>
                <a:gd name="connsiteY629" fmla="*/ 5239 h 390525"/>
                <a:gd name="connsiteX630" fmla="*/ 136970 w 619125"/>
                <a:gd name="connsiteY630" fmla="*/ 5048 h 390525"/>
                <a:gd name="connsiteX631" fmla="*/ 126206 w 619125"/>
                <a:gd name="connsiteY631" fmla="*/ 4953 h 390525"/>
                <a:gd name="connsiteX632" fmla="*/ 122777 w 619125"/>
                <a:gd name="connsiteY632" fmla="*/ 3048 h 390525"/>
                <a:gd name="connsiteX633" fmla="*/ 121729 w 619125"/>
                <a:gd name="connsiteY633" fmla="*/ 2667 h 390525"/>
                <a:gd name="connsiteX634" fmla="*/ 119444 w 619125"/>
                <a:gd name="connsiteY634" fmla="*/ 2191 h 390525"/>
                <a:gd name="connsiteX635" fmla="*/ 109633 w 619125"/>
                <a:gd name="connsiteY635" fmla="*/ 2476 h 390525"/>
                <a:gd name="connsiteX636" fmla="*/ 107252 w 619125"/>
                <a:gd name="connsiteY636" fmla="*/ 2000 h 390525"/>
                <a:gd name="connsiteX637" fmla="*/ 105156 w 619125"/>
                <a:gd name="connsiteY637" fmla="*/ 1333 h 390525"/>
                <a:gd name="connsiteX638" fmla="*/ 103251 w 619125"/>
                <a:gd name="connsiteY638" fmla="*/ 571 h 390525"/>
                <a:gd name="connsiteX639" fmla="*/ 102203 w 619125"/>
                <a:gd name="connsiteY639" fmla="*/ 190 h 390525"/>
                <a:gd name="connsiteX640" fmla="*/ 101632 w 619125"/>
                <a:gd name="connsiteY640" fmla="*/ 286 h 390525"/>
                <a:gd name="connsiteX641" fmla="*/ 100965 w 619125"/>
                <a:gd name="connsiteY641" fmla="*/ 476 h 390525"/>
                <a:gd name="connsiteX642" fmla="*/ 99536 w 619125"/>
                <a:gd name="connsiteY642" fmla="*/ 2191 h 390525"/>
                <a:gd name="connsiteX643" fmla="*/ 98870 w 619125"/>
                <a:gd name="connsiteY643" fmla="*/ 2572 h 390525"/>
                <a:gd name="connsiteX644" fmla="*/ 97822 w 619125"/>
                <a:gd name="connsiteY644" fmla="*/ 2857 h 390525"/>
                <a:gd name="connsiteX645" fmla="*/ 96964 w 619125"/>
                <a:gd name="connsiteY645" fmla="*/ 2953 h 390525"/>
                <a:gd name="connsiteX646" fmla="*/ 96298 w 619125"/>
                <a:gd name="connsiteY646" fmla="*/ 2857 h 390525"/>
                <a:gd name="connsiteX647" fmla="*/ 93631 w 619125"/>
                <a:gd name="connsiteY647" fmla="*/ 2096 h 390525"/>
                <a:gd name="connsiteX648" fmla="*/ 93059 w 619125"/>
                <a:gd name="connsiteY648" fmla="*/ 2096 h 390525"/>
                <a:gd name="connsiteX649" fmla="*/ 92393 w 619125"/>
                <a:gd name="connsiteY649" fmla="*/ 2000 h 390525"/>
                <a:gd name="connsiteX650" fmla="*/ 91821 w 619125"/>
                <a:gd name="connsiteY650" fmla="*/ 2096 h 390525"/>
                <a:gd name="connsiteX651" fmla="*/ 91249 w 619125"/>
                <a:gd name="connsiteY651" fmla="*/ 2381 h 390525"/>
                <a:gd name="connsiteX652" fmla="*/ 90678 w 619125"/>
                <a:gd name="connsiteY652" fmla="*/ 2762 h 390525"/>
                <a:gd name="connsiteX653" fmla="*/ 86487 w 619125"/>
                <a:gd name="connsiteY653" fmla="*/ 7334 h 390525"/>
                <a:gd name="connsiteX654" fmla="*/ 85535 w 619125"/>
                <a:gd name="connsiteY654" fmla="*/ 8668 h 390525"/>
                <a:gd name="connsiteX655" fmla="*/ 85249 w 619125"/>
                <a:gd name="connsiteY655" fmla="*/ 9334 h 390525"/>
                <a:gd name="connsiteX656" fmla="*/ 85154 w 619125"/>
                <a:gd name="connsiteY656" fmla="*/ 9906 h 390525"/>
                <a:gd name="connsiteX657" fmla="*/ 85725 w 619125"/>
                <a:gd name="connsiteY657" fmla="*/ 11239 h 390525"/>
                <a:gd name="connsiteX658" fmla="*/ 88773 w 619125"/>
                <a:gd name="connsiteY658" fmla="*/ 11525 h 390525"/>
                <a:gd name="connsiteX659" fmla="*/ 90392 w 619125"/>
                <a:gd name="connsiteY659" fmla="*/ 12001 h 390525"/>
                <a:gd name="connsiteX660" fmla="*/ 92297 w 619125"/>
                <a:gd name="connsiteY660" fmla="*/ 12859 h 390525"/>
                <a:gd name="connsiteX661" fmla="*/ 94679 w 619125"/>
                <a:gd name="connsiteY661" fmla="*/ 14478 h 390525"/>
                <a:gd name="connsiteX662" fmla="*/ 95155 w 619125"/>
                <a:gd name="connsiteY662" fmla="*/ 14668 h 390525"/>
                <a:gd name="connsiteX663" fmla="*/ 96298 w 619125"/>
                <a:gd name="connsiteY663" fmla="*/ 14859 h 390525"/>
                <a:gd name="connsiteX664" fmla="*/ 96869 w 619125"/>
                <a:gd name="connsiteY664" fmla="*/ 14859 h 390525"/>
                <a:gd name="connsiteX665" fmla="*/ 99155 w 619125"/>
                <a:gd name="connsiteY665" fmla="*/ 14573 h 390525"/>
                <a:gd name="connsiteX666" fmla="*/ 101632 w 619125"/>
                <a:gd name="connsiteY666" fmla="*/ 14573 h 390525"/>
                <a:gd name="connsiteX667" fmla="*/ 104965 w 619125"/>
                <a:gd name="connsiteY667" fmla="*/ 15335 h 390525"/>
                <a:gd name="connsiteX668" fmla="*/ 108966 w 619125"/>
                <a:gd name="connsiteY668" fmla="*/ 16764 h 390525"/>
                <a:gd name="connsiteX669" fmla="*/ 109347 w 619125"/>
                <a:gd name="connsiteY669" fmla="*/ 17050 h 390525"/>
                <a:gd name="connsiteX670" fmla="*/ 109728 w 619125"/>
                <a:gd name="connsiteY670" fmla="*/ 17335 h 390525"/>
                <a:gd name="connsiteX671" fmla="*/ 110014 w 619125"/>
                <a:gd name="connsiteY671" fmla="*/ 17717 h 390525"/>
                <a:gd name="connsiteX672" fmla="*/ 111633 w 619125"/>
                <a:gd name="connsiteY672" fmla="*/ 20098 h 390525"/>
                <a:gd name="connsiteX673" fmla="*/ 111823 w 619125"/>
                <a:gd name="connsiteY673" fmla="*/ 20574 h 390525"/>
                <a:gd name="connsiteX674" fmla="*/ 111919 w 619125"/>
                <a:gd name="connsiteY674" fmla="*/ 21050 h 390525"/>
                <a:gd name="connsiteX675" fmla="*/ 111919 w 619125"/>
                <a:gd name="connsiteY675" fmla="*/ 22098 h 390525"/>
                <a:gd name="connsiteX676" fmla="*/ 111728 w 619125"/>
                <a:gd name="connsiteY676" fmla="*/ 23622 h 390525"/>
                <a:gd name="connsiteX677" fmla="*/ 110776 w 619125"/>
                <a:gd name="connsiteY677" fmla="*/ 28289 h 390525"/>
                <a:gd name="connsiteX678" fmla="*/ 110395 w 619125"/>
                <a:gd name="connsiteY678" fmla="*/ 29242 h 390525"/>
                <a:gd name="connsiteX679" fmla="*/ 110109 w 619125"/>
                <a:gd name="connsiteY679" fmla="*/ 29718 h 390525"/>
                <a:gd name="connsiteX680" fmla="*/ 108966 w 619125"/>
                <a:gd name="connsiteY680" fmla="*/ 31242 h 390525"/>
                <a:gd name="connsiteX681" fmla="*/ 108585 w 619125"/>
                <a:gd name="connsiteY681" fmla="*/ 31909 h 390525"/>
                <a:gd name="connsiteX682" fmla="*/ 110109 w 619125"/>
                <a:gd name="connsiteY682" fmla="*/ 33338 h 390525"/>
                <a:gd name="connsiteX683" fmla="*/ 112109 w 619125"/>
                <a:gd name="connsiteY683" fmla="*/ 34671 h 390525"/>
                <a:gd name="connsiteX684" fmla="*/ 114205 w 619125"/>
                <a:gd name="connsiteY684" fmla="*/ 35433 h 390525"/>
                <a:gd name="connsiteX685" fmla="*/ 116300 w 619125"/>
                <a:gd name="connsiteY685" fmla="*/ 35147 h 390525"/>
                <a:gd name="connsiteX686" fmla="*/ 118872 w 619125"/>
                <a:gd name="connsiteY686" fmla="*/ 33528 h 390525"/>
                <a:gd name="connsiteX687" fmla="*/ 120110 w 619125"/>
                <a:gd name="connsiteY687" fmla="*/ 33242 h 390525"/>
                <a:gd name="connsiteX688" fmla="*/ 121348 w 619125"/>
                <a:gd name="connsiteY688" fmla="*/ 33433 h 390525"/>
                <a:gd name="connsiteX689" fmla="*/ 123444 w 619125"/>
                <a:gd name="connsiteY689" fmla="*/ 34766 h 390525"/>
                <a:gd name="connsiteX690" fmla="*/ 124492 w 619125"/>
                <a:gd name="connsiteY690" fmla="*/ 35147 h 390525"/>
                <a:gd name="connsiteX691" fmla="*/ 128873 w 619125"/>
                <a:gd name="connsiteY691" fmla="*/ 35814 h 390525"/>
                <a:gd name="connsiteX692" fmla="*/ 129730 w 619125"/>
                <a:gd name="connsiteY692" fmla="*/ 36290 h 390525"/>
                <a:gd name="connsiteX693" fmla="*/ 132683 w 619125"/>
                <a:gd name="connsiteY693" fmla="*/ 38386 h 390525"/>
                <a:gd name="connsiteX694" fmla="*/ 136017 w 619125"/>
                <a:gd name="connsiteY694" fmla="*/ 39719 h 390525"/>
                <a:gd name="connsiteX695" fmla="*/ 137065 w 619125"/>
                <a:gd name="connsiteY695" fmla="*/ 40386 h 390525"/>
                <a:gd name="connsiteX696" fmla="*/ 137731 w 619125"/>
                <a:gd name="connsiteY696" fmla="*/ 41053 h 390525"/>
                <a:gd name="connsiteX697" fmla="*/ 138589 w 619125"/>
                <a:gd name="connsiteY697" fmla="*/ 42481 h 390525"/>
                <a:gd name="connsiteX698" fmla="*/ 138684 w 619125"/>
                <a:gd name="connsiteY698" fmla="*/ 43243 h 390525"/>
                <a:gd name="connsiteX699" fmla="*/ 138874 w 619125"/>
                <a:gd name="connsiteY699" fmla="*/ 43625 h 390525"/>
                <a:gd name="connsiteX700" fmla="*/ 139065 w 619125"/>
                <a:gd name="connsiteY700" fmla="*/ 44577 h 390525"/>
                <a:gd name="connsiteX701" fmla="*/ 140875 w 619125"/>
                <a:gd name="connsiteY701" fmla="*/ 48006 h 390525"/>
                <a:gd name="connsiteX702" fmla="*/ 141065 w 619125"/>
                <a:gd name="connsiteY702" fmla="*/ 48387 h 390525"/>
                <a:gd name="connsiteX703" fmla="*/ 141827 w 619125"/>
                <a:gd name="connsiteY703" fmla="*/ 50959 h 390525"/>
                <a:gd name="connsiteX704" fmla="*/ 141827 w 619125"/>
                <a:gd name="connsiteY704" fmla="*/ 51816 h 390525"/>
                <a:gd name="connsiteX705" fmla="*/ 141637 w 619125"/>
                <a:gd name="connsiteY705" fmla="*/ 53054 h 390525"/>
                <a:gd name="connsiteX706" fmla="*/ 140970 w 619125"/>
                <a:gd name="connsiteY706" fmla="*/ 55531 h 390525"/>
                <a:gd name="connsiteX707" fmla="*/ 141161 w 619125"/>
                <a:gd name="connsiteY707" fmla="*/ 56864 h 390525"/>
                <a:gd name="connsiteX708" fmla="*/ 141541 w 619125"/>
                <a:gd name="connsiteY708" fmla="*/ 57817 h 390525"/>
                <a:gd name="connsiteX709" fmla="*/ 142304 w 619125"/>
                <a:gd name="connsiteY709" fmla="*/ 58388 h 390525"/>
                <a:gd name="connsiteX710" fmla="*/ 142875 w 619125"/>
                <a:gd name="connsiteY710" fmla="*/ 59055 h 390525"/>
                <a:gd name="connsiteX711" fmla="*/ 143161 w 619125"/>
                <a:gd name="connsiteY711" fmla="*/ 60007 h 390525"/>
                <a:gd name="connsiteX712" fmla="*/ 142875 w 619125"/>
                <a:gd name="connsiteY712" fmla="*/ 61055 h 390525"/>
                <a:gd name="connsiteX713" fmla="*/ 141637 w 619125"/>
                <a:gd name="connsiteY713" fmla="*/ 62484 h 390525"/>
                <a:gd name="connsiteX714" fmla="*/ 140208 w 619125"/>
                <a:gd name="connsiteY714" fmla="*/ 62675 h 390525"/>
                <a:gd name="connsiteX715" fmla="*/ 138684 w 619125"/>
                <a:gd name="connsiteY715" fmla="*/ 62389 h 390525"/>
                <a:gd name="connsiteX716" fmla="*/ 137446 w 619125"/>
                <a:gd name="connsiteY716" fmla="*/ 61722 h 390525"/>
                <a:gd name="connsiteX717" fmla="*/ 136207 w 619125"/>
                <a:gd name="connsiteY717" fmla="*/ 61531 h 390525"/>
                <a:gd name="connsiteX718" fmla="*/ 135350 w 619125"/>
                <a:gd name="connsiteY718" fmla="*/ 61627 h 390525"/>
                <a:gd name="connsiteX719" fmla="*/ 134588 w 619125"/>
                <a:gd name="connsiteY719" fmla="*/ 62103 h 390525"/>
                <a:gd name="connsiteX720" fmla="*/ 134398 w 619125"/>
                <a:gd name="connsiteY720" fmla="*/ 62579 h 390525"/>
                <a:gd name="connsiteX721" fmla="*/ 134398 w 619125"/>
                <a:gd name="connsiteY721" fmla="*/ 63341 h 390525"/>
                <a:gd name="connsiteX722" fmla="*/ 134493 w 619125"/>
                <a:gd name="connsiteY722" fmla="*/ 63913 h 390525"/>
                <a:gd name="connsiteX723" fmla="*/ 134779 w 619125"/>
                <a:gd name="connsiteY723" fmla="*/ 64389 h 390525"/>
                <a:gd name="connsiteX724" fmla="*/ 134683 w 619125"/>
                <a:gd name="connsiteY724" fmla="*/ 64865 h 390525"/>
                <a:gd name="connsiteX725" fmla="*/ 134398 w 619125"/>
                <a:gd name="connsiteY725" fmla="*/ 65437 h 390525"/>
                <a:gd name="connsiteX726" fmla="*/ 131731 w 619125"/>
                <a:gd name="connsiteY726" fmla="*/ 67437 h 390525"/>
                <a:gd name="connsiteX727" fmla="*/ 131064 w 619125"/>
                <a:gd name="connsiteY727" fmla="*/ 67818 h 390525"/>
                <a:gd name="connsiteX728" fmla="*/ 130493 w 619125"/>
                <a:gd name="connsiteY728" fmla="*/ 68008 h 390525"/>
                <a:gd name="connsiteX729" fmla="*/ 129921 w 619125"/>
                <a:gd name="connsiteY729" fmla="*/ 67913 h 390525"/>
                <a:gd name="connsiteX730" fmla="*/ 129730 w 619125"/>
                <a:gd name="connsiteY730" fmla="*/ 67818 h 390525"/>
                <a:gd name="connsiteX731" fmla="*/ 129540 w 619125"/>
                <a:gd name="connsiteY731" fmla="*/ 67723 h 390525"/>
                <a:gd name="connsiteX732" fmla="*/ 126968 w 619125"/>
                <a:gd name="connsiteY732" fmla="*/ 66008 h 390525"/>
                <a:gd name="connsiteX733" fmla="*/ 125539 w 619125"/>
                <a:gd name="connsiteY733" fmla="*/ 65437 h 390525"/>
                <a:gd name="connsiteX734" fmla="*/ 119824 w 619125"/>
                <a:gd name="connsiteY734" fmla="*/ 63913 h 390525"/>
                <a:gd name="connsiteX735" fmla="*/ 118967 w 619125"/>
                <a:gd name="connsiteY735" fmla="*/ 63913 h 390525"/>
                <a:gd name="connsiteX736" fmla="*/ 118491 w 619125"/>
                <a:gd name="connsiteY736" fmla="*/ 64008 h 390525"/>
                <a:gd name="connsiteX737" fmla="*/ 117062 w 619125"/>
                <a:gd name="connsiteY737" fmla="*/ 65246 h 390525"/>
                <a:gd name="connsiteX738" fmla="*/ 116681 w 619125"/>
                <a:gd name="connsiteY738" fmla="*/ 65437 h 390525"/>
                <a:gd name="connsiteX739" fmla="*/ 115824 w 619125"/>
                <a:gd name="connsiteY739" fmla="*/ 65818 h 390525"/>
                <a:gd name="connsiteX740" fmla="*/ 115253 w 619125"/>
                <a:gd name="connsiteY740" fmla="*/ 65913 h 390525"/>
                <a:gd name="connsiteX741" fmla="*/ 114681 w 619125"/>
                <a:gd name="connsiteY741" fmla="*/ 65913 h 390525"/>
                <a:gd name="connsiteX742" fmla="*/ 114110 w 619125"/>
                <a:gd name="connsiteY742" fmla="*/ 65818 h 390525"/>
                <a:gd name="connsiteX743" fmla="*/ 113538 w 619125"/>
                <a:gd name="connsiteY743" fmla="*/ 65627 h 390525"/>
                <a:gd name="connsiteX744" fmla="*/ 113157 w 619125"/>
                <a:gd name="connsiteY744" fmla="*/ 65437 h 390525"/>
                <a:gd name="connsiteX745" fmla="*/ 112776 w 619125"/>
                <a:gd name="connsiteY745" fmla="*/ 65151 h 390525"/>
                <a:gd name="connsiteX746" fmla="*/ 111633 w 619125"/>
                <a:gd name="connsiteY746" fmla="*/ 63627 h 390525"/>
                <a:gd name="connsiteX747" fmla="*/ 111347 w 619125"/>
                <a:gd name="connsiteY747" fmla="*/ 63341 h 390525"/>
                <a:gd name="connsiteX748" fmla="*/ 110966 w 619125"/>
                <a:gd name="connsiteY748" fmla="*/ 63151 h 390525"/>
                <a:gd name="connsiteX749" fmla="*/ 110490 w 619125"/>
                <a:gd name="connsiteY749" fmla="*/ 63151 h 390525"/>
                <a:gd name="connsiteX750" fmla="*/ 109442 w 619125"/>
                <a:gd name="connsiteY750" fmla="*/ 63436 h 390525"/>
                <a:gd name="connsiteX751" fmla="*/ 107728 w 619125"/>
                <a:gd name="connsiteY751" fmla="*/ 64294 h 390525"/>
                <a:gd name="connsiteX752" fmla="*/ 106680 w 619125"/>
                <a:gd name="connsiteY752" fmla="*/ 64579 h 390525"/>
                <a:gd name="connsiteX753" fmla="*/ 106108 w 619125"/>
                <a:gd name="connsiteY753" fmla="*/ 64579 h 390525"/>
                <a:gd name="connsiteX754" fmla="*/ 105537 w 619125"/>
                <a:gd name="connsiteY754" fmla="*/ 64484 h 390525"/>
                <a:gd name="connsiteX755" fmla="*/ 104965 w 619125"/>
                <a:gd name="connsiteY755" fmla="*/ 64389 h 390525"/>
                <a:gd name="connsiteX756" fmla="*/ 102584 w 619125"/>
                <a:gd name="connsiteY756" fmla="*/ 63341 h 390525"/>
                <a:gd name="connsiteX757" fmla="*/ 102108 w 619125"/>
                <a:gd name="connsiteY757" fmla="*/ 63246 h 390525"/>
                <a:gd name="connsiteX758" fmla="*/ 101537 w 619125"/>
                <a:gd name="connsiteY758" fmla="*/ 63246 h 390525"/>
                <a:gd name="connsiteX759" fmla="*/ 101060 w 619125"/>
                <a:gd name="connsiteY759" fmla="*/ 63436 h 390525"/>
                <a:gd name="connsiteX760" fmla="*/ 100584 w 619125"/>
                <a:gd name="connsiteY760" fmla="*/ 63627 h 390525"/>
                <a:gd name="connsiteX761" fmla="*/ 100203 w 619125"/>
                <a:gd name="connsiteY761" fmla="*/ 64008 h 390525"/>
                <a:gd name="connsiteX762" fmla="*/ 99917 w 619125"/>
                <a:gd name="connsiteY762" fmla="*/ 64675 h 390525"/>
                <a:gd name="connsiteX763" fmla="*/ 99727 w 619125"/>
                <a:gd name="connsiteY763" fmla="*/ 65246 h 390525"/>
                <a:gd name="connsiteX764" fmla="*/ 99251 w 619125"/>
                <a:gd name="connsiteY764" fmla="*/ 66961 h 390525"/>
                <a:gd name="connsiteX765" fmla="*/ 99060 w 619125"/>
                <a:gd name="connsiteY765" fmla="*/ 67437 h 390525"/>
                <a:gd name="connsiteX766" fmla="*/ 98774 w 619125"/>
                <a:gd name="connsiteY766" fmla="*/ 67723 h 390525"/>
                <a:gd name="connsiteX767" fmla="*/ 98298 w 619125"/>
                <a:gd name="connsiteY767" fmla="*/ 68008 h 390525"/>
                <a:gd name="connsiteX768" fmla="*/ 97346 w 619125"/>
                <a:gd name="connsiteY768" fmla="*/ 68294 h 390525"/>
                <a:gd name="connsiteX769" fmla="*/ 96298 w 619125"/>
                <a:gd name="connsiteY769" fmla="*/ 68485 h 390525"/>
                <a:gd name="connsiteX770" fmla="*/ 95821 w 619125"/>
                <a:gd name="connsiteY770" fmla="*/ 68675 h 390525"/>
                <a:gd name="connsiteX771" fmla="*/ 95440 w 619125"/>
                <a:gd name="connsiteY771" fmla="*/ 70009 h 390525"/>
                <a:gd name="connsiteX772" fmla="*/ 94679 w 619125"/>
                <a:gd name="connsiteY772" fmla="*/ 80200 h 390525"/>
                <a:gd name="connsiteX773" fmla="*/ 94393 w 619125"/>
                <a:gd name="connsiteY773" fmla="*/ 81534 h 390525"/>
                <a:gd name="connsiteX774" fmla="*/ 94012 w 619125"/>
                <a:gd name="connsiteY774" fmla="*/ 81820 h 390525"/>
                <a:gd name="connsiteX775" fmla="*/ 89440 w 619125"/>
                <a:gd name="connsiteY775" fmla="*/ 84963 h 390525"/>
                <a:gd name="connsiteX776" fmla="*/ 88963 w 619125"/>
                <a:gd name="connsiteY776" fmla="*/ 85534 h 390525"/>
                <a:gd name="connsiteX777" fmla="*/ 88678 w 619125"/>
                <a:gd name="connsiteY777" fmla="*/ 85820 h 390525"/>
                <a:gd name="connsiteX778" fmla="*/ 88392 w 619125"/>
                <a:gd name="connsiteY778" fmla="*/ 86296 h 390525"/>
                <a:gd name="connsiteX779" fmla="*/ 88392 w 619125"/>
                <a:gd name="connsiteY779" fmla="*/ 87058 h 390525"/>
                <a:gd name="connsiteX780" fmla="*/ 88487 w 619125"/>
                <a:gd name="connsiteY780" fmla="*/ 88106 h 390525"/>
                <a:gd name="connsiteX781" fmla="*/ 88963 w 619125"/>
                <a:gd name="connsiteY781" fmla="*/ 89821 h 390525"/>
                <a:gd name="connsiteX782" fmla="*/ 89535 w 619125"/>
                <a:gd name="connsiteY782" fmla="*/ 91154 h 390525"/>
                <a:gd name="connsiteX783" fmla="*/ 90964 w 619125"/>
                <a:gd name="connsiteY783" fmla="*/ 92869 h 390525"/>
                <a:gd name="connsiteX784" fmla="*/ 91440 w 619125"/>
                <a:gd name="connsiteY784" fmla="*/ 93726 h 390525"/>
                <a:gd name="connsiteX785" fmla="*/ 91630 w 619125"/>
                <a:gd name="connsiteY785" fmla="*/ 94202 h 390525"/>
                <a:gd name="connsiteX786" fmla="*/ 92297 w 619125"/>
                <a:gd name="connsiteY786" fmla="*/ 96583 h 390525"/>
                <a:gd name="connsiteX787" fmla="*/ 92488 w 619125"/>
                <a:gd name="connsiteY787" fmla="*/ 97060 h 390525"/>
                <a:gd name="connsiteX788" fmla="*/ 92869 w 619125"/>
                <a:gd name="connsiteY788" fmla="*/ 97441 h 390525"/>
                <a:gd name="connsiteX789" fmla="*/ 93250 w 619125"/>
                <a:gd name="connsiteY789" fmla="*/ 97726 h 390525"/>
                <a:gd name="connsiteX790" fmla="*/ 97536 w 619125"/>
                <a:gd name="connsiteY790" fmla="*/ 99631 h 390525"/>
                <a:gd name="connsiteX791" fmla="*/ 97917 w 619125"/>
                <a:gd name="connsiteY791" fmla="*/ 99917 h 390525"/>
                <a:gd name="connsiteX792" fmla="*/ 98298 w 619125"/>
                <a:gd name="connsiteY792" fmla="*/ 100203 h 390525"/>
                <a:gd name="connsiteX793" fmla="*/ 98584 w 619125"/>
                <a:gd name="connsiteY793" fmla="*/ 100584 h 390525"/>
                <a:gd name="connsiteX794" fmla="*/ 98774 w 619125"/>
                <a:gd name="connsiteY794" fmla="*/ 100965 h 390525"/>
                <a:gd name="connsiteX795" fmla="*/ 98965 w 619125"/>
                <a:gd name="connsiteY795" fmla="*/ 101917 h 390525"/>
                <a:gd name="connsiteX796" fmla="*/ 99441 w 619125"/>
                <a:gd name="connsiteY796" fmla="*/ 105918 h 390525"/>
                <a:gd name="connsiteX797" fmla="*/ 99822 w 619125"/>
                <a:gd name="connsiteY797" fmla="*/ 108013 h 390525"/>
                <a:gd name="connsiteX798" fmla="*/ 100584 w 619125"/>
                <a:gd name="connsiteY798" fmla="*/ 109252 h 390525"/>
                <a:gd name="connsiteX799" fmla="*/ 102965 w 619125"/>
                <a:gd name="connsiteY799" fmla="*/ 112014 h 390525"/>
                <a:gd name="connsiteX800" fmla="*/ 103251 w 619125"/>
                <a:gd name="connsiteY800" fmla="*/ 112490 h 390525"/>
                <a:gd name="connsiteX801" fmla="*/ 103346 w 619125"/>
                <a:gd name="connsiteY801" fmla="*/ 113157 h 390525"/>
                <a:gd name="connsiteX802" fmla="*/ 103251 w 619125"/>
                <a:gd name="connsiteY802" fmla="*/ 114014 h 390525"/>
                <a:gd name="connsiteX803" fmla="*/ 102775 w 619125"/>
                <a:gd name="connsiteY803" fmla="*/ 115633 h 390525"/>
                <a:gd name="connsiteX804" fmla="*/ 102394 w 619125"/>
                <a:gd name="connsiteY804" fmla="*/ 116396 h 390525"/>
                <a:gd name="connsiteX805" fmla="*/ 102013 w 619125"/>
                <a:gd name="connsiteY805" fmla="*/ 117062 h 390525"/>
                <a:gd name="connsiteX806" fmla="*/ 101441 w 619125"/>
                <a:gd name="connsiteY806" fmla="*/ 117824 h 390525"/>
                <a:gd name="connsiteX807" fmla="*/ 101155 w 619125"/>
                <a:gd name="connsiteY807" fmla="*/ 118491 h 390525"/>
                <a:gd name="connsiteX808" fmla="*/ 99536 w 619125"/>
                <a:gd name="connsiteY808" fmla="*/ 123254 h 390525"/>
                <a:gd name="connsiteX809" fmla="*/ 98488 w 619125"/>
                <a:gd name="connsiteY809" fmla="*/ 124873 h 390525"/>
                <a:gd name="connsiteX810" fmla="*/ 98298 w 619125"/>
                <a:gd name="connsiteY810" fmla="*/ 125539 h 390525"/>
                <a:gd name="connsiteX811" fmla="*/ 98298 w 619125"/>
                <a:gd name="connsiteY811" fmla="*/ 126492 h 390525"/>
                <a:gd name="connsiteX812" fmla="*/ 98584 w 619125"/>
                <a:gd name="connsiteY812" fmla="*/ 129826 h 390525"/>
                <a:gd name="connsiteX813" fmla="*/ 98679 w 619125"/>
                <a:gd name="connsiteY813" fmla="*/ 136398 h 390525"/>
                <a:gd name="connsiteX814" fmla="*/ 98488 w 619125"/>
                <a:gd name="connsiteY814" fmla="*/ 137350 h 390525"/>
                <a:gd name="connsiteX815" fmla="*/ 97631 w 619125"/>
                <a:gd name="connsiteY815" fmla="*/ 138684 h 390525"/>
                <a:gd name="connsiteX816" fmla="*/ 96393 w 619125"/>
                <a:gd name="connsiteY816" fmla="*/ 140208 h 390525"/>
                <a:gd name="connsiteX817" fmla="*/ 96107 w 619125"/>
                <a:gd name="connsiteY817" fmla="*/ 141160 h 390525"/>
                <a:gd name="connsiteX818" fmla="*/ 95821 w 619125"/>
                <a:gd name="connsiteY818" fmla="*/ 141922 h 390525"/>
                <a:gd name="connsiteX819" fmla="*/ 95917 w 619125"/>
                <a:gd name="connsiteY819" fmla="*/ 142875 h 390525"/>
                <a:gd name="connsiteX820" fmla="*/ 96107 w 619125"/>
                <a:gd name="connsiteY820" fmla="*/ 143446 h 390525"/>
                <a:gd name="connsiteX821" fmla="*/ 96964 w 619125"/>
                <a:gd name="connsiteY821" fmla="*/ 144209 h 390525"/>
                <a:gd name="connsiteX822" fmla="*/ 100870 w 619125"/>
                <a:gd name="connsiteY822" fmla="*/ 145256 h 390525"/>
                <a:gd name="connsiteX823" fmla="*/ 102108 w 619125"/>
                <a:gd name="connsiteY823" fmla="*/ 146018 h 390525"/>
                <a:gd name="connsiteX824" fmla="*/ 103346 w 619125"/>
                <a:gd name="connsiteY824" fmla="*/ 147256 h 390525"/>
                <a:gd name="connsiteX825" fmla="*/ 105728 w 619125"/>
                <a:gd name="connsiteY825" fmla="*/ 150209 h 390525"/>
                <a:gd name="connsiteX826" fmla="*/ 107442 w 619125"/>
                <a:gd name="connsiteY826" fmla="*/ 153734 h 390525"/>
                <a:gd name="connsiteX827" fmla="*/ 107728 w 619125"/>
                <a:gd name="connsiteY827" fmla="*/ 156496 h 390525"/>
                <a:gd name="connsiteX828" fmla="*/ 107823 w 619125"/>
                <a:gd name="connsiteY828" fmla="*/ 158591 h 390525"/>
                <a:gd name="connsiteX829" fmla="*/ 108013 w 619125"/>
                <a:gd name="connsiteY829" fmla="*/ 160687 h 390525"/>
                <a:gd name="connsiteX830" fmla="*/ 108776 w 619125"/>
                <a:gd name="connsiteY830" fmla="*/ 161163 h 390525"/>
                <a:gd name="connsiteX831" fmla="*/ 109919 w 619125"/>
                <a:gd name="connsiteY831" fmla="*/ 161544 h 390525"/>
                <a:gd name="connsiteX832" fmla="*/ 116491 w 619125"/>
                <a:gd name="connsiteY832" fmla="*/ 162592 h 390525"/>
                <a:gd name="connsiteX833" fmla="*/ 123825 w 619125"/>
                <a:gd name="connsiteY833" fmla="*/ 164687 h 390525"/>
                <a:gd name="connsiteX834" fmla="*/ 126873 w 619125"/>
                <a:gd name="connsiteY834" fmla="*/ 166116 h 390525"/>
                <a:gd name="connsiteX835" fmla="*/ 126587 w 619125"/>
                <a:gd name="connsiteY835" fmla="*/ 166783 h 390525"/>
                <a:gd name="connsiteX836" fmla="*/ 126302 w 619125"/>
                <a:gd name="connsiteY836" fmla="*/ 167164 h 390525"/>
                <a:gd name="connsiteX837" fmla="*/ 126302 w 619125"/>
                <a:gd name="connsiteY837" fmla="*/ 167830 h 390525"/>
                <a:gd name="connsiteX838" fmla="*/ 126682 w 619125"/>
                <a:gd name="connsiteY838" fmla="*/ 168402 h 390525"/>
                <a:gd name="connsiteX839" fmla="*/ 129826 w 619125"/>
                <a:gd name="connsiteY839" fmla="*/ 170212 h 390525"/>
                <a:gd name="connsiteX840" fmla="*/ 130969 w 619125"/>
                <a:gd name="connsiteY840" fmla="*/ 171164 h 390525"/>
                <a:gd name="connsiteX841" fmla="*/ 133540 w 619125"/>
                <a:gd name="connsiteY841" fmla="*/ 172879 h 390525"/>
                <a:gd name="connsiteX842" fmla="*/ 134874 w 619125"/>
                <a:gd name="connsiteY842" fmla="*/ 173450 h 390525"/>
                <a:gd name="connsiteX843" fmla="*/ 136684 w 619125"/>
                <a:gd name="connsiteY843" fmla="*/ 174593 h 390525"/>
                <a:gd name="connsiteX844" fmla="*/ 138113 w 619125"/>
                <a:gd name="connsiteY844" fmla="*/ 175927 h 390525"/>
                <a:gd name="connsiteX845" fmla="*/ 141161 w 619125"/>
                <a:gd name="connsiteY845" fmla="*/ 182118 h 390525"/>
                <a:gd name="connsiteX846" fmla="*/ 141541 w 619125"/>
                <a:gd name="connsiteY846" fmla="*/ 184499 h 390525"/>
                <a:gd name="connsiteX847" fmla="*/ 141065 w 619125"/>
                <a:gd name="connsiteY847" fmla="*/ 186404 h 390525"/>
                <a:gd name="connsiteX848" fmla="*/ 140684 w 619125"/>
                <a:gd name="connsiteY848" fmla="*/ 188500 h 390525"/>
                <a:gd name="connsiteX849" fmla="*/ 140684 w 619125"/>
                <a:gd name="connsiteY849" fmla="*/ 189643 h 390525"/>
                <a:gd name="connsiteX850" fmla="*/ 140779 w 619125"/>
                <a:gd name="connsiteY850" fmla="*/ 190024 h 390525"/>
                <a:gd name="connsiteX851" fmla="*/ 141065 w 619125"/>
                <a:gd name="connsiteY851" fmla="*/ 190690 h 390525"/>
                <a:gd name="connsiteX852" fmla="*/ 143161 w 619125"/>
                <a:gd name="connsiteY852" fmla="*/ 193643 h 390525"/>
                <a:gd name="connsiteX853" fmla="*/ 143446 w 619125"/>
                <a:gd name="connsiteY853" fmla="*/ 194500 h 390525"/>
                <a:gd name="connsiteX854" fmla="*/ 143446 w 619125"/>
                <a:gd name="connsiteY854" fmla="*/ 195358 h 390525"/>
                <a:gd name="connsiteX855" fmla="*/ 142970 w 619125"/>
                <a:gd name="connsiteY855" fmla="*/ 196215 h 390525"/>
                <a:gd name="connsiteX856" fmla="*/ 142399 w 619125"/>
                <a:gd name="connsiteY856" fmla="*/ 196882 h 390525"/>
                <a:gd name="connsiteX857" fmla="*/ 140303 w 619125"/>
                <a:gd name="connsiteY857" fmla="*/ 198596 h 390525"/>
                <a:gd name="connsiteX858" fmla="*/ 138970 w 619125"/>
                <a:gd name="connsiteY858" fmla="*/ 199930 h 390525"/>
                <a:gd name="connsiteX859" fmla="*/ 138494 w 619125"/>
                <a:gd name="connsiteY859" fmla="*/ 200692 h 390525"/>
                <a:gd name="connsiteX860" fmla="*/ 138017 w 619125"/>
                <a:gd name="connsiteY860" fmla="*/ 201549 h 390525"/>
                <a:gd name="connsiteX861" fmla="*/ 137827 w 619125"/>
                <a:gd name="connsiteY861" fmla="*/ 202597 h 390525"/>
                <a:gd name="connsiteX862" fmla="*/ 137827 w 619125"/>
                <a:gd name="connsiteY862" fmla="*/ 203740 h 390525"/>
                <a:gd name="connsiteX863" fmla="*/ 138208 w 619125"/>
                <a:gd name="connsiteY863" fmla="*/ 205835 h 390525"/>
                <a:gd name="connsiteX864" fmla="*/ 140113 w 619125"/>
                <a:gd name="connsiteY864" fmla="*/ 210503 h 390525"/>
                <a:gd name="connsiteX865" fmla="*/ 140303 w 619125"/>
                <a:gd name="connsiteY865" fmla="*/ 211264 h 390525"/>
                <a:gd name="connsiteX866" fmla="*/ 140398 w 619125"/>
                <a:gd name="connsiteY866" fmla="*/ 212122 h 390525"/>
                <a:gd name="connsiteX867" fmla="*/ 140398 w 619125"/>
                <a:gd name="connsiteY867" fmla="*/ 212884 h 390525"/>
                <a:gd name="connsiteX868" fmla="*/ 139827 w 619125"/>
                <a:gd name="connsiteY868" fmla="*/ 216884 h 390525"/>
                <a:gd name="connsiteX869" fmla="*/ 139827 w 619125"/>
                <a:gd name="connsiteY869" fmla="*/ 219170 h 390525"/>
                <a:gd name="connsiteX870" fmla="*/ 139637 w 619125"/>
                <a:gd name="connsiteY870" fmla="*/ 221552 h 390525"/>
                <a:gd name="connsiteX871" fmla="*/ 138970 w 619125"/>
                <a:gd name="connsiteY871" fmla="*/ 223647 h 390525"/>
                <a:gd name="connsiteX872" fmla="*/ 138113 w 619125"/>
                <a:gd name="connsiteY872" fmla="*/ 225362 h 390525"/>
                <a:gd name="connsiteX873" fmla="*/ 136398 w 619125"/>
                <a:gd name="connsiteY873" fmla="*/ 227647 h 390525"/>
                <a:gd name="connsiteX874" fmla="*/ 135731 w 619125"/>
                <a:gd name="connsiteY874" fmla="*/ 228219 h 390525"/>
                <a:gd name="connsiteX875" fmla="*/ 134683 w 619125"/>
                <a:gd name="connsiteY875" fmla="*/ 228790 h 390525"/>
                <a:gd name="connsiteX876" fmla="*/ 133445 w 619125"/>
                <a:gd name="connsiteY876" fmla="*/ 229171 h 390525"/>
                <a:gd name="connsiteX877" fmla="*/ 131254 w 619125"/>
                <a:gd name="connsiteY877" fmla="*/ 229362 h 390525"/>
                <a:gd name="connsiteX878" fmla="*/ 129921 w 619125"/>
                <a:gd name="connsiteY878" fmla="*/ 229171 h 390525"/>
                <a:gd name="connsiteX879" fmla="*/ 129159 w 619125"/>
                <a:gd name="connsiteY879" fmla="*/ 228981 h 390525"/>
                <a:gd name="connsiteX880" fmla="*/ 128397 w 619125"/>
                <a:gd name="connsiteY880" fmla="*/ 228695 h 390525"/>
                <a:gd name="connsiteX881" fmla="*/ 126778 w 619125"/>
                <a:gd name="connsiteY881" fmla="*/ 227743 h 390525"/>
                <a:gd name="connsiteX882" fmla="*/ 126206 w 619125"/>
                <a:gd name="connsiteY882" fmla="*/ 227076 h 390525"/>
                <a:gd name="connsiteX883" fmla="*/ 125730 w 619125"/>
                <a:gd name="connsiteY883" fmla="*/ 226219 h 390525"/>
                <a:gd name="connsiteX884" fmla="*/ 125444 w 619125"/>
                <a:gd name="connsiteY884" fmla="*/ 225266 h 390525"/>
                <a:gd name="connsiteX885" fmla="*/ 125063 w 619125"/>
                <a:gd name="connsiteY885" fmla="*/ 224409 h 390525"/>
                <a:gd name="connsiteX886" fmla="*/ 124396 w 619125"/>
                <a:gd name="connsiteY886" fmla="*/ 223742 h 390525"/>
                <a:gd name="connsiteX887" fmla="*/ 123635 w 619125"/>
                <a:gd name="connsiteY887" fmla="*/ 223266 h 390525"/>
                <a:gd name="connsiteX888" fmla="*/ 122682 w 619125"/>
                <a:gd name="connsiteY888" fmla="*/ 222885 h 390525"/>
                <a:gd name="connsiteX889" fmla="*/ 121634 w 619125"/>
                <a:gd name="connsiteY889" fmla="*/ 222790 h 390525"/>
                <a:gd name="connsiteX890" fmla="*/ 120396 w 619125"/>
                <a:gd name="connsiteY890" fmla="*/ 222885 h 390525"/>
                <a:gd name="connsiteX891" fmla="*/ 119063 w 619125"/>
                <a:gd name="connsiteY891" fmla="*/ 223266 h 390525"/>
                <a:gd name="connsiteX892" fmla="*/ 109347 w 619125"/>
                <a:gd name="connsiteY892" fmla="*/ 228219 h 390525"/>
                <a:gd name="connsiteX893" fmla="*/ 107918 w 619125"/>
                <a:gd name="connsiteY893" fmla="*/ 229362 h 390525"/>
                <a:gd name="connsiteX894" fmla="*/ 102679 w 619125"/>
                <a:gd name="connsiteY894" fmla="*/ 234410 h 390525"/>
                <a:gd name="connsiteX895" fmla="*/ 102108 w 619125"/>
                <a:gd name="connsiteY895" fmla="*/ 235172 h 390525"/>
                <a:gd name="connsiteX896" fmla="*/ 101632 w 619125"/>
                <a:gd name="connsiteY896" fmla="*/ 236125 h 390525"/>
                <a:gd name="connsiteX897" fmla="*/ 101346 w 619125"/>
                <a:gd name="connsiteY897" fmla="*/ 237077 h 390525"/>
                <a:gd name="connsiteX898" fmla="*/ 101060 w 619125"/>
                <a:gd name="connsiteY898" fmla="*/ 238125 h 390525"/>
                <a:gd name="connsiteX899" fmla="*/ 100679 w 619125"/>
                <a:gd name="connsiteY899" fmla="*/ 239078 h 390525"/>
                <a:gd name="connsiteX900" fmla="*/ 99917 w 619125"/>
                <a:gd name="connsiteY900" fmla="*/ 239839 h 390525"/>
                <a:gd name="connsiteX901" fmla="*/ 97250 w 619125"/>
                <a:gd name="connsiteY901" fmla="*/ 241363 h 390525"/>
                <a:gd name="connsiteX902" fmla="*/ 96203 w 619125"/>
                <a:gd name="connsiteY902" fmla="*/ 242125 h 390525"/>
                <a:gd name="connsiteX903" fmla="*/ 95536 w 619125"/>
                <a:gd name="connsiteY903" fmla="*/ 242983 h 390525"/>
                <a:gd name="connsiteX904" fmla="*/ 94488 w 619125"/>
                <a:gd name="connsiteY904" fmla="*/ 244507 h 390525"/>
                <a:gd name="connsiteX905" fmla="*/ 93821 w 619125"/>
                <a:gd name="connsiteY905" fmla="*/ 245078 h 390525"/>
                <a:gd name="connsiteX906" fmla="*/ 93154 w 619125"/>
                <a:gd name="connsiteY906" fmla="*/ 245269 h 390525"/>
                <a:gd name="connsiteX907" fmla="*/ 91440 w 619125"/>
                <a:gd name="connsiteY907" fmla="*/ 244412 h 390525"/>
                <a:gd name="connsiteX908" fmla="*/ 90488 w 619125"/>
                <a:gd name="connsiteY908" fmla="*/ 244412 h 390525"/>
                <a:gd name="connsiteX909" fmla="*/ 89726 w 619125"/>
                <a:gd name="connsiteY909" fmla="*/ 244792 h 390525"/>
                <a:gd name="connsiteX910" fmla="*/ 89059 w 619125"/>
                <a:gd name="connsiteY910" fmla="*/ 245173 h 390525"/>
                <a:gd name="connsiteX911" fmla="*/ 84296 w 619125"/>
                <a:gd name="connsiteY911" fmla="*/ 249650 h 390525"/>
                <a:gd name="connsiteX912" fmla="*/ 82772 w 619125"/>
                <a:gd name="connsiteY912" fmla="*/ 250603 h 390525"/>
                <a:gd name="connsiteX913" fmla="*/ 80963 w 619125"/>
                <a:gd name="connsiteY913" fmla="*/ 251460 h 390525"/>
                <a:gd name="connsiteX914" fmla="*/ 79724 w 619125"/>
                <a:gd name="connsiteY914" fmla="*/ 251746 h 390525"/>
                <a:gd name="connsiteX915" fmla="*/ 78105 w 619125"/>
                <a:gd name="connsiteY915" fmla="*/ 251936 h 390525"/>
                <a:gd name="connsiteX916" fmla="*/ 75343 w 619125"/>
                <a:gd name="connsiteY916" fmla="*/ 251746 h 390525"/>
                <a:gd name="connsiteX917" fmla="*/ 74009 w 619125"/>
                <a:gd name="connsiteY917" fmla="*/ 251174 h 390525"/>
                <a:gd name="connsiteX918" fmla="*/ 73152 w 619125"/>
                <a:gd name="connsiteY918" fmla="*/ 250412 h 390525"/>
                <a:gd name="connsiteX919" fmla="*/ 72390 w 619125"/>
                <a:gd name="connsiteY919" fmla="*/ 249841 h 390525"/>
                <a:gd name="connsiteX920" fmla="*/ 71152 w 619125"/>
                <a:gd name="connsiteY920" fmla="*/ 249746 h 390525"/>
                <a:gd name="connsiteX921" fmla="*/ 69342 w 619125"/>
                <a:gd name="connsiteY921" fmla="*/ 250222 h 390525"/>
                <a:gd name="connsiteX922" fmla="*/ 63818 w 619125"/>
                <a:gd name="connsiteY922" fmla="*/ 252984 h 390525"/>
                <a:gd name="connsiteX923" fmla="*/ 62865 w 619125"/>
                <a:gd name="connsiteY923" fmla="*/ 253365 h 390525"/>
                <a:gd name="connsiteX924" fmla="*/ 61722 w 619125"/>
                <a:gd name="connsiteY924" fmla="*/ 253460 h 390525"/>
                <a:gd name="connsiteX925" fmla="*/ 60198 w 619125"/>
                <a:gd name="connsiteY925" fmla="*/ 253174 h 390525"/>
                <a:gd name="connsiteX926" fmla="*/ 59150 w 619125"/>
                <a:gd name="connsiteY926" fmla="*/ 252698 h 390525"/>
                <a:gd name="connsiteX927" fmla="*/ 58483 w 619125"/>
                <a:gd name="connsiteY927" fmla="*/ 252031 h 390525"/>
                <a:gd name="connsiteX928" fmla="*/ 57912 w 619125"/>
                <a:gd name="connsiteY928" fmla="*/ 251270 h 390525"/>
                <a:gd name="connsiteX929" fmla="*/ 57245 w 619125"/>
                <a:gd name="connsiteY929" fmla="*/ 250698 h 390525"/>
                <a:gd name="connsiteX930" fmla="*/ 56388 w 619125"/>
                <a:gd name="connsiteY930" fmla="*/ 250222 h 390525"/>
                <a:gd name="connsiteX931" fmla="*/ 55340 w 619125"/>
                <a:gd name="connsiteY931" fmla="*/ 249936 h 390525"/>
                <a:gd name="connsiteX932" fmla="*/ 52673 w 619125"/>
                <a:gd name="connsiteY932" fmla="*/ 249746 h 390525"/>
                <a:gd name="connsiteX933" fmla="*/ 46672 w 619125"/>
                <a:gd name="connsiteY933" fmla="*/ 249269 h 390525"/>
                <a:gd name="connsiteX934" fmla="*/ 45244 w 619125"/>
                <a:gd name="connsiteY934" fmla="*/ 249555 h 390525"/>
                <a:gd name="connsiteX935" fmla="*/ 43624 w 619125"/>
                <a:gd name="connsiteY935" fmla="*/ 250317 h 390525"/>
                <a:gd name="connsiteX936" fmla="*/ 42577 w 619125"/>
                <a:gd name="connsiteY936" fmla="*/ 250984 h 390525"/>
                <a:gd name="connsiteX937" fmla="*/ 41815 w 619125"/>
                <a:gd name="connsiteY937" fmla="*/ 251746 h 390525"/>
                <a:gd name="connsiteX938" fmla="*/ 40672 w 619125"/>
                <a:gd name="connsiteY938" fmla="*/ 253270 h 390525"/>
                <a:gd name="connsiteX939" fmla="*/ 40005 w 619125"/>
                <a:gd name="connsiteY939" fmla="*/ 254032 h 390525"/>
                <a:gd name="connsiteX940" fmla="*/ 38957 w 619125"/>
                <a:gd name="connsiteY940" fmla="*/ 254413 h 390525"/>
                <a:gd name="connsiteX941" fmla="*/ 35814 w 619125"/>
                <a:gd name="connsiteY941" fmla="*/ 254698 h 390525"/>
                <a:gd name="connsiteX942" fmla="*/ 34290 w 619125"/>
                <a:gd name="connsiteY942" fmla="*/ 254984 h 390525"/>
                <a:gd name="connsiteX943" fmla="*/ 32480 w 619125"/>
                <a:gd name="connsiteY943" fmla="*/ 255651 h 390525"/>
                <a:gd name="connsiteX944" fmla="*/ 30289 w 619125"/>
                <a:gd name="connsiteY944" fmla="*/ 256794 h 390525"/>
                <a:gd name="connsiteX945" fmla="*/ 29337 w 619125"/>
                <a:gd name="connsiteY945" fmla="*/ 257175 h 390525"/>
                <a:gd name="connsiteX946" fmla="*/ 28099 w 619125"/>
                <a:gd name="connsiteY946" fmla="*/ 257365 h 390525"/>
                <a:gd name="connsiteX947" fmla="*/ 26289 w 619125"/>
                <a:gd name="connsiteY947" fmla="*/ 257080 h 390525"/>
                <a:gd name="connsiteX948" fmla="*/ 25337 w 619125"/>
                <a:gd name="connsiteY948" fmla="*/ 256508 h 390525"/>
                <a:gd name="connsiteX949" fmla="*/ 24670 w 619125"/>
                <a:gd name="connsiteY949" fmla="*/ 255746 h 390525"/>
                <a:gd name="connsiteX950" fmla="*/ 24098 w 619125"/>
                <a:gd name="connsiteY950" fmla="*/ 253746 h 390525"/>
                <a:gd name="connsiteX951" fmla="*/ 23717 w 619125"/>
                <a:gd name="connsiteY951" fmla="*/ 252984 h 390525"/>
                <a:gd name="connsiteX952" fmla="*/ 23146 w 619125"/>
                <a:gd name="connsiteY952" fmla="*/ 252413 h 390525"/>
                <a:gd name="connsiteX953" fmla="*/ 22384 w 619125"/>
                <a:gd name="connsiteY953" fmla="*/ 252222 h 390525"/>
                <a:gd name="connsiteX954" fmla="*/ 21812 w 619125"/>
                <a:gd name="connsiteY954" fmla="*/ 252413 h 390525"/>
                <a:gd name="connsiteX955" fmla="*/ 20955 w 619125"/>
                <a:gd name="connsiteY955" fmla="*/ 253174 h 390525"/>
                <a:gd name="connsiteX956" fmla="*/ 18383 w 619125"/>
                <a:gd name="connsiteY956" fmla="*/ 257651 h 390525"/>
                <a:gd name="connsiteX957" fmla="*/ 17621 w 619125"/>
                <a:gd name="connsiteY957" fmla="*/ 258318 h 390525"/>
                <a:gd name="connsiteX958" fmla="*/ 16669 w 619125"/>
                <a:gd name="connsiteY958" fmla="*/ 258889 h 390525"/>
                <a:gd name="connsiteX959" fmla="*/ 15335 w 619125"/>
                <a:gd name="connsiteY959" fmla="*/ 259366 h 390525"/>
                <a:gd name="connsiteX960" fmla="*/ 4191 w 619125"/>
                <a:gd name="connsiteY960" fmla="*/ 260318 h 390525"/>
                <a:gd name="connsiteX961" fmla="*/ 3620 w 619125"/>
                <a:gd name="connsiteY961" fmla="*/ 260795 h 390525"/>
                <a:gd name="connsiteX962" fmla="*/ 2667 w 619125"/>
                <a:gd name="connsiteY962" fmla="*/ 262033 h 390525"/>
                <a:gd name="connsiteX963" fmla="*/ 2096 w 619125"/>
                <a:gd name="connsiteY963" fmla="*/ 262795 h 390525"/>
                <a:gd name="connsiteX964" fmla="*/ 1714 w 619125"/>
                <a:gd name="connsiteY964" fmla="*/ 263747 h 390525"/>
                <a:gd name="connsiteX965" fmla="*/ 0 w 619125"/>
                <a:gd name="connsiteY965" fmla="*/ 268414 h 390525"/>
                <a:gd name="connsiteX966" fmla="*/ 0 w 619125"/>
                <a:gd name="connsiteY966" fmla="*/ 269462 h 390525"/>
                <a:gd name="connsiteX967" fmla="*/ 381 w 619125"/>
                <a:gd name="connsiteY967" fmla="*/ 270415 h 390525"/>
                <a:gd name="connsiteX968" fmla="*/ 1429 w 619125"/>
                <a:gd name="connsiteY968" fmla="*/ 271272 h 390525"/>
                <a:gd name="connsiteX969" fmla="*/ 2381 w 619125"/>
                <a:gd name="connsiteY969" fmla="*/ 271844 h 390525"/>
                <a:gd name="connsiteX970" fmla="*/ 8668 w 619125"/>
                <a:gd name="connsiteY970" fmla="*/ 274511 h 390525"/>
                <a:gd name="connsiteX971" fmla="*/ 10573 w 619125"/>
                <a:gd name="connsiteY971" fmla="*/ 274987 h 390525"/>
                <a:gd name="connsiteX972" fmla="*/ 11335 w 619125"/>
                <a:gd name="connsiteY972" fmla="*/ 275463 h 390525"/>
                <a:gd name="connsiteX973" fmla="*/ 12097 w 619125"/>
                <a:gd name="connsiteY973" fmla="*/ 276225 h 390525"/>
                <a:gd name="connsiteX974" fmla="*/ 12668 w 619125"/>
                <a:gd name="connsiteY974" fmla="*/ 277368 h 390525"/>
                <a:gd name="connsiteX975" fmla="*/ 13049 w 619125"/>
                <a:gd name="connsiteY975" fmla="*/ 279368 h 390525"/>
                <a:gd name="connsiteX976" fmla="*/ 13049 w 619125"/>
                <a:gd name="connsiteY976" fmla="*/ 280892 h 390525"/>
                <a:gd name="connsiteX977" fmla="*/ 12954 w 619125"/>
                <a:gd name="connsiteY977" fmla="*/ 282226 h 390525"/>
                <a:gd name="connsiteX978" fmla="*/ 11906 w 619125"/>
                <a:gd name="connsiteY978" fmla="*/ 287750 h 390525"/>
                <a:gd name="connsiteX979" fmla="*/ 11716 w 619125"/>
                <a:gd name="connsiteY979" fmla="*/ 290227 h 390525"/>
                <a:gd name="connsiteX980" fmla="*/ 11906 w 619125"/>
                <a:gd name="connsiteY980" fmla="*/ 294799 h 390525"/>
                <a:gd name="connsiteX981" fmla="*/ 13526 w 619125"/>
                <a:gd name="connsiteY981" fmla="*/ 304419 h 390525"/>
                <a:gd name="connsiteX982" fmla="*/ 13526 w 619125"/>
                <a:gd name="connsiteY982" fmla="*/ 305276 h 390525"/>
                <a:gd name="connsiteX983" fmla="*/ 13430 w 619125"/>
                <a:gd name="connsiteY983" fmla="*/ 306038 h 390525"/>
                <a:gd name="connsiteX984" fmla="*/ 13145 w 619125"/>
                <a:gd name="connsiteY984" fmla="*/ 306896 h 390525"/>
                <a:gd name="connsiteX985" fmla="*/ 12002 w 619125"/>
                <a:gd name="connsiteY985" fmla="*/ 309563 h 390525"/>
                <a:gd name="connsiteX986" fmla="*/ 11811 w 619125"/>
                <a:gd name="connsiteY986" fmla="*/ 310515 h 390525"/>
                <a:gd name="connsiteX987" fmla="*/ 11906 w 619125"/>
                <a:gd name="connsiteY987" fmla="*/ 311467 h 390525"/>
                <a:gd name="connsiteX988" fmla="*/ 12382 w 619125"/>
                <a:gd name="connsiteY988" fmla="*/ 313563 h 390525"/>
                <a:gd name="connsiteX989" fmla="*/ 12573 w 619125"/>
                <a:gd name="connsiteY989" fmla="*/ 315754 h 390525"/>
                <a:gd name="connsiteX990" fmla="*/ 12478 w 619125"/>
                <a:gd name="connsiteY990" fmla="*/ 316802 h 390525"/>
                <a:gd name="connsiteX991" fmla="*/ 12002 w 619125"/>
                <a:gd name="connsiteY991" fmla="*/ 317563 h 390525"/>
                <a:gd name="connsiteX992" fmla="*/ 11335 w 619125"/>
                <a:gd name="connsiteY992" fmla="*/ 318135 h 390525"/>
                <a:gd name="connsiteX993" fmla="*/ 10668 w 619125"/>
                <a:gd name="connsiteY993" fmla="*/ 318611 h 390525"/>
                <a:gd name="connsiteX994" fmla="*/ 9811 w 619125"/>
                <a:gd name="connsiteY994" fmla="*/ 318802 h 390525"/>
                <a:gd name="connsiteX995" fmla="*/ 4763 w 619125"/>
                <a:gd name="connsiteY995" fmla="*/ 319088 h 390525"/>
                <a:gd name="connsiteX996" fmla="*/ 2762 w 619125"/>
                <a:gd name="connsiteY996" fmla="*/ 319564 h 390525"/>
                <a:gd name="connsiteX997" fmla="*/ 1905 w 619125"/>
                <a:gd name="connsiteY997" fmla="*/ 320040 h 390525"/>
                <a:gd name="connsiteX998" fmla="*/ 1619 w 619125"/>
                <a:gd name="connsiteY998" fmla="*/ 320707 h 390525"/>
                <a:gd name="connsiteX999" fmla="*/ 1714 w 619125"/>
                <a:gd name="connsiteY999" fmla="*/ 321755 h 390525"/>
                <a:gd name="connsiteX1000" fmla="*/ 3143 w 619125"/>
                <a:gd name="connsiteY1000" fmla="*/ 323374 h 390525"/>
                <a:gd name="connsiteX1001" fmla="*/ 3905 w 619125"/>
                <a:gd name="connsiteY1001" fmla="*/ 324993 h 390525"/>
                <a:gd name="connsiteX1002" fmla="*/ 4381 w 619125"/>
                <a:gd name="connsiteY1002" fmla="*/ 326327 h 390525"/>
                <a:gd name="connsiteX1003" fmla="*/ 4572 w 619125"/>
                <a:gd name="connsiteY1003" fmla="*/ 328041 h 390525"/>
                <a:gd name="connsiteX1004" fmla="*/ 4763 w 619125"/>
                <a:gd name="connsiteY1004" fmla="*/ 328708 h 390525"/>
                <a:gd name="connsiteX1005" fmla="*/ 5239 w 619125"/>
                <a:gd name="connsiteY1005" fmla="*/ 329470 h 390525"/>
                <a:gd name="connsiteX1006" fmla="*/ 6096 w 619125"/>
                <a:gd name="connsiteY1006" fmla="*/ 330137 h 390525"/>
                <a:gd name="connsiteX1007" fmla="*/ 7429 w 619125"/>
                <a:gd name="connsiteY1007" fmla="*/ 330613 h 390525"/>
                <a:gd name="connsiteX1008" fmla="*/ 8477 w 619125"/>
                <a:gd name="connsiteY1008" fmla="*/ 330898 h 390525"/>
                <a:gd name="connsiteX1009" fmla="*/ 9239 w 619125"/>
                <a:gd name="connsiteY1009" fmla="*/ 330994 h 390525"/>
                <a:gd name="connsiteX1010" fmla="*/ 9811 w 619125"/>
                <a:gd name="connsiteY1010" fmla="*/ 330898 h 390525"/>
                <a:gd name="connsiteX1011" fmla="*/ 10573 w 619125"/>
                <a:gd name="connsiteY1011" fmla="*/ 330708 h 390525"/>
                <a:gd name="connsiteX1012" fmla="*/ 11239 w 619125"/>
                <a:gd name="connsiteY1012" fmla="*/ 330232 h 390525"/>
                <a:gd name="connsiteX1013" fmla="*/ 11716 w 619125"/>
                <a:gd name="connsiteY1013" fmla="*/ 329470 h 390525"/>
                <a:gd name="connsiteX1014" fmla="*/ 12002 w 619125"/>
                <a:gd name="connsiteY1014" fmla="*/ 328422 h 390525"/>
                <a:gd name="connsiteX1015" fmla="*/ 12668 w 619125"/>
                <a:gd name="connsiteY1015" fmla="*/ 325183 h 390525"/>
                <a:gd name="connsiteX1016" fmla="*/ 13049 w 619125"/>
                <a:gd name="connsiteY1016" fmla="*/ 324231 h 390525"/>
                <a:gd name="connsiteX1017" fmla="*/ 13621 w 619125"/>
                <a:gd name="connsiteY1017" fmla="*/ 323564 h 390525"/>
                <a:gd name="connsiteX1018" fmla="*/ 15049 w 619125"/>
                <a:gd name="connsiteY1018" fmla="*/ 322421 h 390525"/>
                <a:gd name="connsiteX1019" fmla="*/ 15716 w 619125"/>
                <a:gd name="connsiteY1019" fmla="*/ 321755 h 390525"/>
                <a:gd name="connsiteX1020" fmla="*/ 17240 w 619125"/>
                <a:gd name="connsiteY1020" fmla="*/ 319469 h 390525"/>
                <a:gd name="connsiteX1021" fmla="*/ 17907 w 619125"/>
                <a:gd name="connsiteY1021" fmla="*/ 318802 h 390525"/>
                <a:gd name="connsiteX1022" fmla="*/ 18574 w 619125"/>
                <a:gd name="connsiteY1022" fmla="*/ 318230 h 390525"/>
                <a:gd name="connsiteX1023" fmla="*/ 19621 w 619125"/>
                <a:gd name="connsiteY1023" fmla="*/ 318421 h 390525"/>
                <a:gd name="connsiteX1024" fmla="*/ 20764 w 619125"/>
                <a:gd name="connsiteY1024" fmla="*/ 319278 h 390525"/>
                <a:gd name="connsiteX1025" fmla="*/ 22193 w 619125"/>
                <a:gd name="connsiteY1025" fmla="*/ 322040 h 390525"/>
                <a:gd name="connsiteX1026" fmla="*/ 22670 w 619125"/>
                <a:gd name="connsiteY1026" fmla="*/ 323755 h 390525"/>
                <a:gd name="connsiteX1027" fmla="*/ 22955 w 619125"/>
                <a:gd name="connsiteY1027" fmla="*/ 326422 h 390525"/>
                <a:gd name="connsiteX1028" fmla="*/ 23908 w 619125"/>
                <a:gd name="connsiteY1028" fmla="*/ 330422 h 390525"/>
                <a:gd name="connsiteX1029" fmla="*/ 24670 w 619125"/>
                <a:gd name="connsiteY1029" fmla="*/ 332232 h 390525"/>
                <a:gd name="connsiteX1030" fmla="*/ 25241 w 619125"/>
                <a:gd name="connsiteY1030" fmla="*/ 332899 h 390525"/>
                <a:gd name="connsiteX1031" fmla="*/ 26003 w 619125"/>
                <a:gd name="connsiteY1031" fmla="*/ 333375 h 390525"/>
                <a:gd name="connsiteX1032" fmla="*/ 27051 w 619125"/>
                <a:gd name="connsiteY1032" fmla="*/ 333661 h 390525"/>
                <a:gd name="connsiteX1033" fmla="*/ 28099 w 619125"/>
                <a:gd name="connsiteY1033" fmla="*/ 334328 h 390525"/>
                <a:gd name="connsiteX1034" fmla="*/ 29432 w 619125"/>
                <a:gd name="connsiteY1034" fmla="*/ 335280 h 390525"/>
                <a:gd name="connsiteX1035" fmla="*/ 32576 w 619125"/>
                <a:gd name="connsiteY1035" fmla="*/ 335947 h 390525"/>
                <a:gd name="connsiteX1036" fmla="*/ 35052 w 619125"/>
                <a:gd name="connsiteY1036" fmla="*/ 337185 h 390525"/>
                <a:gd name="connsiteX1037" fmla="*/ 38290 w 619125"/>
                <a:gd name="connsiteY1037" fmla="*/ 337947 h 390525"/>
                <a:gd name="connsiteX1038" fmla="*/ 39243 w 619125"/>
                <a:gd name="connsiteY1038" fmla="*/ 338328 h 390525"/>
                <a:gd name="connsiteX1039" fmla="*/ 40005 w 619125"/>
                <a:gd name="connsiteY1039" fmla="*/ 338995 h 390525"/>
                <a:gd name="connsiteX1040" fmla="*/ 40672 w 619125"/>
                <a:gd name="connsiteY1040" fmla="*/ 339852 h 390525"/>
                <a:gd name="connsiteX1041" fmla="*/ 41053 w 619125"/>
                <a:gd name="connsiteY1041" fmla="*/ 341186 h 390525"/>
                <a:gd name="connsiteX1042" fmla="*/ 41243 w 619125"/>
                <a:gd name="connsiteY1042" fmla="*/ 342233 h 390525"/>
                <a:gd name="connsiteX1043" fmla="*/ 41243 w 619125"/>
                <a:gd name="connsiteY1043" fmla="*/ 343186 h 390525"/>
                <a:gd name="connsiteX1044" fmla="*/ 41148 w 619125"/>
                <a:gd name="connsiteY1044" fmla="*/ 343853 h 390525"/>
                <a:gd name="connsiteX1045" fmla="*/ 39243 w 619125"/>
                <a:gd name="connsiteY1045" fmla="*/ 350901 h 390525"/>
                <a:gd name="connsiteX1046" fmla="*/ 39243 w 619125"/>
                <a:gd name="connsiteY1046" fmla="*/ 351091 h 390525"/>
                <a:gd name="connsiteX1047" fmla="*/ 39148 w 619125"/>
                <a:gd name="connsiteY1047" fmla="*/ 352234 h 390525"/>
                <a:gd name="connsiteX1048" fmla="*/ 39433 w 619125"/>
                <a:gd name="connsiteY1048" fmla="*/ 353473 h 390525"/>
                <a:gd name="connsiteX1049" fmla="*/ 40100 w 619125"/>
                <a:gd name="connsiteY1049" fmla="*/ 354902 h 390525"/>
                <a:gd name="connsiteX1050" fmla="*/ 41910 w 619125"/>
                <a:gd name="connsiteY1050" fmla="*/ 356997 h 390525"/>
                <a:gd name="connsiteX1051" fmla="*/ 42767 w 619125"/>
                <a:gd name="connsiteY1051" fmla="*/ 358330 h 390525"/>
                <a:gd name="connsiteX1052" fmla="*/ 43434 w 619125"/>
                <a:gd name="connsiteY1052" fmla="*/ 359950 h 390525"/>
                <a:gd name="connsiteX1053" fmla="*/ 43244 w 619125"/>
                <a:gd name="connsiteY1053" fmla="*/ 360997 h 390525"/>
                <a:gd name="connsiteX1054" fmla="*/ 42577 w 619125"/>
                <a:gd name="connsiteY1054" fmla="*/ 362903 h 390525"/>
                <a:gd name="connsiteX1055" fmla="*/ 42577 w 619125"/>
                <a:gd name="connsiteY1055" fmla="*/ 363855 h 390525"/>
                <a:gd name="connsiteX1056" fmla="*/ 43148 w 619125"/>
                <a:gd name="connsiteY1056" fmla="*/ 364807 h 390525"/>
                <a:gd name="connsiteX1057" fmla="*/ 44577 w 619125"/>
                <a:gd name="connsiteY1057" fmla="*/ 365855 h 390525"/>
                <a:gd name="connsiteX1058" fmla="*/ 47815 w 619125"/>
                <a:gd name="connsiteY1058" fmla="*/ 367094 h 390525"/>
                <a:gd name="connsiteX1059" fmla="*/ 48578 w 619125"/>
                <a:gd name="connsiteY1059" fmla="*/ 367570 h 390525"/>
                <a:gd name="connsiteX1060" fmla="*/ 49816 w 619125"/>
                <a:gd name="connsiteY1060" fmla="*/ 368141 h 390525"/>
                <a:gd name="connsiteX1061" fmla="*/ 50673 w 619125"/>
                <a:gd name="connsiteY1061" fmla="*/ 368617 h 390525"/>
                <a:gd name="connsiteX1062" fmla="*/ 51340 w 619125"/>
                <a:gd name="connsiteY1062" fmla="*/ 369475 h 390525"/>
                <a:gd name="connsiteX1063" fmla="*/ 53626 w 619125"/>
                <a:gd name="connsiteY1063" fmla="*/ 374142 h 390525"/>
                <a:gd name="connsiteX1064" fmla="*/ 55721 w 619125"/>
                <a:gd name="connsiteY1064" fmla="*/ 377095 h 390525"/>
                <a:gd name="connsiteX1065" fmla="*/ 66008 w 619125"/>
                <a:gd name="connsiteY1065" fmla="*/ 387096 h 390525"/>
                <a:gd name="connsiteX1066" fmla="*/ 68389 w 619125"/>
                <a:gd name="connsiteY1066" fmla="*/ 386048 h 390525"/>
                <a:gd name="connsiteX1067" fmla="*/ 69152 w 619125"/>
                <a:gd name="connsiteY1067" fmla="*/ 384524 h 390525"/>
                <a:gd name="connsiteX1068" fmla="*/ 69913 w 619125"/>
                <a:gd name="connsiteY1068" fmla="*/ 381381 h 390525"/>
                <a:gd name="connsiteX1069" fmla="*/ 70104 w 619125"/>
                <a:gd name="connsiteY1069" fmla="*/ 379762 h 390525"/>
                <a:gd name="connsiteX1070" fmla="*/ 70104 w 619125"/>
                <a:gd name="connsiteY1070" fmla="*/ 379190 h 390525"/>
                <a:gd name="connsiteX1071" fmla="*/ 70009 w 619125"/>
                <a:gd name="connsiteY1071" fmla="*/ 378047 h 390525"/>
                <a:gd name="connsiteX1072" fmla="*/ 69723 w 619125"/>
                <a:gd name="connsiteY1072" fmla="*/ 376523 h 390525"/>
                <a:gd name="connsiteX1073" fmla="*/ 70104 w 619125"/>
                <a:gd name="connsiteY1073" fmla="*/ 375761 h 390525"/>
                <a:gd name="connsiteX1074" fmla="*/ 71056 w 619125"/>
                <a:gd name="connsiteY1074" fmla="*/ 374523 h 390525"/>
                <a:gd name="connsiteX1075" fmla="*/ 73533 w 619125"/>
                <a:gd name="connsiteY1075" fmla="*/ 372904 h 390525"/>
                <a:gd name="connsiteX1076" fmla="*/ 73819 w 619125"/>
                <a:gd name="connsiteY1076" fmla="*/ 372713 h 390525"/>
                <a:gd name="connsiteX1077" fmla="*/ 75629 w 619125"/>
                <a:gd name="connsiteY1077" fmla="*/ 371189 h 390525"/>
                <a:gd name="connsiteX1078" fmla="*/ 76486 w 619125"/>
                <a:gd name="connsiteY1078" fmla="*/ 370237 h 390525"/>
                <a:gd name="connsiteX1079" fmla="*/ 76676 w 619125"/>
                <a:gd name="connsiteY1079" fmla="*/ 369570 h 390525"/>
                <a:gd name="connsiteX1080" fmla="*/ 76486 w 619125"/>
                <a:gd name="connsiteY1080" fmla="*/ 369094 h 390525"/>
                <a:gd name="connsiteX1081" fmla="*/ 76010 w 619125"/>
                <a:gd name="connsiteY1081" fmla="*/ 368332 h 390525"/>
                <a:gd name="connsiteX1082" fmla="*/ 75819 w 619125"/>
                <a:gd name="connsiteY1082" fmla="*/ 367855 h 390525"/>
                <a:gd name="connsiteX1083" fmla="*/ 75629 w 619125"/>
                <a:gd name="connsiteY1083" fmla="*/ 366427 h 390525"/>
                <a:gd name="connsiteX1084" fmla="*/ 75629 w 619125"/>
                <a:gd name="connsiteY1084" fmla="*/ 365474 h 390525"/>
                <a:gd name="connsiteX1085" fmla="*/ 75724 w 619125"/>
                <a:gd name="connsiteY1085" fmla="*/ 364427 h 390525"/>
                <a:gd name="connsiteX1086" fmla="*/ 76200 w 619125"/>
                <a:gd name="connsiteY1086" fmla="*/ 363474 h 390525"/>
                <a:gd name="connsiteX1087" fmla="*/ 77057 w 619125"/>
                <a:gd name="connsiteY1087" fmla="*/ 362807 h 390525"/>
                <a:gd name="connsiteX1088" fmla="*/ 79343 w 619125"/>
                <a:gd name="connsiteY1088" fmla="*/ 361283 h 390525"/>
                <a:gd name="connsiteX1089" fmla="*/ 79820 w 619125"/>
                <a:gd name="connsiteY1089" fmla="*/ 360902 h 390525"/>
                <a:gd name="connsiteX1090" fmla="*/ 79915 w 619125"/>
                <a:gd name="connsiteY1090" fmla="*/ 360616 h 390525"/>
                <a:gd name="connsiteX1091" fmla="*/ 79629 w 619125"/>
                <a:gd name="connsiteY1091" fmla="*/ 359569 h 390525"/>
                <a:gd name="connsiteX1092" fmla="*/ 79534 w 619125"/>
                <a:gd name="connsiteY1092" fmla="*/ 358997 h 390525"/>
                <a:gd name="connsiteX1093" fmla="*/ 79438 w 619125"/>
                <a:gd name="connsiteY1093" fmla="*/ 358330 h 390525"/>
                <a:gd name="connsiteX1094" fmla="*/ 79534 w 619125"/>
                <a:gd name="connsiteY1094" fmla="*/ 357283 h 390525"/>
                <a:gd name="connsiteX1095" fmla="*/ 79724 w 619125"/>
                <a:gd name="connsiteY1095" fmla="*/ 356711 h 390525"/>
                <a:gd name="connsiteX1096" fmla="*/ 80010 w 619125"/>
                <a:gd name="connsiteY1096" fmla="*/ 356235 h 390525"/>
                <a:gd name="connsiteX1097" fmla="*/ 80391 w 619125"/>
                <a:gd name="connsiteY1097" fmla="*/ 355949 h 390525"/>
                <a:gd name="connsiteX1098" fmla="*/ 80963 w 619125"/>
                <a:gd name="connsiteY1098" fmla="*/ 355663 h 390525"/>
                <a:gd name="connsiteX1099" fmla="*/ 81534 w 619125"/>
                <a:gd name="connsiteY1099" fmla="*/ 355282 h 390525"/>
                <a:gd name="connsiteX1100" fmla="*/ 82010 w 619125"/>
                <a:gd name="connsiteY1100" fmla="*/ 354330 h 390525"/>
                <a:gd name="connsiteX1101" fmla="*/ 82105 w 619125"/>
                <a:gd name="connsiteY1101" fmla="*/ 353473 h 390525"/>
                <a:gd name="connsiteX1102" fmla="*/ 82105 w 619125"/>
                <a:gd name="connsiteY1102" fmla="*/ 352711 h 390525"/>
                <a:gd name="connsiteX1103" fmla="*/ 82201 w 619125"/>
                <a:gd name="connsiteY1103" fmla="*/ 351758 h 390525"/>
                <a:gd name="connsiteX1104" fmla="*/ 82296 w 619125"/>
                <a:gd name="connsiteY1104" fmla="*/ 350996 h 390525"/>
                <a:gd name="connsiteX1105" fmla="*/ 82391 w 619125"/>
                <a:gd name="connsiteY1105" fmla="*/ 350996 h 390525"/>
                <a:gd name="connsiteX1106" fmla="*/ 82391 w 619125"/>
                <a:gd name="connsiteY1106" fmla="*/ 350996 h 390525"/>
                <a:gd name="connsiteX1107" fmla="*/ 82868 w 619125"/>
                <a:gd name="connsiteY1107" fmla="*/ 350806 h 390525"/>
                <a:gd name="connsiteX1108" fmla="*/ 83248 w 619125"/>
                <a:gd name="connsiteY1108" fmla="*/ 350711 h 390525"/>
                <a:gd name="connsiteX1109" fmla="*/ 83534 w 619125"/>
                <a:gd name="connsiteY1109" fmla="*/ 350615 h 390525"/>
                <a:gd name="connsiteX1110" fmla="*/ 83725 w 619125"/>
                <a:gd name="connsiteY1110" fmla="*/ 350044 h 390525"/>
                <a:gd name="connsiteX1111" fmla="*/ 83820 w 619125"/>
                <a:gd name="connsiteY1111" fmla="*/ 349282 h 390525"/>
                <a:gd name="connsiteX1112" fmla="*/ 84011 w 619125"/>
                <a:gd name="connsiteY1112" fmla="*/ 347948 h 390525"/>
                <a:gd name="connsiteX1113" fmla="*/ 84391 w 619125"/>
                <a:gd name="connsiteY1113" fmla="*/ 347377 h 390525"/>
                <a:gd name="connsiteX1114" fmla="*/ 84772 w 619125"/>
                <a:gd name="connsiteY1114" fmla="*/ 347186 h 390525"/>
                <a:gd name="connsiteX1115" fmla="*/ 85154 w 619125"/>
                <a:gd name="connsiteY1115" fmla="*/ 347377 h 390525"/>
                <a:gd name="connsiteX1116" fmla="*/ 85630 w 619125"/>
                <a:gd name="connsiteY1116" fmla="*/ 348044 h 390525"/>
                <a:gd name="connsiteX1117" fmla="*/ 85820 w 619125"/>
                <a:gd name="connsiteY1117" fmla="*/ 348139 h 390525"/>
                <a:gd name="connsiteX1118" fmla="*/ 86011 w 619125"/>
                <a:gd name="connsiteY1118" fmla="*/ 347853 h 390525"/>
                <a:gd name="connsiteX1119" fmla="*/ 86201 w 619125"/>
                <a:gd name="connsiteY1119" fmla="*/ 346520 h 390525"/>
                <a:gd name="connsiteX1120" fmla="*/ 86392 w 619125"/>
                <a:gd name="connsiteY1120" fmla="*/ 345472 h 390525"/>
                <a:gd name="connsiteX1121" fmla="*/ 86773 w 619125"/>
                <a:gd name="connsiteY1121" fmla="*/ 344996 h 390525"/>
                <a:gd name="connsiteX1122" fmla="*/ 87249 w 619125"/>
                <a:gd name="connsiteY1122" fmla="*/ 344805 h 390525"/>
                <a:gd name="connsiteX1123" fmla="*/ 87725 w 619125"/>
                <a:gd name="connsiteY1123" fmla="*/ 344900 h 390525"/>
                <a:gd name="connsiteX1124" fmla="*/ 88202 w 619125"/>
                <a:gd name="connsiteY1124" fmla="*/ 344900 h 390525"/>
                <a:gd name="connsiteX1125" fmla="*/ 88963 w 619125"/>
                <a:gd name="connsiteY1125" fmla="*/ 344710 h 390525"/>
                <a:gd name="connsiteX1126" fmla="*/ 89154 w 619125"/>
                <a:gd name="connsiteY1126" fmla="*/ 344710 h 390525"/>
                <a:gd name="connsiteX1127" fmla="*/ 89440 w 619125"/>
                <a:gd name="connsiteY1127" fmla="*/ 344900 h 390525"/>
                <a:gd name="connsiteX1128" fmla="*/ 89630 w 619125"/>
                <a:gd name="connsiteY1128" fmla="*/ 344900 h 390525"/>
                <a:gd name="connsiteX1129" fmla="*/ 90106 w 619125"/>
                <a:gd name="connsiteY1129" fmla="*/ 344900 h 390525"/>
                <a:gd name="connsiteX1130" fmla="*/ 90678 w 619125"/>
                <a:gd name="connsiteY1130" fmla="*/ 344614 h 390525"/>
                <a:gd name="connsiteX1131" fmla="*/ 91249 w 619125"/>
                <a:gd name="connsiteY1131" fmla="*/ 343567 h 390525"/>
                <a:gd name="connsiteX1132" fmla="*/ 91630 w 619125"/>
                <a:gd name="connsiteY1132" fmla="*/ 342519 h 390525"/>
                <a:gd name="connsiteX1133" fmla="*/ 92107 w 619125"/>
                <a:gd name="connsiteY1133" fmla="*/ 342138 h 390525"/>
                <a:gd name="connsiteX1134" fmla="*/ 92583 w 619125"/>
                <a:gd name="connsiteY1134" fmla="*/ 341947 h 390525"/>
                <a:gd name="connsiteX1135" fmla="*/ 92964 w 619125"/>
                <a:gd name="connsiteY1135" fmla="*/ 341947 h 390525"/>
                <a:gd name="connsiteX1136" fmla="*/ 96393 w 619125"/>
                <a:gd name="connsiteY1136" fmla="*/ 340423 h 390525"/>
                <a:gd name="connsiteX1137" fmla="*/ 97346 w 619125"/>
                <a:gd name="connsiteY1137" fmla="*/ 340138 h 390525"/>
                <a:gd name="connsiteX1138" fmla="*/ 98298 w 619125"/>
                <a:gd name="connsiteY1138" fmla="*/ 340138 h 390525"/>
                <a:gd name="connsiteX1139" fmla="*/ 99060 w 619125"/>
                <a:gd name="connsiteY1139" fmla="*/ 340423 h 390525"/>
                <a:gd name="connsiteX1140" fmla="*/ 100203 w 619125"/>
                <a:gd name="connsiteY1140" fmla="*/ 341566 h 390525"/>
                <a:gd name="connsiteX1141" fmla="*/ 100965 w 619125"/>
                <a:gd name="connsiteY1141" fmla="*/ 342138 h 390525"/>
                <a:gd name="connsiteX1142" fmla="*/ 101918 w 619125"/>
                <a:gd name="connsiteY1142" fmla="*/ 342329 h 390525"/>
                <a:gd name="connsiteX1143" fmla="*/ 102965 w 619125"/>
                <a:gd name="connsiteY1143" fmla="*/ 342329 h 390525"/>
                <a:gd name="connsiteX1144" fmla="*/ 104299 w 619125"/>
                <a:gd name="connsiteY1144" fmla="*/ 341852 h 390525"/>
                <a:gd name="connsiteX1145" fmla="*/ 104680 w 619125"/>
                <a:gd name="connsiteY1145" fmla="*/ 341471 h 390525"/>
                <a:gd name="connsiteX1146" fmla="*/ 104965 w 619125"/>
                <a:gd name="connsiteY1146" fmla="*/ 340614 h 390525"/>
                <a:gd name="connsiteX1147" fmla="*/ 105442 w 619125"/>
                <a:gd name="connsiteY1147" fmla="*/ 336804 h 390525"/>
                <a:gd name="connsiteX1148" fmla="*/ 109252 w 619125"/>
                <a:gd name="connsiteY1148" fmla="*/ 331661 h 390525"/>
                <a:gd name="connsiteX1149" fmla="*/ 110776 w 619125"/>
                <a:gd name="connsiteY1149" fmla="*/ 330422 h 390525"/>
                <a:gd name="connsiteX1150" fmla="*/ 112109 w 619125"/>
                <a:gd name="connsiteY1150" fmla="*/ 329565 h 390525"/>
                <a:gd name="connsiteX1151" fmla="*/ 137731 w 619125"/>
                <a:gd name="connsiteY1151" fmla="*/ 324898 h 390525"/>
                <a:gd name="connsiteX1152" fmla="*/ 138970 w 619125"/>
                <a:gd name="connsiteY1152" fmla="*/ 325088 h 390525"/>
                <a:gd name="connsiteX1153" fmla="*/ 139827 w 619125"/>
                <a:gd name="connsiteY1153" fmla="*/ 325469 h 390525"/>
                <a:gd name="connsiteX1154" fmla="*/ 140398 w 619125"/>
                <a:gd name="connsiteY1154" fmla="*/ 325946 h 390525"/>
                <a:gd name="connsiteX1155" fmla="*/ 141065 w 619125"/>
                <a:gd name="connsiteY1155" fmla="*/ 326612 h 390525"/>
                <a:gd name="connsiteX1156" fmla="*/ 141732 w 619125"/>
                <a:gd name="connsiteY1156" fmla="*/ 326993 h 390525"/>
                <a:gd name="connsiteX1157" fmla="*/ 142589 w 619125"/>
                <a:gd name="connsiteY1157" fmla="*/ 327279 h 390525"/>
                <a:gd name="connsiteX1158" fmla="*/ 145161 w 619125"/>
                <a:gd name="connsiteY1158" fmla="*/ 327755 h 390525"/>
                <a:gd name="connsiteX1159" fmla="*/ 146113 w 619125"/>
                <a:gd name="connsiteY1159" fmla="*/ 328136 h 390525"/>
                <a:gd name="connsiteX1160" fmla="*/ 147447 w 619125"/>
                <a:gd name="connsiteY1160" fmla="*/ 329279 h 390525"/>
                <a:gd name="connsiteX1161" fmla="*/ 151066 w 619125"/>
                <a:gd name="connsiteY1161" fmla="*/ 333565 h 390525"/>
                <a:gd name="connsiteX1162" fmla="*/ 152210 w 619125"/>
                <a:gd name="connsiteY1162" fmla="*/ 334518 h 390525"/>
                <a:gd name="connsiteX1163" fmla="*/ 153353 w 619125"/>
                <a:gd name="connsiteY1163" fmla="*/ 335089 h 390525"/>
                <a:gd name="connsiteX1164" fmla="*/ 155448 w 619125"/>
                <a:gd name="connsiteY1164" fmla="*/ 335947 h 390525"/>
                <a:gd name="connsiteX1165" fmla="*/ 156591 w 619125"/>
                <a:gd name="connsiteY1165" fmla="*/ 336613 h 390525"/>
                <a:gd name="connsiteX1166" fmla="*/ 158305 w 619125"/>
                <a:gd name="connsiteY1166" fmla="*/ 337280 h 390525"/>
                <a:gd name="connsiteX1167" fmla="*/ 159544 w 619125"/>
                <a:gd name="connsiteY1167" fmla="*/ 336995 h 390525"/>
                <a:gd name="connsiteX1168" fmla="*/ 160591 w 619125"/>
                <a:gd name="connsiteY1168" fmla="*/ 336423 h 390525"/>
                <a:gd name="connsiteX1169" fmla="*/ 162401 w 619125"/>
                <a:gd name="connsiteY1169" fmla="*/ 335089 h 390525"/>
                <a:gd name="connsiteX1170" fmla="*/ 162973 w 619125"/>
                <a:gd name="connsiteY1170" fmla="*/ 334328 h 390525"/>
                <a:gd name="connsiteX1171" fmla="*/ 163163 w 619125"/>
                <a:gd name="connsiteY1171" fmla="*/ 333280 h 390525"/>
                <a:gd name="connsiteX1172" fmla="*/ 163068 w 619125"/>
                <a:gd name="connsiteY1172" fmla="*/ 332327 h 390525"/>
                <a:gd name="connsiteX1173" fmla="*/ 163258 w 619125"/>
                <a:gd name="connsiteY1173" fmla="*/ 331470 h 390525"/>
                <a:gd name="connsiteX1174" fmla="*/ 163639 w 619125"/>
                <a:gd name="connsiteY1174" fmla="*/ 330708 h 390525"/>
                <a:gd name="connsiteX1175" fmla="*/ 164402 w 619125"/>
                <a:gd name="connsiteY1175" fmla="*/ 330232 h 390525"/>
                <a:gd name="connsiteX1176" fmla="*/ 165163 w 619125"/>
                <a:gd name="connsiteY1176" fmla="*/ 330327 h 390525"/>
                <a:gd name="connsiteX1177" fmla="*/ 166878 w 619125"/>
                <a:gd name="connsiteY1177" fmla="*/ 331280 h 390525"/>
                <a:gd name="connsiteX1178" fmla="*/ 167926 w 619125"/>
                <a:gd name="connsiteY1178" fmla="*/ 331565 h 390525"/>
                <a:gd name="connsiteX1179" fmla="*/ 168878 w 619125"/>
                <a:gd name="connsiteY1179" fmla="*/ 331565 h 390525"/>
                <a:gd name="connsiteX1180" fmla="*/ 169545 w 619125"/>
                <a:gd name="connsiteY1180" fmla="*/ 331375 h 390525"/>
                <a:gd name="connsiteX1181" fmla="*/ 171450 w 619125"/>
                <a:gd name="connsiteY1181" fmla="*/ 330422 h 390525"/>
                <a:gd name="connsiteX1182" fmla="*/ 174784 w 619125"/>
                <a:gd name="connsiteY1182" fmla="*/ 328231 h 390525"/>
                <a:gd name="connsiteX1183" fmla="*/ 174879 w 619125"/>
                <a:gd name="connsiteY1183" fmla="*/ 328136 h 390525"/>
                <a:gd name="connsiteX1184" fmla="*/ 176689 w 619125"/>
                <a:gd name="connsiteY1184" fmla="*/ 326231 h 390525"/>
                <a:gd name="connsiteX1185" fmla="*/ 176308 w 619125"/>
                <a:gd name="connsiteY1185" fmla="*/ 324231 h 390525"/>
                <a:gd name="connsiteX1186" fmla="*/ 175831 w 619125"/>
                <a:gd name="connsiteY1186" fmla="*/ 323088 h 390525"/>
                <a:gd name="connsiteX1187" fmla="*/ 174307 w 619125"/>
                <a:gd name="connsiteY1187" fmla="*/ 321278 h 390525"/>
                <a:gd name="connsiteX1188" fmla="*/ 172974 w 619125"/>
                <a:gd name="connsiteY1188" fmla="*/ 320135 h 390525"/>
                <a:gd name="connsiteX1189" fmla="*/ 170212 w 619125"/>
                <a:gd name="connsiteY1189" fmla="*/ 318516 h 390525"/>
                <a:gd name="connsiteX1190" fmla="*/ 169450 w 619125"/>
                <a:gd name="connsiteY1190" fmla="*/ 317849 h 390525"/>
                <a:gd name="connsiteX1191" fmla="*/ 168973 w 619125"/>
                <a:gd name="connsiteY1191" fmla="*/ 317087 h 390525"/>
                <a:gd name="connsiteX1192" fmla="*/ 168307 w 619125"/>
                <a:gd name="connsiteY1192" fmla="*/ 315754 h 390525"/>
                <a:gd name="connsiteX1193" fmla="*/ 167259 w 619125"/>
                <a:gd name="connsiteY1193" fmla="*/ 313849 h 390525"/>
                <a:gd name="connsiteX1194" fmla="*/ 166973 w 619125"/>
                <a:gd name="connsiteY1194" fmla="*/ 312515 h 390525"/>
                <a:gd name="connsiteX1195" fmla="*/ 167164 w 619125"/>
                <a:gd name="connsiteY1195" fmla="*/ 310324 h 390525"/>
                <a:gd name="connsiteX1196" fmla="*/ 167545 w 619125"/>
                <a:gd name="connsiteY1196" fmla="*/ 309086 h 390525"/>
                <a:gd name="connsiteX1197" fmla="*/ 168116 w 619125"/>
                <a:gd name="connsiteY1197" fmla="*/ 308324 h 390525"/>
                <a:gd name="connsiteX1198" fmla="*/ 169259 w 619125"/>
                <a:gd name="connsiteY1198" fmla="*/ 307657 h 390525"/>
                <a:gd name="connsiteX1199" fmla="*/ 169545 w 619125"/>
                <a:gd name="connsiteY1199" fmla="*/ 307277 h 390525"/>
                <a:gd name="connsiteX1200" fmla="*/ 169926 w 619125"/>
                <a:gd name="connsiteY1200" fmla="*/ 306610 h 390525"/>
                <a:gd name="connsiteX1201" fmla="*/ 169545 w 619125"/>
                <a:gd name="connsiteY1201" fmla="*/ 305848 h 390525"/>
                <a:gd name="connsiteX1202" fmla="*/ 169259 w 619125"/>
                <a:gd name="connsiteY1202" fmla="*/ 305371 h 390525"/>
                <a:gd name="connsiteX1203" fmla="*/ 166402 w 619125"/>
                <a:gd name="connsiteY1203" fmla="*/ 303943 h 390525"/>
                <a:gd name="connsiteX1204" fmla="*/ 167830 w 619125"/>
                <a:gd name="connsiteY1204" fmla="*/ 302133 h 390525"/>
                <a:gd name="connsiteX1205" fmla="*/ 168593 w 619125"/>
                <a:gd name="connsiteY1205" fmla="*/ 301562 h 390525"/>
                <a:gd name="connsiteX1206" fmla="*/ 169259 w 619125"/>
                <a:gd name="connsiteY1206" fmla="*/ 301085 h 390525"/>
                <a:gd name="connsiteX1207" fmla="*/ 169450 w 619125"/>
                <a:gd name="connsiteY1207" fmla="*/ 300990 h 390525"/>
                <a:gd name="connsiteX1208" fmla="*/ 172879 w 619125"/>
                <a:gd name="connsiteY1208" fmla="*/ 300133 h 390525"/>
                <a:gd name="connsiteX1209" fmla="*/ 174117 w 619125"/>
                <a:gd name="connsiteY1209" fmla="*/ 300133 h 390525"/>
                <a:gd name="connsiteX1210" fmla="*/ 180308 w 619125"/>
                <a:gd name="connsiteY1210" fmla="*/ 300990 h 390525"/>
                <a:gd name="connsiteX1211" fmla="*/ 182213 w 619125"/>
                <a:gd name="connsiteY1211" fmla="*/ 301657 h 390525"/>
                <a:gd name="connsiteX1212" fmla="*/ 184213 w 619125"/>
                <a:gd name="connsiteY1212" fmla="*/ 302800 h 390525"/>
                <a:gd name="connsiteX1213" fmla="*/ 185261 w 619125"/>
                <a:gd name="connsiteY1213" fmla="*/ 302990 h 390525"/>
                <a:gd name="connsiteX1214" fmla="*/ 186595 w 619125"/>
                <a:gd name="connsiteY1214" fmla="*/ 302514 h 390525"/>
                <a:gd name="connsiteX1215" fmla="*/ 187262 w 619125"/>
                <a:gd name="connsiteY1215" fmla="*/ 302038 h 390525"/>
                <a:gd name="connsiteX1216" fmla="*/ 187452 w 619125"/>
                <a:gd name="connsiteY1216" fmla="*/ 301562 h 390525"/>
                <a:gd name="connsiteX1217" fmla="*/ 187357 w 619125"/>
                <a:gd name="connsiteY1217" fmla="*/ 300323 h 390525"/>
                <a:gd name="connsiteX1218" fmla="*/ 187357 w 619125"/>
                <a:gd name="connsiteY1218" fmla="*/ 299275 h 390525"/>
                <a:gd name="connsiteX1219" fmla="*/ 187643 w 619125"/>
                <a:gd name="connsiteY1219" fmla="*/ 298132 h 390525"/>
                <a:gd name="connsiteX1220" fmla="*/ 188119 w 619125"/>
                <a:gd name="connsiteY1220" fmla="*/ 297085 h 390525"/>
                <a:gd name="connsiteX1221" fmla="*/ 188690 w 619125"/>
                <a:gd name="connsiteY1221" fmla="*/ 296418 h 390525"/>
                <a:gd name="connsiteX1222" fmla="*/ 190595 w 619125"/>
                <a:gd name="connsiteY1222" fmla="*/ 296228 h 390525"/>
                <a:gd name="connsiteX1223" fmla="*/ 193262 w 619125"/>
                <a:gd name="connsiteY1223" fmla="*/ 296513 h 390525"/>
                <a:gd name="connsiteX1224" fmla="*/ 204883 w 619125"/>
                <a:gd name="connsiteY1224" fmla="*/ 299371 h 390525"/>
                <a:gd name="connsiteX1225" fmla="*/ 213551 w 619125"/>
                <a:gd name="connsiteY1225" fmla="*/ 299752 h 390525"/>
                <a:gd name="connsiteX1226" fmla="*/ 229076 w 619125"/>
                <a:gd name="connsiteY1226" fmla="*/ 302323 h 390525"/>
                <a:gd name="connsiteX1227" fmla="*/ 234029 w 619125"/>
                <a:gd name="connsiteY1227" fmla="*/ 305562 h 390525"/>
                <a:gd name="connsiteX1228" fmla="*/ 235458 w 619125"/>
                <a:gd name="connsiteY1228" fmla="*/ 306705 h 390525"/>
                <a:gd name="connsiteX1229" fmla="*/ 235839 w 619125"/>
                <a:gd name="connsiteY1229" fmla="*/ 307086 h 390525"/>
                <a:gd name="connsiteX1230" fmla="*/ 236696 w 619125"/>
                <a:gd name="connsiteY1230" fmla="*/ 307753 h 390525"/>
                <a:gd name="connsiteX1231" fmla="*/ 238411 w 619125"/>
                <a:gd name="connsiteY1231" fmla="*/ 308896 h 390525"/>
                <a:gd name="connsiteX1232" fmla="*/ 238982 w 619125"/>
                <a:gd name="connsiteY1232" fmla="*/ 309467 h 390525"/>
                <a:gd name="connsiteX1233" fmla="*/ 239458 w 619125"/>
                <a:gd name="connsiteY1233" fmla="*/ 309944 h 390525"/>
                <a:gd name="connsiteX1234" fmla="*/ 240221 w 619125"/>
                <a:gd name="connsiteY1234" fmla="*/ 311658 h 390525"/>
                <a:gd name="connsiteX1235" fmla="*/ 240602 w 619125"/>
                <a:gd name="connsiteY1235" fmla="*/ 311944 h 390525"/>
                <a:gd name="connsiteX1236" fmla="*/ 240982 w 619125"/>
                <a:gd name="connsiteY1236" fmla="*/ 312134 h 390525"/>
                <a:gd name="connsiteX1237" fmla="*/ 242126 w 619125"/>
                <a:gd name="connsiteY1237" fmla="*/ 312134 h 390525"/>
                <a:gd name="connsiteX1238" fmla="*/ 242506 w 619125"/>
                <a:gd name="connsiteY1238" fmla="*/ 312039 h 390525"/>
                <a:gd name="connsiteX1239" fmla="*/ 246221 w 619125"/>
                <a:gd name="connsiteY1239" fmla="*/ 310801 h 390525"/>
                <a:gd name="connsiteX1240" fmla="*/ 247364 w 619125"/>
                <a:gd name="connsiteY1240" fmla="*/ 310801 h 390525"/>
                <a:gd name="connsiteX1241" fmla="*/ 247936 w 619125"/>
                <a:gd name="connsiteY1241" fmla="*/ 310801 h 390525"/>
                <a:gd name="connsiteX1242" fmla="*/ 248888 w 619125"/>
                <a:gd name="connsiteY1242" fmla="*/ 311087 h 390525"/>
                <a:gd name="connsiteX1243" fmla="*/ 256127 w 619125"/>
                <a:gd name="connsiteY1243" fmla="*/ 314039 h 390525"/>
                <a:gd name="connsiteX1244" fmla="*/ 263938 w 619125"/>
                <a:gd name="connsiteY1244" fmla="*/ 314515 h 390525"/>
                <a:gd name="connsiteX1245" fmla="*/ 264986 w 619125"/>
                <a:gd name="connsiteY1245" fmla="*/ 314325 h 390525"/>
                <a:gd name="connsiteX1246" fmla="*/ 265938 w 619125"/>
                <a:gd name="connsiteY1246" fmla="*/ 313944 h 390525"/>
                <a:gd name="connsiteX1247" fmla="*/ 266319 w 619125"/>
                <a:gd name="connsiteY1247" fmla="*/ 313754 h 390525"/>
                <a:gd name="connsiteX1248" fmla="*/ 267367 w 619125"/>
                <a:gd name="connsiteY1248" fmla="*/ 312896 h 390525"/>
                <a:gd name="connsiteX1249" fmla="*/ 268224 w 619125"/>
                <a:gd name="connsiteY1249" fmla="*/ 312420 h 390525"/>
                <a:gd name="connsiteX1250" fmla="*/ 268605 w 619125"/>
                <a:gd name="connsiteY1250" fmla="*/ 312230 h 390525"/>
                <a:gd name="connsiteX1251" fmla="*/ 269081 w 619125"/>
                <a:gd name="connsiteY1251" fmla="*/ 312134 h 390525"/>
                <a:gd name="connsiteX1252" fmla="*/ 269653 w 619125"/>
                <a:gd name="connsiteY1252" fmla="*/ 312134 h 390525"/>
                <a:gd name="connsiteX1253" fmla="*/ 270796 w 619125"/>
                <a:gd name="connsiteY1253" fmla="*/ 312611 h 390525"/>
                <a:gd name="connsiteX1254" fmla="*/ 277844 w 619125"/>
                <a:gd name="connsiteY1254" fmla="*/ 316992 h 390525"/>
                <a:gd name="connsiteX1255" fmla="*/ 283178 w 619125"/>
                <a:gd name="connsiteY1255" fmla="*/ 318421 h 390525"/>
                <a:gd name="connsiteX1256" fmla="*/ 295846 w 619125"/>
                <a:gd name="connsiteY1256" fmla="*/ 329660 h 390525"/>
                <a:gd name="connsiteX1257" fmla="*/ 299371 w 619125"/>
                <a:gd name="connsiteY1257" fmla="*/ 332041 h 390525"/>
                <a:gd name="connsiteX1258" fmla="*/ 299942 w 619125"/>
                <a:gd name="connsiteY1258" fmla="*/ 332613 h 390525"/>
                <a:gd name="connsiteX1259" fmla="*/ 300514 w 619125"/>
                <a:gd name="connsiteY1259" fmla="*/ 333375 h 390525"/>
                <a:gd name="connsiteX1260" fmla="*/ 301657 w 619125"/>
                <a:gd name="connsiteY1260" fmla="*/ 334994 h 390525"/>
                <a:gd name="connsiteX1261" fmla="*/ 302895 w 619125"/>
                <a:gd name="connsiteY1261" fmla="*/ 337375 h 390525"/>
                <a:gd name="connsiteX1262" fmla="*/ 303086 w 619125"/>
                <a:gd name="connsiteY1262" fmla="*/ 337756 h 390525"/>
                <a:gd name="connsiteX1263" fmla="*/ 303466 w 619125"/>
                <a:gd name="connsiteY1263" fmla="*/ 337756 h 390525"/>
                <a:gd name="connsiteX1264" fmla="*/ 303847 w 619125"/>
                <a:gd name="connsiteY1264" fmla="*/ 337566 h 390525"/>
                <a:gd name="connsiteX1265" fmla="*/ 304229 w 619125"/>
                <a:gd name="connsiteY1265" fmla="*/ 337280 h 390525"/>
                <a:gd name="connsiteX1266" fmla="*/ 305753 w 619125"/>
                <a:gd name="connsiteY1266" fmla="*/ 335471 h 390525"/>
                <a:gd name="connsiteX1267" fmla="*/ 306038 w 619125"/>
                <a:gd name="connsiteY1267" fmla="*/ 335185 h 390525"/>
                <a:gd name="connsiteX1268" fmla="*/ 306419 w 619125"/>
                <a:gd name="connsiteY1268" fmla="*/ 335185 h 390525"/>
                <a:gd name="connsiteX1269" fmla="*/ 306705 w 619125"/>
                <a:gd name="connsiteY1269" fmla="*/ 335566 h 390525"/>
                <a:gd name="connsiteX1270" fmla="*/ 307372 w 619125"/>
                <a:gd name="connsiteY1270" fmla="*/ 338519 h 390525"/>
                <a:gd name="connsiteX1271" fmla="*/ 307657 w 619125"/>
                <a:gd name="connsiteY1271" fmla="*/ 339090 h 390525"/>
                <a:gd name="connsiteX1272" fmla="*/ 307943 w 619125"/>
                <a:gd name="connsiteY1272" fmla="*/ 339566 h 390525"/>
                <a:gd name="connsiteX1273" fmla="*/ 308610 w 619125"/>
                <a:gd name="connsiteY1273" fmla="*/ 340138 h 390525"/>
                <a:gd name="connsiteX1274" fmla="*/ 309086 w 619125"/>
                <a:gd name="connsiteY1274" fmla="*/ 340519 h 390525"/>
                <a:gd name="connsiteX1275" fmla="*/ 310039 w 619125"/>
                <a:gd name="connsiteY1275" fmla="*/ 340995 h 390525"/>
                <a:gd name="connsiteX1276" fmla="*/ 311182 w 619125"/>
                <a:gd name="connsiteY1276" fmla="*/ 341852 h 390525"/>
                <a:gd name="connsiteX1277" fmla="*/ 311468 w 619125"/>
                <a:gd name="connsiteY1277" fmla="*/ 342424 h 390525"/>
                <a:gd name="connsiteX1278" fmla="*/ 311563 w 619125"/>
                <a:gd name="connsiteY1278" fmla="*/ 343186 h 390525"/>
                <a:gd name="connsiteX1279" fmla="*/ 311563 w 619125"/>
                <a:gd name="connsiteY1279" fmla="*/ 346520 h 390525"/>
                <a:gd name="connsiteX1280" fmla="*/ 311658 w 619125"/>
                <a:gd name="connsiteY1280" fmla="*/ 347091 h 390525"/>
                <a:gd name="connsiteX1281" fmla="*/ 311848 w 619125"/>
                <a:gd name="connsiteY1281" fmla="*/ 347663 h 390525"/>
                <a:gd name="connsiteX1282" fmla="*/ 312230 w 619125"/>
                <a:gd name="connsiteY1282" fmla="*/ 347663 h 390525"/>
                <a:gd name="connsiteX1283" fmla="*/ 312896 w 619125"/>
                <a:gd name="connsiteY1283" fmla="*/ 347091 h 390525"/>
                <a:gd name="connsiteX1284" fmla="*/ 316992 w 619125"/>
                <a:gd name="connsiteY1284" fmla="*/ 345281 h 390525"/>
                <a:gd name="connsiteX1285" fmla="*/ 318326 w 619125"/>
                <a:gd name="connsiteY1285" fmla="*/ 344424 h 390525"/>
                <a:gd name="connsiteX1286" fmla="*/ 324803 w 619125"/>
                <a:gd name="connsiteY1286" fmla="*/ 338138 h 390525"/>
                <a:gd name="connsiteX1287" fmla="*/ 325374 w 619125"/>
                <a:gd name="connsiteY1287" fmla="*/ 337852 h 390525"/>
                <a:gd name="connsiteX1288" fmla="*/ 326041 w 619125"/>
                <a:gd name="connsiteY1288" fmla="*/ 337756 h 390525"/>
                <a:gd name="connsiteX1289" fmla="*/ 328994 w 619125"/>
                <a:gd name="connsiteY1289" fmla="*/ 337852 h 390525"/>
                <a:gd name="connsiteX1290" fmla="*/ 333756 w 619125"/>
                <a:gd name="connsiteY1290" fmla="*/ 339090 h 390525"/>
                <a:gd name="connsiteX1291" fmla="*/ 341090 w 619125"/>
                <a:gd name="connsiteY1291" fmla="*/ 339376 h 390525"/>
                <a:gd name="connsiteX1292" fmla="*/ 341757 w 619125"/>
                <a:gd name="connsiteY1292" fmla="*/ 339280 h 390525"/>
                <a:gd name="connsiteX1293" fmla="*/ 342424 w 619125"/>
                <a:gd name="connsiteY1293" fmla="*/ 338995 h 390525"/>
                <a:gd name="connsiteX1294" fmla="*/ 343471 w 619125"/>
                <a:gd name="connsiteY1294" fmla="*/ 338138 h 390525"/>
                <a:gd name="connsiteX1295" fmla="*/ 343948 w 619125"/>
                <a:gd name="connsiteY1295" fmla="*/ 337566 h 390525"/>
                <a:gd name="connsiteX1296" fmla="*/ 344138 w 619125"/>
                <a:gd name="connsiteY1296" fmla="*/ 336899 h 390525"/>
                <a:gd name="connsiteX1297" fmla="*/ 344233 w 619125"/>
                <a:gd name="connsiteY1297" fmla="*/ 336328 h 390525"/>
                <a:gd name="connsiteX1298" fmla="*/ 344424 w 619125"/>
                <a:gd name="connsiteY1298" fmla="*/ 335756 h 390525"/>
                <a:gd name="connsiteX1299" fmla="*/ 344614 w 619125"/>
                <a:gd name="connsiteY1299" fmla="*/ 335375 h 390525"/>
                <a:gd name="connsiteX1300" fmla="*/ 344900 w 619125"/>
                <a:gd name="connsiteY1300" fmla="*/ 334994 h 390525"/>
                <a:gd name="connsiteX1301" fmla="*/ 345472 w 619125"/>
                <a:gd name="connsiteY1301" fmla="*/ 334708 h 390525"/>
                <a:gd name="connsiteX1302" fmla="*/ 346234 w 619125"/>
                <a:gd name="connsiteY1302" fmla="*/ 334518 h 390525"/>
                <a:gd name="connsiteX1303" fmla="*/ 347567 w 619125"/>
                <a:gd name="connsiteY1303" fmla="*/ 334328 h 390525"/>
                <a:gd name="connsiteX1304" fmla="*/ 348520 w 619125"/>
                <a:gd name="connsiteY1304" fmla="*/ 334137 h 390525"/>
                <a:gd name="connsiteX1305" fmla="*/ 349377 w 619125"/>
                <a:gd name="connsiteY1305" fmla="*/ 333565 h 390525"/>
                <a:gd name="connsiteX1306" fmla="*/ 349853 w 619125"/>
                <a:gd name="connsiteY1306" fmla="*/ 333184 h 390525"/>
                <a:gd name="connsiteX1307" fmla="*/ 350234 w 619125"/>
                <a:gd name="connsiteY1307" fmla="*/ 332804 h 390525"/>
                <a:gd name="connsiteX1308" fmla="*/ 350520 w 619125"/>
                <a:gd name="connsiteY1308" fmla="*/ 332422 h 390525"/>
                <a:gd name="connsiteX1309" fmla="*/ 350996 w 619125"/>
                <a:gd name="connsiteY1309" fmla="*/ 331565 h 390525"/>
                <a:gd name="connsiteX1310" fmla="*/ 351854 w 619125"/>
                <a:gd name="connsiteY1310" fmla="*/ 329755 h 390525"/>
                <a:gd name="connsiteX1311" fmla="*/ 352139 w 619125"/>
                <a:gd name="connsiteY1311" fmla="*/ 329374 h 390525"/>
                <a:gd name="connsiteX1312" fmla="*/ 352520 w 619125"/>
                <a:gd name="connsiteY1312" fmla="*/ 329089 h 390525"/>
                <a:gd name="connsiteX1313" fmla="*/ 353092 w 619125"/>
                <a:gd name="connsiteY1313" fmla="*/ 328803 h 390525"/>
                <a:gd name="connsiteX1314" fmla="*/ 353854 w 619125"/>
                <a:gd name="connsiteY1314" fmla="*/ 328231 h 390525"/>
                <a:gd name="connsiteX1315" fmla="*/ 354616 w 619125"/>
                <a:gd name="connsiteY1315" fmla="*/ 327755 h 390525"/>
                <a:gd name="connsiteX1316" fmla="*/ 357473 w 619125"/>
                <a:gd name="connsiteY1316" fmla="*/ 325469 h 390525"/>
                <a:gd name="connsiteX1317" fmla="*/ 360140 w 619125"/>
                <a:gd name="connsiteY1317" fmla="*/ 324326 h 390525"/>
                <a:gd name="connsiteX1318" fmla="*/ 362236 w 619125"/>
                <a:gd name="connsiteY1318" fmla="*/ 326803 h 390525"/>
                <a:gd name="connsiteX1319" fmla="*/ 362426 w 619125"/>
                <a:gd name="connsiteY1319" fmla="*/ 327755 h 390525"/>
                <a:gd name="connsiteX1320" fmla="*/ 362521 w 619125"/>
                <a:gd name="connsiteY1320" fmla="*/ 329565 h 390525"/>
                <a:gd name="connsiteX1321" fmla="*/ 362712 w 619125"/>
                <a:gd name="connsiteY1321" fmla="*/ 330613 h 390525"/>
                <a:gd name="connsiteX1322" fmla="*/ 363569 w 619125"/>
                <a:gd name="connsiteY1322" fmla="*/ 332613 h 390525"/>
                <a:gd name="connsiteX1323" fmla="*/ 364141 w 619125"/>
                <a:gd name="connsiteY1323" fmla="*/ 333375 h 390525"/>
                <a:gd name="connsiteX1324" fmla="*/ 364903 w 619125"/>
                <a:gd name="connsiteY1324" fmla="*/ 331851 h 390525"/>
                <a:gd name="connsiteX1325" fmla="*/ 368237 w 619125"/>
                <a:gd name="connsiteY1325" fmla="*/ 328708 h 390525"/>
                <a:gd name="connsiteX1326" fmla="*/ 370237 w 619125"/>
                <a:gd name="connsiteY1326" fmla="*/ 326041 h 390525"/>
                <a:gd name="connsiteX1327" fmla="*/ 370808 w 619125"/>
                <a:gd name="connsiteY1327" fmla="*/ 326231 h 390525"/>
                <a:gd name="connsiteX1328" fmla="*/ 370999 w 619125"/>
                <a:gd name="connsiteY1328" fmla="*/ 328422 h 390525"/>
                <a:gd name="connsiteX1329" fmla="*/ 370618 w 619125"/>
                <a:gd name="connsiteY1329" fmla="*/ 330517 h 390525"/>
                <a:gd name="connsiteX1330" fmla="*/ 369761 w 619125"/>
                <a:gd name="connsiteY1330" fmla="*/ 332137 h 390525"/>
                <a:gd name="connsiteX1331" fmla="*/ 368522 w 619125"/>
                <a:gd name="connsiteY1331" fmla="*/ 333470 h 390525"/>
                <a:gd name="connsiteX1332" fmla="*/ 364046 w 619125"/>
                <a:gd name="connsiteY1332" fmla="*/ 336423 h 390525"/>
                <a:gd name="connsiteX1333" fmla="*/ 362331 w 619125"/>
                <a:gd name="connsiteY1333" fmla="*/ 338709 h 390525"/>
                <a:gd name="connsiteX1334" fmla="*/ 361855 w 619125"/>
                <a:gd name="connsiteY1334" fmla="*/ 341852 h 390525"/>
                <a:gd name="connsiteX1335" fmla="*/ 363474 w 619125"/>
                <a:gd name="connsiteY1335" fmla="*/ 351472 h 390525"/>
                <a:gd name="connsiteX1336" fmla="*/ 364046 w 619125"/>
                <a:gd name="connsiteY1336" fmla="*/ 352806 h 390525"/>
                <a:gd name="connsiteX1337" fmla="*/ 365474 w 619125"/>
                <a:gd name="connsiteY1337" fmla="*/ 353187 h 390525"/>
                <a:gd name="connsiteX1338" fmla="*/ 366998 w 619125"/>
                <a:gd name="connsiteY1338" fmla="*/ 351949 h 390525"/>
                <a:gd name="connsiteX1339" fmla="*/ 368522 w 619125"/>
                <a:gd name="connsiteY1339" fmla="*/ 350330 h 390525"/>
                <a:gd name="connsiteX1340" fmla="*/ 369856 w 619125"/>
                <a:gd name="connsiteY1340" fmla="*/ 349377 h 390525"/>
                <a:gd name="connsiteX1341" fmla="*/ 371856 w 619125"/>
                <a:gd name="connsiteY1341" fmla="*/ 349282 h 390525"/>
                <a:gd name="connsiteX1342" fmla="*/ 372808 w 619125"/>
                <a:gd name="connsiteY1342" fmla="*/ 350234 h 390525"/>
                <a:gd name="connsiteX1343" fmla="*/ 373094 w 619125"/>
                <a:gd name="connsiteY1343" fmla="*/ 351949 h 390525"/>
                <a:gd name="connsiteX1344" fmla="*/ 373094 w 619125"/>
                <a:gd name="connsiteY1344" fmla="*/ 355187 h 390525"/>
                <a:gd name="connsiteX1345" fmla="*/ 373189 w 619125"/>
                <a:gd name="connsiteY1345" fmla="*/ 355854 h 390525"/>
                <a:gd name="connsiteX1346" fmla="*/ 373571 w 619125"/>
                <a:gd name="connsiteY1346" fmla="*/ 356235 h 390525"/>
                <a:gd name="connsiteX1347" fmla="*/ 374523 w 619125"/>
                <a:gd name="connsiteY1347" fmla="*/ 356330 h 390525"/>
                <a:gd name="connsiteX1348" fmla="*/ 375285 w 619125"/>
                <a:gd name="connsiteY1348" fmla="*/ 355854 h 390525"/>
                <a:gd name="connsiteX1349" fmla="*/ 375380 w 619125"/>
                <a:gd name="connsiteY1349" fmla="*/ 354711 h 390525"/>
                <a:gd name="connsiteX1350" fmla="*/ 375190 w 619125"/>
                <a:gd name="connsiteY1350" fmla="*/ 353473 h 390525"/>
                <a:gd name="connsiteX1351" fmla="*/ 375285 w 619125"/>
                <a:gd name="connsiteY1351" fmla="*/ 352520 h 390525"/>
                <a:gd name="connsiteX1352" fmla="*/ 376047 w 619125"/>
                <a:gd name="connsiteY1352" fmla="*/ 351472 h 390525"/>
                <a:gd name="connsiteX1353" fmla="*/ 376428 w 619125"/>
                <a:gd name="connsiteY1353" fmla="*/ 351377 h 390525"/>
                <a:gd name="connsiteX1354" fmla="*/ 378238 w 619125"/>
                <a:gd name="connsiteY1354" fmla="*/ 353378 h 390525"/>
                <a:gd name="connsiteX1355" fmla="*/ 378428 w 619125"/>
                <a:gd name="connsiteY1355" fmla="*/ 353949 h 390525"/>
                <a:gd name="connsiteX1356" fmla="*/ 378619 w 619125"/>
                <a:gd name="connsiteY1356" fmla="*/ 354330 h 390525"/>
                <a:gd name="connsiteX1357" fmla="*/ 379476 w 619125"/>
                <a:gd name="connsiteY1357" fmla="*/ 354425 h 390525"/>
                <a:gd name="connsiteX1358" fmla="*/ 380905 w 619125"/>
                <a:gd name="connsiteY1358" fmla="*/ 353568 h 390525"/>
                <a:gd name="connsiteX1359" fmla="*/ 382238 w 619125"/>
                <a:gd name="connsiteY1359" fmla="*/ 351663 h 390525"/>
                <a:gd name="connsiteX1360" fmla="*/ 384143 w 619125"/>
                <a:gd name="connsiteY1360" fmla="*/ 348139 h 390525"/>
                <a:gd name="connsiteX1361" fmla="*/ 402431 w 619125"/>
                <a:gd name="connsiteY1361" fmla="*/ 326803 h 390525"/>
                <a:gd name="connsiteX1362" fmla="*/ 404908 w 619125"/>
                <a:gd name="connsiteY1362" fmla="*/ 325374 h 390525"/>
                <a:gd name="connsiteX1363" fmla="*/ 409004 w 619125"/>
                <a:gd name="connsiteY1363" fmla="*/ 321755 h 390525"/>
                <a:gd name="connsiteX1364" fmla="*/ 410718 w 619125"/>
                <a:gd name="connsiteY1364" fmla="*/ 319754 h 390525"/>
                <a:gd name="connsiteX1365" fmla="*/ 416433 w 619125"/>
                <a:gd name="connsiteY1365" fmla="*/ 316230 h 390525"/>
                <a:gd name="connsiteX1366" fmla="*/ 416719 w 619125"/>
                <a:gd name="connsiteY1366" fmla="*/ 316516 h 390525"/>
                <a:gd name="connsiteX1367" fmla="*/ 416433 w 619125"/>
                <a:gd name="connsiteY1367" fmla="*/ 318040 h 390525"/>
                <a:gd name="connsiteX1368" fmla="*/ 412909 w 619125"/>
                <a:gd name="connsiteY1368" fmla="*/ 326231 h 390525"/>
                <a:gd name="connsiteX1369" fmla="*/ 412528 w 619125"/>
                <a:gd name="connsiteY1369" fmla="*/ 327279 h 390525"/>
                <a:gd name="connsiteX1370" fmla="*/ 411766 w 619125"/>
                <a:gd name="connsiteY1370" fmla="*/ 332327 h 390525"/>
                <a:gd name="connsiteX1371" fmla="*/ 411861 w 619125"/>
                <a:gd name="connsiteY1371" fmla="*/ 333375 h 390525"/>
                <a:gd name="connsiteX1372" fmla="*/ 412052 w 619125"/>
                <a:gd name="connsiteY1372" fmla="*/ 334042 h 390525"/>
                <a:gd name="connsiteX1373" fmla="*/ 412432 w 619125"/>
                <a:gd name="connsiteY1373" fmla="*/ 334328 h 390525"/>
                <a:gd name="connsiteX1374" fmla="*/ 413004 w 619125"/>
                <a:gd name="connsiteY1374" fmla="*/ 334423 h 390525"/>
                <a:gd name="connsiteX1375" fmla="*/ 415290 w 619125"/>
                <a:gd name="connsiteY1375" fmla="*/ 334328 h 390525"/>
                <a:gd name="connsiteX1376" fmla="*/ 418338 w 619125"/>
                <a:gd name="connsiteY1376" fmla="*/ 333851 h 390525"/>
                <a:gd name="connsiteX1377" fmla="*/ 418910 w 619125"/>
                <a:gd name="connsiteY1377" fmla="*/ 333851 h 390525"/>
                <a:gd name="connsiteX1378" fmla="*/ 419481 w 619125"/>
                <a:gd name="connsiteY1378" fmla="*/ 333946 h 390525"/>
                <a:gd name="connsiteX1379" fmla="*/ 419957 w 619125"/>
                <a:gd name="connsiteY1379" fmla="*/ 334137 h 390525"/>
                <a:gd name="connsiteX1380" fmla="*/ 420433 w 619125"/>
                <a:gd name="connsiteY1380" fmla="*/ 334328 h 390525"/>
                <a:gd name="connsiteX1381" fmla="*/ 420814 w 619125"/>
                <a:gd name="connsiteY1381" fmla="*/ 334613 h 390525"/>
                <a:gd name="connsiteX1382" fmla="*/ 421100 w 619125"/>
                <a:gd name="connsiteY1382" fmla="*/ 334899 h 390525"/>
                <a:gd name="connsiteX1383" fmla="*/ 421577 w 619125"/>
                <a:gd name="connsiteY1383" fmla="*/ 335661 h 390525"/>
                <a:gd name="connsiteX1384" fmla="*/ 423101 w 619125"/>
                <a:gd name="connsiteY1384" fmla="*/ 339376 h 390525"/>
                <a:gd name="connsiteX1385" fmla="*/ 423481 w 619125"/>
                <a:gd name="connsiteY1385" fmla="*/ 340614 h 390525"/>
                <a:gd name="connsiteX1386" fmla="*/ 423672 w 619125"/>
                <a:gd name="connsiteY1386" fmla="*/ 341662 h 390525"/>
                <a:gd name="connsiteX1387" fmla="*/ 423577 w 619125"/>
                <a:gd name="connsiteY1387" fmla="*/ 342900 h 390525"/>
                <a:gd name="connsiteX1388" fmla="*/ 423101 w 619125"/>
                <a:gd name="connsiteY1388" fmla="*/ 344805 h 390525"/>
                <a:gd name="connsiteX1389" fmla="*/ 423005 w 619125"/>
                <a:gd name="connsiteY1389" fmla="*/ 346900 h 390525"/>
                <a:gd name="connsiteX1390" fmla="*/ 423005 w 619125"/>
                <a:gd name="connsiteY1390" fmla="*/ 347663 h 390525"/>
                <a:gd name="connsiteX1391" fmla="*/ 423101 w 619125"/>
                <a:gd name="connsiteY1391" fmla="*/ 348139 h 390525"/>
                <a:gd name="connsiteX1392" fmla="*/ 423386 w 619125"/>
                <a:gd name="connsiteY1392" fmla="*/ 348805 h 390525"/>
                <a:gd name="connsiteX1393" fmla="*/ 423577 w 619125"/>
                <a:gd name="connsiteY1393" fmla="*/ 349187 h 390525"/>
                <a:gd name="connsiteX1394" fmla="*/ 424720 w 619125"/>
                <a:gd name="connsiteY1394" fmla="*/ 350615 h 390525"/>
                <a:gd name="connsiteX1395" fmla="*/ 425672 w 619125"/>
                <a:gd name="connsiteY1395" fmla="*/ 351568 h 390525"/>
                <a:gd name="connsiteX1396" fmla="*/ 426148 w 619125"/>
                <a:gd name="connsiteY1396" fmla="*/ 352139 h 390525"/>
                <a:gd name="connsiteX1397" fmla="*/ 426625 w 619125"/>
                <a:gd name="connsiteY1397" fmla="*/ 353092 h 390525"/>
                <a:gd name="connsiteX1398" fmla="*/ 427291 w 619125"/>
                <a:gd name="connsiteY1398" fmla="*/ 354997 h 390525"/>
                <a:gd name="connsiteX1399" fmla="*/ 427482 w 619125"/>
                <a:gd name="connsiteY1399" fmla="*/ 356045 h 390525"/>
                <a:gd name="connsiteX1400" fmla="*/ 427482 w 619125"/>
                <a:gd name="connsiteY1400" fmla="*/ 356806 h 390525"/>
                <a:gd name="connsiteX1401" fmla="*/ 427291 w 619125"/>
                <a:gd name="connsiteY1401" fmla="*/ 357188 h 390525"/>
                <a:gd name="connsiteX1402" fmla="*/ 426244 w 619125"/>
                <a:gd name="connsiteY1402" fmla="*/ 358426 h 390525"/>
                <a:gd name="connsiteX1403" fmla="*/ 425958 w 619125"/>
                <a:gd name="connsiteY1403" fmla="*/ 359188 h 390525"/>
                <a:gd name="connsiteX1404" fmla="*/ 425577 w 619125"/>
                <a:gd name="connsiteY1404" fmla="*/ 359759 h 390525"/>
                <a:gd name="connsiteX1405" fmla="*/ 424910 w 619125"/>
                <a:gd name="connsiteY1405" fmla="*/ 360331 h 390525"/>
                <a:gd name="connsiteX1406" fmla="*/ 422053 w 619125"/>
                <a:gd name="connsiteY1406" fmla="*/ 361188 h 390525"/>
                <a:gd name="connsiteX1407" fmla="*/ 421481 w 619125"/>
                <a:gd name="connsiteY1407" fmla="*/ 361759 h 390525"/>
                <a:gd name="connsiteX1408" fmla="*/ 420053 w 619125"/>
                <a:gd name="connsiteY1408" fmla="*/ 363855 h 390525"/>
                <a:gd name="connsiteX1409" fmla="*/ 417957 w 619125"/>
                <a:gd name="connsiteY1409" fmla="*/ 366617 h 390525"/>
                <a:gd name="connsiteX1410" fmla="*/ 416909 w 619125"/>
                <a:gd name="connsiteY1410" fmla="*/ 368237 h 390525"/>
                <a:gd name="connsiteX1411" fmla="*/ 416147 w 619125"/>
                <a:gd name="connsiteY1411" fmla="*/ 369856 h 390525"/>
                <a:gd name="connsiteX1412" fmla="*/ 415671 w 619125"/>
                <a:gd name="connsiteY1412" fmla="*/ 372523 h 390525"/>
                <a:gd name="connsiteX1413" fmla="*/ 415671 w 619125"/>
                <a:gd name="connsiteY1413" fmla="*/ 373571 h 390525"/>
                <a:gd name="connsiteX1414" fmla="*/ 416052 w 619125"/>
                <a:gd name="connsiteY1414" fmla="*/ 374428 h 390525"/>
                <a:gd name="connsiteX1415" fmla="*/ 418910 w 619125"/>
                <a:gd name="connsiteY1415" fmla="*/ 375095 h 390525"/>
                <a:gd name="connsiteX1416" fmla="*/ 419767 w 619125"/>
                <a:gd name="connsiteY1416" fmla="*/ 375666 h 390525"/>
                <a:gd name="connsiteX1417" fmla="*/ 420433 w 619125"/>
                <a:gd name="connsiteY1417" fmla="*/ 376428 h 390525"/>
                <a:gd name="connsiteX1418" fmla="*/ 421100 w 619125"/>
                <a:gd name="connsiteY1418" fmla="*/ 377857 h 390525"/>
                <a:gd name="connsiteX1419" fmla="*/ 421291 w 619125"/>
                <a:gd name="connsiteY1419" fmla="*/ 379286 h 390525"/>
                <a:gd name="connsiteX1420" fmla="*/ 421005 w 619125"/>
                <a:gd name="connsiteY1420" fmla="*/ 382905 h 390525"/>
                <a:gd name="connsiteX1421" fmla="*/ 421196 w 619125"/>
                <a:gd name="connsiteY1421" fmla="*/ 384334 h 390525"/>
                <a:gd name="connsiteX1422" fmla="*/ 421577 w 619125"/>
                <a:gd name="connsiteY1422" fmla="*/ 385286 h 390525"/>
                <a:gd name="connsiteX1423" fmla="*/ 422148 w 619125"/>
                <a:gd name="connsiteY1423" fmla="*/ 386144 h 390525"/>
                <a:gd name="connsiteX1424" fmla="*/ 423481 w 619125"/>
                <a:gd name="connsiteY1424" fmla="*/ 386905 h 390525"/>
                <a:gd name="connsiteX1425" fmla="*/ 424244 w 619125"/>
                <a:gd name="connsiteY1425" fmla="*/ 387763 h 390525"/>
                <a:gd name="connsiteX1426" fmla="*/ 424624 w 619125"/>
                <a:gd name="connsiteY1426" fmla="*/ 389382 h 390525"/>
                <a:gd name="connsiteX1427" fmla="*/ 425291 w 619125"/>
                <a:gd name="connsiteY1427" fmla="*/ 390049 h 390525"/>
                <a:gd name="connsiteX1428" fmla="*/ 426053 w 619125"/>
                <a:gd name="connsiteY1428" fmla="*/ 389954 h 390525"/>
                <a:gd name="connsiteX1429" fmla="*/ 427291 w 619125"/>
                <a:gd name="connsiteY1429" fmla="*/ 387953 h 390525"/>
                <a:gd name="connsiteX1430" fmla="*/ 428054 w 619125"/>
                <a:gd name="connsiteY1430" fmla="*/ 386905 h 390525"/>
                <a:gd name="connsiteX1431" fmla="*/ 429101 w 619125"/>
                <a:gd name="connsiteY1431" fmla="*/ 386048 h 390525"/>
                <a:gd name="connsiteX1432" fmla="*/ 429958 w 619125"/>
                <a:gd name="connsiteY1432" fmla="*/ 385572 h 390525"/>
                <a:gd name="connsiteX1433" fmla="*/ 430625 w 619125"/>
                <a:gd name="connsiteY1433" fmla="*/ 385286 h 390525"/>
                <a:gd name="connsiteX1434" fmla="*/ 431006 w 619125"/>
                <a:gd name="connsiteY1434" fmla="*/ 385191 h 390525"/>
                <a:gd name="connsiteX1435" fmla="*/ 431578 w 619125"/>
                <a:gd name="connsiteY1435" fmla="*/ 385286 h 390525"/>
                <a:gd name="connsiteX1436" fmla="*/ 432245 w 619125"/>
                <a:gd name="connsiteY1436" fmla="*/ 385572 h 390525"/>
                <a:gd name="connsiteX1437" fmla="*/ 436340 w 619125"/>
                <a:gd name="connsiteY1437" fmla="*/ 388525 h 390525"/>
                <a:gd name="connsiteX1438" fmla="*/ 438055 w 619125"/>
                <a:gd name="connsiteY1438" fmla="*/ 389382 h 390525"/>
                <a:gd name="connsiteX1439" fmla="*/ 441388 w 619125"/>
                <a:gd name="connsiteY1439" fmla="*/ 390525 h 390525"/>
                <a:gd name="connsiteX1440" fmla="*/ 448913 w 619125"/>
                <a:gd name="connsiteY1440" fmla="*/ 381667 h 390525"/>
                <a:gd name="connsiteX1441" fmla="*/ 454247 w 619125"/>
                <a:gd name="connsiteY1441" fmla="*/ 378142 h 390525"/>
                <a:gd name="connsiteX1442" fmla="*/ 456057 w 619125"/>
                <a:gd name="connsiteY1442" fmla="*/ 377571 h 390525"/>
                <a:gd name="connsiteX1443" fmla="*/ 460534 w 619125"/>
                <a:gd name="connsiteY1443" fmla="*/ 377285 h 390525"/>
                <a:gd name="connsiteX1444" fmla="*/ 461105 w 619125"/>
                <a:gd name="connsiteY1444" fmla="*/ 377190 h 390525"/>
                <a:gd name="connsiteX1445" fmla="*/ 461581 w 619125"/>
                <a:gd name="connsiteY1445" fmla="*/ 377095 h 390525"/>
                <a:gd name="connsiteX1446" fmla="*/ 465296 w 619125"/>
                <a:gd name="connsiteY1446" fmla="*/ 375285 h 390525"/>
                <a:gd name="connsiteX1447" fmla="*/ 465868 w 619125"/>
                <a:gd name="connsiteY1447" fmla="*/ 375190 h 390525"/>
                <a:gd name="connsiteX1448" fmla="*/ 467201 w 619125"/>
                <a:gd name="connsiteY1448" fmla="*/ 375095 h 390525"/>
                <a:gd name="connsiteX1449" fmla="*/ 468154 w 619125"/>
                <a:gd name="connsiteY1449" fmla="*/ 374904 h 390525"/>
                <a:gd name="connsiteX1450" fmla="*/ 468630 w 619125"/>
                <a:gd name="connsiteY1450" fmla="*/ 374523 h 390525"/>
                <a:gd name="connsiteX1451" fmla="*/ 468821 w 619125"/>
                <a:gd name="connsiteY1451" fmla="*/ 374142 h 390525"/>
                <a:gd name="connsiteX1452" fmla="*/ 468821 w 619125"/>
                <a:gd name="connsiteY1452" fmla="*/ 373952 h 390525"/>
                <a:gd name="connsiteX1453" fmla="*/ 468439 w 619125"/>
                <a:gd name="connsiteY1453" fmla="*/ 370904 h 390525"/>
                <a:gd name="connsiteX1454" fmla="*/ 468439 w 619125"/>
                <a:gd name="connsiteY1454" fmla="*/ 369665 h 390525"/>
                <a:gd name="connsiteX1455" fmla="*/ 468535 w 619125"/>
                <a:gd name="connsiteY1455" fmla="*/ 368522 h 390525"/>
                <a:gd name="connsiteX1456" fmla="*/ 468821 w 619125"/>
                <a:gd name="connsiteY1456" fmla="*/ 367665 h 390525"/>
                <a:gd name="connsiteX1457" fmla="*/ 469392 w 619125"/>
                <a:gd name="connsiteY1457" fmla="*/ 366713 h 390525"/>
                <a:gd name="connsiteX1458" fmla="*/ 470726 w 619125"/>
                <a:gd name="connsiteY1458" fmla="*/ 364998 h 390525"/>
                <a:gd name="connsiteX1459" fmla="*/ 471488 w 619125"/>
                <a:gd name="connsiteY1459" fmla="*/ 364236 h 390525"/>
                <a:gd name="connsiteX1460" fmla="*/ 472249 w 619125"/>
                <a:gd name="connsiteY1460" fmla="*/ 363950 h 390525"/>
                <a:gd name="connsiteX1461" fmla="*/ 472821 w 619125"/>
                <a:gd name="connsiteY1461" fmla="*/ 363950 h 390525"/>
                <a:gd name="connsiteX1462" fmla="*/ 473297 w 619125"/>
                <a:gd name="connsiteY1462" fmla="*/ 364046 h 390525"/>
                <a:gd name="connsiteX1463" fmla="*/ 473773 w 619125"/>
                <a:gd name="connsiteY1463" fmla="*/ 364331 h 390525"/>
                <a:gd name="connsiteX1464" fmla="*/ 474440 w 619125"/>
                <a:gd name="connsiteY1464" fmla="*/ 364903 h 390525"/>
                <a:gd name="connsiteX1465" fmla="*/ 475297 w 619125"/>
                <a:gd name="connsiteY1465" fmla="*/ 365950 h 390525"/>
                <a:gd name="connsiteX1466" fmla="*/ 475679 w 619125"/>
                <a:gd name="connsiteY1466" fmla="*/ 366236 h 390525"/>
                <a:gd name="connsiteX1467" fmla="*/ 476060 w 619125"/>
                <a:gd name="connsiteY1467" fmla="*/ 366522 h 390525"/>
                <a:gd name="connsiteX1468" fmla="*/ 476536 w 619125"/>
                <a:gd name="connsiteY1468" fmla="*/ 366713 h 390525"/>
                <a:gd name="connsiteX1469" fmla="*/ 477583 w 619125"/>
                <a:gd name="connsiteY1469" fmla="*/ 366998 h 390525"/>
                <a:gd name="connsiteX1470" fmla="*/ 479393 w 619125"/>
                <a:gd name="connsiteY1470" fmla="*/ 366808 h 390525"/>
                <a:gd name="connsiteX1471" fmla="*/ 481965 w 619125"/>
                <a:gd name="connsiteY1471" fmla="*/ 366236 h 390525"/>
                <a:gd name="connsiteX1472" fmla="*/ 482727 w 619125"/>
                <a:gd name="connsiteY1472" fmla="*/ 366141 h 390525"/>
                <a:gd name="connsiteX1473" fmla="*/ 483203 w 619125"/>
                <a:gd name="connsiteY1473" fmla="*/ 366236 h 390525"/>
                <a:gd name="connsiteX1474" fmla="*/ 483680 w 619125"/>
                <a:gd name="connsiteY1474" fmla="*/ 366427 h 390525"/>
                <a:gd name="connsiteX1475" fmla="*/ 484251 w 619125"/>
                <a:gd name="connsiteY1475" fmla="*/ 367094 h 390525"/>
                <a:gd name="connsiteX1476" fmla="*/ 484632 w 619125"/>
                <a:gd name="connsiteY1476" fmla="*/ 367379 h 390525"/>
                <a:gd name="connsiteX1477" fmla="*/ 485108 w 619125"/>
                <a:gd name="connsiteY1477" fmla="*/ 367570 h 390525"/>
                <a:gd name="connsiteX1478" fmla="*/ 485585 w 619125"/>
                <a:gd name="connsiteY1478" fmla="*/ 367665 h 390525"/>
                <a:gd name="connsiteX1479" fmla="*/ 486156 w 619125"/>
                <a:gd name="connsiteY1479" fmla="*/ 367665 h 390525"/>
                <a:gd name="connsiteX1480" fmla="*/ 486632 w 619125"/>
                <a:gd name="connsiteY1480" fmla="*/ 367665 h 390525"/>
                <a:gd name="connsiteX1481" fmla="*/ 500348 w 619125"/>
                <a:gd name="connsiteY1481" fmla="*/ 362236 h 390525"/>
                <a:gd name="connsiteX1482" fmla="*/ 503682 w 619125"/>
                <a:gd name="connsiteY1482" fmla="*/ 361759 h 390525"/>
                <a:gd name="connsiteX1483" fmla="*/ 505778 w 619125"/>
                <a:gd name="connsiteY1483" fmla="*/ 361093 h 390525"/>
                <a:gd name="connsiteX1484" fmla="*/ 506254 w 619125"/>
                <a:gd name="connsiteY1484" fmla="*/ 361093 h 390525"/>
                <a:gd name="connsiteX1485" fmla="*/ 506730 w 619125"/>
                <a:gd name="connsiteY1485" fmla="*/ 361093 h 390525"/>
                <a:gd name="connsiteX1486" fmla="*/ 507016 w 619125"/>
                <a:gd name="connsiteY1486" fmla="*/ 361474 h 390525"/>
                <a:gd name="connsiteX1487" fmla="*/ 507206 w 619125"/>
                <a:gd name="connsiteY1487" fmla="*/ 361855 h 390525"/>
                <a:gd name="connsiteX1488" fmla="*/ 507492 w 619125"/>
                <a:gd name="connsiteY1488" fmla="*/ 362807 h 390525"/>
                <a:gd name="connsiteX1489" fmla="*/ 507682 w 619125"/>
                <a:gd name="connsiteY1489" fmla="*/ 363188 h 390525"/>
                <a:gd name="connsiteX1490" fmla="*/ 508063 w 619125"/>
                <a:gd name="connsiteY1490" fmla="*/ 363569 h 390525"/>
                <a:gd name="connsiteX1491" fmla="*/ 508635 w 619125"/>
                <a:gd name="connsiteY1491" fmla="*/ 363760 h 390525"/>
                <a:gd name="connsiteX1492" fmla="*/ 509778 w 619125"/>
                <a:gd name="connsiteY1492" fmla="*/ 363760 h 390525"/>
                <a:gd name="connsiteX1493" fmla="*/ 510921 w 619125"/>
                <a:gd name="connsiteY1493" fmla="*/ 363283 h 390525"/>
                <a:gd name="connsiteX1494" fmla="*/ 513207 w 619125"/>
                <a:gd name="connsiteY1494" fmla="*/ 361950 h 390525"/>
                <a:gd name="connsiteX1495" fmla="*/ 513969 w 619125"/>
                <a:gd name="connsiteY1495" fmla="*/ 361379 h 390525"/>
                <a:gd name="connsiteX1496" fmla="*/ 514255 w 619125"/>
                <a:gd name="connsiteY1496" fmla="*/ 361093 h 390525"/>
                <a:gd name="connsiteX1497" fmla="*/ 514540 w 619125"/>
                <a:gd name="connsiteY1497" fmla="*/ 360712 h 390525"/>
                <a:gd name="connsiteX1498" fmla="*/ 514731 w 619125"/>
                <a:gd name="connsiteY1498" fmla="*/ 360331 h 390525"/>
                <a:gd name="connsiteX1499" fmla="*/ 515112 w 619125"/>
                <a:gd name="connsiteY1499" fmla="*/ 359283 h 390525"/>
                <a:gd name="connsiteX1500" fmla="*/ 515874 w 619125"/>
                <a:gd name="connsiteY1500" fmla="*/ 356045 h 390525"/>
                <a:gd name="connsiteX1501" fmla="*/ 516064 w 619125"/>
                <a:gd name="connsiteY1501" fmla="*/ 355473 h 390525"/>
                <a:gd name="connsiteX1502" fmla="*/ 516350 w 619125"/>
                <a:gd name="connsiteY1502" fmla="*/ 355092 h 390525"/>
                <a:gd name="connsiteX1503" fmla="*/ 517207 w 619125"/>
                <a:gd name="connsiteY1503" fmla="*/ 354044 h 390525"/>
                <a:gd name="connsiteX1504" fmla="*/ 518922 w 619125"/>
                <a:gd name="connsiteY1504" fmla="*/ 352425 h 390525"/>
                <a:gd name="connsiteX1505" fmla="*/ 519113 w 619125"/>
                <a:gd name="connsiteY1505" fmla="*/ 352044 h 390525"/>
                <a:gd name="connsiteX1506" fmla="*/ 519303 w 619125"/>
                <a:gd name="connsiteY1506" fmla="*/ 351663 h 390525"/>
                <a:gd name="connsiteX1507" fmla="*/ 519398 w 619125"/>
                <a:gd name="connsiteY1507" fmla="*/ 351282 h 390525"/>
                <a:gd name="connsiteX1508" fmla="*/ 519398 w 619125"/>
                <a:gd name="connsiteY1508" fmla="*/ 351091 h 390525"/>
                <a:gd name="connsiteX1509" fmla="*/ 519398 w 619125"/>
                <a:gd name="connsiteY1509" fmla="*/ 350996 h 390525"/>
                <a:gd name="connsiteX1510" fmla="*/ 519303 w 619125"/>
                <a:gd name="connsiteY1510" fmla="*/ 350520 h 390525"/>
                <a:gd name="connsiteX1511" fmla="*/ 519303 w 619125"/>
                <a:gd name="connsiteY1511" fmla="*/ 350044 h 390525"/>
                <a:gd name="connsiteX1512" fmla="*/ 519303 w 619125"/>
                <a:gd name="connsiteY1512" fmla="*/ 349472 h 390525"/>
                <a:gd name="connsiteX1513" fmla="*/ 519589 w 619125"/>
                <a:gd name="connsiteY1513" fmla="*/ 348996 h 390525"/>
                <a:gd name="connsiteX1514" fmla="*/ 519970 w 619125"/>
                <a:gd name="connsiteY1514" fmla="*/ 348805 h 390525"/>
                <a:gd name="connsiteX1515" fmla="*/ 520351 w 619125"/>
                <a:gd name="connsiteY1515" fmla="*/ 348901 h 390525"/>
                <a:gd name="connsiteX1516" fmla="*/ 520732 w 619125"/>
                <a:gd name="connsiteY1516" fmla="*/ 349187 h 390525"/>
                <a:gd name="connsiteX1517" fmla="*/ 521684 w 619125"/>
                <a:gd name="connsiteY1517" fmla="*/ 350615 h 390525"/>
                <a:gd name="connsiteX1518" fmla="*/ 522065 w 619125"/>
                <a:gd name="connsiteY1518" fmla="*/ 350996 h 390525"/>
                <a:gd name="connsiteX1519" fmla="*/ 522256 w 619125"/>
                <a:gd name="connsiteY1519" fmla="*/ 350996 h 390525"/>
                <a:gd name="connsiteX1520" fmla="*/ 523113 w 619125"/>
                <a:gd name="connsiteY1520" fmla="*/ 351091 h 390525"/>
                <a:gd name="connsiteX1521" fmla="*/ 523685 w 619125"/>
                <a:gd name="connsiteY1521" fmla="*/ 350996 h 390525"/>
                <a:gd name="connsiteX1522" fmla="*/ 523780 w 619125"/>
                <a:gd name="connsiteY1522" fmla="*/ 350996 h 390525"/>
                <a:gd name="connsiteX1523" fmla="*/ 523875 w 619125"/>
                <a:gd name="connsiteY1523" fmla="*/ 350806 h 390525"/>
                <a:gd name="connsiteX1524" fmla="*/ 524065 w 619125"/>
                <a:gd name="connsiteY1524" fmla="*/ 350425 h 390525"/>
                <a:gd name="connsiteX1525" fmla="*/ 524351 w 619125"/>
                <a:gd name="connsiteY1525" fmla="*/ 349472 h 390525"/>
                <a:gd name="connsiteX1526" fmla="*/ 524637 w 619125"/>
                <a:gd name="connsiteY1526" fmla="*/ 347853 h 390525"/>
                <a:gd name="connsiteX1527" fmla="*/ 524828 w 619125"/>
                <a:gd name="connsiteY1527" fmla="*/ 347377 h 390525"/>
                <a:gd name="connsiteX1528" fmla="*/ 525113 w 619125"/>
                <a:gd name="connsiteY1528" fmla="*/ 346900 h 390525"/>
                <a:gd name="connsiteX1529" fmla="*/ 525780 w 619125"/>
                <a:gd name="connsiteY1529" fmla="*/ 346138 h 390525"/>
                <a:gd name="connsiteX1530" fmla="*/ 526352 w 619125"/>
                <a:gd name="connsiteY1530" fmla="*/ 345757 h 390525"/>
                <a:gd name="connsiteX1531" fmla="*/ 526923 w 619125"/>
                <a:gd name="connsiteY1531" fmla="*/ 345567 h 390525"/>
                <a:gd name="connsiteX1532" fmla="*/ 528066 w 619125"/>
                <a:gd name="connsiteY1532" fmla="*/ 345567 h 390525"/>
                <a:gd name="connsiteX1533" fmla="*/ 530923 w 619125"/>
                <a:gd name="connsiteY1533" fmla="*/ 346138 h 390525"/>
                <a:gd name="connsiteX1534" fmla="*/ 534162 w 619125"/>
                <a:gd name="connsiteY1534" fmla="*/ 345853 h 390525"/>
                <a:gd name="connsiteX1535" fmla="*/ 534638 w 619125"/>
                <a:gd name="connsiteY1535" fmla="*/ 345853 h 390525"/>
                <a:gd name="connsiteX1536" fmla="*/ 535114 w 619125"/>
                <a:gd name="connsiteY1536" fmla="*/ 346043 h 390525"/>
                <a:gd name="connsiteX1537" fmla="*/ 535400 w 619125"/>
                <a:gd name="connsiteY1537" fmla="*/ 346329 h 390525"/>
                <a:gd name="connsiteX1538" fmla="*/ 535686 w 619125"/>
                <a:gd name="connsiteY1538" fmla="*/ 346710 h 390525"/>
                <a:gd name="connsiteX1539" fmla="*/ 535877 w 619125"/>
                <a:gd name="connsiteY1539" fmla="*/ 347091 h 390525"/>
                <a:gd name="connsiteX1540" fmla="*/ 536543 w 619125"/>
                <a:gd name="connsiteY1540" fmla="*/ 348996 h 390525"/>
                <a:gd name="connsiteX1541" fmla="*/ 536734 w 619125"/>
                <a:gd name="connsiteY1541" fmla="*/ 349377 h 390525"/>
                <a:gd name="connsiteX1542" fmla="*/ 537305 w 619125"/>
                <a:gd name="connsiteY1542" fmla="*/ 350044 h 390525"/>
                <a:gd name="connsiteX1543" fmla="*/ 538163 w 619125"/>
                <a:gd name="connsiteY1543" fmla="*/ 350425 h 390525"/>
                <a:gd name="connsiteX1544" fmla="*/ 538924 w 619125"/>
                <a:gd name="connsiteY1544" fmla="*/ 349091 h 390525"/>
                <a:gd name="connsiteX1545" fmla="*/ 539210 w 619125"/>
                <a:gd name="connsiteY1545" fmla="*/ 347472 h 390525"/>
                <a:gd name="connsiteX1546" fmla="*/ 539210 w 619125"/>
                <a:gd name="connsiteY1546" fmla="*/ 346043 h 390525"/>
                <a:gd name="connsiteX1547" fmla="*/ 539401 w 619125"/>
                <a:gd name="connsiteY1547" fmla="*/ 345281 h 390525"/>
                <a:gd name="connsiteX1548" fmla="*/ 540258 w 619125"/>
                <a:gd name="connsiteY1548" fmla="*/ 342995 h 390525"/>
                <a:gd name="connsiteX1549" fmla="*/ 540163 w 619125"/>
                <a:gd name="connsiteY1549" fmla="*/ 342519 h 390525"/>
                <a:gd name="connsiteX1550" fmla="*/ 539877 w 619125"/>
                <a:gd name="connsiteY1550" fmla="*/ 342043 h 390525"/>
                <a:gd name="connsiteX1551" fmla="*/ 539496 w 619125"/>
                <a:gd name="connsiteY1551" fmla="*/ 341757 h 390525"/>
                <a:gd name="connsiteX1552" fmla="*/ 539210 w 619125"/>
                <a:gd name="connsiteY1552" fmla="*/ 341376 h 390525"/>
                <a:gd name="connsiteX1553" fmla="*/ 538924 w 619125"/>
                <a:gd name="connsiteY1553" fmla="*/ 340805 h 390525"/>
                <a:gd name="connsiteX1554" fmla="*/ 538353 w 619125"/>
                <a:gd name="connsiteY1554" fmla="*/ 339376 h 390525"/>
                <a:gd name="connsiteX1555" fmla="*/ 538067 w 619125"/>
                <a:gd name="connsiteY1555" fmla="*/ 338899 h 390525"/>
                <a:gd name="connsiteX1556" fmla="*/ 537686 w 619125"/>
                <a:gd name="connsiteY1556" fmla="*/ 338614 h 390525"/>
                <a:gd name="connsiteX1557" fmla="*/ 536734 w 619125"/>
                <a:gd name="connsiteY1557" fmla="*/ 338233 h 390525"/>
                <a:gd name="connsiteX1558" fmla="*/ 536162 w 619125"/>
                <a:gd name="connsiteY1558" fmla="*/ 337947 h 390525"/>
                <a:gd name="connsiteX1559" fmla="*/ 535781 w 619125"/>
                <a:gd name="connsiteY1559" fmla="*/ 337566 h 390525"/>
                <a:gd name="connsiteX1560" fmla="*/ 535400 w 619125"/>
                <a:gd name="connsiteY1560" fmla="*/ 337090 h 390525"/>
                <a:gd name="connsiteX1561" fmla="*/ 535591 w 619125"/>
                <a:gd name="connsiteY1561" fmla="*/ 336804 h 390525"/>
                <a:gd name="connsiteX1562" fmla="*/ 535972 w 619125"/>
                <a:gd name="connsiteY1562" fmla="*/ 336709 h 390525"/>
                <a:gd name="connsiteX1563" fmla="*/ 543306 w 619125"/>
                <a:gd name="connsiteY1563" fmla="*/ 337280 h 390525"/>
                <a:gd name="connsiteX1564" fmla="*/ 547211 w 619125"/>
                <a:gd name="connsiteY1564" fmla="*/ 338233 h 390525"/>
                <a:gd name="connsiteX1565" fmla="*/ 548164 w 619125"/>
                <a:gd name="connsiteY1565" fmla="*/ 338709 h 390525"/>
                <a:gd name="connsiteX1566" fmla="*/ 548545 w 619125"/>
                <a:gd name="connsiteY1566" fmla="*/ 338899 h 390525"/>
                <a:gd name="connsiteX1567" fmla="*/ 549783 w 619125"/>
                <a:gd name="connsiteY1567" fmla="*/ 340233 h 390525"/>
                <a:gd name="connsiteX1568" fmla="*/ 550259 w 619125"/>
                <a:gd name="connsiteY1568" fmla="*/ 340423 h 390525"/>
                <a:gd name="connsiteX1569" fmla="*/ 550831 w 619125"/>
                <a:gd name="connsiteY1569" fmla="*/ 340519 h 390525"/>
                <a:gd name="connsiteX1570" fmla="*/ 551783 w 619125"/>
                <a:gd name="connsiteY1570" fmla="*/ 340423 h 390525"/>
                <a:gd name="connsiteX1571" fmla="*/ 553022 w 619125"/>
                <a:gd name="connsiteY1571" fmla="*/ 339947 h 390525"/>
                <a:gd name="connsiteX1572" fmla="*/ 556451 w 619125"/>
                <a:gd name="connsiteY1572" fmla="*/ 338233 h 390525"/>
                <a:gd name="connsiteX1573" fmla="*/ 557403 w 619125"/>
                <a:gd name="connsiteY1573" fmla="*/ 337566 h 390525"/>
                <a:gd name="connsiteX1574" fmla="*/ 560451 w 619125"/>
                <a:gd name="connsiteY1574" fmla="*/ 334423 h 390525"/>
                <a:gd name="connsiteX1575" fmla="*/ 562356 w 619125"/>
                <a:gd name="connsiteY1575" fmla="*/ 331661 h 390525"/>
                <a:gd name="connsiteX1576" fmla="*/ 563023 w 619125"/>
                <a:gd name="connsiteY1576" fmla="*/ 330422 h 390525"/>
                <a:gd name="connsiteX1577" fmla="*/ 563404 w 619125"/>
                <a:gd name="connsiteY1577" fmla="*/ 329374 h 390525"/>
                <a:gd name="connsiteX1578" fmla="*/ 563689 w 619125"/>
                <a:gd name="connsiteY1578" fmla="*/ 328517 h 390525"/>
                <a:gd name="connsiteX1579" fmla="*/ 564166 w 619125"/>
                <a:gd name="connsiteY1579" fmla="*/ 324326 h 390525"/>
                <a:gd name="connsiteX1580" fmla="*/ 564642 w 619125"/>
                <a:gd name="connsiteY1580" fmla="*/ 323088 h 390525"/>
                <a:gd name="connsiteX1581" fmla="*/ 566642 w 619125"/>
                <a:gd name="connsiteY1581" fmla="*/ 320040 h 390525"/>
                <a:gd name="connsiteX1582" fmla="*/ 567976 w 619125"/>
                <a:gd name="connsiteY1582" fmla="*/ 317659 h 390525"/>
                <a:gd name="connsiteX1583" fmla="*/ 569595 w 619125"/>
                <a:gd name="connsiteY1583" fmla="*/ 318325 h 390525"/>
                <a:gd name="connsiteX1584" fmla="*/ 571881 w 619125"/>
                <a:gd name="connsiteY1584" fmla="*/ 318516 h 390525"/>
                <a:gd name="connsiteX1585" fmla="*/ 578739 w 619125"/>
                <a:gd name="connsiteY1585" fmla="*/ 317849 h 390525"/>
                <a:gd name="connsiteX1586" fmla="*/ 585406 w 619125"/>
                <a:gd name="connsiteY1586" fmla="*/ 318040 h 390525"/>
                <a:gd name="connsiteX1587" fmla="*/ 586454 w 619125"/>
                <a:gd name="connsiteY1587" fmla="*/ 318611 h 390525"/>
                <a:gd name="connsiteX1588" fmla="*/ 587026 w 619125"/>
                <a:gd name="connsiteY1588" fmla="*/ 319659 h 390525"/>
                <a:gd name="connsiteX1589" fmla="*/ 587978 w 619125"/>
                <a:gd name="connsiteY1589" fmla="*/ 322040 h 390525"/>
                <a:gd name="connsiteX1590" fmla="*/ 588550 w 619125"/>
                <a:gd name="connsiteY1590" fmla="*/ 322802 h 390525"/>
                <a:gd name="connsiteX1591" fmla="*/ 597503 w 619125"/>
                <a:gd name="connsiteY1591" fmla="*/ 329184 h 390525"/>
                <a:gd name="connsiteX1592" fmla="*/ 600170 w 619125"/>
                <a:gd name="connsiteY1592" fmla="*/ 329851 h 390525"/>
                <a:gd name="connsiteX1593" fmla="*/ 608933 w 619125"/>
                <a:gd name="connsiteY1593" fmla="*/ 328708 h 390525"/>
                <a:gd name="connsiteX1594" fmla="*/ 610076 w 619125"/>
                <a:gd name="connsiteY1594" fmla="*/ 328327 h 390525"/>
                <a:gd name="connsiteX1595" fmla="*/ 615220 w 619125"/>
                <a:gd name="connsiteY1595" fmla="*/ 325755 h 390525"/>
                <a:gd name="connsiteX1596" fmla="*/ 617791 w 619125"/>
                <a:gd name="connsiteY1596" fmla="*/ 324803 h 390525"/>
                <a:gd name="connsiteX1597" fmla="*/ 620744 w 619125"/>
                <a:gd name="connsiteY1597" fmla="*/ 324612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</a:cxnLst>
              <a:rect l="l" t="t" r="r" b="b"/>
              <a:pathLst>
                <a:path w="619125" h="390525">
                  <a:moveTo>
                    <a:pt x="619697" y="321659"/>
                  </a:moveTo>
                  <a:lnTo>
                    <a:pt x="619125" y="320516"/>
                  </a:lnTo>
                  <a:lnTo>
                    <a:pt x="618935" y="319849"/>
                  </a:lnTo>
                  <a:lnTo>
                    <a:pt x="618554" y="316611"/>
                  </a:lnTo>
                  <a:lnTo>
                    <a:pt x="618649" y="315468"/>
                  </a:lnTo>
                  <a:lnTo>
                    <a:pt x="619030" y="314325"/>
                  </a:lnTo>
                  <a:lnTo>
                    <a:pt x="619030" y="313944"/>
                  </a:lnTo>
                  <a:lnTo>
                    <a:pt x="619030" y="313658"/>
                  </a:lnTo>
                  <a:lnTo>
                    <a:pt x="618839" y="313182"/>
                  </a:lnTo>
                  <a:lnTo>
                    <a:pt x="618458" y="312134"/>
                  </a:lnTo>
                  <a:lnTo>
                    <a:pt x="618172" y="311563"/>
                  </a:lnTo>
                  <a:lnTo>
                    <a:pt x="615220" y="308134"/>
                  </a:lnTo>
                  <a:lnTo>
                    <a:pt x="615124" y="307943"/>
                  </a:lnTo>
                  <a:lnTo>
                    <a:pt x="614744" y="307181"/>
                  </a:lnTo>
                  <a:lnTo>
                    <a:pt x="614648" y="306514"/>
                  </a:lnTo>
                  <a:lnTo>
                    <a:pt x="614744" y="305562"/>
                  </a:lnTo>
                  <a:lnTo>
                    <a:pt x="615410" y="301752"/>
                  </a:lnTo>
                  <a:lnTo>
                    <a:pt x="615505" y="300895"/>
                  </a:lnTo>
                  <a:lnTo>
                    <a:pt x="615029" y="298037"/>
                  </a:lnTo>
                  <a:lnTo>
                    <a:pt x="614648" y="296323"/>
                  </a:lnTo>
                  <a:lnTo>
                    <a:pt x="614172" y="293370"/>
                  </a:lnTo>
                  <a:lnTo>
                    <a:pt x="614077" y="292894"/>
                  </a:lnTo>
                  <a:lnTo>
                    <a:pt x="613981" y="292608"/>
                  </a:lnTo>
                  <a:lnTo>
                    <a:pt x="613315" y="291560"/>
                  </a:lnTo>
                  <a:lnTo>
                    <a:pt x="612457" y="285655"/>
                  </a:lnTo>
                  <a:lnTo>
                    <a:pt x="612267" y="284893"/>
                  </a:lnTo>
                  <a:lnTo>
                    <a:pt x="611981" y="284512"/>
                  </a:lnTo>
                  <a:lnTo>
                    <a:pt x="611410" y="283750"/>
                  </a:lnTo>
                  <a:lnTo>
                    <a:pt x="610743" y="283178"/>
                  </a:lnTo>
                  <a:lnTo>
                    <a:pt x="607695" y="281464"/>
                  </a:lnTo>
                  <a:lnTo>
                    <a:pt x="607409" y="281178"/>
                  </a:lnTo>
                  <a:lnTo>
                    <a:pt x="607123" y="280797"/>
                  </a:lnTo>
                  <a:lnTo>
                    <a:pt x="606552" y="278987"/>
                  </a:lnTo>
                  <a:lnTo>
                    <a:pt x="606362" y="278511"/>
                  </a:lnTo>
                  <a:lnTo>
                    <a:pt x="606076" y="278130"/>
                  </a:lnTo>
                  <a:lnTo>
                    <a:pt x="605790" y="277844"/>
                  </a:lnTo>
                  <a:lnTo>
                    <a:pt x="604076" y="276892"/>
                  </a:lnTo>
                  <a:lnTo>
                    <a:pt x="601980" y="276225"/>
                  </a:lnTo>
                  <a:lnTo>
                    <a:pt x="601504" y="275749"/>
                  </a:lnTo>
                  <a:lnTo>
                    <a:pt x="601123" y="275177"/>
                  </a:lnTo>
                  <a:lnTo>
                    <a:pt x="600932" y="273844"/>
                  </a:lnTo>
                  <a:lnTo>
                    <a:pt x="600647" y="273082"/>
                  </a:lnTo>
                  <a:lnTo>
                    <a:pt x="600456" y="272510"/>
                  </a:lnTo>
                  <a:lnTo>
                    <a:pt x="599599" y="271463"/>
                  </a:lnTo>
                  <a:lnTo>
                    <a:pt x="599122" y="270700"/>
                  </a:lnTo>
                  <a:lnTo>
                    <a:pt x="599027" y="270034"/>
                  </a:lnTo>
                  <a:lnTo>
                    <a:pt x="599122" y="269367"/>
                  </a:lnTo>
                  <a:lnTo>
                    <a:pt x="599694" y="268129"/>
                  </a:lnTo>
                  <a:lnTo>
                    <a:pt x="600170" y="267557"/>
                  </a:lnTo>
                  <a:lnTo>
                    <a:pt x="600551" y="267081"/>
                  </a:lnTo>
                  <a:lnTo>
                    <a:pt x="603409" y="265462"/>
                  </a:lnTo>
                  <a:lnTo>
                    <a:pt x="604076" y="264890"/>
                  </a:lnTo>
                  <a:lnTo>
                    <a:pt x="604456" y="264605"/>
                  </a:lnTo>
                  <a:lnTo>
                    <a:pt x="604647" y="264223"/>
                  </a:lnTo>
                  <a:lnTo>
                    <a:pt x="604838" y="263557"/>
                  </a:lnTo>
                  <a:lnTo>
                    <a:pt x="604933" y="262699"/>
                  </a:lnTo>
                  <a:lnTo>
                    <a:pt x="604838" y="261080"/>
                  </a:lnTo>
                  <a:lnTo>
                    <a:pt x="604742" y="260318"/>
                  </a:lnTo>
                  <a:lnTo>
                    <a:pt x="604266" y="258699"/>
                  </a:lnTo>
                  <a:lnTo>
                    <a:pt x="603028" y="256699"/>
                  </a:lnTo>
                  <a:lnTo>
                    <a:pt x="599408" y="251936"/>
                  </a:lnTo>
                  <a:lnTo>
                    <a:pt x="598741" y="251365"/>
                  </a:lnTo>
                  <a:lnTo>
                    <a:pt x="598361" y="251079"/>
                  </a:lnTo>
                  <a:lnTo>
                    <a:pt x="597884" y="250888"/>
                  </a:lnTo>
                  <a:lnTo>
                    <a:pt x="597313" y="250698"/>
                  </a:lnTo>
                  <a:lnTo>
                    <a:pt x="596170" y="250603"/>
                  </a:lnTo>
                  <a:lnTo>
                    <a:pt x="595694" y="250507"/>
                  </a:lnTo>
                  <a:lnTo>
                    <a:pt x="595313" y="250222"/>
                  </a:lnTo>
                  <a:lnTo>
                    <a:pt x="595122" y="249841"/>
                  </a:lnTo>
                  <a:lnTo>
                    <a:pt x="594836" y="248317"/>
                  </a:lnTo>
                  <a:lnTo>
                    <a:pt x="594646" y="247840"/>
                  </a:lnTo>
                  <a:lnTo>
                    <a:pt x="594455" y="247459"/>
                  </a:lnTo>
                  <a:lnTo>
                    <a:pt x="594170" y="247079"/>
                  </a:lnTo>
                  <a:lnTo>
                    <a:pt x="592741" y="245745"/>
                  </a:lnTo>
                  <a:lnTo>
                    <a:pt x="592169" y="245078"/>
                  </a:lnTo>
                  <a:lnTo>
                    <a:pt x="591217" y="243554"/>
                  </a:lnTo>
                  <a:lnTo>
                    <a:pt x="590455" y="241840"/>
                  </a:lnTo>
                  <a:lnTo>
                    <a:pt x="590360" y="241268"/>
                  </a:lnTo>
                  <a:lnTo>
                    <a:pt x="590360" y="240506"/>
                  </a:lnTo>
                  <a:lnTo>
                    <a:pt x="590360" y="239649"/>
                  </a:lnTo>
                  <a:lnTo>
                    <a:pt x="590550" y="238315"/>
                  </a:lnTo>
                  <a:lnTo>
                    <a:pt x="590836" y="237172"/>
                  </a:lnTo>
                  <a:lnTo>
                    <a:pt x="591026" y="235648"/>
                  </a:lnTo>
                  <a:lnTo>
                    <a:pt x="591122" y="235267"/>
                  </a:lnTo>
                  <a:lnTo>
                    <a:pt x="591503" y="234791"/>
                  </a:lnTo>
                  <a:lnTo>
                    <a:pt x="591979" y="234410"/>
                  </a:lnTo>
                  <a:lnTo>
                    <a:pt x="592836" y="233839"/>
                  </a:lnTo>
                  <a:lnTo>
                    <a:pt x="593503" y="233744"/>
                  </a:lnTo>
                  <a:lnTo>
                    <a:pt x="593884" y="233744"/>
                  </a:lnTo>
                  <a:lnTo>
                    <a:pt x="594741" y="234029"/>
                  </a:lnTo>
                  <a:lnTo>
                    <a:pt x="595217" y="234124"/>
                  </a:lnTo>
                  <a:lnTo>
                    <a:pt x="595789" y="234220"/>
                  </a:lnTo>
                  <a:lnTo>
                    <a:pt x="596360" y="234124"/>
                  </a:lnTo>
                  <a:lnTo>
                    <a:pt x="596837" y="234029"/>
                  </a:lnTo>
                  <a:lnTo>
                    <a:pt x="597218" y="233839"/>
                  </a:lnTo>
                  <a:lnTo>
                    <a:pt x="597598" y="233363"/>
                  </a:lnTo>
                  <a:lnTo>
                    <a:pt x="597980" y="232886"/>
                  </a:lnTo>
                  <a:lnTo>
                    <a:pt x="598265" y="231838"/>
                  </a:lnTo>
                  <a:lnTo>
                    <a:pt x="598265" y="231362"/>
                  </a:lnTo>
                  <a:lnTo>
                    <a:pt x="598170" y="230886"/>
                  </a:lnTo>
                  <a:lnTo>
                    <a:pt x="597694" y="229553"/>
                  </a:lnTo>
                  <a:lnTo>
                    <a:pt x="597408" y="228505"/>
                  </a:lnTo>
                  <a:lnTo>
                    <a:pt x="597313" y="227457"/>
                  </a:lnTo>
                  <a:lnTo>
                    <a:pt x="597503" y="226314"/>
                  </a:lnTo>
                  <a:lnTo>
                    <a:pt x="597694" y="225838"/>
                  </a:lnTo>
                  <a:lnTo>
                    <a:pt x="598170" y="225171"/>
                  </a:lnTo>
                  <a:lnTo>
                    <a:pt x="598932" y="224409"/>
                  </a:lnTo>
                  <a:lnTo>
                    <a:pt x="600456" y="223171"/>
                  </a:lnTo>
                  <a:lnTo>
                    <a:pt x="601980" y="222218"/>
                  </a:lnTo>
                  <a:lnTo>
                    <a:pt x="603504" y="221837"/>
                  </a:lnTo>
                  <a:lnTo>
                    <a:pt x="604456" y="221552"/>
                  </a:lnTo>
                  <a:lnTo>
                    <a:pt x="605028" y="221075"/>
                  </a:lnTo>
                  <a:lnTo>
                    <a:pt x="607600" y="218504"/>
                  </a:lnTo>
                  <a:lnTo>
                    <a:pt x="610362" y="216217"/>
                  </a:lnTo>
                  <a:lnTo>
                    <a:pt x="610838" y="215741"/>
                  </a:lnTo>
                  <a:lnTo>
                    <a:pt x="611696" y="214408"/>
                  </a:lnTo>
                  <a:lnTo>
                    <a:pt x="611886" y="213931"/>
                  </a:lnTo>
                  <a:lnTo>
                    <a:pt x="612172" y="212693"/>
                  </a:lnTo>
                  <a:lnTo>
                    <a:pt x="611791" y="210026"/>
                  </a:lnTo>
                  <a:lnTo>
                    <a:pt x="609314" y="209074"/>
                  </a:lnTo>
                  <a:lnTo>
                    <a:pt x="608171" y="208883"/>
                  </a:lnTo>
                  <a:lnTo>
                    <a:pt x="606171" y="209359"/>
                  </a:lnTo>
                  <a:lnTo>
                    <a:pt x="605695" y="209550"/>
                  </a:lnTo>
                  <a:lnTo>
                    <a:pt x="604742" y="209740"/>
                  </a:lnTo>
                  <a:lnTo>
                    <a:pt x="604171" y="209645"/>
                  </a:lnTo>
                  <a:lnTo>
                    <a:pt x="603695" y="209359"/>
                  </a:lnTo>
                  <a:lnTo>
                    <a:pt x="603504" y="208693"/>
                  </a:lnTo>
                  <a:lnTo>
                    <a:pt x="603504" y="207454"/>
                  </a:lnTo>
                  <a:lnTo>
                    <a:pt x="603409" y="206978"/>
                  </a:lnTo>
                  <a:lnTo>
                    <a:pt x="603028" y="206407"/>
                  </a:lnTo>
                  <a:lnTo>
                    <a:pt x="601028" y="204502"/>
                  </a:lnTo>
                  <a:lnTo>
                    <a:pt x="600456" y="203740"/>
                  </a:lnTo>
                  <a:lnTo>
                    <a:pt x="600170" y="203073"/>
                  </a:lnTo>
                  <a:lnTo>
                    <a:pt x="600170" y="202597"/>
                  </a:lnTo>
                  <a:lnTo>
                    <a:pt x="599980" y="202121"/>
                  </a:lnTo>
                  <a:lnTo>
                    <a:pt x="599789" y="201644"/>
                  </a:lnTo>
                  <a:lnTo>
                    <a:pt x="599599" y="201263"/>
                  </a:lnTo>
                  <a:lnTo>
                    <a:pt x="599122" y="200882"/>
                  </a:lnTo>
                  <a:lnTo>
                    <a:pt x="598646" y="200596"/>
                  </a:lnTo>
                  <a:lnTo>
                    <a:pt x="597694" y="200406"/>
                  </a:lnTo>
                  <a:lnTo>
                    <a:pt x="597027" y="200501"/>
                  </a:lnTo>
                  <a:lnTo>
                    <a:pt x="596551" y="200596"/>
                  </a:lnTo>
                  <a:lnTo>
                    <a:pt x="595217" y="201263"/>
                  </a:lnTo>
                  <a:lnTo>
                    <a:pt x="594741" y="201358"/>
                  </a:lnTo>
                  <a:lnTo>
                    <a:pt x="594170" y="201358"/>
                  </a:lnTo>
                  <a:lnTo>
                    <a:pt x="593598" y="201358"/>
                  </a:lnTo>
                  <a:lnTo>
                    <a:pt x="592455" y="201073"/>
                  </a:lnTo>
                  <a:lnTo>
                    <a:pt x="590455" y="199549"/>
                  </a:lnTo>
                  <a:lnTo>
                    <a:pt x="585883" y="194977"/>
                  </a:lnTo>
                  <a:lnTo>
                    <a:pt x="584168" y="193643"/>
                  </a:lnTo>
                  <a:lnTo>
                    <a:pt x="582549" y="192786"/>
                  </a:lnTo>
                  <a:lnTo>
                    <a:pt x="581501" y="192310"/>
                  </a:lnTo>
                  <a:lnTo>
                    <a:pt x="580739" y="192119"/>
                  </a:lnTo>
                  <a:lnTo>
                    <a:pt x="580168" y="192024"/>
                  </a:lnTo>
                  <a:lnTo>
                    <a:pt x="579691" y="192214"/>
                  </a:lnTo>
                  <a:lnTo>
                    <a:pt x="579311" y="192405"/>
                  </a:lnTo>
                  <a:lnTo>
                    <a:pt x="578930" y="192786"/>
                  </a:lnTo>
                  <a:lnTo>
                    <a:pt x="578453" y="193548"/>
                  </a:lnTo>
                  <a:lnTo>
                    <a:pt x="577977" y="194500"/>
                  </a:lnTo>
                  <a:lnTo>
                    <a:pt x="577787" y="194977"/>
                  </a:lnTo>
                  <a:lnTo>
                    <a:pt x="577501" y="196024"/>
                  </a:lnTo>
                  <a:lnTo>
                    <a:pt x="577405" y="196596"/>
                  </a:lnTo>
                  <a:lnTo>
                    <a:pt x="577215" y="197167"/>
                  </a:lnTo>
                  <a:lnTo>
                    <a:pt x="577024" y="197644"/>
                  </a:lnTo>
                  <a:lnTo>
                    <a:pt x="576644" y="197929"/>
                  </a:lnTo>
                  <a:lnTo>
                    <a:pt x="576167" y="198025"/>
                  </a:lnTo>
                  <a:lnTo>
                    <a:pt x="575691" y="198025"/>
                  </a:lnTo>
                  <a:lnTo>
                    <a:pt x="575120" y="197929"/>
                  </a:lnTo>
                  <a:lnTo>
                    <a:pt x="574548" y="197739"/>
                  </a:lnTo>
                  <a:lnTo>
                    <a:pt x="573881" y="197072"/>
                  </a:lnTo>
                  <a:lnTo>
                    <a:pt x="573024" y="195929"/>
                  </a:lnTo>
                  <a:lnTo>
                    <a:pt x="571310" y="192596"/>
                  </a:lnTo>
                  <a:lnTo>
                    <a:pt x="570833" y="191262"/>
                  </a:lnTo>
                  <a:lnTo>
                    <a:pt x="570452" y="190690"/>
                  </a:lnTo>
                  <a:lnTo>
                    <a:pt x="569976" y="190024"/>
                  </a:lnTo>
                  <a:lnTo>
                    <a:pt x="568833" y="188976"/>
                  </a:lnTo>
                  <a:lnTo>
                    <a:pt x="567499" y="188023"/>
                  </a:lnTo>
                  <a:lnTo>
                    <a:pt x="566166" y="187452"/>
                  </a:lnTo>
                  <a:lnTo>
                    <a:pt x="565880" y="187262"/>
                  </a:lnTo>
                  <a:lnTo>
                    <a:pt x="565595" y="186880"/>
                  </a:lnTo>
                  <a:lnTo>
                    <a:pt x="565404" y="186309"/>
                  </a:lnTo>
                  <a:lnTo>
                    <a:pt x="564737" y="183832"/>
                  </a:lnTo>
                  <a:lnTo>
                    <a:pt x="564452" y="183261"/>
                  </a:lnTo>
                  <a:lnTo>
                    <a:pt x="563975" y="182594"/>
                  </a:lnTo>
                  <a:lnTo>
                    <a:pt x="562928" y="181737"/>
                  </a:lnTo>
                  <a:lnTo>
                    <a:pt x="562261" y="181261"/>
                  </a:lnTo>
                  <a:lnTo>
                    <a:pt x="559975" y="180594"/>
                  </a:lnTo>
                  <a:lnTo>
                    <a:pt x="559498" y="180308"/>
                  </a:lnTo>
                  <a:lnTo>
                    <a:pt x="558927" y="178879"/>
                  </a:lnTo>
                  <a:lnTo>
                    <a:pt x="558927" y="174117"/>
                  </a:lnTo>
                  <a:lnTo>
                    <a:pt x="557879" y="174688"/>
                  </a:lnTo>
                  <a:lnTo>
                    <a:pt x="556165" y="175450"/>
                  </a:lnTo>
                  <a:lnTo>
                    <a:pt x="551974" y="176213"/>
                  </a:lnTo>
                  <a:lnTo>
                    <a:pt x="551307" y="176117"/>
                  </a:lnTo>
                  <a:lnTo>
                    <a:pt x="550640" y="175831"/>
                  </a:lnTo>
                  <a:lnTo>
                    <a:pt x="549783" y="175069"/>
                  </a:lnTo>
                  <a:lnTo>
                    <a:pt x="549497" y="174593"/>
                  </a:lnTo>
                  <a:lnTo>
                    <a:pt x="549307" y="174117"/>
                  </a:lnTo>
                  <a:lnTo>
                    <a:pt x="549212" y="173831"/>
                  </a:lnTo>
                  <a:lnTo>
                    <a:pt x="549116" y="173450"/>
                  </a:lnTo>
                  <a:lnTo>
                    <a:pt x="548926" y="172974"/>
                  </a:lnTo>
                  <a:lnTo>
                    <a:pt x="548545" y="172688"/>
                  </a:lnTo>
                  <a:lnTo>
                    <a:pt x="547306" y="171926"/>
                  </a:lnTo>
                  <a:lnTo>
                    <a:pt x="546545" y="171259"/>
                  </a:lnTo>
                  <a:lnTo>
                    <a:pt x="545973" y="170593"/>
                  </a:lnTo>
                  <a:lnTo>
                    <a:pt x="545782" y="170117"/>
                  </a:lnTo>
                  <a:lnTo>
                    <a:pt x="545592" y="169735"/>
                  </a:lnTo>
                  <a:lnTo>
                    <a:pt x="545497" y="169164"/>
                  </a:lnTo>
                  <a:lnTo>
                    <a:pt x="545497" y="168592"/>
                  </a:lnTo>
                  <a:lnTo>
                    <a:pt x="545497" y="168116"/>
                  </a:lnTo>
                  <a:lnTo>
                    <a:pt x="545592" y="167545"/>
                  </a:lnTo>
                  <a:lnTo>
                    <a:pt x="546259" y="165449"/>
                  </a:lnTo>
                  <a:lnTo>
                    <a:pt x="546354" y="164878"/>
                  </a:lnTo>
                  <a:lnTo>
                    <a:pt x="546449" y="164306"/>
                  </a:lnTo>
                  <a:lnTo>
                    <a:pt x="546354" y="163163"/>
                  </a:lnTo>
                  <a:lnTo>
                    <a:pt x="546259" y="162592"/>
                  </a:lnTo>
                  <a:lnTo>
                    <a:pt x="546163" y="162115"/>
                  </a:lnTo>
                  <a:lnTo>
                    <a:pt x="545878" y="161734"/>
                  </a:lnTo>
                  <a:lnTo>
                    <a:pt x="545687" y="161354"/>
                  </a:lnTo>
                  <a:lnTo>
                    <a:pt x="544639" y="160401"/>
                  </a:lnTo>
                  <a:lnTo>
                    <a:pt x="544354" y="160020"/>
                  </a:lnTo>
                  <a:lnTo>
                    <a:pt x="543211" y="157925"/>
                  </a:lnTo>
                  <a:lnTo>
                    <a:pt x="542639" y="157258"/>
                  </a:lnTo>
                  <a:lnTo>
                    <a:pt x="542354" y="156972"/>
                  </a:lnTo>
                  <a:lnTo>
                    <a:pt x="541782" y="156781"/>
                  </a:lnTo>
                  <a:lnTo>
                    <a:pt x="541211" y="156686"/>
                  </a:lnTo>
                  <a:lnTo>
                    <a:pt x="540258" y="156972"/>
                  </a:lnTo>
                  <a:lnTo>
                    <a:pt x="539782" y="157258"/>
                  </a:lnTo>
                  <a:lnTo>
                    <a:pt x="539305" y="157543"/>
                  </a:lnTo>
                  <a:lnTo>
                    <a:pt x="537496" y="160401"/>
                  </a:lnTo>
                  <a:lnTo>
                    <a:pt x="535686" y="164116"/>
                  </a:lnTo>
                  <a:lnTo>
                    <a:pt x="535210" y="164973"/>
                  </a:lnTo>
                  <a:lnTo>
                    <a:pt x="534638" y="165735"/>
                  </a:lnTo>
                  <a:lnTo>
                    <a:pt x="533972" y="166402"/>
                  </a:lnTo>
                  <a:lnTo>
                    <a:pt x="532924" y="167259"/>
                  </a:lnTo>
                  <a:lnTo>
                    <a:pt x="532066" y="167735"/>
                  </a:lnTo>
                  <a:lnTo>
                    <a:pt x="530638" y="168116"/>
                  </a:lnTo>
                  <a:lnTo>
                    <a:pt x="529019" y="168497"/>
                  </a:lnTo>
                  <a:lnTo>
                    <a:pt x="519113" y="167354"/>
                  </a:lnTo>
                  <a:lnTo>
                    <a:pt x="517874" y="167450"/>
                  </a:lnTo>
                  <a:lnTo>
                    <a:pt x="517017" y="167830"/>
                  </a:lnTo>
                  <a:lnTo>
                    <a:pt x="516160" y="168021"/>
                  </a:lnTo>
                  <a:lnTo>
                    <a:pt x="515779" y="168116"/>
                  </a:lnTo>
                  <a:lnTo>
                    <a:pt x="514826" y="168116"/>
                  </a:lnTo>
                  <a:lnTo>
                    <a:pt x="512350" y="167926"/>
                  </a:lnTo>
                  <a:lnTo>
                    <a:pt x="510445" y="167259"/>
                  </a:lnTo>
                  <a:lnTo>
                    <a:pt x="509397" y="166497"/>
                  </a:lnTo>
                  <a:lnTo>
                    <a:pt x="509302" y="166306"/>
                  </a:lnTo>
                  <a:lnTo>
                    <a:pt x="509016" y="165354"/>
                  </a:lnTo>
                  <a:lnTo>
                    <a:pt x="508730" y="164973"/>
                  </a:lnTo>
                  <a:lnTo>
                    <a:pt x="508159" y="164782"/>
                  </a:lnTo>
                  <a:lnTo>
                    <a:pt x="507206" y="164782"/>
                  </a:lnTo>
                  <a:lnTo>
                    <a:pt x="505968" y="165068"/>
                  </a:lnTo>
                  <a:lnTo>
                    <a:pt x="505301" y="164878"/>
                  </a:lnTo>
                  <a:lnTo>
                    <a:pt x="504539" y="164592"/>
                  </a:lnTo>
                  <a:lnTo>
                    <a:pt x="503206" y="163544"/>
                  </a:lnTo>
                  <a:lnTo>
                    <a:pt x="501205" y="160972"/>
                  </a:lnTo>
                  <a:lnTo>
                    <a:pt x="500539" y="160306"/>
                  </a:lnTo>
                  <a:lnTo>
                    <a:pt x="500158" y="160020"/>
                  </a:lnTo>
                  <a:lnTo>
                    <a:pt x="499396" y="159925"/>
                  </a:lnTo>
                  <a:lnTo>
                    <a:pt x="498443" y="159829"/>
                  </a:lnTo>
                  <a:lnTo>
                    <a:pt x="494538" y="160210"/>
                  </a:lnTo>
                  <a:lnTo>
                    <a:pt x="492919" y="159639"/>
                  </a:lnTo>
                  <a:lnTo>
                    <a:pt x="492443" y="158115"/>
                  </a:lnTo>
                  <a:lnTo>
                    <a:pt x="491776" y="154972"/>
                  </a:lnTo>
                  <a:lnTo>
                    <a:pt x="491680" y="154496"/>
                  </a:lnTo>
                  <a:lnTo>
                    <a:pt x="491680" y="153829"/>
                  </a:lnTo>
                  <a:lnTo>
                    <a:pt x="491776" y="152590"/>
                  </a:lnTo>
                  <a:lnTo>
                    <a:pt x="491966" y="152114"/>
                  </a:lnTo>
                  <a:lnTo>
                    <a:pt x="492157" y="151638"/>
                  </a:lnTo>
                  <a:lnTo>
                    <a:pt x="492347" y="151162"/>
                  </a:lnTo>
                  <a:lnTo>
                    <a:pt x="493300" y="150019"/>
                  </a:lnTo>
                  <a:lnTo>
                    <a:pt x="493966" y="148685"/>
                  </a:lnTo>
                  <a:lnTo>
                    <a:pt x="494157" y="148209"/>
                  </a:lnTo>
                  <a:lnTo>
                    <a:pt x="494347" y="147066"/>
                  </a:lnTo>
                  <a:lnTo>
                    <a:pt x="494347" y="146494"/>
                  </a:lnTo>
                  <a:lnTo>
                    <a:pt x="494347" y="146018"/>
                  </a:lnTo>
                  <a:lnTo>
                    <a:pt x="494157" y="145542"/>
                  </a:lnTo>
                  <a:lnTo>
                    <a:pt x="493966" y="145066"/>
                  </a:lnTo>
                  <a:lnTo>
                    <a:pt x="493776" y="144589"/>
                  </a:lnTo>
                  <a:lnTo>
                    <a:pt x="493586" y="144209"/>
                  </a:lnTo>
                  <a:lnTo>
                    <a:pt x="492919" y="143732"/>
                  </a:lnTo>
                  <a:lnTo>
                    <a:pt x="491966" y="143161"/>
                  </a:lnTo>
                  <a:lnTo>
                    <a:pt x="489871" y="142399"/>
                  </a:lnTo>
                  <a:lnTo>
                    <a:pt x="488728" y="142208"/>
                  </a:lnTo>
                  <a:lnTo>
                    <a:pt x="487966" y="142208"/>
                  </a:lnTo>
                  <a:lnTo>
                    <a:pt x="487585" y="142399"/>
                  </a:lnTo>
                  <a:lnTo>
                    <a:pt x="486918" y="142875"/>
                  </a:lnTo>
                  <a:lnTo>
                    <a:pt x="486442" y="143351"/>
                  </a:lnTo>
                  <a:lnTo>
                    <a:pt x="485680" y="143827"/>
                  </a:lnTo>
                  <a:lnTo>
                    <a:pt x="485299" y="143923"/>
                  </a:lnTo>
                  <a:lnTo>
                    <a:pt x="485013" y="144018"/>
                  </a:lnTo>
                  <a:lnTo>
                    <a:pt x="481679" y="143923"/>
                  </a:lnTo>
                  <a:lnTo>
                    <a:pt x="480631" y="144113"/>
                  </a:lnTo>
                  <a:lnTo>
                    <a:pt x="479203" y="144589"/>
                  </a:lnTo>
                  <a:lnTo>
                    <a:pt x="478631" y="144589"/>
                  </a:lnTo>
                  <a:lnTo>
                    <a:pt x="478060" y="144494"/>
                  </a:lnTo>
                  <a:lnTo>
                    <a:pt x="477107" y="144018"/>
                  </a:lnTo>
                  <a:lnTo>
                    <a:pt x="475869" y="143161"/>
                  </a:lnTo>
                  <a:lnTo>
                    <a:pt x="472440" y="140208"/>
                  </a:lnTo>
                  <a:lnTo>
                    <a:pt x="471773" y="139541"/>
                  </a:lnTo>
                  <a:lnTo>
                    <a:pt x="471106" y="138303"/>
                  </a:lnTo>
                  <a:lnTo>
                    <a:pt x="470535" y="137541"/>
                  </a:lnTo>
                  <a:lnTo>
                    <a:pt x="470059" y="137160"/>
                  </a:lnTo>
                  <a:lnTo>
                    <a:pt x="469487" y="136874"/>
                  </a:lnTo>
                  <a:lnTo>
                    <a:pt x="466535" y="135922"/>
                  </a:lnTo>
                  <a:lnTo>
                    <a:pt x="462820" y="134017"/>
                  </a:lnTo>
                  <a:lnTo>
                    <a:pt x="461867" y="133731"/>
                  </a:lnTo>
                  <a:lnTo>
                    <a:pt x="461105" y="133731"/>
                  </a:lnTo>
                  <a:lnTo>
                    <a:pt x="460629" y="133921"/>
                  </a:lnTo>
                  <a:lnTo>
                    <a:pt x="460343" y="134207"/>
                  </a:lnTo>
                  <a:lnTo>
                    <a:pt x="459962" y="134588"/>
                  </a:lnTo>
                  <a:lnTo>
                    <a:pt x="455962" y="139922"/>
                  </a:lnTo>
                  <a:lnTo>
                    <a:pt x="453771" y="141542"/>
                  </a:lnTo>
                  <a:lnTo>
                    <a:pt x="452533" y="142304"/>
                  </a:lnTo>
                  <a:lnTo>
                    <a:pt x="451676" y="142589"/>
                  </a:lnTo>
                  <a:lnTo>
                    <a:pt x="446913" y="143351"/>
                  </a:lnTo>
                  <a:lnTo>
                    <a:pt x="446437" y="143256"/>
                  </a:lnTo>
                  <a:lnTo>
                    <a:pt x="445865" y="143065"/>
                  </a:lnTo>
                  <a:lnTo>
                    <a:pt x="445770" y="142970"/>
                  </a:lnTo>
                  <a:lnTo>
                    <a:pt x="445580" y="142399"/>
                  </a:lnTo>
                  <a:lnTo>
                    <a:pt x="445389" y="141446"/>
                  </a:lnTo>
                  <a:lnTo>
                    <a:pt x="445389" y="140684"/>
                  </a:lnTo>
                  <a:lnTo>
                    <a:pt x="445961" y="137731"/>
                  </a:lnTo>
                  <a:lnTo>
                    <a:pt x="445961" y="135350"/>
                  </a:lnTo>
                  <a:lnTo>
                    <a:pt x="445675" y="134779"/>
                  </a:lnTo>
                  <a:lnTo>
                    <a:pt x="445389" y="134207"/>
                  </a:lnTo>
                  <a:lnTo>
                    <a:pt x="444532" y="133445"/>
                  </a:lnTo>
                  <a:lnTo>
                    <a:pt x="443865" y="133159"/>
                  </a:lnTo>
                  <a:lnTo>
                    <a:pt x="443294" y="133064"/>
                  </a:lnTo>
                  <a:lnTo>
                    <a:pt x="442531" y="133445"/>
                  </a:lnTo>
                  <a:lnTo>
                    <a:pt x="441960" y="133731"/>
                  </a:lnTo>
                  <a:lnTo>
                    <a:pt x="441103" y="134017"/>
                  </a:lnTo>
                  <a:lnTo>
                    <a:pt x="440055" y="134207"/>
                  </a:lnTo>
                  <a:lnTo>
                    <a:pt x="439388" y="134112"/>
                  </a:lnTo>
                  <a:lnTo>
                    <a:pt x="438912" y="134017"/>
                  </a:lnTo>
                  <a:lnTo>
                    <a:pt x="438436" y="133445"/>
                  </a:lnTo>
                  <a:lnTo>
                    <a:pt x="438055" y="132493"/>
                  </a:lnTo>
                  <a:lnTo>
                    <a:pt x="437293" y="128111"/>
                  </a:lnTo>
                  <a:lnTo>
                    <a:pt x="437102" y="127540"/>
                  </a:lnTo>
                  <a:lnTo>
                    <a:pt x="436721" y="126873"/>
                  </a:lnTo>
                  <a:lnTo>
                    <a:pt x="436055" y="125921"/>
                  </a:lnTo>
                  <a:lnTo>
                    <a:pt x="432721" y="122206"/>
                  </a:lnTo>
                  <a:lnTo>
                    <a:pt x="432435" y="121539"/>
                  </a:lnTo>
                  <a:lnTo>
                    <a:pt x="432245" y="120586"/>
                  </a:lnTo>
                  <a:lnTo>
                    <a:pt x="432340" y="116776"/>
                  </a:lnTo>
                  <a:lnTo>
                    <a:pt x="432054" y="115157"/>
                  </a:lnTo>
                  <a:lnTo>
                    <a:pt x="430816" y="111823"/>
                  </a:lnTo>
                  <a:lnTo>
                    <a:pt x="429387" y="108299"/>
                  </a:lnTo>
                  <a:lnTo>
                    <a:pt x="429387" y="106680"/>
                  </a:lnTo>
                  <a:lnTo>
                    <a:pt x="429578" y="106204"/>
                  </a:lnTo>
                  <a:lnTo>
                    <a:pt x="430054" y="105346"/>
                  </a:lnTo>
                  <a:lnTo>
                    <a:pt x="430625" y="104584"/>
                  </a:lnTo>
                  <a:lnTo>
                    <a:pt x="431006" y="104108"/>
                  </a:lnTo>
                  <a:lnTo>
                    <a:pt x="431292" y="103442"/>
                  </a:lnTo>
                  <a:lnTo>
                    <a:pt x="431673" y="102203"/>
                  </a:lnTo>
                  <a:lnTo>
                    <a:pt x="431673" y="101441"/>
                  </a:lnTo>
                  <a:lnTo>
                    <a:pt x="431102" y="96107"/>
                  </a:lnTo>
                  <a:lnTo>
                    <a:pt x="430625" y="93726"/>
                  </a:lnTo>
                  <a:lnTo>
                    <a:pt x="430530" y="92869"/>
                  </a:lnTo>
                  <a:lnTo>
                    <a:pt x="430625" y="92202"/>
                  </a:lnTo>
                  <a:lnTo>
                    <a:pt x="430721" y="91726"/>
                  </a:lnTo>
                  <a:lnTo>
                    <a:pt x="430721" y="91440"/>
                  </a:lnTo>
                  <a:lnTo>
                    <a:pt x="431102" y="90583"/>
                  </a:lnTo>
                  <a:lnTo>
                    <a:pt x="431578" y="88963"/>
                  </a:lnTo>
                  <a:lnTo>
                    <a:pt x="431863" y="87439"/>
                  </a:lnTo>
                  <a:lnTo>
                    <a:pt x="431863" y="86487"/>
                  </a:lnTo>
                  <a:lnTo>
                    <a:pt x="431768" y="85820"/>
                  </a:lnTo>
                  <a:lnTo>
                    <a:pt x="428625" y="81820"/>
                  </a:lnTo>
                  <a:lnTo>
                    <a:pt x="428244" y="80963"/>
                  </a:lnTo>
                  <a:lnTo>
                    <a:pt x="428149" y="80772"/>
                  </a:lnTo>
                  <a:lnTo>
                    <a:pt x="427958" y="80581"/>
                  </a:lnTo>
                  <a:lnTo>
                    <a:pt x="427482" y="80200"/>
                  </a:lnTo>
                  <a:lnTo>
                    <a:pt x="425863" y="81248"/>
                  </a:lnTo>
                  <a:lnTo>
                    <a:pt x="425387" y="81343"/>
                  </a:lnTo>
                  <a:lnTo>
                    <a:pt x="424720" y="81248"/>
                  </a:lnTo>
                  <a:lnTo>
                    <a:pt x="424053" y="81058"/>
                  </a:lnTo>
                  <a:lnTo>
                    <a:pt x="422720" y="80963"/>
                  </a:lnTo>
                  <a:lnTo>
                    <a:pt x="421767" y="81153"/>
                  </a:lnTo>
                  <a:lnTo>
                    <a:pt x="420624" y="81725"/>
                  </a:lnTo>
                  <a:lnTo>
                    <a:pt x="419576" y="82391"/>
                  </a:lnTo>
                  <a:lnTo>
                    <a:pt x="418529" y="83344"/>
                  </a:lnTo>
                  <a:lnTo>
                    <a:pt x="418243" y="83725"/>
                  </a:lnTo>
                  <a:lnTo>
                    <a:pt x="418052" y="84201"/>
                  </a:lnTo>
                  <a:lnTo>
                    <a:pt x="417671" y="85534"/>
                  </a:lnTo>
                  <a:lnTo>
                    <a:pt x="417290" y="86201"/>
                  </a:lnTo>
                  <a:lnTo>
                    <a:pt x="416814" y="86487"/>
                  </a:lnTo>
                  <a:lnTo>
                    <a:pt x="415766" y="86392"/>
                  </a:lnTo>
                  <a:lnTo>
                    <a:pt x="415290" y="86582"/>
                  </a:lnTo>
                  <a:lnTo>
                    <a:pt x="414814" y="87058"/>
                  </a:lnTo>
                  <a:lnTo>
                    <a:pt x="414147" y="87630"/>
                  </a:lnTo>
                  <a:lnTo>
                    <a:pt x="413861" y="88106"/>
                  </a:lnTo>
                  <a:lnTo>
                    <a:pt x="413480" y="89440"/>
                  </a:lnTo>
                  <a:lnTo>
                    <a:pt x="413290" y="90202"/>
                  </a:lnTo>
                  <a:lnTo>
                    <a:pt x="412623" y="91154"/>
                  </a:lnTo>
                  <a:lnTo>
                    <a:pt x="411956" y="91535"/>
                  </a:lnTo>
                  <a:lnTo>
                    <a:pt x="411385" y="91726"/>
                  </a:lnTo>
                  <a:lnTo>
                    <a:pt x="404051" y="92488"/>
                  </a:lnTo>
                  <a:lnTo>
                    <a:pt x="402812" y="92392"/>
                  </a:lnTo>
                  <a:lnTo>
                    <a:pt x="398431" y="91059"/>
                  </a:lnTo>
                  <a:lnTo>
                    <a:pt x="396145" y="90106"/>
                  </a:lnTo>
                  <a:lnTo>
                    <a:pt x="395764" y="89821"/>
                  </a:lnTo>
                  <a:lnTo>
                    <a:pt x="395478" y="89440"/>
                  </a:lnTo>
                  <a:lnTo>
                    <a:pt x="395288" y="88392"/>
                  </a:lnTo>
                  <a:lnTo>
                    <a:pt x="395097" y="87916"/>
                  </a:lnTo>
                  <a:lnTo>
                    <a:pt x="394906" y="87535"/>
                  </a:lnTo>
                  <a:lnTo>
                    <a:pt x="394621" y="87154"/>
                  </a:lnTo>
                  <a:lnTo>
                    <a:pt x="393573" y="86201"/>
                  </a:lnTo>
                  <a:lnTo>
                    <a:pt x="393097" y="85915"/>
                  </a:lnTo>
                  <a:lnTo>
                    <a:pt x="392621" y="85725"/>
                  </a:lnTo>
                  <a:lnTo>
                    <a:pt x="390906" y="85344"/>
                  </a:lnTo>
                  <a:lnTo>
                    <a:pt x="390430" y="85154"/>
                  </a:lnTo>
                  <a:lnTo>
                    <a:pt x="390049" y="84868"/>
                  </a:lnTo>
                  <a:lnTo>
                    <a:pt x="389668" y="84582"/>
                  </a:lnTo>
                  <a:lnTo>
                    <a:pt x="389382" y="84201"/>
                  </a:lnTo>
                  <a:lnTo>
                    <a:pt x="389001" y="83344"/>
                  </a:lnTo>
                  <a:lnTo>
                    <a:pt x="388525" y="82486"/>
                  </a:lnTo>
                  <a:lnTo>
                    <a:pt x="387953" y="81725"/>
                  </a:lnTo>
                  <a:lnTo>
                    <a:pt x="387382" y="81439"/>
                  </a:lnTo>
                  <a:lnTo>
                    <a:pt x="386715" y="81058"/>
                  </a:lnTo>
                  <a:lnTo>
                    <a:pt x="385286" y="80677"/>
                  </a:lnTo>
                  <a:lnTo>
                    <a:pt x="384524" y="80677"/>
                  </a:lnTo>
                  <a:lnTo>
                    <a:pt x="383857" y="80772"/>
                  </a:lnTo>
                  <a:lnTo>
                    <a:pt x="383000" y="81248"/>
                  </a:lnTo>
                  <a:lnTo>
                    <a:pt x="381667" y="82582"/>
                  </a:lnTo>
                  <a:lnTo>
                    <a:pt x="381190" y="82963"/>
                  </a:lnTo>
                  <a:lnTo>
                    <a:pt x="380524" y="83248"/>
                  </a:lnTo>
                  <a:lnTo>
                    <a:pt x="379476" y="83629"/>
                  </a:lnTo>
                  <a:lnTo>
                    <a:pt x="378714" y="83820"/>
                  </a:lnTo>
                  <a:lnTo>
                    <a:pt x="378238" y="83725"/>
                  </a:lnTo>
                  <a:lnTo>
                    <a:pt x="377952" y="83629"/>
                  </a:lnTo>
                  <a:lnTo>
                    <a:pt x="377571" y="83439"/>
                  </a:lnTo>
                  <a:lnTo>
                    <a:pt x="376714" y="82391"/>
                  </a:lnTo>
                  <a:lnTo>
                    <a:pt x="374428" y="80391"/>
                  </a:lnTo>
                  <a:lnTo>
                    <a:pt x="372904" y="79629"/>
                  </a:lnTo>
                  <a:lnTo>
                    <a:pt x="372142" y="79629"/>
                  </a:lnTo>
                  <a:lnTo>
                    <a:pt x="371380" y="79724"/>
                  </a:lnTo>
                  <a:lnTo>
                    <a:pt x="370332" y="80105"/>
                  </a:lnTo>
                  <a:lnTo>
                    <a:pt x="369094" y="81058"/>
                  </a:lnTo>
                  <a:lnTo>
                    <a:pt x="368522" y="81629"/>
                  </a:lnTo>
                  <a:lnTo>
                    <a:pt x="357283" y="83820"/>
                  </a:lnTo>
                  <a:lnTo>
                    <a:pt x="353473" y="85630"/>
                  </a:lnTo>
                  <a:lnTo>
                    <a:pt x="351091" y="86487"/>
                  </a:lnTo>
                  <a:lnTo>
                    <a:pt x="350139" y="86677"/>
                  </a:lnTo>
                  <a:lnTo>
                    <a:pt x="349282" y="86773"/>
                  </a:lnTo>
                  <a:lnTo>
                    <a:pt x="338233" y="84487"/>
                  </a:lnTo>
                  <a:lnTo>
                    <a:pt x="331946" y="84201"/>
                  </a:lnTo>
                  <a:lnTo>
                    <a:pt x="330137" y="84677"/>
                  </a:lnTo>
                  <a:lnTo>
                    <a:pt x="326707" y="84677"/>
                  </a:lnTo>
                  <a:lnTo>
                    <a:pt x="326136" y="84772"/>
                  </a:lnTo>
                  <a:lnTo>
                    <a:pt x="325374" y="85058"/>
                  </a:lnTo>
                  <a:lnTo>
                    <a:pt x="324040" y="85820"/>
                  </a:lnTo>
                  <a:lnTo>
                    <a:pt x="318802" y="85439"/>
                  </a:lnTo>
                  <a:lnTo>
                    <a:pt x="317563" y="85534"/>
                  </a:lnTo>
                  <a:lnTo>
                    <a:pt x="316706" y="85725"/>
                  </a:lnTo>
                  <a:lnTo>
                    <a:pt x="316516" y="86011"/>
                  </a:lnTo>
                  <a:lnTo>
                    <a:pt x="316135" y="86201"/>
                  </a:lnTo>
                  <a:lnTo>
                    <a:pt x="315563" y="86582"/>
                  </a:lnTo>
                  <a:lnTo>
                    <a:pt x="314325" y="87154"/>
                  </a:lnTo>
                  <a:lnTo>
                    <a:pt x="313563" y="87249"/>
                  </a:lnTo>
                  <a:lnTo>
                    <a:pt x="312991" y="87154"/>
                  </a:lnTo>
                  <a:lnTo>
                    <a:pt x="312134" y="86677"/>
                  </a:lnTo>
                  <a:lnTo>
                    <a:pt x="309372" y="84677"/>
                  </a:lnTo>
                  <a:lnTo>
                    <a:pt x="308038" y="83439"/>
                  </a:lnTo>
                  <a:lnTo>
                    <a:pt x="307467" y="83153"/>
                  </a:lnTo>
                  <a:lnTo>
                    <a:pt x="305181" y="82486"/>
                  </a:lnTo>
                  <a:lnTo>
                    <a:pt x="304229" y="82486"/>
                  </a:lnTo>
                  <a:lnTo>
                    <a:pt x="302133" y="82772"/>
                  </a:lnTo>
                  <a:lnTo>
                    <a:pt x="301371" y="82772"/>
                  </a:lnTo>
                  <a:lnTo>
                    <a:pt x="300799" y="82486"/>
                  </a:lnTo>
                  <a:lnTo>
                    <a:pt x="297371" y="79915"/>
                  </a:lnTo>
                  <a:lnTo>
                    <a:pt x="294894" y="77438"/>
                  </a:lnTo>
                  <a:lnTo>
                    <a:pt x="294132" y="76962"/>
                  </a:lnTo>
                  <a:lnTo>
                    <a:pt x="293561" y="76867"/>
                  </a:lnTo>
                  <a:lnTo>
                    <a:pt x="292989" y="76962"/>
                  </a:lnTo>
                  <a:lnTo>
                    <a:pt x="292608" y="77152"/>
                  </a:lnTo>
                  <a:lnTo>
                    <a:pt x="292227" y="77438"/>
                  </a:lnTo>
                  <a:lnTo>
                    <a:pt x="291941" y="77819"/>
                  </a:lnTo>
                  <a:lnTo>
                    <a:pt x="291465" y="78105"/>
                  </a:lnTo>
                  <a:lnTo>
                    <a:pt x="291084" y="78296"/>
                  </a:lnTo>
                  <a:lnTo>
                    <a:pt x="289751" y="78867"/>
                  </a:lnTo>
                  <a:lnTo>
                    <a:pt x="287560" y="75914"/>
                  </a:lnTo>
                  <a:lnTo>
                    <a:pt x="286226" y="75057"/>
                  </a:lnTo>
                  <a:lnTo>
                    <a:pt x="273463" y="71533"/>
                  </a:lnTo>
                  <a:lnTo>
                    <a:pt x="271653" y="70675"/>
                  </a:lnTo>
                  <a:lnTo>
                    <a:pt x="271177" y="70104"/>
                  </a:lnTo>
                  <a:lnTo>
                    <a:pt x="268796" y="65437"/>
                  </a:lnTo>
                  <a:lnTo>
                    <a:pt x="267462" y="64008"/>
                  </a:lnTo>
                  <a:lnTo>
                    <a:pt x="266224" y="63151"/>
                  </a:lnTo>
                  <a:lnTo>
                    <a:pt x="261938" y="61055"/>
                  </a:lnTo>
                  <a:lnTo>
                    <a:pt x="260890" y="60769"/>
                  </a:lnTo>
                  <a:lnTo>
                    <a:pt x="259652" y="60674"/>
                  </a:lnTo>
                  <a:lnTo>
                    <a:pt x="259080" y="60769"/>
                  </a:lnTo>
                  <a:lnTo>
                    <a:pt x="258128" y="61055"/>
                  </a:lnTo>
                  <a:lnTo>
                    <a:pt x="256889" y="61722"/>
                  </a:lnTo>
                  <a:lnTo>
                    <a:pt x="256127" y="62389"/>
                  </a:lnTo>
                  <a:lnTo>
                    <a:pt x="255556" y="63055"/>
                  </a:lnTo>
                  <a:lnTo>
                    <a:pt x="254794" y="63627"/>
                  </a:lnTo>
                  <a:lnTo>
                    <a:pt x="253937" y="63913"/>
                  </a:lnTo>
                  <a:lnTo>
                    <a:pt x="252984" y="63436"/>
                  </a:lnTo>
                  <a:lnTo>
                    <a:pt x="252603" y="63246"/>
                  </a:lnTo>
                  <a:lnTo>
                    <a:pt x="252222" y="62770"/>
                  </a:lnTo>
                  <a:lnTo>
                    <a:pt x="251841" y="62103"/>
                  </a:lnTo>
                  <a:lnTo>
                    <a:pt x="251460" y="61055"/>
                  </a:lnTo>
                  <a:lnTo>
                    <a:pt x="251174" y="60293"/>
                  </a:lnTo>
                  <a:lnTo>
                    <a:pt x="250888" y="57912"/>
                  </a:lnTo>
                  <a:lnTo>
                    <a:pt x="250507" y="56959"/>
                  </a:lnTo>
                  <a:lnTo>
                    <a:pt x="249936" y="55435"/>
                  </a:lnTo>
                  <a:lnTo>
                    <a:pt x="249650" y="54959"/>
                  </a:lnTo>
                  <a:lnTo>
                    <a:pt x="249174" y="54388"/>
                  </a:lnTo>
                  <a:lnTo>
                    <a:pt x="247555" y="52959"/>
                  </a:lnTo>
                  <a:lnTo>
                    <a:pt x="244602" y="50863"/>
                  </a:lnTo>
                  <a:lnTo>
                    <a:pt x="241840" y="47815"/>
                  </a:lnTo>
                  <a:lnTo>
                    <a:pt x="240887" y="46387"/>
                  </a:lnTo>
                  <a:lnTo>
                    <a:pt x="238411" y="41910"/>
                  </a:lnTo>
                  <a:lnTo>
                    <a:pt x="236887" y="40100"/>
                  </a:lnTo>
                  <a:lnTo>
                    <a:pt x="234982" y="38481"/>
                  </a:lnTo>
                  <a:lnTo>
                    <a:pt x="234410" y="38100"/>
                  </a:lnTo>
                  <a:lnTo>
                    <a:pt x="233934" y="37909"/>
                  </a:lnTo>
                  <a:lnTo>
                    <a:pt x="233077" y="37433"/>
                  </a:lnTo>
                  <a:lnTo>
                    <a:pt x="232696" y="37147"/>
                  </a:lnTo>
                  <a:lnTo>
                    <a:pt x="229743" y="34100"/>
                  </a:lnTo>
                  <a:lnTo>
                    <a:pt x="228790" y="33528"/>
                  </a:lnTo>
                  <a:lnTo>
                    <a:pt x="228029" y="33147"/>
                  </a:lnTo>
                  <a:lnTo>
                    <a:pt x="226981" y="32766"/>
                  </a:lnTo>
                  <a:lnTo>
                    <a:pt x="226504" y="32480"/>
                  </a:lnTo>
                  <a:lnTo>
                    <a:pt x="226123" y="31909"/>
                  </a:lnTo>
                  <a:lnTo>
                    <a:pt x="225933" y="30956"/>
                  </a:lnTo>
                  <a:lnTo>
                    <a:pt x="225933" y="30194"/>
                  </a:lnTo>
                  <a:lnTo>
                    <a:pt x="226123" y="29623"/>
                  </a:lnTo>
                  <a:lnTo>
                    <a:pt x="226409" y="28575"/>
                  </a:lnTo>
                  <a:lnTo>
                    <a:pt x="226600" y="28099"/>
                  </a:lnTo>
                  <a:lnTo>
                    <a:pt x="226695" y="27527"/>
                  </a:lnTo>
                  <a:lnTo>
                    <a:pt x="226600" y="27051"/>
                  </a:lnTo>
                  <a:lnTo>
                    <a:pt x="226314" y="26098"/>
                  </a:lnTo>
                  <a:lnTo>
                    <a:pt x="226123" y="25717"/>
                  </a:lnTo>
                  <a:lnTo>
                    <a:pt x="225743" y="25241"/>
                  </a:lnTo>
                  <a:lnTo>
                    <a:pt x="223361" y="22860"/>
                  </a:lnTo>
                  <a:lnTo>
                    <a:pt x="222218" y="21146"/>
                  </a:lnTo>
                  <a:lnTo>
                    <a:pt x="219742" y="16669"/>
                  </a:lnTo>
                  <a:lnTo>
                    <a:pt x="219075" y="14764"/>
                  </a:lnTo>
                  <a:lnTo>
                    <a:pt x="218599" y="12763"/>
                  </a:lnTo>
                  <a:lnTo>
                    <a:pt x="218027" y="11239"/>
                  </a:lnTo>
                  <a:lnTo>
                    <a:pt x="217741" y="10763"/>
                  </a:lnTo>
                  <a:lnTo>
                    <a:pt x="217170" y="10192"/>
                  </a:lnTo>
                  <a:lnTo>
                    <a:pt x="216027" y="9620"/>
                  </a:lnTo>
                  <a:lnTo>
                    <a:pt x="214503" y="9239"/>
                  </a:lnTo>
                  <a:lnTo>
                    <a:pt x="213741" y="8858"/>
                  </a:lnTo>
                  <a:lnTo>
                    <a:pt x="212979" y="8382"/>
                  </a:lnTo>
                  <a:lnTo>
                    <a:pt x="210312" y="6096"/>
                  </a:lnTo>
                  <a:lnTo>
                    <a:pt x="209550" y="5620"/>
                  </a:lnTo>
                  <a:lnTo>
                    <a:pt x="208883" y="4381"/>
                  </a:lnTo>
                  <a:lnTo>
                    <a:pt x="207359" y="0"/>
                  </a:lnTo>
                  <a:lnTo>
                    <a:pt x="205930" y="667"/>
                  </a:lnTo>
                  <a:lnTo>
                    <a:pt x="204692" y="1524"/>
                  </a:lnTo>
                  <a:lnTo>
                    <a:pt x="204597" y="1524"/>
                  </a:lnTo>
                  <a:lnTo>
                    <a:pt x="204502" y="1714"/>
                  </a:lnTo>
                  <a:lnTo>
                    <a:pt x="204121" y="2286"/>
                  </a:lnTo>
                  <a:lnTo>
                    <a:pt x="203549" y="3810"/>
                  </a:lnTo>
                  <a:lnTo>
                    <a:pt x="203359" y="4286"/>
                  </a:lnTo>
                  <a:lnTo>
                    <a:pt x="203073" y="4667"/>
                  </a:lnTo>
                  <a:lnTo>
                    <a:pt x="202406" y="5429"/>
                  </a:lnTo>
                  <a:lnTo>
                    <a:pt x="202025" y="5620"/>
                  </a:lnTo>
                  <a:lnTo>
                    <a:pt x="201358" y="5810"/>
                  </a:lnTo>
                  <a:lnTo>
                    <a:pt x="197358" y="5810"/>
                  </a:lnTo>
                  <a:lnTo>
                    <a:pt x="195929" y="6096"/>
                  </a:lnTo>
                  <a:lnTo>
                    <a:pt x="195263" y="6382"/>
                  </a:lnTo>
                  <a:lnTo>
                    <a:pt x="194786" y="6763"/>
                  </a:lnTo>
                  <a:lnTo>
                    <a:pt x="194501" y="7239"/>
                  </a:lnTo>
                  <a:lnTo>
                    <a:pt x="194024" y="8572"/>
                  </a:lnTo>
                  <a:lnTo>
                    <a:pt x="193738" y="9239"/>
                  </a:lnTo>
                  <a:lnTo>
                    <a:pt x="193453" y="9525"/>
                  </a:lnTo>
                  <a:lnTo>
                    <a:pt x="193262" y="9715"/>
                  </a:lnTo>
                  <a:lnTo>
                    <a:pt x="192691" y="10192"/>
                  </a:lnTo>
                  <a:lnTo>
                    <a:pt x="191167" y="11239"/>
                  </a:lnTo>
                  <a:lnTo>
                    <a:pt x="189357" y="12001"/>
                  </a:lnTo>
                  <a:lnTo>
                    <a:pt x="188976" y="12287"/>
                  </a:lnTo>
                  <a:lnTo>
                    <a:pt x="188690" y="12668"/>
                  </a:lnTo>
                  <a:lnTo>
                    <a:pt x="188500" y="13144"/>
                  </a:lnTo>
                  <a:lnTo>
                    <a:pt x="188500" y="13621"/>
                  </a:lnTo>
                  <a:lnTo>
                    <a:pt x="188595" y="14097"/>
                  </a:lnTo>
                  <a:lnTo>
                    <a:pt x="188881" y="14573"/>
                  </a:lnTo>
                  <a:lnTo>
                    <a:pt x="189071" y="14954"/>
                  </a:lnTo>
                  <a:lnTo>
                    <a:pt x="189357" y="15240"/>
                  </a:lnTo>
                  <a:lnTo>
                    <a:pt x="189643" y="15621"/>
                  </a:lnTo>
                  <a:lnTo>
                    <a:pt x="189643" y="16002"/>
                  </a:lnTo>
                  <a:lnTo>
                    <a:pt x="189166" y="16192"/>
                  </a:lnTo>
                  <a:lnTo>
                    <a:pt x="188500" y="16192"/>
                  </a:lnTo>
                  <a:lnTo>
                    <a:pt x="187452" y="15716"/>
                  </a:lnTo>
                  <a:lnTo>
                    <a:pt x="186785" y="15430"/>
                  </a:lnTo>
                  <a:lnTo>
                    <a:pt x="186309" y="15050"/>
                  </a:lnTo>
                  <a:lnTo>
                    <a:pt x="184023" y="12668"/>
                  </a:lnTo>
                  <a:lnTo>
                    <a:pt x="182499" y="11430"/>
                  </a:lnTo>
                  <a:lnTo>
                    <a:pt x="182023" y="11239"/>
                  </a:lnTo>
                  <a:lnTo>
                    <a:pt x="181451" y="11239"/>
                  </a:lnTo>
                  <a:lnTo>
                    <a:pt x="179927" y="11621"/>
                  </a:lnTo>
                  <a:lnTo>
                    <a:pt x="179261" y="11621"/>
                  </a:lnTo>
                  <a:lnTo>
                    <a:pt x="178213" y="11144"/>
                  </a:lnTo>
                  <a:lnTo>
                    <a:pt x="177737" y="10668"/>
                  </a:lnTo>
                  <a:lnTo>
                    <a:pt x="177451" y="10192"/>
                  </a:lnTo>
                  <a:lnTo>
                    <a:pt x="177355" y="9620"/>
                  </a:lnTo>
                  <a:lnTo>
                    <a:pt x="176974" y="7429"/>
                  </a:lnTo>
                  <a:lnTo>
                    <a:pt x="176689" y="6382"/>
                  </a:lnTo>
                  <a:lnTo>
                    <a:pt x="176498" y="5905"/>
                  </a:lnTo>
                  <a:lnTo>
                    <a:pt x="174879" y="3048"/>
                  </a:lnTo>
                  <a:lnTo>
                    <a:pt x="174498" y="2667"/>
                  </a:lnTo>
                  <a:lnTo>
                    <a:pt x="174117" y="2476"/>
                  </a:lnTo>
                  <a:lnTo>
                    <a:pt x="173164" y="2000"/>
                  </a:lnTo>
                  <a:lnTo>
                    <a:pt x="172498" y="1905"/>
                  </a:lnTo>
                  <a:lnTo>
                    <a:pt x="171831" y="2000"/>
                  </a:lnTo>
                  <a:lnTo>
                    <a:pt x="170783" y="2476"/>
                  </a:lnTo>
                  <a:lnTo>
                    <a:pt x="170212" y="2857"/>
                  </a:lnTo>
                  <a:lnTo>
                    <a:pt x="169736" y="3238"/>
                  </a:lnTo>
                  <a:lnTo>
                    <a:pt x="169545" y="3619"/>
                  </a:lnTo>
                  <a:lnTo>
                    <a:pt x="169069" y="4000"/>
                  </a:lnTo>
                  <a:lnTo>
                    <a:pt x="168307" y="5239"/>
                  </a:lnTo>
                  <a:lnTo>
                    <a:pt x="166116" y="7715"/>
                  </a:lnTo>
                  <a:lnTo>
                    <a:pt x="165354" y="8287"/>
                  </a:lnTo>
                  <a:lnTo>
                    <a:pt x="164497" y="8763"/>
                  </a:lnTo>
                  <a:lnTo>
                    <a:pt x="164021" y="8858"/>
                  </a:lnTo>
                  <a:lnTo>
                    <a:pt x="148209" y="10477"/>
                  </a:lnTo>
                  <a:lnTo>
                    <a:pt x="145542" y="10096"/>
                  </a:lnTo>
                  <a:lnTo>
                    <a:pt x="144685" y="9811"/>
                  </a:lnTo>
                  <a:lnTo>
                    <a:pt x="144018" y="9525"/>
                  </a:lnTo>
                  <a:lnTo>
                    <a:pt x="143637" y="9239"/>
                  </a:lnTo>
                  <a:lnTo>
                    <a:pt x="141351" y="6858"/>
                  </a:lnTo>
                  <a:lnTo>
                    <a:pt x="140589" y="6286"/>
                  </a:lnTo>
                  <a:lnTo>
                    <a:pt x="139732" y="5810"/>
                  </a:lnTo>
                  <a:lnTo>
                    <a:pt x="138779" y="5334"/>
                  </a:lnTo>
                  <a:lnTo>
                    <a:pt x="138208" y="5239"/>
                  </a:lnTo>
                  <a:lnTo>
                    <a:pt x="136970" y="5048"/>
                  </a:lnTo>
                  <a:lnTo>
                    <a:pt x="126206" y="4953"/>
                  </a:lnTo>
                  <a:lnTo>
                    <a:pt x="122777" y="3048"/>
                  </a:lnTo>
                  <a:lnTo>
                    <a:pt x="121729" y="2667"/>
                  </a:lnTo>
                  <a:lnTo>
                    <a:pt x="119444" y="2191"/>
                  </a:lnTo>
                  <a:lnTo>
                    <a:pt x="109633" y="2476"/>
                  </a:lnTo>
                  <a:lnTo>
                    <a:pt x="107252" y="2000"/>
                  </a:lnTo>
                  <a:lnTo>
                    <a:pt x="105156" y="1333"/>
                  </a:lnTo>
                  <a:lnTo>
                    <a:pt x="103251" y="571"/>
                  </a:lnTo>
                  <a:lnTo>
                    <a:pt x="102203" y="190"/>
                  </a:lnTo>
                  <a:lnTo>
                    <a:pt x="101632" y="286"/>
                  </a:lnTo>
                  <a:lnTo>
                    <a:pt x="100965" y="476"/>
                  </a:lnTo>
                  <a:lnTo>
                    <a:pt x="99536" y="2191"/>
                  </a:lnTo>
                  <a:lnTo>
                    <a:pt x="98870" y="2572"/>
                  </a:lnTo>
                  <a:lnTo>
                    <a:pt x="97822" y="2857"/>
                  </a:lnTo>
                  <a:lnTo>
                    <a:pt x="96964" y="2953"/>
                  </a:lnTo>
                  <a:lnTo>
                    <a:pt x="96298" y="2857"/>
                  </a:lnTo>
                  <a:lnTo>
                    <a:pt x="93631" y="2096"/>
                  </a:lnTo>
                  <a:lnTo>
                    <a:pt x="93059" y="2096"/>
                  </a:lnTo>
                  <a:lnTo>
                    <a:pt x="92393" y="2000"/>
                  </a:lnTo>
                  <a:lnTo>
                    <a:pt x="91821" y="2096"/>
                  </a:lnTo>
                  <a:lnTo>
                    <a:pt x="91249" y="2381"/>
                  </a:lnTo>
                  <a:lnTo>
                    <a:pt x="90678" y="2762"/>
                  </a:lnTo>
                  <a:lnTo>
                    <a:pt x="86487" y="7334"/>
                  </a:lnTo>
                  <a:lnTo>
                    <a:pt x="85535" y="8668"/>
                  </a:lnTo>
                  <a:lnTo>
                    <a:pt x="85249" y="9334"/>
                  </a:lnTo>
                  <a:lnTo>
                    <a:pt x="85154" y="9906"/>
                  </a:lnTo>
                  <a:lnTo>
                    <a:pt x="85725" y="11239"/>
                  </a:lnTo>
                  <a:lnTo>
                    <a:pt x="88773" y="11525"/>
                  </a:lnTo>
                  <a:lnTo>
                    <a:pt x="90392" y="12001"/>
                  </a:lnTo>
                  <a:lnTo>
                    <a:pt x="92297" y="12859"/>
                  </a:lnTo>
                  <a:lnTo>
                    <a:pt x="94679" y="14478"/>
                  </a:lnTo>
                  <a:lnTo>
                    <a:pt x="95155" y="14668"/>
                  </a:lnTo>
                  <a:lnTo>
                    <a:pt x="96298" y="14859"/>
                  </a:lnTo>
                  <a:lnTo>
                    <a:pt x="96869" y="14859"/>
                  </a:lnTo>
                  <a:lnTo>
                    <a:pt x="99155" y="14573"/>
                  </a:lnTo>
                  <a:lnTo>
                    <a:pt x="101632" y="14573"/>
                  </a:lnTo>
                  <a:lnTo>
                    <a:pt x="104965" y="15335"/>
                  </a:lnTo>
                  <a:lnTo>
                    <a:pt x="108966" y="16764"/>
                  </a:lnTo>
                  <a:lnTo>
                    <a:pt x="109347" y="17050"/>
                  </a:lnTo>
                  <a:lnTo>
                    <a:pt x="109728" y="17335"/>
                  </a:lnTo>
                  <a:lnTo>
                    <a:pt x="110014" y="17717"/>
                  </a:lnTo>
                  <a:lnTo>
                    <a:pt x="111633" y="20098"/>
                  </a:lnTo>
                  <a:lnTo>
                    <a:pt x="111823" y="20574"/>
                  </a:lnTo>
                  <a:lnTo>
                    <a:pt x="111919" y="21050"/>
                  </a:lnTo>
                  <a:lnTo>
                    <a:pt x="111919" y="22098"/>
                  </a:lnTo>
                  <a:lnTo>
                    <a:pt x="111728" y="23622"/>
                  </a:lnTo>
                  <a:lnTo>
                    <a:pt x="110776" y="28289"/>
                  </a:lnTo>
                  <a:lnTo>
                    <a:pt x="110395" y="29242"/>
                  </a:lnTo>
                  <a:lnTo>
                    <a:pt x="110109" y="29718"/>
                  </a:lnTo>
                  <a:lnTo>
                    <a:pt x="108966" y="31242"/>
                  </a:lnTo>
                  <a:lnTo>
                    <a:pt x="108585" y="31909"/>
                  </a:lnTo>
                  <a:lnTo>
                    <a:pt x="110109" y="33338"/>
                  </a:lnTo>
                  <a:lnTo>
                    <a:pt x="112109" y="34671"/>
                  </a:lnTo>
                  <a:lnTo>
                    <a:pt x="114205" y="35433"/>
                  </a:lnTo>
                  <a:lnTo>
                    <a:pt x="116300" y="35147"/>
                  </a:lnTo>
                  <a:lnTo>
                    <a:pt x="118872" y="33528"/>
                  </a:lnTo>
                  <a:lnTo>
                    <a:pt x="120110" y="33242"/>
                  </a:lnTo>
                  <a:lnTo>
                    <a:pt x="121348" y="33433"/>
                  </a:lnTo>
                  <a:lnTo>
                    <a:pt x="123444" y="34766"/>
                  </a:lnTo>
                  <a:lnTo>
                    <a:pt x="124492" y="35147"/>
                  </a:lnTo>
                  <a:lnTo>
                    <a:pt x="128873" y="35814"/>
                  </a:lnTo>
                  <a:lnTo>
                    <a:pt x="129730" y="36290"/>
                  </a:lnTo>
                  <a:lnTo>
                    <a:pt x="132683" y="38386"/>
                  </a:lnTo>
                  <a:lnTo>
                    <a:pt x="136017" y="39719"/>
                  </a:lnTo>
                  <a:lnTo>
                    <a:pt x="137065" y="40386"/>
                  </a:lnTo>
                  <a:lnTo>
                    <a:pt x="137731" y="41053"/>
                  </a:lnTo>
                  <a:lnTo>
                    <a:pt x="138589" y="42481"/>
                  </a:lnTo>
                  <a:lnTo>
                    <a:pt x="138684" y="43243"/>
                  </a:lnTo>
                  <a:lnTo>
                    <a:pt x="138874" y="43625"/>
                  </a:lnTo>
                  <a:lnTo>
                    <a:pt x="139065" y="44577"/>
                  </a:lnTo>
                  <a:lnTo>
                    <a:pt x="140875" y="48006"/>
                  </a:lnTo>
                  <a:lnTo>
                    <a:pt x="141065" y="48387"/>
                  </a:lnTo>
                  <a:lnTo>
                    <a:pt x="141827" y="50959"/>
                  </a:lnTo>
                  <a:lnTo>
                    <a:pt x="141827" y="51816"/>
                  </a:lnTo>
                  <a:lnTo>
                    <a:pt x="141637" y="53054"/>
                  </a:lnTo>
                  <a:lnTo>
                    <a:pt x="140970" y="55531"/>
                  </a:lnTo>
                  <a:lnTo>
                    <a:pt x="141161" y="56864"/>
                  </a:lnTo>
                  <a:lnTo>
                    <a:pt x="141541" y="57817"/>
                  </a:lnTo>
                  <a:lnTo>
                    <a:pt x="142304" y="58388"/>
                  </a:lnTo>
                  <a:lnTo>
                    <a:pt x="142875" y="59055"/>
                  </a:lnTo>
                  <a:lnTo>
                    <a:pt x="143161" y="60007"/>
                  </a:lnTo>
                  <a:lnTo>
                    <a:pt x="142875" y="61055"/>
                  </a:lnTo>
                  <a:lnTo>
                    <a:pt x="141637" y="62484"/>
                  </a:lnTo>
                  <a:lnTo>
                    <a:pt x="140208" y="62675"/>
                  </a:lnTo>
                  <a:lnTo>
                    <a:pt x="138684" y="62389"/>
                  </a:lnTo>
                  <a:lnTo>
                    <a:pt x="137446" y="61722"/>
                  </a:lnTo>
                  <a:lnTo>
                    <a:pt x="136207" y="61531"/>
                  </a:lnTo>
                  <a:lnTo>
                    <a:pt x="135350" y="61627"/>
                  </a:lnTo>
                  <a:lnTo>
                    <a:pt x="134588" y="62103"/>
                  </a:lnTo>
                  <a:lnTo>
                    <a:pt x="134398" y="62579"/>
                  </a:lnTo>
                  <a:lnTo>
                    <a:pt x="134398" y="63341"/>
                  </a:lnTo>
                  <a:lnTo>
                    <a:pt x="134493" y="63913"/>
                  </a:lnTo>
                  <a:lnTo>
                    <a:pt x="134779" y="64389"/>
                  </a:lnTo>
                  <a:lnTo>
                    <a:pt x="134683" y="64865"/>
                  </a:lnTo>
                  <a:lnTo>
                    <a:pt x="134398" y="65437"/>
                  </a:lnTo>
                  <a:lnTo>
                    <a:pt x="131731" y="67437"/>
                  </a:lnTo>
                  <a:lnTo>
                    <a:pt x="131064" y="67818"/>
                  </a:lnTo>
                  <a:lnTo>
                    <a:pt x="130493" y="68008"/>
                  </a:lnTo>
                  <a:lnTo>
                    <a:pt x="129921" y="67913"/>
                  </a:lnTo>
                  <a:lnTo>
                    <a:pt x="129730" y="67818"/>
                  </a:lnTo>
                  <a:lnTo>
                    <a:pt x="129540" y="67723"/>
                  </a:lnTo>
                  <a:lnTo>
                    <a:pt x="126968" y="66008"/>
                  </a:lnTo>
                  <a:lnTo>
                    <a:pt x="125539" y="65437"/>
                  </a:lnTo>
                  <a:lnTo>
                    <a:pt x="119824" y="63913"/>
                  </a:lnTo>
                  <a:lnTo>
                    <a:pt x="118967" y="63913"/>
                  </a:lnTo>
                  <a:lnTo>
                    <a:pt x="118491" y="64008"/>
                  </a:lnTo>
                  <a:lnTo>
                    <a:pt x="117062" y="65246"/>
                  </a:lnTo>
                  <a:lnTo>
                    <a:pt x="116681" y="65437"/>
                  </a:lnTo>
                  <a:lnTo>
                    <a:pt x="115824" y="65818"/>
                  </a:lnTo>
                  <a:lnTo>
                    <a:pt x="115253" y="65913"/>
                  </a:lnTo>
                  <a:lnTo>
                    <a:pt x="114681" y="65913"/>
                  </a:lnTo>
                  <a:lnTo>
                    <a:pt x="114110" y="65818"/>
                  </a:lnTo>
                  <a:lnTo>
                    <a:pt x="113538" y="65627"/>
                  </a:lnTo>
                  <a:lnTo>
                    <a:pt x="113157" y="65437"/>
                  </a:lnTo>
                  <a:lnTo>
                    <a:pt x="112776" y="65151"/>
                  </a:lnTo>
                  <a:lnTo>
                    <a:pt x="111633" y="63627"/>
                  </a:lnTo>
                  <a:lnTo>
                    <a:pt x="111347" y="63341"/>
                  </a:lnTo>
                  <a:lnTo>
                    <a:pt x="110966" y="63151"/>
                  </a:lnTo>
                  <a:lnTo>
                    <a:pt x="110490" y="63151"/>
                  </a:lnTo>
                  <a:lnTo>
                    <a:pt x="109442" y="63436"/>
                  </a:lnTo>
                  <a:lnTo>
                    <a:pt x="107728" y="64294"/>
                  </a:lnTo>
                  <a:lnTo>
                    <a:pt x="106680" y="64579"/>
                  </a:lnTo>
                  <a:lnTo>
                    <a:pt x="106108" y="64579"/>
                  </a:lnTo>
                  <a:lnTo>
                    <a:pt x="105537" y="64484"/>
                  </a:lnTo>
                  <a:lnTo>
                    <a:pt x="104965" y="64389"/>
                  </a:lnTo>
                  <a:lnTo>
                    <a:pt x="102584" y="63341"/>
                  </a:lnTo>
                  <a:lnTo>
                    <a:pt x="102108" y="63246"/>
                  </a:lnTo>
                  <a:lnTo>
                    <a:pt x="101537" y="63246"/>
                  </a:lnTo>
                  <a:lnTo>
                    <a:pt x="101060" y="63436"/>
                  </a:lnTo>
                  <a:lnTo>
                    <a:pt x="100584" y="63627"/>
                  </a:lnTo>
                  <a:lnTo>
                    <a:pt x="100203" y="64008"/>
                  </a:lnTo>
                  <a:lnTo>
                    <a:pt x="99917" y="64675"/>
                  </a:lnTo>
                  <a:lnTo>
                    <a:pt x="99727" y="65246"/>
                  </a:lnTo>
                  <a:lnTo>
                    <a:pt x="99251" y="66961"/>
                  </a:lnTo>
                  <a:lnTo>
                    <a:pt x="99060" y="67437"/>
                  </a:lnTo>
                  <a:lnTo>
                    <a:pt x="98774" y="67723"/>
                  </a:lnTo>
                  <a:lnTo>
                    <a:pt x="98298" y="68008"/>
                  </a:lnTo>
                  <a:lnTo>
                    <a:pt x="97346" y="68294"/>
                  </a:lnTo>
                  <a:lnTo>
                    <a:pt x="96298" y="68485"/>
                  </a:lnTo>
                  <a:lnTo>
                    <a:pt x="95821" y="68675"/>
                  </a:lnTo>
                  <a:lnTo>
                    <a:pt x="95440" y="70009"/>
                  </a:lnTo>
                  <a:lnTo>
                    <a:pt x="94679" y="80200"/>
                  </a:lnTo>
                  <a:lnTo>
                    <a:pt x="94393" y="81534"/>
                  </a:lnTo>
                  <a:lnTo>
                    <a:pt x="94012" y="81820"/>
                  </a:lnTo>
                  <a:lnTo>
                    <a:pt x="89440" y="84963"/>
                  </a:lnTo>
                  <a:lnTo>
                    <a:pt x="88963" y="85534"/>
                  </a:lnTo>
                  <a:lnTo>
                    <a:pt x="88678" y="85820"/>
                  </a:lnTo>
                  <a:lnTo>
                    <a:pt x="88392" y="86296"/>
                  </a:lnTo>
                  <a:lnTo>
                    <a:pt x="88392" y="87058"/>
                  </a:lnTo>
                  <a:lnTo>
                    <a:pt x="88487" y="88106"/>
                  </a:lnTo>
                  <a:lnTo>
                    <a:pt x="88963" y="89821"/>
                  </a:lnTo>
                  <a:lnTo>
                    <a:pt x="89535" y="91154"/>
                  </a:lnTo>
                  <a:lnTo>
                    <a:pt x="90964" y="92869"/>
                  </a:lnTo>
                  <a:lnTo>
                    <a:pt x="91440" y="93726"/>
                  </a:lnTo>
                  <a:lnTo>
                    <a:pt x="91630" y="94202"/>
                  </a:lnTo>
                  <a:lnTo>
                    <a:pt x="92297" y="96583"/>
                  </a:lnTo>
                  <a:lnTo>
                    <a:pt x="92488" y="97060"/>
                  </a:lnTo>
                  <a:lnTo>
                    <a:pt x="92869" y="97441"/>
                  </a:lnTo>
                  <a:lnTo>
                    <a:pt x="93250" y="97726"/>
                  </a:lnTo>
                  <a:lnTo>
                    <a:pt x="97536" y="99631"/>
                  </a:lnTo>
                  <a:lnTo>
                    <a:pt x="97917" y="99917"/>
                  </a:lnTo>
                  <a:lnTo>
                    <a:pt x="98298" y="100203"/>
                  </a:lnTo>
                  <a:lnTo>
                    <a:pt x="98584" y="100584"/>
                  </a:lnTo>
                  <a:lnTo>
                    <a:pt x="98774" y="100965"/>
                  </a:lnTo>
                  <a:lnTo>
                    <a:pt x="98965" y="101917"/>
                  </a:lnTo>
                  <a:lnTo>
                    <a:pt x="99441" y="105918"/>
                  </a:lnTo>
                  <a:lnTo>
                    <a:pt x="99822" y="108013"/>
                  </a:lnTo>
                  <a:lnTo>
                    <a:pt x="100584" y="109252"/>
                  </a:lnTo>
                  <a:lnTo>
                    <a:pt x="102965" y="112014"/>
                  </a:lnTo>
                  <a:lnTo>
                    <a:pt x="103251" y="112490"/>
                  </a:lnTo>
                  <a:lnTo>
                    <a:pt x="103346" y="113157"/>
                  </a:lnTo>
                  <a:lnTo>
                    <a:pt x="103251" y="114014"/>
                  </a:lnTo>
                  <a:lnTo>
                    <a:pt x="102775" y="115633"/>
                  </a:lnTo>
                  <a:lnTo>
                    <a:pt x="102394" y="116396"/>
                  </a:lnTo>
                  <a:lnTo>
                    <a:pt x="102013" y="117062"/>
                  </a:lnTo>
                  <a:lnTo>
                    <a:pt x="101441" y="117824"/>
                  </a:lnTo>
                  <a:lnTo>
                    <a:pt x="101155" y="118491"/>
                  </a:lnTo>
                  <a:lnTo>
                    <a:pt x="99536" y="123254"/>
                  </a:lnTo>
                  <a:lnTo>
                    <a:pt x="98488" y="124873"/>
                  </a:lnTo>
                  <a:lnTo>
                    <a:pt x="98298" y="125539"/>
                  </a:lnTo>
                  <a:lnTo>
                    <a:pt x="98298" y="126492"/>
                  </a:lnTo>
                  <a:lnTo>
                    <a:pt x="98584" y="129826"/>
                  </a:lnTo>
                  <a:lnTo>
                    <a:pt x="98679" y="136398"/>
                  </a:lnTo>
                  <a:lnTo>
                    <a:pt x="98488" y="137350"/>
                  </a:lnTo>
                  <a:lnTo>
                    <a:pt x="97631" y="138684"/>
                  </a:lnTo>
                  <a:lnTo>
                    <a:pt x="96393" y="140208"/>
                  </a:lnTo>
                  <a:lnTo>
                    <a:pt x="96107" y="141160"/>
                  </a:lnTo>
                  <a:lnTo>
                    <a:pt x="95821" y="141922"/>
                  </a:lnTo>
                  <a:lnTo>
                    <a:pt x="95917" y="142875"/>
                  </a:lnTo>
                  <a:lnTo>
                    <a:pt x="96107" y="143446"/>
                  </a:lnTo>
                  <a:lnTo>
                    <a:pt x="96964" y="144209"/>
                  </a:lnTo>
                  <a:lnTo>
                    <a:pt x="100870" y="145256"/>
                  </a:lnTo>
                  <a:lnTo>
                    <a:pt x="102108" y="146018"/>
                  </a:lnTo>
                  <a:lnTo>
                    <a:pt x="103346" y="147256"/>
                  </a:lnTo>
                  <a:lnTo>
                    <a:pt x="105728" y="150209"/>
                  </a:lnTo>
                  <a:lnTo>
                    <a:pt x="107442" y="153734"/>
                  </a:lnTo>
                  <a:lnTo>
                    <a:pt x="107728" y="156496"/>
                  </a:lnTo>
                  <a:lnTo>
                    <a:pt x="107823" y="158591"/>
                  </a:lnTo>
                  <a:lnTo>
                    <a:pt x="108013" y="160687"/>
                  </a:lnTo>
                  <a:lnTo>
                    <a:pt x="108776" y="161163"/>
                  </a:lnTo>
                  <a:lnTo>
                    <a:pt x="109919" y="161544"/>
                  </a:lnTo>
                  <a:lnTo>
                    <a:pt x="116491" y="162592"/>
                  </a:lnTo>
                  <a:lnTo>
                    <a:pt x="123825" y="164687"/>
                  </a:lnTo>
                  <a:lnTo>
                    <a:pt x="126873" y="166116"/>
                  </a:lnTo>
                  <a:lnTo>
                    <a:pt x="126587" y="166783"/>
                  </a:lnTo>
                  <a:lnTo>
                    <a:pt x="126302" y="167164"/>
                  </a:lnTo>
                  <a:lnTo>
                    <a:pt x="126302" y="167830"/>
                  </a:lnTo>
                  <a:lnTo>
                    <a:pt x="126682" y="168402"/>
                  </a:lnTo>
                  <a:lnTo>
                    <a:pt x="129826" y="170212"/>
                  </a:lnTo>
                  <a:lnTo>
                    <a:pt x="130969" y="171164"/>
                  </a:lnTo>
                  <a:lnTo>
                    <a:pt x="133540" y="172879"/>
                  </a:lnTo>
                  <a:lnTo>
                    <a:pt x="134874" y="173450"/>
                  </a:lnTo>
                  <a:lnTo>
                    <a:pt x="136684" y="174593"/>
                  </a:lnTo>
                  <a:lnTo>
                    <a:pt x="138113" y="175927"/>
                  </a:lnTo>
                  <a:lnTo>
                    <a:pt x="141161" y="182118"/>
                  </a:lnTo>
                  <a:lnTo>
                    <a:pt x="141541" y="184499"/>
                  </a:lnTo>
                  <a:lnTo>
                    <a:pt x="141065" y="186404"/>
                  </a:lnTo>
                  <a:lnTo>
                    <a:pt x="140684" y="188500"/>
                  </a:lnTo>
                  <a:lnTo>
                    <a:pt x="140684" y="189643"/>
                  </a:lnTo>
                  <a:lnTo>
                    <a:pt x="140779" y="190024"/>
                  </a:lnTo>
                  <a:lnTo>
                    <a:pt x="141065" y="190690"/>
                  </a:lnTo>
                  <a:lnTo>
                    <a:pt x="143161" y="193643"/>
                  </a:lnTo>
                  <a:lnTo>
                    <a:pt x="143446" y="194500"/>
                  </a:lnTo>
                  <a:lnTo>
                    <a:pt x="143446" y="195358"/>
                  </a:lnTo>
                  <a:lnTo>
                    <a:pt x="142970" y="196215"/>
                  </a:lnTo>
                  <a:lnTo>
                    <a:pt x="142399" y="196882"/>
                  </a:lnTo>
                  <a:lnTo>
                    <a:pt x="140303" y="198596"/>
                  </a:lnTo>
                  <a:lnTo>
                    <a:pt x="138970" y="199930"/>
                  </a:lnTo>
                  <a:lnTo>
                    <a:pt x="138494" y="200692"/>
                  </a:lnTo>
                  <a:lnTo>
                    <a:pt x="138017" y="201549"/>
                  </a:lnTo>
                  <a:lnTo>
                    <a:pt x="137827" y="202597"/>
                  </a:lnTo>
                  <a:lnTo>
                    <a:pt x="137827" y="203740"/>
                  </a:lnTo>
                  <a:lnTo>
                    <a:pt x="138208" y="205835"/>
                  </a:lnTo>
                  <a:lnTo>
                    <a:pt x="140113" y="210503"/>
                  </a:lnTo>
                  <a:lnTo>
                    <a:pt x="140303" y="211264"/>
                  </a:lnTo>
                  <a:lnTo>
                    <a:pt x="140398" y="212122"/>
                  </a:lnTo>
                  <a:lnTo>
                    <a:pt x="140398" y="212884"/>
                  </a:lnTo>
                  <a:lnTo>
                    <a:pt x="139827" y="216884"/>
                  </a:lnTo>
                  <a:lnTo>
                    <a:pt x="139827" y="219170"/>
                  </a:lnTo>
                  <a:lnTo>
                    <a:pt x="139637" y="221552"/>
                  </a:lnTo>
                  <a:lnTo>
                    <a:pt x="138970" y="223647"/>
                  </a:lnTo>
                  <a:lnTo>
                    <a:pt x="138113" y="225362"/>
                  </a:lnTo>
                  <a:lnTo>
                    <a:pt x="136398" y="227647"/>
                  </a:lnTo>
                  <a:lnTo>
                    <a:pt x="135731" y="228219"/>
                  </a:lnTo>
                  <a:lnTo>
                    <a:pt x="134683" y="228790"/>
                  </a:lnTo>
                  <a:lnTo>
                    <a:pt x="133445" y="229171"/>
                  </a:lnTo>
                  <a:lnTo>
                    <a:pt x="131254" y="229362"/>
                  </a:lnTo>
                  <a:lnTo>
                    <a:pt x="129921" y="229171"/>
                  </a:lnTo>
                  <a:lnTo>
                    <a:pt x="129159" y="228981"/>
                  </a:lnTo>
                  <a:lnTo>
                    <a:pt x="128397" y="228695"/>
                  </a:lnTo>
                  <a:lnTo>
                    <a:pt x="126778" y="227743"/>
                  </a:lnTo>
                  <a:lnTo>
                    <a:pt x="126206" y="227076"/>
                  </a:lnTo>
                  <a:lnTo>
                    <a:pt x="125730" y="226219"/>
                  </a:lnTo>
                  <a:lnTo>
                    <a:pt x="125444" y="225266"/>
                  </a:lnTo>
                  <a:lnTo>
                    <a:pt x="125063" y="224409"/>
                  </a:lnTo>
                  <a:lnTo>
                    <a:pt x="124396" y="223742"/>
                  </a:lnTo>
                  <a:lnTo>
                    <a:pt x="123635" y="223266"/>
                  </a:lnTo>
                  <a:lnTo>
                    <a:pt x="122682" y="222885"/>
                  </a:lnTo>
                  <a:lnTo>
                    <a:pt x="121634" y="222790"/>
                  </a:lnTo>
                  <a:lnTo>
                    <a:pt x="120396" y="222885"/>
                  </a:lnTo>
                  <a:lnTo>
                    <a:pt x="119063" y="223266"/>
                  </a:lnTo>
                  <a:lnTo>
                    <a:pt x="109347" y="228219"/>
                  </a:lnTo>
                  <a:lnTo>
                    <a:pt x="107918" y="229362"/>
                  </a:lnTo>
                  <a:lnTo>
                    <a:pt x="102679" y="234410"/>
                  </a:lnTo>
                  <a:lnTo>
                    <a:pt x="102108" y="235172"/>
                  </a:lnTo>
                  <a:lnTo>
                    <a:pt x="101632" y="236125"/>
                  </a:lnTo>
                  <a:lnTo>
                    <a:pt x="101346" y="237077"/>
                  </a:lnTo>
                  <a:lnTo>
                    <a:pt x="101060" y="238125"/>
                  </a:lnTo>
                  <a:lnTo>
                    <a:pt x="100679" y="239078"/>
                  </a:lnTo>
                  <a:lnTo>
                    <a:pt x="99917" y="239839"/>
                  </a:lnTo>
                  <a:lnTo>
                    <a:pt x="97250" y="241363"/>
                  </a:lnTo>
                  <a:lnTo>
                    <a:pt x="96203" y="242125"/>
                  </a:lnTo>
                  <a:lnTo>
                    <a:pt x="95536" y="242983"/>
                  </a:lnTo>
                  <a:lnTo>
                    <a:pt x="94488" y="244507"/>
                  </a:lnTo>
                  <a:lnTo>
                    <a:pt x="93821" y="245078"/>
                  </a:lnTo>
                  <a:lnTo>
                    <a:pt x="93154" y="245269"/>
                  </a:lnTo>
                  <a:lnTo>
                    <a:pt x="91440" y="244412"/>
                  </a:lnTo>
                  <a:lnTo>
                    <a:pt x="90488" y="244412"/>
                  </a:lnTo>
                  <a:lnTo>
                    <a:pt x="89726" y="244792"/>
                  </a:lnTo>
                  <a:lnTo>
                    <a:pt x="89059" y="245173"/>
                  </a:lnTo>
                  <a:lnTo>
                    <a:pt x="84296" y="249650"/>
                  </a:lnTo>
                  <a:lnTo>
                    <a:pt x="82772" y="250603"/>
                  </a:lnTo>
                  <a:lnTo>
                    <a:pt x="80963" y="251460"/>
                  </a:lnTo>
                  <a:lnTo>
                    <a:pt x="79724" y="251746"/>
                  </a:lnTo>
                  <a:lnTo>
                    <a:pt x="78105" y="251936"/>
                  </a:lnTo>
                  <a:lnTo>
                    <a:pt x="75343" y="251746"/>
                  </a:lnTo>
                  <a:lnTo>
                    <a:pt x="74009" y="251174"/>
                  </a:lnTo>
                  <a:lnTo>
                    <a:pt x="73152" y="250412"/>
                  </a:lnTo>
                  <a:lnTo>
                    <a:pt x="72390" y="249841"/>
                  </a:lnTo>
                  <a:lnTo>
                    <a:pt x="71152" y="249746"/>
                  </a:lnTo>
                  <a:lnTo>
                    <a:pt x="69342" y="250222"/>
                  </a:lnTo>
                  <a:lnTo>
                    <a:pt x="63818" y="252984"/>
                  </a:lnTo>
                  <a:lnTo>
                    <a:pt x="62865" y="253365"/>
                  </a:lnTo>
                  <a:lnTo>
                    <a:pt x="61722" y="253460"/>
                  </a:lnTo>
                  <a:lnTo>
                    <a:pt x="60198" y="253174"/>
                  </a:lnTo>
                  <a:lnTo>
                    <a:pt x="59150" y="252698"/>
                  </a:lnTo>
                  <a:lnTo>
                    <a:pt x="58483" y="252031"/>
                  </a:lnTo>
                  <a:lnTo>
                    <a:pt x="57912" y="251270"/>
                  </a:lnTo>
                  <a:lnTo>
                    <a:pt x="57245" y="250698"/>
                  </a:lnTo>
                  <a:lnTo>
                    <a:pt x="56388" y="250222"/>
                  </a:lnTo>
                  <a:lnTo>
                    <a:pt x="55340" y="249936"/>
                  </a:lnTo>
                  <a:lnTo>
                    <a:pt x="52673" y="249746"/>
                  </a:lnTo>
                  <a:lnTo>
                    <a:pt x="46672" y="249269"/>
                  </a:lnTo>
                  <a:lnTo>
                    <a:pt x="45244" y="249555"/>
                  </a:lnTo>
                  <a:lnTo>
                    <a:pt x="43624" y="250317"/>
                  </a:lnTo>
                  <a:lnTo>
                    <a:pt x="42577" y="250984"/>
                  </a:lnTo>
                  <a:lnTo>
                    <a:pt x="41815" y="251746"/>
                  </a:lnTo>
                  <a:lnTo>
                    <a:pt x="40672" y="253270"/>
                  </a:lnTo>
                  <a:lnTo>
                    <a:pt x="40005" y="254032"/>
                  </a:lnTo>
                  <a:lnTo>
                    <a:pt x="38957" y="254413"/>
                  </a:lnTo>
                  <a:lnTo>
                    <a:pt x="35814" y="254698"/>
                  </a:lnTo>
                  <a:lnTo>
                    <a:pt x="34290" y="254984"/>
                  </a:lnTo>
                  <a:lnTo>
                    <a:pt x="32480" y="255651"/>
                  </a:lnTo>
                  <a:lnTo>
                    <a:pt x="30289" y="256794"/>
                  </a:lnTo>
                  <a:lnTo>
                    <a:pt x="29337" y="257175"/>
                  </a:lnTo>
                  <a:lnTo>
                    <a:pt x="28099" y="257365"/>
                  </a:lnTo>
                  <a:lnTo>
                    <a:pt x="26289" y="257080"/>
                  </a:lnTo>
                  <a:lnTo>
                    <a:pt x="25337" y="256508"/>
                  </a:lnTo>
                  <a:lnTo>
                    <a:pt x="24670" y="255746"/>
                  </a:lnTo>
                  <a:lnTo>
                    <a:pt x="24098" y="253746"/>
                  </a:lnTo>
                  <a:lnTo>
                    <a:pt x="23717" y="252984"/>
                  </a:lnTo>
                  <a:lnTo>
                    <a:pt x="23146" y="252413"/>
                  </a:lnTo>
                  <a:lnTo>
                    <a:pt x="22384" y="252222"/>
                  </a:lnTo>
                  <a:lnTo>
                    <a:pt x="21812" y="252413"/>
                  </a:lnTo>
                  <a:lnTo>
                    <a:pt x="20955" y="253174"/>
                  </a:lnTo>
                  <a:lnTo>
                    <a:pt x="18383" y="257651"/>
                  </a:lnTo>
                  <a:lnTo>
                    <a:pt x="17621" y="258318"/>
                  </a:lnTo>
                  <a:lnTo>
                    <a:pt x="16669" y="258889"/>
                  </a:lnTo>
                  <a:lnTo>
                    <a:pt x="15335" y="259366"/>
                  </a:lnTo>
                  <a:lnTo>
                    <a:pt x="4191" y="260318"/>
                  </a:lnTo>
                  <a:lnTo>
                    <a:pt x="3620" y="260795"/>
                  </a:lnTo>
                  <a:lnTo>
                    <a:pt x="2667" y="262033"/>
                  </a:lnTo>
                  <a:lnTo>
                    <a:pt x="2096" y="262795"/>
                  </a:lnTo>
                  <a:lnTo>
                    <a:pt x="1714" y="263747"/>
                  </a:lnTo>
                  <a:lnTo>
                    <a:pt x="0" y="268414"/>
                  </a:lnTo>
                  <a:lnTo>
                    <a:pt x="0" y="269462"/>
                  </a:lnTo>
                  <a:lnTo>
                    <a:pt x="381" y="270415"/>
                  </a:lnTo>
                  <a:lnTo>
                    <a:pt x="1429" y="271272"/>
                  </a:lnTo>
                  <a:lnTo>
                    <a:pt x="2381" y="271844"/>
                  </a:lnTo>
                  <a:lnTo>
                    <a:pt x="8668" y="274511"/>
                  </a:lnTo>
                  <a:lnTo>
                    <a:pt x="10573" y="274987"/>
                  </a:lnTo>
                  <a:lnTo>
                    <a:pt x="11335" y="275463"/>
                  </a:lnTo>
                  <a:lnTo>
                    <a:pt x="12097" y="276225"/>
                  </a:lnTo>
                  <a:lnTo>
                    <a:pt x="12668" y="277368"/>
                  </a:lnTo>
                  <a:lnTo>
                    <a:pt x="13049" y="279368"/>
                  </a:lnTo>
                  <a:lnTo>
                    <a:pt x="13049" y="280892"/>
                  </a:lnTo>
                  <a:lnTo>
                    <a:pt x="12954" y="282226"/>
                  </a:lnTo>
                  <a:lnTo>
                    <a:pt x="11906" y="287750"/>
                  </a:lnTo>
                  <a:lnTo>
                    <a:pt x="11716" y="290227"/>
                  </a:lnTo>
                  <a:lnTo>
                    <a:pt x="11906" y="294799"/>
                  </a:lnTo>
                  <a:lnTo>
                    <a:pt x="13526" y="304419"/>
                  </a:lnTo>
                  <a:lnTo>
                    <a:pt x="13526" y="305276"/>
                  </a:lnTo>
                  <a:lnTo>
                    <a:pt x="13430" y="306038"/>
                  </a:lnTo>
                  <a:lnTo>
                    <a:pt x="13145" y="306896"/>
                  </a:lnTo>
                  <a:lnTo>
                    <a:pt x="12002" y="309563"/>
                  </a:lnTo>
                  <a:lnTo>
                    <a:pt x="11811" y="310515"/>
                  </a:lnTo>
                  <a:lnTo>
                    <a:pt x="11906" y="311467"/>
                  </a:lnTo>
                  <a:lnTo>
                    <a:pt x="12382" y="313563"/>
                  </a:lnTo>
                  <a:lnTo>
                    <a:pt x="12573" y="315754"/>
                  </a:lnTo>
                  <a:lnTo>
                    <a:pt x="12478" y="316802"/>
                  </a:lnTo>
                  <a:lnTo>
                    <a:pt x="12002" y="317563"/>
                  </a:lnTo>
                  <a:lnTo>
                    <a:pt x="11335" y="318135"/>
                  </a:lnTo>
                  <a:lnTo>
                    <a:pt x="10668" y="318611"/>
                  </a:lnTo>
                  <a:lnTo>
                    <a:pt x="9811" y="318802"/>
                  </a:lnTo>
                  <a:lnTo>
                    <a:pt x="4763" y="319088"/>
                  </a:lnTo>
                  <a:lnTo>
                    <a:pt x="2762" y="319564"/>
                  </a:lnTo>
                  <a:lnTo>
                    <a:pt x="1905" y="320040"/>
                  </a:lnTo>
                  <a:lnTo>
                    <a:pt x="1619" y="320707"/>
                  </a:lnTo>
                  <a:lnTo>
                    <a:pt x="1714" y="321755"/>
                  </a:lnTo>
                  <a:lnTo>
                    <a:pt x="3143" y="323374"/>
                  </a:lnTo>
                  <a:lnTo>
                    <a:pt x="3905" y="324993"/>
                  </a:lnTo>
                  <a:lnTo>
                    <a:pt x="4381" y="326327"/>
                  </a:lnTo>
                  <a:lnTo>
                    <a:pt x="4572" y="328041"/>
                  </a:lnTo>
                  <a:lnTo>
                    <a:pt x="4763" y="328708"/>
                  </a:lnTo>
                  <a:lnTo>
                    <a:pt x="5239" y="329470"/>
                  </a:lnTo>
                  <a:lnTo>
                    <a:pt x="6096" y="330137"/>
                  </a:lnTo>
                  <a:lnTo>
                    <a:pt x="7429" y="330613"/>
                  </a:lnTo>
                  <a:lnTo>
                    <a:pt x="8477" y="330898"/>
                  </a:lnTo>
                  <a:lnTo>
                    <a:pt x="9239" y="330994"/>
                  </a:lnTo>
                  <a:lnTo>
                    <a:pt x="9811" y="330898"/>
                  </a:lnTo>
                  <a:lnTo>
                    <a:pt x="10573" y="330708"/>
                  </a:lnTo>
                  <a:lnTo>
                    <a:pt x="11239" y="330232"/>
                  </a:lnTo>
                  <a:lnTo>
                    <a:pt x="11716" y="329470"/>
                  </a:lnTo>
                  <a:lnTo>
                    <a:pt x="12002" y="328422"/>
                  </a:lnTo>
                  <a:lnTo>
                    <a:pt x="12668" y="325183"/>
                  </a:lnTo>
                  <a:lnTo>
                    <a:pt x="13049" y="324231"/>
                  </a:lnTo>
                  <a:lnTo>
                    <a:pt x="13621" y="323564"/>
                  </a:lnTo>
                  <a:lnTo>
                    <a:pt x="15049" y="322421"/>
                  </a:lnTo>
                  <a:lnTo>
                    <a:pt x="15716" y="321755"/>
                  </a:lnTo>
                  <a:lnTo>
                    <a:pt x="17240" y="319469"/>
                  </a:lnTo>
                  <a:lnTo>
                    <a:pt x="17907" y="318802"/>
                  </a:lnTo>
                  <a:lnTo>
                    <a:pt x="18574" y="318230"/>
                  </a:lnTo>
                  <a:lnTo>
                    <a:pt x="19621" y="318421"/>
                  </a:lnTo>
                  <a:lnTo>
                    <a:pt x="20764" y="319278"/>
                  </a:lnTo>
                  <a:lnTo>
                    <a:pt x="22193" y="322040"/>
                  </a:lnTo>
                  <a:lnTo>
                    <a:pt x="22670" y="323755"/>
                  </a:lnTo>
                  <a:lnTo>
                    <a:pt x="22955" y="326422"/>
                  </a:lnTo>
                  <a:lnTo>
                    <a:pt x="23908" y="330422"/>
                  </a:lnTo>
                  <a:lnTo>
                    <a:pt x="24670" y="332232"/>
                  </a:lnTo>
                  <a:lnTo>
                    <a:pt x="25241" y="332899"/>
                  </a:lnTo>
                  <a:lnTo>
                    <a:pt x="26003" y="333375"/>
                  </a:lnTo>
                  <a:lnTo>
                    <a:pt x="27051" y="333661"/>
                  </a:lnTo>
                  <a:lnTo>
                    <a:pt x="28099" y="334328"/>
                  </a:lnTo>
                  <a:lnTo>
                    <a:pt x="29432" y="335280"/>
                  </a:lnTo>
                  <a:lnTo>
                    <a:pt x="32576" y="335947"/>
                  </a:lnTo>
                  <a:lnTo>
                    <a:pt x="35052" y="337185"/>
                  </a:lnTo>
                  <a:lnTo>
                    <a:pt x="38290" y="337947"/>
                  </a:lnTo>
                  <a:lnTo>
                    <a:pt x="39243" y="338328"/>
                  </a:lnTo>
                  <a:lnTo>
                    <a:pt x="40005" y="338995"/>
                  </a:lnTo>
                  <a:lnTo>
                    <a:pt x="40672" y="339852"/>
                  </a:lnTo>
                  <a:lnTo>
                    <a:pt x="41053" y="341186"/>
                  </a:lnTo>
                  <a:lnTo>
                    <a:pt x="41243" y="342233"/>
                  </a:lnTo>
                  <a:lnTo>
                    <a:pt x="41243" y="343186"/>
                  </a:lnTo>
                  <a:lnTo>
                    <a:pt x="41148" y="343853"/>
                  </a:lnTo>
                  <a:lnTo>
                    <a:pt x="39243" y="350901"/>
                  </a:lnTo>
                  <a:lnTo>
                    <a:pt x="39243" y="351091"/>
                  </a:lnTo>
                  <a:lnTo>
                    <a:pt x="39148" y="352234"/>
                  </a:lnTo>
                  <a:lnTo>
                    <a:pt x="39433" y="353473"/>
                  </a:lnTo>
                  <a:lnTo>
                    <a:pt x="40100" y="354902"/>
                  </a:lnTo>
                  <a:lnTo>
                    <a:pt x="41910" y="356997"/>
                  </a:lnTo>
                  <a:lnTo>
                    <a:pt x="42767" y="358330"/>
                  </a:lnTo>
                  <a:lnTo>
                    <a:pt x="43434" y="359950"/>
                  </a:lnTo>
                  <a:lnTo>
                    <a:pt x="43244" y="360997"/>
                  </a:lnTo>
                  <a:lnTo>
                    <a:pt x="42577" y="362903"/>
                  </a:lnTo>
                  <a:lnTo>
                    <a:pt x="42577" y="363855"/>
                  </a:lnTo>
                  <a:lnTo>
                    <a:pt x="43148" y="364807"/>
                  </a:lnTo>
                  <a:lnTo>
                    <a:pt x="44577" y="365855"/>
                  </a:lnTo>
                  <a:lnTo>
                    <a:pt x="47815" y="367094"/>
                  </a:lnTo>
                  <a:lnTo>
                    <a:pt x="48578" y="367570"/>
                  </a:lnTo>
                  <a:lnTo>
                    <a:pt x="49816" y="368141"/>
                  </a:lnTo>
                  <a:lnTo>
                    <a:pt x="50673" y="368617"/>
                  </a:lnTo>
                  <a:lnTo>
                    <a:pt x="51340" y="369475"/>
                  </a:lnTo>
                  <a:lnTo>
                    <a:pt x="53626" y="374142"/>
                  </a:lnTo>
                  <a:lnTo>
                    <a:pt x="55721" y="377095"/>
                  </a:lnTo>
                  <a:lnTo>
                    <a:pt x="66008" y="387096"/>
                  </a:lnTo>
                  <a:lnTo>
                    <a:pt x="68389" y="386048"/>
                  </a:lnTo>
                  <a:lnTo>
                    <a:pt x="69152" y="384524"/>
                  </a:lnTo>
                  <a:lnTo>
                    <a:pt x="69913" y="381381"/>
                  </a:lnTo>
                  <a:lnTo>
                    <a:pt x="70104" y="379762"/>
                  </a:lnTo>
                  <a:lnTo>
                    <a:pt x="70104" y="379190"/>
                  </a:lnTo>
                  <a:lnTo>
                    <a:pt x="70009" y="378047"/>
                  </a:lnTo>
                  <a:lnTo>
                    <a:pt x="69723" y="376523"/>
                  </a:lnTo>
                  <a:lnTo>
                    <a:pt x="70104" y="375761"/>
                  </a:lnTo>
                  <a:lnTo>
                    <a:pt x="71056" y="374523"/>
                  </a:lnTo>
                  <a:lnTo>
                    <a:pt x="73533" y="372904"/>
                  </a:lnTo>
                  <a:lnTo>
                    <a:pt x="73819" y="372713"/>
                  </a:lnTo>
                  <a:lnTo>
                    <a:pt x="75629" y="371189"/>
                  </a:lnTo>
                  <a:lnTo>
                    <a:pt x="76486" y="370237"/>
                  </a:lnTo>
                  <a:lnTo>
                    <a:pt x="76676" y="369570"/>
                  </a:lnTo>
                  <a:lnTo>
                    <a:pt x="76486" y="369094"/>
                  </a:lnTo>
                  <a:lnTo>
                    <a:pt x="76010" y="368332"/>
                  </a:lnTo>
                  <a:lnTo>
                    <a:pt x="75819" y="367855"/>
                  </a:lnTo>
                  <a:lnTo>
                    <a:pt x="75629" y="366427"/>
                  </a:lnTo>
                  <a:lnTo>
                    <a:pt x="75629" y="365474"/>
                  </a:lnTo>
                  <a:lnTo>
                    <a:pt x="75724" y="364427"/>
                  </a:lnTo>
                  <a:lnTo>
                    <a:pt x="76200" y="363474"/>
                  </a:lnTo>
                  <a:lnTo>
                    <a:pt x="77057" y="362807"/>
                  </a:lnTo>
                  <a:lnTo>
                    <a:pt x="79343" y="361283"/>
                  </a:lnTo>
                  <a:lnTo>
                    <a:pt x="79820" y="360902"/>
                  </a:lnTo>
                  <a:lnTo>
                    <a:pt x="79915" y="360616"/>
                  </a:lnTo>
                  <a:lnTo>
                    <a:pt x="79629" y="359569"/>
                  </a:lnTo>
                  <a:lnTo>
                    <a:pt x="79534" y="358997"/>
                  </a:lnTo>
                  <a:lnTo>
                    <a:pt x="79438" y="358330"/>
                  </a:lnTo>
                  <a:lnTo>
                    <a:pt x="79534" y="357283"/>
                  </a:lnTo>
                  <a:lnTo>
                    <a:pt x="79724" y="356711"/>
                  </a:lnTo>
                  <a:lnTo>
                    <a:pt x="80010" y="356235"/>
                  </a:lnTo>
                  <a:lnTo>
                    <a:pt x="80391" y="355949"/>
                  </a:lnTo>
                  <a:lnTo>
                    <a:pt x="80963" y="355663"/>
                  </a:lnTo>
                  <a:lnTo>
                    <a:pt x="81534" y="355282"/>
                  </a:lnTo>
                  <a:lnTo>
                    <a:pt x="82010" y="354330"/>
                  </a:lnTo>
                  <a:lnTo>
                    <a:pt x="82105" y="353473"/>
                  </a:lnTo>
                  <a:lnTo>
                    <a:pt x="82105" y="352711"/>
                  </a:lnTo>
                  <a:lnTo>
                    <a:pt x="82201" y="351758"/>
                  </a:lnTo>
                  <a:lnTo>
                    <a:pt x="82296" y="350996"/>
                  </a:lnTo>
                  <a:lnTo>
                    <a:pt x="82391" y="350996"/>
                  </a:lnTo>
                  <a:lnTo>
                    <a:pt x="82391" y="350996"/>
                  </a:lnTo>
                  <a:lnTo>
                    <a:pt x="82868" y="350806"/>
                  </a:lnTo>
                  <a:lnTo>
                    <a:pt x="83248" y="350711"/>
                  </a:lnTo>
                  <a:lnTo>
                    <a:pt x="83534" y="350615"/>
                  </a:lnTo>
                  <a:lnTo>
                    <a:pt x="83725" y="350044"/>
                  </a:lnTo>
                  <a:lnTo>
                    <a:pt x="83820" y="349282"/>
                  </a:lnTo>
                  <a:lnTo>
                    <a:pt x="84011" y="347948"/>
                  </a:lnTo>
                  <a:lnTo>
                    <a:pt x="84391" y="347377"/>
                  </a:lnTo>
                  <a:lnTo>
                    <a:pt x="84772" y="347186"/>
                  </a:lnTo>
                  <a:lnTo>
                    <a:pt x="85154" y="347377"/>
                  </a:lnTo>
                  <a:lnTo>
                    <a:pt x="85630" y="348044"/>
                  </a:lnTo>
                  <a:lnTo>
                    <a:pt x="85820" y="348139"/>
                  </a:lnTo>
                  <a:lnTo>
                    <a:pt x="86011" y="347853"/>
                  </a:lnTo>
                  <a:lnTo>
                    <a:pt x="86201" y="346520"/>
                  </a:lnTo>
                  <a:lnTo>
                    <a:pt x="86392" y="345472"/>
                  </a:lnTo>
                  <a:lnTo>
                    <a:pt x="86773" y="344996"/>
                  </a:lnTo>
                  <a:lnTo>
                    <a:pt x="87249" y="344805"/>
                  </a:lnTo>
                  <a:lnTo>
                    <a:pt x="87725" y="344900"/>
                  </a:lnTo>
                  <a:lnTo>
                    <a:pt x="88202" y="344900"/>
                  </a:lnTo>
                  <a:lnTo>
                    <a:pt x="88963" y="344710"/>
                  </a:lnTo>
                  <a:lnTo>
                    <a:pt x="89154" y="344710"/>
                  </a:lnTo>
                  <a:lnTo>
                    <a:pt x="89440" y="344900"/>
                  </a:lnTo>
                  <a:lnTo>
                    <a:pt x="89630" y="344900"/>
                  </a:lnTo>
                  <a:lnTo>
                    <a:pt x="90106" y="344900"/>
                  </a:lnTo>
                  <a:lnTo>
                    <a:pt x="90678" y="344614"/>
                  </a:lnTo>
                  <a:lnTo>
                    <a:pt x="91249" y="343567"/>
                  </a:lnTo>
                  <a:lnTo>
                    <a:pt x="91630" y="342519"/>
                  </a:lnTo>
                  <a:lnTo>
                    <a:pt x="92107" y="342138"/>
                  </a:lnTo>
                  <a:lnTo>
                    <a:pt x="92583" y="341947"/>
                  </a:lnTo>
                  <a:lnTo>
                    <a:pt x="92964" y="341947"/>
                  </a:lnTo>
                  <a:lnTo>
                    <a:pt x="96393" y="340423"/>
                  </a:lnTo>
                  <a:lnTo>
                    <a:pt x="97346" y="340138"/>
                  </a:lnTo>
                  <a:lnTo>
                    <a:pt x="98298" y="340138"/>
                  </a:lnTo>
                  <a:lnTo>
                    <a:pt x="99060" y="340423"/>
                  </a:lnTo>
                  <a:lnTo>
                    <a:pt x="100203" y="341566"/>
                  </a:lnTo>
                  <a:lnTo>
                    <a:pt x="100965" y="342138"/>
                  </a:lnTo>
                  <a:lnTo>
                    <a:pt x="101918" y="342329"/>
                  </a:lnTo>
                  <a:lnTo>
                    <a:pt x="102965" y="342329"/>
                  </a:lnTo>
                  <a:lnTo>
                    <a:pt x="104299" y="341852"/>
                  </a:lnTo>
                  <a:lnTo>
                    <a:pt x="104680" y="341471"/>
                  </a:lnTo>
                  <a:lnTo>
                    <a:pt x="104965" y="340614"/>
                  </a:lnTo>
                  <a:lnTo>
                    <a:pt x="105442" y="336804"/>
                  </a:lnTo>
                  <a:lnTo>
                    <a:pt x="109252" y="331661"/>
                  </a:lnTo>
                  <a:lnTo>
                    <a:pt x="110776" y="330422"/>
                  </a:lnTo>
                  <a:lnTo>
                    <a:pt x="112109" y="329565"/>
                  </a:lnTo>
                  <a:lnTo>
                    <a:pt x="137731" y="324898"/>
                  </a:lnTo>
                  <a:lnTo>
                    <a:pt x="138970" y="325088"/>
                  </a:lnTo>
                  <a:lnTo>
                    <a:pt x="139827" y="325469"/>
                  </a:lnTo>
                  <a:lnTo>
                    <a:pt x="140398" y="325946"/>
                  </a:lnTo>
                  <a:lnTo>
                    <a:pt x="141065" y="326612"/>
                  </a:lnTo>
                  <a:lnTo>
                    <a:pt x="141732" y="326993"/>
                  </a:lnTo>
                  <a:lnTo>
                    <a:pt x="142589" y="327279"/>
                  </a:lnTo>
                  <a:lnTo>
                    <a:pt x="145161" y="327755"/>
                  </a:lnTo>
                  <a:lnTo>
                    <a:pt x="146113" y="328136"/>
                  </a:lnTo>
                  <a:lnTo>
                    <a:pt x="147447" y="329279"/>
                  </a:lnTo>
                  <a:lnTo>
                    <a:pt x="151066" y="333565"/>
                  </a:lnTo>
                  <a:lnTo>
                    <a:pt x="152210" y="334518"/>
                  </a:lnTo>
                  <a:lnTo>
                    <a:pt x="153353" y="335089"/>
                  </a:lnTo>
                  <a:lnTo>
                    <a:pt x="155448" y="335947"/>
                  </a:lnTo>
                  <a:lnTo>
                    <a:pt x="156591" y="336613"/>
                  </a:lnTo>
                  <a:lnTo>
                    <a:pt x="158305" y="337280"/>
                  </a:lnTo>
                  <a:lnTo>
                    <a:pt x="159544" y="336995"/>
                  </a:lnTo>
                  <a:lnTo>
                    <a:pt x="160591" y="336423"/>
                  </a:lnTo>
                  <a:lnTo>
                    <a:pt x="162401" y="335089"/>
                  </a:lnTo>
                  <a:lnTo>
                    <a:pt x="162973" y="334328"/>
                  </a:lnTo>
                  <a:lnTo>
                    <a:pt x="163163" y="333280"/>
                  </a:lnTo>
                  <a:lnTo>
                    <a:pt x="163068" y="332327"/>
                  </a:lnTo>
                  <a:lnTo>
                    <a:pt x="163258" y="331470"/>
                  </a:lnTo>
                  <a:lnTo>
                    <a:pt x="163639" y="330708"/>
                  </a:lnTo>
                  <a:lnTo>
                    <a:pt x="164402" y="330232"/>
                  </a:lnTo>
                  <a:lnTo>
                    <a:pt x="165163" y="330327"/>
                  </a:lnTo>
                  <a:lnTo>
                    <a:pt x="166878" y="331280"/>
                  </a:lnTo>
                  <a:lnTo>
                    <a:pt x="167926" y="331565"/>
                  </a:lnTo>
                  <a:lnTo>
                    <a:pt x="168878" y="331565"/>
                  </a:lnTo>
                  <a:lnTo>
                    <a:pt x="169545" y="331375"/>
                  </a:lnTo>
                  <a:lnTo>
                    <a:pt x="171450" y="330422"/>
                  </a:lnTo>
                  <a:lnTo>
                    <a:pt x="174784" y="328231"/>
                  </a:lnTo>
                  <a:lnTo>
                    <a:pt x="174879" y="328136"/>
                  </a:lnTo>
                  <a:lnTo>
                    <a:pt x="176689" y="326231"/>
                  </a:lnTo>
                  <a:lnTo>
                    <a:pt x="176308" y="324231"/>
                  </a:lnTo>
                  <a:lnTo>
                    <a:pt x="175831" y="323088"/>
                  </a:lnTo>
                  <a:lnTo>
                    <a:pt x="174307" y="321278"/>
                  </a:lnTo>
                  <a:lnTo>
                    <a:pt x="172974" y="320135"/>
                  </a:lnTo>
                  <a:lnTo>
                    <a:pt x="170212" y="318516"/>
                  </a:lnTo>
                  <a:lnTo>
                    <a:pt x="169450" y="317849"/>
                  </a:lnTo>
                  <a:lnTo>
                    <a:pt x="168973" y="317087"/>
                  </a:lnTo>
                  <a:lnTo>
                    <a:pt x="168307" y="315754"/>
                  </a:lnTo>
                  <a:lnTo>
                    <a:pt x="167259" y="313849"/>
                  </a:lnTo>
                  <a:lnTo>
                    <a:pt x="166973" y="312515"/>
                  </a:lnTo>
                  <a:lnTo>
                    <a:pt x="167164" y="310324"/>
                  </a:lnTo>
                  <a:lnTo>
                    <a:pt x="167545" y="309086"/>
                  </a:lnTo>
                  <a:lnTo>
                    <a:pt x="168116" y="308324"/>
                  </a:lnTo>
                  <a:lnTo>
                    <a:pt x="169259" y="307657"/>
                  </a:lnTo>
                  <a:lnTo>
                    <a:pt x="169545" y="307277"/>
                  </a:lnTo>
                  <a:lnTo>
                    <a:pt x="169926" y="306610"/>
                  </a:lnTo>
                  <a:lnTo>
                    <a:pt x="169545" y="305848"/>
                  </a:lnTo>
                  <a:lnTo>
                    <a:pt x="169259" y="305371"/>
                  </a:lnTo>
                  <a:lnTo>
                    <a:pt x="166402" y="303943"/>
                  </a:lnTo>
                  <a:lnTo>
                    <a:pt x="167830" y="302133"/>
                  </a:lnTo>
                  <a:lnTo>
                    <a:pt x="168593" y="301562"/>
                  </a:lnTo>
                  <a:lnTo>
                    <a:pt x="169259" y="301085"/>
                  </a:lnTo>
                  <a:lnTo>
                    <a:pt x="169450" y="300990"/>
                  </a:lnTo>
                  <a:lnTo>
                    <a:pt x="172879" y="300133"/>
                  </a:lnTo>
                  <a:lnTo>
                    <a:pt x="174117" y="300133"/>
                  </a:lnTo>
                  <a:lnTo>
                    <a:pt x="180308" y="300990"/>
                  </a:lnTo>
                  <a:lnTo>
                    <a:pt x="182213" y="301657"/>
                  </a:lnTo>
                  <a:lnTo>
                    <a:pt x="184213" y="302800"/>
                  </a:lnTo>
                  <a:lnTo>
                    <a:pt x="185261" y="302990"/>
                  </a:lnTo>
                  <a:lnTo>
                    <a:pt x="186595" y="302514"/>
                  </a:lnTo>
                  <a:lnTo>
                    <a:pt x="187262" y="302038"/>
                  </a:lnTo>
                  <a:lnTo>
                    <a:pt x="187452" y="301562"/>
                  </a:lnTo>
                  <a:lnTo>
                    <a:pt x="187357" y="300323"/>
                  </a:lnTo>
                  <a:lnTo>
                    <a:pt x="187357" y="299275"/>
                  </a:lnTo>
                  <a:lnTo>
                    <a:pt x="187643" y="298132"/>
                  </a:lnTo>
                  <a:lnTo>
                    <a:pt x="188119" y="297085"/>
                  </a:lnTo>
                  <a:lnTo>
                    <a:pt x="188690" y="296418"/>
                  </a:lnTo>
                  <a:lnTo>
                    <a:pt x="190595" y="296228"/>
                  </a:lnTo>
                  <a:lnTo>
                    <a:pt x="193262" y="296513"/>
                  </a:lnTo>
                  <a:lnTo>
                    <a:pt x="204883" y="299371"/>
                  </a:lnTo>
                  <a:lnTo>
                    <a:pt x="213551" y="299752"/>
                  </a:lnTo>
                  <a:lnTo>
                    <a:pt x="229076" y="302323"/>
                  </a:lnTo>
                  <a:lnTo>
                    <a:pt x="234029" y="305562"/>
                  </a:lnTo>
                  <a:lnTo>
                    <a:pt x="235458" y="306705"/>
                  </a:lnTo>
                  <a:lnTo>
                    <a:pt x="235839" y="307086"/>
                  </a:lnTo>
                  <a:lnTo>
                    <a:pt x="236696" y="307753"/>
                  </a:lnTo>
                  <a:lnTo>
                    <a:pt x="238411" y="308896"/>
                  </a:lnTo>
                  <a:lnTo>
                    <a:pt x="238982" y="309467"/>
                  </a:lnTo>
                  <a:lnTo>
                    <a:pt x="239458" y="309944"/>
                  </a:lnTo>
                  <a:lnTo>
                    <a:pt x="240221" y="311658"/>
                  </a:lnTo>
                  <a:lnTo>
                    <a:pt x="240602" y="311944"/>
                  </a:lnTo>
                  <a:lnTo>
                    <a:pt x="240982" y="312134"/>
                  </a:lnTo>
                  <a:lnTo>
                    <a:pt x="242126" y="312134"/>
                  </a:lnTo>
                  <a:lnTo>
                    <a:pt x="242506" y="312039"/>
                  </a:lnTo>
                  <a:lnTo>
                    <a:pt x="246221" y="310801"/>
                  </a:lnTo>
                  <a:lnTo>
                    <a:pt x="247364" y="310801"/>
                  </a:lnTo>
                  <a:lnTo>
                    <a:pt x="247936" y="310801"/>
                  </a:lnTo>
                  <a:lnTo>
                    <a:pt x="248888" y="311087"/>
                  </a:lnTo>
                  <a:lnTo>
                    <a:pt x="256127" y="314039"/>
                  </a:lnTo>
                  <a:lnTo>
                    <a:pt x="263938" y="314515"/>
                  </a:lnTo>
                  <a:lnTo>
                    <a:pt x="264986" y="314325"/>
                  </a:lnTo>
                  <a:lnTo>
                    <a:pt x="265938" y="313944"/>
                  </a:lnTo>
                  <a:lnTo>
                    <a:pt x="266319" y="313754"/>
                  </a:lnTo>
                  <a:lnTo>
                    <a:pt x="267367" y="312896"/>
                  </a:lnTo>
                  <a:lnTo>
                    <a:pt x="268224" y="312420"/>
                  </a:lnTo>
                  <a:lnTo>
                    <a:pt x="268605" y="312230"/>
                  </a:lnTo>
                  <a:lnTo>
                    <a:pt x="269081" y="312134"/>
                  </a:lnTo>
                  <a:lnTo>
                    <a:pt x="269653" y="312134"/>
                  </a:lnTo>
                  <a:lnTo>
                    <a:pt x="270796" y="312611"/>
                  </a:lnTo>
                  <a:lnTo>
                    <a:pt x="277844" y="316992"/>
                  </a:lnTo>
                  <a:lnTo>
                    <a:pt x="283178" y="318421"/>
                  </a:lnTo>
                  <a:lnTo>
                    <a:pt x="295846" y="329660"/>
                  </a:lnTo>
                  <a:lnTo>
                    <a:pt x="299371" y="332041"/>
                  </a:lnTo>
                  <a:lnTo>
                    <a:pt x="299942" y="332613"/>
                  </a:lnTo>
                  <a:lnTo>
                    <a:pt x="300514" y="333375"/>
                  </a:lnTo>
                  <a:lnTo>
                    <a:pt x="301657" y="334994"/>
                  </a:lnTo>
                  <a:lnTo>
                    <a:pt x="302895" y="337375"/>
                  </a:lnTo>
                  <a:lnTo>
                    <a:pt x="303086" y="337756"/>
                  </a:lnTo>
                  <a:lnTo>
                    <a:pt x="303466" y="337756"/>
                  </a:lnTo>
                  <a:lnTo>
                    <a:pt x="303847" y="337566"/>
                  </a:lnTo>
                  <a:lnTo>
                    <a:pt x="304229" y="337280"/>
                  </a:lnTo>
                  <a:lnTo>
                    <a:pt x="305753" y="335471"/>
                  </a:lnTo>
                  <a:lnTo>
                    <a:pt x="306038" y="335185"/>
                  </a:lnTo>
                  <a:lnTo>
                    <a:pt x="306419" y="335185"/>
                  </a:lnTo>
                  <a:lnTo>
                    <a:pt x="306705" y="335566"/>
                  </a:lnTo>
                  <a:lnTo>
                    <a:pt x="307372" y="338519"/>
                  </a:lnTo>
                  <a:lnTo>
                    <a:pt x="307657" y="339090"/>
                  </a:lnTo>
                  <a:lnTo>
                    <a:pt x="307943" y="339566"/>
                  </a:lnTo>
                  <a:lnTo>
                    <a:pt x="308610" y="340138"/>
                  </a:lnTo>
                  <a:lnTo>
                    <a:pt x="309086" y="340519"/>
                  </a:lnTo>
                  <a:lnTo>
                    <a:pt x="310039" y="340995"/>
                  </a:lnTo>
                  <a:lnTo>
                    <a:pt x="311182" y="341852"/>
                  </a:lnTo>
                  <a:lnTo>
                    <a:pt x="311468" y="342424"/>
                  </a:lnTo>
                  <a:lnTo>
                    <a:pt x="311563" y="343186"/>
                  </a:lnTo>
                  <a:lnTo>
                    <a:pt x="311563" y="346520"/>
                  </a:lnTo>
                  <a:lnTo>
                    <a:pt x="311658" y="347091"/>
                  </a:lnTo>
                  <a:lnTo>
                    <a:pt x="311848" y="347663"/>
                  </a:lnTo>
                  <a:lnTo>
                    <a:pt x="312230" y="347663"/>
                  </a:lnTo>
                  <a:lnTo>
                    <a:pt x="312896" y="347091"/>
                  </a:lnTo>
                  <a:lnTo>
                    <a:pt x="316992" y="345281"/>
                  </a:lnTo>
                  <a:lnTo>
                    <a:pt x="318326" y="344424"/>
                  </a:lnTo>
                  <a:lnTo>
                    <a:pt x="324803" y="338138"/>
                  </a:lnTo>
                  <a:lnTo>
                    <a:pt x="325374" y="337852"/>
                  </a:lnTo>
                  <a:lnTo>
                    <a:pt x="326041" y="337756"/>
                  </a:lnTo>
                  <a:lnTo>
                    <a:pt x="328994" y="337852"/>
                  </a:lnTo>
                  <a:lnTo>
                    <a:pt x="333756" y="339090"/>
                  </a:lnTo>
                  <a:lnTo>
                    <a:pt x="341090" y="339376"/>
                  </a:lnTo>
                  <a:lnTo>
                    <a:pt x="341757" y="339280"/>
                  </a:lnTo>
                  <a:lnTo>
                    <a:pt x="342424" y="338995"/>
                  </a:lnTo>
                  <a:lnTo>
                    <a:pt x="343471" y="338138"/>
                  </a:lnTo>
                  <a:lnTo>
                    <a:pt x="343948" y="337566"/>
                  </a:lnTo>
                  <a:lnTo>
                    <a:pt x="344138" y="336899"/>
                  </a:lnTo>
                  <a:lnTo>
                    <a:pt x="344233" y="336328"/>
                  </a:lnTo>
                  <a:lnTo>
                    <a:pt x="344424" y="335756"/>
                  </a:lnTo>
                  <a:lnTo>
                    <a:pt x="344614" y="335375"/>
                  </a:lnTo>
                  <a:lnTo>
                    <a:pt x="344900" y="334994"/>
                  </a:lnTo>
                  <a:lnTo>
                    <a:pt x="345472" y="334708"/>
                  </a:lnTo>
                  <a:lnTo>
                    <a:pt x="346234" y="334518"/>
                  </a:lnTo>
                  <a:lnTo>
                    <a:pt x="347567" y="334328"/>
                  </a:lnTo>
                  <a:lnTo>
                    <a:pt x="348520" y="334137"/>
                  </a:lnTo>
                  <a:lnTo>
                    <a:pt x="349377" y="333565"/>
                  </a:lnTo>
                  <a:lnTo>
                    <a:pt x="349853" y="333184"/>
                  </a:lnTo>
                  <a:lnTo>
                    <a:pt x="350234" y="332804"/>
                  </a:lnTo>
                  <a:lnTo>
                    <a:pt x="350520" y="332422"/>
                  </a:lnTo>
                  <a:lnTo>
                    <a:pt x="350996" y="331565"/>
                  </a:lnTo>
                  <a:lnTo>
                    <a:pt x="351854" y="329755"/>
                  </a:lnTo>
                  <a:lnTo>
                    <a:pt x="352139" y="329374"/>
                  </a:lnTo>
                  <a:lnTo>
                    <a:pt x="352520" y="329089"/>
                  </a:lnTo>
                  <a:lnTo>
                    <a:pt x="353092" y="328803"/>
                  </a:lnTo>
                  <a:lnTo>
                    <a:pt x="353854" y="328231"/>
                  </a:lnTo>
                  <a:lnTo>
                    <a:pt x="354616" y="327755"/>
                  </a:lnTo>
                  <a:lnTo>
                    <a:pt x="357473" y="325469"/>
                  </a:lnTo>
                  <a:lnTo>
                    <a:pt x="360140" y="324326"/>
                  </a:lnTo>
                  <a:lnTo>
                    <a:pt x="362236" y="326803"/>
                  </a:lnTo>
                  <a:lnTo>
                    <a:pt x="362426" y="327755"/>
                  </a:lnTo>
                  <a:lnTo>
                    <a:pt x="362521" y="329565"/>
                  </a:lnTo>
                  <a:lnTo>
                    <a:pt x="362712" y="330613"/>
                  </a:lnTo>
                  <a:lnTo>
                    <a:pt x="363569" y="332613"/>
                  </a:lnTo>
                  <a:lnTo>
                    <a:pt x="364141" y="333375"/>
                  </a:lnTo>
                  <a:lnTo>
                    <a:pt x="364903" y="331851"/>
                  </a:lnTo>
                  <a:lnTo>
                    <a:pt x="368237" y="328708"/>
                  </a:lnTo>
                  <a:lnTo>
                    <a:pt x="370237" y="326041"/>
                  </a:lnTo>
                  <a:lnTo>
                    <a:pt x="370808" y="326231"/>
                  </a:lnTo>
                  <a:lnTo>
                    <a:pt x="370999" y="328422"/>
                  </a:lnTo>
                  <a:lnTo>
                    <a:pt x="370618" y="330517"/>
                  </a:lnTo>
                  <a:lnTo>
                    <a:pt x="369761" y="332137"/>
                  </a:lnTo>
                  <a:lnTo>
                    <a:pt x="368522" y="333470"/>
                  </a:lnTo>
                  <a:lnTo>
                    <a:pt x="364046" y="336423"/>
                  </a:lnTo>
                  <a:lnTo>
                    <a:pt x="362331" y="338709"/>
                  </a:lnTo>
                  <a:lnTo>
                    <a:pt x="361855" y="341852"/>
                  </a:lnTo>
                  <a:lnTo>
                    <a:pt x="363474" y="351472"/>
                  </a:lnTo>
                  <a:lnTo>
                    <a:pt x="364046" y="352806"/>
                  </a:lnTo>
                  <a:lnTo>
                    <a:pt x="365474" y="353187"/>
                  </a:lnTo>
                  <a:lnTo>
                    <a:pt x="366998" y="351949"/>
                  </a:lnTo>
                  <a:lnTo>
                    <a:pt x="368522" y="350330"/>
                  </a:lnTo>
                  <a:lnTo>
                    <a:pt x="369856" y="349377"/>
                  </a:lnTo>
                  <a:lnTo>
                    <a:pt x="371856" y="349282"/>
                  </a:lnTo>
                  <a:lnTo>
                    <a:pt x="372808" y="350234"/>
                  </a:lnTo>
                  <a:lnTo>
                    <a:pt x="373094" y="351949"/>
                  </a:lnTo>
                  <a:lnTo>
                    <a:pt x="373094" y="355187"/>
                  </a:lnTo>
                  <a:lnTo>
                    <a:pt x="373189" y="355854"/>
                  </a:lnTo>
                  <a:lnTo>
                    <a:pt x="373571" y="356235"/>
                  </a:lnTo>
                  <a:lnTo>
                    <a:pt x="374523" y="356330"/>
                  </a:lnTo>
                  <a:lnTo>
                    <a:pt x="375285" y="355854"/>
                  </a:lnTo>
                  <a:lnTo>
                    <a:pt x="375380" y="354711"/>
                  </a:lnTo>
                  <a:lnTo>
                    <a:pt x="375190" y="353473"/>
                  </a:lnTo>
                  <a:lnTo>
                    <a:pt x="375285" y="352520"/>
                  </a:lnTo>
                  <a:lnTo>
                    <a:pt x="376047" y="351472"/>
                  </a:lnTo>
                  <a:lnTo>
                    <a:pt x="376428" y="351377"/>
                  </a:lnTo>
                  <a:lnTo>
                    <a:pt x="378238" y="353378"/>
                  </a:lnTo>
                  <a:lnTo>
                    <a:pt x="378428" y="353949"/>
                  </a:lnTo>
                  <a:lnTo>
                    <a:pt x="378619" y="354330"/>
                  </a:lnTo>
                  <a:lnTo>
                    <a:pt x="379476" y="354425"/>
                  </a:lnTo>
                  <a:lnTo>
                    <a:pt x="380905" y="353568"/>
                  </a:lnTo>
                  <a:lnTo>
                    <a:pt x="382238" y="351663"/>
                  </a:lnTo>
                  <a:lnTo>
                    <a:pt x="384143" y="348139"/>
                  </a:lnTo>
                  <a:lnTo>
                    <a:pt x="402431" y="326803"/>
                  </a:lnTo>
                  <a:lnTo>
                    <a:pt x="404908" y="325374"/>
                  </a:lnTo>
                  <a:lnTo>
                    <a:pt x="409004" y="321755"/>
                  </a:lnTo>
                  <a:lnTo>
                    <a:pt x="410718" y="319754"/>
                  </a:lnTo>
                  <a:lnTo>
                    <a:pt x="416433" y="316230"/>
                  </a:lnTo>
                  <a:lnTo>
                    <a:pt x="416719" y="316516"/>
                  </a:lnTo>
                  <a:lnTo>
                    <a:pt x="416433" y="318040"/>
                  </a:lnTo>
                  <a:lnTo>
                    <a:pt x="412909" y="326231"/>
                  </a:lnTo>
                  <a:lnTo>
                    <a:pt x="412528" y="327279"/>
                  </a:lnTo>
                  <a:lnTo>
                    <a:pt x="411766" y="332327"/>
                  </a:lnTo>
                  <a:lnTo>
                    <a:pt x="411861" y="333375"/>
                  </a:lnTo>
                  <a:lnTo>
                    <a:pt x="412052" y="334042"/>
                  </a:lnTo>
                  <a:lnTo>
                    <a:pt x="412432" y="334328"/>
                  </a:lnTo>
                  <a:lnTo>
                    <a:pt x="413004" y="334423"/>
                  </a:lnTo>
                  <a:lnTo>
                    <a:pt x="415290" y="334328"/>
                  </a:lnTo>
                  <a:lnTo>
                    <a:pt x="418338" y="333851"/>
                  </a:lnTo>
                  <a:lnTo>
                    <a:pt x="418910" y="333851"/>
                  </a:lnTo>
                  <a:lnTo>
                    <a:pt x="419481" y="333946"/>
                  </a:lnTo>
                  <a:lnTo>
                    <a:pt x="419957" y="334137"/>
                  </a:lnTo>
                  <a:lnTo>
                    <a:pt x="420433" y="334328"/>
                  </a:lnTo>
                  <a:lnTo>
                    <a:pt x="420814" y="334613"/>
                  </a:lnTo>
                  <a:lnTo>
                    <a:pt x="421100" y="334899"/>
                  </a:lnTo>
                  <a:lnTo>
                    <a:pt x="421577" y="335661"/>
                  </a:lnTo>
                  <a:lnTo>
                    <a:pt x="423101" y="339376"/>
                  </a:lnTo>
                  <a:lnTo>
                    <a:pt x="423481" y="340614"/>
                  </a:lnTo>
                  <a:lnTo>
                    <a:pt x="423672" y="341662"/>
                  </a:lnTo>
                  <a:lnTo>
                    <a:pt x="423577" y="342900"/>
                  </a:lnTo>
                  <a:lnTo>
                    <a:pt x="423101" y="344805"/>
                  </a:lnTo>
                  <a:lnTo>
                    <a:pt x="423005" y="346900"/>
                  </a:lnTo>
                  <a:lnTo>
                    <a:pt x="423005" y="347663"/>
                  </a:lnTo>
                  <a:lnTo>
                    <a:pt x="423101" y="348139"/>
                  </a:lnTo>
                  <a:lnTo>
                    <a:pt x="423386" y="348805"/>
                  </a:lnTo>
                  <a:lnTo>
                    <a:pt x="423577" y="349187"/>
                  </a:lnTo>
                  <a:lnTo>
                    <a:pt x="424720" y="350615"/>
                  </a:lnTo>
                  <a:lnTo>
                    <a:pt x="425672" y="351568"/>
                  </a:lnTo>
                  <a:lnTo>
                    <a:pt x="426148" y="352139"/>
                  </a:lnTo>
                  <a:lnTo>
                    <a:pt x="426625" y="353092"/>
                  </a:lnTo>
                  <a:lnTo>
                    <a:pt x="427291" y="354997"/>
                  </a:lnTo>
                  <a:lnTo>
                    <a:pt x="427482" y="356045"/>
                  </a:lnTo>
                  <a:lnTo>
                    <a:pt x="427482" y="356806"/>
                  </a:lnTo>
                  <a:lnTo>
                    <a:pt x="427291" y="357188"/>
                  </a:lnTo>
                  <a:lnTo>
                    <a:pt x="426244" y="358426"/>
                  </a:lnTo>
                  <a:lnTo>
                    <a:pt x="425958" y="359188"/>
                  </a:lnTo>
                  <a:lnTo>
                    <a:pt x="425577" y="359759"/>
                  </a:lnTo>
                  <a:lnTo>
                    <a:pt x="424910" y="360331"/>
                  </a:lnTo>
                  <a:lnTo>
                    <a:pt x="422053" y="361188"/>
                  </a:lnTo>
                  <a:lnTo>
                    <a:pt x="421481" y="361759"/>
                  </a:lnTo>
                  <a:lnTo>
                    <a:pt x="420053" y="363855"/>
                  </a:lnTo>
                  <a:lnTo>
                    <a:pt x="417957" y="366617"/>
                  </a:lnTo>
                  <a:lnTo>
                    <a:pt x="416909" y="368237"/>
                  </a:lnTo>
                  <a:lnTo>
                    <a:pt x="416147" y="369856"/>
                  </a:lnTo>
                  <a:lnTo>
                    <a:pt x="415671" y="372523"/>
                  </a:lnTo>
                  <a:lnTo>
                    <a:pt x="415671" y="373571"/>
                  </a:lnTo>
                  <a:lnTo>
                    <a:pt x="416052" y="374428"/>
                  </a:lnTo>
                  <a:lnTo>
                    <a:pt x="418910" y="375095"/>
                  </a:lnTo>
                  <a:lnTo>
                    <a:pt x="419767" y="375666"/>
                  </a:lnTo>
                  <a:lnTo>
                    <a:pt x="420433" y="376428"/>
                  </a:lnTo>
                  <a:lnTo>
                    <a:pt x="421100" y="377857"/>
                  </a:lnTo>
                  <a:lnTo>
                    <a:pt x="421291" y="379286"/>
                  </a:lnTo>
                  <a:lnTo>
                    <a:pt x="421005" y="382905"/>
                  </a:lnTo>
                  <a:lnTo>
                    <a:pt x="421196" y="384334"/>
                  </a:lnTo>
                  <a:lnTo>
                    <a:pt x="421577" y="385286"/>
                  </a:lnTo>
                  <a:lnTo>
                    <a:pt x="422148" y="386144"/>
                  </a:lnTo>
                  <a:lnTo>
                    <a:pt x="423481" y="386905"/>
                  </a:lnTo>
                  <a:lnTo>
                    <a:pt x="424244" y="387763"/>
                  </a:lnTo>
                  <a:lnTo>
                    <a:pt x="424624" y="389382"/>
                  </a:lnTo>
                  <a:lnTo>
                    <a:pt x="425291" y="390049"/>
                  </a:lnTo>
                  <a:lnTo>
                    <a:pt x="426053" y="389954"/>
                  </a:lnTo>
                  <a:lnTo>
                    <a:pt x="427291" y="387953"/>
                  </a:lnTo>
                  <a:lnTo>
                    <a:pt x="428054" y="386905"/>
                  </a:lnTo>
                  <a:lnTo>
                    <a:pt x="429101" y="386048"/>
                  </a:lnTo>
                  <a:lnTo>
                    <a:pt x="429958" y="385572"/>
                  </a:lnTo>
                  <a:lnTo>
                    <a:pt x="430625" y="385286"/>
                  </a:lnTo>
                  <a:lnTo>
                    <a:pt x="431006" y="385191"/>
                  </a:lnTo>
                  <a:lnTo>
                    <a:pt x="431578" y="385286"/>
                  </a:lnTo>
                  <a:lnTo>
                    <a:pt x="432245" y="385572"/>
                  </a:lnTo>
                  <a:lnTo>
                    <a:pt x="436340" y="388525"/>
                  </a:lnTo>
                  <a:lnTo>
                    <a:pt x="438055" y="389382"/>
                  </a:lnTo>
                  <a:lnTo>
                    <a:pt x="441388" y="390525"/>
                  </a:lnTo>
                  <a:lnTo>
                    <a:pt x="448913" y="381667"/>
                  </a:lnTo>
                  <a:lnTo>
                    <a:pt x="454247" y="378142"/>
                  </a:lnTo>
                  <a:lnTo>
                    <a:pt x="456057" y="377571"/>
                  </a:lnTo>
                  <a:lnTo>
                    <a:pt x="460534" y="377285"/>
                  </a:lnTo>
                  <a:lnTo>
                    <a:pt x="461105" y="377190"/>
                  </a:lnTo>
                  <a:lnTo>
                    <a:pt x="461581" y="377095"/>
                  </a:lnTo>
                  <a:lnTo>
                    <a:pt x="465296" y="375285"/>
                  </a:lnTo>
                  <a:lnTo>
                    <a:pt x="465868" y="375190"/>
                  </a:lnTo>
                  <a:lnTo>
                    <a:pt x="467201" y="375095"/>
                  </a:lnTo>
                  <a:lnTo>
                    <a:pt x="468154" y="374904"/>
                  </a:lnTo>
                  <a:lnTo>
                    <a:pt x="468630" y="374523"/>
                  </a:lnTo>
                  <a:lnTo>
                    <a:pt x="468821" y="374142"/>
                  </a:lnTo>
                  <a:lnTo>
                    <a:pt x="468821" y="373952"/>
                  </a:lnTo>
                  <a:lnTo>
                    <a:pt x="468439" y="370904"/>
                  </a:lnTo>
                  <a:lnTo>
                    <a:pt x="468439" y="369665"/>
                  </a:lnTo>
                  <a:lnTo>
                    <a:pt x="468535" y="368522"/>
                  </a:lnTo>
                  <a:lnTo>
                    <a:pt x="468821" y="367665"/>
                  </a:lnTo>
                  <a:lnTo>
                    <a:pt x="469392" y="366713"/>
                  </a:lnTo>
                  <a:lnTo>
                    <a:pt x="470726" y="364998"/>
                  </a:lnTo>
                  <a:lnTo>
                    <a:pt x="471488" y="364236"/>
                  </a:lnTo>
                  <a:lnTo>
                    <a:pt x="472249" y="363950"/>
                  </a:lnTo>
                  <a:lnTo>
                    <a:pt x="472821" y="363950"/>
                  </a:lnTo>
                  <a:lnTo>
                    <a:pt x="473297" y="364046"/>
                  </a:lnTo>
                  <a:lnTo>
                    <a:pt x="473773" y="364331"/>
                  </a:lnTo>
                  <a:lnTo>
                    <a:pt x="474440" y="364903"/>
                  </a:lnTo>
                  <a:lnTo>
                    <a:pt x="475297" y="365950"/>
                  </a:lnTo>
                  <a:lnTo>
                    <a:pt x="475679" y="366236"/>
                  </a:lnTo>
                  <a:lnTo>
                    <a:pt x="476060" y="366522"/>
                  </a:lnTo>
                  <a:lnTo>
                    <a:pt x="476536" y="366713"/>
                  </a:lnTo>
                  <a:lnTo>
                    <a:pt x="477583" y="366998"/>
                  </a:lnTo>
                  <a:lnTo>
                    <a:pt x="479393" y="366808"/>
                  </a:lnTo>
                  <a:lnTo>
                    <a:pt x="481965" y="366236"/>
                  </a:lnTo>
                  <a:lnTo>
                    <a:pt x="482727" y="366141"/>
                  </a:lnTo>
                  <a:lnTo>
                    <a:pt x="483203" y="366236"/>
                  </a:lnTo>
                  <a:lnTo>
                    <a:pt x="483680" y="366427"/>
                  </a:lnTo>
                  <a:lnTo>
                    <a:pt x="484251" y="367094"/>
                  </a:lnTo>
                  <a:lnTo>
                    <a:pt x="484632" y="367379"/>
                  </a:lnTo>
                  <a:lnTo>
                    <a:pt x="485108" y="367570"/>
                  </a:lnTo>
                  <a:lnTo>
                    <a:pt x="485585" y="367665"/>
                  </a:lnTo>
                  <a:lnTo>
                    <a:pt x="486156" y="367665"/>
                  </a:lnTo>
                  <a:lnTo>
                    <a:pt x="486632" y="367665"/>
                  </a:lnTo>
                  <a:lnTo>
                    <a:pt x="500348" y="362236"/>
                  </a:lnTo>
                  <a:lnTo>
                    <a:pt x="503682" y="361759"/>
                  </a:lnTo>
                  <a:lnTo>
                    <a:pt x="505778" y="361093"/>
                  </a:lnTo>
                  <a:lnTo>
                    <a:pt x="506254" y="361093"/>
                  </a:lnTo>
                  <a:lnTo>
                    <a:pt x="506730" y="361093"/>
                  </a:lnTo>
                  <a:lnTo>
                    <a:pt x="507016" y="361474"/>
                  </a:lnTo>
                  <a:lnTo>
                    <a:pt x="507206" y="361855"/>
                  </a:lnTo>
                  <a:lnTo>
                    <a:pt x="507492" y="362807"/>
                  </a:lnTo>
                  <a:lnTo>
                    <a:pt x="507682" y="363188"/>
                  </a:lnTo>
                  <a:lnTo>
                    <a:pt x="508063" y="363569"/>
                  </a:lnTo>
                  <a:lnTo>
                    <a:pt x="508635" y="363760"/>
                  </a:lnTo>
                  <a:lnTo>
                    <a:pt x="509778" y="363760"/>
                  </a:lnTo>
                  <a:lnTo>
                    <a:pt x="510921" y="363283"/>
                  </a:lnTo>
                  <a:lnTo>
                    <a:pt x="513207" y="361950"/>
                  </a:lnTo>
                  <a:lnTo>
                    <a:pt x="513969" y="361379"/>
                  </a:lnTo>
                  <a:lnTo>
                    <a:pt x="514255" y="361093"/>
                  </a:lnTo>
                  <a:lnTo>
                    <a:pt x="514540" y="360712"/>
                  </a:lnTo>
                  <a:lnTo>
                    <a:pt x="514731" y="360331"/>
                  </a:lnTo>
                  <a:lnTo>
                    <a:pt x="515112" y="359283"/>
                  </a:lnTo>
                  <a:lnTo>
                    <a:pt x="515874" y="356045"/>
                  </a:lnTo>
                  <a:lnTo>
                    <a:pt x="516064" y="355473"/>
                  </a:lnTo>
                  <a:lnTo>
                    <a:pt x="516350" y="355092"/>
                  </a:lnTo>
                  <a:lnTo>
                    <a:pt x="517207" y="354044"/>
                  </a:lnTo>
                  <a:lnTo>
                    <a:pt x="518922" y="352425"/>
                  </a:lnTo>
                  <a:lnTo>
                    <a:pt x="519113" y="352044"/>
                  </a:lnTo>
                  <a:lnTo>
                    <a:pt x="519303" y="351663"/>
                  </a:lnTo>
                  <a:lnTo>
                    <a:pt x="519398" y="351282"/>
                  </a:lnTo>
                  <a:lnTo>
                    <a:pt x="519398" y="351091"/>
                  </a:lnTo>
                  <a:lnTo>
                    <a:pt x="519398" y="350996"/>
                  </a:lnTo>
                  <a:lnTo>
                    <a:pt x="519303" y="350520"/>
                  </a:lnTo>
                  <a:lnTo>
                    <a:pt x="519303" y="350044"/>
                  </a:lnTo>
                  <a:lnTo>
                    <a:pt x="519303" y="349472"/>
                  </a:lnTo>
                  <a:lnTo>
                    <a:pt x="519589" y="348996"/>
                  </a:lnTo>
                  <a:lnTo>
                    <a:pt x="519970" y="348805"/>
                  </a:lnTo>
                  <a:lnTo>
                    <a:pt x="520351" y="348901"/>
                  </a:lnTo>
                  <a:lnTo>
                    <a:pt x="520732" y="349187"/>
                  </a:lnTo>
                  <a:lnTo>
                    <a:pt x="521684" y="350615"/>
                  </a:lnTo>
                  <a:lnTo>
                    <a:pt x="522065" y="350996"/>
                  </a:lnTo>
                  <a:lnTo>
                    <a:pt x="522256" y="350996"/>
                  </a:lnTo>
                  <a:lnTo>
                    <a:pt x="523113" y="351091"/>
                  </a:lnTo>
                  <a:lnTo>
                    <a:pt x="523685" y="350996"/>
                  </a:lnTo>
                  <a:lnTo>
                    <a:pt x="523780" y="350996"/>
                  </a:lnTo>
                  <a:lnTo>
                    <a:pt x="523875" y="350806"/>
                  </a:lnTo>
                  <a:lnTo>
                    <a:pt x="524065" y="350425"/>
                  </a:lnTo>
                  <a:lnTo>
                    <a:pt x="524351" y="349472"/>
                  </a:lnTo>
                  <a:lnTo>
                    <a:pt x="524637" y="347853"/>
                  </a:lnTo>
                  <a:lnTo>
                    <a:pt x="524828" y="347377"/>
                  </a:lnTo>
                  <a:lnTo>
                    <a:pt x="525113" y="346900"/>
                  </a:lnTo>
                  <a:lnTo>
                    <a:pt x="525780" y="346138"/>
                  </a:lnTo>
                  <a:lnTo>
                    <a:pt x="526352" y="345757"/>
                  </a:lnTo>
                  <a:lnTo>
                    <a:pt x="526923" y="345567"/>
                  </a:lnTo>
                  <a:lnTo>
                    <a:pt x="528066" y="345567"/>
                  </a:lnTo>
                  <a:lnTo>
                    <a:pt x="530923" y="346138"/>
                  </a:lnTo>
                  <a:lnTo>
                    <a:pt x="534162" y="345853"/>
                  </a:lnTo>
                  <a:lnTo>
                    <a:pt x="534638" y="345853"/>
                  </a:lnTo>
                  <a:lnTo>
                    <a:pt x="535114" y="346043"/>
                  </a:lnTo>
                  <a:lnTo>
                    <a:pt x="535400" y="346329"/>
                  </a:lnTo>
                  <a:lnTo>
                    <a:pt x="535686" y="346710"/>
                  </a:lnTo>
                  <a:lnTo>
                    <a:pt x="535877" y="347091"/>
                  </a:lnTo>
                  <a:lnTo>
                    <a:pt x="536543" y="348996"/>
                  </a:lnTo>
                  <a:lnTo>
                    <a:pt x="536734" y="349377"/>
                  </a:lnTo>
                  <a:lnTo>
                    <a:pt x="537305" y="350044"/>
                  </a:lnTo>
                  <a:lnTo>
                    <a:pt x="538163" y="350425"/>
                  </a:lnTo>
                  <a:lnTo>
                    <a:pt x="538924" y="349091"/>
                  </a:lnTo>
                  <a:lnTo>
                    <a:pt x="539210" y="347472"/>
                  </a:lnTo>
                  <a:lnTo>
                    <a:pt x="539210" y="346043"/>
                  </a:lnTo>
                  <a:lnTo>
                    <a:pt x="539401" y="345281"/>
                  </a:lnTo>
                  <a:lnTo>
                    <a:pt x="540258" y="342995"/>
                  </a:lnTo>
                  <a:lnTo>
                    <a:pt x="540163" y="342519"/>
                  </a:lnTo>
                  <a:lnTo>
                    <a:pt x="539877" y="342043"/>
                  </a:lnTo>
                  <a:lnTo>
                    <a:pt x="539496" y="341757"/>
                  </a:lnTo>
                  <a:lnTo>
                    <a:pt x="539210" y="341376"/>
                  </a:lnTo>
                  <a:lnTo>
                    <a:pt x="538924" y="340805"/>
                  </a:lnTo>
                  <a:lnTo>
                    <a:pt x="538353" y="339376"/>
                  </a:lnTo>
                  <a:lnTo>
                    <a:pt x="538067" y="338899"/>
                  </a:lnTo>
                  <a:lnTo>
                    <a:pt x="537686" y="338614"/>
                  </a:lnTo>
                  <a:lnTo>
                    <a:pt x="536734" y="338233"/>
                  </a:lnTo>
                  <a:lnTo>
                    <a:pt x="536162" y="337947"/>
                  </a:lnTo>
                  <a:lnTo>
                    <a:pt x="535781" y="337566"/>
                  </a:lnTo>
                  <a:lnTo>
                    <a:pt x="535400" y="337090"/>
                  </a:lnTo>
                  <a:lnTo>
                    <a:pt x="535591" y="336804"/>
                  </a:lnTo>
                  <a:lnTo>
                    <a:pt x="535972" y="336709"/>
                  </a:lnTo>
                  <a:lnTo>
                    <a:pt x="543306" y="337280"/>
                  </a:lnTo>
                  <a:lnTo>
                    <a:pt x="547211" y="338233"/>
                  </a:lnTo>
                  <a:lnTo>
                    <a:pt x="548164" y="338709"/>
                  </a:lnTo>
                  <a:lnTo>
                    <a:pt x="548545" y="338899"/>
                  </a:lnTo>
                  <a:lnTo>
                    <a:pt x="549783" y="340233"/>
                  </a:lnTo>
                  <a:lnTo>
                    <a:pt x="550259" y="340423"/>
                  </a:lnTo>
                  <a:lnTo>
                    <a:pt x="550831" y="340519"/>
                  </a:lnTo>
                  <a:lnTo>
                    <a:pt x="551783" y="340423"/>
                  </a:lnTo>
                  <a:lnTo>
                    <a:pt x="553022" y="339947"/>
                  </a:lnTo>
                  <a:lnTo>
                    <a:pt x="556451" y="338233"/>
                  </a:lnTo>
                  <a:lnTo>
                    <a:pt x="557403" y="337566"/>
                  </a:lnTo>
                  <a:lnTo>
                    <a:pt x="560451" y="334423"/>
                  </a:lnTo>
                  <a:lnTo>
                    <a:pt x="562356" y="331661"/>
                  </a:lnTo>
                  <a:lnTo>
                    <a:pt x="563023" y="330422"/>
                  </a:lnTo>
                  <a:lnTo>
                    <a:pt x="563404" y="329374"/>
                  </a:lnTo>
                  <a:lnTo>
                    <a:pt x="563689" y="328517"/>
                  </a:lnTo>
                  <a:lnTo>
                    <a:pt x="564166" y="324326"/>
                  </a:lnTo>
                  <a:lnTo>
                    <a:pt x="564642" y="323088"/>
                  </a:lnTo>
                  <a:lnTo>
                    <a:pt x="566642" y="320040"/>
                  </a:lnTo>
                  <a:lnTo>
                    <a:pt x="567976" y="317659"/>
                  </a:lnTo>
                  <a:lnTo>
                    <a:pt x="569595" y="318325"/>
                  </a:lnTo>
                  <a:lnTo>
                    <a:pt x="571881" y="318516"/>
                  </a:lnTo>
                  <a:lnTo>
                    <a:pt x="578739" y="317849"/>
                  </a:lnTo>
                  <a:lnTo>
                    <a:pt x="585406" y="318040"/>
                  </a:lnTo>
                  <a:lnTo>
                    <a:pt x="586454" y="318611"/>
                  </a:lnTo>
                  <a:lnTo>
                    <a:pt x="587026" y="319659"/>
                  </a:lnTo>
                  <a:lnTo>
                    <a:pt x="587978" y="322040"/>
                  </a:lnTo>
                  <a:lnTo>
                    <a:pt x="588550" y="322802"/>
                  </a:lnTo>
                  <a:lnTo>
                    <a:pt x="597503" y="329184"/>
                  </a:lnTo>
                  <a:lnTo>
                    <a:pt x="600170" y="329851"/>
                  </a:lnTo>
                  <a:lnTo>
                    <a:pt x="608933" y="328708"/>
                  </a:lnTo>
                  <a:lnTo>
                    <a:pt x="610076" y="328327"/>
                  </a:lnTo>
                  <a:lnTo>
                    <a:pt x="615220" y="325755"/>
                  </a:lnTo>
                  <a:lnTo>
                    <a:pt x="617791" y="324803"/>
                  </a:lnTo>
                  <a:lnTo>
                    <a:pt x="620744" y="324612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3" name="Freeform: Shape 26">
              <a:extLst>
                <a:ext uri="{FF2B5EF4-FFF2-40B4-BE49-F238E27FC236}">
                  <a16:creationId xmlns:a16="http://schemas.microsoft.com/office/drawing/2014/main" id="{812EFF6F-2412-E458-9737-C6696F87CCD2}"/>
                </a:ext>
              </a:extLst>
            </p:cNvPr>
            <p:cNvSpPr/>
            <p:nvPr/>
          </p:nvSpPr>
          <p:spPr>
            <a:xfrm>
              <a:off x="4060888" y="5747353"/>
              <a:ext cx="38100" cy="28575"/>
            </a:xfrm>
            <a:custGeom>
              <a:avLst/>
              <a:gdLst>
                <a:gd name="connsiteX0" fmla="*/ 25527 w 38100"/>
                <a:gd name="connsiteY0" fmla="*/ 32766 h 28575"/>
                <a:gd name="connsiteX1" fmla="*/ 25146 w 38100"/>
                <a:gd name="connsiteY1" fmla="*/ 32576 h 28575"/>
                <a:gd name="connsiteX2" fmla="*/ 24194 w 38100"/>
                <a:gd name="connsiteY2" fmla="*/ 32576 h 28575"/>
                <a:gd name="connsiteX3" fmla="*/ 23241 w 38100"/>
                <a:gd name="connsiteY3" fmla="*/ 32671 h 28575"/>
                <a:gd name="connsiteX4" fmla="*/ 23813 w 38100"/>
                <a:gd name="connsiteY4" fmla="*/ 32290 h 28575"/>
                <a:gd name="connsiteX5" fmla="*/ 23813 w 38100"/>
                <a:gd name="connsiteY5" fmla="*/ 31718 h 28575"/>
                <a:gd name="connsiteX6" fmla="*/ 23241 w 38100"/>
                <a:gd name="connsiteY6" fmla="*/ 31909 h 28575"/>
                <a:gd name="connsiteX7" fmla="*/ 22574 w 38100"/>
                <a:gd name="connsiteY7" fmla="*/ 31147 h 28575"/>
                <a:gd name="connsiteX8" fmla="*/ 22288 w 38100"/>
                <a:gd name="connsiteY8" fmla="*/ 30194 h 28575"/>
                <a:gd name="connsiteX9" fmla="*/ 21717 w 38100"/>
                <a:gd name="connsiteY9" fmla="*/ 30004 h 28575"/>
                <a:gd name="connsiteX10" fmla="*/ 21717 w 38100"/>
                <a:gd name="connsiteY10" fmla="*/ 31147 h 28575"/>
                <a:gd name="connsiteX11" fmla="*/ 21527 w 38100"/>
                <a:gd name="connsiteY11" fmla="*/ 31718 h 28575"/>
                <a:gd name="connsiteX12" fmla="*/ 22288 w 38100"/>
                <a:gd name="connsiteY12" fmla="*/ 31718 h 28575"/>
                <a:gd name="connsiteX13" fmla="*/ 22288 w 38100"/>
                <a:gd name="connsiteY13" fmla="*/ 34290 h 28575"/>
                <a:gd name="connsiteX14" fmla="*/ 22003 w 38100"/>
                <a:gd name="connsiteY14" fmla="*/ 35052 h 28575"/>
                <a:gd name="connsiteX15" fmla="*/ 24098 w 38100"/>
                <a:gd name="connsiteY15" fmla="*/ 34862 h 28575"/>
                <a:gd name="connsiteX16" fmla="*/ 24765 w 38100"/>
                <a:gd name="connsiteY16" fmla="*/ 34862 h 28575"/>
                <a:gd name="connsiteX17" fmla="*/ 24289 w 38100"/>
                <a:gd name="connsiteY17" fmla="*/ 33814 h 28575"/>
                <a:gd name="connsiteX18" fmla="*/ 24575 w 38100"/>
                <a:gd name="connsiteY18" fmla="*/ 33338 h 28575"/>
                <a:gd name="connsiteX19" fmla="*/ 25527 w 38100"/>
                <a:gd name="connsiteY19" fmla="*/ 32766 h 28575"/>
                <a:gd name="connsiteX20" fmla="*/ 16669 w 38100"/>
                <a:gd name="connsiteY20" fmla="*/ 20574 h 28575"/>
                <a:gd name="connsiteX21" fmla="*/ 14764 w 38100"/>
                <a:gd name="connsiteY21" fmla="*/ 22098 h 28575"/>
                <a:gd name="connsiteX22" fmla="*/ 14478 w 38100"/>
                <a:gd name="connsiteY22" fmla="*/ 21527 h 28575"/>
                <a:gd name="connsiteX23" fmla="*/ 13049 w 38100"/>
                <a:gd name="connsiteY23" fmla="*/ 22670 h 28575"/>
                <a:gd name="connsiteX24" fmla="*/ 12478 w 38100"/>
                <a:gd name="connsiteY24" fmla="*/ 23717 h 28575"/>
                <a:gd name="connsiteX25" fmla="*/ 11811 w 38100"/>
                <a:gd name="connsiteY25" fmla="*/ 23813 h 28575"/>
                <a:gd name="connsiteX26" fmla="*/ 11240 w 38100"/>
                <a:gd name="connsiteY26" fmla="*/ 24765 h 28575"/>
                <a:gd name="connsiteX27" fmla="*/ 10096 w 38100"/>
                <a:gd name="connsiteY27" fmla="*/ 24479 h 28575"/>
                <a:gd name="connsiteX28" fmla="*/ 8192 w 38100"/>
                <a:gd name="connsiteY28" fmla="*/ 25527 h 28575"/>
                <a:gd name="connsiteX29" fmla="*/ 7334 w 38100"/>
                <a:gd name="connsiteY29" fmla="*/ 25813 h 28575"/>
                <a:gd name="connsiteX30" fmla="*/ 6763 w 38100"/>
                <a:gd name="connsiteY30" fmla="*/ 25241 h 28575"/>
                <a:gd name="connsiteX31" fmla="*/ 5905 w 38100"/>
                <a:gd name="connsiteY31" fmla="*/ 25146 h 28575"/>
                <a:gd name="connsiteX32" fmla="*/ 4382 w 38100"/>
                <a:gd name="connsiteY32" fmla="*/ 25146 h 28575"/>
                <a:gd name="connsiteX33" fmla="*/ 3715 w 38100"/>
                <a:gd name="connsiteY33" fmla="*/ 26289 h 28575"/>
                <a:gd name="connsiteX34" fmla="*/ 3143 w 38100"/>
                <a:gd name="connsiteY34" fmla="*/ 26861 h 28575"/>
                <a:gd name="connsiteX35" fmla="*/ 2381 w 38100"/>
                <a:gd name="connsiteY35" fmla="*/ 26956 h 28575"/>
                <a:gd name="connsiteX36" fmla="*/ 2286 w 38100"/>
                <a:gd name="connsiteY36" fmla="*/ 27146 h 28575"/>
                <a:gd name="connsiteX37" fmla="*/ 1715 w 38100"/>
                <a:gd name="connsiteY37" fmla="*/ 27622 h 28575"/>
                <a:gd name="connsiteX38" fmla="*/ 1048 w 38100"/>
                <a:gd name="connsiteY38" fmla="*/ 28194 h 28575"/>
                <a:gd name="connsiteX39" fmla="*/ 1048 w 38100"/>
                <a:gd name="connsiteY39" fmla="*/ 28194 h 28575"/>
                <a:gd name="connsiteX40" fmla="*/ 1048 w 38100"/>
                <a:gd name="connsiteY40" fmla="*/ 28194 h 28575"/>
                <a:gd name="connsiteX41" fmla="*/ 1524 w 38100"/>
                <a:gd name="connsiteY41" fmla="*/ 28575 h 28575"/>
                <a:gd name="connsiteX42" fmla="*/ 1524 w 38100"/>
                <a:gd name="connsiteY42" fmla="*/ 29146 h 28575"/>
                <a:gd name="connsiteX43" fmla="*/ 953 w 38100"/>
                <a:gd name="connsiteY43" fmla="*/ 29337 h 28575"/>
                <a:gd name="connsiteX44" fmla="*/ 953 w 38100"/>
                <a:gd name="connsiteY44" fmla="*/ 30194 h 28575"/>
                <a:gd name="connsiteX45" fmla="*/ 191 w 38100"/>
                <a:gd name="connsiteY45" fmla="*/ 30194 h 28575"/>
                <a:gd name="connsiteX46" fmla="*/ 0 w 38100"/>
                <a:gd name="connsiteY46" fmla="*/ 30671 h 28575"/>
                <a:gd name="connsiteX47" fmla="*/ 0 w 38100"/>
                <a:gd name="connsiteY47" fmla="*/ 31623 h 28575"/>
                <a:gd name="connsiteX48" fmla="*/ 95 w 38100"/>
                <a:gd name="connsiteY48" fmla="*/ 32766 h 28575"/>
                <a:gd name="connsiteX49" fmla="*/ 667 w 38100"/>
                <a:gd name="connsiteY49" fmla="*/ 33433 h 28575"/>
                <a:gd name="connsiteX50" fmla="*/ 1715 w 38100"/>
                <a:gd name="connsiteY50" fmla="*/ 33052 h 28575"/>
                <a:gd name="connsiteX51" fmla="*/ 2858 w 38100"/>
                <a:gd name="connsiteY51" fmla="*/ 32004 h 28575"/>
                <a:gd name="connsiteX52" fmla="*/ 3715 w 38100"/>
                <a:gd name="connsiteY52" fmla="*/ 31432 h 28575"/>
                <a:gd name="connsiteX53" fmla="*/ 4382 w 38100"/>
                <a:gd name="connsiteY53" fmla="*/ 31242 h 28575"/>
                <a:gd name="connsiteX54" fmla="*/ 4477 w 38100"/>
                <a:gd name="connsiteY54" fmla="*/ 31813 h 28575"/>
                <a:gd name="connsiteX55" fmla="*/ 5429 w 38100"/>
                <a:gd name="connsiteY55" fmla="*/ 32766 h 28575"/>
                <a:gd name="connsiteX56" fmla="*/ 6477 w 38100"/>
                <a:gd name="connsiteY56" fmla="*/ 32671 h 28575"/>
                <a:gd name="connsiteX57" fmla="*/ 7239 w 38100"/>
                <a:gd name="connsiteY57" fmla="*/ 32195 h 28575"/>
                <a:gd name="connsiteX58" fmla="*/ 7239 w 38100"/>
                <a:gd name="connsiteY58" fmla="*/ 31623 h 28575"/>
                <a:gd name="connsiteX59" fmla="*/ 6477 w 38100"/>
                <a:gd name="connsiteY59" fmla="*/ 31432 h 28575"/>
                <a:gd name="connsiteX60" fmla="*/ 6763 w 38100"/>
                <a:gd name="connsiteY60" fmla="*/ 31052 h 28575"/>
                <a:gd name="connsiteX61" fmla="*/ 7334 w 38100"/>
                <a:gd name="connsiteY61" fmla="*/ 31052 h 28575"/>
                <a:gd name="connsiteX62" fmla="*/ 8668 w 38100"/>
                <a:gd name="connsiteY62" fmla="*/ 29909 h 28575"/>
                <a:gd name="connsiteX63" fmla="*/ 11430 w 38100"/>
                <a:gd name="connsiteY63" fmla="*/ 29909 h 28575"/>
                <a:gd name="connsiteX64" fmla="*/ 11430 w 38100"/>
                <a:gd name="connsiteY64" fmla="*/ 31813 h 28575"/>
                <a:gd name="connsiteX65" fmla="*/ 11525 w 38100"/>
                <a:gd name="connsiteY65" fmla="*/ 32385 h 28575"/>
                <a:gd name="connsiteX66" fmla="*/ 12954 w 38100"/>
                <a:gd name="connsiteY66" fmla="*/ 31718 h 28575"/>
                <a:gd name="connsiteX67" fmla="*/ 14097 w 38100"/>
                <a:gd name="connsiteY67" fmla="*/ 30766 h 28575"/>
                <a:gd name="connsiteX68" fmla="*/ 12287 w 38100"/>
                <a:gd name="connsiteY68" fmla="*/ 29528 h 28575"/>
                <a:gd name="connsiteX69" fmla="*/ 13430 w 38100"/>
                <a:gd name="connsiteY69" fmla="*/ 28575 h 28575"/>
                <a:gd name="connsiteX70" fmla="*/ 12478 w 38100"/>
                <a:gd name="connsiteY70" fmla="*/ 27242 h 28575"/>
                <a:gd name="connsiteX71" fmla="*/ 13145 w 38100"/>
                <a:gd name="connsiteY71" fmla="*/ 27527 h 28575"/>
                <a:gd name="connsiteX72" fmla="*/ 14288 w 38100"/>
                <a:gd name="connsiteY72" fmla="*/ 27527 h 28575"/>
                <a:gd name="connsiteX73" fmla="*/ 14192 w 38100"/>
                <a:gd name="connsiteY73" fmla="*/ 25432 h 28575"/>
                <a:gd name="connsiteX74" fmla="*/ 14573 w 38100"/>
                <a:gd name="connsiteY74" fmla="*/ 24289 h 28575"/>
                <a:gd name="connsiteX75" fmla="*/ 13811 w 38100"/>
                <a:gd name="connsiteY75" fmla="*/ 24574 h 28575"/>
                <a:gd name="connsiteX76" fmla="*/ 13811 w 38100"/>
                <a:gd name="connsiteY76" fmla="*/ 23527 h 28575"/>
                <a:gd name="connsiteX77" fmla="*/ 15145 w 38100"/>
                <a:gd name="connsiteY77" fmla="*/ 23717 h 28575"/>
                <a:gd name="connsiteX78" fmla="*/ 15335 w 38100"/>
                <a:gd name="connsiteY78" fmla="*/ 22384 h 28575"/>
                <a:gd name="connsiteX79" fmla="*/ 15907 w 38100"/>
                <a:gd name="connsiteY79" fmla="*/ 22384 h 28575"/>
                <a:gd name="connsiteX80" fmla="*/ 16574 w 38100"/>
                <a:gd name="connsiteY80" fmla="*/ 22479 h 28575"/>
                <a:gd name="connsiteX81" fmla="*/ 16859 w 38100"/>
                <a:gd name="connsiteY81" fmla="*/ 22765 h 28575"/>
                <a:gd name="connsiteX82" fmla="*/ 16954 w 38100"/>
                <a:gd name="connsiteY82" fmla="*/ 22003 h 28575"/>
                <a:gd name="connsiteX83" fmla="*/ 17240 w 38100"/>
                <a:gd name="connsiteY83" fmla="*/ 21336 h 28575"/>
                <a:gd name="connsiteX84" fmla="*/ 16764 w 38100"/>
                <a:gd name="connsiteY84" fmla="*/ 20860 h 28575"/>
                <a:gd name="connsiteX85" fmla="*/ 16669 w 38100"/>
                <a:gd name="connsiteY85" fmla="*/ 20574 h 28575"/>
                <a:gd name="connsiteX86" fmla="*/ 43148 w 38100"/>
                <a:gd name="connsiteY86" fmla="*/ 15812 h 28575"/>
                <a:gd name="connsiteX87" fmla="*/ 42767 w 38100"/>
                <a:gd name="connsiteY87" fmla="*/ 16002 h 28575"/>
                <a:gd name="connsiteX88" fmla="*/ 43720 w 38100"/>
                <a:gd name="connsiteY88" fmla="*/ 14192 h 28575"/>
                <a:gd name="connsiteX89" fmla="*/ 44291 w 38100"/>
                <a:gd name="connsiteY89" fmla="*/ 14288 h 28575"/>
                <a:gd name="connsiteX90" fmla="*/ 45244 w 38100"/>
                <a:gd name="connsiteY90" fmla="*/ 14764 h 28575"/>
                <a:gd name="connsiteX91" fmla="*/ 44958 w 38100"/>
                <a:gd name="connsiteY91" fmla="*/ 13430 h 28575"/>
                <a:gd name="connsiteX92" fmla="*/ 45149 w 38100"/>
                <a:gd name="connsiteY92" fmla="*/ 12763 h 28575"/>
                <a:gd name="connsiteX93" fmla="*/ 44005 w 38100"/>
                <a:gd name="connsiteY93" fmla="*/ 12478 h 28575"/>
                <a:gd name="connsiteX94" fmla="*/ 42767 w 38100"/>
                <a:gd name="connsiteY94" fmla="*/ 12382 h 28575"/>
                <a:gd name="connsiteX95" fmla="*/ 42577 w 38100"/>
                <a:gd name="connsiteY95" fmla="*/ 11811 h 28575"/>
                <a:gd name="connsiteX96" fmla="*/ 42577 w 38100"/>
                <a:gd name="connsiteY96" fmla="*/ 11049 h 28575"/>
                <a:gd name="connsiteX97" fmla="*/ 41910 w 38100"/>
                <a:gd name="connsiteY97" fmla="*/ 10478 h 28575"/>
                <a:gd name="connsiteX98" fmla="*/ 41243 w 38100"/>
                <a:gd name="connsiteY98" fmla="*/ 12192 h 28575"/>
                <a:gd name="connsiteX99" fmla="*/ 41338 w 38100"/>
                <a:gd name="connsiteY99" fmla="*/ 13716 h 28575"/>
                <a:gd name="connsiteX100" fmla="*/ 40958 w 38100"/>
                <a:gd name="connsiteY100" fmla="*/ 13811 h 28575"/>
                <a:gd name="connsiteX101" fmla="*/ 40577 w 38100"/>
                <a:gd name="connsiteY101" fmla="*/ 12573 h 28575"/>
                <a:gd name="connsiteX102" fmla="*/ 40100 w 38100"/>
                <a:gd name="connsiteY102" fmla="*/ 13145 h 28575"/>
                <a:gd name="connsiteX103" fmla="*/ 39719 w 38100"/>
                <a:gd name="connsiteY103" fmla="*/ 12382 h 28575"/>
                <a:gd name="connsiteX104" fmla="*/ 40100 w 38100"/>
                <a:gd name="connsiteY104" fmla="*/ 11811 h 28575"/>
                <a:gd name="connsiteX105" fmla="*/ 39910 w 38100"/>
                <a:gd name="connsiteY105" fmla="*/ 10478 h 28575"/>
                <a:gd name="connsiteX106" fmla="*/ 39053 w 38100"/>
                <a:gd name="connsiteY106" fmla="*/ 10287 h 28575"/>
                <a:gd name="connsiteX107" fmla="*/ 39529 w 38100"/>
                <a:gd name="connsiteY107" fmla="*/ 9430 h 28575"/>
                <a:gd name="connsiteX108" fmla="*/ 39053 w 38100"/>
                <a:gd name="connsiteY108" fmla="*/ 9335 h 28575"/>
                <a:gd name="connsiteX109" fmla="*/ 38957 w 38100"/>
                <a:gd name="connsiteY109" fmla="*/ 8954 h 28575"/>
                <a:gd name="connsiteX110" fmla="*/ 37148 w 38100"/>
                <a:gd name="connsiteY110" fmla="*/ 10287 h 28575"/>
                <a:gd name="connsiteX111" fmla="*/ 37243 w 38100"/>
                <a:gd name="connsiteY111" fmla="*/ 11049 h 28575"/>
                <a:gd name="connsiteX112" fmla="*/ 36195 w 38100"/>
                <a:gd name="connsiteY112" fmla="*/ 11335 h 28575"/>
                <a:gd name="connsiteX113" fmla="*/ 35147 w 38100"/>
                <a:gd name="connsiteY113" fmla="*/ 12097 h 28575"/>
                <a:gd name="connsiteX114" fmla="*/ 36195 w 38100"/>
                <a:gd name="connsiteY114" fmla="*/ 13621 h 28575"/>
                <a:gd name="connsiteX115" fmla="*/ 35147 w 38100"/>
                <a:gd name="connsiteY115" fmla="*/ 14192 h 28575"/>
                <a:gd name="connsiteX116" fmla="*/ 34862 w 38100"/>
                <a:gd name="connsiteY116" fmla="*/ 15049 h 28575"/>
                <a:gd name="connsiteX117" fmla="*/ 34385 w 38100"/>
                <a:gd name="connsiteY117" fmla="*/ 14478 h 28575"/>
                <a:gd name="connsiteX118" fmla="*/ 34576 w 38100"/>
                <a:gd name="connsiteY118" fmla="*/ 13621 h 28575"/>
                <a:gd name="connsiteX119" fmla="*/ 34385 w 38100"/>
                <a:gd name="connsiteY119" fmla="*/ 13145 h 28575"/>
                <a:gd name="connsiteX120" fmla="*/ 33147 w 38100"/>
                <a:gd name="connsiteY120" fmla="*/ 13145 h 28575"/>
                <a:gd name="connsiteX121" fmla="*/ 32576 w 38100"/>
                <a:gd name="connsiteY121" fmla="*/ 12763 h 28575"/>
                <a:gd name="connsiteX122" fmla="*/ 32099 w 38100"/>
                <a:gd name="connsiteY122" fmla="*/ 12763 h 28575"/>
                <a:gd name="connsiteX123" fmla="*/ 31813 w 38100"/>
                <a:gd name="connsiteY123" fmla="*/ 13716 h 28575"/>
                <a:gd name="connsiteX124" fmla="*/ 30956 w 38100"/>
                <a:gd name="connsiteY124" fmla="*/ 14573 h 28575"/>
                <a:gd name="connsiteX125" fmla="*/ 30290 w 38100"/>
                <a:gd name="connsiteY125" fmla="*/ 15812 h 28575"/>
                <a:gd name="connsiteX126" fmla="*/ 29813 w 38100"/>
                <a:gd name="connsiteY126" fmla="*/ 16002 h 28575"/>
                <a:gd name="connsiteX127" fmla="*/ 30290 w 38100"/>
                <a:gd name="connsiteY127" fmla="*/ 15145 h 28575"/>
                <a:gd name="connsiteX128" fmla="*/ 29909 w 38100"/>
                <a:gd name="connsiteY128" fmla="*/ 14859 h 28575"/>
                <a:gd name="connsiteX129" fmla="*/ 30099 w 38100"/>
                <a:gd name="connsiteY129" fmla="*/ 14192 h 28575"/>
                <a:gd name="connsiteX130" fmla="*/ 29146 w 38100"/>
                <a:gd name="connsiteY130" fmla="*/ 13526 h 28575"/>
                <a:gd name="connsiteX131" fmla="*/ 28099 w 38100"/>
                <a:gd name="connsiteY131" fmla="*/ 12859 h 28575"/>
                <a:gd name="connsiteX132" fmla="*/ 27242 w 38100"/>
                <a:gd name="connsiteY132" fmla="*/ 12287 h 28575"/>
                <a:gd name="connsiteX133" fmla="*/ 26479 w 38100"/>
                <a:gd name="connsiteY133" fmla="*/ 11906 h 28575"/>
                <a:gd name="connsiteX134" fmla="*/ 28004 w 38100"/>
                <a:gd name="connsiteY134" fmla="*/ 11621 h 28575"/>
                <a:gd name="connsiteX135" fmla="*/ 28289 w 38100"/>
                <a:gd name="connsiteY135" fmla="*/ 11239 h 28575"/>
                <a:gd name="connsiteX136" fmla="*/ 29242 w 38100"/>
                <a:gd name="connsiteY136" fmla="*/ 11144 h 28575"/>
                <a:gd name="connsiteX137" fmla="*/ 29813 w 38100"/>
                <a:gd name="connsiteY137" fmla="*/ 11525 h 28575"/>
                <a:gd name="connsiteX138" fmla="*/ 29909 w 38100"/>
                <a:gd name="connsiteY138" fmla="*/ 11906 h 28575"/>
                <a:gd name="connsiteX139" fmla="*/ 30480 w 38100"/>
                <a:gd name="connsiteY139" fmla="*/ 12002 h 28575"/>
                <a:gd name="connsiteX140" fmla="*/ 30385 w 38100"/>
                <a:gd name="connsiteY140" fmla="*/ 11430 h 28575"/>
                <a:gd name="connsiteX141" fmla="*/ 30004 w 38100"/>
                <a:gd name="connsiteY141" fmla="*/ 11239 h 28575"/>
                <a:gd name="connsiteX142" fmla="*/ 29909 w 38100"/>
                <a:gd name="connsiteY142" fmla="*/ 10478 h 28575"/>
                <a:gd name="connsiteX143" fmla="*/ 30099 w 38100"/>
                <a:gd name="connsiteY143" fmla="*/ 10096 h 28575"/>
                <a:gd name="connsiteX144" fmla="*/ 30575 w 38100"/>
                <a:gd name="connsiteY144" fmla="*/ 10382 h 28575"/>
                <a:gd name="connsiteX145" fmla="*/ 31718 w 38100"/>
                <a:gd name="connsiteY145" fmla="*/ 10192 h 28575"/>
                <a:gd name="connsiteX146" fmla="*/ 32861 w 38100"/>
                <a:gd name="connsiteY146" fmla="*/ 11716 h 28575"/>
                <a:gd name="connsiteX147" fmla="*/ 33528 w 38100"/>
                <a:gd name="connsiteY147" fmla="*/ 11716 h 28575"/>
                <a:gd name="connsiteX148" fmla="*/ 34385 w 38100"/>
                <a:gd name="connsiteY148" fmla="*/ 11144 h 28575"/>
                <a:gd name="connsiteX149" fmla="*/ 34766 w 38100"/>
                <a:gd name="connsiteY149" fmla="*/ 10573 h 28575"/>
                <a:gd name="connsiteX150" fmla="*/ 35719 w 38100"/>
                <a:gd name="connsiteY150" fmla="*/ 9906 h 28575"/>
                <a:gd name="connsiteX151" fmla="*/ 36767 w 38100"/>
                <a:gd name="connsiteY151" fmla="*/ 9430 h 28575"/>
                <a:gd name="connsiteX152" fmla="*/ 37719 w 38100"/>
                <a:gd name="connsiteY152" fmla="*/ 9049 h 28575"/>
                <a:gd name="connsiteX153" fmla="*/ 38576 w 38100"/>
                <a:gd name="connsiteY153" fmla="*/ 8287 h 28575"/>
                <a:gd name="connsiteX154" fmla="*/ 40100 w 38100"/>
                <a:gd name="connsiteY154" fmla="*/ 7048 h 28575"/>
                <a:gd name="connsiteX155" fmla="*/ 39910 w 38100"/>
                <a:gd name="connsiteY155" fmla="*/ 6572 h 28575"/>
                <a:gd name="connsiteX156" fmla="*/ 39434 w 38100"/>
                <a:gd name="connsiteY156" fmla="*/ 6858 h 28575"/>
                <a:gd name="connsiteX157" fmla="*/ 37148 w 38100"/>
                <a:gd name="connsiteY157" fmla="*/ 7525 h 28575"/>
                <a:gd name="connsiteX158" fmla="*/ 36386 w 38100"/>
                <a:gd name="connsiteY158" fmla="*/ 7144 h 28575"/>
                <a:gd name="connsiteX159" fmla="*/ 36100 w 38100"/>
                <a:gd name="connsiteY159" fmla="*/ 6668 h 28575"/>
                <a:gd name="connsiteX160" fmla="*/ 35528 w 38100"/>
                <a:gd name="connsiteY160" fmla="*/ 6668 h 28575"/>
                <a:gd name="connsiteX161" fmla="*/ 35719 w 38100"/>
                <a:gd name="connsiteY161" fmla="*/ 6001 h 28575"/>
                <a:gd name="connsiteX162" fmla="*/ 35719 w 38100"/>
                <a:gd name="connsiteY162" fmla="*/ 5429 h 28575"/>
                <a:gd name="connsiteX163" fmla="*/ 35624 w 38100"/>
                <a:gd name="connsiteY163" fmla="*/ 5144 h 28575"/>
                <a:gd name="connsiteX164" fmla="*/ 34957 w 38100"/>
                <a:gd name="connsiteY164" fmla="*/ 5524 h 28575"/>
                <a:gd name="connsiteX165" fmla="*/ 34576 w 38100"/>
                <a:gd name="connsiteY165" fmla="*/ 5239 h 28575"/>
                <a:gd name="connsiteX166" fmla="*/ 34576 w 38100"/>
                <a:gd name="connsiteY166" fmla="*/ 4667 h 28575"/>
                <a:gd name="connsiteX167" fmla="*/ 34100 w 38100"/>
                <a:gd name="connsiteY167" fmla="*/ 4191 h 28575"/>
                <a:gd name="connsiteX168" fmla="*/ 33623 w 38100"/>
                <a:gd name="connsiteY168" fmla="*/ 4286 h 28575"/>
                <a:gd name="connsiteX169" fmla="*/ 34004 w 38100"/>
                <a:gd name="connsiteY169" fmla="*/ 3524 h 28575"/>
                <a:gd name="connsiteX170" fmla="*/ 33719 w 38100"/>
                <a:gd name="connsiteY170" fmla="*/ 3238 h 28575"/>
                <a:gd name="connsiteX171" fmla="*/ 33242 w 38100"/>
                <a:gd name="connsiteY171" fmla="*/ 3524 h 28575"/>
                <a:gd name="connsiteX172" fmla="*/ 32957 w 38100"/>
                <a:gd name="connsiteY172" fmla="*/ 3238 h 28575"/>
                <a:gd name="connsiteX173" fmla="*/ 32671 w 38100"/>
                <a:gd name="connsiteY173" fmla="*/ 3334 h 28575"/>
                <a:gd name="connsiteX174" fmla="*/ 32099 w 38100"/>
                <a:gd name="connsiteY174" fmla="*/ 4477 h 28575"/>
                <a:gd name="connsiteX175" fmla="*/ 31813 w 38100"/>
                <a:gd name="connsiteY175" fmla="*/ 4858 h 28575"/>
                <a:gd name="connsiteX176" fmla="*/ 30861 w 38100"/>
                <a:gd name="connsiteY176" fmla="*/ 5144 h 28575"/>
                <a:gd name="connsiteX177" fmla="*/ 30766 w 38100"/>
                <a:gd name="connsiteY177" fmla="*/ 5429 h 28575"/>
                <a:gd name="connsiteX178" fmla="*/ 30099 w 38100"/>
                <a:gd name="connsiteY178" fmla="*/ 5620 h 28575"/>
                <a:gd name="connsiteX179" fmla="*/ 30194 w 38100"/>
                <a:gd name="connsiteY179" fmla="*/ 4667 h 28575"/>
                <a:gd name="connsiteX180" fmla="*/ 30575 w 38100"/>
                <a:gd name="connsiteY180" fmla="*/ 4667 h 28575"/>
                <a:gd name="connsiteX181" fmla="*/ 31147 w 38100"/>
                <a:gd name="connsiteY181" fmla="*/ 4096 h 28575"/>
                <a:gd name="connsiteX182" fmla="*/ 31528 w 38100"/>
                <a:gd name="connsiteY182" fmla="*/ 3620 h 28575"/>
                <a:gd name="connsiteX183" fmla="*/ 32099 w 38100"/>
                <a:gd name="connsiteY183" fmla="*/ 2857 h 28575"/>
                <a:gd name="connsiteX184" fmla="*/ 31718 w 38100"/>
                <a:gd name="connsiteY184" fmla="*/ 2857 h 28575"/>
                <a:gd name="connsiteX185" fmla="*/ 32385 w 38100"/>
                <a:gd name="connsiteY185" fmla="*/ 2477 h 28575"/>
                <a:gd name="connsiteX186" fmla="*/ 33338 w 38100"/>
                <a:gd name="connsiteY186" fmla="*/ 1524 h 28575"/>
                <a:gd name="connsiteX187" fmla="*/ 34957 w 38100"/>
                <a:gd name="connsiteY187" fmla="*/ 476 h 28575"/>
                <a:gd name="connsiteX188" fmla="*/ 35528 w 38100"/>
                <a:gd name="connsiteY188" fmla="*/ 0 h 28575"/>
                <a:gd name="connsiteX189" fmla="*/ 35528 w 38100"/>
                <a:gd name="connsiteY189" fmla="*/ 0 h 28575"/>
                <a:gd name="connsiteX190" fmla="*/ 34957 w 38100"/>
                <a:gd name="connsiteY190" fmla="*/ 476 h 28575"/>
                <a:gd name="connsiteX191" fmla="*/ 33338 w 38100"/>
                <a:gd name="connsiteY191" fmla="*/ 1524 h 28575"/>
                <a:gd name="connsiteX192" fmla="*/ 32385 w 38100"/>
                <a:gd name="connsiteY192" fmla="*/ 2477 h 28575"/>
                <a:gd name="connsiteX193" fmla="*/ 31718 w 38100"/>
                <a:gd name="connsiteY193" fmla="*/ 2857 h 28575"/>
                <a:gd name="connsiteX194" fmla="*/ 30956 w 38100"/>
                <a:gd name="connsiteY194" fmla="*/ 2953 h 28575"/>
                <a:gd name="connsiteX195" fmla="*/ 29337 w 38100"/>
                <a:gd name="connsiteY195" fmla="*/ 2857 h 28575"/>
                <a:gd name="connsiteX196" fmla="*/ 28004 w 38100"/>
                <a:gd name="connsiteY196" fmla="*/ 2857 h 28575"/>
                <a:gd name="connsiteX197" fmla="*/ 27242 w 38100"/>
                <a:gd name="connsiteY197" fmla="*/ 2191 h 28575"/>
                <a:gd name="connsiteX198" fmla="*/ 26384 w 38100"/>
                <a:gd name="connsiteY198" fmla="*/ 2477 h 28575"/>
                <a:gd name="connsiteX199" fmla="*/ 25718 w 38100"/>
                <a:gd name="connsiteY199" fmla="*/ 3238 h 28575"/>
                <a:gd name="connsiteX200" fmla="*/ 25337 w 38100"/>
                <a:gd name="connsiteY200" fmla="*/ 4381 h 28575"/>
                <a:gd name="connsiteX201" fmla="*/ 24479 w 38100"/>
                <a:gd name="connsiteY201" fmla="*/ 4286 h 28575"/>
                <a:gd name="connsiteX202" fmla="*/ 23717 w 38100"/>
                <a:gd name="connsiteY202" fmla="*/ 4381 h 28575"/>
                <a:gd name="connsiteX203" fmla="*/ 22765 w 38100"/>
                <a:gd name="connsiteY203" fmla="*/ 5334 h 28575"/>
                <a:gd name="connsiteX204" fmla="*/ 22479 w 38100"/>
                <a:gd name="connsiteY204" fmla="*/ 5239 h 28575"/>
                <a:gd name="connsiteX205" fmla="*/ 22003 w 38100"/>
                <a:gd name="connsiteY205" fmla="*/ 4763 h 28575"/>
                <a:gd name="connsiteX206" fmla="*/ 20669 w 38100"/>
                <a:gd name="connsiteY206" fmla="*/ 4763 h 28575"/>
                <a:gd name="connsiteX207" fmla="*/ 19907 w 38100"/>
                <a:gd name="connsiteY207" fmla="*/ 5239 h 28575"/>
                <a:gd name="connsiteX208" fmla="*/ 20098 w 38100"/>
                <a:gd name="connsiteY208" fmla="*/ 5810 h 28575"/>
                <a:gd name="connsiteX209" fmla="*/ 19526 w 38100"/>
                <a:gd name="connsiteY209" fmla="*/ 6096 h 28575"/>
                <a:gd name="connsiteX210" fmla="*/ 19145 w 38100"/>
                <a:gd name="connsiteY210" fmla="*/ 6191 h 28575"/>
                <a:gd name="connsiteX211" fmla="*/ 18574 w 38100"/>
                <a:gd name="connsiteY211" fmla="*/ 6382 h 28575"/>
                <a:gd name="connsiteX212" fmla="*/ 18288 w 38100"/>
                <a:gd name="connsiteY212" fmla="*/ 6953 h 28575"/>
                <a:gd name="connsiteX213" fmla="*/ 18002 w 38100"/>
                <a:gd name="connsiteY213" fmla="*/ 7334 h 28575"/>
                <a:gd name="connsiteX214" fmla="*/ 16764 w 38100"/>
                <a:gd name="connsiteY214" fmla="*/ 7620 h 28575"/>
                <a:gd name="connsiteX215" fmla="*/ 15812 w 38100"/>
                <a:gd name="connsiteY215" fmla="*/ 8096 h 28575"/>
                <a:gd name="connsiteX216" fmla="*/ 15812 w 38100"/>
                <a:gd name="connsiteY216" fmla="*/ 8763 h 28575"/>
                <a:gd name="connsiteX217" fmla="*/ 15907 w 38100"/>
                <a:gd name="connsiteY217" fmla="*/ 9239 h 28575"/>
                <a:gd name="connsiteX218" fmla="*/ 15812 w 38100"/>
                <a:gd name="connsiteY218" fmla="*/ 9620 h 28575"/>
                <a:gd name="connsiteX219" fmla="*/ 15526 w 38100"/>
                <a:gd name="connsiteY219" fmla="*/ 9620 h 28575"/>
                <a:gd name="connsiteX220" fmla="*/ 14573 w 38100"/>
                <a:gd name="connsiteY220" fmla="*/ 9906 h 28575"/>
                <a:gd name="connsiteX221" fmla="*/ 14288 w 38100"/>
                <a:gd name="connsiteY221" fmla="*/ 10096 h 28575"/>
                <a:gd name="connsiteX222" fmla="*/ 14288 w 38100"/>
                <a:gd name="connsiteY222" fmla="*/ 9525 h 28575"/>
                <a:gd name="connsiteX223" fmla="*/ 14383 w 38100"/>
                <a:gd name="connsiteY223" fmla="*/ 9049 h 28575"/>
                <a:gd name="connsiteX224" fmla="*/ 13716 w 38100"/>
                <a:gd name="connsiteY224" fmla="*/ 8858 h 28575"/>
                <a:gd name="connsiteX225" fmla="*/ 13240 w 38100"/>
                <a:gd name="connsiteY225" fmla="*/ 8858 h 28575"/>
                <a:gd name="connsiteX226" fmla="*/ 11525 w 38100"/>
                <a:gd name="connsiteY226" fmla="*/ 11430 h 28575"/>
                <a:gd name="connsiteX227" fmla="*/ 9620 w 38100"/>
                <a:gd name="connsiteY227" fmla="*/ 12192 h 28575"/>
                <a:gd name="connsiteX228" fmla="*/ 8573 w 38100"/>
                <a:gd name="connsiteY228" fmla="*/ 14192 h 28575"/>
                <a:gd name="connsiteX229" fmla="*/ 7715 w 38100"/>
                <a:gd name="connsiteY229" fmla="*/ 14764 h 28575"/>
                <a:gd name="connsiteX230" fmla="*/ 6001 w 38100"/>
                <a:gd name="connsiteY230" fmla="*/ 14859 h 28575"/>
                <a:gd name="connsiteX231" fmla="*/ 5048 w 38100"/>
                <a:gd name="connsiteY231" fmla="*/ 15716 h 28575"/>
                <a:gd name="connsiteX232" fmla="*/ 6096 w 38100"/>
                <a:gd name="connsiteY232" fmla="*/ 16573 h 28575"/>
                <a:gd name="connsiteX233" fmla="*/ 6668 w 38100"/>
                <a:gd name="connsiteY233" fmla="*/ 17526 h 28575"/>
                <a:gd name="connsiteX234" fmla="*/ 6382 w 38100"/>
                <a:gd name="connsiteY234" fmla="*/ 18574 h 28575"/>
                <a:gd name="connsiteX235" fmla="*/ 7334 w 38100"/>
                <a:gd name="connsiteY235" fmla="*/ 19145 h 28575"/>
                <a:gd name="connsiteX236" fmla="*/ 7715 w 38100"/>
                <a:gd name="connsiteY236" fmla="*/ 19145 h 28575"/>
                <a:gd name="connsiteX237" fmla="*/ 8858 w 38100"/>
                <a:gd name="connsiteY237" fmla="*/ 19717 h 28575"/>
                <a:gd name="connsiteX238" fmla="*/ 9620 w 38100"/>
                <a:gd name="connsiteY238" fmla="*/ 19050 h 28575"/>
                <a:gd name="connsiteX239" fmla="*/ 11240 w 38100"/>
                <a:gd name="connsiteY239" fmla="*/ 18860 h 28575"/>
                <a:gd name="connsiteX240" fmla="*/ 10382 w 38100"/>
                <a:gd name="connsiteY240" fmla="*/ 18097 h 28575"/>
                <a:gd name="connsiteX241" fmla="*/ 10859 w 38100"/>
                <a:gd name="connsiteY241" fmla="*/ 17526 h 28575"/>
                <a:gd name="connsiteX242" fmla="*/ 11049 w 38100"/>
                <a:gd name="connsiteY242" fmla="*/ 18097 h 28575"/>
                <a:gd name="connsiteX243" fmla="*/ 11335 w 38100"/>
                <a:gd name="connsiteY243" fmla="*/ 18193 h 28575"/>
                <a:gd name="connsiteX244" fmla="*/ 11811 w 38100"/>
                <a:gd name="connsiteY244" fmla="*/ 19240 h 28575"/>
                <a:gd name="connsiteX245" fmla="*/ 12573 w 38100"/>
                <a:gd name="connsiteY245" fmla="*/ 19431 h 28575"/>
                <a:gd name="connsiteX246" fmla="*/ 13145 w 38100"/>
                <a:gd name="connsiteY246" fmla="*/ 19907 h 28575"/>
                <a:gd name="connsiteX247" fmla="*/ 14478 w 38100"/>
                <a:gd name="connsiteY247" fmla="*/ 19907 h 28575"/>
                <a:gd name="connsiteX248" fmla="*/ 14478 w 38100"/>
                <a:gd name="connsiteY248" fmla="*/ 20384 h 28575"/>
                <a:gd name="connsiteX249" fmla="*/ 14954 w 38100"/>
                <a:gd name="connsiteY249" fmla="*/ 20669 h 28575"/>
                <a:gd name="connsiteX250" fmla="*/ 16478 w 38100"/>
                <a:gd name="connsiteY250" fmla="*/ 20288 h 28575"/>
                <a:gd name="connsiteX251" fmla="*/ 17336 w 38100"/>
                <a:gd name="connsiteY251" fmla="*/ 19907 h 28575"/>
                <a:gd name="connsiteX252" fmla="*/ 17907 w 38100"/>
                <a:gd name="connsiteY252" fmla="*/ 19717 h 28575"/>
                <a:gd name="connsiteX253" fmla="*/ 18669 w 38100"/>
                <a:gd name="connsiteY253" fmla="*/ 19907 h 28575"/>
                <a:gd name="connsiteX254" fmla="*/ 18955 w 38100"/>
                <a:gd name="connsiteY254" fmla="*/ 19621 h 28575"/>
                <a:gd name="connsiteX255" fmla="*/ 19621 w 38100"/>
                <a:gd name="connsiteY255" fmla="*/ 19621 h 28575"/>
                <a:gd name="connsiteX256" fmla="*/ 19717 w 38100"/>
                <a:gd name="connsiteY256" fmla="*/ 19336 h 28575"/>
                <a:gd name="connsiteX257" fmla="*/ 21146 w 38100"/>
                <a:gd name="connsiteY257" fmla="*/ 19621 h 28575"/>
                <a:gd name="connsiteX258" fmla="*/ 21717 w 38100"/>
                <a:gd name="connsiteY258" fmla="*/ 19050 h 28575"/>
                <a:gd name="connsiteX259" fmla="*/ 22193 w 38100"/>
                <a:gd name="connsiteY259" fmla="*/ 19431 h 28575"/>
                <a:gd name="connsiteX260" fmla="*/ 22384 w 38100"/>
                <a:gd name="connsiteY260" fmla="*/ 20574 h 28575"/>
                <a:gd name="connsiteX261" fmla="*/ 23241 w 38100"/>
                <a:gd name="connsiteY261" fmla="*/ 21907 h 28575"/>
                <a:gd name="connsiteX262" fmla="*/ 23336 w 38100"/>
                <a:gd name="connsiteY262" fmla="*/ 21431 h 28575"/>
                <a:gd name="connsiteX263" fmla="*/ 24479 w 38100"/>
                <a:gd name="connsiteY263" fmla="*/ 22003 h 28575"/>
                <a:gd name="connsiteX264" fmla="*/ 25622 w 38100"/>
                <a:gd name="connsiteY264" fmla="*/ 22670 h 28575"/>
                <a:gd name="connsiteX265" fmla="*/ 26194 w 38100"/>
                <a:gd name="connsiteY265" fmla="*/ 23241 h 28575"/>
                <a:gd name="connsiteX266" fmla="*/ 26194 w 38100"/>
                <a:gd name="connsiteY266" fmla="*/ 23813 h 28575"/>
                <a:gd name="connsiteX267" fmla="*/ 26670 w 38100"/>
                <a:gd name="connsiteY267" fmla="*/ 23813 h 28575"/>
                <a:gd name="connsiteX268" fmla="*/ 26765 w 38100"/>
                <a:gd name="connsiteY268" fmla="*/ 24194 h 28575"/>
                <a:gd name="connsiteX269" fmla="*/ 26956 w 38100"/>
                <a:gd name="connsiteY269" fmla="*/ 24670 h 28575"/>
                <a:gd name="connsiteX270" fmla="*/ 26861 w 38100"/>
                <a:gd name="connsiteY270" fmla="*/ 25622 h 28575"/>
                <a:gd name="connsiteX271" fmla="*/ 27242 w 38100"/>
                <a:gd name="connsiteY271" fmla="*/ 26098 h 28575"/>
                <a:gd name="connsiteX272" fmla="*/ 27623 w 38100"/>
                <a:gd name="connsiteY272" fmla="*/ 25908 h 28575"/>
                <a:gd name="connsiteX273" fmla="*/ 28004 w 38100"/>
                <a:gd name="connsiteY273" fmla="*/ 25622 h 28575"/>
                <a:gd name="connsiteX274" fmla="*/ 28194 w 38100"/>
                <a:gd name="connsiteY274" fmla="*/ 24955 h 28575"/>
                <a:gd name="connsiteX275" fmla="*/ 28766 w 38100"/>
                <a:gd name="connsiteY275" fmla="*/ 25241 h 28575"/>
                <a:gd name="connsiteX276" fmla="*/ 28766 w 38100"/>
                <a:gd name="connsiteY276" fmla="*/ 24955 h 28575"/>
                <a:gd name="connsiteX277" fmla="*/ 28385 w 38100"/>
                <a:gd name="connsiteY277" fmla="*/ 24384 h 28575"/>
                <a:gd name="connsiteX278" fmla="*/ 29146 w 38100"/>
                <a:gd name="connsiteY278" fmla="*/ 23527 h 28575"/>
                <a:gd name="connsiteX279" fmla="*/ 30480 w 38100"/>
                <a:gd name="connsiteY279" fmla="*/ 24955 h 28575"/>
                <a:gd name="connsiteX280" fmla="*/ 30671 w 38100"/>
                <a:gd name="connsiteY280" fmla="*/ 24955 h 28575"/>
                <a:gd name="connsiteX281" fmla="*/ 30099 w 38100"/>
                <a:gd name="connsiteY281" fmla="*/ 23527 h 28575"/>
                <a:gd name="connsiteX282" fmla="*/ 31433 w 38100"/>
                <a:gd name="connsiteY282" fmla="*/ 25146 h 28575"/>
                <a:gd name="connsiteX283" fmla="*/ 32290 w 38100"/>
                <a:gd name="connsiteY283" fmla="*/ 26003 h 28575"/>
                <a:gd name="connsiteX284" fmla="*/ 33433 w 38100"/>
                <a:gd name="connsiteY284" fmla="*/ 24765 h 28575"/>
                <a:gd name="connsiteX285" fmla="*/ 33338 w 38100"/>
                <a:gd name="connsiteY285" fmla="*/ 24003 h 28575"/>
                <a:gd name="connsiteX286" fmla="*/ 33623 w 38100"/>
                <a:gd name="connsiteY286" fmla="*/ 22574 h 28575"/>
                <a:gd name="connsiteX287" fmla="*/ 34480 w 38100"/>
                <a:gd name="connsiteY287" fmla="*/ 23146 h 28575"/>
                <a:gd name="connsiteX288" fmla="*/ 34385 w 38100"/>
                <a:gd name="connsiteY288" fmla="*/ 23717 h 28575"/>
                <a:gd name="connsiteX289" fmla="*/ 34290 w 38100"/>
                <a:gd name="connsiteY289" fmla="*/ 24384 h 28575"/>
                <a:gd name="connsiteX290" fmla="*/ 34957 w 38100"/>
                <a:gd name="connsiteY290" fmla="*/ 24955 h 28575"/>
                <a:gd name="connsiteX291" fmla="*/ 35433 w 38100"/>
                <a:gd name="connsiteY291" fmla="*/ 26384 h 28575"/>
                <a:gd name="connsiteX292" fmla="*/ 35338 w 38100"/>
                <a:gd name="connsiteY292" fmla="*/ 27146 h 28575"/>
                <a:gd name="connsiteX293" fmla="*/ 36195 w 38100"/>
                <a:gd name="connsiteY293" fmla="*/ 27622 h 28575"/>
                <a:gd name="connsiteX294" fmla="*/ 36767 w 38100"/>
                <a:gd name="connsiteY294" fmla="*/ 28194 h 28575"/>
                <a:gd name="connsiteX295" fmla="*/ 37243 w 38100"/>
                <a:gd name="connsiteY295" fmla="*/ 27908 h 28575"/>
                <a:gd name="connsiteX296" fmla="*/ 37243 w 38100"/>
                <a:gd name="connsiteY296" fmla="*/ 27337 h 28575"/>
                <a:gd name="connsiteX297" fmla="*/ 36957 w 38100"/>
                <a:gd name="connsiteY297" fmla="*/ 26670 h 28575"/>
                <a:gd name="connsiteX298" fmla="*/ 36100 w 38100"/>
                <a:gd name="connsiteY298" fmla="*/ 26956 h 28575"/>
                <a:gd name="connsiteX299" fmla="*/ 36100 w 38100"/>
                <a:gd name="connsiteY299" fmla="*/ 26289 h 28575"/>
                <a:gd name="connsiteX300" fmla="*/ 36004 w 38100"/>
                <a:gd name="connsiteY300" fmla="*/ 25813 h 28575"/>
                <a:gd name="connsiteX301" fmla="*/ 36100 w 38100"/>
                <a:gd name="connsiteY301" fmla="*/ 25718 h 28575"/>
                <a:gd name="connsiteX302" fmla="*/ 36671 w 38100"/>
                <a:gd name="connsiteY302" fmla="*/ 25908 h 28575"/>
                <a:gd name="connsiteX303" fmla="*/ 37338 w 38100"/>
                <a:gd name="connsiteY303" fmla="*/ 25432 h 28575"/>
                <a:gd name="connsiteX304" fmla="*/ 37814 w 38100"/>
                <a:gd name="connsiteY304" fmla="*/ 24860 h 28575"/>
                <a:gd name="connsiteX305" fmla="*/ 37243 w 38100"/>
                <a:gd name="connsiteY305" fmla="*/ 24098 h 28575"/>
                <a:gd name="connsiteX306" fmla="*/ 36576 w 38100"/>
                <a:gd name="connsiteY306" fmla="*/ 24194 h 28575"/>
                <a:gd name="connsiteX307" fmla="*/ 36290 w 38100"/>
                <a:gd name="connsiteY307" fmla="*/ 24194 h 28575"/>
                <a:gd name="connsiteX308" fmla="*/ 36195 w 38100"/>
                <a:gd name="connsiteY308" fmla="*/ 23241 h 28575"/>
                <a:gd name="connsiteX309" fmla="*/ 35052 w 38100"/>
                <a:gd name="connsiteY309" fmla="*/ 23051 h 28575"/>
                <a:gd name="connsiteX310" fmla="*/ 34671 w 38100"/>
                <a:gd name="connsiteY310" fmla="*/ 22955 h 28575"/>
                <a:gd name="connsiteX311" fmla="*/ 34100 w 38100"/>
                <a:gd name="connsiteY311" fmla="*/ 20764 h 28575"/>
                <a:gd name="connsiteX312" fmla="*/ 33242 w 38100"/>
                <a:gd name="connsiteY312" fmla="*/ 19907 h 28575"/>
                <a:gd name="connsiteX313" fmla="*/ 33433 w 38100"/>
                <a:gd name="connsiteY313" fmla="*/ 19336 h 28575"/>
                <a:gd name="connsiteX314" fmla="*/ 34100 w 38100"/>
                <a:gd name="connsiteY314" fmla="*/ 19050 h 28575"/>
                <a:gd name="connsiteX315" fmla="*/ 34195 w 38100"/>
                <a:gd name="connsiteY315" fmla="*/ 19907 h 28575"/>
                <a:gd name="connsiteX316" fmla="*/ 34957 w 38100"/>
                <a:gd name="connsiteY316" fmla="*/ 20574 h 28575"/>
                <a:gd name="connsiteX317" fmla="*/ 35243 w 38100"/>
                <a:gd name="connsiteY317" fmla="*/ 20003 h 28575"/>
                <a:gd name="connsiteX318" fmla="*/ 34766 w 38100"/>
                <a:gd name="connsiteY318" fmla="*/ 19240 h 28575"/>
                <a:gd name="connsiteX319" fmla="*/ 34385 w 38100"/>
                <a:gd name="connsiteY319" fmla="*/ 18002 h 28575"/>
                <a:gd name="connsiteX320" fmla="*/ 35147 w 38100"/>
                <a:gd name="connsiteY320" fmla="*/ 16954 h 28575"/>
                <a:gd name="connsiteX321" fmla="*/ 35814 w 38100"/>
                <a:gd name="connsiteY321" fmla="*/ 16954 h 28575"/>
                <a:gd name="connsiteX322" fmla="*/ 36957 w 38100"/>
                <a:gd name="connsiteY322" fmla="*/ 17717 h 28575"/>
                <a:gd name="connsiteX323" fmla="*/ 37719 w 38100"/>
                <a:gd name="connsiteY323" fmla="*/ 17526 h 28575"/>
                <a:gd name="connsiteX324" fmla="*/ 38386 w 38100"/>
                <a:gd name="connsiteY324" fmla="*/ 17050 h 28575"/>
                <a:gd name="connsiteX325" fmla="*/ 38481 w 38100"/>
                <a:gd name="connsiteY325" fmla="*/ 17812 h 28575"/>
                <a:gd name="connsiteX326" fmla="*/ 39624 w 38100"/>
                <a:gd name="connsiteY326" fmla="*/ 18288 h 28575"/>
                <a:gd name="connsiteX327" fmla="*/ 39529 w 38100"/>
                <a:gd name="connsiteY327" fmla="*/ 19621 h 28575"/>
                <a:gd name="connsiteX328" fmla="*/ 40005 w 38100"/>
                <a:gd name="connsiteY328" fmla="*/ 20193 h 28575"/>
                <a:gd name="connsiteX329" fmla="*/ 40196 w 38100"/>
                <a:gd name="connsiteY329" fmla="*/ 20764 h 28575"/>
                <a:gd name="connsiteX330" fmla="*/ 41053 w 38100"/>
                <a:gd name="connsiteY330" fmla="*/ 20193 h 28575"/>
                <a:gd name="connsiteX331" fmla="*/ 41053 w 38100"/>
                <a:gd name="connsiteY331" fmla="*/ 21241 h 28575"/>
                <a:gd name="connsiteX332" fmla="*/ 41434 w 38100"/>
                <a:gd name="connsiteY332" fmla="*/ 21812 h 28575"/>
                <a:gd name="connsiteX333" fmla="*/ 41720 w 38100"/>
                <a:gd name="connsiteY333" fmla="*/ 20669 h 28575"/>
                <a:gd name="connsiteX334" fmla="*/ 42482 w 38100"/>
                <a:gd name="connsiteY334" fmla="*/ 20384 h 28575"/>
                <a:gd name="connsiteX335" fmla="*/ 42958 w 38100"/>
                <a:gd name="connsiteY335" fmla="*/ 20003 h 28575"/>
                <a:gd name="connsiteX336" fmla="*/ 43244 w 38100"/>
                <a:gd name="connsiteY336" fmla="*/ 19240 h 28575"/>
                <a:gd name="connsiteX337" fmla="*/ 42958 w 38100"/>
                <a:gd name="connsiteY337" fmla="*/ 18479 h 28575"/>
                <a:gd name="connsiteX338" fmla="*/ 43720 w 38100"/>
                <a:gd name="connsiteY338" fmla="*/ 18479 h 28575"/>
                <a:gd name="connsiteX339" fmla="*/ 43815 w 38100"/>
                <a:gd name="connsiteY339" fmla="*/ 18860 h 28575"/>
                <a:gd name="connsiteX340" fmla="*/ 44101 w 38100"/>
                <a:gd name="connsiteY340" fmla="*/ 18764 h 28575"/>
                <a:gd name="connsiteX341" fmla="*/ 43720 w 38100"/>
                <a:gd name="connsiteY341" fmla="*/ 16954 h 28575"/>
                <a:gd name="connsiteX342" fmla="*/ 43148 w 38100"/>
                <a:gd name="connsiteY342" fmla="*/ 15812 h 28575"/>
                <a:gd name="connsiteX343" fmla="*/ 33433 w 38100"/>
                <a:gd name="connsiteY343" fmla="*/ 30956 h 28575"/>
                <a:gd name="connsiteX344" fmla="*/ 33052 w 38100"/>
                <a:gd name="connsiteY344" fmla="*/ 30194 h 28575"/>
                <a:gd name="connsiteX345" fmla="*/ 32766 w 38100"/>
                <a:gd name="connsiteY345" fmla="*/ 29432 h 28575"/>
                <a:gd name="connsiteX346" fmla="*/ 33242 w 38100"/>
                <a:gd name="connsiteY346" fmla="*/ 28861 h 28575"/>
                <a:gd name="connsiteX347" fmla="*/ 33242 w 38100"/>
                <a:gd name="connsiteY347" fmla="*/ 28004 h 28575"/>
                <a:gd name="connsiteX348" fmla="*/ 32576 w 38100"/>
                <a:gd name="connsiteY348" fmla="*/ 27527 h 28575"/>
                <a:gd name="connsiteX349" fmla="*/ 31909 w 38100"/>
                <a:gd name="connsiteY349" fmla="*/ 26384 h 28575"/>
                <a:gd name="connsiteX350" fmla="*/ 31337 w 38100"/>
                <a:gd name="connsiteY350" fmla="*/ 26098 h 28575"/>
                <a:gd name="connsiteX351" fmla="*/ 30861 w 38100"/>
                <a:gd name="connsiteY351" fmla="*/ 26194 h 28575"/>
                <a:gd name="connsiteX352" fmla="*/ 30385 w 38100"/>
                <a:gd name="connsiteY352" fmla="*/ 25622 h 28575"/>
                <a:gd name="connsiteX353" fmla="*/ 29623 w 38100"/>
                <a:gd name="connsiteY353" fmla="*/ 25432 h 28575"/>
                <a:gd name="connsiteX354" fmla="*/ 28861 w 38100"/>
                <a:gd name="connsiteY354" fmla="*/ 25146 h 28575"/>
                <a:gd name="connsiteX355" fmla="*/ 28194 w 38100"/>
                <a:gd name="connsiteY355" fmla="*/ 25527 h 28575"/>
                <a:gd name="connsiteX356" fmla="*/ 27432 w 38100"/>
                <a:gd name="connsiteY356" fmla="*/ 26194 h 28575"/>
                <a:gd name="connsiteX357" fmla="*/ 26384 w 38100"/>
                <a:gd name="connsiteY357" fmla="*/ 26194 h 28575"/>
                <a:gd name="connsiteX358" fmla="*/ 25718 w 38100"/>
                <a:gd name="connsiteY358" fmla="*/ 26003 h 28575"/>
                <a:gd name="connsiteX359" fmla="*/ 25146 w 38100"/>
                <a:gd name="connsiteY359" fmla="*/ 25622 h 28575"/>
                <a:gd name="connsiteX360" fmla="*/ 24289 w 38100"/>
                <a:gd name="connsiteY360" fmla="*/ 25337 h 28575"/>
                <a:gd name="connsiteX361" fmla="*/ 23527 w 38100"/>
                <a:gd name="connsiteY361" fmla="*/ 25622 h 28575"/>
                <a:gd name="connsiteX362" fmla="*/ 22860 w 38100"/>
                <a:gd name="connsiteY362" fmla="*/ 26003 h 28575"/>
                <a:gd name="connsiteX363" fmla="*/ 22479 w 38100"/>
                <a:gd name="connsiteY363" fmla="*/ 26194 h 28575"/>
                <a:gd name="connsiteX364" fmla="*/ 22288 w 38100"/>
                <a:gd name="connsiteY364" fmla="*/ 26289 h 28575"/>
                <a:gd name="connsiteX365" fmla="*/ 22193 w 38100"/>
                <a:gd name="connsiteY365" fmla="*/ 26861 h 28575"/>
                <a:gd name="connsiteX366" fmla="*/ 22670 w 38100"/>
                <a:gd name="connsiteY366" fmla="*/ 27051 h 28575"/>
                <a:gd name="connsiteX367" fmla="*/ 23051 w 38100"/>
                <a:gd name="connsiteY367" fmla="*/ 27718 h 28575"/>
                <a:gd name="connsiteX368" fmla="*/ 23146 w 38100"/>
                <a:gd name="connsiteY368" fmla="*/ 28099 h 28575"/>
                <a:gd name="connsiteX369" fmla="*/ 23432 w 38100"/>
                <a:gd name="connsiteY369" fmla="*/ 28765 h 28575"/>
                <a:gd name="connsiteX370" fmla="*/ 24003 w 38100"/>
                <a:gd name="connsiteY370" fmla="*/ 29051 h 28575"/>
                <a:gd name="connsiteX371" fmla="*/ 25337 w 38100"/>
                <a:gd name="connsiteY371" fmla="*/ 29146 h 28575"/>
                <a:gd name="connsiteX372" fmla="*/ 26003 w 38100"/>
                <a:gd name="connsiteY372" fmla="*/ 29528 h 28575"/>
                <a:gd name="connsiteX373" fmla="*/ 26099 w 38100"/>
                <a:gd name="connsiteY373" fmla="*/ 30099 h 28575"/>
                <a:gd name="connsiteX374" fmla="*/ 26289 w 38100"/>
                <a:gd name="connsiteY374" fmla="*/ 30575 h 28575"/>
                <a:gd name="connsiteX375" fmla="*/ 26479 w 38100"/>
                <a:gd name="connsiteY375" fmla="*/ 30575 h 28575"/>
                <a:gd name="connsiteX376" fmla="*/ 26765 w 38100"/>
                <a:gd name="connsiteY376" fmla="*/ 30099 h 28575"/>
                <a:gd name="connsiteX377" fmla="*/ 27813 w 38100"/>
                <a:gd name="connsiteY377" fmla="*/ 29432 h 28575"/>
                <a:gd name="connsiteX378" fmla="*/ 27718 w 38100"/>
                <a:gd name="connsiteY378" fmla="*/ 30194 h 28575"/>
                <a:gd name="connsiteX379" fmla="*/ 28385 w 38100"/>
                <a:gd name="connsiteY379" fmla="*/ 30289 h 28575"/>
                <a:gd name="connsiteX380" fmla="*/ 28575 w 38100"/>
                <a:gd name="connsiteY380" fmla="*/ 30766 h 28575"/>
                <a:gd name="connsiteX381" fmla="*/ 28194 w 38100"/>
                <a:gd name="connsiteY381" fmla="*/ 31337 h 28575"/>
                <a:gd name="connsiteX382" fmla="*/ 28766 w 38100"/>
                <a:gd name="connsiteY382" fmla="*/ 31718 h 28575"/>
                <a:gd name="connsiteX383" fmla="*/ 28385 w 38100"/>
                <a:gd name="connsiteY383" fmla="*/ 32195 h 28575"/>
                <a:gd name="connsiteX384" fmla="*/ 28766 w 38100"/>
                <a:gd name="connsiteY384" fmla="*/ 32385 h 28575"/>
                <a:gd name="connsiteX385" fmla="*/ 29623 w 38100"/>
                <a:gd name="connsiteY385" fmla="*/ 32004 h 28575"/>
                <a:gd name="connsiteX386" fmla="*/ 29813 w 38100"/>
                <a:gd name="connsiteY386" fmla="*/ 32385 h 28575"/>
                <a:gd name="connsiteX387" fmla="*/ 29528 w 38100"/>
                <a:gd name="connsiteY387" fmla="*/ 32576 h 28575"/>
                <a:gd name="connsiteX388" fmla="*/ 29623 w 38100"/>
                <a:gd name="connsiteY388" fmla="*/ 33909 h 28575"/>
                <a:gd name="connsiteX389" fmla="*/ 30575 w 38100"/>
                <a:gd name="connsiteY389" fmla="*/ 33719 h 28575"/>
                <a:gd name="connsiteX390" fmla="*/ 30290 w 38100"/>
                <a:gd name="connsiteY390" fmla="*/ 33147 h 28575"/>
                <a:gd name="connsiteX391" fmla="*/ 30575 w 38100"/>
                <a:gd name="connsiteY391" fmla="*/ 32576 h 28575"/>
                <a:gd name="connsiteX392" fmla="*/ 30004 w 38100"/>
                <a:gd name="connsiteY392" fmla="*/ 31718 h 28575"/>
                <a:gd name="connsiteX393" fmla="*/ 30575 w 38100"/>
                <a:gd name="connsiteY393" fmla="*/ 31052 h 28575"/>
                <a:gd name="connsiteX394" fmla="*/ 30861 w 38100"/>
                <a:gd name="connsiteY394" fmla="*/ 30956 h 28575"/>
                <a:gd name="connsiteX395" fmla="*/ 30861 w 38100"/>
                <a:gd name="connsiteY395" fmla="*/ 30289 h 28575"/>
                <a:gd name="connsiteX396" fmla="*/ 30385 w 38100"/>
                <a:gd name="connsiteY396" fmla="*/ 30099 h 28575"/>
                <a:gd name="connsiteX397" fmla="*/ 30861 w 38100"/>
                <a:gd name="connsiteY397" fmla="*/ 29718 h 28575"/>
                <a:gd name="connsiteX398" fmla="*/ 31433 w 38100"/>
                <a:gd name="connsiteY398" fmla="*/ 30194 h 28575"/>
                <a:gd name="connsiteX399" fmla="*/ 31718 w 38100"/>
                <a:gd name="connsiteY399" fmla="*/ 31147 h 28575"/>
                <a:gd name="connsiteX400" fmla="*/ 31718 w 38100"/>
                <a:gd name="connsiteY400" fmla="*/ 32004 h 28575"/>
                <a:gd name="connsiteX401" fmla="*/ 32290 w 38100"/>
                <a:gd name="connsiteY401" fmla="*/ 32576 h 28575"/>
                <a:gd name="connsiteX402" fmla="*/ 32576 w 38100"/>
                <a:gd name="connsiteY402" fmla="*/ 32956 h 28575"/>
                <a:gd name="connsiteX403" fmla="*/ 33528 w 38100"/>
                <a:gd name="connsiteY403" fmla="*/ 32766 h 28575"/>
                <a:gd name="connsiteX404" fmla="*/ 32957 w 38100"/>
                <a:gd name="connsiteY404" fmla="*/ 31147 h 28575"/>
                <a:gd name="connsiteX405" fmla="*/ 33433 w 38100"/>
                <a:gd name="connsiteY405" fmla="*/ 3095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</a:cxnLst>
              <a:rect l="l" t="t" r="r" b="b"/>
              <a:pathLst>
                <a:path w="38100" h="28575">
                  <a:moveTo>
                    <a:pt x="25527" y="32766"/>
                  </a:moveTo>
                  <a:lnTo>
                    <a:pt x="25146" y="32576"/>
                  </a:lnTo>
                  <a:lnTo>
                    <a:pt x="24194" y="32576"/>
                  </a:lnTo>
                  <a:lnTo>
                    <a:pt x="23241" y="32671"/>
                  </a:lnTo>
                  <a:lnTo>
                    <a:pt x="23813" y="32290"/>
                  </a:lnTo>
                  <a:lnTo>
                    <a:pt x="23813" y="31718"/>
                  </a:lnTo>
                  <a:lnTo>
                    <a:pt x="23241" y="31909"/>
                  </a:lnTo>
                  <a:lnTo>
                    <a:pt x="22574" y="31147"/>
                  </a:lnTo>
                  <a:lnTo>
                    <a:pt x="22288" y="30194"/>
                  </a:lnTo>
                  <a:lnTo>
                    <a:pt x="21717" y="30004"/>
                  </a:lnTo>
                  <a:lnTo>
                    <a:pt x="21717" y="31147"/>
                  </a:lnTo>
                  <a:lnTo>
                    <a:pt x="21527" y="31718"/>
                  </a:lnTo>
                  <a:lnTo>
                    <a:pt x="22288" y="31718"/>
                  </a:lnTo>
                  <a:lnTo>
                    <a:pt x="22288" y="34290"/>
                  </a:lnTo>
                  <a:lnTo>
                    <a:pt x="22003" y="35052"/>
                  </a:lnTo>
                  <a:lnTo>
                    <a:pt x="24098" y="34862"/>
                  </a:lnTo>
                  <a:lnTo>
                    <a:pt x="24765" y="34862"/>
                  </a:lnTo>
                  <a:lnTo>
                    <a:pt x="24289" y="33814"/>
                  </a:lnTo>
                  <a:lnTo>
                    <a:pt x="24575" y="33338"/>
                  </a:lnTo>
                  <a:lnTo>
                    <a:pt x="25527" y="32766"/>
                  </a:lnTo>
                  <a:close/>
                  <a:moveTo>
                    <a:pt x="16669" y="20574"/>
                  </a:moveTo>
                  <a:lnTo>
                    <a:pt x="14764" y="22098"/>
                  </a:lnTo>
                  <a:lnTo>
                    <a:pt x="14478" y="21527"/>
                  </a:lnTo>
                  <a:lnTo>
                    <a:pt x="13049" y="22670"/>
                  </a:lnTo>
                  <a:lnTo>
                    <a:pt x="12478" y="23717"/>
                  </a:lnTo>
                  <a:lnTo>
                    <a:pt x="11811" y="23813"/>
                  </a:lnTo>
                  <a:lnTo>
                    <a:pt x="11240" y="24765"/>
                  </a:lnTo>
                  <a:lnTo>
                    <a:pt x="10096" y="24479"/>
                  </a:lnTo>
                  <a:lnTo>
                    <a:pt x="8192" y="25527"/>
                  </a:lnTo>
                  <a:lnTo>
                    <a:pt x="7334" y="25813"/>
                  </a:lnTo>
                  <a:lnTo>
                    <a:pt x="6763" y="25241"/>
                  </a:lnTo>
                  <a:lnTo>
                    <a:pt x="5905" y="25146"/>
                  </a:lnTo>
                  <a:lnTo>
                    <a:pt x="4382" y="25146"/>
                  </a:lnTo>
                  <a:lnTo>
                    <a:pt x="3715" y="26289"/>
                  </a:lnTo>
                  <a:lnTo>
                    <a:pt x="3143" y="26861"/>
                  </a:lnTo>
                  <a:lnTo>
                    <a:pt x="2381" y="26956"/>
                  </a:lnTo>
                  <a:lnTo>
                    <a:pt x="2286" y="27146"/>
                  </a:lnTo>
                  <a:lnTo>
                    <a:pt x="1715" y="27622"/>
                  </a:lnTo>
                  <a:lnTo>
                    <a:pt x="1048" y="28194"/>
                  </a:lnTo>
                  <a:lnTo>
                    <a:pt x="1048" y="28194"/>
                  </a:lnTo>
                  <a:lnTo>
                    <a:pt x="1048" y="28194"/>
                  </a:lnTo>
                  <a:lnTo>
                    <a:pt x="1524" y="28575"/>
                  </a:lnTo>
                  <a:lnTo>
                    <a:pt x="1524" y="29146"/>
                  </a:lnTo>
                  <a:lnTo>
                    <a:pt x="953" y="29337"/>
                  </a:lnTo>
                  <a:lnTo>
                    <a:pt x="953" y="30194"/>
                  </a:lnTo>
                  <a:lnTo>
                    <a:pt x="191" y="30194"/>
                  </a:lnTo>
                  <a:lnTo>
                    <a:pt x="0" y="30671"/>
                  </a:lnTo>
                  <a:lnTo>
                    <a:pt x="0" y="31623"/>
                  </a:lnTo>
                  <a:lnTo>
                    <a:pt x="95" y="32766"/>
                  </a:lnTo>
                  <a:lnTo>
                    <a:pt x="667" y="33433"/>
                  </a:lnTo>
                  <a:lnTo>
                    <a:pt x="1715" y="33052"/>
                  </a:lnTo>
                  <a:lnTo>
                    <a:pt x="2858" y="32004"/>
                  </a:lnTo>
                  <a:lnTo>
                    <a:pt x="3715" y="31432"/>
                  </a:lnTo>
                  <a:lnTo>
                    <a:pt x="4382" y="31242"/>
                  </a:lnTo>
                  <a:lnTo>
                    <a:pt x="4477" y="31813"/>
                  </a:lnTo>
                  <a:lnTo>
                    <a:pt x="5429" y="32766"/>
                  </a:lnTo>
                  <a:lnTo>
                    <a:pt x="6477" y="32671"/>
                  </a:lnTo>
                  <a:lnTo>
                    <a:pt x="7239" y="32195"/>
                  </a:lnTo>
                  <a:lnTo>
                    <a:pt x="7239" y="31623"/>
                  </a:lnTo>
                  <a:lnTo>
                    <a:pt x="6477" y="31432"/>
                  </a:lnTo>
                  <a:lnTo>
                    <a:pt x="6763" y="31052"/>
                  </a:lnTo>
                  <a:lnTo>
                    <a:pt x="7334" y="31052"/>
                  </a:lnTo>
                  <a:lnTo>
                    <a:pt x="8668" y="29909"/>
                  </a:lnTo>
                  <a:lnTo>
                    <a:pt x="11430" y="29909"/>
                  </a:lnTo>
                  <a:lnTo>
                    <a:pt x="11430" y="31813"/>
                  </a:lnTo>
                  <a:lnTo>
                    <a:pt x="11525" y="32385"/>
                  </a:lnTo>
                  <a:lnTo>
                    <a:pt x="12954" y="31718"/>
                  </a:lnTo>
                  <a:lnTo>
                    <a:pt x="14097" y="30766"/>
                  </a:lnTo>
                  <a:lnTo>
                    <a:pt x="12287" y="29528"/>
                  </a:lnTo>
                  <a:lnTo>
                    <a:pt x="13430" y="28575"/>
                  </a:lnTo>
                  <a:lnTo>
                    <a:pt x="12478" y="27242"/>
                  </a:lnTo>
                  <a:lnTo>
                    <a:pt x="13145" y="27527"/>
                  </a:lnTo>
                  <a:lnTo>
                    <a:pt x="14288" y="27527"/>
                  </a:lnTo>
                  <a:lnTo>
                    <a:pt x="14192" y="25432"/>
                  </a:lnTo>
                  <a:lnTo>
                    <a:pt x="14573" y="24289"/>
                  </a:lnTo>
                  <a:lnTo>
                    <a:pt x="13811" y="24574"/>
                  </a:lnTo>
                  <a:lnTo>
                    <a:pt x="13811" y="23527"/>
                  </a:lnTo>
                  <a:lnTo>
                    <a:pt x="15145" y="23717"/>
                  </a:lnTo>
                  <a:lnTo>
                    <a:pt x="15335" y="22384"/>
                  </a:lnTo>
                  <a:lnTo>
                    <a:pt x="15907" y="22384"/>
                  </a:lnTo>
                  <a:lnTo>
                    <a:pt x="16574" y="22479"/>
                  </a:lnTo>
                  <a:lnTo>
                    <a:pt x="16859" y="22765"/>
                  </a:lnTo>
                  <a:lnTo>
                    <a:pt x="16954" y="22003"/>
                  </a:lnTo>
                  <a:lnTo>
                    <a:pt x="17240" y="21336"/>
                  </a:lnTo>
                  <a:lnTo>
                    <a:pt x="16764" y="20860"/>
                  </a:lnTo>
                  <a:lnTo>
                    <a:pt x="16669" y="20574"/>
                  </a:lnTo>
                  <a:close/>
                  <a:moveTo>
                    <a:pt x="43148" y="15812"/>
                  </a:moveTo>
                  <a:lnTo>
                    <a:pt x="42767" y="16002"/>
                  </a:lnTo>
                  <a:lnTo>
                    <a:pt x="43720" y="14192"/>
                  </a:lnTo>
                  <a:lnTo>
                    <a:pt x="44291" y="14288"/>
                  </a:lnTo>
                  <a:lnTo>
                    <a:pt x="45244" y="14764"/>
                  </a:lnTo>
                  <a:lnTo>
                    <a:pt x="44958" y="13430"/>
                  </a:lnTo>
                  <a:lnTo>
                    <a:pt x="45149" y="12763"/>
                  </a:lnTo>
                  <a:lnTo>
                    <a:pt x="44005" y="12478"/>
                  </a:lnTo>
                  <a:lnTo>
                    <a:pt x="42767" y="12382"/>
                  </a:lnTo>
                  <a:lnTo>
                    <a:pt x="42577" y="11811"/>
                  </a:lnTo>
                  <a:lnTo>
                    <a:pt x="42577" y="11049"/>
                  </a:lnTo>
                  <a:lnTo>
                    <a:pt x="41910" y="10478"/>
                  </a:lnTo>
                  <a:lnTo>
                    <a:pt x="41243" y="12192"/>
                  </a:lnTo>
                  <a:lnTo>
                    <a:pt x="41338" y="13716"/>
                  </a:lnTo>
                  <a:lnTo>
                    <a:pt x="40958" y="13811"/>
                  </a:lnTo>
                  <a:lnTo>
                    <a:pt x="40577" y="12573"/>
                  </a:lnTo>
                  <a:lnTo>
                    <a:pt x="40100" y="13145"/>
                  </a:lnTo>
                  <a:lnTo>
                    <a:pt x="39719" y="12382"/>
                  </a:lnTo>
                  <a:lnTo>
                    <a:pt x="40100" y="11811"/>
                  </a:lnTo>
                  <a:lnTo>
                    <a:pt x="39910" y="10478"/>
                  </a:lnTo>
                  <a:lnTo>
                    <a:pt x="39053" y="10287"/>
                  </a:lnTo>
                  <a:lnTo>
                    <a:pt x="39529" y="9430"/>
                  </a:lnTo>
                  <a:lnTo>
                    <a:pt x="39053" y="9335"/>
                  </a:lnTo>
                  <a:lnTo>
                    <a:pt x="38957" y="8954"/>
                  </a:lnTo>
                  <a:lnTo>
                    <a:pt x="37148" y="10287"/>
                  </a:lnTo>
                  <a:lnTo>
                    <a:pt x="37243" y="11049"/>
                  </a:lnTo>
                  <a:lnTo>
                    <a:pt x="36195" y="11335"/>
                  </a:lnTo>
                  <a:lnTo>
                    <a:pt x="35147" y="12097"/>
                  </a:lnTo>
                  <a:lnTo>
                    <a:pt x="36195" y="13621"/>
                  </a:lnTo>
                  <a:lnTo>
                    <a:pt x="35147" y="14192"/>
                  </a:lnTo>
                  <a:lnTo>
                    <a:pt x="34862" y="15049"/>
                  </a:lnTo>
                  <a:lnTo>
                    <a:pt x="34385" y="14478"/>
                  </a:lnTo>
                  <a:lnTo>
                    <a:pt x="34576" y="13621"/>
                  </a:lnTo>
                  <a:lnTo>
                    <a:pt x="34385" y="13145"/>
                  </a:lnTo>
                  <a:lnTo>
                    <a:pt x="33147" y="13145"/>
                  </a:lnTo>
                  <a:lnTo>
                    <a:pt x="32576" y="12763"/>
                  </a:lnTo>
                  <a:lnTo>
                    <a:pt x="32099" y="12763"/>
                  </a:lnTo>
                  <a:lnTo>
                    <a:pt x="31813" y="13716"/>
                  </a:lnTo>
                  <a:lnTo>
                    <a:pt x="30956" y="14573"/>
                  </a:lnTo>
                  <a:lnTo>
                    <a:pt x="30290" y="15812"/>
                  </a:lnTo>
                  <a:lnTo>
                    <a:pt x="29813" y="16002"/>
                  </a:lnTo>
                  <a:lnTo>
                    <a:pt x="30290" y="15145"/>
                  </a:lnTo>
                  <a:lnTo>
                    <a:pt x="29909" y="14859"/>
                  </a:lnTo>
                  <a:lnTo>
                    <a:pt x="30099" y="14192"/>
                  </a:lnTo>
                  <a:lnTo>
                    <a:pt x="29146" y="13526"/>
                  </a:lnTo>
                  <a:lnTo>
                    <a:pt x="28099" y="12859"/>
                  </a:lnTo>
                  <a:lnTo>
                    <a:pt x="27242" y="12287"/>
                  </a:lnTo>
                  <a:lnTo>
                    <a:pt x="26479" y="11906"/>
                  </a:lnTo>
                  <a:lnTo>
                    <a:pt x="28004" y="11621"/>
                  </a:lnTo>
                  <a:lnTo>
                    <a:pt x="28289" y="11239"/>
                  </a:lnTo>
                  <a:lnTo>
                    <a:pt x="29242" y="11144"/>
                  </a:lnTo>
                  <a:lnTo>
                    <a:pt x="29813" y="11525"/>
                  </a:lnTo>
                  <a:lnTo>
                    <a:pt x="29909" y="11906"/>
                  </a:lnTo>
                  <a:lnTo>
                    <a:pt x="30480" y="12002"/>
                  </a:lnTo>
                  <a:lnTo>
                    <a:pt x="30385" y="11430"/>
                  </a:lnTo>
                  <a:lnTo>
                    <a:pt x="30004" y="11239"/>
                  </a:lnTo>
                  <a:lnTo>
                    <a:pt x="29909" y="10478"/>
                  </a:lnTo>
                  <a:lnTo>
                    <a:pt x="30099" y="10096"/>
                  </a:lnTo>
                  <a:lnTo>
                    <a:pt x="30575" y="10382"/>
                  </a:lnTo>
                  <a:lnTo>
                    <a:pt x="31718" y="10192"/>
                  </a:lnTo>
                  <a:lnTo>
                    <a:pt x="32861" y="11716"/>
                  </a:lnTo>
                  <a:lnTo>
                    <a:pt x="33528" y="11716"/>
                  </a:lnTo>
                  <a:lnTo>
                    <a:pt x="34385" y="11144"/>
                  </a:lnTo>
                  <a:lnTo>
                    <a:pt x="34766" y="10573"/>
                  </a:lnTo>
                  <a:lnTo>
                    <a:pt x="35719" y="9906"/>
                  </a:lnTo>
                  <a:lnTo>
                    <a:pt x="36767" y="9430"/>
                  </a:lnTo>
                  <a:lnTo>
                    <a:pt x="37719" y="9049"/>
                  </a:lnTo>
                  <a:lnTo>
                    <a:pt x="38576" y="8287"/>
                  </a:lnTo>
                  <a:lnTo>
                    <a:pt x="40100" y="7048"/>
                  </a:lnTo>
                  <a:lnTo>
                    <a:pt x="39910" y="6572"/>
                  </a:lnTo>
                  <a:lnTo>
                    <a:pt x="39434" y="6858"/>
                  </a:lnTo>
                  <a:lnTo>
                    <a:pt x="37148" y="7525"/>
                  </a:lnTo>
                  <a:lnTo>
                    <a:pt x="36386" y="7144"/>
                  </a:lnTo>
                  <a:lnTo>
                    <a:pt x="36100" y="6668"/>
                  </a:lnTo>
                  <a:lnTo>
                    <a:pt x="35528" y="6668"/>
                  </a:lnTo>
                  <a:lnTo>
                    <a:pt x="35719" y="6001"/>
                  </a:lnTo>
                  <a:lnTo>
                    <a:pt x="35719" y="5429"/>
                  </a:lnTo>
                  <a:lnTo>
                    <a:pt x="35624" y="5144"/>
                  </a:lnTo>
                  <a:lnTo>
                    <a:pt x="34957" y="5524"/>
                  </a:lnTo>
                  <a:lnTo>
                    <a:pt x="34576" y="5239"/>
                  </a:lnTo>
                  <a:lnTo>
                    <a:pt x="34576" y="4667"/>
                  </a:lnTo>
                  <a:lnTo>
                    <a:pt x="34100" y="4191"/>
                  </a:lnTo>
                  <a:lnTo>
                    <a:pt x="33623" y="4286"/>
                  </a:lnTo>
                  <a:lnTo>
                    <a:pt x="34004" y="3524"/>
                  </a:lnTo>
                  <a:lnTo>
                    <a:pt x="33719" y="3238"/>
                  </a:lnTo>
                  <a:lnTo>
                    <a:pt x="33242" y="3524"/>
                  </a:lnTo>
                  <a:lnTo>
                    <a:pt x="32957" y="3238"/>
                  </a:lnTo>
                  <a:lnTo>
                    <a:pt x="32671" y="3334"/>
                  </a:lnTo>
                  <a:lnTo>
                    <a:pt x="32099" y="4477"/>
                  </a:lnTo>
                  <a:lnTo>
                    <a:pt x="31813" y="4858"/>
                  </a:lnTo>
                  <a:lnTo>
                    <a:pt x="30861" y="5144"/>
                  </a:lnTo>
                  <a:lnTo>
                    <a:pt x="30766" y="5429"/>
                  </a:lnTo>
                  <a:lnTo>
                    <a:pt x="30099" y="5620"/>
                  </a:lnTo>
                  <a:lnTo>
                    <a:pt x="30194" y="4667"/>
                  </a:lnTo>
                  <a:lnTo>
                    <a:pt x="30575" y="4667"/>
                  </a:lnTo>
                  <a:lnTo>
                    <a:pt x="31147" y="4096"/>
                  </a:lnTo>
                  <a:lnTo>
                    <a:pt x="31528" y="3620"/>
                  </a:lnTo>
                  <a:lnTo>
                    <a:pt x="32099" y="2857"/>
                  </a:lnTo>
                  <a:lnTo>
                    <a:pt x="31718" y="2857"/>
                  </a:lnTo>
                  <a:lnTo>
                    <a:pt x="32385" y="2477"/>
                  </a:lnTo>
                  <a:lnTo>
                    <a:pt x="33338" y="1524"/>
                  </a:lnTo>
                  <a:lnTo>
                    <a:pt x="34957" y="476"/>
                  </a:lnTo>
                  <a:lnTo>
                    <a:pt x="35528" y="0"/>
                  </a:lnTo>
                  <a:lnTo>
                    <a:pt x="35528" y="0"/>
                  </a:lnTo>
                  <a:lnTo>
                    <a:pt x="34957" y="476"/>
                  </a:lnTo>
                  <a:lnTo>
                    <a:pt x="33338" y="1524"/>
                  </a:lnTo>
                  <a:lnTo>
                    <a:pt x="32385" y="2477"/>
                  </a:lnTo>
                  <a:lnTo>
                    <a:pt x="31718" y="2857"/>
                  </a:lnTo>
                  <a:lnTo>
                    <a:pt x="30956" y="2953"/>
                  </a:lnTo>
                  <a:lnTo>
                    <a:pt x="29337" y="2857"/>
                  </a:lnTo>
                  <a:lnTo>
                    <a:pt x="28004" y="2857"/>
                  </a:lnTo>
                  <a:lnTo>
                    <a:pt x="27242" y="2191"/>
                  </a:lnTo>
                  <a:lnTo>
                    <a:pt x="26384" y="2477"/>
                  </a:lnTo>
                  <a:lnTo>
                    <a:pt x="25718" y="3238"/>
                  </a:lnTo>
                  <a:lnTo>
                    <a:pt x="25337" y="4381"/>
                  </a:lnTo>
                  <a:lnTo>
                    <a:pt x="24479" y="4286"/>
                  </a:lnTo>
                  <a:lnTo>
                    <a:pt x="23717" y="4381"/>
                  </a:lnTo>
                  <a:lnTo>
                    <a:pt x="22765" y="5334"/>
                  </a:lnTo>
                  <a:lnTo>
                    <a:pt x="22479" y="5239"/>
                  </a:lnTo>
                  <a:lnTo>
                    <a:pt x="22003" y="4763"/>
                  </a:lnTo>
                  <a:lnTo>
                    <a:pt x="20669" y="4763"/>
                  </a:lnTo>
                  <a:lnTo>
                    <a:pt x="19907" y="5239"/>
                  </a:lnTo>
                  <a:lnTo>
                    <a:pt x="20098" y="5810"/>
                  </a:lnTo>
                  <a:lnTo>
                    <a:pt x="19526" y="6096"/>
                  </a:lnTo>
                  <a:lnTo>
                    <a:pt x="19145" y="6191"/>
                  </a:lnTo>
                  <a:lnTo>
                    <a:pt x="18574" y="6382"/>
                  </a:lnTo>
                  <a:lnTo>
                    <a:pt x="18288" y="6953"/>
                  </a:lnTo>
                  <a:lnTo>
                    <a:pt x="18002" y="7334"/>
                  </a:lnTo>
                  <a:lnTo>
                    <a:pt x="16764" y="7620"/>
                  </a:lnTo>
                  <a:lnTo>
                    <a:pt x="15812" y="8096"/>
                  </a:lnTo>
                  <a:lnTo>
                    <a:pt x="15812" y="8763"/>
                  </a:lnTo>
                  <a:lnTo>
                    <a:pt x="15907" y="9239"/>
                  </a:lnTo>
                  <a:lnTo>
                    <a:pt x="15812" y="9620"/>
                  </a:lnTo>
                  <a:lnTo>
                    <a:pt x="15526" y="9620"/>
                  </a:lnTo>
                  <a:lnTo>
                    <a:pt x="14573" y="9906"/>
                  </a:lnTo>
                  <a:lnTo>
                    <a:pt x="14288" y="10096"/>
                  </a:lnTo>
                  <a:lnTo>
                    <a:pt x="14288" y="9525"/>
                  </a:lnTo>
                  <a:lnTo>
                    <a:pt x="14383" y="9049"/>
                  </a:lnTo>
                  <a:lnTo>
                    <a:pt x="13716" y="8858"/>
                  </a:lnTo>
                  <a:lnTo>
                    <a:pt x="13240" y="8858"/>
                  </a:lnTo>
                  <a:lnTo>
                    <a:pt x="11525" y="11430"/>
                  </a:lnTo>
                  <a:lnTo>
                    <a:pt x="9620" y="12192"/>
                  </a:lnTo>
                  <a:lnTo>
                    <a:pt x="8573" y="14192"/>
                  </a:lnTo>
                  <a:lnTo>
                    <a:pt x="7715" y="14764"/>
                  </a:lnTo>
                  <a:lnTo>
                    <a:pt x="6001" y="14859"/>
                  </a:lnTo>
                  <a:lnTo>
                    <a:pt x="5048" y="15716"/>
                  </a:lnTo>
                  <a:lnTo>
                    <a:pt x="6096" y="16573"/>
                  </a:lnTo>
                  <a:lnTo>
                    <a:pt x="6668" y="17526"/>
                  </a:lnTo>
                  <a:lnTo>
                    <a:pt x="6382" y="18574"/>
                  </a:lnTo>
                  <a:lnTo>
                    <a:pt x="7334" y="19145"/>
                  </a:lnTo>
                  <a:lnTo>
                    <a:pt x="7715" y="19145"/>
                  </a:lnTo>
                  <a:lnTo>
                    <a:pt x="8858" y="19717"/>
                  </a:lnTo>
                  <a:lnTo>
                    <a:pt x="9620" y="19050"/>
                  </a:lnTo>
                  <a:lnTo>
                    <a:pt x="11240" y="18860"/>
                  </a:lnTo>
                  <a:lnTo>
                    <a:pt x="10382" y="18097"/>
                  </a:lnTo>
                  <a:lnTo>
                    <a:pt x="10859" y="17526"/>
                  </a:lnTo>
                  <a:lnTo>
                    <a:pt x="11049" y="18097"/>
                  </a:lnTo>
                  <a:lnTo>
                    <a:pt x="11335" y="18193"/>
                  </a:lnTo>
                  <a:lnTo>
                    <a:pt x="11811" y="19240"/>
                  </a:lnTo>
                  <a:lnTo>
                    <a:pt x="12573" y="19431"/>
                  </a:lnTo>
                  <a:lnTo>
                    <a:pt x="13145" y="19907"/>
                  </a:lnTo>
                  <a:lnTo>
                    <a:pt x="14478" y="19907"/>
                  </a:lnTo>
                  <a:lnTo>
                    <a:pt x="14478" y="20384"/>
                  </a:lnTo>
                  <a:lnTo>
                    <a:pt x="14954" y="20669"/>
                  </a:lnTo>
                  <a:lnTo>
                    <a:pt x="16478" y="20288"/>
                  </a:lnTo>
                  <a:lnTo>
                    <a:pt x="17336" y="19907"/>
                  </a:lnTo>
                  <a:lnTo>
                    <a:pt x="17907" y="19717"/>
                  </a:lnTo>
                  <a:lnTo>
                    <a:pt x="18669" y="19907"/>
                  </a:lnTo>
                  <a:lnTo>
                    <a:pt x="18955" y="19621"/>
                  </a:lnTo>
                  <a:lnTo>
                    <a:pt x="19621" y="19621"/>
                  </a:lnTo>
                  <a:lnTo>
                    <a:pt x="19717" y="19336"/>
                  </a:lnTo>
                  <a:lnTo>
                    <a:pt x="21146" y="19621"/>
                  </a:lnTo>
                  <a:lnTo>
                    <a:pt x="21717" y="19050"/>
                  </a:lnTo>
                  <a:lnTo>
                    <a:pt x="22193" y="19431"/>
                  </a:lnTo>
                  <a:lnTo>
                    <a:pt x="22384" y="20574"/>
                  </a:lnTo>
                  <a:lnTo>
                    <a:pt x="23241" y="21907"/>
                  </a:lnTo>
                  <a:lnTo>
                    <a:pt x="23336" y="21431"/>
                  </a:lnTo>
                  <a:lnTo>
                    <a:pt x="24479" y="22003"/>
                  </a:lnTo>
                  <a:lnTo>
                    <a:pt x="25622" y="22670"/>
                  </a:lnTo>
                  <a:lnTo>
                    <a:pt x="26194" y="23241"/>
                  </a:lnTo>
                  <a:lnTo>
                    <a:pt x="26194" y="23813"/>
                  </a:lnTo>
                  <a:lnTo>
                    <a:pt x="26670" y="23813"/>
                  </a:lnTo>
                  <a:lnTo>
                    <a:pt x="26765" y="24194"/>
                  </a:lnTo>
                  <a:lnTo>
                    <a:pt x="26956" y="24670"/>
                  </a:lnTo>
                  <a:lnTo>
                    <a:pt x="26861" y="25622"/>
                  </a:lnTo>
                  <a:lnTo>
                    <a:pt x="27242" y="26098"/>
                  </a:lnTo>
                  <a:lnTo>
                    <a:pt x="27623" y="25908"/>
                  </a:lnTo>
                  <a:lnTo>
                    <a:pt x="28004" y="25622"/>
                  </a:lnTo>
                  <a:lnTo>
                    <a:pt x="28194" y="24955"/>
                  </a:lnTo>
                  <a:lnTo>
                    <a:pt x="28766" y="25241"/>
                  </a:lnTo>
                  <a:lnTo>
                    <a:pt x="28766" y="24955"/>
                  </a:lnTo>
                  <a:lnTo>
                    <a:pt x="28385" y="24384"/>
                  </a:lnTo>
                  <a:lnTo>
                    <a:pt x="29146" y="23527"/>
                  </a:lnTo>
                  <a:lnTo>
                    <a:pt x="30480" y="24955"/>
                  </a:lnTo>
                  <a:lnTo>
                    <a:pt x="30671" y="24955"/>
                  </a:lnTo>
                  <a:lnTo>
                    <a:pt x="30099" y="23527"/>
                  </a:lnTo>
                  <a:lnTo>
                    <a:pt x="31433" y="25146"/>
                  </a:lnTo>
                  <a:lnTo>
                    <a:pt x="32290" y="26003"/>
                  </a:lnTo>
                  <a:lnTo>
                    <a:pt x="33433" y="24765"/>
                  </a:lnTo>
                  <a:lnTo>
                    <a:pt x="33338" y="24003"/>
                  </a:lnTo>
                  <a:lnTo>
                    <a:pt x="33623" y="22574"/>
                  </a:lnTo>
                  <a:lnTo>
                    <a:pt x="34480" y="23146"/>
                  </a:lnTo>
                  <a:lnTo>
                    <a:pt x="34385" y="23717"/>
                  </a:lnTo>
                  <a:lnTo>
                    <a:pt x="34290" y="24384"/>
                  </a:lnTo>
                  <a:lnTo>
                    <a:pt x="34957" y="24955"/>
                  </a:lnTo>
                  <a:lnTo>
                    <a:pt x="35433" y="26384"/>
                  </a:lnTo>
                  <a:lnTo>
                    <a:pt x="35338" y="27146"/>
                  </a:lnTo>
                  <a:lnTo>
                    <a:pt x="36195" y="27622"/>
                  </a:lnTo>
                  <a:lnTo>
                    <a:pt x="36767" y="28194"/>
                  </a:lnTo>
                  <a:lnTo>
                    <a:pt x="37243" y="27908"/>
                  </a:lnTo>
                  <a:lnTo>
                    <a:pt x="37243" y="27337"/>
                  </a:lnTo>
                  <a:lnTo>
                    <a:pt x="36957" y="26670"/>
                  </a:lnTo>
                  <a:lnTo>
                    <a:pt x="36100" y="26956"/>
                  </a:lnTo>
                  <a:lnTo>
                    <a:pt x="36100" y="26289"/>
                  </a:lnTo>
                  <a:lnTo>
                    <a:pt x="36004" y="25813"/>
                  </a:lnTo>
                  <a:lnTo>
                    <a:pt x="36100" y="25718"/>
                  </a:lnTo>
                  <a:lnTo>
                    <a:pt x="36671" y="25908"/>
                  </a:lnTo>
                  <a:lnTo>
                    <a:pt x="37338" y="25432"/>
                  </a:lnTo>
                  <a:lnTo>
                    <a:pt x="37814" y="24860"/>
                  </a:lnTo>
                  <a:lnTo>
                    <a:pt x="37243" y="24098"/>
                  </a:lnTo>
                  <a:lnTo>
                    <a:pt x="36576" y="24194"/>
                  </a:lnTo>
                  <a:lnTo>
                    <a:pt x="36290" y="24194"/>
                  </a:lnTo>
                  <a:lnTo>
                    <a:pt x="36195" y="23241"/>
                  </a:lnTo>
                  <a:lnTo>
                    <a:pt x="35052" y="23051"/>
                  </a:lnTo>
                  <a:lnTo>
                    <a:pt x="34671" y="22955"/>
                  </a:lnTo>
                  <a:lnTo>
                    <a:pt x="34100" y="20764"/>
                  </a:lnTo>
                  <a:lnTo>
                    <a:pt x="33242" y="19907"/>
                  </a:lnTo>
                  <a:lnTo>
                    <a:pt x="33433" y="19336"/>
                  </a:lnTo>
                  <a:lnTo>
                    <a:pt x="34100" y="19050"/>
                  </a:lnTo>
                  <a:lnTo>
                    <a:pt x="34195" y="19907"/>
                  </a:lnTo>
                  <a:lnTo>
                    <a:pt x="34957" y="20574"/>
                  </a:lnTo>
                  <a:lnTo>
                    <a:pt x="35243" y="20003"/>
                  </a:lnTo>
                  <a:lnTo>
                    <a:pt x="34766" y="19240"/>
                  </a:lnTo>
                  <a:lnTo>
                    <a:pt x="34385" y="18002"/>
                  </a:lnTo>
                  <a:lnTo>
                    <a:pt x="35147" y="16954"/>
                  </a:lnTo>
                  <a:lnTo>
                    <a:pt x="35814" y="16954"/>
                  </a:lnTo>
                  <a:lnTo>
                    <a:pt x="36957" y="17717"/>
                  </a:lnTo>
                  <a:lnTo>
                    <a:pt x="37719" y="17526"/>
                  </a:lnTo>
                  <a:lnTo>
                    <a:pt x="38386" y="17050"/>
                  </a:lnTo>
                  <a:lnTo>
                    <a:pt x="38481" y="17812"/>
                  </a:lnTo>
                  <a:lnTo>
                    <a:pt x="39624" y="18288"/>
                  </a:lnTo>
                  <a:lnTo>
                    <a:pt x="39529" y="19621"/>
                  </a:lnTo>
                  <a:lnTo>
                    <a:pt x="40005" y="20193"/>
                  </a:lnTo>
                  <a:lnTo>
                    <a:pt x="40196" y="20764"/>
                  </a:lnTo>
                  <a:lnTo>
                    <a:pt x="41053" y="20193"/>
                  </a:lnTo>
                  <a:lnTo>
                    <a:pt x="41053" y="21241"/>
                  </a:lnTo>
                  <a:lnTo>
                    <a:pt x="41434" y="21812"/>
                  </a:lnTo>
                  <a:lnTo>
                    <a:pt x="41720" y="20669"/>
                  </a:lnTo>
                  <a:lnTo>
                    <a:pt x="42482" y="20384"/>
                  </a:lnTo>
                  <a:lnTo>
                    <a:pt x="42958" y="20003"/>
                  </a:lnTo>
                  <a:lnTo>
                    <a:pt x="43244" y="19240"/>
                  </a:lnTo>
                  <a:lnTo>
                    <a:pt x="42958" y="18479"/>
                  </a:lnTo>
                  <a:lnTo>
                    <a:pt x="43720" y="18479"/>
                  </a:lnTo>
                  <a:lnTo>
                    <a:pt x="43815" y="18860"/>
                  </a:lnTo>
                  <a:lnTo>
                    <a:pt x="44101" y="18764"/>
                  </a:lnTo>
                  <a:lnTo>
                    <a:pt x="43720" y="16954"/>
                  </a:lnTo>
                  <a:lnTo>
                    <a:pt x="43148" y="15812"/>
                  </a:lnTo>
                  <a:close/>
                  <a:moveTo>
                    <a:pt x="33433" y="30956"/>
                  </a:moveTo>
                  <a:lnTo>
                    <a:pt x="33052" y="30194"/>
                  </a:lnTo>
                  <a:lnTo>
                    <a:pt x="32766" y="29432"/>
                  </a:lnTo>
                  <a:lnTo>
                    <a:pt x="33242" y="28861"/>
                  </a:lnTo>
                  <a:lnTo>
                    <a:pt x="33242" y="28004"/>
                  </a:lnTo>
                  <a:lnTo>
                    <a:pt x="32576" y="27527"/>
                  </a:lnTo>
                  <a:lnTo>
                    <a:pt x="31909" y="26384"/>
                  </a:lnTo>
                  <a:lnTo>
                    <a:pt x="31337" y="26098"/>
                  </a:lnTo>
                  <a:lnTo>
                    <a:pt x="30861" y="26194"/>
                  </a:lnTo>
                  <a:lnTo>
                    <a:pt x="30385" y="25622"/>
                  </a:lnTo>
                  <a:lnTo>
                    <a:pt x="29623" y="25432"/>
                  </a:lnTo>
                  <a:lnTo>
                    <a:pt x="28861" y="25146"/>
                  </a:lnTo>
                  <a:lnTo>
                    <a:pt x="28194" y="25527"/>
                  </a:lnTo>
                  <a:lnTo>
                    <a:pt x="27432" y="26194"/>
                  </a:lnTo>
                  <a:lnTo>
                    <a:pt x="26384" y="26194"/>
                  </a:lnTo>
                  <a:lnTo>
                    <a:pt x="25718" y="26003"/>
                  </a:lnTo>
                  <a:lnTo>
                    <a:pt x="25146" y="25622"/>
                  </a:lnTo>
                  <a:lnTo>
                    <a:pt x="24289" y="25337"/>
                  </a:lnTo>
                  <a:lnTo>
                    <a:pt x="23527" y="25622"/>
                  </a:lnTo>
                  <a:lnTo>
                    <a:pt x="22860" y="26003"/>
                  </a:lnTo>
                  <a:lnTo>
                    <a:pt x="22479" y="26194"/>
                  </a:lnTo>
                  <a:lnTo>
                    <a:pt x="22288" y="26289"/>
                  </a:lnTo>
                  <a:lnTo>
                    <a:pt x="22193" y="26861"/>
                  </a:lnTo>
                  <a:lnTo>
                    <a:pt x="22670" y="27051"/>
                  </a:lnTo>
                  <a:lnTo>
                    <a:pt x="23051" y="27718"/>
                  </a:lnTo>
                  <a:lnTo>
                    <a:pt x="23146" y="28099"/>
                  </a:lnTo>
                  <a:lnTo>
                    <a:pt x="23432" y="28765"/>
                  </a:lnTo>
                  <a:lnTo>
                    <a:pt x="24003" y="29051"/>
                  </a:lnTo>
                  <a:lnTo>
                    <a:pt x="25337" y="29146"/>
                  </a:lnTo>
                  <a:lnTo>
                    <a:pt x="26003" y="29528"/>
                  </a:lnTo>
                  <a:lnTo>
                    <a:pt x="26099" y="30099"/>
                  </a:lnTo>
                  <a:lnTo>
                    <a:pt x="26289" y="30575"/>
                  </a:lnTo>
                  <a:lnTo>
                    <a:pt x="26479" y="30575"/>
                  </a:lnTo>
                  <a:lnTo>
                    <a:pt x="26765" y="30099"/>
                  </a:lnTo>
                  <a:lnTo>
                    <a:pt x="27813" y="29432"/>
                  </a:lnTo>
                  <a:lnTo>
                    <a:pt x="27718" y="30194"/>
                  </a:lnTo>
                  <a:lnTo>
                    <a:pt x="28385" y="30289"/>
                  </a:lnTo>
                  <a:lnTo>
                    <a:pt x="28575" y="30766"/>
                  </a:lnTo>
                  <a:lnTo>
                    <a:pt x="28194" y="31337"/>
                  </a:lnTo>
                  <a:lnTo>
                    <a:pt x="28766" y="31718"/>
                  </a:lnTo>
                  <a:lnTo>
                    <a:pt x="28385" y="32195"/>
                  </a:lnTo>
                  <a:lnTo>
                    <a:pt x="28766" y="32385"/>
                  </a:lnTo>
                  <a:lnTo>
                    <a:pt x="29623" y="32004"/>
                  </a:lnTo>
                  <a:lnTo>
                    <a:pt x="29813" y="32385"/>
                  </a:lnTo>
                  <a:lnTo>
                    <a:pt x="29528" y="32576"/>
                  </a:lnTo>
                  <a:lnTo>
                    <a:pt x="29623" y="33909"/>
                  </a:lnTo>
                  <a:lnTo>
                    <a:pt x="30575" y="33719"/>
                  </a:lnTo>
                  <a:lnTo>
                    <a:pt x="30290" y="33147"/>
                  </a:lnTo>
                  <a:lnTo>
                    <a:pt x="30575" y="32576"/>
                  </a:lnTo>
                  <a:lnTo>
                    <a:pt x="30004" y="31718"/>
                  </a:lnTo>
                  <a:lnTo>
                    <a:pt x="30575" y="31052"/>
                  </a:lnTo>
                  <a:lnTo>
                    <a:pt x="30861" y="30956"/>
                  </a:lnTo>
                  <a:lnTo>
                    <a:pt x="30861" y="30289"/>
                  </a:lnTo>
                  <a:lnTo>
                    <a:pt x="30385" y="30099"/>
                  </a:lnTo>
                  <a:lnTo>
                    <a:pt x="30861" y="29718"/>
                  </a:lnTo>
                  <a:lnTo>
                    <a:pt x="31433" y="30194"/>
                  </a:lnTo>
                  <a:lnTo>
                    <a:pt x="31718" y="31147"/>
                  </a:lnTo>
                  <a:lnTo>
                    <a:pt x="31718" y="32004"/>
                  </a:lnTo>
                  <a:lnTo>
                    <a:pt x="32290" y="32576"/>
                  </a:lnTo>
                  <a:lnTo>
                    <a:pt x="32576" y="32956"/>
                  </a:lnTo>
                  <a:lnTo>
                    <a:pt x="33528" y="32766"/>
                  </a:lnTo>
                  <a:lnTo>
                    <a:pt x="32957" y="31147"/>
                  </a:lnTo>
                  <a:lnTo>
                    <a:pt x="33433" y="30956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4" name="Freeform: Shape 27">
              <a:extLst>
                <a:ext uri="{FF2B5EF4-FFF2-40B4-BE49-F238E27FC236}">
                  <a16:creationId xmlns:a16="http://schemas.microsoft.com/office/drawing/2014/main" id="{0554082F-2337-5E9F-D03C-88A5F7625ED4}"/>
                </a:ext>
              </a:extLst>
            </p:cNvPr>
            <p:cNvSpPr/>
            <p:nvPr/>
          </p:nvSpPr>
          <p:spPr>
            <a:xfrm>
              <a:off x="3780568" y="4483481"/>
              <a:ext cx="495300" cy="476250"/>
            </a:xfrm>
            <a:custGeom>
              <a:avLst/>
              <a:gdLst>
                <a:gd name="connsiteX0" fmla="*/ 504063 w 495300"/>
                <a:gd name="connsiteY0" fmla="*/ 233172 h 476250"/>
                <a:gd name="connsiteX1" fmla="*/ 501491 w 495300"/>
                <a:gd name="connsiteY1" fmla="*/ 229553 h 476250"/>
                <a:gd name="connsiteX2" fmla="*/ 499015 w 495300"/>
                <a:gd name="connsiteY2" fmla="*/ 222790 h 476250"/>
                <a:gd name="connsiteX3" fmla="*/ 497396 w 495300"/>
                <a:gd name="connsiteY3" fmla="*/ 220123 h 476250"/>
                <a:gd name="connsiteX4" fmla="*/ 496729 w 495300"/>
                <a:gd name="connsiteY4" fmla="*/ 218694 h 476250"/>
                <a:gd name="connsiteX5" fmla="*/ 496729 w 495300"/>
                <a:gd name="connsiteY5" fmla="*/ 218218 h 476250"/>
                <a:gd name="connsiteX6" fmla="*/ 496729 w 495300"/>
                <a:gd name="connsiteY6" fmla="*/ 217646 h 476250"/>
                <a:gd name="connsiteX7" fmla="*/ 496824 w 495300"/>
                <a:gd name="connsiteY7" fmla="*/ 217075 h 476250"/>
                <a:gd name="connsiteX8" fmla="*/ 496919 w 495300"/>
                <a:gd name="connsiteY8" fmla="*/ 216503 h 476250"/>
                <a:gd name="connsiteX9" fmla="*/ 497110 w 495300"/>
                <a:gd name="connsiteY9" fmla="*/ 215932 h 476250"/>
                <a:gd name="connsiteX10" fmla="*/ 497396 w 495300"/>
                <a:gd name="connsiteY10" fmla="*/ 215456 h 476250"/>
                <a:gd name="connsiteX11" fmla="*/ 497681 w 495300"/>
                <a:gd name="connsiteY11" fmla="*/ 215075 h 476250"/>
                <a:gd name="connsiteX12" fmla="*/ 497967 w 495300"/>
                <a:gd name="connsiteY12" fmla="*/ 214694 h 476250"/>
                <a:gd name="connsiteX13" fmla="*/ 498348 w 495300"/>
                <a:gd name="connsiteY13" fmla="*/ 214408 h 476250"/>
                <a:gd name="connsiteX14" fmla="*/ 498729 w 495300"/>
                <a:gd name="connsiteY14" fmla="*/ 214122 h 476250"/>
                <a:gd name="connsiteX15" fmla="*/ 499015 w 495300"/>
                <a:gd name="connsiteY15" fmla="*/ 213646 h 476250"/>
                <a:gd name="connsiteX16" fmla="*/ 499205 w 495300"/>
                <a:gd name="connsiteY16" fmla="*/ 213170 h 476250"/>
                <a:gd name="connsiteX17" fmla="*/ 499301 w 495300"/>
                <a:gd name="connsiteY17" fmla="*/ 212693 h 476250"/>
                <a:gd name="connsiteX18" fmla="*/ 499301 w 495300"/>
                <a:gd name="connsiteY18" fmla="*/ 212217 h 476250"/>
                <a:gd name="connsiteX19" fmla="*/ 499301 w 495300"/>
                <a:gd name="connsiteY19" fmla="*/ 211836 h 476250"/>
                <a:gd name="connsiteX20" fmla="*/ 499205 w 495300"/>
                <a:gd name="connsiteY20" fmla="*/ 210884 h 476250"/>
                <a:gd name="connsiteX21" fmla="*/ 498729 w 495300"/>
                <a:gd name="connsiteY21" fmla="*/ 208883 h 476250"/>
                <a:gd name="connsiteX22" fmla="*/ 498634 w 495300"/>
                <a:gd name="connsiteY22" fmla="*/ 207740 h 476250"/>
                <a:gd name="connsiteX23" fmla="*/ 498634 w 495300"/>
                <a:gd name="connsiteY23" fmla="*/ 207169 h 476250"/>
                <a:gd name="connsiteX24" fmla="*/ 498729 w 495300"/>
                <a:gd name="connsiteY24" fmla="*/ 206407 h 476250"/>
                <a:gd name="connsiteX25" fmla="*/ 499205 w 495300"/>
                <a:gd name="connsiteY25" fmla="*/ 204311 h 476250"/>
                <a:gd name="connsiteX26" fmla="*/ 499301 w 495300"/>
                <a:gd name="connsiteY26" fmla="*/ 203930 h 476250"/>
                <a:gd name="connsiteX27" fmla="*/ 499205 w 495300"/>
                <a:gd name="connsiteY27" fmla="*/ 203549 h 476250"/>
                <a:gd name="connsiteX28" fmla="*/ 498920 w 495300"/>
                <a:gd name="connsiteY28" fmla="*/ 203168 h 476250"/>
                <a:gd name="connsiteX29" fmla="*/ 498157 w 495300"/>
                <a:gd name="connsiteY29" fmla="*/ 202883 h 476250"/>
                <a:gd name="connsiteX30" fmla="*/ 497491 w 495300"/>
                <a:gd name="connsiteY30" fmla="*/ 202787 h 476250"/>
                <a:gd name="connsiteX31" fmla="*/ 491776 w 495300"/>
                <a:gd name="connsiteY31" fmla="*/ 203263 h 476250"/>
                <a:gd name="connsiteX32" fmla="*/ 490728 w 495300"/>
                <a:gd name="connsiteY32" fmla="*/ 203549 h 476250"/>
                <a:gd name="connsiteX33" fmla="*/ 490252 w 495300"/>
                <a:gd name="connsiteY33" fmla="*/ 203645 h 476250"/>
                <a:gd name="connsiteX34" fmla="*/ 488537 w 495300"/>
                <a:gd name="connsiteY34" fmla="*/ 203359 h 476250"/>
                <a:gd name="connsiteX35" fmla="*/ 487966 w 495300"/>
                <a:gd name="connsiteY35" fmla="*/ 203359 h 476250"/>
                <a:gd name="connsiteX36" fmla="*/ 486537 w 495300"/>
                <a:gd name="connsiteY36" fmla="*/ 203740 h 476250"/>
                <a:gd name="connsiteX37" fmla="*/ 485394 w 495300"/>
                <a:gd name="connsiteY37" fmla="*/ 203930 h 476250"/>
                <a:gd name="connsiteX38" fmla="*/ 484822 w 495300"/>
                <a:gd name="connsiteY38" fmla="*/ 203835 h 476250"/>
                <a:gd name="connsiteX39" fmla="*/ 484251 w 495300"/>
                <a:gd name="connsiteY39" fmla="*/ 203740 h 476250"/>
                <a:gd name="connsiteX40" fmla="*/ 483584 w 495300"/>
                <a:gd name="connsiteY40" fmla="*/ 203359 h 476250"/>
                <a:gd name="connsiteX41" fmla="*/ 482918 w 495300"/>
                <a:gd name="connsiteY41" fmla="*/ 202787 h 476250"/>
                <a:gd name="connsiteX42" fmla="*/ 478536 w 495300"/>
                <a:gd name="connsiteY42" fmla="*/ 197929 h 476250"/>
                <a:gd name="connsiteX43" fmla="*/ 474726 w 495300"/>
                <a:gd name="connsiteY43" fmla="*/ 194882 h 476250"/>
                <a:gd name="connsiteX44" fmla="*/ 471106 w 495300"/>
                <a:gd name="connsiteY44" fmla="*/ 192881 h 476250"/>
                <a:gd name="connsiteX45" fmla="*/ 469582 w 495300"/>
                <a:gd name="connsiteY45" fmla="*/ 191643 h 476250"/>
                <a:gd name="connsiteX46" fmla="*/ 468344 w 495300"/>
                <a:gd name="connsiteY46" fmla="*/ 189929 h 476250"/>
                <a:gd name="connsiteX47" fmla="*/ 465868 w 495300"/>
                <a:gd name="connsiteY47" fmla="*/ 187262 h 476250"/>
                <a:gd name="connsiteX48" fmla="*/ 465677 w 495300"/>
                <a:gd name="connsiteY48" fmla="*/ 186500 h 476250"/>
                <a:gd name="connsiteX49" fmla="*/ 465487 w 495300"/>
                <a:gd name="connsiteY49" fmla="*/ 185357 h 476250"/>
                <a:gd name="connsiteX50" fmla="*/ 465963 w 495300"/>
                <a:gd name="connsiteY50" fmla="*/ 181737 h 476250"/>
                <a:gd name="connsiteX51" fmla="*/ 466154 w 495300"/>
                <a:gd name="connsiteY51" fmla="*/ 180785 h 476250"/>
                <a:gd name="connsiteX52" fmla="*/ 466344 w 495300"/>
                <a:gd name="connsiteY52" fmla="*/ 180308 h 476250"/>
                <a:gd name="connsiteX53" fmla="*/ 466439 w 495300"/>
                <a:gd name="connsiteY53" fmla="*/ 179546 h 476250"/>
                <a:gd name="connsiteX54" fmla="*/ 466439 w 495300"/>
                <a:gd name="connsiteY54" fmla="*/ 178879 h 476250"/>
                <a:gd name="connsiteX55" fmla="*/ 465487 w 495300"/>
                <a:gd name="connsiteY55" fmla="*/ 175736 h 476250"/>
                <a:gd name="connsiteX56" fmla="*/ 463772 w 495300"/>
                <a:gd name="connsiteY56" fmla="*/ 175260 h 476250"/>
                <a:gd name="connsiteX57" fmla="*/ 463487 w 495300"/>
                <a:gd name="connsiteY57" fmla="*/ 174974 h 476250"/>
                <a:gd name="connsiteX58" fmla="*/ 463105 w 495300"/>
                <a:gd name="connsiteY58" fmla="*/ 174498 h 476250"/>
                <a:gd name="connsiteX59" fmla="*/ 462344 w 495300"/>
                <a:gd name="connsiteY59" fmla="*/ 173069 h 476250"/>
                <a:gd name="connsiteX60" fmla="*/ 461391 w 495300"/>
                <a:gd name="connsiteY60" fmla="*/ 171831 h 476250"/>
                <a:gd name="connsiteX61" fmla="*/ 460724 w 495300"/>
                <a:gd name="connsiteY61" fmla="*/ 171260 h 476250"/>
                <a:gd name="connsiteX62" fmla="*/ 460153 w 495300"/>
                <a:gd name="connsiteY62" fmla="*/ 170974 h 476250"/>
                <a:gd name="connsiteX63" fmla="*/ 459677 w 495300"/>
                <a:gd name="connsiteY63" fmla="*/ 171164 h 476250"/>
                <a:gd name="connsiteX64" fmla="*/ 459296 w 495300"/>
                <a:gd name="connsiteY64" fmla="*/ 171355 h 476250"/>
                <a:gd name="connsiteX65" fmla="*/ 459010 w 495300"/>
                <a:gd name="connsiteY65" fmla="*/ 171736 h 476250"/>
                <a:gd name="connsiteX66" fmla="*/ 458534 w 495300"/>
                <a:gd name="connsiteY66" fmla="*/ 172117 h 476250"/>
                <a:gd name="connsiteX67" fmla="*/ 457962 w 495300"/>
                <a:gd name="connsiteY67" fmla="*/ 172403 h 476250"/>
                <a:gd name="connsiteX68" fmla="*/ 456819 w 495300"/>
                <a:gd name="connsiteY68" fmla="*/ 172498 h 476250"/>
                <a:gd name="connsiteX69" fmla="*/ 456057 w 495300"/>
                <a:gd name="connsiteY69" fmla="*/ 172212 h 476250"/>
                <a:gd name="connsiteX70" fmla="*/ 454057 w 495300"/>
                <a:gd name="connsiteY70" fmla="*/ 170783 h 476250"/>
                <a:gd name="connsiteX71" fmla="*/ 453390 w 495300"/>
                <a:gd name="connsiteY71" fmla="*/ 170498 h 476250"/>
                <a:gd name="connsiteX72" fmla="*/ 452819 w 495300"/>
                <a:gd name="connsiteY72" fmla="*/ 170402 h 476250"/>
                <a:gd name="connsiteX73" fmla="*/ 452533 w 495300"/>
                <a:gd name="connsiteY73" fmla="*/ 170688 h 476250"/>
                <a:gd name="connsiteX74" fmla="*/ 452152 w 495300"/>
                <a:gd name="connsiteY74" fmla="*/ 171069 h 476250"/>
                <a:gd name="connsiteX75" fmla="*/ 451390 w 495300"/>
                <a:gd name="connsiteY75" fmla="*/ 172403 h 476250"/>
                <a:gd name="connsiteX76" fmla="*/ 451009 w 495300"/>
                <a:gd name="connsiteY76" fmla="*/ 172784 h 476250"/>
                <a:gd name="connsiteX77" fmla="*/ 450723 w 495300"/>
                <a:gd name="connsiteY77" fmla="*/ 173069 h 476250"/>
                <a:gd name="connsiteX78" fmla="*/ 449866 w 495300"/>
                <a:gd name="connsiteY78" fmla="*/ 173355 h 476250"/>
                <a:gd name="connsiteX79" fmla="*/ 443675 w 495300"/>
                <a:gd name="connsiteY79" fmla="*/ 173546 h 476250"/>
                <a:gd name="connsiteX80" fmla="*/ 441674 w 495300"/>
                <a:gd name="connsiteY80" fmla="*/ 174117 h 476250"/>
                <a:gd name="connsiteX81" fmla="*/ 438721 w 495300"/>
                <a:gd name="connsiteY81" fmla="*/ 175260 h 476250"/>
                <a:gd name="connsiteX82" fmla="*/ 437960 w 495300"/>
                <a:gd name="connsiteY82" fmla="*/ 175355 h 476250"/>
                <a:gd name="connsiteX83" fmla="*/ 437388 w 495300"/>
                <a:gd name="connsiteY83" fmla="*/ 175260 h 476250"/>
                <a:gd name="connsiteX84" fmla="*/ 435578 w 495300"/>
                <a:gd name="connsiteY84" fmla="*/ 174212 h 476250"/>
                <a:gd name="connsiteX85" fmla="*/ 433292 w 495300"/>
                <a:gd name="connsiteY85" fmla="*/ 173260 h 476250"/>
                <a:gd name="connsiteX86" fmla="*/ 429959 w 495300"/>
                <a:gd name="connsiteY86" fmla="*/ 172498 h 476250"/>
                <a:gd name="connsiteX87" fmla="*/ 428815 w 495300"/>
                <a:gd name="connsiteY87" fmla="*/ 172498 h 476250"/>
                <a:gd name="connsiteX88" fmla="*/ 428149 w 495300"/>
                <a:gd name="connsiteY88" fmla="*/ 172784 h 476250"/>
                <a:gd name="connsiteX89" fmla="*/ 427577 w 495300"/>
                <a:gd name="connsiteY89" fmla="*/ 174212 h 476250"/>
                <a:gd name="connsiteX90" fmla="*/ 427101 w 495300"/>
                <a:gd name="connsiteY90" fmla="*/ 174688 h 476250"/>
                <a:gd name="connsiteX91" fmla="*/ 426434 w 495300"/>
                <a:gd name="connsiteY91" fmla="*/ 175070 h 476250"/>
                <a:gd name="connsiteX92" fmla="*/ 425101 w 495300"/>
                <a:gd name="connsiteY92" fmla="*/ 175546 h 476250"/>
                <a:gd name="connsiteX93" fmla="*/ 422720 w 495300"/>
                <a:gd name="connsiteY93" fmla="*/ 175641 h 476250"/>
                <a:gd name="connsiteX94" fmla="*/ 416719 w 495300"/>
                <a:gd name="connsiteY94" fmla="*/ 174688 h 476250"/>
                <a:gd name="connsiteX95" fmla="*/ 415862 w 495300"/>
                <a:gd name="connsiteY95" fmla="*/ 174498 h 476250"/>
                <a:gd name="connsiteX96" fmla="*/ 414909 w 495300"/>
                <a:gd name="connsiteY96" fmla="*/ 173927 h 476250"/>
                <a:gd name="connsiteX97" fmla="*/ 413480 w 495300"/>
                <a:gd name="connsiteY97" fmla="*/ 172879 h 476250"/>
                <a:gd name="connsiteX98" fmla="*/ 412052 w 495300"/>
                <a:gd name="connsiteY98" fmla="*/ 171355 h 476250"/>
                <a:gd name="connsiteX99" fmla="*/ 409289 w 495300"/>
                <a:gd name="connsiteY99" fmla="*/ 167545 h 476250"/>
                <a:gd name="connsiteX100" fmla="*/ 408813 w 495300"/>
                <a:gd name="connsiteY100" fmla="*/ 166688 h 476250"/>
                <a:gd name="connsiteX101" fmla="*/ 408432 w 495300"/>
                <a:gd name="connsiteY101" fmla="*/ 165640 h 476250"/>
                <a:gd name="connsiteX102" fmla="*/ 408242 w 495300"/>
                <a:gd name="connsiteY102" fmla="*/ 165163 h 476250"/>
                <a:gd name="connsiteX103" fmla="*/ 407861 w 495300"/>
                <a:gd name="connsiteY103" fmla="*/ 163068 h 476250"/>
                <a:gd name="connsiteX104" fmla="*/ 407670 w 495300"/>
                <a:gd name="connsiteY104" fmla="*/ 160687 h 476250"/>
                <a:gd name="connsiteX105" fmla="*/ 407956 w 495300"/>
                <a:gd name="connsiteY105" fmla="*/ 156210 h 476250"/>
                <a:gd name="connsiteX106" fmla="*/ 407861 w 495300"/>
                <a:gd name="connsiteY106" fmla="*/ 155638 h 476250"/>
                <a:gd name="connsiteX107" fmla="*/ 407765 w 495300"/>
                <a:gd name="connsiteY107" fmla="*/ 155162 h 476250"/>
                <a:gd name="connsiteX108" fmla="*/ 407194 w 495300"/>
                <a:gd name="connsiteY108" fmla="*/ 154496 h 476250"/>
                <a:gd name="connsiteX109" fmla="*/ 406241 w 495300"/>
                <a:gd name="connsiteY109" fmla="*/ 153734 h 476250"/>
                <a:gd name="connsiteX110" fmla="*/ 401479 w 495300"/>
                <a:gd name="connsiteY110" fmla="*/ 151352 h 476250"/>
                <a:gd name="connsiteX111" fmla="*/ 400717 w 495300"/>
                <a:gd name="connsiteY111" fmla="*/ 150781 h 476250"/>
                <a:gd name="connsiteX112" fmla="*/ 398812 w 495300"/>
                <a:gd name="connsiteY112" fmla="*/ 149066 h 476250"/>
                <a:gd name="connsiteX113" fmla="*/ 398336 w 495300"/>
                <a:gd name="connsiteY113" fmla="*/ 148781 h 476250"/>
                <a:gd name="connsiteX114" fmla="*/ 397955 w 495300"/>
                <a:gd name="connsiteY114" fmla="*/ 148590 h 476250"/>
                <a:gd name="connsiteX115" fmla="*/ 396621 w 495300"/>
                <a:gd name="connsiteY115" fmla="*/ 148400 h 476250"/>
                <a:gd name="connsiteX116" fmla="*/ 395859 w 495300"/>
                <a:gd name="connsiteY116" fmla="*/ 148304 h 476250"/>
                <a:gd name="connsiteX117" fmla="*/ 395002 w 495300"/>
                <a:gd name="connsiteY117" fmla="*/ 148400 h 476250"/>
                <a:gd name="connsiteX118" fmla="*/ 394145 w 495300"/>
                <a:gd name="connsiteY118" fmla="*/ 148590 h 476250"/>
                <a:gd name="connsiteX119" fmla="*/ 393573 w 495300"/>
                <a:gd name="connsiteY119" fmla="*/ 148781 h 476250"/>
                <a:gd name="connsiteX120" fmla="*/ 393097 w 495300"/>
                <a:gd name="connsiteY120" fmla="*/ 149066 h 476250"/>
                <a:gd name="connsiteX121" fmla="*/ 392335 w 495300"/>
                <a:gd name="connsiteY121" fmla="*/ 149733 h 476250"/>
                <a:gd name="connsiteX122" fmla="*/ 392049 w 495300"/>
                <a:gd name="connsiteY122" fmla="*/ 150019 h 476250"/>
                <a:gd name="connsiteX123" fmla="*/ 391859 w 495300"/>
                <a:gd name="connsiteY123" fmla="*/ 150590 h 476250"/>
                <a:gd name="connsiteX124" fmla="*/ 390715 w 495300"/>
                <a:gd name="connsiteY124" fmla="*/ 149733 h 476250"/>
                <a:gd name="connsiteX125" fmla="*/ 390715 w 495300"/>
                <a:gd name="connsiteY125" fmla="*/ 147733 h 476250"/>
                <a:gd name="connsiteX126" fmla="*/ 391287 w 495300"/>
                <a:gd name="connsiteY126" fmla="*/ 144304 h 476250"/>
                <a:gd name="connsiteX127" fmla="*/ 391192 w 495300"/>
                <a:gd name="connsiteY127" fmla="*/ 143828 h 476250"/>
                <a:gd name="connsiteX128" fmla="*/ 390906 w 495300"/>
                <a:gd name="connsiteY128" fmla="*/ 143351 h 476250"/>
                <a:gd name="connsiteX129" fmla="*/ 390525 w 495300"/>
                <a:gd name="connsiteY129" fmla="*/ 142970 h 476250"/>
                <a:gd name="connsiteX130" fmla="*/ 389572 w 495300"/>
                <a:gd name="connsiteY130" fmla="*/ 141446 h 476250"/>
                <a:gd name="connsiteX131" fmla="*/ 387953 w 495300"/>
                <a:gd name="connsiteY131" fmla="*/ 139637 h 476250"/>
                <a:gd name="connsiteX132" fmla="*/ 387382 w 495300"/>
                <a:gd name="connsiteY132" fmla="*/ 139160 h 476250"/>
                <a:gd name="connsiteX133" fmla="*/ 373285 w 495300"/>
                <a:gd name="connsiteY133" fmla="*/ 132969 h 476250"/>
                <a:gd name="connsiteX134" fmla="*/ 372809 w 495300"/>
                <a:gd name="connsiteY134" fmla="*/ 132874 h 476250"/>
                <a:gd name="connsiteX135" fmla="*/ 371570 w 495300"/>
                <a:gd name="connsiteY135" fmla="*/ 132779 h 476250"/>
                <a:gd name="connsiteX136" fmla="*/ 370808 w 495300"/>
                <a:gd name="connsiteY136" fmla="*/ 132874 h 476250"/>
                <a:gd name="connsiteX137" fmla="*/ 369380 w 495300"/>
                <a:gd name="connsiteY137" fmla="*/ 133255 h 476250"/>
                <a:gd name="connsiteX138" fmla="*/ 367855 w 495300"/>
                <a:gd name="connsiteY138" fmla="*/ 133826 h 476250"/>
                <a:gd name="connsiteX139" fmla="*/ 365855 w 495300"/>
                <a:gd name="connsiteY139" fmla="*/ 134207 h 476250"/>
                <a:gd name="connsiteX140" fmla="*/ 364141 w 495300"/>
                <a:gd name="connsiteY140" fmla="*/ 133826 h 476250"/>
                <a:gd name="connsiteX141" fmla="*/ 360140 w 495300"/>
                <a:gd name="connsiteY141" fmla="*/ 132207 h 476250"/>
                <a:gd name="connsiteX142" fmla="*/ 360521 w 495300"/>
                <a:gd name="connsiteY142" fmla="*/ 131826 h 476250"/>
                <a:gd name="connsiteX143" fmla="*/ 361283 w 495300"/>
                <a:gd name="connsiteY143" fmla="*/ 130112 h 476250"/>
                <a:gd name="connsiteX144" fmla="*/ 361188 w 495300"/>
                <a:gd name="connsiteY144" fmla="*/ 125825 h 476250"/>
                <a:gd name="connsiteX145" fmla="*/ 362617 w 495300"/>
                <a:gd name="connsiteY145" fmla="*/ 122015 h 476250"/>
                <a:gd name="connsiteX146" fmla="*/ 362236 w 495300"/>
                <a:gd name="connsiteY146" fmla="*/ 120110 h 476250"/>
                <a:gd name="connsiteX147" fmla="*/ 361569 w 495300"/>
                <a:gd name="connsiteY147" fmla="*/ 118205 h 476250"/>
                <a:gd name="connsiteX148" fmla="*/ 361569 w 495300"/>
                <a:gd name="connsiteY148" fmla="*/ 116491 h 476250"/>
                <a:gd name="connsiteX149" fmla="*/ 362617 w 495300"/>
                <a:gd name="connsiteY149" fmla="*/ 115443 h 476250"/>
                <a:gd name="connsiteX150" fmla="*/ 366522 w 495300"/>
                <a:gd name="connsiteY150" fmla="*/ 113538 h 476250"/>
                <a:gd name="connsiteX151" fmla="*/ 367855 w 495300"/>
                <a:gd name="connsiteY151" fmla="*/ 113157 h 476250"/>
                <a:gd name="connsiteX152" fmla="*/ 368808 w 495300"/>
                <a:gd name="connsiteY152" fmla="*/ 112490 h 476250"/>
                <a:gd name="connsiteX153" fmla="*/ 371951 w 495300"/>
                <a:gd name="connsiteY153" fmla="*/ 107823 h 476250"/>
                <a:gd name="connsiteX154" fmla="*/ 373666 w 495300"/>
                <a:gd name="connsiteY154" fmla="*/ 106013 h 476250"/>
                <a:gd name="connsiteX155" fmla="*/ 374142 w 495300"/>
                <a:gd name="connsiteY155" fmla="*/ 105156 h 476250"/>
                <a:gd name="connsiteX156" fmla="*/ 375190 w 495300"/>
                <a:gd name="connsiteY156" fmla="*/ 102108 h 476250"/>
                <a:gd name="connsiteX157" fmla="*/ 375571 w 495300"/>
                <a:gd name="connsiteY157" fmla="*/ 101441 h 476250"/>
                <a:gd name="connsiteX158" fmla="*/ 377762 w 495300"/>
                <a:gd name="connsiteY158" fmla="*/ 98012 h 476250"/>
                <a:gd name="connsiteX159" fmla="*/ 378905 w 495300"/>
                <a:gd name="connsiteY159" fmla="*/ 96774 h 476250"/>
                <a:gd name="connsiteX160" fmla="*/ 380810 w 495300"/>
                <a:gd name="connsiteY160" fmla="*/ 95726 h 476250"/>
                <a:gd name="connsiteX161" fmla="*/ 383191 w 495300"/>
                <a:gd name="connsiteY161" fmla="*/ 95441 h 476250"/>
                <a:gd name="connsiteX162" fmla="*/ 383953 w 495300"/>
                <a:gd name="connsiteY162" fmla="*/ 95060 h 476250"/>
                <a:gd name="connsiteX163" fmla="*/ 384620 w 495300"/>
                <a:gd name="connsiteY163" fmla="*/ 94393 h 476250"/>
                <a:gd name="connsiteX164" fmla="*/ 385001 w 495300"/>
                <a:gd name="connsiteY164" fmla="*/ 93726 h 476250"/>
                <a:gd name="connsiteX165" fmla="*/ 385477 w 495300"/>
                <a:gd name="connsiteY165" fmla="*/ 93250 h 476250"/>
                <a:gd name="connsiteX166" fmla="*/ 386429 w 495300"/>
                <a:gd name="connsiteY166" fmla="*/ 93059 h 476250"/>
                <a:gd name="connsiteX167" fmla="*/ 389858 w 495300"/>
                <a:gd name="connsiteY167" fmla="*/ 93345 h 476250"/>
                <a:gd name="connsiteX168" fmla="*/ 391573 w 495300"/>
                <a:gd name="connsiteY168" fmla="*/ 93250 h 476250"/>
                <a:gd name="connsiteX169" fmla="*/ 393287 w 495300"/>
                <a:gd name="connsiteY169" fmla="*/ 92392 h 476250"/>
                <a:gd name="connsiteX170" fmla="*/ 394716 w 495300"/>
                <a:gd name="connsiteY170" fmla="*/ 91250 h 476250"/>
                <a:gd name="connsiteX171" fmla="*/ 397955 w 495300"/>
                <a:gd name="connsiteY171" fmla="*/ 87440 h 476250"/>
                <a:gd name="connsiteX172" fmla="*/ 398717 w 495300"/>
                <a:gd name="connsiteY172" fmla="*/ 87058 h 476250"/>
                <a:gd name="connsiteX173" fmla="*/ 399764 w 495300"/>
                <a:gd name="connsiteY173" fmla="*/ 86868 h 476250"/>
                <a:gd name="connsiteX174" fmla="*/ 400621 w 495300"/>
                <a:gd name="connsiteY174" fmla="*/ 86487 h 476250"/>
                <a:gd name="connsiteX175" fmla="*/ 401003 w 495300"/>
                <a:gd name="connsiteY175" fmla="*/ 85439 h 476250"/>
                <a:gd name="connsiteX176" fmla="*/ 400812 w 495300"/>
                <a:gd name="connsiteY176" fmla="*/ 84487 h 476250"/>
                <a:gd name="connsiteX177" fmla="*/ 400050 w 495300"/>
                <a:gd name="connsiteY177" fmla="*/ 82772 h 476250"/>
                <a:gd name="connsiteX178" fmla="*/ 399860 w 495300"/>
                <a:gd name="connsiteY178" fmla="*/ 81725 h 476250"/>
                <a:gd name="connsiteX179" fmla="*/ 400717 w 495300"/>
                <a:gd name="connsiteY179" fmla="*/ 79629 h 476250"/>
                <a:gd name="connsiteX180" fmla="*/ 404051 w 495300"/>
                <a:gd name="connsiteY180" fmla="*/ 79438 h 476250"/>
                <a:gd name="connsiteX181" fmla="*/ 404813 w 495300"/>
                <a:gd name="connsiteY181" fmla="*/ 78010 h 476250"/>
                <a:gd name="connsiteX182" fmla="*/ 404813 w 495300"/>
                <a:gd name="connsiteY182" fmla="*/ 75533 h 476250"/>
                <a:gd name="connsiteX183" fmla="*/ 405003 w 495300"/>
                <a:gd name="connsiteY183" fmla="*/ 73724 h 476250"/>
                <a:gd name="connsiteX184" fmla="*/ 405670 w 495300"/>
                <a:gd name="connsiteY184" fmla="*/ 72295 h 476250"/>
                <a:gd name="connsiteX185" fmla="*/ 407098 w 495300"/>
                <a:gd name="connsiteY185" fmla="*/ 70961 h 476250"/>
                <a:gd name="connsiteX186" fmla="*/ 410813 w 495300"/>
                <a:gd name="connsiteY186" fmla="*/ 69056 h 476250"/>
                <a:gd name="connsiteX187" fmla="*/ 412718 w 495300"/>
                <a:gd name="connsiteY187" fmla="*/ 67628 h 476250"/>
                <a:gd name="connsiteX188" fmla="*/ 413576 w 495300"/>
                <a:gd name="connsiteY188" fmla="*/ 65913 h 476250"/>
                <a:gd name="connsiteX189" fmla="*/ 413576 w 495300"/>
                <a:gd name="connsiteY189" fmla="*/ 63817 h 476250"/>
                <a:gd name="connsiteX190" fmla="*/ 413766 w 495300"/>
                <a:gd name="connsiteY190" fmla="*/ 63246 h 476250"/>
                <a:gd name="connsiteX191" fmla="*/ 416338 w 495300"/>
                <a:gd name="connsiteY191" fmla="*/ 63532 h 476250"/>
                <a:gd name="connsiteX192" fmla="*/ 419481 w 495300"/>
                <a:gd name="connsiteY192" fmla="*/ 63246 h 476250"/>
                <a:gd name="connsiteX193" fmla="*/ 422815 w 495300"/>
                <a:gd name="connsiteY193" fmla="*/ 62389 h 476250"/>
                <a:gd name="connsiteX194" fmla="*/ 425768 w 495300"/>
                <a:gd name="connsiteY194" fmla="*/ 60960 h 476250"/>
                <a:gd name="connsiteX195" fmla="*/ 427863 w 495300"/>
                <a:gd name="connsiteY195" fmla="*/ 58865 h 476250"/>
                <a:gd name="connsiteX196" fmla="*/ 431768 w 495300"/>
                <a:gd name="connsiteY196" fmla="*/ 52673 h 476250"/>
                <a:gd name="connsiteX197" fmla="*/ 434245 w 495300"/>
                <a:gd name="connsiteY197" fmla="*/ 50863 h 476250"/>
                <a:gd name="connsiteX198" fmla="*/ 441484 w 495300"/>
                <a:gd name="connsiteY198" fmla="*/ 49911 h 476250"/>
                <a:gd name="connsiteX199" fmla="*/ 443294 w 495300"/>
                <a:gd name="connsiteY199" fmla="*/ 49244 h 476250"/>
                <a:gd name="connsiteX200" fmla="*/ 444246 w 495300"/>
                <a:gd name="connsiteY200" fmla="*/ 48006 h 476250"/>
                <a:gd name="connsiteX201" fmla="*/ 444055 w 495300"/>
                <a:gd name="connsiteY201" fmla="*/ 47054 h 476250"/>
                <a:gd name="connsiteX202" fmla="*/ 443294 w 495300"/>
                <a:gd name="connsiteY202" fmla="*/ 46387 h 476250"/>
                <a:gd name="connsiteX203" fmla="*/ 442436 w 495300"/>
                <a:gd name="connsiteY203" fmla="*/ 45815 h 476250"/>
                <a:gd name="connsiteX204" fmla="*/ 442055 w 495300"/>
                <a:gd name="connsiteY204" fmla="*/ 45434 h 476250"/>
                <a:gd name="connsiteX205" fmla="*/ 442055 w 495300"/>
                <a:gd name="connsiteY205" fmla="*/ 44196 h 476250"/>
                <a:gd name="connsiteX206" fmla="*/ 442436 w 495300"/>
                <a:gd name="connsiteY206" fmla="*/ 43434 h 476250"/>
                <a:gd name="connsiteX207" fmla="*/ 447008 w 495300"/>
                <a:gd name="connsiteY207" fmla="*/ 39243 h 476250"/>
                <a:gd name="connsiteX208" fmla="*/ 448913 w 495300"/>
                <a:gd name="connsiteY208" fmla="*/ 38005 h 476250"/>
                <a:gd name="connsiteX209" fmla="*/ 449771 w 495300"/>
                <a:gd name="connsiteY209" fmla="*/ 38291 h 476250"/>
                <a:gd name="connsiteX210" fmla="*/ 450628 w 495300"/>
                <a:gd name="connsiteY210" fmla="*/ 37433 h 476250"/>
                <a:gd name="connsiteX211" fmla="*/ 452628 w 495300"/>
                <a:gd name="connsiteY211" fmla="*/ 37910 h 476250"/>
                <a:gd name="connsiteX212" fmla="*/ 456057 w 495300"/>
                <a:gd name="connsiteY212" fmla="*/ 39433 h 476250"/>
                <a:gd name="connsiteX213" fmla="*/ 456533 w 495300"/>
                <a:gd name="connsiteY213" fmla="*/ 38386 h 476250"/>
                <a:gd name="connsiteX214" fmla="*/ 458534 w 495300"/>
                <a:gd name="connsiteY214" fmla="*/ 32004 h 476250"/>
                <a:gd name="connsiteX215" fmla="*/ 459677 w 495300"/>
                <a:gd name="connsiteY215" fmla="*/ 30956 h 476250"/>
                <a:gd name="connsiteX216" fmla="*/ 460343 w 495300"/>
                <a:gd name="connsiteY216" fmla="*/ 30194 h 476250"/>
                <a:gd name="connsiteX217" fmla="*/ 460724 w 495300"/>
                <a:gd name="connsiteY217" fmla="*/ 29337 h 476250"/>
                <a:gd name="connsiteX218" fmla="*/ 460629 w 495300"/>
                <a:gd name="connsiteY218" fmla="*/ 28289 h 476250"/>
                <a:gd name="connsiteX219" fmla="*/ 459772 w 495300"/>
                <a:gd name="connsiteY219" fmla="*/ 26289 h 476250"/>
                <a:gd name="connsiteX220" fmla="*/ 459581 w 495300"/>
                <a:gd name="connsiteY220" fmla="*/ 25908 h 476250"/>
                <a:gd name="connsiteX221" fmla="*/ 450342 w 495300"/>
                <a:gd name="connsiteY221" fmla="*/ 32575 h 476250"/>
                <a:gd name="connsiteX222" fmla="*/ 447485 w 495300"/>
                <a:gd name="connsiteY222" fmla="*/ 33909 h 476250"/>
                <a:gd name="connsiteX223" fmla="*/ 446722 w 495300"/>
                <a:gd name="connsiteY223" fmla="*/ 33814 h 476250"/>
                <a:gd name="connsiteX224" fmla="*/ 441960 w 495300"/>
                <a:gd name="connsiteY224" fmla="*/ 32766 h 476250"/>
                <a:gd name="connsiteX225" fmla="*/ 440627 w 495300"/>
                <a:gd name="connsiteY225" fmla="*/ 32766 h 476250"/>
                <a:gd name="connsiteX226" fmla="*/ 440055 w 495300"/>
                <a:gd name="connsiteY226" fmla="*/ 32861 h 476250"/>
                <a:gd name="connsiteX227" fmla="*/ 439674 w 495300"/>
                <a:gd name="connsiteY227" fmla="*/ 32957 h 476250"/>
                <a:gd name="connsiteX228" fmla="*/ 438912 w 495300"/>
                <a:gd name="connsiteY228" fmla="*/ 33623 h 476250"/>
                <a:gd name="connsiteX229" fmla="*/ 436436 w 495300"/>
                <a:gd name="connsiteY229" fmla="*/ 36100 h 476250"/>
                <a:gd name="connsiteX230" fmla="*/ 434816 w 495300"/>
                <a:gd name="connsiteY230" fmla="*/ 37529 h 476250"/>
                <a:gd name="connsiteX231" fmla="*/ 432435 w 495300"/>
                <a:gd name="connsiteY231" fmla="*/ 39148 h 476250"/>
                <a:gd name="connsiteX232" fmla="*/ 426911 w 495300"/>
                <a:gd name="connsiteY232" fmla="*/ 41529 h 476250"/>
                <a:gd name="connsiteX233" fmla="*/ 415862 w 495300"/>
                <a:gd name="connsiteY233" fmla="*/ 44767 h 476250"/>
                <a:gd name="connsiteX234" fmla="*/ 414433 w 495300"/>
                <a:gd name="connsiteY234" fmla="*/ 44767 h 476250"/>
                <a:gd name="connsiteX235" fmla="*/ 412718 w 495300"/>
                <a:gd name="connsiteY235" fmla="*/ 44291 h 476250"/>
                <a:gd name="connsiteX236" fmla="*/ 412052 w 495300"/>
                <a:gd name="connsiteY236" fmla="*/ 44387 h 476250"/>
                <a:gd name="connsiteX237" fmla="*/ 410909 w 495300"/>
                <a:gd name="connsiteY237" fmla="*/ 44577 h 476250"/>
                <a:gd name="connsiteX238" fmla="*/ 410051 w 495300"/>
                <a:gd name="connsiteY238" fmla="*/ 45053 h 476250"/>
                <a:gd name="connsiteX239" fmla="*/ 409385 w 495300"/>
                <a:gd name="connsiteY239" fmla="*/ 45625 h 476250"/>
                <a:gd name="connsiteX240" fmla="*/ 409004 w 495300"/>
                <a:gd name="connsiteY240" fmla="*/ 46196 h 476250"/>
                <a:gd name="connsiteX241" fmla="*/ 408718 w 495300"/>
                <a:gd name="connsiteY241" fmla="*/ 46958 h 476250"/>
                <a:gd name="connsiteX242" fmla="*/ 408146 w 495300"/>
                <a:gd name="connsiteY242" fmla="*/ 50197 h 476250"/>
                <a:gd name="connsiteX243" fmla="*/ 407956 w 495300"/>
                <a:gd name="connsiteY243" fmla="*/ 51149 h 476250"/>
                <a:gd name="connsiteX244" fmla="*/ 407670 w 495300"/>
                <a:gd name="connsiteY244" fmla="*/ 51721 h 476250"/>
                <a:gd name="connsiteX245" fmla="*/ 406718 w 495300"/>
                <a:gd name="connsiteY245" fmla="*/ 53340 h 476250"/>
                <a:gd name="connsiteX246" fmla="*/ 405765 w 495300"/>
                <a:gd name="connsiteY246" fmla="*/ 54483 h 476250"/>
                <a:gd name="connsiteX247" fmla="*/ 403574 w 495300"/>
                <a:gd name="connsiteY247" fmla="*/ 56293 h 476250"/>
                <a:gd name="connsiteX248" fmla="*/ 401860 w 495300"/>
                <a:gd name="connsiteY248" fmla="*/ 57531 h 476250"/>
                <a:gd name="connsiteX249" fmla="*/ 400812 w 495300"/>
                <a:gd name="connsiteY249" fmla="*/ 58007 h 476250"/>
                <a:gd name="connsiteX250" fmla="*/ 399860 w 495300"/>
                <a:gd name="connsiteY250" fmla="*/ 58293 h 476250"/>
                <a:gd name="connsiteX251" fmla="*/ 399479 w 495300"/>
                <a:gd name="connsiteY251" fmla="*/ 58103 h 476250"/>
                <a:gd name="connsiteX252" fmla="*/ 399193 w 495300"/>
                <a:gd name="connsiteY252" fmla="*/ 57912 h 476250"/>
                <a:gd name="connsiteX253" fmla="*/ 399002 w 495300"/>
                <a:gd name="connsiteY253" fmla="*/ 57531 h 476250"/>
                <a:gd name="connsiteX254" fmla="*/ 398907 w 495300"/>
                <a:gd name="connsiteY254" fmla="*/ 57055 h 476250"/>
                <a:gd name="connsiteX255" fmla="*/ 398812 w 495300"/>
                <a:gd name="connsiteY255" fmla="*/ 56483 h 476250"/>
                <a:gd name="connsiteX256" fmla="*/ 398907 w 495300"/>
                <a:gd name="connsiteY256" fmla="*/ 54007 h 476250"/>
                <a:gd name="connsiteX257" fmla="*/ 400145 w 495300"/>
                <a:gd name="connsiteY257" fmla="*/ 42767 h 476250"/>
                <a:gd name="connsiteX258" fmla="*/ 400240 w 495300"/>
                <a:gd name="connsiteY258" fmla="*/ 42291 h 476250"/>
                <a:gd name="connsiteX259" fmla="*/ 400526 w 495300"/>
                <a:gd name="connsiteY259" fmla="*/ 41815 h 476250"/>
                <a:gd name="connsiteX260" fmla="*/ 400812 w 495300"/>
                <a:gd name="connsiteY260" fmla="*/ 41434 h 476250"/>
                <a:gd name="connsiteX261" fmla="*/ 401193 w 495300"/>
                <a:gd name="connsiteY261" fmla="*/ 41053 h 476250"/>
                <a:gd name="connsiteX262" fmla="*/ 401574 w 495300"/>
                <a:gd name="connsiteY262" fmla="*/ 40767 h 476250"/>
                <a:gd name="connsiteX263" fmla="*/ 405384 w 495300"/>
                <a:gd name="connsiteY263" fmla="*/ 38767 h 476250"/>
                <a:gd name="connsiteX264" fmla="*/ 406146 w 495300"/>
                <a:gd name="connsiteY264" fmla="*/ 38100 h 476250"/>
                <a:gd name="connsiteX265" fmla="*/ 406813 w 495300"/>
                <a:gd name="connsiteY265" fmla="*/ 37338 h 476250"/>
                <a:gd name="connsiteX266" fmla="*/ 407289 w 495300"/>
                <a:gd name="connsiteY266" fmla="*/ 36576 h 476250"/>
                <a:gd name="connsiteX267" fmla="*/ 409385 w 495300"/>
                <a:gd name="connsiteY267" fmla="*/ 31909 h 476250"/>
                <a:gd name="connsiteX268" fmla="*/ 409861 w 495300"/>
                <a:gd name="connsiteY268" fmla="*/ 30290 h 476250"/>
                <a:gd name="connsiteX269" fmla="*/ 410146 w 495300"/>
                <a:gd name="connsiteY269" fmla="*/ 29146 h 476250"/>
                <a:gd name="connsiteX270" fmla="*/ 410432 w 495300"/>
                <a:gd name="connsiteY270" fmla="*/ 25146 h 476250"/>
                <a:gd name="connsiteX271" fmla="*/ 410146 w 495300"/>
                <a:gd name="connsiteY271" fmla="*/ 21717 h 476250"/>
                <a:gd name="connsiteX272" fmla="*/ 410242 w 495300"/>
                <a:gd name="connsiteY272" fmla="*/ 21431 h 476250"/>
                <a:gd name="connsiteX273" fmla="*/ 410242 w 495300"/>
                <a:gd name="connsiteY273" fmla="*/ 20479 h 476250"/>
                <a:gd name="connsiteX274" fmla="*/ 405289 w 495300"/>
                <a:gd name="connsiteY274" fmla="*/ 23717 h 476250"/>
                <a:gd name="connsiteX275" fmla="*/ 403860 w 495300"/>
                <a:gd name="connsiteY275" fmla="*/ 25051 h 476250"/>
                <a:gd name="connsiteX276" fmla="*/ 403003 w 495300"/>
                <a:gd name="connsiteY276" fmla="*/ 26384 h 476250"/>
                <a:gd name="connsiteX277" fmla="*/ 402050 w 495300"/>
                <a:gd name="connsiteY277" fmla="*/ 27432 h 476250"/>
                <a:gd name="connsiteX278" fmla="*/ 401384 w 495300"/>
                <a:gd name="connsiteY278" fmla="*/ 27908 h 476250"/>
                <a:gd name="connsiteX279" fmla="*/ 400717 w 495300"/>
                <a:gd name="connsiteY279" fmla="*/ 28289 h 476250"/>
                <a:gd name="connsiteX280" fmla="*/ 400050 w 495300"/>
                <a:gd name="connsiteY280" fmla="*/ 28385 h 476250"/>
                <a:gd name="connsiteX281" fmla="*/ 399193 w 495300"/>
                <a:gd name="connsiteY281" fmla="*/ 28385 h 476250"/>
                <a:gd name="connsiteX282" fmla="*/ 398431 w 495300"/>
                <a:gd name="connsiteY282" fmla="*/ 28289 h 476250"/>
                <a:gd name="connsiteX283" fmla="*/ 397859 w 495300"/>
                <a:gd name="connsiteY283" fmla="*/ 28099 h 476250"/>
                <a:gd name="connsiteX284" fmla="*/ 397478 w 495300"/>
                <a:gd name="connsiteY284" fmla="*/ 27813 h 476250"/>
                <a:gd name="connsiteX285" fmla="*/ 397097 w 495300"/>
                <a:gd name="connsiteY285" fmla="*/ 27432 h 476250"/>
                <a:gd name="connsiteX286" fmla="*/ 396240 w 495300"/>
                <a:gd name="connsiteY286" fmla="*/ 26289 h 476250"/>
                <a:gd name="connsiteX287" fmla="*/ 395764 w 495300"/>
                <a:gd name="connsiteY287" fmla="*/ 25432 h 476250"/>
                <a:gd name="connsiteX288" fmla="*/ 394811 w 495300"/>
                <a:gd name="connsiteY288" fmla="*/ 23050 h 476250"/>
                <a:gd name="connsiteX289" fmla="*/ 393002 w 495300"/>
                <a:gd name="connsiteY289" fmla="*/ 20098 h 476250"/>
                <a:gd name="connsiteX290" fmla="*/ 392716 w 495300"/>
                <a:gd name="connsiteY290" fmla="*/ 19717 h 476250"/>
                <a:gd name="connsiteX291" fmla="*/ 392144 w 495300"/>
                <a:gd name="connsiteY291" fmla="*/ 19241 h 476250"/>
                <a:gd name="connsiteX292" fmla="*/ 391382 w 495300"/>
                <a:gd name="connsiteY292" fmla="*/ 18860 h 476250"/>
                <a:gd name="connsiteX293" fmla="*/ 389572 w 495300"/>
                <a:gd name="connsiteY293" fmla="*/ 18193 h 476250"/>
                <a:gd name="connsiteX294" fmla="*/ 388620 w 495300"/>
                <a:gd name="connsiteY294" fmla="*/ 18002 h 476250"/>
                <a:gd name="connsiteX295" fmla="*/ 387858 w 495300"/>
                <a:gd name="connsiteY295" fmla="*/ 18002 h 476250"/>
                <a:gd name="connsiteX296" fmla="*/ 385477 w 495300"/>
                <a:gd name="connsiteY296" fmla="*/ 18479 h 476250"/>
                <a:gd name="connsiteX297" fmla="*/ 384715 w 495300"/>
                <a:gd name="connsiteY297" fmla="*/ 18479 h 476250"/>
                <a:gd name="connsiteX298" fmla="*/ 384048 w 495300"/>
                <a:gd name="connsiteY298" fmla="*/ 18288 h 476250"/>
                <a:gd name="connsiteX299" fmla="*/ 383667 w 495300"/>
                <a:gd name="connsiteY299" fmla="*/ 18098 h 476250"/>
                <a:gd name="connsiteX300" fmla="*/ 383000 w 495300"/>
                <a:gd name="connsiteY300" fmla="*/ 17717 h 476250"/>
                <a:gd name="connsiteX301" fmla="*/ 382429 w 495300"/>
                <a:gd name="connsiteY301" fmla="*/ 17717 h 476250"/>
                <a:gd name="connsiteX302" fmla="*/ 381953 w 495300"/>
                <a:gd name="connsiteY302" fmla="*/ 17812 h 476250"/>
                <a:gd name="connsiteX303" fmla="*/ 381571 w 495300"/>
                <a:gd name="connsiteY303" fmla="*/ 18193 h 476250"/>
                <a:gd name="connsiteX304" fmla="*/ 380524 w 495300"/>
                <a:gd name="connsiteY304" fmla="*/ 19241 h 476250"/>
                <a:gd name="connsiteX305" fmla="*/ 378238 w 495300"/>
                <a:gd name="connsiteY305" fmla="*/ 21146 h 476250"/>
                <a:gd name="connsiteX306" fmla="*/ 377952 w 495300"/>
                <a:gd name="connsiteY306" fmla="*/ 21527 h 476250"/>
                <a:gd name="connsiteX307" fmla="*/ 377762 w 495300"/>
                <a:gd name="connsiteY307" fmla="*/ 22003 h 476250"/>
                <a:gd name="connsiteX308" fmla="*/ 377000 w 495300"/>
                <a:gd name="connsiteY308" fmla="*/ 24384 h 476250"/>
                <a:gd name="connsiteX309" fmla="*/ 376809 w 495300"/>
                <a:gd name="connsiteY309" fmla="*/ 24956 h 476250"/>
                <a:gd name="connsiteX310" fmla="*/ 376142 w 495300"/>
                <a:gd name="connsiteY310" fmla="*/ 26099 h 476250"/>
                <a:gd name="connsiteX311" fmla="*/ 375761 w 495300"/>
                <a:gd name="connsiteY311" fmla="*/ 26575 h 476250"/>
                <a:gd name="connsiteX312" fmla="*/ 374523 w 495300"/>
                <a:gd name="connsiteY312" fmla="*/ 27623 h 476250"/>
                <a:gd name="connsiteX313" fmla="*/ 373856 w 495300"/>
                <a:gd name="connsiteY313" fmla="*/ 28480 h 476250"/>
                <a:gd name="connsiteX314" fmla="*/ 373189 w 495300"/>
                <a:gd name="connsiteY314" fmla="*/ 29146 h 476250"/>
                <a:gd name="connsiteX315" fmla="*/ 371665 w 495300"/>
                <a:gd name="connsiteY315" fmla="*/ 30004 h 476250"/>
                <a:gd name="connsiteX316" fmla="*/ 369665 w 495300"/>
                <a:gd name="connsiteY316" fmla="*/ 30004 h 476250"/>
                <a:gd name="connsiteX317" fmla="*/ 367855 w 495300"/>
                <a:gd name="connsiteY317" fmla="*/ 30480 h 476250"/>
                <a:gd name="connsiteX318" fmla="*/ 367379 w 495300"/>
                <a:gd name="connsiteY318" fmla="*/ 30290 h 476250"/>
                <a:gd name="connsiteX319" fmla="*/ 366998 w 495300"/>
                <a:gd name="connsiteY319" fmla="*/ 30004 h 476250"/>
                <a:gd name="connsiteX320" fmla="*/ 366808 w 495300"/>
                <a:gd name="connsiteY320" fmla="*/ 29528 h 476250"/>
                <a:gd name="connsiteX321" fmla="*/ 366903 w 495300"/>
                <a:gd name="connsiteY321" fmla="*/ 29146 h 476250"/>
                <a:gd name="connsiteX322" fmla="*/ 366998 w 495300"/>
                <a:gd name="connsiteY322" fmla="*/ 28861 h 476250"/>
                <a:gd name="connsiteX323" fmla="*/ 367379 w 495300"/>
                <a:gd name="connsiteY323" fmla="*/ 28004 h 476250"/>
                <a:gd name="connsiteX324" fmla="*/ 367379 w 495300"/>
                <a:gd name="connsiteY324" fmla="*/ 27337 h 476250"/>
                <a:gd name="connsiteX325" fmla="*/ 366713 w 495300"/>
                <a:gd name="connsiteY325" fmla="*/ 26289 h 476250"/>
                <a:gd name="connsiteX326" fmla="*/ 364903 w 495300"/>
                <a:gd name="connsiteY326" fmla="*/ 24289 h 476250"/>
                <a:gd name="connsiteX327" fmla="*/ 362236 w 495300"/>
                <a:gd name="connsiteY327" fmla="*/ 22193 h 476250"/>
                <a:gd name="connsiteX328" fmla="*/ 360807 w 495300"/>
                <a:gd name="connsiteY328" fmla="*/ 21431 h 476250"/>
                <a:gd name="connsiteX329" fmla="*/ 359855 w 495300"/>
                <a:gd name="connsiteY329" fmla="*/ 21146 h 476250"/>
                <a:gd name="connsiteX330" fmla="*/ 359473 w 495300"/>
                <a:gd name="connsiteY330" fmla="*/ 21336 h 476250"/>
                <a:gd name="connsiteX331" fmla="*/ 358235 w 495300"/>
                <a:gd name="connsiteY331" fmla="*/ 22193 h 476250"/>
                <a:gd name="connsiteX332" fmla="*/ 357283 w 495300"/>
                <a:gd name="connsiteY332" fmla="*/ 22193 h 476250"/>
                <a:gd name="connsiteX333" fmla="*/ 355949 w 495300"/>
                <a:gd name="connsiteY333" fmla="*/ 22098 h 476250"/>
                <a:gd name="connsiteX334" fmla="*/ 351663 w 495300"/>
                <a:gd name="connsiteY334" fmla="*/ 21050 h 476250"/>
                <a:gd name="connsiteX335" fmla="*/ 350615 w 495300"/>
                <a:gd name="connsiteY335" fmla="*/ 20955 h 476250"/>
                <a:gd name="connsiteX336" fmla="*/ 350044 w 495300"/>
                <a:gd name="connsiteY336" fmla="*/ 20955 h 476250"/>
                <a:gd name="connsiteX337" fmla="*/ 346996 w 495300"/>
                <a:gd name="connsiteY337" fmla="*/ 21812 h 476250"/>
                <a:gd name="connsiteX338" fmla="*/ 344138 w 495300"/>
                <a:gd name="connsiteY338" fmla="*/ 23050 h 476250"/>
                <a:gd name="connsiteX339" fmla="*/ 343376 w 495300"/>
                <a:gd name="connsiteY339" fmla="*/ 23146 h 476250"/>
                <a:gd name="connsiteX340" fmla="*/ 340233 w 495300"/>
                <a:gd name="connsiteY340" fmla="*/ 23146 h 476250"/>
                <a:gd name="connsiteX341" fmla="*/ 338328 w 495300"/>
                <a:gd name="connsiteY341" fmla="*/ 22765 h 476250"/>
                <a:gd name="connsiteX342" fmla="*/ 337376 w 495300"/>
                <a:gd name="connsiteY342" fmla="*/ 22384 h 476250"/>
                <a:gd name="connsiteX343" fmla="*/ 326898 w 495300"/>
                <a:gd name="connsiteY343" fmla="*/ 15145 h 476250"/>
                <a:gd name="connsiteX344" fmla="*/ 325946 w 495300"/>
                <a:gd name="connsiteY344" fmla="*/ 14764 h 476250"/>
                <a:gd name="connsiteX345" fmla="*/ 324898 w 495300"/>
                <a:gd name="connsiteY345" fmla="*/ 14573 h 476250"/>
                <a:gd name="connsiteX346" fmla="*/ 323469 w 495300"/>
                <a:gd name="connsiteY346" fmla="*/ 14383 h 476250"/>
                <a:gd name="connsiteX347" fmla="*/ 322707 w 495300"/>
                <a:gd name="connsiteY347" fmla="*/ 14192 h 476250"/>
                <a:gd name="connsiteX348" fmla="*/ 322231 w 495300"/>
                <a:gd name="connsiteY348" fmla="*/ 13716 h 476250"/>
                <a:gd name="connsiteX349" fmla="*/ 321373 w 495300"/>
                <a:gd name="connsiteY349" fmla="*/ 12668 h 476250"/>
                <a:gd name="connsiteX350" fmla="*/ 320897 w 495300"/>
                <a:gd name="connsiteY350" fmla="*/ 11906 h 476250"/>
                <a:gd name="connsiteX351" fmla="*/ 320135 w 495300"/>
                <a:gd name="connsiteY351" fmla="*/ 12002 h 476250"/>
                <a:gd name="connsiteX352" fmla="*/ 318611 w 495300"/>
                <a:gd name="connsiteY352" fmla="*/ 12287 h 476250"/>
                <a:gd name="connsiteX353" fmla="*/ 317849 w 495300"/>
                <a:gd name="connsiteY353" fmla="*/ 12287 h 476250"/>
                <a:gd name="connsiteX354" fmla="*/ 314420 w 495300"/>
                <a:gd name="connsiteY354" fmla="*/ 11144 h 476250"/>
                <a:gd name="connsiteX355" fmla="*/ 313182 w 495300"/>
                <a:gd name="connsiteY355" fmla="*/ 11144 h 476250"/>
                <a:gd name="connsiteX356" fmla="*/ 312706 w 495300"/>
                <a:gd name="connsiteY356" fmla="*/ 11525 h 476250"/>
                <a:gd name="connsiteX357" fmla="*/ 311563 w 495300"/>
                <a:gd name="connsiteY357" fmla="*/ 12097 h 476250"/>
                <a:gd name="connsiteX358" fmla="*/ 311087 w 495300"/>
                <a:gd name="connsiteY358" fmla="*/ 12287 h 476250"/>
                <a:gd name="connsiteX359" fmla="*/ 310134 w 495300"/>
                <a:gd name="connsiteY359" fmla="*/ 12383 h 476250"/>
                <a:gd name="connsiteX360" fmla="*/ 308991 w 495300"/>
                <a:gd name="connsiteY360" fmla="*/ 12287 h 476250"/>
                <a:gd name="connsiteX361" fmla="*/ 306038 w 495300"/>
                <a:gd name="connsiteY361" fmla="*/ 11716 h 476250"/>
                <a:gd name="connsiteX362" fmla="*/ 300704 w 495300"/>
                <a:gd name="connsiteY362" fmla="*/ 9906 h 476250"/>
                <a:gd name="connsiteX363" fmla="*/ 299371 w 495300"/>
                <a:gd name="connsiteY363" fmla="*/ 9239 h 476250"/>
                <a:gd name="connsiteX364" fmla="*/ 298513 w 495300"/>
                <a:gd name="connsiteY364" fmla="*/ 8763 h 476250"/>
                <a:gd name="connsiteX365" fmla="*/ 298323 w 495300"/>
                <a:gd name="connsiteY365" fmla="*/ 8287 h 476250"/>
                <a:gd name="connsiteX366" fmla="*/ 298037 w 495300"/>
                <a:gd name="connsiteY366" fmla="*/ 7811 h 476250"/>
                <a:gd name="connsiteX367" fmla="*/ 297561 w 495300"/>
                <a:gd name="connsiteY367" fmla="*/ 6382 h 476250"/>
                <a:gd name="connsiteX368" fmla="*/ 297371 w 495300"/>
                <a:gd name="connsiteY368" fmla="*/ 5239 h 476250"/>
                <a:gd name="connsiteX369" fmla="*/ 296513 w 495300"/>
                <a:gd name="connsiteY369" fmla="*/ 4286 h 476250"/>
                <a:gd name="connsiteX370" fmla="*/ 295751 w 495300"/>
                <a:gd name="connsiteY370" fmla="*/ 3143 h 476250"/>
                <a:gd name="connsiteX371" fmla="*/ 294894 w 495300"/>
                <a:gd name="connsiteY371" fmla="*/ 2000 h 476250"/>
                <a:gd name="connsiteX372" fmla="*/ 293846 w 495300"/>
                <a:gd name="connsiteY372" fmla="*/ 1238 h 476250"/>
                <a:gd name="connsiteX373" fmla="*/ 292608 w 495300"/>
                <a:gd name="connsiteY373" fmla="*/ 667 h 476250"/>
                <a:gd name="connsiteX374" fmla="*/ 292037 w 495300"/>
                <a:gd name="connsiteY374" fmla="*/ 571 h 476250"/>
                <a:gd name="connsiteX375" fmla="*/ 291560 w 495300"/>
                <a:gd name="connsiteY375" fmla="*/ 667 h 476250"/>
                <a:gd name="connsiteX376" fmla="*/ 290798 w 495300"/>
                <a:gd name="connsiteY376" fmla="*/ 1429 h 476250"/>
                <a:gd name="connsiteX377" fmla="*/ 290322 w 495300"/>
                <a:gd name="connsiteY377" fmla="*/ 1715 h 476250"/>
                <a:gd name="connsiteX378" fmla="*/ 289846 w 495300"/>
                <a:gd name="connsiteY378" fmla="*/ 1810 h 476250"/>
                <a:gd name="connsiteX379" fmla="*/ 288227 w 495300"/>
                <a:gd name="connsiteY379" fmla="*/ 1715 h 476250"/>
                <a:gd name="connsiteX380" fmla="*/ 287750 w 495300"/>
                <a:gd name="connsiteY380" fmla="*/ 1715 h 476250"/>
                <a:gd name="connsiteX381" fmla="*/ 286798 w 495300"/>
                <a:gd name="connsiteY381" fmla="*/ 2000 h 476250"/>
                <a:gd name="connsiteX382" fmla="*/ 286131 w 495300"/>
                <a:gd name="connsiteY382" fmla="*/ 2096 h 476250"/>
                <a:gd name="connsiteX383" fmla="*/ 285464 w 495300"/>
                <a:gd name="connsiteY383" fmla="*/ 1905 h 476250"/>
                <a:gd name="connsiteX384" fmla="*/ 284893 w 495300"/>
                <a:gd name="connsiteY384" fmla="*/ 1429 h 476250"/>
                <a:gd name="connsiteX385" fmla="*/ 283845 w 495300"/>
                <a:gd name="connsiteY385" fmla="*/ 381 h 476250"/>
                <a:gd name="connsiteX386" fmla="*/ 283369 w 495300"/>
                <a:gd name="connsiteY386" fmla="*/ 95 h 476250"/>
                <a:gd name="connsiteX387" fmla="*/ 282893 w 495300"/>
                <a:gd name="connsiteY387" fmla="*/ 0 h 476250"/>
                <a:gd name="connsiteX388" fmla="*/ 282226 w 495300"/>
                <a:gd name="connsiteY388" fmla="*/ 286 h 476250"/>
                <a:gd name="connsiteX389" fmla="*/ 279559 w 495300"/>
                <a:gd name="connsiteY389" fmla="*/ 2000 h 476250"/>
                <a:gd name="connsiteX390" fmla="*/ 278225 w 495300"/>
                <a:gd name="connsiteY390" fmla="*/ 2572 h 476250"/>
                <a:gd name="connsiteX391" fmla="*/ 276701 w 495300"/>
                <a:gd name="connsiteY391" fmla="*/ 2477 h 476250"/>
                <a:gd name="connsiteX392" fmla="*/ 271653 w 495300"/>
                <a:gd name="connsiteY392" fmla="*/ 1048 h 476250"/>
                <a:gd name="connsiteX393" fmla="*/ 271177 w 495300"/>
                <a:gd name="connsiteY393" fmla="*/ 953 h 476250"/>
                <a:gd name="connsiteX394" fmla="*/ 271272 w 495300"/>
                <a:gd name="connsiteY394" fmla="*/ 1048 h 476250"/>
                <a:gd name="connsiteX395" fmla="*/ 271272 w 495300"/>
                <a:gd name="connsiteY395" fmla="*/ 3143 h 476250"/>
                <a:gd name="connsiteX396" fmla="*/ 269938 w 495300"/>
                <a:gd name="connsiteY396" fmla="*/ 7525 h 476250"/>
                <a:gd name="connsiteX397" fmla="*/ 269177 w 495300"/>
                <a:gd name="connsiteY397" fmla="*/ 8954 h 476250"/>
                <a:gd name="connsiteX398" fmla="*/ 267938 w 495300"/>
                <a:gd name="connsiteY398" fmla="*/ 12573 h 476250"/>
                <a:gd name="connsiteX399" fmla="*/ 267653 w 495300"/>
                <a:gd name="connsiteY399" fmla="*/ 13145 h 476250"/>
                <a:gd name="connsiteX400" fmla="*/ 267462 w 495300"/>
                <a:gd name="connsiteY400" fmla="*/ 13621 h 476250"/>
                <a:gd name="connsiteX401" fmla="*/ 267367 w 495300"/>
                <a:gd name="connsiteY401" fmla="*/ 14192 h 476250"/>
                <a:gd name="connsiteX402" fmla="*/ 267557 w 495300"/>
                <a:gd name="connsiteY402" fmla="*/ 14954 h 476250"/>
                <a:gd name="connsiteX403" fmla="*/ 267843 w 495300"/>
                <a:gd name="connsiteY403" fmla="*/ 15431 h 476250"/>
                <a:gd name="connsiteX404" fmla="*/ 268129 w 495300"/>
                <a:gd name="connsiteY404" fmla="*/ 15812 h 476250"/>
                <a:gd name="connsiteX405" fmla="*/ 268891 w 495300"/>
                <a:gd name="connsiteY405" fmla="*/ 16478 h 476250"/>
                <a:gd name="connsiteX406" fmla="*/ 269081 w 495300"/>
                <a:gd name="connsiteY406" fmla="*/ 16954 h 476250"/>
                <a:gd name="connsiteX407" fmla="*/ 269081 w 495300"/>
                <a:gd name="connsiteY407" fmla="*/ 17526 h 476250"/>
                <a:gd name="connsiteX408" fmla="*/ 268796 w 495300"/>
                <a:gd name="connsiteY408" fmla="*/ 18098 h 476250"/>
                <a:gd name="connsiteX409" fmla="*/ 268414 w 495300"/>
                <a:gd name="connsiteY409" fmla="*/ 18479 h 476250"/>
                <a:gd name="connsiteX410" fmla="*/ 267557 w 495300"/>
                <a:gd name="connsiteY410" fmla="*/ 19145 h 476250"/>
                <a:gd name="connsiteX411" fmla="*/ 267271 w 495300"/>
                <a:gd name="connsiteY411" fmla="*/ 19621 h 476250"/>
                <a:gd name="connsiteX412" fmla="*/ 267271 w 495300"/>
                <a:gd name="connsiteY412" fmla="*/ 20098 h 476250"/>
                <a:gd name="connsiteX413" fmla="*/ 267557 w 495300"/>
                <a:gd name="connsiteY413" fmla="*/ 20955 h 476250"/>
                <a:gd name="connsiteX414" fmla="*/ 268700 w 495300"/>
                <a:gd name="connsiteY414" fmla="*/ 22193 h 476250"/>
                <a:gd name="connsiteX415" fmla="*/ 268986 w 495300"/>
                <a:gd name="connsiteY415" fmla="*/ 22574 h 476250"/>
                <a:gd name="connsiteX416" fmla="*/ 269081 w 495300"/>
                <a:gd name="connsiteY416" fmla="*/ 23241 h 476250"/>
                <a:gd name="connsiteX417" fmla="*/ 269081 w 495300"/>
                <a:gd name="connsiteY417" fmla="*/ 23908 h 476250"/>
                <a:gd name="connsiteX418" fmla="*/ 268510 w 495300"/>
                <a:gd name="connsiteY418" fmla="*/ 25051 h 476250"/>
                <a:gd name="connsiteX419" fmla="*/ 268129 w 495300"/>
                <a:gd name="connsiteY419" fmla="*/ 25717 h 476250"/>
                <a:gd name="connsiteX420" fmla="*/ 267938 w 495300"/>
                <a:gd name="connsiteY420" fmla="*/ 26384 h 476250"/>
                <a:gd name="connsiteX421" fmla="*/ 267843 w 495300"/>
                <a:gd name="connsiteY421" fmla="*/ 27051 h 476250"/>
                <a:gd name="connsiteX422" fmla="*/ 267938 w 495300"/>
                <a:gd name="connsiteY422" fmla="*/ 28099 h 476250"/>
                <a:gd name="connsiteX423" fmla="*/ 268414 w 495300"/>
                <a:gd name="connsiteY423" fmla="*/ 29908 h 476250"/>
                <a:gd name="connsiteX424" fmla="*/ 268510 w 495300"/>
                <a:gd name="connsiteY424" fmla="*/ 30575 h 476250"/>
                <a:gd name="connsiteX425" fmla="*/ 268319 w 495300"/>
                <a:gd name="connsiteY425" fmla="*/ 31718 h 476250"/>
                <a:gd name="connsiteX426" fmla="*/ 267081 w 495300"/>
                <a:gd name="connsiteY426" fmla="*/ 36481 h 476250"/>
                <a:gd name="connsiteX427" fmla="*/ 266510 w 495300"/>
                <a:gd name="connsiteY427" fmla="*/ 37910 h 476250"/>
                <a:gd name="connsiteX428" fmla="*/ 266033 w 495300"/>
                <a:gd name="connsiteY428" fmla="*/ 38767 h 476250"/>
                <a:gd name="connsiteX429" fmla="*/ 264414 w 495300"/>
                <a:gd name="connsiteY429" fmla="*/ 39910 h 476250"/>
                <a:gd name="connsiteX430" fmla="*/ 264033 w 495300"/>
                <a:gd name="connsiteY430" fmla="*/ 40196 h 476250"/>
                <a:gd name="connsiteX431" fmla="*/ 263747 w 495300"/>
                <a:gd name="connsiteY431" fmla="*/ 40672 h 476250"/>
                <a:gd name="connsiteX432" fmla="*/ 263557 w 495300"/>
                <a:gd name="connsiteY432" fmla="*/ 41338 h 476250"/>
                <a:gd name="connsiteX433" fmla="*/ 263557 w 495300"/>
                <a:gd name="connsiteY433" fmla="*/ 42291 h 476250"/>
                <a:gd name="connsiteX434" fmla="*/ 263843 w 495300"/>
                <a:gd name="connsiteY434" fmla="*/ 43815 h 476250"/>
                <a:gd name="connsiteX435" fmla="*/ 263938 w 495300"/>
                <a:gd name="connsiteY435" fmla="*/ 44958 h 476250"/>
                <a:gd name="connsiteX436" fmla="*/ 263938 w 495300"/>
                <a:gd name="connsiteY436" fmla="*/ 46101 h 476250"/>
                <a:gd name="connsiteX437" fmla="*/ 263176 w 495300"/>
                <a:gd name="connsiteY437" fmla="*/ 50197 h 476250"/>
                <a:gd name="connsiteX438" fmla="*/ 263366 w 495300"/>
                <a:gd name="connsiteY438" fmla="*/ 51530 h 476250"/>
                <a:gd name="connsiteX439" fmla="*/ 264033 w 495300"/>
                <a:gd name="connsiteY439" fmla="*/ 53245 h 476250"/>
                <a:gd name="connsiteX440" fmla="*/ 264128 w 495300"/>
                <a:gd name="connsiteY440" fmla="*/ 53912 h 476250"/>
                <a:gd name="connsiteX441" fmla="*/ 261080 w 495300"/>
                <a:gd name="connsiteY441" fmla="*/ 54864 h 476250"/>
                <a:gd name="connsiteX442" fmla="*/ 260795 w 495300"/>
                <a:gd name="connsiteY442" fmla="*/ 56960 h 476250"/>
                <a:gd name="connsiteX443" fmla="*/ 260985 w 495300"/>
                <a:gd name="connsiteY443" fmla="*/ 57912 h 476250"/>
                <a:gd name="connsiteX444" fmla="*/ 261080 w 495300"/>
                <a:gd name="connsiteY444" fmla="*/ 58198 h 476250"/>
                <a:gd name="connsiteX445" fmla="*/ 261271 w 495300"/>
                <a:gd name="connsiteY445" fmla="*/ 58579 h 476250"/>
                <a:gd name="connsiteX446" fmla="*/ 261366 w 495300"/>
                <a:gd name="connsiteY446" fmla="*/ 59150 h 476250"/>
                <a:gd name="connsiteX447" fmla="*/ 261366 w 495300"/>
                <a:gd name="connsiteY447" fmla="*/ 59722 h 476250"/>
                <a:gd name="connsiteX448" fmla="*/ 260318 w 495300"/>
                <a:gd name="connsiteY448" fmla="*/ 66770 h 476250"/>
                <a:gd name="connsiteX449" fmla="*/ 260318 w 495300"/>
                <a:gd name="connsiteY449" fmla="*/ 67342 h 476250"/>
                <a:gd name="connsiteX450" fmla="*/ 260509 w 495300"/>
                <a:gd name="connsiteY450" fmla="*/ 67818 h 476250"/>
                <a:gd name="connsiteX451" fmla="*/ 261080 w 495300"/>
                <a:gd name="connsiteY451" fmla="*/ 68675 h 476250"/>
                <a:gd name="connsiteX452" fmla="*/ 261938 w 495300"/>
                <a:gd name="connsiteY452" fmla="*/ 69818 h 476250"/>
                <a:gd name="connsiteX453" fmla="*/ 262128 w 495300"/>
                <a:gd name="connsiteY453" fmla="*/ 70295 h 476250"/>
                <a:gd name="connsiteX454" fmla="*/ 262319 w 495300"/>
                <a:gd name="connsiteY454" fmla="*/ 70771 h 476250"/>
                <a:gd name="connsiteX455" fmla="*/ 262319 w 495300"/>
                <a:gd name="connsiteY455" fmla="*/ 71342 h 476250"/>
                <a:gd name="connsiteX456" fmla="*/ 262319 w 495300"/>
                <a:gd name="connsiteY456" fmla="*/ 71914 h 476250"/>
                <a:gd name="connsiteX457" fmla="*/ 261938 w 495300"/>
                <a:gd name="connsiteY457" fmla="*/ 72676 h 476250"/>
                <a:gd name="connsiteX458" fmla="*/ 261176 w 495300"/>
                <a:gd name="connsiteY458" fmla="*/ 73438 h 476250"/>
                <a:gd name="connsiteX459" fmla="*/ 257270 w 495300"/>
                <a:gd name="connsiteY459" fmla="*/ 76200 h 476250"/>
                <a:gd name="connsiteX460" fmla="*/ 254794 w 495300"/>
                <a:gd name="connsiteY460" fmla="*/ 78867 h 476250"/>
                <a:gd name="connsiteX461" fmla="*/ 252889 w 495300"/>
                <a:gd name="connsiteY461" fmla="*/ 82582 h 476250"/>
                <a:gd name="connsiteX462" fmla="*/ 252603 w 495300"/>
                <a:gd name="connsiteY462" fmla="*/ 82963 h 476250"/>
                <a:gd name="connsiteX463" fmla="*/ 251936 w 495300"/>
                <a:gd name="connsiteY463" fmla="*/ 83725 h 476250"/>
                <a:gd name="connsiteX464" fmla="*/ 251555 w 495300"/>
                <a:gd name="connsiteY464" fmla="*/ 84011 h 476250"/>
                <a:gd name="connsiteX465" fmla="*/ 250984 w 495300"/>
                <a:gd name="connsiteY465" fmla="*/ 84487 h 476250"/>
                <a:gd name="connsiteX466" fmla="*/ 247936 w 495300"/>
                <a:gd name="connsiteY466" fmla="*/ 86106 h 476250"/>
                <a:gd name="connsiteX467" fmla="*/ 243364 w 495300"/>
                <a:gd name="connsiteY467" fmla="*/ 87630 h 476250"/>
                <a:gd name="connsiteX468" fmla="*/ 239839 w 495300"/>
                <a:gd name="connsiteY468" fmla="*/ 88678 h 476250"/>
                <a:gd name="connsiteX469" fmla="*/ 238411 w 495300"/>
                <a:gd name="connsiteY469" fmla="*/ 88487 h 476250"/>
                <a:gd name="connsiteX470" fmla="*/ 237935 w 495300"/>
                <a:gd name="connsiteY470" fmla="*/ 88392 h 476250"/>
                <a:gd name="connsiteX471" fmla="*/ 237554 w 495300"/>
                <a:gd name="connsiteY471" fmla="*/ 88487 h 476250"/>
                <a:gd name="connsiteX472" fmla="*/ 237363 w 495300"/>
                <a:gd name="connsiteY472" fmla="*/ 89059 h 476250"/>
                <a:gd name="connsiteX473" fmla="*/ 237458 w 495300"/>
                <a:gd name="connsiteY473" fmla="*/ 89535 h 476250"/>
                <a:gd name="connsiteX474" fmla="*/ 237554 w 495300"/>
                <a:gd name="connsiteY474" fmla="*/ 90107 h 476250"/>
                <a:gd name="connsiteX475" fmla="*/ 237458 w 495300"/>
                <a:gd name="connsiteY475" fmla="*/ 90678 h 476250"/>
                <a:gd name="connsiteX476" fmla="*/ 237363 w 495300"/>
                <a:gd name="connsiteY476" fmla="*/ 91154 h 476250"/>
                <a:gd name="connsiteX477" fmla="*/ 237077 w 495300"/>
                <a:gd name="connsiteY477" fmla="*/ 91631 h 476250"/>
                <a:gd name="connsiteX478" fmla="*/ 236792 w 495300"/>
                <a:gd name="connsiteY478" fmla="*/ 92012 h 476250"/>
                <a:gd name="connsiteX479" fmla="*/ 236411 w 495300"/>
                <a:gd name="connsiteY479" fmla="*/ 92297 h 476250"/>
                <a:gd name="connsiteX480" fmla="*/ 235934 w 495300"/>
                <a:gd name="connsiteY480" fmla="*/ 92678 h 476250"/>
                <a:gd name="connsiteX481" fmla="*/ 235363 w 495300"/>
                <a:gd name="connsiteY481" fmla="*/ 92964 h 476250"/>
                <a:gd name="connsiteX482" fmla="*/ 234410 w 495300"/>
                <a:gd name="connsiteY482" fmla="*/ 93059 h 476250"/>
                <a:gd name="connsiteX483" fmla="*/ 233077 w 495300"/>
                <a:gd name="connsiteY483" fmla="*/ 92869 h 476250"/>
                <a:gd name="connsiteX484" fmla="*/ 232601 w 495300"/>
                <a:gd name="connsiteY484" fmla="*/ 92869 h 476250"/>
                <a:gd name="connsiteX485" fmla="*/ 232124 w 495300"/>
                <a:gd name="connsiteY485" fmla="*/ 93154 h 476250"/>
                <a:gd name="connsiteX486" fmla="*/ 231553 w 495300"/>
                <a:gd name="connsiteY486" fmla="*/ 93917 h 476250"/>
                <a:gd name="connsiteX487" fmla="*/ 230791 w 495300"/>
                <a:gd name="connsiteY487" fmla="*/ 94488 h 476250"/>
                <a:gd name="connsiteX488" fmla="*/ 227076 w 495300"/>
                <a:gd name="connsiteY488" fmla="*/ 95917 h 476250"/>
                <a:gd name="connsiteX489" fmla="*/ 226314 w 495300"/>
                <a:gd name="connsiteY489" fmla="*/ 96393 h 476250"/>
                <a:gd name="connsiteX490" fmla="*/ 225362 w 495300"/>
                <a:gd name="connsiteY490" fmla="*/ 97346 h 476250"/>
                <a:gd name="connsiteX491" fmla="*/ 224790 w 495300"/>
                <a:gd name="connsiteY491" fmla="*/ 97917 h 476250"/>
                <a:gd name="connsiteX492" fmla="*/ 224504 w 495300"/>
                <a:gd name="connsiteY492" fmla="*/ 98393 h 476250"/>
                <a:gd name="connsiteX493" fmla="*/ 224219 w 495300"/>
                <a:gd name="connsiteY493" fmla="*/ 99060 h 476250"/>
                <a:gd name="connsiteX494" fmla="*/ 223933 w 495300"/>
                <a:gd name="connsiteY494" fmla="*/ 99441 h 476250"/>
                <a:gd name="connsiteX495" fmla="*/ 223266 w 495300"/>
                <a:gd name="connsiteY495" fmla="*/ 99917 h 476250"/>
                <a:gd name="connsiteX496" fmla="*/ 222218 w 495300"/>
                <a:gd name="connsiteY496" fmla="*/ 100298 h 476250"/>
                <a:gd name="connsiteX497" fmla="*/ 218027 w 495300"/>
                <a:gd name="connsiteY497" fmla="*/ 101156 h 476250"/>
                <a:gd name="connsiteX498" fmla="*/ 216598 w 495300"/>
                <a:gd name="connsiteY498" fmla="*/ 101251 h 476250"/>
                <a:gd name="connsiteX499" fmla="*/ 215170 w 495300"/>
                <a:gd name="connsiteY499" fmla="*/ 101822 h 476250"/>
                <a:gd name="connsiteX500" fmla="*/ 212598 w 495300"/>
                <a:gd name="connsiteY500" fmla="*/ 104108 h 476250"/>
                <a:gd name="connsiteX501" fmla="*/ 211836 w 495300"/>
                <a:gd name="connsiteY501" fmla="*/ 105346 h 476250"/>
                <a:gd name="connsiteX502" fmla="*/ 211360 w 495300"/>
                <a:gd name="connsiteY502" fmla="*/ 106204 h 476250"/>
                <a:gd name="connsiteX503" fmla="*/ 211264 w 495300"/>
                <a:gd name="connsiteY503" fmla="*/ 106585 h 476250"/>
                <a:gd name="connsiteX504" fmla="*/ 211169 w 495300"/>
                <a:gd name="connsiteY504" fmla="*/ 106775 h 476250"/>
                <a:gd name="connsiteX505" fmla="*/ 210693 w 495300"/>
                <a:gd name="connsiteY505" fmla="*/ 107347 h 476250"/>
                <a:gd name="connsiteX506" fmla="*/ 209931 w 495300"/>
                <a:gd name="connsiteY506" fmla="*/ 107918 h 476250"/>
                <a:gd name="connsiteX507" fmla="*/ 206978 w 495300"/>
                <a:gd name="connsiteY507" fmla="*/ 109538 h 476250"/>
                <a:gd name="connsiteX508" fmla="*/ 205835 w 495300"/>
                <a:gd name="connsiteY508" fmla="*/ 110395 h 476250"/>
                <a:gd name="connsiteX509" fmla="*/ 204216 w 495300"/>
                <a:gd name="connsiteY509" fmla="*/ 110585 h 476250"/>
                <a:gd name="connsiteX510" fmla="*/ 198215 w 495300"/>
                <a:gd name="connsiteY510" fmla="*/ 110204 h 476250"/>
                <a:gd name="connsiteX511" fmla="*/ 191548 w 495300"/>
                <a:gd name="connsiteY511" fmla="*/ 107061 h 476250"/>
                <a:gd name="connsiteX512" fmla="*/ 191167 w 495300"/>
                <a:gd name="connsiteY512" fmla="*/ 106775 h 476250"/>
                <a:gd name="connsiteX513" fmla="*/ 190405 w 495300"/>
                <a:gd name="connsiteY513" fmla="*/ 106013 h 476250"/>
                <a:gd name="connsiteX514" fmla="*/ 189643 w 495300"/>
                <a:gd name="connsiteY514" fmla="*/ 104870 h 476250"/>
                <a:gd name="connsiteX515" fmla="*/ 188976 w 495300"/>
                <a:gd name="connsiteY515" fmla="*/ 104108 h 476250"/>
                <a:gd name="connsiteX516" fmla="*/ 188595 w 495300"/>
                <a:gd name="connsiteY516" fmla="*/ 103727 h 476250"/>
                <a:gd name="connsiteX517" fmla="*/ 188214 w 495300"/>
                <a:gd name="connsiteY517" fmla="*/ 103442 h 476250"/>
                <a:gd name="connsiteX518" fmla="*/ 187547 w 495300"/>
                <a:gd name="connsiteY518" fmla="*/ 103346 h 476250"/>
                <a:gd name="connsiteX519" fmla="*/ 186785 w 495300"/>
                <a:gd name="connsiteY519" fmla="*/ 103442 h 476250"/>
                <a:gd name="connsiteX520" fmla="*/ 184976 w 495300"/>
                <a:gd name="connsiteY520" fmla="*/ 104204 h 476250"/>
                <a:gd name="connsiteX521" fmla="*/ 184023 w 495300"/>
                <a:gd name="connsiteY521" fmla="*/ 104870 h 476250"/>
                <a:gd name="connsiteX522" fmla="*/ 183642 w 495300"/>
                <a:gd name="connsiteY522" fmla="*/ 105156 h 476250"/>
                <a:gd name="connsiteX523" fmla="*/ 182404 w 495300"/>
                <a:gd name="connsiteY523" fmla="*/ 105728 h 476250"/>
                <a:gd name="connsiteX524" fmla="*/ 182118 w 495300"/>
                <a:gd name="connsiteY524" fmla="*/ 106108 h 476250"/>
                <a:gd name="connsiteX525" fmla="*/ 181832 w 495300"/>
                <a:gd name="connsiteY525" fmla="*/ 106490 h 476250"/>
                <a:gd name="connsiteX526" fmla="*/ 181642 w 495300"/>
                <a:gd name="connsiteY526" fmla="*/ 107061 h 476250"/>
                <a:gd name="connsiteX527" fmla="*/ 181642 w 495300"/>
                <a:gd name="connsiteY527" fmla="*/ 107633 h 476250"/>
                <a:gd name="connsiteX528" fmla="*/ 181356 w 495300"/>
                <a:gd name="connsiteY528" fmla="*/ 108299 h 476250"/>
                <a:gd name="connsiteX529" fmla="*/ 180975 w 495300"/>
                <a:gd name="connsiteY529" fmla="*/ 109157 h 476250"/>
                <a:gd name="connsiteX530" fmla="*/ 180594 w 495300"/>
                <a:gd name="connsiteY530" fmla="*/ 109728 h 476250"/>
                <a:gd name="connsiteX531" fmla="*/ 180499 w 495300"/>
                <a:gd name="connsiteY531" fmla="*/ 109919 h 476250"/>
                <a:gd name="connsiteX532" fmla="*/ 180404 w 495300"/>
                <a:gd name="connsiteY532" fmla="*/ 110014 h 476250"/>
                <a:gd name="connsiteX533" fmla="*/ 180308 w 495300"/>
                <a:gd name="connsiteY533" fmla="*/ 110204 h 476250"/>
                <a:gd name="connsiteX534" fmla="*/ 178784 w 495300"/>
                <a:gd name="connsiteY534" fmla="*/ 111252 h 476250"/>
                <a:gd name="connsiteX535" fmla="*/ 177832 w 495300"/>
                <a:gd name="connsiteY535" fmla="*/ 111633 h 476250"/>
                <a:gd name="connsiteX536" fmla="*/ 175736 w 495300"/>
                <a:gd name="connsiteY536" fmla="*/ 112300 h 476250"/>
                <a:gd name="connsiteX537" fmla="*/ 172784 w 495300"/>
                <a:gd name="connsiteY537" fmla="*/ 112395 h 476250"/>
                <a:gd name="connsiteX538" fmla="*/ 168878 w 495300"/>
                <a:gd name="connsiteY538" fmla="*/ 111824 h 476250"/>
                <a:gd name="connsiteX539" fmla="*/ 167926 w 495300"/>
                <a:gd name="connsiteY539" fmla="*/ 111538 h 476250"/>
                <a:gd name="connsiteX540" fmla="*/ 166973 w 495300"/>
                <a:gd name="connsiteY540" fmla="*/ 111062 h 476250"/>
                <a:gd name="connsiteX541" fmla="*/ 166497 w 495300"/>
                <a:gd name="connsiteY541" fmla="*/ 110871 h 476250"/>
                <a:gd name="connsiteX542" fmla="*/ 165735 w 495300"/>
                <a:gd name="connsiteY542" fmla="*/ 110871 h 476250"/>
                <a:gd name="connsiteX543" fmla="*/ 164878 w 495300"/>
                <a:gd name="connsiteY543" fmla="*/ 110871 h 476250"/>
                <a:gd name="connsiteX544" fmla="*/ 162973 w 495300"/>
                <a:gd name="connsiteY544" fmla="*/ 111538 h 476250"/>
                <a:gd name="connsiteX545" fmla="*/ 161925 w 495300"/>
                <a:gd name="connsiteY545" fmla="*/ 112014 h 476250"/>
                <a:gd name="connsiteX546" fmla="*/ 160401 w 495300"/>
                <a:gd name="connsiteY546" fmla="*/ 112490 h 476250"/>
                <a:gd name="connsiteX547" fmla="*/ 146209 w 495300"/>
                <a:gd name="connsiteY547" fmla="*/ 110776 h 476250"/>
                <a:gd name="connsiteX548" fmla="*/ 144399 w 495300"/>
                <a:gd name="connsiteY548" fmla="*/ 111442 h 476250"/>
                <a:gd name="connsiteX549" fmla="*/ 143542 w 495300"/>
                <a:gd name="connsiteY549" fmla="*/ 111538 h 476250"/>
                <a:gd name="connsiteX550" fmla="*/ 142589 w 495300"/>
                <a:gd name="connsiteY550" fmla="*/ 111442 h 476250"/>
                <a:gd name="connsiteX551" fmla="*/ 139922 w 495300"/>
                <a:gd name="connsiteY551" fmla="*/ 110681 h 476250"/>
                <a:gd name="connsiteX552" fmla="*/ 138303 w 495300"/>
                <a:gd name="connsiteY552" fmla="*/ 110966 h 476250"/>
                <a:gd name="connsiteX553" fmla="*/ 138398 w 495300"/>
                <a:gd name="connsiteY553" fmla="*/ 116967 h 476250"/>
                <a:gd name="connsiteX554" fmla="*/ 138589 w 495300"/>
                <a:gd name="connsiteY554" fmla="*/ 118682 h 476250"/>
                <a:gd name="connsiteX555" fmla="*/ 138494 w 495300"/>
                <a:gd name="connsiteY555" fmla="*/ 123254 h 476250"/>
                <a:gd name="connsiteX556" fmla="*/ 138208 w 495300"/>
                <a:gd name="connsiteY556" fmla="*/ 125063 h 476250"/>
                <a:gd name="connsiteX557" fmla="*/ 136874 w 495300"/>
                <a:gd name="connsiteY557" fmla="*/ 128969 h 476250"/>
                <a:gd name="connsiteX558" fmla="*/ 136684 w 495300"/>
                <a:gd name="connsiteY558" fmla="*/ 129350 h 476250"/>
                <a:gd name="connsiteX559" fmla="*/ 136398 w 495300"/>
                <a:gd name="connsiteY559" fmla="*/ 129159 h 476250"/>
                <a:gd name="connsiteX560" fmla="*/ 132969 w 495300"/>
                <a:gd name="connsiteY560" fmla="*/ 126587 h 476250"/>
                <a:gd name="connsiteX561" fmla="*/ 131731 w 495300"/>
                <a:gd name="connsiteY561" fmla="*/ 125444 h 476250"/>
                <a:gd name="connsiteX562" fmla="*/ 130302 w 495300"/>
                <a:gd name="connsiteY562" fmla="*/ 124587 h 476250"/>
                <a:gd name="connsiteX563" fmla="*/ 126873 w 495300"/>
                <a:gd name="connsiteY563" fmla="*/ 125063 h 476250"/>
                <a:gd name="connsiteX564" fmla="*/ 125444 w 495300"/>
                <a:gd name="connsiteY564" fmla="*/ 124396 h 476250"/>
                <a:gd name="connsiteX565" fmla="*/ 124206 w 495300"/>
                <a:gd name="connsiteY565" fmla="*/ 125063 h 476250"/>
                <a:gd name="connsiteX566" fmla="*/ 121348 w 495300"/>
                <a:gd name="connsiteY566" fmla="*/ 125349 h 476250"/>
                <a:gd name="connsiteX567" fmla="*/ 120015 w 495300"/>
                <a:gd name="connsiteY567" fmla="*/ 125730 h 476250"/>
                <a:gd name="connsiteX568" fmla="*/ 119063 w 495300"/>
                <a:gd name="connsiteY568" fmla="*/ 126683 h 476250"/>
                <a:gd name="connsiteX569" fmla="*/ 118301 w 495300"/>
                <a:gd name="connsiteY569" fmla="*/ 127825 h 476250"/>
                <a:gd name="connsiteX570" fmla="*/ 117348 w 495300"/>
                <a:gd name="connsiteY570" fmla="*/ 128778 h 476250"/>
                <a:gd name="connsiteX571" fmla="*/ 115919 w 495300"/>
                <a:gd name="connsiteY571" fmla="*/ 129159 h 476250"/>
                <a:gd name="connsiteX572" fmla="*/ 114776 w 495300"/>
                <a:gd name="connsiteY572" fmla="*/ 129635 h 476250"/>
                <a:gd name="connsiteX573" fmla="*/ 112967 w 495300"/>
                <a:gd name="connsiteY573" fmla="*/ 131921 h 476250"/>
                <a:gd name="connsiteX574" fmla="*/ 111538 w 495300"/>
                <a:gd name="connsiteY574" fmla="*/ 132398 h 476250"/>
                <a:gd name="connsiteX575" fmla="*/ 110014 w 495300"/>
                <a:gd name="connsiteY575" fmla="*/ 132588 h 476250"/>
                <a:gd name="connsiteX576" fmla="*/ 108299 w 495300"/>
                <a:gd name="connsiteY576" fmla="*/ 132969 h 476250"/>
                <a:gd name="connsiteX577" fmla="*/ 107347 w 495300"/>
                <a:gd name="connsiteY577" fmla="*/ 134017 h 476250"/>
                <a:gd name="connsiteX578" fmla="*/ 107918 w 495300"/>
                <a:gd name="connsiteY578" fmla="*/ 135827 h 476250"/>
                <a:gd name="connsiteX579" fmla="*/ 107156 w 495300"/>
                <a:gd name="connsiteY579" fmla="*/ 136398 h 476250"/>
                <a:gd name="connsiteX580" fmla="*/ 104965 w 495300"/>
                <a:gd name="connsiteY580" fmla="*/ 137255 h 476250"/>
                <a:gd name="connsiteX581" fmla="*/ 104108 w 495300"/>
                <a:gd name="connsiteY581" fmla="*/ 137827 h 476250"/>
                <a:gd name="connsiteX582" fmla="*/ 103442 w 495300"/>
                <a:gd name="connsiteY582" fmla="*/ 138875 h 476250"/>
                <a:gd name="connsiteX583" fmla="*/ 102584 w 495300"/>
                <a:gd name="connsiteY583" fmla="*/ 141446 h 476250"/>
                <a:gd name="connsiteX584" fmla="*/ 101918 w 495300"/>
                <a:gd name="connsiteY584" fmla="*/ 142494 h 476250"/>
                <a:gd name="connsiteX585" fmla="*/ 101441 w 495300"/>
                <a:gd name="connsiteY585" fmla="*/ 142970 h 476250"/>
                <a:gd name="connsiteX586" fmla="*/ 100584 w 495300"/>
                <a:gd name="connsiteY586" fmla="*/ 143446 h 476250"/>
                <a:gd name="connsiteX587" fmla="*/ 100298 w 495300"/>
                <a:gd name="connsiteY587" fmla="*/ 143732 h 476250"/>
                <a:gd name="connsiteX588" fmla="*/ 100013 w 495300"/>
                <a:gd name="connsiteY588" fmla="*/ 144399 h 476250"/>
                <a:gd name="connsiteX589" fmla="*/ 99536 w 495300"/>
                <a:gd name="connsiteY589" fmla="*/ 146018 h 476250"/>
                <a:gd name="connsiteX590" fmla="*/ 99251 w 495300"/>
                <a:gd name="connsiteY590" fmla="*/ 146495 h 476250"/>
                <a:gd name="connsiteX591" fmla="*/ 98298 w 495300"/>
                <a:gd name="connsiteY591" fmla="*/ 147066 h 476250"/>
                <a:gd name="connsiteX592" fmla="*/ 89249 w 495300"/>
                <a:gd name="connsiteY592" fmla="*/ 149542 h 476250"/>
                <a:gd name="connsiteX593" fmla="*/ 87439 w 495300"/>
                <a:gd name="connsiteY593" fmla="*/ 149733 h 476250"/>
                <a:gd name="connsiteX594" fmla="*/ 85249 w 495300"/>
                <a:gd name="connsiteY594" fmla="*/ 150876 h 476250"/>
                <a:gd name="connsiteX595" fmla="*/ 84392 w 495300"/>
                <a:gd name="connsiteY595" fmla="*/ 151067 h 476250"/>
                <a:gd name="connsiteX596" fmla="*/ 83534 w 495300"/>
                <a:gd name="connsiteY596" fmla="*/ 150686 h 476250"/>
                <a:gd name="connsiteX597" fmla="*/ 81915 w 495300"/>
                <a:gd name="connsiteY597" fmla="*/ 149352 h 476250"/>
                <a:gd name="connsiteX598" fmla="*/ 81153 w 495300"/>
                <a:gd name="connsiteY598" fmla="*/ 149066 h 476250"/>
                <a:gd name="connsiteX599" fmla="*/ 80201 w 495300"/>
                <a:gd name="connsiteY599" fmla="*/ 149162 h 476250"/>
                <a:gd name="connsiteX600" fmla="*/ 79248 w 495300"/>
                <a:gd name="connsiteY600" fmla="*/ 149542 h 476250"/>
                <a:gd name="connsiteX601" fmla="*/ 78296 w 495300"/>
                <a:gd name="connsiteY601" fmla="*/ 150114 h 476250"/>
                <a:gd name="connsiteX602" fmla="*/ 76486 w 495300"/>
                <a:gd name="connsiteY602" fmla="*/ 151543 h 476250"/>
                <a:gd name="connsiteX603" fmla="*/ 75819 w 495300"/>
                <a:gd name="connsiteY603" fmla="*/ 151352 h 476250"/>
                <a:gd name="connsiteX604" fmla="*/ 75247 w 495300"/>
                <a:gd name="connsiteY604" fmla="*/ 150781 h 476250"/>
                <a:gd name="connsiteX605" fmla="*/ 74295 w 495300"/>
                <a:gd name="connsiteY605" fmla="*/ 150495 h 476250"/>
                <a:gd name="connsiteX606" fmla="*/ 73343 w 495300"/>
                <a:gd name="connsiteY606" fmla="*/ 150781 h 476250"/>
                <a:gd name="connsiteX607" fmla="*/ 72962 w 495300"/>
                <a:gd name="connsiteY607" fmla="*/ 151638 h 476250"/>
                <a:gd name="connsiteX608" fmla="*/ 72771 w 495300"/>
                <a:gd name="connsiteY608" fmla="*/ 152495 h 476250"/>
                <a:gd name="connsiteX609" fmla="*/ 72295 w 495300"/>
                <a:gd name="connsiteY609" fmla="*/ 153067 h 476250"/>
                <a:gd name="connsiteX610" fmla="*/ 71533 w 495300"/>
                <a:gd name="connsiteY610" fmla="*/ 153353 h 476250"/>
                <a:gd name="connsiteX611" fmla="*/ 70961 w 495300"/>
                <a:gd name="connsiteY611" fmla="*/ 153162 h 476250"/>
                <a:gd name="connsiteX612" fmla="*/ 69628 w 495300"/>
                <a:gd name="connsiteY612" fmla="*/ 152400 h 476250"/>
                <a:gd name="connsiteX613" fmla="*/ 66294 w 495300"/>
                <a:gd name="connsiteY613" fmla="*/ 150971 h 476250"/>
                <a:gd name="connsiteX614" fmla="*/ 64770 w 495300"/>
                <a:gd name="connsiteY614" fmla="*/ 151352 h 476250"/>
                <a:gd name="connsiteX615" fmla="*/ 63722 w 495300"/>
                <a:gd name="connsiteY615" fmla="*/ 155258 h 476250"/>
                <a:gd name="connsiteX616" fmla="*/ 62484 w 495300"/>
                <a:gd name="connsiteY616" fmla="*/ 156210 h 476250"/>
                <a:gd name="connsiteX617" fmla="*/ 55817 w 495300"/>
                <a:gd name="connsiteY617" fmla="*/ 158306 h 476250"/>
                <a:gd name="connsiteX618" fmla="*/ 54293 w 495300"/>
                <a:gd name="connsiteY618" fmla="*/ 159258 h 476250"/>
                <a:gd name="connsiteX619" fmla="*/ 52959 w 495300"/>
                <a:gd name="connsiteY619" fmla="*/ 160687 h 476250"/>
                <a:gd name="connsiteX620" fmla="*/ 51626 w 495300"/>
                <a:gd name="connsiteY620" fmla="*/ 161258 h 476250"/>
                <a:gd name="connsiteX621" fmla="*/ 48387 w 495300"/>
                <a:gd name="connsiteY621" fmla="*/ 159449 h 476250"/>
                <a:gd name="connsiteX622" fmla="*/ 46577 w 495300"/>
                <a:gd name="connsiteY622" fmla="*/ 159734 h 476250"/>
                <a:gd name="connsiteX623" fmla="*/ 47625 w 495300"/>
                <a:gd name="connsiteY623" fmla="*/ 164211 h 476250"/>
                <a:gd name="connsiteX624" fmla="*/ 44387 w 495300"/>
                <a:gd name="connsiteY624" fmla="*/ 166116 h 476250"/>
                <a:gd name="connsiteX625" fmla="*/ 34957 w 495300"/>
                <a:gd name="connsiteY625" fmla="*/ 166592 h 476250"/>
                <a:gd name="connsiteX626" fmla="*/ 33242 w 495300"/>
                <a:gd name="connsiteY626" fmla="*/ 167259 h 476250"/>
                <a:gd name="connsiteX627" fmla="*/ 31813 w 495300"/>
                <a:gd name="connsiteY627" fmla="*/ 168402 h 476250"/>
                <a:gd name="connsiteX628" fmla="*/ 31242 w 495300"/>
                <a:gd name="connsiteY628" fmla="*/ 170021 h 476250"/>
                <a:gd name="connsiteX629" fmla="*/ 30385 w 495300"/>
                <a:gd name="connsiteY629" fmla="*/ 170498 h 476250"/>
                <a:gd name="connsiteX630" fmla="*/ 25527 w 495300"/>
                <a:gd name="connsiteY630" fmla="*/ 172307 h 476250"/>
                <a:gd name="connsiteX631" fmla="*/ 20574 w 495300"/>
                <a:gd name="connsiteY631" fmla="*/ 172403 h 476250"/>
                <a:gd name="connsiteX632" fmla="*/ 18669 w 495300"/>
                <a:gd name="connsiteY632" fmla="*/ 172879 h 476250"/>
                <a:gd name="connsiteX633" fmla="*/ 17717 w 495300"/>
                <a:gd name="connsiteY633" fmla="*/ 173450 h 476250"/>
                <a:gd name="connsiteX634" fmla="*/ 16954 w 495300"/>
                <a:gd name="connsiteY634" fmla="*/ 174022 h 476250"/>
                <a:gd name="connsiteX635" fmla="*/ 16193 w 495300"/>
                <a:gd name="connsiteY635" fmla="*/ 174117 h 476250"/>
                <a:gd name="connsiteX636" fmla="*/ 15145 w 495300"/>
                <a:gd name="connsiteY636" fmla="*/ 173260 h 476250"/>
                <a:gd name="connsiteX637" fmla="*/ 13811 w 495300"/>
                <a:gd name="connsiteY637" fmla="*/ 171831 h 476250"/>
                <a:gd name="connsiteX638" fmla="*/ 13145 w 495300"/>
                <a:gd name="connsiteY638" fmla="*/ 171260 h 476250"/>
                <a:gd name="connsiteX639" fmla="*/ 12382 w 495300"/>
                <a:gd name="connsiteY639" fmla="*/ 170974 h 476250"/>
                <a:gd name="connsiteX640" fmla="*/ 10478 w 495300"/>
                <a:gd name="connsiteY640" fmla="*/ 171069 h 476250"/>
                <a:gd name="connsiteX641" fmla="*/ 9715 w 495300"/>
                <a:gd name="connsiteY641" fmla="*/ 171260 h 476250"/>
                <a:gd name="connsiteX642" fmla="*/ 8763 w 495300"/>
                <a:gd name="connsiteY642" fmla="*/ 171641 h 476250"/>
                <a:gd name="connsiteX643" fmla="*/ 8192 w 495300"/>
                <a:gd name="connsiteY643" fmla="*/ 172307 h 476250"/>
                <a:gd name="connsiteX644" fmla="*/ 7906 w 495300"/>
                <a:gd name="connsiteY644" fmla="*/ 172879 h 476250"/>
                <a:gd name="connsiteX645" fmla="*/ 7525 w 495300"/>
                <a:gd name="connsiteY645" fmla="*/ 173450 h 476250"/>
                <a:gd name="connsiteX646" fmla="*/ 6668 w 495300"/>
                <a:gd name="connsiteY646" fmla="*/ 173546 h 476250"/>
                <a:gd name="connsiteX647" fmla="*/ 5715 w 495300"/>
                <a:gd name="connsiteY647" fmla="*/ 173260 h 476250"/>
                <a:gd name="connsiteX648" fmla="*/ 5239 w 495300"/>
                <a:gd name="connsiteY648" fmla="*/ 172593 h 476250"/>
                <a:gd name="connsiteX649" fmla="*/ 4763 w 495300"/>
                <a:gd name="connsiteY649" fmla="*/ 171736 h 476250"/>
                <a:gd name="connsiteX650" fmla="*/ 3905 w 495300"/>
                <a:gd name="connsiteY650" fmla="*/ 170974 h 476250"/>
                <a:gd name="connsiteX651" fmla="*/ 3238 w 495300"/>
                <a:gd name="connsiteY651" fmla="*/ 170879 h 476250"/>
                <a:gd name="connsiteX652" fmla="*/ 667 w 495300"/>
                <a:gd name="connsiteY652" fmla="*/ 170974 h 476250"/>
                <a:gd name="connsiteX653" fmla="*/ 667 w 495300"/>
                <a:gd name="connsiteY653" fmla="*/ 171260 h 476250"/>
                <a:gd name="connsiteX654" fmla="*/ 1238 w 495300"/>
                <a:gd name="connsiteY654" fmla="*/ 178117 h 476250"/>
                <a:gd name="connsiteX655" fmla="*/ 1143 w 495300"/>
                <a:gd name="connsiteY655" fmla="*/ 180404 h 476250"/>
                <a:gd name="connsiteX656" fmla="*/ 857 w 495300"/>
                <a:gd name="connsiteY656" fmla="*/ 181451 h 476250"/>
                <a:gd name="connsiteX657" fmla="*/ 381 w 495300"/>
                <a:gd name="connsiteY657" fmla="*/ 182594 h 476250"/>
                <a:gd name="connsiteX658" fmla="*/ 95 w 495300"/>
                <a:gd name="connsiteY658" fmla="*/ 183547 h 476250"/>
                <a:gd name="connsiteX659" fmla="*/ 0 w 495300"/>
                <a:gd name="connsiteY659" fmla="*/ 184118 h 476250"/>
                <a:gd name="connsiteX660" fmla="*/ 0 w 495300"/>
                <a:gd name="connsiteY660" fmla="*/ 184880 h 476250"/>
                <a:gd name="connsiteX661" fmla="*/ 95 w 495300"/>
                <a:gd name="connsiteY661" fmla="*/ 185738 h 476250"/>
                <a:gd name="connsiteX662" fmla="*/ 762 w 495300"/>
                <a:gd name="connsiteY662" fmla="*/ 187738 h 476250"/>
                <a:gd name="connsiteX663" fmla="*/ 953 w 495300"/>
                <a:gd name="connsiteY663" fmla="*/ 188309 h 476250"/>
                <a:gd name="connsiteX664" fmla="*/ 1810 w 495300"/>
                <a:gd name="connsiteY664" fmla="*/ 189357 h 476250"/>
                <a:gd name="connsiteX665" fmla="*/ 3715 w 495300"/>
                <a:gd name="connsiteY665" fmla="*/ 191453 h 476250"/>
                <a:gd name="connsiteX666" fmla="*/ 4667 w 495300"/>
                <a:gd name="connsiteY666" fmla="*/ 192024 h 476250"/>
                <a:gd name="connsiteX667" fmla="*/ 10096 w 495300"/>
                <a:gd name="connsiteY667" fmla="*/ 193643 h 476250"/>
                <a:gd name="connsiteX668" fmla="*/ 10478 w 495300"/>
                <a:gd name="connsiteY668" fmla="*/ 193929 h 476250"/>
                <a:gd name="connsiteX669" fmla="*/ 10859 w 495300"/>
                <a:gd name="connsiteY669" fmla="*/ 194215 h 476250"/>
                <a:gd name="connsiteX670" fmla="*/ 11144 w 495300"/>
                <a:gd name="connsiteY670" fmla="*/ 194596 h 476250"/>
                <a:gd name="connsiteX671" fmla="*/ 11525 w 495300"/>
                <a:gd name="connsiteY671" fmla="*/ 195167 h 476250"/>
                <a:gd name="connsiteX672" fmla="*/ 11906 w 495300"/>
                <a:gd name="connsiteY672" fmla="*/ 195929 h 476250"/>
                <a:gd name="connsiteX673" fmla="*/ 12287 w 495300"/>
                <a:gd name="connsiteY673" fmla="*/ 197549 h 476250"/>
                <a:gd name="connsiteX674" fmla="*/ 12287 w 495300"/>
                <a:gd name="connsiteY674" fmla="*/ 198311 h 476250"/>
                <a:gd name="connsiteX675" fmla="*/ 12002 w 495300"/>
                <a:gd name="connsiteY675" fmla="*/ 198977 h 476250"/>
                <a:gd name="connsiteX676" fmla="*/ 9715 w 495300"/>
                <a:gd name="connsiteY676" fmla="*/ 200596 h 476250"/>
                <a:gd name="connsiteX677" fmla="*/ 9049 w 495300"/>
                <a:gd name="connsiteY677" fmla="*/ 201359 h 476250"/>
                <a:gd name="connsiteX678" fmla="*/ 8763 w 495300"/>
                <a:gd name="connsiteY678" fmla="*/ 201740 h 476250"/>
                <a:gd name="connsiteX679" fmla="*/ 8572 w 495300"/>
                <a:gd name="connsiteY679" fmla="*/ 202216 h 476250"/>
                <a:gd name="connsiteX680" fmla="*/ 8477 w 495300"/>
                <a:gd name="connsiteY680" fmla="*/ 202787 h 476250"/>
                <a:gd name="connsiteX681" fmla="*/ 8382 w 495300"/>
                <a:gd name="connsiteY681" fmla="*/ 203359 h 476250"/>
                <a:gd name="connsiteX682" fmla="*/ 8287 w 495300"/>
                <a:gd name="connsiteY682" fmla="*/ 204025 h 476250"/>
                <a:gd name="connsiteX683" fmla="*/ 8382 w 495300"/>
                <a:gd name="connsiteY683" fmla="*/ 204597 h 476250"/>
                <a:gd name="connsiteX684" fmla="*/ 8477 w 495300"/>
                <a:gd name="connsiteY684" fmla="*/ 205169 h 476250"/>
                <a:gd name="connsiteX685" fmla="*/ 8858 w 495300"/>
                <a:gd name="connsiteY685" fmla="*/ 205931 h 476250"/>
                <a:gd name="connsiteX686" fmla="*/ 9430 w 495300"/>
                <a:gd name="connsiteY686" fmla="*/ 206788 h 476250"/>
                <a:gd name="connsiteX687" fmla="*/ 11335 w 495300"/>
                <a:gd name="connsiteY687" fmla="*/ 208693 h 476250"/>
                <a:gd name="connsiteX688" fmla="*/ 11906 w 495300"/>
                <a:gd name="connsiteY688" fmla="*/ 209074 h 476250"/>
                <a:gd name="connsiteX689" fmla="*/ 16193 w 495300"/>
                <a:gd name="connsiteY689" fmla="*/ 211074 h 476250"/>
                <a:gd name="connsiteX690" fmla="*/ 16669 w 495300"/>
                <a:gd name="connsiteY690" fmla="*/ 211360 h 476250"/>
                <a:gd name="connsiteX691" fmla="*/ 17050 w 495300"/>
                <a:gd name="connsiteY691" fmla="*/ 211646 h 476250"/>
                <a:gd name="connsiteX692" fmla="*/ 17907 w 495300"/>
                <a:gd name="connsiteY692" fmla="*/ 212503 h 476250"/>
                <a:gd name="connsiteX693" fmla="*/ 18383 w 495300"/>
                <a:gd name="connsiteY693" fmla="*/ 212884 h 476250"/>
                <a:gd name="connsiteX694" fmla="*/ 18860 w 495300"/>
                <a:gd name="connsiteY694" fmla="*/ 213170 h 476250"/>
                <a:gd name="connsiteX695" fmla="*/ 19431 w 495300"/>
                <a:gd name="connsiteY695" fmla="*/ 213360 h 476250"/>
                <a:gd name="connsiteX696" fmla="*/ 22288 w 495300"/>
                <a:gd name="connsiteY696" fmla="*/ 213932 h 476250"/>
                <a:gd name="connsiteX697" fmla="*/ 22765 w 495300"/>
                <a:gd name="connsiteY697" fmla="*/ 214217 h 476250"/>
                <a:gd name="connsiteX698" fmla="*/ 23241 w 495300"/>
                <a:gd name="connsiteY698" fmla="*/ 214694 h 476250"/>
                <a:gd name="connsiteX699" fmla="*/ 23431 w 495300"/>
                <a:gd name="connsiteY699" fmla="*/ 215646 h 476250"/>
                <a:gd name="connsiteX700" fmla="*/ 23336 w 495300"/>
                <a:gd name="connsiteY700" fmla="*/ 216313 h 476250"/>
                <a:gd name="connsiteX701" fmla="*/ 23146 w 495300"/>
                <a:gd name="connsiteY701" fmla="*/ 216884 h 476250"/>
                <a:gd name="connsiteX702" fmla="*/ 22670 w 495300"/>
                <a:gd name="connsiteY702" fmla="*/ 217837 h 476250"/>
                <a:gd name="connsiteX703" fmla="*/ 22288 w 495300"/>
                <a:gd name="connsiteY703" fmla="*/ 218789 h 476250"/>
                <a:gd name="connsiteX704" fmla="*/ 22098 w 495300"/>
                <a:gd name="connsiteY704" fmla="*/ 219361 h 476250"/>
                <a:gd name="connsiteX705" fmla="*/ 21241 w 495300"/>
                <a:gd name="connsiteY705" fmla="*/ 224028 h 476250"/>
                <a:gd name="connsiteX706" fmla="*/ 21146 w 495300"/>
                <a:gd name="connsiteY706" fmla="*/ 224695 h 476250"/>
                <a:gd name="connsiteX707" fmla="*/ 21241 w 495300"/>
                <a:gd name="connsiteY707" fmla="*/ 225933 h 476250"/>
                <a:gd name="connsiteX708" fmla="*/ 21336 w 495300"/>
                <a:gd name="connsiteY708" fmla="*/ 226409 h 476250"/>
                <a:gd name="connsiteX709" fmla="*/ 21527 w 495300"/>
                <a:gd name="connsiteY709" fmla="*/ 226886 h 476250"/>
                <a:gd name="connsiteX710" fmla="*/ 22288 w 495300"/>
                <a:gd name="connsiteY710" fmla="*/ 226886 h 476250"/>
                <a:gd name="connsiteX711" fmla="*/ 22670 w 495300"/>
                <a:gd name="connsiteY711" fmla="*/ 226790 h 476250"/>
                <a:gd name="connsiteX712" fmla="*/ 22765 w 495300"/>
                <a:gd name="connsiteY712" fmla="*/ 226981 h 476250"/>
                <a:gd name="connsiteX713" fmla="*/ 22955 w 495300"/>
                <a:gd name="connsiteY713" fmla="*/ 227457 h 476250"/>
                <a:gd name="connsiteX714" fmla="*/ 23431 w 495300"/>
                <a:gd name="connsiteY714" fmla="*/ 228600 h 476250"/>
                <a:gd name="connsiteX715" fmla="*/ 25146 w 495300"/>
                <a:gd name="connsiteY715" fmla="*/ 232220 h 476250"/>
                <a:gd name="connsiteX716" fmla="*/ 25241 w 495300"/>
                <a:gd name="connsiteY716" fmla="*/ 232696 h 476250"/>
                <a:gd name="connsiteX717" fmla="*/ 25241 w 495300"/>
                <a:gd name="connsiteY717" fmla="*/ 233267 h 476250"/>
                <a:gd name="connsiteX718" fmla="*/ 25146 w 495300"/>
                <a:gd name="connsiteY718" fmla="*/ 233744 h 476250"/>
                <a:gd name="connsiteX719" fmla="*/ 24765 w 495300"/>
                <a:gd name="connsiteY719" fmla="*/ 234696 h 476250"/>
                <a:gd name="connsiteX720" fmla="*/ 21812 w 495300"/>
                <a:gd name="connsiteY720" fmla="*/ 239363 h 476250"/>
                <a:gd name="connsiteX721" fmla="*/ 21431 w 495300"/>
                <a:gd name="connsiteY721" fmla="*/ 240221 h 476250"/>
                <a:gd name="connsiteX722" fmla="*/ 21241 w 495300"/>
                <a:gd name="connsiteY722" fmla="*/ 240792 h 476250"/>
                <a:gd name="connsiteX723" fmla="*/ 21146 w 495300"/>
                <a:gd name="connsiteY723" fmla="*/ 241363 h 476250"/>
                <a:gd name="connsiteX724" fmla="*/ 21241 w 495300"/>
                <a:gd name="connsiteY724" fmla="*/ 241840 h 476250"/>
                <a:gd name="connsiteX725" fmla="*/ 21622 w 495300"/>
                <a:gd name="connsiteY725" fmla="*/ 242411 h 476250"/>
                <a:gd name="connsiteX726" fmla="*/ 22193 w 495300"/>
                <a:gd name="connsiteY726" fmla="*/ 243078 h 476250"/>
                <a:gd name="connsiteX727" fmla="*/ 23622 w 495300"/>
                <a:gd name="connsiteY727" fmla="*/ 244031 h 476250"/>
                <a:gd name="connsiteX728" fmla="*/ 25146 w 495300"/>
                <a:gd name="connsiteY728" fmla="*/ 244697 h 476250"/>
                <a:gd name="connsiteX729" fmla="*/ 27908 w 495300"/>
                <a:gd name="connsiteY729" fmla="*/ 245459 h 476250"/>
                <a:gd name="connsiteX730" fmla="*/ 28861 w 495300"/>
                <a:gd name="connsiteY730" fmla="*/ 245840 h 476250"/>
                <a:gd name="connsiteX731" fmla="*/ 33719 w 495300"/>
                <a:gd name="connsiteY731" fmla="*/ 249269 h 476250"/>
                <a:gd name="connsiteX732" fmla="*/ 34290 w 495300"/>
                <a:gd name="connsiteY732" fmla="*/ 249841 h 476250"/>
                <a:gd name="connsiteX733" fmla="*/ 34957 w 495300"/>
                <a:gd name="connsiteY733" fmla="*/ 250793 h 476250"/>
                <a:gd name="connsiteX734" fmla="*/ 36957 w 495300"/>
                <a:gd name="connsiteY734" fmla="*/ 254222 h 476250"/>
                <a:gd name="connsiteX735" fmla="*/ 36957 w 495300"/>
                <a:gd name="connsiteY735" fmla="*/ 254413 h 476250"/>
                <a:gd name="connsiteX736" fmla="*/ 36767 w 495300"/>
                <a:gd name="connsiteY736" fmla="*/ 256318 h 476250"/>
                <a:gd name="connsiteX737" fmla="*/ 36767 w 495300"/>
                <a:gd name="connsiteY737" fmla="*/ 256889 h 476250"/>
                <a:gd name="connsiteX738" fmla="*/ 36862 w 495300"/>
                <a:gd name="connsiteY738" fmla="*/ 257461 h 476250"/>
                <a:gd name="connsiteX739" fmla="*/ 37147 w 495300"/>
                <a:gd name="connsiteY739" fmla="*/ 258604 h 476250"/>
                <a:gd name="connsiteX740" fmla="*/ 37814 w 495300"/>
                <a:gd name="connsiteY740" fmla="*/ 259461 h 476250"/>
                <a:gd name="connsiteX741" fmla="*/ 41720 w 495300"/>
                <a:gd name="connsiteY741" fmla="*/ 262890 h 476250"/>
                <a:gd name="connsiteX742" fmla="*/ 44005 w 495300"/>
                <a:gd name="connsiteY742" fmla="*/ 264509 h 476250"/>
                <a:gd name="connsiteX743" fmla="*/ 47435 w 495300"/>
                <a:gd name="connsiteY743" fmla="*/ 265843 h 476250"/>
                <a:gd name="connsiteX744" fmla="*/ 49149 w 495300"/>
                <a:gd name="connsiteY744" fmla="*/ 266891 h 476250"/>
                <a:gd name="connsiteX745" fmla="*/ 50102 w 495300"/>
                <a:gd name="connsiteY745" fmla="*/ 267653 h 476250"/>
                <a:gd name="connsiteX746" fmla="*/ 51149 w 495300"/>
                <a:gd name="connsiteY746" fmla="*/ 268700 h 476250"/>
                <a:gd name="connsiteX747" fmla="*/ 51911 w 495300"/>
                <a:gd name="connsiteY747" fmla="*/ 270129 h 476250"/>
                <a:gd name="connsiteX748" fmla="*/ 52864 w 495300"/>
                <a:gd name="connsiteY748" fmla="*/ 274034 h 476250"/>
                <a:gd name="connsiteX749" fmla="*/ 53435 w 495300"/>
                <a:gd name="connsiteY749" fmla="*/ 275558 h 476250"/>
                <a:gd name="connsiteX750" fmla="*/ 53721 w 495300"/>
                <a:gd name="connsiteY750" fmla="*/ 276416 h 476250"/>
                <a:gd name="connsiteX751" fmla="*/ 54578 w 495300"/>
                <a:gd name="connsiteY751" fmla="*/ 278130 h 476250"/>
                <a:gd name="connsiteX752" fmla="*/ 54578 w 495300"/>
                <a:gd name="connsiteY752" fmla="*/ 278225 h 476250"/>
                <a:gd name="connsiteX753" fmla="*/ 54578 w 495300"/>
                <a:gd name="connsiteY753" fmla="*/ 278702 h 476250"/>
                <a:gd name="connsiteX754" fmla="*/ 54483 w 495300"/>
                <a:gd name="connsiteY754" fmla="*/ 279463 h 476250"/>
                <a:gd name="connsiteX755" fmla="*/ 54007 w 495300"/>
                <a:gd name="connsiteY755" fmla="*/ 280892 h 476250"/>
                <a:gd name="connsiteX756" fmla="*/ 53626 w 495300"/>
                <a:gd name="connsiteY756" fmla="*/ 282131 h 476250"/>
                <a:gd name="connsiteX757" fmla="*/ 53150 w 495300"/>
                <a:gd name="connsiteY757" fmla="*/ 282988 h 476250"/>
                <a:gd name="connsiteX758" fmla="*/ 53054 w 495300"/>
                <a:gd name="connsiteY758" fmla="*/ 283464 h 476250"/>
                <a:gd name="connsiteX759" fmla="*/ 52959 w 495300"/>
                <a:gd name="connsiteY759" fmla="*/ 284036 h 476250"/>
                <a:gd name="connsiteX760" fmla="*/ 52959 w 495300"/>
                <a:gd name="connsiteY760" fmla="*/ 284798 h 476250"/>
                <a:gd name="connsiteX761" fmla="*/ 53245 w 495300"/>
                <a:gd name="connsiteY761" fmla="*/ 285655 h 476250"/>
                <a:gd name="connsiteX762" fmla="*/ 54673 w 495300"/>
                <a:gd name="connsiteY762" fmla="*/ 288512 h 476250"/>
                <a:gd name="connsiteX763" fmla="*/ 54769 w 495300"/>
                <a:gd name="connsiteY763" fmla="*/ 289084 h 476250"/>
                <a:gd name="connsiteX764" fmla="*/ 54959 w 495300"/>
                <a:gd name="connsiteY764" fmla="*/ 290132 h 476250"/>
                <a:gd name="connsiteX765" fmla="*/ 54388 w 495300"/>
                <a:gd name="connsiteY765" fmla="*/ 292608 h 476250"/>
                <a:gd name="connsiteX766" fmla="*/ 51721 w 495300"/>
                <a:gd name="connsiteY766" fmla="*/ 300419 h 476250"/>
                <a:gd name="connsiteX767" fmla="*/ 53245 w 495300"/>
                <a:gd name="connsiteY767" fmla="*/ 304800 h 476250"/>
                <a:gd name="connsiteX768" fmla="*/ 53912 w 495300"/>
                <a:gd name="connsiteY768" fmla="*/ 306038 h 476250"/>
                <a:gd name="connsiteX769" fmla="*/ 54673 w 495300"/>
                <a:gd name="connsiteY769" fmla="*/ 306515 h 476250"/>
                <a:gd name="connsiteX770" fmla="*/ 57340 w 495300"/>
                <a:gd name="connsiteY770" fmla="*/ 308800 h 476250"/>
                <a:gd name="connsiteX771" fmla="*/ 58103 w 495300"/>
                <a:gd name="connsiteY771" fmla="*/ 309277 h 476250"/>
                <a:gd name="connsiteX772" fmla="*/ 58864 w 495300"/>
                <a:gd name="connsiteY772" fmla="*/ 309658 h 476250"/>
                <a:gd name="connsiteX773" fmla="*/ 60388 w 495300"/>
                <a:gd name="connsiteY773" fmla="*/ 310039 h 476250"/>
                <a:gd name="connsiteX774" fmla="*/ 61531 w 495300"/>
                <a:gd name="connsiteY774" fmla="*/ 310610 h 476250"/>
                <a:gd name="connsiteX775" fmla="*/ 62103 w 495300"/>
                <a:gd name="connsiteY775" fmla="*/ 311182 h 476250"/>
                <a:gd name="connsiteX776" fmla="*/ 62389 w 495300"/>
                <a:gd name="connsiteY776" fmla="*/ 311658 h 476250"/>
                <a:gd name="connsiteX777" fmla="*/ 62960 w 495300"/>
                <a:gd name="connsiteY777" fmla="*/ 313182 h 476250"/>
                <a:gd name="connsiteX778" fmla="*/ 63437 w 495300"/>
                <a:gd name="connsiteY778" fmla="*/ 315182 h 476250"/>
                <a:gd name="connsiteX779" fmla="*/ 64103 w 495300"/>
                <a:gd name="connsiteY779" fmla="*/ 317087 h 476250"/>
                <a:gd name="connsiteX780" fmla="*/ 66580 w 495300"/>
                <a:gd name="connsiteY780" fmla="*/ 321564 h 476250"/>
                <a:gd name="connsiteX781" fmla="*/ 67723 w 495300"/>
                <a:gd name="connsiteY781" fmla="*/ 323279 h 476250"/>
                <a:gd name="connsiteX782" fmla="*/ 70104 w 495300"/>
                <a:gd name="connsiteY782" fmla="*/ 325660 h 476250"/>
                <a:gd name="connsiteX783" fmla="*/ 70485 w 495300"/>
                <a:gd name="connsiteY783" fmla="*/ 326136 h 476250"/>
                <a:gd name="connsiteX784" fmla="*/ 70676 w 495300"/>
                <a:gd name="connsiteY784" fmla="*/ 326517 h 476250"/>
                <a:gd name="connsiteX785" fmla="*/ 70961 w 495300"/>
                <a:gd name="connsiteY785" fmla="*/ 327470 h 476250"/>
                <a:gd name="connsiteX786" fmla="*/ 71056 w 495300"/>
                <a:gd name="connsiteY786" fmla="*/ 327946 h 476250"/>
                <a:gd name="connsiteX787" fmla="*/ 70961 w 495300"/>
                <a:gd name="connsiteY787" fmla="*/ 328517 h 476250"/>
                <a:gd name="connsiteX788" fmla="*/ 70771 w 495300"/>
                <a:gd name="connsiteY788" fmla="*/ 328994 h 476250"/>
                <a:gd name="connsiteX789" fmla="*/ 70485 w 495300"/>
                <a:gd name="connsiteY789" fmla="*/ 330041 h 476250"/>
                <a:gd name="connsiteX790" fmla="*/ 70295 w 495300"/>
                <a:gd name="connsiteY790" fmla="*/ 330613 h 476250"/>
                <a:gd name="connsiteX791" fmla="*/ 70295 w 495300"/>
                <a:gd name="connsiteY791" fmla="*/ 331375 h 476250"/>
                <a:gd name="connsiteX792" fmla="*/ 70485 w 495300"/>
                <a:gd name="connsiteY792" fmla="*/ 332327 h 476250"/>
                <a:gd name="connsiteX793" fmla="*/ 70866 w 495300"/>
                <a:gd name="connsiteY793" fmla="*/ 332899 h 476250"/>
                <a:gd name="connsiteX794" fmla="*/ 71342 w 495300"/>
                <a:gd name="connsiteY794" fmla="*/ 333185 h 476250"/>
                <a:gd name="connsiteX795" fmla="*/ 72390 w 495300"/>
                <a:gd name="connsiteY795" fmla="*/ 333566 h 476250"/>
                <a:gd name="connsiteX796" fmla="*/ 73152 w 495300"/>
                <a:gd name="connsiteY796" fmla="*/ 333946 h 476250"/>
                <a:gd name="connsiteX797" fmla="*/ 74104 w 495300"/>
                <a:gd name="connsiteY797" fmla="*/ 334518 h 476250"/>
                <a:gd name="connsiteX798" fmla="*/ 77057 w 495300"/>
                <a:gd name="connsiteY798" fmla="*/ 337566 h 476250"/>
                <a:gd name="connsiteX799" fmla="*/ 77438 w 495300"/>
                <a:gd name="connsiteY799" fmla="*/ 337852 h 476250"/>
                <a:gd name="connsiteX800" fmla="*/ 78296 w 495300"/>
                <a:gd name="connsiteY800" fmla="*/ 338328 h 476250"/>
                <a:gd name="connsiteX801" fmla="*/ 78772 w 495300"/>
                <a:gd name="connsiteY801" fmla="*/ 338519 h 476250"/>
                <a:gd name="connsiteX802" fmla="*/ 79343 w 495300"/>
                <a:gd name="connsiteY802" fmla="*/ 338900 h 476250"/>
                <a:gd name="connsiteX803" fmla="*/ 81248 w 495300"/>
                <a:gd name="connsiteY803" fmla="*/ 340519 h 476250"/>
                <a:gd name="connsiteX804" fmla="*/ 82772 w 495300"/>
                <a:gd name="connsiteY804" fmla="*/ 342329 h 476250"/>
                <a:gd name="connsiteX805" fmla="*/ 85249 w 495300"/>
                <a:gd name="connsiteY805" fmla="*/ 346805 h 476250"/>
                <a:gd name="connsiteX806" fmla="*/ 86201 w 495300"/>
                <a:gd name="connsiteY806" fmla="*/ 348234 h 476250"/>
                <a:gd name="connsiteX807" fmla="*/ 88963 w 495300"/>
                <a:gd name="connsiteY807" fmla="*/ 351282 h 476250"/>
                <a:gd name="connsiteX808" fmla="*/ 91916 w 495300"/>
                <a:gd name="connsiteY808" fmla="*/ 353378 h 476250"/>
                <a:gd name="connsiteX809" fmla="*/ 93536 w 495300"/>
                <a:gd name="connsiteY809" fmla="*/ 354806 h 476250"/>
                <a:gd name="connsiteX810" fmla="*/ 94012 w 495300"/>
                <a:gd name="connsiteY810" fmla="*/ 355378 h 476250"/>
                <a:gd name="connsiteX811" fmla="*/ 94297 w 495300"/>
                <a:gd name="connsiteY811" fmla="*/ 355854 h 476250"/>
                <a:gd name="connsiteX812" fmla="*/ 94869 w 495300"/>
                <a:gd name="connsiteY812" fmla="*/ 357378 h 476250"/>
                <a:gd name="connsiteX813" fmla="*/ 95250 w 495300"/>
                <a:gd name="connsiteY813" fmla="*/ 358331 h 476250"/>
                <a:gd name="connsiteX814" fmla="*/ 95536 w 495300"/>
                <a:gd name="connsiteY814" fmla="*/ 360712 h 476250"/>
                <a:gd name="connsiteX815" fmla="*/ 95821 w 495300"/>
                <a:gd name="connsiteY815" fmla="*/ 361474 h 476250"/>
                <a:gd name="connsiteX816" fmla="*/ 96203 w 495300"/>
                <a:gd name="connsiteY816" fmla="*/ 362521 h 476250"/>
                <a:gd name="connsiteX817" fmla="*/ 96584 w 495300"/>
                <a:gd name="connsiteY817" fmla="*/ 363188 h 476250"/>
                <a:gd name="connsiteX818" fmla="*/ 96964 w 495300"/>
                <a:gd name="connsiteY818" fmla="*/ 363665 h 476250"/>
                <a:gd name="connsiteX819" fmla="*/ 97346 w 495300"/>
                <a:gd name="connsiteY819" fmla="*/ 363855 h 476250"/>
                <a:gd name="connsiteX820" fmla="*/ 98298 w 495300"/>
                <a:gd name="connsiteY820" fmla="*/ 364331 h 476250"/>
                <a:gd name="connsiteX821" fmla="*/ 99155 w 495300"/>
                <a:gd name="connsiteY821" fmla="*/ 364046 h 476250"/>
                <a:gd name="connsiteX822" fmla="*/ 99917 w 495300"/>
                <a:gd name="connsiteY822" fmla="*/ 363474 h 476250"/>
                <a:gd name="connsiteX823" fmla="*/ 100489 w 495300"/>
                <a:gd name="connsiteY823" fmla="*/ 362807 h 476250"/>
                <a:gd name="connsiteX824" fmla="*/ 101251 w 495300"/>
                <a:gd name="connsiteY824" fmla="*/ 362141 h 476250"/>
                <a:gd name="connsiteX825" fmla="*/ 102489 w 495300"/>
                <a:gd name="connsiteY825" fmla="*/ 361474 h 476250"/>
                <a:gd name="connsiteX826" fmla="*/ 103442 w 495300"/>
                <a:gd name="connsiteY826" fmla="*/ 361188 h 476250"/>
                <a:gd name="connsiteX827" fmla="*/ 104013 w 495300"/>
                <a:gd name="connsiteY827" fmla="*/ 361093 h 476250"/>
                <a:gd name="connsiteX828" fmla="*/ 105251 w 495300"/>
                <a:gd name="connsiteY828" fmla="*/ 361188 h 476250"/>
                <a:gd name="connsiteX829" fmla="*/ 106299 w 495300"/>
                <a:gd name="connsiteY829" fmla="*/ 361474 h 476250"/>
                <a:gd name="connsiteX830" fmla="*/ 110585 w 495300"/>
                <a:gd name="connsiteY830" fmla="*/ 363569 h 476250"/>
                <a:gd name="connsiteX831" fmla="*/ 111823 w 495300"/>
                <a:gd name="connsiteY831" fmla="*/ 364427 h 476250"/>
                <a:gd name="connsiteX832" fmla="*/ 113157 w 495300"/>
                <a:gd name="connsiteY832" fmla="*/ 365855 h 476250"/>
                <a:gd name="connsiteX833" fmla="*/ 115538 w 495300"/>
                <a:gd name="connsiteY833" fmla="*/ 370523 h 476250"/>
                <a:gd name="connsiteX834" fmla="*/ 116014 w 495300"/>
                <a:gd name="connsiteY834" fmla="*/ 371094 h 476250"/>
                <a:gd name="connsiteX835" fmla="*/ 117824 w 495300"/>
                <a:gd name="connsiteY835" fmla="*/ 371951 h 476250"/>
                <a:gd name="connsiteX836" fmla="*/ 130588 w 495300"/>
                <a:gd name="connsiteY836" fmla="*/ 375475 h 476250"/>
                <a:gd name="connsiteX837" fmla="*/ 131921 w 495300"/>
                <a:gd name="connsiteY837" fmla="*/ 376333 h 476250"/>
                <a:gd name="connsiteX838" fmla="*/ 134112 w 495300"/>
                <a:gd name="connsiteY838" fmla="*/ 379286 h 476250"/>
                <a:gd name="connsiteX839" fmla="*/ 135446 w 495300"/>
                <a:gd name="connsiteY839" fmla="*/ 378714 h 476250"/>
                <a:gd name="connsiteX840" fmla="*/ 135827 w 495300"/>
                <a:gd name="connsiteY840" fmla="*/ 378524 h 476250"/>
                <a:gd name="connsiteX841" fmla="*/ 136303 w 495300"/>
                <a:gd name="connsiteY841" fmla="*/ 378238 h 476250"/>
                <a:gd name="connsiteX842" fmla="*/ 136588 w 495300"/>
                <a:gd name="connsiteY842" fmla="*/ 377857 h 476250"/>
                <a:gd name="connsiteX843" fmla="*/ 136970 w 495300"/>
                <a:gd name="connsiteY843" fmla="*/ 377571 h 476250"/>
                <a:gd name="connsiteX844" fmla="*/ 137351 w 495300"/>
                <a:gd name="connsiteY844" fmla="*/ 377381 h 476250"/>
                <a:gd name="connsiteX845" fmla="*/ 137922 w 495300"/>
                <a:gd name="connsiteY845" fmla="*/ 377285 h 476250"/>
                <a:gd name="connsiteX846" fmla="*/ 138494 w 495300"/>
                <a:gd name="connsiteY846" fmla="*/ 377381 h 476250"/>
                <a:gd name="connsiteX847" fmla="*/ 139255 w 495300"/>
                <a:gd name="connsiteY847" fmla="*/ 377857 h 476250"/>
                <a:gd name="connsiteX848" fmla="*/ 141732 w 495300"/>
                <a:gd name="connsiteY848" fmla="*/ 380333 h 476250"/>
                <a:gd name="connsiteX849" fmla="*/ 145161 w 495300"/>
                <a:gd name="connsiteY849" fmla="*/ 382905 h 476250"/>
                <a:gd name="connsiteX850" fmla="*/ 145732 w 495300"/>
                <a:gd name="connsiteY850" fmla="*/ 383191 h 476250"/>
                <a:gd name="connsiteX851" fmla="*/ 146495 w 495300"/>
                <a:gd name="connsiteY851" fmla="*/ 383191 h 476250"/>
                <a:gd name="connsiteX852" fmla="*/ 148590 w 495300"/>
                <a:gd name="connsiteY852" fmla="*/ 382905 h 476250"/>
                <a:gd name="connsiteX853" fmla="*/ 149543 w 495300"/>
                <a:gd name="connsiteY853" fmla="*/ 382905 h 476250"/>
                <a:gd name="connsiteX854" fmla="*/ 151829 w 495300"/>
                <a:gd name="connsiteY854" fmla="*/ 383572 h 476250"/>
                <a:gd name="connsiteX855" fmla="*/ 152400 w 495300"/>
                <a:gd name="connsiteY855" fmla="*/ 383858 h 476250"/>
                <a:gd name="connsiteX856" fmla="*/ 153734 w 495300"/>
                <a:gd name="connsiteY856" fmla="*/ 385096 h 476250"/>
                <a:gd name="connsiteX857" fmla="*/ 156496 w 495300"/>
                <a:gd name="connsiteY857" fmla="*/ 387096 h 476250"/>
                <a:gd name="connsiteX858" fmla="*/ 157353 w 495300"/>
                <a:gd name="connsiteY858" fmla="*/ 387572 h 476250"/>
                <a:gd name="connsiteX859" fmla="*/ 157925 w 495300"/>
                <a:gd name="connsiteY859" fmla="*/ 387667 h 476250"/>
                <a:gd name="connsiteX860" fmla="*/ 158687 w 495300"/>
                <a:gd name="connsiteY860" fmla="*/ 387572 h 476250"/>
                <a:gd name="connsiteX861" fmla="*/ 159925 w 495300"/>
                <a:gd name="connsiteY861" fmla="*/ 387001 h 476250"/>
                <a:gd name="connsiteX862" fmla="*/ 160496 w 495300"/>
                <a:gd name="connsiteY862" fmla="*/ 386620 h 476250"/>
                <a:gd name="connsiteX863" fmla="*/ 160877 w 495300"/>
                <a:gd name="connsiteY863" fmla="*/ 386429 h 476250"/>
                <a:gd name="connsiteX864" fmla="*/ 161068 w 495300"/>
                <a:gd name="connsiteY864" fmla="*/ 386144 h 476250"/>
                <a:gd name="connsiteX865" fmla="*/ 161925 w 495300"/>
                <a:gd name="connsiteY865" fmla="*/ 385953 h 476250"/>
                <a:gd name="connsiteX866" fmla="*/ 163163 w 495300"/>
                <a:gd name="connsiteY866" fmla="*/ 385858 h 476250"/>
                <a:gd name="connsiteX867" fmla="*/ 168402 w 495300"/>
                <a:gd name="connsiteY867" fmla="*/ 386239 h 476250"/>
                <a:gd name="connsiteX868" fmla="*/ 169736 w 495300"/>
                <a:gd name="connsiteY868" fmla="*/ 385477 h 476250"/>
                <a:gd name="connsiteX869" fmla="*/ 170497 w 495300"/>
                <a:gd name="connsiteY869" fmla="*/ 385191 h 476250"/>
                <a:gd name="connsiteX870" fmla="*/ 171069 w 495300"/>
                <a:gd name="connsiteY870" fmla="*/ 385096 h 476250"/>
                <a:gd name="connsiteX871" fmla="*/ 174498 w 495300"/>
                <a:gd name="connsiteY871" fmla="*/ 385096 h 476250"/>
                <a:gd name="connsiteX872" fmla="*/ 176308 w 495300"/>
                <a:gd name="connsiteY872" fmla="*/ 384620 h 476250"/>
                <a:gd name="connsiteX873" fmla="*/ 182594 w 495300"/>
                <a:gd name="connsiteY873" fmla="*/ 384905 h 476250"/>
                <a:gd name="connsiteX874" fmla="*/ 193643 w 495300"/>
                <a:gd name="connsiteY874" fmla="*/ 387191 h 476250"/>
                <a:gd name="connsiteX875" fmla="*/ 194501 w 495300"/>
                <a:gd name="connsiteY875" fmla="*/ 387096 h 476250"/>
                <a:gd name="connsiteX876" fmla="*/ 195453 w 495300"/>
                <a:gd name="connsiteY876" fmla="*/ 386906 h 476250"/>
                <a:gd name="connsiteX877" fmla="*/ 197834 w 495300"/>
                <a:gd name="connsiteY877" fmla="*/ 386048 h 476250"/>
                <a:gd name="connsiteX878" fmla="*/ 201644 w 495300"/>
                <a:gd name="connsiteY878" fmla="*/ 384238 h 476250"/>
                <a:gd name="connsiteX879" fmla="*/ 212884 w 495300"/>
                <a:gd name="connsiteY879" fmla="*/ 382048 h 476250"/>
                <a:gd name="connsiteX880" fmla="*/ 213455 w 495300"/>
                <a:gd name="connsiteY880" fmla="*/ 381476 h 476250"/>
                <a:gd name="connsiteX881" fmla="*/ 214694 w 495300"/>
                <a:gd name="connsiteY881" fmla="*/ 380524 h 476250"/>
                <a:gd name="connsiteX882" fmla="*/ 215741 w 495300"/>
                <a:gd name="connsiteY882" fmla="*/ 380143 h 476250"/>
                <a:gd name="connsiteX883" fmla="*/ 216503 w 495300"/>
                <a:gd name="connsiteY883" fmla="*/ 380048 h 476250"/>
                <a:gd name="connsiteX884" fmla="*/ 217265 w 495300"/>
                <a:gd name="connsiteY884" fmla="*/ 380048 h 476250"/>
                <a:gd name="connsiteX885" fmla="*/ 218789 w 495300"/>
                <a:gd name="connsiteY885" fmla="*/ 380810 h 476250"/>
                <a:gd name="connsiteX886" fmla="*/ 221075 w 495300"/>
                <a:gd name="connsiteY886" fmla="*/ 382810 h 476250"/>
                <a:gd name="connsiteX887" fmla="*/ 221932 w 495300"/>
                <a:gd name="connsiteY887" fmla="*/ 383858 h 476250"/>
                <a:gd name="connsiteX888" fmla="*/ 222313 w 495300"/>
                <a:gd name="connsiteY888" fmla="*/ 384048 h 476250"/>
                <a:gd name="connsiteX889" fmla="*/ 222599 w 495300"/>
                <a:gd name="connsiteY889" fmla="*/ 384143 h 476250"/>
                <a:gd name="connsiteX890" fmla="*/ 223076 w 495300"/>
                <a:gd name="connsiteY890" fmla="*/ 384238 h 476250"/>
                <a:gd name="connsiteX891" fmla="*/ 223838 w 495300"/>
                <a:gd name="connsiteY891" fmla="*/ 384048 h 476250"/>
                <a:gd name="connsiteX892" fmla="*/ 224885 w 495300"/>
                <a:gd name="connsiteY892" fmla="*/ 383667 h 476250"/>
                <a:gd name="connsiteX893" fmla="*/ 225552 w 495300"/>
                <a:gd name="connsiteY893" fmla="*/ 383381 h 476250"/>
                <a:gd name="connsiteX894" fmla="*/ 226028 w 495300"/>
                <a:gd name="connsiteY894" fmla="*/ 383000 h 476250"/>
                <a:gd name="connsiteX895" fmla="*/ 227362 w 495300"/>
                <a:gd name="connsiteY895" fmla="*/ 381667 h 476250"/>
                <a:gd name="connsiteX896" fmla="*/ 228219 w 495300"/>
                <a:gd name="connsiteY896" fmla="*/ 381191 h 476250"/>
                <a:gd name="connsiteX897" fmla="*/ 228886 w 495300"/>
                <a:gd name="connsiteY897" fmla="*/ 381095 h 476250"/>
                <a:gd name="connsiteX898" fmla="*/ 229648 w 495300"/>
                <a:gd name="connsiteY898" fmla="*/ 381095 h 476250"/>
                <a:gd name="connsiteX899" fmla="*/ 231077 w 495300"/>
                <a:gd name="connsiteY899" fmla="*/ 381476 h 476250"/>
                <a:gd name="connsiteX900" fmla="*/ 231743 w 495300"/>
                <a:gd name="connsiteY900" fmla="*/ 381857 h 476250"/>
                <a:gd name="connsiteX901" fmla="*/ 232315 w 495300"/>
                <a:gd name="connsiteY901" fmla="*/ 382143 h 476250"/>
                <a:gd name="connsiteX902" fmla="*/ 232886 w 495300"/>
                <a:gd name="connsiteY902" fmla="*/ 382905 h 476250"/>
                <a:gd name="connsiteX903" fmla="*/ 233363 w 495300"/>
                <a:gd name="connsiteY903" fmla="*/ 383762 h 476250"/>
                <a:gd name="connsiteX904" fmla="*/ 233744 w 495300"/>
                <a:gd name="connsiteY904" fmla="*/ 384620 h 476250"/>
                <a:gd name="connsiteX905" fmla="*/ 234029 w 495300"/>
                <a:gd name="connsiteY905" fmla="*/ 385000 h 476250"/>
                <a:gd name="connsiteX906" fmla="*/ 234410 w 495300"/>
                <a:gd name="connsiteY906" fmla="*/ 385286 h 476250"/>
                <a:gd name="connsiteX907" fmla="*/ 234791 w 495300"/>
                <a:gd name="connsiteY907" fmla="*/ 385572 h 476250"/>
                <a:gd name="connsiteX908" fmla="*/ 235268 w 495300"/>
                <a:gd name="connsiteY908" fmla="*/ 385763 h 476250"/>
                <a:gd name="connsiteX909" fmla="*/ 236982 w 495300"/>
                <a:gd name="connsiteY909" fmla="*/ 386144 h 476250"/>
                <a:gd name="connsiteX910" fmla="*/ 237458 w 495300"/>
                <a:gd name="connsiteY910" fmla="*/ 386334 h 476250"/>
                <a:gd name="connsiteX911" fmla="*/ 237935 w 495300"/>
                <a:gd name="connsiteY911" fmla="*/ 386620 h 476250"/>
                <a:gd name="connsiteX912" fmla="*/ 238982 w 495300"/>
                <a:gd name="connsiteY912" fmla="*/ 387572 h 476250"/>
                <a:gd name="connsiteX913" fmla="*/ 239268 w 495300"/>
                <a:gd name="connsiteY913" fmla="*/ 387953 h 476250"/>
                <a:gd name="connsiteX914" fmla="*/ 239459 w 495300"/>
                <a:gd name="connsiteY914" fmla="*/ 388334 h 476250"/>
                <a:gd name="connsiteX915" fmla="*/ 239649 w 495300"/>
                <a:gd name="connsiteY915" fmla="*/ 388811 h 476250"/>
                <a:gd name="connsiteX916" fmla="*/ 239839 w 495300"/>
                <a:gd name="connsiteY916" fmla="*/ 389858 h 476250"/>
                <a:gd name="connsiteX917" fmla="*/ 240125 w 495300"/>
                <a:gd name="connsiteY917" fmla="*/ 390239 h 476250"/>
                <a:gd name="connsiteX918" fmla="*/ 240506 w 495300"/>
                <a:gd name="connsiteY918" fmla="*/ 390525 h 476250"/>
                <a:gd name="connsiteX919" fmla="*/ 242792 w 495300"/>
                <a:gd name="connsiteY919" fmla="*/ 391478 h 476250"/>
                <a:gd name="connsiteX920" fmla="*/ 247174 w 495300"/>
                <a:gd name="connsiteY920" fmla="*/ 392811 h 476250"/>
                <a:gd name="connsiteX921" fmla="*/ 248412 w 495300"/>
                <a:gd name="connsiteY921" fmla="*/ 392906 h 476250"/>
                <a:gd name="connsiteX922" fmla="*/ 255746 w 495300"/>
                <a:gd name="connsiteY922" fmla="*/ 392144 h 476250"/>
                <a:gd name="connsiteX923" fmla="*/ 256318 w 495300"/>
                <a:gd name="connsiteY923" fmla="*/ 391954 h 476250"/>
                <a:gd name="connsiteX924" fmla="*/ 256985 w 495300"/>
                <a:gd name="connsiteY924" fmla="*/ 391573 h 476250"/>
                <a:gd name="connsiteX925" fmla="*/ 257651 w 495300"/>
                <a:gd name="connsiteY925" fmla="*/ 390620 h 476250"/>
                <a:gd name="connsiteX926" fmla="*/ 257842 w 495300"/>
                <a:gd name="connsiteY926" fmla="*/ 389858 h 476250"/>
                <a:gd name="connsiteX927" fmla="*/ 258223 w 495300"/>
                <a:gd name="connsiteY927" fmla="*/ 388525 h 476250"/>
                <a:gd name="connsiteX928" fmla="*/ 258509 w 495300"/>
                <a:gd name="connsiteY928" fmla="*/ 388049 h 476250"/>
                <a:gd name="connsiteX929" fmla="*/ 259175 w 495300"/>
                <a:gd name="connsiteY929" fmla="*/ 387477 h 476250"/>
                <a:gd name="connsiteX930" fmla="*/ 259652 w 495300"/>
                <a:gd name="connsiteY930" fmla="*/ 387001 h 476250"/>
                <a:gd name="connsiteX931" fmla="*/ 260128 w 495300"/>
                <a:gd name="connsiteY931" fmla="*/ 386810 h 476250"/>
                <a:gd name="connsiteX932" fmla="*/ 261176 w 495300"/>
                <a:gd name="connsiteY932" fmla="*/ 386906 h 476250"/>
                <a:gd name="connsiteX933" fmla="*/ 261652 w 495300"/>
                <a:gd name="connsiteY933" fmla="*/ 386620 h 476250"/>
                <a:gd name="connsiteX934" fmla="*/ 262033 w 495300"/>
                <a:gd name="connsiteY934" fmla="*/ 385953 h 476250"/>
                <a:gd name="connsiteX935" fmla="*/ 262414 w 495300"/>
                <a:gd name="connsiteY935" fmla="*/ 384620 h 476250"/>
                <a:gd name="connsiteX936" fmla="*/ 262604 w 495300"/>
                <a:gd name="connsiteY936" fmla="*/ 384143 h 476250"/>
                <a:gd name="connsiteX937" fmla="*/ 262890 w 495300"/>
                <a:gd name="connsiteY937" fmla="*/ 383762 h 476250"/>
                <a:gd name="connsiteX938" fmla="*/ 263938 w 495300"/>
                <a:gd name="connsiteY938" fmla="*/ 382810 h 476250"/>
                <a:gd name="connsiteX939" fmla="*/ 264986 w 495300"/>
                <a:gd name="connsiteY939" fmla="*/ 382143 h 476250"/>
                <a:gd name="connsiteX940" fmla="*/ 266129 w 495300"/>
                <a:gd name="connsiteY940" fmla="*/ 381571 h 476250"/>
                <a:gd name="connsiteX941" fmla="*/ 267081 w 495300"/>
                <a:gd name="connsiteY941" fmla="*/ 381381 h 476250"/>
                <a:gd name="connsiteX942" fmla="*/ 268414 w 495300"/>
                <a:gd name="connsiteY942" fmla="*/ 381476 h 476250"/>
                <a:gd name="connsiteX943" fmla="*/ 269081 w 495300"/>
                <a:gd name="connsiteY943" fmla="*/ 381667 h 476250"/>
                <a:gd name="connsiteX944" fmla="*/ 269748 w 495300"/>
                <a:gd name="connsiteY944" fmla="*/ 381762 h 476250"/>
                <a:gd name="connsiteX945" fmla="*/ 270224 w 495300"/>
                <a:gd name="connsiteY945" fmla="*/ 381667 h 476250"/>
                <a:gd name="connsiteX946" fmla="*/ 271844 w 495300"/>
                <a:gd name="connsiteY946" fmla="*/ 380619 h 476250"/>
                <a:gd name="connsiteX947" fmla="*/ 272320 w 495300"/>
                <a:gd name="connsiteY947" fmla="*/ 381000 h 476250"/>
                <a:gd name="connsiteX948" fmla="*/ 272510 w 495300"/>
                <a:gd name="connsiteY948" fmla="*/ 381191 h 476250"/>
                <a:gd name="connsiteX949" fmla="*/ 272605 w 495300"/>
                <a:gd name="connsiteY949" fmla="*/ 381381 h 476250"/>
                <a:gd name="connsiteX950" fmla="*/ 272987 w 495300"/>
                <a:gd name="connsiteY950" fmla="*/ 382238 h 476250"/>
                <a:gd name="connsiteX951" fmla="*/ 276130 w 495300"/>
                <a:gd name="connsiteY951" fmla="*/ 386239 h 476250"/>
                <a:gd name="connsiteX952" fmla="*/ 276225 w 495300"/>
                <a:gd name="connsiteY952" fmla="*/ 386906 h 476250"/>
                <a:gd name="connsiteX953" fmla="*/ 276225 w 495300"/>
                <a:gd name="connsiteY953" fmla="*/ 387858 h 476250"/>
                <a:gd name="connsiteX954" fmla="*/ 275939 w 495300"/>
                <a:gd name="connsiteY954" fmla="*/ 389382 h 476250"/>
                <a:gd name="connsiteX955" fmla="*/ 275463 w 495300"/>
                <a:gd name="connsiteY955" fmla="*/ 391001 h 476250"/>
                <a:gd name="connsiteX956" fmla="*/ 275082 w 495300"/>
                <a:gd name="connsiteY956" fmla="*/ 391859 h 476250"/>
                <a:gd name="connsiteX957" fmla="*/ 275082 w 495300"/>
                <a:gd name="connsiteY957" fmla="*/ 392144 h 476250"/>
                <a:gd name="connsiteX958" fmla="*/ 274987 w 495300"/>
                <a:gd name="connsiteY958" fmla="*/ 392621 h 476250"/>
                <a:gd name="connsiteX959" fmla="*/ 274892 w 495300"/>
                <a:gd name="connsiteY959" fmla="*/ 393287 h 476250"/>
                <a:gd name="connsiteX960" fmla="*/ 274987 w 495300"/>
                <a:gd name="connsiteY960" fmla="*/ 394145 h 476250"/>
                <a:gd name="connsiteX961" fmla="*/ 275463 w 495300"/>
                <a:gd name="connsiteY961" fmla="*/ 396526 h 476250"/>
                <a:gd name="connsiteX962" fmla="*/ 276035 w 495300"/>
                <a:gd name="connsiteY962" fmla="*/ 401860 h 476250"/>
                <a:gd name="connsiteX963" fmla="*/ 276035 w 495300"/>
                <a:gd name="connsiteY963" fmla="*/ 402622 h 476250"/>
                <a:gd name="connsiteX964" fmla="*/ 275654 w 495300"/>
                <a:gd name="connsiteY964" fmla="*/ 403860 h 476250"/>
                <a:gd name="connsiteX965" fmla="*/ 275368 w 495300"/>
                <a:gd name="connsiteY965" fmla="*/ 404527 h 476250"/>
                <a:gd name="connsiteX966" fmla="*/ 274987 w 495300"/>
                <a:gd name="connsiteY966" fmla="*/ 405003 h 476250"/>
                <a:gd name="connsiteX967" fmla="*/ 274415 w 495300"/>
                <a:gd name="connsiteY967" fmla="*/ 405765 h 476250"/>
                <a:gd name="connsiteX968" fmla="*/ 273939 w 495300"/>
                <a:gd name="connsiteY968" fmla="*/ 406622 h 476250"/>
                <a:gd name="connsiteX969" fmla="*/ 273748 w 495300"/>
                <a:gd name="connsiteY969" fmla="*/ 407099 h 476250"/>
                <a:gd name="connsiteX970" fmla="*/ 273748 w 495300"/>
                <a:gd name="connsiteY970" fmla="*/ 408718 h 476250"/>
                <a:gd name="connsiteX971" fmla="*/ 275177 w 495300"/>
                <a:gd name="connsiteY971" fmla="*/ 412242 h 476250"/>
                <a:gd name="connsiteX972" fmla="*/ 276415 w 495300"/>
                <a:gd name="connsiteY972" fmla="*/ 415576 h 476250"/>
                <a:gd name="connsiteX973" fmla="*/ 276701 w 495300"/>
                <a:gd name="connsiteY973" fmla="*/ 417195 h 476250"/>
                <a:gd name="connsiteX974" fmla="*/ 276606 w 495300"/>
                <a:gd name="connsiteY974" fmla="*/ 421005 h 476250"/>
                <a:gd name="connsiteX975" fmla="*/ 276796 w 495300"/>
                <a:gd name="connsiteY975" fmla="*/ 421958 h 476250"/>
                <a:gd name="connsiteX976" fmla="*/ 277082 w 495300"/>
                <a:gd name="connsiteY976" fmla="*/ 422624 h 476250"/>
                <a:gd name="connsiteX977" fmla="*/ 280416 w 495300"/>
                <a:gd name="connsiteY977" fmla="*/ 426339 h 476250"/>
                <a:gd name="connsiteX978" fmla="*/ 281083 w 495300"/>
                <a:gd name="connsiteY978" fmla="*/ 427292 h 476250"/>
                <a:gd name="connsiteX979" fmla="*/ 281464 w 495300"/>
                <a:gd name="connsiteY979" fmla="*/ 427958 h 476250"/>
                <a:gd name="connsiteX980" fmla="*/ 281654 w 495300"/>
                <a:gd name="connsiteY980" fmla="*/ 428530 h 476250"/>
                <a:gd name="connsiteX981" fmla="*/ 282416 w 495300"/>
                <a:gd name="connsiteY981" fmla="*/ 432911 h 476250"/>
                <a:gd name="connsiteX982" fmla="*/ 282797 w 495300"/>
                <a:gd name="connsiteY982" fmla="*/ 433864 h 476250"/>
                <a:gd name="connsiteX983" fmla="*/ 283273 w 495300"/>
                <a:gd name="connsiteY983" fmla="*/ 434435 h 476250"/>
                <a:gd name="connsiteX984" fmla="*/ 283750 w 495300"/>
                <a:gd name="connsiteY984" fmla="*/ 434531 h 476250"/>
                <a:gd name="connsiteX985" fmla="*/ 284417 w 495300"/>
                <a:gd name="connsiteY985" fmla="*/ 434626 h 476250"/>
                <a:gd name="connsiteX986" fmla="*/ 285464 w 495300"/>
                <a:gd name="connsiteY986" fmla="*/ 434435 h 476250"/>
                <a:gd name="connsiteX987" fmla="*/ 286321 w 495300"/>
                <a:gd name="connsiteY987" fmla="*/ 434150 h 476250"/>
                <a:gd name="connsiteX988" fmla="*/ 286893 w 495300"/>
                <a:gd name="connsiteY988" fmla="*/ 433864 h 476250"/>
                <a:gd name="connsiteX989" fmla="*/ 287655 w 495300"/>
                <a:gd name="connsiteY989" fmla="*/ 433483 h 476250"/>
                <a:gd name="connsiteX990" fmla="*/ 288227 w 495300"/>
                <a:gd name="connsiteY990" fmla="*/ 433578 h 476250"/>
                <a:gd name="connsiteX991" fmla="*/ 288893 w 495300"/>
                <a:gd name="connsiteY991" fmla="*/ 433864 h 476250"/>
                <a:gd name="connsiteX992" fmla="*/ 289751 w 495300"/>
                <a:gd name="connsiteY992" fmla="*/ 434626 h 476250"/>
                <a:gd name="connsiteX993" fmla="*/ 290036 w 495300"/>
                <a:gd name="connsiteY993" fmla="*/ 435197 h 476250"/>
                <a:gd name="connsiteX994" fmla="*/ 290322 w 495300"/>
                <a:gd name="connsiteY994" fmla="*/ 435769 h 476250"/>
                <a:gd name="connsiteX995" fmla="*/ 290322 w 495300"/>
                <a:gd name="connsiteY995" fmla="*/ 438150 h 476250"/>
                <a:gd name="connsiteX996" fmla="*/ 289751 w 495300"/>
                <a:gd name="connsiteY996" fmla="*/ 441103 h 476250"/>
                <a:gd name="connsiteX997" fmla="*/ 289751 w 495300"/>
                <a:gd name="connsiteY997" fmla="*/ 441865 h 476250"/>
                <a:gd name="connsiteX998" fmla="*/ 289941 w 495300"/>
                <a:gd name="connsiteY998" fmla="*/ 442817 h 476250"/>
                <a:gd name="connsiteX999" fmla="*/ 290131 w 495300"/>
                <a:gd name="connsiteY999" fmla="*/ 443389 h 476250"/>
                <a:gd name="connsiteX1000" fmla="*/ 290227 w 495300"/>
                <a:gd name="connsiteY1000" fmla="*/ 443484 h 476250"/>
                <a:gd name="connsiteX1001" fmla="*/ 290798 w 495300"/>
                <a:gd name="connsiteY1001" fmla="*/ 443675 h 476250"/>
                <a:gd name="connsiteX1002" fmla="*/ 291275 w 495300"/>
                <a:gd name="connsiteY1002" fmla="*/ 443770 h 476250"/>
                <a:gd name="connsiteX1003" fmla="*/ 296037 w 495300"/>
                <a:gd name="connsiteY1003" fmla="*/ 443008 h 476250"/>
                <a:gd name="connsiteX1004" fmla="*/ 296894 w 495300"/>
                <a:gd name="connsiteY1004" fmla="*/ 442722 h 476250"/>
                <a:gd name="connsiteX1005" fmla="*/ 298132 w 495300"/>
                <a:gd name="connsiteY1005" fmla="*/ 441960 h 476250"/>
                <a:gd name="connsiteX1006" fmla="*/ 300323 w 495300"/>
                <a:gd name="connsiteY1006" fmla="*/ 440341 h 476250"/>
                <a:gd name="connsiteX1007" fmla="*/ 304324 w 495300"/>
                <a:gd name="connsiteY1007" fmla="*/ 435007 h 476250"/>
                <a:gd name="connsiteX1008" fmla="*/ 304705 w 495300"/>
                <a:gd name="connsiteY1008" fmla="*/ 434626 h 476250"/>
                <a:gd name="connsiteX1009" fmla="*/ 304990 w 495300"/>
                <a:gd name="connsiteY1009" fmla="*/ 434340 h 476250"/>
                <a:gd name="connsiteX1010" fmla="*/ 305467 w 495300"/>
                <a:gd name="connsiteY1010" fmla="*/ 434150 h 476250"/>
                <a:gd name="connsiteX1011" fmla="*/ 306229 w 495300"/>
                <a:gd name="connsiteY1011" fmla="*/ 434150 h 476250"/>
                <a:gd name="connsiteX1012" fmla="*/ 307181 w 495300"/>
                <a:gd name="connsiteY1012" fmla="*/ 434435 h 476250"/>
                <a:gd name="connsiteX1013" fmla="*/ 310896 w 495300"/>
                <a:gd name="connsiteY1013" fmla="*/ 436340 h 476250"/>
                <a:gd name="connsiteX1014" fmla="*/ 313849 w 495300"/>
                <a:gd name="connsiteY1014" fmla="*/ 437293 h 476250"/>
                <a:gd name="connsiteX1015" fmla="*/ 314420 w 495300"/>
                <a:gd name="connsiteY1015" fmla="*/ 437579 h 476250"/>
                <a:gd name="connsiteX1016" fmla="*/ 314896 w 495300"/>
                <a:gd name="connsiteY1016" fmla="*/ 437960 h 476250"/>
                <a:gd name="connsiteX1017" fmla="*/ 315468 w 495300"/>
                <a:gd name="connsiteY1017" fmla="*/ 438721 h 476250"/>
                <a:gd name="connsiteX1018" fmla="*/ 316135 w 495300"/>
                <a:gd name="connsiteY1018" fmla="*/ 439960 h 476250"/>
                <a:gd name="connsiteX1019" fmla="*/ 316802 w 495300"/>
                <a:gd name="connsiteY1019" fmla="*/ 440627 h 476250"/>
                <a:gd name="connsiteX1020" fmla="*/ 320230 w 495300"/>
                <a:gd name="connsiteY1020" fmla="*/ 443579 h 476250"/>
                <a:gd name="connsiteX1021" fmla="*/ 321469 w 495300"/>
                <a:gd name="connsiteY1021" fmla="*/ 444437 h 476250"/>
                <a:gd name="connsiteX1022" fmla="*/ 322421 w 495300"/>
                <a:gd name="connsiteY1022" fmla="*/ 444913 h 476250"/>
                <a:gd name="connsiteX1023" fmla="*/ 322993 w 495300"/>
                <a:gd name="connsiteY1023" fmla="*/ 445008 h 476250"/>
                <a:gd name="connsiteX1024" fmla="*/ 323564 w 495300"/>
                <a:gd name="connsiteY1024" fmla="*/ 445008 h 476250"/>
                <a:gd name="connsiteX1025" fmla="*/ 324993 w 495300"/>
                <a:gd name="connsiteY1025" fmla="*/ 444532 h 476250"/>
                <a:gd name="connsiteX1026" fmla="*/ 326041 w 495300"/>
                <a:gd name="connsiteY1026" fmla="*/ 444341 h 476250"/>
                <a:gd name="connsiteX1027" fmla="*/ 329375 w 495300"/>
                <a:gd name="connsiteY1027" fmla="*/ 444437 h 476250"/>
                <a:gd name="connsiteX1028" fmla="*/ 329660 w 495300"/>
                <a:gd name="connsiteY1028" fmla="*/ 444341 h 476250"/>
                <a:gd name="connsiteX1029" fmla="*/ 330041 w 495300"/>
                <a:gd name="connsiteY1029" fmla="*/ 444246 h 476250"/>
                <a:gd name="connsiteX1030" fmla="*/ 330803 w 495300"/>
                <a:gd name="connsiteY1030" fmla="*/ 443770 h 476250"/>
                <a:gd name="connsiteX1031" fmla="*/ 331280 w 495300"/>
                <a:gd name="connsiteY1031" fmla="*/ 443294 h 476250"/>
                <a:gd name="connsiteX1032" fmla="*/ 331946 w 495300"/>
                <a:gd name="connsiteY1032" fmla="*/ 442817 h 476250"/>
                <a:gd name="connsiteX1033" fmla="*/ 332327 w 495300"/>
                <a:gd name="connsiteY1033" fmla="*/ 442627 h 476250"/>
                <a:gd name="connsiteX1034" fmla="*/ 333089 w 495300"/>
                <a:gd name="connsiteY1034" fmla="*/ 442627 h 476250"/>
                <a:gd name="connsiteX1035" fmla="*/ 334232 w 495300"/>
                <a:gd name="connsiteY1035" fmla="*/ 442817 h 476250"/>
                <a:gd name="connsiteX1036" fmla="*/ 336328 w 495300"/>
                <a:gd name="connsiteY1036" fmla="*/ 443579 h 476250"/>
                <a:gd name="connsiteX1037" fmla="*/ 337280 w 495300"/>
                <a:gd name="connsiteY1037" fmla="*/ 444151 h 476250"/>
                <a:gd name="connsiteX1038" fmla="*/ 337947 w 495300"/>
                <a:gd name="connsiteY1038" fmla="*/ 444627 h 476250"/>
                <a:gd name="connsiteX1039" fmla="*/ 338138 w 495300"/>
                <a:gd name="connsiteY1039" fmla="*/ 445008 h 476250"/>
                <a:gd name="connsiteX1040" fmla="*/ 338328 w 495300"/>
                <a:gd name="connsiteY1040" fmla="*/ 445484 h 476250"/>
                <a:gd name="connsiteX1041" fmla="*/ 338519 w 495300"/>
                <a:gd name="connsiteY1041" fmla="*/ 445961 h 476250"/>
                <a:gd name="connsiteX1042" fmla="*/ 338709 w 495300"/>
                <a:gd name="connsiteY1042" fmla="*/ 446437 h 476250"/>
                <a:gd name="connsiteX1043" fmla="*/ 338709 w 495300"/>
                <a:gd name="connsiteY1043" fmla="*/ 446913 h 476250"/>
                <a:gd name="connsiteX1044" fmla="*/ 338709 w 495300"/>
                <a:gd name="connsiteY1044" fmla="*/ 447485 h 476250"/>
                <a:gd name="connsiteX1045" fmla="*/ 338519 w 495300"/>
                <a:gd name="connsiteY1045" fmla="*/ 448628 h 476250"/>
                <a:gd name="connsiteX1046" fmla="*/ 338328 w 495300"/>
                <a:gd name="connsiteY1046" fmla="*/ 449104 h 476250"/>
                <a:gd name="connsiteX1047" fmla="*/ 337661 w 495300"/>
                <a:gd name="connsiteY1047" fmla="*/ 450437 h 476250"/>
                <a:gd name="connsiteX1048" fmla="*/ 336709 w 495300"/>
                <a:gd name="connsiteY1048" fmla="*/ 451580 h 476250"/>
                <a:gd name="connsiteX1049" fmla="*/ 336518 w 495300"/>
                <a:gd name="connsiteY1049" fmla="*/ 452057 h 476250"/>
                <a:gd name="connsiteX1050" fmla="*/ 336328 w 495300"/>
                <a:gd name="connsiteY1050" fmla="*/ 452533 h 476250"/>
                <a:gd name="connsiteX1051" fmla="*/ 336137 w 495300"/>
                <a:gd name="connsiteY1051" fmla="*/ 453009 h 476250"/>
                <a:gd name="connsiteX1052" fmla="*/ 336042 w 495300"/>
                <a:gd name="connsiteY1052" fmla="*/ 454247 h 476250"/>
                <a:gd name="connsiteX1053" fmla="*/ 336042 w 495300"/>
                <a:gd name="connsiteY1053" fmla="*/ 454914 h 476250"/>
                <a:gd name="connsiteX1054" fmla="*/ 336137 w 495300"/>
                <a:gd name="connsiteY1054" fmla="*/ 455390 h 476250"/>
                <a:gd name="connsiteX1055" fmla="*/ 336804 w 495300"/>
                <a:gd name="connsiteY1055" fmla="*/ 458534 h 476250"/>
                <a:gd name="connsiteX1056" fmla="*/ 337280 w 495300"/>
                <a:gd name="connsiteY1056" fmla="*/ 460058 h 476250"/>
                <a:gd name="connsiteX1057" fmla="*/ 338900 w 495300"/>
                <a:gd name="connsiteY1057" fmla="*/ 460629 h 476250"/>
                <a:gd name="connsiteX1058" fmla="*/ 342805 w 495300"/>
                <a:gd name="connsiteY1058" fmla="*/ 460248 h 476250"/>
                <a:gd name="connsiteX1059" fmla="*/ 343757 w 495300"/>
                <a:gd name="connsiteY1059" fmla="*/ 460343 h 476250"/>
                <a:gd name="connsiteX1060" fmla="*/ 344519 w 495300"/>
                <a:gd name="connsiteY1060" fmla="*/ 460438 h 476250"/>
                <a:gd name="connsiteX1061" fmla="*/ 344900 w 495300"/>
                <a:gd name="connsiteY1061" fmla="*/ 460724 h 476250"/>
                <a:gd name="connsiteX1062" fmla="*/ 345567 w 495300"/>
                <a:gd name="connsiteY1062" fmla="*/ 461391 h 476250"/>
                <a:gd name="connsiteX1063" fmla="*/ 347567 w 495300"/>
                <a:gd name="connsiteY1063" fmla="*/ 463963 h 476250"/>
                <a:gd name="connsiteX1064" fmla="*/ 348901 w 495300"/>
                <a:gd name="connsiteY1064" fmla="*/ 465011 h 476250"/>
                <a:gd name="connsiteX1065" fmla="*/ 349663 w 495300"/>
                <a:gd name="connsiteY1065" fmla="*/ 465296 h 476250"/>
                <a:gd name="connsiteX1066" fmla="*/ 350330 w 495300"/>
                <a:gd name="connsiteY1066" fmla="*/ 465487 h 476250"/>
                <a:gd name="connsiteX1067" fmla="*/ 351568 w 495300"/>
                <a:gd name="connsiteY1067" fmla="*/ 465201 h 476250"/>
                <a:gd name="connsiteX1068" fmla="*/ 352520 w 495300"/>
                <a:gd name="connsiteY1068" fmla="*/ 465201 h 476250"/>
                <a:gd name="connsiteX1069" fmla="*/ 353092 w 495300"/>
                <a:gd name="connsiteY1069" fmla="*/ 465392 h 476250"/>
                <a:gd name="connsiteX1070" fmla="*/ 353378 w 495300"/>
                <a:gd name="connsiteY1070" fmla="*/ 465773 h 476250"/>
                <a:gd name="connsiteX1071" fmla="*/ 353663 w 495300"/>
                <a:gd name="connsiteY1071" fmla="*/ 466725 h 476250"/>
                <a:gd name="connsiteX1072" fmla="*/ 353759 w 495300"/>
                <a:gd name="connsiteY1072" fmla="*/ 466916 h 476250"/>
                <a:gd name="connsiteX1073" fmla="*/ 354806 w 495300"/>
                <a:gd name="connsiteY1073" fmla="*/ 467678 h 476250"/>
                <a:gd name="connsiteX1074" fmla="*/ 356711 w 495300"/>
                <a:gd name="connsiteY1074" fmla="*/ 468344 h 476250"/>
                <a:gd name="connsiteX1075" fmla="*/ 359188 w 495300"/>
                <a:gd name="connsiteY1075" fmla="*/ 468535 h 476250"/>
                <a:gd name="connsiteX1076" fmla="*/ 360140 w 495300"/>
                <a:gd name="connsiteY1076" fmla="*/ 468535 h 476250"/>
                <a:gd name="connsiteX1077" fmla="*/ 360521 w 495300"/>
                <a:gd name="connsiteY1077" fmla="*/ 468440 h 476250"/>
                <a:gd name="connsiteX1078" fmla="*/ 361379 w 495300"/>
                <a:gd name="connsiteY1078" fmla="*/ 468249 h 476250"/>
                <a:gd name="connsiteX1079" fmla="*/ 362236 w 495300"/>
                <a:gd name="connsiteY1079" fmla="*/ 467868 h 476250"/>
                <a:gd name="connsiteX1080" fmla="*/ 363474 w 495300"/>
                <a:gd name="connsiteY1080" fmla="*/ 467773 h 476250"/>
                <a:gd name="connsiteX1081" fmla="*/ 373380 w 495300"/>
                <a:gd name="connsiteY1081" fmla="*/ 468916 h 476250"/>
                <a:gd name="connsiteX1082" fmla="*/ 374999 w 495300"/>
                <a:gd name="connsiteY1082" fmla="*/ 468535 h 476250"/>
                <a:gd name="connsiteX1083" fmla="*/ 376428 w 495300"/>
                <a:gd name="connsiteY1083" fmla="*/ 468154 h 476250"/>
                <a:gd name="connsiteX1084" fmla="*/ 377285 w 495300"/>
                <a:gd name="connsiteY1084" fmla="*/ 467678 h 476250"/>
                <a:gd name="connsiteX1085" fmla="*/ 378333 w 495300"/>
                <a:gd name="connsiteY1085" fmla="*/ 466820 h 476250"/>
                <a:gd name="connsiteX1086" fmla="*/ 379000 w 495300"/>
                <a:gd name="connsiteY1086" fmla="*/ 466154 h 476250"/>
                <a:gd name="connsiteX1087" fmla="*/ 379571 w 495300"/>
                <a:gd name="connsiteY1087" fmla="*/ 465392 h 476250"/>
                <a:gd name="connsiteX1088" fmla="*/ 380047 w 495300"/>
                <a:gd name="connsiteY1088" fmla="*/ 464534 h 476250"/>
                <a:gd name="connsiteX1089" fmla="*/ 381857 w 495300"/>
                <a:gd name="connsiteY1089" fmla="*/ 460820 h 476250"/>
                <a:gd name="connsiteX1090" fmla="*/ 383667 w 495300"/>
                <a:gd name="connsiteY1090" fmla="*/ 457962 h 476250"/>
                <a:gd name="connsiteX1091" fmla="*/ 384143 w 495300"/>
                <a:gd name="connsiteY1091" fmla="*/ 457676 h 476250"/>
                <a:gd name="connsiteX1092" fmla="*/ 384620 w 495300"/>
                <a:gd name="connsiteY1092" fmla="*/ 457391 h 476250"/>
                <a:gd name="connsiteX1093" fmla="*/ 385572 w 495300"/>
                <a:gd name="connsiteY1093" fmla="*/ 457105 h 476250"/>
                <a:gd name="connsiteX1094" fmla="*/ 386144 w 495300"/>
                <a:gd name="connsiteY1094" fmla="*/ 457200 h 476250"/>
                <a:gd name="connsiteX1095" fmla="*/ 386715 w 495300"/>
                <a:gd name="connsiteY1095" fmla="*/ 457391 h 476250"/>
                <a:gd name="connsiteX1096" fmla="*/ 387001 w 495300"/>
                <a:gd name="connsiteY1096" fmla="*/ 457676 h 476250"/>
                <a:gd name="connsiteX1097" fmla="*/ 387572 w 495300"/>
                <a:gd name="connsiteY1097" fmla="*/ 458343 h 476250"/>
                <a:gd name="connsiteX1098" fmla="*/ 388715 w 495300"/>
                <a:gd name="connsiteY1098" fmla="*/ 460438 h 476250"/>
                <a:gd name="connsiteX1099" fmla="*/ 389001 w 495300"/>
                <a:gd name="connsiteY1099" fmla="*/ 460820 h 476250"/>
                <a:gd name="connsiteX1100" fmla="*/ 390049 w 495300"/>
                <a:gd name="connsiteY1100" fmla="*/ 461772 h 476250"/>
                <a:gd name="connsiteX1101" fmla="*/ 390239 w 495300"/>
                <a:gd name="connsiteY1101" fmla="*/ 462153 h 476250"/>
                <a:gd name="connsiteX1102" fmla="*/ 390525 w 495300"/>
                <a:gd name="connsiteY1102" fmla="*/ 462534 h 476250"/>
                <a:gd name="connsiteX1103" fmla="*/ 390620 w 495300"/>
                <a:gd name="connsiteY1103" fmla="*/ 463010 h 476250"/>
                <a:gd name="connsiteX1104" fmla="*/ 390715 w 495300"/>
                <a:gd name="connsiteY1104" fmla="*/ 463582 h 476250"/>
                <a:gd name="connsiteX1105" fmla="*/ 390811 w 495300"/>
                <a:gd name="connsiteY1105" fmla="*/ 464725 h 476250"/>
                <a:gd name="connsiteX1106" fmla="*/ 390715 w 495300"/>
                <a:gd name="connsiteY1106" fmla="*/ 465296 h 476250"/>
                <a:gd name="connsiteX1107" fmla="*/ 390620 w 495300"/>
                <a:gd name="connsiteY1107" fmla="*/ 465868 h 476250"/>
                <a:gd name="connsiteX1108" fmla="*/ 389954 w 495300"/>
                <a:gd name="connsiteY1108" fmla="*/ 467963 h 476250"/>
                <a:gd name="connsiteX1109" fmla="*/ 389858 w 495300"/>
                <a:gd name="connsiteY1109" fmla="*/ 468535 h 476250"/>
                <a:gd name="connsiteX1110" fmla="*/ 389858 w 495300"/>
                <a:gd name="connsiteY1110" fmla="*/ 469011 h 476250"/>
                <a:gd name="connsiteX1111" fmla="*/ 389858 w 495300"/>
                <a:gd name="connsiteY1111" fmla="*/ 469583 h 476250"/>
                <a:gd name="connsiteX1112" fmla="*/ 389954 w 495300"/>
                <a:gd name="connsiteY1112" fmla="*/ 470154 h 476250"/>
                <a:gd name="connsiteX1113" fmla="*/ 390144 w 495300"/>
                <a:gd name="connsiteY1113" fmla="*/ 470535 h 476250"/>
                <a:gd name="connsiteX1114" fmla="*/ 390335 w 495300"/>
                <a:gd name="connsiteY1114" fmla="*/ 471011 h 476250"/>
                <a:gd name="connsiteX1115" fmla="*/ 390906 w 495300"/>
                <a:gd name="connsiteY1115" fmla="*/ 471678 h 476250"/>
                <a:gd name="connsiteX1116" fmla="*/ 391668 w 495300"/>
                <a:gd name="connsiteY1116" fmla="*/ 472345 h 476250"/>
                <a:gd name="connsiteX1117" fmla="*/ 392906 w 495300"/>
                <a:gd name="connsiteY1117" fmla="*/ 473107 h 476250"/>
                <a:gd name="connsiteX1118" fmla="*/ 393287 w 495300"/>
                <a:gd name="connsiteY1118" fmla="*/ 473392 h 476250"/>
                <a:gd name="connsiteX1119" fmla="*/ 393478 w 495300"/>
                <a:gd name="connsiteY1119" fmla="*/ 473869 h 476250"/>
                <a:gd name="connsiteX1120" fmla="*/ 393573 w 495300"/>
                <a:gd name="connsiteY1120" fmla="*/ 474250 h 476250"/>
                <a:gd name="connsiteX1121" fmla="*/ 393668 w 495300"/>
                <a:gd name="connsiteY1121" fmla="*/ 474536 h 476250"/>
                <a:gd name="connsiteX1122" fmla="*/ 393859 w 495300"/>
                <a:gd name="connsiteY1122" fmla="*/ 475012 h 476250"/>
                <a:gd name="connsiteX1123" fmla="*/ 394145 w 495300"/>
                <a:gd name="connsiteY1123" fmla="*/ 475488 h 476250"/>
                <a:gd name="connsiteX1124" fmla="*/ 395002 w 495300"/>
                <a:gd name="connsiteY1124" fmla="*/ 476250 h 476250"/>
                <a:gd name="connsiteX1125" fmla="*/ 395669 w 495300"/>
                <a:gd name="connsiteY1125" fmla="*/ 476536 h 476250"/>
                <a:gd name="connsiteX1126" fmla="*/ 396335 w 495300"/>
                <a:gd name="connsiteY1126" fmla="*/ 476631 h 476250"/>
                <a:gd name="connsiteX1127" fmla="*/ 400526 w 495300"/>
                <a:gd name="connsiteY1127" fmla="*/ 475869 h 476250"/>
                <a:gd name="connsiteX1128" fmla="*/ 402241 w 495300"/>
                <a:gd name="connsiteY1128" fmla="*/ 475107 h 476250"/>
                <a:gd name="connsiteX1129" fmla="*/ 403288 w 495300"/>
                <a:gd name="connsiteY1129" fmla="*/ 474536 h 476250"/>
                <a:gd name="connsiteX1130" fmla="*/ 404717 w 495300"/>
                <a:gd name="connsiteY1130" fmla="*/ 469583 h 476250"/>
                <a:gd name="connsiteX1131" fmla="*/ 404813 w 495300"/>
                <a:gd name="connsiteY1131" fmla="*/ 467868 h 476250"/>
                <a:gd name="connsiteX1132" fmla="*/ 404527 w 495300"/>
                <a:gd name="connsiteY1132" fmla="*/ 466916 h 476250"/>
                <a:gd name="connsiteX1133" fmla="*/ 404527 w 495300"/>
                <a:gd name="connsiteY1133" fmla="*/ 466725 h 476250"/>
                <a:gd name="connsiteX1134" fmla="*/ 404622 w 495300"/>
                <a:gd name="connsiteY1134" fmla="*/ 465677 h 476250"/>
                <a:gd name="connsiteX1135" fmla="*/ 404717 w 495300"/>
                <a:gd name="connsiteY1135" fmla="*/ 465201 h 476250"/>
                <a:gd name="connsiteX1136" fmla="*/ 404908 w 495300"/>
                <a:gd name="connsiteY1136" fmla="*/ 464534 h 476250"/>
                <a:gd name="connsiteX1137" fmla="*/ 405289 w 495300"/>
                <a:gd name="connsiteY1137" fmla="*/ 463963 h 476250"/>
                <a:gd name="connsiteX1138" fmla="*/ 406908 w 495300"/>
                <a:gd name="connsiteY1138" fmla="*/ 462058 h 476250"/>
                <a:gd name="connsiteX1139" fmla="*/ 410337 w 495300"/>
                <a:gd name="connsiteY1139" fmla="*/ 455962 h 476250"/>
                <a:gd name="connsiteX1140" fmla="*/ 410623 w 495300"/>
                <a:gd name="connsiteY1140" fmla="*/ 455581 h 476250"/>
                <a:gd name="connsiteX1141" fmla="*/ 410909 w 495300"/>
                <a:gd name="connsiteY1141" fmla="*/ 455009 h 476250"/>
                <a:gd name="connsiteX1142" fmla="*/ 411194 w 495300"/>
                <a:gd name="connsiteY1142" fmla="*/ 454247 h 476250"/>
                <a:gd name="connsiteX1143" fmla="*/ 411861 w 495300"/>
                <a:gd name="connsiteY1143" fmla="*/ 451199 h 476250"/>
                <a:gd name="connsiteX1144" fmla="*/ 412052 w 495300"/>
                <a:gd name="connsiteY1144" fmla="*/ 450533 h 476250"/>
                <a:gd name="connsiteX1145" fmla="*/ 412432 w 495300"/>
                <a:gd name="connsiteY1145" fmla="*/ 449771 h 476250"/>
                <a:gd name="connsiteX1146" fmla="*/ 413480 w 495300"/>
                <a:gd name="connsiteY1146" fmla="*/ 448151 h 476250"/>
                <a:gd name="connsiteX1147" fmla="*/ 414433 w 495300"/>
                <a:gd name="connsiteY1147" fmla="*/ 447008 h 476250"/>
                <a:gd name="connsiteX1148" fmla="*/ 415957 w 495300"/>
                <a:gd name="connsiteY1148" fmla="*/ 444722 h 476250"/>
                <a:gd name="connsiteX1149" fmla="*/ 416433 w 495300"/>
                <a:gd name="connsiteY1149" fmla="*/ 444532 h 476250"/>
                <a:gd name="connsiteX1150" fmla="*/ 416909 w 495300"/>
                <a:gd name="connsiteY1150" fmla="*/ 444627 h 476250"/>
                <a:gd name="connsiteX1151" fmla="*/ 417290 w 495300"/>
                <a:gd name="connsiteY1151" fmla="*/ 444817 h 476250"/>
                <a:gd name="connsiteX1152" fmla="*/ 417767 w 495300"/>
                <a:gd name="connsiteY1152" fmla="*/ 444913 h 476250"/>
                <a:gd name="connsiteX1153" fmla="*/ 418147 w 495300"/>
                <a:gd name="connsiteY1153" fmla="*/ 444817 h 476250"/>
                <a:gd name="connsiteX1154" fmla="*/ 418529 w 495300"/>
                <a:gd name="connsiteY1154" fmla="*/ 444532 h 476250"/>
                <a:gd name="connsiteX1155" fmla="*/ 419671 w 495300"/>
                <a:gd name="connsiteY1155" fmla="*/ 443484 h 476250"/>
                <a:gd name="connsiteX1156" fmla="*/ 419957 w 495300"/>
                <a:gd name="connsiteY1156" fmla="*/ 443198 h 476250"/>
                <a:gd name="connsiteX1157" fmla="*/ 426434 w 495300"/>
                <a:gd name="connsiteY1157" fmla="*/ 440246 h 476250"/>
                <a:gd name="connsiteX1158" fmla="*/ 428435 w 495300"/>
                <a:gd name="connsiteY1158" fmla="*/ 439769 h 476250"/>
                <a:gd name="connsiteX1159" fmla="*/ 429578 w 495300"/>
                <a:gd name="connsiteY1159" fmla="*/ 439769 h 476250"/>
                <a:gd name="connsiteX1160" fmla="*/ 431387 w 495300"/>
                <a:gd name="connsiteY1160" fmla="*/ 439960 h 476250"/>
                <a:gd name="connsiteX1161" fmla="*/ 431959 w 495300"/>
                <a:gd name="connsiteY1161" fmla="*/ 439865 h 476250"/>
                <a:gd name="connsiteX1162" fmla="*/ 432435 w 495300"/>
                <a:gd name="connsiteY1162" fmla="*/ 439769 h 476250"/>
                <a:gd name="connsiteX1163" fmla="*/ 433197 w 495300"/>
                <a:gd name="connsiteY1163" fmla="*/ 439293 h 476250"/>
                <a:gd name="connsiteX1164" fmla="*/ 433673 w 495300"/>
                <a:gd name="connsiteY1164" fmla="*/ 439103 h 476250"/>
                <a:gd name="connsiteX1165" fmla="*/ 434245 w 495300"/>
                <a:gd name="connsiteY1165" fmla="*/ 439103 h 476250"/>
                <a:gd name="connsiteX1166" fmla="*/ 436531 w 495300"/>
                <a:gd name="connsiteY1166" fmla="*/ 439198 h 476250"/>
                <a:gd name="connsiteX1167" fmla="*/ 440055 w 495300"/>
                <a:gd name="connsiteY1167" fmla="*/ 439960 h 476250"/>
                <a:gd name="connsiteX1168" fmla="*/ 442627 w 495300"/>
                <a:gd name="connsiteY1168" fmla="*/ 440150 h 476250"/>
                <a:gd name="connsiteX1169" fmla="*/ 443675 w 495300"/>
                <a:gd name="connsiteY1169" fmla="*/ 440055 h 476250"/>
                <a:gd name="connsiteX1170" fmla="*/ 444722 w 495300"/>
                <a:gd name="connsiteY1170" fmla="*/ 439769 h 476250"/>
                <a:gd name="connsiteX1171" fmla="*/ 445103 w 495300"/>
                <a:gd name="connsiteY1171" fmla="*/ 439579 h 476250"/>
                <a:gd name="connsiteX1172" fmla="*/ 445484 w 495300"/>
                <a:gd name="connsiteY1172" fmla="*/ 439293 h 476250"/>
                <a:gd name="connsiteX1173" fmla="*/ 445675 w 495300"/>
                <a:gd name="connsiteY1173" fmla="*/ 438436 h 476250"/>
                <a:gd name="connsiteX1174" fmla="*/ 445865 w 495300"/>
                <a:gd name="connsiteY1174" fmla="*/ 437007 h 476250"/>
                <a:gd name="connsiteX1175" fmla="*/ 445484 w 495300"/>
                <a:gd name="connsiteY1175" fmla="*/ 430721 h 476250"/>
                <a:gd name="connsiteX1176" fmla="*/ 446437 w 495300"/>
                <a:gd name="connsiteY1176" fmla="*/ 422338 h 476250"/>
                <a:gd name="connsiteX1177" fmla="*/ 447008 w 495300"/>
                <a:gd name="connsiteY1177" fmla="*/ 420338 h 476250"/>
                <a:gd name="connsiteX1178" fmla="*/ 447104 w 495300"/>
                <a:gd name="connsiteY1178" fmla="*/ 420148 h 476250"/>
                <a:gd name="connsiteX1179" fmla="*/ 447199 w 495300"/>
                <a:gd name="connsiteY1179" fmla="*/ 419862 h 476250"/>
                <a:gd name="connsiteX1180" fmla="*/ 447389 w 495300"/>
                <a:gd name="connsiteY1180" fmla="*/ 419100 h 476250"/>
                <a:gd name="connsiteX1181" fmla="*/ 447485 w 495300"/>
                <a:gd name="connsiteY1181" fmla="*/ 418529 h 476250"/>
                <a:gd name="connsiteX1182" fmla="*/ 447580 w 495300"/>
                <a:gd name="connsiteY1182" fmla="*/ 417767 h 476250"/>
                <a:gd name="connsiteX1183" fmla="*/ 446532 w 495300"/>
                <a:gd name="connsiteY1183" fmla="*/ 396526 h 476250"/>
                <a:gd name="connsiteX1184" fmla="*/ 446342 w 495300"/>
                <a:gd name="connsiteY1184" fmla="*/ 395764 h 476250"/>
                <a:gd name="connsiteX1185" fmla="*/ 446246 w 495300"/>
                <a:gd name="connsiteY1185" fmla="*/ 395383 h 476250"/>
                <a:gd name="connsiteX1186" fmla="*/ 445675 w 495300"/>
                <a:gd name="connsiteY1186" fmla="*/ 394049 h 476250"/>
                <a:gd name="connsiteX1187" fmla="*/ 445103 w 495300"/>
                <a:gd name="connsiteY1187" fmla="*/ 392144 h 476250"/>
                <a:gd name="connsiteX1188" fmla="*/ 444913 w 495300"/>
                <a:gd name="connsiteY1188" fmla="*/ 391001 h 476250"/>
                <a:gd name="connsiteX1189" fmla="*/ 444722 w 495300"/>
                <a:gd name="connsiteY1189" fmla="*/ 385286 h 476250"/>
                <a:gd name="connsiteX1190" fmla="*/ 444437 w 495300"/>
                <a:gd name="connsiteY1190" fmla="*/ 383000 h 476250"/>
                <a:gd name="connsiteX1191" fmla="*/ 443865 w 495300"/>
                <a:gd name="connsiteY1191" fmla="*/ 381667 h 476250"/>
                <a:gd name="connsiteX1192" fmla="*/ 443675 w 495300"/>
                <a:gd name="connsiteY1192" fmla="*/ 381286 h 476250"/>
                <a:gd name="connsiteX1193" fmla="*/ 443389 w 495300"/>
                <a:gd name="connsiteY1193" fmla="*/ 380905 h 476250"/>
                <a:gd name="connsiteX1194" fmla="*/ 442436 w 495300"/>
                <a:gd name="connsiteY1194" fmla="*/ 379857 h 476250"/>
                <a:gd name="connsiteX1195" fmla="*/ 442246 w 495300"/>
                <a:gd name="connsiteY1195" fmla="*/ 379476 h 476250"/>
                <a:gd name="connsiteX1196" fmla="*/ 442246 w 495300"/>
                <a:gd name="connsiteY1196" fmla="*/ 378524 h 476250"/>
                <a:gd name="connsiteX1197" fmla="*/ 442436 w 495300"/>
                <a:gd name="connsiteY1197" fmla="*/ 377285 h 476250"/>
                <a:gd name="connsiteX1198" fmla="*/ 443198 w 495300"/>
                <a:gd name="connsiteY1198" fmla="*/ 374713 h 476250"/>
                <a:gd name="connsiteX1199" fmla="*/ 443389 w 495300"/>
                <a:gd name="connsiteY1199" fmla="*/ 373094 h 476250"/>
                <a:gd name="connsiteX1200" fmla="*/ 443389 w 495300"/>
                <a:gd name="connsiteY1200" fmla="*/ 372999 h 476250"/>
                <a:gd name="connsiteX1201" fmla="*/ 443294 w 495300"/>
                <a:gd name="connsiteY1201" fmla="*/ 372904 h 476250"/>
                <a:gd name="connsiteX1202" fmla="*/ 442817 w 495300"/>
                <a:gd name="connsiteY1202" fmla="*/ 372428 h 476250"/>
                <a:gd name="connsiteX1203" fmla="*/ 442436 w 495300"/>
                <a:gd name="connsiteY1203" fmla="*/ 372046 h 476250"/>
                <a:gd name="connsiteX1204" fmla="*/ 442341 w 495300"/>
                <a:gd name="connsiteY1204" fmla="*/ 371570 h 476250"/>
                <a:gd name="connsiteX1205" fmla="*/ 442436 w 495300"/>
                <a:gd name="connsiteY1205" fmla="*/ 370904 h 476250"/>
                <a:gd name="connsiteX1206" fmla="*/ 442722 w 495300"/>
                <a:gd name="connsiteY1206" fmla="*/ 370427 h 476250"/>
                <a:gd name="connsiteX1207" fmla="*/ 443008 w 495300"/>
                <a:gd name="connsiteY1207" fmla="*/ 369951 h 476250"/>
                <a:gd name="connsiteX1208" fmla="*/ 445580 w 495300"/>
                <a:gd name="connsiteY1208" fmla="*/ 367475 h 476250"/>
                <a:gd name="connsiteX1209" fmla="*/ 447104 w 495300"/>
                <a:gd name="connsiteY1209" fmla="*/ 366617 h 476250"/>
                <a:gd name="connsiteX1210" fmla="*/ 447008 w 495300"/>
                <a:gd name="connsiteY1210" fmla="*/ 366046 h 476250"/>
                <a:gd name="connsiteX1211" fmla="*/ 444151 w 495300"/>
                <a:gd name="connsiteY1211" fmla="*/ 366236 h 476250"/>
                <a:gd name="connsiteX1212" fmla="*/ 440817 w 495300"/>
                <a:gd name="connsiteY1212" fmla="*/ 368999 h 476250"/>
                <a:gd name="connsiteX1213" fmla="*/ 438055 w 495300"/>
                <a:gd name="connsiteY1213" fmla="*/ 372713 h 476250"/>
                <a:gd name="connsiteX1214" fmla="*/ 436626 w 495300"/>
                <a:gd name="connsiteY1214" fmla="*/ 375761 h 476250"/>
                <a:gd name="connsiteX1215" fmla="*/ 434912 w 495300"/>
                <a:gd name="connsiteY1215" fmla="*/ 373856 h 476250"/>
                <a:gd name="connsiteX1216" fmla="*/ 433769 w 495300"/>
                <a:gd name="connsiteY1216" fmla="*/ 373190 h 476250"/>
                <a:gd name="connsiteX1217" fmla="*/ 432721 w 495300"/>
                <a:gd name="connsiteY1217" fmla="*/ 374999 h 476250"/>
                <a:gd name="connsiteX1218" fmla="*/ 431482 w 495300"/>
                <a:gd name="connsiteY1218" fmla="*/ 374809 h 476250"/>
                <a:gd name="connsiteX1219" fmla="*/ 428911 w 495300"/>
                <a:gd name="connsiteY1219" fmla="*/ 373761 h 476250"/>
                <a:gd name="connsiteX1220" fmla="*/ 428339 w 495300"/>
                <a:gd name="connsiteY1220" fmla="*/ 376142 h 476250"/>
                <a:gd name="connsiteX1221" fmla="*/ 425101 w 495300"/>
                <a:gd name="connsiteY1221" fmla="*/ 382238 h 476250"/>
                <a:gd name="connsiteX1222" fmla="*/ 423863 w 495300"/>
                <a:gd name="connsiteY1222" fmla="*/ 381191 h 476250"/>
                <a:gd name="connsiteX1223" fmla="*/ 422148 w 495300"/>
                <a:gd name="connsiteY1223" fmla="*/ 380905 h 476250"/>
                <a:gd name="connsiteX1224" fmla="*/ 420243 w 495300"/>
                <a:gd name="connsiteY1224" fmla="*/ 381286 h 476250"/>
                <a:gd name="connsiteX1225" fmla="*/ 418624 w 495300"/>
                <a:gd name="connsiteY1225" fmla="*/ 382238 h 476250"/>
                <a:gd name="connsiteX1226" fmla="*/ 417100 w 495300"/>
                <a:gd name="connsiteY1226" fmla="*/ 381571 h 476250"/>
                <a:gd name="connsiteX1227" fmla="*/ 415957 w 495300"/>
                <a:gd name="connsiteY1227" fmla="*/ 380714 h 476250"/>
                <a:gd name="connsiteX1228" fmla="*/ 413956 w 495300"/>
                <a:gd name="connsiteY1228" fmla="*/ 378809 h 476250"/>
                <a:gd name="connsiteX1229" fmla="*/ 413480 w 495300"/>
                <a:gd name="connsiteY1229" fmla="*/ 378238 h 476250"/>
                <a:gd name="connsiteX1230" fmla="*/ 413290 w 495300"/>
                <a:gd name="connsiteY1230" fmla="*/ 377952 h 476250"/>
                <a:gd name="connsiteX1231" fmla="*/ 412337 w 495300"/>
                <a:gd name="connsiteY1231" fmla="*/ 375857 h 476250"/>
                <a:gd name="connsiteX1232" fmla="*/ 412052 w 495300"/>
                <a:gd name="connsiteY1232" fmla="*/ 375475 h 476250"/>
                <a:gd name="connsiteX1233" fmla="*/ 411385 w 495300"/>
                <a:gd name="connsiteY1233" fmla="*/ 374809 h 476250"/>
                <a:gd name="connsiteX1234" fmla="*/ 411099 w 495300"/>
                <a:gd name="connsiteY1234" fmla="*/ 374428 h 476250"/>
                <a:gd name="connsiteX1235" fmla="*/ 410623 w 495300"/>
                <a:gd name="connsiteY1235" fmla="*/ 373094 h 476250"/>
                <a:gd name="connsiteX1236" fmla="*/ 410623 w 495300"/>
                <a:gd name="connsiteY1236" fmla="*/ 372999 h 476250"/>
                <a:gd name="connsiteX1237" fmla="*/ 410242 w 495300"/>
                <a:gd name="connsiteY1237" fmla="*/ 372618 h 476250"/>
                <a:gd name="connsiteX1238" fmla="*/ 409956 w 495300"/>
                <a:gd name="connsiteY1238" fmla="*/ 372332 h 476250"/>
                <a:gd name="connsiteX1239" fmla="*/ 407765 w 495300"/>
                <a:gd name="connsiteY1239" fmla="*/ 371094 h 476250"/>
                <a:gd name="connsiteX1240" fmla="*/ 406337 w 495300"/>
                <a:gd name="connsiteY1240" fmla="*/ 369856 h 476250"/>
                <a:gd name="connsiteX1241" fmla="*/ 405384 w 495300"/>
                <a:gd name="connsiteY1241" fmla="*/ 369380 h 476250"/>
                <a:gd name="connsiteX1242" fmla="*/ 404908 w 495300"/>
                <a:gd name="connsiteY1242" fmla="*/ 369189 h 476250"/>
                <a:gd name="connsiteX1243" fmla="*/ 404622 w 495300"/>
                <a:gd name="connsiteY1243" fmla="*/ 368808 h 476250"/>
                <a:gd name="connsiteX1244" fmla="*/ 404431 w 495300"/>
                <a:gd name="connsiteY1244" fmla="*/ 368427 h 476250"/>
                <a:gd name="connsiteX1245" fmla="*/ 403765 w 495300"/>
                <a:gd name="connsiteY1245" fmla="*/ 367951 h 476250"/>
                <a:gd name="connsiteX1246" fmla="*/ 402717 w 495300"/>
                <a:gd name="connsiteY1246" fmla="*/ 367379 h 476250"/>
                <a:gd name="connsiteX1247" fmla="*/ 397193 w 495300"/>
                <a:gd name="connsiteY1247" fmla="*/ 366617 h 476250"/>
                <a:gd name="connsiteX1248" fmla="*/ 396621 w 495300"/>
                <a:gd name="connsiteY1248" fmla="*/ 366427 h 476250"/>
                <a:gd name="connsiteX1249" fmla="*/ 396240 w 495300"/>
                <a:gd name="connsiteY1249" fmla="*/ 366141 h 476250"/>
                <a:gd name="connsiteX1250" fmla="*/ 395859 w 495300"/>
                <a:gd name="connsiteY1250" fmla="*/ 365760 h 476250"/>
                <a:gd name="connsiteX1251" fmla="*/ 394335 w 495300"/>
                <a:gd name="connsiteY1251" fmla="*/ 365093 h 476250"/>
                <a:gd name="connsiteX1252" fmla="*/ 389382 w 495300"/>
                <a:gd name="connsiteY1252" fmla="*/ 364427 h 476250"/>
                <a:gd name="connsiteX1253" fmla="*/ 390144 w 495300"/>
                <a:gd name="connsiteY1253" fmla="*/ 359664 h 476250"/>
                <a:gd name="connsiteX1254" fmla="*/ 390239 w 495300"/>
                <a:gd name="connsiteY1254" fmla="*/ 358235 h 476250"/>
                <a:gd name="connsiteX1255" fmla="*/ 390144 w 495300"/>
                <a:gd name="connsiteY1255" fmla="*/ 357759 h 476250"/>
                <a:gd name="connsiteX1256" fmla="*/ 389954 w 495300"/>
                <a:gd name="connsiteY1256" fmla="*/ 357378 h 476250"/>
                <a:gd name="connsiteX1257" fmla="*/ 389763 w 495300"/>
                <a:gd name="connsiteY1257" fmla="*/ 356997 h 476250"/>
                <a:gd name="connsiteX1258" fmla="*/ 388334 w 495300"/>
                <a:gd name="connsiteY1258" fmla="*/ 354806 h 476250"/>
                <a:gd name="connsiteX1259" fmla="*/ 387953 w 495300"/>
                <a:gd name="connsiteY1259" fmla="*/ 353949 h 476250"/>
                <a:gd name="connsiteX1260" fmla="*/ 387858 w 495300"/>
                <a:gd name="connsiteY1260" fmla="*/ 352806 h 476250"/>
                <a:gd name="connsiteX1261" fmla="*/ 387953 w 495300"/>
                <a:gd name="connsiteY1261" fmla="*/ 347091 h 476250"/>
                <a:gd name="connsiteX1262" fmla="*/ 388144 w 495300"/>
                <a:gd name="connsiteY1262" fmla="*/ 346138 h 476250"/>
                <a:gd name="connsiteX1263" fmla="*/ 388430 w 495300"/>
                <a:gd name="connsiteY1263" fmla="*/ 345758 h 476250"/>
                <a:gd name="connsiteX1264" fmla="*/ 388811 w 495300"/>
                <a:gd name="connsiteY1264" fmla="*/ 345377 h 476250"/>
                <a:gd name="connsiteX1265" fmla="*/ 389096 w 495300"/>
                <a:gd name="connsiteY1265" fmla="*/ 344900 h 476250"/>
                <a:gd name="connsiteX1266" fmla="*/ 389096 w 495300"/>
                <a:gd name="connsiteY1266" fmla="*/ 344329 h 476250"/>
                <a:gd name="connsiteX1267" fmla="*/ 388811 w 495300"/>
                <a:gd name="connsiteY1267" fmla="*/ 343471 h 476250"/>
                <a:gd name="connsiteX1268" fmla="*/ 388715 w 495300"/>
                <a:gd name="connsiteY1268" fmla="*/ 342710 h 476250"/>
                <a:gd name="connsiteX1269" fmla="*/ 388811 w 495300"/>
                <a:gd name="connsiteY1269" fmla="*/ 340233 h 476250"/>
                <a:gd name="connsiteX1270" fmla="*/ 388620 w 495300"/>
                <a:gd name="connsiteY1270" fmla="*/ 339566 h 476250"/>
                <a:gd name="connsiteX1271" fmla="*/ 388239 w 495300"/>
                <a:gd name="connsiteY1271" fmla="*/ 339090 h 476250"/>
                <a:gd name="connsiteX1272" fmla="*/ 386810 w 495300"/>
                <a:gd name="connsiteY1272" fmla="*/ 338328 h 476250"/>
                <a:gd name="connsiteX1273" fmla="*/ 386334 w 495300"/>
                <a:gd name="connsiteY1273" fmla="*/ 338042 h 476250"/>
                <a:gd name="connsiteX1274" fmla="*/ 385191 w 495300"/>
                <a:gd name="connsiteY1274" fmla="*/ 336804 h 476250"/>
                <a:gd name="connsiteX1275" fmla="*/ 384810 w 495300"/>
                <a:gd name="connsiteY1275" fmla="*/ 336518 h 476250"/>
                <a:gd name="connsiteX1276" fmla="*/ 384620 w 495300"/>
                <a:gd name="connsiteY1276" fmla="*/ 336328 h 476250"/>
                <a:gd name="connsiteX1277" fmla="*/ 383857 w 495300"/>
                <a:gd name="connsiteY1277" fmla="*/ 335947 h 476250"/>
                <a:gd name="connsiteX1278" fmla="*/ 381762 w 495300"/>
                <a:gd name="connsiteY1278" fmla="*/ 335280 h 476250"/>
                <a:gd name="connsiteX1279" fmla="*/ 379857 w 495300"/>
                <a:gd name="connsiteY1279" fmla="*/ 334423 h 476250"/>
                <a:gd name="connsiteX1280" fmla="*/ 379286 w 495300"/>
                <a:gd name="connsiteY1280" fmla="*/ 334232 h 476250"/>
                <a:gd name="connsiteX1281" fmla="*/ 377571 w 495300"/>
                <a:gd name="connsiteY1281" fmla="*/ 334137 h 476250"/>
                <a:gd name="connsiteX1282" fmla="*/ 377095 w 495300"/>
                <a:gd name="connsiteY1282" fmla="*/ 333946 h 476250"/>
                <a:gd name="connsiteX1283" fmla="*/ 376619 w 495300"/>
                <a:gd name="connsiteY1283" fmla="*/ 333756 h 476250"/>
                <a:gd name="connsiteX1284" fmla="*/ 376142 w 495300"/>
                <a:gd name="connsiteY1284" fmla="*/ 333470 h 476250"/>
                <a:gd name="connsiteX1285" fmla="*/ 375856 w 495300"/>
                <a:gd name="connsiteY1285" fmla="*/ 333185 h 476250"/>
                <a:gd name="connsiteX1286" fmla="*/ 375190 w 495300"/>
                <a:gd name="connsiteY1286" fmla="*/ 332518 h 476250"/>
                <a:gd name="connsiteX1287" fmla="*/ 374809 w 495300"/>
                <a:gd name="connsiteY1287" fmla="*/ 332232 h 476250"/>
                <a:gd name="connsiteX1288" fmla="*/ 374428 w 495300"/>
                <a:gd name="connsiteY1288" fmla="*/ 331946 h 476250"/>
                <a:gd name="connsiteX1289" fmla="*/ 367475 w 495300"/>
                <a:gd name="connsiteY1289" fmla="*/ 329660 h 476250"/>
                <a:gd name="connsiteX1290" fmla="*/ 366998 w 495300"/>
                <a:gd name="connsiteY1290" fmla="*/ 329470 h 476250"/>
                <a:gd name="connsiteX1291" fmla="*/ 366617 w 495300"/>
                <a:gd name="connsiteY1291" fmla="*/ 329184 h 476250"/>
                <a:gd name="connsiteX1292" fmla="*/ 365379 w 495300"/>
                <a:gd name="connsiteY1292" fmla="*/ 328136 h 476250"/>
                <a:gd name="connsiteX1293" fmla="*/ 364331 w 495300"/>
                <a:gd name="connsiteY1293" fmla="*/ 326993 h 476250"/>
                <a:gd name="connsiteX1294" fmla="*/ 363855 w 495300"/>
                <a:gd name="connsiteY1294" fmla="*/ 326327 h 476250"/>
                <a:gd name="connsiteX1295" fmla="*/ 363569 w 495300"/>
                <a:gd name="connsiteY1295" fmla="*/ 325850 h 476250"/>
                <a:gd name="connsiteX1296" fmla="*/ 363569 w 495300"/>
                <a:gd name="connsiteY1296" fmla="*/ 325755 h 476250"/>
                <a:gd name="connsiteX1297" fmla="*/ 363474 w 495300"/>
                <a:gd name="connsiteY1297" fmla="*/ 325660 h 476250"/>
                <a:gd name="connsiteX1298" fmla="*/ 363569 w 495300"/>
                <a:gd name="connsiteY1298" fmla="*/ 324421 h 476250"/>
                <a:gd name="connsiteX1299" fmla="*/ 363664 w 495300"/>
                <a:gd name="connsiteY1299" fmla="*/ 323850 h 476250"/>
                <a:gd name="connsiteX1300" fmla="*/ 363855 w 495300"/>
                <a:gd name="connsiteY1300" fmla="*/ 323374 h 476250"/>
                <a:gd name="connsiteX1301" fmla="*/ 364331 w 495300"/>
                <a:gd name="connsiteY1301" fmla="*/ 322421 h 476250"/>
                <a:gd name="connsiteX1302" fmla="*/ 364522 w 495300"/>
                <a:gd name="connsiteY1302" fmla="*/ 321945 h 476250"/>
                <a:gd name="connsiteX1303" fmla="*/ 364617 w 495300"/>
                <a:gd name="connsiteY1303" fmla="*/ 321374 h 476250"/>
                <a:gd name="connsiteX1304" fmla="*/ 364712 w 495300"/>
                <a:gd name="connsiteY1304" fmla="*/ 320802 h 476250"/>
                <a:gd name="connsiteX1305" fmla="*/ 364617 w 495300"/>
                <a:gd name="connsiteY1305" fmla="*/ 320231 h 476250"/>
                <a:gd name="connsiteX1306" fmla="*/ 364331 w 495300"/>
                <a:gd name="connsiteY1306" fmla="*/ 317849 h 476250"/>
                <a:gd name="connsiteX1307" fmla="*/ 369094 w 495300"/>
                <a:gd name="connsiteY1307" fmla="*/ 314420 h 476250"/>
                <a:gd name="connsiteX1308" fmla="*/ 370999 w 495300"/>
                <a:gd name="connsiteY1308" fmla="*/ 313944 h 476250"/>
                <a:gd name="connsiteX1309" fmla="*/ 372332 w 495300"/>
                <a:gd name="connsiteY1309" fmla="*/ 314706 h 476250"/>
                <a:gd name="connsiteX1310" fmla="*/ 374904 w 495300"/>
                <a:gd name="connsiteY1310" fmla="*/ 316802 h 476250"/>
                <a:gd name="connsiteX1311" fmla="*/ 376047 w 495300"/>
                <a:gd name="connsiteY1311" fmla="*/ 317183 h 476250"/>
                <a:gd name="connsiteX1312" fmla="*/ 381857 w 495300"/>
                <a:gd name="connsiteY1312" fmla="*/ 317849 h 476250"/>
                <a:gd name="connsiteX1313" fmla="*/ 384810 w 495300"/>
                <a:gd name="connsiteY1313" fmla="*/ 317754 h 476250"/>
                <a:gd name="connsiteX1314" fmla="*/ 388430 w 495300"/>
                <a:gd name="connsiteY1314" fmla="*/ 315468 h 476250"/>
                <a:gd name="connsiteX1315" fmla="*/ 389096 w 495300"/>
                <a:gd name="connsiteY1315" fmla="*/ 315278 h 476250"/>
                <a:gd name="connsiteX1316" fmla="*/ 393478 w 495300"/>
                <a:gd name="connsiteY1316" fmla="*/ 314230 h 476250"/>
                <a:gd name="connsiteX1317" fmla="*/ 394049 w 495300"/>
                <a:gd name="connsiteY1317" fmla="*/ 314039 h 476250"/>
                <a:gd name="connsiteX1318" fmla="*/ 395288 w 495300"/>
                <a:gd name="connsiteY1318" fmla="*/ 313087 h 476250"/>
                <a:gd name="connsiteX1319" fmla="*/ 395764 w 495300"/>
                <a:gd name="connsiteY1319" fmla="*/ 312611 h 476250"/>
                <a:gd name="connsiteX1320" fmla="*/ 396050 w 495300"/>
                <a:gd name="connsiteY1320" fmla="*/ 312134 h 476250"/>
                <a:gd name="connsiteX1321" fmla="*/ 396240 w 495300"/>
                <a:gd name="connsiteY1321" fmla="*/ 311658 h 476250"/>
                <a:gd name="connsiteX1322" fmla="*/ 396812 w 495300"/>
                <a:gd name="connsiteY1322" fmla="*/ 309372 h 476250"/>
                <a:gd name="connsiteX1323" fmla="*/ 397288 w 495300"/>
                <a:gd name="connsiteY1323" fmla="*/ 306324 h 476250"/>
                <a:gd name="connsiteX1324" fmla="*/ 397478 w 495300"/>
                <a:gd name="connsiteY1324" fmla="*/ 305753 h 476250"/>
                <a:gd name="connsiteX1325" fmla="*/ 397764 w 495300"/>
                <a:gd name="connsiteY1325" fmla="*/ 305276 h 476250"/>
                <a:gd name="connsiteX1326" fmla="*/ 398240 w 495300"/>
                <a:gd name="connsiteY1326" fmla="*/ 304705 h 476250"/>
                <a:gd name="connsiteX1327" fmla="*/ 400431 w 495300"/>
                <a:gd name="connsiteY1327" fmla="*/ 302609 h 476250"/>
                <a:gd name="connsiteX1328" fmla="*/ 401003 w 495300"/>
                <a:gd name="connsiteY1328" fmla="*/ 301942 h 476250"/>
                <a:gd name="connsiteX1329" fmla="*/ 401003 w 495300"/>
                <a:gd name="connsiteY1329" fmla="*/ 301942 h 476250"/>
                <a:gd name="connsiteX1330" fmla="*/ 401193 w 495300"/>
                <a:gd name="connsiteY1330" fmla="*/ 301371 h 476250"/>
                <a:gd name="connsiteX1331" fmla="*/ 401384 w 495300"/>
                <a:gd name="connsiteY1331" fmla="*/ 300704 h 476250"/>
                <a:gd name="connsiteX1332" fmla="*/ 401384 w 495300"/>
                <a:gd name="connsiteY1332" fmla="*/ 299657 h 476250"/>
                <a:gd name="connsiteX1333" fmla="*/ 401288 w 495300"/>
                <a:gd name="connsiteY1333" fmla="*/ 299180 h 476250"/>
                <a:gd name="connsiteX1334" fmla="*/ 401193 w 495300"/>
                <a:gd name="connsiteY1334" fmla="*/ 298704 h 476250"/>
                <a:gd name="connsiteX1335" fmla="*/ 401193 w 495300"/>
                <a:gd name="connsiteY1335" fmla="*/ 298513 h 476250"/>
                <a:gd name="connsiteX1336" fmla="*/ 400717 w 495300"/>
                <a:gd name="connsiteY1336" fmla="*/ 293942 h 476250"/>
                <a:gd name="connsiteX1337" fmla="*/ 400431 w 495300"/>
                <a:gd name="connsiteY1337" fmla="*/ 292894 h 476250"/>
                <a:gd name="connsiteX1338" fmla="*/ 400240 w 495300"/>
                <a:gd name="connsiteY1338" fmla="*/ 292417 h 476250"/>
                <a:gd name="connsiteX1339" fmla="*/ 400050 w 495300"/>
                <a:gd name="connsiteY1339" fmla="*/ 292037 h 476250"/>
                <a:gd name="connsiteX1340" fmla="*/ 399669 w 495300"/>
                <a:gd name="connsiteY1340" fmla="*/ 291751 h 476250"/>
                <a:gd name="connsiteX1341" fmla="*/ 398812 w 495300"/>
                <a:gd name="connsiteY1341" fmla="*/ 291179 h 476250"/>
                <a:gd name="connsiteX1342" fmla="*/ 398621 w 495300"/>
                <a:gd name="connsiteY1342" fmla="*/ 290798 h 476250"/>
                <a:gd name="connsiteX1343" fmla="*/ 398621 w 495300"/>
                <a:gd name="connsiteY1343" fmla="*/ 290132 h 476250"/>
                <a:gd name="connsiteX1344" fmla="*/ 399574 w 495300"/>
                <a:gd name="connsiteY1344" fmla="*/ 288608 h 476250"/>
                <a:gd name="connsiteX1345" fmla="*/ 399669 w 495300"/>
                <a:gd name="connsiteY1345" fmla="*/ 287941 h 476250"/>
                <a:gd name="connsiteX1346" fmla="*/ 399574 w 495300"/>
                <a:gd name="connsiteY1346" fmla="*/ 287465 h 476250"/>
                <a:gd name="connsiteX1347" fmla="*/ 399288 w 495300"/>
                <a:gd name="connsiteY1347" fmla="*/ 286512 h 476250"/>
                <a:gd name="connsiteX1348" fmla="*/ 399288 w 495300"/>
                <a:gd name="connsiteY1348" fmla="*/ 285845 h 476250"/>
                <a:gd name="connsiteX1349" fmla="*/ 399574 w 495300"/>
                <a:gd name="connsiteY1349" fmla="*/ 285083 h 476250"/>
                <a:gd name="connsiteX1350" fmla="*/ 401098 w 495300"/>
                <a:gd name="connsiteY1350" fmla="*/ 282607 h 476250"/>
                <a:gd name="connsiteX1351" fmla="*/ 401193 w 495300"/>
                <a:gd name="connsiteY1351" fmla="*/ 282035 h 476250"/>
                <a:gd name="connsiteX1352" fmla="*/ 401193 w 495300"/>
                <a:gd name="connsiteY1352" fmla="*/ 281464 h 476250"/>
                <a:gd name="connsiteX1353" fmla="*/ 400812 w 495300"/>
                <a:gd name="connsiteY1353" fmla="*/ 278130 h 476250"/>
                <a:gd name="connsiteX1354" fmla="*/ 401003 w 495300"/>
                <a:gd name="connsiteY1354" fmla="*/ 277368 h 476250"/>
                <a:gd name="connsiteX1355" fmla="*/ 401384 w 495300"/>
                <a:gd name="connsiteY1355" fmla="*/ 276511 h 476250"/>
                <a:gd name="connsiteX1356" fmla="*/ 401860 w 495300"/>
                <a:gd name="connsiteY1356" fmla="*/ 276225 h 476250"/>
                <a:gd name="connsiteX1357" fmla="*/ 402336 w 495300"/>
                <a:gd name="connsiteY1357" fmla="*/ 276225 h 476250"/>
                <a:gd name="connsiteX1358" fmla="*/ 402622 w 495300"/>
                <a:gd name="connsiteY1358" fmla="*/ 276606 h 476250"/>
                <a:gd name="connsiteX1359" fmla="*/ 403479 w 495300"/>
                <a:gd name="connsiteY1359" fmla="*/ 277749 h 476250"/>
                <a:gd name="connsiteX1360" fmla="*/ 403860 w 495300"/>
                <a:gd name="connsiteY1360" fmla="*/ 278130 h 476250"/>
                <a:gd name="connsiteX1361" fmla="*/ 403955 w 495300"/>
                <a:gd name="connsiteY1361" fmla="*/ 278130 h 476250"/>
                <a:gd name="connsiteX1362" fmla="*/ 404431 w 495300"/>
                <a:gd name="connsiteY1362" fmla="*/ 278225 h 476250"/>
                <a:gd name="connsiteX1363" fmla="*/ 405003 w 495300"/>
                <a:gd name="connsiteY1363" fmla="*/ 278225 h 476250"/>
                <a:gd name="connsiteX1364" fmla="*/ 405289 w 495300"/>
                <a:gd name="connsiteY1364" fmla="*/ 278225 h 476250"/>
                <a:gd name="connsiteX1365" fmla="*/ 405479 w 495300"/>
                <a:gd name="connsiteY1365" fmla="*/ 278130 h 476250"/>
                <a:gd name="connsiteX1366" fmla="*/ 405670 w 495300"/>
                <a:gd name="connsiteY1366" fmla="*/ 277844 h 476250"/>
                <a:gd name="connsiteX1367" fmla="*/ 406432 w 495300"/>
                <a:gd name="connsiteY1367" fmla="*/ 276416 h 476250"/>
                <a:gd name="connsiteX1368" fmla="*/ 407670 w 495300"/>
                <a:gd name="connsiteY1368" fmla="*/ 274511 h 476250"/>
                <a:gd name="connsiteX1369" fmla="*/ 408337 w 495300"/>
                <a:gd name="connsiteY1369" fmla="*/ 273939 h 476250"/>
                <a:gd name="connsiteX1370" fmla="*/ 408813 w 495300"/>
                <a:gd name="connsiteY1370" fmla="*/ 273558 h 476250"/>
                <a:gd name="connsiteX1371" fmla="*/ 410623 w 495300"/>
                <a:gd name="connsiteY1371" fmla="*/ 272891 h 476250"/>
                <a:gd name="connsiteX1372" fmla="*/ 413195 w 495300"/>
                <a:gd name="connsiteY1372" fmla="*/ 272320 h 476250"/>
                <a:gd name="connsiteX1373" fmla="*/ 420814 w 495300"/>
                <a:gd name="connsiteY1373" fmla="*/ 271653 h 476250"/>
                <a:gd name="connsiteX1374" fmla="*/ 423481 w 495300"/>
                <a:gd name="connsiteY1374" fmla="*/ 270700 h 476250"/>
                <a:gd name="connsiteX1375" fmla="*/ 423863 w 495300"/>
                <a:gd name="connsiteY1375" fmla="*/ 270415 h 476250"/>
                <a:gd name="connsiteX1376" fmla="*/ 424148 w 495300"/>
                <a:gd name="connsiteY1376" fmla="*/ 270034 h 476250"/>
                <a:gd name="connsiteX1377" fmla="*/ 424148 w 495300"/>
                <a:gd name="connsiteY1377" fmla="*/ 269748 h 476250"/>
                <a:gd name="connsiteX1378" fmla="*/ 424148 w 495300"/>
                <a:gd name="connsiteY1378" fmla="*/ 269367 h 476250"/>
                <a:gd name="connsiteX1379" fmla="*/ 423196 w 495300"/>
                <a:gd name="connsiteY1379" fmla="*/ 265938 h 476250"/>
                <a:gd name="connsiteX1380" fmla="*/ 422148 w 495300"/>
                <a:gd name="connsiteY1380" fmla="*/ 263176 h 476250"/>
                <a:gd name="connsiteX1381" fmla="*/ 421386 w 495300"/>
                <a:gd name="connsiteY1381" fmla="*/ 258985 h 476250"/>
                <a:gd name="connsiteX1382" fmla="*/ 420910 w 495300"/>
                <a:gd name="connsiteY1382" fmla="*/ 257556 h 476250"/>
                <a:gd name="connsiteX1383" fmla="*/ 420719 w 495300"/>
                <a:gd name="connsiteY1383" fmla="*/ 257080 h 476250"/>
                <a:gd name="connsiteX1384" fmla="*/ 419862 w 495300"/>
                <a:gd name="connsiteY1384" fmla="*/ 255937 h 476250"/>
                <a:gd name="connsiteX1385" fmla="*/ 419576 w 495300"/>
                <a:gd name="connsiteY1385" fmla="*/ 255556 h 476250"/>
                <a:gd name="connsiteX1386" fmla="*/ 419386 w 495300"/>
                <a:gd name="connsiteY1386" fmla="*/ 255079 h 476250"/>
                <a:gd name="connsiteX1387" fmla="*/ 419290 w 495300"/>
                <a:gd name="connsiteY1387" fmla="*/ 254699 h 476250"/>
                <a:gd name="connsiteX1388" fmla="*/ 419290 w 495300"/>
                <a:gd name="connsiteY1388" fmla="*/ 254222 h 476250"/>
                <a:gd name="connsiteX1389" fmla="*/ 419290 w 495300"/>
                <a:gd name="connsiteY1389" fmla="*/ 254032 h 476250"/>
                <a:gd name="connsiteX1390" fmla="*/ 419386 w 495300"/>
                <a:gd name="connsiteY1390" fmla="*/ 253746 h 476250"/>
                <a:gd name="connsiteX1391" fmla="*/ 419671 w 495300"/>
                <a:gd name="connsiteY1391" fmla="*/ 253079 h 476250"/>
                <a:gd name="connsiteX1392" fmla="*/ 420053 w 495300"/>
                <a:gd name="connsiteY1392" fmla="*/ 252698 h 476250"/>
                <a:gd name="connsiteX1393" fmla="*/ 420529 w 495300"/>
                <a:gd name="connsiteY1393" fmla="*/ 252413 h 476250"/>
                <a:gd name="connsiteX1394" fmla="*/ 421005 w 495300"/>
                <a:gd name="connsiteY1394" fmla="*/ 252508 h 476250"/>
                <a:gd name="connsiteX1395" fmla="*/ 421386 w 495300"/>
                <a:gd name="connsiteY1395" fmla="*/ 252698 h 476250"/>
                <a:gd name="connsiteX1396" fmla="*/ 421672 w 495300"/>
                <a:gd name="connsiteY1396" fmla="*/ 253079 h 476250"/>
                <a:gd name="connsiteX1397" fmla="*/ 422053 w 495300"/>
                <a:gd name="connsiteY1397" fmla="*/ 253365 h 476250"/>
                <a:gd name="connsiteX1398" fmla="*/ 422624 w 495300"/>
                <a:gd name="connsiteY1398" fmla="*/ 253460 h 476250"/>
                <a:gd name="connsiteX1399" fmla="*/ 422910 w 495300"/>
                <a:gd name="connsiteY1399" fmla="*/ 253175 h 476250"/>
                <a:gd name="connsiteX1400" fmla="*/ 423196 w 495300"/>
                <a:gd name="connsiteY1400" fmla="*/ 252698 h 476250"/>
                <a:gd name="connsiteX1401" fmla="*/ 423291 w 495300"/>
                <a:gd name="connsiteY1401" fmla="*/ 252127 h 476250"/>
                <a:gd name="connsiteX1402" fmla="*/ 423767 w 495300"/>
                <a:gd name="connsiteY1402" fmla="*/ 245745 h 476250"/>
                <a:gd name="connsiteX1403" fmla="*/ 423767 w 495300"/>
                <a:gd name="connsiteY1403" fmla="*/ 245174 h 476250"/>
                <a:gd name="connsiteX1404" fmla="*/ 423577 w 495300"/>
                <a:gd name="connsiteY1404" fmla="*/ 244697 h 476250"/>
                <a:gd name="connsiteX1405" fmla="*/ 423291 w 495300"/>
                <a:gd name="connsiteY1405" fmla="*/ 244316 h 476250"/>
                <a:gd name="connsiteX1406" fmla="*/ 422910 w 495300"/>
                <a:gd name="connsiteY1406" fmla="*/ 244126 h 476250"/>
                <a:gd name="connsiteX1407" fmla="*/ 422338 w 495300"/>
                <a:gd name="connsiteY1407" fmla="*/ 243935 h 476250"/>
                <a:gd name="connsiteX1408" fmla="*/ 421767 w 495300"/>
                <a:gd name="connsiteY1408" fmla="*/ 243935 h 476250"/>
                <a:gd name="connsiteX1409" fmla="*/ 420148 w 495300"/>
                <a:gd name="connsiteY1409" fmla="*/ 244126 h 476250"/>
                <a:gd name="connsiteX1410" fmla="*/ 419671 w 495300"/>
                <a:gd name="connsiteY1410" fmla="*/ 244126 h 476250"/>
                <a:gd name="connsiteX1411" fmla="*/ 419290 w 495300"/>
                <a:gd name="connsiteY1411" fmla="*/ 244031 h 476250"/>
                <a:gd name="connsiteX1412" fmla="*/ 418910 w 495300"/>
                <a:gd name="connsiteY1412" fmla="*/ 243745 h 476250"/>
                <a:gd name="connsiteX1413" fmla="*/ 418719 w 495300"/>
                <a:gd name="connsiteY1413" fmla="*/ 243364 h 476250"/>
                <a:gd name="connsiteX1414" fmla="*/ 418529 w 495300"/>
                <a:gd name="connsiteY1414" fmla="*/ 242983 h 476250"/>
                <a:gd name="connsiteX1415" fmla="*/ 418433 w 495300"/>
                <a:gd name="connsiteY1415" fmla="*/ 242602 h 476250"/>
                <a:gd name="connsiteX1416" fmla="*/ 418338 w 495300"/>
                <a:gd name="connsiteY1416" fmla="*/ 240125 h 476250"/>
                <a:gd name="connsiteX1417" fmla="*/ 418624 w 495300"/>
                <a:gd name="connsiteY1417" fmla="*/ 237554 h 476250"/>
                <a:gd name="connsiteX1418" fmla="*/ 419290 w 495300"/>
                <a:gd name="connsiteY1418" fmla="*/ 234887 h 476250"/>
                <a:gd name="connsiteX1419" fmla="*/ 420243 w 495300"/>
                <a:gd name="connsiteY1419" fmla="*/ 232315 h 476250"/>
                <a:gd name="connsiteX1420" fmla="*/ 421196 w 495300"/>
                <a:gd name="connsiteY1420" fmla="*/ 230886 h 476250"/>
                <a:gd name="connsiteX1421" fmla="*/ 422243 w 495300"/>
                <a:gd name="connsiteY1421" fmla="*/ 229838 h 476250"/>
                <a:gd name="connsiteX1422" fmla="*/ 425672 w 495300"/>
                <a:gd name="connsiteY1422" fmla="*/ 225647 h 476250"/>
                <a:gd name="connsiteX1423" fmla="*/ 426339 w 495300"/>
                <a:gd name="connsiteY1423" fmla="*/ 225171 h 476250"/>
                <a:gd name="connsiteX1424" fmla="*/ 426720 w 495300"/>
                <a:gd name="connsiteY1424" fmla="*/ 224981 h 476250"/>
                <a:gd name="connsiteX1425" fmla="*/ 427387 w 495300"/>
                <a:gd name="connsiteY1425" fmla="*/ 224885 h 476250"/>
                <a:gd name="connsiteX1426" fmla="*/ 429673 w 495300"/>
                <a:gd name="connsiteY1426" fmla="*/ 224885 h 476250"/>
                <a:gd name="connsiteX1427" fmla="*/ 430244 w 495300"/>
                <a:gd name="connsiteY1427" fmla="*/ 224695 h 476250"/>
                <a:gd name="connsiteX1428" fmla="*/ 432054 w 495300"/>
                <a:gd name="connsiteY1428" fmla="*/ 224028 h 476250"/>
                <a:gd name="connsiteX1429" fmla="*/ 432340 w 495300"/>
                <a:gd name="connsiteY1429" fmla="*/ 223933 h 476250"/>
                <a:gd name="connsiteX1430" fmla="*/ 432721 w 495300"/>
                <a:gd name="connsiteY1430" fmla="*/ 223933 h 476250"/>
                <a:gd name="connsiteX1431" fmla="*/ 433197 w 495300"/>
                <a:gd name="connsiteY1431" fmla="*/ 224028 h 476250"/>
                <a:gd name="connsiteX1432" fmla="*/ 435007 w 495300"/>
                <a:gd name="connsiteY1432" fmla="*/ 224981 h 476250"/>
                <a:gd name="connsiteX1433" fmla="*/ 438626 w 495300"/>
                <a:gd name="connsiteY1433" fmla="*/ 227648 h 476250"/>
                <a:gd name="connsiteX1434" fmla="*/ 439769 w 495300"/>
                <a:gd name="connsiteY1434" fmla="*/ 229171 h 476250"/>
                <a:gd name="connsiteX1435" fmla="*/ 440150 w 495300"/>
                <a:gd name="connsiteY1435" fmla="*/ 229457 h 476250"/>
                <a:gd name="connsiteX1436" fmla="*/ 440627 w 495300"/>
                <a:gd name="connsiteY1436" fmla="*/ 229648 h 476250"/>
                <a:gd name="connsiteX1437" fmla="*/ 441388 w 495300"/>
                <a:gd name="connsiteY1437" fmla="*/ 229648 h 476250"/>
                <a:gd name="connsiteX1438" fmla="*/ 441960 w 495300"/>
                <a:gd name="connsiteY1438" fmla="*/ 229457 h 476250"/>
                <a:gd name="connsiteX1439" fmla="*/ 442341 w 495300"/>
                <a:gd name="connsiteY1439" fmla="*/ 229171 h 476250"/>
                <a:gd name="connsiteX1440" fmla="*/ 442722 w 495300"/>
                <a:gd name="connsiteY1440" fmla="*/ 228791 h 476250"/>
                <a:gd name="connsiteX1441" fmla="*/ 443103 w 495300"/>
                <a:gd name="connsiteY1441" fmla="*/ 228600 h 476250"/>
                <a:gd name="connsiteX1442" fmla="*/ 443675 w 495300"/>
                <a:gd name="connsiteY1442" fmla="*/ 228600 h 476250"/>
                <a:gd name="connsiteX1443" fmla="*/ 444627 w 495300"/>
                <a:gd name="connsiteY1443" fmla="*/ 228886 h 476250"/>
                <a:gd name="connsiteX1444" fmla="*/ 445865 w 495300"/>
                <a:gd name="connsiteY1444" fmla="*/ 229648 h 476250"/>
                <a:gd name="connsiteX1445" fmla="*/ 447104 w 495300"/>
                <a:gd name="connsiteY1445" fmla="*/ 229934 h 476250"/>
                <a:gd name="connsiteX1446" fmla="*/ 447865 w 495300"/>
                <a:gd name="connsiteY1446" fmla="*/ 230029 h 476250"/>
                <a:gd name="connsiteX1447" fmla="*/ 449009 w 495300"/>
                <a:gd name="connsiteY1447" fmla="*/ 229743 h 476250"/>
                <a:gd name="connsiteX1448" fmla="*/ 449675 w 495300"/>
                <a:gd name="connsiteY1448" fmla="*/ 229934 h 476250"/>
                <a:gd name="connsiteX1449" fmla="*/ 450247 w 495300"/>
                <a:gd name="connsiteY1449" fmla="*/ 230315 h 476250"/>
                <a:gd name="connsiteX1450" fmla="*/ 451009 w 495300"/>
                <a:gd name="connsiteY1450" fmla="*/ 231172 h 476250"/>
                <a:gd name="connsiteX1451" fmla="*/ 451295 w 495300"/>
                <a:gd name="connsiteY1451" fmla="*/ 231838 h 476250"/>
                <a:gd name="connsiteX1452" fmla="*/ 451485 w 495300"/>
                <a:gd name="connsiteY1452" fmla="*/ 232505 h 476250"/>
                <a:gd name="connsiteX1453" fmla="*/ 451485 w 495300"/>
                <a:gd name="connsiteY1453" fmla="*/ 233648 h 476250"/>
                <a:gd name="connsiteX1454" fmla="*/ 451295 w 495300"/>
                <a:gd name="connsiteY1454" fmla="*/ 234887 h 476250"/>
                <a:gd name="connsiteX1455" fmla="*/ 450532 w 495300"/>
                <a:gd name="connsiteY1455" fmla="*/ 237077 h 476250"/>
                <a:gd name="connsiteX1456" fmla="*/ 450437 w 495300"/>
                <a:gd name="connsiteY1456" fmla="*/ 237649 h 476250"/>
                <a:gd name="connsiteX1457" fmla="*/ 450437 w 495300"/>
                <a:gd name="connsiteY1457" fmla="*/ 238125 h 476250"/>
                <a:gd name="connsiteX1458" fmla="*/ 450532 w 495300"/>
                <a:gd name="connsiteY1458" fmla="*/ 238696 h 476250"/>
                <a:gd name="connsiteX1459" fmla="*/ 450818 w 495300"/>
                <a:gd name="connsiteY1459" fmla="*/ 239078 h 476250"/>
                <a:gd name="connsiteX1460" fmla="*/ 451009 w 495300"/>
                <a:gd name="connsiteY1460" fmla="*/ 239459 h 476250"/>
                <a:gd name="connsiteX1461" fmla="*/ 455676 w 495300"/>
                <a:gd name="connsiteY1461" fmla="*/ 243650 h 476250"/>
                <a:gd name="connsiteX1462" fmla="*/ 456629 w 495300"/>
                <a:gd name="connsiteY1462" fmla="*/ 244792 h 476250"/>
                <a:gd name="connsiteX1463" fmla="*/ 457295 w 495300"/>
                <a:gd name="connsiteY1463" fmla="*/ 246031 h 476250"/>
                <a:gd name="connsiteX1464" fmla="*/ 458153 w 495300"/>
                <a:gd name="connsiteY1464" fmla="*/ 248603 h 476250"/>
                <a:gd name="connsiteX1465" fmla="*/ 458724 w 495300"/>
                <a:gd name="connsiteY1465" fmla="*/ 249936 h 476250"/>
                <a:gd name="connsiteX1466" fmla="*/ 459772 w 495300"/>
                <a:gd name="connsiteY1466" fmla="*/ 251555 h 476250"/>
                <a:gd name="connsiteX1467" fmla="*/ 463010 w 495300"/>
                <a:gd name="connsiteY1467" fmla="*/ 255556 h 476250"/>
                <a:gd name="connsiteX1468" fmla="*/ 464153 w 495300"/>
                <a:gd name="connsiteY1468" fmla="*/ 256508 h 476250"/>
                <a:gd name="connsiteX1469" fmla="*/ 464534 w 495300"/>
                <a:gd name="connsiteY1469" fmla="*/ 256794 h 476250"/>
                <a:gd name="connsiteX1470" fmla="*/ 465106 w 495300"/>
                <a:gd name="connsiteY1470" fmla="*/ 257080 h 476250"/>
                <a:gd name="connsiteX1471" fmla="*/ 465963 w 495300"/>
                <a:gd name="connsiteY1471" fmla="*/ 257366 h 476250"/>
                <a:gd name="connsiteX1472" fmla="*/ 466630 w 495300"/>
                <a:gd name="connsiteY1472" fmla="*/ 257461 h 476250"/>
                <a:gd name="connsiteX1473" fmla="*/ 467868 w 495300"/>
                <a:gd name="connsiteY1473" fmla="*/ 257270 h 476250"/>
                <a:gd name="connsiteX1474" fmla="*/ 483870 w 495300"/>
                <a:gd name="connsiteY1474" fmla="*/ 251555 h 476250"/>
                <a:gd name="connsiteX1475" fmla="*/ 487013 w 495300"/>
                <a:gd name="connsiteY1475" fmla="*/ 250412 h 476250"/>
                <a:gd name="connsiteX1476" fmla="*/ 487204 w 495300"/>
                <a:gd name="connsiteY1476" fmla="*/ 250222 h 476250"/>
                <a:gd name="connsiteX1477" fmla="*/ 487489 w 495300"/>
                <a:gd name="connsiteY1477" fmla="*/ 250031 h 476250"/>
                <a:gd name="connsiteX1478" fmla="*/ 487775 w 495300"/>
                <a:gd name="connsiteY1478" fmla="*/ 249650 h 476250"/>
                <a:gd name="connsiteX1479" fmla="*/ 488061 w 495300"/>
                <a:gd name="connsiteY1479" fmla="*/ 249174 h 476250"/>
                <a:gd name="connsiteX1480" fmla="*/ 488347 w 495300"/>
                <a:gd name="connsiteY1480" fmla="*/ 248412 h 476250"/>
                <a:gd name="connsiteX1481" fmla="*/ 488537 w 495300"/>
                <a:gd name="connsiteY1481" fmla="*/ 246888 h 476250"/>
                <a:gd name="connsiteX1482" fmla="*/ 488918 w 495300"/>
                <a:gd name="connsiteY1482" fmla="*/ 245174 h 476250"/>
                <a:gd name="connsiteX1483" fmla="*/ 489299 w 495300"/>
                <a:gd name="connsiteY1483" fmla="*/ 244697 h 476250"/>
                <a:gd name="connsiteX1484" fmla="*/ 489871 w 495300"/>
                <a:gd name="connsiteY1484" fmla="*/ 244126 h 476250"/>
                <a:gd name="connsiteX1485" fmla="*/ 490823 w 495300"/>
                <a:gd name="connsiteY1485" fmla="*/ 243554 h 476250"/>
                <a:gd name="connsiteX1486" fmla="*/ 492157 w 495300"/>
                <a:gd name="connsiteY1486" fmla="*/ 243078 h 476250"/>
                <a:gd name="connsiteX1487" fmla="*/ 492633 w 495300"/>
                <a:gd name="connsiteY1487" fmla="*/ 242983 h 476250"/>
                <a:gd name="connsiteX1488" fmla="*/ 493014 w 495300"/>
                <a:gd name="connsiteY1488" fmla="*/ 242888 h 476250"/>
                <a:gd name="connsiteX1489" fmla="*/ 493300 w 495300"/>
                <a:gd name="connsiteY1489" fmla="*/ 242697 h 476250"/>
                <a:gd name="connsiteX1490" fmla="*/ 494347 w 495300"/>
                <a:gd name="connsiteY1490" fmla="*/ 242030 h 476250"/>
                <a:gd name="connsiteX1491" fmla="*/ 494729 w 495300"/>
                <a:gd name="connsiteY1491" fmla="*/ 241745 h 476250"/>
                <a:gd name="connsiteX1492" fmla="*/ 495205 w 495300"/>
                <a:gd name="connsiteY1492" fmla="*/ 241649 h 476250"/>
                <a:gd name="connsiteX1493" fmla="*/ 497014 w 495300"/>
                <a:gd name="connsiteY1493" fmla="*/ 241554 h 476250"/>
                <a:gd name="connsiteX1494" fmla="*/ 497586 w 495300"/>
                <a:gd name="connsiteY1494" fmla="*/ 241459 h 476250"/>
                <a:gd name="connsiteX1495" fmla="*/ 498062 w 495300"/>
                <a:gd name="connsiteY1495" fmla="*/ 241078 h 476250"/>
                <a:gd name="connsiteX1496" fmla="*/ 498634 w 495300"/>
                <a:gd name="connsiteY1496" fmla="*/ 240411 h 476250"/>
                <a:gd name="connsiteX1497" fmla="*/ 499396 w 495300"/>
                <a:gd name="connsiteY1497" fmla="*/ 239268 h 476250"/>
                <a:gd name="connsiteX1498" fmla="*/ 500063 w 495300"/>
                <a:gd name="connsiteY1498" fmla="*/ 238792 h 476250"/>
                <a:gd name="connsiteX1499" fmla="*/ 500634 w 495300"/>
                <a:gd name="connsiteY1499" fmla="*/ 238696 h 476250"/>
                <a:gd name="connsiteX1500" fmla="*/ 501968 w 495300"/>
                <a:gd name="connsiteY1500" fmla="*/ 239459 h 476250"/>
                <a:gd name="connsiteX1501" fmla="*/ 502444 w 495300"/>
                <a:gd name="connsiteY1501" fmla="*/ 239649 h 476250"/>
                <a:gd name="connsiteX1502" fmla="*/ 502920 w 495300"/>
                <a:gd name="connsiteY1502" fmla="*/ 239744 h 476250"/>
                <a:gd name="connsiteX1503" fmla="*/ 503492 w 495300"/>
                <a:gd name="connsiteY1503" fmla="*/ 239744 h 476250"/>
                <a:gd name="connsiteX1504" fmla="*/ 503968 w 495300"/>
                <a:gd name="connsiteY1504" fmla="*/ 239459 h 476250"/>
                <a:gd name="connsiteX1505" fmla="*/ 504254 w 495300"/>
                <a:gd name="connsiteY1505" fmla="*/ 238982 h 476250"/>
                <a:gd name="connsiteX1506" fmla="*/ 504349 w 495300"/>
                <a:gd name="connsiteY1506" fmla="*/ 238125 h 476250"/>
                <a:gd name="connsiteX1507" fmla="*/ 504635 w 495300"/>
                <a:gd name="connsiteY1507" fmla="*/ 234791 h 476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</a:cxnLst>
              <a:rect l="l" t="t" r="r" b="b"/>
              <a:pathLst>
                <a:path w="495300" h="476250">
                  <a:moveTo>
                    <a:pt x="504063" y="233172"/>
                  </a:moveTo>
                  <a:lnTo>
                    <a:pt x="501491" y="229553"/>
                  </a:lnTo>
                  <a:lnTo>
                    <a:pt x="499015" y="222790"/>
                  </a:lnTo>
                  <a:lnTo>
                    <a:pt x="497396" y="220123"/>
                  </a:lnTo>
                  <a:lnTo>
                    <a:pt x="496729" y="218694"/>
                  </a:lnTo>
                  <a:lnTo>
                    <a:pt x="496729" y="218218"/>
                  </a:lnTo>
                  <a:lnTo>
                    <a:pt x="496729" y="217646"/>
                  </a:lnTo>
                  <a:lnTo>
                    <a:pt x="496824" y="217075"/>
                  </a:lnTo>
                  <a:lnTo>
                    <a:pt x="496919" y="216503"/>
                  </a:lnTo>
                  <a:lnTo>
                    <a:pt x="497110" y="215932"/>
                  </a:lnTo>
                  <a:lnTo>
                    <a:pt x="497396" y="215456"/>
                  </a:lnTo>
                  <a:lnTo>
                    <a:pt x="497681" y="215075"/>
                  </a:lnTo>
                  <a:lnTo>
                    <a:pt x="497967" y="214694"/>
                  </a:lnTo>
                  <a:lnTo>
                    <a:pt x="498348" y="214408"/>
                  </a:lnTo>
                  <a:lnTo>
                    <a:pt x="498729" y="214122"/>
                  </a:lnTo>
                  <a:lnTo>
                    <a:pt x="499015" y="213646"/>
                  </a:lnTo>
                  <a:lnTo>
                    <a:pt x="499205" y="213170"/>
                  </a:lnTo>
                  <a:lnTo>
                    <a:pt x="499301" y="212693"/>
                  </a:lnTo>
                  <a:lnTo>
                    <a:pt x="499301" y="212217"/>
                  </a:lnTo>
                  <a:lnTo>
                    <a:pt x="499301" y="211836"/>
                  </a:lnTo>
                  <a:lnTo>
                    <a:pt x="499205" y="210884"/>
                  </a:lnTo>
                  <a:lnTo>
                    <a:pt x="498729" y="208883"/>
                  </a:lnTo>
                  <a:lnTo>
                    <a:pt x="498634" y="207740"/>
                  </a:lnTo>
                  <a:lnTo>
                    <a:pt x="498634" y="207169"/>
                  </a:lnTo>
                  <a:lnTo>
                    <a:pt x="498729" y="206407"/>
                  </a:lnTo>
                  <a:lnTo>
                    <a:pt x="499205" y="204311"/>
                  </a:lnTo>
                  <a:lnTo>
                    <a:pt x="499301" y="203930"/>
                  </a:lnTo>
                  <a:lnTo>
                    <a:pt x="499205" y="203549"/>
                  </a:lnTo>
                  <a:lnTo>
                    <a:pt x="498920" y="203168"/>
                  </a:lnTo>
                  <a:lnTo>
                    <a:pt x="498157" y="202883"/>
                  </a:lnTo>
                  <a:lnTo>
                    <a:pt x="497491" y="202787"/>
                  </a:lnTo>
                  <a:lnTo>
                    <a:pt x="491776" y="203263"/>
                  </a:lnTo>
                  <a:lnTo>
                    <a:pt x="490728" y="203549"/>
                  </a:lnTo>
                  <a:lnTo>
                    <a:pt x="490252" y="203645"/>
                  </a:lnTo>
                  <a:lnTo>
                    <a:pt x="488537" y="203359"/>
                  </a:lnTo>
                  <a:lnTo>
                    <a:pt x="487966" y="203359"/>
                  </a:lnTo>
                  <a:lnTo>
                    <a:pt x="486537" y="203740"/>
                  </a:lnTo>
                  <a:lnTo>
                    <a:pt x="485394" y="203930"/>
                  </a:lnTo>
                  <a:lnTo>
                    <a:pt x="484822" y="203835"/>
                  </a:lnTo>
                  <a:lnTo>
                    <a:pt x="484251" y="203740"/>
                  </a:lnTo>
                  <a:lnTo>
                    <a:pt x="483584" y="203359"/>
                  </a:lnTo>
                  <a:lnTo>
                    <a:pt x="482918" y="202787"/>
                  </a:lnTo>
                  <a:lnTo>
                    <a:pt x="478536" y="197929"/>
                  </a:lnTo>
                  <a:lnTo>
                    <a:pt x="474726" y="194882"/>
                  </a:lnTo>
                  <a:lnTo>
                    <a:pt x="471106" y="192881"/>
                  </a:lnTo>
                  <a:lnTo>
                    <a:pt x="469582" y="191643"/>
                  </a:lnTo>
                  <a:lnTo>
                    <a:pt x="468344" y="189929"/>
                  </a:lnTo>
                  <a:lnTo>
                    <a:pt x="465868" y="187262"/>
                  </a:lnTo>
                  <a:lnTo>
                    <a:pt x="465677" y="186500"/>
                  </a:lnTo>
                  <a:lnTo>
                    <a:pt x="465487" y="185357"/>
                  </a:lnTo>
                  <a:lnTo>
                    <a:pt x="465963" y="181737"/>
                  </a:lnTo>
                  <a:lnTo>
                    <a:pt x="466154" y="180785"/>
                  </a:lnTo>
                  <a:lnTo>
                    <a:pt x="466344" y="180308"/>
                  </a:lnTo>
                  <a:lnTo>
                    <a:pt x="466439" y="179546"/>
                  </a:lnTo>
                  <a:lnTo>
                    <a:pt x="466439" y="178879"/>
                  </a:lnTo>
                  <a:lnTo>
                    <a:pt x="465487" y="175736"/>
                  </a:lnTo>
                  <a:lnTo>
                    <a:pt x="463772" y="175260"/>
                  </a:lnTo>
                  <a:lnTo>
                    <a:pt x="463487" y="174974"/>
                  </a:lnTo>
                  <a:lnTo>
                    <a:pt x="463105" y="174498"/>
                  </a:lnTo>
                  <a:lnTo>
                    <a:pt x="462344" y="173069"/>
                  </a:lnTo>
                  <a:lnTo>
                    <a:pt x="461391" y="171831"/>
                  </a:lnTo>
                  <a:lnTo>
                    <a:pt x="460724" y="171260"/>
                  </a:lnTo>
                  <a:lnTo>
                    <a:pt x="460153" y="170974"/>
                  </a:lnTo>
                  <a:lnTo>
                    <a:pt x="459677" y="171164"/>
                  </a:lnTo>
                  <a:lnTo>
                    <a:pt x="459296" y="171355"/>
                  </a:lnTo>
                  <a:lnTo>
                    <a:pt x="459010" y="171736"/>
                  </a:lnTo>
                  <a:lnTo>
                    <a:pt x="458534" y="172117"/>
                  </a:lnTo>
                  <a:lnTo>
                    <a:pt x="457962" y="172403"/>
                  </a:lnTo>
                  <a:lnTo>
                    <a:pt x="456819" y="172498"/>
                  </a:lnTo>
                  <a:lnTo>
                    <a:pt x="456057" y="172212"/>
                  </a:lnTo>
                  <a:lnTo>
                    <a:pt x="454057" y="170783"/>
                  </a:lnTo>
                  <a:lnTo>
                    <a:pt x="453390" y="170498"/>
                  </a:lnTo>
                  <a:lnTo>
                    <a:pt x="452819" y="170402"/>
                  </a:lnTo>
                  <a:lnTo>
                    <a:pt x="452533" y="170688"/>
                  </a:lnTo>
                  <a:lnTo>
                    <a:pt x="452152" y="171069"/>
                  </a:lnTo>
                  <a:lnTo>
                    <a:pt x="451390" y="172403"/>
                  </a:lnTo>
                  <a:lnTo>
                    <a:pt x="451009" y="172784"/>
                  </a:lnTo>
                  <a:lnTo>
                    <a:pt x="450723" y="173069"/>
                  </a:lnTo>
                  <a:lnTo>
                    <a:pt x="449866" y="173355"/>
                  </a:lnTo>
                  <a:lnTo>
                    <a:pt x="443675" y="173546"/>
                  </a:lnTo>
                  <a:lnTo>
                    <a:pt x="441674" y="174117"/>
                  </a:lnTo>
                  <a:lnTo>
                    <a:pt x="438721" y="175260"/>
                  </a:lnTo>
                  <a:lnTo>
                    <a:pt x="437960" y="175355"/>
                  </a:lnTo>
                  <a:lnTo>
                    <a:pt x="437388" y="175260"/>
                  </a:lnTo>
                  <a:lnTo>
                    <a:pt x="435578" y="174212"/>
                  </a:lnTo>
                  <a:lnTo>
                    <a:pt x="433292" y="173260"/>
                  </a:lnTo>
                  <a:lnTo>
                    <a:pt x="429959" y="172498"/>
                  </a:lnTo>
                  <a:lnTo>
                    <a:pt x="428815" y="172498"/>
                  </a:lnTo>
                  <a:lnTo>
                    <a:pt x="428149" y="172784"/>
                  </a:lnTo>
                  <a:lnTo>
                    <a:pt x="427577" y="174212"/>
                  </a:lnTo>
                  <a:lnTo>
                    <a:pt x="427101" y="174688"/>
                  </a:lnTo>
                  <a:lnTo>
                    <a:pt x="426434" y="175070"/>
                  </a:lnTo>
                  <a:lnTo>
                    <a:pt x="425101" y="175546"/>
                  </a:lnTo>
                  <a:lnTo>
                    <a:pt x="422720" y="175641"/>
                  </a:lnTo>
                  <a:lnTo>
                    <a:pt x="416719" y="174688"/>
                  </a:lnTo>
                  <a:lnTo>
                    <a:pt x="415862" y="174498"/>
                  </a:lnTo>
                  <a:lnTo>
                    <a:pt x="414909" y="173927"/>
                  </a:lnTo>
                  <a:lnTo>
                    <a:pt x="413480" y="172879"/>
                  </a:lnTo>
                  <a:lnTo>
                    <a:pt x="412052" y="171355"/>
                  </a:lnTo>
                  <a:lnTo>
                    <a:pt x="409289" y="167545"/>
                  </a:lnTo>
                  <a:lnTo>
                    <a:pt x="408813" y="166688"/>
                  </a:lnTo>
                  <a:lnTo>
                    <a:pt x="408432" y="165640"/>
                  </a:lnTo>
                  <a:lnTo>
                    <a:pt x="408242" y="165163"/>
                  </a:lnTo>
                  <a:lnTo>
                    <a:pt x="407861" y="163068"/>
                  </a:lnTo>
                  <a:lnTo>
                    <a:pt x="407670" y="160687"/>
                  </a:lnTo>
                  <a:lnTo>
                    <a:pt x="407956" y="156210"/>
                  </a:lnTo>
                  <a:lnTo>
                    <a:pt x="407861" y="155638"/>
                  </a:lnTo>
                  <a:lnTo>
                    <a:pt x="407765" y="155162"/>
                  </a:lnTo>
                  <a:lnTo>
                    <a:pt x="407194" y="154496"/>
                  </a:lnTo>
                  <a:lnTo>
                    <a:pt x="406241" y="153734"/>
                  </a:lnTo>
                  <a:lnTo>
                    <a:pt x="401479" y="151352"/>
                  </a:lnTo>
                  <a:lnTo>
                    <a:pt x="400717" y="150781"/>
                  </a:lnTo>
                  <a:lnTo>
                    <a:pt x="398812" y="149066"/>
                  </a:lnTo>
                  <a:lnTo>
                    <a:pt x="398336" y="148781"/>
                  </a:lnTo>
                  <a:lnTo>
                    <a:pt x="397955" y="148590"/>
                  </a:lnTo>
                  <a:lnTo>
                    <a:pt x="396621" y="148400"/>
                  </a:lnTo>
                  <a:lnTo>
                    <a:pt x="395859" y="148304"/>
                  </a:lnTo>
                  <a:lnTo>
                    <a:pt x="395002" y="148400"/>
                  </a:lnTo>
                  <a:lnTo>
                    <a:pt x="394145" y="148590"/>
                  </a:lnTo>
                  <a:lnTo>
                    <a:pt x="393573" y="148781"/>
                  </a:lnTo>
                  <a:lnTo>
                    <a:pt x="393097" y="149066"/>
                  </a:lnTo>
                  <a:lnTo>
                    <a:pt x="392335" y="149733"/>
                  </a:lnTo>
                  <a:lnTo>
                    <a:pt x="392049" y="150019"/>
                  </a:lnTo>
                  <a:lnTo>
                    <a:pt x="391859" y="150590"/>
                  </a:lnTo>
                  <a:lnTo>
                    <a:pt x="390715" y="149733"/>
                  </a:lnTo>
                  <a:lnTo>
                    <a:pt x="390715" y="147733"/>
                  </a:lnTo>
                  <a:lnTo>
                    <a:pt x="391287" y="144304"/>
                  </a:lnTo>
                  <a:lnTo>
                    <a:pt x="391192" y="143828"/>
                  </a:lnTo>
                  <a:lnTo>
                    <a:pt x="390906" y="143351"/>
                  </a:lnTo>
                  <a:lnTo>
                    <a:pt x="390525" y="142970"/>
                  </a:lnTo>
                  <a:lnTo>
                    <a:pt x="389572" y="141446"/>
                  </a:lnTo>
                  <a:lnTo>
                    <a:pt x="387953" y="139637"/>
                  </a:lnTo>
                  <a:lnTo>
                    <a:pt x="387382" y="139160"/>
                  </a:lnTo>
                  <a:lnTo>
                    <a:pt x="373285" y="132969"/>
                  </a:lnTo>
                  <a:lnTo>
                    <a:pt x="372809" y="132874"/>
                  </a:lnTo>
                  <a:lnTo>
                    <a:pt x="371570" y="132779"/>
                  </a:lnTo>
                  <a:lnTo>
                    <a:pt x="370808" y="132874"/>
                  </a:lnTo>
                  <a:lnTo>
                    <a:pt x="369380" y="133255"/>
                  </a:lnTo>
                  <a:lnTo>
                    <a:pt x="367855" y="133826"/>
                  </a:lnTo>
                  <a:lnTo>
                    <a:pt x="365855" y="134207"/>
                  </a:lnTo>
                  <a:lnTo>
                    <a:pt x="364141" y="133826"/>
                  </a:lnTo>
                  <a:lnTo>
                    <a:pt x="360140" y="132207"/>
                  </a:lnTo>
                  <a:lnTo>
                    <a:pt x="360521" y="131826"/>
                  </a:lnTo>
                  <a:lnTo>
                    <a:pt x="361283" y="130112"/>
                  </a:lnTo>
                  <a:lnTo>
                    <a:pt x="361188" y="125825"/>
                  </a:lnTo>
                  <a:lnTo>
                    <a:pt x="362617" y="122015"/>
                  </a:lnTo>
                  <a:lnTo>
                    <a:pt x="362236" y="120110"/>
                  </a:lnTo>
                  <a:lnTo>
                    <a:pt x="361569" y="118205"/>
                  </a:lnTo>
                  <a:lnTo>
                    <a:pt x="361569" y="116491"/>
                  </a:lnTo>
                  <a:lnTo>
                    <a:pt x="362617" y="115443"/>
                  </a:lnTo>
                  <a:lnTo>
                    <a:pt x="366522" y="113538"/>
                  </a:lnTo>
                  <a:lnTo>
                    <a:pt x="367855" y="113157"/>
                  </a:lnTo>
                  <a:lnTo>
                    <a:pt x="368808" y="112490"/>
                  </a:lnTo>
                  <a:lnTo>
                    <a:pt x="371951" y="107823"/>
                  </a:lnTo>
                  <a:lnTo>
                    <a:pt x="373666" y="106013"/>
                  </a:lnTo>
                  <a:lnTo>
                    <a:pt x="374142" y="105156"/>
                  </a:lnTo>
                  <a:lnTo>
                    <a:pt x="375190" y="102108"/>
                  </a:lnTo>
                  <a:lnTo>
                    <a:pt x="375571" y="101441"/>
                  </a:lnTo>
                  <a:lnTo>
                    <a:pt x="377762" y="98012"/>
                  </a:lnTo>
                  <a:lnTo>
                    <a:pt x="378905" y="96774"/>
                  </a:lnTo>
                  <a:lnTo>
                    <a:pt x="380810" y="95726"/>
                  </a:lnTo>
                  <a:lnTo>
                    <a:pt x="383191" y="95441"/>
                  </a:lnTo>
                  <a:lnTo>
                    <a:pt x="383953" y="95060"/>
                  </a:lnTo>
                  <a:lnTo>
                    <a:pt x="384620" y="94393"/>
                  </a:lnTo>
                  <a:lnTo>
                    <a:pt x="385001" y="93726"/>
                  </a:lnTo>
                  <a:lnTo>
                    <a:pt x="385477" y="93250"/>
                  </a:lnTo>
                  <a:lnTo>
                    <a:pt x="386429" y="93059"/>
                  </a:lnTo>
                  <a:lnTo>
                    <a:pt x="389858" y="93345"/>
                  </a:lnTo>
                  <a:lnTo>
                    <a:pt x="391573" y="93250"/>
                  </a:lnTo>
                  <a:lnTo>
                    <a:pt x="393287" y="92392"/>
                  </a:lnTo>
                  <a:lnTo>
                    <a:pt x="394716" y="91250"/>
                  </a:lnTo>
                  <a:lnTo>
                    <a:pt x="397955" y="87440"/>
                  </a:lnTo>
                  <a:lnTo>
                    <a:pt x="398717" y="87058"/>
                  </a:lnTo>
                  <a:lnTo>
                    <a:pt x="399764" y="86868"/>
                  </a:lnTo>
                  <a:lnTo>
                    <a:pt x="400621" y="86487"/>
                  </a:lnTo>
                  <a:lnTo>
                    <a:pt x="401003" y="85439"/>
                  </a:lnTo>
                  <a:lnTo>
                    <a:pt x="400812" y="84487"/>
                  </a:lnTo>
                  <a:lnTo>
                    <a:pt x="400050" y="82772"/>
                  </a:lnTo>
                  <a:lnTo>
                    <a:pt x="399860" y="81725"/>
                  </a:lnTo>
                  <a:lnTo>
                    <a:pt x="400717" y="79629"/>
                  </a:lnTo>
                  <a:lnTo>
                    <a:pt x="404051" y="79438"/>
                  </a:lnTo>
                  <a:lnTo>
                    <a:pt x="404813" y="78010"/>
                  </a:lnTo>
                  <a:lnTo>
                    <a:pt x="404813" y="75533"/>
                  </a:lnTo>
                  <a:lnTo>
                    <a:pt x="405003" y="73724"/>
                  </a:lnTo>
                  <a:lnTo>
                    <a:pt x="405670" y="72295"/>
                  </a:lnTo>
                  <a:lnTo>
                    <a:pt x="407098" y="70961"/>
                  </a:lnTo>
                  <a:lnTo>
                    <a:pt x="410813" y="69056"/>
                  </a:lnTo>
                  <a:lnTo>
                    <a:pt x="412718" y="67628"/>
                  </a:lnTo>
                  <a:lnTo>
                    <a:pt x="413576" y="65913"/>
                  </a:lnTo>
                  <a:lnTo>
                    <a:pt x="413576" y="63817"/>
                  </a:lnTo>
                  <a:lnTo>
                    <a:pt x="413766" y="63246"/>
                  </a:lnTo>
                  <a:lnTo>
                    <a:pt x="416338" y="63532"/>
                  </a:lnTo>
                  <a:lnTo>
                    <a:pt x="419481" y="63246"/>
                  </a:lnTo>
                  <a:lnTo>
                    <a:pt x="422815" y="62389"/>
                  </a:lnTo>
                  <a:lnTo>
                    <a:pt x="425768" y="60960"/>
                  </a:lnTo>
                  <a:lnTo>
                    <a:pt x="427863" y="58865"/>
                  </a:lnTo>
                  <a:lnTo>
                    <a:pt x="431768" y="52673"/>
                  </a:lnTo>
                  <a:lnTo>
                    <a:pt x="434245" y="50863"/>
                  </a:lnTo>
                  <a:lnTo>
                    <a:pt x="441484" y="49911"/>
                  </a:lnTo>
                  <a:lnTo>
                    <a:pt x="443294" y="49244"/>
                  </a:lnTo>
                  <a:lnTo>
                    <a:pt x="444246" y="48006"/>
                  </a:lnTo>
                  <a:lnTo>
                    <a:pt x="444055" y="47054"/>
                  </a:lnTo>
                  <a:lnTo>
                    <a:pt x="443294" y="46387"/>
                  </a:lnTo>
                  <a:lnTo>
                    <a:pt x="442436" y="45815"/>
                  </a:lnTo>
                  <a:lnTo>
                    <a:pt x="442055" y="45434"/>
                  </a:lnTo>
                  <a:lnTo>
                    <a:pt x="442055" y="44196"/>
                  </a:lnTo>
                  <a:lnTo>
                    <a:pt x="442436" y="43434"/>
                  </a:lnTo>
                  <a:lnTo>
                    <a:pt x="447008" y="39243"/>
                  </a:lnTo>
                  <a:lnTo>
                    <a:pt x="448913" y="38005"/>
                  </a:lnTo>
                  <a:lnTo>
                    <a:pt x="449771" y="38291"/>
                  </a:lnTo>
                  <a:lnTo>
                    <a:pt x="450628" y="37433"/>
                  </a:lnTo>
                  <a:lnTo>
                    <a:pt x="452628" y="37910"/>
                  </a:lnTo>
                  <a:lnTo>
                    <a:pt x="456057" y="39433"/>
                  </a:lnTo>
                  <a:lnTo>
                    <a:pt x="456533" y="38386"/>
                  </a:lnTo>
                  <a:lnTo>
                    <a:pt x="458534" y="32004"/>
                  </a:lnTo>
                  <a:lnTo>
                    <a:pt x="459677" y="30956"/>
                  </a:lnTo>
                  <a:lnTo>
                    <a:pt x="460343" y="30194"/>
                  </a:lnTo>
                  <a:lnTo>
                    <a:pt x="460724" y="29337"/>
                  </a:lnTo>
                  <a:lnTo>
                    <a:pt x="460629" y="28289"/>
                  </a:lnTo>
                  <a:lnTo>
                    <a:pt x="459772" y="26289"/>
                  </a:lnTo>
                  <a:lnTo>
                    <a:pt x="459581" y="25908"/>
                  </a:lnTo>
                  <a:lnTo>
                    <a:pt x="450342" y="32575"/>
                  </a:lnTo>
                  <a:lnTo>
                    <a:pt x="447485" y="33909"/>
                  </a:lnTo>
                  <a:lnTo>
                    <a:pt x="446722" y="33814"/>
                  </a:lnTo>
                  <a:lnTo>
                    <a:pt x="441960" y="32766"/>
                  </a:lnTo>
                  <a:lnTo>
                    <a:pt x="440627" y="32766"/>
                  </a:lnTo>
                  <a:lnTo>
                    <a:pt x="440055" y="32861"/>
                  </a:lnTo>
                  <a:lnTo>
                    <a:pt x="439674" y="32957"/>
                  </a:lnTo>
                  <a:lnTo>
                    <a:pt x="438912" y="33623"/>
                  </a:lnTo>
                  <a:lnTo>
                    <a:pt x="436436" y="36100"/>
                  </a:lnTo>
                  <a:lnTo>
                    <a:pt x="434816" y="37529"/>
                  </a:lnTo>
                  <a:lnTo>
                    <a:pt x="432435" y="39148"/>
                  </a:lnTo>
                  <a:lnTo>
                    <a:pt x="426911" y="41529"/>
                  </a:lnTo>
                  <a:lnTo>
                    <a:pt x="415862" y="44767"/>
                  </a:lnTo>
                  <a:lnTo>
                    <a:pt x="414433" y="44767"/>
                  </a:lnTo>
                  <a:lnTo>
                    <a:pt x="412718" y="44291"/>
                  </a:lnTo>
                  <a:lnTo>
                    <a:pt x="412052" y="44387"/>
                  </a:lnTo>
                  <a:lnTo>
                    <a:pt x="410909" y="44577"/>
                  </a:lnTo>
                  <a:lnTo>
                    <a:pt x="410051" y="45053"/>
                  </a:lnTo>
                  <a:lnTo>
                    <a:pt x="409385" y="45625"/>
                  </a:lnTo>
                  <a:lnTo>
                    <a:pt x="409004" y="46196"/>
                  </a:lnTo>
                  <a:lnTo>
                    <a:pt x="408718" y="46958"/>
                  </a:lnTo>
                  <a:lnTo>
                    <a:pt x="408146" y="50197"/>
                  </a:lnTo>
                  <a:lnTo>
                    <a:pt x="407956" y="51149"/>
                  </a:lnTo>
                  <a:lnTo>
                    <a:pt x="407670" y="51721"/>
                  </a:lnTo>
                  <a:lnTo>
                    <a:pt x="406718" y="53340"/>
                  </a:lnTo>
                  <a:lnTo>
                    <a:pt x="405765" y="54483"/>
                  </a:lnTo>
                  <a:lnTo>
                    <a:pt x="403574" y="56293"/>
                  </a:lnTo>
                  <a:lnTo>
                    <a:pt x="401860" y="57531"/>
                  </a:lnTo>
                  <a:lnTo>
                    <a:pt x="400812" y="58007"/>
                  </a:lnTo>
                  <a:lnTo>
                    <a:pt x="399860" y="58293"/>
                  </a:lnTo>
                  <a:lnTo>
                    <a:pt x="399479" y="58103"/>
                  </a:lnTo>
                  <a:lnTo>
                    <a:pt x="399193" y="57912"/>
                  </a:lnTo>
                  <a:lnTo>
                    <a:pt x="399002" y="57531"/>
                  </a:lnTo>
                  <a:lnTo>
                    <a:pt x="398907" y="57055"/>
                  </a:lnTo>
                  <a:lnTo>
                    <a:pt x="398812" y="56483"/>
                  </a:lnTo>
                  <a:lnTo>
                    <a:pt x="398907" y="54007"/>
                  </a:lnTo>
                  <a:lnTo>
                    <a:pt x="400145" y="42767"/>
                  </a:lnTo>
                  <a:lnTo>
                    <a:pt x="400240" y="42291"/>
                  </a:lnTo>
                  <a:lnTo>
                    <a:pt x="400526" y="41815"/>
                  </a:lnTo>
                  <a:lnTo>
                    <a:pt x="400812" y="41434"/>
                  </a:lnTo>
                  <a:lnTo>
                    <a:pt x="401193" y="41053"/>
                  </a:lnTo>
                  <a:lnTo>
                    <a:pt x="401574" y="40767"/>
                  </a:lnTo>
                  <a:lnTo>
                    <a:pt x="405384" y="38767"/>
                  </a:lnTo>
                  <a:lnTo>
                    <a:pt x="406146" y="38100"/>
                  </a:lnTo>
                  <a:lnTo>
                    <a:pt x="406813" y="37338"/>
                  </a:lnTo>
                  <a:lnTo>
                    <a:pt x="407289" y="36576"/>
                  </a:lnTo>
                  <a:lnTo>
                    <a:pt x="409385" y="31909"/>
                  </a:lnTo>
                  <a:lnTo>
                    <a:pt x="409861" y="30290"/>
                  </a:lnTo>
                  <a:lnTo>
                    <a:pt x="410146" y="29146"/>
                  </a:lnTo>
                  <a:lnTo>
                    <a:pt x="410432" y="25146"/>
                  </a:lnTo>
                  <a:lnTo>
                    <a:pt x="410146" y="21717"/>
                  </a:lnTo>
                  <a:lnTo>
                    <a:pt x="410242" y="21431"/>
                  </a:lnTo>
                  <a:lnTo>
                    <a:pt x="410242" y="20479"/>
                  </a:lnTo>
                  <a:lnTo>
                    <a:pt x="405289" y="23717"/>
                  </a:lnTo>
                  <a:lnTo>
                    <a:pt x="403860" y="25051"/>
                  </a:lnTo>
                  <a:lnTo>
                    <a:pt x="403003" y="26384"/>
                  </a:lnTo>
                  <a:lnTo>
                    <a:pt x="402050" y="27432"/>
                  </a:lnTo>
                  <a:lnTo>
                    <a:pt x="401384" y="27908"/>
                  </a:lnTo>
                  <a:lnTo>
                    <a:pt x="400717" y="28289"/>
                  </a:lnTo>
                  <a:lnTo>
                    <a:pt x="400050" y="28385"/>
                  </a:lnTo>
                  <a:lnTo>
                    <a:pt x="399193" y="28385"/>
                  </a:lnTo>
                  <a:lnTo>
                    <a:pt x="398431" y="28289"/>
                  </a:lnTo>
                  <a:lnTo>
                    <a:pt x="397859" y="28099"/>
                  </a:lnTo>
                  <a:lnTo>
                    <a:pt x="397478" y="27813"/>
                  </a:lnTo>
                  <a:lnTo>
                    <a:pt x="397097" y="27432"/>
                  </a:lnTo>
                  <a:lnTo>
                    <a:pt x="396240" y="26289"/>
                  </a:lnTo>
                  <a:lnTo>
                    <a:pt x="395764" y="25432"/>
                  </a:lnTo>
                  <a:lnTo>
                    <a:pt x="394811" y="23050"/>
                  </a:lnTo>
                  <a:lnTo>
                    <a:pt x="393002" y="20098"/>
                  </a:lnTo>
                  <a:lnTo>
                    <a:pt x="392716" y="19717"/>
                  </a:lnTo>
                  <a:lnTo>
                    <a:pt x="392144" y="19241"/>
                  </a:lnTo>
                  <a:lnTo>
                    <a:pt x="391382" y="18860"/>
                  </a:lnTo>
                  <a:lnTo>
                    <a:pt x="389572" y="18193"/>
                  </a:lnTo>
                  <a:lnTo>
                    <a:pt x="388620" y="18002"/>
                  </a:lnTo>
                  <a:lnTo>
                    <a:pt x="387858" y="18002"/>
                  </a:lnTo>
                  <a:lnTo>
                    <a:pt x="385477" y="18479"/>
                  </a:lnTo>
                  <a:lnTo>
                    <a:pt x="384715" y="18479"/>
                  </a:lnTo>
                  <a:lnTo>
                    <a:pt x="384048" y="18288"/>
                  </a:lnTo>
                  <a:lnTo>
                    <a:pt x="383667" y="18098"/>
                  </a:lnTo>
                  <a:lnTo>
                    <a:pt x="383000" y="17717"/>
                  </a:lnTo>
                  <a:lnTo>
                    <a:pt x="382429" y="17717"/>
                  </a:lnTo>
                  <a:lnTo>
                    <a:pt x="381953" y="17812"/>
                  </a:lnTo>
                  <a:lnTo>
                    <a:pt x="381571" y="18193"/>
                  </a:lnTo>
                  <a:lnTo>
                    <a:pt x="380524" y="19241"/>
                  </a:lnTo>
                  <a:lnTo>
                    <a:pt x="378238" y="21146"/>
                  </a:lnTo>
                  <a:lnTo>
                    <a:pt x="377952" y="21527"/>
                  </a:lnTo>
                  <a:lnTo>
                    <a:pt x="377762" y="22003"/>
                  </a:lnTo>
                  <a:lnTo>
                    <a:pt x="377000" y="24384"/>
                  </a:lnTo>
                  <a:lnTo>
                    <a:pt x="376809" y="24956"/>
                  </a:lnTo>
                  <a:lnTo>
                    <a:pt x="376142" y="26099"/>
                  </a:lnTo>
                  <a:lnTo>
                    <a:pt x="375761" y="26575"/>
                  </a:lnTo>
                  <a:lnTo>
                    <a:pt x="374523" y="27623"/>
                  </a:lnTo>
                  <a:lnTo>
                    <a:pt x="373856" y="28480"/>
                  </a:lnTo>
                  <a:lnTo>
                    <a:pt x="373189" y="29146"/>
                  </a:lnTo>
                  <a:lnTo>
                    <a:pt x="371665" y="30004"/>
                  </a:lnTo>
                  <a:lnTo>
                    <a:pt x="369665" y="30004"/>
                  </a:lnTo>
                  <a:lnTo>
                    <a:pt x="367855" y="30480"/>
                  </a:lnTo>
                  <a:lnTo>
                    <a:pt x="367379" y="30290"/>
                  </a:lnTo>
                  <a:lnTo>
                    <a:pt x="366998" y="30004"/>
                  </a:lnTo>
                  <a:lnTo>
                    <a:pt x="366808" y="29528"/>
                  </a:lnTo>
                  <a:lnTo>
                    <a:pt x="366903" y="29146"/>
                  </a:lnTo>
                  <a:lnTo>
                    <a:pt x="366998" y="28861"/>
                  </a:lnTo>
                  <a:lnTo>
                    <a:pt x="367379" y="28004"/>
                  </a:lnTo>
                  <a:lnTo>
                    <a:pt x="367379" y="27337"/>
                  </a:lnTo>
                  <a:lnTo>
                    <a:pt x="366713" y="26289"/>
                  </a:lnTo>
                  <a:lnTo>
                    <a:pt x="364903" y="24289"/>
                  </a:lnTo>
                  <a:lnTo>
                    <a:pt x="362236" y="22193"/>
                  </a:lnTo>
                  <a:lnTo>
                    <a:pt x="360807" y="21431"/>
                  </a:lnTo>
                  <a:lnTo>
                    <a:pt x="359855" y="21146"/>
                  </a:lnTo>
                  <a:lnTo>
                    <a:pt x="359473" y="21336"/>
                  </a:lnTo>
                  <a:lnTo>
                    <a:pt x="358235" y="22193"/>
                  </a:lnTo>
                  <a:lnTo>
                    <a:pt x="357283" y="22193"/>
                  </a:lnTo>
                  <a:lnTo>
                    <a:pt x="355949" y="22098"/>
                  </a:lnTo>
                  <a:lnTo>
                    <a:pt x="351663" y="21050"/>
                  </a:lnTo>
                  <a:lnTo>
                    <a:pt x="350615" y="20955"/>
                  </a:lnTo>
                  <a:lnTo>
                    <a:pt x="350044" y="20955"/>
                  </a:lnTo>
                  <a:lnTo>
                    <a:pt x="346996" y="21812"/>
                  </a:lnTo>
                  <a:lnTo>
                    <a:pt x="344138" y="23050"/>
                  </a:lnTo>
                  <a:lnTo>
                    <a:pt x="343376" y="23146"/>
                  </a:lnTo>
                  <a:lnTo>
                    <a:pt x="340233" y="23146"/>
                  </a:lnTo>
                  <a:lnTo>
                    <a:pt x="338328" y="22765"/>
                  </a:lnTo>
                  <a:lnTo>
                    <a:pt x="337376" y="22384"/>
                  </a:lnTo>
                  <a:lnTo>
                    <a:pt x="326898" y="15145"/>
                  </a:lnTo>
                  <a:lnTo>
                    <a:pt x="325946" y="14764"/>
                  </a:lnTo>
                  <a:lnTo>
                    <a:pt x="324898" y="14573"/>
                  </a:lnTo>
                  <a:lnTo>
                    <a:pt x="323469" y="14383"/>
                  </a:lnTo>
                  <a:lnTo>
                    <a:pt x="322707" y="14192"/>
                  </a:lnTo>
                  <a:lnTo>
                    <a:pt x="322231" y="13716"/>
                  </a:lnTo>
                  <a:lnTo>
                    <a:pt x="321373" y="12668"/>
                  </a:lnTo>
                  <a:lnTo>
                    <a:pt x="320897" y="11906"/>
                  </a:lnTo>
                  <a:lnTo>
                    <a:pt x="320135" y="12002"/>
                  </a:lnTo>
                  <a:lnTo>
                    <a:pt x="318611" y="12287"/>
                  </a:lnTo>
                  <a:lnTo>
                    <a:pt x="317849" y="12287"/>
                  </a:lnTo>
                  <a:lnTo>
                    <a:pt x="314420" y="11144"/>
                  </a:lnTo>
                  <a:lnTo>
                    <a:pt x="313182" y="11144"/>
                  </a:lnTo>
                  <a:lnTo>
                    <a:pt x="312706" y="11525"/>
                  </a:lnTo>
                  <a:lnTo>
                    <a:pt x="311563" y="12097"/>
                  </a:lnTo>
                  <a:lnTo>
                    <a:pt x="311087" y="12287"/>
                  </a:lnTo>
                  <a:lnTo>
                    <a:pt x="310134" y="12383"/>
                  </a:lnTo>
                  <a:lnTo>
                    <a:pt x="308991" y="12287"/>
                  </a:lnTo>
                  <a:lnTo>
                    <a:pt x="306038" y="11716"/>
                  </a:lnTo>
                  <a:lnTo>
                    <a:pt x="300704" y="9906"/>
                  </a:lnTo>
                  <a:lnTo>
                    <a:pt x="299371" y="9239"/>
                  </a:lnTo>
                  <a:lnTo>
                    <a:pt x="298513" y="8763"/>
                  </a:lnTo>
                  <a:lnTo>
                    <a:pt x="298323" y="8287"/>
                  </a:lnTo>
                  <a:lnTo>
                    <a:pt x="298037" y="7811"/>
                  </a:lnTo>
                  <a:lnTo>
                    <a:pt x="297561" y="6382"/>
                  </a:lnTo>
                  <a:lnTo>
                    <a:pt x="297371" y="5239"/>
                  </a:lnTo>
                  <a:lnTo>
                    <a:pt x="296513" y="4286"/>
                  </a:lnTo>
                  <a:lnTo>
                    <a:pt x="295751" y="3143"/>
                  </a:lnTo>
                  <a:lnTo>
                    <a:pt x="294894" y="2000"/>
                  </a:lnTo>
                  <a:lnTo>
                    <a:pt x="293846" y="1238"/>
                  </a:lnTo>
                  <a:lnTo>
                    <a:pt x="292608" y="667"/>
                  </a:lnTo>
                  <a:lnTo>
                    <a:pt x="292037" y="571"/>
                  </a:lnTo>
                  <a:lnTo>
                    <a:pt x="291560" y="667"/>
                  </a:lnTo>
                  <a:lnTo>
                    <a:pt x="290798" y="1429"/>
                  </a:lnTo>
                  <a:lnTo>
                    <a:pt x="290322" y="1715"/>
                  </a:lnTo>
                  <a:lnTo>
                    <a:pt x="289846" y="1810"/>
                  </a:lnTo>
                  <a:lnTo>
                    <a:pt x="288227" y="1715"/>
                  </a:lnTo>
                  <a:lnTo>
                    <a:pt x="287750" y="1715"/>
                  </a:lnTo>
                  <a:lnTo>
                    <a:pt x="286798" y="2000"/>
                  </a:lnTo>
                  <a:lnTo>
                    <a:pt x="286131" y="2096"/>
                  </a:lnTo>
                  <a:lnTo>
                    <a:pt x="285464" y="1905"/>
                  </a:lnTo>
                  <a:lnTo>
                    <a:pt x="284893" y="1429"/>
                  </a:lnTo>
                  <a:lnTo>
                    <a:pt x="283845" y="381"/>
                  </a:lnTo>
                  <a:lnTo>
                    <a:pt x="283369" y="95"/>
                  </a:lnTo>
                  <a:lnTo>
                    <a:pt x="282893" y="0"/>
                  </a:lnTo>
                  <a:lnTo>
                    <a:pt x="282226" y="286"/>
                  </a:lnTo>
                  <a:lnTo>
                    <a:pt x="279559" y="2000"/>
                  </a:lnTo>
                  <a:lnTo>
                    <a:pt x="278225" y="2572"/>
                  </a:lnTo>
                  <a:lnTo>
                    <a:pt x="276701" y="2477"/>
                  </a:lnTo>
                  <a:lnTo>
                    <a:pt x="271653" y="1048"/>
                  </a:lnTo>
                  <a:lnTo>
                    <a:pt x="271177" y="953"/>
                  </a:lnTo>
                  <a:lnTo>
                    <a:pt x="271272" y="1048"/>
                  </a:lnTo>
                  <a:lnTo>
                    <a:pt x="271272" y="3143"/>
                  </a:lnTo>
                  <a:lnTo>
                    <a:pt x="269938" y="7525"/>
                  </a:lnTo>
                  <a:lnTo>
                    <a:pt x="269177" y="8954"/>
                  </a:lnTo>
                  <a:lnTo>
                    <a:pt x="267938" y="12573"/>
                  </a:lnTo>
                  <a:lnTo>
                    <a:pt x="267653" y="13145"/>
                  </a:lnTo>
                  <a:lnTo>
                    <a:pt x="267462" y="13621"/>
                  </a:lnTo>
                  <a:lnTo>
                    <a:pt x="267367" y="14192"/>
                  </a:lnTo>
                  <a:lnTo>
                    <a:pt x="267557" y="14954"/>
                  </a:lnTo>
                  <a:lnTo>
                    <a:pt x="267843" y="15431"/>
                  </a:lnTo>
                  <a:lnTo>
                    <a:pt x="268129" y="15812"/>
                  </a:lnTo>
                  <a:lnTo>
                    <a:pt x="268891" y="16478"/>
                  </a:lnTo>
                  <a:lnTo>
                    <a:pt x="269081" y="16954"/>
                  </a:lnTo>
                  <a:lnTo>
                    <a:pt x="269081" y="17526"/>
                  </a:lnTo>
                  <a:lnTo>
                    <a:pt x="268796" y="18098"/>
                  </a:lnTo>
                  <a:lnTo>
                    <a:pt x="268414" y="18479"/>
                  </a:lnTo>
                  <a:lnTo>
                    <a:pt x="267557" y="19145"/>
                  </a:lnTo>
                  <a:lnTo>
                    <a:pt x="267271" y="19621"/>
                  </a:lnTo>
                  <a:lnTo>
                    <a:pt x="267271" y="20098"/>
                  </a:lnTo>
                  <a:lnTo>
                    <a:pt x="267557" y="20955"/>
                  </a:lnTo>
                  <a:lnTo>
                    <a:pt x="268700" y="22193"/>
                  </a:lnTo>
                  <a:lnTo>
                    <a:pt x="268986" y="22574"/>
                  </a:lnTo>
                  <a:lnTo>
                    <a:pt x="269081" y="23241"/>
                  </a:lnTo>
                  <a:lnTo>
                    <a:pt x="269081" y="23908"/>
                  </a:lnTo>
                  <a:lnTo>
                    <a:pt x="268510" y="25051"/>
                  </a:lnTo>
                  <a:lnTo>
                    <a:pt x="268129" y="25717"/>
                  </a:lnTo>
                  <a:lnTo>
                    <a:pt x="267938" y="26384"/>
                  </a:lnTo>
                  <a:lnTo>
                    <a:pt x="267843" y="27051"/>
                  </a:lnTo>
                  <a:lnTo>
                    <a:pt x="267938" y="28099"/>
                  </a:lnTo>
                  <a:lnTo>
                    <a:pt x="268414" y="29908"/>
                  </a:lnTo>
                  <a:lnTo>
                    <a:pt x="268510" y="30575"/>
                  </a:lnTo>
                  <a:lnTo>
                    <a:pt x="268319" y="31718"/>
                  </a:lnTo>
                  <a:lnTo>
                    <a:pt x="267081" y="36481"/>
                  </a:lnTo>
                  <a:lnTo>
                    <a:pt x="266510" y="37910"/>
                  </a:lnTo>
                  <a:lnTo>
                    <a:pt x="266033" y="38767"/>
                  </a:lnTo>
                  <a:lnTo>
                    <a:pt x="264414" y="39910"/>
                  </a:lnTo>
                  <a:lnTo>
                    <a:pt x="264033" y="40196"/>
                  </a:lnTo>
                  <a:lnTo>
                    <a:pt x="263747" y="40672"/>
                  </a:lnTo>
                  <a:lnTo>
                    <a:pt x="263557" y="41338"/>
                  </a:lnTo>
                  <a:lnTo>
                    <a:pt x="263557" y="42291"/>
                  </a:lnTo>
                  <a:lnTo>
                    <a:pt x="263843" y="43815"/>
                  </a:lnTo>
                  <a:lnTo>
                    <a:pt x="263938" y="44958"/>
                  </a:lnTo>
                  <a:lnTo>
                    <a:pt x="263938" y="46101"/>
                  </a:lnTo>
                  <a:lnTo>
                    <a:pt x="263176" y="50197"/>
                  </a:lnTo>
                  <a:lnTo>
                    <a:pt x="263366" y="51530"/>
                  </a:lnTo>
                  <a:lnTo>
                    <a:pt x="264033" y="53245"/>
                  </a:lnTo>
                  <a:lnTo>
                    <a:pt x="264128" y="53912"/>
                  </a:lnTo>
                  <a:lnTo>
                    <a:pt x="261080" y="54864"/>
                  </a:lnTo>
                  <a:lnTo>
                    <a:pt x="260795" y="56960"/>
                  </a:lnTo>
                  <a:lnTo>
                    <a:pt x="260985" y="57912"/>
                  </a:lnTo>
                  <a:lnTo>
                    <a:pt x="261080" y="58198"/>
                  </a:lnTo>
                  <a:lnTo>
                    <a:pt x="261271" y="58579"/>
                  </a:lnTo>
                  <a:lnTo>
                    <a:pt x="261366" y="59150"/>
                  </a:lnTo>
                  <a:lnTo>
                    <a:pt x="261366" y="59722"/>
                  </a:lnTo>
                  <a:lnTo>
                    <a:pt x="260318" y="66770"/>
                  </a:lnTo>
                  <a:lnTo>
                    <a:pt x="260318" y="67342"/>
                  </a:lnTo>
                  <a:lnTo>
                    <a:pt x="260509" y="67818"/>
                  </a:lnTo>
                  <a:lnTo>
                    <a:pt x="261080" y="68675"/>
                  </a:lnTo>
                  <a:lnTo>
                    <a:pt x="261938" y="69818"/>
                  </a:lnTo>
                  <a:lnTo>
                    <a:pt x="262128" y="70295"/>
                  </a:lnTo>
                  <a:lnTo>
                    <a:pt x="262319" y="70771"/>
                  </a:lnTo>
                  <a:lnTo>
                    <a:pt x="262319" y="71342"/>
                  </a:lnTo>
                  <a:lnTo>
                    <a:pt x="262319" y="71914"/>
                  </a:lnTo>
                  <a:lnTo>
                    <a:pt x="261938" y="72676"/>
                  </a:lnTo>
                  <a:lnTo>
                    <a:pt x="261176" y="73438"/>
                  </a:lnTo>
                  <a:lnTo>
                    <a:pt x="257270" y="76200"/>
                  </a:lnTo>
                  <a:lnTo>
                    <a:pt x="254794" y="78867"/>
                  </a:lnTo>
                  <a:lnTo>
                    <a:pt x="252889" y="82582"/>
                  </a:lnTo>
                  <a:lnTo>
                    <a:pt x="252603" y="82963"/>
                  </a:lnTo>
                  <a:lnTo>
                    <a:pt x="251936" y="83725"/>
                  </a:lnTo>
                  <a:lnTo>
                    <a:pt x="251555" y="84011"/>
                  </a:lnTo>
                  <a:lnTo>
                    <a:pt x="250984" y="84487"/>
                  </a:lnTo>
                  <a:lnTo>
                    <a:pt x="247936" y="86106"/>
                  </a:lnTo>
                  <a:lnTo>
                    <a:pt x="243364" y="87630"/>
                  </a:lnTo>
                  <a:lnTo>
                    <a:pt x="239839" y="88678"/>
                  </a:lnTo>
                  <a:lnTo>
                    <a:pt x="238411" y="88487"/>
                  </a:lnTo>
                  <a:lnTo>
                    <a:pt x="237935" y="88392"/>
                  </a:lnTo>
                  <a:lnTo>
                    <a:pt x="237554" y="88487"/>
                  </a:lnTo>
                  <a:lnTo>
                    <a:pt x="237363" y="89059"/>
                  </a:lnTo>
                  <a:lnTo>
                    <a:pt x="237458" y="89535"/>
                  </a:lnTo>
                  <a:lnTo>
                    <a:pt x="237554" y="90107"/>
                  </a:lnTo>
                  <a:lnTo>
                    <a:pt x="237458" y="90678"/>
                  </a:lnTo>
                  <a:lnTo>
                    <a:pt x="237363" y="91154"/>
                  </a:lnTo>
                  <a:lnTo>
                    <a:pt x="237077" y="91631"/>
                  </a:lnTo>
                  <a:lnTo>
                    <a:pt x="236792" y="92012"/>
                  </a:lnTo>
                  <a:lnTo>
                    <a:pt x="236411" y="92297"/>
                  </a:lnTo>
                  <a:lnTo>
                    <a:pt x="235934" y="92678"/>
                  </a:lnTo>
                  <a:lnTo>
                    <a:pt x="235363" y="92964"/>
                  </a:lnTo>
                  <a:lnTo>
                    <a:pt x="234410" y="93059"/>
                  </a:lnTo>
                  <a:lnTo>
                    <a:pt x="233077" y="92869"/>
                  </a:lnTo>
                  <a:lnTo>
                    <a:pt x="232601" y="92869"/>
                  </a:lnTo>
                  <a:lnTo>
                    <a:pt x="232124" y="93154"/>
                  </a:lnTo>
                  <a:lnTo>
                    <a:pt x="231553" y="93917"/>
                  </a:lnTo>
                  <a:lnTo>
                    <a:pt x="230791" y="94488"/>
                  </a:lnTo>
                  <a:lnTo>
                    <a:pt x="227076" y="95917"/>
                  </a:lnTo>
                  <a:lnTo>
                    <a:pt x="226314" y="96393"/>
                  </a:lnTo>
                  <a:lnTo>
                    <a:pt x="225362" y="97346"/>
                  </a:lnTo>
                  <a:lnTo>
                    <a:pt x="224790" y="97917"/>
                  </a:lnTo>
                  <a:lnTo>
                    <a:pt x="224504" y="98393"/>
                  </a:lnTo>
                  <a:lnTo>
                    <a:pt x="224219" y="99060"/>
                  </a:lnTo>
                  <a:lnTo>
                    <a:pt x="223933" y="99441"/>
                  </a:lnTo>
                  <a:lnTo>
                    <a:pt x="223266" y="99917"/>
                  </a:lnTo>
                  <a:lnTo>
                    <a:pt x="222218" y="100298"/>
                  </a:lnTo>
                  <a:lnTo>
                    <a:pt x="218027" y="101156"/>
                  </a:lnTo>
                  <a:lnTo>
                    <a:pt x="216598" y="101251"/>
                  </a:lnTo>
                  <a:lnTo>
                    <a:pt x="215170" y="101822"/>
                  </a:lnTo>
                  <a:lnTo>
                    <a:pt x="212598" y="104108"/>
                  </a:lnTo>
                  <a:lnTo>
                    <a:pt x="211836" y="105346"/>
                  </a:lnTo>
                  <a:lnTo>
                    <a:pt x="211360" y="106204"/>
                  </a:lnTo>
                  <a:lnTo>
                    <a:pt x="211264" y="106585"/>
                  </a:lnTo>
                  <a:lnTo>
                    <a:pt x="211169" y="106775"/>
                  </a:lnTo>
                  <a:lnTo>
                    <a:pt x="210693" y="107347"/>
                  </a:lnTo>
                  <a:lnTo>
                    <a:pt x="209931" y="107918"/>
                  </a:lnTo>
                  <a:lnTo>
                    <a:pt x="206978" y="109538"/>
                  </a:lnTo>
                  <a:lnTo>
                    <a:pt x="205835" y="110395"/>
                  </a:lnTo>
                  <a:lnTo>
                    <a:pt x="204216" y="110585"/>
                  </a:lnTo>
                  <a:lnTo>
                    <a:pt x="198215" y="110204"/>
                  </a:lnTo>
                  <a:lnTo>
                    <a:pt x="191548" y="107061"/>
                  </a:lnTo>
                  <a:lnTo>
                    <a:pt x="191167" y="106775"/>
                  </a:lnTo>
                  <a:lnTo>
                    <a:pt x="190405" y="106013"/>
                  </a:lnTo>
                  <a:lnTo>
                    <a:pt x="189643" y="104870"/>
                  </a:lnTo>
                  <a:lnTo>
                    <a:pt x="188976" y="104108"/>
                  </a:lnTo>
                  <a:lnTo>
                    <a:pt x="188595" y="103727"/>
                  </a:lnTo>
                  <a:lnTo>
                    <a:pt x="188214" y="103442"/>
                  </a:lnTo>
                  <a:lnTo>
                    <a:pt x="187547" y="103346"/>
                  </a:lnTo>
                  <a:lnTo>
                    <a:pt x="186785" y="103442"/>
                  </a:lnTo>
                  <a:lnTo>
                    <a:pt x="184976" y="104204"/>
                  </a:lnTo>
                  <a:lnTo>
                    <a:pt x="184023" y="104870"/>
                  </a:lnTo>
                  <a:lnTo>
                    <a:pt x="183642" y="105156"/>
                  </a:lnTo>
                  <a:lnTo>
                    <a:pt x="182404" y="105728"/>
                  </a:lnTo>
                  <a:lnTo>
                    <a:pt x="182118" y="106108"/>
                  </a:lnTo>
                  <a:lnTo>
                    <a:pt x="181832" y="106490"/>
                  </a:lnTo>
                  <a:lnTo>
                    <a:pt x="181642" y="107061"/>
                  </a:lnTo>
                  <a:lnTo>
                    <a:pt x="181642" y="107633"/>
                  </a:lnTo>
                  <a:lnTo>
                    <a:pt x="181356" y="108299"/>
                  </a:lnTo>
                  <a:lnTo>
                    <a:pt x="180975" y="109157"/>
                  </a:lnTo>
                  <a:lnTo>
                    <a:pt x="180594" y="109728"/>
                  </a:lnTo>
                  <a:lnTo>
                    <a:pt x="180499" y="109919"/>
                  </a:lnTo>
                  <a:lnTo>
                    <a:pt x="180404" y="110014"/>
                  </a:lnTo>
                  <a:lnTo>
                    <a:pt x="180308" y="110204"/>
                  </a:lnTo>
                  <a:lnTo>
                    <a:pt x="178784" y="111252"/>
                  </a:lnTo>
                  <a:lnTo>
                    <a:pt x="177832" y="111633"/>
                  </a:lnTo>
                  <a:lnTo>
                    <a:pt x="175736" y="112300"/>
                  </a:lnTo>
                  <a:lnTo>
                    <a:pt x="172784" y="112395"/>
                  </a:lnTo>
                  <a:lnTo>
                    <a:pt x="168878" y="111824"/>
                  </a:lnTo>
                  <a:lnTo>
                    <a:pt x="167926" y="111538"/>
                  </a:lnTo>
                  <a:lnTo>
                    <a:pt x="166973" y="111062"/>
                  </a:lnTo>
                  <a:lnTo>
                    <a:pt x="166497" y="110871"/>
                  </a:lnTo>
                  <a:lnTo>
                    <a:pt x="165735" y="110871"/>
                  </a:lnTo>
                  <a:lnTo>
                    <a:pt x="164878" y="110871"/>
                  </a:lnTo>
                  <a:lnTo>
                    <a:pt x="162973" y="111538"/>
                  </a:lnTo>
                  <a:lnTo>
                    <a:pt x="161925" y="112014"/>
                  </a:lnTo>
                  <a:lnTo>
                    <a:pt x="160401" y="112490"/>
                  </a:lnTo>
                  <a:lnTo>
                    <a:pt x="146209" y="110776"/>
                  </a:lnTo>
                  <a:lnTo>
                    <a:pt x="144399" y="111442"/>
                  </a:lnTo>
                  <a:lnTo>
                    <a:pt x="143542" y="111538"/>
                  </a:lnTo>
                  <a:lnTo>
                    <a:pt x="142589" y="111442"/>
                  </a:lnTo>
                  <a:lnTo>
                    <a:pt x="139922" y="110681"/>
                  </a:lnTo>
                  <a:lnTo>
                    <a:pt x="138303" y="110966"/>
                  </a:lnTo>
                  <a:lnTo>
                    <a:pt x="138398" y="116967"/>
                  </a:lnTo>
                  <a:lnTo>
                    <a:pt x="138589" y="118682"/>
                  </a:lnTo>
                  <a:lnTo>
                    <a:pt x="138494" y="123254"/>
                  </a:lnTo>
                  <a:lnTo>
                    <a:pt x="138208" y="125063"/>
                  </a:lnTo>
                  <a:lnTo>
                    <a:pt x="136874" y="128969"/>
                  </a:lnTo>
                  <a:lnTo>
                    <a:pt x="136684" y="129350"/>
                  </a:lnTo>
                  <a:lnTo>
                    <a:pt x="136398" y="129159"/>
                  </a:lnTo>
                  <a:lnTo>
                    <a:pt x="132969" y="126587"/>
                  </a:lnTo>
                  <a:lnTo>
                    <a:pt x="131731" y="125444"/>
                  </a:lnTo>
                  <a:lnTo>
                    <a:pt x="130302" y="124587"/>
                  </a:lnTo>
                  <a:lnTo>
                    <a:pt x="126873" y="125063"/>
                  </a:lnTo>
                  <a:lnTo>
                    <a:pt x="125444" y="124396"/>
                  </a:lnTo>
                  <a:lnTo>
                    <a:pt x="124206" y="125063"/>
                  </a:lnTo>
                  <a:lnTo>
                    <a:pt x="121348" y="125349"/>
                  </a:lnTo>
                  <a:lnTo>
                    <a:pt x="120015" y="125730"/>
                  </a:lnTo>
                  <a:lnTo>
                    <a:pt x="119063" y="126683"/>
                  </a:lnTo>
                  <a:lnTo>
                    <a:pt x="118301" y="127825"/>
                  </a:lnTo>
                  <a:lnTo>
                    <a:pt x="117348" y="128778"/>
                  </a:lnTo>
                  <a:lnTo>
                    <a:pt x="115919" y="129159"/>
                  </a:lnTo>
                  <a:lnTo>
                    <a:pt x="114776" y="129635"/>
                  </a:lnTo>
                  <a:lnTo>
                    <a:pt x="112967" y="131921"/>
                  </a:lnTo>
                  <a:lnTo>
                    <a:pt x="111538" y="132398"/>
                  </a:lnTo>
                  <a:lnTo>
                    <a:pt x="110014" y="132588"/>
                  </a:lnTo>
                  <a:lnTo>
                    <a:pt x="108299" y="132969"/>
                  </a:lnTo>
                  <a:lnTo>
                    <a:pt x="107347" y="134017"/>
                  </a:lnTo>
                  <a:lnTo>
                    <a:pt x="107918" y="135827"/>
                  </a:lnTo>
                  <a:lnTo>
                    <a:pt x="107156" y="136398"/>
                  </a:lnTo>
                  <a:lnTo>
                    <a:pt x="104965" y="137255"/>
                  </a:lnTo>
                  <a:lnTo>
                    <a:pt x="104108" y="137827"/>
                  </a:lnTo>
                  <a:lnTo>
                    <a:pt x="103442" y="138875"/>
                  </a:lnTo>
                  <a:lnTo>
                    <a:pt x="102584" y="141446"/>
                  </a:lnTo>
                  <a:lnTo>
                    <a:pt x="101918" y="142494"/>
                  </a:lnTo>
                  <a:lnTo>
                    <a:pt x="101441" y="142970"/>
                  </a:lnTo>
                  <a:lnTo>
                    <a:pt x="100584" y="143446"/>
                  </a:lnTo>
                  <a:lnTo>
                    <a:pt x="100298" y="143732"/>
                  </a:lnTo>
                  <a:lnTo>
                    <a:pt x="100013" y="144399"/>
                  </a:lnTo>
                  <a:lnTo>
                    <a:pt x="99536" y="146018"/>
                  </a:lnTo>
                  <a:lnTo>
                    <a:pt x="99251" y="146495"/>
                  </a:lnTo>
                  <a:lnTo>
                    <a:pt x="98298" y="147066"/>
                  </a:lnTo>
                  <a:lnTo>
                    <a:pt x="89249" y="149542"/>
                  </a:lnTo>
                  <a:lnTo>
                    <a:pt x="87439" y="149733"/>
                  </a:lnTo>
                  <a:lnTo>
                    <a:pt x="85249" y="150876"/>
                  </a:lnTo>
                  <a:lnTo>
                    <a:pt x="84392" y="151067"/>
                  </a:lnTo>
                  <a:lnTo>
                    <a:pt x="83534" y="150686"/>
                  </a:lnTo>
                  <a:lnTo>
                    <a:pt x="81915" y="149352"/>
                  </a:lnTo>
                  <a:lnTo>
                    <a:pt x="81153" y="149066"/>
                  </a:lnTo>
                  <a:lnTo>
                    <a:pt x="80201" y="149162"/>
                  </a:lnTo>
                  <a:lnTo>
                    <a:pt x="79248" y="149542"/>
                  </a:lnTo>
                  <a:lnTo>
                    <a:pt x="78296" y="150114"/>
                  </a:lnTo>
                  <a:lnTo>
                    <a:pt x="76486" y="151543"/>
                  </a:lnTo>
                  <a:lnTo>
                    <a:pt x="75819" y="151352"/>
                  </a:lnTo>
                  <a:lnTo>
                    <a:pt x="75247" y="150781"/>
                  </a:lnTo>
                  <a:lnTo>
                    <a:pt x="74295" y="150495"/>
                  </a:lnTo>
                  <a:lnTo>
                    <a:pt x="73343" y="150781"/>
                  </a:lnTo>
                  <a:lnTo>
                    <a:pt x="72962" y="151638"/>
                  </a:lnTo>
                  <a:lnTo>
                    <a:pt x="72771" y="152495"/>
                  </a:lnTo>
                  <a:lnTo>
                    <a:pt x="72295" y="153067"/>
                  </a:lnTo>
                  <a:lnTo>
                    <a:pt x="71533" y="153353"/>
                  </a:lnTo>
                  <a:lnTo>
                    <a:pt x="70961" y="153162"/>
                  </a:lnTo>
                  <a:lnTo>
                    <a:pt x="69628" y="152400"/>
                  </a:lnTo>
                  <a:lnTo>
                    <a:pt x="66294" y="150971"/>
                  </a:lnTo>
                  <a:lnTo>
                    <a:pt x="64770" y="151352"/>
                  </a:lnTo>
                  <a:lnTo>
                    <a:pt x="63722" y="155258"/>
                  </a:lnTo>
                  <a:lnTo>
                    <a:pt x="62484" y="156210"/>
                  </a:lnTo>
                  <a:lnTo>
                    <a:pt x="55817" y="158306"/>
                  </a:lnTo>
                  <a:lnTo>
                    <a:pt x="54293" y="159258"/>
                  </a:lnTo>
                  <a:lnTo>
                    <a:pt x="52959" y="160687"/>
                  </a:lnTo>
                  <a:lnTo>
                    <a:pt x="51626" y="161258"/>
                  </a:lnTo>
                  <a:lnTo>
                    <a:pt x="48387" y="159449"/>
                  </a:lnTo>
                  <a:lnTo>
                    <a:pt x="46577" y="159734"/>
                  </a:lnTo>
                  <a:lnTo>
                    <a:pt x="47625" y="164211"/>
                  </a:lnTo>
                  <a:lnTo>
                    <a:pt x="44387" y="166116"/>
                  </a:lnTo>
                  <a:lnTo>
                    <a:pt x="34957" y="166592"/>
                  </a:lnTo>
                  <a:lnTo>
                    <a:pt x="33242" y="167259"/>
                  </a:lnTo>
                  <a:lnTo>
                    <a:pt x="31813" y="168402"/>
                  </a:lnTo>
                  <a:lnTo>
                    <a:pt x="31242" y="170021"/>
                  </a:lnTo>
                  <a:lnTo>
                    <a:pt x="30385" y="170498"/>
                  </a:lnTo>
                  <a:lnTo>
                    <a:pt x="25527" y="172307"/>
                  </a:lnTo>
                  <a:lnTo>
                    <a:pt x="20574" y="172403"/>
                  </a:lnTo>
                  <a:lnTo>
                    <a:pt x="18669" y="172879"/>
                  </a:lnTo>
                  <a:lnTo>
                    <a:pt x="17717" y="173450"/>
                  </a:lnTo>
                  <a:lnTo>
                    <a:pt x="16954" y="174022"/>
                  </a:lnTo>
                  <a:lnTo>
                    <a:pt x="16193" y="174117"/>
                  </a:lnTo>
                  <a:lnTo>
                    <a:pt x="15145" y="173260"/>
                  </a:lnTo>
                  <a:lnTo>
                    <a:pt x="13811" y="171831"/>
                  </a:lnTo>
                  <a:lnTo>
                    <a:pt x="13145" y="171260"/>
                  </a:lnTo>
                  <a:lnTo>
                    <a:pt x="12382" y="170974"/>
                  </a:lnTo>
                  <a:lnTo>
                    <a:pt x="10478" y="171069"/>
                  </a:lnTo>
                  <a:lnTo>
                    <a:pt x="9715" y="171260"/>
                  </a:lnTo>
                  <a:lnTo>
                    <a:pt x="8763" y="171641"/>
                  </a:lnTo>
                  <a:lnTo>
                    <a:pt x="8192" y="172307"/>
                  </a:lnTo>
                  <a:lnTo>
                    <a:pt x="7906" y="172879"/>
                  </a:lnTo>
                  <a:lnTo>
                    <a:pt x="7525" y="173450"/>
                  </a:lnTo>
                  <a:lnTo>
                    <a:pt x="6668" y="173546"/>
                  </a:lnTo>
                  <a:lnTo>
                    <a:pt x="5715" y="173260"/>
                  </a:lnTo>
                  <a:lnTo>
                    <a:pt x="5239" y="172593"/>
                  </a:lnTo>
                  <a:lnTo>
                    <a:pt x="4763" y="171736"/>
                  </a:lnTo>
                  <a:lnTo>
                    <a:pt x="3905" y="170974"/>
                  </a:lnTo>
                  <a:lnTo>
                    <a:pt x="3238" y="170879"/>
                  </a:lnTo>
                  <a:lnTo>
                    <a:pt x="667" y="170974"/>
                  </a:lnTo>
                  <a:lnTo>
                    <a:pt x="667" y="171260"/>
                  </a:lnTo>
                  <a:lnTo>
                    <a:pt x="1238" y="178117"/>
                  </a:lnTo>
                  <a:lnTo>
                    <a:pt x="1143" y="180404"/>
                  </a:lnTo>
                  <a:lnTo>
                    <a:pt x="857" y="181451"/>
                  </a:lnTo>
                  <a:lnTo>
                    <a:pt x="381" y="182594"/>
                  </a:lnTo>
                  <a:lnTo>
                    <a:pt x="95" y="183547"/>
                  </a:lnTo>
                  <a:lnTo>
                    <a:pt x="0" y="184118"/>
                  </a:lnTo>
                  <a:lnTo>
                    <a:pt x="0" y="184880"/>
                  </a:lnTo>
                  <a:lnTo>
                    <a:pt x="95" y="185738"/>
                  </a:lnTo>
                  <a:lnTo>
                    <a:pt x="762" y="187738"/>
                  </a:lnTo>
                  <a:lnTo>
                    <a:pt x="953" y="188309"/>
                  </a:lnTo>
                  <a:lnTo>
                    <a:pt x="1810" y="189357"/>
                  </a:lnTo>
                  <a:lnTo>
                    <a:pt x="3715" y="191453"/>
                  </a:lnTo>
                  <a:lnTo>
                    <a:pt x="4667" y="192024"/>
                  </a:lnTo>
                  <a:lnTo>
                    <a:pt x="10096" y="193643"/>
                  </a:lnTo>
                  <a:lnTo>
                    <a:pt x="10478" y="193929"/>
                  </a:lnTo>
                  <a:lnTo>
                    <a:pt x="10859" y="194215"/>
                  </a:lnTo>
                  <a:lnTo>
                    <a:pt x="11144" y="194596"/>
                  </a:lnTo>
                  <a:lnTo>
                    <a:pt x="11525" y="195167"/>
                  </a:lnTo>
                  <a:lnTo>
                    <a:pt x="11906" y="195929"/>
                  </a:lnTo>
                  <a:lnTo>
                    <a:pt x="12287" y="197549"/>
                  </a:lnTo>
                  <a:lnTo>
                    <a:pt x="12287" y="198311"/>
                  </a:lnTo>
                  <a:lnTo>
                    <a:pt x="12002" y="198977"/>
                  </a:lnTo>
                  <a:lnTo>
                    <a:pt x="9715" y="200596"/>
                  </a:lnTo>
                  <a:lnTo>
                    <a:pt x="9049" y="201359"/>
                  </a:lnTo>
                  <a:lnTo>
                    <a:pt x="8763" y="201740"/>
                  </a:lnTo>
                  <a:lnTo>
                    <a:pt x="8572" y="202216"/>
                  </a:lnTo>
                  <a:lnTo>
                    <a:pt x="8477" y="202787"/>
                  </a:lnTo>
                  <a:lnTo>
                    <a:pt x="8382" y="203359"/>
                  </a:lnTo>
                  <a:lnTo>
                    <a:pt x="8287" y="204025"/>
                  </a:lnTo>
                  <a:lnTo>
                    <a:pt x="8382" y="204597"/>
                  </a:lnTo>
                  <a:lnTo>
                    <a:pt x="8477" y="205169"/>
                  </a:lnTo>
                  <a:lnTo>
                    <a:pt x="8858" y="205931"/>
                  </a:lnTo>
                  <a:lnTo>
                    <a:pt x="9430" y="206788"/>
                  </a:lnTo>
                  <a:lnTo>
                    <a:pt x="11335" y="208693"/>
                  </a:lnTo>
                  <a:lnTo>
                    <a:pt x="11906" y="209074"/>
                  </a:lnTo>
                  <a:lnTo>
                    <a:pt x="16193" y="211074"/>
                  </a:lnTo>
                  <a:lnTo>
                    <a:pt x="16669" y="211360"/>
                  </a:lnTo>
                  <a:lnTo>
                    <a:pt x="17050" y="211646"/>
                  </a:lnTo>
                  <a:lnTo>
                    <a:pt x="17907" y="212503"/>
                  </a:lnTo>
                  <a:lnTo>
                    <a:pt x="18383" y="212884"/>
                  </a:lnTo>
                  <a:lnTo>
                    <a:pt x="18860" y="213170"/>
                  </a:lnTo>
                  <a:lnTo>
                    <a:pt x="19431" y="213360"/>
                  </a:lnTo>
                  <a:lnTo>
                    <a:pt x="22288" y="213932"/>
                  </a:lnTo>
                  <a:lnTo>
                    <a:pt x="22765" y="214217"/>
                  </a:lnTo>
                  <a:lnTo>
                    <a:pt x="23241" y="214694"/>
                  </a:lnTo>
                  <a:lnTo>
                    <a:pt x="23431" y="215646"/>
                  </a:lnTo>
                  <a:lnTo>
                    <a:pt x="23336" y="216313"/>
                  </a:lnTo>
                  <a:lnTo>
                    <a:pt x="23146" y="216884"/>
                  </a:lnTo>
                  <a:lnTo>
                    <a:pt x="22670" y="217837"/>
                  </a:lnTo>
                  <a:lnTo>
                    <a:pt x="22288" y="218789"/>
                  </a:lnTo>
                  <a:lnTo>
                    <a:pt x="22098" y="219361"/>
                  </a:lnTo>
                  <a:lnTo>
                    <a:pt x="21241" y="224028"/>
                  </a:lnTo>
                  <a:lnTo>
                    <a:pt x="21146" y="224695"/>
                  </a:lnTo>
                  <a:lnTo>
                    <a:pt x="21241" y="225933"/>
                  </a:lnTo>
                  <a:lnTo>
                    <a:pt x="21336" y="226409"/>
                  </a:lnTo>
                  <a:lnTo>
                    <a:pt x="21527" y="226886"/>
                  </a:lnTo>
                  <a:lnTo>
                    <a:pt x="22288" y="226886"/>
                  </a:lnTo>
                  <a:lnTo>
                    <a:pt x="22670" y="226790"/>
                  </a:lnTo>
                  <a:lnTo>
                    <a:pt x="22765" y="226981"/>
                  </a:lnTo>
                  <a:lnTo>
                    <a:pt x="22955" y="227457"/>
                  </a:lnTo>
                  <a:lnTo>
                    <a:pt x="23431" y="228600"/>
                  </a:lnTo>
                  <a:lnTo>
                    <a:pt x="25146" y="232220"/>
                  </a:lnTo>
                  <a:lnTo>
                    <a:pt x="25241" y="232696"/>
                  </a:lnTo>
                  <a:lnTo>
                    <a:pt x="25241" y="233267"/>
                  </a:lnTo>
                  <a:lnTo>
                    <a:pt x="25146" y="233744"/>
                  </a:lnTo>
                  <a:lnTo>
                    <a:pt x="24765" y="234696"/>
                  </a:lnTo>
                  <a:lnTo>
                    <a:pt x="21812" y="239363"/>
                  </a:lnTo>
                  <a:lnTo>
                    <a:pt x="21431" y="240221"/>
                  </a:lnTo>
                  <a:lnTo>
                    <a:pt x="21241" y="240792"/>
                  </a:lnTo>
                  <a:lnTo>
                    <a:pt x="21146" y="241363"/>
                  </a:lnTo>
                  <a:lnTo>
                    <a:pt x="21241" y="241840"/>
                  </a:lnTo>
                  <a:lnTo>
                    <a:pt x="21622" y="242411"/>
                  </a:lnTo>
                  <a:lnTo>
                    <a:pt x="22193" y="243078"/>
                  </a:lnTo>
                  <a:lnTo>
                    <a:pt x="23622" y="244031"/>
                  </a:lnTo>
                  <a:lnTo>
                    <a:pt x="25146" y="244697"/>
                  </a:lnTo>
                  <a:lnTo>
                    <a:pt x="27908" y="245459"/>
                  </a:lnTo>
                  <a:lnTo>
                    <a:pt x="28861" y="245840"/>
                  </a:lnTo>
                  <a:lnTo>
                    <a:pt x="33719" y="249269"/>
                  </a:lnTo>
                  <a:lnTo>
                    <a:pt x="34290" y="249841"/>
                  </a:lnTo>
                  <a:lnTo>
                    <a:pt x="34957" y="250793"/>
                  </a:lnTo>
                  <a:lnTo>
                    <a:pt x="36957" y="254222"/>
                  </a:lnTo>
                  <a:lnTo>
                    <a:pt x="36957" y="254413"/>
                  </a:lnTo>
                  <a:lnTo>
                    <a:pt x="36767" y="256318"/>
                  </a:lnTo>
                  <a:lnTo>
                    <a:pt x="36767" y="256889"/>
                  </a:lnTo>
                  <a:lnTo>
                    <a:pt x="36862" y="257461"/>
                  </a:lnTo>
                  <a:lnTo>
                    <a:pt x="37147" y="258604"/>
                  </a:lnTo>
                  <a:lnTo>
                    <a:pt x="37814" y="259461"/>
                  </a:lnTo>
                  <a:lnTo>
                    <a:pt x="41720" y="262890"/>
                  </a:lnTo>
                  <a:lnTo>
                    <a:pt x="44005" y="264509"/>
                  </a:lnTo>
                  <a:lnTo>
                    <a:pt x="47435" y="265843"/>
                  </a:lnTo>
                  <a:lnTo>
                    <a:pt x="49149" y="266891"/>
                  </a:lnTo>
                  <a:lnTo>
                    <a:pt x="50102" y="267653"/>
                  </a:lnTo>
                  <a:lnTo>
                    <a:pt x="51149" y="268700"/>
                  </a:lnTo>
                  <a:lnTo>
                    <a:pt x="51911" y="270129"/>
                  </a:lnTo>
                  <a:lnTo>
                    <a:pt x="52864" y="274034"/>
                  </a:lnTo>
                  <a:lnTo>
                    <a:pt x="53435" y="275558"/>
                  </a:lnTo>
                  <a:lnTo>
                    <a:pt x="53721" y="276416"/>
                  </a:lnTo>
                  <a:lnTo>
                    <a:pt x="54578" y="278130"/>
                  </a:lnTo>
                  <a:lnTo>
                    <a:pt x="54578" y="278225"/>
                  </a:lnTo>
                  <a:lnTo>
                    <a:pt x="54578" y="278702"/>
                  </a:lnTo>
                  <a:lnTo>
                    <a:pt x="54483" y="279463"/>
                  </a:lnTo>
                  <a:lnTo>
                    <a:pt x="54007" y="280892"/>
                  </a:lnTo>
                  <a:lnTo>
                    <a:pt x="53626" y="282131"/>
                  </a:lnTo>
                  <a:lnTo>
                    <a:pt x="53150" y="282988"/>
                  </a:lnTo>
                  <a:lnTo>
                    <a:pt x="53054" y="283464"/>
                  </a:lnTo>
                  <a:lnTo>
                    <a:pt x="52959" y="284036"/>
                  </a:lnTo>
                  <a:lnTo>
                    <a:pt x="52959" y="284798"/>
                  </a:lnTo>
                  <a:lnTo>
                    <a:pt x="53245" y="285655"/>
                  </a:lnTo>
                  <a:lnTo>
                    <a:pt x="54673" y="288512"/>
                  </a:lnTo>
                  <a:lnTo>
                    <a:pt x="54769" y="289084"/>
                  </a:lnTo>
                  <a:lnTo>
                    <a:pt x="54959" y="290132"/>
                  </a:lnTo>
                  <a:lnTo>
                    <a:pt x="54388" y="292608"/>
                  </a:lnTo>
                  <a:lnTo>
                    <a:pt x="51721" y="300419"/>
                  </a:lnTo>
                  <a:lnTo>
                    <a:pt x="53245" y="304800"/>
                  </a:lnTo>
                  <a:lnTo>
                    <a:pt x="53912" y="306038"/>
                  </a:lnTo>
                  <a:lnTo>
                    <a:pt x="54673" y="306515"/>
                  </a:lnTo>
                  <a:lnTo>
                    <a:pt x="57340" y="308800"/>
                  </a:lnTo>
                  <a:lnTo>
                    <a:pt x="58103" y="309277"/>
                  </a:lnTo>
                  <a:lnTo>
                    <a:pt x="58864" y="309658"/>
                  </a:lnTo>
                  <a:lnTo>
                    <a:pt x="60388" y="310039"/>
                  </a:lnTo>
                  <a:lnTo>
                    <a:pt x="61531" y="310610"/>
                  </a:lnTo>
                  <a:lnTo>
                    <a:pt x="62103" y="311182"/>
                  </a:lnTo>
                  <a:lnTo>
                    <a:pt x="62389" y="311658"/>
                  </a:lnTo>
                  <a:lnTo>
                    <a:pt x="62960" y="313182"/>
                  </a:lnTo>
                  <a:lnTo>
                    <a:pt x="63437" y="315182"/>
                  </a:lnTo>
                  <a:lnTo>
                    <a:pt x="64103" y="317087"/>
                  </a:lnTo>
                  <a:lnTo>
                    <a:pt x="66580" y="321564"/>
                  </a:lnTo>
                  <a:lnTo>
                    <a:pt x="67723" y="323279"/>
                  </a:lnTo>
                  <a:lnTo>
                    <a:pt x="70104" y="325660"/>
                  </a:lnTo>
                  <a:lnTo>
                    <a:pt x="70485" y="326136"/>
                  </a:lnTo>
                  <a:lnTo>
                    <a:pt x="70676" y="326517"/>
                  </a:lnTo>
                  <a:lnTo>
                    <a:pt x="70961" y="327470"/>
                  </a:lnTo>
                  <a:lnTo>
                    <a:pt x="71056" y="327946"/>
                  </a:lnTo>
                  <a:lnTo>
                    <a:pt x="70961" y="328517"/>
                  </a:lnTo>
                  <a:lnTo>
                    <a:pt x="70771" y="328994"/>
                  </a:lnTo>
                  <a:lnTo>
                    <a:pt x="70485" y="330041"/>
                  </a:lnTo>
                  <a:lnTo>
                    <a:pt x="70295" y="330613"/>
                  </a:lnTo>
                  <a:lnTo>
                    <a:pt x="70295" y="331375"/>
                  </a:lnTo>
                  <a:lnTo>
                    <a:pt x="70485" y="332327"/>
                  </a:lnTo>
                  <a:lnTo>
                    <a:pt x="70866" y="332899"/>
                  </a:lnTo>
                  <a:lnTo>
                    <a:pt x="71342" y="333185"/>
                  </a:lnTo>
                  <a:lnTo>
                    <a:pt x="72390" y="333566"/>
                  </a:lnTo>
                  <a:lnTo>
                    <a:pt x="73152" y="333946"/>
                  </a:lnTo>
                  <a:lnTo>
                    <a:pt x="74104" y="334518"/>
                  </a:lnTo>
                  <a:lnTo>
                    <a:pt x="77057" y="337566"/>
                  </a:lnTo>
                  <a:lnTo>
                    <a:pt x="77438" y="337852"/>
                  </a:lnTo>
                  <a:lnTo>
                    <a:pt x="78296" y="338328"/>
                  </a:lnTo>
                  <a:lnTo>
                    <a:pt x="78772" y="338519"/>
                  </a:lnTo>
                  <a:lnTo>
                    <a:pt x="79343" y="338900"/>
                  </a:lnTo>
                  <a:lnTo>
                    <a:pt x="81248" y="340519"/>
                  </a:lnTo>
                  <a:lnTo>
                    <a:pt x="82772" y="342329"/>
                  </a:lnTo>
                  <a:lnTo>
                    <a:pt x="85249" y="346805"/>
                  </a:lnTo>
                  <a:lnTo>
                    <a:pt x="86201" y="348234"/>
                  </a:lnTo>
                  <a:lnTo>
                    <a:pt x="88963" y="351282"/>
                  </a:lnTo>
                  <a:lnTo>
                    <a:pt x="91916" y="353378"/>
                  </a:lnTo>
                  <a:lnTo>
                    <a:pt x="93536" y="354806"/>
                  </a:lnTo>
                  <a:lnTo>
                    <a:pt x="94012" y="355378"/>
                  </a:lnTo>
                  <a:lnTo>
                    <a:pt x="94297" y="355854"/>
                  </a:lnTo>
                  <a:lnTo>
                    <a:pt x="94869" y="357378"/>
                  </a:lnTo>
                  <a:lnTo>
                    <a:pt x="95250" y="358331"/>
                  </a:lnTo>
                  <a:lnTo>
                    <a:pt x="95536" y="360712"/>
                  </a:lnTo>
                  <a:lnTo>
                    <a:pt x="95821" y="361474"/>
                  </a:lnTo>
                  <a:lnTo>
                    <a:pt x="96203" y="362521"/>
                  </a:lnTo>
                  <a:lnTo>
                    <a:pt x="96584" y="363188"/>
                  </a:lnTo>
                  <a:lnTo>
                    <a:pt x="96964" y="363665"/>
                  </a:lnTo>
                  <a:lnTo>
                    <a:pt x="97346" y="363855"/>
                  </a:lnTo>
                  <a:lnTo>
                    <a:pt x="98298" y="364331"/>
                  </a:lnTo>
                  <a:lnTo>
                    <a:pt x="99155" y="364046"/>
                  </a:lnTo>
                  <a:lnTo>
                    <a:pt x="99917" y="363474"/>
                  </a:lnTo>
                  <a:lnTo>
                    <a:pt x="100489" y="362807"/>
                  </a:lnTo>
                  <a:lnTo>
                    <a:pt x="101251" y="362141"/>
                  </a:lnTo>
                  <a:lnTo>
                    <a:pt x="102489" y="361474"/>
                  </a:lnTo>
                  <a:lnTo>
                    <a:pt x="103442" y="361188"/>
                  </a:lnTo>
                  <a:lnTo>
                    <a:pt x="104013" y="361093"/>
                  </a:lnTo>
                  <a:lnTo>
                    <a:pt x="105251" y="361188"/>
                  </a:lnTo>
                  <a:lnTo>
                    <a:pt x="106299" y="361474"/>
                  </a:lnTo>
                  <a:lnTo>
                    <a:pt x="110585" y="363569"/>
                  </a:lnTo>
                  <a:lnTo>
                    <a:pt x="111823" y="364427"/>
                  </a:lnTo>
                  <a:lnTo>
                    <a:pt x="113157" y="365855"/>
                  </a:lnTo>
                  <a:lnTo>
                    <a:pt x="115538" y="370523"/>
                  </a:lnTo>
                  <a:lnTo>
                    <a:pt x="116014" y="371094"/>
                  </a:lnTo>
                  <a:lnTo>
                    <a:pt x="117824" y="371951"/>
                  </a:lnTo>
                  <a:lnTo>
                    <a:pt x="130588" y="375475"/>
                  </a:lnTo>
                  <a:lnTo>
                    <a:pt x="131921" y="376333"/>
                  </a:lnTo>
                  <a:lnTo>
                    <a:pt x="134112" y="379286"/>
                  </a:lnTo>
                  <a:lnTo>
                    <a:pt x="135446" y="378714"/>
                  </a:lnTo>
                  <a:lnTo>
                    <a:pt x="135827" y="378524"/>
                  </a:lnTo>
                  <a:lnTo>
                    <a:pt x="136303" y="378238"/>
                  </a:lnTo>
                  <a:lnTo>
                    <a:pt x="136588" y="377857"/>
                  </a:lnTo>
                  <a:lnTo>
                    <a:pt x="136970" y="377571"/>
                  </a:lnTo>
                  <a:lnTo>
                    <a:pt x="137351" y="377381"/>
                  </a:lnTo>
                  <a:lnTo>
                    <a:pt x="137922" y="377285"/>
                  </a:lnTo>
                  <a:lnTo>
                    <a:pt x="138494" y="377381"/>
                  </a:lnTo>
                  <a:lnTo>
                    <a:pt x="139255" y="377857"/>
                  </a:lnTo>
                  <a:lnTo>
                    <a:pt x="141732" y="380333"/>
                  </a:lnTo>
                  <a:lnTo>
                    <a:pt x="145161" y="382905"/>
                  </a:lnTo>
                  <a:lnTo>
                    <a:pt x="145732" y="383191"/>
                  </a:lnTo>
                  <a:lnTo>
                    <a:pt x="146495" y="383191"/>
                  </a:lnTo>
                  <a:lnTo>
                    <a:pt x="148590" y="382905"/>
                  </a:lnTo>
                  <a:lnTo>
                    <a:pt x="149543" y="382905"/>
                  </a:lnTo>
                  <a:lnTo>
                    <a:pt x="151829" y="383572"/>
                  </a:lnTo>
                  <a:lnTo>
                    <a:pt x="152400" y="383858"/>
                  </a:lnTo>
                  <a:lnTo>
                    <a:pt x="153734" y="385096"/>
                  </a:lnTo>
                  <a:lnTo>
                    <a:pt x="156496" y="387096"/>
                  </a:lnTo>
                  <a:lnTo>
                    <a:pt x="157353" y="387572"/>
                  </a:lnTo>
                  <a:lnTo>
                    <a:pt x="157925" y="387667"/>
                  </a:lnTo>
                  <a:lnTo>
                    <a:pt x="158687" y="387572"/>
                  </a:lnTo>
                  <a:lnTo>
                    <a:pt x="159925" y="387001"/>
                  </a:lnTo>
                  <a:lnTo>
                    <a:pt x="160496" y="386620"/>
                  </a:lnTo>
                  <a:lnTo>
                    <a:pt x="160877" y="386429"/>
                  </a:lnTo>
                  <a:lnTo>
                    <a:pt x="161068" y="386144"/>
                  </a:lnTo>
                  <a:lnTo>
                    <a:pt x="161925" y="385953"/>
                  </a:lnTo>
                  <a:lnTo>
                    <a:pt x="163163" y="385858"/>
                  </a:lnTo>
                  <a:lnTo>
                    <a:pt x="168402" y="386239"/>
                  </a:lnTo>
                  <a:lnTo>
                    <a:pt x="169736" y="385477"/>
                  </a:lnTo>
                  <a:lnTo>
                    <a:pt x="170497" y="385191"/>
                  </a:lnTo>
                  <a:lnTo>
                    <a:pt x="171069" y="385096"/>
                  </a:lnTo>
                  <a:lnTo>
                    <a:pt x="174498" y="385096"/>
                  </a:lnTo>
                  <a:lnTo>
                    <a:pt x="176308" y="384620"/>
                  </a:lnTo>
                  <a:lnTo>
                    <a:pt x="182594" y="384905"/>
                  </a:lnTo>
                  <a:lnTo>
                    <a:pt x="193643" y="387191"/>
                  </a:lnTo>
                  <a:lnTo>
                    <a:pt x="194501" y="387096"/>
                  </a:lnTo>
                  <a:lnTo>
                    <a:pt x="195453" y="386906"/>
                  </a:lnTo>
                  <a:lnTo>
                    <a:pt x="197834" y="386048"/>
                  </a:lnTo>
                  <a:lnTo>
                    <a:pt x="201644" y="384238"/>
                  </a:lnTo>
                  <a:lnTo>
                    <a:pt x="212884" y="382048"/>
                  </a:lnTo>
                  <a:lnTo>
                    <a:pt x="213455" y="381476"/>
                  </a:lnTo>
                  <a:lnTo>
                    <a:pt x="214694" y="380524"/>
                  </a:lnTo>
                  <a:lnTo>
                    <a:pt x="215741" y="380143"/>
                  </a:lnTo>
                  <a:lnTo>
                    <a:pt x="216503" y="380048"/>
                  </a:lnTo>
                  <a:lnTo>
                    <a:pt x="217265" y="380048"/>
                  </a:lnTo>
                  <a:lnTo>
                    <a:pt x="218789" y="380810"/>
                  </a:lnTo>
                  <a:lnTo>
                    <a:pt x="221075" y="382810"/>
                  </a:lnTo>
                  <a:lnTo>
                    <a:pt x="221932" y="383858"/>
                  </a:lnTo>
                  <a:lnTo>
                    <a:pt x="222313" y="384048"/>
                  </a:lnTo>
                  <a:lnTo>
                    <a:pt x="222599" y="384143"/>
                  </a:lnTo>
                  <a:lnTo>
                    <a:pt x="223076" y="384238"/>
                  </a:lnTo>
                  <a:lnTo>
                    <a:pt x="223838" y="384048"/>
                  </a:lnTo>
                  <a:lnTo>
                    <a:pt x="224885" y="383667"/>
                  </a:lnTo>
                  <a:lnTo>
                    <a:pt x="225552" y="383381"/>
                  </a:lnTo>
                  <a:lnTo>
                    <a:pt x="226028" y="383000"/>
                  </a:lnTo>
                  <a:lnTo>
                    <a:pt x="227362" y="381667"/>
                  </a:lnTo>
                  <a:lnTo>
                    <a:pt x="228219" y="381191"/>
                  </a:lnTo>
                  <a:lnTo>
                    <a:pt x="228886" y="381095"/>
                  </a:lnTo>
                  <a:lnTo>
                    <a:pt x="229648" y="381095"/>
                  </a:lnTo>
                  <a:lnTo>
                    <a:pt x="231077" y="381476"/>
                  </a:lnTo>
                  <a:lnTo>
                    <a:pt x="231743" y="381857"/>
                  </a:lnTo>
                  <a:lnTo>
                    <a:pt x="232315" y="382143"/>
                  </a:lnTo>
                  <a:lnTo>
                    <a:pt x="232886" y="382905"/>
                  </a:lnTo>
                  <a:lnTo>
                    <a:pt x="233363" y="383762"/>
                  </a:lnTo>
                  <a:lnTo>
                    <a:pt x="233744" y="384620"/>
                  </a:lnTo>
                  <a:lnTo>
                    <a:pt x="234029" y="385000"/>
                  </a:lnTo>
                  <a:lnTo>
                    <a:pt x="234410" y="385286"/>
                  </a:lnTo>
                  <a:lnTo>
                    <a:pt x="234791" y="385572"/>
                  </a:lnTo>
                  <a:lnTo>
                    <a:pt x="235268" y="385763"/>
                  </a:lnTo>
                  <a:lnTo>
                    <a:pt x="236982" y="386144"/>
                  </a:lnTo>
                  <a:lnTo>
                    <a:pt x="237458" y="386334"/>
                  </a:lnTo>
                  <a:lnTo>
                    <a:pt x="237935" y="386620"/>
                  </a:lnTo>
                  <a:lnTo>
                    <a:pt x="238982" y="387572"/>
                  </a:lnTo>
                  <a:lnTo>
                    <a:pt x="239268" y="387953"/>
                  </a:lnTo>
                  <a:lnTo>
                    <a:pt x="239459" y="388334"/>
                  </a:lnTo>
                  <a:lnTo>
                    <a:pt x="239649" y="388811"/>
                  </a:lnTo>
                  <a:lnTo>
                    <a:pt x="239839" y="389858"/>
                  </a:lnTo>
                  <a:lnTo>
                    <a:pt x="240125" y="390239"/>
                  </a:lnTo>
                  <a:lnTo>
                    <a:pt x="240506" y="390525"/>
                  </a:lnTo>
                  <a:lnTo>
                    <a:pt x="242792" y="391478"/>
                  </a:lnTo>
                  <a:lnTo>
                    <a:pt x="247174" y="392811"/>
                  </a:lnTo>
                  <a:lnTo>
                    <a:pt x="248412" y="392906"/>
                  </a:lnTo>
                  <a:lnTo>
                    <a:pt x="255746" y="392144"/>
                  </a:lnTo>
                  <a:lnTo>
                    <a:pt x="256318" y="391954"/>
                  </a:lnTo>
                  <a:lnTo>
                    <a:pt x="256985" y="391573"/>
                  </a:lnTo>
                  <a:lnTo>
                    <a:pt x="257651" y="390620"/>
                  </a:lnTo>
                  <a:lnTo>
                    <a:pt x="257842" y="389858"/>
                  </a:lnTo>
                  <a:lnTo>
                    <a:pt x="258223" y="388525"/>
                  </a:lnTo>
                  <a:lnTo>
                    <a:pt x="258509" y="388049"/>
                  </a:lnTo>
                  <a:lnTo>
                    <a:pt x="259175" y="387477"/>
                  </a:lnTo>
                  <a:lnTo>
                    <a:pt x="259652" y="387001"/>
                  </a:lnTo>
                  <a:lnTo>
                    <a:pt x="260128" y="386810"/>
                  </a:lnTo>
                  <a:lnTo>
                    <a:pt x="261176" y="386906"/>
                  </a:lnTo>
                  <a:lnTo>
                    <a:pt x="261652" y="386620"/>
                  </a:lnTo>
                  <a:lnTo>
                    <a:pt x="262033" y="385953"/>
                  </a:lnTo>
                  <a:lnTo>
                    <a:pt x="262414" y="384620"/>
                  </a:lnTo>
                  <a:lnTo>
                    <a:pt x="262604" y="384143"/>
                  </a:lnTo>
                  <a:lnTo>
                    <a:pt x="262890" y="383762"/>
                  </a:lnTo>
                  <a:lnTo>
                    <a:pt x="263938" y="382810"/>
                  </a:lnTo>
                  <a:lnTo>
                    <a:pt x="264986" y="382143"/>
                  </a:lnTo>
                  <a:lnTo>
                    <a:pt x="266129" y="381571"/>
                  </a:lnTo>
                  <a:lnTo>
                    <a:pt x="267081" y="381381"/>
                  </a:lnTo>
                  <a:lnTo>
                    <a:pt x="268414" y="381476"/>
                  </a:lnTo>
                  <a:lnTo>
                    <a:pt x="269081" y="381667"/>
                  </a:lnTo>
                  <a:lnTo>
                    <a:pt x="269748" y="381762"/>
                  </a:lnTo>
                  <a:lnTo>
                    <a:pt x="270224" y="381667"/>
                  </a:lnTo>
                  <a:lnTo>
                    <a:pt x="271844" y="380619"/>
                  </a:lnTo>
                  <a:lnTo>
                    <a:pt x="272320" y="381000"/>
                  </a:lnTo>
                  <a:lnTo>
                    <a:pt x="272510" y="381191"/>
                  </a:lnTo>
                  <a:lnTo>
                    <a:pt x="272605" y="381381"/>
                  </a:lnTo>
                  <a:lnTo>
                    <a:pt x="272987" y="382238"/>
                  </a:lnTo>
                  <a:lnTo>
                    <a:pt x="276130" y="386239"/>
                  </a:lnTo>
                  <a:lnTo>
                    <a:pt x="276225" y="386906"/>
                  </a:lnTo>
                  <a:lnTo>
                    <a:pt x="276225" y="387858"/>
                  </a:lnTo>
                  <a:lnTo>
                    <a:pt x="275939" y="389382"/>
                  </a:lnTo>
                  <a:lnTo>
                    <a:pt x="275463" y="391001"/>
                  </a:lnTo>
                  <a:lnTo>
                    <a:pt x="275082" y="391859"/>
                  </a:lnTo>
                  <a:lnTo>
                    <a:pt x="275082" y="392144"/>
                  </a:lnTo>
                  <a:lnTo>
                    <a:pt x="274987" y="392621"/>
                  </a:lnTo>
                  <a:lnTo>
                    <a:pt x="274892" y="393287"/>
                  </a:lnTo>
                  <a:lnTo>
                    <a:pt x="274987" y="394145"/>
                  </a:lnTo>
                  <a:lnTo>
                    <a:pt x="275463" y="396526"/>
                  </a:lnTo>
                  <a:lnTo>
                    <a:pt x="276035" y="401860"/>
                  </a:lnTo>
                  <a:lnTo>
                    <a:pt x="276035" y="402622"/>
                  </a:lnTo>
                  <a:lnTo>
                    <a:pt x="275654" y="403860"/>
                  </a:lnTo>
                  <a:lnTo>
                    <a:pt x="275368" y="404527"/>
                  </a:lnTo>
                  <a:lnTo>
                    <a:pt x="274987" y="405003"/>
                  </a:lnTo>
                  <a:lnTo>
                    <a:pt x="274415" y="405765"/>
                  </a:lnTo>
                  <a:lnTo>
                    <a:pt x="273939" y="406622"/>
                  </a:lnTo>
                  <a:lnTo>
                    <a:pt x="273748" y="407099"/>
                  </a:lnTo>
                  <a:lnTo>
                    <a:pt x="273748" y="408718"/>
                  </a:lnTo>
                  <a:lnTo>
                    <a:pt x="275177" y="412242"/>
                  </a:lnTo>
                  <a:lnTo>
                    <a:pt x="276415" y="415576"/>
                  </a:lnTo>
                  <a:lnTo>
                    <a:pt x="276701" y="417195"/>
                  </a:lnTo>
                  <a:lnTo>
                    <a:pt x="276606" y="421005"/>
                  </a:lnTo>
                  <a:lnTo>
                    <a:pt x="276796" y="421958"/>
                  </a:lnTo>
                  <a:lnTo>
                    <a:pt x="277082" y="422624"/>
                  </a:lnTo>
                  <a:lnTo>
                    <a:pt x="280416" y="426339"/>
                  </a:lnTo>
                  <a:lnTo>
                    <a:pt x="281083" y="427292"/>
                  </a:lnTo>
                  <a:lnTo>
                    <a:pt x="281464" y="427958"/>
                  </a:lnTo>
                  <a:lnTo>
                    <a:pt x="281654" y="428530"/>
                  </a:lnTo>
                  <a:lnTo>
                    <a:pt x="282416" y="432911"/>
                  </a:lnTo>
                  <a:lnTo>
                    <a:pt x="282797" y="433864"/>
                  </a:lnTo>
                  <a:lnTo>
                    <a:pt x="283273" y="434435"/>
                  </a:lnTo>
                  <a:lnTo>
                    <a:pt x="283750" y="434531"/>
                  </a:lnTo>
                  <a:lnTo>
                    <a:pt x="284417" y="434626"/>
                  </a:lnTo>
                  <a:lnTo>
                    <a:pt x="285464" y="434435"/>
                  </a:lnTo>
                  <a:lnTo>
                    <a:pt x="286321" y="434150"/>
                  </a:lnTo>
                  <a:lnTo>
                    <a:pt x="286893" y="433864"/>
                  </a:lnTo>
                  <a:lnTo>
                    <a:pt x="287655" y="433483"/>
                  </a:lnTo>
                  <a:lnTo>
                    <a:pt x="288227" y="433578"/>
                  </a:lnTo>
                  <a:lnTo>
                    <a:pt x="288893" y="433864"/>
                  </a:lnTo>
                  <a:lnTo>
                    <a:pt x="289751" y="434626"/>
                  </a:lnTo>
                  <a:lnTo>
                    <a:pt x="290036" y="435197"/>
                  </a:lnTo>
                  <a:lnTo>
                    <a:pt x="290322" y="435769"/>
                  </a:lnTo>
                  <a:lnTo>
                    <a:pt x="290322" y="438150"/>
                  </a:lnTo>
                  <a:lnTo>
                    <a:pt x="289751" y="441103"/>
                  </a:lnTo>
                  <a:lnTo>
                    <a:pt x="289751" y="441865"/>
                  </a:lnTo>
                  <a:lnTo>
                    <a:pt x="289941" y="442817"/>
                  </a:lnTo>
                  <a:lnTo>
                    <a:pt x="290131" y="443389"/>
                  </a:lnTo>
                  <a:lnTo>
                    <a:pt x="290227" y="443484"/>
                  </a:lnTo>
                  <a:lnTo>
                    <a:pt x="290798" y="443675"/>
                  </a:lnTo>
                  <a:lnTo>
                    <a:pt x="291275" y="443770"/>
                  </a:lnTo>
                  <a:lnTo>
                    <a:pt x="296037" y="443008"/>
                  </a:lnTo>
                  <a:lnTo>
                    <a:pt x="296894" y="442722"/>
                  </a:lnTo>
                  <a:lnTo>
                    <a:pt x="298132" y="441960"/>
                  </a:lnTo>
                  <a:lnTo>
                    <a:pt x="300323" y="440341"/>
                  </a:lnTo>
                  <a:lnTo>
                    <a:pt x="304324" y="435007"/>
                  </a:lnTo>
                  <a:lnTo>
                    <a:pt x="304705" y="434626"/>
                  </a:lnTo>
                  <a:lnTo>
                    <a:pt x="304990" y="434340"/>
                  </a:lnTo>
                  <a:lnTo>
                    <a:pt x="305467" y="434150"/>
                  </a:lnTo>
                  <a:lnTo>
                    <a:pt x="306229" y="434150"/>
                  </a:lnTo>
                  <a:lnTo>
                    <a:pt x="307181" y="434435"/>
                  </a:lnTo>
                  <a:lnTo>
                    <a:pt x="310896" y="436340"/>
                  </a:lnTo>
                  <a:lnTo>
                    <a:pt x="313849" y="437293"/>
                  </a:lnTo>
                  <a:lnTo>
                    <a:pt x="314420" y="437579"/>
                  </a:lnTo>
                  <a:lnTo>
                    <a:pt x="314896" y="437960"/>
                  </a:lnTo>
                  <a:lnTo>
                    <a:pt x="315468" y="438721"/>
                  </a:lnTo>
                  <a:lnTo>
                    <a:pt x="316135" y="439960"/>
                  </a:lnTo>
                  <a:lnTo>
                    <a:pt x="316802" y="440627"/>
                  </a:lnTo>
                  <a:lnTo>
                    <a:pt x="320230" y="443579"/>
                  </a:lnTo>
                  <a:lnTo>
                    <a:pt x="321469" y="444437"/>
                  </a:lnTo>
                  <a:lnTo>
                    <a:pt x="322421" y="444913"/>
                  </a:lnTo>
                  <a:lnTo>
                    <a:pt x="322993" y="445008"/>
                  </a:lnTo>
                  <a:lnTo>
                    <a:pt x="323564" y="445008"/>
                  </a:lnTo>
                  <a:lnTo>
                    <a:pt x="324993" y="444532"/>
                  </a:lnTo>
                  <a:lnTo>
                    <a:pt x="326041" y="444341"/>
                  </a:lnTo>
                  <a:lnTo>
                    <a:pt x="329375" y="444437"/>
                  </a:lnTo>
                  <a:lnTo>
                    <a:pt x="329660" y="444341"/>
                  </a:lnTo>
                  <a:lnTo>
                    <a:pt x="330041" y="444246"/>
                  </a:lnTo>
                  <a:lnTo>
                    <a:pt x="330803" y="443770"/>
                  </a:lnTo>
                  <a:lnTo>
                    <a:pt x="331280" y="443294"/>
                  </a:lnTo>
                  <a:lnTo>
                    <a:pt x="331946" y="442817"/>
                  </a:lnTo>
                  <a:lnTo>
                    <a:pt x="332327" y="442627"/>
                  </a:lnTo>
                  <a:lnTo>
                    <a:pt x="333089" y="442627"/>
                  </a:lnTo>
                  <a:lnTo>
                    <a:pt x="334232" y="442817"/>
                  </a:lnTo>
                  <a:lnTo>
                    <a:pt x="336328" y="443579"/>
                  </a:lnTo>
                  <a:lnTo>
                    <a:pt x="337280" y="444151"/>
                  </a:lnTo>
                  <a:lnTo>
                    <a:pt x="337947" y="444627"/>
                  </a:lnTo>
                  <a:lnTo>
                    <a:pt x="338138" y="445008"/>
                  </a:lnTo>
                  <a:lnTo>
                    <a:pt x="338328" y="445484"/>
                  </a:lnTo>
                  <a:lnTo>
                    <a:pt x="338519" y="445961"/>
                  </a:lnTo>
                  <a:lnTo>
                    <a:pt x="338709" y="446437"/>
                  </a:lnTo>
                  <a:lnTo>
                    <a:pt x="338709" y="446913"/>
                  </a:lnTo>
                  <a:lnTo>
                    <a:pt x="338709" y="447485"/>
                  </a:lnTo>
                  <a:lnTo>
                    <a:pt x="338519" y="448628"/>
                  </a:lnTo>
                  <a:lnTo>
                    <a:pt x="338328" y="449104"/>
                  </a:lnTo>
                  <a:lnTo>
                    <a:pt x="337661" y="450437"/>
                  </a:lnTo>
                  <a:lnTo>
                    <a:pt x="336709" y="451580"/>
                  </a:lnTo>
                  <a:lnTo>
                    <a:pt x="336518" y="452057"/>
                  </a:lnTo>
                  <a:lnTo>
                    <a:pt x="336328" y="452533"/>
                  </a:lnTo>
                  <a:lnTo>
                    <a:pt x="336137" y="453009"/>
                  </a:lnTo>
                  <a:lnTo>
                    <a:pt x="336042" y="454247"/>
                  </a:lnTo>
                  <a:lnTo>
                    <a:pt x="336042" y="454914"/>
                  </a:lnTo>
                  <a:lnTo>
                    <a:pt x="336137" y="455390"/>
                  </a:lnTo>
                  <a:lnTo>
                    <a:pt x="336804" y="458534"/>
                  </a:lnTo>
                  <a:lnTo>
                    <a:pt x="337280" y="460058"/>
                  </a:lnTo>
                  <a:lnTo>
                    <a:pt x="338900" y="460629"/>
                  </a:lnTo>
                  <a:lnTo>
                    <a:pt x="342805" y="460248"/>
                  </a:lnTo>
                  <a:lnTo>
                    <a:pt x="343757" y="460343"/>
                  </a:lnTo>
                  <a:lnTo>
                    <a:pt x="344519" y="460438"/>
                  </a:lnTo>
                  <a:lnTo>
                    <a:pt x="344900" y="460724"/>
                  </a:lnTo>
                  <a:lnTo>
                    <a:pt x="345567" y="461391"/>
                  </a:lnTo>
                  <a:lnTo>
                    <a:pt x="347567" y="463963"/>
                  </a:lnTo>
                  <a:lnTo>
                    <a:pt x="348901" y="465011"/>
                  </a:lnTo>
                  <a:lnTo>
                    <a:pt x="349663" y="465296"/>
                  </a:lnTo>
                  <a:lnTo>
                    <a:pt x="350330" y="465487"/>
                  </a:lnTo>
                  <a:lnTo>
                    <a:pt x="351568" y="465201"/>
                  </a:lnTo>
                  <a:lnTo>
                    <a:pt x="352520" y="465201"/>
                  </a:lnTo>
                  <a:lnTo>
                    <a:pt x="353092" y="465392"/>
                  </a:lnTo>
                  <a:lnTo>
                    <a:pt x="353378" y="465773"/>
                  </a:lnTo>
                  <a:lnTo>
                    <a:pt x="353663" y="466725"/>
                  </a:lnTo>
                  <a:lnTo>
                    <a:pt x="353759" y="466916"/>
                  </a:lnTo>
                  <a:lnTo>
                    <a:pt x="354806" y="467678"/>
                  </a:lnTo>
                  <a:lnTo>
                    <a:pt x="356711" y="468344"/>
                  </a:lnTo>
                  <a:lnTo>
                    <a:pt x="359188" y="468535"/>
                  </a:lnTo>
                  <a:lnTo>
                    <a:pt x="360140" y="468535"/>
                  </a:lnTo>
                  <a:lnTo>
                    <a:pt x="360521" y="468440"/>
                  </a:lnTo>
                  <a:lnTo>
                    <a:pt x="361379" y="468249"/>
                  </a:lnTo>
                  <a:lnTo>
                    <a:pt x="362236" y="467868"/>
                  </a:lnTo>
                  <a:lnTo>
                    <a:pt x="363474" y="467773"/>
                  </a:lnTo>
                  <a:lnTo>
                    <a:pt x="373380" y="468916"/>
                  </a:lnTo>
                  <a:lnTo>
                    <a:pt x="374999" y="468535"/>
                  </a:lnTo>
                  <a:lnTo>
                    <a:pt x="376428" y="468154"/>
                  </a:lnTo>
                  <a:lnTo>
                    <a:pt x="377285" y="467678"/>
                  </a:lnTo>
                  <a:lnTo>
                    <a:pt x="378333" y="466820"/>
                  </a:lnTo>
                  <a:lnTo>
                    <a:pt x="379000" y="466154"/>
                  </a:lnTo>
                  <a:lnTo>
                    <a:pt x="379571" y="465392"/>
                  </a:lnTo>
                  <a:lnTo>
                    <a:pt x="380047" y="464534"/>
                  </a:lnTo>
                  <a:lnTo>
                    <a:pt x="381857" y="460820"/>
                  </a:lnTo>
                  <a:lnTo>
                    <a:pt x="383667" y="457962"/>
                  </a:lnTo>
                  <a:lnTo>
                    <a:pt x="384143" y="457676"/>
                  </a:lnTo>
                  <a:lnTo>
                    <a:pt x="384620" y="457391"/>
                  </a:lnTo>
                  <a:lnTo>
                    <a:pt x="385572" y="457105"/>
                  </a:lnTo>
                  <a:lnTo>
                    <a:pt x="386144" y="457200"/>
                  </a:lnTo>
                  <a:lnTo>
                    <a:pt x="386715" y="457391"/>
                  </a:lnTo>
                  <a:lnTo>
                    <a:pt x="387001" y="457676"/>
                  </a:lnTo>
                  <a:lnTo>
                    <a:pt x="387572" y="458343"/>
                  </a:lnTo>
                  <a:lnTo>
                    <a:pt x="388715" y="460438"/>
                  </a:lnTo>
                  <a:lnTo>
                    <a:pt x="389001" y="460820"/>
                  </a:lnTo>
                  <a:lnTo>
                    <a:pt x="390049" y="461772"/>
                  </a:lnTo>
                  <a:lnTo>
                    <a:pt x="390239" y="462153"/>
                  </a:lnTo>
                  <a:lnTo>
                    <a:pt x="390525" y="462534"/>
                  </a:lnTo>
                  <a:lnTo>
                    <a:pt x="390620" y="463010"/>
                  </a:lnTo>
                  <a:lnTo>
                    <a:pt x="390715" y="463582"/>
                  </a:lnTo>
                  <a:lnTo>
                    <a:pt x="390811" y="464725"/>
                  </a:lnTo>
                  <a:lnTo>
                    <a:pt x="390715" y="465296"/>
                  </a:lnTo>
                  <a:lnTo>
                    <a:pt x="390620" y="465868"/>
                  </a:lnTo>
                  <a:lnTo>
                    <a:pt x="389954" y="467963"/>
                  </a:lnTo>
                  <a:lnTo>
                    <a:pt x="389858" y="468535"/>
                  </a:lnTo>
                  <a:lnTo>
                    <a:pt x="389858" y="469011"/>
                  </a:lnTo>
                  <a:lnTo>
                    <a:pt x="389858" y="469583"/>
                  </a:lnTo>
                  <a:lnTo>
                    <a:pt x="389954" y="470154"/>
                  </a:lnTo>
                  <a:lnTo>
                    <a:pt x="390144" y="470535"/>
                  </a:lnTo>
                  <a:lnTo>
                    <a:pt x="390335" y="471011"/>
                  </a:lnTo>
                  <a:lnTo>
                    <a:pt x="390906" y="471678"/>
                  </a:lnTo>
                  <a:lnTo>
                    <a:pt x="391668" y="472345"/>
                  </a:lnTo>
                  <a:lnTo>
                    <a:pt x="392906" y="473107"/>
                  </a:lnTo>
                  <a:lnTo>
                    <a:pt x="393287" y="473392"/>
                  </a:lnTo>
                  <a:lnTo>
                    <a:pt x="393478" y="473869"/>
                  </a:lnTo>
                  <a:lnTo>
                    <a:pt x="393573" y="474250"/>
                  </a:lnTo>
                  <a:lnTo>
                    <a:pt x="393668" y="474536"/>
                  </a:lnTo>
                  <a:lnTo>
                    <a:pt x="393859" y="475012"/>
                  </a:lnTo>
                  <a:lnTo>
                    <a:pt x="394145" y="475488"/>
                  </a:lnTo>
                  <a:lnTo>
                    <a:pt x="395002" y="476250"/>
                  </a:lnTo>
                  <a:lnTo>
                    <a:pt x="395669" y="476536"/>
                  </a:lnTo>
                  <a:lnTo>
                    <a:pt x="396335" y="476631"/>
                  </a:lnTo>
                  <a:lnTo>
                    <a:pt x="400526" y="475869"/>
                  </a:lnTo>
                  <a:lnTo>
                    <a:pt x="402241" y="475107"/>
                  </a:lnTo>
                  <a:lnTo>
                    <a:pt x="403288" y="474536"/>
                  </a:lnTo>
                  <a:lnTo>
                    <a:pt x="404717" y="469583"/>
                  </a:lnTo>
                  <a:lnTo>
                    <a:pt x="404813" y="467868"/>
                  </a:lnTo>
                  <a:lnTo>
                    <a:pt x="404527" y="466916"/>
                  </a:lnTo>
                  <a:lnTo>
                    <a:pt x="404527" y="466725"/>
                  </a:lnTo>
                  <a:lnTo>
                    <a:pt x="404622" y="465677"/>
                  </a:lnTo>
                  <a:lnTo>
                    <a:pt x="404717" y="465201"/>
                  </a:lnTo>
                  <a:lnTo>
                    <a:pt x="404908" y="464534"/>
                  </a:lnTo>
                  <a:lnTo>
                    <a:pt x="405289" y="463963"/>
                  </a:lnTo>
                  <a:lnTo>
                    <a:pt x="406908" y="462058"/>
                  </a:lnTo>
                  <a:lnTo>
                    <a:pt x="410337" y="455962"/>
                  </a:lnTo>
                  <a:lnTo>
                    <a:pt x="410623" y="455581"/>
                  </a:lnTo>
                  <a:lnTo>
                    <a:pt x="410909" y="455009"/>
                  </a:lnTo>
                  <a:lnTo>
                    <a:pt x="411194" y="454247"/>
                  </a:lnTo>
                  <a:lnTo>
                    <a:pt x="411861" y="451199"/>
                  </a:lnTo>
                  <a:lnTo>
                    <a:pt x="412052" y="450533"/>
                  </a:lnTo>
                  <a:lnTo>
                    <a:pt x="412432" y="449771"/>
                  </a:lnTo>
                  <a:lnTo>
                    <a:pt x="413480" y="448151"/>
                  </a:lnTo>
                  <a:lnTo>
                    <a:pt x="414433" y="447008"/>
                  </a:lnTo>
                  <a:lnTo>
                    <a:pt x="415957" y="444722"/>
                  </a:lnTo>
                  <a:lnTo>
                    <a:pt x="416433" y="444532"/>
                  </a:lnTo>
                  <a:lnTo>
                    <a:pt x="416909" y="444627"/>
                  </a:lnTo>
                  <a:lnTo>
                    <a:pt x="417290" y="444817"/>
                  </a:lnTo>
                  <a:lnTo>
                    <a:pt x="417767" y="444913"/>
                  </a:lnTo>
                  <a:lnTo>
                    <a:pt x="418147" y="444817"/>
                  </a:lnTo>
                  <a:lnTo>
                    <a:pt x="418529" y="444532"/>
                  </a:lnTo>
                  <a:lnTo>
                    <a:pt x="419671" y="443484"/>
                  </a:lnTo>
                  <a:lnTo>
                    <a:pt x="419957" y="443198"/>
                  </a:lnTo>
                  <a:lnTo>
                    <a:pt x="426434" y="440246"/>
                  </a:lnTo>
                  <a:lnTo>
                    <a:pt x="428435" y="439769"/>
                  </a:lnTo>
                  <a:lnTo>
                    <a:pt x="429578" y="439769"/>
                  </a:lnTo>
                  <a:lnTo>
                    <a:pt x="431387" y="439960"/>
                  </a:lnTo>
                  <a:lnTo>
                    <a:pt x="431959" y="439865"/>
                  </a:lnTo>
                  <a:lnTo>
                    <a:pt x="432435" y="439769"/>
                  </a:lnTo>
                  <a:lnTo>
                    <a:pt x="433197" y="439293"/>
                  </a:lnTo>
                  <a:lnTo>
                    <a:pt x="433673" y="439103"/>
                  </a:lnTo>
                  <a:lnTo>
                    <a:pt x="434245" y="439103"/>
                  </a:lnTo>
                  <a:lnTo>
                    <a:pt x="436531" y="439198"/>
                  </a:lnTo>
                  <a:lnTo>
                    <a:pt x="440055" y="439960"/>
                  </a:lnTo>
                  <a:lnTo>
                    <a:pt x="442627" y="440150"/>
                  </a:lnTo>
                  <a:lnTo>
                    <a:pt x="443675" y="440055"/>
                  </a:lnTo>
                  <a:lnTo>
                    <a:pt x="444722" y="439769"/>
                  </a:lnTo>
                  <a:lnTo>
                    <a:pt x="445103" y="439579"/>
                  </a:lnTo>
                  <a:lnTo>
                    <a:pt x="445484" y="439293"/>
                  </a:lnTo>
                  <a:lnTo>
                    <a:pt x="445675" y="438436"/>
                  </a:lnTo>
                  <a:lnTo>
                    <a:pt x="445865" y="437007"/>
                  </a:lnTo>
                  <a:lnTo>
                    <a:pt x="445484" y="430721"/>
                  </a:lnTo>
                  <a:lnTo>
                    <a:pt x="446437" y="422338"/>
                  </a:lnTo>
                  <a:lnTo>
                    <a:pt x="447008" y="420338"/>
                  </a:lnTo>
                  <a:lnTo>
                    <a:pt x="447104" y="420148"/>
                  </a:lnTo>
                  <a:lnTo>
                    <a:pt x="447199" y="419862"/>
                  </a:lnTo>
                  <a:lnTo>
                    <a:pt x="447389" y="419100"/>
                  </a:lnTo>
                  <a:lnTo>
                    <a:pt x="447485" y="418529"/>
                  </a:lnTo>
                  <a:lnTo>
                    <a:pt x="447580" y="417767"/>
                  </a:lnTo>
                  <a:lnTo>
                    <a:pt x="446532" y="396526"/>
                  </a:lnTo>
                  <a:lnTo>
                    <a:pt x="446342" y="395764"/>
                  </a:lnTo>
                  <a:lnTo>
                    <a:pt x="446246" y="395383"/>
                  </a:lnTo>
                  <a:lnTo>
                    <a:pt x="445675" y="394049"/>
                  </a:lnTo>
                  <a:lnTo>
                    <a:pt x="445103" y="392144"/>
                  </a:lnTo>
                  <a:lnTo>
                    <a:pt x="444913" y="391001"/>
                  </a:lnTo>
                  <a:lnTo>
                    <a:pt x="444722" y="385286"/>
                  </a:lnTo>
                  <a:lnTo>
                    <a:pt x="444437" y="383000"/>
                  </a:lnTo>
                  <a:lnTo>
                    <a:pt x="443865" y="381667"/>
                  </a:lnTo>
                  <a:lnTo>
                    <a:pt x="443675" y="381286"/>
                  </a:lnTo>
                  <a:lnTo>
                    <a:pt x="443389" y="380905"/>
                  </a:lnTo>
                  <a:lnTo>
                    <a:pt x="442436" y="379857"/>
                  </a:lnTo>
                  <a:lnTo>
                    <a:pt x="442246" y="379476"/>
                  </a:lnTo>
                  <a:lnTo>
                    <a:pt x="442246" y="378524"/>
                  </a:lnTo>
                  <a:lnTo>
                    <a:pt x="442436" y="377285"/>
                  </a:lnTo>
                  <a:lnTo>
                    <a:pt x="443198" y="374713"/>
                  </a:lnTo>
                  <a:lnTo>
                    <a:pt x="443389" y="373094"/>
                  </a:lnTo>
                  <a:lnTo>
                    <a:pt x="443389" y="372999"/>
                  </a:lnTo>
                  <a:lnTo>
                    <a:pt x="443294" y="372904"/>
                  </a:lnTo>
                  <a:lnTo>
                    <a:pt x="442817" y="372428"/>
                  </a:lnTo>
                  <a:lnTo>
                    <a:pt x="442436" y="372046"/>
                  </a:lnTo>
                  <a:lnTo>
                    <a:pt x="442341" y="371570"/>
                  </a:lnTo>
                  <a:lnTo>
                    <a:pt x="442436" y="370904"/>
                  </a:lnTo>
                  <a:lnTo>
                    <a:pt x="442722" y="370427"/>
                  </a:lnTo>
                  <a:lnTo>
                    <a:pt x="443008" y="369951"/>
                  </a:lnTo>
                  <a:lnTo>
                    <a:pt x="445580" y="367475"/>
                  </a:lnTo>
                  <a:lnTo>
                    <a:pt x="447104" y="366617"/>
                  </a:lnTo>
                  <a:lnTo>
                    <a:pt x="447008" y="366046"/>
                  </a:lnTo>
                  <a:lnTo>
                    <a:pt x="444151" y="366236"/>
                  </a:lnTo>
                  <a:lnTo>
                    <a:pt x="440817" y="368999"/>
                  </a:lnTo>
                  <a:lnTo>
                    <a:pt x="438055" y="372713"/>
                  </a:lnTo>
                  <a:lnTo>
                    <a:pt x="436626" y="375761"/>
                  </a:lnTo>
                  <a:lnTo>
                    <a:pt x="434912" y="373856"/>
                  </a:lnTo>
                  <a:lnTo>
                    <a:pt x="433769" y="373190"/>
                  </a:lnTo>
                  <a:lnTo>
                    <a:pt x="432721" y="374999"/>
                  </a:lnTo>
                  <a:lnTo>
                    <a:pt x="431482" y="374809"/>
                  </a:lnTo>
                  <a:lnTo>
                    <a:pt x="428911" y="373761"/>
                  </a:lnTo>
                  <a:lnTo>
                    <a:pt x="428339" y="376142"/>
                  </a:lnTo>
                  <a:lnTo>
                    <a:pt x="425101" y="382238"/>
                  </a:lnTo>
                  <a:lnTo>
                    <a:pt x="423863" y="381191"/>
                  </a:lnTo>
                  <a:lnTo>
                    <a:pt x="422148" y="380905"/>
                  </a:lnTo>
                  <a:lnTo>
                    <a:pt x="420243" y="381286"/>
                  </a:lnTo>
                  <a:lnTo>
                    <a:pt x="418624" y="382238"/>
                  </a:lnTo>
                  <a:lnTo>
                    <a:pt x="417100" y="381571"/>
                  </a:lnTo>
                  <a:lnTo>
                    <a:pt x="415957" y="380714"/>
                  </a:lnTo>
                  <a:lnTo>
                    <a:pt x="413956" y="378809"/>
                  </a:lnTo>
                  <a:lnTo>
                    <a:pt x="413480" y="378238"/>
                  </a:lnTo>
                  <a:lnTo>
                    <a:pt x="413290" y="377952"/>
                  </a:lnTo>
                  <a:lnTo>
                    <a:pt x="412337" y="375857"/>
                  </a:lnTo>
                  <a:lnTo>
                    <a:pt x="412052" y="375475"/>
                  </a:lnTo>
                  <a:lnTo>
                    <a:pt x="411385" y="374809"/>
                  </a:lnTo>
                  <a:lnTo>
                    <a:pt x="411099" y="374428"/>
                  </a:lnTo>
                  <a:lnTo>
                    <a:pt x="410623" y="373094"/>
                  </a:lnTo>
                  <a:lnTo>
                    <a:pt x="410623" y="372999"/>
                  </a:lnTo>
                  <a:lnTo>
                    <a:pt x="410242" y="372618"/>
                  </a:lnTo>
                  <a:lnTo>
                    <a:pt x="409956" y="372332"/>
                  </a:lnTo>
                  <a:lnTo>
                    <a:pt x="407765" y="371094"/>
                  </a:lnTo>
                  <a:lnTo>
                    <a:pt x="406337" y="369856"/>
                  </a:lnTo>
                  <a:lnTo>
                    <a:pt x="405384" y="369380"/>
                  </a:lnTo>
                  <a:lnTo>
                    <a:pt x="404908" y="369189"/>
                  </a:lnTo>
                  <a:lnTo>
                    <a:pt x="404622" y="368808"/>
                  </a:lnTo>
                  <a:lnTo>
                    <a:pt x="404431" y="368427"/>
                  </a:lnTo>
                  <a:lnTo>
                    <a:pt x="403765" y="367951"/>
                  </a:lnTo>
                  <a:lnTo>
                    <a:pt x="402717" y="367379"/>
                  </a:lnTo>
                  <a:lnTo>
                    <a:pt x="397193" y="366617"/>
                  </a:lnTo>
                  <a:lnTo>
                    <a:pt x="396621" y="366427"/>
                  </a:lnTo>
                  <a:lnTo>
                    <a:pt x="396240" y="366141"/>
                  </a:lnTo>
                  <a:lnTo>
                    <a:pt x="395859" y="365760"/>
                  </a:lnTo>
                  <a:lnTo>
                    <a:pt x="394335" y="365093"/>
                  </a:lnTo>
                  <a:lnTo>
                    <a:pt x="389382" y="364427"/>
                  </a:lnTo>
                  <a:lnTo>
                    <a:pt x="390144" y="359664"/>
                  </a:lnTo>
                  <a:lnTo>
                    <a:pt x="390239" y="358235"/>
                  </a:lnTo>
                  <a:lnTo>
                    <a:pt x="390144" y="357759"/>
                  </a:lnTo>
                  <a:lnTo>
                    <a:pt x="389954" y="357378"/>
                  </a:lnTo>
                  <a:lnTo>
                    <a:pt x="389763" y="356997"/>
                  </a:lnTo>
                  <a:lnTo>
                    <a:pt x="388334" y="354806"/>
                  </a:lnTo>
                  <a:lnTo>
                    <a:pt x="387953" y="353949"/>
                  </a:lnTo>
                  <a:lnTo>
                    <a:pt x="387858" y="352806"/>
                  </a:lnTo>
                  <a:lnTo>
                    <a:pt x="387953" y="347091"/>
                  </a:lnTo>
                  <a:lnTo>
                    <a:pt x="388144" y="346138"/>
                  </a:lnTo>
                  <a:lnTo>
                    <a:pt x="388430" y="345758"/>
                  </a:lnTo>
                  <a:lnTo>
                    <a:pt x="388811" y="345377"/>
                  </a:lnTo>
                  <a:lnTo>
                    <a:pt x="389096" y="344900"/>
                  </a:lnTo>
                  <a:lnTo>
                    <a:pt x="389096" y="344329"/>
                  </a:lnTo>
                  <a:lnTo>
                    <a:pt x="388811" y="343471"/>
                  </a:lnTo>
                  <a:lnTo>
                    <a:pt x="388715" y="342710"/>
                  </a:lnTo>
                  <a:lnTo>
                    <a:pt x="388811" y="340233"/>
                  </a:lnTo>
                  <a:lnTo>
                    <a:pt x="388620" y="339566"/>
                  </a:lnTo>
                  <a:lnTo>
                    <a:pt x="388239" y="339090"/>
                  </a:lnTo>
                  <a:lnTo>
                    <a:pt x="386810" y="338328"/>
                  </a:lnTo>
                  <a:lnTo>
                    <a:pt x="386334" y="338042"/>
                  </a:lnTo>
                  <a:lnTo>
                    <a:pt x="385191" y="336804"/>
                  </a:lnTo>
                  <a:lnTo>
                    <a:pt x="384810" y="336518"/>
                  </a:lnTo>
                  <a:lnTo>
                    <a:pt x="384620" y="336328"/>
                  </a:lnTo>
                  <a:lnTo>
                    <a:pt x="383857" y="335947"/>
                  </a:lnTo>
                  <a:lnTo>
                    <a:pt x="381762" y="335280"/>
                  </a:lnTo>
                  <a:lnTo>
                    <a:pt x="379857" y="334423"/>
                  </a:lnTo>
                  <a:lnTo>
                    <a:pt x="379286" y="334232"/>
                  </a:lnTo>
                  <a:lnTo>
                    <a:pt x="377571" y="334137"/>
                  </a:lnTo>
                  <a:lnTo>
                    <a:pt x="377095" y="333946"/>
                  </a:lnTo>
                  <a:lnTo>
                    <a:pt x="376619" y="333756"/>
                  </a:lnTo>
                  <a:lnTo>
                    <a:pt x="376142" y="333470"/>
                  </a:lnTo>
                  <a:lnTo>
                    <a:pt x="375856" y="333185"/>
                  </a:lnTo>
                  <a:lnTo>
                    <a:pt x="375190" y="332518"/>
                  </a:lnTo>
                  <a:lnTo>
                    <a:pt x="374809" y="332232"/>
                  </a:lnTo>
                  <a:lnTo>
                    <a:pt x="374428" y="331946"/>
                  </a:lnTo>
                  <a:lnTo>
                    <a:pt x="367475" y="329660"/>
                  </a:lnTo>
                  <a:lnTo>
                    <a:pt x="366998" y="329470"/>
                  </a:lnTo>
                  <a:lnTo>
                    <a:pt x="366617" y="329184"/>
                  </a:lnTo>
                  <a:lnTo>
                    <a:pt x="365379" y="328136"/>
                  </a:lnTo>
                  <a:lnTo>
                    <a:pt x="364331" y="326993"/>
                  </a:lnTo>
                  <a:lnTo>
                    <a:pt x="363855" y="326327"/>
                  </a:lnTo>
                  <a:lnTo>
                    <a:pt x="363569" y="325850"/>
                  </a:lnTo>
                  <a:lnTo>
                    <a:pt x="363569" y="325755"/>
                  </a:lnTo>
                  <a:lnTo>
                    <a:pt x="363474" y="325660"/>
                  </a:lnTo>
                  <a:lnTo>
                    <a:pt x="363569" y="324421"/>
                  </a:lnTo>
                  <a:lnTo>
                    <a:pt x="363664" y="323850"/>
                  </a:lnTo>
                  <a:lnTo>
                    <a:pt x="363855" y="323374"/>
                  </a:lnTo>
                  <a:lnTo>
                    <a:pt x="364331" y="322421"/>
                  </a:lnTo>
                  <a:lnTo>
                    <a:pt x="364522" y="321945"/>
                  </a:lnTo>
                  <a:lnTo>
                    <a:pt x="364617" y="321374"/>
                  </a:lnTo>
                  <a:lnTo>
                    <a:pt x="364712" y="320802"/>
                  </a:lnTo>
                  <a:lnTo>
                    <a:pt x="364617" y="320231"/>
                  </a:lnTo>
                  <a:lnTo>
                    <a:pt x="364331" y="317849"/>
                  </a:lnTo>
                  <a:lnTo>
                    <a:pt x="369094" y="314420"/>
                  </a:lnTo>
                  <a:lnTo>
                    <a:pt x="370999" y="313944"/>
                  </a:lnTo>
                  <a:lnTo>
                    <a:pt x="372332" y="314706"/>
                  </a:lnTo>
                  <a:lnTo>
                    <a:pt x="374904" y="316802"/>
                  </a:lnTo>
                  <a:lnTo>
                    <a:pt x="376047" y="317183"/>
                  </a:lnTo>
                  <a:lnTo>
                    <a:pt x="381857" y="317849"/>
                  </a:lnTo>
                  <a:lnTo>
                    <a:pt x="384810" y="317754"/>
                  </a:lnTo>
                  <a:lnTo>
                    <a:pt x="388430" y="315468"/>
                  </a:lnTo>
                  <a:lnTo>
                    <a:pt x="389096" y="315278"/>
                  </a:lnTo>
                  <a:lnTo>
                    <a:pt x="393478" y="314230"/>
                  </a:lnTo>
                  <a:lnTo>
                    <a:pt x="394049" y="314039"/>
                  </a:lnTo>
                  <a:lnTo>
                    <a:pt x="395288" y="313087"/>
                  </a:lnTo>
                  <a:lnTo>
                    <a:pt x="395764" y="312611"/>
                  </a:lnTo>
                  <a:lnTo>
                    <a:pt x="396050" y="312134"/>
                  </a:lnTo>
                  <a:lnTo>
                    <a:pt x="396240" y="311658"/>
                  </a:lnTo>
                  <a:lnTo>
                    <a:pt x="396812" y="309372"/>
                  </a:lnTo>
                  <a:lnTo>
                    <a:pt x="397288" y="306324"/>
                  </a:lnTo>
                  <a:lnTo>
                    <a:pt x="397478" y="305753"/>
                  </a:lnTo>
                  <a:lnTo>
                    <a:pt x="397764" y="305276"/>
                  </a:lnTo>
                  <a:lnTo>
                    <a:pt x="398240" y="304705"/>
                  </a:lnTo>
                  <a:lnTo>
                    <a:pt x="400431" y="302609"/>
                  </a:lnTo>
                  <a:lnTo>
                    <a:pt x="401003" y="301942"/>
                  </a:lnTo>
                  <a:lnTo>
                    <a:pt x="401003" y="301942"/>
                  </a:lnTo>
                  <a:lnTo>
                    <a:pt x="401193" y="301371"/>
                  </a:lnTo>
                  <a:lnTo>
                    <a:pt x="401384" y="300704"/>
                  </a:lnTo>
                  <a:lnTo>
                    <a:pt x="401384" y="299657"/>
                  </a:lnTo>
                  <a:lnTo>
                    <a:pt x="401288" y="299180"/>
                  </a:lnTo>
                  <a:lnTo>
                    <a:pt x="401193" y="298704"/>
                  </a:lnTo>
                  <a:lnTo>
                    <a:pt x="401193" y="298513"/>
                  </a:lnTo>
                  <a:lnTo>
                    <a:pt x="400717" y="293942"/>
                  </a:lnTo>
                  <a:lnTo>
                    <a:pt x="400431" y="292894"/>
                  </a:lnTo>
                  <a:lnTo>
                    <a:pt x="400240" y="292417"/>
                  </a:lnTo>
                  <a:lnTo>
                    <a:pt x="400050" y="292037"/>
                  </a:lnTo>
                  <a:lnTo>
                    <a:pt x="399669" y="291751"/>
                  </a:lnTo>
                  <a:lnTo>
                    <a:pt x="398812" y="291179"/>
                  </a:lnTo>
                  <a:lnTo>
                    <a:pt x="398621" y="290798"/>
                  </a:lnTo>
                  <a:lnTo>
                    <a:pt x="398621" y="290132"/>
                  </a:lnTo>
                  <a:lnTo>
                    <a:pt x="399574" y="288608"/>
                  </a:lnTo>
                  <a:lnTo>
                    <a:pt x="399669" y="287941"/>
                  </a:lnTo>
                  <a:lnTo>
                    <a:pt x="399574" y="287465"/>
                  </a:lnTo>
                  <a:lnTo>
                    <a:pt x="399288" y="286512"/>
                  </a:lnTo>
                  <a:lnTo>
                    <a:pt x="399288" y="285845"/>
                  </a:lnTo>
                  <a:lnTo>
                    <a:pt x="399574" y="285083"/>
                  </a:lnTo>
                  <a:lnTo>
                    <a:pt x="401098" y="282607"/>
                  </a:lnTo>
                  <a:lnTo>
                    <a:pt x="401193" y="282035"/>
                  </a:lnTo>
                  <a:lnTo>
                    <a:pt x="401193" y="281464"/>
                  </a:lnTo>
                  <a:lnTo>
                    <a:pt x="400812" y="278130"/>
                  </a:lnTo>
                  <a:lnTo>
                    <a:pt x="401003" y="277368"/>
                  </a:lnTo>
                  <a:lnTo>
                    <a:pt x="401384" y="276511"/>
                  </a:lnTo>
                  <a:lnTo>
                    <a:pt x="401860" y="276225"/>
                  </a:lnTo>
                  <a:lnTo>
                    <a:pt x="402336" y="276225"/>
                  </a:lnTo>
                  <a:lnTo>
                    <a:pt x="402622" y="276606"/>
                  </a:lnTo>
                  <a:lnTo>
                    <a:pt x="403479" y="277749"/>
                  </a:lnTo>
                  <a:lnTo>
                    <a:pt x="403860" y="278130"/>
                  </a:lnTo>
                  <a:lnTo>
                    <a:pt x="403955" y="278130"/>
                  </a:lnTo>
                  <a:lnTo>
                    <a:pt x="404431" y="278225"/>
                  </a:lnTo>
                  <a:lnTo>
                    <a:pt x="405003" y="278225"/>
                  </a:lnTo>
                  <a:lnTo>
                    <a:pt x="405289" y="278225"/>
                  </a:lnTo>
                  <a:lnTo>
                    <a:pt x="405479" y="278130"/>
                  </a:lnTo>
                  <a:lnTo>
                    <a:pt x="405670" y="277844"/>
                  </a:lnTo>
                  <a:lnTo>
                    <a:pt x="406432" y="276416"/>
                  </a:lnTo>
                  <a:lnTo>
                    <a:pt x="407670" y="274511"/>
                  </a:lnTo>
                  <a:lnTo>
                    <a:pt x="408337" y="273939"/>
                  </a:lnTo>
                  <a:lnTo>
                    <a:pt x="408813" y="273558"/>
                  </a:lnTo>
                  <a:lnTo>
                    <a:pt x="410623" y="272891"/>
                  </a:lnTo>
                  <a:lnTo>
                    <a:pt x="413195" y="272320"/>
                  </a:lnTo>
                  <a:lnTo>
                    <a:pt x="420814" y="271653"/>
                  </a:lnTo>
                  <a:lnTo>
                    <a:pt x="423481" y="270700"/>
                  </a:lnTo>
                  <a:lnTo>
                    <a:pt x="423863" y="270415"/>
                  </a:lnTo>
                  <a:lnTo>
                    <a:pt x="424148" y="270034"/>
                  </a:lnTo>
                  <a:lnTo>
                    <a:pt x="424148" y="269748"/>
                  </a:lnTo>
                  <a:lnTo>
                    <a:pt x="424148" y="269367"/>
                  </a:lnTo>
                  <a:lnTo>
                    <a:pt x="423196" y="265938"/>
                  </a:lnTo>
                  <a:lnTo>
                    <a:pt x="422148" y="263176"/>
                  </a:lnTo>
                  <a:lnTo>
                    <a:pt x="421386" y="258985"/>
                  </a:lnTo>
                  <a:lnTo>
                    <a:pt x="420910" y="257556"/>
                  </a:lnTo>
                  <a:lnTo>
                    <a:pt x="420719" y="257080"/>
                  </a:lnTo>
                  <a:lnTo>
                    <a:pt x="419862" y="255937"/>
                  </a:lnTo>
                  <a:lnTo>
                    <a:pt x="419576" y="255556"/>
                  </a:lnTo>
                  <a:lnTo>
                    <a:pt x="419386" y="255079"/>
                  </a:lnTo>
                  <a:lnTo>
                    <a:pt x="419290" y="254699"/>
                  </a:lnTo>
                  <a:lnTo>
                    <a:pt x="419290" y="254222"/>
                  </a:lnTo>
                  <a:lnTo>
                    <a:pt x="419290" y="254032"/>
                  </a:lnTo>
                  <a:lnTo>
                    <a:pt x="419386" y="253746"/>
                  </a:lnTo>
                  <a:lnTo>
                    <a:pt x="419671" y="253079"/>
                  </a:lnTo>
                  <a:lnTo>
                    <a:pt x="420053" y="252698"/>
                  </a:lnTo>
                  <a:lnTo>
                    <a:pt x="420529" y="252413"/>
                  </a:lnTo>
                  <a:lnTo>
                    <a:pt x="421005" y="252508"/>
                  </a:lnTo>
                  <a:lnTo>
                    <a:pt x="421386" y="252698"/>
                  </a:lnTo>
                  <a:lnTo>
                    <a:pt x="421672" y="253079"/>
                  </a:lnTo>
                  <a:lnTo>
                    <a:pt x="422053" y="253365"/>
                  </a:lnTo>
                  <a:lnTo>
                    <a:pt x="422624" y="253460"/>
                  </a:lnTo>
                  <a:lnTo>
                    <a:pt x="422910" y="253175"/>
                  </a:lnTo>
                  <a:lnTo>
                    <a:pt x="423196" y="252698"/>
                  </a:lnTo>
                  <a:lnTo>
                    <a:pt x="423291" y="252127"/>
                  </a:lnTo>
                  <a:lnTo>
                    <a:pt x="423767" y="245745"/>
                  </a:lnTo>
                  <a:lnTo>
                    <a:pt x="423767" y="245174"/>
                  </a:lnTo>
                  <a:lnTo>
                    <a:pt x="423577" y="244697"/>
                  </a:lnTo>
                  <a:lnTo>
                    <a:pt x="423291" y="244316"/>
                  </a:lnTo>
                  <a:lnTo>
                    <a:pt x="422910" y="244126"/>
                  </a:lnTo>
                  <a:lnTo>
                    <a:pt x="422338" y="243935"/>
                  </a:lnTo>
                  <a:lnTo>
                    <a:pt x="421767" y="243935"/>
                  </a:lnTo>
                  <a:lnTo>
                    <a:pt x="420148" y="244126"/>
                  </a:lnTo>
                  <a:lnTo>
                    <a:pt x="419671" y="244126"/>
                  </a:lnTo>
                  <a:lnTo>
                    <a:pt x="419290" y="244031"/>
                  </a:lnTo>
                  <a:lnTo>
                    <a:pt x="418910" y="243745"/>
                  </a:lnTo>
                  <a:lnTo>
                    <a:pt x="418719" y="243364"/>
                  </a:lnTo>
                  <a:lnTo>
                    <a:pt x="418529" y="242983"/>
                  </a:lnTo>
                  <a:lnTo>
                    <a:pt x="418433" y="242602"/>
                  </a:lnTo>
                  <a:lnTo>
                    <a:pt x="418338" y="240125"/>
                  </a:lnTo>
                  <a:lnTo>
                    <a:pt x="418624" y="237554"/>
                  </a:lnTo>
                  <a:lnTo>
                    <a:pt x="419290" y="234887"/>
                  </a:lnTo>
                  <a:lnTo>
                    <a:pt x="420243" y="232315"/>
                  </a:lnTo>
                  <a:lnTo>
                    <a:pt x="421196" y="230886"/>
                  </a:lnTo>
                  <a:lnTo>
                    <a:pt x="422243" y="229838"/>
                  </a:lnTo>
                  <a:lnTo>
                    <a:pt x="425672" y="225647"/>
                  </a:lnTo>
                  <a:lnTo>
                    <a:pt x="426339" y="225171"/>
                  </a:lnTo>
                  <a:lnTo>
                    <a:pt x="426720" y="224981"/>
                  </a:lnTo>
                  <a:lnTo>
                    <a:pt x="427387" y="224885"/>
                  </a:lnTo>
                  <a:lnTo>
                    <a:pt x="429673" y="224885"/>
                  </a:lnTo>
                  <a:lnTo>
                    <a:pt x="430244" y="224695"/>
                  </a:lnTo>
                  <a:lnTo>
                    <a:pt x="432054" y="224028"/>
                  </a:lnTo>
                  <a:lnTo>
                    <a:pt x="432340" y="223933"/>
                  </a:lnTo>
                  <a:lnTo>
                    <a:pt x="432721" y="223933"/>
                  </a:lnTo>
                  <a:lnTo>
                    <a:pt x="433197" y="224028"/>
                  </a:lnTo>
                  <a:lnTo>
                    <a:pt x="435007" y="224981"/>
                  </a:lnTo>
                  <a:lnTo>
                    <a:pt x="438626" y="227648"/>
                  </a:lnTo>
                  <a:lnTo>
                    <a:pt x="439769" y="229171"/>
                  </a:lnTo>
                  <a:lnTo>
                    <a:pt x="440150" y="229457"/>
                  </a:lnTo>
                  <a:lnTo>
                    <a:pt x="440627" y="229648"/>
                  </a:lnTo>
                  <a:lnTo>
                    <a:pt x="441388" y="229648"/>
                  </a:lnTo>
                  <a:lnTo>
                    <a:pt x="441960" y="229457"/>
                  </a:lnTo>
                  <a:lnTo>
                    <a:pt x="442341" y="229171"/>
                  </a:lnTo>
                  <a:lnTo>
                    <a:pt x="442722" y="228791"/>
                  </a:lnTo>
                  <a:lnTo>
                    <a:pt x="443103" y="228600"/>
                  </a:lnTo>
                  <a:lnTo>
                    <a:pt x="443675" y="228600"/>
                  </a:lnTo>
                  <a:lnTo>
                    <a:pt x="444627" y="228886"/>
                  </a:lnTo>
                  <a:lnTo>
                    <a:pt x="445865" y="229648"/>
                  </a:lnTo>
                  <a:lnTo>
                    <a:pt x="447104" y="229934"/>
                  </a:lnTo>
                  <a:lnTo>
                    <a:pt x="447865" y="230029"/>
                  </a:lnTo>
                  <a:lnTo>
                    <a:pt x="449009" y="229743"/>
                  </a:lnTo>
                  <a:lnTo>
                    <a:pt x="449675" y="229934"/>
                  </a:lnTo>
                  <a:lnTo>
                    <a:pt x="450247" y="230315"/>
                  </a:lnTo>
                  <a:lnTo>
                    <a:pt x="451009" y="231172"/>
                  </a:lnTo>
                  <a:lnTo>
                    <a:pt x="451295" y="231838"/>
                  </a:lnTo>
                  <a:lnTo>
                    <a:pt x="451485" y="232505"/>
                  </a:lnTo>
                  <a:lnTo>
                    <a:pt x="451485" y="233648"/>
                  </a:lnTo>
                  <a:lnTo>
                    <a:pt x="451295" y="234887"/>
                  </a:lnTo>
                  <a:lnTo>
                    <a:pt x="450532" y="237077"/>
                  </a:lnTo>
                  <a:lnTo>
                    <a:pt x="450437" y="237649"/>
                  </a:lnTo>
                  <a:lnTo>
                    <a:pt x="450437" y="238125"/>
                  </a:lnTo>
                  <a:lnTo>
                    <a:pt x="450532" y="238696"/>
                  </a:lnTo>
                  <a:lnTo>
                    <a:pt x="450818" y="239078"/>
                  </a:lnTo>
                  <a:lnTo>
                    <a:pt x="451009" y="239459"/>
                  </a:lnTo>
                  <a:lnTo>
                    <a:pt x="455676" y="243650"/>
                  </a:lnTo>
                  <a:lnTo>
                    <a:pt x="456629" y="244792"/>
                  </a:lnTo>
                  <a:lnTo>
                    <a:pt x="457295" y="246031"/>
                  </a:lnTo>
                  <a:lnTo>
                    <a:pt x="458153" y="248603"/>
                  </a:lnTo>
                  <a:lnTo>
                    <a:pt x="458724" y="249936"/>
                  </a:lnTo>
                  <a:lnTo>
                    <a:pt x="459772" y="251555"/>
                  </a:lnTo>
                  <a:lnTo>
                    <a:pt x="463010" y="255556"/>
                  </a:lnTo>
                  <a:lnTo>
                    <a:pt x="464153" y="256508"/>
                  </a:lnTo>
                  <a:lnTo>
                    <a:pt x="464534" y="256794"/>
                  </a:lnTo>
                  <a:lnTo>
                    <a:pt x="465106" y="257080"/>
                  </a:lnTo>
                  <a:lnTo>
                    <a:pt x="465963" y="257366"/>
                  </a:lnTo>
                  <a:lnTo>
                    <a:pt x="466630" y="257461"/>
                  </a:lnTo>
                  <a:lnTo>
                    <a:pt x="467868" y="257270"/>
                  </a:lnTo>
                  <a:lnTo>
                    <a:pt x="483870" y="251555"/>
                  </a:lnTo>
                  <a:lnTo>
                    <a:pt x="487013" y="250412"/>
                  </a:lnTo>
                  <a:lnTo>
                    <a:pt x="487204" y="250222"/>
                  </a:lnTo>
                  <a:lnTo>
                    <a:pt x="487489" y="250031"/>
                  </a:lnTo>
                  <a:lnTo>
                    <a:pt x="487775" y="249650"/>
                  </a:lnTo>
                  <a:lnTo>
                    <a:pt x="488061" y="249174"/>
                  </a:lnTo>
                  <a:lnTo>
                    <a:pt x="488347" y="248412"/>
                  </a:lnTo>
                  <a:lnTo>
                    <a:pt x="488537" y="246888"/>
                  </a:lnTo>
                  <a:lnTo>
                    <a:pt x="488918" y="245174"/>
                  </a:lnTo>
                  <a:lnTo>
                    <a:pt x="489299" y="244697"/>
                  </a:lnTo>
                  <a:lnTo>
                    <a:pt x="489871" y="244126"/>
                  </a:lnTo>
                  <a:lnTo>
                    <a:pt x="490823" y="243554"/>
                  </a:lnTo>
                  <a:lnTo>
                    <a:pt x="492157" y="243078"/>
                  </a:lnTo>
                  <a:lnTo>
                    <a:pt x="492633" y="242983"/>
                  </a:lnTo>
                  <a:lnTo>
                    <a:pt x="493014" y="242888"/>
                  </a:lnTo>
                  <a:lnTo>
                    <a:pt x="493300" y="242697"/>
                  </a:lnTo>
                  <a:lnTo>
                    <a:pt x="494347" y="242030"/>
                  </a:lnTo>
                  <a:lnTo>
                    <a:pt x="494729" y="241745"/>
                  </a:lnTo>
                  <a:lnTo>
                    <a:pt x="495205" y="241649"/>
                  </a:lnTo>
                  <a:lnTo>
                    <a:pt x="497014" y="241554"/>
                  </a:lnTo>
                  <a:lnTo>
                    <a:pt x="497586" y="241459"/>
                  </a:lnTo>
                  <a:lnTo>
                    <a:pt x="498062" y="241078"/>
                  </a:lnTo>
                  <a:lnTo>
                    <a:pt x="498634" y="240411"/>
                  </a:lnTo>
                  <a:lnTo>
                    <a:pt x="499396" y="239268"/>
                  </a:lnTo>
                  <a:lnTo>
                    <a:pt x="500063" y="238792"/>
                  </a:lnTo>
                  <a:lnTo>
                    <a:pt x="500634" y="238696"/>
                  </a:lnTo>
                  <a:lnTo>
                    <a:pt x="501968" y="239459"/>
                  </a:lnTo>
                  <a:lnTo>
                    <a:pt x="502444" y="239649"/>
                  </a:lnTo>
                  <a:lnTo>
                    <a:pt x="502920" y="239744"/>
                  </a:lnTo>
                  <a:lnTo>
                    <a:pt x="503492" y="239744"/>
                  </a:lnTo>
                  <a:lnTo>
                    <a:pt x="503968" y="239459"/>
                  </a:lnTo>
                  <a:lnTo>
                    <a:pt x="504254" y="238982"/>
                  </a:lnTo>
                  <a:lnTo>
                    <a:pt x="504349" y="238125"/>
                  </a:lnTo>
                  <a:lnTo>
                    <a:pt x="504635" y="234791"/>
                  </a:lnTo>
                  <a:close/>
                </a:path>
              </a:pathLst>
            </a:custGeom>
            <a:solidFill>
              <a:srgbClr val="CCCCCC"/>
            </a:soli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5" name="Freeform: Shape 28">
              <a:extLst>
                <a:ext uri="{FF2B5EF4-FFF2-40B4-BE49-F238E27FC236}">
                  <a16:creationId xmlns:a16="http://schemas.microsoft.com/office/drawing/2014/main" id="{E3975D2B-BAF2-D68F-F3D5-6C395C98A252}"/>
                </a:ext>
              </a:extLst>
            </p:cNvPr>
            <p:cNvSpPr/>
            <p:nvPr/>
          </p:nvSpPr>
          <p:spPr>
            <a:xfrm>
              <a:off x="4646962" y="2524093"/>
              <a:ext cx="1085850" cy="1219200"/>
            </a:xfrm>
            <a:custGeom>
              <a:avLst/>
              <a:gdLst>
                <a:gd name="connsiteX0" fmla="*/ 1086898 w 1085850"/>
                <a:gd name="connsiteY0" fmla="*/ 736759 h 1219200"/>
                <a:gd name="connsiteX1" fmla="*/ 1087183 w 1085850"/>
                <a:gd name="connsiteY1" fmla="*/ 734092 h 1219200"/>
                <a:gd name="connsiteX2" fmla="*/ 1081373 w 1085850"/>
                <a:gd name="connsiteY2" fmla="*/ 727615 h 1219200"/>
                <a:gd name="connsiteX3" fmla="*/ 1079754 w 1085850"/>
                <a:gd name="connsiteY3" fmla="*/ 724186 h 1219200"/>
                <a:gd name="connsiteX4" fmla="*/ 1079564 w 1085850"/>
                <a:gd name="connsiteY4" fmla="*/ 722281 h 1219200"/>
                <a:gd name="connsiteX5" fmla="*/ 1079087 w 1085850"/>
                <a:gd name="connsiteY5" fmla="*/ 719423 h 1219200"/>
                <a:gd name="connsiteX6" fmla="*/ 1078230 w 1085850"/>
                <a:gd name="connsiteY6" fmla="*/ 716756 h 1219200"/>
                <a:gd name="connsiteX7" fmla="*/ 1077278 w 1085850"/>
                <a:gd name="connsiteY7" fmla="*/ 715613 h 1219200"/>
                <a:gd name="connsiteX8" fmla="*/ 1075468 w 1085850"/>
                <a:gd name="connsiteY8" fmla="*/ 715137 h 1219200"/>
                <a:gd name="connsiteX9" fmla="*/ 1073563 w 1085850"/>
                <a:gd name="connsiteY9" fmla="*/ 713899 h 1219200"/>
                <a:gd name="connsiteX10" fmla="*/ 1072706 w 1085850"/>
                <a:gd name="connsiteY10" fmla="*/ 712089 h 1219200"/>
                <a:gd name="connsiteX11" fmla="*/ 1073753 w 1085850"/>
                <a:gd name="connsiteY11" fmla="*/ 709898 h 1219200"/>
                <a:gd name="connsiteX12" fmla="*/ 1070991 w 1085850"/>
                <a:gd name="connsiteY12" fmla="*/ 705041 h 1219200"/>
                <a:gd name="connsiteX13" fmla="*/ 1070420 w 1085850"/>
                <a:gd name="connsiteY13" fmla="*/ 702183 h 1219200"/>
                <a:gd name="connsiteX14" fmla="*/ 1070991 w 1085850"/>
                <a:gd name="connsiteY14" fmla="*/ 698468 h 1219200"/>
                <a:gd name="connsiteX15" fmla="*/ 1072610 w 1085850"/>
                <a:gd name="connsiteY15" fmla="*/ 695992 h 1219200"/>
                <a:gd name="connsiteX16" fmla="*/ 1077468 w 1085850"/>
                <a:gd name="connsiteY16" fmla="*/ 691134 h 1219200"/>
                <a:gd name="connsiteX17" fmla="*/ 1078707 w 1085850"/>
                <a:gd name="connsiteY17" fmla="*/ 690372 h 1219200"/>
                <a:gd name="connsiteX18" fmla="*/ 1080326 w 1085850"/>
                <a:gd name="connsiteY18" fmla="*/ 687133 h 1219200"/>
                <a:gd name="connsiteX19" fmla="*/ 1080611 w 1085850"/>
                <a:gd name="connsiteY19" fmla="*/ 677037 h 1219200"/>
                <a:gd name="connsiteX20" fmla="*/ 1081849 w 1085850"/>
                <a:gd name="connsiteY20" fmla="*/ 673132 h 1219200"/>
                <a:gd name="connsiteX21" fmla="*/ 1083183 w 1085850"/>
                <a:gd name="connsiteY21" fmla="*/ 671798 h 1219200"/>
                <a:gd name="connsiteX22" fmla="*/ 1081755 w 1085850"/>
                <a:gd name="connsiteY22" fmla="*/ 672084 h 1219200"/>
                <a:gd name="connsiteX23" fmla="*/ 1078516 w 1085850"/>
                <a:gd name="connsiteY23" fmla="*/ 671417 h 1219200"/>
                <a:gd name="connsiteX24" fmla="*/ 1074611 w 1085850"/>
                <a:gd name="connsiteY24" fmla="*/ 669227 h 1219200"/>
                <a:gd name="connsiteX25" fmla="*/ 1071182 w 1085850"/>
                <a:gd name="connsiteY25" fmla="*/ 665607 h 1219200"/>
                <a:gd name="connsiteX26" fmla="*/ 1069086 w 1085850"/>
                <a:gd name="connsiteY26" fmla="*/ 660559 h 1219200"/>
                <a:gd name="connsiteX27" fmla="*/ 1067753 w 1085850"/>
                <a:gd name="connsiteY27" fmla="*/ 661606 h 1219200"/>
                <a:gd name="connsiteX28" fmla="*/ 1066324 w 1085850"/>
                <a:gd name="connsiteY28" fmla="*/ 662369 h 1219200"/>
                <a:gd name="connsiteX29" fmla="*/ 1064895 w 1085850"/>
                <a:gd name="connsiteY29" fmla="*/ 662750 h 1219200"/>
                <a:gd name="connsiteX30" fmla="*/ 1063371 w 1085850"/>
                <a:gd name="connsiteY30" fmla="*/ 662654 h 1219200"/>
                <a:gd name="connsiteX31" fmla="*/ 1061943 w 1085850"/>
                <a:gd name="connsiteY31" fmla="*/ 662178 h 1219200"/>
                <a:gd name="connsiteX32" fmla="*/ 1058132 w 1085850"/>
                <a:gd name="connsiteY32" fmla="*/ 659035 h 1219200"/>
                <a:gd name="connsiteX33" fmla="*/ 1056609 w 1085850"/>
                <a:gd name="connsiteY33" fmla="*/ 657701 h 1219200"/>
                <a:gd name="connsiteX34" fmla="*/ 1055084 w 1085850"/>
                <a:gd name="connsiteY34" fmla="*/ 658178 h 1219200"/>
                <a:gd name="connsiteX35" fmla="*/ 1042226 w 1085850"/>
                <a:gd name="connsiteY35" fmla="*/ 660273 h 1219200"/>
                <a:gd name="connsiteX36" fmla="*/ 1034987 w 1085850"/>
                <a:gd name="connsiteY36" fmla="*/ 663226 h 1219200"/>
                <a:gd name="connsiteX37" fmla="*/ 1030224 w 1085850"/>
                <a:gd name="connsiteY37" fmla="*/ 664178 h 1219200"/>
                <a:gd name="connsiteX38" fmla="*/ 1028986 w 1085850"/>
                <a:gd name="connsiteY38" fmla="*/ 664750 h 1219200"/>
                <a:gd name="connsiteX39" fmla="*/ 1027652 w 1085850"/>
                <a:gd name="connsiteY39" fmla="*/ 665607 h 1219200"/>
                <a:gd name="connsiteX40" fmla="*/ 1024319 w 1085850"/>
                <a:gd name="connsiteY40" fmla="*/ 669227 h 1219200"/>
                <a:gd name="connsiteX41" fmla="*/ 1022985 w 1085850"/>
                <a:gd name="connsiteY41" fmla="*/ 669989 h 1219200"/>
                <a:gd name="connsiteX42" fmla="*/ 1020699 w 1085850"/>
                <a:gd name="connsiteY42" fmla="*/ 670655 h 1219200"/>
                <a:gd name="connsiteX43" fmla="*/ 1015937 w 1085850"/>
                <a:gd name="connsiteY43" fmla="*/ 670370 h 1219200"/>
                <a:gd name="connsiteX44" fmla="*/ 1015079 w 1085850"/>
                <a:gd name="connsiteY44" fmla="*/ 670560 h 1219200"/>
                <a:gd name="connsiteX45" fmla="*/ 1013651 w 1085850"/>
                <a:gd name="connsiteY45" fmla="*/ 671131 h 1219200"/>
                <a:gd name="connsiteX46" fmla="*/ 1010888 w 1085850"/>
                <a:gd name="connsiteY46" fmla="*/ 672846 h 1219200"/>
                <a:gd name="connsiteX47" fmla="*/ 1009460 w 1085850"/>
                <a:gd name="connsiteY47" fmla="*/ 673322 h 1219200"/>
                <a:gd name="connsiteX48" fmla="*/ 1004792 w 1085850"/>
                <a:gd name="connsiteY48" fmla="*/ 673322 h 1219200"/>
                <a:gd name="connsiteX49" fmla="*/ 1003459 w 1085850"/>
                <a:gd name="connsiteY49" fmla="*/ 674084 h 1219200"/>
                <a:gd name="connsiteX50" fmla="*/ 1002316 w 1085850"/>
                <a:gd name="connsiteY50" fmla="*/ 675608 h 1219200"/>
                <a:gd name="connsiteX51" fmla="*/ 1000601 w 1085850"/>
                <a:gd name="connsiteY51" fmla="*/ 679133 h 1219200"/>
                <a:gd name="connsiteX52" fmla="*/ 999363 w 1085850"/>
                <a:gd name="connsiteY52" fmla="*/ 680656 h 1219200"/>
                <a:gd name="connsiteX53" fmla="*/ 998125 w 1085850"/>
                <a:gd name="connsiteY53" fmla="*/ 681323 h 1219200"/>
                <a:gd name="connsiteX54" fmla="*/ 995458 w 1085850"/>
                <a:gd name="connsiteY54" fmla="*/ 682181 h 1219200"/>
                <a:gd name="connsiteX55" fmla="*/ 994125 w 1085850"/>
                <a:gd name="connsiteY55" fmla="*/ 682847 h 1219200"/>
                <a:gd name="connsiteX56" fmla="*/ 993267 w 1085850"/>
                <a:gd name="connsiteY56" fmla="*/ 683705 h 1219200"/>
                <a:gd name="connsiteX57" fmla="*/ 992505 w 1085850"/>
                <a:gd name="connsiteY57" fmla="*/ 684752 h 1219200"/>
                <a:gd name="connsiteX58" fmla="*/ 991934 w 1085850"/>
                <a:gd name="connsiteY58" fmla="*/ 685991 h 1219200"/>
                <a:gd name="connsiteX59" fmla="*/ 991457 w 1085850"/>
                <a:gd name="connsiteY59" fmla="*/ 687419 h 1219200"/>
                <a:gd name="connsiteX60" fmla="*/ 990505 w 1085850"/>
                <a:gd name="connsiteY60" fmla="*/ 689801 h 1219200"/>
                <a:gd name="connsiteX61" fmla="*/ 989267 w 1085850"/>
                <a:gd name="connsiteY61" fmla="*/ 691229 h 1219200"/>
                <a:gd name="connsiteX62" fmla="*/ 987647 w 1085850"/>
                <a:gd name="connsiteY62" fmla="*/ 691896 h 1219200"/>
                <a:gd name="connsiteX63" fmla="*/ 982790 w 1085850"/>
                <a:gd name="connsiteY63" fmla="*/ 692658 h 1219200"/>
                <a:gd name="connsiteX64" fmla="*/ 981837 w 1085850"/>
                <a:gd name="connsiteY64" fmla="*/ 692372 h 1219200"/>
                <a:gd name="connsiteX65" fmla="*/ 978789 w 1085850"/>
                <a:gd name="connsiteY65" fmla="*/ 691039 h 1219200"/>
                <a:gd name="connsiteX66" fmla="*/ 977456 w 1085850"/>
                <a:gd name="connsiteY66" fmla="*/ 690658 h 1219200"/>
                <a:gd name="connsiteX67" fmla="*/ 976122 w 1085850"/>
                <a:gd name="connsiteY67" fmla="*/ 690563 h 1219200"/>
                <a:gd name="connsiteX68" fmla="*/ 971645 w 1085850"/>
                <a:gd name="connsiteY68" fmla="*/ 691325 h 1219200"/>
                <a:gd name="connsiteX69" fmla="*/ 969836 w 1085850"/>
                <a:gd name="connsiteY69" fmla="*/ 691229 h 1219200"/>
                <a:gd name="connsiteX70" fmla="*/ 968978 w 1085850"/>
                <a:gd name="connsiteY70" fmla="*/ 690848 h 1219200"/>
                <a:gd name="connsiteX71" fmla="*/ 967550 w 1085850"/>
                <a:gd name="connsiteY71" fmla="*/ 689515 h 1219200"/>
                <a:gd name="connsiteX72" fmla="*/ 966788 w 1085850"/>
                <a:gd name="connsiteY72" fmla="*/ 689039 h 1219200"/>
                <a:gd name="connsiteX73" fmla="*/ 963644 w 1085850"/>
                <a:gd name="connsiteY73" fmla="*/ 688277 h 1219200"/>
                <a:gd name="connsiteX74" fmla="*/ 960596 w 1085850"/>
                <a:gd name="connsiteY74" fmla="*/ 688372 h 1219200"/>
                <a:gd name="connsiteX75" fmla="*/ 953167 w 1085850"/>
                <a:gd name="connsiteY75" fmla="*/ 690563 h 1219200"/>
                <a:gd name="connsiteX76" fmla="*/ 951834 w 1085850"/>
                <a:gd name="connsiteY76" fmla="*/ 691229 h 1219200"/>
                <a:gd name="connsiteX77" fmla="*/ 950690 w 1085850"/>
                <a:gd name="connsiteY77" fmla="*/ 692372 h 1219200"/>
                <a:gd name="connsiteX78" fmla="*/ 949833 w 1085850"/>
                <a:gd name="connsiteY78" fmla="*/ 693896 h 1219200"/>
                <a:gd name="connsiteX79" fmla="*/ 949547 w 1085850"/>
                <a:gd name="connsiteY79" fmla="*/ 694754 h 1219200"/>
                <a:gd name="connsiteX80" fmla="*/ 949262 w 1085850"/>
                <a:gd name="connsiteY80" fmla="*/ 695420 h 1219200"/>
                <a:gd name="connsiteX81" fmla="*/ 948881 w 1085850"/>
                <a:gd name="connsiteY81" fmla="*/ 695992 h 1219200"/>
                <a:gd name="connsiteX82" fmla="*/ 948404 w 1085850"/>
                <a:gd name="connsiteY82" fmla="*/ 696563 h 1219200"/>
                <a:gd name="connsiteX83" fmla="*/ 947738 w 1085850"/>
                <a:gd name="connsiteY83" fmla="*/ 697040 h 1219200"/>
                <a:gd name="connsiteX84" fmla="*/ 941070 w 1085850"/>
                <a:gd name="connsiteY84" fmla="*/ 700088 h 1219200"/>
                <a:gd name="connsiteX85" fmla="*/ 940975 w 1085850"/>
                <a:gd name="connsiteY85" fmla="*/ 700564 h 1219200"/>
                <a:gd name="connsiteX86" fmla="*/ 934974 w 1085850"/>
                <a:gd name="connsiteY86" fmla="*/ 704945 h 1219200"/>
                <a:gd name="connsiteX87" fmla="*/ 934117 w 1085850"/>
                <a:gd name="connsiteY87" fmla="*/ 706088 h 1219200"/>
                <a:gd name="connsiteX88" fmla="*/ 932498 w 1085850"/>
                <a:gd name="connsiteY88" fmla="*/ 709041 h 1219200"/>
                <a:gd name="connsiteX89" fmla="*/ 931450 w 1085850"/>
                <a:gd name="connsiteY89" fmla="*/ 710184 h 1219200"/>
                <a:gd name="connsiteX90" fmla="*/ 930212 w 1085850"/>
                <a:gd name="connsiteY90" fmla="*/ 710851 h 1219200"/>
                <a:gd name="connsiteX91" fmla="*/ 928973 w 1085850"/>
                <a:gd name="connsiteY91" fmla="*/ 711327 h 1219200"/>
                <a:gd name="connsiteX92" fmla="*/ 927735 w 1085850"/>
                <a:gd name="connsiteY92" fmla="*/ 711137 h 1219200"/>
                <a:gd name="connsiteX93" fmla="*/ 926783 w 1085850"/>
                <a:gd name="connsiteY93" fmla="*/ 710470 h 1219200"/>
                <a:gd name="connsiteX94" fmla="*/ 924878 w 1085850"/>
                <a:gd name="connsiteY94" fmla="*/ 708755 h 1219200"/>
                <a:gd name="connsiteX95" fmla="*/ 923544 w 1085850"/>
                <a:gd name="connsiteY95" fmla="*/ 708184 h 1219200"/>
                <a:gd name="connsiteX96" fmla="*/ 922211 w 1085850"/>
                <a:gd name="connsiteY96" fmla="*/ 707993 h 1219200"/>
                <a:gd name="connsiteX97" fmla="*/ 920877 w 1085850"/>
                <a:gd name="connsiteY97" fmla="*/ 708279 h 1219200"/>
                <a:gd name="connsiteX98" fmla="*/ 919734 w 1085850"/>
                <a:gd name="connsiteY98" fmla="*/ 709136 h 1219200"/>
                <a:gd name="connsiteX99" fmla="*/ 919258 w 1085850"/>
                <a:gd name="connsiteY99" fmla="*/ 709803 h 1219200"/>
                <a:gd name="connsiteX100" fmla="*/ 918877 w 1085850"/>
                <a:gd name="connsiteY100" fmla="*/ 710565 h 1219200"/>
                <a:gd name="connsiteX101" fmla="*/ 918591 w 1085850"/>
                <a:gd name="connsiteY101" fmla="*/ 711422 h 1219200"/>
                <a:gd name="connsiteX102" fmla="*/ 918686 w 1085850"/>
                <a:gd name="connsiteY102" fmla="*/ 712470 h 1219200"/>
                <a:gd name="connsiteX103" fmla="*/ 918877 w 1085850"/>
                <a:gd name="connsiteY103" fmla="*/ 713327 h 1219200"/>
                <a:gd name="connsiteX104" fmla="*/ 919258 w 1085850"/>
                <a:gd name="connsiteY104" fmla="*/ 714089 h 1219200"/>
                <a:gd name="connsiteX105" fmla="*/ 919544 w 1085850"/>
                <a:gd name="connsiteY105" fmla="*/ 714851 h 1219200"/>
                <a:gd name="connsiteX106" fmla="*/ 919544 w 1085850"/>
                <a:gd name="connsiteY106" fmla="*/ 715804 h 1219200"/>
                <a:gd name="connsiteX107" fmla="*/ 919258 w 1085850"/>
                <a:gd name="connsiteY107" fmla="*/ 717423 h 1219200"/>
                <a:gd name="connsiteX108" fmla="*/ 918496 w 1085850"/>
                <a:gd name="connsiteY108" fmla="*/ 718756 h 1219200"/>
                <a:gd name="connsiteX109" fmla="*/ 914400 w 1085850"/>
                <a:gd name="connsiteY109" fmla="*/ 723805 h 1219200"/>
                <a:gd name="connsiteX110" fmla="*/ 912305 w 1085850"/>
                <a:gd name="connsiteY110" fmla="*/ 726948 h 1219200"/>
                <a:gd name="connsiteX111" fmla="*/ 911924 w 1085850"/>
                <a:gd name="connsiteY111" fmla="*/ 727710 h 1219200"/>
                <a:gd name="connsiteX112" fmla="*/ 911733 w 1085850"/>
                <a:gd name="connsiteY112" fmla="*/ 728472 h 1219200"/>
                <a:gd name="connsiteX113" fmla="*/ 911733 w 1085850"/>
                <a:gd name="connsiteY113" fmla="*/ 729139 h 1219200"/>
                <a:gd name="connsiteX114" fmla="*/ 912305 w 1085850"/>
                <a:gd name="connsiteY114" fmla="*/ 731234 h 1219200"/>
                <a:gd name="connsiteX115" fmla="*/ 912400 w 1085850"/>
                <a:gd name="connsiteY115" fmla="*/ 732282 h 1219200"/>
                <a:gd name="connsiteX116" fmla="*/ 912209 w 1085850"/>
                <a:gd name="connsiteY116" fmla="*/ 733235 h 1219200"/>
                <a:gd name="connsiteX117" fmla="*/ 911733 w 1085850"/>
                <a:gd name="connsiteY117" fmla="*/ 734187 h 1219200"/>
                <a:gd name="connsiteX118" fmla="*/ 910304 w 1085850"/>
                <a:gd name="connsiteY118" fmla="*/ 736092 h 1219200"/>
                <a:gd name="connsiteX119" fmla="*/ 909542 w 1085850"/>
                <a:gd name="connsiteY119" fmla="*/ 736949 h 1219200"/>
                <a:gd name="connsiteX120" fmla="*/ 908685 w 1085850"/>
                <a:gd name="connsiteY120" fmla="*/ 737616 h 1219200"/>
                <a:gd name="connsiteX121" fmla="*/ 907733 w 1085850"/>
                <a:gd name="connsiteY121" fmla="*/ 737997 h 1219200"/>
                <a:gd name="connsiteX122" fmla="*/ 903827 w 1085850"/>
                <a:gd name="connsiteY122" fmla="*/ 738092 h 1219200"/>
                <a:gd name="connsiteX123" fmla="*/ 902113 w 1085850"/>
                <a:gd name="connsiteY123" fmla="*/ 737616 h 1219200"/>
                <a:gd name="connsiteX124" fmla="*/ 897827 w 1085850"/>
                <a:gd name="connsiteY124" fmla="*/ 735330 h 1219200"/>
                <a:gd name="connsiteX125" fmla="*/ 895160 w 1085850"/>
                <a:gd name="connsiteY125" fmla="*/ 734758 h 1219200"/>
                <a:gd name="connsiteX126" fmla="*/ 892397 w 1085850"/>
                <a:gd name="connsiteY126" fmla="*/ 734568 h 1219200"/>
                <a:gd name="connsiteX127" fmla="*/ 886968 w 1085850"/>
                <a:gd name="connsiteY127" fmla="*/ 735521 h 1219200"/>
                <a:gd name="connsiteX128" fmla="*/ 885920 w 1085850"/>
                <a:gd name="connsiteY128" fmla="*/ 735902 h 1219200"/>
                <a:gd name="connsiteX129" fmla="*/ 882015 w 1085850"/>
                <a:gd name="connsiteY129" fmla="*/ 738854 h 1219200"/>
                <a:gd name="connsiteX130" fmla="*/ 880967 w 1085850"/>
                <a:gd name="connsiteY130" fmla="*/ 739426 h 1219200"/>
                <a:gd name="connsiteX131" fmla="*/ 878777 w 1085850"/>
                <a:gd name="connsiteY131" fmla="*/ 740093 h 1219200"/>
                <a:gd name="connsiteX132" fmla="*/ 875157 w 1085850"/>
                <a:gd name="connsiteY132" fmla="*/ 740188 h 1219200"/>
                <a:gd name="connsiteX133" fmla="*/ 872967 w 1085850"/>
                <a:gd name="connsiteY133" fmla="*/ 739521 h 1219200"/>
                <a:gd name="connsiteX134" fmla="*/ 867823 w 1085850"/>
                <a:gd name="connsiteY134" fmla="*/ 739140 h 1219200"/>
                <a:gd name="connsiteX135" fmla="*/ 863156 w 1085850"/>
                <a:gd name="connsiteY135" fmla="*/ 740093 h 1219200"/>
                <a:gd name="connsiteX136" fmla="*/ 862394 w 1085850"/>
                <a:gd name="connsiteY136" fmla="*/ 740474 h 1219200"/>
                <a:gd name="connsiteX137" fmla="*/ 860488 w 1085850"/>
                <a:gd name="connsiteY137" fmla="*/ 742188 h 1219200"/>
                <a:gd name="connsiteX138" fmla="*/ 859822 w 1085850"/>
                <a:gd name="connsiteY138" fmla="*/ 742569 h 1219200"/>
                <a:gd name="connsiteX139" fmla="*/ 858965 w 1085850"/>
                <a:gd name="connsiteY139" fmla="*/ 742760 h 1219200"/>
                <a:gd name="connsiteX140" fmla="*/ 858107 w 1085850"/>
                <a:gd name="connsiteY140" fmla="*/ 742664 h 1219200"/>
                <a:gd name="connsiteX141" fmla="*/ 857441 w 1085850"/>
                <a:gd name="connsiteY141" fmla="*/ 742474 h 1219200"/>
                <a:gd name="connsiteX142" fmla="*/ 855059 w 1085850"/>
                <a:gd name="connsiteY142" fmla="*/ 741045 h 1219200"/>
                <a:gd name="connsiteX143" fmla="*/ 854202 w 1085850"/>
                <a:gd name="connsiteY143" fmla="*/ 740759 h 1219200"/>
                <a:gd name="connsiteX144" fmla="*/ 852773 w 1085850"/>
                <a:gd name="connsiteY144" fmla="*/ 740759 h 1219200"/>
                <a:gd name="connsiteX145" fmla="*/ 849821 w 1085850"/>
                <a:gd name="connsiteY145" fmla="*/ 741331 h 1219200"/>
                <a:gd name="connsiteX146" fmla="*/ 848297 w 1085850"/>
                <a:gd name="connsiteY146" fmla="*/ 741426 h 1219200"/>
                <a:gd name="connsiteX147" fmla="*/ 842105 w 1085850"/>
                <a:gd name="connsiteY147" fmla="*/ 739331 h 1219200"/>
                <a:gd name="connsiteX148" fmla="*/ 840581 w 1085850"/>
                <a:gd name="connsiteY148" fmla="*/ 739521 h 1219200"/>
                <a:gd name="connsiteX149" fmla="*/ 836295 w 1085850"/>
                <a:gd name="connsiteY149" fmla="*/ 742855 h 1219200"/>
                <a:gd name="connsiteX150" fmla="*/ 835628 w 1085850"/>
                <a:gd name="connsiteY150" fmla="*/ 743236 h 1219200"/>
                <a:gd name="connsiteX151" fmla="*/ 834867 w 1085850"/>
                <a:gd name="connsiteY151" fmla="*/ 743426 h 1219200"/>
                <a:gd name="connsiteX152" fmla="*/ 834104 w 1085850"/>
                <a:gd name="connsiteY152" fmla="*/ 743426 h 1219200"/>
                <a:gd name="connsiteX153" fmla="*/ 833342 w 1085850"/>
                <a:gd name="connsiteY153" fmla="*/ 743331 h 1219200"/>
                <a:gd name="connsiteX154" fmla="*/ 832676 w 1085850"/>
                <a:gd name="connsiteY154" fmla="*/ 743045 h 1219200"/>
                <a:gd name="connsiteX155" fmla="*/ 832104 w 1085850"/>
                <a:gd name="connsiteY155" fmla="*/ 742664 h 1219200"/>
                <a:gd name="connsiteX156" fmla="*/ 828866 w 1085850"/>
                <a:gd name="connsiteY156" fmla="*/ 738569 h 1219200"/>
                <a:gd name="connsiteX157" fmla="*/ 826484 w 1085850"/>
                <a:gd name="connsiteY157" fmla="*/ 736378 h 1219200"/>
                <a:gd name="connsiteX158" fmla="*/ 823913 w 1085850"/>
                <a:gd name="connsiteY158" fmla="*/ 734854 h 1219200"/>
                <a:gd name="connsiteX159" fmla="*/ 821150 w 1085850"/>
                <a:gd name="connsiteY159" fmla="*/ 733997 h 1219200"/>
                <a:gd name="connsiteX160" fmla="*/ 819341 w 1085850"/>
                <a:gd name="connsiteY160" fmla="*/ 733901 h 1219200"/>
                <a:gd name="connsiteX161" fmla="*/ 802672 w 1085850"/>
                <a:gd name="connsiteY161" fmla="*/ 737806 h 1219200"/>
                <a:gd name="connsiteX162" fmla="*/ 799243 w 1085850"/>
                <a:gd name="connsiteY162" fmla="*/ 739235 h 1219200"/>
                <a:gd name="connsiteX163" fmla="*/ 796195 w 1085850"/>
                <a:gd name="connsiteY163" fmla="*/ 741140 h 1219200"/>
                <a:gd name="connsiteX164" fmla="*/ 794195 w 1085850"/>
                <a:gd name="connsiteY164" fmla="*/ 741712 h 1219200"/>
                <a:gd name="connsiteX165" fmla="*/ 792671 w 1085850"/>
                <a:gd name="connsiteY165" fmla="*/ 741807 h 1219200"/>
                <a:gd name="connsiteX166" fmla="*/ 789432 w 1085850"/>
                <a:gd name="connsiteY166" fmla="*/ 741617 h 1219200"/>
                <a:gd name="connsiteX167" fmla="*/ 787813 w 1085850"/>
                <a:gd name="connsiteY167" fmla="*/ 741045 h 1219200"/>
                <a:gd name="connsiteX168" fmla="*/ 784575 w 1085850"/>
                <a:gd name="connsiteY168" fmla="*/ 738950 h 1219200"/>
                <a:gd name="connsiteX169" fmla="*/ 783146 w 1085850"/>
                <a:gd name="connsiteY169" fmla="*/ 738473 h 1219200"/>
                <a:gd name="connsiteX170" fmla="*/ 781241 w 1085850"/>
                <a:gd name="connsiteY170" fmla="*/ 736759 h 1219200"/>
                <a:gd name="connsiteX171" fmla="*/ 780955 w 1085850"/>
                <a:gd name="connsiteY171" fmla="*/ 732854 h 1219200"/>
                <a:gd name="connsiteX172" fmla="*/ 781336 w 1085850"/>
                <a:gd name="connsiteY172" fmla="*/ 728281 h 1219200"/>
                <a:gd name="connsiteX173" fmla="*/ 781241 w 1085850"/>
                <a:gd name="connsiteY173" fmla="*/ 724567 h 1219200"/>
                <a:gd name="connsiteX174" fmla="*/ 778478 w 1085850"/>
                <a:gd name="connsiteY174" fmla="*/ 717042 h 1219200"/>
                <a:gd name="connsiteX175" fmla="*/ 774478 w 1085850"/>
                <a:gd name="connsiteY175" fmla="*/ 711899 h 1219200"/>
                <a:gd name="connsiteX176" fmla="*/ 760571 w 1085850"/>
                <a:gd name="connsiteY176" fmla="*/ 697325 h 1219200"/>
                <a:gd name="connsiteX177" fmla="*/ 759905 w 1085850"/>
                <a:gd name="connsiteY177" fmla="*/ 695706 h 1219200"/>
                <a:gd name="connsiteX178" fmla="*/ 759619 w 1085850"/>
                <a:gd name="connsiteY178" fmla="*/ 692944 h 1219200"/>
                <a:gd name="connsiteX179" fmla="*/ 759143 w 1085850"/>
                <a:gd name="connsiteY179" fmla="*/ 691134 h 1219200"/>
                <a:gd name="connsiteX180" fmla="*/ 759047 w 1085850"/>
                <a:gd name="connsiteY180" fmla="*/ 689420 h 1219200"/>
                <a:gd name="connsiteX181" fmla="*/ 759905 w 1085850"/>
                <a:gd name="connsiteY181" fmla="*/ 687038 h 1219200"/>
                <a:gd name="connsiteX182" fmla="*/ 762476 w 1085850"/>
                <a:gd name="connsiteY182" fmla="*/ 683800 h 1219200"/>
                <a:gd name="connsiteX183" fmla="*/ 764286 w 1085850"/>
                <a:gd name="connsiteY183" fmla="*/ 682085 h 1219200"/>
                <a:gd name="connsiteX184" fmla="*/ 765620 w 1085850"/>
                <a:gd name="connsiteY184" fmla="*/ 681323 h 1219200"/>
                <a:gd name="connsiteX185" fmla="*/ 766191 w 1085850"/>
                <a:gd name="connsiteY185" fmla="*/ 680656 h 1219200"/>
                <a:gd name="connsiteX186" fmla="*/ 767048 w 1085850"/>
                <a:gd name="connsiteY186" fmla="*/ 676370 h 1219200"/>
                <a:gd name="connsiteX187" fmla="*/ 767429 w 1085850"/>
                <a:gd name="connsiteY187" fmla="*/ 675037 h 1219200"/>
                <a:gd name="connsiteX188" fmla="*/ 767810 w 1085850"/>
                <a:gd name="connsiteY188" fmla="*/ 674180 h 1219200"/>
                <a:gd name="connsiteX189" fmla="*/ 771525 w 1085850"/>
                <a:gd name="connsiteY189" fmla="*/ 669608 h 1219200"/>
                <a:gd name="connsiteX190" fmla="*/ 771811 w 1085850"/>
                <a:gd name="connsiteY190" fmla="*/ 668179 h 1219200"/>
                <a:gd name="connsiteX191" fmla="*/ 771906 w 1085850"/>
                <a:gd name="connsiteY191" fmla="*/ 665321 h 1219200"/>
                <a:gd name="connsiteX192" fmla="*/ 771716 w 1085850"/>
                <a:gd name="connsiteY192" fmla="*/ 663416 h 1219200"/>
                <a:gd name="connsiteX193" fmla="*/ 771049 w 1085850"/>
                <a:gd name="connsiteY193" fmla="*/ 662654 h 1219200"/>
                <a:gd name="connsiteX194" fmla="*/ 770192 w 1085850"/>
                <a:gd name="connsiteY194" fmla="*/ 662369 h 1219200"/>
                <a:gd name="connsiteX195" fmla="*/ 769144 w 1085850"/>
                <a:gd name="connsiteY195" fmla="*/ 661702 h 1219200"/>
                <a:gd name="connsiteX196" fmla="*/ 768287 w 1085850"/>
                <a:gd name="connsiteY196" fmla="*/ 660654 h 1219200"/>
                <a:gd name="connsiteX197" fmla="*/ 767810 w 1085850"/>
                <a:gd name="connsiteY197" fmla="*/ 659797 h 1219200"/>
                <a:gd name="connsiteX198" fmla="*/ 767048 w 1085850"/>
                <a:gd name="connsiteY198" fmla="*/ 657511 h 1219200"/>
                <a:gd name="connsiteX199" fmla="*/ 765429 w 1085850"/>
                <a:gd name="connsiteY199" fmla="*/ 654082 h 1219200"/>
                <a:gd name="connsiteX200" fmla="*/ 764953 w 1085850"/>
                <a:gd name="connsiteY200" fmla="*/ 651891 h 1219200"/>
                <a:gd name="connsiteX201" fmla="*/ 765620 w 1085850"/>
                <a:gd name="connsiteY201" fmla="*/ 649700 h 1219200"/>
                <a:gd name="connsiteX202" fmla="*/ 766667 w 1085850"/>
                <a:gd name="connsiteY202" fmla="*/ 647319 h 1219200"/>
                <a:gd name="connsiteX203" fmla="*/ 766667 w 1085850"/>
                <a:gd name="connsiteY203" fmla="*/ 645128 h 1219200"/>
                <a:gd name="connsiteX204" fmla="*/ 765429 w 1085850"/>
                <a:gd name="connsiteY204" fmla="*/ 643795 h 1219200"/>
                <a:gd name="connsiteX205" fmla="*/ 763238 w 1085850"/>
                <a:gd name="connsiteY205" fmla="*/ 643509 h 1219200"/>
                <a:gd name="connsiteX206" fmla="*/ 757047 w 1085850"/>
                <a:gd name="connsiteY206" fmla="*/ 646176 h 1219200"/>
                <a:gd name="connsiteX207" fmla="*/ 756095 w 1085850"/>
                <a:gd name="connsiteY207" fmla="*/ 645605 h 1219200"/>
                <a:gd name="connsiteX208" fmla="*/ 755904 w 1085850"/>
                <a:gd name="connsiteY208" fmla="*/ 644843 h 1219200"/>
                <a:gd name="connsiteX209" fmla="*/ 755237 w 1085850"/>
                <a:gd name="connsiteY209" fmla="*/ 642461 h 1219200"/>
                <a:gd name="connsiteX210" fmla="*/ 755047 w 1085850"/>
                <a:gd name="connsiteY210" fmla="*/ 641128 h 1219200"/>
                <a:gd name="connsiteX211" fmla="*/ 755142 w 1085850"/>
                <a:gd name="connsiteY211" fmla="*/ 639794 h 1219200"/>
                <a:gd name="connsiteX212" fmla="*/ 755618 w 1085850"/>
                <a:gd name="connsiteY212" fmla="*/ 637508 h 1219200"/>
                <a:gd name="connsiteX213" fmla="*/ 755523 w 1085850"/>
                <a:gd name="connsiteY213" fmla="*/ 636175 h 1219200"/>
                <a:gd name="connsiteX214" fmla="*/ 754571 w 1085850"/>
                <a:gd name="connsiteY214" fmla="*/ 634175 h 1219200"/>
                <a:gd name="connsiteX215" fmla="*/ 752856 w 1085850"/>
                <a:gd name="connsiteY215" fmla="*/ 633413 h 1219200"/>
                <a:gd name="connsiteX216" fmla="*/ 750951 w 1085850"/>
                <a:gd name="connsiteY216" fmla="*/ 632841 h 1219200"/>
                <a:gd name="connsiteX217" fmla="*/ 749237 w 1085850"/>
                <a:gd name="connsiteY217" fmla="*/ 631603 h 1219200"/>
                <a:gd name="connsiteX218" fmla="*/ 748284 w 1085850"/>
                <a:gd name="connsiteY218" fmla="*/ 629412 h 1219200"/>
                <a:gd name="connsiteX219" fmla="*/ 748570 w 1085850"/>
                <a:gd name="connsiteY219" fmla="*/ 627126 h 1219200"/>
                <a:gd name="connsiteX220" fmla="*/ 756190 w 1085850"/>
                <a:gd name="connsiteY220" fmla="*/ 607695 h 1219200"/>
                <a:gd name="connsiteX221" fmla="*/ 759238 w 1085850"/>
                <a:gd name="connsiteY221" fmla="*/ 602266 h 1219200"/>
                <a:gd name="connsiteX222" fmla="*/ 760095 w 1085850"/>
                <a:gd name="connsiteY222" fmla="*/ 600266 h 1219200"/>
                <a:gd name="connsiteX223" fmla="*/ 759905 w 1085850"/>
                <a:gd name="connsiteY223" fmla="*/ 598646 h 1219200"/>
                <a:gd name="connsiteX224" fmla="*/ 758000 w 1085850"/>
                <a:gd name="connsiteY224" fmla="*/ 597980 h 1219200"/>
                <a:gd name="connsiteX225" fmla="*/ 756000 w 1085850"/>
                <a:gd name="connsiteY225" fmla="*/ 598265 h 1219200"/>
                <a:gd name="connsiteX226" fmla="*/ 755904 w 1085850"/>
                <a:gd name="connsiteY226" fmla="*/ 598265 h 1219200"/>
                <a:gd name="connsiteX227" fmla="*/ 751142 w 1085850"/>
                <a:gd name="connsiteY227" fmla="*/ 600456 h 1219200"/>
                <a:gd name="connsiteX228" fmla="*/ 749237 w 1085850"/>
                <a:gd name="connsiteY228" fmla="*/ 600742 h 1219200"/>
                <a:gd name="connsiteX229" fmla="*/ 746855 w 1085850"/>
                <a:gd name="connsiteY229" fmla="*/ 600551 h 1219200"/>
                <a:gd name="connsiteX230" fmla="*/ 744855 w 1085850"/>
                <a:gd name="connsiteY230" fmla="*/ 599504 h 1219200"/>
                <a:gd name="connsiteX231" fmla="*/ 744093 w 1085850"/>
                <a:gd name="connsiteY231" fmla="*/ 597599 h 1219200"/>
                <a:gd name="connsiteX232" fmla="*/ 743141 w 1085850"/>
                <a:gd name="connsiteY232" fmla="*/ 596170 h 1219200"/>
                <a:gd name="connsiteX233" fmla="*/ 741140 w 1085850"/>
                <a:gd name="connsiteY233" fmla="*/ 595598 h 1219200"/>
                <a:gd name="connsiteX234" fmla="*/ 736854 w 1085850"/>
                <a:gd name="connsiteY234" fmla="*/ 595598 h 1219200"/>
                <a:gd name="connsiteX235" fmla="*/ 733044 w 1085850"/>
                <a:gd name="connsiteY235" fmla="*/ 596932 h 1219200"/>
                <a:gd name="connsiteX236" fmla="*/ 729425 w 1085850"/>
                <a:gd name="connsiteY236" fmla="*/ 598742 h 1219200"/>
                <a:gd name="connsiteX237" fmla="*/ 725900 w 1085850"/>
                <a:gd name="connsiteY237" fmla="*/ 599408 h 1219200"/>
                <a:gd name="connsiteX238" fmla="*/ 722090 w 1085850"/>
                <a:gd name="connsiteY238" fmla="*/ 597218 h 1219200"/>
                <a:gd name="connsiteX239" fmla="*/ 708946 w 1085850"/>
                <a:gd name="connsiteY239" fmla="*/ 586454 h 1219200"/>
                <a:gd name="connsiteX240" fmla="*/ 705707 w 1085850"/>
                <a:gd name="connsiteY240" fmla="*/ 582740 h 1219200"/>
                <a:gd name="connsiteX241" fmla="*/ 703898 w 1085850"/>
                <a:gd name="connsiteY241" fmla="*/ 581120 h 1219200"/>
                <a:gd name="connsiteX242" fmla="*/ 700088 w 1085850"/>
                <a:gd name="connsiteY242" fmla="*/ 579882 h 1219200"/>
                <a:gd name="connsiteX243" fmla="*/ 699040 w 1085850"/>
                <a:gd name="connsiteY243" fmla="*/ 578168 h 1219200"/>
                <a:gd name="connsiteX244" fmla="*/ 698945 w 1085850"/>
                <a:gd name="connsiteY244" fmla="*/ 575786 h 1219200"/>
                <a:gd name="connsiteX245" fmla="*/ 699611 w 1085850"/>
                <a:gd name="connsiteY245" fmla="*/ 573024 h 1219200"/>
                <a:gd name="connsiteX246" fmla="*/ 696659 w 1085850"/>
                <a:gd name="connsiteY246" fmla="*/ 570833 h 1219200"/>
                <a:gd name="connsiteX247" fmla="*/ 695039 w 1085850"/>
                <a:gd name="connsiteY247" fmla="*/ 570071 h 1219200"/>
                <a:gd name="connsiteX248" fmla="*/ 693325 w 1085850"/>
                <a:gd name="connsiteY248" fmla="*/ 569690 h 1219200"/>
                <a:gd name="connsiteX249" fmla="*/ 693611 w 1085850"/>
                <a:gd name="connsiteY249" fmla="*/ 564261 h 1219200"/>
                <a:gd name="connsiteX250" fmla="*/ 693325 w 1085850"/>
                <a:gd name="connsiteY250" fmla="*/ 562642 h 1219200"/>
                <a:gd name="connsiteX251" fmla="*/ 691992 w 1085850"/>
                <a:gd name="connsiteY251" fmla="*/ 561785 h 1219200"/>
                <a:gd name="connsiteX252" fmla="*/ 688086 w 1085850"/>
                <a:gd name="connsiteY252" fmla="*/ 561404 h 1219200"/>
                <a:gd name="connsiteX253" fmla="*/ 686467 w 1085850"/>
                <a:gd name="connsiteY253" fmla="*/ 560546 h 1219200"/>
                <a:gd name="connsiteX254" fmla="*/ 685324 w 1085850"/>
                <a:gd name="connsiteY254" fmla="*/ 559213 h 1219200"/>
                <a:gd name="connsiteX255" fmla="*/ 685038 w 1085850"/>
                <a:gd name="connsiteY255" fmla="*/ 557975 h 1219200"/>
                <a:gd name="connsiteX256" fmla="*/ 684848 w 1085850"/>
                <a:gd name="connsiteY256" fmla="*/ 553879 h 1219200"/>
                <a:gd name="connsiteX257" fmla="*/ 682943 w 1085850"/>
                <a:gd name="connsiteY257" fmla="*/ 549593 h 1219200"/>
                <a:gd name="connsiteX258" fmla="*/ 679513 w 1085850"/>
                <a:gd name="connsiteY258" fmla="*/ 549021 h 1219200"/>
                <a:gd name="connsiteX259" fmla="*/ 675513 w 1085850"/>
                <a:gd name="connsiteY259" fmla="*/ 549593 h 1219200"/>
                <a:gd name="connsiteX260" fmla="*/ 671798 w 1085850"/>
                <a:gd name="connsiteY260" fmla="*/ 548926 h 1219200"/>
                <a:gd name="connsiteX261" fmla="*/ 670179 w 1085850"/>
                <a:gd name="connsiteY261" fmla="*/ 547592 h 1219200"/>
                <a:gd name="connsiteX262" fmla="*/ 669131 w 1085850"/>
                <a:gd name="connsiteY262" fmla="*/ 545973 h 1219200"/>
                <a:gd name="connsiteX263" fmla="*/ 668560 w 1085850"/>
                <a:gd name="connsiteY263" fmla="*/ 543782 h 1219200"/>
                <a:gd name="connsiteX264" fmla="*/ 668465 w 1085850"/>
                <a:gd name="connsiteY264" fmla="*/ 537972 h 1219200"/>
                <a:gd name="connsiteX265" fmla="*/ 668274 w 1085850"/>
                <a:gd name="connsiteY265" fmla="*/ 536067 h 1219200"/>
                <a:gd name="connsiteX266" fmla="*/ 667607 w 1085850"/>
                <a:gd name="connsiteY266" fmla="*/ 534543 h 1219200"/>
                <a:gd name="connsiteX267" fmla="*/ 666179 w 1085850"/>
                <a:gd name="connsiteY267" fmla="*/ 532924 h 1219200"/>
                <a:gd name="connsiteX268" fmla="*/ 664464 w 1085850"/>
                <a:gd name="connsiteY268" fmla="*/ 531590 h 1219200"/>
                <a:gd name="connsiteX269" fmla="*/ 662464 w 1085850"/>
                <a:gd name="connsiteY269" fmla="*/ 530924 h 1219200"/>
                <a:gd name="connsiteX270" fmla="*/ 658273 w 1085850"/>
                <a:gd name="connsiteY270" fmla="*/ 530447 h 1219200"/>
                <a:gd name="connsiteX271" fmla="*/ 656368 w 1085850"/>
                <a:gd name="connsiteY271" fmla="*/ 531114 h 1219200"/>
                <a:gd name="connsiteX272" fmla="*/ 655701 w 1085850"/>
                <a:gd name="connsiteY272" fmla="*/ 532924 h 1219200"/>
                <a:gd name="connsiteX273" fmla="*/ 655892 w 1085850"/>
                <a:gd name="connsiteY273" fmla="*/ 537877 h 1219200"/>
                <a:gd name="connsiteX274" fmla="*/ 655034 w 1085850"/>
                <a:gd name="connsiteY274" fmla="*/ 540353 h 1219200"/>
                <a:gd name="connsiteX275" fmla="*/ 653320 w 1085850"/>
                <a:gd name="connsiteY275" fmla="*/ 541401 h 1219200"/>
                <a:gd name="connsiteX276" fmla="*/ 651320 w 1085850"/>
                <a:gd name="connsiteY276" fmla="*/ 541020 h 1219200"/>
                <a:gd name="connsiteX277" fmla="*/ 647795 w 1085850"/>
                <a:gd name="connsiteY277" fmla="*/ 537210 h 1219200"/>
                <a:gd name="connsiteX278" fmla="*/ 645700 w 1085850"/>
                <a:gd name="connsiteY278" fmla="*/ 535972 h 1219200"/>
                <a:gd name="connsiteX279" fmla="*/ 643509 w 1085850"/>
                <a:gd name="connsiteY279" fmla="*/ 535305 h 1219200"/>
                <a:gd name="connsiteX280" fmla="*/ 641509 w 1085850"/>
                <a:gd name="connsiteY280" fmla="*/ 535496 h 1219200"/>
                <a:gd name="connsiteX281" fmla="*/ 639699 w 1085850"/>
                <a:gd name="connsiteY281" fmla="*/ 536639 h 1219200"/>
                <a:gd name="connsiteX282" fmla="*/ 636937 w 1085850"/>
                <a:gd name="connsiteY282" fmla="*/ 539877 h 1219200"/>
                <a:gd name="connsiteX283" fmla="*/ 635318 w 1085850"/>
                <a:gd name="connsiteY283" fmla="*/ 540449 h 1219200"/>
                <a:gd name="connsiteX284" fmla="*/ 633032 w 1085850"/>
                <a:gd name="connsiteY284" fmla="*/ 540068 h 1219200"/>
                <a:gd name="connsiteX285" fmla="*/ 631412 w 1085850"/>
                <a:gd name="connsiteY285" fmla="*/ 538925 h 1219200"/>
                <a:gd name="connsiteX286" fmla="*/ 630079 w 1085850"/>
                <a:gd name="connsiteY286" fmla="*/ 537115 h 1219200"/>
                <a:gd name="connsiteX287" fmla="*/ 627221 w 1085850"/>
                <a:gd name="connsiteY287" fmla="*/ 530447 h 1219200"/>
                <a:gd name="connsiteX288" fmla="*/ 625888 w 1085850"/>
                <a:gd name="connsiteY288" fmla="*/ 529114 h 1219200"/>
                <a:gd name="connsiteX289" fmla="*/ 621792 w 1085850"/>
                <a:gd name="connsiteY289" fmla="*/ 528161 h 1219200"/>
                <a:gd name="connsiteX290" fmla="*/ 618173 w 1085850"/>
                <a:gd name="connsiteY290" fmla="*/ 525399 h 1219200"/>
                <a:gd name="connsiteX291" fmla="*/ 616363 w 1085850"/>
                <a:gd name="connsiteY291" fmla="*/ 524447 h 1219200"/>
                <a:gd name="connsiteX292" fmla="*/ 614363 w 1085850"/>
                <a:gd name="connsiteY292" fmla="*/ 524351 h 1219200"/>
                <a:gd name="connsiteX293" fmla="*/ 610838 w 1085850"/>
                <a:gd name="connsiteY293" fmla="*/ 525780 h 1219200"/>
                <a:gd name="connsiteX294" fmla="*/ 609029 w 1085850"/>
                <a:gd name="connsiteY294" fmla="*/ 526161 h 1219200"/>
                <a:gd name="connsiteX295" fmla="*/ 606838 w 1085850"/>
                <a:gd name="connsiteY295" fmla="*/ 525494 h 1219200"/>
                <a:gd name="connsiteX296" fmla="*/ 606076 w 1085850"/>
                <a:gd name="connsiteY296" fmla="*/ 523875 h 1219200"/>
                <a:gd name="connsiteX297" fmla="*/ 606362 w 1085850"/>
                <a:gd name="connsiteY297" fmla="*/ 521684 h 1219200"/>
                <a:gd name="connsiteX298" fmla="*/ 607600 w 1085850"/>
                <a:gd name="connsiteY298" fmla="*/ 519398 h 1219200"/>
                <a:gd name="connsiteX299" fmla="*/ 608457 w 1085850"/>
                <a:gd name="connsiteY299" fmla="*/ 518922 h 1219200"/>
                <a:gd name="connsiteX300" fmla="*/ 609314 w 1085850"/>
                <a:gd name="connsiteY300" fmla="*/ 518636 h 1219200"/>
                <a:gd name="connsiteX301" fmla="*/ 610076 w 1085850"/>
                <a:gd name="connsiteY301" fmla="*/ 518065 h 1219200"/>
                <a:gd name="connsiteX302" fmla="*/ 610362 w 1085850"/>
                <a:gd name="connsiteY302" fmla="*/ 516541 h 1219200"/>
                <a:gd name="connsiteX303" fmla="*/ 610362 w 1085850"/>
                <a:gd name="connsiteY303" fmla="*/ 515207 h 1219200"/>
                <a:gd name="connsiteX304" fmla="*/ 610172 w 1085850"/>
                <a:gd name="connsiteY304" fmla="*/ 513969 h 1219200"/>
                <a:gd name="connsiteX305" fmla="*/ 609791 w 1085850"/>
                <a:gd name="connsiteY305" fmla="*/ 513017 h 1219200"/>
                <a:gd name="connsiteX306" fmla="*/ 609029 w 1085850"/>
                <a:gd name="connsiteY306" fmla="*/ 512731 h 1219200"/>
                <a:gd name="connsiteX307" fmla="*/ 606838 w 1085850"/>
                <a:gd name="connsiteY307" fmla="*/ 512445 h 1219200"/>
                <a:gd name="connsiteX308" fmla="*/ 604838 w 1085850"/>
                <a:gd name="connsiteY308" fmla="*/ 511588 h 1219200"/>
                <a:gd name="connsiteX309" fmla="*/ 601028 w 1085850"/>
                <a:gd name="connsiteY309" fmla="*/ 509302 h 1219200"/>
                <a:gd name="connsiteX310" fmla="*/ 599789 w 1085850"/>
                <a:gd name="connsiteY310" fmla="*/ 508254 h 1219200"/>
                <a:gd name="connsiteX311" fmla="*/ 599409 w 1085850"/>
                <a:gd name="connsiteY311" fmla="*/ 508540 h 1219200"/>
                <a:gd name="connsiteX312" fmla="*/ 596932 w 1085850"/>
                <a:gd name="connsiteY312" fmla="*/ 512350 h 1219200"/>
                <a:gd name="connsiteX313" fmla="*/ 596360 w 1085850"/>
                <a:gd name="connsiteY313" fmla="*/ 512731 h 1219200"/>
                <a:gd name="connsiteX314" fmla="*/ 590169 w 1085850"/>
                <a:gd name="connsiteY314" fmla="*/ 511112 h 1219200"/>
                <a:gd name="connsiteX315" fmla="*/ 576739 w 1085850"/>
                <a:gd name="connsiteY315" fmla="*/ 512255 h 1219200"/>
                <a:gd name="connsiteX316" fmla="*/ 575882 w 1085850"/>
                <a:gd name="connsiteY316" fmla="*/ 512731 h 1219200"/>
                <a:gd name="connsiteX317" fmla="*/ 575310 w 1085850"/>
                <a:gd name="connsiteY317" fmla="*/ 513398 h 1219200"/>
                <a:gd name="connsiteX318" fmla="*/ 574358 w 1085850"/>
                <a:gd name="connsiteY318" fmla="*/ 515303 h 1219200"/>
                <a:gd name="connsiteX319" fmla="*/ 573691 w 1085850"/>
                <a:gd name="connsiteY319" fmla="*/ 516065 h 1219200"/>
                <a:gd name="connsiteX320" fmla="*/ 571691 w 1085850"/>
                <a:gd name="connsiteY320" fmla="*/ 516446 h 1219200"/>
                <a:gd name="connsiteX321" fmla="*/ 567500 w 1085850"/>
                <a:gd name="connsiteY321" fmla="*/ 514731 h 1219200"/>
                <a:gd name="connsiteX322" fmla="*/ 565785 w 1085850"/>
                <a:gd name="connsiteY322" fmla="*/ 515684 h 1219200"/>
                <a:gd name="connsiteX323" fmla="*/ 564071 w 1085850"/>
                <a:gd name="connsiteY323" fmla="*/ 516827 h 1219200"/>
                <a:gd name="connsiteX324" fmla="*/ 561975 w 1085850"/>
                <a:gd name="connsiteY324" fmla="*/ 517208 h 1219200"/>
                <a:gd name="connsiteX325" fmla="*/ 553498 w 1085850"/>
                <a:gd name="connsiteY325" fmla="*/ 516827 h 1219200"/>
                <a:gd name="connsiteX326" fmla="*/ 551498 w 1085850"/>
                <a:gd name="connsiteY326" fmla="*/ 516255 h 1219200"/>
                <a:gd name="connsiteX327" fmla="*/ 549878 w 1085850"/>
                <a:gd name="connsiteY327" fmla="*/ 514826 h 1219200"/>
                <a:gd name="connsiteX328" fmla="*/ 547116 w 1085850"/>
                <a:gd name="connsiteY328" fmla="*/ 511207 h 1219200"/>
                <a:gd name="connsiteX329" fmla="*/ 545497 w 1085850"/>
                <a:gd name="connsiteY329" fmla="*/ 509873 h 1219200"/>
                <a:gd name="connsiteX330" fmla="*/ 543592 w 1085850"/>
                <a:gd name="connsiteY330" fmla="*/ 509302 h 1219200"/>
                <a:gd name="connsiteX331" fmla="*/ 542544 w 1085850"/>
                <a:gd name="connsiteY331" fmla="*/ 509302 h 1219200"/>
                <a:gd name="connsiteX332" fmla="*/ 541973 w 1085850"/>
                <a:gd name="connsiteY332" fmla="*/ 509492 h 1219200"/>
                <a:gd name="connsiteX333" fmla="*/ 541401 w 1085850"/>
                <a:gd name="connsiteY333" fmla="*/ 510159 h 1219200"/>
                <a:gd name="connsiteX334" fmla="*/ 540544 w 1085850"/>
                <a:gd name="connsiteY334" fmla="*/ 511493 h 1219200"/>
                <a:gd name="connsiteX335" fmla="*/ 539782 w 1085850"/>
                <a:gd name="connsiteY335" fmla="*/ 511969 h 1219200"/>
                <a:gd name="connsiteX336" fmla="*/ 538734 w 1085850"/>
                <a:gd name="connsiteY336" fmla="*/ 512064 h 1219200"/>
                <a:gd name="connsiteX337" fmla="*/ 534543 w 1085850"/>
                <a:gd name="connsiteY337" fmla="*/ 511493 h 1219200"/>
                <a:gd name="connsiteX338" fmla="*/ 532638 w 1085850"/>
                <a:gd name="connsiteY338" fmla="*/ 510445 h 1219200"/>
                <a:gd name="connsiteX339" fmla="*/ 530924 w 1085850"/>
                <a:gd name="connsiteY339" fmla="*/ 508826 h 1219200"/>
                <a:gd name="connsiteX340" fmla="*/ 529304 w 1085850"/>
                <a:gd name="connsiteY340" fmla="*/ 506825 h 1219200"/>
                <a:gd name="connsiteX341" fmla="*/ 527780 w 1085850"/>
                <a:gd name="connsiteY341" fmla="*/ 505492 h 1219200"/>
                <a:gd name="connsiteX342" fmla="*/ 523875 w 1085850"/>
                <a:gd name="connsiteY342" fmla="*/ 503682 h 1219200"/>
                <a:gd name="connsiteX343" fmla="*/ 522446 w 1085850"/>
                <a:gd name="connsiteY343" fmla="*/ 502253 h 1219200"/>
                <a:gd name="connsiteX344" fmla="*/ 521303 w 1085850"/>
                <a:gd name="connsiteY344" fmla="*/ 499682 h 1219200"/>
                <a:gd name="connsiteX345" fmla="*/ 521113 w 1085850"/>
                <a:gd name="connsiteY345" fmla="*/ 497491 h 1219200"/>
                <a:gd name="connsiteX346" fmla="*/ 521018 w 1085850"/>
                <a:gd name="connsiteY346" fmla="*/ 495300 h 1219200"/>
                <a:gd name="connsiteX347" fmla="*/ 520541 w 1085850"/>
                <a:gd name="connsiteY347" fmla="*/ 492538 h 1219200"/>
                <a:gd name="connsiteX348" fmla="*/ 517684 w 1085850"/>
                <a:gd name="connsiteY348" fmla="*/ 489109 h 1219200"/>
                <a:gd name="connsiteX349" fmla="*/ 509207 w 1085850"/>
                <a:gd name="connsiteY349" fmla="*/ 486251 h 1219200"/>
                <a:gd name="connsiteX350" fmla="*/ 506825 w 1085850"/>
                <a:gd name="connsiteY350" fmla="*/ 482251 h 1219200"/>
                <a:gd name="connsiteX351" fmla="*/ 506730 w 1085850"/>
                <a:gd name="connsiteY351" fmla="*/ 479584 h 1219200"/>
                <a:gd name="connsiteX352" fmla="*/ 507111 w 1085850"/>
                <a:gd name="connsiteY352" fmla="*/ 476536 h 1219200"/>
                <a:gd name="connsiteX353" fmla="*/ 507873 w 1085850"/>
                <a:gd name="connsiteY353" fmla="*/ 473678 h 1219200"/>
                <a:gd name="connsiteX354" fmla="*/ 508730 w 1085850"/>
                <a:gd name="connsiteY354" fmla="*/ 471678 h 1219200"/>
                <a:gd name="connsiteX355" fmla="*/ 508921 w 1085850"/>
                <a:gd name="connsiteY355" fmla="*/ 469868 h 1219200"/>
                <a:gd name="connsiteX356" fmla="*/ 507873 w 1085850"/>
                <a:gd name="connsiteY356" fmla="*/ 467582 h 1219200"/>
                <a:gd name="connsiteX357" fmla="*/ 505682 w 1085850"/>
                <a:gd name="connsiteY357" fmla="*/ 463582 h 1219200"/>
                <a:gd name="connsiteX358" fmla="*/ 505111 w 1085850"/>
                <a:gd name="connsiteY358" fmla="*/ 457105 h 1219200"/>
                <a:gd name="connsiteX359" fmla="*/ 506730 w 1085850"/>
                <a:gd name="connsiteY359" fmla="*/ 452438 h 1219200"/>
                <a:gd name="connsiteX360" fmla="*/ 511778 w 1085850"/>
                <a:gd name="connsiteY360" fmla="*/ 444151 h 1219200"/>
                <a:gd name="connsiteX361" fmla="*/ 512636 w 1085850"/>
                <a:gd name="connsiteY361" fmla="*/ 441769 h 1219200"/>
                <a:gd name="connsiteX362" fmla="*/ 513112 w 1085850"/>
                <a:gd name="connsiteY362" fmla="*/ 439484 h 1219200"/>
                <a:gd name="connsiteX363" fmla="*/ 513302 w 1085850"/>
                <a:gd name="connsiteY363" fmla="*/ 437102 h 1219200"/>
                <a:gd name="connsiteX364" fmla="*/ 513398 w 1085850"/>
                <a:gd name="connsiteY364" fmla="*/ 434340 h 1219200"/>
                <a:gd name="connsiteX365" fmla="*/ 512445 w 1085850"/>
                <a:gd name="connsiteY365" fmla="*/ 432911 h 1219200"/>
                <a:gd name="connsiteX366" fmla="*/ 498538 w 1085850"/>
                <a:gd name="connsiteY366" fmla="*/ 425958 h 1219200"/>
                <a:gd name="connsiteX367" fmla="*/ 494538 w 1085850"/>
                <a:gd name="connsiteY367" fmla="*/ 423101 h 1219200"/>
                <a:gd name="connsiteX368" fmla="*/ 492633 w 1085850"/>
                <a:gd name="connsiteY368" fmla="*/ 419481 h 1219200"/>
                <a:gd name="connsiteX369" fmla="*/ 492728 w 1085850"/>
                <a:gd name="connsiteY369" fmla="*/ 417957 h 1219200"/>
                <a:gd name="connsiteX370" fmla="*/ 493205 w 1085850"/>
                <a:gd name="connsiteY370" fmla="*/ 416338 h 1219200"/>
                <a:gd name="connsiteX371" fmla="*/ 493871 w 1085850"/>
                <a:gd name="connsiteY371" fmla="*/ 414909 h 1219200"/>
                <a:gd name="connsiteX372" fmla="*/ 494538 w 1085850"/>
                <a:gd name="connsiteY372" fmla="*/ 413766 h 1219200"/>
                <a:gd name="connsiteX373" fmla="*/ 494824 w 1085850"/>
                <a:gd name="connsiteY373" fmla="*/ 412814 h 1219200"/>
                <a:gd name="connsiteX374" fmla="*/ 494919 w 1085850"/>
                <a:gd name="connsiteY374" fmla="*/ 411385 h 1219200"/>
                <a:gd name="connsiteX375" fmla="*/ 494824 w 1085850"/>
                <a:gd name="connsiteY375" fmla="*/ 408623 h 1219200"/>
                <a:gd name="connsiteX376" fmla="*/ 494062 w 1085850"/>
                <a:gd name="connsiteY376" fmla="*/ 407194 h 1219200"/>
                <a:gd name="connsiteX377" fmla="*/ 490538 w 1085850"/>
                <a:gd name="connsiteY377" fmla="*/ 404051 h 1219200"/>
                <a:gd name="connsiteX378" fmla="*/ 489300 w 1085850"/>
                <a:gd name="connsiteY378" fmla="*/ 402241 h 1219200"/>
                <a:gd name="connsiteX379" fmla="*/ 490347 w 1085850"/>
                <a:gd name="connsiteY379" fmla="*/ 400717 h 1219200"/>
                <a:gd name="connsiteX380" fmla="*/ 491014 w 1085850"/>
                <a:gd name="connsiteY380" fmla="*/ 399383 h 1219200"/>
                <a:gd name="connsiteX381" fmla="*/ 492062 w 1085850"/>
                <a:gd name="connsiteY381" fmla="*/ 396240 h 1219200"/>
                <a:gd name="connsiteX382" fmla="*/ 492824 w 1085850"/>
                <a:gd name="connsiteY382" fmla="*/ 394811 h 1219200"/>
                <a:gd name="connsiteX383" fmla="*/ 494729 w 1085850"/>
                <a:gd name="connsiteY383" fmla="*/ 392335 h 1219200"/>
                <a:gd name="connsiteX384" fmla="*/ 495395 w 1085850"/>
                <a:gd name="connsiteY384" fmla="*/ 391097 h 1219200"/>
                <a:gd name="connsiteX385" fmla="*/ 495491 w 1085850"/>
                <a:gd name="connsiteY385" fmla="*/ 388144 h 1219200"/>
                <a:gd name="connsiteX386" fmla="*/ 494824 w 1085850"/>
                <a:gd name="connsiteY386" fmla="*/ 384810 h 1219200"/>
                <a:gd name="connsiteX387" fmla="*/ 493681 w 1085850"/>
                <a:gd name="connsiteY387" fmla="*/ 381953 h 1219200"/>
                <a:gd name="connsiteX388" fmla="*/ 492347 w 1085850"/>
                <a:gd name="connsiteY388" fmla="*/ 380714 h 1219200"/>
                <a:gd name="connsiteX389" fmla="*/ 489776 w 1085850"/>
                <a:gd name="connsiteY389" fmla="*/ 377095 h 1219200"/>
                <a:gd name="connsiteX390" fmla="*/ 489300 w 1085850"/>
                <a:gd name="connsiteY390" fmla="*/ 375952 h 1219200"/>
                <a:gd name="connsiteX391" fmla="*/ 489109 w 1085850"/>
                <a:gd name="connsiteY391" fmla="*/ 375094 h 1219200"/>
                <a:gd name="connsiteX392" fmla="*/ 488918 w 1085850"/>
                <a:gd name="connsiteY392" fmla="*/ 374333 h 1219200"/>
                <a:gd name="connsiteX393" fmla="*/ 488728 w 1085850"/>
                <a:gd name="connsiteY393" fmla="*/ 373475 h 1219200"/>
                <a:gd name="connsiteX394" fmla="*/ 489013 w 1085850"/>
                <a:gd name="connsiteY394" fmla="*/ 372523 h 1219200"/>
                <a:gd name="connsiteX395" fmla="*/ 489395 w 1085850"/>
                <a:gd name="connsiteY395" fmla="*/ 371761 h 1219200"/>
                <a:gd name="connsiteX396" fmla="*/ 489680 w 1085850"/>
                <a:gd name="connsiteY396" fmla="*/ 370904 h 1219200"/>
                <a:gd name="connsiteX397" fmla="*/ 489776 w 1085850"/>
                <a:gd name="connsiteY397" fmla="*/ 369951 h 1219200"/>
                <a:gd name="connsiteX398" fmla="*/ 489871 w 1085850"/>
                <a:gd name="connsiteY398" fmla="*/ 368999 h 1219200"/>
                <a:gd name="connsiteX399" fmla="*/ 489204 w 1085850"/>
                <a:gd name="connsiteY399" fmla="*/ 366427 h 1219200"/>
                <a:gd name="connsiteX400" fmla="*/ 487490 w 1085850"/>
                <a:gd name="connsiteY400" fmla="*/ 364712 h 1219200"/>
                <a:gd name="connsiteX401" fmla="*/ 485489 w 1085850"/>
                <a:gd name="connsiteY401" fmla="*/ 363379 h 1219200"/>
                <a:gd name="connsiteX402" fmla="*/ 483870 w 1085850"/>
                <a:gd name="connsiteY402" fmla="*/ 361760 h 1219200"/>
                <a:gd name="connsiteX403" fmla="*/ 477679 w 1085850"/>
                <a:gd name="connsiteY403" fmla="*/ 347186 h 1219200"/>
                <a:gd name="connsiteX404" fmla="*/ 475012 w 1085850"/>
                <a:gd name="connsiteY404" fmla="*/ 343662 h 1219200"/>
                <a:gd name="connsiteX405" fmla="*/ 469963 w 1085850"/>
                <a:gd name="connsiteY405" fmla="*/ 339090 h 1219200"/>
                <a:gd name="connsiteX406" fmla="*/ 468821 w 1085850"/>
                <a:gd name="connsiteY406" fmla="*/ 338423 h 1219200"/>
                <a:gd name="connsiteX407" fmla="*/ 464725 w 1085850"/>
                <a:gd name="connsiteY407" fmla="*/ 331470 h 1219200"/>
                <a:gd name="connsiteX408" fmla="*/ 461867 w 1085850"/>
                <a:gd name="connsiteY408" fmla="*/ 328803 h 1219200"/>
                <a:gd name="connsiteX409" fmla="*/ 460725 w 1085850"/>
                <a:gd name="connsiteY409" fmla="*/ 326898 h 1219200"/>
                <a:gd name="connsiteX410" fmla="*/ 460248 w 1085850"/>
                <a:gd name="connsiteY410" fmla="*/ 324041 h 1219200"/>
                <a:gd name="connsiteX411" fmla="*/ 460058 w 1085850"/>
                <a:gd name="connsiteY411" fmla="*/ 321278 h 1219200"/>
                <a:gd name="connsiteX412" fmla="*/ 459010 w 1085850"/>
                <a:gd name="connsiteY412" fmla="*/ 316421 h 1219200"/>
                <a:gd name="connsiteX413" fmla="*/ 458629 w 1085850"/>
                <a:gd name="connsiteY413" fmla="*/ 314135 h 1219200"/>
                <a:gd name="connsiteX414" fmla="*/ 458534 w 1085850"/>
                <a:gd name="connsiteY414" fmla="*/ 310420 h 1219200"/>
                <a:gd name="connsiteX415" fmla="*/ 458629 w 1085850"/>
                <a:gd name="connsiteY415" fmla="*/ 308515 h 1219200"/>
                <a:gd name="connsiteX416" fmla="*/ 458915 w 1085850"/>
                <a:gd name="connsiteY416" fmla="*/ 306800 h 1219200"/>
                <a:gd name="connsiteX417" fmla="*/ 459486 w 1085850"/>
                <a:gd name="connsiteY417" fmla="*/ 305372 h 1219200"/>
                <a:gd name="connsiteX418" fmla="*/ 461963 w 1085850"/>
                <a:gd name="connsiteY418" fmla="*/ 302133 h 1219200"/>
                <a:gd name="connsiteX419" fmla="*/ 463677 w 1085850"/>
                <a:gd name="connsiteY419" fmla="*/ 299180 h 1219200"/>
                <a:gd name="connsiteX420" fmla="*/ 464439 w 1085850"/>
                <a:gd name="connsiteY420" fmla="*/ 297275 h 1219200"/>
                <a:gd name="connsiteX421" fmla="*/ 464725 w 1085850"/>
                <a:gd name="connsiteY421" fmla="*/ 295656 h 1219200"/>
                <a:gd name="connsiteX422" fmla="*/ 463963 w 1085850"/>
                <a:gd name="connsiteY422" fmla="*/ 293751 h 1219200"/>
                <a:gd name="connsiteX423" fmla="*/ 462534 w 1085850"/>
                <a:gd name="connsiteY423" fmla="*/ 293084 h 1219200"/>
                <a:gd name="connsiteX424" fmla="*/ 460915 w 1085850"/>
                <a:gd name="connsiteY424" fmla="*/ 293180 h 1219200"/>
                <a:gd name="connsiteX425" fmla="*/ 459581 w 1085850"/>
                <a:gd name="connsiteY425" fmla="*/ 293656 h 1219200"/>
                <a:gd name="connsiteX426" fmla="*/ 458819 w 1085850"/>
                <a:gd name="connsiteY426" fmla="*/ 294132 h 1219200"/>
                <a:gd name="connsiteX427" fmla="*/ 458153 w 1085850"/>
                <a:gd name="connsiteY427" fmla="*/ 294704 h 1219200"/>
                <a:gd name="connsiteX428" fmla="*/ 457486 w 1085850"/>
                <a:gd name="connsiteY428" fmla="*/ 295466 h 1219200"/>
                <a:gd name="connsiteX429" fmla="*/ 457010 w 1085850"/>
                <a:gd name="connsiteY429" fmla="*/ 296418 h 1219200"/>
                <a:gd name="connsiteX430" fmla="*/ 457010 w 1085850"/>
                <a:gd name="connsiteY430" fmla="*/ 297371 h 1219200"/>
                <a:gd name="connsiteX431" fmla="*/ 457295 w 1085850"/>
                <a:gd name="connsiteY431" fmla="*/ 298228 h 1219200"/>
                <a:gd name="connsiteX432" fmla="*/ 457676 w 1085850"/>
                <a:gd name="connsiteY432" fmla="*/ 299085 h 1219200"/>
                <a:gd name="connsiteX433" fmla="*/ 457486 w 1085850"/>
                <a:gd name="connsiteY433" fmla="*/ 300419 h 1219200"/>
                <a:gd name="connsiteX434" fmla="*/ 455771 w 1085850"/>
                <a:gd name="connsiteY434" fmla="*/ 302990 h 1219200"/>
                <a:gd name="connsiteX435" fmla="*/ 453866 w 1085850"/>
                <a:gd name="connsiteY435" fmla="*/ 302990 h 1219200"/>
                <a:gd name="connsiteX436" fmla="*/ 452152 w 1085850"/>
                <a:gd name="connsiteY436" fmla="*/ 301181 h 1219200"/>
                <a:gd name="connsiteX437" fmla="*/ 450913 w 1085850"/>
                <a:gd name="connsiteY437" fmla="*/ 298228 h 1219200"/>
                <a:gd name="connsiteX438" fmla="*/ 450818 w 1085850"/>
                <a:gd name="connsiteY438" fmla="*/ 295751 h 1219200"/>
                <a:gd name="connsiteX439" fmla="*/ 451295 w 1085850"/>
                <a:gd name="connsiteY439" fmla="*/ 293656 h 1219200"/>
                <a:gd name="connsiteX440" fmla="*/ 452342 w 1085850"/>
                <a:gd name="connsiteY440" fmla="*/ 291846 h 1219200"/>
                <a:gd name="connsiteX441" fmla="*/ 453676 w 1085850"/>
                <a:gd name="connsiteY441" fmla="*/ 290513 h 1219200"/>
                <a:gd name="connsiteX442" fmla="*/ 455105 w 1085850"/>
                <a:gd name="connsiteY442" fmla="*/ 289941 h 1219200"/>
                <a:gd name="connsiteX443" fmla="*/ 456629 w 1085850"/>
                <a:gd name="connsiteY443" fmla="*/ 289655 h 1219200"/>
                <a:gd name="connsiteX444" fmla="*/ 457962 w 1085850"/>
                <a:gd name="connsiteY444" fmla="*/ 288893 h 1219200"/>
                <a:gd name="connsiteX445" fmla="*/ 458915 w 1085850"/>
                <a:gd name="connsiteY445" fmla="*/ 286988 h 1219200"/>
                <a:gd name="connsiteX446" fmla="*/ 458915 w 1085850"/>
                <a:gd name="connsiteY446" fmla="*/ 285179 h 1219200"/>
                <a:gd name="connsiteX447" fmla="*/ 458343 w 1085850"/>
                <a:gd name="connsiteY447" fmla="*/ 283940 h 1219200"/>
                <a:gd name="connsiteX448" fmla="*/ 457391 w 1085850"/>
                <a:gd name="connsiteY448" fmla="*/ 283178 h 1219200"/>
                <a:gd name="connsiteX449" fmla="*/ 456343 w 1085850"/>
                <a:gd name="connsiteY449" fmla="*/ 282797 h 1219200"/>
                <a:gd name="connsiteX450" fmla="*/ 452247 w 1085850"/>
                <a:gd name="connsiteY450" fmla="*/ 282512 h 1219200"/>
                <a:gd name="connsiteX451" fmla="*/ 450247 w 1085850"/>
                <a:gd name="connsiteY451" fmla="*/ 281654 h 1219200"/>
                <a:gd name="connsiteX452" fmla="*/ 449390 w 1085850"/>
                <a:gd name="connsiteY452" fmla="*/ 279464 h 1219200"/>
                <a:gd name="connsiteX453" fmla="*/ 449580 w 1085850"/>
                <a:gd name="connsiteY453" fmla="*/ 276511 h 1219200"/>
                <a:gd name="connsiteX454" fmla="*/ 450342 w 1085850"/>
                <a:gd name="connsiteY454" fmla="*/ 274225 h 1219200"/>
                <a:gd name="connsiteX455" fmla="*/ 452628 w 1085850"/>
                <a:gd name="connsiteY455" fmla="*/ 270224 h 1219200"/>
                <a:gd name="connsiteX456" fmla="*/ 450818 w 1085850"/>
                <a:gd name="connsiteY456" fmla="*/ 266891 h 1219200"/>
                <a:gd name="connsiteX457" fmla="*/ 448246 w 1085850"/>
                <a:gd name="connsiteY457" fmla="*/ 265367 h 1219200"/>
                <a:gd name="connsiteX458" fmla="*/ 442246 w 1085850"/>
                <a:gd name="connsiteY458" fmla="*/ 263271 h 1219200"/>
                <a:gd name="connsiteX459" fmla="*/ 440341 w 1085850"/>
                <a:gd name="connsiteY459" fmla="*/ 261461 h 1219200"/>
                <a:gd name="connsiteX460" fmla="*/ 440246 w 1085850"/>
                <a:gd name="connsiteY460" fmla="*/ 259937 h 1219200"/>
                <a:gd name="connsiteX461" fmla="*/ 442532 w 1085850"/>
                <a:gd name="connsiteY461" fmla="*/ 256699 h 1219200"/>
                <a:gd name="connsiteX462" fmla="*/ 444151 w 1085850"/>
                <a:gd name="connsiteY462" fmla="*/ 253841 h 1219200"/>
                <a:gd name="connsiteX463" fmla="*/ 444151 w 1085850"/>
                <a:gd name="connsiteY463" fmla="*/ 252127 h 1219200"/>
                <a:gd name="connsiteX464" fmla="*/ 443484 w 1085850"/>
                <a:gd name="connsiteY464" fmla="*/ 250317 h 1219200"/>
                <a:gd name="connsiteX465" fmla="*/ 442817 w 1085850"/>
                <a:gd name="connsiteY465" fmla="*/ 247460 h 1219200"/>
                <a:gd name="connsiteX466" fmla="*/ 443103 w 1085850"/>
                <a:gd name="connsiteY466" fmla="*/ 247364 h 1219200"/>
                <a:gd name="connsiteX467" fmla="*/ 443675 w 1085850"/>
                <a:gd name="connsiteY467" fmla="*/ 246793 h 1219200"/>
                <a:gd name="connsiteX468" fmla="*/ 444246 w 1085850"/>
                <a:gd name="connsiteY468" fmla="*/ 245936 h 1219200"/>
                <a:gd name="connsiteX469" fmla="*/ 444437 w 1085850"/>
                <a:gd name="connsiteY469" fmla="*/ 245174 h 1219200"/>
                <a:gd name="connsiteX470" fmla="*/ 444246 w 1085850"/>
                <a:gd name="connsiteY470" fmla="*/ 244507 h 1219200"/>
                <a:gd name="connsiteX471" fmla="*/ 443484 w 1085850"/>
                <a:gd name="connsiteY471" fmla="*/ 243364 h 1219200"/>
                <a:gd name="connsiteX472" fmla="*/ 443294 w 1085850"/>
                <a:gd name="connsiteY472" fmla="*/ 242602 h 1219200"/>
                <a:gd name="connsiteX473" fmla="*/ 439198 w 1085850"/>
                <a:gd name="connsiteY473" fmla="*/ 241268 h 1219200"/>
                <a:gd name="connsiteX474" fmla="*/ 438055 w 1085850"/>
                <a:gd name="connsiteY474" fmla="*/ 240316 h 1219200"/>
                <a:gd name="connsiteX475" fmla="*/ 421958 w 1085850"/>
                <a:gd name="connsiteY475" fmla="*/ 209169 h 1219200"/>
                <a:gd name="connsiteX476" fmla="*/ 421386 w 1085850"/>
                <a:gd name="connsiteY476" fmla="*/ 207169 h 1219200"/>
                <a:gd name="connsiteX477" fmla="*/ 422053 w 1085850"/>
                <a:gd name="connsiteY477" fmla="*/ 204407 h 1219200"/>
                <a:gd name="connsiteX478" fmla="*/ 423577 w 1085850"/>
                <a:gd name="connsiteY478" fmla="*/ 202787 h 1219200"/>
                <a:gd name="connsiteX479" fmla="*/ 425577 w 1085850"/>
                <a:gd name="connsiteY479" fmla="*/ 201835 h 1219200"/>
                <a:gd name="connsiteX480" fmla="*/ 427387 w 1085850"/>
                <a:gd name="connsiteY480" fmla="*/ 201359 h 1219200"/>
                <a:gd name="connsiteX481" fmla="*/ 427387 w 1085850"/>
                <a:gd name="connsiteY481" fmla="*/ 200597 h 1219200"/>
                <a:gd name="connsiteX482" fmla="*/ 427768 w 1085850"/>
                <a:gd name="connsiteY482" fmla="*/ 198977 h 1219200"/>
                <a:gd name="connsiteX483" fmla="*/ 430340 w 1085850"/>
                <a:gd name="connsiteY483" fmla="*/ 192215 h 1219200"/>
                <a:gd name="connsiteX484" fmla="*/ 430721 w 1085850"/>
                <a:gd name="connsiteY484" fmla="*/ 189929 h 1219200"/>
                <a:gd name="connsiteX485" fmla="*/ 428720 w 1085850"/>
                <a:gd name="connsiteY485" fmla="*/ 187071 h 1219200"/>
                <a:gd name="connsiteX486" fmla="*/ 425768 w 1085850"/>
                <a:gd name="connsiteY486" fmla="*/ 185928 h 1219200"/>
                <a:gd name="connsiteX487" fmla="*/ 422529 w 1085850"/>
                <a:gd name="connsiteY487" fmla="*/ 185357 h 1219200"/>
                <a:gd name="connsiteX488" fmla="*/ 414338 w 1085850"/>
                <a:gd name="connsiteY488" fmla="*/ 182023 h 1219200"/>
                <a:gd name="connsiteX489" fmla="*/ 412909 w 1085850"/>
                <a:gd name="connsiteY489" fmla="*/ 181832 h 1219200"/>
                <a:gd name="connsiteX490" fmla="*/ 411575 w 1085850"/>
                <a:gd name="connsiteY490" fmla="*/ 180975 h 1219200"/>
                <a:gd name="connsiteX491" fmla="*/ 411004 w 1085850"/>
                <a:gd name="connsiteY491" fmla="*/ 179165 h 1219200"/>
                <a:gd name="connsiteX492" fmla="*/ 411194 w 1085850"/>
                <a:gd name="connsiteY492" fmla="*/ 177260 h 1219200"/>
                <a:gd name="connsiteX493" fmla="*/ 417576 w 1085850"/>
                <a:gd name="connsiteY493" fmla="*/ 172593 h 1219200"/>
                <a:gd name="connsiteX494" fmla="*/ 421386 w 1085850"/>
                <a:gd name="connsiteY494" fmla="*/ 171164 h 1219200"/>
                <a:gd name="connsiteX495" fmla="*/ 419957 w 1085850"/>
                <a:gd name="connsiteY495" fmla="*/ 169545 h 1219200"/>
                <a:gd name="connsiteX496" fmla="*/ 413766 w 1085850"/>
                <a:gd name="connsiteY496" fmla="*/ 167545 h 1219200"/>
                <a:gd name="connsiteX497" fmla="*/ 411480 w 1085850"/>
                <a:gd name="connsiteY497" fmla="*/ 165830 h 1219200"/>
                <a:gd name="connsiteX498" fmla="*/ 413766 w 1085850"/>
                <a:gd name="connsiteY498" fmla="*/ 160401 h 1219200"/>
                <a:gd name="connsiteX499" fmla="*/ 414338 w 1085850"/>
                <a:gd name="connsiteY499" fmla="*/ 157829 h 1219200"/>
                <a:gd name="connsiteX500" fmla="*/ 413766 w 1085850"/>
                <a:gd name="connsiteY500" fmla="*/ 156020 h 1219200"/>
                <a:gd name="connsiteX501" fmla="*/ 411290 w 1085850"/>
                <a:gd name="connsiteY501" fmla="*/ 152591 h 1219200"/>
                <a:gd name="connsiteX502" fmla="*/ 409956 w 1085850"/>
                <a:gd name="connsiteY502" fmla="*/ 150209 h 1219200"/>
                <a:gd name="connsiteX503" fmla="*/ 409385 w 1085850"/>
                <a:gd name="connsiteY503" fmla="*/ 148304 h 1219200"/>
                <a:gd name="connsiteX504" fmla="*/ 408337 w 1085850"/>
                <a:gd name="connsiteY504" fmla="*/ 146590 h 1219200"/>
                <a:gd name="connsiteX505" fmla="*/ 405956 w 1085850"/>
                <a:gd name="connsiteY505" fmla="*/ 146209 h 1219200"/>
                <a:gd name="connsiteX506" fmla="*/ 403575 w 1085850"/>
                <a:gd name="connsiteY506" fmla="*/ 146399 h 1219200"/>
                <a:gd name="connsiteX507" fmla="*/ 402241 w 1085850"/>
                <a:gd name="connsiteY507" fmla="*/ 146114 h 1219200"/>
                <a:gd name="connsiteX508" fmla="*/ 402336 w 1085850"/>
                <a:gd name="connsiteY508" fmla="*/ 143542 h 1219200"/>
                <a:gd name="connsiteX509" fmla="*/ 403098 w 1085850"/>
                <a:gd name="connsiteY509" fmla="*/ 140303 h 1219200"/>
                <a:gd name="connsiteX510" fmla="*/ 403193 w 1085850"/>
                <a:gd name="connsiteY510" fmla="*/ 137446 h 1219200"/>
                <a:gd name="connsiteX511" fmla="*/ 399860 w 1085850"/>
                <a:gd name="connsiteY511" fmla="*/ 135541 h 1219200"/>
                <a:gd name="connsiteX512" fmla="*/ 392906 w 1085850"/>
                <a:gd name="connsiteY512" fmla="*/ 129540 h 1219200"/>
                <a:gd name="connsiteX513" fmla="*/ 391763 w 1085850"/>
                <a:gd name="connsiteY513" fmla="*/ 129254 h 1219200"/>
                <a:gd name="connsiteX514" fmla="*/ 391287 w 1085850"/>
                <a:gd name="connsiteY514" fmla="*/ 130302 h 1219200"/>
                <a:gd name="connsiteX515" fmla="*/ 391001 w 1085850"/>
                <a:gd name="connsiteY515" fmla="*/ 131826 h 1219200"/>
                <a:gd name="connsiteX516" fmla="*/ 390335 w 1085850"/>
                <a:gd name="connsiteY516" fmla="*/ 132398 h 1219200"/>
                <a:gd name="connsiteX517" fmla="*/ 389382 w 1085850"/>
                <a:gd name="connsiteY517" fmla="*/ 132683 h 1219200"/>
                <a:gd name="connsiteX518" fmla="*/ 388525 w 1085850"/>
                <a:gd name="connsiteY518" fmla="*/ 133064 h 1219200"/>
                <a:gd name="connsiteX519" fmla="*/ 387001 w 1085850"/>
                <a:gd name="connsiteY519" fmla="*/ 132779 h 1219200"/>
                <a:gd name="connsiteX520" fmla="*/ 385572 w 1085850"/>
                <a:gd name="connsiteY520" fmla="*/ 130397 h 1219200"/>
                <a:gd name="connsiteX521" fmla="*/ 384429 w 1085850"/>
                <a:gd name="connsiteY521" fmla="*/ 127254 h 1219200"/>
                <a:gd name="connsiteX522" fmla="*/ 384143 w 1085850"/>
                <a:gd name="connsiteY522" fmla="*/ 124492 h 1219200"/>
                <a:gd name="connsiteX523" fmla="*/ 384905 w 1085850"/>
                <a:gd name="connsiteY523" fmla="*/ 121730 h 1219200"/>
                <a:gd name="connsiteX524" fmla="*/ 386429 w 1085850"/>
                <a:gd name="connsiteY524" fmla="*/ 120015 h 1219200"/>
                <a:gd name="connsiteX525" fmla="*/ 388525 w 1085850"/>
                <a:gd name="connsiteY525" fmla="*/ 119348 h 1219200"/>
                <a:gd name="connsiteX526" fmla="*/ 390430 w 1085850"/>
                <a:gd name="connsiteY526" fmla="*/ 119158 h 1219200"/>
                <a:gd name="connsiteX527" fmla="*/ 391763 w 1085850"/>
                <a:gd name="connsiteY527" fmla="*/ 118205 h 1219200"/>
                <a:gd name="connsiteX528" fmla="*/ 391192 w 1085850"/>
                <a:gd name="connsiteY528" fmla="*/ 115919 h 1219200"/>
                <a:gd name="connsiteX529" fmla="*/ 389096 w 1085850"/>
                <a:gd name="connsiteY529" fmla="*/ 111919 h 1219200"/>
                <a:gd name="connsiteX530" fmla="*/ 390144 w 1085850"/>
                <a:gd name="connsiteY530" fmla="*/ 110585 h 1219200"/>
                <a:gd name="connsiteX531" fmla="*/ 391573 w 1085850"/>
                <a:gd name="connsiteY531" fmla="*/ 109728 h 1219200"/>
                <a:gd name="connsiteX532" fmla="*/ 394621 w 1085850"/>
                <a:gd name="connsiteY532" fmla="*/ 108299 h 1219200"/>
                <a:gd name="connsiteX533" fmla="*/ 393287 w 1085850"/>
                <a:gd name="connsiteY533" fmla="*/ 105537 h 1219200"/>
                <a:gd name="connsiteX534" fmla="*/ 391573 w 1085850"/>
                <a:gd name="connsiteY534" fmla="*/ 104585 h 1219200"/>
                <a:gd name="connsiteX535" fmla="*/ 387668 w 1085850"/>
                <a:gd name="connsiteY535" fmla="*/ 104680 h 1219200"/>
                <a:gd name="connsiteX536" fmla="*/ 386906 w 1085850"/>
                <a:gd name="connsiteY536" fmla="*/ 105156 h 1219200"/>
                <a:gd name="connsiteX537" fmla="*/ 385096 w 1085850"/>
                <a:gd name="connsiteY537" fmla="*/ 107061 h 1219200"/>
                <a:gd name="connsiteX538" fmla="*/ 384429 w 1085850"/>
                <a:gd name="connsiteY538" fmla="*/ 106966 h 1219200"/>
                <a:gd name="connsiteX539" fmla="*/ 375666 w 1085850"/>
                <a:gd name="connsiteY539" fmla="*/ 95821 h 1219200"/>
                <a:gd name="connsiteX540" fmla="*/ 375190 w 1085850"/>
                <a:gd name="connsiteY540" fmla="*/ 94964 h 1219200"/>
                <a:gd name="connsiteX541" fmla="*/ 374809 w 1085850"/>
                <a:gd name="connsiteY541" fmla="*/ 93821 h 1219200"/>
                <a:gd name="connsiteX542" fmla="*/ 374904 w 1085850"/>
                <a:gd name="connsiteY542" fmla="*/ 92488 h 1219200"/>
                <a:gd name="connsiteX543" fmla="*/ 375190 w 1085850"/>
                <a:gd name="connsiteY543" fmla="*/ 91631 h 1219200"/>
                <a:gd name="connsiteX544" fmla="*/ 375380 w 1085850"/>
                <a:gd name="connsiteY544" fmla="*/ 90678 h 1219200"/>
                <a:gd name="connsiteX545" fmla="*/ 374809 w 1085850"/>
                <a:gd name="connsiteY545" fmla="*/ 89249 h 1219200"/>
                <a:gd name="connsiteX546" fmla="*/ 373285 w 1085850"/>
                <a:gd name="connsiteY546" fmla="*/ 88202 h 1219200"/>
                <a:gd name="connsiteX547" fmla="*/ 365188 w 1085850"/>
                <a:gd name="connsiteY547" fmla="*/ 89726 h 1219200"/>
                <a:gd name="connsiteX548" fmla="*/ 361664 w 1085850"/>
                <a:gd name="connsiteY548" fmla="*/ 91631 h 1219200"/>
                <a:gd name="connsiteX549" fmla="*/ 359759 w 1085850"/>
                <a:gd name="connsiteY549" fmla="*/ 92012 h 1219200"/>
                <a:gd name="connsiteX550" fmla="*/ 358045 w 1085850"/>
                <a:gd name="connsiteY550" fmla="*/ 91154 h 1219200"/>
                <a:gd name="connsiteX551" fmla="*/ 358045 w 1085850"/>
                <a:gd name="connsiteY551" fmla="*/ 89059 h 1219200"/>
                <a:gd name="connsiteX552" fmla="*/ 359188 w 1085850"/>
                <a:gd name="connsiteY552" fmla="*/ 86582 h 1219200"/>
                <a:gd name="connsiteX553" fmla="*/ 360617 w 1085850"/>
                <a:gd name="connsiteY553" fmla="*/ 84773 h 1219200"/>
                <a:gd name="connsiteX554" fmla="*/ 361379 w 1085850"/>
                <a:gd name="connsiteY554" fmla="*/ 84296 h 1219200"/>
                <a:gd name="connsiteX555" fmla="*/ 363188 w 1085850"/>
                <a:gd name="connsiteY555" fmla="*/ 83725 h 1219200"/>
                <a:gd name="connsiteX556" fmla="*/ 363855 w 1085850"/>
                <a:gd name="connsiteY556" fmla="*/ 83058 h 1219200"/>
                <a:gd name="connsiteX557" fmla="*/ 364236 w 1085850"/>
                <a:gd name="connsiteY557" fmla="*/ 82201 h 1219200"/>
                <a:gd name="connsiteX558" fmla="*/ 364998 w 1085850"/>
                <a:gd name="connsiteY558" fmla="*/ 78296 h 1219200"/>
                <a:gd name="connsiteX559" fmla="*/ 360617 w 1085850"/>
                <a:gd name="connsiteY559" fmla="*/ 75152 h 1219200"/>
                <a:gd name="connsiteX560" fmla="*/ 358331 w 1085850"/>
                <a:gd name="connsiteY560" fmla="*/ 72771 h 1219200"/>
                <a:gd name="connsiteX561" fmla="*/ 357378 w 1085850"/>
                <a:gd name="connsiteY561" fmla="*/ 69818 h 1219200"/>
                <a:gd name="connsiteX562" fmla="*/ 356045 w 1085850"/>
                <a:gd name="connsiteY562" fmla="*/ 67628 h 1219200"/>
                <a:gd name="connsiteX563" fmla="*/ 352996 w 1085850"/>
                <a:gd name="connsiteY563" fmla="*/ 68104 h 1219200"/>
                <a:gd name="connsiteX564" fmla="*/ 348044 w 1085850"/>
                <a:gd name="connsiteY564" fmla="*/ 70295 h 1219200"/>
                <a:gd name="connsiteX565" fmla="*/ 346234 w 1085850"/>
                <a:gd name="connsiteY565" fmla="*/ 69152 h 1219200"/>
                <a:gd name="connsiteX566" fmla="*/ 344424 w 1085850"/>
                <a:gd name="connsiteY566" fmla="*/ 64865 h 1219200"/>
                <a:gd name="connsiteX567" fmla="*/ 342805 w 1085850"/>
                <a:gd name="connsiteY567" fmla="*/ 63818 h 1219200"/>
                <a:gd name="connsiteX568" fmla="*/ 340519 w 1085850"/>
                <a:gd name="connsiteY568" fmla="*/ 63341 h 1219200"/>
                <a:gd name="connsiteX569" fmla="*/ 316516 w 1085850"/>
                <a:gd name="connsiteY569" fmla="*/ 48482 h 1219200"/>
                <a:gd name="connsiteX570" fmla="*/ 312230 w 1085850"/>
                <a:gd name="connsiteY570" fmla="*/ 47720 h 1219200"/>
                <a:gd name="connsiteX571" fmla="*/ 307848 w 1085850"/>
                <a:gd name="connsiteY571" fmla="*/ 47911 h 1219200"/>
                <a:gd name="connsiteX572" fmla="*/ 299847 w 1085850"/>
                <a:gd name="connsiteY572" fmla="*/ 50197 h 1219200"/>
                <a:gd name="connsiteX573" fmla="*/ 298133 w 1085850"/>
                <a:gd name="connsiteY573" fmla="*/ 51245 h 1219200"/>
                <a:gd name="connsiteX574" fmla="*/ 296799 w 1085850"/>
                <a:gd name="connsiteY574" fmla="*/ 52959 h 1219200"/>
                <a:gd name="connsiteX575" fmla="*/ 296704 w 1085850"/>
                <a:gd name="connsiteY575" fmla="*/ 55436 h 1219200"/>
                <a:gd name="connsiteX576" fmla="*/ 297656 w 1085850"/>
                <a:gd name="connsiteY576" fmla="*/ 58103 h 1219200"/>
                <a:gd name="connsiteX577" fmla="*/ 298037 w 1085850"/>
                <a:gd name="connsiteY577" fmla="*/ 60293 h 1219200"/>
                <a:gd name="connsiteX578" fmla="*/ 295942 w 1085850"/>
                <a:gd name="connsiteY578" fmla="*/ 61532 h 1219200"/>
                <a:gd name="connsiteX579" fmla="*/ 294227 w 1085850"/>
                <a:gd name="connsiteY579" fmla="*/ 60865 h 1219200"/>
                <a:gd name="connsiteX580" fmla="*/ 292132 w 1085850"/>
                <a:gd name="connsiteY580" fmla="*/ 56388 h 1219200"/>
                <a:gd name="connsiteX581" fmla="*/ 290417 w 1085850"/>
                <a:gd name="connsiteY581" fmla="*/ 55340 h 1219200"/>
                <a:gd name="connsiteX582" fmla="*/ 286131 w 1085850"/>
                <a:gd name="connsiteY582" fmla="*/ 56293 h 1219200"/>
                <a:gd name="connsiteX583" fmla="*/ 283940 w 1085850"/>
                <a:gd name="connsiteY583" fmla="*/ 56198 h 1219200"/>
                <a:gd name="connsiteX584" fmla="*/ 282226 w 1085850"/>
                <a:gd name="connsiteY584" fmla="*/ 54293 h 1219200"/>
                <a:gd name="connsiteX585" fmla="*/ 282035 w 1085850"/>
                <a:gd name="connsiteY585" fmla="*/ 53340 h 1219200"/>
                <a:gd name="connsiteX586" fmla="*/ 282131 w 1085850"/>
                <a:gd name="connsiteY586" fmla="*/ 52483 h 1219200"/>
                <a:gd name="connsiteX587" fmla="*/ 282035 w 1085850"/>
                <a:gd name="connsiteY587" fmla="*/ 51530 h 1219200"/>
                <a:gd name="connsiteX588" fmla="*/ 281464 w 1085850"/>
                <a:gd name="connsiteY588" fmla="*/ 50197 h 1219200"/>
                <a:gd name="connsiteX589" fmla="*/ 280607 w 1085850"/>
                <a:gd name="connsiteY589" fmla="*/ 49435 h 1219200"/>
                <a:gd name="connsiteX590" fmla="*/ 278511 w 1085850"/>
                <a:gd name="connsiteY590" fmla="*/ 48197 h 1219200"/>
                <a:gd name="connsiteX591" fmla="*/ 277559 w 1085850"/>
                <a:gd name="connsiteY591" fmla="*/ 48006 h 1219200"/>
                <a:gd name="connsiteX592" fmla="*/ 268605 w 1085850"/>
                <a:gd name="connsiteY592" fmla="*/ 48006 h 1219200"/>
                <a:gd name="connsiteX593" fmla="*/ 266414 w 1085850"/>
                <a:gd name="connsiteY593" fmla="*/ 47530 h 1219200"/>
                <a:gd name="connsiteX594" fmla="*/ 262700 w 1085850"/>
                <a:gd name="connsiteY594" fmla="*/ 45625 h 1219200"/>
                <a:gd name="connsiteX595" fmla="*/ 259080 w 1085850"/>
                <a:gd name="connsiteY595" fmla="*/ 44577 h 1219200"/>
                <a:gd name="connsiteX596" fmla="*/ 257080 w 1085850"/>
                <a:gd name="connsiteY596" fmla="*/ 43244 h 1219200"/>
                <a:gd name="connsiteX597" fmla="*/ 255175 w 1085850"/>
                <a:gd name="connsiteY597" fmla="*/ 41434 h 1219200"/>
                <a:gd name="connsiteX598" fmla="*/ 253746 w 1085850"/>
                <a:gd name="connsiteY598" fmla="*/ 39719 h 1219200"/>
                <a:gd name="connsiteX599" fmla="*/ 252413 w 1085850"/>
                <a:gd name="connsiteY599" fmla="*/ 35243 h 1219200"/>
                <a:gd name="connsiteX600" fmla="*/ 252127 w 1085850"/>
                <a:gd name="connsiteY600" fmla="*/ 34671 h 1219200"/>
                <a:gd name="connsiteX601" fmla="*/ 250793 w 1085850"/>
                <a:gd name="connsiteY601" fmla="*/ 32099 h 1219200"/>
                <a:gd name="connsiteX602" fmla="*/ 249841 w 1085850"/>
                <a:gd name="connsiteY602" fmla="*/ 29147 h 1219200"/>
                <a:gd name="connsiteX603" fmla="*/ 248412 w 1085850"/>
                <a:gd name="connsiteY603" fmla="*/ 27337 h 1219200"/>
                <a:gd name="connsiteX604" fmla="*/ 246602 w 1085850"/>
                <a:gd name="connsiteY604" fmla="*/ 25908 h 1219200"/>
                <a:gd name="connsiteX605" fmla="*/ 244983 w 1085850"/>
                <a:gd name="connsiteY605" fmla="*/ 25146 h 1219200"/>
                <a:gd name="connsiteX606" fmla="*/ 243078 w 1085850"/>
                <a:gd name="connsiteY606" fmla="*/ 24956 h 1219200"/>
                <a:gd name="connsiteX607" fmla="*/ 240983 w 1085850"/>
                <a:gd name="connsiteY607" fmla="*/ 25527 h 1219200"/>
                <a:gd name="connsiteX608" fmla="*/ 238982 w 1085850"/>
                <a:gd name="connsiteY608" fmla="*/ 26670 h 1219200"/>
                <a:gd name="connsiteX609" fmla="*/ 237649 w 1085850"/>
                <a:gd name="connsiteY609" fmla="*/ 28289 h 1219200"/>
                <a:gd name="connsiteX610" fmla="*/ 236125 w 1085850"/>
                <a:gd name="connsiteY610" fmla="*/ 28956 h 1219200"/>
                <a:gd name="connsiteX611" fmla="*/ 234410 w 1085850"/>
                <a:gd name="connsiteY611" fmla="*/ 27527 h 1219200"/>
                <a:gd name="connsiteX612" fmla="*/ 231934 w 1085850"/>
                <a:gd name="connsiteY612" fmla="*/ 24003 h 1219200"/>
                <a:gd name="connsiteX613" fmla="*/ 230886 w 1085850"/>
                <a:gd name="connsiteY613" fmla="*/ 23336 h 1219200"/>
                <a:gd name="connsiteX614" fmla="*/ 228791 w 1085850"/>
                <a:gd name="connsiteY614" fmla="*/ 22670 h 1219200"/>
                <a:gd name="connsiteX615" fmla="*/ 227838 w 1085850"/>
                <a:gd name="connsiteY615" fmla="*/ 21717 h 1219200"/>
                <a:gd name="connsiteX616" fmla="*/ 227171 w 1085850"/>
                <a:gd name="connsiteY616" fmla="*/ 20669 h 1219200"/>
                <a:gd name="connsiteX617" fmla="*/ 225552 w 1085850"/>
                <a:gd name="connsiteY617" fmla="*/ 17145 h 1219200"/>
                <a:gd name="connsiteX618" fmla="*/ 224028 w 1085850"/>
                <a:gd name="connsiteY618" fmla="*/ 15240 h 1219200"/>
                <a:gd name="connsiteX619" fmla="*/ 216503 w 1085850"/>
                <a:gd name="connsiteY619" fmla="*/ 10763 h 1219200"/>
                <a:gd name="connsiteX620" fmla="*/ 214408 w 1085850"/>
                <a:gd name="connsiteY620" fmla="*/ 9906 h 1219200"/>
                <a:gd name="connsiteX621" fmla="*/ 204978 w 1085850"/>
                <a:gd name="connsiteY621" fmla="*/ 8763 h 1219200"/>
                <a:gd name="connsiteX622" fmla="*/ 202597 w 1085850"/>
                <a:gd name="connsiteY622" fmla="*/ 7906 h 1219200"/>
                <a:gd name="connsiteX623" fmla="*/ 200692 w 1085850"/>
                <a:gd name="connsiteY623" fmla="*/ 6572 h 1219200"/>
                <a:gd name="connsiteX624" fmla="*/ 197644 w 1085850"/>
                <a:gd name="connsiteY624" fmla="*/ 2381 h 1219200"/>
                <a:gd name="connsiteX625" fmla="*/ 195548 w 1085850"/>
                <a:gd name="connsiteY625" fmla="*/ 762 h 1219200"/>
                <a:gd name="connsiteX626" fmla="*/ 193834 w 1085850"/>
                <a:gd name="connsiteY626" fmla="*/ 1524 h 1219200"/>
                <a:gd name="connsiteX627" fmla="*/ 191357 w 1085850"/>
                <a:gd name="connsiteY627" fmla="*/ 6001 h 1219200"/>
                <a:gd name="connsiteX628" fmla="*/ 189833 w 1085850"/>
                <a:gd name="connsiteY628" fmla="*/ 7334 h 1219200"/>
                <a:gd name="connsiteX629" fmla="*/ 188024 w 1085850"/>
                <a:gd name="connsiteY629" fmla="*/ 6572 h 1219200"/>
                <a:gd name="connsiteX630" fmla="*/ 189071 w 1085850"/>
                <a:gd name="connsiteY630" fmla="*/ 4953 h 1219200"/>
                <a:gd name="connsiteX631" fmla="*/ 189548 w 1085850"/>
                <a:gd name="connsiteY631" fmla="*/ 4286 h 1219200"/>
                <a:gd name="connsiteX632" fmla="*/ 190214 w 1085850"/>
                <a:gd name="connsiteY632" fmla="*/ 3810 h 1219200"/>
                <a:gd name="connsiteX633" fmla="*/ 189262 w 1085850"/>
                <a:gd name="connsiteY633" fmla="*/ 1905 h 1219200"/>
                <a:gd name="connsiteX634" fmla="*/ 187547 w 1085850"/>
                <a:gd name="connsiteY634" fmla="*/ 857 h 1219200"/>
                <a:gd name="connsiteX635" fmla="*/ 186023 w 1085850"/>
                <a:gd name="connsiteY635" fmla="*/ 1238 h 1219200"/>
                <a:gd name="connsiteX636" fmla="*/ 185357 w 1085850"/>
                <a:gd name="connsiteY636" fmla="*/ 3334 h 1219200"/>
                <a:gd name="connsiteX637" fmla="*/ 185261 w 1085850"/>
                <a:gd name="connsiteY637" fmla="*/ 5810 h 1219200"/>
                <a:gd name="connsiteX638" fmla="*/ 184976 w 1085850"/>
                <a:gd name="connsiteY638" fmla="*/ 6858 h 1219200"/>
                <a:gd name="connsiteX639" fmla="*/ 184118 w 1085850"/>
                <a:gd name="connsiteY639" fmla="*/ 6763 h 1219200"/>
                <a:gd name="connsiteX640" fmla="*/ 180975 w 1085850"/>
                <a:gd name="connsiteY640" fmla="*/ 4477 h 1219200"/>
                <a:gd name="connsiteX641" fmla="*/ 180023 w 1085850"/>
                <a:gd name="connsiteY641" fmla="*/ 4096 h 1219200"/>
                <a:gd name="connsiteX642" fmla="*/ 176879 w 1085850"/>
                <a:gd name="connsiteY642" fmla="*/ 3524 h 1219200"/>
                <a:gd name="connsiteX643" fmla="*/ 175832 w 1085850"/>
                <a:gd name="connsiteY643" fmla="*/ 3143 h 1219200"/>
                <a:gd name="connsiteX644" fmla="*/ 173641 w 1085850"/>
                <a:gd name="connsiteY644" fmla="*/ 1048 h 1219200"/>
                <a:gd name="connsiteX645" fmla="*/ 171260 w 1085850"/>
                <a:gd name="connsiteY645" fmla="*/ 191 h 1219200"/>
                <a:gd name="connsiteX646" fmla="*/ 168688 w 1085850"/>
                <a:gd name="connsiteY646" fmla="*/ 0 h 1219200"/>
                <a:gd name="connsiteX647" fmla="*/ 166688 w 1085850"/>
                <a:gd name="connsiteY647" fmla="*/ 191 h 1219200"/>
                <a:gd name="connsiteX648" fmla="*/ 165259 w 1085850"/>
                <a:gd name="connsiteY648" fmla="*/ 1143 h 1219200"/>
                <a:gd name="connsiteX649" fmla="*/ 162687 w 1085850"/>
                <a:gd name="connsiteY649" fmla="*/ 4096 h 1219200"/>
                <a:gd name="connsiteX650" fmla="*/ 160877 w 1085850"/>
                <a:gd name="connsiteY650" fmla="*/ 5144 h 1219200"/>
                <a:gd name="connsiteX651" fmla="*/ 159639 w 1085850"/>
                <a:gd name="connsiteY651" fmla="*/ 7049 h 1219200"/>
                <a:gd name="connsiteX652" fmla="*/ 158782 w 1085850"/>
                <a:gd name="connsiteY652" fmla="*/ 7525 h 1219200"/>
                <a:gd name="connsiteX653" fmla="*/ 146685 w 1085850"/>
                <a:gd name="connsiteY653" fmla="*/ 8287 h 1219200"/>
                <a:gd name="connsiteX654" fmla="*/ 135255 w 1085850"/>
                <a:gd name="connsiteY654" fmla="*/ 12764 h 1219200"/>
                <a:gd name="connsiteX655" fmla="*/ 104204 w 1085850"/>
                <a:gd name="connsiteY655" fmla="*/ 14002 h 1219200"/>
                <a:gd name="connsiteX656" fmla="*/ 100489 w 1085850"/>
                <a:gd name="connsiteY656" fmla="*/ 15621 h 1219200"/>
                <a:gd name="connsiteX657" fmla="*/ 98679 w 1085850"/>
                <a:gd name="connsiteY657" fmla="*/ 15812 h 1219200"/>
                <a:gd name="connsiteX658" fmla="*/ 96869 w 1085850"/>
                <a:gd name="connsiteY658" fmla="*/ 14383 h 1219200"/>
                <a:gd name="connsiteX659" fmla="*/ 95155 w 1085850"/>
                <a:gd name="connsiteY659" fmla="*/ 12002 h 1219200"/>
                <a:gd name="connsiteX660" fmla="*/ 93536 w 1085850"/>
                <a:gd name="connsiteY660" fmla="*/ 10478 h 1219200"/>
                <a:gd name="connsiteX661" fmla="*/ 91821 w 1085850"/>
                <a:gd name="connsiteY661" fmla="*/ 9811 h 1219200"/>
                <a:gd name="connsiteX662" fmla="*/ 90011 w 1085850"/>
                <a:gd name="connsiteY662" fmla="*/ 10287 h 1219200"/>
                <a:gd name="connsiteX663" fmla="*/ 84582 w 1085850"/>
                <a:gd name="connsiteY663" fmla="*/ 12764 h 1219200"/>
                <a:gd name="connsiteX664" fmla="*/ 80010 w 1085850"/>
                <a:gd name="connsiteY664" fmla="*/ 13430 h 1219200"/>
                <a:gd name="connsiteX665" fmla="*/ 78391 w 1085850"/>
                <a:gd name="connsiteY665" fmla="*/ 14478 h 1219200"/>
                <a:gd name="connsiteX666" fmla="*/ 75152 w 1085850"/>
                <a:gd name="connsiteY666" fmla="*/ 17526 h 1219200"/>
                <a:gd name="connsiteX667" fmla="*/ 73057 w 1085850"/>
                <a:gd name="connsiteY667" fmla="*/ 18669 h 1219200"/>
                <a:gd name="connsiteX668" fmla="*/ 68580 w 1085850"/>
                <a:gd name="connsiteY668" fmla="*/ 18669 h 1219200"/>
                <a:gd name="connsiteX669" fmla="*/ 57626 w 1085850"/>
                <a:gd name="connsiteY669" fmla="*/ 18574 h 1219200"/>
                <a:gd name="connsiteX670" fmla="*/ 37814 w 1085850"/>
                <a:gd name="connsiteY670" fmla="*/ 24670 h 1219200"/>
                <a:gd name="connsiteX671" fmla="*/ 27527 w 1085850"/>
                <a:gd name="connsiteY671" fmla="*/ 32004 h 1219200"/>
                <a:gd name="connsiteX672" fmla="*/ 23241 w 1085850"/>
                <a:gd name="connsiteY672" fmla="*/ 33242 h 1219200"/>
                <a:gd name="connsiteX673" fmla="*/ 19621 w 1085850"/>
                <a:gd name="connsiteY673" fmla="*/ 33719 h 1219200"/>
                <a:gd name="connsiteX674" fmla="*/ 19717 w 1085850"/>
                <a:gd name="connsiteY674" fmla="*/ 33909 h 1219200"/>
                <a:gd name="connsiteX675" fmla="*/ 20765 w 1085850"/>
                <a:gd name="connsiteY675" fmla="*/ 35433 h 1219200"/>
                <a:gd name="connsiteX676" fmla="*/ 22098 w 1085850"/>
                <a:gd name="connsiteY676" fmla="*/ 37052 h 1219200"/>
                <a:gd name="connsiteX677" fmla="*/ 22765 w 1085850"/>
                <a:gd name="connsiteY677" fmla="*/ 37624 h 1219200"/>
                <a:gd name="connsiteX678" fmla="*/ 27527 w 1085850"/>
                <a:gd name="connsiteY678" fmla="*/ 40481 h 1219200"/>
                <a:gd name="connsiteX679" fmla="*/ 32861 w 1085850"/>
                <a:gd name="connsiteY679" fmla="*/ 42386 h 1219200"/>
                <a:gd name="connsiteX680" fmla="*/ 35147 w 1085850"/>
                <a:gd name="connsiteY680" fmla="*/ 43910 h 1219200"/>
                <a:gd name="connsiteX681" fmla="*/ 36671 w 1085850"/>
                <a:gd name="connsiteY681" fmla="*/ 45434 h 1219200"/>
                <a:gd name="connsiteX682" fmla="*/ 37624 w 1085850"/>
                <a:gd name="connsiteY682" fmla="*/ 46673 h 1219200"/>
                <a:gd name="connsiteX683" fmla="*/ 38100 w 1085850"/>
                <a:gd name="connsiteY683" fmla="*/ 47435 h 1219200"/>
                <a:gd name="connsiteX684" fmla="*/ 38481 w 1085850"/>
                <a:gd name="connsiteY684" fmla="*/ 48197 h 1219200"/>
                <a:gd name="connsiteX685" fmla="*/ 38671 w 1085850"/>
                <a:gd name="connsiteY685" fmla="*/ 48768 h 1219200"/>
                <a:gd name="connsiteX686" fmla="*/ 39910 w 1085850"/>
                <a:gd name="connsiteY686" fmla="*/ 55055 h 1219200"/>
                <a:gd name="connsiteX687" fmla="*/ 40767 w 1085850"/>
                <a:gd name="connsiteY687" fmla="*/ 57626 h 1219200"/>
                <a:gd name="connsiteX688" fmla="*/ 41243 w 1085850"/>
                <a:gd name="connsiteY688" fmla="*/ 58293 h 1219200"/>
                <a:gd name="connsiteX689" fmla="*/ 42005 w 1085850"/>
                <a:gd name="connsiteY689" fmla="*/ 59055 h 1219200"/>
                <a:gd name="connsiteX690" fmla="*/ 46101 w 1085850"/>
                <a:gd name="connsiteY690" fmla="*/ 61151 h 1219200"/>
                <a:gd name="connsiteX691" fmla="*/ 46673 w 1085850"/>
                <a:gd name="connsiteY691" fmla="*/ 61532 h 1219200"/>
                <a:gd name="connsiteX692" fmla="*/ 47244 w 1085850"/>
                <a:gd name="connsiteY692" fmla="*/ 62198 h 1219200"/>
                <a:gd name="connsiteX693" fmla="*/ 47816 w 1085850"/>
                <a:gd name="connsiteY693" fmla="*/ 63341 h 1219200"/>
                <a:gd name="connsiteX694" fmla="*/ 48006 w 1085850"/>
                <a:gd name="connsiteY694" fmla="*/ 64199 h 1219200"/>
                <a:gd name="connsiteX695" fmla="*/ 48196 w 1085850"/>
                <a:gd name="connsiteY695" fmla="*/ 65818 h 1219200"/>
                <a:gd name="connsiteX696" fmla="*/ 48482 w 1085850"/>
                <a:gd name="connsiteY696" fmla="*/ 67247 h 1219200"/>
                <a:gd name="connsiteX697" fmla="*/ 49244 w 1085850"/>
                <a:gd name="connsiteY697" fmla="*/ 69056 h 1219200"/>
                <a:gd name="connsiteX698" fmla="*/ 50102 w 1085850"/>
                <a:gd name="connsiteY698" fmla="*/ 70771 h 1219200"/>
                <a:gd name="connsiteX699" fmla="*/ 50292 w 1085850"/>
                <a:gd name="connsiteY699" fmla="*/ 71342 h 1219200"/>
                <a:gd name="connsiteX700" fmla="*/ 50483 w 1085850"/>
                <a:gd name="connsiteY700" fmla="*/ 72104 h 1219200"/>
                <a:gd name="connsiteX701" fmla="*/ 50578 w 1085850"/>
                <a:gd name="connsiteY701" fmla="*/ 72771 h 1219200"/>
                <a:gd name="connsiteX702" fmla="*/ 50483 w 1085850"/>
                <a:gd name="connsiteY702" fmla="*/ 73533 h 1219200"/>
                <a:gd name="connsiteX703" fmla="*/ 50292 w 1085850"/>
                <a:gd name="connsiteY703" fmla="*/ 74200 h 1219200"/>
                <a:gd name="connsiteX704" fmla="*/ 49816 w 1085850"/>
                <a:gd name="connsiteY704" fmla="*/ 75819 h 1219200"/>
                <a:gd name="connsiteX705" fmla="*/ 49530 w 1085850"/>
                <a:gd name="connsiteY705" fmla="*/ 76391 h 1219200"/>
                <a:gd name="connsiteX706" fmla="*/ 48959 w 1085850"/>
                <a:gd name="connsiteY706" fmla="*/ 77343 h 1219200"/>
                <a:gd name="connsiteX707" fmla="*/ 48101 w 1085850"/>
                <a:gd name="connsiteY707" fmla="*/ 78296 h 1219200"/>
                <a:gd name="connsiteX708" fmla="*/ 46292 w 1085850"/>
                <a:gd name="connsiteY708" fmla="*/ 79915 h 1219200"/>
                <a:gd name="connsiteX709" fmla="*/ 45434 w 1085850"/>
                <a:gd name="connsiteY709" fmla="*/ 80867 h 1219200"/>
                <a:gd name="connsiteX710" fmla="*/ 44768 w 1085850"/>
                <a:gd name="connsiteY710" fmla="*/ 81915 h 1219200"/>
                <a:gd name="connsiteX711" fmla="*/ 43529 w 1085850"/>
                <a:gd name="connsiteY711" fmla="*/ 84296 h 1219200"/>
                <a:gd name="connsiteX712" fmla="*/ 42577 w 1085850"/>
                <a:gd name="connsiteY712" fmla="*/ 86963 h 1219200"/>
                <a:gd name="connsiteX713" fmla="*/ 41910 w 1085850"/>
                <a:gd name="connsiteY713" fmla="*/ 88011 h 1219200"/>
                <a:gd name="connsiteX714" fmla="*/ 26765 w 1085850"/>
                <a:gd name="connsiteY714" fmla="*/ 105632 h 1219200"/>
                <a:gd name="connsiteX715" fmla="*/ 476 w 1085850"/>
                <a:gd name="connsiteY715" fmla="*/ 129350 h 1219200"/>
                <a:gd name="connsiteX716" fmla="*/ 191 w 1085850"/>
                <a:gd name="connsiteY716" fmla="*/ 129826 h 1219200"/>
                <a:gd name="connsiteX717" fmla="*/ 0 w 1085850"/>
                <a:gd name="connsiteY717" fmla="*/ 130397 h 1219200"/>
                <a:gd name="connsiteX718" fmla="*/ 0 w 1085850"/>
                <a:gd name="connsiteY718" fmla="*/ 131064 h 1219200"/>
                <a:gd name="connsiteX719" fmla="*/ 95 w 1085850"/>
                <a:gd name="connsiteY719" fmla="*/ 131731 h 1219200"/>
                <a:gd name="connsiteX720" fmla="*/ 953 w 1085850"/>
                <a:gd name="connsiteY720" fmla="*/ 132493 h 1219200"/>
                <a:gd name="connsiteX721" fmla="*/ 2381 w 1085850"/>
                <a:gd name="connsiteY721" fmla="*/ 133255 h 1219200"/>
                <a:gd name="connsiteX722" fmla="*/ 12668 w 1085850"/>
                <a:gd name="connsiteY722" fmla="*/ 137541 h 1219200"/>
                <a:gd name="connsiteX723" fmla="*/ 18383 w 1085850"/>
                <a:gd name="connsiteY723" fmla="*/ 141542 h 1219200"/>
                <a:gd name="connsiteX724" fmla="*/ 20193 w 1085850"/>
                <a:gd name="connsiteY724" fmla="*/ 143351 h 1219200"/>
                <a:gd name="connsiteX725" fmla="*/ 20479 w 1085850"/>
                <a:gd name="connsiteY725" fmla="*/ 143828 h 1219200"/>
                <a:gd name="connsiteX726" fmla="*/ 24003 w 1085850"/>
                <a:gd name="connsiteY726" fmla="*/ 147542 h 1219200"/>
                <a:gd name="connsiteX727" fmla="*/ 25813 w 1085850"/>
                <a:gd name="connsiteY727" fmla="*/ 148971 h 1219200"/>
                <a:gd name="connsiteX728" fmla="*/ 33147 w 1085850"/>
                <a:gd name="connsiteY728" fmla="*/ 152972 h 1219200"/>
                <a:gd name="connsiteX729" fmla="*/ 41910 w 1085850"/>
                <a:gd name="connsiteY729" fmla="*/ 156305 h 1219200"/>
                <a:gd name="connsiteX730" fmla="*/ 42767 w 1085850"/>
                <a:gd name="connsiteY730" fmla="*/ 156972 h 1219200"/>
                <a:gd name="connsiteX731" fmla="*/ 44101 w 1085850"/>
                <a:gd name="connsiteY731" fmla="*/ 158210 h 1219200"/>
                <a:gd name="connsiteX732" fmla="*/ 44768 w 1085850"/>
                <a:gd name="connsiteY732" fmla="*/ 158972 h 1219200"/>
                <a:gd name="connsiteX733" fmla="*/ 45244 w 1085850"/>
                <a:gd name="connsiteY733" fmla="*/ 159734 h 1219200"/>
                <a:gd name="connsiteX734" fmla="*/ 45815 w 1085850"/>
                <a:gd name="connsiteY734" fmla="*/ 160687 h 1219200"/>
                <a:gd name="connsiteX735" fmla="*/ 48387 w 1085850"/>
                <a:gd name="connsiteY735" fmla="*/ 166497 h 1219200"/>
                <a:gd name="connsiteX736" fmla="*/ 50863 w 1085850"/>
                <a:gd name="connsiteY736" fmla="*/ 170117 h 1219200"/>
                <a:gd name="connsiteX737" fmla="*/ 51721 w 1085850"/>
                <a:gd name="connsiteY737" fmla="*/ 171069 h 1219200"/>
                <a:gd name="connsiteX738" fmla="*/ 52197 w 1085850"/>
                <a:gd name="connsiteY738" fmla="*/ 171450 h 1219200"/>
                <a:gd name="connsiteX739" fmla="*/ 53054 w 1085850"/>
                <a:gd name="connsiteY739" fmla="*/ 171926 h 1219200"/>
                <a:gd name="connsiteX740" fmla="*/ 56864 w 1085850"/>
                <a:gd name="connsiteY740" fmla="*/ 173069 h 1219200"/>
                <a:gd name="connsiteX741" fmla="*/ 59436 w 1085850"/>
                <a:gd name="connsiteY741" fmla="*/ 173355 h 1219200"/>
                <a:gd name="connsiteX742" fmla="*/ 64103 w 1085850"/>
                <a:gd name="connsiteY742" fmla="*/ 172212 h 1219200"/>
                <a:gd name="connsiteX743" fmla="*/ 66294 w 1085850"/>
                <a:gd name="connsiteY743" fmla="*/ 171260 h 1219200"/>
                <a:gd name="connsiteX744" fmla="*/ 68009 w 1085850"/>
                <a:gd name="connsiteY744" fmla="*/ 170117 h 1219200"/>
                <a:gd name="connsiteX745" fmla="*/ 68771 w 1085850"/>
                <a:gd name="connsiteY745" fmla="*/ 169259 h 1219200"/>
                <a:gd name="connsiteX746" fmla="*/ 69913 w 1085850"/>
                <a:gd name="connsiteY746" fmla="*/ 167640 h 1219200"/>
                <a:gd name="connsiteX747" fmla="*/ 74295 w 1085850"/>
                <a:gd name="connsiteY747" fmla="*/ 159830 h 1219200"/>
                <a:gd name="connsiteX748" fmla="*/ 77248 w 1085850"/>
                <a:gd name="connsiteY748" fmla="*/ 152972 h 1219200"/>
                <a:gd name="connsiteX749" fmla="*/ 77534 w 1085850"/>
                <a:gd name="connsiteY749" fmla="*/ 152305 h 1219200"/>
                <a:gd name="connsiteX750" fmla="*/ 79343 w 1085850"/>
                <a:gd name="connsiteY750" fmla="*/ 146876 h 1219200"/>
                <a:gd name="connsiteX751" fmla="*/ 80391 w 1085850"/>
                <a:gd name="connsiteY751" fmla="*/ 144399 h 1219200"/>
                <a:gd name="connsiteX752" fmla="*/ 80772 w 1085850"/>
                <a:gd name="connsiteY752" fmla="*/ 143923 h 1219200"/>
                <a:gd name="connsiteX753" fmla="*/ 81248 w 1085850"/>
                <a:gd name="connsiteY753" fmla="*/ 143542 h 1219200"/>
                <a:gd name="connsiteX754" fmla="*/ 81820 w 1085850"/>
                <a:gd name="connsiteY754" fmla="*/ 143161 h 1219200"/>
                <a:gd name="connsiteX755" fmla="*/ 82391 w 1085850"/>
                <a:gd name="connsiteY755" fmla="*/ 143066 h 1219200"/>
                <a:gd name="connsiteX756" fmla="*/ 83153 w 1085850"/>
                <a:gd name="connsiteY756" fmla="*/ 143066 h 1219200"/>
                <a:gd name="connsiteX757" fmla="*/ 93631 w 1085850"/>
                <a:gd name="connsiteY757" fmla="*/ 147828 h 1219200"/>
                <a:gd name="connsiteX758" fmla="*/ 94202 w 1085850"/>
                <a:gd name="connsiteY758" fmla="*/ 148400 h 1219200"/>
                <a:gd name="connsiteX759" fmla="*/ 94869 w 1085850"/>
                <a:gd name="connsiteY759" fmla="*/ 149352 h 1219200"/>
                <a:gd name="connsiteX760" fmla="*/ 95250 w 1085850"/>
                <a:gd name="connsiteY760" fmla="*/ 150114 h 1219200"/>
                <a:gd name="connsiteX761" fmla="*/ 96012 w 1085850"/>
                <a:gd name="connsiteY761" fmla="*/ 152781 h 1219200"/>
                <a:gd name="connsiteX762" fmla="*/ 96488 w 1085850"/>
                <a:gd name="connsiteY762" fmla="*/ 154019 h 1219200"/>
                <a:gd name="connsiteX763" fmla="*/ 97060 w 1085850"/>
                <a:gd name="connsiteY763" fmla="*/ 155162 h 1219200"/>
                <a:gd name="connsiteX764" fmla="*/ 98393 w 1085850"/>
                <a:gd name="connsiteY764" fmla="*/ 157353 h 1219200"/>
                <a:gd name="connsiteX765" fmla="*/ 102013 w 1085850"/>
                <a:gd name="connsiteY765" fmla="*/ 160496 h 1219200"/>
                <a:gd name="connsiteX766" fmla="*/ 102870 w 1085850"/>
                <a:gd name="connsiteY766" fmla="*/ 161544 h 1219200"/>
                <a:gd name="connsiteX767" fmla="*/ 104394 w 1085850"/>
                <a:gd name="connsiteY767" fmla="*/ 164973 h 1219200"/>
                <a:gd name="connsiteX768" fmla="*/ 105061 w 1085850"/>
                <a:gd name="connsiteY768" fmla="*/ 166878 h 1219200"/>
                <a:gd name="connsiteX769" fmla="*/ 105251 w 1085850"/>
                <a:gd name="connsiteY769" fmla="*/ 167449 h 1219200"/>
                <a:gd name="connsiteX770" fmla="*/ 105823 w 1085850"/>
                <a:gd name="connsiteY770" fmla="*/ 168593 h 1219200"/>
                <a:gd name="connsiteX771" fmla="*/ 106394 w 1085850"/>
                <a:gd name="connsiteY771" fmla="*/ 169450 h 1219200"/>
                <a:gd name="connsiteX772" fmla="*/ 106680 w 1085850"/>
                <a:gd name="connsiteY772" fmla="*/ 169736 h 1219200"/>
                <a:gd name="connsiteX773" fmla="*/ 107347 w 1085850"/>
                <a:gd name="connsiteY773" fmla="*/ 170212 h 1219200"/>
                <a:gd name="connsiteX774" fmla="*/ 112109 w 1085850"/>
                <a:gd name="connsiteY774" fmla="*/ 172403 h 1219200"/>
                <a:gd name="connsiteX775" fmla="*/ 124968 w 1085850"/>
                <a:gd name="connsiteY775" fmla="*/ 174593 h 1219200"/>
                <a:gd name="connsiteX776" fmla="*/ 125730 w 1085850"/>
                <a:gd name="connsiteY776" fmla="*/ 174974 h 1219200"/>
                <a:gd name="connsiteX777" fmla="*/ 126683 w 1085850"/>
                <a:gd name="connsiteY777" fmla="*/ 175546 h 1219200"/>
                <a:gd name="connsiteX778" fmla="*/ 127826 w 1085850"/>
                <a:gd name="connsiteY778" fmla="*/ 176879 h 1219200"/>
                <a:gd name="connsiteX779" fmla="*/ 128397 w 1085850"/>
                <a:gd name="connsiteY779" fmla="*/ 177737 h 1219200"/>
                <a:gd name="connsiteX780" fmla="*/ 128683 w 1085850"/>
                <a:gd name="connsiteY780" fmla="*/ 178594 h 1219200"/>
                <a:gd name="connsiteX781" fmla="*/ 128683 w 1085850"/>
                <a:gd name="connsiteY781" fmla="*/ 179356 h 1219200"/>
                <a:gd name="connsiteX782" fmla="*/ 128683 w 1085850"/>
                <a:gd name="connsiteY782" fmla="*/ 180118 h 1219200"/>
                <a:gd name="connsiteX783" fmla="*/ 128492 w 1085850"/>
                <a:gd name="connsiteY783" fmla="*/ 180880 h 1219200"/>
                <a:gd name="connsiteX784" fmla="*/ 128302 w 1085850"/>
                <a:gd name="connsiteY784" fmla="*/ 181642 h 1219200"/>
                <a:gd name="connsiteX785" fmla="*/ 128111 w 1085850"/>
                <a:gd name="connsiteY785" fmla="*/ 182309 h 1219200"/>
                <a:gd name="connsiteX786" fmla="*/ 127540 w 1085850"/>
                <a:gd name="connsiteY786" fmla="*/ 183547 h 1219200"/>
                <a:gd name="connsiteX787" fmla="*/ 126778 w 1085850"/>
                <a:gd name="connsiteY787" fmla="*/ 184595 h 1219200"/>
                <a:gd name="connsiteX788" fmla="*/ 126397 w 1085850"/>
                <a:gd name="connsiteY788" fmla="*/ 184976 h 1219200"/>
                <a:gd name="connsiteX789" fmla="*/ 125444 w 1085850"/>
                <a:gd name="connsiteY789" fmla="*/ 185833 h 1219200"/>
                <a:gd name="connsiteX790" fmla="*/ 124492 w 1085850"/>
                <a:gd name="connsiteY790" fmla="*/ 186595 h 1219200"/>
                <a:gd name="connsiteX791" fmla="*/ 122301 w 1085850"/>
                <a:gd name="connsiteY791" fmla="*/ 187643 h 1219200"/>
                <a:gd name="connsiteX792" fmla="*/ 119539 w 1085850"/>
                <a:gd name="connsiteY792" fmla="*/ 188500 h 1219200"/>
                <a:gd name="connsiteX793" fmla="*/ 118682 w 1085850"/>
                <a:gd name="connsiteY793" fmla="*/ 188881 h 1219200"/>
                <a:gd name="connsiteX794" fmla="*/ 118110 w 1085850"/>
                <a:gd name="connsiteY794" fmla="*/ 189262 h 1219200"/>
                <a:gd name="connsiteX795" fmla="*/ 117634 w 1085850"/>
                <a:gd name="connsiteY795" fmla="*/ 189833 h 1219200"/>
                <a:gd name="connsiteX796" fmla="*/ 117348 w 1085850"/>
                <a:gd name="connsiteY796" fmla="*/ 190405 h 1219200"/>
                <a:gd name="connsiteX797" fmla="*/ 117253 w 1085850"/>
                <a:gd name="connsiteY797" fmla="*/ 191072 h 1219200"/>
                <a:gd name="connsiteX798" fmla="*/ 117062 w 1085850"/>
                <a:gd name="connsiteY798" fmla="*/ 191834 h 1219200"/>
                <a:gd name="connsiteX799" fmla="*/ 117253 w 1085850"/>
                <a:gd name="connsiteY799" fmla="*/ 193262 h 1219200"/>
                <a:gd name="connsiteX800" fmla="*/ 117538 w 1085850"/>
                <a:gd name="connsiteY800" fmla="*/ 194596 h 1219200"/>
                <a:gd name="connsiteX801" fmla="*/ 126873 w 1085850"/>
                <a:gd name="connsiteY801" fmla="*/ 226600 h 1219200"/>
                <a:gd name="connsiteX802" fmla="*/ 127349 w 1085850"/>
                <a:gd name="connsiteY802" fmla="*/ 229362 h 1219200"/>
                <a:gd name="connsiteX803" fmla="*/ 127540 w 1085850"/>
                <a:gd name="connsiteY803" fmla="*/ 230791 h 1219200"/>
                <a:gd name="connsiteX804" fmla="*/ 127445 w 1085850"/>
                <a:gd name="connsiteY804" fmla="*/ 231648 h 1219200"/>
                <a:gd name="connsiteX805" fmla="*/ 127445 w 1085850"/>
                <a:gd name="connsiteY805" fmla="*/ 232410 h 1219200"/>
                <a:gd name="connsiteX806" fmla="*/ 127254 w 1085850"/>
                <a:gd name="connsiteY806" fmla="*/ 233172 h 1219200"/>
                <a:gd name="connsiteX807" fmla="*/ 126968 w 1085850"/>
                <a:gd name="connsiteY807" fmla="*/ 233839 h 1219200"/>
                <a:gd name="connsiteX808" fmla="*/ 126397 w 1085850"/>
                <a:gd name="connsiteY808" fmla="*/ 234887 h 1219200"/>
                <a:gd name="connsiteX809" fmla="*/ 124206 w 1085850"/>
                <a:gd name="connsiteY809" fmla="*/ 238030 h 1219200"/>
                <a:gd name="connsiteX810" fmla="*/ 123635 w 1085850"/>
                <a:gd name="connsiteY810" fmla="*/ 239173 h 1219200"/>
                <a:gd name="connsiteX811" fmla="*/ 123349 w 1085850"/>
                <a:gd name="connsiteY811" fmla="*/ 239840 h 1219200"/>
                <a:gd name="connsiteX812" fmla="*/ 123158 w 1085850"/>
                <a:gd name="connsiteY812" fmla="*/ 240506 h 1219200"/>
                <a:gd name="connsiteX813" fmla="*/ 123063 w 1085850"/>
                <a:gd name="connsiteY813" fmla="*/ 241268 h 1219200"/>
                <a:gd name="connsiteX814" fmla="*/ 122968 w 1085850"/>
                <a:gd name="connsiteY814" fmla="*/ 242030 h 1219200"/>
                <a:gd name="connsiteX815" fmla="*/ 122968 w 1085850"/>
                <a:gd name="connsiteY815" fmla="*/ 242792 h 1219200"/>
                <a:gd name="connsiteX816" fmla="*/ 123254 w 1085850"/>
                <a:gd name="connsiteY816" fmla="*/ 244126 h 1219200"/>
                <a:gd name="connsiteX817" fmla="*/ 123635 w 1085850"/>
                <a:gd name="connsiteY817" fmla="*/ 245364 h 1219200"/>
                <a:gd name="connsiteX818" fmla="*/ 133350 w 1085850"/>
                <a:gd name="connsiteY818" fmla="*/ 262604 h 1219200"/>
                <a:gd name="connsiteX819" fmla="*/ 133541 w 1085850"/>
                <a:gd name="connsiteY819" fmla="*/ 263176 h 1219200"/>
                <a:gd name="connsiteX820" fmla="*/ 133731 w 1085850"/>
                <a:gd name="connsiteY820" fmla="*/ 263843 h 1219200"/>
                <a:gd name="connsiteX821" fmla="*/ 133826 w 1085850"/>
                <a:gd name="connsiteY821" fmla="*/ 264509 h 1219200"/>
                <a:gd name="connsiteX822" fmla="*/ 133826 w 1085850"/>
                <a:gd name="connsiteY822" fmla="*/ 265271 h 1219200"/>
                <a:gd name="connsiteX823" fmla="*/ 133541 w 1085850"/>
                <a:gd name="connsiteY823" fmla="*/ 266795 h 1219200"/>
                <a:gd name="connsiteX824" fmla="*/ 133445 w 1085850"/>
                <a:gd name="connsiteY824" fmla="*/ 268415 h 1219200"/>
                <a:gd name="connsiteX825" fmla="*/ 133445 w 1085850"/>
                <a:gd name="connsiteY825" fmla="*/ 269177 h 1219200"/>
                <a:gd name="connsiteX826" fmla="*/ 133636 w 1085850"/>
                <a:gd name="connsiteY826" fmla="*/ 269939 h 1219200"/>
                <a:gd name="connsiteX827" fmla="*/ 134017 w 1085850"/>
                <a:gd name="connsiteY827" fmla="*/ 271463 h 1219200"/>
                <a:gd name="connsiteX828" fmla="*/ 134779 w 1085850"/>
                <a:gd name="connsiteY828" fmla="*/ 273653 h 1219200"/>
                <a:gd name="connsiteX829" fmla="*/ 137255 w 1085850"/>
                <a:gd name="connsiteY829" fmla="*/ 277940 h 1219200"/>
                <a:gd name="connsiteX830" fmla="*/ 142970 w 1085850"/>
                <a:gd name="connsiteY830" fmla="*/ 285845 h 1219200"/>
                <a:gd name="connsiteX831" fmla="*/ 144590 w 1085850"/>
                <a:gd name="connsiteY831" fmla="*/ 287179 h 1219200"/>
                <a:gd name="connsiteX832" fmla="*/ 147447 w 1085850"/>
                <a:gd name="connsiteY832" fmla="*/ 288893 h 1219200"/>
                <a:gd name="connsiteX833" fmla="*/ 148400 w 1085850"/>
                <a:gd name="connsiteY833" fmla="*/ 289751 h 1219200"/>
                <a:gd name="connsiteX834" fmla="*/ 151543 w 1085850"/>
                <a:gd name="connsiteY834" fmla="*/ 293465 h 1219200"/>
                <a:gd name="connsiteX835" fmla="*/ 153543 w 1085850"/>
                <a:gd name="connsiteY835" fmla="*/ 295275 h 1219200"/>
                <a:gd name="connsiteX836" fmla="*/ 154686 w 1085850"/>
                <a:gd name="connsiteY836" fmla="*/ 295847 h 1219200"/>
                <a:gd name="connsiteX837" fmla="*/ 155734 w 1085850"/>
                <a:gd name="connsiteY837" fmla="*/ 296037 h 1219200"/>
                <a:gd name="connsiteX838" fmla="*/ 156972 w 1085850"/>
                <a:gd name="connsiteY838" fmla="*/ 295847 h 1219200"/>
                <a:gd name="connsiteX839" fmla="*/ 157734 w 1085850"/>
                <a:gd name="connsiteY839" fmla="*/ 295561 h 1219200"/>
                <a:gd name="connsiteX840" fmla="*/ 158782 w 1085850"/>
                <a:gd name="connsiteY840" fmla="*/ 294799 h 1219200"/>
                <a:gd name="connsiteX841" fmla="*/ 159353 w 1085850"/>
                <a:gd name="connsiteY841" fmla="*/ 294513 h 1219200"/>
                <a:gd name="connsiteX842" fmla="*/ 160020 w 1085850"/>
                <a:gd name="connsiteY842" fmla="*/ 294513 h 1219200"/>
                <a:gd name="connsiteX843" fmla="*/ 160782 w 1085850"/>
                <a:gd name="connsiteY843" fmla="*/ 294704 h 1219200"/>
                <a:gd name="connsiteX844" fmla="*/ 161449 w 1085850"/>
                <a:gd name="connsiteY844" fmla="*/ 295275 h 1219200"/>
                <a:gd name="connsiteX845" fmla="*/ 161830 w 1085850"/>
                <a:gd name="connsiteY845" fmla="*/ 295847 h 1219200"/>
                <a:gd name="connsiteX846" fmla="*/ 163068 w 1085850"/>
                <a:gd name="connsiteY846" fmla="*/ 297466 h 1219200"/>
                <a:gd name="connsiteX847" fmla="*/ 164021 w 1085850"/>
                <a:gd name="connsiteY847" fmla="*/ 298704 h 1219200"/>
                <a:gd name="connsiteX848" fmla="*/ 165068 w 1085850"/>
                <a:gd name="connsiteY848" fmla="*/ 299561 h 1219200"/>
                <a:gd name="connsiteX849" fmla="*/ 166021 w 1085850"/>
                <a:gd name="connsiteY849" fmla="*/ 300228 h 1219200"/>
                <a:gd name="connsiteX850" fmla="*/ 167164 w 1085850"/>
                <a:gd name="connsiteY850" fmla="*/ 300800 h 1219200"/>
                <a:gd name="connsiteX851" fmla="*/ 168212 w 1085850"/>
                <a:gd name="connsiteY851" fmla="*/ 301085 h 1219200"/>
                <a:gd name="connsiteX852" fmla="*/ 175927 w 1085850"/>
                <a:gd name="connsiteY852" fmla="*/ 301181 h 1219200"/>
                <a:gd name="connsiteX853" fmla="*/ 181546 w 1085850"/>
                <a:gd name="connsiteY853" fmla="*/ 300228 h 1219200"/>
                <a:gd name="connsiteX854" fmla="*/ 182499 w 1085850"/>
                <a:gd name="connsiteY854" fmla="*/ 300323 h 1219200"/>
                <a:gd name="connsiteX855" fmla="*/ 183547 w 1085850"/>
                <a:gd name="connsiteY855" fmla="*/ 300514 h 1219200"/>
                <a:gd name="connsiteX856" fmla="*/ 185261 w 1085850"/>
                <a:gd name="connsiteY856" fmla="*/ 301181 h 1219200"/>
                <a:gd name="connsiteX857" fmla="*/ 186690 w 1085850"/>
                <a:gd name="connsiteY857" fmla="*/ 301943 h 1219200"/>
                <a:gd name="connsiteX858" fmla="*/ 186976 w 1085850"/>
                <a:gd name="connsiteY858" fmla="*/ 302324 h 1219200"/>
                <a:gd name="connsiteX859" fmla="*/ 187738 w 1085850"/>
                <a:gd name="connsiteY859" fmla="*/ 303276 h 1219200"/>
                <a:gd name="connsiteX860" fmla="*/ 190310 w 1085850"/>
                <a:gd name="connsiteY860" fmla="*/ 307372 h 1219200"/>
                <a:gd name="connsiteX861" fmla="*/ 191071 w 1085850"/>
                <a:gd name="connsiteY861" fmla="*/ 308324 h 1219200"/>
                <a:gd name="connsiteX862" fmla="*/ 191453 w 1085850"/>
                <a:gd name="connsiteY862" fmla="*/ 308705 h 1219200"/>
                <a:gd name="connsiteX863" fmla="*/ 192024 w 1085850"/>
                <a:gd name="connsiteY863" fmla="*/ 309086 h 1219200"/>
                <a:gd name="connsiteX864" fmla="*/ 193929 w 1085850"/>
                <a:gd name="connsiteY864" fmla="*/ 309753 h 1219200"/>
                <a:gd name="connsiteX865" fmla="*/ 196215 w 1085850"/>
                <a:gd name="connsiteY865" fmla="*/ 309943 h 1219200"/>
                <a:gd name="connsiteX866" fmla="*/ 199454 w 1085850"/>
                <a:gd name="connsiteY866" fmla="*/ 309563 h 1219200"/>
                <a:gd name="connsiteX867" fmla="*/ 207264 w 1085850"/>
                <a:gd name="connsiteY867" fmla="*/ 307372 h 1219200"/>
                <a:gd name="connsiteX868" fmla="*/ 208312 w 1085850"/>
                <a:gd name="connsiteY868" fmla="*/ 306705 h 1219200"/>
                <a:gd name="connsiteX869" fmla="*/ 208788 w 1085850"/>
                <a:gd name="connsiteY869" fmla="*/ 306324 h 1219200"/>
                <a:gd name="connsiteX870" fmla="*/ 209169 w 1085850"/>
                <a:gd name="connsiteY870" fmla="*/ 305943 h 1219200"/>
                <a:gd name="connsiteX871" fmla="*/ 209550 w 1085850"/>
                <a:gd name="connsiteY871" fmla="*/ 305372 h 1219200"/>
                <a:gd name="connsiteX872" fmla="*/ 209741 w 1085850"/>
                <a:gd name="connsiteY872" fmla="*/ 304800 h 1219200"/>
                <a:gd name="connsiteX873" fmla="*/ 209931 w 1085850"/>
                <a:gd name="connsiteY873" fmla="*/ 304038 h 1219200"/>
                <a:gd name="connsiteX874" fmla="*/ 210121 w 1085850"/>
                <a:gd name="connsiteY874" fmla="*/ 303371 h 1219200"/>
                <a:gd name="connsiteX875" fmla="*/ 210312 w 1085850"/>
                <a:gd name="connsiteY875" fmla="*/ 300800 h 1219200"/>
                <a:gd name="connsiteX876" fmla="*/ 210598 w 1085850"/>
                <a:gd name="connsiteY876" fmla="*/ 299276 h 1219200"/>
                <a:gd name="connsiteX877" fmla="*/ 211074 w 1085850"/>
                <a:gd name="connsiteY877" fmla="*/ 298037 h 1219200"/>
                <a:gd name="connsiteX878" fmla="*/ 211741 w 1085850"/>
                <a:gd name="connsiteY878" fmla="*/ 296990 h 1219200"/>
                <a:gd name="connsiteX879" fmla="*/ 212122 w 1085850"/>
                <a:gd name="connsiteY879" fmla="*/ 296513 h 1219200"/>
                <a:gd name="connsiteX880" fmla="*/ 212598 w 1085850"/>
                <a:gd name="connsiteY880" fmla="*/ 296132 h 1219200"/>
                <a:gd name="connsiteX881" fmla="*/ 213170 w 1085850"/>
                <a:gd name="connsiteY881" fmla="*/ 295847 h 1219200"/>
                <a:gd name="connsiteX882" fmla="*/ 214313 w 1085850"/>
                <a:gd name="connsiteY882" fmla="*/ 295370 h 1219200"/>
                <a:gd name="connsiteX883" fmla="*/ 215741 w 1085850"/>
                <a:gd name="connsiteY883" fmla="*/ 295085 h 1219200"/>
                <a:gd name="connsiteX884" fmla="*/ 226790 w 1085850"/>
                <a:gd name="connsiteY884" fmla="*/ 296609 h 1219200"/>
                <a:gd name="connsiteX885" fmla="*/ 239363 w 1085850"/>
                <a:gd name="connsiteY885" fmla="*/ 293180 h 1219200"/>
                <a:gd name="connsiteX886" fmla="*/ 240316 w 1085850"/>
                <a:gd name="connsiteY886" fmla="*/ 293370 h 1219200"/>
                <a:gd name="connsiteX887" fmla="*/ 241554 w 1085850"/>
                <a:gd name="connsiteY887" fmla="*/ 293751 h 1219200"/>
                <a:gd name="connsiteX888" fmla="*/ 245174 w 1085850"/>
                <a:gd name="connsiteY888" fmla="*/ 295751 h 1219200"/>
                <a:gd name="connsiteX889" fmla="*/ 247460 w 1085850"/>
                <a:gd name="connsiteY889" fmla="*/ 297847 h 1219200"/>
                <a:gd name="connsiteX890" fmla="*/ 249174 w 1085850"/>
                <a:gd name="connsiteY890" fmla="*/ 298990 h 1219200"/>
                <a:gd name="connsiteX891" fmla="*/ 251175 w 1085850"/>
                <a:gd name="connsiteY891" fmla="*/ 299466 h 1219200"/>
                <a:gd name="connsiteX892" fmla="*/ 254413 w 1085850"/>
                <a:gd name="connsiteY892" fmla="*/ 299561 h 1219200"/>
                <a:gd name="connsiteX893" fmla="*/ 255937 w 1085850"/>
                <a:gd name="connsiteY893" fmla="*/ 299276 h 1219200"/>
                <a:gd name="connsiteX894" fmla="*/ 258318 w 1085850"/>
                <a:gd name="connsiteY894" fmla="*/ 298323 h 1219200"/>
                <a:gd name="connsiteX895" fmla="*/ 260413 w 1085850"/>
                <a:gd name="connsiteY895" fmla="*/ 297085 h 1219200"/>
                <a:gd name="connsiteX896" fmla="*/ 260795 w 1085850"/>
                <a:gd name="connsiteY896" fmla="*/ 296609 h 1219200"/>
                <a:gd name="connsiteX897" fmla="*/ 261176 w 1085850"/>
                <a:gd name="connsiteY897" fmla="*/ 296132 h 1219200"/>
                <a:gd name="connsiteX898" fmla="*/ 261461 w 1085850"/>
                <a:gd name="connsiteY898" fmla="*/ 295466 h 1219200"/>
                <a:gd name="connsiteX899" fmla="*/ 261557 w 1085850"/>
                <a:gd name="connsiteY899" fmla="*/ 294704 h 1219200"/>
                <a:gd name="connsiteX900" fmla="*/ 261747 w 1085850"/>
                <a:gd name="connsiteY900" fmla="*/ 293084 h 1219200"/>
                <a:gd name="connsiteX901" fmla="*/ 262128 w 1085850"/>
                <a:gd name="connsiteY901" fmla="*/ 291560 h 1219200"/>
                <a:gd name="connsiteX902" fmla="*/ 262319 w 1085850"/>
                <a:gd name="connsiteY902" fmla="*/ 290989 h 1219200"/>
                <a:gd name="connsiteX903" fmla="*/ 262604 w 1085850"/>
                <a:gd name="connsiteY903" fmla="*/ 290322 h 1219200"/>
                <a:gd name="connsiteX904" fmla="*/ 263081 w 1085850"/>
                <a:gd name="connsiteY904" fmla="*/ 289941 h 1219200"/>
                <a:gd name="connsiteX905" fmla="*/ 263557 w 1085850"/>
                <a:gd name="connsiteY905" fmla="*/ 289655 h 1219200"/>
                <a:gd name="connsiteX906" fmla="*/ 264795 w 1085850"/>
                <a:gd name="connsiteY906" fmla="*/ 289274 h 1219200"/>
                <a:gd name="connsiteX907" fmla="*/ 266510 w 1085850"/>
                <a:gd name="connsiteY907" fmla="*/ 289084 h 1219200"/>
                <a:gd name="connsiteX908" fmla="*/ 279654 w 1085850"/>
                <a:gd name="connsiteY908" fmla="*/ 292322 h 1219200"/>
                <a:gd name="connsiteX909" fmla="*/ 287369 w 1085850"/>
                <a:gd name="connsiteY909" fmla="*/ 288417 h 1219200"/>
                <a:gd name="connsiteX910" fmla="*/ 292037 w 1085850"/>
                <a:gd name="connsiteY910" fmla="*/ 288417 h 1219200"/>
                <a:gd name="connsiteX911" fmla="*/ 292608 w 1085850"/>
                <a:gd name="connsiteY911" fmla="*/ 288227 h 1219200"/>
                <a:gd name="connsiteX912" fmla="*/ 292989 w 1085850"/>
                <a:gd name="connsiteY912" fmla="*/ 287750 h 1219200"/>
                <a:gd name="connsiteX913" fmla="*/ 293275 w 1085850"/>
                <a:gd name="connsiteY913" fmla="*/ 287179 h 1219200"/>
                <a:gd name="connsiteX914" fmla="*/ 294132 w 1085850"/>
                <a:gd name="connsiteY914" fmla="*/ 284417 h 1219200"/>
                <a:gd name="connsiteX915" fmla="*/ 294418 w 1085850"/>
                <a:gd name="connsiteY915" fmla="*/ 283750 h 1219200"/>
                <a:gd name="connsiteX916" fmla="*/ 294799 w 1085850"/>
                <a:gd name="connsiteY916" fmla="*/ 283274 h 1219200"/>
                <a:gd name="connsiteX917" fmla="*/ 295561 w 1085850"/>
                <a:gd name="connsiteY917" fmla="*/ 282321 h 1219200"/>
                <a:gd name="connsiteX918" fmla="*/ 296513 w 1085850"/>
                <a:gd name="connsiteY918" fmla="*/ 281559 h 1219200"/>
                <a:gd name="connsiteX919" fmla="*/ 300800 w 1085850"/>
                <a:gd name="connsiteY919" fmla="*/ 279178 h 1219200"/>
                <a:gd name="connsiteX920" fmla="*/ 301181 w 1085850"/>
                <a:gd name="connsiteY920" fmla="*/ 278797 h 1219200"/>
                <a:gd name="connsiteX921" fmla="*/ 301562 w 1085850"/>
                <a:gd name="connsiteY921" fmla="*/ 278321 h 1219200"/>
                <a:gd name="connsiteX922" fmla="*/ 301752 w 1085850"/>
                <a:gd name="connsiteY922" fmla="*/ 277654 h 1219200"/>
                <a:gd name="connsiteX923" fmla="*/ 301847 w 1085850"/>
                <a:gd name="connsiteY923" fmla="*/ 276892 h 1219200"/>
                <a:gd name="connsiteX924" fmla="*/ 301943 w 1085850"/>
                <a:gd name="connsiteY924" fmla="*/ 275368 h 1219200"/>
                <a:gd name="connsiteX925" fmla="*/ 302038 w 1085850"/>
                <a:gd name="connsiteY925" fmla="*/ 274701 h 1219200"/>
                <a:gd name="connsiteX926" fmla="*/ 302228 w 1085850"/>
                <a:gd name="connsiteY926" fmla="*/ 273939 h 1219200"/>
                <a:gd name="connsiteX927" fmla="*/ 302419 w 1085850"/>
                <a:gd name="connsiteY927" fmla="*/ 273272 h 1219200"/>
                <a:gd name="connsiteX928" fmla="*/ 302705 w 1085850"/>
                <a:gd name="connsiteY928" fmla="*/ 272606 h 1219200"/>
                <a:gd name="connsiteX929" fmla="*/ 303086 w 1085850"/>
                <a:gd name="connsiteY929" fmla="*/ 272129 h 1219200"/>
                <a:gd name="connsiteX930" fmla="*/ 303562 w 1085850"/>
                <a:gd name="connsiteY930" fmla="*/ 271748 h 1219200"/>
                <a:gd name="connsiteX931" fmla="*/ 304038 w 1085850"/>
                <a:gd name="connsiteY931" fmla="*/ 271463 h 1219200"/>
                <a:gd name="connsiteX932" fmla="*/ 304610 w 1085850"/>
                <a:gd name="connsiteY932" fmla="*/ 271272 h 1219200"/>
                <a:gd name="connsiteX933" fmla="*/ 308134 w 1085850"/>
                <a:gd name="connsiteY933" fmla="*/ 270701 h 1219200"/>
                <a:gd name="connsiteX934" fmla="*/ 309182 w 1085850"/>
                <a:gd name="connsiteY934" fmla="*/ 270129 h 1219200"/>
                <a:gd name="connsiteX935" fmla="*/ 310039 w 1085850"/>
                <a:gd name="connsiteY935" fmla="*/ 269272 h 1219200"/>
                <a:gd name="connsiteX936" fmla="*/ 310706 w 1085850"/>
                <a:gd name="connsiteY936" fmla="*/ 268129 h 1219200"/>
                <a:gd name="connsiteX937" fmla="*/ 310991 w 1085850"/>
                <a:gd name="connsiteY937" fmla="*/ 267557 h 1219200"/>
                <a:gd name="connsiteX938" fmla="*/ 311182 w 1085850"/>
                <a:gd name="connsiteY938" fmla="*/ 266891 h 1219200"/>
                <a:gd name="connsiteX939" fmla="*/ 311277 w 1085850"/>
                <a:gd name="connsiteY939" fmla="*/ 266129 h 1219200"/>
                <a:gd name="connsiteX940" fmla="*/ 311372 w 1085850"/>
                <a:gd name="connsiteY940" fmla="*/ 265271 h 1219200"/>
                <a:gd name="connsiteX941" fmla="*/ 311277 w 1085850"/>
                <a:gd name="connsiteY941" fmla="*/ 261461 h 1219200"/>
                <a:gd name="connsiteX942" fmla="*/ 311372 w 1085850"/>
                <a:gd name="connsiteY942" fmla="*/ 260604 h 1219200"/>
                <a:gd name="connsiteX943" fmla="*/ 311563 w 1085850"/>
                <a:gd name="connsiteY943" fmla="*/ 259842 h 1219200"/>
                <a:gd name="connsiteX944" fmla="*/ 311753 w 1085850"/>
                <a:gd name="connsiteY944" fmla="*/ 259175 h 1219200"/>
                <a:gd name="connsiteX945" fmla="*/ 312134 w 1085850"/>
                <a:gd name="connsiteY945" fmla="*/ 258604 h 1219200"/>
                <a:gd name="connsiteX946" fmla="*/ 312420 w 1085850"/>
                <a:gd name="connsiteY946" fmla="*/ 258128 h 1219200"/>
                <a:gd name="connsiteX947" fmla="*/ 312801 w 1085850"/>
                <a:gd name="connsiteY947" fmla="*/ 257651 h 1219200"/>
                <a:gd name="connsiteX948" fmla="*/ 313277 w 1085850"/>
                <a:gd name="connsiteY948" fmla="*/ 257270 h 1219200"/>
                <a:gd name="connsiteX949" fmla="*/ 313849 w 1085850"/>
                <a:gd name="connsiteY949" fmla="*/ 256985 h 1219200"/>
                <a:gd name="connsiteX950" fmla="*/ 314420 w 1085850"/>
                <a:gd name="connsiteY950" fmla="*/ 256699 h 1219200"/>
                <a:gd name="connsiteX951" fmla="*/ 315087 w 1085850"/>
                <a:gd name="connsiteY951" fmla="*/ 256508 h 1219200"/>
                <a:gd name="connsiteX952" fmla="*/ 316516 w 1085850"/>
                <a:gd name="connsiteY952" fmla="*/ 256413 h 1219200"/>
                <a:gd name="connsiteX953" fmla="*/ 332994 w 1085850"/>
                <a:gd name="connsiteY953" fmla="*/ 260699 h 1219200"/>
                <a:gd name="connsiteX954" fmla="*/ 337185 w 1085850"/>
                <a:gd name="connsiteY954" fmla="*/ 263366 h 1219200"/>
                <a:gd name="connsiteX955" fmla="*/ 345186 w 1085850"/>
                <a:gd name="connsiteY955" fmla="*/ 270320 h 1219200"/>
                <a:gd name="connsiteX956" fmla="*/ 347472 w 1085850"/>
                <a:gd name="connsiteY956" fmla="*/ 273368 h 1219200"/>
                <a:gd name="connsiteX957" fmla="*/ 349377 w 1085850"/>
                <a:gd name="connsiteY957" fmla="*/ 276797 h 1219200"/>
                <a:gd name="connsiteX958" fmla="*/ 350139 w 1085850"/>
                <a:gd name="connsiteY958" fmla="*/ 278511 h 1219200"/>
                <a:gd name="connsiteX959" fmla="*/ 350615 w 1085850"/>
                <a:gd name="connsiteY959" fmla="*/ 279654 h 1219200"/>
                <a:gd name="connsiteX960" fmla="*/ 351092 w 1085850"/>
                <a:gd name="connsiteY960" fmla="*/ 282416 h 1219200"/>
                <a:gd name="connsiteX961" fmla="*/ 351377 w 1085850"/>
                <a:gd name="connsiteY961" fmla="*/ 283655 h 1219200"/>
                <a:gd name="connsiteX962" fmla="*/ 351758 w 1085850"/>
                <a:gd name="connsiteY962" fmla="*/ 284512 h 1219200"/>
                <a:gd name="connsiteX963" fmla="*/ 352425 w 1085850"/>
                <a:gd name="connsiteY963" fmla="*/ 285464 h 1219200"/>
                <a:gd name="connsiteX964" fmla="*/ 358140 w 1085850"/>
                <a:gd name="connsiteY964" fmla="*/ 291275 h 1219200"/>
                <a:gd name="connsiteX965" fmla="*/ 359283 w 1085850"/>
                <a:gd name="connsiteY965" fmla="*/ 293180 h 1219200"/>
                <a:gd name="connsiteX966" fmla="*/ 360902 w 1085850"/>
                <a:gd name="connsiteY966" fmla="*/ 296418 h 1219200"/>
                <a:gd name="connsiteX967" fmla="*/ 361283 w 1085850"/>
                <a:gd name="connsiteY967" fmla="*/ 297371 h 1219200"/>
                <a:gd name="connsiteX968" fmla="*/ 361950 w 1085850"/>
                <a:gd name="connsiteY968" fmla="*/ 299942 h 1219200"/>
                <a:gd name="connsiteX969" fmla="*/ 362521 w 1085850"/>
                <a:gd name="connsiteY969" fmla="*/ 301085 h 1219200"/>
                <a:gd name="connsiteX970" fmla="*/ 363855 w 1085850"/>
                <a:gd name="connsiteY970" fmla="*/ 302705 h 1219200"/>
                <a:gd name="connsiteX971" fmla="*/ 369761 w 1085850"/>
                <a:gd name="connsiteY971" fmla="*/ 307943 h 1219200"/>
                <a:gd name="connsiteX972" fmla="*/ 370237 w 1085850"/>
                <a:gd name="connsiteY972" fmla="*/ 308324 h 1219200"/>
                <a:gd name="connsiteX973" fmla="*/ 371761 w 1085850"/>
                <a:gd name="connsiteY973" fmla="*/ 307848 h 1219200"/>
                <a:gd name="connsiteX974" fmla="*/ 373761 w 1085850"/>
                <a:gd name="connsiteY974" fmla="*/ 308801 h 1219200"/>
                <a:gd name="connsiteX975" fmla="*/ 374428 w 1085850"/>
                <a:gd name="connsiteY975" fmla="*/ 311087 h 1219200"/>
                <a:gd name="connsiteX976" fmla="*/ 374713 w 1085850"/>
                <a:gd name="connsiteY976" fmla="*/ 313944 h 1219200"/>
                <a:gd name="connsiteX977" fmla="*/ 375952 w 1085850"/>
                <a:gd name="connsiteY977" fmla="*/ 316611 h 1219200"/>
                <a:gd name="connsiteX978" fmla="*/ 377381 w 1085850"/>
                <a:gd name="connsiteY978" fmla="*/ 317278 h 1219200"/>
                <a:gd name="connsiteX979" fmla="*/ 379190 w 1085850"/>
                <a:gd name="connsiteY979" fmla="*/ 317849 h 1219200"/>
                <a:gd name="connsiteX980" fmla="*/ 380524 w 1085850"/>
                <a:gd name="connsiteY980" fmla="*/ 318897 h 1219200"/>
                <a:gd name="connsiteX981" fmla="*/ 380333 w 1085850"/>
                <a:gd name="connsiteY981" fmla="*/ 320993 h 1219200"/>
                <a:gd name="connsiteX982" fmla="*/ 382810 w 1085850"/>
                <a:gd name="connsiteY982" fmla="*/ 320802 h 1219200"/>
                <a:gd name="connsiteX983" fmla="*/ 383572 w 1085850"/>
                <a:gd name="connsiteY983" fmla="*/ 320993 h 1219200"/>
                <a:gd name="connsiteX984" fmla="*/ 384715 w 1085850"/>
                <a:gd name="connsiteY984" fmla="*/ 321564 h 1219200"/>
                <a:gd name="connsiteX985" fmla="*/ 385001 w 1085850"/>
                <a:gd name="connsiteY985" fmla="*/ 321755 h 1219200"/>
                <a:gd name="connsiteX986" fmla="*/ 384905 w 1085850"/>
                <a:gd name="connsiteY986" fmla="*/ 322326 h 1219200"/>
                <a:gd name="connsiteX987" fmla="*/ 384715 w 1085850"/>
                <a:gd name="connsiteY987" fmla="*/ 324041 h 1219200"/>
                <a:gd name="connsiteX988" fmla="*/ 385382 w 1085850"/>
                <a:gd name="connsiteY988" fmla="*/ 326041 h 1219200"/>
                <a:gd name="connsiteX989" fmla="*/ 388430 w 1085850"/>
                <a:gd name="connsiteY989" fmla="*/ 328422 h 1219200"/>
                <a:gd name="connsiteX990" fmla="*/ 389096 w 1085850"/>
                <a:gd name="connsiteY990" fmla="*/ 330041 h 1219200"/>
                <a:gd name="connsiteX991" fmla="*/ 389192 w 1085850"/>
                <a:gd name="connsiteY991" fmla="*/ 331280 h 1219200"/>
                <a:gd name="connsiteX992" fmla="*/ 389573 w 1085850"/>
                <a:gd name="connsiteY992" fmla="*/ 332518 h 1219200"/>
                <a:gd name="connsiteX993" fmla="*/ 389763 w 1085850"/>
                <a:gd name="connsiteY993" fmla="*/ 334994 h 1219200"/>
                <a:gd name="connsiteX994" fmla="*/ 390144 w 1085850"/>
                <a:gd name="connsiteY994" fmla="*/ 335947 h 1219200"/>
                <a:gd name="connsiteX995" fmla="*/ 390525 w 1085850"/>
                <a:gd name="connsiteY995" fmla="*/ 336709 h 1219200"/>
                <a:gd name="connsiteX996" fmla="*/ 390811 w 1085850"/>
                <a:gd name="connsiteY996" fmla="*/ 337471 h 1219200"/>
                <a:gd name="connsiteX997" fmla="*/ 390620 w 1085850"/>
                <a:gd name="connsiteY997" fmla="*/ 339947 h 1219200"/>
                <a:gd name="connsiteX998" fmla="*/ 389858 w 1085850"/>
                <a:gd name="connsiteY998" fmla="*/ 342138 h 1219200"/>
                <a:gd name="connsiteX999" fmla="*/ 388811 w 1085850"/>
                <a:gd name="connsiteY999" fmla="*/ 343948 h 1219200"/>
                <a:gd name="connsiteX1000" fmla="*/ 387477 w 1085850"/>
                <a:gd name="connsiteY1000" fmla="*/ 345281 h 1219200"/>
                <a:gd name="connsiteX1001" fmla="*/ 387953 w 1085850"/>
                <a:gd name="connsiteY1001" fmla="*/ 346139 h 1219200"/>
                <a:gd name="connsiteX1002" fmla="*/ 387763 w 1085850"/>
                <a:gd name="connsiteY1002" fmla="*/ 346615 h 1219200"/>
                <a:gd name="connsiteX1003" fmla="*/ 386334 w 1085850"/>
                <a:gd name="connsiteY1003" fmla="*/ 347377 h 1219200"/>
                <a:gd name="connsiteX1004" fmla="*/ 385858 w 1085850"/>
                <a:gd name="connsiteY1004" fmla="*/ 348329 h 1219200"/>
                <a:gd name="connsiteX1005" fmla="*/ 385763 w 1085850"/>
                <a:gd name="connsiteY1005" fmla="*/ 349568 h 1219200"/>
                <a:gd name="connsiteX1006" fmla="*/ 385477 w 1085850"/>
                <a:gd name="connsiteY1006" fmla="*/ 350711 h 1219200"/>
                <a:gd name="connsiteX1007" fmla="*/ 384715 w 1085850"/>
                <a:gd name="connsiteY1007" fmla="*/ 351377 h 1219200"/>
                <a:gd name="connsiteX1008" fmla="*/ 383286 w 1085850"/>
                <a:gd name="connsiteY1008" fmla="*/ 349377 h 1219200"/>
                <a:gd name="connsiteX1009" fmla="*/ 382429 w 1085850"/>
                <a:gd name="connsiteY1009" fmla="*/ 348520 h 1219200"/>
                <a:gd name="connsiteX1010" fmla="*/ 381953 w 1085850"/>
                <a:gd name="connsiteY1010" fmla="*/ 349187 h 1219200"/>
                <a:gd name="connsiteX1011" fmla="*/ 381857 w 1085850"/>
                <a:gd name="connsiteY1011" fmla="*/ 350330 h 1219200"/>
                <a:gd name="connsiteX1012" fmla="*/ 381381 w 1085850"/>
                <a:gd name="connsiteY1012" fmla="*/ 351473 h 1219200"/>
                <a:gd name="connsiteX1013" fmla="*/ 380905 w 1085850"/>
                <a:gd name="connsiteY1013" fmla="*/ 352330 h 1219200"/>
                <a:gd name="connsiteX1014" fmla="*/ 380333 w 1085850"/>
                <a:gd name="connsiteY1014" fmla="*/ 353092 h 1219200"/>
                <a:gd name="connsiteX1015" fmla="*/ 379667 w 1085850"/>
                <a:gd name="connsiteY1015" fmla="*/ 352520 h 1219200"/>
                <a:gd name="connsiteX1016" fmla="*/ 379000 w 1085850"/>
                <a:gd name="connsiteY1016" fmla="*/ 352330 h 1219200"/>
                <a:gd name="connsiteX1017" fmla="*/ 378238 w 1085850"/>
                <a:gd name="connsiteY1017" fmla="*/ 352520 h 1219200"/>
                <a:gd name="connsiteX1018" fmla="*/ 377571 w 1085850"/>
                <a:gd name="connsiteY1018" fmla="*/ 353092 h 1219200"/>
                <a:gd name="connsiteX1019" fmla="*/ 378143 w 1085850"/>
                <a:gd name="connsiteY1019" fmla="*/ 353663 h 1219200"/>
                <a:gd name="connsiteX1020" fmla="*/ 378619 w 1085850"/>
                <a:gd name="connsiteY1020" fmla="*/ 354235 h 1219200"/>
                <a:gd name="connsiteX1021" fmla="*/ 379286 w 1085850"/>
                <a:gd name="connsiteY1021" fmla="*/ 355664 h 1219200"/>
                <a:gd name="connsiteX1022" fmla="*/ 377952 w 1085850"/>
                <a:gd name="connsiteY1022" fmla="*/ 356711 h 1219200"/>
                <a:gd name="connsiteX1023" fmla="*/ 374047 w 1085850"/>
                <a:gd name="connsiteY1023" fmla="*/ 360902 h 1219200"/>
                <a:gd name="connsiteX1024" fmla="*/ 373190 w 1085850"/>
                <a:gd name="connsiteY1024" fmla="*/ 362141 h 1219200"/>
                <a:gd name="connsiteX1025" fmla="*/ 372237 w 1085850"/>
                <a:gd name="connsiteY1025" fmla="*/ 364427 h 1219200"/>
                <a:gd name="connsiteX1026" fmla="*/ 367760 w 1085850"/>
                <a:gd name="connsiteY1026" fmla="*/ 364331 h 1219200"/>
                <a:gd name="connsiteX1027" fmla="*/ 366617 w 1085850"/>
                <a:gd name="connsiteY1027" fmla="*/ 365951 h 1219200"/>
                <a:gd name="connsiteX1028" fmla="*/ 367284 w 1085850"/>
                <a:gd name="connsiteY1028" fmla="*/ 367284 h 1219200"/>
                <a:gd name="connsiteX1029" fmla="*/ 370237 w 1085850"/>
                <a:gd name="connsiteY1029" fmla="*/ 371094 h 1219200"/>
                <a:gd name="connsiteX1030" fmla="*/ 370999 w 1085850"/>
                <a:gd name="connsiteY1030" fmla="*/ 373380 h 1219200"/>
                <a:gd name="connsiteX1031" fmla="*/ 370523 w 1085850"/>
                <a:gd name="connsiteY1031" fmla="*/ 374047 h 1219200"/>
                <a:gd name="connsiteX1032" fmla="*/ 368903 w 1085850"/>
                <a:gd name="connsiteY1032" fmla="*/ 375952 h 1219200"/>
                <a:gd name="connsiteX1033" fmla="*/ 369094 w 1085850"/>
                <a:gd name="connsiteY1033" fmla="*/ 376333 h 1219200"/>
                <a:gd name="connsiteX1034" fmla="*/ 369475 w 1085850"/>
                <a:gd name="connsiteY1034" fmla="*/ 377000 h 1219200"/>
                <a:gd name="connsiteX1035" fmla="*/ 370427 w 1085850"/>
                <a:gd name="connsiteY1035" fmla="*/ 380714 h 1219200"/>
                <a:gd name="connsiteX1036" fmla="*/ 371094 w 1085850"/>
                <a:gd name="connsiteY1036" fmla="*/ 385763 h 1219200"/>
                <a:gd name="connsiteX1037" fmla="*/ 370999 w 1085850"/>
                <a:gd name="connsiteY1037" fmla="*/ 390144 h 1219200"/>
                <a:gd name="connsiteX1038" fmla="*/ 369761 w 1085850"/>
                <a:gd name="connsiteY1038" fmla="*/ 393668 h 1219200"/>
                <a:gd name="connsiteX1039" fmla="*/ 366617 w 1085850"/>
                <a:gd name="connsiteY1039" fmla="*/ 396145 h 1219200"/>
                <a:gd name="connsiteX1040" fmla="*/ 365570 w 1085850"/>
                <a:gd name="connsiteY1040" fmla="*/ 396431 h 1219200"/>
                <a:gd name="connsiteX1041" fmla="*/ 364046 w 1085850"/>
                <a:gd name="connsiteY1041" fmla="*/ 396621 h 1219200"/>
                <a:gd name="connsiteX1042" fmla="*/ 363284 w 1085850"/>
                <a:gd name="connsiteY1042" fmla="*/ 397002 h 1219200"/>
                <a:gd name="connsiteX1043" fmla="*/ 362712 w 1085850"/>
                <a:gd name="connsiteY1043" fmla="*/ 397955 h 1219200"/>
                <a:gd name="connsiteX1044" fmla="*/ 361855 w 1085850"/>
                <a:gd name="connsiteY1044" fmla="*/ 400050 h 1219200"/>
                <a:gd name="connsiteX1045" fmla="*/ 361474 w 1085850"/>
                <a:gd name="connsiteY1045" fmla="*/ 400526 h 1219200"/>
                <a:gd name="connsiteX1046" fmla="*/ 360712 w 1085850"/>
                <a:gd name="connsiteY1046" fmla="*/ 400717 h 1219200"/>
                <a:gd name="connsiteX1047" fmla="*/ 359759 w 1085850"/>
                <a:gd name="connsiteY1047" fmla="*/ 401288 h 1219200"/>
                <a:gd name="connsiteX1048" fmla="*/ 358807 w 1085850"/>
                <a:gd name="connsiteY1048" fmla="*/ 401955 h 1219200"/>
                <a:gd name="connsiteX1049" fmla="*/ 358426 w 1085850"/>
                <a:gd name="connsiteY1049" fmla="*/ 402622 h 1219200"/>
                <a:gd name="connsiteX1050" fmla="*/ 358045 w 1085850"/>
                <a:gd name="connsiteY1050" fmla="*/ 403860 h 1219200"/>
                <a:gd name="connsiteX1051" fmla="*/ 356997 w 1085850"/>
                <a:gd name="connsiteY1051" fmla="*/ 404432 h 1219200"/>
                <a:gd name="connsiteX1052" fmla="*/ 353187 w 1085850"/>
                <a:gd name="connsiteY1052" fmla="*/ 405289 h 1219200"/>
                <a:gd name="connsiteX1053" fmla="*/ 352235 w 1085850"/>
                <a:gd name="connsiteY1053" fmla="*/ 405956 h 1219200"/>
                <a:gd name="connsiteX1054" fmla="*/ 351854 w 1085850"/>
                <a:gd name="connsiteY1054" fmla="*/ 406908 h 1219200"/>
                <a:gd name="connsiteX1055" fmla="*/ 352139 w 1085850"/>
                <a:gd name="connsiteY1055" fmla="*/ 409766 h 1219200"/>
                <a:gd name="connsiteX1056" fmla="*/ 352044 w 1085850"/>
                <a:gd name="connsiteY1056" fmla="*/ 411194 h 1219200"/>
                <a:gd name="connsiteX1057" fmla="*/ 351568 w 1085850"/>
                <a:gd name="connsiteY1057" fmla="*/ 411194 h 1219200"/>
                <a:gd name="connsiteX1058" fmla="*/ 349663 w 1085850"/>
                <a:gd name="connsiteY1058" fmla="*/ 409670 h 1219200"/>
                <a:gd name="connsiteX1059" fmla="*/ 348806 w 1085850"/>
                <a:gd name="connsiteY1059" fmla="*/ 411290 h 1219200"/>
                <a:gd name="connsiteX1060" fmla="*/ 347948 w 1085850"/>
                <a:gd name="connsiteY1060" fmla="*/ 417576 h 1219200"/>
                <a:gd name="connsiteX1061" fmla="*/ 347377 w 1085850"/>
                <a:gd name="connsiteY1061" fmla="*/ 419862 h 1219200"/>
                <a:gd name="connsiteX1062" fmla="*/ 346805 w 1085850"/>
                <a:gd name="connsiteY1062" fmla="*/ 421196 h 1219200"/>
                <a:gd name="connsiteX1063" fmla="*/ 346043 w 1085850"/>
                <a:gd name="connsiteY1063" fmla="*/ 421767 h 1219200"/>
                <a:gd name="connsiteX1064" fmla="*/ 345281 w 1085850"/>
                <a:gd name="connsiteY1064" fmla="*/ 422148 h 1219200"/>
                <a:gd name="connsiteX1065" fmla="*/ 344329 w 1085850"/>
                <a:gd name="connsiteY1065" fmla="*/ 422910 h 1219200"/>
                <a:gd name="connsiteX1066" fmla="*/ 343471 w 1085850"/>
                <a:gd name="connsiteY1066" fmla="*/ 423863 h 1219200"/>
                <a:gd name="connsiteX1067" fmla="*/ 343091 w 1085850"/>
                <a:gd name="connsiteY1067" fmla="*/ 424910 h 1219200"/>
                <a:gd name="connsiteX1068" fmla="*/ 342900 w 1085850"/>
                <a:gd name="connsiteY1068" fmla="*/ 426434 h 1219200"/>
                <a:gd name="connsiteX1069" fmla="*/ 342329 w 1085850"/>
                <a:gd name="connsiteY1069" fmla="*/ 427101 h 1219200"/>
                <a:gd name="connsiteX1070" fmla="*/ 341852 w 1085850"/>
                <a:gd name="connsiteY1070" fmla="*/ 427673 h 1219200"/>
                <a:gd name="connsiteX1071" fmla="*/ 341471 w 1085850"/>
                <a:gd name="connsiteY1071" fmla="*/ 428720 h 1219200"/>
                <a:gd name="connsiteX1072" fmla="*/ 341757 w 1085850"/>
                <a:gd name="connsiteY1072" fmla="*/ 429673 h 1219200"/>
                <a:gd name="connsiteX1073" fmla="*/ 342424 w 1085850"/>
                <a:gd name="connsiteY1073" fmla="*/ 430625 h 1219200"/>
                <a:gd name="connsiteX1074" fmla="*/ 342614 w 1085850"/>
                <a:gd name="connsiteY1074" fmla="*/ 431483 h 1219200"/>
                <a:gd name="connsiteX1075" fmla="*/ 341471 w 1085850"/>
                <a:gd name="connsiteY1075" fmla="*/ 432149 h 1219200"/>
                <a:gd name="connsiteX1076" fmla="*/ 341757 w 1085850"/>
                <a:gd name="connsiteY1076" fmla="*/ 434054 h 1219200"/>
                <a:gd name="connsiteX1077" fmla="*/ 340995 w 1085850"/>
                <a:gd name="connsiteY1077" fmla="*/ 435388 h 1219200"/>
                <a:gd name="connsiteX1078" fmla="*/ 339757 w 1085850"/>
                <a:gd name="connsiteY1078" fmla="*/ 436055 h 1219200"/>
                <a:gd name="connsiteX1079" fmla="*/ 337090 w 1085850"/>
                <a:gd name="connsiteY1079" fmla="*/ 436721 h 1219200"/>
                <a:gd name="connsiteX1080" fmla="*/ 333756 w 1085850"/>
                <a:gd name="connsiteY1080" fmla="*/ 439865 h 1219200"/>
                <a:gd name="connsiteX1081" fmla="*/ 335090 w 1085850"/>
                <a:gd name="connsiteY1081" fmla="*/ 442341 h 1219200"/>
                <a:gd name="connsiteX1082" fmla="*/ 333756 w 1085850"/>
                <a:gd name="connsiteY1082" fmla="*/ 444246 h 1219200"/>
                <a:gd name="connsiteX1083" fmla="*/ 331565 w 1085850"/>
                <a:gd name="connsiteY1083" fmla="*/ 444818 h 1219200"/>
                <a:gd name="connsiteX1084" fmla="*/ 330422 w 1085850"/>
                <a:gd name="connsiteY1084" fmla="*/ 443198 h 1219200"/>
                <a:gd name="connsiteX1085" fmla="*/ 329375 w 1085850"/>
                <a:gd name="connsiteY1085" fmla="*/ 444246 h 1219200"/>
                <a:gd name="connsiteX1086" fmla="*/ 328327 w 1085850"/>
                <a:gd name="connsiteY1086" fmla="*/ 445675 h 1219200"/>
                <a:gd name="connsiteX1087" fmla="*/ 327470 w 1085850"/>
                <a:gd name="connsiteY1087" fmla="*/ 447199 h 1219200"/>
                <a:gd name="connsiteX1088" fmla="*/ 327184 w 1085850"/>
                <a:gd name="connsiteY1088" fmla="*/ 448342 h 1219200"/>
                <a:gd name="connsiteX1089" fmla="*/ 327375 w 1085850"/>
                <a:gd name="connsiteY1089" fmla="*/ 448437 h 1219200"/>
                <a:gd name="connsiteX1090" fmla="*/ 328613 w 1085850"/>
                <a:gd name="connsiteY1090" fmla="*/ 451104 h 1219200"/>
                <a:gd name="connsiteX1091" fmla="*/ 328803 w 1085850"/>
                <a:gd name="connsiteY1091" fmla="*/ 451676 h 1219200"/>
                <a:gd name="connsiteX1092" fmla="*/ 329756 w 1085850"/>
                <a:gd name="connsiteY1092" fmla="*/ 452057 h 1219200"/>
                <a:gd name="connsiteX1093" fmla="*/ 331661 w 1085850"/>
                <a:gd name="connsiteY1093" fmla="*/ 452057 h 1219200"/>
                <a:gd name="connsiteX1094" fmla="*/ 332708 w 1085850"/>
                <a:gd name="connsiteY1094" fmla="*/ 452533 h 1219200"/>
                <a:gd name="connsiteX1095" fmla="*/ 331184 w 1085850"/>
                <a:gd name="connsiteY1095" fmla="*/ 453962 h 1219200"/>
                <a:gd name="connsiteX1096" fmla="*/ 329660 w 1085850"/>
                <a:gd name="connsiteY1096" fmla="*/ 454057 h 1219200"/>
                <a:gd name="connsiteX1097" fmla="*/ 326327 w 1085850"/>
                <a:gd name="connsiteY1097" fmla="*/ 453485 h 1219200"/>
                <a:gd name="connsiteX1098" fmla="*/ 325850 w 1085850"/>
                <a:gd name="connsiteY1098" fmla="*/ 453962 h 1219200"/>
                <a:gd name="connsiteX1099" fmla="*/ 326422 w 1085850"/>
                <a:gd name="connsiteY1099" fmla="*/ 454914 h 1219200"/>
                <a:gd name="connsiteX1100" fmla="*/ 327375 w 1085850"/>
                <a:gd name="connsiteY1100" fmla="*/ 455867 h 1219200"/>
                <a:gd name="connsiteX1101" fmla="*/ 327660 w 1085850"/>
                <a:gd name="connsiteY1101" fmla="*/ 456057 h 1219200"/>
                <a:gd name="connsiteX1102" fmla="*/ 328327 w 1085850"/>
                <a:gd name="connsiteY1102" fmla="*/ 456629 h 1219200"/>
                <a:gd name="connsiteX1103" fmla="*/ 328898 w 1085850"/>
                <a:gd name="connsiteY1103" fmla="*/ 457010 h 1219200"/>
                <a:gd name="connsiteX1104" fmla="*/ 329470 w 1085850"/>
                <a:gd name="connsiteY1104" fmla="*/ 457486 h 1219200"/>
                <a:gd name="connsiteX1105" fmla="*/ 329946 w 1085850"/>
                <a:gd name="connsiteY1105" fmla="*/ 458438 h 1219200"/>
                <a:gd name="connsiteX1106" fmla="*/ 329375 w 1085850"/>
                <a:gd name="connsiteY1106" fmla="*/ 459677 h 1219200"/>
                <a:gd name="connsiteX1107" fmla="*/ 328708 w 1085850"/>
                <a:gd name="connsiteY1107" fmla="*/ 460534 h 1219200"/>
                <a:gd name="connsiteX1108" fmla="*/ 327946 w 1085850"/>
                <a:gd name="connsiteY1108" fmla="*/ 461010 h 1219200"/>
                <a:gd name="connsiteX1109" fmla="*/ 326898 w 1085850"/>
                <a:gd name="connsiteY1109" fmla="*/ 461105 h 1219200"/>
                <a:gd name="connsiteX1110" fmla="*/ 326136 w 1085850"/>
                <a:gd name="connsiteY1110" fmla="*/ 461677 h 1219200"/>
                <a:gd name="connsiteX1111" fmla="*/ 324993 w 1085850"/>
                <a:gd name="connsiteY1111" fmla="*/ 464344 h 1219200"/>
                <a:gd name="connsiteX1112" fmla="*/ 324421 w 1085850"/>
                <a:gd name="connsiteY1112" fmla="*/ 465296 h 1219200"/>
                <a:gd name="connsiteX1113" fmla="*/ 322326 w 1085850"/>
                <a:gd name="connsiteY1113" fmla="*/ 465677 h 1219200"/>
                <a:gd name="connsiteX1114" fmla="*/ 321278 w 1085850"/>
                <a:gd name="connsiteY1114" fmla="*/ 466249 h 1219200"/>
                <a:gd name="connsiteX1115" fmla="*/ 321374 w 1085850"/>
                <a:gd name="connsiteY1115" fmla="*/ 467487 h 1219200"/>
                <a:gd name="connsiteX1116" fmla="*/ 322136 w 1085850"/>
                <a:gd name="connsiteY1116" fmla="*/ 468440 h 1219200"/>
                <a:gd name="connsiteX1117" fmla="*/ 323755 w 1085850"/>
                <a:gd name="connsiteY1117" fmla="*/ 469678 h 1219200"/>
                <a:gd name="connsiteX1118" fmla="*/ 324421 w 1085850"/>
                <a:gd name="connsiteY1118" fmla="*/ 470440 h 1219200"/>
                <a:gd name="connsiteX1119" fmla="*/ 324231 w 1085850"/>
                <a:gd name="connsiteY1119" fmla="*/ 472535 h 1219200"/>
                <a:gd name="connsiteX1120" fmla="*/ 325279 w 1085850"/>
                <a:gd name="connsiteY1120" fmla="*/ 474155 h 1219200"/>
                <a:gd name="connsiteX1121" fmla="*/ 325946 w 1085850"/>
                <a:gd name="connsiteY1121" fmla="*/ 475488 h 1219200"/>
                <a:gd name="connsiteX1122" fmla="*/ 324421 w 1085850"/>
                <a:gd name="connsiteY1122" fmla="*/ 477203 h 1219200"/>
                <a:gd name="connsiteX1123" fmla="*/ 325088 w 1085850"/>
                <a:gd name="connsiteY1123" fmla="*/ 479108 h 1219200"/>
                <a:gd name="connsiteX1124" fmla="*/ 323660 w 1085850"/>
                <a:gd name="connsiteY1124" fmla="*/ 479965 h 1219200"/>
                <a:gd name="connsiteX1125" fmla="*/ 321564 w 1085850"/>
                <a:gd name="connsiteY1125" fmla="*/ 480917 h 1219200"/>
                <a:gd name="connsiteX1126" fmla="*/ 320516 w 1085850"/>
                <a:gd name="connsiteY1126" fmla="*/ 482727 h 1219200"/>
                <a:gd name="connsiteX1127" fmla="*/ 320993 w 1085850"/>
                <a:gd name="connsiteY1127" fmla="*/ 483680 h 1219200"/>
                <a:gd name="connsiteX1128" fmla="*/ 321850 w 1085850"/>
                <a:gd name="connsiteY1128" fmla="*/ 484251 h 1219200"/>
                <a:gd name="connsiteX1129" fmla="*/ 322898 w 1085850"/>
                <a:gd name="connsiteY1129" fmla="*/ 484727 h 1219200"/>
                <a:gd name="connsiteX1130" fmla="*/ 323660 w 1085850"/>
                <a:gd name="connsiteY1130" fmla="*/ 485299 h 1219200"/>
                <a:gd name="connsiteX1131" fmla="*/ 324231 w 1085850"/>
                <a:gd name="connsiteY1131" fmla="*/ 486632 h 1219200"/>
                <a:gd name="connsiteX1132" fmla="*/ 324231 w 1085850"/>
                <a:gd name="connsiteY1132" fmla="*/ 487966 h 1219200"/>
                <a:gd name="connsiteX1133" fmla="*/ 323850 w 1085850"/>
                <a:gd name="connsiteY1133" fmla="*/ 490728 h 1219200"/>
                <a:gd name="connsiteX1134" fmla="*/ 323850 w 1085850"/>
                <a:gd name="connsiteY1134" fmla="*/ 501301 h 1219200"/>
                <a:gd name="connsiteX1135" fmla="*/ 323564 w 1085850"/>
                <a:gd name="connsiteY1135" fmla="*/ 502158 h 1219200"/>
                <a:gd name="connsiteX1136" fmla="*/ 322898 w 1085850"/>
                <a:gd name="connsiteY1136" fmla="*/ 503111 h 1219200"/>
                <a:gd name="connsiteX1137" fmla="*/ 322040 w 1085850"/>
                <a:gd name="connsiteY1137" fmla="*/ 503968 h 1219200"/>
                <a:gd name="connsiteX1138" fmla="*/ 321374 w 1085850"/>
                <a:gd name="connsiteY1138" fmla="*/ 504254 h 1219200"/>
                <a:gd name="connsiteX1139" fmla="*/ 320707 w 1085850"/>
                <a:gd name="connsiteY1139" fmla="*/ 503873 h 1219200"/>
                <a:gd name="connsiteX1140" fmla="*/ 319278 w 1085850"/>
                <a:gd name="connsiteY1140" fmla="*/ 502158 h 1219200"/>
                <a:gd name="connsiteX1141" fmla="*/ 318421 w 1085850"/>
                <a:gd name="connsiteY1141" fmla="*/ 501777 h 1219200"/>
                <a:gd name="connsiteX1142" fmla="*/ 316325 w 1085850"/>
                <a:gd name="connsiteY1142" fmla="*/ 502730 h 1219200"/>
                <a:gd name="connsiteX1143" fmla="*/ 316802 w 1085850"/>
                <a:gd name="connsiteY1143" fmla="*/ 505206 h 1219200"/>
                <a:gd name="connsiteX1144" fmla="*/ 318135 w 1085850"/>
                <a:gd name="connsiteY1144" fmla="*/ 507302 h 1219200"/>
                <a:gd name="connsiteX1145" fmla="*/ 319373 w 1085850"/>
                <a:gd name="connsiteY1145" fmla="*/ 507111 h 1219200"/>
                <a:gd name="connsiteX1146" fmla="*/ 320326 w 1085850"/>
                <a:gd name="connsiteY1146" fmla="*/ 507873 h 1219200"/>
                <a:gd name="connsiteX1147" fmla="*/ 321945 w 1085850"/>
                <a:gd name="connsiteY1147" fmla="*/ 509683 h 1219200"/>
                <a:gd name="connsiteX1148" fmla="*/ 322421 w 1085850"/>
                <a:gd name="connsiteY1148" fmla="*/ 510635 h 1219200"/>
                <a:gd name="connsiteX1149" fmla="*/ 322898 w 1085850"/>
                <a:gd name="connsiteY1149" fmla="*/ 512350 h 1219200"/>
                <a:gd name="connsiteX1150" fmla="*/ 323374 w 1085850"/>
                <a:gd name="connsiteY1150" fmla="*/ 513588 h 1219200"/>
                <a:gd name="connsiteX1151" fmla="*/ 323945 w 1085850"/>
                <a:gd name="connsiteY1151" fmla="*/ 514255 h 1219200"/>
                <a:gd name="connsiteX1152" fmla="*/ 324612 w 1085850"/>
                <a:gd name="connsiteY1152" fmla="*/ 514636 h 1219200"/>
                <a:gd name="connsiteX1153" fmla="*/ 325184 w 1085850"/>
                <a:gd name="connsiteY1153" fmla="*/ 515303 h 1219200"/>
                <a:gd name="connsiteX1154" fmla="*/ 325565 w 1085850"/>
                <a:gd name="connsiteY1154" fmla="*/ 516922 h 1219200"/>
                <a:gd name="connsiteX1155" fmla="*/ 324993 w 1085850"/>
                <a:gd name="connsiteY1155" fmla="*/ 516731 h 1219200"/>
                <a:gd name="connsiteX1156" fmla="*/ 324136 w 1085850"/>
                <a:gd name="connsiteY1156" fmla="*/ 517969 h 1219200"/>
                <a:gd name="connsiteX1157" fmla="*/ 323850 w 1085850"/>
                <a:gd name="connsiteY1157" fmla="*/ 519493 h 1219200"/>
                <a:gd name="connsiteX1158" fmla="*/ 324707 w 1085850"/>
                <a:gd name="connsiteY1158" fmla="*/ 520256 h 1219200"/>
                <a:gd name="connsiteX1159" fmla="*/ 324707 w 1085850"/>
                <a:gd name="connsiteY1159" fmla="*/ 521684 h 1219200"/>
                <a:gd name="connsiteX1160" fmla="*/ 327660 w 1085850"/>
                <a:gd name="connsiteY1160" fmla="*/ 529495 h 1219200"/>
                <a:gd name="connsiteX1161" fmla="*/ 327470 w 1085850"/>
                <a:gd name="connsiteY1161" fmla="*/ 530924 h 1219200"/>
                <a:gd name="connsiteX1162" fmla="*/ 325946 w 1085850"/>
                <a:gd name="connsiteY1162" fmla="*/ 534067 h 1219200"/>
                <a:gd name="connsiteX1163" fmla="*/ 325565 w 1085850"/>
                <a:gd name="connsiteY1163" fmla="*/ 535400 h 1219200"/>
                <a:gd name="connsiteX1164" fmla="*/ 325565 w 1085850"/>
                <a:gd name="connsiteY1164" fmla="*/ 536829 h 1219200"/>
                <a:gd name="connsiteX1165" fmla="*/ 326422 w 1085850"/>
                <a:gd name="connsiteY1165" fmla="*/ 539782 h 1219200"/>
                <a:gd name="connsiteX1166" fmla="*/ 326612 w 1085850"/>
                <a:gd name="connsiteY1166" fmla="*/ 541211 h 1219200"/>
                <a:gd name="connsiteX1167" fmla="*/ 325946 w 1085850"/>
                <a:gd name="connsiteY1167" fmla="*/ 543878 h 1219200"/>
                <a:gd name="connsiteX1168" fmla="*/ 324803 w 1085850"/>
                <a:gd name="connsiteY1168" fmla="*/ 546259 h 1219200"/>
                <a:gd name="connsiteX1169" fmla="*/ 324136 w 1085850"/>
                <a:gd name="connsiteY1169" fmla="*/ 548259 h 1219200"/>
                <a:gd name="connsiteX1170" fmla="*/ 324993 w 1085850"/>
                <a:gd name="connsiteY1170" fmla="*/ 549593 h 1219200"/>
                <a:gd name="connsiteX1171" fmla="*/ 324517 w 1085850"/>
                <a:gd name="connsiteY1171" fmla="*/ 550831 h 1219200"/>
                <a:gd name="connsiteX1172" fmla="*/ 324136 w 1085850"/>
                <a:gd name="connsiteY1172" fmla="*/ 551498 h 1219200"/>
                <a:gd name="connsiteX1173" fmla="*/ 323850 w 1085850"/>
                <a:gd name="connsiteY1173" fmla="*/ 551307 h 1219200"/>
                <a:gd name="connsiteX1174" fmla="*/ 323850 w 1085850"/>
                <a:gd name="connsiteY1174" fmla="*/ 551498 h 1219200"/>
                <a:gd name="connsiteX1175" fmla="*/ 323755 w 1085850"/>
                <a:gd name="connsiteY1175" fmla="*/ 553784 h 1219200"/>
                <a:gd name="connsiteX1176" fmla="*/ 323850 w 1085850"/>
                <a:gd name="connsiteY1176" fmla="*/ 553879 h 1219200"/>
                <a:gd name="connsiteX1177" fmla="*/ 323945 w 1085850"/>
                <a:gd name="connsiteY1177" fmla="*/ 554450 h 1219200"/>
                <a:gd name="connsiteX1178" fmla="*/ 324326 w 1085850"/>
                <a:gd name="connsiteY1178" fmla="*/ 554831 h 1219200"/>
                <a:gd name="connsiteX1179" fmla="*/ 324421 w 1085850"/>
                <a:gd name="connsiteY1179" fmla="*/ 555498 h 1219200"/>
                <a:gd name="connsiteX1180" fmla="*/ 324136 w 1085850"/>
                <a:gd name="connsiteY1180" fmla="*/ 556260 h 1219200"/>
                <a:gd name="connsiteX1181" fmla="*/ 323469 w 1085850"/>
                <a:gd name="connsiteY1181" fmla="*/ 557213 h 1219200"/>
                <a:gd name="connsiteX1182" fmla="*/ 323088 w 1085850"/>
                <a:gd name="connsiteY1182" fmla="*/ 558260 h 1219200"/>
                <a:gd name="connsiteX1183" fmla="*/ 322421 w 1085850"/>
                <a:gd name="connsiteY1183" fmla="*/ 559213 h 1219200"/>
                <a:gd name="connsiteX1184" fmla="*/ 321564 w 1085850"/>
                <a:gd name="connsiteY1184" fmla="*/ 560165 h 1219200"/>
                <a:gd name="connsiteX1185" fmla="*/ 320897 w 1085850"/>
                <a:gd name="connsiteY1185" fmla="*/ 560546 h 1219200"/>
                <a:gd name="connsiteX1186" fmla="*/ 320231 w 1085850"/>
                <a:gd name="connsiteY1186" fmla="*/ 561023 h 1219200"/>
                <a:gd name="connsiteX1187" fmla="*/ 319469 w 1085850"/>
                <a:gd name="connsiteY1187" fmla="*/ 563594 h 1219200"/>
                <a:gd name="connsiteX1188" fmla="*/ 318992 w 1085850"/>
                <a:gd name="connsiteY1188" fmla="*/ 564642 h 1219200"/>
                <a:gd name="connsiteX1189" fmla="*/ 317183 w 1085850"/>
                <a:gd name="connsiteY1189" fmla="*/ 566071 h 1219200"/>
                <a:gd name="connsiteX1190" fmla="*/ 315373 w 1085850"/>
                <a:gd name="connsiteY1190" fmla="*/ 566547 h 1219200"/>
                <a:gd name="connsiteX1191" fmla="*/ 311372 w 1085850"/>
                <a:gd name="connsiteY1191" fmla="*/ 566357 h 1219200"/>
                <a:gd name="connsiteX1192" fmla="*/ 310420 w 1085850"/>
                <a:gd name="connsiteY1192" fmla="*/ 565880 h 1219200"/>
                <a:gd name="connsiteX1193" fmla="*/ 309658 w 1085850"/>
                <a:gd name="connsiteY1193" fmla="*/ 564737 h 1219200"/>
                <a:gd name="connsiteX1194" fmla="*/ 308801 w 1085850"/>
                <a:gd name="connsiteY1194" fmla="*/ 563023 h 1219200"/>
                <a:gd name="connsiteX1195" fmla="*/ 302705 w 1085850"/>
                <a:gd name="connsiteY1195" fmla="*/ 562832 h 1219200"/>
                <a:gd name="connsiteX1196" fmla="*/ 298513 w 1085850"/>
                <a:gd name="connsiteY1196" fmla="*/ 561404 h 1219200"/>
                <a:gd name="connsiteX1197" fmla="*/ 296228 w 1085850"/>
                <a:gd name="connsiteY1197" fmla="*/ 561308 h 1219200"/>
                <a:gd name="connsiteX1198" fmla="*/ 295466 w 1085850"/>
                <a:gd name="connsiteY1198" fmla="*/ 561689 h 1219200"/>
                <a:gd name="connsiteX1199" fmla="*/ 294894 w 1085850"/>
                <a:gd name="connsiteY1199" fmla="*/ 562547 h 1219200"/>
                <a:gd name="connsiteX1200" fmla="*/ 294418 w 1085850"/>
                <a:gd name="connsiteY1200" fmla="*/ 563785 h 1219200"/>
                <a:gd name="connsiteX1201" fmla="*/ 294323 w 1085850"/>
                <a:gd name="connsiteY1201" fmla="*/ 565118 h 1219200"/>
                <a:gd name="connsiteX1202" fmla="*/ 294037 w 1085850"/>
                <a:gd name="connsiteY1202" fmla="*/ 566357 h 1219200"/>
                <a:gd name="connsiteX1203" fmla="*/ 293370 w 1085850"/>
                <a:gd name="connsiteY1203" fmla="*/ 567214 h 1219200"/>
                <a:gd name="connsiteX1204" fmla="*/ 292608 w 1085850"/>
                <a:gd name="connsiteY1204" fmla="*/ 567976 h 1219200"/>
                <a:gd name="connsiteX1205" fmla="*/ 292132 w 1085850"/>
                <a:gd name="connsiteY1205" fmla="*/ 568928 h 1219200"/>
                <a:gd name="connsiteX1206" fmla="*/ 292227 w 1085850"/>
                <a:gd name="connsiteY1206" fmla="*/ 573119 h 1219200"/>
                <a:gd name="connsiteX1207" fmla="*/ 292037 w 1085850"/>
                <a:gd name="connsiteY1207" fmla="*/ 575596 h 1219200"/>
                <a:gd name="connsiteX1208" fmla="*/ 291275 w 1085850"/>
                <a:gd name="connsiteY1208" fmla="*/ 577596 h 1219200"/>
                <a:gd name="connsiteX1209" fmla="*/ 290227 w 1085850"/>
                <a:gd name="connsiteY1209" fmla="*/ 579311 h 1219200"/>
                <a:gd name="connsiteX1210" fmla="*/ 289275 w 1085850"/>
                <a:gd name="connsiteY1210" fmla="*/ 581216 h 1219200"/>
                <a:gd name="connsiteX1211" fmla="*/ 282226 w 1085850"/>
                <a:gd name="connsiteY1211" fmla="*/ 601313 h 1219200"/>
                <a:gd name="connsiteX1212" fmla="*/ 280416 w 1085850"/>
                <a:gd name="connsiteY1212" fmla="*/ 603409 h 1219200"/>
                <a:gd name="connsiteX1213" fmla="*/ 279940 w 1085850"/>
                <a:gd name="connsiteY1213" fmla="*/ 604647 h 1219200"/>
                <a:gd name="connsiteX1214" fmla="*/ 278987 w 1085850"/>
                <a:gd name="connsiteY1214" fmla="*/ 607981 h 1219200"/>
                <a:gd name="connsiteX1215" fmla="*/ 276987 w 1085850"/>
                <a:gd name="connsiteY1215" fmla="*/ 611886 h 1219200"/>
                <a:gd name="connsiteX1216" fmla="*/ 276130 w 1085850"/>
                <a:gd name="connsiteY1216" fmla="*/ 614267 h 1219200"/>
                <a:gd name="connsiteX1217" fmla="*/ 276320 w 1085850"/>
                <a:gd name="connsiteY1217" fmla="*/ 616172 h 1219200"/>
                <a:gd name="connsiteX1218" fmla="*/ 275844 w 1085850"/>
                <a:gd name="connsiteY1218" fmla="*/ 617506 h 1219200"/>
                <a:gd name="connsiteX1219" fmla="*/ 275654 w 1085850"/>
                <a:gd name="connsiteY1219" fmla="*/ 619411 h 1219200"/>
                <a:gd name="connsiteX1220" fmla="*/ 275654 w 1085850"/>
                <a:gd name="connsiteY1220" fmla="*/ 623221 h 1219200"/>
                <a:gd name="connsiteX1221" fmla="*/ 275463 w 1085850"/>
                <a:gd name="connsiteY1221" fmla="*/ 625126 h 1219200"/>
                <a:gd name="connsiteX1222" fmla="*/ 274892 w 1085850"/>
                <a:gd name="connsiteY1222" fmla="*/ 626745 h 1219200"/>
                <a:gd name="connsiteX1223" fmla="*/ 273558 w 1085850"/>
                <a:gd name="connsiteY1223" fmla="*/ 629507 h 1219200"/>
                <a:gd name="connsiteX1224" fmla="*/ 269367 w 1085850"/>
                <a:gd name="connsiteY1224" fmla="*/ 634841 h 1219200"/>
                <a:gd name="connsiteX1225" fmla="*/ 268891 w 1085850"/>
                <a:gd name="connsiteY1225" fmla="*/ 636270 h 1219200"/>
                <a:gd name="connsiteX1226" fmla="*/ 269081 w 1085850"/>
                <a:gd name="connsiteY1226" fmla="*/ 637699 h 1219200"/>
                <a:gd name="connsiteX1227" fmla="*/ 270225 w 1085850"/>
                <a:gd name="connsiteY1227" fmla="*/ 641033 h 1219200"/>
                <a:gd name="connsiteX1228" fmla="*/ 269081 w 1085850"/>
                <a:gd name="connsiteY1228" fmla="*/ 643223 h 1219200"/>
                <a:gd name="connsiteX1229" fmla="*/ 269367 w 1085850"/>
                <a:gd name="connsiteY1229" fmla="*/ 645319 h 1219200"/>
                <a:gd name="connsiteX1230" fmla="*/ 269938 w 1085850"/>
                <a:gd name="connsiteY1230" fmla="*/ 647414 h 1219200"/>
                <a:gd name="connsiteX1231" fmla="*/ 269367 w 1085850"/>
                <a:gd name="connsiteY1231" fmla="*/ 649700 h 1219200"/>
                <a:gd name="connsiteX1232" fmla="*/ 268796 w 1085850"/>
                <a:gd name="connsiteY1232" fmla="*/ 651701 h 1219200"/>
                <a:gd name="connsiteX1233" fmla="*/ 268510 w 1085850"/>
                <a:gd name="connsiteY1233" fmla="*/ 656844 h 1219200"/>
                <a:gd name="connsiteX1234" fmla="*/ 268034 w 1085850"/>
                <a:gd name="connsiteY1234" fmla="*/ 659130 h 1219200"/>
                <a:gd name="connsiteX1235" fmla="*/ 270129 w 1085850"/>
                <a:gd name="connsiteY1235" fmla="*/ 661226 h 1219200"/>
                <a:gd name="connsiteX1236" fmla="*/ 271082 w 1085850"/>
                <a:gd name="connsiteY1236" fmla="*/ 665702 h 1219200"/>
                <a:gd name="connsiteX1237" fmla="*/ 271367 w 1085850"/>
                <a:gd name="connsiteY1237" fmla="*/ 675132 h 1219200"/>
                <a:gd name="connsiteX1238" fmla="*/ 270225 w 1085850"/>
                <a:gd name="connsiteY1238" fmla="*/ 678752 h 1219200"/>
                <a:gd name="connsiteX1239" fmla="*/ 269938 w 1085850"/>
                <a:gd name="connsiteY1239" fmla="*/ 679228 h 1219200"/>
                <a:gd name="connsiteX1240" fmla="*/ 268605 w 1085850"/>
                <a:gd name="connsiteY1240" fmla="*/ 680466 h 1219200"/>
                <a:gd name="connsiteX1241" fmla="*/ 268510 w 1085850"/>
                <a:gd name="connsiteY1241" fmla="*/ 681323 h 1219200"/>
                <a:gd name="connsiteX1242" fmla="*/ 268510 w 1085850"/>
                <a:gd name="connsiteY1242" fmla="*/ 681990 h 1219200"/>
                <a:gd name="connsiteX1243" fmla="*/ 268605 w 1085850"/>
                <a:gd name="connsiteY1243" fmla="*/ 682466 h 1219200"/>
                <a:gd name="connsiteX1244" fmla="*/ 268605 w 1085850"/>
                <a:gd name="connsiteY1244" fmla="*/ 682847 h 1219200"/>
                <a:gd name="connsiteX1245" fmla="*/ 268319 w 1085850"/>
                <a:gd name="connsiteY1245" fmla="*/ 686276 h 1219200"/>
                <a:gd name="connsiteX1246" fmla="*/ 268034 w 1085850"/>
                <a:gd name="connsiteY1246" fmla="*/ 687896 h 1219200"/>
                <a:gd name="connsiteX1247" fmla="*/ 267271 w 1085850"/>
                <a:gd name="connsiteY1247" fmla="*/ 688658 h 1219200"/>
                <a:gd name="connsiteX1248" fmla="*/ 265938 w 1085850"/>
                <a:gd name="connsiteY1248" fmla="*/ 689039 h 1219200"/>
                <a:gd name="connsiteX1249" fmla="*/ 264986 w 1085850"/>
                <a:gd name="connsiteY1249" fmla="*/ 689991 h 1219200"/>
                <a:gd name="connsiteX1250" fmla="*/ 264509 w 1085850"/>
                <a:gd name="connsiteY1250" fmla="*/ 688181 h 1219200"/>
                <a:gd name="connsiteX1251" fmla="*/ 264414 w 1085850"/>
                <a:gd name="connsiteY1251" fmla="*/ 687038 h 1219200"/>
                <a:gd name="connsiteX1252" fmla="*/ 264224 w 1085850"/>
                <a:gd name="connsiteY1252" fmla="*/ 686276 h 1219200"/>
                <a:gd name="connsiteX1253" fmla="*/ 263938 w 1085850"/>
                <a:gd name="connsiteY1253" fmla="*/ 685419 h 1219200"/>
                <a:gd name="connsiteX1254" fmla="*/ 263557 w 1085850"/>
                <a:gd name="connsiteY1254" fmla="*/ 684752 h 1219200"/>
                <a:gd name="connsiteX1255" fmla="*/ 263081 w 1085850"/>
                <a:gd name="connsiteY1255" fmla="*/ 684276 h 1219200"/>
                <a:gd name="connsiteX1256" fmla="*/ 260413 w 1085850"/>
                <a:gd name="connsiteY1256" fmla="*/ 682466 h 1219200"/>
                <a:gd name="connsiteX1257" fmla="*/ 260033 w 1085850"/>
                <a:gd name="connsiteY1257" fmla="*/ 681990 h 1219200"/>
                <a:gd name="connsiteX1258" fmla="*/ 259842 w 1085850"/>
                <a:gd name="connsiteY1258" fmla="*/ 681419 h 1219200"/>
                <a:gd name="connsiteX1259" fmla="*/ 259747 w 1085850"/>
                <a:gd name="connsiteY1259" fmla="*/ 680847 h 1219200"/>
                <a:gd name="connsiteX1260" fmla="*/ 259652 w 1085850"/>
                <a:gd name="connsiteY1260" fmla="*/ 680276 h 1219200"/>
                <a:gd name="connsiteX1261" fmla="*/ 259652 w 1085850"/>
                <a:gd name="connsiteY1261" fmla="*/ 679609 h 1219200"/>
                <a:gd name="connsiteX1262" fmla="*/ 259747 w 1085850"/>
                <a:gd name="connsiteY1262" fmla="*/ 677418 h 1219200"/>
                <a:gd name="connsiteX1263" fmla="*/ 259652 w 1085850"/>
                <a:gd name="connsiteY1263" fmla="*/ 676751 h 1219200"/>
                <a:gd name="connsiteX1264" fmla="*/ 259461 w 1085850"/>
                <a:gd name="connsiteY1264" fmla="*/ 676180 h 1219200"/>
                <a:gd name="connsiteX1265" fmla="*/ 259175 w 1085850"/>
                <a:gd name="connsiteY1265" fmla="*/ 675704 h 1219200"/>
                <a:gd name="connsiteX1266" fmla="*/ 258794 w 1085850"/>
                <a:gd name="connsiteY1266" fmla="*/ 675323 h 1219200"/>
                <a:gd name="connsiteX1267" fmla="*/ 258032 w 1085850"/>
                <a:gd name="connsiteY1267" fmla="*/ 674465 h 1219200"/>
                <a:gd name="connsiteX1268" fmla="*/ 257937 w 1085850"/>
                <a:gd name="connsiteY1268" fmla="*/ 674084 h 1219200"/>
                <a:gd name="connsiteX1269" fmla="*/ 257937 w 1085850"/>
                <a:gd name="connsiteY1269" fmla="*/ 673608 h 1219200"/>
                <a:gd name="connsiteX1270" fmla="*/ 258032 w 1085850"/>
                <a:gd name="connsiteY1270" fmla="*/ 673037 h 1219200"/>
                <a:gd name="connsiteX1271" fmla="*/ 257937 w 1085850"/>
                <a:gd name="connsiteY1271" fmla="*/ 672370 h 1219200"/>
                <a:gd name="connsiteX1272" fmla="*/ 257746 w 1085850"/>
                <a:gd name="connsiteY1272" fmla="*/ 671798 h 1219200"/>
                <a:gd name="connsiteX1273" fmla="*/ 257556 w 1085850"/>
                <a:gd name="connsiteY1273" fmla="*/ 671322 h 1219200"/>
                <a:gd name="connsiteX1274" fmla="*/ 256889 w 1085850"/>
                <a:gd name="connsiteY1274" fmla="*/ 670370 h 1219200"/>
                <a:gd name="connsiteX1275" fmla="*/ 256604 w 1085850"/>
                <a:gd name="connsiteY1275" fmla="*/ 669798 h 1219200"/>
                <a:gd name="connsiteX1276" fmla="*/ 256223 w 1085850"/>
                <a:gd name="connsiteY1276" fmla="*/ 668750 h 1219200"/>
                <a:gd name="connsiteX1277" fmla="*/ 255842 w 1085850"/>
                <a:gd name="connsiteY1277" fmla="*/ 668274 h 1219200"/>
                <a:gd name="connsiteX1278" fmla="*/ 255461 w 1085850"/>
                <a:gd name="connsiteY1278" fmla="*/ 667798 h 1219200"/>
                <a:gd name="connsiteX1279" fmla="*/ 254603 w 1085850"/>
                <a:gd name="connsiteY1279" fmla="*/ 667036 h 1219200"/>
                <a:gd name="connsiteX1280" fmla="*/ 254032 w 1085850"/>
                <a:gd name="connsiteY1280" fmla="*/ 666083 h 1219200"/>
                <a:gd name="connsiteX1281" fmla="*/ 253746 w 1085850"/>
                <a:gd name="connsiteY1281" fmla="*/ 665607 h 1219200"/>
                <a:gd name="connsiteX1282" fmla="*/ 252603 w 1085850"/>
                <a:gd name="connsiteY1282" fmla="*/ 663607 h 1219200"/>
                <a:gd name="connsiteX1283" fmla="*/ 251746 w 1085850"/>
                <a:gd name="connsiteY1283" fmla="*/ 661321 h 1219200"/>
                <a:gd name="connsiteX1284" fmla="*/ 251460 w 1085850"/>
                <a:gd name="connsiteY1284" fmla="*/ 660178 h 1219200"/>
                <a:gd name="connsiteX1285" fmla="*/ 251365 w 1085850"/>
                <a:gd name="connsiteY1285" fmla="*/ 658844 h 1219200"/>
                <a:gd name="connsiteX1286" fmla="*/ 251460 w 1085850"/>
                <a:gd name="connsiteY1286" fmla="*/ 658082 h 1219200"/>
                <a:gd name="connsiteX1287" fmla="*/ 251651 w 1085850"/>
                <a:gd name="connsiteY1287" fmla="*/ 656558 h 1219200"/>
                <a:gd name="connsiteX1288" fmla="*/ 251841 w 1085850"/>
                <a:gd name="connsiteY1288" fmla="*/ 652367 h 1219200"/>
                <a:gd name="connsiteX1289" fmla="*/ 251651 w 1085850"/>
                <a:gd name="connsiteY1289" fmla="*/ 651701 h 1219200"/>
                <a:gd name="connsiteX1290" fmla="*/ 250984 w 1085850"/>
                <a:gd name="connsiteY1290" fmla="*/ 650177 h 1219200"/>
                <a:gd name="connsiteX1291" fmla="*/ 250793 w 1085850"/>
                <a:gd name="connsiteY1291" fmla="*/ 649605 h 1219200"/>
                <a:gd name="connsiteX1292" fmla="*/ 250698 w 1085850"/>
                <a:gd name="connsiteY1292" fmla="*/ 648938 h 1219200"/>
                <a:gd name="connsiteX1293" fmla="*/ 250793 w 1085850"/>
                <a:gd name="connsiteY1293" fmla="*/ 648272 h 1219200"/>
                <a:gd name="connsiteX1294" fmla="*/ 250984 w 1085850"/>
                <a:gd name="connsiteY1294" fmla="*/ 646843 h 1219200"/>
                <a:gd name="connsiteX1295" fmla="*/ 250984 w 1085850"/>
                <a:gd name="connsiteY1295" fmla="*/ 646176 h 1219200"/>
                <a:gd name="connsiteX1296" fmla="*/ 250888 w 1085850"/>
                <a:gd name="connsiteY1296" fmla="*/ 645509 h 1219200"/>
                <a:gd name="connsiteX1297" fmla="*/ 250698 w 1085850"/>
                <a:gd name="connsiteY1297" fmla="*/ 644938 h 1219200"/>
                <a:gd name="connsiteX1298" fmla="*/ 250412 w 1085850"/>
                <a:gd name="connsiteY1298" fmla="*/ 644462 h 1219200"/>
                <a:gd name="connsiteX1299" fmla="*/ 248603 w 1085850"/>
                <a:gd name="connsiteY1299" fmla="*/ 641509 h 1219200"/>
                <a:gd name="connsiteX1300" fmla="*/ 246602 w 1085850"/>
                <a:gd name="connsiteY1300" fmla="*/ 639413 h 1219200"/>
                <a:gd name="connsiteX1301" fmla="*/ 245936 w 1085850"/>
                <a:gd name="connsiteY1301" fmla="*/ 639318 h 1219200"/>
                <a:gd name="connsiteX1302" fmla="*/ 245078 w 1085850"/>
                <a:gd name="connsiteY1302" fmla="*/ 639699 h 1219200"/>
                <a:gd name="connsiteX1303" fmla="*/ 232601 w 1085850"/>
                <a:gd name="connsiteY1303" fmla="*/ 649700 h 1219200"/>
                <a:gd name="connsiteX1304" fmla="*/ 204597 w 1085850"/>
                <a:gd name="connsiteY1304" fmla="*/ 680466 h 1219200"/>
                <a:gd name="connsiteX1305" fmla="*/ 192596 w 1085850"/>
                <a:gd name="connsiteY1305" fmla="*/ 696849 h 1219200"/>
                <a:gd name="connsiteX1306" fmla="*/ 190405 w 1085850"/>
                <a:gd name="connsiteY1306" fmla="*/ 698754 h 1219200"/>
                <a:gd name="connsiteX1307" fmla="*/ 185452 w 1085850"/>
                <a:gd name="connsiteY1307" fmla="*/ 702374 h 1219200"/>
                <a:gd name="connsiteX1308" fmla="*/ 174022 w 1085850"/>
                <a:gd name="connsiteY1308" fmla="*/ 707327 h 1219200"/>
                <a:gd name="connsiteX1309" fmla="*/ 169926 w 1085850"/>
                <a:gd name="connsiteY1309" fmla="*/ 709708 h 1219200"/>
                <a:gd name="connsiteX1310" fmla="*/ 169354 w 1085850"/>
                <a:gd name="connsiteY1310" fmla="*/ 710279 h 1219200"/>
                <a:gd name="connsiteX1311" fmla="*/ 168783 w 1085850"/>
                <a:gd name="connsiteY1311" fmla="*/ 710946 h 1219200"/>
                <a:gd name="connsiteX1312" fmla="*/ 168116 w 1085850"/>
                <a:gd name="connsiteY1312" fmla="*/ 712184 h 1219200"/>
                <a:gd name="connsiteX1313" fmla="*/ 167735 w 1085850"/>
                <a:gd name="connsiteY1313" fmla="*/ 713042 h 1219200"/>
                <a:gd name="connsiteX1314" fmla="*/ 165926 w 1085850"/>
                <a:gd name="connsiteY1314" fmla="*/ 719042 h 1219200"/>
                <a:gd name="connsiteX1315" fmla="*/ 164021 w 1085850"/>
                <a:gd name="connsiteY1315" fmla="*/ 723805 h 1219200"/>
                <a:gd name="connsiteX1316" fmla="*/ 162973 w 1085850"/>
                <a:gd name="connsiteY1316" fmla="*/ 725424 h 1219200"/>
                <a:gd name="connsiteX1317" fmla="*/ 154115 w 1085850"/>
                <a:gd name="connsiteY1317" fmla="*/ 732377 h 1219200"/>
                <a:gd name="connsiteX1318" fmla="*/ 130302 w 1085850"/>
                <a:gd name="connsiteY1318" fmla="*/ 745617 h 1219200"/>
                <a:gd name="connsiteX1319" fmla="*/ 124301 w 1085850"/>
                <a:gd name="connsiteY1319" fmla="*/ 750951 h 1219200"/>
                <a:gd name="connsiteX1320" fmla="*/ 111728 w 1085850"/>
                <a:gd name="connsiteY1320" fmla="*/ 758857 h 1219200"/>
                <a:gd name="connsiteX1321" fmla="*/ 111062 w 1085850"/>
                <a:gd name="connsiteY1321" fmla="*/ 759905 h 1219200"/>
                <a:gd name="connsiteX1322" fmla="*/ 110204 w 1085850"/>
                <a:gd name="connsiteY1322" fmla="*/ 761333 h 1219200"/>
                <a:gd name="connsiteX1323" fmla="*/ 107537 w 1085850"/>
                <a:gd name="connsiteY1323" fmla="*/ 767810 h 1219200"/>
                <a:gd name="connsiteX1324" fmla="*/ 106109 w 1085850"/>
                <a:gd name="connsiteY1324" fmla="*/ 773144 h 1219200"/>
                <a:gd name="connsiteX1325" fmla="*/ 105442 w 1085850"/>
                <a:gd name="connsiteY1325" fmla="*/ 774097 h 1219200"/>
                <a:gd name="connsiteX1326" fmla="*/ 99727 w 1085850"/>
                <a:gd name="connsiteY1326" fmla="*/ 780574 h 1219200"/>
                <a:gd name="connsiteX1327" fmla="*/ 98965 w 1085850"/>
                <a:gd name="connsiteY1327" fmla="*/ 782383 h 1219200"/>
                <a:gd name="connsiteX1328" fmla="*/ 102394 w 1085850"/>
                <a:gd name="connsiteY1328" fmla="*/ 787813 h 1219200"/>
                <a:gd name="connsiteX1329" fmla="*/ 105537 w 1085850"/>
                <a:gd name="connsiteY1329" fmla="*/ 791813 h 1219200"/>
                <a:gd name="connsiteX1330" fmla="*/ 106585 w 1085850"/>
                <a:gd name="connsiteY1330" fmla="*/ 793433 h 1219200"/>
                <a:gd name="connsiteX1331" fmla="*/ 109347 w 1085850"/>
                <a:gd name="connsiteY1331" fmla="*/ 801338 h 1219200"/>
                <a:gd name="connsiteX1332" fmla="*/ 109823 w 1085850"/>
                <a:gd name="connsiteY1332" fmla="*/ 802196 h 1219200"/>
                <a:gd name="connsiteX1333" fmla="*/ 112395 w 1085850"/>
                <a:gd name="connsiteY1333" fmla="*/ 805910 h 1219200"/>
                <a:gd name="connsiteX1334" fmla="*/ 116586 w 1085850"/>
                <a:gd name="connsiteY1334" fmla="*/ 809816 h 1219200"/>
                <a:gd name="connsiteX1335" fmla="*/ 118491 w 1085850"/>
                <a:gd name="connsiteY1335" fmla="*/ 811149 h 1219200"/>
                <a:gd name="connsiteX1336" fmla="*/ 127635 w 1085850"/>
                <a:gd name="connsiteY1336" fmla="*/ 815150 h 1219200"/>
                <a:gd name="connsiteX1337" fmla="*/ 128588 w 1085850"/>
                <a:gd name="connsiteY1337" fmla="*/ 815721 h 1219200"/>
                <a:gd name="connsiteX1338" fmla="*/ 129540 w 1085850"/>
                <a:gd name="connsiteY1338" fmla="*/ 816483 h 1219200"/>
                <a:gd name="connsiteX1339" fmla="*/ 130302 w 1085850"/>
                <a:gd name="connsiteY1339" fmla="*/ 817340 h 1219200"/>
                <a:gd name="connsiteX1340" fmla="*/ 146209 w 1085850"/>
                <a:gd name="connsiteY1340" fmla="*/ 839915 h 1219200"/>
                <a:gd name="connsiteX1341" fmla="*/ 148876 w 1085850"/>
                <a:gd name="connsiteY1341" fmla="*/ 842486 h 1219200"/>
                <a:gd name="connsiteX1342" fmla="*/ 152305 w 1085850"/>
                <a:gd name="connsiteY1342" fmla="*/ 845058 h 1219200"/>
                <a:gd name="connsiteX1343" fmla="*/ 156401 w 1085850"/>
                <a:gd name="connsiteY1343" fmla="*/ 847439 h 1219200"/>
                <a:gd name="connsiteX1344" fmla="*/ 158782 w 1085850"/>
                <a:gd name="connsiteY1344" fmla="*/ 848392 h 1219200"/>
                <a:gd name="connsiteX1345" fmla="*/ 161449 w 1085850"/>
                <a:gd name="connsiteY1345" fmla="*/ 849058 h 1219200"/>
                <a:gd name="connsiteX1346" fmla="*/ 162020 w 1085850"/>
                <a:gd name="connsiteY1346" fmla="*/ 848773 h 1219200"/>
                <a:gd name="connsiteX1347" fmla="*/ 162782 w 1085850"/>
                <a:gd name="connsiteY1347" fmla="*/ 848011 h 1219200"/>
                <a:gd name="connsiteX1348" fmla="*/ 165640 w 1085850"/>
                <a:gd name="connsiteY1348" fmla="*/ 844201 h 1219200"/>
                <a:gd name="connsiteX1349" fmla="*/ 166783 w 1085850"/>
                <a:gd name="connsiteY1349" fmla="*/ 843058 h 1219200"/>
                <a:gd name="connsiteX1350" fmla="*/ 167831 w 1085850"/>
                <a:gd name="connsiteY1350" fmla="*/ 842581 h 1219200"/>
                <a:gd name="connsiteX1351" fmla="*/ 171450 w 1085850"/>
                <a:gd name="connsiteY1351" fmla="*/ 841915 h 1219200"/>
                <a:gd name="connsiteX1352" fmla="*/ 172212 w 1085850"/>
                <a:gd name="connsiteY1352" fmla="*/ 841534 h 1219200"/>
                <a:gd name="connsiteX1353" fmla="*/ 172879 w 1085850"/>
                <a:gd name="connsiteY1353" fmla="*/ 840772 h 1219200"/>
                <a:gd name="connsiteX1354" fmla="*/ 174879 w 1085850"/>
                <a:gd name="connsiteY1354" fmla="*/ 835819 h 1219200"/>
                <a:gd name="connsiteX1355" fmla="*/ 175927 w 1085850"/>
                <a:gd name="connsiteY1355" fmla="*/ 834009 h 1219200"/>
                <a:gd name="connsiteX1356" fmla="*/ 176879 w 1085850"/>
                <a:gd name="connsiteY1356" fmla="*/ 833152 h 1219200"/>
                <a:gd name="connsiteX1357" fmla="*/ 177737 w 1085850"/>
                <a:gd name="connsiteY1357" fmla="*/ 832961 h 1219200"/>
                <a:gd name="connsiteX1358" fmla="*/ 181737 w 1085850"/>
                <a:gd name="connsiteY1358" fmla="*/ 833914 h 1219200"/>
                <a:gd name="connsiteX1359" fmla="*/ 183261 w 1085850"/>
                <a:gd name="connsiteY1359" fmla="*/ 834676 h 1219200"/>
                <a:gd name="connsiteX1360" fmla="*/ 183928 w 1085850"/>
                <a:gd name="connsiteY1360" fmla="*/ 835819 h 1219200"/>
                <a:gd name="connsiteX1361" fmla="*/ 183928 w 1085850"/>
                <a:gd name="connsiteY1361" fmla="*/ 837724 h 1219200"/>
                <a:gd name="connsiteX1362" fmla="*/ 183547 w 1085850"/>
                <a:gd name="connsiteY1362" fmla="*/ 840296 h 1219200"/>
                <a:gd name="connsiteX1363" fmla="*/ 184023 w 1085850"/>
                <a:gd name="connsiteY1363" fmla="*/ 840962 h 1219200"/>
                <a:gd name="connsiteX1364" fmla="*/ 184595 w 1085850"/>
                <a:gd name="connsiteY1364" fmla="*/ 841820 h 1219200"/>
                <a:gd name="connsiteX1365" fmla="*/ 185547 w 1085850"/>
                <a:gd name="connsiteY1365" fmla="*/ 842581 h 1219200"/>
                <a:gd name="connsiteX1366" fmla="*/ 186785 w 1085850"/>
                <a:gd name="connsiteY1366" fmla="*/ 842867 h 1219200"/>
                <a:gd name="connsiteX1367" fmla="*/ 188309 w 1085850"/>
                <a:gd name="connsiteY1367" fmla="*/ 842963 h 1219200"/>
                <a:gd name="connsiteX1368" fmla="*/ 189833 w 1085850"/>
                <a:gd name="connsiteY1368" fmla="*/ 842677 h 1219200"/>
                <a:gd name="connsiteX1369" fmla="*/ 190310 w 1085850"/>
                <a:gd name="connsiteY1369" fmla="*/ 841915 h 1219200"/>
                <a:gd name="connsiteX1370" fmla="*/ 190405 w 1085850"/>
                <a:gd name="connsiteY1370" fmla="*/ 840677 h 1219200"/>
                <a:gd name="connsiteX1371" fmla="*/ 190786 w 1085850"/>
                <a:gd name="connsiteY1371" fmla="*/ 838962 h 1219200"/>
                <a:gd name="connsiteX1372" fmla="*/ 191453 w 1085850"/>
                <a:gd name="connsiteY1372" fmla="*/ 836962 h 1219200"/>
                <a:gd name="connsiteX1373" fmla="*/ 192119 w 1085850"/>
                <a:gd name="connsiteY1373" fmla="*/ 836009 h 1219200"/>
                <a:gd name="connsiteX1374" fmla="*/ 192786 w 1085850"/>
                <a:gd name="connsiteY1374" fmla="*/ 835724 h 1219200"/>
                <a:gd name="connsiteX1375" fmla="*/ 193738 w 1085850"/>
                <a:gd name="connsiteY1375" fmla="*/ 835724 h 1219200"/>
                <a:gd name="connsiteX1376" fmla="*/ 193929 w 1085850"/>
                <a:gd name="connsiteY1376" fmla="*/ 836486 h 1219200"/>
                <a:gd name="connsiteX1377" fmla="*/ 195453 w 1085850"/>
                <a:gd name="connsiteY1377" fmla="*/ 839819 h 1219200"/>
                <a:gd name="connsiteX1378" fmla="*/ 195453 w 1085850"/>
                <a:gd name="connsiteY1378" fmla="*/ 840486 h 1219200"/>
                <a:gd name="connsiteX1379" fmla="*/ 194882 w 1085850"/>
                <a:gd name="connsiteY1379" fmla="*/ 840772 h 1219200"/>
                <a:gd name="connsiteX1380" fmla="*/ 194405 w 1085850"/>
                <a:gd name="connsiteY1380" fmla="*/ 841534 h 1219200"/>
                <a:gd name="connsiteX1381" fmla="*/ 194120 w 1085850"/>
                <a:gd name="connsiteY1381" fmla="*/ 842486 h 1219200"/>
                <a:gd name="connsiteX1382" fmla="*/ 194025 w 1085850"/>
                <a:gd name="connsiteY1382" fmla="*/ 843344 h 1219200"/>
                <a:gd name="connsiteX1383" fmla="*/ 194310 w 1085850"/>
                <a:gd name="connsiteY1383" fmla="*/ 843725 h 1219200"/>
                <a:gd name="connsiteX1384" fmla="*/ 196501 w 1085850"/>
                <a:gd name="connsiteY1384" fmla="*/ 843820 h 1219200"/>
                <a:gd name="connsiteX1385" fmla="*/ 196501 w 1085850"/>
                <a:gd name="connsiteY1385" fmla="*/ 844201 h 1219200"/>
                <a:gd name="connsiteX1386" fmla="*/ 196120 w 1085850"/>
                <a:gd name="connsiteY1386" fmla="*/ 845249 h 1219200"/>
                <a:gd name="connsiteX1387" fmla="*/ 195167 w 1085850"/>
                <a:gd name="connsiteY1387" fmla="*/ 847535 h 1219200"/>
                <a:gd name="connsiteX1388" fmla="*/ 189357 w 1085850"/>
                <a:gd name="connsiteY1388" fmla="*/ 857155 h 1219200"/>
                <a:gd name="connsiteX1389" fmla="*/ 178213 w 1085850"/>
                <a:gd name="connsiteY1389" fmla="*/ 868013 h 1219200"/>
                <a:gd name="connsiteX1390" fmla="*/ 177737 w 1085850"/>
                <a:gd name="connsiteY1390" fmla="*/ 868394 h 1219200"/>
                <a:gd name="connsiteX1391" fmla="*/ 176689 w 1085850"/>
                <a:gd name="connsiteY1391" fmla="*/ 868871 h 1219200"/>
                <a:gd name="connsiteX1392" fmla="*/ 176117 w 1085850"/>
                <a:gd name="connsiteY1392" fmla="*/ 868966 h 1219200"/>
                <a:gd name="connsiteX1393" fmla="*/ 169736 w 1085850"/>
                <a:gd name="connsiteY1393" fmla="*/ 869347 h 1219200"/>
                <a:gd name="connsiteX1394" fmla="*/ 163925 w 1085850"/>
                <a:gd name="connsiteY1394" fmla="*/ 868490 h 1219200"/>
                <a:gd name="connsiteX1395" fmla="*/ 154019 w 1085850"/>
                <a:gd name="connsiteY1395" fmla="*/ 865251 h 1219200"/>
                <a:gd name="connsiteX1396" fmla="*/ 151543 w 1085850"/>
                <a:gd name="connsiteY1396" fmla="*/ 864965 h 1219200"/>
                <a:gd name="connsiteX1397" fmla="*/ 150495 w 1085850"/>
                <a:gd name="connsiteY1397" fmla="*/ 865061 h 1219200"/>
                <a:gd name="connsiteX1398" fmla="*/ 149352 w 1085850"/>
                <a:gd name="connsiteY1398" fmla="*/ 865442 h 1219200"/>
                <a:gd name="connsiteX1399" fmla="*/ 148019 w 1085850"/>
                <a:gd name="connsiteY1399" fmla="*/ 866394 h 1219200"/>
                <a:gd name="connsiteX1400" fmla="*/ 147828 w 1085850"/>
                <a:gd name="connsiteY1400" fmla="*/ 866585 h 1219200"/>
                <a:gd name="connsiteX1401" fmla="*/ 147542 w 1085850"/>
                <a:gd name="connsiteY1401" fmla="*/ 866966 h 1219200"/>
                <a:gd name="connsiteX1402" fmla="*/ 147257 w 1085850"/>
                <a:gd name="connsiteY1402" fmla="*/ 867442 h 1219200"/>
                <a:gd name="connsiteX1403" fmla="*/ 147066 w 1085850"/>
                <a:gd name="connsiteY1403" fmla="*/ 868204 h 1219200"/>
                <a:gd name="connsiteX1404" fmla="*/ 146876 w 1085850"/>
                <a:gd name="connsiteY1404" fmla="*/ 868775 h 1219200"/>
                <a:gd name="connsiteX1405" fmla="*/ 146780 w 1085850"/>
                <a:gd name="connsiteY1405" fmla="*/ 869442 h 1219200"/>
                <a:gd name="connsiteX1406" fmla="*/ 146780 w 1085850"/>
                <a:gd name="connsiteY1406" fmla="*/ 870109 h 1219200"/>
                <a:gd name="connsiteX1407" fmla="*/ 146780 w 1085850"/>
                <a:gd name="connsiteY1407" fmla="*/ 871538 h 1219200"/>
                <a:gd name="connsiteX1408" fmla="*/ 147161 w 1085850"/>
                <a:gd name="connsiteY1408" fmla="*/ 877062 h 1219200"/>
                <a:gd name="connsiteX1409" fmla="*/ 147066 w 1085850"/>
                <a:gd name="connsiteY1409" fmla="*/ 879348 h 1219200"/>
                <a:gd name="connsiteX1410" fmla="*/ 146590 w 1085850"/>
                <a:gd name="connsiteY1410" fmla="*/ 882301 h 1219200"/>
                <a:gd name="connsiteX1411" fmla="*/ 145352 w 1085850"/>
                <a:gd name="connsiteY1411" fmla="*/ 886111 h 1219200"/>
                <a:gd name="connsiteX1412" fmla="*/ 145256 w 1085850"/>
                <a:gd name="connsiteY1412" fmla="*/ 886968 h 1219200"/>
                <a:gd name="connsiteX1413" fmla="*/ 145256 w 1085850"/>
                <a:gd name="connsiteY1413" fmla="*/ 888206 h 1219200"/>
                <a:gd name="connsiteX1414" fmla="*/ 145637 w 1085850"/>
                <a:gd name="connsiteY1414" fmla="*/ 890206 h 1219200"/>
                <a:gd name="connsiteX1415" fmla="*/ 149162 w 1085850"/>
                <a:gd name="connsiteY1415" fmla="*/ 897065 h 1219200"/>
                <a:gd name="connsiteX1416" fmla="*/ 159353 w 1085850"/>
                <a:gd name="connsiteY1416" fmla="*/ 911733 h 1219200"/>
                <a:gd name="connsiteX1417" fmla="*/ 160020 w 1085850"/>
                <a:gd name="connsiteY1417" fmla="*/ 910685 h 1219200"/>
                <a:gd name="connsiteX1418" fmla="*/ 160687 w 1085850"/>
                <a:gd name="connsiteY1418" fmla="*/ 909638 h 1219200"/>
                <a:gd name="connsiteX1419" fmla="*/ 161735 w 1085850"/>
                <a:gd name="connsiteY1419" fmla="*/ 908399 h 1219200"/>
                <a:gd name="connsiteX1420" fmla="*/ 162592 w 1085850"/>
                <a:gd name="connsiteY1420" fmla="*/ 907637 h 1219200"/>
                <a:gd name="connsiteX1421" fmla="*/ 163544 w 1085850"/>
                <a:gd name="connsiteY1421" fmla="*/ 906971 h 1219200"/>
                <a:gd name="connsiteX1422" fmla="*/ 164592 w 1085850"/>
                <a:gd name="connsiteY1422" fmla="*/ 906590 h 1219200"/>
                <a:gd name="connsiteX1423" fmla="*/ 165163 w 1085850"/>
                <a:gd name="connsiteY1423" fmla="*/ 906399 h 1219200"/>
                <a:gd name="connsiteX1424" fmla="*/ 166402 w 1085850"/>
                <a:gd name="connsiteY1424" fmla="*/ 906399 h 1219200"/>
                <a:gd name="connsiteX1425" fmla="*/ 167164 w 1085850"/>
                <a:gd name="connsiteY1425" fmla="*/ 906494 h 1219200"/>
                <a:gd name="connsiteX1426" fmla="*/ 172403 w 1085850"/>
                <a:gd name="connsiteY1426" fmla="*/ 909161 h 1219200"/>
                <a:gd name="connsiteX1427" fmla="*/ 174975 w 1085850"/>
                <a:gd name="connsiteY1427" fmla="*/ 909923 h 1219200"/>
                <a:gd name="connsiteX1428" fmla="*/ 207359 w 1085850"/>
                <a:gd name="connsiteY1428" fmla="*/ 907066 h 1219200"/>
                <a:gd name="connsiteX1429" fmla="*/ 208502 w 1085850"/>
                <a:gd name="connsiteY1429" fmla="*/ 906780 h 1219200"/>
                <a:gd name="connsiteX1430" fmla="*/ 215741 w 1085850"/>
                <a:gd name="connsiteY1430" fmla="*/ 903542 h 1219200"/>
                <a:gd name="connsiteX1431" fmla="*/ 216408 w 1085850"/>
                <a:gd name="connsiteY1431" fmla="*/ 903827 h 1219200"/>
                <a:gd name="connsiteX1432" fmla="*/ 217170 w 1085850"/>
                <a:gd name="connsiteY1432" fmla="*/ 904399 h 1219200"/>
                <a:gd name="connsiteX1433" fmla="*/ 217742 w 1085850"/>
                <a:gd name="connsiteY1433" fmla="*/ 904970 h 1219200"/>
                <a:gd name="connsiteX1434" fmla="*/ 218027 w 1085850"/>
                <a:gd name="connsiteY1434" fmla="*/ 906018 h 1219200"/>
                <a:gd name="connsiteX1435" fmla="*/ 218980 w 1085850"/>
                <a:gd name="connsiteY1435" fmla="*/ 906304 h 1219200"/>
                <a:gd name="connsiteX1436" fmla="*/ 219932 w 1085850"/>
                <a:gd name="connsiteY1436" fmla="*/ 905637 h 1219200"/>
                <a:gd name="connsiteX1437" fmla="*/ 220409 w 1085850"/>
                <a:gd name="connsiteY1437" fmla="*/ 904494 h 1219200"/>
                <a:gd name="connsiteX1438" fmla="*/ 220599 w 1085850"/>
                <a:gd name="connsiteY1438" fmla="*/ 904113 h 1219200"/>
                <a:gd name="connsiteX1439" fmla="*/ 221075 w 1085850"/>
                <a:gd name="connsiteY1439" fmla="*/ 903637 h 1219200"/>
                <a:gd name="connsiteX1440" fmla="*/ 221552 w 1085850"/>
                <a:gd name="connsiteY1440" fmla="*/ 903351 h 1219200"/>
                <a:gd name="connsiteX1441" fmla="*/ 222028 w 1085850"/>
                <a:gd name="connsiteY1441" fmla="*/ 903256 h 1219200"/>
                <a:gd name="connsiteX1442" fmla="*/ 222790 w 1085850"/>
                <a:gd name="connsiteY1442" fmla="*/ 903351 h 1219200"/>
                <a:gd name="connsiteX1443" fmla="*/ 222980 w 1085850"/>
                <a:gd name="connsiteY1443" fmla="*/ 903542 h 1219200"/>
                <a:gd name="connsiteX1444" fmla="*/ 222980 w 1085850"/>
                <a:gd name="connsiteY1444" fmla="*/ 904018 h 1219200"/>
                <a:gd name="connsiteX1445" fmla="*/ 223171 w 1085850"/>
                <a:gd name="connsiteY1445" fmla="*/ 904875 h 1219200"/>
                <a:gd name="connsiteX1446" fmla="*/ 223171 w 1085850"/>
                <a:gd name="connsiteY1446" fmla="*/ 906208 h 1219200"/>
                <a:gd name="connsiteX1447" fmla="*/ 222980 w 1085850"/>
                <a:gd name="connsiteY1447" fmla="*/ 907733 h 1219200"/>
                <a:gd name="connsiteX1448" fmla="*/ 222980 w 1085850"/>
                <a:gd name="connsiteY1448" fmla="*/ 909447 h 1219200"/>
                <a:gd name="connsiteX1449" fmla="*/ 223647 w 1085850"/>
                <a:gd name="connsiteY1449" fmla="*/ 911257 h 1219200"/>
                <a:gd name="connsiteX1450" fmla="*/ 222980 w 1085850"/>
                <a:gd name="connsiteY1450" fmla="*/ 912876 h 1219200"/>
                <a:gd name="connsiteX1451" fmla="*/ 223076 w 1085850"/>
                <a:gd name="connsiteY1451" fmla="*/ 914876 h 1219200"/>
                <a:gd name="connsiteX1452" fmla="*/ 223647 w 1085850"/>
                <a:gd name="connsiteY1452" fmla="*/ 916781 h 1219200"/>
                <a:gd name="connsiteX1453" fmla="*/ 224314 w 1085850"/>
                <a:gd name="connsiteY1453" fmla="*/ 918305 h 1219200"/>
                <a:gd name="connsiteX1454" fmla="*/ 224504 w 1085850"/>
                <a:gd name="connsiteY1454" fmla="*/ 918496 h 1219200"/>
                <a:gd name="connsiteX1455" fmla="*/ 224885 w 1085850"/>
                <a:gd name="connsiteY1455" fmla="*/ 918305 h 1219200"/>
                <a:gd name="connsiteX1456" fmla="*/ 225171 w 1085850"/>
                <a:gd name="connsiteY1456" fmla="*/ 918305 h 1219200"/>
                <a:gd name="connsiteX1457" fmla="*/ 225266 w 1085850"/>
                <a:gd name="connsiteY1457" fmla="*/ 918686 h 1219200"/>
                <a:gd name="connsiteX1458" fmla="*/ 225266 w 1085850"/>
                <a:gd name="connsiteY1458" fmla="*/ 919925 h 1219200"/>
                <a:gd name="connsiteX1459" fmla="*/ 225362 w 1085850"/>
                <a:gd name="connsiteY1459" fmla="*/ 920496 h 1219200"/>
                <a:gd name="connsiteX1460" fmla="*/ 225933 w 1085850"/>
                <a:gd name="connsiteY1460" fmla="*/ 921734 h 1219200"/>
                <a:gd name="connsiteX1461" fmla="*/ 226314 w 1085850"/>
                <a:gd name="connsiteY1461" fmla="*/ 922877 h 1219200"/>
                <a:gd name="connsiteX1462" fmla="*/ 226504 w 1085850"/>
                <a:gd name="connsiteY1462" fmla="*/ 924116 h 1219200"/>
                <a:gd name="connsiteX1463" fmla="*/ 226124 w 1085850"/>
                <a:gd name="connsiteY1463" fmla="*/ 924592 h 1219200"/>
                <a:gd name="connsiteX1464" fmla="*/ 226124 w 1085850"/>
                <a:gd name="connsiteY1464" fmla="*/ 925735 h 1219200"/>
                <a:gd name="connsiteX1465" fmla="*/ 226504 w 1085850"/>
                <a:gd name="connsiteY1465" fmla="*/ 928116 h 1219200"/>
                <a:gd name="connsiteX1466" fmla="*/ 227267 w 1085850"/>
                <a:gd name="connsiteY1466" fmla="*/ 930593 h 1219200"/>
                <a:gd name="connsiteX1467" fmla="*/ 228314 w 1085850"/>
                <a:gd name="connsiteY1467" fmla="*/ 931640 h 1219200"/>
                <a:gd name="connsiteX1468" fmla="*/ 229171 w 1085850"/>
                <a:gd name="connsiteY1468" fmla="*/ 932117 h 1219200"/>
                <a:gd name="connsiteX1469" fmla="*/ 229553 w 1085850"/>
                <a:gd name="connsiteY1469" fmla="*/ 933069 h 1219200"/>
                <a:gd name="connsiteX1470" fmla="*/ 229457 w 1085850"/>
                <a:gd name="connsiteY1470" fmla="*/ 934117 h 1219200"/>
                <a:gd name="connsiteX1471" fmla="*/ 229171 w 1085850"/>
                <a:gd name="connsiteY1471" fmla="*/ 934879 h 1219200"/>
                <a:gd name="connsiteX1472" fmla="*/ 228219 w 1085850"/>
                <a:gd name="connsiteY1472" fmla="*/ 935355 h 1219200"/>
                <a:gd name="connsiteX1473" fmla="*/ 227362 w 1085850"/>
                <a:gd name="connsiteY1473" fmla="*/ 935069 h 1219200"/>
                <a:gd name="connsiteX1474" fmla="*/ 226504 w 1085850"/>
                <a:gd name="connsiteY1474" fmla="*/ 935069 h 1219200"/>
                <a:gd name="connsiteX1475" fmla="*/ 225838 w 1085850"/>
                <a:gd name="connsiteY1475" fmla="*/ 936403 h 1219200"/>
                <a:gd name="connsiteX1476" fmla="*/ 226886 w 1085850"/>
                <a:gd name="connsiteY1476" fmla="*/ 937355 h 1219200"/>
                <a:gd name="connsiteX1477" fmla="*/ 226504 w 1085850"/>
                <a:gd name="connsiteY1477" fmla="*/ 938213 h 1219200"/>
                <a:gd name="connsiteX1478" fmla="*/ 225457 w 1085850"/>
                <a:gd name="connsiteY1478" fmla="*/ 938879 h 1219200"/>
                <a:gd name="connsiteX1479" fmla="*/ 224790 w 1085850"/>
                <a:gd name="connsiteY1479" fmla="*/ 939451 h 1219200"/>
                <a:gd name="connsiteX1480" fmla="*/ 224314 w 1085850"/>
                <a:gd name="connsiteY1480" fmla="*/ 940975 h 1219200"/>
                <a:gd name="connsiteX1481" fmla="*/ 224219 w 1085850"/>
                <a:gd name="connsiteY1481" fmla="*/ 942499 h 1219200"/>
                <a:gd name="connsiteX1482" fmla="*/ 224409 w 1085850"/>
                <a:gd name="connsiteY1482" fmla="*/ 943928 h 1219200"/>
                <a:gd name="connsiteX1483" fmla="*/ 224790 w 1085850"/>
                <a:gd name="connsiteY1483" fmla="*/ 945071 h 1219200"/>
                <a:gd name="connsiteX1484" fmla="*/ 226219 w 1085850"/>
                <a:gd name="connsiteY1484" fmla="*/ 946785 h 1219200"/>
                <a:gd name="connsiteX1485" fmla="*/ 230505 w 1085850"/>
                <a:gd name="connsiteY1485" fmla="*/ 949738 h 1219200"/>
                <a:gd name="connsiteX1486" fmla="*/ 231362 w 1085850"/>
                <a:gd name="connsiteY1486" fmla="*/ 951643 h 1219200"/>
                <a:gd name="connsiteX1487" fmla="*/ 231077 w 1085850"/>
                <a:gd name="connsiteY1487" fmla="*/ 953357 h 1219200"/>
                <a:gd name="connsiteX1488" fmla="*/ 229934 w 1085850"/>
                <a:gd name="connsiteY1488" fmla="*/ 955167 h 1219200"/>
                <a:gd name="connsiteX1489" fmla="*/ 229743 w 1085850"/>
                <a:gd name="connsiteY1489" fmla="*/ 956405 h 1219200"/>
                <a:gd name="connsiteX1490" fmla="*/ 230124 w 1085850"/>
                <a:gd name="connsiteY1490" fmla="*/ 957453 h 1219200"/>
                <a:gd name="connsiteX1491" fmla="*/ 230791 w 1085850"/>
                <a:gd name="connsiteY1491" fmla="*/ 958120 h 1219200"/>
                <a:gd name="connsiteX1492" fmla="*/ 231172 w 1085850"/>
                <a:gd name="connsiteY1492" fmla="*/ 958882 h 1219200"/>
                <a:gd name="connsiteX1493" fmla="*/ 230505 w 1085850"/>
                <a:gd name="connsiteY1493" fmla="*/ 960311 h 1219200"/>
                <a:gd name="connsiteX1494" fmla="*/ 229648 w 1085850"/>
                <a:gd name="connsiteY1494" fmla="*/ 960977 h 1219200"/>
                <a:gd name="connsiteX1495" fmla="*/ 228695 w 1085850"/>
                <a:gd name="connsiteY1495" fmla="*/ 961358 h 1219200"/>
                <a:gd name="connsiteX1496" fmla="*/ 227838 w 1085850"/>
                <a:gd name="connsiteY1496" fmla="*/ 961930 h 1219200"/>
                <a:gd name="connsiteX1497" fmla="*/ 227457 w 1085850"/>
                <a:gd name="connsiteY1497" fmla="*/ 963454 h 1219200"/>
                <a:gd name="connsiteX1498" fmla="*/ 228124 w 1085850"/>
                <a:gd name="connsiteY1498" fmla="*/ 964121 h 1219200"/>
                <a:gd name="connsiteX1499" fmla="*/ 231362 w 1085850"/>
                <a:gd name="connsiteY1499" fmla="*/ 965835 h 1219200"/>
                <a:gd name="connsiteX1500" fmla="*/ 232410 w 1085850"/>
                <a:gd name="connsiteY1500" fmla="*/ 966216 h 1219200"/>
                <a:gd name="connsiteX1501" fmla="*/ 232029 w 1085850"/>
                <a:gd name="connsiteY1501" fmla="*/ 966788 h 1219200"/>
                <a:gd name="connsiteX1502" fmla="*/ 231838 w 1085850"/>
                <a:gd name="connsiteY1502" fmla="*/ 967264 h 1219200"/>
                <a:gd name="connsiteX1503" fmla="*/ 231553 w 1085850"/>
                <a:gd name="connsiteY1503" fmla="*/ 967550 h 1219200"/>
                <a:gd name="connsiteX1504" fmla="*/ 230791 w 1085850"/>
                <a:gd name="connsiteY1504" fmla="*/ 967645 h 1219200"/>
                <a:gd name="connsiteX1505" fmla="*/ 233458 w 1085850"/>
                <a:gd name="connsiteY1505" fmla="*/ 969264 h 1219200"/>
                <a:gd name="connsiteX1506" fmla="*/ 234601 w 1085850"/>
                <a:gd name="connsiteY1506" fmla="*/ 970217 h 1219200"/>
                <a:gd name="connsiteX1507" fmla="*/ 235744 w 1085850"/>
                <a:gd name="connsiteY1507" fmla="*/ 971645 h 1219200"/>
                <a:gd name="connsiteX1508" fmla="*/ 235934 w 1085850"/>
                <a:gd name="connsiteY1508" fmla="*/ 972407 h 1219200"/>
                <a:gd name="connsiteX1509" fmla="*/ 236315 w 1085850"/>
                <a:gd name="connsiteY1509" fmla="*/ 974408 h 1219200"/>
                <a:gd name="connsiteX1510" fmla="*/ 236506 w 1085850"/>
                <a:gd name="connsiteY1510" fmla="*/ 974789 h 1219200"/>
                <a:gd name="connsiteX1511" fmla="*/ 238125 w 1085850"/>
                <a:gd name="connsiteY1511" fmla="*/ 974884 h 1219200"/>
                <a:gd name="connsiteX1512" fmla="*/ 238887 w 1085850"/>
                <a:gd name="connsiteY1512" fmla="*/ 975074 h 1219200"/>
                <a:gd name="connsiteX1513" fmla="*/ 239554 w 1085850"/>
                <a:gd name="connsiteY1513" fmla="*/ 975551 h 1219200"/>
                <a:gd name="connsiteX1514" fmla="*/ 238220 w 1085850"/>
                <a:gd name="connsiteY1514" fmla="*/ 977360 h 1219200"/>
                <a:gd name="connsiteX1515" fmla="*/ 237649 w 1085850"/>
                <a:gd name="connsiteY1515" fmla="*/ 979075 h 1219200"/>
                <a:gd name="connsiteX1516" fmla="*/ 238316 w 1085850"/>
                <a:gd name="connsiteY1516" fmla="*/ 980123 h 1219200"/>
                <a:gd name="connsiteX1517" fmla="*/ 240602 w 1085850"/>
                <a:gd name="connsiteY1517" fmla="*/ 980218 h 1219200"/>
                <a:gd name="connsiteX1518" fmla="*/ 242411 w 1085850"/>
                <a:gd name="connsiteY1518" fmla="*/ 979361 h 1219200"/>
                <a:gd name="connsiteX1519" fmla="*/ 243554 w 1085850"/>
                <a:gd name="connsiteY1519" fmla="*/ 978408 h 1219200"/>
                <a:gd name="connsiteX1520" fmla="*/ 244316 w 1085850"/>
                <a:gd name="connsiteY1520" fmla="*/ 978694 h 1219200"/>
                <a:gd name="connsiteX1521" fmla="*/ 244507 w 1085850"/>
                <a:gd name="connsiteY1521" fmla="*/ 981456 h 1219200"/>
                <a:gd name="connsiteX1522" fmla="*/ 245078 w 1085850"/>
                <a:gd name="connsiteY1522" fmla="*/ 982504 h 1219200"/>
                <a:gd name="connsiteX1523" fmla="*/ 247364 w 1085850"/>
                <a:gd name="connsiteY1523" fmla="*/ 983837 h 1219200"/>
                <a:gd name="connsiteX1524" fmla="*/ 247460 w 1085850"/>
                <a:gd name="connsiteY1524" fmla="*/ 984504 h 1219200"/>
                <a:gd name="connsiteX1525" fmla="*/ 247364 w 1085850"/>
                <a:gd name="connsiteY1525" fmla="*/ 985647 h 1219200"/>
                <a:gd name="connsiteX1526" fmla="*/ 247650 w 1085850"/>
                <a:gd name="connsiteY1526" fmla="*/ 987076 h 1219200"/>
                <a:gd name="connsiteX1527" fmla="*/ 248412 w 1085850"/>
                <a:gd name="connsiteY1527" fmla="*/ 988314 h 1219200"/>
                <a:gd name="connsiteX1528" fmla="*/ 249079 w 1085850"/>
                <a:gd name="connsiteY1528" fmla="*/ 988886 h 1219200"/>
                <a:gd name="connsiteX1529" fmla="*/ 252984 w 1085850"/>
                <a:gd name="connsiteY1529" fmla="*/ 988695 h 1219200"/>
                <a:gd name="connsiteX1530" fmla="*/ 254603 w 1085850"/>
                <a:gd name="connsiteY1530" fmla="*/ 989267 h 1219200"/>
                <a:gd name="connsiteX1531" fmla="*/ 255461 w 1085850"/>
                <a:gd name="connsiteY1531" fmla="*/ 991172 h 1219200"/>
                <a:gd name="connsiteX1532" fmla="*/ 255270 w 1085850"/>
                <a:gd name="connsiteY1532" fmla="*/ 991648 h 1219200"/>
                <a:gd name="connsiteX1533" fmla="*/ 254508 w 1085850"/>
                <a:gd name="connsiteY1533" fmla="*/ 992886 h 1219200"/>
                <a:gd name="connsiteX1534" fmla="*/ 254318 w 1085850"/>
                <a:gd name="connsiteY1534" fmla="*/ 993553 h 1219200"/>
                <a:gd name="connsiteX1535" fmla="*/ 254413 w 1085850"/>
                <a:gd name="connsiteY1535" fmla="*/ 994220 h 1219200"/>
                <a:gd name="connsiteX1536" fmla="*/ 254603 w 1085850"/>
                <a:gd name="connsiteY1536" fmla="*/ 994696 h 1219200"/>
                <a:gd name="connsiteX1537" fmla="*/ 254889 w 1085850"/>
                <a:gd name="connsiteY1537" fmla="*/ 995077 h 1219200"/>
                <a:gd name="connsiteX1538" fmla="*/ 255079 w 1085850"/>
                <a:gd name="connsiteY1538" fmla="*/ 996125 h 1219200"/>
                <a:gd name="connsiteX1539" fmla="*/ 255365 w 1085850"/>
                <a:gd name="connsiteY1539" fmla="*/ 997172 h 1219200"/>
                <a:gd name="connsiteX1540" fmla="*/ 255746 w 1085850"/>
                <a:gd name="connsiteY1540" fmla="*/ 998030 h 1219200"/>
                <a:gd name="connsiteX1541" fmla="*/ 256508 w 1085850"/>
                <a:gd name="connsiteY1541" fmla="*/ 998887 h 1219200"/>
                <a:gd name="connsiteX1542" fmla="*/ 258032 w 1085850"/>
                <a:gd name="connsiteY1542" fmla="*/ 999554 h 1219200"/>
                <a:gd name="connsiteX1543" fmla="*/ 259556 w 1085850"/>
                <a:gd name="connsiteY1543" fmla="*/ 999268 h 1219200"/>
                <a:gd name="connsiteX1544" fmla="*/ 261176 w 1085850"/>
                <a:gd name="connsiteY1544" fmla="*/ 998601 h 1219200"/>
                <a:gd name="connsiteX1545" fmla="*/ 262795 w 1085850"/>
                <a:gd name="connsiteY1545" fmla="*/ 998220 h 1219200"/>
                <a:gd name="connsiteX1546" fmla="*/ 264605 w 1085850"/>
                <a:gd name="connsiteY1546" fmla="*/ 999077 h 1219200"/>
                <a:gd name="connsiteX1547" fmla="*/ 266605 w 1085850"/>
                <a:gd name="connsiteY1547" fmla="*/ 1002792 h 1219200"/>
                <a:gd name="connsiteX1548" fmla="*/ 268319 w 1085850"/>
                <a:gd name="connsiteY1548" fmla="*/ 1003649 h 1219200"/>
                <a:gd name="connsiteX1549" fmla="*/ 270320 w 1085850"/>
                <a:gd name="connsiteY1549" fmla="*/ 1003745 h 1219200"/>
                <a:gd name="connsiteX1550" fmla="*/ 271367 w 1085850"/>
                <a:gd name="connsiteY1550" fmla="*/ 1003745 h 1219200"/>
                <a:gd name="connsiteX1551" fmla="*/ 272129 w 1085850"/>
                <a:gd name="connsiteY1551" fmla="*/ 1003268 h 1219200"/>
                <a:gd name="connsiteX1552" fmla="*/ 272606 w 1085850"/>
                <a:gd name="connsiteY1552" fmla="*/ 1002030 h 1219200"/>
                <a:gd name="connsiteX1553" fmla="*/ 272606 w 1085850"/>
                <a:gd name="connsiteY1553" fmla="*/ 1000887 h 1219200"/>
                <a:gd name="connsiteX1554" fmla="*/ 272701 w 1085850"/>
                <a:gd name="connsiteY1554" fmla="*/ 999839 h 1219200"/>
                <a:gd name="connsiteX1555" fmla="*/ 273558 w 1085850"/>
                <a:gd name="connsiteY1555" fmla="*/ 998887 h 1219200"/>
                <a:gd name="connsiteX1556" fmla="*/ 275273 w 1085850"/>
                <a:gd name="connsiteY1556" fmla="*/ 1000030 h 1219200"/>
                <a:gd name="connsiteX1557" fmla="*/ 276892 w 1085850"/>
                <a:gd name="connsiteY1557" fmla="*/ 1000125 h 1219200"/>
                <a:gd name="connsiteX1558" fmla="*/ 280321 w 1085850"/>
                <a:gd name="connsiteY1558" fmla="*/ 999649 h 1219200"/>
                <a:gd name="connsiteX1559" fmla="*/ 284131 w 1085850"/>
                <a:gd name="connsiteY1559" fmla="*/ 999649 h 1219200"/>
                <a:gd name="connsiteX1560" fmla="*/ 285179 w 1085850"/>
                <a:gd name="connsiteY1560" fmla="*/ 999268 h 1219200"/>
                <a:gd name="connsiteX1561" fmla="*/ 286798 w 1085850"/>
                <a:gd name="connsiteY1561" fmla="*/ 997649 h 1219200"/>
                <a:gd name="connsiteX1562" fmla="*/ 287750 w 1085850"/>
                <a:gd name="connsiteY1562" fmla="*/ 997363 h 1219200"/>
                <a:gd name="connsiteX1563" fmla="*/ 288131 w 1085850"/>
                <a:gd name="connsiteY1563" fmla="*/ 997744 h 1219200"/>
                <a:gd name="connsiteX1564" fmla="*/ 288417 w 1085850"/>
                <a:gd name="connsiteY1564" fmla="*/ 998506 h 1219200"/>
                <a:gd name="connsiteX1565" fmla="*/ 288798 w 1085850"/>
                <a:gd name="connsiteY1565" fmla="*/ 999649 h 1219200"/>
                <a:gd name="connsiteX1566" fmla="*/ 289179 w 1085850"/>
                <a:gd name="connsiteY1566" fmla="*/ 999744 h 1219200"/>
                <a:gd name="connsiteX1567" fmla="*/ 290132 w 1085850"/>
                <a:gd name="connsiteY1567" fmla="*/ 999649 h 1219200"/>
                <a:gd name="connsiteX1568" fmla="*/ 292418 w 1085850"/>
                <a:gd name="connsiteY1568" fmla="*/ 1000316 h 1219200"/>
                <a:gd name="connsiteX1569" fmla="*/ 294323 w 1085850"/>
                <a:gd name="connsiteY1569" fmla="*/ 1000506 h 1219200"/>
                <a:gd name="connsiteX1570" fmla="*/ 295275 w 1085850"/>
                <a:gd name="connsiteY1570" fmla="*/ 1000411 h 1219200"/>
                <a:gd name="connsiteX1571" fmla="*/ 296132 w 1085850"/>
                <a:gd name="connsiteY1571" fmla="*/ 999935 h 1219200"/>
                <a:gd name="connsiteX1572" fmla="*/ 296799 w 1085850"/>
                <a:gd name="connsiteY1572" fmla="*/ 999077 h 1219200"/>
                <a:gd name="connsiteX1573" fmla="*/ 297085 w 1085850"/>
                <a:gd name="connsiteY1573" fmla="*/ 997744 h 1219200"/>
                <a:gd name="connsiteX1574" fmla="*/ 296990 w 1085850"/>
                <a:gd name="connsiteY1574" fmla="*/ 997458 h 1219200"/>
                <a:gd name="connsiteX1575" fmla="*/ 296799 w 1085850"/>
                <a:gd name="connsiteY1575" fmla="*/ 997268 h 1219200"/>
                <a:gd name="connsiteX1576" fmla="*/ 296609 w 1085850"/>
                <a:gd name="connsiteY1576" fmla="*/ 996887 h 1219200"/>
                <a:gd name="connsiteX1577" fmla="*/ 296513 w 1085850"/>
                <a:gd name="connsiteY1577" fmla="*/ 996315 h 1219200"/>
                <a:gd name="connsiteX1578" fmla="*/ 296609 w 1085850"/>
                <a:gd name="connsiteY1578" fmla="*/ 995363 h 1219200"/>
                <a:gd name="connsiteX1579" fmla="*/ 296990 w 1085850"/>
                <a:gd name="connsiteY1579" fmla="*/ 994886 h 1219200"/>
                <a:gd name="connsiteX1580" fmla="*/ 297371 w 1085850"/>
                <a:gd name="connsiteY1580" fmla="*/ 994601 h 1219200"/>
                <a:gd name="connsiteX1581" fmla="*/ 297561 w 1085850"/>
                <a:gd name="connsiteY1581" fmla="*/ 994220 h 1219200"/>
                <a:gd name="connsiteX1582" fmla="*/ 297942 w 1085850"/>
                <a:gd name="connsiteY1582" fmla="*/ 991933 h 1219200"/>
                <a:gd name="connsiteX1583" fmla="*/ 298133 w 1085850"/>
                <a:gd name="connsiteY1583" fmla="*/ 990981 h 1219200"/>
                <a:gd name="connsiteX1584" fmla="*/ 298704 w 1085850"/>
                <a:gd name="connsiteY1584" fmla="*/ 990410 h 1219200"/>
                <a:gd name="connsiteX1585" fmla="*/ 299561 w 1085850"/>
                <a:gd name="connsiteY1585" fmla="*/ 990314 h 1219200"/>
                <a:gd name="connsiteX1586" fmla="*/ 300514 w 1085850"/>
                <a:gd name="connsiteY1586" fmla="*/ 990886 h 1219200"/>
                <a:gd name="connsiteX1587" fmla="*/ 301181 w 1085850"/>
                <a:gd name="connsiteY1587" fmla="*/ 991933 h 1219200"/>
                <a:gd name="connsiteX1588" fmla="*/ 301371 w 1085850"/>
                <a:gd name="connsiteY1588" fmla="*/ 993172 h 1219200"/>
                <a:gd name="connsiteX1589" fmla="*/ 302419 w 1085850"/>
                <a:gd name="connsiteY1589" fmla="*/ 994696 h 1219200"/>
                <a:gd name="connsiteX1590" fmla="*/ 304705 w 1085850"/>
                <a:gd name="connsiteY1590" fmla="*/ 994791 h 1219200"/>
                <a:gd name="connsiteX1591" fmla="*/ 308515 w 1085850"/>
                <a:gd name="connsiteY1591" fmla="*/ 994220 h 1219200"/>
                <a:gd name="connsiteX1592" fmla="*/ 309658 w 1085850"/>
                <a:gd name="connsiteY1592" fmla="*/ 994886 h 1219200"/>
                <a:gd name="connsiteX1593" fmla="*/ 309848 w 1085850"/>
                <a:gd name="connsiteY1593" fmla="*/ 995363 h 1219200"/>
                <a:gd name="connsiteX1594" fmla="*/ 309753 w 1085850"/>
                <a:gd name="connsiteY1594" fmla="*/ 996125 h 1219200"/>
                <a:gd name="connsiteX1595" fmla="*/ 309658 w 1085850"/>
                <a:gd name="connsiteY1595" fmla="*/ 997363 h 1219200"/>
                <a:gd name="connsiteX1596" fmla="*/ 309848 w 1085850"/>
                <a:gd name="connsiteY1596" fmla="*/ 999554 h 1219200"/>
                <a:gd name="connsiteX1597" fmla="*/ 310134 w 1085850"/>
                <a:gd name="connsiteY1597" fmla="*/ 1000316 h 1219200"/>
                <a:gd name="connsiteX1598" fmla="*/ 310991 w 1085850"/>
                <a:gd name="connsiteY1598" fmla="*/ 1001649 h 1219200"/>
                <a:gd name="connsiteX1599" fmla="*/ 312230 w 1085850"/>
                <a:gd name="connsiteY1599" fmla="*/ 1002792 h 1219200"/>
                <a:gd name="connsiteX1600" fmla="*/ 312706 w 1085850"/>
                <a:gd name="connsiteY1600" fmla="*/ 1003554 h 1219200"/>
                <a:gd name="connsiteX1601" fmla="*/ 312896 w 1085850"/>
                <a:gd name="connsiteY1601" fmla="*/ 1004792 h 1219200"/>
                <a:gd name="connsiteX1602" fmla="*/ 312896 w 1085850"/>
                <a:gd name="connsiteY1602" fmla="*/ 1006602 h 1219200"/>
                <a:gd name="connsiteX1603" fmla="*/ 312992 w 1085850"/>
                <a:gd name="connsiteY1603" fmla="*/ 1006983 h 1219200"/>
                <a:gd name="connsiteX1604" fmla="*/ 313468 w 1085850"/>
                <a:gd name="connsiteY1604" fmla="*/ 1006602 h 1219200"/>
                <a:gd name="connsiteX1605" fmla="*/ 314611 w 1085850"/>
                <a:gd name="connsiteY1605" fmla="*/ 1005935 h 1219200"/>
                <a:gd name="connsiteX1606" fmla="*/ 324993 w 1085850"/>
                <a:gd name="connsiteY1606" fmla="*/ 1003840 h 1219200"/>
                <a:gd name="connsiteX1607" fmla="*/ 326231 w 1085850"/>
                <a:gd name="connsiteY1607" fmla="*/ 1003935 h 1219200"/>
                <a:gd name="connsiteX1608" fmla="*/ 327660 w 1085850"/>
                <a:gd name="connsiteY1608" fmla="*/ 1004411 h 1219200"/>
                <a:gd name="connsiteX1609" fmla="*/ 328422 w 1085850"/>
                <a:gd name="connsiteY1609" fmla="*/ 1004888 h 1219200"/>
                <a:gd name="connsiteX1610" fmla="*/ 328803 w 1085850"/>
                <a:gd name="connsiteY1610" fmla="*/ 1005269 h 1219200"/>
                <a:gd name="connsiteX1611" fmla="*/ 329184 w 1085850"/>
                <a:gd name="connsiteY1611" fmla="*/ 1005364 h 1219200"/>
                <a:gd name="connsiteX1612" fmla="*/ 329946 w 1085850"/>
                <a:gd name="connsiteY1612" fmla="*/ 1005173 h 1219200"/>
                <a:gd name="connsiteX1613" fmla="*/ 330422 w 1085850"/>
                <a:gd name="connsiteY1613" fmla="*/ 1004697 h 1219200"/>
                <a:gd name="connsiteX1614" fmla="*/ 330518 w 1085850"/>
                <a:gd name="connsiteY1614" fmla="*/ 1003935 h 1219200"/>
                <a:gd name="connsiteX1615" fmla="*/ 330899 w 1085850"/>
                <a:gd name="connsiteY1615" fmla="*/ 1003459 h 1219200"/>
                <a:gd name="connsiteX1616" fmla="*/ 332042 w 1085850"/>
                <a:gd name="connsiteY1616" fmla="*/ 1003649 h 1219200"/>
                <a:gd name="connsiteX1617" fmla="*/ 334804 w 1085850"/>
                <a:gd name="connsiteY1617" fmla="*/ 1005364 h 1219200"/>
                <a:gd name="connsiteX1618" fmla="*/ 336328 w 1085850"/>
                <a:gd name="connsiteY1618" fmla="*/ 1005650 h 1219200"/>
                <a:gd name="connsiteX1619" fmla="*/ 338138 w 1085850"/>
                <a:gd name="connsiteY1619" fmla="*/ 1004411 h 1219200"/>
                <a:gd name="connsiteX1620" fmla="*/ 339185 w 1085850"/>
                <a:gd name="connsiteY1620" fmla="*/ 1002602 h 1219200"/>
                <a:gd name="connsiteX1621" fmla="*/ 340138 w 1085850"/>
                <a:gd name="connsiteY1621" fmla="*/ 998506 h 1219200"/>
                <a:gd name="connsiteX1622" fmla="*/ 340900 w 1085850"/>
                <a:gd name="connsiteY1622" fmla="*/ 996696 h 1219200"/>
                <a:gd name="connsiteX1623" fmla="*/ 342424 w 1085850"/>
                <a:gd name="connsiteY1623" fmla="*/ 995839 h 1219200"/>
                <a:gd name="connsiteX1624" fmla="*/ 344234 w 1085850"/>
                <a:gd name="connsiteY1624" fmla="*/ 996220 h 1219200"/>
                <a:gd name="connsiteX1625" fmla="*/ 346138 w 1085850"/>
                <a:gd name="connsiteY1625" fmla="*/ 997077 h 1219200"/>
                <a:gd name="connsiteX1626" fmla="*/ 347948 w 1085850"/>
                <a:gd name="connsiteY1626" fmla="*/ 997363 h 1219200"/>
                <a:gd name="connsiteX1627" fmla="*/ 349758 w 1085850"/>
                <a:gd name="connsiteY1627" fmla="*/ 996791 h 1219200"/>
                <a:gd name="connsiteX1628" fmla="*/ 354616 w 1085850"/>
                <a:gd name="connsiteY1628" fmla="*/ 993553 h 1219200"/>
                <a:gd name="connsiteX1629" fmla="*/ 355854 w 1085850"/>
                <a:gd name="connsiteY1629" fmla="*/ 993172 h 1219200"/>
                <a:gd name="connsiteX1630" fmla="*/ 358997 w 1085850"/>
                <a:gd name="connsiteY1630" fmla="*/ 993553 h 1219200"/>
                <a:gd name="connsiteX1631" fmla="*/ 359759 w 1085850"/>
                <a:gd name="connsiteY1631" fmla="*/ 993362 h 1219200"/>
                <a:gd name="connsiteX1632" fmla="*/ 361283 w 1085850"/>
                <a:gd name="connsiteY1632" fmla="*/ 992696 h 1219200"/>
                <a:gd name="connsiteX1633" fmla="*/ 362236 w 1085850"/>
                <a:gd name="connsiteY1633" fmla="*/ 992696 h 1219200"/>
                <a:gd name="connsiteX1634" fmla="*/ 362141 w 1085850"/>
                <a:gd name="connsiteY1634" fmla="*/ 992791 h 1219200"/>
                <a:gd name="connsiteX1635" fmla="*/ 362331 w 1085850"/>
                <a:gd name="connsiteY1635" fmla="*/ 993839 h 1219200"/>
                <a:gd name="connsiteX1636" fmla="*/ 362426 w 1085850"/>
                <a:gd name="connsiteY1636" fmla="*/ 994886 h 1219200"/>
                <a:gd name="connsiteX1637" fmla="*/ 362807 w 1085850"/>
                <a:gd name="connsiteY1637" fmla="*/ 996982 h 1219200"/>
                <a:gd name="connsiteX1638" fmla="*/ 362807 w 1085850"/>
                <a:gd name="connsiteY1638" fmla="*/ 997553 h 1219200"/>
                <a:gd name="connsiteX1639" fmla="*/ 362712 w 1085850"/>
                <a:gd name="connsiteY1639" fmla="*/ 999649 h 1219200"/>
                <a:gd name="connsiteX1640" fmla="*/ 362807 w 1085850"/>
                <a:gd name="connsiteY1640" fmla="*/ 1000220 h 1219200"/>
                <a:gd name="connsiteX1641" fmla="*/ 363188 w 1085850"/>
                <a:gd name="connsiteY1641" fmla="*/ 1001935 h 1219200"/>
                <a:gd name="connsiteX1642" fmla="*/ 363284 w 1085850"/>
                <a:gd name="connsiteY1642" fmla="*/ 1002506 h 1219200"/>
                <a:gd name="connsiteX1643" fmla="*/ 363379 w 1085850"/>
                <a:gd name="connsiteY1643" fmla="*/ 1003745 h 1219200"/>
                <a:gd name="connsiteX1644" fmla="*/ 363284 w 1085850"/>
                <a:gd name="connsiteY1644" fmla="*/ 1006412 h 1219200"/>
                <a:gd name="connsiteX1645" fmla="*/ 363093 w 1085850"/>
                <a:gd name="connsiteY1645" fmla="*/ 1007936 h 1219200"/>
                <a:gd name="connsiteX1646" fmla="*/ 362807 w 1085850"/>
                <a:gd name="connsiteY1646" fmla="*/ 1008602 h 1219200"/>
                <a:gd name="connsiteX1647" fmla="*/ 362712 w 1085850"/>
                <a:gd name="connsiteY1647" fmla="*/ 1009364 h 1219200"/>
                <a:gd name="connsiteX1648" fmla="*/ 362712 w 1085850"/>
                <a:gd name="connsiteY1648" fmla="*/ 1010031 h 1219200"/>
                <a:gd name="connsiteX1649" fmla="*/ 362712 w 1085850"/>
                <a:gd name="connsiteY1649" fmla="*/ 1010603 h 1219200"/>
                <a:gd name="connsiteX1650" fmla="*/ 362903 w 1085850"/>
                <a:gd name="connsiteY1650" fmla="*/ 1011174 h 1219200"/>
                <a:gd name="connsiteX1651" fmla="*/ 364141 w 1085850"/>
                <a:gd name="connsiteY1651" fmla="*/ 1013270 h 1219200"/>
                <a:gd name="connsiteX1652" fmla="*/ 364712 w 1085850"/>
                <a:gd name="connsiteY1652" fmla="*/ 1014794 h 1219200"/>
                <a:gd name="connsiteX1653" fmla="*/ 365093 w 1085850"/>
                <a:gd name="connsiteY1653" fmla="*/ 1015460 h 1219200"/>
                <a:gd name="connsiteX1654" fmla="*/ 365951 w 1085850"/>
                <a:gd name="connsiteY1654" fmla="*/ 1016508 h 1219200"/>
                <a:gd name="connsiteX1655" fmla="*/ 369761 w 1085850"/>
                <a:gd name="connsiteY1655" fmla="*/ 1019842 h 1219200"/>
                <a:gd name="connsiteX1656" fmla="*/ 370046 w 1085850"/>
                <a:gd name="connsiteY1656" fmla="*/ 1020223 h 1219200"/>
                <a:gd name="connsiteX1657" fmla="*/ 370904 w 1085850"/>
                <a:gd name="connsiteY1657" fmla="*/ 1021652 h 1219200"/>
                <a:gd name="connsiteX1658" fmla="*/ 371189 w 1085850"/>
                <a:gd name="connsiteY1658" fmla="*/ 1022128 h 1219200"/>
                <a:gd name="connsiteX1659" fmla="*/ 373571 w 1085850"/>
                <a:gd name="connsiteY1659" fmla="*/ 1024128 h 1219200"/>
                <a:gd name="connsiteX1660" fmla="*/ 379095 w 1085850"/>
                <a:gd name="connsiteY1660" fmla="*/ 1027367 h 1219200"/>
                <a:gd name="connsiteX1661" fmla="*/ 380714 w 1085850"/>
                <a:gd name="connsiteY1661" fmla="*/ 1027938 h 1219200"/>
                <a:gd name="connsiteX1662" fmla="*/ 383667 w 1085850"/>
                <a:gd name="connsiteY1662" fmla="*/ 1028510 h 1219200"/>
                <a:gd name="connsiteX1663" fmla="*/ 398336 w 1085850"/>
                <a:gd name="connsiteY1663" fmla="*/ 1034701 h 1219200"/>
                <a:gd name="connsiteX1664" fmla="*/ 399669 w 1085850"/>
                <a:gd name="connsiteY1664" fmla="*/ 1033844 h 1219200"/>
                <a:gd name="connsiteX1665" fmla="*/ 400145 w 1085850"/>
                <a:gd name="connsiteY1665" fmla="*/ 1033558 h 1219200"/>
                <a:gd name="connsiteX1666" fmla="*/ 400717 w 1085850"/>
                <a:gd name="connsiteY1666" fmla="*/ 1033463 h 1219200"/>
                <a:gd name="connsiteX1667" fmla="*/ 401384 w 1085850"/>
                <a:gd name="connsiteY1667" fmla="*/ 1033463 h 1219200"/>
                <a:gd name="connsiteX1668" fmla="*/ 403479 w 1085850"/>
                <a:gd name="connsiteY1668" fmla="*/ 1033653 h 1219200"/>
                <a:gd name="connsiteX1669" fmla="*/ 404717 w 1085850"/>
                <a:gd name="connsiteY1669" fmla="*/ 1033463 h 1219200"/>
                <a:gd name="connsiteX1670" fmla="*/ 405670 w 1085850"/>
                <a:gd name="connsiteY1670" fmla="*/ 1033081 h 1219200"/>
                <a:gd name="connsiteX1671" fmla="*/ 406908 w 1085850"/>
                <a:gd name="connsiteY1671" fmla="*/ 1031939 h 1219200"/>
                <a:gd name="connsiteX1672" fmla="*/ 408432 w 1085850"/>
                <a:gd name="connsiteY1672" fmla="*/ 1031177 h 1219200"/>
                <a:gd name="connsiteX1673" fmla="*/ 408813 w 1085850"/>
                <a:gd name="connsiteY1673" fmla="*/ 1030796 h 1219200"/>
                <a:gd name="connsiteX1674" fmla="*/ 409385 w 1085850"/>
                <a:gd name="connsiteY1674" fmla="*/ 1029843 h 1219200"/>
                <a:gd name="connsiteX1675" fmla="*/ 409670 w 1085850"/>
                <a:gd name="connsiteY1675" fmla="*/ 1029653 h 1219200"/>
                <a:gd name="connsiteX1676" fmla="*/ 409956 w 1085850"/>
                <a:gd name="connsiteY1676" fmla="*/ 1029557 h 1219200"/>
                <a:gd name="connsiteX1677" fmla="*/ 410242 w 1085850"/>
                <a:gd name="connsiteY1677" fmla="*/ 1029653 h 1219200"/>
                <a:gd name="connsiteX1678" fmla="*/ 410909 w 1085850"/>
                <a:gd name="connsiteY1678" fmla="*/ 1029938 h 1219200"/>
                <a:gd name="connsiteX1679" fmla="*/ 411480 w 1085850"/>
                <a:gd name="connsiteY1679" fmla="*/ 1030033 h 1219200"/>
                <a:gd name="connsiteX1680" fmla="*/ 412147 w 1085850"/>
                <a:gd name="connsiteY1680" fmla="*/ 1029938 h 1219200"/>
                <a:gd name="connsiteX1681" fmla="*/ 413195 w 1085850"/>
                <a:gd name="connsiteY1681" fmla="*/ 1029557 h 1219200"/>
                <a:gd name="connsiteX1682" fmla="*/ 414052 w 1085850"/>
                <a:gd name="connsiteY1682" fmla="*/ 1028986 h 1219200"/>
                <a:gd name="connsiteX1683" fmla="*/ 416909 w 1085850"/>
                <a:gd name="connsiteY1683" fmla="*/ 1026319 h 1219200"/>
                <a:gd name="connsiteX1684" fmla="*/ 417862 w 1085850"/>
                <a:gd name="connsiteY1684" fmla="*/ 1025652 h 1219200"/>
                <a:gd name="connsiteX1685" fmla="*/ 418814 w 1085850"/>
                <a:gd name="connsiteY1685" fmla="*/ 1025176 h 1219200"/>
                <a:gd name="connsiteX1686" fmla="*/ 419957 w 1085850"/>
                <a:gd name="connsiteY1686" fmla="*/ 1024890 h 1219200"/>
                <a:gd name="connsiteX1687" fmla="*/ 421862 w 1085850"/>
                <a:gd name="connsiteY1687" fmla="*/ 1024890 h 1219200"/>
                <a:gd name="connsiteX1688" fmla="*/ 422434 w 1085850"/>
                <a:gd name="connsiteY1688" fmla="*/ 1024700 h 1219200"/>
                <a:gd name="connsiteX1689" fmla="*/ 424625 w 1085850"/>
                <a:gd name="connsiteY1689" fmla="*/ 1024033 h 1219200"/>
                <a:gd name="connsiteX1690" fmla="*/ 431006 w 1085850"/>
                <a:gd name="connsiteY1690" fmla="*/ 1022795 h 1219200"/>
                <a:gd name="connsiteX1691" fmla="*/ 431578 w 1085850"/>
                <a:gd name="connsiteY1691" fmla="*/ 1022890 h 1219200"/>
                <a:gd name="connsiteX1692" fmla="*/ 435959 w 1085850"/>
                <a:gd name="connsiteY1692" fmla="*/ 1024414 h 1219200"/>
                <a:gd name="connsiteX1693" fmla="*/ 436531 w 1085850"/>
                <a:gd name="connsiteY1693" fmla="*/ 1024795 h 1219200"/>
                <a:gd name="connsiteX1694" fmla="*/ 437102 w 1085850"/>
                <a:gd name="connsiteY1694" fmla="*/ 1025271 h 1219200"/>
                <a:gd name="connsiteX1695" fmla="*/ 439388 w 1085850"/>
                <a:gd name="connsiteY1695" fmla="*/ 1028033 h 1219200"/>
                <a:gd name="connsiteX1696" fmla="*/ 439769 w 1085850"/>
                <a:gd name="connsiteY1696" fmla="*/ 1028414 h 1219200"/>
                <a:gd name="connsiteX1697" fmla="*/ 440341 w 1085850"/>
                <a:gd name="connsiteY1697" fmla="*/ 1028700 h 1219200"/>
                <a:gd name="connsiteX1698" fmla="*/ 443008 w 1085850"/>
                <a:gd name="connsiteY1698" fmla="*/ 1029557 h 1219200"/>
                <a:gd name="connsiteX1699" fmla="*/ 446532 w 1085850"/>
                <a:gd name="connsiteY1699" fmla="*/ 1031081 h 1219200"/>
                <a:gd name="connsiteX1700" fmla="*/ 447199 w 1085850"/>
                <a:gd name="connsiteY1700" fmla="*/ 1031558 h 1219200"/>
                <a:gd name="connsiteX1701" fmla="*/ 448151 w 1085850"/>
                <a:gd name="connsiteY1701" fmla="*/ 1032415 h 1219200"/>
                <a:gd name="connsiteX1702" fmla="*/ 449294 w 1085850"/>
                <a:gd name="connsiteY1702" fmla="*/ 1033844 h 1219200"/>
                <a:gd name="connsiteX1703" fmla="*/ 449866 w 1085850"/>
                <a:gd name="connsiteY1703" fmla="*/ 1034225 h 1219200"/>
                <a:gd name="connsiteX1704" fmla="*/ 450437 w 1085850"/>
                <a:gd name="connsiteY1704" fmla="*/ 1034320 h 1219200"/>
                <a:gd name="connsiteX1705" fmla="*/ 453104 w 1085850"/>
                <a:gd name="connsiteY1705" fmla="*/ 1034510 h 1219200"/>
                <a:gd name="connsiteX1706" fmla="*/ 453676 w 1085850"/>
                <a:gd name="connsiteY1706" fmla="*/ 1034415 h 1219200"/>
                <a:gd name="connsiteX1707" fmla="*/ 454152 w 1085850"/>
                <a:gd name="connsiteY1707" fmla="*/ 1034225 h 1219200"/>
                <a:gd name="connsiteX1708" fmla="*/ 454724 w 1085850"/>
                <a:gd name="connsiteY1708" fmla="*/ 1034034 h 1219200"/>
                <a:gd name="connsiteX1709" fmla="*/ 455867 w 1085850"/>
                <a:gd name="connsiteY1709" fmla="*/ 1033844 h 1219200"/>
                <a:gd name="connsiteX1710" fmla="*/ 457295 w 1085850"/>
                <a:gd name="connsiteY1710" fmla="*/ 1034034 h 1219200"/>
                <a:gd name="connsiteX1711" fmla="*/ 458724 w 1085850"/>
                <a:gd name="connsiteY1711" fmla="*/ 1034320 h 1219200"/>
                <a:gd name="connsiteX1712" fmla="*/ 461296 w 1085850"/>
                <a:gd name="connsiteY1712" fmla="*/ 1035177 h 1219200"/>
                <a:gd name="connsiteX1713" fmla="*/ 461867 w 1085850"/>
                <a:gd name="connsiteY1713" fmla="*/ 1035272 h 1219200"/>
                <a:gd name="connsiteX1714" fmla="*/ 462439 w 1085850"/>
                <a:gd name="connsiteY1714" fmla="*/ 1035558 h 1219200"/>
                <a:gd name="connsiteX1715" fmla="*/ 462915 w 1085850"/>
                <a:gd name="connsiteY1715" fmla="*/ 1036130 h 1219200"/>
                <a:gd name="connsiteX1716" fmla="*/ 463201 w 1085850"/>
                <a:gd name="connsiteY1716" fmla="*/ 1036701 h 1219200"/>
                <a:gd name="connsiteX1717" fmla="*/ 463582 w 1085850"/>
                <a:gd name="connsiteY1717" fmla="*/ 1037749 h 1219200"/>
                <a:gd name="connsiteX1718" fmla="*/ 464630 w 1085850"/>
                <a:gd name="connsiteY1718" fmla="*/ 1042511 h 1219200"/>
                <a:gd name="connsiteX1719" fmla="*/ 465296 w 1085850"/>
                <a:gd name="connsiteY1719" fmla="*/ 1044416 h 1219200"/>
                <a:gd name="connsiteX1720" fmla="*/ 469011 w 1085850"/>
                <a:gd name="connsiteY1720" fmla="*/ 1049846 h 1219200"/>
                <a:gd name="connsiteX1721" fmla="*/ 469868 w 1085850"/>
                <a:gd name="connsiteY1721" fmla="*/ 1051846 h 1219200"/>
                <a:gd name="connsiteX1722" fmla="*/ 471202 w 1085850"/>
                <a:gd name="connsiteY1722" fmla="*/ 1054322 h 1219200"/>
                <a:gd name="connsiteX1723" fmla="*/ 471583 w 1085850"/>
                <a:gd name="connsiteY1723" fmla="*/ 1055275 h 1219200"/>
                <a:gd name="connsiteX1724" fmla="*/ 472345 w 1085850"/>
                <a:gd name="connsiteY1724" fmla="*/ 1058037 h 1219200"/>
                <a:gd name="connsiteX1725" fmla="*/ 472345 w 1085850"/>
                <a:gd name="connsiteY1725" fmla="*/ 1058799 h 1219200"/>
                <a:gd name="connsiteX1726" fmla="*/ 472345 w 1085850"/>
                <a:gd name="connsiteY1726" fmla="*/ 1059752 h 1219200"/>
                <a:gd name="connsiteX1727" fmla="*/ 471773 w 1085850"/>
                <a:gd name="connsiteY1727" fmla="*/ 1061847 h 1219200"/>
                <a:gd name="connsiteX1728" fmla="*/ 471488 w 1085850"/>
                <a:gd name="connsiteY1728" fmla="*/ 1062419 h 1219200"/>
                <a:gd name="connsiteX1729" fmla="*/ 471202 w 1085850"/>
                <a:gd name="connsiteY1729" fmla="*/ 1062609 h 1219200"/>
                <a:gd name="connsiteX1730" fmla="*/ 468154 w 1085850"/>
                <a:gd name="connsiteY1730" fmla="*/ 1063943 h 1219200"/>
                <a:gd name="connsiteX1731" fmla="*/ 467296 w 1085850"/>
                <a:gd name="connsiteY1731" fmla="*/ 1064609 h 1219200"/>
                <a:gd name="connsiteX1732" fmla="*/ 466535 w 1085850"/>
                <a:gd name="connsiteY1732" fmla="*/ 1065371 h 1219200"/>
                <a:gd name="connsiteX1733" fmla="*/ 466058 w 1085850"/>
                <a:gd name="connsiteY1733" fmla="*/ 1066038 h 1219200"/>
                <a:gd name="connsiteX1734" fmla="*/ 465582 w 1085850"/>
                <a:gd name="connsiteY1734" fmla="*/ 1066991 h 1219200"/>
                <a:gd name="connsiteX1735" fmla="*/ 464820 w 1085850"/>
                <a:gd name="connsiteY1735" fmla="*/ 1068800 h 1219200"/>
                <a:gd name="connsiteX1736" fmla="*/ 464439 w 1085850"/>
                <a:gd name="connsiteY1736" fmla="*/ 1070229 h 1219200"/>
                <a:gd name="connsiteX1737" fmla="*/ 464534 w 1085850"/>
                <a:gd name="connsiteY1737" fmla="*/ 1071182 h 1219200"/>
                <a:gd name="connsiteX1738" fmla="*/ 464725 w 1085850"/>
                <a:gd name="connsiteY1738" fmla="*/ 1072420 h 1219200"/>
                <a:gd name="connsiteX1739" fmla="*/ 465392 w 1085850"/>
                <a:gd name="connsiteY1739" fmla="*/ 1074420 h 1219200"/>
                <a:gd name="connsiteX1740" fmla="*/ 466154 w 1085850"/>
                <a:gd name="connsiteY1740" fmla="*/ 1076039 h 1219200"/>
                <a:gd name="connsiteX1741" fmla="*/ 468630 w 1085850"/>
                <a:gd name="connsiteY1741" fmla="*/ 1080516 h 1219200"/>
                <a:gd name="connsiteX1742" fmla="*/ 468821 w 1085850"/>
                <a:gd name="connsiteY1742" fmla="*/ 1080897 h 1219200"/>
                <a:gd name="connsiteX1743" fmla="*/ 469106 w 1085850"/>
                <a:gd name="connsiteY1743" fmla="*/ 1083183 h 1219200"/>
                <a:gd name="connsiteX1744" fmla="*/ 469202 w 1085850"/>
                <a:gd name="connsiteY1744" fmla="*/ 1086041 h 1219200"/>
                <a:gd name="connsiteX1745" fmla="*/ 468821 w 1085850"/>
                <a:gd name="connsiteY1745" fmla="*/ 1090708 h 1219200"/>
                <a:gd name="connsiteX1746" fmla="*/ 468821 w 1085850"/>
                <a:gd name="connsiteY1746" fmla="*/ 1091375 h 1219200"/>
                <a:gd name="connsiteX1747" fmla="*/ 469106 w 1085850"/>
                <a:gd name="connsiteY1747" fmla="*/ 1093470 h 1219200"/>
                <a:gd name="connsiteX1748" fmla="*/ 469487 w 1085850"/>
                <a:gd name="connsiteY1748" fmla="*/ 1094994 h 1219200"/>
                <a:gd name="connsiteX1749" fmla="*/ 469773 w 1085850"/>
                <a:gd name="connsiteY1749" fmla="*/ 1095756 h 1219200"/>
                <a:gd name="connsiteX1750" fmla="*/ 470821 w 1085850"/>
                <a:gd name="connsiteY1750" fmla="*/ 1097090 h 1219200"/>
                <a:gd name="connsiteX1751" fmla="*/ 473297 w 1085850"/>
                <a:gd name="connsiteY1751" fmla="*/ 1096709 h 1219200"/>
                <a:gd name="connsiteX1752" fmla="*/ 474250 w 1085850"/>
                <a:gd name="connsiteY1752" fmla="*/ 1095756 h 1219200"/>
                <a:gd name="connsiteX1753" fmla="*/ 474726 w 1085850"/>
                <a:gd name="connsiteY1753" fmla="*/ 1094423 h 1219200"/>
                <a:gd name="connsiteX1754" fmla="*/ 475583 w 1085850"/>
                <a:gd name="connsiteY1754" fmla="*/ 1092422 h 1219200"/>
                <a:gd name="connsiteX1755" fmla="*/ 476631 w 1085850"/>
                <a:gd name="connsiteY1755" fmla="*/ 1090708 h 1219200"/>
                <a:gd name="connsiteX1756" fmla="*/ 477298 w 1085850"/>
                <a:gd name="connsiteY1756" fmla="*/ 1089946 h 1219200"/>
                <a:gd name="connsiteX1757" fmla="*/ 477965 w 1085850"/>
                <a:gd name="connsiteY1757" fmla="*/ 1089470 h 1219200"/>
                <a:gd name="connsiteX1758" fmla="*/ 478536 w 1085850"/>
                <a:gd name="connsiteY1758" fmla="*/ 1089279 h 1219200"/>
                <a:gd name="connsiteX1759" fmla="*/ 479965 w 1085850"/>
                <a:gd name="connsiteY1759" fmla="*/ 1088993 h 1219200"/>
                <a:gd name="connsiteX1760" fmla="*/ 481013 w 1085850"/>
                <a:gd name="connsiteY1760" fmla="*/ 1089089 h 1219200"/>
                <a:gd name="connsiteX1761" fmla="*/ 481394 w 1085850"/>
                <a:gd name="connsiteY1761" fmla="*/ 1089279 h 1219200"/>
                <a:gd name="connsiteX1762" fmla="*/ 481775 w 1085850"/>
                <a:gd name="connsiteY1762" fmla="*/ 1089374 h 1219200"/>
                <a:gd name="connsiteX1763" fmla="*/ 482537 w 1085850"/>
                <a:gd name="connsiteY1763" fmla="*/ 1089946 h 1219200"/>
                <a:gd name="connsiteX1764" fmla="*/ 482918 w 1085850"/>
                <a:gd name="connsiteY1764" fmla="*/ 1090422 h 1219200"/>
                <a:gd name="connsiteX1765" fmla="*/ 483203 w 1085850"/>
                <a:gd name="connsiteY1765" fmla="*/ 1090803 h 1219200"/>
                <a:gd name="connsiteX1766" fmla="*/ 484061 w 1085850"/>
                <a:gd name="connsiteY1766" fmla="*/ 1092899 h 1219200"/>
                <a:gd name="connsiteX1767" fmla="*/ 484346 w 1085850"/>
                <a:gd name="connsiteY1767" fmla="*/ 1093375 h 1219200"/>
                <a:gd name="connsiteX1768" fmla="*/ 484823 w 1085850"/>
                <a:gd name="connsiteY1768" fmla="*/ 1093756 h 1219200"/>
                <a:gd name="connsiteX1769" fmla="*/ 485489 w 1085850"/>
                <a:gd name="connsiteY1769" fmla="*/ 1094137 h 1219200"/>
                <a:gd name="connsiteX1770" fmla="*/ 486537 w 1085850"/>
                <a:gd name="connsiteY1770" fmla="*/ 1094327 h 1219200"/>
                <a:gd name="connsiteX1771" fmla="*/ 487299 w 1085850"/>
                <a:gd name="connsiteY1771" fmla="*/ 1094232 h 1219200"/>
                <a:gd name="connsiteX1772" fmla="*/ 487871 w 1085850"/>
                <a:gd name="connsiteY1772" fmla="*/ 1094042 h 1219200"/>
                <a:gd name="connsiteX1773" fmla="*/ 488728 w 1085850"/>
                <a:gd name="connsiteY1773" fmla="*/ 1093280 h 1219200"/>
                <a:gd name="connsiteX1774" fmla="*/ 489013 w 1085850"/>
                <a:gd name="connsiteY1774" fmla="*/ 1092803 h 1219200"/>
                <a:gd name="connsiteX1775" fmla="*/ 491109 w 1085850"/>
                <a:gd name="connsiteY1775" fmla="*/ 1091565 h 1219200"/>
                <a:gd name="connsiteX1776" fmla="*/ 493776 w 1085850"/>
                <a:gd name="connsiteY1776" fmla="*/ 1090422 h 1219200"/>
                <a:gd name="connsiteX1777" fmla="*/ 495110 w 1085850"/>
                <a:gd name="connsiteY1777" fmla="*/ 1090136 h 1219200"/>
                <a:gd name="connsiteX1778" fmla="*/ 496157 w 1085850"/>
                <a:gd name="connsiteY1778" fmla="*/ 1090136 h 1219200"/>
                <a:gd name="connsiteX1779" fmla="*/ 498825 w 1085850"/>
                <a:gd name="connsiteY1779" fmla="*/ 1091375 h 1219200"/>
                <a:gd name="connsiteX1780" fmla="*/ 501682 w 1085850"/>
                <a:gd name="connsiteY1780" fmla="*/ 1093756 h 1219200"/>
                <a:gd name="connsiteX1781" fmla="*/ 502158 w 1085850"/>
                <a:gd name="connsiteY1781" fmla="*/ 1094137 h 1219200"/>
                <a:gd name="connsiteX1782" fmla="*/ 502825 w 1085850"/>
                <a:gd name="connsiteY1782" fmla="*/ 1094423 h 1219200"/>
                <a:gd name="connsiteX1783" fmla="*/ 505587 w 1085850"/>
                <a:gd name="connsiteY1783" fmla="*/ 1094994 h 1219200"/>
                <a:gd name="connsiteX1784" fmla="*/ 506349 w 1085850"/>
                <a:gd name="connsiteY1784" fmla="*/ 1095375 h 1219200"/>
                <a:gd name="connsiteX1785" fmla="*/ 510064 w 1085850"/>
                <a:gd name="connsiteY1785" fmla="*/ 1097661 h 1219200"/>
                <a:gd name="connsiteX1786" fmla="*/ 510635 w 1085850"/>
                <a:gd name="connsiteY1786" fmla="*/ 1098137 h 1219200"/>
                <a:gd name="connsiteX1787" fmla="*/ 510921 w 1085850"/>
                <a:gd name="connsiteY1787" fmla="*/ 1098518 h 1219200"/>
                <a:gd name="connsiteX1788" fmla="*/ 511016 w 1085850"/>
                <a:gd name="connsiteY1788" fmla="*/ 1098804 h 1219200"/>
                <a:gd name="connsiteX1789" fmla="*/ 511302 w 1085850"/>
                <a:gd name="connsiteY1789" fmla="*/ 1099757 h 1219200"/>
                <a:gd name="connsiteX1790" fmla="*/ 511493 w 1085850"/>
                <a:gd name="connsiteY1790" fmla="*/ 1100328 h 1219200"/>
                <a:gd name="connsiteX1791" fmla="*/ 511778 w 1085850"/>
                <a:gd name="connsiteY1791" fmla="*/ 1100804 h 1219200"/>
                <a:gd name="connsiteX1792" fmla="*/ 512636 w 1085850"/>
                <a:gd name="connsiteY1792" fmla="*/ 1101947 h 1219200"/>
                <a:gd name="connsiteX1793" fmla="*/ 512826 w 1085850"/>
                <a:gd name="connsiteY1793" fmla="*/ 1102424 h 1219200"/>
                <a:gd name="connsiteX1794" fmla="*/ 512636 w 1085850"/>
                <a:gd name="connsiteY1794" fmla="*/ 1102709 h 1219200"/>
                <a:gd name="connsiteX1795" fmla="*/ 512445 w 1085850"/>
                <a:gd name="connsiteY1795" fmla="*/ 1102900 h 1219200"/>
                <a:gd name="connsiteX1796" fmla="*/ 511969 w 1085850"/>
                <a:gd name="connsiteY1796" fmla="*/ 1102995 h 1219200"/>
                <a:gd name="connsiteX1797" fmla="*/ 509969 w 1085850"/>
                <a:gd name="connsiteY1797" fmla="*/ 1102995 h 1219200"/>
                <a:gd name="connsiteX1798" fmla="*/ 509397 w 1085850"/>
                <a:gd name="connsiteY1798" fmla="*/ 1103090 h 1219200"/>
                <a:gd name="connsiteX1799" fmla="*/ 508921 w 1085850"/>
                <a:gd name="connsiteY1799" fmla="*/ 1103281 h 1219200"/>
                <a:gd name="connsiteX1800" fmla="*/ 507968 w 1085850"/>
                <a:gd name="connsiteY1800" fmla="*/ 1103852 h 1219200"/>
                <a:gd name="connsiteX1801" fmla="*/ 507587 w 1085850"/>
                <a:gd name="connsiteY1801" fmla="*/ 1104233 h 1219200"/>
                <a:gd name="connsiteX1802" fmla="*/ 507206 w 1085850"/>
                <a:gd name="connsiteY1802" fmla="*/ 1104710 h 1219200"/>
                <a:gd name="connsiteX1803" fmla="*/ 506921 w 1085850"/>
                <a:gd name="connsiteY1803" fmla="*/ 1105186 h 1219200"/>
                <a:gd name="connsiteX1804" fmla="*/ 506825 w 1085850"/>
                <a:gd name="connsiteY1804" fmla="*/ 1105757 h 1219200"/>
                <a:gd name="connsiteX1805" fmla="*/ 506825 w 1085850"/>
                <a:gd name="connsiteY1805" fmla="*/ 1106424 h 1219200"/>
                <a:gd name="connsiteX1806" fmla="*/ 506921 w 1085850"/>
                <a:gd name="connsiteY1806" fmla="*/ 1106996 h 1219200"/>
                <a:gd name="connsiteX1807" fmla="*/ 507492 w 1085850"/>
                <a:gd name="connsiteY1807" fmla="*/ 1108805 h 1219200"/>
                <a:gd name="connsiteX1808" fmla="*/ 507492 w 1085850"/>
                <a:gd name="connsiteY1808" fmla="*/ 1109091 h 1219200"/>
                <a:gd name="connsiteX1809" fmla="*/ 507587 w 1085850"/>
                <a:gd name="connsiteY1809" fmla="*/ 1109758 h 1219200"/>
                <a:gd name="connsiteX1810" fmla="*/ 507587 w 1085850"/>
                <a:gd name="connsiteY1810" fmla="*/ 1110329 h 1219200"/>
                <a:gd name="connsiteX1811" fmla="*/ 507492 w 1085850"/>
                <a:gd name="connsiteY1811" fmla="*/ 1110996 h 1219200"/>
                <a:gd name="connsiteX1812" fmla="*/ 507111 w 1085850"/>
                <a:gd name="connsiteY1812" fmla="*/ 1112330 h 1219200"/>
                <a:gd name="connsiteX1813" fmla="*/ 505873 w 1085850"/>
                <a:gd name="connsiteY1813" fmla="*/ 1115473 h 1219200"/>
                <a:gd name="connsiteX1814" fmla="*/ 505682 w 1085850"/>
                <a:gd name="connsiteY1814" fmla="*/ 1116044 h 1219200"/>
                <a:gd name="connsiteX1815" fmla="*/ 505587 w 1085850"/>
                <a:gd name="connsiteY1815" fmla="*/ 1116711 h 1219200"/>
                <a:gd name="connsiteX1816" fmla="*/ 505873 w 1085850"/>
                <a:gd name="connsiteY1816" fmla="*/ 1117473 h 1219200"/>
                <a:gd name="connsiteX1817" fmla="*/ 506444 w 1085850"/>
                <a:gd name="connsiteY1817" fmla="*/ 1118426 h 1219200"/>
                <a:gd name="connsiteX1818" fmla="*/ 508635 w 1085850"/>
                <a:gd name="connsiteY1818" fmla="*/ 1120807 h 1219200"/>
                <a:gd name="connsiteX1819" fmla="*/ 509111 w 1085850"/>
                <a:gd name="connsiteY1819" fmla="*/ 1121474 h 1219200"/>
                <a:gd name="connsiteX1820" fmla="*/ 510350 w 1085850"/>
                <a:gd name="connsiteY1820" fmla="*/ 1124522 h 1219200"/>
                <a:gd name="connsiteX1821" fmla="*/ 515112 w 1085850"/>
                <a:gd name="connsiteY1821" fmla="*/ 1131094 h 1219200"/>
                <a:gd name="connsiteX1822" fmla="*/ 515398 w 1085850"/>
                <a:gd name="connsiteY1822" fmla="*/ 1131570 h 1219200"/>
                <a:gd name="connsiteX1823" fmla="*/ 515588 w 1085850"/>
                <a:gd name="connsiteY1823" fmla="*/ 1132142 h 1219200"/>
                <a:gd name="connsiteX1824" fmla="*/ 515398 w 1085850"/>
                <a:gd name="connsiteY1824" fmla="*/ 1133475 h 1219200"/>
                <a:gd name="connsiteX1825" fmla="*/ 514921 w 1085850"/>
                <a:gd name="connsiteY1825" fmla="*/ 1135571 h 1219200"/>
                <a:gd name="connsiteX1826" fmla="*/ 514826 w 1085850"/>
                <a:gd name="connsiteY1826" fmla="*/ 1136333 h 1219200"/>
                <a:gd name="connsiteX1827" fmla="*/ 514731 w 1085850"/>
                <a:gd name="connsiteY1827" fmla="*/ 1136904 h 1219200"/>
                <a:gd name="connsiteX1828" fmla="*/ 514826 w 1085850"/>
                <a:gd name="connsiteY1828" fmla="*/ 1137476 h 1219200"/>
                <a:gd name="connsiteX1829" fmla="*/ 514921 w 1085850"/>
                <a:gd name="connsiteY1829" fmla="*/ 1137857 h 1219200"/>
                <a:gd name="connsiteX1830" fmla="*/ 514921 w 1085850"/>
                <a:gd name="connsiteY1830" fmla="*/ 1137952 h 1219200"/>
                <a:gd name="connsiteX1831" fmla="*/ 518732 w 1085850"/>
                <a:gd name="connsiteY1831" fmla="*/ 1142048 h 1219200"/>
                <a:gd name="connsiteX1832" fmla="*/ 520065 w 1085850"/>
                <a:gd name="connsiteY1832" fmla="*/ 1143095 h 1219200"/>
                <a:gd name="connsiteX1833" fmla="*/ 521018 w 1085850"/>
                <a:gd name="connsiteY1833" fmla="*/ 1143667 h 1219200"/>
                <a:gd name="connsiteX1834" fmla="*/ 522256 w 1085850"/>
                <a:gd name="connsiteY1834" fmla="*/ 1143667 h 1219200"/>
                <a:gd name="connsiteX1835" fmla="*/ 523018 w 1085850"/>
                <a:gd name="connsiteY1835" fmla="*/ 1143953 h 1219200"/>
                <a:gd name="connsiteX1836" fmla="*/ 523304 w 1085850"/>
                <a:gd name="connsiteY1836" fmla="*/ 1144429 h 1219200"/>
                <a:gd name="connsiteX1837" fmla="*/ 523494 w 1085850"/>
                <a:gd name="connsiteY1837" fmla="*/ 1145000 h 1219200"/>
                <a:gd name="connsiteX1838" fmla="*/ 523589 w 1085850"/>
                <a:gd name="connsiteY1838" fmla="*/ 1146239 h 1219200"/>
                <a:gd name="connsiteX1839" fmla="*/ 523875 w 1085850"/>
                <a:gd name="connsiteY1839" fmla="*/ 1147286 h 1219200"/>
                <a:gd name="connsiteX1840" fmla="*/ 525685 w 1085850"/>
                <a:gd name="connsiteY1840" fmla="*/ 1152811 h 1219200"/>
                <a:gd name="connsiteX1841" fmla="*/ 528447 w 1085850"/>
                <a:gd name="connsiteY1841" fmla="*/ 1154716 h 1219200"/>
                <a:gd name="connsiteX1842" fmla="*/ 534067 w 1085850"/>
                <a:gd name="connsiteY1842" fmla="*/ 1156145 h 1219200"/>
                <a:gd name="connsiteX1843" fmla="*/ 546545 w 1085850"/>
                <a:gd name="connsiteY1843" fmla="*/ 1151668 h 1219200"/>
                <a:gd name="connsiteX1844" fmla="*/ 548259 w 1085850"/>
                <a:gd name="connsiteY1844" fmla="*/ 1150620 h 1219200"/>
                <a:gd name="connsiteX1845" fmla="*/ 549307 w 1085850"/>
                <a:gd name="connsiteY1845" fmla="*/ 1149763 h 1219200"/>
                <a:gd name="connsiteX1846" fmla="*/ 549878 w 1085850"/>
                <a:gd name="connsiteY1846" fmla="*/ 1149096 h 1219200"/>
                <a:gd name="connsiteX1847" fmla="*/ 550259 w 1085850"/>
                <a:gd name="connsiteY1847" fmla="*/ 1148429 h 1219200"/>
                <a:gd name="connsiteX1848" fmla="*/ 550450 w 1085850"/>
                <a:gd name="connsiteY1848" fmla="*/ 1147667 h 1219200"/>
                <a:gd name="connsiteX1849" fmla="*/ 550640 w 1085850"/>
                <a:gd name="connsiteY1849" fmla="*/ 1147001 h 1219200"/>
                <a:gd name="connsiteX1850" fmla="*/ 550640 w 1085850"/>
                <a:gd name="connsiteY1850" fmla="*/ 1145762 h 1219200"/>
                <a:gd name="connsiteX1851" fmla="*/ 550355 w 1085850"/>
                <a:gd name="connsiteY1851" fmla="*/ 1137857 h 1219200"/>
                <a:gd name="connsiteX1852" fmla="*/ 549974 w 1085850"/>
                <a:gd name="connsiteY1852" fmla="*/ 1135285 h 1219200"/>
                <a:gd name="connsiteX1853" fmla="*/ 550069 w 1085850"/>
                <a:gd name="connsiteY1853" fmla="*/ 1134523 h 1219200"/>
                <a:gd name="connsiteX1854" fmla="*/ 550259 w 1085850"/>
                <a:gd name="connsiteY1854" fmla="*/ 1133475 h 1219200"/>
                <a:gd name="connsiteX1855" fmla="*/ 550736 w 1085850"/>
                <a:gd name="connsiteY1855" fmla="*/ 1131856 h 1219200"/>
                <a:gd name="connsiteX1856" fmla="*/ 550831 w 1085850"/>
                <a:gd name="connsiteY1856" fmla="*/ 1130237 h 1219200"/>
                <a:gd name="connsiteX1857" fmla="*/ 550545 w 1085850"/>
                <a:gd name="connsiteY1857" fmla="*/ 1128617 h 1219200"/>
                <a:gd name="connsiteX1858" fmla="*/ 549878 w 1085850"/>
                <a:gd name="connsiteY1858" fmla="*/ 1126522 h 1219200"/>
                <a:gd name="connsiteX1859" fmla="*/ 549593 w 1085850"/>
                <a:gd name="connsiteY1859" fmla="*/ 1124522 h 1219200"/>
                <a:gd name="connsiteX1860" fmla="*/ 549783 w 1085850"/>
                <a:gd name="connsiteY1860" fmla="*/ 1122617 h 1219200"/>
                <a:gd name="connsiteX1861" fmla="*/ 550355 w 1085850"/>
                <a:gd name="connsiteY1861" fmla="*/ 1121950 h 1219200"/>
                <a:gd name="connsiteX1862" fmla="*/ 551212 w 1085850"/>
                <a:gd name="connsiteY1862" fmla="*/ 1122045 h 1219200"/>
                <a:gd name="connsiteX1863" fmla="*/ 552926 w 1085850"/>
                <a:gd name="connsiteY1863" fmla="*/ 1123664 h 1219200"/>
                <a:gd name="connsiteX1864" fmla="*/ 554165 w 1085850"/>
                <a:gd name="connsiteY1864" fmla="*/ 1124426 h 1219200"/>
                <a:gd name="connsiteX1865" fmla="*/ 555593 w 1085850"/>
                <a:gd name="connsiteY1865" fmla="*/ 1124712 h 1219200"/>
                <a:gd name="connsiteX1866" fmla="*/ 557022 w 1085850"/>
                <a:gd name="connsiteY1866" fmla="*/ 1124426 h 1219200"/>
                <a:gd name="connsiteX1867" fmla="*/ 558546 w 1085850"/>
                <a:gd name="connsiteY1867" fmla="*/ 1123093 h 1219200"/>
                <a:gd name="connsiteX1868" fmla="*/ 559403 w 1085850"/>
                <a:gd name="connsiteY1868" fmla="*/ 1121474 h 1219200"/>
                <a:gd name="connsiteX1869" fmla="*/ 560356 w 1085850"/>
                <a:gd name="connsiteY1869" fmla="*/ 1117568 h 1219200"/>
                <a:gd name="connsiteX1870" fmla="*/ 561213 w 1085850"/>
                <a:gd name="connsiteY1870" fmla="*/ 1115378 h 1219200"/>
                <a:gd name="connsiteX1871" fmla="*/ 561880 w 1085850"/>
                <a:gd name="connsiteY1871" fmla="*/ 1114235 h 1219200"/>
                <a:gd name="connsiteX1872" fmla="*/ 562642 w 1085850"/>
                <a:gd name="connsiteY1872" fmla="*/ 1113377 h 1219200"/>
                <a:gd name="connsiteX1873" fmla="*/ 567023 w 1085850"/>
                <a:gd name="connsiteY1873" fmla="*/ 1110425 h 1219200"/>
                <a:gd name="connsiteX1874" fmla="*/ 571786 w 1085850"/>
                <a:gd name="connsiteY1874" fmla="*/ 1107662 h 1219200"/>
                <a:gd name="connsiteX1875" fmla="*/ 574834 w 1085850"/>
                <a:gd name="connsiteY1875" fmla="*/ 1106519 h 1219200"/>
                <a:gd name="connsiteX1876" fmla="*/ 575215 w 1085850"/>
                <a:gd name="connsiteY1876" fmla="*/ 1106615 h 1219200"/>
                <a:gd name="connsiteX1877" fmla="*/ 575691 w 1085850"/>
                <a:gd name="connsiteY1877" fmla="*/ 1106996 h 1219200"/>
                <a:gd name="connsiteX1878" fmla="*/ 577406 w 1085850"/>
                <a:gd name="connsiteY1878" fmla="*/ 1108901 h 1219200"/>
                <a:gd name="connsiteX1879" fmla="*/ 579596 w 1085850"/>
                <a:gd name="connsiteY1879" fmla="*/ 1112330 h 1219200"/>
                <a:gd name="connsiteX1880" fmla="*/ 579882 w 1085850"/>
                <a:gd name="connsiteY1880" fmla="*/ 1112996 h 1219200"/>
                <a:gd name="connsiteX1881" fmla="*/ 580549 w 1085850"/>
                <a:gd name="connsiteY1881" fmla="*/ 1114997 h 1219200"/>
                <a:gd name="connsiteX1882" fmla="*/ 581216 w 1085850"/>
                <a:gd name="connsiteY1882" fmla="*/ 1117759 h 1219200"/>
                <a:gd name="connsiteX1883" fmla="*/ 582168 w 1085850"/>
                <a:gd name="connsiteY1883" fmla="*/ 1124141 h 1219200"/>
                <a:gd name="connsiteX1884" fmla="*/ 582168 w 1085850"/>
                <a:gd name="connsiteY1884" fmla="*/ 1127284 h 1219200"/>
                <a:gd name="connsiteX1885" fmla="*/ 581025 w 1085850"/>
                <a:gd name="connsiteY1885" fmla="*/ 1138047 h 1219200"/>
                <a:gd name="connsiteX1886" fmla="*/ 581025 w 1085850"/>
                <a:gd name="connsiteY1886" fmla="*/ 1139762 h 1219200"/>
                <a:gd name="connsiteX1887" fmla="*/ 581216 w 1085850"/>
                <a:gd name="connsiteY1887" fmla="*/ 1143095 h 1219200"/>
                <a:gd name="connsiteX1888" fmla="*/ 581501 w 1085850"/>
                <a:gd name="connsiteY1888" fmla="*/ 1144143 h 1219200"/>
                <a:gd name="connsiteX1889" fmla="*/ 581787 w 1085850"/>
                <a:gd name="connsiteY1889" fmla="*/ 1145286 h 1219200"/>
                <a:gd name="connsiteX1890" fmla="*/ 582263 w 1085850"/>
                <a:gd name="connsiteY1890" fmla="*/ 1146239 h 1219200"/>
                <a:gd name="connsiteX1891" fmla="*/ 583025 w 1085850"/>
                <a:gd name="connsiteY1891" fmla="*/ 1147382 h 1219200"/>
                <a:gd name="connsiteX1892" fmla="*/ 583883 w 1085850"/>
                <a:gd name="connsiteY1892" fmla="*/ 1148429 h 1219200"/>
                <a:gd name="connsiteX1893" fmla="*/ 587026 w 1085850"/>
                <a:gd name="connsiteY1893" fmla="*/ 1151382 h 1219200"/>
                <a:gd name="connsiteX1894" fmla="*/ 587883 w 1085850"/>
                <a:gd name="connsiteY1894" fmla="*/ 1152430 h 1219200"/>
                <a:gd name="connsiteX1895" fmla="*/ 588359 w 1085850"/>
                <a:gd name="connsiteY1895" fmla="*/ 1153478 h 1219200"/>
                <a:gd name="connsiteX1896" fmla="*/ 588740 w 1085850"/>
                <a:gd name="connsiteY1896" fmla="*/ 1154716 h 1219200"/>
                <a:gd name="connsiteX1897" fmla="*/ 589217 w 1085850"/>
                <a:gd name="connsiteY1897" fmla="*/ 1157573 h 1219200"/>
                <a:gd name="connsiteX1898" fmla="*/ 589693 w 1085850"/>
                <a:gd name="connsiteY1898" fmla="*/ 1159097 h 1219200"/>
                <a:gd name="connsiteX1899" fmla="*/ 590360 w 1085850"/>
                <a:gd name="connsiteY1899" fmla="*/ 1160717 h 1219200"/>
                <a:gd name="connsiteX1900" fmla="*/ 594170 w 1085850"/>
                <a:gd name="connsiteY1900" fmla="*/ 1166622 h 1219200"/>
                <a:gd name="connsiteX1901" fmla="*/ 596646 w 1085850"/>
                <a:gd name="connsiteY1901" fmla="*/ 1172051 h 1219200"/>
                <a:gd name="connsiteX1902" fmla="*/ 597599 w 1085850"/>
                <a:gd name="connsiteY1902" fmla="*/ 1173290 h 1219200"/>
                <a:gd name="connsiteX1903" fmla="*/ 600837 w 1085850"/>
                <a:gd name="connsiteY1903" fmla="*/ 1175861 h 1219200"/>
                <a:gd name="connsiteX1904" fmla="*/ 601599 w 1085850"/>
                <a:gd name="connsiteY1904" fmla="*/ 1176814 h 1219200"/>
                <a:gd name="connsiteX1905" fmla="*/ 602171 w 1085850"/>
                <a:gd name="connsiteY1905" fmla="*/ 1177957 h 1219200"/>
                <a:gd name="connsiteX1906" fmla="*/ 603218 w 1085850"/>
                <a:gd name="connsiteY1906" fmla="*/ 1180243 h 1219200"/>
                <a:gd name="connsiteX1907" fmla="*/ 603790 w 1085850"/>
                <a:gd name="connsiteY1907" fmla="*/ 1181291 h 1219200"/>
                <a:gd name="connsiteX1908" fmla="*/ 605885 w 1085850"/>
                <a:gd name="connsiteY1908" fmla="*/ 1184243 h 1219200"/>
                <a:gd name="connsiteX1909" fmla="*/ 606171 w 1085850"/>
                <a:gd name="connsiteY1909" fmla="*/ 1184815 h 1219200"/>
                <a:gd name="connsiteX1910" fmla="*/ 606362 w 1085850"/>
                <a:gd name="connsiteY1910" fmla="*/ 1185386 h 1219200"/>
                <a:gd name="connsiteX1911" fmla="*/ 606838 w 1085850"/>
                <a:gd name="connsiteY1911" fmla="*/ 1187672 h 1219200"/>
                <a:gd name="connsiteX1912" fmla="*/ 607124 w 1085850"/>
                <a:gd name="connsiteY1912" fmla="*/ 1189958 h 1219200"/>
                <a:gd name="connsiteX1913" fmla="*/ 606933 w 1085850"/>
                <a:gd name="connsiteY1913" fmla="*/ 1193387 h 1219200"/>
                <a:gd name="connsiteX1914" fmla="*/ 607028 w 1085850"/>
                <a:gd name="connsiteY1914" fmla="*/ 1193959 h 1219200"/>
                <a:gd name="connsiteX1915" fmla="*/ 607219 w 1085850"/>
                <a:gd name="connsiteY1915" fmla="*/ 1194435 h 1219200"/>
                <a:gd name="connsiteX1916" fmla="*/ 607790 w 1085850"/>
                <a:gd name="connsiteY1916" fmla="*/ 1195388 h 1219200"/>
                <a:gd name="connsiteX1917" fmla="*/ 608934 w 1085850"/>
                <a:gd name="connsiteY1917" fmla="*/ 1196531 h 1219200"/>
                <a:gd name="connsiteX1918" fmla="*/ 611505 w 1085850"/>
                <a:gd name="connsiteY1918" fmla="*/ 1200055 h 1219200"/>
                <a:gd name="connsiteX1919" fmla="*/ 612267 w 1085850"/>
                <a:gd name="connsiteY1919" fmla="*/ 1201484 h 1219200"/>
                <a:gd name="connsiteX1920" fmla="*/ 612934 w 1085850"/>
                <a:gd name="connsiteY1920" fmla="*/ 1202912 h 1219200"/>
                <a:gd name="connsiteX1921" fmla="*/ 614267 w 1085850"/>
                <a:gd name="connsiteY1921" fmla="*/ 1207199 h 1219200"/>
                <a:gd name="connsiteX1922" fmla="*/ 614648 w 1085850"/>
                <a:gd name="connsiteY1922" fmla="*/ 1208151 h 1219200"/>
                <a:gd name="connsiteX1923" fmla="*/ 615315 w 1085850"/>
                <a:gd name="connsiteY1923" fmla="*/ 1209580 h 1219200"/>
                <a:gd name="connsiteX1924" fmla="*/ 615982 w 1085850"/>
                <a:gd name="connsiteY1924" fmla="*/ 1210532 h 1219200"/>
                <a:gd name="connsiteX1925" fmla="*/ 616268 w 1085850"/>
                <a:gd name="connsiteY1925" fmla="*/ 1210913 h 1219200"/>
                <a:gd name="connsiteX1926" fmla="*/ 616649 w 1085850"/>
                <a:gd name="connsiteY1926" fmla="*/ 1211294 h 1219200"/>
                <a:gd name="connsiteX1927" fmla="*/ 617411 w 1085850"/>
                <a:gd name="connsiteY1927" fmla="*/ 1211580 h 1219200"/>
                <a:gd name="connsiteX1928" fmla="*/ 618268 w 1085850"/>
                <a:gd name="connsiteY1928" fmla="*/ 1211675 h 1219200"/>
                <a:gd name="connsiteX1929" fmla="*/ 621506 w 1085850"/>
                <a:gd name="connsiteY1929" fmla="*/ 1211294 h 1219200"/>
                <a:gd name="connsiteX1930" fmla="*/ 622173 w 1085850"/>
                <a:gd name="connsiteY1930" fmla="*/ 1211390 h 1219200"/>
                <a:gd name="connsiteX1931" fmla="*/ 622840 w 1085850"/>
                <a:gd name="connsiteY1931" fmla="*/ 1211771 h 1219200"/>
                <a:gd name="connsiteX1932" fmla="*/ 624173 w 1085850"/>
                <a:gd name="connsiteY1932" fmla="*/ 1213009 h 1219200"/>
                <a:gd name="connsiteX1933" fmla="*/ 624745 w 1085850"/>
                <a:gd name="connsiteY1933" fmla="*/ 1213295 h 1219200"/>
                <a:gd name="connsiteX1934" fmla="*/ 625412 w 1085850"/>
                <a:gd name="connsiteY1934" fmla="*/ 1213485 h 1219200"/>
                <a:gd name="connsiteX1935" fmla="*/ 626269 w 1085850"/>
                <a:gd name="connsiteY1935" fmla="*/ 1213390 h 1219200"/>
                <a:gd name="connsiteX1936" fmla="*/ 627221 w 1085850"/>
                <a:gd name="connsiteY1936" fmla="*/ 1213104 h 1219200"/>
                <a:gd name="connsiteX1937" fmla="*/ 639128 w 1085850"/>
                <a:gd name="connsiteY1937" fmla="*/ 1207389 h 1219200"/>
                <a:gd name="connsiteX1938" fmla="*/ 642938 w 1085850"/>
                <a:gd name="connsiteY1938" fmla="*/ 1206341 h 1219200"/>
                <a:gd name="connsiteX1939" fmla="*/ 643890 w 1085850"/>
                <a:gd name="connsiteY1939" fmla="*/ 1205865 h 1219200"/>
                <a:gd name="connsiteX1940" fmla="*/ 644367 w 1085850"/>
                <a:gd name="connsiteY1940" fmla="*/ 1205579 h 1219200"/>
                <a:gd name="connsiteX1941" fmla="*/ 644747 w 1085850"/>
                <a:gd name="connsiteY1941" fmla="*/ 1205103 h 1219200"/>
                <a:gd name="connsiteX1942" fmla="*/ 644938 w 1085850"/>
                <a:gd name="connsiteY1942" fmla="*/ 1204627 h 1219200"/>
                <a:gd name="connsiteX1943" fmla="*/ 645033 w 1085850"/>
                <a:gd name="connsiteY1943" fmla="*/ 1204151 h 1219200"/>
                <a:gd name="connsiteX1944" fmla="*/ 644938 w 1085850"/>
                <a:gd name="connsiteY1944" fmla="*/ 1203865 h 1219200"/>
                <a:gd name="connsiteX1945" fmla="*/ 644747 w 1085850"/>
                <a:gd name="connsiteY1945" fmla="*/ 1203008 h 1219200"/>
                <a:gd name="connsiteX1946" fmla="*/ 644081 w 1085850"/>
                <a:gd name="connsiteY1946" fmla="*/ 1201484 h 1219200"/>
                <a:gd name="connsiteX1947" fmla="*/ 643604 w 1085850"/>
                <a:gd name="connsiteY1947" fmla="*/ 1200055 h 1219200"/>
                <a:gd name="connsiteX1948" fmla="*/ 643414 w 1085850"/>
                <a:gd name="connsiteY1948" fmla="*/ 1198721 h 1219200"/>
                <a:gd name="connsiteX1949" fmla="*/ 643319 w 1085850"/>
                <a:gd name="connsiteY1949" fmla="*/ 1198150 h 1219200"/>
                <a:gd name="connsiteX1950" fmla="*/ 643319 w 1085850"/>
                <a:gd name="connsiteY1950" fmla="*/ 1197483 h 1219200"/>
                <a:gd name="connsiteX1951" fmla="*/ 643414 w 1085850"/>
                <a:gd name="connsiteY1951" fmla="*/ 1196816 h 1219200"/>
                <a:gd name="connsiteX1952" fmla="*/ 643509 w 1085850"/>
                <a:gd name="connsiteY1952" fmla="*/ 1196245 h 1219200"/>
                <a:gd name="connsiteX1953" fmla="*/ 643509 w 1085850"/>
                <a:gd name="connsiteY1953" fmla="*/ 1195483 h 1219200"/>
                <a:gd name="connsiteX1954" fmla="*/ 643509 w 1085850"/>
                <a:gd name="connsiteY1954" fmla="*/ 1195483 h 1219200"/>
                <a:gd name="connsiteX1955" fmla="*/ 643509 w 1085850"/>
                <a:gd name="connsiteY1955" fmla="*/ 1195388 h 1219200"/>
                <a:gd name="connsiteX1956" fmla="*/ 643604 w 1085850"/>
                <a:gd name="connsiteY1956" fmla="*/ 1194816 h 1219200"/>
                <a:gd name="connsiteX1957" fmla="*/ 643509 w 1085850"/>
                <a:gd name="connsiteY1957" fmla="*/ 1193673 h 1219200"/>
                <a:gd name="connsiteX1958" fmla="*/ 643319 w 1085850"/>
                <a:gd name="connsiteY1958" fmla="*/ 1192435 h 1219200"/>
                <a:gd name="connsiteX1959" fmla="*/ 643319 w 1085850"/>
                <a:gd name="connsiteY1959" fmla="*/ 1191292 h 1219200"/>
                <a:gd name="connsiteX1960" fmla="*/ 643319 w 1085850"/>
                <a:gd name="connsiteY1960" fmla="*/ 1190625 h 1219200"/>
                <a:gd name="connsiteX1961" fmla="*/ 643414 w 1085850"/>
                <a:gd name="connsiteY1961" fmla="*/ 1189958 h 1219200"/>
                <a:gd name="connsiteX1962" fmla="*/ 643604 w 1085850"/>
                <a:gd name="connsiteY1962" fmla="*/ 1189292 h 1219200"/>
                <a:gd name="connsiteX1963" fmla="*/ 643795 w 1085850"/>
                <a:gd name="connsiteY1963" fmla="*/ 1188625 h 1219200"/>
                <a:gd name="connsiteX1964" fmla="*/ 644462 w 1085850"/>
                <a:gd name="connsiteY1964" fmla="*/ 1187577 h 1219200"/>
                <a:gd name="connsiteX1965" fmla="*/ 645128 w 1085850"/>
                <a:gd name="connsiteY1965" fmla="*/ 1186720 h 1219200"/>
                <a:gd name="connsiteX1966" fmla="*/ 645986 w 1085850"/>
                <a:gd name="connsiteY1966" fmla="*/ 1185958 h 1219200"/>
                <a:gd name="connsiteX1967" fmla="*/ 648748 w 1085850"/>
                <a:gd name="connsiteY1967" fmla="*/ 1184339 h 1219200"/>
                <a:gd name="connsiteX1968" fmla="*/ 649796 w 1085850"/>
                <a:gd name="connsiteY1968" fmla="*/ 1184053 h 1219200"/>
                <a:gd name="connsiteX1969" fmla="*/ 653987 w 1085850"/>
                <a:gd name="connsiteY1969" fmla="*/ 1183672 h 1219200"/>
                <a:gd name="connsiteX1970" fmla="*/ 655034 w 1085850"/>
                <a:gd name="connsiteY1970" fmla="*/ 1183291 h 1219200"/>
                <a:gd name="connsiteX1971" fmla="*/ 659416 w 1085850"/>
                <a:gd name="connsiteY1971" fmla="*/ 1180052 h 1219200"/>
                <a:gd name="connsiteX1972" fmla="*/ 664274 w 1085850"/>
                <a:gd name="connsiteY1972" fmla="*/ 1177766 h 1219200"/>
                <a:gd name="connsiteX1973" fmla="*/ 668846 w 1085850"/>
                <a:gd name="connsiteY1973" fmla="*/ 1176719 h 1219200"/>
                <a:gd name="connsiteX1974" fmla="*/ 686181 w 1085850"/>
                <a:gd name="connsiteY1974" fmla="*/ 1176242 h 1219200"/>
                <a:gd name="connsiteX1975" fmla="*/ 687800 w 1085850"/>
                <a:gd name="connsiteY1975" fmla="*/ 1175671 h 1219200"/>
                <a:gd name="connsiteX1976" fmla="*/ 688181 w 1085850"/>
                <a:gd name="connsiteY1976" fmla="*/ 1175385 h 1219200"/>
                <a:gd name="connsiteX1977" fmla="*/ 688658 w 1085850"/>
                <a:gd name="connsiteY1977" fmla="*/ 1175004 h 1219200"/>
                <a:gd name="connsiteX1978" fmla="*/ 688943 w 1085850"/>
                <a:gd name="connsiteY1978" fmla="*/ 1174623 h 1219200"/>
                <a:gd name="connsiteX1979" fmla="*/ 689229 w 1085850"/>
                <a:gd name="connsiteY1979" fmla="*/ 1173956 h 1219200"/>
                <a:gd name="connsiteX1980" fmla="*/ 689420 w 1085850"/>
                <a:gd name="connsiteY1980" fmla="*/ 1173385 h 1219200"/>
                <a:gd name="connsiteX1981" fmla="*/ 689610 w 1085850"/>
                <a:gd name="connsiteY1981" fmla="*/ 1171956 h 1219200"/>
                <a:gd name="connsiteX1982" fmla="*/ 689801 w 1085850"/>
                <a:gd name="connsiteY1982" fmla="*/ 1170718 h 1219200"/>
                <a:gd name="connsiteX1983" fmla="*/ 689801 w 1085850"/>
                <a:gd name="connsiteY1983" fmla="*/ 1168146 h 1219200"/>
                <a:gd name="connsiteX1984" fmla="*/ 689991 w 1085850"/>
                <a:gd name="connsiteY1984" fmla="*/ 1166717 h 1219200"/>
                <a:gd name="connsiteX1985" fmla="*/ 689991 w 1085850"/>
                <a:gd name="connsiteY1985" fmla="*/ 1166717 h 1219200"/>
                <a:gd name="connsiteX1986" fmla="*/ 690182 w 1085850"/>
                <a:gd name="connsiteY1986" fmla="*/ 1166146 h 1219200"/>
                <a:gd name="connsiteX1987" fmla="*/ 690467 w 1085850"/>
                <a:gd name="connsiteY1987" fmla="*/ 1165765 h 1219200"/>
                <a:gd name="connsiteX1988" fmla="*/ 690848 w 1085850"/>
                <a:gd name="connsiteY1988" fmla="*/ 1165384 h 1219200"/>
                <a:gd name="connsiteX1989" fmla="*/ 692182 w 1085850"/>
                <a:gd name="connsiteY1989" fmla="*/ 1164431 h 1219200"/>
                <a:gd name="connsiteX1990" fmla="*/ 695135 w 1085850"/>
                <a:gd name="connsiteY1990" fmla="*/ 1161955 h 1219200"/>
                <a:gd name="connsiteX1991" fmla="*/ 696944 w 1085850"/>
                <a:gd name="connsiteY1991" fmla="*/ 1160812 h 1219200"/>
                <a:gd name="connsiteX1992" fmla="*/ 699040 w 1085850"/>
                <a:gd name="connsiteY1992" fmla="*/ 1159955 h 1219200"/>
                <a:gd name="connsiteX1993" fmla="*/ 699992 w 1085850"/>
                <a:gd name="connsiteY1993" fmla="*/ 1160145 h 1219200"/>
                <a:gd name="connsiteX1994" fmla="*/ 701421 w 1085850"/>
                <a:gd name="connsiteY1994" fmla="*/ 1160812 h 1219200"/>
                <a:gd name="connsiteX1995" fmla="*/ 705993 w 1085850"/>
                <a:gd name="connsiteY1995" fmla="*/ 1164146 h 1219200"/>
                <a:gd name="connsiteX1996" fmla="*/ 706469 w 1085850"/>
                <a:gd name="connsiteY1996" fmla="*/ 1165193 h 1219200"/>
                <a:gd name="connsiteX1997" fmla="*/ 706850 w 1085850"/>
                <a:gd name="connsiteY1997" fmla="*/ 1166813 h 1219200"/>
                <a:gd name="connsiteX1998" fmla="*/ 707041 w 1085850"/>
                <a:gd name="connsiteY1998" fmla="*/ 1167956 h 1219200"/>
                <a:gd name="connsiteX1999" fmla="*/ 707422 w 1085850"/>
                <a:gd name="connsiteY1999" fmla="*/ 1174623 h 1219200"/>
                <a:gd name="connsiteX2000" fmla="*/ 707612 w 1085850"/>
                <a:gd name="connsiteY2000" fmla="*/ 1175861 h 1219200"/>
                <a:gd name="connsiteX2001" fmla="*/ 707803 w 1085850"/>
                <a:gd name="connsiteY2001" fmla="*/ 1176909 h 1219200"/>
                <a:gd name="connsiteX2002" fmla="*/ 708088 w 1085850"/>
                <a:gd name="connsiteY2002" fmla="*/ 1177385 h 1219200"/>
                <a:gd name="connsiteX2003" fmla="*/ 708279 w 1085850"/>
                <a:gd name="connsiteY2003" fmla="*/ 1177862 h 1219200"/>
                <a:gd name="connsiteX2004" fmla="*/ 708660 w 1085850"/>
                <a:gd name="connsiteY2004" fmla="*/ 1178338 h 1219200"/>
                <a:gd name="connsiteX2005" fmla="*/ 709327 w 1085850"/>
                <a:gd name="connsiteY2005" fmla="*/ 1178719 h 1219200"/>
                <a:gd name="connsiteX2006" fmla="*/ 710375 w 1085850"/>
                <a:gd name="connsiteY2006" fmla="*/ 1179195 h 1219200"/>
                <a:gd name="connsiteX2007" fmla="*/ 712375 w 1085850"/>
                <a:gd name="connsiteY2007" fmla="*/ 1179576 h 1219200"/>
                <a:gd name="connsiteX2008" fmla="*/ 713518 w 1085850"/>
                <a:gd name="connsiteY2008" fmla="*/ 1179671 h 1219200"/>
                <a:gd name="connsiteX2009" fmla="*/ 714280 w 1085850"/>
                <a:gd name="connsiteY2009" fmla="*/ 1179386 h 1219200"/>
                <a:gd name="connsiteX2010" fmla="*/ 714661 w 1085850"/>
                <a:gd name="connsiteY2010" fmla="*/ 1179100 h 1219200"/>
                <a:gd name="connsiteX2011" fmla="*/ 715423 w 1085850"/>
                <a:gd name="connsiteY2011" fmla="*/ 1178243 h 1219200"/>
                <a:gd name="connsiteX2012" fmla="*/ 717613 w 1085850"/>
                <a:gd name="connsiteY2012" fmla="*/ 1174528 h 1219200"/>
                <a:gd name="connsiteX2013" fmla="*/ 719423 w 1085850"/>
                <a:gd name="connsiteY2013" fmla="*/ 1172337 h 1219200"/>
                <a:gd name="connsiteX2014" fmla="*/ 721900 w 1085850"/>
                <a:gd name="connsiteY2014" fmla="*/ 1170242 h 1219200"/>
                <a:gd name="connsiteX2015" fmla="*/ 722852 w 1085850"/>
                <a:gd name="connsiteY2015" fmla="*/ 1169670 h 1219200"/>
                <a:gd name="connsiteX2016" fmla="*/ 726091 w 1085850"/>
                <a:gd name="connsiteY2016" fmla="*/ 1168622 h 1219200"/>
                <a:gd name="connsiteX2017" fmla="*/ 727043 w 1085850"/>
                <a:gd name="connsiteY2017" fmla="*/ 1168146 h 1219200"/>
                <a:gd name="connsiteX2018" fmla="*/ 727425 w 1085850"/>
                <a:gd name="connsiteY2018" fmla="*/ 1167765 h 1219200"/>
                <a:gd name="connsiteX2019" fmla="*/ 727805 w 1085850"/>
                <a:gd name="connsiteY2019" fmla="*/ 1167384 h 1219200"/>
                <a:gd name="connsiteX2020" fmla="*/ 728091 w 1085850"/>
                <a:gd name="connsiteY2020" fmla="*/ 1166908 h 1219200"/>
                <a:gd name="connsiteX2021" fmla="*/ 728377 w 1085850"/>
                <a:gd name="connsiteY2021" fmla="*/ 1166241 h 1219200"/>
                <a:gd name="connsiteX2022" fmla="*/ 730853 w 1085850"/>
                <a:gd name="connsiteY2022" fmla="*/ 1158812 h 1219200"/>
                <a:gd name="connsiteX2023" fmla="*/ 731425 w 1085850"/>
                <a:gd name="connsiteY2023" fmla="*/ 1157764 h 1219200"/>
                <a:gd name="connsiteX2024" fmla="*/ 731901 w 1085850"/>
                <a:gd name="connsiteY2024" fmla="*/ 1157192 h 1219200"/>
                <a:gd name="connsiteX2025" fmla="*/ 732282 w 1085850"/>
                <a:gd name="connsiteY2025" fmla="*/ 1157002 h 1219200"/>
                <a:gd name="connsiteX2026" fmla="*/ 732663 w 1085850"/>
                <a:gd name="connsiteY2026" fmla="*/ 1157002 h 1219200"/>
                <a:gd name="connsiteX2027" fmla="*/ 733235 w 1085850"/>
                <a:gd name="connsiteY2027" fmla="*/ 1157669 h 1219200"/>
                <a:gd name="connsiteX2028" fmla="*/ 733425 w 1085850"/>
                <a:gd name="connsiteY2028" fmla="*/ 1158145 h 1219200"/>
                <a:gd name="connsiteX2029" fmla="*/ 733520 w 1085850"/>
                <a:gd name="connsiteY2029" fmla="*/ 1158621 h 1219200"/>
                <a:gd name="connsiteX2030" fmla="*/ 733711 w 1085850"/>
                <a:gd name="connsiteY2030" fmla="*/ 1160240 h 1219200"/>
                <a:gd name="connsiteX2031" fmla="*/ 733711 w 1085850"/>
                <a:gd name="connsiteY2031" fmla="*/ 1160907 h 1219200"/>
                <a:gd name="connsiteX2032" fmla="*/ 733616 w 1085850"/>
                <a:gd name="connsiteY2032" fmla="*/ 1162241 h 1219200"/>
                <a:gd name="connsiteX2033" fmla="*/ 732473 w 1085850"/>
                <a:gd name="connsiteY2033" fmla="*/ 1167860 h 1219200"/>
                <a:gd name="connsiteX2034" fmla="*/ 732473 w 1085850"/>
                <a:gd name="connsiteY2034" fmla="*/ 1169194 h 1219200"/>
                <a:gd name="connsiteX2035" fmla="*/ 732568 w 1085850"/>
                <a:gd name="connsiteY2035" fmla="*/ 1170337 h 1219200"/>
                <a:gd name="connsiteX2036" fmla="*/ 732854 w 1085850"/>
                <a:gd name="connsiteY2036" fmla="*/ 1171385 h 1219200"/>
                <a:gd name="connsiteX2037" fmla="*/ 733235 w 1085850"/>
                <a:gd name="connsiteY2037" fmla="*/ 1172432 h 1219200"/>
                <a:gd name="connsiteX2038" fmla="*/ 733901 w 1085850"/>
                <a:gd name="connsiteY2038" fmla="*/ 1173956 h 1219200"/>
                <a:gd name="connsiteX2039" fmla="*/ 734663 w 1085850"/>
                <a:gd name="connsiteY2039" fmla="*/ 1175957 h 1219200"/>
                <a:gd name="connsiteX2040" fmla="*/ 734949 w 1085850"/>
                <a:gd name="connsiteY2040" fmla="*/ 1177100 h 1219200"/>
                <a:gd name="connsiteX2041" fmla="*/ 735044 w 1085850"/>
                <a:gd name="connsiteY2041" fmla="*/ 1178243 h 1219200"/>
                <a:gd name="connsiteX2042" fmla="*/ 735330 w 1085850"/>
                <a:gd name="connsiteY2042" fmla="*/ 1179290 h 1219200"/>
                <a:gd name="connsiteX2043" fmla="*/ 735425 w 1085850"/>
                <a:gd name="connsiteY2043" fmla="*/ 1179862 h 1219200"/>
                <a:gd name="connsiteX2044" fmla="*/ 735521 w 1085850"/>
                <a:gd name="connsiteY2044" fmla="*/ 1180529 h 1219200"/>
                <a:gd name="connsiteX2045" fmla="*/ 735425 w 1085850"/>
                <a:gd name="connsiteY2045" fmla="*/ 1183005 h 1219200"/>
                <a:gd name="connsiteX2046" fmla="*/ 735521 w 1085850"/>
                <a:gd name="connsiteY2046" fmla="*/ 1183577 h 1219200"/>
                <a:gd name="connsiteX2047" fmla="*/ 735711 w 1085850"/>
                <a:gd name="connsiteY2047" fmla="*/ 1184720 h 1219200"/>
                <a:gd name="connsiteX2048" fmla="*/ 735806 w 1085850"/>
                <a:gd name="connsiteY2048" fmla="*/ 1185291 h 1219200"/>
                <a:gd name="connsiteX2049" fmla="*/ 736283 w 1085850"/>
                <a:gd name="connsiteY2049" fmla="*/ 1186244 h 1219200"/>
                <a:gd name="connsiteX2050" fmla="*/ 737045 w 1085850"/>
                <a:gd name="connsiteY2050" fmla="*/ 1187672 h 1219200"/>
                <a:gd name="connsiteX2051" fmla="*/ 738664 w 1085850"/>
                <a:gd name="connsiteY2051" fmla="*/ 1189673 h 1219200"/>
                <a:gd name="connsiteX2052" fmla="*/ 739045 w 1085850"/>
                <a:gd name="connsiteY2052" fmla="*/ 1190054 h 1219200"/>
                <a:gd name="connsiteX2053" fmla="*/ 739140 w 1085850"/>
                <a:gd name="connsiteY2053" fmla="*/ 1190530 h 1219200"/>
                <a:gd name="connsiteX2054" fmla="*/ 739235 w 1085850"/>
                <a:gd name="connsiteY2054" fmla="*/ 1190911 h 1219200"/>
                <a:gd name="connsiteX2055" fmla="*/ 739140 w 1085850"/>
                <a:gd name="connsiteY2055" fmla="*/ 1191387 h 1219200"/>
                <a:gd name="connsiteX2056" fmla="*/ 739045 w 1085850"/>
                <a:gd name="connsiteY2056" fmla="*/ 1192054 h 1219200"/>
                <a:gd name="connsiteX2057" fmla="*/ 737902 w 1085850"/>
                <a:gd name="connsiteY2057" fmla="*/ 1195197 h 1219200"/>
                <a:gd name="connsiteX2058" fmla="*/ 737711 w 1085850"/>
                <a:gd name="connsiteY2058" fmla="*/ 1195864 h 1219200"/>
                <a:gd name="connsiteX2059" fmla="*/ 737711 w 1085850"/>
                <a:gd name="connsiteY2059" fmla="*/ 1196531 h 1219200"/>
                <a:gd name="connsiteX2060" fmla="*/ 737711 w 1085850"/>
                <a:gd name="connsiteY2060" fmla="*/ 1197197 h 1219200"/>
                <a:gd name="connsiteX2061" fmla="*/ 737807 w 1085850"/>
                <a:gd name="connsiteY2061" fmla="*/ 1197769 h 1219200"/>
                <a:gd name="connsiteX2062" fmla="*/ 737997 w 1085850"/>
                <a:gd name="connsiteY2062" fmla="*/ 1198245 h 1219200"/>
                <a:gd name="connsiteX2063" fmla="*/ 739045 w 1085850"/>
                <a:gd name="connsiteY2063" fmla="*/ 1198912 h 1219200"/>
                <a:gd name="connsiteX2064" fmla="*/ 753047 w 1085850"/>
                <a:gd name="connsiteY2064" fmla="*/ 1203389 h 1219200"/>
                <a:gd name="connsiteX2065" fmla="*/ 755523 w 1085850"/>
                <a:gd name="connsiteY2065" fmla="*/ 1204722 h 1219200"/>
                <a:gd name="connsiteX2066" fmla="*/ 755904 w 1085850"/>
                <a:gd name="connsiteY2066" fmla="*/ 1205103 h 1219200"/>
                <a:gd name="connsiteX2067" fmla="*/ 757047 w 1085850"/>
                <a:gd name="connsiteY2067" fmla="*/ 1206532 h 1219200"/>
                <a:gd name="connsiteX2068" fmla="*/ 760095 w 1085850"/>
                <a:gd name="connsiteY2068" fmla="*/ 1209389 h 1219200"/>
                <a:gd name="connsiteX2069" fmla="*/ 762095 w 1085850"/>
                <a:gd name="connsiteY2069" fmla="*/ 1210818 h 1219200"/>
                <a:gd name="connsiteX2070" fmla="*/ 765429 w 1085850"/>
                <a:gd name="connsiteY2070" fmla="*/ 1212533 h 1219200"/>
                <a:gd name="connsiteX2071" fmla="*/ 766382 w 1085850"/>
                <a:gd name="connsiteY2071" fmla="*/ 1213199 h 1219200"/>
                <a:gd name="connsiteX2072" fmla="*/ 769715 w 1085850"/>
                <a:gd name="connsiteY2072" fmla="*/ 1216247 h 1219200"/>
                <a:gd name="connsiteX2073" fmla="*/ 770382 w 1085850"/>
                <a:gd name="connsiteY2073" fmla="*/ 1217009 h 1219200"/>
                <a:gd name="connsiteX2074" fmla="*/ 771525 w 1085850"/>
                <a:gd name="connsiteY2074" fmla="*/ 1218914 h 1219200"/>
                <a:gd name="connsiteX2075" fmla="*/ 771906 w 1085850"/>
                <a:gd name="connsiteY2075" fmla="*/ 1219962 h 1219200"/>
                <a:gd name="connsiteX2076" fmla="*/ 772287 w 1085850"/>
                <a:gd name="connsiteY2076" fmla="*/ 1221581 h 1219200"/>
                <a:gd name="connsiteX2077" fmla="*/ 772859 w 1085850"/>
                <a:gd name="connsiteY2077" fmla="*/ 1223010 h 1219200"/>
                <a:gd name="connsiteX2078" fmla="*/ 773144 w 1085850"/>
                <a:gd name="connsiteY2078" fmla="*/ 1223486 h 1219200"/>
                <a:gd name="connsiteX2079" fmla="*/ 773525 w 1085850"/>
                <a:gd name="connsiteY2079" fmla="*/ 1223867 h 1219200"/>
                <a:gd name="connsiteX2080" fmla="*/ 773906 w 1085850"/>
                <a:gd name="connsiteY2080" fmla="*/ 1224248 h 1219200"/>
                <a:gd name="connsiteX2081" fmla="*/ 774573 w 1085850"/>
                <a:gd name="connsiteY2081" fmla="*/ 1224344 h 1219200"/>
                <a:gd name="connsiteX2082" fmla="*/ 775621 w 1085850"/>
                <a:gd name="connsiteY2082" fmla="*/ 1224344 h 1219200"/>
                <a:gd name="connsiteX2083" fmla="*/ 777526 w 1085850"/>
                <a:gd name="connsiteY2083" fmla="*/ 1223772 h 1219200"/>
                <a:gd name="connsiteX2084" fmla="*/ 778574 w 1085850"/>
                <a:gd name="connsiteY2084" fmla="*/ 1223391 h 1219200"/>
                <a:gd name="connsiteX2085" fmla="*/ 779240 w 1085850"/>
                <a:gd name="connsiteY2085" fmla="*/ 1222915 h 1219200"/>
                <a:gd name="connsiteX2086" fmla="*/ 785527 w 1085850"/>
                <a:gd name="connsiteY2086" fmla="*/ 1216628 h 1219200"/>
                <a:gd name="connsiteX2087" fmla="*/ 786194 w 1085850"/>
                <a:gd name="connsiteY2087" fmla="*/ 1216438 h 1219200"/>
                <a:gd name="connsiteX2088" fmla="*/ 786956 w 1085850"/>
                <a:gd name="connsiteY2088" fmla="*/ 1216533 h 1219200"/>
                <a:gd name="connsiteX2089" fmla="*/ 789242 w 1085850"/>
                <a:gd name="connsiteY2089" fmla="*/ 1217390 h 1219200"/>
                <a:gd name="connsiteX2090" fmla="*/ 794195 w 1085850"/>
                <a:gd name="connsiteY2090" fmla="*/ 1223772 h 1219200"/>
                <a:gd name="connsiteX2091" fmla="*/ 795052 w 1085850"/>
                <a:gd name="connsiteY2091" fmla="*/ 1224439 h 1219200"/>
                <a:gd name="connsiteX2092" fmla="*/ 795814 w 1085850"/>
                <a:gd name="connsiteY2092" fmla="*/ 1224820 h 1219200"/>
                <a:gd name="connsiteX2093" fmla="*/ 796671 w 1085850"/>
                <a:gd name="connsiteY2093" fmla="*/ 1224820 h 1219200"/>
                <a:gd name="connsiteX2094" fmla="*/ 797909 w 1085850"/>
                <a:gd name="connsiteY2094" fmla="*/ 1224439 h 1219200"/>
                <a:gd name="connsiteX2095" fmla="*/ 802862 w 1085850"/>
                <a:gd name="connsiteY2095" fmla="*/ 1221772 h 1219200"/>
                <a:gd name="connsiteX2096" fmla="*/ 804672 w 1085850"/>
                <a:gd name="connsiteY2096" fmla="*/ 1221105 h 1219200"/>
                <a:gd name="connsiteX2097" fmla="*/ 806101 w 1085850"/>
                <a:gd name="connsiteY2097" fmla="*/ 1220819 h 1219200"/>
                <a:gd name="connsiteX2098" fmla="*/ 799243 w 1085850"/>
                <a:gd name="connsiteY2098" fmla="*/ 1215200 h 1219200"/>
                <a:gd name="connsiteX2099" fmla="*/ 798767 w 1085850"/>
                <a:gd name="connsiteY2099" fmla="*/ 1213866 h 1219200"/>
                <a:gd name="connsiteX2100" fmla="*/ 799148 w 1085850"/>
                <a:gd name="connsiteY2100" fmla="*/ 1212056 h 1219200"/>
                <a:gd name="connsiteX2101" fmla="*/ 800767 w 1085850"/>
                <a:gd name="connsiteY2101" fmla="*/ 1209294 h 1219200"/>
                <a:gd name="connsiteX2102" fmla="*/ 801243 w 1085850"/>
                <a:gd name="connsiteY2102" fmla="*/ 1207770 h 1219200"/>
                <a:gd name="connsiteX2103" fmla="*/ 801148 w 1085850"/>
                <a:gd name="connsiteY2103" fmla="*/ 1206913 h 1219200"/>
                <a:gd name="connsiteX2104" fmla="*/ 800481 w 1085850"/>
                <a:gd name="connsiteY2104" fmla="*/ 1204913 h 1219200"/>
                <a:gd name="connsiteX2105" fmla="*/ 800291 w 1085850"/>
                <a:gd name="connsiteY2105" fmla="*/ 1203960 h 1219200"/>
                <a:gd name="connsiteX2106" fmla="*/ 800386 w 1085850"/>
                <a:gd name="connsiteY2106" fmla="*/ 1203198 h 1219200"/>
                <a:gd name="connsiteX2107" fmla="*/ 800862 w 1085850"/>
                <a:gd name="connsiteY2107" fmla="*/ 1201198 h 1219200"/>
                <a:gd name="connsiteX2108" fmla="*/ 800957 w 1085850"/>
                <a:gd name="connsiteY2108" fmla="*/ 1200245 h 1219200"/>
                <a:gd name="connsiteX2109" fmla="*/ 800767 w 1085850"/>
                <a:gd name="connsiteY2109" fmla="*/ 1199198 h 1219200"/>
                <a:gd name="connsiteX2110" fmla="*/ 800100 w 1085850"/>
                <a:gd name="connsiteY2110" fmla="*/ 1197197 h 1219200"/>
                <a:gd name="connsiteX2111" fmla="*/ 799910 w 1085850"/>
                <a:gd name="connsiteY2111" fmla="*/ 1196150 h 1219200"/>
                <a:gd name="connsiteX2112" fmla="*/ 799910 w 1085850"/>
                <a:gd name="connsiteY2112" fmla="*/ 1195292 h 1219200"/>
                <a:gd name="connsiteX2113" fmla="*/ 800100 w 1085850"/>
                <a:gd name="connsiteY2113" fmla="*/ 1192625 h 1219200"/>
                <a:gd name="connsiteX2114" fmla="*/ 799529 w 1085850"/>
                <a:gd name="connsiteY2114" fmla="*/ 1186529 h 1219200"/>
                <a:gd name="connsiteX2115" fmla="*/ 799719 w 1085850"/>
                <a:gd name="connsiteY2115" fmla="*/ 1184529 h 1219200"/>
                <a:gd name="connsiteX2116" fmla="*/ 801338 w 1085850"/>
                <a:gd name="connsiteY2116" fmla="*/ 1177766 h 1219200"/>
                <a:gd name="connsiteX2117" fmla="*/ 803243 w 1085850"/>
                <a:gd name="connsiteY2117" fmla="*/ 1172432 h 1219200"/>
                <a:gd name="connsiteX2118" fmla="*/ 803338 w 1085850"/>
                <a:gd name="connsiteY2118" fmla="*/ 1170527 h 1219200"/>
                <a:gd name="connsiteX2119" fmla="*/ 802577 w 1085850"/>
                <a:gd name="connsiteY2119" fmla="*/ 1166813 h 1219200"/>
                <a:gd name="connsiteX2120" fmla="*/ 802481 w 1085850"/>
                <a:gd name="connsiteY2120" fmla="*/ 1165098 h 1219200"/>
                <a:gd name="connsiteX2121" fmla="*/ 802958 w 1085850"/>
                <a:gd name="connsiteY2121" fmla="*/ 1163098 h 1219200"/>
                <a:gd name="connsiteX2122" fmla="*/ 802958 w 1085850"/>
                <a:gd name="connsiteY2122" fmla="*/ 1161574 h 1219200"/>
                <a:gd name="connsiteX2123" fmla="*/ 803338 w 1085850"/>
                <a:gd name="connsiteY2123" fmla="*/ 1160526 h 1219200"/>
                <a:gd name="connsiteX2124" fmla="*/ 804767 w 1085850"/>
                <a:gd name="connsiteY2124" fmla="*/ 1158907 h 1219200"/>
                <a:gd name="connsiteX2125" fmla="*/ 806006 w 1085850"/>
                <a:gd name="connsiteY2125" fmla="*/ 1157764 h 1219200"/>
                <a:gd name="connsiteX2126" fmla="*/ 806768 w 1085850"/>
                <a:gd name="connsiteY2126" fmla="*/ 1157192 h 1219200"/>
                <a:gd name="connsiteX2127" fmla="*/ 807053 w 1085850"/>
                <a:gd name="connsiteY2127" fmla="*/ 1156335 h 1219200"/>
                <a:gd name="connsiteX2128" fmla="*/ 799148 w 1085850"/>
                <a:gd name="connsiteY2128" fmla="*/ 1121474 h 1219200"/>
                <a:gd name="connsiteX2129" fmla="*/ 791147 w 1085850"/>
                <a:gd name="connsiteY2129" fmla="*/ 1086422 h 1219200"/>
                <a:gd name="connsiteX2130" fmla="*/ 787622 w 1085850"/>
                <a:gd name="connsiteY2130" fmla="*/ 1079087 h 1219200"/>
                <a:gd name="connsiteX2131" fmla="*/ 786479 w 1085850"/>
                <a:gd name="connsiteY2131" fmla="*/ 1077944 h 1219200"/>
                <a:gd name="connsiteX2132" fmla="*/ 783622 w 1085850"/>
                <a:gd name="connsiteY2132" fmla="*/ 1075849 h 1219200"/>
                <a:gd name="connsiteX2133" fmla="*/ 780288 w 1085850"/>
                <a:gd name="connsiteY2133" fmla="*/ 1070324 h 1219200"/>
                <a:gd name="connsiteX2134" fmla="*/ 780574 w 1085850"/>
                <a:gd name="connsiteY2134" fmla="*/ 1068419 h 1219200"/>
                <a:gd name="connsiteX2135" fmla="*/ 783622 w 1085850"/>
                <a:gd name="connsiteY2135" fmla="*/ 1067086 h 1219200"/>
                <a:gd name="connsiteX2136" fmla="*/ 785146 w 1085850"/>
                <a:gd name="connsiteY2136" fmla="*/ 1067086 h 1219200"/>
                <a:gd name="connsiteX2137" fmla="*/ 786575 w 1085850"/>
                <a:gd name="connsiteY2137" fmla="*/ 1066800 h 1219200"/>
                <a:gd name="connsiteX2138" fmla="*/ 787908 w 1085850"/>
                <a:gd name="connsiteY2138" fmla="*/ 1066133 h 1219200"/>
                <a:gd name="connsiteX2139" fmla="*/ 789051 w 1085850"/>
                <a:gd name="connsiteY2139" fmla="*/ 1064800 h 1219200"/>
                <a:gd name="connsiteX2140" fmla="*/ 789242 w 1085850"/>
                <a:gd name="connsiteY2140" fmla="*/ 1063847 h 1219200"/>
                <a:gd name="connsiteX2141" fmla="*/ 789242 w 1085850"/>
                <a:gd name="connsiteY2141" fmla="*/ 1062133 h 1219200"/>
                <a:gd name="connsiteX2142" fmla="*/ 789527 w 1085850"/>
                <a:gd name="connsiteY2142" fmla="*/ 1061276 h 1219200"/>
                <a:gd name="connsiteX2143" fmla="*/ 790004 w 1085850"/>
                <a:gd name="connsiteY2143" fmla="*/ 1060895 h 1219200"/>
                <a:gd name="connsiteX2144" fmla="*/ 793528 w 1085850"/>
                <a:gd name="connsiteY2144" fmla="*/ 1059752 h 1219200"/>
                <a:gd name="connsiteX2145" fmla="*/ 794671 w 1085850"/>
                <a:gd name="connsiteY2145" fmla="*/ 1059752 h 1219200"/>
                <a:gd name="connsiteX2146" fmla="*/ 795814 w 1085850"/>
                <a:gd name="connsiteY2146" fmla="*/ 1060133 h 1219200"/>
                <a:gd name="connsiteX2147" fmla="*/ 797147 w 1085850"/>
                <a:gd name="connsiteY2147" fmla="*/ 1061180 h 1219200"/>
                <a:gd name="connsiteX2148" fmla="*/ 798576 w 1085850"/>
                <a:gd name="connsiteY2148" fmla="*/ 1061752 h 1219200"/>
                <a:gd name="connsiteX2149" fmla="*/ 800005 w 1085850"/>
                <a:gd name="connsiteY2149" fmla="*/ 1061561 h 1219200"/>
                <a:gd name="connsiteX2150" fmla="*/ 805434 w 1085850"/>
                <a:gd name="connsiteY2150" fmla="*/ 1059371 h 1219200"/>
                <a:gd name="connsiteX2151" fmla="*/ 806577 w 1085850"/>
                <a:gd name="connsiteY2151" fmla="*/ 1058704 h 1219200"/>
                <a:gd name="connsiteX2152" fmla="*/ 809911 w 1085850"/>
                <a:gd name="connsiteY2152" fmla="*/ 1055561 h 1219200"/>
                <a:gd name="connsiteX2153" fmla="*/ 810959 w 1085850"/>
                <a:gd name="connsiteY2153" fmla="*/ 1054703 h 1219200"/>
                <a:gd name="connsiteX2154" fmla="*/ 812292 w 1085850"/>
                <a:gd name="connsiteY2154" fmla="*/ 1054322 h 1219200"/>
                <a:gd name="connsiteX2155" fmla="*/ 813911 w 1085850"/>
                <a:gd name="connsiteY2155" fmla="*/ 1054227 h 1219200"/>
                <a:gd name="connsiteX2156" fmla="*/ 819436 w 1085850"/>
                <a:gd name="connsiteY2156" fmla="*/ 1055275 h 1219200"/>
                <a:gd name="connsiteX2157" fmla="*/ 820579 w 1085850"/>
                <a:gd name="connsiteY2157" fmla="*/ 1054989 h 1219200"/>
                <a:gd name="connsiteX2158" fmla="*/ 821341 w 1085850"/>
                <a:gd name="connsiteY2158" fmla="*/ 1053846 h 1219200"/>
                <a:gd name="connsiteX2159" fmla="*/ 822008 w 1085850"/>
                <a:gd name="connsiteY2159" fmla="*/ 1052513 h 1219200"/>
                <a:gd name="connsiteX2160" fmla="*/ 823151 w 1085850"/>
                <a:gd name="connsiteY2160" fmla="*/ 1051370 h 1219200"/>
                <a:gd name="connsiteX2161" fmla="*/ 823627 w 1085850"/>
                <a:gd name="connsiteY2161" fmla="*/ 1050989 h 1219200"/>
                <a:gd name="connsiteX2162" fmla="*/ 834581 w 1085850"/>
                <a:gd name="connsiteY2162" fmla="*/ 1040511 h 1219200"/>
                <a:gd name="connsiteX2163" fmla="*/ 835438 w 1085850"/>
                <a:gd name="connsiteY2163" fmla="*/ 1038987 h 1219200"/>
                <a:gd name="connsiteX2164" fmla="*/ 835628 w 1085850"/>
                <a:gd name="connsiteY2164" fmla="*/ 1036701 h 1219200"/>
                <a:gd name="connsiteX2165" fmla="*/ 834295 w 1085850"/>
                <a:gd name="connsiteY2165" fmla="*/ 1034034 h 1219200"/>
                <a:gd name="connsiteX2166" fmla="*/ 834295 w 1085850"/>
                <a:gd name="connsiteY2166" fmla="*/ 1032034 h 1219200"/>
                <a:gd name="connsiteX2167" fmla="*/ 835057 w 1085850"/>
                <a:gd name="connsiteY2167" fmla="*/ 1029748 h 1219200"/>
                <a:gd name="connsiteX2168" fmla="*/ 836105 w 1085850"/>
                <a:gd name="connsiteY2168" fmla="*/ 1028224 h 1219200"/>
                <a:gd name="connsiteX2169" fmla="*/ 837438 w 1085850"/>
                <a:gd name="connsiteY2169" fmla="*/ 1027367 h 1219200"/>
                <a:gd name="connsiteX2170" fmla="*/ 839248 w 1085850"/>
                <a:gd name="connsiteY2170" fmla="*/ 1026986 h 1219200"/>
                <a:gd name="connsiteX2171" fmla="*/ 842772 w 1085850"/>
                <a:gd name="connsiteY2171" fmla="*/ 1027081 h 1219200"/>
                <a:gd name="connsiteX2172" fmla="*/ 843725 w 1085850"/>
                <a:gd name="connsiteY2172" fmla="*/ 1026319 h 1219200"/>
                <a:gd name="connsiteX2173" fmla="*/ 848678 w 1085850"/>
                <a:gd name="connsiteY2173" fmla="*/ 1016222 h 1219200"/>
                <a:gd name="connsiteX2174" fmla="*/ 851345 w 1085850"/>
                <a:gd name="connsiteY2174" fmla="*/ 1013079 h 1219200"/>
                <a:gd name="connsiteX2175" fmla="*/ 854107 w 1085850"/>
                <a:gd name="connsiteY2175" fmla="*/ 1012508 h 1219200"/>
                <a:gd name="connsiteX2176" fmla="*/ 855536 w 1085850"/>
                <a:gd name="connsiteY2176" fmla="*/ 1013746 h 1219200"/>
                <a:gd name="connsiteX2177" fmla="*/ 856298 w 1085850"/>
                <a:gd name="connsiteY2177" fmla="*/ 1015651 h 1219200"/>
                <a:gd name="connsiteX2178" fmla="*/ 856964 w 1085850"/>
                <a:gd name="connsiteY2178" fmla="*/ 1017746 h 1219200"/>
                <a:gd name="connsiteX2179" fmla="*/ 857917 w 1085850"/>
                <a:gd name="connsiteY2179" fmla="*/ 1019842 h 1219200"/>
                <a:gd name="connsiteX2180" fmla="*/ 859060 w 1085850"/>
                <a:gd name="connsiteY2180" fmla="*/ 1021271 h 1219200"/>
                <a:gd name="connsiteX2181" fmla="*/ 860393 w 1085850"/>
                <a:gd name="connsiteY2181" fmla="*/ 1022604 h 1219200"/>
                <a:gd name="connsiteX2182" fmla="*/ 861822 w 1085850"/>
                <a:gd name="connsiteY2182" fmla="*/ 1023556 h 1219200"/>
                <a:gd name="connsiteX2183" fmla="*/ 863346 w 1085850"/>
                <a:gd name="connsiteY2183" fmla="*/ 1024223 h 1219200"/>
                <a:gd name="connsiteX2184" fmla="*/ 863442 w 1085850"/>
                <a:gd name="connsiteY2184" fmla="*/ 1024223 h 1219200"/>
                <a:gd name="connsiteX2185" fmla="*/ 898208 w 1085850"/>
                <a:gd name="connsiteY2185" fmla="*/ 1034129 h 1219200"/>
                <a:gd name="connsiteX2186" fmla="*/ 932974 w 1085850"/>
                <a:gd name="connsiteY2186" fmla="*/ 1043940 h 1219200"/>
                <a:gd name="connsiteX2187" fmla="*/ 939451 w 1085850"/>
                <a:gd name="connsiteY2187" fmla="*/ 1047464 h 1219200"/>
                <a:gd name="connsiteX2188" fmla="*/ 942023 w 1085850"/>
                <a:gd name="connsiteY2188" fmla="*/ 1047941 h 1219200"/>
                <a:gd name="connsiteX2189" fmla="*/ 943070 w 1085850"/>
                <a:gd name="connsiteY2189" fmla="*/ 1047369 h 1219200"/>
                <a:gd name="connsiteX2190" fmla="*/ 945166 w 1085850"/>
                <a:gd name="connsiteY2190" fmla="*/ 1045178 h 1219200"/>
                <a:gd name="connsiteX2191" fmla="*/ 947642 w 1085850"/>
                <a:gd name="connsiteY2191" fmla="*/ 1044035 h 1219200"/>
                <a:gd name="connsiteX2192" fmla="*/ 949738 w 1085850"/>
                <a:gd name="connsiteY2192" fmla="*/ 1041464 h 1219200"/>
                <a:gd name="connsiteX2193" fmla="*/ 951643 w 1085850"/>
                <a:gd name="connsiteY2193" fmla="*/ 1040416 h 1219200"/>
                <a:gd name="connsiteX2194" fmla="*/ 953643 w 1085850"/>
                <a:gd name="connsiteY2194" fmla="*/ 1038511 h 1219200"/>
                <a:gd name="connsiteX2195" fmla="*/ 954977 w 1085850"/>
                <a:gd name="connsiteY2195" fmla="*/ 1036796 h 1219200"/>
                <a:gd name="connsiteX2196" fmla="*/ 955453 w 1085850"/>
                <a:gd name="connsiteY2196" fmla="*/ 1035844 h 1219200"/>
                <a:gd name="connsiteX2197" fmla="*/ 955738 w 1085850"/>
                <a:gd name="connsiteY2197" fmla="*/ 1034701 h 1219200"/>
                <a:gd name="connsiteX2198" fmla="*/ 955929 w 1085850"/>
                <a:gd name="connsiteY2198" fmla="*/ 1033081 h 1219200"/>
                <a:gd name="connsiteX2199" fmla="*/ 955453 w 1085850"/>
                <a:gd name="connsiteY2199" fmla="*/ 1029938 h 1219200"/>
                <a:gd name="connsiteX2200" fmla="*/ 954310 w 1085850"/>
                <a:gd name="connsiteY2200" fmla="*/ 1026414 h 1219200"/>
                <a:gd name="connsiteX2201" fmla="*/ 953548 w 1085850"/>
                <a:gd name="connsiteY2201" fmla="*/ 1023176 h 1219200"/>
                <a:gd name="connsiteX2202" fmla="*/ 954310 w 1085850"/>
                <a:gd name="connsiteY2202" fmla="*/ 1020794 h 1219200"/>
                <a:gd name="connsiteX2203" fmla="*/ 953929 w 1085850"/>
                <a:gd name="connsiteY2203" fmla="*/ 1018223 h 1219200"/>
                <a:gd name="connsiteX2204" fmla="*/ 955929 w 1085850"/>
                <a:gd name="connsiteY2204" fmla="*/ 1007078 h 1219200"/>
                <a:gd name="connsiteX2205" fmla="*/ 956025 w 1085850"/>
                <a:gd name="connsiteY2205" fmla="*/ 1005078 h 1219200"/>
                <a:gd name="connsiteX2206" fmla="*/ 956405 w 1085850"/>
                <a:gd name="connsiteY2206" fmla="*/ 1003173 h 1219200"/>
                <a:gd name="connsiteX2207" fmla="*/ 956977 w 1085850"/>
                <a:gd name="connsiteY2207" fmla="*/ 1001363 h 1219200"/>
                <a:gd name="connsiteX2208" fmla="*/ 960120 w 1085850"/>
                <a:gd name="connsiteY2208" fmla="*/ 994791 h 1219200"/>
                <a:gd name="connsiteX2209" fmla="*/ 960882 w 1085850"/>
                <a:gd name="connsiteY2209" fmla="*/ 993648 h 1219200"/>
                <a:gd name="connsiteX2210" fmla="*/ 961930 w 1085850"/>
                <a:gd name="connsiteY2210" fmla="*/ 992791 h 1219200"/>
                <a:gd name="connsiteX2211" fmla="*/ 965073 w 1085850"/>
                <a:gd name="connsiteY2211" fmla="*/ 991457 h 1219200"/>
                <a:gd name="connsiteX2212" fmla="*/ 967454 w 1085850"/>
                <a:gd name="connsiteY2212" fmla="*/ 990886 h 1219200"/>
                <a:gd name="connsiteX2213" fmla="*/ 969645 w 1085850"/>
                <a:gd name="connsiteY2213" fmla="*/ 989267 h 1219200"/>
                <a:gd name="connsiteX2214" fmla="*/ 972217 w 1085850"/>
                <a:gd name="connsiteY2214" fmla="*/ 988505 h 1219200"/>
                <a:gd name="connsiteX2215" fmla="*/ 974788 w 1085850"/>
                <a:gd name="connsiteY2215" fmla="*/ 986314 h 1219200"/>
                <a:gd name="connsiteX2216" fmla="*/ 975741 w 1085850"/>
                <a:gd name="connsiteY2216" fmla="*/ 985742 h 1219200"/>
                <a:gd name="connsiteX2217" fmla="*/ 978789 w 1085850"/>
                <a:gd name="connsiteY2217" fmla="*/ 985742 h 1219200"/>
                <a:gd name="connsiteX2218" fmla="*/ 979742 w 1085850"/>
                <a:gd name="connsiteY2218" fmla="*/ 984885 h 1219200"/>
                <a:gd name="connsiteX2219" fmla="*/ 978980 w 1085850"/>
                <a:gd name="connsiteY2219" fmla="*/ 982694 h 1219200"/>
                <a:gd name="connsiteX2220" fmla="*/ 979932 w 1085850"/>
                <a:gd name="connsiteY2220" fmla="*/ 980980 h 1219200"/>
                <a:gd name="connsiteX2221" fmla="*/ 981075 w 1085850"/>
                <a:gd name="connsiteY2221" fmla="*/ 980313 h 1219200"/>
                <a:gd name="connsiteX2222" fmla="*/ 982409 w 1085850"/>
                <a:gd name="connsiteY2222" fmla="*/ 980123 h 1219200"/>
                <a:gd name="connsiteX2223" fmla="*/ 983933 w 1085850"/>
                <a:gd name="connsiteY2223" fmla="*/ 979551 h 1219200"/>
                <a:gd name="connsiteX2224" fmla="*/ 983456 w 1085850"/>
                <a:gd name="connsiteY2224" fmla="*/ 978980 h 1219200"/>
                <a:gd name="connsiteX2225" fmla="*/ 982694 w 1085850"/>
                <a:gd name="connsiteY2225" fmla="*/ 977646 h 1219200"/>
                <a:gd name="connsiteX2226" fmla="*/ 982313 w 1085850"/>
                <a:gd name="connsiteY2226" fmla="*/ 977170 h 1219200"/>
                <a:gd name="connsiteX2227" fmla="*/ 984409 w 1085850"/>
                <a:gd name="connsiteY2227" fmla="*/ 975551 h 1219200"/>
                <a:gd name="connsiteX2228" fmla="*/ 985076 w 1085850"/>
                <a:gd name="connsiteY2228" fmla="*/ 974312 h 1219200"/>
                <a:gd name="connsiteX2229" fmla="*/ 984790 w 1085850"/>
                <a:gd name="connsiteY2229" fmla="*/ 972788 h 1219200"/>
                <a:gd name="connsiteX2230" fmla="*/ 983837 w 1085850"/>
                <a:gd name="connsiteY2230" fmla="*/ 972026 h 1219200"/>
                <a:gd name="connsiteX2231" fmla="*/ 981837 w 1085850"/>
                <a:gd name="connsiteY2231" fmla="*/ 971360 h 1219200"/>
                <a:gd name="connsiteX2232" fmla="*/ 981170 w 1085850"/>
                <a:gd name="connsiteY2232" fmla="*/ 970217 h 1219200"/>
                <a:gd name="connsiteX2233" fmla="*/ 983361 w 1085850"/>
                <a:gd name="connsiteY2233" fmla="*/ 968026 h 1219200"/>
                <a:gd name="connsiteX2234" fmla="*/ 984504 w 1085850"/>
                <a:gd name="connsiteY2234" fmla="*/ 963454 h 1219200"/>
                <a:gd name="connsiteX2235" fmla="*/ 986600 w 1085850"/>
                <a:gd name="connsiteY2235" fmla="*/ 962311 h 1219200"/>
                <a:gd name="connsiteX2236" fmla="*/ 986028 w 1085850"/>
                <a:gd name="connsiteY2236" fmla="*/ 961263 h 1219200"/>
                <a:gd name="connsiteX2237" fmla="*/ 984409 w 1085850"/>
                <a:gd name="connsiteY2237" fmla="*/ 960311 h 1219200"/>
                <a:gd name="connsiteX2238" fmla="*/ 983933 w 1085850"/>
                <a:gd name="connsiteY2238" fmla="*/ 959263 h 1219200"/>
                <a:gd name="connsiteX2239" fmla="*/ 983933 w 1085850"/>
                <a:gd name="connsiteY2239" fmla="*/ 957548 h 1219200"/>
                <a:gd name="connsiteX2240" fmla="*/ 984504 w 1085850"/>
                <a:gd name="connsiteY2240" fmla="*/ 956596 h 1219200"/>
                <a:gd name="connsiteX2241" fmla="*/ 985266 w 1085850"/>
                <a:gd name="connsiteY2241" fmla="*/ 956120 h 1219200"/>
                <a:gd name="connsiteX2242" fmla="*/ 985647 w 1085850"/>
                <a:gd name="connsiteY2242" fmla="*/ 955643 h 1219200"/>
                <a:gd name="connsiteX2243" fmla="*/ 985933 w 1085850"/>
                <a:gd name="connsiteY2243" fmla="*/ 952786 h 1219200"/>
                <a:gd name="connsiteX2244" fmla="*/ 986885 w 1085850"/>
                <a:gd name="connsiteY2244" fmla="*/ 950786 h 1219200"/>
                <a:gd name="connsiteX2245" fmla="*/ 988219 w 1085850"/>
                <a:gd name="connsiteY2245" fmla="*/ 949833 h 1219200"/>
                <a:gd name="connsiteX2246" fmla="*/ 989934 w 1085850"/>
                <a:gd name="connsiteY2246" fmla="*/ 949738 h 1219200"/>
                <a:gd name="connsiteX2247" fmla="*/ 990505 w 1085850"/>
                <a:gd name="connsiteY2247" fmla="*/ 950119 h 1219200"/>
                <a:gd name="connsiteX2248" fmla="*/ 990886 w 1085850"/>
                <a:gd name="connsiteY2248" fmla="*/ 950690 h 1219200"/>
                <a:gd name="connsiteX2249" fmla="*/ 991362 w 1085850"/>
                <a:gd name="connsiteY2249" fmla="*/ 951167 h 1219200"/>
                <a:gd name="connsiteX2250" fmla="*/ 992124 w 1085850"/>
                <a:gd name="connsiteY2250" fmla="*/ 951357 h 1219200"/>
                <a:gd name="connsiteX2251" fmla="*/ 992600 w 1085850"/>
                <a:gd name="connsiteY2251" fmla="*/ 951167 h 1219200"/>
                <a:gd name="connsiteX2252" fmla="*/ 992600 w 1085850"/>
                <a:gd name="connsiteY2252" fmla="*/ 950786 h 1219200"/>
                <a:gd name="connsiteX2253" fmla="*/ 992505 w 1085850"/>
                <a:gd name="connsiteY2253" fmla="*/ 950309 h 1219200"/>
                <a:gd name="connsiteX2254" fmla="*/ 992696 w 1085850"/>
                <a:gd name="connsiteY2254" fmla="*/ 949738 h 1219200"/>
                <a:gd name="connsiteX2255" fmla="*/ 993934 w 1085850"/>
                <a:gd name="connsiteY2255" fmla="*/ 948595 h 1219200"/>
                <a:gd name="connsiteX2256" fmla="*/ 994220 w 1085850"/>
                <a:gd name="connsiteY2256" fmla="*/ 947833 h 1219200"/>
                <a:gd name="connsiteX2257" fmla="*/ 994315 w 1085850"/>
                <a:gd name="connsiteY2257" fmla="*/ 946214 h 1219200"/>
                <a:gd name="connsiteX2258" fmla="*/ 994505 w 1085850"/>
                <a:gd name="connsiteY2258" fmla="*/ 945071 h 1219200"/>
                <a:gd name="connsiteX2259" fmla="*/ 995172 w 1085850"/>
                <a:gd name="connsiteY2259" fmla="*/ 944308 h 1219200"/>
                <a:gd name="connsiteX2260" fmla="*/ 995934 w 1085850"/>
                <a:gd name="connsiteY2260" fmla="*/ 944118 h 1219200"/>
                <a:gd name="connsiteX2261" fmla="*/ 997744 w 1085850"/>
                <a:gd name="connsiteY2261" fmla="*/ 945261 h 1219200"/>
                <a:gd name="connsiteX2262" fmla="*/ 998411 w 1085850"/>
                <a:gd name="connsiteY2262" fmla="*/ 944499 h 1219200"/>
                <a:gd name="connsiteX2263" fmla="*/ 1001268 w 1085850"/>
                <a:gd name="connsiteY2263" fmla="*/ 934403 h 1219200"/>
                <a:gd name="connsiteX2264" fmla="*/ 1003363 w 1085850"/>
                <a:gd name="connsiteY2264" fmla="*/ 929640 h 1219200"/>
                <a:gd name="connsiteX2265" fmla="*/ 1003268 w 1085850"/>
                <a:gd name="connsiteY2265" fmla="*/ 927926 h 1219200"/>
                <a:gd name="connsiteX2266" fmla="*/ 1001459 w 1085850"/>
                <a:gd name="connsiteY2266" fmla="*/ 923735 h 1219200"/>
                <a:gd name="connsiteX2267" fmla="*/ 1000697 w 1085850"/>
                <a:gd name="connsiteY2267" fmla="*/ 920687 h 1219200"/>
                <a:gd name="connsiteX2268" fmla="*/ 1001649 w 1085850"/>
                <a:gd name="connsiteY2268" fmla="*/ 919829 h 1219200"/>
                <a:gd name="connsiteX2269" fmla="*/ 1003363 w 1085850"/>
                <a:gd name="connsiteY2269" fmla="*/ 919734 h 1219200"/>
                <a:gd name="connsiteX2270" fmla="*/ 1004983 w 1085850"/>
                <a:gd name="connsiteY2270" fmla="*/ 918686 h 1219200"/>
                <a:gd name="connsiteX2271" fmla="*/ 1006983 w 1085850"/>
                <a:gd name="connsiteY2271" fmla="*/ 916591 h 1219200"/>
                <a:gd name="connsiteX2272" fmla="*/ 1007745 w 1085850"/>
                <a:gd name="connsiteY2272" fmla="*/ 915543 h 1219200"/>
                <a:gd name="connsiteX2273" fmla="*/ 1008221 w 1085850"/>
                <a:gd name="connsiteY2273" fmla="*/ 914400 h 1219200"/>
                <a:gd name="connsiteX2274" fmla="*/ 1008602 w 1085850"/>
                <a:gd name="connsiteY2274" fmla="*/ 913257 h 1219200"/>
                <a:gd name="connsiteX2275" fmla="*/ 1009174 w 1085850"/>
                <a:gd name="connsiteY2275" fmla="*/ 912400 h 1219200"/>
                <a:gd name="connsiteX2276" fmla="*/ 1010222 w 1085850"/>
                <a:gd name="connsiteY2276" fmla="*/ 912019 h 1219200"/>
                <a:gd name="connsiteX2277" fmla="*/ 1010793 w 1085850"/>
                <a:gd name="connsiteY2277" fmla="*/ 912400 h 1219200"/>
                <a:gd name="connsiteX2278" fmla="*/ 1011365 w 1085850"/>
                <a:gd name="connsiteY2278" fmla="*/ 914019 h 1219200"/>
                <a:gd name="connsiteX2279" fmla="*/ 1012127 w 1085850"/>
                <a:gd name="connsiteY2279" fmla="*/ 914400 h 1219200"/>
                <a:gd name="connsiteX2280" fmla="*/ 1012603 w 1085850"/>
                <a:gd name="connsiteY2280" fmla="*/ 913924 h 1219200"/>
                <a:gd name="connsiteX2281" fmla="*/ 1013936 w 1085850"/>
                <a:gd name="connsiteY2281" fmla="*/ 912019 h 1219200"/>
                <a:gd name="connsiteX2282" fmla="*/ 1014603 w 1085850"/>
                <a:gd name="connsiteY2282" fmla="*/ 911257 h 1219200"/>
                <a:gd name="connsiteX2283" fmla="*/ 1014127 w 1085850"/>
                <a:gd name="connsiteY2283" fmla="*/ 909828 h 1219200"/>
                <a:gd name="connsiteX2284" fmla="*/ 1015270 w 1085850"/>
                <a:gd name="connsiteY2284" fmla="*/ 908876 h 1219200"/>
                <a:gd name="connsiteX2285" fmla="*/ 1016889 w 1085850"/>
                <a:gd name="connsiteY2285" fmla="*/ 908114 h 1219200"/>
                <a:gd name="connsiteX2286" fmla="*/ 1017937 w 1085850"/>
                <a:gd name="connsiteY2286" fmla="*/ 907256 h 1219200"/>
                <a:gd name="connsiteX2287" fmla="*/ 1017842 w 1085850"/>
                <a:gd name="connsiteY2287" fmla="*/ 904970 h 1219200"/>
                <a:gd name="connsiteX2288" fmla="*/ 1017270 w 1085850"/>
                <a:gd name="connsiteY2288" fmla="*/ 903446 h 1219200"/>
                <a:gd name="connsiteX2289" fmla="*/ 1017175 w 1085850"/>
                <a:gd name="connsiteY2289" fmla="*/ 902303 h 1219200"/>
                <a:gd name="connsiteX2290" fmla="*/ 1018985 w 1085850"/>
                <a:gd name="connsiteY2290" fmla="*/ 900970 h 1219200"/>
                <a:gd name="connsiteX2291" fmla="*/ 1018223 w 1085850"/>
                <a:gd name="connsiteY2291" fmla="*/ 899922 h 1219200"/>
                <a:gd name="connsiteX2292" fmla="*/ 1017461 w 1085850"/>
                <a:gd name="connsiteY2292" fmla="*/ 899351 h 1219200"/>
                <a:gd name="connsiteX2293" fmla="*/ 1016508 w 1085850"/>
                <a:gd name="connsiteY2293" fmla="*/ 899446 h 1219200"/>
                <a:gd name="connsiteX2294" fmla="*/ 1015651 w 1085850"/>
                <a:gd name="connsiteY2294" fmla="*/ 900208 h 1219200"/>
                <a:gd name="connsiteX2295" fmla="*/ 1014794 w 1085850"/>
                <a:gd name="connsiteY2295" fmla="*/ 897922 h 1219200"/>
                <a:gd name="connsiteX2296" fmla="*/ 1016222 w 1085850"/>
                <a:gd name="connsiteY2296" fmla="*/ 896303 h 1219200"/>
                <a:gd name="connsiteX2297" fmla="*/ 1019747 w 1085850"/>
                <a:gd name="connsiteY2297" fmla="*/ 894302 h 1219200"/>
                <a:gd name="connsiteX2298" fmla="*/ 1020413 w 1085850"/>
                <a:gd name="connsiteY2298" fmla="*/ 892016 h 1219200"/>
                <a:gd name="connsiteX2299" fmla="*/ 1019461 w 1085850"/>
                <a:gd name="connsiteY2299" fmla="*/ 889730 h 1219200"/>
                <a:gd name="connsiteX2300" fmla="*/ 1017746 w 1085850"/>
                <a:gd name="connsiteY2300" fmla="*/ 887921 h 1219200"/>
                <a:gd name="connsiteX2301" fmla="*/ 1016222 w 1085850"/>
                <a:gd name="connsiteY2301" fmla="*/ 886682 h 1219200"/>
                <a:gd name="connsiteX2302" fmla="*/ 1015365 w 1085850"/>
                <a:gd name="connsiteY2302" fmla="*/ 886301 h 1219200"/>
                <a:gd name="connsiteX2303" fmla="*/ 1014603 w 1085850"/>
                <a:gd name="connsiteY2303" fmla="*/ 886206 h 1219200"/>
                <a:gd name="connsiteX2304" fmla="*/ 1014032 w 1085850"/>
                <a:gd name="connsiteY2304" fmla="*/ 885825 h 1219200"/>
                <a:gd name="connsiteX2305" fmla="*/ 1013555 w 1085850"/>
                <a:gd name="connsiteY2305" fmla="*/ 884396 h 1219200"/>
                <a:gd name="connsiteX2306" fmla="*/ 1013365 w 1085850"/>
                <a:gd name="connsiteY2306" fmla="*/ 882777 h 1219200"/>
                <a:gd name="connsiteX2307" fmla="*/ 1013651 w 1085850"/>
                <a:gd name="connsiteY2307" fmla="*/ 881634 h 1219200"/>
                <a:gd name="connsiteX2308" fmla="*/ 1017080 w 1085850"/>
                <a:gd name="connsiteY2308" fmla="*/ 876014 h 1219200"/>
                <a:gd name="connsiteX2309" fmla="*/ 1017461 w 1085850"/>
                <a:gd name="connsiteY2309" fmla="*/ 874967 h 1219200"/>
                <a:gd name="connsiteX2310" fmla="*/ 1017651 w 1085850"/>
                <a:gd name="connsiteY2310" fmla="*/ 872014 h 1219200"/>
                <a:gd name="connsiteX2311" fmla="*/ 1017937 w 1085850"/>
                <a:gd name="connsiteY2311" fmla="*/ 870871 h 1219200"/>
                <a:gd name="connsiteX2312" fmla="*/ 1019366 w 1085850"/>
                <a:gd name="connsiteY2312" fmla="*/ 868871 h 1219200"/>
                <a:gd name="connsiteX2313" fmla="*/ 1023080 w 1085850"/>
                <a:gd name="connsiteY2313" fmla="*/ 866489 h 1219200"/>
                <a:gd name="connsiteX2314" fmla="*/ 1024700 w 1085850"/>
                <a:gd name="connsiteY2314" fmla="*/ 864870 h 1219200"/>
                <a:gd name="connsiteX2315" fmla="*/ 1025557 w 1085850"/>
                <a:gd name="connsiteY2315" fmla="*/ 863441 h 1219200"/>
                <a:gd name="connsiteX2316" fmla="*/ 1026128 w 1085850"/>
                <a:gd name="connsiteY2316" fmla="*/ 862489 h 1219200"/>
                <a:gd name="connsiteX2317" fmla="*/ 1026890 w 1085850"/>
                <a:gd name="connsiteY2317" fmla="*/ 860203 h 1219200"/>
                <a:gd name="connsiteX2318" fmla="*/ 1027748 w 1085850"/>
                <a:gd name="connsiteY2318" fmla="*/ 854964 h 1219200"/>
                <a:gd name="connsiteX2319" fmla="*/ 1029081 w 1085850"/>
                <a:gd name="connsiteY2319" fmla="*/ 850106 h 1219200"/>
                <a:gd name="connsiteX2320" fmla="*/ 1029272 w 1085850"/>
                <a:gd name="connsiteY2320" fmla="*/ 847820 h 1219200"/>
                <a:gd name="connsiteX2321" fmla="*/ 1028605 w 1085850"/>
                <a:gd name="connsiteY2321" fmla="*/ 845725 h 1219200"/>
                <a:gd name="connsiteX2322" fmla="*/ 1027367 w 1085850"/>
                <a:gd name="connsiteY2322" fmla="*/ 843820 h 1219200"/>
                <a:gd name="connsiteX2323" fmla="*/ 1027081 w 1085850"/>
                <a:gd name="connsiteY2323" fmla="*/ 842296 h 1219200"/>
                <a:gd name="connsiteX2324" fmla="*/ 1027367 w 1085850"/>
                <a:gd name="connsiteY2324" fmla="*/ 840581 h 1219200"/>
                <a:gd name="connsiteX2325" fmla="*/ 1030700 w 1085850"/>
                <a:gd name="connsiteY2325" fmla="*/ 832104 h 1219200"/>
                <a:gd name="connsiteX2326" fmla="*/ 1031081 w 1085850"/>
                <a:gd name="connsiteY2326" fmla="*/ 829818 h 1219200"/>
                <a:gd name="connsiteX2327" fmla="*/ 1031081 w 1085850"/>
                <a:gd name="connsiteY2327" fmla="*/ 824960 h 1219200"/>
                <a:gd name="connsiteX2328" fmla="*/ 1031272 w 1085850"/>
                <a:gd name="connsiteY2328" fmla="*/ 823436 h 1219200"/>
                <a:gd name="connsiteX2329" fmla="*/ 1031653 w 1085850"/>
                <a:gd name="connsiteY2329" fmla="*/ 822579 h 1219200"/>
                <a:gd name="connsiteX2330" fmla="*/ 1032129 w 1085850"/>
                <a:gd name="connsiteY2330" fmla="*/ 822103 h 1219200"/>
                <a:gd name="connsiteX2331" fmla="*/ 1032701 w 1085850"/>
                <a:gd name="connsiteY2331" fmla="*/ 821341 h 1219200"/>
                <a:gd name="connsiteX2332" fmla="*/ 1034796 w 1085850"/>
                <a:gd name="connsiteY2332" fmla="*/ 814673 h 1219200"/>
                <a:gd name="connsiteX2333" fmla="*/ 1035653 w 1085850"/>
                <a:gd name="connsiteY2333" fmla="*/ 812959 h 1219200"/>
                <a:gd name="connsiteX2334" fmla="*/ 1037368 w 1085850"/>
                <a:gd name="connsiteY2334" fmla="*/ 811721 h 1219200"/>
                <a:gd name="connsiteX2335" fmla="*/ 1041463 w 1085850"/>
                <a:gd name="connsiteY2335" fmla="*/ 811244 h 1219200"/>
                <a:gd name="connsiteX2336" fmla="*/ 1043083 w 1085850"/>
                <a:gd name="connsiteY2336" fmla="*/ 810197 h 1219200"/>
                <a:gd name="connsiteX2337" fmla="*/ 1043845 w 1085850"/>
                <a:gd name="connsiteY2337" fmla="*/ 807434 h 1219200"/>
                <a:gd name="connsiteX2338" fmla="*/ 1042988 w 1085850"/>
                <a:gd name="connsiteY2338" fmla="*/ 805148 h 1219200"/>
                <a:gd name="connsiteX2339" fmla="*/ 1041559 w 1085850"/>
                <a:gd name="connsiteY2339" fmla="*/ 803053 h 1219200"/>
                <a:gd name="connsiteX2340" fmla="*/ 1040892 w 1085850"/>
                <a:gd name="connsiteY2340" fmla="*/ 800957 h 1219200"/>
                <a:gd name="connsiteX2341" fmla="*/ 1041368 w 1085850"/>
                <a:gd name="connsiteY2341" fmla="*/ 798576 h 1219200"/>
                <a:gd name="connsiteX2342" fmla="*/ 1041463 w 1085850"/>
                <a:gd name="connsiteY2342" fmla="*/ 797243 h 1219200"/>
                <a:gd name="connsiteX2343" fmla="*/ 1041178 w 1085850"/>
                <a:gd name="connsiteY2343" fmla="*/ 796576 h 1219200"/>
                <a:gd name="connsiteX2344" fmla="*/ 1040606 w 1085850"/>
                <a:gd name="connsiteY2344" fmla="*/ 796195 h 1219200"/>
                <a:gd name="connsiteX2345" fmla="*/ 1039178 w 1085850"/>
                <a:gd name="connsiteY2345" fmla="*/ 794195 h 1219200"/>
                <a:gd name="connsiteX2346" fmla="*/ 1038606 w 1085850"/>
                <a:gd name="connsiteY2346" fmla="*/ 793337 h 1219200"/>
                <a:gd name="connsiteX2347" fmla="*/ 1038035 w 1085850"/>
                <a:gd name="connsiteY2347" fmla="*/ 791051 h 1219200"/>
                <a:gd name="connsiteX2348" fmla="*/ 1038511 w 1085850"/>
                <a:gd name="connsiteY2348" fmla="*/ 789432 h 1219200"/>
                <a:gd name="connsiteX2349" fmla="*/ 1039273 w 1085850"/>
                <a:gd name="connsiteY2349" fmla="*/ 787622 h 1219200"/>
                <a:gd name="connsiteX2350" fmla="*/ 1039749 w 1085850"/>
                <a:gd name="connsiteY2350" fmla="*/ 784860 h 1219200"/>
                <a:gd name="connsiteX2351" fmla="*/ 1040416 w 1085850"/>
                <a:gd name="connsiteY2351" fmla="*/ 782860 h 1219200"/>
                <a:gd name="connsiteX2352" fmla="*/ 1041940 w 1085850"/>
                <a:gd name="connsiteY2352" fmla="*/ 781526 h 1219200"/>
                <a:gd name="connsiteX2353" fmla="*/ 1045274 w 1085850"/>
                <a:gd name="connsiteY2353" fmla="*/ 779621 h 1219200"/>
                <a:gd name="connsiteX2354" fmla="*/ 1046321 w 1085850"/>
                <a:gd name="connsiteY2354" fmla="*/ 778193 h 1219200"/>
                <a:gd name="connsiteX2355" fmla="*/ 1048036 w 1085850"/>
                <a:gd name="connsiteY2355" fmla="*/ 774573 h 1219200"/>
                <a:gd name="connsiteX2356" fmla="*/ 1049084 w 1085850"/>
                <a:gd name="connsiteY2356" fmla="*/ 773144 h 1219200"/>
                <a:gd name="connsiteX2357" fmla="*/ 1050703 w 1085850"/>
                <a:gd name="connsiteY2357" fmla="*/ 772001 h 1219200"/>
                <a:gd name="connsiteX2358" fmla="*/ 1052322 w 1085850"/>
                <a:gd name="connsiteY2358" fmla="*/ 771239 h 1219200"/>
                <a:gd name="connsiteX2359" fmla="*/ 1054037 w 1085850"/>
                <a:gd name="connsiteY2359" fmla="*/ 770858 h 1219200"/>
                <a:gd name="connsiteX2360" fmla="*/ 1055942 w 1085850"/>
                <a:gd name="connsiteY2360" fmla="*/ 770763 h 1219200"/>
                <a:gd name="connsiteX2361" fmla="*/ 1056799 w 1085850"/>
                <a:gd name="connsiteY2361" fmla="*/ 770477 h 1219200"/>
                <a:gd name="connsiteX2362" fmla="*/ 1057847 w 1085850"/>
                <a:gd name="connsiteY2362" fmla="*/ 769906 h 1219200"/>
                <a:gd name="connsiteX2363" fmla="*/ 1058894 w 1085850"/>
                <a:gd name="connsiteY2363" fmla="*/ 769715 h 1219200"/>
                <a:gd name="connsiteX2364" fmla="*/ 1060609 w 1085850"/>
                <a:gd name="connsiteY2364" fmla="*/ 770858 h 1219200"/>
                <a:gd name="connsiteX2365" fmla="*/ 1063467 w 1085850"/>
                <a:gd name="connsiteY2365" fmla="*/ 770954 h 1219200"/>
                <a:gd name="connsiteX2366" fmla="*/ 1064419 w 1085850"/>
                <a:gd name="connsiteY2366" fmla="*/ 770763 h 1219200"/>
                <a:gd name="connsiteX2367" fmla="*/ 1065657 w 1085850"/>
                <a:gd name="connsiteY2367" fmla="*/ 769715 h 1219200"/>
                <a:gd name="connsiteX2368" fmla="*/ 1068515 w 1085850"/>
                <a:gd name="connsiteY2368" fmla="*/ 766572 h 1219200"/>
                <a:gd name="connsiteX2369" fmla="*/ 1070229 w 1085850"/>
                <a:gd name="connsiteY2369" fmla="*/ 765905 h 1219200"/>
                <a:gd name="connsiteX2370" fmla="*/ 1070515 w 1085850"/>
                <a:gd name="connsiteY2370" fmla="*/ 764667 h 1219200"/>
                <a:gd name="connsiteX2371" fmla="*/ 1073944 w 1085850"/>
                <a:gd name="connsiteY2371" fmla="*/ 759238 h 1219200"/>
                <a:gd name="connsiteX2372" fmla="*/ 1074896 w 1085850"/>
                <a:gd name="connsiteY2372" fmla="*/ 758190 h 1219200"/>
                <a:gd name="connsiteX2373" fmla="*/ 1075563 w 1085850"/>
                <a:gd name="connsiteY2373" fmla="*/ 756666 h 1219200"/>
                <a:gd name="connsiteX2374" fmla="*/ 1079087 w 1085850"/>
                <a:gd name="connsiteY2374" fmla="*/ 753808 h 1219200"/>
                <a:gd name="connsiteX2375" fmla="*/ 1080230 w 1085850"/>
                <a:gd name="connsiteY2375" fmla="*/ 752189 h 1219200"/>
                <a:gd name="connsiteX2376" fmla="*/ 1080516 w 1085850"/>
                <a:gd name="connsiteY2376" fmla="*/ 749713 h 1219200"/>
                <a:gd name="connsiteX2377" fmla="*/ 1080611 w 1085850"/>
                <a:gd name="connsiteY2377" fmla="*/ 747046 h 1219200"/>
                <a:gd name="connsiteX2378" fmla="*/ 1081088 w 1085850"/>
                <a:gd name="connsiteY2378" fmla="*/ 744950 h 1219200"/>
                <a:gd name="connsiteX2379" fmla="*/ 1082802 w 1085850"/>
                <a:gd name="connsiteY2379" fmla="*/ 744093 h 1219200"/>
                <a:gd name="connsiteX2380" fmla="*/ 1083659 w 1085850"/>
                <a:gd name="connsiteY2380" fmla="*/ 743236 h 1219200"/>
                <a:gd name="connsiteX2381" fmla="*/ 1087469 w 1085850"/>
                <a:gd name="connsiteY2381" fmla="*/ 737616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</a:cxnLst>
              <a:rect l="l" t="t" r="r" b="b"/>
              <a:pathLst>
                <a:path w="1085850" h="1219200">
                  <a:moveTo>
                    <a:pt x="1086898" y="736759"/>
                  </a:moveTo>
                  <a:lnTo>
                    <a:pt x="1087183" y="734092"/>
                  </a:lnTo>
                  <a:lnTo>
                    <a:pt x="1081373" y="727615"/>
                  </a:lnTo>
                  <a:lnTo>
                    <a:pt x="1079754" y="724186"/>
                  </a:lnTo>
                  <a:lnTo>
                    <a:pt x="1079564" y="722281"/>
                  </a:lnTo>
                  <a:lnTo>
                    <a:pt x="1079087" y="719423"/>
                  </a:lnTo>
                  <a:lnTo>
                    <a:pt x="1078230" y="716756"/>
                  </a:lnTo>
                  <a:lnTo>
                    <a:pt x="1077278" y="715613"/>
                  </a:lnTo>
                  <a:lnTo>
                    <a:pt x="1075468" y="715137"/>
                  </a:lnTo>
                  <a:lnTo>
                    <a:pt x="1073563" y="713899"/>
                  </a:lnTo>
                  <a:lnTo>
                    <a:pt x="1072706" y="712089"/>
                  </a:lnTo>
                  <a:lnTo>
                    <a:pt x="1073753" y="709898"/>
                  </a:lnTo>
                  <a:lnTo>
                    <a:pt x="1070991" y="705041"/>
                  </a:lnTo>
                  <a:lnTo>
                    <a:pt x="1070420" y="702183"/>
                  </a:lnTo>
                  <a:lnTo>
                    <a:pt x="1070991" y="698468"/>
                  </a:lnTo>
                  <a:lnTo>
                    <a:pt x="1072610" y="695992"/>
                  </a:lnTo>
                  <a:lnTo>
                    <a:pt x="1077468" y="691134"/>
                  </a:lnTo>
                  <a:lnTo>
                    <a:pt x="1078707" y="690372"/>
                  </a:lnTo>
                  <a:lnTo>
                    <a:pt x="1080326" y="687133"/>
                  </a:lnTo>
                  <a:lnTo>
                    <a:pt x="1080611" y="677037"/>
                  </a:lnTo>
                  <a:lnTo>
                    <a:pt x="1081849" y="673132"/>
                  </a:lnTo>
                  <a:lnTo>
                    <a:pt x="1083183" y="671798"/>
                  </a:lnTo>
                  <a:lnTo>
                    <a:pt x="1081755" y="672084"/>
                  </a:lnTo>
                  <a:lnTo>
                    <a:pt x="1078516" y="671417"/>
                  </a:lnTo>
                  <a:lnTo>
                    <a:pt x="1074611" y="669227"/>
                  </a:lnTo>
                  <a:lnTo>
                    <a:pt x="1071182" y="665607"/>
                  </a:lnTo>
                  <a:lnTo>
                    <a:pt x="1069086" y="660559"/>
                  </a:lnTo>
                  <a:lnTo>
                    <a:pt x="1067753" y="661606"/>
                  </a:lnTo>
                  <a:lnTo>
                    <a:pt x="1066324" y="662369"/>
                  </a:lnTo>
                  <a:lnTo>
                    <a:pt x="1064895" y="662750"/>
                  </a:lnTo>
                  <a:lnTo>
                    <a:pt x="1063371" y="662654"/>
                  </a:lnTo>
                  <a:lnTo>
                    <a:pt x="1061943" y="662178"/>
                  </a:lnTo>
                  <a:lnTo>
                    <a:pt x="1058132" y="659035"/>
                  </a:lnTo>
                  <a:lnTo>
                    <a:pt x="1056609" y="657701"/>
                  </a:lnTo>
                  <a:lnTo>
                    <a:pt x="1055084" y="658178"/>
                  </a:lnTo>
                  <a:lnTo>
                    <a:pt x="1042226" y="660273"/>
                  </a:lnTo>
                  <a:lnTo>
                    <a:pt x="1034987" y="663226"/>
                  </a:lnTo>
                  <a:lnTo>
                    <a:pt x="1030224" y="664178"/>
                  </a:lnTo>
                  <a:lnTo>
                    <a:pt x="1028986" y="664750"/>
                  </a:lnTo>
                  <a:lnTo>
                    <a:pt x="1027652" y="665607"/>
                  </a:lnTo>
                  <a:lnTo>
                    <a:pt x="1024319" y="669227"/>
                  </a:lnTo>
                  <a:lnTo>
                    <a:pt x="1022985" y="669989"/>
                  </a:lnTo>
                  <a:lnTo>
                    <a:pt x="1020699" y="670655"/>
                  </a:lnTo>
                  <a:lnTo>
                    <a:pt x="1015937" y="670370"/>
                  </a:lnTo>
                  <a:lnTo>
                    <a:pt x="1015079" y="670560"/>
                  </a:lnTo>
                  <a:lnTo>
                    <a:pt x="1013651" y="671131"/>
                  </a:lnTo>
                  <a:lnTo>
                    <a:pt x="1010888" y="672846"/>
                  </a:lnTo>
                  <a:lnTo>
                    <a:pt x="1009460" y="673322"/>
                  </a:lnTo>
                  <a:lnTo>
                    <a:pt x="1004792" y="673322"/>
                  </a:lnTo>
                  <a:lnTo>
                    <a:pt x="1003459" y="674084"/>
                  </a:lnTo>
                  <a:lnTo>
                    <a:pt x="1002316" y="675608"/>
                  </a:lnTo>
                  <a:lnTo>
                    <a:pt x="1000601" y="679133"/>
                  </a:lnTo>
                  <a:lnTo>
                    <a:pt x="999363" y="680656"/>
                  </a:lnTo>
                  <a:lnTo>
                    <a:pt x="998125" y="681323"/>
                  </a:lnTo>
                  <a:lnTo>
                    <a:pt x="995458" y="682181"/>
                  </a:lnTo>
                  <a:lnTo>
                    <a:pt x="994125" y="682847"/>
                  </a:lnTo>
                  <a:lnTo>
                    <a:pt x="993267" y="683705"/>
                  </a:lnTo>
                  <a:lnTo>
                    <a:pt x="992505" y="684752"/>
                  </a:lnTo>
                  <a:lnTo>
                    <a:pt x="991934" y="685991"/>
                  </a:lnTo>
                  <a:lnTo>
                    <a:pt x="991457" y="687419"/>
                  </a:lnTo>
                  <a:lnTo>
                    <a:pt x="990505" y="689801"/>
                  </a:lnTo>
                  <a:lnTo>
                    <a:pt x="989267" y="691229"/>
                  </a:lnTo>
                  <a:lnTo>
                    <a:pt x="987647" y="691896"/>
                  </a:lnTo>
                  <a:lnTo>
                    <a:pt x="982790" y="692658"/>
                  </a:lnTo>
                  <a:lnTo>
                    <a:pt x="981837" y="692372"/>
                  </a:lnTo>
                  <a:lnTo>
                    <a:pt x="978789" y="691039"/>
                  </a:lnTo>
                  <a:lnTo>
                    <a:pt x="977456" y="690658"/>
                  </a:lnTo>
                  <a:lnTo>
                    <a:pt x="976122" y="690563"/>
                  </a:lnTo>
                  <a:lnTo>
                    <a:pt x="971645" y="691325"/>
                  </a:lnTo>
                  <a:lnTo>
                    <a:pt x="969836" y="691229"/>
                  </a:lnTo>
                  <a:lnTo>
                    <a:pt x="968978" y="690848"/>
                  </a:lnTo>
                  <a:lnTo>
                    <a:pt x="967550" y="689515"/>
                  </a:lnTo>
                  <a:lnTo>
                    <a:pt x="966788" y="689039"/>
                  </a:lnTo>
                  <a:lnTo>
                    <a:pt x="963644" y="688277"/>
                  </a:lnTo>
                  <a:lnTo>
                    <a:pt x="960596" y="688372"/>
                  </a:lnTo>
                  <a:lnTo>
                    <a:pt x="953167" y="690563"/>
                  </a:lnTo>
                  <a:lnTo>
                    <a:pt x="951834" y="691229"/>
                  </a:lnTo>
                  <a:lnTo>
                    <a:pt x="950690" y="692372"/>
                  </a:lnTo>
                  <a:lnTo>
                    <a:pt x="949833" y="693896"/>
                  </a:lnTo>
                  <a:lnTo>
                    <a:pt x="949547" y="694754"/>
                  </a:lnTo>
                  <a:lnTo>
                    <a:pt x="949262" y="695420"/>
                  </a:lnTo>
                  <a:lnTo>
                    <a:pt x="948881" y="695992"/>
                  </a:lnTo>
                  <a:lnTo>
                    <a:pt x="948404" y="696563"/>
                  </a:lnTo>
                  <a:lnTo>
                    <a:pt x="947738" y="697040"/>
                  </a:lnTo>
                  <a:lnTo>
                    <a:pt x="941070" y="700088"/>
                  </a:lnTo>
                  <a:lnTo>
                    <a:pt x="940975" y="700564"/>
                  </a:lnTo>
                  <a:lnTo>
                    <a:pt x="934974" y="704945"/>
                  </a:lnTo>
                  <a:lnTo>
                    <a:pt x="934117" y="706088"/>
                  </a:lnTo>
                  <a:lnTo>
                    <a:pt x="932498" y="709041"/>
                  </a:lnTo>
                  <a:lnTo>
                    <a:pt x="931450" y="710184"/>
                  </a:lnTo>
                  <a:lnTo>
                    <a:pt x="930212" y="710851"/>
                  </a:lnTo>
                  <a:lnTo>
                    <a:pt x="928973" y="711327"/>
                  </a:lnTo>
                  <a:lnTo>
                    <a:pt x="927735" y="711137"/>
                  </a:lnTo>
                  <a:lnTo>
                    <a:pt x="926783" y="710470"/>
                  </a:lnTo>
                  <a:lnTo>
                    <a:pt x="924878" y="708755"/>
                  </a:lnTo>
                  <a:lnTo>
                    <a:pt x="923544" y="708184"/>
                  </a:lnTo>
                  <a:lnTo>
                    <a:pt x="922211" y="707993"/>
                  </a:lnTo>
                  <a:lnTo>
                    <a:pt x="920877" y="708279"/>
                  </a:lnTo>
                  <a:lnTo>
                    <a:pt x="919734" y="709136"/>
                  </a:lnTo>
                  <a:lnTo>
                    <a:pt x="919258" y="709803"/>
                  </a:lnTo>
                  <a:lnTo>
                    <a:pt x="918877" y="710565"/>
                  </a:lnTo>
                  <a:lnTo>
                    <a:pt x="918591" y="711422"/>
                  </a:lnTo>
                  <a:lnTo>
                    <a:pt x="918686" y="712470"/>
                  </a:lnTo>
                  <a:lnTo>
                    <a:pt x="918877" y="713327"/>
                  </a:lnTo>
                  <a:lnTo>
                    <a:pt x="919258" y="714089"/>
                  </a:lnTo>
                  <a:lnTo>
                    <a:pt x="919544" y="714851"/>
                  </a:lnTo>
                  <a:lnTo>
                    <a:pt x="919544" y="715804"/>
                  </a:lnTo>
                  <a:lnTo>
                    <a:pt x="919258" y="717423"/>
                  </a:lnTo>
                  <a:lnTo>
                    <a:pt x="918496" y="718756"/>
                  </a:lnTo>
                  <a:lnTo>
                    <a:pt x="914400" y="723805"/>
                  </a:lnTo>
                  <a:lnTo>
                    <a:pt x="912305" y="726948"/>
                  </a:lnTo>
                  <a:lnTo>
                    <a:pt x="911924" y="727710"/>
                  </a:lnTo>
                  <a:lnTo>
                    <a:pt x="911733" y="728472"/>
                  </a:lnTo>
                  <a:lnTo>
                    <a:pt x="911733" y="729139"/>
                  </a:lnTo>
                  <a:lnTo>
                    <a:pt x="912305" y="731234"/>
                  </a:lnTo>
                  <a:lnTo>
                    <a:pt x="912400" y="732282"/>
                  </a:lnTo>
                  <a:lnTo>
                    <a:pt x="912209" y="733235"/>
                  </a:lnTo>
                  <a:lnTo>
                    <a:pt x="911733" y="734187"/>
                  </a:lnTo>
                  <a:lnTo>
                    <a:pt x="910304" y="736092"/>
                  </a:lnTo>
                  <a:lnTo>
                    <a:pt x="909542" y="736949"/>
                  </a:lnTo>
                  <a:lnTo>
                    <a:pt x="908685" y="737616"/>
                  </a:lnTo>
                  <a:lnTo>
                    <a:pt x="907733" y="737997"/>
                  </a:lnTo>
                  <a:lnTo>
                    <a:pt x="903827" y="738092"/>
                  </a:lnTo>
                  <a:lnTo>
                    <a:pt x="902113" y="737616"/>
                  </a:lnTo>
                  <a:lnTo>
                    <a:pt x="897827" y="735330"/>
                  </a:lnTo>
                  <a:lnTo>
                    <a:pt x="895160" y="734758"/>
                  </a:lnTo>
                  <a:lnTo>
                    <a:pt x="892397" y="734568"/>
                  </a:lnTo>
                  <a:lnTo>
                    <a:pt x="886968" y="735521"/>
                  </a:lnTo>
                  <a:lnTo>
                    <a:pt x="885920" y="735902"/>
                  </a:lnTo>
                  <a:lnTo>
                    <a:pt x="882015" y="738854"/>
                  </a:lnTo>
                  <a:lnTo>
                    <a:pt x="880967" y="739426"/>
                  </a:lnTo>
                  <a:lnTo>
                    <a:pt x="878777" y="740093"/>
                  </a:lnTo>
                  <a:lnTo>
                    <a:pt x="875157" y="740188"/>
                  </a:lnTo>
                  <a:lnTo>
                    <a:pt x="872967" y="739521"/>
                  </a:lnTo>
                  <a:lnTo>
                    <a:pt x="867823" y="739140"/>
                  </a:lnTo>
                  <a:lnTo>
                    <a:pt x="863156" y="740093"/>
                  </a:lnTo>
                  <a:lnTo>
                    <a:pt x="862394" y="740474"/>
                  </a:lnTo>
                  <a:lnTo>
                    <a:pt x="860488" y="742188"/>
                  </a:lnTo>
                  <a:lnTo>
                    <a:pt x="859822" y="742569"/>
                  </a:lnTo>
                  <a:lnTo>
                    <a:pt x="858965" y="742760"/>
                  </a:lnTo>
                  <a:lnTo>
                    <a:pt x="858107" y="742664"/>
                  </a:lnTo>
                  <a:lnTo>
                    <a:pt x="857441" y="742474"/>
                  </a:lnTo>
                  <a:lnTo>
                    <a:pt x="855059" y="741045"/>
                  </a:lnTo>
                  <a:lnTo>
                    <a:pt x="854202" y="740759"/>
                  </a:lnTo>
                  <a:lnTo>
                    <a:pt x="852773" y="740759"/>
                  </a:lnTo>
                  <a:lnTo>
                    <a:pt x="849821" y="741331"/>
                  </a:lnTo>
                  <a:lnTo>
                    <a:pt x="848297" y="741426"/>
                  </a:lnTo>
                  <a:lnTo>
                    <a:pt x="842105" y="739331"/>
                  </a:lnTo>
                  <a:lnTo>
                    <a:pt x="840581" y="739521"/>
                  </a:lnTo>
                  <a:lnTo>
                    <a:pt x="836295" y="742855"/>
                  </a:lnTo>
                  <a:lnTo>
                    <a:pt x="835628" y="743236"/>
                  </a:lnTo>
                  <a:lnTo>
                    <a:pt x="834867" y="743426"/>
                  </a:lnTo>
                  <a:lnTo>
                    <a:pt x="834104" y="743426"/>
                  </a:lnTo>
                  <a:lnTo>
                    <a:pt x="833342" y="743331"/>
                  </a:lnTo>
                  <a:lnTo>
                    <a:pt x="832676" y="743045"/>
                  </a:lnTo>
                  <a:lnTo>
                    <a:pt x="832104" y="742664"/>
                  </a:lnTo>
                  <a:lnTo>
                    <a:pt x="828866" y="738569"/>
                  </a:lnTo>
                  <a:lnTo>
                    <a:pt x="826484" y="736378"/>
                  </a:lnTo>
                  <a:lnTo>
                    <a:pt x="823913" y="734854"/>
                  </a:lnTo>
                  <a:lnTo>
                    <a:pt x="821150" y="733997"/>
                  </a:lnTo>
                  <a:lnTo>
                    <a:pt x="819341" y="733901"/>
                  </a:lnTo>
                  <a:lnTo>
                    <a:pt x="802672" y="737806"/>
                  </a:lnTo>
                  <a:lnTo>
                    <a:pt x="799243" y="739235"/>
                  </a:lnTo>
                  <a:lnTo>
                    <a:pt x="796195" y="741140"/>
                  </a:lnTo>
                  <a:lnTo>
                    <a:pt x="794195" y="741712"/>
                  </a:lnTo>
                  <a:lnTo>
                    <a:pt x="792671" y="741807"/>
                  </a:lnTo>
                  <a:lnTo>
                    <a:pt x="789432" y="741617"/>
                  </a:lnTo>
                  <a:lnTo>
                    <a:pt x="787813" y="741045"/>
                  </a:lnTo>
                  <a:lnTo>
                    <a:pt x="784575" y="738950"/>
                  </a:lnTo>
                  <a:lnTo>
                    <a:pt x="783146" y="738473"/>
                  </a:lnTo>
                  <a:lnTo>
                    <a:pt x="781241" y="736759"/>
                  </a:lnTo>
                  <a:lnTo>
                    <a:pt x="780955" y="732854"/>
                  </a:lnTo>
                  <a:lnTo>
                    <a:pt x="781336" y="728281"/>
                  </a:lnTo>
                  <a:lnTo>
                    <a:pt x="781241" y="724567"/>
                  </a:lnTo>
                  <a:lnTo>
                    <a:pt x="778478" y="717042"/>
                  </a:lnTo>
                  <a:lnTo>
                    <a:pt x="774478" y="711899"/>
                  </a:lnTo>
                  <a:lnTo>
                    <a:pt x="760571" y="697325"/>
                  </a:lnTo>
                  <a:lnTo>
                    <a:pt x="759905" y="695706"/>
                  </a:lnTo>
                  <a:lnTo>
                    <a:pt x="759619" y="692944"/>
                  </a:lnTo>
                  <a:lnTo>
                    <a:pt x="759143" y="691134"/>
                  </a:lnTo>
                  <a:lnTo>
                    <a:pt x="759047" y="689420"/>
                  </a:lnTo>
                  <a:lnTo>
                    <a:pt x="759905" y="687038"/>
                  </a:lnTo>
                  <a:lnTo>
                    <a:pt x="762476" y="683800"/>
                  </a:lnTo>
                  <a:lnTo>
                    <a:pt x="764286" y="682085"/>
                  </a:lnTo>
                  <a:lnTo>
                    <a:pt x="765620" y="681323"/>
                  </a:lnTo>
                  <a:lnTo>
                    <a:pt x="766191" y="680656"/>
                  </a:lnTo>
                  <a:lnTo>
                    <a:pt x="767048" y="676370"/>
                  </a:lnTo>
                  <a:lnTo>
                    <a:pt x="767429" y="675037"/>
                  </a:lnTo>
                  <a:lnTo>
                    <a:pt x="767810" y="674180"/>
                  </a:lnTo>
                  <a:lnTo>
                    <a:pt x="771525" y="669608"/>
                  </a:lnTo>
                  <a:lnTo>
                    <a:pt x="771811" y="668179"/>
                  </a:lnTo>
                  <a:lnTo>
                    <a:pt x="771906" y="665321"/>
                  </a:lnTo>
                  <a:lnTo>
                    <a:pt x="771716" y="663416"/>
                  </a:lnTo>
                  <a:lnTo>
                    <a:pt x="771049" y="662654"/>
                  </a:lnTo>
                  <a:lnTo>
                    <a:pt x="770192" y="662369"/>
                  </a:lnTo>
                  <a:lnTo>
                    <a:pt x="769144" y="661702"/>
                  </a:lnTo>
                  <a:lnTo>
                    <a:pt x="768287" y="660654"/>
                  </a:lnTo>
                  <a:lnTo>
                    <a:pt x="767810" y="659797"/>
                  </a:lnTo>
                  <a:lnTo>
                    <a:pt x="767048" y="657511"/>
                  </a:lnTo>
                  <a:lnTo>
                    <a:pt x="765429" y="654082"/>
                  </a:lnTo>
                  <a:lnTo>
                    <a:pt x="764953" y="651891"/>
                  </a:lnTo>
                  <a:lnTo>
                    <a:pt x="765620" y="649700"/>
                  </a:lnTo>
                  <a:lnTo>
                    <a:pt x="766667" y="647319"/>
                  </a:lnTo>
                  <a:lnTo>
                    <a:pt x="766667" y="645128"/>
                  </a:lnTo>
                  <a:lnTo>
                    <a:pt x="765429" y="643795"/>
                  </a:lnTo>
                  <a:lnTo>
                    <a:pt x="763238" y="643509"/>
                  </a:lnTo>
                  <a:lnTo>
                    <a:pt x="757047" y="646176"/>
                  </a:lnTo>
                  <a:lnTo>
                    <a:pt x="756095" y="645605"/>
                  </a:lnTo>
                  <a:lnTo>
                    <a:pt x="755904" y="644843"/>
                  </a:lnTo>
                  <a:lnTo>
                    <a:pt x="755237" y="642461"/>
                  </a:lnTo>
                  <a:lnTo>
                    <a:pt x="755047" y="641128"/>
                  </a:lnTo>
                  <a:lnTo>
                    <a:pt x="755142" y="639794"/>
                  </a:lnTo>
                  <a:lnTo>
                    <a:pt x="755618" y="637508"/>
                  </a:lnTo>
                  <a:lnTo>
                    <a:pt x="755523" y="636175"/>
                  </a:lnTo>
                  <a:lnTo>
                    <a:pt x="754571" y="634175"/>
                  </a:lnTo>
                  <a:lnTo>
                    <a:pt x="752856" y="633413"/>
                  </a:lnTo>
                  <a:lnTo>
                    <a:pt x="750951" y="632841"/>
                  </a:lnTo>
                  <a:lnTo>
                    <a:pt x="749237" y="631603"/>
                  </a:lnTo>
                  <a:lnTo>
                    <a:pt x="748284" y="629412"/>
                  </a:lnTo>
                  <a:lnTo>
                    <a:pt x="748570" y="627126"/>
                  </a:lnTo>
                  <a:lnTo>
                    <a:pt x="756190" y="607695"/>
                  </a:lnTo>
                  <a:lnTo>
                    <a:pt x="759238" y="602266"/>
                  </a:lnTo>
                  <a:lnTo>
                    <a:pt x="760095" y="600266"/>
                  </a:lnTo>
                  <a:lnTo>
                    <a:pt x="759905" y="598646"/>
                  </a:lnTo>
                  <a:lnTo>
                    <a:pt x="758000" y="597980"/>
                  </a:lnTo>
                  <a:lnTo>
                    <a:pt x="756000" y="598265"/>
                  </a:lnTo>
                  <a:lnTo>
                    <a:pt x="755904" y="598265"/>
                  </a:lnTo>
                  <a:lnTo>
                    <a:pt x="751142" y="600456"/>
                  </a:lnTo>
                  <a:lnTo>
                    <a:pt x="749237" y="600742"/>
                  </a:lnTo>
                  <a:lnTo>
                    <a:pt x="746855" y="600551"/>
                  </a:lnTo>
                  <a:lnTo>
                    <a:pt x="744855" y="599504"/>
                  </a:lnTo>
                  <a:lnTo>
                    <a:pt x="744093" y="597599"/>
                  </a:lnTo>
                  <a:lnTo>
                    <a:pt x="743141" y="596170"/>
                  </a:lnTo>
                  <a:lnTo>
                    <a:pt x="741140" y="595598"/>
                  </a:lnTo>
                  <a:lnTo>
                    <a:pt x="736854" y="595598"/>
                  </a:lnTo>
                  <a:lnTo>
                    <a:pt x="733044" y="596932"/>
                  </a:lnTo>
                  <a:lnTo>
                    <a:pt x="729425" y="598742"/>
                  </a:lnTo>
                  <a:lnTo>
                    <a:pt x="725900" y="599408"/>
                  </a:lnTo>
                  <a:lnTo>
                    <a:pt x="722090" y="597218"/>
                  </a:lnTo>
                  <a:lnTo>
                    <a:pt x="708946" y="586454"/>
                  </a:lnTo>
                  <a:lnTo>
                    <a:pt x="705707" y="582740"/>
                  </a:lnTo>
                  <a:lnTo>
                    <a:pt x="703898" y="581120"/>
                  </a:lnTo>
                  <a:lnTo>
                    <a:pt x="700088" y="579882"/>
                  </a:lnTo>
                  <a:lnTo>
                    <a:pt x="699040" y="578168"/>
                  </a:lnTo>
                  <a:lnTo>
                    <a:pt x="698945" y="575786"/>
                  </a:lnTo>
                  <a:lnTo>
                    <a:pt x="699611" y="573024"/>
                  </a:lnTo>
                  <a:lnTo>
                    <a:pt x="696659" y="570833"/>
                  </a:lnTo>
                  <a:lnTo>
                    <a:pt x="695039" y="570071"/>
                  </a:lnTo>
                  <a:lnTo>
                    <a:pt x="693325" y="569690"/>
                  </a:lnTo>
                  <a:lnTo>
                    <a:pt x="693611" y="564261"/>
                  </a:lnTo>
                  <a:lnTo>
                    <a:pt x="693325" y="562642"/>
                  </a:lnTo>
                  <a:lnTo>
                    <a:pt x="691992" y="561785"/>
                  </a:lnTo>
                  <a:lnTo>
                    <a:pt x="688086" y="561404"/>
                  </a:lnTo>
                  <a:lnTo>
                    <a:pt x="686467" y="560546"/>
                  </a:lnTo>
                  <a:lnTo>
                    <a:pt x="685324" y="559213"/>
                  </a:lnTo>
                  <a:lnTo>
                    <a:pt x="685038" y="557975"/>
                  </a:lnTo>
                  <a:lnTo>
                    <a:pt x="684848" y="553879"/>
                  </a:lnTo>
                  <a:lnTo>
                    <a:pt x="682943" y="549593"/>
                  </a:lnTo>
                  <a:lnTo>
                    <a:pt x="679513" y="549021"/>
                  </a:lnTo>
                  <a:lnTo>
                    <a:pt x="675513" y="549593"/>
                  </a:lnTo>
                  <a:lnTo>
                    <a:pt x="671798" y="548926"/>
                  </a:lnTo>
                  <a:lnTo>
                    <a:pt x="670179" y="547592"/>
                  </a:lnTo>
                  <a:lnTo>
                    <a:pt x="669131" y="545973"/>
                  </a:lnTo>
                  <a:lnTo>
                    <a:pt x="668560" y="543782"/>
                  </a:lnTo>
                  <a:lnTo>
                    <a:pt x="668465" y="537972"/>
                  </a:lnTo>
                  <a:lnTo>
                    <a:pt x="668274" y="536067"/>
                  </a:lnTo>
                  <a:lnTo>
                    <a:pt x="667607" y="534543"/>
                  </a:lnTo>
                  <a:lnTo>
                    <a:pt x="666179" y="532924"/>
                  </a:lnTo>
                  <a:lnTo>
                    <a:pt x="664464" y="531590"/>
                  </a:lnTo>
                  <a:lnTo>
                    <a:pt x="662464" y="530924"/>
                  </a:lnTo>
                  <a:lnTo>
                    <a:pt x="658273" y="530447"/>
                  </a:lnTo>
                  <a:lnTo>
                    <a:pt x="656368" y="531114"/>
                  </a:lnTo>
                  <a:lnTo>
                    <a:pt x="655701" y="532924"/>
                  </a:lnTo>
                  <a:lnTo>
                    <a:pt x="655892" y="537877"/>
                  </a:lnTo>
                  <a:lnTo>
                    <a:pt x="655034" y="540353"/>
                  </a:lnTo>
                  <a:lnTo>
                    <a:pt x="653320" y="541401"/>
                  </a:lnTo>
                  <a:lnTo>
                    <a:pt x="651320" y="541020"/>
                  </a:lnTo>
                  <a:lnTo>
                    <a:pt x="647795" y="537210"/>
                  </a:lnTo>
                  <a:lnTo>
                    <a:pt x="645700" y="535972"/>
                  </a:lnTo>
                  <a:lnTo>
                    <a:pt x="643509" y="535305"/>
                  </a:lnTo>
                  <a:lnTo>
                    <a:pt x="641509" y="535496"/>
                  </a:lnTo>
                  <a:lnTo>
                    <a:pt x="639699" y="536639"/>
                  </a:lnTo>
                  <a:lnTo>
                    <a:pt x="636937" y="539877"/>
                  </a:lnTo>
                  <a:lnTo>
                    <a:pt x="635318" y="540449"/>
                  </a:lnTo>
                  <a:lnTo>
                    <a:pt x="633032" y="540068"/>
                  </a:lnTo>
                  <a:lnTo>
                    <a:pt x="631412" y="538925"/>
                  </a:lnTo>
                  <a:lnTo>
                    <a:pt x="630079" y="537115"/>
                  </a:lnTo>
                  <a:lnTo>
                    <a:pt x="627221" y="530447"/>
                  </a:lnTo>
                  <a:lnTo>
                    <a:pt x="625888" y="529114"/>
                  </a:lnTo>
                  <a:lnTo>
                    <a:pt x="621792" y="528161"/>
                  </a:lnTo>
                  <a:lnTo>
                    <a:pt x="618173" y="525399"/>
                  </a:lnTo>
                  <a:lnTo>
                    <a:pt x="616363" y="524447"/>
                  </a:lnTo>
                  <a:lnTo>
                    <a:pt x="614363" y="524351"/>
                  </a:lnTo>
                  <a:lnTo>
                    <a:pt x="610838" y="525780"/>
                  </a:lnTo>
                  <a:lnTo>
                    <a:pt x="609029" y="526161"/>
                  </a:lnTo>
                  <a:lnTo>
                    <a:pt x="606838" y="525494"/>
                  </a:lnTo>
                  <a:lnTo>
                    <a:pt x="606076" y="523875"/>
                  </a:lnTo>
                  <a:lnTo>
                    <a:pt x="606362" y="521684"/>
                  </a:lnTo>
                  <a:lnTo>
                    <a:pt x="607600" y="519398"/>
                  </a:lnTo>
                  <a:lnTo>
                    <a:pt x="608457" y="518922"/>
                  </a:lnTo>
                  <a:lnTo>
                    <a:pt x="609314" y="518636"/>
                  </a:lnTo>
                  <a:lnTo>
                    <a:pt x="610076" y="518065"/>
                  </a:lnTo>
                  <a:lnTo>
                    <a:pt x="610362" y="516541"/>
                  </a:lnTo>
                  <a:lnTo>
                    <a:pt x="610362" y="515207"/>
                  </a:lnTo>
                  <a:lnTo>
                    <a:pt x="610172" y="513969"/>
                  </a:lnTo>
                  <a:lnTo>
                    <a:pt x="609791" y="513017"/>
                  </a:lnTo>
                  <a:lnTo>
                    <a:pt x="609029" y="512731"/>
                  </a:lnTo>
                  <a:lnTo>
                    <a:pt x="606838" y="512445"/>
                  </a:lnTo>
                  <a:lnTo>
                    <a:pt x="604838" y="511588"/>
                  </a:lnTo>
                  <a:lnTo>
                    <a:pt x="601028" y="509302"/>
                  </a:lnTo>
                  <a:lnTo>
                    <a:pt x="599789" y="508254"/>
                  </a:lnTo>
                  <a:lnTo>
                    <a:pt x="599409" y="508540"/>
                  </a:lnTo>
                  <a:lnTo>
                    <a:pt x="596932" y="512350"/>
                  </a:lnTo>
                  <a:lnTo>
                    <a:pt x="596360" y="512731"/>
                  </a:lnTo>
                  <a:lnTo>
                    <a:pt x="590169" y="511112"/>
                  </a:lnTo>
                  <a:lnTo>
                    <a:pt x="576739" y="512255"/>
                  </a:lnTo>
                  <a:lnTo>
                    <a:pt x="575882" y="512731"/>
                  </a:lnTo>
                  <a:lnTo>
                    <a:pt x="575310" y="513398"/>
                  </a:lnTo>
                  <a:lnTo>
                    <a:pt x="574358" y="515303"/>
                  </a:lnTo>
                  <a:lnTo>
                    <a:pt x="573691" y="516065"/>
                  </a:lnTo>
                  <a:lnTo>
                    <a:pt x="571691" y="516446"/>
                  </a:lnTo>
                  <a:lnTo>
                    <a:pt x="567500" y="514731"/>
                  </a:lnTo>
                  <a:lnTo>
                    <a:pt x="565785" y="515684"/>
                  </a:lnTo>
                  <a:lnTo>
                    <a:pt x="564071" y="516827"/>
                  </a:lnTo>
                  <a:lnTo>
                    <a:pt x="561975" y="517208"/>
                  </a:lnTo>
                  <a:lnTo>
                    <a:pt x="553498" y="516827"/>
                  </a:lnTo>
                  <a:lnTo>
                    <a:pt x="551498" y="516255"/>
                  </a:lnTo>
                  <a:lnTo>
                    <a:pt x="549878" y="514826"/>
                  </a:lnTo>
                  <a:lnTo>
                    <a:pt x="547116" y="511207"/>
                  </a:lnTo>
                  <a:lnTo>
                    <a:pt x="545497" y="509873"/>
                  </a:lnTo>
                  <a:lnTo>
                    <a:pt x="543592" y="509302"/>
                  </a:lnTo>
                  <a:lnTo>
                    <a:pt x="542544" y="509302"/>
                  </a:lnTo>
                  <a:lnTo>
                    <a:pt x="541973" y="509492"/>
                  </a:lnTo>
                  <a:lnTo>
                    <a:pt x="541401" y="510159"/>
                  </a:lnTo>
                  <a:lnTo>
                    <a:pt x="540544" y="511493"/>
                  </a:lnTo>
                  <a:lnTo>
                    <a:pt x="539782" y="511969"/>
                  </a:lnTo>
                  <a:lnTo>
                    <a:pt x="538734" y="512064"/>
                  </a:lnTo>
                  <a:lnTo>
                    <a:pt x="534543" y="511493"/>
                  </a:lnTo>
                  <a:lnTo>
                    <a:pt x="532638" y="510445"/>
                  </a:lnTo>
                  <a:lnTo>
                    <a:pt x="530924" y="508826"/>
                  </a:lnTo>
                  <a:lnTo>
                    <a:pt x="529304" y="506825"/>
                  </a:lnTo>
                  <a:lnTo>
                    <a:pt x="527780" y="505492"/>
                  </a:lnTo>
                  <a:lnTo>
                    <a:pt x="523875" y="503682"/>
                  </a:lnTo>
                  <a:lnTo>
                    <a:pt x="522446" y="502253"/>
                  </a:lnTo>
                  <a:lnTo>
                    <a:pt x="521303" y="499682"/>
                  </a:lnTo>
                  <a:lnTo>
                    <a:pt x="521113" y="497491"/>
                  </a:lnTo>
                  <a:lnTo>
                    <a:pt x="521018" y="495300"/>
                  </a:lnTo>
                  <a:lnTo>
                    <a:pt x="520541" y="492538"/>
                  </a:lnTo>
                  <a:lnTo>
                    <a:pt x="517684" y="489109"/>
                  </a:lnTo>
                  <a:lnTo>
                    <a:pt x="509207" y="486251"/>
                  </a:lnTo>
                  <a:lnTo>
                    <a:pt x="506825" y="482251"/>
                  </a:lnTo>
                  <a:lnTo>
                    <a:pt x="506730" y="479584"/>
                  </a:lnTo>
                  <a:lnTo>
                    <a:pt x="507111" y="476536"/>
                  </a:lnTo>
                  <a:lnTo>
                    <a:pt x="507873" y="473678"/>
                  </a:lnTo>
                  <a:lnTo>
                    <a:pt x="508730" y="471678"/>
                  </a:lnTo>
                  <a:lnTo>
                    <a:pt x="508921" y="469868"/>
                  </a:lnTo>
                  <a:lnTo>
                    <a:pt x="507873" y="467582"/>
                  </a:lnTo>
                  <a:lnTo>
                    <a:pt x="505682" y="463582"/>
                  </a:lnTo>
                  <a:lnTo>
                    <a:pt x="505111" y="457105"/>
                  </a:lnTo>
                  <a:lnTo>
                    <a:pt x="506730" y="452438"/>
                  </a:lnTo>
                  <a:lnTo>
                    <a:pt x="511778" y="444151"/>
                  </a:lnTo>
                  <a:lnTo>
                    <a:pt x="512636" y="441769"/>
                  </a:lnTo>
                  <a:lnTo>
                    <a:pt x="513112" y="439484"/>
                  </a:lnTo>
                  <a:lnTo>
                    <a:pt x="513302" y="437102"/>
                  </a:lnTo>
                  <a:lnTo>
                    <a:pt x="513398" y="434340"/>
                  </a:lnTo>
                  <a:lnTo>
                    <a:pt x="512445" y="432911"/>
                  </a:lnTo>
                  <a:lnTo>
                    <a:pt x="498538" y="425958"/>
                  </a:lnTo>
                  <a:lnTo>
                    <a:pt x="494538" y="423101"/>
                  </a:lnTo>
                  <a:lnTo>
                    <a:pt x="492633" y="419481"/>
                  </a:lnTo>
                  <a:lnTo>
                    <a:pt x="492728" y="417957"/>
                  </a:lnTo>
                  <a:lnTo>
                    <a:pt x="493205" y="416338"/>
                  </a:lnTo>
                  <a:lnTo>
                    <a:pt x="493871" y="414909"/>
                  </a:lnTo>
                  <a:lnTo>
                    <a:pt x="494538" y="413766"/>
                  </a:lnTo>
                  <a:lnTo>
                    <a:pt x="494824" y="412814"/>
                  </a:lnTo>
                  <a:lnTo>
                    <a:pt x="494919" y="411385"/>
                  </a:lnTo>
                  <a:lnTo>
                    <a:pt x="494824" y="408623"/>
                  </a:lnTo>
                  <a:lnTo>
                    <a:pt x="494062" y="407194"/>
                  </a:lnTo>
                  <a:lnTo>
                    <a:pt x="490538" y="404051"/>
                  </a:lnTo>
                  <a:lnTo>
                    <a:pt x="489300" y="402241"/>
                  </a:lnTo>
                  <a:lnTo>
                    <a:pt x="490347" y="400717"/>
                  </a:lnTo>
                  <a:lnTo>
                    <a:pt x="491014" y="399383"/>
                  </a:lnTo>
                  <a:lnTo>
                    <a:pt x="492062" y="396240"/>
                  </a:lnTo>
                  <a:lnTo>
                    <a:pt x="492824" y="394811"/>
                  </a:lnTo>
                  <a:lnTo>
                    <a:pt x="494729" y="392335"/>
                  </a:lnTo>
                  <a:lnTo>
                    <a:pt x="495395" y="391097"/>
                  </a:lnTo>
                  <a:lnTo>
                    <a:pt x="495491" y="388144"/>
                  </a:lnTo>
                  <a:lnTo>
                    <a:pt x="494824" y="384810"/>
                  </a:lnTo>
                  <a:lnTo>
                    <a:pt x="493681" y="381953"/>
                  </a:lnTo>
                  <a:lnTo>
                    <a:pt x="492347" y="380714"/>
                  </a:lnTo>
                  <a:lnTo>
                    <a:pt x="489776" y="377095"/>
                  </a:lnTo>
                  <a:lnTo>
                    <a:pt x="489300" y="375952"/>
                  </a:lnTo>
                  <a:lnTo>
                    <a:pt x="489109" y="375094"/>
                  </a:lnTo>
                  <a:lnTo>
                    <a:pt x="488918" y="374333"/>
                  </a:lnTo>
                  <a:lnTo>
                    <a:pt x="488728" y="373475"/>
                  </a:lnTo>
                  <a:lnTo>
                    <a:pt x="489013" y="372523"/>
                  </a:lnTo>
                  <a:lnTo>
                    <a:pt x="489395" y="371761"/>
                  </a:lnTo>
                  <a:lnTo>
                    <a:pt x="489680" y="370904"/>
                  </a:lnTo>
                  <a:lnTo>
                    <a:pt x="489776" y="369951"/>
                  </a:lnTo>
                  <a:lnTo>
                    <a:pt x="489871" y="368999"/>
                  </a:lnTo>
                  <a:lnTo>
                    <a:pt x="489204" y="366427"/>
                  </a:lnTo>
                  <a:lnTo>
                    <a:pt x="487490" y="364712"/>
                  </a:lnTo>
                  <a:lnTo>
                    <a:pt x="485489" y="363379"/>
                  </a:lnTo>
                  <a:lnTo>
                    <a:pt x="483870" y="361760"/>
                  </a:lnTo>
                  <a:lnTo>
                    <a:pt x="477679" y="347186"/>
                  </a:lnTo>
                  <a:lnTo>
                    <a:pt x="475012" y="343662"/>
                  </a:lnTo>
                  <a:lnTo>
                    <a:pt x="469963" y="339090"/>
                  </a:lnTo>
                  <a:lnTo>
                    <a:pt x="468821" y="338423"/>
                  </a:lnTo>
                  <a:lnTo>
                    <a:pt x="464725" y="331470"/>
                  </a:lnTo>
                  <a:lnTo>
                    <a:pt x="461867" y="328803"/>
                  </a:lnTo>
                  <a:lnTo>
                    <a:pt x="460725" y="326898"/>
                  </a:lnTo>
                  <a:lnTo>
                    <a:pt x="460248" y="324041"/>
                  </a:lnTo>
                  <a:lnTo>
                    <a:pt x="460058" y="321278"/>
                  </a:lnTo>
                  <a:lnTo>
                    <a:pt x="459010" y="316421"/>
                  </a:lnTo>
                  <a:lnTo>
                    <a:pt x="458629" y="314135"/>
                  </a:lnTo>
                  <a:lnTo>
                    <a:pt x="458534" y="310420"/>
                  </a:lnTo>
                  <a:lnTo>
                    <a:pt x="458629" y="308515"/>
                  </a:lnTo>
                  <a:lnTo>
                    <a:pt x="458915" y="306800"/>
                  </a:lnTo>
                  <a:lnTo>
                    <a:pt x="459486" y="305372"/>
                  </a:lnTo>
                  <a:lnTo>
                    <a:pt x="461963" y="302133"/>
                  </a:lnTo>
                  <a:lnTo>
                    <a:pt x="463677" y="299180"/>
                  </a:lnTo>
                  <a:lnTo>
                    <a:pt x="464439" y="297275"/>
                  </a:lnTo>
                  <a:lnTo>
                    <a:pt x="464725" y="295656"/>
                  </a:lnTo>
                  <a:lnTo>
                    <a:pt x="463963" y="293751"/>
                  </a:lnTo>
                  <a:lnTo>
                    <a:pt x="462534" y="293084"/>
                  </a:lnTo>
                  <a:lnTo>
                    <a:pt x="460915" y="293180"/>
                  </a:lnTo>
                  <a:lnTo>
                    <a:pt x="459581" y="293656"/>
                  </a:lnTo>
                  <a:lnTo>
                    <a:pt x="458819" y="294132"/>
                  </a:lnTo>
                  <a:lnTo>
                    <a:pt x="458153" y="294704"/>
                  </a:lnTo>
                  <a:lnTo>
                    <a:pt x="457486" y="295466"/>
                  </a:lnTo>
                  <a:lnTo>
                    <a:pt x="457010" y="296418"/>
                  </a:lnTo>
                  <a:lnTo>
                    <a:pt x="457010" y="297371"/>
                  </a:lnTo>
                  <a:lnTo>
                    <a:pt x="457295" y="298228"/>
                  </a:lnTo>
                  <a:lnTo>
                    <a:pt x="457676" y="299085"/>
                  </a:lnTo>
                  <a:lnTo>
                    <a:pt x="457486" y="300419"/>
                  </a:lnTo>
                  <a:lnTo>
                    <a:pt x="455771" y="302990"/>
                  </a:lnTo>
                  <a:lnTo>
                    <a:pt x="453866" y="302990"/>
                  </a:lnTo>
                  <a:lnTo>
                    <a:pt x="452152" y="301181"/>
                  </a:lnTo>
                  <a:lnTo>
                    <a:pt x="450913" y="298228"/>
                  </a:lnTo>
                  <a:lnTo>
                    <a:pt x="450818" y="295751"/>
                  </a:lnTo>
                  <a:lnTo>
                    <a:pt x="451295" y="293656"/>
                  </a:lnTo>
                  <a:lnTo>
                    <a:pt x="452342" y="291846"/>
                  </a:lnTo>
                  <a:lnTo>
                    <a:pt x="453676" y="290513"/>
                  </a:lnTo>
                  <a:lnTo>
                    <a:pt x="455105" y="289941"/>
                  </a:lnTo>
                  <a:lnTo>
                    <a:pt x="456629" y="289655"/>
                  </a:lnTo>
                  <a:lnTo>
                    <a:pt x="457962" y="288893"/>
                  </a:lnTo>
                  <a:lnTo>
                    <a:pt x="458915" y="286988"/>
                  </a:lnTo>
                  <a:lnTo>
                    <a:pt x="458915" y="285179"/>
                  </a:lnTo>
                  <a:lnTo>
                    <a:pt x="458343" y="283940"/>
                  </a:lnTo>
                  <a:lnTo>
                    <a:pt x="457391" y="283178"/>
                  </a:lnTo>
                  <a:lnTo>
                    <a:pt x="456343" y="282797"/>
                  </a:lnTo>
                  <a:lnTo>
                    <a:pt x="452247" y="282512"/>
                  </a:lnTo>
                  <a:lnTo>
                    <a:pt x="450247" y="281654"/>
                  </a:lnTo>
                  <a:lnTo>
                    <a:pt x="449390" y="279464"/>
                  </a:lnTo>
                  <a:lnTo>
                    <a:pt x="449580" y="276511"/>
                  </a:lnTo>
                  <a:lnTo>
                    <a:pt x="450342" y="274225"/>
                  </a:lnTo>
                  <a:lnTo>
                    <a:pt x="452628" y="270224"/>
                  </a:lnTo>
                  <a:lnTo>
                    <a:pt x="450818" y="266891"/>
                  </a:lnTo>
                  <a:lnTo>
                    <a:pt x="448246" y="265367"/>
                  </a:lnTo>
                  <a:lnTo>
                    <a:pt x="442246" y="263271"/>
                  </a:lnTo>
                  <a:lnTo>
                    <a:pt x="440341" y="261461"/>
                  </a:lnTo>
                  <a:lnTo>
                    <a:pt x="440246" y="259937"/>
                  </a:lnTo>
                  <a:lnTo>
                    <a:pt x="442532" y="256699"/>
                  </a:lnTo>
                  <a:lnTo>
                    <a:pt x="444151" y="253841"/>
                  </a:lnTo>
                  <a:lnTo>
                    <a:pt x="444151" y="252127"/>
                  </a:lnTo>
                  <a:lnTo>
                    <a:pt x="443484" y="250317"/>
                  </a:lnTo>
                  <a:lnTo>
                    <a:pt x="442817" y="247460"/>
                  </a:lnTo>
                  <a:lnTo>
                    <a:pt x="443103" y="247364"/>
                  </a:lnTo>
                  <a:lnTo>
                    <a:pt x="443675" y="246793"/>
                  </a:lnTo>
                  <a:lnTo>
                    <a:pt x="444246" y="245936"/>
                  </a:lnTo>
                  <a:lnTo>
                    <a:pt x="444437" y="245174"/>
                  </a:lnTo>
                  <a:lnTo>
                    <a:pt x="444246" y="244507"/>
                  </a:lnTo>
                  <a:lnTo>
                    <a:pt x="443484" y="243364"/>
                  </a:lnTo>
                  <a:lnTo>
                    <a:pt x="443294" y="242602"/>
                  </a:lnTo>
                  <a:lnTo>
                    <a:pt x="439198" y="241268"/>
                  </a:lnTo>
                  <a:lnTo>
                    <a:pt x="438055" y="240316"/>
                  </a:lnTo>
                  <a:lnTo>
                    <a:pt x="421958" y="209169"/>
                  </a:lnTo>
                  <a:lnTo>
                    <a:pt x="421386" y="207169"/>
                  </a:lnTo>
                  <a:lnTo>
                    <a:pt x="422053" y="204407"/>
                  </a:lnTo>
                  <a:lnTo>
                    <a:pt x="423577" y="202787"/>
                  </a:lnTo>
                  <a:lnTo>
                    <a:pt x="425577" y="201835"/>
                  </a:lnTo>
                  <a:lnTo>
                    <a:pt x="427387" y="201359"/>
                  </a:lnTo>
                  <a:lnTo>
                    <a:pt x="427387" y="200597"/>
                  </a:lnTo>
                  <a:lnTo>
                    <a:pt x="427768" y="198977"/>
                  </a:lnTo>
                  <a:lnTo>
                    <a:pt x="430340" y="192215"/>
                  </a:lnTo>
                  <a:lnTo>
                    <a:pt x="430721" y="189929"/>
                  </a:lnTo>
                  <a:lnTo>
                    <a:pt x="428720" y="187071"/>
                  </a:lnTo>
                  <a:lnTo>
                    <a:pt x="425768" y="185928"/>
                  </a:lnTo>
                  <a:lnTo>
                    <a:pt x="422529" y="185357"/>
                  </a:lnTo>
                  <a:lnTo>
                    <a:pt x="414338" y="182023"/>
                  </a:lnTo>
                  <a:lnTo>
                    <a:pt x="412909" y="181832"/>
                  </a:lnTo>
                  <a:lnTo>
                    <a:pt x="411575" y="180975"/>
                  </a:lnTo>
                  <a:lnTo>
                    <a:pt x="411004" y="179165"/>
                  </a:lnTo>
                  <a:lnTo>
                    <a:pt x="411194" y="177260"/>
                  </a:lnTo>
                  <a:lnTo>
                    <a:pt x="417576" y="172593"/>
                  </a:lnTo>
                  <a:lnTo>
                    <a:pt x="421386" y="171164"/>
                  </a:lnTo>
                  <a:lnTo>
                    <a:pt x="419957" y="169545"/>
                  </a:lnTo>
                  <a:lnTo>
                    <a:pt x="413766" y="167545"/>
                  </a:lnTo>
                  <a:lnTo>
                    <a:pt x="411480" y="165830"/>
                  </a:lnTo>
                  <a:lnTo>
                    <a:pt x="413766" y="160401"/>
                  </a:lnTo>
                  <a:lnTo>
                    <a:pt x="414338" y="157829"/>
                  </a:lnTo>
                  <a:lnTo>
                    <a:pt x="413766" y="156020"/>
                  </a:lnTo>
                  <a:lnTo>
                    <a:pt x="411290" y="152591"/>
                  </a:lnTo>
                  <a:lnTo>
                    <a:pt x="409956" y="150209"/>
                  </a:lnTo>
                  <a:lnTo>
                    <a:pt x="409385" y="148304"/>
                  </a:lnTo>
                  <a:lnTo>
                    <a:pt x="408337" y="146590"/>
                  </a:lnTo>
                  <a:lnTo>
                    <a:pt x="405956" y="146209"/>
                  </a:lnTo>
                  <a:lnTo>
                    <a:pt x="403575" y="146399"/>
                  </a:lnTo>
                  <a:lnTo>
                    <a:pt x="402241" y="146114"/>
                  </a:lnTo>
                  <a:lnTo>
                    <a:pt x="402336" y="143542"/>
                  </a:lnTo>
                  <a:lnTo>
                    <a:pt x="403098" y="140303"/>
                  </a:lnTo>
                  <a:lnTo>
                    <a:pt x="403193" y="137446"/>
                  </a:lnTo>
                  <a:lnTo>
                    <a:pt x="399860" y="135541"/>
                  </a:lnTo>
                  <a:lnTo>
                    <a:pt x="392906" y="129540"/>
                  </a:lnTo>
                  <a:lnTo>
                    <a:pt x="391763" y="129254"/>
                  </a:lnTo>
                  <a:lnTo>
                    <a:pt x="391287" y="130302"/>
                  </a:lnTo>
                  <a:lnTo>
                    <a:pt x="391001" y="131826"/>
                  </a:lnTo>
                  <a:lnTo>
                    <a:pt x="390335" y="132398"/>
                  </a:lnTo>
                  <a:lnTo>
                    <a:pt x="389382" y="132683"/>
                  </a:lnTo>
                  <a:lnTo>
                    <a:pt x="388525" y="133064"/>
                  </a:lnTo>
                  <a:lnTo>
                    <a:pt x="387001" y="132779"/>
                  </a:lnTo>
                  <a:lnTo>
                    <a:pt x="385572" y="130397"/>
                  </a:lnTo>
                  <a:lnTo>
                    <a:pt x="384429" y="127254"/>
                  </a:lnTo>
                  <a:lnTo>
                    <a:pt x="384143" y="124492"/>
                  </a:lnTo>
                  <a:lnTo>
                    <a:pt x="384905" y="121730"/>
                  </a:lnTo>
                  <a:lnTo>
                    <a:pt x="386429" y="120015"/>
                  </a:lnTo>
                  <a:lnTo>
                    <a:pt x="388525" y="119348"/>
                  </a:lnTo>
                  <a:lnTo>
                    <a:pt x="390430" y="119158"/>
                  </a:lnTo>
                  <a:lnTo>
                    <a:pt x="391763" y="118205"/>
                  </a:lnTo>
                  <a:lnTo>
                    <a:pt x="391192" y="115919"/>
                  </a:lnTo>
                  <a:lnTo>
                    <a:pt x="389096" y="111919"/>
                  </a:lnTo>
                  <a:lnTo>
                    <a:pt x="390144" y="110585"/>
                  </a:lnTo>
                  <a:lnTo>
                    <a:pt x="391573" y="109728"/>
                  </a:lnTo>
                  <a:lnTo>
                    <a:pt x="394621" y="108299"/>
                  </a:lnTo>
                  <a:lnTo>
                    <a:pt x="393287" y="105537"/>
                  </a:lnTo>
                  <a:lnTo>
                    <a:pt x="391573" y="104585"/>
                  </a:lnTo>
                  <a:lnTo>
                    <a:pt x="387668" y="104680"/>
                  </a:lnTo>
                  <a:lnTo>
                    <a:pt x="386906" y="105156"/>
                  </a:lnTo>
                  <a:lnTo>
                    <a:pt x="385096" y="107061"/>
                  </a:lnTo>
                  <a:lnTo>
                    <a:pt x="384429" y="106966"/>
                  </a:lnTo>
                  <a:lnTo>
                    <a:pt x="375666" y="95821"/>
                  </a:lnTo>
                  <a:lnTo>
                    <a:pt x="375190" y="94964"/>
                  </a:lnTo>
                  <a:lnTo>
                    <a:pt x="374809" y="93821"/>
                  </a:lnTo>
                  <a:lnTo>
                    <a:pt x="374904" y="92488"/>
                  </a:lnTo>
                  <a:lnTo>
                    <a:pt x="375190" y="91631"/>
                  </a:lnTo>
                  <a:lnTo>
                    <a:pt x="375380" y="90678"/>
                  </a:lnTo>
                  <a:lnTo>
                    <a:pt x="374809" y="89249"/>
                  </a:lnTo>
                  <a:lnTo>
                    <a:pt x="373285" y="88202"/>
                  </a:lnTo>
                  <a:lnTo>
                    <a:pt x="365188" y="89726"/>
                  </a:lnTo>
                  <a:lnTo>
                    <a:pt x="361664" y="91631"/>
                  </a:lnTo>
                  <a:lnTo>
                    <a:pt x="359759" y="92012"/>
                  </a:lnTo>
                  <a:lnTo>
                    <a:pt x="358045" y="91154"/>
                  </a:lnTo>
                  <a:lnTo>
                    <a:pt x="358045" y="89059"/>
                  </a:lnTo>
                  <a:lnTo>
                    <a:pt x="359188" y="86582"/>
                  </a:lnTo>
                  <a:lnTo>
                    <a:pt x="360617" y="84773"/>
                  </a:lnTo>
                  <a:lnTo>
                    <a:pt x="361379" y="84296"/>
                  </a:lnTo>
                  <a:lnTo>
                    <a:pt x="363188" y="83725"/>
                  </a:lnTo>
                  <a:lnTo>
                    <a:pt x="363855" y="83058"/>
                  </a:lnTo>
                  <a:lnTo>
                    <a:pt x="364236" y="82201"/>
                  </a:lnTo>
                  <a:lnTo>
                    <a:pt x="364998" y="78296"/>
                  </a:lnTo>
                  <a:lnTo>
                    <a:pt x="360617" y="75152"/>
                  </a:lnTo>
                  <a:lnTo>
                    <a:pt x="358331" y="72771"/>
                  </a:lnTo>
                  <a:lnTo>
                    <a:pt x="357378" y="69818"/>
                  </a:lnTo>
                  <a:lnTo>
                    <a:pt x="356045" y="67628"/>
                  </a:lnTo>
                  <a:lnTo>
                    <a:pt x="352996" y="68104"/>
                  </a:lnTo>
                  <a:lnTo>
                    <a:pt x="348044" y="70295"/>
                  </a:lnTo>
                  <a:lnTo>
                    <a:pt x="346234" y="69152"/>
                  </a:lnTo>
                  <a:lnTo>
                    <a:pt x="344424" y="64865"/>
                  </a:lnTo>
                  <a:lnTo>
                    <a:pt x="342805" y="63818"/>
                  </a:lnTo>
                  <a:lnTo>
                    <a:pt x="340519" y="63341"/>
                  </a:lnTo>
                  <a:lnTo>
                    <a:pt x="316516" y="48482"/>
                  </a:lnTo>
                  <a:lnTo>
                    <a:pt x="312230" y="47720"/>
                  </a:lnTo>
                  <a:lnTo>
                    <a:pt x="307848" y="47911"/>
                  </a:lnTo>
                  <a:lnTo>
                    <a:pt x="299847" y="50197"/>
                  </a:lnTo>
                  <a:lnTo>
                    <a:pt x="298133" y="51245"/>
                  </a:lnTo>
                  <a:lnTo>
                    <a:pt x="296799" y="52959"/>
                  </a:lnTo>
                  <a:lnTo>
                    <a:pt x="296704" y="55436"/>
                  </a:lnTo>
                  <a:lnTo>
                    <a:pt x="297656" y="58103"/>
                  </a:lnTo>
                  <a:lnTo>
                    <a:pt x="298037" y="60293"/>
                  </a:lnTo>
                  <a:lnTo>
                    <a:pt x="295942" y="61532"/>
                  </a:lnTo>
                  <a:lnTo>
                    <a:pt x="294227" y="60865"/>
                  </a:lnTo>
                  <a:lnTo>
                    <a:pt x="292132" y="56388"/>
                  </a:lnTo>
                  <a:lnTo>
                    <a:pt x="290417" y="55340"/>
                  </a:lnTo>
                  <a:lnTo>
                    <a:pt x="286131" y="56293"/>
                  </a:lnTo>
                  <a:lnTo>
                    <a:pt x="283940" y="56198"/>
                  </a:lnTo>
                  <a:lnTo>
                    <a:pt x="282226" y="54293"/>
                  </a:lnTo>
                  <a:lnTo>
                    <a:pt x="282035" y="53340"/>
                  </a:lnTo>
                  <a:lnTo>
                    <a:pt x="282131" y="52483"/>
                  </a:lnTo>
                  <a:lnTo>
                    <a:pt x="282035" y="51530"/>
                  </a:lnTo>
                  <a:lnTo>
                    <a:pt x="281464" y="50197"/>
                  </a:lnTo>
                  <a:lnTo>
                    <a:pt x="280607" y="49435"/>
                  </a:lnTo>
                  <a:lnTo>
                    <a:pt x="278511" y="48197"/>
                  </a:lnTo>
                  <a:lnTo>
                    <a:pt x="277559" y="48006"/>
                  </a:lnTo>
                  <a:lnTo>
                    <a:pt x="268605" y="48006"/>
                  </a:lnTo>
                  <a:lnTo>
                    <a:pt x="266414" y="47530"/>
                  </a:lnTo>
                  <a:lnTo>
                    <a:pt x="262700" y="45625"/>
                  </a:lnTo>
                  <a:lnTo>
                    <a:pt x="259080" y="44577"/>
                  </a:lnTo>
                  <a:lnTo>
                    <a:pt x="257080" y="43244"/>
                  </a:lnTo>
                  <a:lnTo>
                    <a:pt x="255175" y="41434"/>
                  </a:lnTo>
                  <a:lnTo>
                    <a:pt x="253746" y="39719"/>
                  </a:lnTo>
                  <a:lnTo>
                    <a:pt x="252413" y="35243"/>
                  </a:lnTo>
                  <a:lnTo>
                    <a:pt x="252127" y="34671"/>
                  </a:lnTo>
                  <a:lnTo>
                    <a:pt x="250793" y="32099"/>
                  </a:lnTo>
                  <a:lnTo>
                    <a:pt x="249841" y="29147"/>
                  </a:lnTo>
                  <a:lnTo>
                    <a:pt x="248412" y="27337"/>
                  </a:lnTo>
                  <a:lnTo>
                    <a:pt x="246602" y="25908"/>
                  </a:lnTo>
                  <a:lnTo>
                    <a:pt x="244983" y="25146"/>
                  </a:lnTo>
                  <a:lnTo>
                    <a:pt x="243078" y="24956"/>
                  </a:lnTo>
                  <a:lnTo>
                    <a:pt x="240983" y="25527"/>
                  </a:lnTo>
                  <a:lnTo>
                    <a:pt x="238982" y="26670"/>
                  </a:lnTo>
                  <a:lnTo>
                    <a:pt x="237649" y="28289"/>
                  </a:lnTo>
                  <a:lnTo>
                    <a:pt x="236125" y="28956"/>
                  </a:lnTo>
                  <a:lnTo>
                    <a:pt x="234410" y="27527"/>
                  </a:lnTo>
                  <a:lnTo>
                    <a:pt x="231934" y="24003"/>
                  </a:lnTo>
                  <a:lnTo>
                    <a:pt x="230886" y="23336"/>
                  </a:lnTo>
                  <a:lnTo>
                    <a:pt x="228791" y="22670"/>
                  </a:lnTo>
                  <a:lnTo>
                    <a:pt x="227838" y="21717"/>
                  </a:lnTo>
                  <a:lnTo>
                    <a:pt x="227171" y="20669"/>
                  </a:lnTo>
                  <a:lnTo>
                    <a:pt x="225552" y="17145"/>
                  </a:lnTo>
                  <a:lnTo>
                    <a:pt x="224028" y="15240"/>
                  </a:lnTo>
                  <a:lnTo>
                    <a:pt x="216503" y="10763"/>
                  </a:lnTo>
                  <a:lnTo>
                    <a:pt x="214408" y="9906"/>
                  </a:lnTo>
                  <a:lnTo>
                    <a:pt x="204978" y="8763"/>
                  </a:lnTo>
                  <a:lnTo>
                    <a:pt x="202597" y="7906"/>
                  </a:lnTo>
                  <a:lnTo>
                    <a:pt x="200692" y="6572"/>
                  </a:lnTo>
                  <a:lnTo>
                    <a:pt x="197644" y="2381"/>
                  </a:lnTo>
                  <a:lnTo>
                    <a:pt x="195548" y="762"/>
                  </a:lnTo>
                  <a:lnTo>
                    <a:pt x="193834" y="1524"/>
                  </a:lnTo>
                  <a:lnTo>
                    <a:pt x="191357" y="6001"/>
                  </a:lnTo>
                  <a:lnTo>
                    <a:pt x="189833" y="7334"/>
                  </a:lnTo>
                  <a:lnTo>
                    <a:pt x="188024" y="6572"/>
                  </a:lnTo>
                  <a:lnTo>
                    <a:pt x="189071" y="4953"/>
                  </a:lnTo>
                  <a:lnTo>
                    <a:pt x="189548" y="4286"/>
                  </a:lnTo>
                  <a:lnTo>
                    <a:pt x="190214" y="3810"/>
                  </a:lnTo>
                  <a:lnTo>
                    <a:pt x="189262" y="1905"/>
                  </a:lnTo>
                  <a:lnTo>
                    <a:pt x="187547" y="857"/>
                  </a:lnTo>
                  <a:lnTo>
                    <a:pt x="186023" y="1238"/>
                  </a:lnTo>
                  <a:lnTo>
                    <a:pt x="185357" y="3334"/>
                  </a:lnTo>
                  <a:lnTo>
                    <a:pt x="185261" y="5810"/>
                  </a:lnTo>
                  <a:lnTo>
                    <a:pt x="184976" y="6858"/>
                  </a:lnTo>
                  <a:lnTo>
                    <a:pt x="184118" y="6763"/>
                  </a:lnTo>
                  <a:lnTo>
                    <a:pt x="180975" y="4477"/>
                  </a:lnTo>
                  <a:lnTo>
                    <a:pt x="180023" y="4096"/>
                  </a:lnTo>
                  <a:lnTo>
                    <a:pt x="176879" y="3524"/>
                  </a:lnTo>
                  <a:lnTo>
                    <a:pt x="175832" y="3143"/>
                  </a:lnTo>
                  <a:lnTo>
                    <a:pt x="173641" y="1048"/>
                  </a:lnTo>
                  <a:lnTo>
                    <a:pt x="171260" y="191"/>
                  </a:lnTo>
                  <a:lnTo>
                    <a:pt x="168688" y="0"/>
                  </a:lnTo>
                  <a:lnTo>
                    <a:pt x="166688" y="191"/>
                  </a:lnTo>
                  <a:lnTo>
                    <a:pt x="165259" y="1143"/>
                  </a:lnTo>
                  <a:lnTo>
                    <a:pt x="162687" y="4096"/>
                  </a:lnTo>
                  <a:lnTo>
                    <a:pt x="160877" y="5144"/>
                  </a:lnTo>
                  <a:lnTo>
                    <a:pt x="159639" y="7049"/>
                  </a:lnTo>
                  <a:lnTo>
                    <a:pt x="158782" y="7525"/>
                  </a:lnTo>
                  <a:lnTo>
                    <a:pt x="146685" y="8287"/>
                  </a:lnTo>
                  <a:lnTo>
                    <a:pt x="135255" y="12764"/>
                  </a:lnTo>
                  <a:lnTo>
                    <a:pt x="104204" y="14002"/>
                  </a:lnTo>
                  <a:lnTo>
                    <a:pt x="100489" y="15621"/>
                  </a:lnTo>
                  <a:lnTo>
                    <a:pt x="98679" y="15812"/>
                  </a:lnTo>
                  <a:lnTo>
                    <a:pt x="96869" y="14383"/>
                  </a:lnTo>
                  <a:lnTo>
                    <a:pt x="95155" y="12002"/>
                  </a:lnTo>
                  <a:lnTo>
                    <a:pt x="93536" y="10478"/>
                  </a:lnTo>
                  <a:lnTo>
                    <a:pt x="91821" y="9811"/>
                  </a:lnTo>
                  <a:lnTo>
                    <a:pt x="90011" y="10287"/>
                  </a:lnTo>
                  <a:lnTo>
                    <a:pt x="84582" y="12764"/>
                  </a:lnTo>
                  <a:lnTo>
                    <a:pt x="80010" y="13430"/>
                  </a:lnTo>
                  <a:lnTo>
                    <a:pt x="78391" y="14478"/>
                  </a:lnTo>
                  <a:lnTo>
                    <a:pt x="75152" y="17526"/>
                  </a:lnTo>
                  <a:lnTo>
                    <a:pt x="73057" y="18669"/>
                  </a:lnTo>
                  <a:lnTo>
                    <a:pt x="68580" y="18669"/>
                  </a:lnTo>
                  <a:lnTo>
                    <a:pt x="57626" y="18574"/>
                  </a:lnTo>
                  <a:lnTo>
                    <a:pt x="37814" y="24670"/>
                  </a:lnTo>
                  <a:lnTo>
                    <a:pt x="27527" y="32004"/>
                  </a:lnTo>
                  <a:lnTo>
                    <a:pt x="23241" y="33242"/>
                  </a:lnTo>
                  <a:lnTo>
                    <a:pt x="19621" y="33719"/>
                  </a:lnTo>
                  <a:lnTo>
                    <a:pt x="19717" y="33909"/>
                  </a:lnTo>
                  <a:lnTo>
                    <a:pt x="20765" y="35433"/>
                  </a:lnTo>
                  <a:lnTo>
                    <a:pt x="22098" y="37052"/>
                  </a:lnTo>
                  <a:lnTo>
                    <a:pt x="22765" y="37624"/>
                  </a:lnTo>
                  <a:lnTo>
                    <a:pt x="27527" y="40481"/>
                  </a:lnTo>
                  <a:lnTo>
                    <a:pt x="32861" y="42386"/>
                  </a:lnTo>
                  <a:lnTo>
                    <a:pt x="35147" y="43910"/>
                  </a:lnTo>
                  <a:lnTo>
                    <a:pt x="36671" y="45434"/>
                  </a:lnTo>
                  <a:lnTo>
                    <a:pt x="37624" y="46673"/>
                  </a:lnTo>
                  <a:lnTo>
                    <a:pt x="38100" y="47435"/>
                  </a:lnTo>
                  <a:lnTo>
                    <a:pt x="38481" y="48197"/>
                  </a:lnTo>
                  <a:lnTo>
                    <a:pt x="38671" y="48768"/>
                  </a:lnTo>
                  <a:lnTo>
                    <a:pt x="39910" y="55055"/>
                  </a:lnTo>
                  <a:lnTo>
                    <a:pt x="40767" y="57626"/>
                  </a:lnTo>
                  <a:lnTo>
                    <a:pt x="41243" y="58293"/>
                  </a:lnTo>
                  <a:lnTo>
                    <a:pt x="42005" y="59055"/>
                  </a:lnTo>
                  <a:lnTo>
                    <a:pt x="46101" y="61151"/>
                  </a:lnTo>
                  <a:lnTo>
                    <a:pt x="46673" y="61532"/>
                  </a:lnTo>
                  <a:lnTo>
                    <a:pt x="47244" y="62198"/>
                  </a:lnTo>
                  <a:lnTo>
                    <a:pt x="47816" y="63341"/>
                  </a:lnTo>
                  <a:lnTo>
                    <a:pt x="48006" y="64199"/>
                  </a:lnTo>
                  <a:lnTo>
                    <a:pt x="48196" y="65818"/>
                  </a:lnTo>
                  <a:lnTo>
                    <a:pt x="48482" y="67247"/>
                  </a:lnTo>
                  <a:lnTo>
                    <a:pt x="49244" y="69056"/>
                  </a:lnTo>
                  <a:lnTo>
                    <a:pt x="50102" y="70771"/>
                  </a:lnTo>
                  <a:lnTo>
                    <a:pt x="50292" y="71342"/>
                  </a:lnTo>
                  <a:lnTo>
                    <a:pt x="50483" y="72104"/>
                  </a:lnTo>
                  <a:lnTo>
                    <a:pt x="50578" y="72771"/>
                  </a:lnTo>
                  <a:lnTo>
                    <a:pt x="50483" y="73533"/>
                  </a:lnTo>
                  <a:lnTo>
                    <a:pt x="50292" y="74200"/>
                  </a:lnTo>
                  <a:lnTo>
                    <a:pt x="49816" y="75819"/>
                  </a:lnTo>
                  <a:lnTo>
                    <a:pt x="49530" y="76391"/>
                  </a:lnTo>
                  <a:lnTo>
                    <a:pt x="48959" y="77343"/>
                  </a:lnTo>
                  <a:lnTo>
                    <a:pt x="48101" y="78296"/>
                  </a:lnTo>
                  <a:lnTo>
                    <a:pt x="46292" y="79915"/>
                  </a:lnTo>
                  <a:lnTo>
                    <a:pt x="45434" y="80867"/>
                  </a:lnTo>
                  <a:lnTo>
                    <a:pt x="44768" y="81915"/>
                  </a:lnTo>
                  <a:lnTo>
                    <a:pt x="43529" y="84296"/>
                  </a:lnTo>
                  <a:lnTo>
                    <a:pt x="42577" y="86963"/>
                  </a:lnTo>
                  <a:lnTo>
                    <a:pt x="41910" y="88011"/>
                  </a:lnTo>
                  <a:lnTo>
                    <a:pt x="26765" y="105632"/>
                  </a:lnTo>
                  <a:lnTo>
                    <a:pt x="476" y="129350"/>
                  </a:lnTo>
                  <a:lnTo>
                    <a:pt x="191" y="129826"/>
                  </a:lnTo>
                  <a:lnTo>
                    <a:pt x="0" y="130397"/>
                  </a:lnTo>
                  <a:lnTo>
                    <a:pt x="0" y="131064"/>
                  </a:lnTo>
                  <a:lnTo>
                    <a:pt x="95" y="131731"/>
                  </a:lnTo>
                  <a:lnTo>
                    <a:pt x="953" y="132493"/>
                  </a:lnTo>
                  <a:lnTo>
                    <a:pt x="2381" y="133255"/>
                  </a:lnTo>
                  <a:lnTo>
                    <a:pt x="12668" y="137541"/>
                  </a:lnTo>
                  <a:lnTo>
                    <a:pt x="18383" y="141542"/>
                  </a:lnTo>
                  <a:lnTo>
                    <a:pt x="20193" y="143351"/>
                  </a:lnTo>
                  <a:lnTo>
                    <a:pt x="20479" y="143828"/>
                  </a:lnTo>
                  <a:lnTo>
                    <a:pt x="24003" y="147542"/>
                  </a:lnTo>
                  <a:lnTo>
                    <a:pt x="25813" y="148971"/>
                  </a:lnTo>
                  <a:lnTo>
                    <a:pt x="33147" y="152972"/>
                  </a:lnTo>
                  <a:lnTo>
                    <a:pt x="41910" y="156305"/>
                  </a:lnTo>
                  <a:lnTo>
                    <a:pt x="42767" y="156972"/>
                  </a:lnTo>
                  <a:lnTo>
                    <a:pt x="44101" y="158210"/>
                  </a:lnTo>
                  <a:lnTo>
                    <a:pt x="44768" y="158972"/>
                  </a:lnTo>
                  <a:lnTo>
                    <a:pt x="45244" y="159734"/>
                  </a:lnTo>
                  <a:lnTo>
                    <a:pt x="45815" y="160687"/>
                  </a:lnTo>
                  <a:lnTo>
                    <a:pt x="48387" y="166497"/>
                  </a:lnTo>
                  <a:lnTo>
                    <a:pt x="50863" y="170117"/>
                  </a:lnTo>
                  <a:lnTo>
                    <a:pt x="51721" y="171069"/>
                  </a:lnTo>
                  <a:lnTo>
                    <a:pt x="52197" y="171450"/>
                  </a:lnTo>
                  <a:lnTo>
                    <a:pt x="53054" y="171926"/>
                  </a:lnTo>
                  <a:lnTo>
                    <a:pt x="56864" y="173069"/>
                  </a:lnTo>
                  <a:lnTo>
                    <a:pt x="59436" y="173355"/>
                  </a:lnTo>
                  <a:lnTo>
                    <a:pt x="64103" y="172212"/>
                  </a:lnTo>
                  <a:lnTo>
                    <a:pt x="66294" y="171260"/>
                  </a:lnTo>
                  <a:lnTo>
                    <a:pt x="68009" y="170117"/>
                  </a:lnTo>
                  <a:lnTo>
                    <a:pt x="68771" y="169259"/>
                  </a:lnTo>
                  <a:lnTo>
                    <a:pt x="69913" y="167640"/>
                  </a:lnTo>
                  <a:lnTo>
                    <a:pt x="74295" y="159830"/>
                  </a:lnTo>
                  <a:lnTo>
                    <a:pt x="77248" y="152972"/>
                  </a:lnTo>
                  <a:lnTo>
                    <a:pt x="77534" y="152305"/>
                  </a:lnTo>
                  <a:lnTo>
                    <a:pt x="79343" y="146876"/>
                  </a:lnTo>
                  <a:lnTo>
                    <a:pt x="80391" y="144399"/>
                  </a:lnTo>
                  <a:lnTo>
                    <a:pt x="80772" y="143923"/>
                  </a:lnTo>
                  <a:lnTo>
                    <a:pt x="81248" y="143542"/>
                  </a:lnTo>
                  <a:lnTo>
                    <a:pt x="81820" y="143161"/>
                  </a:lnTo>
                  <a:lnTo>
                    <a:pt x="82391" y="143066"/>
                  </a:lnTo>
                  <a:lnTo>
                    <a:pt x="83153" y="143066"/>
                  </a:lnTo>
                  <a:lnTo>
                    <a:pt x="93631" y="147828"/>
                  </a:lnTo>
                  <a:lnTo>
                    <a:pt x="94202" y="148400"/>
                  </a:lnTo>
                  <a:lnTo>
                    <a:pt x="94869" y="149352"/>
                  </a:lnTo>
                  <a:lnTo>
                    <a:pt x="95250" y="150114"/>
                  </a:lnTo>
                  <a:lnTo>
                    <a:pt x="96012" y="152781"/>
                  </a:lnTo>
                  <a:lnTo>
                    <a:pt x="96488" y="154019"/>
                  </a:lnTo>
                  <a:lnTo>
                    <a:pt x="97060" y="155162"/>
                  </a:lnTo>
                  <a:lnTo>
                    <a:pt x="98393" y="157353"/>
                  </a:lnTo>
                  <a:lnTo>
                    <a:pt x="102013" y="160496"/>
                  </a:lnTo>
                  <a:lnTo>
                    <a:pt x="102870" y="161544"/>
                  </a:lnTo>
                  <a:lnTo>
                    <a:pt x="104394" y="164973"/>
                  </a:lnTo>
                  <a:lnTo>
                    <a:pt x="105061" y="166878"/>
                  </a:lnTo>
                  <a:lnTo>
                    <a:pt x="105251" y="167449"/>
                  </a:lnTo>
                  <a:lnTo>
                    <a:pt x="105823" y="168593"/>
                  </a:lnTo>
                  <a:lnTo>
                    <a:pt x="106394" y="169450"/>
                  </a:lnTo>
                  <a:lnTo>
                    <a:pt x="106680" y="169736"/>
                  </a:lnTo>
                  <a:lnTo>
                    <a:pt x="107347" y="170212"/>
                  </a:lnTo>
                  <a:lnTo>
                    <a:pt x="112109" y="172403"/>
                  </a:lnTo>
                  <a:lnTo>
                    <a:pt x="124968" y="174593"/>
                  </a:lnTo>
                  <a:lnTo>
                    <a:pt x="125730" y="174974"/>
                  </a:lnTo>
                  <a:lnTo>
                    <a:pt x="126683" y="175546"/>
                  </a:lnTo>
                  <a:lnTo>
                    <a:pt x="127826" y="176879"/>
                  </a:lnTo>
                  <a:lnTo>
                    <a:pt x="128397" y="177737"/>
                  </a:lnTo>
                  <a:lnTo>
                    <a:pt x="128683" y="178594"/>
                  </a:lnTo>
                  <a:lnTo>
                    <a:pt x="128683" y="179356"/>
                  </a:lnTo>
                  <a:lnTo>
                    <a:pt x="128683" y="180118"/>
                  </a:lnTo>
                  <a:lnTo>
                    <a:pt x="128492" y="180880"/>
                  </a:lnTo>
                  <a:lnTo>
                    <a:pt x="128302" y="181642"/>
                  </a:lnTo>
                  <a:lnTo>
                    <a:pt x="128111" y="182309"/>
                  </a:lnTo>
                  <a:lnTo>
                    <a:pt x="127540" y="183547"/>
                  </a:lnTo>
                  <a:lnTo>
                    <a:pt x="126778" y="184595"/>
                  </a:lnTo>
                  <a:lnTo>
                    <a:pt x="126397" y="184976"/>
                  </a:lnTo>
                  <a:lnTo>
                    <a:pt x="125444" y="185833"/>
                  </a:lnTo>
                  <a:lnTo>
                    <a:pt x="124492" y="186595"/>
                  </a:lnTo>
                  <a:lnTo>
                    <a:pt x="122301" y="187643"/>
                  </a:lnTo>
                  <a:lnTo>
                    <a:pt x="119539" y="188500"/>
                  </a:lnTo>
                  <a:lnTo>
                    <a:pt x="118682" y="188881"/>
                  </a:lnTo>
                  <a:lnTo>
                    <a:pt x="118110" y="189262"/>
                  </a:lnTo>
                  <a:lnTo>
                    <a:pt x="117634" y="189833"/>
                  </a:lnTo>
                  <a:lnTo>
                    <a:pt x="117348" y="190405"/>
                  </a:lnTo>
                  <a:lnTo>
                    <a:pt x="117253" y="191072"/>
                  </a:lnTo>
                  <a:lnTo>
                    <a:pt x="117062" y="191834"/>
                  </a:lnTo>
                  <a:lnTo>
                    <a:pt x="117253" y="193262"/>
                  </a:lnTo>
                  <a:lnTo>
                    <a:pt x="117538" y="194596"/>
                  </a:lnTo>
                  <a:lnTo>
                    <a:pt x="126873" y="226600"/>
                  </a:lnTo>
                  <a:lnTo>
                    <a:pt x="127349" y="229362"/>
                  </a:lnTo>
                  <a:lnTo>
                    <a:pt x="127540" y="230791"/>
                  </a:lnTo>
                  <a:lnTo>
                    <a:pt x="127445" y="231648"/>
                  </a:lnTo>
                  <a:lnTo>
                    <a:pt x="127445" y="232410"/>
                  </a:lnTo>
                  <a:lnTo>
                    <a:pt x="127254" y="233172"/>
                  </a:lnTo>
                  <a:lnTo>
                    <a:pt x="126968" y="233839"/>
                  </a:lnTo>
                  <a:lnTo>
                    <a:pt x="126397" y="234887"/>
                  </a:lnTo>
                  <a:lnTo>
                    <a:pt x="124206" y="238030"/>
                  </a:lnTo>
                  <a:lnTo>
                    <a:pt x="123635" y="239173"/>
                  </a:lnTo>
                  <a:lnTo>
                    <a:pt x="123349" y="239840"/>
                  </a:lnTo>
                  <a:lnTo>
                    <a:pt x="123158" y="240506"/>
                  </a:lnTo>
                  <a:lnTo>
                    <a:pt x="123063" y="241268"/>
                  </a:lnTo>
                  <a:lnTo>
                    <a:pt x="122968" y="242030"/>
                  </a:lnTo>
                  <a:lnTo>
                    <a:pt x="122968" y="242792"/>
                  </a:lnTo>
                  <a:lnTo>
                    <a:pt x="123254" y="244126"/>
                  </a:lnTo>
                  <a:lnTo>
                    <a:pt x="123635" y="245364"/>
                  </a:lnTo>
                  <a:lnTo>
                    <a:pt x="133350" y="262604"/>
                  </a:lnTo>
                  <a:lnTo>
                    <a:pt x="133541" y="263176"/>
                  </a:lnTo>
                  <a:lnTo>
                    <a:pt x="133731" y="263843"/>
                  </a:lnTo>
                  <a:lnTo>
                    <a:pt x="133826" y="264509"/>
                  </a:lnTo>
                  <a:lnTo>
                    <a:pt x="133826" y="265271"/>
                  </a:lnTo>
                  <a:lnTo>
                    <a:pt x="133541" y="266795"/>
                  </a:lnTo>
                  <a:lnTo>
                    <a:pt x="133445" y="268415"/>
                  </a:lnTo>
                  <a:lnTo>
                    <a:pt x="133445" y="269177"/>
                  </a:lnTo>
                  <a:lnTo>
                    <a:pt x="133636" y="269939"/>
                  </a:lnTo>
                  <a:lnTo>
                    <a:pt x="134017" y="271463"/>
                  </a:lnTo>
                  <a:lnTo>
                    <a:pt x="134779" y="273653"/>
                  </a:lnTo>
                  <a:lnTo>
                    <a:pt x="137255" y="277940"/>
                  </a:lnTo>
                  <a:lnTo>
                    <a:pt x="142970" y="285845"/>
                  </a:lnTo>
                  <a:lnTo>
                    <a:pt x="144590" y="287179"/>
                  </a:lnTo>
                  <a:lnTo>
                    <a:pt x="147447" y="288893"/>
                  </a:lnTo>
                  <a:lnTo>
                    <a:pt x="148400" y="289751"/>
                  </a:lnTo>
                  <a:lnTo>
                    <a:pt x="151543" y="293465"/>
                  </a:lnTo>
                  <a:lnTo>
                    <a:pt x="153543" y="295275"/>
                  </a:lnTo>
                  <a:lnTo>
                    <a:pt x="154686" y="295847"/>
                  </a:lnTo>
                  <a:lnTo>
                    <a:pt x="155734" y="296037"/>
                  </a:lnTo>
                  <a:lnTo>
                    <a:pt x="156972" y="295847"/>
                  </a:lnTo>
                  <a:lnTo>
                    <a:pt x="157734" y="295561"/>
                  </a:lnTo>
                  <a:lnTo>
                    <a:pt x="158782" y="294799"/>
                  </a:lnTo>
                  <a:lnTo>
                    <a:pt x="159353" y="294513"/>
                  </a:lnTo>
                  <a:lnTo>
                    <a:pt x="160020" y="294513"/>
                  </a:lnTo>
                  <a:lnTo>
                    <a:pt x="160782" y="294704"/>
                  </a:lnTo>
                  <a:lnTo>
                    <a:pt x="161449" y="295275"/>
                  </a:lnTo>
                  <a:lnTo>
                    <a:pt x="161830" y="295847"/>
                  </a:lnTo>
                  <a:lnTo>
                    <a:pt x="163068" y="297466"/>
                  </a:lnTo>
                  <a:lnTo>
                    <a:pt x="164021" y="298704"/>
                  </a:lnTo>
                  <a:lnTo>
                    <a:pt x="165068" y="299561"/>
                  </a:lnTo>
                  <a:lnTo>
                    <a:pt x="166021" y="300228"/>
                  </a:lnTo>
                  <a:lnTo>
                    <a:pt x="167164" y="300800"/>
                  </a:lnTo>
                  <a:lnTo>
                    <a:pt x="168212" y="301085"/>
                  </a:lnTo>
                  <a:lnTo>
                    <a:pt x="175927" y="301181"/>
                  </a:lnTo>
                  <a:lnTo>
                    <a:pt x="181546" y="300228"/>
                  </a:lnTo>
                  <a:lnTo>
                    <a:pt x="182499" y="300323"/>
                  </a:lnTo>
                  <a:lnTo>
                    <a:pt x="183547" y="300514"/>
                  </a:lnTo>
                  <a:lnTo>
                    <a:pt x="185261" y="301181"/>
                  </a:lnTo>
                  <a:lnTo>
                    <a:pt x="186690" y="301943"/>
                  </a:lnTo>
                  <a:lnTo>
                    <a:pt x="186976" y="302324"/>
                  </a:lnTo>
                  <a:lnTo>
                    <a:pt x="187738" y="303276"/>
                  </a:lnTo>
                  <a:lnTo>
                    <a:pt x="190310" y="307372"/>
                  </a:lnTo>
                  <a:lnTo>
                    <a:pt x="191071" y="308324"/>
                  </a:lnTo>
                  <a:lnTo>
                    <a:pt x="191453" y="308705"/>
                  </a:lnTo>
                  <a:lnTo>
                    <a:pt x="192024" y="309086"/>
                  </a:lnTo>
                  <a:lnTo>
                    <a:pt x="193929" y="309753"/>
                  </a:lnTo>
                  <a:lnTo>
                    <a:pt x="196215" y="309943"/>
                  </a:lnTo>
                  <a:lnTo>
                    <a:pt x="199454" y="309563"/>
                  </a:lnTo>
                  <a:lnTo>
                    <a:pt x="207264" y="307372"/>
                  </a:lnTo>
                  <a:lnTo>
                    <a:pt x="208312" y="306705"/>
                  </a:lnTo>
                  <a:lnTo>
                    <a:pt x="208788" y="306324"/>
                  </a:lnTo>
                  <a:lnTo>
                    <a:pt x="209169" y="305943"/>
                  </a:lnTo>
                  <a:lnTo>
                    <a:pt x="209550" y="305372"/>
                  </a:lnTo>
                  <a:lnTo>
                    <a:pt x="209741" y="304800"/>
                  </a:lnTo>
                  <a:lnTo>
                    <a:pt x="209931" y="304038"/>
                  </a:lnTo>
                  <a:lnTo>
                    <a:pt x="210121" y="303371"/>
                  </a:lnTo>
                  <a:lnTo>
                    <a:pt x="210312" y="300800"/>
                  </a:lnTo>
                  <a:lnTo>
                    <a:pt x="210598" y="299276"/>
                  </a:lnTo>
                  <a:lnTo>
                    <a:pt x="211074" y="298037"/>
                  </a:lnTo>
                  <a:lnTo>
                    <a:pt x="211741" y="296990"/>
                  </a:lnTo>
                  <a:lnTo>
                    <a:pt x="212122" y="296513"/>
                  </a:lnTo>
                  <a:lnTo>
                    <a:pt x="212598" y="296132"/>
                  </a:lnTo>
                  <a:lnTo>
                    <a:pt x="213170" y="295847"/>
                  </a:lnTo>
                  <a:lnTo>
                    <a:pt x="214313" y="295370"/>
                  </a:lnTo>
                  <a:lnTo>
                    <a:pt x="215741" y="295085"/>
                  </a:lnTo>
                  <a:lnTo>
                    <a:pt x="226790" y="296609"/>
                  </a:lnTo>
                  <a:lnTo>
                    <a:pt x="239363" y="293180"/>
                  </a:lnTo>
                  <a:lnTo>
                    <a:pt x="240316" y="293370"/>
                  </a:lnTo>
                  <a:lnTo>
                    <a:pt x="241554" y="293751"/>
                  </a:lnTo>
                  <a:lnTo>
                    <a:pt x="245174" y="295751"/>
                  </a:lnTo>
                  <a:lnTo>
                    <a:pt x="247460" y="297847"/>
                  </a:lnTo>
                  <a:lnTo>
                    <a:pt x="249174" y="298990"/>
                  </a:lnTo>
                  <a:lnTo>
                    <a:pt x="251175" y="299466"/>
                  </a:lnTo>
                  <a:lnTo>
                    <a:pt x="254413" y="299561"/>
                  </a:lnTo>
                  <a:lnTo>
                    <a:pt x="255937" y="299276"/>
                  </a:lnTo>
                  <a:lnTo>
                    <a:pt x="258318" y="298323"/>
                  </a:lnTo>
                  <a:lnTo>
                    <a:pt x="260413" y="297085"/>
                  </a:lnTo>
                  <a:lnTo>
                    <a:pt x="260795" y="296609"/>
                  </a:lnTo>
                  <a:lnTo>
                    <a:pt x="261176" y="296132"/>
                  </a:lnTo>
                  <a:lnTo>
                    <a:pt x="261461" y="295466"/>
                  </a:lnTo>
                  <a:lnTo>
                    <a:pt x="261557" y="294704"/>
                  </a:lnTo>
                  <a:lnTo>
                    <a:pt x="261747" y="293084"/>
                  </a:lnTo>
                  <a:lnTo>
                    <a:pt x="262128" y="291560"/>
                  </a:lnTo>
                  <a:lnTo>
                    <a:pt x="262319" y="290989"/>
                  </a:lnTo>
                  <a:lnTo>
                    <a:pt x="262604" y="290322"/>
                  </a:lnTo>
                  <a:lnTo>
                    <a:pt x="263081" y="289941"/>
                  </a:lnTo>
                  <a:lnTo>
                    <a:pt x="263557" y="289655"/>
                  </a:lnTo>
                  <a:lnTo>
                    <a:pt x="264795" y="289274"/>
                  </a:lnTo>
                  <a:lnTo>
                    <a:pt x="266510" y="289084"/>
                  </a:lnTo>
                  <a:lnTo>
                    <a:pt x="279654" y="292322"/>
                  </a:lnTo>
                  <a:lnTo>
                    <a:pt x="287369" y="288417"/>
                  </a:lnTo>
                  <a:lnTo>
                    <a:pt x="292037" y="288417"/>
                  </a:lnTo>
                  <a:lnTo>
                    <a:pt x="292608" y="288227"/>
                  </a:lnTo>
                  <a:lnTo>
                    <a:pt x="292989" y="287750"/>
                  </a:lnTo>
                  <a:lnTo>
                    <a:pt x="293275" y="287179"/>
                  </a:lnTo>
                  <a:lnTo>
                    <a:pt x="294132" y="284417"/>
                  </a:lnTo>
                  <a:lnTo>
                    <a:pt x="294418" y="283750"/>
                  </a:lnTo>
                  <a:lnTo>
                    <a:pt x="294799" y="283274"/>
                  </a:lnTo>
                  <a:lnTo>
                    <a:pt x="295561" y="282321"/>
                  </a:lnTo>
                  <a:lnTo>
                    <a:pt x="296513" y="281559"/>
                  </a:lnTo>
                  <a:lnTo>
                    <a:pt x="300800" y="279178"/>
                  </a:lnTo>
                  <a:lnTo>
                    <a:pt x="301181" y="278797"/>
                  </a:lnTo>
                  <a:lnTo>
                    <a:pt x="301562" y="278321"/>
                  </a:lnTo>
                  <a:lnTo>
                    <a:pt x="301752" y="277654"/>
                  </a:lnTo>
                  <a:lnTo>
                    <a:pt x="301847" y="276892"/>
                  </a:lnTo>
                  <a:lnTo>
                    <a:pt x="301943" y="275368"/>
                  </a:lnTo>
                  <a:lnTo>
                    <a:pt x="302038" y="274701"/>
                  </a:lnTo>
                  <a:lnTo>
                    <a:pt x="302228" y="273939"/>
                  </a:lnTo>
                  <a:lnTo>
                    <a:pt x="302419" y="273272"/>
                  </a:lnTo>
                  <a:lnTo>
                    <a:pt x="302705" y="272606"/>
                  </a:lnTo>
                  <a:lnTo>
                    <a:pt x="303086" y="272129"/>
                  </a:lnTo>
                  <a:lnTo>
                    <a:pt x="303562" y="271748"/>
                  </a:lnTo>
                  <a:lnTo>
                    <a:pt x="304038" y="271463"/>
                  </a:lnTo>
                  <a:lnTo>
                    <a:pt x="304610" y="271272"/>
                  </a:lnTo>
                  <a:lnTo>
                    <a:pt x="308134" y="270701"/>
                  </a:lnTo>
                  <a:lnTo>
                    <a:pt x="309182" y="270129"/>
                  </a:lnTo>
                  <a:lnTo>
                    <a:pt x="310039" y="269272"/>
                  </a:lnTo>
                  <a:lnTo>
                    <a:pt x="310706" y="268129"/>
                  </a:lnTo>
                  <a:lnTo>
                    <a:pt x="310991" y="267557"/>
                  </a:lnTo>
                  <a:lnTo>
                    <a:pt x="311182" y="266891"/>
                  </a:lnTo>
                  <a:lnTo>
                    <a:pt x="311277" y="266129"/>
                  </a:lnTo>
                  <a:lnTo>
                    <a:pt x="311372" y="265271"/>
                  </a:lnTo>
                  <a:lnTo>
                    <a:pt x="311277" y="261461"/>
                  </a:lnTo>
                  <a:lnTo>
                    <a:pt x="311372" y="260604"/>
                  </a:lnTo>
                  <a:lnTo>
                    <a:pt x="311563" y="259842"/>
                  </a:lnTo>
                  <a:lnTo>
                    <a:pt x="311753" y="259175"/>
                  </a:lnTo>
                  <a:lnTo>
                    <a:pt x="312134" y="258604"/>
                  </a:lnTo>
                  <a:lnTo>
                    <a:pt x="312420" y="258128"/>
                  </a:lnTo>
                  <a:lnTo>
                    <a:pt x="312801" y="257651"/>
                  </a:lnTo>
                  <a:lnTo>
                    <a:pt x="313277" y="257270"/>
                  </a:lnTo>
                  <a:lnTo>
                    <a:pt x="313849" y="256985"/>
                  </a:lnTo>
                  <a:lnTo>
                    <a:pt x="314420" y="256699"/>
                  </a:lnTo>
                  <a:lnTo>
                    <a:pt x="315087" y="256508"/>
                  </a:lnTo>
                  <a:lnTo>
                    <a:pt x="316516" y="256413"/>
                  </a:lnTo>
                  <a:lnTo>
                    <a:pt x="332994" y="260699"/>
                  </a:lnTo>
                  <a:lnTo>
                    <a:pt x="337185" y="263366"/>
                  </a:lnTo>
                  <a:lnTo>
                    <a:pt x="345186" y="270320"/>
                  </a:lnTo>
                  <a:lnTo>
                    <a:pt x="347472" y="273368"/>
                  </a:lnTo>
                  <a:lnTo>
                    <a:pt x="349377" y="276797"/>
                  </a:lnTo>
                  <a:lnTo>
                    <a:pt x="350139" y="278511"/>
                  </a:lnTo>
                  <a:lnTo>
                    <a:pt x="350615" y="279654"/>
                  </a:lnTo>
                  <a:lnTo>
                    <a:pt x="351092" y="282416"/>
                  </a:lnTo>
                  <a:lnTo>
                    <a:pt x="351377" y="283655"/>
                  </a:lnTo>
                  <a:lnTo>
                    <a:pt x="351758" y="284512"/>
                  </a:lnTo>
                  <a:lnTo>
                    <a:pt x="352425" y="285464"/>
                  </a:lnTo>
                  <a:lnTo>
                    <a:pt x="358140" y="291275"/>
                  </a:lnTo>
                  <a:lnTo>
                    <a:pt x="359283" y="293180"/>
                  </a:lnTo>
                  <a:lnTo>
                    <a:pt x="360902" y="296418"/>
                  </a:lnTo>
                  <a:lnTo>
                    <a:pt x="361283" y="297371"/>
                  </a:lnTo>
                  <a:lnTo>
                    <a:pt x="361950" y="299942"/>
                  </a:lnTo>
                  <a:lnTo>
                    <a:pt x="362521" y="301085"/>
                  </a:lnTo>
                  <a:lnTo>
                    <a:pt x="363855" y="302705"/>
                  </a:lnTo>
                  <a:lnTo>
                    <a:pt x="369761" y="307943"/>
                  </a:lnTo>
                  <a:lnTo>
                    <a:pt x="370237" y="308324"/>
                  </a:lnTo>
                  <a:lnTo>
                    <a:pt x="371761" y="307848"/>
                  </a:lnTo>
                  <a:lnTo>
                    <a:pt x="373761" y="308801"/>
                  </a:lnTo>
                  <a:lnTo>
                    <a:pt x="374428" y="311087"/>
                  </a:lnTo>
                  <a:lnTo>
                    <a:pt x="374713" y="313944"/>
                  </a:lnTo>
                  <a:lnTo>
                    <a:pt x="375952" y="316611"/>
                  </a:lnTo>
                  <a:lnTo>
                    <a:pt x="377381" y="317278"/>
                  </a:lnTo>
                  <a:lnTo>
                    <a:pt x="379190" y="317849"/>
                  </a:lnTo>
                  <a:lnTo>
                    <a:pt x="380524" y="318897"/>
                  </a:lnTo>
                  <a:lnTo>
                    <a:pt x="380333" y="320993"/>
                  </a:lnTo>
                  <a:lnTo>
                    <a:pt x="382810" y="320802"/>
                  </a:lnTo>
                  <a:lnTo>
                    <a:pt x="383572" y="320993"/>
                  </a:lnTo>
                  <a:lnTo>
                    <a:pt x="384715" y="321564"/>
                  </a:lnTo>
                  <a:lnTo>
                    <a:pt x="385001" y="321755"/>
                  </a:lnTo>
                  <a:lnTo>
                    <a:pt x="384905" y="322326"/>
                  </a:lnTo>
                  <a:lnTo>
                    <a:pt x="384715" y="324041"/>
                  </a:lnTo>
                  <a:lnTo>
                    <a:pt x="385382" y="326041"/>
                  </a:lnTo>
                  <a:lnTo>
                    <a:pt x="388430" y="328422"/>
                  </a:lnTo>
                  <a:lnTo>
                    <a:pt x="389096" y="330041"/>
                  </a:lnTo>
                  <a:lnTo>
                    <a:pt x="389192" y="331280"/>
                  </a:lnTo>
                  <a:lnTo>
                    <a:pt x="389573" y="332518"/>
                  </a:lnTo>
                  <a:lnTo>
                    <a:pt x="389763" y="334994"/>
                  </a:lnTo>
                  <a:lnTo>
                    <a:pt x="390144" y="335947"/>
                  </a:lnTo>
                  <a:lnTo>
                    <a:pt x="390525" y="336709"/>
                  </a:lnTo>
                  <a:lnTo>
                    <a:pt x="390811" y="337471"/>
                  </a:lnTo>
                  <a:lnTo>
                    <a:pt x="390620" y="339947"/>
                  </a:lnTo>
                  <a:lnTo>
                    <a:pt x="389858" y="342138"/>
                  </a:lnTo>
                  <a:lnTo>
                    <a:pt x="388811" y="343948"/>
                  </a:lnTo>
                  <a:lnTo>
                    <a:pt x="387477" y="345281"/>
                  </a:lnTo>
                  <a:lnTo>
                    <a:pt x="387953" y="346139"/>
                  </a:lnTo>
                  <a:lnTo>
                    <a:pt x="387763" y="346615"/>
                  </a:lnTo>
                  <a:lnTo>
                    <a:pt x="386334" y="347377"/>
                  </a:lnTo>
                  <a:lnTo>
                    <a:pt x="385858" y="348329"/>
                  </a:lnTo>
                  <a:lnTo>
                    <a:pt x="385763" y="349568"/>
                  </a:lnTo>
                  <a:lnTo>
                    <a:pt x="385477" y="350711"/>
                  </a:lnTo>
                  <a:lnTo>
                    <a:pt x="384715" y="351377"/>
                  </a:lnTo>
                  <a:lnTo>
                    <a:pt x="383286" y="349377"/>
                  </a:lnTo>
                  <a:lnTo>
                    <a:pt x="382429" y="348520"/>
                  </a:lnTo>
                  <a:lnTo>
                    <a:pt x="381953" y="349187"/>
                  </a:lnTo>
                  <a:lnTo>
                    <a:pt x="381857" y="350330"/>
                  </a:lnTo>
                  <a:lnTo>
                    <a:pt x="381381" y="351473"/>
                  </a:lnTo>
                  <a:lnTo>
                    <a:pt x="380905" y="352330"/>
                  </a:lnTo>
                  <a:lnTo>
                    <a:pt x="380333" y="353092"/>
                  </a:lnTo>
                  <a:lnTo>
                    <a:pt x="379667" y="352520"/>
                  </a:lnTo>
                  <a:lnTo>
                    <a:pt x="379000" y="352330"/>
                  </a:lnTo>
                  <a:lnTo>
                    <a:pt x="378238" y="352520"/>
                  </a:lnTo>
                  <a:lnTo>
                    <a:pt x="377571" y="353092"/>
                  </a:lnTo>
                  <a:lnTo>
                    <a:pt x="378143" y="353663"/>
                  </a:lnTo>
                  <a:lnTo>
                    <a:pt x="378619" y="354235"/>
                  </a:lnTo>
                  <a:lnTo>
                    <a:pt x="379286" y="355664"/>
                  </a:lnTo>
                  <a:lnTo>
                    <a:pt x="377952" y="356711"/>
                  </a:lnTo>
                  <a:lnTo>
                    <a:pt x="374047" y="360902"/>
                  </a:lnTo>
                  <a:lnTo>
                    <a:pt x="373190" y="362141"/>
                  </a:lnTo>
                  <a:lnTo>
                    <a:pt x="372237" y="364427"/>
                  </a:lnTo>
                  <a:lnTo>
                    <a:pt x="367760" y="364331"/>
                  </a:lnTo>
                  <a:lnTo>
                    <a:pt x="366617" y="365951"/>
                  </a:lnTo>
                  <a:lnTo>
                    <a:pt x="367284" y="367284"/>
                  </a:lnTo>
                  <a:lnTo>
                    <a:pt x="370237" y="371094"/>
                  </a:lnTo>
                  <a:lnTo>
                    <a:pt x="370999" y="373380"/>
                  </a:lnTo>
                  <a:lnTo>
                    <a:pt x="370523" y="374047"/>
                  </a:lnTo>
                  <a:lnTo>
                    <a:pt x="368903" y="375952"/>
                  </a:lnTo>
                  <a:lnTo>
                    <a:pt x="369094" y="376333"/>
                  </a:lnTo>
                  <a:lnTo>
                    <a:pt x="369475" y="377000"/>
                  </a:lnTo>
                  <a:lnTo>
                    <a:pt x="370427" y="380714"/>
                  </a:lnTo>
                  <a:lnTo>
                    <a:pt x="371094" y="385763"/>
                  </a:lnTo>
                  <a:lnTo>
                    <a:pt x="370999" y="390144"/>
                  </a:lnTo>
                  <a:lnTo>
                    <a:pt x="369761" y="393668"/>
                  </a:lnTo>
                  <a:lnTo>
                    <a:pt x="366617" y="396145"/>
                  </a:lnTo>
                  <a:lnTo>
                    <a:pt x="365570" y="396431"/>
                  </a:lnTo>
                  <a:lnTo>
                    <a:pt x="364046" y="396621"/>
                  </a:lnTo>
                  <a:lnTo>
                    <a:pt x="363284" y="397002"/>
                  </a:lnTo>
                  <a:lnTo>
                    <a:pt x="362712" y="397955"/>
                  </a:lnTo>
                  <a:lnTo>
                    <a:pt x="361855" y="400050"/>
                  </a:lnTo>
                  <a:lnTo>
                    <a:pt x="361474" y="400526"/>
                  </a:lnTo>
                  <a:lnTo>
                    <a:pt x="360712" y="400717"/>
                  </a:lnTo>
                  <a:lnTo>
                    <a:pt x="359759" y="401288"/>
                  </a:lnTo>
                  <a:lnTo>
                    <a:pt x="358807" y="401955"/>
                  </a:lnTo>
                  <a:lnTo>
                    <a:pt x="358426" y="402622"/>
                  </a:lnTo>
                  <a:lnTo>
                    <a:pt x="358045" y="403860"/>
                  </a:lnTo>
                  <a:lnTo>
                    <a:pt x="356997" y="404432"/>
                  </a:lnTo>
                  <a:lnTo>
                    <a:pt x="353187" y="405289"/>
                  </a:lnTo>
                  <a:lnTo>
                    <a:pt x="352235" y="405956"/>
                  </a:lnTo>
                  <a:lnTo>
                    <a:pt x="351854" y="406908"/>
                  </a:lnTo>
                  <a:lnTo>
                    <a:pt x="352139" y="409766"/>
                  </a:lnTo>
                  <a:lnTo>
                    <a:pt x="352044" y="411194"/>
                  </a:lnTo>
                  <a:lnTo>
                    <a:pt x="351568" y="411194"/>
                  </a:lnTo>
                  <a:lnTo>
                    <a:pt x="349663" y="409670"/>
                  </a:lnTo>
                  <a:lnTo>
                    <a:pt x="348806" y="411290"/>
                  </a:lnTo>
                  <a:lnTo>
                    <a:pt x="347948" y="417576"/>
                  </a:lnTo>
                  <a:lnTo>
                    <a:pt x="347377" y="419862"/>
                  </a:lnTo>
                  <a:lnTo>
                    <a:pt x="346805" y="421196"/>
                  </a:lnTo>
                  <a:lnTo>
                    <a:pt x="346043" y="421767"/>
                  </a:lnTo>
                  <a:lnTo>
                    <a:pt x="345281" y="422148"/>
                  </a:lnTo>
                  <a:lnTo>
                    <a:pt x="344329" y="422910"/>
                  </a:lnTo>
                  <a:lnTo>
                    <a:pt x="343471" y="423863"/>
                  </a:lnTo>
                  <a:lnTo>
                    <a:pt x="343091" y="424910"/>
                  </a:lnTo>
                  <a:lnTo>
                    <a:pt x="342900" y="426434"/>
                  </a:lnTo>
                  <a:lnTo>
                    <a:pt x="342329" y="427101"/>
                  </a:lnTo>
                  <a:lnTo>
                    <a:pt x="341852" y="427673"/>
                  </a:lnTo>
                  <a:lnTo>
                    <a:pt x="341471" y="428720"/>
                  </a:lnTo>
                  <a:lnTo>
                    <a:pt x="341757" y="429673"/>
                  </a:lnTo>
                  <a:lnTo>
                    <a:pt x="342424" y="430625"/>
                  </a:lnTo>
                  <a:lnTo>
                    <a:pt x="342614" y="431483"/>
                  </a:lnTo>
                  <a:lnTo>
                    <a:pt x="341471" y="432149"/>
                  </a:lnTo>
                  <a:lnTo>
                    <a:pt x="341757" y="434054"/>
                  </a:lnTo>
                  <a:lnTo>
                    <a:pt x="340995" y="435388"/>
                  </a:lnTo>
                  <a:lnTo>
                    <a:pt x="339757" y="436055"/>
                  </a:lnTo>
                  <a:lnTo>
                    <a:pt x="337090" y="436721"/>
                  </a:lnTo>
                  <a:lnTo>
                    <a:pt x="333756" y="439865"/>
                  </a:lnTo>
                  <a:lnTo>
                    <a:pt x="335090" y="442341"/>
                  </a:lnTo>
                  <a:lnTo>
                    <a:pt x="333756" y="444246"/>
                  </a:lnTo>
                  <a:lnTo>
                    <a:pt x="331565" y="444818"/>
                  </a:lnTo>
                  <a:lnTo>
                    <a:pt x="330422" y="443198"/>
                  </a:lnTo>
                  <a:lnTo>
                    <a:pt x="329375" y="444246"/>
                  </a:lnTo>
                  <a:lnTo>
                    <a:pt x="328327" y="445675"/>
                  </a:lnTo>
                  <a:lnTo>
                    <a:pt x="327470" y="447199"/>
                  </a:lnTo>
                  <a:lnTo>
                    <a:pt x="327184" y="448342"/>
                  </a:lnTo>
                  <a:lnTo>
                    <a:pt x="327375" y="448437"/>
                  </a:lnTo>
                  <a:lnTo>
                    <a:pt x="328613" y="451104"/>
                  </a:lnTo>
                  <a:lnTo>
                    <a:pt x="328803" y="451676"/>
                  </a:lnTo>
                  <a:lnTo>
                    <a:pt x="329756" y="452057"/>
                  </a:lnTo>
                  <a:lnTo>
                    <a:pt x="331661" y="452057"/>
                  </a:lnTo>
                  <a:lnTo>
                    <a:pt x="332708" y="452533"/>
                  </a:lnTo>
                  <a:lnTo>
                    <a:pt x="331184" y="453962"/>
                  </a:lnTo>
                  <a:lnTo>
                    <a:pt x="329660" y="454057"/>
                  </a:lnTo>
                  <a:lnTo>
                    <a:pt x="326327" y="453485"/>
                  </a:lnTo>
                  <a:lnTo>
                    <a:pt x="325850" y="453962"/>
                  </a:lnTo>
                  <a:lnTo>
                    <a:pt x="326422" y="454914"/>
                  </a:lnTo>
                  <a:lnTo>
                    <a:pt x="327375" y="455867"/>
                  </a:lnTo>
                  <a:lnTo>
                    <a:pt x="327660" y="456057"/>
                  </a:lnTo>
                  <a:lnTo>
                    <a:pt x="328327" y="456629"/>
                  </a:lnTo>
                  <a:lnTo>
                    <a:pt x="328898" y="457010"/>
                  </a:lnTo>
                  <a:lnTo>
                    <a:pt x="329470" y="457486"/>
                  </a:lnTo>
                  <a:lnTo>
                    <a:pt x="329946" y="458438"/>
                  </a:lnTo>
                  <a:lnTo>
                    <a:pt x="329375" y="459677"/>
                  </a:lnTo>
                  <a:lnTo>
                    <a:pt x="328708" y="460534"/>
                  </a:lnTo>
                  <a:lnTo>
                    <a:pt x="327946" y="461010"/>
                  </a:lnTo>
                  <a:lnTo>
                    <a:pt x="326898" y="461105"/>
                  </a:lnTo>
                  <a:lnTo>
                    <a:pt x="326136" y="461677"/>
                  </a:lnTo>
                  <a:lnTo>
                    <a:pt x="324993" y="464344"/>
                  </a:lnTo>
                  <a:lnTo>
                    <a:pt x="324421" y="465296"/>
                  </a:lnTo>
                  <a:lnTo>
                    <a:pt x="322326" y="465677"/>
                  </a:lnTo>
                  <a:lnTo>
                    <a:pt x="321278" y="466249"/>
                  </a:lnTo>
                  <a:lnTo>
                    <a:pt x="321374" y="467487"/>
                  </a:lnTo>
                  <a:lnTo>
                    <a:pt x="322136" y="468440"/>
                  </a:lnTo>
                  <a:lnTo>
                    <a:pt x="323755" y="469678"/>
                  </a:lnTo>
                  <a:lnTo>
                    <a:pt x="324421" y="470440"/>
                  </a:lnTo>
                  <a:lnTo>
                    <a:pt x="324231" y="472535"/>
                  </a:lnTo>
                  <a:lnTo>
                    <a:pt x="325279" y="474155"/>
                  </a:lnTo>
                  <a:lnTo>
                    <a:pt x="325946" y="475488"/>
                  </a:lnTo>
                  <a:lnTo>
                    <a:pt x="324421" y="477203"/>
                  </a:lnTo>
                  <a:lnTo>
                    <a:pt x="325088" y="479108"/>
                  </a:lnTo>
                  <a:lnTo>
                    <a:pt x="323660" y="479965"/>
                  </a:lnTo>
                  <a:lnTo>
                    <a:pt x="321564" y="480917"/>
                  </a:lnTo>
                  <a:lnTo>
                    <a:pt x="320516" y="482727"/>
                  </a:lnTo>
                  <a:lnTo>
                    <a:pt x="320993" y="483680"/>
                  </a:lnTo>
                  <a:lnTo>
                    <a:pt x="321850" y="484251"/>
                  </a:lnTo>
                  <a:lnTo>
                    <a:pt x="322898" y="484727"/>
                  </a:lnTo>
                  <a:lnTo>
                    <a:pt x="323660" y="485299"/>
                  </a:lnTo>
                  <a:lnTo>
                    <a:pt x="324231" y="486632"/>
                  </a:lnTo>
                  <a:lnTo>
                    <a:pt x="324231" y="487966"/>
                  </a:lnTo>
                  <a:lnTo>
                    <a:pt x="323850" y="490728"/>
                  </a:lnTo>
                  <a:lnTo>
                    <a:pt x="323850" y="501301"/>
                  </a:lnTo>
                  <a:lnTo>
                    <a:pt x="323564" y="502158"/>
                  </a:lnTo>
                  <a:lnTo>
                    <a:pt x="322898" y="503111"/>
                  </a:lnTo>
                  <a:lnTo>
                    <a:pt x="322040" y="503968"/>
                  </a:lnTo>
                  <a:lnTo>
                    <a:pt x="321374" y="504254"/>
                  </a:lnTo>
                  <a:lnTo>
                    <a:pt x="320707" y="503873"/>
                  </a:lnTo>
                  <a:lnTo>
                    <a:pt x="319278" y="502158"/>
                  </a:lnTo>
                  <a:lnTo>
                    <a:pt x="318421" y="501777"/>
                  </a:lnTo>
                  <a:lnTo>
                    <a:pt x="316325" y="502730"/>
                  </a:lnTo>
                  <a:lnTo>
                    <a:pt x="316802" y="505206"/>
                  </a:lnTo>
                  <a:lnTo>
                    <a:pt x="318135" y="507302"/>
                  </a:lnTo>
                  <a:lnTo>
                    <a:pt x="319373" y="507111"/>
                  </a:lnTo>
                  <a:lnTo>
                    <a:pt x="320326" y="507873"/>
                  </a:lnTo>
                  <a:lnTo>
                    <a:pt x="321945" y="509683"/>
                  </a:lnTo>
                  <a:lnTo>
                    <a:pt x="322421" y="510635"/>
                  </a:lnTo>
                  <a:lnTo>
                    <a:pt x="322898" y="512350"/>
                  </a:lnTo>
                  <a:lnTo>
                    <a:pt x="323374" y="513588"/>
                  </a:lnTo>
                  <a:lnTo>
                    <a:pt x="323945" y="514255"/>
                  </a:lnTo>
                  <a:lnTo>
                    <a:pt x="324612" y="514636"/>
                  </a:lnTo>
                  <a:lnTo>
                    <a:pt x="325184" y="515303"/>
                  </a:lnTo>
                  <a:lnTo>
                    <a:pt x="325565" y="516922"/>
                  </a:lnTo>
                  <a:lnTo>
                    <a:pt x="324993" y="516731"/>
                  </a:lnTo>
                  <a:lnTo>
                    <a:pt x="324136" y="517969"/>
                  </a:lnTo>
                  <a:lnTo>
                    <a:pt x="323850" y="519493"/>
                  </a:lnTo>
                  <a:lnTo>
                    <a:pt x="324707" y="520256"/>
                  </a:lnTo>
                  <a:lnTo>
                    <a:pt x="324707" y="521684"/>
                  </a:lnTo>
                  <a:lnTo>
                    <a:pt x="327660" y="529495"/>
                  </a:lnTo>
                  <a:lnTo>
                    <a:pt x="327470" y="530924"/>
                  </a:lnTo>
                  <a:lnTo>
                    <a:pt x="325946" y="534067"/>
                  </a:lnTo>
                  <a:lnTo>
                    <a:pt x="325565" y="535400"/>
                  </a:lnTo>
                  <a:lnTo>
                    <a:pt x="325565" y="536829"/>
                  </a:lnTo>
                  <a:lnTo>
                    <a:pt x="326422" y="539782"/>
                  </a:lnTo>
                  <a:lnTo>
                    <a:pt x="326612" y="541211"/>
                  </a:lnTo>
                  <a:lnTo>
                    <a:pt x="325946" y="543878"/>
                  </a:lnTo>
                  <a:lnTo>
                    <a:pt x="324803" y="546259"/>
                  </a:lnTo>
                  <a:lnTo>
                    <a:pt x="324136" y="548259"/>
                  </a:lnTo>
                  <a:lnTo>
                    <a:pt x="324993" y="549593"/>
                  </a:lnTo>
                  <a:lnTo>
                    <a:pt x="324517" y="550831"/>
                  </a:lnTo>
                  <a:lnTo>
                    <a:pt x="324136" y="551498"/>
                  </a:lnTo>
                  <a:lnTo>
                    <a:pt x="323850" y="551307"/>
                  </a:lnTo>
                  <a:lnTo>
                    <a:pt x="323850" y="551498"/>
                  </a:lnTo>
                  <a:lnTo>
                    <a:pt x="323755" y="553784"/>
                  </a:lnTo>
                  <a:lnTo>
                    <a:pt x="323850" y="553879"/>
                  </a:lnTo>
                  <a:lnTo>
                    <a:pt x="323945" y="554450"/>
                  </a:lnTo>
                  <a:lnTo>
                    <a:pt x="324326" y="554831"/>
                  </a:lnTo>
                  <a:lnTo>
                    <a:pt x="324421" y="555498"/>
                  </a:lnTo>
                  <a:lnTo>
                    <a:pt x="324136" y="556260"/>
                  </a:lnTo>
                  <a:lnTo>
                    <a:pt x="323469" y="557213"/>
                  </a:lnTo>
                  <a:lnTo>
                    <a:pt x="323088" y="558260"/>
                  </a:lnTo>
                  <a:lnTo>
                    <a:pt x="322421" y="559213"/>
                  </a:lnTo>
                  <a:lnTo>
                    <a:pt x="321564" y="560165"/>
                  </a:lnTo>
                  <a:lnTo>
                    <a:pt x="320897" y="560546"/>
                  </a:lnTo>
                  <a:lnTo>
                    <a:pt x="320231" y="561023"/>
                  </a:lnTo>
                  <a:lnTo>
                    <a:pt x="319469" y="563594"/>
                  </a:lnTo>
                  <a:lnTo>
                    <a:pt x="318992" y="564642"/>
                  </a:lnTo>
                  <a:lnTo>
                    <a:pt x="317183" y="566071"/>
                  </a:lnTo>
                  <a:lnTo>
                    <a:pt x="315373" y="566547"/>
                  </a:lnTo>
                  <a:lnTo>
                    <a:pt x="311372" y="566357"/>
                  </a:lnTo>
                  <a:lnTo>
                    <a:pt x="310420" y="565880"/>
                  </a:lnTo>
                  <a:lnTo>
                    <a:pt x="309658" y="564737"/>
                  </a:lnTo>
                  <a:lnTo>
                    <a:pt x="308801" y="563023"/>
                  </a:lnTo>
                  <a:lnTo>
                    <a:pt x="302705" y="562832"/>
                  </a:lnTo>
                  <a:lnTo>
                    <a:pt x="298513" y="561404"/>
                  </a:lnTo>
                  <a:lnTo>
                    <a:pt x="296228" y="561308"/>
                  </a:lnTo>
                  <a:lnTo>
                    <a:pt x="295466" y="561689"/>
                  </a:lnTo>
                  <a:lnTo>
                    <a:pt x="294894" y="562547"/>
                  </a:lnTo>
                  <a:lnTo>
                    <a:pt x="294418" y="563785"/>
                  </a:lnTo>
                  <a:lnTo>
                    <a:pt x="294323" y="565118"/>
                  </a:lnTo>
                  <a:lnTo>
                    <a:pt x="294037" y="566357"/>
                  </a:lnTo>
                  <a:lnTo>
                    <a:pt x="293370" y="567214"/>
                  </a:lnTo>
                  <a:lnTo>
                    <a:pt x="292608" y="567976"/>
                  </a:lnTo>
                  <a:lnTo>
                    <a:pt x="292132" y="568928"/>
                  </a:lnTo>
                  <a:lnTo>
                    <a:pt x="292227" y="573119"/>
                  </a:lnTo>
                  <a:lnTo>
                    <a:pt x="292037" y="575596"/>
                  </a:lnTo>
                  <a:lnTo>
                    <a:pt x="291275" y="577596"/>
                  </a:lnTo>
                  <a:lnTo>
                    <a:pt x="290227" y="579311"/>
                  </a:lnTo>
                  <a:lnTo>
                    <a:pt x="289275" y="581216"/>
                  </a:lnTo>
                  <a:lnTo>
                    <a:pt x="282226" y="601313"/>
                  </a:lnTo>
                  <a:lnTo>
                    <a:pt x="280416" y="603409"/>
                  </a:lnTo>
                  <a:lnTo>
                    <a:pt x="279940" y="604647"/>
                  </a:lnTo>
                  <a:lnTo>
                    <a:pt x="278987" y="607981"/>
                  </a:lnTo>
                  <a:lnTo>
                    <a:pt x="276987" y="611886"/>
                  </a:lnTo>
                  <a:lnTo>
                    <a:pt x="276130" y="614267"/>
                  </a:lnTo>
                  <a:lnTo>
                    <a:pt x="276320" y="616172"/>
                  </a:lnTo>
                  <a:lnTo>
                    <a:pt x="275844" y="617506"/>
                  </a:lnTo>
                  <a:lnTo>
                    <a:pt x="275654" y="619411"/>
                  </a:lnTo>
                  <a:lnTo>
                    <a:pt x="275654" y="623221"/>
                  </a:lnTo>
                  <a:lnTo>
                    <a:pt x="275463" y="625126"/>
                  </a:lnTo>
                  <a:lnTo>
                    <a:pt x="274892" y="626745"/>
                  </a:lnTo>
                  <a:lnTo>
                    <a:pt x="273558" y="629507"/>
                  </a:lnTo>
                  <a:lnTo>
                    <a:pt x="269367" y="634841"/>
                  </a:lnTo>
                  <a:lnTo>
                    <a:pt x="268891" y="636270"/>
                  </a:lnTo>
                  <a:lnTo>
                    <a:pt x="269081" y="637699"/>
                  </a:lnTo>
                  <a:lnTo>
                    <a:pt x="270225" y="641033"/>
                  </a:lnTo>
                  <a:lnTo>
                    <a:pt x="269081" y="643223"/>
                  </a:lnTo>
                  <a:lnTo>
                    <a:pt x="269367" y="645319"/>
                  </a:lnTo>
                  <a:lnTo>
                    <a:pt x="269938" y="647414"/>
                  </a:lnTo>
                  <a:lnTo>
                    <a:pt x="269367" y="649700"/>
                  </a:lnTo>
                  <a:lnTo>
                    <a:pt x="268796" y="651701"/>
                  </a:lnTo>
                  <a:lnTo>
                    <a:pt x="268510" y="656844"/>
                  </a:lnTo>
                  <a:lnTo>
                    <a:pt x="268034" y="659130"/>
                  </a:lnTo>
                  <a:lnTo>
                    <a:pt x="270129" y="661226"/>
                  </a:lnTo>
                  <a:lnTo>
                    <a:pt x="271082" y="665702"/>
                  </a:lnTo>
                  <a:lnTo>
                    <a:pt x="271367" y="675132"/>
                  </a:lnTo>
                  <a:lnTo>
                    <a:pt x="270225" y="678752"/>
                  </a:lnTo>
                  <a:lnTo>
                    <a:pt x="269938" y="679228"/>
                  </a:lnTo>
                  <a:lnTo>
                    <a:pt x="268605" y="680466"/>
                  </a:lnTo>
                  <a:lnTo>
                    <a:pt x="268510" y="681323"/>
                  </a:lnTo>
                  <a:lnTo>
                    <a:pt x="268510" y="681990"/>
                  </a:lnTo>
                  <a:lnTo>
                    <a:pt x="268605" y="682466"/>
                  </a:lnTo>
                  <a:lnTo>
                    <a:pt x="268605" y="682847"/>
                  </a:lnTo>
                  <a:lnTo>
                    <a:pt x="268319" y="686276"/>
                  </a:lnTo>
                  <a:lnTo>
                    <a:pt x="268034" y="687896"/>
                  </a:lnTo>
                  <a:lnTo>
                    <a:pt x="267271" y="688658"/>
                  </a:lnTo>
                  <a:lnTo>
                    <a:pt x="265938" y="689039"/>
                  </a:lnTo>
                  <a:lnTo>
                    <a:pt x="264986" y="689991"/>
                  </a:lnTo>
                  <a:lnTo>
                    <a:pt x="264509" y="688181"/>
                  </a:lnTo>
                  <a:lnTo>
                    <a:pt x="264414" y="687038"/>
                  </a:lnTo>
                  <a:lnTo>
                    <a:pt x="264224" y="686276"/>
                  </a:lnTo>
                  <a:lnTo>
                    <a:pt x="263938" y="685419"/>
                  </a:lnTo>
                  <a:lnTo>
                    <a:pt x="263557" y="684752"/>
                  </a:lnTo>
                  <a:lnTo>
                    <a:pt x="263081" y="684276"/>
                  </a:lnTo>
                  <a:lnTo>
                    <a:pt x="260413" y="682466"/>
                  </a:lnTo>
                  <a:lnTo>
                    <a:pt x="260033" y="681990"/>
                  </a:lnTo>
                  <a:lnTo>
                    <a:pt x="259842" y="681419"/>
                  </a:lnTo>
                  <a:lnTo>
                    <a:pt x="259747" y="680847"/>
                  </a:lnTo>
                  <a:lnTo>
                    <a:pt x="259652" y="680276"/>
                  </a:lnTo>
                  <a:lnTo>
                    <a:pt x="259652" y="679609"/>
                  </a:lnTo>
                  <a:lnTo>
                    <a:pt x="259747" y="677418"/>
                  </a:lnTo>
                  <a:lnTo>
                    <a:pt x="259652" y="676751"/>
                  </a:lnTo>
                  <a:lnTo>
                    <a:pt x="259461" y="676180"/>
                  </a:lnTo>
                  <a:lnTo>
                    <a:pt x="259175" y="675704"/>
                  </a:lnTo>
                  <a:lnTo>
                    <a:pt x="258794" y="675323"/>
                  </a:lnTo>
                  <a:lnTo>
                    <a:pt x="258032" y="674465"/>
                  </a:lnTo>
                  <a:lnTo>
                    <a:pt x="257937" y="674084"/>
                  </a:lnTo>
                  <a:lnTo>
                    <a:pt x="257937" y="673608"/>
                  </a:lnTo>
                  <a:lnTo>
                    <a:pt x="258032" y="673037"/>
                  </a:lnTo>
                  <a:lnTo>
                    <a:pt x="257937" y="672370"/>
                  </a:lnTo>
                  <a:lnTo>
                    <a:pt x="257746" y="671798"/>
                  </a:lnTo>
                  <a:lnTo>
                    <a:pt x="257556" y="671322"/>
                  </a:lnTo>
                  <a:lnTo>
                    <a:pt x="256889" y="670370"/>
                  </a:lnTo>
                  <a:lnTo>
                    <a:pt x="256604" y="669798"/>
                  </a:lnTo>
                  <a:lnTo>
                    <a:pt x="256223" y="668750"/>
                  </a:lnTo>
                  <a:lnTo>
                    <a:pt x="255842" y="668274"/>
                  </a:lnTo>
                  <a:lnTo>
                    <a:pt x="255461" y="667798"/>
                  </a:lnTo>
                  <a:lnTo>
                    <a:pt x="254603" y="667036"/>
                  </a:lnTo>
                  <a:lnTo>
                    <a:pt x="254032" y="666083"/>
                  </a:lnTo>
                  <a:lnTo>
                    <a:pt x="253746" y="665607"/>
                  </a:lnTo>
                  <a:lnTo>
                    <a:pt x="252603" y="663607"/>
                  </a:lnTo>
                  <a:lnTo>
                    <a:pt x="251746" y="661321"/>
                  </a:lnTo>
                  <a:lnTo>
                    <a:pt x="251460" y="660178"/>
                  </a:lnTo>
                  <a:lnTo>
                    <a:pt x="251365" y="658844"/>
                  </a:lnTo>
                  <a:lnTo>
                    <a:pt x="251460" y="658082"/>
                  </a:lnTo>
                  <a:lnTo>
                    <a:pt x="251651" y="656558"/>
                  </a:lnTo>
                  <a:lnTo>
                    <a:pt x="251841" y="652367"/>
                  </a:lnTo>
                  <a:lnTo>
                    <a:pt x="251651" y="651701"/>
                  </a:lnTo>
                  <a:lnTo>
                    <a:pt x="250984" y="650177"/>
                  </a:lnTo>
                  <a:lnTo>
                    <a:pt x="250793" y="649605"/>
                  </a:lnTo>
                  <a:lnTo>
                    <a:pt x="250698" y="648938"/>
                  </a:lnTo>
                  <a:lnTo>
                    <a:pt x="250793" y="648272"/>
                  </a:lnTo>
                  <a:lnTo>
                    <a:pt x="250984" y="646843"/>
                  </a:lnTo>
                  <a:lnTo>
                    <a:pt x="250984" y="646176"/>
                  </a:lnTo>
                  <a:lnTo>
                    <a:pt x="250888" y="645509"/>
                  </a:lnTo>
                  <a:lnTo>
                    <a:pt x="250698" y="644938"/>
                  </a:lnTo>
                  <a:lnTo>
                    <a:pt x="250412" y="644462"/>
                  </a:lnTo>
                  <a:lnTo>
                    <a:pt x="248603" y="641509"/>
                  </a:lnTo>
                  <a:lnTo>
                    <a:pt x="246602" y="639413"/>
                  </a:lnTo>
                  <a:lnTo>
                    <a:pt x="245936" y="639318"/>
                  </a:lnTo>
                  <a:lnTo>
                    <a:pt x="245078" y="639699"/>
                  </a:lnTo>
                  <a:lnTo>
                    <a:pt x="232601" y="649700"/>
                  </a:lnTo>
                  <a:lnTo>
                    <a:pt x="204597" y="680466"/>
                  </a:lnTo>
                  <a:lnTo>
                    <a:pt x="192596" y="696849"/>
                  </a:lnTo>
                  <a:lnTo>
                    <a:pt x="190405" y="698754"/>
                  </a:lnTo>
                  <a:lnTo>
                    <a:pt x="185452" y="702374"/>
                  </a:lnTo>
                  <a:lnTo>
                    <a:pt x="174022" y="707327"/>
                  </a:lnTo>
                  <a:lnTo>
                    <a:pt x="169926" y="709708"/>
                  </a:lnTo>
                  <a:lnTo>
                    <a:pt x="169354" y="710279"/>
                  </a:lnTo>
                  <a:lnTo>
                    <a:pt x="168783" y="710946"/>
                  </a:lnTo>
                  <a:lnTo>
                    <a:pt x="168116" y="712184"/>
                  </a:lnTo>
                  <a:lnTo>
                    <a:pt x="167735" y="713042"/>
                  </a:lnTo>
                  <a:lnTo>
                    <a:pt x="165926" y="719042"/>
                  </a:lnTo>
                  <a:lnTo>
                    <a:pt x="164021" y="723805"/>
                  </a:lnTo>
                  <a:lnTo>
                    <a:pt x="162973" y="725424"/>
                  </a:lnTo>
                  <a:lnTo>
                    <a:pt x="154115" y="732377"/>
                  </a:lnTo>
                  <a:lnTo>
                    <a:pt x="130302" y="745617"/>
                  </a:lnTo>
                  <a:lnTo>
                    <a:pt x="124301" y="750951"/>
                  </a:lnTo>
                  <a:lnTo>
                    <a:pt x="111728" y="758857"/>
                  </a:lnTo>
                  <a:lnTo>
                    <a:pt x="111062" y="759905"/>
                  </a:lnTo>
                  <a:lnTo>
                    <a:pt x="110204" y="761333"/>
                  </a:lnTo>
                  <a:lnTo>
                    <a:pt x="107537" y="767810"/>
                  </a:lnTo>
                  <a:lnTo>
                    <a:pt x="106109" y="773144"/>
                  </a:lnTo>
                  <a:lnTo>
                    <a:pt x="105442" y="774097"/>
                  </a:lnTo>
                  <a:lnTo>
                    <a:pt x="99727" y="780574"/>
                  </a:lnTo>
                  <a:lnTo>
                    <a:pt x="98965" y="782383"/>
                  </a:lnTo>
                  <a:lnTo>
                    <a:pt x="102394" y="787813"/>
                  </a:lnTo>
                  <a:lnTo>
                    <a:pt x="105537" y="791813"/>
                  </a:lnTo>
                  <a:lnTo>
                    <a:pt x="106585" y="793433"/>
                  </a:lnTo>
                  <a:lnTo>
                    <a:pt x="109347" y="801338"/>
                  </a:lnTo>
                  <a:lnTo>
                    <a:pt x="109823" y="802196"/>
                  </a:lnTo>
                  <a:lnTo>
                    <a:pt x="112395" y="805910"/>
                  </a:lnTo>
                  <a:lnTo>
                    <a:pt x="116586" y="809816"/>
                  </a:lnTo>
                  <a:lnTo>
                    <a:pt x="118491" y="811149"/>
                  </a:lnTo>
                  <a:lnTo>
                    <a:pt x="127635" y="815150"/>
                  </a:lnTo>
                  <a:lnTo>
                    <a:pt x="128588" y="815721"/>
                  </a:lnTo>
                  <a:lnTo>
                    <a:pt x="129540" y="816483"/>
                  </a:lnTo>
                  <a:lnTo>
                    <a:pt x="130302" y="817340"/>
                  </a:lnTo>
                  <a:lnTo>
                    <a:pt x="146209" y="839915"/>
                  </a:lnTo>
                  <a:lnTo>
                    <a:pt x="148876" y="842486"/>
                  </a:lnTo>
                  <a:lnTo>
                    <a:pt x="152305" y="845058"/>
                  </a:lnTo>
                  <a:lnTo>
                    <a:pt x="156401" y="847439"/>
                  </a:lnTo>
                  <a:lnTo>
                    <a:pt x="158782" y="848392"/>
                  </a:lnTo>
                  <a:lnTo>
                    <a:pt x="161449" y="849058"/>
                  </a:lnTo>
                  <a:lnTo>
                    <a:pt x="162020" y="848773"/>
                  </a:lnTo>
                  <a:lnTo>
                    <a:pt x="162782" y="848011"/>
                  </a:lnTo>
                  <a:lnTo>
                    <a:pt x="165640" y="844201"/>
                  </a:lnTo>
                  <a:lnTo>
                    <a:pt x="166783" y="843058"/>
                  </a:lnTo>
                  <a:lnTo>
                    <a:pt x="167831" y="842581"/>
                  </a:lnTo>
                  <a:lnTo>
                    <a:pt x="171450" y="841915"/>
                  </a:lnTo>
                  <a:lnTo>
                    <a:pt x="172212" y="841534"/>
                  </a:lnTo>
                  <a:lnTo>
                    <a:pt x="172879" y="840772"/>
                  </a:lnTo>
                  <a:lnTo>
                    <a:pt x="174879" y="835819"/>
                  </a:lnTo>
                  <a:lnTo>
                    <a:pt x="175927" y="834009"/>
                  </a:lnTo>
                  <a:lnTo>
                    <a:pt x="176879" y="833152"/>
                  </a:lnTo>
                  <a:lnTo>
                    <a:pt x="177737" y="832961"/>
                  </a:lnTo>
                  <a:lnTo>
                    <a:pt x="181737" y="833914"/>
                  </a:lnTo>
                  <a:lnTo>
                    <a:pt x="183261" y="834676"/>
                  </a:lnTo>
                  <a:lnTo>
                    <a:pt x="183928" y="835819"/>
                  </a:lnTo>
                  <a:lnTo>
                    <a:pt x="183928" y="837724"/>
                  </a:lnTo>
                  <a:lnTo>
                    <a:pt x="183547" y="840296"/>
                  </a:lnTo>
                  <a:lnTo>
                    <a:pt x="184023" y="840962"/>
                  </a:lnTo>
                  <a:lnTo>
                    <a:pt x="184595" y="841820"/>
                  </a:lnTo>
                  <a:lnTo>
                    <a:pt x="185547" y="842581"/>
                  </a:lnTo>
                  <a:lnTo>
                    <a:pt x="186785" y="842867"/>
                  </a:lnTo>
                  <a:lnTo>
                    <a:pt x="188309" y="842963"/>
                  </a:lnTo>
                  <a:lnTo>
                    <a:pt x="189833" y="842677"/>
                  </a:lnTo>
                  <a:lnTo>
                    <a:pt x="190310" y="841915"/>
                  </a:lnTo>
                  <a:lnTo>
                    <a:pt x="190405" y="840677"/>
                  </a:lnTo>
                  <a:lnTo>
                    <a:pt x="190786" y="838962"/>
                  </a:lnTo>
                  <a:lnTo>
                    <a:pt x="191453" y="836962"/>
                  </a:lnTo>
                  <a:lnTo>
                    <a:pt x="192119" y="836009"/>
                  </a:lnTo>
                  <a:lnTo>
                    <a:pt x="192786" y="835724"/>
                  </a:lnTo>
                  <a:lnTo>
                    <a:pt x="193738" y="835724"/>
                  </a:lnTo>
                  <a:lnTo>
                    <a:pt x="193929" y="836486"/>
                  </a:lnTo>
                  <a:lnTo>
                    <a:pt x="195453" y="839819"/>
                  </a:lnTo>
                  <a:lnTo>
                    <a:pt x="195453" y="840486"/>
                  </a:lnTo>
                  <a:lnTo>
                    <a:pt x="194882" y="840772"/>
                  </a:lnTo>
                  <a:lnTo>
                    <a:pt x="194405" y="841534"/>
                  </a:lnTo>
                  <a:lnTo>
                    <a:pt x="194120" y="842486"/>
                  </a:lnTo>
                  <a:lnTo>
                    <a:pt x="194025" y="843344"/>
                  </a:lnTo>
                  <a:lnTo>
                    <a:pt x="194310" y="843725"/>
                  </a:lnTo>
                  <a:lnTo>
                    <a:pt x="196501" y="843820"/>
                  </a:lnTo>
                  <a:lnTo>
                    <a:pt x="196501" y="844201"/>
                  </a:lnTo>
                  <a:lnTo>
                    <a:pt x="196120" y="845249"/>
                  </a:lnTo>
                  <a:lnTo>
                    <a:pt x="195167" y="847535"/>
                  </a:lnTo>
                  <a:lnTo>
                    <a:pt x="189357" y="857155"/>
                  </a:lnTo>
                  <a:lnTo>
                    <a:pt x="178213" y="868013"/>
                  </a:lnTo>
                  <a:lnTo>
                    <a:pt x="177737" y="868394"/>
                  </a:lnTo>
                  <a:lnTo>
                    <a:pt x="176689" y="868871"/>
                  </a:lnTo>
                  <a:lnTo>
                    <a:pt x="176117" y="868966"/>
                  </a:lnTo>
                  <a:lnTo>
                    <a:pt x="169736" y="869347"/>
                  </a:lnTo>
                  <a:lnTo>
                    <a:pt x="163925" y="868490"/>
                  </a:lnTo>
                  <a:lnTo>
                    <a:pt x="154019" y="865251"/>
                  </a:lnTo>
                  <a:lnTo>
                    <a:pt x="151543" y="864965"/>
                  </a:lnTo>
                  <a:lnTo>
                    <a:pt x="150495" y="865061"/>
                  </a:lnTo>
                  <a:lnTo>
                    <a:pt x="149352" y="865442"/>
                  </a:lnTo>
                  <a:lnTo>
                    <a:pt x="148019" y="866394"/>
                  </a:lnTo>
                  <a:lnTo>
                    <a:pt x="147828" y="866585"/>
                  </a:lnTo>
                  <a:lnTo>
                    <a:pt x="147542" y="866966"/>
                  </a:lnTo>
                  <a:lnTo>
                    <a:pt x="147257" y="867442"/>
                  </a:lnTo>
                  <a:lnTo>
                    <a:pt x="147066" y="868204"/>
                  </a:lnTo>
                  <a:lnTo>
                    <a:pt x="146876" y="868775"/>
                  </a:lnTo>
                  <a:lnTo>
                    <a:pt x="146780" y="869442"/>
                  </a:lnTo>
                  <a:lnTo>
                    <a:pt x="146780" y="870109"/>
                  </a:lnTo>
                  <a:lnTo>
                    <a:pt x="146780" y="871538"/>
                  </a:lnTo>
                  <a:lnTo>
                    <a:pt x="147161" y="877062"/>
                  </a:lnTo>
                  <a:lnTo>
                    <a:pt x="147066" y="879348"/>
                  </a:lnTo>
                  <a:lnTo>
                    <a:pt x="146590" y="882301"/>
                  </a:lnTo>
                  <a:lnTo>
                    <a:pt x="145352" y="886111"/>
                  </a:lnTo>
                  <a:lnTo>
                    <a:pt x="145256" y="886968"/>
                  </a:lnTo>
                  <a:lnTo>
                    <a:pt x="145256" y="888206"/>
                  </a:lnTo>
                  <a:lnTo>
                    <a:pt x="145637" y="890206"/>
                  </a:lnTo>
                  <a:lnTo>
                    <a:pt x="149162" y="897065"/>
                  </a:lnTo>
                  <a:lnTo>
                    <a:pt x="159353" y="911733"/>
                  </a:lnTo>
                  <a:lnTo>
                    <a:pt x="160020" y="910685"/>
                  </a:lnTo>
                  <a:lnTo>
                    <a:pt x="160687" y="909638"/>
                  </a:lnTo>
                  <a:lnTo>
                    <a:pt x="161735" y="908399"/>
                  </a:lnTo>
                  <a:lnTo>
                    <a:pt x="162592" y="907637"/>
                  </a:lnTo>
                  <a:lnTo>
                    <a:pt x="163544" y="906971"/>
                  </a:lnTo>
                  <a:lnTo>
                    <a:pt x="164592" y="906590"/>
                  </a:lnTo>
                  <a:lnTo>
                    <a:pt x="165163" y="906399"/>
                  </a:lnTo>
                  <a:lnTo>
                    <a:pt x="166402" y="906399"/>
                  </a:lnTo>
                  <a:lnTo>
                    <a:pt x="167164" y="906494"/>
                  </a:lnTo>
                  <a:lnTo>
                    <a:pt x="172403" y="909161"/>
                  </a:lnTo>
                  <a:lnTo>
                    <a:pt x="174975" y="909923"/>
                  </a:lnTo>
                  <a:lnTo>
                    <a:pt x="207359" y="907066"/>
                  </a:lnTo>
                  <a:lnTo>
                    <a:pt x="208502" y="906780"/>
                  </a:lnTo>
                  <a:lnTo>
                    <a:pt x="215741" y="903542"/>
                  </a:lnTo>
                  <a:lnTo>
                    <a:pt x="216408" y="903827"/>
                  </a:lnTo>
                  <a:lnTo>
                    <a:pt x="217170" y="904399"/>
                  </a:lnTo>
                  <a:lnTo>
                    <a:pt x="217742" y="904970"/>
                  </a:lnTo>
                  <a:lnTo>
                    <a:pt x="218027" y="906018"/>
                  </a:lnTo>
                  <a:lnTo>
                    <a:pt x="218980" y="906304"/>
                  </a:lnTo>
                  <a:lnTo>
                    <a:pt x="219932" y="905637"/>
                  </a:lnTo>
                  <a:lnTo>
                    <a:pt x="220409" y="904494"/>
                  </a:lnTo>
                  <a:lnTo>
                    <a:pt x="220599" y="904113"/>
                  </a:lnTo>
                  <a:lnTo>
                    <a:pt x="221075" y="903637"/>
                  </a:lnTo>
                  <a:lnTo>
                    <a:pt x="221552" y="903351"/>
                  </a:lnTo>
                  <a:lnTo>
                    <a:pt x="222028" y="903256"/>
                  </a:lnTo>
                  <a:lnTo>
                    <a:pt x="222790" y="903351"/>
                  </a:lnTo>
                  <a:lnTo>
                    <a:pt x="222980" y="903542"/>
                  </a:lnTo>
                  <a:lnTo>
                    <a:pt x="222980" y="904018"/>
                  </a:lnTo>
                  <a:lnTo>
                    <a:pt x="223171" y="904875"/>
                  </a:lnTo>
                  <a:lnTo>
                    <a:pt x="223171" y="906208"/>
                  </a:lnTo>
                  <a:lnTo>
                    <a:pt x="222980" y="907733"/>
                  </a:lnTo>
                  <a:lnTo>
                    <a:pt x="222980" y="909447"/>
                  </a:lnTo>
                  <a:lnTo>
                    <a:pt x="223647" y="911257"/>
                  </a:lnTo>
                  <a:lnTo>
                    <a:pt x="222980" y="912876"/>
                  </a:lnTo>
                  <a:lnTo>
                    <a:pt x="223076" y="914876"/>
                  </a:lnTo>
                  <a:lnTo>
                    <a:pt x="223647" y="916781"/>
                  </a:lnTo>
                  <a:lnTo>
                    <a:pt x="224314" y="918305"/>
                  </a:lnTo>
                  <a:lnTo>
                    <a:pt x="224504" y="918496"/>
                  </a:lnTo>
                  <a:lnTo>
                    <a:pt x="224885" y="918305"/>
                  </a:lnTo>
                  <a:lnTo>
                    <a:pt x="225171" y="918305"/>
                  </a:lnTo>
                  <a:lnTo>
                    <a:pt x="225266" y="918686"/>
                  </a:lnTo>
                  <a:lnTo>
                    <a:pt x="225266" y="919925"/>
                  </a:lnTo>
                  <a:lnTo>
                    <a:pt x="225362" y="920496"/>
                  </a:lnTo>
                  <a:lnTo>
                    <a:pt x="225933" y="921734"/>
                  </a:lnTo>
                  <a:lnTo>
                    <a:pt x="226314" y="922877"/>
                  </a:lnTo>
                  <a:lnTo>
                    <a:pt x="226504" y="924116"/>
                  </a:lnTo>
                  <a:lnTo>
                    <a:pt x="226124" y="924592"/>
                  </a:lnTo>
                  <a:lnTo>
                    <a:pt x="226124" y="925735"/>
                  </a:lnTo>
                  <a:lnTo>
                    <a:pt x="226504" y="928116"/>
                  </a:lnTo>
                  <a:lnTo>
                    <a:pt x="227267" y="930593"/>
                  </a:lnTo>
                  <a:lnTo>
                    <a:pt x="228314" y="931640"/>
                  </a:lnTo>
                  <a:lnTo>
                    <a:pt x="229171" y="932117"/>
                  </a:lnTo>
                  <a:lnTo>
                    <a:pt x="229553" y="933069"/>
                  </a:lnTo>
                  <a:lnTo>
                    <a:pt x="229457" y="934117"/>
                  </a:lnTo>
                  <a:lnTo>
                    <a:pt x="229171" y="934879"/>
                  </a:lnTo>
                  <a:lnTo>
                    <a:pt x="228219" y="935355"/>
                  </a:lnTo>
                  <a:lnTo>
                    <a:pt x="227362" y="935069"/>
                  </a:lnTo>
                  <a:lnTo>
                    <a:pt x="226504" y="935069"/>
                  </a:lnTo>
                  <a:lnTo>
                    <a:pt x="225838" y="936403"/>
                  </a:lnTo>
                  <a:lnTo>
                    <a:pt x="226886" y="937355"/>
                  </a:lnTo>
                  <a:lnTo>
                    <a:pt x="226504" y="938213"/>
                  </a:lnTo>
                  <a:lnTo>
                    <a:pt x="225457" y="938879"/>
                  </a:lnTo>
                  <a:lnTo>
                    <a:pt x="224790" y="939451"/>
                  </a:lnTo>
                  <a:lnTo>
                    <a:pt x="224314" y="940975"/>
                  </a:lnTo>
                  <a:lnTo>
                    <a:pt x="224219" y="942499"/>
                  </a:lnTo>
                  <a:lnTo>
                    <a:pt x="224409" y="943928"/>
                  </a:lnTo>
                  <a:lnTo>
                    <a:pt x="224790" y="945071"/>
                  </a:lnTo>
                  <a:lnTo>
                    <a:pt x="226219" y="946785"/>
                  </a:lnTo>
                  <a:lnTo>
                    <a:pt x="230505" y="949738"/>
                  </a:lnTo>
                  <a:lnTo>
                    <a:pt x="231362" y="951643"/>
                  </a:lnTo>
                  <a:lnTo>
                    <a:pt x="231077" y="953357"/>
                  </a:lnTo>
                  <a:lnTo>
                    <a:pt x="229934" y="955167"/>
                  </a:lnTo>
                  <a:lnTo>
                    <a:pt x="229743" y="956405"/>
                  </a:lnTo>
                  <a:lnTo>
                    <a:pt x="230124" y="957453"/>
                  </a:lnTo>
                  <a:lnTo>
                    <a:pt x="230791" y="958120"/>
                  </a:lnTo>
                  <a:lnTo>
                    <a:pt x="231172" y="958882"/>
                  </a:lnTo>
                  <a:lnTo>
                    <a:pt x="230505" y="960311"/>
                  </a:lnTo>
                  <a:lnTo>
                    <a:pt x="229648" y="960977"/>
                  </a:lnTo>
                  <a:lnTo>
                    <a:pt x="228695" y="961358"/>
                  </a:lnTo>
                  <a:lnTo>
                    <a:pt x="227838" y="961930"/>
                  </a:lnTo>
                  <a:lnTo>
                    <a:pt x="227457" y="963454"/>
                  </a:lnTo>
                  <a:lnTo>
                    <a:pt x="228124" y="964121"/>
                  </a:lnTo>
                  <a:lnTo>
                    <a:pt x="231362" y="965835"/>
                  </a:lnTo>
                  <a:lnTo>
                    <a:pt x="232410" y="966216"/>
                  </a:lnTo>
                  <a:lnTo>
                    <a:pt x="232029" y="966788"/>
                  </a:lnTo>
                  <a:lnTo>
                    <a:pt x="231838" y="967264"/>
                  </a:lnTo>
                  <a:lnTo>
                    <a:pt x="231553" y="967550"/>
                  </a:lnTo>
                  <a:lnTo>
                    <a:pt x="230791" y="967645"/>
                  </a:lnTo>
                  <a:lnTo>
                    <a:pt x="233458" y="969264"/>
                  </a:lnTo>
                  <a:lnTo>
                    <a:pt x="234601" y="970217"/>
                  </a:lnTo>
                  <a:lnTo>
                    <a:pt x="235744" y="971645"/>
                  </a:lnTo>
                  <a:lnTo>
                    <a:pt x="235934" y="972407"/>
                  </a:lnTo>
                  <a:lnTo>
                    <a:pt x="236315" y="974408"/>
                  </a:lnTo>
                  <a:lnTo>
                    <a:pt x="236506" y="974789"/>
                  </a:lnTo>
                  <a:lnTo>
                    <a:pt x="238125" y="974884"/>
                  </a:lnTo>
                  <a:lnTo>
                    <a:pt x="238887" y="975074"/>
                  </a:lnTo>
                  <a:lnTo>
                    <a:pt x="239554" y="975551"/>
                  </a:lnTo>
                  <a:lnTo>
                    <a:pt x="238220" y="977360"/>
                  </a:lnTo>
                  <a:lnTo>
                    <a:pt x="237649" y="979075"/>
                  </a:lnTo>
                  <a:lnTo>
                    <a:pt x="238316" y="980123"/>
                  </a:lnTo>
                  <a:lnTo>
                    <a:pt x="240602" y="980218"/>
                  </a:lnTo>
                  <a:lnTo>
                    <a:pt x="242411" y="979361"/>
                  </a:lnTo>
                  <a:lnTo>
                    <a:pt x="243554" y="978408"/>
                  </a:lnTo>
                  <a:lnTo>
                    <a:pt x="244316" y="978694"/>
                  </a:lnTo>
                  <a:lnTo>
                    <a:pt x="244507" y="981456"/>
                  </a:lnTo>
                  <a:lnTo>
                    <a:pt x="245078" y="982504"/>
                  </a:lnTo>
                  <a:lnTo>
                    <a:pt x="247364" y="983837"/>
                  </a:lnTo>
                  <a:lnTo>
                    <a:pt x="247460" y="984504"/>
                  </a:lnTo>
                  <a:lnTo>
                    <a:pt x="247364" y="985647"/>
                  </a:lnTo>
                  <a:lnTo>
                    <a:pt x="247650" y="987076"/>
                  </a:lnTo>
                  <a:lnTo>
                    <a:pt x="248412" y="988314"/>
                  </a:lnTo>
                  <a:lnTo>
                    <a:pt x="249079" y="988886"/>
                  </a:lnTo>
                  <a:lnTo>
                    <a:pt x="252984" y="988695"/>
                  </a:lnTo>
                  <a:lnTo>
                    <a:pt x="254603" y="989267"/>
                  </a:lnTo>
                  <a:lnTo>
                    <a:pt x="255461" y="991172"/>
                  </a:lnTo>
                  <a:lnTo>
                    <a:pt x="255270" y="991648"/>
                  </a:lnTo>
                  <a:lnTo>
                    <a:pt x="254508" y="992886"/>
                  </a:lnTo>
                  <a:lnTo>
                    <a:pt x="254318" y="993553"/>
                  </a:lnTo>
                  <a:lnTo>
                    <a:pt x="254413" y="994220"/>
                  </a:lnTo>
                  <a:lnTo>
                    <a:pt x="254603" y="994696"/>
                  </a:lnTo>
                  <a:lnTo>
                    <a:pt x="254889" y="995077"/>
                  </a:lnTo>
                  <a:lnTo>
                    <a:pt x="255079" y="996125"/>
                  </a:lnTo>
                  <a:lnTo>
                    <a:pt x="255365" y="997172"/>
                  </a:lnTo>
                  <a:lnTo>
                    <a:pt x="255746" y="998030"/>
                  </a:lnTo>
                  <a:lnTo>
                    <a:pt x="256508" y="998887"/>
                  </a:lnTo>
                  <a:lnTo>
                    <a:pt x="258032" y="999554"/>
                  </a:lnTo>
                  <a:lnTo>
                    <a:pt x="259556" y="999268"/>
                  </a:lnTo>
                  <a:lnTo>
                    <a:pt x="261176" y="998601"/>
                  </a:lnTo>
                  <a:lnTo>
                    <a:pt x="262795" y="998220"/>
                  </a:lnTo>
                  <a:lnTo>
                    <a:pt x="264605" y="999077"/>
                  </a:lnTo>
                  <a:lnTo>
                    <a:pt x="266605" y="1002792"/>
                  </a:lnTo>
                  <a:lnTo>
                    <a:pt x="268319" y="1003649"/>
                  </a:lnTo>
                  <a:lnTo>
                    <a:pt x="270320" y="1003745"/>
                  </a:lnTo>
                  <a:lnTo>
                    <a:pt x="271367" y="1003745"/>
                  </a:lnTo>
                  <a:lnTo>
                    <a:pt x="272129" y="1003268"/>
                  </a:lnTo>
                  <a:lnTo>
                    <a:pt x="272606" y="1002030"/>
                  </a:lnTo>
                  <a:lnTo>
                    <a:pt x="272606" y="1000887"/>
                  </a:lnTo>
                  <a:lnTo>
                    <a:pt x="272701" y="999839"/>
                  </a:lnTo>
                  <a:lnTo>
                    <a:pt x="273558" y="998887"/>
                  </a:lnTo>
                  <a:lnTo>
                    <a:pt x="275273" y="1000030"/>
                  </a:lnTo>
                  <a:lnTo>
                    <a:pt x="276892" y="1000125"/>
                  </a:lnTo>
                  <a:lnTo>
                    <a:pt x="280321" y="999649"/>
                  </a:lnTo>
                  <a:lnTo>
                    <a:pt x="284131" y="999649"/>
                  </a:lnTo>
                  <a:lnTo>
                    <a:pt x="285179" y="999268"/>
                  </a:lnTo>
                  <a:lnTo>
                    <a:pt x="286798" y="997649"/>
                  </a:lnTo>
                  <a:lnTo>
                    <a:pt x="287750" y="997363"/>
                  </a:lnTo>
                  <a:lnTo>
                    <a:pt x="288131" y="997744"/>
                  </a:lnTo>
                  <a:lnTo>
                    <a:pt x="288417" y="998506"/>
                  </a:lnTo>
                  <a:lnTo>
                    <a:pt x="288798" y="999649"/>
                  </a:lnTo>
                  <a:lnTo>
                    <a:pt x="289179" y="999744"/>
                  </a:lnTo>
                  <a:lnTo>
                    <a:pt x="290132" y="999649"/>
                  </a:lnTo>
                  <a:lnTo>
                    <a:pt x="292418" y="1000316"/>
                  </a:lnTo>
                  <a:lnTo>
                    <a:pt x="294323" y="1000506"/>
                  </a:lnTo>
                  <a:lnTo>
                    <a:pt x="295275" y="1000411"/>
                  </a:lnTo>
                  <a:lnTo>
                    <a:pt x="296132" y="999935"/>
                  </a:lnTo>
                  <a:lnTo>
                    <a:pt x="296799" y="999077"/>
                  </a:lnTo>
                  <a:lnTo>
                    <a:pt x="297085" y="997744"/>
                  </a:lnTo>
                  <a:lnTo>
                    <a:pt x="296990" y="997458"/>
                  </a:lnTo>
                  <a:lnTo>
                    <a:pt x="296799" y="997268"/>
                  </a:lnTo>
                  <a:lnTo>
                    <a:pt x="296609" y="996887"/>
                  </a:lnTo>
                  <a:lnTo>
                    <a:pt x="296513" y="996315"/>
                  </a:lnTo>
                  <a:lnTo>
                    <a:pt x="296609" y="995363"/>
                  </a:lnTo>
                  <a:lnTo>
                    <a:pt x="296990" y="994886"/>
                  </a:lnTo>
                  <a:lnTo>
                    <a:pt x="297371" y="994601"/>
                  </a:lnTo>
                  <a:lnTo>
                    <a:pt x="297561" y="994220"/>
                  </a:lnTo>
                  <a:lnTo>
                    <a:pt x="297942" y="991933"/>
                  </a:lnTo>
                  <a:lnTo>
                    <a:pt x="298133" y="990981"/>
                  </a:lnTo>
                  <a:lnTo>
                    <a:pt x="298704" y="990410"/>
                  </a:lnTo>
                  <a:lnTo>
                    <a:pt x="299561" y="990314"/>
                  </a:lnTo>
                  <a:lnTo>
                    <a:pt x="300514" y="990886"/>
                  </a:lnTo>
                  <a:lnTo>
                    <a:pt x="301181" y="991933"/>
                  </a:lnTo>
                  <a:lnTo>
                    <a:pt x="301371" y="993172"/>
                  </a:lnTo>
                  <a:lnTo>
                    <a:pt x="302419" y="994696"/>
                  </a:lnTo>
                  <a:lnTo>
                    <a:pt x="304705" y="994791"/>
                  </a:lnTo>
                  <a:lnTo>
                    <a:pt x="308515" y="994220"/>
                  </a:lnTo>
                  <a:lnTo>
                    <a:pt x="309658" y="994886"/>
                  </a:lnTo>
                  <a:lnTo>
                    <a:pt x="309848" y="995363"/>
                  </a:lnTo>
                  <a:lnTo>
                    <a:pt x="309753" y="996125"/>
                  </a:lnTo>
                  <a:lnTo>
                    <a:pt x="309658" y="997363"/>
                  </a:lnTo>
                  <a:lnTo>
                    <a:pt x="309848" y="999554"/>
                  </a:lnTo>
                  <a:lnTo>
                    <a:pt x="310134" y="1000316"/>
                  </a:lnTo>
                  <a:lnTo>
                    <a:pt x="310991" y="1001649"/>
                  </a:lnTo>
                  <a:lnTo>
                    <a:pt x="312230" y="1002792"/>
                  </a:lnTo>
                  <a:lnTo>
                    <a:pt x="312706" y="1003554"/>
                  </a:lnTo>
                  <a:lnTo>
                    <a:pt x="312896" y="1004792"/>
                  </a:lnTo>
                  <a:lnTo>
                    <a:pt x="312896" y="1006602"/>
                  </a:lnTo>
                  <a:lnTo>
                    <a:pt x="312992" y="1006983"/>
                  </a:lnTo>
                  <a:lnTo>
                    <a:pt x="313468" y="1006602"/>
                  </a:lnTo>
                  <a:lnTo>
                    <a:pt x="314611" y="1005935"/>
                  </a:lnTo>
                  <a:lnTo>
                    <a:pt x="324993" y="1003840"/>
                  </a:lnTo>
                  <a:lnTo>
                    <a:pt x="326231" y="1003935"/>
                  </a:lnTo>
                  <a:lnTo>
                    <a:pt x="327660" y="1004411"/>
                  </a:lnTo>
                  <a:lnTo>
                    <a:pt x="328422" y="1004888"/>
                  </a:lnTo>
                  <a:lnTo>
                    <a:pt x="328803" y="1005269"/>
                  </a:lnTo>
                  <a:lnTo>
                    <a:pt x="329184" y="1005364"/>
                  </a:lnTo>
                  <a:lnTo>
                    <a:pt x="329946" y="1005173"/>
                  </a:lnTo>
                  <a:lnTo>
                    <a:pt x="330422" y="1004697"/>
                  </a:lnTo>
                  <a:lnTo>
                    <a:pt x="330518" y="1003935"/>
                  </a:lnTo>
                  <a:lnTo>
                    <a:pt x="330899" y="1003459"/>
                  </a:lnTo>
                  <a:lnTo>
                    <a:pt x="332042" y="1003649"/>
                  </a:lnTo>
                  <a:lnTo>
                    <a:pt x="334804" y="1005364"/>
                  </a:lnTo>
                  <a:lnTo>
                    <a:pt x="336328" y="1005650"/>
                  </a:lnTo>
                  <a:lnTo>
                    <a:pt x="338138" y="1004411"/>
                  </a:lnTo>
                  <a:lnTo>
                    <a:pt x="339185" y="1002602"/>
                  </a:lnTo>
                  <a:lnTo>
                    <a:pt x="340138" y="998506"/>
                  </a:lnTo>
                  <a:lnTo>
                    <a:pt x="340900" y="996696"/>
                  </a:lnTo>
                  <a:lnTo>
                    <a:pt x="342424" y="995839"/>
                  </a:lnTo>
                  <a:lnTo>
                    <a:pt x="344234" y="996220"/>
                  </a:lnTo>
                  <a:lnTo>
                    <a:pt x="346138" y="997077"/>
                  </a:lnTo>
                  <a:lnTo>
                    <a:pt x="347948" y="997363"/>
                  </a:lnTo>
                  <a:lnTo>
                    <a:pt x="349758" y="996791"/>
                  </a:lnTo>
                  <a:lnTo>
                    <a:pt x="354616" y="993553"/>
                  </a:lnTo>
                  <a:lnTo>
                    <a:pt x="355854" y="993172"/>
                  </a:lnTo>
                  <a:lnTo>
                    <a:pt x="358997" y="993553"/>
                  </a:lnTo>
                  <a:lnTo>
                    <a:pt x="359759" y="993362"/>
                  </a:lnTo>
                  <a:lnTo>
                    <a:pt x="361283" y="992696"/>
                  </a:lnTo>
                  <a:lnTo>
                    <a:pt x="362236" y="992696"/>
                  </a:lnTo>
                  <a:lnTo>
                    <a:pt x="362141" y="992791"/>
                  </a:lnTo>
                  <a:lnTo>
                    <a:pt x="362331" y="993839"/>
                  </a:lnTo>
                  <a:lnTo>
                    <a:pt x="362426" y="994886"/>
                  </a:lnTo>
                  <a:lnTo>
                    <a:pt x="362807" y="996982"/>
                  </a:lnTo>
                  <a:lnTo>
                    <a:pt x="362807" y="997553"/>
                  </a:lnTo>
                  <a:lnTo>
                    <a:pt x="362712" y="999649"/>
                  </a:lnTo>
                  <a:lnTo>
                    <a:pt x="362807" y="1000220"/>
                  </a:lnTo>
                  <a:lnTo>
                    <a:pt x="363188" y="1001935"/>
                  </a:lnTo>
                  <a:lnTo>
                    <a:pt x="363284" y="1002506"/>
                  </a:lnTo>
                  <a:lnTo>
                    <a:pt x="363379" y="1003745"/>
                  </a:lnTo>
                  <a:lnTo>
                    <a:pt x="363284" y="1006412"/>
                  </a:lnTo>
                  <a:lnTo>
                    <a:pt x="363093" y="1007936"/>
                  </a:lnTo>
                  <a:lnTo>
                    <a:pt x="362807" y="1008602"/>
                  </a:lnTo>
                  <a:lnTo>
                    <a:pt x="362712" y="1009364"/>
                  </a:lnTo>
                  <a:lnTo>
                    <a:pt x="362712" y="1010031"/>
                  </a:lnTo>
                  <a:lnTo>
                    <a:pt x="362712" y="1010603"/>
                  </a:lnTo>
                  <a:lnTo>
                    <a:pt x="362903" y="1011174"/>
                  </a:lnTo>
                  <a:lnTo>
                    <a:pt x="364141" y="1013270"/>
                  </a:lnTo>
                  <a:lnTo>
                    <a:pt x="364712" y="1014794"/>
                  </a:lnTo>
                  <a:lnTo>
                    <a:pt x="365093" y="1015460"/>
                  </a:lnTo>
                  <a:lnTo>
                    <a:pt x="365951" y="1016508"/>
                  </a:lnTo>
                  <a:lnTo>
                    <a:pt x="369761" y="1019842"/>
                  </a:lnTo>
                  <a:lnTo>
                    <a:pt x="370046" y="1020223"/>
                  </a:lnTo>
                  <a:lnTo>
                    <a:pt x="370904" y="1021652"/>
                  </a:lnTo>
                  <a:lnTo>
                    <a:pt x="371189" y="1022128"/>
                  </a:lnTo>
                  <a:lnTo>
                    <a:pt x="373571" y="1024128"/>
                  </a:lnTo>
                  <a:lnTo>
                    <a:pt x="379095" y="1027367"/>
                  </a:lnTo>
                  <a:lnTo>
                    <a:pt x="380714" y="1027938"/>
                  </a:lnTo>
                  <a:lnTo>
                    <a:pt x="383667" y="1028510"/>
                  </a:lnTo>
                  <a:lnTo>
                    <a:pt x="398336" y="1034701"/>
                  </a:lnTo>
                  <a:lnTo>
                    <a:pt x="399669" y="1033844"/>
                  </a:lnTo>
                  <a:lnTo>
                    <a:pt x="400145" y="1033558"/>
                  </a:lnTo>
                  <a:lnTo>
                    <a:pt x="400717" y="1033463"/>
                  </a:lnTo>
                  <a:lnTo>
                    <a:pt x="401384" y="1033463"/>
                  </a:lnTo>
                  <a:lnTo>
                    <a:pt x="403479" y="1033653"/>
                  </a:lnTo>
                  <a:lnTo>
                    <a:pt x="404717" y="1033463"/>
                  </a:lnTo>
                  <a:lnTo>
                    <a:pt x="405670" y="1033081"/>
                  </a:lnTo>
                  <a:lnTo>
                    <a:pt x="406908" y="1031939"/>
                  </a:lnTo>
                  <a:lnTo>
                    <a:pt x="408432" y="1031177"/>
                  </a:lnTo>
                  <a:lnTo>
                    <a:pt x="408813" y="1030796"/>
                  </a:lnTo>
                  <a:lnTo>
                    <a:pt x="409385" y="1029843"/>
                  </a:lnTo>
                  <a:lnTo>
                    <a:pt x="409670" y="1029653"/>
                  </a:lnTo>
                  <a:lnTo>
                    <a:pt x="409956" y="1029557"/>
                  </a:lnTo>
                  <a:lnTo>
                    <a:pt x="410242" y="1029653"/>
                  </a:lnTo>
                  <a:lnTo>
                    <a:pt x="410909" y="1029938"/>
                  </a:lnTo>
                  <a:lnTo>
                    <a:pt x="411480" y="1030033"/>
                  </a:lnTo>
                  <a:lnTo>
                    <a:pt x="412147" y="1029938"/>
                  </a:lnTo>
                  <a:lnTo>
                    <a:pt x="413195" y="1029557"/>
                  </a:lnTo>
                  <a:lnTo>
                    <a:pt x="414052" y="1028986"/>
                  </a:lnTo>
                  <a:lnTo>
                    <a:pt x="416909" y="1026319"/>
                  </a:lnTo>
                  <a:lnTo>
                    <a:pt x="417862" y="1025652"/>
                  </a:lnTo>
                  <a:lnTo>
                    <a:pt x="418814" y="1025176"/>
                  </a:lnTo>
                  <a:lnTo>
                    <a:pt x="419957" y="1024890"/>
                  </a:lnTo>
                  <a:lnTo>
                    <a:pt x="421862" y="1024890"/>
                  </a:lnTo>
                  <a:lnTo>
                    <a:pt x="422434" y="1024700"/>
                  </a:lnTo>
                  <a:lnTo>
                    <a:pt x="424625" y="1024033"/>
                  </a:lnTo>
                  <a:lnTo>
                    <a:pt x="431006" y="1022795"/>
                  </a:lnTo>
                  <a:lnTo>
                    <a:pt x="431578" y="1022890"/>
                  </a:lnTo>
                  <a:lnTo>
                    <a:pt x="435959" y="1024414"/>
                  </a:lnTo>
                  <a:lnTo>
                    <a:pt x="436531" y="1024795"/>
                  </a:lnTo>
                  <a:lnTo>
                    <a:pt x="437102" y="1025271"/>
                  </a:lnTo>
                  <a:lnTo>
                    <a:pt x="439388" y="1028033"/>
                  </a:lnTo>
                  <a:lnTo>
                    <a:pt x="439769" y="1028414"/>
                  </a:lnTo>
                  <a:lnTo>
                    <a:pt x="440341" y="1028700"/>
                  </a:lnTo>
                  <a:lnTo>
                    <a:pt x="443008" y="1029557"/>
                  </a:lnTo>
                  <a:lnTo>
                    <a:pt x="446532" y="1031081"/>
                  </a:lnTo>
                  <a:lnTo>
                    <a:pt x="447199" y="1031558"/>
                  </a:lnTo>
                  <a:lnTo>
                    <a:pt x="448151" y="1032415"/>
                  </a:lnTo>
                  <a:lnTo>
                    <a:pt x="449294" y="1033844"/>
                  </a:lnTo>
                  <a:lnTo>
                    <a:pt x="449866" y="1034225"/>
                  </a:lnTo>
                  <a:lnTo>
                    <a:pt x="450437" y="1034320"/>
                  </a:lnTo>
                  <a:lnTo>
                    <a:pt x="453104" y="1034510"/>
                  </a:lnTo>
                  <a:lnTo>
                    <a:pt x="453676" y="1034415"/>
                  </a:lnTo>
                  <a:lnTo>
                    <a:pt x="454152" y="1034225"/>
                  </a:lnTo>
                  <a:lnTo>
                    <a:pt x="454724" y="1034034"/>
                  </a:lnTo>
                  <a:lnTo>
                    <a:pt x="455867" y="1033844"/>
                  </a:lnTo>
                  <a:lnTo>
                    <a:pt x="457295" y="1034034"/>
                  </a:lnTo>
                  <a:lnTo>
                    <a:pt x="458724" y="1034320"/>
                  </a:lnTo>
                  <a:lnTo>
                    <a:pt x="461296" y="1035177"/>
                  </a:lnTo>
                  <a:lnTo>
                    <a:pt x="461867" y="1035272"/>
                  </a:lnTo>
                  <a:lnTo>
                    <a:pt x="462439" y="1035558"/>
                  </a:lnTo>
                  <a:lnTo>
                    <a:pt x="462915" y="1036130"/>
                  </a:lnTo>
                  <a:lnTo>
                    <a:pt x="463201" y="1036701"/>
                  </a:lnTo>
                  <a:lnTo>
                    <a:pt x="463582" y="1037749"/>
                  </a:lnTo>
                  <a:lnTo>
                    <a:pt x="464630" y="1042511"/>
                  </a:lnTo>
                  <a:lnTo>
                    <a:pt x="465296" y="1044416"/>
                  </a:lnTo>
                  <a:lnTo>
                    <a:pt x="469011" y="1049846"/>
                  </a:lnTo>
                  <a:lnTo>
                    <a:pt x="469868" y="1051846"/>
                  </a:lnTo>
                  <a:lnTo>
                    <a:pt x="471202" y="1054322"/>
                  </a:lnTo>
                  <a:lnTo>
                    <a:pt x="471583" y="1055275"/>
                  </a:lnTo>
                  <a:lnTo>
                    <a:pt x="472345" y="1058037"/>
                  </a:lnTo>
                  <a:lnTo>
                    <a:pt x="472345" y="1058799"/>
                  </a:lnTo>
                  <a:lnTo>
                    <a:pt x="472345" y="1059752"/>
                  </a:lnTo>
                  <a:lnTo>
                    <a:pt x="471773" y="1061847"/>
                  </a:lnTo>
                  <a:lnTo>
                    <a:pt x="471488" y="1062419"/>
                  </a:lnTo>
                  <a:lnTo>
                    <a:pt x="471202" y="1062609"/>
                  </a:lnTo>
                  <a:lnTo>
                    <a:pt x="468154" y="1063943"/>
                  </a:lnTo>
                  <a:lnTo>
                    <a:pt x="467296" y="1064609"/>
                  </a:lnTo>
                  <a:lnTo>
                    <a:pt x="466535" y="1065371"/>
                  </a:lnTo>
                  <a:lnTo>
                    <a:pt x="466058" y="1066038"/>
                  </a:lnTo>
                  <a:lnTo>
                    <a:pt x="465582" y="1066991"/>
                  </a:lnTo>
                  <a:lnTo>
                    <a:pt x="464820" y="1068800"/>
                  </a:lnTo>
                  <a:lnTo>
                    <a:pt x="464439" y="1070229"/>
                  </a:lnTo>
                  <a:lnTo>
                    <a:pt x="464534" y="1071182"/>
                  </a:lnTo>
                  <a:lnTo>
                    <a:pt x="464725" y="1072420"/>
                  </a:lnTo>
                  <a:lnTo>
                    <a:pt x="465392" y="1074420"/>
                  </a:lnTo>
                  <a:lnTo>
                    <a:pt x="466154" y="1076039"/>
                  </a:lnTo>
                  <a:lnTo>
                    <a:pt x="468630" y="1080516"/>
                  </a:lnTo>
                  <a:lnTo>
                    <a:pt x="468821" y="1080897"/>
                  </a:lnTo>
                  <a:lnTo>
                    <a:pt x="469106" y="1083183"/>
                  </a:lnTo>
                  <a:lnTo>
                    <a:pt x="469202" y="1086041"/>
                  </a:lnTo>
                  <a:lnTo>
                    <a:pt x="468821" y="1090708"/>
                  </a:lnTo>
                  <a:lnTo>
                    <a:pt x="468821" y="1091375"/>
                  </a:lnTo>
                  <a:lnTo>
                    <a:pt x="469106" y="1093470"/>
                  </a:lnTo>
                  <a:lnTo>
                    <a:pt x="469487" y="1094994"/>
                  </a:lnTo>
                  <a:lnTo>
                    <a:pt x="469773" y="1095756"/>
                  </a:lnTo>
                  <a:lnTo>
                    <a:pt x="470821" y="1097090"/>
                  </a:lnTo>
                  <a:lnTo>
                    <a:pt x="473297" y="1096709"/>
                  </a:lnTo>
                  <a:lnTo>
                    <a:pt x="474250" y="1095756"/>
                  </a:lnTo>
                  <a:lnTo>
                    <a:pt x="474726" y="1094423"/>
                  </a:lnTo>
                  <a:lnTo>
                    <a:pt x="475583" y="1092422"/>
                  </a:lnTo>
                  <a:lnTo>
                    <a:pt x="476631" y="1090708"/>
                  </a:lnTo>
                  <a:lnTo>
                    <a:pt x="477298" y="1089946"/>
                  </a:lnTo>
                  <a:lnTo>
                    <a:pt x="477965" y="1089470"/>
                  </a:lnTo>
                  <a:lnTo>
                    <a:pt x="478536" y="1089279"/>
                  </a:lnTo>
                  <a:lnTo>
                    <a:pt x="479965" y="1088993"/>
                  </a:lnTo>
                  <a:lnTo>
                    <a:pt x="481013" y="1089089"/>
                  </a:lnTo>
                  <a:lnTo>
                    <a:pt x="481394" y="1089279"/>
                  </a:lnTo>
                  <a:lnTo>
                    <a:pt x="481775" y="1089374"/>
                  </a:lnTo>
                  <a:lnTo>
                    <a:pt x="482537" y="1089946"/>
                  </a:lnTo>
                  <a:lnTo>
                    <a:pt x="482918" y="1090422"/>
                  </a:lnTo>
                  <a:lnTo>
                    <a:pt x="483203" y="1090803"/>
                  </a:lnTo>
                  <a:lnTo>
                    <a:pt x="484061" y="1092899"/>
                  </a:lnTo>
                  <a:lnTo>
                    <a:pt x="484346" y="1093375"/>
                  </a:lnTo>
                  <a:lnTo>
                    <a:pt x="484823" y="1093756"/>
                  </a:lnTo>
                  <a:lnTo>
                    <a:pt x="485489" y="1094137"/>
                  </a:lnTo>
                  <a:lnTo>
                    <a:pt x="486537" y="1094327"/>
                  </a:lnTo>
                  <a:lnTo>
                    <a:pt x="487299" y="1094232"/>
                  </a:lnTo>
                  <a:lnTo>
                    <a:pt x="487871" y="1094042"/>
                  </a:lnTo>
                  <a:lnTo>
                    <a:pt x="488728" y="1093280"/>
                  </a:lnTo>
                  <a:lnTo>
                    <a:pt x="489013" y="1092803"/>
                  </a:lnTo>
                  <a:lnTo>
                    <a:pt x="491109" y="1091565"/>
                  </a:lnTo>
                  <a:lnTo>
                    <a:pt x="493776" y="1090422"/>
                  </a:lnTo>
                  <a:lnTo>
                    <a:pt x="495110" y="1090136"/>
                  </a:lnTo>
                  <a:lnTo>
                    <a:pt x="496157" y="1090136"/>
                  </a:lnTo>
                  <a:lnTo>
                    <a:pt x="498825" y="1091375"/>
                  </a:lnTo>
                  <a:lnTo>
                    <a:pt x="501682" y="1093756"/>
                  </a:lnTo>
                  <a:lnTo>
                    <a:pt x="502158" y="1094137"/>
                  </a:lnTo>
                  <a:lnTo>
                    <a:pt x="502825" y="1094423"/>
                  </a:lnTo>
                  <a:lnTo>
                    <a:pt x="505587" y="1094994"/>
                  </a:lnTo>
                  <a:lnTo>
                    <a:pt x="506349" y="1095375"/>
                  </a:lnTo>
                  <a:lnTo>
                    <a:pt x="510064" y="1097661"/>
                  </a:lnTo>
                  <a:lnTo>
                    <a:pt x="510635" y="1098137"/>
                  </a:lnTo>
                  <a:lnTo>
                    <a:pt x="510921" y="1098518"/>
                  </a:lnTo>
                  <a:lnTo>
                    <a:pt x="511016" y="1098804"/>
                  </a:lnTo>
                  <a:lnTo>
                    <a:pt x="511302" y="1099757"/>
                  </a:lnTo>
                  <a:lnTo>
                    <a:pt x="511493" y="1100328"/>
                  </a:lnTo>
                  <a:lnTo>
                    <a:pt x="511778" y="1100804"/>
                  </a:lnTo>
                  <a:lnTo>
                    <a:pt x="512636" y="1101947"/>
                  </a:lnTo>
                  <a:lnTo>
                    <a:pt x="512826" y="1102424"/>
                  </a:lnTo>
                  <a:lnTo>
                    <a:pt x="512636" y="1102709"/>
                  </a:lnTo>
                  <a:lnTo>
                    <a:pt x="512445" y="1102900"/>
                  </a:lnTo>
                  <a:lnTo>
                    <a:pt x="511969" y="1102995"/>
                  </a:lnTo>
                  <a:lnTo>
                    <a:pt x="509969" y="1102995"/>
                  </a:lnTo>
                  <a:lnTo>
                    <a:pt x="509397" y="1103090"/>
                  </a:lnTo>
                  <a:lnTo>
                    <a:pt x="508921" y="1103281"/>
                  </a:lnTo>
                  <a:lnTo>
                    <a:pt x="507968" y="1103852"/>
                  </a:lnTo>
                  <a:lnTo>
                    <a:pt x="507587" y="1104233"/>
                  </a:lnTo>
                  <a:lnTo>
                    <a:pt x="507206" y="1104710"/>
                  </a:lnTo>
                  <a:lnTo>
                    <a:pt x="506921" y="1105186"/>
                  </a:lnTo>
                  <a:lnTo>
                    <a:pt x="506825" y="1105757"/>
                  </a:lnTo>
                  <a:lnTo>
                    <a:pt x="506825" y="1106424"/>
                  </a:lnTo>
                  <a:lnTo>
                    <a:pt x="506921" y="1106996"/>
                  </a:lnTo>
                  <a:lnTo>
                    <a:pt x="507492" y="1108805"/>
                  </a:lnTo>
                  <a:lnTo>
                    <a:pt x="507492" y="1109091"/>
                  </a:lnTo>
                  <a:lnTo>
                    <a:pt x="507587" y="1109758"/>
                  </a:lnTo>
                  <a:lnTo>
                    <a:pt x="507587" y="1110329"/>
                  </a:lnTo>
                  <a:lnTo>
                    <a:pt x="507492" y="1110996"/>
                  </a:lnTo>
                  <a:lnTo>
                    <a:pt x="507111" y="1112330"/>
                  </a:lnTo>
                  <a:lnTo>
                    <a:pt x="505873" y="1115473"/>
                  </a:lnTo>
                  <a:lnTo>
                    <a:pt x="505682" y="1116044"/>
                  </a:lnTo>
                  <a:lnTo>
                    <a:pt x="505587" y="1116711"/>
                  </a:lnTo>
                  <a:lnTo>
                    <a:pt x="505873" y="1117473"/>
                  </a:lnTo>
                  <a:lnTo>
                    <a:pt x="506444" y="1118426"/>
                  </a:lnTo>
                  <a:lnTo>
                    <a:pt x="508635" y="1120807"/>
                  </a:lnTo>
                  <a:lnTo>
                    <a:pt x="509111" y="1121474"/>
                  </a:lnTo>
                  <a:lnTo>
                    <a:pt x="510350" y="1124522"/>
                  </a:lnTo>
                  <a:lnTo>
                    <a:pt x="515112" y="1131094"/>
                  </a:lnTo>
                  <a:lnTo>
                    <a:pt x="515398" y="1131570"/>
                  </a:lnTo>
                  <a:lnTo>
                    <a:pt x="515588" y="1132142"/>
                  </a:lnTo>
                  <a:lnTo>
                    <a:pt x="515398" y="1133475"/>
                  </a:lnTo>
                  <a:lnTo>
                    <a:pt x="514921" y="1135571"/>
                  </a:lnTo>
                  <a:lnTo>
                    <a:pt x="514826" y="1136333"/>
                  </a:lnTo>
                  <a:lnTo>
                    <a:pt x="514731" y="1136904"/>
                  </a:lnTo>
                  <a:lnTo>
                    <a:pt x="514826" y="1137476"/>
                  </a:lnTo>
                  <a:lnTo>
                    <a:pt x="514921" y="1137857"/>
                  </a:lnTo>
                  <a:lnTo>
                    <a:pt x="514921" y="1137952"/>
                  </a:lnTo>
                  <a:lnTo>
                    <a:pt x="518732" y="1142048"/>
                  </a:lnTo>
                  <a:lnTo>
                    <a:pt x="520065" y="1143095"/>
                  </a:lnTo>
                  <a:lnTo>
                    <a:pt x="521018" y="1143667"/>
                  </a:lnTo>
                  <a:lnTo>
                    <a:pt x="522256" y="1143667"/>
                  </a:lnTo>
                  <a:lnTo>
                    <a:pt x="523018" y="1143953"/>
                  </a:lnTo>
                  <a:lnTo>
                    <a:pt x="523304" y="1144429"/>
                  </a:lnTo>
                  <a:lnTo>
                    <a:pt x="523494" y="1145000"/>
                  </a:lnTo>
                  <a:lnTo>
                    <a:pt x="523589" y="1146239"/>
                  </a:lnTo>
                  <a:lnTo>
                    <a:pt x="523875" y="1147286"/>
                  </a:lnTo>
                  <a:lnTo>
                    <a:pt x="525685" y="1152811"/>
                  </a:lnTo>
                  <a:lnTo>
                    <a:pt x="528447" y="1154716"/>
                  </a:lnTo>
                  <a:lnTo>
                    <a:pt x="534067" y="1156145"/>
                  </a:lnTo>
                  <a:lnTo>
                    <a:pt x="546545" y="1151668"/>
                  </a:lnTo>
                  <a:lnTo>
                    <a:pt x="548259" y="1150620"/>
                  </a:lnTo>
                  <a:lnTo>
                    <a:pt x="549307" y="1149763"/>
                  </a:lnTo>
                  <a:lnTo>
                    <a:pt x="549878" y="1149096"/>
                  </a:lnTo>
                  <a:lnTo>
                    <a:pt x="550259" y="1148429"/>
                  </a:lnTo>
                  <a:lnTo>
                    <a:pt x="550450" y="1147667"/>
                  </a:lnTo>
                  <a:lnTo>
                    <a:pt x="550640" y="1147001"/>
                  </a:lnTo>
                  <a:lnTo>
                    <a:pt x="550640" y="1145762"/>
                  </a:lnTo>
                  <a:lnTo>
                    <a:pt x="550355" y="1137857"/>
                  </a:lnTo>
                  <a:lnTo>
                    <a:pt x="549974" y="1135285"/>
                  </a:lnTo>
                  <a:lnTo>
                    <a:pt x="550069" y="1134523"/>
                  </a:lnTo>
                  <a:lnTo>
                    <a:pt x="550259" y="1133475"/>
                  </a:lnTo>
                  <a:lnTo>
                    <a:pt x="550736" y="1131856"/>
                  </a:lnTo>
                  <a:lnTo>
                    <a:pt x="550831" y="1130237"/>
                  </a:lnTo>
                  <a:lnTo>
                    <a:pt x="550545" y="1128617"/>
                  </a:lnTo>
                  <a:lnTo>
                    <a:pt x="549878" y="1126522"/>
                  </a:lnTo>
                  <a:lnTo>
                    <a:pt x="549593" y="1124522"/>
                  </a:lnTo>
                  <a:lnTo>
                    <a:pt x="549783" y="1122617"/>
                  </a:lnTo>
                  <a:lnTo>
                    <a:pt x="550355" y="1121950"/>
                  </a:lnTo>
                  <a:lnTo>
                    <a:pt x="551212" y="1122045"/>
                  </a:lnTo>
                  <a:lnTo>
                    <a:pt x="552926" y="1123664"/>
                  </a:lnTo>
                  <a:lnTo>
                    <a:pt x="554165" y="1124426"/>
                  </a:lnTo>
                  <a:lnTo>
                    <a:pt x="555593" y="1124712"/>
                  </a:lnTo>
                  <a:lnTo>
                    <a:pt x="557022" y="1124426"/>
                  </a:lnTo>
                  <a:lnTo>
                    <a:pt x="558546" y="1123093"/>
                  </a:lnTo>
                  <a:lnTo>
                    <a:pt x="559403" y="1121474"/>
                  </a:lnTo>
                  <a:lnTo>
                    <a:pt x="560356" y="1117568"/>
                  </a:lnTo>
                  <a:lnTo>
                    <a:pt x="561213" y="1115378"/>
                  </a:lnTo>
                  <a:lnTo>
                    <a:pt x="561880" y="1114235"/>
                  </a:lnTo>
                  <a:lnTo>
                    <a:pt x="562642" y="1113377"/>
                  </a:lnTo>
                  <a:lnTo>
                    <a:pt x="567023" y="1110425"/>
                  </a:lnTo>
                  <a:lnTo>
                    <a:pt x="571786" y="1107662"/>
                  </a:lnTo>
                  <a:lnTo>
                    <a:pt x="574834" y="1106519"/>
                  </a:lnTo>
                  <a:lnTo>
                    <a:pt x="575215" y="1106615"/>
                  </a:lnTo>
                  <a:lnTo>
                    <a:pt x="575691" y="1106996"/>
                  </a:lnTo>
                  <a:lnTo>
                    <a:pt x="577406" y="1108901"/>
                  </a:lnTo>
                  <a:lnTo>
                    <a:pt x="579596" y="1112330"/>
                  </a:lnTo>
                  <a:lnTo>
                    <a:pt x="579882" y="1112996"/>
                  </a:lnTo>
                  <a:lnTo>
                    <a:pt x="580549" y="1114997"/>
                  </a:lnTo>
                  <a:lnTo>
                    <a:pt x="581216" y="1117759"/>
                  </a:lnTo>
                  <a:lnTo>
                    <a:pt x="582168" y="1124141"/>
                  </a:lnTo>
                  <a:lnTo>
                    <a:pt x="582168" y="1127284"/>
                  </a:lnTo>
                  <a:lnTo>
                    <a:pt x="581025" y="1138047"/>
                  </a:lnTo>
                  <a:lnTo>
                    <a:pt x="581025" y="1139762"/>
                  </a:lnTo>
                  <a:lnTo>
                    <a:pt x="581216" y="1143095"/>
                  </a:lnTo>
                  <a:lnTo>
                    <a:pt x="581501" y="1144143"/>
                  </a:lnTo>
                  <a:lnTo>
                    <a:pt x="581787" y="1145286"/>
                  </a:lnTo>
                  <a:lnTo>
                    <a:pt x="582263" y="1146239"/>
                  </a:lnTo>
                  <a:lnTo>
                    <a:pt x="583025" y="1147382"/>
                  </a:lnTo>
                  <a:lnTo>
                    <a:pt x="583883" y="1148429"/>
                  </a:lnTo>
                  <a:lnTo>
                    <a:pt x="587026" y="1151382"/>
                  </a:lnTo>
                  <a:lnTo>
                    <a:pt x="587883" y="1152430"/>
                  </a:lnTo>
                  <a:lnTo>
                    <a:pt x="588359" y="1153478"/>
                  </a:lnTo>
                  <a:lnTo>
                    <a:pt x="588740" y="1154716"/>
                  </a:lnTo>
                  <a:lnTo>
                    <a:pt x="589217" y="1157573"/>
                  </a:lnTo>
                  <a:lnTo>
                    <a:pt x="589693" y="1159097"/>
                  </a:lnTo>
                  <a:lnTo>
                    <a:pt x="590360" y="1160717"/>
                  </a:lnTo>
                  <a:lnTo>
                    <a:pt x="594170" y="1166622"/>
                  </a:lnTo>
                  <a:lnTo>
                    <a:pt x="596646" y="1172051"/>
                  </a:lnTo>
                  <a:lnTo>
                    <a:pt x="597599" y="1173290"/>
                  </a:lnTo>
                  <a:lnTo>
                    <a:pt x="600837" y="1175861"/>
                  </a:lnTo>
                  <a:lnTo>
                    <a:pt x="601599" y="1176814"/>
                  </a:lnTo>
                  <a:lnTo>
                    <a:pt x="602171" y="1177957"/>
                  </a:lnTo>
                  <a:lnTo>
                    <a:pt x="603218" y="1180243"/>
                  </a:lnTo>
                  <a:lnTo>
                    <a:pt x="603790" y="1181291"/>
                  </a:lnTo>
                  <a:lnTo>
                    <a:pt x="605885" y="1184243"/>
                  </a:lnTo>
                  <a:lnTo>
                    <a:pt x="606171" y="1184815"/>
                  </a:lnTo>
                  <a:lnTo>
                    <a:pt x="606362" y="1185386"/>
                  </a:lnTo>
                  <a:lnTo>
                    <a:pt x="606838" y="1187672"/>
                  </a:lnTo>
                  <a:lnTo>
                    <a:pt x="607124" y="1189958"/>
                  </a:lnTo>
                  <a:lnTo>
                    <a:pt x="606933" y="1193387"/>
                  </a:lnTo>
                  <a:lnTo>
                    <a:pt x="607028" y="1193959"/>
                  </a:lnTo>
                  <a:lnTo>
                    <a:pt x="607219" y="1194435"/>
                  </a:lnTo>
                  <a:lnTo>
                    <a:pt x="607790" y="1195388"/>
                  </a:lnTo>
                  <a:lnTo>
                    <a:pt x="608934" y="1196531"/>
                  </a:lnTo>
                  <a:lnTo>
                    <a:pt x="611505" y="1200055"/>
                  </a:lnTo>
                  <a:lnTo>
                    <a:pt x="612267" y="1201484"/>
                  </a:lnTo>
                  <a:lnTo>
                    <a:pt x="612934" y="1202912"/>
                  </a:lnTo>
                  <a:lnTo>
                    <a:pt x="614267" y="1207199"/>
                  </a:lnTo>
                  <a:lnTo>
                    <a:pt x="614648" y="1208151"/>
                  </a:lnTo>
                  <a:lnTo>
                    <a:pt x="615315" y="1209580"/>
                  </a:lnTo>
                  <a:lnTo>
                    <a:pt x="615982" y="1210532"/>
                  </a:lnTo>
                  <a:lnTo>
                    <a:pt x="616268" y="1210913"/>
                  </a:lnTo>
                  <a:lnTo>
                    <a:pt x="616649" y="1211294"/>
                  </a:lnTo>
                  <a:lnTo>
                    <a:pt x="617411" y="1211580"/>
                  </a:lnTo>
                  <a:lnTo>
                    <a:pt x="618268" y="1211675"/>
                  </a:lnTo>
                  <a:lnTo>
                    <a:pt x="621506" y="1211294"/>
                  </a:lnTo>
                  <a:lnTo>
                    <a:pt x="622173" y="1211390"/>
                  </a:lnTo>
                  <a:lnTo>
                    <a:pt x="622840" y="1211771"/>
                  </a:lnTo>
                  <a:lnTo>
                    <a:pt x="624173" y="1213009"/>
                  </a:lnTo>
                  <a:lnTo>
                    <a:pt x="624745" y="1213295"/>
                  </a:lnTo>
                  <a:lnTo>
                    <a:pt x="625412" y="1213485"/>
                  </a:lnTo>
                  <a:lnTo>
                    <a:pt x="626269" y="1213390"/>
                  </a:lnTo>
                  <a:lnTo>
                    <a:pt x="627221" y="1213104"/>
                  </a:lnTo>
                  <a:lnTo>
                    <a:pt x="639128" y="1207389"/>
                  </a:lnTo>
                  <a:lnTo>
                    <a:pt x="642938" y="1206341"/>
                  </a:lnTo>
                  <a:lnTo>
                    <a:pt x="643890" y="1205865"/>
                  </a:lnTo>
                  <a:lnTo>
                    <a:pt x="644367" y="1205579"/>
                  </a:lnTo>
                  <a:lnTo>
                    <a:pt x="644747" y="1205103"/>
                  </a:lnTo>
                  <a:lnTo>
                    <a:pt x="644938" y="1204627"/>
                  </a:lnTo>
                  <a:lnTo>
                    <a:pt x="645033" y="1204151"/>
                  </a:lnTo>
                  <a:lnTo>
                    <a:pt x="644938" y="1203865"/>
                  </a:lnTo>
                  <a:lnTo>
                    <a:pt x="644747" y="1203008"/>
                  </a:lnTo>
                  <a:lnTo>
                    <a:pt x="644081" y="1201484"/>
                  </a:lnTo>
                  <a:lnTo>
                    <a:pt x="643604" y="1200055"/>
                  </a:lnTo>
                  <a:lnTo>
                    <a:pt x="643414" y="1198721"/>
                  </a:lnTo>
                  <a:lnTo>
                    <a:pt x="643319" y="1198150"/>
                  </a:lnTo>
                  <a:lnTo>
                    <a:pt x="643319" y="1197483"/>
                  </a:lnTo>
                  <a:lnTo>
                    <a:pt x="643414" y="1196816"/>
                  </a:lnTo>
                  <a:lnTo>
                    <a:pt x="643509" y="1196245"/>
                  </a:lnTo>
                  <a:lnTo>
                    <a:pt x="643509" y="1195483"/>
                  </a:lnTo>
                  <a:lnTo>
                    <a:pt x="643509" y="1195483"/>
                  </a:lnTo>
                  <a:lnTo>
                    <a:pt x="643509" y="1195388"/>
                  </a:lnTo>
                  <a:lnTo>
                    <a:pt x="643604" y="1194816"/>
                  </a:lnTo>
                  <a:lnTo>
                    <a:pt x="643509" y="1193673"/>
                  </a:lnTo>
                  <a:lnTo>
                    <a:pt x="643319" y="1192435"/>
                  </a:lnTo>
                  <a:lnTo>
                    <a:pt x="643319" y="1191292"/>
                  </a:lnTo>
                  <a:lnTo>
                    <a:pt x="643319" y="1190625"/>
                  </a:lnTo>
                  <a:lnTo>
                    <a:pt x="643414" y="1189958"/>
                  </a:lnTo>
                  <a:lnTo>
                    <a:pt x="643604" y="1189292"/>
                  </a:lnTo>
                  <a:lnTo>
                    <a:pt x="643795" y="1188625"/>
                  </a:lnTo>
                  <a:lnTo>
                    <a:pt x="644462" y="1187577"/>
                  </a:lnTo>
                  <a:lnTo>
                    <a:pt x="645128" y="1186720"/>
                  </a:lnTo>
                  <a:lnTo>
                    <a:pt x="645986" y="1185958"/>
                  </a:lnTo>
                  <a:lnTo>
                    <a:pt x="648748" y="1184339"/>
                  </a:lnTo>
                  <a:lnTo>
                    <a:pt x="649796" y="1184053"/>
                  </a:lnTo>
                  <a:lnTo>
                    <a:pt x="653987" y="1183672"/>
                  </a:lnTo>
                  <a:lnTo>
                    <a:pt x="655034" y="1183291"/>
                  </a:lnTo>
                  <a:lnTo>
                    <a:pt x="659416" y="1180052"/>
                  </a:lnTo>
                  <a:lnTo>
                    <a:pt x="664274" y="1177766"/>
                  </a:lnTo>
                  <a:lnTo>
                    <a:pt x="668846" y="1176719"/>
                  </a:lnTo>
                  <a:lnTo>
                    <a:pt x="686181" y="1176242"/>
                  </a:lnTo>
                  <a:lnTo>
                    <a:pt x="687800" y="1175671"/>
                  </a:lnTo>
                  <a:lnTo>
                    <a:pt x="688181" y="1175385"/>
                  </a:lnTo>
                  <a:lnTo>
                    <a:pt x="688658" y="1175004"/>
                  </a:lnTo>
                  <a:lnTo>
                    <a:pt x="688943" y="1174623"/>
                  </a:lnTo>
                  <a:lnTo>
                    <a:pt x="689229" y="1173956"/>
                  </a:lnTo>
                  <a:lnTo>
                    <a:pt x="689420" y="1173385"/>
                  </a:lnTo>
                  <a:lnTo>
                    <a:pt x="689610" y="1171956"/>
                  </a:lnTo>
                  <a:lnTo>
                    <a:pt x="689801" y="1170718"/>
                  </a:lnTo>
                  <a:lnTo>
                    <a:pt x="689801" y="1168146"/>
                  </a:lnTo>
                  <a:lnTo>
                    <a:pt x="689991" y="1166717"/>
                  </a:lnTo>
                  <a:lnTo>
                    <a:pt x="689991" y="1166717"/>
                  </a:lnTo>
                  <a:lnTo>
                    <a:pt x="690182" y="1166146"/>
                  </a:lnTo>
                  <a:lnTo>
                    <a:pt x="690467" y="1165765"/>
                  </a:lnTo>
                  <a:lnTo>
                    <a:pt x="690848" y="1165384"/>
                  </a:lnTo>
                  <a:lnTo>
                    <a:pt x="692182" y="1164431"/>
                  </a:lnTo>
                  <a:lnTo>
                    <a:pt x="695135" y="1161955"/>
                  </a:lnTo>
                  <a:lnTo>
                    <a:pt x="696944" y="1160812"/>
                  </a:lnTo>
                  <a:lnTo>
                    <a:pt x="699040" y="1159955"/>
                  </a:lnTo>
                  <a:lnTo>
                    <a:pt x="699992" y="1160145"/>
                  </a:lnTo>
                  <a:lnTo>
                    <a:pt x="701421" y="1160812"/>
                  </a:lnTo>
                  <a:lnTo>
                    <a:pt x="705993" y="1164146"/>
                  </a:lnTo>
                  <a:lnTo>
                    <a:pt x="706469" y="1165193"/>
                  </a:lnTo>
                  <a:lnTo>
                    <a:pt x="706850" y="1166813"/>
                  </a:lnTo>
                  <a:lnTo>
                    <a:pt x="707041" y="1167956"/>
                  </a:lnTo>
                  <a:lnTo>
                    <a:pt x="707422" y="1174623"/>
                  </a:lnTo>
                  <a:lnTo>
                    <a:pt x="707612" y="1175861"/>
                  </a:lnTo>
                  <a:lnTo>
                    <a:pt x="707803" y="1176909"/>
                  </a:lnTo>
                  <a:lnTo>
                    <a:pt x="708088" y="1177385"/>
                  </a:lnTo>
                  <a:lnTo>
                    <a:pt x="708279" y="1177862"/>
                  </a:lnTo>
                  <a:lnTo>
                    <a:pt x="708660" y="1178338"/>
                  </a:lnTo>
                  <a:lnTo>
                    <a:pt x="709327" y="1178719"/>
                  </a:lnTo>
                  <a:lnTo>
                    <a:pt x="710375" y="1179195"/>
                  </a:lnTo>
                  <a:lnTo>
                    <a:pt x="712375" y="1179576"/>
                  </a:lnTo>
                  <a:lnTo>
                    <a:pt x="713518" y="1179671"/>
                  </a:lnTo>
                  <a:lnTo>
                    <a:pt x="714280" y="1179386"/>
                  </a:lnTo>
                  <a:lnTo>
                    <a:pt x="714661" y="1179100"/>
                  </a:lnTo>
                  <a:lnTo>
                    <a:pt x="715423" y="1178243"/>
                  </a:lnTo>
                  <a:lnTo>
                    <a:pt x="717613" y="1174528"/>
                  </a:lnTo>
                  <a:lnTo>
                    <a:pt x="719423" y="1172337"/>
                  </a:lnTo>
                  <a:lnTo>
                    <a:pt x="721900" y="1170242"/>
                  </a:lnTo>
                  <a:lnTo>
                    <a:pt x="722852" y="1169670"/>
                  </a:lnTo>
                  <a:lnTo>
                    <a:pt x="726091" y="1168622"/>
                  </a:lnTo>
                  <a:lnTo>
                    <a:pt x="727043" y="1168146"/>
                  </a:lnTo>
                  <a:lnTo>
                    <a:pt x="727425" y="1167765"/>
                  </a:lnTo>
                  <a:lnTo>
                    <a:pt x="727805" y="1167384"/>
                  </a:lnTo>
                  <a:lnTo>
                    <a:pt x="728091" y="1166908"/>
                  </a:lnTo>
                  <a:lnTo>
                    <a:pt x="728377" y="1166241"/>
                  </a:lnTo>
                  <a:lnTo>
                    <a:pt x="730853" y="1158812"/>
                  </a:lnTo>
                  <a:lnTo>
                    <a:pt x="731425" y="1157764"/>
                  </a:lnTo>
                  <a:lnTo>
                    <a:pt x="731901" y="1157192"/>
                  </a:lnTo>
                  <a:lnTo>
                    <a:pt x="732282" y="1157002"/>
                  </a:lnTo>
                  <a:lnTo>
                    <a:pt x="732663" y="1157002"/>
                  </a:lnTo>
                  <a:lnTo>
                    <a:pt x="733235" y="1157669"/>
                  </a:lnTo>
                  <a:lnTo>
                    <a:pt x="733425" y="1158145"/>
                  </a:lnTo>
                  <a:lnTo>
                    <a:pt x="733520" y="1158621"/>
                  </a:lnTo>
                  <a:lnTo>
                    <a:pt x="733711" y="1160240"/>
                  </a:lnTo>
                  <a:lnTo>
                    <a:pt x="733711" y="1160907"/>
                  </a:lnTo>
                  <a:lnTo>
                    <a:pt x="733616" y="1162241"/>
                  </a:lnTo>
                  <a:lnTo>
                    <a:pt x="732473" y="1167860"/>
                  </a:lnTo>
                  <a:lnTo>
                    <a:pt x="732473" y="1169194"/>
                  </a:lnTo>
                  <a:lnTo>
                    <a:pt x="732568" y="1170337"/>
                  </a:lnTo>
                  <a:lnTo>
                    <a:pt x="732854" y="1171385"/>
                  </a:lnTo>
                  <a:lnTo>
                    <a:pt x="733235" y="1172432"/>
                  </a:lnTo>
                  <a:lnTo>
                    <a:pt x="733901" y="1173956"/>
                  </a:lnTo>
                  <a:lnTo>
                    <a:pt x="734663" y="1175957"/>
                  </a:lnTo>
                  <a:lnTo>
                    <a:pt x="734949" y="1177100"/>
                  </a:lnTo>
                  <a:lnTo>
                    <a:pt x="735044" y="1178243"/>
                  </a:lnTo>
                  <a:lnTo>
                    <a:pt x="735330" y="1179290"/>
                  </a:lnTo>
                  <a:lnTo>
                    <a:pt x="735425" y="1179862"/>
                  </a:lnTo>
                  <a:lnTo>
                    <a:pt x="735521" y="1180529"/>
                  </a:lnTo>
                  <a:lnTo>
                    <a:pt x="735425" y="1183005"/>
                  </a:lnTo>
                  <a:lnTo>
                    <a:pt x="735521" y="1183577"/>
                  </a:lnTo>
                  <a:lnTo>
                    <a:pt x="735711" y="1184720"/>
                  </a:lnTo>
                  <a:lnTo>
                    <a:pt x="735806" y="1185291"/>
                  </a:lnTo>
                  <a:lnTo>
                    <a:pt x="736283" y="1186244"/>
                  </a:lnTo>
                  <a:lnTo>
                    <a:pt x="737045" y="1187672"/>
                  </a:lnTo>
                  <a:lnTo>
                    <a:pt x="738664" y="1189673"/>
                  </a:lnTo>
                  <a:lnTo>
                    <a:pt x="739045" y="1190054"/>
                  </a:lnTo>
                  <a:lnTo>
                    <a:pt x="739140" y="1190530"/>
                  </a:lnTo>
                  <a:lnTo>
                    <a:pt x="739235" y="1190911"/>
                  </a:lnTo>
                  <a:lnTo>
                    <a:pt x="739140" y="1191387"/>
                  </a:lnTo>
                  <a:lnTo>
                    <a:pt x="739045" y="1192054"/>
                  </a:lnTo>
                  <a:lnTo>
                    <a:pt x="737902" y="1195197"/>
                  </a:lnTo>
                  <a:lnTo>
                    <a:pt x="737711" y="1195864"/>
                  </a:lnTo>
                  <a:lnTo>
                    <a:pt x="737711" y="1196531"/>
                  </a:lnTo>
                  <a:lnTo>
                    <a:pt x="737711" y="1197197"/>
                  </a:lnTo>
                  <a:lnTo>
                    <a:pt x="737807" y="1197769"/>
                  </a:lnTo>
                  <a:lnTo>
                    <a:pt x="737997" y="1198245"/>
                  </a:lnTo>
                  <a:lnTo>
                    <a:pt x="739045" y="1198912"/>
                  </a:lnTo>
                  <a:lnTo>
                    <a:pt x="753047" y="1203389"/>
                  </a:lnTo>
                  <a:lnTo>
                    <a:pt x="755523" y="1204722"/>
                  </a:lnTo>
                  <a:lnTo>
                    <a:pt x="755904" y="1205103"/>
                  </a:lnTo>
                  <a:lnTo>
                    <a:pt x="757047" y="1206532"/>
                  </a:lnTo>
                  <a:lnTo>
                    <a:pt x="760095" y="1209389"/>
                  </a:lnTo>
                  <a:lnTo>
                    <a:pt x="762095" y="1210818"/>
                  </a:lnTo>
                  <a:lnTo>
                    <a:pt x="765429" y="1212533"/>
                  </a:lnTo>
                  <a:lnTo>
                    <a:pt x="766382" y="1213199"/>
                  </a:lnTo>
                  <a:lnTo>
                    <a:pt x="769715" y="1216247"/>
                  </a:lnTo>
                  <a:lnTo>
                    <a:pt x="770382" y="1217009"/>
                  </a:lnTo>
                  <a:lnTo>
                    <a:pt x="771525" y="1218914"/>
                  </a:lnTo>
                  <a:lnTo>
                    <a:pt x="771906" y="1219962"/>
                  </a:lnTo>
                  <a:lnTo>
                    <a:pt x="772287" y="1221581"/>
                  </a:lnTo>
                  <a:lnTo>
                    <a:pt x="772859" y="1223010"/>
                  </a:lnTo>
                  <a:lnTo>
                    <a:pt x="773144" y="1223486"/>
                  </a:lnTo>
                  <a:lnTo>
                    <a:pt x="773525" y="1223867"/>
                  </a:lnTo>
                  <a:lnTo>
                    <a:pt x="773906" y="1224248"/>
                  </a:lnTo>
                  <a:lnTo>
                    <a:pt x="774573" y="1224344"/>
                  </a:lnTo>
                  <a:lnTo>
                    <a:pt x="775621" y="1224344"/>
                  </a:lnTo>
                  <a:lnTo>
                    <a:pt x="777526" y="1223772"/>
                  </a:lnTo>
                  <a:lnTo>
                    <a:pt x="778574" y="1223391"/>
                  </a:lnTo>
                  <a:lnTo>
                    <a:pt x="779240" y="1222915"/>
                  </a:lnTo>
                  <a:lnTo>
                    <a:pt x="785527" y="1216628"/>
                  </a:lnTo>
                  <a:lnTo>
                    <a:pt x="786194" y="1216438"/>
                  </a:lnTo>
                  <a:lnTo>
                    <a:pt x="786956" y="1216533"/>
                  </a:lnTo>
                  <a:lnTo>
                    <a:pt x="789242" y="1217390"/>
                  </a:lnTo>
                  <a:lnTo>
                    <a:pt x="794195" y="1223772"/>
                  </a:lnTo>
                  <a:lnTo>
                    <a:pt x="795052" y="1224439"/>
                  </a:lnTo>
                  <a:lnTo>
                    <a:pt x="795814" y="1224820"/>
                  </a:lnTo>
                  <a:lnTo>
                    <a:pt x="796671" y="1224820"/>
                  </a:lnTo>
                  <a:lnTo>
                    <a:pt x="797909" y="1224439"/>
                  </a:lnTo>
                  <a:lnTo>
                    <a:pt x="802862" y="1221772"/>
                  </a:lnTo>
                  <a:lnTo>
                    <a:pt x="804672" y="1221105"/>
                  </a:lnTo>
                  <a:lnTo>
                    <a:pt x="806101" y="1220819"/>
                  </a:lnTo>
                  <a:lnTo>
                    <a:pt x="799243" y="1215200"/>
                  </a:lnTo>
                  <a:lnTo>
                    <a:pt x="798767" y="1213866"/>
                  </a:lnTo>
                  <a:lnTo>
                    <a:pt x="799148" y="1212056"/>
                  </a:lnTo>
                  <a:lnTo>
                    <a:pt x="800767" y="1209294"/>
                  </a:lnTo>
                  <a:lnTo>
                    <a:pt x="801243" y="1207770"/>
                  </a:lnTo>
                  <a:lnTo>
                    <a:pt x="801148" y="1206913"/>
                  </a:lnTo>
                  <a:lnTo>
                    <a:pt x="800481" y="1204913"/>
                  </a:lnTo>
                  <a:lnTo>
                    <a:pt x="800291" y="1203960"/>
                  </a:lnTo>
                  <a:lnTo>
                    <a:pt x="800386" y="1203198"/>
                  </a:lnTo>
                  <a:lnTo>
                    <a:pt x="800862" y="1201198"/>
                  </a:lnTo>
                  <a:lnTo>
                    <a:pt x="800957" y="1200245"/>
                  </a:lnTo>
                  <a:lnTo>
                    <a:pt x="800767" y="1199198"/>
                  </a:lnTo>
                  <a:lnTo>
                    <a:pt x="800100" y="1197197"/>
                  </a:lnTo>
                  <a:lnTo>
                    <a:pt x="799910" y="1196150"/>
                  </a:lnTo>
                  <a:lnTo>
                    <a:pt x="799910" y="1195292"/>
                  </a:lnTo>
                  <a:lnTo>
                    <a:pt x="800100" y="1192625"/>
                  </a:lnTo>
                  <a:lnTo>
                    <a:pt x="799529" y="1186529"/>
                  </a:lnTo>
                  <a:lnTo>
                    <a:pt x="799719" y="1184529"/>
                  </a:lnTo>
                  <a:lnTo>
                    <a:pt x="801338" y="1177766"/>
                  </a:lnTo>
                  <a:lnTo>
                    <a:pt x="803243" y="1172432"/>
                  </a:lnTo>
                  <a:lnTo>
                    <a:pt x="803338" y="1170527"/>
                  </a:lnTo>
                  <a:lnTo>
                    <a:pt x="802577" y="1166813"/>
                  </a:lnTo>
                  <a:lnTo>
                    <a:pt x="802481" y="1165098"/>
                  </a:lnTo>
                  <a:lnTo>
                    <a:pt x="802958" y="1163098"/>
                  </a:lnTo>
                  <a:lnTo>
                    <a:pt x="802958" y="1161574"/>
                  </a:lnTo>
                  <a:lnTo>
                    <a:pt x="803338" y="1160526"/>
                  </a:lnTo>
                  <a:lnTo>
                    <a:pt x="804767" y="1158907"/>
                  </a:lnTo>
                  <a:lnTo>
                    <a:pt x="806006" y="1157764"/>
                  </a:lnTo>
                  <a:lnTo>
                    <a:pt x="806768" y="1157192"/>
                  </a:lnTo>
                  <a:lnTo>
                    <a:pt x="807053" y="1156335"/>
                  </a:lnTo>
                  <a:lnTo>
                    <a:pt x="799148" y="1121474"/>
                  </a:lnTo>
                  <a:lnTo>
                    <a:pt x="791147" y="1086422"/>
                  </a:lnTo>
                  <a:lnTo>
                    <a:pt x="787622" y="1079087"/>
                  </a:lnTo>
                  <a:lnTo>
                    <a:pt x="786479" y="1077944"/>
                  </a:lnTo>
                  <a:lnTo>
                    <a:pt x="783622" y="1075849"/>
                  </a:lnTo>
                  <a:lnTo>
                    <a:pt x="780288" y="1070324"/>
                  </a:lnTo>
                  <a:lnTo>
                    <a:pt x="780574" y="1068419"/>
                  </a:lnTo>
                  <a:lnTo>
                    <a:pt x="783622" y="1067086"/>
                  </a:lnTo>
                  <a:lnTo>
                    <a:pt x="785146" y="1067086"/>
                  </a:lnTo>
                  <a:lnTo>
                    <a:pt x="786575" y="1066800"/>
                  </a:lnTo>
                  <a:lnTo>
                    <a:pt x="787908" y="1066133"/>
                  </a:lnTo>
                  <a:lnTo>
                    <a:pt x="789051" y="1064800"/>
                  </a:lnTo>
                  <a:lnTo>
                    <a:pt x="789242" y="1063847"/>
                  </a:lnTo>
                  <a:lnTo>
                    <a:pt x="789242" y="1062133"/>
                  </a:lnTo>
                  <a:lnTo>
                    <a:pt x="789527" y="1061276"/>
                  </a:lnTo>
                  <a:lnTo>
                    <a:pt x="790004" y="1060895"/>
                  </a:lnTo>
                  <a:lnTo>
                    <a:pt x="793528" y="1059752"/>
                  </a:lnTo>
                  <a:lnTo>
                    <a:pt x="794671" y="1059752"/>
                  </a:lnTo>
                  <a:lnTo>
                    <a:pt x="795814" y="1060133"/>
                  </a:lnTo>
                  <a:lnTo>
                    <a:pt x="797147" y="1061180"/>
                  </a:lnTo>
                  <a:lnTo>
                    <a:pt x="798576" y="1061752"/>
                  </a:lnTo>
                  <a:lnTo>
                    <a:pt x="800005" y="1061561"/>
                  </a:lnTo>
                  <a:lnTo>
                    <a:pt x="805434" y="1059371"/>
                  </a:lnTo>
                  <a:lnTo>
                    <a:pt x="806577" y="1058704"/>
                  </a:lnTo>
                  <a:lnTo>
                    <a:pt x="809911" y="1055561"/>
                  </a:lnTo>
                  <a:lnTo>
                    <a:pt x="810959" y="1054703"/>
                  </a:lnTo>
                  <a:lnTo>
                    <a:pt x="812292" y="1054322"/>
                  </a:lnTo>
                  <a:lnTo>
                    <a:pt x="813911" y="1054227"/>
                  </a:lnTo>
                  <a:lnTo>
                    <a:pt x="819436" y="1055275"/>
                  </a:lnTo>
                  <a:lnTo>
                    <a:pt x="820579" y="1054989"/>
                  </a:lnTo>
                  <a:lnTo>
                    <a:pt x="821341" y="1053846"/>
                  </a:lnTo>
                  <a:lnTo>
                    <a:pt x="822008" y="1052513"/>
                  </a:lnTo>
                  <a:lnTo>
                    <a:pt x="823151" y="1051370"/>
                  </a:lnTo>
                  <a:lnTo>
                    <a:pt x="823627" y="1050989"/>
                  </a:lnTo>
                  <a:lnTo>
                    <a:pt x="834581" y="1040511"/>
                  </a:lnTo>
                  <a:lnTo>
                    <a:pt x="835438" y="1038987"/>
                  </a:lnTo>
                  <a:lnTo>
                    <a:pt x="835628" y="1036701"/>
                  </a:lnTo>
                  <a:lnTo>
                    <a:pt x="834295" y="1034034"/>
                  </a:lnTo>
                  <a:lnTo>
                    <a:pt x="834295" y="1032034"/>
                  </a:lnTo>
                  <a:lnTo>
                    <a:pt x="835057" y="1029748"/>
                  </a:lnTo>
                  <a:lnTo>
                    <a:pt x="836105" y="1028224"/>
                  </a:lnTo>
                  <a:lnTo>
                    <a:pt x="837438" y="1027367"/>
                  </a:lnTo>
                  <a:lnTo>
                    <a:pt x="839248" y="1026986"/>
                  </a:lnTo>
                  <a:lnTo>
                    <a:pt x="842772" y="1027081"/>
                  </a:lnTo>
                  <a:lnTo>
                    <a:pt x="843725" y="1026319"/>
                  </a:lnTo>
                  <a:lnTo>
                    <a:pt x="848678" y="1016222"/>
                  </a:lnTo>
                  <a:lnTo>
                    <a:pt x="851345" y="1013079"/>
                  </a:lnTo>
                  <a:lnTo>
                    <a:pt x="854107" y="1012508"/>
                  </a:lnTo>
                  <a:lnTo>
                    <a:pt x="855536" y="1013746"/>
                  </a:lnTo>
                  <a:lnTo>
                    <a:pt x="856298" y="1015651"/>
                  </a:lnTo>
                  <a:lnTo>
                    <a:pt x="856964" y="1017746"/>
                  </a:lnTo>
                  <a:lnTo>
                    <a:pt x="857917" y="1019842"/>
                  </a:lnTo>
                  <a:lnTo>
                    <a:pt x="859060" y="1021271"/>
                  </a:lnTo>
                  <a:lnTo>
                    <a:pt x="860393" y="1022604"/>
                  </a:lnTo>
                  <a:lnTo>
                    <a:pt x="861822" y="1023556"/>
                  </a:lnTo>
                  <a:lnTo>
                    <a:pt x="863346" y="1024223"/>
                  </a:lnTo>
                  <a:lnTo>
                    <a:pt x="863442" y="1024223"/>
                  </a:lnTo>
                  <a:lnTo>
                    <a:pt x="898208" y="1034129"/>
                  </a:lnTo>
                  <a:lnTo>
                    <a:pt x="932974" y="1043940"/>
                  </a:lnTo>
                  <a:lnTo>
                    <a:pt x="939451" y="1047464"/>
                  </a:lnTo>
                  <a:lnTo>
                    <a:pt x="942023" y="1047941"/>
                  </a:lnTo>
                  <a:lnTo>
                    <a:pt x="943070" y="1047369"/>
                  </a:lnTo>
                  <a:lnTo>
                    <a:pt x="945166" y="1045178"/>
                  </a:lnTo>
                  <a:lnTo>
                    <a:pt x="947642" y="1044035"/>
                  </a:lnTo>
                  <a:lnTo>
                    <a:pt x="949738" y="1041464"/>
                  </a:lnTo>
                  <a:lnTo>
                    <a:pt x="951643" y="1040416"/>
                  </a:lnTo>
                  <a:lnTo>
                    <a:pt x="953643" y="1038511"/>
                  </a:lnTo>
                  <a:lnTo>
                    <a:pt x="954977" y="1036796"/>
                  </a:lnTo>
                  <a:lnTo>
                    <a:pt x="955453" y="1035844"/>
                  </a:lnTo>
                  <a:lnTo>
                    <a:pt x="955738" y="1034701"/>
                  </a:lnTo>
                  <a:lnTo>
                    <a:pt x="955929" y="1033081"/>
                  </a:lnTo>
                  <a:lnTo>
                    <a:pt x="955453" y="1029938"/>
                  </a:lnTo>
                  <a:lnTo>
                    <a:pt x="954310" y="1026414"/>
                  </a:lnTo>
                  <a:lnTo>
                    <a:pt x="953548" y="1023176"/>
                  </a:lnTo>
                  <a:lnTo>
                    <a:pt x="954310" y="1020794"/>
                  </a:lnTo>
                  <a:lnTo>
                    <a:pt x="953929" y="1018223"/>
                  </a:lnTo>
                  <a:lnTo>
                    <a:pt x="955929" y="1007078"/>
                  </a:lnTo>
                  <a:lnTo>
                    <a:pt x="956025" y="1005078"/>
                  </a:lnTo>
                  <a:lnTo>
                    <a:pt x="956405" y="1003173"/>
                  </a:lnTo>
                  <a:lnTo>
                    <a:pt x="956977" y="1001363"/>
                  </a:lnTo>
                  <a:lnTo>
                    <a:pt x="960120" y="994791"/>
                  </a:lnTo>
                  <a:lnTo>
                    <a:pt x="960882" y="993648"/>
                  </a:lnTo>
                  <a:lnTo>
                    <a:pt x="961930" y="992791"/>
                  </a:lnTo>
                  <a:lnTo>
                    <a:pt x="965073" y="991457"/>
                  </a:lnTo>
                  <a:lnTo>
                    <a:pt x="967454" y="990886"/>
                  </a:lnTo>
                  <a:lnTo>
                    <a:pt x="969645" y="989267"/>
                  </a:lnTo>
                  <a:lnTo>
                    <a:pt x="972217" y="988505"/>
                  </a:lnTo>
                  <a:lnTo>
                    <a:pt x="974788" y="986314"/>
                  </a:lnTo>
                  <a:lnTo>
                    <a:pt x="975741" y="985742"/>
                  </a:lnTo>
                  <a:lnTo>
                    <a:pt x="978789" y="985742"/>
                  </a:lnTo>
                  <a:lnTo>
                    <a:pt x="979742" y="984885"/>
                  </a:lnTo>
                  <a:lnTo>
                    <a:pt x="978980" y="982694"/>
                  </a:lnTo>
                  <a:lnTo>
                    <a:pt x="979932" y="980980"/>
                  </a:lnTo>
                  <a:lnTo>
                    <a:pt x="981075" y="980313"/>
                  </a:lnTo>
                  <a:lnTo>
                    <a:pt x="982409" y="980123"/>
                  </a:lnTo>
                  <a:lnTo>
                    <a:pt x="983933" y="979551"/>
                  </a:lnTo>
                  <a:lnTo>
                    <a:pt x="983456" y="978980"/>
                  </a:lnTo>
                  <a:lnTo>
                    <a:pt x="982694" y="977646"/>
                  </a:lnTo>
                  <a:lnTo>
                    <a:pt x="982313" y="977170"/>
                  </a:lnTo>
                  <a:lnTo>
                    <a:pt x="984409" y="975551"/>
                  </a:lnTo>
                  <a:lnTo>
                    <a:pt x="985076" y="974312"/>
                  </a:lnTo>
                  <a:lnTo>
                    <a:pt x="984790" y="972788"/>
                  </a:lnTo>
                  <a:lnTo>
                    <a:pt x="983837" y="972026"/>
                  </a:lnTo>
                  <a:lnTo>
                    <a:pt x="981837" y="971360"/>
                  </a:lnTo>
                  <a:lnTo>
                    <a:pt x="981170" y="970217"/>
                  </a:lnTo>
                  <a:lnTo>
                    <a:pt x="983361" y="968026"/>
                  </a:lnTo>
                  <a:lnTo>
                    <a:pt x="984504" y="963454"/>
                  </a:lnTo>
                  <a:lnTo>
                    <a:pt x="986600" y="962311"/>
                  </a:lnTo>
                  <a:lnTo>
                    <a:pt x="986028" y="961263"/>
                  </a:lnTo>
                  <a:lnTo>
                    <a:pt x="984409" y="960311"/>
                  </a:lnTo>
                  <a:lnTo>
                    <a:pt x="983933" y="959263"/>
                  </a:lnTo>
                  <a:lnTo>
                    <a:pt x="983933" y="957548"/>
                  </a:lnTo>
                  <a:lnTo>
                    <a:pt x="984504" y="956596"/>
                  </a:lnTo>
                  <a:lnTo>
                    <a:pt x="985266" y="956120"/>
                  </a:lnTo>
                  <a:lnTo>
                    <a:pt x="985647" y="955643"/>
                  </a:lnTo>
                  <a:lnTo>
                    <a:pt x="985933" y="952786"/>
                  </a:lnTo>
                  <a:lnTo>
                    <a:pt x="986885" y="950786"/>
                  </a:lnTo>
                  <a:lnTo>
                    <a:pt x="988219" y="949833"/>
                  </a:lnTo>
                  <a:lnTo>
                    <a:pt x="989934" y="949738"/>
                  </a:lnTo>
                  <a:lnTo>
                    <a:pt x="990505" y="950119"/>
                  </a:lnTo>
                  <a:lnTo>
                    <a:pt x="990886" y="950690"/>
                  </a:lnTo>
                  <a:lnTo>
                    <a:pt x="991362" y="951167"/>
                  </a:lnTo>
                  <a:lnTo>
                    <a:pt x="992124" y="951357"/>
                  </a:lnTo>
                  <a:lnTo>
                    <a:pt x="992600" y="951167"/>
                  </a:lnTo>
                  <a:lnTo>
                    <a:pt x="992600" y="950786"/>
                  </a:lnTo>
                  <a:lnTo>
                    <a:pt x="992505" y="950309"/>
                  </a:lnTo>
                  <a:lnTo>
                    <a:pt x="992696" y="949738"/>
                  </a:lnTo>
                  <a:lnTo>
                    <a:pt x="993934" y="948595"/>
                  </a:lnTo>
                  <a:lnTo>
                    <a:pt x="994220" y="947833"/>
                  </a:lnTo>
                  <a:lnTo>
                    <a:pt x="994315" y="946214"/>
                  </a:lnTo>
                  <a:lnTo>
                    <a:pt x="994505" y="945071"/>
                  </a:lnTo>
                  <a:lnTo>
                    <a:pt x="995172" y="944308"/>
                  </a:lnTo>
                  <a:lnTo>
                    <a:pt x="995934" y="944118"/>
                  </a:lnTo>
                  <a:lnTo>
                    <a:pt x="997744" y="945261"/>
                  </a:lnTo>
                  <a:lnTo>
                    <a:pt x="998411" y="944499"/>
                  </a:lnTo>
                  <a:lnTo>
                    <a:pt x="1001268" y="934403"/>
                  </a:lnTo>
                  <a:lnTo>
                    <a:pt x="1003363" y="929640"/>
                  </a:lnTo>
                  <a:lnTo>
                    <a:pt x="1003268" y="927926"/>
                  </a:lnTo>
                  <a:lnTo>
                    <a:pt x="1001459" y="923735"/>
                  </a:lnTo>
                  <a:lnTo>
                    <a:pt x="1000697" y="920687"/>
                  </a:lnTo>
                  <a:lnTo>
                    <a:pt x="1001649" y="919829"/>
                  </a:lnTo>
                  <a:lnTo>
                    <a:pt x="1003363" y="919734"/>
                  </a:lnTo>
                  <a:lnTo>
                    <a:pt x="1004983" y="918686"/>
                  </a:lnTo>
                  <a:lnTo>
                    <a:pt x="1006983" y="916591"/>
                  </a:lnTo>
                  <a:lnTo>
                    <a:pt x="1007745" y="915543"/>
                  </a:lnTo>
                  <a:lnTo>
                    <a:pt x="1008221" y="914400"/>
                  </a:lnTo>
                  <a:lnTo>
                    <a:pt x="1008602" y="913257"/>
                  </a:lnTo>
                  <a:lnTo>
                    <a:pt x="1009174" y="912400"/>
                  </a:lnTo>
                  <a:lnTo>
                    <a:pt x="1010222" y="912019"/>
                  </a:lnTo>
                  <a:lnTo>
                    <a:pt x="1010793" y="912400"/>
                  </a:lnTo>
                  <a:lnTo>
                    <a:pt x="1011365" y="914019"/>
                  </a:lnTo>
                  <a:lnTo>
                    <a:pt x="1012127" y="914400"/>
                  </a:lnTo>
                  <a:lnTo>
                    <a:pt x="1012603" y="913924"/>
                  </a:lnTo>
                  <a:lnTo>
                    <a:pt x="1013936" y="912019"/>
                  </a:lnTo>
                  <a:lnTo>
                    <a:pt x="1014603" y="911257"/>
                  </a:lnTo>
                  <a:lnTo>
                    <a:pt x="1014127" y="909828"/>
                  </a:lnTo>
                  <a:lnTo>
                    <a:pt x="1015270" y="908876"/>
                  </a:lnTo>
                  <a:lnTo>
                    <a:pt x="1016889" y="908114"/>
                  </a:lnTo>
                  <a:lnTo>
                    <a:pt x="1017937" y="907256"/>
                  </a:lnTo>
                  <a:lnTo>
                    <a:pt x="1017842" y="904970"/>
                  </a:lnTo>
                  <a:lnTo>
                    <a:pt x="1017270" y="903446"/>
                  </a:lnTo>
                  <a:lnTo>
                    <a:pt x="1017175" y="902303"/>
                  </a:lnTo>
                  <a:lnTo>
                    <a:pt x="1018985" y="900970"/>
                  </a:lnTo>
                  <a:lnTo>
                    <a:pt x="1018223" y="899922"/>
                  </a:lnTo>
                  <a:lnTo>
                    <a:pt x="1017461" y="899351"/>
                  </a:lnTo>
                  <a:lnTo>
                    <a:pt x="1016508" y="899446"/>
                  </a:lnTo>
                  <a:lnTo>
                    <a:pt x="1015651" y="900208"/>
                  </a:lnTo>
                  <a:lnTo>
                    <a:pt x="1014794" y="897922"/>
                  </a:lnTo>
                  <a:lnTo>
                    <a:pt x="1016222" y="896303"/>
                  </a:lnTo>
                  <a:lnTo>
                    <a:pt x="1019747" y="894302"/>
                  </a:lnTo>
                  <a:lnTo>
                    <a:pt x="1020413" y="892016"/>
                  </a:lnTo>
                  <a:lnTo>
                    <a:pt x="1019461" y="889730"/>
                  </a:lnTo>
                  <a:lnTo>
                    <a:pt x="1017746" y="887921"/>
                  </a:lnTo>
                  <a:lnTo>
                    <a:pt x="1016222" y="886682"/>
                  </a:lnTo>
                  <a:lnTo>
                    <a:pt x="1015365" y="886301"/>
                  </a:lnTo>
                  <a:lnTo>
                    <a:pt x="1014603" y="886206"/>
                  </a:lnTo>
                  <a:lnTo>
                    <a:pt x="1014032" y="885825"/>
                  </a:lnTo>
                  <a:lnTo>
                    <a:pt x="1013555" y="884396"/>
                  </a:lnTo>
                  <a:lnTo>
                    <a:pt x="1013365" y="882777"/>
                  </a:lnTo>
                  <a:lnTo>
                    <a:pt x="1013651" y="881634"/>
                  </a:lnTo>
                  <a:lnTo>
                    <a:pt x="1017080" y="876014"/>
                  </a:lnTo>
                  <a:lnTo>
                    <a:pt x="1017461" y="874967"/>
                  </a:lnTo>
                  <a:lnTo>
                    <a:pt x="1017651" y="872014"/>
                  </a:lnTo>
                  <a:lnTo>
                    <a:pt x="1017937" y="870871"/>
                  </a:lnTo>
                  <a:lnTo>
                    <a:pt x="1019366" y="868871"/>
                  </a:lnTo>
                  <a:lnTo>
                    <a:pt x="1023080" y="866489"/>
                  </a:lnTo>
                  <a:lnTo>
                    <a:pt x="1024700" y="864870"/>
                  </a:lnTo>
                  <a:lnTo>
                    <a:pt x="1025557" y="863441"/>
                  </a:lnTo>
                  <a:lnTo>
                    <a:pt x="1026128" y="862489"/>
                  </a:lnTo>
                  <a:lnTo>
                    <a:pt x="1026890" y="860203"/>
                  </a:lnTo>
                  <a:lnTo>
                    <a:pt x="1027748" y="854964"/>
                  </a:lnTo>
                  <a:lnTo>
                    <a:pt x="1029081" y="850106"/>
                  </a:lnTo>
                  <a:lnTo>
                    <a:pt x="1029272" y="847820"/>
                  </a:lnTo>
                  <a:lnTo>
                    <a:pt x="1028605" y="845725"/>
                  </a:lnTo>
                  <a:lnTo>
                    <a:pt x="1027367" y="843820"/>
                  </a:lnTo>
                  <a:lnTo>
                    <a:pt x="1027081" y="842296"/>
                  </a:lnTo>
                  <a:lnTo>
                    <a:pt x="1027367" y="840581"/>
                  </a:lnTo>
                  <a:lnTo>
                    <a:pt x="1030700" y="832104"/>
                  </a:lnTo>
                  <a:lnTo>
                    <a:pt x="1031081" y="829818"/>
                  </a:lnTo>
                  <a:lnTo>
                    <a:pt x="1031081" y="824960"/>
                  </a:lnTo>
                  <a:lnTo>
                    <a:pt x="1031272" y="823436"/>
                  </a:lnTo>
                  <a:lnTo>
                    <a:pt x="1031653" y="822579"/>
                  </a:lnTo>
                  <a:lnTo>
                    <a:pt x="1032129" y="822103"/>
                  </a:lnTo>
                  <a:lnTo>
                    <a:pt x="1032701" y="821341"/>
                  </a:lnTo>
                  <a:lnTo>
                    <a:pt x="1034796" y="814673"/>
                  </a:lnTo>
                  <a:lnTo>
                    <a:pt x="1035653" y="812959"/>
                  </a:lnTo>
                  <a:lnTo>
                    <a:pt x="1037368" y="811721"/>
                  </a:lnTo>
                  <a:lnTo>
                    <a:pt x="1041463" y="811244"/>
                  </a:lnTo>
                  <a:lnTo>
                    <a:pt x="1043083" y="810197"/>
                  </a:lnTo>
                  <a:lnTo>
                    <a:pt x="1043845" y="807434"/>
                  </a:lnTo>
                  <a:lnTo>
                    <a:pt x="1042988" y="805148"/>
                  </a:lnTo>
                  <a:lnTo>
                    <a:pt x="1041559" y="803053"/>
                  </a:lnTo>
                  <a:lnTo>
                    <a:pt x="1040892" y="800957"/>
                  </a:lnTo>
                  <a:lnTo>
                    <a:pt x="1041368" y="798576"/>
                  </a:lnTo>
                  <a:lnTo>
                    <a:pt x="1041463" y="797243"/>
                  </a:lnTo>
                  <a:lnTo>
                    <a:pt x="1041178" y="796576"/>
                  </a:lnTo>
                  <a:lnTo>
                    <a:pt x="1040606" y="796195"/>
                  </a:lnTo>
                  <a:lnTo>
                    <a:pt x="1039178" y="794195"/>
                  </a:lnTo>
                  <a:lnTo>
                    <a:pt x="1038606" y="793337"/>
                  </a:lnTo>
                  <a:lnTo>
                    <a:pt x="1038035" y="791051"/>
                  </a:lnTo>
                  <a:lnTo>
                    <a:pt x="1038511" y="789432"/>
                  </a:lnTo>
                  <a:lnTo>
                    <a:pt x="1039273" y="787622"/>
                  </a:lnTo>
                  <a:lnTo>
                    <a:pt x="1039749" y="784860"/>
                  </a:lnTo>
                  <a:lnTo>
                    <a:pt x="1040416" y="782860"/>
                  </a:lnTo>
                  <a:lnTo>
                    <a:pt x="1041940" y="781526"/>
                  </a:lnTo>
                  <a:lnTo>
                    <a:pt x="1045274" y="779621"/>
                  </a:lnTo>
                  <a:lnTo>
                    <a:pt x="1046321" y="778193"/>
                  </a:lnTo>
                  <a:lnTo>
                    <a:pt x="1048036" y="774573"/>
                  </a:lnTo>
                  <a:lnTo>
                    <a:pt x="1049084" y="773144"/>
                  </a:lnTo>
                  <a:lnTo>
                    <a:pt x="1050703" y="772001"/>
                  </a:lnTo>
                  <a:lnTo>
                    <a:pt x="1052322" y="771239"/>
                  </a:lnTo>
                  <a:lnTo>
                    <a:pt x="1054037" y="770858"/>
                  </a:lnTo>
                  <a:lnTo>
                    <a:pt x="1055942" y="770763"/>
                  </a:lnTo>
                  <a:lnTo>
                    <a:pt x="1056799" y="770477"/>
                  </a:lnTo>
                  <a:lnTo>
                    <a:pt x="1057847" y="769906"/>
                  </a:lnTo>
                  <a:lnTo>
                    <a:pt x="1058894" y="769715"/>
                  </a:lnTo>
                  <a:lnTo>
                    <a:pt x="1060609" y="770858"/>
                  </a:lnTo>
                  <a:lnTo>
                    <a:pt x="1063467" y="770954"/>
                  </a:lnTo>
                  <a:lnTo>
                    <a:pt x="1064419" y="770763"/>
                  </a:lnTo>
                  <a:lnTo>
                    <a:pt x="1065657" y="769715"/>
                  </a:lnTo>
                  <a:lnTo>
                    <a:pt x="1068515" y="766572"/>
                  </a:lnTo>
                  <a:lnTo>
                    <a:pt x="1070229" y="765905"/>
                  </a:lnTo>
                  <a:lnTo>
                    <a:pt x="1070515" y="764667"/>
                  </a:lnTo>
                  <a:lnTo>
                    <a:pt x="1073944" y="759238"/>
                  </a:lnTo>
                  <a:lnTo>
                    <a:pt x="1074896" y="758190"/>
                  </a:lnTo>
                  <a:lnTo>
                    <a:pt x="1075563" y="756666"/>
                  </a:lnTo>
                  <a:lnTo>
                    <a:pt x="1079087" y="753808"/>
                  </a:lnTo>
                  <a:lnTo>
                    <a:pt x="1080230" y="752189"/>
                  </a:lnTo>
                  <a:lnTo>
                    <a:pt x="1080516" y="749713"/>
                  </a:lnTo>
                  <a:lnTo>
                    <a:pt x="1080611" y="747046"/>
                  </a:lnTo>
                  <a:lnTo>
                    <a:pt x="1081088" y="744950"/>
                  </a:lnTo>
                  <a:lnTo>
                    <a:pt x="1082802" y="744093"/>
                  </a:lnTo>
                  <a:lnTo>
                    <a:pt x="1083659" y="743236"/>
                  </a:lnTo>
                  <a:lnTo>
                    <a:pt x="1087469" y="737616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6" name="Freeform: Shape 29">
              <a:extLst>
                <a:ext uri="{FF2B5EF4-FFF2-40B4-BE49-F238E27FC236}">
                  <a16:creationId xmlns:a16="http://schemas.microsoft.com/office/drawing/2014/main" id="{F30D43F1-93E0-D433-36C2-E62CBE0DE05B}"/>
                </a:ext>
              </a:extLst>
            </p:cNvPr>
            <p:cNvSpPr/>
            <p:nvPr/>
          </p:nvSpPr>
          <p:spPr>
            <a:xfrm>
              <a:off x="4028980" y="3837305"/>
              <a:ext cx="504825" cy="676275"/>
            </a:xfrm>
            <a:custGeom>
              <a:avLst/>
              <a:gdLst>
                <a:gd name="connsiteX0" fmla="*/ 415385 w 504825"/>
                <a:gd name="connsiteY0" fmla="*/ 373475 h 676275"/>
                <a:gd name="connsiteX1" fmla="*/ 413956 w 504825"/>
                <a:gd name="connsiteY1" fmla="*/ 374142 h 676275"/>
                <a:gd name="connsiteX2" fmla="*/ 415099 w 504825"/>
                <a:gd name="connsiteY2" fmla="*/ 376142 h 676275"/>
                <a:gd name="connsiteX3" fmla="*/ 413575 w 504825"/>
                <a:gd name="connsiteY3" fmla="*/ 377666 h 676275"/>
                <a:gd name="connsiteX4" fmla="*/ 411004 w 504825"/>
                <a:gd name="connsiteY4" fmla="*/ 380238 h 676275"/>
                <a:gd name="connsiteX5" fmla="*/ 409575 w 504825"/>
                <a:gd name="connsiteY5" fmla="*/ 380809 h 676275"/>
                <a:gd name="connsiteX6" fmla="*/ 406908 w 504825"/>
                <a:gd name="connsiteY6" fmla="*/ 376333 h 676275"/>
                <a:gd name="connsiteX7" fmla="*/ 403860 w 504825"/>
                <a:gd name="connsiteY7" fmla="*/ 375952 h 676275"/>
                <a:gd name="connsiteX8" fmla="*/ 403098 w 504825"/>
                <a:gd name="connsiteY8" fmla="*/ 376714 h 676275"/>
                <a:gd name="connsiteX9" fmla="*/ 402336 w 504825"/>
                <a:gd name="connsiteY9" fmla="*/ 380429 h 676275"/>
                <a:gd name="connsiteX10" fmla="*/ 402431 w 504825"/>
                <a:gd name="connsiteY10" fmla="*/ 384048 h 676275"/>
                <a:gd name="connsiteX11" fmla="*/ 404050 w 504825"/>
                <a:gd name="connsiteY11" fmla="*/ 386810 h 676275"/>
                <a:gd name="connsiteX12" fmla="*/ 403193 w 504825"/>
                <a:gd name="connsiteY12" fmla="*/ 387667 h 676275"/>
                <a:gd name="connsiteX13" fmla="*/ 405003 w 504825"/>
                <a:gd name="connsiteY13" fmla="*/ 389287 h 676275"/>
                <a:gd name="connsiteX14" fmla="*/ 405955 w 504825"/>
                <a:gd name="connsiteY14" fmla="*/ 389287 h 676275"/>
                <a:gd name="connsiteX15" fmla="*/ 412337 w 504825"/>
                <a:gd name="connsiteY15" fmla="*/ 383858 h 676275"/>
                <a:gd name="connsiteX16" fmla="*/ 416719 w 504825"/>
                <a:gd name="connsiteY16" fmla="*/ 376428 h 676275"/>
                <a:gd name="connsiteX17" fmla="*/ 416719 w 504825"/>
                <a:gd name="connsiteY17" fmla="*/ 375285 h 676275"/>
                <a:gd name="connsiteX18" fmla="*/ 415385 w 504825"/>
                <a:gd name="connsiteY18" fmla="*/ 373475 h 676275"/>
                <a:gd name="connsiteX19" fmla="*/ 300133 w 504825"/>
                <a:gd name="connsiteY19" fmla="*/ 297085 h 676275"/>
                <a:gd name="connsiteX20" fmla="*/ 300609 w 504825"/>
                <a:gd name="connsiteY20" fmla="*/ 296609 h 676275"/>
                <a:gd name="connsiteX21" fmla="*/ 301085 w 504825"/>
                <a:gd name="connsiteY21" fmla="*/ 296323 h 676275"/>
                <a:gd name="connsiteX22" fmla="*/ 304609 w 504825"/>
                <a:gd name="connsiteY22" fmla="*/ 295084 h 676275"/>
                <a:gd name="connsiteX23" fmla="*/ 305086 w 504825"/>
                <a:gd name="connsiteY23" fmla="*/ 294894 h 676275"/>
                <a:gd name="connsiteX24" fmla="*/ 305467 w 504825"/>
                <a:gd name="connsiteY24" fmla="*/ 294608 h 676275"/>
                <a:gd name="connsiteX25" fmla="*/ 305752 w 504825"/>
                <a:gd name="connsiteY25" fmla="*/ 294132 h 676275"/>
                <a:gd name="connsiteX26" fmla="*/ 305848 w 504825"/>
                <a:gd name="connsiteY26" fmla="*/ 293561 h 676275"/>
                <a:gd name="connsiteX27" fmla="*/ 305562 w 504825"/>
                <a:gd name="connsiteY27" fmla="*/ 292894 h 676275"/>
                <a:gd name="connsiteX28" fmla="*/ 305181 w 504825"/>
                <a:gd name="connsiteY28" fmla="*/ 292417 h 676275"/>
                <a:gd name="connsiteX29" fmla="*/ 304609 w 504825"/>
                <a:gd name="connsiteY29" fmla="*/ 292132 h 676275"/>
                <a:gd name="connsiteX30" fmla="*/ 304038 w 504825"/>
                <a:gd name="connsiteY30" fmla="*/ 292037 h 676275"/>
                <a:gd name="connsiteX31" fmla="*/ 302800 w 504825"/>
                <a:gd name="connsiteY31" fmla="*/ 292037 h 676275"/>
                <a:gd name="connsiteX32" fmla="*/ 301466 w 504825"/>
                <a:gd name="connsiteY32" fmla="*/ 291846 h 676275"/>
                <a:gd name="connsiteX33" fmla="*/ 300323 w 504825"/>
                <a:gd name="connsiteY33" fmla="*/ 291465 h 676275"/>
                <a:gd name="connsiteX34" fmla="*/ 299847 w 504825"/>
                <a:gd name="connsiteY34" fmla="*/ 291179 h 676275"/>
                <a:gd name="connsiteX35" fmla="*/ 299466 w 504825"/>
                <a:gd name="connsiteY35" fmla="*/ 290893 h 676275"/>
                <a:gd name="connsiteX36" fmla="*/ 299085 w 504825"/>
                <a:gd name="connsiteY36" fmla="*/ 290513 h 676275"/>
                <a:gd name="connsiteX37" fmla="*/ 298132 w 504825"/>
                <a:gd name="connsiteY37" fmla="*/ 289274 h 676275"/>
                <a:gd name="connsiteX38" fmla="*/ 297847 w 504825"/>
                <a:gd name="connsiteY38" fmla="*/ 288798 h 676275"/>
                <a:gd name="connsiteX39" fmla="*/ 297466 w 504825"/>
                <a:gd name="connsiteY39" fmla="*/ 287750 h 676275"/>
                <a:gd name="connsiteX40" fmla="*/ 296704 w 504825"/>
                <a:gd name="connsiteY40" fmla="*/ 284512 h 676275"/>
                <a:gd name="connsiteX41" fmla="*/ 296513 w 504825"/>
                <a:gd name="connsiteY41" fmla="*/ 283369 h 676275"/>
                <a:gd name="connsiteX42" fmla="*/ 296608 w 504825"/>
                <a:gd name="connsiteY42" fmla="*/ 282607 h 676275"/>
                <a:gd name="connsiteX43" fmla="*/ 296989 w 504825"/>
                <a:gd name="connsiteY43" fmla="*/ 281368 h 676275"/>
                <a:gd name="connsiteX44" fmla="*/ 297847 w 504825"/>
                <a:gd name="connsiteY44" fmla="*/ 279368 h 676275"/>
                <a:gd name="connsiteX45" fmla="*/ 301276 w 504825"/>
                <a:gd name="connsiteY45" fmla="*/ 274225 h 676275"/>
                <a:gd name="connsiteX46" fmla="*/ 302133 w 504825"/>
                <a:gd name="connsiteY46" fmla="*/ 272605 h 676275"/>
                <a:gd name="connsiteX47" fmla="*/ 303847 w 504825"/>
                <a:gd name="connsiteY47" fmla="*/ 268414 h 676275"/>
                <a:gd name="connsiteX48" fmla="*/ 289846 w 504825"/>
                <a:gd name="connsiteY48" fmla="*/ 271272 h 676275"/>
                <a:gd name="connsiteX49" fmla="*/ 285083 w 504825"/>
                <a:gd name="connsiteY49" fmla="*/ 273939 h 676275"/>
                <a:gd name="connsiteX50" fmla="*/ 284321 w 504825"/>
                <a:gd name="connsiteY50" fmla="*/ 274225 h 676275"/>
                <a:gd name="connsiteX51" fmla="*/ 283655 w 504825"/>
                <a:gd name="connsiteY51" fmla="*/ 274415 h 676275"/>
                <a:gd name="connsiteX52" fmla="*/ 270986 w 504825"/>
                <a:gd name="connsiteY52" fmla="*/ 274130 h 676275"/>
                <a:gd name="connsiteX53" fmla="*/ 268224 w 504825"/>
                <a:gd name="connsiteY53" fmla="*/ 274701 h 676275"/>
                <a:gd name="connsiteX54" fmla="*/ 266605 w 504825"/>
                <a:gd name="connsiteY54" fmla="*/ 275368 h 676275"/>
                <a:gd name="connsiteX55" fmla="*/ 265938 w 504825"/>
                <a:gd name="connsiteY55" fmla="*/ 275939 h 676275"/>
                <a:gd name="connsiteX56" fmla="*/ 265462 w 504825"/>
                <a:gd name="connsiteY56" fmla="*/ 276606 h 676275"/>
                <a:gd name="connsiteX57" fmla="*/ 265271 w 504825"/>
                <a:gd name="connsiteY57" fmla="*/ 277939 h 676275"/>
                <a:gd name="connsiteX58" fmla="*/ 264414 w 504825"/>
                <a:gd name="connsiteY58" fmla="*/ 280988 h 676275"/>
                <a:gd name="connsiteX59" fmla="*/ 264319 w 504825"/>
                <a:gd name="connsiteY59" fmla="*/ 281654 h 676275"/>
                <a:gd name="connsiteX60" fmla="*/ 264319 w 504825"/>
                <a:gd name="connsiteY60" fmla="*/ 282321 h 676275"/>
                <a:gd name="connsiteX61" fmla="*/ 264414 w 504825"/>
                <a:gd name="connsiteY61" fmla="*/ 282892 h 676275"/>
                <a:gd name="connsiteX62" fmla="*/ 264795 w 504825"/>
                <a:gd name="connsiteY62" fmla="*/ 283940 h 676275"/>
                <a:gd name="connsiteX63" fmla="*/ 265462 w 504825"/>
                <a:gd name="connsiteY63" fmla="*/ 285274 h 676275"/>
                <a:gd name="connsiteX64" fmla="*/ 266890 w 504825"/>
                <a:gd name="connsiteY64" fmla="*/ 287369 h 676275"/>
                <a:gd name="connsiteX65" fmla="*/ 267081 w 504825"/>
                <a:gd name="connsiteY65" fmla="*/ 288131 h 676275"/>
                <a:gd name="connsiteX66" fmla="*/ 267271 w 504825"/>
                <a:gd name="connsiteY66" fmla="*/ 289465 h 676275"/>
                <a:gd name="connsiteX67" fmla="*/ 267557 w 504825"/>
                <a:gd name="connsiteY67" fmla="*/ 289846 h 676275"/>
                <a:gd name="connsiteX68" fmla="*/ 268033 w 504825"/>
                <a:gd name="connsiteY68" fmla="*/ 290132 h 676275"/>
                <a:gd name="connsiteX69" fmla="*/ 269272 w 504825"/>
                <a:gd name="connsiteY69" fmla="*/ 290322 h 676275"/>
                <a:gd name="connsiteX70" fmla="*/ 269748 w 504825"/>
                <a:gd name="connsiteY70" fmla="*/ 290608 h 676275"/>
                <a:gd name="connsiteX71" fmla="*/ 270129 w 504825"/>
                <a:gd name="connsiteY71" fmla="*/ 290989 h 676275"/>
                <a:gd name="connsiteX72" fmla="*/ 270700 w 504825"/>
                <a:gd name="connsiteY72" fmla="*/ 291846 h 676275"/>
                <a:gd name="connsiteX73" fmla="*/ 271367 w 504825"/>
                <a:gd name="connsiteY73" fmla="*/ 292608 h 676275"/>
                <a:gd name="connsiteX74" fmla="*/ 272129 w 504825"/>
                <a:gd name="connsiteY74" fmla="*/ 293656 h 676275"/>
                <a:gd name="connsiteX75" fmla="*/ 272415 w 504825"/>
                <a:gd name="connsiteY75" fmla="*/ 293942 h 676275"/>
                <a:gd name="connsiteX76" fmla="*/ 272796 w 504825"/>
                <a:gd name="connsiteY76" fmla="*/ 294132 h 676275"/>
                <a:gd name="connsiteX77" fmla="*/ 273844 w 504825"/>
                <a:gd name="connsiteY77" fmla="*/ 294608 h 676275"/>
                <a:gd name="connsiteX78" fmla="*/ 274320 w 504825"/>
                <a:gd name="connsiteY78" fmla="*/ 294894 h 676275"/>
                <a:gd name="connsiteX79" fmla="*/ 275082 w 504825"/>
                <a:gd name="connsiteY79" fmla="*/ 295561 h 676275"/>
                <a:gd name="connsiteX80" fmla="*/ 275463 w 504825"/>
                <a:gd name="connsiteY80" fmla="*/ 295751 h 676275"/>
                <a:gd name="connsiteX81" fmla="*/ 276130 w 504825"/>
                <a:gd name="connsiteY81" fmla="*/ 295751 h 676275"/>
                <a:gd name="connsiteX82" fmla="*/ 276511 w 504825"/>
                <a:gd name="connsiteY82" fmla="*/ 295180 h 676275"/>
                <a:gd name="connsiteX83" fmla="*/ 276987 w 504825"/>
                <a:gd name="connsiteY83" fmla="*/ 294513 h 676275"/>
                <a:gd name="connsiteX84" fmla="*/ 277273 w 504825"/>
                <a:gd name="connsiteY84" fmla="*/ 294418 h 676275"/>
                <a:gd name="connsiteX85" fmla="*/ 277558 w 504825"/>
                <a:gd name="connsiteY85" fmla="*/ 294704 h 676275"/>
                <a:gd name="connsiteX86" fmla="*/ 277844 w 504825"/>
                <a:gd name="connsiteY86" fmla="*/ 295084 h 676275"/>
                <a:gd name="connsiteX87" fmla="*/ 278034 w 504825"/>
                <a:gd name="connsiteY87" fmla="*/ 295561 h 676275"/>
                <a:gd name="connsiteX88" fmla="*/ 279082 w 504825"/>
                <a:gd name="connsiteY88" fmla="*/ 298799 h 676275"/>
                <a:gd name="connsiteX89" fmla="*/ 279178 w 504825"/>
                <a:gd name="connsiteY89" fmla="*/ 299561 h 676275"/>
                <a:gd name="connsiteX90" fmla="*/ 279082 w 504825"/>
                <a:gd name="connsiteY90" fmla="*/ 300418 h 676275"/>
                <a:gd name="connsiteX91" fmla="*/ 278606 w 504825"/>
                <a:gd name="connsiteY91" fmla="*/ 301657 h 676275"/>
                <a:gd name="connsiteX92" fmla="*/ 277939 w 504825"/>
                <a:gd name="connsiteY92" fmla="*/ 302514 h 676275"/>
                <a:gd name="connsiteX93" fmla="*/ 277273 w 504825"/>
                <a:gd name="connsiteY93" fmla="*/ 303657 h 676275"/>
                <a:gd name="connsiteX94" fmla="*/ 277177 w 504825"/>
                <a:gd name="connsiteY94" fmla="*/ 303943 h 676275"/>
                <a:gd name="connsiteX95" fmla="*/ 275272 w 504825"/>
                <a:gd name="connsiteY95" fmla="*/ 307181 h 676275"/>
                <a:gd name="connsiteX96" fmla="*/ 274987 w 504825"/>
                <a:gd name="connsiteY96" fmla="*/ 307753 h 676275"/>
                <a:gd name="connsiteX97" fmla="*/ 274891 w 504825"/>
                <a:gd name="connsiteY97" fmla="*/ 308134 h 676275"/>
                <a:gd name="connsiteX98" fmla="*/ 274796 w 504825"/>
                <a:gd name="connsiteY98" fmla="*/ 309372 h 676275"/>
                <a:gd name="connsiteX99" fmla="*/ 274796 w 504825"/>
                <a:gd name="connsiteY99" fmla="*/ 309848 h 676275"/>
                <a:gd name="connsiteX100" fmla="*/ 274891 w 504825"/>
                <a:gd name="connsiteY100" fmla="*/ 310610 h 676275"/>
                <a:gd name="connsiteX101" fmla="*/ 276034 w 504825"/>
                <a:gd name="connsiteY101" fmla="*/ 310515 h 676275"/>
                <a:gd name="connsiteX102" fmla="*/ 277082 w 504825"/>
                <a:gd name="connsiteY102" fmla="*/ 310705 h 676275"/>
                <a:gd name="connsiteX103" fmla="*/ 277463 w 504825"/>
                <a:gd name="connsiteY103" fmla="*/ 310801 h 676275"/>
                <a:gd name="connsiteX104" fmla="*/ 278225 w 504825"/>
                <a:gd name="connsiteY104" fmla="*/ 311182 h 676275"/>
                <a:gd name="connsiteX105" fmla="*/ 279178 w 504825"/>
                <a:gd name="connsiteY105" fmla="*/ 311849 h 676275"/>
                <a:gd name="connsiteX106" fmla="*/ 281273 w 504825"/>
                <a:gd name="connsiteY106" fmla="*/ 312896 h 676275"/>
                <a:gd name="connsiteX107" fmla="*/ 287655 w 504825"/>
                <a:gd name="connsiteY107" fmla="*/ 314706 h 676275"/>
                <a:gd name="connsiteX108" fmla="*/ 294608 w 504825"/>
                <a:gd name="connsiteY108" fmla="*/ 317659 h 676275"/>
                <a:gd name="connsiteX109" fmla="*/ 295275 w 504825"/>
                <a:gd name="connsiteY109" fmla="*/ 317754 h 676275"/>
                <a:gd name="connsiteX110" fmla="*/ 295942 w 504825"/>
                <a:gd name="connsiteY110" fmla="*/ 317754 h 676275"/>
                <a:gd name="connsiteX111" fmla="*/ 297084 w 504825"/>
                <a:gd name="connsiteY111" fmla="*/ 317563 h 676275"/>
                <a:gd name="connsiteX112" fmla="*/ 297561 w 504825"/>
                <a:gd name="connsiteY112" fmla="*/ 317373 h 676275"/>
                <a:gd name="connsiteX113" fmla="*/ 297942 w 504825"/>
                <a:gd name="connsiteY113" fmla="*/ 317087 h 676275"/>
                <a:gd name="connsiteX114" fmla="*/ 298323 w 504825"/>
                <a:gd name="connsiteY114" fmla="*/ 316611 h 676275"/>
                <a:gd name="connsiteX115" fmla="*/ 298704 w 504825"/>
                <a:gd name="connsiteY115" fmla="*/ 316039 h 676275"/>
                <a:gd name="connsiteX116" fmla="*/ 299180 w 504825"/>
                <a:gd name="connsiteY116" fmla="*/ 314992 h 676275"/>
                <a:gd name="connsiteX117" fmla="*/ 299466 w 504825"/>
                <a:gd name="connsiteY117" fmla="*/ 313754 h 676275"/>
                <a:gd name="connsiteX118" fmla="*/ 299942 w 504825"/>
                <a:gd name="connsiteY118" fmla="*/ 306896 h 676275"/>
                <a:gd name="connsiteX119" fmla="*/ 300323 w 504825"/>
                <a:gd name="connsiteY119" fmla="*/ 304991 h 676275"/>
                <a:gd name="connsiteX120" fmla="*/ 300609 w 504825"/>
                <a:gd name="connsiteY120" fmla="*/ 303943 h 676275"/>
                <a:gd name="connsiteX121" fmla="*/ 300895 w 504825"/>
                <a:gd name="connsiteY121" fmla="*/ 303276 h 676275"/>
                <a:gd name="connsiteX122" fmla="*/ 301085 w 504825"/>
                <a:gd name="connsiteY122" fmla="*/ 302705 h 676275"/>
                <a:gd name="connsiteX123" fmla="*/ 301085 w 504825"/>
                <a:gd name="connsiteY123" fmla="*/ 301942 h 676275"/>
                <a:gd name="connsiteX124" fmla="*/ 300895 w 504825"/>
                <a:gd name="connsiteY124" fmla="*/ 300895 h 676275"/>
                <a:gd name="connsiteX125" fmla="*/ 300514 w 504825"/>
                <a:gd name="connsiteY125" fmla="*/ 300323 h 676275"/>
                <a:gd name="connsiteX126" fmla="*/ 300133 w 504825"/>
                <a:gd name="connsiteY126" fmla="*/ 299847 h 676275"/>
                <a:gd name="connsiteX127" fmla="*/ 299751 w 504825"/>
                <a:gd name="connsiteY127" fmla="*/ 299466 h 676275"/>
                <a:gd name="connsiteX128" fmla="*/ 299466 w 504825"/>
                <a:gd name="connsiteY128" fmla="*/ 298990 h 676275"/>
                <a:gd name="connsiteX129" fmla="*/ 299371 w 504825"/>
                <a:gd name="connsiteY129" fmla="*/ 298418 h 676275"/>
                <a:gd name="connsiteX130" fmla="*/ 299466 w 504825"/>
                <a:gd name="connsiteY130" fmla="*/ 297751 h 676275"/>
                <a:gd name="connsiteX131" fmla="*/ 300133 w 504825"/>
                <a:gd name="connsiteY131" fmla="*/ 297085 h 676275"/>
                <a:gd name="connsiteX132" fmla="*/ 512540 w 504825"/>
                <a:gd name="connsiteY132" fmla="*/ 278701 h 676275"/>
                <a:gd name="connsiteX133" fmla="*/ 512255 w 504825"/>
                <a:gd name="connsiteY133" fmla="*/ 278035 h 676275"/>
                <a:gd name="connsiteX134" fmla="*/ 512255 w 504825"/>
                <a:gd name="connsiteY134" fmla="*/ 277939 h 676275"/>
                <a:gd name="connsiteX135" fmla="*/ 512159 w 504825"/>
                <a:gd name="connsiteY135" fmla="*/ 277559 h 676275"/>
                <a:gd name="connsiteX136" fmla="*/ 511302 w 504825"/>
                <a:gd name="connsiteY136" fmla="*/ 275749 h 676275"/>
                <a:gd name="connsiteX137" fmla="*/ 511016 w 504825"/>
                <a:gd name="connsiteY137" fmla="*/ 275368 h 676275"/>
                <a:gd name="connsiteX138" fmla="*/ 510540 w 504825"/>
                <a:gd name="connsiteY138" fmla="*/ 274796 h 676275"/>
                <a:gd name="connsiteX139" fmla="*/ 509968 w 504825"/>
                <a:gd name="connsiteY139" fmla="*/ 274225 h 676275"/>
                <a:gd name="connsiteX140" fmla="*/ 508063 w 504825"/>
                <a:gd name="connsiteY140" fmla="*/ 272701 h 676275"/>
                <a:gd name="connsiteX141" fmla="*/ 505968 w 504825"/>
                <a:gd name="connsiteY141" fmla="*/ 271463 h 676275"/>
                <a:gd name="connsiteX142" fmla="*/ 505492 w 504825"/>
                <a:gd name="connsiteY142" fmla="*/ 270891 h 676275"/>
                <a:gd name="connsiteX143" fmla="*/ 504920 w 504825"/>
                <a:gd name="connsiteY143" fmla="*/ 270129 h 676275"/>
                <a:gd name="connsiteX144" fmla="*/ 504063 w 504825"/>
                <a:gd name="connsiteY144" fmla="*/ 268605 h 676275"/>
                <a:gd name="connsiteX145" fmla="*/ 503777 w 504825"/>
                <a:gd name="connsiteY145" fmla="*/ 267653 h 676275"/>
                <a:gd name="connsiteX146" fmla="*/ 503682 w 504825"/>
                <a:gd name="connsiteY146" fmla="*/ 266891 h 676275"/>
                <a:gd name="connsiteX147" fmla="*/ 503777 w 504825"/>
                <a:gd name="connsiteY147" fmla="*/ 266319 h 676275"/>
                <a:gd name="connsiteX148" fmla="*/ 504349 w 504825"/>
                <a:gd name="connsiteY148" fmla="*/ 264414 h 676275"/>
                <a:gd name="connsiteX149" fmla="*/ 504444 w 504825"/>
                <a:gd name="connsiteY149" fmla="*/ 263747 h 676275"/>
                <a:gd name="connsiteX150" fmla="*/ 504539 w 504825"/>
                <a:gd name="connsiteY150" fmla="*/ 263080 h 676275"/>
                <a:gd name="connsiteX151" fmla="*/ 504349 w 504825"/>
                <a:gd name="connsiteY151" fmla="*/ 260033 h 676275"/>
                <a:gd name="connsiteX152" fmla="*/ 504539 w 504825"/>
                <a:gd name="connsiteY152" fmla="*/ 257937 h 676275"/>
                <a:gd name="connsiteX153" fmla="*/ 504444 w 504825"/>
                <a:gd name="connsiteY153" fmla="*/ 257270 h 676275"/>
                <a:gd name="connsiteX154" fmla="*/ 504063 w 504825"/>
                <a:gd name="connsiteY154" fmla="*/ 256699 h 676275"/>
                <a:gd name="connsiteX155" fmla="*/ 503110 w 504825"/>
                <a:gd name="connsiteY155" fmla="*/ 256127 h 676275"/>
                <a:gd name="connsiteX156" fmla="*/ 502253 w 504825"/>
                <a:gd name="connsiteY156" fmla="*/ 255842 h 676275"/>
                <a:gd name="connsiteX157" fmla="*/ 501205 w 504825"/>
                <a:gd name="connsiteY157" fmla="*/ 255651 h 676275"/>
                <a:gd name="connsiteX158" fmla="*/ 499872 w 504825"/>
                <a:gd name="connsiteY158" fmla="*/ 255651 h 676275"/>
                <a:gd name="connsiteX159" fmla="*/ 497967 w 504825"/>
                <a:gd name="connsiteY159" fmla="*/ 255937 h 676275"/>
                <a:gd name="connsiteX160" fmla="*/ 496538 w 504825"/>
                <a:gd name="connsiteY160" fmla="*/ 256413 h 676275"/>
                <a:gd name="connsiteX161" fmla="*/ 495871 w 504825"/>
                <a:gd name="connsiteY161" fmla="*/ 256508 h 676275"/>
                <a:gd name="connsiteX162" fmla="*/ 495395 w 504825"/>
                <a:gd name="connsiteY162" fmla="*/ 256318 h 676275"/>
                <a:gd name="connsiteX163" fmla="*/ 495205 w 504825"/>
                <a:gd name="connsiteY163" fmla="*/ 255651 h 676275"/>
                <a:gd name="connsiteX164" fmla="*/ 495109 w 504825"/>
                <a:gd name="connsiteY164" fmla="*/ 255175 h 676275"/>
                <a:gd name="connsiteX165" fmla="*/ 495205 w 504825"/>
                <a:gd name="connsiteY165" fmla="*/ 254127 h 676275"/>
                <a:gd name="connsiteX166" fmla="*/ 495776 w 504825"/>
                <a:gd name="connsiteY166" fmla="*/ 249936 h 676275"/>
                <a:gd name="connsiteX167" fmla="*/ 495681 w 504825"/>
                <a:gd name="connsiteY167" fmla="*/ 249364 h 676275"/>
                <a:gd name="connsiteX168" fmla="*/ 495490 w 504825"/>
                <a:gd name="connsiteY168" fmla="*/ 248888 h 676275"/>
                <a:gd name="connsiteX169" fmla="*/ 495014 w 504825"/>
                <a:gd name="connsiteY169" fmla="*/ 247936 h 676275"/>
                <a:gd name="connsiteX170" fmla="*/ 493966 w 504825"/>
                <a:gd name="connsiteY170" fmla="*/ 246412 h 676275"/>
                <a:gd name="connsiteX171" fmla="*/ 492538 w 504825"/>
                <a:gd name="connsiteY171" fmla="*/ 243935 h 676275"/>
                <a:gd name="connsiteX172" fmla="*/ 491680 w 504825"/>
                <a:gd name="connsiteY172" fmla="*/ 241935 h 676275"/>
                <a:gd name="connsiteX173" fmla="*/ 491490 w 504825"/>
                <a:gd name="connsiteY173" fmla="*/ 241363 h 676275"/>
                <a:gd name="connsiteX174" fmla="*/ 491204 w 504825"/>
                <a:gd name="connsiteY174" fmla="*/ 240221 h 676275"/>
                <a:gd name="connsiteX175" fmla="*/ 491109 w 504825"/>
                <a:gd name="connsiteY175" fmla="*/ 238982 h 676275"/>
                <a:gd name="connsiteX176" fmla="*/ 491204 w 504825"/>
                <a:gd name="connsiteY176" fmla="*/ 237649 h 676275"/>
                <a:gd name="connsiteX177" fmla="*/ 491490 w 504825"/>
                <a:gd name="connsiteY177" fmla="*/ 236315 h 676275"/>
                <a:gd name="connsiteX178" fmla="*/ 491680 w 504825"/>
                <a:gd name="connsiteY178" fmla="*/ 235649 h 676275"/>
                <a:gd name="connsiteX179" fmla="*/ 491871 w 504825"/>
                <a:gd name="connsiteY179" fmla="*/ 235077 h 676275"/>
                <a:gd name="connsiteX180" fmla="*/ 492061 w 504825"/>
                <a:gd name="connsiteY180" fmla="*/ 234505 h 676275"/>
                <a:gd name="connsiteX181" fmla="*/ 492157 w 504825"/>
                <a:gd name="connsiteY181" fmla="*/ 233839 h 676275"/>
                <a:gd name="connsiteX182" fmla="*/ 492157 w 504825"/>
                <a:gd name="connsiteY182" fmla="*/ 232029 h 676275"/>
                <a:gd name="connsiteX183" fmla="*/ 492252 w 504825"/>
                <a:gd name="connsiteY183" fmla="*/ 231267 h 676275"/>
                <a:gd name="connsiteX184" fmla="*/ 492728 w 504825"/>
                <a:gd name="connsiteY184" fmla="*/ 229171 h 676275"/>
                <a:gd name="connsiteX185" fmla="*/ 492823 w 504825"/>
                <a:gd name="connsiteY185" fmla="*/ 228124 h 676275"/>
                <a:gd name="connsiteX186" fmla="*/ 492633 w 504825"/>
                <a:gd name="connsiteY186" fmla="*/ 227171 h 676275"/>
                <a:gd name="connsiteX187" fmla="*/ 492157 w 504825"/>
                <a:gd name="connsiteY187" fmla="*/ 226124 h 676275"/>
                <a:gd name="connsiteX188" fmla="*/ 490918 w 504825"/>
                <a:gd name="connsiteY188" fmla="*/ 224409 h 676275"/>
                <a:gd name="connsiteX189" fmla="*/ 490633 w 504825"/>
                <a:gd name="connsiteY189" fmla="*/ 223647 h 676275"/>
                <a:gd name="connsiteX190" fmla="*/ 490538 w 504825"/>
                <a:gd name="connsiteY190" fmla="*/ 223075 h 676275"/>
                <a:gd name="connsiteX191" fmla="*/ 490442 w 504825"/>
                <a:gd name="connsiteY191" fmla="*/ 222313 h 676275"/>
                <a:gd name="connsiteX192" fmla="*/ 489966 w 504825"/>
                <a:gd name="connsiteY192" fmla="*/ 221456 h 676275"/>
                <a:gd name="connsiteX193" fmla="*/ 488918 w 504825"/>
                <a:gd name="connsiteY193" fmla="*/ 220885 h 676275"/>
                <a:gd name="connsiteX194" fmla="*/ 487108 w 504825"/>
                <a:gd name="connsiteY194" fmla="*/ 220980 h 676275"/>
                <a:gd name="connsiteX195" fmla="*/ 481965 w 504825"/>
                <a:gd name="connsiteY195" fmla="*/ 222218 h 676275"/>
                <a:gd name="connsiteX196" fmla="*/ 471011 w 504825"/>
                <a:gd name="connsiteY196" fmla="*/ 222123 h 676275"/>
                <a:gd name="connsiteX197" fmla="*/ 469011 w 504825"/>
                <a:gd name="connsiteY197" fmla="*/ 222599 h 676275"/>
                <a:gd name="connsiteX198" fmla="*/ 468344 w 504825"/>
                <a:gd name="connsiteY198" fmla="*/ 222409 h 676275"/>
                <a:gd name="connsiteX199" fmla="*/ 467296 w 504825"/>
                <a:gd name="connsiteY199" fmla="*/ 221075 h 676275"/>
                <a:gd name="connsiteX200" fmla="*/ 466630 w 504825"/>
                <a:gd name="connsiteY200" fmla="*/ 220599 h 676275"/>
                <a:gd name="connsiteX201" fmla="*/ 465487 w 504825"/>
                <a:gd name="connsiteY201" fmla="*/ 220218 h 676275"/>
                <a:gd name="connsiteX202" fmla="*/ 463963 w 504825"/>
                <a:gd name="connsiteY202" fmla="*/ 219456 h 676275"/>
                <a:gd name="connsiteX203" fmla="*/ 462724 w 504825"/>
                <a:gd name="connsiteY203" fmla="*/ 217742 h 676275"/>
                <a:gd name="connsiteX204" fmla="*/ 459962 w 504825"/>
                <a:gd name="connsiteY204" fmla="*/ 213170 h 676275"/>
                <a:gd name="connsiteX205" fmla="*/ 459676 w 504825"/>
                <a:gd name="connsiteY205" fmla="*/ 211836 h 676275"/>
                <a:gd name="connsiteX206" fmla="*/ 459676 w 504825"/>
                <a:gd name="connsiteY206" fmla="*/ 210979 h 676275"/>
                <a:gd name="connsiteX207" fmla="*/ 460438 w 504825"/>
                <a:gd name="connsiteY207" fmla="*/ 207169 h 676275"/>
                <a:gd name="connsiteX208" fmla="*/ 460534 w 504825"/>
                <a:gd name="connsiteY208" fmla="*/ 206407 h 676275"/>
                <a:gd name="connsiteX209" fmla="*/ 460438 w 504825"/>
                <a:gd name="connsiteY209" fmla="*/ 205645 h 676275"/>
                <a:gd name="connsiteX210" fmla="*/ 460057 w 504825"/>
                <a:gd name="connsiteY210" fmla="*/ 204788 h 676275"/>
                <a:gd name="connsiteX211" fmla="*/ 459486 w 504825"/>
                <a:gd name="connsiteY211" fmla="*/ 204407 h 676275"/>
                <a:gd name="connsiteX212" fmla="*/ 458914 w 504825"/>
                <a:gd name="connsiteY212" fmla="*/ 204311 h 676275"/>
                <a:gd name="connsiteX213" fmla="*/ 458438 w 504825"/>
                <a:gd name="connsiteY213" fmla="*/ 204502 h 676275"/>
                <a:gd name="connsiteX214" fmla="*/ 457962 w 504825"/>
                <a:gd name="connsiteY214" fmla="*/ 204692 h 676275"/>
                <a:gd name="connsiteX215" fmla="*/ 457105 w 504825"/>
                <a:gd name="connsiteY215" fmla="*/ 205264 h 676275"/>
                <a:gd name="connsiteX216" fmla="*/ 454628 w 504825"/>
                <a:gd name="connsiteY216" fmla="*/ 208121 h 676275"/>
                <a:gd name="connsiteX217" fmla="*/ 454247 w 504825"/>
                <a:gd name="connsiteY217" fmla="*/ 208407 h 676275"/>
                <a:gd name="connsiteX218" fmla="*/ 453771 w 504825"/>
                <a:gd name="connsiteY218" fmla="*/ 208597 h 676275"/>
                <a:gd name="connsiteX219" fmla="*/ 451675 w 504825"/>
                <a:gd name="connsiteY219" fmla="*/ 209264 h 676275"/>
                <a:gd name="connsiteX220" fmla="*/ 450723 w 504825"/>
                <a:gd name="connsiteY220" fmla="*/ 209645 h 676275"/>
                <a:gd name="connsiteX221" fmla="*/ 450247 w 504825"/>
                <a:gd name="connsiteY221" fmla="*/ 209836 h 676275"/>
                <a:gd name="connsiteX222" fmla="*/ 449770 w 504825"/>
                <a:gd name="connsiteY222" fmla="*/ 209836 h 676275"/>
                <a:gd name="connsiteX223" fmla="*/ 449389 w 504825"/>
                <a:gd name="connsiteY223" fmla="*/ 209645 h 676275"/>
                <a:gd name="connsiteX224" fmla="*/ 448913 w 504825"/>
                <a:gd name="connsiteY224" fmla="*/ 209359 h 676275"/>
                <a:gd name="connsiteX225" fmla="*/ 448151 w 504825"/>
                <a:gd name="connsiteY225" fmla="*/ 208693 h 676275"/>
                <a:gd name="connsiteX226" fmla="*/ 433197 w 504825"/>
                <a:gd name="connsiteY226" fmla="*/ 192119 h 676275"/>
                <a:gd name="connsiteX227" fmla="*/ 432911 w 504825"/>
                <a:gd name="connsiteY227" fmla="*/ 191643 h 676275"/>
                <a:gd name="connsiteX228" fmla="*/ 432721 w 504825"/>
                <a:gd name="connsiteY228" fmla="*/ 191167 h 676275"/>
                <a:gd name="connsiteX229" fmla="*/ 432625 w 504825"/>
                <a:gd name="connsiteY229" fmla="*/ 190595 h 676275"/>
                <a:gd name="connsiteX230" fmla="*/ 432625 w 504825"/>
                <a:gd name="connsiteY230" fmla="*/ 189929 h 676275"/>
                <a:gd name="connsiteX231" fmla="*/ 432721 w 504825"/>
                <a:gd name="connsiteY231" fmla="*/ 189167 h 676275"/>
                <a:gd name="connsiteX232" fmla="*/ 432911 w 504825"/>
                <a:gd name="connsiteY232" fmla="*/ 188214 h 676275"/>
                <a:gd name="connsiteX233" fmla="*/ 433197 w 504825"/>
                <a:gd name="connsiteY233" fmla="*/ 187547 h 676275"/>
                <a:gd name="connsiteX234" fmla="*/ 433483 w 504825"/>
                <a:gd name="connsiteY234" fmla="*/ 186976 h 676275"/>
                <a:gd name="connsiteX235" fmla="*/ 435007 w 504825"/>
                <a:gd name="connsiteY235" fmla="*/ 184499 h 676275"/>
                <a:gd name="connsiteX236" fmla="*/ 436340 w 504825"/>
                <a:gd name="connsiteY236" fmla="*/ 181356 h 676275"/>
                <a:gd name="connsiteX237" fmla="*/ 437007 w 504825"/>
                <a:gd name="connsiteY237" fmla="*/ 177737 h 676275"/>
                <a:gd name="connsiteX238" fmla="*/ 438055 w 504825"/>
                <a:gd name="connsiteY238" fmla="*/ 176975 h 676275"/>
                <a:gd name="connsiteX239" fmla="*/ 438817 w 504825"/>
                <a:gd name="connsiteY239" fmla="*/ 176975 h 676275"/>
                <a:gd name="connsiteX240" fmla="*/ 440912 w 504825"/>
                <a:gd name="connsiteY240" fmla="*/ 177927 h 676275"/>
                <a:gd name="connsiteX241" fmla="*/ 442150 w 504825"/>
                <a:gd name="connsiteY241" fmla="*/ 178213 h 676275"/>
                <a:gd name="connsiteX242" fmla="*/ 443198 w 504825"/>
                <a:gd name="connsiteY242" fmla="*/ 178117 h 676275"/>
                <a:gd name="connsiteX243" fmla="*/ 444055 w 504825"/>
                <a:gd name="connsiteY243" fmla="*/ 177832 h 676275"/>
                <a:gd name="connsiteX244" fmla="*/ 445103 w 504825"/>
                <a:gd name="connsiteY244" fmla="*/ 177070 h 676275"/>
                <a:gd name="connsiteX245" fmla="*/ 445389 w 504825"/>
                <a:gd name="connsiteY245" fmla="*/ 176593 h 676275"/>
                <a:gd name="connsiteX246" fmla="*/ 445675 w 504825"/>
                <a:gd name="connsiteY246" fmla="*/ 175832 h 676275"/>
                <a:gd name="connsiteX247" fmla="*/ 445770 w 504825"/>
                <a:gd name="connsiteY247" fmla="*/ 174498 h 676275"/>
                <a:gd name="connsiteX248" fmla="*/ 445675 w 504825"/>
                <a:gd name="connsiteY248" fmla="*/ 173831 h 676275"/>
                <a:gd name="connsiteX249" fmla="*/ 445484 w 504825"/>
                <a:gd name="connsiteY249" fmla="*/ 173450 h 676275"/>
                <a:gd name="connsiteX250" fmla="*/ 445294 w 504825"/>
                <a:gd name="connsiteY250" fmla="*/ 173260 h 676275"/>
                <a:gd name="connsiteX251" fmla="*/ 445103 w 504825"/>
                <a:gd name="connsiteY251" fmla="*/ 173069 h 676275"/>
                <a:gd name="connsiteX252" fmla="*/ 443770 w 504825"/>
                <a:gd name="connsiteY252" fmla="*/ 172307 h 676275"/>
                <a:gd name="connsiteX253" fmla="*/ 442531 w 504825"/>
                <a:gd name="connsiteY253" fmla="*/ 171831 h 676275"/>
                <a:gd name="connsiteX254" fmla="*/ 441103 w 504825"/>
                <a:gd name="connsiteY254" fmla="*/ 171450 h 676275"/>
                <a:gd name="connsiteX255" fmla="*/ 439959 w 504825"/>
                <a:gd name="connsiteY255" fmla="*/ 170974 h 676275"/>
                <a:gd name="connsiteX256" fmla="*/ 439102 w 504825"/>
                <a:gd name="connsiteY256" fmla="*/ 170117 h 676275"/>
                <a:gd name="connsiteX257" fmla="*/ 439007 w 504825"/>
                <a:gd name="connsiteY257" fmla="*/ 168307 h 676275"/>
                <a:gd name="connsiteX258" fmla="*/ 439769 w 504825"/>
                <a:gd name="connsiteY258" fmla="*/ 166878 h 676275"/>
                <a:gd name="connsiteX259" fmla="*/ 441960 w 504825"/>
                <a:gd name="connsiteY259" fmla="*/ 165354 h 676275"/>
                <a:gd name="connsiteX260" fmla="*/ 443579 w 504825"/>
                <a:gd name="connsiteY260" fmla="*/ 164878 h 676275"/>
                <a:gd name="connsiteX261" fmla="*/ 444817 w 504825"/>
                <a:gd name="connsiteY261" fmla="*/ 164687 h 676275"/>
                <a:gd name="connsiteX262" fmla="*/ 445865 w 504825"/>
                <a:gd name="connsiteY262" fmla="*/ 164687 h 676275"/>
                <a:gd name="connsiteX263" fmla="*/ 447199 w 504825"/>
                <a:gd name="connsiteY263" fmla="*/ 164211 h 676275"/>
                <a:gd name="connsiteX264" fmla="*/ 448627 w 504825"/>
                <a:gd name="connsiteY264" fmla="*/ 163163 h 676275"/>
                <a:gd name="connsiteX265" fmla="*/ 450342 w 504825"/>
                <a:gd name="connsiteY265" fmla="*/ 160877 h 676275"/>
                <a:gd name="connsiteX266" fmla="*/ 452818 w 504825"/>
                <a:gd name="connsiteY266" fmla="*/ 158210 h 676275"/>
                <a:gd name="connsiteX267" fmla="*/ 454723 w 504825"/>
                <a:gd name="connsiteY267" fmla="*/ 156686 h 676275"/>
                <a:gd name="connsiteX268" fmla="*/ 457009 w 504825"/>
                <a:gd name="connsiteY268" fmla="*/ 155353 h 676275"/>
                <a:gd name="connsiteX269" fmla="*/ 457962 w 504825"/>
                <a:gd name="connsiteY269" fmla="*/ 154591 h 676275"/>
                <a:gd name="connsiteX270" fmla="*/ 460629 w 504825"/>
                <a:gd name="connsiteY270" fmla="*/ 151352 h 676275"/>
                <a:gd name="connsiteX271" fmla="*/ 462058 w 504825"/>
                <a:gd name="connsiteY271" fmla="*/ 148590 h 676275"/>
                <a:gd name="connsiteX272" fmla="*/ 463296 w 504825"/>
                <a:gd name="connsiteY272" fmla="*/ 144304 h 676275"/>
                <a:gd name="connsiteX273" fmla="*/ 463772 w 504825"/>
                <a:gd name="connsiteY273" fmla="*/ 142684 h 676275"/>
                <a:gd name="connsiteX274" fmla="*/ 464058 w 504825"/>
                <a:gd name="connsiteY274" fmla="*/ 140589 h 676275"/>
                <a:gd name="connsiteX275" fmla="*/ 464058 w 504825"/>
                <a:gd name="connsiteY275" fmla="*/ 139827 h 676275"/>
                <a:gd name="connsiteX276" fmla="*/ 463963 w 504825"/>
                <a:gd name="connsiteY276" fmla="*/ 139255 h 676275"/>
                <a:gd name="connsiteX277" fmla="*/ 463677 w 504825"/>
                <a:gd name="connsiteY277" fmla="*/ 138970 h 676275"/>
                <a:gd name="connsiteX278" fmla="*/ 463105 w 504825"/>
                <a:gd name="connsiteY278" fmla="*/ 138779 h 676275"/>
                <a:gd name="connsiteX279" fmla="*/ 461963 w 504825"/>
                <a:gd name="connsiteY279" fmla="*/ 138875 h 676275"/>
                <a:gd name="connsiteX280" fmla="*/ 459009 w 504825"/>
                <a:gd name="connsiteY280" fmla="*/ 139922 h 676275"/>
                <a:gd name="connsiteX281" fmla="*/ 457105 w 504825"/>
                <a:gd name="connsiteY281" fmla="*/ 140113 h 676275"/>
                <a:gd name="connsiteX282" fmla="*/ 434245 w 504825"/>
                <a:gd name="connsiteY282" fmla="*/ 137541 h 676275"/>
                <a:gd name="connsiteX283" fmla="*/ 432340 w 504825"/>
                <a:gd name="connsiteY283" fmla="*/ 136398 h 676275"/>
                <a:gd name="connsiteX284" fmla="*/ 431387 w 504825"/>
                <a:gd name="connsiteY284" fmla="*/ 135160 h 676275"/>
                <a:gd name="connsiteX285" fmla="*/ 431292 w 504825"/>
                <a:gd name="connsiteY285" fmla="*/ 134207 h 676275"/>
                <a:gd name="connsiteX286" fmla="*/ 431101 w 504825"/>
                <a:gd name="connsiteY286" fmla="*/ 133445 h 676275"/>
                <a:gd name="connsiteX287" fmla="*/ 430816 w 504825"/>
                <a:gd name="connsiteY287" fmla="*/ 133064 h 676275"/>
                <a:gd name="connsiteX288" fmla="*/ 430339 w 504825"/>
                <a:gd name="connsiteY288" fmla="*/ 132683 h 676275"/>
                <a:gd name="connsiteX289" fmla="*/ 429577 w 504825"/>
                <a:gd name="connsiteY289" fmla="*/ 132588 h 676275"/>
                <a:gd name="connsiteX290" fmla="*/ 428625 w 504825"/>
                <a:gd name="connsiteY290" fmla="*/ 132874 h 676275"/>
                <a:gd name="connsiteX291" fmla="*/ 426625 w 504825"/>
                <a:gd name="connsiteY291" fmla="*/ 133921 h 676275"/>
                <a:gd name="connsiteX292" fmla="*/ 423100 w 504825"/>
                <a:gd name="connsiteY292" fmla="*/ 136398 h 676275"/>
                <a:gd name="connsiteX293" fmla="*/ 421576 w 504825"/>
                <a:gd name="connsiteY293" fmla="*/ 136970 h 676275"/>
                <a:gd name="connsiteX294" fmla="*/ 419957 w 504825"/>
                <a:gd name="connsiteY294" fmla="*/ 136874 h 676275"/>
                <a:gd name="connsiteX295" fmla="*/ 414814 w 504825"/>
                <a:gd name="connsiteY295" fmla="*/ 135731 h 676275"/>
                <a:gd name="connsiteX296" fmla="*/ 403098 w 504825"/>
                <a:gd name="connsiteY296" fmla="*/ 135731 h 676275"/>
                <a:gd name="connsiteX297" fmla="*/ 399764 w 504825"/>
                <a:gd name="connsiteY297" fmla="*/ 136493 h 676275"/>
                <a:gd name="connsiteX298" fmla="*/ 398526 w 504825"/>
                <a:gd name="connsiteY298" fmla="*/ 137065 h 676275"/>
                <a:gd name="connsiteX299" fmla="*/ 397859 w 504825"/>
                <a:gd name="connsiteY299" fmla="*/ 137732 h 676275"/>
                <a:gd name="connsiteX300" fmla="*/ 397573 w 504825"/>
                <a:gd name="connsiteY300" fmla="*/ 138303 h 676275"/>
                <a:gd name="connsiteX301" fmla="*/ 397288 w 504825"/>
                <a:gd name="connsiteY301" fmla="*/ 140589 h 676275"/>
                <a:gd name="connsiteX302" fmla="*/ 396526 w 504825"/>
                <a:gd name="connsiteY302" fmla="*/ 140589 h 676275"/>
                <a:gd name="connsiteX303" fmla="*/ 395192 w 504825"/>
                <a:gd name="connsiteY303" fmla="*/ 140399 h 676275"/>
                <a:gd name="connsiteX304" fmla="*/ 394430 w 504825"/>
                <a:gd name="connsiteY304" fmla="*/ 140208 h 676275"/>
                <a:gd name="connsiteX305" fmla="*/ 393478 w 504825"/>
                <a:gd name="connsiteY305" fmla="*/ 139255 h 676275"/>
                <a:gd name="connsiteX306" fmla="*/ 392716 w 504825"/>
                <a:gd name="connsiteY306" fmla="*/ 137827 h 676275"/>
                <a:gd name="connsiteX307" fmla="*/ 392144 w 504825"/>
                <a:gd name="connsiteY307" fmla="*/ 134684 h 676275"/>
                <a:gd name="connsiteX308" fmla="*/ 392049 w 504825"/>
                <a:gd name="connsiteY308" fmla="*/ 132969 h 676275"/>
                <a:gd name="connsiteX309" fmla="*/ 392239 w 504825"/>
                <a:gd name="connsiteY309" fmla="*/ 129254 h 676275"/>
                <a:gd name="connsiteX310" fmla="*/ 391858 w 504825"/>
                <a:gd name="connsiteY310" fmla="*/ 127540 h 676275"/>
                <a:gd name="connsiteX311" fmla="*/ 391287 w 504825"/>
                <a:gd name="connsiteY311" fmla="*/ 126111 h 676275"/>
                <a:gd name="connsiteX312" fmla="*/ 388239 w 504825"/>
                <a:gd name="connsiteY312" fmla="*/ 124587 h 676275"/>
                <a:gd name="connsiteX313" fmla="*/ 388525 w 504825"/>
                <a:gd name="connsiteY313" fmla="*/ 121539 h 676275"/>
                <a:gd name="connsiteX314" fmla="*/ 388525 w 504825"/>
                <a:gd name="connsiteY314" fmla="*/ 121063 h 676275"/>
                <a:gd name="connsiteX315" fmla="*/ 388620 w 504825"/>
                <a:gd name="connsiteY315" fmla="*/ 120396 h 676275"/>
                <a:gd name="connsiteX316" fmla="*/ 389763 w 504825"/>
                <a:gd name="connsiteY316" fmla="*/ 115919 h 676275"/>
                <a:gd name="connsiteX317" fmla="*/ 389953 w 504825"/>
                <a:gd name="connsiteY317" fmla="*/ 114395 h 676275"/>
                <a:gd name="connsiteX318" fmla="*/ 389858 w 504825"/>
                <a:gd name="connsiteY318" fmla="*/ 112967 h 676275"/>
                <a:gd name="connsiteX319" fmla="*/ 389477 w 504825"/>
                <a:gd name="connsiteY319" fmla="*/ 112109 h 676275"/>
                <a:gd name="connsiteX320" fmla="*/ 388810 w 504825"/>
                <a:gd name="connsiteY320" fmla="*/ 111347 h 676275"/>
                <a:gd name="connsiteX321" fmla="*/ 387667 w 504825"/>
                <a:gd name="connsiteY321" fmla="*/ 110966 h 676275"/>
                <a:gd name="connsiteX322" fmla="*/ 385476 w 504825"/>
                <a:gd name="connsiteY322" fmla="*/ 110871 h 676275"/>
                <a:gd name="connsiteX323" fmla="*/ 384238 w 504825"/>
                <a:gd name="connsiteY323" fmla="*/ 110585 h 676275"/>
                <a:gd name="connsiteX324" fmla="*/ 383191 w 504825"/>
                <a:gd name="connsiteY324" fmla="*/ 109823 h 676275"/>
                <a:gd name="connsiteX325" fmla="*/ 382143 w 504825"/>
                <a:gd name="connsiteY325" fmla="*/ 108109 h 676275"/>
                <a:gd name="connsiteX326" fmla="*/ 381000 w 504825"/>
                <a:gd name="connsiteY326" fmla="*/ 103346 h 676275"/>
                <a:gd name="connsiteX327" fmla="*/ 380524 w 504825"/>
                <a:gd name="connsiteY327" fmla="*/ 102394 h 676275"/>
                <a:gd name="connsiteX328" fmla="*/ 379857 w 504825"/>
                <a:gd name="connsiteY328" fmla="*/ 101537 h 676275"/>
                <a:gd name="connsiteX329" fmla="*/ 378714 w 504825"/>
                <a:gd name="connsiteY329" fmla="*/ 99727 h 676275"/>
                <a:gd name="connsiteX330" fmla="*/ 377476 w 504825"/>
                <a:gd name="connsiteY330" fmla="*/ 97060 h 676275"/>
                <a:gd name="connsiteX331" fmla="*/ 376999 w 504825"/>
                <a:gd name="connsiteY331" fmla="*/ 95631 h 676275"/>
                <a:gd name="connsiteX332" fmla="*/ 376809 w 504825"/>
                <a:gd name="connsiteY332" fmla="*/ 93726 h 676275"/>
                <a:gd name="connsiteX333" fmla="*/ 377285 w 504825"/>
                <a:gd name="connsiteY333" fmla="*/ 91630 h 676275"/>
                <a:gd name="connsiteX334" fmla="*/ 378142 w 504825"/>
                <a:gd name="connsiteY334" fmla="*/ 89535 h 676275"/>
                <a:gd name="connsiteX335" fmla="*/ 379381 w 504825"/>
                <a:gd name="connsiteY335" fmla="*/ 88868 h 676275"/>
                <a:gd name="connsiteX336" fmla="*/ 380714 w 504825"/>
                <a:gd name="connsiteY336" fmla="*/ 88773 h 676275"/>
                <a:gd name="connsiteX337" fmla="*/ 381952 w 504825"/>
                <a:gd name="connsiteY337" fmla="*/ 89249 h 676275"/>
                <a:gd name="connsiteX338" fmla="*/ 382905 w 504825"/>
                <a:gd name="connsiteY338" fmla="*/ 90011 h 676275"/>
                <a:gd name="connsiteX339" fmla="*/ 383762 w 504825"/>
                <a:gd name="connsiteY339" fmla="*/ 91154 h 676275"/>
                <a:gd name="connsiteX340" fmla="*/ 384619 w 504825"/>
                <a:gd name="connsiteY340" fmla="*/ 92678 h 676275"/>
                <a:gd name="connsiteX341" fmla="*/ 385763 w 504825"/>
                <a:gd name="connsiteY341" fmla="*/ 93536 h 676275"/>
                <a:gd name="connsiteX342" fmla="*/ 387001 w 504825"/>
                <a:gd name="connsiteY342" fmla="*/ 93536 h 676275"/>
                <a:gd name="connsiteX343" fmla="*/ 387953 w 504825"/>
                <a:gd name="connsiteY343" fmla="*/ 92392 h 676275"/>
                <a:gd name="connsiteX344" fmla="*/ 389001 w 504825"/>
                <a:gd name="connsiteY344" fmla="*/ 90011 h 676275"/>
                <a:gd name="connsiteX345" fmla="*/ 390334 w 504825"/>
                <a:gd name="connsiteY345" fmla="*/ 85249 h 676275"/>
                <a:gd name="connsiteX346" fmla="*/ 390620 w 504825"/>
                <a:gd name="connsiteY346" fmla="*/ 83249 h 676275"/>
                <a:gd name="connsiteX347" fmla="*/ 390525 w 504825"/>
                <a:gd name="connsiteY347" fmla="*/ 81725 h 676275"/>
                <a:gd name="connsiteX348" fmla="*/ 389953 w 504825"/>
                <a:gd name="connsiteY348" fmla="*/ 80200 h 676275"/>
                <a:gd name="connsiteX349" fmla="*/ 389096 w 504825"/>
                <a:gd name="connsiteY349" fmla="*/ 79058 h 676275"/>
                <a:gd name="connsiteX350" fmla="*/ 387096 w 504825"/>
                <a:gd name="connsiteY350" fmla="*/ 77153 h 676275"/>
                <a:gd name="connsiteX351" fmla="*/ 386715 w 504825"/>
                <a:gd name="connsiteY351" fmla="*/ 76581 h 676275"/>
                <a:gd name="connsiteX352" fmla="*/ 386715 w 504825"/>
                <a:gd name="connsiteY352" fmla="*/ 76105 h 676275"/>
                <a:gd name="connsiteX353" fmla="*/ 386905 w 504825"/>
                <a:gd name="connsiteY353" fmla="*/ 75343 h 676275"/>
                <a:gd name="connsiteX354" fmla="*/ 388334 w 504825"/>
                <a:gd name="connsiteY354" fmla="*/ 71438 h 676275"/>
                <a:gd name="connsiteX355" fmla="*/ 388525 w 504825"/>
                <a:gd name="connsiteY355" fmla="*/ 70104 h 676275"/>
                <a:gd name="connsiteX356" fmla="*/ 388430 w 504825"/>
                <a:gd name="connsiteY356" fmla="*/ 68961 h 676275"/>
                <a:gd name="connsiteX357" fmla="*/ 388048 w 504825"/>
                <a:gd name="connsiteY357" fmla="*/ 68104 h 676275"/>
                <a:gd name="connsiteX358" fmla="*/ 387286 w 504825"/>
                <a:gd name="connsiteY358" fmla="*/ 66961 h 676275"/>
                <a:gd name="connsiteX359" fmla="*/ 387096 w 504825"/>
                <a:gd name="connsiteY359" fmla="*/ 66580 h 676275"/>
                <a:gd name="connsiteX360" fmla="*/ 386905 w 504825"/>
                <a:gd name="connsiteY360" fmla="*/ 65818 h 676275"/>
                <a:gd name="connsiteX361" fmla="*/ 386810 w 504825"/>
                <a:gd name="connsiteY361" fmla="*/ 64770 h 676275"/>
                <a:gd name="connsiteX362" fmla="*/ 387001 w 504825"/>
                <a:gd name="connsiteY362" fmla="*/ 62770 h 676275"/>
                <a:gd name="connsiteX363" fmla="*/ 387001 w 504825"/>
                <a:gd name="connsiteY363" fmla="*/ 61722 h 676275"/>
                <a:gd name="connsiteX364" fmla="*/ 386810 w 504825"/>
                <a:gd name="connsiteY364" fmla="*/ 60484 h 676275"/>
                <a:gd name="connsiteX365" fmla="*/ 386048 w 504825"/>
                <a:gd name="connsiteY365" fmla="*/ 59246 h 676275"/>
                <a:gd name="connsiteX366" fmla="*/ 384905 w 504825"/>
                <a:gd name="connsiteY366" fmla="*/ 58388 h 676275"/>
                <a:gd name="connsiteX367" fmla="*/ 383191 w 504825"/>
                <a:gd name="connsiteY367" fmla="*/ 58103 h 676275"/>
                <a:gd name="connsiteX368" fmla="*/ 382333 w 504825"/>
                <a:gd name="connsiteY368" fmla="*/ 58483 h 676275"/>
                <a:gd name="connsiteX369" fmla="*/ 381762 w 504825"/>
                <a:gd name="connsiteY369" fmla="*/ 59055 h 676275"/>
                <a:gd name="connsiteX370" fmla="*/ 381571 w 504825"/>
                <a:gd name="connsiteY370" fmla="*/ 59626 h 676275"/>
                <a:gd name="connsiteX371" fmla="*/ 381286 w 504825"/>
                <a:gd name="connsiteY371" fmla="*/ 61913 h 676275"/>
                <a:gd name="connsiteX372" fmla="*/ 381095 w 504825"/>
                <a:gd name="connsiteY372" fmla="*/ 62579 h 676275"/>
                <a:gd name="connsiteX373" fmla="*/ 380714 w 504825"/>
                <a:gd name="connsiteY373" fmla="*/ 63246 h 676275"/>
                <a:gd name="connsiteX374" fmla="*/ 380143 w 504825"/>
                <a:gd name="connsiteY374" fmla="*/ 63817 h 676275"/>
                <a:gd name="connsiteX375" fmla="*/ 379762 w 504825"/>
                <a:gd name="connsiteY375" fmla="*/ 64103 h 676275"/>
                <a:gd name="connsiteX376" fmla="*/ 379285 w 504825"/>
                <a:gd name="connsiteY376" fmla="*/ 64389 h 676275"/>
                <a:gd name="connsiteX377" fmla="*/ 377571 w 504825"/>
                <a:gd name="connsiteY377" fmla="*/ 64865 h 676275"/>
                <a:gd name="connsiteX378" fmla="*/ 376428 w 504825"/>
                <a:gd name="connsiteY378" fmla="*/ 64961 h 676275"/>
                <a:gd name="connsiteX379" fmla="*/ 375285 w 504825"/>
                <a:gd name="connsiteY379" fmla="*/ 64770 h 676275"/>
                <a:gd name="connsiteX380" fmla="*/ 374523 w 504825"/>
                <a:gd name="connsiteY380" fmla="*/ 64008 h 676275"/>
                <a:gd name="connsiteX381" fmla="*/ 374428 w 504825"/>
                <a:gd name="connsiteY381" fmla="*/ 63341 h 676275"/>
                <a:gd name="connsiteX382" fmla="*/ 374809 w 504825"/>
                <a:gd name="connsiteY382" fmla="*/ 61817 h 676275"/>
                <a:gd name="connsiteX383" fmla="*/ 374809 w 504825"/>
                <a:gd name="connsiteY383" fmla="*/ 61055 h 676275"/>
                <a:gd name="connsiteX384" fmla="*/ 374618 w 504825"/>
                <a:gd name="connsiteY384" fmla="*/ 60198 h 676275"/>
                <a:gd name="connsiteX385" fmla="*/ 374332 w 504825"/>
                <a:gd name="connsiteY385" fmla="*/ 59341 h 676275"/>
                <a:gd name="connsiteX386" fmla="*/ 372999 w 504825"/>
                <a:gd name="connsiteY386" fmla="*/ 56769 h 676275"/>
                <a:gd name="connsiteX387" fmla="*/ 372523 w 504825"/>
                <a:gd name="connsiteY387" fmla="*/ 55245 h 676275"/>
                <a:gd name="connsiteX388" fmla="*/ 372332 w 504825"/>
                <a:gd name="connsiteY388" fmla="*/ 53721 h 676275"/>
                <a:gd name="connsiteX389" fmla="*/ 372427 w 504825"/>
                <a:gd name="connsiteY389" fmla="*/ 52102 h 676275"/>
                <a:gd name="connsiteX390" fmla="*/ 372808 w 504825"/>
                <a:gd name="connsiteY390" fmla="*/ 49530 h 676275"/>
                <a:gd name="connsiteX391" fmla="*/ 372808 w 504825"/>
                <a:gd name="connsiteY391" fmla="*/ 48768 h 676275"/>
                <a:gd name="connsiteX392" fmla="*/ 372523 w 504825"/>
                <a:gd name="connsiteY392" fmla="*/ 48196 h 676275"/>
                <a:gd name="connsiteX393" fmla="*/ 371475 w 504825"/>
                <a:gd name="connsiteY393" fmla="*/ 47530 h 676275"/>
                <a:gd name="connsiteX394" fmla="*/ 366331 w 504825"/>
                <a:gd name="connsiteY394" fmla="*/ 45339 h 676275"/>
                <a:gd name="connsiteX395" fmla="*/ 364807 w 504825"/>
                <a:gd name="connsiteY395" fmla="*/ 44387 h 676275"/>
                <a:gd name="connsiteX396" fmla="*/ 363759 w 504825"/>
                <a:gd name="connsiteY396" fmla="*/ 43148 h 676275"/>
                <a:gd name="connsiteX397" fmla="*/ 363664 w 504825"/>
                <a:gd name="connsiteY397" fmla="*/ 41720 h 676275"/>
                <a:gd name="connsiteX398" fmla="*/ 363950 w 504825"/>
                <a:gd name="connsiteY398" fmla="*/ 40672 h 676275"/>
                <a:gd name="connsiteX399" fmla="*/ 364522 w 504825"/>
                <a:gd name="connsiteY399" fmla="*/ 39910 h 676275"/>
                <a:gd name="connsiteX400" fmla="*/ 364998 w 504825"/>
                <a:gd name="connsiteY400" fmla="*/ 39624 h 676275"/>
                <a:gd name="connsiteX401" fmla="*/ 366808 w 504825"/>
                <a:gd name="connsiteY401" fmla="*/ 38862 h 676275"/>
                <a:gd name="connsiteX402" fmla="*/ 367570 w 504825"/>
                <a:gd name="connsiteY402" fmla="*/ 38195 h 676275"/>
                <a:gd name="connsiteX403" fmla="*/ 368046 w 504825"/>
                <a:gd name="connsiteY403" fmla="*/ 37147 h 676275"/>
                <a:gd name="connsiteX404" fmla="*/ 367951 w 504825"/>
                <a:gd name="connsiteY404" fmla="*/ 36004 h 676275"/>
                <a:gd name="connsiteX405" fmla="*/ 367570 w 504825"/>
                <a:gd name="connsiteY405" fmla="*/ 34862 h 676275"/>
                <a:gd name="connsiteX406" fmla="*/ 366903 w 504825"/>
                <a:gd name="connsiteY406" fmla="*/ 33528 h 676275"/>
                <a:gd name="connsiteX407" fmla="*/ 366426 w 504825"/>
                <a:gd name="connsiteY407" fmla="*/ 32290 h 676275"/>
                <a:gd name="connsiteX408" fmla="*/ 366236 w 504825"/>
                <a:gd name="connsiteY408" fmla="*/ 31147 h 676275"/>
                <a:gd name="connsiteX409" fmla="*/ 366331 w 504825"/>
                <a:gd name="connsiteY409" fmla="*/ 30194 h 676275"/>
                <a:gd name="connsiteX410" fmla="*/ 366522 w 504825"/>
                <a:gd name="connsiteY410" fmla="*/ 29242 h 676275"/>
                <a:gd name="connsiteX411" fmla="*/ 366808 w 504825"/>
                <a:gd name="connsiteY411" fmla="*/ 28099 h 676275"/>
                <a:gd name="connsiteX412" fmla="*/ 366903 w 504825"/>
                <a:gd name="connsiteY412" fmla="*/ 27051 h 676275"/>
                <a:gd name="connsiteX413" fmla="*/ 366808 w 504825"/>
                <a:gd name="connsiteY413" fmla="*/ 26003 h 676275"/>
                <a:gd name="connsiteX414" fmla="*/ 366426 w 504825"/>
                <a:gd name="connsiteY414" fmla="*/ 25241 h 676275"/>
                <a:gd name="connsiteX415" fmla="*/ 365855 w 504825"/>
                <a:gd name="connsiteY415" fmla="*/ 24670 h 676275"/>
                <a:gd name="connsiteX416" fmla="*/ 363379 w 504825"/>
                <a:gd name="connsiteY416" fmla="*/ 22955 h 676275"/>
                <a:gd name="connsiteX417" fmla="*/ 360426 w 504825"/>
                <a:gd name="connsiteY417" fmla="*/ 20288 h 676275"/>
                <a:gd name="connsiteX418" fmla="*/ 354711 w 504825"/>
                <a:gd name="connsiteY418" fmla="*/ 13430 h 676275"/>
                <a:gd name="connsiteX419" fmla="*/ 353377 w 504825"/>
                <a:gd name="connsiteY419" fmla="*/ 10668 h 676275"/>
                <a:gd name="connsiteX420" fmla="*/ 352520 w 504825"/>
                <a:gd name="connsiteY420" fmla="*/ 9620 h 676275"/>
                <a:gd name="connsiteX421" fmla="*/ 350044 w 504825"/>
                <a:gd name="connsiteY421" fmla="*/ 7811 h 676275"/>
                <a:gd name="connsiteX422" fmla="*/ 349282 w 504825"/>
                <a:gd name="connsiteY422" fmla="*/ 7049 h 676275"/>
                <a:gd name="connsiteX423" fmla="*/ 348901 w 504825"/>
                <a:gd name="connsiteY423" fmla="*/ 6001 h 676275"/>
                <a:gd name="connsiteX424" fmla="*/ 348996 w 504825"/>
                <a:gd name="connsiteY424" fmla="*/ 4763 h 676275"/>
                <a:gd name="connsiteX425" fmla="*/ 349663 w 504825"/>
                <a:gd name="connsiteY425" fmla="*/ 2667 h 676275"/>
                <a:gd name="connsiteX426" fmla="*/ 349567 w 504825"/>
                <a:gd name="connsiteY426" fmla="*/ 1905 h 676275"/>
                <a:gd name="connsiteX427" fmla="*/ 349091 w 504825"/>
                <a:gd name="connsiteY427" fmla="*/ 1524 h 676275"/>
                <a:gd name="connsiteX428" fmla="*/ 347948 w 504825"/>
                <a:gd name="connsiteY428" fmla="*/ 1524 h 676275"/>
                <a:gd name="connsiteX429" fmla="*/ 344329 w 504825"/>
                <a:gd name="connsiteY429" fmla="*/ 3524 h 676275"/>
                <a:gd name="connsiteX430" fmla="*/ 335184 w 504825"/>
                <a:gd name="connsiteY430" fmla="*/ 6287 h 676275"/>
                <a:gd name="connsiteX431" fmla="*/ 333565 w 504825"/>
                <a:gd name="connsiteY431" fmla="*/ 7239 h 676275"/>
                <a:gd name="connsiteX432" fmla="*/ 332899 w 504825"/>
                <a:gd name="connsiteY432" fmla="*/ 7715 h 676275"/>
                <a:gd name="connsiteX433" fmla="*/ 332422 w 504825"/>
                <a:gd name="connsiteY433" fmla="*/ 7811 h 676275"/>
                <a:gd name="connsiteX434" fmla="*/ 329279 w 504825"/>
                <a:gd name="connsiteY434" fmla="*/ 3048 h 676275"/>
                <a:gd name="connsiteX435" fmla="*/ 328803 w 504825"/>
                <a:gd name="connsiteY435" fmla="*/ 2096 h 676275"/>
                <a:gd name="connsiteX436" fmla="*/ 328422 w 504825"/>
                <a:gd name="connsiteY436" fmla="*/ 1048 h 676275"/>
                <a:gd name="connsiteX437" fmla="*/ 328231 w 504825"/>
                <a:gd name="connsiteY437" fmla="*/ 571 h 676275"/>
                <a:gd name="connsiteX438" fmla="*/ 327755 w 504825"/>
                <a:gd name="connsiteY438" fmla="*/ 0 h 676275"/>
                <a:gd name="connsiteX439" fmla="*/ 327184 w 504825"/>
                <a:gd name="connsiteY439" fmla="*/ 95 h 676275"/>
                <a:gd name="connsiteX440" fmla="*/ 326517 w 504825"/>
                <a:gd name="connsiteY440" fmla="*/ 857 h 676275"/>
                <a:gd name="connsiteX441" fmla="*/ 326136 w 504825"/>
                <a:gd name="connsiteY441" fmla="*/ 1524 h 676275"/>
                <a:gd name="connsiteX442" fmla="*/ 325564 w 504825"/>
                <a:gd name="connsiteY442" fmla="*/ 2762 h 676275"/>
                <a:gd name="connsiteX443" fmla="*/ 324802 w 504825"/>
                <a:gd name="connsiteY443" fmla="*/ 4096 h 676275"/>
                <a:gd name="connsiteX444" fmla="*/ 324612 w 504825"/>
                <a:gd name="connsiteY444" fmla="*/ 4382 h 676275"/>
                <a:gd name="connsiteX445" fmla="*/ 324326 w 504825"/>
                <a:gd name="connsiteY445" fmla="*/ 4667 h 676275"/>
                <a:gd name="connsiteX446" fmla="*/ 322612 w 504825"/>
                <a:gd name="connsiteY446" fmla="*/ 5810 h 676275"/>
                <a:gd name="connsiteX447" fmla="*/ 321850 w 504825"/>
                <a:gd name="connsiteY447" fmla="*/ 6572 h 676275"/>
                <a:gd name="connsiteX448" fmla="*/ 321183 w 504825"/>
                <a:gd name="connsiteY448" fmla="*/ 7429 h 676275"/>
                <a:gd name="connsiteX449" fmla="*/ 320897 w 504825"/>
                <a:gd name="connsiteY449" fmla="*/ 7906 h 676275"/>
                <a:gd name="connsiteX450" fmla="*/ 320611 w 504825"/>
                <a:gd name="connsiteY450" fmla="*/ 8477 h 676275"/>
                <a:gd name="connsiteX451" fmla="*/ 320230 w 504825"/>
                <a:gd name="connsiteY451" fmla="*/ 9620 h 676275"/>
                <a:gd name="connsiteX452" fmla="*/ 319564 w 504825"/>
                <a:gd name="connsiteY452" fmla="*/ 13240 h 676275"/>
                <a:gd name="connsiteX453" fmla="*/ 319564 w 504825"/>
                <a:gd name="connsiteY453" fmla="*/ 13335 h 676275"/>
                <a:gd name="connsiteX454" fmla="*/ 319088 w 504825"/>
                <a:gd name="connsiteY454" fmla="*/ 15812 h 676275"/>
                <a:gd name="connsiteX455" fmla="*/ 318801 w 504825"/>
                <a:gd name="connsiteY455" fmla="*/ 16669 h 676275"/>
                <a:gd name="connsiteX456" fmla="*/ 318611 w 504825"/>
                <a:gd name="connsiteY456" fmla="*/ 17050 h 676275"/>
                <a:gd name="connsiteX457" fmla="*/ 318325 w 504825"/>
                <a:gd name="connsiteY457" fmla="*/ 17431 h 676275"/>
                <a:gd name="connsiteX458" fmla="*/ 317944 w 504825"/>
                <a:gd name="connsiteY458" fmla="*/ 17717 h 676275"/>
                <a:gd name="connsiteX459" fmla="*/ 317278 w 504825"/>
                <a:gd name="connsiteY459" fmla="*/ 17907 h 676275"/>
                <a:gd name="connsiteX460" fmla="*/ 316420 w 504825"/>
                <a:gd name="connsiteY460" fmla="*/ 18097 h 676275"/>
                <a:gd name="connsiteX461" fmla="*/ 312896 w 504825"/>
                <a:gd name="connsiteY461" fmla="*/ 17907 h 676275"/>
                <a:gd name="connsiteX462" fmla="*/ 310324 w 504825"/>
                <a:gd name="connsiteY462" fmla="*/ 17240 h 676275"/>
                <a:gd name="connsiteX463" fmla="*/ 305848 w 504825"/>
                <a:gd name="connsiteY463" fmla="*/ 15430 h 676275"/>
                <a:gd name="connsiteX464" fmla="*/ 304514 w 504825"/>
                <a:gd name="connsiteY464" fmla="*/ 15240 h 676275"/>
                <a:gd name="connsiteX465" fmla="*/ 297370 w 504825"/>
                <a:gd name="connsiteY465" fmla="*/ 16478 h 676275"/>
                <a:gd name="connsiteX466" fmla="*/ 296037 w 504825"/>
                <a:gd name="connsiteY466" fmla="*/ 16383 h 676275"/>
                <a:gd name="connsiteX467" fmla="*/ 293275 w 504825"/>
                <a:gd name="connsiteY467" fmla="*/ 15907 h 676275"/>
                <a:gd name="connsiteX468" fmla="*/ 289465 w 504825"/>
                <a:gd name="connsiteY468" fmla="*/ 17336 h 676275"/>
                <a:gd name="connsiteX469" fmla="*/ 275939 w 504825"/>
                <a:gd name="connsiteY469" fmla="*/ 24575 h 676275"/>
                <a:gd name="connsiteX470" fmla="*/ 274510 w 504825"/>
                <a:gd name="connsiteY470" fmla="*/ 25908 h 676275"/>
                <a:gd name="connsiteX471" fmla="*/ 271939 w 504825"/>
                <a:gd name="connsiteY471" fmla="*/ 30575 h 676275"/>
                <a:gd name="connsiteX472" fmla="*/ 271367 w 504825"/>
                <a:gd name="connsiteY472" fmla="*/ 32195 h 676275"/>
                <a:gd name="connsiteX473" fmla="*/ 271176 w 504825"/>
                <a:gd name="connsiteY473" fmla="*/ 33147 h 676275"/>
                <a:gd name="connsiteX474" fmla="*/ 271176 w 504825"/>
                <a:gd name="connsiteY474" fmla="*/ 33909 h 676275"/>
                <a:gd name="connsiteX475" fmla="*/ 271558 w 504825"/>
                <a:gd name="connsiteY475" fmla="*/ 35624 h 676275"/>
                <a:gd name="connsiteX476" fmla="*/ 272320 w 504825"/>
                <a:gd name="connsiteY476" fmla="*/ 37719 h 676275"/>
                <a:gd name="connsiteX477" fmla="*/ 274510 w 504825"/>
                <a:gd name="connsiteY477" fmla="*/ 42005 h 676275"/>
                <a:gd name="connsiteX478" fmla="*/ 274796 w 504825"/>
                <a:gd name="connsiteY478" fmla="*/ 42482 h 676275"/>
                <a:gd name="connsiteX479" fmla="*/ 275272 w 504825"/>
                <a:gd name="connsiteY479" fmla="*/ 43434 h 676275"/>
                <a:gd name="connsiteX480" fmla="*/ 275749 w 504825"/>
                <a:gd name="connsiteY480" fmla="*/ 45244 h 676275"/>
                <a:gd name="connsiteX481" fmla="*/ 276034 w 504825"/>
                <a:gd name="connsiteY481" fmla="*/ 47244 h 676275"/>
                <a:gd name="connsiteX482" fmla="*/ 276034 w 504825"/>
                <a:gd name="connsiteY482" fmla="*/ 48387 h 676275"/>
                <a:gd name="connsiteX483" fmla="*/ 275844 w 504825"/>
                <a:gd name="connsiteY483" fmla="*/ 49149 h 676275"/>
                <a:gd name="connsiteX484" fmla="*/ 275368 w 504825"/>
                <a:gd name="connsiteY484" fmla="*/ 49816 h 676275"/>
                <a:gd name="connsiteX485" fmla="*/ 274130 w 504825"/>
                <a:gd name="connsiteY485" fmla="*/ 51435 h 676275"/>
                <a:gd name="connsiteX486" fmla="*/ 273748 w 504825"/>
                <a:gd name="connsiteY486" fmla="*/ 52197 h 676275"/>
                <a:gd name="connsiteX487" fmla="*/ 273367 w 504825"/>
                <a:gd name="connsiteY487" fmla="*/ 53626 h 676275"/>
                <a:gd name="connsiteX488" fmla="*/ 273272 w 504825"/>
                <a:gd name="connsiteY488" fmla="*/ 54483 h 676275"/>
                <a:gd name="connsiteX489" fmla="*/ 273272 w 504825"/>
                <a:gd name="connsiteY489" fmla="*/ 55245 h 676275"/>
                <a:gd name="connsiteX490" fmla="*/ 273463 w 504825"/>
                <a:gd name="connsiteY490" fmla="*/ 55721 h 676275"/>
                <a:gd name="connsiteX491" fmla="*/ 273939 w 504825"/>
                <a:gd name="connsiteY491" fmla="*/ 56674 h 676275"/>
                <a:gd name="connsiteX492" fmla="*/ 275653 w 504825"/>
                <a:gd name="connsiteY492" fmla="*/ 58864 h 676275"/>
                <a:gd name="connsiteX493" fmla="*/ 275939 w 504825"/>
                <a:gd name="connsiteY493" fmla="*/ 59531 h 676275"/>
                <a:gd name="connsiteX494" fmla="*/ 275939 w 504825"/>
                <a:gd name="connsiteY494" fmla="*/ 60198 h 676275"/>
                <a:gd name="connsiteX495" fmla="*/ 275844 w 504825"/>
                <a:gd name="connsiteY495" fmla="*/ 60865 h 676275"/>
                <a:gd name="connsiteX496" fmla="*/ 274701 w 504825"/>
                <a:gd name="connsiteY496" fmla="*/ 63722 h 676275"/>
                <a:gd name="connsiteX497" fmla="*/ 274225 w 504825"/>
                <a:gd name="connsiteY497" fmla="*/ 64294 h 676275"/>
                <a:gd name="connsiteX498" fmla="*/ 273463 w 504825"/>
                <a:gd name="connsiteY498" fmla="*/ 64961 h 676275"/>
                <a:gd name="connsiteX499" fmla="*/ 270986 w 504825"/>
                <a:gd name="connsiteY499" fmla="*/ 65913 h 676275"/>
                <a:gd name="connsiteX500" fmla="*/ 270224 w 504825"/>
                <a:gd name="connsiteY500" fmla="*/ 66389 h 676275"/>
                <a:gd name="connsiteX501" fmla="*/ 269938 w 504825"/>
                <a:gd name="connsiteY501" fmla="*/ 66770 h 676275"/>
                <a:gd name="connsiteX502" fmla="*/ 269748 w 504825"/>
                <a:gd name="connsiteY502" fmla="*/ 67246 h 676275"/>
                <a:gd name="connsiteX503" fmla="*/ 269367 w 504825"/>
                <a:gd name="connsiteY503" fmla="*/ 67818 h 676275"/>
                <a:gd name="connsiteX504" fmla="*/ 268605 w 504825"/>
                <a:gd name="connsiteY504" fmla="*/ 68389 h 676275"/>
                <a:gd name="connsiteX505" fmla="*/ 267271 w 504825"/>
                <a:gd name="connsiteY505" fmla="*/ 68866 h 676275"/>
                <a:gd name="connsiteX506" fmla="*/ 265843 w 504825"/>
                <a:gd name="connsiteY506" fmla="*/ 69056 h 676275"/>
                <a:gd name="connsiteX507" fmla="*/ 264509 w 504825"/>
                <a:gd name="connsiteY507" fmla="*/ 69628 h 676275"/>
                <a:gd name="connsiteX508" fmla="*/ 258604 w 504825"/>
                <a:gd name="connsiteY508" fmla="*/ 73438 h 676275"/>
                <a:gd name="connsiteX509" fmla="*/ 255937 w 504825"/>
                <a:gd name="connsiteY509" fmla="*/ 74581 h 676275"/>
                <a:gd name="connsiteX510" fmla="*/ 254317 w 504825"/>
                <a:gd name="connsiteY510" fmla="*/ 75057 h 676275"/>
                <a:gd name="connsiteX511" fmla="*/ 252793 w 504825"/>
                <a:gd name="connsiteY511" fmla="*/ 75152 h 676275"/>
                <a:gd name="connsiteX512" fmla="*/ 251269 w 504825"/>
                <a:gd name="connsiteY512" fmla="*/ 74771 h 676275"/>
                <a:gd name="connsiteX513" fmla="*/ 250317 w 504825"/>
                <a:gd name="connsiteY513" fmla="*/ 73819 h 676275"/>
                <a:gd name="connsiteX514" fmla="*/ 249745 w 504825"/>
                <a:gd name="connsiteY514" fmla="*/ 72485 h 676275"/>
                <a:gd name="connsiteX515" fmla="*/ 249079 w 504825"/>
                <a:gd name="connsiteY515" fmla="*/ 71247 h 676275"/>
                <a:gd name="connsiteX516" fmla="*/ 247840 w 504825"/>
                <a:gd name="connsiteY516" fmla="*/ 70485 h 676275"/>
                <a:gd name="connsiteX517" fmla="*/ 246507 w 504825"/>
                <a:gd name="connsiteY517" fmla="*/ 70485 h 676275"/>
                <a:gd name="connsiteX518" fmla="*/ 243364 w 504825"/>
                <a:gd name="connsiteY518" fmla="*/ 72200 h 676275"/>
                <a:gd name="connsiteX519" fmla="*/ 242221 w 504825"/>
                <a:gd name="connsiteY519" fmla="*/ 72580 h 676275"/>
                <a:gd name="connsiteX520" fmla="*/ 241649 w 504825"/>
                <a:gd name="connsiteY520" fmla="*/ 72580 h 676275"/>
                <a:gd name="connsiteX521" fmla="*/ 241173 w 504825"/>
                <a:gd name="connsiteY521" fmla="*/ 72390 h 676275"/>
                <a:gd name="connsiteX522" fmla="*/ 240792 w 504825"/>
                <a:gd name="connsiteY522" fmla="*/ 71914 h 676275"/>
                <a:gd name="connsiteX523" fmla="*/ 240506 w 504825"/>
                <a:gd name="connsiteY523" fmla="*/ 71342 h 676275"/>
                <a:gd name="connsiteX524" fmla="*/ 239649 w 504825"/>
                <a:gd name="connsiteY524" fmla="*/ 68104 h 676275"/>
                <a:gd name="connsiteX525" fmla="*/ 239458 w 504825"/>
                <a:gd name="connsiteY525" fmla="*/ 67628 h 676275"/>
                <a:gd name="connsiteX526" fmla="*/ 239268 w 504825"/>
                <a:gd name="connsiteY526" fmla="*/ 67246 h 676275"/>
                <a:gd name="connsiteX527" fmla="*/ 238982 w 504825"/>
                <a:gd name="connsiteY527" fmla="*/ 66961 h 676275"/>
                <a:gd name="connsiteX528" fmla="*/ 238315 w 504825"/>
                <a:gd name="connsiteY528" fmla="*/ 66580 h 676275"/>
                <a:gd name="connsiteX529" fmla="*/ 237649 w 504825"/>
                <a:gd name="connsiteY529" fmla="*/ 66294 h 676275"/>
                <a:gd name="connsiteX530" fmla="*/ 236601 w 504825"/>
                <a:gd name="connsiteY530" fmla="*/ 66008 h 676275"/>
                <a:gd name="connsiteX531" fmla="*/ 235363 w 504825"/>
                <a:gd name="connsiteY531" fmla="*/ 66008 h 676275"/>
                <a:gd name="connsiteX532" fmla="*/ 234029 w 504825"/>
                <a:gd name="connsiteY532" fmla="*/ 66770 h 676275"/>
                <a:gd name="connsiteX533" fmla="*/ 227266 w 504825"/>
                <a:gd name="connsiteY533" fmla="*/ 72390 h 676275"/>
                <a:gd name="connsiteX534" fmla="*/ 221742 w 504825"/>
                <a:gd name="connsiteY534" fmla="*/ 79534 h 676275"/>
                <a:gd name="connsiteX535" fmla="*/ 219742 w 504825"/>
                <a:gd name="connsiteY535" fmla="*/ 80296 h 676275"/>
                <a:gd name="connsiteX536" fmla="*/ 215551 w 504825"/>
                <a:gd name="connsiteY536" fmla="*/ 80677 h 676275"/>
                <a:gd name="connsiteX537" fmla="*/ 214598 w 504825"/>
                <a:gd name="connsiteY537" fmla="*/ 81248 h 676275"/>
                <a:gd name="connsiteX538" fmla="*/ 213931 w 504825"/>
                <a:gd name="connsiteY538" fmla="*/ 82296 h 676275"/>
                <a:gd name="connsiteX539" fmla="*/ 213265 w 504825"/>
                <a:gd name="connsiteY539" fmla="*/ 85249 h 676275"/>
                <a:gd name="connsiteX540" fmla="*/ 212122 w 504825"/>
                <a:gd name="connsiteY540" fmla="*/ 87249 h 676275"/>
                <a:gd name="connsiteX541" fmla="*/ 210883 w 504825"/>
                <a:gd name="connsiteY541" fmla="*/ 88297 h 676275"/>
                <a:gd name="connsiteX542" fmla="*/ 209836 w 504825"/>
                <a:gd name="connsiteY542" fmla="*/ 88583 h 676275"/>
                <a:gd name="connsiteX543" fmla="*/ 208312 w 504825"/>
                <a:gd name="connsiteY543" fmla="*/ 88392 h 676275"/>
                <a:gd name="connsiteX544" fmla="*/ 206311 w 504825"/>
                <a:gd name="connsiteY544" fmla="*/ 84487 h 676275"/>
                <a:gd name="connsiteX545" fmla="*/ 202882 w 504825"/>
                <a:gd name="connsiteY545" fmla="*/ 79724 h 676275"/>
                <a:gd name="connsiteX546" fmla="*/ 201073 w 504825"/>
                <a:gd name="connsiteY546" fmla="*/ 76200 h 676275"/>
                <a:gd name="connsiteX547" fmla="*/ 200215 w 504825"/>
                <a:gd name="connsiteY547" fmla="*/ 74867 h 676275"/>
                <a:gd name="connsiteX548" fmla="*/ 199168 w 504825"/>
                <a:gd name="connsiteY548" fmla="*/ 74104 h 676275"/>
                <a:gd name="connsiteX549" fmla="*/ 197358 w 504825"/>
                <a:gd name="connsiteY549" fmla="*/ 73914 h 676275"/>
                <a:gd name="connsiteX550" fmla="*/ 195643 w 504825"/>
                <a:gd name="connsiteY550" fmla="*/ 74295 h 676275"/>
                <a:gd name="connsiteX551" fmla="*/ 193929 w 504825"/>
                <a:gd name="connsiteY551" fmla="*/ 74962 h 676275"/>
                <a:gd name="connsiteX552" fmla="*/ 192595 w 504825"/>
                <a:gd name="connsiteY552" fmla="*/ 75724 h 676275"/>
                <a:gd name="connsiteX553" fmla="*/ 188785 w 504825"/>
                <a:gd name="connsiteY553" fmla="*/ 78867 h 676275"/>
                <a:gd name="connsiteX554" fmla="*/ 179832 w 504825"/>
                <a:gd name="connsiteY554" fmla="*/ 83344 h 676275"/>
                <a:gd name="connsiteX555" fmla="*/ 171450 w 504825"/>
                <a:gd name="connsiteY555" fmla="*/ 89440 h 676275"/>
                <a:gd name="connsiteX556" fmla="*/ 167449 w 504825"/>
                <a:gd name="connsiteY556" fmla="*/ 91440 h 676275"/>
                <a:gd name="connsiteX557" fmla="*/ 152400 w 504825"/>
                <a:gd name="connsiteY557" fmla="*/ 96964 h 676275"/>
                <a:gd name="connsiteX558" fmla="*/ 150971 w 504825"/>
                <a:gd name="connsiteY558" fmla="*/ 98012 h 676275"/>
                <a:gd name="connsiteX559" fmla="*/ 150209 w 504825"/>
                <a:gd name="connsiteY559" fmla="*/ 99250 h 676275"/>
                <a:gd name="connsiteX560" fmla="*/ 150114 w 504825"/>
                <a:gd name="connsiteY560" fmla="*/ 100489 h 676275"/>
                <a:gd name="connsiteX561" fmla="*/ 150495 w 504825"/>
                <a:gd name="connsiteY561" fmla="*/ 102013 h 676275"/>
                <a:gd name="connsiteX562" fmla="*/ 152590 w 504825"/>
                <a:gd name="connsiteY562" fmla="*/ 105728 h 676275"/>
                <a:gd name="connsiteX563" fmla="*/ 153067 w 504825"/>
                <a:gd name="connsiteY563" fmla="*/ 107251 h 676275"/>
                <a:gd name="connsiteX564" fmla="*/ 152590 w 504825"/>
                <a:gd name="connsiteY564" fmla="*/ 108109 h 676275"/>
                <a:gd name="connsiteX565" fmla="*/ 151257 w 504825"/>
                <a:gd name="connsiteY565" fmla="*/ 108109 h 676275"/>
                <a:gd name="connsiteX566" fmla="*/ 149542 w 504825"/>
                <a:gd name="connsiteY566" fmla="*/ 107537 h 676275"/>
                <a:gd name="connsiteX567" fmla="*/ 147923 w 504825"/>
                <a:gd name="connsiteY567" fmla="*/ 107251 h 676275"/>
                <a:gd name="connsiteX568" fmla="*/ 146780 w 504825"/>
                <a:gd name="connsiteY568" fmla="*/ 107728 h 676275"/>
                <a:gd name="connsiteX569" fmla="*/ 146113 w 504825"/>
                <a:gd name="connsiteY569" fmla="*/ 108680 h 676275"/>
                <a:gd name="connsiteX570" fmla="*/ 145732 w 504825"/>
                <a:gd name="connsiteY570" fmla="*/ 109823 h 676275"/>
                <a:gd name="connsiteX571" fmla="*/ 145256 w 504825"/>
                <a:gd name="connsiteY571" fmla="*/ 110776 h 676275"/>
                <a:gd name="connsiteX572" fmla="*/ 144399 w 504825"/>
                <a:gd name="connsiteY572" fmla="*/ 111347 h 676275"/>
                <a:gd name="connsiteX573" fmla="*/ 143256 w 504825"/>
                <a:gd name="connsiteY573" fmla="*/ 111347 h 676275"/>
                <a:gd name="connsiteX574" fmla="*/ 136207 w 504825"/>
                <a:gd name="connsiteY574" fmla="*/ 108680 h 676275"/>
                <a:gd name="connsiteX575" fmla="*/ 133064 w 504825"/>
                <a:gd name="connsiteY575" fmla="*/ 108109 h 676275"/>
                <a:gd name="connsiteX576" fmla="*/ 128111 w 504825"/>
                <a:gd name="connsiteY576" fmla="*/ 108204 h 676275"/>
                <a:gd name="connsiteX577" fmla="*/ 127159 w 504825"/>
                <a:gd name="connsiteY577" fmla="*/ 108395 h 676275"/>
                <a:gd name="connsiteX578" fmla="*/ 116395 w 504825"/>
                <a:gd name="connsiteY578" fmla="*/ 108775 h 676275"/>
                <a:gd name="connsiteX579" fmla="*/ 115443 w 504825"/>
                <a:gd name="connsiteY579" fmla="*/ 108490 h 676275"/>
                <a:gd name="connsiteX580" fmla="*/ 115348 w 504825"/>
                <a:gd name="connsiteY580" fmla="*/ 107728 h 676275"/>
                <a:gd name="connsiteX581" fmla="*/ 115443 w 504825"/>
                <a:gd name="connsiteY581" fmla="*/ 107061 h 676275"/>
                <a:gd name="connsiteX582" fmla="*/ 115729 w 504825"/>
                <a:gd name="connsiteY582" fmla="*/ 106394 h 676275"/>
                <a:gd name="connsiteX583" fmla="*/ 115824 w 504825"/>
                <a:gd name="connsiteY583" fmla="*/ 105728 h 676275"/>
                <a:gd name="connsiteX584" fmla="*/ 115919 w 504825"/>
                <a:gd name="connsiteY584" fmla="*/ 105061 h 676275"/>
                <a:gd name="connsiteX585" fmla="*/ 115729 w 504825"/>
                <a:gd name="connsiteY585" fmla="*/ 99536 h 676275"/>
                <a:gd name="connsiteX586" fmla="*/ 116014 w 504825"/>
                <a:gd name="connsiteY586" fmla="*/ 97155 h 676275"/>
                <a:gd name="connsiteX587" fmla="*/ 116205 w 504825"/>
                <a:gd name="connsiteY587" fmla="*/ 96583 h 676275"/>
                <a:gd name="connsiteX588" fmla="*/ 116300 w 504825"/>
                <a:gd name="connsiteY588" fmla="*/ 95917 h 676275"/>
                <a:gd name="connsiteX589" fmla="*/ 116395 w 504825"/>
                <a:gd name="connsiteY589" fmla="*/ 95250 h 676275"/>
                <a:gd name="connsiteX590" fmla="*/ 116300 w 504825"/>
                <a:gd name="connsiteY590" fmla="*/ 94488 h 676275"/>
                <a:gd name="connsiteX591" fmla="*/ 116205 w 504825"/>
                <a:gd name="connsiteY591" fmla="*/ 93631 h 676275"/>
                <a:gd name="connsiteX592" fmla="*/ 114967 w 504825"/>
                <a:gd name="connsiteY592" fmla="*/ 90488 h 676275"/>
                <a:gd name="connsiteX593" fmla="*/ 114776 w 504825"/>
                <a:gd name="connsiteY593" fmla="*/ 89821 h 676275"/>
                <a:gd name="connsiteX594" fmla="*/ 114776 w 504825"/>
                <a:gd name="connsiteY594" fmla="*/ 89059 h 676275"/>
                <a:gd name="connsiteX595" fmla="*/ 114967 w 504825"/>
                <a:gd name="connsiteY595" fmla="*/ 88011 h 676275"/>
                <a:gd name="connsiteX596" fmla="*/ 115348 w 504825"/>
                <a:gd name="connsiteY596" fmla="*/ 87344 h 676275"/>
                <a:gd name="connsiteX597" fmla="*/ 115824 w 504825"/>
                <a:gd name="connsiteY597" fmla="*/ 86963 h 676275"/>
                <a:gd name="connsiteX598" fmla="*/ 116300 w 504825"/>
                <a:gd name="connsiteY598" fmla="*/ 86678 h 676275"/>
                <a:gd name="connsiteX599" fmla="*/ 118300 w 504825"/>
                <a:gd name="connsiteY599" fmla="*/ 85820 h 676275"/>
                <a:gd name="connsiteX600" fmla="*/ 118776 w 504825"/>
                <a:gd name="connsiteY600" fmla="*/ 85534 h 676275"/>
                <a:gd name="connsiteX601" fmla="*/ 119158 w 504825"/>
                <a:gd name="connsiteY601" fmla="*/ 85249 h 676275"/>
                <a:gd name="connsiteX602" fmla="*/ 119539 w 504825"/>
                <a:gd name="connsiteY602" fmla="*/ 84868 h 676275"/>
                <a:gd name="connsiteX603" fmla="*/ 119824 w 504825"/>
                <a:gd name="connsiteY603" fmla="*/ 84487 h 676275"/>
                <a:gd name="connsiteX604" fmla="*/ 119824 w 504825"/>
                <a:gd name="connsiteY604" fmla="*/ 83534 h 676275"/>
                <a:gd name="connsiteX605" fmla="*/ 119158 w 504825"/>
                <a:gd name="connsiteY605" fmla="*/ 79248 h 676275"/>
                <a:gd name="connsiteX606" fmla="*/ 119063 w 504825"/>
                <a:gd name="connsiteY606" fmla="*/ 77724 h 676275"/>
                <a:gd name="connsiteX607" fmla="*/ 119063 w 504825"/>
                <a:gd name="connsiteY607" fmla="*/ 76581 h 676275"/>
                <a:gd name="connsiteX608" fmla="*/ 119253 w 504825"/>
                <a:gd name="connsiteY608" fmla="*/ 75914 h 676275"/>
                <a:gd name="connsiteX609" fmla="*/ 119158 w 504825"/>
                <a:gd name="connsiteY609" fmla="*/ 75057 h 676275"/>
                <a:gd name="connsiteX610" fmla="*/ 118967 w 504825"/>
                <a:gd name="connsiteY610" fmla="*/ 74009 h 676275"/>
                <a:gd name="connsiteX611" fmla="*/ 117348 w 504825"/>
                <a:gd name="connsiteY611" fmla="*/ 70580 h 676275"/>
                <a:gd name="connsiteX612" fmla="*/ 117062 w 504825"/>
                <a:gd name="connsiteY612" fmla="*/ 69723 h 676275"/>
                <a:gd name="connsiteX613" fmla="*/ 116205 w 504825"/>
                <a:gd name="connsiteY613" fmla="*/ 65246 h 676275"/>
                <a:gd name="connsiteX614" fmla="*/ 115824 w 504825"/>
                <a:gd name="connsiteY614" fmla="*/ 64103 h 676275"/>
                <a:gd name="connsiteX615" fmla="*/ 113442 w 504825"/>
                <a:gd name="connsiteY615" fmla="*/ 59722 h 676275"/>
                <a:gd name="connsiteX616" fmla="*/ 113252 w 504825"/>
                <a:gd name="connsiteY616" fmla="*/ 59150 h 676275"/>
                <a:gd name="connsiteX617" fmla="*/ 113157 w 504825"/>
                <a:gd name="connsiteY617" fmla="*/ 58388 h 676275"/>
                <a:gd name="connsiteX618" fmla="*/ 113824 w 504825"/>
                <a:gd name="connsiteY618" fmla="*/ 54674 h 676275"/>
                <a:gd name="connsiteX619" fmla="*/ 113919 w 504825"/>
                <a:gd name="connsiteY619" fmla="*/ 53626 h 676275"/>
                <a:gd name="connsiteX620" fmla="*/ 113442 w 504825"/>
                <a:gd name="connsiteY620" fmla="*/ 52292 h 676275"/>
                <a:gd name="connsiteX621" fmla="*/ 112966 w 504825"/>
                <a:gd name="connsiteY621" fmla="*/ 51245 h 676275"/>
                <a:gd name="connsiteX622" fmla="*/ 109728 w 504825"/>
                <a:gd name="connsiteY622" fmla="*/ 48006 h 676275"/>
                <a:gd name="connsiteX623" fmla="*/ 108299 w 504825"/>
                <a:gd name="connsiteY623" fmla="*/ 50197 h 676275"/>
                <a:gd name="connsiteX624" fmla="*/ 107347 w 504825"/>
                <a:gd name="connsiteY624" fmla="*/ 51149 h 676275"/>
                <a:gd name="connsiteX625" fmla="*/ 106489 w 504825"/>
                <a:gd name="connsiteY625" fmla="*/ 51816 h 676275"/>
                <a:gd name="connsiteX626" fmla="*/ 105442 w 504825"/>
                <a:gd name="connsiteY626" fmla="*/ 52102 h 676275"/>
                <a:gd name="connsiteX627" fmla="*/ 92964 w 504825"/>
                <a:gd name="connsiteY627" fmla="*/ 51911 h 676275"/>
                <a:gd name="connsiteX628" fmla="*/ 89249 w 504825"/>
                <a:gd name="connsiteY628" fmla="*/ 53150 h 676275"/>
                <a:gd name="connsiteX629" fmla="*/ 88773 w 504825"/>
                <a:gd name="connsiteY629" fmla="*/ 53435 h 676275"/>
                <a:gd name="connsiteX630" fmla="*/ 87916 w 504825"/>
                <a:gd name="connsiteY630" fmla="*/ 54007 h 676275"/>
                <a:gd name="connsiteX631" fmla="*/ 87154 w 504825"/>
                <a:gd name="connsiteY631" fmla="*/ 54674 h 676275"/>
                <a:gd name="connsiteX632" fmla="*/ 83820 w 504825"/>
                <a:gd name="connsiteY632" fmla="*/ 59055 h 676275"/>
                <a:gd name="connsiteX633" fmla="*/ 83344 w 504825"/>
                <a:gd name="connsiteY633" fmla="*/ 60198 h 676275"/>
                <a:gd name="connsiteX634" fmla="*/ 81439 w 504825"/>
                <a:gd name="connsiteY634" fmla="*/ 67151 h 676275"/>
                <a:gd name="connsiteX635" fmla="*/ 80676 w 504825"/>
                <a:gd name="connsiteY635" fmla="*/ 69151 h 676275"/>
                <a:gd name="connsiteX636" fmla="*/ 80105 w 504825"/>
                <a:gd name="connsiteY636" fmla="*/ 70104 h 676275"/>
                <a:gd name="connsiteX637" fmla="*/ 78772 w 504825"/>
                <a:gd name="connsiteY637" fmla="*/ 71818 h 676275"/>
                <a:gd name="connsiteX638" fmla="*/ 77629 w 504825"/>
                <a:gd name="connsiteY638" fmla="*/ 72866 h 676275"/>
                <a:gd name="connsiteX639" fmla="*/ 75819 w 504825"/>
                <a:gd name="connsiteY639" fmla="*/ 73914 h 676275"/>
                <a:gd name="connsiteX640" fmla="*/ 73819 w 504825"/>
                <a:gd name="connsiteY640" fmla="*/ 74581 h 676275"/>
                <a:gd name="connsiteX641" fmla="*/ 72866 w 504825"/>
                <a:gd name="connsiteY641" fmla="*/ 75057 h 676275"/>
                <a:gd name="connsiteX642" fmla="*/ 71151 w 504825"/>
                <a:gd name="connsiteY642" fmla="*/ 76295 h 676275"/>
                <a:gd name="connsiteX643" fmla="*/ 67056 w 504825"/>
                <a:gd name="connsiteY643" fmla="*/ 80391 h 676275"/>
                <a:gd name="connsiteX644" fmla="*/ 65722 w 504825"/>
                <a:gd name="connsiteY644" fmla="*/ 82010 h 676275"/>
                <a:gd name="connsiteX645" fmla="*/ 63817 w 504825"/>
                <a:gd name="connsiteY645" fmla="*/ 85534 h 676275"/>
                <a:gd name="connsiteX646" fmla="*/ 63246 w 504825"/>
                <a:gd name="connsiteY646" fmla="*/ 87249 h 676275"/>
                <a:gd name="connsiteX647" fmla="*/ 62389 w 504825"/>
                <a:gd name="connsiteY647" fmla="*/ 91916 h 676275"/>
                <a:gd name="connsiteX648" fmla="*/ 61055 w 504825"/>
                <a:gd name="connsiteY648" fmla="*/ 110395 h 676275"/>
                <a:gd name="connsiteX649" fmla="*/ 60769 w 504825"/>
                <a:gd name="connsiteY649" fmla="*/ 110871 h 676275"/>
                <a:gd name="connsiteX650" fmla="*/ 60484 w 504825"/>
                <a:gd name="connsiteY650" fmla="*/ 111347 h 676275"/>
                <a:gd name="connsiteX651" fmla="*/ 60103 w 504825"/>
                <a:gd name="connsiteY651" fmla="*/ 111728 h 676275"/>
                <a:gd name="connsiteX652" fmla="*/ 59341 w 504825"/>
                <a:gd name="connsiteY652" fmla="*/ 112490 h 676275"/>
                <a:gd name="connsiteX653" fmla="*/ 58483 w 504825"/>
                <a:gd name="connsiteY653" fmla="*/ 113157 h 676275"/>
                <a:gd name="connsiteX654" fmla="*/ 56102 w 504825"/>
                <a:gd name="connsiteY654" fmla="*/ 114395 h 676275"/>
                <a:gd name="connsiteX655" fmla="*/ 47339 w 504825"/>
                <a:gd name="connsiteY655" fmla="*/ 116967 h 676275"/>
                <a:gd name="connsiteX656" fmla="*/ 46482 w 504825"/>
                <a:gd name="connsiteY656" fmla="*/ 117634 h 676275"/>
                <a:gd name="connsiteX657" fmla="*/ 45720 w 504825"/>
                <a:gd name="connsiteY657" fmla="*/ 118300 h 676275"/>
                <a:gd name="connsiteX658" fmla="*/ 45053 w 504825"/>
                <a:gd name="connsiteY658" fmla="*/ 119348 h 676275"/>
                <a:gd name="connsiteX659" fmla="*/ 44482 w 504825"/>
                <a:gd name="connsiteY659" fmla="*/ 120396 h 676275"/>
                <a:gd name="connsiteX660" fmla="*/ 42863 w 504825"/>
                <a:gd name="connsiteY660" fmla="*/ 124682 h 676275"/>
                <a:gd name="connsiteX661" fmla="*/ 42386 w 504825"/>
                <a:gd name="connsiteY661" fmla="*/ 125539 h 676275"/>
                <a:gd name="connsiteX662" fmla="*/ 42005 w 504825"/>
                <a:gd name="connsiteY662" fmla="*/ 126111 h 676275"/>
                <a:gd name="connsiteX663" fmla="*/ 41338 w 504825"/>
                <a:gd name="connsiteY663" fmla="*/ 126968 h 676275"/>
                <a:gd name="connsiteX664" fmla="*/ 40005 w 504825"/>
                <a:gd name="connsiteY664" fmla="*/ 128207 h 676275"/>
                <a:gd name="connsiteX665" fmla="*/ 39719 w 504825"/>
                <a:gd name="connsiteY665" fmla="*/ 128588 h 676275"/>
                <a:gd name="connsiteX666" fmla="*/ 39433 w 504825"/>
                <a:gd name="connsiteY666" fmla="*/ 129064 h 676275"/>
                <a:gd name="connsiteX667" fmla="*/ 39243 w 504825"/>
                <a:gd name="connsiteY667" fmla="*/ 129730 h 676275"/>
                <a:gd name="connsiteX668" fmla="*/ 39052 w 504825"/>
                <a:gd name="connsiteY668" fmla="*/ 130683 h 676275"/>
                <a:gd name="connsiteX669" fmla="*/ 39052 w 504825"/>
                <a:gd name="connsiteY669" fmla="*/ 132779 h 676275"/>
                <a:gd name="connsiteX670" fmla="*/ 39052 w 504825"/>
                <a:gd name="connsiteY670" fmla="*/ 133350 h 676275"/>
                <a:gd name="connsiteX671" fmla="*/ 38195 w 504825"/>
                <a:gd name="connsiteY671" fmla="*/ 137350 h 676275"/>
                <a:gd name="connsiteX672" fmla="*/ 38100 w 504825"/>
                <a:gd name="connsiteY672" fmla="*/ 138017 h 676275"/>
                <a:gd name="connsiteX673" fmla="*/ 37909 w 504825"/>
                <a:gd name="connsiteY673" fmla="*/ 142208 h 676275"/>
                <a:gd name="connsiteX674" fmla="*/ 38005 w 504825"/>
                <a:gd name="connsiteY674" fmla="*/ 143066 h 676275"/>
                <a:gd name="connsiteX675" fmla="*/ 38290 w 504825"/>
                <a:gd name="connsiteY675" fmla="*/ 143923 h 676275"/>
                <a:gd name="connsiteX676" fmla="*/ 39052 w 504825"/>
                <a:gd name="connsiteY676" fmla="*/ 145256 h 676275"/>
                <a:gd name="connsiteX677" fmla="*/ 39719 w 504825"/>
                <a:gd name="connsiteY677" fmla="*/ 145828 h 676275"/>
                <a:gd name="connsiteX678" fmla="*/ 40386 w 504825"/>
                <a:gd name="connsiteY678" fmla="*/ 146209 h 676275"/>
                <a:gd name="connsiteX679" fmla="*/ 43053 w 504825"/>
                <a:gd name="connsiteY679" fmla="*/ 146590 h 676275"/>
                <a:gd name="connsiteX680" fmla="*/ 43529 w 504825"/>
                <a:gd name="connsiteY680" fmla="*/ 147066 h 676275"/>
                <a:gd name="connsiteX681" fmla="*/ 43910 w 504825"/>
                <a:gd name="connsiteY681" fmla="*/ 147923 h 676275"/>
                <a:gd name="connsiteX682" fmla="*/ 44101 w 504825"/>
                <a:gd name="connsiteY682" fmla="*/ 149638 h 676275"/>
                <a:gd name="connsiteX683" fmla="*/ 44291 w 504825"/>
                <a:gd name="connsiteY683" fmla="*/ 154210 h 676275"/>
                <a:gd name="connsiteX684" fmla="*/ 44291 w 504825"/>
                <a:gd name="connsiteY684" fmla="*/ 154876 h 676275"/>
                <a:gd name="connsiteX685" fmla="*/ 44196 w 504825"/>
                <a:gd name="connsiteY685" fmla="*/ 155448 h 676275"/>
                <a:gd name="connsiteX686" fmla="*/ 43910 w 504825"/>
                <a:gd name="connsiteY686" fmla="*/ 155924 h 676275"/>
                <a:gd name="connsiteX687" fmla="*/ 43624 w 504825"/>
                <a:gd name="connsiteY687" fmla="*/ 156305 h 676275"/>
                <a:gd name="connsiteX688" fmla="*/ 43243 w 504825"/>
                <a:gd name="connsiteY688" fmla="*/ 156686 h 676275"/>
                <a:gd name="connsiteX689" fmla="*/ 42767 w 504825"/>
                <a:gd name="connsiteY689" fmla="*/ 156972 h 676275"/>
                <a:gd name="connsiteX690" fmla="*/ 42291 w 504825"/>
                <a:gd name="connsiteY690" fmla="*/ 157163 h 676275"/>
                <a:gd name="connsiteX691" fmla="*/ 41719 w 504825"/>
                <a:gd name="connsiteY691" fmla="*/ 157258 h 676275"/>
                <a:gd name="connsiteX692" fmla="*/ 41148 w 504825"/>
                <a:gd name="connsiteY692" fmla="*/ 157163 h 676275"/>
                <a:gd name="connsiteX693" fmla="*/ 39624 w 504825"/>
                <a:gd name="connsiteY693" fmla="*/ 156400 h 676275"/>
                <a:gd name="connsiteX694" fmla="*/ 39052 w 504825"/>
                <a:gd name="connsiteY694" fmla="*/ 156305 h 676275"/>
                <a:gd name="connsiteX695" fmla="*/ 38386 w 504825"/>
                <a:gd name="connsiteY695" fmla="*/ 156305 h 676275"/>
                <a:gd name="connsiteX696" fmla="*/ 37814 w 504825"/>
                <a:gd name="connsiteY696" fmla="*/ 156400 h 676275"/>
                <a:gd name="connsiteX697" fmla="*/ 37338 w 504825"/>
                <a:gd name="connsiteY697" fmla="*/ 156686 h 676275"/>
                <a:gd name="connsiteX698" fmla="*/ 36957 w 504825"/>
                <a:gd name="connsiteY698" fmla="*/ 157067 h 676275"/>
                <a:gd name="connsiteX699" fmla="*/ 36671 w 504825"/>
                <a:gd name="connsiteY699" fmla="*/ 157543 h 676275"/>
                <a:gd name="connsiteX700" fmla="*/ 36385 w 504825"/>
                <a:gd name="connsiteY700" fmla="*/ 158115 h 676275"/>
                <a:gd name="connsiteX701" fmla="*/ 35719 w 504825"/>
                <a:gd name="connsiteY701" fmla="*/ 160496 h 676275"/>
                <a:gd name="connsiteX702" fmla="*/ 35623 w 504825"/>
                <a:gd name="connsiteY702" fmla="*/ 161163 h 676275"/>
                <a:gd name="connsiteX703" fmla="*/ 35528 w 504825"/>
                <a:gd name="connsiteY703" fmla="*/ 163163 h 676275"/>
                <a:gd name="connsiteX704" fmla="*/ 35338 w 504825"/>
                <a:gd name="connsiteY704" fmla="*/ 163735 h 676275"/>
                <a:gd name="connsiteX705" fmla="*/ 35052 w 504825"/>
                <a:gd name="connsiteY705" fmla="*/ 164116 h 676275"/>
                <a:gd name="connsiteX706" fmla="*/ 34576 w 504825"/>
                <a:gd name="connsiteY706" fmla="*/ 164401 h 676275"/>
                <a:gd name="connsiteX707" fmla="*/ 34004 w 504825"/>
                <a:gd name="connsiteY707" fmla="*/ 164497 h 676275"/>
                <a:gd name="connsiteX708" fmla="*/ 33433 w 504825"/>
                <a:gd name="connsiteY708" fmla="*/ 164401 h 676275"/>
                <a:gd name="connsiteX709" fmla="*/ 31909 w 504825"/>
                <a:gd name="connsiteY709" fmla="*/ 163735 h 676275"/>
                <a:gd name="connsiteX710" fmla="*/ 31337 w 504825"/>
                <a:gd name="connsiteY710" fmla="*/ 163639 h 676275"/>
                <a:gd name="connsiteX711" fmla="*/ 30861 w 504825"/>
                <a:gd name="connsiteY711" fmla="*/ 163735 h 676275"/>
                <a:gd name="connsiteX712" fmla="*/ 30861 w 504825"/>
                <a:gd name="connsiteY712" fmla="*/ 164211 h 676275"/>
                <a:gd name="connsiteX713" fmla="*/ 31337 w 504825"/>
                <a:gd name="connsiteY713" fmla="*/ 165068 h 676275"/>
                <a:gd name="connsiteX714" fmla="*/ 33623 w 504825"/>
                <a:gd name="connsiteY714" fmla="*/ 167450 h 676275"/>
                <a:gd name="connsiteX715" fmla="*/ 37719 w 504825"/>
                <a:gd name="connsiteY715" fmla="*/ 170593 h 676275"/>
                <a:gd name="connsiteX716" fmla="*/ 38100 w 504825"/>
                <a:gd name="connsiteY716" fmla="*/ 170974 h 676275"/>
                <a:gd name="connsiteX717" fmla="*/ 38576 w 504825"/>
                <a:gd name="connsiteY717" fmla="*/ 171641 h 676275"/>
                <a:gd name="connsiteX718" fmla="*/ 41434 w 504825"/>
                <a:gd name="connsiteY718" fmla="*/ 176975 h 676275"/>
                <a:gd name="connsiteX719" fmla="*/ 42672 w 504825"/>
                <a:gd name="connsiteY719" fmla="*/ 178594 h 676275"/>
                <a:gd name="connsiteX720" fmla="*/ 43815 w 504825"/>
                <a:gd name="connsiteY720" fmla="*/ 179737 h 676275"/>
                <a:gd name="connsiteX721" fmla="*/ 44577 w 504825"/>
                <a:gd name="connsiteY721" fmla="*/ 180308 h 676275"/>
                <a:gd name="connsiteX722" fmla="*/ 45815 w 504825"/>
                <a:gd name="connsiteY722" fmla="*/ 180975 h 676275"/>
                <a:gd name="connsiteX723" fmla="*/ 46196 w 504825"/>
                <a:gd name="connsiteY723" fmla="*/ 181261 h 676275"/>
                <a:gd name="connsiteX724" fmla="*/ 46577 w 504825"/>
                <a:gd name="connsiteY724" fmla="*/ 181642 h 676275"/>
                <a:gd name="connsiteX725" fmla="*/ 46958 w 504825"/>
                <a:gd name="connsiteY725" fmla="*/ 182213 h 676275"/>
                <a:gd name="connsiteX726" fmla="*/ 47339 w 504825"/>
                <a:gd name="connsiteY726" fmla="*/ 182880 h 676275"/>
                <a:gd name="connsiteX727" fmla="*/ 48673 w 504825"/>
                <a:gd name="connsiteY727" fmla="*/ 186595 h 676275"/>
                <a:gd name="connsiteX728" fmla="*/ 48768 w 504825"/>
                <a:gd name="connsiteY728" fmla="*/ 187166 h 676275"/>
                <a:gd name="connsiteX729" fmla="*/ 48863 w 504825"/>
                <a:gd name="connsiteY729" fmla="*/ 187738 h 676275"/>
                <a:gd name="connsiteX730" fmla="*/ 48863 w 504825"/>
                <a:gd name="connsiteY730" fmla="*/ 191071 h 676275"/>
                <a:gd name="connsiteX731" fmla="*/ 48958 w 504825"/>
                <a:gd name="connsiteY731" fmla="*/ 191643 h 676275"/>
                <a:gd name="connsiteX732" fmla="*/ 49339 w 504825"/>
                <a:gd name="connsiteY732" fmla="*/ 192310 h 676275"/>
                <a:gd name="connsiteX733" fmla="*/ 49911 w 504825"/>
                <a:gd name="connsiteY733" fmla="*/ 193072 h 676275"/>
                <a:gd name="connsiteX734" fmla="*/ 54388 w 504825"/>
                <a:gd name="connsiteY734" fmla="*/ 195929 h 676275"/>
                <a:gd name="connsiteX735" fmla="*/ 55435 w 504825"/>
                <a:gd name="connsiteY735" fmla="*/ 197167 h 676275"/>
                <a:gd name="connsiteX736" fmla="*/ 57436 w 504825"/>
                <a:gd name="connsiteY736" fmla="*/ 200596 h 676275"/>
                <a:gd name="connsiteX737" fmla="*/ 57340 w 504825"/>
                <a:gd name="connsiteY737" fmla="*/ 203835 h 676275"/>
                <a:gd name="connsiteX738" fmla="*/ 57055 w 504825"/>
                <a:gd name="connsiteY738" fmla="*/ 205645 h 676275"/>
                <a:gd name="connsiteX739" fmla="*/ 57055 w 504825"/>
                <a:gd name="connsiteY739" fmla="*/ 206978 h 676275"/>
                <a:gd name="connsiteX740" fmla="*/ 57245 w 504825"/>
                <a:gd name="connsiteY740" fmla="*/ 207931 h 676275"/>
                <a:gd name="connsiteX741" fmla="*/ 57626 w 504825"/>
                <a:gd name="connsiteY741" fmla="*/ 208979 h 676275"/>
                <a:gd name="connsiteX742" fmla="*/ 57912 w 504825"/>
                <a:gd name="connsiteY742" fmla="*/ 209645 h 676275"/>
                <a:gd name="connsiteX743" fmla="*/ 58293 w 504825"/>
                <a:gd name="connsiteY743" fmla="*/ 210217 h 676275"/>
                <a:gd name="connsiteX744" fmla="*/ 61055 w 504825"/>
                <a:gd name="connsiteY744" fmla="*/ 213360 h 676275"/>
                <a:gd name="connsiteX745" fmla="*/ 63532 w 504825"/>
                <a:gd name="connsiteY745" fmla="*/ 215646 h 676275"/>
                <a:gd name="connsiteX746" fmla="*/ 64960 w 504825"/>
                <a:gd name="connsiteY746" fmla="*/ 217837 h 676275"/>
                <a:gd name="connsiteX747" fmla="*/ 65437 w 504825"/>
                <a:gd name="connsiteY747" fmla="*/ 219075 h 676275"/>
                <a:gd name="connsiteX748" fmla="*/ 65722 w 504825"/>
                <a:gd name="connsiteY748" fmla="*/ 220218 h 676275"/>
                <a:gd name="connsiteX749" fmla="*/ 65817 w 504825"/>
                <a:gd name="connsiteY749" fmla="*/ 220980 h 676275"/>
                <a:gd name="connsiteX750" fmla="*/ 65913 w 504825"/>
                <a:gd name="connsiteY750" fmla="*/ 226981 h 676275"/>
                <a:gd name="connsiteX751" fmla="*/ 67342 w 504825"/>
                <a:gd name="connsiteY751" fmla="*/ 233839 h 676275"/>
                <a:gd name="connsiteX752" fmla="*/ 67532 w 504825"/>
                <a:gd name="connsiteY752" fmla="*/ 235934 h 676275"/>
                <a:gd name="connsiteX753" fmla="*/ 68008 w 504825"/>
                <a:gd name="connsiteY753" fmla="*/ 238887 h 676275"/>
                <a:gd name="connsiteX754" fmla="*/ 68770 w 504825"/>
                <a:gd name="connsiteY754" fmla="*/ 240125 h 676275"/>
                <a:gd name="connsiteX755" fmla="*/ 69628 w 504825"/>
                <a:gd name="connsiteY755" fmla="*/ 240601 h 676275"/>
                <a:gd name="connsiteX756" fmla="*/ 76009 w 504825"/>
                <a:gd name="connsiteY756" fmla="*/ 241268 h 676275"/>
                <a:gd name="connsiteX757" fmla="*/ 79819 w 504825"/>
                <a:gd name="connsiteY757" fmla="*/ 240697 h 676275"/>
                <a:gd name="connsiteX758" fmla="*/ 80963 w 504825"/>
                <a:gd name="connsiteY758" fmla="*/ 240887 h 676275"/>
                <a:gd name="connsiteX759" fmla="*/ 84487 w 504825"/>
                <a:gd name="connsiteY759" fmla="*/ 242030 h 676275"/>
                <a:gd name="connsiteX760" fmla="*/ 85439 w 504825"/>
                <a:gd name="connsiteY760" fmla="*/ 242602 h 676275"/>
                <a:gd name="connsiteX761" fmla="*/ 86011 w 504825"/>
                <a:gd name="connsiteY761" fmla="*/ 243554 h 676275"/>
                <a:gd name="connsiteX762" fmla="*/ 86011 w 504825"/>
                <a:gd name="connsiteY762" fmla="*/ 244412 h 676275"/>
                <a:gd name="connsiteX763" fmla="*/ 85344 w 504825"/>
                <a:gd name="connsiteY763" fmla="*/ 245364 h 676275"/>
                <a:gd name="connsiteX764" fmla="*/ 84582 w 504825"/>
                <a:gd name="connsiteY764" fmla="*/ 245936 h 676275"/>
                <a:gd name="connsiteX765" fmla="*/ 81248 w 504825"/>
                <a:gd name="connsiteY765" fmla="*/ 247650 h 676275"/>
                <a:gd name="connsiteX766" fmla="*/ 68294 w 504825"/>
                <a:gd name="connsiteY766" fmla="*/ 251746 h 676275"/>
                <a:gd name="connsiteX767" fmla="*/ 63913 w 504825"/>
                <a:gd name="connsiteY767" fmla="*/ 254222 h 676275"/>
                <a:gd name="connsiteX768" fmla="*/ 58102 w 504825"/>
                <a:gd name="connsiteY768" fmla="*/ 256318 h 676275"/>
                <a:gd name="connsiteX769" fmla="*/ 54673 w 504825"/>
                <a:gd name="connsiteY769" fmla="*/ 256984 h 676275"/>
                <a:gd name="connsiteX770" fmla="*/ 53245 w 504825"/>
                <a:gd name="connsiteY770" fmla="*/ 257651 h 676275"/>
                <a:gd name="connsiteX771" fmla="*/ 52101 w 504825"/>
                <a:gd name="connsiteY771" fmla="*/ 258889 h 676275"/>
                <a:gd name="connsiteX772" fmla="*/ 51244 w 504825"/>
                <a:gd name="connsiteY772" fmla="*/ 261461 h 676275"/>
                <a:gd name="connsiteX773" fmla="*/ 50768 w 504825"/>
                <a:gd name="connsiteY773" fmla="*/ 267081 h 676275"/>
                <a:gd name="connsiteX774" fmla="*/ 50482 w 504825"/>
                <a:gd name="connsiteY774" fmla="*/ 268414 h 676275"/>
                <a:gd name="connsiteX775" fmla="*/ 50101 w 504825"/>
                <a:gd name="connsiteY775" fmla="*/ 269081 h 676275"/>
                <a:gd name="connsiteX776" fmla="*/ 49244 w 504825"/>
                <a:gd name="connsiteY776" fmla="*/ 269176 h 676275"/>
                <a:gd name="connsiteX777" fmla="*/ 48387 w 504825"/>
                <a:gd name="connsiteY777" fmla="*/ 268796 h 676275"/>
                <a:gd name="connsiteX778" fmla="*/ 47720 w 504825"/>
                <a:gd name="connsiteY778" fmla="*/ 268129 h 676275"/>
                <a:gd name="connsiteX779" fmla="*/ 47339 w 504825"/>
                <a:gd name="connsiteY779" fmla="*/ 267462 h 676275"/>
                <a:gd name="connsiteX780" fmla="*/ 46672 w 504825"/>
                <a:gd name="connsiteY780" fmla="*/ 265557 h 676275"/>
                <a:gd name="connsiteX781" fmla="*/ 46291 w 504825"/>
                <a:gd name="connsiteY781" fmla="*/ 264890 h 676275"/>
                <a:gd name="connsiteX782" fmla="*/ 45910 w 504825"/>
                <a:gd name="connsiteY782" fmla="*/ 264509 h 676275"/>
                <a:gd name="connsiteX783" fmla="*/ 45529 w 504825"/>
                <a:gd name="connsiteY783" fmla="*/ 264319 h 676275"/>
                <a:gd name="connsiteX784" fmla="*/ 45148 w 504825"/>
                <a:gd name="connsiteY784" fmla="*/ 264319 h 676275"/>
                <a:gd name="connsiteX785" fmla="*/ 44767 w 504825"/>
                <a:gd name="connsiteY785" fmla="*/ 264414 h 676275"/>
                <a:gd name="connsiteX786" fmla="*/ 44291 w 504825"/>
                <a:gd name="connsiteY786" fmla="*/ 264986 h 676275"/>
                <a:gd name="connsiteX787" fmla="*/ 43720 w 504825"/>
                <a:gd name="connsiteY787" fmla="*/ 266033 h 676275"/>
                <a:gd name="connsiteX788" fmla="*/ 42863 w 504825"/>
                <a:gd name="connsiteY788" fmla="*/ 268224 h 676275"/>
                <a:gd name="connsiteX789" fmla="*/ 42291 w 504825"/>
                <a:gd name="connsiteY789" fmla="*/ 269272 h 676275"/>
                <a:gd name="connsiteX790" fmla="*/ 41719 w 504825"/>
                <a:gd name="connsiteY790" fmla="*/ 269938 h 676275"/>
                <a:gd name="connsiteX791" fmla="*/ 40862 w 504825"/>
                <a:gd name="connsiteY791" fmla="*/ 270510 h 676275"/>
                <a:gd name="connsiteX792" fmla="*/ 40291 w 504825"/>
                <a:gd name="connsiteY792" fmla="*/ 271082 h 676275"/>
                <a:gd name="connsiteX793" fmla="*/ 39814 w 504825"/>
                <a:gd name="connsiteY793" fmla="*/ 271843 h 676275"/>
                <a:gd name="connsiteX794" fmla="*/ 39148 w 504825"/>
                <a:gd name="connsiteY794" fmla="*/ 273463 h 676275"/>
                <a:gd name="connsiteX795" fmla="*/ 39052 w 504825"/>
                <a:gd name="connsiteY795" fmla="*/ 274415 h 676275"/>
                <a:gd name="connsiteX796" fmla="*/ 39148 w 504825"/>
                <a:gd name="connsiteY796" fmla="*/ 275177 h 676275"/>
                <a:gd name="connsiteX797" fmla="*/ 39338 w 504825"/>
                <a:gd name="connsiteY797" fmla="*/ 275654 h 676275"/>
                <a:gd name="connsiteX798" fmla="*/ 39814 w 504825"/>
                <a:gd name="connsiteY798" fmla="*/ 276416 h 676275"/>
                <a:gd name="connsiteX799" fmla="*/ 40005 w 504825"/>
                <a:gd name="connsiteY799" fmla="*/ 276606 h 676275"/>
                <a:gd name="connsiteX800" fmla="*/ 45910 w 504825"/>
                <a:gd name="connsiteY800" fmla="*/ 280225 h 676275"/>
                <a:gd name="connsiteX801" fmla="*/ 46577 w 504825"/>
                <a:gd name="connsiteY801" fmla="*/ 280988 h 676275"/>
                <a:gd name="connsiteX802" fmla="*/ 46958 w 504825"/>
                <a:gd name="connsiteY802" fmla="*/ 281750 h 676275"/>
                <a:gd name="connsiteX803" fmla="*/ 48006 w 504825"/>
                <a:gd name="connsiteY803" fmla="*/ 284321 h 676275"/>
                <a:gd name="connsiteX804" fmla="*/ 48292 w 504825"/>
                <a:gd name="connsiteY804" fmla="*/ 284797 h 676275"/>
                <a:gd name="connsiteX805" fmla="*/ 48958 w 504825"/>
                <a:gd name="connsiteY805" fmla="*/ 285559 h 676275"/>
                <a:gd name="connsiteX806" fmla="*/ 49339 w 504825"/>
                <a:gd name="connsiteY806" fmla="*/ 285845 h 676275"/>
                <a:gd name="connsiteX807" fmla="*/ 49816 w 504825"/>
                <a:gd name="connsiteY807" fmla="*/ 286131 h 676275"/>
                <a:gd name="connsiteX808" fmla="*/ 52006 w 504825"/>
                <a:gd name="connsiteY808" fmla="*/ 286893 h 676275"/>
                <a:gd name="connsiteX809" fmla="*/ 59436 w 504825"/>
                <a:gd name="connsiteY809" fmla="*/ 288036 h 676275"/>
                <a:gd name="connsiteX810" fmla="*/ 60007 w 504825"/>
                <a:gd name="connsiteY810" fmla="*/ 288226 h 676275"/>
                <a:gd name="connsiteX811" fmla="*/ 60579 w 504825"/>
                <a:gd name="connsiteY811" fmla="*/ 288417 h 676275"/>
                <a:gd name="connsiteX812" fmla="*/ 61055 w 504825"/>
                <a:gd name="connsiteY812" fmla="*/ 288703 h 676275"/>
                <a:gd name="connsiteX813" fmla="*/ 62103 w 504825"/>
                <a:gd name="connsiteY813" fmla="*/ 289846 h 676275"/>
                <a:gd name="connsiteX814" fmla="*/ 62960 w 504825"/>
                <a:gd name="connsiteY814" fmla="*/ 290513 h 676275"/>
                <a:gd name="connsiteX815" fmla="*/ 63913 w 504825"/>
                <a:gd name="connsiteY815" fmla="*/ 291084 h 676275"/>
                <a:gd name="connsiteX816" fmla="*/ 71533 w 504825"/>
                <a:gd name="connsiteY816" fmla="*/ 292703 h 676275"/>
                <a:gd name="connsiteX817" fmla="*/ 72199 w 504825"/>
                <a:gd name="connsiteY817" fmla="*/ 292703 h 676275"/>
                <a:gd name="connsiteX818" fmla="*/ 74581 w 504825"/>
                <a:gd name="connsiteY818" fmla="*/ 292417 h 676275"/>
                <a:gd name="connsiteX819" fmla="*/ 75152 w 504825"/>
                <a:gd name="connsiteY819" fmla="*/ 292417 h 676275"/>
                <a:gd name="connsiteX820" fmla="*/ 75628 w 504825"/>
                <a:gd name="connsiteY820" fmla="*/ 292513 h 676275"/>
                <a:gd name="connsiteX821" fmla="*/ 75914 w 504825"/>
                <a:gd name="connsiteY821" fmla="*/ 292608 h 676275"/>
                <a:gd name="connsiteX822" fmla="*/ 76295 w 504825"/>
                <a:gd name="connsiteY822" fmla="*/ 292989 h 676275"/>
                <a:gd name="connsiteX823" fmla="*/ 76771 w 504825"/>
                <a:gd name="connsiteY823" fmla="*/ 293561 h 676275"/>
                <a:gd name="connsiteX824" fmla="*/ 77343 w 504825"/>
                <a:gd name="connsiteY824" fmla="*/ 294608 h 676275"/>
                <a:gd name="connsiteX825" fmla="*/ 77629 w 504825"/>
                <a:gd name="connsiteY825" fmla="*/ 295370 h 676275"/>
                <a:gd name="connsiteX826" fmla="*/ 77724 w 504825"/>
                <a:gd name="connsiteY826" fmla="*/ 296132 h 676275"/>
                <a:gd name="connsiteX827" fmla="*/ 77533 w 504825"/>
                <a:gd name="connsiteY827" fmla="*/ 300895 h 676275"/>
                <a:gd name="connsiteX828" fmla="*/ 77724 w 504825"/>
                <a:gd name="connsiteY828" fmla="*/ 304038 h 676275"/>
                <a:gd name="connsiteX829" fmla="*/ 77248 w 504825"/>
                <a:gd name="connsiteY829" fmla="*/ 307372 h 676275"/>
                <a:gd name="connsiteX830" fmla="*/ 77057 w 504825"/>
                <a:gd name="connsiteY830" fmla="*/ 309467 h 676275"/>
                <a:gd name="connsiteX831" fmla="*/ 77152 w 504825"/>
                <a:gd name="connsiteY831" fmla="*/ 311563 h 676275"/>
                <a:gd name="connsiteX832" fmla="*/ 77343 w 504825"/>
                <a:gd name="connsiteY832" fmla="*/ 312611 h 676275"/>
                <a:gd name="connsiteX833" fmla="*/ 77533 w 504825"/>
                <a:gd name="connsiteY833" fmla="*/ 313372 h 676275"/>
                <a:gd name="connsiteX834" fmla="*/ 77819 w 504825"/>
                <a:gd name="connsiteY834" fmla="*/ 313754 h 676275"/>
                <a:gd name="connsiteX835" fmla="*/ 78200 w 504825"/>
                <a:gd name="connsiteY835" fmla="*/ 314325 h 676275"/>
                <a:gd name="connsiteX836" fmla="*/ 78581 w 504825"/>
                <a:gd name="connsiteY836" fmla="*/ 315087 h 676275"/>
                <a:gd name="connsiteX837" fmla="*/ 79057 w 504825"/>
                <a:gd name="connsiteY837" fmla="*/ 316611 h 676275"/>
                <a:gd name="connsiteX838" fmla="*/ 79438 w 504825"/>
                <a:gd name="connsiteY838" fmla="*/ 317468 h 676275"/>
                <a:gd name="connsiteX839" fmla="*/ 79819 w 504825"/>
                <a:gd name="connsiteY839" fmla="*/ 318040 h 676275"/>
                <a:gd name="connsiteX840" fmla="*/ 80391 w 504825"/>
                <a:gd name="connsiteY840" fmla="*/ 318230 h 676275"/>
                <a:gd name="connsiteX841" fmla="*/ 81629 w 504825"/>
                <a:gd name="connsiteY841" fmla="*/ 318421 h 676275"/>
                <a:gd name="connsiteX842" fmla="*/ 82201 w 504825"/>
                <a:gd name="connsiteY842" fmla="*/ 318611 h 676275"/>
                <a:gd name="connsiteX843" fmla="*/ 82677 w 504825"/>
                <a:gd name="connsiteY843" fmla="*/ 318897 h 676275"/>
                <a:gd name="connsiteX844" fmla="*/ 83058 w 504825"/>
                <a:gd name="connsiteY844" fmla="*/ 319183 h 676275"/>
                <a:gd name="connsiteX845" fmla="*/ 83439 w 504825"/>
                <a:gd name="connsiteY845" fmla="*/ 319564 h 676275"/>
                <a:gd name="connsiteX846" fmla="*/ 83820 w 504825"/>
                <a:gd name="connsiteY846" fmla="*/ 319945 h 676275"/>
                <a:gd name="connsiteX847" fmla="*/ 85153 w 504825"/>
                <a:gd name="connsiteY847" fmla="*/ 321945 h 676275"/>
                <a:gd name="connsiteX848" fmla="*/ 85439 w 504825"/>
                <a:gd name="connsiteY848" fmla="*/ 322136 h 676275"/>
                <a:gd name="connsiteX849" fmla="*/ 86677 w 504825"/>
                <a:gd name="connsiteY849" fmla="*/ 322897 h 676275"/>
                <a:gd name="connsiteX850" fmla="*/ 88297 w 504825"/>
                <a:gd name="connsiteY850" fmla="*/ 324993 h 676275"/>
                <a:gd name="connsiteX851" fmla="*/ 88487 w 504825"/>
                <a:gd name="connsiteY851" fmla="*/ 325564 h 676275"/>
                <a:gd name="connsiteX852" fmla="*/ 88678 w 504825"/>
                <a:gd name="connsiteY852" fmla="*/ 326326 h 676275"/>
                <a:gd name="connsiteX853" fmla="*/ 88201 w 504825"/>
                <a:gd name="connsiteY853" fmla="*/ 329660 h 676275"/>
                <a:gd name="connsiteX854" fmla="*/ 87725 w 504825"/>
                <a:gd name="connsiteY854" fmla="*/ 331375 h 676275"/>
                <a:gd name="connsiteX855" fmla="*/ 85439 w 504825"/>
                <a:gd name="connsiteY855" fmla="*/ 336233 h 676275"/>
                <a:gd name="connsiteX856" fmla="*/ 83820 w 504825"/>
                <a:gd name="connsiteY856" fmla="*/ 338900 h 676275"/>
                <a:gd name="connsiteX857" fmla="*/ 82867 w 504825"/>
                <a:gd name="connsiteY857" fmla="*/ 340900 h 676275"/>
                <a:gd name="connsiteX858" fmla="*/ 82677 w 504825"/>
                <a:gd name="connsiteY858" fmla="*/ 341947 h 676275"/>
                <a:gd name="connsiteX859" fmla="*/ 82582 w 504825"/>
                <a:gd name="connsiteY859" fmla="*/ 343091 h 676275"/>
                <a:gd name="connsiteX860" fmla="*/ 82582 w 504825"/>
                <a:gd name="connsiteY860" fmla="*/ 344614 h 676275"/>
                <a:gd name="connsiteX861" fmla="*/ 82010 w 504825"/>
                <a:gd name="connsiteY861" fmla="*/ 345758 h 676275"/>
                <a:gd name="connsiteX862" fmla="*/ 81820 w 504825"/>
                <a:gd name="connsiteY862" fmla="*/ 346424 h 676275"/>
                <a:gd name="connsiteX863" fmla="*/ 81534 w 504825"/>
                <a:gd name="connsiteY863" fmla="*/ 346900 h 676275"/>
                <a:gd name="connsiteX864" fmla="*/ 80867 w 504825"/>
                <a:gd name="connsiteY864" fmla="*/ 347663 h 676275"/>
                <a:gd name="connsiteX865" fmla="*/ 79724 w 504825"/>
                <a:gd name="connsiteY865" fmla="*/ 348805 h 676275"/>
                <a:gd name="connsiteX866" fmla="*/ 79248 w 504825"/>
                <a:gd name="connsiteY866" fmla="*/ 349377 h 676275"/>
                <a:gd name="connsiteX867" fmla="*/ 78676 w 504825"/>
                <a:gd name="connsiteY867" fmla="*/ 350330 h 676275"/>
                <a:gd name="connsiteX868" fmla="*/ 78391 w 504825"/>
                <a:gd name="connsiteY868" fmla="*/ 351377 h 676275"/>
                <a:gd name="connsiteX869" fmla="*/ 78295 w 504825"/>
                <a:gd name="connsiteY869" fmla="*/ 352234 h 676275"/>
                <a:gd name="connsiteX870" fmla="*/ 78391 w 504825"/>
                <a:gd name="connsiteY870" fmla="*/ 358045 h 676275"/>
                <a:gd name="connsiteX871" fmla="*/ 78200 w 504825"/>
                <a:gd name="connsiteY871" fmla="*/ 359855 h 676275"/>
                <a:gd name="connsiteX872" fmla="*/ 78009 w 504825"/>
                <a:gd name="connsiteY872" fmla="*/ 360902 h 676275"/>
                <a:gd name="connsiteX873" fmla="*/ 77819 w 504825"/>
                <a:gd name="connsiteY873" fmla="*/ 361664 h 676275"/>
                <a:gd name="connsiteX874" fmla="*/ 77533 w 504825"/>
                <a:gd name="connsiteY874" fmla="*/ 362236 h 676275"/>
                <a:gd name="connsiteX875" fmla="*/ 77152 w 504825"/>
                <a:gd name="connsiteY875" fmla="*/ 362903 h 676275"/>
                <a:gd name="connsiteX876" fmla="*/ 76581 w 504825"/>
                <a:gd name="connsiteY876" fmla="*/ 363760 h 676275"/>
                <a:gd name="connsiteX877" fmla="*/ 76105 w 504825"/>
                <a:gd name="connsiteY877" fmla="*/ 364236 h 676275"/>
                <a:gd name="connsiteX878" fmla="*/ 75628 w 504825"/>
                <a:gd name="connsiteY878" fmla="*/ 364617 h 676275"/>
                <a:gd name="connsiteX879" fmla="*/ 75247 w 504825"/>
                <a:gd name="connsiteY879" fmla="*/ 364903 h 676275"/>
                <a:gd name="connsiteX880" fmla="*/ 74295 w 504825"/>
                <a:gd name="connsiteY880" fmla="*/ 365379 h 676275"/>
                <a:gd name="connsiteX881" fmla="*/ 71247 w 504825"/>
                <a:gd name="connsiteY881" fmla="*/ 366522 h 676275"/>
                <a:gd name="connsiteX882" fmla="*/ 70390 w 504825"/>
                <a:gd name="connsiteY882" fmla="*/ 366998 h 676275"/>
                <a:gd name="connsiteX883" fmla="*/ 69818 w 504825"/>
                <a:gd name="connsiteY883" fmla="*/ 367665 h 676275"/>
                <a:gd name="connsiteX884" fmla="*/ 67056 w 504825"/>
                <a:gd name="connsiteY884" fmla="*/ 371856 h 676275"/>
                <a:gd name="connsiteX885" fmla="*/ 66484 w 504825"/>
                <a:gd name="connsiteY885" fmla="*/ 372523 h 676275"/>
                <a:gd name="connsiteX886" fmla="*/ 65627 w 504825"/>
                <a:gd name="connsiteY886" fmla="*/ 372999 h 676275"/>
                <a:gd name="connsiteX887" fmla="*/ 64675 w 504825"/>
                <a:gd name="connsiteY887" fmla="*/ 373380 h 676275"/>
                <a:gd name="connsiteX888" fmla="*/ 63627 w 504825"/>
                <a:gd name="connsiteY888" fmla="*/ 373666 h 676275"/>
                <a:gd name="connsiteX889" fmla="*/ 62389 w 504825"/>
                <a:gd name="connsiteY889" fmla="*/ 373761 h 676275"/>
                <a:gd name="connsiteX890" fmla="*/ 58388 w 504825"/>
                <a:gd name="connsiteY890" fmla="*/ 373380 h 676275"/>
                <a:gd name="connsiteX891" fmla="*/ 57721 w 504825"/>
                <a:gd name="connsiteY891" fmla="*/ 373380 h 676275"/>
                <a:gd name="connsiteX892" fmla="*/ 56578 w 504825"/>
                <a:gd name="connsiteY892" fmla="*/ 373571 h 676275"/>
                <a:gd name="connsiteX893" fmla="*/ 54959 w 504825"/>
                <a:gd name="connsiteY893" fmla="*/ 374047 h 676275"/>
                <a:gd name="connsiteX894" fmla="*/ 54292 w 504825"/>
                <a:gd name="connsiteY894" fmla="*/ 374047 h 676275"/>
                <a:gd name="connsiteX895" fmla="*/ 53435 w 504825"/>
                <a:gd name="connsiteY895" fmla="*/ 373856 h 676275"/>
                <a:gd name="connsiteX896" fmla="*/ 52101 w 504825"/>
                <a:gd name="connsiteY896" fmla="*/ 373189 h 676275"/>
                <a:gd name="connsiteX897" fmla="*/ 48958 w 504825"/>
                <a:gd name="connsiteY897" fmla="*/ 370522 h 676275"/>
                <a:gd name="connsiteX898" fmla="*/ 48006 w 504825"/>
                <a:gd name="connsiteY898" fmla="*/ 369284 h 676275"/>
                <a:gd name="connsiteX899" fmla="*/ 47434 w 504825"/>
                <a:gd name="connsiteY899" fmla="*/ 368808 h 676275"/>
                <a:gd name="connsiteX900" fmla="*/ 46672 w 504825"/>
                <a:gd name="connsiteY900" fmla="*/ 368617 h 676275"/>
                <a:gd name="connsiteX901" fmla="*/ 46006 w 504825"/>
                <a:gd name="connsiteY901" fmla="*/ 368617 h 676275"/>
                <a:gd name="connsiteX902" fmla="*/ 43815 w 504825"/>
                <a:gd name="connsiteY902" fmla="*/ 369570 h 676275"/>
                <a:gd name="connsiteX903" fmla="*/ 42005 w 504825"/>
                <a:gd name="connsiteY903" fmla="*/ 370713 h 676275"/>
                <a:gd name="connsiteX904" fmla="*/ 39243 w 504825"/>
                <a:gd name="connsiteY904" fmla="*/ 372142 h 676275"/>
                <a:gd name="connsiteX905" fmla="*/ 38195 w 504825"/>
                <a:gd name="connsiteY905" fmla="*/ 372428 h 676275"/>
                <a:gd name="connsiteX906" fmla="*/ 36004 w 504825"/>
                <a:gd name="connsiteY906" fmla="*/ 372237 h 676275"/>
                <a:gd name="connsiteX907" fmla="*/ 35052 w 504825"/>
                <a:gd name="connsiteY907" fmla="*/ 372332 h 676275"/>
                <a:gd name="connsiteX908" fmla="*/ 34099 w 504825"/>
                <a:gd name="connsiteY908" fmla="*/ 372809 h 676275"/>
                <a:gd name="connsiteX909" fmla="*/ 33242 w 504825"/>
                <a:gd name="connsiteY909" fmla="*/ 373475 h 676275"/>
                <a:gd name="connsiteX910" fmla="*/ 32480 w 504825"/>
                <a:gd name="connsiteY910" fmla="*/ 374999 h 676275"/>
                <a:gd name="connsiteX911" fmla="*/ 31813 w 504825"/>
                <a:gd name="connsiteY911" fmla="*/ 376618 h 676275"/>
                <a:gd name="connsiteX912" fmla="*/ 30861 w 504825"/>
                <a:gd name="connsiteY912" fmla="*/ 380047 h 676275"/>
                <a:gd name="connsiteX913" fmla="*/ 30289 w 504825"/>
                <a:gd name="connsiteY913" fmla="*/ 381476 h 676275"/>
                <a:gd name="connsiteX914" fmla="*/ 29813 w 504825"/>
                <a:gd name="connsiteY914" fmla="*/ 382334 h 676275"/>
                <a:gd name="connsiteX915" fmla="*/ 27146 w 504825"/>
                <a:gd name="connsiteY915" fmla="*/ 383858 h 676275"/>
                <a:gd name="connsiteX916" fmla="*/ 26765 w 504825"/>
                <a:gd name="connsiteY916" fmla="*/ 384143 h 676275"/>
                <a:gd name="connsiteX917" fmla="*/ 26384 w 504825"/>
                <a:gd name="connsiteY917" fmla="*/ 384620 h 676275"/>
                <a:gd name="connsiteX918" fmla="*/ 26098 w 504825"/>
                <a:gd name="connsiteY918" fmla="*/ 385191 h 676275"/>
                <a:gd name="connsiteX919" fmla="*/ 25717 w 504825"/>
                <a:gd name="connsiteY919" fmla="*/ 386048 h 676275"/>
                <a:gd name="connsiteX920" fmla="*/ 25432 w 504825"/>
                <a:gd name="connsiteY920" fmla="*/ 387001 h 676275"/>
                <a:gd name="connsiteX921" fmla="*/ 25336 w 504825"/>
                <a:gd name="connsiteY921" fmla="*/ 387858 h 676275"/>
                <a:gd name="connsiteX922" fmla="*/ 25527 w 504825"/>
                <a:gd name="connsiteY922" fmla="*/ 388811 h 676275"/>
                <a:gd name="connsiteX923" fmla="*/ 25813 w 504825"/>
                <a:gd name="connsiteY923" fmla="*/ 390049 h 676275"/>
                <a:gd name="connsiteX924" fmla="*/ 26479 w 504825"/>
                <a:gd name="connsiteY924" fmla="*/ 391859 h 676275"/>
                <a:gd name="connsiteX925" fmla="*/ 27337 w 504825"/>
                <a:gd name="connsiteY925" fmla="*/ 393763 h 676275"/>
                <a:gd name="connsiteX926" fmla="*/ 28480 w 504825"/>
                <a:gd name="connsiteY926" fmla="*/ 395573 h 676275"/>
                <a:gd name="connsiteX927" fmla="*/ 31051 w 504825"/>
                <a:gd name="connsiteY927" fmla="*/ 398717 h 676275"/>
                <a:gd name="connsiteX928" fmla="*/ 31051 w 504825"/>
                <a:gd name="connsiteY928" fmla="*/ 399479 h 676275"/>
                <a:gd name="connsiteX929" fmla="*/ 30956 w 504825"/>
                <a:gd name="connsiteY929" fmla="*/ 400050 h 676275"/>
                <a:gd name="connsiteX930" fmla="*/ 28765 w 504825"/>
                <a:gd name="connsiteY930" fmla="*/ 403288 h 676275"/>
                <a:gd name="connsiteX931" fmla="*/ 24765 w 504825"/>
                <a:gd name="connsiteY931" fmla="*/ 408242 h 676275"/>
                <a:gd name="connsiteX932" fmla="*/ 20098 w 504825"/>
                <a:gd name="connsiteY932" fmla="*/ 409861 h 676275"/>
                <a:gd name="connsiteX933" fmla="*/ 19526 w 504825"/>
                <a:gd name="connsiteY933" fmla="*/ 410909 h 676275"/>
                <a:gd name="connsiteX934" fmla="*/ 19431 w 504825"/>
                <a:gd name="connsiteY934" fmla="*/ 412147 h 676275"/>
                <a:gd name="connsiteX935" fmla="*/ 19526 w 504825"/>
                <a:gd name="connsiteY935" fmla="*/ 413480 h 676275"/>
                <a:gd name="connsiteX936" fmla="*/ 19240 w 504825"/>
                <a:gd name="connsiteY936" fmla="*/ 414528 h 676275"/>
                <a:gd name="connsiteX937" fmla="*/ 18288 w 504825"/>
                <a:gd name="connsiteY937" fmla="*/ 415290 h 676275"/>
                <a:gd name="connsiteX938" fmla="*/ 15240 w 504825"/>
                <a:gd name="connsiteY938" fmla="*/ 415957 h 676275"/>
                <a:gd name="connsiteX939" fmla="*/ 13525 w 504825"/>
                <a:gd name="connsiteY939" fmla="*/ 416909 h 676275"/>
                <a:gd name="connsiteX940" fmla="*/ 12763 w 504825"/>
                <a:gd name="connsiteY940" fmla="*/ 418243 h 676275"/>
                <a:gd name="connsiteX941" fmla="*/ 12192 w 504825"/>
                <a:gd name="connsiteY941" fmla="*/ 419767 h 676275"/>
                <a:gd name="connsiteX942" fmla="*/ 9049 w 504825"/>
                <a:gd name="connsiteY942" fmla="*/ 425005 h 676275"/>
                <a:gd name="connsiteX943" fmla="*/ 7620 w 504825"/>
                <a:gd name="connsiteY943" fmla="*/ 427958 h 676275"/>
                <a:gd name="connsiteX944" fmla="*/ 7429 w 504825"/>
                <a:gd name="connsiteY944" fmla="*/ 429768 h 676275"/>
                <a:gd name="connsiteX945" fmla="*/ 8191 w 504825"/>
                <a:gd name="connsiteY945" fmla="*/ 435388 h 676275"/>
                <a:gd name="connsiteX946" fmla="*/ 8287 w 504825"/>
                <a:gd name="connsiteY946" fmla="*/ 436912 h 676275"/>
                <a:gd name="connsiteX947" fmla="*/ 8287 w 504825"/>
                <a:gd name="connsiteY947" fmla="*/ 438055 h 676275"/>
                <a:gd name="connsiteX948" fmla="*/ 7906 w 504825"/>
                <a:gd name="connsiteY948" fmla="*/ 439579 h 676275"/>
                <a:gd name="connsiteX949" fmla="*/ 6953 w 504825"/>
                <a:gd name="connsiteY949" fmla="*/ 442055 h 676275"/>
                <a:gd name="connsiteX950" fmla="*/ 6382 w 504825"/>
                <a:gd name="connsiteY950" fmla="*/ 444341 h 676275"/>
                <a:gd name="connsiteX951" fmla="*/ 6286 w 504825"/>
                <a:gd name="connsiteY951" fmla="*/ 445199 h 676275"/>
                <a:gd name="connsiteX952" fmla="*/ 6382 w 504825"/>
                <a:gd name="connsiteY952" fmla="*/ 445961 h 676275"/>
                <a:gd name="connsiteX953" fmla="*/ 6858 w 504825"/>
                <a:gd name="connsiteY953" fmla="*/ 447580 h 676275"/>
                <a:gd name="connsiteX954" fmla="*/ 7525 w 504825"/>
                <a:gd name="connsiteY954" fmla="*/ 454438 h 676275"/>
                <a:gd name="connsiteX955" fmla="*/ 7810 w 504825"/>
                <a:gd name="connsiteY955" fmla="*/ 456057 h 676275"/>
                <a:gd name="connsiteX956" fmla="*/ 8096 w 504825"/>
                <a:gd name="connsiteY956" fmla="*/ 457009 h 676275"/>
                <a:gd name="connsiteX957" fmla="*/ 8382 w 504825"/>
                <a:gd name="connsiteY957" fmla="*/ 457200 h 676275"/>
                <a:gd name="connsiteX958" fmla="*/ 8763 w 504825"/>
                <a:gd name="connsiteY958" fmla="*/ 457391 h 676275"/>
                <a:gd name="connsiteX959" fmla="*/ 9620 w 504825"/>
                <a:gd name="connsiteY959" fmla="*/ 457867 h 676275"/>
                <a:gd name="connsiteX960" fmla="*/ 19050 w 504825"/>
                <a:gd name="connsiteY960" fmla="*/ 461010 h 676275"/>
                <a:gd name="connsiteX961" fmla="*/ 20002 w 504825"/>
                <a:gd name="connsiteY961" fmla="*/ 461582 h 676275"/>
                <a:gd name="connsiteX962" fmla="*/ 21622 w 504825"/>
                <a:gd name="connsiteY962" fmla="*/ 462820 h 676275"/>
                <a:gd name="connsiteX963" fmla="*/ 22384 w 504825"/>
                <a:gd name="connsiteY963" fmla="*/ 463487 h 676275"/>
                <a:gd name="connsiteX964" fmla="*/ 24289 w 504825"/>
                <a:gd name="connsiteY964" fmla="*/ 465772 h 676275"/>
                <a:gd name="connsiteX965" fmla="*/ 24670 w 504825"/>
                <a:gd name="connsiteY965" fmla="*/ 466058 h 676275"/>
                <a:gd name="connsiteX966" fmla="*/ 25146 w 504825"/>
                <a:gd name="connsiteY966" fmla="*/ 466344 h 676275"/>
                <a:gd name="connsiteX967" fmla="*/ 25717 w 504825"/>
                <a:gd name="connsiteY967" fmla="*/ 466534 h 676275"/>
                <a:gd name="connsiteX968" fmla="*/ 28289 w 504825"/>
                <a:gd name="connsiteY968" fmla="*/ 467011 h 676275"/>
                <a:gd name="connsiteX969" fmla="*/ 29718 w 504825"/>
                <a:gd name="connsiteY969" fmla="*/ 471488 h 676275"/>
                <a:gd name="connsiteX970" fmla="*/ 30480 w 504825"/>
                <a:gd name="connsiteY970" fmla="*/ 473202 h 676275"/>
                <a:gd name="connsiteX971" fmla="*/ 32671 w 504825"/>
                <a:gd name="connsiteY971" fmla="*/ 476631 h 676275"/>
                <a:gd name="connsiteX972" fmla="*/ 33338 w 504825"/>
                <a:gd name="connsiteY972" fmla="*/ 478346 h 676275"/>
                <a:gd name="connsiteX973" fmla="*/ 33528 w 504825"/>
                <a:gd name="connsiteY973" fmla="*/ 479488 h 676275"/>
                <a:gd name="connsiteX974" fmla="*/ 35338 w 504825"/>
                <a:gd name="connsiteY974" fmla="*/ 485394 h 676275"/>
                <a:gd name="connsiteX975" fmla="*/ 35909 w 504825"/>
                <a:gd name="connsiteY975" fmla="*/ 486728 h 676275"/>
                <a:gd name="connsiteX976" fmla="*/ 36385 w 504825"/>
                <a:gd name="connsiteY976" fmla="*/ 487585 h 676275"/>
                <a:gd name="connsiteX977" fmla="*/ 37052 w 504825"/>
                <a:gd name="connsiteY977" fmla="*/ 488347 h 676275"/>
                <a:gd name="connsiteX978" fmla="*/ 39148 w 504825"/>
                <a:gd name="connsiteY978" fmla="*/ 490252 h 676275"/>
                <a:gd name="connsiteX979" fmla="*/ 44005 w 504825"/>
                <a:gd name="connsiteY979" fmla="*/ 498729 h 676275"/>
                <a:gd name="connsiteX980" fmla="*/ 44672 w 504825"/>
                <a:gd name="connsiteY980" fmla="*/ 500063 h 676275"/>
                <a:gd name="connsiteX981" fmla="*/ 47149 w 504825"/>
                <a:gd name="connsiteY981" fmla="*/ 507587 h 676275"/>
                <a:gd name="connsiteX982" fmla="*/ 53054 w 504825"/>
                <a:gd name="connsiteY982" fmla="*/ 512921 h 676275"/>
                <a:gd name="connsiteX983" fmla="*/ 53530 w 504825"/>
                <a:gd name="connsiteY983" fmla="*/ 515779 h 676275"/>
                <a:gd name="connsiteX984" fmla="*/ 52673 w 504825"/>
                <a:gd name="connsiteY984" fmla="*/ 522827 h 676275"/>
                <a:gd name="connsiteX985" fmla="*/ 52292 w 504825"/>
                <a:gd name="connsiteY985" fmla="*/ 524447 h 676275"/>
                <a:gd name="connsiteX986" fmla="*/ 51911 w 504825"/>
                <a:gd name="connsiteY986" fmla="*/ 525494 h 676275"/>
                <a:gd name="connsiteX987" fmla="*/ 51435 w 504825"/>
                <a:gd name="connsiteY987" fmla="*/ 526256 h 676275"/>
                <a:gd name="connsiteX988" fmla="*/ 50959 w 504825"/>
                <a:gd name="connsiteY988" fmla="*/ 527304 h 676275"/>
                <a:gd name="connsiteX989" fmla="*/ 49149 w 504825"/>
                <a:gd name="connsiteY989" fmla="*/ 532638 h 676275"/>
                <a:gd name="connsiteX990" fmla="*/ 49054 w 504825"/>
                <a:gd name="connsiteY990" fmla="*/ 532924 h 676275"/>
                <a:gd name="connsiteX991" fmla="*/ 46482 w 504825"/>
                <a:gd name="connsiteY991" fmla="*/ 537305 h 676275"/>
                <a:gd name="connsiteX992" fmla="*/ 44101 w 504825"/>
                <a:gd name="connsiteY992" fmla="*/ 540449 h 676275"/>
                <a:gd name="connsiteX993" fmla="*/ 41910 w 504825"/>
                <a:gd name="connsiteY993" fmla="*/ 542830 h 676275"/>
                <a:gd name="connsiteX994" fmla="*/ 41053 w 504825"/>
                <a:gd name="connsiteY994" fmla="*/ 544068 h 676275"/>
                <a:gd name="connsiteX995" fmla="*/ 39433 w 504825"/>
                <a:gd name="connsiteY995" fmla="*/ 548068 h 676275"/>
                <a:gd name="connsiteX996" fmla="*/ 36766 w 504825"/>
                <a:gd name="connsiteY996" fmla="*/ 551688 h 676275"/>
                <a:gd name="connsiteX997" fmla="*/ 35909 w 504825"/>
                <a:gd name="connsiteY997" fmla="*/ 553307 h 676275"/>
                <a:gd name="connsiteX998" fmla="*/ 35052 w 504825"/>
                <a:gd name="connsiteY998" fmla="*/ 558070 h 676275"/>
                <a:gd name="connsiteX999" fmla="*/ 34385 w 504825"/>
                <a:gd name="connsiteY999" fmla="*/ 560261 h 676275"/>
                <a:gd name="connsiteX1000" fmla="*/ 33909 w 504825"/>
                <a:gd name="connsiteY1000" fmla="*/ 561308 h 676275"/>
                <a:gd name="connsiteX1001" fmla="*/ 33528 w 504825"/>
                <a:gd name="connsiteY1001" fmla="*/ 562070 h 676275"/>
                <a:gd name="connsiteX1002" fmla="*/ 32575 w 504825"/>
                <a:gd name="connsiteY1002" fmla="*/ 563309 h 676275"/>
                <a:gd name="connsiteX1003" fmla="*/ 28956 w 504825"/>
                <a:gd name="connsiteY1003" fmla="*/ 566642 h 676275"/>
                <a:gd name="connsiteX1004" fmla="*/ 26289 w 504825"/>
                <a:gd name="connsiteY1004" fmla="*/ 569690 h 676275"/>
                <a:gd name="connsiteX1005" fmla="*/ 25717 w 504825"/>
                <a:gd name="connsiteY1005" fmla="*/ 570643 h 676275"/>
                <a:gd name="connsiteX1006" fmla="*/ 25336 w 504825"/>
                <a:gd name="connsiteY1006" fmla="*/ 571500 h 676275"/>
                <a:gd name="connsiteX1007" fmla="*/ 24860 w 504825"/>
                <a:gd name="connsiteY1007" fmla="*/ 574072 h 676275"/>
                <a:gd name="connsiteX1008" fmla="*/ 24765 w 504825"/>
                <a:gd name="connsiteY1008" fmla="*/ 575405 h 676275"/>
                <a:gd name="connsiteX1009" fmla="*/ 24860 w 504825"/>
                <a:gd name="connsiteY1009" fmla="*/ 577882 h 676275"/>
                <a:gd name="connsiteX1010" fmla="*/ 25336 w 504825"/>
                <a:gd name="connsiteY1010" fmla="*/ 580739 h 676275"/>
                <a:gd name="connsiteX1011" fmla="*/ 26003 w 504825"/>
                <a:gd name="connsiteY1011" fmla="*/ 582644 h 676275"/>
                <a:gd name="connsiteX1012" fmla="*/ 26194 w 504825"/>
                <a:gd name="connsiteY1012" fmla="*/ 583025 h 676275"/>
                <a:gd name="connsiteX1013" fmla="*/ 26575 w 504825"/>
                <a:gd name="connsiteY1013" fmla="*/ 583692 h 676275"/>
                <a:gd name="connsiteX1014" fmla="*/ 26765 w 504825"/>
                <a:gd name="connsiteY1014" fmla="*/ 584263 h 676275"/>
                <a:gd name="connsiteX1015" fmla="*/ 26860 w 504825"/>
                <a:gd name="connsiteY1015" fmla="*/ 584740 h 676275"/>
                <a:gd name="connsiteX1016" fmla="*/ 26956 w 504825"/>
                <a:gd name="connsiteY1016" fmla="*/ 586264 h 676275"/>
                <a:gd name="connsiteX1017" fmla="*/ 27051 w 504825"/>
                <a:gd name="connsiteY1017" fmla="*/ 594074 h 676275"/>
                <a:gd name="connsiteX1018" fmla="*/ 26860 w 504825"/>
                <a:gd name="connsiteY1018" fmla="*/ 595122 h 676275"/>
                <a:gd name="connsiteX1019" fmla="*/ 26575 w 504825"/>
                <a:gd name="connsiteY1019" fmla="*/ 596360 h 676275"/>
                <a:gd name="connsiteX1020" fmla="*/ 26194 w 504825"/>
                <a:gd name="connsiteY1020" fmla="*/ 596646 h 676275"/>
                <a:gd name="connsiteX1021" fmla="*/ 25336 w 504825"/>
                <a:gd name="connsiteY1021" fmla="*/ 596932 h 676275"/>
                <a:gd name="connsiteX1022" fmla="*/ 24765 w 504825"/>
                <a:gd name="connsiteY1022" fmla="*/ 596932 h 676275"/>
                <a:gd name="connsiteX1023" fmla="*/ 20859 w 504825"/>
                <a:gd name="connsiteY1023" fmla="*/ 595598 h 676275"/>
                <a:gd name="connsiteX1024" fmla="*/ 20002 w 504825"/>
                <a:gd name="connsiteY1024" fmla="*/ 595693 h 676275"/>
                <a:gd name="connsiteX1025" fmla="*/ 19240 w 504825"/>
                <a:gd name="connsiteY1025" fmla="*/ 595884 h 676275"/>
                <a:gd name="connsiteX1026" fmla="*/ 18955 w 504825"/>
                <a:gd name="connsiteY1026" fmla="*/ 596360 h 676275"/>
                <a:gd name="connsiteX1027" fmla="*/ 18764 w 504825"/>
                <a:gd name="connsiteY1027" fmla="*/ 596932 h 676275"/>
                <a:gd name="connsiteX1028" fmla="*/ 18669 w 504825"/>
                <a:gd name="connsiteY1028" fmla="*/ 597503 h 676275"/>
                <a:gd name="connsiteX1029" fmla="*/ 18574 w 504825"/>
                <a:gd name="connsiteY1029" fmla="*/ 598742 h 676275"/>
                <a:gd name="connsiteX1030" fmla="*/ 18574 w 504825"/>
                <a:gd name="connsiteY1030" fmla="*/ 600075 h 676275"/>
                <a:gd name="connsiteX1031" fmla="*/ 18192 w 504825"/>
                <a:gd name="connsiteY1031" fmla="*/ 601028 h 676275"/>
                <a:gd name="connsiteX1032" fmla="*/ 17431 w 504825"/>
                <a:gd name="connsiteY1032" fmla="*/ 602266 h 676275"/>
                <a:gd name="connsiteX1033" fmla="*/ 14383 w 504825"/>
                <a:gd name="connsiteY1033" fmla="*/ 605504 h 676275"/>
                <a:gd name="connsiteX1034" fmla="*/ 13621 w 504825"/>
                <a:gd name="connsiteY1034" fmla="*/ 606076 h 676275"/>
                <a:gd name="connsiteX1035" fmla="*/ 13144 w 504825"/>
                <a:gd name="connsiteY1035" fmla="*/ 606266 h 676275"/>
                <a:gd name="connsiteX1036" fmla="*/ 12573 w 504825"/>
                <a:gd name="connsiteY1036" fmla="*/ 606362 h 676275"/>
                <a:gd name="connsiteX1037" fmla="*/ 11811 w 504825"/>
                <a:gd name="connsiteY1037" fmla="*/ 606457 h 676275"/>
                <a:gd name="connsiteX1038" fmla="*/ 9525 w 504825"/>
                <a:gd name="connsiteY1038" fmla="*/ 606933 h 676275"/>
                <a:gd name="connsiteX1039" fmla="*/ 7715 w 504825"/>
                <a:gd name="connsiteY1039" fmla="*/ 608267 h 676275"/>
                <a:gd name="connsiteX1040" fmla="*/ 5620 w 504825"/>
                <a:gd name="connsiteY1040" fmla="*/ 608838 h 676275"/>
                <a:gd name="connsiteX1041" fmla="*/ 3048 w 504825"/>
                <a:gd name="connsiteY1041" fmla="*/ 608838 h 676275"/>
                <a:gd name="connsiteX1042" fmla="*/ 2095 w 504825"/>
                <a:gd name="connsiteY1042" fmla="*/ 609029 h 676275"/>
                <a:gd name="connsiteX1043" fmla="*/ 1333 w 504825"/>
                <a:gd name="connsiteY1043" fmla="*/ 609314 h 676275"/>
                <a:gd name="connsiteX1044" fmla="*/ 571 w 504825"/>
                <a:gd name="connsiteY1044" fmla="*/ 609886 h 676275"/>
                <a:gd name="connsiteX1045" fmla="*/ 190 w 504825"/>
                <a:gd name="connsiteY1045" fmla="*/ 610457 h 676275"/>
                <a:gd name="connsiteX1046" fmla="*/ 0 w 504825"/>
                <a:gd name="connsiteY1046" fmla="*/ 611029 h 676275"/>
                <a:gd name="connsiteX1047" fmla="*/ 190 w 504825"/>
                <a:gd name="connsiteY1047" fmla="*/ 611505 h 676275"/>
                <a:gd name="connsiteX1048" fmla="*/ 476 w 504825"/>
                <a:gd name="connsiteY1048" fmla="*/ 611886 h 676275"/>
                <a:gd name="connsiteX1049" fmla="*/ 2000 w 504825"/>
                <a:gd name="connsiteY1049" fmla="*/ 613220 h 676275"/>
                <a:gd name="connsiteX1050" fmla="*/ 2286 w 504825"/>
                <a:gd name="connsiteY1050" fmla="*/ 613601 h 676275"/>
                <a:gd name="connsiteX1051" fmla="*/ 2476 w 504825"/>
                <a:gd name="connsiteY1051" fmla="*/ 614077 h 676275"/>
                <a:gd name="connsiteX1052" fmla="*/ 2476 w 504825"/>
                <a:gd name="connsiteY1052" fmla="*/ 614743 h 676275"/>
                <a:gd name="connsiteX1053" fmla="*/ 2286 w 504825"/>
                <a:gd name="connsiteY1053" fmla="*/ 615410 h 676275"/>
                <a:gd name="connsiteX1054" fmla="*/ 1619 w 504825"/>
                <a:gd name="connsiteY1054" fmla="*/ 616649 h 676275"/>
                <a:gd name="connsiteX1055" fmla="*/ 1333 w 504825"/>
                <a:gd name="connsiteY1055" fmla="*/ 617506 h 676275"/>
                <a:gd name="connsiteX1056" fmla="*/ 1238 w 504825"/>
                <a:gd name="connsiteY1056" fmla="*/ 618458 h 676275"/>
                <a:gd name="connsiteX1057" fmla="*/ 1429 w 504825"/>
                <a:gd name="connsiteY1057" fmla="*/ 619030 h 676275"/>
                <a:gd name="connsiteX1058" fmla="*/ 1714 w 504825"/>
                <a:gd name="connsiteY1058" fmla="*/ 619506 h 676275"/>
                <a:gd name="connsiteX1059" fmla="*/ 4763 w 504825"/>
                <a:gd name="connsiteY1059" fmla="*/ 621983 h 676275"/>
                <a:gd name="connsiteX1060" fmla="*/ 5524 w 504825"/>
                <a:gd name="connsiteY1060" fmla="*/ 622745 h 676275"/>
                <a:gd name="connsiteX1061" fmla="*/ 6001 w 504825"/>
                <a:gd name="connsiteY1061" fmla="*/ 623411 h 676275"/>
                <a:gd name="connsiteX1062" fmla="*/ 6191 w 504825"/>
                <a:gd name="connsiteY1062" fmla="*/ 623697 h 676275"/>
                <a:gd name="connsiteX1063" fmla="*/ 6382 w 504825"/>
                <a:gd name="connsiteY1063" fmla="*/ 624173 h 676275"/>
                <a:gd name="connsiteX1064" fmla="*/ 6667 w 504825"/>
                <a:gd name="connsiteY1064" fmla="*/ 625602 h 676275"/>
                <a:gd name="connsiteX1065" fmla="*/ 6858 w 504825"/>
                <a:gd name="connsiteY1065" fmla="*/ 626174 h 676275"/>
                <a:gd name="connsiteX1066" fmla="*/ 7144 w 504825"/>
                <a:gd name="connsiteY1066" fmla="*/ 626555 h 676275"/>
                <a:gd name="connsiteX1067" fmla="*/ 8001 w 504825"/>
                <a:gd name="connsiteY1067" fmla="*/ 627126 h 676275"/>
                <a:gd name="connsiteX1068" fmla="*/ 8382 w 504825"/>
                <a:gd name="connsiteY1068" fmla="*/ 627507 h 676275"/>
                <a:gd name="connsiteX1069" fmla="*/ 8763 w 504825"/>
                <a:gd name="connsiteY1069" fmla="*/ 628079 h 676275"/>
                <a:gd name="connsiteX1070" fmla="*/ 8763 w 504825"/>
                <a:gd name="connsiteY1070" fmla="*/ 628650 h 676275"/>
                <a:gd name="connsiteX1071" fmla="*/ 8572 w 504825"/>
                <a:gd name="connsiteY1071" fmla="*/ 629126 h 676275"/>
                <a:gd name="connsiteX1072" fmla="*/ 8001 w 504825"/>
                <a:gd name="connsiteY1072" fmla="*/ 629984 h 676275"/>
                <a:gd name="connsiteX1073" fmla="*/ 7715 w 504825"/>
                <a:gd name="connsiteY1073" fmla="*/ 630555 h 676275"/>
                <a:gd name="connsiteX1074" fmla="*/ 7525 w 504825"/>
                <a:gd name="connsiteY1074" fmla="*/ 631317 h 676275"/>
                <a:gd name="connsiteX1075" fmla="*/ 7334 w 504825"/>
                <a:gd name="connsiteY1075" fmla="*/ 632841 h 676275"/>
                <a:gd name="connsiteX1076" fmla="*/ 7525 w 504825"/>
                <a:gd name="connsiteY1076" fmla="*/ 633889 h 676275"/>
                <a:gd name="connsiteX1077" fmla="*/ 7715 w 504825"/>
                <a:gd name="connsiteY1077" fmla="*/ 634651 h 676275"/>
                <a:gd name="connsiteX1078" fmla="*/ 8382 w 504825"/>
                <a:gd name="connsiteY1078" fmla="*/ 635508 h 676275"/>
                <a:gd name="connsiteX1079" fmla="*/ 9430 w 504825"/>
                <a:gd name="connsiteY1079" fmla="*/ 636556 h 676275"/>
                <a:gd name="connsiteX1080" fmla="*/ 10382 w 504825"/>
                <a:gd name="connsiteY1080" fmla="*/ 637032 h 676275"/>
                <a:gd name="connsiteX1081" fmla="*/ 13240 w 504825"/>
                <a:gd name="connsiteY1081" fmla="*/ 637889 h 676275"/>
                <a:gd name="connsiteX1082" fmla="*/ 14192 w 504825"/>
                <a:gd name="connsiteY1082" fmla="*/ 638366 h 676275"/>
                <a:gd name="connsiteX1083" fmla="*/ 15049 w 504825"/>
                <a:gd name="connsiteY1083" fmla="*/ 638937 h 676275"/>
                <a:gd name="connsiteX1084" fmla="*/ 15430 w 504825"/>
                <a:gd name="connsiteY1084" fmla="*/ 639223 h 676275"/>
                <a:gd name="connsiteX1085" fmla="*/ 17431 w 504825"/>
                <a:gd name="connsiteY1085" fmla="*/ 641318 h 676275"/>
                <a:gd name="connsiteX1086" fmla="*/ 20288 w 504825"/>
                <a:gd name="connsiteY1086" fmla="*/ 643414 h 676275"/>
                <a:gd name="connsiteX1087" fmla="*/ 21145 w 504825"/>
                <a:gd name="connsiteY1087" fmla="*/ 644557 h 676275"/>
                <a:gd name="connsiteX1088" fmla="*/ 22669 w 504825"/>
                <a:gd name="connsiteY1088" fmla="*/ 647319 h 676275"/>
                <a:gd name="connsiteX1089" fmla="*/ 23146 w 504825"/>
                <a:gd name="connsiteY1089" fmla="*/ 647414 h 676275"/>
                <a:gd name="connsiteX1090" fmla="*/ 28194 w 504825"/>
                <a:gd name="connsiteY1090" fmla="*/ 648843 h 676275"/>
                <a:gd name="connsiteX1091" fmla="*/ 29718 w 504825"/>
                <a:gd name="connsiteY1091" fmla="*/ 648938 h 676275"/>
                <a:gd name="connsiteX1092" fmla="*/ 31051 w 504825"/>
                <a:gd name="connsiteY1092" fmla="*/ 648367 h 676275"/>
                <a:gd name="connsiteX1093" fmla="*/ 33718 w 504825"/>
                <a:gd name="connsiteY1093" fmla="*/ 646652 h 676275"/>
                <a:gd name="connsiteX1094" fmla="*/ 34385 w 504825"/>
                <a:gd name="connsiteY1094" fmla="*/ 646367 h 676275"/>
                <a:gd name="connsiteX1095" fmla="*/ 34861 w 504825"/>
                <a:gd name="connsiteY1095" fmla="*/ 646462 h 676275"/>
                <a:gd name="connsiteX1096" fmla="*/ 35242 w 504825"/>
                <a:gd name="connsiteY1096" fmla="*/ 646747 h 676275"/>
                <a:gd name="connsiteX1097" fmla="*/ 36290 w 504825"/>
                <a:gd name="connsiteY1097" fmla="*/ 647795 h 676275"/>
                <a:gd name="connsiteX1098" fmla="*/ 36862 w 504825"/>
                <a:gd name="connsiteY1098" fmla="*/ 648176 h 676275"/>
                <a:gd name="connsiteX1099" fmla="*/ 37528 w 504825"/>
                <a:gd name="connsiteY1099" fmla="*/ 648367 h 676275"/>
                <a:gd name="connsiteX1100" fmla="*/ 38195 w 504825"/>
                <a:gd name="connsiteY1100" fmla="*/ 648272 h 676275"/>
                <a:gd name="connsiteX1101" fmla="*/ 39148 w 504825"/>
                <a:gd name="connsiteY1101" fmla="*/ 647986 h 676275"/>
                <a:gd name="connsiteX1102" fmla="*/ 39624 w 504825"/>
                <a:gd name="connsiteY1102" fmla="*/ 647986 h 676275"/>
                <a:gd name="connsiteX1103" fmla="*/ 41243 w 504825"/>
                <a:gd name="connsiteY1103" fmla="*/ 648176 h 676275"/>
                <a:gd name="connsiteX1104" fmla="*/ 41719 w 504825"/>
                <a:gd name="connsiteY1104" fmla="*/ 648081 h 676275"/>
                <a:gd name="connsiteX1105" fmla="*/ 42196 w 504825"/>
                <a:gd name="connsiteY1105" fmla="*/ 647795 h 676275"/>
                <a:gd name="connsiteX1106" fmla="*/ 42958 w 504825"/>
                <a:gd name="connsiteY1106" fmla="*/ 647033 h 676275"/>
                <a:gd name="connsiteX1107" fmla="*/ 43339 w 504825"/>
                <a:gd name="connsiteY1107" fmla="*/ 646843 h 676275"/>
                <a:gd name="connsiteX1108" fmla="*/ 44005 w 504825"/>
                <a:gd name="connsiteY1108" fmla="*/ 646938 h 676275"/>
                <a:gd name="connsiteX1109" fmla="*/ 45244 w 504825"/>
                <a:gd name="connsiteY1109" fmla="*/ 647509 h 676275"/>
                <a:gd name="connsiteX1110" fmla="*/ 46291 w 504825"/>
                <a:gd name="connsiteY1110" fmla="*/ 648367 h 676275"/>
                <a:gd name="connsiteX1111" fmla="*/ 47149 w 504825"/>
                <a:gd name="connsiteY1111" fmla="*/ 649414 h 676275"/>
                <a:gd name="connsiteX1112" fmla="*/ 47911 w 504825"/>
                <a:gd name="connsiteY1112" fmla="*/ 650653 h 676275"/>
                <a:gd name="connsiteX1113" fmla="*/ 48768 w 504825"/>
                <a:gd name="connsiteY1113" fmla="*/ 651605 h 676275"/>
                <a:gd name="connsiteX1114" fmla="*/ 48958 w 504825"/>
                <a:gd name="connsiteY1114" fmla="*/ 652653 h 676275"/>
                <a:gd name="connsiteX1115" fmla="*/ 49434 w 504825"/>
                <a:gd name="connsiteY1115" fmla="*/ 654177 h 676275"/>
                <a:gd name="connsiteX1116" fmla="*/ 49625 w 504825"/>
                <a:gd name="connsiteY1116" fmla="*/ 654653 h 676275"/>
                <a:gd name="connsiteX1117" fmla="*/ 49911 w 504825"/>
                <a:gd name="connsiteY1117" fmla="*/ 655034 h 676275"/>
                <a:gd name="connsiteX1118" fmla="*/ 50768 w 504825"/>
                <a:gd name="connsiteY1118" fmla="*/ 655606 h 676275"/>
                <a:gd name="connsiteX1119" fmla="*/ 52101 w 504825"/>
                <a:gd name="connsiteY1119" fmla="*/ 656177 h 676275"/>
                <a:gd name="connsiteX1120" fmla="*/ 57436 w 504825"/>
                <a:gd name="connsiteY1120" fmla="*/ 657987 h 676275"/>
                <a:gd name="connsiteX1121" fmla="*/ 60388 w 504825"/>
                <a:gd name="connsiteY1121" fmla="*/ 658559 h 676275"/>
                <a:gd name="connsiteX1122" fmla="*/ 61626 w 504825"/>
                <a:gd name="connsiteY1122" fmla="*/ 658654 h 676275"/>
                <a:gd name="connsiteX1123" fmla="*/ 62579 w 504825"/>
                <a:gd name="connsiteY1123" fmla="*/ 658654 h 676275"/>
                <a:gd name="connsiteX1124" fmla="*/ 63055 w 504825"/>
                <a:gd name="connsiteY1124" fmla="*/ 658463 h 676275"/>
                <a:gd name="connsiteX1125" fmla="*/ 64198 w 504825"/>
                <a:gd name="connsiteY1125" fmla="*/ 657797 h 676275"/>
                <a:gd name="connsiteX1126" fmla="*/ 64675 w 504825"/>
                <a:gd name="connsiteY1126" fmla="*/ 657416 h 676275"/>
                <a:gd name="connsiteX1127" fmla="*/ 66008 w 504825"/>
                <a:gd name="connsiteY1127" fmla="*/ 657511 h 676275"/>
                <a:gd name="connsiteX1128" fmla="*/ 69437 w 504825"/>
                <a:gd name="connsiteY1128" fmla="*/ 658654 h 676275"/>
                <a:gd name="connsiteX1129" fmla="*/ 70199 w 504825"/>
                <a:gd name="connsiteY1129" fmla="*/ 658654 h 676275"/>
                <a:gd name="connsiteX1130" fmla="*/ 71723 w 504825"/>
                <a:gd name="connsiteY1130" fmla="*/ 658273 h 676275"/>
                <a:gd name="connsiteX1131" fmla="*/ 72580 w 504825"/>
                <a:gd name="connsiteY1131" fmla="*/ 658178 h 676275"/>
                <a:gd name="connsiteX1132" fmla="*/ 73057 w 504825"/>
                <a:gd name="connsiteY1132" fmla="*/ 658939 h 676275"/>
                <a:gd name="connsiteX1133" fmla="*/ 73914 w 504825"/>
                <a:gd name="connsiteY1133" fmla="*/ 659987 h 676275"/>
                <a:gd name="connsiteX1134" fmla="*/ 74390 w 504825"/>
                <a:gd name="connsiteY1134" fmla="*/ 660368 h 676275"/>
                <a:gd name="connsiteX1135" fmla="*/ 75152 w 504825"/>
                <a:gd name="connsiteY1135" fmla="*/ 660654 h 676275"/>
                <a:gd name="connsiteX1136" fmla="*/ 76486 w 504825"/>
                <a:gd name="connsiteY1136" fmla="*/ 660845 h 676275"/>
                <a:gd name="connsiteX1137" fmla="*/ 77533 w 504825"/>
                <a:gd name="connsiteY1137" fmla="*/ 661035 h 676275"/>
                <a:gd name="connsiteX1138" fmla="*/ 78486 w 504825"/>
                <a:gd name="connsiteY1138" fmla="*/ 661416 h 676275"/>
                <a:gd name="connsiteX1139" fmla="*/ 88868 w 504825"/>
                <a:gd name="connsiteY1139" fmla="*/ 668560 h 676275"/>
                <a:gd name="connsiteX1140" fmla="*/ 89821 w 504825"/>
                <a:gd name="connsiteY1140" fmla="*/ 669036 h 676275"/>
                <a:gd name="connsiteX1141" fmla="*/ 91726 w 504825"/>
                <a:gd name="connsiteY1141" fmla="*/ 669417 h 676275"/>
                <a:gd name="connsiteX1142" fmla="*/ 94869 w 504825"/>
                <a:gd name="connsiteY1142" fmla="*/ 669417 h 676275"/>
                <a:gd name="connsiteX1143" fmla="*/ 95726 w 504825"/>
                <a:gd name="connsiteY1143" fmla="*/ 669322 h 676275"/>
                <a:gd name="connsiteX1144" fmla="*/ 98488 w 504825"/>
                <a:gd name="connsiteY1144" fmla="*/ 668179 h 676275"/>
                <a:gd name="connsiteX1145" fmla="*/ 101536 w 504825"/>
                <a:gd name="connsiteY1145" fmla="*/ 667322 h 676275"/>
                <a:gd name="connsiteX1146" fmla="*/ 102108 w 504825"/>
                <a:gd name="connsiteY1146" fmla="*/ 667226 h 676275"/>
                <a:gd name="connsiteX1147" fmla="*/ 103156 w 504825"/>
                <a:gd name="connsiteY1147" fmla="*/ 667322 h 676275"/>
                <a:gd name="connsiteX1148" fmla="*/ 107442 w 504825"/>
                <a:gd name="connsiteY1148" fmla="*/ 668369 h 676275"/>
                <a:gd name="connsiteX1149" fmla="*/ 108775 w 504825"/>
                <a:gd name="connsiteY1149" fmla="*/ 668560 h 676275"/>
                <a:gd name="connsiteX1150" fmla="*/ 109728 w 504825"/>
                <a:gd name="connsiteY1150" fmla="*/ 668560 h 676275"/>
                <a:gd name="connsiteX1151" fmla="*/ 110966 w 504825"/>
                <a:gd name="connsiteY1151" fmla="*/ 667703 h 676275"/>
                <a:gd name="connsiteX1152" fmla="*/ 111442 w 504825"/>
                <a:gd name="connsiteY1152" fmla="*/ 667512 h 676275"/>
                <a:gd name="connsiteX1153" fmla="*/ 112395 w 504825"/>
                <a:gd name="connsiteY1153" fmla="*/ 667703 h 676275"/>
                <a:gd name="connsiteX1154" fmla="*/ 113824 w 504825"/>
                <a:gd name="connsiteY1154" fmla="*/ 668560 h 676275"/>
                <a:gd name="connsiteX1155" fmla="*/ 116491 w 504825"/>
                <a:gd name="connsiteY1155" fmla="*/ 670655 h 676275"/>
                <a:gd name="connsiteX1156" fmla="*/ 118300 w 504825"/>
                <a:gd name="connsiteY1156" fmla="*/ 672655 h 676275"/>
                <a:gd name="connsiteX1157" fmla="*/ 118967 w 504825"/>
                <a:gd name="connsiteY1157" fmla="*/ 673799 h 676275"/>
                <a:gd name="connsiteX1158" fmla="*/ 118967 w 504825"/>
                <a:gd name="connsiteY1158" fmla="*/ 674465 h 676275"/>
                <a:gd name="connsiteX1159" fmla="*/ 118586 w 504825"/>
                <a:gd name="connsiteY1159" fmla="*/ 675227 h 676275"/>
                <a:gd name="connsiteX1160" fmla="*/ 118491 w 504825"/>
                <a:gd name="connsiteY1160" fmla="*/ 675513 h 676275"/>
                <a:gd name="connsiteX1161" fmla="*/ 118491 w 504825"/>
                <a:gd name="connsiteY1161" fmla="*/ 675989 h 676275"/>
                <a:gd name="connsiteX1162" fmla="*/ 118586 w 504825"/>
                <a:gd name="connsiteY1162" fmla="*/ 676466 h 676275"/>
                <a:gd name="connsiteX1163" fmla="*/ 118967 w 504825"/>
                <a:gd name="connsiteY1163" fmla="*/ 676751 h 676275"/>
                <a:gd name="connsiteX1164" fmla="*/ 119539 w 504825"/>
                <a:gd name="connsiteY1164" fmla="*/ 676847 h 676275"/>
                <a:gd name="connsiteX1165" fmla="*/ 121348 w 504825"/>
                <a:gd name="connsiteY1165" fmla="*/ 676370 h 676275"/>
                <a:gd name="connsiteX1166" fmla="*/ 123349 w 504825"/>
                <a:gd name="connsiteY1166" fmla="*/ 676370 h 676275"/>
                <a:gd name="connsiteX1167" fmla="*/ 124873 w 504825"/>
                <a:gd name="connsiteY1167" fmla="*/ 675418 h 676275"/>
                <a:gd name="connsiteX1168" fmla="*/ 125539 w 504825"/>
                <a:gd name="connsiteY1168" fmla="*/ 674751 h 676275"/>
                <a:gd name="connsiteX1169" fmla="*/ 126206 w 504825"/>
                <a:gd name="connsiteY1169" fmla="*/ 673894 h 676275"/>
                <a:gd name="connsiteX1170" fmla="*/ 127349 w 504825"/>
                <a:gd name="connsiteY1170" fmla="*/ 672846 h 676275"/>
                <a:gd name="connsiteX1171" fmla="*/ 127730 w 504825"/>
                <a:gd name="connsiteY1171" fmla="*/ 672370 h 676275"/>
                <a:gd name="connsiteX1172" fmla="*/ 128397 w 504825"/>
                <a:gd name="connsiteY1172" fmla="*/ 671227 h 676275"/>
                <a:gd name="connsiteX1173" fmla="*/ 128683 w 504825"/>
                <a:gd name="connsiteY1173" fmla="*/ 670655 h 676275"/>
                <a:gd name="connsiteX1174" fmla="*/ 129445 w 504825"/>
                <a:gd name="connsiteY1174" fmla="*/ 668274 h 676275"/>
                <a:gd name="connsiteX1175" fmla="*/ 129635 w 504825"/>
                <a:gd name="connsiteY1175" fmla="*/ 667798 h 676275"/>
                <a:gd name="connsiteX1176" fmla="*/ 129921 w 504825"/>
                <a:gd name="connsiteY1176" fmla="*/ 667417 h 676275"/>
                <a:gd name="connsiteX1177" fmla="*/ 132207 w 504825"/>
                <a:gd name="connsiteY1177" fmla="*/ 665607 h 676275"/>
                <a:gd name="connsiteX1178" fmla="*/ 133159 w 504825"/>
                <a:gd name="connsiteY1178" fmla="*/ 664464 h 676275"/>
                <a:gd name="connsiteX1179" fmla="*/ 133540 w 504825"/>
                <a:gd name="connsiteY1179" fmla="*/ 664178 h 676275"/>
                <a:gd name="connsiteX1180" fmla="*/ 134017 w 504825"/>
                <a:gd name="connsiteY1180" fmla="*/ 664083 h 676275"/>
                <a:gd name="connsiteX1181" fmla="*/ 134588 w 504825"/>
                <a:gd name="connsiteY1181" fmla="*/ 664083 h 676275"/>
                <a:gd name="connsiteX1182" fmla="*/ 135255 w 504825"/>
                <a:gd name="connsiteY1182" fmla="*/ 664464 h 676275"/>
                <a:gd name="connsiteX1183" fmla="*/ 135636 w 504825"/>
                <a:gd name="connsiteY1183" fmla="*/ 664750 h 676275"/>
                <a:gd name="connsiteX1184" fmla="*/ 136303 w 504825"/>
                <a:gd name="connsiteY1184" fmla="*/ 664940 h 676275"/>
                <a:gd name="connsiteX1185" fmla="*/ 137065 w 504825"/>
                <a:gd name="connsiteY1185" fmla="*/ 664940 h 676275"/>
                <a:gd name="connsiteX1186" fmla="*/ 139446 w 504825"/>
                <a:gd name="connsiteY1186" fmla="*/ 664369 h 676275"/>
                <a:gd name="connsiteX1187" fmla="*/ 140208 w 504825"/>
                <a:gd name="connsiteY1187" fmla="*/ 664369 h 676275"/>
                <a:gd name="connsiteX1188" fmla="*/ 141160 w 504825"/>
                <a:gd name="connsiteY1188" fmla="*/ 664559 h 676275"/>
                <a:gd name="connsiteX1189" fmla="*/ 142875 w 504825"/>
                <a:gd name="connsiteY1189" fmla="*/ 665226 h 676275"/>
                <a:gd name="connsiteX1190" fmla="*/ 143732 w 504825"/>
                <a:gd name="connsiteY1190" fmla="*/ 665702 h 676275"/>
                <a:gd name="connsiteX1191" fmla="*/ 144304 w 504825"/>
                <a:gd name="connsiteY1191" fmla="*/ 666179 h 676275"/>
                <a:gd name="connsiteX1192" fmla="*/ 144589 w 504825"/>
                <a:gd name="connsiteY1192" fmla="*/ 666559 h 676275"/>
                <a:gd name="connsiteX1193" fmla="*/ 146399 w 504825"/>
                <a:gd name="connsiteY1193" fmla="*/ 669512 h 676275"/>
                <a:gd name="connsiteX1194" fmla="*/ 147351 w 504825"/>
                <a:gd name="connsiteY1194" fmla="*/ 671893 h 676275"/>
                <a:gd name="connsiteX1195" fmla="*/ 147828 w 504825"/>
                <a:gd name="connsiteY1195" fmla="*/ 672751 h 676275"/>
                <a:gd name="connsiteX1196" fmla="*/ 148685 w 504825"/>
                <a:gd name="connsiteY1196" fmla="*/ 673894 h 676275"/>
                <a:gd name="connsiteX1197" fmla="*/ 149066 w 504825"/>
                <a:gd name="connsiteY1197" fmla="*/ 674275 h 676275"/>
                <a:gd name="connsiteX1198" fmla="*/ 149542 w 504825"/>
                <a:gd name="connsiteY1198" fmla="*/ 674561 h 676275"/>
                <a:gd name="connsiteX1199" fmla="*/ 150114 w 504825"/>
                <a:gd name="connsiteY1199" fmla="*/ 674751 h 676275"/>
                <a:gd name="connsiteX1200" fmla="*/ 150781 w 504825"/>
                <a:gd name="connsiteY1200" fmla="*/ 674846 h 676275"/>
                <a:gd name="connsiteX1201" fmla="*/ 151638 w 504825"/>
                <a:gd name="connsiteY1201" fmla="*/ 674846 h 676275"/>
                <a:gd name="connsiteX1202" fmla="*/ 152305 w 504825"/>
                <a:gd name="connsiteY1202" fmla="*/ 674751 h 676275"/>
                <a:gd name="connsiteX1203" fmla="*/ 152971 w 504825"/>
                <a:gd name="connsiteY1203" fmla="*/ 674465 h 676275"/>
                <a:gd name="connsiteX1204" fmla="*/ 153638 w 504825"/>
                <a:gd name="connsiteY1204" fmla="*/ 673989 h 676275"/>
                <a:gd name="connsiteX1205" fmla="*/ 154591 w 504825"/>
                <a:gd name="connsiteY1205" fmla="*/ 672941 h 676275"/>
                <a:gd name="connsiteX1206" fmla="*/ 155448 w 504825"/>
                <a:gd name="connsiteY1206" fmla="*/ 671608 h 676275"/>
                <a:gd name="connsiteX1207" fmla="*/ 156876 w 504825"/>
                <a:gd name="connsiteY1207" fmla="*/ 670274 h 676275"/>
                <a:gd name="connsiteX1208" fmla="*/ 161830 w 504825"/>
                <a:gd name="connsiteY1208" fmla="*/ 667036 h 676275"/>
                <a:gd name="connsiteX1209" fmla="*/ 161449 w 504825"/>
                <a:gd name="connsiteY1209" fmla="*/ 660178 h 676275"/>
                <a:gd name="connsiteX1210" fmla="*/ 161353 w 504825"/>
                <a:gd name="connsiteY1210" fmla="*/ 659606 h 676275"/>
                <a:gd name="connsiteX1211" fmla="*/ 161068 w 504825"/>
                <a:gd name="connsiteY1211" fmla="*/ 658654 h 676275"/>
                <a:gd name="connsiteX1212" fmla="*/ 160877 w 504825"/>
                <a:gd name="connsiteY1212" fmla="*/ 657987 h 676275"/>
                <a:gd name="connsiteX1213" fmla="*/ 160782 w 504825"/>
                <a:gd name="connsiteY1213" fmla="*/ 657892 h 676275"/>
                <a:gd name="connsiteX1214" fmla="*/ 160591 w 504825"/>
                <a:gd name="connsiteY1214" fmla="*/ 657606 h 676275"/>
                <a:gd name="connsiteX1215" fmla="*/ 159925 w 504825"/>
                <a:gd name="connsiteY1215" fmla="*/ 657034 h 676275"/>
                <a:gd name="connsiteX1216" fmla="*/ 159544 w 504825"/>
                <a:gd name="connsiteY1216" fmla="*/ 656749 h 676275"/>
                <a:gd name="connsiteX1217" fmla="*/ 158877 w 504825"/>
                <a:gd name="connsiteY1217" fmla="*/ 655987 h 676275"/>
                <a:gd name="connsiteX1218" fmla="*/ 158401 w 504825"/>
                <a:gd name="connsiteY1218" fmla="*/ 655130 h 676275"/>
                <a:gd name="connsiteX1219" fmla="*/ 158210 w 504825"/>
                <a:gd name="connsiteY1219" fmla="*/ 654653 h 676275"/>
                <a:gd name="connsiteX1220" fmla="*/ 157924 w 504825"/>
                <a:gd name="connsiteY1220" fmla="*/ 654177 h 676275"/>
                <a:gd name="connsiteX1221" fmla="*/ 157639 w 504825"/>
                <a:gd name="connsiteY1221" fmla="*/ 653796 h 676275"/>
                <a:gd name="connsiteX1222" fmla="*/ 157258 w 504825"/>
                <a:gd name="connsiteY1222" fmla="*/ 653415 h 676275"/>
                <a:gd name="connsiteX1223" fmla="*/ 156876 w 504825"/>
                <a:gd name="connsiteY1223" fmla="*/ 653129 h 676275"/>
                <a:gd name="connsiteX1224" fmla="*/ 156400 w 504825"/>
                <a:gd name="connsiteY1224" fmla="*/ 652843 h 676275"/>
                <a:gd name="connsiteX1225" fmla="*/ 155829 w 504825"/>
                <a:gd name="connsiteY1225" fmla="*/ 652748 h 676275"/>
                <a:gd name="connsiteX1226" fmla="*/ 154781 w 504825"/>
                <a:gd name="connsiteY1226" fmla="*/ 652939 h 676275"/>
                <a:gd name="connsiteX1227" fmla="*/ 154209 w 504825"/>
                <a:gd name="connsiteY1227" fmla="*/ 652939 h 676275"/>
                <a:gd name="connsiteX1228" fmla="*/ 153638 w 504825"/>
                <a:gd name="connsiteY1228" fmla="*/ 652843 h 676275"/>
                <a:gd name="connsiteX1229" fmla="*/ 153162 w 504825"/>
                <a:gd name="connsiteY1229" fmla="*/ 652653 h 676275"/>
                <a:gd name="connsiteX1230" fmla="*/ 152781 w 504825"/>
                <a:gd name="connsiteY1230" fmla="*/ 652082 h 676275"/>
                <a:gd name="connsiteX1231" fmla="*/ 152590 w 504825"/>
                <a:gd name="connsiteY1231" fmla="*/ 651224 h 676275"/>
                <a:gd name="connsiteX1232" fmla="*/ 152495 w 504825"/>
                <a:gd name="connsiteY1232" fmla="*/ 649510 h 676275"/>
                <a:gd name="connsiteX1233" fmla="*/ 152305 w 504825"/>
                <a:gd name="connsiteY1233" fmla="*/ 647795 h 676275"/>
                <a:gd name="connsiteX1234" fmla="*/ 151447 w 504825"/>
                <a:gd name="connsiteY1234" fmla="*/ 645509 h 676275"/>
                <a:gd name="connsiteX1235" fmla="*/ 148971 w 504825"/>
                <a:gd name="connsiteY1235" fmla="*/ 640271 h 676275"/>
                <a:gd name="connsiteX1236" fmla="*/ 148495 w 504825"/>
                <a:gd name="connsiteY1236" fmla="*/ 638270 h 676275"/>
                <a:gd name="connsiteX1237" fmla="*/ 148304 w 504825"/>
                <a:gd name="connsiteY1237" fmla="*/ 637794 h 676275"/>
                <a:gd name="connsiteX1238" fmla="*/ 147733 w 504825"/>
                <a:gd name="connsiteY1238" fmla="*/ 637032 h 676275"/>
                <a:gd name="connsiteX1239" fmla="*/ 147447 w 504825"/>
                <a:gd name="connsiteY1239" fmla="*/ 636746 h 676275"/>
                <a:gd name="connsiteX1240" fmla="*/ 147161 w 504825"/>
                <a:gd name="connsiteY1240" fmla="*/ 636175 h 676275"/>
                <a:gd name="connsiteX1241" fmla="*/ 146875 w 504825"/>
                <a:gd name="connsiteY1241" fmla="*/ 635794 h 676275"/>
                <a:gd name="connsiteX1242" fmla="*/ 146875 w 504825"/>
                <a:gd name="connsiteY1242" fmla="*/ 635222 h 676275"/>
                <a:gd name="connsiteX1243" fmla="*/ 147447 w 504825"/>
                <a:gd name="connsiteY1243" fmla="*/ 634460 h 676275"/>
                <a:gd name="connsiteX1244" fmla="*/ 147923 w 504825"/>
                <a:gd name="connsiteY1244" fmla="*/ 633317 h 676275"/>
                <a:gd name="connsiteX1245" fmla="*/ 149542 w 504825"/>
                <a:gd name="connsiteY1245" fmla="*/ 631508 h 676275"/>
                <a:gd name="connsiteX1246" fmla="*/ 150209 w 504825"/>
                <a:gd name="connsiteY1246" fmla="*/ 630460 h 676275"/>
                <a:gd name="connsiteX1247" fmla="*/ 150400 w 504825"/>
                <a:gd name="connsiteY1247" fmla="*/ 629603 h 676275"/>
                <a:gd name="connsiteX1248" fmla="*/ 150590 w 504825"/>
                <a:gd name="connsiteY1248" fmla="*/ 627697 h 676275"/>
                <a:gd name="connsiteX1249" fmla="*/ 150971 w 504825"/>
                <a:gd name="connsiteY1249" fmla="*/ 626840 h 676275"/>
                <a:gd name="connsiteX1250" fmla="*/ 152209 w 504825"/>
                <a:gd name="connsiteY1250" fmla="*/ 625888 h 676275"/>
                <a:gd name="connsiteX1251" fmla="*/ 152590 w 504825"/>
                <a:gd name="connsiteY1251" fmla="*/ 625221 h 676275"/>
                <a:gd name="connsiteX1252" fmla="*/ 152114 w 504825"/>
                <a:gd name="connsiteY1252" fmla="*/ 624078 h 676275"/>
                <a:gd name="connsiteX1253" fmla="*/ 152114 w 504825"/>
                <a:gd name="connsiteY1253" fmla="*/ 623411 h 676275"/>
                <a:gd name="connsiteX1254" fmla="*/ 152686 w 504825"/>
                <a:gd name="connsiteY1254" fmla="*/ 622554 h 676275"/>
                <a:gd name="connsiteX1255" fmla="*/ 154019 w 504825"/>
                <a:gd name="connsiteY1255" fmla="*/ 621030 h 676275"/>
                <a:gd name="connsiteX1256" fmla="*/ 156781 w 504825"/>
                <a:gd name="connsiteY1256" fmla="*/ 616363 h 676275"/>
                <a:gd name="connsiteX1257" fmla="*/ 157543 w 504825"/>
                <a:gd name="connsiteY1257" fmla="*/ 615601 h 676275"/>
                <a:gd name="connsiteX1258" fmla="*/ 158686 w 504825"/>
                <a:gd name="connsiteY1258" fmla="*/ 614839 h 676275"/>
                <a:gd name="connsiteX1259" fmla="*/ 160210 w 504825"/>
                <a:gd name="connsiteY1259" fmla="*/ 613124 h 676275"/>
                <a:gd name="connsiteX1260" fmla="*/ 161639 w 504825"/>
                <a:gd name="connsiteY1260" fmla="*/ 611219 h 676275"/>
                <a:gd name="connsiteX1261" fmla="*/ 162973 w 504825"/>
                <a:gd name="connsiteY1261" fmla="*/ 608171 h 676275"/>
                <a:gd name="connsiteX1262" fmla="*/ 164687 w 504825"/>
                <a:gd name="connsiteY1262" fmla="*/ 607409 h 676275"/>
                <a:gd name="connsiteX1263" fmla="*/ 168307 w 504825"/>
                <a:gd name="connsiteY1263" fmla="*/ 606838 h 676275"/>
                <a:gd name="connsiteX1264" fmla="*/ 174879 w 504825"/>
                <a:gd name="connsiteY1264" fmla="*/ 604266 h 676275"/>
                <a:gd name="connsiteX1265" fmla="*/ 177927 w 504825"/>
                <a:gd name="connsiteY1265" fmla="*/ 602075 h 676275"/>
                <a:gd name="connsiteX1266" fmla="*/ 179260 w 504825"/>
                <a:gd name="connsiteY1266" fmla="*/ 599313 h 676275"/>
                <a:gd name="connsiteX1267" fmla="*/ 179451 w 504825"/>
                <a:gd name="connsiteY1267" fmla="*/ 598742 h 676275"/>
                <a:gd name="connsiteX1268" fmla="*/ 179737 w 504825"/>
                <a:gd name="connsiteY1268" fmla="*/ 597599 h 676275"/>
                <a:gd name="connsiteX1269" fmla="*/ 179927 w 504825"/>
                <a:gd name="connsiteY1269" fmla="*/ 597027 h 676275"/>
                <a:gd name="connsiteX1270" fmla="*/ 180213 w 504825"/>
                <a:gd name="connsiteY1270" fmla="*/ 596551 h 676275"/>
                <a:gd name="connsiteX1271" fmla="*/ 180499 w 504825"/>
                <a:gd name="connsiteY1271" fmla="*/ 596170 h 676275"/>
                <a:gd name="connsiteX1272" fmla="*/ 180975 w 504825"/>
                <a:gd name="connsiteY1272" fmla="*/ 595693 h 676275"/>
                <a:gd name="connsiteX1273" fmla="*/ 184690 w 504825"/>
                <a:gd name="connsiteY1273" fmla="*/ 592074 h 676275"/>
                <a:gd name="connsiteX1274" fmla="*/ 186785 w 504825"/>
                <a:gd name="connsiteY1274" fmla="*/ 589026 h 676275"/>
                <a:gd name="connsiteX1275" fmla="*/ 186976 w 504825"/>
                <a:gd name="connsiteY1275" fmla="*/ 588359 h 676275"/>
                <a:gd name="connsiteX1276" fmla="*/ 187166 w 504825"/>
                <a:gd name="connsiteY1276" fmla="*/ 587502 h 676275"/>
                <a:gd name="connsiteX1277" fmla="*/ 186976 w 504825"/>
                <a:gd name="connsiteY1277" fmla="*/ 586073 h 676275"/>
                <a:gd name="connsiteX1278" fmla="*/ 186976 w 504825"/>
                <a:gd name="connsiteY1278" fmla="*/ 585026 h 676275"/>
                <a:gd name="connsiteX1279" fmla="*/ 187166 w 504825"/>
                <a:gd name="connsiteY1279" fmla="*/ 584359 h 676275"/>
                <a:gd name="connsiteX1280" fmla="*/ 187452 w 504825"/>
                <a:gd name="connsiteY1280" fmla="*/ 583883 h 676275"/>
                <a:gd name="connsiteX1281" fmla="*/ 187833 w 504825"/>
                <a:gd name="connsiteY1281" fmla="*/ 583597 h 676275"/>
                <a:gd name="connsiteX1282" fmla="*/ 187928 w 504825"/>
                <a:gd name="connsiteY1282" fmla="*/ 583501 h 676275"/>
                <a:gd name="connsiteX1283" fmla="*/ 190881 w 504825"/>
                <a:gd name="connsiteY1283" fmla="*/ 579787 h 676275"/>
                <a:gd name="connsiteX1284" fmla="*/ 191738 w 504825"/>
                <a:gd name="connsiteY1284" fmla="*/ 579120 h 676275"/>
                <a:gd name="connsiteX1285" fmla="*/ 193167 w 504825"/>
                <a:gd name="connsiteY1285" fmla="*/ 577787 h 676275"/>
                <a:gd name="connsiteX1286" fmla="*/ 193643 w 504825"/>
                <a:gd name="connsiteY1286" fmla="*/ 576929 h 676275"/>
                <a:gd name="connsiteX1287" fmla="*/ 194691 w 504825"/>
                <a:gd name="connsiteY1287" fmla="*/ 573881 h 676275"/>
                <a:gd name="connsiteX1288" fmla="*/ 194786 w 504825"/>
                <a:gd name="connsiteY1288" fmla="*/ 572834 h 676275"/>
                <a:gd name="connsiteX1289" fmla="*/ 194691 w 504825"/>
                <a:gd name="connsiteY1289" fmla="*/ 570643 h 676275"/>
                <a:gd name="connsiteX1290" fmla="*/ 194691 w 504825"/>
                <a:gd name="connsiteY1290" fmla="*/ 570357 h 676275"/>
                <a:gd name="connsiteX1291" fmla="*/ 194786 w 504825"/>
                <a:gd name="connsiteY1291" fmla="*/ 569976 h 676275"/>
                <a:gd name="connsiteX1292" fmla="*/ 195548 w 504825"/>
                <a:gd name="connsiteY1292" fmla="*/ 568547 h 676275"/>
                <a:gd name="connsiteX1293" fmla="*/ 196310 w 504825"/>
                <a:gd name="connsiteY1293" fmla="*/ 566357 h 676275"/>
                <a:gd name="connsiteX1294" fmla="*/ 196786 w 504825"/>
                <a:gd name="connsiteY1294" fmla="*/ 563880 h 676275"/>
                <a:gd name="connsiteX1295" fmla="*/ 197072 w 504825"/>
                <a:gd name="connsiteY1295" fmla="*/ 563309 h 676275"/>
                <a:gd name="connsiteX1296" fmla="*/ 197453 w 504825"/>
                <a:gd name="connsiteY1296" fmla="*/ 562832 h 676275"/>
                <a:gd name="connsiteX1297" fmla="*/ 200215 w 504825"/>
                <a:gd name="connsiteY1297" fmla="*/ 560737 h 676275"/>
                <a:gd name="connsiteX1298" fmla="*/ 200692 w 504825"/>
                <a:gd name="connsiteY1298" fmla="*/ 560165 h 676275"/>
                <a:gd name="connsiteX1299" fmla="*/ 201358 w 504825"/>
                <a:gd name="connsiteY1299" fmla="*/ 559308 h 676275"/>
                <a:gd name="connsiteX1300" fmla="*/ 202216 w 504825"/>
                <a:gd name="connsiteY1300" fmla="*/ 557784 h 676275"/>
                <a:gd name="connsiteX1301" fmla="*/ 202501 w 504825"/>
                <a:gd name="connsiteY1301" fmla="*/ 557022 h 676275"/>
                <a:gd name="connsiteX1302" fmla="*/ 202597 w 504825"/>
                <a:gd name="connsiteY1302" fmla="*/ 556260 h 676275"/>
                <a:gd name="connsiteX1303" fmla="*/ 202501 w 504825"/>
                <a:gd name="connsiteY1303" fmla="*/ 553212 h 676275"/>
                <a:gd name="connsiteX1304" fmla="*/ 202692 w 504825"/>
                <a:gd name="connsiteY1304" fmla="*/ 551497 h 676275"/>
                <a:gd name="connsiteX1305" fmla="*/ 202787 w 504825"/>
                <a:gd name="connsiteY1305" fmla="*/ 551307 h 676275"/>
                <a:gd name="connsiteX1306" fmla="*/ 202978 w 504825"/>
                <a:gd name="connsiteY1306" fmla="*/ 551117 h 676275"/>
                <a:gd name="connsiteX1307" fmla="*/ 203263 w 504825"/>
                <a:gd name="connsiteY1307" fmla="*/ 550926 h 676275"/>
                <a:gd name="connsiteX1308" fmla="*/ 204501 w 504825"/>
                <a:gd name="connsiteY1308" fmla="*/ 550450 h 676275"/>
                <a:gd name="connsiteX1309" fmla="*/ 207645 w 504825"/>
                <a:gd name="connsiteY1309" fmla="*/ 548068 h 676275"/>
                <a:gd name="connsiteX1310" fmla="*/ 207835 w 504825"/>
                <a:gd name="connsiteY1310" fmla="*/ 547973 h 676275"/>
                <a:gd name="connsiteX1311" fmla="*/ 208693 w 504825"/>
                <a:gd name="connsiteY1311" fmla="*/ 547688 h 676275"/>
                <a:gd name="connsiteX1312" fmla="*/ 211550 w 504825"/>
                <a:gd name="connsiteY1312" fmla="*/ 547592 h 676275"/>
                <a:gd name="connsiteX1313" fmla="*/ 213265 w 504825"/>
                <a:gd name="connsiteY1313" fmla="*/ 547021 h 676275"/>
                <a:gd name="connsiteX1314" fmla="*/ 213646 w 504825"/>
                <a:gd name="connsiteY1314" fmla="*/ 546735 h 676275"/>
                <a:gd name="connsiteX1315" fmla="*/ 213931 w 504825"/>
                <a:gd name="connsiteY1315" fmla="*/ 546640 h 676275"/>
                <a:gd name="connsiteX1316" fmla="*/ 214693 w 504825"/>
                <a:gd name="connsiteY1316" fmla="*/ 546449 h 676275"/>
                <a:gd name="connsiteX1317" fmla="*/ 215455 w 504825"/>
                <a:gd name="connsiteY1317" fmla="*/ 546449 h 676275"/>
                <a:gd name="connsiteX1318" fmla="*/ 216027 w 504825"/>
                <a:gd name="connsiteY1318" fmla="*/ 546545 h 676275"/>
                <a:gd name="connsiteX1319" fmla="*/ 216598 w 504825"/>
                <a:gd name="connsiteY1319" fmla="*/ 546735 h 676275"/>
                <a:gd name="connsiteX1320" fmla="*/ 219170 w 504825"/>
                <a:gd name="connsiteY1320" fmla="*/ 547878 h 676275"/>
                <a:gd name="connsiteX1321" fmla="*/ 219742 w 504825"/>
                <a:gd name="connsiteY1321" fmla="*/ 547973 h 676275"/>
                <a:gd name="connsiteX1322" fmla="*/ 220313 w 504825"/>
                <a:gd name="connsiteY1322" fmla="*/ 548068 h 676275"/>
                <a:gd name="connsiteX1323" fmla="*/ 220884 w 504825"/>
                <a:gd name="connsiteY1323" fmla="*/ 548068 h 676275"/>
                <a:gd name="connsiteX1324" fmla="*/ 221266 w 504825"/>
                <a:gd name="connsiteY1324" fmla="*/ 547973 h 676275"/>
                <a:gd name="connsiteX1325" fmla="*/ 221837 w 504825"/>
                <a:gd name="connsiteY1325" fmla="*/ 547783 h 676275"/>
                <a:gd name="connsiteX1326" fmla="*/ 222504 w 504825"/>
                <a:gd name="connsiteY1326" fmla="*/ 547497 h 676275"/>
                <a:gd name="connsiteX1327" fmla="*/ 222980 w 504825"/>
                <a:gd name="connsiteY1327" fmla="*/ 547211 h 676275"/>
                <a:gd name="connsiteX1328" fmla="*/ 224790 w 504825"/>
                <a:gd name="connsiteY1328" fmla="*/ 545211 h 676275"/>
                <a:gd name="connsiteX1329" fmla="*/ 224980 w 504825"/>
                <a:gd name="connsiteY1329" fmla="*/ 545116 h 676275"/>
                <a:gd name="connsiteX1330" fmla="*/ 225076 w 504825"/>
                <a:gd name="connsiteY1330" fmla="*/ 545021 h 676275"/>
                <a:gd name="connsiteX1331" fmla="*/ 225266 w 504825"/>
                <a:gd name="connsiteY1331" fmla="*/ 544830 h 676275"/>
                <a:gd name="connsiteX1332" fmla="*/ 225361 w 504825"/>
                <a:gd name="connsiteY1332" fmla="*/ 544544 h 676275"/>
                <a:gd name="connsiteX1333" fmla="*/ 225361 w 504825"/>
                <a:gd name="connsiteY1333" fmla="*/ 544068 h 676275"/>
                <a:gd name="connsiteX1334" fmla="*/ 225266 w 504825"/>
                <a:gd name="connsiteY1334" fmla="*/ 543020 h 676275"/>
                <a:gd name="connsiteX1335" fmla="*/ 225076 w 504825"/>
                <a:gd name="connsiteY1335" fmla="*/ 542354 h 676275"/>
                <a:gd name="connsiteX1336" fmla="*/ 224790 w 504825"/>
                <a:gd name="connsiteY1336" fmla="*/ 541782 h 676275"/>
                <a:gd name="connsiteX1337" fmla="*/ 224314 w 504825"/>
                <a:gd name="connsiteY1337" fmla="*/ 541496 h 676275"/>
                <a:gd name="connsiteX1338" fmla="*/ 223551 w 504825"/>
                <a:gd name="connsiteY1338" fmla="*/ 540830 h 676275"/>
                <a:gd name="connsiteX1339" fmla="*/ 223171 w 504825"/>
                <a:gd name="connsiteY1339" fmla="*/ 540449 h 676275"/>
                <a:gd name="connsiteX1340" fmla="*/ 222885 w 504825"/>
                <a:gd name="connsiteY1340" fmla="*/ 540068 h 676275"/>
                <a:gd name="connsiteX1341" fmla="*/ 222694 w 504825"/>
                <a:gd name="connsiteY1341" fmla="*/ 539591 h 676275"/>
                <a:gd name="connsiteX1342" fmla="*/ 222504 w 504825"/>
                <a:gd name="connsiteY1342" fmla="*/ 539020 h 676275"/>
                <a:gd name="connsiteX1343" fmla="*/ 222409 w 504825"/>
                <a:gd name="connsiteY1343" fmla="*/ 538448 h 676275"/>
                <a:gd name="connsiteX1344" fmla="*/ 222409 w 504825"/>
                <a:gd name="connsiteY1344" fmla="*/ 537115 h 676275"/>
                <a:gd name="connsiteX1345" fmla="*/ 222790 w 504825"/>
                <a:gd name="connsiteY1345" fmla="*/ 536258 h 676275"/>
                <a:gd name="connsiteX1346" fmla="*/ 223361 w 504825"/>
                <a:gd name="connsiteY1346" fmla="*/ 535305 h 676275"/>
                <a:gd name="connsiteX1347" fmla="*/ 225933 w 504825"/>
                <a:gd name="connsiteY1347" fmla="*/ 532162 h 676275"/>
                <a:gd name="connsiteX1348" fmla="*/ 226123 w 504825"/>
                <a:gd name="connsiteY1348" fmla="*/ 531686 h 676275"/>
                <a:gd name="connsiteX1349" fmla="*/ 226600 w 504825"/>
                <a:gd name="connsiteY1349" fmla="*/ 529971 h 676275"/>
                <a:gd name="connsiteX1350" fmla="*/ 226885 w 504825"/>
                <a:gd name="connsiteY1350" fmla="*/ 528638 h 676275"/>
                <a:gd name="connsiteX1351" fmla="*/ 227076 w 504825"/>
                <a:gd name="connsiteY1351" fmla="*/ 528161 h 676275"/>
                <a:gd name="connsiteX1352" fmla="*/ 227362 w 504825"/>
                <a:gd name="connsiteY1352" fmla="*/ 527780 h 676275"/>
                <a:gd name="connsiteX1353" fmla="*/ 228600 w 504825"/>
                <a:gd name="connsiteY1353" fmla="*/ 527018 h 676275"/>
                <a:gd name="connsiteX1354" fmla="*/ 228981 w 504825"/>
                <a:gd name="connsiteY1354" fmla="*/ 526542 h 676275"/>
                <a:gd name="connsiteX1355" fmla="*/ 229267 w 504825"/>
                <a:gd name="connsiteY1355" fmla="*/ 526066 h 676275"/>
                <a:gd name="connsiteX1356" fmla="*/ 230314 w 504825"/>
                <a:gd name="connsiteY1356" fmla="*/ 523399 h 676275"/>
                <a:gd name="connsiteX1357" fmla="*/ 230886 w 504825"/>
                <a:gd name="connsiteY1357" fmla="*/ 522637 h 676275"/>
                <a:gd name="connsiteX1358" fmla="*/ 232696 w 504825"/>
                <a:gd name="connsiteY1358" fmla="*/ 521017 h 676275"/>
                <a:gd name="connsiteX1359" fmla="*/ 234410 w 504825"/>
                <a:gd name="connsiteY1359" fmla="*/ 523399 h 676275"/>
                <a:gd name="connsiteX1360" fmla="*/ 234791 w 504825"/>
                <a:gd name="connsiteY1360" fmla="*/ 524828 h 676275"/>
                <a:gd name="connsiteX1361" fmla="*/ 234886 w 504825"/>
                <a:gd name="connsiteY1361" fmla="*/ 527495 h 676275"/>
                <a:gd name="connsiteX1362" fmla="*/ 235077 w 504825"/>
                <a:gd name="connsiteY1362" fmla="*/ 529876 h 676275"/>
                <a:gd name="connsiteX1363" fmla="*/ 235267 w 504825"/>
                <a:gd name="connsiteY1363" fmla="*/ 530733 h 676275"/>
                <a:gd name="connsiteX1364" fmla="*/ 235553 w 504825"/>
                <a:gd name="connsiteY1364" fmla="*/ 531590 h 676275"/>
                <a:gd name="connsiteX1365" fmla="*/ 236029 w 504825"/>
                <a:gd name="connsiteY1365" fmla="*/ 532447 h 676275"/>
                <a:gd name="connsiteX1366" fmla="*/ 236696 w 504825"/>
                <a:gd name="connsiteY1366" fmla="*/ 533400 h 676275"/>
                <a:gd name="connsiteX1367" fmla="*/ 237363 w 504825"/>
                <a:gd name="connsiteY1367" fmla="*/ 534638 h 676275"/>
                <a:gd name="connsiteX1368" fmla="*/ 237744 w 504825"/>
                <a:gd name="connsiteY1368" fmla="*/ 535019 h 676275"/>
                <a:gd name="connsiteX1369" fmla="*/ 238220 w 504825"/>
                <a:gd name="connsiteY1369" fmla="*/ 535210 h 676275"/>
                <a:gd name="connsiteX1370" fmla="*/ 238601 w 504825"/>
                <a:gd name="connsiteY1370" fmla="*/ 535019 h 676275"/>
                <a:gd name="connsiteX1371" fmla="*/ 238887 w 504825"/>
                <a:gd name="connsiteY1371" fmla="*/ 534638 h 676275"/>
                <a:gd name="connsiteX1372" fmla="*/ 239934 w 504825"/>
                <a:gd name="connsiteY1372" fmla="*/ 532638 h 676275"/>
                <a:gd name="connsiteX1373" fmla="*/ 240506 w 504825"/>
                <a:gd name="connsiteY1373" fmla="*/ 531971 h 676275"/>
                <a:gd name="connsiteX1374" fmla="*/ 240887 w 504825"/>
                <a:gd name="connsiteY1374" fmla="*/ 531590 h 676275"/>
                <a:gd name="connsiteX1375" fmla="*/ 242601 w 504825"/>
                <a:gd name="connsiteY1375" fmla="*/ 530447 h 676275"/>
                <a:gd name="connsiteX1376" fmla="*/ 243364 w 504825"/>
                <a:gd name="connsiteY1376" fmla="*/ 529780 h 676275"/>
                <a:gd name="connsiteX1377" fmla="*/ 244983 w 504825"/>
                <a:gd name="connsiteY1377" fmla="*/ 527780 h 676275"/>
                <a:gd name="connsiteX1378" fmla="*/ 246888 w 504825"/>
                <a:gd name="connsiteY1378" fmla="*/ 526256 h 676275"/>
                <a:gd name="connsiteX1379" fmla="*/ 247269 w 504825"/>
                <a:gd name="connsiteY1379" fmla="*/ 525875 h 676275"/>
                <a:gd name="connsiteX1380" fmla="*/ 248412 w 504825"/>
                <a:gd name="connsiteY1380" fmla="*/ 524066 h 676275"/>
                <a:gd name="connsiteX1381" fmla="*/ 248698 w 504825"/>
                <a:gd name="connsiteY1381" fmla="*/ 523684 h 676275"/>
                <a:gd name="connsiteX1382" fmla="*/ 249079 w 504825"/>
                <a:gd name="connsiteY1382" fmla="*/ 523304 h 676275"/>
                <a:gd name="connsiteX1383" fmla="*/ 250984 w 504825"/>
                <a:gd name="connsiteY1383" fmla="*/ 521970 h 676275"/>
                <a:gd name="connsiteX1384" fmla="*/ 252031 w 504825"/>
                <a:gd name="connsiteY1384" fmla="*/ 520827 h 676275"/>
                <a:gd name="connsiteX1385" fmla="*/ 253174 w 504825"/>
                <a:gd name="connsiteY1385" fmla="*/ 519113 h 676275"/>
                <a:gd name="connsiteX1386" fmla="*/ 254984 w 504825"/>
                <a:gd name="connsiteY1386" fmla="*/ 515779 h 676275"/>
                <a:gd name="connsiteX1387" fmla="*/ 255841 w 504825"/>
                <a:gd name="connsiteY1387" fmla="*/ 513588 h 676275"/>
                <a:gd name="connsiteX1388" fmla="*/ 256127 w 504825"/>
                <a:gd name="connsiteY1388" fmla="*/ 513112 h 676275"/>
                <a:gd name="connsiteX1389" fmla="*/ 256413 w 504825"/>
                <a:gd name="connsiteY1389" fmla="*/ 512636 h 676275"/>
                <a:gd name="connsiteX1390" fmla="*/ 257080 w 504825"/>
                <a:gd name="connsiteY1390" fmla="*/ 511874 h 676275"/>
                <a:gd name="connsiteX1391" fmla="*/ 261938 w 504825"/>
                <a:gd name="connsiteY1391" fmla="*/ 508540 h 676275"/>
                <a:gd name="connsiteX1392" fmla="*/ 262414 w 504825"/>
                <a:gd name="connsiteY1392" fmla="*/ 508063 h 676275"/>
                <a:gd name="connsiteX1393" fmla="*/ 262509 w 504825"/>
                <a:gd name="connsiteY1393" fmla="*/ 507968 h 676275"/>
                <a:gd name="connsiteX1394" fmla="*/ 262604 w 504825"/>
                <a:gd name="connsiteY1394" fmla="*/ 507873 h 676275"/>
                <a:gd name="connsiteX1395" fmla="*/ 262699 w 504825"/>
                <a:gd name="connsiteY1395" fmla="*/ 507587 h 676275"/>
                <a:gd name="connsiteX1396" fmla="*/ 264033 w 504825"/>
                <a:gd name="connsiteY1396" fmla="*/ 503015 h 676275"/>
                <a:gd name="connsiteX1397" fmla="*/ 264509 w 504825"/>
                <a:gd name="connsiteY1397" fmla="*/ 502063 h 676275"/>
                <a:gd name="connsiteX1398" fmla="*/ 264985 w 504825"/>
                <a:gd name="connsiteY1398" fmla="*/ 501396 h 676275"/>
                <a:gd name="connsiteX1399" fmla="*/ 265652 w 504825"/>
                <a:gd name="connsiteY1399" fmla="*/ 500634 h 676275"/>
                <a:gd name="connsiteX1400" fmla="*/ 266986 w 504825"/>
                <a:gd name="connsiteY1400" fmla="*/ 499491 h 676275"/>
                <a:gd name="connsiteX1401" fmla="*/ 267843 w 504825"/>
                <a:gd name="connsiteY1401" fmla="*/ 499015 h 676275"/>
                <a:gd name="connsiteX1402" fmla="*/ 268605 w 504825"/>
                <a:gd name="connsiteY1402" fmla="*/ 498824 h 676275"/>
                <a:gd name="connsiteX1403" fmla="*/ 269176 w 504825"/>
                <a:gd name="connsiteY1403" fmla="*/ 498920 h 676275"/>
                <a:gd name="connsiteX1404" fmla="*/ 270319 w 504825"/>
                <a:gd name="connsiteY1404" fmla="*/ 499300 h 676275"/>
                <a:gd name="connsiteX1405" fmla="*/ 271558 w 504825"/>
                <a:gd name="connsiteY1405" fmla="*/ 499491 h 676275"/>
                <a:gd name="connsiteX1406" fmla="*/ 274415 w 504825"/>
                <a:gd name="connsiteY1406" fmla="*/ 499205 h 676275"/>
                <a:gd name="connsiteX1407" fmla="*/ 278987 w 504825"/>
                <a:gd name="connsiteY1407" fmla="*/ 499300 h 676275"/>
                <a:gd name="connsiteX1408" fmla="*/ 281178 w 504825"/>
                <a:gd name="connsiteY1408" fmla="*/ 499015 h 676275"/>
                <a:gd name="connsiteX1409" fmla="*/ 282511 w 504825"/>
                <a:gd name="connsiteY1409" fmla="*/ 499205 h 676275"/>
                <a:gd name="connsiteX1410" fmla="*/ 284226 w 504825"/>
                <a:gd name="connsiteY1410" fmla="*/ 499682 h 676275"/>
                <a:gd name="connsiteX1411" fmla="*/ 286131 w 504825"/>
                <a:gd name="connsiteY1411" fmla="*/ 499491 h 676275"/>
                <a:gd name="connsiteX1412" fmla="*/ 290608 w 504825"/>
                <a:gd name="connsiteY1412" fmla="*/ 498538 h 676275"/>
                <a:gd name="connsiteX1413" fmla="*/ 292798 w 504825"/>
                <a:gd name="connsiteY1413" fmla="*/ 498634 h 676275"/>
                <a:gd name="connsiteX1414" fmla="*/ 294132 w 504825"/>
                <a:gd name="connsiteY1414" fmla="*/ 498824 h 676275"/>
                <a:gd name="connsiteX1415" fmla="*/ 298323 w 504825"/>
                <a:gd name="connsiteY1415" fmla="*/ 498538 h 676275"/>
                <a:gd name="connsiteX1416" fmla="*/ 300895 w 504825"/>
                <a:gd name="connsiteY1416" fmla="*/ 498824 h 676275"/>
                <a:gd name="connsiteX1417" fmla="*/ 303371 w 504825"/>
                <a:gd name="connsiteY1417" fmla="*/ 498729 h 676275"/>
                <a:gd name="connsiteX1418" fmla="*/ 309181 w 504825"/>
                <a:gd name="connsiteY1418" fmla="*/ 497776 h 676275"/>
                <a:gd name="connsiteX1419" fmla="*/ 310134 w 504825"/>
                <a:gd name="connsiteY1419" fmla="*/ 497776 h 676275"/>
                <a:gd name="connsiteX1420" fmla="*/ 313658 w 504825"/>
                <a:gd name="connsiteY1420" fmla="*/ 498443 h 676275"/>
                <a:gd name="connsiteX1421" fmla="*/ 314134 w 504825"/>
                <a:gd name="connsiteY1421" fmla="*/ 498634 h 676275"/>
                <a:gd name="connsiteX1422" fmla="*/ 314801 w 504825"/>
                <a:gd name="connsiteY1422" fmla="*/ 498824 h 676275"/>
                <a:gd name="connsiteX1423" fmla="*/ 315468 w 504825"/>
                <a:gd name="connsiteY1423" fmla="*/ 498824 h 676275"/>
                <a:gd name="connsiteX1424" fmla="*/ 316897 w 504825"/>
                <a:gd name="connsiteY1424" fmla="*/ 498729 h 676275"/>
                <a:gd name="connsiteX1425" fmla="*/ 317659 w 504825"/>
                <a:gd name="connsiteY1425" fmla="*/ 498538 h 676275"/>
                <a:gd name="connsiteX1426" fmla="*/ 318230 w 504825"/>
                <a:gd name="connsiteY1426" fmla="*/ 498253 h 676275"/>
                <a:gd name="connsiteX1427" fmla="*/ 319278 w 504825"/>
                <a:gd name="connsiteY1427" fmla="*/ 497110 h 676275"/>
                <a:gd name="connsiteX1428" fmla="*/ 319849 w 504825"/>
                <a:gd name="connsiteY1428" fmla="*/ 496253 h 676275"/>
                <a:gd name="connsiteX1429" fmla="*/ 321088 w 504825"/>
                <a:gd name="connsiteY1429" fmla="*/ 493776 h 676275"/>
                <a:gd name="connsiteX1430" fmla="*/ 321278 w 504825"/>
                <a:gd name="connsiteY1430" fmla="*/ 493205 h 676275"/>
                <a:gd name="connsiteX1431" fmla="*/ 321469 w 504825"/>
                <a:gd name="connsiteY1431" fmla="*/ 492728 h 676275"/>
                <a:gd name="connsiteX1432" fmla="*/ 321755 w 504825"/>
                <a:gd name="connsiteY1432" fmla="*/ 492252 h 676275"/>
                <a:gd name="connsiteX1433" fmla="*/ 323755 w 504825"/>
                <a:gd name="connsiteY1433" fmla="*/ 489871 h 676275"/>
                <a:gd name="connsiteX1434" fmla="*/ 324231 w 504825"/>
                <a:gd name="connsiteY1434" fmla="*/ 488918 h 676275"/>
                <a:gd name="connsiteX1435" fmla="*/ 324517 w 504825"/>
                <a:gd name="connsiteY1435" fmla="*/ 487966 h 676275"/>
                <a:gd name="connsiteX1436" fmla="*/ 324993 w 504825"/>
                <a:gd name="connsiteY1436" fmla="*/ 485870 h 676275"/>
                <a:gd name="connsiteX1437" fmla="*/ 325659 w 504825"/>
                <a:gd name="connsiteY1437" fmla="*/ 484251 h 676275"/>
                <a:gd name="connsiteX1438" fmla="*/ 326422 w 504825"/>
                <a:gd name="connsiteY1438" fmla="*/ 482917 h 676275"/>
                <a:gd name="connsiteX1439" fmla="*/ 327184 w 504825"/>
                <a:gd name="connsiteY1439" fmla="*/ 481298 h 676275"/>
                <a:gd name="connsiteX1440" fmla="*/ 330041 w 504825"/>
                <a:gd name="connsiteY1440" fmla="*/ 477869 h 676275"/>
                <a:gd name="connsiteX1441" fmla="*/ 331470 w 504825"/>
                <a:gd name="connsiteY1441" fmla="*/ 477012 h 676275"/>
                <a:gd name="connsiteX1442" fmla="*/ 334042 w 504825"/>
                <a:gd name="connsiteY1442" fmla="*/ 476917 h 676275"/>
                <a:gd name="connsiteX1443" fmla="*/ 339566 w 504825"/>
                <a:gd name="connsiteY1443" fmla="*/ 475393 h 676275"/>
                <a:gd name="connsiteX1444" fmla="*/ 340328 w 504825"/>
                <a:gd name="connsiteY1444" fmla="*/ 474917 h 676275"/>
                <a:gd name="connsiteX1445" fmla="*/ 340900 w 504825"/>
                <a:gd name="connsiteY1445" fmla="*/ 474440 h 676275"/>
                <a:gd name="connsiteX1446" fmla="*/ 341376 w 504825"/>
                <a:gd name="connsiteY1446" fmla="*/ 473678 h 676275"/>
                <a:gd name="connsiteX1447" fmla="*/ 342043 w 504825"/>
                <a:gd name="connsiteY1447" fmla="*/ 472821 h 676275"/>
                <a:gd name="connsiteX1448" fmla="*/ 344900 w 504825"/>
                <a:gd name="connsiteY1448" fmla="*/ 469868 h 676275"/>
                <a:gd name="connsiteX1449" fmla="*/ 345281 w 504825"/>
                <a:gd name="connsiteY1449" fmla="*/ 469201 h 676275"/>
                <a:gd name="connsiteX1450" fmla="*/ 345662 w 504825"/>
                <a:gd name="connsiteY1450" fmla="*/ 468344 h 676275"/>
                <a:gd name="connsiteX1451" fmla="*/ 346519 w 504825"/>
                <a:gd name="connsiteY1451" fmla="*/ 467011 h 676275"/>
                <a:gd name="connsiteX1452" fmla="*/ 346900 w 504825"/>
                <a:gd name="connsiteY1452" fmla="*/ 466249 h 676275"/>
                <a:gd name="connsiteX1453" fmla="*/ 346996 w 504825"/>
                <a:gd name="connsiteY1453" fmla="*/ 465677 h 676275"/>
                <a:gd name="connsiteX1454" fmla="*/ 346900 w 504825"/>
                <a:gd name="connsiteY1454" fmla="*/ 465296 h 676275"/>
                <a:gd name="connsiteX1455" fmla="*/ 346424 w 504825"/>
                <a:gd name="connsiteY1455" fmla="*/ 464534 h 676275"/>
                <a:gd name="connsiteX1456" fmla="*/ 346234 w 504825"/>
                <a:gd name="connsiteY1456" fmla="*/ 464058 h 676275"/>
                <a:gd name="connsiteX1457" fmla="*/ 346043 w 504825"/>
                <a:gd name="connsiteY1457" fmla="*/ 463582 h 676275"/>
                <a:gd name="connsiteX1458" fmla="*/ 346043 w 504825"/>
                <a:gd name="connsiteY1458" fmla="*/ 462343 h 676275"/>
                <a:gd name="connsiteX1459" fmla="*/ 346138 w 504825"/>
                <a:gd name="connsiteY1459" fmla="*/ 460724 h 676275"/>
                <a:gd name="connsiteX1460" fmla="*/ 346329 w 504825"/>
                <a:gd name="connsiteY1460" fmla="*/ 459867 h 676275"/>
                <a:gd name="connsiteX1461" fmla="*/ 346710 w 504825"/>
                <a:gd name="connsiteY1461" fmla="*/ 459010 h 676275"/>
                <a:gd name="connsiteX1462" fmla="*/ 347376 w 504825"/>
                <a:gd name="connsiteY1462" fmla="*/ 457867 h 676275"/>
                <a:gd name="connsiteX1463" fmla="*/ 347948 w 504825"/>
                <a:gd name="connsiteY1463" fmla="*/ 457391 h 676275"/>
                <a:gd name="connsiteX1464" fmla="*/ 348615 w 504825"/>
                <a:gd name="connsiteY1464" fmla="*/ 457009 h 676275"/>
                <a:gd name="connsiteX1465" fmla="*/ 349186 w 504825"/>
                <a:gd name="connsiteY1465" fmla="*/ 456914 h 676275"/>
                <a:gd name="connsiteX1466" fmla="*/ 350901 w 504825"/>
                <a:gd name="connsiteY1466" fmla="*/ 456247 h 676275"/>
                <a:gd name="connsiteX1467" fmla="*/ 351758 w 504825"/>
                <a:gd name="connsiteY1467" fmla="*/ 455581 h 676275"/>
                <a:gd name="connsiteX1468" fmla="*/ 349091 w 504825"/>
                <a:gd name="connsiteY1468" fmla="*/ 453200 h 676275"/>
                <a:gd name="connsiteX1469" fmla="*/ 342043 w 504825"/>
                <a:gd name="connsiteY1469" fmla="*/ 444627 h 676275"/>
                <a:gd name="connsiteX1470" fmla="*/ 338233 w 504825"/>
                <a:gd name="connsiteY1470" fmla="*/ 437769 h 676275"/>
                <a:gd name="connsiteX1471" fmla="*/ 331184 w 504825"/>
                <a:gd name="connsiteY1471" fmla="*/ 423672 h 676275"/>
                <a:gd name="connsiteX1472" fmla="*/ 330041 w 504825"/>
                <a:gd name="connsiteY1472" fmla="*/ 420814 h 676275"/>
                <a:gd name="connsiteX1473" fmla="*/ 328231 w 504825"/>
                <a:gd name="connsiteY1473" fmla="*/ 419957 h 676275"/>
                <a:gd name="connsiteX1474" fmla="*/ 320230 w 504825"/>
                <a:gd name="connsiteY1474" fmla="*/ 421862 h 676275"/>
                <a:gd name="connsiteX1475" fmla="*/ 317468 w 504825"/>
                <a:gd name="connsiteY1475" fmla="*/ 423005 h 676275"/>
                <a:gd name="connsiteX1476" fmla="*/ 306514 w 504825"/>
                <a:gd name="connsiteY1476" fmla="*/ 426244 h 676275"/>
                <a:gd name="connsiteX1477" fmla="*/ 305276 w 504825"/>
                <a:gd name="connsiteY1477" fmla="*/ 426053 h 676275"/>
                <a:gd name="connsiteX1478" fmla="*/ 304705 w 504825"/>
                <a:gd name="connsiteY1478" fmla="*/ 425863 h 676275"/>
                <a:gd name="connsiteX1479" fmla="*/ 304228 w 504825"/>
                <a:gd name="connsiteY1479" fmla="*/ 425577 h 676275"/>
                <a:gd name="connsiteX1480" fmla="*/ 303752 w 504825"/>
                <a:gd name="connsiteY1480" fmla="*/ 425291 h 676275"/>
                <a:gd name="connsiteX1481" fmla="*/ 302990 w 504825"/>
                <a:gd name="connsiteY1481" fmla="*/ 424625 h 676275"/>
                <a:gd name="connsiteX1482" fmla="*/ 302705 w 504825"/>
                <a:gd name="connsiteY1482" fmla="*/ 424243 h 676275"/>
                <a:gd name="connsiteX1483" fmla="*/ 302419 w 504825"/>
                <a:gd name="connsiteY1483" fmla="*/ 423767 h 676275"/>
                <a:gd name="connsiteX1484" fmla="*/ 301942 w 504825"/>
                <a:gd name="connsiteY1484" fmla="*/ 422815 h 676275"/>
                <a:gd name="connsiteX1485" fmla="*/ 301752 w 504825"/>
                <a:gd name="connsiteY1485" fmla="*/ 422338 h 676275"/>
                <a:gd name="connsiteX1486" fmla="*/ 299847 w 504825"/>
                <a:gd name="connsiteY1486" fmla="*/ 421576 h 676275"/>
                <a:gd name="connsiteX1487" fmla="*/ 292322 w 504825"/>
                <a:gd name="connsiteY1487" fmla="*/ 421005 h 676275"/>
                <a:gd name="connsiteX1488" fmla="*/ 290513 w 504825"/>
                <a:gd name="connsiteY1488" fmla="*/ 419767 h 676275"/>
                <a:gd name="connsiteX1489" fmla="*/ 289941 w 504825"/>
                <a:gd name="connsiteY1489" fmla="*/ 418719 h 676275"/>
                <a:gd name="connsiteX1490" fmla="*/ 288893 w 504825"/>
                <a:gd name="connsiteY1490" fmla="*/ 413004 h 676275"/>
                <a:gd name="connsiteX1491" fmla="*/ 288512 w 504825"/>
                <a:gd name="connsiteY1491" fmla="*/ 412242 h 676275"/>
                <a:gd name="connsiteX1492" fmla="*/ 288131 w 504825"/>
                <a:gd name="connsiteY1492" fmla="*/ 411671 h 676275"/>
                <a:gd name="connsiteX1493" fmla="*/ 287559 w 504825"/>
                <a:gd name="connsiteY1493" fmla="*/ 411289 h 676275"/>
                <a:gd name="connsiteX1494" fmla="*/ 286988 w 504825"/>
                <a:gd name="connsiteY1494" fmla="*/ 411194 h 676275"/>
                <a:gd name="connsiteX1495" fmla="*/ 286417 w 504825"/>
                <a:gd name="connsiteY1495" fmla="*/ 411194 h 676275"/>
                <a:gd name="connsiteX1496" fmla="*/ 279559 w 504825"/>
                <a:gd name="connsiteY1496" fmla="*/ 413004 h 676275"/>
                <a:gd name="connsiteX1497" fmla="*/ 278797 w 504825"/>
                <a:gd name="connsiteY1497" fmla="*/ 413099 h 676275"/>
                <a:gd name="connsiteX1498" fmla="*/ 277939 w 504825"/>
                <a:gd name="connsiteY1498" fmla="*/ 413099 h 676275"/>
                <a:gd name="connsiteX1499" fmla="*/ 276606 w 504825"/>
                <a:gd name="connsiteY1499" fmla="*/ 412813 h 676275"/>
                <a:gd name="connsiteX1500" fmla="*/ 275844 w 504825"/>
                <a:gd name="connsiteY1500" fmla="*/ 412528 h 676275"/>
                <a:gd name="connsiteX1501" fmla="*/ 275272 w 504825"/>
                <a:gd name="connsiteY1501" fmla="*/ 412147 h 676275"/>
                <a:gd name="connsiteX1502" fmla="*/ 274987 w 504825"/>
                <a:gd name="connsiteY1502" fmla="*/ 411766 h 676275"/>
                <a:gd name="connsiteX1503" fmla="*/ 274606 w 504825"/>
                <a:gd name="connsiteY1503" fmla="*/ 411194 h 676275"/>
                <a:gd name="connsiteX1504" fmla="*/ 273463 w 504825"/>
                <a:gd name="connsiteY1504" fmla="*/ 408813 h 676275"/>
                <a:gd name="connsiteX1505" fmla="*/ 272986 w 504825"/>
                <a:gd name="connsiteY1505" fmla="*/ 408051 h 676275"/>
                <a:gd name="connsiteX1506" fmla="*/ 272129 w 504825"/>
                <a:gd name="connsiteY1506" fmla="*/ 407384 h 676275"/>
                <a:gd name="connsiteX1507" fmla="*/ 271272 w 504825"/>
                <a:gd name="connsiteY1507" fmla="*/ 406908 h 676275"/>
                <a:gd name="connsiteX1508" fmla="*/ 269462 w 504825"/>
                <a:gd name="connsiteY1508" fmla="*/ 406432 h 676275"/>
                <a:gd name="connsiteX1509" fmla="*/ 266700 w 504825"/>
                <a:gd name="connsiteY1509" fmla="*/ 405479 h 676275"/>
                <a:gd name="connsiteX1510" fmla="*/ 265081 w 504825"/>
                <a:gd name="connsiteY1510" fmla="*/ 404432 h 676275"/>
                <a:gd name="connsiteX1511" fmla="*/ 263938 w 504825"/>
                <a:gd name="connsiteY1511" fmla="*/ 403193 h 676275"/>
                <a:gd name="connsiteX1512" fmla="*/ 262795 w 504825"/>
                <a:gd name="connsiteY1512" fmla="*/ 401574 h 676275"/>
                <a:gd name="connsiteX1513" fmla="*/ 261747 w 504825"/>
                <a:gd name="connsiteY1513" fmla="*/ 399764 h 676275"/>
                <a:gd name="connsiteX1514" fmla="*/ 260890 w 504825"/>
                <a:gd name="connsiteY1514" fmla="*/ 397764 h 676275"/>
                <a:gd name="connsiteX1515" fmla="*/ 259842 w 504825"/>
                <a:gd name="connsiteY1515" fmla="*/ 394240 h 676275"/>
                <a:gd name="connsiteX1516" fmla="*/ 259461 w 504825"/>
                <a:gd name="connsiteY1516" fmla="*/ 392049 h 676275"/>
                <a:gd name="connsiteX1517" fmla="*/ 259270 w 504825"/>
                <a:gd name="connsiteY1517" fmla="*/ 390049 h 676275"/>
                <a:gd name="connsiteX1518" fmla="*/ 259366 w 504825"/>
                <a:gd name="connsiteY1518" fmla="*/ 386334 h 676275"/>
                <a:gd name="connsiteX1519" fmla="*/ 259842 w 504825"/>
                <a:gd name="connsiteY1519" fmla="*/ 383762 h 676275"/>
                <a:gd name="connsiteX1520" fmla="*/ 260032 w 504825"/>
                <a:gd name="connsiteY1520" fmla="*/ 383191 h 676275"/>
                <a:gd name="connsiteX1521" fmla="*/ 260413 w 504825"/>
                <a:gd name="connsiteY1521" fmla="*/ 382143 h 676275"/>
                <a:gd name="connsiteX1522" fmla="*/ 260604 w 504825"/>
                <a:gd name="connsiteY1522" fmla="*/ 381762 h 676275"/>
                <a:gd name="connsiteX1523" fmla="*/ 260794 w 504825"/>
                <a:gd name="connsiteY1523" fmla="*/ 381476 h 676275"/>
                <a:gd name="connsiteX1524" fmla="*/ 261747 w 504825"/>
                <a:gd name="connsiteY1524" fmla="*/ 380333 h 676275"/>
                <a:gd name="connsiteX1525" fmla="*/ 276130 w 504825"/>
                <a:gd name="connsiteY1525" fmla="*/ 370999 h 676275"/>
                <a:gd name="connsiteX1526" fmla="*/ 276511 w 504825"/>
                <a:gd name="connsiteY1526" fmla="*/ 370618 h 676275"/>
                <a:gd name="connsiteX1527" fmla="*/ 276892 w 504825"/>
                <a:gd name="connsiteY1527" fmla="*/ 370237 h 676275"/>
                <a:gd name="connsiteX1528" fmla="*/ 277177 w 504825"/>
                <a:gd name="connsiteY1528" fmla="*/ 369665 h 676275"/>
                <a:gd name="connsiteX1529" fmla="*/ 277463 w 504825"/>
                <a:gd name="connsiteY1529" fmla="*/ 368903 h 676275"/>
                <a:gd name="connsiteX1530" fmla="*/ 277558 w 504825"/>
                <a:gd name="connsiteY1530" fmla="*/ 368237 h 676275"/>
                <a:gd name="connsiteX1531" fmla="*/ 277558 w 504825"/>
                <a:gd name="connsiteY1531" fmla="*/ 367570 h 676275"/>
                <a:gd name="connsiteX1532" fmla="*/ 277463 w 504825"/>
                <a:gd name="connsiteY1532" fmla="*/ 366998 h 676275"/>
                <a:gd name="connsiteX1533" fmla="*/ 277368 w 504825"/>
                <a:gd name="connsiteY1533" fmla="*/ 366427 h 676275"/>
                <a:gd name="connsiteX1534" fmla="*/ 277177 w 504825"/>
                <a:gd name="connsiteY1534" fmla="*/ 365950 h 676275"/>
                <a:gd name="connsiteX1535" fmla="*/ 276987 w 504825"/>
                <a:gd name="connsiteY1535" fmla="*/ 365474 h 676275"/>
                <a:gd name="connsiteX1536" fmla="*/ 276701 w 504825"/>
                <a:gd name="connsiteY1536" fmla="*/ 365093 h 676275"/>
                <a:gd name="connsiteX1537" fmla="*/ 276320 w 504825"/>
                <a:gd name="connsiteY1537" fmla="*/ 364712 h 676275"/>
                <a:gd name="connsiteX1538" fmla="*/ 275368 w 504825"/>
                <a:gd name="connsiteY1538" fmla="*/ 364236 h 676275"/>
                <a:gd name="connsiteX1539" fmla="*/ 273748 w 504825"/>
                <a:gd name="connsiteY1539" fmla="*/ 363664 h 676275"/>
                <a:gd name="connsiteX1540" fmla="*/ 273367 w 504825"/>
                <a:gd name="connsiteY1540" fmla="*/ 363474 h 676275"/>
                <a:gd name="connsiteX1541" fmla="*/ 273082 w 504825"/>
                <a:gd name="connsiteY1541" fmla="*/ 363284 h 676275"/>
                <a:gd name="connsiteX1542" fmla="*/ 272796 w 504825"/>
                <a:gd name="connsiteY1542" fmla="*/ 362998 h 676275"/>
                <a:gd name="connsiteX1543" fmla="*/ 272510 w 504825"/>
                <a:gd name="connsiteY1543" fmla="*/ 362712 h 676275"/>
                <a:gd name="connsiteX1544" fmla="*/ 272224 w 504825"/>
                <a:gd name="connsiteY1544" fmla="*/ 362331 h 676275"/>
                <a:gd name="connsiteX1545" fmla="*/ 271939 w 504825"/>
                <a:gd name="connsiteY1545" fmla="*/ 361950 h 676275"/>
                <a:gd name="connsiteX1546" fmla="*/ 271748 w 504825"/>
                <a:gd name="connsiteY1546" fmla="*/ 361474 h 676275"/>
                <a:gd name="connsiteX1547" fmla="*/ 271558 w 504825"/>
                <a:gd name="connsiteY1547" fmla="*/ 360997 h 676275"/>
                <a:gd name="connsiteX1548" fmla="*/ 271176 w 504825"/>
                <a:gd name="connsiteY1548" fmla="*/ 359283 h 676275"/>
                <a:gd name="connsiteX1549" fmla="*/ 271081 w 504825"/>
                <a:gd name="connsiteY1549" fmla="*/ 358045 h 676275"/>
                <a:gd name="connsiteX1550" fmla="*/ 271176 w 504825"/>
                <a:gd name="connsiteY1550" fmla="*/ 356807 h 676275"/>
                <a:gd name="connsiteX1551" fmla="*/ 272605 w 504825"/>
                <a:gd name="connsiteY1551" fmla="*/ 349567 h 676275"/>
                <a:gd name="connsiteX1552" fmla="*/ 273272 w 504825"/>
                <a:gd name="connsiteY1552" fmla="*/ 346424 h 676275"/>
                <a:gd name="connsiteX1553" fmla="*/ 273272 w 504825"/>
                <a:gd name="connsiteY1553" fmla="*/ 345281 h 676275"/>
                <a:gd name="connsiteX1554" fmla="*/ 273082 w 504825"/>
                <a:gd name="connsiteY1554" fmla="*/ 344900 h 676275"/>
                <a:gd name="connsiteX1555" fmla="*/ 272034 w 504825"/>
                <a:gd name="connsiteY1555" fmla="*/ 343376 h 676275"/>
                <a:gd name="connsiteX1556" fmla="*/ 271463 w 504825"/>
                <a:gd name="connsiteY1556" fmla="*/ 342043 h 676275"/>
                <a:gd name="connsiteX1557" fmla="*/ 271272 w 504825"/>
                <a:gd name="connsiteY1557" fmla="*/ 340900 h 676275"/>
                <a:gd name="connsiteX1558" fmla="*/ 271176 w 504825"/>
                <a:gd name="connsiteY1558" fmla="*/ 339280 h 676275"/>
                <a:gd name="connsiteX1559" fmla="*/ 270986 w 504825"/>
                <a:gd name="connsiteY1559" fmla="*/ 338423 h 676275"/>
                <a:gd name="connsiteX1560" fmla="*/ 270796 w 504825"/>
                <a:gd name="connsiteY1560" fmla="*/ 337757 h 676275"/>
                <a:gd name="connsiteX1561" fmla="*/ 270129 w 504825"/>
                <a:gd name="connsiteY1561" fmla="*/ 336518 h 676275"/>
                <a:gd name="connsiteX1562" fmla="*/ 268795 w 504825"/>
                <a:gd name="connsiteY1562" fmla="*/ 332994 h 676275"/>
                <a:gd name="connsiteX1563" fmla="*/ 268414 w 504825"/>
                <a:gd name="connsiteY1563" fmla="*/ 331756 h 676275"/>
                <a:gd name="connsiteX1564" fmla="*/ 268224 w 504825"/>
                <a:gd name="connsiteY1564" fmla="*/ 330803 h 676275"/>
                <a:gd name="connsiteX1565" fmla="*/ 267843 w 504825"/>
                <a:gd name="connsiteY1565" fmla="*/ 324707 h 676275"/>
                <a:gd name="connsiteX1566" fmla="*/ 267938 w 504825"/>
                <a:gd name="connsiteY1566" fmla="*/ 322612 h 676275"/>
                <a:gd name="connsiteX1567" fmla="*/ 268414 w 504825"/>
                <a:gd name="connsiteY1567" fmla="*/ 319564 h 676275"/>
                <a:gd name="connsiteX1568" fmla="*/ 259080 w 504825"/>
                <a:gd name="connsiteY1568" fmla="*/ 319468 h 676275"/>
                <a:gd name="connsiteX1569" fmla="*/ 255175 w 504825"/>
                <a:gd name="connsiteY1569" fmla="*/ 318611 h 676275"/>
                <a:gd name="connsiteX1570" fmla="*/ 254127 w 504825"/>
                <a:gd name="connsiteY1570" fmla="*/ 318516 h 676275"/>
                <a:gd name="connsiteX1571" fmla="*/ 253365 w 504825"/>
                <a:gd name="connsiteY1571" fmla="*/ 318611 h 676275"/>
                <a:gd name="connsiteX1572" fmla="*/ 250126 w 504825"/>
                <a:gd name="connsiteY1572" fmla="*/ 320040 h 676275"/>
                <a:gd name="connsiteX1573" fmla="*/ 249650 w 504825"/>
                <a:gd name="connsiteY1573" fmla="*/ 320326 h 676275"/>
                <a:gd name="connsiteX1574" fmla="*/ 249174 w 504825"/>
                <a:gd name="connsiteY1574" fmla="*/ 320897 h 676275"/>
                <a:gd name="connsiteX1575" fmla="*/ 248888 w 504825"/>
                <a:gd name="connsiteY1575" fmla="*/ 321278 h 676275"/>
                <a:gd name="connsiteX1576" fmla="*/ 248698 w 504825"/>
                <a:gd name="connsiteY1576" fmla="*/ 321659 h 676275"/>
                <a:gd name="connsiteX1577" fmla="*/ 248412 w 504825"/>
                <a:gd name="connsiteY1577" fmla="*/ 323183 h 676275"/>
                <a:gd name="connsiteX1578" fmla="*/ 247936 w 504825"/>
                <a:gd name="connsiteY1578" fmla="*/ 323755 h 676275"/>
                <a:gd name="connsiteX1579" fmla="*/ 247078 w 504825"/>
                <a:gd name="connsiteY1579" fmla="*/ 324326 h 676275"/>
                <a:gd name="connsiteX1580" fmla="*/ 244316 w 504825"/>
                <a:gd name="connsiteY1580" fmla="*/ 324707 h 676275"/>
                <a:gd name="connsiteX1581" fmla="*/ 240411 w 504825"/>
                <a:gd name="connsiteY1581" fmla="*/ 326803 h 676275"/>
                <a:gd name="connsiteX1582" fmla="*/ 239649 w 504825"/>
                <a:gd name="connsiteY1582" fmla="*/ 327374 h 676275"/>
                <a:gd name="connsiteX1583" fmla="*/ 239173 w 504825"/>
                <a:gd name="connsiteY1583" fmla="*/ 327946 h 676275"/>
                <a:gd name="connsiteX1584" fmla="*/ 238982 w 504825"/>
                <a:gd name="connsiteY1584" fmla="*/ 328517 h 676275"/>
                <a:gd name="connsiteX1585" fmla="*/ 238887 w 504825"/>
                <a:gd name="connsiteY1585" fmla="*/ 329089 h 676275"/>
                <a:gd name="connsiteX1586" fmla="*/ 238982 w 504825"/>
                <a:gd name="connsiteY1586" fmla="*/ 329565 h 676275"/>
                <a:gd name="connsiteX1587" fmla="*/ 239173 w 504825"/>
                <a:gd name="connsiteY1587" fmla="*/ 329946 h 676275"/>
                <a:gd name="connsiteX1588" fmla="*/ 239363 w 504825"/>
                <a:gd name="connsiteY1588" fmla="*/ 330137 h 676275"/>
                <a:gd name="connsiteX1589" fmla="*/ 239458 w 504825"/>
                <a:gd name="connsiteY1589" fmla="*/ 330232 h 676275"/>
                <a:gd name="connsiteX1590" fmla="*/ 241459 w 504825"/>
                <a:gd name="connsiteY1590" fmla="*/ 331661 h 676275"/>
                <a:gd name="connsiteX1591" fmla="*/ 241744 w 504825"/>
                <a:gd name="connsiteY1591" fmla="*/ 332042 h 676275"/>
                <a:gd name="connsiteX1592" fmla="*/ 241935 w 504825"/>
                <a:gd name="connsiteY1592" fmla="*/ 332518 h 676275"/>
                <a:gd name="connsiteX1593" fmla="*/ 242030 w 504825"/>
                <a:gd name="connsiteY1593" fmla="*/ 333184 h 676275"/>
                <a:gd name="connsiteX1594" fmla="*/ 241935 w 504825"/>
                <a:gd name="connsiteY1594" fmla="*/ 333756 h 676275"/>
                <a:gd name="connsiteX1595" fmla="*/ 241840 w 504825"/>
                <a:gd name="connsiteY1595" fmla="*/ 334328 h 676275"/>
                <a:gd name="connsiteX1596" fmla="*/ 241554 w 504825"/>
                <a:gd name="connsiteY1596" fmla="*/ 334994 h 676275"/>
                <a:gd name="connsiteX1597" fmla="*/ 240601 w 504825"/>
                <a:gd name="connsiteY1597" fmla="*/ 335661 h 676275"/>
                <a:gd name="connsiteX1598" fmla="*/ 239458 w 504825"/>
                <a:gd name="connsiteY1598" fmla="*/ 336137 h 676275"/>
                <a:gd name="connsiteX1599" fmla="*/ 237649 w 504825"/>
                <a:gd name="connsiteY1599" fmla="*/ 336328 h 676275"/>
                <a:gd name="connsiteX1600" fmla="*/ 235744 w 504825"/>
                <a:gd name="connsiteY1600" fmla="*/ 336137 h 676275"/>
                <a:gd name="connsiteX1601" fmla="*/ 231648 w 504825"/>
                <a:gd name="connsiteY1601" fmla="*/ 334994 h 676275"/>
                <a:gd name="connsiteX1602" fmla="*/ 230219 w 504825"/>
                <a:gd name="connsiteY1602" fmla="*/ 334232 h 676275"/>
                <a:gd name="connsiteX1603" fmla="*/ 224790 w 504825"/>
                <a:gd name="connsiteY1603" fmla="*/ 329565 h 676275"/>
                <a:gd name="connsiteX1604" fmla="*/ 222790 w 504825"/>
                <a:gd name="connsiteY1604" fmla="*/ 326517 h 676275"/>
                <a:gd name="connsiteX1605" fmla="*/ 221647 w 504825"/>
                <a:gd name="connsiteY1605" fmla="*/ 322802 h 676275"/>
                <a:gd name="connsiteX1606" fmla="*/ 220980 w 504825"/>
                <a:gd name="connsiteY1606" fmla="*/ 322517 h 676275"/>
                <a:gd name="connsiteX1607" fmla="*/ 220504 w 504825"/>
                <a:gd name="connsiteY1607" fmla="*/ 322231 h 676275"/>
                <a:gd name="connsiteX1608" fmla="*/ 219646 w 504825"/>
                <a:gd name="connsiteY1608" fmla="*/ 322136 h 676275"/>
                <a:gd name="connsiteX1609" fmla="*/ 217741 w 504825"/>
                <a:gd name="connsiteY1609" fmla="*/ 322231 h 676275"/>
                <a:gd name="connsiteX1610" fmla="*/ 213646 w 504825"/>
                <a:gd name="connsiteY1610" fmla="*/ 323659 h 676275"/>
                <a:gd name="connsiteX1611" fmla="*/ 213074 w 504825"/>
                <a:gd name="connsiteY1611" fmla="*/ 323755 h 676275"/>
                <a:gd name="connsiteX1612" fmla="*/ 211169 w 504825"/>
                <a:gd name="connsiteY1612" fmla="*/ 323469 h 676275"/>
                <a:gd name="connsiteX1613" fmla="*/ 210598 w 504825"/>
                <a:gd name="connsiteY1613" fmla="*/ 323469 h 676275"/>
                <a:gd name="connsiteX1614" fmla="*/ 206216 w 504825"/>
                <a:gd name="connsiteY1614" fmla="*/ 324421 h 676275"/>
                <a:gd name="connsiteX1615" fmla="*/ 205645 w 504825"/>
                <a:gd name="connsiteY1615" fmla="*/ 324421 h 676275"/>
                <a:gd name="connsiteX1616" fmla="*/ 204883 w 504825"/>
                <a:gd name="connsiteY1616" fmla="*/ 324326 h 676275"/>
                <a:gd name="connsiteX1617" fmla="*/ 201454 w 504825"/>
                <a:gd name="connsiteY1617" fmla="*/ 322707 h 676275"/>
                <a:gd name="connsiteX1618" fmla="*/ 200501 w 504825"/>
                <a:gd name="connsiteY1618" fmla="*/ 322517 h 676275"/>
                <a:gd name="connsiteX1619" fmla="*/ 199930 w 504825"/>
                <a:gd name="connsiteY1619" fmla="*/ 322517 h 676275"/>
                <a:gd name="connsiteX1620" fmla="*/ 199358 w 504825"/>
                <a:gd name="connsiteY1620" fmla="*/ 322612 h 676275"/>
                <a:gd name="connsiteX1621" fmla="*/ 198406 w 504825"/>
                <a:gd name="connsiteY1621" fmla="*/ 322993 h 676275"/>
                <a:gd name="connsiteX1622" fmla="*/ 196882 w 504825"/>
                <a:gd name="connsiteY1622" fmla="*/ 323183 h 676275"/>
                <a:gd name="connsiteX1623" fmla="*/ 196596 w 504825"/>
                <a:gd name="connsiteY1623" fmla="*/ 323279 h 676275"/>
                <a:gd name="connsiteX1624" fmla="*/ 196215 w 504825"/>
                <a:gd name="connsiteY1624" fmla="*/ 323564 h 676275"/>
                <a:gd name="connsiteX1625" fmla="*/ 195643 w 504825"/>
                <a:gd name="connsiteY1625" fmla="*/ 324231 h 676275"/>
                <a:gd name="connsiteX1626" fmla="*/ 195358 w 504825"/>
                <a:gd name="connsiteY1626" fmla="*/ 324421 h 676275"/>
                <a:gd name="connsiteX1627" fmla="*/ 194976 w 504825"/>
                <a:gd name="connsiteY1627" fmla="*/ 324612 h 676275"/>
                <a:gd name="connsiteX1628" fmla="*/ 194500 w 504825"/>
                <a:gd name="connsiteY1628" fmla="*/ 324707 h 676275"/>
                <a:gd name="connsiteX1629" fmla="*/ 193453 w 504825"/>
                <a:gd name="connsiteY1629" fmla="*/ 324993 h 676275"/>
                <a:gd name="connsiteX1630" fmla="*/ 192024 w 504825"/>
                <a:gd name="connsiteY1630" fmla="*/ 325660 h 676275"/>
                <a:gd name="connsiteX1631" fmla="*/ 191452 w 504825"/>
                <a:gd name="connsiteY1631" fmla="*/ 325755 h 676275"/>
                <a:gd name="connsiteX1632" fmla="*/ 189452 w 504825"/>
                <a:gd name="connsiteY1632" fmla="*/ 325755 h 676275"/>
                <a:gd name="connsiteX1633" fmla="*/ 188976 w 504825"/>
                <a:gd name="connsiteY1633" fmla="*/ 325946 h 676275"/>
                <a:gd name="connsiteX1634" fmla="*/ 188595 w 504825"/>
                <a:gd name="connsiteY1634" fmla="*/ 326231 h 676275"/>
                <a:gd name="connsiteX1635" fmla="*/ 188309 w 504825"/>
                <a:gd name="connsiteY1635" fmla="*/ 326612 h 676275"/>
                <a:gd name="connsiteX1636" fmla="*/ 187547 w 504825"/>
                <a:gd name="connsiteY1636" fmla="*/ 328136 h 676275"/>
                <a:gd name="connsiteX1637" fmla="*/ 187261 w 504825"/>
                <a:gd name="connsiteY1637" fmla="*/ 328517 h 676275"/>
                <a:gd name="connsiteX1638" fmla="*/ 186880 w 504825"/>
                <a:gd name="connsiteY1638" fmla="*/ 328898 h 676275"/>
                <a:gd name="connsiteX1639" fmla="*/ 186499 w 504825"/>
                <a:gd name="connsiteY1639" fmla="*/ 329184 h 676275"/>
                <a:gd name="connsiteX1640" fmla="*/ 186023 w 504825"/>
                <a:gd name="connsiteY1640" fmla="*/ 329375 h 676275"/>
                <a:gd name="connsiteX1641" fmla="*/ 185451 w 504825"/>
                <a:gd name="connsiteY1641" fmla="*/ 329470 h 676275"/>
                <a:gd name="connsiteX1642" fmla="*/ 184785 w 504825"/>
                <a:gd name="connsiteY1642" fmla="*/ 329279 h 676275"/>
                <a:gd name="connsiteX1643" fmla="*/ 184118 w 504825"/>
                <a:gd name="connsiteY1643" fmla="*/ 328803 h 676275"/>
                <a:gd name="connsiteX1644" fmla="*/ 182499 w 504825"/>
                <a:gd name="connsiteY1644" fmla="*/ 327088 h 676275"/>
                <a:gd name="connsiteX1645" fmla="*/ 181546 w 504825"/>
                <a:gd name="connsiteY1645" fmla="*/ 326326 h 676275"/>
                <a:gd name="connsiteX1646" fmla="*/ 180594 w 504825"/>
                <a:gd name="connsiteY1646" fmla="*/ 325755 h 676275"/>
                <a:gd name="connsiteX1647" fmla="*/ 179927 w 504825"/>
                <a:gd name="connsiteY1647" fmla="*/ 325184 h 676275"/>
                <a:gd name="connsiteX1648" fmla="*/ 179641 w 504825"/>
                <a:gd name="connsiteY1648" fmla="*/ 324707 h 676275"/>
                <a:gd name="connsiteX1649" fmla="*/ 179260 w 504825"/>
                <a:gd name="connsiteY1649" fmla="*/ 323945 h 676275"/>
                <a:gd name="connsiteX1650" fmla="*/ 178975 w 504825"/>
                <a:gd name="connsiteY1650" fmla="*/ 322326 h 676275"/>
                <a:gd name="connsiteX1651" fmla="*/ 178784 w 504825"/>
                <a:gd name="connsiteY1651" fmla="*/ 321659 h 676275"/>
                <a:gd name="connsiteX1652" fmla="*/ 178403 w 504825"/>
                <a:gd name="connsiteY1652" fmla="*/ 321088 h 676275"/>
                <a:gd name="connsiteX1653" fmla="*/ 177641 w 504825"/>
                <a:gd name="connsiteY1653" fmla="*/ 320421 h 676275"/>
                <a:gd name="connsiteX1654" fmla="*/ 176974 w 504825"/>
                <a:gd name="connsiteY1654" fmla="*/ 320040 h 676275"/>
                <a:gd name="connsiteX1655" fmla="*/ 174307 w 504825"/>
                <a:gd name="connsiteY1655" fmla="*/ 319564 h 676275"/>
                <a:gd name="connsiteX1656" fmla="*/ 173641 w 504825"/>
                <a:gd name="connsiteY1656" fmla="*/ 319564 h 676275"/>
                <a:gd name="connsiteX1657" fmla="*/ 173069 w 504825"/>
                <a:gd name="connsiteY1657" fmla="*/ 319659 h 676275"/>
                <a:gd name="connsiteX1658" fmla="*/ 171640 w 504825"/>
                <a:gd name="connsiteY1658" fmla="*/ 320326 h 676275"/>
                <a:gd name="connsiteX1659" fmla="*/ 171069 w 504825"/>
                <a:gd name="connsiteY1659" fmla="*/ 320421 h 676275"/>
                <a:gd name="connsiteX1660" fmla="*/ 170402 w 504825"/>
                <a:gd name="connsiteY1660" fmla="*/ 320421 h 676275"/>
                <a:gd name="connsiteX1661" fmla="*/ 169164 w 504825"/>
                <a:gd name="connsiteY1661" fmla="*/ 320135 h 676275"/>
                <a:gd name="connsiteX1662" fmla="*/ 164020 w 504825"/>
                <a:gd name="connsiteY1662" fmla="*/ 318135 h 676275"/>
                <a:gd name="connsiteX1663" fmla="*/ 163449 w 504825"/>
                <a:gd name="connsiteY1663" fmla="*/ 317849 h 676275"/>
                <a:gd name="connsiteX1664" fmla="*/ 162877 w 504825"/>
                <a:gd name="connsiteY1664" fmla="*/ 317373 h 676275"/>
                <a:gd name="connsiteX1665" fmla="*/ 162496 w 504825"/>
                <a:gd name="connsiteY1665" fmla="*/ 316897 h 676275"/>
                <a:gd name="connsiteX1666" fmla="*/ 162211 w 504825"/>
                <a:gd name="connsiteY1666" fmla="*/ 316421 h 676275"/>
                <a:gd name="connsiteX1667" fmla="*/ 161830 w 504825"/>
                <a:gd name="connsiteY1667" fmla="*/ 315468 h 676275"/>
                <a:gd name="connsiteX1668" fmla="*/ 159734 w 504825"/>
                <a:gd name="connsiteY1668" fmla="*/ 304514 h 676275"/>
                <a:gd name="connsiteX1669" fmla="*/ 159639 w 504825"/>
                <a:gd name="connsiteY1669" fmla="*/ 304419 h 676275"/>
                <a:gd name="connsiteX1670" fmla="*/ 159639 w 504825"/>
                <a:gd name="connsiteY1670" fmla="*/ 304324 h 676275"/>
                <a:gd name="connsiteX1671" fmla="*/ 159639 w 504825"/>
                <a:gd name="connsiteY1671" fmla="*/ 303943 h 676275"/>
                <a:gd name="connsiteX1672" fmla="*/ 159734 w 504825"/>
                <a:gd name="connsiteY1672" fmla="*/ 303371 h 676275"/>
                <a:gd name="connsiteX1673" fmla="*/ 160115 w 504825"/>
                <a:gd name="connsiteY1673" fmla="*/ 302419 h 676275"/>
                <a:gd name="connsiteX1674" fmla="*/ 160496 w 504825"/>
                <a:gd name="connsiteY1674" fmla="*/ 301847 h 676275"/>
                <a:gd name="connsiteX1675" fmla="*/ 160877 w 504825"/>
                <a:gd name="connsiteY1675" fmla="*/ 301466 h 676275"/>
                <a:gd name="connsiteX1676" fmla="*/ 161830 w 504825"/>
                <a:gd name="connsiteY1676" fmla="*/ 300990 h 676275"/>
                <a:gd name="connsiteX1677" fmla="*/ 162306 w 504825"/>
                <a:gd name="connsiteY1677" fmla="*/ 300895 h 676275"/>
                <a:gd name="connsiteX1678" fmla="*/ 162877 w 504825"/>
                <a:gd name="connsiteY1678" fmla="*/ 300895 h 676275"/>
                <a:gd name="connsiteX1679" fmla="*/ 164687 w 504825"/>
                <a:gd name="connsiteY1679" fmla="*/ 301371 h 676275"/>
                <a:gd name="connsiteX1680" fmla="*/ 165830 w 504825"/>
                <a:gd name="connsiteY1680" fmla="*/ 301466 h 676275"/>
                <a:gd name="connsiteX1681" fmla="*/ 167068 w 504825"/>
                <a:gd name="connsiteY1681" fmla="*/ 301180 h 676275"/>
                <a:gd name="connsiteX1682" fmla="*/ 169831 w 504825"/>
                <a:gd name="connsiteY1682" fmla="*/ 299847 h 676275"/>
                <a:gd name="connsiteX1683" fmla="*/ 170021 w 504825"/>
                <a:gd name="connsiteY1683" fmla="*/ 299275 h 676275"/>
                <a:gd name="connsiteX1684" fmla="*/ 169735 w 504825"/>
                <a:gd name="connsiteY1684" fmla="*/ 298609 h 676275"/>
                <a:gd name="connsiteX1685" fmla="*/ 168688 w 504825"/>
                <a:gd name="connsiteY1685" fmla="*/ 297466 h 676275"/>
                <a:gd name="connsiteX1686" fmla="*/ 165640 w 504825"/>
                <a:gd name="connsiteY1686" fmla="*/ 295370 h 676275"/>
                <a:gd name="connsiteX1687" fmla="*/ 165163 w 504825"/>
                <a:gd name="connsiteY1687" fmla="*/ 294227 h 676275"/>
                <a:gd name="connsiteX1688" fmla="*/ 164878 w 504825"/>
                <a:gd name="connsiteY1688" fmla="*/ 293370 h 676275"/>
                <a:gd name="connsiteX1689" fmla="*/ 164782 w 504825"/>
                <a:gd name="connsiteY1689" fmla="*/ 292608 h 676275"/>
                <a:gd name="connsiteX1690" fmla="*/ 165068 w 504825"/>
                <a:gd name="connsiteY1690" fmla="*/ 288036 h 676275"/>
                <a:gd name="connsiteX1691" fmla="*/ 165068 w 504825"/>
                <a:gd name="connsiteY1691" fmla="*/ 287655 h 676275"/>
                <a:gd name="connsiteX1692" fmla="*/ 164973 w 504825"/>
                <a:gd name="connsiteY1692" fmla="*/ 287274 h 676275"/>
                <a:gd name="connsiteX1693" fmla="*/ 164878 w 504825"/>
                <a:gd name="connsiteY1693" fmla="*/ 286893 h 676275"/>
                <a:gd name="connsiteX1694" fmla="*/ 164497 w 504825"/>
                <a:gd name="connsiteY1694" fmla="*/ 286512 h 676275"/>
                <a:gd name="connsiteX1695" fmla="*/ 161163 w 504825"/>
                <a:gd name="connsiteY1695" fmla="*/ 284607 h 676275"/>
                <a:gd name="connsiteX1696" fmla="*/ 158972 w 504825"/>
                <a:gd name="connsiteY1696" fmla="*/ 282512 h 676275"/>
                <a:gd name="connsiteX1697" fmla="*/ 158686 w 504825"/>
                <a:gd name="connsiteY1697" fmla="*/ 281940 h 676275"/>
                <a:gd name="connsiteX1698" fmla="*/ 158591 w 504825"/>
                <a:gd name="connsiteY1698" fmla="*/ 281559 h 676275"/>
                <a:gd name="connsiteX1699" fmla="*/ 158591 w 504825"/>
                <a:gd name="connsiteY1699" fmla="*/ 281178 h 676275"/>
                <a:gd name="connsiteX1700" fmla="*/ 158591 w 504825"/>
                <a:gd name="connsiteY1700" fmla="*/ 280702 h 676275"/>
                <a:gd name="connsiteX1701" fmla="*/ 158782 w 504825"/>
                <a:gd name="connsiteY1701" fmla="*/ 280130 h 676275"/>
                <a:gd name="connsiteX1702" fmla="*/ 159258 w 504825"/>
                <a:gd name="connsiteY1702" fmla="*/ 279559 h 676275"/>
                <a:gd name="connsiteX1703" fmla="*/ 160591 w 504825"/>
                <a:gd name="connsiteY1703" fmla="*/ 278701 h 676275"/>
                <a:gd name="connsiteX1704" fmla="*/ 160972 w 504825"/>
                <a:gd name="connsiteY1704" fmla="*/ 278511 h 676275"/>
                <a:gd name="connsiteX1705" fmla="*/ 160972 w 504825"/>
                <a:gd name="connsiteY1705" fmla="*/ 278511 h 676275"/>
                <a:gd name="connsiteX1706" fmla="*/ 161353 w 504825"/>
                <a:gd name="connsiteY1706" fmla="*/ 278321 h 676275"/>
                <a:gd name="connsiteX1707" fmla="*/ 162211 w 504825"/>
                <a:gd name="connsiteY1707" fmla="*/ 277844 h 676275"/>
                <a:gd name="connsiteX1708" fmla="*/ 163068 w 504825"/>
                <a:gd name="connsiteY1708" fmla="*/ 277178 h 676275"/>
                <a:gd name="connsiteX1709" fmla="*/ 163544 w 504825"/>
                <a:gd name="connsiteY1709" fmla="*/ 276606 h 676275"/>
                <a:gd name="connsiteX1710" fmla="*/ 165830 w 504825"/>
                <a:gd name="connsiteY1710" fmla="*/ 272225 h 676275"/>
                <a:gd name="connsiteX1711" fmla="*/ 166306 w 504825"/>
                <a:gd name="connsiteY1711" fmla="*/ 271653 h 676275"/>
                <a:gd name="connsiteX1712" fmla="*/ 167068 w 504825"/>
                <a:gd name="connsiteY1712" fmla="*/ 270891 h 676275"/>
                <a:gd name="connsiteX1713" fmla="*/ 168402 w 504825"/>
                <a:gd name="connsiteY1713" fmla="*/ 269843 h 676275"/>
                <a:gd name="connsiteX1714" fmla="*/ 170974 w 504825"/>
                <a:gd name="connsiteY1714" fmla="*/ 268414 h 676275"/>
                <a:gd name="connsiteX1715" fmla="*/ 190309 w 504825"/>
                <a:gd name="connsiteY1715" fmla="*/ 262604 h 676275"/>
                <a:gd name="connsiteX1716" fmla="*/ 192309 w 504825"/>
                <a:gd name="connsiteY1716" fmla="*/ 261747 h 676275"/>
                <a:gd name="connsiteX1717" fmla="*/ 193072 w 504825"/>
                <a:gd name="connsiteY1717" fmla="*/ 260985 h 676275"/>
                <a:gd name="connsiteX1718" fmla="*/ 193738 w 504825"/>
                <a:gd name="connsiteY1718" fmla="*/ 259937 h 676275"/>
                <a:gd name="connsiteX1719" fmla="*/ 195263 w 504825"/>
                <a:gd name="connsiteY1719" fmla="*/ 256318 h 676275"/>
                <a:gd name="connsiteX1720" fmla="*/ 196120 w 504825"/>
                <a:gd name="connsiteY1720" fmla="*/ 254794 h 676275"/>
                <a:gd name="connsiteX1721" fmla="*/ 197167 w 504825"/>
                <a:gd name="connsiteY1721" fmla="*/ 253555 h 676275"/>
                <a:gd name="connsiteX1722" fmla="*/ 199453 w 504825"/>
                <a:gd name="connsiteY1722" fmla="*/ 251555 h 676275"/>
                <a:gd name="connsiteX1723" fmla="*/ 200215 w 504825"/>
                <a:gd name="connsiteY1723" fmla="*/ 250126 h 676275"/>
                <a:gd name="connsiteX1724" fmla="*/ 200406 w 504825"/>
                <a:gd name="connsiteY1724" fmla="*/ 247841 h 676275"/>
                <a:gd name="connsiteX1725" fmla="*/ 199834 w 504825"/>
                <a:gd name="connsiteY1725" fmla="*/ 245936 h 676275"/>
                <a:gd name="connsiteX1726" fmla="*/ 199168 w 504825"/>
                <a:gd name="connsiteY1726" fmla="*/ 244602 h 676275"/>
                <a:gd name="connsiteX1727" fmla="*/ 198406 w 504825"/>
                <a:gd name="connsiteY1727" fmla="*/ 243745 h 676275"/>
                <a:gd name="connsiteX1728" fmla="*/ 197739 w 504825"/>
                <a:gd name="connsiteY1728" fmla="*/ 243268 h 676275"/>
                <a:gd name="connsiteX1729" fmla="*/ 196501 w 504825"/>
                <a:gd name="connsiteY1729" fmla="*/ 242602 h 676275"/>
                <a:gd name="connsiteX1730" fmla="*/ 196405 w 504825"/>
                <a:gd name="connsiteY1730" fmla="*/ 242411 h 676275"/>
                <a:gd name="connsiteX1731" fmla="*/ 183070 w 504825"/>
                <a:gd name="connsiteY1731" fmla="*/ 222218 h 676275"/>
                <a:gd name="connsiteX1732" fmla="*/ 182880 w 504825"/>
                <a:gd name="connsiteY1732" fmla="*/ 221647 h 676275"/>
                <a:gd name="connsiteX1733" fmla="*/ 182880 w 504825"/>
                <a:gd name="connsiteY1733" fmla="*/ 221075 h 676275"/>
                <a:gd name="connsiteX1734" fmla="*/ 183070 w 504825"/>
                <a:gd name="connsiteY1734" fmla="*/ 220504 h 676275"/>
                <a:gd name="connsiteX1735" fmla="*/ 183547 w 504825"/>
                <a:gd name="connsiteY1735" fmla="*/ 219932 h 676275"/>
                <a:gd name="connsiteX1736" fmla="*/ 184690 w 504825"/>
                <a:gd name="connsiteY1736" fmla="*/ 219361 h 676275"/>
                <a:gd name="connsiteX1737" fmla="*/ 187166 w 504825"/>
                <a:gd name="connsiteY1737" fmla="*/ 218504 h 676275"/>
                <a:gd name="connsiteX1738" fmla="*/ 194786 w 504825"/>
                <a:gd name="connsiteY1738" fmla="*/ 214789 h 676275"/>
                <a:gd name="connsiteX1739" fmla="*/ 195834 w 504825"/>
                <a:gd name="connsiteY1739" fmla="*/ 214503 h 676275"/>
                <a:gd name="connsiteX1740" fmla="*/ 196501 w 504825"/>
                <a:gd name="connsiteY1740" fmla="*/ 214503 h 676275"/>
                <a:gd name="connsiteX1741" fmla="*/ 197929 w 504825"/>
                <a:gd name="connsiteY1741" fmla="*/ 214693 h 676275"/>
                <a:gd name="connsiteX1742" fmla="*/ 204406 w 504825"/>
                <a:gd name="connsiteY1742" fmla="*/ 216313 h 676275"/>
                <a:gd name="connsiteX1743" fmla="*/ 205359 w 504825"/>
                <a:gd name="connsiteY1743" fmla="*/ 216408 h 676275"/>
                <a:gd name="connsiteX1744" fmla="*/ 206978 w 504825"/>
                <a:gd name="connsiteY1744" fmla="*/ 216122 h 676275"/>
                <a:gd name="connsiteX1745" fmla="*/ 208026 w 504825"/>
                <a:gd name="connsiteY1745" fmla="*/ 215741 h 676275"/>
                <a:gd name="connsiteX1746" fmla="*/ 208693 w 504825"/>
                <a:gd name="connsiteY1746" fmla="*/ 215265 h 676275"/>
                <a:gd name="connsiteX1747" fmla="*/ 212693 w 504825"/>
                <a:gd name="connsiteY1747" fmla="*/ 211646 h 676275"/>
                <a:gd name="connsiteX1748" fmla="*/ 214408 w 504825"/>
                <a:gd name="connsiteY1748" fmla="*/ 210693 h 676275"/>
                <a:gd name="connsiteX1749" fmla="*/ 214979 w 504825"/>
                <a:gd name="connsiteY1749" fmla="*/ 210217 h 676275"/>
                <a:gd name="connsiteX1750" fmla="*/ 215265 w 504825"/>
                <a:gd name="connsiteY1750" fmla="*/ 209836 h 676275"/>
                <a:gd name="connsiteX1751" fmla="*/ 221456 w 504825"/>
                <a:gd name="connsiteY1751" fmla="*/ 200120 h 676275"/>
                <a:gd name="connsiteX1752" fmla="*/ 222980 w 504825"/>
                <a:gd name="connsiteY1752" fmla="*/ 198596 h 676275"/>
                <a:gd name="connsiteX1753" fmla="*/ 223742 w 504825"/>
                <a:gd name="connsiteY1753" fmla="*/ 198311 h 676275"/>
                <a:gd name="connsiteX1754" fmla="*/ 224409 w 504825"/>
                <a:gd name="connsiteY1754" fmla="*/ 198311 h 676275"/>
                <a:gd name="connsiteX1755" fmla="*/ 224885 w 504825"/>
                <a:gd name="connsiteY1755" fmla="*/ 198501 h 676275"/>
                <a:gd name="connsiteX1756" fmla="*/ 225361 w 504825"/>
                <a:gd name="connsiteY1756" fmla="*/ 198787 h 676275"/>
                <a:gd name="connsiteX1757" fmla="*/ 225742 w 504825"/>
                <a:gd name="connsiteY1757" fmla="*/ 199072 h 676275"/>
                <a:gd name="connsiteX1758" fmla="*/ 227266 w 504825"/>
                <a:gd name="connsiteY1758" fmla="*/ 200501 h 676275"/>
                <a:gd name="connsiteX1759" fmla="*/ 227647 w 504825"/>
                <a:gd name="connsiteY1759" fmla="*/ 200787 h 676275"/>
                <a:gd name="connsiteX1760" fmla="*/ 228124 w 504825"/>
                <a:gd name="connsiteY1760" fmla="*/ 201073 h 676275"/>
                <a:gd name="connsiteX1761" fmla="*/ 228695 w 504825"/>
                <a:gd name="connsiteY1761" fmla="*/ 201168 h 676275"/>
                <a:gd name="connsiteX1762" fmla="*/ 229267 w 504825"/>
                <a:gd name="connsiteY1762" fmla="*/ 201168 h 676275"/>
                <a:gd name="connsiteX1763" fmla="*/ 229838 w 504825"/>
                <a:gd name="connsiteY1763" fmla="*/ 200978 h 676275"/>
                <a:gd name="connsiteX1764" fmla="*/ 230314 w 504825"/>
                <a:gd name="connsiteY1764" fmla="*/ 200692 h 676275"/>
                <a:gd name="connsiteX1765" fmla="*/ 230886 w 504825"/>
                <a:gd name="connsiteY1765" fmla="*/ 200216 h 676275"/>
                <a:gd name="connsiteX1766" fmla="*/ 231648 w 504825"/>
                <a:gd name="connsiteY1766" fmla="*/ 199358 h 676275"/>
                <a:gd name="connsiteX1767" fmla="*/ 232029 w 504825"/>
                <a:gd name="connsiteY1767" fmla="*/ 198977 h 676275"/>
                <a:gd name="connsiteX1768" fmla="*/ 232505 w 504825"/>
                <a:gd name="connsiteY1768" fmla="*/ 198692 h 676275"/>
                <a:gd name="connsiteX1769" fmla="*/ 232981 w 504825"/>
                <a:gd name="connsiteY1769" fmla="*/ 198501 h 676275"/>
                <a:gd name="connsiteX1770" fmla="*/ 234791 w 504825"/>
                <a:gd name="connsiteY1770" fmla="*/ 198215 h 676275"/>
                <a:gd name="connsiteX1771" fmla="*/ 237363 w 504825"/>
                <a:gd name="connsiteY1771" fmla="*/ 198215 h 676275"/>
                <a:gd name="connsiteX1772" fmla="*/ 239934 w 504825"/>
                <a:gd name="connsiteY1772" fmla="*/ 198787 h 676275"/>
                <a:gd name="connsiteX1773" fmla="*/ 240697 w 504825"/>
                <a:gd name="connsiteY1773" fmla="*/ 198882 h 676275"/>
                <a:gd name="connsiteX1774" fmla="*/ 241554 w 504825"/>
                <a:gd name="connsiteY1774" fmla="*/ 198692 h 676275"/>
                <a:gd name="connsiteX1775" fmla="*/ 242221 w 504825"/>
                <a:gd name="connsiteY1775" fmla="*/ 198406 h 676275"/>
                <a:gd name="connsiteX1776" fmla="*/ 242601 w 504825"/>
                <a:gd name="connsiteY1776" fmla="*/ 197929 h 676275"/>
                <a:gd name="connsiteX1777" fmla="*/ 242316 w 504825"/>
                <a:gd name="connsiteY1777" fmla="*/ 196977 h 676275"/>
                <a:gd name="connsiteX1778" fmla="*/ 241554 w 504825"/>
                <a:gd name="connsiteY1778" fmla="*/ 195643 h 676275"/>
                <a:gd name="connsiteX1779" fmla="*/ 233363 w 504825"/>
                <a:gd name="connsiteY1779" fmla="*/ 184023 h 676275"/>
                <a:gd name="connsiteX1780" fmla="*/ 232886 w 504825"/>
                <a:gd name="connsiteY1780" fmla="*/ 182880 h 676275"/>
                <a:gd name="connsiteX1781" fmla="*/ 232886 w 504825"/>
                <a:gd name="connsiteY1781" fmla="*/ 181928 h 676275"/>
                <a:gd name="connsiteX1782" fmla="*/ 232981 w 504825"/>
                <a:gd name="connsiteY1782" fmla="*/ 181451 h 676275"/>
                <a:gd name="connsiteX1783" fmla="*/ 234124 w 504825"/>
                <a:gd name="connsiteY1783" fmla="*/ 180975 h 676275"/>
                <a:gd name="connsiteX1784" fmla="*/ 236982 w 504825"/>
                <a:gd name="connsiteY1784" fmla="*/ 183451 h 676275"/>
                <a:gd name="connsiteX1785" fmla="*/ 238315 w 504825"/>
                <a:gd name="connsiteY1785" fmla="*/ 183928 h 676275"/>
                <a:gd name="connsiteX1786" fmla="*/ 240030 w 504825"/>
                <a:gd name="connsiteY1786" fmla="*/ 184213 h 676275"/>
                <a:gd name="connsiteX1787" fmla="*/ 241268 w 504825"/>
                <a:gd name="connsiteY1787" fmla="*/ 183928 h 676275"/>
                <a:gd name="connsiteX1788" fmla="*/ 241935 w 504825"/>
                <a:gd name="connsiteY1788" fmla="*/ 183261 h 676275"/>
                <a:gd name="connsiteX1789" fmla="*/ 242316 w 504825"/>
                <a:gd name="connsiteY1789" fmla="*/ 182689 h 676275"/>
                <a:gd name="connsiteX1790" fmla="*/ 243078 w 504825"/>
                <a:gd name="connsiteY1790" fmla="*/ 180689 h 676275"/>
                <a:gd name="connsiteX1791" fmla="*/ 243554 w 504825"/>
                <a:gd name="connsiteY1791" fmla="*/ 179737 h 676275"/>
                <a:gd name="connsiteX1792" fmla="*/ 244792 w 504825"/>
                <a:gd name="connsiteY1792" fmla="*/ 178689 h 676275"/>
                <a:gd name="connsiteX1793" fmla="*/ 252317 w 504825"/>
                <a:gd name="connsiteY1793" fmla="*/ 174593 h 676275"/>
                <a:gd name="connsiteX1794" fmla="*/ 252508 w 504825"/>
                <a:gd name="connsiteY1794" fmla="*/ 174212 h 676275"/>
                <a:gd name="connsiteX1795" fmla="*/ 252603 w 504825"/>
                <a:gd name="connsiteY1795" fmla="*/ 173736 h 676275"/>
                <a:gd name="connsiteX1796" fmla="*/ 252603 w 504825"/>
                <a:gd name="connsiteY1796" fmla="*/ 171641 h 676275"/>
                <a:gd name="connsiteX1797" fmla="*/ 252889 w 504825"/>
                <a:gd name="connsiteY1797" fmla="*/ 170593 h 676275"/>
                <a:gd name="connsiteX1798" fmla="*/ 253651 w 504825"/>
                <a:gd name="connsiteY1798" fmla="*/ 169545 h 676275"/>
                <a:gd name="connsiteX1799" fmla="*/ 254413 w 504825"/>
                <a:gd name="connsiteY1799" fmla="*/ 169069 h 676275"/>
                <a:gd name="connsiteX1800" fmla="*/ 255079 w 504825"/>
                <a:gd name="connsiteY1800" fmla="*/ 168783 h 676275"/>
                <a:gd name="connsiteX1801" fmla="*/ 255651 w 504825"/>
                <a:gd name="connsiteY1801" fmla="*/ 168783 h 676275"/>
                <a:gd name="connsiteX1802" fmla="*/ 256413 w 504825"/>
                <a:gd name="connsiteY1802" fmla="*/ 168974 h 676275"/>
                <a:gd name="connsiteX1803" fmla="*/ 256889 w 504825"/>
                <a:gd name="connsiteY1803" fmla="*/ 169545 h 676275"/>
                <a:gd name="connsiteX1804" fmla="*/ 257175 w 504825"/>
                <a:gd name="connsiteY1804" fmla="*/ 170497 h 676275"/>
                <a:gd name="connsiteX1805" fmla="*/ 257365 w 504825"/>
                <a:gd name="connsiteY1805" fmla="*/ 175641 h 676275"/>
                <a:gd name="connsiteX1806" fmla="*/ 257556 w 504825"/>
                <a:gd name="connsiteY1806" fmla="*/ 177451 h 676275"/>
                <a:gd name="connsiteX1807" fmla="*/ 257651 w 504825"/>
                <a:gd name="connsiteY1807" fmla="*/ 177737 h 676275"/>
                <a:gd name="connsiteX1808" fmla="*/ 258127 w 504825"/>
                <a:gd name="connsiteY1808" fmla="*/ 178784 h 676275"/>
                <a:gd name="connsiteX1809" fmla="*/ 258413 w 504825"/>
                <a:gd name="connsiteY1809" fmla="*/ 179261 h 676275"/>
                <a:gd name="connsiteX1810" fmla="*/ 259080 w 504825"/>
                <a:gd name="connsiteY1810" fmla="*/ 180118 h 676275"/>
                <a:gd name="connsiteX1811" fmla="*/ 260509 w 504825"/>
                <a:gd name="connsiteY1811" fmla="*/ 181642 h 676275"/>
                <a:gd name="connsiteX1812" fmla="*/ 262985 w 504825"/>
                <a:gd name="connsiteY1812" fmla="*/ 183642 h 676275"/>
                <a:gd name="connsiteX1813" fmla="*/ 265652 w 504825"/>
                <a:gd name="connsiteY1813" fmla="*/ 186785 h 676275"/>
                <a:gd name="connsiteX1814" fmla="*/ 266224 w 504825"/>
                <a:gd name="connsiteY1814" fmla="*/ 187642 h 676275"/>
                <a:gd name="connsiteX1815" fmla="*/ 266605 w 504825"/>
                <a:gd name="connsiteY1815" fmla="*/ 188024 h 676275"/>
                <a:gd name="connsiteX1816" fmla="*/ 272034 w 504825"/>
                <a:gd name="connsiteY1816" fmla="*/ 193643 h 676275"/>
                <a:gd name="connsiteX1817" fmla="*/ 274320 w 504825"/>
                <a:gd name="connsiteY1817" fmla="*/ 196501 h 676275"/>
                <a:gd name="connsiteX1818" fmla="*/ 277939 w 504825"/>
                <a:gd name="connsiteY1818" fmla="*/ 200216 h 676275"/>
                <a:gd name="connsiteX1819" fmla="*/ 281845 w 504825"/>
                <a:gd name="connsiteY1819" fmla="*/ 203454 h 676275"/>
                <a:gd name="connsiteX1820" fmla="*/ 289750 w 504825"/>
                <a:gd name="connsiteY1820" fmla="*/ 207740 h 676275"/>
                <a:gd name="connsiteX1821" fmla="*/ 290893 w 504825"/>
                <a:gd name="connsiteY1821" fmla="*/ 208121 h 676275"/>
                <a:gd name="connsiteX1822" fmla="*/ 292036 w 504825"/>
                <a:gd name="connsiteY1822" fmla="*/ 207931 h 676275"/>
                <a:gd name="connsiteX1823" fmla="*/ 292989 w 504825"/>
                <a:gd name="connsiteY1823" fmla="*/ 207454 h 676275"/>
                <a:gd name="connsiteX1824" fmla="*/ 294322 w 504825"/>
                <a:gd name="connsiteY1824" fmla="*/ 206597 h 676275"/>
                <a:gd name="connsiteX1825" fmla="*/ 298323 w 504825"/>
                <a:gd name="connsiteY1825" fmla="*/ 205930 h 676275"/>
                <a:gd name="connsiteX1826" fmla="*/ 298990 w 504825"/>
                <a:gd name="connsiteY1826" fmla="*/ 205930 h 676275"/>
                <a:gd name="connsiteX1827" fmla="*/ 300990 w 504825"/>
                <a:gd name="connsiteY1827" fmla="*/ 206312 h 676275"/>
                <a:gd name="connsiteX1828" fmla="*/ 309372 w 504825"/>
                <a:gd name="connsiteY1828" fmla="*/ 209264 h 676275"/>
                <a:gd name="connsiteX1829" fmla="*/ 319373 w 504825"/>
                <a:gd name="connsiteY1829" fmla="*/ 208502 h 676275"/>
                <a:gd name="connsiteX1830" fmla="*/ 323945 w 504825"/>
                <a:gd name="connsiteY1830" fmla="*/ 209264 h 676275"/>
                <a:gd name="connsiteX1831" fmla="*/ 324136 w 504825"/>
                <a:gd name="connsiteY1831" fmla="*/ 210407 h 676275"/>
                <a:gd name="connsiteX1832" fmla="*/ 320135 w 504825"/>
                <a:gd name="connsiteY1832" fmla="*/ 211931 h 676275"/>
                <a:gd name="connsiteX1833" fmla="*/ 319564 w 504825"/>
                <a:gd name="connsiteY1833" fmla="*/ 212884 h 676275"/>
                <a:gd name="connsiteX1834" fmla="*/ 318992 w 504825"/>
                <a:gd name="connsiteY1834" fmla="*/ 214027 h 676275"/>
                <a:gd name="connsiteX1835" fmla="*/ 318801 w 504825"/>
                <a:gd name="connsiteY1835" fmla="*/ 215075 h 676275"/>
                <a:gd name="connsiteX1836" fmla="*/ 318135 w 504825"/>
                <a:gd name="connsiteY1836" fmla="*/ 216122 h 676275"/>
                <a:gd name="connsiteX1837" fmla="*/ 317182 w 504825"/>
                <a:gd name="connsiteY1837" fmla="*/ 216408 h 676275"/>
                <a:gd name="connsiteX1838" fmla="*/ 313944 w 504825"/>
                <a:gd name="connsiteY1838" fmla="*/ 216217 h 676275"/>
                <a:gd name="connsiteX1839" fmla="*/ 311467 w 504825"/>
                <a:gd name="connsiteY1839" fmla="*/ 216408 h 676275"/>
                <a:gd name="connsiteX1840" fmla="*/ 307848 w 504825"/>
                <a:gd name="connsiteY1840" fmla="*/ 217361 h 676275"/>
                <a:gd name="connsiteX1841" fmla="*/ 306038 w 504825"/>
                <a:gd name="connsiteY1841" fmla="*/ 218122 h 676275"/>
                <a:gd name="connsiteX1842" fmla="*/ 304705 w 504825"/>
                <a:gd name="connsiteY1842" fmla="*/ 218980 h 676275"/>
                <a:gd name="connsiteX1843" fmla="*/ 301085 w 504825"/>
                <a:gd name="connsiteY1843" fmla="*/ 222790 h 676275"/>
                <a:gd name="connsiteX1844" fmla="*/ 300418 w 504825"/>
                <a:gd name="connsiteY1844" fmla="*/ 223933 h 676275"/>
                <a:gd name="connsiteX1845" fmla="*/ 300038 w 504825"/>
                <a:gd name="connsiteY1845" fmla="*/ 225171 h 676275"/>
                <a:gd name="connsiteX1846" fmla="*/ 299942 w 504825"/>
                <a:gd name="connsiteY1846" fmla="*/ 226028 h 676275"/>
                <a:gd name="connsiteX1847" fmla="*/ 299942 w 504825"/>
                <a:gd name="connsiteY1847" fmla="*/ 226409 h 676275"/>
                <a:gd name="connsiteX1848" fmla="*/ 300038 w 504825"/>
                <a:gd name="connsiteY1848" fmla="*/ 226790 h 676275"/>
                <a:gd name="connsiteX1849" fmla="*/ 300323 w 504825"/>
                <a:gd name="connsiteY1849" fmla="*/ 227457 h 676275"/>
                <a:gd name="connsiteX1850" fmla="*/ 300990 w 504825"/>
                <a:gd name="connsiteY1850" fmla="*/ 228600 h 676275"/>
                <a:gd name="connsiteX1851" fmla="*/ 302038 w 504825"/>
                <a:gd name="connsiteY1851" fmla="*/ 229838 h 676275"/>
                <a:gd name="connsiteX1852" fmla="*/ 303085 w 504825"/>
                <a:gd name="connsiteY1852" fmla="*/ 230791 h 676275"/>
                <a:gd name="connsiteX1853" fmla="*/ 303847 w 504825"/>
                <a:gd name="connsiteY1853" fmla="*/ 231267 h 676275"/>
                <a:gd name="connsiteX1854" fmla="*/ 304324 w 504825"/>
                <a:gd name="connsiteY1854" fmla="*/ 231648 h 676275"/>
                <a:gd name="connsiteX1855" fmla="*/ 304514 w 504825"/>
                <a:gd name="connsiteY1855" fmla="*/ 232029 h 676275"/>
                <a:gd name="connsiteX1856" fmla="*/ 304705 w 504825"/>
                <a:gd name="connsiteY1856" fmla="*/ 232886 h 676275"/>
                <a:gd name="connsiteX1857" fmla="*/ 304705 w 504825"/>
                <a:gd name="connsiteY1857" fmla="*/ 234315 h 676275"/>
                <a:gd name="connsiteX1858" fmla="*/ 304324 w 504825"/>
                <a:gd name="connsiteY1858" fmla="*/ 237649 h 676275"/>
                <a:gd name="connsiteX1859" fmla="*/ 304324 w 504825"/>
                <a:gd name="connsiteY1859" fmla="*/ 238506 h 676275"/>
                <a:gd name="connsiteX1860" fmla="*/ 304514 w 504825"/>
                <a:gd name="connsiteY1860" fmla="*/ 240887 h 676275"/>
                <a:gd name="connsiteX1861" fmla="*/ 304705 w 504825"/>
                <a:gd name="connsiteY1861" fmla="*/ 242030 h 676275"/>
                <a:gd name="connsiteX1862" fmla="*/ 305276 w 504825"/>
                <a:gd name="connsiteY1862" fmla="*/ 243554 h 676275"/>
                <a:gd name="connsiteX1863" fmla="*/ 306324 w 504825"/>
                <a:gd name="connsiteY1863" fmla="*/ 245364 h 676275"/>
                <a:gd name="connsiteX1864" fmla="*/ 306895 w 504825"/>
                <a:gd name="connsiteY1864" fmla="*/ 246221 h 676275"/>
                <a:gd name="connsiteX1865" fmla="*/ 308229 w 504825"/>
                <a:gd name="connsiteY1865" fmla="*/ 247745 h 676275"/>
                <a:gd name="connsiteX1866" fmla="*/ 311658 w 504825"/>
                <a:gd name="connsiteY1866" fmla="*/ 250888 h 676275"/>
                <a:gd name="connsiteX1867" fmla="*/ 313658 w 504825"/>
                <a:gd name="connsiteY1867" fmla="*/ 251936 h 676275"/>
                <a:gd name="connsiteX1868" fmla="*/ 321183 w 504825"/>
                <a:gd name="connsiteY1868" fmla="*/ 255079 h 676275"/>
                <a:gd name="connsiteX1869" fmla="*/ 329565 w 504825"/>
                <a:gd name="connsiteY1869" fmla="*/ 260985 h 676275"/>
                <a:gd name="connsiteX1870" fmla="*/ 333470 w 504825"/>
                <a:gd name="connsiteY1870" fmla="*/ 264224 h 676275"/>
                <a:gd name="connsiteX1871" fmla="*/ 334804 w 504825"/>
                <a:gd name="connsiteY1871" fmla="*/ 265843 h 676275"/>
                <a:gd name="connsiteX1872" fmla="*/ 335851 w 504825"/>
                <a:gd name="connsiteY1872" fmla="*/ 268414 h 676275"/>
                <a:gd name="connsiteX1873" fmla="*/ 337090 w 504825"/>
                <a:gd name="connsiteY1873" fmla="*/ 270034 h 676275"/>
                <a:gd name="connsiteX1874" fmla="*/ 339661 w 504825"/>
                <a:gd name="connsiteY1874" fmla="*/ 270796 h 676275"/>
                <a:gd name="connsiteX1875" fmla="*/ 342424 w 504825"/>
                <a:gd name="connsiteY1875" fmla="*/ 271177 h 676275"/>
                <a:gd name="connsiteX1876" fmla="*/ 343567 w 504825"/>
                <a:gd name="connsiteY1876" fmla="*/ 271463 h 676275"/>
                <a:gd name="connsiteX1877" fmla="*/ 344995 w 504825"/>
                <a:gd name="connsiteY1877" fmla="*/ 272034 h 676275"/>
                <a:gd name="connsiteX1878" fmla="*/ 345472 w 504825"/>
                <a:gd name="connsiteY1878" fmla="*/ 272605 h 676275"/>
                <a:gd name="connsiteX1879" fmla="*/ 345567 w 504825"/>
                <a:gd name="connsiteY1879" fmla="*/ 273177 h 676275"/>
                <a:gd name="connsiteX1880" fmla="*/ 344709 w 504825"/>
                <a:gd name="connsiteY1880" fmla="*/ 274511 h 676275"/>
                <a:gd name="connsiteX1881" fmla="*/ 344424 w 504825"/>
                <a:gd name="connsiteY1881" fmla="*/ 275368 h 676275"/>
                <a:gd name="connsiteX1882" fmla="*/ 344424 w 504825"/>
                <a:gd name="connsiteY1882" fmla="*/ 275939 h 676275"/>
                <a:gd name="connsiteX1883" fmla="*/ 344805 w 504825"/>
                <a:gd name="connsiteY1883" fmla="*/ 276701 h 676275"/>
                <a:gd name="connsiteX1884" fmla="*/ 346234 w 504825"/>
                <a:gd name="connsiteY1884" fmla="*/ 277463 h 676275"/>
                <a:gd name="connsiteX1885" fmla="*/ 346710 w 504825"/>
                <a:gd name="connsiteY1885" fmla="*/ 277939 h 676275"/>
                <a:gd name="connsiteX1886" fmla="*/ 347186 w 504825"/>
                <a:gd name="connsiteY1886" fmla="*/ 278701 h 676275"/>
                <a:gd name="connsiteX1887" fmla="*/ 347948 w 504825"/>
                <a:gd name="connsiteY1887" fmla="*/ 279654 h 676275"/>
                <a:gd name="connsiteX1888" fmla="*/ 348139 w 504825"/>
                <a:gd name="connsiteY1888" fmla="*/ 280035 h 676275"/>
                <a:gd name="connsiteX1889" fmla="*/ 348234 w 504825"/>
                <a:gd name="connsiteY1889" fmla="*/ 280511 h 676275"/>
                <a:gd name="connsiteX1890" fmla="*/ 347853 w 504825"/>
                <a:gd name="connsiteY1890" fmla="*/ 281273 h 676275"/>
                <a:gd name="connsiteX1891" fmla="*/ 347567 w 504825"/>
                <a:gd name="connsiteY1891" fmla="*/ 281750 h 676275"/>
                <a:gd name="connsiteX1892" fmla="*/ 347281 w 504825"/>
                <a:gd name="connsiteY1892" fmla="*/ 282035 h 676275"/>
                <a:gd name="connsiteX1893" fmla="*/ 346900 w 504825"/>
                <a:gd name="connsiteY1893" fmla="*/ 282226 h 676275"/>
                <a:gd name="connsiteX1894" fmla="*/ 346329 w 504825"/>
                <a:gd name="connsiteY1894" fmla="*/ 282321 h 676275"/>
                <a:gd name="connsiteX1895" fmla="*/ 342043 w 504825"/>
                <a:gd name="connsiteY1895" fmla="*/ 281845 h 676275"/>
                <a:gd name="connsiteX1896" fmla="*/ 340805 w 504825"/>
                <a:gd name="connsiteY1896" fmla="*/ 281845 h 676275"/>
                <a:gd name="connsiteX1897" fmla="*/ 336804 w 504825"/>
                <a:gd name="connsiteY1897" fmla="*/ 282512 h 676275"/>
                <a:gd name="connsiteX1898" fmla="*/ 335756 w 504825"/>
                <a:gd name="connsiteY1898" fmla="*/ 282512 h 676275"/>
                <a:gd name="connsiteX1899" fmla="*/ 334708 w 504825"/>
                <a:gd name="connsiteY1899" fmla="*/ 282321 h 676275"/>
                <a:gd name="connsiteX1900" fmla="*/ 334232 w 504825"/>
                <a:gd name="connsiteY1900" fmla="*/ 282130 h 676275"/>
                <a:gd name="connsiteX1901" fmla="*/ 328041 w 504825"/>
                <a:gd name="connsiteY1901" fmla="*/ 278416 h 676275"/>
                <a:gd name="connsiteX1902" fmla="*/ 327374 w 504825"/>
                <a:gd name="connsiteY1902" fmla="*/ 278225 h 676275"/>
                <a:gd name="connsiteX1903" fmla="*/ 326803 w 504825"/>
                <a:gd name="connsiteY1903" fmla="*/ 278130 h 676275"/>
                <a:gd name="connsiteX1904" fmla="*/ 326231 w 504825"/>
                <a:gd name="connsiteY1904" fmla="*/ 278225 h 676275"/>
                <a:gd name="connsiteX1905" fmla="*/ 325755 w 504825"/>
                <a:gd name="connsiteY1905" fmla="*/ 278511 h 676275"/>
                <a:gd name="connsiteX1906" fmla="*/ 325183 w 504825"/>
                <a:gd name="connsiteY1906" fmla="*/ 279178 h 676275"/>
                <a:gd name="connsiteX1907" fmla="*/ 325088 w 504825"/>
                <a:gd name="connsiteY1907" fmla="*/ 279654 h 676275"/>
                <a:gd name="connsiteX1908" fmla="*/ 325088 w 504825"/>
                <a:gd name="connsiteY1908" fmla="*/ 280035 h 676275"/>
                <a:gd name="connsiteX1909" fmla="*/ 325183 w 504825"/>
                <a:gd name="connsiteY1909" fmla="*/ 280511 h 676275"/>
                <a:gd name="connsiteX1910" fmla="*/ 325850 w 504825"/>
                <a:gd name="connsiteY1910" fmla="*/ 281940 h 676275"/>
                <a:gd name="connsiteX1911" fmla="*/ 326231 w 504825"/>
                <a:gd name="connsiteY1911" fmla="*/ 283464 h 676275"/>
                <a:gd name="connsiteX1912" fmla="*/ 326326 w 504825"/>
                <a:gd name="connsiteY1912" fmla="*/ 284702 h 676275"/>
                <a:gd name="connsiteX1913" fmla="*/ 326231 w 504825"/>
                <a:gd name="connsiteY1913" fmla="*/ 285655 h 676275"/>
                <a:gd name="connsiteX1914" fmla="*/ 325279 w 504825"/>
                <a:gd name="connsiteY1914" fmla="*/ 290608 h 676275"/>
                <a:gd name="connsiteX1915" fmla="*/ 325183 w 504825"/>
                <a:gd name="connsiteY1915" fmla="*/ 291560 h 676275"/>
                <a:gd name="connsiteX1916" fmla="*/ 325279 w 504825"/>
                <a:gd name="connsiteY1916" fmla="*/ 292132 h 676275"/>
                <a:gd name="connsiteX1917" fmla="*/ 325564 w 504825"/>
                <a:gd name="connsiteY1917" fmla="*/ 293275 h 676275"/>
                <a:gd name="connsiteX1918" fmla="*/ 326803 w 504825"/>
                <a:gd name="connsiteY1918" fmla="*/ 296228 h 676275"/>
                <a:gd name="connsiteX1919" fmla="*/ 327184 w 504825"/>
                <a:gd name="connsiteY1919" fmla="*/ 298704 h 676275"/>
                <a:gd name="connsiteX1920" fmla="*/ 327374 w 504825"/>
                <a:gd name="connsiteY1920" fmla="*/ 302133 h 676275"/>
                <a:gd name="connsiteX1921" fmla="*/ 327660 w 504825"/>
                <a:gd name="connsiteY1921" fmla="*/ 304229 h 676275"/>
                <a:gd name="connsiteX1922" fmla="*/ 328136 w 504825"/>
                <a:gd name="connsiteY1922" fmla="*/ 304705 h 676275"/>
                <a:gd name="connsiteX1923" fmla="*/ 328993 w 504825"/>
                <a:gd name="connsiteY1923" fmla="*/ 305371 h 676275"/>
                <a:gd name="connsiteX1924" fmla="*/ 329851 w 504825"/>
                <a:gd name="connsiteY1924" fmla="*/ 305943 h 676275"/>
                <a:gd name="connsiteX1925" fmla="*/ 330232 w 504825"/>
                <a:gd name="connsiteY1925" fmla="*/ 306419 h 676275"/>
                <a:gd name="connsiteX1926" fmla="*/ 330517 w 504825"/>
                <a:gd name="connsiteY1926" fmla="*/ 307086 h 676275"/>
                <a:gd name="connsiteX1927" fmla="*/ 331089 w 504825"/>
                <a:gd name="connsiteY1927" fmla="*/ 310229 h 676275"/>
                <a:gd name="connsiteX1928" fmla="*/ 331280 w 504825"/>
                <a:gd name="connsiteY1928" fmla="*/ 310801 h 676275"/>
                <a:gd name="connsiteX1929" fmla="*/ 331565 w 504825"/>
                <a:gd name="connsiteY1929" fmla="*/ 311277 h 676275"/>
                <a:gd name="connsiteX1930" fmla="*/ 331946 w 504825"/>
                <a:gd name="connsiteY1930" fmla="*/ 311658 h 676275"/>
                <a:gd name="connsiteX1931" fmla="*/ 332422 w 504825"/>
                <a:gd name="connsiteY1931" fmla="*/ 311944 h 676275"/>
                <a:gd name="connsiteX1932" fmla="*/ 334518 w 504825"/>
                <a:gd name="connsiteY1932" fmla="*/ 312801 h 676275"/>
                <a:gd name="connsiteX1933" fmla="*/ 334899 w 504825"/>
                <a:gd name="connsiteY1933" fmla="*/ 313087 h 676275"/>
                <a:gd name="connsiteX1934" fmla="*/ 335280 w 504825"/>
                <a:gd name="connsiteY1934" fmla="*/ 313658 h 676275"/>
                <a:gd name="connsiteX1935" fmla="*/ 335566 w 504825"/>
                <a:gd name="connsiteY1935" fmla="*/ 314516 h 676275"/>
                <a:gd name="connsiteX1936" fmla="*/ 335947 w 504825"/>
                <a:gd name="connsiteY1936" fmla="*/ 316039 h 676275"/>
                <a:gd name="connsiteX1937" fmla="*/ 335947 w 504825"/>
                <a:gd name="connsiteY1937" fmla="*/ 316992 h 676275"/>
                <a:gd name="connsiteX1938" fmla="*/ 335851 w 504825"/>
                <a:gd name="connsiteY1938" fmla="*/ 317754 h 676275"/>
                <a:gd name="connsiteX1939" fmla="*/ 335566 w 504825"/>
                <a:gd name="connsiteY1939" fmla="*/ 318230 h 676275"/>
                <a:gd name="connsiteX1940" fmla="*/ 335280 w 504825"/>
                <a:gd name="connsiteY1940" fmla="*/ 318707 h 676275"/>
                <a:gd name="connsiteX1941" fmla="*/ 334994 w 504825"/>
                <a:gd name="connsiteY1941" fmla="*/ 319278 h 676275"/>
                <a:gd name="connsiteX1942" fmla="*/ 334708 w 504825"/>
                <a:gd name="connsiteY1942" fmla="*/ 319945 h 676275"/>
                <a:gd name="connsiteX1943" fmla="*/ 334518 w 504825"/>
                <a:gd name="connsiteY1943" fmla="*/ 320992 h 676275"/>
                <a:gd name="connsiteX1944" fmla="*/ 334708 w 504825"/>
                <a:gd name="connsiteY1944" fmla="*/ 321659 h 676275"/>
                <a:gd name="connsiteX1945" fmla="*/ 334994 w 504825"/>
                <a:gd name="connsiteY1945" fmla="*/ 322136 h 676275"/>
                <a:gd name="connsiteX1946" fmla="*/ 335470 w 504825"/>
                <a:gd name="connsiteY1946" fmla="*/ 322421 h 676275"/>
                <a:gd name="connsiteX1947" fmla="*/ 338423 w 504825"/>
                <a:gd name="connsiteY1947" fmla="*/ 323374 h 676275"/>
                <a:gd name="connsiteX1948" fmla="*/ 339376 w 504825"/>
                <a:gd name="connsiteY1948" fmla="*/ 323850 h 676275"/>
                <a:gd name="connsiteX1949" fmla="*/ 339852 w 504825"/>
                <a:gd name="connsiteY1949" fmla="*/ 324136 h 676275"/>
                <a:gd name="connsiteX1950" fmla="*/ 340233 w 504825"/>
                <a:gd name="connsiteY1950" fmla="*/ 324517 h 676275"/>
                <a:gd name="connsiteX1951" fmla="*/ 340519 w 504825"/>
                <a:gd name="connsiteY1951" fmla="*/ 324898 h 676275"/>
                <a:gd name="connsiteX1952" fmla="*/ 341281 w 504825"/>
                <a:gd name="connsiteY1952" fmla="*/ 326231 h 676275"/>
                <a:gd name="connsiteX1953" fmla="*/ 341662 w 504825"/>
                <a:gd name="connsiteY1953" fmla="*/ 326612 h 676275"/>
                <a:gd name="connsiteX1954" fmla="*/ 342043 w 504825"/>
                <a:gd name="connsiteY1954" fmla="*/ 326803 h 676275"/>
                <a:gd name="connsiteX1955" fmla="*/ 342519 w 504825"/>
                <a:gd name="connsiteY1955" fmla="*/ 326803 h 676275"/>
                <a:gd name="connsiteX1956" fmla="*/ 342900 w 504825"/>
                <a:gd name="connsiteY1956" fmla="*/ 326612 h 676275"/>
                <a:gd name="connsiteX1957" fmla="*/ 343281 w 504825"/>
                <a:gd name="connsiteY1957" fmla="*/ 326326 h 676275"/>
                <a:gd name="connsiteX1958" fmla="*/ 343662 w 504825"/>
                <a:gd name="connsiteY1958" fmla="*/ 325946 h 676275"/>
                <a:gd name="connsiteX1959" fmla="*/ 343948 w 504825"/>
                <a:gd name="connsiteY1959" fmla="*/ 325469 h 676275"/>
                <a:gd name="connsiteX1960" fmla="*/ 344233 w 504825"/>
                <a:gd name="connsiteY1960" fmla="*/ 324993 h 676275"/>
                <a:gd name="connsiteX1961" fmla="*/ 344424 w 504825"/>
                <a:gd name="connsiteY1961" fmla="*/ 324421 h 676275"/>
                <a:gd name="connsiteX1962" fmla="*/ 344424 w 504825"/>
                <a:gd name="connsiteY1962" fmla="*/ 323850 h 676275"/>
                <a:gd name="connsiteX1963" fmla="*/ 344329 w 504825"/>
                <a:gd name="connsiteY1963" fmla="*/ 323279 h 676275"/>
                <a:gd name="connsiteX1964" fmla="*/ 344329 w 504825"/>
                <a:gd name="connsiteY1964" fmla="*/ 322802 h 676275"/>
                <a:gd name="connsiteX1965" fmla="*/ 344519 w 504825"/>
                <a:gd name="connsiteY1965" fmla="*/ 322326 h 676275"/>
                <a:gd name="connsiteX1966" fmla="*/ 344900 w 504825"/>
                <a:gd name="connsiteY1966" fmla="*/ 322040 h 676275"/>
                <a:gd name="connsiteX1967" fmla="*/ 345376 w 504825"/>
                <a:gd name="connsiteY1967" fmla="*/ 321850 h 676275"/>
                <a:gd name="connsiteX1968" fmla="*/ 345948 w 504825"/>
                <a:gd name="connsiteY1968" fmla="*/ 321755 h 676275"/>
                <a:gd name="connsiteX1969" fmla="*/ 346615 w 504825"/>
                <a:gd name="connsiteY1969" fmla="*/ 321850 h 676275"/>
                <a:gd name="connsiteX1970" fmla="*/ 347186 w 504825"/>
                <a:gd name="connsiteY1970" fmla="*/ 322040 h 676275"/>
                <a:gd name="connsiteX1971" fmla="*/ 349091 w 504825"/>
                <a:gd name="connsiteY1971" fmla="*/ 323088 h 676275"/>
                <a:gd name="connsiteX1972" fmla="*/ 349663 w 504825"/>
                <a:gd name="connsiteY1972" fmla="*/ 323279 h 676275"/>
                <a:gd name="connsiteX1973" fmla="*/ 350234 w 504825"/>
                <a:gd name="connsiteY1973" fmla="*/ 323469 h 676275"/>
                <a:gd name="connsiteX1974" fmla="*/ 350901 w 504825"/>
                <a:gd name="connsiteY1974" fmla="*/ 323564 h 676275"/>
                <a:gd name="connsiteX1975" fmla="*/ 351472 w 504825"/>
                <a:gd name="connsiteY1975" fmla="*/ 323469 h 676275"/>
                <a:gd name="connsiteX1976" fmla="*/ 353187 w 504825"/>
                <a:gd name="connsiteY1976" fmla="*/ 323088 h 676275"/>
                <a:gd name="connsiteX1977" fmla="*/ 354901 w 504825"/>
                <a:gd name="connsiteY1977" fmla="*/ 322897 h 676275"/>
                <a:gd name="connsiteX1978" fmla="*/ 355663 w 504825"/>
                <a:gd name="connsiteY1978" fmla="*/ 323088 h 676275"/>
                <a:gd name="connsiteX1979" fmla="*/ 356425 w 504825"/>
                <a:gd name="connsiteY1979" fmla="*/ 323564 h 676275"/>
                <a:gd name="connsiteX1980" fmla="*/ 357378 w 504825"/>
                <a:gd name="connsiteY1980" fmla="*/ 324707 h 676275"/>
                <a:gd name="connsiteX1981" fmla="*/ 357854 w 504825"/>
                <a:gd name="connsiteY1981" fmla="*/ 325469 h 676275"/>
                <a:gd name="connsiteX1982" fmla="*/ 358045 w 504825"/>
                <a:gd name="connsiteY1982" fmla="*/ 326136 h 676275"/>
                <a:gd name="connsiteX1983" fmla="*/ 358045 w 504825"/>
                <a:gd name="connsiteY1983" fmla="*/ 326803 h 676275"/>
                <a:gd name="connsiteX1984" fmla="*/ 357949 w 504825"/>
                <a:gd name="connsiteY1984" fmla="*/ 327374 h 676275"/>
                <a:gd name="connsiteX1985" fmla="*/ 356901 w 504825"/>
                <a:gd name="connsiteY1985" fmla="*/ 330137 h 676275"/>
                <a:gd name="connsiteX1986" fmla="*/ 356711 w 504825"/>
                <a:gd name="connsiteY1986" fmla="*/ 330899 h 676275"/>
                <a:gd name="connsiteX1987" fmla="*/ 355187 w 504825"/>
                <a:gd name="connsiteY1987" fmla="*/ 335661 h 676275"/>
                <a:gd name="connsiteX1988" fmla="*/ 355092 w 504825"/>
                <a:gd name="connsiteY1988" fmla="*/ 336328 h 676275"/>
                <a:gd name="connsiteX1989" fmla="*/ 354997 w 504825"/>
                <a:gd name="connsiteY1989" fmla="*/ 337090 h 676275"/>
                <a:gd name="connsiteX1990" fmla="*/ 354997 w 504825"/>
                <a:gd name="connsiteY1990" fmla="*/ 338042 h 676275"/>
                <a:gd name="connsiteX1991" fmla="*/ 355187 w 504825"/>
                <a:gd name="connsiteY1991" fmla="*/ 338709 h 676275"/>
                <a:gd name="connsiteX1992" fmla="*/ 355473 w 504825"/>
                <a:gd name="connsiteY1992" fmla="*/ 339471 h 676275"/>
                <a:gd name="connsiteX1993" fmla="*/ 355854 w 504825"/>
                <a:gd name="connsiteY1993" fmla="*/ 339947 h 676275"/>
                <a:gd name="connsiteX1994" fmla="*/ 356235 w 504825"/>
                <a:gd name="connsiteY1994" fmla="*/ 340328 h 676275"/>
                <a:gd name="connsiteX1995" fmla="*/ 356711 w 504825"/>
                <a:gd name="connsiteY1995" fmla="*/ 340614 h 676275"/>
                <a:gd name="connsiteX1996" fmla="*/ 362998 w 504825"/>
                <a:gd name="connsiteY1996" fmla="*/ 343376 h 676275"/>
                <a:gd name="connsiteX1997" fmla="*/ 363569 w 504825"/>
                <a:gd name="connsiteY1997" fmla="*/ 343853 h 676275"/>
                <a:gd name="connsiteX1998" fmla="*/ 364141 w 504825"/>
                <a:gd name="connsiteY1998" fmla="*/ 344424 h 676275"/>
                <a:gd name="connsiteX1999" fmla="*/ 365093 w 504825"/>
                <a:gd name="connsiteY1999" fmla="*/ 345567 h 676275"/>
                <a:gd name="connsiteX2000" fmla="*/ 365474 w 504825"/>
                <a:gd name="connsiteY2000" fmla="*/ 346329 h 676275"/>
                <a:gd name="connsiteX2001" fmla="*/ 365665 w 504825"/>
                <a:gd name="connsiteY2001" fmla="*/ 346996 h 676275"/>
                <a:gd name="connsiteX2002" fmla="*/ 365855 w 504825"/>
                <a:gd name="connsiteY2002" fmla="*/ 348139 h 676275"/>
                <a:gd name="connsiteX2003" fmla="*/ 365950 w 504825"/>
                <a:gd name="connsiteY2003" fmla="*/ 349949 h 676275"/>
                <a:gd name="connsiteX2004" fmla="*/ 365474 w 504825"/>
                <a:gd name="connsiteY2004" fmla="*/ 355949 h 676275"/>
                <a:gd name="connsiteX2005" fmla="*/ 365474 w 504825"/>
                <a:gd name="connsiteY2005" fmla="*/ 356425 h 676275"/>
                <a:gd name="connsiteX2006" fmla="*/ 365379 w 504825"/>
                <a:gd name="connsiteY2006" fmla="*/ 356902 h 676275"/>
                <a:gd name="connsiteX2007" fmla="*/ 365569 w 504825"/>
                <a:gd name="connsiteY2007" fmla="*/ 358997 h 676275"/>
                <a:gd name="connsiteX2008" fmla="*/ 366998 w 504825"/>
                <a:gd name="connsiteY2008" fmla="*/ 358902 h 676275"/>
                <a:gd name="connsiteX2009" fmla="*/ 368427 w 504825"/>
                <a:gd name="connsiteY2009" fmla="*/ 358997 h 676275"/>
                <a:gd name="connsiteX2010" fmla="*/ 372523 w 504825"/>
                <a:gd name="connsiteY2010" fmla="*/ 360712 h 676275"/>
                <a:gd name="connsiteX2011" fmla="*/ 376047 w 504825"/>
                <a:gd name="connsiteY2011" fmla="*/ 363760 h 676275"/>
                <a:gd name="connsiteX2012" fmla="*/ 378523 w 504825"/>
                <a:gd name="connsiteY2012" fmla="*/ 367570 h 676275"/>
                <a:gd name="connsiteX2013" fmla="*/ 379762 w 504825"/>
                <a:gd name="connsiteY2013" fmla="*/ 370142 h 676275"/>
                <a:gd name="connsiteX2014" fmla="*/ 381381 w 504825"/>
                <a:gd name="connsiteY2014" fmla="*/ 373571 h 676275"/>
                <a:gd name="connsiteX2015" fmla="*/ 383667 w 504825"/>
                <a:gd name="connsiteY2015" fmla="*/ 375952 h 676275"/>
                <a:gd name="connsiteX2016" fmla="*/ 386239 w 504825"/>
                <a:gd name="connsiteY2016" fmla="*/ 377000 h 676275"/>
                <a:gd name="connsiteX2017" fmla="*/ 388810 w 504825"/>
                <a:gd name="connsiteY2017" fmla="*/ 377285 h 676275"/>
                <a:gd name="connsiteX2018" fmla="*/ 390906 w 504825"/>
                <a:gd name="connsiteY2018" fmla="*/ 378238 h 676275"/>
                <a:gd name="connsiteX2019" fmla="*/ 392334 w 504825"/>
                <a:gd name="connsiteY2019" fmla="*/ 378238 h 676275"/>
                <a:gd name="connsiteX2020" fmla="*/ 393573 w 504825"/>
                <a:gd name="connsiteY2020" fmla="*/ 377095 h 676275"/>
                <a:gd name="connsiteX2021" fmla="*/ 395192 w 504825"/>
                <a:gd name="connsiteY2021" fmla="*/ 376238 h 676275"/>
                <a:gd name="connsiteX2022" fmla="*/ 397573 w 504825"/>
                <a:gd name="connsiteY2022" fmla="*/ 374999 h 676275"/>
                <a:gd name="connsiteX2023" fmla="*/ 402336 w 504825"/>
                <a:gd name="connsiteY2023" fmla="*/ 371380 h 676275"/>
                <a:gd name="connsiteX2024" fmla="*/ 403765 w 504825"/>
                <a:gd name="connsiteY2024" fmla="*/ 370904 h 676275"/>
                <a:gd name="connsiteX2025" fmla="*/ 405765 w 504825"/>
                <a:gd name="connsiteY2025" fmla="*/ 369475 h 676275"/>
                <a:gd name="connsiteX2026" fmla="*/ 407098 w 504825"/>
                <a:gd name="connsiteY2026" fmla="*/ 368617 h 676275"/>
                <a:gd name="connsiteX2027" fmla="*/ 406336 w 504825"/>
                <a:gd name="connsiteY2027" fmla="*/ 367093 h 676275"/>
                <a:gd name="connsiteX2028" fmla="*/ 406908 w 504825"/>
                <a:gd name="connsiteY2028" fmla="*/ 366046 h 676275"/>
                <a:gd name="connsiteX2029" fmla="*/ 409575 w 504825"/>
                <a:gd name="connsiteY2029" fmla="*/ 366236 h 676275"/>
                <a:gd name="connsiteX2030" fmla="*/ 411956 w 504825"/>
                <a:gd name="connsiteY2030" fmla="*/ 366141 h 676275"/>
                <a:gd name="connsiteX2031" fmla="*/ 414338 w 504825"/>
                <a:gd name="connsiteY2031" fmla="*/ 364808 h 676275"/>
                <a:gd name="connsiteX2032" fmla="*/ 416719 w 504825"/>
                <a:gd name="connsiteY2032" fmla="*/ 364903 h 676275"/>
                <a:gd name="connsiteX2033" fmla="*/ 419767 w 504825"/>
                <a:gd name="connsiteY2033" fmla="*/ 365570 h 676275"/>
                <a:gd name="connsiteX2034" fmla="*/ 423005 w 504825"/>
                <a:gd name="connsiteY2034" fmla="*/ 366236 h 676275"/>
                <a:gd name="connsiteX2035" fmla="*/ 426720 w 504825"/>
                <a:gd name="connsiteY2035" fmla="*/ 366141 h 676275"/>
                <a:gd name="connsiteX2036" fmla="*/ 428434 w 504825"/>
                <a:gd name="connsiteY2036" fmla="*/ 365760 h 676275"/>
                <a:gd name="connsiteX2037" fmla="*/ 430054 w 504825"/>
                <a:gd name="connsiteY2037" fmla="*/ 364522 h 676275"/>
                <a:gd name="connsiteX2038" fmla="*/ 431959 w 504825"/>
                <a:gd name="connsiteY2038" fmla="*/ 363284 h 676275"/>
                <a:gd name="connsiteX2039" fmla="*/ 433388 w 504825"/>
                <a:gd name="connsiteY2039" fmla="*/ 360045 h 676275"/>
                <a:gd name="connsiteX2040" fmla="*/ 434530 w 504825"/>
                <a:gd name="connsiteY2040" fmla="*/ 359378 h 676275"/>
                <a:gd name="connsiteX2041" fmla="*/ 434340 w 504825"/>
                <a:gd name="connsiteY2041" fmla="*/ 360807 h 676275"/>
                <a:gd name="connsiteX2042" fmla="*/ 435483 w 504825"/>
                <a:gd name="connsiteY2042" fmla="*/ 362331 h 676275"/>
                <a:gd name="connsiteX2043" fmla="*/ 435102 w 504825"/>
                <a:gd name="connsiteY2043" fmla="*/ 363569 h 676275"/>
                <a:gd name="connsiteX2044" fmla="*/ 436912 w 504825"/>
                <a:gd name="connsiteY2044" fmla="*/ 363188 h 676275"/>
                <a:gd name="connsiteX2045" fmla="*/ 440341 w 504825"/>
                <a:gd name="connsiteY2045" fmla="*/ 361569 h 676275"/>
                <a:gd name="connsiteX2046" fmla="*/ 442246 w 504825"/>
                <a:gd name="connsiteY2046" fmla="*/ 361474 h 676275"/>
                <a:gd name="connsiteX2047" fmla="*/ 441198 w 504825"/>
                <a:gd name="connsiteY2047" fmla="*/ 362045 h 676275"/>
                <a:gd name="connsiteX2048" fmla="*/ 440722 w 504825"/>
                <a:gd name="connsiteY2048" fmla="*/ 362998 h 676275"/>
                <a:gd name="connsiteX2049" fmla="*/ 440436 w 504825"/>
                <a:gd name="connsiteY2049" fmla="*/ 364046 h 676275"/>
                <a:gd name="connsiteX2050" fmla="*/ 439959 w 504825"/>
                <a:gd name="connsiteY2050" fmla="*/ 364998 h 676275"/>
                <a:gd name="connsiteX2051" fmla="*/ 439198 w 504825"/>
                <a:gd name="connsiteY2051" fmla="*/ 365665 h 676275"/>
                <a:gd name="connsiteX2052" fmla="*/ 436150 w 504825"/>
                <a:gd name="connsiteY2052" fmla="*/ 367760 h 676275"/>
                <a:gd name="connsiteX2053" fmla="*/ 436150 w 504825"/>
                <a:gd name="connsiteY2053" fmla="*/ 368522 h 676275"/>
                <a:gd name="connsiteX2054" fmla="*/ 437483 w 504825"/>
                <a:gd name="connsiteY2054" fmla="*/ 368427 h 676275"/>
                <a:gd name="connsiteX2055" fmla="*/ 438721 w 504825"/>
                <a:gd name="connsiteY2055" fmla="*/ 367855 h 676275"/>
                <a:gd name="connsiteX2056" fmla="*/ 439864 w 504825"/>
                <a:gd name="connsiteY2056" fmla="*/ 366998 h 676275"/>
                <a:gd name="connsiteX2057" fmla="*/ 444151 w 504825"/>
                <a:gd name="connsiteY2057" fmla="*/ 362807 h 676275"/>
                <a:gd name="connsiteX2058" fmla="*/ 445960 w 504825"/>
                <a:gd name="connsiteY2058" fmla="*/ 361759 h 676275"/>
                <a:gd name="connsiteX2059" fmla="*/ 447865 w 504825"/>
                <a:gd name="connsiteY2059" fmla="*/ 359378 h 676275"/>
                <a:gd name="connsiteX2060" fmla="*/ 449675 w 504825"/>
                <a:gd name="connsiteY2060" fmla="*/ 357473 h 676275"/>
                <a:gd name="connsiteX2061" fmla="*/ 452151 w 504825"/>
                <a:gd name="connsiteY2061" fmla="*/ 354425 h 676275"/>
                <a:gd name="connsiteX2062" fmla="*/ 455009 w 504825"/>
                <a:gd name="connsiteY2062" fmla="*/ 350996 h 676275"/>
                <a:gd name="connsiteX2063" fmla="*/ 459486 w 504825"/>
                <a:gd name="connsiteY2063" fmla="*/ 344710 h 676275"/>
                <a:gd name="connsiteX2064" fmla="*/ 461010 w 504825"/>
                <a:gd name="connsiteY2064" fmla="*/ 343853 h 676275"/>
                <a:gd name="connsiteX2065" fmla="*/ 462820 w 504825"/>
                <a:gd name="connsiteY2065" fmla="*/ 344424 h 676275"/>
                <a:gd name="connsiteX2066" fmla="*/ 465201 w 504825"/>
                <a:gd name="connsiteY2066" fmla="*/ 343662 h 676275"/>
                <a:gd name="connsiteX2067" fmla="*/ 467106 w 504825"/>
                <a:gd name="connsiteY2067" fmla="*/ 341757 h 676275"/>
                <a:gd name="connsiteX2068" fmla="*/ 468439 w 504825"/>
                <a:gd name="connsiteY2068" fmla="*/ 338900 h 676275"/>
                <a:gd name="connsiteX2069" fmla="*/ 469106 w 504825"/>
                <a:gd name="connsiteY2069" fmla="*/ 336709 h 676275"/>
                <a:gd name="connsiteX2070" fmla="*/ 468439 w 504825"/>
                <a:gd name="connsiteY2070" fmla="*/ 334423 h 676275"/>
                <a:gd name="connsiteX2071" fmla="*/ 466344 w 504825"/>
                <a:gd name="connsiteY2071" fmla="*/ 330899 h 676275"/>
                <a:gd name="connsiteX2072" fmla="*/ 465201 w 504825"/>
                <a:gd name="connsiteY2072" fmla="*/ 330517 h 676275"/>
                <a:gd name="connsiteX2073" fmla="*/ 465677 w 504825"/>
                <a:gd name="connsiteY2073" fmla="*/ 326231 h 676275"/>
                <a:gd name="connsiteX2074" fmla="*/ 467201 w 504825"/>
                <a:gd name="connsiteY2074" fmla="*/ 322136 h 676275"/>
                <a:gd name="connsiteX2075" fmla="*/ 466344 w 504825"/>
                <a:gd name="connsiteY2075" fmla="*/ 321564 h 676275"/>
                <a:gd name="connsiteX2076" fmla="*/ 465677 w 504825"/>
                <a:gd name="connsiteY2076" fmla="*/ 321850 h 676275"/>
                <a:gd name="connsiteX2077" fmla="*/ 464058 w 504825"/>
                <a:gd name="connsiteY2077" fmla="*/ 325088 h 676275"/>
                <a:gd name="connsiteX2078" fmla="*/ 463010 w 504825"/>
                <a:gd name="connsiteY2078" fmla="*/ 326136 h 676275"/>
                <a:gd name="connsiteX2079" fmla="*/ 463201 w 504825"/>
                <a:gd name="connsiteY2079" fmla="*/ 325184 h 676275"/>
                <a:gd name="connsiteX2080" fmla="*/ 463391 w 504825"/>
                <a:gd name="connsiteY2080" fmla="*/ 324231 h 676275"/>
                <a:gd name="connsiteX2081" fmla="*/ 463677 w 504825"/>
                <a:gd name="connsiteY2081" fmla="*/ 323374 h 676275"/>
                <a:gd name="connsiteX2082" fmla="*/ 464058 w 504825"/>
                <a:gd name="connsiteY2082" fmla="*/ 322517 h 676275"/>
                <a:gd name="connsiteX2083" fmla="*/ 463201 w 504825"/>
                <a:gd name="connsiteY2083" fmla="*/ 322993 h 676275"/>
                <a:gd name="connsiteX2084" fmla="*/ 461296 w 504825"/>
                <a:gd name="connsiteY2084" fmla="*/ 324612 h 676275"/>
                <a:gd name="connsiteX2085" fmla="*/ 461296 w 504825"/>
                <a:gd name="connsiteY2085" fmla="*/ 322612 h 676275"/>
                <a:gd name="connsiteX2086" fmla="*/ 462439 w 504825"/>
                <a:gd name="connsiteY2086" fmla="*/ 321088 h 676275"/>
                <a:gd name="connsiteX2087" fmla="*/ 464248 w 504825"/>
                <a:gd name="connsiteY2087" fmla="*/ 320040 h 676275"/>
                <a:gd name="connsiteX2088" fmla="*/ 466058 w 504825"/>
                <a:gd name="connsiteY2088" fmla="*/ 319659 h 676275"/>
                <a:gd name="connsiteX2089" fmla="*/ 467106 w 504825"/>
                <a:gd name="connsiteY2089" fmla="*/ 319754 h 676275"/>
                <a:gd name="connsiteX2090" fmla="*/ 467392 w 504825"/>
                <a:gd name="connsiteY2090" fmla="*/ 319850 h 676275"/>
                <a:gd name="connsiteX2091" fmla="*/ 468820 w 504825"/>
                <a:gd name="connsiteY2091" fmla="*/ 317563 h 676275"/>
                <a:gd name="connsiteX2092" fmla="*/ 469773 w 504825"/>
                <a:gd name="connsiteY2092" fmla="*/ 315182 h 676275"/>
                <a:gd name="connsiteX2093" fmla="*/ 471773 w 504825"/>
                <a:gd name="connsiteY2093" fmla="*/ 307467 h 676275"/>
                <a:gd name="connsiteX2094" fmla="*/ 472630 w 504825"/>
                <a:gd name="connsiteY2094" fmla="*/ 305753 h 676275"/>
                <a:gd name="connsiteX2095" fmla="*/ 473107 w 504825"/>
                <a:gd name="connsiteY2095" fmla="*/ 305371 h 676275"/>
                <a:gd name="connsiteX2096" fmla="*/ 474059 w 504825"/>
                <a:gd name="connsiteY2096" fmla="*/ 304038 h 676275"/>
                <a:gd name="connsiteX2097" fmla="*/ 475488 w 504825"/>
                <a:gd name="connsiteY2097" fmla="*/ 302895 h 676275"/>
                <a:gd name="connsiteX2098" fmla="*/ 477583 w 504825"/>
                <a:gd name="connsiteY2098" fmla="*/ 300990 h 676275"/>
                <a:gd name="connsiteX2099" fmla="*/ 479012 w 504825"/>
                <a:gd name="connsiteY2099" fmla="*/ 299180 h 676275"/>
                <a:gd name="connsiteX2100" fmla="*/ 481965 w 504825"/>
                <a:gd name="connsiteY2100" fmla="*/ 297180 h 676275"/>
                <a:gd name="connsiteX2101" fmla="*/ 484251 w 504825"/>
                <a:gd name="connsiteY2101" fmla="*/ 297371 h 676275"/>
                <a:gd name="connsiteX2102" fmla="*/ 487108 w 504825"/>
                <a:gd name="connsiteY2102" fmla="*/ 297180 h 676275"/>
                <a:gd name="connsiteX2103" fmla="*/ 486632 w 504825"/>
                <a:gd name="connsiteY2103" fmla="*/ 294418 h 676275"/>
                <a:gd name="connsiteX2104" fmla="*/ 486251 w 504825"/>
                <a:gd name="connsiteY2104" fmla="*/ 292703 h 676275"/>
                <a:gd name="connsiteX2105" fmla="*/ 486632 w 504825"/>
                <a:gd name="connsiteY2105" fmla="*/ 291275 h 676275"/>
                <a:gd name="connsiteX2106" fmla="*/ 487489 w 504825"/>
                <a:gd name="connsiteY2106" fmla="*/ 289274 h 676275"/>
                <a:gd name="connsiteX2107" fmla="*/ 488918 w 504825"/>
                <a:gd name="connsiteY2107" fmla="*/ 288417 h 676275"/>
                <a:gd name="connsiteX2108" fmla="*/ 490347 w 504825"/>
                <a:gd name="connsiteY2108" fmla="*/ 287846 h 676275"/>
                <a:gd name="connsiteX2109" fmla="*/ 492823 w 504825"/>
                <a:gd name="connsiteY2109" fmla="*/ 287655 h 676275"/>
                <a:gd name="connsiteX2110" fmla="*/ 494252 w 504825"/>
                <a:gd name="connsiteY2110" fmla="*/ 287179 h 676275"/>
                <a:gd name="connsiteX2111" fmla="*/ 497491 w 504825"/>
                <a:gd name="connsiteY2111" fmla="*/ 284893 h 676275"/>
                <a:gd name="connsiteX2112" fmla="*/ 501301 w 504825"/>
                <a:gd name="connsiteY2112" fmla="*/ 284702 h 676275"/>
                <a:gd name="connsiteX2113" fmla="*/ 504634 w 504825"/>
                <a:gd name="connsiteY2113" fmla="*/ 282892 h 676275"/>
                <a:gd name="connsiteX2114" fmla="*/ 506634 w 504825"/>
                <a:gd name="connsiteY2114" fmla="*/ 283083 h 676275"/>
                <a:gd name="connsiteX2115" fmla="*/ 508063 w 504825"/>
                <a:gd name="connsiteY2115" fmla="*/ 281750 h 676275"/>
                <a:gd name="connsiteX2116" fmla="*/ 509588 w 504825"/>
                <a:gd name="connsiteY2116" fmla="*/ 280797 h 676275"/>
                <a:gd name="connsiteX2117" fmla="*/ 512731 w 504825"/>
                <a:gd name="connsiteY2117" fmla="*/ 279463 h 676275"/>
                <a:gd name="connsiteX2118" fmla="*/ 512731 w 504825"/>
                <a:gd name="connsiteY2118" fmla="*/ 279463 h 676275"/>
                <a:gd name="connsiteX2119" fmla="*/ 512540 w 504825"/>
                <a:gd name="connsiteY2119" fmla="*/ 278701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</a:cxnLst>
              <a:rect l="l" t="t" r="r" b="b"/>
              <a:pathLst>
                <a:path w="504825" h="676275">
                  <a:moveTo>
                    <a:pt x="415385" y="373475"/>
                  </a:moveTo>
                  <a:lnTo>
                    <a:pt x="413956" y="374142"/>
                  </a:lnTo>
                  <a:lnTo>
                    <a:pt x="415099" y="376142"/>
                  </a:lnTo>
                  <a:lnTo>
                    <a:pt x="413575" y="377666"/>
                  </a:lnTo>
                  <a:lnTo>
                    <a:pt x="411004" y="380238"/>
                  </a:lnTo>
                  <a:lnTo>
                    <a:pt x="409575" y="380809"/>
                  </a:lnTo>
                  <a:lnTo>
                    <a:pt x="406908" y="376333"/>
                  </a:lnTo>
                  <a:lnTo>
                    <a:pt x="403860" y="375952"/>
                  </a:lnTo>
                  <a:lnTo>
                    <a:pt x="403098" y="376714"/>
                  </a:lnTo>
                  <a:lnTo>
                    <a:pt x="402336" y="380429"/>
                  </a:lnTo>
                  <a:lnTo>
                    <a:pt x="402431" y="384048"/>
                  </a:lnTo>
                  <a:lnTo>
                    <a:pt x="404050" y="386810"/>
                  </a:lnTo>
                  <a:lnTo>
                    <a:pt x="403193" y="387667"/>
                  </a:lnTo>
                  <a:lnTo>
                    <a:pt x="405003" y="389287"/>
                  </a:lnTo>
                  <a:lnTo>
                    <a:pt x="405955" y="389287"/>
                  </a:lnTo>
                  <a:lnTo>
                    <a:pt x="412337" y="383858"/>
                  </a:lnTo>
                  <a:lnTo>
                    <a:pt x="416719" y="376428"/>
                  </a:lnTo>
                  <a:lnTo>
                    <a:pt x="416719" y="375285"/>
                  </a:lnTo>
                  <a:lnTo>
                    <a:pt x="415385" y="373475"/>
                  </a:lnTo>
                  <a:close/>
                  <a:moveTo>
                    <a:pt x="300133" y="297085"/>
                  </a:moveTo>
                  <a:lnTo>
                    <a:pt x="300609" y="296609"/>
                  </a:lnTo>
                  <a:lnTo>
                    <a:pt x="301085" y="296323"/>
                  </a:lnTo>
                  <a:lnTo>
                    <a:pt x="304609" y="295084"/>
                  </a:lnTo>
                  <a:lnTo>
                    <a:pt x="305086" y="294894"/>
                  </a:lnTo>
                  <a:lnTo>
                    <a:pt x="305467" y="294608"/>
                  </a:lnTo>
                  <a:lnTo>
                    <a:pt x="305752" y="294132"/>
                  </a:lnTo>
                  <a:lnTo>
                    <a:pt x="305848" y="293561"/>
                  </a:lnTo>
                  <a:lnTo>
                    <a:pt x="305562" y="292894"/>
                  </a:lnTo>
                  <a:lnTo>
                    <a:pt x="305181" y="292417"/>
                  </a:lnTo>
                  <a:lnTo>
                    <a:pt x="304609" y="292132"/>
                  </a:lnTo>
                  <a:lnTo>
                    <a:pt x="304038" y="292037"/>
                  </a:lnTo>
                  <a:lnTo>
                    <a:pt x="302800" y="292037"/>
                  </a:lnTo>
                  <a:lnTo>
                    <a:pt x="301466" y="291846"/>
                  </a:lnTo>
                  <a:lnTo>
                    <a:pt x="300323" y="291465"/>
                  </a:lnTo>
                  <a:lnTo>
                    <a:pt x="299847" y="291179"/>
                  </a:lnTo>
                  <a:lnTo>
                    <a:pt x="299466" y="290893"/>
                  </a:lnTo>
                  <a:lnTo>
                    <a:pt x="299085" y="290513"/>
                  </a:lnTo>
                  <a:lnTo>
                    <a:pt x="298132" y="289274"/>
                  </a:lnTo>
                  <a:lnTo>
                    <a:pt x="297847" y="288798"/>
                  </a:lnTo>
                  <a:lnTo>
                    <a:pt x="297466" y="287750"/>
                  </a:lnTo>
                  <a:lnTo>
                    <a:pt x="296704" y="284512"/>
                  </a:lnTo>
                  <a:lnTo>
                    <a:pt x="296513" y="283369"/>
                  </a:lnTo>
                  <a:lnTo>
                    <a:pt x="296608" y="282607"/>
                  </a:lnTo>
                  <a:lnTo>
                    <a:pt x="296989" y="281368"/>
                  </a:lnTo>
                  <a:lnTo>
                    <a:pt x="297847" y="279368"/>
                  </a:lnTo>
                  <a:lnTo>
                    <a:pt x="301276" y="274225"/>
                  </a:lnTo>
                  <a:lnTo>
                    <a:pt x="302133" y="272605"/>
                  </a:lnTo>
                  <a:lnTo>
                    <a:pt x="303847" y="268414"/>
                  </a:lnTo>
                  <a:lnTo>
                    <a:pt x="289846" y="271272"/>
                  </a:lnTo>
                  <a:lnTo>
                    <a:pt x="285083" y="273939"/>
                  </a:lnTo>
                  <a:lnTo>
                    <a:pt x="284321" y="274225"/>
                  </a:lnTo>
                  <a:lnTo>
                    <a:pt x="283655" y="274415"/>
                  </a:lnTo>
                  <a:lnTo>
                    <a:pt x="270986" y="274130"/>
                  </a:lnTo>
                  <a:lnTo>
                    <a:pt x="268224" y="274701"/>
                  </a:lnTo>
                  <a:lnTo>
                    <a:pt x="266605" y="275368"/>
                  </a:lnTo>
                  <a:lnTo>
                    <a:pt x="265938" y="275939"/>
                  </a:lnTo>
                  <a:lnTo>
                    <a:pt x="265462" y="276606"/>
                  </a:lnTo>
                  <a:lnTo>
                    <a:pt x="265271" y="277939"/>
                  </a:lnTo>
                  <a:lnTo>
                    <a:pt x="264414" y="280988"/>
                  </a:lnTo>
                  <a:lnTo>
                    <a:pt x="264319" y="281654"/>
                  </a:lnTo>
                  <a:lnTo>
                    <a:pt x="264319" y="282321"/>
                  </a:lnTo>
                  <a:lnTo>
                    <a:pt x="264414" y="282892"/>
                  </a:lnTo>
                  <a:lnTo>
                    <a:pt x="264795" y="283940"/>
                  </a:lnTo>
                  <a:lnTo>
                    <a:pt x="265462" y="285274"/>
                  </a:lnTo>
                  <a:lnTo>
                    <a:pt x="266890" y="287369"/>
                  </a:lnTo>
                  <a:lnTo>
                    <a:pt x="267081" y="288131"/>
                  </a:lnTo>
                  <a:lnTo>
                    <a:pt x="267271" y="289465"/>
                  </a:lnTo>
                  <a:lnTo>
                    <a:pt x="267557" y="289846"/>
                  </a:lnTo>
                  <a:lnTo>
                    <a:pt x="268033" y="290132"/>
                  </a:lnTo>
                  <a:lnTo>
                    <a:pt x="269272" y="290322"/>
                  </a:lnTo>
                  <a:lnTo>
                    <a:pt x="269748" y="290608"/>
                  </a:lnTo>
                  <a:lnTo>
                    <a:pt x="270129" y="290989"/>
                  </a:lnTo>
                  <a:lnTo>
                    <a:pt x="270700" y="291846"/>
                  </a:lnTo>
                  <a:lnTo>
                    <a:pt x="271367" y="292608"/>
                  </a:lnTo>
                  <a:lnTo>
                    <a:pt x="272129" y="293656"/>
                  </a:lnTo>
                  <a:lnTo>
                    <a:pt x="272415" y="293942"/>
                  </a:lnTo>
                  <a:lnTo>
                    <a:pt x="272796" y="294132"/>
                  </a:lnTo>
                  <a:lnTo>
                    <a:pt x="273844" y="294608"/>
                  </a:lnTo>
                  <a:lnTo>
                    <a:pt x="274320" y="294894"/>
                  </a:lnTo>
                  <a:lnTo>
                    <a:pt x="275082" y="295561"/>
                  </a:lnTo>
                  <a:lnTo>
                    <a:pt x="275463" y="295751"/>
                  </a:lnTo>
                  <a:lnTo>
                    <a:pt x="276130" y="295751"/>
                  </a:lnTo>
                  <a:lnTo>
                    <a:pt x="276511" y="295180"/>
                  </a:lnTo>
                  <a:lnTo>
                    <a:pt x="276987" y="294513"/>
                  </a:lnTo>
                  <a:lnTo>
                    <a:pt x="277273" y="294418"/>
                  </a:lnTo>
                  <a:lnTo>
                    <a:pt x="277558" y="294704"/>
                  </a:lnTo>
                  <a:lnTo>
                    <a:pt x="277844" y="295084"/>
                  </a:lnTo>
                  <a:lnTo>
                    <a:pt x="278034" y="295561"/>
                  </a:lnTo>
                  <a:lnTo>
                    <a:pt x="279082" y="298799"/>
                  </a:lnTo>
                  <a:lnTo>
                    <a:pt x="279178" y="299561"/>
                  </a:lnTo>
                  <a:lnTo>
                    <a:pt x="279082" y="300418"/>
                  </a:lnTo>
                  <a:lnTo>
                    <a:pt x="278606" y="301657"/>
                  </a:lnTo>
                  <a:lnTo>
                    <a:pt x="277939" y="302514"/>
                  </a:lnTo>
                  <a:lnTo>
                    <a:pt x="277273" y="303657"/>
                  </a:lnTo>
                  <a:lnTo>
                    <a:pt x="277177" y="303943"/>
                  </a:lnTo>
                  <a:lnTo>
                    <a:pt x="275272" y="307181"/>
                  </a:lnTo>
                  <a:lnTo>
                    <a:pt x="274987" y="307753"/>
                  </a:lnTo>
                  <a:lnTo>
                    <a:pt x="274891" y="308134"/>
                  </a:lnTo>
                  <a:lnTo>
                    <a:pt x="274796" y="309372"/>
                  </a:lnTo>
                  <a:lnTo>
                    <a:pt x="274796" y="309848"/>
                  </a:lnTo>
                  <a:lnTo>
                    <a:pt x="274891" y="310610"/>
                  </a:lnTo>
                  <a:lnTo>
                    <a:pt x="276034" y="310515"/>
                  </a:lnTo>
                  <a:lnTo>
                    <a:pt x="277082" y="310705"/>
                  </a:lnTo>
                  <a:lnTo>
                    <a:pt x="277463" y="310801"/>
                  </a:lnTo>
                  <a:lnTo>
                    <a:pt x="278225" y="311182"/>
                  </a:lnTo>
                  <a:lnTo>
                    <a:pt x="279178" y="311849"/>
                  </a:lnTo>
                  <a:lnTo>
                    <a:pt x="281273" y="312896"/>
                  </a:lnTo>
                  <a:lnTo>
                    <a:pt x="287655" y="314706"/>
                  </a:lnTo>
                  <a:lnTo>
                    <a:pt x="294608" y="317659"/>
                  </a:lnTo>
                  <a:lnTo>
                    <a:pt x="295275" y="317754"/>
                  </a:lnTo>
                  <a:lnTo>
                    <a:pt x="295942" y="317754"/>
                  </a:lnTo>
                  <a:lnTo>
                    <a:pt x="297084" y="317563"/>
                  </a:lnTo>
                  <a:lnTo>
                    <a:pt x="297561" y="317373"/>
                  </a:lnTo>
                  <a:lnTo>
                    <a:pt x="297942" y="317087"/>
                  </a:lnTo>
                  <a:lnTo>
                    <a:pt x="298323" y="316611"/>
                  </a:lnTo>
                  <a:lnTo>
                    <a:pt x="298704" y="316039"/>
                  </a:lnTo>
                  <a:lnTo>
                    <a:pt x="299180" y="314992"/>
                  </a:lnTo>
                  <a:lnTo>
                    <a:pt x="299466" y="313754"/>
                  </a:lnTo>
                  <a:lnTo>
                    <a:pt x="299942" y="306896"/>
                  </a:lnTo>
                  <a:lnTo>
                    <a:pt x="300323" y="304991"/>
                  </a:lnTo>
                  <a:lnTo>
                    <a:pt x="300609" y="303943"/>
                  </a:lnTo>
                  <a:lnTo>
                    <a:pt x="300895" y="303276"/>
                  </a:lnTo>
                  <a:lnTo>
                    <a:pt x="301085" y="302705"/>
                  </a:lnTo>
                  <a:lnTo>
                    <a:pt x="301085" y="301942"/>
                  </a:lnTo>
                  <a:lnTo>
                    <a:pt x="300895" y="300895"/>
                  </a:lnTo>
                  <a:lnTo>
                    <a:pt x="300514" y="300323"/>
                  </a:lnTo>
                  <a:lnTo>
                    <a:pt x="300133" y="299847"/>
                  </a:lnTo>
                  <a:lnTo>
                    <a:pt x="299751" y="299466"/>
                  </a:lnTo>
                  <a:lnTo>
                    <a:pt x="299466" y="298990"/>
                  </a:lnTo>
                  <a:lnTo>
                    <a:pt x="299371" y="298418"/>
                  </a:lnTo>
                  <a:lnTo>
                    <a:pt x="299466" y="297751"/>
                  </a:lnTo>
                  <a:lnTo>
                    <a:pt x="300133" y="297085"/>
                  </a:lnTo>
                  <a:close/>
                  <a:moveTo>
                    <a:pt x="512540" y="278701"/>
                  </a:moveTo>
                  <a:lnTo>
                    <a:pt x="512255" y="278035"/>
                  </a:lnTo>
                  <a:lnTo>
                    <a:pt x="512255" y="277939"/>
                  </a:lnTo>
                  <a:lnTo>
                    <a:pt x="512159" y="277559"/>
                  </a:lnTo>
                  <a:lnTo>
                    <a:pt x="511302" y="275749"/>
                  </a:lnTo>
                  <a:lnTo>
                    <a:pt x="511016" y="275368"/>
                  </a:lnTo>
                  <a:lnTo>
                    <a:pt x="510540" y="274796"/>
                  </a:lnTo>
                  <a:lnTo>
                    <a:pt x="509968" y="274225"/>
                  </a:lnTo>
                  <a:lnTo>
                    <a:pt x="508063" y="272701"/>
                  </a:lnTo>
                  <a:lnTo>
                    <a:pt x="505968" y="271463"/>
                  </a:lnTo>
                  <a:lnTo>
                    <a:pt x="505492" y="270891"/>
                  </a:lnTo>
                  <a:lnTo>
                    <a:pt x="504920" y="270129"/>
                  </a:lnTo>
                  <a:lnTo>
                    <a:pt x="504063" y="268605"/>
                  </a:lnTo>
                  <a:lnTo>
                    <a:pt x="503777" y="267653"/>
                  </a:lnTo>
                  <a:lnTo>
                    <a:pt x="503682" y="266891"/>
                  </a:lnTo>
                  <a:lnTo>
                    <a:pt x="503777" y="266319"/>
                  </a:lnTo>
                  <a:lnTo>
                    <a:pt x="504349" y="264414"/>
                  </a:lnTo>
                  <a:lnTo>
                    <a:pt x="504444" y="263747"/>
                  </a:lnTo>
                  <a:lnTo>
                    <a:pt x="504539" y="263080"/>
                  </a:lnTo>
                  <a:lnTo>
                    <a:pt x="504349" y="260033"/>
                  </a:lnTo>
                  <a:lnTo>
                    <a:pt x="504539" y="257937"/>
                  </a:lnTo>
                  <a:lnTo>
                    <a:pt x="504444" y="257270"/>
                  </a:lnTo>
                  <a:lnTo>
                    <a:pt x="504063" y="256699"/>
                  </a:lnTo>
                  <a:lnTo>
                    <a:pt x="503110" y="256127"/>
                  </a:lnTo>
                  <a:lnTo>
                    <a:pt x="502253" y="255842"/>
                  </a:lnTo>
                  <a:lnTo>
                    <a:pt x="501205" y="255651"/>
                  </a:lnTo>
                  <a:lnTo>
                    <a:pt x="499872" y="255651"/>
                  </a:lnTo>
                  <a:lnTo>
                    <a:pt x="497967" y="255937"/>
                  </a:lnTo>
                  <a:lnTo>
                    <a:pt x="496538" y="256413"/>
                  </a:lnTo>
                  <a:lnTo>
                    <a:pt x="495871" y="256508"/>
                  </a:lnTo>
                  <a:lnTo>
                    <a:pt x="495395" y="256318"/>
                  </a:lnTo>
                  <a:lnTo>
                    <a:pt x="495205" y="255651"/>
                  </a:lnTo>
                  <a:lnTo>
                    <a:pt x="495109" y="255175"/>
                  </a:lnTo>
                  <a:lnTo>
                    <a:pt x="495205" y="254127"/>
                  </a:lnTo>
                  <a:lnTo>
                    <a:pt x="495776" y="249936"/>
                  </a:lnTo>
                  <a:lnTo>
                    <a:pt x="495681" y="249364"/>
                  </a:lnTo>
                  <a:lnTo>
                    <a:pt x="495490" y="248888"/>
                  </a:lnTo>
                  <a:lnTo>
                    <a:pt x="495014" y="247936"/>
                  </a:lnTo>
                  <a:lnTo>
                    <a:pt x="493966" y="246412"/>
                  </a:lnTo>
                  <a:lnTo>
                    <a:pt x="492538" y="243935"/>
                  </a:lnTo>
                  <a:lnTo>
                    <a:pt x="491680" y="241935"/>
                  </a:lnTo>
                  <a:lnTo>
                    <a:pt x="491490" y="241363"/>
                  </a:lnTo>
                  <a:lnTo>
                    <a:pt x="491204" y="240221"/>
                  </a:lnTo>
                  <a:lnTo>
                    <a:pt x="491109" y="238982"/>
                  </a:lnTo>
                  <a:lnTo>
                    <a:pt x="491204" y="237649"/>
                  </a:lnTo>
                  <a:lnTo>
                    <a:pt x="491490" y="236315"/>
                  </a:lnTo>
                  <a:lnTo>
                    <a:pt x="491680" y="235649"/>
                  </a:lnTo>
                  <a:lnTo>
                    <a:pt x="491871" y="235077"/>
                  </a:lnTo>
                  <a:lnTo>
                    <a:pt x="492061" y="234505"/>
                  </a:lnTo>
                  <a:lnTo>
                    <a:pt x="492157" y="233839"/>
                  </a:lnTo>
                  <a:lnTo>
                    <a:pt x="492157" y="232029"/>
                  </a:lnTo>
                  <a:lnTo>
                    <a:pt x="492252" y="231267"/>
                  </a:lnTo>
                  <a:lnTo>
                    <a:pt x="492728" y="229171"/>
                  </a:lnTo>
                  <a:lnTo>
                    <a:pt x="492823" y="228124"/>
                  </a:lnTo>
                  <a:lnTo>
                    <a:pt x="492633" y="227171"/>
                  </a:lnTo>
                  <a:lnTo>
                    <a:pt x="492157" y="226124"/>
                  </a:lnTo>
                  <a:lnTo>
                    <a:pt x="490918" y="224409"/>
                  </a:lnTo>
                  <a:lnTo>
                    <a:pt x="490633" y="223647"/>
                  </a:lnTo>
                  <a:lnTo>
                    <a:pt x="490538" y="223075"/>
                  </a:lnTo>
                  <a:lnTo>
                    <a:pt x="490442" y="222313"/>
                  </a:lnTo>
                  <a:lnTo>
                    <a:pt x="489966" y="221456"/>
                  </a:lnTo>
                  <a:lnTo>
                    <a:pt x="488918" y="220885"/>
                  </a:lnTo>
                  <a:lnTo>
                    <a:pt x="487108" y="220980"/>
                  </a:lnTo>
                  <a:lnTo>
                    <a:pt x="481965" y="222218"/>
                  </a:lnTo>
                  <a:lnTo>
                    <a:pt x="471011" y="222123"/>
                  </a:lnTo>
                  <a:lnTo>
                    <a:pt x="469011" y="222599"/>
                  </a:lnTo>
                  <a:lnTo>
                    <a:pt x="468344" y="222409"/>
                  </a:lnTo>
                  <a:lnTo>
                    <a:pt x="467296" y="221075"/>
                  </a:lnTo>
                  <a:lnTo>
                    <a:pt x="466630" y="220599"/>
                  </a:lnTo>
                  <a:lnTo>
                    <a:pt x="465487" y="220218"/>
                  </a:lnTo>
                  <a:lnTo>
                    <a:pt x="463963" y="219456"/>
                  </a:lnTo>
                  <a:lnTo>
                    <a:pt x="462724" y="217742"/>
                  </a:lnTo>
                  <a:lnTo>
                    <a:pt x="459962" y="213170"/>
                  </a:lnTo>
                  <a:lnTo>
                    <a:pt x="459676" y="211836"/>
                  </a:lnTo>
                  <a:lnTo>
                    <a:pt x="459676" y="210979"/>
                  </a:lnTo>
                  <a:lnTo>
                    <a:pt x="460438" y="207169"/>
                  </a:lnTo>
                  <a:lnTo>
                    <a:pt x="460534" y="206407"/>
                  </a:lnTo>
                  <a:lnTo>
                    <a:pt x="460438" y="205645"/>
                  </a:lnTo>
                  <a:lnTo>
                    <a:pt x="460057" y="204788"/>
                  </a:lnTo>
                  <a:lnTo>
                    <a:pt x="459486" y="204407"/>
                  </a:lnTo>
                  <a:lnTo>
                    <a:pt x="458914" y="204311"/>
                  </a:lnTo>
                  <a:lnTo>
                    <a:pt x="458438" y="204502"/>
                  </a:lnTo>
                  <a:lnTo>
                    <a:pt x="457962" y="204692"/>
                  </a:lnTo>
                  <a:lnTo>
                    <a:pt x="457105" y="205264"/>
                  </a:lnTo>
                  <a:lnTo>
                    <a:pt x="454628" y="208121"/>
                  </a:lnTo>
                  <a:lnTo>
                    <a:pt x="454247" y="208407"/>
                  </a:lnTo>
                  <a:lnTo>
                    <a:pt x="453771" y="208597"/>
                  </a:lnTo>
                  <a:lnTo>
                    <a:pt x="451675" y="209264"/>
                  </a:lnTo>
                  <a:lnTo>
                    <a:pt x="450723" y="209645"/>
                  </a:lnTo>
                  <a:lnTo>
                    <a:pt x="450247" y="209836"/>
                  </a:lnTo>
                  <a:lnTo>
                    <a:pt x="449770" y="209836"/>
                  </a:lnTo>
                  <a:lnTo>
                    <a:pt x="449389" y="209645"/>
                  </a:lnTo>
                  <a:lnTo>
                    <a:pt x="448913" y="209359"/>
                  </a:lnTo>
                  <a:lnTo>
                    <a:pt x="448151" y="208693"/>
                  </a:lnTo>
                  <a:lnTo>
                    <a:pt x="433197" y="192119"/>
                  </a:lnTo>
                  <a:lnTo>
                    <a:pt x="432911" y="191643"/>
                  </a:lnTo>
                  <a:lnTo>
                    <a:pt x="432721" y="191167"/>
                  </a:lnTo>
                  <a:lnTo>
                    <a:pt x="432625" y="190595"/>
                  </a:lnTo>
                  <a:lnTo>
                    <a:pt x="432625" y="189929"/>
                  </a:lnTo>
                  <a:lnTo>
                    <a:pt x="432721" y="189167"/>
                  </a:lnTo>
                  <a:lnTo>
                    <a:pt x="432911" y="188214"/>
                  </a:lnTo>
                  <a:lnTo>
                    <a:pt x="433197" y="187547"/>
                  </a:lnTo>
                  <a:lnTo>
                    <a:pt x="433483" y="186976"/>
                  </a:lnTo>
                  <a:lnTo>
                    <a:pt x="435007" y="184499"/>
                  </a:lnTo>
                  <a:lnTo>
                    <a:pt x="436340" y="181356"/>
                  </a:lnTo>
                  <a:lnTo>
                    <a:pt x="437007" y="177737"/>
                  </a:lnTo>
                  <a:lnTo>
                    <a:pt x="438055" y="176975"/>
                  </a:lnTo>
                  <a:lnTo>
                    <a:pt x="438817" y="176975"/>
                  </a:lnTo>
                  <a:lnTo>
                    <a:pt x="440912" y="177927"/>
                  </a:lnTo>
                  <a:lnTo>
                    <a:pt x="442150" y="178213"/>
                  </a:lnTo>
                  <a:lnTo>
                    <a:pt x="443198" y="178117"/>
                  </a:lnTo>
                  <a:lnTo>
                    <a:pt x="444055" y="177832"/>
                  </a:lnTo>
                  <a:lnTo>
                    <a:pt x="445103" y="177070"/>
                  </a:lnTo>
                  <a:lnTo>
                    <a:pt x="445389" y="176593"/>
                  </a:lnTo>
                  <a:lnTo>
                    <a:pt x="445675" y="175832"/>
                  </a:lnTo>
                  <a:lnTo>
                    <a:pt x="445770" y="174498"/>
                  </a:lnTo>
                  <a:lnTo>
                    <a:pt x="445675" y="173831"/>
                  </a:lnTo>
                  <a:lnTo>
                    <a:pt x="445484" y="173450"/>
                  </a:lnTo>
                  <a:lnTo>
                    <a:pt x="445294" y="173260"/>
                  </a:lnTo>
                  <a:lnTo>
                    <a:pt x="445103" y="173069"/>
                  </a:lnTo>
                  <a:lnTo>
                    <a:pt x="443770" y="172307"/>
                  </a:lnTo>
                  <a:lnTo>
                    <a:pt x="442531" y="171831"/>
                  </a:lnTo>
                  <a:lnTo>
                    <a:pt x="441103" y="171450"/>
                  </a:lnTo>
                  <a:lnTo>
                    <a:pt x="439959" y="170974"/>
                  </a:lnTo>
                  <a:lnTo>
                    <a:pt x="439102" y="170117"/>
                  </a:lnTo>
                  <a:lnTo>
                    <a:pt x="439007" y="168307"/>
                  </a:lnTo>
                  <a:lnTo>
                    <a:pt x="439769" y="166878"/>
                  </a:lnTo>
                  <a:lnTo>
                    <a:pt x="441960" y="165354"/>
                  </a:lnTo>
                  <a:lnTo>
                    <a:pt x="443579" y="164878"/>
                  </a:lnTo>
                  <a:lnTo>
                    <a:pt x="444817" y="164687"/>
                  </a:lnTo>
                  <a:lnTo>
                    <a:pt x="445865" y="164687"/>
                  </a:lnTo>
                  <a:lnTo>
                    <a:pt x="447199" y="164211"/>
                  </a:lnTo>
                  <a:lnTo>
                    <a:pt x="448627" y="163163"/>
                  </a:lnTo>
                  <a:lnTo>
                    <a:pt x="450342" y="160877"/>
                  </a:lnTo>
                  <a:lnTo>
                    <a:pt x="452818" y="158210"/>
                  </a:lnTo>
                  <a:lnTo>
                    <a:pt x="454723" y="156686"/>
                  </a:lnTo>
                  <a:lnTo>
                    <a:pt x="457009" y="155353"/>
                  </a:lnTo>
                  <a:lnTo>
                    <a:pt x="457962" y="154591"/>
                  </a:lnTo>
                  <a:lnTo>
                    <a:pt x="460629" y="151352"/>
                  </a:lnTo>
                  <a:lnTo>
                    <a:pt x="462058" y="148590"/>
                  </a:lnTo>
                  <a:lnTo>
                    <a:pt x="463296" y="144304"/>
                  </a:lnTo>
                  <a:lnTo>
                    <a:pt x="463772" y="142684"/>
                  </a:lnTo>
                  <a:lnTo>
                    <a:pt x="464058" y="140589"/>
                  </a:lnTo>
                  <a:lnTo>
                    <a:pt x="464058" y="139827"/>
                  </a:lnTo>
                  <a:lnTo>
                    <a:pt x="463963" y="139255"/>
                  </a:lnTo>
                  <a:lnTo>
                    <a:pt x="463677" y="138970"/>
                  </a:lnTo>
                  <a:lnTo>
                    <a:pt x="463105" y="138779"/>
                  </a:lnTo>
                  <a:lnTo>
                    <a:pt x="461963" y="138875"/>
                  </a:lnTo>
                  <a:lnTo>
                    <a:pt x="459009" y="139922"/>
                  </a:lnTo>
                  <a:lnTo>
                    <a:pt x="457105" y="140113"/>
                  </a:lnTo>
                  <a:lnTo>
                    <a:pt x="434245" y="137541"/>
                  </a:lnTo>
                  <a:lnTo>
                    <a:pt x="432340" y="136398"/>
                  </a:lnTo>
                  <a:lnTo>
                    <a:pt x="431387" y="135160"/>
                  </a:lnTo>
                  <a:lnTo>
                    <a:pt x="431292" y="134207"/>
                  </a:lnTo>
                  <a:lnTo>
                    <a:pt x="431101" y="133445"/>
                  </a:lnTo>
                  <a:lnTo>
                    <a:pt x="430816" y="133064"/>
                  </a:lnTo>
                  <a:lnTo>
                    <a:pt x="430339" y="132683"/>
                  </a:lnTo>
                  <a:lnTo>
                    <a:pt x="429577" y="132588"/>
                  </a:lnTo>
                  <a:lnTo>
                    <a:pt x="428625" y="132874"/>
                  </a:lnTo>
                  <a:lnTo>
                    <a:pt x="426625" y="133921"/>
                  </a:lnTo>
                  <a:lnTo>
                    <a:pt x="423100" y="136398"/>
                  </a:lnTo>
                  <a:lnTo>
                    <a:pt x="421576" y="136970"/>
                  </a:lnTo>
                  <a:lnTo>
                    <a:pt x="419957" y="136874"/>
                  </a:lnTo>
                  <a:lnTo>
                    <a:pt x="414814" y="135731"/>
                  </a:lnTo>
                  <a:lnTo>
                    <a:pt x="403098" y="135731"/>
                  </a:lnTo>
                  <a:lnTo>
                    <a:pt x="399764" y="136493"/>
                  </a:lnTo>
                  <a:lnTo>
                    <a:pt x="398526" y="137065"/>
                  </a:lnTo>
                  <a:lnTo>
                    <a:pt x="397859" y="137732"/>
                  </a:lnTo>
                  <a:lnTo>
                    <a:pt x="397573" y="138303"/>
                  </a:lnTo>
                  <a:lnTo>
                    <a:pt x="397288" y="140589"/>
                  </a:lnTo>
                  <a:lnTo>
                    <a:pt x="396526" y="140589"/>
                  </a:lnTo>
                  <a:lnTo>
                    <a:pt x="395192" y="140399"/>
                  </a:lnTo>
                  <a:lnTo>
                    <a:pt x="394430" y="140208"/>
                  </a:lnTo>
                  <a:lnTo>
                    <a:pt x="393478" y="139255"/>
                  </a:lnTo>
                  <a:lnTo>
                    <a:pt x="392716" y="137827"/>
                  </a:lnTo>
                  <a:lnTo>
                    <a:pt x="392144" y="134684"/>
                  </a:lnTo>
                  <a:lnTo>
                    <a:pt x="392049" y="132969"/>
                  </a:lnTo>
                  <a:lnTo>
                    <a:pt x="392239" y="129254"/>
                  </a:lnTo>
                  <a:lnTo>
                    <a:pt x="391858" y="127540"/>
                  </a:lnTo>
                  <a:lnTo>
                    <a:pt x="391287" y="126111"/>
                  </a:lnTo>
                  <a:lnTo>
                    <a:pt x="388239" y="124587"/>
                  </a:lnTo>
                  <a:lnTo>
                    <a:pt x="388525" y="121539"/>
                  </a:lnTo>
                  <a:lnTo>
                    <a:pt x="388525" y="121063"/>
                  </a:lnTo>
                  <a:lnTo>
                    <a:pt x="388620" y="120396"/>
                  </a:lnTo>
                  <a:lnTo>
                    <a:pt x="389763" y="115919"/>
                  </a:lnTo>
                  <a:lnTo>
                    <a:pt x="389953" y="114395"/>
                  </a:lnTo>
                  <a:lnTo>
                    <a:pt x="389858" y="112967"/>
                  </a:lnTo>
                  <a:lnTo>
                    <a:pt x="389477" y="112109"/>
                  </a:lnTo>
                  <a:lnTo>
                    <a:pt x="388810" y="111347"/>
                  </a:lnTo>
                  <a:lnTo>
                    <a:pt x="387667" y="110966"/>
                  </a:lnTo>
                  <a:lnTo>
                    <a:pt x="385476" y="110871"/>
                  </a:lnTo>
                  <a:lnTo>
                    <a:pt x="384238" y="110585"/>
                  </a:lnTo>
                  <a:lnTo>
                    <a:pt x="383191" y="109823"/>
                  </a:lnTo>
                  <a:lnTo>
                    <a:pt x="382143" y="108109"/>
                  </a:lnTo>
                  <a:lnTo>
                    <a:pt x="381000" y="103346"/>
                  </a:lnTo>
                  <a:lnTo>
                    <a:pt x="380524" y="102394"/>
                  </a:lnTo>
                  <a:lnTo>
                    <a:pt x="379857" y="101537"/>
                  </a:lnTo>
                  <a:lnTo>
                    <a:pt x="378714" y="99727"/>
                  </a:lnTo>
                  <a:lnTo>
                    <a:pt x="377476" y="97060"/>
                  </a:lnTo>
                  <a:lnTo>
                    <a:pt x="376999" y="95631"/>
                  </a:lnTo>
                  <a:lnTo>
                    <a:pt x="376809" y="93726"/>
                  </a:lnTo>
                  <a:lnTo>
                    <a:pt x="377285" y="91630"/>
                  </a:lnTo>
                  <a:lnTo>
                    <a:pt x="378142" y="89535"/>
                  </a:lnTo>
                  <a:lnTo>
                    <a:pt x="379381" y="88868"/>
                  </a:lnTo>
                  <a:lnTo>
                    <a:pt x="380714" y="88773"/>
                  </a:lnTo>
                  <a:lnTo>
                    <a:pt x="381952" y="89249"/>
                  </a:lnTo>
                  <a:lnTo>
                    <a:pt x="382905" y="90011"/>
                  </a:lnTo>
                  <a:lnTo>
                    <a:pt x="383762" y="91154"/>
                  </a:lnTo>
                  <a:lnTo>
                    <a:pt x="384619" y="92678"/>
                  </a:lnTo>
                  <a:lnTo>
                    <a:pt x="385763" y="93536"/>
                  </a:lnTo>
                  <a:lnTo>
                    <a:pt x="387001" y="93536"/>
                  </a:lnTo>
                  <a:lnTo>
                    <a:pt x="387953" y="92392"/>
                  </a:lnTo>
                  <a:lnTo>
                    <a:pt x="389001" y="90011"/>
                  </a:lnTo>
                  <a:lnTo>
                    <a:pt x="390334" y="85249"/>
                  </a:lnTo>
                  <a:lnTo>
                    <a:pt x="390620" y="83249"/>
                  </a:lnTo>
                  <a:lnTo>
                    <a:pt x="390525" y="81725"/>
                  </a:lnTo>
                  <a:lnTo>
                    <a:pt x="389953" y="80200"/>
                  </a:lnTo>
                  <a:lnTo>
                    <a:pt x="389096" y="79058"/>
                  </a:lnTo>
                  <a:lnTo>
                    <a:pt x="387096" y="77153"/>
                  </a:lnTo>
                  <a:lnTo>
                    <a:pt x="386715" y="76581"/>
                  </a:lnTo>
                  <a:lnTo>
                    <a:pt x="386715" y="76105"/>
                  </a:lnTo>
                  <a:lnTo>
                    <a:pt x="386905" y="75343"/>
                  </a:lnTo>
                  <a:lnTo>
                    <a:pt x="388334" y="71438"/>
                  </a:lnTo>
                  <a:lnTo>
                    <a:pt x="388525" y="70104"/>
                  </a:lnTo>
                  <a:lnTo>
                    <a:pt x="388430" y="68961"/>
                  </a:lnTo>
                  <a:lnTo>
                    <a:pt x="388048" y="68104"/>
                  </a:lnTo>
                  <a:lnTo>
                    <a:pt x="387286" y="66961"/>
                  </a:lnTo>
                  <a:lnTo>
                    <a:pt x="387096" y="66580"/>
                  </a:lnTo>
                  <a:lnTo>
                    <a:pt x="386905" y="65818"/>
                  </a:lnTo>
                  <a:lnTo>
                    <a:pt x="386810" y="64770"/>
                  </a:lnTo>
                  <a:lnTo>
                    <a:pt x="387001" y="62770"/>
                  </a:lnTo>
                  <a:lnTo>
                    <a:pt x="387001" y="61722"/>
                  </a:lnTo>
                  <a:lnTo>
                    <a:pt x="386810" y="60484"/>
                  </a:lnTo>
                  <a:lnTo>
                    <a:pt x="386048" y="59246"/>
                  </a:lnTo>
                  <a:lnTo>
                    <a:pt x="384905" y="58388"/>
                  </a:lnTo>
                  <a:lnTo>
                    <a:pt x="383191" y="58103"/>
                  </a:lnTo>
                  <a:lnTo>
                    <a:pt x="382333" y="58483"/>
                  </a:lnTo>
                  <a:lnTo>
                    <a:pt x="381762" y="59055"/>
                  </a:lnTo>
                  <a:lnTo>
                    <a:pt x="381571" y="59626"/>
                  </a:lnTo>
                  <a:lnTo>
                    <a:pt x="381286" y="61913"/>
                  </a:lnTo>
                  <a:lnTo>
                    <a:pt x="381095" y="62579"/>
                  </a:lnTo>
                  <a:lnTo>
                    <a:pt x="380714" y="63246"/>
                  </a:lnTo>
                  <a:lnTo>
                    <a:pt x="380143" y="63817"/>
                  </a:lnTo>
                  <a:lnTo>
                    <a:pt x="379762" y="64103"/>
                  </a:lnTo>
                  <a:lnTo>
                    <a:pt x="379285" y="64389"/>
                  </a:lnTo>
                  <a:lnTo>
                    <a:pt x="377571" y="64865"/>
                  </a:lnTo>
                  <a:lnTo>
                    <a:pt x="376428" y="64961"/>
                  </a:lnTo>
                  <a:lnTo>
                    <a:pt x="375285" y="64770"/>
                  </a:lnTo>
                  <a:lnTo>
                    <a:pt x="374523" y="64008"/>
                  </a:lnTo>
                  <a:lnTo>
                    <a:pt x="374428" y="63341"/>
                  </a:lnTo>
                  <a:lnTo>
                    <a:pt x="374809" y="61817"/>
                  </a:lnTo>
                  <a:lnTo>
                    <a:pt x="374809" y="61055"/>
                  </a:lnTo>
                  <a:lnTo>
                    <a:pt x="374618" y="60198"/>
                  </a:lnTo>
                  <a:lnTo>
                    <a:pt x="374332" y="59341"/>
                  </a:lnTo>
                  <a:lnTo>
                    <a:pt x="372999" y="56769"/>
                  </a:lnTo>
                  <a:lnTo>
                    <a:pt x="372523" y="55245"/>
                  </a:lnTo>
                  <a:lnTo>
                    <a:pt x="372332" y="53721"/>
                  </a:lnTo>
                  <a:lnTo>
                    <a:pt x="372427" y="52102"/>
                  </a:lnTo>
                  <a:lnTo>
                    <a:pt x="372808" y="49530"/>
                  </a:lnTo>
                  <a:lnTo>
                    <a:pt x="372808" y="48768"/>
                  </a:lnTo>
                  <a:lnTo>
                    <a:pt x="372523" y="48196"/>
                  </a:lnTo>
                  <a:lnTo>
                    <a:pt x="371475" y="47530"/>
                  </a:lnTo>
                  <a:lnTo>
                    <a:pt x="366331" y="45339"/>
                  </a:lnTo>
                  <a:lnTo>
                    <a:pt x="364807" y="44387"/>
                  </a:lnTo>
                  <a:lnTo>
                    <a:pt x="363759" y="43148"/>
                  </a:lnTo>
                  <a:lnTo>
                    <a:pt x="363664" y="41720"/>
                  </a:lnTo>
                  <a:lnTo>
                    <a:pt x="363950" y="40672"/>
                  </a:lnTo>
                  <a:lnTo>
                    <a:pt x="364522" y="39910"/>
                  </a:lnTo>
                  <a:lnTo>
                    <a:pt x="364998" y="39624"/>
                  </a:lnTo>
                  <a:lnTo>
                    <a:pt x="366808" y="38862"/>
                  </a:lnTo>
                  <a:lnTo>
                    <a:pt x="367570" y="38195"/>
                  </a:lnTo>
                  <a:lnTo>
                    <a:pt x="368046" y="37147"/>
                  </a:lnTo>
                  <a:lnTo>
                    <a:pt x="367951" y="36004"/>
                  </a:lnTo>
                  <a:lnTo>
                    <a:pt x="367570" y="34862"/>
                  </a:lnTo>
                  <a:lnTo>
                    <a:pt x="366903" y="33528"/>
                  </a:lnTo>
                  <a:lnTo>
                    <a:pt x="366426" y="32290"/>
                  </a:lnTo>
                  <a:lnTo>
                    <a:pt x="366236" y="31147"/>
                  </a:lnTo>
                  <a:lnTo>
                    <a:pt x="366331" y="30194"/>
                  </a:lnTo>
                  <a:lnTo>
                    <a:pt x="366522" y="29242"/>
                  </a:lnTo>
                  <a:lnTo>
                    <a:pt x="366808" y="28099"/>
                  </a:lnTo>
                  <a:lnTo>
                    <a:pt x="366903" y="27051"/>
                  </a:lnTo>
                  <a:lnTo>
                    <a:pt x="366808" y="26003"/>
                  </a:lnTo>
                  <a:lnTo>
                    <a:pt x="366426" y="25241"/>
                  </a:lnTo>
                  <a:lnTo>
                    <a:pt x="365855" y="24670"/>
                  </a:lnTo>
                  <a:lnTo>
                    <a:pt x="363379" y="22955"/>
                  </a:lnTo>
                  <a:lnTo>
                    <a:pt x="360426" y="20288"/>
                  </a:lnTo>
                  <a:lnTo>
                    <a:pt x="354711" y="13430"/>
                  </a:lnTo>
                  <a:lnTo>
                    <a:pt x="353377" y="10668"/>
                  </a:lnTo>
                  <a:lnTo>
                    <a:pt x="352520" y="9620"/>
                  </a:lnTo>
                  <a:lnTo>
                    <a:pt x="350044" y="7811"/>
                  </a:lnTo>
                  <a:lnTo>
                    <a:pt x="349282" y="7049"/>
                  </a:lnTo>
                  <a:lnTo>
                    <a:pt x="348901" y="6001"/>
                  </a:lnTo>
                  <a:lnTo>
                    <a:pt x="348996" y="4763"/>
                  </a:lnTo>
                  <a:lnTo>
                    <a:pt x="349663" y="2667"/>
                  </a:lnTo>
                  <a:lnTo>
                    <a:pt x="349567" y="1905"/>
                  </a:lnTo>
                  <a:lnTo>
                    <a:pt x="349091" y="1524"/>
                  </a:lnTo>
                  <a:lnTo>
                    <a:pt x="347948" y="1524"/>
                  </a:lnTo>
                  <a:lnTo>
                    <a:pt x="344329" y="3524"/>
                  </a:lnTo>
                  <a:lnTo>
                    <a:pt x="335184" y="6287"/>
                  </a:lnTo>
                  <a:lnTo>
                    <a:pt x="333565" y="7239"/>
                  </a:lnTo>
                  <a:lnTo>
                    <a:pt x="332899" y="7715"/>
                  </a:lnTo>
                  <a:lnTo>
                    <a:pt x="332422" y="7811"/>
                  </a:lnTo>
                  <a:lnTo>
                    <a:pt x="329279" y="3048"/>
                  </a:lnTo>
                  <a:lnTo>
                    <a:pt x="328803" y="2096"/>
                  </a:lnTo>
                  <a:lnTo>
                    <a:pt x="328422" y="1048"/>
                  </a:lnTo>
                  <a:lnTo>
                    <a:pt x="328231" y="571"/>
                  </a:lnTo>
                  <a:lnTo>
                    <a:pt x="327755" y="0"/>
                  </a:lnTo>
                  <a:lnTo>
                    <a:pt x="327184" y="95"/>
                  </a:lnTo>
                  <a:lnTo>
                    <a:pt x="326517" y="857"/>
                  </a:lnTo>
                  <a:lnTo>
                    <a:pt x="326136" y="1524"/>
                  </a:lnTo>
                  <a:lnTo>
                    <a:pt x="325564" y="2762"/>
                  </a:lnTo>
                  <a:lnTo>
                    <a:pt x="324802" y="4096"/>
                  </a:lnTo>
                  <a:lnTo>
                    <a:pt x="324612" y="4382"/>
                  </a:lnTo>
                  <a:lnTo>
                    <a:pt x="324326" y="4667"/>
                  </a:lnTo>
                  <a:lnTo>
                    <a:pt x="322612" y="5810"/>
                  </a:lnTo>
                  <a:lnTo>
                    <a:pt x="321850" y="6572"/>
                  </a:lnTo>
                  <a:lnTo>
                    <a:pt x="321183" y="7429"/>
                  </a:lnTo>
                  <a:lnTo>
                    <a:pt x="320897" y="7906"/>
                  </a:lnTo>
                  <a:lnTo>
                    <a:pt x="320611" y="8477"/>
                  </a:lnTo>
                  <a:lnTo>
                    <a:pt x="320230" y="9620"/>
                  </a:lnTo>
                  <a:lnTo>
                    <a:pt x="319564" y="13240"/>
                  </a:lnTo>
                  <a:lnTo>
                    <a:pt x="319564" y="13335"/>
                  </a:lnTo>
                  <a:lnTo>
                    <a:pt x="319088" y="15812"/>
                  </a:lnTo>
                  <a:lnTo>
                    <a:pt x="318801" y="16669"/>
                  </a:lnTo>
                  <a:lnTo>
                    <a:pt x="318611" y="17050"/>
                  </a:lnTo>
                  <a:lnTo>
                    <a:pt x="318325" y="17431"/>
                  </a:lnTo>
                  <a:lnTo>
                    <a:pt x="317944" y="17717"/>
                  </a:lnTo>
                  <a:lnTo>
                    <a:pt x="317278" y="17907"/>
                  </a:lnTo>
                  <a:lnTo>
                    <a:pt x="316420" y="18097"/>
                  </a:lnTo>
                  <a:lnTo>
                    <a:pt x="312896" y="17907"/>
                  </a:lnTo>
                  <a:lnTo>
                    <a:pt x="310324" y="17240"/>
                  </a:lnTo>
                  <a:lnTo>
                    <a:pt x="305848" y="15430"/>
                  </a:lnTo>
                  <a:lnTo>
                    <a:pt x="304514" y="15240"/>
                  </a:lnTo>
                  <a:lnTo>
                    <a:pt x="297370" y="16478"/>
                  </a:lnTo>
                  <a:lnTo>
                    <a:pt x="296037" y="16383"/>
                  </a:lnTo>
                  <a:lnTo>
                    <a:pt x="293275" y="15907"/>
                  </a:lnTo>
                  <a:lnTo>
                    <a:pt x="289465" y="17336"/>
                  </a:lnTo>
                  <a:lnTo>
                    <a:pt x="275939" y="24575"/>
                  </a:lnTo>
                  <a:lnTo>
                    <a:pt x="274510" y="25908"/>
                  </a:lnTo>
                  <a:lnTo>
                    <a:pt x="271939" y="30575"/>
                  </a:lnTo>
                  <a:lnTo>
                    <a:pt x="271367" y="32195"/>
                  </a:lnTo>
                  <a:lnTo>
                    <a:pt x="271176" y="33147"/>
                  </a:lnTo>
                  <a:lnTo>
                    <a:pt x="271176" y="33909"/>
                  </a:lnTo>
                  <a:lnTo>
                    <a:pt x="271558" y="35624"/>
                  </a:lnTo>
                  <a:lnTo>
                    <a:pt x="272320" y="37719"/>
                  </a:lnTo>
                  <a:lnTo>
                    <a:pt x="274510" y="42005"/>
                  </a:lnTo>
                  <a:lnTo>
                    <a:pt x="274796" y="42482"/>
                  </a:lnTo>
                  <a:lnTo>
                    <a:pt x="275272" y="43434"/>
                  </a:lnTo>
                  <a:lnTo>
                    <a:pt x="275749" y="45244"/>
                  </a:lnTo>
                  <a:lnTo>
                    <a:pt x="276034" y="47244"/>
                  </a:lnTo>
                  <a:lnTo>
                    <a:pt x="276034" y="48387"/>
                  </a:lnTo>
                  <a:lnTo>
                    <a:pt x="275844" y="49149"/>
                  </a:lnTo>
                  <a:lnTo>
                    <a:pt x="275368" y="49816"/>
                  </a:lnTo>
                  <a:lnTo>
                    <a:pt x="274130" y="51435"/>
                  </a:lnTo>
                  <a:lnTo>
                    <a:pt x="273748" y="52197"/>
                  </a:lnTo>
                  <a:lnTo>
                    <a:pt x="273367" y="53626"/>
                  </a:lnTo>
                  <a:lnTo>
                    <a:pt x="273272" y="54483"/>
                  </a:lnTo>
                  <a:lnTo>
                    <a:pt x="273272" y="55245"/>
                  </a:lnTo>
                  <a:lnTo>
                    <a:pt x="273463" y="55721"/>
                  </a:lnTo>
                  <a:lnTo>
                    <a:pt x="273939" y="56674"/>
                  </a:lnTo>
                  <a:lnTo>
                    <a:pt x="275653" y="58864"/>
                  </a:lnTo>
                  <a:lnTo>
                    <a:pt x="275939" y="59531"/>
                  </a:lnTo>
                  <a:lnTo>
                    <a:pt x="275939" y="60198"/>
                  </a:lnTo>
                  <a:lnTo>
                    <a:pt x="275844" y="60865"/>
                  </a:lnTo>
                  <a:lnTo>
                    <a:pt x="274701" y="63722"/>
                  </a:lnTo>
                  <a:lnTo>
                    <a:pt x="274225" y="64294"/>
                  </a:lnTo>
                  <a:lnTo>
                    <a:pt x="273463" y="64961"/>
                  </a:lnTo>
                  <a:lnTo>
                    <a:pt x="270986" y="65913"/>
                  </a:lnTo>
                  <a:lnTo>
                    <a:pt x="270224" y="66389"/>
                  </a:lnTo>
                  <a:lnTo>
                    <a:pt x="269938" y="66770"/>
                  </a:lnTo>
                  <a:lnTo>
                    <a:pt x="269748" y="67246"/>
                  </a:lnTo>
                  <a:lnTo>
                    <a:pt x="269367" y="67818"/>
                  </a:lnTo>
                  <a:lnTo>
                    <a:pt x="268605" y="68389"/>
                  </a:lnTo>
                  <a:lnTo>
                    <a:pt x="267271" y="68866"/>
                  </a:lnTo>
                  <a:lnTo>
                    <a:pt x="265843" y="69056"/>
                  </a:lnTo>
                  <a:lnTo>
                    <a:pt x="264509" y="69628"/>
                  </a:lnTo>
                  <a:lnTo>
                    <a:pt x="258604" y="73438"/>
                  </a:lnTo>
                  <a:lnTo>
                    <a:pt x="255937" y="74581"/>
                  </a:lnTo>
                  <a:lnTo>
                    <a:pt x="254317" y="75057"/>
                  </a:lnTo>
                  <a:lnTo>
                    <a:pt x="252793" y="75152"/>
                  </a:lnTo>
                  <a:lnTo>
                    <a:pt x="251269" y="74771"/>
                  </a:lnTo>
                  <a:lnTo>
                    <a:pt x="250317" y="73819"/>
                  </a:lnTo>
                  <a:lnTo>
                    <a:pt x="249745" y="72485"/>
                  </a:lnTo>
                  <a:lnTo>
                    <a:pt x="249079" y="71247"/>
                  </a:lnTo>
                  <a:lnTo>
                    <a:pt x="247840" y="70485"/>
                  </a:lnTo>
                  <a:lnTo>
                    <a:pt x="246507" y="70485"/>
                  </a:lnTo>
                  <a:lnTo>
                    <a:pt x="243364" y="72200"/>
                  </a:lnTo>
                  <a:lnTo>
                    <a:pt x="242221" y="72580"/>
                  </a:lnTo>
                  <a:lnTo>
                    <a:pt x="241649" y="72580"/>
                  </a:lnTo>
                  <a:lnTo>
                    <a:pt x="241173" y="72390"/>
                  </a:lnTo>
                  <a:lnTo>
                    <a:pt x="240792" y="71914"/>
                  </a:lnTo>
                  <a:lnTo>
                    <a:pt x="240506" y="71342"/>
                  </a:lnTo>
                  <a:lnTo>
                    <a:pt x="239649" y="68104"/>
                  </a:lnTo>
                  <a:lnTo>
                    <a:pt x="239458" y="67628"/>
                  </a:lnTo>
                  <a:lnTo>
                    <a:pt x="239268" y="67246"/>
                  </a:lnTo>
                  <a:lnTo>
                    <a:pt x="238982" y="66961"/>
                  </a:lnTo>
                  <a:lnTo>
                    <a:pt x="238315" y="66580"/>
                  </a:lnTo>
                  <a:lnTo>
                    <a:pt x="237649" y="66294"/>
                  </a:lnTo>
                  <a:lnTo>
                    <a:pt x="236601" y="66008"/>
                  </a:lnTo>
                  <a:lnTo>
                    <a:pt x="235363" y="66008"/>
                  </a:lnTo>
                  <a:lnTo>
                    <a:pt x="234029" y="66770"/>
                  </a:lnTo>
                  <a:lnTo>
                    <a:pt x="227266" y="72390"/>
                  </a:lnTo>
                  <a:lnTo>
                    <a:pt x="221742" y="79534"/>
                  </a:lnTo>
                  <a:lnTo>
                    <a:pt x="219742" y="80296"/>
                  </a:lnTo>
                  <a:lnTo>
                    <a:pt x="215551" y="80677"/>
                  </a:lnTo>
                  <a:lnTo>
                    <a:pt x="214598" y="81248"/>
                  </a:lnTo>
                  <a:lnTo>
                    <a:pt x="213931" y="82296"/>
                  </a:lnTo>
                  <a:lnTo>
                    <a:pt x="213265" y="85249"/>
                  </a:lnTo>
                  <a:lnTo>
                    <a:pt x="212122" y="87249"/>
                  </a:lnTo>
                  <a:lnTo>
                    <a:pt x="210883" y="88297"/>
                  </a:lnTo>
                  <a:lnTo>
                    <a:pt x="209836" y="88583"/>
                  </a:lnTo>
                  <a:lnTo>
                    <a:pt x="208312" y="88392"/>
                  </a:lnTo>
                  <a:lnTo>
                    <a:pt x="206311" y="84487"/>
                  </a:lnTo>
                  <a:lnTo>
                    <a:pt x="202882" y="79724"/>
                  </a:lnTo>
                  <a:lnTo>
                    <a:pt x="201073" y="76200"/>
                  </a:lnTo>
                  <a:lnTo>
                    <a:pt x="200215" y="74867"/>
                  </a:lnTo>
                  <a:lnTo>
                    <a:pt x="199168" y="74104"/>
                  </a:lnTo>
                  <a:lnTo>
                    <a:pt x="197358" y="73914"/>
                  </a:lnTo>
                  <a:lnTo>
                    <a:pt x="195643" y="74295"/>
                  </a:lnTo>
                  <a:lnTo>
                    <a:pt x="193929" y="74962"/>
                  </a:lnTo>
                  <a:lnTo>
                    <a:pt x="192595" y="75724"/>
                  </a:lnTo>
                  <a:lnTo>
                    <a:pt x="188785" y="78867"/>
                  </a:lnTo>
                  <a:lnTo>
                    <a:pt x="179832" y="83344"/>
                  </a:lnTo>
                  <a:lnTo>
                    <a:pt x="171450" y="89440"/>
                  </a:lnTo>
                  <a:lnTo>
                    <a:pt x="167449" y="91440"/>
                  </a:lnTo>
                  <a:lnTo>
                    <a:pt x="152400" y="96964"/>
                  </a:lnTo>
                  <a:lnTo>
                    <a:pt x="150971" y="98012"/>
                  </a:lnTo>
                  <a:lnTo>
                    <a:pt x="150209" y="99250"/>
                  </a:lnTo>
                  <a:lnTo>
                    <a:pt x="150114" y="100489"/>
                  </a:lnTo>
                  <a:lnTo>
                    <a:pt x="150495" y="102013"/>
                  </a:lnTo>
                  <a:lnTo>
                    <a:pt x="152590" y="105728"/>
                  </a:lnTo>
                  <a:lnTo>
                    <a:pt x="153067" y="107251"/>
                  </a:lnTo>
                  <a:lnTo>
                    <a:pt x="152590" y="108109"/>
                  </a:lnTo>
                  <a:lnTo>
                    <a:pt x="151257" y="108109"/>
                  </a:lnTo>
                  <a:lnTo>
                    <a:pt x="149542" y="107537"/>
                  </a:lnTo>
                  <a:lnTo>
                    <a:pt x="147923" y="107251"/>
                  </a:lnTo>
                  <a:lnTo>
                    <a:pt x="146780" y="107728"/>
                  </a:lnTo>
                  <a:lnTo>
                    <a:pt x="146113" y="108680"/>
                  </a:lnTo>
                  <a:lnTo>
                    <a:pt x="145732" y="109823"/>
                  </a:lnTo>
                  <a:lnTo>
                    <a:pt x="145256" y="110776"/>
                  </a:lnTo>
                  <a:lnTo>
                    <a:pt x="144399" y="111347"/>
                  </a:lnTo>
                  <a:lnTo>
                    <a:pt x="143256" y="111347"/>
                  </a:lnTo>
                  <a:lnTo>
                    <a:pt x="136207" y="108680"/>
                  </a:lnTo>
                  <a:lnTo>
                    <a:pt x="133064" y="108109"/>
                  </a:lnTo>
                  <a:lnTo>
                    <a:pt x="128111" y="108204"/>
                  </a:lnTo>
                  <a:lnTo>
                    <a:pt x="127159" y="108395"/>
                  </a:lnTo>
                  <a:lnTo>
                    <a:pt x="116395" y="108775"/>
                  </a:lnTo>
                  <a:lnTo>
                    <a:pt x="115443" y="108490"/>
                  </a:lnTo>
                  <a:lnTo>
                    <a:pt x="115348" y="107728"/>
                  </a:lnTo>
                  <a:lnTo>
                    <a:pt x="115443" y="107061"/>
                  </a:lnTo>
                  <a:lnTo>
                    <a:pt x="115729" y="106394"/>
                  </a:lnTo>
                  <a:lnTo>
                    <a:pt x="115824" y="105728"/>
                  </a:lnTo>
                  <a:lnTo>
                    <a:pt x="115919" y="105061"/>
                  </a:lnTo>
                  <a:lnTo>
                    <a:pt x="115729" y="99536"/>
                  </a:lnTo>
                  <a:lnTo>
                    <a:pt x="116014" y="97155"/>
                  </a:lnTo>
                  <a:lnTo>
                    <a:pt x="116205" y="96583"/>
                  </a:lnTo>
                  <a:lnTo>
                    <a:pt x="116300" y="95917"/>
                  </a:lnTo>
                  <a:lnTo>
                    <a:pt x="116395" y="95250"/>
                  </a:lnTo>
                  <a:lnTo>
                    <a:pt x="116300" y="94488"/>
                  </a:lnTo>
                  <a:lnTo>
                    <a:pt x="116205" y="93631"/>
                  </a:lnTo>
                  <a:lnTo>
                    <a:pt x="114967" y="90488"/>
                  </a:lnTo>
                  <a:lnTo>
                    <a:pt x="114776" y="89821"/>
                  </a:lnTo>
                  <a:lnTo>
                    <a:pt x="114776" y="89059"/>
                  </a:lnTo>
                  <a:lnTo>
                    <a:pt x="114967" y="88011"/>
                  </a:lnTo>
                  <a:lnTo>
                    <a:pt x="115348" y="87344"/>
                  </a:lnTo>
                  <a:lnTo>
                    <a:pt x="115824" y="86963"/>
                  </a:lnTo>
                  <a:lnTo>
                    <a:pt x="116300" y="86678"/>
                  </a:lnTo>
                  <a:lnTo>
                    <a:pt x="118300" y="85820"/>
                  </a:lnTo>
                  <a:lnTo>
                    <a:pt x="118776" y="85534"/>
                  </a:lnTo>
                  <a:lnTo>
                    <a:pt x="119158" y="85249"/>
                  </a:lnTo>
                  <a:lnTo>
                    <a:pt x="119539" y="84868"/>
                  </a:lnTo>
                  <a:lnTo>
                    <a:pt x="119824" y="84487"/>
                  </a:lnTo>
                  <a:lnTo>
                    <a:pt x="119824" y="83534"/>
                  </a:lnTo>
                  <a:lnTo>
                    <a:pt x="119158" y="79248"/>
                  </a:lnTo>
                  <a:lnTo>
                    <a:pt x="119063" y="77724"/>
                  </a:lnTo>
                  <a:lnTo>
                    <a:pt x="119063" y="76581"/>
                  </a:lnTo>
                  <a:lnTo>
                    <a:pt x="119253" y="75914"/>
                  </a:lnTo>
                  <a:lnTo>
                    <a:pt x="119158" y="75057"/>
                  </a:lnTo>
                  <a:lnTo>
                    <a:pt x="118967" y="74009"/>
                  </a:lnTo>
                  <a:lnTo>
                    <a:pt x="117348" y="70580"/>
                  </a:lnTo>
                  <a:lnTo>
                    <a:pt x="117062" y="69723"/>
                  </a:lnTo>
                  <a:lnTo>
                    <a:pt x="116205" y="65246"/>
                  </a:lnTo>
                  <a:lnTo>
                    <a:pt x="115824" y="64103"/>
                  </a:lnTo>
                  <a:lnTo>
                    <a:pt x="113442" y="59722"/>
                  </a:lnTo>
                  <a:lnTo>
                    <a:pt x="113252" y="59150"/>
                  </a:lnTo>
                  <a:lnTo>
                    <a:pt x="113157" y="58388"/>
                  </a:lnTo>
                  <a:lnTo>
                    <a:pt x="113824" y="54674"/>
                  </a:lnTo>
                  <a:lnTo>
                    <a:pt x="113919" y="53626"/>
                  </a:lnTo>
                  <a:lnTo>
                    <a:pt x="113442" y="52292"/>
                  </a:lnTo>
                  <a:lnTo>
                    <a:pt x="112966" y="51245"/>
                  </a:lnTo>
                  <a:lnTo>
                    <a:pt x="109728" y="48006"/>
                  </a:lnTo>
                  <a:lnTo>
                    <a:pt x="108299" y="50197"/>
                  </a:lnTo>
                  <a:lnTo>
                    <a:pt x="107347" y="51149"/>
                  </a:lnTo>
                  <a:lnTo>
                    <a:pt x="106489" y="51816"/>
                  </a:lnTo>
                  <a:lnTo>
                    <a:pt x="105442" y="52102"/>
                  </a:lnTo>
                  <a:lnTo>
                    <a:pt x="92964" y="51911"/>
                  </a:lnTo>
                  <a:lnTo>
                    <a:pt x="89249" y="53150"/>
                  </a:lnTo>
                  <a:lnTo>
                    <a:pt x="88773" y="53435"/>
                  </a:lnTo>
                  <a:lnTo>
                    <a:pt x="87916" y="54007"/>
                  </a:lnTo>
                  <a:lnTo>
                    <a:pt x="87154" y="54674"/>
                  </a:lnTo>
                  <a:lnTo>
                    <a:pt x="83820" y="59055"/>
                  </a:lnTo>
                  <a:lnTo>
                    <a:pt x="83344" y="60198"/>
                  </a:lnTo>
                  <a:lnTo>
                    <a:pt x="81439" y="67151"/>
                  </a:lnTo>
                  <a:lnTo>
                    <a:pt x="80676" y="69151"/>
                  </a:lnTo>
                  <a:lnTo>
                    <a:pt x="80105" y="70104"/>
                  </a:lnTo>
                  <a:lnTo>
                    <a:pt x="78772" y="71818"/>
                  </a:lnTo>
                  <a:lnTo>
                    <a:pt x="77629" y="72866"/>
                  </a:lnTo>
                  <a:lnTo>
                    <a:pt x="75819" y="73914"/>
                  </a:lnTo>
                  <a:lnTo>
                    <a:pt x="73819" y="74581"/>
                  </a:lnTo>
                  <a:lnTo>
                    <a:pt x="72866" y="75057"/>
                  </a:lnTo>
                  <a:lnTo>
                    <a:pt x="71151" y="76295"/>
                  </a:lnTo>
                  <a:lnTo>
                    <a:pt x="67056" y="80391"/>
                  </a:lnTo>
                  <a:lnTo>
                    <a:pt x="65722" y="82010"/>
                  </a:lnTo>
                  <a:lnTo>
                    <a:pt x="63817" y="85534"/>
                  </a:lnTo>
                  <a:lnTo>
                    <a:pt x="63246" y="87249"/>
                  </a:lnTo>
                  <a:lnTo>
                    <a:pt x="62389" y="91916"/>
                  </a:lnTo>
                  <a:lnTo>
                    <a:pt x="61055" y="110395"/>
                  </a:lnTo>
                  <a:lnTo>
                    <a:pt x="60769" y="110871"/>
                  </a:lnTo>
                  <a:lnTo>
                    <a:pt x="60484" y="111347"/>
                  </a:lnTo>
                  <a:lnTo>
                    <a:pt x="60103" y="111728"/>
                  </a:lnTo>
                  <a:lnTo>
                    <a:pt x="59341" y="112490"/>
                  </a:lnTo>
                  <a:lnTo>
                    <a:pt x="58483" y="113157"/>
                  </a:lnTo>
                  <a:lnTo>
                    <a:pt x="56102" y="114395"/>
                  </a:lnTo>
                  <a:lnTo>
                    <a:pt x="47339" y="116967"/>
                  </a:lnTo>
                  <a:lnTo>
                    <a:pt x="46482" y="117634"/>
                  </a:lnTo>
                  <a:lnTo>
                    <a:pt x="45720" y="118300"/>
                  </a:lnTo>
                  <a:lnTo>
                    <a:pt x="45053" y="119348"/>
                  </a:lnTo>
                  <a:lnTo>
                    <a:pt x="44482" y="120396"/>
                  </a:lnTo>
                  <a:lnTo>
                    <a:pt x="42863" y="124682"/>
                  </a:lnTo>
                  <a:lnTo>
                    <a:pt x="42386" y="125539"/>
                  </a:lnTo>
                  <a:lnTo>
                    <a:pt x="42005" y="126111"/>
                  </a:lnTo>
                  <a:lnTo>
                    <a:pt x="41338" y="126968"/>
                  </a:lnTo>
                  <a:lnTo>
                    <a:pt x="40005" y="128207"/>
                  </a:lnTo>
                  <a:lnTo>
                    <a:pt x="39719" y="128588"/>
                  </a:lnTo>
                  <a:lnTo>
                    <a:pt x="39433" y="129064"/>
                  </a:lnTo>
                  <a:lnTo>
                    <a:pt x="39243" y="129730"/>
                  </a:lnTo>
                  <a:lnTo>
                    <a:pt x="39052" y="130683"/>
                  </a:lnTo>
                  <a:lnTo>
                    <a:pt x="39052" y="132779"/>
                  </a:lnTo>
                  <a:lnTo>
                    <a:pt x="39052" y="133350"/>
                  </a:lnTo>
                  <a:lnTo>
                    <a:pt x="38195" y="137350"/>
                  </a:lnTo>
                  <a:lnTo>
                    <a:pt x="38100" y="138017"/>
                  </a:lnTo>
                  <a:lnTo>
                    <a:pt x="37909" y="142208"/>
                  </a:lnTo>
                  <a:lnTo>
                    <a:pt x="38005" y="143066"/>
                  </a:lnTo>
                  <a:lnTo>
                    <a:pt x="38290" y="143923"/>
                  </a:lnTo>
                  <a:lnTo>
                    <a:pt x="39052" y="145256"/>
                  </a:lnTo>
                  <a:lnTo>
                    <a:pt x="39719" y="145828"/>
                  </a:lnTo>
                  <a:lnTo>
                    <a:pt x="40386" y="146209"/>
                  </a:lnTo>
                  <a:lnTo>
                    <a:pt x="43053" y="146590"/>
                  </a:lnTo>
                  <a:lnTo>
                    <a:pt x="43529" y="147066"/>
                  </a:lnTo>
                  <a:lnTo>
                    <a:pt x="43910" y="147923"/>
                  </a:lnTo>
                  <a:lnTo>
                    <a:pt x="44101" y="149638"/>
                  </a:lnTo>
                  <a:lnTo>
                    <a:pt x="44291" y="154210"/>
                  </a:lnTo>
                  <a:lnTo>
                    <a:pt x="44291" y="154876"/>
                  </a:lnTo>
                  <a:lnTo>
                    <a:pt x="44196" y="155448"/>
                  </a:lnTo>
                  <a:lnTo>
                    <a:pt x="43910" y="155924"/>
                  </a:lnTo>
                  <a:lnTo>
                    <a:pt x="43624" y="156305"/>
                  </a:lnTo>
                  <a:lnTo>
                    <a:pt x="43243" y="156686"/>
                  </a:lnTo>
                  <a:lnTo>
                    <a:pt x="42767" y="156972"/>
                  </a:lnTo>
                  <a:lnTo>
                    <a:pt x="42291" y="157163"/>
                  </a:lnTo>
                  <a:lnTo>
                    <a:pt x="41719" y="157258"/>
                  </a:lnTo>
                  <a:lnTo>
                    <a:pt x="41148" y="157163"/>
                  </a:lnTo>
                  <a:lnTo>
                    <a:pt x="39624" y="156400"/>
                  </a:lnTo>
                  <a:lnTo>
                    <a:pt x="39052" y="156305"/>
                  </a:lnTo>
                  <a:lnTo>
                    <a:pt x="38386" y="156305"/>
                  </a:lnTo>
                  <a:lnTo>
                    <a:pt x="37814" y="156400"/>
                  </a:lnTo>
                  <a:lnTo>
                    <a:pt x="37338" y="156686"/>
                  </a:lnTo>
                  <a:lnTo>
                    <a:pt x="36957" y="157067"/>
                  </a:lnTo>
                  <a:lnTo>
                    <a:pt x="36671" y="157543"/>
                  </a:lnTo>
                  <a:lnTo>
                    <a:pt x="36385" y="158115"/>
                  </a:lnTo>
                  <a:lnTo>
                    <a:pt x="35719" y="160496"/>
                  </a:lnTo>
                  <a:lnTo>
                    <a:pt x="35623" y="161163"/>
                  </a:lnTo>
                  <a:lnTo>
                    <a:pt x="35528" y="163163"/>
                  </a:lnTo>
                  <a:lnTo>
                    <a:pt x="35338" y="163735"/>
                  </a:lnTo>
                  <a:lnTo>
                    <a:pt x="35052" y="164116"/>
                  </a:lnTo>
                  <a:lnTo>
                    <a:pt x="34576" y="164401"/>
                  </a:lnTo>
                  <a:lnTo>
                    <a:pt x="34004" y="164497"/>
                  </a:lnTo>
                  <a:lnTo>
                    <a:pt x="33433" y="164401"/>
                  </a:lnTo>
                  <a:lnTo>
                    <a:pt x="31909" y="163735"/>
                  </a:lnTo>
                  <a:lnTo>
                    <a:pt x="31337" y="163639"/>
                  </a:lnTo>
                  <a:lnTo>
                    <a:pt x="30861" y="163735"/>
                  </a:lnTo>
                  <a:lnTo>
                    <a:pt x="30861" y="164211"/>
                  </a:lnTo>
                  <a:lnTo>
                    <a:pt x="31337" y="165068"/>
                  </a:lnTo>
                  <a:lnTo>
                    <a:pt x="33623" y="167450"/>
                  </a:lnTo>
                  <a:lnTo>
                    <a:pt x="37719" y="170593"/>
                  </a:lnTo>
                  <a:lnTo>
                    <a:pt x="38100" y="170974"/>
                  </a:lnTo>
                  <a:lnTo>
                    <a:pt x="38576" y="171641"/>
                  </a:lnTo>
                  <a:lnTo>
                    <a:pt x="41434" y="176975"/>
                  </a:lnTo>
                  <a:lnTo>
                    <a:pt x="42672" y="178594"/>
                  </a:lnTo>
                  <a:lnTo>
                    <a:pt x="43815" y="179737"/>
                  </a:lnTo>
                  <a:lnTo>
                    <a:pt x="44577" y="180308"/>
                  </a:lnTo>
                  <a:lnTo>
                    <a:pt x="45815" y="180975"/>
                  </a:lnTo>
                  <a:lnTo>
                    <a:pt x="46196" y="181261"/>
                  </a:lnTo>
                  <a:lnTo>
                    <a:pt x="46577" y="181642"/>
                  </a:lnTo>
                  <a:lnTo>
                    <a:pt x="46958" y="182213"/>
                  </a:lnTo>
                  <a:lnTo>
                    <a:pt x="47339" y="182880"/>
                  </a:lnTo>
                  <a:lnTo>
                    <a:pt x="48673" y="186595"/>
                  </a:lnTo>
                  <a:lnTo>
                    <a:pt x="48768" y="187166"/>
                  </a:lnTo>
                  <a:lnTo>
                    <a:pt x="48863" y="187738"/>
                  </a:lnTo>
                  <a:lnTo>
                    <a:pt x="48863" y="191071"/>
                  </a:lnTo>
                  <a:lnTo>
                    <a:pt x="48958" y="191643"/>
                  </a:lnTo>
                  <a:lnTo>
                    <a:pt x="49339" y="192310"/>
                  </a:lnTo>
                  <a:lnTo>
                    <a:pt x="49911" y="193072"/>
                  </a:lnTo>
                  <a:lnTo>
                    <a:pt x="54388" y="195929"/>
                  </a:lnTo>
                  <a:lnTo>
                    <a:pt x="55435" y="197167"/>
                  </a:lnTo>
                  <a:lnTo>
                    <a:pt x="57436" y="200596"/>
                  </a:lnTo>
                  <a:lnTo>
                    <a:pt x="57340" y="203835"/>
                  </a:lnTo>
                  <a:lnTo>
                    <a:pt x="57055" y="205645"/>
                  </a:lnTo>
                  <a:lnTo>
                    <a:pt x="57055" y="206978"/>
                  </a:lnTo>
                  <a:lnTo>
                    <a:pt x="57245" y="207931"/>
                  </a:lnTo>
                  <a:lnTo>
                    <a:pt x="57626" y="208979"/>
                  </a:lnTo>
                  <a:lnTo>
                    <a:pt x="57912" y="209645"/>
                  </a:lnTo>
                  <a:lnTo>
                    <a:pt x="58293" y="210217"/>
                  </a:lnTo>
                  <a:lnTo>
                    <a:pt x="61055" y="213360"/>
                  </a:lnTo>
                  <a:lnTo>
                    <a:pt x="63532" y="215646"/>
                  </a:lnTo>
                  <a:lnTo>
                    <a:pt x="64960" y="217837"/>
                  </a:lnTo>
                  <a:lnTo>
                    <a:pt x="65437" y="219075"/>
                  </a:lnTo>
                  <a:lnTo>
                    <a:pt x="65722" y="220218"/>
                  </a:lnTo>
                  <a:lnTo>
                    <a:pt x="65817" y="220980"/>
                  </a:lnTo>
                  <a:lnTo>
                    <a:pt x="65913" y="226981"/>
                  </a:lnTo>
                  <a:lnTo>
                    <a:pt x="67342" y="233839"/>
                  </a:lnTo>
                  <a:lnTo>
                    <a:pt x="67532" y="235934"/>
                  </a:lnTo>
                  <a:lnTo>
                    <a:pt x="68008" y="238887"/>
                  </a:lnTo>
                  <a:lnTo>
                    <a:pt x="68770" y="240125"/>
                  </a:lnTo>
                  <a:lnTo>
                    <a:pt x="69628" y="240601"/>
                  </a:lnTo>
                  <a:lnTo>
                    <a:pt x="76009" y="241268"/>
                  </a:lnTo>
                  <a:lnTo>
                    <a:pt x="79819" y="240697"/>
                  </a:lnTo>
                  <a:lnTo>
                    <a:pt x="80963" y="240887"/>
                  </a:lnTo>
                  <a:lnTo>
                    <a:pt x="84487" y="242030"/>
                  </a:lnTo>
                  <a:lnTo>
                    <a:pt x="85439" y="242602"/>
                  </a:lnTo>
                  <a:lnTo>
                    <a:pt x="86011" y="243554"/>
                  </a:lnTo>
                  <a:lnTo>
                    <a:pt x="86011" y="244412"/>
                  </a:lnTo>
                  <a:lnTo>
                    <a:pt x="85344" y="245364"/>
                  </a:lnTo>
                  <a:lnTo>
                    <a:pt x="84582" y="245936"/>
                  </a:lnTo>
                  <a:lnTo>
                    <a:pt x="81248" y="247650"/>
                  </a:lnTo>
                  <a:lnTo>
                    <a:pt x="68294" y="251746"/>
                  </a:lnTo>
                  <a:lnTo>
                    <a:pt x="63913" y="254222"/>
                  </a:lnTo>
                  <a:lnTo>
                    <a:pt x="58102" y="256318"/>
                  </a:lnTo>
                  <a:lnTo>
                    <a:pt x="54673" y="256984"/>
                  </a:lnTo>
                  <a:lnTo>
                    <a:pt x="53245" y="257651"/>
                  </a:lnTo>
                  <a:lnTo>
                    <a:pt x="52101" y="258889"/>
                  </a:lnTo>
                  <a:lnTo>
                    <a:pt x="51244" y="261461"/>
                  </a:lnTo>
                  <a:lnTo>
                    <a:pt x="50768" y="267081"/>
                  </a:lnTo>
                  <a:lnTo>
                    <a:pt x="50482" y="268414"/>
                  </a:lnTo>
                  <a:lnTo>
                    <a:pt x="50101" y="269081"/>
                  </a:lnTo>
                  <a:lnTo>
                    <a:pt x="49244" y="269176"/>
                  </a:lnTo>
                  <a:lnTo>
                    <a:pt x="48387" y="268796"/>
                  </a:lnTo>
                  <a:lnTo>
                    <a:pt x="47720" y="268129"/>
                  </a:lnTo>
                  <a:lnTo>
                    <a:pt x="47339" y="267462"/>
                  </a:lnTo>
                  <a:lnTo>
                    <a:pt x="46672" y="265557"/>
                  </a:lnTo>
                  <a:lnTo>
                    <a:pt x="46291" y="264890"/>
                  </a:lnTo>
                  <a:lnTo>
                    <a:pt x="45910" y="264509"/>
                  </a:lnTo>
                  <a:lnTo>
                    <a:pt x="45529" y="264319"/>
                  </a:lnTo>
                  <a:lnTo>
                    <a:pt x="45148" y="264319"/>
                  </a:lnTo>
                  <a:lnTo>
                    <a:pt x="44767" y="264414"/>
                  </a:lnTo>
                  <a:lnTo>
                    <a:pt x="44291" y="264986"/>
                  </a:lnTo>
                  <a:lnTo>
                    <a:pt x="43720" y="266033"/>
                  </a:lnTo>
                  <a:lnTo>
                    <a:pt x="42863" y="268224"/>
                  </a:lnTo>
                  <a:lnTo>
                    <a:pt x="42291" y="269272"/>
                  </a:lnTo>
                  <a:lnTo>
                    <a:pt x="41719" y="269938"/>
                  </a:lnTo>
                  <a:lnTo>
                    <a:pt x="40862" y="270510"/>
                  </a:lnTo>
                  <a:lnTo>
                    <a:pt x="40291" y="271082"/>
                  </a:lnTo>
                  <a:lnTo>
                    <a:pt x="39814" y="271843"/>
                  </a:lnTo>
                  <a:lnTo>
                    <a:pt x="39148" y="273463"/>
                  </a:lnTo>
                  <a:lnTo>
                    <a:pt x="39052" y="274415"/>
                  </a:lnTo>
                  <a:lnTo>
                    <a:pt x="39148" y="275177"/>
                  </a:lnTo>
                  <a:lnTo>
                    <a:pt x="39338" y="275654"/>
                  </a:lnTo>
                  <a:lnTo>
                    <a:pt x="39814" y="276416"/>
                  </a:lnTo>
                  <a:lnTo>
                    <a:pt x="40005" y="276606"/>
                  </a:lnTo>
                  <a:lnTo>
                    <a:pt x="45910" y="280225"/>
                  </a:lnTo>
                  <a:lnTo>
                    <a:pt x="46577" y="280988"/>
                  </a:lnTo>
                  <a:lnTo>
                    <a:pt x="46958" y="281750"/>
                  </a:lnTo>
                  <a:lnTo>
                    <a:pt x="48006" y="284321"/>
                  </a:lnTo>
                  <a:lnTo>
                    <a:pt x="48292" y="284797"/>
                  </a:lnTo>
                  <a:lnTo>
                    <a:pt x="48958" y="285559"/>
                  </a:lnTo>
                  <a:lnTo>
                    <a:pt x="49339" y="285845"/>
                  </a:lnTo>
                  <a:lnTo>
                    <a:pt x="49816" y="286131"/>
                  </a:lnTo>
                  <a:lnTo>
                    <a:pt x="52006" y="286893"/>
                  </a:lnTo>
                  <a:lnTo>
                    <a:pt x="59436" y="288036"/>
                  </a:lnTo>
                  <a:lnTo>
                    <a:pt x="60007" y="288226"/>
                  </a:lnTo>
                  <a:lnTo>
                    <a:pt x="60579" y="288417"/>
                  </a:lnTo>
                  <a:lnTo>
                    <a:pt x="61055" y="288703"/>
                  </a:lnTo>
                  <a:lnTo>
                    <a:pt x="62103" y="289846"/>
                  </a:lnTo>
                  <a:lnTo>
                    <a:pt x="62960" y="290513"/>
                  </a:lnTo>
                  <a:lnTo>
                    <a:pt x="63913" y="291084"/>
                  </a:lnTo>
                  <a:lnTo>
                    <a:pt x="71533" y="292703"/>
                  </a:lnTo>
                  <a:lnTo>
                    <a:pt x="72199" y="292703"/>
                  </a:lnTo>
                  <a:lnTo>
                    <a:pt x="74581" y="292417"/>
                  </a:lnTo>
                  <a:lnTo>
                    <a:pt x="75152" y="292417"/>
                  </a:lnTo>
                  <a:lnTo>
                    <a:pt x="75628" y="292513"/>
                  </a:lnTo>
                  <a:lnTo>
                    <a:pt x="75914" y="292608"/>
                  </a:lnTo>
                  <a:lnTo>
                    <a:pt x="76295" y="292989"/>
                  </a:lnTo>
                  <a:lnTo>
                    <a:pt x="76771" y="293561"/>
                  </a:lnTo>
                  <a:lnTo>
                    <a:pt x="77343" y="294608"/>
                  </a:lnTo>
                  <a:lnTo>
                    <a:pt x="77629" y="295370"/>
                  </a:lnTo>
                  <a:lnTo>
                    <a:pt x="77724" y="296132"/>
                  </a:lnTo>
                  <a:lnTo>
                    <a:pt x="77533" y="300895"/>
                  </a:lnTo>
                  <a:lnTo>
                    <a:pt x="77724" y="304038"/>
                  </a:lnTo>
                  <a:lnTo>
                    <a:pt x="77248" y="307372"/>
                  </a:lnTo>
                  <a:lnTo>
                    <a:pt x="77057" y="309467"/>
                  </a:lnTo>
                  <a:lnTo>
                    <a:pt x="77152" y="311563"/>
                  </a:lnTo>
                  <a:lnTo>
                    <a:pt x="77343" y="312611"/>
                  </a:lnTo>
                  <a:lnTo>
                    <a:pt x="77533" y="313372"/>
                  </a:lnTo>
                  <a:lnTo>
                    <a:pt x="77819" y="313754"/>
                  </a:lnTo>
                  <a:lnTo>
                    <a:pt x="78200" y="314325"/>
                  </a:lnTo>
                  <a:lnTo>
                    <a:pt x="78581" y="315087"/>
                  </a:lnTo>
                  <a:lnTo>
                    <a:pt x="79057" y="316611"/>
                  </a:lnTo>
                  <a:lnTo>
                    <a:pt x="79438" y="317468"/>
                  </a:lnTo>
                  <a:lnTo>
                    <a:pt x="79819" y="318040"/>
                  </a:lnTo>
                  <a:lnTo>
                    <a:pt x="80391" y="318230"/>
                  </a:lnTo>
                  <a:lnTo>
                    <a:pt x="81629" y="318421"/>
                  </a:lnTo>
                  <a:lnTo>
                    <a:pt x="82201" y="318611"/>
                  </a:lnTo>
                  <a:lnTo>
                    <a:pt x="82677" y="318897"/>
                  </a:lnTo>
                  <a:lnTo>
                    <a:pt x="83058" y="319183"/>
                  </a:lnTo>
                  <a:lnTo>
                    <a:pt x="83439" y="319564"/>
                  </a:lnTo>
                  <a:lnTo>
                    <a:pt x="83820" y="319945"/>
                  </a:lnTo>
                  <a:lnTo>
                    <a:pt x="85153" y="321945"/>
                  </a:lnTo>
                  <a:lnTo>
                    <a:pt x="85439" y="322136"/>
                  </a:lnTo>
                  <a:lnTo>
                    <a:pt x="86677" y="322897"/>
                  </a:lnTo>
                  <a:lnTo>
                    <a:pt x="88297" y="324993"/>
                  </a:lnTo>
                  <a:lnTo>
                    <a:pt x="88487" y="325564"/>
                  </a:lnTo>
                  <a:lnTo>
                    <a:pt x="88678" y="326326"/>
                  </a:lnTo>
                  <a:lnTo>
                    <a:pt x="88201" y="329660"/>
                  </a:lnTo>
                  <a:lnTo>
                    <a:pt x="87725" y="331375"/>
                  </a:lnTo>
                  <a:lnTo>
                    <a:pt x="85439" y="336233"/>
                  </a:lnTo>
                  <a:lnTo>
                    <a:pt x="83820" y="338900"/>
                  </a:lnTo>
                  <a:lnTo>
                    <a:pt x="82867" y="340900"/>
                  </a:lnTo>
                  <a:lnTo>
                    <a:pt x="82677" y="341947"/>
                  </a:lnTo>
                  <a:lnTo>
                    <a:pt x="82582" y="343091"/>
                  </a:lnTo>
                  <a:lnTo>
                    <a:pt x="82582" y="344614"/>
                  </a:lnTo>
                  <a:lnTo>
                    <a:pt x="82010" y="345758"/>
                  </a:lnTo>
                  <a:lnTo>
                    <a:pt x="81820" y="346424"/>
                  </a:lnTo>
                  <a:lnTo>
                    <a:pt x="81534" y="346900"/>
                  </a:lnTo>
                  <a:lnTo>
                    <a:pt x="80867" y="347663"/>
                  </a:lnTo>
                  <a:lnTo>
                    <a:pt x="79724" y="348805"/>
                  </a:lnTo>
                  <a:lnTo>
                    <a:pt x="79248" y="349377"/>
                  </a:lnTo>
                  <a:lnTo>
                    <a:pt x="78676" y="350330"/>
                  </a:lnTo>
                  <a:lnTo>
                    <a:pt x="78391" y="351377"/>
                  </a:lnTo>
                  <a:lnTo>
                    <a:pt x="78295" y="352234"/>
                  </a:lnTo>
                  <a:lnTo>
                    <a:pt x="78391" y="358045"/>
                  </a:lnTo>
                  <a:lnTo>
                    <a:pt x="78200" y="359855"/>
                  </a:lnTo>
                  <a:lnTo>
                    <a:pt x="78009" y="360902"/>
                  </a:lnTo>
                  <a:lnTo>
                    <a:pt x="77819" y="361664"/>
                  </a:lnTo>
                  <a:lnTo>
                    <a:pt x="77533" y="362236"/>
                  </a:lnTo>
                  <a:lnTo>
                    <a:pt x="77152" y="362903"/>
                  </a:lnTo>
                  <a:lnTo>
                    <a:pt x="76581" y="363760"/>
                  </a:lnTo>
                  <a:lnTo>
                    <a:pt x="76105" y="364236"/>
                  </a:lnTo>
                  <a:lnTo>
                    <a:pt x="75628" y="364617"/>
                  </a:lnTo>
                  <a:lnTo>
                    <a:pt x="75247" y="364903"/>
                  </a:lnTo>
                  <a:lnTo>
                    <a:pt x="74295" y="365379"/>
                  </a:lnTo>
                  <a:lnTo>
                    <a:pt x="71247" y="366522"/>
                  </a:lnTo>
                  <a:lnTo>
                    <a:pt x="70390" y="366998"/>
                  </a:lnTo>
                  <a:lnTo>
                    <a:pt x="69818" y="367665"/>
                  </a:lnTo>
                  <a:lnTo>
                    <a:pt x="67056" y="371856"/>
                  </a:lnTo>
                  <a:lnTo>
                    <a:pt x="66484" y="372523"/>
                  </a:lnTo>
                  <a:lnTo>
                    <a:pt x="65627" y="372999"/>
                  </a:lnTo>
                  <a:lnTo>
                    <a:pt x="64675" y="373380"/>
                  </a:lnTo>
                  <a:lnTo>
                    <a:pt x="63627" y="373666"/>
                  </a:lnTo>
                  <a:lnTo>
                    <a:pt x="62389" y="373761"/>
                  </a:lnTo>
                  <a:lnTo>
                    <a:pt x="58388" y="373380"/>
                  </a:lnTo>
                  <a:lnTo>
                    <a:pt x="57721" y="373380"/>
                  </a:lnTo>
                  <a:lnTo>
                    <a:pt x="56578" y="373571"/>
                  </a:lnTo>
                  <a:lnTo>
                    <a:pt x="54959" y="374047"/>
                  </a:lnTo>
                  <a:lnTo>
                    <a:pt x="54292" y="374047"/>
                  </a:lnTo>
                  <a:lnTo>
                    <a:pt x="53435" y="373856"/>
                  </a:lnTo>
                  <a:lnTo>
                    <a:pt x="52101" y="373189"/>
                  </a:lnTo>
                  <a:lnTo>
                    <a:pt x="48958" y="370522"/>
                  </a:lnTo>
                  <a:lnTo>
                    <a:pt x="48006" y="369284"/>
                  </a:lnTo>
                  <a:lnTo>
                    <a:pt x="47434" y="368808"/>
                  </a:lnTo>
                  <a:lnTo>
                    <a:pt x="46672" y="368617"/>
                  </a:lnTo>
                  <a:lnTo>
                    <a:pt x="46006" y="368617"/>
                  </a:lnTo>
                  <a:lnTo>
                    <a:pt x="43815" y="369570"/>
                  </a:lnTo>
                  <a:lnTo>
                    <a:pt x="42005" y="370713"/>
                  </a:lnTo>
                  <a:lnTo>
                    <a:pt x="39243" y="372142"/>
                  </a:lnTo>
                  <a:lnTo>
                    <a:pt x="38195" y="372428"/>
                  </a:lnTo>
                  <a:lnTo>
                    <a:pt x="36004" y="372237"/>
                  </a:lnTo>
                  <a:lnTo>
                    <a:pt x="35052" y="372332"/>
                  </a:lnTo>
                  <a:lnTo>
                    <a:pt x="34099" y="372809"/>
                  </a:lnTo>
                  <a:lnTo>
                    <a:pt x="33242" y="373475"/>
                  </a:lnTo>
                  <a:lnTo>
                    <a:pt x="32480" y="374999"/>
                  </a:lnTo>
                  <a:lnTo>
                    <a:pt x="31813" y="376618"/>
                  </a:lnTo>
                  <a:lnTo>
                    <a:pt x="30861" y="380047"/>
                  </a:lnTo>
                  <a:lnTo>
                    <a:pt x="30289" y="381476"/>
                  </a:lnTo>
                  <a:lnTo>
                    <a:pt x="29813" y="382334"/>
                  </a:lnTo>
                  <a:lnTo>
                    <a:pt x="27146" y="383858"/>
                  </a:lnTo>
                  <a:lnTo>
                    <a:pt x="26765" y="384143"/>
                  </a:lnTo>
                  <a:lnTo>
                    <a:pt x="26384" y="384620"/>
                  </a:lnTo>
                  <a:lnTo>
                    <a:pt x="26098" y="385191"/>
                  </a:lnTo>
                  <a:lnTo>
                    <a:pt x="25717" y="386048"/>
                  </a:lnTo>
                  <a:lnTo>
                    <a:pt x="25432" y="387001"/>
                  </a:lnTo>
                  <a:lnTo>
                    <a:pt x="25336" y="387858"/>
                  </a:lnTo>
                  <a:lnTo>
                    <a:pt x="25527" y="388811"/>
                  </a:lnTo>
                  <a:lnTo>
                    <a:pt x="25813" y="390049"/>
                  </a:lnTo>
                  <a:lnTo>
                    <a:pt x="26479" y="391859"/>
                  </a:lnTo>
                  <a:lnTo>
                    <a:pt x="27337" y="393763"/>
                  </a:lnTo>
                  <a:lnTo>
                    <a:pt x="28480" y="395573"/>
                  </a:lnTo>
                  <a:lnTo>
                    <a:pt x="31051" y="398717"/>
                  </a:lnTo>
                  <a:lnTo>
                    <a:pt x="31051" y="399479"/>
                  </a:lnTo>
                  <a:lnTo>
                    <a:pt x="30956" y="400050"/>
                  </a:lnTo>
                  <a:lnTo>
                    <a:pt x="28765" y="403288"/>
                  </a:lnTo>
                  <a:lnTo>
                    <a:pt x="24765" y="408242"/>
                  </a:lnTo>
                  <a:lnTo>
                    <a:pt x="20098" y="409861"/>
                  </a:lnTo>
                  <a:lnTo>
                    <a:pt x="19526" y="410909"/>
                  </a:lnTo>
                  <a:lnTo>
                    <a:pt x="19431" y="412147"/>
                  </a:lnTo>
                  <a:lnTo>
                    <a:pt x="19526" y="413480"/>
                  </a:lnTo>
                  <a:lnTo>
                    <a:pt x="19240" y="414528"/>
                  </a:lnTo>
                  <a:lnTo>
                    <a:pt x="18288" y="415290"/>
                  </a:lnTo>
                  <a:lnTo>
                    <a:pt x="15240" y="415957"/>
                  </a:lnTo>
                  <a:lnTo>
                    <a:pt x="13525" y="416909"/>
                  </a:lnTo>
                  <a:lnTo>
                    <a:pt x="12763" y="418243"/>
                  </a:lnTo>
                  <a:lnTo>
                    <a:pt x="12192" y="419767"/>
                  </a:lnTo>
                  <a:lnTo>
                    <a:pt x="9049" y="425005"/>
                  </a:lnTo>
                  <a:lnTo>
                    <a:pt x="7620" y="427958"/>
                  </a:lnTo>
                  <a:lnTo>
                    <a:pt x="7429" y="429768"/>
                  </a:lnTo>
                  <a:lnTo>
                    <a:pt x="8191" y="435388"/>
                  </a:lnTo>
                  <a:lnTo>
                    <a:pt x="8287" y="436912"/>
                  </a:lnTo>
                  <a:lnTo>
                    <a:pt x="8287" y="438055"/>
                  </a:lnTo>
                  <a:lnTo>
                    <a:pt x="7906" y="439579"/>
                  </a:lnTo>
                  <a:lnTo>
                    <a:pt x="6953" y="442055"/>
                  </a:lnTo>
                  <a:lnTo>
                    <a:pt x="6382" y="444341"/>
                  </a:lnTo>
                  <a:lnTo>
                    <a:pt x="6286" y="445199"/>
                  </a:lnTo>
                  <a:lnTo>
                    <a:pt x="6382" y="445961"/>
                  </a:lnTo>
                  <a:lnTo>
                    <a:pt x="6858" y="447580"/>
                  </a:lnTo>
                  <a:lnTo>
                    <a:pt x="7525" y="454438"/>
                  </a:lnTo>
                  <a:lnTo>
                    <a:pt x="7810" y="456057"/>
                  </a:lnTo>
                  <a:lnTo>
                    <a:pt x="8096" y="457009"/>
                  </a:lnTo>
                  <a:lnTo>
                    <a:pt x="8382" y="457200"/>
                  </a:lnTo>
                  <a:lnTo>
                    <a:pt x="8763" y="457391"/>
                  </a:lnTo>
                  <a:lnTo>
                    <a:pt x="9620" y="457867"/>
                  </a:lnTo>
                  <a:lnTo>
                    <a:pt x="19050" y="461010"/>
                  </a:lnTo>
                  <a:lnTo>
                    <a:pt x="20002" y="461582"/>
                  </a:lnTo>
                  <a:lnTo>
                    <a:pt x="21622" y="462820"/>
                  </a:lnTo>
                  <a:lnTo>
                    <a:pt x="22384" y="463487"/>
                  </a:lnTo>
                  <a:lnTo>
                    <a:pt x="24289" y="465772"/>
                  </a:lnTo>
                  <a:lnTo>
                    <a:pt x="24670" y="466058"/>
                  </a:lnTo>
                  <a:lnTo>
                    <a:pt x="25146" y="466344"/>
                  </a:lnTo>
                  <a:lnTo>
                    <a:pt x="25717" y="466534"/>
                  </a:lnTo>
                  <a:lnTo>
                    <a:pt x="28289" y="467011"/>
                  </a:lnTo>
                  <a:lnTo>
                    <a:pt x="29718" y="471488"/>
                  </a:lnTo>
                  <a:lnTo>
                    <a:pt x="30480" y="473202"/>
                  </a:lnTo>
                  <a:lnTo>
                    <a:pt x="32671" y="476631"/>
                  </a:lnTo>
                  <a:lnTo>
                    <a:pt x="33338" y="478346"/>
                  </a:lnTo>
                  <a:lnTo>
                    <a:pt x="33528" y="479488"/>
                  </a:lnTo>
                  <a:lnTo>
                    <a:pt x="35338" y="485394"/>
                  </a:lnTo>
                  <a:lnTo>
                    <a:pt x="35909" y="486728"/>
                  </a:lnTo>
                  <a:lnTo>
                    <a:pt x="36385" y="487585"/>
                  </a:lnTo>
                  <a:lnTo>
                    <a:pt x="37052" y="488347"/>
                  </a:lnTo>
                  <a:lnTo>
                    <a:pt x="39148" y="490252"/>
                  </a:lnTo>
                  <a:lnTo>
                    <a:pt x="44005" y="498729"/>
                  </a:lnTo>
                  <a:lnTo>
                    <a:pt x="44672" y="500063"/>
                  </a:lnTo>
                  <a:lnTo>
                    <a:pt x="47149" y="507587"/>
                  </a:lnTo>
                  <a:lnTo>
                    <a:pt x="53054" y="512921"/>
                  </a:lnTo>
                  <a:lnTo>
                    <a:pt x="53530" y="515779"/>
                  </a:lnTo>
                  <a:lnTo>
                    <a:pt x="52673" y="522827"/>
                  </a:lnTo>
                  <a:lnTo>
                    <a:pt x="52292" y="524447"/>
                  </a:lnTo>
                  <a:lnTo>
                    <a:pt x="51911" y="525494"/>
                  </a:lnTo>
                  <a:lnTo>
                    <a:pt x="51435" y="526256"/>
                  </a:lnTo>
                  <a:lnTo>
                    <a:pt x="50959" y="527304"/>
                  </a:lnTo>
                  <a:lnTo>
                    <a:pt x="49149" y="532638"/>
                  </a:lnTo>
                  <a:lnTo>
                    <a:pt x="49054" y="532924"/>
                  </a:lnTo>
                  <a:lnTo>
                    <a:pt x="46482" y="537305"/>
                  </a:lnTo>
                  <a:lnTo>
                    <a:pt x="44101" y="540449"/>
                  </a:lnTo>
                  <a:lnTo>
                    <a:pt x="41910" y="542830"/>
                  </a:lnTo>
                  <a:lnTo>
                    <a:pt x="41053" y="544068"/>
                  </a:lnTo>
                  <a:lnTo>
                    <a:pt x="39433" y="548068"/>
                  </a:lnTo>
                  <a:lnTo>
                    <a:pt x="36766" y="551688"/>
                  </a:lnTo>
                  <a:lnTo>
                    <a:pt x="35909" y="553307"/>
                  </a:lnTo>
                  <a:lnTo>
                    <a:pt x="35052" y="558070"/>
                  </a:lnTo>
                  <a:lnTo>
                    <a:pt x="34385" y="560261"/>
                  </a:lnTo>
                  <a:lnTo>
                    <a:pt x="33909" y="561308"/>
                  </a:lnTo>
                  <a:lnTo>
                    <a:pt x="33528" y="562070"/>
                  </a:lnTo>
                  <a:lnTo>
                    <a:pt x="32575" y="563309"/>
                  </a:lnTo>
                  <a:lnTo>
                    <a:pt x="28956" y="566642"/>
                  </a:lnTo>
                  <a:lnTo>
                    <a:pt x="26289" y="569690"/>
                  </a:lnTo>
                  <a:lnTo>
                    <a:pt x="25717" y="570643"/>
                  </a:lnTo>
                  <a:lnTo>
                    <a:pt x="25336" y="571500"/>
                  </a:lnTo>
                  <a:lnTo>
                    <a:pt x="24860" y="574072"/>
                  </a:lnTo>
                  <a:lnTo>
                    <a:pt x="24765" y="575405"/>
                  </a:lnTo>
                  <a:lnTo>
                    <a:pt x="24860" y="577882"/>
                  </a:lnTo>
                  <a:lnTo>
                    <a:pt x="25336" y="580739"/>
                  </a:lnTo>
                  <a:lnTo>
                    <a:pt x="26003" y="582644"/>
                  </a:lnTo>
                  <a:lnTo>
                    <a:pt x="26194" y="583025"/>
                  </a:lnTo>
                  <a:lnTo>
                    <a:pt x="26575" y="583692"/>
                  </a:lnTo>
                  <a:lnTo>
                    <a:pt x="26765" y="584263"/>
                  </a:lnTo>
                  <a:lnTo>
                    <a:pt x="26860" y="584740"/>
                  </a:lnTo>
                  <a:lnTo>
                    <a:pt x="26956" y="586264"/>
                  </a:lnTo>
                  <a:lnTo>
                    <a:pt x="27051" y="594074"/>
                  </a:lnTo>
                  <a:lnTo>
                    <a:pt x="26860" y="595122"/>
                  </a:lnTo>
                  <a:lnTo>
                    <a:pt x="26575" y="596360"/>
                  </a:lnTo>
                  <a:lnTo>
                    <a:pt x="26194" y="596646"/>
                  </a:lnTo>
                  <a:lnTo>
                    <a:pt x="25336" y="596932"/>
                  </a:lnTo>
                  <a:lnTo>
                    <a:pt x="24765" y="596932"/>
                  </a:lnTo>
                  <a:lnTo>
                    <a:pt x="20859" y="595598"/>
                  </a:lnTo>
                  <a:lnTo>
                    <a:pt x="20002" y="595693"/>
                  </a:lnTo>
                  <a:lnTo>
                    <a:pt x="19240" y="595884"/>
                  </a:lnTo>
                  <a:lnTo>
                    <a:pt x="18955" y="596360"/>
                  </a:lnTo>
                  <a:lnTo>
                    <a:pt x="18764" y="596932"/>
                  </a:lnTo>
                  <a:lnTo>
                    <a:pt x="18669" y="597503"/>
                  </a:lnTo>
                  <a:lnTo>
                    <a:pt x="18574" y="598742"/>
                  </a:lnTo>
                  <a:lnTo>
                    <a:pt x="18574" y="600075"/>
                  </a:lnTo>
                  <a:lnTo>
                    <a:pt x="18192" y="601028"/>
                  </a:lnTo>
                  <a:lnTo>
                    <a:pt x="17431" y="602266"/>
                  </a:lnTo>
                  <a:lnTo>
                    <a:pt x="14383" y="605504"/>
                  </a:lnTo>
                  <a:lnTo>
                    <a:pt x="13621" y="606076"/>
                  </a:lnTo>
                  <a:lnTo>
                    <a:pt x="13144" y="606266"/>
                  </a:lnTo>
                  <a:lnTo>
                    <a:pt x="12573" y="606362"/>
                  </a:lnTo>
                  <a:lnTo>
                    <a:pt x="11811" y="606457"/>
                  </a:lnTo>
                  <a:lnTo>
                    <a:pt x="9525" y="606933"/>
                  </a:lnTo>
                  <a:lnTo>
                    <a:pt x="7715" y="608267"/>
                  </a:lnTo>
                  <a:lnTo>
                    <a:pt x="5620" y="608838"/>
                  </a:lnTo>
                  <a:lnTo>
                    <a:pt x="3048" y="608838"/>
                  </a:lnTo>
                  <a:lnTo>
                    <a:pt x="2095" y="609029"/>
                  </a:lnTo>
                  <a:lnTo>
                    <a:pt x="1333" y="609314"/>
                  </a:lnTo>
                  <a:lnTo>
                    <a:pt x="571" y="609886"/>
                  </a:lnTo>
                  <a:lnTo>
                    <a:pt x="190" y="610457"/>
                  </a:lnTo>
                  <a:lnTo>
                    <a:pt x="0" y="611029"/>
                  </a:lnTo>
                  <a:lnTo>
                    <a:pt x="190" y="611505"/>
                  </a:lnTo>
                  <a:lnTo>
                    <a:pt x="476" y="611886"/>
                  </a:lnTo>
                  <a:lnTo>
                    <a:pt x="2000" y="613220"/>
                  </a:lnTo>
                  <a:lnTo>
                    <a:pt x="2286" y="613601"/>
                  </a:lnTo>
                  <a:lnTo>
                    <a:pt x="2476" y="614077"/>
                  </a:lnTo>
                  <a:lnTo>
                    <a:pt x="2476" y="614743"/>
                  </a:lnTo>
                  <a:lnTo>
                    <a:pt x="2286" y="615410"/>
                  </a:lnTo>
                  <a:lnTo>
                    <a:pt x="1619" y="616649"/>
                  </a:lnTo>
                  <a:lnTo>
                    <a:pt x="1333" y="617506"/>
                  </a:lnTo>
                  <a:lnTo>
                    <a:pt x="1238" y="618458"/>
                  </a:lnTo>
                  <a:lnTo>
                    <a:pt x="1429" y="619030"/>
                  </a:lnTo>
                  <a:lnTo>
                    <a:pt x="1714" y="619506"/>
                  </a:lnTo>
                  <a:lnTo>
                    <a:pt x="4763" y="621983"/>
                  </a:lnTo>
                  <a:lnTo>
                    <a:pt x="5524" y="622745"/>
                  </a:lnTo>
                  <a:lnTo>
                    <a:pt x="6001" y="623411"/>
                  </a:lnTo>
                  <a:lnTo>
                    <a:pt x="6191" y="623697"/>
                  </a:lnTo>
                  <a:lnTo>
                    <a:pt x="6382" y="624173"/>
                  </a:lnTo>
                  <a:lnTo>
                    <a:pt x="6667" y="625602"/>
                  </a:lnTo>
                  <a:lnTo>
                    <a:pt x="6858" y="626174"/>
                  </a:lnTo>
                  <a:lnTo>
                    <a:pt x="7144" y="626555"/>
                  </a:lnTo>
                  <a:lnTo>
                    <a:pt x="8001" y="627126"/>
                  </a:lnTo>
                  <a:lnTo>
                    <a:pt x="8382" y="627507"/>
                  </a:lnTo>
                  <a:lnTo>
                    <a:pt x="8763" y="628079"/>
                  </a:lnTo>
                  <a:lnTo>
                    <a:pt x="8763" y="628650"/>
                  </a:lnTo>
                  <a:lnTo>
                    <a:pt x="8572" y="629126"/>
                  </a:lnTo>
                  <a:lnTo>
                    <a:pt x="8001" y="629984"/>
                  </a:lnTo>
                  <a:lnTo>
                    <a:pt x="7715" y="630555"/>
                  </a:lnTo>
                  <a:lnTo>
                    <a:pt x="7525" y="631317"/>
                  </a:lnTo>
                  <a:lnTo>
                    <a:pt x="7334" y="632841"/>
                  </a:lnTo>
                  <a:lnTo>
                    <a:pt x="7525" y="633889"/>
                  </a:lnTo>
                  <a:lnTo>
                    <a:pt x="7715" y="634651"/>
                  </a:lnTo>
                  <a:lnTo>
                    <a:pt x="8382" y="635508"/>
                  </a:lnTo>
                  <a:lnTo>
                    <a:pt x="9430" y="636556"/>
                  </a:lnTo>
                  <a:lnTo>
                    <a:pt x="10382" y="637032"/>
                  </a:lnTo>
                  <a:lnTo>
                    <a:pt x="13240" y="637889"/>
                  </a:lnTo>
                  <a:lnTo>
                    <a:pt x="14192" y="638366"/>
                  </a:lnTo>
                  <a:lnTo>
                    <a:pt x="15049" y="638937"/>
                  </a:lnTo>
                  <a:lnTo>
                    <a:pt x="15430" y="639223"/>
                  </a:lnTo>
                  <a:lnTo>
                    <a:pt x="17431" y="641318"/>
                  </a:lnTo>
                  <a:lnTo>
                    <a:pt x="20288" y="643414"/>
                  </a:lnTo>
                  <a:lnTo>
                    <a:pt x="21145" y="644557"/>
                  </a:lnTo>
                  <a:lnTo>
                    <a:pt x="22669" y="647319"/>
                  </a:lnTo>
                  <a:lnTo>
                    <a:pt x="23146" y="647414"/>
                  </a:lnTo>
                  <a:lnTo>
                    <a:pt x="28194" y="648843"/>
                  </a:lnTo>
                  <a:lnTo>
                    <a:pt x="29718" y="648938"/>
                  </a:lnTo>
                  <a:lnTo>
                    <a:pt x="31051" y="648367"/>
                  </a:lnTo>
                  <a:lnTo>
                    <a:pt x="33718" y="646652"/>
                  </a:lnTo>
                  <a:lnTo>
                    <a:pt x="34385" y="646367"/>
                  </a:lnTo>
                  <a:lnTo>
                    <a:pt x="34861" y="646462"/>
                  </a:lnTo>
                  <a:lnTo>
                    <a:pt x="35242" y="646747"/>
                  </a:lnTo>
                  <a:lnTo>
                    <a:pt x="36290" y="647795"/>
                  </a:lnTo>
                  <a:lnTo>
                    <a:pt x="36862" y="648176"/>
                  </a:lnTo>
                  <a:lnTo>
                    <a:pt x="37528" y="648367"/>
                  </a:lnTo>
                  <a:lnTo>
                    <a:pt x="38195" y="648272"/>
                  </a:lnTo>
                  <a:lnTo>
                    <a:pt x="39148" y="647986"/>
                  </a:lnTo>
                  <a:lnTo>
                    <a:pt x="39624" y="647986"/>
                  </a:lnTo>
                  <a:lnTo>
                    <a:pt x="41243" y="648176"/>
                  </a:lnTo>
                  <a:lnTo>
                    <a:pt x="41719" y="648081"/>
                  </a:lnTo>
                  <a:lnTo>
                    <a:pt x="42196" y="647795"/>
                  </a:lnTo>
                  <a:lnTo>
                    <a:pt x="42958" y="647033"/>
                  </a:lnTo>
                  <a:lnTo>
                    <a:pt x="43339" y="646843"/>
                  </a:lnTo>
                  <a:lnTo>
                    <a:pt x="44005" y="646938"/>
                  </a:lnTo>
                  <a:lnTo>
                    <a:pt x="45244" y="647509"/>
                  </a:lnTo>
                  <a:lnTo>
                    <a:pt x="46291" y="648367"/>
                  </a:lnTo>
                  <a:lnTo>
                    <a:pt x="47149" y="649414"/>
                  </a:lnTo>
                  <a:lnTo>
                    <a:pt x="47911" y="650653"/>
                  </a:lnTo>
                  <a:lnTo>
                    <a:pt x="48768" y="651605"/>
                  </a:lnTo>
                  <a:lnTo>
                    <a:pt x="48958" y="652653"/>
                  </a:lnTo>
                  <a:lnTo>
                    <a:pt x="49434" y="654177"/>
                  </a:lnTo>
                  <a:lnTo>
                    <a:pt x="49625" y="654653"/>
                  </a:lnTo>
                  <a:lnTo>
                    <a:pt x="49911" y="655034"/>
                  </a:lnTo>
                  <a:lnTo>
                    <a:pt x="50768" y="655606"/>
                  </a:lnTo>
                  <a:lnTo>
                    <a:pt x="52101" y="656177"/>
                  </a:lnTo>
                  <a:lnTo>
                    <a:pt x="57436" y="657987"/>
                  </a:lnTo>
                  <a:lnTo>
                    <a:pt x="60388" y="658559"/>
                  </a:lnTo>
                  <a:lnTo>
                    <a:pt x="61626" y="658654"/>
                  </a:lnTo>
                  <a:lnTo>
                    <a:pt x="62579" y="658654"/>
                  </a:lnTo>
                  <a:lnTo>
                    <a:pt x="63055" y="658463"/>
                  </a:lnTo>
                  <a:lnTo>
                    <a:pt x="64198" y="657797"/>
                  </a:lnTo>
                  <a:lnTo>
                    <a:pt x="64675" y="657416"/>
                  </a:lnTo>
                  <a:lnTo>
                    <a:pt x="66008" y="657511"/>
                  </a:lnTo>
                  <a:lnTo>
                    <a:pt x="69437" y="658654"/>
                  </a:lnTo>
                  <a:lnTo>
                    <a:pt x="70199" y="658654"/>
                  </a:lnTo>
                  <a:lnTo>
                    <a:pt x="71723" y="658273"/>
                  </a:lnTo>
                  <a:lnTo>
                    <a:pt x="72580" y="658178"/>
                  </a:lnTo>
                  <a:lnTo>
                    <a:pt x="73057" y="658939"/>
                  </a:lnTo>
                  <a:lnTo>
                    <a:pt x="73914" y="659987"/>
                  </a:lnTo>
                  <a:lnTo>
                    <a:pt x="74390" y="660368"/>
                  </a:lnTo>
                  <a:lnTo>
                    <a:pt x="75152" y="660654"/>
                  </a:lnTo>
                  <a:lnTo>
                    <a:pt x="76486" y="660845"/>
                  </a:lnTo>
                  <a:lnTo>
                    <a:pt x="77533" y="661035"/>
                  </a:lnTo>
                  <a:lnTo>
                    <a:pt x="78486" y="661416"/>
                  </a:lnTo>
                  <a:lnTo>
                    <a:pt x="88868" y="668560"/>
                  </a:lnTo>
                  <a:lnTo>
                    <a:pt x="89821" y="669036"/>
                  </a:lnTo>
                  <a:lnTo>
                    <a:pt x="91726" y="669417"/>
                  </a:lnTo>
                  <a:lnTo>
                    <a:pt x="94869" y="669417"/>
                  </a:lnTo>
                  <a:lnTo>
                    <a:pt x="95726" y="669322"/>
                  </a:lnTo>
                  <a:lnTo>
                    <a:pt x="98488" y="668179"/>
                  </a:lnTo>
                  <a:lnTo>
                    <a:pt x="101536" y="667322"/>
                  </a:lnTo>
                  <a:lnTo>
                    <a:pt x="102108" y="667226"/>
                  </a:lnTo>
                  <a:lnTo>
                    <a:pt x="103156" y="667322"/>
                  </a:lnTo>
                  <a:lnTo>
                    <a:pt x="107442" y="668369"/>
                  </a:lnTo>
                  <a:lnTo>
                    <a:pt x="108775" y="668560"/>
                  </a:lnTo>
                  <a:lnTo>
                    <a:pt x="109728" y="668560"/>
                  </a:lnTo>
                  <a:lnTo>
                    <a:pt x="110966" y="667703"/>
                  </a:lnTo>
                  <a:lnTo>
                    <a:pt x="111442" y="667512"/>
                  </a:lnTo>
                  <a:lnTo>
                    <a:pt x="112395" y="667703"/>
                  </a:lnTo>
                  <a:lnTo>
                    <a:pt x="113824" y="668560"/>
                  </a:lnTo>
                  <a:lnTo>
                    <a:pt x="116491" y="670655"/>
                  </a:lnTo>
                  <a:lnTo>
                    <a:pt x="118300" y="672655"/>
                  </a:lnTo>
                  <a:lnTo>
                    <a:pt x="118967" y="673799"/>
                  </a:lnTo>
                  <a:lnTo>
                    <a:pt x="118967" y="674465"/>
                  </a:lnTo>
                  <a:lnTo>
                    <a:pt x="118586" y="675227"/>
                  </a:lnTo>
                  <a:lnTo>
                    <a:pt x="118491" y="675513"/>
                  </a:lnTo>
                  <a:lnTo>
                    <a:pt x="118491" y="675989"/>
                  </a:lnTo>
                  <a:lnTo>
                    <a:pt x="118586" y="676466"/>
                  </a:lnTo>
                  <a:lnTo>
                    <a:pt x="118967" y="676751"/>
                  </a:lnTo>
                  <a:lnTo>
                    <a:pt x="119539" y="676847"/>
                  </a:lnTo>
                  <a:lnTo>
                    <a:pt x="121348" y="676370"/>
                  </a:lnTo>
                  <a:lnTo>
                    <a:pt x="123349" y="676370"/>
                  </a:lnTo>
                  <a:lnTo>
                    <a:pt x="124873" y="675418"/>
                  </a:lnTo>
                  <a:lnTo>
                    <a:pt x="125539" y="674751"/>
                  </a:lnTo>
                  <a:lnTo>
                    <a:pt x="126206" y="673894"/>
                  </a:lnTo>
                  <a:lnTo>
                    <a:pt x="127349" y="672846"/>
                  </a:lnTo>
                  <a:lnTo>
                    <a:pt x="127730" y="672370"/>
                  </a:lnTo>
                  <a:lnTo>
                    <a:pt x="128397" y="671227"/>
                  </a:lnTo>
                  <a:lnTo>
                    <a:pt x="128683" y="670655"/>
                  </a:lnTo>
                  <a:lnTo>
                    <a:pt x="129445" y="668274"/>
                  </a:lnTo>
                  <a:lnTo>
                    <a:pt x="129635" y="667798"/>
                  </a:lnTo>
                  <a:lnTo>
                    <a:pt x="129921" y="667417"/>
                  </a:lnTo>
                  <a:lnTo>
                    <a:pt x="132207" y="665607"/>
                  </a:lnTo>
                  <a:lnTo>
                    <a:pt x="133159" y="664464"/>
                  </a:lnTo>
                  <a:lnTo>
                    <a:pt x="133540" y="664178"/>
                  </a:lnTo>
                  <a:lnTo>
                    <a:pt x="134017" y="664083"/>
                  </a:lnTo>
                  <a:lnTo>
                    <a:pt x="134588" y="664083"/>
                  </a:lnTo>
                  <a:lnTo>
                    <a:pt x="135255" y="664464"/>
                  </a:lnTo>
                  <a:lnTo>
                    <a:pt x="135636" y="664750"/>
                  </a:lnTo>
                  <a:lnTo>
                    <a:pt x="136303" y="664940"/>
                  </a:lnTo>
                  <a:lnTo>
                    <a:pt x="137065" y="664940"/>
                  </a:lnTo>
                  <a:lnTo>
                    <a:pt x="139446" y="664369"/>
                  </a:lnTo>
                  <a:lnTo>
                    <a:pt x="140208" y="664369"/>
                  </a:lnTo>
                  <a:lnTo>
                    <a:pt x="141160" y="664559"/>
                  </a:lnTo>
                  <a:lnTo>
                    <a:pt x="142875" y="665226"/>
                  </a:lnTo>
                  <a:lnTo>
                    <a:pt x="143732" y="665702"/>
                  </a:lnTo>
                  <a:lnTo>
                    <a:pt x="144304" y="666179"/>
                  </a:lnTo>
                  <a:lnTo>
                    <a:pt x="144589" y="666559"/>
                  </a:lnTo>
                  <a:lnTo>
                    <a:pt x="146399" y="669512"/>
                  </a:lnTo>
                  <a:lnTo>
                    <a:pt x="147351" y="671893"/>
                  </a:lnTo>
                  <a:lnTo>
                    <a:pt x="147828" y="672751"/>
                  </a:lnTo>
                  <a:lnTo>
                    <a:pt x="148685" y="673894"/>
                  </a:lnTo>
                  <a:lnTo>
                    <a:pt x="149066" y="674275"/>
                  </a:lnTo>
                  <a:lnTo>
                    <a:pt x="149542" y="674561"/>
                  </a:lnTo>
                  <a:lnTo>
                    <a:pt x="150114" y="674751"/>
                  </a:lnTo>
                  <a:lnTo>
                    <a:pt x="150781" y="674846"/>
                  </a:lnTo>
                  <a:lnTo>
                    <a:pt x="151638" y="674846"/>
                  </a:lnTo>
                  <a:lnTo>
                    <a:pt x="152305" y="674751"/>
                  </a:lnTo>
                  <a:lnTo>
                    <a:pt x="152971" y="674465"/>
                  </a:lnTo>
                  <a:lnTo>
                    <a:pt x="153638" y="673989"/>
                  </a:lnTo>
                  <a:lnTo>
                    <a:pt x="154591" y="672941"/>
                  </a:lnTo>
                  <a:lnTo>
                    <a:pt x="155448" y="671608"/>
                  </a:lnTo>
                  <a:lnTo>
                    <a:pt x="156876" y="670274"/>
                  </a:lnTo>
                  <a:lnTo>
                    <a:pt x="161830" y="667036"/>
                  </a:lnTo>
                  <a:lnTo>
                    <a:pt x="161449" y="660178"/>
                  </a:lnTo>
                  <a:lnTo>
                    <a:pt x="161353" y="659606"/>
                  </a:lnTo>
                  <a:lnTo>
                    <a:pt x="161068" y="658654"/>
                  </a:lnTo>
                  <a:lnTo>
                    <a:pt x="160877" y="657987"/>
                  </a:lnTo>
                  <a:lnTo>
                    <a:pt x="160782" y="657892"/>
                  </a:lnTo>
                  <a:lnTo>
                    <a:pt x="160591" y="657606"/>
                  </a:lnTo>
                  <a:lnTo>
                    <a:pt x="159925" y="657034"/>
                  </a:lnTo>
                  <a:lnTo>
                    <a:pt x="159544" y="656749"/>
                  </a:lnTo>
                  <a:lnTo>
                    <a:pt x="158877" y="655987"/>
                  </a:lnTo>
                  <a:lnTo>
                    <a:pt x="158401" y="655130"/>
                  </a:lnTo>
                  <a:lnTo>
                    <a:pt x="158210" y="654653"/>
                  </a:lnTo>
                  <a:lnTo>
                    <a:pt x="157924" y="654177"/>
                  </a:lnTo>
                  <a:lnTo>
                    <a:pt x="157639" y="653796"/>
                  </a:lnTo>
                  <a:lnTo>
                    <a:pt x="157258" y="653415"/>
                  </a:lnTo>
                  <a:lnTo>
                    <a:pt x="156876" y="653129"/>
                  </a:lnTo>
                  <a:lnTo>
                    <a:pt x="156400" y="652843"/>
                  </a:lnTo>
                  <a:lnTo>
                    <a:pt x="155829" y="652748"/>
                  </a:lnTo>
                  <a:lnTo>
                    <a:pt x="154781" y="652939"/>
                  </a:lnTo>
                  <a:lnTo>
                    <a:pt x="154209" y="652939"/>
                  </a:lnTo>
                  <a:lnTo>
                    <a:pt x="153638" y="652843"/>
                  </a:lnTo>
                  <a:lnTo>
                    <a:pt x="153162" y="652653"/>
                  </a:lnTo>
                  <a:lnTo>
                    <a:pt x="152781" y="652082"/>
                  </a:lnTo>
                  <a:lnTo>
                    <a:pt x="152590" y="651224"/>
                  </a:lnTo>
                  <a:lnTo>
                    <a:pt x="152495" y="649510"/>
                  </a:lnTo>
                  <a:lnTo>
                    <a:pt x="152305" y="647795"/>
                  </a:lnTo>
                  <a:lnTo>
                    <a:pt x="151447" y="645509"/>
                  </a:lnTo>
                  <a:lnTo>
                    <a:pt x="148971" y="640271"/>
                  </a:lnTo>
                  <a:lnTo>
                    <a:pt x="148495" y="638270"/>
                  </a:lnTo>
                  <a:lnTo>
                    <a:pt x="148304" y="637794"/>
                  </a:lnTo>
                  <a:lnTo>
                    <a:pt x="147733" y="637032"/>
                  </a:lnTo>
                  <a:lnTo>
                    <a:pt x="147447" y="636746"/>
                  </a:lnTo>
                  <a:lnTo>
                    <a:pt x="147161" y="636175"/>
                  </a:lnTo>
                  <a:lnTo>
                    <a:pt x="146875" y="635794"/>
                  </a:lnTo>
                  <a:lnTo>
                    <a:pt x="146875" y="635222"/>
                  </a:lnTo>
                  <a:lnTo>
                    <a:pt x="147447" y="634460"/>
                  </a:lnTo>
                  <a:lnTo>
                    <a:pt x="147923" y="633317"/>
                  </a:lnTo>
                  <a:lnTo>
                    <a:pt x="149542" y="631508"/>
                  </a:lnTo>
                  <a:lnTo>
                    <a:pt x="150209" y="630460"/>
                  </a:lnTo>
                  <a:lnTo>
                    <a:pt x="150400" y="629603"/>
                  </a:lnTo>
                  <a:lnTo>
                    <a:pt x="150590" y="627697"/>
                  </a:lnTo>
                  <a:lnTo>
                    <a:pt x="150971" y="626840"/>
                  </a:lnTo>
                  <a:lnTo>
                    <a:pt x="152209" y="625888"/>
                  </a:lnTo>
                  <a:lnTo>
                    <a:pt x="152590" y="625221"/>
                  </a:lnTo>
                  <a:lnTo>
                    <a:pt x="152114" y="624078"/>
                  </a:lnTo>
                  <a:lnTo>
                    <a:pt x="152114" y="623411"/>
                  </a:lnTo>
                  <a:lnTo>
                    <a:pt x="152686" y="622554"/>
                  </a:lnTo>
                  <a:lnTo>
                    <a:pt x="154019" y="621030"/>
                  </a:lnTo>
                  <a:lnTo>
                    <a:pt x="156781" y="616363"/>
                  </a:lnTo>
                  <a:lnTo>
                    <a:pt x="157543" y="615601"/>
                  </a:lnTo>
                  <a:lnTo>
                    <a:pt x="158686" y="614839"/>
                  </a:lnTo>
                  <a:lnTo>
                    <a:pt x="160210" y="613124"/>
                  </a:lnTo>
                  <a:lnTo>
                    <a:pt x="161639" y="611219"/>
                  </a:lnTo>
                  <a:lnTo>
                    <a:pt x="162973" y="608171"/>
                  </a:lnTo>
                  <a:lnTo>
                    <a:pt x="164687" y="607409"/>
                  </a:lnTo>
                  <a:lnTo>
                    <a:pt x="168307" y="606838"/>
                  </a:lnTo>
                  <a:lnTo>
                    <a:pt x="174879" y="604266"/>
                  </a:lnTo>
                  <a:lnTo>
                    <a:pt x="177927" y="602075"/>
                  </a:lnTo>
                  <a:lnTo>
                    <a:pt x="179260" y="599313"/>
                  </a:lnTo>
                  <a:lnTo>
                    <a:pt x="179451" y="598742"/>
                  </a:lnTo>
                  <a:lnTo>
                    <a:pt x="179737" y="597599"/>
                  </a:lnTo>
                  <a:lnTo>
                    <a:pt x="179927" y="597027"/>
                  </a:lnTo>
                  <a:lnTo>
                    <a:pt x="180213" y="596551"/>
                  </a:lnTo>
                  <a:lnTo>
                    <a:pt x="180499" y="596170"/>
                  </a:lnTo>
                  <a:lnTo>
                    <a:pt x="180975" y="595693"/>
                  </a:lnTo>
                  <a:lnTo>
                    <a:pt x="184690" y="592074"/>
                  </a:lnTo>
                  <a:lnTo>
                    <a:pt x="186785" y="589026"/>
                  </a:lnTo>
                  <a:lnTo>
                    <a:pt x="186976" y="588359"/>
                  </a:lnTo>
                  <a:lnTo>
                    <a:pt x="187166" y="587502"/>
                  </a:lnTo>
                  <a:lnTo>
                    <a:pt x="186976" y="586073"/>
                  </a:lnTo>
                  <a:lnTo>
                    <a:pt x="186976" y="585026"/>
                  </a:lnTo>
                  <a:lnTo>
                    <a:pt x="187166" y="584359"/>
                  </a:lnTo>
                  <a:lnTo>
                    <a:pt x="187452" y="583883"/>
                  </a:lnTo>
                  <a:lnTo>
                    <a:pt x="187833" y="583597"/>
                  </a:lnTo>
                  <a:lnTo>
                    <a:pt x="187928" y="583501"/>
                  </a:lnTo>
                  <a:lnTo>
                    <a:pt x="190881" y="579787"/>
                  </a:lnTo>
                  <a:lnTo>
                    <a:pt x="191738" y="579120"/>
                  </a:lnTo>
                  <a:lnTo>
                    <a:pt x="193167" y="577787"/>
                  </a:lnTo>
                  <a:lnTo>
                    <a:pt x="193643" y="576929"/>
                  </a:lnTo>
                  <a:lnTo>
                    <a:pt x="194691" y="573881"/>
                  </a:lnTo>
                  <a:lnTo>
                    <a:pt x="194786" y="572834"/>
                  </a:lnTo>
                  <a:lnTo>
                    <a:pt x="194691" y="570643"/>
                  </a:lnTo>
                  <a:lnTo>
                    <a:pt x="194691" y="570357"/>
                  </a:lnTo>
                  <a:lnTo>
                    <a:pt x="194786" y="569976"/>
                  </a:lnTo>
                  <a:lnTo>
                    <a:pt x="195548" y="568547"/>
                  </a:lnTo>
                  <a:lnTo>
                    <a:pt x="196310" y="566357"/>
                  </a:lnTo>
                  <a:lnTo>
                    <a:pt x="196786" y="563880"/>
                  </a:lnTo>
                  <a:lnTo>
                    <a:pt x="197072" y="563309"/>
                  </a:lnTo>
                  <a:lnTo>
                    <a:pt x="197453" y="562832"/>
                  </a:lnTo>
                  <a:lnTo>
                    <a:pt x="200215" y="560737"/>
                  </a:lnTo>
                  <a:lnTo>
                    <a:pt x="200692" y="560165"/>
                  </a:lnTo>
                  <a:lnTo>
                    <a:pt x="201358" y="559308"/>
                  </a:lnTo>
                  <a:lnTo>
                    <a:pt x="202216" y="557784"/>
                  </a:lnTo>
                  <a:lnTo>
                    <a:pt x="202501" y="557022"/>
                  </a:lnTo>
                  <a:lnTo>
                    <a:pt x="202597" y="556260"/>
                  </a:lnTo>
                  <a:lnTo>
                    <a:pt x="202501" y="553212"/>
                  </a:lnTo>
                  <a:lnTo>
                    <a:pt x="202692" y="551497"/>
                  </a:lnTo>
                  <a:lnTo>
                    <a:pt x="202787" y="551307"/>
                  </a:lnTo>
                  <a:lnTo>
                    <a:pt x="202978" y="551117"/>
                  </a:lnTo>
                  <a:lnTo>
                    <a:pt x="203263" y="550926"/>
                  </a:lnTo>
                  <a:lnTo>
                    <a:pt x="204501" y="550450"/>
                  </a:lnTo>
                  <a:lnTo>
                    <a:pt x="207645" y="548068"/>
                  </a:lnTo>
                  <a:lnTo>
                    <a:pt x="207835" y="547973"/>
                  </a:lnTo>
                  <a:lnTo>
                    <a:pt x="208693" y="547688"/>
                  </a:lnTo>
                  <a:lnTo>
                    <a:pt x="211550" y="547592"/>
                  </a:lnTo>
                  <a:lnTo>
                    <a:pt x="213265" y="547021"/>
                  </a:lnTo>
                  <a:lnTo>
                    <a:pt x="213646" y="546735"/>
                  </a:lnTo>
                  <a:lnTo>
                    <a:pt x="213931" y="546640"/>
                  </a:lnTo>
                  <a:lnTo>
                    <a:pt x="214693" y="546449"/>
                  </a:lnTo>
                  <a:lnTo>
                    <a:pt x="215455" y="546449"/>
                  </a:lnTo>
                  <a:lnTo>
                    <a:pt x="216027" y="546545"/>
                  </a:lnTo>
                  <a:lnTo>
                    <a:pt x="216598" y="546735"/>
                  </a:lnTo>
                  <a:lnTo>
                    <a:pt x="219170" y="547878"/>
                  </a:lnTo>
                  <a:lnTo>
                    <a:pt x="219742" y="547973"/>
                  </a:lnTo>
                  <a:lnTo>
                    <a:pt x="220313" y="548068"/>
                  </a:lnTo>
                  <a:lnTo>
                    <a:pt x="220884" y="548068"/>
                  </a:lnTo>
                  <a:lnTo>
                    <a:pt x="221266" y="547973"/>
                  </a:lnTo>
                  <a:lnTo>
                    <a:pt x="221837" y="547783"/>
                  </a:lnTo>
                  <a:lnTo>
                    <a:pt x="222504" y="547497"/>
                  </a:lnTo>
                  <a:lnTo>
                    <a:pt x="222980" y="547211"/>
                  </a:lnTo>
                  <a:lnTo>
                    <a:pt x="224790" y="545211"/>
                  </a:lnTo>
                  <a:lnTo>
                    <a:pt x="224980" y="545116"/>
                  </a:lnTo>
                  <a:lnTo>
                    <a:pt x="225076" y="545021"/>
                  </a:lnTo>
                  <a:lnTo>
                    <a:pt x="225266" y="544830"/>
                  </a:lnTo>
                  <a:lnTo>
                    <a:pt x="225361" y="544544"/>
                  </a:lnTo>
                  <a:lnTo>
                    <a:pt x="225361" y="544068"/>
                  </a:lnTo>
                  <a:lnTo>
                    <a:pt x="225266" y="543020"/>
                  </a:lnTo>
                  <a:lnTo>
                    <a:pt x="225076" y="542354"/>
                  </a:lnTo>
                  <a:lnTo>
                    <a:pt x="224790" y="541782"/>
                  </a:lnTo>
                  <a:lnTo>
                    <a:pt x="224314" y="541496"/>
                  </a:lnTo>
                  <a:lnTo>
                    <a:pt x="223551" y="540830"/>
                  </a:lnTo>
                  <a:lnTo>
                    <a:pt x="223171" y="540449"/>
                  </a:lnTo>
                  <a:lnTo>
                    <a:pt x="222885" y="540068"/>
                  </a:lnTo>
                  <a:lnTo>
                    <a:pt x="222694" y="539591"/>
                  </a:lnTo>
                  <a:lnTo>
                    <a:pt x="222504" y="539020"/>
                  </a:lnTo>
                  <a:lnTo>
                    <a:pt x="222409" y="538448"/>
                  </a:lnTo>
                  <a:lnTo>
                    <a:pt x="222409" y="537115"/>
                  </a:lnTo>
                  <a:lnTo>
                    <a:pt x="222790" y="536258"/>
                  </a:lnTo>
                  <a:lnTo>
                    <a:pt x="223361" y="535305"/>
                  </a:lnTo>
                  <a:lnTo>
                    <a:pt x="225933" y="532162"/>
                  </a:lnTo>
                  <a:lnTo>
                    <a:pt x="226123" y="531686"/>
                  </a:lnTo>
                  <a:lnTo>
                    <a:pt x="226600" y="529971"/>
                  </a:lnTo>
                  <a:lnTo>
                    <a:pt x="226885" y="528638"/>
                  </a:lnTo>
                  <a:lnTo>
                    <a:pt x="227076" y="528161"/>
                  </a:lnTo>
                  <a:lnTo>
                    <a:pt x="227362" y="527780"/>
                  </a:lnTo>
                  <a:lnTo>
                    <a:pt x="228600" y="527018"/>
                  </a:lnTo>
                  <a:lnTo>
                    <a:pt x="228981" y="526542"/>
                  </a:lnTo>
                  <a:lnTo>
                    <a:pt x="229267" y="526066"/>
                  </a:lnTo>
                  <a:lnTo>
                    <a:pt x="230314" y="523399"/>
                  </a:lnTo>
                  <a:lnTo>
                    <a:pt x="230886" y="522637"/>
                  </a:lnTo>
                  <a:lnTo>
                    <a:pt x="232696" y="521017"/>
                  </a:lnTo>
                  <a:lnTo>
                    <a:pt x="234410" y="523399"/>
                  </a:lnTo>
                  <a:lnTo>
                    <a:pt x="234791" y="524828"/>
                  </a:lnTo>
                  <a:lnTo>
                    <a:pt x="234886" y="527495"/>
                  </a:lnTo>
                  <a:lnTo>
                    <a:pt x="235077" y="529876"/>
                  </a:lnTo>
                  <a:lnTo>
                    <a:pt x="235267" y="530733"/>
                  </a:lnTo>
                  <a:lnTo>
                    <a:pt x="235553" y="531590"/>
                  </a:lnTo>
                  <a:lnTo>
                    <a:pt x="236029" y="532447"/>
                  </a:lnTo>
                  <a:lnTo>
                    <a:pt x="236696" y="533400"/>
                  </a:lnTo>
                  <a:lnTo>
                    <a:pt x="237363" y="534638"/>
                  </a:lnTo>
                  <a:lnTo>
                    <a:pt x="237744" y="535019"/>
                  </a:lnTo>
                  <a:lnTo>
                    <a:pt x="238220" y="535210"/>
                  </a:lnTo>
                  <a:lnTo>
                    <a:pt x="238601" y="535019"/>
                  </a:lnTo>
                  <a:lnTo>
                    <a:pt x="238887" y="534638"/>
                  </a:lnTo>
                  <a:lnTo>
                    <a:pt x="239934" y="532638"/>
                  </a:lnTo>
                  <a:lnTo>
                    <a:pt x="240506" y="531971"/>
                  </a:lnTo>
                  <a:lnTo>
                    <a:pt x="240887" y="531590"/>
                  </a:lnTo>
                  <a:lnTo>
                    <a:pt x="242601" y="530447"/>
                  </a:lnTo>
                  <a:lnTo>
                    <a:pt x="243364" y="529780"/>
                  </a:lnTo>
                  <a:lnTo>
                    <a:pt x="244983" y="527780"/>
                  </a:lnTo>
                  <a:lnTo>
                    <a:pt x="246888" y="526256"/>
                  </a:lnTo>
                  <a:lnTo>
                    <a:pt x="247269" y="525875"/>
                  </a:lnTo>
                  <a:lnTo>
                    <a:pt x="248412" y="524066"/>
                  </a:lnTo>
                  <a:lnTo>
                    <a:pt x="248698" y="523684"/>
                  </a:lnTo>
                  <a:lnTo>
                    <a:pt x="249079" y="523304"/>
                  </a:lnTo>
                  <a:lnTo>
                    <a:pt x="250984" y="521970"/>
                  </a:lnTo>
                  <a:lnTo>
                    <a:pt x="252031" y="520827"/>
                  </a:lnTo>
                  <a:lnTo>
                    <a:pt x="253174" y="519113"/>
                  </a:lnTo>
                  <a:lnTo>
                    <a:pt x="254984" y="515779"/>
                  </a:lnTo>
                  <a:lnTo>
                    <a:pt x="255841" y="513588"/>
                  </a:lnTo>
                  <a:lnTo>
                    <a:pt x="256127" y="513112"/>
                  </a:lnTo>
                  <a:lnTo>
                    <a:pt x="256413" y="512636"/>
                  </a:lnTo>
                  <a:lnTo>
                    <a:pt x="257080" y="511874"/>
                  </a:lnTo>
                  <a:lnTo>
                    <a:pt x="261938" y="508540"/>
                  </a:lnTo>
                  <a:lnTo>
                    <a:pt x="262414" y="508063"/>
                  </a:lnTo>
                  <a:lnTo>
                    <a:pt x="262509" y="507968"/>
                  </a:lnTo>
                  <a:lnTo>
                    <a:pt x="262604" y="507873"/>
                  </a:lnTo>
                  <a:lnTo>
                    <a:pt x="262699" y="507587"/>
                  </a:lnTo>
                  <a:lnTo>
                    <a:pt x="264033" y="503015"/>
                  </a:lnTo>
                  <a:lnTo>
                    <a:pt x="264509" y="502063"/>
                  </a:lnTo>
                  <a:lnTo>
                    <a:pt x="264985" y="501396"/>
                  </a:lnTo>
                  <a:lnTo>
                    <a:pt x="265652" y="500634"/>
                  </a:lnTo>
                  <a:lnTo>
                    <a:pt x="266986" y="499491"/>
                  </a:lnTo>
                  <a:lnTo>
                    <a:pt x="267843" y="499015"/>
                  </a:lnTo>
                  <a:lnTo>
                    <a:pt x="268605" y="498824"/>
                  </a:lnTo>
                  <a:lnTo>
                    <a:pt x="269176" y="498920"/>
                  </a:lnTo>
                  <a:lnTo>
                    <a:pt x="270319" y="499300"/>
                  </a:lnTo>
                  <a:lnTo>
                    <a:pt x="271558" y="499491"/>
                  </a:lnTo>
                  <a:lnTo>
                    <a:pt x="274415" y="499205"/>
                  </a:lnTo>
                  <a:lnTo>
                    <a:pt x="278987" y="499300"/>
                  </a:lnTo>
                  <a:lnTo>
                    <a:pt x="281178" y="499015"/>
                  </a:lnTo>
                  <a:lnTo>
                    <a:pt x="282511" y="499205"/>
                  </a:lnTo>
                  <a:lnTo>
                    <a:pt x="284226" y="499682"/>
                  </a:lnTo>
                  <a:lnTo>
                    <a:pt x="286131" y="499491"/>
                  </a:lnTo>
                  <a:lnTo>
                    <a:pt x="290608" y="498538"/>
                  </a:lnTo>
                  <a:lnTo>
                    <a:pt x="292798" y="498634"/>
                  </a:lnTo>
                  <a:lnTo>
                    <a:pt x="294132" y="498824"/>
                  </a:lnTo>
                  <a:lnTo>
                    <a:pt x="298323" y="498538"/>
                  </a:lnTo>
                  <a:lnTo>
                    <a:pt x="300895" y="498824"/>
                  </a:lnTo>
                  <a:lnTo>
                    <a:pt x="303371" y="498729"/>
                  </a:lnTo>
                  <a:lnTo>
                    <a:pt x="309181" y="497776"/>
                  </a:lnTo>
                  <a:lnTo>
                    <a:pt x="310134" y="497776"/>
                  </a:lnTo>
                  <a:lnTo>
                    <a:pt x="313658" y="498443"/>
                  </a:lnTo>
                  <a:lnTo>
                    <a:pt x="314134" y="498634"/>
                  </a:lnTo>
                  <a:lnTo>
                    <a:pt x="314801" y="498824"/>
                  </a:lnTo>
                  <a:lnTo>
                    <a:pt x="315468" y="498824"/>
                  </a:lnTo>
                  <a:lnTo>
                    <a:pt x="316897" y="498729"/>
                  </a:lnTo>
                  <a:lnTo>
                    <a:pt x="317659" y="498538"/>
                  </a:lnTo>
                  <a:lnTo>
                    <a:pt x="318230" y="498253"/>
                  </a:lnTo>
                  <a:lnTo>
                    <a:pt x="319278" y="497110"/>
                  </a:lnTo>
                  <a:lnTo>
                    <a:pt x="319849" y="496253"/>
                  </a:lnTo>
                  <a:lnTo>
                    <a:pt x="321088" y="493776"/>
                  </a:lnTo>
                  <a:lnTo>
                    <a:pt x="321278" y="493205"/>
                  </a:lnTo>
                  <a:lnTo>
                    <a:pt x="321469" y="492728"/>
                  </a:lnTo>
                  <a:lnTo>
                    <a:pt x="321755" y="492252"/>
                  </a:lnTo>
                  <a:lnTo>
                    <a:pt x="323755" y="489871"/>
                  </a:lnTo>
                  <a:lnTo>
                    <a:pt x="324231" y="488918"/>
                  </a:lnTo>
                  <a:lnTo>
                    <a:pt x="324517" y="487966"/>
                  </a:lnTo>
                  <a:lnTo>
                    <a:pt x="324993" y="485870"/>
                  </a:lnTo>
                  <a:lnTo>
                    <a:pt x="325659" y="484251"/>
                  </a:lnTo>
                  <a:lnTo>
                    <a:pt x="326422" y="482917"/>
                  </a:lnTo>
                  <a:lnTo>
                    <a:pt x="327184" y="481298"/>
                  </a:lnTo>
                  <a:lnTo>
                    <a:pt x="330041" y="477869"/>
                  </a:lnTo>
                  <a:lnTo>
                    <a:pt x="331470" y="477012"/>
                  </a:lnTo>
                  <a:lnTo>
                    <a:pt x="334042" y="476917"/>
                  </a:lnTo>
                  <a:lnTo>
                    <a:pt x="339566" y="475393"/>
                  </a:lnTo>
                  <a:lnTo>
                    <a:pt x="340328" y="474917"/>
                  </a:lnTo>
                  <a:lnTo>
                    <a:pt x="340900" y="474440"/>
                  </a:lnTo>
                  <a:lnTo>
                    <a:pt x="341376" y="473678"/>
                  </a:lnTo>
                  <a:lnTo>
                    <a:pt x="342043" y="472821"/>
                  </a:lnTo>
                  <a:lnTo>
                    <a:pt x="344900" y="469868"/>
                  </a:lnTo>
                  <a:lnTo>
                    <a:pt x="345281" y="469201"/>
                  </a:lnTo>
                  <a:lnTo>
                    <a:pt x="345662" y="468344"/>
                  </a:lnTo>
                  <a:lnTo>
                    <a:pt x="346519" y="467011"/>
                  </a:lnTo>
                  <a:lnTo>
                    <a:pt x="346900" y="466249"/>
                  </a:lnTo>
                  <a:lnTo>
                    <a:pt x="346996" y="465677"/>
                  </a:lnTo>
                  <a:lnTo>
                    <a:pt x="346900" y="465296"/>
                  </a:lnTo>
                  <a:lnTo>
                    <a:pt x="346424" y="464534"/>
                  </a:lnTo>
                  <a:lnTo>
                    <a:pt x="346234" y="464058"/>
                  </a:lnTo>
                  <a:lnTo>
                    <a:pt x="346043" y="463582"/>
                  </a:lnTo>
                  <a:lnTo>
                    <a:pt x="346043" y="462343"/>
                  </a:lnTo>
                  <a:lnTo>
                    <a:pt x="346138" y="460724"/>
                  </a:lnTo>
                  <a:lnTo>
                    <a:pt x="346329" y="459867"/>
                  </a:lnTo>
                  <a:lnTo>
                    <a:pt x="346710" y="459010"/>
                  </a:lnTo>
                  <a:lnTo>
                    <a:pt x="347376" y="457867"/>
                  </a:lnTo>
                  <a:lnTo>
                    <a:pt x="347948" y="457391"/>
                  </a:lnTo>
                  <a:lnTo>
                    <a:pt x="348615" y="457009"/>
                  </a:lnTo>
                  <a:lnTo>
                    <a:pt x="349186" y="456914"/>
                  </a:lnTo>
                  <a:lnTo>
                    <a:pt x="350901" y="456247"/>
                  </a:lnTo>
                  <a:lnTo>
                    <a:pt x="351758" y="455581"/>
                  </a:lnTo>
                  <a:lnTo>
                    <a:pt x="349091" y="453200"/>
                  </a:lnTo>
                  <a:lnTo>
                    <a:pt x="342043" y="444627"/>
                  </a:lnTo>
                  <a:lnTo>
                    <a:pt x="338233" y="437769"/>
                  </a:lnTo>
                  <a:lnTo>
                    <a:pt x="331184" y="423672"/>
                  </a:lnTo>
                  <a:lnTo>
                    <a:pt x="330041" y="420814"/>
                  </a:lnTo>
                  <a:lnTo>
                    <a:pt x="328231" y="419957"/>
                  </a:lnTo>
                  <a:lnTo>
                    <a:pt x="320230" y="421862"/>
                  </a:lnTo>
                  <a:lnTo>
                    <a:pt x="317468" y="423005"/>
                  </a:lnTo>
                  <a:lnTo>
                    <a:pt x="306514" y="426244"/>
                  </a:lnTo>
                  <a:lnTo>
                    <a:pt x="305276" y="426053"/>
                  </a:lnTo>
                  <a:lnTo>
                    <a:pt x="304705" y="425863"/>
                  </a:lnTo>
                  <a:lnTo>
                    <a:pt x="304228" y="425577"/>
                  </a:lnTo>
                  <a:lnTo>
                    <a:pt x="303752" y="425291"/>
                  </a:lnTo>
                  <a:lnTo>
                    <a:pt x="302990" y="424625"/>
                  </a:lnTo>
                  <a:lnTo>
                    <a:pt x="302705" y="424243"/>
                  </a:lnTo>
                  <a:lnTo>
                    <a:pt x="302419" y="423767"/>
                  </a:lnTo>
                  <a:lnTo>
                    <a:pt x="301942" y="422815"/>
                  </a:lnTo>
                  <a:lnTo>
                    <a:pt x="301752" y="422338"/>
                  </a:lnTo>
                  <a:lnTo>
                    <a:pt x="299847" y="421576"/>
                  </a:lnTo>
                  <a:lnTo>
                    <a:pt x="292322" y="421005"/>
                  </a:lnTo>
                  <a:lnTo>
                    <a:pt x="290513" y="419767"/>
                  </a:lnTo>
                  <a:lnTo>
                    <a:pt x="289941" y="418719"/>
                  </a:lnTo>
                  <a:lnTo>
                    <a:pt x="288893" y="413004"/>
                  </a:lnTo>
                  <a:lnTo>
                    <a:pt x="288512" y="412242"/>
                  </a:lnTo>
                  <a:lnTo>
                    <a:pt x="288131" y="411671"/>
                  </a:lnTo>
                  <a:lnTo>
                    <a:pt x="287559" y="411289"/>
                  </a:lnTo>
                  <a:lnTo>
                    <a:pt x="286988" y="411194"/>
                  </a:lnTo>
                  <a:lnTo>
                    <a:pt x="286417" y="411194"/>
                  </a:lnTo>
                  <a:lnTo>
                    <a:pt x="279559" y="413004"/>
                  </a:lnTo>
                  <a:lnTo>
                    <a:pt x="278797" y="413099"/>
                  </a:lnTo>
                  <a:lnTo>
                    <a:pt x="277939" y="413099"/>
                  </a:lnTo>
                  <a:lnTo>
                    <a:pt x="276606" y="412813"/>
                  </a:lnTo>
                  <a:lnTo>
                    <a:pt x="275844" y="412528"/>
                  </a:lnTo>
                  <a:lnTo>
                    <a:pt x="275272" y="412147"/>
                  </a:lnTo>
                  <a:lnTo>
                    <a:pt x="274987" y="411766"/>
                  </a:lnTo>
                  <a:lnTo>
                    <a:pt x="274606" y="411194"/>
                  </a:lnTo>
                  <a:lnTo>
                    <a:pt x="273463" y="408813"/>
                  </a:lnTo>
                  <a:lnTo>
                    <a:pt x="272986" y="408051"/>
                  </a:lnTo>
                  <a:lnTo>
                    <a:pt x="272129" y="407384"/>
                  </a:lnTo>
                  <a:lnTo>
                    <a:pt x="271272" y="406908"/>
                  </a:lnTo>
                  <a:lnTo>
                    <a:pt x="269462" y="406432"/>
                  </a:lnTo>
                  <a:lnTo>
                    <a:pt x="266700" y="405479"/>
                  </a:lnTo>
                  <a:lnTo>
                    <a:pt x="265081" y="404432"/>
                  </a:lnTo>
                  <a:lnTo>
                    <a:pt x="263938" y="403193"/>
                  </a:lnTo>
                  <a:lnTo>
                    <a:pt x="262795" y="401574"/>
                  </a:lnTo>
                  <a:lnTo>
                    <a:pt x="261747" y="399764"/>
                  </a:lnTo>
                  <a:lnTo>
                    <a:pt x="260890" y="397764"/>
                  </a:lnTo>
                  <a:lnTo>
                    <a:pt x="259842" y="394240"/>
                  </a:lnTo>
                  <a:lnTo>
                    <a:pt x="259461" y="392049"/>
                  </a:lnTo>
                  <a:lnTo>
                    <a:pt x="259270" y="390049"/>
                  </a:lnTo>
                  <a:lnTo>
                    <a:pt x="259366" y="386334"/>
                  </a:lnTo>
                  <a:lnTo>
                    <a:pt x="259842" y="383762"/>
                  </a:lnTo>
                  <a:lnTo>
                    <a:pt x="260032" y="383191"/>
                  </a:lnTo>
                  <a:lnTo>
                    <a:pt x="260413" y="382143"/>
                  </a:lnTo>
                  <a:lnTo>
                    <a:pt x="260604" y="381762"/>
                  </a:lnTo>
                  <a:lnTo>
                    <a:pt x="260794" y="381476"/>
                  </a:lnTo>
                  <a:lnTo>
                    <a:pt x="261747" y="380333"/>
                  </a:lnTo>
                  <a:lnTo>
                    <a:pt x="276130" y="370999"/>
                  </a:lnTo>
                  <a:lnTo>
                    <a:pt x="276511" y="370618"/>
                  </a:lnTo>
                  <a:lnTo>
                    <a:pt x="276892" y="370237"/>
                  </a:lnTo>
                  <a:lnTo>
                    <a:pt x="277177" y="369665"/>
                  </a:lnTo>
                  <a:lnTo>
                    <a:pt x="277463" y="368903"/>
                  </a:lnTo>
                  <a:lnTo>
                    <a:pt x="277558" y="368237"/>
                  </a:lnTo>
                  <a:lnTo>
                    <a:pt x="277558" y="367570"/>
                  </a:lnTo>
                  <a:lnTo>
                    <a:pt x="277463" y="366998"/>
                  </a:lnTo>
                  <a:lnTo>
                    <a:pt x="277368" y="366427"/>
                  </a:lnTo>
                  <a:lnTo>
                    <a:pt x="277177" y="365950"/>
                  </a:lnTo>
                  <a:lnTo>
                    <a:pt x="276987" y="365474"/>
                  </a:lnTo>
                  <a:lnTo>
                    <a:pt x="276701" y="365093"/>
                  </a:lnTo>
                  <a:lnTo>
                    <a:pt x="276320" y="364712"/>
                  </a:lnTo>
                  <a:lnTo>
                    <a:pt x="275368" y="364236"/>
                  </a:lnTo>
                  <a:lnTo>
                    <a:pt x="273748" y="363664"/>
                  </a:lnTo>
                  <a:lnTo>
                    <a:pt x="273367" y="363474"/>
                  </a:lnTo>
                  <a:lnTo>
                    <a:pt x="273082" y="363284"/>
                  </a:lnTo>
                  <a:lnTo>
                    <a:pt x="272796" y="362998"/>
                  </a:lnTo>
                  <a:lnTo>
                    <a:pt x="272510" y="362712"/>
                  </a:lnTo>
                  <a:lnTo>
                    <a:pt x="272224" y="362331"/>
                  </a:lnTo>
                  <a:lnTo>
                    <a:pt x="271939" y="361950"/>
                  </a:lnTo>
                  <a:lnTo>
                    <a:pt x="271748" y="361474"/>
                  </a:lnTo>
                  <a:lnTo>
                    <a:pt x="271558" y="360997"/>
                  </a:lnTo>
                  <a:lnTo>
                    <a:pt x="271176" y="359283"/>
                  </a:lnTo>
                  <a:lnTo>
                    <a:pt x="271081" y="358045"/>
                  </a:lnTo>
                  <a:lnTo>
                    <a:pt x="271176" y="356807"/>
                  </a:lnTo>
                  <a:lnTo>
                    <a:pt x="272605" y="349567"/>
                  </a:lnTo>
                  <a:lnTo>
                    <a:pt x="273272" y="346424"/>
                  </a:lnTo>
                  <a:lnTo>
                    <a:pt x="273272" y="345281"/>
                  </a:lnTo>
                  <a:lnTo>
                    <a:pt x="273082" y="344900"/>
                  </a:lnTo>
                  <a:lnTo>
                    <a:pt x="272034" y="343376"/>
                  </a:lnTo>
                  <a:lnTo>
                    <a:pt x="271463" y="342043"/>
                  </a:lnTo>
                  <a:lnTo>
                    <a:pt x="271272" y="340900"/>
                  </a:lnTo>
                  <a:lnTo>
                    <a:pt x="271176" y="339280"/>
                  </a:lnTo>
                  <a:lnTo>
                    <a:pt x="270986" y="338423"/>
                  </a:lnTo>
                  <a:lnTo>
                    <a:pt x="270796" y="337757"/>
                  </a:lnTo>
                  <a:lnTo>
                    <a:pt x="270129" y="336518"/>
                  </a:lnTo>
                  <a:lnTo>
                    <a:pt x="268795" y="332994"/>
                  </a:lnTo>
                  <a:lnTo>
                    <a:pt x="268414" y="331756"/>
                  </a:lnTo>
                  <a:lnTo>
                    <a:pt x="268224" y="330803"/>
                  </a:lnTo>
                  <a:lnTo>
                    <a:pt x="267843" y="324707"/>
                  </a:lnTo>
                  <a:lnTo>
                    <a:pt x="267938" y="322612"/>
                  </a:lnTo>
                  <a:lnTo>
                    <a:pt x="268414" y="319564"/>
                  </a:lnTo>
                  <a:lnTo>
                    <a:pt x="259080" y="319468"/>
                  </a:lnTo>
                  <a:lnTo>
                    <a:pt x="255175" y="318611"/>
                  </a:lnTo>
                  <a:lnTo>
                    <a:pt x="254127" y="318516"/>
                  </a:lnTo>
                  <a:lnTo>
                    <a:pt x="253365" y="318611"/>
                  </a:lnTo>
                  <a:lnTo>
                    <a:pt x="250126" y="320040"/>
                  </a:lnTo>
                  <a:lnTo>
                    <a:pt x="249650" y="320326"/>
                  </a:lnTo>
                  <a:lnTo>
                    <a:pt x="249174" y="320897"/>
                  </a:lnTo>
                  <a:lnTo>
                    <a:pt x="248888" y="321278"/>
                  </a:lnTo>
                  <a:lnTo>
                    <a:pt x="248698" y="321659"/>
                  </a:lnTo>
                  <a:lnTo>
                    <a:pt x="248412" y="323183"/>
                  </a:lnTo>
                  <a:lnTo>
                    <a:pt x="247936" y="323755"/>
                  </a:lnTo>
                  <a:lnTo>
                    <a:pt x="247078" y="324326"/>
                  </a:lnTo>
                  <a:lnTo>
                    <a:pt x="244316" y="324707"/>
                  </a:lnTo>
                  <a:lnTo>
                    <a:pt x="240411" y="326803"/>
                  </a:lnTo>
                  <a:lnTo>
                    <a:pt x="239649" y="327374"/>
                  </a:lnTo>
                  <a:lnTo>
                    <a:pt x="239173" y="327946"/>
                  </a:lnTo>
                  <a:lnTo>
                    <a:pt x="238982" y="328517"/>
                  </a:lnTo>
                  <a:lnTo>
                    <a:pt x="238887" y="329089"/>
                  </a:lnTo>
                  <a:lnTo>
                    <a:pt x="238982" y="329565"/>
                  </a:lnTo>
                  <a:lnTo>
                    <a:pt x="239173" y="329946"/>
                  </a:lnTo>
                  <a:lnTo>
                    <a:pt x="239363" y="330137"/>
                  </a:lnTo>
                  <a:lnTo>
                    <a:pt x="239458" y="330232"/>
                  </a:lnTo>
                  <a:lnTo>
                    <a:pt x="241459" y="331661"/>
                  </a:lnTo>
                  <a:lnTo>
                    <a:pt x="241744" y="332042"/>
                  </a:lnTo>
                  <a:lnTo>
                    <a:pt x="241935" y="332518"/>
                  </a:lnTo>
                  <a:lnTo>
                    <a:pt x="242030" y="333184"/>
                  </a:lnTo>
                  <a:lnTo>
                    <a:pt x="241935" y="333756"/>
                  </a:lnTo>
                  <a:lnTo>
                    <a:pt x="241840" y="334328"/>
                  </a:lnTo>
                  <a:lnTo>
                    <a:pt x="241554" y="334994"/>
                  </a:lnTo>
                  <a:lnTo>
                    <a:pt x="240601" y="335661"/>
                  </a:lnTo>
                  <a:lnTo>
                    <a:pt x="239458" y="336137"/>
                  </a:lnTo>
                  <a:lnTo>
                    <a:pt x="237649" y="336328"/>
                  </a:lnTo>
                  <a:lnTo>
                    <a:pt x="235744" y="336137"/>
                  </a:lnTo>
                  <a:lnTo>
                    <a:pt x="231648" y="334994"/>
                  </a:lnTo>
                  <a:lnTo>
                    <a:pt x="230219" y="334232"/>
                  </a:lnTo>
                  <a:lnTo>
                    <a:pt x="224790" y="329565"/>
                  </a:lnTo>
                  <a:lnTo>
                    <a:pt x="222790" y="326517"/>
                  </a:lnTo>
                  <a:lnTo>
                    <a:pt x="221647" y="322802"/>
                  </a:lnTo>
                  <a:lnTo>
                    <a:pt x="220980" y="322517"/>
                  </a:lnTo>
                  <a:lnTo>
                    <a:pt x="220504" y="322231"/>
                  </a:lnTo>
                  <a:lnTo>
                    <a:pt x="219646" y="322136"/>
                  </a:lnTo>
                  <a:lnTo>
                    <a:pt x="217741" y="322231"/>
                  </a:lnTo>
                  <a:lnTo>
                    <a:pt x="213646" y="323659"/>
                  </a:lnTo>
                  <a:lnTo>
                    <a:pt x="213074" y="323755"/>
                  </a:lnTo>
                  <a:lnTo>
                    <a:pt x="211169" y="323469"/>
                  </a:lnTo>
                  <a:lnTo>
                    <a:pt x="210598" y="323469"/>
                  </a:lnTo>
                  <a:lnTo>
                    <a:pt x="206216" y="324421"/>
                  </a:lnTo>
                  <a:lnTo>
                    <a:pt x="205645" y="324421"/>
                  </a:lnTo>
                  <a:lnTo>
                    <a:pt x="204883" y="324326"/>
                  </a:lnTo>
                  <a:lnTo>
                    <a:pt x="201454" y="322707"/>
                  </a:lnTo>
                  <a:lnTo>
                    <a:pt x="200501" y="322517"/>
                  </a:lnTo>
                  <a:lnTo>
                    <a:pt x="199930" y="322517"/>
                  </a:lnTo>
                  <a:lnTo>
                    <a:pt x="199358" y="322612"/>
                  </a:lnTo>
                  <a:lnTo>
                    <a:pt x="198406" y="322993"/>
                  </a:lnTo>
                  <a:lnTo>
                    <a:pt x="196882" y="323183"/>
                  </a:lnTo>
                  <a:lnTo>
                    <a:pt x="196596" y="323279"/>
                  </a:lnTo>
                  <a:lnTo>
                    <a:pt x="196215" y="323564"/>
                  </a:lnTo>
                  <a:lnTo>
                    <a:pt x="195643" y="324231"/>
                  </a:lnTo>
                  <a:lnTo>
                    <a:pt x="195358" y="324421"/>
                  </a:lnTo>
                  <a:lnTo>
                    <a:pt x="194976" y="324612"/>
                  </a:lnTo>
                  <a:lnTo>
                    <a:pt x="194500" y="324707"/>
                  </a:lnTo>
                  <a:lnTo>
                    <a:pt x="193453" y="324993"/>
                  </a:lnTo>
                  <a:lnTo>
                    <a:pt x="192024" y="325660"/>
                  </a:lnTo>
                  <a:lnTo>
                    <a:pt x="191452" y="325755"/>
                  </a:lnTo>
                  <a:lnTo>
                    <a:pt x="189452" y="325755"/>
                  </a:lnTo>
                  <a:lnTo>
                    <a:pt x="188976" y="325946"/>
                  </a:lnTo>
                  <a:lnTo>
                    <a:pt x="188595" y="326231"/>
                  </a:lnTo>
                  <a:lnTo>
                    <a:pt x="188309" y="326612"/>
                  </a:lnTo>
                  <a:lnTo>
                    <a:pt x="187547" y="328136"/>
                  </a:lnTo>
                  <a:lnTo>
                    <a:pt x="187261" y="328517"/>
                  </a:lnTo>
                  <a:lnTo>
                    <a:pt x="186880" y="328898"/>
                  </a:lnTo>
                  <a:lnTo>
                    <a:pt x="186499" y="329184"/>
                  </a:lnTo>
                  <a:lnTo>
                    <a:pt x="186023" y="329375"/>
                  </a:lnTo>
                  <a:lnTo>
                    <a:pt x="185451" y="329470"/>
                  </a:lnTo>
                  <a:lnTo>
                    <a:pt x="184785" y="329279"/>
                  </a:lnTo>
                  <a:lnTo>
                    <a:pt x="184118" y="328803"/>
                  </a:lnTo>
                  <a:lnTo>
                    <a:pt x="182499" y="327088"/>
                  </a:lnTo>
                  <a:lnTo>
                    <a:pt x="181546" y="326326"/>
                  </a:lnTo>
                  <a:lnTo>
                    <a:pt x="180594" y="325755"/>
                  </a:lnTo>
                  <a:lnTo>
                    <a:pt x="179927" y="325184"/>
                  </a:lnTo>
                  <a:lnTo>
                    <a:pt x="179641" y="324707"/>
                  </a:lnTo>
                  <a:lnTo>
                    <a:pt x="179260" y="323945"/>
                  </a:lnTo>
                  <a:lnTo>
                    <a:pt x="178975" y="322326"/>
                  </a:lnTo>
                  <a:lnTo>
                    <a:pt x="178784" y="321659"/>
                  </a:lnTo>
                  <a:lnTo>
                    <a:pt x="178403" y="321088"/>
                  </a:lnTo>
                  <a:lnTo>
                    <a:pt x="177641" y="320421"/>
                  </a:lnTo>
                  <a:lnTo>
                    <a:pt x="176974" y="320040"/>
                  </a:lnTo>
                  <a:lnTo>
                    <a:pt x="174307" y="319564"/>
                  </a:lnTo>
                  <a:lnTo>
                    <a:pt x="173641" y="319564"/>
                  </a:lnTo>
                  <a:lnTo>
                    <a:pt x="173069" y="319659"/>
                  </a:lnTo>
                  <a:lnTo>
                    <a:pt x="171640" y="320326"/>
                  </a:lnTo>
                  <a:lnTo>
                    <a:pt x="171069" y="320421"/>
                  </a:lnTo>
                  <a:lnTo>
                    <a:pt x="170402" y="320421"/>
                  </a:lnTo>
                  <a:lnTo>
                    <a:pt x="169164" y="320135"/>
                  </a:lnTo>
                  <a:lnTo>
                    <a:pt x="164020" y="318135"/>
                  </a:lnTo>
                  <a:lnTo>
                    <a:pt x="163449" y="317849"/>
                  </a:lnTo>
                  <a:lnTo>
                    <a:pt x="162877" y="317373"/>
                  </a:lnTo>
                  <a:lnTo>
                    <a:pt x="162496" y="316897"/>
                  </a:lnTo>
                  <a:lnTo>
                    <a:pt x="162211" y="316421"/>
                  </a:lnTo>
                  <a:lnTo>
                    <a:pt x="161830" y="315468"/>
                  </a:lnTo>
                  <a:lnTo>
                    <a:pt x="159734" y="304514"/>
                  </a:lnTo>
                  <a:lnTo>
                    <a:pt x="159639" y="304419"/>
                  </a:lnTo>
                  <a:lnTo>
                    <a:pt x="159639" y="304324"/>
                  </a:lnTo>
                  <a:lnTo>
                    <a:pt x="159639" y="303943"/>
                  </a:lnTo>
                  <a:lnTo>
                    <a:pt x="159734" y="303371"/>
                  </a:lnTo>
                  <a:lnTo>
                    <a:pt x="160115" y="302419"/>
                  </a:lnTo>
                  <a:lnTo>
                    <a:pt x="160496" y="301847"/>
                  </a:lnTo>
                  <a:lnTo>
                    <a:pt x="160877" y="301466"/>
                  </a:lnTo>
                  <a:lnTo>
                    <a:pt x="161830" y="300990"/>
                  </a:lnTo>
                  <a:lnTo>
                    <a:pt x="162306" y="300895"/>
                  </a:lnTo>
                  <a:lnTo>
                    <a:pt x="162877" y="300895"/>
                  </a:lnTo>
                  <a:lnTo>
                    <a:pt x="164687" y="301371"/>
                  </a:lnTo>
                  <a:lnTo>
                    <a:pt x="165830" y="301466"/>
                  </a:lnTo>
                  <a:lnTo>
                    <a:pt x="167068" y="301180"/>
                  </a:lnTo>
                  <a:lnTo>
                    <a:pt x="169831" y="299847"/>
                  </a:lnTo>
                  <a:lnTo>
                    <a:pt x="170021" y="299275"/>
                  </a:lnTo>
                  <a:lnTo>
                    <a:pt x="169735" y="298609"/>
                  </a:lnTo>
                  <a:lnTo>
                    <a:pt x="168688" y="297466"/>
                  </a:lnTo>
                  <a:lnTo>
                    <a:pt x="165640" y="295370"/>
                  </a:lnTo>
                  <a:lnTo>
                    <a:pt x="165163" y="294227"/>
                  </a:lnTo>
                  <a:lnTo>
                    <a:pt x="164878" y="293370"/>
                  </a:lnTo>
                  <a:lnTo>
                    <a:pt x="164782" y="292608"/>
                  </a:lnTo>
                  <a:lnTo>
                    <a:pt x="165068" y="288036"/>
                  </a:lnTo>
                  <a:lnTo>
                    <a:pt x="165068" y="287655"/>
                  </a:lnTo>
                  <a:lnTo>
                    <a:pt x="164973" y="287274"/>
                  </a:lnTo>
                  <a:lnTo>
                    <a:pt x="164878" y="286893"/>
                  </a:lnTo>
                  <a:lnTo>
                    <a:pt x="164497" y="286512"/>
                  </a:lnTo>
                  <a:lnTo>
                    <a:pt x="161163" y="284607"/>
                  </a:lnTo>
                  <a:lnTo>
                    <a:pt x="158972" y="282512"/>
                  </a:lnTo>
                  <a:lnTo>
                    <a:pt x="158686" y="281940"/>
                  </a:lnTo>
                  <a:lnTo>
                    <a:pt x="158591" y="281559"/>
                  </a:lnTo>
                  <a:lnTo>
                    <a:pt x="158591" y="281178"/>
                  </a:lnTo>
                  <a:lnTo>
                    <a:pt x="158591" y="280702"/>
                  </a:lnTo>
                  <a:lnTo>
                    <a:pt x="158782" y="280130"/>
                  </a:lnTo>
                  <a:lnTo>
                    <a:pt x="159258" y="279559"/>
                  </a:lnTo>
                  <a:lnTo>
                    <a:pt x="160591" y="278701"/>
                  </a:lnTo>
                  <a:lnTo>
                    <a:pt x="160972" y="278511"/>
                  </a:lnTo>
                  <a:lnTo>
                    <a:pt x="160972" y="278511"/>
                  </a:lnTo>
                  <a:lnTo>
                    <a:pt x="161353" y="278321"/>
                  </a:lnTo>
                  <a:lnTo>
                    <a:pt x="162211" y="277844"/>
                  </a:lnTo>
                  <a:lnTo>
                    <a:pt x="163068" y="277178"/>
                  </a:lnTo>
                  <a:lnTo>
                    <a:pt x="163544" y="276606"/>
                  </a:lnTo>
                  <a:lnTo>
                    <a:pt x="165830" y="272225"/>
                  </a:lnTo>
                  <a:lnTo>
                    <a:pt x="166306" y="271653"/>
                  </a:lnTo>
                  <a:lnTo>
                    <a:pt x="167068" y="270891"/>
                  </a:lnTo>
                  <a:lnTo>
                    <a:pt x="168402" y="269843"/>
                  </a:lnTo>
                  <a:lnTo>
                    <a:pt x="170974" y="268414"/>
                  </a:lnTo>
                  <a:lnTo>
                    <a:pt x="190309" y="262604"/>
                  </a:lnTo>
                  <a:lnTo>
                    <a:pt x="192309" y="261747"/>
                  </a:lnTo>
                  <a:lnTo>
                    <a:pt x="193072" y="260985"/>
                  </a:lnTo>
                  <a:lnTo>
                    <a:pt x="193738" y="259937"/>
                  </a:lnTo>
                  <a:lnTo>
                    <a:pt x="195263" y="256318"/>
                  </a:lnTo>
                  <a:lnTo>
                    <a:pt x="196120" y="254794"/>
                  </a:lnTo>
                  <a:lnTo>
                    <a:pt x="197167" y="253555"/>
                  </a:lnTo>
                  <a:lnTo>
                    <a:pt x="199453" y="251555"/>
                  </a:lnTo>
                  <a:lnTo>
                    <a:pt x="200215" y="250126"/>
                  </a:lnTo>
                  <a:lnTo>
                    <a:pt x="200406" y="247841"/>
                  </a:lnTo>
                  <a:lnTo>
                    <a:pt x="199834" y="245936"/>
                  </a:lnTo>
                  <a:lnTo>
                    <a:pt x="199168" y="244602"/>
                  </a:lnTo>
                  <a:lnTo>
                    <a:pt x="198406" y="243745"/>
                  </a:lnTo>
                  <a:lnTo>
                    <a:pt x="197739" y="243268"/>
                  </a:lnTo>
                  <a:lnTo>
                    <a:pt x="196501" y="242602"/>
                  </a:lnTo>
                  <a:lnTo>
                    <a:pt x="196405" y="242411"/>
                  </a:lnTo>
                  <a:lnTo>
                    <a:pt x="183070" y="222218"/>
                  </a:lnTo>
                  <a:lnTo>
                    <a:pt x="182880" y="221647"/>
                  </a:lnTo>
                  <a:lnTo>
                    <a:pt x="182880" y="221075"/>
                  </a:lnTo>
                  <a:lnTo>
                    <a:pt x="183070" y="220504"/>
                  </a:lnTo>
                  <a:lnTo>
                    <a:pt x="183547" y="219932"/>
                  </a:lnTo>
                  <a:lnTo>
                    <a:pt x="184690" y="219361"/>
                  </a:lnTo>
                  <a:lnTo>
                    <a:pt x="187166" y="218504"/>
                  </a:lnTo>
                  <a:lnTo>
                    <a:pt x="194786" y="214789"/>
                  </a:lnTo>
                  <a:lnTo>
                    <a:pt x="195834" y="214503"/>
                  </a:lnTo>
                  <a:lnTo>
                    <a:pt x="196501" y="214503"/>
                  </a:lnTo>
                  <a:lnTo>
                    <a:pt x="197929" y="214693"/>
                  </a:lnTo>
                  <a:lnTo>
                    <a:pt x="204406" y="216313"/>
                  </a:lnTo>
                  <a:lnTo>
                    <a:pt x="205359" y="216408"/>
                  </a:lnTo>
                  <a:lnTo>
                    <a:pt x="206978" y="216122"/>
                  </a:lnTo>
                  <a:lnTo>
                    <a:pt x="208026" y="215741"/>
                  </a:lnTo>
                  <a:lnTo>
                    <a:pt x="208693" y="215265"/>
                  </a:lnTo>
                  <a:lnTo>
                    <a:pt x="212693" y="211646"/>
                  </a:lnTo>
                  <a:lnTo>
                    <a:pt x="214408" y="210693"/>
                  </a:lnTo>
                  <a:lnTo>
                    <a:pt x="214979" y="210217"/>
                  </a:lnTo>
                  <a:lnTo>
                    <a:pt x="215265" y="209836"/>
                  </a:lnTo>
                  <a:lnTo>
                    <a:pt x="221456" y="200120"/>
                  </a:lnTo>
                  <a:lnTo>
                    <a:pt x="222980" y="198596"/>
                  </a:lnTo>
                  <a:lnTo>
                    <a:pt x="223742" y="198311"/>
                  </a:lnTo>
                  <a:lnTo>
                    <a:pt x="224409" y="198311"/>
                  </a:lnTo>
                  <a:lnTo>
                    <a:pt x="224885" y="198501"/>
                  </a:lnTo>
                  <a:lnTo>
                    <a:pt x="225361" y="198787"/>
                  </a:lnTo>
                  <a:lnTo>
                    <a:pt x="225742" y="199072"/>
                  </a:lnTo>
                  <a:lnTo>
                    <a:pt x="227266" y="200501"/>
                  </a:lnTo>
                  <a:lnTo>
                    <a:pt x="227647" y="200787"/>
                  </a:lnTo>
                  <a:lnTo>
                    <a:pt x="228124" y="201073"/>
                  </a:lnTo>
                  <a:lnTo>
                    <a:pt x="228695" y="201168"/>
                  </a:lnTo>
                  <a:lnTo>
                    <a:pt x="229267" y="201168"/>
                  </a:lnTo>
                  <a:lnTo>
                    <a:pt x="229838" y="200978"/>
                  </a:lnTo>
                  <a:lnTo>
                    <a:pt x="230314" y="200692"/>
                  </a:lnTo>
                  <a:lnTo>
                    <a:pt x="230886" y="200216"/>
                  </a:lnTo>
                  <a:lnTo>
                    <a:pt x="231648" y="199358"/>
                  </a:lnTo>
                  <a:lnTo>
                    <a:pt x="232029" y="198977"/>
                  </a:lnTo>
                  <a:lnTo>
                    <a:pt x="232505" y="198692"/>
                  </a:lnTo>
                  <a:lnTo>
                    <a:pt x="232981" y="198501"/>
                  </a:lnTo>
                  <a:lnTo>
                    <a:pt x="234791" y="198215"/>
                  </a:lnTo>
                  <a:lnTo>
                    <a:pt x="237363" y="198215"/>
                  </a:lnTo>
                  <a:lnTo>
                    <a:pt x="239934" y="198787"/>
                  </a:lnTo>
                  <a:lnTo>
                    <a:pt x="240697" y="198882"/>
                  </a:lnTo>
                  <a:lnTo>
                    <a:pt x="241554" y="198692"/>
                  </a:lnTo>
                  <a:lnTo>
                    <a:pt x="242221" y="198406"/>
                  </a:lnTo>
                  <a:lnTo>
                    <a:pt x="242601" y="197929"/>
                  </a:lnTo>
                  <a:lnTo>
                    <a:pt x="242316" y="196977"/>
                  </a:lnTo>
                  <a:lnTo>
                    <a:pt x="241554" y="195643"/>
                  </a:lnTo>
                  <a:lnTo>
                    <a:pt x="233363" y="184023"/>
                  </a:lnTo>
                  <a:lnTo>
                    <a:pt x="232886" y="182880"/>
                  </a:lnTo>
                  <a:lnTo>
                    <a:pt x="232886" y="181928"/>
                  </a:lnTo>
                  <a:lnTo>
                    <a:pt x="232981" y="181451"/>
                  </a:lnTo>
                  <a:lnTo>
                    <a:pt x="234124" y="180975"/>
                  </a:lnTo>
                  <a:lnTo>
                    <a:pt x="236982" y="183451"/>
                  </a:lnTo>
                  <a:lnTo>
                    <a:pt x="238315" y="183928"/>
                  </a:lnTo>
                  <a:lnTo>
                    <a:pt x="240030" y="184213"/>
                  </a:lnTo>
                  <a:lnTo>
                    <a:pt x="241268" y="183928"/>
                  </a:lnTo>
                  <a:lnTo>
                    <a:pt x="241935" y="183261"/>
                  </a:lnTo>
                  <a:lnTo>
                    <a:pt x="242316" y="182689"/>
                  </a:lnTo>
                  <a:lnTo>
                    <a:pt x="243078" y="180689"/>
                  </a:lnTo>
                  <a:lnTo>
                    <a:pt x="243554" y="179737"/>
                  </a:lnTo>
                  <a:lnTo>
                    <a:pt x="244792" y="178689"/>
                  </a:lnTo>
                  <a:lnTo>
                    <a:pt x="252317" y="174593"/>
                  </a:lnTo>
                  <a:lnTo>
                    <a:pt x="252508" y="174212"/>
                  </a:lnTo>
                  <a:lnTo>
                    <a:pt x="252603" y="173736"/>
                  </a:lnTo>
                  <a:lnTo>
                    <a:pt x="252603" y="171641"/>
                  </a:lnTo>
                  <a:lnTo>
                    <a:pt x="252889" y="170593"/>
                  </a:lnTo>
                  <a:lnTo>
                    <a:pt x="253651" y="169545"/>
                  </a:lnTo>
                  <a:lnTo>
                    <a:pt x="254413" y="169069"/>
                  </a:lnTo>
                  <a:lnTo>
                    <a:pt x="255079" y="168783"/>
                  </a:lnTo>
                  <a:lnTo>
                    <a:pt x="255651" y="168783"/>
                  </a:lnTo>
                  <a:lnTo>
                    <a:pt x="256413" y="168974"/>
                  </a:lnTo>
                  <a:lnTo>
                    <a:pt x="256889" y="169545"/>
                  </a:lnTo>
                  <a:lnTo>
                    <a:pt x="257175" y="170497"/>
                  </a:lnTo>
                  <a:lnTo>
                    <a:pt x="257365" y="175641"/>
                  </a:lnTo>
                  <a:lnTo>
                    <a:pt x="257556" y="177451"/>
                  </a:lnTo>
                  <a:lnTo>
                    <a:pt x="257651" y="177737"/>
                  </a:lnTo>
                  <a:lnTo>
                    <a:pt x="258127" y="178784"/>
                  </a:lnTo>
                  <a:lnTo>
                    <a:pt x="258413" y="179261"/>
                  </a:lnTo>
                  <a:lnTo>
                    <a:pt x="259080" y="180118"/>
                  </a:lnTo>
                  <a:lnTo>
                    <a:pt x="260509" y="181642"/>
                  </a:lnTo>
                  <a:lnTo>
                    <a:pt x="262985" y="183642"/>
                  </a:lnTo>
                  <a:lnTo>
                    <a:pt x="265652" y="186785"/>
                  </a:lnTo>
                  <a:lnTo>
                    <a:pt x="266224" y="187642"/>
                  </a:lnTo>
                  <a:lnTo>
                    <a:pt x="266605" y="188024"/>
                  </a:lnTo>
                  <a:lnTo>
                    <a:pt x="272034" y="193643"/>
                  </a:lnTo>
                  <a:lnTo>
                    <a:pt x="274320" y="196501"/>
                  </a:lnTo>
                  <a:lnTo>
                    <a:pt x="277939" y="200216"/>
                  </a:lnTo>
                  <a:lnTo>
                    <a:pt x="281845" y="203454"/>
                  </a:lnTo>
                  <a:lnTo>
                    <a:pt x="289750" y="207740"/>
                  </a:lnTo>
                  <a:lnTo>
                    <a:pt x="290893" y="208121"/>
                  </a:lnTo>
                  <a:lnTo>
                    <a:pt x="292036" y="207931"/>
                  </a:lnTo>
                  <a:lnTo>
                    <a:pt x="292989" y="207454"/>
                  </a:lnTo>
                  <a:lnTo>
                    <a:pt x="294322" y="206597"/>
                  </a:lnTo>
                  <a:lnTo>
                    <a:pt x="298323" y="205930"/>
                  </a:lnTo>
                  <a:lnTo>
                    <a:pt x="298990" y="205930"/>
                  </a:lnTo>
                  <a:lnTo>
                    <a:pt x="300990" y="206312"/>
                  </a:lnTo>
                  <a:lnTo>
                    <a:pt x="309372" y="209264"/>
                  </a:lnTo>
                  <a:lnTo>
                    <a:pt x="319373" y="208502"/>
                  </a:lnTo>
                  <a:lnTo>
                    <a:pt x="323945" y="209264"/>
                  </a:lnTo>
                  <a:lnTo>
                    <a:pt x="324136" y="210407"/>
                  </a:lnTo>
                  <a:lnTo>
                    <a:pt x="320135" y="211931"/>
                  </a:lnTo>
                  <a:lnTo>
                    <a:pt x="319564" y="212884"/>
                  </a:lnTo>
                  <a:lnTo>
                    <a:pt x="318992" y="214027"/>
                  </a:lnTo>
                  <a:lnTo>
                    <a:pt x="318801" y="215075"/>
                  </a:lnTo>
                  <a:lnTo>
                    <a:pt x="318135" y="216122"/>
                  </a:lnTo>
                  <a:lnTo>
                    <a:pt x="317182" y="216408"/>
                  </a:lnTo>
                  <a:lnTo>
                    <a:pt x="313944" y="216217"/>
                  </a:lnTo>
                  <a:lnTo>
                    <a:pt x="311467" y="216408"/>
                  </a:lnTo>
                  <a:lnTo>
                    <a:pt x="307848" y="217361"/>
                  </a:lnTo>
                  <a:lnTo>
                    <a:pt x="306038" y="218122"/>
                  </a:lnTo>
                  <a:lnTo>
                    <a:pt x="304705" y="218980"/>
                  </a:lnTo>
                  <a:lnTo>
                    <a:pt x="301085" y="222790"/>
                  </a:lnTo>
                  <a:lnTo>
                    <a:pt x="300418" y="223933"/>
                  </a:lnTo>
                  <a:lnTo>
                    <a:pt x="300038" y="225171"/>
                  </a:lnTo>
                  <a:lnTo>
                    <a:pt x="299942" y="226028"/>
                  </a:lnTo>
                  <a:lnTo>
                    <a:pt x="299942" y="226409"/>
                  </a:lnTo>
                  <a:lnTo>
                    <a:pt x="300038" y="226790"/>
                  </a:lnTo>
                  <a:lnTo>
                    <a:pt x="300323" y="227457"/>
                  </a:lnTo>
                  <a:lnTo>
                    <a:pt x="300990" y="228600"/>
                  </a:lnTo>
                  <a:lnTo>
                    <a:pt x="302038" y="229838"/>
                  </a:lnTo>
                  <a:lnTo>
                    <a:pt x="303085" y="230791"/>
                  </a:lnTo>
                  <a:lnTo>
                    <a:pt x="303847" y="231267"/>
                  </a:lnTo>
                  <a:lnTo>
                    <a:pt x="304324" y="231648"/>
                  </a:lnTo>
                  <a:lnTo>
                    <a:pt x="304514" y="232029"/>
                  </a:lnTo>
                  <a:lnTo>
                    <a:pt x="304705" y="232886"/>
                  </a:lnTo>
                  <a:lnTo>
                    <a:pt x="304705" y="234315"/>
                  </a:lnTo>
                  <a:lnTo>
                    <a:pt x="304324" y="237649"/>
                  </a:lnTo>
                  <a:lnTo>
                    <a:pt x="304324" y="238506"/>
                  </a:lnTo>
                  <a:lnTo>
                    <a:pt x="304514" y="240887"/>
                  </a:lnTo>
                  <a:lnTo>
                    <a:pt x="304705" y="242030"/>
                  </a:lnTo>
                  <a:lnTo>
                    <a:pt x="305276" y="243554"/>
                  </a:lnTo>
                  <a:lnTo>
                    <a:pt x="306324" y="245364"/>
                  </a:lnTo>
                  <a:lnTo>
                    <a:pt x="306895" y="246221"/>
                  </a:lnTo>
                  <a:lnTo>
                    <a:pt x="308229" y="247745"/>
                  </a:lnTo>
                  <a:lnTo>
                    <a:pt x="311658" y="250888"/>
                  </a:lnTo>
                  <a:lnTo>
                    <a:pt x="313658" y="251936"/>
                  </a:lnTo>
                  <a:lnTo>
                    <a:pt x="321183" y="255079"/>
                  </a:lnTo>
                  <a:lnTo>
                    <a:pt x="329565" y="260985"/>
                  </a:lnTo>
                  <a:lnTo>
                    <a:pt x="333470" y="264224"/>
                  </a:lnTo>
                  <a:lnTo>
                    <a:pt x="334804" y="265843"/>
                  </a:lnTo>
                  <a:lnTo>
                    <a:pt x="335851" y="268414"/>
                  </a:lnTo>
                  <a:lnTo>
                    <a:pt x="337090" y="270034"/>
                  </a:lnTo>
                  <a:lnTo>
                    <a:pt x="339661" y="270796"/>
                  </a:lnTo>
                  <a:lnTo>
                    <a:pt x="342424" y="271177"/>
                  </a:lnTo>
                  <a:lnTo>
                    <a:pt x="343567" y="271463"/>
                  </a:lnTo>
                  <a:lnTo>
                    <a:pt x="344995" y="272034"/>
                  </a:lnTo>
                  <a:lnTo>
                    <a:pt x="345472" y="272605"/>
                  </a:lnTo>
                  <a:lnTo>
                    <a:pt x="345567" y="273177"/>
                  </a:lnTo>
                  <a:lnTo>
                    <a:pt x="344709" y="274511"/>
                  </a:lnTo>
                  <a:lnTo>
                    <a:pt x="344424" y="275368"/>
                  </a:lnTo>
                  <a:lnTo>
                    <a:pt x="344424" y="275939"/>
                  </a:lnTo>
                  <a:lnTo>
                    <a:pt x="344805" y="276701"/>
                  </a:lnTo>
                  <a:lnTo>
                    <a:pt x="346234" y="277463"/>
                  </a:lnTo>
                  <a:lnTo>
                    <a:pt x="346710" y="277939"/>
                  </a:lnTo>
                  <a:lnTo>
                    <a:pt x="347186" y="278701"/>
                  </a:lnTo>
                  <a:lnTo>
                    <a:pt x="347948" y="279654"/>
                  </a:lnTo>
                  <a:lnTo>
                    <a:pt x="348139" y="280035"/>
                  </a:lnTo>
                  <a:lnTo>
                    <a:pt x="348234" y="280511"/>
                  </a:lnTo>
                  <a:lnTo>
                    <a:pt x="347853" y="281273"/>
                  </a:lnTo>
                  <a:lnTo>
                    <a:pt x="347567" y="281750"/>
                  </a:lnTo>
                  <a:lnTo>
                    <a:pt x="347281" y="282035"/>
                  </a:lnTo>
                  <a:lnTo>
                    <a:pt x="346900" y="282226"/>
                  </a:lnTo>
                  <a:lnTo>
                    <a:pt x="346329" y="282321"/>
                  </a:lnTo>
                  <a:lnTo>
                    <a:pt x="342043" y="281845"/>
                  </a:lnTo>
                  <a:lnTo>
                    <a:pt x="340805" y="281845"/>
                  </a:lnTo>
                  <a:lnTo>
                    <a:pt x="336804" y="282512"/>
                  </a:lnTo>
                  <a:lnTo>
                    <a:pt x="335756" y="282512"/>
                  </a:lnTo>
                  <a:lnTo>
                    <a:pt x="334708" y="282321"/>
                  </a:lnTo>
                  <a:lnTo>
                    <a:pt x="334232" y="282130"/>
                  </a:lnTo>
                  <a:lnTo>
                    <a:pt x="328041" y="278416"/>
                  </a:lnTo>
                  <a:lnTo>
                    <a:pt x="327374" y="278225"/>
                  </a:lnTo>
                  <a:lnTo>
                    <a:pt x="326803" y="278130"/>
                  </a:lnTo>
                  <a:lnTo>
                    <a:pt x="326231" y="278225"/>
                  </a:lnTo>
                  <a:lnTo>
                    <a:pt x="325755" y="278511"/>
                  </a:lnTo>
                  <a:lnTo>
                    <a:pt x="325183" y="279178"/>
                  </a:lnTo>
                  <a:lnTo>
                    <a:pt x="325088" y="279654"/>
                  </a:lnTo>
                  <a:lnTo>
                    <a:pt x="325088" y="280035"/>
                  </a:lnTo>
                  <a:lnTo>
                    <a:pt x="325183" y="280511"/>
                  </a:lnTo>
                  <a:lnTo>
                    <a:pt x="325850" y="281940"/>
                  </a:lnTo>
                  <a:lnTo>
                    <a:pt x="326231" y="283464"/>
                  </a:lnTo>
                  <a:lnTo>
                    <a:pt x="326326" y="284702"/>
                  </a:lnTo>
                  <a:lnTo>
                    <a:pt x="326231" y="285655"/>
                  </a:lnTo>
                  <a:lnTo>
                    <a:pt x="325279" y="290608"/>
                  </a:lnTo>
                  <a:lnTo>
                    <a:pt x="325183" y="291560"/>
                  </a:lnTo>
                  <a:lnTo>
                    <a:pt x="325279" y="292132"/>
                  </a:lnTo>
                  <a:lnTo>
                    <a:pt x="325564" y="293275"/>
                  </a:lnTo>
                  <a:lnTo>
                    <a:pt x="326803" y="296228"/>
                  </a:lnTo>
                  <a:lnTo>
                    <a:pt x="327184" y="298704"/>
                  </a:lnTo>
                  <a:lnTo>
                    <a:pt x="327374" y="302133"/>
                  </a:lnTo>
                  <a:lnTo>
                    <a:pt x="327660" y="304229"/>
                  </a:lnTo>
                  <a:lnTo>
                    <a:pt x="328136" y="304705"/>
                  </a:lnTo>
                  <a:lnTo>
                    <a:pt x="328993" y="305371"/>
                  </a:lnTo>
                  <a:lnTo>
                    <a:pt x="329851" y="305943"/>
                  </a:lnTo>
                  <a:lnTo>
                    <a:pt x="330232" y="306419"/>
                  </a:lnTo>
                  <a:lnTo>
                    <a:pt x="330517" y="307086"/>
                  </a:lnTo>
                  <a:lnTo>
                    <a:pt x="331089" y="310229"/>
                  </a:lnTo>
                  <a:lnTo>
                    <a:pt x="331280" y="310801"/>
                  </a:lnTo>
                  <a:lnTo>
                    <a:pt x="331565" y="311277"/>
                  </a:lnTo>
                  <a:lnTo>
                    <a:pt x="331946" y="311658"/>
                  </a:lnTo>
                  <a:lnTo>
                    <a:pt x="332422" y="311944"/>
                  </a:lnTo>
                  <a:lnTo>
                    <a:pt x="334518" y="312801"/>
                  </a:lnTo>
                  <a:lnTo>
                    <a:pt x="334899" y="313087"/>
                  </a:lnTo>
                  <a:lnTo>
                    <a:pt x="335280" y="313658"/>
                  </a:lnTo>
                  <a:lnTo>
                    <a:pt x="335566" y="314516"/>
                  </a:lnTo>
                  <a:lnTo>
                    <a:pt x="335947" y="316039"/>
                  </a:lnTo>
                  <a:lnTo>
                    <a:pt x="335947" y="316992"/>
                  </a:lnTo>
                  <a:lnTo>
                    <a:pt x="335851" y="317754"/>
                  </a:lnTo>
                  <a:lnTo>
                    <a:pt x="335566" y="318230"/>
                  </a:lnTo>
                  <a:lnTo>
                    <a:pt x="335280" y="318707"/>
                  </a:lnTo>
                  <a:lnTo>
                    <a:pt x="334994" y="319278"/>
                  </a:lnTo>
                  <a:lnTo>
                    <a:pt x="334708" y="319945"/>
                  </a:lnTo>
                  <a:lnTo>
                    <a:pt x="334518" y="320992"/>
                  </a:lnTo>
                  <a:lnTo>
                    <a:pt x="334708" y="321659"/>
                  </a:lnTo>
                  <a:lnTo>
                    <a:pt x="334994" y="322136"/>
                  </a:lnTo>
                  <a:lnTo>
                    <a:pt x="335470" y="322421"/>
                  </a:lnTo>
                  <a:lnTo>
                    <a:pt x="338423" y="323374"/>
                  </a:lnTo>
                  <a:lnTo>
                    <a:pt x="339376" y="323850"/>
                  </a:lnTo>
                  <a:lnTo>
                    <a:pt x="339852" y="324136"/>
                  </a:lnTo>
                  <a:lnTo>
                    <a:pt x="340233" y="324517"/>
                  </a:lnTo>
                  <a:lnTo>
                    <a:pt x="340519" y="324898"/>
                  </a:lnTo>
                  <a:lnTo>
                    <a:pt x="341281" y="326231"/>
                  </a:lnTo>
                  <a:lnTo>
                    <a:pt x="341662" y="326612"/>
                  </a:lnTo>
                  <a:lnTo>
                    <a:pt x="342043" y="326803"/>
                  </a:lnTo>
                  <a:lnTo>
                    <a:pt x="342519" y="326803"/>
                  </a:lnTo>
                  <a:lnTo>
                    <a:pt x="342900" y="326612"/>
                  </a:lnTo>
                  <a:lnTo>
                    <a:pt x="343281" y="326326"/>
                  </a:lnTo>
                  <a:lnTo>
                    <a:pt x="343662" y="325946"/>
                  </a:lnTo>
                  <a:lnTo>
                    <a:pt x="343948" y="325469"/>
                  </a:lnTo>
                  <a:lnTo>
                    <a:pt x="344233" y="324993"/>
                  </a:lnTo>
                  <a:lnTo>
                    <a:pt x="344424" y="324421"/>
                  </a:lnTo>
                  <a:lnTo>
                    <a:pt x="344424" y="323850"/>
                  </a:lnTo>
                  <a:lnTo>
                    <a:pt x="344329" y="323279"/>
                  </a:lnTo>
                  <a:lnTo>
                    <a:pt x="344329" y="322802"/>
                  </a:lnTo>
                  <a:lnTo>
                    <a:pt x="344519" y="322326"/>
                  </a:lnTo>
                  <a:lnTo>
                    <a:pt x="344900" y="322040"/>
                  </a:lnTo>
                  <a:lnTo>
                    <a:pt x="345376" y="321850"/>
                  </a:lnTo>
                  <a:lnTo>
                    <a:pt x="345948" y="321755"/>
                  </a:lnTo>
                  <a:lnTo>
                    <a:pt x="346615" y="321850"/>
                  </a:lnTo>
                  <a:lnTo>
                    <a:pt x="347186" y="322040"/>
                  </a:lnTo>
                  <a:lnTo>
                    <a:pt x="349091" y="323088"/>
                  </a:lnTo>
                  <a:lnTo>
                    <a:pt x="349663" y="323279"/>
                  </a:lnTo>
                  <a:lnTo>
                    <a:pt x="350234" y="323469"/>
                  </a:lnTo>
                  <a:lnTo>
                    <a:pt x="350901" y="323564"/>
                  </a:lnTo>
                  <a:lnTo>
                    <a:pt x="351472" y="323469"/>
                  </a:lnTo>
                  <a:lnTo>
                    <a:pt x="353187" y="323088"/>
                  </a:lnTo>
                  <a:lnTo>
                    <a:pt x="354901" y="322897"/>
                  </a:lnTo>
                  <a:lnTo>
                    <a:pt x="355663" y="323088"/>
                  </a:lnTo>
                  <a:lnTo>
                    <a:pt x="356425" y="323564"/>
                  </a:lnTo>
                  <a:lnTo>
                    <a:pt x="357378" y="324707"/>
                  </a:lnTo>
                  <a:lnTo>
                    <a:pt x="357854" y="325469"/>
                  </a:lnTo>
                  <a:lnTo>
                    <a:pt x="358045" y="326136"/>
                  </a:lnTo>
                  <a:lnTo>
                    <a:pt x="358045" y="326803"/>
                  </a:lnTo>
                  <a:lnTo>
                    <a:pt x="357949" y="327374"/>
                  </a:lnTo>
                  <a:lnTo>
                    <a:pt x="356901" y="330137"/>
                  </a:lnTo>
                  <a:lnTo>
                    <a:pt x="356711" y="330899"/>
                  </a:lnTo>
                  <a:lnTo>
                    <a:pt x="355187" y="335661"/>
                  </a:lnTo>
                  <a:lnTo>
                    <a:pt x="355092" y="336328"/>
                  </a:lnTo>
                  <a:lnTo>
                    <a:pt x="354997" y="337090"/>
                  </a:lnTo>
                  <a:lnTo>
                    <a:pt x="354997" y="338042"/>
                  </a:lnTo>
                  <a:lnTo>
                    <a:pt x="355187" y="338709"/>
                  </a:lnTo>
                  <a:lnTo>
                    <a:pt x="355473" y="339471"/>
                  </a:lnTo>
                  <a:lnTo>
                    <a:pt x="355854" y="339947"/>
                  </a:lnTo>
                  <a:lnTo>
                    <a:pt x="356235" y="340328"/>
                  </a:lnTo>
                  <a:lnTo>
                    <a:pt x="356711" y="340614"/>
                  </a:lnTo>
                  <a:lnTo>
                    <a:pt x="362998" y="343376"/>
                  </a:lnTo>
                  <a:lnTo>
                    <a:pt x="363569" y="343853"/>
                  </a:lnTo>
                  <a:lnTo>
                    <a:pt x="364141" y="344424"/>
                  </a:lnTo>
                  <a:lnTo>
                    <a:pt x="365093" y="345567"/>
                  </a:lnTo>
                  <a:lnTo>
                    <a:pt x="365474" y="346329"/>
                  </a:lnTo>
                  <a:lnTo>
                    <a:pt x="365665" y="346996"/>
                  </a:lnTo>
                  <a:lnTo>
                    <a:pt x="365855" y="348139"/>
                  </a:lnTo>
                  <a:lnTo>
                    <a:pt x="365950" y="349949"/>
                  </a:lnTo>
                  <a:lnTo>
                    <a:pt x="365474" y="355949"/>
                  </a:lnTo>
                  <a:lnTo>
                    <a:pt x="365474" y="356425"/>
                  </a:lnTo>
                  <a:lnTo>
                    <a:pt x="365379" y="356902"/>
                  </a:lnTo>
                  <a:lnTo>
                    <a:pt x="365569" y="358997"/>
                  </a:lnTo>
                  <a:lnTo>
                    <a:pt x="366998" y="358902"/>
                  </a:lnTo>
                  <a:lnTo>
                    <a:pt x="368427" y="358997"/>
                  </a:lnTo>
                  <a:lnTo>
                    <a:pt x="372523" y="360712"/>
                  </a:lnTo>
                  <a:lnTo>
                    <a:pt x="376047" y="363760"/>
                  </a:lnTo>
                  <a:lnTo>
                    <a:pt x="378523" y="367570"/>
                  </a:lnTo>
                  <a:lnTo>
                    <a:pt x="379762" y="370142"/>
                  </a:lnTo>
                  <a:lnTo>
                    <a:pt x="381381" y="373571"/>
                  </a:lnTo>
                  <a:lnTo>
                    <a:pt x="383667" y="375952"/>
                  </a:lnTo>
                  <a:lnTo>
                    <a:pt x="386239" y="377000"/>
                  </a:lnTo>
                  <a:lnTo>
                    <a:pt x="388810" y="377285"/>
                  </a:lnTo>
                  <a:lnTo>
                    <a:pt x="390906" y="378238"/>
                  </a:lnTo>
                  <a:lnTo>
                    <a:pt x="392334" y="378238"/>
                  </a:lnTo>
                  <a:lnTo>
                    <a:pt x="393573" y="377095"/>
                  </a:lnTo>
                  <a:lnTo>
                    <a:pt x="395192" y="376238"/>
                  </a:lnTo>
                  <a:lnTo>
                    <a:pt x="397573" y="374999"/>
                  </a:lnTo>
                  <a:lnTo>
                    <a:pt x="402336" y="371380"/>
                  </a:lnTo>
                  <a:lnTo>
                    <a:pt x="403765" y="370904"/>
                  </a:lnTo>
                  <a:lnTo>
                    <a:pt x="405765" y="369475"/>
                  </a:lnTo>
                  <a:lnTo>
                    <a:pt x="407098" y="368617"/>
                  </a:lnTo>
                  <a:lnTo>
                    <a:pt x="406336" y="367093"/>
                  </a:lnTo>
                  <a:lnTo>
                    <a:pt x="406908" y="366046"/>
                  </a:lnTo>
                  <a:lnTo>
                    <a:pt x="409575" y="366236"/>
                  </a:lnTo>
                  <a:lnTo>
                    <a:pt x="411956" y="366141"/>
                  </a:lnTo>
                  <a:lnTo>
                    <a:pt x="414338" y="364808"/>
                  </a:lnTo>
                  <a:lnTo>
                    <a:pt x="416719" y="364903"/>
                  </a:lnTo>
                  <a:lnTo>
                    <a:pt x="419767" y="365570"/>
                  </a:lnTo>
                  <a:lnTo>
                    <a:pt x="423005" y="366236"/>
                  </a:lnTo>
                  <a:lnTo>
                    <a:pt x="426720" y="366141"/>
                  </a:lnTo>
                  <a:lnTo>
                    <a:pt x="428434" y="365760"/>
                  </a:lnTo>
                  <a:lnTo>
                    <a:pt x="430054" y="364522"/>
                  </a:lnTo>
                  <a:lnTo>
                    <a:pt x="431959" y="363284"/>
                  </a:lnTo>
                  <a:lnTo>
                    <a:pt x="433388" y="360045"/>
                  </a:lnTo>
                  <a:lnTo>
                    <a:pt x="434530" y="359378"/>
                  </a:lnTo>
                  <a:lnTo>
                    <a:pt x="434340" y="360807"/>
                  </a:lnTo>
                  <a:lnTo>
                    <a:pt x="435483" y="362331"/>
                  </a:lnTo>
                  <a:lnTo>
                    <a:pt x="435102" y="363569"/>
                  </a:lnTo>
                  <a:lnTo>
                    <a:pt x="436912" y="363188"/>
                  </a:lnTo>
                  <a:lnTo>
                    <a:pt x="440341" y="361569"/>
                  </a:lnTo>
                  <a:lnTo>
                    <a:pt x="442246" y="361474"/>
                  </a:lnTo>
                  <a:lnTo>
                    <a:pt x="441198" y="362045"/>
                  </a:lnTo>
                  <a:lnTo>
                    <a:pt x="440722" y="362998"/>
                  </a:lnTo>
                  <a:lnTo>
                    <a:pt x="440436" y="364046"/>
                  </a:lnTo>
                  <a:lnTo>
                    <a:pt x="439959" y="364998"/>
                  </a:lnTo>
                  <a:lnTo>
                    <a:pt x="439198" y="365665"/>
                  </a:lnTo>
                  <a:lnTo>
                    <a:pt x="436150" y="367760"/>
                  </a:lnTo>
                  <a:lnTo>
                    <a:pt x="436150" y="368522"/>
                  </a:lnTo>
                  <a:lnTo>
                    <a:pt x="437483" y="368427"/>
                  </a:lnTo>
                  <a:lnTo>
                    <a:pt x="438721" y="367855"/>
                  </a:lnTo>
                  <a:lnTo>
                    <a:pt x="439864" y="366998"/>
                  </a:lnTo>
                  <a:lnTo>
                    <a:pt x="444151" y="362807"/>
                  </a:lnTo>
                  <a:lnTo>
                    <a:pt x="445960" y="361759"/>
                  </a:lnTo>
                  <a:lnTo>
                    <a:pt x="447865" y="359378"/>
                  </a:lnTo>
                  <a:lnTo>
                    <a:pt x="449675" y="357473"/>
                  </a:lnTo>
                  <a:lnTo>
                    <a:pt x="452151" y="354425"/>
                  </a:lnTo>
                  <a:lnTo>
                    <a:pt x="455009" y="350996"/>
                  </a:lnTo>
                  <a:lnTo>
                    <a:pt x="459486" y="344710"/>
                  </a:lnTo>
                  <a:lnTo>
                    <a:pt x="461010" y="343853"/>
                  </a:lnTo>
                  <a:lnTo>
                    <a:pt x="462820" y="344424"/>
                  </a:lnTo>
                  <a:lnTo>
                    <a:pt x="465201" y="343662"/>
                  </a:lnTo>
                  <a:lnTo>
                    <a:pt x="467106" y="341757"/>
                  </a:lnTo>
                  <a:lnTo>
                    <a:pt x="468439" y="338900"/>
                  </a:lnTo>
                  <a:lnTo>
                    <a:pt x="469106" y="336709"/>
                  </a:lnTo>
                  <a:lnTo>
                    <a:pt x="468439" y="334423"/>
                  </a:lnTo>
                  <a:lnTo>
                    <a:pt x="466344" y="330899"/>
                  </a:lnTo>
                  <a:lnTo>
                    <a:pt x="465201" y="330517"/>
                  </a:lnTo>
                  <a:lnTo>
                    <a:pt x="465677" y="326231"/>
                  </a:lnTo>
                  <a:lnTo>
                    <a:pt x="467201" y="322136"/>
                  </a:lnTo>
                  <a:lnTo>
                    <a:pt x="466344" y="321564"/>
                  </a:lnTo>
                  <a:lnTo>
                    <a:pt x="465677" y="321850"/>
                  </a:lnTo>
                  <a:lnTo>
                    <a:pt x="464058" y="325088"/>
                  </a:lnTo>
                  <a:lnTo>
                    <a:pt x="463010" y="326136"/>
                  </a:lnTo>
                  <a:lnTo>
                    <a:pt x="463201" y="325184"/>
                  </a:lnTo>
                  <a:lnTo>
                    <a:pt x="463391" y="324231"/>
                  </a:lnTo>
                  <a:lnTo>
                    <a:pt x="463677" y="323374"/>
                  </a:lnTo>
                  <a:lnTo>
                    <a:pt x="464058" y="322517"/>
                  </a:lnTo>
                  <a:lnTo>
                    <a:pt x="463201" y="322993"/>
                  </a:lnTo>
                  <a:lnTo>
                    <a:pt x="461296" y="324612"/>
                  </a:lnTo>
                  <a:lnTo>
                    <a:pt x="461296" y="322612"/>
                  </a:lnTo>
                  <a:lnTo>
                    <a:pt x="462439" y="321088"/>
                  </a:lnTo>
                  <a:lnTo>
                    <a:pt x="464248" y="320040"/>
                  </a:lnTo>
                  <a:lnTo>
                    <a:pt x="466058" y="319659"/>
                  </a:lnTo>
                  <a:lnTo>
                    <a:pt x="467106" y="319754"/>
                  </a:lnTo>
                  <a:lnTo>
                    <a:pt x="467392" y="319850"/>
                  </a:lnTo>
                  <a:lnTo>
                    <a:pt x="468820" y="317563"/>
                  </a:lnTo>
                  <a:lnTo>
                    <a:pt x="469773" y="315182"/>
                  </a:lnTo>
                  <a:lnTo>
                    <a:pt x="471773" y="307467"/>
                  </a:lnTo>
                  <a:lnTo>
                    <a:pt x="472630" y="305753"/>
                  </a:lnTo>
                  <a:lnTo>
                    <a:pt x="473107" y="305371"/>
                  </a:lnTo>
                  <a:lnTo>
                    <a:pt x="474059" y="304038"/>
                  </a:lnTo>
                  <a:lnTo>
                    <a:pt x="475488" y="302895"/>
                  </a:lnTo>
                  <a:lnTo>
                    <a:pt x="477583" y="300990"/>
                  </a:lnTo>
                  <a:lnTo>
                    <a:pt x="479012" y="299180"/>
                  </a:lnTo>
                  <a:lnTo>
                    <a:pt x="481965" y="297180"/>
                  </a:lnTo>
                  <a:lnTo>
                    <a:pt x="484251" y="297371"/>
                  </a:lnTo>
                  <a:lnTo>
                    <a:pt x="487108" y="297180"/>
                  </a:lnTo>
                  <a:lnTo>
                    <a:pt x="486632" y="294418"/>
                  </a:lnTo>
                  <a:lnTo>
                    <a:pt x="486251" y="292703"/>
                  </a:lnTo>
                  <a:lnTo>
                    <a:pt x="486632" y="291275"/>
                  </a:lnTo>
                  <a:lnTo>
                    <a:pt x="487489" y="289274"/>
                  </a:lnTo>
                  <a:lnTo>
                    <a:pt x="488918" y="288417"/>
                  </a:lnTo>
                  <a:lnTo>
                    <a:pt x="490347" y="287846"/>
                  </a:lnTo>
                  <a:lnTo>
                    <a:pt x="492823" y="287655"/>
                  </a:lnTo>
                  <a:lnTo>
                    <a:pt x="494252" y="287179"/>
                  </a:lnTo>
                  <a:lnTo>
                    <a:pt x="497491" y="284893"/>
                  </a:lnTo>
                  <a:lnTo>
                    <a:pt x="501301" y="284702"/>
                  </a:lnTo>
                  <a:lnTo>
                    <a:pt x="504634" y="282892"/>
                  </a:lnTo>
                  <a:lnTo>
                    <a:pt x="506634" y="283083"/>
                  </a:lnTo>
                  <a:lnTo>
                    <a:pt x="508063" y="281750"/>
                  </a:lnTo>
                  <a:lnTo>
                    <a:pt x="509588" y="280797"/>
                  </a:lnTo>
                  <a:lnTo>
                    <a:pt x="512731" y="279463"/>
                  </a:lnTo>
                  <a:lnTo>
                    <a:pt x="512731" y="279463"/>
                  </a:lnTo>
                  <a:lnTo>
                    <a:pt x="512540" y="278701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7" name="Freeform: Shape 30">
              <a:extLst>
                <a:ext uri="{FF2B5EF4-FFF2-40B4-BE49-F238E27FC236}">
                  <a16:creationId xmlns:a16="http://schemas.microsoft.com/office/drawing/2014/main" id="{C56B72A7-451F-AAE9-C650-905C41903BAB}"/>
                </a:ext>
              </a:extLst>
            </p:cNvPr>
            <p:cNvSpPr/>
            <p:nvPr/>
          </p:nvSpPr>
          <p:spPr>
            <a:xfrm>
              <a:off x="3643694" y="5953951"/>
              <a:ext cx="190500" cy="161925"/>
            </a:xfrm>
            <a:custGeom>
              <a:avLst/>
              <a:gdLst>
                <a:gd name="connsiteX0" fmla="*/ 191929 w 190500"/>
                <a:gd name="connsiteY0" fmla="*/ 41053 h 161925"/>
                <a:gd name="connsiteX1" fmla="*/ 191453 w 190500"/>
                <a:gd name="connsiteY1" fmla="*/ 40577 h 161925"/>
                <a:gd name="connsiteX2" fmla="*/ 190310 w 190500"/>
                <a:gd name="connsiteY2" fmla="*/ 40291 h 161925"/>
                <a:gd name="connsiteX3" fmla="*/ 190119 w 190500"/>
                <a:gd name="connsiteY3" fmla="*/ 39719 h 161925"/>
                <a:gd name="connsiteX4" fmla="*/ 190595 w 190500"/>
                <a:gd name="connsiteY4" fmla="*/ 37338 h 161925"/>
                <a:gd name="connsiteX5" fmla="*/ 190310 w 190500"/>
                <a:gd name="connsiteY5" fmla="*/ 35052 h 161925"/>
                <a:gd name="connsiteX6" fmla="*/ 189262 w 190500"/>
                <a:gd name="connsiteY6" fmla="*/ 30099 h 161925"/>
                <a:gd name="connsiteX7" fmla="*/ 188786 w 190500"/>
                <a:gd name="connsiteY7" fmla="*/ 25241 h 161925"/>
                <a:gd name="connsiteX8" fmla="*/ 185356 w 190500"/>
                <a:gd name="connsiteY8" fmla="*/ 14288 h 161925"/>
                <a:gd name="connsiteX9" fmla="*/ 184213 w 190500"/>
                <a:gd name="connsiteY9" fmla="*/ 12859 h 161925"/>
                <a:gd name="connsiteX10" fmla="*/ 182975 w 190500"/>
                <a:gd name="connsiteY10" fmla="*/ 13906 h 161925"/>
                <a:gd name="connsiteX11" fmla="*/ 182308 w 190500"/>
                <a:gd name="connsiteY11" fmla="*/ 13430 h 161925"/>
                <a:gd name="connsiteX12" fmla="*/ 182118 w 190500"/>
                <a:gd name="connsiteY12" fmla="*/ 13526 h 161925"/>
                <a:gd name="connsiteX13" fmla="*/ 182023 w 190500"/>
                <a:gd name="connsiteY13" fmla="*/ 13716 h 161925"/>
                <a:gd name="connsiteX14" fmla="*/ 181832 w 190500"/>
                <a:gd name="connsiteY14" fmla="*/ 13906 h 161925"/>
                <a:gd name="connsiteX15" fmla="*/ 180213 w 190500"/>
                <a:gd name="connsiteY15" fmla="*/ 14097 h 161925"/>
                <a:gd name="connsiteX16" fmla="*/ 173641 w 190500"/>
                <a:gd name="connsiteY16" fmla="*/ 12954 h 161925"/>
                <a:gd name="connsiteX17" fmla="*/ 172593 w 190500"/>
                <a:gd name="connsiteY17" fmla="*/ 12192 h 161925"/>
                <a:gd name="connsiteX18" fmla="*/ 170879 w 190500"/>
                <a:gd name="connsiteY18" fmla="*/ 9811 h 161925"/>
                <a:gd name="connsiteX19" fmla="*/ 168593 w 190500"/>
                <a:gd name="connsiteY19" fmla="*/ 8477 h 161925"/>
                <a:gd name="connsiteX20" fmla="*/ 167449 w 190500"/>
                <a:gd name="connsiteY20" fmla="*/ 7525 h 161925"/>
                <a:gd name="connsiteX21" fmla="*/ 165449 w 190500"/>
                <a:gd name="connsiteY21" fmla="*/ 857 h 161925"/>
                <a:gd name="connsiteX22" fmla="*/ 164878 w 190500"/>
                <a:gd name="connsiteY22" fmla="*/ 0 h 161925"/>
                <a:gd name="connsiteX23" fmla="*/ 164306 w 190500"/>
                <a:gd name="connsiteY23" fmla="*/ 762 h 161925"/>
                <a:gd name="connsiteX24" fmla="*/ 162782 w 190500"/>
                <a:gd name="connsiteY24" fmla="*/ 4001 h 161925"/>
                <a:gd name="connsiteX25" fmla="*/ 161830 w 190500"/>
                <a:gd name="connsiteY25" fmla="*/ 4667 h 161925"/>
                <a:gd name="connsiteX26" fmla="*/ 158972 w 190500"/>
                <a:gd name="connsiteY26" fmla="*/ 4477 h 161925"/>
                <a:gd name="connsiteX27" fmla="*/ 158115 w 190500"/>
                <a:gd name="connsiteY27" fmla="*/ 4763 h 161925"/>
                <a:gd name="connsiteX28" fmla="*/ 156210 w 190500"/>
                <a:gd name="connsiteY28" fmla="*/ 7144 h 161925"/>
                <a:gd name="connsiteX29" fmla="*/ 155924 w 190500"/>
                <a:gd name="connsiteY29" fmla="*/ 8001 h 161925"/>
                <a:gd name="connsiteX30" fmla="*/ 156400 w 190500"/>
                <a:gd name="connsiteY30" fmla="*/ 8954 h 161925"/>
                <a:gd name="connsiteX31" fmla="*/ 156400 w 190500"/>
                <a:gd name="connsiteY31" fmla="*/ 9525 h 161925"/>
                <a:gd name="connsiteX32" fmla="*/ 156210 w 190500"/>
                <a:gd name="connsiteY32" fmla="*/ 10478 h 161925"/>
                <a:gd name="connsiteX33" fmla="*/ 156305 w 190500"/>
                <a:gd name="connsiteY33" fmla="*/ 11239 h 161925"/>
                <a:gd name="connsiteX34" fmla="*/ 156972 w 190500"/>
                <a:gd name="connsiteY34" fmla="*/ 11621 h 161925"/>
                <a:gd name="connsiteX35" fmla="*/ 158687 w 190500"/>
                <a:gd name="connsiteY35" fmla="*/ 12097 h 161925"/>
                <a:gd name="connsiteX36" fmla="*/ 159163 w 190500"/>
                <a:gd name="connsiteY36" fmla="*/ 13240 h 161925"/>
                <a:gd name="connsiteX37" fmla="*/ 159353 w 190500"/>
                <a:gd name="connsiteY37" fmla="*/ 14669 h 161925"/>
                <a:gd name="connsiteX38" fmla="*/ 160496 w 190500"/>
                <a:gd name="connsiteY38" fmla="*/ 16288 h 161925"/>
                <a:gd name="connsiteX39" fmla="*/ 160020 w 190500"/>
                <a:gd name="connsiteY39" fmla="*/ 16954 h 161925"/>
                <a:gd name="connsiteX40" fmla="*/ 160115 w 190500"/>
                <a:gd name="connsiteY40" fmla="*/ 17431 h 161925"/>
                <a:gd name="connsiteX41" fmla="*/ 160306 w 190500"/>
                <a:gd name="connsiteY41" fmla="*/ 18097 h 161925"/>
                <a:gd name="connsiteX42" fmla="*/ 160496 w 190500"/>
                <a:gd name="connsiteY42" fmla="*/ 18860 h 161925"/>
                <a:gd name="connsiteX43" fmla="*/ 160211 w 190500"/>
                <a:gd name="connsiteY43" fmla="*/ 19621 h 161925"/>
                <a:gd name="connsiteX44" fmla="*/ 159639 w 190500"/>
                <a:gd name="connsiteY44" fmla="*/ 20098 h 161925"/>
                <a:gd name="connsiteX45" fmla="*/ 159068 w 190500"/>
                <a:gd name="connsiteY45" fmla="*/ 20383 h 161925"/>
                <a:gd name="connsiteX46" fmla="*/ 158877 w 190500"/>
                <a:gd name="connsiteY46" fmla="*/ 20003 h 161925"/>
                <a:gd name="connsiteX47" fmla="*/ 158496 w 190500"/>
                <a:gd name="connsiteY47" fmla="*/ 18574 h 161925"/>
                <a:gd name="connsiteX48" fmla="*/ 157067 w 190500"/>
                <a:gd name="connsiteY48" fmla="*/ 15526 h 161925"/>
                <a:gd name="connsiteX49" fmla="*/ 156686 w 190500"/>
                <a:gd name="connsiteY49" fmla="*/ 13906 h 161925"/>
                <a:gd name="connsiteX50" fmla="*/ 155734 w 190500"/>
                <a:gd name="connsiteY50" fmla="*/ 15145 h 161925"/>
                <a:gd name="connsiteX51" fmla="*/ 154686 w 190500"/>
                <a:gd name="connsiteY51" fmla="*/ 14859 h 161925"/>
                <a:gd name="connsiteX52" fmla="*/ 153448 w 190500"/>
                <a:gd name="connsiteY52" fmla="*/ 13906 h 161925"/>
                <a:gd name="connsiteX53" fmla="*/ 152305 w 190500"/>
                <a:gd name="connsiteY53" fmla="*/ 13335 h 161925"/>
                <a:gd name="connsiteX54" fmla="*/ 152305 w 190500"/>
                <a:gd name="connsiteY54" fmla="*/ 12763 h 161925"/>
                <a:gd name="connsiteX55" fmla="*/ 152876 w 190500"/>
                <a:gd name="connsiteY55" fmla="*/ 12763 h 161925"/>
                <a:gd name="connsiteX56" fmla="*/ 152876 w 190500"/>
                <a:gd name="connsiteY56" fmla="*/ 12192 h 161925"/>
                <a:gd name="connsiteX57" fmla="*/ 150304 w 190500"/>
                <a:gd name="connsiteY57" fmla="*/ 11906 h 161925"/>
                <a:gd name="connsiteX58" fmla="*/ 148209 w 190500"/>
                <a:gd name="connsiteY58" fmla="*/ 11144 h 161925"/>
                <a:gd name="connsiteX59" fmla="*/ 145161 w 190500"/>
                <a:gd name="connsiteY59" fmla="*/ 9620 h 161925"/>
                <a:gd name="connsiteX60" fmla="*/ 144589 w 190500"/>
                <a:gd name="connsiteY60" fmla="*/ 9811 h 161925"/>
                <a:gd name="connsiteX61" fmla="*/ 141256 w 190500"/>
                <a:gd name="connsiteY61" fmla="*/ 7048 h 161925"/>
                <a:gd name="connsiteX62" fmla="*/ 140779 w 190500"/>
                <a:gd name="connsiteY62" fmla="*/ 7811 h 161925"/>
                <a:gd name="connsiteX63" fmla="*/ 140684 w 190500"/>
                <a:gd name="connsiteY63" fmla="*/ 8477 h 161925"/>
                <a:gd name="connsiteX64" fmla="*/ 140779 w 190500"/>
                <a:gd name="connsiteY64" fmla="*/ 10192 h 161925"/>
                <a:gd name="connsiteX65" fmla="*/ 140875 w 190500"/>
                <a:gd name="connsiteY65" fmla="*/ 10478 h 161925"/>
                <a:gd name="connsiteX66" fmla="*/ 141256 w 190500"/>
                <a:gd name="connsiteY66" fmla="*/ 12668 h 161925"/>
                <a:gd name="connsiteX67" fmla="*/ 141256 w 190500"/>
                <a:gd name="connsiteY67" fmla="*/ 12763 h 161925"/>
                <a:gd name="connsiteX68" fmla="*/ 141541 w 190500"/>
                <a:gd name="connsiteY68" fmla="*/ 13716 h 161925"/>
                <a:gd name="connsiteX69" fmla="*/ 141922 w 190500"/>
                <a:gd name="connsiteY69" fmla="*/ 14478 h 161925"/>
                <a:gd name="connsiteX70" fmla="*/ 142399 w 190500"/>
                <a:gd name="connsiteY70" fmla="*/ 14954 h 161925"/>
                <a:gd name="connsiteX71" fmla="*/ 143161 w 190500"/>
                <a:gd name="connsiteY71" fmla="*/ 15145 h 161925"/>
                <a:gd name="connsiteX72" fmla="*/ 143351 w 190500"/>
                <a:gd name="connsiteY72" fmla="*/ 15526 h 161925"/>
                <a:gd name="connsiteX73" fmla="*/ 143828 w 190500"/>
                <a:gd name="connsiteY73" fmla="*/ 17431 h 161925"/>
                <a:gd name="connsiteX74" fmla="*/ 144018 w 190500"/>
                <a:gd name="connsiteY74" fmla="*/ 18002 h 161925"/>
                <a:gd name="connsiteX75" fmla="*/ 144018 w 190500"/>
                <a:gd name="connsiteY75" fmla="*/ 18574 h 161925"/>
                <a:gd name="connsiteX76" fmla="*/ 143542 w 190500"/>
                <a:gd name="connsiteY76" fmla="*/ 18574 h 161925"/>
                <a:gd name="connsiteX77" fmla="*/ 143542 w 190500"/>
                <a:gd name="connsiteY77" fmla="*/ 19145 h 161925"/>
                <a:gd name="connsiteX78" fmla="*/ 143732 w 190500"/>
                <a:gd name="connsiteY78" fmla="*/ 19431 h 161925"/>
                <a:gd name="connsiteX79" fmla="*/ 143828 w 190500"/>
                <a:gd name="connsiteY79" fmla="*/ 19621 h 161925"/>
                <a:gd name="connsiteX80" fmla="*/ 144018 w 190500"/>
                <a:gd name="connsiteY80" fmla="*/ 20288 h 161925"/>
                <a:gd name="connsiteX81" fmla="*/ 143542 w 190500"/>
                <a:gd name="connsiteY81" fmla="*/ 20288 h 161925"/>
                <a:gd name="connsiteX82" fmla="*/ 143161 w 190500"/>
                <a:gd name="connsiteY82" fmla="*/ 19240 h 161925"/>
                <a:gd name="connsiteX83" fmla="*/ 142875 w 190500"/>
                <a:gd name="connsiteY83" fmla="*/ 16859 h 161925"/>
                <a:gd name="connsiteX84" fmla="*/ 142399 w 190500"/>
                <a:gd name="connsiteY84" fmla="*/ 15621 h 161925"/>
                <a:gd name="connsiteX85" fmla="*/ 140684 w 190500"/>
                <a:gd name="connsiteY85" fmla="*/ 14097 h 161925"/>
                <a:gd name="connsiteX86" fmla="*/ 140113 w 190500"/>
                <a:gd name="connsiteY86" fmla="*/ 13240 h 161925"/>
                <a:gd name="connsiteX87" fmla="*/ 140779 w 190500"/>
                <a:gd name="connsiteY87" fmla="*/ 12192 h 161925"/>
                <a:gd name="connsiteX88" fmla="*/ 140779 w 190500"/>
                <a:gd name="connsiteY88" fmla="*/ 11621 h 161925"/>
                <a:gd name="connsiteX89" fmla="*/ 140113 w 190500"/>
                <a:gd name="connsiteY89" fmla="*/ 10573 h 161925"/>
                <a:gd name="connsiteX90" fmla="*/ 139351 w 190500"/>
                <a:gd name="connsiteY90" fmla="*/ 9620 h 161925"/>
                <a:gd name="connsiteX91" fmla="*/ 138208 w 190500"/>
                <a:gd name="connsiteY91" fmla="*/ 8954 h 161925"/>
                <a:gd name="connsiteX92" fmla="*/ 136684 w 190500"/>
                <a:gd name="connsiteY92" fmla="*/ 8668 h 161925"/>
                <a:gd name="connsiteX93" fmla="*/ 136017 w 190500"/>
                <a:gd name="connsiteY93" fmla="*/ 9049 h 161925"/>
                <a:gd name="connsiteX94" fmla="*/ 134303 w 190500"/>
                <a:gd name="connsiteY94" fmla="*/ 10573 h 161925"/>
                <a:gd name="connsiteX95" fmla="*/ 133064 w 190500"/>
                <a:gd name="connsiteY95" fmla="*/ 11049 h 161925"/>
                <a:gd name="connsiteX96" fmla="*/ 131540 w 190500"/>
                <a:gd name="connsiteY96" fmla="*/ 11049 h 161925"/>
                <a:gd name="connsiteX97" fmla="*/ 130302 w 190500"/>
                <a:gd name="connsiteY97" fmla="*/ 10573 h 161925"/>
                <a:gd name="connsiteX98" fmla="*/ 129254 w 190500"/>
                <a:gd name="connsiteY98" fmla="*/ 10096 h 161925"/>
                <a:gd name="connsiteX99" fmla="*/ 128397 w 190500"/>
                <a:gd name="connsiteY99" fmla="*/ 9811 h 161925"/>
                <a:gd name="connsiteX100" fmla="*/ 127349 w 190500"/>
                <a:gd name="connsiteY100" fmla="*/ 9715 h 161925"/>
                <a:gd name="connsiteX101" fmla="*/ 124301 w 190500"/>
                <a:gd name="connsiteY101" fmla="*/ 8763 h 161925"/>
                <a:gd name="connsiteX102" fmla="*/ 123254 w 190500"/>
                <a:gd name="connsiteY102" fmla="*/ 8191 h 161925"/>
                <a:gd name="connsiteX103" fmla="*/ 122587 w 190500"/>
                <a:gd name="connsiteY103" fmla="*/ 9144 h 161925"/>
                <a:gd name="connsiteX104" fmla="*/ 121634 w 190500"/>
                <a:gd name="connsiteY104" fmla="*/ 11811 h 161925"/>
                <a:gd name="connsiteX105" fmla="*/ 121063 w 190500"/>
                <a:gd name="connsiteY105" fmla="*/ 12763 h 161925"/>
                <a:gd name="connsiteX106" fmla="*/ 119824 w 190500"/>
                <a:gd name="connsiteY106" fmla="*/ 13716 h 161925"/>
                <a:gd name="connsiteX107" fmla="*/ 116110 w 190500"/>
                <a:gd name="connsiteY107" fmla="*/ 15145 h 161925"/>
                <a:gd name="connsiteX108" fmla="*/ 119063 w 190500"/>
                <a:gd name="connsiteY108" fmla="*/ 15335 h 161925"/>
                <a:gd name="connsiteX109" fmla="*/ 119920 w 190500"/>
                <a:gd name="connsiteY109" fmla="*/ 15145 h 161925"/>
                <a:gd name="connsiteX110" fmla="*/ 120491 w 190500"/>
                <a:gd name="connsiteY110" fmla="*/ 14764 h 161925"/>
                <a:gd name="connsiteX111" fmla="*/ 121729 w 190500"/>
                <a:gd name="connsiteY111" fmla="*/ 13621 h 161925"/>
                <a:gd name="connsiteX112" fmla="*/ 122587 w 190500"/>
                <a:gd name="connsiteY112" fmla="*/ 13335 h 161925"/>
                <a:gd name="connsiteX113" fmla="*/ 121634 w 190500"/>
                <a:gd name="connsiteY113" fmla="*/ 14097 h 161925"/>
                <a:gd name="connsiteX114" fmla="*/ 120491 w 190500"/>
                <a:gd name="connsiteY114" fmla="*/ 16002 h 161925"/>
                <a:gd name="connsiteX115" fmla="*/ 119444 w 190500"/>
                <a:gd name="connsiteY115" fmla="*/ 16859 h 161925"/>
                <a:gd name="connsiteX116" fmla="*/ 118872 w 190500"/>
                <a:gd name="connsiteY116" fmla="*/ 16097 h 161925"/>
                <a:gd name="connsiteX117" fmla="*/ 117824 w 190500"/>
                <a:gd name="connsiteY117" fmla="*/ 15716 h 161925"/>
                <a:gd name="connsiteX118" fmla="*/ 116777 w 190500"/>
                <a:gd name="connsiteY118" fmla="*/ 15621 h 161925"/>
                <a:gd name="connsiteX119" fmla="*/ 116110 w 190500"/>
                <a:gd name="connsiteY119" fmla="*/ 15621 h 161925"/>
                <a:gd name="connsiteX120" fmla="*/ 114681 w 190500"/>
                <a:gd name="connsiteY120" fmla="*/ 16097 h 161925"/>
                <a:gd name="connsiteX121" fmla="*/ 111728 w 190500"/>
                <a:gd name="connsiteY121" fmla="*/ 17431 h 161925"/>
                <a:gd name="connsiteX122" fmla="*/ 111823 w 190500"/>
                <a:gd name="connsiteY122" fmla="*/ 18860 h 161925"/>
                <a:gd name="connsiteX123" fmla="*/ 110776 w 190500"/>
                <a:gd name="connsiteY123" fmla="*/ 19526 h 161925"/>
                <a:gd name="connsiteX124" fmla="*/ 110014 w 190500"/>
                <a:gd name="connsiteY124" fmla="*/ 20193 h 161925"/>
                <a:gd name="connsiteX125" fmla="*/ 111157 w 190500"/>
                <a:gd name="connsiteY125" fmla="*/ 20955 h 161925"/>
                <a:gd name="connsiteX126" fmla="*/ 111157 w 190500"/>
                <a:gd name="connsiteY126" fmla="*/ 21431 h 161925"/>
                <a:gd name="connsiteX127" fmla="*/ 109919 w 190500"/>
                <a:gd name="connsiteY127" fmla="*/ 21812 h 161925"/>
                <a:gd name="connsiteX128" fmla="*/ 108585 w 190500"/>
                <a:gd name="connsiteY128" fmla="*/ 21527 h 161925"/>
                <a:gd name="connsiteX129" fmla="*/ 107442 w 190500"/>
                <a:gd name="connsiteY129" fmla="*/ 20764 h 161925"/>
                <a:gd name="connsiteX130" fmla="*/ 106775 w 190500"/>
                <a:gd name="connsiteY130" fmla="*/ 19717 h 161925"/>
                <a:gd name="connsiteX131" fmla="*/ 108680 w 190500"/>
                <a:gd name="connsiteY131" fmla="*/ 19621 h 161925"/>
                <a:gd name="connsiteX132" fmla="*/ 108490 w 190500"/>
                <a:gd name="connsiteY132" fmla="*/ 18193 h 161925"/>
                <a:gd name="connsiteX133" fmla="*/ 107252 w 190500"/>
                <a:gd name="connsiteY133" fmla="*/ 16669 h 161925"/>
                <a:gd name="connsiteX134" fmla="*/ 106204 w 190500"/>
                <a:gd name="connsiteY134" fmla="*/ 15621 h 161925"/>
                <a:gd name="connsiteX135" fmla="*/ 106013 w 190500"/>
                <a:gd name="connsiteY135" fmla="*/ 15335 h 161925"/>
                <a:gd name="connsiteX136" fmla="*/ 106108 w 190500"/>
                <a:gd name="connsiteY136" fmla="*/ 14954 h 161925"/>
                <a:gd name="connsiteX137" fmla="*/ 106108 w 190500"/>
                <a:gd name="connsiteY137" fmla="*/ 14669 h 161925"/>
                <a:gd name="connsiteX138" fmla="*/ 105442 w 190500"/>
                <a:gd name="connsiteY138" fmla="*/ 14478 h 161925"/>
                <a:gd name="connsiteX139" fmla="*/ 105156 w 190500"/>
                <a:gd name="connsiteY139" fmla="*/ 14669 h 161925"/>
                <a:gd name="connsiteX140" fmla="*/ 105061 w 190500"/>
                <a:gd name="connsiteY140" fmla="*/ 15049 h 161925"/>
                <a:gd name="connsiteX141" fmla="*/ 104775 w 190500"/>
                <a:gd name="connsiteY141" fmla="*/ 15145 h 161925"/>
                <a:gd name="connsiteX142" fmla="*/ 104299 w 190500"/>
                <a:gd name="connsiteY142" fmla="*/ 14859 h 161925"/>
                <a:gd name="connsiteX143" fmla="*/ 103822 w 190500"/>
                <a:gd name="connsiteY143" fmla="*/ 14669 h 161925"/>
                <a:gd name="connsiteX144" fmla="*/ 102298 w 190500"/>
                <a:gd name="connsiteY144" fmla="*/ 15145 h 161925"/>
                <a:gd name="connsiteX145" fmla="*/ 101346 w 190500"/>
                <a:gd name="connsiteY145" fmla="*/ 15145 h 161925"/>
                <a:gd name="connsiteX146" fmla="*/ 101060 w 190500"/>
                <a:gd name="connsiteY146" fmla="*/ 16573 h 161925"/>
                <a:gd name="connsiteX147" fmla="*/ 100298 w 190500"/>
                <a:gd name="connsiteY147" fmla="*/ 17812 h 161925"/>
                <a:gd name="connsiteX148" fmla="*/ 99060 w 190500"/>
                <a:gd name="connsiteY148" fmla="*/ 18860 h 161925"/>
                <a:gd name="connsiteX149" fmla="*/ 97536 w 190500"/>
                <a:gd name="connsiteY149" fmla="*/ 19717 h 161925"/>
                <a:gd name="connsiteX150" fmla="*/ 97727 w 190500"/>
                <a:gd name="connsiteY150" fmla="*/ 18669 h 161925"/>
                <a:gd name="connsiteX151" fmla="*/ 97727 w 190500"/>
                <a:gd name="connsiteY151" fmla="*/ 17336 h 161925"/>
                <a:gd name="connsiteX152" fmla="*/ 97441 w 190500"/>
                <a:gd name="connsiteY152" fmla="*/ 16097 h 161925"/>
                <a:gd name="connsiteX153" fmla="*/ 96869 w 190500"/>
                <a:gd name="connsiteY153" fmla="*/ 15145 h 161925"/>
                <a:gd name="connsiteX154" fmla="*/ 95917 w 190500"/>
                <a:gd name="connsiteY154" fmla="*/ 14573 h 161925"/>
                <a:gd name="connsiteX155" fmla="*/ 95631 w 190500"/>
                <a:gd name="connsiteY155" fmla="*/ 15430 h 161925"/>
                <a:gd name="connsiteX156" fmla="*/ 95536 w 190500"/>
                <a:gd name="connsiteY156" fmla="*/ 16764 h 161925"/>
                <a:gd name="connsiteX157" fmla="*/ 95250 w 190500"/>
                <a:gd name="connsiteY157" fmla="*/ 18002 h 161925"/>
                <a:gd name="connsiteX158" fmla="*/ 91821 w 190500"/>
                <a:gd name="connsiteY158" fmla="*/ 16002 h 161925"/>
                <a:gd name="connsiteX159" fmla="*/ 89725 w 190500"/>
                <a:gd name="connsiteY159" fmla="*/ 15716 h 161925"/>
                <a:gd name="connsiteX160" fmla="*/ 88773 w 190500"/>
                <a:gd name="connsiteY160" fmla="*/ 17431 h 161925"/>
                <a:gd name="connsiteX161" fmla="*/ 88106 w 190500"/>
                <a:gd name="connsiteY161" fmla="*/ 17431 h 161925"/>
                <a:gd name="connsiteX162" fmla="*/ 88487 w 190500"/>
                <a:gd name="connsiteY162" fmla="*/ 16764 h 161925"/>
                <a:gd name="connsiteX163" fmla="*/ 88773 w 190500"/>
                <a:gd name="connsiteY163" fmla="*/ 16288 h 161925"/>
                <a:gd name="connsiteX164" fmla="*/ 88773 w 190500"/>
                <a:gd name="connsiteY164" fmla="*/ 15621 h 161925"/>
                <a:gd name="connsiteX165" fmla="*/ 88297 w 190500"/>
                <a:gd name="connsiteY165" fmla="*/ 15145 h 161925"/>
                <a:gd name="connsiteX166" fmla="*/ 88963 w 190500"/>
                <a:gd name="connsiteY166" fmla="*/ 14002 h 161925"/>
                <a:gd name="connsiteX167" fmla="*/ 88773 w 190500"/>
                <a:gd name="connsiteY167" fmla="*/ 13335 h 161925"/>
                <a:gd name="connsiteX168" fmla="*/ 88202 w 190500"/>
                <a:gd name="connsiteY168" fmla="*/ 12954 h 161925"/>
                <a:gd name="connsiteX169" fmla="*/ 87725 w 190500"/>
                <a:gd name="connsiteY169" fmla="*/ 13049 h 161925"/>
                <a:gd name="connsiteX170" fmla="*/ 87058 w 190500"/>
                <a:gd name="connsiteY170" fmla="*/ 13335 h 161925"/>
                <a:gd name="connsiteX171" fmla="*/ 85630 w 190500"/>
                <a:gd name="connsiteY171" fmla="*/ 13240 h 161925"/>
                <a:gd name="connsiteX172" fmla="*/ 84106 w 190500"/>
                <a:gd name="connsiteY172" fmla="*/ 13240 h 161925"/>
                <a:gd name="connsiteX173" fmla="*/ 82868 w 190500"/>
                <a:gd name="connsiteY173" fmla="*/ 13716 h 161925"/>
                <a:gd name="connsiteX174" fmla="*/ 82105 w 190500"/>
                <a:gd name="connsiteY174" fmla="*/ 14478 h 161925"/>
                <a:gd name="connsiteX175" fmla="*/ 81629 w 190500"/>
                <a:gd name="connsiteY175" fmla="*/ 14478 h 161925"/>
                <a:gd name="connsiteX176" fmla="*/ 80772 w 190500"/>
                <a:gd name="connsiteY176" fmla="*/ 14002 h 161925"/>
                <a:gd name="connsiteX177" fmla="*/ 79629 w 190500"/>
                <a:gd name="connsiteY177" fmla="*/ 14002 h 161925"/>
                <a:gd name="connsiteX178" fmla="*/ 78391 w 190500"/>
                <a:gd name="connsiteY178" fmla="*/ 14478 h 161925"/>
                <a:gd name="connsiteX179" fmla="*/ 77248 w 190500"/>
                <a:gd name="connsiteY179" fmla="*/ 15145 h 161925"/>
                <a:gd name="connsiteX180" fmla="*/ 72866 w 190500"/>
                <a:gd name="connsiteY180" fmla="*/ 18002 h 161925"/>
                <a:gd name="connsiteX181" fmla="*/ 72771 w 190500"/>
                <a:gd name="connsiteY181" fmla="*/ 18860 h 161925"/>
                <a:gd name="connsiteX182" fmla="*/ 73152 w 190500"/>
                <a:gd name="connsiteY182" fmla="*/ 19812 h 161925"/>
                <a:gd name="connsiteX183" fmla="*/ 73723 w 190500"/>
                <a:gd name="connsiteY183" fmla="*/ 20288 h 161925"/>
                <a:gd name="connsiteX184" fmla="*/ 73914 w 190500"/>
                <a:gd name="connsiteY184" fmla="*/ 20003 h 161925"/>
                <a:gd name="connsiteX185" fmla="*/ 74295 w 190500"/>
                <a:gd name="connsiteY185" fmla="*/ 19526 h 161925"/>
                <a:gd name="connsiteX186" fmla="*/ 74866 w 190500"/>
                <a:gd name="connsiteY186" fmla="*/ 20003 h 161925"/>
                <a:gd name="connsiteX187" fmla="*/ 75247 w 190500"/>
                <a:gd name="connsiteY187" fmla="*/ 20860 h 161925"/>
                <a:gd name="connsiteX188" fmla="*/ 75057 w 190500"/>
                <a:gd name="connsiteY188" fmla="*/ 21431 h 161925"/>
                <a:gd name="connsiteX189" fmla="*/ 72771 w 190500"/>
                <a:gd name="connsiteY189" fmla="*/ 21336 h 161925"/>
                <a:gd name="connsiteX190" fmla="*/ 71914 w 190500"/>
                <a:gd name="connsiteY190" fmla="*/ 21907 h 161925"/>
                <a:gd name="connsiteX191" fmla="*/ 72295 w 190500"/>
                <a:gd name="connsiteY191" fmla="*/ 23813 h 161925"/>
                <a:gd name="connsiteX192" fmla="*/ 73057 w 190500"/>
                <a:gd name="connsiteY192" fmla="*/ 24384 h 161925"/>
                <a:gd name="connsiteX193" fmla="*/ 77248 w 190500"/>
                <a:gd name="connsiteY193" fmla="*/ 25527 h 161925"/>
                <a:gd name="connsiteX194" fmla="*/ 77248 w 190500"/>
                <a:gd name="connsiteY194" fmla="*/ 26098 h 161925"/>
                <a:gd name="connsiteX195" fmla="*/ 75629 w 190500"/>
                <a:gd name="connsiteY195" fmla="*/ 25908 h 161925"/>
                <a:gd name="connsiteX196" fmla="*/ 74295 w 190500"/>
                <a:gd name="connsiteY196" fmla="*/ 26194 h 161925"/>
                <a:gd name="connsiteX197" fmla="*/ 73343 w 190500"/>
                <a:gd name="connsiteY197" fmla="*/ 26289 h 161925"/>
                <a:gd name="connsiteX198" fmla="*/ 72866 w 190500"/>
                <a:gd name="connsiteY198" fmla="*/ 25527 h 161925"/>
                <a:gd name="connsiteX199" fmla="*/ 71628 w 190500"/>
                <a:gd name="connsiteY199" fmla="*/ 26098 h 161925"/>
                <a:gd name="connsiteX200" fmla="*/ 70199 w 190500"/>
                <a:gd name="connsiteY200" fmla="*/ 26479 h 161925"/>
                <a:gd name="connsiteX201" fmla="*/ 69056 w 190500"/>
                <a:gd name="connsiteY201" fmla="*/ 27051 h 161925"/>
                <a:gd name="connsiteX202" fmla="*/ 68485 w 190500"/>
                <a:gd name="connsiteY202" fmla="*/ 27908 h 161925"/>
                <a:gd name="connsiteX203" fmla="*/ 67913 w 190500"/>
                <a:gd name="connsiteY203" fmla="*/ 27908 h 161925"/>
                <a:gd name="connsiteX204" fmla="*/ 67723 w 190500"/>
                <a:gd name="connsiteY204" fmla="*/ 26575 h 161925"/>
                <a:gd name="connsiteX205" fmla="*/ 67151 w 190500"/>
                <a:gd name="connsiteY205" fmla="*/ 25241 h 161925"/>
                <a:gd name="connsiteX206" fmla="*/ 66199 w 190500"/>
                <a:gd name="connsiteY206" fmla="*/ 24574 h 161925"/>
                <a:gd name="connsiteX207" fmla="*/ 64865 w 190500"/>
                <a:gd name="connsiteY207" fmla="*/ 25241 h 161925"/>
                <a:gd name="connsiteX208" fmla="*/ 63722 w 190500"/>
                <a:gd name="connsiteY208" fmla="*/ 25527 h 161925"/>
                <a:gd name="connsiteX209" fmla="*/ 62389 w 190500"/>
                <a:gd name="connsiteY209" fmla="*/ 24860 h 161925"/>
                <a:gd name="connsiteX210" fmla="*/ 60198 w 190500"/>
                <a:gd name="connsiteY210" fmla="*/ 23241 h 161925"/>
                <a:gd name="connsiteX211" fmla="*/ 57721 w 190500"/>
                <a:gd name="connsiteY211" fmla="*/ 23146 h 161925"/>
                <a:gd name="connsiteX212" fmla="*/ 56388 w 190500"/>
                <a:gd name="connsiteY212" fmla="*/ 22955 h 161925"/>
                <a:gd name="connsiteX213" fmla="*/ 55816 w 190500"/>
                <a:gd name="connsiteY213" fmla="*/ 22288 h 161925"/>
                <a:gd name="connsiteX214" fmla="*/ 55626 w 190500"/>
                <a:gd name="connsiteY214" fmla="*/ 20669 h 161925"/>
                <a:gd name="connsiteX215" fmla="*/ 55054 w 190500"/>
                <a:gd name="connsiteY215" fmla="*/ 20479 h 161925"/>
                <a:gd name="connsiteX216" fmla="*/ 53149 w 190500"/>
                <a:gd name="connsiteY216" fmla="*/ 22098 h 161925"/>
                <a:gd name="connsiteX217" fmla="*/ 52388 w 190500"/>
                <a:gd name="connsiteY217" fmla="*/ 22288 h 161925"/>
                <a:gd name="connsiteX218" fmla="*/ 51625 w 190500"/>
                <a:gd name="connsiteY218" fmla="*/ 22288 h 161925"/>
                <a:gd name="connsiteX219" fmla="*/ 51149 w 190500"/>
                <a:gd name="connsiteY219" fmla="*/ 22479 h 161925"/>
                <a:gd name="connsiteX220" fmla="*/ 50959 w 190500"/>
                <a:gd name="connsiteY220" fmla="*/ 23527 h 161925"/>
                <a:gd name="connsiteX221" fmla="*/ 50863 w 190500"/>
                <a:gd name="connsiteY221" fmla="*/ 24479 h 161925"/>
                <a:gd name="connsiteX222" fmla="*/ 50578 w 190500"/>
                <a:gd name="connsiteY222" fmla="*/ 24955 h 161925"/>
                <a:gd name="connsiteX223" fmla="*/ 49530 w 190500"/>
                <a:gd name="connsiteY223" fmla="*/ 25813 h 161925"/>
                <a:gd name="connsiteX224" fmla="*/ 49054 w 190500"/>
                <a:gd name="connsiteY224" fmla="*/ 26098 h 161925"/>
                <a:gd name="connsiteX225" fmla="*/ 48673 w 190500"/>
                <a:gd name="connsiteY225" fmla="*/ 26098 h 161925"/>
                <a:gd name="connsiteX226" fmla="*/ 48292 w 190500"/>
                <a:gd name="connsiteY226" fmla="*/ 26098 h 161925"/>
                <a:gd name="connsiteX227" fmla="*/ 47625 w 190500"/>
                <a:gd name="connsiteY227" fmla="*/ 26670 h 161925"/>
                <a:gd name="connsiteX228" fmla="*/ 47339 w 190500"/>
                <a:gd name="connsiteY228" fmla="*/ 27051 h 161925"/>
                <a:gd name="connsiteX229" fmla="*/ 46768 w 190500"/>
                <a:gd name="connsiteY229" fmla="*/ 28004 h 161925"/>
                <a:gd name="connsiteX230" fmla="*/ 46482 w 190500"/>
                <a:gd name="connsiteY230" fmla="*/ 28385 h 161925"/>
                <a:gd name="connsiteX231" fmla="*/ 45625 w 190500"/>
                <a:gd name="connsiteY231" fmla="*/ 29051 h 161925"/>
                <a:gd name="connsiteX232" fmla="*/ 44768 w 190500"/>
                <a:gd name="connsiteY232" fmla="*/ 29528 h 161925"/>
                <a:gd name="connsiteX233" fmla="*/ 44101 w 190500"/>
                <a:gd name="connsiteY233" fmla="*/ 30289 h 161925"/>
                <a:gd name="connsiteX234" fmla="*/ 43815 w 190500"/>
                <a:gd name="connsiteY234" fmla="*/ 31623 h 161925"/>
                <a:gd name="connsiteX235" fmla="*/ 44101 w 190500"/>
                <a:gd name="connsiteY235" fmla="*/ 35623 h 161925"/>
                <a:gd name="connsiteX236" fmla="*/ 43815 w 190500"/>
                <a:gd name="connsiteY236" fmla="*/ 37147 h 161925"/>
                <a:gd name="connsiteX237" fmla="*/ 44291 w 190500"/>
                <a:gd name="connsiteY237" fmla="*/ 37147 h 161925"/>
                <a:gd name="connsiteX238" fmla="*/ 44672 w 190500"/>
                <a:gd name="connsiteY238" fmla="*/ 36671 h 161925"/>
                <a:gd name="connsiteX239" fmla="*/ 45244 w 190500"/>
                <a:gd name="connsiteY239" fmla="*/ 36195 h 161925"/>
                <a:gd name="connsiteX240" fmla="*/ 46482 w 190500"/>
                <a:gd name="connsiteY240" fmla="*/ 35338 h 161925"/>
                <a:gd name="connsiteX241" fmla="*/ 47530 w 190500"/>
                <a:gd name="connsiteY241" fmla="*/ 34957 h 161925"/>
                <a:gd name="connsiteX242" fmla="*/ 49530 w 190500"/>
                <a:gd name="connsiteY242" fmla="*/ 33909 h 161925"/>
                <a:gd name="connsiteX243" fmla="*/ 51625 w 190500"/>
                <a:gd name="connsiteY243" fmla="*/ 32576 h 161925"/>
                <a:gd name="connsiteX244" fmla="*/ 52578 w 190500"/>
                <a:gd name="connsiteY244" fmla="*/ 31337 h 161925"/>
                <a:gd name="connsiteX245" fmla="*/ 53245 w 190500"/>
                <a:gd name="connsiteY245" fmla="*/ 31623 h 161925"/>
                <a:gd name="connsiteX246" fmla="*/ 53816 w 190500"/>
                <a:gd name="connsiteY246" fmla="*/ 31813 h 161925"/>
                <a:gd name="connsiteX247" fmla="*/ 54483 w 190500"/>
                <a:gd name="connsiteY247" fmla="*/ 31909 h 161925"/>
                <a:gd name="connsiteX248" fmla="*/ 55340 w 190500"/>
                <a:gd name="connsiteY248" fmla="*/ 31909 h 161925"/>
                <a:gd name="connsiteX249" fmla="*/ 54769 w 190500"/>
                <a:gd name="connsiteY249" fmla="*/ 32671 h 161925"/>
                <a:gd name="connsiteX250" fmla="*/ 54388 w 190500"/>
                <a:gd name="connsiteY250" fmla="*/ 32861 h 161925"/>
                <a:gd name="connsiteX251" fmla="*/ 53626 w 190500"/>
                <a:gd name="connsiteY251" fmla="*/ 33052 h 161925"/>
                <a:gd name="connsiteX252" fmla="*/ 53626 w 190500"/>
                <a:gd name="connsiteY252" fmla="*/ 33623 h 161925"/>
                <a:gd name="connsiteX253" fmla="*/ 54293 w 190500"/>
                <a:gd name="connsiteY253" fmla="*/ 33623 h 161925"/>
                <a:gd name="connsiteX254" fmla="*/ 54293 w 190500"/>
                <a:gd name="connsiteY254" fmla="*/ 34195 h 161925"/>
                <a:gd name="connsiteX255" fmla="*/ 52673 w 190500"/>
                <a:gd name="connsiteY255" fmla="*/ 34385 h 161925"/>
                <a:gd name="connsiteX256" fmla="*/ 53245 w 190500"/>
                <a:gd name="connsiteY256" fmla="*/ 35433 h 161925"/>
                <a:gd name="connsiteX257" fmla="*/ 54578 w 190500"/>
                <a:gd name="connsiteY257" fmla="*/ 36957 h 161925"/>
                <a:gd name="connsiteX258" fmla="*/ 55340 w 190500"/>
                <a:gd name="connsiteY258" fmla="*/ 38290 h 161925"/>
                <a:gd name="connsiteX259" fmla="*/ 54769 w 190500"/>
                <a:gd name="connsiteY259" fmla="*/ 38290 h 161925"/>
                <a:gd name="connsiteX260" fmla="*/ 53340 w 190500"/>
                <a:gd name="connsiteY260" fmla="*/ 37147 h 161925"/>
                <a:gd name="connsiteX261" fmla="*/ 52578 w 190500"/>
                <a:gd name="connsiteY261" fmla="*/ 36766 h 161925"/>
                <a:gd name="connsiteX262" fmla="*/ 51435 w 190500"/>
                <a:gd name="connsiteY262" fmla="*/ 36576 h 161925"/>
                <a:gd name="connsiteX263" fmla="*/ 50197 w 190500"/>
                <a:gd name="connsiteY263" fmla="*/ 36671 h 161925"/>
                <a:gd name="connsiteX264" fmla="*/ 48196 w 190500"/>
                <a:gd name="connsiteY264" fmla="*/ 37243 h 161925"/>
                <a:gd name="connsiteX265" fmla="*/ 47625 w 190500"/>
                <a:gd name="connsiteY265" fmla="*/ 37147 h 161925"/>
                <a:gd name="connsiteX266" fmla="*/ 47149 w 190500"/>
                <a:gd name="connsiteY266" fmla="*/ 37624 h 161925"/>
                <a:gd name="connsiteX267" fmla="*/ 47149 w 190500"/>
                <a:gd name="connsiteY267" fmla="*/ 39338 h 161925"/>
                <a:gd name="connsiteX268" fmla="*/ 46101 w 190500"/>
                <a:gd name="connsiteY268" fmla="*/ 41053 h 161925"/>
                <a:gd name="connsiteX269" fmla="*/ 43244 w 190500"/>
                <a:gd name="connsiteY269" fmla="*/ 43434 h 161925"/>
                <a:gd name="connsiteX270" fmla="*/ 41434 w 190500"/>
                <a:gd name="connsiteY270" fmla="*/ 44005 h 161925"/>
                <a:gd name="connsiteX271" fmla="*/ 41338 w 190500"/>
                <a:gd name="connsiteY271" fmla="*/ 44101 h 161925"/>
                <a:gd name="connsiteX272" fmla="*/ 41053 w 190500"/>
                <a:gd name="connsiteY272" fmla="*/ 44291 h 161925"/>
                <a:gd name="connsiteX273" fmla="*/ 40196 w 190500"/>
                <a:gd name="connsiteY273" fmla="*/ 45053 h 161925"/>
                <a:gd name="connsiteX274" fmla="*/ 38957 w 190500"/>
                <a:gd name="connsiteY274" fmla="*/ 45434 h 161925"/>
                <a:gd name="connsiteX275" fmla="*/ 37052 w 190500"/>
                <a:gd name="connsiteY275" fmla="*/ 46577 h 161925"/>
                <a:gd name="connsiteX276" fmla="*/ 36100 w 190500"/>
                <a:gd name="connsiteY276" fmla="*/ 46863 h 161925"/>
                <a:gd name="connsiteX277" fmla="*/ 32004 w 190500"/>
                <a:gd name="connsiteY277" fmla="*/ 47530 h 161925"/>
                <a:gd name="connsiteX278" fmla="*/ 31432 w 190500"/>
                <a:gd name="connsiteY278" fmla="*/ 47911 h 161925"/>
                <a:gd name="connsiteX279" fmla="*/ 30956 w 190500"/>
                <a:gd name="connsiteY279" fmla="*/ 48673 h 161925"/>
                <a:gd name="connsiteX280" fmla="*/ 30194 w 190500"/>
                <a:gd name="connsiteY280" fmla="*/ 50387 h 161925"/>
                <a:gd name="connsiteX281" fmla="*/ 27241 w 190500"/>
                <a:gd name="connsiteY281" fmla="*/ 53149 h 161925"/>
                <a:gd name="connsiteX282" fmla="*/ 26003 w 190500"/>
                <a:gd name="connsiteY282" fmla="*/ 54864 h 161925"/>
                <a:gd name="connsiteX283" fmla="*/ 26289 w 190500"/>
                <a:gd name="connsiteY283" fmla="*/ 56197 h 161925"/>
                <a:gd name="connsiteX284" fmla="*/ 26289 w 190500"/>
                <a:gd name="connsiteY284" fmla="*/ 56769 h 161925"/>
                <a:gd name="connsiteX285" fmla="*/ 25718 w 190500"/>
                <a:gd name="connsiteY285" fmla="*/ 56769 h 161925"/>
                <a:gd name="connsiteX286" fmla="*/ 24670 w 190500"/>
                <a:gd name="connsiteY286" fmla="*/ 55531 h 161925"/>
                <a:gd name="connsiteX287" fmla="*/ 23050 w 190500"/>
                <a:gd name="connsiteY287" fmla="*/ 56674 h 161925"/>
                <a:gd name="connsiteX288" fmla="*/ 20288 w 190500"/>
                <a:gd name="connsiteY288" fmla="*/ 59627 h 161925"/>
                <a:gd name="connsiteX289" fmla="*/ 16954 w 190500"/>
                <a:gd name="connsiteY289" fmla="*/ 60770 h 161925"/>
                <a:gd name="connsiteX290" fmla="*/ 16193 w 190500"/>
                <a:gd name="connsiteY290" fmla="*/ 61151 h 161925"/>
                <a:gd name="connsiteX291" fmla="*/ 14573 w 190500"/>
                <a:gd name="connsiteY291" fmla="*/ 62294 h 161925"/>
                <a:gd name="connsiteX292" fmla="*/ 14002 w 190500"/>
                <a:gd name="connsiteY292" fmla="*/ 62579 h 161925"/>
                <a:gd name="connsiteX293" fmla="*/ 12382 w 190500"/>
                <a:gd name="connsiteY293" fmla="*/ 64961 h 161925"/>
                <a:gd name="connsiteX294" fmla="*/ 11811 w 190500"/>
                <a:gd name="connsiteY294" fmla="*/ 65437 h 161925"/>
                <a:gd name="connsiteX295" fmla="*/ 10954 w 190500"/>
                <a:gd name="connsiteY295" fmla="*/ 65627 h 161925"/>
                <a:gd name="connsiteX296" fmla="*/ 9049 w 190500"/>
                <a:gd name="connsiteY296" fmla="*/ 66389 h 161925"/>
                <a:gd name="connsiteX297" fmla="*/ 7906 w 190500"/>
                <a:gd name="connsiteY297" fmla="*/ 66485 h 161925"/>
                <a:gd name="connsiteX298" fmla="*/ 6287 w 190500"/>
                <a:gd name="connsiteY298" fmla="*/ 66199 h 161925"/>
                <a:gd name="connsiteX299" fmla="*/ 5715 w 190500"/>
                <a:gd name="connsiteY299" fmla="*/ 66389 h 161925"/>
                <a:gd name="connsiteX300" fmla="*/ 5429 w 190500"/>
                <a:gd name="connsiteY300" fmla="*/ 67437 h 161925"/>
                <a:gd name="connsiteX301" fmla="*/ 5144 w 190500"/>
                <a:gd name="connsiteY301" fmla="*/ 68008 h 161925"/>
                <a:gd name="connsiteX302" fmla="*/ 4572 w 190500"/>
                <a:gd name="connsiteY302" fmla="*/ 68580 h 161925"/>
                <a:gd name="connsiteX303" fmla="*/ 4286 w 190500"/>
                <a:gd name="connsiteY303" fmla="*/ 69247 h 161925"/>
                <a:gd name="connsiteX304" fmla="*/ 4953 w 190500"/>
                <a:gd name="connsiteY304" fmla="*/ 70009 h 161925"/>
                <a:gd name="connsiteX305" fmla="*/ 4953 w 190500"/>
                <a:gd name="connsiteY305" fmla="*/ 70580 h 161925"/>
                <a:gd name="connsiteX306" fmla="*/ 4096 w 190500"/>
                <a:gd name="connsiteY306" fmla="*/ 70771 h 161925"/>
                <a:gd name="connsiteX307" fmla="*/ 3810 w 190500"/>
                <a:gd name="connsiteY307" fmla="*/ 71152 h 161925"/>
                <a:gd name="connsiteX308" fmla="*/ 3905 w 190500"/>
                <a:gd name="connsiteY308" fmla="*/ 71723 h 161925"/>
                <a:gd name="connsiteX309" fmla="*/ 3810 w 190500"/>
                <a:gd name="connsiteY309" fmla="*/ 72104 h 161925"/>
                <a:gd name="connsiteX310" fmla="*/ 2762 w 190500"/>
                <a:gd name="connsiteY310" fmla="*/ 72009 h 161925"/>
                <a:gd name="connsiteX311" fmla="*/ 2381 w 190500"/>
                <a:gd name="connsiteY311" fmla="*/ 72009 h 161925"/>
                <a:gd name="connsiteX312" fmla="*/ 2572 w 190500"/>
                <a:gd name="connsiteY312" fmla="*/ 72580 h 161925"/>
                <a:gd name="connsiteX313" fmla="*/ 2667 w 190500"/>
                <a:gd name="connsiteY313" fmla="*/ 72962 h 161925"/>
                <a:gd name="connsiteX314" fmla="*/ 2096 w 190500"/>
                <a:gd name="connsiteY314" fmla="*/ 73343 h 161925"/>
                <a:gd name="connsiteX315" fmla="*/ 1333 w 190500"/>
                <a:gd name="connsiteY315" fmla="*/ 74104 h 161925"/>
                <a:gd name="connsiteX316" fmla="*/ 953 w 190500"/>
                <a:gd name="connsiteY316" fmla="*/ 75057 h 161925"/>
                <a:gd name="connsiteX317" fmla="*/ 1810 w 190500"/>
                <a:gd name="connsiteY317" fmla="*/ 77248 h 161925"/>
                <a:gd name="connsiteX318" fmla="*/ 1238 w 190500"/>
                <a:gd name="connsiteY318" fmla="*/ 78105 h 161925"/>
                <a:gd name="connsiteX319" fmla="*/ 476 w 190500"/>
                <a:gd name="connsiteY319" fmla="*/ 78962 h 161925"/>
                <a:gd name="connsiteX320" fmla="*/ 571 w 190500"/>
                <a:gd name="connsiteY320" fmla="*/ 79820 h 161925"/>
                <a:gd name="connsiteX321" fmla="*/ 1524 w 190500"/>
                <a:gd name="connsiteY321" fmla="*/ 80296 h 161925"/>
                <a:gd name="connsiteX322" fmla="*/ 2762 w 190500"/>
                <a:gd name="connsiteY322" fmla="*/ 80296 h 161925"/>
                <a:gd name="connsiteX323" fmla="*/ 3905 w 190500"/>
                <a:gd name="connsiteY323" fmla="*/ 80486 h 161925"/>
                <a:gd name="connsiteX324" fmla="*/ 4381 w 190500"/>
                <a:gd name="connsiteY324" fmla="*/ 81820 h 161925"/>
                <a:gd name="connsiteX325" fmla="*/ 4477 w 190500"/>
                <a:gd name="connsiteY325" fmla="*/ 83629 h 161925"/>
                <a:gd name="connsiteX326" fmla="*/ 4858 w 190500"/>
                <a:gd name="connsiteY326" fmla="*/ 84487 h 161925"/>
                <a:gd name="connsiteX327" fmla="*/ 5429 w 190500"/>
                <a:gd name="connsiteY327" fmla="*/ 85058 h 161925"/>
                <a:gd name="connsiteX328" fmla="*/ 5429 w 190500"/>
                <a:gd name="connsiteY328" fmla="*/ 85535 h 161925"/>
                <a:gd name="connsiteX329" fmla="*/ 5048 w 190500"/>
                <a:gd name="connsiteY329" fmla="*/ 85344 h 161925"/>
                <a:gd name="connsiteX330" fmla="*/ 3810 w 190500"/>
                <a:gd name="connsiteY330" fmla="*/ 85058 h 161925"/>
                <a:gd name="connsiteX331" fmla="*/ 3334 w 190500"/>
                <a:gd name="connsiteY331" fmla="*/ 86392 h 161925"/>
                <a:gd name="connsiteX332" fmla="*/ 2286 w 190500"/>
                <a:gd name="connsiteY332" fmla="*/ 87725 h 161925"/>
                <a:gd name="connsiteX333" fmla="*/ 1048 w 190500"/>
                <a:gd name="connsiteY333" fmla="*/ 88868 h 161925"/>
                <a:gd name="connsiteX334" fmla="*/ 0 w 190500"/>
                <a:gd name="connsiteY334" fmla="*/ 89630 h 161925"/>
                <a:gd name="connsiteX335" fmla="*/ 2191 w 190500"/>
                <a:gd name="connsiteY335" fmla="*/ 96583 h 161925"/>
                <a:gd name="connsiteX336" fmla="*/ 2191 w 190500"/>
                <a:gd name="connsiteY336" fmla="*/ 99631 h 161925"/>
                <a:gd name="connsiteX337" fmla="*/ 2477 w 190500"/>
                <a:gd name="connsiteY337" fmla="*/ 100013 h 161925"/>
                <a:gd name="connsiteX338" fmla="*/ 2762 w 190500"/>
                <a:gd name="connsiteY338" fmla="*/ 100394 h 161925"/>
                <a:gd name="connsiteX339" fmla="*/ 3048 w 190500"/>
                <a:gd name="connsiteY339" fmla="*/ 101155 h 161925"/>
                <a:gd name="connsiteX340" fmla="*/ 3238 w 190500"/>
                <a:gd name="connsiteY340" fmla="*/ 102870 h 161925"/>
                <a:gd name="connsiteX341" fmla="*/ 3048 w 190500"/>
                <a:gd name="connsiteY341" fmla="*/ 104775 h 161925"/>
                <a:gd name="connsiteX342" fmla="*/ 2572 w 190500"/>
                <a:gd name="connsiteY342" fmla="*/ 106299 h 161925"/>
                <a:gd name="connsiteX343" fmla="*/ 1048 w 190500"/>
                <a:gd name="connsiteY343" fmla="*/ 109252 h 161925"/>
                <a:gd name="connsiteX344" fmla="*/ 667 w 190500"/>
                <a:gd name="connsiteY344" fmla="*/ 110776 h 161925"/>
                <a:gd name="connsiteX345" fmla="*/ 953 w 190500"/>
                <a:gd name="connsiteY345" fmla="*/ 111919 h 161925"/>
                <a:gd name="connsiteX346" fmla="*/ 1714 w 190500"/>
                <a:gd name="connsiteY346" fmla="*/ 112871 h 161925"/>
                <a:gd name="connsiteX347" fmla="*/ 2667 w 190500"/>
                <a:gd name="connsiteY347" fmla="*/ 113824 h 161925"/>
                <a:gd name="connsiteX348" fmla="*/ 4191 w 190500"/>
                <a:gd name="connsiteY348" fmla="*/ 115919 h 161925"/>
                <a:gd name="connsiteX349" fmla="*/ 5429 w 190500"/>
                <a:gd name="connsiteY349" fmla="*/ 118586 h 161925"/>
                <a:gd name="connsiteX350" fmla="*/ 6287 w 190500"/>
                <a:gd name="connsiteY350" fmla="*/ 121634 h 161925"/>
                <a:gd name="connsiteX351" fmla="*/ 6572 w 190500"/>
                <a:gd name="connsiteY351" fmla="*/ 124778 h 161925"/>
                <a:gd name="connsiteX352" fmla="*/ 6001 w 190500"/>
                <a:gd name="connsiteY352" fmla="*/ 131350 h 161925"/>
                <a:gd name="connsiteX353" fmla="*/ 5715 w 190500"/>
                <a:gd name="connsiteY353" fmla="*/ 132779 h 161925"/>
                <a:gd name="connsiteX354" fmla="*/ 5144 w 190500"/>
                <a:gd name="connsiteY354" fmla="*/ 134017 h 161925"/>
                <a:gd name="connsiteX355" fmla="*/ 4667 w 190500"/>
                <a:gd name="connsiteY355" fmla="*/ 135541 h 161925"/>
                <a:gd name="connsiteX356" fmla="*/ 4953 w 190500"/>
                <a:gd name="connsiteY356" fmla="*/ 137351 h 161925"/>
                <a:gd name="connsiteX357" fmla="*/ 5524 w 190500"/>
                <a:gd name="connsiteY357" fmla="*/ 138779 h 161925"/>
                <a:gd name="connsiteX358" fmla="*/ 6382 w 190500"/>
                <a:gd name="connsiteY358" fmla="*/ 139732 h 161925"/>
                <a:gd name="connsiteX359" fmla="*/ 7620 w 190500"/>
                <a:gd name="connsiteY359" fmla="*/ 140113 h 161925"/>
                <a:gd name="connsiteX360" fmla="*/ 11144 w 190500"/>
                <a:gd name="connsiteY360" fmla="*/ 140398 h 161925"/>
                <a:gd name="connsiteX361" fmla="*/ 12763 w 190500"/>
                <a:gd name="connsiteY361" fmla="*/ 140684 h 161925"/>
                <a:gd name="connsiteX362" fmla="*/ 14383 w 190500"/>
                <a:gd name="connsiteY362" fmla="*/ 141256 h 161925"/>
                <a:gd name="connsiteX363" fmla="*/ 17240 w 190500"/>
                <a:gd name="connsiteY363" fmla="*/ 142685 h 161925"/>
                <a:gd name="connsiteX364" fmla="*/ 20193 w 190500"/>
                <a:gd name="connsiteY364" fmla="*/ 144780 h 161925"/>
                <a:gd name="connsiteX365" fmla="*/ 20860 w 190500"/>
                <a:gd name="connsiteY365" fmla="*/ 145732 h 161925"/>
                <a:gd name="connsiteX366" fmla="*/ 21622 w 190500"/>
                <a:gd name="connsiteY366" fmla="*/ 146209 h 161925"/>
                <a:gd name="connsiteX367" fmla="*/ 25718 w 190500"/>
                <a:gd name="connsiteY367" fmla="*/ 147733 h 161925"/>
                <a:gd name="connsiteX368" fmla="*/ 26956 w 190500"/>
                <a:gd name="connsiteY368" fmla="*/ 148304 h 161925"/>
                <a:gd name="connsiteX369" fmla="*/ 27622 w 190500"/>
                <a:gd name="connsiteY369" fmla="*/ 148971 h 161925"/>
                <a:gd name="connsiteX370" fmla="*/ 28194 w 190500"/>
                <a:gd name="connsiteY370" fmla="*/ 149733 h 161925"/>
                <a:gd name="connsiteX371" fmla="*/ 29051 w 190500"/>
                <a:gd name="connsiteY371" fmla="*/ 150590 h 161925"/>
                <a:gd name="connsiteX372" fmla="*/ 30004 w 190500"/>
                <a:gd name="connsiteY372" fmla="*/ 151066 h 161925"/>
                <a:gd name="connsiteX373" fmla="*/ 30766 w 190500"/>
                <a:gd name="connsiteY373" fmla="*/ 151257 h 161925"/>
                <a:gd name="connsiteX374" fmla="*/ 38100 w 190500"/>
                <a:gd name="connsiteY374" fmla="*/ 151066 h 161925"/>
                <a:gd name="connsiteX375" fmla="*/ 38862 w 190500"/>
                <a:gd name="connsiteY375" fmla="*/ 151352 h 161925"/>
                <a:gd name="connsiteX376" fmla="*/ 39624 w 190500"/>
                <a:gd name="connsiteY376" fmla="*/ 151733 h 161925"/>
                <a:gd name="connsiteX377" fmla="*/ 40481 w 190500"/>
                <a:gd name="connsiteY377" fmla="*/ 152019 h 161925"/>
                <a:gd name="connsiteX378" fmla="*/ 41624 w 190500"/>
                <a:gd name="connsiteY378" fmla="*/ 151733 h 161925"/>
                <a:gd name="connsiteX379" fmla="*/ 41053 w 190500"/>
                <a:gd name="connsiteY379" fmla="*/ 152876 h 161925"/>
                <a:gd name="connsiteX380" fmla="*/ 41910 w 190500"/>
                <a:gd name="connsiteY380" fmla="*/ 153448 h 161925"/>
                <a:gd name="connsiteX381" fmla="*/ 42100 w 190500"/>
                <a:gd name="connsiteY381" fmla="*/ 154400 h 161925"/>
                <a:gd name="connsiteX382" fmla="*/ 42196 w 190500"/>
                <a:gd name="connsiteY382" fmla="*/ 155638 h 161925"/>
                <a:gd name="connsiteX383" fmla="*/ 42672 w 190500"/>
                <a:gd name="connsiteY383" fmla="*/ 156877 h 161925"/>
                <a:gd name="connsiteX384" fmla="*/ 43720 w 190500"/>
                <a:gd name="connsiteY384" fmla="*/ 157829 h 161925"/>
                <a:gd name="connsiteX385" fmla="*/ 44577 w 190500"/>
                <a:gd name="connsiteY385" fmla="*/ 157829 h 161925"/>
                <a:gd name="connsiteX386" fmla="*/ 46006 w 190500"/>
                <a:gd name="connsiteY386" fmla="*/ 156877 h 161925"/>
                <a:gd name="connsiteX387" fmla="*/ 48196 w 190500"/>
                <a:gd name="connsiteY387" fmla="*/ 156401 h 161925"/>
                <a:gd name="connsiteX388" fmla="*/ 57436 w 190500"/>
                <a:gd name="connsiteY388" fmla="*/ 156496 h 161925"/>
                <a:gd name="connsiteX389" fmla="*/ 65913 w 190500"/>
                <a:gd name="connsiteY389" fmla="*/ 157734 h 161925"/>
                <a:gd name="connsiteX390" fmla="*/ 67723 w 190500"/>
                <a:gd name="connsiteY390" fmla="*/ 158591 h 161925"/>
                <a:gd name="connsiteX391" fmla="*/ 69152 w 190500"/>
                <a:gd name="connsiteY391" fmla="*/ 159829 h 161925"/>
                <a:gd name="connsiteX392" fmla="*/ 70104 w 190500"/>
                <a:gd name="connsiteY392" fmla="*/ 161449 h 161925"/>
                <a:gd name="connsiteX393" fmla="*/ 70675 w 190500"/>
                <a:gd name="connsiteY393" fmla="*/ 160211 h 161925"/>
                <a:gd name="connsiteX394" fmla="*/ 71247 w 190500"/>
                <a:gd name="connsiteY394" fmla="*/ 160782 h 161925"/>
                <a:gd name="connsiteX395" fmla="*/ 71533 w 190500"/>
                <a:gd name="connsiteY395" fmla="*/ 162020 h 161925"/>
                <a:gd name="connsiteX396" fmla="*/ 71438 w 190500"/>
                <a:gd name="connsiteY396" fmla="*/ 162592 h 161925"/>
                <a:gd name="connsiteX397" fmla="*/ 70104 w 190500"/>
                <a:gd name="connsiteY397" fmla="*/ 162878 h 161925"/>
                <a:gd name="connsiteX398" fmla="*/ 69437 w 190500"/>
                <a:gd name="connsiteY398" fmla="*/ 163449 h 161925"/>
                <a:gd name="connsiteX399" fmla="*/ 68961 w 190500"/>
                <a:gd name="connsiteY399" fmla="*/ 164116 h 161925"/>
                <a:gd name="connsiteX400" fmla="*/ 67913 w 190500"/>
                <a:gd name="connsiteY400" fmla="*/ 164878 h 161925"/>
                <a:gd name="connsiteX401" fmla="*/ 68961 w 190500"/>
                <a:gd name="connsiteY401" fmla="*/ 165830 h 161925"/>
                <a:gd name="connsiteX402" fmla="*/ 71533 w 190500"/>
                <a:gd name="connsiteY402" fmla="*/ 164116 h 161925"/>
                <a:gd name="connsiteX403" fmla="*/ 73438 w 190500"/>
                <a:gd name="connsiteY403" fmla="*/ 164306 h 161925"/>
                <a:gd name="connsiteX404" fmla="*/ 73057 w 190500"/>
                <a:gd name="connsiteY404" fmla="*/ 162878 h 161925"/>
                <a:gd name="connsiteX405" fmla="*/ 73819 w 190500"/>
                <a:gd name="connsiteY405" fmla="*/ 162115 h 161925"/>
                <a:gd name="connsiteX406" fmla="*/ 74866 w 190500"/>
                <a:gd name="connsiteY406" fmla="*/ 161449 h 161925"/>
                <a:gd name="connsiteX407" fmla="*/ 75629 w 190500"/>
                <a:gd name="connsiteY407" fmla="*/ 160306 h 161925"/>
                <a:gd name="connsiteX408" fmla="*/ 76010 w 190500"/>
                <a:gd name="connsiteY408" fmla="*/ 161163 h 161925"/>
                <a:gd name="connsiteX409" fmla="*/ 76010 w 190500"/>
                <a:gd name="connsiteY409" fmla="*/ 161639 h 161925"/>
                <a:gd name="connsiteX410" fmla="*/ 75724 w 190500"/>
                <a:gd name="connsiteY410" fmla="*/ 162020 h 161925"/>
                <a:gd name="connsiteX411" fmla="*/ 75629 w 190500"/>
                <a:gd name="connsiteY411" fmla="*/ 162592 h 161925"/>
                <a:gd name="connsiteX412" fmla="*/ 75438 w 190500"/>
                <a:gd name="connsiteY412" fmla="*/ 162687 h 161925"/>
                <a:gd name="connsiteX413" fmla="*/ 75057 w 190500"/>
                <a:gd name="connsiteY413" fmla="*/ 162782 h 161925"/>
                <a:gd name="connsiteX414" fmla="*/ 74676 w 190500"/>
                <a:gd name="connsiteY414" fmla="*/ 163068 h 161925"/>
                <a:gd name="connsiteX415" fmla="*/ 74486 w 190500"/>
                <a:gd name="connsiteY415" fmla="*/ 163449 h 161925"/>
                <a:gd name="connsiteX416" fmla="*/ 74581 w 190500"/>
                <a:gd name="connsiteY416" fmla="*/ 163735 h 161925"/>
                <a:gd name="connsiteX417" fmla="*/ 74962 w 190500"/>
                <a:gd name="connsiteY417" fmla="*/ 163735 h 161925"/>
                <a:gd name="connsiteX418" fmla="*/ 75057 w 190500"/>
                <a:gd name="connsiteY418" fmla="*/ 164021 h 161925"/>
                <a:gd name="connsiteX419" fmla="*/ 75247 w 190500"/>
                <a:gd name="connsiteY419" fmla="*/ 164402 h 161925"/>
                <a:gd name="connsiteX420" fmla="*/ 75629 w 190500"/>
                <a:gd name="connsiteY420" fmla="*/ 164687 h 161925"/>
                <a:gd name="connsiteX421" fmla="*/ 75914 w 190500"/>
                <a:gd name="connsiteY421" fmla="*/ 165068 h 161925"/>
                <a:gd name="connsiteX422" fmla="*/ 76105 w 190500"/>
                <a:gd name="connsiteY422" fmla="*/ 165735 h 161925"/>
                <a:gd name="connsiteX423" fmla="*/ 75724 w 190500"/>
                <a:gd name="connsiteY423" fmla="*/ 167164 h 161925"/>
                <a:gd name="connsiteX424" fmla="*/ 75629 w 190500"/>
                <a:gd name="connsiteY424" fmla="*/ 167735 h 161925"/>
                <a:gd name="connsiteX425" fmla="*/ 76105 w 190500"/>
                <a:gd name="connsiteY425" fmla="*/ 167735 h 161925"/>
                <a:gd name="connsiteX426" fmla="*/ 76771 w 190500"/>
                <a:gd name="connsiteY426" fmla="*/ 167069 h 161925"/>
                <a:gd name="connsiteX427" fmla="*/ 77724 w 190500"/>
                <a:gd name="connsiteY427" fmla="*/ 166783 h 161925"/>
                <a:gd name="connsiteX428" fmla="*/ 78772 w 190500"/>
                <a:gd name="connsiteY428" fmla="*/ 166783 h 161925"/>
                <a:gd name="connsiteX429" fmla="*/ 79915 w 190500"/>
                <a:gd name="connsiteY429" fmla="*/ 167164 h 161925"/>
                <a:gd name="connsiteX430" fmla="*/ 79724 w 190500"/>
                <a:gd name="connsiteY430" fmla="*/ 166592 h 161925"/>
                <a:gd name="connsiteX431" fmla="*/ 78962 w 190500"/>
                <a:gd name="connsiteY431" fmla="*/ 165354 h 161925"/>
                <a:gd name="connsiteX432" fmla="*/ 78867 w 190500"/>
                <a:gd name="connsiteY432" fmla="*/ 164878 h 161925"/>
                <a:gd name="connsiteX433" fmla="*/ 79153 w 190500"/>
                <a:gd name="connsiteY433" fmla="*/ 164497 h 161925"/>
                <a:gd name="connsiteX434" fmla="*/ 80200 w 190500"/>
                <a:gd name="connsiteY434" fmla="*/ 163735 h 161925"/>
                <a:gd name="connsiteX435" fmla="*/ 80486 w 190500"/>
                <a:gd name="connsiteY435" fmla="*/ 163449 h 161925"/>
                <a:gd name="connsiteX436" fmla="*/ 81058 w 190500"/>
                <a:gd name="connsiteY436" fmla="*/ 162878 h 161925"/>
                <a:gd name="connsiteX437" fmla="*/ 83820 w 190500"/>
                <a:gd name="connsiteY437" fmla="*/ 162020 h 161925"/>
                <a:gd name="connsiteX438" fmla="*/ 84868 w 190500"/>
                <a:gd name="connsiteY438" fmla="*/ 161449 h 161925"/>
                <a:gd name="connsiteX439" fmla="*/ 85439 w 190500"/>
                <a:gd name="connsiteY439" fmla="*/ 163449 h 161925"/>
                <a:gd name="connsiteX440" fmla="*/ 85915 w 190500"/>
                <a:gd name="connsiteY440" fmla="*/ 164402 h 161925"/>
                <a:gd name="connsiteX441" fmla="*/ 86773 w 190500"/>
                <a:gd name="connsiteY441" fmla="*/ 164878 h 161925"/>
                <a:gd name="connsiteX442" fmla="*/ 87344 w 190500"/>
                <a:gd name="connsiteY442" fmla="*/ 164592 h 161925"/>
                <a:gd name="connsiteX443" fmla="*/ 88202 w 190500"/>
                <a:gd name="connsiteY443" fmla="*/ 163925 h 161925"/>
                <a:gd name="connsiteX444" fmla="*/ 88963 w 190500"/>
                <a:gd name="connsiteY444" fmla="*/ 163163 h 161925"/>
                <a:gd name="connsiteX445" fmla="*/ 89249 w 190500"/>
                <a:gd name="connsiteY445" fmla="*/ 162306 h 161925"/>
                <a:gd name="connsiteX446" fmla="*/ 89725 w 190500"/>
                <a:gd name="connsiteY446" fmla="*/ 161639 h 161925"/>
                <a:gd name="connsiteX447" fmla="*/ 90011 w 190500"/>
                <a:gd name="connsiteY447" fmla="*/ 160972 h 161925"/>
                <a:gd name="connsiteX448" fmla="*/ 89821 w 190500"/>
                <a:gd name="connsiteY448" fmla="*/ 160306 h 161925"/>
                <a:gd name="connsiteX449" fmla="*/ 89440 w 190500"/>
                <a:gd name="connsiteY449" fmla="*/ 160211 h 161925"/>
                <a:gd name="connsiteX450" fmla="*/ 88106 w 190500"/>
                <a:gd name="connsiteY450" fmla="*/ 160306 h 161925"/>
                <a:gd name="connsiteX451" fmla="*/ 87630 w 190500"/>
                <a:gd name="connsiteY451" fmla="*/ 160306 h 161925"/>
                <a:gd name="connsiteX452" fmla="*/ 86201 w 190500"/>
                <a:gd name="connsiteY452" fmla="*/ 159639 h 161925"/>
                <a:gd name="connsiteX453" fmla="*/ 85535 w 190500"/>
                <a:gd name="connsiteY453" fmla="*/ 159544 h 161925"/>
                <a:gd name="connsiteX454" fmla="*/ 84296 w 190500"/>
                <a:gd name="connsiteY454" fmla="*/ 159734 h 161925"/>
                <a:gd name="connsiteX455" fmla="*/ 84296 w 190500"/>
                <a:gd name="connsiteY455" fmla="*/ 159068 h 161925"/>
                <a:gd name="connsiteX456" fmla="*/ 86392 w 190500"/>
                <a:gd name="connsiteY456" fmla="*/ 157734 h 161925"/>
                <a:gd name="connsiteX457" fmla="*/ 87058 w 190500"/>
                <a:gd name="connsiteY457" fmla="*/ 157448 h 161925"/>
                <a:gd name="connsiteX458" fmla="*/ 87630 w 190500"/>
                <a:gd name="connsiteY458" fmla="*/ 157829 h 161925"/>
                <a:gd name="connsiteX459" fmla="*/ 87725 w 190500"/>
                <a:gd name="connsiteY459" fmla="*/ 158496 h 161925"/>
                <a:gd name="connsiteX460" fmla="*/ 88106 w 190500"/>
                <a:gd name="connsiteY460" fmla="*/ 159068 h 161925"/>
                <a:gd name="connsiteX461" fmla="*/ 89249 w 190500"/>
                <a:gd name="connsiteY461" fmla="*/ 159068 h 161925"/>
                <a:gd name="connsiteX462" fmla="*/ 88773 w 190500"/>
                <a:gd name="connsiteY462" fmla="*/ 156496 h 161925"/>
                <a:gd name="connsiteX463" fmla="*/ 90678 w 190500"/>
                <a:gd name="connsiteY463" fmla="*/ 150686 h 161925"/>
                <a:gd name="connsiteX464" fmla="*/ 90392 w 190500"/>
                <a:gd name="connsiteY464" fmla="*/ 148780 h 161925"/>
                <a:gd name="connsiteX465" fmla="*/ 91440 w 190500"/>
                <a:gd name="connsiteY465" fmla="*/ 148399 h 161925"/>
                <a:gd name="connsiteX466" fmla="*/ 92773 w 190500"/>
                <a:gd name="connsiteY466" fmla="*/ 148114 h 161925"/>
                <a:gd name="connsiteX467" fmla="*/ 94297 w 190500"/>
                <a:gd name="connsiteY467" fmla="*/ 148019 h 161925"/>
                <a:gd name="connsiteX468" fmla="*/ 95821 w 190500"/>
                <a:gd name="connsiteY468" fmla="*/ 148304 h 161925"/>
                <a:gd name="connsiteX469" fmla="*/ 96203 w 190500"/>
                <a:gd name="connsiteY469" fmla="*/ 148685 h 161925"/>
                <a:gd name="connsiteX470" fmla="*/ 96393 w 190500"/>
                <a:gd name="connsiteY470" fmla="*/ 149162 h 161925"/>
                <a:gd name="connsiteX471" fmla="*/ 96679 w 190500"/>
                <a:gd name="connsiteY471" fmla="*/ 149638 h 161925"/>
                <a:gd name="connsiteX472" fmla="*/ 97536 w 190500"/>
                <a:gd name="connsiteY472" fmla="*/ 149923 h 161925"/>
                <a:gd name="connsiteX473" fmla="*/ 101251 w 190500"/>
                <a:gd name="connsiteY473" fmla="*/ 147828 h 161925"/>
                <a:gd name="connsiteX474" fmla="*/ 102489 w 190500"/>
                <a:gd name="connsiteY474" fmla="*/ 147256 h 161925"/>
                <a:gd name="connsiteX475" fmla="*/ 103918 w 190500"/>
                <a:gd name="connsiteY475" fmla="*/ 147066 h 161925"/>
                <a:gd name="connsiteX476" fmla="*/ 106585 w 190500"/>
                <a:gd name="connsiteY476" fmla="*/ 147161 h 161925"/>
                <a:gd name="connsiteX477" fmla="*/ 106966 w 190500"/>
                <a:gd name="connsiteY477" fmla="*/ 147256 h 161925"/>
                <a:gd name="connsiteX478" fmla="*/ 107347 w 190500"/>
                <a:gd name="connsiteY478" fmla="*/ 147256 h 161925"/>
                <a:gd name="connsiteX479" fmla="*/ 107918 w 190500"/>
                <a:gd name="connsiteY479" fmla="*/ 147066 h 161925"/>
                <a:gd name="connsiteX480" fmla="*/ 108585 w 190500"/>
                <a:gd name="connsiteY480" fmla="*/ 146495 h 161925"/>
                <a:gd name="connsiteX481" fmla="*/ 108871 w 190500"/>
                <a:gd name="connsiteY481" fmla="*/ 145828 h 161925"/>
                <a:gd name="connsiteX482" fmla="*/ 109252 w 190500"/>
                <a:gd name="connsiteY482" fmla="*/ 145542 h 161925"/>
                <a:gd name="connsiteX483" fmla="*/ 110109 w 190500"/>
                <a:gd name="connsiteY483" fmla="*/ 146018 h 161925"/>
                <a:gd name="connsiteX484" fmla="*/ 110109 w 190500"/>
                <a:gd name="connsiteY484" fmla="*/ 145732 h 161925"/>
                <a:gd name="connsiteX485" fmla="*/ 110014 w 190500"/>
                <a:gd name="connsiteY485" fmla="*/ 145161 h 161925"/>
                <a:gd name="connsiteX486" fmla="*/ 110109 w 190500"/>
                <a:gd name="connsiteY486" fmla="*/ 144875 h 161925"/>
                <a:gd name="connsiteX487" fmla="*/ 110871 w 190500"/>
                <a:gd name="connsiteY487" fmla="*/ 145637 h 161925"/>
                <a:gd name="connsiteX488" fmla="*/ 111157 w 190500"/>
                <a:gd name="connsiteY488" fmla="*/ 146018 h 161925"/>
                <a:gd name="connsiteX489" fmla="*/ 111443 w 190500"/>
                <a:gd name="connsiteY489" fmla="*/ 145542 h 161925"/>
                <a:gd name="connsiteX490" fmla="*/ 112014 w 190500"/>
                <a:gd name="connsiteY490" fmla="*/ 144685 h 161925"/>
                <a:gd name="connsiteX491" fmla="*/ 112300 w 190500"/>
                <a:gd name="connsiteY491" fmla="*/ 144208 h 161925"/>
                <a:gd name="connsiteX492" fmla="*/ 112586 w 190500"/>
                <a:gd name="connsiteY492" fmla="*/ 145066 h 161925"/>
                <a:gd name="connsiteX493" fmla="*/ 112586 w 190500"/>
                <a:gd name="connsiteY493" fmla="*/ 146018 h 161925"/>
                <a:gd name="connsiteX494" fmla="*/ 112204 w 190500"/>
                <a:gd name="connsiteY494" fmla="*/ 146971 h 161925"/>
                <a:gd name="connsiteX495" fmla="*/ 111728 w 190500"/>
                <a:gd name="connsiteY495" fmla="*/ 147733 h 161925"/>
                <a:gd name="connsiteX496" fmla="*/ 110680 w 190500"/>
                <a:gd name="connsiteY496" fmla="*/ 148209 h 161925"/>
                <a:gd name="connsiteX497" fmla="*/ 109633 w 190500"/>
                <a:gd name="connsiteY497" fmla="*/ 148114 h 161925"/>
                <a:gd name="connsiteX498" fmla="*/ 108775 w 190500"/>
                <a:gd name="connsiteY498" fmla="*/ 147923 h 161925"/>
                <a:gd name="connsiteX499" fmla="*/ 108109 w 190500"/>
                <a:gd name="connsiteY499" fmla="*/ 148019 h 161925"/>
                <a:gd name="connsiteX500" fmla="*/ 108109 w 190500"/>
                <a:gd name="connsiteY500" fmla="*/ 149352 h 161925"/>
                <a:gd name="connsiteX501" fmla="*/ 110299 w 190500"/>
                <a:gd name="connsiteY501" fmla="*/ 149923 h 161925"/>
                <a:gd name="connsiteX502" fmla="*/ 112776 w 190500"/>
                <a:gd name="connsiteY502" fmla="*/ 150114 h 161925"/>
                <a:gd name="connsiteX503" fmla="*/ 113919 w 190500"/>
                <a:gd name="connsiteY503" fmla="*/ 149923 h 161925"/>
                <a:gd name="connsiteX504" fmla="*/ 114871 w 190500"/>
                <a:gd name="connsiteY504" fmla="*/ 149257 h 161925"/>
                <a:gd name="connsiteX505" fmla="*/ 114776 w 190500"/>
                <a:gd name="connsiteY505" fmla="*/ 148495 h 161925"/>
                <a:gd name="connsiteX506" fmla="*/ 114205 w 190500"/>
                <a:gd name="connsiteY506" fmla="*/ 147542 h 161925"/>
                <a:gd name="connsiteX507" fmla="*/ 113919 w 190500"/>
                <a:gd name="connsiteY507" fmla="*/ 146304 h 161925"/>
                <a:gd name="connsiteX508" fmla="*/ 114205 w 190500"/>
                <a:gd name="connsiteY508" fmla="*/ 145161 h 161925"/>
                <a:gd name="connsiteX509" fmla="*/ 114967 w 190500"/>
                <a:gd name="connsiteY509" fmla="*/ 145066 h 161925"/>
                <a:gd name="connsiteX510" fmla="*/ 115538 w 190500"/>
                <a:gd name="connsiteY510" fmla="*/ 146018 h 161925"/>
                <a:gd name="connsiteX511" fmla="*/ 115538 w 190500"/>
                <a:gd name="connsiteY511" fmla="*/ 147733 h 161925"/>
                <a:gd name="connsiteX512" fmla="*/ 116110 w 190500"/>
                <a:gd name="connsiteY512" fmla="*/ 147733 h 161925"/>
                <a:gd name="connsiteX513" fmla="*/ 116205 w 190500"/>
                <a:gd name="connsiteY513" fmla="*/ 146209 h 161925"/>
                <a:gd name="connsiteX514" fmla="*/ 117157 w 190500"/>
                <a:gd name="connsiteY514" fmla="*/ 143065 h 161925"/>
                <a:gd name="connsiteX515" fmla="*/ 117253 w 190500"/>
                <a:gd name="connsiteY515" fmla="*/ 141922 h 161925"/>
                <a:gd name="connsiteX516" fmla="*/ 116586 w 190500"/>
                <a:gd name="connsiteY516" fmla="*/ 140970 h 161925"/>
                <a:gd name="connsiteX517" fmla="*/ 114395 w 190500"/>
                <a:gd name="connsiteY517" fmla="*/ 140398 h 161925"/>
                <a:gd name="connsiteX518" fmla="*/ 113443 w 190500"/>
                <a:gd name="connsiteY518" fmla="*/ 139637 h 161925"/>
                <a:gd name="connsiteX519" fmla="*/ 113443 w 190500"/>
                <a:gd name="connsiteY519" fmla="*/ 139065 h 161925"/>
                <a:gd name="connsiteX520" fmla="*/ 116300 w 190500"/>
                <a:gd name="connsiteY520" fmla="*/ 139922 h 161925"/>
                <a:gd name="connsiteX521" fmla="*/ 117729 w 190500"/>
                <a:gd name="connsiteY521" fmla="*/ 139732 h 161925"/>
                <a:gd name="connsiteX522" fmla="*/ 118872 w 190500"/>
                <a:gd name="connsiteY522" fmla="*/ 136779 h 161925"/>
                <a:gd name="connsiteX523" fmla="*/ 120301 w 190500"/>
                <a:gd name="connsiteY523" fmla="*/ 135446 h 161925"/>
                <a:gd name="connsiteX524" fmla="*/ 123254 w 190500"/>
                <a:gd name="connsiteY524" fmla="*/ 133350 h 161925"/>
                <a:gd name="connsiteX525" fmla="*/ 128778 w 190500"/>
                <a:gd name="connsiteY525" fmla="*/ 128206 h 161925"/>
                <a:gd name="connsiteX526" fmla="*/ 132302 w 190500"/>
                <a:gd name="connsiteY526" fmla="*/ 126016 h 161925"/>
                <a:gd name="connsiteX527" fmla="*/ 134683 w 190500"/>
                <a:gd name="connsiteY527" fmla="*/ 126492 h 161925"/>
                <a:gd name="connsiteX528" fmla="*/ 135255 w 190500"/>
                <a:gd name="connsiteY528" fmla="*/ 126492 h 161925"/>
                <a:gd name="connsiteX529" fmla="*/ 136779 w 190500"/>
                <a:gd name="connsiteY529" fmla="*/ 125063 h 161925"/>
                <a:gd name="connsiteX530" fmla="*/ 141065 w 190500"/>
                <a:gd name="connsiteY530" fmla="*/ 124111 h 161925"/>
                <a:gd name="connsiteX531" fmla="*/ 142399 w 190500"/>
                <a:gd name="connsiteY531" fmla="*/ 123063 h 161925"/>
                <a:gd name="connsiteX532" fmla="*/ 142875 w 190500"/>
                <a:gd name="connsiteY532" fmla="*/ 123063 h 161925"/>
                <a:gd name="connsiteX533" fmla="*/ 143542 w 190500"/>
                <a:gd name="connsiteY533" fmla="*/ 123539 h 161925"/>
                <a:gd name="connsiteX534" fmla="*/ 143542 w 190500"/>
                <a:gd name="connsiteY534" fmla="*/ 124206 h 161925"/>
                <a:gd name="connsiteX535" fmla="*/ 140113 w 190500"/>
                <a:gd name="connsiteY535" fmla="*/ 124492 h 161925"/>
                <a:gd name="connsiteX536" fmla="*/ 138303 w 190500"/>
                <a:gd name="connsiteY536" fmla="*/ 124968 h 161925"/>
                <a:gd name="connsiteX537" fmla="*/ 137446 w 190500"/>
                <a:gd name="connsiteY537" fmla="*/ 125539 h 161925"/>
                <a:gd name="connsiteX538" fmla="*/ 138208 w 190500"/>
                <a:gd name="connsiteY538" fmla="*/ 126302 h 161925"/>
                <a:gd name="connsiteX539" fmla="*/ 141732 w 190500"/>
                <a:gd name="connsiteY539" fmla="*/ 125444 h 161925"/>
                <a:gd name="connsiteX540" fmla="*/ 142875 w 190500"/>
                <a:gd name="connsiteY540" fmla="*/ 126492 h 161925"/>
                <a:gd name="connsiteX541" fmla="*/ 143923 w 190500"/>
                <a:gd name="connsiteY541" fmla="*/ 125825 h 161925"/>
                <a:gd name="connsiteX542" fmla="*/ 144780 w 190500"/>
                <a:gd name="connsiteY542" fmla="*/ 124968 h 161925"/>
                <a:gd name="connsiteX543" fmla="*/ 145066 w 190500"/>
                <a:gd name="connsiteY543" fmla="*/ 123920 h 161925"/>
                <a:gd name="connsiteX544" fmla="*/ 144589 w 190500"/>
                <a:gd name="connsiteY544" fmla="*/ 123063 h 161925"/>
                <a:gd name="connsiteX545" fmla="*/ 146685 w 190500"/>
                <a:gd name="connsiteY545" fmla="*/ 118586 h 161925"/>
                <a:gd name="connsiteX546" fmla="*/ 148114 w 190500"/>
                <a:gd name="connsiteY546" fmla="*/ 116872 h 161925"/>
                <a:gd name="connsiteX547" fmla="*/ 149543 w 190500"/>
                <a:gd name="connsiteY547" fmla="*/ 117253 h 161925"/>
                <a:gd name="connsiteX548" fmla="*/ 150019 w 190500"/>
                <a:gd name="connsiteY548" fmla="*/ 117253 h 161925"/>
                <a:gd name="connsiteX549" fmla="*/ 150495 w 190500"/>
                <a:gd name="connsiteY549" fmla="*/ 116491 h 161925"/>
                <a:gd name="connsiteX550" fmla="*/ 151162 w 190500"/>
                <a:gd name="connsiteY550" fmla="*/ 116300 h 161925"/>
                <a:gd name="connsiteX551" fmla="*/ 152114 w 190500"/>
                <a:gd name="connsiteY551" fmla="*/ 116396 h 161925"/>
                <a:gd name="connsiteX552" fmla="*/ 153353 w 190500"/>
                <a:gd name="connsiteY552" fmla="*/ 116110 h 161925"/>
                <a:gd name="connsiteX553" fmla="*/ 151447 w 190500"/>
                <a:gd name="connsiteY553" fmla="*/ 109156 h 161925"/>
                <a:gd name="connsiteX554" fmla="*/ 150876 w 190500"/>
                <a:gd name="connsiteY554" fmla="*/ 108109 h 161925"/>
                <a:gd name="connsiteX555" fmla="*/ 150114 w 190500"/>
                <a:gd name="connsiteY555" fmla="*/ 108585 h 161925"/>
                <a:gd name="connsiteX556" fmla="*/ 150114 w 190500"/>
                <a:gd name="connsiteY556" fmla="*/ 109728 h 161925"/>
                <a:gd name="connsiteX557" fmla="*/ 150590 w 190500"/>
                <a:gd name="connsiteY557" fmla="*/ 111823 h 161925"/>
                <a:gd name="connsiteX558" fmla="*/ 150781 w 190500"/>
                <a:gd name="connsiteY558" fmla="*/ 114014 h 161925"/>
                <a:gd name="connsiteX559" fmla="*/ 150686 w 190500"/>
                <a:gd name="connsiteY559" fmla="*/ 114681 h 161925"/>
                <a:gd name="connsiteX560" fmla="*/ 150019 w 190500"/>
                <a:gd name="connsiteY560" fmla="*/ 115538 h 161925"/>
                <a:gd name="connsiteX561" fmla="*/ 149066 w 190500"/>
                <a:gd name="connsiteY561" fmla="*/ 114871 h 161925"/>
                <a:gd name="connsiteX562" fmla="*/ 147828 w 190500"/>
                <a:gd name="connsiteY562" fmla="*/ 114586 h 161925"/>
                <a:gd name="connsiteX563" fmla="*/ 146685 w 190500"/>
                <a:gd name="connsiteY563" fmla="*/ 114490 h 161925"/>
                <a:gd name="connsiteX564" fmla="*/ 146209 w 190500"/>
                <a:gd name="connsiteY564" fmla="*/ 114681 h 161925"/>
                <a:gd name="connsiteX565" fmla="*/ 146018 w 190500"/>
                <a:gd name="connsiteY565" fmla="*/ 114205 h 161925"/>
                <a:gd name="connsiteX566" fmla="*/ 145542 w 190500"/>
                <a:gd name="connsiteY566" fmla="*/ 113729 h 161925"/>
                <a:gd name="connsiteX567" fmla="*/ 145161 w 190500"/>
                <a:gd name="connsiteY567" fmla="*/ 113157 h 161925"/>
                <a:gd name="connsiteX568" fmla="*/ 145352 w 190500"/>
                <a:gd name="connsiteY568" fmla="*/ 112395 h 161925"/>
                <a:gd name="connsiteX569" fmla="*/ 145923 w 190500"/>
                <a:gd name="connsiteY569" fmla="*/ 111919 h 161925"/>
                <a:gd name="connsiteX570" fmla="*/ 146971 w 190500"/>
                <a:gd name="connsiteY570" fmla="*/ 111252 h 161925"/>
                <a:gd name="connsiteX571" fmla="*/ 147352 w 190500"/>
                <a:gd name="connsiteY571" fmla="*/ 110871 h 161925"/>
                <a:gd name="connsiteX572" fmla="*/ 147542 w 190500"/>
                <a:gd name="connsiteY572" fmla="*/ 110204 h 161925"/>
                <a:gd name="connsiteX573" fmla="*/ 147638 w 190500"/>
                <a:gd name="connsiteY573" fmla="*/ 108680 h 161925"/>
                <a:gd name="connsiteX574" fmla="*/ 147923 w 190500"/>
                <a:gd name="connsiteY574" fmla="*/ 108109 h 161925"/>
                <a:gd name="connsiteX575" fmla="*/ 148304 w 190500"/>
                <a:gd name="connsiteY575" fmla="*/ 107823 h 161925"/>
                <a:gd name="connsiteX576" fmla="*/ 148876 w 190500"/>
                <a:gd name="connsiteY576" fmla="*/ 107823 h 161925"/>
                <a:gd name="connsiteX577" fmla="*/ 149352 w 190500"/>
                <a:gd name="connsiteY577" fmla="*/ 107632 h 161925"/>
                <a:gd name="connsiteX578" fmla="*/ 149543 w 190500"/>
                <a:gd name="connsiteY578" fmla="*/ 107156 h 161925"/>
                <a:gd name="connsiteX579" fmla="*/ 149923 w 190500"/>
                <a:gd name="connsiteY579" fmla="*/ 106871 h 161925"/>
                <a:gd name="connsiteX580" fmla="*/ 150590 w 190500"/>
                <a:gd name="connsiteY580" fmla="*/ 106871 h 161925"/>
                <a:gd name="connsiteX581" fmla="*/ 151352 w 190500"/>
                <a:gd name="connsiteY581" fmla="*/ 106775 h 161925"/>
                <a:gd name="connsiteX582" fmla="*/ 151733 w 190500"/>
                <a:gd name="connsiteY582" fmla="*/ 106013 h 161925"/>
                <a:gd name="connsiteX583" fmla="*/ 151638 w 190500"/>
                <a:gd name="connsiteY583" fmla="*/ 105442 h 161925"/>
                <a:gd name="connsiteX584" fmla="*/ 151257 w 190500"/>
                <a:gd name="connsiteY584" fmla="*/ 104680 h 161925"/>
                <a:gd name="connsiteX585" fmla="*/ 151162 w 190500"/>
                <a:gd name="connsiteY585" fmla="*/ 104013 h 161925"/>
                <a:gd name="connsiteX586" fmla="*/ 151447 w 190500"/>
                <a:gd name="connsiteY586" fmla="*/ 101155 h 161925"/>
                <a:gd name="connsiteX587" fmla="*/ 152114 w 190500"/>
                <a:gd name="connsiteY587" fmla="*/ 98679 h 161925"/>
                <a:gd name="connsiteX588" fmla="*/ 153067 w 190500"/>
                <a:gd name="connsiteY588" fmla="*/ 96583 h 161925"/>
                <a:gd name="connsiteX589" fmla="*/ 154400 w 190500"/>
                <a:gd name="connsiteY589" fmla="*/ 94774 h 161925"/>
                <a:gd name="connsiteX590" fmla="*/ 155638 w 190500"/>
                <a:gd name="connsiteY590" fmla="*/ 93440 h 161925"/>
                <a:gd name="connsiteX591" fmla="*/ 156020 w 190500"/>
                <a:gd name="connsiteY591" fmla="*/ 92678 h 161925"/>
                <a:gd name="connsiteX592" fmla="*/ 156210 w 190500"/>
                <a:gd name="connsiteY592" fmla="*/ 89630 h 161925"/>
                <a:gd name="connsiteX593" fmla="*/ 157163 w 190500"/>
                <a:gd name="connsiteY593" fmla="*/ 85535 h 161925"/>
                <a:gd name="connsiteX594" fmla="*/ 156686 w 190500"/>
                <a:gd name="connsiteY594" fmla="*/ 85535 h 161925"/>
                <a:gd name="connsiteX595" fmla="*/ 155638 w 190500"/>
                <a:gd name="connsiteY595" fmla="*/ 89535 h 161925"/>
                <a:gd name="connsiteX596" fmla="*/ 154972 w 190500"/>
                <a:gd name="connsiteY596" fmla="*/ 90773 h 161925"/>
                <a:gd name="connsiteX597" fmla="*/ 155162 w 190500"/>
                <a:gd name="connsiteY597" fmla="*/ 88106 h 161925"/>
                <a:gd name="connsiteX598" fmla="*/ 154972 w 190500"/>
                <a:gd name="connsiteY598" fmla="*/ 87344 h 161925"/>
                <a:gd name="connsiteX599" fmla="*/ 154305 w 190500"/>
                <a:gd name="connsiteY599" fmla="*/ 86392 h 161925"/>
                <a:gd name="connsiteX600" fmla="*/ 153924 w 190500"/>
                <a:gd name="connsiteY600" fmla="*/ 86487 h 161925"/>
                <a:gd name="connsiteX601" fmla="*/ 153448 w 190500"/>
                <a:gd name="connsiteY601" fmla="*/ 87058 h 161925"/>
                <a:gd name="connsiteX602" fmla="*/ 152590 w 190500"/>
                <a:gd name="connsiteY602" fmla="*/ 87344 h 161925"/>
                <a:gd name="connsiteX603" fmla="*/ 151257 w 190500"/>
                <a:gd name="connsiteY603" fmla="*/ 87058 h 161925"/>
                <a:gd name="connsiteX604" fmla="*/ 150400 w 190500"/>
                <a:gd name="connsiteY604" fmla="*/ 86296 h 161925"/>
                <a:gd name="connsiteX605" fmla="*/ 149828 w 190500"/>
                <a:gd name="connsiteY605" fmla="*/ 85249 h 161925"/>
                <a:gd name="connsiteX606" fmla="*/ 148971 w 190500"/>
                <a:gd name="connsiteY606" fmla="*/ 84391 h 161925"/>
                <a:gd name="connsiteX607" fmla="*/ 148971 w 190500"/>
                <a:gd name="connsiteY607" fmla="*/ 83915 h 161925"/>
                <a:gd name="connsiteX608" fmla="*/ 149828 w 190500"/>
                <a:gd name="connsiteY608" fmla="*/ 84106 h 161925"/>
                <a:gd name="connsiteX609" fmla="*/ 150400 w 190500"/>
                <a:gd name="connsiteY609" fmla="*/ 84677 h 161925"/>
                <a:gd name="connsiteX610" fmla="*/ 150781 w 190500"/>
                <a:gd name="connsiteY610" fmla="*/ 85249 h 161925"/>
                <a:gd name="connsiteX611" fmla="*/ 151447 w 190500"/>
                <a:gd name="connsiteY611" fmla="*/ 85535 h 161925"/>
                <a:gd name="connsiteX612" fmla="*/ 154210 w 190500"/>
                <a:gd name="connsiteY612" fmla="*/ 85535 h 161925"/>
                <a:gd name="connsiteX613" fmla="*/ 154591 w 190500"/>
                <a:gd name="connsiteY613" fmla="*/ 85344 h 161925"/>
                <a:gd name="connsiteX614" fmla="*/ 156115 w 190500"/>
                <a:gd name="connsiteY614" fmla="*/ 84391 h 161925"/>
                <a:gd name="connsiteX615" fmla="*/ 156686 w 190500"/>
                <a:gd name="connsiteY615" fmla="*/ 84963 h 161925"/>
                <a:gd name="connsiteX616" fmla="*/ 157067 w 190500"/>
                <a:gd name="connsiteY616" fmla="*/ 85058 h 161925"/>
                <a:gd name="connsiteX617" fmla="*/ 157734 w 190500"/>
                <a:gd name="connsiteY617" fmla="*/ 83248 h 161925"/>
                <a:gd name="connsiteX618" fmla="*/ 159163 w 190500"/>
                <a:gd name="connsiteY618" fmla="*/ 81344 h 161925"/>
                <a:gd name="connsiteX619" fmla="*/ 160306 w 190500"/>
                <a:gd name="connsiteY619" fmla="*/ 78772 h 161925"/>
                <a:gd name="connsiteX620" fmla="*/ 161258 w 190500"/>
                <a:gd name="connsiteY620" fmla="*/ 75914 h 161925"/>
                <a:gd name="connsiteX621" fmla="*/ 161544 w 190500"/>
                <a:gd name="connsiteY621" fmla="*/ 73247 h 161925"/>
                <a:gd name="connsiteX622" fmla="*/ 161925 w 190500"/>
                <a:gd name="connsiteY622" fmla="*/ 71914 h 161925"/>
                <a:gd name="connsiteX623" fmla="*/ 163925 w 190500"/>
                <a:gd name="connsiteY623" fmla="*/ 71247 h 161925"/>
                <a:gd name="connsiteX624" fmla="*/ 164878 w 190500"/>
                <a:gd name="connsiteY624" fmla="*/ 70009 h 161925"/>
                <a:gd name="connsiteX625" fmla="*/ 164687 w 190500"/>
                <a:gd name="connsiteY625" fmla="*/ 68961 h 161925"/>
                <a:gd name="connsiteX626" fmla="*/ 164306 w 190500"/>
                <a:gd name="connsiteY626" fmla="*/ 67437 h 161925"/>
                <a:gd name="connsiteX627" fmla="*/ 164211 w 190500"/>
                <a:gd name="connsiteY627" fmla="*/ 66008 h 161925"/>
                <a:gd name="connsiteX628" fmla="*/ 165163 w 190500"/>
                <a:gd name="connsiteY628" fmla="*/ 65437 h 161925"/>
                <a:gd name="connsiteX629" fmla="*/ 165449 w 190500"/>
                <a:gd name="connsiteY629" fmla="*/ 65056 h 161925"/>
                <a:gd name="connsiteX630" fmla="*/ 166211 w 190500"/>
                <a:gd name="connsiteY630" fmla="*/ 63532 h 161925"/>
                <a:gd name="connsiteX631" fmla="*/ 166497 w 190500"/>
                <a:gd name="connsiteY631" fmla="*/ 63055 h 161925"/>
                <a:gd name="connsiteX632" fmla="*/ 167069 w 190500"/>
                <a:gd name="connsiteY632" fmla="*/ 62960 h 161925"/>
                <a:gd name="connsiteX633" fmla="*/ 168593 w 190500"/>
                <a:gd name="connsiteY633" fmla="*/ 63151 h 161925"/>
                <a:gd name="connsiteX634" fmla="*/ 169164 w 190500"/>
                <a:gd name="connsiteY634" fmla="*/ 63055 h 161925"/>
                <a:gd name="connsiteX635" fmla="*/ 170212 w 190500"/>
                <a:gd name="connsiteY635" fmla="*/ 62579 h 161925"/>
                <a:gd name="connsiteX636" fmla="*/ 171260 w 190500"/>
                <a:gd name="connsiteY636" fmla="*/ 61913 h 161925"/>
                <a:gd name="connsiteX637" fmla="*/ 171736 w 190500"/>
                <a:gd name="connsiteY637" fmla="*/ 61055 h 161925"/>
                <a:gd name="connsiteX638" fmla="*/ 171450 w 190500"/>
                <a:gd name="connsiteY638" fmla="*/ 60103 h 161925"/>
                <a:gd name="connsiteX639" fmla="*/ 171450 w 190500"/>
                <a:gd name="connsiteY639" fmla="*/ 59627 h 161925"/>
                <a:gd name="connsiteX640" fmla="*/ 172403 w 190500"/>
                <a:gd name="connsiteY640" fmla="*/ 59341 h 161925"/>
                <a:gd name="connsiteX641" fmla="*/ 173450 w 190500"/>
                <a:gd name="connsiteY641" fmla="*/ 58483 h 161925"/>
                <a:gd name="connsiteX642" fmla="*/ 174307 w 190500"/>
                <a:gd name="connsiteY642" fmla="*/ 57340 h 161925"/>
                <a:gd name="connsiteX643" fmla="*/ 174688 w 190500"/>
                <a:gd name="connsiteY643" fmla="*/ 56483 h 161925"/>
                <a:gd name="connsiteX644" fmla="*/ 174784 w 190500"/>
                <a:gd name="connsiteY644" fmla="*/ 54578 h 161925"/>
                <a:gd name="connsiteX645" fmla="*/ 175165 w 190500"/>
                <a:gd name="connsiteY645" fmla="*/ 53530 h 161925"/>
                <a:gd name="connsiteX646" fmla="*/ 176308 w 190500"/>
                <a:gd name="connsiteY646" fmla="*/ 51530 h 161925"/>
                <a:gd name="connsiteX647" fmla="*/ 175641 w 190500"/>
                <a:gd name="connsiteY647" fmla="*/ 50768 h 161925"/>
                <a:gd name="connsiteX648" fmla="*/ 174879 w 190500"/>
                <a:gd name="connsiteY648" fmla="*/ 48578 h 161925"/>
                <a:gd name="connsiteX649" fmla="*/ 174117 w 190500"/>
                <a:gd name="connsiteY649" fmla="*/ 47530 h 161925"/>
                <a:gd name="connsiteX650" fmla="*/ 175070 w 190500"/>
                <a:gd name="connsiteY650" fmla="*/ 46577 h 161925"/>
                <a:gd name="connsiteX651" fmla="*/ 176689 w 190500"/>
                <a:gd name="connsiteY651" fmla="*/ 45815 h 161925"/>
                <a:gd name="connsiteX652" fmla="*/ 178403 w 190500"/>
                <a:gd name="connsiteY652" fmla="*/ 45720 h 161925"/>
                <a:gd name="connsiteX653" fmla="*/ 179641 w 190500"/>
                <a:gd name="connsiteY653" fmla="*/ 46863 h 161925"/>
                <a:gd name="connsiteX654" fmla="*/ 177927 w 190500"/>
                <a:gd name="connsiteY654" fmla="*/ 46958 h 161925"/>
                <a:gd name="connsiteX655" fmla="*/ 176689 w 190500"/>
                <a:gd name="connsiteY655" fmla="*/ 47339 h 161925"/>
                <a:gd name="connsiteX656" fmla="*/ 176117 w 190500"/>
                <a:gd name="connsiteY656" fmla="*/ 48387 h 161925"/>
                <a:gd name="connsiteX657" fmla="*/ 176308 w 190500"/>
                <a:gd name="connsiteY657" fmla="*/ 50387 h 161925"/>
                <a:gd name="connsiteX658" fmla="*/ 176974 w 190500"/>
                <a:gd name="connsiteY658" fmla="*/ 51721 h 161925"/>
                <a:gd name="connsiteX659" fmla="*/ 178022 w 190500"/>
                <a:gd name="connsiteY659" fmla="*/ 52673 h 161925"/>
                <a:gd name="connsiteX660" fmla="*/ 179261 w 190500"/>
                <a:gd name="connsiteY660" fmla="*/ 53149 h 161925"/>
                <a:gd name="connsiteX661" fmla="*/ 180689 w 190500"/>
                <a:gd name="connsiteY661" fmla="*/ 52673 h 161925"/>
                <a:gd name="connsiteX662" fmla="*/ 181642 w 190500"/>
                <a:gd name="connsiteY662" fmla="*/ 51816 h 161925"/>
                <a:gd name="connsiteX663" fmla="*/ 183642 w 190500"/>
                <a:gd name="connsiteY663" fmla="*/ 49054 h 161925"/>
                <a:gd name="connsiteX664" fmla="*/ 187833 w 190500"/>
                <a:gd name="connsiteY664" fmla="*/ 44577 h 161925"/>
                <a:gd name="connsiteX665" fmla="*/ 188786 w 190500"/>
                <a:gd name="connsiteY665" fmla="*/ 44196 h 161925"/>
                <a:gd name="connsiteX666" fmla="*/ 190024 w 190500"/>
                <a:gd name="connsiteY666" fmla="*/ 44005 h 161925"/>
                <a:gd name="connsiteX667" fmla="*/ 191357 w 190500"/>
                <a:gd name="connsiteY667" fmla="*/ 44101 h 161925"/>
                <a:gd name="connsiteX668" fmla="*/ 192214 w 190500"/>
                <a:gd name="connsiteY668" fmla="*/ 44577 h 161925"/>
                <a:gd name="connsiteX669" fmla="*/ 193357 w 190500"/>
                <a:gd name="connsiteY669" fmla="*/ 4410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</a:cxnLst>
              <a:rect l="l" t="t" r="r" b="b"/>
              <a:pathLst>
                <a:path w="190500" h="161925">
                  <a:moveTo>
                    <a:pt x="191929" y="41053"/>
                  </a:moveTo>
                  <a:lnTo>
                    <a:pt x="191453" y="40577"/>
                  </a:lnTo>
                  <a:lnTo>
                    <a:pt x="190310" y="40291"/>
                  </a:lnTo>
                  <a:lnTo>
                    <a:pt x="190119" y="39719"/>
                  </a:lnTo>
                  <a:lnTo>
                    <a:pt x="190595" y="37338"/>
                  </a:lnTo>
                  <a:lnTo>
                    <a:pt x="190310" y="35052"/>
                  </a:lnTo>
                  <a:lnTo>
                    <a:pt x="189262" y="30099"/>
                  </a:lnTo>
                  <a:lnTo>
                    <a:pt x="188786" y="25241"/>
                  </a:lnTo>
                  <a:lnTo>
                    <a:pt x="185356" y="14288"/>
                  </a:lnTo>
                  <a:lnTo>
                    <a:pt x="184213" y="12859"/>
                  </a:lnTo>
                  <a:lnTo>
                    <a:pt x="182975" y="13906"/>
                  </a:lnTo>
                  <a:lnTo>
                    <a:pt x="182308" y="13430"/>
                  </a:lnTo>
                  <a:lnTo>
                    <a:pt x="182118" y="13526"/>
                  </a:lnTo>
                  <a:lnTo>
                    <a:pt x="182023" y="13716"/>
                  </a:lnTo>
                  <a:lnTo>
                    <a:pt x="181832" y="13906"/>
                  </a:lnTo>
                  <a:lnTo>
                    <a:pt x="180213" y="14097"/>
                  </a:lnTo>
                  <a:lnTo>
                    <a:pt x="173641" y="12954"/>
                  </a:lnTo>
                  <a:lnTo>
                    <a:pt x="172593" y="12192"/>
                  </a:lnTo>
                  <a:lnTo>
                    <a:pt x="170879" y="9811"/>
                  </a:lnTo>
                  <a:lnTo>
                    <a:pt x="168593" y="8477"/>
                  </a:lnTo>
                  <a:lnTo>
                    <a:pt x="167449" y="7525"/>
                  </a:lnTo>
                  <a:lnTo>
                    <a:pt x="165449" y="857"/>
                  </a:lnTo>
                  <a:lnTo>
                    <a:pt x="164878" y="0"/>
                  </a:lnTo>
                  <a:lnTo>
                    <a:pt x="164306" y="762"/>
                  </a:lnTo>
                  <a:lnTo>
                    <a:pt x="162782" y="4001"/>
                  </a:lnTo>
                  <a:lnTo>
                    <a:pt x="161830" y="4667"/>
                  </a:lnTo>
                  <a:lnTo>
                    <a:pt x="158972" y="4477"/>
                  </a:lnTo>
                  <a:lnTo>
                    <a:pt x="158115" y="4763"/>
                  </a:lnTo>
                  <a:lnTo>
                    <a:pt x="156210" y="7144"/>
                  </a:lnTo>
                  <a:lnTo>
                    <a:pt x="155924" y="8001"/>
                  </a:lnTo>
                  <a:lnTo>
                    <a:pt x="156400" y="8954"/>
                  </a:lnTo>
                  <a:lnTo>
                    <a:pt x="156400" y="9525"/>
                  </a:lnTo>
                  <a:lnTo>
                    <a:pt x="156210" y="10478"/>
                  </a:lnTo>
                  <a:lnTo>
                    <a:pt x="156305" y="11239"/>
                  </a:lnTo>
                  <a:lnTo>
                    <a:pt x="156972" y="11621"/>
                  </a:lnTo>
                  <a:lnTo>
                    <a:pt x="158687" y="12097"/>
                  </a:lnTo>
                  <a:lnTo>
                    <a:pt x="159163" y="13240"/>
                  </a:lnTo>
                  <a:lnTo>
                    <a:pt x="159353" y="14669"/>
                  </a:lnTo>
                  <a:lnTo>
                    <a:pt x="160496" y="16288"/>
                  </a:lnTo>
                  <a:lnTo>
                    <a:pt x="160020" y="16954"/>
                  </a:lnTo>
                  <a:lnTo>
                    <a:pt x="160115" y="17431"/>
                  </a:lnTo>
                  <a:lnTo>
                    <a:pt x="160306" y="18097"/>
                  </a:lnTo>
                  <a:lnTo>
                    <a:pt x="160496" y="18860"/>
                  </a:lnTo>
                  <a:lnTo>
                    <a:pt x="160211" y="19621"/>
                  </a:lnTo>
                  <a:lnTo>
                    <a:pt x="159639" y="20098"/>
                  </a:lnTo>
                  <a:lnTo>
                    <a:pt x="159068" y="20383"/>
                  </a:lnTo>
                  <a:lnTo>
                    <a:pt x="158877" y="20003"/>
                  </a:lnTo>
                  <a:lnTo>
                    <a:pt x="158496" y="18574"/>
                  </a:lnTo>
                  <a:lnTo>
                    <a:pt x="157067" y="15526"/>
                  </a:lnTo>
                  <a:lnTo>
                    <a:pt x="156686" y="13906"/>
                  </a:lnTo>
                  <a:lnTo>
                    <a:pt x="155734" y="15145"/>
                  </a:lnTo>
                  <a:lnTo>
                    <a:pt x="154686" y="14859"/>
                  </a:lnTo>
                  <a:lnTo>
                    <a:pt x="153448" y="13906"/>
                  </a:lnTo>
                  <a:lnTo>
                    <a:pt x="152305" y="13335"/>
                  </a:lnTo>
                  <a:lnTo>
                    <a:pt x="152305" y="12763"/>
                  </a:lnTo>
                  <a:lnTo>
                    <a:pt x="152876" y="12763"/>
                  </a:lnTo>
                  <a:lnTo>
                    <a:pt x="152876" y="12192"/>
                  </a:lnTo>
                  <a:lnTo>
                    <a:pt x="150304" y="11906"/>
                  </a:lnTo>
                  <a:lnTo>
                    <a:pt x="148209" y="11144"/>
                  </a:lnTo>
                  <a:lnTo>
                    <a:pt x="145161" y="9620"/>
                  </a:lnTo>
                  <a:lnTo>
                    <a:pt x="144589" y="9811"/>
                  </a:lnTo>
                  <a:lnTo>
                    <a:pt x="141256" y="7048"/>
                  </a:lnTo>
                  <a:lnTo>
                    <a:pt x="140779" y="7811"/>
                  </a:lnTo>
                  <a:lnTo>
                    <a:pt x="140684" y="8477"/>
                  </a:lnTo>
                  <a:lnTo>
                    <a:pt x="140779" y="10192"/>
                  </a:lnTo>
                  <a:lnTo>
                    <a:pt x="140875" y="10478"/>
                  </a:lnTo>
                  <a:lnTo>
                    <a:pt x="141256" y="12668"/>
                  </a:lnTo>
                  <a:lnTo>
                    <a:pt x="141256" y="12763"/>
                  </a:lnTo>
                  <a:lnTo>
                    <a:pt x="141541" y="13716"/>
                  </a:lnTo>
                  <a:lnTo>
                    <a:pt x="141922" y="14478"/>
                  </a:lnTo>
                  <a:lnTo>
                    <a:pt x="142399" y="14954"/>
                  </a:lnTo>
                  <a:lnTo>
                    <a:pt x="143161" y="15145"/>
                  </a:lnTo>
                  <a:lnTo>
                    <a:pt x="143351" y="15526"/>
                  </a:lnTo>
                  <a:lnTo>
                    <a:pt x="143828" y="17431"/>
                  </a:lnTo>
                  <a:lnTo>
                    <a:pt x="144018" y="18002"/>
                  </a:lnTo>
                  <a:lnTo>
                    <a:pt x="144018" y="18574"/>
                  </a:lnTo>
                  <a:lnTo>
                    <a:pt x="143542" y="18574"/>
                  </a:lnTo>
                  <a:lnTo>
                    <a:pt x="143542" y="19145"/>
                  </a:lnTo>
                  <a:lnTo>
                    <a:pt x="143732" y="19431"/>
                  </a:lnTo>
                  <a:lnTo>
                    <a:pt x="143828" y="19621"/>
                  </a:lnTo>
                  <a:lnTo>
                    <a:pt x="144018" y="20288"/>
                  </a:lnTo>
                  <a:lnTo>
                    <a:pt x="143542" y="20288"/>
                  </a:lnTo>
                  <a:lnTo>
                    <a:pt x="143161" y="19240"/>
                  </a:lnTo>
                  <a:lnTo>
                    <a:pt x="142875" y="16859"/>
                  </a:lnTo>
                  <a:lnTo>
                    <a:pt x="142399" y="15621"/>
                  </a:lnTo>
                  <a:lnTo>
                    <a:pt x="140684" y="14097"/>
                  </a:lnTo>
                  <a:lnTo>
                    <a:pt x="140113" y="13240"/>
                  </a:lnTo>
                  <a:lnTo>
                    <a:pt x="140779" y="12192"/>
                  </a:lnTo>
                  <a:lnTo>
                    <a:pt x="140779" y="11621"/>
                  </a:lnTo>
                  <a:lnTo>
                    <a:pt x="140113" y="10573"/>
                  </a:lnTo>
                  <a:lnTo>
                    <a:pt x="139351" y="9620"/>
                  </a:lnTo>
                  <a:lnTo>
                    <a:pt x="138208" y="8954"/>
                  </a:lnTo>
                  <a:lnTo>
                    <a:pt x="136684" y="8668"/>
                  </a:lnTo>
                  <a:lnTo>
                    <a:pt x="136017" y="9049"/>
                  </a:lnTo>
                  <a:lnTo>
                    <a:pt x="134303" y="10573"/>
                  </a:lnTo>
                  <a:lnTo>
                    <a:pt x="133064" y="11049"/>
                  </a:lnTo>
                  <a:lnTo>
                    <a:pt x="131540" y="11049"/>
                  </a:lnTo>
                  <a:lnTo>
                    <a:pt x="130302" y="10573"/>
                  </a:lnTo>
                  <a:lnTo>
                    <a:pt x="129254" y="10096"/>
                  </a:lnTo>
                  <a:lnTo>
                    <a:pt x="128397" y="9811"/>
                  </a:lnTo>
                  <a:lnTo>
                    <a:pt x="127349" y="9715"/>
                  </a:lnTo>
                  <a:lnTo>
                    <a:pt x="124301" y="8763"/>
                  </a:lnTo>
                  <a:lnTo>
                    <a:pt x="123254" y="8191"/>
                  </a:lnTo>
                  <a:lnTo>
                    <a:pt x="122587" y="9144"/>
                  </a:lnTo>
                  <a:lnTo>
                    <a:pt x="121634" y="11811"/>
                  </a:lnTo>
                  <a:lnTo>
                    <a:pt x="121063" y="12763"/>
                  </a:lnTo>
                  <a:lnTo>
                    <a:pt x="119824" y="13716"/>
                  </a:lnTo>
                  <a:lnTo>
                    <a:pt x="116110" y="15145"/>
                  </a:lnTo>
                  <a:lnTo>
                    <a:pt x="119063" y="15335"/>
                  </a:lnTo>
                  <a:lnTo>
                    <a:pt x="119920" y="15145"/>
                  </a:lnTo>
                  <a:lnTo>
                    <a:pt x="120491" y="14764"/>
                  </a:lnTo>
                  <a:lnTo>
                    <a:pt x="121729" y="13621"/>
                  </a:lnTo>
                  <a:lnTo>
                    <a:pt x="122587" y="13335"/>
                  </a:lnTo>
                  <a:lnTo>
                    <a:pt x="121634" y="14097"/>
                  </a:lnTo>
                  <a:lnTo>
                    <a:pt x="120491" y="16002"/>
                  </a:lnTo>
                  <a:lnTo>
                    <a:pt x="119444" y="16859"/>
                  </a:lnTo>
                  <a:lnTo>
                    <a:pt x="118872" y="16097"/>
                  </a:lnTo>
                  <a:lnTo>
                    <a:pt x="117824" y="15716"/>
                  </a:lnTo>
                  <a:lnTo>
                    <a:pt x="116777" y="15621"/>
                  </a:lnTo>
                  <a:lnTo>
                    <a:pt x="116110" y="15621"/>
                  </a:lnTo>
                  <a:lnTo>
                    <a:pt x="114681" y="16097"/>
                  </a:lnTo>
                  <a:lnTo>
                    <a:pt x="111728" y="17431"/>
                  </a:lnTo>
                  <a:lnTo>
                    <a:pt x="111823" y="18860"/>
                  </a:lnTo>
                  <a:lnTo>
                    <a:pt x="110776" y="19526"/>
                  </a:lnTo>
                  <a:lnTo>
                    <a:pt x="110014" y="20193"/>
                  </a:lnTo>
                  <a:lnTo>
                    <a:pt x="111157" y="20955"/>
                  </a:lnTo>
                  <a:lnTo>
                    <a:pt x="111157" y="21431"/>
                  </a:lnTo>
                  <a:lnTo>
                    <a:pt x="109919" y="21812"/>
                  </a:lnTo>
                  <a:lnTo>
                    <a:pt x="108585" y="21527"/>
                  </a:lnTo>
                  <a:lnTo>
                    <a:pt x="107442" y="20764"/>
                  </a:lnTo>
                  <a:lnTo>
                    <a:pt x="106775" y="19717"/>
                  </a:lnTo>
                  <a:lnTo>
                    <a:pt x="108680" y="19621"/>
                  </a:lnTo>
                  <a:lnTo>
                    <a:pt x="108490" y="18193"/>
                  </a:lnTo>
                  <a:lnTo>
                    <a:pt x="107252" y="16669"/>
                  </a:lnTo>
                  <a:lnTo>
                    <a:pt x="106204" y="15621"/>
                  </a:lnTo>
                  <a:lnTo>
                    <a:pt x="106013" y="15335"/>
                  </a:lnTo>
                  <a:lnTo>
                    <a:pt x="106108" y="14954"/>
                  </a:lnTo>
                  <a:lnTo>
                    <a:pt x="106108" y="14669"/>
                  </a:lnTo>
                  <a:lnTo>
                    <a:pt x="105442" y="14478"/>
                  </a:lnTo>
                  <a:lnTo>
                    <a:pt x="105156" y="14669"/>
                  </a:lnTo>
                  <a:lnTo>
                    <a:pt x="105061" y="15049"/>
                  </a:lnTo>
                  <a:lnTo>
                    <a:pt x="104775" y="15145"/>
                  </a:lnTo>
                  <a:lnTo>
                    <a:pt x="104299" y="14859"/>
                  </a:lnTo>
                  <a:lnTo>
                    <a:pt x="103822" y="14669"/>
                  </a:lnTo>
                  <a:lnTo>
                    <a:pt x="102298" y="15145"/>
                  </a:lnTo>
                  <a:lnTo>
                    <a:pt x="101346" y="15145"/>
                  </a:lnTo>
                  <a:lnTo>
                    <a:pt x="101060" y="16573"/>
                  </a:lnTo>
                  <a:lnTo>
                    <a:pt x="100298" y="17812"/>
                  </a:lnTo>
                  <a:lnTo>
                    <a:pt x="99060" y="18860"/>
                  </a:lnTo>
                  <a:lnTo>
                    <a:pt x="97536" y="19717"/>
                  </a:lnTo>
                  <a:lnTo>
                    <a:pt x="97727" y="18669"/>
                  </a:lnTo>
                  <a:lnTo>
                    <a:pt x="97727" y="17336"/>
                  </a:lnTo>
                  <a:lnTo>
                    <a:pt x="97441" y="16097"/>
                  </a:lnTo>
                  <a:lnTo>
                    <a:pt x="96869" y="15145"/>
                  </a:lnTo>
                  <a:lnTo>
                    <a:pt x="95917" y="14573"/>
                  </a:lnTo>
                  <a:lnTo>
                    <a:pt x="95631" y="15430"/>
                  </a:lnTo>
                  <a:lnTo>
                    <a:pt x="95536" y="16764"/>
                  </a:lnTo>
                  <a:lnTo>
                    <a:pt x="95250" y="18002"/>
                  </a:lnTo>
                  <a:lnTo>
                    <a:pt x="91821" y="16002"/>
                  </a:lnTo>
                  <a:lnTo>
                    <a:pt x="89725" y="15716"/>
                  </a:lnTo>
                  <a:lnTo>
                    <a:pt x="88773" y="17431"/>
                  </a:lnTo>
                  <a:lnTo>
                    <a:pt x="88106" y="17431"/>
                  </a:lnTo>
                  <a:lnTo>
                    <a:pt x="88487" y="16764"/>
                  </a:lnTo>
                  <a:lnTo>
                    <a:pt x="88773" y="16288"/>
                  </a:lnTo>
                  <a:lnTo>
                    <a:pt x="88773" y="15621"/>
                  </a:lnTo>
                  <a:lnTo>
                    <a:pt x="88297" y="15145"/>
                  </a:lnTo>
                  <a:lnTo>
                    <a:pt x="88963" y="14002"/>
                  </a:lnTo>
                  <a:lnTo>
                    <a:pt x="88773" y="13335"/>
                  </a:lnTo>
                  <a:lnTo>
                    <a:pt x="88202" y="12954"/>
                  </a:lnTo>
                  <a:lnTo>
                    <a:pt x="87725" y="13049"/>
                  </a:lnTo>
                  <a:lnTo>
                    <a:pt x="87058" y="13335"/>
                  </a:lnTo>
                  <a:lnTo>
                    <a:pt x="85630" y="13240"/>
                  </a:lnTo>
                  <a:lnTo>
                    <a:pt x="84106" y="13240"/>
                  </a:lnTo>
                  <a:lnTo>
                    <a:pt x="82868" y="13716"/>
                  </a:lnTo>
                  <a:lnTo>
                    <a:pt x="82105" y="14478"/>
                  </a:lnTo>
                  <a:lnTo>
                    <a:pt x="81629" y="14478"/>
                  </a:lnTo>
                  <a:lnTo>
                    <a:pt x="80772" y="14002"/>
                  </a:lnTo>
                  <a:lnTo>
                    <a:pt x="79629" y="14002"/>
                  </a:lnTo>
                  <a:lnTo>
                    <a:pt x="78391" y="14478"/>
                  </a:lnTo>
                  <a:lnTo>
                    <a:pt x="77248" y="15145"/>
                  </a:lnTo>
                  <a:lnTo>
                    <a:pt x="72866" y="18002"/>
                  </a:lnTo>
                  <a:lnTo>
                    <a:pt x="72771" y="18860"/>
                  </a:lnTo>
                  <a:lnTo>
                    <a:pt x="73152" y="19812"/>
                  </a:lnTo>
                  <a:lnTo>
                    <a:pt x="73723" y="20288"/>
                  </a:lnTo>
                  <a:lnTo>
                    <a:pt x="73914" y="20003"/>
                  </a:lnTo>
                  <a:lnTo>
                    <a:pt x="74295" y="19526"/>
                  </a:lnTo>
                  <a:lnTo>
                    <a:pt x="74866" y="20003"/>
                  </a:lnTo>
                  <a:lnTo>
                    <a:pt x="75247" y="20860"/>
                  </a:lnTo>
                  <a:lnTo>
                    <a:pt x="75057" y="21431"/>
                  </a:lnTo>
                  <a:lnTo>
                    <a:pt x="72771" y="21336"/>
                  </a:lnTo>
                  <a:lnTo>
                    <a:pt x="71914" y="21907"/>
                  </a:lnTo>
                  <a:lnTo>
                    <a:pt x="72295" y="23813"/>
                  </a:lnTo>
                  <a:lnTo>
                    <a:pt x="73057" y="24384"/>
                  </a:lnTo>
                  <a:lnTo>
                    <a:pt x="77248" y="25527"/>
                  </a:lnTo>
                  <a:lnTo>
                    <a:pt x="77248" y="26098"/>
                  </a:lnTo>
                  <a:lnTo>
                    <a:pt x="75629" y="25908"/>
                  </a:lnTo>
                  <a:lnTo>
                    <a:pt x="74295" y="26194"/>
                  </a:lnTo>
                  <a:lnTo>
                    <a:pt x="73343" y="26289"/>
                  </a:lnTo>
                  <a:lnTo>
                    <a:pt x="72866" y="25527"/>
                  </a:lnTo>
                  <a:lnTo>
                    <a:pt x="71628" y="26098"/>
                  </a:lnTo>
                  <a:lnTo>
                    <a:pt x="70199" y="26479"/>
                  </a:lnTo>
                  <a:lnTo>
                    <a:pt x="69056" y="27051"/>
                  </a:lnTo>
                  <a:lnTo>
                    <a:pt x="68485" y="27908"/>
                  </a:lnTo>
                  <a:lnTo>
                    <a:pt x="67913" y="27908"/>
                  </a:lnTo>
                  <a:lnTo>
                    <a:pt x="67723" y="26575"/>
                  </a:lnTo>
                  <a:lnTo>
                    <a:pt x="67151" y="25241"/>
                  </a:lnTo>
                  <a:lnTo>
                    <a:pt x="66199" y="24574"/>
                  </a:lnTo>
                  <a:lnTo>
                    <a:pt x="64865" y="25241"/>
                  </a:lnTo>
                  <a:lnTo>
                    <a:pt x="63722" y="25527"/>
                  </a:lnTo>
                  <a:lnTo>
                    <a:pt x="62389" y="24860"/>
                  </a:lnTo>
                  <a:lnTo>
                    <a:pt x="60198" y="23241"/>
                  </a:lnTo>
                  <a:lnTo>
                    <a:pt x="57721" y="23146"/>
                  </a:lnTo>
                  <a:lnTo>
                    <a:pt x="56388" y="22955"/>
                  </a:lnTo>
                  <a:lnTo>
                    <a:pt x="55816" y="22288"/>
                  </a:lnTo>
                  <a:lnTo>
                    <a:pt x="55626" y="20669"/>
                  </a:lnTo>
                  <a:lnTo>
                    <a:pt x="55054" y="20479"/>
                  </a:lnTo>
                  <a:lnTo>
                    <a:pt x="53149" y="22098"/>
                  </a:lnTo>
                  <a:lnTo>
                    <a:pt x="52388" y="22288"/>
                  </a:lnTo>
                  <a:lnTo>
                    <a:pt x="51625" y="22288"/>
                  </a:lnTo>
                  <a:lnTo>
                    <a:pt x="51149" y="22479"/>
                  </a:lnTo>
                  <a:lnTo>
                    <a:pt x="50959" y="23527"/>
                  </a:lnTo>
                  <a:lnTo>
                    <a:pt x="50863" y="24479"/>
                  </a:lnTo>
                  <a:lnTo>
                    <a:pt x="50578" y="24955"/>
                  </a:lnTo>
                  <a:lnTo>
                    <a:pt x="49530" y="25813"/>
                  </a:lnTo>
                  <a:lnTo>
                    <a:pt x="49054" y="26098"/>
                  </a:lnTo>
                  <a:lnTo>
                    <a:pt x="48673" y="26098"/>
                  </a:lnTo>
                  <a:lnTo>
                    <a:pt x="48292" y="26098"/>
                  </a:lnTo>
                  <a:lnTo>
                    <a:pt x="47625" y="26670"/>
                  </a:lnTo>
                  <a:lnTo>
                    <a:pt x="47339" y="27051"/>
                  </a:lnTo>
                  <a:lnTo>
                    <a:pt x="46768" y="28004"/>
                  </a:lnTo>
                  <a:lnTo>
                    <a:pt x="46482" y="28385"/>
                  </a:lnTo>
                  <a:lnTo>
                    <a:pt x="45625" y="29051"/>
                  </a:lnTo>
                  <a:lnTo>
                    <a:pt x="44768" y="29528"/>
                  </a:lnTo>
                  <a:lnTo>
                    <a:pt x="44101" y="30289"/>
                  </a:lnTo>
                  <a:lnTo>
                    <a:pt x="43815" y="31623"/>
                  </a:lnTo>
                  <a:lnTo>
                    <a:pt x="44101" y="35623"/>
                  </a:lnTo>
                  <a:lnTo>
                    <a:pt x="43815" y="37147"/>
                  </a:lnTo>
                  <a:lnTo>
                    <a:pt x="44291" y="37147"/>
                  </a:lnTo>
                  <a:lnTo>
                    <a:pt x="44672" y="36671"/>
                  </a:lnTo>
                  <a:lnTo>
                    <a:pt x="45244" y="36195"/>
                  </a:lnTo>
                  <a:lnTo>
                    <a:pt x="46482" y="35338"/>
                  </a:lnTo>
                  <a:lnTo>
                    <a:pt x="47530" y="34957"/>
                  </a:lnTo>
                  <a:lnTo>
                    <a:pt x="49530" y="33909"/>
                  </a:lnTo>
                  <a:lnTo>
                    <a:pt x="51625" y="32576"/>
                  </a:lnTo>
                  <a:lnTo>
                    <a:pt x="52578" y="31337"/>
                  </a:lnTo>
                  <a:lnTo>
                    <a:pt x="53245" y="31623"/>
                  </a:lnTo>
                  <a:lnTo>
                    <a:pt x="53816" y="31813"/>
                  </a:lnTo>
                  <a:lnTo>
                    <a:pt x="54483" y="31909"/>
                  </a:lnTo>
                  <a:lnTo>
                    <a:pt x="55340" y="31909"/>
                  </a:lnTo>
                  <a:lnTo>
                    <a:pt x="54769" y="32671"/>
                  </a:lnTo>
                  <a:lnTo>
                    <a:pt x="54388" y="32861"/>
                  </a:lnTo>
                  <a:lnTo>
                    <a:pt x="53626" y="33052"/>
                  </a:lnTo>
                  <a:lnTo>
                    <a:pt x="53626" y="33623"/>
                  </a:lnTo>
                  <a:lnTo>
                    <a:pt x="54293" y="33623"/>
                  </a:lnTo>
                  <a:lnTo>
                    <a:pt x="54293" y="34195"/>
                  </a:lnTo>
                  <a:lnTo>
                    <a:pt x="52673" y="34385"/>
                  </a:lnTo>
                  <a:lnTo>
                    <a:pt x="53245" y="35433"/>
                  </a:lnTo>
                  <a:lnTo>
                    <a:pt x="54578" y="36957"/>
                  </a:lnTo>
                  <a:lnTo>
                    <a:pt x="55340" y="38290"/>
                  </a:lnTo>
                  <a:lnTo>
                    <a:pt x="54769" y="38290"/>
                  </a:lnTo>
                  <a:lnTo>
                    <a:pt x="53340" y="37147"/>
                  </a:lnTo>
                  <a:lnTo>
                    <a:pt x="52578" y="36766"/>
                  </a:lnTo>
                  <a:lnTo>
                    <a:pt x="51435" y="36576"/>
                  </a:lnTo>
                  <a:lnTo>
                    <a:pt x="50197" y="36671"/>
                  </a:lnTo>
                  <a:lnTo>
                    <a:pt x="48196" y="37243"/>
                  </a:lnTo>
                  <a:lnTo>
                    <a:pt x="47625" y="37147"/>
                  </a:lnTo>
                  <a:lnTo>
                    <a:pt x="47149" y="37624"/>
                  </a:lnTo>
                  <a:lnTo>
                    <a:pt x="47149" y="39338"/>
                  </a:lnTo>
                  <a:lnTo>
                    <a:pt x="46101" y="41053"/>
                  </a:lnTo>
                  <a:lnTo>
                    <a:pt x="43244" y="43434"/>
                  </a:lnTo>
                  <a:lnTo>
                    <a:pt x="41434" y="44005"/>
                  </a:lnTo>
                  <a:lnTo>
                    <a:pt x="41338" y="44101"/>
                  </a:lnTo>
                  <a:lnTo>
                    <a:pt x="41053" y="44291"/>
                  </a:lnTo>
                  <a:lnTo>
                    <a:pt x="40196" y="45053"/>
                  </a:lnTo>
                  <a:lnTo>
                    <a:pt x="38957" y="45434"/>
                  </a:lnTo>
                  <a:lnTo>
                    <a:pt x="37052" y="46577"/>
                  </a:lnTo>
                  <a:lnTo>
                    <a:pt x="36100" y="46863"/>
                  </a:lnTo>
                  <a:lnTo>
                    <a:pt x="32004" y="47530"/>
                  </a:lnTo>
                  <a:lnTo>
                    <a:pt x="31432" y="47911"/>
                  </a:lnTo>
                  <a:lnTo>
                    <a:pt x="30956" y="48673"/>
                  </a:lnTo>
                  <a:lnTo>
                    <a:pt x="30194" y="50387"/>
                  </a:lnTo>
                  <a:lnTo>
                    <a:pt x="27241" y="53149"/>
                  </a:lnTo>
                  <a:lnTo>
                    <a:pt x="26003" y="54864"/>
                  </a:lnTo>
                  <a:lnTo>
                    <a:pt x="26289" y="56197"/>
                  </a:lnTo>
                  <a:lnTo>
                    <a:pt x="26289" y="56769"/>
                  </a:lnTo>
                  <a:lnTo>
                    <a:pt x="25718" y="56769"/>
                  </a:lnTo>
                  <a:lnTo>
                    <a:pt x="24670" y="55531"/>
                  </a:lnTo>
                  <a:lnTo>
                    <a:pt x="23050" y="56674"/>
                  </a:lnTo>
                  <a:lnTo>
                    <a:pt x="20288" y="59627"/>
                  </a:lnTo>
                  <a:lnTo>
                    <a:pt x="16954" y="60770"/>
                  </a:lnTo>
                  <a:lnTo>
                    <a:pt x="16193" y="61151"/>
                  </a:lnTo>
                  <a:lnTo>
                    <a:pt x="14573" y="62294"/>
                  </a:lnTo>
                  <a:lnTo>
                    <a:pt x="14002" y="62579"/>
                  </a:lnTo>
                  <a:lnTo>
                    <a:pt x="12382" y="64961"/>
                  </a:lnTo>
                  <a:lnTo>
                    <a:pt x="11811" y="65437"/>
                  </a:lnTo>
                  <a:lnTo>
                    <a:pt x="10954" y="65627"/>
                  </a:lnTo>
                  <a:lnTo>
                    <a:pt x="9049" y="66389"/>
                  </a:lnTo>
                  <a:lnTo>
                    <a:pt x="7906" y="66485"/>
                  </a:lnTo>
                  <a:lnTo>
                    <a:pt x="6287" y="66199"/>
                  </a:lnTo>
                  <a:lnTo>
                    <a:pt x="5715" y="66389"/>
                  </a:lnTo>
                  <a:lnTo>
                    <a:pt x="5429" y="67437"/>
                  </a:lnTo>
                  <a:lnTo>
                    <a:pt x="5144" y="68008"/>
                  </a:lnTo>
                  <a:lnTo>
                    <a:pt x="4572" y="68580"/>
                  </a:lnTo>
                  <a:lnTo>
                    <a:pt x="4286" y="69247"/>
                  </a:lnTo>
                  <a:lnTo>
                    <a:pt x="4953" y="70009"/>
                  </a:lnTo>
                  <a:lnTo>
                    <a:pt x="4953" y="70580"/>
                  </a:lnTo>
                  <a:lnTo>
                    <a:pt x="4096" y="70771"/>
                  </a:lnTo>
                  <a:lnTo>
                    <a:pt x="3810" y="71152"/>
                  </a:lnTo>
                  <a:lnTo>
                    <a:pt x="3905" y="71723"/>
                  </a:lnTo>
                  <a:lnTo>
                    <a:pt x="3810" y="72104"/>
                  </a:lnTo>
                  <a:lnTo>
                    <a:pt x="2762" y="72009"/>
                  </a:lnTo>
                  <a:lnTo>
                    <a:pt x="2381" y="72009"/>
                  </a:lnTo>
                  <a:lnTo>
                    <a:pt x="2572" y="72580"/>
                  </a:lnTo>
                  <a:lnTo>
                    <a:pt x="2667" y="72962"/>
                  </a:lnTo>
                  <a:lnTo>
                    <a:pt x="2096" y="73343"/>
                  </a:lnTo>
                  <a:lnTo>
                    <a:pt x="1333" y="74104"/>
                  </a:lnTo>
                  <a:lnTo>
                    <a:pt x="953" y="75057"/>
                  </a:lnTo>
                  <a:lnTo>
                    <a:pt x="1810" y="77248"/>
                  </a:lnTo>
                  <a:lnTo>
                    <a:pt x="1238" y="78105"/>
                  </a:lnTo>
                  <a:lnTo>
                    <a:pt x="476" y="78962"/>
                  </a:lnTo>
                  <a:lnTo>
                    <a:pt x="571" y="79820"/>
                  </a:lnTo>
                  <a:lnTo>
                    <a:pt x="1524" y="80296"/>
                  </a:lnTo>
                  <a:lnTo>
                    <a:pt x="2762" y="80296"/>
                  </a:lnTo>
                  <a:lnTo>
                    <a:pt x="3905" y="80486"/>
                  </a:lnTo>
                  <a:lnTo>
                    <a:pt x="4381" y="81820"/>
                  </a:lnTo>
                  <a:lnTo>
                    <a:pt x="4477" y="83629"/>
                  </a:lnTo>
                  <a:lnTo>
                    <a:pt x="4858" y="84487"/>
                  </a:lnTo>
                  <a:lnTo>
                    <a:pt x="5429" y="85058"/>
                  </a:lnTo>
                  <a:lnTo>
                    <a:pt x="5429" y="85535"/>
                  </a:lnTo>
                  <a:lnTo>
                    <a:pt x="5048" y="85344"/>
                  </a:lnTo>
                  <a:lnTo>
                    <a:pt x="3810" y="85058"/>
                  </a:lnTo>
                  <a:lnTo>
                    <a:pt x="3334" y="86392"/>
                  </a:lnTo>
                  <a:lnTo>
                    <a:pt x="2286" y="87725"/>
                  </a:lnTo>
                  <a:lnTo>
                    <a:pt x="1048" y="88868"/>
                  </a:lnTo>
                  <a:lnTo>
                    <a:pt x="0" y="89630"/>
                  </a:lnTo>
                  <a:lnTo>
                    <a:pt x="2191" y="96583"/>
                  </a:lnTo>
                  <a:lnTo>
                    <a:pt x="2191" y="99631"/>
                  </a:lnTo>
                  <a:lnTo>
                    <a:pt x="2477" y="100013"/>
                  </a:lnTo>
                  <a:lnTo>
                    <a:pt x="2762" y="100394"/>
                  </a:lnTo>
                  <a:lnTo>
                    <a:pt x="3048" y="101155"/>
                  </a:lnTo>
                  <a:lnTo>
                    <a:pt x="3238" y="102870"/>
                  </a:lnTo>
                  <a:lnTo>
                    <a:pt x="3048" y="104775"/>
                  </a:lnTo>
                  <a:lnTo>
                    <a:pt x="2572" y="106299"/>
                  </a:lnTo>
                  <a:lnTo>
                    <a:pt x="1048" y="109252"/>
                  </a:lnTo>
                  <a:lnTo>
                    <a:pt x="667" y="110776"/>
                  </a:lnTo>
                  <a:lnTo>
                    <a:pt x="953" y="111919"/>
                  </a:lnTo>
                  <a:lnTo>
                    <a:pt x="1714" y="112871"/>
                  </a:lnTo>
                  <a:lnTo>
                    <a:pt x="2667" y="113824"/>
                  </a:lnTo>
                  <a:lnTo>
                    <a:pt x="4191" y="115919"/>
                  </a:lnTo>
                  <a:lnTo>
                    <a:pt x="5429" y="118586"/>
                  </a:lnTo>
                  <a:lnTo>
                    <a:pt x="6287" y="121634"/>
                  </a:lnTo>
                  <a:lnTo>
                    <a:pt x="6572" y="124778"/>
                  </a:lnTo>
                  <a:lnTo>
                    <a:pt x="6001" y="131350"/>
                  </a:lnTo>
                  <a:lnTo>
                    <a:pt x="5715" y="132779"/>
                  </a:lnTo>
                  <a:lnTo>
                    <a:pt x="5144" y="134017"/>
                  </a:lnTo>
                  <a:lnTo>
                    <a:pt x="4667" y="135541"/>
                  </a:lnTo>
                  <a:lnTo>
                    <a:pt x="4953" y="137351"/>
                  </a:lnTo>
                  <a:lnTo>
                    <a:pt x="5524" y="138779"/>
                  </a:lnTo>
                  <a:lnTo>
                    <a:pt x="6382" y="139732"/>
                  </a:lnTo>
                  <a:lnTo>
                    <a:pt x="7620" y="140113"/>
                  </a:lnTo>
                  <a:lnTo>
                    <a:pt x="11144" y="140398"/>
                  </a:lnTo>
                  <a:lnTo>
                    <a:pt x="12763" y="140684"/>
                  </a:lnTo>
                  <a:lnTo>
                    <a:pt x="14383" y="141256"/>
                  </a:lnTo>
                  <a:lnTo>
                    <a:pt x="17240" y="142685"/>
                  </a:lnTo>
                  <a:lnTo>
                    <a:pt x="20193" y="144780"/>
                  </a:lnTo>
                  <a:lnTo>
                    <a:pt x="20860" y="145732"/>
                  </a:lnTo>
                  <a:lnTo>
                    <a:pt x="21622" y="146209"/>
                  </a:lnTo>
                  <a:lnTo>
                    <a:pt x="25718" y="147733"/>
                  </a:lnTo>
                  <a:lnTo>
                    <a:pt x="26956" y="148304"/>
                  </a:lnTo>
                  <a:lnTo>
                    <a:pt x="27622" y="148971"/>
                  </a:lnTo>
                  <a:lnTo>
                    <a:pt x="28194" y="149733"/>
                  </a:lnTo>
                  <a:lnTo>
                    <a:pt x="29051" y="150590"/>
                  </a:lnTo>
                  <a:lnTo>
                    <a:pt x="30004" y="151066"/>
                  </a:lnTo>
                  <a:lnTo>
                    <a:pt x="30766" y="151257"/>
                  </a:lnTo>
                  <a:lnTo>
                    <a:pt x="38100" y="151066"/>
                  </a:lnTo>
                  <a:lnTo>
                    <a:pt x="38862" y="151352"/>
                  </a:lnTo>
                  <a:lnTo>
                    <a:pt x="39624" y="151733"/>
                  </a:lnTo>
                  <a:lnTo>
                    <a:pt x="40481" y="152019"/>
                  </a:lnTo>
                  <a:lnTo>
                    <a:pt x="41624" y="151733"/>
                  </a:lnTo>
                  <a:lnTo>
                    <a:pt x="41053" y="152876"/>
                  </a:lnTo>
                  <a:lnTo>
                    <a:pt x="41910" y="153448"/>
                  </a:lnTo>
                  <a:lnTo>
                    <a:pt x="42100" y="154400"/>
                  </a:lnTo>
                  <a:lnTo>
                    <a:pt x="42196" y="155638"/>
                  </a:lnTo>
                  <a:lnTo>
                    <a:pt x="42672" y="156877"/>
                  </a:lnTo>
                  <a:lnTo>
                    <a:pt x="43720" y="157829"/>
                  </a:lnTo>
                  <a:lnTo>
                    <a:pt x="44577" y="157829"/>
                  </a:lnTo>
                  <a:lnTo>
                    <a:pt x="46006" y="156877"/>
                  </a:lnTo>
                  <a:lnTo>
                    <a:pt x="48196" y="156401"/>
                  </a:lnTo>
                  <a:lnTo>
                    <a:pt x="57436" y="156496"/>
                  </a:lnTo>
                  <a:lnTo>
                    <a:pt x="65913" y="157734"/>
                  </a:lnTo>
                  <a:lnTo>
                    <a:pt x="67723" y="158591"/>
                  </a:lnTo>
                  <a:lnTo>
                    <a:pt x="69152" y="159829"/>
                  </a:lnTo>
                  <a:lnTo>
                    <a:pt x="70104" y="161449"/>
                  </a:lnTo>
                  <a:lnTo>
                    <a:pt x="70675" y="160211"/>
                  </a:lnTo>
                  <a:lnTo>
                    <a:pt x="71247" y="160782"/>
                  </a:lnTo>
                  <a:lnTo>
                    <a:pt x="71533" y="162020"/>
                  </a:lnTo>
                  <a:lnTo>
                    <a:pt x="71438" y="162592"/>
                  </a:lnTo>
                  <a:lnTo>
                    <a:pt x="70104" y="162878"/>
                  </a:lnTo>
                  <a:lnTo>
                    <a:pt x="69437" y="163449"/>
                  </a:lnTo>
                  <a:lnTo>
                    <a:pt x="68961" y="164116"/>
                  </a:lnTo>
                  <a:lnTo>
                    <a:pt x="67913" y="164878"/>
                  </a:lnTo>
                  <a:lnTo>
                    <a:pt x="68961" y="165830"/>
                  </a:lnTo>
                  <a:lnTo>
                    <a:pt x="71533" y="164116"/>
                  </a:lnTo>
                  <a:lnTo>
                    <a:pt x="73438" y="164306"/>
                  </a:lnTo>
                  <a:lnTo>
                    <a:pt x="73057" y="162878"/>
                  </a:lnTo>
                  <a:lnTo>
                    <a:pt x="73819" y="162115"/>
                  </a:lnTo>
                  <a:lnTo>
                    <a:pt x="74866" y="161449"/>
                  </a:lnTo>
                  <a:lnTo>
                    <a:pt x="75629" y="160306"/>
                  </a:lnTo>
                  <a:lnTo>
                    <a:pt x="76010" y="161163"/>
                  </a:lnTo>
                  <a:lnTo>
                    <a:pt x="76010" y="161639"/>
                  </a:lnTo>
                  <a:lnTo>
                    <a:pt x="75724" y="162020"/>
                  </a:lnTo>
                  <a:lnTo>
                    <a:pt x="75629" y="162592"/>
                  </a:lnTo>
                  <a:lnTo>
                    <a:pt x="75438" y="162687"/>
                  </a:lnTo>
                  <a:lnTo>
                    <a:pt x="75057" y="162782"/>
                  </a:lnTo>
                  <a:lnTo>
                    <a:pt x="74676" y="163068"/>
                  </a:lnTo>
                  <a:lnTo>
                    <a:pt x="74486" y="163449"/>
                  </a:lnTo>
                  <a:lnTo>
                    <a:pt x="74581" y="163735"/>
                  </a:lnTo>
                  <a:lnTo>
                    <a:pt x="74962" y="163735"/>
                  </a:lnTo>
                  <a:lnTo>
                    <a:pt x="75057" y="164021"/>
                  </a:lnTo>
                  <a:lnTo>
                    <a:pt x="75247" y="164402"/>
                  </a:lnTo>
                  <a:lnTo>
                    <a:pt x="75629" y="164687"/>
                  </a:lnTo>
                  <a:lnTo>
                    <a:pt x="75914" y="165068"/>
                  </a:lnTo>
                  <a:lnTo>
                    <a:pt x="76105" y="165735"/>
                  </a:lnTo>
                  <a:lnTo>
                    <a:pt x="75724" y="167164"/>
                  </a:lnTo>
                  <a:lnTo>
                    <a:pt x="75629" y="167735"/>
                  </a:lnTo>
                  <a:lnTo>
                    <a:pt x="76105" y="167735"/>
                  </a:lnTo>
                  <a:lnTo>
                    <a:pt x="76771" y="167069"/>
                  </a:lnTo>
                  <a:lnTo>
                    <a:pt x="77724" y="166783"/>
                  </a:lnTo>
                  <a:lnTo>
                    <a:pt x="78772" y="166783"/>
                  </a:lnTo>
                  <a:lnTo>
                    <a:pt x="79915" y="167164"/>
                  </a:lnTo>
                  <a:lnTo>
                    <a:pt x="79724" y="166592"/>
                  </a:lnTo>
                  <a:lnTo>
                    <a:pt x="78962" y="165354"/>
                  </a:lnTo>
                  <a:lnTo>
                    <a:pt x="78867" y="164878"/>
                  </a:lnTo>
                  <a:lnTo>
                    <a:pt x="79153" y="164497"/>
                  </a:lnTo>
                  <a:lnTo>
                    <a:pt x="80200" y="163735"/>
                  </a:lnTo>
                  <a:lnTo>
                    <a:pt x="80486" y="163449"/>
                  </a:lnTo>
                  <a:lnTo>
                    <a:pt x="81058" y="162878"/>
                  </a:lnTo>
                  <a:lnTo>
                    <a:pt x="83820" y="162020"/>
                  </a:lnTo>
                  <a:lnTo>
                    <a:pt x="84868" y="161449"/>
                  </a:lnTo>
                  <a:lnTo>
                    <a:pt x="85439" y="163449"/>
                  </a:lnTo>
                  <a:lnTo>
                    <a:pt x="85915" y="164402"/>
                  </a:lnTo>
                  <a:lnTo>
                    <a:pt x="86773" y="164878"/>
                  </a:lnTo>
                  <a:lnTo>
                    <a:pt x="87344" y="164592"/>
                  </a:lnTo>
                  <a:lnTo>
                    <a:pt x="88202" y="163925"/>
                  </a:lnTo>
                  <a:lnTo>
                    <a:pt x="88963" y="163163"/>
                  </a:lnTo>
                  <a:lnTo>
                    <a:pt x="89249" y="162306"/>
                  </a:lnTo>
                  <a:lnTo>
                    <a:pt x="89725" y="161639"/>
                  </a:lnTo>
                  <a:lnTo>
                    <a:pt x="90011" y="160972"/>
                  </a:lnTo>
                  <a:lnTo>
                    <a:pt x="89821" y="160306"/>
                  </a:lnTo>
                  <a:lnTo>
                    <a:pt x="89440" y="160211"/>
                  </a:lnTo>
                  <a:lnTo>
                    <a:pt x="88106" y="160306"/>
                  </a:lnTo>
                  <a:lnTo>
                    <a:pt x="87630" y="160306"/>
                  </a:lnTo>
                  <a:lnTo>
                    <a:pt x="86201" y="159639"/>
                  </a:lnTo>
                  <a:lnTo>
                    <a:pt x="85535" y="159544"/>
                  </a:lnTo>
                  <a:lnTo>
                    <a:pt x="84296" y="159734"/>
                  </a:lnTo>
                  <a:lnTo>
                    <a:pt x="84296" y="159068"/>
                  </a:lnTo>
                  <a:lnTo>
                    <a:pt x="86392" y="157734"/>
                  </a:lnTo>
                  <a:lnTo>
                    <a:pt x="87058" y="157448"/>
                  </a:lnTo>
                  <a:lnTo>
                    <a:pt x="87630" y="157829"/>
                  </a:lnTo>
                  <a:lnTo>
                    <a:pt x="87725" y="158496"/>
                  </a:lnTo>
                  <a:lnTo>
                    <a:pt x="88106" y="159068"/>
                  </a:lnTo>
                  <a:lnTo>
                    <a:pt x="89249" y="159068"/>
                  </a:lnTo>
                  <a:lnTo>
                    <a:pt x="88773" y="156496"/>
                  </a:lnTo>
                  <a:lnTo>
                    <a:pt x="90678" y="150686"/>
                  </a:lnTo>
                  <a:lnTo>
                    <a:pt x="90392" y="148780"/>
                  </a:lnTo>
                  <a:lnTo>
                    <a:pt x="91440" y="148399"/>
                  </a:lnTo>
                  <a:lnTo>
                    <a:pt x="92773" y="148114"/>
                  </a:lnTo>
                  <a:lnTo>
                    <a:pt x="94297" y="148019"/>
                  </a:lnTo>
                  <a:lnTo>
                    <a:pt x="95821" y="148304"/>
                  </a:lnTo>
                  <a:lnTo>
                    <a:pt x="96203" y="148685"/>
                  </a:lnTo>
                  <a:lnTo>
                    <a:pt x="96393" y="149162"/>
                  </a:lnTo>
                  <a:lnTo>
                    <a:pt x="96679" y="149638"/>
                  </a:lnTo>
                  <a:lnTo>
                    <a:pt x="97536" y="149923"/>
                  </a:lnTo>
                  <a:lnTo>
                    <a:pt x="101251" y="147828"/>
                  </a:lnTo>
                  <a:lnTo>
                    <a:pt x="102489" y="147256"/>
                  </a:lnTo>
                  <a:lnTo>
                    <a:pt x="103918" y="147066"/>
                  </a:lnTo>
                  <a:lnTo>
                    <a:pt x="106585" y="147161"/>
                  </a:lnTo>
                  <a:lnTo>
                    <a:pt x="106966" y="147256"/>
                  </a:lnTo>
                  <a:lnTo>
                    <a:pt x="107347" y="147256"/>
                  </a:lnTo>
                  <a:lnTo>
                    <a:pt x="107918" y="147066"/>
                  </a:lnTo>
                  <a:lnTo>
                    <a:pt x="108585" y="146495"/>
                  </a:lnTo>
                  <a:lnTo>
                    <a:pt x="108871" y="145828"/>
                  </a:lnTo>
                  <a:lnTo>
                    <a:pt x="109252" y="145542"/>
                  </a:lnTo>
                  <a:lnTo>
                    <a:pt x="110109" y="146018"/>
                  </a:lnTo>
                  <a:lnTo>
                    <a:pt x="110109" y="145732"/>
                  </a:lnTo>
                  <a:lnTo>
                    <a:pt x="110014" y="145161"/>
                  </a:lnTo>
                  <a:lnTo>
                    <a:pt x="110109" y="144875"/>
                  </a:lnTo>
                  <a:lnTo>
                    <a:pt x="110871" y="145637"/>
                  </a:lnTo>
                  <a:lnTo>
                    <a:pt x="111157" y="146018"/>
                  </a:lnTo>
                  <a:lnTo>
                    <a:pt x="111443" y="145542"/>
                  </a:lnTo>
                  <a:lnTo>
                    <a:pt x="112014" y="144685"/>
                  </a:lnTo>
                  <a:lnTo>
                    <a:pt x="112300" y="144208"/>
                  </a:lnTo>
                  <a:lnTo>
                    <a:pt x="112586" y="145066"/>
                  </a:lnTo>
                  <a:lnTo>
                    <a:pt x="112586" y="146018"/>
                  </a:lnTo>
                  <a:lnTo>
                    <a:pt x="112204" y="146971"/>
                  </a:lnTo>
                  <a:lnTo>
                    <a:pt x="111728" y="147733"/>
                  </a:lnTo>
                  <a:lnTo>
                    <a:pt x="110680" y="148209"/>
                  </a:lnTo>
                  <a:lnTo>
                    <a:pt x="109633" y="148114"/>
                  </a:lnTo>
                  <a:lnTo>
                    <a:pt x="108775" y="147923"/>
                  </a:lnTo>
                  <a:lnTo>
                    <a:pt x="108109" y="148019"/>
                  </a:lnTo>
                  <a:lnTo>
                    <a:pt x="108109" y="149352"/>
                  </a:lnTo>
                  <a:lnTo>
                    <a:pt x="110299" y="149923"/>
                  </a:lnTo>
                  <a:lnTo>
                    <a:pt x="112776" y="150114"/>
                  </a:lnTo>
                  <a:lnTo>
                    <a:pt x="113919" y="149923"/>
                  </a:lnTo>
                  <a:lnTo>
                    <a:pt x="114871" y="149257"/>
                  </a:lnTo>
                  <a:lnTo>
                    <a:pt x="114776" y="148495"/>
                  </a:lnTo>
                  <a:lnTo>
                    <a:pt x="114205" y="147542"/>
                  </a:lnTo>
                  <a:lnTo>
                    <a:pt x="113919" y="146304"/>
                  </a:lnTo>
                  <a:lnTo>
                    <a:pt x="114205" y="145161"/>
                  </a:lnTo>
                  <a:lnTo>
                    <a:pt x="114967" y="145066"/>
                  </a:lnTo>
                  <a:lnTo>
                    <a:pt x="115538" y="146018"/>
                  </a:lnTo>
                  <a:lnTo>
                    <a:pt x="115538" y="147733"/>
                  </a:lnTo>
                  <a:lnTo>
                    <a:pt x="116110" y="147733"/>
                  </a:lnTo>
                  <a:lnTo>
                    <a:pt x="116205" y="146209"/>
                  </a:lnTo>
                  <a:lnTo>
                    <a:pt x="117157" y="143065"/>
                  </a:lnTo>
                  <a:lnTo>
                    <a:pt x="117253" y="141922"/>
                  </a:lnTo>
                  <a:lnTo>
                    <a:pt x="116586" y="140970"/>
                  </a:lnTo>
                  <a:lnTo>
                    <a:pt x="114395" y="140398"/>
                  </a:lnTo>
                  <a:lnTo>
                    <a:pt x="113443" y="139637"/>
                  </a:lnTo>
                  <a:lnTo>
                    <a:pt x="113443" y="139065"/>
                  </a:lnTo>
                  <a:lnTo>
                    <a:pt x="116300" y="139922"/>
                  </a:lnTo>
                  <a:lnTo>
                    <a:pt x="117729" y="139732"/>
                  </a:lnTo>
                  <a:lnTo>
                    <a:pt x="118872" y="136779"/>
                  </a:lnTo>
                  <a:lnTo>
                    <a:pt x="120301" y="135446"/>
                  </a:lnTo>
                  <a:lnTo>
                    <a:pt x="123254" y="133350"/>
                  </a:lnTo>
                  <a:lnTo>
                    <a:pt x="128778" y="128206"/>
                  </a:lnTo>
                  <a:lnTo>
                    <a:pt x="132302" y="126016"/>
                  </a:lnTo>
                  <a:lnTo>
                    <a:pt x="134683" y="126492"/>
                  </a:lnTo>
                  <a:lnTo>
                    <a:pt x="135255" y="126492"/>
                  </a:lnTo>
                  <a:lnTo>
                    <a:pt x="136779" y="125063"/>
                  </a:lnTo>
                  <a:lnTo>
                    <a:pt x="141065" y="124111"/>
                  </a:lnTo>
                  <a:lnTo>
                    <a:pt x="142399" y="123063"/>
                  </a:lnTo>
                  <a:lnTo>
                    <a:pt x="142875" y="123063"/>
                  </a:lnTo>
                  <a:lnTo>
                    <a:pt x="143542" y="123539"/>
                  </a:lnTo>
                  <a:lnTo>
                    <a:pt x="143542" y="124206"/>
                  </a:lnTo>
                  <a:lnTo>
                    <a:pt x="140113" y="124492"/>
                  </a:lnTo>
                  <a:lnTo>
                    <a:pt x="138303" y="124968"/>
                  </a:lnTo>
                  <a:lnTo>
                    <a:pt x="137446" y="125539"/>
                  </a:lnTo>
                  <a:lnTo>
                    <a:pt x="138208" y="126302"/>
                  </a:lnTo>
                  <a:lnTo>
                    <a:pt x="141732" y="125444"/>
                  </a:lnTo>
                  <a:lnTo>
                    <a:pt x="142875" y="126492"/>
                  </a:lnTo>
                  <a:lnTo>
                    <a:pt x="143923" y="125825"/>
                  </a:lnTo>
                  <a:lnTo>
                    <a:pt x="144780" y="124968"/>
                  </a:lnTo>
                  <a:lnTo>
                    <a:pt x="145066" y="123920"/>
                  </a:lnTo>
                  <a:lnTo>
                    <a:pt x="144589" y="123063"/>
                  </a:lnTo>
                  <a:lnTo>
                    <a:pt x="146685" y="118586"/>
                  </a:lnTo>
                  <a:lnTo>
                    <a:pt x="148114" y="116872"/>
                  </a:lnTo>
                  <a:lnTo>
                    <a:pt x="149543" y="117253"/>
                  </a:lnTo>
                  <a:lnTo>
                    <a:pt x="150019" y="117253"/>
                  </a:lnTo>
                  <a:lnTo>
                    <a:pt x="150495" y="116491"/>
                  </a:lnTo>
                  <a:lnTo>
                    <a:pt x="151162" y="116300"/>
                  </a:lnTo>
                  <a:lnTo>
                    <a:pt x="152114" y="116396"/>
                  </a:lnTo>
                  <a:lnTo>
                    <a:pt x="153353" y="116110"/>
                  </a:lnTo>
                  <a:lnTo>
                    <a:pt x="151447" y="109156"/>
                  </a:lnTo>
                  <a:lnTo>
                    <a:pt x="150876" y="108109"/>
                  </a:lnTo>
                  <a:lnTo>
                    <a:pt x="150114" y="108585"/>
                  </a:lnTo>
                  <a:lnTo>
                    <a:pt x="150114" y="109728"/>
                  </a:lnTo>
                  <a:lnTo>
                    <a:pt x="150590" y="111823"/>
                  </a:lnTo>
                  <a:lnTo>
                    <a:pt x="150781" y="114014"/>
                  </a:lnTo>
                  <a:lnTo>
                    <a:pt x="150686" y="114681"/>
                  </a:lnTo>
                  <a:lnTo>
                    <a:pt x="150019" y="115538"/>
                  </a:lnTo>
                  <a:lnTo>
                    <a:pt x="149066" y="114871"/>
                  </a:lnTo>
                  <a:lnTo>
                    <a:pt x="147828" y="114586"/>
                  </a:lnTo>
                  <a:lnTo>
                    <a:pt x="146685" y="114490"/>
                  </a:lnTo>
                  <a:lnTo>
                    <a:pt x="146209" y="114681"/>
                  </a:lnTo>
                  <a:lnTo>
                    <a:pt x="146018" y="114205"/>
                  </a:lnTo>
                  <a:lnTo>
                    <a:pt x="145542" y="113729"/>
                  </a:lnTo>
                  <a:lnTo>
                    <a:pt x="145161" y="113157"/>
                  </a:lnTo>
                  <a:lnTo>
                    <a:pt x="145352" y="112395"/>
                  </a:lnTo>
                  <a:lnTo>
                    <a:pt x="145923" y="111919"/>
                  </a:lnTo>
                  <a:lnTo>
                    <a:pt x="146971" y="111252"/>
                  </a:lnTo>
                  <a:lnTo>
                    <a:pt x="147352" y="110871"/>
                  </a:lnTo>
                  <a:lnTo>
                    <a:pt x="147542" y="110204"/>
                  </a:lnTo>
                  <a:lnTo>
                    <a:pt x="147638" y="108680"/>
                  </a:lnTo>
                  <a:lnTo>
                    <a:pt x="147923" y="108109"/>
                  </a:lnTo>
                  <a:lnTo>
                    <a:pt x="148304" y="107823"/>
                  </a:lnTo>
                  <a:lnTo>
                    <a:pt x="148876" y="107823"/>
                  </a:lnTo>
                  <a:lnTo>
                    <a:pt x="149352" y="107632"/>
                  </a:lnTo>
                  <a:lnTo>
                    <a:pt x="149543" y="107156"/>
                  </a:lnTo>
                  <a:lnTo>
                    <a:pt x="149923" y="106871"/>
                  </a:lnTo>
                  <a:lnTo>
                    <a:pt x="150590" y="106871"/>
                  </a:lnTo>
                  <a:lnTo>
                    <a:pt x="151352" y="106775"/>
                  </a:lnTo>
                  <a:lnTo>
                    <a:pt x="151733" y="106013"/>
                  </a:lnTo>
                  <a:lnTo>
                    <a:pt x="151638" y="105442"/>
                  </a:lnTo>
                  <a:lnTo>
                    <a:pt x="151257" y="104680"/>
                  </a:lnTo>
                  <a:lnTo>
                    <a:pt x="151162" y="104013"/>
                  </a:lnTo>
                  <a:lnTo>
                    <a:pt x="151447" y="101155"/>
                  </a:lnTo>
                  <a:lnTo>
                    <a:pt x="152114" y="98679"/>
                  </a:lnTo>
                  <a:lnTo>
                    <a:pt x="153067" y="96583"/>
                  </a:lnTo>
                  <a:lnTo>
                    <a:pt x="154400" y="94774"/>
                  </a:lnTo>
                  <a:lnTo>
                    <a:pt x="155638" y="93440"/>
                  </a:lnTo>
                  <a:lnTo>
                    <a:pt x="156020" y="92678"/>
                  </a:lnTo>
                  <a:lnTo>
                    <a:pt x="156210" y="89630"/>
                  </a:lnTo>
                  <a:lnTo>
                    <a:pt x="157163" y="85535"/>
                  </a:lnTo>
                  <a:lnTo>
                    <a:pt x="156686" y="85535"/>
                  </a:lnTo>
                  <a:lnTo>
                    <a:pt x="155638" y="89535"/>
                  </a:lnTo>
                  <a:lnTo>
                    <a:pt x="154972" y="90773"/>
                  </a:lnTo>
                  <a:lnTo>
                    <a:pt x="155162" y="88106"/>
                  </a:lnTo>
                  <a:lnTo>
                    <a:pt x="154972" y="87344"/>
                  </a:lnTo>
                  <a:lnTo>
                    <a:pt x="154305" y="86392"/>
                  </a:lnTo>
                  <a:lnTo>
                    <a:pt x="153924" y="86487"/>
                  </a:lnTo>
                  <a:lnTo>
                    <a:pt x="153448" y="87058"/>
                  </a:lnTo>
                  <a:lnTo>
                    <a:pt x="152590" y="87344"/>
                  </a:lnTo>
                  <a:lnTo>
                    <a:pt x="151257" y="87058"/>
                  </a:lnTo>
                  <a:lnTo>
                    <a:pt x="150400" y="86296"/>
                  </a:lnTo>
                  <a:lnTo>
                    <a:pt x="149828" y="85249"/>
                  </a:lnTo>
                  <a:lnTo>
                    <a:pt x="148971" y="84391"/>
                  </a:lnTo>
                  <a:lnTo>
                    <a:pt x="148971" y="83915"/>
                  </a:lnTo>
                  <a:lnTo>
                    <a:pt x="149828" y="84106"/>
                  </a:lnTo>
                  <a:lnTo>
                    <a:pt x="150400" y="84677"/>
                  </a:lnTo>
                  <a:lnTo>
                    <a:pt x="150781" y="85249"/>
                  </a:lnTo>
                  <a:lnTo>
                    <a:pt x="151447" y="85535"/>
                  </a:lnTo>
                  <a:lnTo>
                    <a:pt x="154210" y="85535"/>
                  </a:lnTo>
                  <a:lnTo>
                    <a:pt x="154591" y="85344"/>
                  </a:lnTo>
                  <a:lnTo>
                    <a:pt x="156115" y="84391"/>
                  </a:lnTo>
                  <a:lnTo>
                    <a:pt x="156686" y="84963"/>
                  </a:lnTo>
                  <a:lnTo>
                    <a:pt x="157067" y="85058"/>
                  </a:lnTo>
                  <a:lnTo>
                    <a:pt x="157734" y="83248"/>
                  </a:lnTo>
                  <a:lnTo>
                    <a:pt x="159163" y="81344"/>
                  </a:lnTo>
                  <a:lnTo>
                    <a:pt x="160306" y="78772"/>
                  </a:lnTo>
                  <a:lnTo>
                    <a:pt x="161258" y="75914"/>
                  </a:lnTo>
                  <a:lnTo>
                    <a:pt x="161544" y="73247"/>
                  </a:lnTo>
                  <a:lnTo>
                    <a:pt x="161925" y="71914"/>
                  </a:lnTo>
                  <a:lnTo>
                    <a:pt x="163925" y="71247"/>
                  </a:lnTo>
                  <a:lnTo>
                    <a:pt x="164878" y="70009"/>
                  </a:lnTo>
                  <a:lnTo>
                    <a:pt x="164687" y="68961"/>
                  </a:lnTo>
                  <a:lnTo>
                    <a:pt x="164306" y="67437"/>
                  </a:lnTo>
                  <a:lnTo>
                    <a:pt x="164211" y="66008"/>
                  </a:lnTo>
                  <a:lnTo>
                    <a:pt x="165163" y="65437"/>
                  </a:lnTo>
                  <a:lnTo>
                    <a:pt x="165449" y="65056"/>
                  </a:lnTo>
                  <a:lnTo>
                    <a:pt x="166211" y="63532"/>
                  </a:lnTo>
                  <a:lnTo>
                    <a:pt x="166497" y="63055"/>
                  </a:lnTo>
                  <a:lnTo>
                    <a:pt x="167069" y="62960"/>
                  </a:lnTo>
                  <a:lnTo>
                    <a:pt x="168593" y="63151"/>
                  </a:lnTo>
                  <a:lnTo>
                    <a:pt x="169164" y="63055"/>
                  </a:lnTo>
                  <a:lnTo>
                    <a:pt x="170212" y="62579"/>
                  </a:lnTo>
                  <a:lnTo>
                    <a:pt x="171260" y="61913"/>
                  </a:lnTo>
                  <a:lnTo>
                    <a:pt x="171736" y="61055"/>
                  </a:lnTo>
                  <a:lnTo>
                    <a:pt x="171450" y="60103"/>
                  </a:lnTo>
                  <a:lnTo>
                    <a:pt x="171450" y="59627"/>
                  </a:lnTo>
                  <a:lnTo>
                    <a:pt x="172403" y="59341"/>
                  </a:lnTo>
                  <a:lnTo>
                    <a:pt x="173450" y="58483"/>
                  </a:lnTo>
                  <a:lnTo>
                    <a:pt x="174307" y="57340"/>
                  </a:lnTo>
                  <a:lnTo>
                    <a:pt x="174688" y="56483"/>
                  </a:lnTo>
                  <a:lnTo>
                    <a:pt x="174784" y="54578"/>
                  </a:lnTo>
                  <a:lnTo>
                    <a:pt x="175165" y="53530"/>
                  </a:lnTo>
                  <a:lnTo>
                    <a:pt x="176308" y="51530"/>
                  </a:lnTo>
                  <a:lnTo>
                    <a:pt x="175641" y="50768"/>
                  </a:lnTo>
                  <a:lnTo>
                    <a:pt x="174879" y="48578"/>
                  </a:lnTo>
                  <a:lnTo>
                    <a:pt x="174117" y="47530"/>
                  </a:lnTo>
                  <a:lnTo>
                    <a:pt x="175070" y="46577"/>
                  </a:lnTo>
                  <a:lnTo>
                    <a:pt x="176689" y="45815"/>
                  </a:lnTo>
                  <a:lnTo>
                    <a:pt x="178403" y="45720"/>
                  </a:lnTo>
                  <a:lnTo>
                    <a:pt x="179641" y="46863"/>
                  </a:lnTo>
                  <a:lnTo>
                    <a:pt x="177927" y="46958"/>
                  </a:lnTo>
                  <a:lnTo>
                    <a:pt x="176689" y="47339"/>
                  </a:lnTo>
                  <a:lnTo>
                    <a:pt x="176117" y="48387"/>
                  </a:lnTo>
                  <a:lnTo>
                    <a:pt x="176308" y="50387"/>
                  </a:lnTo>
                  <a:lnTo>
                    <a:pt x="176974" y="51721"/>
                  </a:lnTo>
                  <a:lnTo>
                    <a:pt x="178022" y="52673"/>
                  </a:lnTo>
                  <a:lnTo>
                    <a:pt x="179261" y="53149"/>
                  </a:lnTo>
                  <a:lnTo>
                    <a:pt x="180689" y="52673"/>
                  </a:lnTo>
                  <a:lnTo>
                    <a:pt x="181642" y="51816"/>
                  </a:lnTo>
                  <a:lnTo>
                    <a:pt x="183642" y="49054"/>
                  </a:lnTo>
                  <a:lnTo>
                    <a:pt x="187833" y="44577"/>
                  </a:lnTo>
                  <a:lnTo>
                    <a:pt x="188786" y="44196"/>
                  </a:lnTo>
                  <a:lnTo>
                    <a:pt x="190024" y="44005"/>
                  </a:lnTo>
                  <a:lnTo>
                    <a:pt x="191357" y="44101"/>
                  </a:lnTo>
                  <a:lnTo>
                    <a:pt x="192214" y="44577"/>
                  </a:lnTo>
                  <a:lnTo>
                    <a:pt x="193357" y="44101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8" name="Freeform: Shape 31">
              <a:extLst>
                <a:ext uri="{FF2B5EF4-FFF2-40B4-BE49-F238E27FC236}">
                  <a16:creationId xmlns:a16="http://schemas.microsoft.com/office/drawing/2014/main" id="{7B12AADD-4117-D863-3848-128111726B3C}"/>
                </a:ext>
              </a:extLst>
            </p:cNvPr>
            <p:cNvSpPr/>
            <p:nvPr/>
          </p:nvSpPr>
          <p:spPr>
            <a:xfrm>
              <a:off x="3242501" y="5158137"/>
              <a:ext cx="466725" cy="409575"/>
            </a:xfrm>
            <a:custGeom>
              <a:avLst/>
              <a:gdLst>
                <a:gd name="connsiteX0" fmla="*/ 473488 w 466725"/>
                <a:gd name="connsiteY0" fmla="*/ 215074 h 409575"/>
                <a:gd name="connsiteX1" fmla="*/ 472059 w 466725"/>
                <a:gd name="connsiteY1" fmla="*/ 213550 h 409575"/>
                <a:gd name="connsiteX2" fmla="*/ 471868 w 466725"/>
                <a:gd name="connsiteY2" fmla="*/ 213360 h 409575"/>
                <a:gd name="connsiteX3" fmla="*/ 471583 w 466725"/>
                <a:gd name="connsiteY3" fmla="*/ 213169 h 409575"/>
                <a:gd name="connsiteX4" fmla="*/ 471202 w 466725"/>
                <a:gd name="connsiteY4" fmla="*/ 213074 h 409575"/>
                <a:gd name="connsiteX5" fmla="*/ 470725 w 466725"/>
                <a:gd name="connsiteY5" fmla="*/ 212979 h 409575"/>
                <a:gd name="connsiteX6" fmla="*/ 470154 w 466725"/>
                <a:gd name="connsiteY6" fmla="*/ 212979 h 409575"/>
                <a:gd name="connsiteX7" fmla="*/ 468821 w 466725"/>
                <a:gd name="connsiteY7" fmla="*/ 213455 h 409575"/>
                <a:gd name="connsiteX8" fmla="*/ 468344 w 466725"/>
                <a:gd name="connsiteY8" fmla="*/ 213360 h 409575"/>
                <a:gd name="connsiteX9" fmla="*/ 467963 w 466725"/>
                <a:gd name="connsiteY9" fmla="*/ 212979 h 409575"/>
                <a:gd name="connsiteX10" fmla="*/ 467487 w 466725"/>
                <a:gd name="connsiteY10" fmla="*/ 212026 h 409575"/>
                <a:gd name="connsiteX11" fmla="*/ 467392 w 466725"/>
                <a:gd name="connsiteY11" fmla="*/ 211550 h 409575"/>
                <a:gd name="connsiteX12" fmla="*/ 467392 w 466725"/>
                <a:gd name="connsiteY12" fmla="*/ 211264 h 409575"/>
                <a:gd name="connsiteX13" fmla="*/ 467963 w 466725"/>
                <a:gd name="connsiteY13" fmla="*/ 210693 h 409575"/>
                <a:gd name="connsiteX14" fmla="*/ 468439 w 466725"/>
                <a:gd name="connsiteY14" fmla="*/ 209931 h 409575"/>
                <a:gd name="connsiteX15" fmla="*/ 468725 w 466725"/>
                <a:gd name="connsiteY15" fmla="*/ 209645 h 409575"/>
                <a:gd name="connsiteX16" fmla="*/ 469011 w 466725"/>
                <a:gd name="connsiteY16" fmla="*/ 209359 h 409575"/>
                <a:gd name="connsiteX17" fmla="*/ 470154 w 466725"/>
                <a:gd name="connsiteY17" fmla="*/ 208597 h 409575"/>
                <a:gd name="connsiteX18" fmla="*/ 471106 w 466725"/>
                <a:gd name="connsiteY18" fmla="*/ 207740 h 409575"/>
                <a:gd name="connsiteX19" fmla="*/ 471392 w 466725"/>
                <a:gd name="connsiteY19" fmla="*/ 207359 h 409575"/>
                <a:gd name="connsiteX20" fmla="*/ 471773 w 466725"/>
                <a:gd name="connsiteY20" fmla="*/ 206692 h 409575"/>
                <a:gd name="connsiteX21" fmla="*/ 472154 w 466725"/>
                <a:gd name="connsiteY21" fmla="*/ 205645 h 409575"/>
                <a:gd name="connsiteX22" fmla="*/ 472440 w 466725"/>
                <a:gd name="connsiteY22" fmla="*/ 204597 h 409575"/>
                <a:gd name="connsiteX23" fmla="*/ 472535 w 466725"/>
                <a:gd name="connsiteY23" fmla="*/ 203835 h 409575"/>
                <a:gd name="connsiteX24" fmla="*/ 472535 w 466725"/>
                <a:gd name="connsiteY24" fmla="*/ 203168 h 409575"/>
                <a:gd name="connsiteX25" fmla="*/ 472345 w 466725"/>
                <a:gd name="connsiteY25" fmla="*/ 202311 h 409575"/>
                <a:gd name="connsiteX26" fmla="*/ 472440 w 466725"/>
                <a:gd name="connsiteY26" fmla="*/ 200692 h 409575"/>
                <a:gd name="connsiteX27" fmla="*/ 472630 w 466725"/>
                <a:gd name="connsiteY27" fmla="*/ 199644 h 409575"/>
                <a:gd name="connsiteX28" fmla="*/ 472440 w 466725"/>
                <a:gd name="connsiteY28" fmla="*/ 198501 h 409575"/>
                <a:gd name="connsiteX29" fmla="*/ 472249 w 466725"/>
                <a:gd name="connsiteY29" fmla="*/ 197644 h 409575"/>
                <a:gd name="connsiteX30" fmla="*/ 471964 w 466725"/>
                <a:gd name="connsiteY30" fmla="*/ 197167 h 409575"/>
                <a:gd name="connsiteX31" fmla="*/ 471868 w 466725"/>
                <a:gd name="connsiteY31" fmla="*/ 196882 h 409575"/>
                <a:gd name="connsiteX32" fmla="*/ 470440 w 466725"/>
                <a:gd name="connsiteY32" fmla="*/ 195453 h 409575"/>
                <a:gd name="connsiteX33" fmla="*/ 469297 w 466725"/>
                <a:gd name="connsiteY33" fmla="*/ 194500 h 409575"/>
                <a:gd name="connsiteX34" fmla="*/ 468725 w 466725"/>
                <a:gd name="connsiteY34" fmla="*/ 193929 h 409575"/>
                <a:gd name="connsiteX35" fmla="*/ 468439 w 466725"/>
                <a:gd name="connsiteY35" fmla="*/ 193548 h 409575"/>
                <a:gd name="connsiteX36" fmla="*/ 467963 w 466725"/>
                <a:gd name="connsiteY36" fmla="*/ 192500 h 409575"/>
                <a:gd name="connsiteX37" fmla="*/ 467582 w 466725"/>
                <a:gd name="connsiteY37" fmla="*/ 191643 h 409575"/>
                <a:gd name="connsiteX38" fmla="*/ 467296 w 466725"/>
                <a:gd name="connsiteY38" fmla="*/ 191167 h 409575"/>
                <a:gd name="connsiteX39" fmla="*/ 466915 w 466725"/>
                <a:gd name="connsiteY39" fmla="*/ 190786 h 409575"/>
                <a:gd name="connsiteX40" fmla="*/ 465391 w 466725"/>
                <a:gd name="connsiteY40" fmla="*/ 189833 h 409575"/>
                <a:gd name="connsiteX41" fmla="*/ 464534 w 466725"/>
                <a:gd name="connsiteY41" fmla="*/ 189357 h 409575"/>
                <a:gd name="connsiteX42" fmla="*/ 463582 w 466725"/>
                <a:gd name="connsiteY42" fmla="*/ 189071 h 409575"/>
                <a:gd name="connsiteX43" fmla="*/ 462439 w 466725"/>
                <a:gd name="connsiteY43" fmla="*/ 188881 h 409575"/>
                <a:gd name="connsiteX44" fmla="*/ 458819 w 466725"/>
                <a:gd name="connsiteY44" fmla="*/ 188785 h 409575"/>
                <a:gd name="connsiteX45" fmla="*/ 457676 w 466725"/>
                <a:gd name="connsiteY45" fmla="*/ 188881 h 409575"/>
                <a:gd name="connsiteX46" fmla="*/ 455771 w 466725"/>
                <a:gd name="connsiteY46" fmla="*/ 189452 h 409575"/>
                <a:gd name="connsiteX47" fmla="*/ 453962 w 466725"/>
                <a:gd name="connsiteY47" fmla="*/ 190595 h 409575"/>
                <a:gd name="connsiteX48" fmla="*/ 453485 w 466725"/>
                <a:gd name="connsiteY48" fmla="*/ 190690 h 409575"/>
                <a:gd name="connsiteX49" fmla="*/ 453009 w 466725"/>
                <a:gd name="connsiteY49" fmla="*/ 190595 h 409575"/>
                <a:gd name="connsiteX50" fmla="*/ 452628 w 466725"/>
                <a:gd name="connsiteY50" fmla="*/ 190405 h 409575"/>
                <a:gd name="connsiteX51" fmla="*/ 450342 w 466725"/>
                <a:gd name="connsiteY51" fmla="*/ 188881 h 409575"/>
                <a:gd name="connsiteX52" fmla="*/ 449961 w 466725"/>
                <a:gd name="connsiteY52" fmla="*/ 188785 h 409575"/>
                <a:gd name="connsiteX53" fmla="*/ 449675 w 466725"/>
                <a:gd name="connsiteY53" fmla="*/ 188976 h 409575"/>
                <a:gd name="connsiteX54" fmla="*/ 449389 w 466725"/>
                <a:gd name="connsiteY54" fmla="*/ 189262 h 409575"/>
                <a:gd name="connsiteX55" fmla="*/ 448818 w 466725"/>
                <a:gd name="connsiteY55" fmla="*/ 190595 h 409575"/>
                <a:gd name="connsiteX56" fmla="*/ 447865 w 466725"/>
                <a:gd name="connsiteY56" fmla="*/ 192214 h 409575"/>
                <a:gd name="connsiteX57" fmla="*/ 446056 w 466725"/>
                <a:gd name="connsiteY57" fmla="*/ 194119 h 409575"/>
                <a:gd name="connsiteX58" fmla="*/ 445389 w 466725"/>
                <a:gd name="connsiteY58" fmla="*/ 194691 h 409575"/>
                <a:gd name="connsiteX59" fmla="*/ 444341 w 466725"/>
                <a:gd name="connsiteY59" fmla="*/ 195358 h 409575"/>
                <a:gd name="connsiteX60" fmla="*/ 444151 w 466725"/>
                <a:gd name="connsiteY60" fmla="*/ 195453 h 409575"/>
                <a:gd name="connsiteX61" fmla="*/ 443770 w 466725"/>
                <a:gd name="connsiteY61" fmla="*/ 195548 h 409575"/>
                <a:gd name="connsiteX62" fmla="*/ 442722 w 466725"/>
                <a:gd name="connsiteY62" fmla="*/ 195548 h 409575"/>
                <a:gd name="connsiteX63" fmla="*/ 442150 w 466725"/>
                <a:gd name="connsiteY63" fmla="*/ 195358 h 409575"/>
                <a:gd name="connsiteX64" fmla="*/ 441579 w 466725"/>
                <a:gd name="connsiteY64" fmla="*/ 194977 h 409575"/>
                <a:gd name="connsiteX65" fmla="*/ 440912 w 466725"/>
                <a:gd name="connsiteY65" fmla="*/ 194119 h 409575"/>
                <a:gd name="connsiteX66" fmla="*/ 440722 w 466725"/>
                <a:gd name="connsiteY66" fmla="*/ 193548 h 409575"/>
                <a:gd name="connsiteX67" fmla="*/ 440722 w 466725"/>
                <a:gd name="connsiteY67" fmla="*/ 192976 h 409575"/>
                <a:gd name="connsiteX68" fmla="*/ 440912 w 466725"/>
                <a:gd name="connsiteY68" fmla="*/ 192596 h 409575"/>
                <a:gd name="connsiteX69" fmla="*/ 441484 w 466725"/>
                <a:gd name="connsiteY69" fmla="*/ 191833 h 409575"/>
                <a:gd name="connsiteX70" fmla="*/ 441674 w 466725"/>
                <a:gd name="connsiteY70" fmla="*/ 191357 h 409575"/>
                <a:gd name="connsiteX71" fmla="*/ 441865 w 466725"/>
                <a:gd name="connsiteY71" fmla="*/ 190786 h 409575"/>
                <a:gd name="connsiteX72" fmla="*/ 441674 w 466725"/>
                <a:gd name="connsiteY72" fmla="*/ 190405 h 409575"/>
                <a:gd name="connsiteX73" fmla="*/ 441388 w 466725"/>
                <a:gd name="connsiteY73" fmla="*/ 190119 h 409575"/>
                <a:gd name="connsiteX74" fmla="*/ 441007 w 466725"/>
                <a:gd name="connsiteY74" fmla="*/ 190119 h 409575"/>
                <a:gd name="connsiteX75" fmla="*/ 440531 w 466725"/>
                <a:gd name="connsiteY75" fmla="*/ 190214 h 409575"/>
                <a:gd name="connsiteX76" fmla="*/ 439579 w 466725"/>
                <a:gd name="connsiteY76" fmla="*/ 190500 h 409575"/>
                <a:gd name="connsiteX77" fmla="*/ 434721 w 466725"/>
                <a:gd name="connsiteY77" fmla="*/ 192976 h 409575"/>
                <a:gd name="connsiteX78" fmla="*/ 433768 w 466725"/>
                <a:gd name="connsiteY78" fmla="*/ 193357 h 409575"/>
                <a:gd name="connsiteX79" fmla="*/ 432530 w 466725"/>
                <a:gd name="connsiteY79" fmla="*/ 194119 h 409575"/>
                <a:gd name="connsiteX80" fmla="*/ 431197 w 466725"/>
                <a:gd name="connsiteY80" fmla="*/ 195072 h 409575"/>
                <a:gd name="connsiteX81" fmla="*/ 430625 w 466725"/>
                <a:gd name="connsiteY81" fmla="*/ 195643 h 409575"/>
                <a:gd name="connsiteX82" fmla="*/ 430054 w 466725"/>
                <a:gd name="connsiteY82" fmla="*/ 196215 h 409575"/>
                <a:gd name="connsiteX83" fmla="*/ 429578 w 466725"/>
                <a:gd name="connsiteY83" fmla="*/ 196882 h 409575"/>
                <a:gd name="connsiteX84" fmla="*/ 429292 w 466725"/>
                <a:gd name="connsiteY84" fmla="*/ 197548 h 409575"/>
                <a:gd name="connsiteX85" fmla="*/ 428815 w 466725"/>
                <a:gd name="connsiteY85" fmla="*/ 198977 h 409575"/>
                <a:gd name="connsiteX86" fmla="*/ 428434 w 466725"/>
                <a:gd name="connsiteY86" fmla="*/ 199549 h 409575"/>
                <a:gd name="connsiteX87" fmla="*/ 427958 w 466725"/>
                <a:gd name="connsiteY87" fmla="*/ 200120 h 409575"/>
                <a:gd name="connsiteX88" fmla="*/ 427196 w 466725"/>
                <a:gd name="connsiteY88" fmla="*/ 200406 h 409575"/>
                <a:gd name="connsiteX89" fmla="*/ 424243 w 466725"/>
                <a:gd name="connsiteY89" fmla="*/ 201549 h 409575"/>
                <a:gd name="connsiteX90" fmla="*/ 423291 w 466725"/>
                <a:gd name="connsiteY90" fmla="*/ 201644 h 409575"/>
                <a:gd name="connsiteX91" fmla="*/ 422529 w 466725"/>
                <a:gd name="connsiteY91" fmla="*/ 201454 h 409575"/>
                <a:gd name="connsiteX92" fmla="*/ 421862 w 466725"/>
                <a:gd name="connsiteY92" fmla="*/ 200882 h 409575"/>
                <a:gd name="connsiteX93" fmla="*/ 418624 w 466725"/>
                <a:gd name="connsiteY93" fmla="*/ 197167 h 409575"/>
                <a:gd name="connsiteX94" fmla="*/ 417481 w 466725"/>
                <a:gd name="connsiteY94" fmla="*/ 196405 h 409575"/>
                <a:gd name="connsiteX95" fmla="*/ 415766 w 466725"/>
                <a:gd name="connsiteY95" fmla="*/ 195453 h 409575"/>
                <a:gd name="connsiteX96" fmla="*/ 415290 w 466725"/>
                <a:gd name="connsiteY96" fmla="*/ 195072 h 409575"/>
                <a:gd name="connsiteX97" fmla="*/ 415004 w 466725"/>
                <a:gd name="connsiteY97" fmla="*/ 194596 h 409575"/>
                <a:gd name="connsiteX98" fmla="*/ 415004 w 466725"/>
                <a:gd name="connsiteY98" fmla="*/ 194119 h 409575"/>
                <a:gd name="connsiteX99" fmla="*/ 415099 w 466725"/>
                <a:gd name="connsiteY99" fmla="*/ 193643 h 409575"/>
                <a:gd name="connsiteX100" fmla="*/ 415385 w 466725"/>
                <a:gd name="connsiteY100" fmla="*/ 193262 h 409575"/>
                <a:gd name="connsiteX101" fmla="*/ 415766 w 466725"/>
                <a:gd name="connsiteY101" fmla="*/ 193072 h 409575"/>
                <a:gd name="connsiteX102" fmla="*/ 416242 w 466725"/>
                <a:gd name="connsiteY102" fmla="*/ 192976 h 409575"/>
                <a:gd name="connsiteX103" fmla="*/ 419671 w 466725"/>
                <a:gd name="connsiteY103" fmla="*/ 192881 h 409575"/>
                <a:gd name="connsiteX104" fmla="*/ 420148 w 466725"/>
                <a:gd name="connsiteY104" fmla="*/ 192786 h 409575"/>
                <a:gd name="connsiteX105" fmla="*/ 420624 w 466725"/>
                <a:gd name="connsiteY105" fmla="*/ 192596 h 409575"/>
                <a:gd name="connsiteX106" fmla="*/ 421767 w 466725"/>
                <a:gd name="connsiteY106" fmla="*/ 191929 h 409575"/>
                <a:gd name="connsiteX107" fmla="*/ 422434 w 466725"/>
                <a:gd name="connsiteY107" fmla="*/ 191357 h 409575"/>
                <a:gd name="connsiteX108" fmla="*/ 423100 w 466725"/>
                <a:gd name="connsiteY108" fmla="*/ 190786 h 409575"/>
                <a:gd name="connsiteX109" fmla="*/ 423386 w 466725"/>
                <a:gd name="connsiteY109" fmla="*/ 190405 h 409575"/>
                <a:gd name="connsiteX110" fmla="*/ 423577 w 466725"/>
                <a:gd name="connsiteY110" fmla="*/ 189833 h 409575"/>
                <a:gd name="connsiteX111" fmla="*/ 423672 w 466725"/>
                <a:gd name="connsiteY111" fmla="*/ 189357 h 409575"/>
                <a:gd name="connsiteX112" fmla="*/ 423386 w 466725"/>
                <a:gd name="connsiteY112" fmla="*/ 186976 h 409575"/>
                <a:gd name="connsiteX113" fmla="*/ 423958 w 466725"/>
                <a:gd name="connsiteY113" fmla="*/ 185642 h 409575"/>
                <a:gd name="connsiteX114" fmla="*/ 429006 w 466725"/>
                <a:gd name="connsiteY114" fmla="*/ 180499 h 409575"/>
                <a:gd name="connsiteX115" fmla="*/ 429482 w 466725"/>
                <a:gd name="connsiteY115" fmla="*/ 180213 h 409575"/>
                <a:gd name="connsiteX116" fmla="*/ 430339 w 466725"/>
                <a:gd name="connsiteY116" fmla="*/ 179927 h 409575"/>
                <a:gd name="connsiteX117" fmla="*/ 432054 w 466725"/>
                <a:gd name="connsiteY117" fmla="*/ 179641 h 409575"/>
                <a:gd name="connsiteX118" fmla="*/ 432435 w 466725"/>
                <a:gd name="connsiteY118" fmla="*/ 179451 h 409575"/>
                <a:gd name="connsiteX119" fmla="*/ 433102 w 466725"/>
                <a:gd name="connsiteY119" fmla="*/ 179070 h 409575"/>
                <a:gd name="connsiteX120" fmla="*/ 441293 w 466725"/>
                <a:gd name="connsiteY120" fmla="*/ 169354 h 409575"/>
                <a:gd name="connsiteX121" fmla="*/ 441865 w 466725"/>
                <a:gd name="connsiteY121" fmla="*/ 167830 h 409575"/>
                <a:gd name="connsiteX122" fmla="*/ 442150 w 466725"/>
                <a:gd name="connsiteY122" fmla="*/ 166973 h 409575"/>
                <a:gd name="connsiteX123" fmla="*/ 442341 w 466725"/>
                <a:gd name="connsiteY123" fmla="*/ 166211 h 409575"/>
                <a:gd name="connsiteX124" fmla="*/ 442722 w 466725"/>
                <a:gd name="connsiteY124" fmla="*/ 165735 h 409575"/>
                <a:gd name="connsiteX125" fmla="*/ 443579 w 466725"/>
                <a:gd name="connsiteY125" fmla="*/ 165354 h 409575"/>
                <a:gd name="connsiteX126" fmla="*/ 445008 w 466725"/>
                <a:gd name="connsiteY126" fmla="*/ 165163 h 409575"/>
                <a:gd name="connsiteX127" fmla="*/ 445580 w 466725"/>
                <a:gd name="connsiteY127" fmla="*/ 164973 h 409575"/>
                <a:gd name="connsiteX128" fmla="*/ 446151 w 466725"/>
                <a:gd name="connsiteY128" fmla="*/ 164497 h 409575"/>
                <a:gd name="connsiteX129" fmla="*/ 447008 w 466725"/>
                <a:gd name="connsiteY129" fmla="*/ 163354 h 409575"/>
                <a:gd name="connsiteX130" fmla="*/ 447770 w 466725"/>
                <a:gd name="connsiteY130" fmla="*/ 162877 h 409575"/>
                <a:gd name="connsiteX131" fmla="*/ 448437 w 466725"/>
                <a:gd name="connsiteY131" fmla="*/ 162687 h 409575"/>
                <a:gd name="connsiteX132" fmla="*/ 451485 w 466725"/>
                <a:gd name="connsiteY132" fmla="*/ 163544 h 409575"/>
                <a:gd name="connsiteX133" fmla="*/ 452628 w 466725"/>
                <a:gd name="connsiteY133" fmla="*/ 163639 h 409575"/>
                <a:gd name="connsiteX134" fmla="*/ 453104 w 466725"/>
                <a:gd name="connsiteY134" fmla="*/ 163544 h 409575"/>
                <a:gd name="connsiteX135" fmla="*/ 453676 w 466725"/>
                <a:gd name="connsiteY135" fmla="*/ 163449 h 409575"/>
                <a:gd name="connsiteX136" fmla="*/ 454057 w 466725"/>
                <a:gd name="connsiteY136" fmla="*/ 163258 h 409575"/>
                <a:gd name="connsiteX137" fmla="*/ 454628 w 466725"/>
                <a:gd name="connsiteY137" fmla="*/ 162592 h 409575"/>
                <a:gd name="connsiteX138" fmla="*/ 457390 w 466725"/>
                <a:gd name="connsiteY138" fmla="*/ 157734 h 409575"/>
                <a:gd name="connsiteX139" fmla="*/ 465391 w 466725"/>
                <a:gd name="connsiteY139" fmla="*/ 152400 h 409575"/>
                <a:gd name="connsiteX140" fmla="*/ 466058 w 466725"/>
                <a:gd name="connsiteY140" fmla="*/ 151733 h 409575"/>
                <a:gd name="connsiteX141" fmla="*/ 466725 w 466725"/>
                <a:gd name="connsiteY141" fmla="*/ 150685 h 409575"/>
                <a:gd name="connsiteX142" fmla="*/ 467106 w 466725"/>
                <a:gd name="connsiteY142" fmla="*/ 149923 h 409575"/>
                <a:gd name="connsiteX143" fmla="*/ 467296 w 466725"/>
                <a:gd name="connsiteY143" fmla="*/ 149638 h 409575"/>
                <a:gd name="connsiteX144" fmla="*/ 467392 w 466725"/>
                <a:gd name="connsiteY144" fmla="*/ 148971 h 409575"/>
                <a:gd name="connsiteX145" fmla="*/ 467487 w 466725"/>
                <a:gd name="connsiteY145" fmla="*/ 148685 h 409575"/>
                <a:gd name="connsiteX146" fmla="*/ 467392 w 466725"/>
                <a:gd name="connsiteY146" fmla="*/ 146304 h 409575"/>
                <a:gd name="connsiteX147" fmla="*/ 467487 w 466725"/>
                <a:gd name="connsiteY147" fmla="*/ 145542 h 409575"/>
                <a:gd name="connsiteX148" fmla="*/ 467678 w 466725"/>
                <a:gd name="connsiteY148" fmla="*/ 144304 h 409575"/>
                <a:gd name="connsiteX149" fmla="*/ 467582 w 466725"/>
                <a:gd name="connsiteY149" fmla="*/ 143446 h 409575"/>
                <a:gd name="connsiteX150" fmla="*/ 467296 w 466725"/>
                <a:gd name="connsiteY150" fmla="*/ 142399 h 409575"/>
                <a:gd name="connsiteX151" fmla="*/ 466534 w 466725"/>
                <a:gd name="connsiteY151" fmla="*/ 140875 h 409575"/>
                <a:gd name="connsiteX152" fmla="*/ 466058 w 466725"/>
                <a:gd name="connsiteY152" fmla="*/ 140303 h 409575"/>
                <a:gd name="connsiteX153" fmla="*/ 465487 w 466725"/>
                <a:gd name="connsiteY153" fmla="*/ 139732 h 409575"/>
                <a:gd name="connsiteX154" fmla="*/ 465011 w 466725"/>
                <a:gd name="connsiteY154" fmla="*/ 138589 h 409575"/>
                <a:gd name="connsiteX155" fmla="*/ 465011 w 466725"/>
                <a:gd name="connsiteY155" fmla="*/ 136303 h 409575"/>
                <a:gd name="connsiteX156" fmla="*/ 461677 w 466725"/>
                <a:gd name="connsiteY156" fmla="*/ 135064 h 409575"/>
                <a:gd name="connsiteX157" fmla="*/ 460629 w 466725"/>
                <a:gd name="connsiteY157" fmla="*/ 134398 h 409575"/>
                <a:gd name="connsiteX158" fmla="*/ 459962 w 466725"/>
                <a:gd name="connsiteY158" fmla="*/ 133445 h 409575"/>
                <a:gd name="connsiteX159" fmla="*/ 459581 w 466725"/>
                <a:gd name="connsiteY159" fmla="*/ 132683 h 409575"/>
                <a:gd name="connsiteX160" fmla="*/ 458724 w 466725"/>
                <a:gd name="connsiteY160" fmla="*/ 131540 h 409575"/>
                <a:gd name="connsiteX161" fmla="*/ 458343 w 466725"/>
                <a:gd name="connsiteY161" fmla="*/ 130778 h 409575"/>
                <a:gd name="connsiteX162" fmla="*/ 458153 w 466725"/>
                <a:gd name="connsiteY162" fmla="*/ 130111 h 409575"/>
                <a:gd name="connsiteX163" fmla="*/ 458248 w 466725"/>
                <a:gd name="connsiteY163" fmla="*/ 129635 h 409575"/>
                <a:gd name="connsiteX164" fmla="*/ 458438 w 466725"/>
                <a:gd name="connsiteY164" fmla="*/ 128588 h 409575"/>
                <a:gd name="connsiteX165" fmla="*/ 458343 w 466725"/>
                <a:gd name="connsiteY165" fmla="*/ 127730 h 409575"/>
                <a:gd name="connsiteX166" fmla="*/ 458057 w 466725"/>
                <a:gd name="connsiteY166" fmla="*/ 126587 h 409575"/>
                <a:gd name="connsiteX167" fmla="*/ 457105 w 466725"/>
                <a:gd name="connsiteY167" fmla="*/ 124206 h 409575"/>
                <a:gd name="connsiteX168" fmla="*/ 456724 w 466725"/>
                <a:gd name="connsiteY168" fmla="*/ 122967 h 409575"/>
                <a:gd name="connsiteX169" fmla="*/ 456629 w 466725"/>
                <a:gd name="connsiteY169" fmla="*/ 122015 h 409575"/>
                <a:gd name="connsiteX170" fmla="*/ 457009 w 466725"/>
                <a:gd name="connsiteY170" fmla="*/ 121063 h 409575"/>
                <a:gd name="connsiteX171" fmla="*/ 457200 w 466725"/>
                <a:gd name="connsiteY171" fmla="*/ 120682 h 409575"/>
                <a:gd name="connsiteX172" fmla="*/ 457486 w 466725"/>
                <a:gd name="connsiteY172" fmla="*/ 120301 h 409575"/>
                <a:gd name="connsiteX173" fmla="*/ 457771 w 466725"/>
                <a:gd name="connsiteY173" fmla="*/ 120015 h 409575"/>
                <a:gd name="connsiteX174" fmla="*/ 458914 w 466725"/>
                <a:gd name="connsiteY174" fmla="*/ 119158 h 409575"/>
                <a:gd name="connsiteX175" fmla="*/ 459105 w 466725"/>
                <a:gd name="connsiteY175" fmla="*/ 118681 h 409575"/>
                <a:gd name="connsiteX176" fmla="*/ 459010 w 466725"/>
                <a:gd name="connsiteY176" fmla="*/ 118300 h 409575"/>
                <a:gd name="connsiteX177" fmla="*/ 458819 w 466725"/>
                <a:gd name="connsiteY177" fmla="*/ 117919 h 409575"/>
                <a:gd name="connsiteX178" fmla="*/ 458533 w 466725"/>
                <a:gd name="connsiteY178" fmla="*/ 117824 h 409575"/>
                <a:gd name="connsiteX179" fmla="*/ 457581 w 466725"/>
                <a:gd name="connsiteY179" fmla="*/ 117253 h 409575"/>
                <a:gd name="connsiteX180" fmla="*/ 457009 w 466725"/>
                <a:gd name="connsiteY180" fmla="*/ 116681 h 409575"/>
                <a:gd name="connsiteX181" fmla="*/ 456724 w 466725"/>
                <a:gd name="connsiteY181" fmla="*/ 116109 h 409575"/>
                <a:gd name="connsiteX182" fmla="*/ 456724 w 466725"/>
                <a:gd name="connsiteY182" fmla="*/ 115538 h 409575"/>
                <a:gd name="connsiteX183" fmla="*/ 456819 w 466725"/>
                <a:gd name="connsiteY183" fmla="*/ 114967 h 409575"/>
                <a:gd name="connsiteX184" fmla="*/ 456914 w 466725"/>
                <a:gd name="connsiteY184" fmla="*/ 114490 h 409575"/>
                <a:gd name="connsiteX185" fmla="*/ 457295 w 466725"/>
                <a:gd name="connsiteY185" fmla="*/ 113633 h 409575"/>
                <a:gd name="connsiteX186" fmla="*/ 457771 w 466725"/>
                <a:gd name="connsiteY186" fmla="*/ 112871 h 409575"/>
                <a:gd name="connsiteX187" fmla="*/ 457771 w 466725"/>
                <a:gd name="connsiteY187" fmla="*/ 112776 h 409575"/>
                <a:gd name="connsiteX188" fmla="*/ 460248 w 466725"/>
                <a:gd name="connsiteY188" fmla="*/ 110871 h 409575"/>
                <a:gd name="connsiteX189" fmla="*/ 460629 w 466725"/>
                <a:gd name="connsiteY189" fmla="*/ 110585 h 409575"/>
                <a:gd name="connsiteX190" fmla="*/ 460915 w 466725"/>
                <a:gd name="connsiteY190" fmla="*/ 110204 h 409575"/>
                <a:gd name="connsiteX191" fmla="*/ 461105 w 466725"/>
                <a:gd name="connsiteY191" fmla="*/ 109633 h 409575"/>
                <a:gd name="connsiteX192" fmla="*/ 461296 w 466725"/>
                <a:gd name="connsiteY192" fmla="*/ 108680 h 409575"/>
                <a:gd name="connsiteX193" fmla="*/ 461200 w 466725"/>
                <a:gd name="connsiteY193" fmla="*/ 108109 h 409575"/>
                <a:gd name="connsiteX194" fmla="*/ 461010 w 466725"/>
                <a:gd name="connsiteY194" fmla="*/ 107632 h 409575"/>
                <a:gd name="connsiteX195" fmla="*/ 460629 w 466725"/>
                <a:gd name="connsiteY195" fmla="*/ 107347 h 409575"/>
                <a:gd name="connsiteX196" fmla="*/ 460153 w 466725"/>
                <a:gd name="connsiteY196" fmla="*/ 107156 h 409575"/>
                <a:gd name="connsiteX197" fmla="*/ 459676 w 466725"/>
                <a:gd name="connsiteY197" fmla="*/ 107156 h 409575"/>
                <a:gd name="connsiteX198" fmla="*/ 459200 w 466725"/>
                <a:gd name="connsiteY198" fmla="*/ 107251 h 409575"/>
                <a:gd name="connsiteX199" fmla="*/ 458819 w 466725"/>
                <a:gd name="connsiteY199" fmla="*/ 107442 h 409575"/>
                <a:gd name="connsiteX200" fmla="*/ 458438 w 466725"/>
                <a:gd name="connsiteY200" fmla="*/ 107632 h 409575"/>
                <a:gd name="connsiteX201" fmla="*/ 457771 w 466725"/>
                <a:gd name="connsiteY201" fmla="*/ 108299 h 409575"/>
                <a:gd name="connsiteX202" fmla="*/ 457486 w 466725"/>
                <a:gd name="connsiteY202" fmla="*/ 108585 h 409575"/>
                <a:gd name="connsiteX203" fmla="*/ 457009 w 466725"/>
                <a:gd name="connsiteY203" fmla="*/ 108775 h 409575"/>
                <a:gd name="connsiteX204" fmla="*/ 456533 w 466725"/>
                <a:gd name="connsiteY204" fmla="*/ 108680 h 409575"/>
                <a:gd name="connsiteX205" fmla="*/ 455962 w 466725"/>
                <a:gd name="connsiteY205" fmla="*/ 108204 h 409575"/>
                <a:gd name="connsiteX206" fmla="*/ 455676 w 466725"/>
                <a:gd name="connsiteY206" fmla="*/ 107728 h 409575"/>
                <a:gd name="connsiteX207" fmla="*/ 455486 w 466725"/>
                <a:gd name="connsiteY207" fmla="*/ 107156 h 409575"/>
                <a:gd name="connsiteX208" fmla="*/ 455486 w 466725"/>
                <a:gd name="connsiteY208" fmla="*/ 106299 h 409575"/>
                <a:gd name="connsiteX209" fmla="*/ 455581 w 466725"/>
                <a:gd name="connsiteY209" fmla="*/ 105346 h 409575"/>
                <a:gd name="connsiteX210" fmla="*/ 455771 w 466725"/>
                <a:gd name="connsiteY210" fmla="*/ 104299 h 409575"/>
                <a:gd name="connsiteX211" fmla="*/ 458343 w 466725"/>
                <a:gd name="connsiteY211" fmla="*/ 97822 h 409575"/>
                <a:gd name="connsiteX212" fmla="*/ 460248 w 466725"/>
                <a:gd name="connsiteY212" fmla="*/ 94012 h 409575"/>
                <a:gd name="connsiteX213" fmla="*/ 460438 w 466725"/>
                <a:gd name="connsiteY213" fmla="*/ 93250 h 409575"/>
                <a:gd name="connsiteX214" fmla="*/ 460534 w 466725"/>
                <a:gd name="connsiteY214" fmla="*/ 92297 h 409575"/>
                <a:gd name="connsiteX215" fmla="*/ 460629 w 466725"/>
                <a:gd name="connsiteY215" fmla="*/ 90488 h 409575"/>
                <a:gd name="connsiteX216" fmla="*/ 460438 w 466725"/>
                <a:gd name="connsiteY216" fmla="*/ 89535 h 409575"/>
                <a:gd name="connsiteX217" fmla="*/ 460248 w 466725"/>
                <a:gd name="connsiteY217" fmla="*/ 88963 h 409575"/>
                <a:gd name="connsiteX218" fmla="*/ 459772 w 466725"/>
                <a:gd name="connsiteY218" fmla="*/ 88392 h 409575"/>
                <a:gd name="connsiteX219" fmla="*/ 459010 w 466725"/>
                <a:gd name="connsiteY219" fmla="*/ 87630 h 409575"/>
                <a:gd name="connsiteX220" fmla="*/ 458248 w 466725"/>
                <a:gd name="connsiteY220" fmla="*/ 87154 h 409575"/>
                <a:gd name="connsiteX221" fmla="*/ 454819 w 466725"/>
                <a:gd name="connsiteY221" fmla="*/ 85439 h 409575"/>
                <a:gd name="connsiteX222" fmla="*/ 453962 w 466725"/>
                <a:gd name="connsiteY222" fmla="*/ 84867 h 409575"/>
                <a:gd name="connsiteX223" fmla="*/ 453580 w 466725"/>
                <a:gd name="connsiteY223" fmla="*/ 84487 h 409575"/>
                <a:gd name="connsiteX224" fmla="*/ 453009 w 466725"/>
                <a:gd name="connsiteY224" fmla="*/ 83820 h 409575"/>
                <a:gd name="connsiteX225" fmla="*/ 452818 w 466725"/>
                <a:gd name="connsiteY225" fmla="*/ 83153 h 409575"/>
                <a:gd name="connsiteX226" fmla="*/ 452818 w 466725"/>
                <a:gd name="connsiteY226" fmla="*/ 82582 h 409575"/>
                <a:gd name="connsiteX227" fmla="*/ 453485 w 466725"/>
                <a:gd name="connsiteY227" fmla="*/ 80581 h 409575"/>
                <a:gd name="connsiteX228" fmla="*/ 453771 w 466725"/>
                <a:gd name="connsiteY228" fmla="*/ 79057 h 409575"/>
                <a:gd name="connsiteX229" fmla="*/ 453771 w 466725"/>
                <a:gd name="connsiteY229" fmla="*/ 77629 h 409575"/>
                <a:gd name="connsiteX230" fmla="*/ 453676 w 466725"/>
                <a:gd name="connsiteY230" fmla="*/ 76771 h 409575"/>
                <a:gd name="connsiteX231" fmla="*/ 453580 w 466725"/>
                <a:gd name="connsiteY231" fmla="*/ 76105 h 409575"/>
                <a:gd name="connsiteX232" fmla="*/ 452152 w 466725"/>
                <a:gd name="connsiteY232" fmla="*/ 72295 h 409575"/>
                <a:gd name="connsiteX233" fmla="*/ 451866 w 466725"/>
                <a:gd name="connsiteY233" fmla="*/ 71247 h 409575"/>
                <a:gd name="connsiteX234" fmla="*/ 451771 w 466725"/>
                <a:gd name="connsiteY234" fmla="*/ 70485 h 409575"/>
                <a:gd name="connsiteX235" fmla="*/ 451866 w 466725"/>
                <a:gd name="connsiteY235" fmla="*/ 69913 h 409575"/>
                <a:gd name="connsiteX236" fmla="*/ 452342 w 466725"/>
                <a:gd name="connsiteY236" fmla="*/ 68389 h 409575"/>
                <a:gd name="connsiteX237" fmla="*/ 452533 w 466725"/>
                <a:gd name="connsiteY237" fmla="*/ 67151 h 409575"/>
                <a:gd name="connsiteX238" fmla="*/ 449771 w 466725"/>
                <a:gd name="connsiteY238" fmla="*/ 68294 h 409575"/>
                <a:gd name="connsiteX239" fmla="*/ 448246 w 466725"/>
                <a:gd name="connsiteY239" fmla="*/ 69247 h 409575"/>
                <a:gd name="connsiteX240" fmla="*/ 445770 w 466725"/>
                <a:gd name="connsiteY240" fmla="*/ 71152 h 409575"/>
                <a:gd name="connsiteX241" fmla="*/ 445484 w 466725"/>
                <a:gd name="connsiteY241" fmla="*/ 71438 h 409575"/>
                <a:gd name="connsiteX242" fmla="*/ 445008 w 466725"/>
                <a:gd name="connsiteY242" fmla="*/ 72199 h 409575"/>
                <a:gd name="connsiteX243" fmla="*/ 444341 w 466725"/>
                <a:gd name="connsiteY243" fmla="*/ 73533 h 409575"/>
                <a:gd name="connsiteX244" fmla="*/ 441770 w 466725"/>
                <a:gd name="connsiteY244" fmla="*/ 85249 h 409575"/>
                <a:gd name="connsiteX245" fmla="*/ 441388 w 466725"/>
                <a:gd name="connsiteY245" fmla="*/ 86201 h 409575"/>
                <a:gd name="connsiteX246" fmla="*/ 441198 w 466725"/>
                <a:gd name="connsiteY246" fmla="*/ 86582 h 409575"/>
                <a:gd name="connsiteX247" fmla="*/ 440626 w 466725"/>
                <a:gd name="connsiteY247" fmla="*/ 87249 h 409575"/>
                <a:gd name="connsiteX248" fmla="*/ 439293 w 466725"/>
                <a:gd name="connsiteY248" fmla="*/ 88487 h 409575"/>
                <a:gd name="connsiteX249" fmla="*/ 439103 w 466725"/>
                <a:gd name="connsiteY249" fmla="*/ 88868 h 409575"/>
                <a:gd name="connsiteX250" fmla="*/ 438912 w 466725"/>
                <a:gd name="connsiteY250" fmla="*/ 89249 h 409575"/>
                <a:gd name="connsiteX251" fmla="*/ 438817 w 466725"/>
                <a:gd name="connsiteY251" fmla="*/ 89821 h 409575"/>
                <a:gd name="connsiteX252" fmla="*/ 438912 w 466725"/>
                <a:gd name="connsiteY252" fmla="*/ 90297 h 409575"/>
                <a:gd name="connsiteX253" fmla="*/ 439579 w 466725"/>
                <a:gd name="connsiteY253" fmla="*/ 92678 h 409575"/>
                <a:gd name="connsiteX254" fmla="*/ 439674 w 466725"/>
                <a:gd name="connsiteY254" fmla="*/ 93250 h 409575"/>
                <a:gd name="connsiteX255" fmla="*/ 439579 w 466725"/>
                <a:gd name="connsiteY255" fmla="*/ 93821 h 409575"/>
                <a:gd name="connsiteX256" fmla="*/ 439483 w 466725"/>
                <a:gd name="connsiteY256" fmla="*/ 94297 h 409575"/>
                <a:gd name="connsiteX257" fmla="*/ 439293 w 466725"/>
                <a:gd name="connsiteY257" fmla="*/ 94774 h 409575"/>
                <a:gd name="connsiteX258" fmla="*/ 439007 w 466725"/>
                <a:gd name="connsiteY258" fmla="*/ 95155 h 409575"/>
                <a:gd name="connsiteX259" fmla="*/ 438721 w 466725"/>
                <a:gd name="connsiteY259" fmla="*/ 95345 h 409575"/>
                <a:gd name="connsiteX260" fmla="*/ 438245 w 466725"/>
                <a:gd name="connsiteY260" fmla="*/ 95536 h 409575"/>
                <a:gd name="connsiteX261" fmla="*/ 437864 w 466725"/>
                <a:gd name="connsiteY261" fmla="*/ 95536 h 409575"/>
                <a:gd name="connsiteX262" fmla="*/ 437388 w 466725"/>
                <a:gd name="connsiteY262" fmla="*/ 95440 h 409575"/>
                <a:gd name="connsiteX263" fmla="*/ 434435 w 466725"/>
                <a:gd name="connsiteY263" fmla="*/ 93916 h 409575"/>
                <a:gd name="connsiteX264" fmla="*/ 433673 w 466725"/>
                <a:gd name="connsiteY264" fmla="*/ 93726 h 409575"/>
                <a:gd name="connsiteX265" fmla="*/ 433102 w 466725"/>
                <a:gd name="connsiteY265" fmla="*/ 93916 h 409575"/>
                <a:gd name="connsiteX266" fmla="*/ 432149 w 466725"/>
                <a:gd name="connsiteY266" fmla="*/ 94774 h 409575"/>
                <a:gd name="connsiteX267" fmla="*/ 431863 w 466725"/>
                <a:gd name="connsiteY267" fmla="*/ 94869 h 409575"/>
                <a:gd name="connsiteX268" fmla="*/ 431578 w 466725"/>
                <a:gd name="connsiteY268" fmla="*/ 95059 h 409575"/>
                <a:gd name="connsiteX269" fmla="*/ 431101 w 466725"/>
                <a:gd name="connsiteY269" fmla="*/ 95059 h 409575"/>
                <a:gd name="connsiteX270" fmla="*/ 430054 w 466725"/>
                <a:gd name="connsiteY270" fmla="*/ 94964 h 409575"/>
                <a:gd name="connsiteX271" fmla="*/ 429006 w 466725"/>
                <a:gd name="connsiteY271" fmla="*/ 95059 h 409575"/>
                <a:gd name="connsiteX272" fmla="*/ 427863 w 466725"/>
                <a:gd name="connsiteY272" fmla="*/ 94964 h 409575"/>
                <a:gd name="connsiteX273" fmla="*/ 427387 w 466725"/>
                <a:gd name="connsiteY273" fmla="*/ 94869 h 409575"/>
                <a:gd name="connsiteX274" fmla="*/ 424815 w 466725"/>
                <a:gd name="connsiteY274" fmla="*/ 93631 h 409575"/>
                <a:gd name="connsiteX275" fmla="*/ 424243 w 466725"/>
                <a:gd name="connsiteY275" fmla="*/ 93440 h 409575"/>
                <a:gd name="connsiteX276" fmla="*/ 423767 w 466725"/>
                <a:gd name="connsiteY276" fmla="*/ 93345 h 409575"/>
                <a:gd name="connsiteX277" fmla="*/ 423291 w 466725"/>
                <a:gd name="connsiteY277" fmla="*/ 93345 h 409575"/>
                <a:gd name="connsiteX278" fmla="*/ 422243 w 466725"/>
                <a:gd name="connsiteY278" fmla="*/ 93535 h 409575"/>
                <a:gd name="connsiteX279" fmla="*/ 421291 w 466725"/>
                <a:gd name="connsiteY279" fmla="*/ 93916 h 409575"/>
                <a:gd name="connsiteX280" fmla="*/ 420814 w 466725"/>
                <a:gd name="connsiteY280" fmla="*/ 94012 h 409575"/>
                <a:gd name="connsiteX281" fmla="*/ 420243 w 466725"/>
                <a:gd name="connsiteY281" fmla="*/ 93916 h 409575"/>
                <a:gd name="connsiteX282" fmla="*/ 419767 w 466725"/>
                <a:gd name="connsiteY282" fmla="*/ 93821 h 409575"/>
                <a:gd name="connsiteX283" fmla="*/ 419290 w 466725"/>
                <a:gd name="connsiteY283" fmla="*/ 93726 h 409575"/>
                <a:gd name="connsiteX284" fmla="*/ 416338 w 466725"/>
                <a:gd name="connsiteY284" fmla="*/ 92202 h 409575"/>
                <a:gd name="connsiteX285" fmla="*/ 415290 w 466725"/>
                <a:gd name="connsiteY285" fmla="*/ 91916 h 409575"/>
                <a:gd name="connsiteX286" fmla="*/ 414052 w 466725"/>
                <a:gd name="connsiteY286" fmla="*/ 91916 h 409575"/>
                <a:gd name="connsiteX287" fmla="*/ 413575 w 466725"/>
                <a:gd name="connsiteY287" fmla="*/ 92011 h 409575"/>
                <a:gd name="connsiteX288" fmla="*/ 413195 w 466725"/>
                <a:gd name="connsiteY288" fmla="*/ 92202 h 409575"/>
                <a:gd name="connsiteX289" fmla="*/ 412813 w 466725"/>
                <a:gd name="connsiteY289" fmla="*/ 92488 h 409575"/>
                <a:gd name="connsiteX290" fmla="*/ 412147 w 466725"/>
                <a:gd name="connsiteY290" fmla="*/ 93154 h 409575"/>
                <a:gd name="connsiteX291" fmla="*/ 411766 w 466725"/>
                <a:gd name="connsiteY291" fmla="*/ 93345 h 409575"/>
                <a:gd name="connsiteX292" fmla="*/ 411385 w 466725"/>
                <a:gd name="connsiteY292" fmla="*/ 93535 h 409575"/>
                <a:gd name="connsiteX293" fmla="*/ 410813 w 466725"/>
                <a:gd name="connsiteY293" fmla="*/ 93440 h 409575"/>
                <a:gd name="connsiteX294" fmla="*/ 410432 w 466725"/>
                <a:gd name="connsiteY294" fmla="*/ 93059 h 409575"/>
                <a:gd name="connsiteX295" fmla="*/ 410146 w 466725"/>
                <a:gd name="connsiteY295" fmla="*/ 92202 h 409575"/>
                <a:gd name="connsiteX296" fmla="*/ 410146 w 466725"/>
                <a:gd name="connsiteY296" fmla="*/ 91630 h 409575"/>
                <a:gd name="connsiteX297" fmla="*/ 410242 w 466725"/>
                <a:gd name="connsiteY297" fmla="*/ 90964 h 409575"/>
                <a:gd name="connsiteX298" fmla="*/ 412051 w 466725"/>
                <a:gd name="connsiteY298" fmla="*/ 85058 h 409575"/>
                <a:gd name="connsiteX299" fmla="*/ 412337 w 466725"/>
                <a:gd name="connsiteY299" fmla="*/ 82867 h 409575"/>
                <a:gd name="connsiteX300" fmla="*/ 413861 w 466725"/>
                <a:gd name="connsiteY300" fmla="*/ 77343 h 409575"/>
                <a:gd name="connsiteX301" fmla="*/ 414433 w 466725"/>
                <a:gd name="connsiteY301" fmla="*/ 76009 h 409575"/>
                <a:gd name="connsiteX302" fmla="*/ 414623 w 466725"/>
                <a:gd name="connsiteY302" fmla="*/ 74962 h 409575"/>
                <a:gd name="connsiteX303" fmla="*/ 414623 w 466725"/>
                <a:gd name="connsiteY303" fmla="*/ 74390 h 409575"/>
                <a:gd name="connsiteX304" fmla="*/ 414433 w 466725"/>
                <a:gd name="connsiteY304" fmla="*/ 73819 h 409575"/>
                <a:gd name="connsiteX305" fmla="*/ 413956 w 466725"/>
                <a:gd name="connsiteY305" fmla="*/ 73342 h 409575"/>
                <a:gd name="connsiteX306" fmla="*/ 411861 w 466725"/>
                <a:gd name="connsiteY306" fmla="*/ 71914 h 409575"/>
                <a:gd name="connsiteX307" fmla="*/ 411385 w 466725"/>
                <a:gd name="connsiteY307" fmla="*/ 71438 h 409575"/>
                <a:gd name="connsiteX308" fmla="*/ 410813 w 466725"/>
                <a:gd name="connsiteY308" fmla="*/ 70485 h 409575"/>
                <a:gd name="connsiteX309" fmla="*/ 410337 w 466725"/>
                <a:gd name="connsiteY309" fmla="*/ 69913 h 409575"/>
                <a:gd name="connsiteX310" fmla="*/ 409861 w 466725"/>
                <a:gd name="connsiteY310" fmla="*/ 69437 h 409575"/>
                <a:gd name="connsiteX311" fmla="*/ 408908 w 466725"/>
                <a:gd name="connsiteY311" fmla="*/ 69056 h 409575"/>
                <a:gd name="connsiteX312" fmla="*/ 408241 w 466725"/>
                <a:gd name="connsiteY312" fmla="*/ 68961 h 409575"/>
                <a:gd name="connsiteX313" fmla="*/ 407575 w 466725"/>
                <a:gd name="connsiteY313" fmla="*/ 68961 h 409575"/>
                <a:gd name="connsiteX314" fmla="*/ 407098 w 466725"/>
                <a:gd name="connsiteY314" fmla="*/ 69056 h 409575"/>
                <a:gd name="connsiteX315" fmla="*/ 404336 w 466725"/>
                <a:gd name="connsiteY315" fmla="*/ 70104 h 409575"/>
                <a:gd name="connsiteX316" fmla="*/ 403955 w 466725"/>
                <a:gd name="connsiteY316" fmla="*/ 70294 h 409575"/>
                <a:gd name="connsiteX317" fmla="*/ 403574 w 466725"/>
                <a:gd name="connsiteY317" fmla="*/ 70580 h 409575"/>
                <a:gd name="connsiteX318" fmla="*/ 403384 w 466725"/>
                <a:gd name="connsiteY318" fmla="*/ 70961 h 409575"/>
                <a:gd name="connsiteX319" fmla="*/ 403193 w 466725"/>
                <a:gd name="connsiteY319" fmla="*/ 71438 h 409575"/>
                <a:gd name="connsiteX320" fmla="*/ 403193 w 466725"/>
                <a:gd name="connsiteY320" fmla="*/ 72009 h 409575"/>
                <a:gd name="connsiteX321" fmla="*/ 403384 w 466725"/>
                <a:gd name="connsiteY321" fmla="*/ 72485 h 409575"/>
                <a:gd name="connsiteX322" fmla="*/ 403574 w 466725"/>
                <a:gd name="connsiteY322" fmla="*/ 72866 h 409575"/>
                <a:gd name="connsiteX323" fmla="*/ 405193 w 466725"/>
                <a:gd name="connsiteY323" fmla="*/ 74962 h 409575"/>
                <a:gd name="connsiteX324" fmla="*/ 405384 w 466725"/>
                <a:gd name="connsiteY324" fmla="*/ 75342 h 409575"/>
                <a:gd name="connsiteX325" fmla="*/ 405574 w 466725"/>
                <a:gd name="connsiteY325" fmla="*/ 75819 h 409575"/>
                <a:gd name="connsiteX326" fmla="*/ 405670 w 466725"/>
                <a:gd name="connsiteY326" fmla="*/ 76295 h 409575"/>
                <a:gd name="connsiteX327" fmla="*/ 405670 w 466725"/>
                <a:gd name="connsiteY327" fmla="*/ 76867 h 409575"/>
                <a:gd name="connsiteX328" fmla="*/ 405479 w 466725"/>
                <a:gd name="connsiteY328" fmla="*/ 77438 h 409575"/>
                <a:gd name="connsiteX329" fmla="*/ 405193 w 466725"/>
                <a:gd name="connsiteY329" fmla="*/ 78391 h 409575"/>
                <a:gd name="connsiteX330" fmla="*/ 405193 w 466725"/>
                <a:gd name="connsiteY330" fmla="*/ 78962 h 409575"/>
                <a:gd name="connsiteX331" fmla="*/ 405193 w 466725"/>
                <a:gd name="connsiteY331" fmla="*/ 79438 h 409575"/>
                <a:gd name="connsiteX332" fmla="*/ 405384 w 466725"/>
                <a:gd name="connsiteY332" fmla="*/ 79915 h 409575"/>
                <a:gd name="connsiteX333" fmla="*/ 406146 w 466725"/>
                <a:gd name="connsiteY333" fmla="*/ 80963 h 409575"/>
                <a:gd name="connsiteX334" fmla="*/ 406337 w 466725"/>
                <a:gd name="connsiteY334" fmla="*/ 81343 h 409575"/>
                <a:gd name="connsiteX335" fmla="*/ 406432 w 466725"/>
                <a:gd name="connsiteY335" fmla="*/ 81820 h 409575"/>
                <a:gd name="connsiteX336" fmla="*/ 406432 w 466725"/>
                <a:gd name="connsiteY336" fmla="*/ 82391 h 409575"/>
                <a:gd name="connsiteX337" fmla="*/ 406241 w 466725"/>
                <a:gd name="connsiteY337" fmla="*/ 82867 h 409575"/>
                <a:gd name="connsiteX338" fmla="*/ 405955 w 466725"/>
                <a:gd name="connsiteY338" fmla="*/ 83153 h 409575"/>
                <a:gd name="connsiteX339" fmla="*/ 405574 w 466725"/>
                <a:gd name="connsiteY339" fmla="*/ 83344 h 409575"/>
                <a:gd name="connsiteX340" fmla="*/ 405193 w 466725"/>
                <a:gd name="connsiteY340" fmla="*/ 83534 h 409575"/>
                <a:gd name="connsiteX341" fmla="*/ 404622 w 466725"/>
                <a:gd name="connsiteY341" fmla="*/ 83629 h 409575"/>
                <a:gd name="connsiteX342" fmla="*/ 403479 w 466725"/>
                <a:gd name="connsiteY342" fmla="*/ 83534 h 409575"/>
                <a:gd name="connsiteX343" fmla="*/ 402336 w 466725"/>
                <a:gd name="connsiteY343" fmla="*/ 83344 h 409575"/>
                <a:gd name="connsiteX344" fmla="*/ 401383 w 466725"/>
                <a:gd name="connsiteY344" fmla="*/ 83058 h 409575"/>
                <a:gd name="connsiteX345" fmla="*/ 400526 w 466725"/>
                <a:gd name="connsiteY345" fmla="*/ 82582 h 409575"/>
                <a:gd name="connsiteX346" fmla="*/ 400050 w 466725"/>
                <a:gd name="connsiteY346" fmla="*/ 82010 h 409575"/>
                <a:gd name="connsiteX347" fmla="*/ 399479 w 466725"/>
                <a:gd name="connsiteY347" fmla="*/ 81153 h 409575"/>
                <a:gd name="connsiteX348" fmla="*/ 398621 w 466725"/>
                <a:gd name="connsiteY348" fmla="*/ 79057 h 409575"/>
                <a:gd name="connsiteX349" fmla="*/ 398336 w 466725"/>
                <a:gd name="connsiteY349" fmla="*/ 78009 h 409575"/>
                <a:gd name="connsiteX350" fmla="*/ 398240 w 466725"/>
                <a:gd name="connsiteY350" fmla="*/ 77057 h 409575"/>
                <a:gd name="connsiteX351" fmla="*/ 398716 w 466725"/>
                <a:gd name="connsiteY351" fmla="*/ 74390 h 409575"/>
                <a:gd name="connsiteX352" fmla="*/ 398621 w 466725"/>
                <a:gd name="connsiteY352" fmla="*/ 70294 h 409575"/>
                <a:gd name="connsiteX353" fmla="*/ 398240 w 466725"/>
                <a:gd name="connsiteY353" fmla="*/ 67723 h 409575"/>
                <a:gd name="connsiteX354" fmla="*/ 398716 w 466725"/>
                <a:gd name="connsiteY354" fmla="*/ 59531 h 409575"/>
                <a:gd name="connsiteX355" fmla="*/ 398621 w 466725"/>
                <a:gd name="connsiteY355" fmla="*/ 59055 h 409575"/>
                <a:gd name="connsiteX356" fmla="*/ 398526 w 466725"/>
                <a:gd name="connsiteY356" fmla="*/ 58579 h 409575"/>
                <a:gd name="connsiteX357" fmla="*/ 398240 w 466725"/>
                <a:gd name="connsiteY357" fmla="*/ 58007 h 409575"/>
                <a:gd name="connsiteX358" fmla="*/ 397764 w 466725"/>
                <a:gd name="connsiteY358" fmla="*/ 57436 h 409575"/>
                <a:gd name="connsiteX359" fmla="*/ 396812 w 466725"/>
                <a:gd name="connsiteY359" fmla="*/ 56578 h 409575"/>
                <a:gd name="connsiteX360" fmla="*/ 396049 w 466725"/>
                <a:gd name="connsiteY360" fmla="*/ 55435 h 409575"/>
                <a:gd name="connsiteX361" fmla="*/ 395478 w 466725"/>
                <a:gd name="connsiteY361" fmla="*/ 54864 h 409575"/>
                <a:gd name="connsiteX362" fmla="*/ 395097 w 466725"/>
                <a:gd name="connsiteY362" fmla="*/ 54483 h 409575"/>
                <a:gd name="connsiteX363" fmla="*/ 394430 w 466725"/>
                <a:gd name="connsiteY363" fmla="*/ 54483 h 409575"/>
                <a:gd name="connsiteX364" fmla="*/ 393954 w 466725"/>
                <a:gd name="connsiteY364" fmla="*/ 54673 h 409575"/>
                <a:gd name="connsiteX365" fmla="*/ 393097 w 466725"/>
                <a:gd name="connsiteY365" fmla="*/ 55150 h 409575"/>
                <a:gd name="connsiteX366" fmla="*/ 392716 w 466725"/>
                <a:gd name="connsiteY366" fmla="*/ 55245 h 409575"/>
                <a:gd name="connsiteX367" fmla="*/ 392430 w 466725"/>
                <a:gd name="connsiteY367" fmla="*/ 55054 h 409575"/>
                <a:gd name="connsiteX368" fmla="*/ 390811 w 466725"/>
                <a:gd name="connsiteY368" fmla="*/ 54959 h 409575"/>
                <a:gd name="connsiteX369" fmla="*/ 384429 w 466725"/>
                <a:gd name="connsiteY369" fmla="*/ 53340 h 409575"/>
                <a:gd name="connsiteX370" fmla="*/ 381095 w 466725"/>
                <a:gd name="connsiteY370" fmla="*/ 51625 h 409575"/>
                <a:gd name="connsiteX371" fmla="*/ 379571 w 466725"/>
                <a:gd name="connsiteY371" fmla="*/ 51244 h 409575"/>
                <a:gd name="connsiteX372" fmla="*/ 378428 w 466725"/>
                <a:gd name="connsiteY372" fmla="*/ 50578 h 409575"/>
                <a:gd name="connsiteX373" fmla="*/ 377857 w 466725"/>
                <a:gd name="connsiteY373" fmla="*/ 49054 h 409575"/>
                <a:gd name="connsiteX374" fmla="*/ 377666 w 466725"/>
                <a:gd name="connsiteY374" fmla="*/ 47339 h 409575"/>
                <a:gd name="connsiteX375" fmla="*/ 377666 w 466725"/>
                <a:gd name="connsiteY375" fmla="*/ 46006 h 409575"/>
                <a:gd name="connsiteX376" fmla="*/ 378333 w 466725"/>
                <a:gd name="connsiteY376" fmla="*/ 44482 h 409575"/>
                <a:gd name="connsiteX377" fmla="*/ 381381 w 466725"/>
                <a:gd name="connsiteY377" fmla="*/ 42577 h 409575"/>
                <a:gd name="connsiteX378" fmla="*/ 382048 w 466725"/>
                <a:gd name="connsiteY378" fmla="*/ 41053 h 409575"/>
                <a:gd name="connsiteX379" fmla="*/ 381667 w 466725"/>
                <a:gd name="connsiteY379" fmla="*/ 39052 h 409575"/>
                <a:gd name="connsiteX380" fmla="*/ 380905 w 466725"/>
                <a:gd name="connsiteY380" fmla="*/ 37719 h 409575"/>
                <a:gd name="connsiteX381" fmla="*/ 379952 w 466725"/>
                <a:gd name="connsiteY381" fmla="*/ 36576 h 409575"/>
                <a:gd name="connsiteX382" fmla="*/ 379286 w 466725"/>
                <a:gd name="connsiteY382" fmla="*/ 35147 h 409575"/>
                <a:gd name="connsiteX383" fmla="*/ 379190 w 466725"/>
                <a:gd name="connsiteY383" fmla="*/ 34195 h 409575"/>
                <a:gd name="connsiteX384" fmla="*/ 379286 w 466725"/>
                <a:gd name="connsiteY384" fmla="*/ 30384 h 409575"/>
                <a:gd name="connsiteX385" fmla="*/ 379190 w 466725"/>
                <a:gd name="connsiteY385" fmla="*/ 29623 h 409575"/>
                <a:gd name="connsiteX386" fmla="*/ 376142 w 466725"/>
                <a:gd name="connsiteY386" fmla="*/ 21812 h 409575"/>
                <a:gd name="connsiteX387" fmla="*/ 375380 w 466725"/>
                <a:gd name="connsiteY387" fmla="*/ 18288 h 409575"/>
                <a:gd name="connsiteX388" fmla="*/ 375761 w 466725"/>
                <a:gd name="connsiteY388" fmla="*/ 15811 h 409575"/>
                <a:gd name="connsiteX389" fmla="*/ 375666 w 466725"/>
                <a:gd name="connsiteY389" fmla="*/ 15430 h 409575"/>
                <a:gd name="connsiteX390" fmla="*/ 375475 w 466725"/>
                <a:gd name="connsiteY390" fmla="*/ 15335 h 409575"/>
                <a:gd name="connsiteX391" fmla="*/ 374904 w 466725"/>
                <a:gd name="connsiteY391" fmla="*/ 15335 h 409575"/>
                <a:gd name="connsiteX392" fmla="*/ 365284 w 466725"/>
                <a:gd name="connsiteY392" fmla="*/ 16859 h 409575"/>
                <a:gd name="connsiteX393" fmla="*/ 356330 w 466725"/>
                <a:gd name="connsiteY393" fmla="*/ 16478 h 409575"/>
                <a:gd name="connsiteX394" fmla="*/ 351282 w 466725"/>
                <a:gd name="connsiteY394" fmla="*/ 18383 h 409575"/>
                <a:gd name="connsiteX395" fmla="*/ 345376 w 466725"/>
                <a:gd name="connsiteY395" fmla="*/ 21907 h 409575"/>
                <a:gd name="connsiteX396" fmla="*/ 344614 w 466725"/>
                <a:gd name="connsiteY396" fmla="*/ 22574 h 409575"/>
                <a:gd name="connsiteX397" fmla="*/ 343662 w 466725"/>
                <a:gd name="connsiteY397" fmla="*/ 23050 h 409575"/>
                <a:gd name="connsiteX398" fmla="*/ 342043 w 466725"/>
                <a:gd name="connsiteY398" fmla="*/ 23813 h 409575"/>
                <a:gd name="connsiteX399" fmla="*/ 340995 w 466725"/>
                <a:gd name="connsiteY399" fmla="*/ 24003 h 409575"/>
                <a:gd name="connsiteX400" fmla="*/ 340042 w 466725"/>
                <a:gd name="connsiteY400" fmla="*/ 23908 h 409575"/>
                <a:gd name="connsiteX401" fmla="*/ 338995 w 466725"/>
                <a:gd name="connsiteY401" fmla="*/ 23527 h 409575"/>
                <a:gd name="connsiteX402" fmla="*/ 338328 w 466725"/>
                <a:gd name="connsiteY402" fmla="*/ 23050 h 409575"/>
                <a:gd name="connsiteX403" fmla="*/ 336899 w 466725"/>
                <a:gd name="connsiteY403" fmla="*/ 21241 h 409575"/>
                <a:gd name="connsiteX404" fmla="*/ 336042 w 466725"/>
                <a:gd name="connsiteY404" fmla="*/ 20193 h 409575"/>
                <a:gd name="connsiteX405" fmla="*/ 335185 w 466725"/>
                <a:gd name="connsiteY405" fmla="*/ 18669 h 409575"/>
                <a:gd name="connsiteX406" fmla="*/ 334899 w 466725"/>
                <a:gd name="connsiteY406" fmla="*/ 17812 h 409575"/>
                <a:gd name="connsiteX407" fmla="*/ 334708 w 466725"/>
                <a:gd name="connsiteY407" fmla="*/ 16764 h 409575"/>
                <a:gd name="connsiteX408" fmla="*/ 334994 w 466725"/>
                <a:gd name="connsiteY408" fmla="*/ 12001 h 409575"/>
                <a:gd name="connsiteX409" fmla="*/ 334899 w 466725"/>
                <a:gd name="connsiteY409" fmla="*/ 10858 h 409575"/>
                <a:gd name="connsiteX410" fmla="*/ 334708 w 466725"/>
                <a:gd name="connsiteY410" fmla="*/ 9906 h 409575"/>
                <a:gd name="connsiteX411" fmla="*/ 334232 w 466725"/>
                <a:gd name="connsiteY411" fmla="*/ 9049 h 409575"/>
                <a:gd name="connsiteX412" fmla="*/ 333280 w 466725"/>
                <a:gd name="connsiteY412" fmla="*/ 8667 h 409575"/>
                <a:gd name="connsiteX413" fmla="*/ 331946 w 466725"/>
                <a:gd name="connsiteY413" fmla="*/ 8667 h 409575"/>
                <a:gd name="connsiteX414" fmla="*/ 327470 w 466725"/>
                <a:gd name="connsiteY414" fmla="*/ 9334 h 409575"/>
                <a:gd name="connsiteX415" fmla="*/ 326612 w 466725"/>
                <a:gd name="connsiteY415" fmla="*/ 9334 h 409575"/>
                <a:gd name="connsiteX416" fmla="*/ 325755 w 466725"/>
                <a:gd name="connsiteY416" fmla="*/ 9049 h 409575"/>
                <a:gd name="connsiteX417" fmla="*/ 324898 w 466725"/>
                <a:gd name="connsiteY417" fmla="*/ 8667 h 409575"/>
                <a:gd name="connsiteX418" fmla="*/ 322516 w 466725"/>
                <a:gd name="connsiteY418" fmla="*/ 7144 h 409575"/>
                <a:gd name="connsiteX419" fmla="*/ 318421 w 466725"/>
                <a:gd name="connsiteY419" fmla="*/ 6096 h 409575"/>
                <a:gd name="connsiteX420" fmla="*/ 316611 w 466725"/>
                <a:gd name="connsiteY420" fmla="*/ 5334 h 409575"/>
                <a:gd name="connsiteX421" fmla="*/ 315849 w 466725"/>
                <a:gd name="connsiteY421" fmla="*/ 4858 h 409575"/>
                <a:gd name="connsiteX422" fmla="*/ 315182 w 466725"/>
                <a:gd name="connsiteY422" fmla="*/ 4286 h 409575"/>
                <a:gd name="connsiteX423" fmla="*/ 314611 w 466725"/>
                <a:gd name="connsiteY423" fmla="*/ 3524 h 409575"/>
                <a:gd name="connsiteX424" fmla="*/ 313277 w 466725"/>
                <a:gd name="connsiteY424" fmla="*/ 1143 h 409575"/>
                <a:gd name="connsiteX425" fmla="*/ 312706 w 466725"/>
                <a:gd name="connsiteY425" fmla="*/ 476 h 409575"/>
                <a:gd name="connsiteX426" fmla="*/ 312134 w 466725"/>
                <a:gd name="connsiteY426" fmla="*/ 0 h 409575"/>
                <a:gd name="connsiteX427" fmla="*/ 311753 w 466725"/>
                <a:gd name="connsiteY427" fmla="*/ 0 h 409575"/>
                <a:gd name="connsiteX428" fmla="*/ 310991 w 466725"/>
                <a:gd name="connsiteY428" fmla="*/ 95 h 409575"/>
                <a:gd name="connsiteX429" fmla="*/ 310229 w 466725"/>
                <a:gd name="connsiteY429" fmla="*/ 571 h 409575"/>
                <a:gd name="connsiteX430" fmla="*/ 309372 w 466725"/>
                <a:gd name="connsiteY430" fmla="*/ 1143 h 409575"/>
                <a:gd name="connsiteX431" fmla="*/ 308515 w 466725"/>
                <a:gd name="connsiteY431" fmla="*/ 2096 h 409575"/>
                <a:gd name="connsiteX432" fmla="*/ 307562 w 466725"/>
                <a:gd name="connsiteY432" fmla="*/ 3524 h 409575"/>
                <a:gd name="connsiteX433" fmla="*/ 306896 w 466725"/>
                <a:gd name="connsiteY433" fmla="*/ 4667 h 409575"/>
                <a:gd name="connsiteX434" fmla="*/ 306514 w 466725"/>
                <a:gd name="connsiteY434" fmla="*/ 5715 h 409575"/>
                <a:gd name="connsiteX435" fmla="*/ 305848 w 466725"/>
                <a:gd name="connsiteY435" fmla="*/ 7715 h 409575"/>
                <a:gd name="connsiteX436" fmla="*/ 305371 w 466725"/>
                <a:gd name="connsiteY436" fmla="*/ 9811 h 409575"/>
                <a:gd name="connsiteX437" fmla="*/ 305371 w 466725"/>
                <a:gd name="connsiteY437" fmla="*/ 12192 h 409575"/>
                <a:gd name="connsiteX438" fmla="*/ 305467 w 466725"/>
                <a:gd name="connsiteY438" fmla="*/ 13240 h 409575"/>
                <a:gd name="connsiteX439" fmla="*/ 305943 w 466725"/>
                <a:gd name="connsiteY439" fmla="*/ 15335 h 409575"/>
                <a:gd name="connsiteX440" fmla="*/ 306324 w 466725"/>
                <a:gd name="connsiteY440" fmla="*/ 16288 h 409575"/>
                <a:gd name="connsiteX441" fmla="*/ 306800 w 466725"/>
                <a:gd name="connsiteY441" fmla="*/ 17050 h 409575"/>
                <a:gd name="connsiteX442" fmla="*/ 307372 w 466725"/>
                <a:gd name="connsiteY442" fmla="*/ 17716 h 409575"/>
                <a:gd name="connsiteX443" fmla="*/ 310420 w 466725"/>
                <a:gd name="connsiteY443" fmla="*/ 19812 h 409575"/>
                <a:gd name="connsiteX444" fmla="*/ 311087 w 466725"/>
                <a:gd name="connsiteY444" fmla="*/ 20383 h 409575"/>
                <a:gd name="connsiteX445" fmla="*/ 311563 w 466725"/>
                <a:gd name="connsiteY445" fmla="*/ 21050 h 409575"/>
                <a:gd name="connsiteX446" fmla="*/ 311848 w 466725"/>
                <a:gd name="connsiteY446" fmla="*/ 21717 h 409575"/>
                <a:gd name="connsiteX447" fmla="*/ 312039 w 466725"/>
                <a:gd name="connsiteY447" fmla="*/ 22098 h 409575"/>
                <a:gd name="connsiteX448" fmla="*/ 312039 w 466725"/>
                <a:gd name="connsiteY448" fmla="*/ 22479 h 409575"/>
                <a:gd name="connsiteX449" fmla="*/ 312039 w 466725"/>
                <a:gd name="connsiteY449" fmla="*/ 22955 h 409575"/>
                <a:gd name="connsiteX450" fmla="*/ 311753 w 466725"/>
                <a:gd name="connsiteY450" fmla="*/ 23431 h 409575"/>
                <a:gd name="connsiteX451" fmla="*/ 311372 w 466725"/>
                <a:gd name="connsiteY451" fmla="*/ 24193 h 409575"/>
                <a:gd name="connsiteX452" fmla="*/ 309848 w 466725"/>
                <a:gd name="connsiteY452" fmla="*/ 25622 h 409575"/>
                <a:gd name="connsiteX453" fmla="*/ 309563 w 466725"/>
                <a:gd name="connsiteY453" fmla="*/ 26098 h 409575"/>
                <a:gd name="connsiteX454" fmla="*/ 309277 w 466725"/>
                <a:gd name="connsiteY454" fmla="*/ 26860 h 409575"/>
                <a:gd name="connsiteX455" fmla="*/ 308991 w 466725"/>
                <a:gd name="connsiteY455" fmla="*/ 30099 h 409575"/>
                <a:gd name="connsiteX456" fmla="*/ 308705 w 466725"/>
                <a:gd name="connsiteY456" fmla="*/ 31051 h 409575"/>
                <a:gd name="connsiteX457" fmla="*/ 308420 w 466725"/>
                <a:gd name="connsiteY457" fmla="*/ 32004 h 409575"/>
                <a:gd name="connsiteX458" fmla="*/ 307753 w 466725"/>
                <a:gd name="connsiteY458" fmla="*/ 32766 h 409575"/>
                <a:gd name="connsiteX459" fmla="*/ 306991 w 466725"/>
                <a:gd name="connsiteY459" fmla="*/ 33528 h 409575"/>
                <a:gd name="connsiteX460" fmla="*/ 295846 w 466725"/>
                <a:gd name="connsiteY460" fmla="*/ 39719 h 409575"/>
                <a:gd name="connsiteX461" fmla="*/ 294894 w 466725"/>
                <a:gd name="connsiteY461" fmla="*/ 40005 h 409575"/>
                <a:gd name="connsiteX462" fmla="*/ 293656 w 466725"/>
                <a:gd name="connsiteY462" fmla="*/ 40100 h 409575"/>
                <a:gd name="connsiteX463" fmla="*/ 291941 w 466725"/>
                <a:gd name="connsiteY463" fmla="*/ 39719 h 409575"/>
                <a:gd name="connsiteX464" fmla="*/ 290322 w 466725"/>
                <a:gd name="connsiteY464" fmla="*/ 38671 h 409575"/>
                <a:gd name="connsiteX465" fmla="*/ 289370 w 466725"/>
                <a:gd name="connsiteY465" fmla="*/ 37814 h 409575"/>
                <a:gd name="connsiteX466" fmla="*/ 287655 w 466725"/>
                <a:gd name="connsiteY466" fmla="*/ 35623 h 409575"/>
                <a:gd name="connsiteX467" fmla="*/ 284988 w 466725"/>
                <a:gd name="connsiteY467" fmla="*/ 33147 h 409575"/>
                <a:gd name="connsiteX468" fmla="*/ 282512 w 466725"/>
                <a:gd name="connsiteY468" fmla="*/ 31623 h 409575"/>
                <a:gd name="connsiteX469" fmla="*/ 281559 w 466725"/>
                <a:gd name="connsiteY469" fmla="*/ 31337 h 409575"/>
                <a:gd name="connsiteX470" fmla="*/ 280606 w 466725"/>
                <a:gd name="connsiteY470" fmla="*/ 31432 h 409575"/>
                <a:gd name="connsiteX471" fmla="*/ 278130 w 466725"/>
                <a:gd name="connsiteY471" fmla="*/ 32480 h 409575"/>
                <a:gd name="connsiteX472" fmla="*/ 275939 w 466725"/>
                <a:gd name="connsiteY472" fmla="*/ 32575 h 409575"/>
                <a:gd name="connsiteX473" fmla="*/ 274511 w 466725"/>
                <a:gd name="connsiteY473" fmla="*/ 32575 h 409575"/>
                <a:gd name="connsiteX474" fmla="*/ 273272 w 466725"/>
                <a:gd name="connsiteY474" fmla="*/ 33242 h 409575"/>
                <a:gd name="connsiteX475" fmla="*/ 272510 w 466725"/>
                <a:gd name="connsiteY475" fmla="*/ 34195 h 409575"/>
                <a:gd name="connsiteX476" fmla="*/ 272034 w 466725"/>
                <a:gd name="connsiteY476" fmla="*/ 35052 h 409575"/>
                <a:gd name="connsiteX477" fmla="*/ 270796 w 466725"/>
                <a:gd name="connsiteY477" fmla="*/ 38481 h 409575"/>
                <a:gd name="connsiteX478" fmla="*/ 269938 w 466725"/>
                <a:gd name="connsiteY478" fmla="*/ 40100 h 409575"/>
                <a:gd name="connsiteX479" fmla="*/ 268796 w 466725"/>
                <a:gd name="connsiteY479" fmla="*/ 41338 h 409575"/>
                <a:gd name="connsiteX480" fmla="*/ 267748 w 466725"/>
                <a:gd name="connsiteY480" fmla="*/ 41148 h 409575"/>
                <a:gd name="connsiteX481" fmla="*/ 266986 w 466725"/>
                <a:gd name="connsiteY481" fmla="*/ 40481 h 409575"/>
                <a:gd name="connsiteX482" fmla="*/ 266224 w 466725"/>
                <a:gd name="connsiteY482" fmla="*/ 39624 h 409575"/>
                <a:gd name="connsiteX483" fmla="*/ 264986 w 466725"/>
                <a:gd name="connsiteY483" fmla="*/ 39529 h 409575"/>
                <a:gd name="connsiteX484" fmla="*/ 263271 w 466725"/>
                <a:gd name="connsiteY484" fmla="*/ 40386 h 409575"/>
                <a:gd name="connsiteX485" fmla="*/ 260032 w 466725"/>
                <a:gd name="connsiteY485" fmla="*/ 42958 h 409575"/>
                <a:gd name="connsiteX486" fmla="*/ 259080 w 466725"/>
                <a:gd name="connsiteY486" fmla="*/ 44958 h 409575"/>
                <a:gd name="connsiteX487" fmla="*/ 258889 w 466725"/>
                <a:gd name="connsiteY487" fmla="*/ 46863 h 409575"/>
                <a:gd name="connsiteX488" fmla="*/ 259842 w 466725"/>
                <a:gd name="connsiteY488" fmla="*/ 50197 h 409575"/>
                <a:gd name="connsiteX489" fmla="*/ 259937 w 466725"/>
                <a:gd name="connsiteY489" fmla="*/ 51530 h 409575"/>
                <a:gd name="connsiteX490" fmla="*/ 259937 w 466725"/>
                <a:gd name="connsiteY490" fmla="*/ 52578 h 409575"/>
                <a:gd name="connsiteX491" fmla="*/ 259937 w 466725"/>
                <a:gd name="connsiteY491" fmla="*/ 53340 h 409575"/>
                <a:gd name="connsiteX492" fmla="*/ 259747 w 466725"/>
                <a:gd name="connsiteY492" fmla="*/ 54388 h 409575"/>
                <a:gd name="connsiteX493" fmla="*/ 259556 w 466725"/>
                <a:gd name="connsiteY493" fmla="*/ 55245 h 409575"/>
                <a:gd name="connsiteX494" fmla="*/ 259080 w 466725"/>
                <a:gd name="connsiteY494" fmla="*/ 56578 h 409575"/>
                <a:gd name="connsiteX495" fmla="*/ 258413 w 466725"/>
                <a:gd name="connsiteY495" fmla="*/ 57912 h 409575"/>
                <a:gd name="connsiteX496" fmla="*/ 257461 w 466725"/>
                <a:gd name="connsiteY496" fmla="*/ 59055 h 409575"/>
                <a:gd name="connsiteX497" fmla="*/ 256318 w 466725"/>
                <a:gd name="connsiteY497" fmla="*/ 59722 h 409575"/>
                <a:gd name="connsiteX498" fmla="*/ 255175 w 466725"/>
                <a:gd name="connsiteY498" fmla="*/ 59626 h 409575"/>
                <a:gd name="connsiteX499" fmla="*/ 254032 w 466725"/>
                <a:gd name="connsiteY499" fmla="*/ 59246 h 409575"/>
                <a:gd name="connsiteX500" fmla="*/ 253079 w 466725"/>
                <a:gd name="connsiteY500" fmla="*/ 59436 h 409575"/>
                <a:gd name="connsiteX501" fmla="*/ 252413 w 466725"/>
                <a:gd name="connsiteY501" fmla="*/ 60579 h 409575"/>
                <a:gd name="connsiteX502" fmla="*/ 252222 w 466725"/>
                <a:gd name="connsiteY502" fmla="*/ 62103 h 409575"/>
                <a:gd name="connsiteX503" fmla="*/ 252222 w 466725"/>
                <a:gd name="connsiteY503" fmla="*/ 65341 h 409575"/>
                <a:gd name="connsiteX504" fmla="*/ 252127 w 466725"/>
                <a:gd name="connsiteY504" fmla="*/ 67532 h 409575"/>
                <a:gd name="connsiteX505" fmla="*/ 251936 w 466725"/>
                <a:gd name="connsiteY505" fmla="*/ 67913 h 409575"/>
                <a:gd name="connsiteX506" fmla="*/ 251555 w 466725"/>
                <a:gd name="connsiteY506" fmla="*/ 68389 h 409575"/>
                <a:gd name="connsiteX507" fmla="*/ 250507 w 466725"/>
                <a:gd name="connsiteY507" fmla="*/ 69247 h 409575"/>
                <a:gd name="connsiteX508" fmla="*/ 249079 w 466725"/>
                <a:gd name="connsiteY508" fmla="*/ 69437 h 409575"/>
                <a:gd name="connsiteX509" fmla="*/ 247650 w 466725"/>
                <a:gd name="connsiteY509" fmla="*/ 69247 h 409575"/>
                <a:gd name="connsiteX510" fmla="*/ 245650 w 466725"/>
                <a:gd name="connsiteY510" fmla="*/ 67913 h 409575"/>
                <a:gd name="connsiteX511" fmla="*/ 245364 w 466725"/>
                <a:gd name="connsiteY511" fmla="*/ 67627 h 409575"/>
                <a:gd name="connsiteX512" fmla="*/ 245269 w 466725"/>
                <a:gd name="connsiteY512" fmla="*/ 67532 h 409575"/>
                <a:gd name="connsiteX513" fmla="*/ 244602 w 466725"/>
                <a:gd name="connsiteY513" fmla="*/ 66484 h 409575"/>
                <a:gd name="connsiteX514" fmla="*/ 243649 w 466725"/>
                <a:gd name="connsiteY514" fmla="*/ 66008 h 409575"/>
                <a:gd name="connsiteX515" fmla="*/ 242506 w 466725"/>
                <a:gd name="connsiteY515" fmla="*/ 65722 h 409575"/>
                <a:gd name="connsiteX516" fmla="*/ 240697 w 466725"/>
                <a:gd name="connsiteY516" fmla="*/ 65913 h 409575"/>
                <a:gd name="connsiteX517" fmla="*/ 238125 w 466725"/>
                <a:gd name="connsiteY517" fmla="*/ 66580 h 409575"/>
                <a:gd name="connsiteX518" fmla="*/ 237077 w 466725"/>
                <a:gd name="connsiteY518" fmla="*/ 66770 h 409575"/>
                <a:gd name="connsiteX519" fmla="*/ 236506 w 466725"/>
                <a:gd name="connsiteY519" fmla="*/ 66294 h 409575"/>
                <a:gd name="connsiteX520" fmla="*/ 236315 w 466725"/>
                <a:gd name="connsiteY520" fmla="*/ 65817 h 409575"/>
                <a:gd name="connsiteX521" fmla="*/ 236411 w 466725"/>
                <a:gd name="connsiteY521" fmla="*/ 65246 h 409575"/>
                <a:gd name="connsiteX522" fmla="*/ 236696 w 466725"/>
                <a:gd name="connsiteY522" fmla="*/ 64675 h 409575"/>
                <a:gd name="connsiteX523" fmla="*/ 239268 w 466725"/>
                <a:gd name="connsiteY523" fmla="*/ 61341 h 409575"/>
                <a:gd name="connsiteX524" fmla="*/ 239649 w 466725"/>
                <a:gd name="connsiteY524" fmla="*/ 60674 h 409575"/>
                <a:gd name="connsiteX525" fmla="*/ 241078 w 466725"/>
                <a:gd name="connsiteY525" fmla="*/ 57436 h 409575"/>
                <a:gd name="connsiteX526" fmla="*/ 241649 w 466725"/>
                <a:gd name="connsiteY526" fmla="*/ 56483 h 409575"/>
                <a:gd name="connsiteX527" fmla="*/ 242221 w 466725"/>
                <a:gd name="connsiteY527" fmla="*/ 55245 h 409575"/>
                <a:gd name="connsiteX528" fmla="*/ 242316 w 466725"/>
                <a:gd name="connsiteY528" fmla="*/ 54292 h 409575"/>
                <a:gd name="connsiteX529" fmla="*/ 242030 w 466725"/>
                <a:gd name="connsiteY529" fmla="*/ 53340 h 409575"/>
                <a:gd name="connsiteX530" fmla="*/ 239935 w 466725"/>
                <a:gd name="connsiteY530" fmla="*/ 49816 h 409575"/>
                <a:gd name="connsiteX531" fmla="*/ 238125 w 466725"/>
                <a:gd name="connsiteY531" fmla="*/ 45148 h 409575"/>
                <a:gd name="connsiteX532" fmla="*/ 237744 w 466725"/>
                <a:gd name="connsiteY532" fmla="*/ 44386 h 409575"/>
                <a:gd name="connsiteX533" fmla="*/ 237077 w 466725"/>
                <a:gd name="connsiteY533" fmla="*/ 43529 h 409575"/>
                <a:gd name="connsiteX534" fmla="*/ 233743 w 466725"/>
                <a:gd name="connsiteY534" fmla="*/ 40481 h 409575"/>
                <a:gd name="connsiteX535" fmla="*/ 232981 w 466725"/>
                <a:gd name="connsiteY535" fmla="*/ 39624 h 409575"/>
                <a:gd name="connsiteX536" fmla="*/ 232410 w 466725"/>
                <a:gd name="connsiteY536" fmla="*/ 38767 h 409575"/>
                <a:gd name="connsiteX537" fmla="*/ 231934 w 466725"/>
                <a:gd name="connsiteY537" fmla="*/ 38195 h 409575"/>
                <a:gd name="connsiteX538" fmla="*/ 231267 w 466725"/>
                <a:gd name="connsiteY538" fmla="*/ 37624 h 409575"/>
                <a:gd name="connsiteX539" fmla="*/ 230219 w 466725"/>
                <a:gd name="connsiteY539" fmla="*/ 37338 h 409575"/>
                <a:gd name="connsiteX540" fmla="*/ 229362 w 466725"/>
                <a:gd name="connsiteY540" fmla="*/ 37814 h 409575"/>
                <a:gd name="connsiteX541" fmla="*/ 228981 w 466725"/>
                <a:gd name="connsiteY541" fmla="*/ 38767 h 409575"/>
                <a:gd name="connsiteX542" fmla="*/ 229171 w 466725"/>
                <a:gd name="connsiteY542" fmla="*/ 40481 h 409575"/>
                <a:gd name="connsiteX543" fmla="*/ 229648 w 466725"/>
                <a:gd name="connsiteY543" fmla="*/ 42100 h 409575"/>
                <a:gd name="connsiteX544" fmla="*/ 230219 w 466725"/>
                <a:gd name="connsiteY544" fmla="*/ 43434 h 409575"/>
                <a:gd name="connsiteX545" fmla="*/ 233267 w 466725"/>
                <a:gd name="connsiteY545" fmla="*/ 48768 h 409575"/>
                <a:gd name="connsiteX546" fmla="*/ 233648 w 466725"/>
                <a:gd name="connsiteY546" fmla="*/ 49911 h 409575"/>
                <a:gd name="connsiteX547" fmla="*/ 233839 w 466725"/>
                <a:gd name="connsiteY547" fmla="*/ 50959 h 409575"/>
                <a:gd name="connsiteX548" fmla="*/ 233839 w 466725"/>
                <a:gd name="connsiteY548" fmla="*/ 52102 h 409575"/>
                <a:gd name="connsiteX549" fmla="*/ 233743 w 466725"/>
                <a:gd name="connsiteY549" fmla="*/ 53149 h 409575"/>
                <a:gd name="connsiteX550" fmla="*/ 233267 w 466725"/>
                <a:gd name="connsiteY550" fmla="*/ 54292 h 409575"/>
                <a:gd name="connsiteX551" fmla="*/ 232886 w 466725"/>
                <a:gd name="connsiteY551" fmla="*/ 55054 h 409575"/>
                <a:gd name="connsiteX552" fmla="*/ 231172 w 466725"/>
                <a:gd name="connsiteY552" fmla="*/ 57055 h 409575"/>
                <a:gd name="connsiteX553" fmla="*/ 230791 w 466725"/>
                <a:gd name="connsiteY553" fmla="*/ 58102 h 409575"/>
                <a:gd name="connsiteX554" fmla="*/ 230791 w 466725"/>
                <a:gd name="connsiteY554" fmla="*/ 59722 h 409575"/>
                <a:gd name="connsiteX555" fmla="*/ 231457 w 466725"/>
                <a:gd name="connsiteY555" fmla="*/ 62674 h 409575"/>
                <a:gd name="connsiteX556" fmla="*/ 231172 w 466725"/>
                <a:gd name="connsiteY556" fmla="*/ 64008 h 409575"/>
                <a:gd name="connsiteX557" fmla="*/ 230029 w 466725"/>
                <a:gd name="connsiteY557" fmla="*/ 64389 h 409575"/>
                <a:gd name="connsiteX558" fmla="*/ 228314 w 466725"/>
                <a:gd name="connsiteY558" fmla="*/ 63913 h 409575"/>
                <a:gd name="connsiteX559" fmla="*/ 224599 w 466725"/>
                <a:gd name="connsiteY559" fmla="*/ 61722 h 409575"/>
                <a:gd name="connsiteX560" fmla="*/ 222695 w 466725"/>
                <a:gd name="connsiteY560" fmla="*/ 61150 h 409575"/>
                <a:gd name="connsiteX561" fmla="*/ 222790 w 466725"/>
                <a:gd name="connsiteY561" fmla="*/ 62865 h 409575"/>
                <a:gd name="connsiteX562" fmla="*/ 222504 w 466725"/>
                <a:gd name="connsiteY562" fmla="*/ 64008 h 409575"/>
                <a:gd name="connsiteX563" fmla="*/ 221837 w 466725"/>
                <a:gd name="connsiteY563" fmla="*/ 65627 h 409575"/>
                <a:gd name="connsiteX564" fmla="*/ 219170 w 466725"/>
                <a:gd name="connsiteY564" fmla="*/ 69532 h 409575"/>
                <a:gd name="connsiteX565" fmla="*/ 218122 w 466725"/>
                <a:gd name="connsiteY565" fmla="*/ 70294 h 409575"/>
                <a:gd name="connsiteX566" fmla="*/ 217265 w 466725"/>
                <a:gd name="connsiteY566" fmla="*/ 70294 h 409575"/>
                <a:gd name="connsiteX567" fmla="*/ 216598 w 466725"/>
                <a:gd name="connsiteY567" fmla="*/ 69913 h 409575"/>
                <a:gd name="connsiteX568" fmla="*/ 216122 w 466725"/>
                <a:gd name="connsiteY568" fmla="*/ 69247 h 409575"/>
                <a:gd name="connsiteX569" fmla="*/ 216027 w 466725"/>
                <a:gd name="connsiteY569" fmla="*/ 68484 h 409575"/>
                <a:gd name="connsiteX570" fmla="*/ 216027 w 466725"/>
                <a:gd name="connsiteY570" fmla="*/ 67913 h 409575"/>
                <a:gd name="connsiteX571" fmla="*/ 216122 w 466725"/>
                <a:gd name="connsiteY571" fmla="*/ 67056 h 409575"/>
                <a:gd name="connsiteX572" fmla="*/ 216122 w 466725"/>
                <a:gd name="connsiteY572" fmla="*/ 66199 h 409575"/>
                <a:gd name="connsiteX573" fmla="*/ 216027 w 466725"/>
                <a:gd name="connsiteY573" fmla="*/ 65246 h 409575"/>
                <a:gd name="connsiteX574" fmla="*/ 215646 w 466725"/>
                <a:gd name="connsiteY574" fmla="*/ 64389 h 409575"/>
                <a:gd name="connsiteX575" fmla="*/ 215074 w 466725"/>
                <a:gd name="connsiteY575" fmla="*/ 63627 h 409575"/>
                <a:gd name="connsiteX576" fmla="*/ 214408 w 466725"/>
                <a:gd name="connsiteY576" fmla="*/ 63055 h 409575"/>
                <a:gd name="connsiteX577" fmla="*/ 213646 w 466725"/>
                <a:gd name="connsiteY577" fmla="*/ 62579 h 409575"/>
                <a:gd name="connsiteX578" fmla="*/ 207264 w 466725"/>
                <a:gd name="connsiteY578" fmla="*/ 60007 h 409575"/>
                <a:gd name="connsiteX579" fmla="*/ 206502 w 466725"/>
                <a:gd name="connsiteY579" fmla="*/ 59531 h 409575"/>
                <a:gd name="connsiteX580" fmla="*/ 205835 w 466725"/>
                <a:gd name="connsiteY580" fmla="*/ 58864 h 409575"/>
                <a:gd name="connsiteX581" fmla="*/ 204406 w 466725"/>
                <a:gd name="connsiteY581" fmla="*/ 56483 h 409575"/>
                <a:gd name="connsiteX582" fmla="*/ 203740 w 466725"/>
                <a:gd name="connsiteY582" fmla="*/ 55912 h 409575"/>
                <a:gd name="connsiteX583" fmla="*/ 202025 w 466725"/>
                <a:gd name="connsiteY583" fmla="*/ 55150 h 409575"/>
                <a:gd name="connsiteX584" fmla="*/ 198406 w 466725"/>
                <a:gd name="connsiteY584" fmla="*/ 52388 h 409575"/>
                <a:gd name="connsiteX585" fmla="*/ 190881 w 466725"/>
                <a:gd name="connsiteY585" fmla="*/ 44767 h 409575"/>
                <a:gd name="connsiteX586" fmla="*/ 190119 w 466725"/>
                <a:gd name="connsiteY586" fmla="*/ 44577 h 409575"/>
                <a:gd name="connsiteX587" fmla="*/ 189357 w 466725"/>
                <a:gd name="connsiteY587" fmla="*/ 44958 h 409575"/>
                <a:gd name="connsiteX588" fmla="*/ 188595 w 466725"/>
                <a:gd name="connsiteY588" fmla="*/ 46482 h 409575"/>
                <a:gd name="connsiteX589" fmla="*/ 187262 w 466725"/>
                <a:gd name="connsiteY589" fmla="*/ 48387 h 409575"/>
                <a:gd name="connsiteX590" fmla="*/ 186690 w 466725"/>
                <a:gd name="connsiteY590" fmla="*/ 49054 h 409575"/>
                <a:gd name="connsiteX591" fmla="*/ 186023 w 466725"/>
                <a:gd name="connsiteY591" fmla="*/ 50197 h 409575"/>
                <a:gd name="connsiteX592" fmla="*/ 185452 w 466725"/>
                <a:gd name="connsiteY592" fmla="*/ 51816 h 409575"/>
                <a:gd name="connsiteX593" fmla="*/ 184785 w 466725"/>
                <a:gd name="connsiteY593" fmla="*/ 55054 h 409575"/>
                <a:gd name="connsiteX594" fmla="*/ 184213 w 466725"/>
                <a:gd name="connsiteY594" fmla="*/ 56674 h 409575"/>
                <a:gd name="connsiteX595" fmla="*/ 183451 w 466725"/>
                <a:gd name="connsiteY595" fmla="*/ 57817 h 409575"/>
                <a:gd name="connsiteX596" fmla="*/ 182689 w 466725"/>
                <a:gd name="connsiteY596" fmla="*/ 58198 h 409575"/>
                <a:gd name="connsiteX597" fmla="*/ 181642 w 466725"/>
                <a:gd name="connsiteY597" fmla="*/ 58293 h 409575"/>
                <a:gd name="connsiteX598" fmla="*/ 179451 w 466725"/>
                <a:gd name="connsiteY598" fmla="*/ 58293 h 409575"/>
                <a:gd name="connsiteX599" fmla="*/ 178498 w 466725"/>
                <a:gd name="connsiteY599" fmla="*/ 58388 h 409575"/>
                <a:gd name="connsiteX600" fmla="*/ 174974 w 466725"/>
                <a:gd name="connsiteY600" fmla="*/ 59626 h 409575"/>
                <a:gd name="connsiteX601" fmla="*/ 174022 w 466725"/>
                <a:gd name="connsiteY601" fmla="*/ 59626 h 409575"/>
                <a:gd name="connsiteX602" fmla="*/ 170593 w 466725"/>
                <a:gd name="connsiteY602" fmla="*/ 58293 h 409575"/>
                <a:gd name="connsiteX603" fmla="*/ 169736 w 466725"/>
                <a:gd name="connsiteY603" fmla="*/ 58293 h 409575"/>
                <a:gd name="connsiteX604" fmla="*/ 168688 w 466725"/>
                <a:gd name="connsiteY604" fmla="*/ 58769 h 409575"/>
                <a:gd name="connsiteX605" fmla="*/ 166783 w 466725"/>
                <a:gd name="connsiteY605" fmla="*/ 60198 h 409575"/>
                <a:gd name="connsiteX606" fmla="*/ 166497 w 466725"/>
                <a:gd name="connsiteY606" fmla="*/ 60579 h 409575"/>
                <a:gd name="connsiteX607" fmla="*/ 166211 w 466725"/>
                <a:gd name="connsiteY607" fmla="*/ 60960 h 409575"/>
                <a:gd name="connsiteX608" fmla="*/ 165735 w 466725"/>
                <a:gd name="connsiteY608" fmla="*/ 62198 h 409575"/>
                <a:gd name="connsiteX609" fmla="*/ 165545 w 466725"/>
                <a:gd name="connsiteY609" fmla="*/ 63627 h 409575"/>
                <a:gd name="connsiteX610" fmla="*/ 165259 w 466725"/>
                <a:gd name="connsiteY610" fmla="*/ 64675 h 409575"/>
                <a:gd name="connsiteX611" fmla="*/ 164782 w 466725"/>
                <a:gd name="connsiteY611" fmla="*/ 65437 h 409575"/>
                <a:gd name="connsiteX612" fmla="*/ 164116 w 466725"/>
                <a:gd name="connsiteY612" fmla="*/ 66103 h 409575"/>
                <a:gd name="connsiteX613" fmla="*/ 162592 w 466725"/>
                <a:gd name="connsiteY613" fmla="*/ 67151 h 409575"/>
                <a:gd name="connsiteX614" fmla="*/ 162020 w 466725"/>
                <a:gd name="connsiteY614" fmla="*/ 67723 h 409575"/>
                <a:gd name="connsiteX615" fmla="*/ 161639 w 466725"/>
                <a:gd name="connsiteY615" fmla="*/ 68484 h 409575"/>
                <a:gd name="connsiteX616" fmla="*/ 161830 w 466725"/>
                <a:gd name="connsiteY616" fmla="*/ 69342 h 409575"/>
                <a:gd name="connsiteX617" fmla="*/ 162306 w 466725"/>
                <a:gd name="connsiteY617" fmla="*/ 69913 h 409575"/>
                <a:gd name="connsiteX618" fmla="*/ 163639 w 466725"/>
                <a:gd name="connsiteY618" fmla="*/ 71152 h 409575"/>
                <a:gd name="connsiteX619" fmla="*/ 164211 w 466725"/>
                <a:gd name="connsiteY619" fmla="*/ 72009 h 409575"/>
                <a:gd name="connsiteX620" fmla="*/ 164592 w 466725"/>
                <a:gd name="connsiteY620" fmla="*/ 73057 h 409575"/>
                <a:gd name="connsiteX621" fmla="*/ 164973 w 466725"/>
                <a:gd name="connsiteY621" fmla="*/ 79534 h 409575"/>
                <a:gd name="connsiteX622" fmla="*/ 164782 w 466725"/>
                <a:gd name="connsiteY622" fmla="*/ 80486 h 409575"/>
                <a:gd name="connsiteX623" fmla="*/ 164211 w 466725"/>
                <a:gd name="connsiteY623" fmla="*/ 82201 h 409575"/>
                <a:gd name="connsiteX624" fmla="*/ 164306 w 466725"/>
                <a:gd name="connsiteY624" fmla="*/ 82963 h 409575"/>
                <a:gd name="connsiteX625" fmla="*/ 164782 w 466725"/>
                <a:gd name="connsiteY625" fmla="*/ 83629 h 409575"/>
                <a:gd name="connsiteX626" fmla="*/ 165545 w 466725"/>
                <a:gd name="connsiteY626" fmla="*/ 84106 h 409575"/>
                <a:gd name="connsiteX627" fmla="*/ 167164 w 466725"/>
                <a:gd name="connsiteY627" fmla="*/ 85058 h 409575"/>
                <a:gd name="connsiteX628" fmla="*/ 168021 w 466725"/>
                <a:gd name="connsiteY628" fmla="*/ 85344 h 409575"/>
                <a:gd name="connsiteX629" fmla="*/ 168973 w 466725"/>
                <a:gd name="connsiteY629" fmla="*/ 85630 h 409575"/>
                <a:gd name="connsiteX630" fmla="*/ 170021 w 466725"/>
                <a:gd name="connsiteY630" fmla="*/ 85630 h 409575"/>
                <a:gd name="connsiteX631" fmla="*/ 172021 w 466725"/>
                <a:gd name="connsiteY631" fmla="*/ 85249 h 409575"/>
                <a:gd name="connsiteX632" fmla="*/ 172974 w 466725"/>
                <a:gd name="connsiteY632" fmla="*/ 85439 h 409575"/>
                <a:gd name="connsiteX633" fmla="*/ 173736 w 466725"/>
                <a:gd name="connsiteY633" fmla="*/ 85725 h 409575"/>
                <a:gd name="connsiteX634" fmla="*/ 175927 w 466725"/>
                <a:gd name="connsiteY634" fmla="*/ 87344 h 409575"/>
                <a:gd name="connsiteX635" fmla="*/ 176879 w 466725"/>
                <a:gd name="connsiteY635" fmla="*/ 87725 h 409575"/>
                <a:gd name="connsiteX636" fmla="*/ 178975 w 466725"/>
                <a:gd name="connsiteY636" fmla="*/ 88201 h 409575"/>
                <a:gd name="connsiteX637" fmla="*/ 179927 w 466725"/>
                <a:gd name="connsiteY637" fmla="*/ 88582 h 409575"/>
                <a:gd name="connsiteX638" fmla="*/ 181451 w 466725"/>
                <a:gd name="connsiteY638" fmla="*/ 89535 h 409575"/>
                <a:gd name="connsiteX639" fmla="*/ 182023 w 466725"/>
                <a:gd name="connsiteY639" fmla="*/ 90106 h 409575"/>
                <a:gd name="connsiteX640" fmla="*/ 182404 w 466725"/>
                <a:gd name="connsiteY640" fmla="*/ 90773 h 409575"/>
                <a:gd name="connsiteX641" fmla="*/ 182594 w 466725"/>
                <a:gd name="connsiteY641" fmla="*/ 91630 h 409575"/>
                <a:gd name="connsiteX642" fmla="*/ 182213 w 466725"/>
                <a:gd name="connsiteY642" fmla="*/ 92869 h 409575"/>
                <a:gd name="connsiteX643" fmla="*/ 181928 w 466725"/>
                <a:gd name="connsiteY643" fmla="*/ 94107 h 409575"/>
                <a:gd name="connsiteX644" fmla="*/ 181832 w 466725"/>
                <a:gd name="connsiteY644" fmla="*/ 95440 h 409575"/>
                <a:gd name="connsiteX645" fmla="*/ 182213 w 466725"/>
                <a:gd name="connsiteY645" fmla="*/ 97155 h 409575"/>
                <a:gd name="connsiteX646" fmla="*/ 182689 w 466725"/>
                <a:gd name="connsiteY646" fmla="*/ 98298 h 409575"/>
                <a:gd name="connsiteX647" fmla="*/ 183451 w 466725"/>
                <a:gd name="connsiteY647" fmla="*/ 98965 h 409575"/>
                <a:gd name="connsiteX648" fmla="*/ 184690 w 466725"/>
                <a:gd name="connsiteY648" fmla="*/ 99250 h 409575"/>
                <a:gd name="connsiteX649" fmla="*/ 185833 w 466725"/>
                <a:gd name="connsiteY649" fmla="*/ 99155 h 409575"/>
                <a:gd name="connsiteX650" fmla="*/ 186976 w 466725"/>
                <a:gd name="connsiteY650" fmla="*/ 98869 h 409575"/>
                <a:gd name="connsiteX651" fmla="*/ 187738 w 466725"/>
                <a:gd name="connsiteY651" fmla="*/ 98774 h 409575"/>
                <a:gd name="connsiteX652" fmla="*/ 188595 w 466725"/>
                <a:gd name="connsiteY652" fmla="*/ 98869 h 409575"/>
                <a:gd name="connsiteX653" fmla="*/ 191929 w 466725"/>
                <a:gd name="connsiteY653" fmla="*/ 100203 h 409575"/>
                <a:gd name="connsiteX654" fmla="*/ 192310 w 466725"/>
                <a:gd name="connsiteY654" fmla="*/ 100298 h 409575"/>
                <a:gd name="connsiteX655" fmla="*/ 192881 w 466725"/>
                <a:gd name="connsiteY655" fmla="*/ 100203 h 409575"/>
                <a:gd name="connsiteX656" fmla="*/ 193548 w 466725"/>
                <a:gd name="connsiteY656" fmla="*/ 100013 h 409575"/>
                <a:gd name="connsiteX657" fmla="*/ 194405 w 466725"/>
                <a:gd name="connsiteY657" fmla="*/ 99631 h 409575"/>
                <a:gd name="connsiteX658" fmla="*/ 195167 w 466725"/>
                <a:gd name="connsiteY658" fmla="*/ 99250 h 409575"/>
                <a:gd name="connsiteX659" fmla="*/ 196501 w 466725"/>
                <a:gd name="connsiteY659" fmla="*/ 98774 h 409575"/>
                <a:gd name="connsiteX660" fmla="*/ 199454 w 466725"/>
                <a:gd name="connsiteY660" fmla="*/ 97346 h 409575"/>
                <a:gd name="connsiteX661" fmla="*/ 199930 w 466725"/>
                <a:gd name="connsiteY661" fmla="*/ 97250 h 409575"/>
                <a:gd name="connsiteX662" fmla="*/ 200882 w 466725"/>
                <a:gd name="connsiteY662" fmla="*/ 97059 h 409575"/>
                <a:gd name="connsiteX663" fmla="*/ 201835 w 466725"/>
                <a:gd name="connsiteY663" fmla="*/ 97250 h 409575"/>
                <a:gd name="connsiteX664" fmla="*/ 202787 w 466725"/>
                <a:gd name="connsiteY664" fmla="*/ 97631 h 409575"/>
                <a:gd name="connsiteX665" fmla="*/ 205264 w 466725"/>
                <a:gd name="connsiteY665" fmla="*/ 98965 h 409575"/>
                <a:gd name="connsiteX666" fmla="*/ 205930 w 466725"/>
                <a:gd name="connsiteY666" fmla="*/ 99441 h 409575"/>
                <a:gd name="connsiteX667" fmla="*/ 206597 w 466725"/>
                <a:gd name="connsiteY667" fmla="*/ 100108 h 409575"/>
                <a:gd name="connsiteX668" fmla="*/ 208026 w 466725"/>
                <a:gd name="connsiteY668" fmla="*/ 101632 h 409575"/>
                <a:gd name="connsiteX669" fmla="*/ 208216 w 466725"/>
                <a:gd name="connsiteY669" fmla="*/ 101917 h 409575"/>
                <a:gd name="connsiteX670" fmla="*/ 208216 w 466725"/>
                <a:gd name="connsiteY670" fmla="*/ 102394 h 409575"/>
                <a:gd name="connsiteX671" fmla="*/ 208121 w 466725"/>
                <a:gd name="connsiteY671" fmla="*/ 103251 h 409575"/>
                <a:gd name="connsiteX672" fmla="*/ 208216 w 466725"/>
                <a:gd name="connsiteY672" fmla="*/ 104394 h 409575"/>
                <a:gd name="connsiteX673" fmla="*/ 208788 w 466725"/>
                <a:gd name="connsiteY673" fmla="*/ 106871 h 409575"/>
                <a:gd name="connsiteX674" fmla="*/ 208979 w 466725"/>
                <a:gd name="connsiteY674" fmla="*/ 107347 h 409575"/>
                <a:gd name="connsiteX675" fmla="*/ 209359 w 466725"/>
                <a:gd name="connsiteY675" fmla="*/ 107823 h 409575"/>
                <a:gd name="connsiteX676" fmla="*/ 213646 w 466725"/>
                <a:gd name="connsiteY676" fmla="*/ 110395 h 409575"/>
                <a:gd name="connsiteX677" fmla="*/ 215455 w 466725"/>
                <a:gd name="connsiteY677" fmla="*/ 112014 h 409575"/>
                <a:gd name="connsiteX678" fmla="*/ 216027 w 466725"/>
                <a:gd name="connsiteY678" fmla="*/ 112776 h 409575"/>
                <a:gd name="connsiteX679" fmla="*/ 216122 w 466725"/>
                <a:gd name="connsiteY679" fmla="*/ 113062 h 409575"/>
                <a:gd name="connsiteX680" fmla="*/ 216313 w 466725"/>
                <a:gd name="connsiteY680" fmla="*/ 113633 h 409575"/>
                <a:gd name="connsiteX681" fmla="*/ 216598 w 466725"/>
                <a:gd name="connsiteY681" fmla="*/ 114776 h 409575"/>
                <a:gd name="connsiteX682" fmla="*/ 216789 w 466725"/>
                <a:gd name="connsiteY682" fmla="*/ 118396 h 409575"/>
                <a:gd name="connsiteX683" fmla="*/ 216979 w 466725"/>
                <a:gd name="connsiteY683" fmla="*/ 119539 h 409575"/>
                <a:gd name="connsiteX684" fmla="*/ 217265 w 466725"/>
                <a:gd name="connsiteY684" fmla="*/ 120396 h 409575"/>
                <a:gd name="connsiteX685" fmla="*/ 218504 w 466725"/>
                <a:gd name="connsiteY685" fmla="*/ 122967 h 409575"/>
                <a:gd name="connsiteX686" fmla="*/ 219265 w 466725"/>
                <a:gd name="connsiteY686" fmla="*/ 124873 h 409575"/>
                <a:gd name="connsiteX687" fmla="*/ 219742 w 466725"/>
                <a:gd name="connsiteY687" fmla="*/ 126778 h 409575"/>
                <a:gd name="connsiteX688" fmla="*/ 219742 w 466725"/>
                <a:gd name="connsiteY688" fmla="*/ 127730 h 409575"/>
                <a:gd name="connsiteX689" fmla="*/ 219265 w 466725"/>
                <a:gd name="connsiteY689" fmla="*/ 128302 h 409575"/>
                <a:gd name="connsiteX690" fmla="*/ 218504 w 466725"/>
                <a:gd name="connsiteY690" fmla="*/ 128873 h 409575"/>
                <a:gd name="connsiteX691" fmla="*/ 216027 w 466725"/>
                <a:gd name="connsiteY691" fmla="*/ 130302 h 409575"/>
                <a:gd name="connsiteX692" fmla="*/ 214979 w 466725"/>
                <a:gd name="connsiteY692" fmla="*/ 131159 h 409575"/>
                <a:gd name="connsiteX693" fmla="*/ 211931 w 466725"/>
                <a:gd name="connsiteY693" fmla="*/ 133064 h 409575"/>
                <a:gd name="connsiteX694" fmla="*/ 210979 w 466725"/>
                <a:gd name="connsiteY694" fmla="*/ 133445 h 409575"/>
                <a:gd name="connsiteX695" fmla="*/ 210407 w 466725"/>
                <a:gd name="connsiteY695" fmla="*/ 133636 h 409575"/>
                <a:gd name="connsiteX696" fmla="*/ 208693 w 466725"/>
                <a:gd name="connsiteY696" fmla="*/ 133731 h 409575"/>
                <a:gd name="connsiteX697" fmla="*/ 206597 w 466725"/>
                <a:gd name="connsiteY697" fmla="*/ 133445 h 409575"/>
                <a:gd name="connsiteX698" fmla="*/ 202597 w 466725"/>
                <a:gd name="connsiteY698" fmla="*/ 132207 h 409575"/>
                <a:gd name="connsiteX699" fmla="*/ 200406 w 466725"/>
                <a:gd name="connsiteY699" fmla="*/ 131921 h 409575"/>
                <a:gd name="connsiteX700" fmla="*/ 199739 w 466725"/>
                <a:gd name="connsiteY700" fmla="*/ 131921 h 409575"/>
                <a:gd name="connsiteX701" fmla="*/ 198882 w 466725"/>
                <a:gd name="connsiteY701" fmla="*/ 132207 h 409575"/>
                <a:gd name="connsiteX702" fmla="*/ 197739 w 466725"/>
                <a:gd name="connsiteY702" fmla="*/ 132778 h 409575"/>
                <a:gd name="connsiteX703" fmla="*/ 196596 w 466725"/>
                <a:gd name="connsiteY703" fmla="*/ 133540 h 409575"/>
                <a:gd name="connsiteX704" fmla="*/ 195643 w 466725"/>
                <a:gd name="connsiteY704" fmla="*/ 134493 h 409575"/>
                <a:gd name="connsiteX705" fmla="*/ 195263 w 466725"/>
                <a:gd name="connsiteY705" fmla="*/ 134683 h 409575"/>
                <a:gd name="connsiteX706" fmla="*/ 192500 w 466725"/>
                <a:gd name="connsiteY706" fmla="*/ 135159 h 409575"/>
                <a:gd name="connsiteX707" fmla="*/ 187262 w 466725"/>
                <a:gd name="connsiteY707" fmla="*/ 135446 h 409575"/>
                <a:gd name="connsiteX708" fmla="*/ 186309 w 466725"/>
                <a:gd name="connsiteY708" fmla="*/ 135159 h 409575"/>
                <a:gd name="connsiteX709" fmla="*/ 186023 w 466725"/>
                <a:gd name="connsiteY709" fmla="*/ 134969 h 409575"/>
                <a:gd name="connsiteX710" fmla="*/ 185356 w 466725"/>
                <a:gd name="connsiteY710" fmla="*/ 134874 h 409575"/>
                <a:gd name="connsiteX711" fmla="*/ 184499 w 466725"/>
                <a:gd name="connsiteY711" fmla="*/ 134969 h 409575"/>
                <a:gd name="connsiteX712" fmla="*/ 182213 w 466725"/>
                <a:gd name="connsiteY712" fmla="*/ 135731 h 409575"/>
                <a:gd name="connsiteX713" fmla="*/ 180594 w 466725"/>
                <a:gd name="connsiteY713" fmla="*/ 137160 h 409575"/>
                <a:gd name="connsiteX714" fmla="*/ 179927 w 466725"/>
                <a:gd name="connsiteY714" fmla="*/ 137827 h 409575"/>
                <a:gd name="connsiteX715" fmla="*/ 179641 w 466725"/>
                <a:gd name="connsiteY715" fmla="*/ 138113 h 409575"/>
                <a:gd name="connsiteX716" fmla="*/ 178784 w 466725"/>
                <a:gd name="connsiteY716" fmla="*/ 138303 h 409575"/>
                <a:gd name="connsiteX717" fmla="*/ 177641 w 466725"/>
                <a:gd name="connsiteY717" fmla="*/ 138303 h 409575"/>
                <a:gd name="connsiteX718" fmla="*/ 173831 w 466725"/>
                <a:gd name="connsiteY718" fmla="*/ 137922 h 409575"/>
                <a:gd name="connsiteX719" fmla="*/ 172688 w 466725"/>
                <a:gd name="connsiteY719" fmla="*/ 138017 h 409575"/>
                <a:gd name="connsiteX720" fmla="*/ 171355 w 466725"/>
                <a:gd name="connsiteY720" fmla="*/ 138398 h 409575"/>
                <a:gd name="connsiteX721" fmla="*/ 170688 w 466725"/>
                <a:gd name="connsiteY721" fmla="*/ 138779 h 409575"/>
                <a:gd name="connsiteX722" fmla="*/ 170212 w 466725"/>
                <a:gd name="connsiteY722" fmla="*/ 139160 h 409575"/>
                <a:gd name="connsiteX723" fmla="*/ 169926 w 466725"/>
                <a:gd name="connsiteY723" fmla="*/ 139541 h 409575"/>
                <a:gd name="connsiteX724" fmla="*/ 169069 w 466725"/>
                <a:gd name="connsiteY724" fmla="*/ 140589 h 409575"/>
                <a:gd name="connsiteX725" fmla="*/ 168402 w 466725"/>
                <a:gd name="connsiteY725" fmla="*/ 140875 h 409575"/>
                <a:gd name="connsiteX726" fmla="*/ 167449 w 466725"/>
                <a:gd name="connsiteY726" fmla="*/ 141065 h 409575"/>
                <a:gd name="connsiteX727" fmla="*/ 165545 w 466725"/>
                <a:gd name="connsiteY727" fmla="*/ 141256 h 409575"/>
                <a:gd name="connsiteX728" fmla="*/ 163925 w 466725"/>
                <a:gd name="connsiteY728" fmla="*/ 141827 h 409575"/>
                <a:gd name="connsiteX729" fmla="*/ 163354 w 466725"/>
                <a:gd name="connsiteY729" fmla="*/ 141732 h 409575"/>
                <a:gd name="connsiteX730" fmla="*/ 162687 w 466725"/>
                <a:gd name="connsiteY730" fmla="*/ 141446 h 409575"/>
                <a:gd name="connsiteX731" fmla="*/ 162211 w 466725"/>
                <a:gd name="connsiteY731" fmla="*/ 141065 h 409575"/>
                <a:gd name="connsiteX732" fmla="*/ 161925 w 466725"/>
                <a:gd name="connsiteY732" fmla="*/ 140589 h 409575"/>
                <a:gd name="connsiteX733" fmla="*/ 160877 w 466725"/>
                <a:gd name="connsiteY733" fmla="*/ 138493 h 409575"/>
                <a:gd name="connsiteX734" fmla="*/ 160401 w 466725"/>
                <a:gd name="connsiteY734" fmla="*/ 137731 h 409575"/>
                <a:gd name="connsiteX735" fmla="*/ 160115 w 466725"/>
                <a:gd name="connsiteY735" fmla="*/ 137446 h 409575"/>
                <a:gd name="connsiteX736" fmla="*/ 159544 w 466725"/>
                <a:gd name="connsiteY736" fmla="*/ 137160 h 409575"/>
                <a:gd name="connsiteX737" fmla="*/ 157543 w 466725"/>
                <a:gd name="connsiteY737" fmla="*/ 136493 h 409575"/>
                <a:gd name="connsiteX738" fmla="*/ 156972 w 466725"/>
                <a:gd name="connsiteY738" fmla="*/ 136112 h 409575"/>
                <a:gd name="connsiteX739" fmla="*/ 156496 w 466725"/>
                <a:gd name="connsiteY739" fmla="*/ 135826 h 409575"/>
                <a:gd name="connsiteX740" fmla="*/ 154114 w 466725"/>
                <a:gd name="connsiteY740" fmla="*/ 133159 h 409575"/>
                <a:gd name="connsiteX741" fmla="*/ 153733 w 466725"/>
                <a:gd name="connsiteY741" fmla="*/ 132874 h 409575"/>
                <a:gd name="connsiteX742" fmla="*/ 153257 w 466725"/>
                <a:gd name="connsiteY742" fmla="*/ 132778 h 409575"/>
                <a:gd name="connsiteX743" fmla="*/ 150590 w 466725"/>
                <a:gd name="connsiteY743" fmla="*/ 132302 h 409575"/>
                <a:gd name="connsiteX744" fmla="*/ 148590 w 466725"/>
                <a:gd name="connsiteY744" fmla="*/ 132493 h 409575"/>
                <a:gd name="connsiteX745" fmla="*/ 143828 w 466725"/>
                <a:gd name="connsiteY745" fmla="*/ 133731 h 409575"/>
                <a:gd name="connsiteX746" fmla="*/ 141637 w 466725"/>
                <a:gd name="connsiteY746" fmla="*/ 134112 h 409575"/>
                <a:gd name="connsiteX747" fmla="*/ 141065 w 466725"/>
                <a:gd name="connsiteY747" fmla="*/ 134398 h 409575"/>
                <a:gd name="connsiteX748" fmla="*/ 138589 w 466725"/>
                <a:gd name="connsiteY748" fmla="*/ 137160 h 409575"/>
                <a:gd name="connsiteX749" fmla="*/ 137350 w 466725"/>
                <a:gd name="connsiteY749" fmla="*/ 137922 h 409575"/>
                <a:gd name="connsiteX750" fmla="*/ 135922 w 466725"/>
                <a:gd name="connsiteY750" fmla="*/ 137827 h 409575"/>
                <a:gd name="connsiteX751" fmla="*/ 135541 w 466725"/>
                <a:gd name="connsiteY751" fmla="*/ 139541 h 409575"/>
                <a:gd name="connsiteX752" fmla="*/ 134969 w 466725"/>
                <a:gd name="connsiteY752" fmla="*/ 143351 h 409575"/>
                <a:gd name="connsiteX753" fmla="*/ 134398 w 466725"/>
                <a:gd name="connsiteY753" fmla="*/ 145351 h 409575"/>
                <a:gd name="connsiteX754" fmla="*/ 133540 w 466725"/>
                <a:gd name="connsiteY754" fmla="*/ 147638 h 409575"/>
                <a:gd name="connsiteX755" fmla="*/ 133255 w 466725"/>
                <a:gd name="connsiteY755" fmla="*/ 148018 h 409575"/>
                <a:gd name="connsiteX756" fmla="*/ 132207 w 466725"/>
                <a:gd name="connsiteY756" fmla="*/ 149447 h 409575"/>
                <a:gd name="connsiteX757" fmla="*/ 132016 w 466725"/>
                <a:gd name="connsiteY757" fmla="*/ 149828 h 409575"/>
                <a:gd name="connsiteX758" fmla="*/ 131921 w 466725"/>
                <a:gd name="connsiteY758" fmla="*/ 150400 h 409575"/>
                <a:gd name="connsiteX759" fmla="*/ 131921 w 466725"/>
                <a:gd name="connsiteY759" fmla="*/ 153924 h 409575"/>
                <a:gd name="connsiteX760" fmla="*/ 131731 w 466725"/>
                <a:gd name="connsiteY760" fmla="*/ 154972 h 409575"/>
                <a:gd name="connsiteX761" fmla="*/ 131636 w 466725"/>
                <a:gd name="connsiteY761" fmla="*/ 155448 h 409575"/>
                <a:gd name="connsiteX762" fmla="*/ 131445 w 466725"/>
                <a:gd name="connsiteY762" fmla="*/ 155924 h 409575"/>
                <a:gd name="connsiteX763" fmla="*/ 130016 w 466725"/>
                <a:gd name="connsiteY763" fmla="*/ 157734 h 409575"/>
                <a:gd name="connsiteX764" fmla="*/ 129921 w 466725"/>
                <a:gd name="connsiteY764" fmla="*/ 158210 h 409575"/>
                <a:gd name="connsiteX765" fmla="*/ 129921 w 466725"/>
                <a:gd name="connsiteY765" fmla="*/ 158686 h 409575"/>
                <a:gd name="connsiteX766" fmla="*/ 129921 w 466725"/>
                <a:gd name="connsiteY766" fmla="*/ 159829 h 409575"/>
                <a:gd name="connsiteX767" fmla="*/ 129826 w 466725"/>
                <a:gd name="connsiteY767" fmla="*/ 161544 h 409575"/>
                <a:gd name="connsiteX768" fmla="*/ 129730 w 466725"/>
                <a:gd name="connsiteY768" fmla="*/ 162115 h 409575"/>
                <a:gd name="connsiteX769" fmla="*/ 129540 w 466725"/>
                <a:gd name="connsiteY769" fmla="*/ 162592 h 409575"/>
                <a:gd name="connsiteX770" fmla="*/ 129349 w 466725"/>
                <a:gd name="connsiteY770" fmla="*/ 162973 h 409575"/>
                <a:gd name="connsiteX771" fmla="*/ 128492 w 466725"/>
                <a:gd name="connsiteY771" fmla="*/ 163925 h 409575"/>
                <a:gd name="connsiteX772" fmla="*/ 128206 w 466725"/>
                <a:gd name="connsiteY772" fmla="*/ 164306 h 409575"/>
                <a:gd name="connsiteX773" fmla="*/ 128111 w 466725"/>
                <a:gd name="connsiteY773" fmla="*/ 164782 h 409575"/>
                <a:gd name="connsiteX774" fmla="*/ 128111 w 466725"/>
                <a:gd name="connsiteY774" fmla="*/ 166402 h 409575"/>
                <a:gd name="connsiteX775" fmla="*/ 128016 w 466725"/>
                <a:gd name="connsiteY775" fmla="*/ 166878 h 409575"/>
                <a:gd name="connsiteX776" fmla="*/ 127635 w 466725"/>
                <a:gd name="connsiteY776" fmla="*/ 167164 h 409575"/>
                <a:gd name="connsiteX777" fmla="*/ 127063 w 466725"/>
                <a:gd name="connsiteY777" fmla="*/ 167354 h 409575"/>
                <a:gd name="connsiteX778" fmla="*/ 126111 w 466725"/>
                <a:gd name="connsiteY778" fmla="*/ 167259 h 409575"/>
                <a:gd name="connsiteX779" fmla="*/ 125444 w 466725"/>
                <a:gd name="connsiteY779" fmla="*/ 167164 h 409575"/>
                <a:gd name="connsiteX780" fmla="*/ 122206 w 466725"/>
                <a:gd name="connsiteY780" fmla="*/ 165925 h 409575"/>
                <a:gd name="connsiteX781" fmla="*/ 118777 w 466725"/>
                <a:gd name="connsiteY781" fmla="*/ 165640 h 409575"/>
                <a:gd name="connsiteX782" fmla="*/ 117729 w 466725"/>
                <a:gd name="connsiteY782" fmla="*/ 165735 h 409575"/>
                <a:gd name="connsiteX783" fmla="*/ 116300 w 466725"/>
                <a:gd name="connsiteY783" fmla="*/ 166211 h 409575"/>
                <a:gd name="connsiteX784" fmla="*/ 114490 w 466725"/>
                <a:gd name="connsiteY784" fmla="*/ 167259 h 409575"/>
                <a:gd name="connsiteX785" fmla="*/ 114014 w 466725"/>
                <a:gd name="connsiteY785" fmla="*/ 167640 h 409575"/>
                <a:gd name="connsiteX786" fmla="*/ 112109 w 466725"/>
                <a:gd name="connsiteY786" fmla="*/ 169545 h 409575"/>
                <a:gd name="connsiteX787" fmla="*/ 111442 w 466725"/>
                <a:gd name="connsiteY787" fmla="*/ 170116 h 409575"/>
                <a:gd name="connsiteX788" fmla="*/ 106489 w 466725"/>
                <a:gd name="connsiteY788" fmla="*/ 171926 h 409575"/>
                <a:gd name="connsiteX789" fmla="*/ 106013 w 466725"/>
                <a:gd name="connsiteY789" fmla="*/ 172117 h 409575"/>
                <a:gd name="connsiteX790" fmla="*/ 105251 w 466725"/>
                <a:gd name="connsiteY790" fmla="*/ 172593 h 409575"/>
                <a:gd name="connsiteX791" fmla="*/ 104965 w 466725"/>
                <a:gd name="connsiteY791" fmla="*/ 172879 h 409575"/>
                <a:gd name="connsiteX792" fmla="*/ 101917 w 466725"/>
                <a:gd name="connsiteY792" fmla="*/ 174784 h 409575"/>
                <a:gd name="connsiteX793" fmla="*/ 101346 w 466725"/>
                <a:gd name="connsiteY793" fmla="*/ 174974 h 409575"/>
                <a:gd name="connsiteX794" fmla="*/ 100679 w 466725"/>
                <a:gd name="connsiteY794" fmla="*/ 175069 h 409575"/>
                <a:gd name="connsiteX795" fmla="*/ 99727 w 466725"/>
                <a:gd name="connsiteY795" fmla="*/ 174974 h 409575"/>
                <a:gd name="connsiteX796" fmla="*/ 98679 w 466725"/>
                <a:gd name="connsiteY796" fmla="*/ 174593 h 409575"/>
                <a:gd name="connsiteX797" fmla="*/ 97155 w 466725"/>
                <a:gd name="connsiteY797" fmla="*/ 173450 h 409575"/>
                <a:gd name="connsiteX798" fmla="*/ 96393 w 466725"/>
                <a:gd name="connsiteY798" fmla="*/ 173069 h 409575"/>
                <a:gd name="connsiteX799" fmla="*/ 95917 w 466725"/>
                <a:gd name="connsiteY799" fmla="*/ 172879 h 409575"/>
                <a:gd name="connsiteX800" fmla="*/ 95440 w 466725"/>
                <a:gd name="connsiteY800" fmla="*/ 172783 h 409575"/>
                <a:gd name="connsiteX801" fmla="*/ 94869 w 466725"/>
                <a:gd name="connsiteY801" fmla="*/ 172783 h 409575"/>
                <a:gd name="connsiteX802" fmla="*/ 94393 w 466725"/>
                <a:gd name="connsiteY802" fmla="*/ 172879 h 409575"/>
                <a:gd name="connsiteX803" fmla="*/ 93821 w 466725"/>
                <a:gd name="connsiteY803" fmla="*/ 173069 h 409575"/>
                <a:gd name="connsiteX804" fmla="*/ 92392 w 466725"/>
                <a:gd name="connsiteY804" fmla="*/ 173736 h 409575"/>
                <a:gd name="connsiteX805" fmla="*/ 91630 w 466725"/>
                <a:gd name="connsiteY805" fmla="*/ 173926 h 409575"/>
                <a:gd name="connsiteX806" fmla="*/ 90583 w 466725"/>
                <a:gd name="connsiteY806" fmla="*/ 173926 h 409575"/>
                <a:gd name="connsiteX807" fmla="*/ 90011 w 466725"/>
                <a:gd name="connsiteY807" fmla="*/ 173736 h 409575"/>
                <a:gd name="connsiteX808" fmla="*/ 89059 w 466725"/>
                <a:gd name="connsiteY808" fmla="*/ 173259 h 409575"/>
                <a:gd name="connsiteX809" fmla="*/ 88582 w 466725"/>
                <a:gd name="connsiteY809" fmla="*/ 173069 h 409575"/>
                <a:gd name="connsiteX810" fmla="*/ 87439 w 466725"/>
                <a:gd name="connsiteY810" fmla="*/ 173069 h 409575"/>
                <a:gd name="connsiteX811" fmla="*/ 81820 w 466725"/>
                <a:gd name="connsiteY811" fmla="*/ 174307 h 409575"/>
                <a:gd name="connsiteX812" fmla="*/ 79820 w 466725"/>
                <a:gd name="connsiteY812" fmla="*/ 174403 h 409575"/>
                <a:gd name="connsiteX813" fmla="*/ 76105 w 466725"/>
                <a:gd name="connsiteY813" fmla="*/ 173736 h 409575"/>
                <a:gd name="connsiteX814" fmla="*/ 74009 w 466725"/>
                <a:gd name="connsiteY814" fmla="*/ 174117 h 409575"/>
                <a:gd name="connsiteX815" fmla="*/ 73533 w 466725"/>
                <a:gd name="connsiteY815" fmla="*/ 174022 h 409575"/>
                <a:gd name="connsiteX816" fmla="*/ 73057 w 466725"/>
                <a:gd name="connsiteY816" fmla="*/ 173926 h 409575"/>
                <a:gd name="connsiteX817" fmla="*/ 69818 w 466725"/>
                <a:gd name="connsiteY817" fmla="*/ 172783 h 409575"/>
                <a:gd name="connsiteX818" fmla="*/ 68389 w 466725"/>
                <a:gd name="connsiteY818" fmla="*/ 172021 h 409575"/>
                <a:gd name="connsiteX819" fmla="*/ 67723 w 466725"/>
                <a:gd name="connsiteY819" fmla="*/ 171450 h 409575"/>
                <a:gd name="connsiteX820" fmla="*/ 64389 w 466725"/>
                <a:gd name="connsiteY820" fmla="*/ 167354 h 409575"/>
                <a:gd name="connsiteX821" fmla="*/ 62103 w 466725"/>
                <a:gd name="connsiteY821" fmla="*/ 163354 h 409575"/>
                <a:gd name="connsiteX822" fmla="*/ 61817 w 466725"/>
                <a:gd name="connsiteY822" fmla="*/ 163068 h 409575"/>
                <a:gd name="connsiteX823" fmla="*/ 61531 w 466725"/>
                <a:gd name="connsiteY823" fmla="*/ 162687 h 409575"/>
                <a:gd name="connsiteX824" fmla="*/ 61150 w 466725"/>
                <a:gd name="connsiteY824" fmla="*/ 162496 h 409575"/>
                <a:gd name="connsiteX825" fmla="*/ 60484 w 466725"/>
                <a:gd name="connsiteY825" fmla="*/ 162592 h 409575"/>
                <a:gd name="connsiteX826" fmla="*/ 59817 w 466725"/>
                <a:gd name="connsiteY826" fmla="*/ 163068 h 409575"/>
                <a:gd name="connsiteX827" fmla="*/ 58769 w 466725"/>
                <a:gd name="connsiteY827" fmla="*/ 164116 h 409575"/>
                <a:gd name="connsiteX828" fmla="*/ 58293 w 466725"/>
                <a:gd name="connsiteY828" fmla="*/ 164687 h 409575"/>
                <a:gd name="connsiteX829" fmla="*/ 57436 w 466725"/>
                <a:gd name="connsiteY829" fmla="*/ 166021 h 409575"/>
                <a:gd name="connsiteX830" fmla="*/ 53340 w 466725"/>
                <a:gd name="connsiteY830" fmla="*/ 169354 h 409575"/>
                <a:gd name="connsiteX831" fmla="*/ 52483 w 466725"/>
                <a:gd name="connsiteY831" fmla="*/ 170402 h 409575"/>
                <a:gd name="connsiteX832" fmla="*/ 52006 w 466725"/>
                <a:gd name="connsiteY832" fmla="*/ 171259 h 409575"/>
                <a:gd name="connsiteX833" fmla="*/ 52197 w 466725"/>
                <a:gd name="connsiteY833" fmla="*/ 174117 h 409575"/>
                <a:gd name="connsiteX834" fmla="*/ 52197 w 466725"/>
                <a:gd name="connsiteY834" fmla="*/ 174688 h 409575"/>
                <a:gd name="connsiteX835" fmla="*/ 52102 w 466725"/>
                <a:gd name="connsiteY835" fmla="*/ 175165 h 409575"/>
                <a:gd name="connsiteX836" fmla="*/ 51911 w 466725"/>
                <a:gd name="connsiteY836" fmla="*/ 175546 h 409575"/>
                <a:gd name="connsiteX837" fmla="*/ 51340 w 466725"/>
                <a:gd name="connsiteY837" fmla="*/ 176117 h 409575"/>
                <a:gd name="connsiteX838" fmla="*/ 48482 w 466725"/>
                <a:gd name="connsiteY838" fmla="*/ 177832 h 409575"/>
                <a:gd name="connsiteX839" fmla="*/ 47054 w 466725"/>
                <a:gd name="connsiteY839" fmla="*/ 178213 h 409575"/>
                <a:gd name="connsiteX840" fmla="*/ 46196 w 466725"/>
                <a:gd name="connsiteY840" fmla="*/ 178213 h 409575"/>
                <a:gd name="connsiteX841" fmla="*/ 45720 w 466725"/>
                <a:gd name="connsiteY841" fmla="*/ 178022 h 409575"/>
                <a:gd name="connsiteX842" fmla="*/ 44767 w 466725"/>
                <a:gd name="connsiteY842" fmla="*/ 177165 h 409575"/>
                <a:gd name="connsiteX843" fmla="*/ 43529 w 466725"/>
                <a:gd name="connsiteY843" fmla="*/ 175831 h 409575"/>
                <a:gd name="connsiteX844" fmla="*/ 42196 w 466725"/>
                <a:gd name="connsiteY844" fmla="*/ 174784 h 409575"/>
                <a:gd name="connsiteX845" fmla="*/ 39910 w 466725"/>
                <a:gd name="connsiteY845" fmla="*/ 173450 h 409575"/>
                <a:gd name="connsiteX846" fmla="*/ 37624 w 466725"/>
                <a:gd name="connsiteY846" fmla="*/ 172402 h 409575"/>
                <a:gd name="connsiteX847" fmla="*/ 36004 w 466725"/>
                <a:gd name="connsiteY847" fmla="*/ 171545 h 409575"/>
                <a:gd name="connsiteX848" fmla="*/ 34671 w 466725"/>
                <a:gd name="connsiteY848" fmla="*/ 170402 h 409575"/>
                <a:gd name="connsiteX849" fmla="*/ 33433 w 466725"/>
                <a:gd name="connsiteY849" fmla="*/ 169164 h 409575"/>
                <a:gd name="connsiteX850" fmla="*/ 32385 w 466725"/>
                <a:gd name="connsiteY850" fmla="*/ 167830 h 409575"/>
                <a:gd name="connsiteX851" fmla="*/ 31909 w 466725"/>
                <a:gd name="connsiteY851" fmla="*/ 167449 h 409575"/>
                <a:gd name="connsiteX852" fmla="*/ 31147 w 466725"/>
                <a:gd name="connsiteY852" fmla="*/ 166973 h 409575"/>
                <a:gd name="connsiteX853" fmla="*/ 30766 w 466725"/>
                <a:gd name="connsiteY853" fmla="*/ 166783 h 409575"/>
                <a:gd name="connsiteX854" fmla="*/ 30289 w 466725"/>
                <a:gd name="connsiteY854" fmla="*/ 166592 h 409575"/>
                <a:gd name="connsiteX855" fmla="*/ 29718 w 466725"/>
                <a:gd name="connsiteY855" fmla="*/ 166592 h 409575"/>
                <a:gd name="connsiteX856" fmla="*/ 28575 w 466725"/>
                <a:gd name="connsiteY856" fmla="*/ 166592 h 409575"/>
                <a:gd name="connsiteX857" fmla="*/ 27432 w 466725"/>
                <a:gd name="connsiteY857" fmla="*/ 166783 h 409575"/>
                <a:gd name="connsiteX858" fmla="*/ 26194 w 466725"/>
                <a:gd name="connsiteY858" fmla="*/ 167164 h 409575"/>
                <a:gd name="connsiteX859" fmla="*/ 25146 w 466725"/>
                <a:gd name="connsiteY859" fmla="*/ 167545 h 409575"/>
                <a:gd name="connsiteX860" fmla="*/ 24765 w 466725"/>
                <a:gd name="connsiteY860" fmla="*/ 167830 h 409575"/>
                <a:gd name="connsiteX861" fmla="*/ 24384 w 466725"/>
                <a:gd name="connsiteY861" fmla="*/ 168211 h 409575"/>
                <a:gd name="connsiteX862" fmla="*/ 23813 w 466725"/>
                <a:gd name="connsiteY862" fmla="*/ 169069 h 409575"/>
                <a:gd name="connsiteX863" fmla="*/ 21050 w 466725"/>
                <a:gd name="connsiteY863" fmla="*/ 174307 h 409575"/>
                <a:gd name="connsiteX864" fmla="*/ 17812 w 466725"/>
                <a:gd name="connsiteY864" fmla="*/ 178213 h 409575"/>
                <a:gd name="connsiteX865" fmla="*/ 16097 w 466725"/>
                <a:gd name="connsiteY865" fmla="*/ 179737 h 409575"/>
                <a:gd name="connsiteX866" fmla="*/ 7906 w 466725"/>
                <a:gd name="connsiteY866" fmla="*/ 188976 h 409575"/>
                <a:gd name="connsiteX867" fmla="*/ 5143 w 466725"/>
                <a:gd name="connsiteY867" fmla="*/ 191167 h 409575"/>
                <a:gd name="connsiteX868" fmla="*/ 2191 w 466725"/>
                <a:gd name="connsiteY868" fmla="*/ 193072 h 409575"/>
                <a:gd name="connsiteX869" fmla="*/ 857 w 466725"/>
                <a:gd name="connsiteY869" fmla="*/ 194310 h 409575"/>
                <a:gd name="connsiteX870" fmla="*/ 571 w 466725"/>
                <a:gd name="connsiteY870" fmla="*/ 194596 h 409575"/>
                <a:gd name="connsiteX871" fmla="*/ 286 w 466725"/>
                <a:gd name="connsiteY871" fmla="*/ 195072 h 409575"/>
                <a:gd name="connsiteX872" fmla="*/ 0 w 466725"/>
                <a:gd name="connsiteY872" fmla="*/ 195643 h 409575"/>
                <a:gd name="connsiteX873" fmla="*/ 0 w 466725"/>
                <a:gd name="connsiteY873" fmla="*/ 196215 h 409575"/>
                <a:gd name="connsiteX874" fmla="*/ 95 w 466725"/>
                <a:gd name="connsiteY874" fmla="*/ 196786 h 409575"/>
                <a:gd name="connsiteX875" fmla="*/ 857 w 466725"/>
                <a:gd name="connsiteY875" fmla="*/ 198025 h 409575"/>
                <a:gd name="connsiteX876" fmla="*/ 3238 w 466725"/>
                <a:gd name="connsiteY876" fmla="*/ 200787 h 409575"/>
                <a:gd name="connsiteX877" fmla="*/ 5048 w 466725"/>
                <a:gd name="connsiteY877" fmla="*/ 200025 h 409575"/>
                <a:gd name="connsiteX878" fmla="*/ 6286 w 466725"/>
                <a:gd name="connsiteY878" fmla="*/ 198882 h 409575"/>
                <a:gd name="connsiteX879" fmla="*/ 7048 w 466725"/>
                <a:gd name="connsiteY879" fmla="*/ 198120 h 409575"/>
                <a:gd name="connsiteX880" fmla="*/ 7620 w 466725"/>
                <a:gd name="connsiteY880" fmla="*/ 197834 h 409575"/>
                <a:gd name="connsiteX881" fmla="*/ 8382 w 466725"/>
                <a:gd name="connsiteY881" fmla="*/ 197834 h 409575"/>
                <a:gd name="connsiteX882" fmla="*/ 8858 w 466725"/>
                <a:gd name="connsiteY882" fmla="*/ 198025 h 409575"/>
                <a:gd name="connsiteX883" fmla="*/ 9239 w 466725"/>
                <a:gd name="connsiteY883" fmla="*/ 198310 h 409575"/>
                <a:gd name="connsiteX884" fmla="*/ 10096 w 466725"/>
                <a:gd name="connsiteY884" fmla="*/ 199263 h 409575"/>
                <a:gd name="connsiteX885" fmla="*/ 10668 w 466725"/>
                <a:gd name="connsiteY885" fmla="*/ 199930 h 409575"/>
                <a:gd name="connsiteX886" fmla="*/ 11430 w 466725"/>
                <a:gd name="connsiteY886" fmla="*/ 201073 h 409575"/>
                <a:gd name="connsiteX887" fmla="*/ 12192 w 466725"/>
                <a:gd name="connsiteY887" fmla="*/ 202025 h 409575"/>
                <a:gd name="connsiteX888" fmla="*/ 12382 w 466725"/>
                <a:gd name="connsiteY888" fmla="*/ 202406 h 409575"/>
                <a:gd name="connsiteX889" fmla="*/ 12382 w 466725"/>
                <a:gd name="connsiteY889" fmla="*/ 202501 h 409575"/>
                <a:gd name="connsiteX890" fmla="*/ 12382 w 466725"/>
                <a:gd name="connsiteY890" fmla="*/ 202501 h 409575"/>
                <a:gd name="connsiteX891" fmla="*/ 12573 w 466725"/>
                <a:gd name="connsiteY891" fmla="*/ 203073 h 409575"/>
                <a:gd name="connsiteX892" fmla="*/ 12763 w 466725"/>
                <a:gd name="connsiteY892" fmla="*/ 204121 h 409575"/>
                <a:gd name="connsiteX893" fmla="*/ 13049 w 466725"/>
                <a:gd name="connsiteY893" fmla="*/ 204597 h 409575"/>
                <a:gd name="connsiteX894" fmla="*/ 13906 w 466725"/>
                <a:gd name="connsiteY894" fmla="*/ 205359 h 409575"/>
                <a:gd name="connsiteX895" fmla="*/ 14192 w 466725"/>
                <a:gd name="connsiteY895" fmla="*/ 205835 h 409575"/>
                <a:gd name="connsiteX896" fmla="*/ 14573 w 466725"/>
                <a:gd name="connsiteY896" fmla="*/ 206407 h 409575"/>
                <a:gd name="connsiteX897" fmla="*/ 14668 w 466725"/>
                <a:gd name="connsiteY897" fmla="*/ 206978 h 409575"/>
                <a:gd name="connsiteX898" fmla="*/ 14668 w 466725"/>
                <a:gd name="connsiteY898" fmla="*/ 207454 h 409575"/>
                <a:gd name="connsiteX899" fmla="*/ 14573 w 466725"/>
                <a:gd name="connsiteY899" fmla="*/ 208026 h 409575"/>
                <a:gd name="connsiteX900" fmla="*/ 14097 w 466725"/>
                <a:gd name="connsiteY900" fmla="*/ 209359 h 409575"/>
                <a:gd name="connsiteX901" fmla="*/ 14002 w 466725"/>
                <a:gd name="connsiteY901" fmla="*/ 209836 h 409575"/>
                <a:gd name="connsiteX902" fmla="*/ 14002 w 466725"/>
                <a:gd name="connsiteY902" fmla="*/ 210312 h 409575"/>
                <a:gd name="connsiteX903" fmla="*/ 14192 w 466725"/>
                <a:gd name="connsiteY903" fmla="*/ 211646 h 409575"/>
                <a:gd name="connsiteX904" fmla="*/ 14478 w 466725"/>
                <a:gd name="connsiteY904" fmla="*/ 212503 h 409575"/>
                <a:gd name="connsiteX905" fmla="*/ 14573 w 466725"/>
                <a:gd name="connsiteY905" fmla="*/ 213169 h 409575"/>
                <a:gd name="connsiteX906" fmla="*/ 14383 w 466725"/>
                <a:gd name="connsiteY906" fmla="*/ 213646 h 409575"/>
                <a:gd name="connsiteX907" fmla="*/ 14002 w 466725"/>
                <a:gd name="connsiteY907" fmla="*/ 213931 h 409575"/>
                <a:gd name="connsiteX908" fmla="*/ 12287 w 466725"/>
                <a:gd name="connsiteY908" fmla="*/ 214598 h 409575"/>
                <a:gd name="connsiteX909" fmla="*/ 11335 w 466725"/>
                <a:gd name="connsiteY909" fmla="*/ 214693 h 409575"/>
                <a:gd name="connsiteX910" fmla="*/ 10954 w 466725"/>
                <a:gd name="connsiteY910" fmla="*/ 214884 h 409575"/>
                <a:gd name="connsiteX911" fmla="*/ 10668 w 466725"/>
                <a:gd name="connsiteY911" fmla="*/ 215265 h 409575"/>
                <a:gd name="connsiteX912" fmla="*/ 10477 w 466725"/>
                <a:gd name="connsiteY912" fmla="*/ 216313 h 409575"/>
                <a:gd name="connsiteX913" fmla="*/ 10287 w 466725"/>
                <a:gd name="connsiteY913" fmla="*/ 216694 h 409575"/>
                <a:gd name="connsiteX914" fmla="*/ 10096 w 466725"/>
                <a:gd name="connsiteY914" fmla="*/ 217075 h 409575"/>
                <a:gd name="connsiteX915" fmla="*/ 9811 w 466725"/>
                <a:gd name="connsiteY915" fmla="*/ 217456 h 409575"/>
                <a:gd name="connsiteX916" fmla="*/ 9525 w 466725"/>
                <a:gd name="connsiteY916" fmla="*/ 218027 h 409575"/>
                <a:gd name="connsiteX917" fmla="*/ 9525 w 466725"/>
                <a:gd name="connsiteY917" fmla="*/ 218884 h 409575"/>
                <a:gd name="connsiteX918" fmla="*/ 9715 w 466725"/>
                <a:gd name="connsiteY918" fmla="*/ 220408 h 409575"/>
                <a:gd name="connsiteX919" fmla="*/ 10287 w 466725"/>
                <a:gd name="connsiteY919" fmla="*/ 222028 h 409575"/>
                <a:gd name="connsiteX920" fmla="*/ 10668 w 466725"/>
                <a:gd name="connsiteY920" fmla="*/ 224028 h 409575"/>
                <a:gd name="connsiteX921" fmla="*/ 10763 w 466725"/>
                <a:gd name="connsiteY921" fmla="*/ 225076 h 409575"/>
                <a:gd name="connsiteX922" fmla="*/ 10954 w 466725"/>
                <a:gd name="connsiteY922" fmla="*/ 225647 h 409575"/>
                <a:gd name="connsiteX923" fmla="*/ 11239 w 466725"/>
                <a:gd name="connsiteY923" fmla="*/ 226028 h 409575"/>
                <a:gd name="connsiteX924" fmla="*/ 11716 w 466725"/>
                <a:gd name="connsiteY924" fmla="*/ 226123 h 409575"/>
                <a:gd name="connsiteX925" fmla="*/ 12192 w 466725"/>
                <a:gd name="connsiteY925" fmla="*/ 226028 h 409575"/>
                <a:gd name="connsiteX926" fmla="*/ 13525 w 466725"/>
                <a:gd name="connsiteY926" fmla="*/ 225552 h 409575"/>
                <a:gd name="connsiteX927" fmla="*/ 14097 w 466725"/>
                <a:gd name="connsiteY927" fmla="*/ 225647 h 409575"/>
                <a:gd name="connsiteX928" fmla="*/ 14288 w 466725"/>
                <a:gd name="connsiteY928" fmla="*/ 225933 h 409575"/>
                <a:gd name="connsiteX929" fmla="*/ 14288 w 466725"/>
                <a:gd name="connsiteY929" fmla="*/ 226409 h 409575"/>
                <a:gd name="connsiteX930" fmla="*/ 13335 w 466725"/>
                <a:gd name="connsiteY930" fmla="*/ 229743 h 409575"/>
                <a:gd name="connsiteX931" fmla="*/ 13335 w 466725"/>
                <a:gd name="connsiteY931" fmla="*/ 230219 h 409575"/>
                <a:gd name="connsiteX932" fmla="*/ 13335 w 466725"/>
                <a:gd name="connsiteY932" fmla="*/ 232505 h 409575"/>
                <a:gd name="connsiteX933" fmla="*/ 12954 w 466725"/>
                <a:gd name="connsiteY933" fmla="*/ 234791 h 409575"/>
                <a:gd name="connsiteX934" fmla="*/ 12954 w 466725"/>
                <a:gd name="connsiteY934" fmla="*/ 235458 h 409575"/>
                <a:gd name="connsiteX935" fmla="*/ 13049 w 466725"/>
                <a:gd name="connsiteY935" fmla="*/ 236029 h 409575"/>
                <a:gd name="connsiteX936" fmla="*/ 13335 w 466725"/>
                <a:gd name="connsiteY936" fmla="*/ 236696 h 409575"/>
                <a:gd name="connsiteX937" fmla="*/ 14383 w 466725"/>
                <a:gd name="connsiteY937" fmla="*/ 238887 h 409575"/>
                <a:gd name="connsiteX938" fmla="*/ 14764 w 466725"/>
                <a:gd name="connsiteY938" fmla="*/ 239649 h 409575"/>
                <a:gd name="connsiteX939" fmla="*/ 15240 w 466725"/>
                <a:gd name="connsiteY939" fmla="*/ 240125 h 409575"/>
                <a:gd name="connsiteX940" fmla="*/ 18669 w 466725"/>
                <a:gd name="connsiteY940" fmla="*/ 242792 h 409575"/>
                <a:gd name="connsiteX941" fmla="*/ 21145 w 466725"/>
                <a:gd name="connsiteY941" fmla="*/ 244126 h 409575"/>
                <a:gd name="connsiteX942" fmla="*/ 22955 w 466725"/>
                <a:gd name="connsiteY942" fmla="*/ 244792 h 409575"/>
                <a:gd name="connsiteX943" fmla="*/ 24765 w 466725"/>
                <a:gd name="connsiteY943" fmla="*/ 245364 h 409575"/>
                <a:gd name="connsiteX944" fmla="*/ 25527 w 466725"/>
                <a:gd name="connsiteY944" fmla="*/ 245364 h 409575"/>
                <a:gd name="connsiteX945" fmla="*/ 32004 w 466725"/>
                <a:gd name="connsiteY945" fmla="*/ 245364 h 409575"/>
                <a:gd name="connsiteX946" fmla="*/ 33909 w 466725"/>
                <a:gd name="connsiteY946" fmla="*/ 245745 h 409575"/>
                <a:gd name="connsiteX947" fmla="*/ 34480 w 466725"/>
                <a:gd name="connsiteY947" fmla="*/ 245650 h 409575"/>
                <a:gd name="connsiteX948" fmla="*/ 34861 w 466725"/>
                <a:gd name="connsiteY948" fmla="*/ 245364 h 409575"/>
                <a:gd name="connsiteX949" fmla="*/ 35528 w 466725"/>
                <a:gd name="connsiteY949" fmla="*/ 244792 h 409575"/>
                <a:gd name="connsiteX950" fmla="*/ 35814 w 466725"/>
                <a:gd name="connsiteY950" fmla="*/ 244507 h 409575"/>
                <a:gd name="connsiteX951" fmla="*/ 36004 w 466725"/>
                <a:gd name="connsiteY951" fmla="*/ 244030 h 409575"/>
                <a:gd name="connsiteX952" fmla="*/ 36290 w 466725"/>
                <a:gd name="connsiteY952" fmla="*/ 242506 h 409575"/>
                <a:gd name="connsiteX953" fmla="*/ 36671 w 466725"/>
                <a:gd name="connsiteY953" fmla="*/ 241649 h 409575"/>
                <a:gd name="connsiteX954" fmla="*/ 38386 w 466725"/>
                <a:gd name="connsiteY954" fmla="*/ 238506 h 409575"/>
                <a:gd name="connsiteX955" fmla="*/ 38671 w 466725"/>
                <a:gd name="connsiteY955" fmla="*/ 238125 h 409575"/>
                <a:gd name="connsiteX956" fmla="*/ 41148 w 466725"/>
                <a:gd name="connsiteY956" fmla="*/ 235077 h 409575"/>
                <a:gd name="connsiteX957" fmla="*/ 41815 w 466725"/>
                <a:gd name="connsiteY957" fmla="*/ 234410 h 409575"/>
                <a:gd name="connsiteX958" fmla="*/ 42196 w 466725"/>
                <a:gd name="connsiteY958" fmla="*/ 234220 h 409575"/>
                <a:gd name="connsiteX959" fmla="*/ 43053 w 466725"/>
                <a:gd name="connsiteY959" fmla="*/ 233839 h 409575"/>
                <a:gd name="connsiteX960" fmla="*/ 43529 w 466725"/>
                <a:gd name="connsiteY960" fmla="*/ 233648 h 409575"/>
                <a:gd name="connsiteX961" fmla="*/ 44005 w 466725"/>
                <a:gd name="connsiteY961" fmla="*/ 233553 h 409575"/>
                <a:gd name="connsiteX962" fmla="*/ 44577 w 466725"/>
                <a:gd name="connsiteY962" fmla="*/ 233553 h 409575"/>
                <a:gd name="connsiteX963" fmla="*/ 45053 w 466725"/>
                <a:gd name="connsiteY963" fmla="*/ 233648 h 409575"/>
                <a:gd name="connsiteX964" fmla="*/ 45720 w 466725"/>
                <a:gd name="connsiteY964" fmla="*/ 233839 h 409575"/>
                <a:gd name="connsiteX965" fmla="*/ 49721 w 466725"/>
                <a:gd name="connsiteY965" fmla="*/ 235744 h 409575"/>
                <a:gd name="connsiteX966" fmla="*/ 50197 w 466725"/>
                <a:gd name="connsiteY966" fmla="*/ 235839 h 409575"/>
                <a:gd name="connsiteX967" fmla="*/ 50768 w 466725"/>
                <a:gd name="connsiteY967" fmla="*/ 235839 h 409575"/>
                <a:gd name="connsiteX968" fmla="*/ 57626 w 466725"/>
                <a:gd name="connsiteY968" fmla="*/ 235553 h 409575"/>
                <a:gd name="connsiteX969" fmla="*/ 58198 w 466725"/>
                <a:gd name="connsiteY969" fmla="*/ 235458 h 409575"/>
                <a:gd name="connsiteX970" fmla="*/ 58674 w 466725"/>
                <a:gd name="connsiteY970" fmla="*/ 235363 h 409575"/>
                <a:gd name="connsiteX971" fmla="*/ 59150 w 466725"/>
                <a:gd name="connsiteY971" fmla="*/ 235172 h 409575"/>
                <a:gd name="connsiteX972" fmla="*/ 59912 w 466725"/>
                <a:gd name="connsiteY972" fmla="*/ 234696 h 409575"/>
                <a:gd name="connsiteX973" fmla="*/ 60293 w 466725"/>
                <a:gd name="connsiteY973" fmla="*/ 234505 h 409575"/>
                <a:gd name="connsiteX974" fmla="*/ 60674 w 466725"/>
                <a:gd name="connsiteY974" fmla="*/ 234220 h 409575"/>
                <a:gd name="connsiteX975" fmla="*/ 60960 w 466725"/>
                <a:gd name="connsiteY975" fmla="*/ 233839 h 409575"/>
                <a:gd name="connsiteX976" fmla="*/ 62770 w 466725"/>
                <a:gd name="connsiteY976" fmla="*/ 231362 h 409575"/>
                <a:gd name="connsiteX977" fmla="*/ 62960 w 466725"/>
                <a:gd name="connsiteY977" fmla="*/ 230981 h 409575"/>
                <a:gd name="connsiteX978" fmla="*/ 63151 w 466725"/>
                <a:gd name="connsiteY978" fmla="*/ 230505 h 409575"/>
                <a:gd name="connsiteX979" fmla="*/ 63341 w 466725"/>
                <a:gd name="connsiteY979" fmla="*/ 228886 h 409575"/>
                <a:gd name="connsiteX980" fmla="*/ 63437 w 466725"/>
                <a:gd name="connsiteY980" fmla="*/ 228409 h 409575"/>
                <a:gd name="connsiteX981" fmla="*/ 63722 w 466725"/>
                <a:gd name="connsiteY981" fmla="*/ 228028 h 409575"/>
                <a:gd name="connsiteX982" fmla="*/ 64103 w 466725"/>
                <a:gd name="connsiteY982" fmla="*/ 227647 h 409575"/>
                <a:gd name="connsiteX983" fmla="*/ 64675 w 466725"/>
                <a:gd name="connsiteY983" fmla="*/ 227552 h 409575"/>
                <a:gd name="connsiteX984" fmla="*/ 65627 w 466725"/>
                <a:gd name="connsiteY984" fmla="*/ 227552 h 409575"/>
                <a:gd name="connsiteX985" fmla="*/ 66199 w 466725"/>
                <a:gd name="connsiteY985" fmla="*/ 227838 h 409575"/>
                <a:gd name="connsiteX986" fmla="*/ 66675 w 466725"/>
                <a:gd name="connsiteY986" fmla="*/ 228124 h 409575"/>
                <a:gd name="connsiteX987" fmla="*/ 66961 w 466725"/>
                <a:gd name="connsiteY987" fmla="*/ 228409 h 409575"/>
                <a:gd name="connsiteX988" fmla="*/ 67151 w 466725"/>
                <a:gd name="connsiteY988" fmla="*/ 228790 h 409575"/>
                <a:gd name="connsiteX989" fmla="*/ 69056 w 466725"/>
                <a:gd name="connsiteY989" fmla="*/ 232505 h 409575"/>
                <a:gd name="connsiteX990" fmla="*/ 69247 w 466725"/>
                <a:gd name="connsiteY990" fmla="*/ 232886 h 409575"/>
                <a:gd name="connsiteX991" fmla="*/ 69342 w 466725"/>
                <a:gd name="connsiteY991" fmla="*/ 233458 h 409575"/>
                <a:gd name="connsiteX992" fmla="*/ 69342 w 466725"/>
                <a:gd name="connsiteY992" fmla="*/ 235744 h 409575"/>
                <a:gd name="connsiteX993" fmla="*/ 69437 w 466725"/>
                <a:gd name="connsiteY993" fmla="*/ 236601 h 409575"/>
                <a:gd name="connsiteX994" fmla="*/ 69532 w 466725"/>
                <a:gd name="connsiteY994" fmla="*/ 236887 h 409575"/>
                <a:gd name="connsiteX995" fmla="*/ 70104 w 466725"/>
                <a:gd name="connsiteY995" fmla="*/ 237934 h 409575"/>
                <a:gd name="connsiteX996" fmla="*/ 70771 w 466725"/>
                <a:gd name="connsiteY996" fmla="*/ 238696 h 409575"/>
                <a:gd name="connsiteX997" fmla="*/ 71438 w 466725"/>
                <a:gd name="connsiteY997" fmla="*/ 239077 h 409575"/>
                <a:gd name="connsiteX998" fmla="*/ 71914 w 466725"/>
                <a:gd name="connsiteY998" fmla="*/ 239173 h 409575"/>
                <a:gd name="connsiteX999" fmla="*/ 72295 w 466725"/>
                <a:gd name="connsiteY999" fmla="*/ 239173 h 409575"/>
                <a:gd name="connsiteX1000" fmla="*/ 72676 w 466725"/>
                <a:gd name="connsiteY1000" fmla="*/ 239077 h 409575"/>
                <a:gd name="connsiteX1001" fmla="*/ 73438 w 466725"/>
                <a:gd name="connsiteY1001" fmla="*/ 238792 h 409575"/>
                <a:gd name="connsiteX1002" fmla="*/ 74009 w 466725"/>
                <a:gd name="connsiteY1002" fmla="*/ 238696 h 409575"/>
                <a:gd name="connsiteX1003" fmla="*/ 74771 w 466725"/>
                <a:gd name="connsiteY1003" fmla="*/ 238696 h 409575"/>
                <a:gd name="connsiteX1004" fmla="*/ 75914 w 466725"/>
                <a:gd name="connsiteY1004" fmla="*/ 238887 h 409575"/>
                <a:gd name="connsiteX1005" fmla="*/ 76486 w 466725"/>
                <a:gd name="connsiteY1005" fmla="*/ 239173 h 409575"/>
                <a:gd name="connsiteX1006" fmla="*/ 76962 w 466725"/>
                <a:gd name="connsiteY1006" fmla="*/ 239458 h 409575"/>
                <a:gd name="connsiteX1007" fmla="*/ 77343 w 466725"/>
                <a:gd name="connsiteY1007" fmla="*/ 239744 h 409575"/>
                <a:gd name="connsiteX1008" fmla="*/ 77629 w 466725"/>
                <a:gd name="connsiteY1008" fmla="*/ 240030 h 409575"/>
                <a:gd name="connsiteX1009" fmla="*/ 77914 w 466725"/>
                <a:gd name="connsiteY1009" fmla="*/ 240411 h 409575"/>
                <a:gd name="connsiteX1010" fmla="*/ 78105 w 466725"/>
                <a:gd name="connsiteY1010" fmla="*/ 240887 h 409575"/>
                <a:gd name="connsiteX1011" fmla="*/ 78200 w 466725"/>
                <a:gd name="connsiteY1011" fmla="*/ 241363 h 409575"/>
                <a:gd name="connsiteX1012" fmla="*/ 78296 w 466725"/>
                <a:gd name="connsiteY1012" fmla="*/ 242506 h 409575"/>
                <a:gd name="connsiteX1013" fmla="*/ 78486 w 466725"/>
                <a:gd name="connsiteY1013" fmla="*/ 243078 h 409575"/>
                <a:gd name="connsiteX1014" fmla="*/ 78772 w 466725"/>
                <a:gd name="connsiteY1014" fmla="*/ 243459 h 409575"/>
                <a:gd name="connsiteX1015" fmla="*/ 80105 w 466725"/>
                <a:gd name="connsiteY1015" fmla="*/ 244792 h 409575"/>
                <a:gd name="connsiteX1016" fmla="*/ 81820 w 466725"/>
                <a:gd name="connsiteY1016" fmla="*/ 246793 h 409575"/>
                <a:gd name="connsiteX1017" fmla="*/ 82105 w 466725"/>
                <a:gd name="connsiteY1017" fmla="*/ 246983 h 409575"/>
                <a:gd name="connsiteX1018" fmla="*/ 82105 w 466725"/>
                <a:gd name="connsiteY1018" fmla="*/ 246983 h 409575"/>
                <a:gd name="connsiteX1019" fmla="*/ 82391 w 466725"/>
                <a:gd name="connsiteY1019" fmla="*/ 247174 h 409575"/>
                <a:gd name="connsiteX1020" fmla="*/ 82582 w 466725"/>
                <a:gd name="connsiteY1020" fmla="*/ 247745 h 409575"/>
                <a:gd name="connsiteX1021" fmla="*/ 82772 w 466725"/>
                <a:gd name="connsiteY1021" fmla="*/ 248507 h 409575"/>
                <a:gd name="connsiteX1022" fmla="*/ 82867 w 466725"/>
                <a:gd name="connsiteY1022" fmla="*/ 249936 h 409575"/>
                <a:gd name="connsiteX1023" fmla="*/ 83153 w 466725"/>
                <a:gd name="connsiteY1023" fmla="*/ 250793 h 409575"/>
                <a:gd name="connsiteX1024" fmla="*/ 83344 w 466725"/>
                <a:gd name="connsiteY1024" fmla="*/ 251365 h 409575"/>
                <a:gd name="connsiteX1025" fmla="*/ 83629 w 466725"/>
                <a:gd name="connsiteY1025" fmla="*/ 251650 h 409575"/>
                <a:gd name="connsiteX1026" fmla="*/ 83915 w 466725"/>
                <a:gd name="connsiteY1026" fmla="*/ 252031 h 409575"/>
                <a:gd name="connsiteX1027" fmla="*/ 84487 w 466725"/>
                <a:gd name="connsiteY1027" fmla="*/ 252698 h 409575"/>
                <a:gd name="connsiteX1028" fmla="*/ 84677 w 466725"/>
                <a:gd name="connsiteY1028" fmla="*/ 253079 h 409575"/>
                <a:gd name="connsiteX1029" fmla="*/ 85344 w 466725"/>
                <a:gd name="connsiteY1029" fmla="*/ 255556 h 409575"/>
                <a:gd name="connsiteX1030" fmla="*/ 85630 w 466725"/>
                <a:gd name="connsiteY1030" fmla="*/ 256318 h 409575"/>
                <a:gd name="connsiteX1031" fmla="*/ 86201 w 466725"/>
                <a:gd name="connsiteY1031" fmla="*/ 257175 h 409575"/>
                <a:gd name="connsiteX1032" fmla="*/ 86296 w 466725"/>
                <a:gd name="connsiteY1032" fmla="*/ 257365 h 409575"/>
                <a:gd name="connsiteX1033" fmla="*/ 86392 w 466725"/>
                <a:gd name="connsiteY1033" fmla="*/ 257461 h 409575"/>
                <a:gd name="connsiteX1034" fmla="*/ 86392 w 466725"/>
                <a:gd name="connsiteY1034" fmla="*/ 257651 h 409575"/>
                <a:gd name="connsiteX1035" fmla="*/ 86296 w 466725"/>
                <a:gd name="connsiteY1035" fmla="*/ 257746 h 409575"/>
                <a:gd name="connsiteX1036" fmla="*/ 86011 w 466725"/>
                <a:gd name="connsiteY1036" fmla="*/ 257842 h 409575"/>
                <a:gd name="connsiteX1037" fmla="*/ 85630 w 466725"/>
                <a:gd name="connsiteY1037" fmla="*/ 258127 h 409575"/>
                <a:gd name="connsiteX1038" fmla="*/ 85344 w 466725"/>
                <a:gd name="connsiteY1038" fmla="*/ 258413 h 409575"/>
                <a:gd name="connsiteX1039" fmla="*/ 85058 w 466725"/>
                <a:gd name="connsiteY1039" fmla="*/ 258699 h 409575"/>
                <a:gd name="connsiteX1040" fmla="*/ 84487 w 466725"/>
                <a:gd name="connsiteY1040" fmla="*/ 259461 h 409575"/>
                <a:gd name="connsiteX1041" fmla="*/ 84106 w 466725"/>
                <a:gd name="connsiteY1041" fmla="*/ 260223 h 409575"/>
                <a:gd name="connsiteX1042" fmla="*/ 83820 w 466725"/>
                <a:gd name="connsiteY1042" fmla="*/ 260604 h 409575"/>
                <a:gd name="connsiteX1043" fmla="*/ 83153 w 466725"/>
                <a:gd name="connsiteY1043" fmla="*/ 261175 h 409575"/>
                <a:gd name="connsiteX1044" fmla="*/ 81153 w 466725"/>
                <a:gd name="connsiteY1044" fmla="*/ 262223 h 409575"/>
                <a:gd name="connsiteX1045" fmla="*/ 77153 w 466725"/>
                <a:gd name="connsiteY1045" fmla="*/ 265557 h 409575"/>
                <a:gd name="connsiteX1046" fmla="*/ 75819 w 466725"/>
                <a:gd name="connsiteY1046" fmla="*/ 267367 h 409575"/>
                <a:gd name="connsiteX1047" fmla="*/ 75724 w 466725"/>
                <a:gd name="connsiteY1047" fmla="*/ 268033 h 409575"/>
                <a:gd name="connsiteX1048" fmla="*/ 75533 w 466725"/>
                <a:gd name="connsiteY1048" fmla="*/ 268986 h 409575"/>
                <a:gd name="connsiteX1049" fmla="*/ 75533 w 466725"/>
                <a:gd name="connsiteY1049" fmla="*/ 270986 h 409575"/>
                <a:gd name="connsiteX1050" fmla="*/ 75057 w 466725"/>
                <a:gd name="connsiteY1050" fmla="*/ 273844 h 409575"/>
                <a:gd name="connsiteX1051" fmla="*/ 74771 w 466725"/>
                <a:gd name="connsiteY1051" fmla="*/ 274415 h 409575"/>
                <a:gd name="connsiteX1052" fmla="*/ 74390 w 466725"/>
                <a:gd name="connsiteY1052" fmla="*/ 275082 h 409575"/>
                <a:gd name="connsiteX1053" fmla="*/ 72962 w 466725"/>
                <a:gd name="connsiteY1053" fmla="*/ 276606 h 409575"/>
                <a:gd name="connsiteX1054" fmla="*/ 72771 w 466725"/>
                <a:gd name="connsiteY1054" fmla="*/ 276987 h 409575"/>
                <a:gd name="connsiteX1055" fmla="*/ 72580 w 466725"/>
                <a:gd name="connsiteY1055" fmla="*/ 277558 h 409575"/>
                <a:gd name="connsiteX1056" fmla="*/ 72676 w 466725"/>
                <a:gd name="connsiteY1056" fmla="*/ 278225 h 409575"/>
                <a:gd name="connsiteX1057" fmla="*/ 72962 w 466725"/>
                <a:gd name="connsiteY1057" fmla="*/ 279368 h 409575"/>
                <a:gd name="connsiteX1058" fmla="*/ 73438 w 466725"/>
                <a:gd name="connsiteY1058" fmla="*/ 280511 h 409575"/>
                <a:gd name="connsiteX1059" fmla="*/ 73628 w 466725"/>
                <a:gd name="connsiteY1059" fmla="*/ 281083 h 409575"/>
                <a:gd name="connsiteX1060" fmla="*/ 73628 w 466725"/>
                <a:gd name="connsiteY1060" fmla="*/ 281749 h 409575"/>
                <a:gd name="connsiteX1061" fmla="*/ 73342 w 466725"/>
                <a:gd name="connsiteY1061" fmla="*/ 282892 h 409575"/>
                <a:gd name="connsiteX1062" fmla="*/ 72580 w 466725"/>
                <a:gd name="connsiteY1062" fmla="*/ 284512 h 409575"/>
                <a:gd name="connsiteX1063" fmla="*/ 72485 w 466725"/>
                <a:gd name="connsiteY1063" fmla="*/ 285083 h 409575"/>
                <a:gd name="connsiteX1064" fmla="*/ 72390 w 466725"/>
                <a:gd name="connsiteY1064" fmla="*/ 285940 h 409575"/>
                <a:gd name="connsiteX1065" fmla="*/ 72390 w 466725"/>
                <a:gd name="connsiteY1065" fmla="*/ 287464 h 409575"/>
                <a:gd name="connsiteX1066" fmla="*/ 72199 w 466725"/>
                <a:gd name="connsiteY1066" fmla="*/ 288607 h 409575"/>
                <a:gd name="connsiteX1067" fmla="*/ 69342 w 466725"/>
                <a:gd name="connsiteY1067" fmla="*/ 292989 h 409575"/>
                <a:gd name="connsiteX1068" fmla="*/ 68294 w 466725"/>
                <a:gd name="connsiteY1068" fmla="*/ 293846 h 409575"/>
                <a:gd name="connsiteX1069" fmla="*/ 67628 w 466725"/>
                <a:gd name="connsiteY1069" fmla="*/ 294322 h 409575"/>
                <a:gd name="connsiteX1070" fmla="*/ 67151 w 466725"/>
                <a:gd name="connsiteY1070" fmla="*/ 294513 h 409575"/>
                <a:gd name="connsiteX1071" fmla="*/ 65341 w 466725"/>
                <a:gd name="connsiteY1071" fmla="*/ 295084 h 409575"/>
                <a:gd name="connsiteX1072" fmla="*/ 63722 w 466725"/>
                <a:gd name="connsiteY1072" fmla="*/ 295942 h 409575"/>
                <a:gd name="connsiteX1073" fmla="*/ 63437 w 466725"/>
                <a:gd name="connsiteY1073" fmla="*/ 296323 h 409575"/>
                <a:gd name="connsiteX1074" fmla="*/ 63437 w 466725"/>
                <a:gd name="connsiteY1074" fmla="*/ 296894 h 409575"/>
                <a:gd name="connsiteX1075" fmla="*/ 64008 w 466725"/>
                <a:gd name="connsiteY1075" fmla="*/ 297847 h 409575"/>
                <a:gd name="connsiteX1076" fmla="*/ 64389 w 466725"/>
                <a:gd name="connsiteY1076" fmla="*/ 298418 h 409575"/>
                <a:gd name="connsiteX1077" fmla="*/ 64865 w 466725"/>
                <a:gd name="connsiteY1077" fmla="*/ 298799 h 409575"/>
                <a:gd name="connsiteX1078" fmla="*/ 65246 w 466725"/>
                <a:gd name="connsiteY1078" fmla="*/ 299085 h 409575"/>
                <a:gd name="connsiteX1079" fmla="*/ 65532 w 466725"/>
                <a:gd name="connsiteY1079" fmla="*/ 299371 h 409575"/>
                <a:gd name="connsiteX1080" fmla="*/ 65722 w 466725"/>
                <a:gd name="connsiteY1080" fmla="*/ 299942 h 409575"/>
                <a:gd name="connsiteX1081" fmla="*/ 65913 w 466725"/>
                <a:gd name="connsiteY1081" fmla="*/ 300799 h 409575"/>
                <a:gd name="connsiteX1082" fmla="*/ 66008 w 466725"/>
                <a:gd name="connsiteY1082" fmla="*/ 302323 h 409575"/>
                <a:gd name="connsiteX1083" fmla="*/ 65913 w 466725"/>
                <a:gd name="connsiteY1083" fmla="*/ 303943 h 409575"/>
                <a:gd name="connsiteX1084" fmla="*/ 65627 w 466725"/>
                <a:gd name="connsiteY1084" fmla="*/ 304895 h 409575"/>
                <a:gd name="connsiteX1085" fmla="*/ 63722 w 466725"/>
                <a:gd name="connsiteY1085" fmla="*/ 309753 h 409575"/>
                <a:gd name="connsiteX1086" fmla="*/ 63532 w 466725"/>
                <a:gd name="connsiteY1086" fmla="*/ 310705 h 409575"/>
                <a:gd name="connsiteX1087" fmla="*/ 63341 w 466725"/>
                <a:gd name="connsiteY1087" fmla="*/ 311467 h 409575"/>
                <a:gd name="connsiteX1088" fmla="*/ 62865 w 466725"/>
                <a:gd name="connsiteY1088" fmla="*/ 312230 h 409575"/>
                <a:gd name="connsiteX1089" fmla="*/ 62293 w 466725"/>
                <a:gd name="connsiteY1089" fmla="*/ 312896 h 409575"/>
                <a:gd name="connsiteX1090" fmla="*/ 62008 w 466725"/>
                <a:gd name="connsiteY1090" fmla="*/ 313182 h 409575"/>
                <a:gd name="connsiteX1091" fmla="*/ 61627 w 466725"/>
                <a:gd name="connsiteY1091" fmla="*/ 313372 h 409575"/>
                <a:gd name="connsiteX1092" fmla="*/ 61150 w 466725"/>
                <a:gd name="connsiteY1092" fmla="*/ 313468 h 409575"/>
                <a:gd name="connsiteX1093" fmla="*/ 60674 w 466725"/>
                <a:gd name="connsiteY1093" fmla="*/ 313372 h 409575"/>
                <a:gd name="connsiteX1094" fmla="*/ 60198 w 466725"/>
                <a:gd name="connsiteY1094" fmla="*/ 313277 h 409575"/>
                <a:gd name="connsiteX1095" fmla="*/ 57721 w 466725"/>
                <a:gd name="connsiteY1095" fmla="*/ 312039 h 409575"/>
                <a:gd name="connsiteX1096" fmla="*/ 57340 w 466725"/>
                <a:gd name="connsiteY1096" fmla="*/ 311848 h 409575"/>
                <a:gd name="connsiteX1097" fmla="*/ 56864 w 466725"/>
                <a:gd name="connsiteY1097" fmla="*/ 311944 h 409575"/>
                <a:gd name="connsiteX1098" fmla="*/ 56483 w 466725"/>
                <a:gd name="connsiteY1098" fmla="*/ 312039 h 409575"/>
                <a:gd name="connsiteX1099" fmla="*/ 56197 w 466725"/>
                <a:gd name="connsiteY1099" fmla="*/ 312420 h 409575"/>
                <a:gd name="connsiteX1100" fmla="*/ 56102 w 466725"/>
                <a:gd name="connsiteY1100" fmla="*/ 312991 h 409575"/>
                <a:gd name="connsiteX1101" fmla="*/ 56197 w 466725"/>
                <a:gd name="connsiteY1101" fmla="*/ 313753 h 409575"/>
                <a:gd name="connsiteX1102" fmla="*/ 56864 w 466725"/>
                <a:gd name="connsiteY1102" fmla="*/ 316897 h 409575"/>
                <a:gd name="connsiteX1103" fmla="*/ 56864 w 466725"/>
                <a:gd name="connsiteY1103" fmla="*/ 318611 h 409575"/>
                <a:gd name="connsiteX1104" fmla="*/ 56769 w 466725"/>
                <a:gd name="connsiteY1104" fmla="*/ 319754 h 409575"/>
                <a:gd name="connsiteX1105" fmla="*/ 56769 w 466725"/>
                <a:gd name="connsiteY1105" fmla="*/ 320897 h 409575"/>
                <a:gd name="connsiteX1106" fmla="*/ 56864 w 466725"/>
                <a:gd name="connsiteY1106" fmla="*/ 321469 h 409575"/>
                <a:gd name="connsiteX1107" fmla="*/ 56959 w 466725"/>
                <a:gd name="connsiteY1107" fmla="*/ 322040 h 409575"/>
                <a:gd name="connsiteX1108" fmla="*/ 57340 w 466725"/>
                <a:gd name="connsiteY1108" fmla="*/ 322707 h 409575"/>
                <a:gd name="connsiteX1109" fmla="*/ 57912 w 466725"/>
                <a:gd name="connsiteY1109" fmla="*/ 323469 h 409575"/>
                <a:gd name="connsiteX1110" fmla="*/ 59055 w 466725"/>
                <a:gd name="connsiteY1110" fmla="*/ 324517 h 409575"/>
                <a:gd name="connsiteX1111" fmla="*/ 60293 w 466725"/>
                <a:gd name="connsiteY1111" fmla="*/ 325374 h 409575"/>
                <a:gd name="connsiteX1112" fmla="*/ 62198 w 466725"/>
                <a:gd name="connsiteY1112" fmla="*/ 326517 h 409575"/>
                <a:gd name="connsiteX1113" fmla="*/ 62484 w 466725"/>
                <a:gd name="connsiteY1113" fmla="*/ 326803 h 409575"/>
                <a:gd name="connsiteX1114" fmla="*/ 63817 w 466725"/>
                <a:gd name="connsiteY1114" fmla="*/ 327469 h 409575"/>
                <a:gd name="connsiteX1115" fmla="*/ 66008 w 466725"/>
                <a:gd name="connsiteY1115" fmla="*/ 328422 h 409575"/>
                <a:gd name="connsiteX1116" fmla="*/ 66675 w 466725"/>
                <a:gd name="connsiteY1116" fmla="*/ 329184 h 409575"/>
                <a:gd name="connsiteX1117" fmla="*/ 66865 w 466725"/>
                <a:gd name="connsiteY1117" fmla="*/ 330422 h 409575"/>
                <a:gd name="connsiteX1118" fmla="*/ 66865 w 466725"/>
                <a:gd name="connsiteY1118" fmla="*/ 334804 h 409575"/>
                <a:gd name="connsiteX1119" fmla="*/ 66961 w 466725"/>
                <a:gd name="connsiteY1119" fmla="*/ 335375 h 409575"/>
                <a:gd name="connsiteX1120" fmla="*/ 67246 w 466725"/>
                <a:gd name="connsiteY1120" fmla="*/ 335566 h 409575"/>
                <a:gd name="connsiteX1121" fmla="*/ 69723 w 466725"/>
                <a:gd name="connsiteY1121" fmla="*/ 336232 h 409575"/>
                <a:gd name="connsiteX1122" fmla="*/ 71056 w 466725"/>
                <a:gd name="connsiteY1122" fmla="*/ 336137 h 409575"/>
                <a:gd name="connsiteX1123" fmla="*/ 72009 w 466725"/>
                <a:gd name="connsiteY1123" fmla="*/ 335947 h 409575"/>
                <a:gd name="connsiteX1124" fmla="*/ 74104 w 466725"/>
                <a:gd name="connsiteY1124" fmla="*/ 334994 h 409575"/>
                <a:gd name="connsiteX1125" fmla="*/ 75057 w 466725"/>
                <a:gd name="connsiteY1125" fmla="*/ 334708 h 409575"/>
                <a:gd name="connsiteX1126" fmla="*/ 75914 w 466725"/>
                <a:gd name="connsiteY1126" fmla="*/ 335375 h 409575"/>
                <a:gd name="connsiteX1127" fmla="*/ 76486 w 466725"/>
                <a:gd name="connsiteY1127" fmla="*/ 336804 h 409575"/>
                <a:gd name="connsiteX1128" fmla="*/ 76867 w 466725"/>
                <a:gd name="connsiteY1128" fmla="*/ 342328 h 409575"/>
                <a:gd name="connsiteX1129" fmla="*/ 77533 w 466725"/>
                <a:gd name="connsiteY1129" fmla="*/ 345853 h 409575"/>
                <a:gd name="connsiteX1130" fmla="*/ 79820 w 466725"/>
                <a:gd name="connsiteY1130" fmla="*/ 347091 h 409575"/>
                <a:gd name="connsiteX1131" fmla="*/ 80581 w 466725"/>
                <a:gd name="connsiteY1131" fmla="*/ 347567 h 409575"/>
                <a:gd name="connsiteX1132" fmla="*/ 81248 w 466725"/>
                <a:gd name="connsiteY1132" fmla="*/ 348139 h 409575"/>
                <a:gd name="connsiteX1133" fmla="*/ 85725 w 466725"/>
                <a:gd name="connsiteY1133" fmla="*/ 353282 h 409575"/>
                <a:gd name="connsiteX1134" fmla="*/ 86392 w 466725"/>
                <a:gd name="connsiteY1134" fmla="*/ 353854 h 409575"/>
                <a:gd name="connsiteX1135" fmla="*/ 87535 w 466725"/>
                <a:gd name="connsiteY1135" fmla="*/ 354616 h 409575"/>
                <a:gd name="connsiteX1136" fmla="*/ 89345 w 466725"/>
                <a:gd name="connsiteY1136" fmla="*/ 355378 h 409575"/>
                <a:gd name="connsiteX1137" fmla="*/ 89630 w 466725"/>
                <a:gd name="connsiteY1137" fmla="*/ 355473 h 409575"/>
                <a:gd name="connsiteX1138" fmla="*/ 92583 w 466725"/>
                <a:gd name="connsiteY1138" fmla="*/ 355854 h 409575"/>
                <a:gd name="connsiteX1139" fmla="*/ 94488 w 466725"/>
                <a:gd name="connsiteY1139" fmla="*/ 356425 h 409575"/>
                <a:gd name="connsiteX1140" fmla="*/ 94869 w 466725"/>
                <a:gd name="connsiteY1140" fmla="*/ 356616 h 409575"/>
                <a:gd name="connsiteX1141" fmla="*/ 95155 w 466725"/>
                <a:gd name="connsiteY1141" fmla="*/ 356997 h 409575"/>
                <a:gd name="connsiteX1142" fmla="*/ 95345 w 466725"/>
                <a:gd name="connsiteY1142" fmla="*/ 357378 h 409575"/>
                <a:gd name="connsiteX1143" fmla="*/ 95345 w 466725"/>
                <a:gd name="connsiteY1143" fmla="*/ 357949 h 409575"/>
                <a:gd name="connsiteX1144" fmla="*/ 95250 w 466725"/>
                <a:gd name="connsiteY1144" fmla="*/ 358521 h 409575"/>
                <a:gd name="connsiteX1145" fmla="*/ 94583 w 466725"/>
                <a:gd name="connsiteY1145" fmla="*/ 359378 h 409575"/>
                <a:gd name="connsiteX1146" fmla="*/ 94107 w 466725"/>
                <a:gd name="connsiteY1146" fmla="*/ 359759 h 409575"/>
                <a:gd name="connsiteX1147" fmla="*/ 93631 w 466725"/>
                <a:gd name="connsiteY1147" fmla="*/ 360045 h 409575"/>
                <a:gd name="connsiteX1148" fmla="*/ 93154 w 466725"/>
                <a:gd name="connsiteY1148" fmla="*/ 360140 h 409575"/>
                <a:gd name="connsiteX1149" fmla="*/ 90773 w 466725"/>
                <a:gd name="connsiteY1149" fmla="*/ 360140 h 409575"/>
                <a:gd name="connsiteX1150" fmla="*/ 90297 w 466725"/>
                <a:gd name="connsiteY1150" fmla="*/ 360426 h 409575"/>
                <a:gd name="connsiteX1151" fmla="*/ 89821 w 466725"/>
                <a:gd name="connsiteY1151" fmla="*/ 360902 h 409575"/>
                <a:gd name="connsiteX1152" fmla="*/ 89630 w 466725"/>
                <a:gd name="connsiteY1152" fmla="*/ 362045 h 409575"/>
                <a:gd name="connsiteX1153" fmla="*/ 89535 w 466725"/>
                <a:gd name="connsiteY1153" fmla="*/ 362807 h 409575"/>
                <a:gd name="connsiteX1154" fmla="*/ 89725 w 466725"/>
                <a:gd name="connsiteY1154" fmla="*/ 364046 h 409575"/>
                <a:gd name="connsiteX1155" fmla="*/ 89725 w 466725"/>
                <a:gd name="connsiteY1155" fmla="*/ 364617 h 409575"/>
                <a:gd name="connsiteX1156" fmla="*/ 89630 w 466725"/>
                <a:gd name="connsiteY1156" fmla="*/ 365379 h 409575"/>
                <a:gd name="connsiteX1157" fmla="*/ 89345 w 466725"/>
                <a:gd name="connsiteY1157" fmla="*/ 366331 h 409575"/>
                <a:gd name="connsiteX1158" fmla="*/ 87725 w 466725"/>
                <a:gd name="connsiteY1158" fmla="*/ 369284 h 409575"/>
                <a:gd name="connsiteX1159" fmla="*/ 87535 w 466725"/>
                <a:gd name="connsiteY1159" fmla="*/ 369760 h 409575"/>
                <a:gd name="connsiteX1160" fmla="*/ 87344 w 466725"/>
                <a:gd name="connsiteY1160" fmla="*/ 370522 h 409575"/>
                <a:gd name="connsiteX1161" fmla="*/ 87249 w 466725"/>
                <a:gd name="connsiteY1161" fmla="*/ 371761 h 409575"/>
                <a:gd name="connsiteX1162" fmla="*/ 87344 w 466725"/>
                <a:gd name="connsiteY1162" fmla="*/ 372904 h 409575"/>
                <a:gd name="connsiteX1163" fmla="*/ 87630 w 466725"/>
                <a:gd name="connsiteY1163" fmla="*/ 374047 h 409575"/>
                <a:gd name="connsiteX1164" fmla="*/ 88297 w 466725"/>
                <a:gd name="connsiteY1164" fmla="*/ 375856 h 409575"/>
                <a:gd name="connsiteX1165" fmla="*/ 88582 w 466725"/>
                <a:gd name="connsiteY1165" fmla="*/ 376809 h 409575"/>
                <a:gd name="connsiteX1166" fmla="*/ 88773 w 466725"/>
                <a:gd name="connsiteY1166" fmla="*/ 377857 h 409575"/>
                <a:gd name="connsiteX1167" fmla="*/ 88582 w 466725"/>
                <a:gd name="connsiteY1167" fmla="*/ 378619 h 409575"/>
                <a:gd name="connsiteX1168" fmla="*/ 88297 w 466725"/>
                <a:gd name="connsiteY1168" fmla="*/ 379476 h 409575"/>
                <a:gd name="connsiteX1169" fmla="*/ 86678 w 466725"/>
                <a:gd name="connsiteY1169" fmla="*/ 381476 h 409575"/>
                <a:gd name="connsiteX1170" fmla="*/ 86201 w 466725"/>
                <a:gd name="connsiteY1170" fmla="*/ 381857 h 409575"/>
                <a:gd name="connsiteX1171" fmla="*/ 85915 w 466725"/>
                <a:gd name="connsiteY1171" fmla="*/ 382048 h 409575"/>
                <a:gd name="connsiteX1172" fmla="*/ 84868 w 466725"/>
                <a:gd name="connsiteY1172" fmla="*/ 383096 h 409575"/>
                <a:gd name="connsiteX1173" fmla="*/ 82391 w 466725"/>
                <a:gd name="connsiteY1173" fmla="*/ 386905 h 409575"/>
                <a:gd name="connsiteX1174" fmla="*/ 81343 w 466725"/>
                <a:gd name="connsiteY1174" fmla="*/ 388144 h 409575"/>
                <a:gd name="connsiteX1175" fmla="*/ 80677 w 466725"/>
                <a:gd name="connsiteY1175" fmla="*/ 388525 h 409575"/>
                <a:gd name="connsiteX1176" fmla="*/ 80200 w 466725"/>
                <a:gd name="connsiteY1176" fmla="*/ 389001 h 409575"/>
                <a:gd name="connsiteX1177" fmla="*/ 78010 w 466725"/>
                <a:gd name="connsiteY1177" fmla="*/ 392525 h 409575"/>
                <a:gd name="connsiteX1178" fmla="*/ 76390 w 466725"/>
                <a:gd name="connsiteY1178" fmla="*/ 393954 h 409575"/>
                <a:gd name="connsiteX1179" fmla="*/ 75914 w 466725"/>
                <a:gd name="connsiteY1179" fmla="*/ 395764 h 409575"/>
                <a:gd name="connsiteX1180" fmla="*/ 75438 w 466725"/>
                <a:gd name="connsiteY1180" fmla="*/ 401859 h 409575"/>
                <a:gd name="connsiteX1181" fmla="*/ 75438 w 466725"/>
                <a:gd name="connsiteY1181" fmla="*/ 402050 h 409575"/>
                <a:gd name="connsiteX1182" fmla="*/ 76676 w 466725"/>
                <a:gd name="connsiteY1182" fmla="*/ 401669 h 409575"/>
                <a:gd name="connsiteX1183" fmla="*/ 78867 w 466725"/>
                <a:gd name="connsiteY1183" fmla="*/ 403193 h 409575"/>
                <a:gd name="connsiteX1184" fmla="*/ 82677 w 466725"/>
                <a:gd name="connsiteY1184" fmla="*/ 407194 h 409575"/>
                <a:gd name="connsiteX1185" fmla="*/ 83439 w 466725"/>
                <a:gd name="connsiteY1185" fmla="*/ 407670 h 409575"/>
                <a:gd name="connsiteX1186" fmla="*/ 84582 w 466725"/>
                <a:gd name="connsiteY1186" fmla="*/ 408146 h 409575"/>
                <a:gd name="connsiteX1187" fmla="*/ 85915 w 466725"/>
                <a:gd name="connsiteY1187" fmla="*/ 408527 h 409575"/>
                <a:gd name="connsiteX1188" fmla="*/ 87058 w 466725"/>
                <a:gd name="connsiteY1188" fmla="*/ 408622 h 409575"/>
                <a:gd name="connsiteX1189" fmla="*/ 87821 w 466725"/>
                <a:gd name="connsiteY1189" fmla="*/ 409003 h 409575"/>
                <a:gd name="connsiteX1190" fmla="*/ 89630 w 466725"/>
                <a:gd name="connsiteY1190" fmla="*/ 410908 h 409575"/>
                <a:gd name="connsiteX1191" fmla="*/ 90583 w 466725"/>
                <a:gd name="connsiteY1191" fmla="*/ 411671 h 409575"/>
                <a:gd name="connsiteX1192" fmla="*/ 91916 w 466725"/>
                <a:gd name="connsiteY1192" fmla="*/ 410337 h 409575"/>
                <a:gd name="connsiteX1193" fmla="*/ 93250 w 466725"/>
                <a:gd name="connsiteY1193" fmla="*/ 408813 h 409575"/>
                <a:gd name="connsiteX1194" fmla="*/ 94679 w 466725"/>
                <a:gd name="connsiteY1194" fmla="*/ 407480 h 409575"/>
                <a:gd name="connsiteX1195" fmla="*/ 96393 w 466725"/>
                <a:gd name="connsiteY1195" fmla="*/ 406908 h 409575"/>
                <a:gd name="connsiteX1196" fmla="*/ 98203 w 466725"/>
                <a:gd name="connsiteY1196" fmla="*/ 406717 h 409575"/>
                <a:gd name="connsiteX1197" fmla="*/ 99536 w 466725"/>
                <a:gd name="connsiteY1197" fmla="*/ 406146 h 409575"/>
                <a:gd name="connsiteX1198" fmla="*/ 100393 w 466725"/>
                <a:gd name="connsiteY1198" fmla="*/ 405193 h 409575"/>
                <a:gd name="connsiteX1199" fmla="*/ 102394 w 466725"/>
                <a:gd name="connsiteY1199" fmla="*/ 400812 h 409575"/>
                <a:gd name="connsiteX1200" fmla="*/ 103346 w 466725"/>
                <a:gd name="connsiteY1200" fmla="*/ 399955 h 409575"/>
                <a:gd name="connsiteX1201" fmla="*/ 106775 w 466725"/>
                <a:gd name="connsiteY1201" fmla="*/ 399478 h 409575"/>
                <a:gd name="connsiteX1202" fmla="*/ 110109 w 466725"/>
                <a:gd name="connsiteY1202" fmla="*/ 398431 h 409575"/>
                <a:gd name="connsiteX1203" fmla="*/ 112204 w 466725"/>
                <a:gd name="connsiteY1203" fmla="*/ 397478 h 409575"/>
                <a:gd name="connsiteX1204" fmla="*/ 112776 w 466725"/>
                <a:gd name="connsiteY1204" fmla="*/ 397383 h 409575"/>
                <a:gd name="connsiteX1205" fmla="*/ 113252 w 466725"/>
                <a:gd name="connsiteY1205" fmla="*/ 397097 h 409575"/>
                <a:gd name="connsiteX1206" fmla="*/ 113729 w 466725"/>
                <a:gd name="connsiteY1206" fmla="*/ 396621 h 409575"/>
                <a:gd name="connsiteX1207" fmla="*/ 114205 w 466725"/>
                <a:gd name="connsiteY1207" fmla="*/ 395668 h 409575"/>
                <a:gd name="connsiteX1208" fmla="*/ 114586 w 466725"/>
                <a:gd name="connsiteY1208" fmla="*/ 393573 h 409575"/>
                <a:gd name="connsiteX1209" fmla="*/ 115348 w 466725"/>
                <a:gd name="connsiteY1209" fmla="*/ 392049 h 409575"/>
                <a:gd name="connsiteX1210" fmla="*/ 115729 w 466725"/>
                <a:gd name="connsiteY1210" fmla="*/ 389953 h 409575"/>
                <a:gd name="connsiteX1211" fmla="*/ 115824 w 466725"/>
                <a:gd name="connsiteY1211" fmla="*/ 389191 h 409575"/>
                <a:gd name="connsiteX1212" fmla="*/ 116014 w 466725"/>
                <a:gd name="connsiteY1212" fmla="*/ 388525 h 409575"/>
                <a:gd name="connsiteX1213" fmla="*/ 117538 w 466725"/>
                <a:gd name="connsiteY1213" fmla="*/ 387096 h 409575"/>
                <a:gd name="connsiteX1214" fmla="*/ 120205 w 466725"/>
                <a:gd name="connsiteY1214" fmla="*/ 383381 h 409575"/>
                <a:gd name="connsiteX1215" fmla="*/ 121063 w 466725"/>
                <a:gd name="connsiteY1215" fmla="*/ 382905 h 409575"/>
                <a:gd name="connsiteX1216" fmla="*/ 121825 w 466725"/>
                <a:gd name="connsiteY1216" fmla="*/ 382714 h 409575"/>
                <a:gd name="connsiteX1217" fmla="*/ 123349 w 466725"/>
                <a:gd name="connsiteY1217" fmla="*/ 381857 h 409575"/>
                <a:gd name="connsiteX1218" fmla="*/ 124301 w 466725"/>
                <a:gd name="connsiteY1218" fmla="*/ 381667 h 409575"/>
                <a:gd name="connsiteX1219" fmla="*/ 125254 w 466725"/>
                <a:gd name="connsiteY1219" fmla="*/ 381286 h 409575"/>
                <a:gd name="connsiteX1220" fmla="*/ 126397 w 466725"/>
                <a:gd name="connsiteY1220" fmla="*/ 379285 h 409575"/>
                <a:gd name="connsiteX1221" fmla="*/ 127254 w 466725"/>
                <a:gd name="connsiteY1221" fmla="*/ 378619 h 409575"/>
                <a:gd name="connsiteX1222" fmla="*/ 128683 w 466725"/>
                <a:gd name="connsiteY1222" fmla="*/ 379000 h 409575"/>
                <a:gd name="connsiteX1223" fmla="*/ 130492 w 466725"/>
                <a:gd name="connsiteY1223" fmla="*/ 380333 h 409575"/>
                <a:gd name="connsiteX1224" fmla="*/ 132112 w 466725"/>
                <a:gd name="connsiteY1224" fmla="*/ 381952 h 409575"/>
                <a:gd name="connsiteX1225" fmla="*/ 133540 w 466725"/>
                <a:gd name="connsiteY1225" fmla="*/ 384810 h 409575"/>
                <a:gd name="connsiteX1226" fmla="*/ 135350 w 466725"/>
                <a:gd name="connsiteY1226" fmla="*/ 385286 h 409575"/>
                <a:gd name="connsiteX1227" fmla="*/ 137350 w 466725"/>
                <a:gd name="connsiteY1227" fmla="*/ 385000 h 409575"/>
                <a:gd name="connsiteX1228" fmla="*/ 138779 w 466725"/>
                <a:gd name="connsiteY1228" fmla="*/ 384619 h 409575"/>
                <a:gd name="connsiteX1229" fmla="*/ 141065 w 466725"/>
                <a:gd name="connsiteY1229" fmla="*/ 383476 h 409575"/>
                <a:gd name="connsiteX1230" fmla="*/ 142684 w 466725"/>
                <a:gd name="connsiteY1230" fmla="*/ 383191 h 409575"/>
                <a:gd name="connsiteX1231" fmla="*/ 144018 w 466725"/>
                <a:gd name="connsiteY1231" fmla="*/ 383762 h 409575"/>
                <a:gd name="connsiteX1232" fmla="*/ 145256 w 466725"/>
                <a:gd name="connsiteY1232" fmla="*/ 384619 h 409575"/>
                <a:gd name="connsiteX1233" fmla="*/ 146685 w 466725"/>
                <a:gd name="connsiteY1233" fmla="*/ 385191 h 409575"/>
                <a:gd name="connsiteX1234" fmla="*/ 147733 w 466725"/>
                <a:gd name="connsiteY1234" fmla="*/ 386048 h 409575"/>
                <a:gd name="connsiteX1235" fmla="*/ 148780 w 466725"/>
                <a:gd name="connsiteY1235" fmla="*/ 391096 h 409575"/>
                <a:gd name="connsiteX1236" fmla="*/ 150495 w 466725"/>
                <a:gd name="connsiteY1236" fmla="*/ 393668 h 409575"/>
                <a:gd name="connsiteX1237" fmla="*/ 152876 w 466725"/>
                <a:gd name="connsiteY1237" fmla="*/ 395383 h 409575"/>
                <a:gd name="connsiteX1238" fmla="*/ 155543 w 466725"/>
                <a:gd name="connsiteY1238" fmla="*/ 396049 h 409575"/>
                <a:gd name="connsiteX1239" fmla="*/ 158591 w 466725"/>
                <a:gd name="connsiteY1239" fmla="*/ 395859 h 409575"/>
                <a:gd name="connsiteX1240" fmla="*/ 159639 w 466725"/>
                <a:gd name="connsiteY1240" fmla="*/ 395954 h 409575"/>
                <a:gd name="connsiteX1241" fmla="*/ 160782 w 466725"/>
                <a:gd name="connsiteY1241" fmla="*/ 396621 h 409575"/>
                <a:gd name="connsiteX1242" fmla="*/ 163068 w 466725"/>
                <a:gd name="connsiteY1242" fmla="*/ 398335 h 409575"/>
                <a:gd name="connsiteX1243" fmla="*/ 164592 w 466725"/>
                <a:gd name="connsiteY1243" fmla="*/ 398621 h 409575"/>
                <a:gd name="connsiteX1244" fmla="*/ 166211 w 466725"/>
                <a:gd name="connsiteY1244" fmla="*/ 397859 h 409575"/>
                <a:gd name="connsiteX1245" fmla="*/ 170402 w 466725"/>
                <a:gd name="connsiteY1245" fmla="*/ 401002 h 409575"/>
                <a:gd name="connsiteX1246" fmla="*/ 172974 w 466725"/>
                <a:gd name="connsiteY1246" fmla="*/ 401955 h 409575"/>
                <a:gd name="connsiteX1247" fmla="*/ 175165 w 466725"/>
                <a:gd name="connsiteY1247" fmla="*/ 404336 h 409575"/>
                <a:gd name="connsiteX1248" fmla="*/ 176593 w 466725"/>
                <a:gd name="connsiteY1248" fmla="*/ 405003 h 409575"/>
                <a:gd name="connsiteX1249" fmla="*/ 178213 w 466725"/>
                <a:gd name="connsiteY1249" fmla="*/ 404908 h 409575"/>
                <a:gd name="connsiteX1250" fmla="*/ 180308 w 466725"/>
                <a:gd name="connsiteY1250" fmla="*/ 403098 h 409575"/>
                <a:gd name="connsiteX1251" fmla="*/ 181832 w 466725"/>
                <a:gd name="connsiteY1251" fmla="*/ 402622 h 409575"/>
                <a:gd name="connsiteX1252" fmla="*/ 184023 w 466725"/>
                <a:gd name="connsiteY1252" fmla="*/ 402717 h 409575"/>
                <a:gd name="connsiteX1253" fmla="*/ 185452 w 466725"/>
                <a:gd name="connsiteY1253" fmla="*/ 403193 h 409575"/>
                <a:gd name="connsiteX1254" fmla="*/ 186690 w 466725"/>
                <a:gd name="connsiteY1254" fmla="*/ 404050 h 409575"/>
                <a:gd name="connsiteX1255" fmla="*/ 192214 w 466725"/>
                <a:gd name="connsiteY1255" fmla="*/ 410146 h 409575"/>
                <a:gd name="connsiteX1256" fmla="*/ 193834 w 466725"/>
                <a:gd name="connsiteY1256" fmla="*/ 410718 h 409575"/>
                <a:gd name="connsiteX1257" fmla="*/ 195072 w 466725"/>
                <a:gd name="connsiteY1257" fmla="*/ 409575 h 409575"/>
                <a:gd name="connsiteX1258" fmla="*/ 196882 w 466725"/>
                <a:gd name="connsiteY1258" fmla="*/ 406241 h 409575"/>
                <a:gd name="connsiteX1259" fmla="*/ 198882 w 466725"/>
                <a:gd name="connsiteY1259" fmla="*/ 404336 h 409575"/>
                <a:gd name="connsiteX1260" fmla="*/ 204216 w 466725"/>
                <a:gd name="connsiteY1260" fmla="*/ 400431 h 409575"/>
                <a:gd name="connsiteX1261" fmla="*/ 206216 w 466725"/>
                <a:gd name="connsiteY1261" fmla="*/ 398431 h 409575"/>
                <a:gd name="connsiteX1262" fmla="*/ 208121 w 466725"/>
                <a:gd name="connsiteY1262" fmla="*/ 394335 h 409575"/>
                <a:gd name="connsiteX1263" fmla="*/ 208026 w 466725"/>
                <a:gd name="connsiteY1263" fmla="*/ 390144 h 409575"/>
                <a:gd name="connsiteX1264" fmla="*/ 206692 w 466725"/>
                <a:gd name="connsiteY1264" fmla="*/ 386334 h 409575"/>
                <a:gd name="connsiteX1265" fmla="*/ 204597 w 466725"/>
                <a:gd name="connsiteY1265" fmla="*/ 382905 h 409575"/>
                <a:gd name="connsiteX1266" fmla="*/ 205549 w 466725"/>
                <a:gd name="connsiteY1266" fmla="*/ 382524 h 409575"/>
                <a:gd name="connsiteX1267" fmla="*/ 206312 w 466725"/>
                <a:gd name="connsiteY1267" fmla="*/ 382714 h 409575"/>
                <a:gd name="connsiteX1268" fmla="*/ 206978 w 466725"/>
                <a:gd name="connsiteY1268" fmla="*/ 383000 h 409575"/>
                <a:gd name="connsiteX1269" fmla="*/ 207931 w 466725"/>
                <a:gd name="connsiteY1269" fmla="*/ 382905 h 409575"/>
                <a:gd name="connsiteX1270" fmla="*/ 208407 w 466725"/>
                <a:gd name="connsiteY1270" fmla="*/ 382429 h 409575"/>
                <a:gd name="connsiteX1271" fmla="*/ 208788 w 466725"/>
                <a:gd name="connsiteY1271" fmla="*/ 381762 h 409575"/>
                <a:gd name="connsiteX1272" fmla="*/ 209264 w 466725"/>
                <a:gd name="connsiteY1272" fmla="*/ 381286 h 409575"/>
                <a:gd name="connsiteX1273" fmla="*/ 210312 w 466725"/>
                <a:gd name="connsiteY1273" fmla="*/ 381000 h 409575"/>
                <a:gd name="connsiteX1274" fmla="*/ 216598 w 466725"/>
                <a:gd name="connsiteY1274" fmla="*/ 381000 h 409575"/>
                <a:gd name="connsiteX1275" fmla="*/ 221742 w 466725"/>
                <a:gd name="connsiteY1275" fmla="*/ 379000 h 409575"/>
                <a:gd name="connsiteX1276" fmla="*/ 222599 w 466725"/>
                <a:gd name="connsiteY1276" fmla="*/ 378333 h 409575"/>
                <a:gd name="connsiteX1277" fmla="*/ 228600 w 466725"/>
                <a:gd name="connsiteY1277" fmla="*/ 376238 h 409575"/>
                <a:gd name="connsiteX1278" fmla="*/ 232505 w 466725"/>
                <a:gd name="connsiteY1278" fmla="*/ 373094 h 409575"/>
                <a:gd name="connsiteX1279" fmla="*/ 233363 w 466725"/>
                <a:gd name="connsiteY1279" fmla="*/ 372618 h 409575"/>
                <a:gd name="connsiteX1280" fmla="*/ 239078 w 466725"/>
                <a:gd name="connsiteY1280" fmla="*/ 370237 h 409575"/>
                <a:gd name="connsiteX1281" fmla="*/ 241459 w 466725"/>
                <a:gd name="connsiteY1281" fmla="*/ 368236 h 409575"/>
                <a:gd name="connsiteX1282" fmla="*/ 243364 w 466725"/>
                <a:gd name="connsiteY1282" fmla="*/ 365950 h 409575"/>
                <a:gd name="connsiteX1283" fmla="*/ 245459 w 466725"/>
                <a:gd name="connsiteY1283" fmla="*/ 364141 h 409575"/>
                <a:gd name="connsiteX1284" fmla="*/ 248412 w 466725"/>
                <a:gd name="connsiteY1284" fmla="*/ 363664 h 409575"/>
                <a:gd name="connsiteX1285" fmla="*/ 254889 w 466725"/>
                <a:gd name="connsiteY1285" fmla="*/ 363569 h 409575"/>
                <a:gd name="connsiteX1286" fmla="*/ 262985 w 466725"/>
                <a:gd name="connsiteY1286" fmla="*/ 362140 h 409575"/>
                <a:gd name="connsiteX1287" fmla="*/ 263176 w 466725"/>
                <a:gd name="connsiteY1287" fmla="*/ 361855 h 409575"/>
                <a:gd name="connsiteX1288" fmla="*/ 263747 w 466725"/>
                <a:gd name="connsiteY1288" fmla="*/ 361188 h 409575"/>
                <a:gd name="connsiteX1289" fmla="*/ 264128 w 466725"/>
                <a:gd name="connsiteY1289" fmla="*/ 360331 h 409575"/>
                <a:gd name="connsiteX1290" fmla="*/ 264509 w 466725"/>
                <a:gd name="connsiteY1290" fmla="*/ 358330 h 409575"/>
                <a:gd name="connsiteX1291" fmla="*/ 264795 w 466725"/>
                <a:gd name="connsiteY1291" fmla="*/ 357568 h 409575"/>
                <a:gd name="connsiteX1292" fmla="*/ 265938 w 466725"/>
                <a:gd name="connsiteY1292" fmla="*/ 356997 h 409575"/>
                <a:gd name="connsiteX1293" fmla="*/ 267653 w 466725"/>
                <a:gd name="connsiteY1293" fmla="*/ 356902 h 409575"/>
                <a:gd name="connsiteX1294" fmla="*/ 269081 w 466725"/>
                <a:gd name="connsiteY1294" fmla="*/ 357378 h 409575"/>
                <a:gd name="connsiteX1295" fmla="*/ 269748 w 466725"/>
                <a:gd name="connsiteY1295" fmla="*/ 358807 h 409575"/>
                <a:gd name="connsiteX1296" fmla="*/ 270129 w 466725"/>
                <a:gd name="connsiteY1296" fmla="*/ 358426 h 409575"/>
                <a:gd name="connsiteX1297" fmla="*/ 270605 w 466725"/>
                <a:gd name="connsiteY1297" fmla="*/ 358330 h 409575"/>
                <a:gd name="connsiteX1298" fmla="*/ 270986 w 466725"/>
                <a:gd name="connsiteY1298" fmla="*/ 358045 h 409575"/>
                <a:gd name="connsiteX1299" fmla="*/ 271272 w 466725"/>
                <a:gd name="connsiteY1299" fmla="*/ 357759 h 409575"/>
                <a:gd name="connsiteX1300" fmla="*/ 271558 w 466725"/>
                <a:gd name="connsiteY1300" fmla="*/ 357378 h 409575"/>
                <a:gd name="connsiteX1301" fmla="*/ 271748 w 466725"/>
                <a:gd name="connsiteY1301" fmla="*/ 356997 h 409575"/>
                <a:gd name="connsiteX1302" fmla="*/ 272510 w 466725"/>
                <a:gd name="connsiteY1302" fmla="*/ 354711 h 409575"/>
                <a:gd name="connsiteX1303" fmla="*/ 272605 w 466725"/>
                <a:gd name="connsiteY1303" fmla="*/ 354234 h 409575"/>
                <a:gd name="connsiteX1304" fmla="*/ 272796 w 466725"/>
                <a:gd name="connsiteY1304" fmla="*/ 353758 h 409575"/>
                <a:gd name="connsiteX1305" fmla="*/ 272987 w 466725"/>
                <a:gd name="connsiteY1305" fmla="*/ 352711 h 409575"/>
                <a:gd name="connsiteX1306" fmla="*/ 273272 w 466725"/>
                <a:gd name="connsiteY1306" fmla="*/ 349377 h 409575"/>
                <a:gd name="connsiteX1307" fmla="*/ 273272 w 466725"/>
                <a:gd name="connsiteY1307" fmla="*/ 348805 h 409575"/>
                <a:gd name="connsiteX1308" fmla="*/ 273272 w 466725"/>
                <a:gd name="connsiteY1308" fmla="*/ 348329 h 409575"/>
                <a:gd name="connsiteX1309" fmla="*/ 273082 w 466725"/>
                <a:gd name="connsiteY1309" fmla="*/ 347948 h 409575"/>
                <a:gd name="connsiteX1310" fmla="*/ 272796 w 466725"/>
                <a:gd name="connsiteY1310" fmla="*/ 347567 h 409575"/>
                <a:gd name="connsiteX1311" fmla="*/ 271843 w 466725"/>
                <a:gd name="connsiteY1311" fmla="*/ 346615 h 409575"/>
                <a:gd name="connsiteX1312" fmla="*/ 270510 w 466725"/>
                <a:gd name="connsiteY1312" fmla="*/ 344424 h 409575"/>
                <a:gd name="connsiteX1313" fmla="*/ 270224 w 466725"/>
                <a:gd name="connsiteY1313" fmla="*/ 343471 h 409575"/>
                <a:gd name="connsiteX1314" fmla="*/ 269843 w 466725"/>
                <a:gd name="connsiteY1314" fmla="*/ 342043 h 409575"/>
                <a:gd name="connsiteX1315" fmla="*/ 269843 w 466725"/>
                <a:gd name="connsiteY1315" fmla="*/ 341376 h 409575"/>
                <a:gd name="connsiteX1316" fmla="*/ 270034 w 466725"/>
                <a:gd name="connsiteY1316" fmla="*/ 340709 h 409575"/>
                <a:gd name="connsiteX1317" fmla="*/ 270415 w 466725"/>
                <a:gd name="connsiteY1317" fmla="*/ 340233 h 409575"/>
                <a:gd name="connsiteX1318" fmla="*/ 270891 w 466725"/>
                <a:gd name="connsiteY1318" fmla="*/ 339852 h 409575"/>
                <a:gd name="connsiteX1319" fmla="*/ 271653 w 466725"/>
                <a:gd name="connsiteY1319" fmla="*/ 339566 h 409575"/>
                <a:gd name="connsiteX1320" fmla="*/ 272034 w 466725"/>
                <a:gd name="connsiteY1320" fmla="*/ 339280 h 409575"/>
                <a:gd name="connsiteX1321" fmla="*/ 272224 w 466725"/>
                <a:gd name="connsiteY1321" fmla="*/ 338995 h 409575"/>
                <a:gd name="connsiteX1322" fmla="*/ 272415 w 466725"/>
                <a:gd name="connsiteY1322" fmla="*/ 338709 h 409575"/>
                <a:gd name="connsiteX1323" fmla="*/ 272891 w 466725"/>
                <a:gd name="connsiteY1323" fmla="*/ 337185 h 409575"/>
                <a:gd name="connsiteX1324" fmla="*/ 273177 w 466725"/>
                <a:gd name="connsiteY1324" fmla="*/ 336518 h 409575"/>
                <a:gd name="connsiteX1325" fmla="*/ 273844 w 466725"/>
                <a:gd name="connsiteY1325" fmla="*/ 335661 h 409575"/>
                <a:gd name="connsiteX1326" fmla="*/ 274320 w 466725"/>
                <a:gd name="connsiteY1326" fmla="*/ 335184 h 409575"/>
                <a:gd name="connsiteX1327" fmla="*/ 274796 w 466725"/>
                <a:gd name="connsiteY1327" fmla="*/ 334899 h 409575"/>
                <a:gd name="connsiteX1328" fmla="*/ 276034 w 466725"/>
                <a:gd name="connsiteY1328" fmla="*/ 334518 h 409575"/>
                <a:gd name="connsiteX1329" fmla="*/ 276987 w 466725"/>
                <a:gd name="connsiteY1329" fmla="*/ 333946 h 409575"/>
                <a:gd name="connsiteX1330" fmla="*/ 277654 w 466725"/>
                <a:gd name="connsiteY1330" fmla="*/ 333470 h 409575"/>
                <a:gd name="connsiteX1331" fmla="*/ 278321 w 466725"/>
                <a:gd name="connsiteY1331" fmla="*/ 332899 h 409575"/>
                <a:gd name="connsiteX1332" fmla="*/ 279273 w 466725"/>
                <a:gd name="connsiteY1332" fmla="*/ 332899 h 409575"/>
                <a:gd name="connsiteX1333" fmla="*/ 282321 w 466725"/>
                <a:gd name="connsiteY1333" fmla="*/ 333375 h 409575"/>
                <a:gd name="connsiteX1334" fmla="*/ 285274 w 466725"/>
                <a:gd name="connsiteY1334" fmla="*/ 333089 h 409575"/>
                <a:gd name="connsiteX1335" fmla="*/ 287464 w 466725"/>
                <a:gd name="connsiteY1335" fmla="*/ 332232 h 409575"/>
                <a:gd name="connsiteX1336" fmla="*/ 288703 w 466725"/>
                <a:gd name="connsiteY1336" fmla="*/ 331375 h 409575"/>
                <a:gd name="connsiteX1337" fmla="*/ 289846 w 466725"/>
                <a:gd name="connsiteY1337" fmla="*/ 330327 h 409575"/>
                <a:gd name="connsiteX1338" fmla="*/ 290703 w 466725"/>
                <a:gd name="connsiteY1338" fmla="*/ 330041 h 409575"/>
                <a:gd name="connsiteX1339" fmla="*/ 291560 w 466725"/>
                <a:gd name="connsiteY1339" fmla="*/ 330327 h 409575"/>
                <a:gd name="connsiteX1340" fmla="*/ 293370 w 466725"/>
                <a:gd name="connsiteY1340" fmla="*/ 331851 h 409575"/>
                <a:gd name="connsiteX1341" fmla="*/ 296608 w 466725"/>
                <a:gd name="connsiteY1341" fmla="*/ 335280 h 409575"/>
                <a:gd name="connsiteX1342" fmla="*/ 298132 w 466725"/>
                <a:gd name="connsiteY1342" fmla="*/ 337566 h 409575"/>
                <a:gd name="connsiteX1343" fmla="*/ 298228 w 466725"/>
                <a:gd name="connsiteY1343" fmla="*/ 338042 h 409575"/>
                <a:gd name="connsiteX1344" fmla="*/ 298132 w 466725"/>
                <a:gd name="connsiteY1344" fmla="*/ 338423 h 409575"/>
                <a:gd name="connsiteX1345" fmla="*/ 297656 w 466725"/>
                <a:gd name="connsiteY1345" fmla="*/ 339185 h 409575"/>
                <a:gd name="connsiteX1346" fmla="*/ 297275 w 466725"/>
                <a:gd name="connsiteY1346" fmla="*/ 340042 h 409575"/>
                <a:gd name="connsiteX1347" fmla="*/ 297180 w 466725"/>
                <a:gd name="connsiteY1347" fmla="*/ 340519 h 409575"/>
                <a:gd name="connsiteX1348" fmla="*/ 297085 w 466725"/>
                <a:gd name="connsiteY1348" fmla="*/ 341090 h 409575"/>
                <a:gd name="connsiteX1349" fmla="*/ 297085 w 466725"/>
                <a:gd name="connsiteY1349" fmla="*/ 341662 h 409575"/>
                <a:gd name="connsiteX1350" fmla="*/ 297180 w 466725"/>
                <a:gd name="connsiteY1350" fmla="*/ 342138 h 409575"/>
                <a:gd name="connsiteX1351" fmla="*/ 297371 w 466725"/>
                <a:gd name="connsiteY1351" fmla="*/ 342519 h 409575"/>
                <a:gd name="connsiteX1352" fmla="*/ 297656 w 466725"/>
                <a:gd name="connsiteY1352" fmla="*/ 342900 h 409575"/>
                <a:gd name="connsiteX1353" fmla="*/ 298037 w 466725"/>
                <a:gd name="connsiteY1353" fmla="*/ 343090 h 409575"/>
                <a:gd name="connsiteX1354" fmla="*/ 298418 w 466725"/>
                <a:gd name="connsiteY1354" fmla="*/ 343376 h 409575"/>
                <a:gd name="connsiteX1355" fmla="*/ 298895 w 466725"/>
                <a:gd name="connsiteY1355" fmla="*/ 343567 h 409575"/>
                <a:gd name="connsiteX1356" fmla="*/ 301466 w 466725"/>
                <a:gd name="connsiteY1356" fmla="*/ 343948 h 409575"/>
                <a:gd name="connsiteX1357" fmla="*/ 302419 w 466725"/>
                <a:gd name="connsiteY1357" fmla="*/ 344329 h 409575"/>
                <a:gd name="connsiteX1358" fmla="*/ 302800 w 466725"/>
                <a:gd name="connsiteY1358" fmla="*/ 344519 h 409575"/>
                <a:gd name="connsiteX1359" fmla="*/ 303562 w 466725"/>
                <a:gd name="connsiteY1359" fmla="*/ 345091 h 409575"/>
                <a:gd name="connsiteX1360" fmla="*/ 303847 w 466725"/>
                <a:gd name="connsiteY1360" fmla="*/ 345376 h 409575"/>
                <a:gd name="connsiteX1361" fmla="*/ 304133 w 466725"/>
                <a:gd name="connsiteY1361" fmla="*/ 345757 h 409575"/>
                <a:gd name="connsiteX1362" fmla="*/ 304324 w 466725"/>
                <a:gd name="connsiteY1362" fmla="*/ 346138 h 409575"/>
                <a:gd name="connsiteX1363" fmla="*/ 304514 w 466725"/>
                <a:gd name="connsiteY1363" fmla="*/ 346519 h 409575"/>
                <a:gd name="connsiteX1364" fmla="*/ 304609 w 466725"/>
                <a:gd name="connsiteY1364" fmla="*/ 347663 h 409575"/>
                <a:gd name="connsiteX1365" fmla="*/ 304609 w 466725"/>
                <a:gd name="connsiteY1365" fmla="*/ 349377 h 409575"/>
                <a:gd name="connsiteX1366" fmla="*/ 304705 w 466725"/>
                <a:gd name="connsiteY1366" fmla="*/ 350330 h 409575"/>
                <a:gd name="connsiteX1367" fmla="*/ 304990 w 466725"/>
                <a:gd name="connsiteY1367" fmla="*/ 351187 h 409575"/>
                <a:gd name="connsiteX1368" fmla="*/ 305753 w 466725"/>
                <a:gd name="connsiteY1368" fmla="*/ 352425 h 409575"/>
                <a:gd name="connsiteX1369" fmla="*/ 305943 w 466725"/>
                <a:gd name="connsiteY1369" fmla="*/ 352806 h 409575"/>
                <a:gd name="connsiteX1370" fmla="*/ 306324 w 466725"/>
                <a:gd name="connsiteY1370" fmla="*/ 353092 h 409575"/>
                <a:gd name="connsiteX1371" fmla="*/ 306610 w 466725"/>
                <a:gd name="connsiteY1371" fmla="*/ 353377 h 409575"/>
                <a:gd name="connsiteX1372" fmla="*/ 307753 w 466725"/>
                <a:gd name="connsiteY1372" fmla="*/ 354044 h 409575"/>
                <a:gd name="connsiteX1373" fmla="*/ 309658 w 466725"/>
                <a:gd name="connsiteY1373" fmla="*/ 354521 h 409575"/>
                <a:gd name="connsiteX1374" fmla="*/ 309943 w 466725"/>
                <a:gd name="connsiteY1374" fmla="*/ 354616 h 409575"/>
                <a:gd name="connsiteX1375" fmla="*/ 310229 w 466725"/>
                <a:gd name="connsiteY1375" fmla="*/ 354806 h 409575"/>
                <a:gd name="connsiteX1376" fmla="*/ 310324 w 466725"/>
                <a:gd name="connsiteY1376" fmla="*/ 355187 h 409575"/>
                <a:gd name="connsiteX1377" fmla="*/ 310420 w 466725"/>
                <a:gd name="connsiteY1377" fmla="*/ 355568 h 409575"/>
                <a:gd name="connsiteX1378" fmla="*/ 310324 w 466725"/>
                <a:gd name="connsiteY1378" fmla="*/ 355949 h 409575"/>
                <a:gd name="connsiteX1379" fmla="*/ 310324 w 466725"/>
                <a:gd name="connsiteY1379" fmla="*/ 356140 h 409575"/>
                <a:gd name="connsiteX1380" fmla="*/ 309658 w 466725"/>
                <a:gd name="connsiteY1380" fmla="*/ 357188 h 409575"/>
                <a:gd name="connsiteX1381" fmla="*/ 309467 w 466725"/>
                <a:gd name="connsiteY1381" fmla="*/ 357568 h 409575"/>
                <a:gd name="connsiteX1382" fmla="*/ 309277 w 466725"/>
                <a:gd name="connsiteY1382" fmla="*/ 358045 h 409575"/>
                <a:gd name="connsiteX1383" fmla="*/ 309181 w 466725"/>
                <a:gd name="connsiteY1383" fmla="*/ 358521 h 409575"/>
                <a:gd name="connsiteX1384" fmla="*/ 309181 w 466725"/>
                <a:gd name="connsiteY1384" fmla="*/ 359092 h 409575"/>
                <a:gd name="connsiteX1385" fmla="*/ 309372 w 466725"/>
                <a:gd name="connsiteY1385" fmla="*/ 359473 h 409575"/>
                <a:gd name="connsiteX1386" fmla="*/ 309658 w 466725"/>
                <a:gd name="connsiteY1386" fmla="*/ 359855 h 409575"/>
                <a:gd name="connsiteX1387" fmla="*/ 309943 w 466725"/>
                <a:gd name="connsiteY1387" fmla="*/ 360140 h 409575"/>
                <a:gd name="connsiteX1388" fmla="*/ 310420 w 466725"/>
                <a:gd name="connsiteY1388" fmla="*/ 360331 h 409575"/>
                <a:gd name="connsiteX1389" fmla="*/ 310896 w 466725"/>
                <a:gd name="connsiteY1389" fmla="*/ 360426 h 409575"/>
                <a:gd name="connsiteX1390" fmla="*/ 311944 w 466725"/>
                <a:gd name="connsiteY1390" fmla="*/ 360616 h 409575"/>
                <a:gd name="connsiteX1391" fmla="*/ 312515 w 466725"/>
                <a:gd name="connsiteY1391" fmla="*/ 360521 h 409575"/>
                <a:gd name="connsiteX1392" fmla="*/ 313087 w 466725"/>
                <a:gd name="connsiteY1392" fmla="*/ 360331 h 409575"/>
                <a:gd name="connsiteX1393" fmla="*/ 314230 w 466725"/>
                <a:gd name="connsiteY1393" fmla="*/ 359664 h 409575"/>
                <a:gd name="connsiteX1394" fmla="*/ 314896 w 466725"/>
                <a:gd name="connsiteY1394" fmla="*/ 359092 h 409575"/>
                <a:gd name="connsiteX1395" fmla="*/ 316230 w 466725"/>
                <a:gd name="connsiteY1395" fmla="*/ 357473 h 409575"/>
                <a:gd name="connsiteX1396" fmla="*/ 316706 w 466725"/>
                <a:gd name="connsiteY1396" fmla="*/ 357092 h 409575"/>
                <a:gd name="connsiteX1397" fmla="*/ 317182 w 466725"/>
                <a:gd name="connsiteY1397" fmla="*/ 356711 h 409575"/>
                <a:gd name="connsiteX1398" fmla="*/ 318230 w 466725"/>
                <a:gd name="connsiteY1398" fmla="*/ 356140 h 409575"/>
                <a:gd name="connsiteX1399" fmla="*/ 319088 w 466725"/>
                <a:gd name="connsiteY1399" fmla="*/ 355949 h 409575"/>
                <a:gd name="connsiteX1400" fmla="*/ 320135 w 466725"/>
                <a:gd name="connsiteY1400" fmla="*/ 355949 h 409575"/>
                <a:gd name="connsiteX1401" fmla="*/ 320707 w 466725"/>
                <a:gd name="connsiteY1401" fmla="*/ 355759 h 409575"/>
                <a:gd name="connsiteX1402" fmla="*/ 320992 w 466725"/>
                <a:gd name="connsiteY1402" fmla="*/ 355378 h 409575"/>
                <a:gd name="connsiteX1403" fmla="*/ 321373 w 466725"/>
                <a:gd name="connsiteY1403" fmla="*/ 353854 h 409575"/>
                <a:gd name="connsiteX1404" fmla="*/ 321564 w 466725"/>
                <a:gd name="connsiteY1404" fmla="*/ 353473 h 409575"/>
                <a:gd name="connsiteX1405" fmla="*/ 321850 w 466725"/>
                <a:gd name="connsiteY1405" fmla="*/ 352996 h 409575"/>
                <a:gd name="connsiteX1406" fmla="*/ 322231 w 466725"/>
                <a:gd name="connsiteY1406" fmla="*/ 352520 h 409575"/>
                <a:gd name="connsiteX1407" fmla="*/ 322802 w 466725"/>
                <a:gd name="connsiteY1407" fmla="*/ 352044 h 409575"/>
                <a:gd name="connsiteX1408" fmla="*/ 323279 w 466725"/>
                <a:gd name="connsiteY1408" fmla="*/ 351949 h 409575"/>
                <a:gd name="connsiteX1409" fmla="*/ 323659 w 466725"/>
                <a:gd name="connsiteY1409" fmla="*/ 352139 h 409575"/>
                <a:gd name="connsiteX1410" fmla="*/ 323850 w 466725"/>
                <a:gd name="connsiteY1410" fmla="*/ 352520 h 409575"/>
                <a:gd name="connsiteX1411" fmla="*/ 323850 w 466725"/>
                <a:gd name="connsiteY1411" fmla="*/ 352996 h 409575"/>
                <a:gd name="connsiteX1412" fmla="*/ 323755 w 466725"/>
                <a:gd name="connsiteY1412" fmla="*/ 353473 h 409575"/>
                <a:gd name="connsiteX1413" fmla="*/ 323374 w 466725"/>
                <a:gd name="connsiteY1413" fmla="*/ 354901 h 409575"/>
                <a:gd name="connsiteX1414" fmla="*/ 323279 w 466725"/>
                <a:gd name="connsiteY1414" fmla="*/ 355378 h 409575"/>
                <a:gd name="connsiteX1415" fmla="*/ 323374 w 466725"/>
                <a:gd name="connsiteY1415" fmla="*/ 355854 h 409575"/>
                <a:gd name="connsiteX1416" fmla="*/ 323469 w 466725"/>
                <a:gd name="connsiteY1416" fmla="*/ 356425 h 409575"/>
                <a:gd name="connsiteX1417" fmla="*/ 323755 w 466725"/>
                <a:gd name="connsiteY1417" fmla="*/ 356806 h 409575"/>
                <a:gd name="connsiteX1418" fmla="*/ 323945 w 466725"/>
                <a:gd name="connsiteY1418" fmla="*/ 357188 h 409575"/>
                <a:gd name="connsiteX1419" fmla="*/ 324231 w 466725"/>
                <a:gd name="connsiteY1419" fmla="*/ 357473 h 409575"/>
                <a:gd name="connsiteX1420" fmla="*/ 324517 w 466725"/>
                <a:gd name="connsiteY1420" fmla="*/ 357854 h 409575"/>
                <a:gd name="connsiteX1421" fmla="*/ 325946 w 466725"/>
                <a:gd name="connsiteY1421" fmla="*/ 358807 h 409575"/>
                <a:gd name="connsiteX1422" fmla="*/ 326136 w 466725"/>
                <a:gd name="connsiteY1422" fmla="*/ 359188 h 409575"/>
                <a:gd name="connsiteX1423" fmla="*/ 326136 w 466725"/>
                <a:gd name="connsiteY1423" fmla="*/ 359569 h 409575"/>
                <a:gd name="connsiteX1424" fmla="*/ 325850 w 466725"/>
                <a:gd name="connsiteY1424" fmla="*/ 360426 h 409575"/>
                <a:gd name="connsiteX1425" fmla="*/ 325850 w 466725"/>
                <a:gd name="connsiteY1425" fmla="*/ 360902 h 409575"/>
                <a:gd name="connsiteX1426" fmla="*/ 326136 w 466725"/>
                <a:gd name="connsiteY1426" fmla="*/ 361283 h 409575"/>
                <a:gd name="connsiteX1427" fmla="*/ 326898 w 466725"/>
                <a:gd name="connsiteY1427" fmla="*/ 361569 h 409575"/>
                <a:gd name="connsiteX1428" fmla="*/ 327470 w 466725"/>
                <a:gd name="connsiteY1428" fmla="*/ 361569 h 409575"/>
                <a:gd name="connsiteX1429" fmla="*/ 327850 w 466725"/>
                <a:gd name="connsiteY1429" fmla="*/ 361378 h 409575"/>
                <a:gd name="connsiteX1430" fmla="*/ 328231 w 466725"/>
                <a:gd name="connsiteY1430" fmla="*/ 361093 h 409575"/>
                <a:gd name="connsiteX1431" fmla="*/ 328517 w 466725"/>
                <a:gd name="connsiteY1431" fmla="*/ 360807 h 409575"/>
                <a:gd name="connsiteX1432" fmla="*/ 328803 w 466725"/>
                <a:gd name="connsiteY1432" fmla="*/ 360521 h 409575"/>
                <a:gd name="connsiteX1433" fmla="*/ 329184 w 466725"/>
                <a:gd name="connsiteY1433" fmla="*/ 360140 h 409575"/>
                <a:gd name="connsiteX1434" fmla="*/ 329755 w 466725"/>
                <a:gd name="connsiteY1434" fmla="*/ 359855 h 409575"/>
                <a:gd name="connsiteX1435" fmla="*/ 330708 w 466725"/>
                <a:gd name="connsiteY1435" fmla="*/ 359473 h 409575"/>
                <a:gd name="connsiteX1436" fmla="*/ 331184 w 466725"/>
                <a:gd name="connsiteY1436" fmla="*/ 359473 h 409575"/>
                <a:gd name="connsiteX1437" fmla="*/ 331661 w 466725"/>
                <a:gd name="connsiteY1437" fmla="*/ 359569 h 409575"/>
                <a:gd name="connsiteX1438" fmla="*/ 332232 w 466725"/>
                <a:gd name="connsiteY1438" fmla="*/ 360140 h 409575"/>
                <a:gd name="connsiteX1439" fmla="*/ 332613 w 466725"/>
                <a:gd name="connsiteY1439" fmla="*/ 360807 h 409575"/>
                <a:gd name="connsiteX1440" fmla="*/ 332994 w 466725"/>
                <a:gd name="connsiteY1440" fmla="*/ 361759 h 409575"/>
                <a:gd name="connsiteX1441" fmla="*/ 333089 w 466725"/>
                <a:gd name="connsiteY1441" fmla="*/ 362236 h 409575"/>
                <a:gd name="connsiteX1442" fmla="*/ 333184 w 466725"/>
                <a:gd name="connsiteY1442" fmla="*/ 362998 h 409575"/>
                <a:gd name="connsiteX1443" fmla="*/ 333756 w 466725"/>
                <a:gd name="connsiteY1443" fmla="*/ 365188 h 409575"/>
                <a:gd name="connsiteX1444" fmla="*/ 333851 w 466725"/>
                <a:gd name="connsiteY1444" fmla="*/ 365569 h 409575"/>
                <a:gd name="connsiteX1445" fmla="*/ 334137 w 466725"/>
                <a:gd name="connsiteY1445" fmla="*/ 365950 h 409575"/>
                <a:gd name="connsiteX1446" fmla="*/ 334899 w 466725"/>
                <a:gd name="connsiteY1446" fmla="*/ 366331 h 409575"/>
                <a:gd name="connsiteX1447" fmla="*/ 336232 w 466725"/>
                <a:gd name="connsiteY1447" fmla="*/ 366522 h 409575"/>
                <a:gd name="connsiteX1448" fmla="*/ 340995 w 466725"/>
                <a:gd name="connsiteY1448" fmla="*/ 366617 h 409575"/>
                <a:gd name="connsiteX1449" fmla="*/ 341947 w 466725"/>
                <a:gd name="connsiteY1449" fmla="*/ 366427 h 409575"/>
                <a:gd name="connsiteX1450" fmla="*/ 342329 w 466725"/>
                <a:gd name="connsiteY1450" fmla="*/ 366141 h 409575"/>
                <a:gd name="connsiteX1451" fmla="*/ 342995 w 466725"/>
                <a:gd name="connsiteY1451" fmla="*/ 365569 h 409575"/>
                <a:gd name="connsiteX1452" fmla="*/ 346043 w 466725"/>
                <a:gd name="connsiteY1452" fmla="*/ 362521 h 409575"/>
                <a:gd name="connsiteX1453" fmla="*/ 346710 w 466725"/>
                <a:gd name="connsiteY1453" fmla="*/ 362045 h 409575"/>
                <a:gd name="connsiteX1454" fmla="*/ 348043 w 466725"/>
                <a:gd name="connsiteY1454" fmla="*/ 361474 h 409575"/>
                <a:gd name="connsiteX1455" fmla="*/ 349282 w 466725"/>
                <a:gd name="connsiteY1455" fmla="*/ 360997 h 409575"/>
                <a:gd name="connsiteX1456" fmla="*/ 356521 w 466725"/>
                <a:gd name="connsiteY1456" fmla="*/ 360807 h 409575"/>
                <a:gd name="connsiteX1457" fmla="*/ 357378 w 466725"/>
                <a:gd name="connsiteY1457" fmla="*/ 360712 h 409575"/>
                <a:gd name="connsiteX1458" fmla="*/ 358997 w 466725"/>
                <a:gd name="connsiteY1458" fmla="*/ 359950 h 409575"/>
                <a:gd name="connsiteX1459" fmla="*/ 360236 w 466725"/>
                <a:gd name="connsiteY1459" fmla="*/ 359188 h 409575"/>
                <a:gd name="connsiteX1460" fmla="*/ 360807 w 466725"/>
                <a:gd name="connsiteY1460" fmla="*/ 358711 h 409575"/>
                <a:gd name="connsiteX1461" fmla="*/ 361379 w 466725"/>
                <a:gd name="connsiteY1461" fmla="*/ 357949 h 409575"/>
                <a:gd name="connsiteX1462" fmla="*/ 361950 w 466725"/>
                <a:gd name="connsiteY1462" fmla="*/ 357188 h 409575"/>
                <a:gd name="connsiteX1463" fmla="*/ 362045 w 466725"/>
                <a:gd name="connsiteY1463" fmla="*/ 356806 h 409575"/>
                <a:gd name="connsiteX1464" fmla="*/ 362331 w 466725"/>
                <a:gd name="connsiteY1464" fmla="*/ 355759 h 409575"/>
                <a:gd name="connsiteX1465" fmla="*/ 362617 w 466725"/>
                <a:gd name="connsiteY1465" fmla="*/ 349186 h 409575"/>
                <a:gd name="connsiteX1466" fmla="*/ 362426 w 466725"/>
                <a:gd name="connsiteY1466" fmla="*/ 346519 h 409575"/>
                <a:gd name="connsiteX1467" fmla="*/ 362426 w 466725"/>
                <a:gd name="connsiteY1467" fmla="*/ 345948 h 409575"/>
                <a:gd name="connsiteX1468" fmla="*/ 362521 w 466725"/>
                <a:gd name="connsiteY1468" fmla="*/ 345472 h 409575"/>
                <a:gd name="connsiteX1469" fmla="*/ 362712 w 466725"/>
                <a:gd name="connsiteY1469" fmla="*/ 344996 h 409575"/>
                <a:gd name="connsiteX1470" fmla="*/ 362998 w 466725"/>
                <a:gd name="connsiteY1470" fmla="*/ 344614 h 409575"/>
                <a:gd name="connsiteX1471" fmla="*/ 363283 w 466725"/>
                <a:gd name="connsiteY1471" fmla="*/ 344424 h 409575"/>
                <a:gd name="connsiteX1472" fmla="*/ 365284 w 466725"/>
                <a:gd name="connsiteY1472" fmla="*/ 343376 h 409575"/>
                <a:gd name="connsiteX1473" fmla="*/ 365665 w 466725"/>
                <a:gd name="connsiteY1473" fmla="*/ 343090 h 409575"/>
                <a:gd name="connsiteX1474" fmla="*/ 367284 w 466725"/>
                <a:gd name="connsiteY1474" fmla="*/ 341662 h 409575"/>
                <a:gd name="connsiteX1475" fmla="*/ 367760 w 466725"/>
                <a:gd name="connsiteY1475" fmla="*/ 341090 h 409575"/>
                <a:gd name="connsiteX1476" fmla="*/ 369284 w 466725"/>
                <a:gd name="connsiteY1476" fmla="*/ 338138 h 409575"/>
                <a:gd name="connsiteX1477" fmla="*/ 369951 w 466725"/>
                <a:gd name="connsiteY1477" fmla="*/ 337471 h 409575"/>
                <a:gd name="connsiteX1478" fmla="*/ 370237 w 466725"/>
                <a:gd name="connsiteY1478" fmla="*/ 337185 h 409575"/>
                <a:gd name="connsiteX1479" fmla="*/ 370713 w 466725"/>
                <a:gd name="connsiteY1479" fmla="*/ 336994 h 409575"/>
                <a:gd name="connsiteX1480" fmla="*/ 372808 w 466725"/>
                <a:gd name="connsiteY1480" fmla="*/ 336137 h 409575"/>
                <a:gd name="connsiteX1481" fmla="*/ 373951 w 466725"/>
                <a:gd name="connsiteY1481" fmla="*/ 335375 h 409575"/>
                <a:gd name="connsiteX1482" fmla="*/ 374237 w 466725"/>
                <a:gd name="connsiteY1482" fmla="*/ 335089 h 409575"/>
                <a:gd name="connsiteX1483" fmla="*/ 374523 w 466725"/>
                <a:gd name="connsiteY1483" fmla="*/ 334804 h 409575"/>
                <a:gd name="connsiteX1484" fmla="*/ 374713 w 466725"/>
                <a:gd name="connsiteY1484" fmla="*/ 334423 h 409575"/>
                <a:gd name="connsiteX1485" fmla="*/ 374904 w 466725"/>
                <a:gd name="connsiteY1485" fmla="*/ 333946 h 409575"/>
                <a:gd name="connsiteX1486" fmla="*/ 375095 w 466725"/>
                <a:gd name="connsiteY1486" fmla="*/ 332994 h 409575"/>
                <a:gd name="connsiteX1487" fmla="*/ 375475 w 466725"/>
                <a:gd name="connsiteY1487" fmla="*/ 332041 h 409575"/>
                <a:gd name="connsiteX1488" fmla="*/ 376904 w 466725"/>
                <a:gd name="connsiteY1488" fmla="*/ 332137 h 409575"/>
                <a:gd name="connsiteX1489" fmla="*/ 378047 w 466725"/>
                <a:gd name="connsiteY1489" fmla="*/ 332899 h 409575"/>
                <a:gd name="connsiteX1490" fmla="*/ 379095 w 466725"/>
                <a:gd name="connsiteY1490" fmla="*/ 333661 h 409575"/>
                <a:gd name="connsiteX1491" fmla="*/ 379857 w 466725"/>
                <a:gd name="connsiteY1491" fmla="*/ 333946 h 409575"/>
                <a:gd name="connsiteX1492" fmla="*/ 380524 w 466725"/>
                <a:gd name="connsiteY1492" fmla="*/ 334137 h 409575"/>
                <a:gd name="connsiteX1493" fmla="*/ 381762 w 466725"/>
                <a:gd name="connsiteY1493" fmla="*/ 334042 h 409575"/>
                <a:gd name="connsiteX1494" fmla="*/ 384334 w 466725"/>
                <a:gd name="connsiteY1494" fmla="*/ 334137 h 409575"/>
                <a:gd name="connsiteX1495" fmla="*/ 385096 w 466725"/>
                <a:gd name="connsiteY1495" fmla="*/ 334423 h 409575"/>
                <a:gd name="connsiteX1496" fmla="*/ 385667 w 466725"/>
                <a:gd name="connsiteY1496" fmla="*/ 334708 h 409575"/>
                <a:gd name="connsiteX1497" fmla="*/ 386239 w 466725"/>
                <a:gd name="connsiteY1497" fmla="*/ 335375 h 409575"/>
                <a:gd name="connsiteX1498" fmla="*/ 386239 w 466725"/>
                <a:gd name="connsiteY1498" fmla="*/ 335471 h 409575"/>
                <a:gd name="connsiteX1499" fmla="*/ 387191 w 466725"/>
                <a:gd name="connsiteY1499" fmla="*/ 336613 h 409575"/>
                <a:gd name="connsiteX1500" fmla="*/ 387477 w 466725"/>
                <a:gd name="connsiteY1500" fmla="*/ 336994 h 409575"/>
                <a:gd name="connsiteX1501" fmla="*/ 391668 w 466725"/>
                <a:gd name="connsiteY1501" fmla="*/ 340042 h 409575"/>
                <a:gd name="connsiteX1502" fmla="*/ 392049 w 466725"/>
                <a:gd name="connsiteY1502" fmla="*/ 340519 h 409575"/>
                <a:gd name="connsiteX1503" fmla="*/ 393382 w 466725"/>
                <a:gd name="connsiteY1503" fmla="*/ 342709 h 409575"/>
                <a:gd name="connsiteX1504" fmla="*/ 394145 w 466725"/>
                <a:gd name="connsiteY1504" fmla="*/ 344329 h 409575"/>
                <a:gd name="connsiteX1505" fmla="*/ 395288 w 466725"/>
                <a:gd name="connsiteY1505" fmla="*/ 345948 h 409575"/>
                <a:gd name="connsiteX1506" fmla="*/ 397955 w 466725"/>
                <a:gd name="connsiteY1506" fmla="*/ 350615 h 409575"/>
                <a:gd name="connsiteX1507" fmla="*/ 399859 w 466725"/>
                <a:gd name="connsiteY1507" fmla="*/ 352044 h 409575"/>
                <a:gd name="connsiteX1508" fmla="*/ 400240 w 466725"/>
                <a:gd name="connsiteY1508" fmla="*/ 349186 h 409575"/>
                <a:gd name="connsiteX1509" fmla="*/ 400240 w 466725"/>
                <a:gd name="connsiteY1509" fmla="*/ 347281 h 409575"/>
                <a:gd name="connsiteX1510" fmla="*/ 400145 w 466725"/>
                <a:gd name="connsiteY1510" fmla="*/ 346615 h 409575"/>
                <a:gd name="connsiteX1511" fmla="*/ 400050 w 466725"/>
                <a:gd name="connsiteY1511" fmla="*/ 346234 h 409575"/>
                <a:gd name="connsiteX1512" fmla="*/ 399764 w 466725"/>
                <a:gd name="connsiteY1512" fmla="*/ 345757 h 409575"/>
                <a:gd name="connsiteX1513" fmla="*/ 399193 w 466725"/>
                <a:gd name="connsiteY1513" fmla="*/ 344900 h 409575"/>
                <a:gd name="connsiteX1514" fmla="*/ 397669 w 466725"/>
                <a:gd name="connsiteY1514" fmla="*/ 343376 h 409575"/>
                <a:gd name="connsiteX1515" fmla="*/ 397383 w 466725"/>
                <a:gd name="connsiteY1515" fmla="*/ 342805 h 409575"/>
                <a:gd name="connsiteX1516" fmla="*/ 397192 w 466725"/>
                <a:gd name="connsiteY1516" fmla="*/ 342138 h 409575"/>
                <a:gd name="connsiteX1517" fmla="*/ 397192 w 466725"/>
                <a:gd name="connsiteY1517" fmla="*/ 341185 h 409575"/>
                <a:gd name="connsiteX1518" fmla="*/ 397383 w 466725"/>
                <a:gd name="connsiteY1518" fmla="*/ 340138 h 409575"/>
                <a:gd name="connsiteX1519" fmla="*/ 397764 w 466725"/>
                <a:gd name="connsiteY1519" fmla="*/ 339090 h 409575"/>
                <a:gd name="connsiteX1520" fmla="*/ 398336 w 466725"/>
                <a:gd name="connsiteY1520" fmla="*/ 338233 h 409575"/>
                <a:gd name="connsiteX1521" fmla="*/ 399002 w 466725"/>
                <a:gd name="connsiteY1521" fmla="*/ 337661 h 409575"/>
                <a:gd name="connsiteX1522" fmla="*/ 400050 w 466725"/>
                <a:gd name="connsiteY1522" fmla="*/ 336899 h 409575"/>
                <a:gd name="connsiteX1523" fmla="*/ 401955 w 466725"/>
                <a:gd name="connsiteY1523" fmla="*/ 336042 h 409575"/>
                <a:gd name="connsiteX1524" fmla="*/ 404050 w 466725"/>
                <a:gd name="connsiteY1524" fmla="*/ 335375 h 409575"/>
                <a:gd name="connsiteX1525" fmla="*/ 404336 w 466725"/>
                <a:gd name="connsiteY1525" fmla="*/ 335089 h 409575"/>
                <a:gd name="connsiteX1526" fmla="*/ 404527 w 466725"/>
                <a:gd name="connsiteY1526" fmla="*/ 334423 h 409575"/>
                <a:gd name="connsiteX1527" fmla="*/ 404146 w 466725"/>
                <a:gd name="connsiteY1527" fmla="*/ 333851 h 409575"/>
                <a:gd name="connsiteX1528" fmla="*/ 403193 w 466725"/>
                <a:gd name="connsiteY1528" fmla="*/ 332803 h 409575"/>
                <a:gd name="connsiteX1529" fmla="*/ 403098 w 466725"/>
                <a:gd name="connsiteY1529" fmla="*/ 332137 h 409575"/>
                <a:gd name="connsiteX1530" fmla="*/ 403384 w 466725"/>
                <a:gd name="connsiteY1530" fmla="*/ 330994 h 409575"/>
                <a:gd name="connsiteX1531" fmla="*/ 403955 w 466725"/>
                <a:gd name="connsiteY1531" fmla="*/ 329851 h 409575"/>
                <a:gd name="connsiteX1532" fmla="*/ 404717 w 466725"/>
                <a:gd name="connsiteY1532" fmla="*/ 328708 h 409575"/>
                <a:gd name="connsiteX1533" fmla="*/ 405955 w 466725"/>
                <a:gd name="connsiteY1533" fmla="*/ 327565 h 409575"/>
                <a:gd name="connsiteX1534" fmla="*/ 407480 w 466725"/>
                <a:gd name="connsiteY1534" fmla="*/ 326422 h 409575"/>
                <a:gd name="connsiteX1535" fmla="*/ 409956 w 466725"/>
                <a:gd name="connsiteY1535" fmla="*/ 325564 h 409575"/>
                <a:gd name="connsiteX1536" fmla="*/ 411575 w 466725"/>
                <a:gd name="connsiteY1536" fmla="*/ 325469 h 409575"/>
                <a:gd name="connsiteX1537" fmla="*/ 412718 w 466725"/>
                <a:gd name="connsiteY1537" fmla="*/ 325850 h 409575"/>
                <a:gd name="connsiteX1538" fmla="*/ 413385 w 466725"/>
                <a:gd name="connsiteY1538" fmla="*/ 326707 h 409575"/>
                <a:gd name="connsiteX1539" fmla="*/ 413766 w 466725"/>
                <a:gd name="connsiteY1539" fmla="*/ 327755 h 409575"/>
                <a:gd name="connsiteX1540" fmla="*/ 413861 w 466725"/>
                <a:gd name="connsiteY1540" fmla="*/ 328898 h 409575"/>
                <a:gd name="connsiteX1541" fmla="*/ 413671 w 466725"/>
                <a:gd name="connsiteY1541" fmla="*/ 330232 h 409575"/>
                <a:gd name="connsiteX1542" fmla="*/ 413195 w 466725"/>
                <a:gd name="connsiteY1542" fmla="*/ 331660 h 409575"/>
                <a:gd name="connsiteX1543" fmla="*/ 413099 w 466725"/>
                <a:gd name="connsiteY1543" fmla="*/ 332327 h 409575"/>
                <a:gd name="connsiteX1544" fmla="*/ 413290 w 466725"/>
                <a:gd name="connsiteY1544" fmla="*/ 332994 h 409575"/>
                <a:gd name="connsiteX1545" fmla="*/ 413480 w 466725"/>
                <a:gd name="connsiteY1545" fmla="*/ 333280 h 409575"/>
                <a:gd name="connsiteX1546" fmla="*/ 413861 w 466725"/>
                <a:gd name="connsiteY1546" fmla="*/ 333470 h 409575"/>
                <a:gd name="connsiteX1547" fmla="*/ 414433 w 466725"/>
                <a:gd name="connsiteY1547" fmla="*/ 333565 h 409575"/>
                <a:gd name="connsiteX1548" fmla="*/ 415290 w 466725"/>
                <a:gd name="connsiteY1548" fmla="*/ 333470 h 409575"/>
                <a:gd name="connsiteX1549" fmla="*/ 420053 w 466725"/>
                <a:gd name="connsiteY1549" fmla="*/ 332041 h 409575"/>
                <a:gd name="connsiteX1550" fmla="*/ 426148 w 466725"/>
                <a:gd name="connsiteY1550" fmla="*/ 330994 h 409575"/>
                <a:gd name="connsiteX1551" fmla="*/ 426815 w 466725"/>
                <a:gd name="connsiteY1551" fmla="*/ 330994 h 409575"/>
                <a:gd name="connsiteX1552" fmla="*/ 427196 w 466725"/>
                <a:gd name="connsiteY1552" fmla="*/ 331184 h 409575"/>
                <a:gd name="connsiteX1553" fmla="*/ 430625 w 466725"/>
                <a:gd name="connsiteY1553" fmla="*/ 334137 h 409575"/>
                <a:gd name="connsiteX1554" fmla="*/ 431387 w 466725"/>
                <a:gd name="connsiteY1554" fmla="*/ 334423 h 409575"/>
                <a:gd name="connsiteX1555" fmla="*/ 432245 w 466725"/>
                <a:gd name="connsiteY1555" fmla="*/ 334232 h 409575"/>
                <a:gd name="connsiteX1556" fmla="*/ 433388 w 466725"/>
                <a:gd name="connsiteY1556" fmla="*/ 333375 h 409575"/>
                <a:gd name="connsiteX1557" fmla="*/ 434435 w 466725"/>
                <a:gd name="connsiteY1557" fmla="*/ 332613 h 409575"/>
                <a:gd name="connsiteX1558" fmla="*/ 435197 w 466725"/>
                <a:gd name="connsiteY1558" fmla="*/ 331660 h 409575"/>
                <a:gd name="connsiteX1559" fmla="*/ 435388 w 466725"/>
                <a:gd name="connsiteY1559" fmla="*/ 330708 h 409575"/>
                <a:gd name="connsiteX1560" fmla="*/ 435102 w 466725"/>
                <a:gd name="connsiteY1560" fmla="*/ 329755 h 409575"/>
                <a:gd name="connsiteX1561" fmla="*/ 434245 w 466725"/>
                <a:gd name="connsiteY1561" fmla="*/ 328041 h 409575"/>
                <a:gd name="connsiteX1562" fmla="*/ 433864 w 466725"/>
                <a:gd name="connsiteY1562" fmla="*/ 327088 h 409575"/>
                <a:gd name="connsiteX1563" fmla="*/ 433864 w 466725"/>
                <a:gd name="connsiteY1563" fmla="*/ 325659 h 409575"/>
                <a:gd name="connsiteX1564" fmla="*/ 434149 w 466725"/>
                <a:gd name="connsiteY1564" fmla="*/ 322040 h 409575"/>
                <a:gd name="connsiteX1565" fmla="*/ 434816 w 466725"/>
                <a:gd name="connsiteY1565" fmla="*/ 319088 h 409575"/>
                <a:gd name="connsiteX1566" fmla="*/ 435483 w 466725"/>
                <a:gd name="connsiteY1566" fmla="*/ 316992 h 409575"/>
                <a:gd name="connsiteX1567" fmla="*/ 435483 w 466725"/>
                <a:gd name="connsiteY1567" fmla="*/ 316325 h 409575"/>
                <a:gd name="connsiteX1568" fmla="*/ 435197 w 466725"/>
                <a:gd name="connsiteY1568" fmla="*/ 316039 h 409575"/>
                <a:gd name="connsiteX1569" fmla="*/ 434721 w 466725"/>
                <a:gd name="connsiteY1569" fmla="*/ 315944 h 409575"/>
                <a:gd name="connsiteX1570" fmla="*/ 434054 w 466725"/>
                <a:gd name="connsiteY1570" fmla="*/ 316039 h 409575"/>
                <a:gd name="connsiteX1571" fmla="*/ 430339 w 466725"/>
                <a:gd name="connsiteY1571" fmla="*/ 317468 h 409575"/>
                <a:gd name="connsiteX1572" fmla="*/ 428149 w 466725"/>
                <a:gd name="connsiteY1572" fmla="*/ 318611 h 409575"/>
                <a:gd name="connsiteX1573" fmla="*/ 423958 w 466725"/>
                <a:gd name="connsiteY1573" fmla="*/ 321659 h 409575"/>
                <a:gd name="connsiteX1574" fmla="*/ 423005 w 466725"/>
                <a:gd name="connsiteY1574" fmla="*/ 322040 h 409575"/>
                <a:gd name="connsiteX1575" fmla="*/ 422243 w 466725"/>
                <a:gd name="connsiteY1575" fmla="*/ 322231 h 409575"/>
                <a:gd name="connsiteX1576" fmla="*/ 421576 w 466725"/>
                <a:gd name="connsiteY1576" fmla="*/ 321945 h 409575"/>
                <a:gd name="connsiteX1577" fmla="*/ 421196 w 466725"/>
                <a:gd name="connsiteY1577" fmla="*/ 321469 h 409575"/>
                <a:gd name="connsiteX1578" fmla="*/ 420910 w 466725"/>
                <a:gd name="connsiteY1578" fmla="*/ 320897 h 409575"/>
                <a:gd name="connsiteX1579" fmla="*/ 420814 w 466725"/>
                <a:gd name="connsiteY1579" fmla="*/ 320230 h 409575"/>
                <a:gd name="connsiteX1580" fmla="*/ 420814 w 466725"/>
                <a:gd name="connsiteY1580" fmla="*/ 319468 h 409575"/>
                <a:gd name="connsiteX1581" fmla="*/ 420910 w 466725"/>
                <a:gd name="connsiteY1581" fmla="*/ 318706 h 409575"/>
                <a:gd name="connsiteX1582" fmla="*/ 421100 w 466725"/>
                <a:gd name="connsiteY1582" fmla="*/ 318040 h 409575"/>
                <a:gd name="connsiteX1583" fmla="*/ 421196 w 466725"/>
                <a:gd name="connsiteY1583" fmla="*/ 317659 h 409575"/>
                <a:gd name="connsiteX1584" fmla="*/ 421576 w 466725"/>
                <a:gd name="connsiteY1584" fmla="*/ 317182 h 409575"/>
                <a:gd name="connsiteX1585" fmla="*/ 426053 w 466725"/>
                <a:gd name="connsiteY1585" fmla="*/ 312515 h 409575"/>
                <a:gd name="connsiteX1586" fmla="*/ 428244 w 466725"/>
                <a:gd name="connsiteY1586" fmla="*/ 311086 h 409575"/>
                <a:gd name="connsiteX1587" fmla="*/ 430721 w 466725"/>
                <a:gd name="connsiteY1587" fmla="*/ 310324 h 409575"/>
                <a:gd name="connsiteX1588" fmla="*/ 433102 w 466725"/>
                <a:gd name="connsiteY1588" fmla="*/ 310134 h 409575"/>
                <a:gd name="connsiteX1589" fmla="*/ 438721 w 466725"/>
                <a:gd name="connsiteY1589" fmla="*/ 308515 h 409575"/>
                <a:gd name="connsiteX1590" fmla="*/ 439769 w 466725"/>
                <a:gd name="connsiteY1590" fmla="*/ 308705 h 409575"/>
                <a:gd name="connsiteX1591" fmla="*/ 440246 w 466725"/>
                <a:gd name="connsiteY1591" fmla="*/ 309372 h 409575"/>
                <a:gd name="connsiteX1592" fmla="*/ 440436 w 466725"/>
                <a:gd name="connsiteY1592" fmla="*/ 310515 h 409575"/>
                <a:gd name="connsiteX1593" fmla="*/ 440817 w 466725"/>
                <a:gd name="connsiteY1593" fmla="*/ 311944 h 409575"/>
                <a:gd name="connsiteX1594" fmla="*/ 441388 w 466725"/>
                <a:gd name="connsiteY1594" fmla="*/ 312801 h 409575"/>
                <a:gd name="connsiteX1595" fmla="*/ 442150 w 466725"/>
                <a:gd name="connsiteY1595" fmla="*/ 313468 h 409575"/>
                <a:gd name="connsiteX1596" fmla="*/ 443008 w 466725"/>
                <a:gd name="connsiteY1596" fmla="*/ 313563 h 409575"/>
                <a:gd name="connsiteX1597" fmla="*/ 443770 w 466725"/>
                <a:gd name="connsiteY1597" fmla="*/ 313372 h 409575"/>
                <a:gd name="connsiteX1598" fmla="*/ 444532 w 466725"/>
                <a:gd name="connsiteY1598" fmla="*/ 312706 h 409575"/>
                <a:gd name="connsiteX1599" fmla="*/ 445008 w 466725"/>
                <a:gd name="connsiteY1599" fmla="*/ 311563 h 409575"/>
                <a:gd name="connsiteX1600" fmla="*/ 445008 w 466725"/>
                <a:gd name="connsiteY1600" fmla="*/ 310515 h 409575"/>
                <a:gd name="connsiteX1601" fmla="*/ 444913 w 466725"/>
                <a:gd name="connsiteY1601" fmla="*/ 309467 h 409575"/>
                <a:gd name="connsiteX1602" fmla="*/ 444913 w 466725"/>
                <a:gd name="connsiteY1602" fmla="*/ 308610 h 409575"/>
                <a:gd name="connsiteX1603" fmla="*/ 445294 w 466725"/>
                <a:gd name="connsiteY1603" fmla="*/ 308134 h 409575"/>
                <a:gd name="connsiteX1604" fmla="*/ 445770 w 466725"/>
                <a:gd name="connsiteY1604" fmla="*/ 308229 h 409575"/>
                <a:gd name="connsiteX1605" fmla="*/ 446532 w 466725"/>
                <a:gd name="connsiteY1605" fmla="*/ 308705 h 409575"/>
                <a:gd name="connsiteX1606" fmla="*/ 447104 w 466725"/>
                <a:gd name="connsiteY1606" fmla="*/ 309467 h 409575"/>
                <a:gd name="connsiteX1607" fmla="*/ 449199 w 466725"/>
                <a:gd name="connsiteY1607" fmla="*/ 313182 h 409575"/>
                <a:gd name="connsiteX1608" fmla="*/ 450151 w 466725"/>
                <a:gd name="connsiteY1608" fmla="*/ 314420 h 409575"/>
                <a:gd name="connsiteX1609" fmla="*/ 451295 w 466725"/>
                <a:gd name="connsiteY1609" fmla="*/ 315087 h 409575"/>
                <a:gd name="connsiteX1610" fmla="*/ 452438 w 466725"/>
                <a:gd name="connsiteY1610" fmla="*/ 315277 h 409575"/>
                <a:gd name="connsiteX1611" fmla="*/ 453390 w 466725"/>
                <a:gd name="connsiteY1611" fmla="*/ 315277 h 409575"/>
                <a:gd name="connsiteX1612" fmla="*/ 454438 w 466725"/>
                <a:gd name="connsiteY1612" fmla="*/ 315087 h 409575"/>
                <a:gd name="connsiteX1613" fmla="*/ 455295 w 466725"/>
                <a:gd name="connsiteY1613" fmla="*/ 314611 h 409575"/>
                <a:gd name="connsiteX1614" fmla="*/ 455962 w 466725"/>
                <a:gd name="connsiteY1614" fmla="*/ 314039 h 409575"/>
                <a:gd name="connsiteX1615" fmla="*/ 456438 w 466725"/>
                <a:gd name="connsiteY1615" fmla="*/ 311658 h 409575"/>
                <a:gd name="connsiteX1616" fmla="*/ 456914 w 466725"/>
                <a:gd name="connsiteY1616" fmla="*/ 310324 h 409575"/>
                <a:gd name="connsiteX1617" fmla="*/ 458819 w 466725"/>
                <a:gd name="connsiteY1617" fmla="*/ 306800 h 409575"/>
                <a:gd name="connsiteX1618" fmla="*/ 459772 w 466725"/>
                <a:gd name="connsiteY1618" fmla="*/ 303657 h 409575"/>
                <a:gd name="connsiteX1619" fmla="*/ 460343 w 466725"/>
                <a:gd name="connsiteY1619" fmla="*/ 302323 h 409575"/>
                <a:gd name="connsiteX1620" fmla="*/ 462820 w 466725"/>
                <a:gd name="connsiteY1620" fmla="*/ 300133 h 409575"/>
                <a:gd name="connsiteX1621" fmla="*/ 463772 w 466725"/>
                <a:gd name="connsiteY1621" fmla="*/ 298990 h 409575"/>
                <a:gd name="connsiteX1622" fmla="*/ 464153 w 466725"/>
                <a:gd name="connsiteY1622" fmla="*/ 297084 h 409575"/>
                <a:gd name="connsiteX1623" fmla="*/ 463867 w 466725"/>
                <a:gd name="connsiteY1623" fmla="*/ 296132 h 409575"/>
                <a:gd name="connsiteX1624" fmla="*/ 462724 w 466725"/>
                <a:gd name="connsiteY1624" fmla="*/ 294799 h 409575"/>
                <a:gd name="connsiteX1625" fmla="*/ 462629 w 466725"/>
                <a:gd name="connsiteY1625" fmla="*/ 293941 h 409575"/>
                <a:gd name="connsiteX1626" fmla="*/ 462820 w 466725"/>
                <a:gd name="connsiteY1626" fmla="*/ 292989 h 409575"/>
                <a:gd name="connsiteX1627" fmla="*/ 463867 w 466725"/>
                <a:gd name="connsiteY1627" fmla="*/ 291465 h 409575"/>
                <a:gd name="connsiteX1628" fmla="*/ 468439 w 466725"/>
                <a:gd name="connsiteY1628" fmla="*/ 287846 h 409575"/>
                <a:gd name="connsiteX1629" fmla="*/ 466534 w 466725"/>
                <a:gd name="connsiteY1629" fmla="*/ 284131 h 409575"/>
                <a:gd name="connsiteX1630" fmla="*/ 466058 w 466725"/>
                <a:gd name="connsiteY1630" fmla="*/ 282607 h 409575"/>
                <a:gd name="connsiteX1631" fmla="*/ 466154 w 466725"/>
                <a:gd name="connsiteY1631" fmla="*/ 280988 h 409575"/>
                <a:gd name="connsiteX1632" fmla="*/ 466058 w 466725"/>
                <a:gd name="connsiteY1632" fmla="*/ 279559 h 409575"/>
                <a:gd name="connsiteX1633" fmla="*/ 465772 w 466725"/>
                <a:gd name="connsiteY1633" fmla="*/ 278606 h 409575"/>
                <a:gd name="connsiteX1634" fmla="*/ 465296 w 466725"/>
                <a:gd name="connsiteY1634" fmla="*/ 277368 h 409575"/>
                <a:gd name="connsiteX1635" fmla="*/ 465106 w 466725"/>
                <a:gd name="connsiteY1635" fmla="*/ 276415 h 409575"/>
                <a:gd name="connsiteX1636" fmla="*/ 464915 w 466725"/>
                <a:gd name="connsiteY1636" fmla="*/ 275272 h 409575"/>
                <a:gd name="connsiteX1637" fmla="*/ 464725 w 466725"/>
                <a:gd name="connsiteY1637" fmla="*/ 274701 h 409575"/>
                <a:gd name="connsiteX1638" fmla="*/ 464534 w 466725"/>
                <a:gd name="connsiteY1638" fmla="*/ 274225 h 409575"/>
                <a:gd name="connsiteX1639" fmla="*/ 463677 w 466725"/>
                <a:gd name="connsiteY1639" fmla="*/ 273367 h 409575"/>
                <a:gd name="connsiteX1640" fmla="*/ 463010 w 466725"/>
                <a:gd name="connsiteY1640" fmla="*/ 272510 h 409575"/>
                <a:gd name="connsiteX1641" fmla="*/ 462724 w 466725"/>
                <a:gd name="connsiteY1641" fmla="*/ 271843 h 409575"/>
                <a:gd name="connsiteX1642" fmla="*/ 462629 w 466725"/>
                <a:gd name="connsiteY1642" fmla="*/ 271272 h 409575"/>
                <a:gd name="connsiteX1643" fmla="*/ 462724 w 466725"/>
                <a:gd name="connsiteY1643" fmla="*/ 270700 h 409575"/>
                <a:gd name="connsiteX1644" fmla="*/ 462915 w 466725"/>
                <a:gd name="connsiteY1644" fmla="*/ 270319 h 409575"/>
                <a:gd name="connsiteX1645" fmla="*/ 463105 w 466725"/>
                <a:gd name="connsiteY1645" fmla="*/ 269843 h 409575"/>
                <a:gd name="connsiteX1646" fmla="*/ 464344 w 466725"/>
                <a:gd name="connsiteY1646" fmla="*/ 268509 h 409575"/>
                <a:gd name="connsiteX1647" fmla="*/ 464439 w 466725"/>
                <a:gd name="connsiteY1647" fmla="*/ 267938 h 409575"/>
                <a:gd name="connsiteX1648" fmla="*/ 464248 w 466725"/>
                <a:gd name="connsiteY1648" fmla="*/ 267652 h 409575"/>
                <a:gd name="connsiteX1649" fmla="*/ 463867 w 466725"/>
                <a:gd name="connsiteY1649" fmla="*/ 267367 h 409575"/>
                <a:gd name="connsiteX1650" fmla="*/ 458343 w 466725"/>
                <a:gd name="connsiteY1650" fmla="*/ 266509 h 409575"/>
                <a:gd name="connsiteX1651" fmla="*/ 457771 w 466725"/>
                <a:gd name="connsiteY1651" fmla="*/ 266224 h 409575"/>
                <a:gd name="connsiteX1652" fmla="*/ 457200 w 466725"/>
                <a:gd name="connsiteY1652" fmla="*/ 265747 h 409575"/>
                <a:gd name="connsiteX1653" fmla="*/ 456343 w 466725"/>
                <a:gd name="connsiteY1653" fmla="*/ 264795 h 409575"/>
                <a:gd name="connsiteX1654" fmla="*/ 455866 w 466725"/>
                <a:gd name="connsiteY1654" fmla="*/ 264223 h 409575"/>
                <a:gd name="connsiteX1655" fmla="*/ 455676 w 466725"/>
                <a:gd name="connsiteY1655" fmla="*/ 263652 h 409575"/>
                <a:gd name="connsiteX1656" fmla="*/ 455200 w 466725"/>
                <a:gd name="connsiteY1656" fmla="*/ 261461 h 409575"/>
                <a:gd name="connsiteX1657" fmla="*/ 455200 w 466725"/>
                <a:gd name="connsiteY1657" fmla="*/ 260699 h 409575"/>
                <a:gd name="connsiteX1658" fmla="*/ 455295 w 466725"/>
                <a:gd name="connsiteY1658" fmla="*/ 260128 h 409575"/>
                <a:gd name="connsiteX1659" fmla="*/ 455390 w 466725"/>
                <a:gd name="connsiteY1659" fmla="*/ 259556 h 409575"/>
                <a:gd name="connsiteX1660" fmla="*/ 457105 w 466725"/>
                <a:gd name="connsiteY1660" fmla="*/ 253555 h 409575"/>
                <a:gd name="connsiteX1661" fmla="*/ 457486 w 466725"/>
                <a:gd name="connsiteY1661" fmla="*/ 252698 h 409575"/>
                <a:gd name="connsiteX1662" fmla="*/ 458057 w 466725"/>
                <a:gd name="connsiteY1662" fmla="*/ 251936 h 409575"/>
                <a:gd name="connsiteX1663" fmla="*/ 458343 w 466725"/>
                <a:gd name="connsiteY1663" fmla="*/ 251650 h 409575"/>
                <a:gd name="connsiteX1664" fmla="*/ 460343 w 466725"/>
                <a:gd name="connsiteY1664" fmla="*/ 248698 h 409575"/>
                <a:gd name="connsiteX1665" fmla="*/ 462153 w 466725"/>
                <a:gd name="connsiteY1665" fmla="*/ 246983 h 409575"/>
                <a:gd name="connsiteX1666" fmla="*/ 462820 w 466725"/>
                <a:gd name="connsiteY1666" fmla="*/ 246126 h 409575"/>
                <a:gd name="connsiteX1667" fmla="*/ 464058 w 466725"/>
                <a:gd name="connsiteY1667" fmla="*/ 243649 h 409575"/>
                <a:gd name="connsiteX1668" fmla="*/ 464344 w 466725"/>
                <a:gd name="connsiteY1668" fmla="*/ 242983 h 409575"/>
                <a:gd name="connsiteX1669" fmla="*/ 464439 w 466725"/>
                <a:gd name="connsiteY1669" fmla="*/ 241935 h 409575"/>
                <a:gd name="connsiteX1670" fmla="*/ 464630 w 466725"/>
                <a:gd name="connsiteY1670" fmla="*/ 240030 h 409575"/>
                <a:gd name="connsiteX1671" fmla="*/ 464534 w 466725"/>
                <a:gd name="connsiteY1671" fmla="*/ 239077 h 409575"/>
                <a:gd name="connsiteX1672" fmla="*/ 464439 w 466725"/>
                <a:gd name="connsiteY1672" fmla="*/ 238315 h 409575"/>
                <a:gd name="connsiteX1673" fmla="*/ 462058 w 466725"/>
                <a:gd name="connsiteY1673" fmla="*/ 234029 h 409575"/>
                <a:gd name="connsiteX1674" fmla="*/ 461486 w 466725"/>
                <a:gd name="connsiteY1674" fmla="*/ 233363 h 409575"/>
                <a:gd name="connsiteX1675" fmla="*/ 460820 w 466725"/>
                <a:gd name="connsiteY1675" fmla="*/ 232791 h 409575"/>
                <a:gd name="connsiteX1676" fmla="*/ 459676 w 466725"/>
                <a:gd name="connsiteY1676" fmla="*/ 232029 h 409575"/>
                <a:gd name="connsiteX1677" fmla="*/ 459200 w 466725"/>
                <a:gd name="connsiteY1677" fmla="*/ 231838 h 409575"/>
                <a:gd name="connsiteX1678" fmla="*/ 457771 w 466725"/>
                <a:gd name="connsiteY1678" fmla="*/ 231553 h 409575"/>
                <a:gd name="connsiteX1679" fmla="*/ 457486 w 466725"/>
                <a:gd name="connsiteY1679" fmla="*/ 231362 h 409575"/>
                <a:gd name="connsiteX1680" fmla="*/ 456057 w 466725"/>
                <a:gd name="connsiteY1680" fmla="*/ 230886 h 409575"/>
                <a:gd name="connsiteX1681" fmla="*/ 455676 w 466725"/>
                <a:gd name="connsiteY1681" fmla="*/ 230600 h 409575"/>
                <a:gd name="connsiteX1682" fmla="*/ 455105 w 466725"/>
                <a:gd name="connsiteY1682" fmla="*/ 230029 h 409575"/>
                <a:gd name="connsiteX1683" fmla="*/ 454533 w 466725"/>
                <a:gd name="connsiteY1683" fmla="*/ 228886 h 409575"/>
                <a:gd name="connsiteX1684" fmla="*/ 454438 w 466725"/>
                <a:gd name="connsiteY1684" fmla="*/ 228219 h 409575"/>
                <a:gd name="connsiteX1685" fmla="*/ 454533 w 466725"/>
                <a:gd name="connsiteY1685" fmla="*/ 227552 h 409575"/>
                <a:gd name="connsiteX1686" fmla="*/ 454914 w 466725"/>
                <a:gd name="connsiteY1686" fmla="*/ 227076 h 409575"/>
                <a:gd name="connsiteX1687" fmla="*/ 455390 w 466725"/>
                <a:gd name="connsiteY1687" fmla="*/ 226790 h 409575"/>
                <a:gd name="connsiteX1688" fmla="*/ 456247 w 466725"/>
                <a:gd name="connsiteY1688" fmla="*/ 226504 h 409575"/>
                <a:gd name="connsiteX1689" fmla="*/ 457105 w 466725"/>
                <a:gd name="connsiteY1689" fmla="*/ 226219 h 409575"/>
                <a:gd name="connsiteX1690" fmla="*/ 458724 w 466725"/>
                <a:gd name="connsiteY1690" fmla="*/ 225552 h 409575"/>
                <a:gd name="connsiteX1691" fmla="*/ 459296 w 466725"/>
                <a:gd name="connsiteY1691" fmla="*/ 225457 h 409575"/>
                <a:gd name="connsiteX1692" fmla="*/ 461486 w 466725"/>
                <a:gd name="connsiteY1692" fmla="*/ 225266 h 409575"/>
                <a:gd name="connsiteX1693" fmla="*/ 461963 w 466725"/>
                <a:gd name="connsiteY1693" fmla="*/ 225076 h 409575"/>
                <a:gd name="connsiteX1694" fmla="*/ 462820 w 466725"/>
                <a:gd name="connsiteY1694" fmla="*/ 224790 h 409575"/>
                <a:gd name="connsiteX1695" fmla="*/ 463677 w 466725"/>
                <a:gd name="connsiteY1695" fmla="*/ 224314 h 409575"/>
                <a:gd name="connsiteX1696" fmla="*/ 469201 w 466725"/>
                <a:gd name="connsiteY1696" fmla="*/ 220027 h 409575"/>
                <a:gd name="connsiteX1697" fmla="*/ 472345 w 466725"/>
                <a:gd name="connsiteY1697" fmla="*/ 218122 h 409575"/>
                <a:gd name="connsiteX1698" fmla="*/ 472726 w 466725"/>
                <a:gd name="connsiteY1698" fmla="*/ 217741 h 409575"/>
                <a:gd name="connsiteX1699" fmla="*/ 473107 w 466725"/>
                <a:gd name="connsiteY1699" fmla="*/ 217265 h 409575"/>
                <a:gd name="connsiteX1700" fmla="*/ 473583 w 466725"/>
                <a:gd name="connsiteY1700" fmla="*/ 216313 h 409575"/>
                <a:gd name="connsiteX1701" fmla="*/ 473583 w 466725"/>
                <a:gd name="connsiteY1701" fmla="*/ 215646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</a:cxnLst>
              <a:rect l="l" t="t" r="r" b="b"/>
              <a:pathLst>
                <a:path w="466725" h="409575">
                  <a:moveTo>
                    <a:pt x="473488" y="215074"/>
                  </a:moveTo>
                  <a:lnTo>
                    <a:pt x="472059" y="213550"/>
                  </a:lnTo>
                  <a:lnTo>
                    <a:pt x="471868" y="213360"/>
                  </a:lnTo>
                  <a:lnTo>
                    <a:pt x="471583" y="213169"/>
                  </a:lnTo>
                  <a:lnTo>
                    <a:pt x="471202" y="213074"/>
                  </a:lnTo>
                  <a:lnTo>
                    <a:pt x="470725" y="212979"/>
                  </a:lnTo>
                  <a:lnTo>
                    <a:pt x="470154" y="212979"/>
                  </a:lnTo>
                  <a:lnTo>
                    <a:pt x="468821" y="213455"/>
                  </a:lnTo>
                  <a:lnTo>
                    <a:pt x="468344" y="213360"/>
                  </a:lnTo>
                  <a:lnTo>
                    <a:pt x="467963" y="212979"/>
                  </a:lnTo>
                  <a:lnTo>
                    <a:pt x="467487" y="212026"/>
                  </a:lnTo>
                  <a:lnTo>
                    <a:pt x="467392" y="211550"/>
                  </a:lnTo>
                  <a:lnTo>
                    <a:pt x="467392" y="211264"/>
                  </a:lnTo>
                  <a:lnTo>
                    <a:pt x="467963" y="210693"/>
                  </a:lnTo>
                  <a:lnTo>
                    <a:pt x="468439" y="209931"/>
                  </a:lnTo>
                  <a:lnTo>
                    <a:pt x="468725" y="209645"/>
                  </a:lnTo>
                  <a:lnTo>
                    <a:pt x="469011" y="209359"/>
                  </a:lnTo>
                  <a:lnTo>
                    <a:pt x="470154" y="208597"/>
                  </a:lnTo>
                  <a:lnTo>
                    <a:pt x="471106" y="207740"/>
                  </a:lnTo>
                  <a:lnTo>
                    <a:pt x="471392" y="207359"/>
                  </a:lnTo>
                  <a:lnTo>
                    <a:pt x="471773" y="206692"/>
                  </a:lnTo>
                  <a:lnTo>
                    <a:pt x="472154" y="205645"/>
                  </a:lnTo>
                  <a:lnTo>
                    <a:pt x="472440" y="204597"/>
                  </a:lnTo>
                  <a:lnTo>
                    <a:pt x="472535" y="203835"/>
                  </a:lnTo>
                  <a:lnTo>
                    <a:pt x="472535" y="203168"/>
                  </a:lnTo>
                  <a:lnTo>
                    <a:pt x="472345" y="202311"/>
                  </a:lnTo>
                  <a:lnTo>
                    <a:pt x="472440" y="200692"/>
                  </a:lnTo>
                  <a:lnTo>
                    <a:pt x="472630" y="199644"/>
                  </a:lnTo>
                  <a:lnTo>
                    <a:pt x="472440" y="198501"/>
                  </a:lnTo>
                  <a:lnTo>
                    <a:pt x="472249" y="197644"/>
                  </a:lnTo>
                  <a:lnTo>
                    <a:pt x="471964" y="197167"/>
                  </a:lnTo>
                  <a:lnTo>
                    <a:pt x="471868" y="196882"/>
                  </a:lnTo>
                  <a:lnTo>
                    <a:pt x="470440" y="195453"/>
                  </a:lnTo>
                  <a:lnTo>
                    <a:pt x="469297" y="194500"/>
                  </a:lnTo>
                  <a:lnTo>
                    <a:pt x="468725" y="193929"/>
                  </a:lnTo>
                  <a:lnTo>
                    <a:pt x="468439" y="193548"/>
                  </a:lnTo>
                  <a:lnTo>
                    <a:pt x="467963" y="192500"/>
                  </a:lnTo>
                  <a:lnTo>
                    <a:pt x="467582" y="191643"/>
                  </a:lnTo>
                  <a:lnTo>
                    <a:pt x="467296" y="191167"/>
                  </a:lnTo>
                  <a:lnTo>
                    <a:pt x="466915" y="190786"/>
                  </a:lnTo>
                  <a:lnTo>
                    <a:pt x="465391" y="189833"/>
                  </a:lnTo>
                  <a:lnTo>
                    <a:pt x="464534" y="189357"/>
                  </a:lnTo>
                  <a:lnTo>
                    <a:pt x="463582" y="189071"/>
                  </a:lnTo>
                  <a:lnTo>
                    <a:pt x="462439" y="188881"/>
                  </a:lnTo>
                  <a:lnTo>
                    <a:pt x="458819" y="188785"/>
                  </a:lnTo>
                  <a:lnTo>
                    <a:pt x="457676" y="188881"/>
                  </a:lnTo>
                  <a:lnTo>
                    <a:pt x="455771" y="189452"/>
                  </a:lnTo>
                  <a:lnTo>
                    <a:pt x="453962" y="190595"/>
                  </a:lnTo>
                  <a:lnTo>
                    <a:pt x="453485" y="190690"/>
                  </a:lnTo>
                  <a:lnTo>
                    <a:pt x="453009" y="190595"/>
                  </a:lnTo>
                  <a:lnTo>
                    <a:pt x="452628" y="190405"/>
                  </a:lnTo>
                  <a:lnTo>
                    <a:pt x="450342" y="188881"/>
                  </a:lnTo>
                  <a:lnTo>
                    <a:pt x="449961" y="188785"/>
                  </a:lnTo>
                  <a:lnTo>
                    <a:pt x="449675" y="188976"/>
                  </a:lnTo>
                  <a:lnTo>
                    <a:pt x="449389" y="189262"/>
                  </a:lnTo>
                  <a:lnTo>
                    <a:pt x="448818" y="190595"/>
                  </a:lnTo>
                  <a:lnTo>
                    <a:pt x="447865" y="192214"/>
                  </a:lnTo>
                  <a:lnTo>
                    <a:pt x="446056" y="194119"/>
                  </a:lnTo>
                  <a:lnTo>
                    <a:pt x="445389" y="194691"/>
                  </a:lnTo>
                  <a:lnTo>
                    <a:pt x="444341" y="195358"/>
                  </a:lnTo>
                  <a:lnTo>
                    <a:pt x="444151" y="195453"/>
                  </a:lnTo>
                  <a:lnTo>
                    <a:pt x="443770" y="195548"/>
                  </a:lnTo>
                  <a:lnTo>
                    <a:pt x="442722" y="195548"/>
                  </a:lnTo>
                  <a:lnTo>
                    <a:pt x="442150" y="195358"/>
                  </a:lnTo>
                  <a:lnTo>
                    <a:pt x="441579" y="194977"/>
                  </a:lnTo>
                  <a:lnTo>
                    <a:pt x="440912" y="194119"/>
                  </a:lnTo>
                  <a:lnTo>
                    <a:pt x="440722" y="193548"/>
                  </a:lnTo>
                  <a:lnTo>
                    <a:pt x="440722" y="192976"/>
                  </a:lnTo>
                  <a:lnTo>
                    <a:pt x="440912" y="192596"/>
                  </a:lnTo>
                  <a:lnTo>
                    <a:pt x="441484" y="191833"/>
                  </a:lnTo>
                  <a:lnTo>
                    <a:pt x="441674" y="191357"/>
                  </a:lnTo>
                  <a:lnTo>
                    <a:pt x="441865" y="190786"/>
                  </a:lnTo>
                  <a:lnTo>
                    <a:pt x="441674" y="190405"/>
                  </a:lnTo>
                  <a:lnTo>
                    <a:pt x="441388" y="190119"/>
                  </a:lnTo>
                  <a:lnTo>
                    <a:pt x="441007" y="190119"/>
                  </a:lnTo>
                  <a:lnTo>
                    <a:pt x="440531" y="190214"/>
                  </a:lnTo>
                  <a:lnTo>
                    <a:pt x="439579" y="190500"/>
                  </a:lnTo>
                  <a:lnTo>
                    <a:pt x="434721" y="192976"/>
                  </a:lnTo>
                  <a:lnTo>
                    <a:pt x="433768" y="193357"/>
                  </a:lnTo>
                  <a:lnTo>
                    <a:pt x="432530" y="194119"/>
                  </a:lnTo>
                  <a:lnTo>
                    <a:pt x="431197" y="195072"/>
                  </a:lnTo>
                  <a:lnTo>
                    <a:pt x="430625" y="195643"/>
                  </a:lnTo>
                  <a:lnTo>
                    <a:pt x="430054" y="196215"/>
                  </a:lnTo>
                  <a:lnTo>
                    <a:pt x="429578" y="196882"/>
                  </a:lnTo>
                  <a:lnTo>
                    <a:pt x="429292" y="197548"/>
                  </a:lnTo>
                  <a:lnTo>
                    <a:pt x="428815" y="198977"/>
                  </a:lnTo>
                  <a:lnTo>
                    <a:pt x="428434" y="199549"/>
                  </a:lnTo>
                  <a:lnTo>
                    <a:pt x="427958" y="200120"/>
                  </a:lnTo>
                  <a:lnTo>
                    <a:pt x="427196" y="200406"/>
                  </a:lnTo>
                  <a:lnTo>
                    <a:pt x="424243" y="201549"/>
                  </a:lnTo>
                  <a:lnTo>
                    <a:pt x="423291" y="201644"/>
                  </a:lnTo>
                  <a:lnTo>
                    <a:pt x="422529" y="201454"/>
                  </a:lnTo>
                  <a:lnTo>
                    <a:pt x="421862" y="200882"/>
                  </a:lnTo>
                  <a:lnTo>
                    <a:pt x="418624" y="197167"/>
                  </a:lnTo>
                  <a:lnTo>
                    <a:pt x="417481" y="196405"/>
                  </a:lnTo>
                  <a:lnTo>
                    <a:pt x="415766" y="195453"/>
                  </a:lnTo>
                  <a:lnTo>
                    <a:pt x="415290" y="195072"/>
                  </a:lnTo>
                  <a:lnTo>
                    <a:pt x="415004" y="194596"/>
                  </a:lnTo>
                  <a:lnTo>
                    <a:pt x="415004" y="194119"/>
                  </a:lnTo>
                  <a:lnTo>
                    <a:pt x="415099" y="193643"/>
                  </a:lnTo>
                  <a:lnTo>
                    <a:pt x="415385" y="193262"/>
                  </a:lnTo>
                  <a:lnTo>
                    <a:pt x="415766" y="193072"/>
                  </a:lnTo>
                  <a:lnTo>
                    <a:pt x="416242" y="192976"/>
                  </a:lnTo>
                  <a:lnTo>
                    <a:pt x="419671" y="192881"/>
                  </a:lnTo>
                  <a:lnTo>
                    <a:pt x="420148" y="192786"/>
                  </a:lnTo>
                  <a:lnTo>
                    <a:pt x="420624" y="192596"/>
                  </a:lnTo>
                  <a:lnTo>
                    <a:pt x="421767" y="191929"/>
                  </a:lnTo>
                  <a:lnTo>
                    <a:pt x="422434" y="191357"/>
                  </a:lnTo>
                  <a:lnTo>
                    <a:pt x="423100" y="190786"/>
                  </a:lnTo>
                  <a:lnTo>
                    <a:pt x="423386" y="190405"/>
                  </a:lnTo>
                  <a:lnTo>
                    <a:pt x="423577" y="189833"/>
                  </a:lnTo>
                  <a:lnTo>
                    <a:pt x="423672" y="189357"/>
                  </a:lnTo>
                  <a:lnTo>
                    <a:pt x="423386" y="186976"/>
                  </a:lnTo>
                  <a:lnTo>
                    <a:pt x="423958" y="185642"/>
                  </a:lnTo>
                  <a:lnTo>
                    <a:pt x="429006" y="180499"/>
                  </a:lnTo>
                  <a:lnTo>
                    <a:pt x="429482" y="180213"/>
                  </a:lnTo>
                  <a:lnTo>
                    <a:pt x="430339" y="179927"/>
                  </a:lnTo>
                  <a:lnTo>
                    <a:pt x="432054" y="179641"/>
                  </a:lnTo>
                  <a:lnTo>
                    <a:pt x="432435" y="179451"/>
                  </a:lnTo>
                  <a:lnTo>
                    <a:pt x="433102" y="179070"/>
                  </a:lnTo>
                  <a:lnTo>
                    <a:pt x="441293" y="169354"/>
                  </a:lnTo>
                  <a:lnTo>
                    <a:pt x="441865" y="167830"/>
                  </a:lnTo>
                  <a:lnTo>
                    <a:pt x="442150" y="166973"/>
                  </a:lnTo>
                  <a:lnTo>
                    <a:pt x="442341" y="166211"/>
                  </a:lnTo>
                  <a:lnTo>
                    <a:pt x="442722" y="165735"/>
                  </a:lnTo>
                  <a:lnTo>
                    <a:pt x="443579" y="165354"/>
                  </a:lnTo>
                  <a:lnTo>
                    <a:pt x="445008" y="165163"/>
                  </a:lnTo>
                  <a:lnTo>
                    <a:pt x="445580" y="164973"/>
                  </a:lnTo>
                  <a:lnTo>
                    <a:pt x="446151" y="164497"/>
                  </a:lnTo>
                  <a:lnTo>
                    <a:pt x="447008" y="163354"/>
                  </a:lnTo>
                  <a:lnTo>
                    <a:pt x="447770" y="162877"/>
                  </a:lnTo>
                  <a:lnTo>
                    <a:pt x="448437" y="162687"/>
                  </a:lnTo>
                  <a:lnTo>
                    <a:pt x="451485" y="163544"/>
                  </a:lnTo>
                  <a:lnTo>
                    <a:pt x="452628" y="163639"/>
                  </a:lnTo>
                  <a:lnTo>
                    <a:pt x="453104" y="163544"/>
                  </a:lnTo>
                  <a:lnTo>
                    <a:pt x="453676" y="163449"/>
                  </a:lnTo>
                  <a:lnTo>
                    <a:pt x="454057" y="163258"/>
                  </a:lnTo>
                  <a:lnTo>
                    <a:pt x="454628" y="162592"/>
                  </a:lnTo>
                  <a:lnTo>
                    <a:pt x="457390" y="157734"/>
                  </a:lnTo>
                  <a:lnTo>
                    <a:pt x="465391" y="152400"/>
                  </a:lnTo>
                  <a:lnTo>
                    <a:pt x="466058" y="151733"/>
                  </a:lnTo>
                  <a:lnTo>
                    <a:pt x="466725" y="150685"/>
                  </a:lnTo>
                  <a:lnTo>
                    <a:pt x="467106" y="149923"/>
                  </a:lnTo>
                  <a:lnTo>
                    <a:pt x="467296" y="149638"/>
                  </a:lnTo>
                  <a:lnTo>
                    <a:pt x="467392" y="148971"/>
                  </a:lnTo>
                  <a:lnTo>
                    <a:pt x="467487" y="148685"/>
                  </a:lnTo>
                  <a:lnTo>
                    <a:pt x="467392" y="146304"/>
                  </a:lnTo>
                  <a:lnTo>
                    <a:pt x="467487" y="145542"/>
                  </a:lnTo>
                  <a:lnTo>
                    <a:pt x="467678" y="144304"/>
                  </a:lnTo>
                  <a:lnTo>
                    <a:pt x="467582" y="143446"/>
                  </a:lnTo>
                  <a:lnTo>
                    <a:pt x="467296" y="142399"/>
                  </a:lnTo>
                  <a:lnTo>
                    <a:pt x="466534" y="140875"/>
                  </a:lnTo>
                  <a:lnTo>
                    <a:pt x="466058" y="140303"/>
                  </a:lnTo>
                  <a:lnTo>
                    <a:pt x="465487" y="139732"/>
                  </a:lnTo>
                  <a:lnTo>
                    <a:pt x="465011" y="138589"/>
                  </a:lnTo>
                  <a:lnTo>
                    <a:pt x="465011" y="136303"/>
                  </a:lnTo>
                  <a:lnTo>
                    <a:pt x="461677" y="135064"/>
                  </a:lnTo>
                  <a:lnTo>
                    <a:pt x="460629" y="134398"/>
                  </a:lnTo>
                  <a:lnTo>
                    <a:pt x="459962" y="133445"/>
                  </a:lnTo>
                  <a:lnTo>
                    <a:pt x="459581" y="132683"/>
                  </a:lnTo>
                  <a:lnTo>
                    <a:pt x="458724" y="131540"/>
                  </a:lnTo>
                  <a:lnTo>
                    <a:pt x="458343" y="130778"/>
                  </a:lnTo>
                  <a:lnTo>
                    <a:pt x="458153" y="130111"/>
                  </a:lnTo>
                  <a:lnTo>
                    <a:pt x="458248" y="129635"/>
                  </a:lnTo>
                  <a:lnTo>
                    <a:pt x="458438" y="128588"/>
                  </a:lnTo>
                  <a:lnTo>
                    <a:pt x="458343" y="127730"/>
                  </a:lnTo>
                  <a:lnTo>
                    <a:pt x="458057" y="126587"/>
                  </a:lnTo>
                  <a:lnTo>
                    <a:pt x="457105" y="124206"/>
                  </a:lnTo>
                  <a:lnTo>
                    <a:pt x="456724" y="122967"/>
                  </a:lnTo>
                  <a:lnTo>
                    <a:pt x="456629" y="122015"/>
                  </a:lnTo>
                  <a:lnTo>
                    <a:pt x="457009" y="121063"/>
                  </a:lnTo>
                  <a:lnTo>
                    <a:pt x="457200" y="120682"/>
                  </a:lnTo>
                  <a:lnTo>
                    <a:pt x="457486" y="120301"/>
                  </a:lnTo>
                  <a:lnTo>
                    <a:pt x="457771" y="120015"/>
                  </a:lnTo>
                  <a:lnTo>
                    <a:pt x="458914" y="119158"/>
                  </a:lnTo>
                  <a:lnTo>
                    <a:pt x="459105" y="118681"/>
                  </a:lnTo>
                  <a:lnTo>
                    <a:pt x="459010" y="118300"/>
                  </a:lnTo>
                  <a:lnTo>
                    <a:pt x="458819" y="117919"/>
                  </a:lnTo>
                  <a:lnTo>
                    <a:pt x="458533" y="117824"/>
                  </a:lnTo>
                  <a:lnTo>
                    <a:pt x="457581" y="117253"/>
                  </a:lnTo>
                  <a:lnTo>
                    <a:pt x="457009" y="116681"/>
                  </a:lnTo>
                  <a:lnTo>
                    <a:pt x="456724" y="116109"/>
                  </a:lnTo>
                  <a:lnTo>
                    <a:pt x="456724" y="115538"/>
                  </a:lnTo>
                  <a:lnTo>
                    <a:pt x="456819" y="114967"/>
                  </a:lnTo>
                  <a:lnTo>
                    <a:pt x="456914" y="114490"/>
                  </a:lnTo>
                  <a:lnTo>
                    <a:pt x="457295" y="113633"/>
                  </a:lnTo>
                  <a:lnTo>
                    <a:pt x="457771" y="112871"/>
                  </a:lnTo>
                  <a:lnTo>
                    <a:pt x="457771" y="112776"/>
                  </a:lnTo>
                  <a:lnTo>
                    <a:pt x="460248" y="110871"/>
                  </a:lnTo>
                  <a:lnTo>
                    <a:pt x="460629" y="110585"/>
                  </a:lnTo>
                  <a:lnTo>
                    <a:pt x="460915" y="110204"/>
                  </a:lnTo>
                  <a:lnTo>
                    <a:pt x="461105" y="109633"/>
                  </a:lnTo>
                  <a:lnTo>
                    <a:pt x="461296" y="108680"/>
                  </a:lnTo>
                  <a:lnTo>
                    <a:pt x="461200" y="108109"/>
                  </a:lnTo>
                  <a:lnTo>
                    <a:pt x="461010" y="107632"/>
                  </a:lnTo>
                  <a:lnTo>
                    <a:pt x="460629" y="107347"/>
                  </a:lnTo>
                  <a:lnTo>
                    <a:pt x="460153" y="107156"/>
                  </a:lnTo>
                  <a:lnTo>
                    <a:pt x="459676" y="107156"/>
                  </a:lnTo>
                  <a:lnTo>
                    <a:pt x="459200" y="107251"/>
                  </a:lnTo>
                  <a:lnTo>
                    <a:pt x="458819" y="107442"/>
                  </a:lnTo>
                  <a:lnTo>
                    <a:pt x="458438" y="107632"/>
                  </a:lnTo>
                  <a:lnTo>
                    <a:pt x="457771" y="108299"/>
                  </a:lnTo>
                  <a:lnTo>
                    <a:pt x="457486" y="108585"/>
                  </a:lnTo>
                  <a:lnTo>
                    <a:pt x="457009" y="108775"/>
                  </a:lnTo>
                  <a:lnTo>
                    <a:pt x="456533" y="108680"/>
                  </a:lnTo>
                  <a:lnTo>
                    <a:pt x="455962" y="108204"/>
                  </a:lnTo>
                  <a:lnTo>
                    <a:pt x="455676" y="107728"/>
                  </a:lnTo>
                  <a:lnTo>
                    <a:pt x="455486" y="107156"/>
                  </a:lnTo>
                  <a:lnTo>
                    <a:pt x="455486" y="106299"/>
                  </a:lnTo>
                  <a:lnTo>
                    <a:pt x="455581" y="105346"/>
                  </a:lnTo>
                  <a:lnTo>
                    <a:pt x="455771" y="104299"/>
                  </a:lnTo>
                  <a:lnTo>
                    <a:pt x="458343" y="97822"/>
                  </a:lnTo>
                  <a:lnTo>
                    <a:pt x="460248" y="94012"/>
                  </a:lnTo>
                  <a:lnTo>
                    <a:pt x="460438" y="93250"/>
                  </a:lnTo>
                  <a:lnTo>
                    <a:pt x="460534" y="92297"/>
                  </a:lnTo>
                  <a:lnTo>
                    <a:pt x="460629" y="90488"/>
                  </a:lnTo>
                  <a:lnTo>
                    <a:pt x="460438" y="89535"/>
                  </a:lnTo>
                  <a:lnTo>
                    <a:pt x="460248" y="88963"/>
                  </a:lnTo>
                  <a:lnTo>
                    <a:pt x="459772" y="88392"/>
                  </a:lnTo>
                  <a:lnTo>
                    <a:pt x="459010" y="87630"/>
                  </a:lnTo>
                  <a:lnTo>
                    <a:pt x="458248" y="87154"/>
                  </a:lnTo>
                  <a:lnTo>
                    <a:pt x="454819" y="85439"/>
                  </a:lnTo>
                  <a:lnTo>
                    <a:pt x="453962" y="84867"/>
                  </a:lnTo>
                  <a:lnTo>
                    <a:pt x="453580" y="84487"/>
                  </a:lnTo>
                  <a:lnTo>
                    <a:pt x="453009" y="83820"/>
                  </a:lnTo>
                  <a:lnTo>
                    <a:pt x="452818" y="83153"/>
                  </a:lnTo>
                  <a:lnTo>
                    <a:pt x="452818" y="82582"/>
                  </a:lnTo>
                  <a:lnTo>
                    <a:pt x="453485" y="80581"/>
                  </a:lnTo>
                  <a:lnTo>
                    <a:pt x="453771" y="79057"/>
                  </a:lnTo>
                  <a:lnTo>
                    <a:pt x="453771" y="77629"/>
                  </a:lnTo>
                  <a:lnTo>
                    <a:pt x="453676" y="76771"/>
                  </a:lnTo>
                  <a:lnTo>
                    <a:pt x="453580" y="76105"/>
                  </a:lnTo>
                  <a:lnTo>
                    <a:pt x="452152" y="72295"/>
                  </a:lnTo>
                  <a:lnTo>
                    <a:pt x="451866" y="71247"/>
                  </a:lnTo>
                  <a:lnTo>
                    <a:pt x="451771" y="70485"/>
                  </a:lnTo>
                  <a:lnTo>
                    <a:pt x="451866" y="69913"/>
                  </a:lnTo>
                  <a:lnTo>
                    <a:pt x="452342" y="68389"/>
                  </a:lnTo>
                  <a:lnTo>
                    <a:pt x="452533" y="67151"/>
                  </a:lnTo>
                  <a:lnTo>
                    <a:pt x="449771" y="68294"/>
                  </a:lnTo>
                  <a:lnTo>
                    <a:pt x="448246" y="69247"/>
                  </a:lnTo>
                  <a:lnTo>
                    <a:pt x="445770" y="71152"/>
                  </a:lnTo>
                  <a:lnTo>
                    <a:pt x="445484" y="71438"/>
                  </a:lnTo>
                  <a:lnTo>
                    <a:pt x="445008" y="72199"/>
                  </a:lnTo>
                  <a:lnTo>
                    <a:pt x="444341" y="73533"/>
                  </a:lnTo>
                  <a:lnTo>
                    <a:pt x="441770" y="85249"/>
                  </a:lnTo>
                  <a:lnTo>
                    <a:pt x="441388" y="86201"/>
                  </a:lnTo>
                  <a:lnTo>
                    <a:pt x="441198" y="86582"/>
                  </a:lnTo>
                  <a:lnTo>
                    <a:pt x="440626" y="87249"/>
                  </a:lnTo>
                  <a:lnTo>
                    <a:pt x="439293" y="88487"/>
                  </a:lnTo>
                  <a:lnTo>
                    <a:pt x="439103" y="88868"/>
                  </a:lnTo>
                  <a:lnTo>
                    <a:pt x="438912" y="89249"/>
                  </a:lnTo>
                  <a:lnTo>
                    <a:pt x="438817" y="89821"/>
                  </a:lnTo>
                  <a:lnTo>
                    <a:pt x="438912" y="90297"/>
                  </a:lnTo>
                  <a:lnTo>
                    <a:pt x="439579" y="92678"/>
                  </a:lnTo>
                  <a:lnTo>
                    <a:pt x="439674" y="93250"/>
                  </a:lnTo>
                  <a:lnTo>
                    <a:pt x="439579" y="93821"/>
                  </a:lnTo>
                  <a:lnTo>
                    <a:pt x="439483" y="94297"/>
                  </a:lnTo>
                  <a:lnTo>
                    <a:pt x="439293" y="94774"/>
                  </a:lnTo>
                  <a:lnTo>
                    <a:pt x="439007" y="95155"/>
                  </a:lnTo>
                  <a:lnTo>
                    <a:pt x="438721" y="95345"/>
                  </a:lnTo>
                  <a:lnTo>
                    <a:pt x="438245" y="95536"/>
                  </a:lnTo>
                  <a:lnTo>
                    <a:pt x="437864" y="95536"/>
                  </a:lnTo>
                  <a:lnTo>
                    <a:pt x="437388" y="95440"/>
                  </a:lnTo>
                  <a:lnTo>
                    <a:pt x="434435" y="93916"/>
                  </a:lnTo>
                  <a:lnTo>
                    <a:pt x="433673" y="93726"/>
                  </a:lnTo>
                  <a:lnTo>
                    <a:pt x="433102" y="93916"/>
                  </a:lnTo>
                  <a:lnTo>
                    <a:pt x="432149" y="94774"/>
                  </a:lnTo>
                  <a:lnTo>
                    <a:pt x="431863" y="94869"/>
                  </a:lnTo>
                  <a:lnTo>
                    <a:pt x="431578" y="95059"/>
                  </a:lnTo>
                  <a:lnTo>
                    <a:pt x="431101" y="95059"/>
                  </a:lnTo>
                  <a:lnTo>
                    <a:pt x="430054" y="94964"/>
                  </a:lnTo>
                  <a:lnTo>
                    <a:pt x="429006" y="95059"/>
                  </a:lnTo>
                  <a:lnTo>
                    <a:pt x="427863" y="94964"/>
                  </a:lnTo>
                  <a:lnTo>
                    <a:pt x="427387" y="94869"/>
                  </a:lnTo>
                  <a:lnTo>
                    <a:pt x="424815" y="93631"/>
                  </a:lnTo>
                  <a:lnTo>
                    <a:pt x="424243" y="93440"/>
                  </a:lnTo>
                  <a:lnTo>
                    <a:pt x="423767" y="93345"/>
                  </a:lnTo>
                  <a:lnTo>
                    <a:pt x="423291" y="93345"/>
                  </a:lnTo>
                  <a:lnTo>
                    <a:pt x="422243" y="93535"/>
                  </a:lnTo>
                  <a:lnTo>
                    <a:pt x="421291" y="93916"/>
                  </a:lnTo>
                  <a:lnTo>
                    <a:pt x="420814" y="94012"/>
                  </a:lnTo>
                  <a:lnTo>
                    <a:pt x="420243" y="93916"/>
                  </a:lnTo>
                  <a:lnTo>
                    <a:pt x="419767" y="93821"/>
                  </a:lnTo>
                  <a:lnTo>
                    <a:pt x="419290" y="93726"/>
                  </a:lnTo>
                  <a:lnTo>
                    <a:pt x="416338" y="92202"/>
                  </a:lnTo>
                  <a:lnTo>
                    <a:pt x="415290" y="91916"/>
                  </a:lnTo>
                  <a:lnTo>
                    <a:pt x="414052" y="91916"/>
                  </a:lnTo>
                  <a:lnTo>
                    <a:pt x="413575" y="92011"/>
                  </a:lnTo>
                  <a:lnTo>
                    <a:pt x="413195" y="92202"/>
                  </a:lnTo>
                  <a:lnTo>
                    <a:pt x="412813" y="92488"/>
                  </a:lnTo>
                  <a:lnTo>
                    <a:pt x="412147" y="93154"/>
                  </a:lnTo>
                  <a:lnTo>
                    <a:pt x="411766" y="93345"/>
                  </a:lnTo>
                  <a:lnTo>
                    <a:pt x="411385" y="93535"/>
                  </a:lnTo>
                  <a:lnTo>
                    <a:pt x="410813" y="93440"/>
                  </a:lnTo>
                  <a:lnTo>
                    <a:pt x="410432" y="93059"/>
                  </a:lnTo>
                  <a:lnTo>
                    <a:pt x="410146" y="92202"/>
                  </a:lnTo>
                  <a:lnTo>
                    <a:pt x="410146" y="91630"/>
                  </a:lnTo>
                  <a:lnTo>
                    <a:pt x="410242" y="90964"/>
                  </a:lnTo>
                  <a:lnTo>
                    <a:pt x="412051" y="85058"/>
                  </a:lnTo>
                  <a:lnTo>
                    <a:pt x="412337" y="82867"/>
                  </a:lnTo>
                  <a:lnTo>
                    <a:pt x="413861" y="77343"/>
                  </a:lnTo>
                  <a:lnTo>
                    <a:pt x="414433" y="76009"/>
                  </a:lnTo>
                  <a:lnTo>
                    <a:pt x="414623" y="74962"/>
                  </a:lnTo>
                  <a:lnTo>
                    <a:pt x="414623" y="74390"/>
                  </a:lnTo>
                  <a:lnTo>
                    <a:pt x="414433" y="73819"/>
                  </a:lnTo>
                  <a:lnTo>
                    <a:pt x="413956" y="73342"/>
                  </a:lnTo>
                  <a:lnTo>
                    <a:pt x="411861" y="71914"/>
                  </a:lnTo>
                  <a:lnTo>
                    <a:pt x="411385" y="71438"/>
                  </a:lnTo>
                  <a:lnTo>
                    <a:pt x="410813" y="70485"/>
                  </a:lnTo>
                  <a:lnTo>
                    <a:pt x="410337" y="69913"/>
                  </a:lnTo>
                  <a:lnTo>
                    <a:pt x="409861" y="69437"/>
                  </a:lnTo>
                  <a:lnTo>
                    <a:pt x="408908" y="69056"/>
                  </a:lnTo>
                  <a:lnTo>
                    <a:pt x="408241" y="68961"/>
                  </a:lnTo>
                  <a:lnTo>
                    <a:pt x="407575" y="68961"/>
                  </a:lnTo>
                  <a:lnTo>
                    <a:pt x="407098" y="69056"/>
                  </a:lnTo>
                  <a:lnTo>
                    <a:pt x="404336" y="70104"/>
                  </a:lnTo>
                  <a:lnTo>
                    <a:pt x="403955" y="70294"/>
                  </a:lnTo>
                  <a:lnTo>
                    <a:pt x="403574" y="70580"/>
                  </a:lnTo>
                  <a:lnTo>
                    <a:pt x="403384" y="70961"/>
                  </a:lnTo>
                  <a:lnTo>
                    <a:pt x="403193" y="71438"/>
                  </a:lnTo>
                  <a:lnTo>
                    <a:pt x="403193" y="72009"/>
                  </a:lnTo>
                  <a:lnTo>
                    <a:pt x="403384" y="72485"/>
                  </a:lnTo>
                  <a:lnTo>
                    <a:pt x="403574" y="72866"/>
                  </a:lnTo>
                  <a:lnTo>
                    <a:pt x="405193" y="74962"/>
                  </a:lnTo>
                  <a:lnTo>
                    <a:pt x="405384" y="75342"/>
                  </a:lnTo>
                  <a:lnTo>
                    <a:pt x="405574" y="75819"/>
                  </a:lnTo>
                  <a:lnTo>
                    <a:pt x="405670" y="76295"/>
                  </a:lnTo>
                  <a:lnTo>
                    <a:pt x="405670" y="76867"/>
                  </a:lnTo>
                  <a:lnTo>
                    <a:pt x="405479" y="77438"/>
                  </a:lnTo>
                  <a:lnTo>
                    <a:pt x="405193" y="78391"/>
                  </a:lnTo>
                  <a:lnTo>
                    <a:pt x="405193" y="78962"/>
                  </a:lnTo>
                  <a:lnTo>
                    <a:pt x="405193" y="79438"/>
                  </a:lnTo>
                  <a:lnTo>
                    <a:pt x="405384" y="79915"/>
                  </a:lnTo>
                  <a:lnTo>
                    <a:pt x="406146" y="80963"/>
                  </a:lnTo>
                  <a:lnTo>
                    <a:pt x="406337" y="81343"/>
                  </a:lnTo>
                  <a:lnTo>
                    <a:pt x="406432" y="81820"/>
                  </a:lnTo>
                  <a:lnTo>
                    <a:pt x="406432" y="82391"/>
                  </a:lnTo>
                  <a:lnTo>
                    <a:pt x="406241" y="82867"/>
                  </a:lnTo>
                  <a:lnTo>
                    <a:pt x="405955" y="83153"/>
                  </a:lnTo>
                  <a:lnTo>
                    <a:pt x="405574" y="83344"/>
                  </a:lnTo>
                  <a:lnTo>
                    <a:pt x="405193" y="83534"/>
                  </a:lnTo>
                  <a:lnTo>
                    <a:pt x="404622" y="83629"/>
                  </a:lnTo>
                  <a:lnTo>
                    <a:pt x="403479" y="83534"/>
                  </a:lnTo>
                  <a:lnTo>
                    <a:pt x="402336" y="83344"/>
                  </a:lnTo>
                  <a:lnTo>
                    <a:pt x="401383" y="83058"/>
                  </a:lnTo>
                  <a:lnTo>
                    <a:pt x="400526" y="82582"/>
                  </a:lnTo>
                  <a:lnTo>
                    <a:pt x="400050" y="82010"/>
                  </a:lnTo>
                  <a:lnTo>
                    <a:pt x="399479" y="81153"/>
                  </a:lnTo>
                  <a:lnTo>
                    <a:pt x="398621" y="79057"/>
                  </a:lnTo>
                  <a:lnTo>
                    <a:pt x="398336" y="78009"/>
                  </a:lnTo>
                  <a:lnTo>
                    <a:pt x="398240" y="77057"/>
                  </a:lnTo>
                  <a:lnTo>
                    <a:pt x="398716" y="74390"/>
                  </a:lnTo>
                  <a:lnTo>
                    <a:pt x="398621" y="70294"/>
                  </a:lnTo>
                  <a:lnTo>
                    <a:pt x="398240" y="67723"/>
                  </a:lnTo>
                  <a:lnTo>
                    <a:pt x="398716" y="59531"/>
                  </a:lnTo>
                  <a:lnTo>
                    <a:pt x="398621" y="59055"/>
                  </a:lnTo>
                  <a:lnTo>
                    <a:pt x="398526" y="58579"/>
                  </a:lnTo>
                  <a:lnTo>
                    <a:pt x="398240" y="58007"/>
                  </a:lnTo>
                  <a:lnTo>
                    <a:pt x="397764" y="57436"/>
                  </a:lnTo>
                  <a:lnTo>
                    <a:pt x="396812" y="56578"/>
                  </a:lnTo>
                  <a:lnTo>
                    <a:pt x="396049" y="55435"/>
                  </a:lnTo>
                  <a:lnTo>
                    <a:pt x="395478" y="54864"/>
                  </a:lnTo>
                  <a:lnTo>
                    <a:pt x="395097" y="54483"/>
                  </a:lnTo>
                  <a:lnTo>
                    <a:pt x="394430" y="54483"/>
                  </a:lnTo>
                  <a:lnTo>
                    <a:pt x="393954" y="54673"/>
                  </a:lnTo>
                  <a:lnTo>
                    <a:pt x="393097" y="55150"/>
                  </a:lnTo>
                  <a:lnTo>
                    <a:pt x="392716" y="55245"/>
                  </a:lnTo>
                  <a:lnTo>
                    <a:pt x="392430" y="55054"/>
                  </a:lnTo>
                  <a:lnTo>
                    <a:pt x="390811" y="54959"/>
                  </a:lnTo>
                  <a:lnTo>
                    <a:pt x="384429" y="53340"/>
                  </a:lnTo>
                  <a:lnTo>
                    <a:pt x="381095" y="51625"/>
                  </a:lnTo>
                  <a:lnTo>
                    <a:pt x="379571" y="51244"/>
                  </a:lnTo>
                  <a:lnTo>
                    <a:pt x="378428" y="50578"/>
                  </a:lnTo>
                  <a:lnTo>
                    <a:pt x="377857" y="49054"/>
                  </a:lnTo>
                  <a:lnTo>
                    <a:pt x="377666" y="47339"/>
                  </a:lnTo>
                  <a:lnTo>
                    <a:pt x="377666" y="46006"/>
                  </a:lnTo>
                  <a:lnTo>
                    <a:pt x="378333" y="44482"/>
                  </a:lnTo>
                  <a:lnTo>
                    <a:pt x="381381" y="42577"/>
                  </a:lnTo>
                  <a:lnTo>
                    <a:pt x="382048" y="41053"/>
                  </a:lnTo>
                  <a:lnTo>
                    <a:pt x="381667" y="39052"/>
                  </a:lnTo>
                  <a:lnTo>
                    <a:pt x="380905" y="37719"/>
                  </a:lnTo>
                  <a:lnTo>
                    <a:pt x="379952" y="36576"/>
                  </a:lnTo>
                  <a:lnTo>
                    <a:pt x="379286" y="35147"/>
                  </a:lnTo>
                  <a:lnTo>
                    <a:pt x="379190" y="34195"/>
                  </a:lnTo>
                  <a:lnTo>
                    <a:pt x="379286" y="30384"/>
                  </a:lnTo>
                  <a:lnTo>
                    <a:pt x="379190" y="29623"/>
                  </a:lnTo>
                  <a:lnTo>
                    <a:pt x="376142" y="21812"/>
                  </a:lnTo>
                  <a:lnTo>
                    <a:pt x="375380" y="18288"/>
                  </a:lnTo>
                  <a:lnTo>
                    <a:pt x="375761" y="15811"/>
                  </a:lnTo>
                  <a:lnTo>
                    <a:pt x="375666" y="15430"/>
                  </a:lnTo>
                  <a:lnTo>
                    <a:pt x="375475" y="15335"/>
                  </a:lnTo>
                  <a:lnTo>
                    <a:pt x="374904" y="15335"/>
                  </a:lnTo>
                  <a:lnTo>
                    <a:pt x="365284" y="16859"/>
                  </a:lnTo>
                  <a:lnTo>
                    <a:pt x="356330" y="16478"/>
                  </a:lnTo>
                  <a:lnTo>
                    <a:pt x="351282" y="18383"/>
                  </a:lnTo>
                  <a:lnTo>
                    <a:pt x="345376" y="21907"/>
                  </a:lnTo>
                  <a:lnTo>
                    <a:pt x="344614" y="22574"/>
                  </a:lnTo>
                  <a:lnTo>
                    <a:pt x="343662" y="23050"/>
                  </a:lnTo>
                  <a:lnTo>
                    <a:pt x="342043" y="23813"/>
                  </a:lnTo>
                  <a:lnTo>
                    <a:pt x="340995" y="24003"/>
                  </a:lnTo>
                  <a:lnTo>
                    <a:pt x="340042" y="23908"/>
                  </a:lnTo>
                  <a:lnTo>
                    <a:pt x="338995" y="23527"/>
                  </a:lnTo>
                  <a:lnTo>
                    <a:pt x="338328" y="23050"/>
                  </a:lnTo>
                  <a:lnTo>
                    <a:pt x="336899" y="21241"/>
                  </a:lnTo>
                  <a:lnTo>
                    <a:pt x="336042" y="20193"/>
                  </a:lnTo>
                  <a:lnTo>
                    <a:pt x="335185" y="18669"/>
                  </a:lnTo>
                  <a:lnTo>
                    <a:pt x="334899" y="17812"/>
                  </a:lnTo>
                  <a:lnTo>
                    <a:pt x="334708" y="16764"/>
                  </a:lnTo>
                  <a:lnTo>
                    <a:pt x="334994" y="12001"/>
                  </a:lnTo>
                  <a:lnTo>
                    <a:pt x="334899" y="10858"/>
                  </a:lnTo>
                  <a:lnTo>
                    <a:pt x="334708" y="9906"/>
                  </a:lnTo>
                  <a:lnTo>
                    <a:pt x="334232" y="9049"/>
                  </a:lnTo>
                  <a:lnTo>
                    <a:pt x="333280" y="8667"/>
                  </a:lnTo>
                  <a:lnTo>
                    <a:pt x="331946" y="8667"/>
                  </a:lnTo>
                  <a:lnTo>
                    <a:pt x="327470" y="9334"/>
                  </a:lnTo>
                  <a:lnTo>
                    <a:pt x="326612" y="9334"/>
                  </a:lnTo>
                  <a:lnTo>
                    <a:pt x="325755" y="9049"/>
                  </a:lnTo>
                  <a:lnTo>
                    <a:pt x="324898" y="8667"/>
                  </a:lnTo>
                  <a:lnTo>
                    <a:pt x="322516" y="7144"/>
                  </a:lnTo>
                  <a:lnTo>
                    <a:pt x="318421" y="6096"/>
                  </a:lnTo>
                  <a:lnTo>
                    <a:pt x="316611" y="5334"/>
                  </a:lnTo>
                  <a:lnTo>
                    <a:pt x="315849" y="4858"/>
                  </a:lnTo>
                  <a:lnTo>
                    <a:pt x="315182" y="4286"/>
                  </a:lnTo>
                  <a:lnTo>
                    <a:pt x="314611" y="3524"/>
                  </a:lnTo>
                  <a:lnTo>
                    <a:pt x="313277" y="1143"/>
                  </a:lnTo>
                  <a:lnTo>
                    <a:pt x="312706" y="476"/>
                  </a:lnTo>
                  <a:lnTo>
                    <a:pt x="312134" y="0"/>
                  </a:lnTo>
                  <a:lnTo>
                    <a:pt x="311753" y="0"/>
                  </a:lnTo>
                  <a:lnTo>
                    <a:pt x="310991" y="95"/>
                  </a:lnTo>
                  <a:lnTo>
                    <a:pt x="310229" y="571"/>
                  </a:lnTo>
                  <a:lnTo>
                    <a:pt x="309372" y="1143"/>
                  </a:lnTo>
                  <a:lnTo>
                    <a:pt x="308515" y="2096"/>
                  </a:lnTo>
                  <a:lnTo>
                    <a:pt x="307562" y="3524"/>
                  </a:lnTo>
                  <a:lnTo>
                    <a:pt x="306896" y="4667"/>
                  </a:lnTo>
                  <a:lnTo>
                    <a:pt x="306514" y="5715"/>
                  </a:lnTo>
                  <a:lnTo>
                    <a:pt x="305848" y="7715"/>
                  </a:lnTo>
                  <a:lnTo>
                    <a:pt x="305371" y="9811"/>
                  </a:lnTo>
                  <a:lnTo>
                    <a:pt x="305371" y="12192"/>
                  </a:lnTo>
                  <a:lnTo>
                    <a:pt x="305467" y="13240"/>
                  </a:lnTo>
                  <a:lnTo>
                    <a:pt x="305943" y="15335"/>
                  </a:lnTo>
                  <a:lnTo>
                    <a:pt x="306324" y="16288"/>
                  </a:lnTo>
                  <a:lnTo>
                    <a:pt x="306800" y="17050"/>
                  </a:lnTo>
                  <a:lnTo>
                    <a:pt x="307372" y="17716"/>
                  </a:lnTo>
                  <a:lnTo>
                    <a:pt x="310420" y="19812"/>
                  </a:lnTo>
                  <a:lnTo>
                    <a:pt x="311087" y="20383"/>
                  </a:lnTo>
                  <a:lnTo>
                    <a:pt x="311563" y="21050"/>
                  </a:lnTo>
                  <a:lnTo>
                    <a:pt x="311848" y="21717"/>
                  </a:lnTo>
                  <a:lnTo>
                    <a:pt x="312039" y="22098"/>
                  </a:lnTo>
                  <a:lnTo>
                    <a:pt x="312039" y="22479"/>
                  </a:lnTo>
                  <a:lnTo>
                    <a:pt x="312039" y="22955"/>
                  </a:lnTo>
                  <a:lnTo>
                    <a:pt x="311753" y="23431"/>
                  </a:lnTo>
                  <a:lnTo>
                    <a:pt x="311372" y="24193"/>
                  </a:lnTo>
                  <a:lnTo>
                    <a:pt x="309848" y="25622"/>
                  </a:lnTo>
                  <a:lnTo>
                    <a:pt x="309563" y="26098"/>
                  </a:lnTo>
                  <a:lnTo>
                    <a:pt x="309277" y="26860"/>
                  </a:lnTo>
                  <a:lnTo>
                    <a:pt x="308991" y="30099"/>
                  </a:lnTo>
                  <a:lnTo>
                    <a:pt x="308705" y="31051"/>
                  </a:lnTo>
                  <a:lnTo>
                    <a:pt x="308420" y="32004"/>
                  </a:lnTo>
                  <a:lnTo>
                    <a:pt x="307753" y="32766"/>
                  </a:lnTo>
                  <a:lnTo>
                    <a:pt x="306991" y="33528"/>
                  </a:lnTo>
                  <a:lnTo>
                    <a:pt x="295846" y="39719"/>
                  </a:lnTo>
                  <a:lnTo>
                    <a:pt x="294894" y="40005"/>
                  </a:lnTo>
                  <a:lnTo>
                    <a:pt x="293656" y="40100"/>
                  </a:lnTo>
                  <a:lnTo>
                    <a:pt x="291941" y="39719"/>
                  </a:lnTo>
                  <a:lnTo>
                    <a:pt x="290322" y="38671"/>
                  </a:lnTo>
                  <a:lnTo>
                    <a:pt x="289370" y="37814"/>
                  </a:lnTo>
                  <a:lnTo>
                    <a:pt x="287655" y="35623"/>
                  </a:lnTo>
                  <a:lnTo>
                    <a:pt x="284988" y="33147"/>
                  </a:lnTo>
                  <a:lnTo>
                    <a:pt x="282512" y="31623"/>
                  </a:lnTo>
                  <a:lnTo>
                    <a:pt x="281559" y="31337"/>
                  </a:lnTo>
                  <a:lnTo>
                    <a:pt x="280606" y="31432"/>
                  </a:lnTo>
                  <a:lnTo>
                    <a:pt x="278130" y="32480"/>
                  </a:lnTo>
                  <a:lnTo>
                    <a:pt x="275939" y="32575"/>
                  </a:lnTo>
                  <a:lnTo>
                    <a:pt x="274511" y="32575"/>
                  </a:lnTo>
                  <a:lnTo>
                    <a:pt x="273272" y="33242"/>
                  </a:lnTo>
                  <a:lnTo>
                    <a:pt x="272510" y="34195"/>
                  </a:lnTo>
                  <a:lnTo>
                    <a:pt x="272034" y="35052"/>
                  </a:lnTo>
                  <a:lnTo>
                    <a:pt x="270796" y="38481"/>
                  </a:lnTo>
                  <a:lnTo>
                    <a:pt x="269938" y="40100"/>
                  </a:lnTo>
                  <a:lnTo>
                    <a:pt x="268796" y="41338"/>
                  </a:lnTo>
                  <a:lnTo>
                    <a:pt x="267748" y="41148"/>
                  </a:lnTo>
                  <a:lnTo>
                    <a:pt x="266986" y="40481"/>
                  </a:lnTo>
                  <a:lnTo>
                    <a:pt x="266224" y="39624"/>
                  </a:lnTo>
                  <a:lnTo>
                    <a:pt x="264986" y="39529"/>
                  </a:lnTo>
                  <a:lnTo>
                    <a:pt x="263271" y="40386"/>
                  </a:lnTo>
                  <a:lnTo>
                    <a:pt x="260032" y="42958"/>
                  </a:lnTo>
                  <a:lnTo>
                    <a:pt x="259080" y="44958"/>
                  </a:lnTo>
                  <a:lnTo>
                    <a:pt x="258889" y="46863"/>
                  </a:lnTo>
                  <a:lnTo>
                    <a:pt x="259842" y="50197"/>
                  </a:lnTo>
                  <a:lnTo>
                    <a:pt x="259937" y="51530"/>
                  </a:lnTo>
                  <a:lnTo>
                    <a:pt x="259937" y="52578"/>
                  </a:lnTo>
                  <a:lnTo>
                    <a:pt x="259937" y="53340"/>
                  </a:lnTo>
                  <a:lnTo>
                    <a:pt x="259747" y="54388"/>
                  </a:lnTo>
                  <a:lnTo>
                    <a:pt x="259556" y="55245"/>
                  </a:lnTo>
                  <a:lnTo>
                    <a:pt x="259080" y="56578"/>
                  </a:lnTo>
                  <a:lnTo>
                    <a:pt x="258413" y="57912"/>
                  </a:lnTo>
                  <a:lnTo>
                    <a:pt x="257461" y="59055"/>
                  </a:lnTo>
                  <a:lnTo>
                    <a:pt x="256318" y="59722"/>
                  </a:lnTo>
                  <a:lnTo>
                    <a:pt x="255175" y="59626"/>
                  </a:lnTo>
                  <a:lnTo>
                    <a:pt x="254032" y="59246"/>
                  </a:lnTo>
                  <a:lnTo>
                    <a:pt x="253079" y="59436"/>
                  </a:lnTo>
                  <a:lnTo>
                    <a:pt x="252413" y="60579"/>
                  </a:lnTo>
                  <a:lnTo>
                    <a:pt x="252222" y="62103"/>
                  </a:lnTo>
                  <a:lnTo>
                    <a:pt x="252222" y="65341"/>
                  </a:lnTo>
                  <a:lnTo>
                    <a:pt x="252127" y="67532"/>
                  </a:lnTo>
                  <a:lnTo>
                    <a:pt x="251936" y="67913"/>
                  </a:lnTo>
                  <a:lnTo>
                    <a:pt x="251555" y="68389"/>
                  </a:lnTo>
                  <a:lnTo>
                    <a:pt x="250507" y="69247"/>
                  </a:lnTo>
                  <a:lnTo>
                    <a:pt x="249079" y="69437"/>
                  </a:lnTo>
                  <a:lnTo>
                    <a:pt x="247650" y="69247"/>
                  </a:lnTo>
                  <a:lnTo>
                    <a:pt x="245650" y="67913"/>
                  </a:lnTo>
                  <a:lnTo>
                    <a:pt x="245364" y="67627"/>
                  </a:lnTo>
                  <a:lnTo>
                    <a:pt x="245269" y="67532"/>
                  </a:lnTo>
                  <a:lnTo>
                    <a:pt x="244602" y="66484"/>
                  </a:lnTo>
                  <a:lnTo>
                    <a:pt x="243649" y="66008"/>
                  </a:lnTo>
                  <a:lnTo>
                    <a:pt x="242506" y="65722"/>
                  </a:lnTo>
                  <a:lnTo>
                    <a:pt x="240697" y="65913"/>
                  </a:lnTo>
                  <a:lnTo>
                    <a:pt x="238125" y="66580"/>
                  </a:lnTo>
                  <a:lnTo>
                    <a:pt x="237077" y="66770"/>
                  </a:lnTo>
                  <a:lnTo>
                    <a:pt x="236506" y="66294"/>
                  </a:lnTo>
                  <a:lnTo>
                    <a:pt x="236315" y="65817"/>
                  </a:lnTo>
                  <a:lnTo>
                    <a:pt x="236411" y="65246"/>
                  </a:lnTo>
                  <a:lnTo>
                    <a:pt x="236696" y="64675"/>
                  </a:lnTo>
                  <a:lnTo>
                    <a:pt x="239268" y="61341"/>
                  </a:lnTo>
                  <a:lnTo>
                    <a:pt x="239649" y="60674"/>
                  </a:lnTo>
                  <a:lnTo>
                    <a:pt x="241078" y="57436"/>
                  </a:lnTo>
                  <a:lnTo>
                    <a:pt x="241649" y="56483"/>
                  </a:lnTo>
                  <a:lnTo>
                    <a:pt x="242221" y="55245"/>
                  </a:lnTo>
                  <a:lnTo>
                    <a:pt x="242316" y="54292"/>
                  </a:lnTo>
                  <a:lnTo>
                    <a:pt x="242030" y="53340"/>
                  </a:lnTo>
                  <a:lnTo>
                    <a:pt x="239935" y="49816"/>
                  </a:lnTo>
                  <a:lnTo>
                    <a:pt x="238125" y="45148"/>
                  </a:lnTo>
                  <a:lnTo>
                    <a:pt x="237744" y="44386"/>
                  </a:lnTo>
                  <a:lnTo>
                    <a:pt x="237077" y="43529"/>
                  </a:lnTo>
                  <a:lnTo>
                    <a:pt x="233743" y="40481"/>
                  </a:lnTo>
                  <a:lnTo>
                    <a:pt x="232981" y="39624"/>
                  </a:lnTo>
                  <a:lnTo>
                    <a:pt x="232410" y="38767"/>
                  </a:lnTo>
                  <a:lnTo>
                    <a:pt x="231934" y="38195"/>
                  </a:lnTo>
                  <a:lnTo>
                    <a:pt x="231267" y="37624"/>
                  </a:lnTo>
                  <a:lnTo>
                    <a:pt x="230219" y="37338"/>
                  </a:lnTo>
                  <a:lnTo>
                    <a:pt x="229362" y="37814"/>
                  </a:lnTo>
                  <a:lnTo>
                    <a:pt x="228981" y="38767"/>
                  </a:lnTo>
                  <a:lnTo>
                    <a:pt x="229171" y="40481"/>
                  </a:lnTo>
                  <a:lnTo>
                    <a:pt x="229648" y="42100"/>
                  </a:lnTo>
                  <a:lnTo>
                    <a:pt x="230219" y="43434"/>
                  </a:lnTo>
                  <a:lnTo>
                    <a:pt x="233267" y="48768"/>
                  </a:lnTo>
                  <a:lnTo>
                    <a:pt x="233648" y="49911"/>
                  </a:lnTo>
                  <a:lnTo>
                    <a:pt x="233839" y="50959"/>
                  </a:lnTo>
                  <a:lnTo>
                    <a:pt x="233839" y="52102"/>
                  </a:lnTo>
                  <a:lnTo>
                    <a:pt x="233743" y="53149"/>
                  </a:lnTo>
                  <a:lnTo>
                    <a:pt x="233267" y="54292"/>
                  </a:lnTo>
                  <a:lnTo>
                    <a:pt x="232886" y="55054"/>
                  </a:lnTo>
                  <a:lnTo>
                    <a:pt x="231172" y="57055"/>
                  </a:lnTo>
                  <a:lnTo>
                    <a:pt x="230791" y="58102"/>
                  </a:lnTo>
                  <a:lnTo>
                    <a:pt x="230791" y="59722"/>
                  </a:lnTo>
                  <a:lnTo>
                    <a:pt x="231457" y="62674"/>
                  </a:lnTo>
                  <a:lnTo>
                    <a:pt x="231172" y="64008"/>
                  </a:lnTo>
                  <a:lnTo>
                    <a:pt x="230029" y="64389"/>
                  </a:lnTo>
                  <a:lnTo>
                    <a:pt x="228314" y="63913"/>
                  </a:lnTo>
                  <a:lnTo>
                    <a:pt x="224599" y="61722"/>
                  </a:lnTo>
                  <a:lnTo>
                    <a:pt x="222695" y="61150"/>
                  </a:lnTo>
                  <a:lnTo>
                    <a:pt x="222790" y="62865"/>
                  </a:lnTo>
                  <a:lnTo>
                    <a:pt x="222504" y="64008"/>
                  </a:lnTo>
                  <a:lnTo>
                    <a:pt x="221837" y="65627"/>
                  </a:lnTo>
                  <a:lnTo>
                    <a:pt x="219170" y="69532"/>
                  </a:lnTo>
                  <a:lnTo>
                    <a:pt x="218122" y="70294"/>
                  </a:lnTo>
                  <a:lnTo>
                    <a:pt x="217265" y="70294"/>
                  </a:lnTo>
                  <a:lnTo>
                    <a:pt x="216598" y="69913"/>
                  </a:lnTo>
                  <a:lnTo>
                    <a:pt x="216122" y="69247"/>
                  </a:lnTo>
                  <a:lnTo>
                    <a:pt x="216027" y="68484"/>
                  </a:lnTo>
                  <a:lnTo>
                    <a:pt x="216027" y="67913"/>
                  </a:lnTo>
                  <a:lnTo>
                    <a:pt x="216122" y="67056"/>
                  </a:lnTo>
                  <a:lnTo>
                    <a:pt x="216122" y="66199"/>
                  </a:lnTo>
                  <a:lnTo>
                    <a:pt x="216027" y="65246"/>
                  </a:lnTo>
                  <a:lnTo>
                    <a:pt x="215646" y="64389"/>
                  </a:lnTo>
                  <a:lnTo>
                    <a:pt x="215074" y="63627"/>
                  </a:lnTo>
                  <a:lnTo>
                    <a:pt x="214408" y="63055"/>
                  </a:lnTo>
                  <a:lnTo>
                    <a:pt x="213646" y="62579"/>
                  </a:lnTo>
                  <a:lnTo>
                    <a:pt x="207264" y="60007"/>
                  </a:lnTo>
                  <a:lnTo>
                    <a:pt x="206502" y="59531"/>
                  </a:lnTo>
                  <a:lnTo>
                    <a:pt x="205835" y="58864"/>
                  </a:lnTo>
                  <a:lnTo>
                    <a:pt x="204406" y="56483"/>
                  </a:lnTo>
                  <a:lnTo>
                    <a:pt x="203740" y="55912"/>
                  </a:lnTo>
                  <a:lnTo>
                    <a:pt x="202025" y="55150"/>
                  </a:lnTo>
                  <a:lnTo>
                    <a:pt x="198406" y="52388"/>
                  </a:lnTo>
                  <a:lnTo>
                    <a:pt x="190881" y="44767"/>
                  </a:lnTo>
                  <a:lnTo>
                    <a:pt x="190119" y="44577"/>
                  </a:lnTo>
                  <a:lnTo>
                    <a:pt x="189357" y="44958"/>
                  </a:lnTo>
                  <a:lnTo>
                    <a:pt x="188595" y="46482"/>
                  </a:lnTo>
                  <a:lnTo>
                    <a:pt x="187262" y="48387"/>
                  </a:lnTo>
                  <a:lnTo>
                    <a:pt x="186690" y="49054"/>
                  </a:lnTo>
                  <a:lnTo>
                    <a:pt x="186023" y="50197"/>
                  </a:lnTo>
                  <a:lnTo>
                    <a:pt x="185452" y="51816"/>
                  </a:lnTo>
                  <a:lnTo>
                    <a:pt x="184785" y="55054"/>
                  </a:lnTo>
                  <a:lnTo>
                    <a:pt x="184213" y="56674"/>
                  </a:lnTo>
                  <a:lnTo>
                    <a:pt x="183451" y="57817"/>
                  </a:lnTo>
                  <a:lnTo>
                    <a:pt x="182689" y="58198"/>
                  </a:lnTo>
                  <a:lnTo>
                    <a:pt x="181642" y="58293"/>
                  </a:lnTo>
                  <a:lnTo>
                    <a:pt x="179451" y="58293"/>
                  </a:lnTo>
                  <a:lnTo>
                    <a:pt x="178498" y="58388"/>
                  </a:lnTo>
                  <a:lnTo>
                    <a:pt x="174974" y="59626"/>
                  </a:lnTo>
                  <a:lnTo>
                    <a:pt x="174022" y="59626"/>
                  </a:lnTo>
                  <a:lnTo>
                    <a:pt x="170593" y="58293"/>
                  </a:lnTo>
                  <a:lnTo>
                    <a:pt x="169736" y="58293"/>
                  </a:lnTo>
                  <a:lnTo>
                    <a:pt x="168688" y="58769"/>
                  </a:lnTo>
                  <a:lnTo>
                    <a:pt x="166783" y="60198"/>
                  </a:lnTo>
                  <a:lnTo>
                    <a:pt x="166497" y="60579"/>
                  </a:lnTo>
                  <a:lnTo>
                    <a:pt x="166211" y="60960"/>
                  </a:lnTo>
                  <a:lnTo>
                    <a:pt x="165735" y="62198"/>
                  </a:lnTo>
                  <a:lnTo>
                    <a:pt x="165545" y="63627"/>
                  </a:lnTo>
                  <a:lnTo>
                    <a:pt x="165259" y="64675"/>
                  </a:lnTo>
                  <a:lnTo>
                    <a:pt x="164782" y="65437"/>
                  </a:lnTo>
                  <a:lnTo>
                    <a:pt x="164116" y="66103"/>
                  </a:lnTo>
                  <a:lnTo>
                    <a:pt x="162592" y="67151"/>
                  </a:lnTo>
                  <a:lnTo>
                    <a:pt x="162020" y="67723"/>
                  </a:lnTo>
                  <a:lnTo>
                    <a:pt x="161639" y="68484"/>
                  </a:lnTo>
                  <a:lnTo>
                    <a:pt x="161830" y="69342"/>
                  </a:lnTo>
                  <a:lnTo>
                    <a:pt x="162306" y="69913"/>
                  </a:lnTo>
                  <a:lnTo>
                    <a:pt x="163639" y="71152"/>
                  </a:lnTo>
                  <a:lnTo>
                    <a:pt x="164211" y="72009"/>
                  </a:lnTo>
                  <a:lnTo>
                    <a:pt x="164592" y="73057"/>
                  </a:lnTo>
                  <a:lnTo>
                    <a:pt x="164973" y="79534"/>
                  </a:lnTo>
                  <a:lnTo>
                    <a:pt x="164782" y="80486"/>
                  </a:lnTo>
                  <a:lnTo>
                    <a:pt x="164211" y="82201"/>
                  </a:lnTo>
                  <a:lnTo>
                    <a:pt x="164306" y="82963"/>
                  </a:lnTo>
                  <a:lnTo>
                    <a:pt x="164782" y="83629"/>
                  </a:lnTo>
                  <a:lnTo>
                    <a:pt x="165545" y="84106"/>
                  </a:lnTo>
                  <a:lnTo>
                    <a:pt x="167164" y="85058"/>
                  </a:lnTo>
                  <a:lnTo>
                    <a:pt x="168021" y="85344"/>
                  </a:lnTo>
                  <a:lnTo>
                    <a:pt x="168973" y="85630"/>
                  </a:lnTo>
                  <a:lnTo>
                    <a:pt x="170021" y="85630"/>
                  </a:lnTo>
                  <a:lnTo>
                    <a:pt x="172021" y="85249"/>
                  </a:lnTo>
                  <a:lnTo>
                    <a:pt x="172974" y="85439"/>
                  </a:lnTo>
                  <a:lnTo>
                    <a:pt x="173736" y="85725"/>
                  </a:lnTo>
                  <a:lnTo>
                    <a:pt x="175927" y="87344"/>
                  </a:lnTo>
                  <a:lnTo>
                    <a:pt x="176879" y="87725"/>
                  </a:lnTo>
                  <a:lnTo>
                    <a:pt x="178975" y="88201"/>
                  </a:lnTo>
                  <a:lnTo>
                    <a:pt x="179927" y="88582"/>
                  </a:lnTo>
                  <a:lnTo>
                    <a:pt x="181451" y="89535"/>
                  </a:lnTo>
                  <a:lnTo>
                    <a:pt x="182023" y="90106"/>
                  </a:lnTo>
                  <a:lnTo>
                    <a:pt x="182404" y="90773"/>
                  </a:lnTo>
                  <a:lnTo>
                    <a:pt x="182594" y="91630"/>
                  </a:lnTo>
                  <a:lnTo>
                    <a:pt x="182213" y="92869"/>
                  </a:lnTo>
                  <a:lnTo>
                    <a:pt x="181928" y="94107"/>
                  </a:lnTo>
                  <a:lnTo>
                    <a:pt x="181832" y="95440"/>
                  </a:lnTo>
                  <a:lnTo>
                    <a:pt x="182213" y="97155"/>
                  </a:lnTo>
                  <a:lnTo>
                    <a:pt x="182689" y="98298"/>
                  </a:lnTo>
                  <a:lnTo>
                    <a:pt x="183451" y="98965"/>
                  </a:lnTo>
                  <a:lnTo>
                    <a:pt x="184690" y="99250"/>
                  </a:lnTo>
                  <a:lnTo>
                    <a:pt x="185833" y="99155"/>
                  </a:lnTo>
                  <a:lnTo>
                    <a:pt x="186976" y="98869"/>
                  </a:lnTo>
                  <a:lnTo>
                    <a:pt x="187738" y="98774"/>
                  </a:lnTo>
                  <a:lnTo>
                    <a:pt x="188595" y="98869"/>
                  </a:lnTo>
                  <a:lnTo>
                    <a:pt x="191929" y="100203"/>
                  </a:lnTo>
                  <a:lnTo>
                    <a:pt x="192310" y="100298"/>
                  </a:lnTo>
                  <a:lnTo>
                    <a:pt x="192881" y="100203"/>
                  </a:lnTo>
                  <a:lnTo>
                    <a:pt x="193548" y="100013"/>
                  </a:lnTo>
                  <a:lnTo>
                    <a:pt x="194405" y="99631"/>
                  </a:lnTo>
                  <a:lnTo>
                    <a:pt x="195167" y="99250"/>
                  </a:lnTo>
                  <a:lnTo>
                    <a:pt x="196501" y="98774"/>
                  </a:lnTo>
                  <a:lnTo>
                    <a:pt x="199454" y="97346"/>
                  </a:lnTo>
                  <a:lnTo>
                    <a:pt x="199930" y="97250"/>
                  </a:lnTo>
                  <a:lnTo>
                    <a:pt x="200882" y="97059"/>
                  </a:lnTo>
                  <a:lnTo>
                    <a:pt x="201835" y="97250"/>
                  </a:lnTo>
                  <a:lnTo>
                    <a:pt x="202787" y="97631"/>
                  </a:lnTo>
                  <a:lnTo>
                    <a:pt x="205264" y="98965"/>
                  </a:lnTo>
                  <a:lnTo>
                    <a:pt x="205930" y="99441"/>
                  </a:lnTo>
                  <a:lnTo>
                    <a:pt x="206597" y="100108"/>
                  </a:lnTo>
                  <a:lnTo>
                    <a:pt x="208026" y="101632"/>
                  </a:lnTo>
                  <a:lnTo>
                    <a:pt x="208216" y="101917"/>
                  </a:lnTo>
                  <a:lnTo>
                    <a:pt x="208216" y="102394"/>
                  </a:lnTo>
                  <a:lnTo>
                    <a:pt x="208121" y="103251"/>
                  </a:lnTo>
                  <a:lnTo>
                    <a:pt x="208216" y="104394"/>
                  </a:lnTo>
                  <a:lnTo>
                    <a:pt x="208788" y="106871"/>
                  </a:lnTo>
                  <a:lnTo>
                    <a:pt x="208979" y="107347"/>
                  </a:lnTo>
                  <a:lnTo>
                    <a:pt x="209359" y="107823"/>
                  </a:lnTo>
                  <a:lnTo>
                    <a:pt x="213646" y="110395"/>
                  </a:lnTo>
                  <a:lnTo>
                    <a:pt x="215455" y="112014"/>
                  </a:lnTo>
                  <a:lnTo>
                    <a:pt x="216027" y="112776"/>
                  </a:lnTo>
                  <a:lnTo>
                    <a:pt x="216122" y="113062"/>
                  </a:lnTo>
                  <a:lnTo>
                    <a:pt x="216313" y="113633"/>
                  </a:lnTo>
                  <a:lnTo>
                    <a:pt x="216598" y="114776"/>
                  </a:lnTo>
                  <a:lnTo>
                    <a:pt x="216789" y="118396"/>
                  </a:lnTo>
                  <a:lnTo>
                    <a:pt x="216979" y="119539"/>
                  </a:lnTo>
                  <a:lnTo>
                    <a:pt x="217265" y="120396"/>
                  </a:lnTo>
                  <a:lnTo>
                    <a:pt x="218504" y="122967"/>
                  </a:lnTo>
                  <a:lnTo>
                    <a:pt x="219265" y="124873"/>
                  </a:lnTo>
                  <a:lnTo>
                    <a:pt x="219742" y="126778"/>
                  </a:lnTo>
                  <a:lnTo>
                    <a:pt x="219742" y="127730"/>
                  </a:lnTo>
                  <a:lnTo>
                    <a:pt x="219265" y="128302"/>
                  </a:lnTo>
                  <a:lnTo>
                    <a:pt x="218504" y="128873"/>
                  </a:lnTo>
                  <a:lnTo>
                    <a:pt x="216027" y="130302"/>
                  </a:lnTo>
                  <a:lnTo>
                    <a:pt x="214979" y="131159"/>
                  </a:lnTo>
                  <a:lnTo>
                    <a:pt x="211931" y="133064"/>
                  </a:lnTo>
                  <a:lnTo>
                    <a:pt x="210979" y="133445"/>
                  </a:lnTo>
                  <a:lnTo>
                    <a:pt x="210407" y="133636"/>
                  </a:lnTo>
                  <a:lnTo>
                    <a:pt x="208693" y="133731"/>
                  </a:lnTo>
                  <a:lnTo>
                    <a:pt x="206597" y="133445"/>
                  </a:lnTo>
                  <a:lnTo>
                    <a:pt x="202597" y="132207"/>
                  </a:lnTo>
                  <a:lnTo>
                    <a:pt x="200406" y="131921"/>
                  </a:lnTo>
                  <a:lnTo>
                    <a:pt x="199739" y="131921"/>
                  </a:lnTo>
                  <a:lnTo>
                    <a:pt x="198882" y="132207"/>
                  </a:lnTo>
                  <a:lnTo>
                    <a:pt x="197739" y="132778"/>
                  </a:lnTo>
                  <a:lnTo>
                    <a:pt x="196596" y="133540"/>
                  </a:lnTo>
                  <a:lnTo>
                    <a:pt x="195643" y="134493"/>
                  </a:lnTo>
                  <a:lnTo>
                    <a:pt x="195263" y="134683"/>
                  </a:lnTo>
                  <a:lnTo>
                    <a:pt x="192500" y="135159"/>
                  </a:lnTo>
                  <a:lnTo>
                    <a:pt x="187262" y="135446"/>
                  </a:lnTo>
                  <a:lnTo>
                    <a:pt x="186309" y="135159"/>
                  </a:lnTo>
                  <a:lnTo>
                    <a:pt x="186023" y="134969"/>
                  </a:lnTo>
                  <a:lnTo>
                    <a:pt x="185356" y="134874"/>
                  </a:lnTo>
                  <a:lnTo>
                    <a:pt x="184499" y="134969"/>
                  </a:lnTo>
                  <a:lnTo>
                    <a:pt x="182213" y="135731"/>
                  </a:lnTo>
                  <a:lnTo>
                    <a:pt x="180594" y="137160"/>
                  </a:lnTo>
                  <a:lnTo>
                    <a:pt x="179927" y="137827"/>
                  </a:lnTo>
                  <a:lnTo>
                    <a:pt x="179641" y="138113"/>
                  </a:lnTo>
                  <a:lnTo>
                    <a:pt x="178784" y="138303"/>
                  </a:lnTo>
                  <a:lnTo>
                    <a:pt x="177641" y="138303"/>
                  </a:lnTo>
                  <a:lnTo>
                    <a:pt x="173831" y="137922"/>
                  </a:lnTo>
                  <a:lnTo>
                    <a:pt x="172688" y="138017"/>
                  </a:lnTo>
                  <a:lnTo>
                    <a:pt x="171355" y="138398"/>
                  </a:lnTo>
                  <a:lnTo>
                    <a:pt x="170688" y="138779"/>
                  </a:lnTo>
                  <a:lnTo>
                    <a:pt x="170212" y="139160"/>
                  </a:lnTo>
                  <a:lnTo>
                    <a:pt x="169926" y="139541"/>
                  </a:lnTo>
                  <a:lnTo>
                    <a:pt x="169069" y="140589"/>
                  </a:lnTo>
                  <a:lnTo>
                    <a:pt x="168402" y="140875"/>
                  </a:lnTo>
                  <a:lnTo>
                    <a:pt x="167449" y="141065"/>
                  </a:lnTo>
                  <a:lnTo>
                    <a:pt x="165545" y="141256"/>
                  </a:lnTo>
                  <a:lnTo>
                    <a:pt x="163925" y="141827"/>
                  </a:lnTo>
                  <a:lnTo>
                    <a:pt x="163354" y="141732"/>
                  </a:lnTo>
                  <a:lnTo>
                    <a:pt x="162687" y="141446"/>
                  </a:lnTo>
                  <a:lnTo>
                    <a:pt x="162211" y="141065"/>
                  </a:lnTo>
                  <a:lnTo>
                    <a:pt x="161925" y="140589"/>
                  </a:lnTo>
                  <a:lnTo>
                    <a:pt x="160877" y="138493"/>
                  </a:lnTo>
                  <a:lnTo>
                    <a:pt x="160401" y="137731"/>
                  </a:lnTo>
                  <a:lnTo>
                    <a:pt x="160115" y="137446"/>
                  </a:lnTo>
                  <a:lnTo>
                    <a:pt x="159544" y="137160"/>
                  </a:lnTo>
                  <a:lnTo>
                    <a:pt x="157543" y="136493"/>
                  </a:lnTo>
                  <a:lnTo>
                    <a:pt x="156972" y="136112"/>
                  </a:lnTo>
                  <a:lnTo>
                    <a:pt x="156496" y="135826"/>
                  </a:lnTo>
                  <a:lnTo>
                    <a:pt x="154114" y="133159"/>
                  </a:lnTo>
                  <a:lnTo>
                    <a:pt x="153733" y="132874"/>
                  </a:lnTo>
                  <a:lnTo>
                    <a:pt x="153257" y="132778"/>
                  </a:lnTo>
                  <a:lnTo>
                    <a:pt x="150590" y="132302"/>
                  </a:lnTo>
                  <a:lnTo>
                    <a:pt x="148590" y="132493"/>
                  </a:lnTo>
                  <a:lnTo>
                    <a:pt x="143828" y="133731"/>
                  </a:lnTo>
                  <a:lnTo>
                    <a:pt x="141637" y="134112"/>
                  </a:lnTo>
                  <a:lnTo>
                    <a:pt x="141065" y="134398"/>
                  </a:lnTo>
                  <a:lnTo>
                    <a:pt x="138589" y="137160"/>
                  </a:lnTo>
                  <a:lnTo>
                    <a:pt x="137350" y="137922"/>
                  </a:lnTo>
                  <a:lnTo>
                    <a:pt x="135922" y="137827"/>
                  </a:lnTo>
                  <a:lnTo>
                    <a:pt x="135541" y="139541"/>
                  </a:lnTo>
                  <a:lnTo>
                    <a:pt x="134969" y="143351"/>
                  </a:lnTo>
                  <a:lnTo>
                    <a:pt x="134398" y="145351"/>
                  </a:lnTo>
                  <a:lnTo>
                    <a:pt x="133540" y="147638"/>
                  </a:lnTo>
                  <a:lnTo>
                    <a:pt x="133255" y="148018"/>
                  </a:lnTo>
                  <a:lnTo>
                    <a:pt x="132207" y="149447"/>
                  </a:lnTo>
                  <a:lnTo>
                    <a:pt x="132016" y="149828"/>
                  </a:lnTo>
                  <a:lnTo>
                    <a:pt x="131921" y="150400"/>
                  </a:lnTo>
                  <a:lnTo>
                    <a:pt x="131921" y="153924"/>
                  </a:lnTo>
                  <a:lnTo>
                    <a:pt x="131731" y="154972"/>
                  </a:lnTo>
                  <a:lnTo>
                    <a:pt x="131636" y="155448"/>
                  </a:lnTo>
                  <a:lnTo>
                    <a:pt x="131445" y="155924"/>
                  </a:lnTo>
                  <a:lnTo>
                    <a:pt x="130016" y="157734"/>
                  </a:lnTo>
                  <a:lnTo>
                    <a:pt x="129921" y="158210"/>
                  </a:lnTo>
                  <a:lnTo>
                    <a:pt x="129921" y="158686"/>
                  </a:lnTo>
                  <a:lnTo>
                    <a:pt x="129921" y="159829"/>
                  </a:lnTo>
                  <a:lnTo>
                    <a:pt x="129826" y="161544"/>
                  </a:lnTo>
                  <a:lnTo>
                    <a:pt x="129730" y="162115"/>
                  </a:lnTo>
                  <a:lnTo>
                    <a:pt x="129540" y="162592"/>
                  </a:lnTo>
                  <a:lnTo>
                    <a:pt x="129349" y="162973"/>
                  </a:lnTo>
                  <a:lnTo>
                    <a:pt x="128492" y="163925"/>
                  </a:lnTo>
                  <a:lnTo>
                    <a:pt x="128206" y="164306"/>
                  </a:lnTo>
                  <a:lnTo>
                    <a:pt x="128111" y="164782"/>
                  </a:lnTo>
                  <a:lnTo>
                    <a:pt x="128111" y="166402"/>
                  </a:lnTo>
                  <a:lnTo>
                    <a:pt x="128016" y="166878"/>
                  </a:lnTo>
                  <a:lnTo>
                    <a:pt x="127635" y="167164"/>
                  </a:lnTo>
                  <a:lnTo>
                    <a:pt x="127063" y="167354"/>
                  </a:lnTo>
                  <a:lnTo>
                    <a:pt x="126111" y="167259"/>
                  </a:lnTo>
                  <a:lnTo>
                    <a:pt x="125444" y="167164"/>
                  </a:lnTo>
                  <a:lnTo>
                    <a:pt x="122206" y="165925"/>
                  </a:lnTo>
                  <a:lnTo>
                    <a:pt x="118777" y="165640"/>
                  </a:lnTo>
                  <a:lnTo>
                    <a:pt x="117729" y="165735"/>
                  </a:lnTo>
                  <a:lnTo>
                    <a:pt x="116300" y="166211"/>
                  </a:lnTo>
                  <a:lnTo>
                    <a:pt x="114490" y="167259"/>
                  </a:lnTo>
                  <a:lnTo>
                    <a:pt x="114014" y="167640"/>
                  </a:lnTo>
                  <a:lnTo>
                    <a:pt x="112109" y="169545"/>
                  </a:lnTo>
                  <a:lnTo>
                    <a:pt x="111442" y="170116"/>
                  </a:lnTo>
                  <a:lnTo>
                    <a:pt x="106489" y="171926"/>
                  </a:lnTo>
                  <a:lnTo>
                    <a:pt x="106013" y="172117"/>
                  </a:lnTo>
                  <a:lnTo>
                    <a:pt x="105251" y="172593"/>
                  </a:lnTo>
                  <a:lnTo>
                    <a:pt x="104965" y="172879"/>
                  </a:lnTo>
                  <a:lnTo>
                    <a:pt x="101917" y="174784"/>
                  </a:lnTo>
                  <a:lnTo>
                    <a:pt x="101346" y="174974"/>
                  </a:lnTo>
                  <a:lnTo>
                    <a:pt x="100679" y="175069"/>
                  </a:lnTo>
                  <a:lnTo>
                    <a:pt x="99727" y="174974"/>
                  </a:lnTo>
                  <a:lnTo>
                    <a:pt x="98679" y="174593"/>
                  </a:lnTo>
                  <a:lnTo>
                    <a:pt x="97155" y="173450"/>
                  </a:lnTo>
                  <a:lnTo>
                    <a:pt x="96393" y="173069"/>
                  </a:lnTo>
                  <a:lnTo>
                    <a:pt x="95917" y="172879"/>
                  </a:lnTo>
                  <a:lnTo>
                    <a:pt x="95440" y="172783"/>
                  </a:lnTo>
                  <a:lnTo>
                    <a:pt x="94869" y="172783"/>
                  </a:lnTo>
                  <a:lnTo>
                    <a:pt x="94393" y="172879"/>
                  </a:lnTo>
                  <a:lnTo>
                    <a:pt x="93821" y="173069"/>
                  </a:lnTo>
                  <a:lnTo>
                    <a:pt x="92392" y="173736"/>
                  </a:lnTo>
                  <a:lnTo>
                    <a:pt x="91630" y="173926"/>
                  </a:lnTo>
                  <a:lnTo>
                    <a:pt x="90583" y="173926"/>
                  </a:lnTo>
                  <a:lnTo>
                    <a:pt x="90011" y="173736"/>
                  </a:lnTo>
                  <a:lnTo>
                    <a:pt x="89059" y="173259"/>
                  </a:lnTo>
                  <a:lnTo>
                    <a:pt x="88582" y="173069"/>
                  </a:lnTo>
                  <a:lnTo>
                    <a:pt x="87439" y="173069"/>
                  </a:lnTo>
                  <a:lnTo>
                    <a:pt x="81820" y="174307"/>
                  </a:lnTo>
                  <a:lnTo>
                    <a:pt x="79820" y="174403"/>
                  </a:lnTo>
                  <a:lnTo>
                    <a:pt x="76105" y="173736"/>
                  </a:lnTo>
                  <a:lnTo>
                    <a:pt x="74009" y="174117"/>
                  </a:lnTo>
                  <a:lnTo>
                    <a:pt x="73533" y="174022"/>
                  </a:lnTo>
                  <a:lnTo>
                    <a:pt x="73057" y="173926"/>
                  </a:lnTo>
                  <a:lnTo>
                    <a:pt x="69818" y="172783"/>
                  </a:lnTo>
                  <a:lnTo>
                    <a:pt x="68389" y="172021"/>
                  </a:lnTo>
                  <a:lnTo>
                    <a:pt x="67723" y="171450"/>
                  </a:lnTo>
                  <a:lnTo>
                    <a:pt x="64389" y="167354"/>
                  </a:lnTo>
                  <a:lnTo>
                    <a:pt x="62103" y="163354"/>
                  </a:lnTo>
                  <a:lnTo>
                    <a:pt x="61817" y="163068"/>
                  </a:lnTo>
                  <a:lnTo>
                    <a:pt x="61531" y="162687"/>
                  </a:lnTo>
                  <a:lnTo>
                    <a:pt x="61150" y="162496"/>
                  </a:lnTo>
                  <a:lnTo>
                    <a:pt x="60484" y="162592"/>
                  </a:lnTo>
                  <a:lnTo>
                    <a:pt x="59817" y="163068"/>
                  </a:lnTo>
                  <a:lnTo>
                    <a:pt x="58769" y="164116"/>
                  </a:lnTo>
                  <a:lnTo>
                    <a:pt x="58293" y="164687"/>
                  </a:lnTo>
                  <a:lnTo>
                    <a:pt x="57436" y="166021"/>
                  </a:lnTo>
                  <a:lnTo>
                    <a:pt x="53340" y="169354"/>
                  </a:lnTo>
                  <a:lnTo>
                    <a:pt x="52483" y="170402"/>
                  </a:lnTo>
                  <a:lnTo>
                    <a:pt x="52006" y="171259"/>
                  </a:lnTo>
                  <a:lnTo>
                    <a:pt x="52197" y="174117"/>
                  </a:lnTo>
                  <a:lnTo>
                    <a:pt x="52197" y="174688"/>
                  </a:lnTo>
                  <a:lnTo>
                    <a:pt x="52102" y="175165"/>
                  </a:lnTo>
                  <a:lnTo>
                    <a:pt x="51911" y="175546"/>
                  </a:lnTo>
                  <a:lnTo>
                    <a:pt x="51340" y="176117"/>
                  </a:lnTo>
                  <a:lnTo>
                    <a:pt x="48482" y="177832"/>
                  </a:lnTo>
                  <a:lnTo>
                    <a:pt x="47054" y="178213"/>
                  </a:lnTo>
                  <a:lnTo>
                    <a:pt x="46196" y="178213"/>
                  </a:lnTo>
                  <a:lnTo>
                    <a:pt x="45720" y="178022"/>
                  </a:lnTo>
                  <a:lnTo>
                    <a:pt x="44767" y="177165"/>
                  </a:lnTo>
                  <a:lnTo>
                    <a:pt x="43529" y="175831"/>
                  </a:lnTo>
                  <a:lnTo>
                    <a:pt x="42196" y="174784"/>
                  </a:lnTo>
                  <a:lnTo>
                    <a:pt x="39910" y="173450"/>
                  </a:lnTo>
                  <a:lnTo>
                    <a:pt x="37624" y="172402"/>
                  </a:lnTo>
                  <a:lnTo>
                    <a:pt x="36004" y="171545"/>
                  </a:lnTo>
                  <a:lnTo>
                    <a:pt x="34671" y="170402"/>
                  </a:lnTo>
                  <a:lnTo>
                    <a:pt x="33433" y="169164"/>
                  </a:lnTo>
                  <a:lnTo>
                    <a:pt x="32385" y="167830"/>
                  </a:lnTo>
                  <a:lnTo>
                    <a:pt x="31909" y="167449"/>
                  </a:lnTo>
                  <a:lnTo>
                    <a:pt x="31147" y="166973"/>
                  </a:lnTo>
                  <a:lnTo>
                    <a:pt x="30766" y="166783"/>
                  </a:lnTo>
                  <a:lnTo>
                    <a:pt x="30289" y="166592"/>
                  </a:lnTo>
                  <a:lnTo>
                    <a:pt x="29718" y="166592"/>
                  </a:lnTo>
                  <a:lnTo>
                    <a:pt x="28575" y="166592"/>
                  </a:lnTo>
                  <a:lnTo>
                    <a:pt x="27432" y="166783"/>
                  </a:lnTo>
                  <a:lnTo>
                    <a:pt x="26194" y="167164"/>
                  </a:lnTo>
                  <a:lnTo>
                    <a:pt x="25146" y="167545"/>
                  </a:lnTo>
                  <a:lnTo>
                    <a:pt x="24765" y="167830"/>
                  </a:lnTo>
                  <a:lnTo>
                    <a:pt x="24384" y="168211"/>
                  </a:lnTo>
                  <a:lnTo>
                    <a:pt x="23813" y="169069"/>
                  </a:lnTo>
                  <a:lnTo>
                    <a:pt x="21050" y="174307"/>
                  </a:lnTo>
                  <a:lnTo>
                    <a:pt x="17812" y="178213"/>
                  </a:lnTo>
                  <a:lnTo>
                    <a:pt x="16097" y="179737"/>
                  </a:lnTo>
                  <a:lnTo>
                    <a:pt x="7906" y="188976"/>
                  </a:lnTo>
                  <a:lnTo>
                    <a:pt x="5143" y="191167"/>
                  </a:lnTo>
                  <a:lnTo>
                    <a:pt x="2191" y="193072"/>
                  </a:lnTo>
                  <a:lnTo>
                    <a:pt x="857" y="194310"/>
                  </a:lnTo>
                  <a:lnTo>
                    <a:pt x="571" y="194596"/>
                  </a:lnTo>
                  <a:lnTo>
                    <a:pt x="286" y="195072"/>
                  </a:lnTo>
                  <a:lnTo>
                    <a:pt x="0" y="195643"/>
                  </a:lnTo>
                  <a:lnTo>
                    <a:pt x="0" y="196215"/>
                  </a:lnTo>
                  <a:lnTo>
                    <a:pt x="95" y="196786"/>
                  </a:lnTo>
                  <a:lnTo>
                    <a:pt x="857" y="198025"/>
                  </a:lnTo>
                  <a:lnTo>
                    <a:pt x="3238" y="200787"/>
                  </a:lnTo>
                  <a:lnTo>
                    <a:pt x="5048" y="200025"/>
                  </a:lnTo>
                  <a:lnTo>
                    <a:pt x="6286" y="198882"/>
                  </a:lnTo>
                  <a:lnTo>
                    <a:pt x="7048" y="198120"/>
                  </a:lnTo>
                  <a:lnTo>
                    <a:pt x="7620" y="197834"/>
                  </a:lnTo>
                  <a:lnTo>
                    <a:pt x="8382" y="197834"/>
                  </a:lnTo>
                  <a:lnTo>
                    <a:pt x="8858" y="198025"/>
                  </a:lnTo>
                  <a:lnTo>
                    <a:pt x="9239" y="198310"/>
                  </a:lnTo>
                  <a:lnTo>
                    <a:pt x="10096" y="199263"/>
                  </a:lnTo>
                  <a:lnTo>
                    <a:pt x="10668" y="199930"/>
                  </a:lnTo>
                  <a:lnTo>
                    <a:pt x="11430" y="201073"/>
                  </a:lnTo>
                  <a:lnTo>
                    <a:pt x="12192" y="202025"/>
                  </a:lnTo>
                  <a:lnTo>
                    <a:pt x="12382" y="202406"/>
                  </a:lnTo>
                  <a:lnTo>
                    <a:pt x="12382" y="202501"/>
                  </a:lnTo>
                  <a:lnTo>
                    <a:pt x="12382" y="202501"/>
                  </a:lnTo>
                  <a:lnTo>
                    <a:pt x="12573" y="203073"/>
                  </a:lnTo>
                  <a:lnTo>
                    <a:pt x="12763" y="204121"/>
                  </a:lnTo>
                  <a:lnTo>
                    <a:pt x="13049" y="204597"/>
                  </a:lnTo>
                  <a:lnTo>
                    <a:pt x="13906" y="205359"/>
                  </a:lnTo>
                  <a:lnTo>
                    <a:pt x="14192" y="205835"/>
                  </a:lnTo>
                  <a:lnTo>
                    <a:pt x="14573" y="206407"/>
                  </a:lnTo>
                  <a:lnTo>
                    <a:pt x="14668" y="206978"/>
                  </a:lnTo>
                  <a:lnTo>
                    <a:pt x="14668" y="207454"/>
                  </a:lnTo>
                  <a:lnTo>
                    <a:pt x="14573" y="208026"/>
                  </a:lnTo>
                  <a:lnTo>
                    <a:pt x="14097" y="209359"/>
                  </a:lnTo>
                  <a:lnTo>
                    <a:pt x="14002" y="209836"/>
                  </a:lnTo>
                  <a:lnTo>
                    <a:pt x="14002" y="210312"/>
                  </a:lnTo>
                  <a:lnTo>
                    <a:pt x="14192" y="211646"/>
                  </a:lnTo>
                  <a:lnTo>
                    <a:pt x="14478" y="212503"/>
                  </a:lnTo>
                  <a:lnTo>
                    <a:pt x="14573" y="213169"/>
                  </a:lnTo>
                  <a:lnTo>
                    <a:pt x="14383" y="213646"/>
                  </a:lnTo>
                  <a:lnTo>
                    <a:pt x="14002" y="213931"/>
                  </a:lnTo>
                  <a:lnTo>
                    <a:pt x="12287" y="214598"/>
                  </a:lnTo>
                  <a:lnTo>
                    <a:pt x="11335" y="214693"/>
                  </a:lnTo>
                  <a:lnTo>
                    <a:pt x="10954" y="214884"/>
                  </a:lnTo>
                  <a:lnTo>
                    <a:pt x="10668" y="215265"/>
                  </a:lnTo>
                  <a:lnTo>
                    <a:pt x="10477" y="216313"/>
                  </a:lnTo>
                  <a:lnTo>
                    <a:pt x="10287" y="216694"/>
                  </a:lnTo>
                  <a:lnTo>
                    <a:pt x="10096" y="217075"/>
                  </a:lnTo>
                  <a:lnTo>
                    <a:pt x="9811" y="217456"/>
                  </a:lnTo>
                  <a:lnTo>
                    <a:pt x="9525" y="218027"/>
                  </a:lnTo>
                  <a:lnTo>
                    <a:pt x="9525" y="218884"/>
                  </a:lnTo>
                  <a:lnTo>
                    <a:pt x="9715" y="220408"/>
                  </a:lnTo>
                  <a:lnTo>
                    <a:pt x="10287" y="222028"/>
                  </a:lnTo>
                  <a:lnTo>
                    <a:pt x="10668" y="224028"/>
                  </a:lnTo>
                  <a:lnTo>
                    <a:pt x="10763" y="225076"/>
                  </a:lnTo>
                  <a:lnTo>
                    <a:pt x="10954" y="225647"/>
                  </a:lnTo>
                  <a:lnTo>
                    <a:pt x="11239" y="226028"/>
                  </a:lnTo>
                  <a:lnTo>
                    <a:pt x="11716" y="226123"/>
                  </a:lnTo>
                  <a:lnTo>
                    <a:pt x="12192" y="226028"/>
                  </a:lnTo>
                  <a:lnTo>
                    <a:pt x="13525" y="225552"/>
                  </a:lnTo>
                  <a:lnTo>
                    <a:pt x="14097" y="225647"/>
                  </a:lnTo>
                  <a:lnTo>
                    <a:pt x="14288" y="225933"/>
                  </a:lnTo>
                  <a:lnTo>
                    <a:pt x="14288" y="226409"/>
                  </a:lnTo>
                  <a:lnTo>
                    <a:pt x="13335" y="229743"/>
                  </a:lnTo>
                  <a:lnTo>
                    <a:pt x="13335" y="230219"/>
                  </a:lnTo>
                  <a:lnTo>
                    <a:pt x="13335" y="232505"/>
                  </a:lnTo>
                  <a:lnTo>
                    <a:pt x="12954" y="234791"/>
                  </a:lnTo>
                  <a:lnTo>
                    <a:pt x="12954" y="235458"/>
                  </a:lnTo>
                  <a:lnTo>
                    <a:pt x="13049" y="236029"/>
                  </a:lnTo>
                  <a:lnTo>
                    <a:pt x="13335" y="236696"/>
                  </a:lnTo>
                  <a:lnTo>
                    <a:pt x="14383" y="238887"/>
                  </a:lnTo>
                  <a:lnTo>
                    <a:pt x="14764" y="239649"/>
                  </a:lnTo>
                  <a:lnTo>
                    <a:pt x="15240" y="240125"/>
                  </a:lnTo>
                  <a:lnTo>
                    <a:pt x="18669" y="242792"/>
                  </a:lnTo>
                  <a:lnTo>
                    <a:pt x="21145" y="244126"/>
                  </a:lnTo>
                  <a:lnTo>
                    <a:pt x="22955" y="244792"/>
                  </a:lnTo>
                  <a:lnTo>
                    <a:pt x="24765" y="245364"/>
                  </a:lnTo>
                  <a:lnTo>
                    <a:pt x="25527" y="245364"/>
                  </a:lnTo>
                  <a:lnTo>
                    <a:pt x="32004" y="245364"/>
                  </a:lnTo>
                  <a:lnTo>
                    <a:pt x="33909" y="245745"/>
                  </a:lnTo>
                  <a:lnTo>
                    <a:pt x="34480" y="245650"/>
                  </a:lnTo>
                  <a:lnTo>
                    <a:pt x="34861" y="245364"/>
                  </a:lnTo>
                  <a:lnTo>
                    <a:pt x="35528" y="244792"/>
                  </a:lnTo>
                  <a:lnTo>
                    <a:pt x="35814" y="244507"/>
                  </a:lnTo>
                  <a:lnTo>
                    <a:pt x="36004" y="244030"/>
                  </a:lnTo>
                  <a:lnTo>
                    <a:pt x="36290" y="242506"/>
                  </a:lnTo>
                  <a:lnTo>
                    <a:pt x="36671" y="241649"/>
                  </a:lnTo>
                  <a:lnTo>
                    <a:pt x="38386" y="238506"/>
                  </a:lnTo>
                  <a:lnTo>
                    <a:pt x="38671" y="238125"/>
                  </a:lnTo>
                  <a:lnTo>
                    <a:pt x="41148" y="235077"/>
                  </a:lnTo>
                  <a:lnTo>
                    <a:pt x="41815" y="234410"/>
                  </a:lnTo>
                  <a:lnTo>
                    <a:pt x="42196" y="234220"/>
                  </a:lnTo>
                  <a:lnTo>
                    <a:pt x="43053" y="233839"/>
                  </a:lnTo>
                  <a:lnTo>
                    <a:pt x="43529" y="233648"/>
                  </a:lnTo>
                  <a:lnTo>
                    <a:pt x="44005" y="233553"/>
                  </a:lnTo>
                  <a:lnTo>
                    <a:pt x="44577" y="233553"/>
                  </a:lnTo>
                  <a:lnTo>
                    <a:pt x="45053" y="233648"/>
                  </a:lnTo>
                  <a:lnTo>
                    <a:pt x="45720" y="233839"/>
                  </a:lnTo>
                  <a:lnTo>
                    <a:pt x="49721" y="235744"/>
                  </a:lnTo>
                  <a:lnTo>
                    <a:pt x="50197" y="235839"/>
                  </a:lnTo>
                  <a:lnTo>
                    <a:pt x="50768" y="235839"/>
                  </a:lnTo>
                  <a:lnTo>
                    <a:pt x="57626" y="235553"/>
                  </a:lnTo>
                  <a:lnTo>
                    <a:pt x="58198" y="235458"/>
                  </a:lnTo>
                  <a:lnTo>
                    <a:pt x="58674" y="235363"/>
                  </a:lnTo>
                  <a:lnTo>
                    <a:pt x="59150" y="235172"/>
                  </a:lnTo>
                  <a:lnTo>
                    <a:pt x="59912" y="234696"/>
                  </a:lnTo>
                  <a:lnTo>
                    <a:pt x="60293" y="234505"/>
                  </a:lnTo>
                  <a:lnTo>
                    <a:pt x="60674" y="234220"/>
                  </a:lnTo>
                  <a:lnTo>
                    <a:pt x="60960" y="233839"/>
                  </a:lnTo>
                  <a:lnTo>
                    <a:pt x="62770" y="231362"/>
                  </a:lnTo>
                  <a:lnTo>
                    <a:pt x="62960" y="230981"/>
                  </a:lnTo>
                  <a:lnTo>
                    <a:pt x="63151" y="230505"/>
                  </a:lnTo>
                  <a:lnTo>
                    <a:pt x="63341" y="228886"/>
                  </a:lnTo>
                  <a:lnTo>
                    <a:pt x="63437" y="228409"/>
                  </a:lnTo>
                  <a:lnTo>
                    <a:pt x="63722" y="228028"/>
                  </a:lnTo>
                  <a:lnTo>
                    <a:pt x="64103" y="227647"/>
                  </a:lnTo>
                  <a:lnTo>
                    <a:pt x="64675" y="227552"/>
                  </a:lnTo>
                  <a:lnTo>
                    <a:pt x="65627" y="227552"/>
                  </a:lnTo>
                  <a:lnTo>
                    <a:pt x="66199" y="227838"/>
                  </a:lnTo>
                  <a:lnTo>
                    <a:pt x="66675" y="228124"/>
                  </a:lnTo>
                  <a:lnTo>
                    <a:pt x="66961" y="228409"/>
                  </a:lnTo>
                  <a:lnTo>
                    <a:pt x="67151" y="228790"/>
                  </a:lnTo>
                  <a:lnTo>
                    <a:pt x="69056" y="232505"/>
                  </a:lnTo>
                  <a:lnTo>
                    <a:pt x="69247" y="232886"/>
                  </a:lnTo>
                  <a:lnTo>
                    <a:pt x="69342" y="233458"/>
                  </a:lnTo>
                  <a:lnTo>
                    <a:pt x="69342" y="235744"/>
                  </a:lnTo>
                  <a:lnTo>
                    <a:pt x="69437" y="236601"/>
                  </a:lnTo>
                  <a:lnTo>
                    <a:pt x="69532" y="236887"/>
                  </a:lnTo>
                  <a:lnTo>
                    <a:pt x="70104" y="237934"/>
                  </a:lnTo>
                  <a:lnTo>
                    <a:pt x="70771" y="238696"/>
                  </a:lnTo>
                  <a:lnTo>
                    <a:pt x="71438" y="239077"/>
                  </a:lnTo>
                  <a:lnTo>
                    <a:pt x="71914" y="239173"/>
                  </a:lnTo>
                  <a:lnTo>
                    <a:pt x="72295" y="239173"/>
                  </a:lnTo>
                  <a:lnTo>
                    <a:pt x="72676" y="239077"/>
                  </a:lnTo>
                  <a:lnTo>
                    <a:pt x="73438" y="238792"/>
                  </a:lnTo>
                  <a:lnTo>
                    <a:pt x="74009" y="238696"/>
                  </a:lnTo>
                  <a:lnTo>
                    <a:pt x="74771" y="238696"/>
                  </a:lnTo>
                  <a:lnTo>
                    <a:pt x="75914" y="238887"/>
                  </a:lnTo>
                  <a:lnTo>
                    <a:pt x="76486" y="239173"/>
                  </a:lnTo>
                  <a:lnTo>
                    <a:pt x="76962" y="239458"/>
                  </a:lnTo>
                  <a:lnTo>
                    <a:pt x="77343" y="239744"/>
                  </a:lnTo>
                  <a:lnTo>
                    <a:pt x="77629" y="240030"/>
                  </a:lnTo>
                  <a:lnTo>
                    <a:pt x="77914" y="240411"/>
                  </a:lnTo>
                  <a:lnTo>
                    <a:pt x="78105" y="240887"/>
                  </a:lnTo>
                  <a:lnTo>
                    <a:pt x="78200" y="241363"/>
                  </a:lnTo>
                  <a:lnTo>
                    <a:pt x="78296" y="242506"/>
                  </a:lnTo>
                  <a:lnTo>
                    <a:pt x="78486" y="243078"/>
                  </a:lnTo>
                  <a:lnTo>
                    <a:pt x="78772" y="243459"/>
                  </a:lnTo>
                  <a:lnTo>
                    <a:pt x="80105" y="244792"/>
                  </a:lnTo>
                  <a:lnTo>
                    <a:pt x="81820" y="246793"/>
                  </a:lnTo>
                  <a:lnTo>
                    <a:pt x="82105" y="246983"/>
                  </a:lnTo>
                  <a:lnTo>
                    <a:pt x="82105" y="246983"/>
                  </a:lnTo>
                  <a:lnTo>
                    <a:pt x="82391" y="247174"/>
                  </a:lnTo>
                  <a:lnTo>
                    <a:pt x="82582" y="247745"/>
                  </a:lnTo>
                  <a:lnTo>
                    <a:pt x="82772" y="248507"/>
                  </a:lnTo>
                  <a:lnTo>
                    <a:pt x="82867" y="249936"/>
                  </a:lnTo>
                  <a:lnTo>
                    <a:pt x="83153" y="250793"/>
                  </a:lnTo>
                  <a:lnTo>
                    <a:pt x="83344" y="251365"/>
                  </a:lnTo>
                  <a:lnTo>
                    <a:pt x="83629" y="251650"/>
                  </a:lnTo>
                  <a:lnTo>
                    <a:pt x="83915" y="252031"/>
                  </a:lnTo>
                  <a:lnTo>
                    <a:pt x="84487" y="252698"/>
                  </a:lnTo>
                  <a:lnTo>
                    <a:pt x="84677" y="253079"/>
                  </a:lnTo>
                  <a:lnTo>
                    <a:pt x="85344" y="255556"/>
                  </a:lnTo>
                  <a:lnTo>
                    <a:pt x="85630" y="256318"/>
                  </a:lnTo>
                  <a:lnTo>
                    <a:pt x="86201" y="257175"/>
                  </a:lnTo>
                  <a:lnTo>
                    <a:pt x="86296" y="257365"/>
                  </a:lnTo>
                  <a:lnTo>
                    <a:pt x="86392" y="257461"/>
                  </a:lnTo>
                  <a:lnTo>
                    <a:pt x="86392" y="257651"/>
                  </a:lnTo>
                  <a:lnTo>
                    <a:pt x="86296" y="257746"/>
                  </a:lnTo>
                  <a:lnTo>
                    <a:pt x="86011" y="257842"/>
                  </a:lnTo>
                  <a:lnTo>
                    <a:pt x="85630" y="258127"/>
                  </a:lnTo>
                  <a:lnTo>
                    <a:pt x="85344" y="258413"/>
                  </a:lnTo>
                  <a:lnTo>
                    <a:pt x="85058" y="258699"/>
                  </a:lnTo>
                  <a:lnTo>
                    <a:pt x="84487" y="259461"/>
                  </a:lnTo>
                  <a:lnTo>
                    <a:pt x="84106" y="260223"/>
                  </a:lnTo>
                  <a:lnTo>
                    <a:pt x="83820" y="260604"/>
                  </a:lnTo>
                  <a:lnTo>
                    <a:pt x="83153" y="261175"/>
                  </a:lnTo>
                  <a:lnTo>
                    <a:pt x="81153" y="262223"/>
                  </a:lnTo>
                  <a:lnTo>
                    <a:pt x="77153" y="265557"/>
                  </a:lnTo>
                  <a:lnTo>
                    <a:pt x="75819" y="267367"/>
                  </a:lnTo>
                  <a:lnTo>
                    <a:pt x="75724" y="268033"/>
                  </a:lnTo>
                  <a:lnTo>
                    <a:pt x="75533" y="268986"/>
                  </a:lnTo>
                  <a:lnTo>
                    <a:pt x="75533" y="270986"/>
                  </a:lnTo>
                  <a:lnTo>
                    <a:pt x="75057" y="273844"/>
                  </a:lnTo>
                  <a:lnTo>
                    <a:pt x="74771" y="274415"/>
                  </a:lnTo>
                  <a:lnTo>
                    <a:pt x="74390" y="275082"/>
                  </a:lnTo>
                  <a:lnTo>
                    <a:pt x="72962" y="276606"/>
                  </a:lnTo>
                  <a:lnTo>
                    <a:pt x="72771" y="276987"/>
                  </a:lnTo>
                  <a:lnTo>
                    <a:pt x="72580" y="277558"/>
                  </a:lnTo>
                  <a:lnTo>
                    <a:pt x="72676" y="278225"/>
                  </a:lnTo>
                  <a:lnTo>
                    <a:pt x="72962" y="279368"/>
                  </a:lnTo>
                  <a:lnTo>
                    <a:pt x="73438" y="280511"/>
                  </a:lnTo>
                  <a:lnTo>
                    <a:pt x="73628" y="281083"/>
                  </a:lnTo>
                  <a:lnTo>
                    <a:pt x="73628" y="281749"/>
                  </a:lnTo>
                  <a:lnTo>
                    <a:pt x="73342" y="282892"/>
                  </a:lnTo>
                  <a:lnTo>
                    <a:pt x="72580" y="284512"/>
                  </a:lnTo>
                  <a:lnTo>
                    <a:pt x="72485" y="285083"/>
                  </a:lnTo>
                  <a:lnTo>
                    <a:pt x="72390" y="285940"/>
                  </a:lnTo>
                  <a:lnTo>
                    <a:pt x="72390" y="287464"/>
                  </a:lnTo>
                  <a:lnTo>
                    <a:pt x="72199" y="288607"/>
                  </a:lnTo>
                  <a:lnTo>
                    <a:pt x="69342" y="292989"/>
                  </a:lnTo>
                  <a:lnTo>
                    <a:pt x="68294" y="293846"/>
                  </a:lnTo>
                  <a:lnTo>
                    <a:pt x="67628" y="294322"/>
                  </a:lnTo>
                  <a:lnTo>
                    <a:pt x="67151" y="294513"/>
                  </a:lnTo>
                  <a:lnTo>
                    <a:pt x="65341" y="295084"/>
                  </a:lnTo>
                  <a:lnTo>
                    <a:pt x="63722" y="295942"/>
                  </a:lnTo>
                  <a:lnTo>
                    <a:pt x="63437" y="296323"/>
                  </a:lnTo>
                  <a:lnTo>
                    <a:pt x="63437" y="296894"/>
                  </a:lnTo>
                  <a:lnTo>
                    <a:pt x="64008" y="297847"/>
                  </a:lnTo>
                  <a:lnTo>
                    <a:pt x="64389" y="298418"/>
                  </a:lnTo>
                  <a:lnTo>
                    <a:pt x="64865" y="298799"/>
                  </a:lnTo>
                  <a:lnTo>
                    <a:pt x="65246" y="299085"/>
                  </a:lnTo>
                  <a:lnTo>
                    <a:pt x="65532" y="299371"/>
                  </a:lnTo>
                  <a:lnTo>
                    <a:pt x="65722" y="299942"/>
                  </a:lnTo>
                  <a:lnTo>
                    <a:pt x="65913" y="300799"/>
                  </a:lnTo>
                  <a:lnTo>
                    <a:pt x="66008" y="302323"/>
                  </a:lnTo>
                  <a:lnTo>
                    <a:pt x="65913" y="303943"/>
                  </a:lnTo>
                  <a:lnTo>
                    <a:pt x="65627" y="304895"/>
                  </a:lnTo>
                  <a:lnTo>
                    <a:pt x="63722" y="309753"/>
                  </a:lnTo>
                  <a:lnTo>
                    <a:pt x="63532" y="310705"/>
                  </a:lnTo>
                  <a:lnTo>
                    <a:pt x="63341" y="311467"/>
                  </a:lnTo>
                  <a:lnTo>
                    <a:pt x="62865" y="312230"/>
                  </a:lnTo>
                  <a:lnTo>
                    <a:pt x="62293" y="312896"/>
                  </a:lnTo>
                  <a:lnTo>
                    <a:pt x="62008" y="313182"/>
                  </a:lnTo>
                  <a:lnTo>
                    <a:pt x="61627" y="313372"/>
                  </a:lnTo>
                  <a:lnTo>
                    <a:pt x="61150" y="313468"/>
                  </a:lnTo>
                  <a:lnTo>
                    <a:pt x="60674" y="313372"/>
                  </a:lnTo>
                  <a:lnTo>
                    <a:pt x="60198" y="313277"/>
                  </a:lnTo>
                  <a:lnTo>
                    <a:pt x="57721" y="312039"/>
                  </a:lnTo>
                  <a:lnTo>
                    <a:pt x="57340" y="311848"/>
                  </a:lnTo>
                  <a:lnTo>
                    <a:pt x="56864" y="311944"/>
                  </a:lnTo>
                  <a:lnTo>
                    <a:pt x="56483" y="312039"/>
                  </a:lnTo>
                  <a:lnTo>
                    <a:pt x="56197" y="312420"/>
                  </a:lnTo>
                  <a:lnTo>
                    <a:pt x="56102" y="312991"/>
                  </a:lnTo>
                  <a:lnTo>
                    <a:pt x="56197" y="313753"/>
                  </a:lnTo>
                  <a:lnTo>
                    <a:pt x="56864" y="316897"/>
                  </a:lnTo>
                  <a:lnTo>
                    <a:pt x="56864" y="318611"/>
                  </a:lnTo>
                  <a:lnTo>
                    <a:pt x="56769" y="319754"/>
                  </a:lnTo>
                  <a:lnTo>
                    <a:pt x="56769" y="320897"/>
                  </a:lnTo>
                  <a:lnTo>
                    <a:pt x="56864" y="321469"/>
                  </a:lnTo>
                  <a:lnTo>
                    <a:pt x="56959" y="322040"/>
                  </a:lnTo>
                  <a:lnTo>
                    <a:pt x="57340" y="322707"/>
                  </a:lnTo>
                  <a:lnTo>
                    <a:pt x="57912" y="323469"/>
                  </a:lnTo>
                  <a:lnTo>
                    <a:pt x="59055" y="324517"/>
                  </a:lnTo>
                  <a:lnTo>
                    <a:pt x="60293" y="325374"/>
                  </a:lnTo>
                  <a:lnTo>
                    <a:pt x="62198" y="326517"/>
                  </a:lnTo>
                  <a:lnTo>
                    <a:pt x="62484" y="326803"/>
                  </a:lnTo>
                  <a:lnTo>
                    <a:pt x="63817" y="327469"/>
                  </a:lnTo>
                  <a:lnTo>
                    <a:pt x="66008" y="328422"/>
                  </a:lnTo>
                  <a:lnTo>
                    <a:pt x="66675" y="329184"/>
                  </a:lnTo>
                  <a:lnTo>
                    <a:pt x="66865" y="330422"/>
                  </a:lnTo>
                  <a:lnTo>
                    <a:pt x="66865" y="334804"/>
                  </a:lnTo>
                  <a:lnTo>
                    <a:pt x="66961" y="335375"/>
                  </a:lnTo>
                  <a:lnTo>
                    <a:pt x="67246" y="335566"/>
                  </a:lnTo>
                  <a:lnTo>
                    <a:pt x="69723" y="336232"/>
                  </a:lnTo>
                  <a:lnTo>
                    <a:pt x="71056" y="336137"/>
                  </a:lnTo>
                  <a:lnTo>
                    <a:pt x="72009" y="335947"/>
                  </a:lnTo>
                  <a:lnTo>
                    <a:pt x="74104" y="334994"/>
                  </a:lnTo>
                  <a:lnTo>
                    <a:pt x="75057" y="334708"/>
                  </a:lnTo>
                  <a:lnTo>
                    <a:pt x="75914" y="335375"/>
                  </a:lnTo>
                  <a:lnTo>
                    <a:pt x="76486" y="336804"/>
                  </a:lnTo>
                  <a:lnTo>
                    <a:pt x="76867" y="342328"/>
                  </a:lnTo>
                  <a:lnTo>
                    <a:pt x="77533" y="345853"/>
                  </a:lnTo>
                  <a:lnTo>
                    <a:pt x="79820" y="347091"/>
                  </a:lnTo>
                  <a:lnTo>
                    <a:pt x="80581" y="347567"/>
                  </a:lnTo>
                  <a:lnTo>
                    <a:pt x="81248" y="348139"/>
                  </a:lnTo>
                  <a:lnTo>
                    <a:pt x="85725" y="353282"/>
                  </a:lnTo>
                  <a:lnTo>
                    <a:pt x="86392" y="353854"/>
                  </a:lnTo>
                  <a:lnTo>
                    <a:pt x="87535" y="354616"/>
                  </a:lnTo>
                  <a:lnTo>
                    <a:pt x="89345" y="355378"/>
                  </a:lnTo>
                  <a:lnTo>
                    <a:pt x="89630" y="355473"/>
                  </a:lnTo>
                  <a:lnTo>
                    <a:pt x="92583" y="355854"/>
                  </a:lnTo>
                  <a:lnTo>
                    <a:pt x="94488" y="356425"/>
                  </a:lnTo>
                  <a:lnTo>
                    <a:pt x="94869" y="356616"/>
                  </a:lnTo>
                  <a:lnTo>
                    <a:pt x="95155" y="356997"/>
                  </a:lnTo>
                  <a:lnTo>
                    <a:pt x="95345" y="357378"/>
                  </a:lnTo>
                  <a:lnTo>
                    <a:pt x="95345" y="357949"/>
                  </a:lnTo>
                  <a:lnTo>
                    <a:pt x="95250" y="358521"/>
                  </a:lnTo>
                  <a:lnTo>
                    <a:pt x="94583" y="359378"/>
                  </a:lnTo>
                  <a:lnTo>
                    <a:pt x="94107" y="359759"/>
                  </a:lnTo>
                  <a:lnTo>
                    <a:pt x="93631" y="360045"/>
                  </a:lnTo>
                  <a:lnTo>
                    <a:pt x="93154" y="360140"/>
                  </a:lnTo>
                  <a:lnTo>
                    <a:pt x="90773" y="360140"/>
                  </a:lnTo>
                  <a:lnTo>
                    <a:pt x="90297" y="360426"/>
                  </a:lnTo>
                  <a:lnTo>
                    <a:pt x="89821" y="360902"/>
                  </a:lnTo>
                  <a:lnTo>
                    <a:pt x="89630" y="362045"/>
                  </a:lnTo>
                  <a:lnTo>
                    <a:pt x="89535" y="362807"/>
                  </a:lnTo>
                  <a:lnTo>
                    <a:pt x="89725" y="364046"/>
                  </a:lnTo>
                  <a:lnTo>
                    <a:pt x="89725" y="364617"/>
                  </a:lnTo>
                  <a:lnTo>
                    <a:pt x="89630" y="365379"/>
                  </a:lnTo>
                  <a:lnTo>
                    <a:pt x="89345" y="366331"/>
                  </a:lnTo>
                  <a:lnTo>
                    <a:pt x="87725" y="369284"/>
                  </a:lnTo>
                  <a:lnTo>
                    <a:pt x="87535" y="369760"/>
                  </a:lnTo>
                  <a:lnTo>
                    <a:pt x="87344" y="370522"/>
                  </a:lnTo>
                  <a:lnTo>
                    <a:pt x="87249" y="371761"/>
                  </a:lnTo>
                  <a:lnTo>
                    <a:pt x="87344" y="372904"/>
                  </a:lnTo>
                  <a:lnTo>
                    <a:pt x="87630" y="374047"/>
                  </a:lnTo>
                  <a:lnTo>
                    <a:pt x="88297" y="375856"/>
                  </a:lnTo>
                  <a:lnTo>
                    <a:pt x="88582" y="376809"/>
                  </a:lnTo>
                  <a:lnTo>
                    <a:pt x="88773" y="377857"/>
                  </a:lnTo>
                  <a:lnTo>
                    <a:pt x="88582" y="378619"/>
                  </a:lnTo>
                  <a:lnTo>
                    <a:pt x="88297" y="379476"/>
                  </a:lnTo>
                  <a:lnTo>
                    <a:pt x="86678" y="381476"/>
                  </a:lnTo>
                  <a:lnTo>
                    <a:pt x="86201" y="381857"/>
                  </a:lnTo>
                  <a:lnTo>
                    <a:pt x="85915" y="382048"/>
                  </a:lnTo>
                  <a:lnTo>
                    <a:pt x="84868" y="383096"/>
                  </a:lnTo>
                  <a:lnTo>
                    <a:pt x="82391" y="386905"/>
                  </a:lnTo>
                  <a:lnTo>
                    <a:pt x="81343" y="388144"/>
                  </a:lnTo>
                  <a:lnTo>
                    <a:pt x="80677" y="388525"/>
                  </a:lnTo>
                  <a:lnTo>
                    <a:pt x="80200" y="389001"/>
                  </a:lnTo>
                  <a:lnTo>
                    <a:pt x="78010" y="392525"/>
                  </a:lnTo>
                  <a:lnTo>
                    <a:pt x="76390" y="393954"/>
                  </a:lnTo>
                  <a:lnTo>
                    <a:pt x="75914" y="395764"/>
                  </a:lnTo>
                  <a:lnTo>
                    <a:pt x="75438" y="401859"/>
                  </a:lnTo>
                  <a:lnTo>
                    <a:pt x="75438" y="402050"/>
                  </a:lnTo>
                  <a:lnTo>
                    <a:pt x="76676" y="401669"/>
                  </a:lnTo>
                  <a:lnTo>
                    <a:pt x="78867" y="403193"/>
                  </a:lnTo>
                  <a:lnTo>
                    <a:pt x="82677" y="407194"/>
                  </a:lnTo>
                  <a:lnTo>
                    <a:pt x="83439" y="407670"/>
                  </a:lnTo>
                  <a:lnTo>
                    <a:pt x="84582" y="408146"/>
                  </a:lnTo>
                  <a:lnTo>
                    <a:pt x="85915" y="408527"/>
                  </a:lnTo>
                  <a:lnTo>
                    <a:pt x="87058" y="408622"/>
                  </a:lnTo>
                  <a:lnTo>
                    <a:pt x="87821" y="409003"/>
                  </a:lnTo>
                  <a:lnTo>
                    <a:pt x="89630" y="410908"/>
                  </a:lnTo>
                  <a:lnTo>
                    <a:pt x="90583" y="411671"/>
                  </a:lnTo>
                  <a:lnTo>
                    <a:pt x="91916" y="410337"/>
                  </a:lnTo>
                  <a:lnTo>
                    <a:pt x="93250" y="408813"/>
                  </a:lnTo>
                  <a:lnTo>
                    <a:pt x="94679" y="407480"/>
                  </a:lnTo>
                  <a:lnTo>
                    <a:pt x="96393" y="406908"/>
                  </a:lnTo>
                  <a:lnTo>
                    <a:pt x="98203" y="406717"/>
                  </a:lnTo>
                  <a:lnTo>
                    <a:pt x="99536" y="406146"/>
                  </a:lnTo>
                  <a:lnTo>
                    <a:pt x="100393" y="405193"/>
                  </a:lnTo>
                  <a:lnTo>
                    <a:pt x="102394" y="400812"/>
                  </a:lnTo>
                  <a:lnTo>
                    <a:pt x="103346" y="399955"/>
                  </a:lnTo>
                  <a:lnTo>
                    <a:pt x="106775" y="399478"/>
                  </a:lnTo>
                  <a:lnTo>
                    <a:pt x="110109" y="398431"/>
                  </a:lnTo>
                  <a:lnTo>
                    <a:pt x="112204" y="397478"/>
                  </a:lnTo>
                  <a:lnTo>
                    <a:pt x="112776" y="397383"/>
                  </a:lnTo>
                  <a:lnTo>
                    <a:pt x="113252" y="397097"/>
                  </a:lnTo>
                  <a:lnTo>
                    <a:pt x="113729" y="396621"/>
                  </a:lnTo>
                  <a:lnTo>
                    <a:pt x="114205" y="395668"/>
                  </a:lnTo>
                  <a:lnTo>
                    <a:pt x="114586" y="393573"/>
                  </a:lnTo>
                  <a:lnTo>
                    <a:pt x="115348" y="392049"/>
                  </a:lnTo>
                  <a:lnTo>
                    <a:pt x="115729" y="389953"/>
                  </a:lnTo>
                  <a:lnTo>
                    <a:pt x="115824" y="389191"/>
                  </a:lnTo>
                  <a:lnTo>
                    <a:pt x="116014" y="388525"/>
                  </a:lnTo>
                  <a:lnTo>
                    <a:pt x="117538" y="387096"/>
                  </a:lnTo>
                  <a:lnTo>
                    <a:pt x="120205" y="383381"/>
                  </a:lnTo>
                  <a:lnTo>
                    <a:pt x="121063" y="382905"/>
                  </a:lnTo>
                  <a:lnTo>
                    <a:pt x="121825" y="382714"/>
                  </a:lnTo>
                  <a:lnTo>
                    <a:pt x="123349" y="381857"/>
                  </a:lnTo>
                  <a:lnTo>
                    <a:pt x="124301" y="381667"/>
                  </a:lnTo>
                  <a:lnTo>
                    <a:pt x="125254" y="381286"/>
                  </a:lnTo>
                  <a:lnTo>
                    <a:pt x="126397" y="379285"/>
                  </a:lnTo>
                  <a:lnTo>
                    <a:pt x="127254" y="378619"/>
                  </a:lnTo>
                  <a:lnTo>
                    <a:pt x="128683" y="379000"/>
                  </a:lnTo>
                  <a:lnTo>
                    <a:pt x="130492" y="380333"/>
                  </a:lnTo>
                  <a:lnTo>
                    <a:pt x="132112" y="381952"/>
                  </a:lnTo>
                  <a:lnTo>
                    <a:pt x="133540" y="384810"/>
                  </a:lnTo>
                  <a:lnTo>
                    <a:pt x="135350" y="385286"/>
                  </a:lnTo>
                  <a:lnTo>
                    <a:pt x="137350" y="385000"/>
                  </a:lnTo>
                  <a:lnTo>
                    <a:pt x="138779" y="384619"/>
                  </a:lnTo>
                  <a:lnTo>
                    <a:pt x="141065" y="383476"/>
                  </a:lnTo>
                  <a:lnTo>
                    <a:pt x="142684" y="383191"/>
                  </a:lnTo>
                  <a:lnTo>
                    <a:pt x="144018" y="383762"/>
                  </a:lnTo>
                  <a:lnTo>
                    <a:pt x="145256" y="384619"/>
                  </a:lnTo>
                  <a:lnTo>
                    <a:pt x="146685" y="385191"/>
                  </a:lnTo>
                  <a:lnTo>
                    <a:pt x="147733" y="386048"/>
                  </a:lnTo>
                  <a:lnTo>
                    <a:pt x="148780" y="391096"/>
                  </a:lnTo>
                  <a:lnTo>
                    <a:pt x="150495" y="393668"/>
                  </a:lnTo>
                  <a:lnTo>
                    <a:pt x="152876" y="395383"/>
                  </a:lnTo>
                  <a:lnTo>
                    <a:pt x="155543" y="396049"/>
                  </a:lnTo>
                  <a:lnTo>
                    <a:pt x="158591" y="395859"/>
                  </a:lnTo>
                  <a:lnTo>
                    <a:pt x="159639" y="395954"/>
                  </a:lnTo>
                  <a:lnTo>
                    <a:pt x="160782" y="396621"/>
                  </a:lnTo>
                  <a:lnTo>
                    <a:pt x="163068" y="398335"/>
                  </a:lnTo>
                  <a:lnTo>
                    <a:pt x="164592" y="398621"/>
                  </a:lnTo>
                  <a:lnTo>
                    <a:pt x="166211" y="397859"/>
                  </a:lnTo>
                  <a:lnTo>
                    <a:pt x="170402" y="401002"/>
                  </a:lnTo>
                  <a:lnTo>
                    <a:pt x="172974" y="401955"/>
                  </a:lnTo>
                  <a:lnTo>
                    <a:pt x="175165" y="404336"/>
                  </a:lnTo>
                  <a:lnTo>
                    <a:pt x="176593" y="405003"/>
                  </a:lnTo>
                  <a:lnTo>
                    <a:pt x="178213" y="404908"/>
                  </a:lnTo>
                  <a:lnTo>
                    <a:pt x="180308" y="403098"/>
                  </a:lnTo>
                  <a:lnTo>
                    <a:pt x="181832" y="402622"/>
                  </a:lnTo>
                  <a:lnTo>
                    <a:pt x="184023" y="402717"/>
                  </a:lnTo>
                  <a:lnTo>
                    <a:pt x="185452" y="403193"/>
                  </a:lnTo>
                  <a:lnTo>
                    <a:pt x="186690" y="404050"/>
                  </a:lnTo>
                  <a:lnTo>
                    <a:pt x="192214" y="410146"/>
                  </a:lnTo>
                  <a:lnTo>
                    <a:pt x="193834" y="410718"/>
                  </a:lnTo>
                  <a:lnTo>
                    <a:pt x="195072" y="409575"/>
                  </a:lnTo>
                  <a:lnTo>
                    <a:pt x="196882" y="406241"/>
                  </a:lnTo>
                  <a:lnTo>
                    <a:pt x="198882" y="404336"/>
                  </a:lnTo>
                  <a:lnTo>
                    <a:pt x="204216" y="400431"/>
                  </a:lnTo>
                  <a:lnTo>
                    <a:pt x="206216" y="398431"/>
                  </a:lnTo>
                  <a:lnTo>
                    <a:pt x="208121" y="394335"/>
                  </a:lnTo>
                  <a:lnTo>
                    <a:pt x="208026" y="390144"/>
                  </a:lnTo>
                  <a:lnTo>
                    <a:pt x="206692" y="386334"/>
                  </a:lnTo>
                  <a:lnTo>
                    <a:pt x="204597" y="382905"/>
                  </a:lnTo>
                  <a:lnTo>
                    <a:pt x="205549" y="382524"/>
                  </a:lnTo>
                  <a:lnTo>
                    <a:pt x="206312" y="382714"/>
                  </a:lnTo>
                  <a:lnTo>
                    <a:pt x="206978" y="383000"/>
                  </a:lnTo>
                  <a:lnTo>
                    <a:pt x="207931" y="382905"/>
                  </a:lnTo>
                  <a:lnTo>
                    <a:pt x="208407" y="382429"/>
                  </a:lnTo>
                  <a:lnTo>
                    <a:pt x="208788" y="381762"/>
                  </a:lnTo>
                  <a:lnTo>
                    <a:pt x="209264" y="381286"/>
                  </a:lnTo>
                  <a:lnTo>
                    <a:pt x="210312" y="381000"/>
                  </a:lnTo>
                  <a:lnTo>
                    <a:pt x="216598" y="381000"/>
                  </a:lnTo>
                  <a:lnTo>
                    <a:pt x="221742" y="379000"/>
                  </a:lnTo>
                  <a:lnTo>
                    <a:pt x="222599" y="378333"/>
                  </a:lnTo>
                  <a:lnTo>
                    <a:pt x="228600" y="376238"/>
                  </a:lnTo>
                  <a:lnTo>
                    <a:pt x="232505" y="373094"/>
                  </a:lnTo>
                  <a:lnTo>
                    <a:pt x="233363" y="372618"/>
                  </a:lnTo>
                  <a:lnTo>
                    <a:pt x="239078" y="370237"/>
                  </a:lnTo>
                  <a:lnTo>
                    <a:pt x="241459" y="368236"/>
                  </a:lnTo>
                  <a:lnTo>
                    <a:pt x="243364" y="365950"/>
                  </a:lnTo>
                  <a:lnTo>
                    <a:pt x="245459" y="364141"/>
                  </a:lnTo>
                  <a:lnTo>
                    <a:pt x="248412" y="363664"/>
                  </a:lnTo>
                  <a:lnTo>
                    <a:pt x="254889" y="363569"/>
                  </a:lnTo>
                  <a:lnTo>
                    <a:pt x="262985" y="362140"/>
                  </a:lnTo>
                  <a:lnTo>
                    <a:pt x="263176" y="361855"/>
                  </a:lnTo>
                  <a:lnTo>
                    <a:pt x="263747" y="361188"/>
                  </a:lnTo>
                  <a:lnTo>
                    <a:pt x="264128" y="360331"/>
                  </a:lnTo>
                  <a:lnTo>
                    <a:pt x="264509" y="358330"/>
                  </a:lnTo>
                  <a:lnTo>
                    <a:pt x="264795" y="357568"/>
                  </a:lnTo>
                  <a:lnTo>
                    <a:pt x="265938" y="356997"/>
                  </a:lnTo>
                  <a:lnTo>
                    <a:pt x="267653" y="356902"/>
                  </a:lnTo>
                  <a:lnTo>
                    <a:pt x="269081" y="357378"/>
                  </a:lnTo>
                  <a:lnTo>
                    <a:pt x="269748" y="358807"/>
                  </a:lnTo>
                  <a:lnTo>
                    <a:pt x="270129" y="358426"/>
                  </a:lnTo>
                  <a:lnTo>
                    <a:pt x="270605" y="358330"/>
                  </a:lnTo>
                  <a:lnTo>
                    <a:pt x="270986" y="358045"/>
                  </a:lnTo>
                  <a:lnTo>
                    <a:pt x="271272" y="357759"/>
                  </a:lnTo>
                  <a:lnTo>
                    <a:pt x="271558" y="357378"/>
                  </a:lnTo>
                  <a:lnTo>
                    <a:pt x="271748" y="356997"/>
                  </a:lnTo>
                  <a:lnTo>
                    <a:pt x="272510" y="354711"/>
                  </a:lnTo>
                  <a:lnTo>
                    <a:pt x="272605" y="354234"/>
                  </a:lnTo>
                  <a:lnTo>
                    <a:pt x="272796" y="353758"/>
                  </a:lnTo>
                  <a:lnTo>
                    <a:pt x="272987" y="352711"/>
                  </a:lnTo>
                  <a:lnTo>
                    <a:pt x="273272" y="349377"/>
                  </a:lnTo>
                  <a:lnTo>
                    <a:pt x="273272" y="348805"/>
                  </a:lnTo>
                  <a:lnTo>
                    <a:pt x="273272" y="348329"/>
                  </a:lnTo>
                  <a:lnTo>
                    <a:pt x="273082" y="347948"/>
                  </a:lnTo>
                  <a:lnTo>
                    <a:pt x="272796" y="347567"/>
                  </a:lnTo>
                  <a:lnTo>
                    <a:pt x="271843" y="346615"/>
                  </a:lnTo>
                  <a:lnTo>
                    <a:pt x="270510" y="344424"/>
                  </a:lnTo>
                  <a:lnTo>
                    <a:pt x="270224" y="343471"/>
                  </a:lnTo>
                  <a:lnTo>
                    <a:pt x="269843" y="342043"/>
                  </a:lnTo>
                  <a:lnTo>
                    <a:pt x="269843" y="341376"/>
                  </a:lnTo>
                  <a:lnTo>
                    <a:pt x="270034" y="340709"/>
                  </a:lnTo>
                  <a:lnTo>
                    <a:pt x="270415" y="340233"/>
                  </a:lnTo>
                  <a:lnTo>
                    <a:pt x="270891" y="339852"/>
                  </a:lnTo>
                  <a:lnTo>
                    <a:pt x="271653" y="339566"/>
                  </a:lnTo>
                  <a:lnTo>
                    <a:pt x="272034" y="339280"/>
                  </a:lnTo>
                  <a:lnTo>
                    <a:pt x="272224" y="338995"/>
                  </a:lnTo>
                  <a:lnTo>
                    <a:pt x="272415" y="338709"/>
                  </a:lnTo>
                  <a:lnTo>
                    <a:pt x="272891" y="337185"/>
                  </a:lnTo>
                  <a:lnTo>
                    <a:pt x="273177" y="336518"/>
                  </a:lnTo>
                  <a:lnTo>
                    <a:pt x="273844" y="335661"/>
                  </a:lnTo>
                  <a:lnTo>
                    <a:pt x="274320" y="335184"/>
                  </a:lnTo>
                  <a:lnTo>
                    <a:pt x="274796" y="334899"/>
                  </a:lnTo>
                  <a:lnTo>
                    <a:pt x="276034" y="334518"/>
                  </a:lnTo>
                  <a:lnTo>
                    <a:pt x="276987" y="333946"/>
                  </a:lnTo>
                  <a:lnTo>
                    <a:pt x="277654" y="333470"/>
                  </a:lnTo>
                  <a:lnTo>
                    <a:pt x="278321" y="332899"/>
                  </a:lnTo>
                  <a:lnTo>
                    <a:pt x="279273" y="332899"/>
                  </a:lnTo>
                  <a:lnTo>
                    <a:pt x="282321" y="333375"/>
                  </a:lnTo>
                  <a:lnTo>
                    <a:pt x="285274" y="333089"/>
                  </a:lnTo>
                  <a:lnTo>
                    <a:pt x="287464" y="332232"/>
                  </a:lnTo>
                  <a:lnTo>
                    <a:pt x="288703" y="331375"/>
                  </a:lnTo>
                  <a:lnTo>
                    <a:pt x="289846" y="330327"/>
                  </a:lnTo>
                  <a:lnTo>
                    <a:pt x="290703" y="330041"/>
                  </a:lnTo>
                  <a:lnTo>
                    <a:pt x="291560" y="330327"/>
                  </a:lnTo>
                  <a:lnTo>
                    <a:pt x="293370" y="331851"/>
                  </a:lnTo>
                  <a:lnTo>
                    <a:pt x="296608" y="335280"/>
                  </a:lnTo>
                  <a:lnTo>
                    <a:pt x="298132" y="337566"/>
                  </a:lnTo>
                  <a:lnTo>
                    <a:pt x="298228" y="338042"/>
                  </a:lnTo>
                  <a:lnTo>
                    <a:pt x="298132" y="338423"/>
                  </a:lnTo>
                  <a:lnTo>
                    <a:pt x="297656" y="339185"/>
                  </a:lnTo>
                  <a:lnTo>
                    <a:pt x="297275" y="340042"/>
                  </a:lnTo>
                  <a:lnTo>
                    <a:pt x="297180" y="340519"/>
                  </a:lnTo>
                  <a:lnTo>
                    <a:pt x="297085" y="341090"/>
                  </a:lnTo>
                  <a:lnTo>
                    <a:pt x="297085" y="341662"/>
                  </a:lnTo>
                  <a:lnTo>
                    <a:pt x="297180" y="342138"/>
                  </a:lnTo>
                  <a:lnTo>
                    <a:pt x="297371" y="342519"/>
                  </a:lnTo>
                  <a:lnTo>
                    <a:pt x="297656" y="342900"/>
                  </a:lnTo>
                  <a:lnTo>
                    <a:pt x="298037" y="343090"/>
                  </a:lnTo>
                  <a:lnTo>
                    <a:pt x="298418" y="343376"/>
                  </a:lnTo>
                  <a:lnTo>
                    <a:pt x="298895" y="343567"/>
                  </a:lnTo>
                  <a:lnTo>
                    <a:pt x="301466" y="343948"/>
                  </a:lnTo>
                  <a:lnTo>
                    <a:pt x="302419" y="344329"/>
                  </a:lnTo>
                  <a:lnTo>
                    <a:pt x="302800" y="344519"/>
                  </a:lnTo>
                  <a:lnTo>
                    <a:pt x="303562" y="345091"/>
                  </a:lnTo>
                  <a:lnTo>
                    <a:pt x="303847" y="345376"/>
                  </a:lnTo>
                  <a:lnTo>
                    <a:pt x="304133" y="345757"/>
                  </a:lnTo>
                  <a:lnTo>
                    <a:pt x="304324" y="346138"/>
                  </a:lnTo>
                  <a:lnTo>
                    <a:pt x="304514" y="346519"/>
                  </a:lnTo>
                  <a:lnTo>
                    <a:pt x="304609" y="347663"/>
                  </a:lnTo>
                  <a:lnTo>
                    <a:pt x="304609" y="349377"/>
                  </a:lnTo>
                  <a:lnTo>
                    <a:pt x="304705" y="350330"/>
                  </a:lnTo>
                  <a:lnTo>
                    <a:pt x="304990" y="351187"/>
                  </a:lnTo>
                  <a:lnTo>
                    <a:pt x="305753" y="352425"/>
                  </a:lnTo>
                  <a:lnTo>
                    <a:pt x="305943" y="352806"/>
                  </a:lnTo>
                  <a:lnTo>
                    <a:pt x="306324" y="353092"/>
                  </a:lnTo>
                  <a:lnTo>
                    <a:pt x="306610" y="353377"/>
                  </a:lnTo>
                  <a:lnTo>
                    <a:pt x="307753" y="354044"/>
                  </a:lnTo>
                  <a:lnTo>
                    <a:pt x="309658" y="354521"/>
                  </a:lnTo>
                  <a:lnTo>
                    <a:pt x="309943" y="354616"/>
                  </a:lnTo>
                  <a:lnTo>
                    <a:pt x="310229" y="354806"/>
                  </a:lnTo>
                  <a:lnTo>
                    <a:pt x="310324" y="355187"/>
                  </a:lnTo>
                  <a:lnTo>
                    <a:pt x="310420" y="355568"/>
                  </a:lnTo>
                  <a:lnTo>
                    <a:pt x="310324" y="355949"/>
                  </a:lnTo>
                  <a:lnTo>
                    <a:pt x="310324" y="356140"/>
                  </a:lnTo>
                  <a:lnTo>
                    <a:pt x="309658" y="357188"/>
                  </a:lnTo>
                  <a:lnTo>
                    <a:pt x="309467" y="357568"/>
                  </a:lnTo>
                  <a:lnTo>
                    <a:pt x="309277" y="358045"/>
                  </a:lnTo>
                  <a:lnTo>
                    <a:pt x="309181" y="358521"/>
                  </a:lnTo>
                  <a:lnTo>
                    <a:pt x="309181" y="359092"/>
                  </a:lnTo>
                  <a:lnTo>
                    <a:pt x="309372" y="359473"/>
                  </a:lnTo>
                  <a:lnTo>
                    <a:pt x="309658" y="359855"/>
                  </a:lnTo>
                  <a:lnTo>
                    <a:pt x="309943" y="360140"/>
                  </a:lnTo>
                  <a:lnTo>
                    <a:pt x="310420" y="360331"/>
                  </a:lnTo>
                  <a:lnTo>
                    <a:pt x="310896" y="360426"/>
                  </a:lnTo>
                  <a:lnTo>
                    <a:pt x="311944" y="360616"/>
                  </a:lnTo>
                  <a:lnTo>
                    <a:pt x="312515" y="360521"/>
                  </a:lnTo>
                  <a:lnTo>
                    <a:pt x="313087" y="360331"/>
                  </a:lnTo>
                  <a:lnTo>
                    <a:pt x="314230" y="359664"/>
                  </a:lnTo>
                  <a:lnTo>
                    <a:pt x="314896" y="359092"/>
                  </a:lnTo>
                  <a:lnTo>
                    <a:pt x="316230" y="357473"/>
                  </a:lnTo>
                  <a:lnTo>
                    <a:pt x="316706" y="357092"/>
                  </a:lnTo>
                  <a:lnTo>
                    <a:pt x="317182" y="356711"/>
                  </a:lnTo>
                  <a:lnTo>
                    <a:pt x="318230" y="356140"/>
                  </a:lnTo>
                  <a:lnTo>
                    <a:pt x="319088" y="355949"/>
                  </a:lnTo>
                  <a:lnTo>
                    <a:pt x="320135" y="355949"/>
                  </a:lnTo>
                  <a:lnTo>
                    <a:pt x="320707" y="355759"/>
                  </a:lnTo>
                  <a:lnTo>
                    <a:pt x="320992" y="355378"/>
                  </a:lnTo>
                  <a:lnTo>
                    <a:pt x="321373" y="353854"/>
                  </a:lnTo>
                  <a:lnTo>
                    <a:pt x="321564" y="353473"/>
                  </a:lnTo>
                  <a:lnTo>
                    <a:pt x="321850" y="352996"/>
                  </a:lnTo>
                  <a:lnTo>
                    <a:pt x="322231" y="352520"/>
                  </a:lnTo>
                  <a:lnTo>
                    <a:pt x="322802" y="352044"/>
                  </a:lnTo>
                  <a:lnTo>
                    <a:pt x="323279" y="351949"/>
                  </a:lnTo>
                  <a:lnTo>
                    <a:pt x="323659" y="352139"/>
                  </a:lnTo>
                  <a:lnTo>
                    <a:pt x="323850" y="352520"/>
                  </a:lnTo>
                  <a:lnTo>
                    <a:pt x="323850" y="352996"/>
                  </a:lnTo>
                  <a:lnTo>
                    <a:pt x="323755" y="353473"/>
                  </a:lnTo>
                  <a:lnTo>
                    <a:pt x="323374" y="354901"/>
                  </a:lnTo>
                  <a:lnTo>
                    <a:pt x="323279" y="355378"/>
                  </a:lnTo>
                  <a:lnTo>
                    <a:pt x="323374" y="355854"/>
                  </a:lnTo>
                  <a:lnTo>
                    <a:pt x="323469" y="356425"/>
                  </a:lnTo>
                  <a:lnTo>
                    <a:pt x="323755" y="356806"/>
                  </a:lnTo>
                  <a:lnTo>
                    <a:pt x="323945" y="357188"/>
                  </a:lnTo>
                  <a:lnTo>
                    <a:pt x="324231" y="357473"/>
                  </a:lnTo>
                  <a:lnTo>
                    <a:pt x="324517" y="357854"/>
                  </a:lnTo>
                  <a:lnTo>
                    <a:pt x="325946" y="358807"/>
                  </a:lnTo>
                  <a:lnTo>
                    <a:pt x="326136" y="359188"/>
                  </a:lnTo>
                  <a:lnTo>
                    <a:pt x="326136" y="359569"/>
                  </a:lnTo>
                  <a:lnTo>
                    <a:pt x="325850" y="360426"/>
                  </a:lnTo>
                  <a:lnTo>
                    <a:pt x="325850" y="360902"/>
                  </a:lnTo>
                  <a:lnTo>
                    <a:pt x="326136" y="361283"/>
                  </a:lnTo>
                  <a:lnTo>
                    <a:pt x="326898" y="361569"/>
                  </a:lnTo>
                  <a:lnTo>
                    <a:pt x="327470" y="361569"/>
                  </a:lnTo>
                  <a:lnTo>
                    <a:pt x="327850" y="361378"/>
                  </a:lnTo>
                  <a:lnTo>
                    <a:pt x="328231" y="361093"/>
                  </a:lnTo>
                  <a:lnTo>
                    <a:pt x="328517" y="360807"/>
                  </a:lnTo>
                  <a:lnTo>
                    <a:pt x="328803" y="360521"/>
                  </a:lnTo>
                  <a:lnTo>
                    <a:pt x="329184" y="360140"/>
                  </a:lnTo>
                  <a:lnTo>
                    <a:pt x="329755" y="359855"/>
                  </a:lnTo>
                  <a:lnTo>
                    <a:pt x="330708" y="359473"/>
                  </a:lnTo>
                  <a:lnTo>
                    <a:pt x="331184" y="359473"/>
                  </a:lnTo>
                  <a:lnTo>
                    <a:pt x="331661" y="359569"/>
                  </a:lnTo>
                  <a:lnTo>
                    <a:pt x="332232" y="360140"/>
                  </a:lnTo>
                  <a:lnTo>
                    <a:pt x="332613" y="360807"/>
                  </a:lnTo>
                  <a:lnTo>
                    <a:pt x="332994" y="361759"/>
                  </a:lnTo>
                  <a:lnTo>
                    <a:pt x="333089" y="362236"/>
                  </a:lnTo>
                  <a:lnTo>
                    <a:pt x="333184" y="362998"/>
                  </a:lnTo>
                  <a:lnTo>
                    <a:pt x="333756" y="365188"/>
                  </a:lnTo>
                  <a:lnTo>
                    <a:pt x="333851" y="365569"/>
                  </a:lnTo>
                  <a:lnTo>
                    <a:pt x="334137" y="365950"/>
                  </a:lnTo>
                  <a:lnTo>
                    <a:pt x="334899" y="366331"/>
                  </a:lnTo>
                  <a:lnTo>
                    <a:pt x="336232" y="366522"/>
                  </a:lnTo>
                  <a:lnTo>
                    <a:pt x="340995" y="366617"/>
                  </a:lnTo>
                  <a:lnTo>
                    <a:pt x="341947" y="366427"/>
                  </a:lnTo>
                  <a:lnTo>
                    <a:pt x="342329" y="366141"/>
                  </a:lnTo>
                  <a:lnTo>
                    <a:pt x="342995" y="365569"/>
                  </a:lnTo>
                  <a:lnTo>
                    <a:pt x="346043" y="362521"/>
                  </a:lnTo>
                  <a:lnTo>
                    <a:pt x="346710" y="362045"/>
                  </a:lnTo>
                  <a:lnTo>
                    <a:pt x="348043" y="361474"/>
                  </a:lnTo>
                  <a:lnTo>
                    <a:pt x="349282" y="360997"/>
                  </a:lnTo>
                  <a:lnTo>
                    <a:pt x="356521" y="360807"/>
                  </a:lnTo>
                  <a:lnTo>
                    <a:pt x="357378" y="360712"/>
                  </a:lnTo>
                  <a:lnTo>
                    <a:pt x="358997" y="359950"/>
                  </a:lnTo>
                  <a:lnTo>
                    <a:pt x="360236" y="359188"/>
                  </a:lnTo>
                  <a:lnTo>
                    <a:pt x="360807" y="358711"/>
                  </a:lnTo>
                  <a:lnTo>
                    <a:pt x="361379" y="357949"/>
                  </a:lnTo>
                  <a:lnTo>
                    <a:pt x="361950" y="357188"/>
                  </a:lnTo>
                  <a:lnTo>
                    <a:pt x="362045" y="356806"/>
                  </a:lnTo>
                  <a:lnTo>
                    <a:pt x="362331" y="355759"/>
                  </a:lnTo>
                  <a:lnTo>
                    <a:pt x="362617" y="349186"/>
                  </a:lnTo>
                  <a:lnTo>
                    <a:pt x="362426" y="346519"/>
                  </a:lnTo>
                  <a:lnTo>
                    <a:pt x="362426" y="345948"/>
                  </a:lnTo>
                  <a:lnTo>
                    <a:pt x="362521" y="345472"/>
                  </a:lnTo>
                  <a:lnTo>
                    <a:pt x="362712" y="344996"/>
                  </a:lnTo>
                  <a:lnTo>
                    <a:pt x="362998" y="344614"/>
                  </a:lnTo>
                  <a:lnTo>
                    <a:pt x="363283" y="344424"/>
                  </a:lnTo>
                  <a:lnTo>
                    <a:pt x="365284" y="343376"/>
                  </a:lnTo>
                  <a:lnTo>
                    <a:pt x="365665" y="343090"/>
                  </a:lnTo>
                  <a:lnTo>
                    <a:pt x="367284" y="341662"/>
                  </a:lnTo>
                  <a:lnTo>
                    <a:pt x="367760" y="341090"/>
                  </a:lnTo>
                  <a:lnTo>
                    <a:pt x="369284" y="338138"/>
                  </a:lnTo>
                  <a:lnTo>
                    <a:pt x="369951" y="337471"/>
                  </a:lnTo>
                  <a:lnTo>
                    <a:pt x="370237" y="337185"/>
                  </a:lnTo>
                  <a:lnTo>
                    <a:pt x="370713" y="336994"/>
                  </a:lnTo>
                  <a:lnTo>
                    <a:pt x="372808" y="336137"/>
                  </a:lnTo>
                  <a:lnTo>
                    <a:pt x="373951" y="335375"/>
                  </a:lnTo>
                  <a:lnTo>
                    <a:pt x="374237" y="335089"/>
                  </a:lnTo>
                  <a:lnTo>
                    <a:pt x="374523" y="334804"/>
                  </a:lnTo>
                  <a:lnTo>
                    <a:pt x="374713" y="334423"/>
                  </a:lnTo>
                  <a:lnTo>
                    <a:pt x="374904" y="333946"/>
                  </a:lnTo>
                  <a:lnTo>
                    <a:pt x="375095" y="332994"/>
                  </a:lnTo>
                  <a:lnTo>
                    <a:pt x="375475" y="332041"/>
                  </a:lnTo>
                  <a:lnTo>
                    <a:pt x="376904" y="332137"/>
                  </a:lnTo>
                  <a:lnTo>
                    <a:pt x="378047" y="332899"/>
                  </a:lnTo>
                  <a:lnTo>
                    <a:pt x="379095" y="333661"/>
                  </a:lnTo>
                  <a:lnTo>
                    <a:pt x="379857" y="333946"/>
                  </a:lnTo>
                  <a:lnTo>
                    <a:pt x="380524" y="334137"/>
                  </a:lnTo>
                  <a:lnTo>
                    <a:pt x="381762" y="334042"/>
                  </a:lnTo>
                  <a:lnTo>
                    <a:pt x="384334" y="334137"/>
                  </a:lnTo>
                  <a:lnTo>
                    <a:pt x="385096" y="334423"/>
                  </a:lnTo>
                  <a:lnTo>
                    <a:pt x="385667" y="334708"/>
                  </a:lnTo>
                  <a:lnTo>
                    <a:pt x="386239" y="335375"/>
                  </a:lnTo>
                  <a:lnTo>
                    <a:pt x="386239" y="335471"/>
                  </a:lnTo>
                  <a:lnTo>
                    <a:pt x="387191" y="336613"/>
                  </a:lnTo>
                  <a:lnTo>
                    <a:pt x="387477" y="336994"/>
                  </a:lnTo>
                  <a:lnTo>
                    <a:pt x="391668" y="340042"/>
                  </a:lnTo>
                  <a:lnTo>
                    <a:pt x="392049" y="340519"/>
                  </a:lnTo>
                  <a:lnTo>
                    <a:pt x="393382" y="342709"/>
                  </a:lnTo>
                  <a:lnTo>
                    <a:pt x="394145" y="344329"/>
                  </a:lnTo>
                  <a:lnTo>
                    <a:pt x="395288" y="345948"/>
                  </a:lnTo>
                  <a:lnTo>
                    <a:pt x="397955" y="350615"/>
                  </a:lnTo>
                  <a:lnTo>
                    <a:pt x="399859" y="352044"/>
                  </a:lnTo>
                  <a:lnTo>
                    <a:pt x="400240" y="349186"/>
                  </a:lnTo>
                  <a:lnTo>
                    <a:pt x="400240" y="347281"/>
                  </a:lnTo>
                  <a:lnTo>
                    <a:pt x="400145" y="346615"/>
                  </a:lnTo>
                  <a:lnTo>
                    <a:pt x="400050" y="346234"/>
                  </a:lnTo>
                  <a:lnTo>
                    <a:pt x="399764" y="345757"/>
                  </a:lnTo>
                  <a:lnTo>
                    <a:pt x="399193" y="344900"/>
                  </a:lnTo>
                  <a:lnTo>
                    <a:pt x="397669" y="343376"/>
                  </a:lnTo>
                  <a:lnTo>
                    <a:pt x="397383" y="342805"/>
                  </a:lnTo>
                  <a:lnTo>
                    <a:pt x="397192" y="342138"/>
                  </a:lnTo>
                  <a:lnTo>
                    <a:pt x="397192" y="341185"/>
                  </a:lnTo>
                  <a:lnTo>
                    <a:pt x="397383" y="340138"/>
                  </a:lnTo>
                  <a:lnTo>
                    <a:pt x="397764" y="339090"/>
                  </a:lnTo>
                  <a:lnTo>
                    <a:pt x="398336" y="338233"/>
                  </a:lnTo>
                  <a:lnTo>
                    <a:pt x="399002" y="337661"/>
                  </a:lnTo>
                  <a:lnTo>
                    <a:pt x="400050" y="336899"/>
                  </a:lnTo>
                  <a:lnTo>
                    <a:pt x="401955" y="336042"/>
                  </a:lnTo>
                  <a:lnTo>
                    <a:pt x="404050" y="335375"/>
                  </a:lnTo>
                  <a:lnTo>
                    <a:pt x="404336" y="335089"/>
                  </a:lnTo>
                  <a:lnTo>
                    <a:pt x="404527" y="334423"/>
                  </a:lnTo>
                  <a:lnTo>
                    <a:pt x="404146" y="333851"/>
                  </a:lnTo>
                  <a:lnTo>
                    <a:pt x="403193" y="332803"/>
                  </a:lnTo>
                  <a:lnTo>
                    <a:pt x="403098" y="332137"/>
                  </a:lnTo>
                  <a:lnTo>
                    <a:pt x="403384" y="330994"/>
                  </a:lnTo>
                  <a:lnTo>
                    <a:pt x="403955" y="329851"/>
                  </a:lnTo>
                  <a:lnTo>
                    <a:pt x="404717" y="328708"/>
                  </a:lnTo>
                  <a:lnTo>
                    <a:pt x="405955" y="327565"/>
                  </a:lnTo>
                  <a:lnTo>
                    <a:pt x="407480" y="326422"/>
                  </a:lnTo>
                  <a:lnTo>
                    <a:pt x="409956" y="325564"/>
                  </a:lnTo>
                  <a:lnTo>
                    <a:pt x="411575" y="325469"/>
                  </a:lnTo>
                  <a:lnTo>
                    <a:pt x="412718" y="325850"/>
                  </a:lnTo>
                  <a:lnTo>
                    <a:pt x="413385" y="326707"/>
                  </a:lnTo>
                  <a:lnTo>
                    <a:pt x="413766" y="327755"/>
                  </a:lnTo>
                  <a:lnTo>
                    <a:pt x="413861" y="328898"/>
                  </a:lnTo>
                  <a:lnTo>
                    <a:pt x="413671" y="330232"/>
                  </a:lnTo>
                  <a:lnTo>
                    <a:pt x="413195" y="331660"/>
                  </a:lnTo>
                  <a:lnTo>
                    <a:pt x="413099" y="332327"/>
                  </a:lnTo>
                  <a:lnTo>
                    <a:pt x="413290" y="332994"/>
                  </a:lnTo>
                  <a:lnTo>
                    <a:pt x="413480" y="333280"/>
                  </a:lnTo>
                  <a:lnTo>
                    <a:pt x="413861" y="333470"/>
                  </a:lnTo>
                  <a:lnTo>
                    <a:pt x="414433" y="333565"/>
                  </a:lnTo>
                  <a:lnTo>
                    <a:pt x="415290" y="333470"/>
                  </a:lnTo>
                  <a:lnTo>
                    <a:pt x="420053" y="332041"/>
                  </a:lnTo>
                  <a:lnTo>
                    <a:pt x="426148" y="330994"/>
                  </a:lnTo>
                  <a:lnTo>
                    <a:pt x="426815" y="330994"/>
                  </a:lnTo>
                  <a:lnTo>
                    <a:pt x="427196" y="331184"/>
                  </a:lnTo>
                  <a:lnTo>
                    <a:pt x="430625" y="334137"/>
                  </a:lnTo>
                  <a:lnTo>
                    <a:pt x="431387" y="334423"/>
                  </a:lnTo>
                  <a:lnTo>
                    <a:pt x="432245" y="334232"/>
                  </a:lnTo>
                  <a:lnTo>
                    <a:pt x="433388" y="333375"/>
                  </a:lnTo>
                  <a:lnTo>
                    <a:pt x="434435" y="332613"/>
                  </a:lnTo>
                  <a:lnTo>
                    <a:pt x="435197" y="331660"/>
                  </a:lnTo>
                  <a:lnTo>
                    <a:pt x="435388" y="330708"/>
                  </a:lnTo>
                  <a:lnTo>
                    <a:pt x="435102" y="329755"/>
                  </a:lnTo>
                  <a:lnTo>
                    <a:pt x="434245" y="328041"/>
                  </a:lnTo>
                  <a:lnTo>
                    <a:pt x="433864" y="327088"/>
                  </a:lnTo>
                  <a:lnTo>
                    <a:pt x="433864" y="325659"/>
                  </a:lnTo>
                  <a:lnTo>
                    <a:pt x="434149" y="322040"/>
                  </a:lnTo>
                  <a:lnTo>
                    <a:pt x="434816" y="319088"/>
                  </a:lnTo>
                  <a:lnTo>
                    <a:pt x="435483" y="316992"/>
                  </a:lnTo>
                  <a:lnTo>
                    <a:pt x="435483" y="316325"/>
                  </a:lnTo>
                  <a:lnTo>
                    <a:pt x="435197" y="316039"/>
                  </a:lnTo>
                  <a:lnTo>
                    <a:pt x="434721" y="315944"/>
                  </a:lnTo>
                  <a:lnTo>
                    <a:pt x="434054" y="316039"/>
                  </a:lnTo>
                  <a:lnTo>
                    <a:pt x="430339" y="317468"/>
                  </a:lnTo>
                  <a:lnTo>
                    <a:pt x="428149" y="318611"/>
                  </a:lnTo>
                  <a:lnTo>
                    <a:pt x="423958" y="321659"/>
                  </a:lnTo>
                  <a:lnTo>
                    <a:pt x="423005" y="322040"/>
                  </a:lnTo>
                  <a:lnTo>
                    <a:pt x="422243" y="322231"/>
                  </a:lnTo>
                  <a:lnTo>
                    <a:pt x="421576" y="321945"/>
                  </a:lnTo>
                  <a:lnTo>
                    <a:pt x="421196" y="321469"/>
                  </a:lnTo>
                  <a:lnTo>
                    <a:pt x="420910" y="320897"/>
                  </a:lnTo>
                  <a:lnTo>
                    <a:pt x="420814" y="320230"/>
                  </a:lnTo>
                  <a:lnTo>
                    <a:pt x="420814" y="319468"/>
                  </a:lnTo>
                  <a:lnTo>
                    <a:pt x="420910" y="318706"/>
                  </a:lnTo>
                  <a:lnTo>
                    <a:pt x="421100" y="318040"/>
                  </a:lnTo>
                  <a:lnTo>
                    <a:pt x="421196" y="317659"/>
                  </a:lnTo>
                  <a:lnTo>
                    <a:pt x="421576" y="317182"/>
                  </a:lnTo>
                  <a:lnTo>
                    <a:pt x="426053" y="312515"/>
                  </a:lnTo>
                  <a:lnTo>
                    <a:pt x="428244" y="311086"/>
                  </a:lnTo>
                  <a:lnTo>
                    <a:pt x="430721" y="310324"/>
                  </a:lnTo>
                  <a:lnTo>
                    <a:pt x="433102" y="310134"/>
                  </a:lnTo>
                  <a:lnTo>
                    <a:pt x="438721" y="308515"/>
                  </a:lnTo>
                  <a:lnTo>
                    <a:pt x="439769" y="308705"/>
                  </a:lnTo>
                  <a:lnTo>
                    <a:pt x="440246" y="309372"/>
                  </a:lnTo>
                  <a:lnTo>
                    <a:pt x="440436" y="310515"/>
                  </a:lnTo>
                  <a:lnTo>
                    <a:pt x="440817" y="311944"/>
                  </a:lnTo>
                  <a:lnTo>
                    <a:pt x="441388" y="312801"/>
                  </a:lnTo>
                  <a:lnTo>
                    <a:pt x="442150" y="313468"/>
                  </a:lnTo>
                  <a:lnTo>
                    <a:pt x="443008" y="313563"/>
                  </a:lnTo>
                  <a:lnTo>
                    <a:pt x="443770" y="313372"/>
                  </a:lnTo>
                  <a:lnTo>
                    <a:pt x="444532" y="312706"/>
                  </a:lnTo>
                  <a:lnTo>
                    <a:pt x="445008" y="311563"/>
                  </a:lnTo>
                  <a:lnTo>
                    <a:pt x="445008" y="310515"/>
                  </a:lnTo>
                  <a:lnTo>
                    <a:pt x="444913" y="309467"/>
                  </a:lnTo>
                  <a:lnTo>
                    <a:pt x="444913" y="308610"/>
                  </a:lnTo>
                  <a:lnTo>
                    <a:pt x="445294" y="308134"/>
                  </a:lnTo>
                  <a:lnTo>
                    <a:pt x="445770" y="308229"/>
                  </a:lnTo>
                  <a:lnTo>
                    <a:pt x="446532" y="308705"/>
                  </a:lnTo>
                  <a:lnTo>
                    <a:pt x="447104" y="309467"/>
                  </a:lnTo>
                  <a:lnTo>
                    <a:pt x="449199" y="313182"/>
                  </a:lnTo>
                  <a:lnTo>
                    <a:pt x="450151" y="314420"/>
                  </a:lnTo>
                  <a:lnTo>
                    <a:pt x="451295" y="315087"/>
                  </a:lnTo>
                  <a:lnTo>
                    <a:pt x="452438" y="315277"/>
                  </a:lnTo>
                  <a:lnTo>
                    <a:pt x="453390" y="315277"/>
                  </a:lnTo>
                  <a:lnTo>
                    <a:pt x="454438" y="315087"/>
                  </a:lnTo>
                  <a:lnTo>
                    <a:pt x="455295" y="314611"/>
                  </a:lnTo>
                  <a:lnTo>
                    <a:pt x="455962" y="314039"/>
                  </a:lnTo>
                  <a:lnTo>
                    <a:pt x="456438" y="311658"/>
                  </a:lnTo>
                  <a:lnTo>
                    <a:pt x="456914" y="310324"/>
                  </a:lnTo>
                  <a:lnTo>
                    <a:pt x="458819" y="306800"/>
                  </a:lnTo>
                  <a:lnTo>
                    <a:pt x="459772" y="303657"/>
                  </a:lnTo>
                  <a:lnTo>
                    <a:pt x="460343" y="302323"/>
                  </a:lnTo>
                  <a:lnTo>
                    <a:pt x="462820" y="300133"/>
                  </a:lnTo>
                  <a:lnTo>
                    <a:pt x="463772" y="298990"/>
                  </a:lnTo>
                  <a:lnTo>
                    <a:pt x="464153" y="297084"/>
                  </a:lnTo>
                  <a:lnTo>
                    <a:pt x="463867" y="296132"/>
                  </a:lnTo>
                  <a:lnTo>
                    <a:pt x="462724" y="294799"/>
                  </a:lnTo>
                  <a:lnTo>
                    <a:pt x="462629" y="293941"/>
                  </a:lnTo>
                  <a:lnTo>
                    <a:pt x="462820" y="292989"/>
                  </a:lnTo>
                  <a:lnTo>
                    <a:pt x="463867" y="291465"/>
                  </a:lnTo>
                  <a:lnTo>
                    <a:pt x="468439" y="287846"/>
                  </a:lnTo>
                  <a:lnTo>
                    <a:pt x="466534" y="284131"/>
                  </a:lnTo>
                  <a:lnTo>
                    <a:pt x="466058" y="282607"/>
                  </a:lnTo>
                  <a:lnTo>
                    <a:pt x="466154" y="280988"/>
                  </a:lnTo>
                  <a:lnTo>
                    <a:pt x="466058" y="279559"/>
                  </a:lnTo>
                  <a:lnTo>
                    <a:pt x="465772" y="278606"/>
                  </a:lnTo>
                  <a:lnTo>
                    <a:pt x="465296" y="277368"/>
                  </a:lnTo>
                  <a:lnTo>
                    <a:pt x="465106" y="276415"/>
                  </a:lnTo>
                  <a:lnTo>
                    <a:pt x="464915" y="275272"/>
                  </a:lnTo>
                  <a:lnTo>
                    <a:pt x="464725" y="274701"/>
                  </a:lnTo>
                  <a:lnTo>
                    <a:pt x="464534" y="274225"/>
                  </a:lnTo>
                  <a:lnTo>
                    <a:pt x="463677" y="273367"/>
                  </a:lnTo>
                  <a:lnTo>
                    <a:pt x="463010" y="272510"/>
                  </a:lnTo>
                  <a:lnTo>
                    <a:pt x="462724" y="271843"/>
                  </a:lnTo>
                  <a:lnTo>
                    <a:pt x="462629" y="271272"/>
                  </a:lnTo>
                  <a:lnTo>
                    <a:pt x="462724" y="270700"/>
                  </a:lnTo>
                  <a:lnTo>
                    <a:pt x="462915" y="270319"/>
                  </a:lnTo>
                  <a:lnTo>
                    <a:pt x="463105" y="269843"/>
                  </a:lnTo>
                  <a:lnTo>
                    <a:pt x="464344" y="268509"/>
                  </a:lnTo>
                  <a:lnTo>
                    <a:pt x="464439" y="267938"/>
                  </a:lnTo>
                  <a:lnTo>
                    <a:pt x="464248" y="267652"/>
                  </a:lnTo>
                  <a:lnTo>
                    <a:pt x="463867" y="267367"/>
                  </a:lnTo>
                  <a:lnTo>
                    <a:pt x="458343" y="266509"/>
                  </a:lnTo>
                  <a:lnTo>
                    <a:pt x="457771" y="266224"/>
                  </a:lnTo>
                  <a:lnTo>
                    <a:pt x="457200" y="265747"/>
                  </a:lnTo>
                  <a:lnTo>
                    <a:pt x="456343" y="264795"/>
                  </a:lnTo>
                  <a:lnTo>
                    <a:pt x="455866" y="264223"/>
                  </a:lnTo>
                  <a:lnTo>
                    <a:pt x="455676" y="263652"/>
                  </a:lnTo>
                  <a:lnTo>
                    <a:pt x="455200" y="261461"/>
                  </a:lnTo>
                  <a:lnTo>
                    <a:pt x="455200" y="260699"/>
                  </a:lnTo>
                  <a:lnTo>
                    <a:pt x="455295" y="260128"/>
                  </a:lnTo>
                  <a:lnTo>
                    <a:pt x="455390" y="259556"/>
                  </a:lnTo>
                  <a:lnTo>
                    <a:pt x="457105" y="253555"/>
                  </a:lnTo>
                  <a:lnTo>
                    <a:pt x="457486" y="252698"/>
                  </a:lnTo>
                  <a:lnTo>
                    <a:pt x="458057" y="251936"/>
                  </a:lnTo>
                  <a:lnTo>
                    <a:pt x="458343" y="251650"/>
                  </a:lnTo>
                  <a:lnTo>
                    <a:pt x="460343" y="248698"/>
                  </a:lnTo>
                  <a:lnTo>
                    <a:pt x="462153" y="246983"/>
                  </a:lnTo>
                  <a:lnTo>
                    <a:pt x="462820" y="246126"/>
                  </a:lnTo>
                  <a:lnTo>
                    <a:pt x="464058" y="243649"/>
                  </a:lnTo>
                  <a:lnTo>
                    <a:pt x="464344" y="242983"/>
                  </a:lnTo>
                  <a:lnTo>
                    <a:pt x="464439" y="241935"/>
                  </a:lnTo>
                  <a:lnTo>
                    <a:pt x="464630" y="240030"/>
                  </a:lnTo>
                  <a:lnTo>
                    <a:pt x="464534" y="239077"/>
                  </a:lnTo>
                  <a:lnTo>
                    <a:pt x="464439" y="238315"/>
                  </a:lnTo>
                  <a:lnTo>
                    <a:pt x="462058" y="234029"/>
                  </a:lnTo>
                  <a:lnTo>
                    <a:pt x="461486" y="233363"/>
                  </a:lnTo>
                  <a:lnTo>
                    <a:pt x="460820" y="232791"/>
                  </a:lnTo>
                  <a:lnTo>
                    <a:pt x="459676" y="232029"/>
                  </a:lnTo>
                  <a:lnTo>
                    <a:pt x="459200" y="231838"/>
                  </a:lnTo>
                  <a:lnTo>
                    <a:pt x="457771" y="231553"/>
                  </a:lnTo>
                  <a:lnTo>
                    <a:pt x="457486" y="231362"/>
                  </a:lnTo>
                  <a:lnTo>
                    <a:pt x="456057" y="230886"/>
                  </a:lnTo>
                  <a:lnTo>
                    <a:pt x="455676" y="230600"/>
                  </a:lnTo>
                  <a:lnTo>
                    <a:pt x="455105" y="230029"/>
                  </a:lnTo>
                  <a:lnTo>
                    <a:pt x="454533" y="228886"/>
                  </a:lnTo>
                  <a:lnTo>
                    <a:pt x="454438" y="228219"/>
                  </a:lnTo>
                  <a:lnTo>
                    <a:pt x="454533" y="227552"/>
                  </a:lnTo>
                  <a:lnTo>
                    <a:pt x="454914" y="227076"/>
                  </a:lnTo>
                  <a:lnTo>
                    <a:pt x="455390" y="226790"/>
                  </a:lnTo>
                  <a:lnTo>
                    <a:pt x="456247" y="226504"/>
                  </a:lnTo>
                  <a:lnTo>
                    <a:pt x="457105" y="226219"/>
                  </a:lnTo>
                  <a:lnTo>
                    <a:pt x="458724" y="225552"/>
                  </a:lnTo>
                  <a:lnTo>
                    <a:pt x="459296" y="225457"/>
                  </a:lnTo>
                  <a:lnTo>
                    <a:pt x="461486" y="225266"/>
                  </a:lnTo>
                  <a:lnTo>
                    <a:pt x="461963" y="225076"/>
                  </a:lnTo>
                  <a:lnTo>
                    <a:pt x="462820" y="224790"/>
                  </a:lnTo>
                  <a:lnTo>
                    <a:pt x="463677" y="224314"/>
                  </a:lnTo>
                  <a:lnTo>
                    <a:pt x="469201" y="220027"/>
                  </a:lnTo>
                  <a:lnTo>
                    <a:pt x="472345" y="218122"/>
                  </a:lnTo>
                  <a:lnTo>
                    <a:pt x="472726" y="217741"/>
                  </a:lnTo>
                  <a:lnTo>
                    <a:pt x="473107" y="217265"/>
                  </a:lnTo>
                  <a:lnTo>
                    <a:pt x="473583" y="216313"/>
                  </a:lnTo>
                  <a:lnTo>
                    <a:pt x="473583" y="215646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9" name="Freeform: Shape 32">
              <a:extLst>
                <a:ext uri="{FF2B5EF4-FFF2-40B4-BE49-F238E27FC236}">
                  <a16:creationId xmlns:a16="http://schemas.microsoft.com/office/drawing/2014/main" id="{6DD22E9E-3223-77FF-3C7A-A46F02B7189E}"/>
                </a:ext>
              </a:extLst>
            </p:cNvPr>
            <p:cNvSpPr/>
            <p:nvPr/>
          </p:nvSpPr>
          <p:spPr>
            <a:xfrm>
              <a:off x="3312986" y="5414550"/>
              <a:ext cx="600075" cy="466725"/>
            </a:xfrm>
            <a:custGeom>
              <a:avLst/>
              <a:gdLst>
                <a:gd name="connsiteX0" fmla="*/ 369380 w 600075"/>
                <a:gd name="connsiteY0" fmla="*/ 463296 h 466725"/>
                <a:gd name="connsiteX1" fmla="*/ 368618 w 600075"/>
                <a:gd name="connsiteY1" fmla="*/ 464915 h 466725"/>
                <a:gd name="connsiteX2" fmla="*/ 369094 w 600075"/>
                <a:gd name="connsiteY2" fmla="*/ 466630 h 466725"/>
                <a:gd name="connsiteX3" fmla="*/ 369475 w 600075"/>
                <a:gd name="connsiteY3" fmla="*/ 466725 h 466725"/>
                <a:gd name="connsiteX4" fmla="*/ 369856 w 600075"/>
                <a:gd name="connsiteY4" fmla="*/ 466439 h 466725"/>
                <a:gd name="connsiteX5" fmla="*/ 370427 w 600075"/>
                <a:gd name="connsiteY5" fmla="*/ 466249 h 466725"/>
                <a:gd name="connsiteX6" fmla="*/ 371665 w 600075"/>
                <a:gd name="connsiteY6" fmla="*/ 465772 h 466725"/>
                <a:gd name="connsiteX7" fmla="*/ 372332 w 600075"/>
                <a:gd name="connsiteY7" fmla="*/ 464153 h 466725"/>
                <a:gd name="connsiteX8" fmla="*/ 371285 w 600075"/>
                <a:gd name="connsiteY8" fmla="*/ 462915 h 466725"/>
                <a:gd name="connsiteX9" fmla="*/ 369380 w 600075"/>
                <a:gd name="connsiteY9" fmla="*/ 463296 h 466725"/>
                <a:gd name="connsiteX10" fmla="*/ 605314 w 600075"/>
                <a:gd name="connsiteY10" fmla="*/ 177927 h 466725"/>
                <a:gd name="connsiteX11" fmla="*/ 604933 w 600075"/>
                <a:gd name="connsiteY11" fmla="*/ 177070 h 466725"/>
                <a:gd name="connsiteX12" fmla="*/ 601885 w 600075"/>
                <a:gd name="connsiteY12" fmla="*/ 171831 h 466725"/>
                <a:gd name="connsiteX13" fmla="*/ 600361 w 600075"/>
                <a:gd name="connsiteY13" fmla="*/ 169736 h 466725"/>
                <a:gd name="connsiteX14" fmla="*/ 600170 w 600075"/>
                <a:gd name="connsiteY14" fmla="*/ 169259 h 466725"/>
                <a:gd name="connsiteX15" fmla="*/ 600075 w 600075"/>
                <a:gd name="connsiteY15" fmla="*/ 168688 h 466725"/>
                <a:gd name="connsiteX16" fmla="*/ 600075 w 600075"/>
                <a:gd name="connsiteY16" fmla="*/ 167735 h 466725"/>
                <a:gd name="connsiteX17" fmla="*/ 600170 w 600075"/>
                <a:gd name="connsiteY17" fmla="*/ 166878 h 466725"/>
                <a:gd name="connsiteX18" fmla="*/ 601408 w 600075"/>
                <a:gd name="connsiteY18" fmla="*/ 163830 h 466725"/>
                <a:gd name="connsiteX19" fmla="*/ 601599 w 600075"/>
                <a:gd name="connsiteY19" fmla="*/ 162878 h 466725"/>
                <a:gd name="connsiteX20" fmla="*/ 601599 w 600075"/>
                <a:gd name="connsiteY20" fmla="*/ 162115 h 466725"/>
                <a:gd name="connsiteX21" fmla="*/ 601408 w 600075"/>
                <a:gd name="connsiteY21" fmla="*/ 161830 h 466725"/>
                <a:gd name="connsiteX22" fmla="*/ 601123 w 600075"/>
                <a:gd name="connsiteY22" fmla="*/ 161639 h 466725"/>
                <a:gd name="connsiteX23" fmla="*/ 599313 w 600075"/>
                <a:gd name="connsiteY23" fmla="*/ 161163 h 466725"/>
                <a:gd name="connsiteX24" fmla="*/ 598932 w 600075"/>
                <a:gd name="connsiteY24" fmla="*/ 160877 h 466725"/>
                <a:gd name="connsiteX25" fmla="*/ 598170 w 600075"/>
                <a:gd name="connsiteY25" fmla="*/ 159829 h 466725"/>
                <a:gd name="connsiteX26" fmla="*/ 597884 w 600075"/>
                <a:gd name="connsiteY26" fmla="*/ 159544 h 466725"/>
                <a:gd name="connsiteX27" fmla="*/ 596741 w 600075"/>
                <a:gd name="connsiteY27" fmla="*/ 158782 h 466725"/>
                <a:gd name="connsiteX28" fmla="*/ 595884 w 600075"/>
                <a:gd name="connsiteY28" fmla="*/ 157829 h 466725"/>
                <a:gd name="connsiteX29" fmla="*/ 595598 w 600075"/>
                <a:gd name="connsiteY29" fmla="*/ 157258 h 466725"/>
                <a:gd name="connsiteX30" fmla="*/ 595313 w 600075"/>
                <a:gd name="connsiteY30" fmla="*/ 156496 h 466725"/>
                <a:gd name="connsiteX31" fmla="*/ 595122 w 600075"/>
                <a:gd name="connsiteY31" fmla="*/ 155067 h 466725"/>
                <a:gd name="connsiteX32" fmla="*/ 595217 w 600075"/>
                <a:gd name="connsiteY32" fmla="*/ 154305 h 466725"/>
                <a:gd name="connsiteX33" fmla="*/ 595503 w 600075"/>
                <a:gd name="connsiteY33" fmla="*/ 153829 h 466725"/>
                <a:gd name="connsiteX34" fmla="*/ 596360 w 600075"/>
                <a:gd name="connsiteY34" fmla="*/ 153353 h 466725"/>
                <a:gd name="connsiteX35" fmla="*/ 596741 w 600075"/>
                <a:gd name="connsiteY35" fmla="*/ 152971 h 466725"/>
                <a:gd name="connsiteX36" fmla="*/ 596741 w 600075"/>
                <a:gd name="connsiteY36" fmla="*/ 152590 h 466725"/>
                <a:gd name="connsiteX37" fmla="*/ 596265 w 600075"/>
                <a:gd name="connsiteY37" fmla="*/ 151447 h 466725"/>
                <a:gd name="connsiteX38" fmla="*/ 595884 w 600075"/>
                <a:gd name="connsiteY38" fmla="*/ 150304 h 466725"/>
                <a:gd name="connsiteX39" fmla="*/ 595789 w 600075"/>
                <a:gd name="connsiteY39" fmla="*/ 149733 h 466725"/>
                <a:gd name="connsiteX40" fmla="*/ 595884 w 600075"/>
                <a:gd name="connsiteY40" fmla="*/ 149257 h 466725"/>
                <a:gd name="connsiteX41" fmla="*/ 596074 w 600075"/>
                <a:gd name="connsiteY41" fmla="*/ 148876 h 466725"/>
                <a:gd name="connsiteX42" fmla="*/ 596360 w 600075"/>
                <a:gd name="connsiteY42" fmla="*/ 148590 h 466725"/>
                <a:gd name="connsiteX43" fmla="*/ 597694 w 600075"/>
                <a:gd name="connsiteY43" fmla="*/ 147447 h 466725"/>
                <a:gd name="connsiteX44" fmla="*/ 598075 w 600075"/>
                <a:gd name="connsiteY44" fmla="*/ 147256 h 466725"/>
                <a:gd name="connsiteX45" fmla="*/ 598456 w 600075"/>
                <a:gd name="connsiteY45" fmla="*/ 147066 h 466725"/>
                <a:gd name="connsiteX46" fmla="*/ 600265 w 600075"/>
                <a:gd name="connsiteY46" fmla="*/ 146590 h 466725"/>
                <a:gd name="connsiteX47" fmla="*/ 601028 w 600075"/>
                <a:gd name="connsiteY47" fmla="*/ 145923 h 466725"/>
                <a:gd name="connsiteX48" fmla="*/ 600932 w 600075"/>
                <a:gd name="connsiteY48" fmla="*/ 144971 h 466725"/>
                <a:gd name="connsiteX49" fmla="*/ 600837 w 600075"/>
                <a:gd name="connsiteY49" fmla="*/ 144589 h 466725"/>
                <a:gd name="connsiteX50" fmla="*/ 600551 w 600075"/>
                <a:gd name="connsiteY50" fmla="*/ 144209 h 466725"/>
                <a:gd name="connsiteX51" fmla="*/ 600265 w 600075"/>
                <a:gd name="connsiteY51" fmla="*/ 143923 h 466725"/>
                <a:gd name="connsiteX52" fmla="*/ 599408 w 600075"/>
                <a:gd name="connsiteY52" fmla="*/ 143542 h 466725"/>
                <a:gd name="connsiteX53" fmla="*/ 596551 w 600075"/>
                <a:gd name="connsiteY53" fmla="*/ 142685 h 466725"/>
                <a:gd name="connsiteX54" fmla="*/ 595979 w 600075"/>
                <a:gd name="connsiteY54" fmla="*/ 142589 h 466725"/>
                <a:gd name="connsiteX55" fmla="*/ 595408 w 600075"/>
                <a:gd name="connsiteY55" fmla="*/ 142589 h 466725"/>
                <a:gd name="connsiteX56" fmla="*/ 594551 w 600075"/>
                <a:gd name="connsiteY56" fmla="*/ 142875 h 466725"/>
                <a:gd name="connsiteX57" fmla="*/ 593979 w 600075"/>
                <a:gd name="connsiteY57" fmla="*/ 143065 h 466725"/>
                <a:gd name="connsiteX58" fmla="*/ 593503 w 600075"/>
                <a:gd name="connsiteY58" fmla="*/ 143351 h 466725"/>
                <a:gd name="connsiteX59" fmla="*/ 593027 w 600075"/>
                <a:gd name="connsiteY59" fmla="*/ 143542 h 466725"/>
                <a:gd name="connsiteX60" fmla="*/ 592550 w 600075"/>
                <a:gd name="connsiteY60" fmla="*/ 143637 h 466725"/>
                <a:gd name="connsiteX61" fmla="*/ 589788 w 600075"/>
                <a:gd name="connsiteY61" fmla="*/ 143542 h 466725"/>
                <a:gd name="connsiteX62" fmla="*/ 587216 w 600075"/>
                <a:gd name="connsiteY62" fmla="*/ 143923 h 466725"/>
                <a:gd name="connsiteX63" fmla="*/ 584930 w 600075"/>
                <a:gd name="connsiteY63" fmla="*/ 143923 h 466725"/>
                <a:gd name="connsiteX64" fmla="*/ 574548 w 600075"/>
                <a:gd name="connsiteY64" fmla="*/ 142208 h 466725"/>
                <a:gd name="connsiteX65" fmla="*/ 574072 w 600075"/>
                <a:gd name="connsiteY65" fmla="*/ 142399 h 466725"/>
                <a:gd name="connsiteX66" fmla="*/ 573310 w 600075"/>
                <a:gd name="connsiteY66" fmla="*/ 142875 h 466725"/>
                <a:gd name="connsiteX67" fmla="*/ 572643 w 600075"/>
                <a:gd name="connsiteY67" fmla="*/ 143446 h 466725"/>
                <a:gd name="connsiteX68" fmla="*/ 572072 w 600075"/>
                <a:gd name="connsiteY68" fmla="*/ 144018 h 466725"/>
                <a:gd name="connsiteX69" fmla="*/ 571881 w 600075"/>
                <a:gd name="connsiteY69" fmla="*/ 144399 h 466725"/>
                <a:gd name="connsiteX70" fmla="*/ 571690 w 600075"/>
                <a:gd name="connsiteY70" fmla="*/ 144780 h 466725"/>
                <a:gd name="connsiteX71" fmla="*/ 571214 w 600075"/>
                <a:gd name="connsiteY71" fmla="*/ 146209 h 466725"/>
                <a:gd name="connsiteX72" fmla="*/ 570929 w 600075"/>
                <a:gd name="connsiteY72" fmla="*/ 147828 h 466725"/>
                <a:gd name="connsiteX73" fmla="*/ 570738 w 600075"/>
                <a:gd name="connsiteY73" fmla="*/ 148304 h 466725"/>
                <a:gd name="connsiteX74" fmla="*/ 570452 w 600075"/>
                <a:gd name="connsiteY74" fmla="*/ 148590 h 466725"/>
                <a:gd name="connsiteX75" fmla="*/ 570071 w 600075"/>
                <a:gd name="connsiteY75" fmla="*/ 148780 h 466725"/>
                <a:gd name="connsiteX76" fmla="*/ 569595 w 600075"/>
                <a:gd name="connsiteY76" fmla="*/ 148876 h 466725"/>
                <a:gd name="connsiteX77" fmla="*/ 567976 w 600075"/>
                <a:gd name="connsiteY77" fmla="*/ 148780 h 466725"/>
                <a:gd name="connsiteX78" fmla="*/ 567499 w 600075"/>
                <a:gd name="connsiteY78" fmla="*/ 148780 h 466725"/>
                <a:gd name="connsiteX79" fmla="*/ 567023 w 600075"/>
                <a:gd name="connsiteY79" fmla="*/ 148971 h 466725"/>
                <a:gd name="connsiteX80" fmla="*/ 566738 w 600075"/>
                <a:gd name="connsiteY80" fmla="*/ 149257 h 466725"/>
                <a:gd name="connsiteX81" fmla="*/ 563880 w 600075"/>
                <a:gd name="connsiteY81" fmla="*/ 153162 h 466725"/>
                <a:gd name="connsiteX82" fmla="*/ 563308 w 600075"/>
                <a:gd name="connsiteY82" fmla="*/ 153734 h 466725"/>
                <a:gd name="connsiteX83" fmla="*/ 562642 w 600075"/>
                <a:gd name="connsiteY83" fmla="*/ 154210 h 466725"/>
                <a:gd name="connsiteX84" fmla="*/ 562070 w 600075"/>
                <a:gd name="connsiteY84" fmla="*/ 154210 h 466725"/>
                <a:gd name="connsiteX85" fmla="*/ 561404 w 600075"/>
                <a:gd name="connsiteY85" fmla="*/ 153829 h 466725"/>
                <a:gd name="connsiteX86" fmla="*/ 560165 w 600075"/>
                <a:gd name="connsiteY86" fmla="*/ 152686 h 466725"/>
                <a:gd name="connsiteX87" fmla="*/ 559308 w 600075"/>
                <a:gd name="connsiteY87" fmla="*/ 152114 h 466725"/>
                <a:gd name="connsiteX88" fmla="*/ 558260 w 600075"/>
                <a:gd name="connsiteY88" fmla="*/ 151638 h 466725"/>
                <a:gd name="connsiteX89" fmla="*/ 556355 w 600075"/>
                <a:gd name="connsiteY89" fmla="*/ 151352 h 466725"/>
                <a:gd name="connsiteX90" fmla="*/ 555879 w 600075"/>
                <a:gd name="connsiteY90" fmla="*/ 151162 h 466725"/>
                <a:gd name="connsiteX91" fmla="*/ 555498 w 600075"/>
                <a:gd name="connsiteY91" fmla="*/ 150876 h 466725"/>
                <a:gd name="connsiteX92" fmla="*/ 555403 w 600075"/>
                <a:gd name="connsiteY92" fmla="*/ 150304 h 466725"/>
                <a:gd name="connsiteX93" fmla="*/ 555498 w 600075"/>
                <a:gd name="connsiteY93" fmla="*/ 149828 h 466725"/>
                <a:gd name="connsiteX94" fmla="*/ 555593 w 600075"/>
                <a:gd name="connsiteY94" fmla="*/ 149352 h 466725"/>
                <a:gd name="connsiteX95" fmla="*/ 557974 w 600075"/>
                <a:gd name="connsiteY95" fmla="*/ 144875 h 466725"/>
                <a:gd name="connsiteX96" fmla="*/ 559213 w 600075"/>
                <a:gd name="connsiteY96" fmla="*/ 141065 h 466725"/>
                <a:gd name="connsiteX97" fmla="*/ 559308 w 600075"/>
                <a:gd name="connsiteY97" fmla="*/ 140589 h 466725"/>
                <a:gd name="connsiteX98" fmla="*/ 559308 w 600075"/>
                <a:gd name="connsiteY98" fmla="*/ 140018 h 466725"/>
                <a:gd name="connsiteX99" fmla="*/ 559213 w 600075"/>
                <a:gd name="connsiteY99" fmla="*/ 139541 h 466725"/>
                <a:gd name="connsiteX100" fmla="*/ 559118 w 600075"/>
                <a:gd name="connsiteY100" fmla="*/ 139065 h 466725"/>
                <a:gd name="connsiteX101" fmla="*/ 558927 w 600075"/>
                <a:gd name="connsiteY101" fmla="*/ 138684 h 466725"/>
                <a:gd name="connsiteX102" fmla="*/ 556927 w 600075"/>
                <a:gd name="connsiteY102" fmla="*/ 136493 h 466725"/>
                <a:gd name="connsiteX103" fmla="*/ 556736 w 600075"/>
                <a:gd name="connsiteY103" fmla="*/ 136112 h 466725"/>
                <a:gd name="connsiteX104" fmla="*/ 556641 w 600075"/>
                <a:gd name="connsiteY104" fmla="*/ 135731 h 466725"/>
                <a:gd name="connsiteX105" fmla="*/ 556641 w 600075"/>
                <a:gd name="connsiteY105" fmla="*/ 135350 h 466725"/>
                <a:gd name="connsiteX106" fmla="*/ 557213 w 600075"/>
                <a:gd name="connsiteY106" fmla="*/ 134112 h 466725"/>
                <a:gd name="connsiteX107" fmla="*/ 557308 w 600075"/>
                <a:gd name="connsiteY107" fmla="*/ 133636 h 466725"/>
                <a:gd name="connsiteX108" fmla="*/ 557308 w 600075"/>
                <a:gd name="connsiteY108" fmla="*/ 133160 h 466725"/>
                <a:gd name="connsiteX109" fmla="*/ 557022 w 600075"/>
                <a:gd name="connsiteY109" fmla="*/ 131159 h 466725"/>
                <a:gd name="connsiteX110" fmla="*/ 556736 w 600075"/>
                <a:gd name="connsiteY110" fmla="*/ 130207 h 466725"/>
                <a:gd name="connsiteX111" fmla="*/ 555688 w 600075"/>
                <a:gd name="connsiteY111" fmla="*/ 127826 h 466725"/>
                <a:gd name="connsiteX112" fmla="*/ 555593 w 600075"/>
                <a:gd name="connsiteY112" fmla="*/ 127349 h 466725"/>
                <a:gd name="connsiteX113" fmla="*/ 555593 w 600075"/>
                <a:gd name="connsiteY113" fmla="*/ 126873 h 466725"/>
                <a:gd name="connsiteX114" fmla="*/ 555688 w 600075"/>
                <a:gd name="connsiteY114" fmla="*/ 126492 h 466725"/>
                <a:gd name="connsiteX115" fmla="*/ 555879 w 600075"/>
                <a:gd name="connsiteY115" fmla="*/ 126111 h 466725"/>
                <a:gd name="connsiteX116" fmla="*/ 556736 w 600075"/>
                <a:gd name="connsiteY116" fmla="*/ 125063 h 466725"/>
                <a:gd name="connsiteX117" fmla="*/ 557117 w 600075"/>
                <a:gd name="connsiteY117" fmla="*/ 124206 h 466725"/>
                <a:gd name="connsiteX118" fmla="*/ 557498 w 600075"/>
                <a:gd name="connsiteY118" fmla="*/ 123349 h 466725"/>
                <a:gd name="connsiteX119" fmla="*/ 557879 w 600075"/>
                <a:gd name="connsiteY119" fmla="*/ 122682 h 466725"/>
                <a:gd name="connsiteX120" fmla="*/ 558165 w 600075"/>
                <a:gd name="connsiteY120" fmla="*/ 122111 h 466725"/>
                <a:gd name="connsiteX121" fmla="*/ 558260 w 600075"/>
                <a:gd name="connsiteY121" fmla="*/ 121634 h 466725"/>
                <a:gd name="connsiteX122" fmla="*/ 558260 w 600075"/>
                <a:gd name="connsiteY122" fmla="*/ 121158 h 466725"/>
                <a:gd name="connsiteX123" fmla="*/ 558165 w 600075"/>
                <a:gd name="connsiteY123" fmla="*/ 120682 h 466725"/>
                <a:gd name="connsiteX124" fmla="*/ 557974 w 600075"/>
                <a:gd name="connsiteY124" fmla="*/ 120301 h 466725"/>
                <a:gd name="connsiteX125" fmla="*/ 557213 w 600075"/>
                <a:gd name="connsiteY125" fmla="*/ 119634 h 466725"/>
                <a:gd name="connsiteX126" fmla="*/ 555022 w 600075"/>
                <a:gd name="connsiteY126" fmla="*/ 118205 h 466725"/>
                <a:gd name="connsiteX127" fmla="*/ 554641 w 600075"/>
                <a:gd name="connsiteY127" fmla="*/ 117920 h 466725"/>
                <a:gd name="connsiteX128" fmla="*/ 554450 w 600075"/>
                <a:gd name="connsiteY128" fmla="*/ 117538 h 466725"/>
                <a:gd name="connsiteX129" fmla="*/ 554355 w 600075"/>
                <a:gd name="connsiteY129" fmla="*/ 117062 h 466725"/>
                <a:gd name="connsiteX130" fmla="*/ 554450 w 600075"/>
                <a:gd name="connsiteY130" fmla="*/ 116586 h 466725"/>
                <a:gd name="connsiteX131" fmla="*/ 555212 w 600075"/>
                <a:gd name="connsiteY131" fmla="*/ 114871 h 466725"/>
                <a:gd name="connsiteX132" fmla="*/ 555307 w 600075"/>
                <a:gd name="connsiteY132" fmla="*/ 114395 h 466725"/>
                <a:gd name="connsiteX133" fmla="*/ 555403 w 600075"/>
                <a:gd name="connsiteY133" fmla="*/ 113919 h 466725"/>
                <a:gd name="connsiteX134" fmla="*/ 555403 w 600075"/>
                <a:gd name="connsiteY134" fmla="*/ 113443 h 466725"/>
                <a:gd name="connsiteX135" fmla="*/ 555307 w 600075"/>
                <a:gd name="connsiteY135" fmla="*/ 112967 h 466725"/>
                <a:gd name="connsiteX136" fmla="*/ 555117 w 600075"/>
                <a:gd name="connsiteY136" fmla="*/ 112586 h 466725"/>
                <a:gd name="connsiteX137" fmla="*/ 554831 w 600075"/>
                <a:gd name="connsiteY137" fmla="*/ 112204 h 466725"/>
                <a:gd name="connsiteX138" fmla="*/ 554450 w 600075"/>
                <a:gd name="connsiteY138" fmla="*/ 111919 h 466725"/>
                <a:gd name="connsiteX139" fmla="*/ 552831 w 600075"/>
                <a:gd name="connsiteY139" fmla="*/ 111062 h 466725"/>
                <a:gd name="connsiteX140" fmla="*/ 552355 w 600075"/>
                <a:gd name="connsiteY140" fmla="*/ 110871 h 466725"/>
                <a:gd name="connsiteX141" fmla="*/ 551688 w 600075"/>
                <a:gd name="connsiteY141" fmla="*/ 110871 h 466725"/>
                <a:gd name="connsiteX142" fmla="*/ 551116 w 600075"/>
                <a:gd name="connsiteY142" fmla="*/ 110966 h 466725"/>
                <a:gd name="connsiteX143" fmla="*/ 547973 w 600075"/>
                <a:gd name="connsiteY143" fmla="*/ 112586 h 466725"/>
                <a:gd name="connsiteX144" fmla="*/ 547211 w 600075"/>
                <a:gd name="connsiteY144" fmla="*/ 112871 h 466725"/>
                <a:gd name="connsiteX145" fmla="*/ 546640 w 600075"/>
                <a:gd name="connsiteY145" fmla="*/ 112871 h 466725"/>
                <a:gd name="connsiteX146" fmla="*/ 545973 w 600075"/>
                <a:gd name="connsiteY146" fmla="*/ 112395 h 466725"/>
                <a:gd name="connsiteX147" fmla="*/ 543878 w 600075"/>
                <a:gd name="connsiteY147" fmla="*/ 110204 h 466725"/>
                <a:gd name="connsiteX148" fmla="*/ 543497 w 600075"/>
                <a:gd name="connsiteY148" fmla="*/ 109919 h 466725"/>
                <a:gd name="connsiteX149" fmla="*/ 543115 w 600075"/>
                <a:gd name="connsiteY149" fmla="*/ 109728 h 466725"/>
                <a:gd name="connsiteX150" fmla="*/ 542258 w 600075"/>
                <a:gd name="connsiteY150" fmla="*/ 110014 h 466725"/>
                <a:gd name="connsiteX151" fmla="*/ 541211 w 600075"/>
                <a:gd name="connsiteY151" fmla="*/ 110776 h 466725"/>
                <a:gd name="connsiteX152" fmla="*/ 534829 w 600075"/>
                <a:gd name="connsiteY152" fmla="*/ 116872 h 466725"/>
                <a:gd name="connsiteX153" fmla="*/ 532924 w 600075"/>
                <a:gd name="connsiteY153" fmla="*/ 117920 h 466725"/>
                <a:gd name="connsiteX154" fmla="*/ 531590 w 600075"/>
                <a:gd name="connsiteY154" fmla="*/ 118491 h 466725"/>
                <a:gd name="connsiteX155" fmla="*/ 531209 w 600075"/>
                <a:gd name="connsiteY155" fmla="*/ 118681 h 466725"/>
                <a:gd name="connsiteX156" fmla="*/ 530733 w 600075"/>
                <a:gd name="connsiteY156" fmla="*/ 119253 h 466725"/>
                <a:gd name="connsiteX157" fmla="*/ 530257 w 600075"/>
                <a:gd name="connsiteY157" fmla="*/ 120205 h 466725"/>
                <a:gd name="connsiteX158" fmla="*/ 528828 w 600075"/>
                <a:gd name="connsiteY158" fmla="*/ 124778 h 466725"/>
                <a:gd name="connsiteX159" fmla="*/ 527495 w 600075"/>
                <a:gd name="connsiteY159" fmla="*/ 127445 h 466725"/>
                <a:gd name="connsiteX160" fmla="*/ 524923 w 600075"/>
                <a:gd name="connsiteY160" fmla="*/ 129445 h 466725"/>
                <a:gd name="connsiteX161" fmla="*/ 524351 w 600075"/>
                <a:gd name="connsiteY161" fmla="*/ 129635 h 466725"/>
                <a:gd name="connsiteX162" fmla="*/ 523589 w 600075"/>
                <a:gd name="connsiteY162" fmla="*/ 129730 h 466725"/>
                <a:gd name="connsiteX163" fmla="*/ 523018 w 600075"/>
                <a:gd name="connsiteY163" fmla="*/ 129445 h 466725"/>
                <a:gd name="connsiteX164" fmla="*/ 522161 w 600075"/>
                <a:gd name="connsiteY164" fmla="*/ 128873 h 466725"/>
                <a:gd name="connsiteX165" fmla="*/ 521875 w 600075"/>
                <a:gd name="connsiteY165" fmla="*/ 128588 h 466725"/>
                <a:gd name="connsiteX166" fmla="*/ 521684 w 600075"/>
                <a:gd name="connsiteY166" fmla="*/ 128206 h 466725"/>
                <a:gd name="connsiteX167" fmla="*/ 520637 w 600075"/>
                <a:gd name="connsiteY167" fmla="*/ 125635 h 466725"/>
                <a:gd name="connsiteX168" fmla="*/ 518351 w 600075"/>
                <a:gd name="connsiteY168" fmla="*/ 122587 h 466725"/>
                <a:gd name="connsiteX169" fmla="*/ 517779 w 600075"/>
                <a:gd name="connsiteY169" fmla="*/ 121444 h 466725"/>
                <a:gd name="connsiteX170" fmla="*/ 517588 w 600075"/>
                <a:gd name="connsiteY170" fmla="*/ 120872 h 466725"/>
                <a:gd name="connsiteX171" fmla="*/ 517493 w 600075"/>
                <a:gd name="connsiteY171" fmla="*/ 120301 h 466725"/>
                <a:gd name="connsiteX172" fmla="*/ 517493 w 600075"/>
                <a:gd name="connsiteY172" fmla="*/ 118586 h 466725"/>
                <a:gd name="connsiteX173" fmla="*/ 517588 w 600075"/>
                <a:gd name="connsiteY173" fmla="*/ 118015 h 466725"/>
                <a:gd name="connsiteX174" fmla="*/ 517874 w 600075"/>
                <a:gd name="connsiteY174" fmla="*/ 117062 h 466725"/>
                <a:gd name="connsiteX175" fmla="*/ 519113 w 600075"/>
                <a:gd name="connsiteY175" fmla="*/ 114300 h 466725"/>
                <a:gd name="connsiteX176" fmla="*/ 520732 w 600075"/>
                <a:gd name="connsiteY176" fmla="*/ 109252 h 466725"/>
                <a:gd name="connsiteX177" fmla="*/ 521018 w 600075"/>
                <a:gd name="connsiteY177" fmla="*/ 108776 h 466725"/>
                <a:gd name="connsiteX178" fmla="*/ 521303 w 600075"/>
                <a:gd name="connsiteY178" fmla="*/ 108395 h 466725"/>
                <a:gd name="connsiteX179" fmla="*/ 521684 w 600075"/>
                <a:gd name="connsiteY179" fmla="*/ 108204 h 466725"/>
                <a:gd name="connsiteX180" fmla="*/ 522161 w 600075"/>
                <a:gd name="connsiteY180" fmla="*/ 108013 h 466725"/>
                <a:gd name="connsiteX181" fmla="*/ 524637 w 600075"/>
                <a:gd name="connsiteY181" fmla="*/ 107537 h 466725"/>
                <a:gd name="connsiteX182" fmla="*/ 525113 w 600075"/>
                <a:gd name="connsiteY182" fmla="*/ 107347 h 466725"/>
                <a:gd name="connsiteX183" fmla="*/ 526256 w 600075"/>
                <a:gd name="connsiteY183" fmla="*/ 106680 h 466725"/>
                <a:gd name="connsiteX184" fmla="*/ 526923 w 600075"/>
                <a:gd name="connsiteY184" fmla="*/ 106109 h 466725"/>
                <a:gd name="connsiteX185" fmla="*/ 529304 w 600075"/>
                <a:gd name="connsiteY185" fmla="*/ 103632 h 466725"/>
                <a:gd name="connsiteX186" fmla="*/ 529876 w 600075"/>
                <a:gd name="connsiteY186" fmla="*/ 102870 h 466725"/>
                <a:gd name="connsiteX187" fmla="*/ 530447 w 600075"/>
                <a:gd name="connsiteY187" fmla="*/ 101441 h 466725"/>
                <a:gd name="connsiteX188" fmla="*/ 530543 w 600075"/>
                <a:gd name="connsiteY188" fmla="*/ 100870 h 466725"/>
                <a:gd name="connsiteX189" fmla="*/ 530543 w 600075"/>
                <a:gd name="connsiteY189" fmla="*/ 100584 h 466725"/>
                <a:gd name="connsiteX190" fmla="*/ 530543 w 600075"/>
                <a:gd name="connsiteY190" fmla="*/ 100489 h 466725"/>
                <a:gd name="connsiteX191" fmla="*/ 530257 w 600075"/>
                <a:gd name="connsiteY191" fmla="*/ 99155 h 466725"/>
                <a:gd name="connsiteX192" fmla="*/ 530162 w 600075"/>
                <a:gd name="connsiteY192" fmla="*/ 98203 h 466725"/>
                <a:gd name="connsiteX193" fmla="*/ 530352 w 600075"/>
                <a:gd name="connsiteY193" fmla="*/ 97727 h 466725"/>
                <a:gd name="connsiteX194" fmla="*/ 530638 w 600075"/>
                <a:gd name="connsiteY194" fmla="*/ 97346 h 466725"/>
                <a:gd name="connsiteX195" fmla="*/ 532257 w 600075"/>
                <a:gd name="connsiteY195" fmla="*/ 96584 h 466725"/>
                <a:gd name="connsiteX196" fmla="*/ 532638 w 600075"/>
                <a:gd name="connsiteY196" fmla="*/ 96298 h 466725"/>
                <a:gd name="connsiteX197" fmla="*/ 533019 w 600075"/>
                <a:gd name="connsiteY197" fmla="*/ 95917 h 466725"/>
                <a:gd name="connsiteX198" fmla="*/ 533495 w 600075"/>
                <a:gd name="connsiteY198" fmla="*/ 94964 h 466725"/>
                <a:gd name="connsiteX199" fmla="*/ 533686 w 600075"/>
                <a:gd name="connsiteY199" fmla="*/ 93917 h 466725"/>
                <a:gd name="connsiteX200" fmla="*/ 533876 w 600075"/>
                <a:gd name="connsiteY200" fmla="*/ 92107 h 466725"/>
                <a:gd name="connsiteX201" fmla="*/ 534067 w 600075"/>
                <a:gd name="connsiteY201" fmla="*/ 91154 h 466725"/>
                <a:gd name="connsiteX202" fmla="*/ 534257 w 600075"/>
                <a:gd name="connsiteY202" fmla="*/ 90488 h 466725"/>
                <a:gd name="connsiteX203" fmla="*/ 534829 w 600075"/>
                <a:gd name="connsiteY203" fmla="*/ 89821 h 466725"/>
                <a:gd name="connsiteX204" fmla="*/ 535496 w 600075"/>
                <a:gd name="connsiteY204" fmla="*/ 89249 h 466725"/>
                <a:gd name="connsiteX205" fmla="*/ 536257 w 600075"/>
                <a:gd name="connsiteY205" fmla="*/ 88773 h 466725"/>
                <a:gd name="connsiteX206" fmla="*/ 537115 w 600075"/>
                <a:gd name="connsiteY206" fmla="*/ 88392 h 466725"/>
                <a:gd name="connsiteX207" fmla="*/ 538544 w 600075"/>
                <a:gd name="connsiteY207" fmla="*/ 88011 h 466725"/>
                <a:gd name="connsiteX208" fmla="*/ 540163 w 600075"/>
                <a:gd name="connsiteY208" fmla="*/ 87916 h 466725"/>
                <a:gd name="connsiteX209" fmla="*/ 540639 w 600075"/>
                <a:gd name="connsiteY209" fmla="*/ 87821 h 466725"/>
                <a:gd name="connsiteX210" fmla="*/ 541020 w 600075"/>
                <a:gd name="connsiteY210" fmla="*/ 87630 h 466725"/>
                <a:gd name="connsiteX211" fmla="*/ 541401 w 600075"/>
                <a:gd name="connsiteY211" fmla="*/ 87344 h 466725"/>
                <a:gd name="connsiteX212" fmla="*/ 543687 w 600075"/>
                <a:gd name="connsiteY212" fmla="*/ 84582 h 466725"/>
                <a:gd name="connsiteX213" fmla="*/ 543973 w 600075"/>
                <a:gd name="connsiteY213" fmla="*/ 83915 h 466725"/>
                <a:gd name="connsiteX214" fmla="*/ 544068 w 600075"/>
                <a:gd name="connsiteY214" fmla="*/ 83248 h 466725"/>
                <a:gd name="connsiteX215" fmla="*/ 544068 w 600075"/>
                <a:gd name="connsiteY215" fmla="*/ 81915 h 466725"/>
                <a:gd name="connsiteX216" fmla="*/ 544163 w 600075"/>
                <a:gd name="connsiteY216" fmla="*/ 81439 h 466725"/>
                <a:gd name="connsiteX217" fmla="*/ 544354 w 600075"/>
                <a:gd name="connsiteY217" fmla="*/ 80963 h 466725"/>
                <a:gd name="connsiteX218" fmla="*/ 545497 w 600075"/>
                <a:gd name="connsiteY218" fmla="*/ 79438 h 466725"/>
                <a:gd name="connsiteX219" fmla="*/ 546259 w 600075"/>
                <a:gd name="connsiteY219" fmla="*/ 78105 h 466725"/>
                <a:gd name="connsiteX220" fmla="*/ 546545 w 600075"/>
                <a:gd name="connsiteY220" fmla="*/ 77248 h 466725"/>
                <a:gd name="connsiteX221" fmla="*/ 546640 w 600075"/>
                <a:gd name="connsiteY221" fmla="*/ 76581 h 466725"/>
                <a:gd name="connsiteX222" fmla="*/ 546545 w 600075"/>
                <a:gd name="connsiteY222" fmla="*/ 76105 h 466725"/>
                <a:gd name="connsiteX223" fmla="*/ 546449 w 600075"/>
                <a:gd name="connsiteY223" fmla="*/ 75629 h 466725"/>
                <a:gd name="connsiteX224" fmla="*/ 546354 w 600075"/>
                <a:gd name="connsiteY224" fmla="*/ 75152 h 466725"/>
                <a:gd name="connsiteX225" fmla="*/ 546354 w 600075"/>
                <a:gd name="connsiteY225" fmla="*/ 74486 h 466725"/>
                <a:gd name="connsiteX226" fmla="*/ 547021 w 600075"/>
                <a:gd name="connsiteY226" fmla="*/ 70485 h 466725"/>
                <a:gd name="connsiteX227" fmla="*/ 547021 w 600075"/>
                <a:gd name="connsiteY227" fmla="*/ 70009 h 466725"/>
                <a:gd name="connsiteX228" fmla="*/ 546926 w 600075"/>
                <a:gd name="connsiteY228" fmla="*/ 69533 h 466725"/>
                <a:gd name="connsiteX229" fmla="*/ 545402 w 600075"/>
                <a:gd name="connsiteY229" fmla="*/ 66199 h 466725"/>
                <a:gd name="connsiteX230" fmla="*/ 545306 w 600075"/>
                <a:gd name="connsiteY230" fmla="*/ 65532 h 466725"/>
                <a:gd name="connsiteX231" fmla="*/ 545497 w 600075"/>
                <a:gd name="connsiteY231" fmla="*/ 64961 h 466725"/>
                <a:gd name="connsiteX232" fmla="*/ 545782 w 600075"/>
                <a:gd name="connsiteY232" fmla="*/ 64389 h 466725"/>
                <a:gd name="connsiteX233" fmla="*/ 546259 w 600075"/>
                <a:gd name="connsiteY233" fmla="*/ 63627 h 466725"/>
                <a:gd name="connsiteX234" fmla="*/ 546449 w 600075"/>
                <a:gd name="connsiteY234" fmla="*/ 62960 h 466725"/>
                <a:gd name="connsiteX235" fmla="*/ 546545 w 600075"/>
                <a:gd name="connsiteY235" fmla="*/ 62389 h 466725"/>
                <a:gd name="connsiteX236" fmla="*/ 546545 w 600075"/>
                <a:gd name="connsiteY236" fmla="*/ 61817 h 466725"/>
                <a:gd name="connsiteX237" fmla="*/ 546449 w 600075"/>
                <a:gd name="connsiteY237" fmla="*/ 59246 h 466725"/>
                <a:gd name="connsiteX238" fmla="*/ 546640 w 600075"/>
                <a:gd name="connsiteY238" fmla="*/ 58674 h 466725"/>
                <a:gd name="connsiteX239" fmla="*/ 546926 w 600075"/>
                <a:gd name="connsiteY239" fmla="*/ 58293 h 466725"/>
                <a:gd name="connsiteX240" fmla="*/ 547402 w 600075"/>
                <a:gd name="connsiteY240" fmla="*/ 58198 h 466725"/>
                <a:gd name="connsiteX241" fmla="*/ 549021 w 600075"/>
                <a:gd name="connsiteY241" fmla="*/ 58198 h 466725"/>
                <a:gd name="connsiteX242" fmla="*/ 549497 w 600075"/>
                <a:gd name="connsiteY242" fmla="*/ 58103 h 466725"/>
                <a:gd name="connsiteX243" fmla="*/ 549878 w 600075"/>
                <a:gd name="connsiteY243" fmla="*/ 57912 h 466725"/>
                <a:gd name="connsiteX244" fmla="*/ 550259 w 600075"/>
                <a:gd name="connsiteY244" fmla="*/ 57531 h 466725"/>
                <a:gd name="connsiteX245" fmla="*/ 550640 w 600075"/>
                <a:gd name="connsiteY245" fmla="*/ 56960 h 466725"/>
                <a:gd name="connsiteX246" fmla="*/ 551783 w 600075"/>
                <a:gd name="connsiteY246" fmla="*/ 54769 h 466725"/>
                <a:gd name="connsiteX247" fmla="*/ 552926 w 600075"/>
                <a:gd name="connsiteY247" fmla="*/ 53340 h 466725"/>
                <a:gd name="connsiteX248" fmla="*/ 553879 w 600075"/>
                <a:gd name="connsiteY248" fmla="*/ 51816 h 466725"/>
                <a:gd name="connsiteX249" fmla="*/ 554164 w 600075"/>
                <a:gd name="connsiteY249" fmla="*/ 50673 h 466725"/>
                <a:gd name="connsiteX250" fmla="*/ 554260 w 600075"/>
                <a:gd name="connsiteY250" fmla="*/ 49721 h 466725"/>
                <a:gd name="connsiteX251" fmla="*/ 554260 w 600075"/>
                <a:gd name="connsiteY251" fmla="*/ 48387 h 466725"/>
                <a:gd name="connsiteX252" fmla="*/ 554450 w 600075"/>
                <a:gd name="connsiteY252" fmla="*/ 47625 h 466725"/>
                <a:gd name="connsiteX253" fmla="*/ 554831 w 600075"/>
                <a:gd name="connsiteY253" fmla="*/ 47054 h 466725"/>
                <a:gd name="connsiteX254" fmla="*/ 558832 w 600075"/>
                <a:gd name="connsiteY254" fmla="*/ 44101 h 466725"/>
                <a:gd name="connsiteX255" fmla="*/ 559118 w 600075"/>
                <a:gd name="connsiteY255" fmla="*/ 43625 h 466725"/>
                <a:gd name="connsiteX256" fmla="*/ 558927 w 600075"/>
                <a:gd name="connsiteY256" fmla="*/ 43339 h 466725"/>
                <a:gd name="connsiteX257" fmla="*/ 557403 w 600075"/>
                <a:gd name="connsiteY257" fmla="*/ 43148 h 466725"/>
                <a:gd name="connsiteX258" fmla="*/ 557117 w 600075"/>
                <a:gd name="connsiteY258" fmla="*/ 42672 h 466725"/>
                <a:gd name="connsiteX259" fmla="*/ 557213 w 600075"/>
                <a:gd name="connsiteY259" fmla="*/ 42196 h 466725"/>
                <a:gd name="connsiteX260" fmla="*/ 557594 w 600075"/>
                <a:gd name="connsiteY260" fmla="*/ 41338 h 466725"/>
                <a:gd name="connsiteX261" fmla="*/ 557594 w 600075"/>
                <a:gd name="connsiteY261" fmla="*/ 40862 h 466725"/>
                <a:gd name="connsiteX262" fmla="*/ 557403 w 600075"/>
                <a:gd name="connsiteY262" fmla="*/ 40672 h 466725"/>
                <a:gd name="connsiteX263" fmla="*/ 556831 w 600075"/>
                <a:gd name="connsiteY263" fmla="*/ 40862 h 466725"/>
                <a:gd name="connsiteX264" fmla="*/ 553783 w 600075"/>
                <a:gd name="connsiteY264" fmla="*/ 42577 h 466725"/>
                <a:gd name="connsiteX265" fmla="*/ 550831 w 600075"/>
                <a:gd name="connsiteY265" fmla="*/ 42863 h 466725"/>
                <a:gd name="connsiteX266" fmla="*/ 548545 w 600075"/>
                <a:gd name="connsiteY266" fmla="*/ 42863 h 466725"/>
                <a:gd name="connsiteX267" fmla="*/ 547973 w 600075"/>
                <a:gd name="connsiteY267" fmla="*/ 42767 h 466725"/>
                <a:gd name="connsiteX268" fmla="*/ 547021 w 600075"/>
                <a:gd name="connsiteY268" fmla="*/ 42481 h 466725"/>
                <a:gd name="connsiteX269" fmla="*/ 546545 w 600075"/>
                <a:gd name="connsiteY269" fmla="*/ 42386 h 466725"/>
                <a:gd name="connsiteX270" fmla="*/ 546068 w 600075"/>
                <a:gd name="connsiteY270" fmla="*/ 42481 h 466725"/>
                <a:gd name="connsiteX271" fmla="*/ 545687 w 600075"/>
                <a:gd name="connsiteY271" fmla="*/ 42767 h 466725"/>
                <a:gd name="connsiteX272" fmla="*/ 545402 w 600075"/>
                <a:gd name="connsiteY272" fmla="*/ 43434 h 466725"/>
                <a:gd name="connsiteX273" fmla="*/ 545306 w 600075"/>
                <a:gd name="connsiteY273" fmla="*/ 44196 h 466725"/>
                <a:gd name="connsiteX274" fmla="*/ 545306 w 600075"/>
                <a:gd name="connsiteY274" fmla="*/ 45244 h 466725"/>
                <a:gd name="connsiteX275" fmla="*/ 545211 w 600075"/>
                <a:gd name="connsiteY275" fmla="*/ 45911 h 466725"/>
                <a:gd name="connsiteX276" fmla="*/ 544925 w 600075"/>
                <a:gd name="connsiteY276" fmla="*/ 46292 h 466725"/>
                <a:gd name="connsiteX277" fmla="*/ 544544 w 600075"/>
                <a:gd name="connsiteY277" fmla="*/ 46482 h 466725"/>
                <a:gd name="connsiteX278" fmla="*/ 544068 w 600075"/>
                <a:gd name="connsiteY278" fmla="*/ 46577 h 466725"/>
                <a:gd name="connsiteX279" fmla="*/ 543592 w 600075"/>
                <a:gd name="connsiteY279" fmla="*/ 46577 h 466725"/>
                <a:gd name="connsiteX280" fmla="*/ 542639 w 600075"/>
                <a:gd name="connsiteY280" fmla="*/ 46292 h 466725"/>
                <a:gd name="connsiteX281" fmla="*/ 541782 w 600075"/>
                <a:gd name="connsiteY281" fmla="*/ 45911 h 466725"/>
                <a:gd name="connsiteX282" fmla="*/ 540734 w 600075"/>
                <a:gd name="connsiteY282" fmla="*/ 45148 h 466725"/>
                <a:gd name="connsiteX283" fmla="*/ 539591 w 600075"/>
                <a:gd name="connsiteY283" fmla="*/ 43815 h 466725"/>
                <a:gd name="connsiteX284" fmla="*/ 537496 w 600075"/>
                <a:gd name="connsiteY284" fmla="*/ 40481 h 466725"/>
                <a:gd name="connsiteX285" fmla="*/ 537305 w 600075"/>
                <a:gd name="connsiteY285" fmla="*/ 39910 h 466725"/>
                <a:gd name="connsiteX286" fmla="*/ 537115 w 600075"/>
                <a:gd name="connsiteY286" fmla="*/ 39243 h 466725"/>
                <a:gd name="connsiteX287" fmla="*/ 536924 w 600075"/>
                <a:gd name="connsiteY287" fmla="*/ 38005 h 466725"/>
                <a:gd name="connsiteX288" fmla="*/ 536924 w 600075"/>
                <a:gd name="connsiteY288" fmla="*/ 37243 h 466725"/>
                <a:gd name="connsiteX289" fmla="*/ 537020 w 600075"/>
                <a:gd name="connsiteY289" fmla="*/ 36576 h 466725"/>
                <a:gd name="connsiteX290" fmla="*/ 537591 w 600075"/>
                <a:gd name="connsiteY290" fmla="*/ 34671 h 466725"/>
                <a:gd name="connsiteX291" fmla="*/ 539305 w 600075"/>
                <a:gd name="connsiteY291" fmla="*/ 30671 h 466725"/>
                <a:gd name="connsiteX292" fmla="*/ 539972 w 600075"/>
                <a:gd name="connsiteY292" fmla="*/ 28765 h 466725"/>
                <a:gd name="connsiteX293" fmla="*/ 541211 w 600075"/>
                <a:gd name="connsiteY293" fmla="*/ 22670 h 466725"/>
                <a:gd name="connsiteX294" fmla="*/ 541972 w 600075"/>
                <a:gd name="connsiteY294" fmla="*/ 15716 h 466725"/>
                <a:gd name="connsiteX295" fmla="*/ 542163 w 600075"/>
                <a:gd name="connsiteY295" fmla="*/ 15145 h 466725"/>
                <a:gd name="connsiteX296" fmla="*/ 542830 w 600075"/>
                <a:gd name="connsiteY296" fmla="*/ 14002 h 466725"/>
                <a:gd name="connsiteX297" fmla="*/ 543306 w 600075"/>
                <a:gd name="connsiteY297" fmla="*/ 12954 h 466725"/>
                <a:gd name="connsiteX298" fmla="*/ 543497 w 600075"/>
                <a:gd name="connsiteY298" fmla="*/ 12192 h 466725"/>
                <a:gd name="connsiteX299" fmla="*/ 543401 w 600075"/>
                <a:gd name="connsiteY299" fmla="*/ 11906 h 466725"/>
                <a:gd name="connsiteX300" fmla="*/ 543211 w 600075"/>
                <a:gd name="connsiteY300" fmla="*/ 11525 h 466725"/>
                <a:gd name="connsiteX301" fmla="*/ 543020 w 600075"/>
                <a:gd name="connsiteY301" fmla="*/ 11239 h 466725"/>
                <a:gd name="connsiteX302" fmla="*/ 541496 w 600075"/>
                <a:gd name="connsiteY302" fmla="*/ 9620 h 466725"/>
                <a:gd name="connsiteX303" fmla="*/ 541115 w 600075"/>
                <a:gd name="connsiteY303" fmla="*/ 9430 h 466725"/>
                <a:gd name="connsiteX304" fmla="*/ 540734 w 600075"/>
                <a:gd name="connsiteY304" fmla="*/ 9335 h 466725"/>
                <a:gd name="connsiteX305" fmla="*/ 540353 w 600075"/>
                <a:gd name="connsiteY305" fmla="*/ 9335 h 466725"/>
                <a:gd name="connsiteX306" fmla="*/ 538734 w 600075"/>
                <a:gd name="connsiteY306" fmla="*/ 9525 h 466725"/>
                <a:gd name="connsiteX307" fmla="*/ 538353 w 600075"/>
                <a:gd name="connsiteY307" fmla="*/ 9525 h 466725"/>
                <a:gd name="connsiteX308" fmla="*/ 537781 w 600075"/>
                <a:gd name="connsiteY308" fmla="*/ 9335 h 466725"/>
                <a:gd name="connsiteX309" fmla="*/ 536448 w 600075"/>
                <a:gd name="connsiteY309" fmla="*/ 8668 h 466725"/>
                <a:gd name="connsiteX310" fmla="*/ 534543 w 600075"/>
                <a:gd name="connsiteY310" fmla="*/ 8001 h 466725"/>
                <a:gd name="connsiteX311" fmla="*/ 532352 w 600075"/>
                <a:gd name="connsiteY311" fmla="*/ 7715 h 466725"/>
                <a:gd name="connsiteX312" fmla="*/ 531305 w 600075"/>
                <a:gd name="connsiteY312" fmla="*/ 7429 h 466725"/>
                <a:gd name="connsiteX313" fmla="*/ 524542 w 600075"/>
                <a:gd name="connsiteY313" fmla="*/ 4001 h 466725"/>
                <a:gd name="connsiteX314" fmla="*/ 524065 w 600075"/>
                <a:gd name="connsiteY314" fmla="*/ 3810 h 466725"/>
                <a:gd name="connsiteX315" fmla="*/ 521970 w 600075"/>
                <a:gd name="connsiteY315" fmla="*/ 3334 h 466725"/>
                <a:gd name="connsiteX316" fmla="*/ 521589 w 600075"/>
                <a:gd name="connsiteY316" fmla="*/ 3143 h 466725"/>
                <a:gd name="connsiteX317" fmla="*/ 519208 w 600075"/>
                <a:gd name="connsiteY317" fmla="*/ 1143 h 466725"/>
                <a:gd name="connsiteX318" fmla="*/ 518636 w 600075"/>
                <a:gd name="connsiteY318" fmla="*/ 381 h 466725"/>
                <a:gd name="connsiteX319" fmla="*/ 517303 w 600075"/>
                <a:gd name="connsiteY319" fmla="*/ 0 h 466725"/>
                <a:gd name="connsiteX320" fmla="*/ 516922 w 600075"/>
                <a:gd name="connsiteY320" fmla="*/ 190 h 466725"/>
                <a:gd name="connsiteX321" fmla="*/ 516350 w 600075"/>
                <a:gd name="connsiteY321" fmla="*/ 667 h 466725"/>
                <a:gd name="connsiteX322" fmla="*/ 515874 w 600075"/>
                <a:gd name="connsiteY322" fmla="*/ 1524 h 466725"/>
                <a:gd name="connsiteX323" fmla="*/ 515493 w 600075"/>
                <a:gd name="connsiteY323" fmla="*/ 2477 h 466725"/>
                <a:gd name="connsiteX324" fmla="*/ 514636 w 600075"/>
                <a:gd name="connsiteY324" fmla="*/ 6572 h 466725"/>
                <a:gd name="connsiteX325" fmla="*/ 513969 w 600075"/>
                <a:gd name="connsiteY325" fmla="*/ 8572 h 466725"/>
                <a:gd name="connsiteX326" fmla="*/ 513207 w 600075"/>
                <a:gd name="connsiteY326" fmla="*/ 9525 h 466725"/>
                <a:gd name="connsiteX327" fmla="*/ 511778 w 600075"/>
                <a:gd name="connsiteY327" fmla="*/ 10192 h 466725"/>
                <a:gd name="connsiteX328" fmla="*/ 499396 w 600075"/>
                <a:gd name="connsiteY328" fmla="*/ 10287 h 466725"/>
                <a:gd name="connsiteX329" fmla="*/ 498538 w 600075"/>
                <a:gd name="connsiteY329" fmla="*/ 10096 h 466725"/>
                <a:gd name="connsiteX330" fmla="*/ 497777 w 600075"/>
                <a:gd name="connsiteY330" fmla="*/ 9715 h 466725"/>
                <a:gd name="connsiteX331" fmla="*/ 497300 w 600075"/>
                <a:gd name="connsiteY331" fmla="*/ 9049 h 466725"/>
                <a:gd name="connsiteX332" fmla="*/ 497300 w 600075"/>
                <a:gd name="connsiteY332" fmla="*/ 8096 h 466725"/>
                <a:gd name="connsiteX333" fmla="*/ 497586 w 600075"/>
                <a:gd name="connsiteY333" fmla="*/ 6572 h 466725"/>
                <a:gd name="connsiteX334" fmla="*/ 497396 w 600075"/>
                <a:gd name="connsiteY334" fmla="*/ 5810 h 466725"/>
                <a:gd name="connsiteX335" fmla="*/ 496633 w 600075"/>
                <a:gd name="connsiteY335" fmla="*/ 5144 h 466725"/>
                <a:gd name="connsiteX336" fmla="*/ 495490 w 600075"/>
                <a:gd name="connsiteY336" fmla="*/ 4858 h 466725"/>
                <a:gd name="connsiteX337" fmla="*/ 492823 w 600075"/>
                <a:gd name="connsiteY337" fmla="*/ 4572 h 466725"/>
                <a:gd name="connsiteX338" fmla="*/ 487680 w 600075"/>
                <a:gd name="connsiteY338" fmla="*/ 3429 h 466725"/>
                <a:gd name="connsiteX339" fmla="*/ 486537 w 600075"/>
                <a:gd name="connsiteY339" fmla="*/ 3810 h 466725"/>
                <a:gd name="connsiteX340" fmla="*/ 485870 w 600075"/>
                <a:gd name="connsiteY340" fmla="*/ 4286 h 466725"/>
                <a:gd name="connsiteX341" fmla="*/ 485680 w 600075"/>
                <a:gd name="connsiteY341" fmla="*/ 4953 h 466725"/>
                <a:gd name="connsiteX342" fmla="*/ 485680 w 600075"/>
                <a:gd name="connsiteY342" fmla="*/ 5715 h 466725"/>
                <a:gd name="connsiteX343" fmla="*/ 485965 w 600075"/>
                <a:gd name="connsiteY343" fmla="*/ 7144 h 466725"/>
                <a:gd name="connsiteX344" fmla="*/ 486061 w 600075"/>
                <a:gd name="connsiteY344" fmla="*/ 7906 h 466725"/>
                <a:gd name="connsiteX345" fmla="*/ 485870 w 600075"/>
                <a:gd name="connsiteY345" fmla="*/ 8668 h 466725"/>
                <a:gd name="connsiteX346" fmla="*/ 485204 w 600075"/>
                <a:gd name="connsiteY346" fmla="*/ 9906 h 466725"/>
                <a:gd name="connsiteX347" fmla="*/ 485013 w 600075"/>
                <a:gd name="connsiteY347" fmla="*/ 10573 h 466725"/>
                <a:gd name="connsiteX348" fmla="*/ 485013 w 600075"/>
                <a:gd name="connsiteY348" fmla="*/ 11335 h 466725"/>
                <a:gd name="connsiteX349" fmla="*/ 485299 w 600075"/>
                <a:gd name="connsiteY349" fmla="*/ 12573 h 466725"/>
                <a:gd name="connsiteX350" fmla="*/ 485299 w 600075"/>
                <a:gd name="connsiteY350" fmla="*/ 12763 h 466725"/>
                <a:gd name="connsiteX351" fmla="*/ 485299 w 600075"/>
                <a:gd name="connsiteY351" fmla="*/ 13145 h 466725"/>
                <a:gd name="connsiteX352" fmla="*/ 485013 w 600075"/>
                <a:gd name="connsiteY352" fmla="*/ 13906 h 466725"/>
                <a:gd name="connsiteX353" fmla="*/ 484537 w 600075"/>
                <a:gd name="connsiteY353" fmla="*/ 14859 h 466725"/>
                <a:gd name="connsiteX354" fmla="*/ 480917 w 600075"/>
                <a:gd name="connsiteY354" fmla="*/ 19145 h 466725"/>
                <a:gd name="connsiteX355" fmla="*/ 480346 w 600075"/>
                <a:gd name="connsiteY355" fmla="*/ 19621 h 466725"/>
                <a:gd name="connsiteX356" fmla="*/ 479679 w 600075"/>
                <a:gd name="connsiteY356" fmla="*/ 19812 h 466725"/>
                <a:gd name="connsiteX357" fmla="*/ 477964 w 600075"/>
                <a:gd name="connsiteY357" fmla="*/ 20003 h 466725"/>
                <a:gd name="connsiteX358" fmla="*/ 476155 w 600075"/>
                <a:gd name="connsiteY358" fmla="*/ 20003 h 466725"/>
                <a:gd name="connsiteX359" fmla="*/ 474440 w 600075"/>
                <a:gd name="connsiteY359" fmla="*/ 20384 h 466725"/>
                <a:gd name="connsiteX360" fmla="*/ 473393 w 600075"/>
                <a:gd name="connsiteY360" fmla="*/ 20860 h 466725"/>
                <a:gd name="connsiteX361" fmla="*/ 472345 w 600075"/>
                <a:gd name="connsiteY361" fmla="*/ 21527 h 466725"/>
                <a:gd name="connsiteX362" fmla="*/ 469963 w 600075"/>
                <a:gd name="connsiteY362" fmla="*/ 23717 h 466725"/>
                <a:gd name="connsiteX363" fmla="*/ 469392 w 600075"/>
                <a:gd name="connsiteY363" fmla="*/ 24384 h 466725"/>
                <a:gd name="connsiteX364" fmla="*/ 469106 w 600075"/>
                <a:gd name="connsiteY364" fmla="*/ 24955 h 466725"/>
                <a:gd name="connsiteX365" fmla="*/ 465677 w 600075"/>
                <a:gd name="connsiteY365" fmla="*/ 33052 h 466725"/>
                <a:gd name="connsiteX366" fmla="*/ 464820 w 600075"/>
                <a:gd name="connsiteY366" fmla="*/ 34480 h 466725"/>
                <a:gd name="connsiteX367" fmla="*/ 464248 w 600075"/>
                <a:gd name="connsiteY367" fmla="*/ 35052 h 466725"/>
                <a:gd name="connsiteX368" fmla="*/ 461581 w 600075"/>
                <a:gd name="connsiteY368" fmla="*/ 36862 h 466725"/>
                <a:gd name="connsiteX369" fmla="*/ 460438 w 600075"/>
                <a:gd name="connsiteY369" fmla="*/ 36957 h 466725"/>
                <a:gd name="connsiteX370" fmla="*/ 459581 w 600075"/>
                <a:gd name="connsiteY370" fmla="*/ 36481 h 466725"/>
                <a:gd name="connsiteX371" fmla="*/ 458819 w 600075"/>
                <a:gd name="connsiteY371" fmla="*/ 34862 h 466725"/>
                <a:gd name="connsiteX372" fmla="*/ 458248 w 600075"/>
                <a:gd name="connsiteY372" fmla="*/ 34004 h 466725"/>
                <a:gd name="connsiteX373" fmla="*/ 456914 w 600075"/>
                <a:gd name="connsiteY373" fmla="*/ 32576 h 466725"/>
                <a:gd name="connsiteX374" fmla="*/ 456247 w 600075"/>
                <a:gd name="connsiteY374" fmla="*/ 31528 h 466725"/>
                <a:gd name="connsiteX375" fmla="*/ 454914 w 600075"/>
                <a:gd name="connsiteY375" fmla="*/ 30861 h 466725"/>
                <a:gd name="connsiteX376" fmla="*/ 452819 w 600075"/>
                <a:gd name="connsiteY376" fmla="*/ 30480 h 466725"/>
                <a:gd name="connsiteX377" fmla="*/ 448246 w 600075"/>
                <a:gd name="connsiteY377" fmla="*/ 31623 h 466725"/>
                <a:gd name="connsiteX378" fmla="*/ 445961 w 600075"/>
                <a:gd name="connsiteY378" fmla="*/ 31909 h 466725"/>
                <a:gd name="connsiteX379" fmla="*/ 444437 w 600075"/>
                <a:gd name="connsiteY379" fmla="*/ 31813 h 466725"/>
                <a:gd name="connsiteX380" fmla="*/ 443865 w 600075"/>
                <a:gd name="connsiteY380" fmla="*/ 31147 h 466725"/>
                <a:gd name="connsiteX381" fmla="*/ 443674 w 600075"/>
                <a:gd name="connsiteY381" fmla="*/ 30004 h 466725"/>
                <a:gd name="connsiteX382" fmla="*/ 443960 w 600075"/>
                <a:gd name="connsiteY382" fmla="*/ 28575 h 466725"/>
                <a:gd name="connsiteX383" fmla="*/ 444722 w 600075"/>
                <a:gd name="connsiteY383" fmla="*/ 26861 h 466725"/>
                <a:gd name="connsiteX384" fmla="*/ 446341 w 600075"/>
                <a:gd name="connsiteY384" fmla="*/ 24003 h 466725"/>
                <a:gd name="connsiteX385" fmla="*/ 446722 w 600075"/>
                <a:gd name="connsiteY385" fmla="*/ 22765 h 466725"/>
                <a:gd name="connsiteX386" fmla="*/ 446722 w 600075"/>
                <a:gd name="connsiteY386" fmla="*/ 21717 h 466725"/>
                <a:gd name="connsiteX387" fmla="*/ 446151 w 600075"/>
                <a:gd name="connsiteY387" fmla="*/ 20955 h 466725"/>
                <a:gd name="connsiteX388" fmla="*/ 445198 w 600075"/>
                <a:gd name="connsiteY388" fmla="*/ 20479 h 466725"/>
                <a:gd name="connsiteX389" fmla="*/ 442627 w 600075"/>
                <a:gd name="connsiteY389" fmla="*/ 20193 h 466725"/>
                <a:gd name="connsiteX390" fmla="*/ 442055 w 600075"/>
                <a:gd name="connsiteY390" fmla="*/ 20098 h 466725"/>
                <a:gd name="connsiteX391" fmla="*/ 441865 w 600075"/>
                <a:gd name="connsiteY391" fmla="*/ 19907 h 466725"/>
                <a:gd name="connsiteX392" fmla="*/ 440531 w 600075"/>
                <a:gd name="connsiteY392" fmla="*/ 18574 h 466725"/>
                <a:gd name="connsiteX393" fmla="*/ 440055 w 600075"/>
                <a:gd name="connsiteY393" fmla="*/ 18193 h 466725"/>
                <a:gd name="connsiteX394" fmla="*/ 439198 w 600075"/>
                <a:gd name="connsiteY394" fmla="*/ 17812 h 466725"/>
                <a:gd name="connsiteX395" fmla="*/ 438531 w 600075"/>
                <a:gd name="connsiteY395" fmla="*/ 17621 h 466725"/>
                <a:gd name="connsiteX396" fmla="*/ 436055 w 600075"/>
                <a:gd name="connsiteY396" fmla="*/ 17431 h 466725"/>
                <a:gd name="connsiteX397" fmla="*/ 434816 w 600075"/>
                <a:gd name="connsiteY397" fmla="*/ 18860 h 466725"/>
                <a:gd name="connsiteX398" fmla="*/ 434054 w 600075"/>
                <a:gd name="connsiteY398" fmla="*/ 20574 h 466725"/>
                <a:gd name="connsiteX399" fmla="*/ 431006 w 600075"/>
                <a:gd name="connsiteY399" fmla="*/ 28004 h 466725"/>
                <a:gd name="connsiteX400" fmla="*/ 429958 w 600075"/>
                <a:gd name="connsiteY400" fmla="*/ 29813 h 466725"/>
                <a:gd name="connsiteX401" fmla="*/ 429006 w 600075"/>
                <a:gd name="connsiteY401" fmla="*/ 30861 h 466725"/>
                <a:gd name="connsiteX402" fmla="*/ 426244 w 600075"/>
                <a:gd name="connsiteY402" fmla="*/ 31528 h 466725"/>
                <a:gd name="connsiteX403" fmla="*/ 425387 w 600075"/>
                <a:gd name="connsiteY403" fmla="*/ 31909 h 466725"/>
                <a:gd name="connsiteX404" fmla="*/ 424434 w 600075"/>
                <a:gd name="connsiteY404" fmla="*/ 32671 h 466725"/>
                <a:gd name="connsiteX405" fmla="*/ 423863 w 600075"/>
                <a:gd name="connsiteY405" fmla="*/ 33528 h 466725"/>
                <a:gd name="connsiteX406" fmla="*/ 423672 w 600075"/>
                <a:gd name="connsiteY406" fmla="*/ 34195 h 466725"/>
                <a:gd name="connsiteX407" fmla="*/ 423672 w 600075"/>
                <a:gd name="connsiteY407" fmla="*/ 34576 h 466725"/>
                <a:gd name="connsiteX408" fmla="*/ 423672 w 600075"/>
                <a:gd name="connsiteY408" fmla="*/ 34766 h 466725"/>
                <a:gd name="connsiteX409" fmla="*/ 423767 w 600075"/>
                <a:gd name="connsiteY409" fmla="*/ 35528 h 466725"/>
                <a:gd name="connsiteX410" fmla="*/ 424624 w 600075"/>
                <a:gd name="connsiteY410" fmla="*/ 38576 h 466725"/>
                <a:gd name="connsiteX411" fmla="*/ 424815 w 600075"/>
                <a:gd name="connsiteY411" fmla="*/ 39719 h 466725"/>
                <a:gd name="connsiteX412" fmla="*/ 424720 w 600075"/>
                <a:gd name="connsiteY412" fmla="*/ 41338 h 466725"/>
                <a:gd name="connsiteX413" fmla="*/ 424339 w 600075"/>
                <a:gd name="connsiteY413" fmla="*/ 42196 h 466725"/>
                <a:gd name="connsiteX414" fmla="*/ 423672 w 600075"/>
                <a:gd name="connsiteY414" fmla="*/ 42958 h 466725"/>
                <a:gd name="connsiteX415" fmla="*/ 422624 w 600075"/>
                <a:gd name="connsiteY415" fmla="*/ 43434 h 466725"/>
                <a:gd name="connsiteX416" fmla="*/ 418910 w 600075"/>
                <a:gd name="connsiteY416" fmla="*/ 44482 h 466725"/>
                <a:gd name="connsiteX417" fmla="*/ 416052 w 600075"/>
                <a:gd name="connsiteY417" fmla="*/ 44577 h 466725"/>
                <a:gd name="connsiteX418" fmla="*/ 415290 w 600075"/>
                <a:gd name="connsiteY418" fmla="*/ 44291 h 466725"/>
                <a:gd name="connsiteX419" fmla="*/ 414528 w 600075"/>
                <a:gd name="connsiteY419" fmla="*/ 43720 h 466725"/>
                <a:gd name="connsiteX420" fmla="*/ 414242 w 600075"/>
                <a:gd name="connsiteY420" fmla="*/ 43053 h 466725"/>
                <a:gd name="connsiteX421" fmla="*/ 414147 w 600075"/>
                <a:gd name="connsiteY421" fmla="*/ 42196 h 466725"/>
                <a:gd name="connsiteX422" fmla="*/ 414338 w 600075"/>
                <a:gd name="connsiteY422" fmla="*/ 41338 h 466725"/>
                <a:gd name="connsiteX423" fmla="*/ 415385 w 600075"/>
                <a:gd name="connsiteY423" fmla="*/ 39338 h 466725"/>
                <a:gd name="connsiteX424" fmla="*/ 415766 w 600075"/>
                <a:gd name="connsiteY424" fmla="*/ 38100 h 466725"/>
                <a:gd name="connsiteX425" fmla="*/ 415576 w 600075"/>
                <a:gd name="connsiteY425" fmla="*/ 36195 h 466725"/>
                <a:gd name="connsiteX426" fmla="*/ 415099 w 600075"/>
                <a:gd name="connsiteY426" fmla="*/ 35338 h 466725"/>
                <a:gd name="connsiteX427" fmla="*/ 414719 w 600075"/>
                <a:gd name="connsiteY427" fmla="*/ 34957 h 466725"/>
                <a:gd name="connsiteX428" fmla="*/ 414433 w 600075"/>
                <a:gd name="connsiteY428" fmla="*/ 34957 h 466725"/>
                <a:gd name="connsiteX429" fmla="*/ 414242 w 600075"/>
                <a:gd name="connsiteY429" fmla="*/ 34957 h 466725"/>
                <a:gd name="connsiteX430" fmla="*/ 411671 w 600075"/>
                <a:gd name="connsiteY430" fmla="*/ 31813 h 466725"/>
                <a:gd name="connsiteX431" fmla="*/ 410813 w 600075"/>
                <a:gd name="connsiteY431" fmla="*/ 30956 h 466725"/>
                <a:gd name="connsiteX432" fmla="*/ 409956 w 600075"/>
                <a:gd name="connsiteY432" fmla="*/ 30385 h 466725"/>
                <a:gd name="connsiteX433" fmla="*/ 409385 w 600075"/>
                <a:gd name="connsiteY433" fmla="*/ 30480 h 466725"/>
                <a:gd name="connsiteX434" fmla="*/ 407956 w 600075"/>
                <a:gd name="connsiteY434" fmla="*/ 31337 h 466725"/>
                <a:gd name="connsiteX435" fmla="*/ 407003 w 600075"/>
                <a:gd name="connsiteY435" fmla="*/ 31718 h 466725"/>
                <a:gd name="connsiteX436" fmla="*/ 405860 w 600075"/>
                <a:gd name="connsiteY436" fmla="*/ 31909 h 466725"/>
                <a:gd name="connsiteX437" fmla="*/ 404717 w 600075"/>
                <a:gd name="connsiteY437" fmla="*/ 31909 h 466725"/>
                <a:gd name="connsiteX438" fmla="*/ 403574 w 600075"/>
                <a:gd name="connsiteY438" fmla="*/ 31623 h 466725"/>
                <a:gd name="connsiteX439" fmla="*/ 401479 w 600075"/>
                <a:gd name="connsiteY439" fmla="*/ 30766 h 466725"/>
                <a:gd name="connsiteX440" fmla="*/ 400812 w 600075"/>
                <a:gd name="connsiteY440" fmla="*/ 30671 h 466725"/>
                <a:gd name="connsiteX441" fmla="*/ 400145 w 600075"/>
                <a:gd name="connsiteY441" fmla="*/ 30766 h 466725"/>
                <a:gd name="connsiteX442" fmla="*/ 399383 w 600075"/>
                <a:gd name="connsiteY442" fmla="*/ 31052 h 466725"/>
                <a:gd name="connsiteX443" fmla="*/ 398240 w 600075"/>
                <a:gd name="connsiteY443" fmla="*/ 31718 h 466725"/>
                <a:gd name="connsiteX444" fmla="*/ 393668 w 600075"/>
                <a:gd name="connsiteY444" fmla="*/ 35243 h 466725"/>
                <a:gd name="connsiteX445" fmla="*/ 392716 w 600075"/>
                <a:gd name="connsiteY445" fmla="*/ 36767 h 466725"/>
                <a:gd name="connsiteX446" fmla="*/ 392430 w 600075"/>
                <a:gd name="connsiteY446" fmla="*/ 37719 h 466725"/>
                <a:gd name="connsiteX447" fmla="*/ 392525 w 600075"/>
                <a:gd name="connsiteY447" fmla="*/ 38671 h 466725"/>
                <a:gd name="connsiteX448" fmla="*/ 393573 w 600075"/>
                <a:gd name="connsiteY448" fmla="*/ 40005 h 466725"/>
                <a:gd name="connsiteX449" fmla="*/ 393954 w 600075"/>
                <a:gd name="connsiteY449" fmla="*/ 40958 h 466725"/>
                <a:gd name="connsiteX450" fmla="*/ 393573 w 600075"/>
                <a:gd name="connsiteY450" fmla="*/ 42863 h 466725"/>
                <a:gd name="connsiteX451" fmla="*/ 392621 w 600075"/>
                <a:gd name="connsiteY451" fmla="*/ 44005 h 466725"/>
                <a:gd name="connsiteX452" fmla="*/ 390144 w 600075"/>
                <a:gd name="connsiteY452" fmla="*/ 46196 h 466725"/>
                <a:gd name="connsiteX453" fmla="*/ 389572 w 600075"/>
                <a:gd name="connsiteY453" fmla="*/ 47530 h 466725"/>
                <a:gd name="connsiteX454" fmla="*/ 388620 w 600075"/>
                <a:gd name="connsiteY454" fmla="*/ 50673 h 466725"/>
                <a:gd name="connsiteX455" fmla="*/ 386715 w 600075"/>
                <a:gd name="connsiteY455" fmla="*/ 54197 h 466725"/>
                <a:gd name="connsiteX456" fmla="*/ 386239 w 600075"/>
                <a:gd name="connsiteY456" fmla="*/ 55626 h 466725"/>
                <a:gd name="connsiteX457" fmla="*/ 385763 w 600075"/>
                <a:gd name="connsiteY457" fmla="*/ 57912 h 466725"/>
                <a:gd name="connsiteX458" fmla="*/ 385096 w 600075"/>
                <a:gd name="connsiteY458" fmla="*/ 58579 h 466725"/>
                <a:gd name="connsiteX459" fmla="*/ 384238 w 600075"/>
                <a:gd name="connsiteY459" fmla="*/ 59055 h 466725"/>
                <a:gd name="connsiteX460" fmla="*/ 383286 w 600075"/>
                <a:gd name="connsiteY460" fmla="*/ 59246 h 466725"/>
                <a:gd name="connsiteX461" fmla="*/ 382238 w 600075"/>
                <a:gd name="connsiteY461" fmla="*/ 59246 h 466725"/>
                <a:gd name="connsiteX462" fmla="*/ 381190 w 600075"/>
                <a:gd name="connsiteY462" fmla="*/ 58960 h 466725"/>
                <a:gd name="connsiteX463" fmla="*/ 380047 w 600075"/>
                <a:gd name="connsiteY463" fmla="*/ 58293 h 466725"/>
                <a:gd name="connsiteX464" fmla="*/ 379095 w 600075"/>
                <a:gd name="connsiteY464" fmla="*/ 57055 h 466725"/>
                <a:gd name="connsiteX465" fmla="*/ 376999 w 600075"/>
                <a:gd name="connsiteY465" fmla="*/ 53435 h 466725"/>
                <a:gd name="connsiteX466" fmla="*/ 376333 w 600075"/>
                <a:gd name="connsiteY466" fmla="*/ 52673 h 466725"/>
                <a:gd name="connsiteX467" fmla="*/ 375666 w 600075"/>
                <a:gd name="connsiteY467" fmla="*/ 52197 h 466725"/>
                <a:gd name="connsiteX468" fmla="*/ 375095 w 600075"/>
                <a:gd name="connsiteY468" fmla="*/ 52197 h 466725"/>
                <a:gd name="connsiteX469" fmla="*/ 374713 w 600075"/>
                <a:gd name="connsiteY469" fmla="*/ 52673 h 466725"/>
                <a:gd name="connsiteX470" fmla="*/ 374713 w 600075"/>
                <a:gd name="connsiteY470" fmla="*/ 53530 h 466725"/>
                <a:gd name="connsiteX471" fmla="*/ 374809 w 600075"/>
                <a:gd name="connsiteY471" fmla="*/ 54578 h 466725"/>
                <a:gd name="connsiteX472" fmla="*/ 374809 w 600075"/>
                <a:gd name="connsiteY472" fmla="*/ 55626 h 466725"/>
                <a:gd name="connsiteX473" fmla="*/ 374332 w 600075"/>
                <a:gd name="connsiteY473" fmla="*/ 56769 h 466725"/>
                <a:gd name="connsiteX474" fmla="*/ 373666 w 600075"/>
                <a:gd name="connsiteY474" fmla="*/ 57340 h 466725"/>
                <a:gd name="connsiteX475" fmla="*/ 372904 w 600075"/>
                <a:gd name="connsiteY475" fmla="*/ 57531 h 466725"/>
                <a:gd name="connsiteX476" fmla="*/ 372046 w 600075"/>
                <a:gd name="connsiteY476" fmla="*/ 57436 h 466725"/>
                <a:gd name="connsiteX477" fmla="*/ 371285 w 600075"/>
                <a:gd name="connsiteY477" fmla="*/ 56864 h 466725"/>
                <a:gd name="connsiteX478" fmla="*/ 370713 w 600075"/>
                <a:gd name="connsiteY478" fmla="*/ 56007 h 466725"/>
                <a:gd name="connsiteX479" fmla="*/ 370332 w 600075"/>
                <a:gd name="connsiteY479" fmla="*/ 54578 h 466725"/>
                <a:gd name="connsiteX480" fmla="*/ 370141 w 600075"/>
                <a:gd name="connsiteY480" fmla="*/ 53435 h 466725"/>
                <a:gd name="connsiteX481" fmla="*/ 369665 w 600075"/>
                <a:gd name="connsiteY481" fmla="*/ 52769 h 466725"/>
                <a:gd name="connsiteX482" fmla="*/ 368713 w 600075"/>
                <a:gd name="connsiteY482" fmla="*/ 52578 h 466725"/>
                <a:gd name="connsiteX483" fmla="*/ 362998 w 600075"/>
                <a:gd name="connsiteY483" fmla="*/ 54197 h 466725"/>
                <a:gd name="connsiteX484" fmla="*/ 360712 w 600075"/>
                <a:gd name="connsiteY484" fmla="*/ 54388 h 466725"/>
                <a:gd name="connsiteX485" fmla="*/ 358140 w 600075"/>
                <a:gd name="connsiteY485" fmla="*/ 55245 h 466725"/>
                <a:gd name="connsiteX486" fmla="*/ 355949 w 600075"/>
                <a:gd name="connsiteY486" fmla="*/ 56579 h 466725"/>
                <a:gd name="connsiteX487" fmla="*/ 351472 w 600075"/>
                <a:gd name="connsiteY487" fmla="*/ 61246 h 466725"/>
                <a:gd name="connsiteX488" fmla="*/ 351091 w 600075"/>
                <a:gd name="connsiteY488" fmla="*/ 61722 h 466725"/>
                <a:gd name="connsiteX489" fmla="*/ 350901 w 600075"/>
                <a:gd name="connsiteY489" fmla="*/ 62103 h 466725"/>
                <a:gd name="connsiteX490" fmla="*/ 350711 w 600075"/>
                <a:gd name="connsiteY490" fmla="*/ 62770 h 466725"/>
                <a:gd name="connsiteX491" fmla="*/ 350615 w 600075"/>
                <a:gd name="connsiteY491" fmla="*/ 63532 h 466725"/>
                <a:gd name="connsiteX492" fmla="*/ 350615 w 600075"/>
                <a:gd name="connsiteY492" fmla="*/ 64294 h 466725"/>
                <a:gd name="connsiteX493" fmla="*/ 350711 w 600075"/>
                <a:gd name="connsiteY493" fmla="*/ 64961 h 466725"/>
                <a:gd name="connsiteX494" fmla="*/ 350996 w 600075"/>
                <a:gd name="connsiteY494" fmla="*/ 65627 h 466725"/>
                <a:gd name="connsiteX495" fmla="*/ 351377 w 600075"/>
                <a:gd name="connsiteY495" fmla="*/ 66104 h 466725"/>
                <a:gd name="connsiteX496" fmla="*/ 351949 w 600075"/>
                <a:gd name="connsiteY496" fmla="*/ 66294 h 466725"/>
                <a:gd name="connsiteX497" fmla="*/ 352711 w 600075"/>
                <a:gd name="connsiteY497" fmla="*/ 66199 h 466725"/>
                <a:gd name="connsiteX498" fmla="*/ 353663 w 600075"/>
                <a:gd name="connsiteY498" fmla="*/ 65722 h 466725"/>
                <a:gd name="connsiteX499" fmla="*/ 357854 w 600075"/>
                <a:gd name="connsiteY499" fmla="*/ 62675 h 466725"/>
                <a:gd name="connsiteX500" fmla="*/ 359855 w 600075"/>
                <a:gd name="connsiteY500" fmla="*/ 61055 h 466725"/>
                <a:gd name="connsiteX501" fmla="*/ 363569 w 600075"/>
                <a:gd name="connsiteY501" fmla="*/ 59722 h 466725"/>
                <a:gd name="connsiteX502" fmla="*/ 364236 w 600075"/>
                <a:gd name="connsiteY502" fmla="*/ 59627 h 466725"/>
                <a:gd name="connsiteX503" fmla="*/ 364712 w 600075"/>
                <a:gd name="connsiteY503" fmla="*/ 59722 h 466725"/>
                <a:gd name="connsiteX504" fmla="*/ 364998 w 600075"/>
                <a:gd name="connsiteY504" fmla="*/ 60008 h 466725"/>
                <a:gd name="connsiteX505" fmla="*/ 364998 w 600075"/>
                <a:gd name="connsiteY505" fmla="*/ 60674 h 466725"/>
                <a:gd name="connsiteX506" fmla="*/ 364331 w 600075"/>
                <a:gd name="connsiteY506" fmla="*/ 62770 h 466725"/>
                <a:gd name="connsiteX507" fmla="*/ 363664 w 600075"/>
                <a:gd name="connsiteY507" fmla="*/ 65722 h 466725"/>
                <a:gd name="connsiteX508" fmla="*/ 363283 w 600075"/>
                <a:gd name="connsiteY508" fmla="*/ 69342 h 466725"/>
                <a:gd name="connsiteX509" fmla="*/ 363379 w 600075"/>
                <a:gd name="connsiteY509" fmla="*/ 70771 h 466725"/>
                <a:gd name="connsiteX510" fmla="*/ 363664 w 600075"/>
                <a:gd name="connsiteY510" fmla="*/ 71819 h 466725"/>
                <a:gd name="connsiteX511" fmla="*/ 364617 w 600075"/>
                <a:gd name="connsiteY511" fmla="*/ 73533 h 466725"/>
                <a:gd name="connsiteX512" fmla="*/ 364807 w 600075"/>
                <a:gd name="connsiteY512" fmla="*/ 74486 h 466725"/>
                <a:gd name="connsiteX513" fmla="*/ 364712 w 600075"/>
                <a:gd name="connsiteY513" fmla="*/ 75343 h 466725"/>
                <a:gd name="connsiteX514" fmla="*/ 363950 w 600075"/>
                <a:gd name="connsiteY514" fmla="*/ 76295 h 466725"/>
                <a:gd name="connsiteX515" fmla="*/ 362903 w 600075"/>
                <a:gd name="connsiteY515" fmla="*/ 77153 h 466725"/>
                <a:gd name="connsiteX516" fmla="*/ 361664 w 600075"/>
                <a:gd name="connsiteY516" fmla="*/ 77914 h 466725"/>
                <a:gd name="connsiteX517" fmla="*/ 360902 w 600075"/>
                <a:gd name="connsiteY517" fmla="*/ 78105 h 466725"/>
                <a:gd name="connsiteX518" fmla="*/ 360140 w 600075"/>
                <a:gd name="connsiteY518" fmla="*/ 77819 h 466725"/>
                <a:gd name="connsiteX519" fmla="*/ 356711 w 600075"/>
                <a:gd name="connsiteY519" fmla="*/ 74867 h 466725"/>
                <a:gd name="connsiteX520" fmla="*/ 356330 w 600075"/>
                <a:gd name="connsiteY520" fmla="*/ 74771 h 466725"/>
                <a:gd name="connsiteX521" fmla="*/ 355663 w 600075"/>
                <a:gd name="connsiteY521" fmla="*/ 74771 h 466725"/>
                <a:gd name="connsiteX522" fmla="*/ 349472 w 600075"/>
                <a:gd name="connsiteY522" fmla="*/ 75819 h 466725"/>
                <a:gd name="connsiteX523" fmla="*/ 344710 w 600075"/>
                <a:gd name="connsiteY523" fmla="*/ 77248 h 466725"/>
                <a:gd name="connsiteX524" fmla="*/ 343948 w 600075"/>
                <a:gd name="connsiteY524" fmla="*/ 77343 h 466725"/>
                <a:gd name="connsiteX525" fmla="*/ 343376 w 600075"/>
                <a:gd name="connsiteY525" fmla="*/ 77248 h 466725"/>
                <a:gd name="connsiteX526" fmla="*/ 342995 w 600075"/>
                <a:gd name="connsiteY526" fmla="*/ 77057 h 466725"/>
                <a:gd name="connsiteX527" fmla="*/ 342805 w 600075"/>
                <a:gd name="connsiteY527" fmla="*/ 76771 h 466725"/>
                <a:gd name="connsiteX528" fmla="*/ 342710 w 600075"/>
                <a:gd name="connsiteY528" fmla="*/ 76105 h 466725"/>
                <a:gd name="connsiteX529" fmla="*/ 342805 w 600075"/>
                <a:gd name="connsiteY529" fmla="*/ 75438 h 466725"/>
                <a:gd name="connsiteX530" fmla="*/ 343281 w 600075"/>
                <a:gd name="connsiteY530" fmla="*/ 73914 h 466725"/>
                <a:gd name="connsiteX531" fmla="*/ 343471 w 600075"/>
                <a:gd name="connsiteY531" fmla="*/ 72676 h 466725"/>
                <a:gd name="connsiteX532" fmla="*/ 343376 w 600075"/>
                <a:gd name="connsiteY532" fmla="*/ 71533 h 466725"/>
                <a:gd name="connsiteX533" fmla="*/ 342995 w 600075"/>
                <a:gd name="connsiteY533" fmla="*/ 70485 h 466725"/>
                <a:gd name="connsiteX534" fmla="*/ 342329 w 600075"/>
                <a:gd name="connsiteY534" fmla="*/ 69628 h 466725"/>
                <a:gd name="connsiteX535" fmla="*/ 341186 w 600075"/>
                <a:gd name="connsiteY535" fmla="*/ 69247 h 466725"/>
                <a:gd name="connsiteX536" fmla="*/ 339566 w 600075"/>
                <a:gd name="connsiteY536" fmla="*/ 69342 h 466725"/>
                <a:gd name="connsiteX537" fmla="*/ 337090 w 600075"/>
                <a:gd name="connsiteY537" fmla="*/ 70295 h 466725"/>
                <a:gd name="connsiteX538" fmla="*/ 335566 w 600075"/>
                <a:gd name="connsiteY538" fmla="*/ 71342 h 466725"/>
                <a:gd name="connsiteX539" fmla="*/ 334328 w 600075"/>
                <a:gd name="connsiteY539" fmla="*/ 72485 h 466725"/>
                <a:gd name="connsiteX540" fmla="*/ 333565 w 600075"/>
                <a:gd name="connsiteY540" fmla="*/ 73628 h 466725"/>
                <a:gd name="connsiteX541" fmla="*/ 332994 w 600075"/>
                <a:gd name="connsiteY541" fmla="*/ 74771 h 466725"/>
                <a:gd name="connsiteX542" fmla="*/ 332708 w 600075"/>
                <a:gd name="connsiteY542" fmla="*/ 75914 h 466725"/>
                <a:gd name="connsiteX543" fmla="*/ 332804 w 600075"/>
                <a:gd name="connsiteY543" fmla="*/ 76581 h 466725"/>
                <a:gd name="connsiteX544" fmla="*/ 333756 w 600075"/>
                <a:gd name="connsiteY544" fmla="*/ 77629 h 466725"/>
                <a:gd name="connsiteX545" fmla="*/ 334042 w 600075"/>
                <a:gd name="connsiteY545" fmla="*/ 78200 h 466725"/>
                <a:gd name="connsiteX546" fmla="*/ 333946 w 600075"/>
                <a:gd name="connsiteY546" fmla="*/ 78867 h 466725"/>
                <a:gd name="connsiteX547" fmla="*/ 333661 w 600075"/>
                <a:gd name="connsiteY547" fmla="*/ 79153 h 466725"/>
                <a:gd name="connsiteX548" fmla="*/ 331565 w 600075"/>
                <a:gd name="connsiteY548" fmla="*/ 79820 h 466725"/>
                <a:gd name="connsiteX549" fmla="*/ 329660 w 600075"/>
                <a:gd name="connsiteY549" fmla="*/ 80677 h 466725"/>
                <a:gd name="connsiteX550" fmla="*/ 328613 w 600075"/>
                <a:gd name="connsiteY550" fmla="*/ 81439 h 466725"/>
                <a:gd name="connsiteX551" fmla="*/ 327946 w 600075"/>
                <a:gd name="connsiteY551" fmla="*/ 82105 h 466725"/>
                <a:gd name="connsiteX552" fmla="*/ 327470 w 600075"/>
                <a:gd name="connsiteY552" fmla="*/ 82963 h 466725"/>
                <a:gd name="connsiteX553" fmla="*/ 327088 w 600075"/>
                <a:gd name="connsiteY553" fmla="*/ 83915 h 466725"/>
                <a:gd name="connsiteX554" fmla="*/ 326898 w 600075"/>
                <a:gd name="connsiteY554" fmla="*/ 84963 h 466725"/>
                <a:gd name="connsiteX555" fmla="*/ 326898 w 600075"/>
                <a:gd name="connsiteY555" fmla="*/ 85915 h 466725"/>
                <a:gd name="connsiteX556" fmla="*/ 327088 w 600075"/>
                <a:gd name="connsiteY556" fmla="*/ 86582 h 466725"/>
                <a:gd name="connsiteX557" fmla="*/ 327374 w 600075"/>
                <a:gd name="connsiteY557" fmla="*/ 87059 h 466725"/>
                <a:gd name="connsiteX558" fmla="*/ 328898 w 600075"/>
                <a:gd name="connsiteY558" fmla="*/ 88583 h 466725"/>
                <a:gd name="connsiteX559" fmla="*/ 329470 w 600075"/>
                <a:gd name="connsiteY559" fmla="*/ 89440 h 466725"/>
                <a:gd name="connsiteX560" fmla="*/ 329755 w 600075"/>
                <a:gd name="connsiteY560" fmla="*/ 89916 h 466725"/>
                <a:gd name="connsiteX561" fmla="*/ 329851 w 600075"/>
                <a:gd name="connsiteY561" fmla="*/ 90297 h 466725"/>
                <a:gd name="connsiteX562" fmla="*/ 329946 w 600075"/>
                <a:gd name="connsiteY562" fmla="*/ 90964 h 466725"/>
                <a:gd name="connsiteX563" fmla="*/ 329946 w 600075"/>
                <a:gd name="connsiteY563" fmla="*/ 92964 h 466725"/>
                <a:gd name="connsiteX564" fmla="*/ 329565 w 600075"/>
                <a:gd name="connsiteY564" fmla="*/ 95821 h 466725"/>
                <a:gd name="connsiteX565" fmla="*/ 327660 w 600075"/>
                <a:gd name="connsiteY565" fmla="*/ 94393 h 466725"/>
                <a:gd name="connsiteX566" fmla="*/ 324993 w 600075"/>
                <a:gd name="connsiteY566" fmla="*/ 89726 h 466725"/>
                <a:gd name="connsiteX567" fmla="*/ 323850 w 600075"/>
                <a:gd name="connsiteY567" fmla="*/ 88106 h 466725"/>
                <a:gd name="connsiteX568" fmla="*/ 323183 w 600075"/>
                <a:gd name="connsiteY568" fmla="*/ 86392 h 466725"/>
                <a:gd name="connsiteX569" fmla="*/ 321850 w 600075"/>
                <a:gd name="connsiteY569" fmla="*/ 84296 h 466725"/>
                <a:gd name="connsiteX570" fmla="*/ 321469 w 600075"/>
                <a:gd name="connsiteY570" fmla="*/ 83820 h 466725"/>
                <a:gd name="connsiteX571" fmla="*/ 317373 w 600075"/>
                <a:gd name="connsiteY571" fmla="*/ 80677 h 466725"/>
                <a:gd name="connsiteX572" fmla="*/ 317087 w 600075"/>
                <a:gd name="connsiteY572" fmla="*/ 80391 h 466725"/>
                <a:gd name="connsiteX573" fmla="*/ 316135 w 600075"/>
                <a:gd name="connsiteY573" fmla="*/ 79153 h 466725"/>
                <a:gd name="connsiteX574" fmla="*/ 316039 w 600075"/>
                <a:gd name="connsiteY574" fmla="*/ 79058 h 466725"/>
                <a:gd name="connsiteX575" fmla="*/ 315468 w 600075"/>
                <a:gd name="connsiteY575" fmla="*/ 78391 h 466725"/>
                <a:gd name="connsiteX576" fmla="*/ 314896 w 600075"/>
                <a:gd name="connsiteY576" fmla="*/ 78105 h 466725"/>
                <a:gd name="connsiteX577" fmla="*/ 314135 w 600075"/>
                <a:gd name="connsiteY577" fmla="*/ 77819 h 466725"/>
                <a:gd name="connsiteX578" fmla="*/ 311563 w 600075"/>
                <a:gd name="connsiteY578" fmla="*/ 77724 h 466725"/>
                <a:gd name="connsiteX579" fmla="*/ 310229 w 600075"/>
                <a:gd name="connsiteY579" fmla="*/ 77819 h 466725"/>
                <a:gd name="connsiteX580" fmla="*/ 309563 w 600075"/>
                <a:gd name="connsiteY580" fmla="*/ 77629 h 466725"/>
                <a:gd name="connsiteX581" fmla="*/ 308801 w 600075"/>
                <a:gd name="connsiteY581" fmla="*/ 77343 h 466725"/>
                <a:gd name="connsiteX582" fmla="*/ 307848 w 600075"/>
                <a:gd name="connsiteY582" fmla="*/ 76581 h 466725"/>
                <a:gd name="connsiteX583" fmla="*/ 306705 w 600075"/>
                <a:gd name="connsiteY583" fmla="*/ 75819 h 466725"/>
                <a:gd name="connsiteX584" fmla="*/ 305276 w 600075"/>
                <a:gd name="connsiteY584" fmla="*/ 75724 h 466725"/>
                <a:gd name="connsiteX585" fmla="*/ 304990 w 600075"/>
                <a:gd name="connsiteY585" fmla="*/ 76676 h 466725"/>
                <a:gd name="connsiteX586" fmla="*/ 304800 w 600075"/>
                <a:gd name="connsiteY586" fmla="*/ 77629 h 466725"/>
                <a:gd name="connsiteX587" fmla="*/ 304610 w 600075"/>
                <a:gd name="connsiteY587" fmla="*/ 78105 h 466725"/>
                <a:gd name="connsiteX588" fmla="*/ 304419 w 600075"/>
                <a:gd name="connsiteY588" fmla="*/ 78486 h 466725"/>
                <a:gd name="connsiteX589" fmla="*/ 304133 w 600075"/>
                <a:gd name="connsiteY589" fmla="*/ 78772 h 466725"/>
                <a:gd name="connsiteX590" fmla="*/ 303752 w 600075"/>
                <a:gd name="connsiteY590" fmla="*/ 79058 h 466725"/>
                <a:gd name="connsiteX591" fmla="*/ 302609 w 600075"/>
                <a:gd name="connsiteY591" fmla="*/ 79724 h 466725"/>
                <a:gd name="connsiteX592" fmla="*/ 300514 w 600075"/>
                <a:gd name="connsiteY592" fmla="*/ 80581 h 466725"/>
                <a:gd name="connsiteX593" fmla="*/ 300133 w 600075"/>
                <a:gd name="connsiteY593" fmla="*/ 80867 h 466725"/>
                <a:gd name="connsiteX594" fmla="*/ 299752 w 600075"/>
                <a:gd name="connsiteY594" fmla="*/ 81153 h 466725"/>
                <a:gd name="connsiteX595" fmla="*/ 299180 w 600075"/>
                <a:gd name="connsiteY595" fmla="*/ 81820 h 466725"/>
                <a:gd name="connsiteX596" fmla="*/ 297561 w 600075"/>
                <a:gd name="connsiteY596" fmla="*/ 84772 h 466725"/>
                <a:gd name="connsiteX597" fmla="*/ 297180 w 600075"/>
                <a:gd name="connsiteY597" fmla="*/ 85344 h 466725"/>
                <a:gd name="connsiteX598" fmla="*/ 295561 w 600075"/>
                <a:gd name="connsiteY598" fmla="*/ 86773 h 466725"/>
                <a:gd name="connsiteX599" fmla="*/ 295180 w 600075"/>
                <a:gd name="connsiteY599" fmla="*/ 87059 h 466725"/>
                <a:gd name="connsiteX600" fmla="*/ 293180 w 600075"/>
                <a:gd name="connsiteY600" fmla="*/ 88106 h 466725"/>
                <a:gd name="connsiteX601" fmla="*/ 292798 w 600075"/>
                <a:gd name="connsiteY601" fmla="*/ 88392 h 466725"/>
                <a:gd name="connsiteX602" fmla="*/ 292513 w 600075"/>
                <a:gd name="connsiteY602" fmla="*/ 88773 h 466725"/>
                <a:gd name="connsiteX603" fmla="*/ 292322 w 600075"/>
                <a:gd name="connsiteY603" fmla="*/ 89249 h 466725"/>
                <a:gd name="connsiteX604" fmla="*/ 292227 w 600075"/>
                <a:gd name="connsiteY604" fmla="*/ 89726 h 466725"/>
                <a:gd name="connsiteX605" fmla="*/ 292227 w 600075"/>
                <a:gd name="connsiteY605" fmla="*/ 90297 h 466725"/>
                <a:gd name="connsiteX606" fmla="*/ 292418 w 600075"/>
                <a:gd name="connsiteY606" fmla="*/ 92964 h 466725"/>
                <a:gd name="connsiteX607" fmla="*/ 292132 w 600075"/>
                <a:gd name="connsiteY607" fmla="*/ 99536 h 466725"/>
                <a:gd name="connsiteX608" fmla="*/ 291941 w 600075"/>
                <a:gd name="connsiteY608" fmla="*/ 100584 h 466725"/>
                <a:gd name="connsiteX609" fmla="*/ 291751 w 600075"/>
                <a:gd name="connsiteY609" fmla="*/ 100965 h 466725"/>
                <a:gd name="connsiteX610" fmla="*/ 291274 w 600075"/>
                <a:gd name="connsiteY610" fmla="*/ 101727 h 466725"/>
                <a:gd name="connsiteX611" fmla="*/ 290608 w 600075"/>
                <a:gd name="connsiteY611" fmla="*/ 102489 h 466725"/>
                <a:gd name="connsiteX612" fmla="*/ 290036 w 600075"/>
                <a:gd name="connsiteY612" fmla="*/ 102965 h 466725"/>
                <a:gd name="connsiteX613" fmla="*/ 288798 w 600075"/>
                <a:gd name="connsiteY613" fmla="*/ 103727 h 466725"/>
                <a:gd name="connsiteX614" fmla="*/ 287274 w 600075"/>
                <a:gd name="connsiteY614" fmla="*/ 104489 h 466725"/>
                <a:gd name="connsiteX615" fmla="*/ 286321 w 600075"/>
                <a:gd name="connsiteY615" fmla="*/ 104680 h 466725"/>
                <a:gd name="connsiteX616" fmla="*/ 279178 w 600075"/>
                <a:gd name="connsiteY616" fmla="*/ 104870 h 466725"/>
                <a:gd name="connsiteX617" fmla="*/ 277844 w 600075"/>
                <a:gd name="connsiteY617" fmla="*/ 105251 h 466725"/>
                <a:gd name="connsiteX618" fmla="*/ 276511 w 600075"/>
                <a:gd name="connsiteY618" fmla="*/ 105823 h 466725"/>
                <a:gd name="connsiteX619" fmla="*/ 275844 w 600075"/>
                <a:gd name="connsiteY619" fmla="*/ 106299 h 466725"/>
                <a:gd name="connsiteX620" fmla="*/ 272796 w 600075"/>
                <a:gd name="connsiteY620" fmla="*/ 109347 h 466725"/>
                <a:gd name="connsiteX621" fmla="*/ 272129 w 600075"/>
                <a:gd name="connsiteY621" fmla="*/ 109919 h 466725"/>
                <a:gd name="connsiteX622" fmla="*/ 271748 w 600075"/>
                <a:gd name="connsiteY622" fmla="*/ 110204 h 466725"/>
                <a:gd name="connsiteX623" fmla="*/ 270796 w 600075"/>
                <a:gd name="connsiteY623" fmla="*/ 110395 h 466725"/>
                <a:gd name="connsiteX624" fmla="*/ 266129 w 600075"/>
                <a:gd name="connsiteY624" fmla="*/ 110395 h 466725"/>
                <a:gd name="connsiteX625" fmla="*/ 264795 w 600075"/>
                <a:gd name="connsiteY625" fmla="*/ 110109 h 466725"/>
                <a:gd name="connsiteX626" fmla="*/ 263938 w 600075"/>
                <a:gd name="connsiteY626" fmla="*/ 109728 h 466725"/>
                <a:gd name="connsiteX627" fmla="*/ 263747 w 600075"/>
                <a:gd name="connsiteY627" fmla="*/ 109347 h 466725"/>
                <a:gd name="connsiteX628" fmla="*/ 263557 w 600075"/>
                <a:gd name="connsiteY628" fmla="*/ 108871 h 466725"/>
                <a:gd name="connsiteX629" fmla="*/ 262985 w 600075"/>
                <a:gd name="connsiteY629" fmla="*/ 106680 h 466725"/>
                <a:gd name="connsiteX630" fmla="*/ 262890 w 600075"/>
                <a:gd name="connsiteY630" fmla="*/ 105918 h 466725"/>
                <a:gd name="connsiteX631" fmla="*/ 262795 w 600075"/>
                <a:gd name="connsiteY631" fmla="*/ 105442 h 466725"/>
                <a:gd name="connsiteX632" fmla="*/ 262414 w 600075"/>
                <a:gd name="connsiteY632" fmla="*/ 104585 h 466725"/>
                <a:gd name="connsiteX633" fmla="*/ 261938 w 600075"/>
                <a:gd name="connsiteY633" fmla="*/ 103822 h 466725"/>
                <a:gd name="connsiteX634" fmla="*/ 261366 w 600075"/>
                <a:gd name="connsiteY634" fmla="*/ 103251 h 466725"/>
                <a:gd name="connsiteX635" fmla="*/ 260890 w 600075"/>
                <a:gd name="connsiteY635" fmla="*/ 103156 h 466725"/>
                <a:gd name="connsiteX636" fmla="*/ 260413 w 600075"/>
                <a:gd name="connsiteY636" fmla="*/ 103251 h 466725"/>
                <a:gd name="connsiteX637" fmla="*/ 259461 w 600075"/>
                <a:gd name="connsiteY637" fmla="*/ 103632 h 466725"/>
                <a:gd name="connsiteX638" fmla="*/ 258985 w 600075"/>
                <a:gd name="connsiteY638" fmla="*/ 103918 h 466725"/>
                <a:gd name="connsiteX639" fmla="*/ 258508 w 600075"/>
                <a:gd name="connsiteY639" fmla="*/ 104204 h 466725"/>
                <a:gd name="connsiteX640" fmla="*/ 258223 w 600075"/>
                <a:gd name="connsiteY640" fmla="*/ 104489 h 466725"/>
                <a:gd name="connsiteX641" fmla="*/ 257937 w 600075"/>
                <a:gd name="connsiteY641" fmla="*/ 104775 h 466725"/>
                <a:gd name="connsiteX642" fmla="*/ 257651 w 600075"/>
                <a:gd name="connsiteY642" fmla="*/ 105061 h 466725"/>
                <a:gd name="connsiteX643" fmla="*/ 257175 w 600075"/>
                <a:gd name="connsiteY643" fmla="*/ 105251 h 466725"/>
                <a:gd name="connsiteX644" fmla="*/ 256699 w 600075"/>
                <a:gd name="connsiteY644" fmla="*/ 105251 h 466725"/>
                <a:gd name="connsiteX645" fmla="*/ 255937 w 600075"/>
                <a:gd name="connsiteY645" fmla="*/ 104965 h 466725"/>
                <a:gd name="connsiteX646" fmla="*/ 255651 w 600075"/>
                <a:gd name="connsiteY646" fmla="*/ 104585 h 466725"/>
                <a:gd name="connsiteX647" fmla="*/ 255556 w 600075"/>
                <a:gd name="connsiteY647" fmla="*/ 104108 h 466725"/>
                <a:gd name="connsiteX648" fmla="*/ 255937 w 600075"/>
                <a:gd name="connsiteY648" fmla="*/ 103251 h 466725"/>
                <a:gd name="connsiteX649" fmla="*/ 255937 w 600075"/>
                <a:gd name="connsiteY649" fmla="*/ 102775 h 466725"/>
                <a:gd name="connsiteX650" fmla="*/ 255746 w 600075"/>
                <a:gd name="connsiteY650" fmla="*/ 102394 h 466725"/>
                <a:gd name="connsiteX651" fmla="*/ 254318 w 600075"/>
                <a:gd name="connsiteY651" fmla="*/ 101346 h 466725"/>
                <a:gd name="connsiteX652" fmla="*/ 254032 w 600075"/>
                <a:gd name="connsiteY652" fmla="*/ 101060 h 466725"/>
                <a:gd name="connsiteX653" fmla="*/ 253746 w 600075"/>
                <a:gd name="connsiteY653" fmla="*/ 100775 h 466725"/>
                <a:gd name="connsiteX654" fmla="*/ 253555 w 600075"/>
                <a:gd name="connsiteY654" fmla="*/ 100394 h 466725"/>
                <a:gd name="connsiteX655" fmla="*/ 253365 w 600075"/>
                <a:gd name="connsiteY655" fmla="*/ 100013 h 466725"/>
                <a:gd name="connsiteX656" fmla="*/ 253174 w 600075"/>
                <a:gd name="connsiteY656" fmla="*/ 99536 h 466725"/>
                <a:gd name="connsiteX657" fmla="*/ 253174 w 600075"/>
                <a:gd name="connsiteY657" fmla="*/ 99060 h 466725"/>
                <a:gd name="connsiteX658" fmla="*/ 253270 w 600075"/>
                <a:gd name="connsiteY658" fmla="*/ 98584 h 466725"/>
                <a:gd name="connsiteX659" fmla="*/ 253651 w 600075"/>
                <a:gd name="connsiteY659" fmla="*/ 97155 h 466725"/>
                <a:gd name="connsiteX660" fmla="*/ 253746 w 600075"/>
                <a:gd name="connsiteY660" fmla="*/ 96679 h 466725"/>
                <a:gd name="connsiteX661" fmla="*/ 253746 w 600075"/>
                <a:gd name="connsiteY661" fmla="*/ 96203 h 466725"/>
                <a:gd name="connsiteX662" fmla="*/ 253555 w 600075"/>
                <a:gd name="connsiteY662" fmla="*/ 95821 h 466725"/>
                <a:gd name="connsiteX663" fmla="*/ 253270 w 600075"/>
                <a:gd name="connsiteY663" fmla="*/ 95631 h 466725"/>
                <a:gd name="connsiteX664" fmla="*/ 252794 w 600075"/>
                <a:gd name="connsiteY664" fmla="*/ 95726 h 466725"/>
                <a:gd name="connsiteX665" fmla="*/ 252222 w 600075"/>
                <a:gd name="connsiteY665" fmla="*/ 96203 h 466725"/>
                <a:gd name="connsiteX666" fmla="*/ 251841 w 600075"/>
                <a:gd name="connsiteY666" fmla="*/ 96679 h 466725"/>
                <a:gd name="connsiteX667" fmla="*/ 251555 w 600075"/>
                <a:gd name="connsiteY667" fmla="*/ 97155 h 466725"/>
                <a:gd name="connsiteX668" fmla="*/ 251365 w 600075"/>
                <a:gd name="connsiteY668" fmla="*/ 97631 h 466725"/>
                <a:gd name="connsiteX669" fmla="*/ 250984 w 600075"/>
                <a:gd name="connsiteY669" fmla="*/ 99060 h 466725"/>
                <a:gd name="connsiteX670" fmla="*/ 250698 w 600075"/>
                <a:gd name="connsiteY670" fmla="*/ 99441 h 466725"/>
                <a:gd name="connsiteX671" fmla="*/ 250222 w 600075"/>
                <a:gd name="connsiteY671" fmla="*/ 99631 h 466725"/>
                <a:gd name="connsiteX672" fmla="*/ 249174 w 600075"/>
                <a:gd name="connsiteY672" fmla="*/ 99727 h 466725"/>
                <a:gd name="connsiteX673" fmla="*/ 248317 w 600075"/>
                <a:gd name="connsiteY673" fmla="*/ 99917 h 466725"/>
                <a:gd name="connsiteX674" fmla="*/ 247269 w 600075"/>
                <a:gd name="connsiteY674" fmla="*/ 100394 h 466725"/>
                <a:gd name="connsiteX675" fmla="*/ 246697 w 600075"/>
                <a:gd name="connsiteY675" fmla="*/ 100775 h 466725"/>
                <a:gd name="connsiteX676" fmla="*/ 246316 w 600075"/>
                <a:gd name="connsiteY676" fmla="*/ 101155 h 466725"/>
                <a:gd name="connsiteX677" fmla="*/ 244983 w 600075"/>
                <a:gd name="connsiteY677" fmla="*/ 102870 h 466725"/>
                <a:gd name="connsiteX678" fmla="*/ 244316 w 600075"/>
                <a:gd name="connsiteY678" fmla="*/ 103442 h 466725"/>
                <a:gd name="connsiteX679" fmla="*/ 243173 w 600075"/>
                <a:gd name="connsiteY679" fmla="*/ 104108 h 466725"/>
                <a:gd name="connsiteX680" fmla="*/ 242602 w 600075"/>
                <a:gd name="connsiteY680" fmla="*/ 104299 h 466725"/>
                <a:gd name="connsiteX681" fmla="*/ 242030 w 600075"/>
                <a:gd name="connsiteY681" fmla="*/ 104394 h 466725"/>
                <a:gd name="connsiteX682" fmla="*/ 240982 w 600075"/>
                <a:gd name="connsiteY682" fmla="*/ 104299 h 466725"/>
                <a:gd name="connsiteX683" fmla="*/ 240506 w 600075"/>
                <a:gd name="connsiteY683" fmla="*/ 104204 h 466725"/>
                <a:gd name="connsiteX684" fmla="*/ 240030 w 600075"/>
                <a:gd name="connsiteY684" fmla="*/ 104013 h 466725"/>
                <a:gd name="connsiteX685" fmla="*/ 239744 w 600075"/>
                <a:gd name="connsiteY685" fmla="*/ 103727 h 466725"/>
                <a:gd name="connsiteX686" fmla="*/ 239458 w 600075"/>
                <a:gd name="connsiteY686" fmla="*/ 103346 h 466725"/>
                <a:gd name="connsiteX687" fmla="*/ 239268 w 600075"/>
                <a:gd name="connsiteY687" fmla="*/ 102870 h 466725"/>
                <a:gd name="connsiteX688" fmla="*/ 239268 w 600075"/>
                <a:gd name="connsiteY688" fmla="*/ 102394 h 466725"/>
                <a:gd name="connsiteX689" fmla="*/ 239363 w 600075"/>
                <a:gd name="connsiteY689" fmla="*/ 101918 h 466725"/>
                <a:gd name="connsiteX690" fmla="*/ 239554 w 600075"/>
                <a:gd name="connsiteY690" fmla="*/ 101441 h 466725"/>
                <a:gd name="connsiteX691" fmla="*/ 239744 w 600075"/>
                <a:gd name="connsiteY691" fmla="*/ 101060 h 466725"/>
                <a:gd name="connsiteX692" fmla="*/ 240411 w 600075"/>
                <a:gd name="connsiteY692" fmla="*/ 100013 h 466725"/>
                <a:gd name="connsiteX693" fmla="*/ 240506 w 600075"/>
                <a:gd name="connsiteY693" fmla="*/ 99727 h 466725"/>
                <a:gd name="connsiteX694" fmla="*/ 240602 w 600075"/>
                <a:gd name="connsiteY694" fmla="*/ 99346 h 466725"/>
                <a:gd name="connsiteX695" fmla="*/ 240506 w 600075"/>
                <a:gd name="connsiteY695" fmla="*/ 98965 h 466725"/>
                <a:gd name="connsiteX696" fmla="*/ 240316 w 600075"/>
                <a:gd name="connsiteY696" fmla="*/ 98584 h 466725"/>
                <a:gd name="connsiteX697" fmla="*/ 240030 w 600075"/>
                <a:gd name="connsiteY697" fmla="*/ 98393 h 466725"/>
                <a:gd name="connsiteX698" fmla="*/ 239744 w 600075"/>
                <a:gd name="connsiteY698" fmla="*/ 98298 h 466725"/>
                <a:gd name="connsiteX699" fmla="*/ 237839 w 600075"/>
                <a:gd name="connsiteY699" fmla="*/ 97822 h 466725"/>
                <a:gd name="connsiteX700" fmla="*/ 236696 w 600075"/>
                <a:gd name="connsiteY700" fmla="*/ 97155 h 466725"/>
                <a:gd name="connsiteX701" fmla="*/ 236315 w 600075"/>
                <a:gd name="connsiteY701" fmla="*/ 96869 h 466725"/>
                <a:gd name="connsiteX702" fmla="*/ 236029 w 600075"/>
                <a:gd name="connsiteY702" fmla="*/ 96584 h 466725"/>
                <a:gd name="connsiteX703" fmla="*/ 235744 w 600075"/>
                <a:gd name="connsiteY703" fmla="*/ 96203 h 466725"/>
                <a:gd name="connsiteX704" fmla="*/ 235077 w 600075"/>
                <a:gd name="connsiteY704" fmla="*/ 94964 h 466725"/>
                <a:gd name="connsiteX705" fmla="*/ 234791 w 600075"/>
                <a:gd name="connsiteY705" fmla="*/ 94107 h 466725"/>
                <a:gd name="connsiteX706" fmla="*/ 234696 w 600075"/>
                <a:gd name="connsiteY706" fmla="*/ 93059 h 466725"/>
                <a:gd name="connsiteX707" fmla="*/ 234696 w 600075"/>
                <a:gd name="connsiteY707" fmla="*/ 91345 h 466725"/>
                <a:gd name="connsiteX708" fmla="*/ 234601 w 600075"/>
                <a:gd name="connsiteY708" fmla="*/ 90297 h 466725"/>
                <a:gd name="connsiteX709" fmla="*/ 234410 w 600075"/>
                <a:gd name="connsiteY709" fmla="*/ 89821 h 466725"/>
                <a:gd name="connsiteX710" fmla="*/ 234220 w 600075"/>
                <a:gd name="connsiteY710" fmla="*/ 89440 h 466725"/>
                <a:gd name="connsiteX711" fmla="*/ 233934 w 600075"/>
                <a:gd name="connsiteY711" fmla="*/ 89059 h 466725"/>
                <a:gd name="connsiteX712" fmla="*/ 233648 w 600075"/>
                <a:gd name="connsiteY712" fmla="*/ 88773 h 466725"/>
                <a:gd name="connsiteX713" fmla="*/ 232886 w 600075"/>
                <a:gd name="connsiteY713" fmla="*/ 88297 h 466725"/>
                <a:gd name="connsiteX714" fmla="*/ 232505 w 600075"/>
                <a:gd name="connsiteY714" fmla="*/ 88106 h 466725"/>
                <a:gd name="connsiteX715" fmla="*/ 231648 w 600075"/>
                <a:gd name="connsiteY715" fmla="*/ 87725 h 466725"/>
                <a:gd name="connsiteX716" fmla="*/ 228981 w 600075"/>
                <a:gd name="connsiteY716" fmla="*/ 87249 h 466725"/>
                <a:gd name="connsiteX717" fmla="*/ 228505 w 600075"/>
                <a:gd name="connsiteY717" fmla="*/ 87059 h 466725"/>
                <a:gd name="connsiteX718" fmla="*/ 228124 w 600075"/>
                <a:gd name="connsiteY718" fmla="*/ 86868 h 466725"/>
                <a:gd name="connsiteX719" fmla="*/ 227743 w 600075"/>
                <a:gd name="connsiteY719" fmla="*/ 86582 h 466725"/>
                <a:gd name="connsiteX720" fmla="*/ 227457 w 600075"/>
                <a:gd name="connsiteY720" fmla="*/ 86296 h 466725"/>
                <a:gd name="connsiteX721" fmla="*/ 227266 w 600075"/>
                <a:gd name="connsiteY721" fmla="*/ 85915 h 466725"/>
                <a:gd name="connsiteX722" fmla="*/ 227171 w 600075"/>
                <a:gd name="connsiteY722" fmla="*/ 85439 h 466725"/>
                <a:gd name="connsiteX723" fmla="*/ 227171 w 600075"/>
                <a:gd name="connsiteY723" fmla="*/ 84868 h 466725"/>
                <a:gd name="connsiteX724" fmla="*/ 227266 w 600075"/>
                <a:gd name="connsiteY724" fmla="*/ 84296 h 466725"/>
                <a:gd name="connsiteX725" fmla="*/ 227362 w 600075"/>
                <a:gd name="connsiteY725" fmla="*/ 83820 h 466725"/>
                <a:gd name="connsiteX726" fmla="*/ 227743 w 600075"/>
                <a:gd name="connsiteY726" fmla="*/ 82963 h 466725"/>
                <a:gd name="connsiteX727" fmla="*/ 228219 w 600075"/>
                <a:gd name="connsiteY727" fmla="*/ 82201 h 466725"/>
                <a:gd name="connsiteX728" fmla="*/ 228314 w 600075"/>
                <a:gd name="connsiteY728" fmla="*/ 81820 h 466725"/>
                <a:gd name="connsiteX729" fmla="*/ 228219 w 600075"/>
                <a:gd name="connsiteY729" fmla="*/ 81344 h 466725"/>
                <a:gd name="connsiteX730" fmla="*/ 226695 w 600075"/>
                <a:gd name="connsiteY730" fmla="*/ 79058 h 466725"/>
                <a:gd name="connsiteX731" fmla="*/ 223552 w 600075"/>
                <a:gd name="connsiteY731" fmla="*/ 75629 h 466725"/>
                <a:gd name="connsiteX732" fmla="*/ 221742 w 600075"/>
                <a:gd name="connsiteY732" fmla="*/ 74009 h 466725"/>
                <a:gd name="connsiteX733" fmla="*/ 220789 w 600075"/>
                <a:gd name="connsiteY733" fmla="*/ 73723 h 466725"/>
                <a:gd name="connsiteX734" fmla="*/ 220028 w 600075"/>
                <a:gd name="connsiteY734" fmla="*/ 74009 h 466725"/>
                <a:gd name="connsiteX735" fmla="*/ 218885 w 600075"/>
                <a:gd name="connsiteY735" fmla="*/ 75057 h 466725"/>
                <a:gd name="connsiteX736" fmla="*/ 217646 w 600075"/>
                <a:gd name="connsiteY736" fmla="*/ 75914 h 466725"/>
                <a:gd name="connsiteX737" fmla="*/ 215455 w 600075"/>
                <a:gd name="connsiteY737" fmla="*/ 76771 h 466725"/>
                <a:gd name="connsiteX738" fmla="*/ 212503 w 600075"/>
                <a:gd name="connsiteY738" fmla="*/ 77057 h 466725"/>
                <a:gd name="connsiteX739" fmla="*/ 209360 w 600075"/>
                <a:gd name="connsiteY739" fmla="*/ 76581 h 466725"/>
                <a:gd name="connsiteX740" fmla="*/ 208407 w 600075"/>
                <a:gd name="connsiteY740" fmla="*/ 76581 h 466725"/>
                <a:gd name="connsiteX741" fmla="*/ 207740 w 600075"/>
                <a:gd name="connsiteY741" fmla="*/ 77153 h 466725"/>
                <a:gd name="connsiteX742" fmla="*/ 207073 w 600075"/>
                <a:gd name="connsiteY742" fmla="*/ 77629 h 466725"/>
                <a:gd name="connsiteX743" fmla="*/ 206121 w 600075"/>
                <a:gd name="connsiteY743" fmla="*/ 78200 h 466725"/>
                <a:gd name="connsiteX744" fmla="*/ 204883 w 600075"/>
                <a:gd name="connsiteY744" fmla="*/ 78677 h 466725"/>
                <a:gd name="connsiteX745" fmla="*/ 204406 w 600075"/>
                <a:gd name="connsiteY745" fmla="*/ 78962 h 466725"/>
                <a:gd name="connsiteX746" fmla="*/ 203930 w 600075"/>
                <a:gd name="connsiteY746" fmla="*/ 79343 h 466725"/>
                <a:gd name="connsiteX747" fmla="*/ 202692 w 600075"/>
                <a:gd name="connsiteY747" fmla="*/ 80105 h 466725"/>
                <a:gd name="connsiteX748" fmla="*/ 202406 w 600075"/>
                <a:gd name="connsiteY748" fmla="*/ 80772 h 466725"/>
                <a:gd name="connsiteX749" fmla="*/ 201930 w 600075"/>
                <a:gd name="connsiteY749" fmla="*/ 82296 h 466725"/>
                <a:gd name="connsiteX750" fmla="*/ 201739 w 600075"/>
                <a:gd name="connsiteY750" fmla="*/ 82677 h 466725"/>
                <a:gd name="connsiteX751" fmla="*/ 201454 w 600075"/>
                <a:gd name="connsiteY751" fmla="*/ 82963 h 466725"/>
                <a:gd name="connsiteX752" fmla="*/ 201073 w 600075"/>
                <a:gd name="connsiteY752" fmla="*/ 83248 h 466725"/>
                <a:gd name="connsiteX753" fmla="*/ 200311 w 600075"/>
                <a:gd name="connsiteY753" fmla="*/ 83629 h 466725"/>
                <a:gd name="connsiteX754" fmla="*/ 199835 w 600075"/>
                <a:gd name="connsiteY754" fmla="*/ 84011 h 466725"/>
                <a:gd name="connsiteX755" fmla="*/ 199454 w 600075"/>
                <a:gd name="connsiteY755" fmla="*/ 84487 h 466725"/>
                <a:gd name="connsiteX756" fmla="*/ 199263 w 600075"/>
                <a:gd name="connsiteY756" fmla="*/ 85249 h 466725"/>
                <a:gd name="connsiteX757" fmla="*/ 199168 w 600075"/>
                <a:gd name="connsiteY757" fmla="*/ 85820 h 466725"/>
                <a:gd name="connsiteX758" fmla="*/ 199549 w 600075"/>
                <a:gd name="connsiteY758" fmla="*/ 87344 h 466725"/>
                <a:gd name="connsiteX759" fmla="*/ 199835 w 600075"/>
                <a:gd name="connsiteY759" fmla="*/ 88202 h 466725"/>
                <a:gd name="connsiteX760" fmla="*/ 201168 w 600075"/>
                <a:gd name="connsiteY760" fmla="*/ 90392 h 466725"/>
                <a:gd name="connsiteX761" fmla="*/ 202121 w 600075"/>
                <a:gd name="connsiteY761" fmla="*/ 91345 h 466725"/>
                <a:gd name="connsiteX762" fmla="*/ 202406 w 600075"/>
                <a:gd name="connsiteY762" fmla="*/ 91726 h 466725"/>
                <a:gd name="connsiteX763" fmla="*/ 202597 w 600075"/>
                <a:gd name="connsiteY763" fmla="*/ 92107 h 466725"/>
                <a:gd name="connsiteX764" fmla="*/ 202692 w 600075"/>
                <a:gd name="connsiteY764" fmla="*/ 92583 h 466725"/>
                <a:gd name="connsiteX765" fmla="*/ 202692 w 600075"/>
                <a:gd name="connsiteY765" fmla="*/ 93059 h 466725"/>
                <a:gd name="connsiteX766" fmla="*/ 202311 w 600075"/>
                <a:gd name="connsiteY766" fmla="*/ 96393 h 466725"/>
                <a:gd name="connsiteX767" fmla="*/ 202121 w 600075"/>
                <a:gd name="connsiteY767" fmla="*/ 97441 h 466725"/>
                <a:gd name="connsiteX768" fmla="*/ 201930 w 600075"/>
                <a:gd name="connsiteY768" fmla="*/ 97917 h 466725"/>
                <a:gd name="connsiteX769" fmla="*/ 201835 w 600075"/>
                <a:gd name="connsiteY769" fmla="*/ 98393 h 466725"/>
                <a:gd name="connsiteX770" fmla="*/ 201073 w 600075"/>
                <a:gd name="connsiteY770" fmla="*/ 100679 h 466725"/>
                <a:gd name="connsiteX771" fmla="*/ 200882 w 600075"/>
                <a:gd name="connsiteY771" fmla="*/ 101060 h 466725"/>
                <a:gd name="connsiteX772" fmla="*/ 200596 w 600075"/>
                <a:gd name="connsiteY772" fmla="*/ 101441 h 466725"/>
                <a:gd name="connsiteX773" fmla="*/ 200311 w 600075"/>
                <a:gd name="connsiteY773" fmla="*/ 101727 h 466725"/>
                <a:gd name="connsiteX774" fmla="*/ 199930 w 600075"/>
                <a:gd name="connsiteY774" fmla="*/ 101918 h 466725"/>
                <a:gd name="connsiteX775" fmla="*/ 199454 w 600075"/>
                <a:gd name="connsiteY775" fmla="*/ 102013 h 466725"/>
                <a:gd name="connsiteX776" fmla="*/ 198977 w 600075"/>
                <a:gd name="connsiteY776" fmla="*/ 102394 h 466725"/>
                <a:gd name="connsiteX777" fmla="*/ 198406 w 600075"/>
                <a:gd name="connsiteY777" fmla="*/ 101060 h 466725"/>
                <a:gd name="connsiteX778" fmla="*/ 196977 w 600075"/>
                <a:gd name="connsiteY778" fmla="*/ 100489 h 466725"/>
                <a:gd name="connsiteX779" fmla="*/ 195263 w 600075"/>
                <a:gd name="connsiteY779" fmla="*/ 100584 h 466725"/>
                <a:gd name="connsiteX780" fmla="*/ 194120 w 600075"/>
                <a:gd name="connsiteY780" fmla="*/ 101155 h 466725"/>
                <a:gd name="connsiteX781" fmla="*/ 193834 w 600075"/>
                <a:gd name="connsiteY781" fmla="*/ 101918 h 466725"/>
                <a:gd name="connsiteX782" fmla="*/ 193453 w 600075"/>
                <a:gd name="connsiteY782" fmla="*/ 104013 h 466725"/>
                <a:gd name="connsiteX783" fmla="*/ 193072 w 600075"/>
                <a:gd name="connsiteY783" fmla="*/ 104870 h 466725"/>
                <a:gd name="connsiteX784" fmla="*/ 192596 w 600075"/>
                <a:gd name="connsiteY784" fmla="*/ 105537 h 466725"/>
                <a:gd name="connsiteX785" fmla="*/ 192310 w 600075"/>
                <a:gd name="connsiteY785" fmla="*/ 105728 h 466725"/>
                <a:gd name="connsiteX786" fmla="*/ 184213 w 600075"/>
                <a:gd name="connsiteY786" fmla="*/ 107252 h 466725"/>
                <a:gd name="connsiteX787" fmla="*/ 177737 w 600075"/>
                <a:gd name="connsiteY787" fmla="*/ 107252 h 466725"/>
                <a:gd name="connsiteX788" fmla="*/ 174688 w 600075"/>
                <a:gd name="connsiteY788" fmla="*/ 107823 h 466725"/>
                <a:gd name="connsiteX789" fmla="*/ 172593 w 600075"/>
                <a:gd name="connsiteY789" fmla="*/ 109633 h 466725"/>
                <a:gd name="connsiteX790" fmla="*/ 170688 w 600075"/>
                <a:gd name="connsiteY790" fmla="*/ 111919 h 466725"/>
                <a:gd name="connsiteX791" fmla="*/ 168307 w 600075"/>
                <a:gd name="connsiteY791" fmla="*/ 113919 h 466725"/>
                <a:gd name="connsiteX792" fmla="*/ 162592 w 600075"/>
                <a:gd name="connsiteY792" fmla="*/ 116300 h 466725"/>
                <a:gd name="connsiteX793" fmla="*/ 161735 w 600075"/>
                <a:gd name="connsiteY793" fmla="*/ 116777 h 466725"/>
                <a:gd name="connsiteX794" fmla="*/ 157924 w 600075"/>
                <a:gd name="connsiteY794" fmla="*/ 119920 h 466725"/>
                <a:gd name="connsiteX795" fmla="*/ 151924 w 600075"/>
                <a:gd name="connsiteY795" fmla="*/ 122015 h 466725"/>
                <a:gd name="connsiteX796" fmla="*/ 151066 w 600075"/>
                <a:gd name="connsiteY796" fmla="*/ 122682 h 466725"/>
                <a:gd name="connsiteX797" fmla="*/ 145923 w 600075"/>
                <a:gd name="connsiteY797" fmla="*/ 124682 h 466725"/>
                <a:gd name="connsiteX798" fmla="*/ 139637 w 600075"/>
                <a:gd name="connsiteY798" fmla="*/ 124682 h 466725"/>
                <a:gd name="connsiteX799" fmla="*/ 138589 w 600075"/>
                <a:gd name="connsiteY799" fmla="*/ 124873 h 466725"/>
                <a:gd name="connsiteX800" fmla="*/ 138113 w 600075"/>
                <a:gd name="connsiteY800" fmla="*/ 125444 h 466725"/>
                <a:gd name="connsiteX801" fmla="*/ 137827 w 600075"/>
                <a:gd name="connsiteY801" fmla="*/ 126016 h 466725"/>
                <a:gd name="connsiteX802" fmla="*/ 137255 w 600075"/>
                <a:gd name="connsiteY802" fmla="*/ 126492 h 466725"/>
                <a:gd name="connsiteX803" fmla="*/ 136398 w 600075"/>
                <a:gd name="connsiteY803" fmla="*/ 126587 h 466725"/>
                <a:gd name="connsiteX804" fmla="*/ 135636 w 600075"/>
                <a:gd name="connsiteY804" fmla="*/ 126302 h 466725"/>
                <a:gd name="connsiteX805" fmla="*/ 134874 w 600075"/>
                <a:gd name="connsiteY805" fmla="*/ 126111 h 466725"/>
                <a:gd name="connsiteX806" fmla="*/ 133921 w 600075"/>
                <a:gd name="connsiteY806" fmla="*/ 126492 h 466725"/>
                <a:gd name="connsiteX807" fmla="*/ 136017 w 600075"/>
                <a:gd name="connsiteY807" fmla="*/ 129921 h 466725"/>
                <a:gd name="connsiteX808" fmla="*/ 137351 w 600075"/>
                <a:gd name="connsiteY808" fmla="*/ 133826 h 466725"/>
                <a:gd name="connsiteX809" fmla="*/ 137446 w 600075"/>
                <a:gd name="connsiteY809" fmla="*/ 137922 h 466725"/>
                <a:gd name="connsiteX810" fmla="*/ 135541 w 600075"/>
                <a:gd name="connsiteY810" fmla="*/ 142113 h 466725"/>
                <a:gd name="connsiteX811" fmla="*/ 133540 w 600075"/>
                <a:gd name="connsiteY811" fmla="*/ 144113 h 466725"/>
                <a:gd name="connsiteX812" fmla="*/ 128206 w 600075"/>
                <a:gd name="connsiteY812" fmla="*/ 148019 h 466725"/>
                <a:gd name="connsiteX813" fmla="*/ 126302 w 600075"/>
                <a:gd name="connsiteY813" fmla="*/ 149923 h 466725"/>
                <a:gd name="connsiteX814" fmla="*/ 124492 w 600075"/>
                <a:gd name="connsiteY814" fmla="*/ 153353 h 466725"/>
                <a:gd name="connsiteX815" fmla="*/ 123254 w 600075"/>
                <a:gd name="connsiteY815" fmla="*/ 154496 h 466725"/>
                <a:gd name="connsiteX816" fmla="*/ 121729 w 600075"/>
                <a:gd name="connsiteY816" fmla="*/ 153924 h 466725"/>
                <a:gd name="connsiteX817" fmla="*/ 116205 w 600075"/>
                <a:gd name="connsiteY817" fmla="*/ 147828 h 466725"/>
                <a:gd name="connsiteX818" fmla="*/ 114967 w 600075"/>
                <a:gd name="connsiteY818" fmla="*/ 146971 h 466725"/>
                <a:gd name="connsiteX819" fmla="*/ 113538 w 600075"/>
                <a:gd name="connsiteY819" fmla="*/ 146590 h 466725"/>
                <a:gd name="connsiteX820" fmla="*/ 111347 w 600075"/>
                <a:gd name="connsiteY820" fmla="*/ 146495 h 466725"/>
                <a:gd name="connsiteX821" fmla="*/ 109823 w 600075"/>
                <a:gd name="connsiteY821" fmla="*/ 146971 h 466725"/>
                <a:gd name="connsiteX822" fmla="*/ 107728 w 600075"/>
                <a:gd name="connsiteY822" fmla="*/ 148780 h 466725"/>
                <a:gd name="connsiteX823" fmla="*/ 106108 w 600075"/>
                <a:gd name="connsiteY823" fmla="*/ 148971 h 466725"/>
                <a:gd name="connsiteX824" fmla="*/ 104680 w 600075"/>
                <a:gd name="connsiteY824" fmla="*/ 148209 h 466725"/>
                <a:gd name="connsiteX825" fmla="*/ 102489 w 600075"/>
                <a:gd name="connsiteY825" fmla="*/ 145828 h 466725"/>
                <a:gd name="connsiteX826" fmla="*/ 99917 w 600075"/>
                <a:gd name="connsiteY826" fmla="*/ 144875 h 466725"/>
                <a:gd name="connsiteX827" fmla="*/ 95631 w 600075"/>
                <a:gd name="connsiteY827" fmla="*/ 141732 h 466725"/>
                <a:gd name="connsiteX828" fmla="*/ 94012 w 600075"/>
                <a:gd name="connsiteY828" fmla="*/ 142494 h 466725"/>
                <a:gd name="connsiteX829" fmla="*/ 92488 w 600075"/>
                <a:gd name="connsiteY829" fmla="*/ 142208 h 466725"/>
                <a:gd name="connsiteX830" fmla="*/ 90202 w 600075"/>
                <a:gd name="connsiteY830" fmla="*/ 140494 h 466725"/>
                <a:gd name="connsiteX831" fmla="*/ 89059 w 600075"/>
                <a:gd name="connsiteY831" fmla="*/ 139827 h 466725"/>
                <a:gd name="connsiteX832" fmla="*/ 88011 w 600075"/>
                <a:gd name="connsiteY832" fmla="*/ 139637 h 466725"/>
                <a:gd name="connsiteX833" fmla="*/ 84963 w 600075"/>
                <a:gd name="connsiteY833" fmla="*/ 139827 h 466725"/>
                <a:gd name="connsiteX834" fmla="*/ 82296 w 600075"/>
                <a:gd name="connsiteY834" fmla="*/ 139160 h 466725"/>
                <a:gd name="connsiteX835" fmla="*/ 79915 w 600075"/>
                <a:gd name="connsiteY835" fmla="*/ 137446 h 466725"/>
                <a:gd name="connsiteX836" fmla="*/ 78200 w 600075"/>
                <a:gd name="connsiteY836" fmla="*/ 134874 h 466725"/>
                <a:gd name="connsiteX837" fmla="*/ 77153 w 600075"/>
                <a:gd name="connsiteY837" fmla="*/ 129826 h 466725"/>
                <a:gd name="connsiteX838" fmla="*/ 76105 w 600075"/>
                <a:gd name="connsiteY838" fmla="*/ 128873 h 466725"/>
                <a:gd name="connsiteX839" fmla="*/ 74771 w 600075"/>
                <a:gd name="connsiteY839" fmla="*/ 128302 h 466725"/>
                <a:gd name="connsiteX840" fmla="*/ 73533 w 600075"/>
                <a:gd name="connsiteY840" fmla="*/ 127445 h 466725"/>
                <a:gd name="connsiteX841" fmla="*/ 72104 w 600075"/>
                <a:gd name="connsiteY841" fmla="*/ 126873 h 466725"/>
                <a:gd name="connsiteX842" fmla="*/ 70485 w 600075"/>
                <a:gd name="connsiteY842" fmla="*/ 127159 h 466725"/>
                <a:gd name="connsiteX843" fmla="*/ 68199 w 600075"/>
                <a:gd name="connsiteY843" fmla="*/ 128302 h 466725"/>
                <a:gd name="connsiteX844" fmla="*/ 66770 w 600075"/>
                <a:gd name="connsiteY844" fmla="*/ 128683 h 466725"/>
                <a:gd name="connsiteX845" fmla="*/ 64770 w 600075"/>
                <a:gd name="connsiteY845" fmla="*/ 128873 h 466725"/>
                <a:gd name="connsiteX846" fmla="*/ 62960 w 600075"/>
                <a:gd name="connsiteY846" fmla="*/ 128397 h 466725"/>
                <a:gd name="connsiteX847" fmla="*/ 61531 w 600075"/>
                <a:gd name="connsiteY847" fmla="*/ 125539 h 466725"/>
                <a:gd name="connsiteX848" fmla="*/ 59912 w 600075"/>
                <a:gd name="connsiteY848" fmla="*/ 123920 h 466725"/>
                <a:gd name="connsiteX849" fmla="*/ 58103 w 600075"/>
                <a:gd name="connsiteY849" fmla="*/ 122587 h 466725"/>
                <a:gd name="connsiteX850" fmla="*/ 56769 w 600075"/>
                <a:gd name="connsiteY850" fmla="*/ 122111 h 466725"/>
                <a:gd name="connsiteX851" fmla="*/ 55816 w 600075"/>
                <a:gd name="connsiteY851" fmla="*/ 122777 h 466725"/>
                <a:gd name="connsiteX852" fmla="*/ 54769 w 600075"/>
                <a:gd name="connsiteY852" fmla="*/ 124778 h 466725"/>
                <a:gd name="connsiteX853" fmla="*/ 53721 w 600075"/>
                <a:gd name="connsiteY853" fmla="*/ 125159 h 466725"/>
                <a:gd name="connsiteX854" fmla="*/ 52769 w 600075"/>
                <a:gd name="connsiteY854" fmla="*/ 125349 h 466725"/>
                <a:gd name="connsiteX855" fmla="*/ 51149 w 600075"/>
                <a:gd name="connsiteY855" fmla="*/ 126206 h 466725"/>
                <a:gd name="connsiteX856" fmla="*/ 50387 w 600075"/>
                <a:gd name="connsiteY856" fmla="*/ 126397 h 466725"/>
                <a:gd name="connsiteX857" fmla="*/ 49530 w 600075"/>
                <a:gd name="connsiteY857" fmla="*/ 126968 h 466725"/>
                <a:gd name="connsiteX858" fmla="*/ 46863 w 600075"/>
                <a:gd name="connsiteY858" fmla="*/ 130588 h 466725"/>
                <a:gd name="connsiteX859" fmla="*/ 45339 w 600075"/>
                <a:gd name="connsiteY859" fmla="*/ 132112 h 466725"/>
                <a:gd name="connsiteX860" fmla="*/ 45148 w 600075"/>
                <a:gd name="connsiteY860" fmla="*/ 132683 h 466725"/>
                <a:gd name="connsiteX861" fmla="*/ 45053 w 600075"/>
                <a:gd name="connsiteY861" fmla="*/ 133445 h 466725"/>
                <a:gd name="connsiteX862" fmla="*/ 44672 w 600075"/>
                <a:gd name="connsiteY862" fmla="*/ 135636 h 466725"/>
                <a:gd name="connsiteX863" fmla="*/ 43910 w 600075"/>
                <a:gd name="connsiteY863" fmla="*/ 137065 h 466725"/>
                <a:gd name="connsiteX864" fmla="*/ 43434 w 600075"/>
                <a:gd name="connsiteY864" fmla="*/ 139160 h 466725"/>
                <a:gd name="connsiteX865" fmla="*/ 42958 w 600075"/>
                <a:gd name="connsiteY865" fmla="*/ 140113 h 466725"/>
                <a:gd name="connsiteX866" fmla="*/ 42481 w 600075"/>
                <a:gd name="connsiteY866" fmla="*/ 140589 h 466725"/>
                <a:gd name="connsiteX867" fmla="*/ 42005 w 600075"/>
                <a:gd name="connsiteY867" fmla="*/ 140779 h 466725"/>
                <a:gd name="connsiteX868" fmla="*/ 41434 w 600075"/>
                <a:gd name="connsiteY868" fmla="*/ 140970 h 466725"/>
                <a:gd name="connsiteX869" fmla="*/ 39338 w 600075"/>
                <a:gd name="connsiteY869" fmla="*/ 141922 h 466725"/>
                <a:gd name="connsiteX870" fmla="*/ 36004 w 600075"/>
                <a:gd name="connsiteY870" fmla="*/ 142970 h 466725"/>
                <a:gd name="connsiteX871" fmla="*/ 32576 w 600075"/>
                <a:gd name="connsiteY871" fmla="*/ 143446 h 466725"/>
                <a:gd name="connsiteX872" fmla="*/ 31528 w 600075"/>
                <a:gd name="connsiteY872" fmla="*/ 144399 h 466725"/>
                <a:gd name="connsiteX873" fmla="*/ 29528 w 600075"/>
                <a:gd name="connsiteY873" fmla="*/ 148685 h 466725"/>
                <a:gd name="connsiteX874" fmla="*/ 28670 w 600075"/>
                <a:gd name="connsiteY874" fmla="*/ 149638 h 466725"/>
                <a:gd name="connsiteX875" fmla="*/ 27432 w 600075"/>
                <a:gd name="connsiteY875" fmla="*/ 150209 h 466725"/>
                <a:gd name="connsiteX876" fmla="*/ 25527 w 600075"/>
                <a:gd name="connsiteY876" fmla="*/ 150400 h 466725"/>
                <a:gd name="connsiteX877" fmla="*/ 23813 w 600075"/>
                <a:gd name="connsiteY877" fmla="*/ 150971 h 466725"/>
                <a:gd name="connsiteX878" fmla="*/ 22384 w 600075"/>
                <a:gd name="connsiteY878" fmla="*/ 152305 h 466725"/>
                <a:gd name="connsiteX879" fmla="*/ 21050 w 600075"/>
                <a:gd name="connsiteY879" fmla="*/ 153924 h 466725"/>
                <a:gd name="connsiteX880" fmla="*/ 19717 w 600075"/>
                <a:gd name="connsiteY880" fmla="*/ 155258 h 466725"/>
                <a:gd name="connsiteX881" fmla="*/ 18764 w 600075"/>
                <a:gd name="connsiteY881" fmla="*/ 154496 h 466725"/>
                <a:gd name="connsiteX882" fmla="*/ 16954 w 600075"/>
                <a:gd name="connsiteY882" fmla="*/ 152590 h 466725"/>
                <a:gd name="connsiteX883" fmla="*/ 16193 w 600075"/>
                <a:gd name="connsiteY883" fmla="*/ 152210 h 466725"/>
                <a:gd name="connsiteX884" fmla="*/ 15049 w 600075"/>
                <a:gd name="connsiteY884" fmla="*/ 152114 h 466725"/>
                <a:gd name="connsiteX885" fmla="*/ 13811 w 600075"/>
                <a:gd name="connsiteY885" fmla="*/ 151829 h 466725"/>
                <a:gd name="connsiteX886" fmla="*/ 12668 w 600075"/>
                <a:gd name="connsiteY886" fmla="*/ 151352 h 466725"/>
                <a:gd name="connsiteX887" fmla="*/ 11811 w 600075"/>
                <a:gd name="connsiteY887" fmla="*/ 150781 h 466725"/>
                <a:gd name="connsiteX888" fmla="*/ 8001 w 600075"/>
                <a:gd name="connsiteY888" fmla="*/ 146780 h 466725"/>
                <a:gd name="connsiteX889" fmla="*/ 5905 w 600075"/>
                <a:gd name="connsiteY889" fmla="*/ 145256 h 466725"/>
                <a:gd name="connsiteX890" fmla="*/ 4572 w 600075"/>
                <a:gd name="connsiteY890" fmla="*/ 145542 h 466725"/>
                <a:gd name="connsiteX891" fmla="*/ 4381 w 600075"/>
                <a:gd name="connsiteY891" fmla="*/ 145542 h 466725"/>
                <a:gd name="connsiteX892" fmla="*/ 2381 w 600075"/>
                <a:gd name="connsiteY892" fmla="*/ 147542 h 466725"/>
                <a:gd name="connsiteX893" fmla="*/ 953 w 600075"/>
                <a:gd name="connsiteY893" fmla="*/ 149352 h 466725"/>
                <a:gd name="connsiteX894" fmla="*/ 762 w 600075"/>
                <a:gd name="connsiteY894" fmla="*/ 150400 h 466725"/>
                <a:gd name="connsiteX895" fmla="*/ 190 w 600075"/>
                <a:gd name="connsiteY895" fmla="*/ 151638 h 466725"/>
                <a:gd name="connsiteX896" fmla="*/ 0 w 600075"/>
                <a:gd name="connsiteY896" fmla="*/ 152210 h 466725"/>
                <a:gd name="connsiteX897" fmla="*/ 0 w 600075"/>
                <a:gd name="connsiteY897" fmla="*/ 153543 h 466725"/>
                <a:gd name="connsiteX898" fmla="*/ 95 w 600075"/>
                <a:gd name="connsiteY898" fmla="*/ 154877 h 466725"/>
                <a:gd name="connsiteX899" fmla="*/ 1429 w 600075"/>
                <a:gd name="connsiteY899" fmla="*/ 159925 h 466725"/>
                <a:gd name="connsiteX900" fmla="*/ 6191 w 600075"/>
                <a:gd name="connsiteY900" fmla="*/ 169069 h 466725"/>
                <a:gd name="connsiteX901" fmla="*/ 6763 w 600075"/>
                <a:gd name="connsiteY901" fmla="*/ 171736 h 466725"/>
                <a:gd name="connsiteX902" fmla="*/ 9144 w 600075"/>
                <a:gd name="connsiteY902" fmla="*/ 175260 h 466725"/>
                <a:gd name="connsiteX903" fmla="*/ 14573 w 600075"/>
                <a:gd name="connsiteY903" fmla="*/ 180689 h 466725"/>
                <a:gd name="connsiteX904" fmla="*/ 14954 w 600075"/>
                <a:gd name="connsiteY904" fmla="*/ 180975 h 466725"/>
                <a:gd name="connsiteX905" fmla="*/ 15526 w 600075"/>
                <a:gd name="connsiteY905" fmla="*/ 181261 h 466725"/>
                <a:gd name="connsiteX906" fmla="*/ 16383 w 600075"/>
                <a:gd name="connsiteY906" fmla="*/ 181546 h 466725"/>
                <a:gd name="connsiteX907" fmla="*/ 17050 w 600075"/>
                <a:gd name="connsiteY907" fmla="*/ 181642 h 466725"/>
                <a:gd name="connsiteX908" fmla="*/ 17716 w 600075"/>
                <a:gd name="connsiteY908" fmla="*/ 181642 h 466725"/>
                <a:gd name="connsiteX909" fmla="*/ 18193 w 600075"/>
                <a:gd name="connsiteY909" fmla="*/ 181546 h 466725"/>
                <a:gd name="connsiteX910" fmla="*/ 18574 w 600075"/>
                <a:gd name="connsiteY910" fmla="*/ 181356 h 466725"/>
                <a:gd name="connsiteX911" fmla="*/ 18955 w 600075"/>
                <a:gd name="connsiteY911" fmla="*/ 181070 h 466725"/>
                <a:gd name="connsiteX912" fmla="*/ 19240 w 600075"/>
                <a:gd name="connsiteY912" fmla="*/ 180785 h 466725"/>
                <a:gd name="connsiteX913" fmla="*/ 19431 w 600075"/>
                <a:gd name="connsiteY913" fmla="*/ 180404 h 466725"/>
                <a:gd name="connsiteX914" fmla="*/ 19621 w 600075"/>
                <a:gd name="connsiteY914" fmla="*/ 179927 h 466725"/>
                <a:gd name="connsiteX915" fmla="*/ 19621 w 600075"/>
                <a:gd name="connsiteY915" fmla="*/ 179451 h 466725"/>
                <a:gd name="connsiteX916" fmla="*/ 19621 w 600075"/>
                <a:gd name="connsiteY916" fmla="*/ 178975 h 466725"/>
                <a:gd name="connsiteX917" fmla="*/ 19526 w 600075"/>
                <a:gd name="connsiteY917" fmla="*/ 178498 h 466725"/>
                <a:gd name="connsiteX918" fmla="*/ 19336 w 600075"/>
                <a:gd name="connsiteY918" fmla="*/ 178118 h 466725"/>
                <a:gd name="connsiteX919" fmla="*/ 19050 w 600075"/>
                <a:gd name="connsiteY919" fmla="*/ 177737 h 466725"/>
                <a:gd name="connsiteX920" fmla="*/ 17812 w 600075"/>
                <a:gd name="connsiteY920" fmla="*/ 176594 h 466725"/>
                <a:gd name="connsiteX921" fmla="*/ 17240 w 600075"/>
                <a:gd name="connsiteY921" fmla="*/ 175927 h 466725"/>
                <a:gd name="connsiteX922" fmla="*/ 16859 w 600075"/>
                <a:gd name="connsiteY922" fmla="*/ 175165 h 466725"/>
                <a:gd name="connsiteX923" fmla="*/ 16764 w 600075"/>
                <a:gd name="connsiteY923" fmla="*/ 174688 h 466725"/>
                <a:gd name="connsiteX924" fmla="*/ 16669 w 600075"/>
                <a:gd name="connsiteY924" fmla="*/ 174212 h 466725"/>
                <a:gd name="connsiteX925" fmla="*/ 16669 w 600075"/>
                <a:gd name="connsiteY925" fmla="*/ 173069 h 466725"/>
                <a:gd name="connsiteX926" fmla="*/ 16859 w 600075"/>
                <a:gd name="connsiteY926" fmla="*/ 172021 h 466725"/>
                <a:gd name="connsiteX927" fmla="*/ 17240 w 600075"/>
                <a:gd name="connsiteY927" fmla="*/ 171164 h 466725"/>
                <a:gd name="connsiteX928" fmla="*/ 17716 w 600075"/>
                <a:gd name="connsiteY928" fmla="*/ 170688 h 466725"/>
                <a:gd name="connsiteX929" fmla="*/ 18479 w 600075"/>
                <a:gd name="connsiteY929" fmla="*/ 170212 h 466725"/>
                <a:gd name="connsiteX930" fmla="*/ 20098 w 600075"/>
                <a:gd name="connsiteY930" fmla="*/ 169640 h 466725"/>
                <a:gd name="connsiteX931" fmla="*/ 20860 w 600075"/>
                <a:gd name="connsiteY931" fmla="*/ 169450 h 466725"/>
                <a:gd name="connsiteX932" fmla="*/ 21431 w 600075"/>
                <a:gd name="connsiteY932" fmla="*/ 169354 h 466725"/>
                <a:gd name="connsiteX933" fmla="*/ 23146 w 600075"/>
                <a:gd name="connsiteY933" fmla="*/ 169926 h 466725"/>
                <a:gd name="connsiteX934" fmla="*/ 29908 w 600075"/>
                <a:gd name="connsiteY934" fmla="*/ 170688 h 466725"/>
                <a:gd name="connsiteX935" fmla="*/ 30861 w 600075"/>
                <a:gd name="connsiteY935" fmla="*/ 170974 h 466725"/>
                <a:gd name="connsiteX936" fmla="*/ 31718 w 600075"/>
                <a:gd name="connsiteY936" fmla="*/ 171355 h 466725"/>
                <a:gd name="connsiteX937" fmla="*/ 33814 w 600075"/>
                <a:gd name="connsiteY937" fmla="*/ 172879 h 466725"/>
                <a:gd name="connsiteX938" fmla="*/ 34385 w 600075"/>
                <a:gd name="connsiteY938" fmla="*/ 173164 h 466725"/>
                <a:gd name="connsiteX939" fmla="*/ 35147 w 600075"/>
                <a:gd name="connsiteY939" fmla="*/ 173450 h 466725"/>
                <a:gd name="connsiteX940" fmla="*/ 36481 w 600075"/>
                <a:gd name="connsiteY940" fmla="*/ 173831 h 466725"/>
                <a:gd name="connsiteX941" fmla="*/ 37338 w 600075"/>
                <a:gd name="connsiteY941" fmla="*/ 173927 h 466725"/>
                <a:gd name="connsiteX942" fmla="*/ 38100 w 600075"/>
                <a:gd name="connsiteY942" fmla="*/ 173927 h 466725"/>
                <a:gd name="connsiteX943" fmla="*/ 38576 w 600075"/>
                <a:gd name="connsiteY943" fmla="*/ 173831 h 466725"/>
                <a:gd name="connsiteX944" fmla="*/ 39053 w 600075"/>
                <a:gd name="connsiteY944" fmla="*/ 173641 h 466725"/>
                <a:gd name="connsiteX945" fmla="*/ 39910 w 600075"/>
                <a:gd name="connsiteY945" fmla="*/ 173260 h 466725"/>
                <a:gd name="connsiteX946" fmla="*/ 42577 w 600075"/>
                <a:gd name="connsiteY946" fmla="*/ 172879 h 466725"/>
                <a:gd name="connsiteX947" fmla="*/ 46196 w 600075"/>
                <a:gd name="connsiteY947" fmla="*/ 172688 h 466725"/>
                <a:gd name="connsiteX948" fmla="*/ 47720 w 600075"/>
                <a:gd name="connsiteY948" fmla="*/ 172784 h 466725"/>
                <a:gd name="connsiteX949" fmla="*/ 48768 w 600075"/>
                <a:gd name="connsiteY949" fmla="*/ 172974 h 466725"/>
                <a:gd name="connsiteX950" fmla="*/ 49435 w 600075"/>
                <a:gd name="connsiteY950" fmla="*/ 173546 h 466725"/>
                <a:gd name="connsiteX951" fmla="*/ 50006 w 600075"/>
                <a:gd name="connsiteY951" fmla="*/ 174117 h 466725"/>
                <a:gd name="connsiteX952" fmla="*/ 50292 w 600075"/>
                <a:gd name="connsiteY952" fmla="*/ 174403 h 466725"/>
                <a:gd name="connsiteX953" fmla="*/ 50482 w 600075"/>
                <a:gd name="connsiteY953" fmla="*/ 174784 h 466725"/>
                <a:gd name="connsiteX954" fmla="*/ 50673 w 600075"/>
                <a:gd name="connsiteY954" fmla="*/ 175165 h 466725"/>
                <a:gd name="connsiteX955" fmla="*/ 50768 w 600075"/>
                <a:gd name="connsiteY955" fmla="*/ 175641 h 466725"/>
                <a:gd name="connsiteX956" fmla="*/ 50959 w 600075"/>
                <a:gd name="connsiteY956" fmla="*/ 177832 h 466725"/>
                <a:gd name="connsiteX957" fmla="*/ 51149 w 600075"/>
                <a:gd name="connsiteY957" fmla="*/ 178213 h 466725"/>
                <a:gd name="connsiteX958" fmla="*/ 51340 w 600075"/>
                <a:gd name="connsiteY958" fmla="*/ 178594 h 466725"/>
                <a:gd name="connsiteX959" fmla="*/ 52483 w 600075"/>
                <a:gd name="connsiteY959" fmla="*/ 179832 h 466725"/>
                <a:gd name="connsiteX960" fmla="*/ 54578 w 600075"/>
                <a:gd name="connsiteY960" fmla="*/ 181356 h 466725"/>
                <a:gd name="connsiteX961" fmla="*/ 54864 w 600075"/>
                <a:gd name="connsiteY961" fmla="*/ 181642 h 466725"/>
                <a:gd name="connsiteX962" fmla="*/ 55054 w 600075"/>
                <a:gd name="connsiteY962" fmla="*/ 182023 h 466725"/>
                <a:gd name="connsiteX963" fmla="*/ 55245 w 600075"/>
                <a:gd name="connsiteY963" fmla="*/ 182404 h 466725"/>
                <a:gd name="connsiteX964" fmla="*/ 55340 w 600075"/>
                <a:gd name="connsiteY964" fmla="*/ 182880 h 466725"/>
                <a:gd name="connsiteX965" fmla="*/ 55150 w 600075"/>
                <a:gd name="connsiteY965" fmla="*/ 186785 h 466725"/>
                <a:gd name="connsiteX966" fmla="*/ 55245 w 600075"/>
                <a:gd name="connsiteY966" fmla="*/ 188023 h 466725"/>
                <a:gd name="connsiteX967" fmla="*/ 55150 w 600075"/>
                <a:gd name="connsiteY967" fmla="*/ 190024 h 466725"/>
                <a:gd name="connsiteX968" fmla="*/ 55531 w 600075"/>
                <a:gd name="connsiteY968" fmla="*/ 191357 h 466725"/>
                <a:gd name="connsiteX969" fmla="*/ 55626 w 600075"/>
                <a:gd name="connsiteY969" fmla="*/ 191834 h 466725"/>
                <a:gd name="connsiteX970" fmla="*/ 55531 w 600075"/>
                <a:gd name="connsiteY970" fmla="*/ 192310 h 466725"/>
                <a:gd name="connsiteX971" fmla="*/ 55340 w 600075"/>
                <a:gd name="connsiteY971" fmla="*/ 193262 h 466725"/>
                <a:gd name="connsiteX972" fmla="*/ 55054 w 600075"/>
                <a:gd name="connsiteY972" fmla="*/ 194120 h 466725"/>
                <a:gd name="connsiteX973" fmla="*/ 54864 w 600075"/>
                <a:gd name="connsiteY973" fmla="*/ 195072 h 466725"/>
                <a:gd name="connsiteX974" fmla="*/ 54864 w 600075"/>
                <a:gd name="connsiteY974" fmla="*/ 195644 h 466725"/>
                <a:gd name="connsiteX975" fmla="*/ 55054 w 600075"/>
                <a:gd name="connsiteY975" fmla="*/ 196596 h 466725"/>
                <a:gd name="connsiteX976" fmla="*/ 55245 w 600075"/>
                <a:gd name="connsiteY976" fmla="*/ 196977 h 466725"/>
                <a:gd name="connsiteX977" fmla="*/ 55912 w 600075"/>
                <a:gd name="connsiteY977" fmla="*/ 198120 h 466725"/>
                <a:gd name="connsiteX978" fmla="*/ 56483 w 600075"/>
                <a:gd name="connsiteY978" fmla="*/ 198787 h 466725"/>
                <a:gd name="connsiteX979" fmla="*/ 61436 w 600075"/>
                <a:gd name="connsiteY979" fmla="*/ 202311 h 466725"/>
                <a:gd name="connsiteX980" fmla="*/ 62865 w 600075"/>
                <a:gd name="connsiteY980" fmla="*/ 202978 h 466725"/>
                <a:gd name="connsiteX981" fmla="*/ 63818 w 600075"/>
                <a:gd name="connsiteY981" fmla="*/ 203263 h 466725"/>
                <a:gd name="connsiteX982" fmla="*/ 64198 w 600075"/>
                <a:gd name="connsiteY982" fmla="*/ 203073 h 466725"/>
                <a:gd name="connsiteX983" fmla="*/ 64579 w 600075"/>
                <a:gd name="connsiteY983" fmla="*/ 202787 h 466725"/>
                <a:gd name="connsiteX984" fmla="*/ 64770 w 600075"/>
                <a:gd name="connsiteY984" fmla="*/ 202406 h 466725"/>
                <a:gd name="connsiteX985" fmla="*/ 64865 w 600075"/>
                <a:gd name="connsiteY985" fmla="*/ 201930 h 466725"/>
                <a:gd name="connsiteX986" fmla="*/ 64865 w 600075"/>
                <a:gd name="connsiteY986" fmla="*/ 201454 h 466725"/>
                <a:gd name="connsiteX987" fmla="*/ 64770 w 600075"/>
                <a:gd name="connsiteY987" fmla="*/ 200978 h 466725"/>
                <a:gd name="connsiteX988" fmla="*/ 64198 w 600075"/>
                <a:gd name="connsiteY988" fmla="*/ 199739 h 466725"/>
                <a:gd name="connsiteX989" fmla="*/ 64103 w 600075"/>
                <a:gd name="connsiteY989" fmla="*/ 199263 h 466725"/>
                <a:gd name="connsiteX990" fmla="*/ 64103 w 600075"/>
                <a:gd name="connsiteY990" fmla="*/ 198787 h 466725"/>
                <a:gd name="connsiteX991" fmla="*/ 64294 w 600075"/>
                <a:gd name="connsiteY991" fmla="*/ 198406 h 466725"/>
                <a:gd name="connsiteX992" fmla="*/ 64961 w 600075"/>
                <a:gd name="connsiteY992" fmla="*/ 198311 h 466725"/>
                <a:gd name="connsiteX993" fmla="*/ 65627 w 600075"/>
                <a:gd name="connsiteY993" fmla="*/ 198501 h 466725"/>
                <a:gd name="connsiteX994" fmla="*/ 66104 w 600075"/>
                <a:gd name="connsiteY994" fmla="*/ 198787 h 466725"/>
                <a:gd name="connsiteX995" fmla="*/ 66865 w 600075"/>
                <a:gd name="connsiteY995" fmla="*/ 199358 h 466725"/>
                <a:gd name="connsiteX996" fmla="*/ 69342 w 600075"/>
                <a:gd name="connsiteY996" fmla="*/ 201549 h 466725"/>
                <a:gd name="connsiteX997" fmla="*/ 71628 w 600075"/>
                <a:gd name="connsiteY997" fmla="*/ 203073 h 466725"/>
                <a:gd name="connsiteX998" fmla="*/ 73057 w 600075"/>
                <a:gd name="connsiteY998" fmla="*/ 203645 h 466725"/>
                <a:gd name="connsiteX999" fmla="*/ 73819 w 600075"/>
                <a:gd name="connsiteY999" fmla="*/ 204121 h 466725"/>
                <a:gd name="connsiteX1000" fmla="*/ 74200 w 600075"/>
                <a:gd name="connsiteY1000" fmla="*/ 204502 h 466725"/>
                <a:gd name="connsiteX1001" fmla="*/ 74962 w 600075"/>
                <a:gd name="connsiteY1001" fmla="*/ 205359 h 466725"/>
                <a:gd name="connsiteX1002" fmla="*/ 75724 w 600075"/>
                <a:gd name="connsiteY1002" fmla="*/ 206026 h 466725"/>
                <a:gd name="connsiteX1003" fmla="*/ 76390 w 600075"/>
                <a:gd name="connsiteY1003" fmla="*/ 206312 h 466725"/>
                <a:gd name="connsiteX1004" fmla="*/ 76962 w 600075"/>
                <a:gd name="connsiteY1004" fmla="*/ 206407 h 466725"/>
                <a:gd name="connsiteX1005" fmla="*/ 78962 w 600075"/>
                <a:gd name="connsiteY1005" fmla="*/ 206026 h 466725"/>
                <a:gd name="connsiteX1006" fmla="*/ 80677 w 600075"/>
                <a:gd name="connsiteY1006" fmla="*/ 205359 h 466725"/>
                <a:gd name="connsiteX1007" fmla="*/ 81058 w 600075"/>
                <a:gd name="connsiteY1007" fmla="*/ 205169 h 466725"/>
                <a:gd name="connsiteX1008" fmla="*/ 81153 w 600075"/>
                <a:gd name="connsiteY1008" fmla="*/ 204978 h 466725"/>
                <a:gd name="connsiteX1009" fmla="*/ 81248 w 600075"/>
                <a:gd name="connsiteY1009" fmla="*/ 204788 h 466725"/>
                <a:gd name="connsiteX1010" fmla="*/ 81344 w 600075"/>
                <a:gd name="connsiteY1010" fmla="*/ 204121 h 466725"/>
                <a:gd name="connsiteX1011" fmla="*/ 81439 w 600075"/>
                <a:gd name="connsiteY1011" fmla="*/ 203645 h 466725"/>
                <a:gd name="connsiteX1012" fmla="*/ 82391 w 600075"/>
                <a:gd name="connsiteY1012" fmla="*/ 200978 h 466725"/>
                <a:gd name="connsiteX1013" fmla="*/ 82772 w 600075"/>
                <a:gd name="connsiteY1013" fmla="*/ 199549 h 466725"/>
                <a:gd name="connsiteX1014" fmla="*/ 82963 w 600075"/>
                <a:gd name="connsiteY1014" fmla="*/ 199168 h 466725"/>
                <a:gd name="connsiteX1015" fmla="*/ 83248 w 600075"/>
                <a:gd name="connsiteY1015" fmla="*/ 198882 h 466725"/>
                <a:gd name="connsiteX1016" fmla="*/ 83629 w 600075"/>
                <a:gd name="connsiteY1016" fmla="*/ 198692 h 466725"/>
                <a:gd name="connsiteX1017" fmla="*/ 84106 w 600075"/>
                <a:gd name="connsiteY1017" fmla="*/ 198596 h 466725"/>
                <a:gd name="connsiteX1018" fmla="*/ 85154 w 600075"/>
                <a:gd name="connsiteY1018" fmla="*/ 198501 h 466725"/>
                <a:gd name="connsiteX1019" fmla="*/ 85630 w 600075"/>
                <a:gd name="connsiteY1019" fmla="*/ 198406 h 466725"/>
                <a:gd name="connsiteX1020" fmla="*/ 87344 w 600075"/>
                <a:gd name="connsiteY1020" fmla="*/ 197739 h 466725"/>
                <a:gd name="connsiteX1021" fmla="*/ 88392 w 600075"/>
                <a:gd name="connsiteY1021" fmla="*/ 197453 h 466725"/>
                <a:gd name="connsiteX1022" fmla="*/ 89154 w 600075"/>
                <a:gd name="connsiteY1022" fmla="*/ 197358 h 466725"/>
                <a:gd name="connsiteX1023" fmla="*/ 89726 w 600075"/>
                <a:gd name="connsiteY1023" fmla="*/ 197453 h 466725"/>
                <a:gd name="connsiteX1024" fmla="*/ 90202 w 600075"/>
                <a:gd name="connsiteY1024" fmla="*/ 197644 h 466725"/>
                <a:gd name="connsiteX1025" fmla="*/ 90583 w 600075"/>
                <a:gd name="connsiteY1025" fmla="*/ 197929 h 466725"/>
                <a:gd name="connsiteX1026" fmla="*/ 90869 w 600075"/>
                <a:gd name="connsiteY1026" fmla="*/ 198215 h 466725"/>
                <a:gd name="connsiteX1027" fmla="*/ 91154 w 600075"/>
                <a:gd name="connsiteY1027" fmla="*/ 198596 h 466725"/>
                <a:gd name="connsiteX1028" fmla="*/ 92012 w 600075"/>
                <a:gd name="connsiteY1028" fmla="*/ 200215 h 466725"/>
                <a:gd name="connsiteX1029" fmla="*/ 92202 w 600075"/>
                <a:gd name="connsiteY1029" fmla="*/ 200882 h 466725"/>
                <a:gd name="connsiteX1030" fmla="*/ 92393 w 600075"/>
                <a:gd name="connsiteY1030" fmla="*/ 202597 h 466725"/>
                <a:gd name="connsiteX1031" fmla="*/ 92773 w 600075"/>
                <a:gd name="connsiteY1031" fmla="*/ 203168 h 466725"/>
                <a:gd name="connsiteX1032" fmla="*/ 93345 w 600075"/>
                <a:gd name="connsiteY1032" fmla="*/ 203740 h 466725"/>
                <a:gd name="connsiteX1033" fmla="*/ 94583 w 600075"/>
                <a:gd name="connsiteY1033" fmla="*/ 204502 h 466725"/>
                <a:gd name="connsiteX1034" fmla="*/ 95345 w 600075"/>
                <a:gd name="connsiteY1034" fmla="*/ 204883 h 466725"/>
                <a:gd name="connsiteX1035" fmla="*/ 96012 w 600075"/>
                <a:gd name="connsiteY1035" fmla="*/ 205073 h 466725"/>
                <a:gd name="connsiteX1036" fmla="*/ 98774 w 600075"/>
                <a:gd name="connsiteY1036" fmla="*/ 205359 h 466725"/>
                <a:gd name="connsiteX1037" fmla="*/ 100013 w 600075"/>
                <a:gd name="connsiteY1037" fmla="*/ 205740 h 466725"/>
                <a:gd name="connsiteX1038" fmla="*/ 102870 w 600075"/>
                <a:gd name="connsiteY1038" fmla="*/ 207645 h 466725"/>
                <a:gd name="connsiteX1039" fmla="*/ 103632 w 600075"/>
                <a:gd name="connsiteY1039" fmla="*/ 207931 h 466725"/>
                <a:gd name="connsiteX1040" fmla="*/ 104299 w 600075"/>
                <a:gd name="connsiteY1040" fmla="*/ 208026 h 466725"/>
                <a:gd name="connsiteX1041" fmla="*/ 104870 w 600075"/>
                <a:gd name="connsiteY1041" fmla="*/ 208026 h 466725"/>
                <a:gd name="connsiteX1042" fmla="*/ 106871 w 600075"/>
                <a:gd name="connsiteY1042" fmla="*/ 207550 h 466725"/>
                <a:gd name="connsiteX1043" fmla="*/ 107918 w 600075"/>
                <a:gd name="connsiteY1043" fmla="*/ 207454 h 466725"/>
                <a:gd name="connsiteX1044" fmla="*/ 111062 w 600075"/>
                <a:gd name="connsiteY1044" fmla="*/ 207645 h 466725"/>
                <a:gd name="connsiteX1045" fmla="*/ 111538 w 600075"/>
                <a:gd name="connsiteY1045" fmla="*/ 207454 h 466725"/>
                <a:gd name="connsiteX1046" fmla="*/ 111823 w 600075"/>
                <a:gd name="connsiteY1046" fmla="*/ 207169 h 466725"/>
                <a:gd name="connsiteX1047" fmla="*/ 112014 w 600075"/>
                <a:gd name="connsiteY1047" fmla="*/ 206788 h 466725"/>
                <a:gd name="connsiteX1048" fmla="*/ 112014 w 600075"/>
                <a:gd name="connsiteY1048" fmla="*/ 206312 h 466725"/>
                <a:gd name="connsiteX1049" fmla="*/ 111919 w 600075"/>
                <a:gd name="connsiteY1049" fmla="*/ 205264 h 466725"/>
                <a:gd name="connsiteX1050" fmla="*/ 111919 w 600075"/>
                <a:gd name="connsiteY1050" fmla="*/ 204788 h 466725"/>
                <a:gd name="connsiteX1051" fmla="*/ 112014 w 600075"/>
                <a:gd name="connsiteY1051" fmla="*/ 204311 h 466725"/>
                <a:gd name="connsiteX1052" fmla="*/ 112204 w 600075"/>
                <a:gd name="connsiteY1052" fmla="*/ 203930 h 466725"/>
                <a:gd name="connsiteX1053" fmla="*/ 112490 w 600075"/>
                <a:gd name="connsiteY1053" fmla="*/ 203645 h 466725"/>
                <a:gd name="connsiteX1054" fmla="*/ 113157 w 600075"/>
                <a:gd name="connsiteY1054" fmla="*/ 203073 h 466725"/>
                <a:gd name="connsiteX1055" fmla="*/ 113538 w 600075"/>
                <a:gd name="connsiteY1055" fmla="*/ 202883 h 466725"/>
                <a:gd name="connsiteX1056" fmla="*/ 114014 w 600075"/>
                <a:gd name="connsiteY1056" fmla="*/ 202787 h 466725"/>
                <a:gd name="connsiteX1057" fmla="*/ 117920 w 600075"/>
                <a:gd name="connsiteY1057" fmla="*/ 202502 h 466725"/>
                <a:gd name="connsiteX1058" fmla="*/ 118396 w 600075"/>
                <a:gd name="connsiteY1058" fmla="*/ 202406 h 466725"/>
                <a:gd name="connsiteX1059" fmla="*/ 118872 w 600075"/>
                <a:gd name="connsiteY1059" fmla="*/ 202216 h 466725"/>
                <a:gd name="connsiteX1060" fmla="*/ 119253 w 600075"/>
                <a:gd name="connsiteY1060" fmla="*/ 201930 h 466725"/>
                <a:gd name="connsiteX1061" fmla="*/ 119539 w 600075"/>
                <a:gd name="connsiteY1061" fmla="*/ 201644 h 466725"/>
                <a:gd name="connsiteX1062" fmla="*/ 120301 w 600075"/>
                <a:gd name="connsiteY1062" fmla="*/ 200596 h 466725"/>
                <a:gd name="connsiteX1063" fmla="*/ 120682 w 600075"/>
                <a:gd name="connsiteY1063" fmla="*/ 200215 h 466725"/>
                <a:gd name="connsiteX1064" fmla="*/ 121253 w 600075"/>
                <a:gd name="connsiteY1064" fmla="*/ 199930 h 466725"/>
                <a:gd name="connsiteX1065" fmla="*/ 122301 w 600075"/>
                <a:gd name="connsiteY1065" fmla="*/ 199835 h 466725"/>
                <a:gd name="connsiteX1066" fmla="*/ 122872 w 600075"/>
                <a:gd name="connsiteY1066" fmla="*/ 200025 h 466725"/>
                <a:gd name="connsiteX1067" fmla="*/ 122682 w 600075"/>
                <a:gd name="connsiteY1067" fmla="*/ 201263 h 466725"/>
                <a:gd name="connsiteX1068" fmla="*/ 122301 w 600075"/>
                <a:gd name="connsiteY1068" fmla="*/ 201930 h 466725"/>
                <a:gd name="connsiteX1069" fmla="*/ 121825 w 600075"/>
                <a:gd name="connsiteY1069" fmla="*/ 202597 h 466725"/>
                <a:gd name="connsiteX1070" fmla="*/ 121634 w 600075"/>
                <a:gd name="connsiteY1070" fmla="*/ 203359 h 466725"/>
                <a:gd name="connsiteX1071" fmla="*/ 122301 w 600075"/>
                <a:gd name="connsiteY1071" fmla="*/ 204502 h 466725"/>
                <a:gd name="connsiteX1072" fmla="*/ 124015 w 600075"/>
                <a:gd name="connsiteY1072" fmla="*/ 205740 h 466725"/>
                <a:gd name="connsiteX1073" fmla="*/ 126016 w 600075"/>
                <a:gd name="connsiteY1073" fmla="*/ 206883 h 466725"/>
                <a:gd name="connsiteX1074" fmla="*/ 127826 w 600075"/>
                <a:gd name="connsiteY1074" fmla="*/ 208217 h 466725"/>
                <a:gd name="connsiteX1075" fmla="*/ 128206 w 600075"/>
                <a:gd name="connsiteY1075" fmla="*/ 208407 h 466725"/>
                <a:gd name="connsiteX1076" fmla="*/ 132397 w 600075"/>
                <a:gd name="connsiteY1076" fmla="*/ 210693 h 466725"/>
                <a:gd name="connsiteX1077" fmla="*/ 133350 w 600075"/>
                <a:gd name="connsiteY1077" fmla="*/ 211360 h 466725"/>
                <a:gd name="connsiteX1078" fmla="*/ 133826 w 600075"/>
                <a:gd name="connsiteY1078" fmla="*/ 211931 h 466725"/>
                <a:gd name="connsiteX1079" fmla="*/ 133731 w 600075"/>
                <a:gd name="connsiteY1079" fmla="*/ 212312 h 466725"/>
                <a:gd name="connsiteX1080" fmla="*/ 133064 w 600075"/>
                <a:gd name="connsiteY1080" fmla="*/ 213360 h 466725"/>
                <a:gd name="connsiteX1081" fmla="*/ 132874 w 600075"/>
                <a:gd name="connsiteY1081" fmla="*/ 213741 h 466725"/>
                <a:gd name="connsiteX1082" fmla="*/ 132779 w 600075"/>
                <a:gd name="connsiteY1082" fmla="*/ 214027 h 466725"/>
                <a:gd name="connsiteX1083" fmla="*/ 132683 w 600075"/>
                <a:gd name="connsiteY1083" fmla="*/ 214408 h 466725"/>
                <a:gd name="connsiteX1084" fmla="*/ 132683 w 600075"/>
                <a:gd name="connsiteY1084" fmla="*/ 214884 h 466725"/>
                <a:gd name="connsiteX1085" fmla="*/ 132779 w 600075"/>
                <a:gd name="connsiteY1085" fmla="*/ 215265 h 466725"/>
                <a:gd name="connsiteX1086" fmla="*/ 136684 w 600075"/>
                <a:gd name="connsiteY1086" fmla="*/ 220980 h 466725"/>
                <a:gd name="connsiteX1087" fmla="*/ 136874 w 600075"/>
                <a:gd name="connsiteY1087" fmla="*/ 221456 h 466725"/>
                <a:gd name="connsiteX1088" fmla="*/ 137065 w 600075"/>
                <a:gd name="connsiteY1088" fmla="*/ 221933 h 466725"/>
                <a:gd name="connsiteX1089" fmla="*/ 137160 w 600075"/>
                <a:gd name="connsiteY1089" fmla="*/ 222409 h 466725"/>
                <a:gd name="connsiteX1090" fmla="*/ 137160 w 600075"/>
                <a:gd name="connsiteY1090" fmla="*/ 222885 h 466725"/>
                <a:gd name="connsiteX1091" fmla="*/ 137065 w 600075"/>
                <a:gd name="connsiteY1091" fmla="*/ 223361 h 466725"/>
                <a:gd name="connsiteX1092" fmla="*/ 136874 w 600075"/>
                <a:gd name="connsiteY1092" fmla="*/ 223742 h 466725"/>
                <a:gd name="connsiteX1093" fmla="*/ 136588 w 600075"/>
                <a:gd name="connsiteY1093" fmla="*/ 224028 h 466725"/>
                <a:gd name="connsiteX1094" fmla="*/ 136207 w 600075"/>
                <a:gd name="connsiteY1094" fmla="*/ 224219 h 466725"/>
                <a:gd name="connsiteX1095" fmla="*/ 133255 w 600075"/>
                <a:gd name="connsiteY1095" fmla="*/ 224790 h 466725"/>
                <a:gd name="connsiteX1096" fmla="*/ 132874 w 600075"/>
                <a:gd name="connsiteY1096" fmla="*/ 224980 h 466725"/>
                <a:gd name="connsiteX1097" fmla="*/ 132493 w 600075"/>
                <a:gd name="connsiteY1097" fmla="*/ 225266 h 466725"/>
                <a:gd name="connsiteX1098" fmla="*/ 132207 w 600075"/>
                <a:gd name="connsiteY1098" fmla="*/ 225552 h 466725"/>
                <a:gd name="connsiteX1099" fmla="*/ 132016 w 600075"/>
                <a:gd name="connsiteY1099" fmla="*/ 225933 h 466725"/>
                <a:gd name="connsiteX1100" fmla="*/ 131921 w 600075"/>
                <a:gd name="connsiteY1100" fmla="*/ 226409 h 466725"/>
                <a:gd name="connsiteX1101" fmla="*/ 131921 w 600075"/>
                <a:gd name="connsiteY1101" fmla="*/ 226886 h 466725"/>
                <a:gd name="connsiteX1102" fmla="*/ 132016 w 600075"/>
                <a:gd name="connsiteY1102" fmla="*/ 227362 h 466725"/>
                <a:gd name="connsiteX1103" fmla="*/ 133445 w 600075"/>
                <a:gd name="connsiteY1103" fmla="*/ 231362 h 466725"/>
                <a:gd name="connsiteX1104" fmla="*/ 133540 w 600075"/>
                <a:gd name="connsiteY1104" fmla="*/ 232220 h 466725"/>
                <a:gd name="connsiteX1105" fmla="*/ 133540 w 600075"/>
                <a:gd name="connsiteY1105" fmla="*/ 232696 h 466725"/>
                <a:gd name="connsiteX1106" fmla="*/ 133445 w 600075"/>
                <a:gd name="connsiteY1106" fmla="*/ 233172 h 466725"/>
                <a:gd name="connsiteX1107" fmla="*/ 133160 w 600075"/>
                <a:gd name="connsiteY1107" fmla="*/ 234125 h 466725"/>
                <a:gd name="connsiteX1108" fmla="*/ 132493 w 600075"/>
                <a:gd name="connsiteY1108" fmla="*/ 235839 h 466725"/>
                <a:gd name="connsiteX1109" fmla="*/ 132207 w 600075"/>
                <a:gd name="connsiteY1109" fmla="*/ 236792 h 466725"/>
                <a:gd name="connsiteX1110" fmla="*/ 132112 w 600075"/>
                <a:gd name="connsiteY1110" fmla="*/ 237839 h 466725"/>
                <a:gd name="connsiteX1111" fmla="*/ 132207 w 600075"/>
                <a:gd name="connsiteY1111" fmla="*/ 242316 h 466725"/>
                <a:gd name="connsiteX1112" fmla="*/ 131445 w 600075"/>
                <a:gd name="connsiteY1112" fmla="*/ 249364 h 466725"/>
                <a:gd name="connsiteX1113" fmla="*/ 131350 w 600075"/>
                <a:gd name="connsiteY1113" fmla="*/ 249841 h 466725"/>
                <a:gd name="connsiteX1114" fmla="*/ 131159 w 600075"/>
                <a:gd name="connsiteY1114" fmla="*/ 250222 h 466725"/>
                <a:gd name="connsiteX1115" fmla="*/ 130873 w 600075"/>
                <a:gd name="connsiteY1115" fmla="*/ 250508 h 466725"/>
                <a:gd name="connsiteX1116" fmla="*/ 130493 w 600075"/>
                <a:gd name="connsiteY1116" fmla="*/ 250698 h 466725"/>
                <a:gd name="connsiteX1117" fmla="*/ 130016 w 600075"/>
                <a:gd name="connsiteY1117" fmla="*/ 250888 h 466725"/>
                <a:gd name="connsiteX1118" fmla="*/ 129064 w 600075"/>
                <a:gd name="connsiteY1118" fmla="*/ 251174 h 466725"/>
                <a:gd name="connsiteX1119" fmla="*/ 128588 w 600075"/>
                <a:gd name="connsiteY1119" fmla="*/ 251365 h 466725"/>
                <a:gd name="connsiteX1120" fmla="*/ 128206 w 600075"/>
                <a:gd name="connsiteY1120" fmla="*/ 251555 h 466725"/>
                <a:gd name="connsiteX1121" fmla="*/ 127826 w 600075"/>
                <a:gd name="connsiteY1121" fmla="*/ 251841 h 466725"/>
                <a:gd name="connsiteX1122" fmla="*/ 126968 w 600075"/>
                <a:gd name="connsiteY1122" fmla="*/ 252889 h 466725"/>
                <a:gd name="connsiteX1123" fmla="*/ 126778 w 600075"/>
                <a:gd name="connsiteY1123" fmla="*/ 253270 h 466725"/>
                <a:gd name="connsiteX1124" fmla="*/ 126302 w 600075"/>
                <a:gd name="connsiteY1124" fmla="*/ 253937 h 466725"/>
                <a:gd name="connsiteX1125" fmla="*/ 126016 w 600075"/>
                <a:gd name="connsiteY1125" fmla="*/ 254222 h 466725"/>
                <a:gd name="connsiteX1126" fmla="*/ 125635 w 600075"/>
                <a:gd name="connsiteY1126" fmla="*/ 254413 h 466725"/>
                <a:gd name="connsiteX1127" fmla="*/ 122491 w 600075"/>
                <a:gd name="connsiteY1127" fmla="*/ 255365 h 466725"/>
                <a:gd name="connsiteX1128" fmla="*/ 121539 w 600075"/>
                <a:gd name="connsiteY1128" fmla="*/ 255556 h 466725"/>
                <a:gd name="connsiteX1129" fmla="*/ 119824 w 600075"/>
                <a:gd name="connsiteY1129" fmla="*/ 255651 h 466725"/>
                <a:gd name="connsiteX1130" fmla="*/ 118777 w 600075"/>
                <a:gd name="connsiteY1130" fmla="*/ 255461 h 466725"/>
                <a:gd name="connsiteX1131" fmla="*/ 117920 w 600075"/>
                <a:gd name="connsiteY1131" fmla="*/ 255079 h 466725"/>
                <a:gd name="connsiteX1132" fmla="*/ 114681 w 600075"/>
                <a:gd name="connsiteY1132" fmla="*/ 253079 h 466725"/>
                <a:gd name="connsiteX1133" fmla="*/ 114490 w 600075"/>
                <a:gd name="connsiteY1133" fmla="*/ 252889 h 466725"/>
                <a:gd name="connsiteX1134" fmla="*/ 114490 w 600075"/>
                <a:gd name="connsiteY1134" fmla="*/ 252889 h 466725"/>
                <a:gd name="connsiteX1135" fmla="*/ 114300 w 600075"/>
                <a:gd name="connsiteY1135" fmla="*/ 252698 h 466725"/>
                <a:gd name="connsiteX1136" fmla="*/ 112109 w 600075"/>
                <a:gd name="connsiteY1136" fmla="*/ 251460 h 466725"/>
                <a:gd name="connsiteX1137" fmla="*/ 111728 w 600075"/>
                <a:gd name="connsiteY1137" fmla="*/ 251270 h 466725"/>
                <a:gd name="connsiteX1138" fmla="*/ 111252 w 600075"/>
                <a:gd name="connsiteY1138" fmla="*/ 251174 h 466725"/>
                <a:gd name="connsiteX1139" fmla="*/ 110680 w 600075"/>
                <a:gd name="connsiteY1139" fmla="*/ 251079 h 466725"/>
                <a:gd name="connsiteX1140" fmla="*/ 110109 w 600075"/>
                <a:gd name="connsiteY1140" fmla="*/ 251079 h 466725"/>
                <a:gd name="connsiteX1141" fmla="*/ 109633 w 600075"/>
                <a:gd name="connsiteY1141" fmla="*/ 251174 h 466725"/>
                <a:gd name="connsiteX1142" fmla="*/ 109156 w 600075"/>
                <a:gd name="connsiteY1142" fmla="*/ 251270 h 466725"/>
                <a:gd name="connsiteX1143" fmla="*/ 108776 w 600075"/>
                <a:gd name="connsiteY1143" fmla="*/ 251460 h 466725"/>
                <a:gd name="connsiteX1144" fmla="*/ 108490 w 600075"/>
                <a:gd name="connsiteY1144" fmla="*/ 251746 h 466725"/>
                <a:gd name="connsiteX1145" fmla="*/ 107823 w 600075"/>
                <a:gd name="connsiteY1145" fmla="*/ 252698 h 466725"/>
                <a:gd name="connsiteX1146" fmla="*/ 107728 w 600075"/>
                <a:gd name="connsiteY1146" fmla="*/ 252889 h 466725"/>
                <a:gd name="connsiteX1147" fmla="*/ 107728 w 600075"/>
                <a:gd name="connsiteY1147" fmla="*/ 252984 h 466725"/>
                <a:gd name="connsiteX1148" fmla="*/ 107632 w 600075"/>
                <a:gd name="connsiteY1148" fmla="*/ 253365 h 466725"/>
                <a:gd name="connsiteX1149" fmla="*/ 107252 w 600075"/>
                <a:gd name="connsiteY1149" fmla="*/ 254127 h 466725"/>
                <a:gd name="connsiteX1150" fmla="*/ 107061 w 600075"/>
                <a:gd name="connsiteY1150" fmla="*/ 254508 h 466725"/>
                <a:gd name="connsiteX1151" fmla="*/ 105728 w 600075"/>
                <a:gd name="connsiteY1151" fmla="*/ 255556 h 466725"/>
                <a:gd name="connsiteX1152" fmla="*/ 104299 w 600075"/>
                <a:gd name="connsiteY1152" fmla="*/ 256508 h 466725"/>
                <a:gd name="connsiteX1153" fmla="*/ 103632 w 600075"/>
                <a:gd name="connsiteY1153" fmla="*/ 257080 h 466725"/>
                <a:gd name="connsiteX1154" fmla="*/ 103346 w 600075"/>
                <a:gd name="connsiteY1154" fmla="*/ 257365 h 466725"/>
                <a:gd name="connsiteX1155" fmla="*/ 102108 w 600075"/>
                <a:gd name="connsiteY1155" fmla="*/ 259271 h 466725"/>
                <a:gd name="connsiteX1156" fmla="*/ 101060 w 600075"/>
                <a:gd name="connsiteY1156" fmla="*/ 260509 h 466725"/>
                <a:gd name="connsiteX1157" fmla="*/ 100013 w 600075"/>
                <a:gd name="connsiteY1157" fmla="*/ 261271 h 466725"/>
                <a:gd name="connsiteX1158" fmla="*/ 99631 w 600075"/>
                <a:gd name="connsiteY1158" fmla="*/ 261461 h 466725"/>
                <a:gd name="connsiteX1159" fmla="*/ 99251 w 600075"/>
                <a:gd name="connsiteY1159" fmla="*/ 261652 h 466725"/>
                <a:gd name="connsiteX1160" fmla="*/ 98774 w 600075"/>
                <a:gd name="connsiteY1160" fmla="*/ 261747 h 466725"/>
                <a:gd name="connsiteX1161" fmla="*/ 98203 w 600075"/>
                <a:gd name="connsiteY1161" fmla="*/ 261747 h 466725"/>
                <a:gd name="connsiteX1162" fmla="*/ 97155 w 600075"/>
                <a:gd name="connsiteY1162" fmla="*/ 261747 h 466725"/>
                <a:gd name="connsiteX1163" fmla="*/ 96774 w 600075"/>
                <a:gd name="connsiteY1163" fmla="*/ 262033 h 466725"/>
                <a:gd name="connsiteX1164" fmla="*/ 96679 w 600075"/>
                <a:gd name="connsiteY1164" fmla="*/ 262604 h 466725"/>
                <a:gd name="connsiteX1165" fmla="*/ 97155 w 600075"/>
                <a:gd name="connsiteY1165" fmla="*/ 263843 h 466725"/>
                <a:gd name="connsiteX1166" fmla="*/ 97346 w 600075"/>
                <a:gd name="connsiteY1166" fmla="*/ 264605 h 466725"/>
                <a:gd name="connsiteX1167" fmla="*/ 97346 w 600075"/>
                <a:gd name="connsiteY1167" fmla="*/ 265176 h 466725"/>
                <a:gd name="connsiteX1168" fmla="*/ 97155 w 600075"/>
                <a:gd name="connsiteY1168" fmla="*/ 265557 h 466725"/>
                <a:gd name="connsiteX1169" fmla="*/ 96869 w 600075"/>
                <a:gd name="connsiteY1169" fmla="*/ 265938 h 466725"/>
                <a:gd name="connsiteX1170" fmla="*/ 96583 w 600075"/>
                <a:gd name="connsiteY1170" fmla="*/ 266224 h 466725"/>
                <a:gd name="connsiteX1171" fmla="*/ 96203 w 600075"/>
                <a:gd name="connsiteY1171" fmla="*/ 266414 h 466725"/>
                <a:gd name="connsiteX1172" fmla="*/ 95726 w 600075"/>
                <a:gd name="connsiteY1172" fmla="*/ 266510 h 466725"/>
                <a:gd name="connsiteX1173" fmla="*/ 95250 w 600075"/>
                <a:gd name="connsiteY1173" fmla="*/ 266510 h 466725"/>
                <a:gd name="connsiteX1174" fmla="*/ 94774 w 600075"/>
                <a:gd name="connsiteY1174" fmla="*/ 266414 h 466725"/>
                <a:gd name="connsiteX1175" fmla="*/ 93250 w 600075"/>
                <a:gd name="connsiteY1175" fmla="*/ 265557 h 466725"/>
                <a:gd name="connsiteX1176" fmla="*/ 92773 w 600075"/>
                <a:gd name="connsiteY1176" fmla="*/ 265462 h 466725"/>
                <a:gd name="connsiteX1177" fmla="*/ 92297 w 600075"/>
                <a:gd name="connsiteY1177" fmla="*/ 265462 h 466725"/>
                <a:gd name="connsiteX1178" fmla="*/ 91916 w 600075"/>
                <a:gd name="connsiteY1178" fmla="*/ 265652 h 466725"/>
                <a:gd name="connsiteX1179" fmla="*/ 91630 w 600075"/>
                <a:gd name="connsiteY1179" fmla="*/ 265938 h 466725"/>
                <a:gd name="connsiteX1180" fmla="*/ 91440 w 600075"/>
                <a:gd name="connsiteY1180" fmla="*/ 266319 h 466725"/>
                <a:gd name="connsiteX1181" fmla="*/ 91345 w 600075"/>
                <a:gd name="connsiteY1181" fmla="*/ 266795 h 466725"/>
                <a:gd name="connsiteX1182" fmla="*/ 91249 w 600075"/>
                <a:gd name="connsiteY1182" fmla="*/ 267271 h 466725"/>
                <a:gd name="connsiteX1183" fmla="*/ 91249 w 600075"/>
                <a:gd name="connsiteY1183" fmla="*/ 267748 h 466725"/>
                <a:gd name="connsiteX1184" fmla="*/ 91345 w 600075"/>
                <a:gd name="connsiteY1184" fmla="*/ 268796 h 466725"/>
                <a:gd name="connsiteX1185" fmla="*/ 91345 w 600075"/>
                <a:gd name="connsiteY1185" fmla="*/ 269938 h 466725"/>
                <a:gd name="connsiteX1186" fmla="*/ 91249 w 600075"/>
                <a:gd name="connsiteY1186" fmla="*/ 270415 h 466725"/>
                <a:gd name="connsiteX1187" fmla="*/ 91154 w 600075"/>
                <a:gd name="connsiteY1187" fmla="*/ 270891 h 466725"/>
                <a:gd name="connsiteX1188" fmla="*/ 90964 w 600075"/>
                <a:gd name="connsiteY1188" fmla="*/ 271272 h 466725"/>
                <a:gd name="connsiteX1189" fmla="*/ 90678 w 600075"/>
                <a:gd name="connsiteY1189" fmla="*/ 271653 h 466725"/>
                <a:gd name="connsiteX1190" fmla="*/ 87439 w 600075"/>
                <a:gd name="connsiteY1190" fmla="*/ 274606 h 466725"/>
                <a:gd name="connsiteX1191" fmla="*/ 87439 w 600075"/>
                <a:gd name="connsiteY1191" fmla="*/ 274606 h 466725"/>
                <a:gd name="connsiteX1192" fmla="*/ 85725 w 600075"/>
                <a:gd name="connsiteY1192" fmla="*/ 276130 h 466725"/>
                <a:gd name="connsiteX1193" fmla="*/ 83820 w 600075"/>
                <a:gd name="connsiteY1193" fmla="*/ 278321 h 466725"/>
                <a:gd name="connsiteX1194" fmla="*/ 83439 w 600075"/>
                <a:gd name="connsiteY1194" fmla="*/ 279083 h 466725"/>
                <a:gd name="connsiteX1195" fmla="*/ 83439 w 600075"/>
                <a:gd name="connsiteY1195" fmla="*/ 280321 h 466725"/>
                <a:gd name="connsiteX1196" fmla="*/ 82963 w 600075"/>
                <a:gd name="connsiteY1196" fmla="*/ 282035 h 466725"/>
                <a:gd name="connsiteX1197" fmla="*/ 82963 w 600075"/>
                <a:gd name="connsiteY1197" fmla="*/ 282035 h 466725"/>
                <a:gd name="connsiteX1198" fmla="*/ 83534 w 600075"/>
                <a:gd name="connsiteY1198" fmla="*/ 282702 h 466725"/>
                <a:gd name="connsiteX1199" fmla="*/ 84106 w 600075"/>
                <a:gd name="connsiteY1199" fmla="*/ 284321 h 466725"/>
                <a:gd name="connsiteX1200" fmla="*/ 84106 w 600075"/>
                <a:gd name="connsiteY1200" fmla="*/ 287560 h 466725"/>
                <a:gd name="connsiteX1201" fmla="*/ 84106 w 600075"/>
                <a:gd name="connsiteY1201" fmla="*/ 287941 h 466725"/>
                <a:gd name="connsiteX1202" fmla="*/ 84487 w 600075"/>
                <a:gd name="connsiteY1202" fmla="*/ 289560 h 466725"/>
                <a:gd name="connsiteX1203" fmla="*/ 85439 w 600075"/>
                <a:gd name="connsiteY1203" fmla="*/ 290894 h 466725"/>
                <a:gd name="connsiteX1204" fmla="*/ 86582 w 600075"/>
                <a:gd name="connsiteY1204" fmla="*/ 291370 h 466725"/>
                <a:gd name="connsiteX1205" fmla="*/ 92202 w 600075"/>
                <a:gd name="connsiteY1205" fmla="*/ 291655 h 466725"/>
                <a:gd name="connsiteX1206" fmla="*/ 94488 w 600075"/>
                <a:gd name="connsiteY1206" fmla="*/ 292322 h 466725"/>
                <a:gd name="connsiteX1207" fmla="*/ 96488 w 600075"/>
                <a:gd name="connsiteY1207" fmla="*/ 292227 h 466725"/>
                <a:gd name="connsiteX1208" fmla="*/ 97346 w 600075"/>
                <a:gd name="connsiteY1208" fmla="*/ 292798 h 466725"/>
                <a:gd name="connsiteX1209" fmla="*/ 98870 w 600075"/>
                <a:gd name="connsiteY1209" fmla="*/ 294418 h 466725"/>
                <a:gd name="connsiteX1210" fmla="*/ 99822 w 600075"/>
                <a:gd name="connsiteY1210" fmla="*/ 294894 h 466725"/>
                <a:gd name="connsiteX1211" fmla="*/ 100774 w 600075"/>
                <a:gd name="connsiteY1211" fmla="*/ 295180 h 466725"/>
                <a:gd name="connsiteX1212" fmla="*/ 101727 w 600075"/>
                <a:gd name="connsiteY1212" fmla="*/ 295656 h 466725"/>
                <a:gd name="connsiteX1213" fmla="*/ 102584 w 600075"/>
                <a:gd name="connsiteY1213" fmla="*/ 296513 h 466725"/>
                <a:gd name="connsiteX1214" fmla="*/ 102584 w 600075"/>
                <a:gd name="connsiteY1214" fmla="*/ 296513 h 466725"/>
                <a:gd name="connsiteX1215" fmla="*/ 102584 w 600075"/>
                <a:gd name="connsiteY1215" fmla="*/ 296513 h 466725"/>
                <a:gd name="connsiteX1216" fmla="*/ 102584 w 600075"/>
                <a:gd name="connsiteY1216" fmla="*/ 296513 h 466725"/>
                <a:gd name="connsiteX1217" fmla="*/ 103632 w 600075"/>
                <a:gd name="connsiteY1217" fmla="*/ 298133 h 466725"/>
                <a:gd name="connsiteX1218" fmla="*/ 108109 w 600075"/>
                <a:gd name="connsiteY1218" fmla="*/ 303181 h 466725"/>
                <a:gd name="connsiteX1219" fmla="*/ 109538 w 600075"/>
                <a:gd name="connsiteY1219" fmla="*/ 304229 h 466725"/>
                <a:gd name="connsiteX1220" fmla="*/ 110204 w 600075"/>
                <a:gd name="connsiteY1220" fmla="*/ 303943 h 466725"/>
                <a:gd name="connsiteX1221" fmla="*/ 110585 w 600075"/>
                <a:gd name="connsiteY1221" fmla="*/ 303276 h 466725"/>
                <a:gd name="connsiteX1222" fmla="*/ 110871 w 600075"/>
                <a:gd name="connsiteY1222" fmla="*/ 302609 h 466725"/>
                <a:gd name="connsiteX1223" fmla="*/ 111347 w 600075"/>
                <a:gd name="connsiteY1223" fmla="*/ 302133 h 466725"/>
                <a:gd name="connsiteX1224" fmla="*/ 112204 w 600075"/>
                <a:gd name="connsiteY1224" fmla="*/ 302038 h 466725"/>
                <a:gd name="connsiteX1225" fmla="*/ 113538 w 600075"/>
                <a:gd name="connsiteY1225" fmla="*/ 302419 h 466725"/>
                <a:gd name="connsiteX1226" fmla="*/ 114300 w 600075"/>
                <a:gd name="connsiteY1226" fmla="*/ 302514 h 466725"/>
                <a:gd name="connsiteX1227" fmla="*/ 116872 w 600075"/>
                <a:gd name="connsiteY1227" fmla="*/ 302228 h 466725"/>
                <a:gd name="connsiteX1228" fmla="*/ 118205 w 600075"/>
                <a:gd name="connsiteY1228" fmla="*/ 301847 h 466725"/>
                <a:gd name="connsiteX1229" fmla="*/ 119253 w 600075"/>
                <a:gd name="connsiteY1229" fmla="*/ 301180 h 466725"/>
                <a:gd name="connsiteX1230" fmla="*/ 120491 w 600075"/>
                <a:gd name="connsiteY1230" fmla="*/ 298513 h 466725"/>
                <a:gd name="connsiteX1231" fmla="*/ 121253 w 600075"/>
                <a:gd name="connsiteY1231" fmla="*/ 298133 h 466725"/>
                <a:gd name="connsiteX1232" fmla="*/ 127540 w 600075"/>
                <a:gd name="connsiteY1232" fmla="*/ 297656 h 466725"/>
                <a:gd name="connsiteX1233" fmla="*/ 131921 w 600075"/>
                <a:gd name="connsiteY1233" fmla="*/ 298133 h 466725"/>
                <a:gd name="connsiteX1234" fmla="*/ 134969 w 600075"/>
                <a:gd name="connsiteY1234" fmla="*/ 298895 h 466725"/>
                <a:gd name="connsiteX1235" fmla="*/ 137541 w 600075"/>
                <a:gd name="connsiteY1235" fmla="*/ 300514 h 466725"/>
                <a:gd name="connsiteX1236" fmla="*/ 139160 w 600075"/>
                <a:gd name="connsiteY1236" fmla="*/ 303467 h 466725"/>
                <a:gd name="connsiteX1237" fmla="*/ 139446 w 600075"/>
                <a:gd name="connsiteY1237" fmla="*/ 306610 h 466725"/>
                <a:gd name="connsiteX1238" fmla="*/ 140018 w 600075"/>
                <a:gd name="connsiteY1238" fmla="*/ 307658 h 466725"/>
                <a:gd name="connsiteX1239" fmla="*/ 141732 w 600075"/>
                <a:gd name="connsiteY1239" fmla="*/ 308420 h 466725"/>
                <a:gd name="connsiteX1240" fmla="*/ 143446 w 600075"/>
                <a:gd name="connsiteY1240" fmla="*/ 308705 h 466725"/>
                <a:gd name="connsiteX1241" fmla="*/ 145066 w 600075"/>
                <a:gd name="connsiteY1241" fmla="*/ 308705 h 466725"/>
                <a:gd name="connsiteX1242" fmla="*/ 146590 w 600075"/>
                <a:gd name="connsiteY1242" fmla="*/ 308515 h 466725"/>
                <a:gd name="connsiteX1243" fmla="*/ 157924 w 600075"/>
                <a:gd name="connsiteY1243" fmla="*/ 305467 h 466725"/>
                <a:gd name="connsiteX1244" fmla="*/ 159163 w 600075"/>
                <a:gd name="connsiteY1244" fmla="*/ 304800 h 466725"/>
                <a:gd name="connsiteX1245" fmla="*/ 159544 w 600075"/>
                <a:gd name="connsiteY1245" fmla="*/ 302895 h 466725"/>
                <a:gd name="connsiteX1246" fmla="*/ 160306 w 600075"/>
                <a:gd name="connsiteY1246" fmla="*/ 302419 h 466725"/>
                <a:gd name="connsiteX1247" fmla="*/ 161354 w 600075"/>
                <a:gd name="connsiteY1247" fmla="*/ 302705 h 466725"/>
                <a:gd name="connsiteX1248" fmla="*/ 162592 w 600075"/>
                <a:gd name="connsiteY1248" fmla="*/ 303276 h 466725"/>
                <a:gd name="connsiteX1249" fmla="*/ 166592 w 600075"/>
                <a:gd name="connsiteY1249" fmla="*/ 304324 h 466725"/>
                <a:gd name="connsiteX1250" fmla="*/ 167735 w 600075"/>
                <a:gd name="connsiteY1250" fmla="*/ 305086 h 466725"/>
                <a:gd name="connsiteX1251" fmla="*/ 168497 w 600075"/>
                <a:gd name="connsiteY1251" fmla="*/ 306324 h 466725"/>
                <a:gd name="connsiteX1252" fmla="*/ 169069 w 600075"/>
                <a:gd name="connsiteY1252" fmla="*/ 307658 h 466725"/>
                <a:gd name="connsiteX1253" fmla="*/ 169926 w 600075"/>
                <a:gd name="connsiteY1253" fmla="*/ 308705 h 466725"/>
                <a:gd name="connsiteX1254" fmla="*/ 171736 w 600075"/>
                <a:gd name="connsiteY1254" fmla="*/ 308991 h 466725"/>
                <a:gd name="connsiteX1255" fmla="*/ 172307 w 600075"/>
                <a:gd name="connsiteY1255" fmla="*/ 308705 h 466725"/>
                <a:gd name="connsiteX1256" fmla="*/ 172974 w 600075"/>
                <a:gd name="connsiteY1256" fmla="*/ 307562 h 466725"/>
                <a:gd name="connsiteX1257" fmla="*/ 173641 w 600075"/>
                <a:gd name="connsiteY1257" fmla="*/ 307277 h 466725"/>
                <a:gd name="connsiteX1258" fmla="*/ 174498 w 600075"/>
                <a:gd name="connsiteY1258" fmla="*/ 307467 h 466725"/>
                <a:gd name="connsiteX1259" fmla="*/ 175070 w 600075"/>
                <a:gd name="connsiteY1259" fmla="*/ 307943 h 466725"/>
                <a:gd name="connsiteX1260" fmla="*/ 175927 w 600075"/>
                <a:gd name="connsiteY1260" fmla="*/ 309086 h 466725"/>
                <a:gd name="connsiteX1261" fmla="*/ 178308 w 600075"/>
                <a:gd name="connsiteY1261" fmla="*/ 310991 h 466725"/>
                <a:gd name="connsiteX1262" fmla="*/ 179641 w 600075"/>
                <a:gd name="connsiteY1262" fmla="*/ 313277 h 466725"/>
                <a:gd name="connsiteX1263" fmla="*/ 179546 w 600075"/>
                <a:gd name="connsiteY1263" fmla="*/ 313468 h 466725"/>
                <a:gd name="connsiteX1264" fmla="*/ 180689 w 600075"/>
                <a:gd name="connsiteY1264" fmla="*/ 313468 h 466725"/>
                <a:gd name="connsiteX1265" fmla="*/ 182594 w 600075"/>
                <a:gd name="connsiteY1265" fmla="*/ 313277 h 466725"/>
                <a:gd name="connsiteX1266" fmla="*/ 184309 w 600075"/>
                <a:gd name="connsiteY1266" fmla="*/ 313468 h 466725"/>
                <a:gd name="connsiteX1267" fmla="*/ 184976 w 600075"/>
                <a:gd name="connsiteY1267" fmla="*/ 314611 h 466725"/>
                <a:gd name="connsiteX1268" fmla="*/ 184404 w 600075"/>
                <a:gd name="connsiteY1268" fmla="*/ 315659 h 466725"/>
                <a:gd name="connsiteX1269" fmla="*/ 181737 w 600075"/>
                <a:gd name="connsiteY1269" fmla="*/ 317183 h 466725"/>
                <a:gd name="connsiteX1270" fmla="*/ 180785 w 600075"/>
                <a:gd name="connsiteY1270" fmla="*/ 318040 h 466725"/>
                <a:gd name="connsiteX1271" fmla="*/ 180213 w 600075"/>
                <a:gd name="connsiteY1271" fmla="*/ 319564 h 466725"/>
                <a:gd name="connsiteX1272" fmla="*/ 179927 w 600075"/>
                <a:gd name="connsiteY1272" fmla="*/ 322231 h 466725"/>
                <a:gd name="connsiteX1273" fmla="*/ 179165 w 600075"/>
                <a:gd name="connsiteY1273" fmla="*/ 323755 h 466725"/>
                <a:gd name="connsiteX1274" fmla="*/ 177451 w 600075"/>
                <a:gd name="connsiteY1274" fmla="*/ 326422 h 466725"/>
                <a:gd name="connsiteX1275" fmla="*/ 176879 w 600075"/>
                <a:gd name="connsiteY1275" fmla="*/ 327755 h 466725"/>
                <a:gd name="connsiteX1276" fmla="*/ 175451 w 600075"/>
                <a:gd name="connsiteY1276" fmla="*/ 332137 h 466725"/>
                <a:gd name="connsiteX1277" fmla="*/ 174498 w 600075"/>
                <a:gd name="connsiteY1277" fmla="*/ 332994 h 466725"/>
                <a:gd name="connsiteX1278" fmla="*/ 172783 w 600075"/>
                <a:gd name="connsiteY1278" fmla="*/ 332994 h 466725"/>
                <a:gd name="connsiteX1279" fmla="*/ 171450 w 600075"/>
                <a:gd name="connsiteY1279" fmla="*/ 332042 h 466725"/>
                <a:gd name="connsiteX1280" fmla="*/ 170593 w 600075"/>
                <a:gd name="connsiteY1280" fmla="*/ 330518 h 466725"/>
                <a:gd name="connsiteX1281" fmla="*/ 169640 w 600075"/>
                <a:gd name="connsiteY1281" fmla="*/ 329470 h 466725"/>
                <a:gd name="connsiteX1282" fmla="*/ 168116 w 600075"/>
                <a:gd name="connsiteY1282" fmla="*/ 329660 h 466725"/>
                <a:gd name="connsiteX1283" fmla="*/ 167259 w 600075"/>
                <a:gd name="connsiteY1283" fmla="*/ 330708 h 466725"/>
                <a:gd name="connsiteX1284" fmla="*/ 166592 w 600075"/>
                <a:gd name="connsiteY1284" fmla="*/ 332518 h 466725"/>
                <a:gd name="connsiteX1285" fmla="*/ 164782 w 600075"/>
                <a:gd name="connsiteY1285" fmla="*/ 341281 h 466725"/>
                <a:gd name="connsiteX1286" fmla="*/ 164402 w 600075"/>
                <a:gd name="connsiteY1286" fmla="*/ 341947 h 466725"/>
                <a:gd name="connsiteX1287" fmla="*/ 163544 w 600075"/>
                <a:gd name="connsiteY1287" fmla="*/ 343281 h 466725"/>
                <a:gd name="connsiteX1288" fmla="*/ 163258 w 600075"/>
                <a:gd name="connsiteY1288" fmla="*/ 344234 h 466725"/>
                <a:gd name="connsiteX1289" fmla="*/ 163258 w 600075"/>
                <a:gd name="connsiteY1289" fmla="*/ 345091 h 466725"/>
                <a:gd name="connsiteX1290" fmla="*/ 163735 w 600075"/>
                <a:gd name="connsiteY1290" fmla="*/ 347186 h 466725"/>
                <a:gd name="connsiteX1291" fmla="*/ 163830 w 600075"/>
                <a:gd name="connsiteY1291" fmla="*/ 347663 h 466725"/>
                <a:gd name="connsiteX1292" fmla="*/ 164021 w 600075"/>
                <a:gd name="connsiteY1292" fmla="*/ 350806 h 466725"/>
                <a:gd name="connsiteX1293" fmla="*/ 164402 w 600075"/>
                <a:gd name="connsiteY1293" fmla="*/ 352139 h 466725"/>
                <a:gd name="connsiteX1294" fmla="*/ 165449 w 600075"/>
                <a:gd name="connsiteY1294" fmla="*/ 353282 h 466725"/>
                <a:gd name="connsiteX1295" fmla="*/ 167259 w 600075"/>
                <a:gd name="connsiteY1295" fmla="*/ 353949 h 466725"/>
                <a:gd name="connsiteX1296" fmla="*/ 170402 w 600075"/>
                <a:gd name="connsiteY1296" fmla="*/ 354139 h 466725"/>
                <a:gd name="connsiteX1297" fmla="*/ 171736 w 600075"/>
                <a:gd name="connsiteY1297" fmla="*/ 355283 h 466725"/>
                <a:gd name="connsiteX1298" fmla="*/ 172212 w 600075"/>
                <a:gd name="connsiteY1298" fmla="*/ 356426 h 466725"/>
                <a:gd name="connsiteX1299" fmla="*/ 174117 w 600075"/>
                <a:gd name="connsiteY1299" fmla="*/ 362712 h 466725"/>
                <a:gd name="connsiteX1300" fmla="*/ 173927 w 600075"/>
                <a:gd name="connsiteY1300" fmla="*/ 363569 h 466725"/>
                <a:gd name="connsiteX1301" fmla="*/ 173260 w 600075"/>
                <a:gd name="connsiteY1301" fmla="*/ 364236 h 466725"/>
                <a:gd name="connsiteX1302" fmla="*/ 172307 w 600075"/>
                <a:gd name="connsiteY1302" fmla="*/ 365474 h 466725"/>
                <a:gd name="connsiteX1303" fmla="*/ 172498 w 600075"/>
                <a:gd name="connsiteY1303" fmla="*/ 366713 h 466725"/>
                <a:gd name="connsiteX1304" fmla="*/ 172974 w 600075"/>
                <a:gd name="connsiteY1304" fmla="*/ 367665 h 466725"/>
                <a:gd name="connsiteX1305" fmla="*/ 173546 w 600075"/>
                <a:gd name="connsiteY1305" fmla="*/ 368522 h 466725"/>
                <a:gd name="connsiteX1306" fmla="*/ 173927 w 600075"/>
                <a:gd name="connsiteY1306" fmla="*/ 369475 h 466725"/>
                <a:gd name="connsiteX1307" fmla="*/ 173927 w 600075"/>
                <a:gd name="connsiteY1307" fmla="*/ 370142 h 466725"/>
                <a:gd name="connsiteX1308" fmla="*/ 173641 w 600075"/>
                <a:gd name="connsiteY1308" fmla="*/ 371570 h 466725"/>
                <a:gd name="connsiteX1309" fmla="*/ 173641 w 600075"/>
                <a:gd name="connsiteY1309" fmla="*/ 372237 h 466725"/>
                <a:gd name="connsiteX1310" fmla="*/ 173831 w 600075"/>
                <a:gd name="connsiteY1310" fmla="*/ 372713 h 466725"/>
                <a:gd name="connsiteX1311" fmla="*/ 174498 w 600075"/>
                <a:gd name="connsiteY1311" fmla="*/ 373571 h 466725"/>
                <a:gd name="connsiteX1312" fmla="*/ 174688 w 600075"/>
                <a:gd name="connsiteY1312" fmla="*/ 373952 h 466725"/>
                <a:gd name="connsiteX1313" fmla="*/ 174784 w 600075"/>
                <a:gd name="connsiteY1313" fmla="*/ 376238 h 466725"/>
                <a:gd name="connsiteX1314" fmla="*/ 174403 w 600075"/>
                <a:gd name="connsiteY1314" fmla="*/ 378238 h 466725"/>
                <a:gd name="connsiteX1315" fmla="*/ 172783 w 600075"/>
                <a:gd name="connsiteY1315" fmla="*/ 382238 h 466725"/>
                <a:gd name="connsiteX1316" fmla="*/ 172783 w 600075"/>
                <a:gd name="connsiteY1316" fmla="*/ 383000 h 466725"/>
                <a:gd name="connsiteX1317" fmla="*/ 172879 w 600075"/>
                <a:gd name="connsiteY1317" fmla="*/ 383762 h 466725"/>
                <a:gd name="connsiteX1318" fmla="*/ 173164 w 600075"/>
                <a:gd name="connsiteY1318" fmla="*/ 384524 h 466725"/>
                <a:gd name="connsiteX1319" fmla="*/ 173641 w 600075"/>
                <a:gd name="connsiteY1319" fmla="*/ 385001 h 466725"/>
                <a:gd name="connsiteX1320" fmla="*/ 174879 w 600075"/>
                <a:gd name="connsiteY1320" fmla="*/ 385096 h 466725"/>
                <a:gd name="connsiteX1321" fmla="*/ 176117 w 600075"/>
                <a:gd name="connsiteY1321" fmla="*/ 384143 h 466725"/>
                <a:gd name="connsiteX1322" fmla="*/ 178689 w 600075"/>
                <a:gd name="connsiteY1322" fmla="*/ 381190 h 466725"/>
                <a:gd name="connsiteX1323" fmla="*/ 179165 w 600075"/>
                <a:gd name="connsiteY1323" fmla="*/ 381095 h 466725"/>
                <a:gd name="connsiteX1324" fmla="*/ 180308 w 600075"/>
                <a:gd name="connsiteY1324" fmla="*/ 381476 h 466725"/>
                <a:gd name="connsiteX1325" fmla="*/ 180785 w 600075"/>
                <a:gd name="connsiteY1325" fmla="*/ 381857 h 466725"/>
                <a:gd name="connsiteX1326" fmla="*/ 181451 w 600075"/>
                <a:gd name="connsiteY1326" fmla="*/ 382714 h 466725"/>
                <a:gd name="connsiteX1327" fmla="*/ 181832 w 600075"/>
                <a:gd name="connsiteY1327" fmla="*/ 383096 h 466725"/>
                <a:gd name="connsiteX1328" fmla="*/ 183452 w 600075"/>
                <a:gd name="connsiteY1328" fmla="*/ 383953 h 466725"/>
                <a:gd name="connsiteX1329" fmla="*/ 184880 w 600075"/>
                <a:gd name="connsiteY1329" fmla="*/ 384143 h 466725"/>
                <a:gd name="connsiteX1330" fmla="*/ 188214 w 600075"/>
                <a:gd name="connsiteY1330" fmla="*/ 384048 h 466725"/>
                <a:gd name="connsiteX1331" fmla="*/ 190119 w 600075"/>
                <a:gd name="connsiteY1331" fmla="*/ 384524 h 466725"/>
                <a:gd name="connsiteX1332" fmla="*/ 191071 w 600075"/>
                <a:gd name="connsiteY1332" fmla="*/ 385477 h 466725"/>
                <a:gd name="connsiteX1333" fmla="*/ 191738 w 600075"/>
                <a:gd name="connsiteY1333" fmla="*/ 386715 h 466725"/>
                <a:gd name="connsiteX1334" fmla="*/ 192786 w 600075"/>
                <a:gd name="connsiteY1334" fmla="*/ 388048 h 466725"/>
                <a:gd name="connsiteX1335" fmla="*/ 194501 w 600075"/>
                <a:gd name="connsiteY1335" fmla="*/ 389001 h 466725"/>
                <a:gd name="connsiteX1336" fmla="*/ 195929 w 600075"/>
                <a:gd name="connsiteY1336" fmla="*/ 388715 h 466725"/>
                <a:gd name="connsiteX1337" fmla="*/ 197168 w 600075"/>
                <a:gd name="connsiteY1337" fmla="*/ 387953 h 466725"/>
                <a:gd name="connsiteX1338" fmla="*/ 198596 w 600075"/>
                <a:gd name="connsiteY1338" fmla="*/ 387382 h 466725"/>
                <a:gd name="connsiteX1339" fmla="*/ 200215 w 600075"/>
                <a:gd name="connsiteY1339" fmla="*/ 387382 h 466725"/>
                <a:gd name="connsiteX1340" fmla="*/ 201644 w 600075"/>
                <a:gd name="connsiteY1340" fmla="*/ 388048 h 466725"/>
                <a:gd name="connsiteX1341" fmla="*/ 202502 w 600075"/>
                <a:gd name="connsiteY1341" fmla="*/ 389287 h 466725"/>
                <a:gd name="connsiteX1342" fmla="*/ 202597 w 600075"/>
                <a:gd name="connsiteY1342" fmla="*/ 391096 h 466725"/>
                <a:gd name="connsiteX1343" fmla="*/ 201835 w 600075"/>
                <a:gd name="connsiteY1343" fmla="*/ 392525 h 466725"/>
                <a:gd name="connsiteX1344" fmla="*/ 200692 w 600075"/>
                <a:gd name="connsiteY1344" fmla="*/ 393763 h 466725"/>
                <a:gd name="connsiteX1345" fmla="*/ 199835 w 600075"/>
                <a:gd name="connsiteY1345" fmla="*/ 395097 h 466725"/>
                <a:gd name="connsiteX1346" fmla="*/ 200025 w 600075"/>
                <a:gd name="connsiteY1346" fmla="*/ 396812 h 466725"/>
                <a:gd name="connsiteX1347" fmla="*/ 201168 w 600075"/>
                <a:gd name="connsiteY1347" fmla="*/ 397955 h 466725"/>
                <a:gd name="connsiteX1348" fmla="*/ 202787 w 600075"/>
                <a:gd name="connsiteY1348" fmla="*/ 398526 h 466725"/>
                <a:gd name="connsiteX1349" fmla="*/ 206121 w 600075"/>
                <a:gd name="connsiteY1349" fmla="*/ 399193 h 466725"/>
                <a:gd name="connsiteX1350" fmla="*/ 208407 w 600075"/>
                <a:gd name="connsiteY1350" fmla="*/ 400621 h 466725"/>
                <a:gd name="connsiteX1351" fmla="*/ 214598 w 600075"/>
                <a:gd name="connsiteY1351" fmla="*/ 406051 h 466725"/>
                <a:gd name="connsiteX1352" fmla="*/ 217741 w 600075"/>
                <a:gd name="connsiteY1352" fmla="*/ 406908 h 466725"/>
                <a:gd name="connsiteX1353" fmla="*/ 220313 w 600075"/>
                <a:gd name="connsiteY1353" fmla="*/ 406051 h 466725"/>
                <a:gd name="connsiteX1354" fmla="*/ 222599 w 600075"/>
                <a:gd name="connsiteY1354" fmla="*/ 405765 h 466725"/>
                <a:gd name="connsiteX1355" fmla="*/ 225076 w 600075"/>
                <a:gd name="connsiteY1355" fmla="*/ 408337 h 466725"/>
                <a:gd name="connsiteX1356" fmla="*/ 227171 w 600075"/>
                <a:gd name="connsiteY1356" fmla="*/ 414528 h 466725"/>
                <a:gd name="connsiteX1357" fmla="*/ 227457 w 600075"/>
                <a:gd name="connsiteY1357" fmla="*/ 414814 h 466725"/>
                <a:gd name="connsiteX1358" fmla="*/ 228600 w 600075"/>
                <a:gd name="connsiteY1358" fmla="*/ 415957 h 466725"/>
                <a:gd name="connsiteX1359" fmla="*/ 231362 w 600075"/>
                <a:gd name="connsiteY1359" fmla="*/ 414242 h 466725"/>
                <a:gd name="connsiteX1360" fmla="*/ 233553 w 600075"/>
                <a:gd name="connsiteY1360" fmla="*/ 411956 h 466725"/>
                <a:gd name="connsiteX1361" fmla="*/ 234791 w 600075"/>
                <a:gd name="connsiteY1361" fmla="*/ 411385 h 466725"/>
                <a:gd name="connsiteX1362" fmla="*/ 236411 w 600075"/>
                <a:gd name="connsiteY1362" fmla="*/ 411861 h 466725"/>
                <a:gd name="connsiteX1363" fmla="*/ 237268 w 600075"/>
                <a:gd name="connsiteY1363" fmla="*/ 413195 h 466725"/>
                <a:gd name="connsiteX1364" fmla="*/ 237554 w 600075"/>
                <a:gd name="connsiteY1364" fmla="*/ 416243 h 466725"/>
                <a:gd name="connsiteX1365" fmla="*/ 238601 w 600075"/>
                <a:gd name="connsiteY1365" fmla="*/ 416719 h 466725"/>
                <a:gd name="connsiteX1366" fmla="*/ 240030 w 600075"/>
                <a:gd name="connsiteY1366" fmla="*/ 417290 h 466725"/>
                <a:gd name="connsiteX1367" fmla="*/ 240792 w 600075"/>
                <a:gd name="connsiteY1367" fmla="*/ 417481 h 466725"/>
                <a:gd name="connsiteX1368" fmla="*/ 241459 w 600075"/>
                <a:gd name="connsiteY1368" fmla="*/ 417481 h 466725"/>
                <a:gd name="connsiteX1369" fmla="*/ 242126 w 600075"/>
                <a:gd name="connsiteY1369" fmla="*/ 417005 h 466725"/>
                <a:gd name="connsiteX1370" fmla="*/ 242792 w 600075"/>
                <a:gd name="connsiteY1370" fmla="*/ 415671 h 466725"/>
                <a:gd name="connsiteX1371" fmla="*/ 243269 w 600075"/>
                <a:gd name="connsiteY1371" fmla="*/ 415195 h 466725"/>
                <a:gd name="connsiteX1372" fmla="*/ 244697 w 600075"/>
                <a:gd name="connsiteY1372" fmla="*/ 415004 h 466725"/>
                <a:gd name="connsiteX1373" fmla="*/ 248031 w 600075"/>
                <a:gd name="connsiteY1373" fmla="*/ 415480 h 466725"/>
                <a:gd name="connsiteX1374" fmla="*/ 249650 w 600075"/>
                <a:gd name="connsiteY1374" fmla="*/ 415480 h 466725"/>
                <a:gd name="connsiteX1375" fmla="*/ 254318 w 600075"/>
                <a:gd name="connsiteY1375" fmla="*/ 414433 h 466725"/>
                <a:gd name="connsiteX1376" fmla="*/ 255746 w 600075"/>
                <a:gd name="connsiteY1376" fmla="*/ 413861 h 466725"/>
                <a:gd name="connsiteX1377" fmla="*/ 258889 w 600075"/>
                <a:gd name="connsiteY1377" fmla="*/ 411575 h 466725"/>
                <a:gd name="connsiteX1378" fmla="*/ 260128 w 600075"/>
                <a:gd name="connsiteY1378" fmla="*/ 411099 h 466725"/>
                <a:gd name="connsiteX1379" fmla="*/ 261366 w 600075"/>
                <a:gd name="connsiteY1379" fmla="*/ 411004 h 466725"/>
                <a:gd name="connsiteX1380" fmla="*/ 262795 w 600075"/>
                <a:gd name="connsiteY1380" fmla="*/ 411194 h 466725"/>
                <a:gd name="connsiteX1381" fmla="*/ 265462 w 600075"/>
                <a:gd name="connsiteY1381" fmla="*/ 411861 h 466725"/>
                <a:gd name="connsiteX1382" fmla="*/ 267081 w 600075"/>
                <a:gd name="connsiteY1382" fmla="*/ 412623 h 466725"/>
                <a:gd name="connsiteX1383" fmla="*/ 267653 w 600075"/>
                <a:gd name="connsiteY1383" fmla="*/ 413385 h 466725"/>
                <a:gd name="connsiteX1384" fmla="*/ 268033 w 600075"/>
                <a:gd name="connsiteY1384" fmla="*/ 414433 h 466725"/>
                <a:gd name="connsiteX1385" fmla="*/ 268891 w 600075"/>
                <a:gd name="connsiteY1385" fmla="*/ 415862 h 466725"/>
                <a:gd name="connsiteX1386" fmla="*/ 269843 w 600075"/>
                <a:gd name="connsiteY1386" fmla="*/ 416814 h 466725"/>
                <a:gd name="connsiteX1387" fmla="*/ 272129 w 600075"/>
                <a:gd name="connsiteY1387" fmla="*/ 418529 h 466725"/>
                <a:gd name="connsiteX1388" fmla="*/ 274891 w 600075"/>
                <a:gd name="connsiteY1388" fmla="*/ 421577 h 466725"/>
                <a:gd name="connsiteX1389" fmla="*/ 275939 w 600075"/>
                <a:gd name="connsiteY1389" fmla="*/ 421862 h 466725"/>
                <a:gd name="connsiteX1390" fmla="*/ 279654 w 600075"/>
                <a:gd name="connsiteY1390" fmla="*/ 425672 h 466725"/>
                <a:gd name="connsiteX1391" fmla="*/ 279654 w 600075"/>
                <a:gd name="connsiteY1391" fmla="*/ 426148 h 466725"/>
                <a:gd name="connsiteX1392" fmla="*/ 278130 w 600075"/>
                <a:gd name="connsiteY1392" fmla="*/ 427863 h 466725"/>
                <a:gd name="connsiteX1393" fmla="*/ 277558 w 600075"/>
                <a:gd name="connsiteY1393" fmla="*/ 429006 h 466725"/>
                <a:gd name="connsiteX1394" fmla="*/ 277463 w 600075"/>
                <a:gd name="connsiteY1394" fmla="*/ 430339 h 466725"/>
                <a:gd name="connsiteX1395" fmla="*/ 278035 w 600075"/>
                <a:gd name="connsiteY1395" fmla="*/ 430339 h 466725"/>
                <a:gd name="connsiteX1396" fmla="*/ 281749 w 600075"/>
                <a:gd name="connsiteY1396" fmla="*/ 427006 h 466725"/>
                <a:gd name="connsiteX1397" fmla="*/ 283845 w 600075"/>
                <a:gd name="connsiteY1397" fmla="*/ 426053 h 466725"/>
                <a:gd name="connsiteX1398" fmla="*/ 286798 w 600075"/>
                <a:gd name="connsiteY1398" fmla="*/ 425672 h 466725"/>
                <a:gd name="connsiteX1399" fmla="*/ 286798 w 600075"/>
                <a:gd name="connsiteY1399" fmla="*/ 425005 h 466725"/>
                <a:gd name="connsiteX1400" fmla="*/ 285274 w 600075"/>
                <a:gd name="connsiteY1400" fmla="*/ 424720 h 466725"/>
                <a:gd name="connsiteX1401" fmla="*/ 284226 w 600075"/>
                <a:gd name="connsiteY1401" fmla="*/ 425005 h 466725"/>
                <a:gd name="connsiteX1402" fmla="*/ 283273 w 600075"/>
                <a:gd name="connsiteY1402" fmla="*/ 425387 h 466725"/>
                <a:gd name="connsiteX1403" fmla="*/ 282130 w 600075"/>
                <a:gd name="connsiteY1403" fmla="*/ 425577 h 466725"/>
                <a:gd name="connsiteX1404" fmla="*/ 281464 w 600075"/>
                <a:gd name="connsiteY1404" fmla="*/ 425005 h 466725"/>
                <a:gd name="connsiteX1405" fmla="*/ 281273 w 600075"/>
                <a:gd name="connsiteY1405" fmla="*/ 423767 h 466725"/>
                <a:gd name="connsiteX1406" fmla="*/ 281845 w 600075"/>
                <a:gd name="connsiteY1406" fmla="*/ 422720 h 466725"/>
                <a:gd name="connsiteX1407" fmla="*/ 283559 w 600075"/>
                <a:gd name="connsiteY1407" fmla="*/ 422624 h 466725"/>
                <a:gd name="connsiteX1408" fmla="*/ 282607 w 600075"/>
                <a:gd name="connsiteY1408" fmla="*/ 422338 h 466725"/>
                <a:gd name="connsiteX1409" fmla="*/ 279749 w 600075"/>
                <a:gd name="connsiteY1409" fmla="*/ 420243 h 466725"/>
                <a:gd name="connsiteX1410" fmla="*/ 280606 w 600075"/>
                <a:gd name="connsiteY1410" fmla="*/ 419767 h 466725"/>
                <a:gd name="connsiteX1411" fmla="*/ 281749 w 600075"/>
                <a:gd name="connsiteY1411" fmla="*/ 419671 h 466725"/>
                <a:gd name="connsiteX1412" fmla="*/ 282988 w 600075"/>
                <a:gd name="connsiteY1412" fmla="*/ 419957 h 466725"/>
                <a:gd name="connsiteX1413" fmla="*/ 284988 w 600075"/>
                <a:gd name="connsiteY1413" fmla="*/ 421291 h 466725"/>
                <a:gd name="connsiteX1414" fmla="*/ 286131 w 600075"/>
                <a:gd name="connsiteY1414" fmla="*/ 421291 h 466725"/>
                <a:gd name="connsiteX1415" fmla="*/ 286607 w 600075"/>
                <a:gd name="connsiteY1415" fmla="*/ 420529 h 466725"/>
                <a:gd name="connsiteX1416" fmla="*/ 285750 w 600075"/>
                <a:gd name="connsiteY1416" fmla="*/ 419100 h 466725"/>
                <a:gd name="connsiteX1417" fmla="*/ 286703 w 600075"/>
                <a:gd name="connsiteY1417" fmla="*/ 419005 h 466725"/>
                <a:gd name="connsiteX1418" fmla="*/ 287846 w 600075"/>
                <a:gd name="connsiteY1418" fmla="*/ 419386 h 466725"/>
                <a:gd name="connsiteX1419" fmla="*/ 288893 w 600075"/>
                <a:gd name="connsiteY1419" fmla="*/ 419386 h 466725"/>
                <a:gd name="connsiteX1420" fmla="*/ 289655 w 600075"/>
                <a:gd name="connsiteY1420" fmla="*/ 418052 h 466725"/>
                <a:gd name="connsiteX1421" fmla="*/ 290131 w 600075"/>
                <a:gd name="connsiteY1421" fmla="*/ 418814 h 466725"/>
                <a:gd name="connsiteX1422" fmla="*/ 290703 w 600075"/>
                <a:gd name="connsiteY1422" fmla="*/ 419100 h 466725"/>
                <a:gd name="connsiteX1423" fmla="*/ 290989 w 600075"/>
                <a:gd name="connsiteY1423" fmla="*/ 418910 h 466725"/>
                <a:gd name="connsiteX1424" fmla="*/ 290703 w 600075"/>
                <a:gd name="connsiteY1424" fmla="*/ 418052 h 466725"/>
                <a:gd name="connsiteX1425" fmla="*/ 291274 w 600075"/>
                <a:gd name="connsiteY1425" fmla="*/ 417481 h 466725"/>
                <a:gd name="connsiteX1426" fmla="*/ 293084 w 600075"/>
                <a:gd name="connsiteY1426" fmla="*/ 418338 h 466725"/>
                <a:gd name="connsiteX1427" fmla="*/ 294513 w 600075"/>
                <a:gd name="connsiteY1427" fmla="*/ 417957 h 466725"/>
                <a:gd name="connsiteX1428" fmla="*/ 297180 w 600075"/>
                <a:gd name="connsiteY1428" fmla="*/ 415671 h 466725"/>
                <a:gd name="connsiteX1429" fmla="*/ 296704 w 600075"/>
                <a:gd name="connsiteY1429" fmla="*/ 415671 h 466725"/>
                <a:gd name="connsiteX1430" fmla="*/ 296704 w 600075"/>
                <a:gd name="connsiteY1430" fmla="*/ 415100 h 466725"/>
                <a:gd name="connsiteX1431" fmla="*/ 297085 w 600075"/>
                <a:gd name="connsiteY1431" fmla="*/ 414528 h 466725"/>
                <a:gd name="connsiteX1432" fmla="*/ 297085 w 600075"/>
                <a:gd name="connsiteY1432" fmla="*/ 413861 h 466725"/>
                <a:gd name="connsiteX1433" fmla="*/ 296799 w 600075"/>
                <a:gd name="connsiteY1433" fmla="*/ 413290 h 466725"/>
                <a:gd name="connsiteX1434" fmla="*/ 296228 w 600075"/>
                <a:gd name="connsiteY1434" fmla="*/ 412813 h 466725"/>
                <a:gd name="connsiteX1435" fmla="*/ 296513 w 600075"/>
                <a:gd name="connsiteY1435" fmla="*/ 412623 h 466725"/>
                <a:gd name="connsiteX1436" fmla="*/ 296894 w 600075"/>
                <a:gd name="connsiteY1436" fmla="*/ 412242 h 466725"/>
                <a:gd name="connsiteX1437" fmla="*/ 297275 w 600075"/>
                <a:gd name="connsiteY1437" fmla="*/ 412147 h 466725"/>
                <a:gd name="connsiteX1438" fmla="*/ 297275 w 600075"/>
                <a:gd name="connsiteY1438" fmla="*/ 413004 h 466725"/>
                <a:gd name="connsiteX1439" fmla="*/ 297275 w 600075"/>
                <a:gd name="connsiteY1439" fmla="*/ 413290 h 466725"/>
                <a:gd name="connsiteX1440" fmla="*/ 297847 w 600075"/>
                <a:gd name="connsiteY1440" fmla="*/ 412813 h 466725"/>
                <a:gd name="connsiteX1441" fmla="*/ 299561 w 600075"/>
                <a:gd name="connsiteY1441" fmla="*/ 412052 h 466725"/>
                <a:gd name="connsiteX1442" fmla="*/ 298704 w 600075"/>
                <a:gd name="connsiteY1442" fmla="*/ 413099 h 466725"/>
                <a:gd name="connsiteX1443" fmla="*/ 298609 w 600075"/>
                <a:gd name="connsiteY1443" fmla="*/ 413671 h 466725"/>
                <a:gd name="connsiteX1444" fmla="*/ 299752 w 600075"/>
                <a:gd name="connsiteY1444" fmla="*/ 414814 h 466725"/>
                <a:gd name="connsiteX1445" fmla="*/ 300323 w 600075"/>
                <a:gd name="connsiteY1445" fmla="*/ 415671 h 466725"/>
                <a:gd name="connsiteX1446" fmla="*/ 300609 w 600075"/>
                <a:gd name="connsiteY1446" fmla="*/ 416338 h 466725"/>
                <a:gd name="connsiteX1447" fmla="*/ 300609 w 600075"/>
                <a:gd name="connsiteY1447" fmla="*/ 416909 h 466725"/>
                <a:gd name="connsiteX1448" fmla="*/ 300514 w 600075"/>
                <a:gd name="connsiteY1448" fmla="*/ 417481 h 466725"/>
                <a:gd name="connsiteX1449" fmla="*/ 299942 w 600075"/>
                <a:gd name="connsiteY1449" fmla="*/ 419005 h 466725"/>
                <a:gd name="connsiteX1450" fmla="*/ 297847 w 600075"/>
                <a:gd name="connsiteY1450" fmla="*/ 421958 h 466725"/>
                <a:gd name="connsiteX1451" fmla="*/ 297085 w 600075"/>
                <a:gd name="connsiteY1451" fmla="*/ 423291 h 466725"/>
                <a:gd name="connsiteX1452" fmla="*/ 297180 w 600075"/>
                <a:gd name="connsiteY1452" fmla="*/ 424434 h 466725"/>
                <a:gd name="connsiteX1453" fmla="*/ 298418 w 600075"/>
                <a:gd name="connsiteY1453" fmla="*/ 423767 h 466725"/>
                <a:gd name="connsiteX1454" fmla="*/ 300990 w 600075"/>
                <a:gd name="connsiteY1454" fmla="*/ 421577 h 466725"/>
                <a:gd name="connsiteX1455" fmla="*/ 301847 w 600075"/>
                <a:gd name="connsiteY1455" fmla="*/ 421196 h 466725"/>
                <a:gd name="connsiteX1456" fmla="*/ 302514 w 600075"/>
                <a:gd name="connsiteY1456" fmla="*/ 421100 h 466725"/>
                <a:gd name="connsiteX1457" fmla="*/ 302990 w 600075"/>
                <a:gd name="connsiteY1457" fmla="*/ 420719 h 466725"/>
                <a:gd name="connsiteX1458" fmla="*/ 303181 w 600075"/>
                <a:gd name="connsiteY1458" fmla="*/ 419576 h 466725"/>
                <a:gd name="connsiteX1459" fmla="*/ 303466 w 600075"/>
                <a:gd name="connsiteY1459" fmla="*/ 419100 h 466725"/>
                <a:gd name="connsiteX1460" fmla="*/ 304895 w 600075"/>
                <a:gd name="connsiteY1460" fmla="*/ 417862 h 466725"/>
                <a:gd name="connsiteX1461" fmla="*/ 305467 w 600075"/>
                <a:gd name="connsiteY1461" fmla="*/ 417576 h 466725"/>
                <a:gd name="connsiteX1462" fmla="*/ 305467 w 600075"/>
                <a:gd name="connsiteY1462" fmla="*/ 416909 h 466725"/>
                <a:gd name="connsiteX1463" fmla="*/ 305086 w 600075"/>
                <a:gd name="connsiteY1463" fmla="*/ 416909 h 466725"/>
                <a:gd name="connsiteX1464" fmla="*/ 303847 w 600075"/>
                <a:gd name="connsiteY1464" fmla="*/ 416909 h 466725"/>
                <a:gd name="connsiteX1465" fmla="*/ 304133 w 600075"/>
                <a:gd name="connsiteY1465" fmla="*/ 416052 h 466725"/>
                <a:gd name="connsiteX1466" fmla="*/ 304419 w 600075"/>
                <a:gd name="connsiteY1466" fmla="*/ 415385 h 466725"/>
                <a:gd name="connsiteX1467" fmla="*/ 304895 w 600075"/>
                <a:gd name="connsiteY1467" fmla="*/ 414909 h 466725"/>
                <a:gd name="connsiteX1468" fmla="*/ 305467 w 600075"/>
                <a:gd name="connsiteY1468" fmla="*/ 414623 h 466725"/>
                <a:gd name="connsiteX1469" fmla="*/ 305276 w 600075"/>
                <a:gd name="connsiteY1469" fmla="*/ 414242 h 466725"/>
                <a:gd name="connsiteX1470" fmla="*/ 304895 w 600075"/>
                <a:gd name="connsiteY1470" fmla="*/ 413385 h 466725"/>
                <a:gd name="connsiteX1471" fmla="*/ 306610 w 600075"/>
                <a:gd name="connsiteY1471" fmla="*/ 413385 h 466725"/>
                <a:gd name="connsiteX1472" fmla="*/ 305371 w 600075"/>
                <a:gd name="connsiteY1472" fmla="*/ 411575 h 466725"/>
                <a:gd name="connsiteX1473" fmla="*/ 305276 w 600075"/>
                <a:gd name="connsiteY1473" fmla="*/ 409004 h 466725"/>
                <a:gd name="connsiteX1474" fmla="*/ 306133 w 600075"/>
                <a:gd name="connsiteY1474" fmla="*/ 406622 h 466725"/>
                <a:gd name="connsiteX1475" fmla="*/ 307753 w 600075"/>
                <a:gd name="connsiteY1475" fmla="*/ 405194 h 466725"/>
                <a:gd name="connsiteX1476" fmla="*/ 307372 w 600075"/>
                <a:gd name="connsiteY1476" fmla="*/ 406813 h 466725"/>
                <a:gd name="connsiteX1477" fmla="*/ 307467 w 600075"/>
                <a:gd name="connsiteY1477" fmla="*/ 407575 h 466725"/>
                <a:gd name="connsiteX1478" fmla="*/ 311372 w 600075"/>
                <a:gd name="connsiteY1478" fmla="*/ 409670 h 466725"/>
                <a:gd name="connsiteX1479" fmla="*/ 312325 w 600075"/>
                <a:gd name="connsiteY1479" fmla="*/ 409670 h 466725"/>
                <a:gd name="connsiteX1480" fmla="*/ 312801 w 600075"/>
                <a:gd name="connsiteY1480" fmla="*/ 408622 h 466725"/>
                <a:gd name="connsiteX1481" fmla="*/ 313087 w 600075"/>
                <a:gd name="connsiteY1481" fmla="*/ 408813 h 466725"/>
                <a:gd name="connsiteX1482" fmla="*/ 313182 w 600075"/>
                <a:gd name="connsiteY1482" fmla="*/ 408813 h 466725"/>
                <a:gd name="connsiteX1483" fmla="*/ 313277 w 600075"/>
                <a:gd name="connsiteY1483" fmla="*/ 409289 h 466725"/>
                <a:gd name="connsiteX1484" fmla="*/ 313563 w 600075"/>
                <a:gd name="connsiteY1484" fmla="*/ 408718 h 466725"/>
                <a:gd name="connsiteX1485" fmla="*/ 314135 w 600075"/>
                <a:gd name="connsiteY1485" fmla="*/ 407956 h 466725"/>
                <a:gd name="connsiteX1486" fmla="*/ 314325 w 600075"/>
                <a:gd name="connsiteY1486" fmla="*/ 407480 h 466725"/>
                <a:gd name="connsiteX1487" fmla="*/ 314611 w 600075"/>
                <a:gd name="connsiteY1487" fmla="*/ 408432 h 466725"/>
                <a:gd name="connsiteX1488" fmla="*/ 314325 w 600075"/>
                <a:gd name="connsiteY1488" fmla="*/ 409194 h 466725"/>
                <a:gd name="connsiteX1489" fmla="*/ 313182 w 600075"/>
                <a:gd name="connsiteY1489" fmla="*/ 410432 h 466725"/>
                <a:gd name="connsiteX1490" fmla="*/ 314325 w 600075"/>
                <a:gd name="connsiteY1490" fmla="*/ 410528 h 466725"/>
                <a:gd name="connsiteX1491" fmla="*/ 318135 w 600075"/>
                <a:gd name="connsiteY1491" fmla="*/ 409861 h 466725"/>
                <a:gd name="connsiteX1492" fmla="*/ 318135 w 600075"/>
                <a:gd name="connsiteY1492" fmla="*/ 410432 h 466725"/>
                <a:gd name="connsiteX1493" fmla="*/ 317182 w 600075"/>
                <a:gd name="connsiteY1493" fmla="*/ 410623 h 466725"/>
                <a:gd name="connsiteX1494" fmla="*/ 316230 w 600075"/>
                <a:gd name="connsiteY1494" fmla="*/ 411004 h 466725"/>
                <a:gd name="connsiteX1495" fmla="*/ 315658 w 600075"/>
                <a:gd name="connsiteY1495" fmla="*/ 411480 h 466725"/>
                <a:gd name="connsiteX1496" fmla="*/ 315849 w 600075"/>
                <a:gd name="connsiteY1496" fmla="*/ 412147 h 466725"/>
                <a:gd name="connsiteX1497" fmla="*/ 315182 w 600075"/>
                <a:gd name="connsiteY1497" fmla="*/ 412337 h 466725"/>
                <a:gd name="connsiteX1498" fmla="*/ 314611 w 600075"/>
                <a:gd name="connsiteY1498" fmla="*/ 412623 h 466725"/>
                <a:gd name="connsiteX1499" fmla="*/ 314135 w 600075"/>
                <a:gd name="connsiteY1499" fmla="*/ 413004 h 466725"/>
                <a:gd name="connsiteX1500" fmla="*/ 313754 w 600075"/>
                <a:gd name="connsiteY1500" fmla="*/ 413385 h 466725"/>
                <a:gd name="connsiteX1501" fmla="*/ 313754 w 600075"/>
                <a:gd name="connsiteY1501" fmla="*/ 413956 h 466725"/>
                <a:gd name="connsiteX1502" fmla="*/ 314230 w 600075"/>
                <a:gd name="connsiteY1502" fmla="*/ 414338 h 466725"/>
                <a:gd name="connsiteX1503" fmla="*/ 314611 w 600075"/>
                <a:gd name="connsiteY1503" fmla="*/ 414528 h 466725"/>
                <a:gd name="connsiteX1504" fmla="*/ 314992 w 600075"/>
                <a:gd name="connsiteY1504" fmla="*/ 414433 h 466725"/>
                <a:gd name="connsiteX1505" fmla="*/ 315373 w 600075"/>
                <a:gd name="connsiteY1505" fmla="*/ 413956 h 466725"/>
                <a:gd name="connsiteX1506" fmla="*/ 315849 w 600075"/>
                <a:gd name="connsiteY1506" fmla="*/ 413956 h 466725"/>
                <a:gd name="connsiteX1507" fmla="*/ 315468 w 600075"/>
                <a:gd name="connsiteY1507" fmla="*/ 416433 h 466725"/>
                <a:gd name="connsiteX1508" fmla="*/ 314896 w 600075"/>
                <a:gd name="connsiteY1508" fmla="*/ 417386 h 466725"/>
                <a:gd name="connsiteX1509" fmla="*/ 313658 w 600075"/>
                <a:gd name="connsiteY1509" fmla="*/ 417481 h 466725"/>
                <a:gd name="connsiteX1510" fmla="*/ 314039 w 600075"/>
                <a:gd name="connsiteY1510" fmla="*/ 416433 h 466725"/>
                <a:gd name="connsiteX1511" fmla="*/ 312896 w 600075"/>
                <a:gd name="connsiteY1511" fmla="*/ 415957 h 466725"/>
                <a:gd name="connsiteX1512" fmla="*/ 311563 w 600075"/>
                <a:gd name="connsiteY1512" fmla="*/ 416338 h 466725"/>
                <a:gd name="connsiteX1513" fmla="*/ 311468 w 600075"/>
                <a:gd name="connsiteY1513" fmla="*/ 418052 h 466725"/>
                <a:gd name="connsiteX1514" fmla="*/ 312420 w 600075"/>
                <a:gd name="connsiteY1514" fmla="*/ 419386 h 466725"/>
                <a:gd name="connsiteX1515" fmla="*/ 313849 w 600075"/>
                <a:gd name="connsiteY1515" fmla="*/ 419671 h 466725"/>
                <a:gd name="connsiteX1516" fmla="*/ 317945 w 600075"/>
                <a:gd name="connsiteY1516" fmla="*/ 419195 h 466725"/>
                <a:gd name="connsiteX1517" fmla="*/ 317945 w 600075"/>
                <a:gd name="connsiteY1517" fmla="*/ 418624 h 466725"/>
                <a:gd name="connsiteX1518" fmla="*/ 317182 w 600075"/>
                <a:gd name="connsiteY1518" fmla="*/ 418624 h 466725"/>
                <a:gd name="connsiteX1519" fmla="*/ 316897 w 600075"/>
                <a:gd name="connsiteY1519" fmla="*/ 418624 h 466725"/>
                <a:gd name="connsiteX1520" fmla="*/ 316897 w 600075"/>
                <a:gd name="connsiteY1520" fmla="*/ 418052 h 466725"/>
                <a:gd name="connsiteX1521" fmla="*/ 317659 w 600075"/>
                <a:gd name="connsiteY1521" fmla="*/ 417862 h 466725"/>
                <a:gd name="connsiteX1522" fmla="*/ 317945 w 600075"/>
                <a:gd name="connsiteY1522" fmla="*/ 417576 h 466725"/>
                <a:gd name="connsiteX1523" fmla="*/ 317849 w 600075"/>
                <a:gd name="connsiteY1523" fmla="*/ 417100 h 466725"/>
                <a:gd name="connsiteX1524" fmla="*/ 317373 w 600075"/>
                <a:gd name="connsiteY1524" fmla="*/ 416338 h 466725"/>
                <a:gd name="connsiteX1525" fmla="*/ 318040 w 600075"/>
                <a:gd name="connsiteY1525" fmla="*/ 415957 h 466725"/>
                <a:gd name="connsiteX1526" fmla="*/ 318611 w 600075"/>
                <a:gd name="connsiteY1526" fmla="*/ 415480 h 466725"/>
                <a:gd name="connsiteX1527" fmla="*/ 319659 w 600075"/>
                <a:gd name="connsiteY1527" fmla="*/ 413956 h 466725"/>
                <a:gd name="connsiteX1528" fmla="*/ 320707 w 600075"/>
                <a:gd name="connsiteY1528" fmla="*/ 415195 h 466725"/>
                <a:gd name="connsiteX1529" fmla="*/ 320707 w 600075"/>
                <a:gd name="connsiteY1529" fmla="*/ 415766 h 466725"/>
                <a:gd name="connsiteX1530" fmla="*/ 319469 w 600075"/>
                <a:gd name="connsiteY1530" fmla="*/ 415385 h 466725"/>
                <a:gd name="connsiteX1531" fmla="*/ 318897 w 600075"/>
                <a:gd name="connsiteY1531" fmla="*/ 416052 h 466725"/>
                <a:gd name="connsiteX1532" fmla="*/ 318802 w 600075"/>
                <a:gd name="connsiteY1532" fmla="*/ 417005 h 466725"/>
                <a:gd name="connsiteX1533" fmla="*/ 318897 w 600075"/>
                <a:gd name="connsiteY1533" fmla="*/ 417481 h 466725"/>
                <a:gd name="connsiteX1534" fmla="*/ 319659 w 600075"/>
                <a:gd name="connsiteY1534" fmla="*/ 417290 h 466725"/>
                <a:gd name="connsiteX1535" fmla="*/ 321945 w 600075"/>
                <a:gd name="connsiteY1535" fmla="*/ 416243 h 466725"/>
                <a:gd name="connsiteX1536" fmla="*/ 321755 w 600075"/>
                <a:gd name="connsiteY1536" fmla="*/ 415957 h 466725"/>
                <a:gd name="connsiteX1537" fmla="*/ 321373 w 600075"/>
                <a:gd name="connsiteY1537" fmla="*/ 415100 h 466725"/>
                <a:gd name="connsiteX1538" fmla="*/ 322136 w 600075"/>
                <a:gd name="connsiteY1538" fmla="*/ 415004 h 466725"/>
                <a:gd name="connsiteX1539" fmla="*/ 322612 w 600075"/>
                <a:gd name="connsiteY1539" fmla="*/ 414719 h 466725"/>
                <a:gd name="connsiteX1540" fmla="*/ 322897 w 600075"/>
                <a:gd name="connsiteY1540" fmla="*/ 414147 h 466725"/>
                <a:gd name="connsiteX1541" fmla="*/ 323088 w 600075"/>
                <a:gd name="connsiteY1541" fmla="*/ 413290 h 466725"/>
                <a:gd name="connsiteX1542" fmla="*/ 322516 w 600075"/>
                <a:gd name="connsiteY1542" fmla="*/ 413195 h 466725"/>
                <a:gd name="connsiteX1543" fmla="*/ 322136 w 600075"/>
                <a:gd name="connsiteY1543" fmla="*/ 413004 h 466725"/>
                <a:gd name="connsiteX1544" fmla="*/ 321850 w 600075"/>
                <a:gd name="connsiteY1544" fmla="*/ 412813 h 466725"/>
                <a:gd name="connsiteX1545" fmla="*/ 321373 w 600075"/>
                <a:gd name="connsiteY1545" fmla="*/ 412718 h 466725"/>
                <a:gd name="connsiteX1546" fmla="*/ 321373 w 600075"/>
                <a:gd name="connsiteY1546" fmla="*/ 413480 h 466725"/>
                <a:gd name="connsiteX1547" fmla="*/ 322326 w 600075"/>
                <a:gd name="connsiteY1547" fmla="*/ 413861 h 466725"/>
                <a:gd name="connsiteX1548" fmla="*/ 323374 w 600075"/>
                <a:gd name="connsiteY1548" fmla="*/ 413956 h 466725"/>
                <a:gd name="connsiteX1549" fmla="*/ 324231 w 600075"/>
                <a:gd name="connsiteY1549" fmla="*/ 413480 h 466725"/>
                <a:gd name="connsiteX1550" fmla="*/ 324707 w 600075"/>
                <a:gd name="connsiteY1550" fmla="*/ 412242 h 466725"/>
                <a:gd name="connsiteX1551" fmla="*/ 324421 w 600075"/>
                <a:gd name="connsiteY1551" fmla="*/ 412337 h 466725"/>
                <a:gd name="connsiteX1552" fmla="*/ 323660 w 600075"/>
                <a:gd name="connsiteY1552" fmla="*/ 412813 h 466725"/>
                <a:gd name="connsiteX1553" fmla="*/ 324136 w 600075"/>
                <a:gd name="connsiteY1553" fmla="*/ 411480 h 466725"/>
                <a:gd name="connsiteX1554" fmla="*/ 325088 w 600075"/>
                <a:gd name="connsiteY1554" fmla="*/ 411004 h 466725"/>
                <a:gd name="connsiteX1555" fmla="*/ 325755 w 600075"/>
                <a:gd name="connsiteY1555" fmla="*/ 410432 h 466725"/>
                <a:gd name="connsiteX1556" fmla="*/ 325279 w 600075"/>
                <a:gd name="connsiteY1556" fmla="*/ 408718 h 466725"/>
                <a:gd name="connsiteX1557" fmla="*/ 324707 w 600075"/>
                <a:gd name="connsiteY1557" fmla="*/ 408718 h 466725"/>
                <a:gd name="connsiteX1558" fmla="*/ 323850 w 600075"/>
                <a:gd name="connsiteY1558" fmla="*/ 409956 h 466725"/>
                <a:gd name="connsiteX1559" fmla="*/ 323660 w 600075"/>
                <a:gd name="connsiteY1559" fmla="*/ 410432 h 466725"/>
                <a:gd name="connsiteX1560" fmla="*/ 323564 w 600075"/>
                <a:gd name="connsiteY1560" fmla="*/ 409956 h 466725"/>
                <a:gd name="connsiteX1561" fmla="*/ 323469 w 600075"/>
                <a:gd name="connsiteY1561" fmla="*/ 409861 h 466725"/>
                <a:gd name="connsiteX1562" fmla="*/ 323183 w 600075"/>
                <a:gd name="connsiteY1562" fmla="*/ 409861 h 466725"/>
                <a:gd name="connsiteX1563" fmla="*/ 322993 w 600075"/>
                <a:gd name="connsiteY1563" fmla="*/ 410337 h 466725"/>
                <a:gd name="connsiteX1564" fmla="*/ 322707 w 600075"/>
                <a:gd name="connsiteY1564" fmla="*/ 410528 h 466725"/>
                <a:gd name="connsiteX1565" fmla="*/ 322421 w 600075"/>
                <a:gd name="connsiteY1565" fmla="*/ 410718 h 466725"/>
                <a:gd name="connsiteX1566" fmla="*/ 322040 w 600075"/>
                <a:gd name="connsiteY1566" fmla="*/ 411099 h 466725"/>
                <a:gd name="connsiteX1567" fmla="*/ 322231 w 600075"/>
                <a:gd name="connsiteY1567" fmla="*/ 410337 h 466725"/>
                <a:gd name="connsiteX1568" fmla="*/ 322040 w 600075"/>
                <a:gd name="connsiteY1568" fmla="*/ 409575 h 466725"/>
                <a:gd name="connsiteX1569" fmla="*/ 322136 w 600075"/>
                <a:gd name="connsiteY1569" fmla="*/ 408813 h 466725"/>
                <a:gd name="connsiteX1570" fmla="*/ 322326 w 600075"/>
                <a:gd name="connsiteY1570" fmla="*/ 408527 h 466725"/>
                <a:gd name="connsiteX1571" fmla="*/ 322707 w 600075"/>
                <a:gd name="connsiteY1571" fmla="*/ 408242 h 466725"/>
                <a:gd name="connsiteX1572" fmla="*/ 323088 w 600075"/>
                <a:gd name="connsiteY1572" fmla="*/ 407861 h 466725"/>
                <a:gd name="connsiteX1573" fmla="*/ 323279 w 600075"/>
                <a:gd name="connsiteY1573" fmla="*/ 407098 h 466725"/>
                <a:gd name="connsiteX1574" fmla="*/ 322231 w 600075"/>
                <a:gd name="connsiteY1574" fmla="*/ 407670 h 466725"/>
                <a:gd name="connsiteX1575" fmla="*/ 321659 w 600075"/>
                <a:gd name="connsiteY1575" fmla="*/ 408718 h 466725"/>
                <a:gd name="connsiteX1576" fmla="*/ 320993 w 600075"/>
                <a:gd name="connsiteY1576" fmla="*/ 411194 h 466725"/>
                <a:gd name="connsiteX1577" fmla="*/ 320802 w 600075"/>
                <a:gd name="connsiteY1577" fmla="*/ 410528 h 466725"/>
                <a:gd name="connsiteX1578" fmla="*/ 320707 w 600075"/>
                <a:gd name="connsiteY1578" fmla="*/ 410432 h 466725"/>
                <a:gd name="connsiteX1579" fmla="*/ 320802 w 600075"/>
                <a:gd name="connsiteY1579" fmla="*/ 410432 h 466725"/>
                <a:gd name="connsiteX1580" fmla="*/ 321088 w 600075"/>
                <a:gd name="connsiteY1580" fmla="*/ 410051 h 466725"/>
                <a:gd name="connsiteX1581" fmla="*/ 321088 w 600075"/>
                <a:gd name="connsiteY1581" fmla="*/ 409480 h 466725"/>
                <a:gd name="connsiteX1582" fmla="*/ 320421 w 600075"/>
                <a:gd name="connsiteY1582" fmla="*/ 409385 h 466725"/>
                <a:gd name="connsiteX1583" fmla="*/ 319659 w 600075"/>
                <a:gd name="connsiteY1583" fmla="*/ 409004 h 466725"/>
                <a:gd name="connsiteX1584" fmla="*/ 318992 w 600075"/>
                <a:gd name="connsiteY1584" fmla="*/ 408908 h 466725"/>
                <a:gd name="connsiteX1585" fmla="*/ 318992 w 600075"/>
                <a:gd name="connsiteY1585" fmla="*/ 408337 h 466725"/>
                <a:gd name="connsiteX1586" fmla="*/ 320230 w 600075"/>
                <a:gd name="connsiteY1586" fmla="*/ 408337 h 466725"/>
                <a:gd name="connsiteX1587" fmla="*/ 320421 w 600075"/>
                <a:gd name="connsiteY1587" fmla="*/ 408432 h 466725"/>
                <a:gd name="connsiteX1588" fmla="*/ 320516 w 600075"/>
                <a:gd name="connsiteY1588" fmla="*/ 408337 h 466725"/>
                <a:gd name="connsiteX1589" fmla="*/ 320326 w 600075"/>
                <a:gd name="connsiteY1589" fmla="*/ 408337 h 466725"/>
                <a:gd name="connsiteX1590" fmla="*/ 320230 w 600075"/>
                <a:gd name="connsiteY1590" fmla="*/ 408337 h 466725"/>
                <a:gd name="connsiteX1591" fmla="*/ 320040 w 600075"/>
                <a:gd name="connsiteY1591" fmla="*/ 408051 h 466725"/>
                <a:gd name="connsiteX1592" fmla="*/ 320040 w 600075"/>
                <a:gd name="connsiteY1592" fmla="*/ 407670 h 466725"/>
                <a:gd name="connsiteX1593" fmla="*/ 321088 w 600075"/>
                <a:gd name="connsiteY1593" fmla="*/ 407670 h 466725"/>
                <a:gd name="connsiteX1594" fmla="*/ 321088 w 600075"/>
                <a:gd name="connsiteY1594" fmla="*/ 407098 h 466725"/>
                <a:gd name="connsiteX1595" fmla="*/ 320421 w 600075"/>
                <a:gd name="connsiteY1595" fmla="*/ 406527 h 466725"/>
                <a:gd name="connsiteX1596" fmla="*/ 319659 w 600075"/>
                <a:gd name="connsiteY1596" fmla="*/ 406051 h 466725"/>
                <a:gd name="connsiteX1597" fmla="*/ 318706 w 600075"/>
                <a:gd name="connsiteY1597" fmla="*/ 405670 h 466725"/>
                <a:gd name="connsiteX1598" fmla="*/ 317754 w 600075"/>
                <a:gd name="connsiteY1598" fmla="*/ 405384 h 466725"/>
                <a:gd name="connsiteX1599" fmla="*/ 318326 w 600075"/>
                <a:gd name="connsiteY1599" fmla="*/ 405098 h 466725"/>
                <a:gd name="connsiteX1600" fmla="*/ 318802 w 600075"/>
                <a:gd name="connsiteY1600" fmla="*/ 405003 h 466725"/>
                <a:gd name="connsiteX1601" fmla="*/ 319278 w 600075"/>
                <a:gd name="connsiteY1601" fmla="*/ 405098 h 466725"/>
                <a:gd name="connsiteX1602" fmla="*/ 320040 w 600075"/>
                <a:gd name="connsiteY1602" fmla="*/ 405384 h 466725"/>
                <a:gd name="connsiteX1603" fmla="*/ 320040 w 600075"/>
                <a:gd name="connsiteY1603" fmla="*/ 403860 h 466725"/>
                <a:gd name="connsiteX1604" fmla="*/ 320421 w 600075"/>
                <a:gd name="connsiteY1604" fmla="*/ 403003 h 466725"/>
                <a:gd name="connsiteX1605" fmla="*/ 320897 w 600075"/>
                <a:gd name="connsiteY1605" fmla="*/ 402241 h 466725"/>
                <a:gd name="connsiteX1606" fmla="*/ 321183 w 600075"/>
                <a:gd name="connsiteY1606" fmla="*/ 401288 h 466725"/>
                <a:gd name="connsiteX1607" fmla="*/ 320993 w 600075"/>
                <a:gd name="connsiteY1607" fmla="*/ 400431 h 466725"/>
                <a:gd name="connsiteX1608" fmla="*/ 320516 w 600075"/>
                <a:gd name="connsiteY1608" fmla="*/ 399479 h 466725"/>
                <a:gd name="connsiteX1609" fmla="*/ 319849 w 600075"/>
                <a:gd name="connsiteY1609" fmla="*/ 399002 h 466725"/>
                <a:gd name="connsiteX1610" fmla="*/ 318992 w 600075"/>
                <a:gd name="connsiteY1610" fmla="*/ 399574 h 466725"/>
                <a:gd name="connsiteX1611" fmla="*/ 318897 w 600075"/>
                <a:gd name="connsiteY1611" fmla="*/ 399193 h 466725"/>
                <a:gd name="connsiteX1612" fmla="*/ 318706 w 600075"/>
                <a:gd name="connsiteY1612" fmla="*/ 399002 h 466725"/>
                <a:gd name="connsiteX1613" fmla="*/ 318516 w 600075"/>
                <a:gd name="connsiteY1613" fmla="*/ 398717 h 466725"/>
                <a:gd name="connsiteX1614" fmla="*/ 318421 w 600075"/>
                <a:gd name="connsiteY1614" fmla="*/ 398336 h 466725"/>
                <a:gd name="connsiteX1615" fmla="*/ 319278 w 600075"/>
                <a:gd name="connsiteY1615" fmla="*/ 398431 h 466725"/>
                <a:gd name="connsiteX1616" fmla="*/ 319564 w 600075"/>
                <a:gd name="connsiteY1616" fmla="*/ 398336 h 466725"/>
                <a:gd name="connsiteX1617" fmla="*/ 318326 w 600075"/>
                <a:gd name="connsiteY1617" fmla="*/ 397383 h 466725"/>
                <a:gd name="connsiteX1618" fmla="*/ 317182 w 600075"/>
                <a:gd name="connsiteY1618" fmla="*/ 396050 h 466725"/>
                <a:gd name="connsiteX1619" fmla="*/ 316611 w 600075"/>
                <a:gd name="connsiteY1619" fmla="*/ 394621 h 466725"/>
                <a:gd name="connsiteX1620" fmla="*/ 317278 w 600075"/>
                <a:gd name="connsiteY1620" fmla="*/ 392716 h 466725"/>
                <a:gd name="connsiteX1621" fmla="*/ 317373 w 600075"/>
                <a:gd name="connsiteY1621" fmla="*/ 390239 h 466725"/>
                <a:gd name="connsiteX1622" fmla="*/ 317563 w 600075"/>
                <a:gd name="connsiteY1622" fmla="*/ 389477 h 466725"/>
                <a:gd name="connsiteX1623" fmla="*/ 317849 w 600075"/>
                <a:gd name="connsiteY1623" fmla="*/ 388811 h 466725"/>
                <a:gd name="connsiteX1624" fmla="*/ 318326 w 600075"/>
                <a:gd name="connsiteY1624" fmla="*/ 388334 h 466725"/>
                <a:gd name="connsiteX1625" fmla="*/ 318897 w 600075"/>
                <a:gd name="connsiteY1625" fmla="*/ 387953 h 466725"/>
                <a:gd name="connsiteX1626" fmla="*/ 317563 w 600075"/>
                <a:gd name="connsiteY1626" fmla="*/ 392906 h 466725"/>
                <a:gd name="connsiteX1627" fmla="*/ 317754 w 600075"/>
                <a:gd name="connsiteY1627" fmla="*/ 395002 h 466725"/>
                <a:gd name="connsiteX1628" fmla="*/ 320040 w 600075"/>
                <a:gd name="connsiteY1628" fmla="*/ 395573 h 466725"/>
                <a:gd name="connsiteX1629" fmla="*/ 318992 w 600075"/>
                <a:gd name="connsiteY1629" fmla="*/ 394716 h 466725"/>
                <a:gd name="connsiteX1630" fmla="*/ 319469 w 600075"/>
                <a:gd name="connsiteY1630" fmla="*/ 393763 h 466725"/>
                <a:gd name="connsiteX1631" fmla="*/ 320802 w 600075"/>
                <a:gd name="connsiteY1631" fmla="*/ 393002 h 466725"/>
                <a:gd name="connsiteX1632" fmla="*/ 322136 w 600075"/>
                <a:gd name="connsiteY1632" fmla="*/ 392621 h 466725"/>
                <a:gd name="connsiteX1633" fmla="*/ 321850 w 600075"/>
                <a:gd name="connsiteY1633" fmla="*/ 392239 h 466725"/>
                <a:gd name="connsiteX1634" fmla="*/ 321659 w 600075"/>
                <a:gd name="connsiteY1634" fmla="*/ 391954 h 466725"/>
                <a:gd name="connsiteX1635" fmla="*/ 321469 w 600075"/>
                <a:gd name="connsiteY1635" fmla="*/ 391668 h 466725"/>
                <a:gd name="connsiteX1636" fmla="*/ 320993 w 600075"/>
                <a:gd name="connsiteY1636" fmla="*/ 391382 h 466725"/>
                <a:gd name="connsiteX1637" fmla="*/ 320993 w 600075"/>
                <a:gd name="connsiteY1637" fmla="*/ 390811 h 466725"/>
                <a:gd name="connsiteX1638" fmla="*/ 322326 w 600075"/>
                <a:gd name="connsiteY1638" fmla="*/ 391192 h 466725"/>
                <a:gd name="connsiteX1639" fmla="*/ 322612 w 600075"/>
                <a:gd name="connsiteY1639" fmla="*/ 391382 h 466725"/>
                <a:gd name="connsiteX1640" fmla="*/ 323564 w 600075"/>
                <a:gd name="connsiteY1640" fmla="*/ 390525 h 466725"/>
                <a:gd name="connsiteX1641" fmla="*/ 324231 w 600075"/>
                <a:gd name="connsiteY1641" fmla="*/ 389763 h 466725"/>
                <a:gd name="connsiteX1642" fmla="*/ 324612 w 600075"/>
                <a:gd name="connsiteY1642" fmla="*/ 388811 h 466725"/>
                <a:gd name="connsiteX1643" fmla="*/ 324803 w 600075"/>
                <a:gd name="connsiteY1643" fmla="*/ 387382 h 466725"/>
                <a:gd name="connsiteX1644" fmla="*/ 325279 w 600075"/>
                <a:gd name="connsiteY1644" fmla="*/ 388144 h 466725"/>
                <a:gd name="connsiteX1645" fmla="*/ 325374 w 600075"/>
                <a:gd name="connsiteY1645" fmla="*/ 388430 h 466725"/>
                <a:gd name="connsiteX1646" fmla="*/ 325946 w 600075"/>
                <a:gd name="connsiteY1646" fmla="*/ 388430 h 466725"/>
                <a:gd name="connsiteX1647" fmla="*/ 325946 w 600075"/>
                <a:gd name="connsiteY1647" fmla="*/ 388144 h 466725"/>
                <a:gd name="connsiteX1648" fmla="*/ 325946 w 600075"/>
                <a:gd name="connsiteY1648" fmla="*/ 387572 h 466725"/>
                <a:gd name="connsiteX1649" fmla="*/ 325946 w 600075"/>
                <a:gd name="connsiteY1649" fmla="*/ 387287 h 466725"/>
                <a:gd name="connsiteX1650" fmla="*/ 326422 w 600075"/>
                <a:gd name="connsiteY1650" fmla="*/ 387287 h 466725"/>
                <a:gd name="connsiteX1651" fmla="*/ 326422 w 600075"/>
                <a:gd name="connsiteY1651" fmla="*/ 388715 h 466725"/>
                <a:gd name="connsiteX1652" fmla="*/ 325850 w 600075"/>
                <a:gd name="connsiteY1652" fmla="*/ 389382 h 466725"/>
                <a:gd name="connsiteX1653" fmla="*/ 325183 w 600075"/>
                <a:gd name="connsiteY1653" fmla="*/ 389763 h 466725"/>
                <a:gd name="connsiteX1654" fmla="*/ 324803 w 600075"/>
                <a:gd name="connsiteY1654" fmla="*/ 390239 h 466725"/>
                <a:gd name="connsiteX1655" fmla="*/ 324898 w 600075"/>
                <a:gd name="connsiteY1655" fmla="*/ 391478 h 466725"/>
                <a:gd name="connsiteX1656" fmla="*/ 325469 w 600075"/>
                <a:gd name="connsiteY1656" fmla="*/ 392144 h 466725"/>
                <a:gd name="connsiteX1657" fmla="*/ 326231 w 600075"/>
                <a:gd name="connsiteY1657" fmla="*/ 392335 h 466725"/>
                <a:gd name="connsiteX1658" fmla="*/ 327088 w 600075"/>
                <a:gd name="connsiteY1658" fmla="*/ 391954 h 466725"/>
                <a:gd name="connsiteX1659" fmla="*/ 326803 w 600075"/>
                <a:gd name="connsiteY1659" fmla="*/ 391859 h 466725"/>
                <a:gd name="connsiteX1660" fmla="*/ 326517 w 600075"/>
                <a:gd name="connsiteY1660" fmla="*/ 391763 h 466725"/>
                <a:gd name="connsiteX1661" fmla="*/ 326231 w 600075"/>
                <a:gd name="connsiteY1661" fmla="*/ 391668 h 466725"/>
                <a:gd name="connsiteX1662" fmla="*/ 325946 w 600075"/>
                <a:gd name="connsiteY1662" fmla="*/ 391382 h 466725"/>
                <a:gd name="connsiteX1663" fmla="*/ 326898 w 600075"/>
                <a:gd name="connsiteY1663" fmla="*/ 391668 h 466725"/>
                <a:gd name="connsiteX1664" fmla="*/ 327184 w 600075"/>
                <a:gd name="connsiteY1664" fmla="*/ 391763 h 466725"/>
                <a:gd name="connsiteX1665" fmla="*/ 327565 w 600075"/>
                <a:gd name="connsiteY1665" fmla="*/ 391954 h 466725"/>
                <a:gd name="connsiteX1666" fmla="*/ 327755 w 600075"/>
                <a:gd name="connsiteY1666" fmla="*/ 391478 h 466725"/>
                <a:gd name="connsiteX1667" fmla="*/ 327946 w 600075"/>
                <a:gd name="connsiteY1667" fmla="*/ 391096 h 466725"/>
                <a:gd name="connsiteX1668" fmla="*/ 328136 w 600075"/>
                <a:gd name="connsiteY1668" fmla="*/ 390715 h 466725"/>
                <a:gd name="connsiteX1669" fmla="*/ 328136 w 600075"/>
                <a:gd name="connsiteY1669" fmla="*/ 390144 h 466725"/>
                <a:gd name="connsiteX1670" fmla="*/ 330422 w 600075"/>
                <a:gd name="connsiteY1670" fmla="*/ 391954 h 466725"/>
                <a:gd name="connsiteX1671" fmla="*/ 331470 w 600075"/>
                <a:gd name="connsiteY1671" fmla="*/ 392430 h 466725"/>
                <a:gd name="connsiteX1672" fmla="*/ 331470 w 600075"/>
                <a:gd name="connsiteY1672" fmla="*/ 393002 h 466725"/>
                <a:gd name="connsiteX1673" fmla="*/ 330422 w 600075"/>
                <a:gd name="connsiteY1673" fmla="*/ 394145 h 466725"/>
                <a:gd name="connsiteX1674" fmla="*/ 328708 w 600075"/>
                <a:gd name="connsiteY1674" fmla="*/ 397573 h 466725"/>
                <a:gd name="connsiteX1675" fmla="*/ 327374 w 600075"/>
                <a:gd name="connsiteY1675" fmla="*/ 398336 h 466725"/>
                <a:gd name="connsiteX1676" fmla="*/ 326327 w 600075"/>
                <a:gd name="connsiteY1676" fmla="*/ 399097 h 466725"/>
                <a:gd name="connsiteX1677" fmla="*/ 326136 w 600075"/>
                <a:gd name="connsiteY1677" fmla="*/ 400717 h 466725"/>
                <a:gd name="connsiteX1678" fmla="*/ 326993 w 600075"/>
                <a:gd name="connsiteY1678" fmla="*/ 401860 h 466725"/>
                <a:gd name="connsiteX1679" fmla="*/ 329184 w 600075"/>
                <a:gd name="connsiteY1679" fmla="*/ 401288 h 466725"/>
                <a:gd name="connsiteX1680" fmla="*/ 328422 w 600075"/>
                <a:gd name="connsiteY1680" fmla="*/ 403098 h 466725"/>
                <a:gd name="connsiteX1681" fmla="*/ 328136 w 600075"/>
                <a:gd name="connsiteY1681" fmla="*/ 404146 h 466725"/>
                <a:gd name="connsiteX1682" fmla="*/ 328231 w 600075"/>
                <a:gd name="connsiteY1682" fmla="*/ 405384 h 466725"/>
                <a:gd name="connsiteX1683" fmla="*/ 330994 w 600075"/>
                <a:gd name="connsiteY1683" fmla="*/ 404813 h 466725"/>
                <a:gd name="connsiteX1684" fmla="*/ 330994 w 600075"/>
                <a:gd name="connsiteY1684" fmla="*/ 403955 h 466725"/>
                <a:gd name="connsiteX1685" fmla="*/ 330708 w 600075"/>
                <a:gd name="connsiteY1685" fmla="*/ 402908 h 466725"/>
                <a:gd name="connsiteX1686" fmla="*/ 329946 w 600075"/>
                <a:gd name="connsiteY1686" fmla="*/ 401193 h 466725"/>
                <a:gd name="connsiteX1687" fmla="*/ 330518 w 600075"/>
                <a:gd name="connsiteY1687" fmla="*/ 401193 h 466725"/>
                <a:gd name="connsiteX1688" fmla="*/ 330613 w 600075"/>
                <a:gd name="connsiteY1688" fmla="*/ 401574 h 466725"/>
                <a:gd name="connsiteX1689" fmla="*/ 331089 w 600075"/>
                <a:gd name="connsiteY1689" fmla="*/ 402336 h 466725"/>
                <a:gd name="connsiteX1690" fmla="*/ 331661 w 600075"/>
                <a:gd name="connsiteY1690" fmla="*/ 402336 h 466725"/>
                <a:gd name="connsiteX1691" fmla="*/ 331946 w 600075"/>
                <a:gd name="connsiteY1691" fmla="*/ 401384 h 466725"/>
                <a:gd name="connsiteX1692" fmla="*/ 332137 w 600075"/>
                <a:gd name="connsiteY1692" fmla="*/ 400336 h 466725"/>
                <a:gd name="connsiteX1693" fmla="*/ 332232 w 600075"/>
                <a:gd name="connsiteY1693" fmla="*/ 399288 h 466725"/>
                <a:gd name="connsiteX1694" fmla="*/ 332137 w 600075"/>
                <a:gd name="connsiteY1694" fmla="*/ 398240 h 466725"/>
                <a:gd name="connsiteX1695" fmla="*/ 332708 w 600075"/>
                <a:gd name="connsiteY1695" fmla="*/ 398240 h 466725"/>
                <a:gd name="connsiteX1696" fmla="*/ 332708 w 600075"/>
                <a:gd name="connsiteY1696" fmla="*/ 398907 h 466725"/>
                <a:gd name="connsiteX1697" fmla="*/ 333185 w 600075"/>
                <a:gd name="connsiteY1697" fmla="*/ 400526 h 466725"/>
                <a:gd name="connsiteX1698" fmla="*/ 333470 w 600075"/>
                <a:gd name="connsiteY1698" fmla="*/ 399955 h 466725"/>
                <a:gd name="connsiteX1699" fmla="*/ 334042 w 600075"/>
                <a:gd name="connsiteY1699" fmla="*/ 399288 h 466725"/>
                <a:gd name="connsiteX1700" fmla="*/ 334232 w 600075"/>
                <a:gd name="connsiteY1700" fmla="*/ 398812 h 466725"/>
                <a:gd name="connsiteX1701" fmla="*/ 334804 w 600075"/>
                <a:gd name="connsiteY1701" fmla="*/ 398812 h 466725"/>
                <a:gd name="connsiteX1702" fmla="*/ 334518 w 600075"/>
                <a:gd name="connsiteY1702" fmla="*/ 400240 h 466725"/>
                <a:gd name="connsiteX1703" fmla="*/ 333851 w 600075"/>
                <a:gd name="connsiteY1703" fmla="*/ 401193 h 466725"/>
                <a:gd name="connsiteX1704" fmla="*/ 333089 w 600075"/>
                <a:gd name="connsiteY1704" fmla="*/ 401955 h 466725"/>
                <a:gd name="connsiteX1705" fmla="*/ 332613 w 600075"/>
                <a:gd name="connsiteY1705" fmla="*/ 402908 h 466725"/>
                <a:gd name="connsiteX1706" fmla="*/ 332422 w 600075"/>
                <a:gd name="connsiteY1706" fmla="*/ 404241 h 466725"/>
                <a:gd name="connsiteX1707" fmla="*/ 332899 w 600075"/>
                <a:gd name="connsiteY1707" fmla="*/ 404336 h 466725"/>
                <a:gd name="connsiteX1708" fmla="*/ 333946 w 600075"/>
                <a:gd name="connsiteY1708" fmla="*/ 404146 h 466725"/>
                <a:gd name="connsiteX1709" fmla="*/ 335375 w 600075"/>
                <a:gd name="connsiteY1709" fmla="*/ 404622 h 466725"/>
                <a:gd name="connsiteX1710" fmla="*/ 335375 w 600075"/>
                <a:gd name="connsiteY1710" fmla="*/ 405194 h 466725"/>
                <a:gd name="connsiteX1711" fmla="*/ 334042 w 600075"/>
                <a:gd name="connsiteY1711" fmla="*/ 405670 h 466725"/>
                <a:gd name="connsiteX1712" fmla="*/ 333375 w 600075"/>
                <a:gd name="connsiteY1712" fmla="*/ 405765 h 466725"/>
                <a:gd name="connsiteX1713" fmla="*/ 332613 w 600075"/>
                <a:gd name="connsiteY1713" fmla="*/ 405765 h 466725"/>
                <a:gd name="connsiteX1714" fmla="*/ 332994 w 600075"/>
                <a:gd name="connsiteY1714" fmla="*/ 406622 h 466725"/>
                <a:gd name="connsiteX1715" fmla="*/ 334613 w 600075"/>
                <a:gd name="connsiteY1715" fmla="*/ 407289 h 466725"/>
                <a:gd name="connsiteX1716" fmla="*/ 335280 w 600075"/>
                <a:gd name="connsiteY1716" fmla="*/ 408146 h 466725"/>
                <a:gd name="connsiteX1717" fmla="*/ 336137 w 600075"/>
                <a:gd name="connsiteY1717" fmla="*/ 407575 h 466725"/>
                <a:gd name="connsiteX1718" fmla="*/ 336613 w 600075"/>
                <a:gd name="connsiteY1718" fmla="*/ 406718 h 466725"/>
                <a:gd name="connsiteX1719" fmla="*/ 337471 w 600075"/>
                <a:gd name="connsiteY1719" fmla="*/ 404717 h 466725"/>
                <a:gd name="connsiteX1720" fmla="*/ 338042 w 600075"/>
                <a:gd name="connsiteY1720" fmla="*/ 405003 h 466725"/>
                <a:gd name="connsiteX1721" fmla="*/ 338614 w 600075"/>
                <a:gd name="connsiteY1721" fmla="*/ 404717 h 466725"/>
                <a:gd name="connsiteX1722" fmla="*/ 338614 w 600075"/>
                <a:gd name="connsiteY1722" fmla="*/ 406146 h 466725"/>
                <a:gd name="connsiteX1723" fmla="*/ 337852 w 600075"/>
                <a:gd name="connsiteY1723" fmla="*/ 407861 h 466725"/>
                <a:gd name="connsiteX1724" fmla="*/ 337661 w 600075"/>
                <a:gd name="connsiteY1724" fmla="*/ 409670 h 466725"/>
                <a:gd name="connsiteX1725" fmla="*/ 339185 w 600075"/>
                <a:gd name="connsiteY1725" fmla="*/ 411099 h 466725"/>
                <a:gd name="connsiteX1726" fmla="*/ 339757 w 600075"/>
                <a:gd name="connsiteY1726" fmla="*/ 411099 h 466725"/>
                <a:gd name="connsiteX1727" fmla="*/ 339852 w 600075"/>
                <a:gd name="connsiteY1727" fmla="*/ 410337 h 466725"/>
                <a:gd name="connsiteX1728" fmla="*/ 340043 w 600075"/>
                <a:gd name="connsiteY1728" fmla="*/ 409956 h 466725"/>
                <a:gd name="connsiteX1729" fmla="*/ 340805 w 600075"/>
                <a:gd name="connsiteY1729" fmla="*/ 409289 h 466725"/>
                <a:gd name="connsiteX1730" fmla="*/ 340805 w 600075"/>
                <a:gd name="connsiteY1730" fmla="*/ 412813 h 466725"/>
                <a:gd name="connsiteX1731" fmla="*/ 340328 w 600075"/>
                <a:gd name="connsiteY1731" fmla="*/ 412813 h 466725"/>
                <a:gd name="connsiteX1732" fmla="*/ 339947 w 600075"/>
                <a:gd name="connsiteY1732" fmla="*/ 411956 h 466725"/>
                <a:gd name="connsiteX1733" fmla="*/ 339376 w 600075"/>
                <a:gd name="connsiteY1733" fmla="*/ 411766 h 466725"/>
                <a:gd name="connsiteX1734" fmla="*/ 337661 w 600075"/>
                <a:gd name="connsiteY1734" fmla="*/ 412147 h 466725"/>
                <a:gd name="connsiteX1735" fmla="*/ 337661 w 600075"/>
                <a:gd name="connsiteY1735" fmla="*/ 412813 h 466725"/>
                <a:gd name="connsiteX1736" fmla="*/ 338995 w 600075"/>
                <a:gd name="connsiteY1736" fmla="*/ 413290 h 466725"/>
                <a:gd name="connsiteX1737" fmla="*/ 339280 w 600075"/>
                <a:gd name="connsiteY1737" fmla="*/ 414623 h 466725"/>
                <a:gd name="connsiteX1738" fmla="*/ 339471 w 600075"/>
                <a:gd name="connsiteY1738" fmla="*/ 416052 h 466725"/>
                <a:gd name="connsiteX1739" fmla="*/ 340423 w 600075"/>
                <a:gd name="connsiteY1739" fmla="*/ 416909 h 466725"/>
                <a:gd name="connsiteX1740" fmla="*/ 339852 w 600075"/>
                <a:gd name="connsiteY1740" fmla="*/ 415766 h 466725"/>
                <a:gd name="connsiteX1741" fmla="*/ 340423 w 600075"/>
                <a:gd name="connsiteY1741" fmla="*/ 415385 h 466725"/>
                <a:gd name="connsiteX1742" fmla="*/ 341757 w 600075"/>
                <a:gd name="connsiteY1742" fmla="*/ 415385 h 466725"/>
                <a:gd name="connsiteX1743" fmla="*/ 342519 w 600075"/>
                <a:gd name="connsiteY1743" fmla="*/ 415100 h 466725"/>
                <a:gd name="connsiteX1744" fmla="*/ 342995 w 600075"/>
                <a:gd name="connsiteY1744" fmla="*/ 414623 h 466725"/>
                <a:gd name="connsiteX1745" fmla="*/ 343281 w 600075"/>
                <a:gd name="connsiteY1745" fmla="*/ 414052 h 466725"/>
                <a:gd name="connsiteX1746" fmla="*/ 343662 w 600075"/>
                <a:gd name="connsiteY1746" fmla="*/ 413576 h 466725"/>
                <a:gd name="connsiteX1747" fmla="*/ 344424 w 600075"/>
                <a:gd name="connsiteY1747" fmla="*/ 413385 h 466725"/>
                <a:gd name="connsiteX1748" fmla="*/ 345948 w 600075"/>
                <a:gd name="connsiteY1748" fmla="*/ 413861 h 466725"/>
                <a:gd name="connsiteX1749" fmla="*/ 347472 w 600075"/>
                <a:gd name="connsiteY1749" fmla="*/ 414719 h 466725"/>
                <a:gd name="connsiteX1750" fmla="*/ 348710 w 600075"/>
                <a:gd name="connsiteY1750" fmla="*/ 414909 h 466725"/>
                <a:gd name="connsiteX1751" fmla="*/ 350330 w 600075"/>
                <a:gd name="connsiteY1751" fmla="*/ 413480 h 466725"/>
                <a:gd name="connsiteX1752" fmla="*/ 349568 w 600075"/>
                <a:gd name="connsiteY1752" fmla="*/ 413290 h 466725"/>
                <a:gd name="connsiteX1753" fmla="*/ 348805 w 600075"/>
                <a:gd name="connsiteY1753" fmla="*/ 413290 h 466725"/>
                <a:gd name="connsiteX1754" fmla="*/ 347091 w 600075"/>
                <a:gd name="connsiteY1754" fmla="*/ 413480 h 466725"/>
                <a:gd name="connsiteX1755" fmla="*/ 348520 w 600075"/>
                <a:gd name="connsiteY1755" fmla="*/ 411385 h 466725"/>
                <a:gd name="connsiteX1756" fmla="*/ 348139 w 600075"/>
                <a:gd name="connsiteY1756" fmla="*/ 409861 h 466725"/>
                <a:gd name="connsiteX1757" fmla="*/ 346710 w 600075"/>
                <a:gd name="connsiteY1757" fmla="*/ 408622 h 466725"/>
                <a:gd name="connsiteX1758" fmla="*/ 344805 w 600075"/>
                <a:gd name="connsiteY1758" fmla="*/ 407480 h 466725"/>
                <a:gd name="connsiteX1759" fmla="*/ 344805 w 600075"/>
                <a:gd name="connsiteY1759" fmla="*/ 406908 h 466725"/>
                <a:gd name="connsiteX1760" fmla="*/ 345377 w 600075"/>
                <a:gd name="connsiteY1760" fmla="*/ 406908 h 466725"/>
                <a:gd name="connsiteX1761" fmla="*/ 345377 w 600075"/>
                <a:gd name="connsiteY1761" fmla="*/ 406337 h 466725"/>
                <a:gd name="connsiteX1762" fmla="*/ 343757 w 600075"/>
                <a:gd name="connsiteY1762" fmla="*/ 406337 h 466725"/>
                <a:gd name="connsiteX1763" fmla="*/ 344043 w 600075"/>
                <a:gd name="connsiteY1763" fmla="*/ 406241 h 466725"/>
                <a:gd name="connsiteX1764" fmla="*/ 344329 w 600075"/>
                <a:gd name="connsiteY1764" fmla="*/ 406241 h 466725"/>
                <a:gd name="connsiteX1765" fmla="*/ 344614 w 600075"/>
                <a:gd name="connsiteY1765" fmla="*/ 406146 h 466725"/>
                <a:gd name="connsiteX1766" fmla="*/ 344900 w 600075"/>
                <a:gd name="connsiteY1766" fmla="*/ 405765 h 466725"/>
                <a:gd name="connsiteX1767" fmla="*/ 344424 w 600075"/>
                <a:gd name="connsiteY1767" fmla="*/ 405194 h 466725"/>
                <a:gd name="connsiteX1768" fmla="*/ 344900 w 600075"/>
                <a:gd name="connsiteY1768" fmla="*/ 405384 h 466725"/>
                <a:gd name="connsiteX1769" fmla="*/ 345091 w 600075"/>
                <a:gd name="connsiteY1769" fmla="*/ 405384 h 466725"/>
                <a:gd name="connsiteX1770" fmla="*/ 345186 w 600075"/>
                <a:gd name="connsiteY1770" fmla="*/ 405479 h 466725"/>
                <a:gd name="connsiteX1771" fmla="*/ 345472 w 600075"/>
                <a:gd name="connsiteY1771" fmla="*/ 405765 h 466725"/>
                <a:gd name="connsiteX1772" fmla="*/ 345567 w 600075"/>
                <a:gd name="connsiteY1772" fmla="*/ 404813 h 466725"/>
                <a:gd name="connsiteX1773" fmla="*/ 345377 w 600075"/>
                <a:gd name="connsiteY1773" fmla="*/ 404527 h 466725"/>
                <a:gd name="connsiteX1774" fmla="*/ 344900 w 600075"/>
                <a:gd name="connsiteY1774" fmla="*/ 404051 h 466725"/>
                <a:gd name="connsiteX1775" fmla="*/ 345948 w 600075"/>
                <a:gd name="connsiteY1775" fmla="*/ 403670 h 466725"/>
                <a:gd name="connsiteX1776" fmla="*/ 346424 w 600075"/>
                <a:gd name="connsiteY1776" fmla="*/ 404146 h 466725"/>
                <a:gd name="connsiteX1777" fmla="*/ 346615 w 600075"/>
                <a:gd name="connsiteY1777" fmla="*/ 405098 h 466725"/>
                <a:gd name="connsiteX1778" fmla="*/ 346615 w 600075"/>
                <a:gd name="connsiteY1778" fmla="*/ 406051 h 466725"/>
                <a:gd name="connsiteX1779" fmla="*/ 346805 w 600075"/>
                <a:gd name="connsiteY1779" fmla="*/ 407194 h 466725"/>
                <a:gd name="connsiteX1780" fmla="*/ 347281 w 600075"/>
                <a:gd name="connsiteY1780" fmla="*/ 407289 h 466725"/>
                <a:gd name="connsiteX1781" fmla="*/ 347853 w 600075"/>
                <a:gd name="connsiteY1781" fmla="*/ 406908 h 466725"/>
                <a:gd name="connsiteX1782" fmla="*/ 348329 w 600075"/>
                <a:gd name="connsiteY1782" fmla="*/ 406432 h 466725"/>
                <a:gd name="connsiteX1783" fmla="*/ 348996 w 600075"/>
                <a:gd name="connsiteY1783" fmla="*/ 404813 h 466725"/>
                <a:gd name="connsiteX1784" fmla="*/ 348901 w 600075"/>
                <a:gd name="connsiteY1784" fmla="*/ 402812 h 466725"/>
                <a:gd name="connsiteX1785" fmla="*/ 348139 w 600075"/>
                <a:gd name="connsiteY1785" fmla="*/ 401479 h 466725"/>
                <a:gd name="connsiteX1786" fmla="*/ 346710 w 600075"/>
                <a:gd name="connsiteY1786" fmla="*/ 401669 h 466725"/>
                <a:gd name="connsiteX1787" fmla="*/ 346805 w 600075"/>
                <a:gd name="connsiteY1787" fmla="*/ 401003 h 466725"/>
                <a:gd name="connsiteX1788" fmla="*/ 346805 w 600075"/>
                <a:gd name="connsiteY1788" fmla="*/ 400621 h 466725"/>
                <a:gd name="connsiteX1789" fmla="*/ 346901 w 600075"/>
                <a:gd name="connsiteY1789" fmla="*/ 400336 h 466725"/>
                <a:gd name="connsiteX1790" fmla="*/ 347186 w 600075"/>
                <a:gd name="connsiteY1790" fmla="*/ 399955 h 466725"/>
                <a:gd name="connsiteX1791" fmla="*/ 344614 w 600075"/>
                <a:gd name="connsiteY1791" fmla="*/ 399097 h 466725"/>
                <a:gd name="connsiteX1792" fmla="*/ 343853 w 600075"/>
                <a:gd name="connsiteY1792" fmla="*/ 398717 h 466725"/>
                <a:gd name="connsiteX1793" fmla="*/ 345567 w 600075"/>
                <a:gd name="connsiteY1793" fmla="*/ 398431 h 466725"/>
                <a:gd name="connsiteX1794" fmla="*/ 348710 w 600075"/>
                <a:gd name="connsiteY1794" fmla="*/ 399002 h 466725"/>
                <a:gd name="connsiteX1795" fmla="*/ 350330 w 600075"/>
                <a:gd name="connsiteY1795" fmla="*/ 398717 h 466725"/>
                <a:gd name="connsiteX1796" fmla="*/ 349853 w 600075"/>
                <a:gd name="connsiteY1796" fmla="*/ 399288 h 466725"/>
                <a:gd name="connsiteX1797" fmla="*/ 349472 w 600075"/>
                <a:gd name="connsiteY1797" fmla="*/ 399955 h 466725"/>
                <a:gd name="connsiteX1798" fmla="*/ 349377 w 600075"/>
                <a:gd name="connsiteY1798" fmla="*/ 400717 h 466725"/>
                <a:gd name="connsiteX1799" fmla="*/ 349853 w 600075"/>
                <a:gd name="connsiteY1799" fmla="*/ 401574 h 466725"/>
                <a:gd name="connsiteX1800" fmla="*/ 350139 w 600075"/>
                <a:gd name="connsiteY1800" fmla="*/ 401003 h 466725"/>
                <a:gd name="connsiteX1801" fmla="*/ 350996 w 600075"/>
                <a:gd name="connsiteY1801" fmla="*/ 399860 h 466725"/>
                <a:gd name="connsiteX1802" fmla="*/ 351472 w 600075"/>
                <a:gd name="connsiteY1802" fmla="*/ 399860 h 466725"/>
                <a:gd name="connsiteX1803" fmla="*/ 350806 w 600075"/>
                <a:gd name="connsiteY1803" fmla="*/ 402146 h 466725"/>
                <a:gd name="connsiteX1804" fmla="*/ 350330 w 600075"/>
                <a:gd name="connsiteY1804" fmla="*/ 403003 h 466725"/>
                <a:gd name="connsiteX1805" fmla="*/ 350330 w 600075"/>
                <a:gd name="connsiteY1805" fmla="*/ 403574 h 466725"/>
                <a:gd name="connsiteX1806" fmla="*/ 350996 w 600075"/>
                <a:gd name="connsiteY1806" fmla="*/ 404146 h 466725"/>
                <a:gd name="connsiteX1807" fmla="*/ 351472 w 600075"/>
                <a:gd name="connsiteY1807" fmla="*/ 404146 h 466725"/>
                <a:gd name="connsiteX1808" fmla="*/ 351854 w 600075"/>
                <a:gd name="connsiteY1808" fmla="*/ 403479 h 466725"/>
                <a:gd name="connsiteX1809" fmla="*/ 352330 w 600075"/>
                <a:gd name="connsiteY1809" fmla="*/ 403003 h 466725"/>
                <a:gd name="connsiteX1810" fmla="*/ 352901 w 600075"/>
                <a:gd name="connsiteY1810" fmla="*/ 402622 h 466725"/>
                <a:gd name="connsiteX1811" fmla="*/ 353663 w 600075"/>
                <a:gd name="connsiteY1811" fmla="*/ 402431 h 466725"/>
                <a:gd name="connsiteX1812" fmla="*/ 353187 w 600075"/>
                <a:gd name="connsiteY1812" fmla="*/ 403670 h 466725"/>
                <a:gd name="connsiteX1813" fmla="*/ 353758 w 600075"/>
                <a:gd name="connsiteY1813" fmla="*/ 403479 h 466725"/>
                <a:gd name="connsiteX1814" fmla="*/ 354806 w 600075"/>
                <a:gd name="connsiteY1814" fmla="*/ 403384 h 466725"/>
                <a:gd name="connsiteX1815" fmla="*/ 355378 w 600075"/>
                <a:gd name="connsiteY1815" fmla="*/ 403193 h 466725"/>
                <a:gd name="connsiteX1816" fmla="*/ 355282 w 600075"/>
                <a:gd name="connsiteY1816" fmla="*/ 403574 h 466725"/>
                <a:gd name="connsiteX1817" fmla="*/ 354806 w 600075"/>
                <a:gd name="connsiteY1817" fmla="*/ 404336 h 466725"/>
                <a:gd name="connsiteX1818" fmla="*/ 352330 w 600075"/>
                <a:gd name="connsiteY1818" fmla="*/ 404622 h 466725"/>
                <a:gd name="connsiteX1819" fmla="*/ 351472 w 600075"/>
                <a:gd name="connsiteY1819" fmla="*/ 405003 h 466725"/>
                <a:gd name="connsiteX1820" fmla="*/ 350996 w 600075"/>
                <a:gd name="connsiteY1820" fmla="*/ 405384 h 466725"/>
                <a:gd name="connsiteX1821" fmla="*/ 350806 w 600075"/>
                <a:gd name="connsiteY1821" fmla="*/ 405479 h 466725"/>
                <a:gd name="connsiteX1822" fmla="*/ 350615 w 600075"/>
                <a:gd name="connsiteY1822" fmla="*/ 405575 h 466725"/>
                <a:gd name="connsiteX1823" fmla="*/ 350330 w 600075"/>
                <a:gd name="connsiteY1823" fmla="*/ 405860 h 466725"/>
                <a:gd name="connsiteX1824" fmla="*/ 350520 w 600075"/>
                <a:gd name="connsiteY1824" fmla="*/ 405955 h 466725"/>
                <a:gd name="connsiteX1825" fmla="*/ 350901 w 600075"/>
                <a:gd name="connsiteY1825" fmla="*/ 408242 h 466725"/>
                <a:gd name="connsiteX1826" fmla="*/ 350615 w 600075"/>
                <a:gd name="connsiteY1826" fmla="*/ 408718 h 466725"/>
                <a:gd name="connsiteX1827" fmla="*/ 350139 w 600075"/>
                <a:gd name="connsiteY1827" fmla="*/ 408908 h 466725"/>
                <a:gd name="connsiteX1828" fmla="*/ 349758 w 600075"/>
                <a:gd name="connsiteY1828" fmla="*/ 409194 h 466725"/>
                <a:gd name="connsiteX1829" fmla="*/ 349758 w 600075"/>
                <a:gd name="connsiteY1829" fmla="*/ 409956 h 466725"/>
                <a:gd name="connsiteX1830" fmla="*/ 349948 w 600075"/>
                <a:gd name="connsiteY1830" fmla="*/ 410051 h 466725"/>
                <a:gd name="connsiteX1831" fmla="*/ 350901 w 600075"/>
                <a:gd name="connsiteY1831" fmla="*/ 411099 h 466725"/>
                <a:gd name="connsiteX1832" fmla="*/ 351377 w 600075"/>
                <a:gd name="connsiteY1832" fmla="*/ 411194 h 466725"/>
                <a:gd name="connsiteX1833" fmla="*/ 352711 w 600075"/>
                <a:gd name="connsiteY1833" fmla="*/ 411004 h 466725"/>
                <a:gd name="connsiteX1834" fmla="*/ 353187 w 600075"/>
                <a:gd name="connsiteY1834" fmla="*/ 411099 h 466725"/>
                <a:gd name="connsiteX1835" fmla="*/ 353568 w 600075"/>
                <a:gd name="connsiteY1835" fmla="*/ 411575 h 466725"/>
                <a:gd name="connsiteX1836" fmla="*/ 353949 w 600075"/>
                <a:gd name="connsiteY1836" fmla="*/ 412813 h 466725"/>
                <a:gd name="connsiteX1837" fmla="*/ 355092 w 600075"/>
                <a:gd name="connsiteY1837" fmla="*/ 415290 h 466725"/>
                <a:gd name="connsiteX1838" fmla="*/ 355663 w 600075"/>
                <a:gd name="connsiteY1838" fmla="*/ 415862 h 466725"/>
                <a:gd name="connsiteX1839" fmla="*/ 356997 w 600075"/>
                <a:gd name="connsiteY1839" fmla="*/ 416338 h 466725"/>
                <a:gd name="connsiteX1840" fmla="*/ 358140 w 600075"/>
                <a:gd name="connsiteY1840" fmla="*/ 416528 h 466725"/>
                <a:gd name="connsiteX1841" fmla="*/ 358997 w 600075"/>
                <a:gd name="connsiteY1841" fmla="*/ 416528 h 466725"/>
                <a:gd name="connsiteX1842" fmla="*/ 360807 w 600075"/>
                <a:gd name="connsiteY1842" fmla="*/ 416243 h 466725"/>
                <a:gd name="connsiteX1843" fmla="*/ 362521 w 600075"/>
                <a:gd name="connsiteY1843" fmla="*/ 415671 h 466725"/>
                <a:gd name="connsiteX1844" fmla="*/ 365284 w 600075"/>
                <a:gd name="connsiteY1844" fmla="*/ 413861 h 466725"/>
                <a:gd name="connsiteX1845" fmla="*/ 366713 w 600075"/>
                <a:gd name="connsiteY1845" fmla="*/ 413290 h 466725"/>
                <a:gd name="connsiteX1846" fmla="*/ 366713 w 600075"/>
                <a:gd name="connsiteY1846" fmla="*/ 413956 h 466725"/>
                <a:gd name="connsiteX1847" fmla="*/ 365760 w 600075"/>
                <a:gd name="connsiteY1847" fmla="*/ 415195 h 466725"/>
                <a:gd name="connsiteX1848" fmla="*/ 365379 w 600075"/>
                <a:gd name="connsiteY1848" fmla="*/ 415862 h 466725"/>
                <a:gd name="connsiteX1849" fmla="*/ 365093 w 600075"/>
                <a:gd name="connsiteY1849" fmla="*/ 416814 h 466725"/>
                <a:gd name="connsiteX1850" fmla="*/ 365951 w 600075"/>
                <a:gd name="connsiteY1850" fmla="*/ 416052 h 466725"/>
                <a:gd name="connsiteX1851" fmla="*/ 366236 w 600075"/>
                <a:gd name="connsiteY1851" fmla="*/ 415671 h 466725"/>
                <a:gd name="connsiteX1852" fmla="*/ 366808 w 600075"/>
                <a:gd name="connsiteY1852" fmla="*/ 415671 h 466725"/>
                <a:gd name="connsiteX1853" fmla="*/ 366998 w 600075"/>
                <a:gd name="connsiteY1853" fmla="*/ 416814 h 466725"/>
                <a:gd name="connsiteX1854" fmla="*/ 367665 w 600075"/>
                <a:gd name="connsiteY1854" fmla="*/ 417290 h 466725"/>
                <a:gd name="connsiteX1855" fmla="*/ 368427 w 600075"/>
                <a:gd name="connsiteY1855" fmla="*/ 417100 h 466725"/>
                <a:gd name="connsiteX1856" fmla="*/ 368998 w 600075"/>
                <a:gd name="connsiteY1856" fmla="*/ 416243 h 466725"/>
                <a:gd name="connsiteX1857" fmla="*/ 369475 w 600075"/>
                <a:gd name="connsiteY1857" fmla="*/ 416243 h 466725"/>
                <a:gd name="connsiteX1858" fmla="*/ 369951 w 600075"/>
                <a:gd name="connsiteY1858" fmla="*/ 417195 h 466725"/>
                <a:gd name="connsiteX1859" fmla="*/ 370618 w 600075"/>
                <a:gd name="connsiteY1859" fmla="*/ 417862 h 466725"/>
                <a:gd name="connsiteX1860" fmla="*/ 371285 w 600075"/>
                <a:gd name="connsiteY1860" fmla="*/ 417862 h 466725"/>
                <a:gd name="connsiteX1861" fmla="*/ 371665 w 600075"/>
                <a:gd name="connsiteY1861" fmla="*/ 416814 h 466725"/>
                <a:gd name="connsiteX1862" fmla="*/ 372237 w 600075"/>
                <a:gd name="connsiteY1862" fmla="*/ 416814 h 466725"/>
                <a:gd name="connsiteX1863" fmla="*/ 372713 w 600075"/>
                <a:gd name="connsiteY1863" fmla="*/ 421005 h 466725"/>
                <a:gd name="connsiteX1864" fmla="*/ 372713 w 600075"/>
                <a:gd name="connsiteY1864" fmla="*/ 424720 h 466725"/>
                <a:gd name="connsiteX1865" fmla="*/ 371951 w 600075"/>
                <a:gd name="connsiteY1865" fmla="*/ 425958 h 466725"/>
                <a:gd name="connsiteX1866" fmla="*/ 370141 w 600075"/>
                <a:gd name="connsiteY1866" fmla="*/ 426530 h 466725"/>
                <a:gd name="connsiteX1867" fmla="*/ 367951 w 600075"/>
                <a:gd name="connsiteY1867" fmla="*/ 426815 h 466725"/>
                <a:gd name="connsiteX1868" fmla="*/ 366141 w 600075"/>
                <a:gd name="connsiteY1868" fmla="*/ 427292 h 466725"/>
                <a:gd name="connsiteX1869" fmla="*/ 364807 w 600075"/>
                <a:gd name="connsiteY1869" fmla="*/ 428435 h 466725"/>
                <a:gd name="connsiteX1870" fmla="*/ 364522 w 600075"/>
                <a:gd name="connsiteY1870" fmla="*/ 429768 h 466725"/>
                <a:gd name="connsiteX1871" fmla="*/ 365379 w 600075"/>
                <a:gd name="connsiteY1871" fmla="*/ 430911 h 466725"/>
                <a:gd name="connsiteX1872" fmla="*/ 367570 w 600075"/>
                <a:gd name="connsiteY1872" fmla="*/ 431387 h 466725"/>
                <a:gd name="connsiteX1873" fmla="*/ 369094 w 600075"/>
                <a:gd name="connsiteY1873" fmla="*/ 431959 h 466725"/>
                <a:gd name="connsiteX1874" fmla="*/ 372428 w 600075"/>
                <a:gd name="connsiteY1874" fmla="*/ 433959 h 466725"/>
                <a:gd name="connsiteX1875" fmla="*/ 373856 w 600075"/>
                <a:gd name="connsiteY1875" fmla="*/ 433769 h 466725"/>
                <a:gd name="connsiteX1876" fmla="*/ 373285 w 600075"/>
                <a:gd name="connsiteY1876" fmla="*/ 433197 h 466725"/>
                <a:gd name="connsiteX1877" fmla="*/ 372904 w 600075"/>
                <a:gd name="connsiteY1877" fmla="*/ 432530 h 466725"/>
                <a:gd name="connsiteX1878" fmla="*/ 372904 w 600075"/>
                <a:gd name="connsiteY1878" fmla="*/ 431673 h 466725"/>
                <a:gd name="connsiteX1879" fmla="*/ 373285 w 600075"/>
                <a:gd name="connsiteY1879" fmla="*/ 430721 h 466725"/>
                <a:gd name="connsiteX1880" fmla="*/ 373856 w 600075"/>
                <a:gd name="connsiteY1880" fmla="*/ 431959 h 466725"/>
                <a:gd name="connsiteX1881" fmla="*/ 375095 w 600075"/>
                <a:gd name="connsiteY1881" fmla="*/ 432435 h 466725"/>
                <a:gd name="connsiteX1882" fmla="*/ 378523 w 600075"/>
                <a:gd name="connsiteY1882" fmla="*/ 432435 h 466725"/>
                <a:gd name="connsiteX1883" fmla="*/ 378905 w 600075"/>
                <a:gd name="connsiteY1883" fmla="*/ 429768 h 466725"/>
                <a:gd name="connsiteX1884" fmla="*/ 379476 w 600075"/>
                <a:gd name="connsiteY1884" fmla="*/ 427768 h 466725"/>
                <a:gd name="connsiteX1885" fmla="*/ 380429 w 600075"/>
                <a:gd name="connsiteY1885" fmla="*/ 426625 h 466725"/>
                <a:gd name="connsiteX1886" fmla="*/ 380333 w 600075"/>
                <a:gd name="connsiteY1886" fmla="*/ 428911 h 466725"/>
                <a:gd name="connsiteX1887" fmla="*/ 380429 w 600075"/>
                <a:gd name="connsiteY1887" fmla="*/ 431197 h 466725"/>
                <a:gd name="connsiteX1888" fmla="*/ 380905 w 600075"/>
                <a:gd name="connsiteY1888" fmla="*/ 431197 h 466725"/>
                <a:gd name="connsiteX1889" fmla="*/ 381095 w 600075"/>
                <a:gd name="connsiteY1889" fmla="*/ 430816 h 466725"/>
                <a:gd name="connsiteX1890" fmla="*/ 381286 w 600075"/>
                <a:gd name="connsiteY1890" fmla="*/ 430625 h 466725"/>
                <a:gd name="connsiteX1891" fmla="*/ 381571 w 600075"/>
                <a:gd name="connsiteY1891" fmla="*/ 430435 h 466725"/>
                <a:gd name="connsiteX1892" fmla="*/ 381953 w 600075"/>
                <a:gd name="connsiteY1892" fmla="*/ 430054 h 466725"/>
                <a:gd name="connsiteX1893" fmla="*/ 383477 w 600075"/>
                <a:gd name="connsiteY1893" fmla="*/ 430721 h 466725"/>
                <a:gd name="connsiteX1894" fmla="*/ 385191 w 600075"/>
                <a:gd name="connsiteY1894" fmla="*/ 430149 h 466725"/>
                <a:gd name="connsiteX1895" fmla="*/ 386524 w 600075"/>
                <a:gd name="connsiteY1895" fmla="*/ 428815 h 466725"/>
                <a:gd name="connsiteX1896" fmla="*/ 386905 w 600075"/>
                <a:gd name="connsiteY1896" fmla="*/ 427006 h 466725"/>
                <a:gd name="connsiteX1897" fmla="*/ 388048 w 600075"/>
                <a:gd name="connsiteY1897" fmla="*/ 428911 h 466725"/>
                <a:gd name="connsiteX1898" fmla="*/ 388715 w 600075"/>
                <a:gd name="connsiteY1898" fmla="*/ 429292 h 466725"/>
                <a:gd name="connsiteX1899" fmla="*/ 395192 w 600075"/>
                <a:gd name="connsiteY1899" fmla="*/ 429387 h 466725"/>
                <a:gd name="connsiteX1900" fmla="*/ 396335 w 600075"/>
                <a:gd name="connsiteY1900" fmla="*/ 429196 h 466725"/>
                <a:gd name="connsiteX1901" fmla="*/ 396812 w 600075"/>
                <a:gd name="connsiteY1901" fmla="*/ 428625 h 466725"/>
                <a:gd name="connsiteX1902" fmla="*/ 397097 w 600075"/>
                <a:gd name="connsiteY1902" fmla="*/ 427958 h 466725"/>
                <a:gd name="connsiteX1903" fmla="*/ 397669 w 600075"/>
                <a:gd name="connsiteY1903" fmla="*/ 426911 h 466725"/>
                <a:gd name="connsiteX1904" fmla="*/ 398431 w 600075"/>
                <a:gd name="connsiteY1904" fmla="*/ 425958 h 466725"/>
                <a:gd name="connsiteX1905" fmla="*/ 399097 w 600075"/>
                <a:gd name="connsiteY1905" fmla="*/ 425387 h 466725"/>
                <a:gd name="connsiteX1906" fmla="*/ 398716 w 600075"/>
                <a:gd name="connsiteY1906" fmla="*/ 426148 h 466725"/>
                <a:gd name="connsiteX1907" fmla="*/ 398526 w 600075"/>
                <a:gd name="connsiteY1907" fmla="*/ 426815 h 466725"/>
                <a:gd name="connsiteX1908" fmla="*/ 398621 w 600075"/>
                <a:gd name="connsiteY1908" fmla="*/ 427482 h 466725"/>
                <a:gd name="connsiteX1909" fmla="*/ 399002 w 600075"/>
                <a:gd name="connsiteY1909" fmla="*/ 428244 h 466725"/>
                <a:gd name="connsiteX1910" fmla="*/ 400050 w 600075"/>
                <a:gd name="connsiteY1910" fmla="*/ 427482 h 466725"/>
                <a:gd name="connsiteX1911" fmla="*/ 403670 w 600075"/>
                <a:gd name="connsiteY1911" fmla="*/ 425958 h 466725"/>
                <a:gd name="connsiteX1912" fmla="*/ 404431 w 600075"/>
                <a:gd name="connsiteY1912" fmla="*/ 425005 h 466725"/>
                <a:gd name="connsiteX1913" fmla="*/ 404622 w 600075"/>
                <a:gd name="connsiteY1913" fmla="*/ 424529 h 466725"/>
                <a:gd name="connsiteX1914" fmla="*/ 405670 w 600075"/>
                <a:gd name="connsiteY1914" fmla="*/ 423386 h 466725"/>
                <a:gd name="connsiteX1915" fmla="*/ 405955 w 600075"/>
                <a:gd name="connsiteY1915" fmla="*/ 422910 h 466725"/>
                <a:gd name="connsiteX1916" fmla="*/ 406051 w 600075"/>
                <a:gd name="connsiteY1916" fmla="*/ 422053 h 466725"/>
                <a:gd name="connsiteX1917" fmla="*/ 405955 w 600075"/>
                <a:gd name="connsiteY1917" fmla="*/ 419386 h 466725"/>
                <a:gd name="connsiteX1918" fmla="*/ 406241 w 600075"/>
                <a:gd name="connsiteY1918" fmla="*/ 419005 h 466725"/>
                <a:gd name="connsiteX1919" fmla="*/ 406718 w 600075"/>
                <a:gd name="connsiteY1919" fmla="*/ 418719 h 466725"/>
                <a:gd name="connsiteX1920" fmla="*/ 406813 w 600075"/>
                <a:gd name="connsiteY1920" fmla="*/ 418243 h 466725"/>
                <a:gd name="connsiteX1921" fmla="*/ 404431 w 600075"/>
                <a:gd name="connsiteY1921" fmla="*/ 415004 h 466725"/>
                <a:gd name="connsiteX1922" fmla="*/ 404241 w 600075"/>
                <a:gd name="connsiteY1922" fmla="*/ 414338 h 466725"/>
                <a:gd name="connsiteX1923" fmla="*/ 403384 w 600075"/>
                <a:gd name="connsiteY1923" fmla="*/ 413576 h 466725"/>
                <a:gd name="connsiteX1924" fmla="*/ 398145 w 600075"/>
                <a:gd name="connsiteY1924" fmla="*/ 411671 h 466725"/>
                <a:gd name="connsiteX1925" fmla="*/ 398145 w 600075"/>
                <a:gd name="connsiteY1925" fmla="*/ 411099 h 466725"/>
                <a:gd name="connsiteX1926" fmla="*/ 399764 w 600075"/>
                <a:gd name="connsiteY1926" fmla="*/ 411671 h 466725"/>
                <a:gd name="connsiteX1927" fmla="*/ 401479 w 600075"/>
                <a:gd name="connsiteY1927" fmla="*/ 411671 h 466725"/>
                <a:gd name="connsiteX1928" fmla="*/ 402622 w 600075"/>
                <a:gd name="connsiteY1928" fmla="*/ 411004 h 466725"/>
                <a:gd name="connsiteX1929" fmla="*/ 402527 w 600075"/>
                <a:gd name="connsiteY1929" fmla="*/ 409385 h 466725"/>
                <a:gd name="connsiteX1930" fmla="*/ 402050 w 600075"/>
                <a:gd name="connsiteY1930" fmla="*/ 409575 h 466725"/>
                <a:gd name="connsiteX1931" fmla="*/ 400907 w 600075"/>
                <a:gd name="connsiteY1931" fmla="*/ 409765 h 466725"/>
                <a:gd name="connsiteX1932" fmla="*/ 400336 w 600075"/>
                <a:gd name="connsiteY1932" fmla="*/ 409956 h 466725"/>
                <a:gd name="connsiteX1933" fmla="*/ 400336 w 600075"/>
                <a:gd name="connsiteY1933" fmla="*/ 409385 h 466725"/>
                <a:gd name="connsiteX1934" fmla="*/ 400621 w 600075"/>
                <a:gd name="connsiteY1934" fmla="*/ 409385 h 466725"/>
                <a:gd name="connsiteX1935" fmla="*/ 401193 w 600075"/>
                <a:gd name="connsiteY1935" fmla="*/ 409385 h 466725"/>
                <a:gd name="connsiteX1936" fmla="*/ 401479 w 600075"/>
                <a:gd name="connsiteY1936" fmla="*/ 409385 h 466725"/>
                <a:gd name="connsiteX1937" fmla="*/ 401288 w 600075"/>
                <a:gd name="connsiteY1937" fmla="*/ 409099 h 466725"/>
                <a:gd name="connsiteX1938" fmla="*/ 401098 w 600075"/>
                <a:gd name="connsiteY1938" fmla="*/ 408813 h 466725"/>
                <a:gd name="connsiteX1939" fmla="*/ 400907 w 600075"/>
                <a:gd name="connsiteY1939" fmla="*/ 408527 h 466725"/>
                <a:gd name="connsiteX1940" fmla="*/ 400431 w 600075"/>
                <a:gd name="connsiteY1940" fmla="*/ 408242 h 466725"/>
                <a:gd name="connsiteX1941" fmla="*/ 406432 w 600075"/>
                <a:gd name="connsiteY1941" fmla="*/ 403003 h 466725"/>
                <a:gd name="connsiteX1942" fmla="*/ 406527 w 600075"/>
                <a:gd name="connsiteY1942" fmla="*/ 403765 h 466725"/>
                <a:gd name="connsiteX1943" fmla="*/ 407003 w 600075"/>
                <a:gd name="connsiteY1943" fmla="*/ 404146 h 466725"/>
                <a:gd name="connsiteX1944" fmla="*/ 407670 w 600075"/>
                <a:gd name="connsiteY1944" fmla="*/ 404241 h 466725"/>
                <a:gd name="connsiteX1945" fmla="*/ 408527 w 600075"/>
                <a:gd name="connsiteY1945" fmla="*/ 404051 h 466725"/>
                <a:gd name="connsiteX1946" fmla="*/ 408527 w 600075"/>
                <a:gd name="connsiteY1946" fmla="*/ 404622 h 466725"/>
                <a:gd name="connsiteX1947" fmla="*/ 407480 w 600075"/>
                <a:gd name="connsiteY1947" fmla="*/ 405289 h 466725"/>
                <a:gd name="connsiteX1948" fmla="*/ 406432 w 600075"/>
                <a:gd name="connsiteY1948" fmla="*/ 406337 h 466725"/>
                <a:gd name="connsiteX1949" fmla="*/ 405860 w 600075"/>
                <a:gd name="connsiteY1949" fmla="*/ 407384 h 466725"/>
                <a:gd name="connsiteX1950" fmla="*/ 406432 w 600075"/>
                <a:gd name="connsiteY1950" fmla="*/ 408146 h 466725"/>
                <a:gd name="connsiteX1951" fmla="*/ 406146 w 600075"/>
                <a:gd name="connsiteY1951" fmla="*/ 408813 h 466725"/>
                <a:gd name="connsiteX1952" fmla="*/ 405860 w 600075"/>
                <a:gd name="connsiteY1952" fmla="*/ 410528 h 466725"/>
                <a:gd name="connsiteX1953" fmla="*/ 406527 w 600075"/>
                <a:gd name="connsiteY1953" fmla="*/ 410909 h 466725"/>
                <a:gd name="connsiteX1954" fmla="*/ 407003 w 600075"/>
                <a:gd name="connsiteY1954" fmla="*/ 411480 h 466725"/>
                <a:gd name="connsiteX1955" fmla="*/ 407289 w 600075"/>
                <a:gd name="connsiteY1955" fmla="*/ 412242 h 466725"/>
                <a:gd name="connsiteX1956" fmla="*/ 407384 w 600075"/>
                <a:gd name="connsiteY1956" fmla="*/ 413099 h 466725"/>
                <a:gd name="connsiteX1957" fmla="*/ 407670 w 600075"/>
                <a:gd name="connsiteY1957" fmla="*/ 413861 h 466725"/>
                <a:gd name="connsiteX1958" fmla="*/ 408432 w 600075"/>
                <a:gd name="connsiteY1958" fmla="*/ 413576 h 466725"/>
                <a:gd name="connsiteX1959" fmla="*/ 410146 w 600075"/>
                <a:gd name="connsiteY1959" fmla="*/ 412242 h 466725"/>
                <a:gd name="connsiteX1960" fmla="*/ 409194 w 600075"/>
                <a:gd name="connsiteY1960" fmla="*/ 414814 h 466725"/>
                <a:gd name="connsiteX1961" fmla="*/ 409385 w 600075"/>
                <a:gd name="connsiteY1961" fmla="*/ 415195 h 466725"/>
                <a:gd name="connsiteX1962" fmla="*/ 409861 w 600075"/>
                <a:gd name="connsiteY1962" fmla="*/ 415576 h 466725"/>
                <a:gd name="connsiteX1963" fmla="*/ 410051 w 600075"/>
                <a:gd name="connsiteY1963" fmla="*/ 416433 h 466725"/>
                <a:gd name="connsiteX1964" fmla="*/ 409956 w 600075"/>
                <a:gd name="connsiteY1964" fmla="*/ 417386 h 466725"/>
                <a:gd name="connsiteX1965" fmla="*/ 409575 w 600075"/>
                <a:gd name="connsiteY1965" fmla="*/ 418052 h 466725"/>
                <a:gd name="connsiteX1966" fmla="*/ 409575 w 600075"/>
                <a:gd name="connsiteY1966" fmla="*/ 418624 h 466725"/>
                <a:gd name="connsiteX1967" fmla="*/ 410242 w 600075"/>
                <a:gd name="connsiteY1967" fmla="*/ 419005 h 466725"/>
                <a:gd name="connsiteX1968" fmla="*/ 410718 w 600075"/>
                <a:gd name="connsiteY1968" fmla="*/ 419290 h 466725"/>
                <a:gd name="connsiteX1969" fmla="*/ 411289 w 600075"/>
                <a:gd name="connsiteY1969" fmla="*/ 419386 h 466725"/>
                <a:gd name="connsiteX1970" fmla="*/ 411861 w 600075"/>
                <a:gd name="connsiteY1970" fmla="*/ 419290 h 466725"/>
                <a:gd name="connsiteX1971" fmla="*/ 411004 w 600075"/>
                <a:gd name="connsiteY1971" fmla="*/ 417862 h 466725"/>
                <a:gd name="connsiteX1972" fmla="*/ 411956 w 600075"/>
                <a:gd name="connsiteY1972" fmla="*/ 416433 h 466725"/>
                <a:gd name="connsiteX1973" fmla="*/ 413671 w 600075"/>
                <a:gd name="connsiteY1973" fmla="*/ 415290 h 466725"/>
                <a:gd name="connsiteX1974" fmla="*/ 415099 w 600075"/>
                <a:gd name="connsiteY1974" fmla="*/ 414528 h 466725"/>
                <a:gd name="connsiteX1975" fmla="*/ 415195 w 600075"/>
                <a:gd name="connsiteY1975" fmla="*/ 415195 h 466725"/>
                <a:gd name="connsiteX1976" fmla="*/ 415099 w 600075"/>
                <a:gd name="connsiteY1976" fmla="*/ 415671 h 466725"/>
                <a:gd name="connsiteX1977" fmla="*/ 414814 w 600075"/>
                <a:gd name="connsiteY1977" fmla="*/ 415957 h 466725"/>
                <a:gd name="connsiteX1978" fmla="*/ 414528 w 600075"/>
                <a:gd name="connsiteY1978" fmla="*/ 416243 h 466725"/>
                <a:gd name="connsiteX1979" fmla="*/ 414623 w 600075"/>
                <a:gd name="connsiteY1979" fmla="*/ 416814 h 466725"/>
                <a:gd name="connsiteX1980" fmla="*/ 414719 w 600075"/>
                <a:gd name="connsiteY1980" fmla="*/ 418052 h 466725"/>
                <a:gd name="connsiteX1981" fmla="*/ 415004 w 600075"/>
                <a:gd name="connsiteY1981" fmla="*/ 418624 h 466725"/>
                <a:gd name="connsiteX1982" fmla="*/ 414338 w 600075"/>
                <a:gd name="connsiteY1982" fmla="*/ 419957 h 466725"/>
                <a:gd name="connsiteX1983" fmla="*/ 413671 w 600075"/>
                <a:gd name="connsiteY1983" fmla="*/ 422624 h 466725"/>
                <a:gd name="connsiteX1984" fmla="*/ 412813 w 600075"/>
                <a:gd name="connsiteY1984" fmla="*/ 423291 h 466725"/>
                <a:gd name="connsiteX1985" fmla="*/ 417481 w 600075"/>
                <a:gd name="connsiteY1985" fmla="*/ 426434 h 466725"/>
                <a:gd name="connsiteX1986" fmla="*/ 420148 w 600075"/>
                <a:gd name="connsiteY1986" fmla="*/ 427196 h 466725"/>
                <a:gd name="connsiteX1987" fmla="*/ 421577 w 600075"/>
                <a:gd name="connsiteY1987" fmla="*/ 425577 h 466725"/>
                <a:gd name="connsiteX1988" fmla="*/ 422053 w 600075"/>
                <a:gd name="connsiteY1988" fmla="*/ 425577 h 466725"/>
                <a:gd name="connsiteX1989" fmla="*/ 422053 w 600075"/>
                <a:gd name="connsiteY1989" fmla="*/ 426244 h 466725"/>
                <a:gd name="connsiteX1990" fmla="*/ 422624 w 600075"/>
                <a:gd name="connsiteY1990" fmla="*/ 426244 h 466725"/>
                <a:gd name="connsiteX1991" fmla="*/ 422624 w 600075"/>
                <a:gd name="connsiteY1991" fmla="*/ 425577 h 466725"/>
                <a:gd name="connsiteX1992" fmla="*/ 421577 w 600075"/>
                <a:gd name="connsiteY1992" fmla="*/ 423958 h 466725"/>
                <a:gd name="connsiteX1993" fmla="*/ 420624 w 600075"/>
                <a:gd name="connsiteY1993" fmla="*/ 421100 h 466725"/>
                <a:gd name="connsiteX1994" fmla="*/ 420624 w 600075"/>
                <a:gd name="connsiteY1994" fmla="*/ 418624 h 466725"/>
                <a:gd name="connsiteX1995" fmla="*/ 420624 w 600075"/>
                <a:gd name="connsiteY1995" fmla="*/ 418624 h 466725"/>
                <a:gd name="connsiteX1996" fmla="*/ 420243 w 600075"/>
                <a:gd name="connsiteY1996" fmla="*/ 418243 h 466725"/>
                <a:gd name="connsiteX1997" fmla="*/ 420433 w 600075"/>
                <a:gd name="connsiteY1997" fmla="*/ 412337 h 466725"/>
                <a:gd name="connsiteX1998" fmla="*/ 420910 w 600075"/>
                <a:gd name="connsiteY1998" fmla="*/ 411671 h 466725"/>
                <a:gd name="connsiteX1999" fmla="*/ 421291 w 600075"/>
                <a:gd name="connsiteY1999" fmla="*/ 411480 h 466725"/>
                <a:gd name="connsiteX2000" fmla="*/ 421767 w 600075"/>
                <a:gd name="connsiteY2000" fmla="*/ 411385 h 466725"/>
                <a:gd name="connsiteX2001" fmla="*/ 422338 w 600075"/>
                <a:gd name="connsiteY2001" fmla="*/ 411575 h 466725"/>
                <a:gd name="connsiteX2002" fmla="*/ 422720 w 600075"/>
                <a:gd name="connsiteY2002" fmla="*/ 411861 h 466725"/>
                <a:gd name="connsiteX2003" fmla="*/ 423005 w 600075"/>
                <a:gd name="connsiteY2003" fmla="*/ 412147 h 466725"/>
                <a:gd name="connsiteX2004" fmla="*/ 423767 w 600075"/>
                <a:gd name="connsiteY2004" fmla="*/ 413099 h 466725"/>
                <a:gd name="connsiteX2005" fmla="*/ 424053 w 600075"/>
                <a:gd name="connsiteY2005" fmla="*/ 413385 h 466725"/>
                <a:gd name="connsiteX2006" fmla="*/ 424434 w 600075"/>
                <a:gd name="connsiteY2006" fmla="*/ 413576 h 466725"/>
                <a:gd name="connsiteX2007" fmla="*/ 424910 w 600075"/>
                <a:gd name="connsiteY2007" fmla="*/ 413671 h 466725"/>
                <a:gd name="connsiteX2008" fmla="*/ 425387 w 600075"/>
                <a:gd name="connsiteY2008" fmla="*/ 413671 h 466725"/>
                <a:gd name="connsiteX2009" fmla="*/ 426815 w 600075"/>
                <a:gd name="connsiteY2009" fmla="*/ 413385 h 466725"/>
                <a:gd name="connsiteX2010" fmla="*/ 430054 w 600075"/>
                <a:gd name="connsiteY2010" fmla="*/ 412147 h 466725"/>
                <a:gd name="connsiteX2011" fmla="*/ 431006 w 600075"/>
                <a:gd name="connsiteY2011" fmla="*/ 411956 h 466725"/>
                <a:gd name="connsiteX2012" fmla="*/ 431578 w 600075"/>
                <a:gd name="connsiteY2012" fmla="*/ 411766 h 466725"/>
                <a:gd name="connsiteX2013" fmla="*/ 432149 w 600075"/>
                <a:gd name="connsiteY2013" fmla="*/ 411385 h 466725"/>
                <a:gd name="connsiteX2014" fmla="*/ 433483 w 600075"/>
                <a:gd name="connsiteY2014" fmla="*/ 410051 h 466725"/>
                <a:gd name="connsiteX2015" fmla="*/ 433864 w 600075"/>
                <a:gd name="connsiteY2015" fmla="*/ 409575 h 466725"/>
                <a:gd name="connsiteX2016" fmla="*/ 434054 w 600075"/>
                <a:gd name="connsiteY2016" fmla="*/ 409194 h 466725"/>
                <a:gd name="connsiteX2017" fmla="*/ 436721 w 600075"/>
                <a:gd name="connsiteY2017" fmla="*/ 396050 h 466725"/>
                <a:gd name="connsiteX2018" fmla="*/ 436912 w 600075"/>
                <a:gd name="connsiteY2018" fmla="*/ 395573 h 466725"/>
                <a:gd name="connsiteX2019" fmla="*/ 437293 w 600075"/>
                <a:gd name="connsiteY2019" fmla="*/ 394716 h 466725"/>
                <a:gd name="connsiteX2020" fmla="*/ 437483 w 600075"/>
                <a:gd name="connsiteY2020" fmla="*/ 394335 h 466725"/>
                <a:gd name="connsiteX2021" fmla="*/ 437769 w 600075"/>
                <a:gd name="connsiteY2021" fmla="*/ 394049 h 466725"/>
                <a:gd name="connsiteX2022" fmla="*/ 438055 w 600075"/>
                <a:gd name="connsiteY2022" fmla="*/ 393763 h 466725"/>
                <a:gd name="connsiteX2023" fmla="*/ 438626 w 600075"/>
                <a:gd name="connsiteY2023" fmla="*/ 393573 h 466725"/>
                <a:gd name="connsiteX2024" fmla="*/ 439483 w 600075"/>
                <a:gd name="connsiteY2024" fmla="*/ 393383 h 466725"/>
                <a:gd name="connsiteX2025" fmla="*/ 442151 w 600075"/>
                <a:gd name="connsiteY2025" fmla="*/ 393287 h 466725"/>
                <a:gd name="connsiteX2026" fmla="*/ 443484 w 600075"/>
                <a:gd name="connsiteY2026" fmla="*/ 393383 h 466725"/>
                <a:gd name="connsiteX2027" fmla="*/ 444151 w 600075"/>
                <a:gd name="connsiteY2027" fmla="*/ 393287 h 466725"/>
                <a:gd name="connsiteX2028" fmla="*/ 444818 w 600075"/>
                <a:gd name="connsiteY2028" fmla="*/ 393097 h 466725"/>
                <a:gd name="connsiteX2029" fmla="*/ 447865 w 600075"/>
                <a:gd name="connsiteY2029" fmla="*/ 391287 h 466725"/>
                <a:gd name="connsiteX2030" fmla="*/ 449104 w 600075"/>
                <a:gd name="connsiteY2030" fmla="*/ 391001 h 466725"/>
                <a:gd name="connsiteX2031" fmla="*/ 450532 w 600075"/>
                <a:gd name="connsiteY2031" fmla="*/ 390906 h 466725"/>
                <a:gd name="connsiteX2032" fmla="*/ 452056 w 600075"/>
                <a:gd name="connsiteY2032" fmla="*/ 391001 h 466725"/>
                <a:gd name="connsiteX2033" fmla="*/ 454914 w 600075"/>
                <a:gd name="connsiteY2033" fmla="*/ 391763 h 466725"/>
                <a:gd name="connsiteX2034" fmla="*/ 457010 w 600075"/>
                <a:gd name="connsiteY2034" fmla="*/ 392716 h 466725"/>
                <a:gd name="connsiteX2035" fmla="*/ 457962 w 600075"/>
                <a:gd name="connsiteY2035" fmla="*/ 393002 h 466725"/>
                <a:gd name="connsiteX2036" fmla="*/ 458914 w 600075"/>
                <a:gd name="connsiteY2036" fmla="*/ 392811 h 466725"/>
                <a:gd name="connsiteX2037" fmla="*/ 460153 w 600075"/>
                <a:gd name="connsiteY2037" fmla="*/ 392430 h 466725"/>
                <a:gd name="connsiteX2038" fmla="*/ 462724 w 600075"/>
                <a:gd name="connsiteY2038" fmla="*/ 391478 h 466725"/>
                <a:gd name="connsiteX2039" fmla="*/ 464630 w 600075"/>
                <a:gd name="connsiteY2039" fmla="*/ 391001 h 466725"/>
                <a:gd name="connsiteX2040" fmla="*/ 466439 w 600075"/>
                <a:gd name="connsiteY2040" fmla="*/ 391096 h 466725"/>
                <a:gd name="connsiteX2041" fmla="*/ 467582 w 600075"/>
                <a:gd name="connsiteY2041" fmla="*/ 391382 h 466725"/>
                <a:gd name="connsiteX2042" fmla="*/ 469202 w 600075"/>
                <a:gd name="connsiteY2042" fmla="*/ 391668 h 466725"/>
                <a:gd name="connsiteX2043" fmla="*/ 469773 w 600075"/>
                <a:gd name="connsiteY2043" fmla="*/ 391668 h 466725"/>
                <a:gd name="connsiteX2044" fmla="*/ 470249 w 600075"/>
                <a:gd name="connsiteY2044" fmla="*/ 391573 h 466725"/>
                <a:gd name="connsiteX2045" fmla="*/ 470726 w 600075"/>
                <a:gd name="connsiteY2045" fmla="*/ 391096 h 466725"/>
                <a:gd name="connsiteX2046" fmla="*/ 470916 w 600075"/>
                <a:gd name="connsiteY2046" fmla="*/ 390525 h 466725"/>
                <a:gd name="connsiteX2047" fmla="*/ 470726 w 600075"/>
                <a:gd name="connsiteY2047" fmla="*/ 388048 h 466725"/>
                <a:gd name="connsiteX2048" fmla="*/ 471202 w 600075"/>
                <a:gd name="connsiteY2048" fmla="*/ 386429 h 466725"/>
                <a:gd name="connsiteX2049" fmla="*/ 469392 w 600075"/>
                <a:gd name="connsiteY2049" fmla="*/ 384905 h 466725"/>
                <a:gd name="connsiteX2050" fmla="*/ 468821 w 600075"/>
                <a:gd name="connsiteY2050" fmla="*/ 383667 h 466725"/>
                <a:gd name="connsiteX2051" fmla="*/ 468916 w 600075"/>
                <a:gd name="connsiteY2051" fmla="*/ 380905 h 466725"/>
                <a:gd name="connsiteX2052" fmla="*/ 469773 w 600075"/>
                <a:gd name="connsiteY2052" fmla="*/ 374428 h 466725"/>
                <a:gd name="connsiteX2053" fmla="*/ 469773 w 600075"/>
                <a:gd name="connsiteY2053" fmla="*/ 372713 h 466725"/>
                <a:gd name="connsiteX2054" fmla="*/ 469678 w 600075"/>
                <a:gd name="connsiteY2054" fmla="*/ 371856 h 466725"/>
                <a:gd name="connsiteX2055" fmla="*/ 469487 w 600075"/>
                <a:gd name="connsiteY2055" fmla="*/ 371285 h 466725"/>
                <a:gd name="connsiteX2056" fmla="*/ 469297 w 600075"/>
                <a:gd name="connsiteY2056" fmla="*/ 370904 h 466725"/>
                <a:gd name="connsiteX2057" fmla="*/ 469011 w 600075"/>
                <a:gd name="connsiteY2057" fmla="*/ 370618 h 466725"/>
                <a:gd name="connsiteX2058" fmla="*/ 468630 w 600075"/>
                <a:gd name="connsiteY2058" fmla="*/ 370046 h 466725"/>
                <a:gd name="connsiteX2059" fmla="*/ 468344 w 600075"/>
                <a:gd name="connsiteY2059" fmla="*/ 369284 h 466725"/>
                <a:gd name="connsiteX2060" fmla="*/ 467868 w 600075"/>
                <a:gd name="connsiteY2060" fmla="*/ 367855 h 466725"/>
                <a:gd name="connsiteX2061" fmla="*/ 467868 w 600075"/>
                <a:gd name="connsiteY2061" fmla="*/ 367189 h 466725"/>
                <a:gd name="connsiteX2062" fmla="*/ 468058 w 600075"/>
                <a:gd name="connsiteY2062" fmla="*/ 366713 h 466725"/>
                <a:gd name="connsiteX2063" fmla="*/ 468535 w 600075"/>
                <a:gd name="connsiteY2063" fmla="*/ 366617 h 466725"/>
                <a:gd name="connsiteX2064" fmla="*/ 470630 w 600075"/>
                <a:gd name="connsiteY2064" fmla="*/ 366808 h 466725"/>
                <a:gd name="connsiteX2065" fmla="*/ 471106 w 600075"/>
                <a:gd name="connsiteY2065" fmla="*/ 366808 h 466725"/>
                <a:gd name="connsiteX2066" fmla="*/ 471583 w 600075"/>
                <a:gd name="connsiteY2066" fmla="*/ 366713 h 466725"/>
                <a:gd name="connsiteX2067" fmla="*/ 471964 w 600075"/>
                <a:gd name="connsiteY2067" fmla="*/ 366522 h 466725"/>
                <a:gd name="connsiteX2068" fmla="*/ 472345 w 600075"/>
                <a:gd name="connsiteY2068" fmla="*/ 366331 h 466725"/>
                <a:gd name="connsiteX2069" fmla="*/ 473012 w 600075"/>
                <a:gd name="connsiteY2069" fmla="*/ 365855 h 466725"/>
                <a:gd name="connsiteX2070" fmla="*/ 473393 w 600075"/>
                <a:gd name="connsiteY2070" fmla="*/ 365665 h 466725"/>
                <a:gd name="connsiteX2071" fmla="*/ 473773 w 600075"/>
                <a:gd name="connsiteY2071" fmla="*/ 365665 h 466725"/>
                <a:gd name="connsiteX2072" fmla="*/ 474155 w 600075"/>
                <a:gd name="connsiteY2072" fmla="*/ 365855 h 466725"/>
                <a:gd name="connsiteX2073" fmla="*/ 474536 w 600075"/>
                <a:gd name="connsiteY2073" fmla="*/ 366046 h 466725"/>
                <a:gd name="connsiteX2074" fmla="*/ 478727 w 600075"/>
                <a:gd name="connsiteY2074" fmla="*/ 370142 h 466725"/>
                <a:gd name="connsiteX2075" fmla="*/ 479107 w 600075"/>
                <a:gd name="connsiteY2075" fmla="*/ 370427 h 466725"/>
                <a:gd name="connsiteX2076" fmla="*/ 479488 w 600075"/>
                <a:gd name="connsiteY2076" fmla="*/ 370618 h 466725"/>
                <a:gd name="connsiteX2077" fmla="*/ 479965 w 600075"/>
                <a:gd name="connsiteY2077" fmla="*/ 370713 h 466725"/>
                <a:gd name="connsiteX2078" fmla="*/ 480441 w 600075"/>
                <a:gd name="connsiteY2078" fmla="*/ 370713 h 466725"/>
                <a:gd name="connsiteX2079" fmla="*/ 480822 w 600075"/>
                <a:gd name="connsiteY2079" fmla="*/ 370618 h 466725"/>
                <a:gd name="connsiteX2080" fmla="*/ 481203 w 600075"/>
                <a:gd name="connsiteY2080" fmla="*/ 370522 h 466725"/>
                <a:gd name="connsiteX2081" fmla="*/ 483203 w 600075"/>
                <a:gd name="connsiteY2081" fmla="*/ 368522 h 466725"/>
                <a:gd name="connsiteX2082" fmla="*/ 483870 w 600075"/>
                <a:gd name="connsiteY2082" fmla="*/ 368046 h 466725"/>
                <a:gd name="connsiteX2083" fmla="*/ 484441 w 600075"/>
                <a:gd name="connsiteY2083" fmla="*/ 367760 h 466725"/>
                <a:gd name="connsiteX2084" fmla="*/ 484918 w 600075"/>
                <a:gd name="connsiteY2084" fmla="*/ 367760 h 466725"/>
                <a:gd name="connsiteX2085" fmla="*/ 485489 w 600075"/>
                <a:gd name="connsiteY2085" fmla="*/ 367760 h 466725"/>
                <a:gd name="connsiteX2086" fmla="*/ 485965 w 600075"/>
                <a:gd name="connsiteY2086" fmla="*/ 367855 h 466725"/>
                <a:gd name="connsiteX2087" fmla="*/ 486442 w 600075"/>
                <a:gd name="connsiteY2087" fmla="*/ 368046 h 466725"/>
                <a:gd name="connsiteX2088" fmla="*/ 487204 w 600075"/>
                <a:gd name="connsiteY2088" fmla="*/ 368522 h 466725"/>
                <a:gd name="connsiteX2089" fmla="*/ 488632 w 600075"/>
                <a:gd name="connsiteY2089" fmla="*/ 369475 h 466725"/>
                <a:gd name="connsiteX2090" fmla="*/ 489299 w 600075"/>
                <a:gd name="connsiteY2090" fmla="*/ 369475 h 466725"/>
                <a:gd name="connsiteX2091" fmla="*/ 490156 w 600075"/>
                <a:gd name="connsiteY2091" fmla="*/ 369284 h 466725"/>
                <a:gd name="connsiteX2092" fmla="*/ 491680 w 600075"/>
                <a:gd name="connsiteY2092" fmla="*/ 368427 h 466725"/>
                <a:gd name="connsiteX2093" fmla="*/ 492347 w 600075"/>
                <a:gd name="connsiteY2093" fmla="*/ 367951 h 466725"/>
                <a:gd name="connsiteX2094" fmla="*/ 492728 w 600075"/>
                <a:gd name="connsiteY2094" fmla="*/ 367475 h 466725"/>
                <a:gd name="connsiteX2095" fmla="*/ 492823 w 600075"/>
                <a:gd name="connsiteY2095" fmla="*/ 367189 h 466725"/>
                <a:gd name="connsiteX2096" fmla="*/ 492919 w 600075"/>
                <a:gd name="connsiteY2096" fmla="*/ 366713 h 466725"/>
                <a:gd name="connsiteX2097" fmla="*/ 492919 w 600075"/>
                <a:gd name="connsiteY2097" fmla="*/ 364141 h 466725"/>
                <a:gd name="connsiteX2098" fmla="*/ 493014 w 600075"/>
                <a:gd name="connsiteY2098" fmla="*/ 363664 h 466725"/>
                <a:gd name="connsiteX2099" fmla="*/ 493395 w 600075"/>
                <a:gd name="connsiteY2099" fmla="*/ 362807 h 466725"/>
                <a:gd name="connsiteX2100" fmla="*/ 494347 w 600075"/>
                <a:gd name="connsiteY2100" fmla="*/ 361283 h 466725"/>
                <a:gd name="connsiteX2101" fmla="*/ 495014 w 600075"/>
                <a:gd name="connsiteY2101" fmla="*/ 360140 h 466725"/>
                <a:gd name="connsiteX2102" fmla="*/ 495490 w 600075"/>
                <a:gd name="connsiteY2102" fmla="*/ 359569 h 466725"/>
                <a:gd name="connsiteX2103" fmla="*/ 495967 w 600075"/>
                <a:gd name="connsiteY2103" fmla="*/ 359188 h 466725"/>
                <a:gd name="connsiteX2104" fmla="*/ 496348 w 600075"/>
                <a:gd name="connsiteY2104" fmla="*/ 358997 h 466725"/>
                <a:gd name="connsiteX2105" fmla="*/ 496729 w 600075"/>
                <a:gd name="connsiteY2105" fmla="*/ 358902 h 466725"/>
                <a:gd name="connsiteX2106" fmla="*/ 497014 w 600075"/>
                <a:gd name="connsiteY2106" fmla="*/ 358902 h 466725"/>
                <a:gd name="connsiteX2107" fmla="*/ 499967 w 600075"/>
                <a:gd name="connsiteY2107" fmla="*/ 359950 h 466725"/>
                <a:gd name="connsiteX2108" fmla="*/ 500444 w 600075"/>
                <a:gd name="connsiteY2108" fmla="*/ 360045 h 466725"/>
                <a:gd name="connsiteX2109" fmla="*/ 501110 w 600075"/>
                <a:gd name="connsiteY2109" fmla="*/ 360045 h 466725"/>
                <a:gd name="connsiteX2110" fmla="*/ 501777 w 600075"/>
                <a:gd name="connsiteY2110" fmla="*/ 359950 h 466725"/>
                <a:gd name="connsiteX2111" fmla="*/ 502634 w 600075"/>
                <a:gd name="connsiteY2111" fmla="*/ 359569 h 466725"/>
                <a:gd name="connsiteX2112" fmla="*/ 503111 w 600075"/>
                <a:gd name="connsiteY2112" fmla="*/ 358997 h 466725"/>
                <a:gd name="connsiteX2113" fmla="*/ 503301 w 600075"/>
                <a:gd name="connsiteY2113" fmla="*/ 358521 h 466725"/>
                <a:gd name="connsiteX2114" fmla="*/ 503301 w 600075"/>
                <a:gd name="connsiteY2114" fmla="*/ 358045 h 466725"/>
                <a:gd name="connsiteX2115" fmla="*/ 503206 w 600075"/>
                <a:gd name="connsiteY2115" fmla="*/ 357569 h 466725"/>
                <a:gd name="connsiteX2116" fmla="*/ 502825 w 600075"/>
                <a:gd name="connsiteY2116" fmla="*/ 356711 h 466725"/>
                <a:gd name="connsiteX2117" fmla="*/ 502348 w 600075"/>
                <a:gd name="connsiteY2117" fmla="*/ 355949 h 466725"/>
                <a:gd name="connsiteX2118" fmla="*/ 501301 w 600075"/>
                <a:gd name="connsiteY2118" fmla="*/ 354616 h 466725"/>
                <a:gd name="connsiteX2119" fmla="*/ 498729 w 600075"/>
                <a:gd name="connsiteY2119" fmla="*/ 352425 h 466725"/>
                <a:gd name="connsiteX2120" fmla="*/ 497586 w 600075"/>
                <a:gd name="connsiteY2120" fmla="*/ 351758 h 466725"/>
                <a:gd name="connsiteX2121" fmla="*/ 497300 w 600075"/>
                <a:gd name="connsiteY2121" fmla="*/ 351472 h 466725"/>
                <a:gd name="connsiteX2122" fmla="*/ 497014 w 600075"/>
                <a:gd name="connsiteY2122" fmla="*/ 351092 h 466725"/>
                <a:gd name="connsiteX2123" fmla="*/ 496919 w 600075"/>
                <a:gd name="connsiteY2123" fmla="*/ 350615 h 466725"/>
                <a:gd name="connsiteX2124" fmla="*/ 496919 w 600075"/>
                <a:gd name="connsiteY2124" fmla="*/ 350139 h 466725"/>
                <a:gd name="connsiteX2125" fmla="*/ 497014 w 600075"/>
                <a:gd name="connsiteY2125" fmla="*/ 349568 h 466725"/>
                <a:gd name="connsiteX2126" fmla="*/ 497586 w 600075"/>
                <a:gd name="connsiteY2126" fmla="*/ 347091 h 466725"/>
                <a:gd name="connsiteX2127" fmla="*/ 497586 w 600075"/>
                <a:gd name="connsiteY2127" fmla="*/ 346520 h 466725"/>
                <a:gd name="connsiteX2128" fmla="*/ 497586 w 600075"/>
                <a:gd name="connsiteY2128" fmla="*/ 346043 h 466725"/>
                <a:gd name="connsiteX2129" fmla="*/ 497491 w 600075"/>
                <a:gd name="connsiteY2129" fmla="*/ 345567 h 466725"/>
                <a:gd name="connsiteX2130" fmla="*/ 497300 w 600075"/>
                <a:gd name="connsiteY2130" fmla="*/ 345186 h 466725"/>
                <a:gd name="connsiteX2131" fmla="*/ 496824 w 600075"/>
                <a:gd name="connsiteY2131" fmla="*/ 344424 h 466725"/>
                <a:gd name="connsiteX2132" fmla="*/ 495490 w 600075"/>
                <a:gd name="connsiteY2132" fmla="*/ 342710 h 466725"/>
                <a:gd name="connsiteX2133" fmla="*/ 495300 w 600075"/>
                <a:gd name="connsiteY2133" fmla="*/ 342329 h 466725"/>
                <a:gd name="connsiteX2134" fmla="*/ 495205 w 600075"/>
                <a:gd name="connsiteY2134" fmla="*/ 341757 h 466725"/>
                <a:gd name="connsiteX2135" fmla="*/ 495395 w 600075"/>
                <a:gd name="connsiteY2135" fmla="*/ 341376 h 466725"/>
                <a:gd name="connsiteX2136" fmla="*/ 495776 w 600075"/>
                <a:gd name="connsiteY2136" fmla="*/ 341281 h 466725"/>
                <a:gd name="connsiteX2137" fmla="*/ 496157 w 600075"/>
                <a:gd name="connsiteY2137" fmla="*/ 341376 h 466725"/>
                <a:gd name="connsiteX2138" fmla="*/ 496538 w 600075"/>
                <a:gd name="connsiteY2138" fmla="*/ 341567 h 466725"/>
                <a:gd name="connsiteX2139" fmla="*/ 497300 w 600075"/>
                <a:gd name="connsiteY2139" fmla="*/ 342043 h 466725"/>
                <a:gd name="connsiteX2140" fmla="*/ 497777 w 600075"/>
                <a:gd name="connsiteY2140" fmla="*/ 342138 h 466725"/>
                <a:gd name="connsiteX2141" fmla="*/ 498348 w 600075"/>
                <a:gd name="connsiteY2141" fmla="*/ 342043 h 466725"/>
                <a:gd name="connsiteX2142" fmla="*/ 499015 w 600075"/>
                <a:gd name="connsiteY2142" fmla="*/ 341662 h 466725"/>
                <a:gd name="connsiteX2143" fmla="*/ 499301 w 600075"/>
                <a:gd name="connsiteY2143" fmla="*/ 341186 h 466725"/>
                <a:gd name="connsiteX2144" fmla="*/ 499491 w 600075"/>
                <a:gd name="connsiteY2144" fmla="*/ 339947 h 466725"/>
                <a:gd name="connsiteX2145" fmla="*/ 499777 w 600075"/>
                <a:gd name="connsiteY2145" fmla="*/ 338900 h 466725"/>
                <a:gd name="connsiteX2146" fmla="*/ 500444 w 600075"/>
                <a:gd name="connsiteY2146" fmla="*/ 338042 h 466725"/>
                <a:gd name="connsiteX2147" fmla="*/ 500634 w 600075"/>
                <a:gd name="connsiteY2147" fmla="*/ 337376 h 466725"/>
                <a:gd name="connsiteX2148" fmla="*/ 500729 w 600075"/>
                <a:gd name="connsiteY2148" fmla="*/ 336804 h 466725"/>
                <a:gd name="connsiteX2149" fmla="*/ 500634 w 600075"/>
                <a:gd name="connsiteY2149" fmla="*/ 336328 h 466725"/>
                <a:gd name="connsiteX2150" fmla="*/ 500539 w 600075"/>
                <a:gd name="connsiteY2150" fmla="*/ 335756 h 466725"/>
                <a:gd name="connsiteX2151" fmla="*/ 500539 w 600075"/>
                <a:gd name="connsiteY2151" fmla="*/ 334994 h 466725"/>
                <a:gd name="connsiteX2152" fmla="*/ 500729 w 600075"/>
                <a:gd name="connsiteY2152" fmla="*/ 333851 h 466725"/>
                <a:gd name="connsiteX2153" fmla="*/ 501015 w 600075"/>
                <a:gd name="connsiteY2153" fmla="*/ 333280 h 466725"/>
                <a:gd name="connsiteX2154" fmla="*/ 501396 w 600075"/>
                <a:gd name="connsiteY2154" fmla="*/ 332899 h 466725"/>
                <a:gd name="connsiteX2155" fmla="*/ 501777 w 600075"/>
                <a:gd name="connsiteY2155" fmla="*/ 332804 h 466725"/>
                <a:gd name="connsiteX2156" fmla="*/ 502158 w 600075"/>
                <a:gd name="connsiteY2156" fmla="*/ 332994 h 466725"/>
                <a:gd name="connsiteX2157" fmla="*/ 503111 w 600075"/>
                <a:gd name="connsiteY2157" fmla="*/ 333851 h 466725"/>
                <a:gd name="connsiteX2158" fmla="*/ 503491 w 600075"/>
                <a:gd name="connsiteY2158" fmla="*/ 334042 h 466725"/>
                <a:gd name="connsiteX2159" fmla="*/ 503968 w 600075"/>
                <a:gd name="connsiteY2159" fmla="*/ 334137 h 466725"/>
                <a:gd name="connsiteX2160" fmla="*/ 504539 w 600075"/>
                <a:gd name="connsiteY2160" fmla="*/ 334042 h 466725"/>
                <a:gd name="connsiteX2161" fmla="*/ 505111 w 600075"/>
                <a:gd name="connsiteY2161" fmla="*/ 333756 h 466725"/>
                <a:gd name="connsiteX2162" fmla="*/ 506254 w 600075"/>
                <a:gd name="connsiteY2162" fmla="*/ 332518 h 466725"/>
                <a:gd name="connsiteX2163" fmla="*/ 506635 w 600075"/>
                <a:gd name="connsiteY2163" fmla="*/ 332137 h 466725"/>
                <a:gd name="connsiteX2164" fmla="*/ 507016 w 600075"/>
                <a:gd name="connsiteY2164" fmla="*/ 331946 h 466725"/>
                <a:gd name="connsiteX2165" fmla="*/ 507492 w 600075"/>
                <a:gd name="connsiteY2165" fmla="*/ 331756 h 466725"/>
                <a:gd name="connsiteX2166" fmla="*/ 507968 w 600075"/>
                <a:gd name="connsiteY2166" fmla="*/ 331661 h 466725"/>
                <a:gd name="connsiteX2167" fmla="*/ 509588 w 600075"/>
                <a:gd name="connsiteY2167" fmla="*/ 331756 h 466725"/>
                <a:gd name="connsiteX2168" fmla="*/ 510730 w 600075"/>
                <a:gd name="connsiteY2168" fmla="*/ 331565 h 466725"/>
                <a:gd name="connsiteX2169" fmla="*/ 512255 w 600075"/>
                <a:gd name="connsiteY2169" fmla="*/ 330422 h 466725"/>
                <a:gd name="connsiteX2170" fmla="*/ 514540 w 600075"/>
                <a:gd name="connsiteY2170" fmla="*/ 330137 h 466725"/>
                <a:gd name="connsiteX2171" fmla="*/ 515207 w 600075"/>
                <a:gd name="connsiteY2171" fmla="*/ 329946 h 466725"/>
                <a:gd name="connsiteX2172" fmla="*/ 515683 w 600075"/>
                <a:gd name="connsiteY2172" fmla="*/ 329660 h 466725"/>
                <a:gd name="connsiteX2173" fmla="*/ 516064 w 600075"/>
                <a:gd name="connsiteY2173" fmla="*/ 328994 h 466725"/>
                <a:gd name="connsiteX2174" fmla="*/ 516446 w 600075"/>
                <a:gd name="connsiteY2174" fmla="*/ 327374 h 466725"/>
                <a:gd name="connsiteX2175" fmla="*/ 516636 w 600075"/>
                <a:gd name="connsiteY2175" fmla="*/ 326993 h 466725"/>
                <a:gd name="connsiteX2176" fmla="*/ 517017 w 600075"/>
                <a:gd name="connsiteY2176" fmla="*/ 326708 h 466725"/>
                <a:gd name="connsiteX2177" fmla="*/ 517588 w 600075"/>
                <a:gd name="connsiteY2177" fmla="*/ 326517 h 466725"/>
                <a:gd name="connsiteX2178" fmla="*/ 518541 w 600075"/>
                <a:gd name="connsiteY2178" fmla="*/ 326517 h 466725"/>
                <a:gd name="connsiteX2179" fmla="*/ 519113 w 600075"/>
                <a:gd name="connsiteY2179" fmla="*/ 326708 h 466725"/>
                <a:gd name="connsiteX2180" fmla="*/ 519589 w 600075"/>
                <a:gd name="connsiteY2180" fmla="*/ 326898 h 466725"/>
                <a:gd name="connsiteX2181" fmla="*/ 520255 w 600075"/>
                <a:gd name="connsiteY2181" fmla="*/ 327374 h 466725"/>
                <a:gd name="connsiteX2182" fmla="*/ 520922 w 600075"/>
                <a:gd name="connsiteY2182" fmla="*/ 327755 h 466725"/>
                <a:gd name="connsiteX2183" fmla="*/ 521208 w 600075"/>
                <a:gd name="connsiteY2183" fmla="*/ 327851 h 466725"/>
                <a:gd name="connsiteX2184" fmla="*/ 521589 w 600075"/>
                <a:gd name="connsiteY2184" fmla="*/ 327946 h 466725"/>
                <a:gd name="connsiteX2185" fmla="*/ 522065 w 600075"/>
                <a:gd name="connsiteY2185" fmla="*/ 327946 h 466725"/>
                <a:gd name="connsiteX2186" fmla="*/ 522541 w 600075"/>
                <a:gd name="connsiteY2186" fmla="*/ 327946 h 466725"/>
                <a:gd name="connsiteX2187" fmla="*/ 522922 w 600075"/>
                <a:gd name="connsiteY2187" fmla="*/ 327851 h 466725"/>
                <a:gd name="connsiteX2188" fmla="*/ 523494 w 600075"/>
                <a:gd name="connsiteY2188" fmla="*/ 327565 h 466725"/>
                <a:gd name="connsiteX2189" fmla="*/ 525685 w 600075"/>
                <a:gd name="connsiteY2189" fmla="*/ 325564 h 466725"/>
                <a:gd name="connsiteX2190" fmla="*/ 527399 w 600075"/>
                <a:gd name="connsiteY2190" fmla="*/ 323183 h 466725"/>
                <a:gd name="connsiteX2191" fmla="*/ 527685 w 600075"/>
                <a:gd name="connsiteY2191" fmla="*/ 322040 h 466725"/>
                <a:gd name="connsiteX2192" fmla="*/ 527590 w 600075"/>
                <a:gd name="connsiteY2192" fmla="*/ 321659 h 466725"/>
                <a:gd name="connsiteX2193" fmla="*/ 527399 w 600075"/>
                <a:gd name="connsiteY2193" fmla="*/ 321278 h 466725"/>
                <a:gd name="connsiteX2194" fmla="*/ 527113 w 600075"/>
                <a:gd name="connsiteY2194" fmla="*/ 320993 h 466725"/>
                <a:gd name="connsiteX2195" fmla="*/ 526732 w 600075"/>
                <a:gd name="connsiteY2195" fmla="*/ 320707 h 466725"/>
                <a:gd name="connsiteX2196" fmla="*/ 525589 w 600075"/>
                <a:gd name="connsiteY2196" fmla="*/ 320040 h 466725"/>
                <a:gd name="connsiteX2197" fmla="*/ 525304 w 600075"/>
                <a:gd name="connsiteY2197" fmla="*/ 319754 h 466725"/>
                <a:gd name="connsiteX2198" fmla="*/ 525208 w 600075"/>
                <a:gd name="connsiteY2198" fmla="*/ 319469 h 466725"/>
                <a:gd name="connsiteX2199" fmla="*/ 525494 w 600075"/>
                <a:gd name="connsiteY2199" fmla="*/ 319183 h 466725"/>
                <a:gd name="connsiteX2200" fmla="*/ 526256 w 600075"/>
                <a:gd name="connsiteY2200" fmla="*/ 318992 h 466725"/>
                <a:gd name="connsiteX2201" fmla="*/ 535496 w 600075"/>
                <a:gd name="connsiteY2201" fmla="*/ 318326 h 466725"/>
                <a:gd name="connsiteX2202" fmla="*/ 536353 w 600075"/>
                <a:gd name="connsiteY2202" fmla="*/ 318040 h 466725"/>
                <a:gd name="connsiteX2203" fmla="*/ 537020 w 600075"/>
                <a:gd name="connsiteY2203" fmla="*/ 317563 h 466725"/>
                <a:gd name="connsiteX2204" fmla="*/ 537877 w 600075"/>
                <a:gd name="connsiteY2204" fmla="*/ 316802 h 466725"/>
                <a:gd name="connsiteX2205" fmla="*/ 539496 w 600075"/>
                <a:gd name="connsiteY2205" fmla="*/ 314992 h 466725"/>
                <a:gd name="connsiteX2206" fmla="*/ 541020 w 600075"/>
                <a:gd name="connsiteY2206" fmla="*/ 313754 h 466725"/>
                <a:gd name="connsiteX2207" fmla="*/ 542544 w 600075"/>
                <a:gd name="connsiteY2207" fmla="*/ 312992 h 466725"/>
                <a:gd name="connsiteX2208" fmla="*/ 543211 w 600075"/>
                <a:gd name="connsiteY2208" fmla="*/ 312325 h 466725"/>
                <a:gd name="connsiteX2209" fmla="*/ 546830 w 600075"/>
                <a:gd name="connsiteY2209" fmla="*/ 306800 h 466725"/>
                <a:gd name="connsiteX2210" fmla="*/ 548640 w 600075"/>
                <a:gd name="connsiteY2210" fmla="*/ 305181 h 466725"/>
                <a:gd name="connsiteX2211" fmla="*/ 549212 w 600075"/>
                <a:gd name="connsiteY2211" fmla="*/ 304514 h 466725"/>
                <a:gd name="connsiteX2212" fmla="*/ 549688 w 600075"/>
                <a:gd name="connsiteY2212" fmla="*/ 303086 h 466725"/>
                <a:gd name="connsiteX2213" fmla="*/ 550069 w 600075"/>
                <a:gd name="connsiteY2213" fmla="*/ 298895 h 466725"/>
                <a:gd name="connsiteX2214" fmla="*/ 550831 w 600075"/>
                <a:gd name="connsiteY2214" fmla="*/ 298418 h 466725"/>
                <a:gd name="connsiteX2215" fmla="*/ 551212 w 600075"/>
                <a:gd name="connsiteY2215" fmla="*/ 298323 h 466725"/>
                <a:gd name="connsiteX2216" fmla="*/ 551593 w 600075"/>
                <a:gd name="connsiteY2216" fmla="*/ 298133 h 466725"/>
                <a:gd name="connsiteX2217" fmla="*/ 551879 w 600075"/>
                <a:gd name="connsiteY2217" fmla="*/ 297752 h 466725"/>
                <a:gd name="connsiteX2218" fmla="*/ 552069 w 600075"/>
                <a:gd name="connsiteY2218" fmla="*/ 297180 h 466725"/>
                <a:gd name="connsiteX2219" fmla="*/ 552260 w 600075"/>
                <a:gd name="connsiteY2219" fmla="*/ 295942 h 466725"/>
                <a:gd name="connsiteX2220" fmla="*/ 552545 w 600075"/>
                <a:gd name="connsiteY2220" fmla="*/ 294894 h 466725"/>
                <a:gd name="connsiteX2221" fmla="*/ 553212 w 600075"/>
                <a:gd name="connsiteY2221" fmla="*/ 293465 h 466725"/>
                <a:gd name="connsiteX2222" fmla="*/ 553688 w 600075"/>
                <a:gd name="connsiteY2222" fmla="*/ 292798 h 466725"/>
                <a:gd name="connsiteX2223" fmla="*/ 553974 w 600075"/>
                <a:gd name="connsiteY2223" fmla="*/ 292132 h 466725"/>
                <a:gd name="connsiteX2224" fmla="*/ 554164 w 600075"/>
                <a:gd name="connsiteY2224" fmla="*/ 291560 h 466725"/>
                <a:gd name="connsiteX2225" fmla="*/ 554069 w 600075"/>
                <a:gd name="connsiteY2225" fmla="*/ 290513 h 466725"/>
                <a:gd name="connsiteX2226" fmla="*/ 553879 w 600075"/>
                <a:gd name="connsiteY2226" fmla="*/ 289941 h 466725"/>
                <a:gd name="connsiteX2227" fmla="*/ 553593 w 600075"/>
                <a:gd name="connsiteY2227" fmla="*/ 289560 h 466725"/>
                <a:gd name="connsiteX2228" fmla="*/ 552545 w 600075"/>
                <a:gd name="connsiteY2228" fmla="*/ 288798 h 466725"/>
                <a:gd name="connsiteX2229" fmla="*/ 551879 w 600075"/>
                <a:gd name="connsiteY2229" fmla="*/ 288227 h 466725"/>
                <a:gd name="connsiteX2230" fmla="*/ 551593 w 600075"/>
                <a:gd name="connsiteY2230" fmla="*/ 287941 h 466725"/>
                <a:gd name="connsiteX2231" fmla="*/ 551402 w 600075"/>
                <a:gd name="connsiteY2231" fmla="*/ 287560 h 466725"/>
                <a:gd name="connsiteX2232" fmla="*/ 550926 w 600075"/>
                <a:gd name="connsiteY2232" fmla="*/ 286321 h 466725"/>
                <a:gd name="connsiteX2233" fmla="*/ 550831 w 600075"/>
                <a:gd name="connsiteY2233" fmla="*/ 285845 h 466725"/>
                <a:gd name="connsiteX2234" fmla="*/ 550736 w 600075"/>
                <a:gd name="connsiteY2234" fmla="*/ 285369 h 466725"/>
                <a:gd name="connsiteX2235" fmla="*/ 550736 w 600075"/>
                <a:gd name="connsiteY2235" fmla="*/ 284797 h 466725"/>
                <a:gd name="connsiteX2236" fmla="*/ 551212 w 600075"/>
                <a:gd name="connsiteY2236" fmla="*/ 283369 h 466725"/>
                <a:gd name="connsiteX2237" fmla="*/ 551783 w 600075"/>
                <a:gd name="connsiteY2237" fmla="*/ 282226 h 466725"/>
                <a:gd name="connsiteX2238" fmla="*/ 552069 w 600075"/>
                <a:gd name="connsiteY2238" fmla="*/ 280892 h 466725"/>
                <a:gd name="connsiteX2239" fmla="*/ 552069 w 600075"/>
                <a:gd name="connsiteY2239" fmla="*/ 280130 h 466725"/>
                <a:gd name="connsiteX2240" fmla="*/ 551974 w 600075"/>
                <a:gd name="connsiteY2240" fmla="*/ 279559 h 466725"/>
                <a:gd name="connsiteX2241" fmla="*/ 551497 w 600075"/>
                <a:gd name="connsiteY2241" fmla="*/ 278416 h 466725"/>
                <a:gd name="connsiteX2242" fmla="*/ 551307 w 600075"/>
                <a:gd name="connsiteY2242" fmla="*/ 277654 h 466725"/>
                <a:gd name="connsiteX2243" fmla="*/ 551116 w 600075"/>
                <a:gd name="connsiteY2243" fmla="*/ 275844 h 466725"/>
                <a:gd name="connsiteX2244" fmla="*/ 550926 w 600075"/>
                <a:gd name="connsiteY2244" fmla="*/ 274892 h 466725"/>
                <a:gd name="connsiteX2245" fmla="*/ 550259 w 600075"/>
                <a:gd name="connsiteY2245" fmla="*/ 273177 h 466725"/>
                <a:gd name="connsiteX2246" fmla="*/ 550259 w 600075"/>
                <a:gd name="connsiteY2246" fmla="*/ 272605 h 466725"/>
                <a:gd name="connsiteX2247" fmla="*/ 550355 w 600075"/>
                <a:gd name="connsiteY2247" fmla="*/ 271844 h 466725"/>
                <a:gd name="connsiteX2248" fmla="*/ 550831 w 600075"/>
                <a:gd name="connsiteY2248" fmla="*/ 269843 h 466725"/>
                <a:gd name="connsiteX2249" fmla="*/ 550926 w 600075"/>
                <a:gd name="connsiteY2249" fmla="*/ 269177 h 466725"/>
                <a:gd name="connsiteX2250" fmla="*/ 550831 w 600075"/>
                <a:gd name="connsiteY2250" fmla="*/ 268700 h 466725"/>
                <a:gd name="connsiteX2251" fmla="*/ 550450 w 600075"/>
                <a:gd name="connsiteY2251" fmla="*/ 267271 h 466725"/>
                <a:gd name="connsiteX2252" fmla="*/ 550545 w 600075"/>
                <a:gd name="connsiteY2252" fmla="*/ 266414 h 466725"/>
                <a:gd name="connsiteX2253" fmla="*/ 550831 w 600075"/>
                <a:gd name="connsiteY2253" fmla="*/ 265271 h 466725"/>
                <a:gd name="connsiteX2254" fmla="*/ 551593 w 600075"/>
                <a:gd name="connsiteY2254" fmla="*/ 263176 h 466725"/>
                <a:gd name="connsiteX2255" fmla="*/ 552069 w 600075"/>
                <a:gd name="connsiteY2255" fmla="*/ 261366 h 466725"/>
                <a:gd name="connsiteX2256" fmla="*/ 552069 w 600075"/>
                <a:gd name="connsiteY2256" fmla="*/ 260604 h 466725"/>
                <a:gd name="connsiteX2257" fmla="*/ 552545 w 600075"/>
                <a:gd name="connsiteY2257" fmla="*/ 259461 h 466725"/>
                <a:gd name="connsiteX2258" fmla="*/ 556927 w 600075"/>
                <a:gd name="connsiteY2258" fmla="*/ 252508 h 466725"/>
                <a:gd name="connsiteX2259" fmla="*/ 558355 w 600075"/>
                <a:gd name="connsiteY2259" fmla="*/ 249650 h 466725"/>
                <a:gd name="connsiteX2260" fmla="*/ 558737 w 600075"/>
                <a:gd name="connsiteY2260" fmla="*/ 248507 h 466725"/>
                <a:gd name="connsiteX2261" fmla="*/ 558927 w 600075"/>
                <a:gd name="connsiteY2261" fmla="*/ 247460 h 466725"/>
                <a:gd name="connsiteX2262" fmla="*/ 558927 w 600075"/>
                <a:gd name="connsiteY2262" fmla="*/ 246983 h 466725"/>
                <a:gd name="connsiteX2263" fmla="*/ 558927 w 600075"/>
                <a:gd name="connsiteY2263" fmla="*/ 246507 h 466725"/>
                <a:gd name="connsiteX2264" fmla="*/ 558546 w 600075"/>
                <a:gd name="connsiteY2264" fmla="*/ 244697 h 466725"/>
                <a:gd name="connsiteX2265" fmla="*/ 558641 w 600075"/>
                <a:gd name="connsiteY2265" fmla="*/ 244221 h 466725"/>
                <a:gd name="connsiteX2266" fmla="*/ 558927 w 600075"/>
                <a:gd name="connsiteY2266" fmla="*/ 243745 h 466725"/>
                <a:gd name="connsiteX2267" fmla="*/ 559594 w 600075"/>
                <a:gd name="connsiteY2267" fmla="*/ 243269 h 466725"/>
                <a:gd name="connsiteX2268" fmla="*/ 560546 w 600075"/>
                <a:gd name="connsiteY2268" fmla="*/ 242697 h 466725"/>
                <a:gd name="connsiteX2269" fmla="*/ 564071 w 600075"/>
                <a:gd name="connsiteY2269" fmla="*/ 240887 h 466725"/>
                <a:gd name="connsiteX2270" fmla="*/ 565404 w 600075"/>
                <a:gd name="connsiteY2270" fmla="*/ 240411 h 466725"/>
                <a:gd name="connsiteX2271" fmla="*/ 569500 w 600075"/>
                <a:gd name="connsiteY2271" fmla="*/ 239839 h 466725"/>
                <a:gd name="connsiteX2272" fmla="*/ 569881 w 600075"/>
                <a:gd name="connsiteY2272" fmla="*/ 239649 h 466725"/>
                <a:gd name="connsiteX2273" fmla="*/ 570262 w 600075"/>
                <a:gd name="connsiteY2273" fmla="*/ 239363 h 466725"/>
                <a:gd name="connsiteX2274" fmla="*/ 571214 w 600075"/>
                <a:gd name="connsiteY2274" fmla="*/ 238315 h 466725"/>
                <a:gd name="connsiteX2275" fmla="*/ 571595 w 600075"/>
                <a:gd name="connsiteY2275" fmla="*/ 237554 h 466725"/>
                <a:gd name="connsiteX2276" fmla="*/ 571881 w 600075"/>
                <a:gd name="connsiteY2276" fmla="*/ 236696 h 466725"/>
                <a:gd name="connsiteX2277" fmla="*/ 571786 w 600075"/>
                <a:gd name="connsiteY2277" fmla="*/ 235648 h 466725"/>
                <a:gd name="connsiteX2278" fmla="*/ 571595 w 600075"/>
                <a:gd name="connsiteY2278" fmla="*/ 235077 h 466725"/>
                <a:gd name="connsiteX2279" fmla="*/ 571310 w 600075"/>
                <a:gd name="connsiteY2279" fmla="*/ 234696 h 466725"/>
                <a:gd name="connsiteX2280" fmla="*/ 571024 w 600075"/>
                <a:gd name="connsiteY2280" fmla="*/ 234410 h 466725"/>
                <a:gd name="connsiteX2281" fmla="*/ 570833 w 600075"/>
                <a:gd name="connsiteY2281" fmla="*/ 234029 h 466725"/>
                <a:gd name="connsiteX2282" fmla="*/ 570643 w 600075"/>
                <a:gd name="connsiteY2282" fmla="*/ 233648 h 466725"/>
                <a:gd name="connsiteX2283" fmla="*/ 570547 w 600075"/>
                <a:gd name="connsiteY2283" fmla="*/ 233172 h 466725"/>
                <a:gd name="connsiteX2284" fmla="*/ 570452 w 600075"/>
                <a:gd name="connsiteY2284" fmla="*/ 232696 h 466725"/>
                <a:gd name="connsiteX2285" fmla="*/ 570452 w 600075"/>
                <a:gd name="connsiteY2285" fmla="*/ 231934 h 466725"/>
                <a:gd name="connsiteX2286" fmla="*/ 570643 w 600075"/>
                <a:gd name="connsiteY2286" fmla="*/ 230981 h 466725"/>
                <a:gd name="connsiteX2287" fmla="*/ 571976 w 600075"/>
                <a:gd name="connsiteY2287" fmla="*/ 226981 h 466725"/>
                <a:gd name="connsiteX2288" fmla="*/ 572548 w 600075"/>
                <a:gd name="connsiteY2288" fmla="*/ 225838 h 466725"/>
                <a:gd name="connsiteX2289" fmla="*/ 574167 w 600075"/>
                <a:gd name="connsiteY2289" fmla="*/ 223838 h 466725"/>
                <a:gd name="connsiteX2290" fmla="*/ 574834 w 600075"/>
                <a:gd name="connsiteY2290" fmla="*/ 223647 h 466725"/>
                <a:gd name="connsiteX2291" fmla="*/ 577310 w 600075"/>
                <a:gd name="connsiteY2291" fmla="*/ 223361 h 466725"/>
                <a:gd name="connsiteX2292" fmla="*/ 577882 w 600075"/>
                <a:gd name="connsiteY2292" fmla="*/ 223361 h 466725"/>
                <a:gd name="connsiteX2293" fmla="*/ 578930 w 600075"/>
                <a:gd name="connsiteY2293" fmla="*/ 223552 h 466725"/>
                <a:gd name="connsiteX2294" fmla="*/ 580644 w 600075"/>
                <a:gd name="connsiteY2294" fmla="*/ 224314 h 466725"/>
                <a:gd name="connsiteX2295" fmla="*/ 581597 w 600075"/>
                <a:gd name="connsiteY2295" fmla="*/ 224600 h 466725"/>
                <a:gd name="connsiteX2296" fmla="*/ 582073 w 600075"/>
                <a:gd name="connsiteY2296" fmla="*/ 224695 h 466725"/>
                <a:gd name="connsiteX2297" fmla="*/ 582644 w 600075"/>
                <a:gd name="connsiteY2297" fmla="*/ 224695 h 466725"/>
                <a:gd name="connsiteX2298" fmla="*/ 583597 w 600075"/>
                <a:gd name="connsiteY2298" fmla="*/ 224600 h 466725"/>
                <a:gd name="connsiteX2299" fmla="*/ 583978 w 600075"/>
                <a:gd name="connsiteY2299" fmla="*/ 224504 h 466725"/>
                <a:gd name="connsiteX2300" fmla="*/ 584263 w 600075"/>
                <a:gd name="connsiteY2300" fmla="*/ 224314 h 466725"/>
                <a:gd name="connsiteX2301" fmla="*/ 584740 w 600075"/>
                <a:gd name="connsiteY2301" fmla="*/ 223838 h 466725"/>
                <a:gd name="connsiteX2302" fmla="*/ 585026 w 600075"/>
                <a:gd name="connsiteY2302" fmla="*/ 223076 h 466725"/>
                <a:gd name="connsiteX2303" fmla="*/ 586169 w 600075"/>
                <a:gd name="connsiteY2303" fmla="*/ 217837 h 466725"/>
                <a:gd name="connsiteX2304" fmla="*/ 586835 w 600075"/>
                <a:gd name="connsiteY2304" fmla="*/ 216598 h 466725"/>
                <a:gd name="connsiteX2305" fmla="*/ 587312 w 600075"/>
                <a:gd name="connsiteY2305" fmla="*/ 216218 h 466725"/>
                <a:gd name="connsiteX2306" fmla="*/ 589502 w 600075"/>
                <a:gd name="connsiteY2306" fmla="*/ 215265 h 466725"/>
                <a:gd name="connsiteX2307" fmla="*/ 590264 w 600075"/>
                <a:gd name="connsiteY2307" fmla="*/ 214884 h 466725"/>
                <a:gd name="connsiteX2308" fmla="*/ 590931 w 600075"/>
                <a:gd name="connsiteY2308" fmla="*/ 214408 h 466725"/>
                <a:gd name="connsiteX2309" fmla="*/ 591883 w 600075"/>
                <a:gd name="connsiteY2309" fmla="*/ 213551 h 466725"/>
                <a:gd name="connsiteX2310" fmla="*/ 592169 w 600075"/>
                <a:gd name="connsiteY2310" fmla="*/ 213170 h 466725"/>
                <a:gd name="connsiteX2311" fmla="*/ 593407 w 600075"/>
                <a:gd name="connsiteY2311" fmla="*/ 210884 h 466725"/>
                <a:gd name="connsiteX2312" fmla="*/ 593503 w 600075"/>
                <a:gd name="connsiteY2312" fmla="*/ 210503 h 466725"/>
                <a:gd name="connsiteX2313" fmla="*/ 593598 w 600075"/>
                <a:gd name="connsiteY2313" fmla="*/ 210121 h 466725"/>
                <a:gd name="connsiteX2314" fmla="*/ 593598 w 600075"/>
                <a:gd name="connsiteY2314" fmla="*/ 210026 h 466725"/>
                <a:gd name="connsiteX2315" fmla="*/ 593503 w 600075"/>
                <a:gd name="connsiteY2315" fmla="*/ 208788 h 466725"/>
                <a:gd name="connsiteX2316" fmla="*/ 593027 w 600075"/>
                <a:gd name="connsiteY2316" fmla="*/ 206693 h 466725"/>
                <a:gd name="connsiteX2317" fmla="*/ 591693 w 600075"/>
                <a:gd name="connsiteY2317" fmla="*/ 203073 h 466725"/>
                <a:gd name="connsiteX2318" fmla="*/ 591503 w 600075"/>
                <a:gd name="connsiteY2318" fmla="*/ 202121 h 466725"/>
                <a:gd name="connsiteX2319" fmla="*/ 591503 w 600075"/>
                <a:gd name="connsiteY2319" fmla="*/ 201644 h 466725"/>
                <a:gd name="connsiteX2320" fmla="*/ 591693 w 600075"/>
                <a:gd name="connsiteY2320" fmla="*/ 196882 h 466725"/>
                <a:gd name="connsiteX2321" fmla="*/ 591598 w 600075"/>
                <a:gd name="connsiteY2321" fmla="*/ 195739 h 466725"/>
                <a:gd name="connsiteX2322" fmla="*/ 591407 w 600075"/>
                <a:gd name="connsiteY2322" fmla="*/ 194977 h 466725"/>
                <a:gd name="connsiteX2323" fmla="*/ 591122 w 600075"/>
                <a:gd name="connsiteY2323" fmla="*/ 194596 h 466725"/>
                <a:gd name="connsiteX2324" fmla="*/ 590740 w 600075"/>
                <a:gd name="connsiteY2324" fmla="*/ 193834 h 466725"/>
                <a:gd name="connsiteX2325" fmla="*/ 590550 w 600075"/>
                <a:gd name="connsiteY2325" fmla="*/ 193453 h 466725"/>
                <a:gd name="connsiteX2326" fmla="*/ 590455 w 600075"/>
                <a:gd name="connsiteY2326" fmla="*/ 192977 h 466725"/>
                <a:gd name="connsiteX2327" fmla="*/ 590360 w 600075"/>
                <a:gd name="connsiteY2327" fmla="*/ 192405 h 466725"/>
                <a:gd name="connsiteX2328" fmla="*/ 590455 w 600075"/>
                <a:gd name="connsiteY2328" fmla="*/ 191548 h 466725"/>
                <a:gd name="connsiteX2329" fmla="*/ 590550 w 600075"/>
                <a:gd name="connsiteY2329" fmla="*/ 190976 h 466725"/>
                <a:gd name="connsiteX2330" fmla="*/ 590740 w 600075"/>
                <a:gd name="connsiteY2330" fmla="*/ 190500 h 466725"/>
                <a:gd name="connsiteX2331" fmla="*/ 590931 w 600075"/>
                <a:gd name="connsiteY2331" fmla="*/ 190119 h 466725"/>
                <a:gd name="connsiteX2332" fmla="*/ 591788 w 600075"/>
                <a:gd name="connsiteY2332" fmla="*/ 189357 h 466725"/>
                <a:gd name="connsiteX2333" fmla="*/ 593884 w 600075"/>
                <a:gd name="connsiteY2333" fmla="*/ 188500 h 466725"/>
                <a:gd name="connsiteX2334" fmla="*/ 596170 w 600075"/>
                <a:gd name="connsiteY2334" fmla="*/ 186404 h 466725"/>
                <a:gd name="connsiteX2335" fmla="*/ 596741 w 600075"/>
                <a:gd name="connsiteY2335" fmla="*/ 186214 h 466725"/>
                <a:gd name="connsiteX2336" fmla="*/ 597408 w 600075"/>
                <a:gd name="connsiteY2336" fmla="*/ 186119 h 466725"/>
                <a:gd name="connsiteX2337" fmla="*/ 598361 w 600075"/>
                <a:gd name="connsiteY2337" fmla="*/ 186500 h 466725"/>
                <a:gd name="connsiteX2338" fmla="*/ 599122 w 600075"/>
                <a:gd name="connsiteY2338" fmla="*/ 186500 h 466725"/>
                <a:gd name="connsiteX2339" fmla="*/ 599504 w 600075"/>
                <a:gd name="connsiteY2339" fmla="*/ 186214 h 466725"/>
                <a:gd name="connsiteX2340" fmla="*/ 600551 w 600075"/>
                <a:gd name="connsiteY2340" fmla="*/ 184690 h 466725"/>
                <a:gd name="connsiteX2341" fmla="*/ 604361 w 600075"/>
                <a:gd name="connsiteY2341" fmla="*/ 181356 h 466725"/>
                <a:gd name="connsiteX2342" fmla="*/ 604742 w 600075"/>
                <a:gd name="connsiteY2342" fmla="*/ 180975 h 466725"/>
                <a:gd name="connsiteX2343" fmla="*/ 605028 w 600075"/>
                <a:gd name="connsiteY2343" fmla="*/ 180499 h 466725"/>
                <a:gd name="connsiteX2344" fmla="*/ 605409 w 600075"/>
                <a:gd name="connsiteY2344" fmla="*/ 179737 h 466725"/>
                <a:gd name="connsiteX2345" fmla="*/ 605599 w 600075"/>
                <a:gd name="connsiteY2345" fmla="*/ 179070 h 466725"/>
                <a:gd name="connsiteX2346" fmla="*/ 605599 w 600075"/>
                <a:gd name="connsiteY2346" fmla="*/ 178498 h 466725"/>
                <a:gd name="connsiteX2347" fmla="*/ 605314 w 600075"/>
                <a:gd name="connsiteY2347" fmla="*/ 177927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</a:cxnLst>
              <a:rect l="l" t="t" r="r" b="b"/>
              <a:pathLst>
                <a:path w="600075" h="466725">
                  <a:moveTo>
                    <a:pt x="369380" y="463296"/>
                  </a:moveTo>
                  <a:lnTo>
                    <a:pt x="368618" y="464915"/>
                  </a:lnTo>
                  <a:lnTo>
                    <a:pt x="369094" y="466630"/>
                  </a:lnTo>
                  <a:lnTo>
                    <a:pt x="369475" y="466725"/>
                  </a:lnTo>
                  <a:lnTo>
                    <a:pt x="369856" y="466439"/>
                  </a:lnTo>
                  <a:lnTo>
                    <a:pt x="370427" y="466249"/>
                  </a:lnTo>
                  <a:lnTo>
                    <a:pt x="371665" y="465772"/>
                  </a:lnTo>
                  <a:lnTo>
                    <a:pt x="372332" y="464153"/>
                  </a:lnTo>
                  <a:lnTo>
                    <a:pt x="371285" y="462915"/>
                  </a:lnTo>
                  <a:lnTo>
                    <a:pt x="369380" y="463296"/>
                  </a:lnTo>
                  <a:close/>
                  <a:moveTo>
                    <a:pt x="605314" y="177927"/>
                  </a:moveTo>
                  <a:lnTo>
                    <a:pt x="604933" y="177070"/>
                  </a:lnTo>
                  <a:lnTo>
                    <a:pt x="601885" y="171831"/>
                  </a:lnTo>
                  <a:lnTo>
                    <a:pt x="600361" y="169736"/>
                  </a:lnTo>
                  <a:lnTo>
                    <a:pt x="600170" y="169259"/>
                  </a:lnTo>
                  <a:lnTo>
                    <a:pt x="600075" y="168688"/>
                  </a:lnTo>
                  <a:lnTo>
                    <a:pt x="600075" y="167735"/>
                  </a:lnTo>
                  <a:lnTo>
                    <a:pt x="600170" y="166878"/>
                  </a:lnTo>
                  <a:lnTo>
                    <a:pt x="601408" y="163830"/>
                  </a:lnTo>
                  <a:lnTo>
                    <a:pt x="601599" y="162878"/>
                  </a:lnTo>
                  <a:lnTo>
                    <a:pt x="601599" y="162115"/>
                  </a:lnTo>
                  <a:lnTo>
                    <a:pt x="601408" y="161830"/>
                  </a:lnTo>
                  <a:lnTo>
                    <a:pt x="601123" y="161639"/>
                  </a:lnTo>
                  <a:lnTo>
                    <a:pt x="599313" y="161163"/>
                  </a:lnTo>
                  <a:lnTo>
                    <a:pt x="598932" y="160877"/>
                  </a:lnTo>
                  <a:lnTo>
                    <a:pt x="598170" y="159829"/>
                  </a:lnTo>
                  <a:lnTo>
                    <a:pt x="597884" y="159544"/>
                  </a:lnTo>
                  <a:lnTo>
                    <a:pt x="596741" y="158782"/>
                  </a:lnTo>
                  <a:lnTo>
                    <a:pt x="595884" y="157829"/>
                  </a:lnTo>
                  <a:lnTo>
                    <a:pt x="595598" y="157258"/>
                  </a:lnTo>
                  <a:lnTo>
                    <a:pt x="595313" y="156496"/>
                  </a:lnTo>
                  <a:lnTo>
                    <a:pt x="595122" y="155067"/>
                  </a:lnTo>
                  <a:lnTo>
                    <a:pt x="595217" y="154305"/>
                  </a:lnTo>
                  <a:lnTo>
                    <a:pt x="595503" y="153829"/>
                  </a:lnTo>
                  <a:lnTo>
                    <a:pt x="596360" y="153353"/>
                  </a:lnTo>
                  <a:lnTo>
                    <a:pt x="596741" y="152971"/>
                  </a:lnTo>
                  <a:lnTo>
                    <a:pt x="596741" y="152590"/>
                  </a:lnTo>
                  <a:lnTo>
                    <a:pt x="596265" y="151447"/>
                  </a:lnTo>
                  <a:lnTo>
                    <a:pt x="595884" y="150304"/>
                  </a:lnTo>
                  <a:lnTo>
                    <a:pt x="595789" y="149733"/>
                  </a:lnTo>
                  <a:lnTo>
                    <a:pt x="595884" y="149257"/>
                  </a:lnTo>
                  <a:lnTo>
                    <a:pt x="596074" y="148876"/>
                  </a:lnTo>
                  <a:lnTo>
                    <a:pt x="596360" y="148590"/>
                  </a:lnTo>
                  <a:lnTo>
                    <a:pt x="597694" y="147447"/>
                  </a:lnTo>
                  <a:lnTo>
                    <a:pt x="598075" y="147256"/>
                  </a:lnTo>
                  <a:lnTo>
                    <a:pt x="598456" y="147066"/>
                  </a:lnTo>
                  <a:lnTo>
                    <a:pt x="600265" y="146590"/>
                  </a:lnTo>
                  <a:lnTo>
                    <a:pt x="601028" y="145923"/>
                  </a:lnTo>
                  <a:lnTo>
                    <a:pt x="600932" y="144971"/>
                  </a:lnTo>
                  <a:lnTo>
                    <a:pt x="600837" y="144589"/>
                  </a:lnTo>
                  <a:lnTo>
                    <a:pt x="600551" y="144209"/>
                  </a:lnTo>
                  <a:lnTo>
                    <a:pt x="600265" y="143923"/>
                  </a:lnTo>
                  <a:lnTo>
                    <a:pt x="599408" y="143542"/>
                  </a:lnTo>
                  <a:lnTo>
                    <a:pt x="596551" y="142685"/>
                  </a:lnTo>
                  <a:lnTo>
                    <a:pt x="595979" y="142589"/>
                  </a:lnTo>
                  <a:lnTo>
                    <a:pt x="595408" y="142589"/>
                  </a:lnTo>
                  <a:lnTo>
                    <a:pt x="594551" y="142875"/>
                  </a:lnTo>
                  <a:lnTo>
                    <a:pt x="593979" y="143065"/>
                  </a:lnTo>
                  <a:lnTo>
                    <a:pt x="593503" y="143351"/>
                  </a:lnTo>
                  <a:lnTo>
                    <a:pt x="593027" y="143542"/>
                  </a:lnTo>
                  <a:lnTo>
                    <a:pt x="592550" y="143637"/>
                  </a:lnTo>
                  <a:lnTo>
                    <a:pt x="589788" y="143542"/>
                  </a:lnTo>
                  <a:lnTo>
                    <a:pt x="587216" y="143923"/>
                  </a:lnTo>
                  <a:lnTo>
                    <a:pt x="584930" y="143923"/>
                  </a:lnTo>
                  <a:lnTo>
                    <a:pt x="574548" y="142208"/>
                  </a:lnTo>
                  <a:lnTo>
                    <a:pt x="574072" y="142399"/>
                  </a:lnTo>
                  <a:lnTo>
                    <a:pt x="573310" y="142875"/>
                  </a:lnTo>
                  <a:lnTo>
                    <a:pt x="572643" y="143446"/>
                  </a:lnTo>
                  <a:lnTo>
                    <a:pt x="572072" y="144018"/>
                  </a:lnTo>
                  <a:lnTo>
                    <a:pt x="571881" y="144399"/>
                  </a:lnTo>
                  <a:lnTo>
                    <a:pt x="571690" y="144780"/>
                  </a:lnTo>
                  <a:lnTo>
                    <a:pt x="571214" y="146209"/>
                  </a:lnTo>
                  <a:lnTo>
                    <a:pt x="570929" y="147828"/>
                  </a:lnTo>
                  <a:lnTo>
                    <a:pt x="570738" y="148304"/>
                  </a:lnTo>
                  <a:lnTo>
                    <a:pt x="570452" y="148590"/>
                  </a:lnTo>
                  <a:lnTo>
                    <a:pt x="570071" y="148780"/>
                  </a:lnTo>
                  <a:lnTo>
                    <a:pt x="569595" y="148876"/>
                  </a:lnTo>
                  <a:lnTo>
                    <a:pt x="567976" y="148780"/>
                  </a:lnTo>
                  <a:lnTo>
                    <a:pt x="567499" y="148780"/>
                  </a:lnTo>
                  <a:lnTo>
                    <a:pt x="567023" y="148971"/>
                  </a:lnTo>
                  <a:lnTo>
                    <a:pt x="566738" y="149257"/>
                  </a:lnTo>
                  <a:lnTo>
                    <a:pt x="563880" y="153162"/>
                  </a:lnTo>
                  <a:lnTo>
                    <a:pt x="563308" y="153734"/>
                  </a:lnTo>
                  <a:lnTo>
                    <a:pt x="562642" y="154210"/>
                  </a:lnTo>
                  <a:lnTo>
                    <a:pt x="562070" y="154210"/>
                  </a:lnTo>
                  <a:lnTo>
                    <a:pt x="561404" y="153829"/>
                  </a:lnTo>
                  <a:lnTo>
                    <a:pt x="560165" y="152686"/>
                  </a:lnTo>
                  <a:lnTo>
                    <a:pt x="559308" y="152114"/>
                  </a:lnTo>
                  <a:lnTo>
                    <a:pt x="558260" y="151638"/>
                  </a:lnTo>
                  <a:lnTo>
                    <a:pt x="556355" y="151352"/>
                  </a:lnTo>
                  <a:lnTo>
                    <a:pt x="555879" y="151162"/>
                  </a:lnTo>
                  <a:lnTo>
                    <a:pt x="555498" y="150876"/>
                  </a:lnTo>
                  <a:lnTo>
                    <a:pt x="555403" y="150304"/>
                  </a:lnTo>
                  <a:lnTo>
                    <a:pt x="555498" y="149828"/>
                  </a:lnTo>
                  <a:lnTo>
                    <a:pt x="555593" y="149352"/>
                  </a:lnTo>
                  <a:lnTo>
                    <a:pt x="557974" y="144875"/>
                  </a:lnTo>
                  <a:lnTo>
                    <a:pt x="559213" y="141065"/>
                  </a:lnTo>
                  <a:lnTo>
                    <a:pt x="559308" y="140589"/>
                  </a:lnTo>
                  <a:lnTo>
                    <a:pt x="559308" y="140018"/>
                  </a:lnTo>
                  <a:lnTo>
                    <a:pt x="559213" y="139541"/>
                  </a:lnTo>
                  <a:lnTo>
                    <a:pt x="559118" y="139065"/>
                  </a:lnTo>
                  <a:lnTo>
                    <a:pt x="558927" y="138684"/>
                  </a:lnTo>
                  <a:lnTo>
                    <a:pt x="556927" y="136493"/>
                  </a:lnTo>
                  <a:lnTo>
                    <a:pt x="556736" y="136112"/>
                  </a:lnTo>
                  <a:lnTo>
                    <a:pt x="556641" y="135731"/>
                  </a:lnTo>
                  <a:lnTo>
                    <a:pt x="556641" y="135350"/>
                  </a:lnTo>
                  <a:lnTo>
                    <a:pt x="557213" y="134112"/>
                  </a:lnTo>
                  <a:lnTo>
                    <a:pt x="557308" y="133636"/>
                  </a:lnTo>
                  <a:lnTo>
                    <a:pt x="557308" y="133160"/>
                  </a:lnTo>
                  <a:lnTo>
                    <a:pt x="557022" y="131159"/>
                  </a:lnTo>
                  <a:lnTo>
                    <a:pt x="556736" y="130207"/>
                  </a:lnTo>
                  <a:lnTo>
                    <a:pt x="555688" y="127826"/>
                  </a:lnTo>
                  <a:lnTo>
                    <a:pt x="555593" y="127349"/>
                  </a:lnTo>
                  <a:lnTo>
                    <a:pt x="555593" y="126873"/>
                  </a:lnTo>
                  <a:lnTo>
                    <a:pt x="555688" y="126492"/>
                  </a:lnTo>
                  <a:lnTo>
                    <a:pt x="555879" y="126111"/>
                  </a:lnTo>
                  <a:lnTo>
                    <a:pt x="556736" y="125063"/>
                  </a:lnTo>
                  <a:lnTo>
                    <a:pt x="557117" y="124206"/>
                  </a:lnTo>
                  <a:lnTo>
                    <a:pt x="557498" y="123349"/>
                  </a:lnTo>
                  <a:lnTo>
                    <a:pt x="557879" y="122682"/>
                  </a:lnTo>
                  <a:lnTo>
                    <a:pt x="558165" y="122111"/>
                  </a:lnTo>
                  <a:lnTo>
                    <a:pt x="558260" y="121634"/>
                  </a:lnTo>
                  <a:lnTo>
                    <a:pt x="558260" y="121158"/>
                  </a:lnTo>
                  <a:lnTo>
                    <a:pt x="558165" y="120682"/>
                  </a:lnTo>
                  <a:lnTo>
                    <a:pt x="557974" y="120301"/>
                  </a:lnTo>
                  <a:lnTo>
                    <a:pt x="557213" y="119634"/>
                  </a:lnTo>
                  <a:lnTo>
                    <a:pt x="555022" y="118205"/>
                  </a:lnTo>
                  <a:lnTo>
                    <a:pt x="554641" y="117920"/>
                  </a:lnTo>
                  <a:lnTo>
                    <a:pt x="554450" y="117538"/>
                  </a:lnTo>
                  <a:lnTo>
                    <a:pt x="554355" y="117062"/>
                  </a:lnTo>
                  <a:lnTo>
                    <a:pt x="554450" y="116586"/>
                  </a:lnTo>
                  <a:lnTo>
                    <a:pt x="555212" y="114871"/>
                  </a:lnTo>
                  <a:lnTo>
                    <a:pt x="555307" y="114395"/>
                  </a:lnTo>
                  <a:lnTo>
                    <a:pt x="555403" y="113919"/>
                  </a:lnTo>
                  <a:lnTo>
                    <a:pt x="555403" y="113443"/>
                  </a:lnTo>
                  <a:lnTo>
                    <a:pt x="555307" y="112967"/>
                  </a:lnTo>
                  <a:lnTo>
                    <a:pt x="555117" y="112586"/>
                  </a:lnTo>
                  <a:lnTo>
                    <a:pt x="554831" y="112204"/>
                  </a:lnTo>
                  <a:lnTo>
                    <a:pt x="554450" y="111919"/>
                  </a:lnTo>
                  <a:lnTo>
                    <a:pt x="552831" y="111062"/>
                  </a:lnTo>
                  <a:lnTo>
                    <a:pt x="552355" y="110871"/>
                  </a:lnTo>
                  <a:lnTo>
                    <a:pt x="551688" y="110871"/>
                  </a:lnTo>
                  <a:lnTo>
                    <a:pt x="551116" y="110966"/>
                  </a:lnTo>
                  <a:lnTo>
                    <a:pt x="547973" y="112586"/>
                  </a:lnTo>
                  <a:lnTo>
                    <a:pt x="547211" y="112871"/>
                  </a:lnTo>
                  <a:lnTo>
                    <a:pt x="546640" y="112871"/>
                  </a:lnTo>
                  <a:lnTo>
                    <a:pt x="545973" y="112395"/>
                  </a:lnTo>
                  <a:lnTo>
                    <a:pt x="543878" y="110204"/>
                  </a:lnTo>
                  <a:lnTo>
                    <a:pt x="543497" y="109919"/>
                  </a:lnTo>
                  <a:lnTo>
                    <a:pt x="543115" y="109728"/>
                  </a:lnTo>
                  <a:lnTo>
                    <a:pt x="542258" y="110014"/>
                  </a:lnTo>
                  <a:lnTo>
                    <a:pt x="541211" y="110776"/>
                  </a:lnTo>
                  <a:lnTo>
                    <a:pt x="534829" y="116872"/>
                  </a:lnTo>
                  <a:lnTo>
                    <a:pt x="532924" y="117920"/>
                  </a:lnTo>
                  <a:lnTo>
                    <a:pt x="531590" y="118491"/>
                  </a:lnTo>
                  <a:lnTo>
                    <a:pt x="531209" y="118681"/>
                  </a:lnTo>
                  <a:lnTo>
                    <a:pt x="530733" y="119253"/>
                  </a:lnTo>
                  <a:lnTo>
                    <a:pt x="530257" y="120205"/>
                  </a:lnTo>
                  <a:lnTo>
                    <a:pt x="528828" y="124778"/>
                  </a:lnTo>
                  <a:lnTo>
                    <a:pt x="527495" y="127445"/>
                  </a:lnTo>
                  <a:lnTo>
                    <a:pt x="524923" y="129445"/>
                  </a:lnTo>
                  <a:lnTo>
                    <a:pt x="524351" y="129635"/>
                  </a:lnTo>
                  <a:lnTo>
                    <a:pt x="523589" y="129730"/>
                  </a:lnTo>
                  <a:lnTo>
                    <a:pt x="523018" y="129445"/>
                  </a:lnTo>
                  <a:lnTo>
                    <a:pt x="522161" y="128873"/>
                  </a:lnTo>
                  <a:lnTo>
                    <a:pt x="521875" y="128588"/>
                  </a:lnTo>
                  <a:lnTo>
                    <a:pt x="521684" y="128206"/>
                  </a:lnTo>
                  <a:lnTo>
                    <a:pt x="520637" y="125635"/>
                  </a:lnTo>
                  <a:lnTo>
                    <a:pt x="518351" y="122587"/>
                  </a:lnTo>
                  <a:lnTo>
                    <a:pt x="517779" y="121444"/>
                  </a:lnTo>
                  <a:lnTo>
                    <a:pt x="517588" y="120872"/>
                  </a:lnTo>
                  <a:lnTo>
                    <a:pt x="517493" y="120301"/>
                  </a:lnTo>
                  <a:lnTo>
                    <a:pt x="517493" y="118586"/>
                  </a:lnTo>
                  <a:lnTo>
                    <a:pt x="517588" y="118015"/>
                  </a:lnTo>
                  <a:lnTo>
                    <a:pt x="517874" y="117062"/>
                  </a:lnTo>
                  <a:lnTo>
                    <a:pt x="519113" y="114300"/>
                  </a:lnTo>
                  <a:lnTo>
                    <a:pt x="520732" y="109252"/>
                  </a:lnTo>
                  <a:lnTo>
                    <a:pt x="521018" y="108776"/>
                  </a:lnTo>
                  <a:lnTo>
                    <a:pt x="521303" y="108395"/>
                  </a:lnTo>
                  <a:lnTo>
                    <a:pt x="521684" y="108204"/>
                  </a:lnTo>
                  <a:lnTo>
                    <a:pt x="522161" y="108013"/>
                  </a:lnTo>
                  <a:lnTo>
                    <a:pt x="524637" y="107537"/>
                  </a:lnTo>
                  <a:lnTo>
                    <a:pt x="525113" y="107347"/>
                  </a:lnTo>
                  <a:lnTo>
                    <a:pt x="526256" y="106680"/>
                  </a:lnTo>
                  <a:lnTo>
                    <a:pt x="526923" y="106109"/>
                  </a:lnTo>
                  <a:lnTo>
                    <a:pt x="529304" y="103632"/>
                  </a:lnTo>
                  <a:lnTo>
                    <a:pt x="529876" y="102870"/>
                  </a:lnTo>
                  <a:lnTo>
                    <a:pt x="530447" y="101441"/>
                  </a:lnTo>
                  <a:lnTo>
                    <a:pt x="530543" y="100870"/>
                  </a:lnTo>
                  <a:lnTo>
                    <a:pt x="530543" y="100584"/>
                  </a:lnTo>
                  <a:lnTo>
                    <a:pt x="530543" y="100489"/>
                  </a:lnTo>
                  <a:lnTo>
                    <a:pt x="530257" y="99155"/>
                  </a:lnTo>
                  <a:lnTo>
                    <a:pt x="530162" y="98203"/>
                  </a:lnTo>
                  <a:lnTo>
                    <a:pt x="530352" y="97727"/>
                  </a:lnTo>
                  <a:lnTo>
                    <a:pt x="530638" y="97346"/>
                  </a:lnTo>
                  <a:lnTo>
                    <a:pt x="532257" y="96584"/>
                  </a:lnTo>
                  <a:lnTo>
                    <a:pt x="532638" y="96298"/>
                  </a:lnTo>
                  <a:lnTo>
                    <a:pt x="533019" y="95917"/>
                  </a:lnTo>
                  <a:lnTo>
                    <a:pt x="533495" y="94964"/>
                  </a:lnTo>
                  <a:lnTo>
                    <a:pt x="533686" y="93917"/>
                  </a:lnTo>
                  <a:lnTo>
                    <a:pt x="533876" y="92107"/>
                  </a:lnTo>
                  <a:lnTo>
                    <a:pt x="534067" y="91154"/>
                  </a:lnTo>
                  <a:lnTo>
                    <a:pt x="534257" y="90488"/>
                  </a:lnTo>
                  <a:lnTo>
                    <a:pt x="534829" y="89821"/>
                  </a:lnTo>
                  <a:lnTo>
                    <a:pt x="535496" y="89249"/>
                  </a:lnTo>
                  <a:lnTo>
                    <a:pt x="536257" y="88773"/>
                  </a:lnTo>
                  <a:lnTo>
                    <a:pt x="537115" y="88392"/>
                  </a:lnTo>
                  <a:lnTo>
                    <a:pt x="538544" y="88011"/>
                  </a:lnTo>
                  <a:lnTo>
                    <a:pt x="540163" y="87916"/>
                  </a:lnTo>
                  <a:lnTo>
                    <a:pt x="540639" y="87821"/>
                  </a:lnTo>
                  <a:lnTo>
                    <a:pt x="541020" y="87630"/>
                  </a:lnTo>
                  <a:lnTo>
                    <a:pt x="541401" y="87344"/>
                  </a:lnTo>
                  <a:lnTo>
                    <a:pt x="543687" y="84582"/>
                  </a:lnTo>
                  <a:lnTo>
                    <a:pt x="543973" y="83915"/>
                  </a:lnTo>
                  <a:lnTo>
                    <a:pt x="544068" y="83248"/>
                  </a:lnTo>
                  <a:lnTo>
                    <a:pt x="544068" y="81915"/>
                  </a:lnTo>
                  <a:lnTo>
                    <a:pt x="544163" y="81439"/>
                  </a:lnTo>
                  <a:lnTo>
                    <a:pt x="544354" y="80963"/>
                  </a:lnTo>
                  <a:lnTo>
                    <a:pt x="545497" y="79438"/>
                  </a:lnTo>
                  <a:lnTo>
                    <a:pt x="546259" y="78105"/>
                  </a:lnTo>
                  <a:lnTo>
                    <a:pt x="546545" y="77248"/>
                  </a:lnTo>
                  <a:lnTo>
                    <a:pt x="546640" y="76581"/>
                  </a:lnTo>
                  <a:lnTo>
                    <a:pt x="546545" y="76105"/>
                  </a:lnTo>
                  <a:lnTo>
                    <a:pt x="546449" y="75629"/>
                  </a:lnTo>
                  <a:lnTo>
                    <a:pt x="546354" y="75152"/>
                  </a:lnTo>
                  <a:lnTo>
                    <a:pt x="546354" y="74486"/>
                  </a:lnTo>
                  <a:lnTo>
                    <a:pt x="547021" y="70485"/>
                  </a:lnTo>
                  <a:lnTo>
                    <a:pt x="547021" y="70009"/>
                  </a:lnTo>
                  <a:lnTo>
                    <a:pt x="546926" y="69533"/>
                  </a:lnTo>
                  <a:lnTo>
                    <a:pt x="545402" y="66199"/>
                  </a:lnTo>
                  <a:lnTo>
                    <a:pt x="545306" y="65532"/>
                  </a:lnTo>
                  <a:lnTo>
                    <a:pt x="545497" y="64961"/>
                  </a:lnTo>
                  <a:lnTo>
                    <a:pt x="545782" y="64389"/>
                  </a:lnTo>
                  <a:lnTo>
                    <a:pt x="546259" y="63627"/>
                  </a:lnTo>
                  <a:lnTo>
                    <a:pt x="546449" y="62960"/>
                  </a:lnTo>
                  <a:lnTo>
                    <a:pt x="546545" y="62389"/>
                  </a:lnTo>
                  <a:lnTo>
                    <a:pt x="546545" y="61817"/>
                  </a:lnTo>
                  <a:lnTo>
                    <a:pt x="546449" y="59246"/>
                  </a:lnTo>
                  <a:lnTo>
                    <a:pt x="546640" y="58674"/>
                  </a:lnTo>
                  <a:lnTo>
                    <a:pt x="546926" y="58293"/>
                  </a:lnTo>
                  <a:lnTo>
                    <a:pt x="547402" y="58198"/>
                  </a:lnTo>
                  <a:lnTo>
                    <a:pt x="549021" y="58198"/>
                  </a:lnTo>
                  <a:lnTo>
                    <a:pt x="549497" y="58103"/>
                  </a:lnTo>
                  <a:lnTo>
                    <a:pt x="549878" y="57912"/>
                  </a:lnTo>
                  <a:lnTo>
                    <a:pt x="550259" y="57531"/>
                  </a:lnTo>
                  <a:lnTo>
                    <a:pt x="550640" y="56960"/>
                  </a:lnTo>
                  <a:lnTo>
                    <a:pt x="551783" y="54769"/>
                  </a:lnTo>
                  <a:lnTo>
                    <a:pt x="552926" y="53340"/>
                  </a:lnTo>
                  <a:lnTo>
                    <a:pt x="553879" y="51816"/>
                  </a:lnTo>
                  <a:lnTo>
                    <a:pt x="554164" y="50673"/>
                  </a:lnTo>
                  <a:lnTo>
                    <a:pt x="554260" y="49721"/>
                  </a:lnTo>
                  <a:lnTo>
                    <a:pt x="554260" y="48387"/>
                  </a:lnTo>
                  <a:lnTo>
                    <a:pt x="554450" y="47625"/>
                  </a:lnTo>
                  <a:lnTo>
                    <a:pt x="554831" y="47054"/>
                  </a:lnTo>
                  <a:lnTo>
                    <a:pt x="558832" y="44101"/>
                  </a:lnTo>
                  <a:lnTo>
                    <a:pt x="559118" y="43625"/>
                  </a:lnTo>
                  <a:lnTo>
                    <a:pt x="558927" y="43339"/>
                  </a:lnTo>
                  <a:lnTo>
                    <a:pt x="557403" y="43148"/>
                  </a:lnTo>
                  <a:lnTo>
                    <a:pt x="557117" y="42672"/>
                  </a:lnTo>
                  <a:lnTo>
                    <a:pt x="557213" y="42196"/>
                  </a:lnTo>
                  <a:lnTo>
                    <a:pt x="557594" y="41338"/>
                  </a:lnTo>
                  <a:lnTo>
                    <a:pt x="557594" y="40862"/>
                  </a:lnTo>
                  <a:lnTo>
                    <a:pt x="557403" y="40672"/>
                  </a:lnTo>
                  <a:lnTo>
                    <a:pt x="556831" y="40862"/>
                  </a:lnTo>
                  <a:lnTo>
                    <a:pt x="553783" y="42577"/>
                  </a:lnTo>
                  <a:lnTo>
                    <a:pt x="550831" y="42863"/>
                  </a:lnTo>
                  <a:lnTo>
                    <a:pt x="548545" y="42863"/>
                  </a:lnTo>
                  <a:lnTo>
                    <a:pt x="547973" y="42767"/>
                  </a:lnTo>
                  <a:lnTo>
                    <a:pt x="547021" y="42481"/>
                  </a:lnTo>
                  <a:lnTo>
                    <a:pt x="546545" y="42386"/>
                  </a:lnTo>
                  <a:lnTo>
                    <a:pt x="546068" y="42481"/>
                  </a:lnTo>
                  <a:lnTo>
                    <a:pt x="545687" y="42767"/>
                  </a:lnTo>
                  <a:lnTo>
                    <a:pt x="545402" y="43434"/>
                  </a:lnTo>
                  <a:lnTo>
                    <a:pt x="545306" y="44196"/>
                  </a:lnTo>
                  <a:lnTo>
                    <a:pt x="545306" y="45244"/>
                  </a:lnTo>
                  <a:lnTo>
                    <a:pt x="545211" y="45911"/>
                  </a:lnTo>
                  <a:lnTo>
                    <a:pt x="544925" y="46292"/>
                  </a:lnTo>
                  <a:lnTo>
                    <a:pt x="544544" y="46482"/>
                  </a:lnTo>
                  <a:lnTo>
                    <a:pt x="544068" y="46577"/>
                  </a:lnTo>
                  <a:lnTo>
                    <a:pt x="543592" y="46577"/>
                  </a:lnTo>
                  <a:lnTo>
                    <a:pt x="542639" y="46292"/>
                  </a:lnTo>
                  <a:lnTo>
                    <a:pt x="541782" y="45911"/>
                  </a:lnTo>
                  <a:lnTo>
                    <a:pt x="540734" y="45148"/>
                  </a:lnTo>
                  <a:lnTo>
                    <a:pt x="539591" y="43815"/>
                  </a:lnTo>
                  <a:lnTo>
                    <a:pt x="537496" y="40481"/>
                  </a:lnTo>
                  <a:lnTo>
                    <a:pt x="537305" y="39910"/>
                  </a:lnTo>
                  <a:lnTo>
                    <a:pt x="537115" y="39243"/>
                  </a:lnTo>
                  <a:lnTo>
                    <a:pt x="536924" y="38005"/>
                  </a:lnTo>
                  <a:lnTo>
                    <a:pt x="536924" y="37243"/>
                  </a:lnTo>
                  <a:lnTo>
                    <a:pt x="537020" y="36576"/>
                  </a:lnTo>
                  <a:lnTo>
                    <a:pt x="537591" y="34671"/>
                  </a:lnTo>
                  <a:lnTo>
                    <a:pt x="539305" y="30671"/>
                  </a:lnTo>
                  <a:lnTo>
                    <a:pt x="539972" y="28765"/>
                  </a:lnTo>
                  <a:lnTo>
                    <a:pt x="541211" y="22670"/>
                  </a:lnTo>
                  <a:lnTo>
                    <a:pt x="541972" y="15716"/>
                  </a:lnTo>
                  <a:lnTo>
                    <a:pt x="542163" y="15145"/>
                  </a:lnTo>
                  <a:lnTo>
                    <a:pt x="542830" y="14002"/>
                  </a:lnTo>
                  <a:lnTo>
                    <a:pt x="543306" y="12954"/>
                  </a:lnTo>
                  <a:lnTo>
                    <a:pt x="543497" y="12192"/>
                  </a:lnTo>
                  <a:lnTo>
                    <a:pt x="543401" y="11906"/>
                  </a:lnTo>
                  <a:lnTo>
                    <a:pt x="543211" y="11525"/>
                  </a:lnTo>
                  <a:lnTo>
                    <a:pt x="543020" y="11239"/>
                  </a:lnTo>
                  <a:lnTo>
                    <a:pt x="541496" y="9620"/>
                  </a:lnTo>
                  <a:lnTo>
                    <a:pt x="541115" y="9430"/>
                  </a:lnTo>
                  <a:lnTo>
                    <a:pt x="540734" y="9335"/>
                  </a:lnTo>
                  <a:lnTo>
                    <a:pt x="540353" y="9335"/>
                  </a:lnTo>
                  <a:lnTo>
                    <a:pt x="538734" y="9525"/>
                  </a:lnTo>
                  <a:lnTo>
                    <a:pt x="538353" y="9525"/>
                  </a:lnTo>
                  <a:lnTo>
                    <a:pt x="537781" y="9335"/>
                  </a:lnTo>
                  <a:lnTo>
                    <a:pt x="536448" y="8668"/>
                  </a:lnTo>
                  <a:lnTo>
                    <a:pt x="534543" y="8001"/>
                  </a:lnTo>
                  <a:lnTo>
                    <a:pt x="532352" y="7715"/>
                  </a:lnTo>
                  <a:lnTo>
                    <a:pt x="531305" y="7429"/>
                  </a:lnTo>
                  <a:lnTo>
                    <a:pt x="524542" y="4001"/>
                  </a:lnTo>
                  <a:lnTo>
                    <a:pt x="524065" y="3810"/>
                  </a:lnTo>
                  <a:lnTo>
                    <a:pt x="521970" y="3334"/>
                  </a:lnTo>
                  <a:lnTo>
                    <a:pt x="521589" y="3143"/>
                  </a:lnTo>
                  <a:lnTo>
                    <a:pt x="519208" y="1143"/>
                  </a:lnTo>
                  <a:lnTo>
                    <a:pt x="518636" y="381"/>
                  </a:lnTo>
                  <a:lnTo>
                    <a:pt x="517303" y="0"/>
                  </a:lnTo>
                  <a:lnTo>
                    <a:pt x="516922" y="190"/>
                  </a:lnTo>
                  <a:lnTo>
                    <a:pt x="516350" y="667"/>
                  </a:lnTo>
                  <a:lnTo>
                    <a:pt x="515874" y="1524"/>
                  </a:lnTo>
                  <a:lnTo>
                    <a:pt x="515493" y="2477"/>
                  </a:lnTo>
                  <a:lnTo>
                    <a:pt x="514636" y="6572"/>
                  </a:lnTo>
                  <a:lnTo>
                    <a:pt x="513969" y="8572"/>
                  </a:lnTo>
                  <a:lnTo>
                    <a:pt x="513207" y="9525"/>
                  </a:lnTo>
                  <a:lnTo>
                    <a:pt x="511778" y="10192"/>
                  </a:lnTo>
                  <a:lnTo>
                    <a:pt x="499396" y="10287"/>
                  </a:lnTo>
                  <a:lnTo>
                    <a:pt x="498538" y="10096"/>
                  </a:lnTo>
                  <a:lnTo>
                    <a:pt x="497777" y="9715"/>
                  </a:lnTo>
                  <a:lnTo>
                    <a:pt x="497300" y="9049"/>
                  </a:lnTo>
                  <a:lnTo>
                    <a:pt x="497300" y="8096"/>
                  </a:lnTo>
                  <a:lnTo>
                    <a:pt x="497586" y="6572"/>
                  </a:lnTo>
                  <a:lnTo>
                    <a:pt x="497396" y="5810"/>
                  </a:lnTo>
                  <a:lnTo>
                    <a:pt x="496633" y="5144"/>
                  </a:lnTo>
                  <a:lnTo>
                    <a:pt x="495490" y="4858"/>
                  </a:lnTo>
                  <a:lnTo>
                    <a:pt x="492823" y="4572"/>
                  </a:lnTo>
                  <a:lnTo>
                    <a:pt x="487680" y="3429"/>
                  </a:lnTo>
                  <a:lnTo>
                    <a:pt x="486537" y="3810"/>
                  </a:lnTo>
                  <a:lnTo>
                    <a:pt x="485870" y="4286"/>
                  </a:lnTo>
                  <a:lnTo>
                    <a:pt x="485680" y="4953"/>
                  </a:lnTo>
                  <a:lnTo>
                    <a:pt x="485680" y="5715"/>
                  </a:lnTo>
                  <a:lnTo>
                    <a:pt x="485965" y="7144"/>
                  </a:lnTo>
                  <a:lnTo>
                    <a:pt x="486061" y="7906"/>
                  </a:lnTo>
                  <a:lnTo>
                    <a:pt x="485870" y="8668"/>
                  </a:lnTo>
                  <a:lnTo>
                    <a:pt x="485204" y="9906"/>
                  </a:lnTo>
                  <a:lnTo>
                    <a:pt x="485013" y="10573"/>
                  </a:lnTo>
                  <a:lnTo>
                    <a:pt x="485013" y="11335"/>
                  </a:lnTo>
                  <a:lnTo>
                    <a:pt x="485299" y="12573"/>
                  </a:lnTo>
                  <a:lnTo>
                    <a:pt x="485299" y="12763"/>
                  </a:lnTo>
                  <a:lnTo>
                    <a:pt x="485299" y="13145"/>
                  </a:lnTo>
                  <a:lnTo>
                    <a:pt x="485013" y="13906"/>
                  </a:lnTo>
                  <a:lnTo>
                    <a:pt x="484537" y="14859"/>
                  </a:lnTo>
                  <a:lnTo>
                    <a:pt x="480917" y="19145"/>
                  </a:lnTo>
                  <a:lnTo>
                    <a:pt x="480346" y="19621"/>
                  </a:lnTo>
                  <a:lnTo>
                    <a:pt x="479679" y="19812"/>
                  </a:lnTo>
                  <a:lnTo>
                    <a:pt x="477964" y="20003"/>
                  </a:lnTo>
                  <a:lnTo>
                    <a:pt x="476155" y="20003"/>
                  </a:lnTo>
                  <a:lnTo>
                    <a:pt x="474440" y="20384"/>
                  </a:lnTo>
                  <a:lnTo>
                    <a:pt x="473393" y="20860"/>
                  </a:lnTo>
                  <a:lnTo>
                    <a:pt x="472345" y="21527"/>
                  </a:lnTo>
                  <a:lnTo>
                    <a:pt x="469963" y="23717"/>
                  </a:lnTo>
                  <a:lnTo>
                    <a:pt x="469392" y="24384"/>
                  </a:lnTo>
                  <a:lnTo>
                    <a:pt x="469106" y="24955"/>
                  </a:lnTo>
                  <a:lnTo>
                    <a:pt x="465677" y="33052"/>
                  </a:lnTo>
                  <a:lnTo>
                    <a:pt x="464820" y="34480"/>
                  </a:lnTo>
                  <a:lnTo>
                    <a:pt x="464248" y="35052"/>
                  </a:lnTo>
                  <a:lnTo>
                    <a:pt x="461581" y="36862"/>
                  </a:lnTo>
                  <a:lnTo>
                    <a:pt x="460438" y="36957"/>
                  </a:lnTo>
                  <a:lnTo>
                    <a:pt x="459581" y="36481"/>
                  </a:lnTo>
                  <a:lnTo>
                    <a:pt x="458819" y="34862"/>
                  </a:lnTo>
                  <a:lnTo>
                    <a:pt x="458248" y="34004"/>
                  </a:lnTo>
                  <a:lnTo>
                    <a:pt x="456914" y="32576"/>
                  </a:lnTo>
                  <a:lnTo>
                    <a:pt x="456247" y="31528"/>
                  </a:lnTo>
                  <a:lnTo>
                    <a:pt x="454914" y="30861"/>
                  </a:lnTo>
                  <a:lnTo>
                    <a:pt x="452819" y="30480"/>
                  </a:lnTo>
                  <a:lnTo>
                    <a:pt x="448246" y="31623"/>
                  </a:lnTo>
                  <a:lnTo>
                    <a:pt x="445961" y="31909"/>
                  </a:lnTo>
                  <a:lnTo>
                    <a:pt x="444437" y="31813"/>
                  </a:lnTo>
                  <a:lnTo>
                    <a:pt x="443865" y="31147"/>
                  </a:lnTo>
                  <a:lnTo>
                    <a:pt x="443674" y="30004"/>
                  </a:lnTo>
                  <a:lnTo>
                    <a:pt x="443960" y="28575"/>
                  </a:lnTo>
                  <a:lnTo>
                    <a:pt x="444722" y="26861"/>
                  </a:lnTo>
                  <a:lnTo>
                    <a:pt x="446341" y="24003"/>
                  </a:lnTo>
                  <a:lnTo>
                    <a:pt x="446722" y="22765"/>
                  </a:lnTo>
                  <a:lnTo>
                    <a:pt x="446722" y="21717"/>
                  </a:lnTo>
                  <a:lnTo>
                    <a:pt x="446151" y="20955"/>
                  </a:lnTo>
                  <a:lnTo>
                    <a:pt x="445198" y="20479"/>
                  </a:lnTo>
                  <a:lnTo>
                    <a:pt x="442627" y="20193"/>
                  </a:lnTo>
                  <a:lnTo>
                    <a:pt x="442055" y="20098"/>
                  </a:lnTo>
                  <a:lnTo>
                    <a:pt x="441865" y="19907"/>
                  </a:lnTo>
                  <a:lnTo>
                    <a:pt x="440531" y="18574"/>
                  </a:lnTo>
                  <a:lnTo>
                    <a:pt x="440055" y="18193"/>
                  </a:lnTo>
                  <a:lnTo>
                    <a:pt x="439198" y="17812"/>
                  </a:lnTo>
                  <a:lnTo>
                    <a:pt x="438531" y="17621"/>
                  </a:lnTo>
                  <a:lnTo>
                    <a:pt x="436055" y="17431"/>
                  </a:lnTo>
                  <a:lnTo>
                    <a:pt x="434816" y="18860"/>
                  </a:lnTo>
                  <a:lnTo>
                    <a:pt x="434054" y="20574"/>
                  </a:lnTo>
                  <a:lnTo>
                    <a:pt x="431006" y="28004"/>
                  </a:lnTo>
                  <a:lnTo>
                    <a:pt x="429958" y="29813"/>
                  </a:lnTo>
                  <a:lnTo>
                    <a:pt x="429006" y="30861"/>
                  </a:lnTo>
                  <a:lnTo>
                    <a:pt x="426244" y="31528"/>
                  </a:lnTo>
                  <a:lnTo>
                    <a:pt x="425387" y="31909"/>
                  </a:lnTo>
                  <a:lnTo>
                    <a:pt x="424434" y="32671"/>
                  </a:lnTo>
                  <a:lnTo>
                    <a:pt x="423863" y="33528"/>
                  </a:lnTo>
                  <a:lnTo>
                    <a:pt x="423672" y="34195"/>
                  </a:lnTo>
                  <a:lnTo>
                    <a:pt x="423672" y="34576"/>
                  </a:lnTo>
                  <a:lnTo>
                    <a:pt x="423672" y="34766"/>
                  </a:lnTo>
                  <a:lnTo>
                    <a:pt x="423767" y="35528"/>
                  </a:lnTo>
                  <a:lnTo>
                    <a:pt x="424624" y="38576"/>
                  </a:lnTo>
                  <a:lnTo>
                    <a:pt x="424815" y="39719"/>
                  </a:lnTo>
                  <a:lnTo>
                    <a:pt x="424720" y="41338"/>
                  </a:lnTo>
                  <a:lnTo>
                    <a:pt x="424339" y="42196"/>
                  </a:lnTo>
                  <a:lnTo>
                    <a:pt x="423672" y="42958"/>
                  </a:lnTo>
                  <a:lnTo>
                    <a:pt x="422624" y="43434"/>
                  </a:lnTo>
                  <a:lnTo>
                    <a:pt x="418910" y="44482"/>
                  </a:lnTo>
                  <a:lnTo>
                    <a:pt x="416052" y="44577"/>
                  </a:lnTo>
                  <a:lnTo>
                    <a:pt x="415290" y="44291"/>
                  </a:lnTo>
                  <a:lnTo>
                    <a:pt x="414528" y="43720"/>
                  </a:lnTo>
                  <a:lnTo>
                    <a:pt x="414242" y="43053"/>
                  </a:lnTo>
                  <a:lnTo>
                    <a:pt x="414147" y="42196"/>
                  </a:lnTo>
                  <a:lnTo>
                    <a:pt x="414338" y="41338"/>
                  </a:lnTo>
                  <a:lnTo>
                    <a:pt x="415385" y="39338"/>
                  </a:lnTo>
                  <a:lnTo>
                    <a:pt x="415766" y="38100"/>
                  </a:lnTo>
                  <a:lnTo>
                    <a:pt x="415576" y="36195"/>
                  </a:lnTo>
                  <a:lnTo>
                    <a:pt x="415099" y="35338"/>
                  </a:lnTo>
                  <a:lnTo>
                    <a:pt x="414719" y="34957"/>
                  </a:lnTo>
                  <a:lnTo>
                    <a:pt x="414433" y="34957"/>
                  </a:lnTo>
                  <a:lnTo>
                    <a:pt x="414242" y="34957"/>
                  </a:lnTo>
                  <a:lnTo>
                    <a:pt x="411671" y="31813"/>
                  </a:lnTo>
                  <a:lnTo>
                    <a:pt x="410813" y="30956"/>
                  </a:lnTo>
                  <a:lnTo>
                    <a:pt x="409956" y="30385"/>
                  </a:lnTo>
                  <a:lnTo>
                    <a:pt x="409385" y="30480"/>
                  </a:lnTo>
                  <a:lnTo>
                    <a:pt x="407956" y="31337"/>
                  </a:lnTo>
                  <a:lnTo>
                    <a:pt x="407003" y="31718"/>
                  </a:lnTo>
                  <a:lnTo>
                    <a:pt x="405860" y="31909"/>
                  </a:lnTo>
                  <a:lnTo>
                    <a:pt x="404717" y="31909"/>
                  </a:lnTo>
                  <a:lnTo>
                    <a:pt x="403574" y="31623"/>
                  </a:lnTo>
                  <a:lnTo>
                    <a:pt x="401479" y="30766"/>
                  </a:lnTo>
                  <a:lnTo>
                    <a:pt x="400812" y="30671"/>
                  </a:lnTo>
                  <a:lnTo>
                    <a:pt x="400145" y="30766"/>
                  </a:lnTo>
                  <a:lnTo>
                    <a:pt x="399383" y="31052"/>
                  </a:lnTo>
                  <a:lnTo>
                    <a:pt x="398240" y="31718"/>
                  </a:lnTo>
                  <a:lnTo>
                    <a:pt x="393668" y="35243"/>
                  </a:lnTo>
                  <a:lnTo>
                    <a:pt x="392716" y="36767"/>
                  </a:lnTo>
                  <a:lnTo>
                    <a:pt x="392430" y="37719"/>
                  </a:lnTo>
                  <a:lnTo>
                    <a:pt x="392525" y="38671"/>
                  </a:lnTo>
                  <a:lnTo>
                    <a:pt x="393573" y="40005"/>
                  </a:lnTo>
                  <a:lnTo>
                    <a:pt x="393954" y="40958"/>
                  </a:lnTo>
                  <a:lnTo>
                    <a:pt x="393573" y="42863"/>
                  </a:lnTo>
                  <a:lnTo>
                    <a:pt x="392621" y="44005"/>
                  </a:lnTo>
                  <a:lnTo>
                    <a:pt x="390144" y="46196"/>
                  </a:lnTo>
                  <a:lnTo>
                    <a:pt x="389572" y="47530"/>
                  </a:lnTo>
                  <a:lnTo>
                    <a:pt x="388620" y="50673"/>
                  </a:lnTo>
                  <a:lnTo>
                    <a:pt x="386715" y="54197"/>
                  </a:lnTo>
                  <a:lnTo>
                    <a:pt x="386239" y="55626"/>
                  </a:lnTo>
                  <a:lnTo>
                    <a:pt x="385763" y="57912"/>
                  </a:lnTo>
                  <a:lnTo>
                    <a:pt x="385096" y="58579"/>
                  </a:lnTo>
                  <a:lnTo>
                    <a:pt x="384238" y="59055"/>
                  </a:lnTo>
                  <a:lnTo>
                    <a:pt x="383286" y="59246"/>
                  </a:lnTo>
                  <a:lnTo>
                    <a:pt x="382238" y="59246"/>
                  </a:lnTo>
                  <a:lnTo>
                    <a:pt x="381190" y="58960"/>
                  </a:lnTo>
                  <a:lnTo>
                    <a:pt x="380047" y="58293"/>
                  </a:lnTo>
                  <a:lnTo>
                    <a:pt x="379095" y="57055"/>
                  </a:lnTo>
                  <a:lnTo>
                    <a:pt x="376999" y="53435"/>
                  </a:lnTo>
                  <a:lnTo>
                    <a:pt x="376333" y="52673"/>
                  </a:lnTo>
                  <a:lnTo>
                    <a:pt x="375666" y="52197"/>
                  </a:lnTo>
                  <a:lnTo>
                    <a:pt x="375095" y="52197"/>
                  </a:lnTo>
                  <a:lnTo>
                    <a:pt x="374713" y="52673"/>
                  </a:lnTo>
                  <a:lnTo>
                    <a:pt x="374713" y="53530"/>
                  </a:lnTo>
                  <a:lnTo>
                    <a:pt x="374809" y="54578"/>
                  </a:lnTo>
                  <a:lnTo>
                    <a:pt x="374809" y="55626"/>
                  </a:lnTo>
                  <a:lnTo>
                    <a:pt x="374332" y="56769"/>
                  </a:lnTo>
                  <a:lnTo>
                    <a:pt x="373666" y="57340"/>
                  </a:lnTo>
                  <a:lnTo>
                    <a:pt x="372904" y="57531"/>
                  </a:lnTo>
                  <a:lnTo>
                    <a:pt x="372046" y="57436"/>
                  </a:lnTo>
                  <a:lnTo>
                    <a:pt x="371285" y="56864"/>
                  </a:lnTo>
                  <a:lnTo>
                    <a:pt x="370713" y="56007"/>
                  </a:lnTo>
                  <a:lnTo>
                    <a:pt x="370332" y="54578"/>
                  </a:lnTo>
                  <a:lnTo>
                    <a:pt x="370141" y="53435"/>
                  </a:lnTo>
                  <a:lnTo>
                    <a:pt x="369665" y="52769"/>
                  </a:lnTo>
                  <a:lnTo>
                    <a:pt x="368713" y="52578"/>
                  </a:lnTo>
                  <a:lnTo>
                    <a:pt x="362998" y="54197"/>
                  </a:lnTo>
                  <a:lnTo>
                    <a:pt x="360712" y="54388"/>
                  </a:lnTo>
                  <a:lnTo>
                    <a:pt x="358140" y="55245"/>
                  </a:lnTo>
                  <a:lnTo>
                    <a:pt x="355949" y="56579"/>
                  </a:lnTo>
                  <a:lnTo>
                    <a:pt x="351472" y="61246"/>
                  </a:lnTo>
                  <a:lnTo>
                    <a:pt x="351091" y="61722"/>
                  </a:lnTo>
                  <a:lnTo>
                    <a:pt x="350901" y="62103"/>
                  </a:lnTo>
                  <a:lnTo>
                    <a:pt x="350711" y="62770"/>
                  </a:lnTo>
                  <a:lnTo>
                    <a:pt x="350615" y="63532"/>
                  </a:lnTo>
                  <a:lnTo>
                    <a:pt x="350615" y="64294"/>
                  </a:lnTo>
                  <a:lnTo>
                    <a:pt x="350711" y="64961"/>
                  </a:lnTo>
                  <a:lnTo>
                    <a:pt x="350996" y="65627"/>
                  </a:lnTo>
                  <a:lnTo>
                    <a:pt x="351377" y="66104"/>
                  </a:lnTo>
                  <a:lnTo>
                    <a:pt x="351949" y="66294"/>
                  </a:lnTo>
                  <a:lnTo>
                    <a:pt x="352711" y="66199"/>
                  </a:lnTo>
                  <a:lnTo>
                    <a:pt x="353663" y="65722"/>
                  </a:lnTo>
                  <a:lnTo>
                    <a:pt x="357854" y="62675"/>
                  </a:lnTo>
                  <a:lnTo>
                    <a:pt x="359855" y="61055"/>
                  </a:lnTo>
                  <a:lnTo>
                    <a:pt x="363569" y="59722"/>
                  </a:lnTo>
                  <a:lnTo>
                    <a:pt x="364236" y="59627"/>
                  </a:lnTo>
                  <a:lnTo>
                    <a:pt x="364712" y="59722"/>
                  </a:lnTo>
                  <a:lnTo>
                    <a:pt x="364998" y="60008"/>
                  </a:lnTo>
                  <a:lnTo>
                    <a:pt x="364998" y="60674"/>
                  </a:lnTo>
                  <a:lnTo>
                    <a:pt x="364331" y="62770"/>
                  </a:lnTo>
                  <a:lnTo>
                    <a:pt x="363664" y="65722"/>
                  </a:lnTo>
                  <a:lnTo>
                    <a:pt x="363283" y="69342"/>
                  </a:lnTo>
                  <a:lnTo>
                    <a:pt x="363379" y="70771"/>
                  </a:lnTo>
                  <a:lnTo>
                    <a:pt x="363664" y="71819"/>
                  </a:lnTo>
                  <a:lnTo>
                    <a:pt x="364617" y="73533"/>
                  </a:lnTo>
                  <a:lnTo>
                    <a:pt x="364807" y="74486"/>
                  </a:lnTo>
                  <a:lnTo>
                    <a:pt x="364712" y="75343"/>
                  </a:lnTo>
                  <a:lnTo>
                    <a:pt x="363950" y="76295"/>
                  </a:lnTo>
                  <a:lnTo>
                    <a:pt x="362903" y="77153"/>
                  </a:lnTo>
                  <a:lnTo>
                    <a:pt x="361664" y="77914"/>
                  </a:lnTo>
                  <a:lnTo>
                    <a:pt x="360902" y="78105"/>
                  </a:lnTo>
                  <a:lnTo>
                    <a:pt x="360140" y="77819"/>
                  </a:lnTo>
                  <a:lnTo>
                    <a:pt x="356711" y="74867"/>
                  </a:lnTo>
                  <a:lnTo>
                    <a:pt x="356330" y="74771"/>
                  </a:lnTo>
                  <a:lnTo>
                    <a:pt x="355663" y="74771"/>
                  </a:lnTo>
                  <a:lnTo>
                    <a:pt x="349472" y="75819"/>
                  </a:lnTo>
                  <a:lnTo>
                    <a:pt x="344710" y="77248"/>
                  </a:lnTo>
                  <a:lnTo>
                    <a:pt x="343948" y="77343"/>
                  </a:lnTo>
                  <a:lnTo>
                    <a:pt x="343376" y="77248"/>
                  </a:lnTo>
                  <a:lnTo>
                    <a:pt x="342995" y="77057"/>
                  </a:lnTo>
                  <a:lnTo>
                    <a:pt x="342805" y="76771"/>
                  </a:lnTo>
                  <a:lnTo>
                    <a:pt x="342710" y="76105"/>
                  </a:lnTo>
                  <a:lnTo>
                    <a:pt x="342805" y="75438"/>
                  </a:lnTo>
                  <a:lnTo>
                    <a:pt x="343281" y="73914"/>
                  </a:lnTo>
                  <a:lnTo>
                    <a:pt x="343471" y="72676"/>
                  </a:lnTo>
                  <a:lnTo>
                    <a:pt x="343376" y="71533"/>
                  </a:lnTo>
                  <a:lnTo>
                    <a:pt x="342995" y="70485"/>
                  </a:lnTo>
                  <a:lnTo>
                    <a:pt x="342329" y="69628"/>
                  </a:lnTo>
                  <a:lnTo>
                    <a:pt x="341186" y="69247"/>
                  </a:lnTo>
                  <a:lnTo>
                    <a:pt x="339566" y="69342"/>
                  </a:lnTo>
                  <a:lnTo>
                    <a:pt x="337090" y="70295"/>
                  </a:lnTo>
                  <a:lnTo>
                    <a:pt x="335566" y="71342"/>
                  </a:lnTo>
                  <a:lnTo>
                    <a:pt x="334328" y="72485"/>
                  </a:lnTo>
                  <a:lnTo>
                    <a:pt x="333565" y="73628"/>
                  </a:lnTo>
                  <a:lnTo>
                    <a:pt x="332994" y="74771"/>
                  </a:lnTo>
                  <a:lnTo>
                    <a:pt x="332708" y="75914"/>
                  </a:lnTo>
                  <a:lnTo>
                    <a:pt x="332804" y="76581"/>
                  </a:lnTo>
                  <a:lnTo>
                    <a:pt x="333756" y="77629"/>
                  </a:lnTo>
                  <a:lnTo>
                    <a:pt x="334042" y="78200"/>
                  </a:lnTo>
                  <a:lnTo>
                    <a:pt x="333946" y="78867"/>
                  </a:lnTo>
                  <a:lnTo>
                    <a:pt x="333661" y="79153"/>
                  </a:lnTo>
                  <a:lnTo>
                    <a:pt x="331565" y="79820"/>
                  </a:lnTo>
                  <a:lnTo>
                    <a:pt x="329660" y="80677"/>
                  </a:lnTo>
                  <a:lnTo>
                    <a:pt x="328613" y="81439"/>
                  </a:lnTo>
                  <a:lnTo>
                    <a:pt x="327946" y="82105"/>
                  </a:lnTo>
                  <a:lnTo>
                    <a:pt x="327470" y="82963"/>
                  </a:lnTo>
                  <a:lnTo>
                    <a:pt x="327088" y="83915"/>
                  </a:lnTo>
                  <a:lnTo>
                    <a:pt x="326898" y="84963"/>
                  </a:lnTo>
                  <a:lnTo>
                    <a:pt x="326898" y="85915"/>
                  </a:lnTo>
                  <a:lnTo>
                    <a:pt x="327088" y="86582"/>
                  </a:lnTo>
                  <a:lnTo>
                    <a:pt x="327374" y="87059"/>
                  </a:lnTo>
                  <a:lnTo>
                    <a:pt x="328898" y="88583"/>
                  </a:lnTo>
                  <a:lnTo>
                    <a:pt x="329470" y="89440"/>
                  </a:lnTo>
                  <a:lnTo>
                    <a:pt x="329755" y="89916"/>
                  </a:lnTo>
                  <a:lnTo>
                    <a:pt x="329851" y="90297"/>
                  </a:lnTo>
                  <a:lnTo>
                    <a:pt x="329946" y="90964"/>
                  </a:lnTo>
                  <a:lnTo>
                    <a:pt x="329946" y="92964"/>
                  </a:lnTo>
                  <a:lnTo>
                    <a:pt x="329565" y="95821"/>
                  </a:lnTo>
                  <a:lnTo>
                    <a:pt x="327660" y="94393"/>
                  </a:lnTo>
                  <a:lnTo>
                    <a:pt x="324993" y="89726"/>
                  </a:lnTo>
                  <a:lnTo>
                    <a:pt x="323850" y="88106"/>
                  </a:lnTo>
                  <a:lnTo>
                    <a:pt x="323183" y="86392"/>
                  </a:lnTo>
                  <a:lnTo>
                    <a:pt x="321850" y="84296"/>
                  </a:lnTo>
                  <a:lnTo>
                    <a:pt x="321469" y="83820"/>
                  </a:lnTo>
                  <a:lnTo>
                    <a:pt x="317373" y="80677"/>
                  </a:lnTo>
                  <a:lnTo>
                    <a:pt x="317087" y="80391"/>
                  </a:lnTo>
                  <a:lnTo>
                    <a:pt x="316135" y="79153"/>
                  </a:lnTo>
                  <a:lnTo>
                    <a:pt x="316039" y="79058"/>
                  </a:lnTo>
                  <a:lnTo>
                    <a:pt x="315468" y="78391"/>
                  </a:lnTo>
                  <a:lnTo>
                    <a:pt x="314896" y="78105"/>
                  </a:lnTo>
                  <a:lnTo>
                    <a:pt x="314135" y="77819"/>
                  </a:lnTo>
                  <a:lnTo>
                    <a:pt x="311563" y="77724"/>
                  </a:lnTo>
                  <a:lnTo>
                    <a:pt x="310229" y="77819"/>
                  </a:lnTo>
                  <a:lnTo>
                    <a:pt x="309563" y="77629"/>
                  </a:lnTo>
                  <a:lnTo>
                    <a:pt x="308801" y="77343"/>
                  </a:lnTo>
                  <a:lnTo>
                    <a:pt x="307848" y="76581"/>
                  </a:lnTo>
                  <a:lnTo>
                    <a:pt x="306705" y="75819"/>
                  </a:lnTo>
                  <a:lnTo>
                    <a:pt x="305276" y="75724"/>
                  </a:lnTo>
                  <a:lnTo>
                    <a:pt x="304990" y="76676"/>
                  </a:lnTo>
                  <a:lnTo>
                    <a:pt x="304800" y="77629"/>
                  </a:lnTo>
                  <a:lnTo>
                    <a:pt x="304610" y="78105"/>
                  </a:lnTo>
                  <a:lnTo>
                    <a:pt x="304419" y="78486"/>
                  </a:lnTo>
                  <a:lnTo>
                    <a:pt x="304133" y="78772"/>
                  </a:lnTo>
                  <a:lnTo>
                    <a:pt x="303752" y="79058"/>
                  </a:lnTo>
                  <a:lnTo>
                    <a:pt x="302609" y="79724"/>
                  </a:lnTo>
                  <a:lnTo>
                    <a:pt x="300514" y="80581"/>
                  </a:lnTo>
                  <a:lnTo>
                    <a:pt x="300133" y="80867"/>
                  </a:lnTo>
                  <a:lnTo>
                    <a:pt x="299752" y="81153"/>
                  </a:lnTo>
                  <a:lnTo>
                    <a:pt x="299180" y="81820"/>
                  </a:lnTo>
                  <a:lnTo>
                    <a:pt x="297561" y="84772"/>
                  </a:lnTo>
                  <a:lnTo>
                    <a:pt x="297180" y="85344"/>
                  </a:lnTo>
                  <a:lnTo>
                    <a:pt x="295561" y="86773"/>
                  </a:lnTo>
                  <a:lnTo>
                    <a:pt x="295180" y="87059"/>
                  </a:lnTo>
                  <a:lnTo>
                    <a:pt x="293180" y="88106"/>
                  </a:lnTo>
                  <a:lnTo>
                    <a:pt x="292798" y="88392"/>
                  </a:lnTo>
                  <a:lnTo>
                    <a:pt x="292513" y="88773"/>
                  </a:lnTo>
                  <a:lnTo>
                    <a:pt x="292322" y="89249"/>
                  </a:lnTo>
                  <a:lnTo>
                    <a:pt x="292227" y="89726"/>
                  </a:lnTo>
                  <a:lnTo>
                    <a:pt x="292227" y="90297"/>
                  </a:lnTo>
                  <a:lnTo>
                    <a:pt x="292418" y="92964"/>
                  </a:lnTo>
                  <a:lnTo>
                    <a:pt x="292132" y="99536"/>
                  </a:lnTo>
                  <a:lnTo>
                    <a:pt x="291941" y="100584"/>
                  </a:lnTo>
                  <a:lnTo>
                    <a:pt x="291751" y="100965"/>
                  </a:lnTo>
                  <a:lnTo>
                    <a:pt x="291274" y="101727"/>
                  </a:lnTo>
                  <a:lnTo>
                    <a:pt x="290608" y="102489"/>
                  </a:lnTo>
                  <a:lnTo>
                    <a:pt x="290036" y="102965"/>
                  </a:lnTo>
                  <a:lnTo>
                    <a:pt x="288798" y="103727"/>
                  </a:lnTo>
                  <a:lnTo>
                    <a:pt x="287274" y="104489"/>
                  </a:lnTo>
                  <a:lnTo>
                    <a:pt x="286321" y="104680"/>
                  </a:lnTo>
                  <a:lnTo>
                    <a:pt x="279178" y="104870"/>
                  </a:lnTo>
                  <a:lnTo>
                    <a:pt x="277844" y="105251"/>
                  </a:lnTo>
                  <a:lnTo>
                    <a:pt x="276511" y="105823"/>
                  </a:lnTo>
                  <a:lnTo>
                    <a:pt x="275844" y="106299"/>
                  </a:lnTo>
                  <a:lnTo>
                    <a:pt x="272796" y="109347"/>
                  </a:lnTo>
                  <a:lnTo>
                    <a:pt x="272129" y="109919"/>
                  </a:lnTo>
                  <a:lnTo>
                    <a:pt x="271748" y="110204"/>
                  </a:lnTo>
                  <a:lnTo>
                    <a:pt x="270796" y="110395"/>
                  </a:lnTo>
                  <a:lnTo>
                    <a:pt x="266129" y="110395"/>
                  </a:lnTo>
                  <a:lnTo>
                    <a:pt x="264795" y="110109"/>
                  </a:lnTo>
                  <a:lnTo>
                    <a:pt x="263938" y="109728"/>
                  </a:lnTo>
                  <a:lnTo>
                    <a:pt x="263747" y="109347"/>
                  </a:lnTo>
                  <a:lnTo>
                    <a:pt x="263557" y="108871"/>
                  </a:lnTo>
                  <a:lnTo>
                    <a:pt x="262985" y="106680"/>
                  </a:lnTo>
                  <a:lnTo>
                    <a:pt x="262890" y="105918"/>
                  </a:lnTo>
                  <a:lnTo>
                    <a:pt x="262795" y="105442"/>
                  </a:lnTo>
                  <a:lnTo>
                    <a:pt x="262414" y="104585"/>
                  </a:lnTo>
                  <a:lnTo>
                    <a:pt x="261938" y="103822"/>
                  </a:lnTo>
                  <a:lnTo>
                    <a:pt x="261366" y="103251"/>
                  </a:lnTo>
                  <a:lnTo>
                    <a:pt x="260890" y="103156"/>
                  </a:lnTo>
                  <a:lnTo>
                    <a:pt x="260413" y="103251"/>
                  </a:lnTo>
                  <a:lnTo>
                    <a:pt x="259461" y="103632"/>
                  </a:lnTo>
                  <a:lnTo>
                    <a:pt x="258985" y="103918"/>
                  </a:lnTo>
                  <a:lnTo>
                    <a:pt x="258508" y="104204"/>
                  </a:lnTo>
                  <a:lnTo>
                    <a:pt x="258223" y="104489"/>
                  </a:lnTo>
                  <a:lnTo>
                    <a:pt x="257937" y="104775"/>
                  </a:lnTo>
                  <a:lnTo>
                    <a:pt x="257651" y="105061"/>
                  </a:lnTo>
                  <a:lnTo>
                    <a:pt x="257175" y="105251"/>
                  </a:lnTo>
                  <a:lnTo>
                    <a:pt x="256699" y="105251"/>
                  </a:lnTo>
                  <a:lnTo>
                    <a:pt x="255937" y="104965"/>
                  </a:lnTo>
                  <a:lnTo>
                    <a:pt x="255651" y="104585"/>
                  </a:lnTo>
                  <a:lnTo>
                    <a:pt x="255556" y="104108"/>
                  </a:lnTo>
                  <a:lnTo>
                    <a:pt x="255937" y="103251"/>
                  </a:lnTo>
                  <a:lnTo>
                    <a:pt x="255937" y="102775"/>
                  </a:lnTo>
                  <a:lnTo>
                    <a:pt x="255746" y="102394"/>
                  </a:lnTo>
                  <a:lnTo>
                    <a:pt x="254318" y="101346"/>
                  </a:lnTo>
                  <a:lnTo>
                    <a:pt x="254032" y="101060"/>
                  </a:lnTo>
                  <a:lnTo>
                    <a:pt x="253746" y="100775"/>
                  </a:lnTo>
                  <a:lnTo>
                    <a:pt x="253555" y="100394"/>
                  </a:lnTo>
                  <a:lnTo>
                    <a:pt x="253365" y="100013"/>
                  </a:lnTo>
                  <a:lnTo>
                    <a:pt x="253174" y="99536"/>
                  </a:lnTo>
                  <a:lnTo>
                    <a:pt x="253174" y="99060"/>
                  </a:lnTo>
                  <a:lnTo>
                    <a:pt x="253270" y="98584"/>
                  </a:lnTo>
                  <a:lnTo>
                    <a:pt x="253651" y="97155"/>
                  </a:lnTo>
                  <a:lnTo>
                    <a:pt x="253746" y="96679"/>
                  </a:lnTo>
                  <a:lnTo>
                    <a:pt x="253746" y="96203"/>
                  </a:lnTo>
                  <a:lnTo>
                    <a:pt x="253555" y="95821"/>
                  </a:lnTo>
                  <a:lnTo>
                    <a:pt x="253270" y="95631"/>
                  </a:lnTo>
                  <a:lnTo>
                    <a:pt x="252794" y="95726"/>
                  </a:lnTo>
                  <a:lnTo>
                    <a:pt x="252222" y="96203"/>
                  </a:lnTo>
                  <a:lnTo>
                    <a:pt x="251841" y="96679"/>
                  </a:lnTo>
                  <a:lnTo>
                    <a:pt x="251555" y="97155"/>
                  </a:lnTo>
                  <a:lnTo>
                    <a:pt x="251365" y="97631"/>
                  </a:lnTo>
                  <a:lnTo>
                    <a:pt x="250984" y="99060"/>
                  </a:lnTo>
                  <a:lnTo>
                    <a:pt x="250698" y="99441"/>
                  </a:lnTo>
                  <a:lnTo>
                    <a:pt x="250222" y="99631"/>
                  </a:lnTo>
                  <a:lnTo>
                    <a:pt x="249174" y="99727"/>
                  </a:lnTo>
                  <a:lnTo>
                    <a:pt x="248317" y="99917"/>
                  </a:lnTo>
                  <a:lnTo>
                    <a:pt x="247269" y="100394"/>
                  </a:lnTo>
                  <a:lnTo>
                    <a:pt x="246697" y="100775"/>
                  </a:lnTo>
                  <a:lnTo>
                    <a:pt x="246316" y="101155"/>
                  </a:lnTo>
                  <a:lnTo>
                    <a:pt x="244983" y="102870"/>
                  </a:lnTo>
                  <a:lnTo>
                    <a:pt x="244316" y="103442"/>
                  </a:lnTo>
                  <a:lnTo>
                    <a:pt x="243173" y="104108"/>
                  </a:lnTo>
                  <a:lnTo>
                    <a:pt x="242602" y="104299"/>
                  </a:lnTo>
                  <a:lnTo>
                    <a:pt x="242030" y="104394"/>
                  </a:lnTo>
                  <a:lnTo>
                    <a:pt x="240982" y="104299"/>
                  </a:lnTo>
                  <a:lnTo>
                    <a:pt x="240506" y="104204"/>
                  </a:lnTo>
                  <a:lnTo>
                    <a:pt x="240030" y="104013"/>
                  </a:lnTo>
                  <a:lnTo>
                    <a:pt x="239744" y="103727"/>
                  </a:lnTo>
                  <a:lnTo>
                    <a:pt x="239458" y="103346"/>
                  </a:lnTo>
                  <a:lnTo>
                    <a:pt x="239268" y="102870"/>
                  </a:lnTo>
                  <a:lnTo>
                    <a:pt x="239268" y="102394"/>
                  </a:lnTo>
                  <a:lnTo>
                    <a:pt x="239363" y="101918"/>
                  </a:lnTo>
                  <a:lnTo>
                    <a:pt x="239554" y="101441"/>
                  </a:lnTo>
                  <a:lnTo>
                    <a:pt x="239744" y="101060"/>
                  </a:lnTo>
                  <a:lnTo>
                    <a:pt x="240411" y="100013"/>
                  </a:lnTo>
                  <a:lnTo>
                    <a:pt x="240506" y="99727"/>
                  </a:lnTo>
                  <a:lnTo>
                    <a:pt x="240602" y="99346"/>
                  </a:lnTo>
                  <a:lnTo>
                    <a:pt x="240506" y="98965"/>
                  </a:lnTo>
                  <a:lnTo>
                    <a:pt x="240316" y="98584"/>
                  </a:lnTo>
                  <a:lnTo>
                    <a:pt x="240030" y="98393"/>
                  </a:lnTo>
                  <a:lnTo>
                    <a:pt x="239744" y="98298"/>
                  </a:lnTo>
                  <a:lnTo>
                    <a:pt x="237839" y="97822"/>
                  </a:lnTo>
                  <a:lnTo>
                    <a:pt x="236696" y="97155"/>
                  </a:lnTo>
                  <a:lnTo>
                    <a:pt x="236315" y="96869"/>
                  </a:lnTo>
                  <a:lnTo>
                    <a:pt x="236029" y="96584"/>
                  </a:lnTo>
                  <a:lnTo>
                    <a:pt x="235744" y="96203"/>
                  </a:lnTo>
                  <a:lnTo>
                    <a:pt x="235077" y="94964"/>
                  </a:lnTo>
                  <a:lnTo>
                    <a:pt x="234791" y="94107"/>
                  </a:lnTo>
                  <a:lnTo>
                    <a:pt x="234696" y="93059"/>
                  </a:lnTo>
                  <a:lnTo>
                    <a:pt x="234696" y="91345"/>
                  </a:lnTo>
                  <a:lnTo>
                    <a:pt x="234601" y="90297"/>
                  </a:lnTo>
                  <a:lnTo>
                    <a:pt x="234410" y="89821"/>
                  </a:lnTo>
                  <a:lnTo>
                    <a:pt x="234220" y="89440"/>
                  </a:lnTo>
                  <a:lnTo>
                    <a:pt x="233934" y="89059"/>
                  </a:lnTo>
                  <a:lnTo>
                    <a:pt x="233648" y="88773"/>
                  </a:lnTo>
                  <a:lnTo>
                    <a:pt x="232886" y="88297"/>
                  </a:lnTo>
                  <a:lnTo>
                    <a:pt x="232505" y="88106"/>
                  </a:lnTo>
                  <a:lnTo>
                    <a:pt x="231648" y="87725"/>
                  </a:lnTo>
                  <a:lnTo>
                    <a:pt x="228981" y="87249"/>
                  </a:lnTo>
                  <a:lnTo>
                    <a:pt x="228505" y="87059"/>
                  </a:lnTo>
                  <a:lnTo>
                    <a:pt x="228124" y="86868"/>
                  </a:lnTo>
                  <a:lnTo>
                    <a:pt x="227743" y="86582"/>
                  </a:lnTo>
                  <a:lnTo>
                    <a:pt x="227457" y="86296"/>
                  </a:lnTo>
                  <a:lnTo>
                    <a:pt x="227266" y="85915"/>
                  </a:lnTo>
                  <a:lnTo>
                    <a:pt x="227171" y="85439"/>
                  </a:lnTo>
                  <a:lnTo>
                    <a:pt x="227171" y="84868"/>
                  </a:lnTo>
                  <a:lnTo>
                    <a:pt x="227266" y="84296"/>
                  </a:lnTo>
                  <a:lnTo>
                    <a:pt x="227362" y="83820"/>
                  </a:lnTo>
                  <a:lnTo>
                    <a:pt x="227743" y="82963"/>
                  </a:lnTo>
                  <a:lnTo>
                    <a:pt x="228219" y="82201"/>
                  </a:lnTo>
                  <a:lnTo>
                    <a:pt x="228314" y="81820"/>
                  </a:lnTo>
                  <a:lnTo>
                    <a:pt x="228219" y="81344"/>
                  </a:lnTo>
                  <a:lnTo>
                    <a:pt x="226695" y="79058"/>
                  </a:lnTo>
                  <a:lnTo>
                    <a:pt x="223552" y="75629"/>
                  </a:lnTo>
                  <a:lnTo>
                    <a:pt x="221742" y="74009"/>
                  </a:lnTo>
                  <a:lnTo>
                    <a:pt x="220789" y="73723"/>
                  </a:lnTo>
                  <a:lnTo>
                    <a:pt x="220028" y="74009"/>
                  </a:lnTo>
                  <a:lnTo>
                    <a:pt x="218885" y="75057"/>
                  </a:lnTo>
                  <a:lnTo>
                    <a:pt x="217646" y="75914"/>
                  </a:lnTo>
                  <a:lnTo>
                    <a:pt x="215455" y="76771"/>
                  </a:lnTo>
                  <a:lnTo>
                    <a:pt x="212503" y="77057"/>
                  </a:lnTo>
                  <a:lnTo>
                    <a:pt x="209360" y="76581"/>
                  </a:lnTo>
                  <a:lnTo>
                    <a:pt x="208407" y="76581"/>
                  </a:lnTo>
                  <a:lnTo>
                    <a:pt x="207740" y="77153"/>
                  </a:lnTo>
                  <a:lnTo>
                    <a:pt x="207073" y="77629"/>
                  </a:lnTo>
                  <a:lnTo>
                    <a:pt x="206121" y="78200"/>
                  </a:lnTo>
                  <a:lnTo>
                    <a:pt x="204883" y="78677"/>
                  </a:lnTo>
                  <a:lnTo>
                    <a:pt x="204406" y="78962"/>
                  </a:lnTo>
                  <a:lnTo>
                    <a:pt x="203930" y="79343"/>
                  </a:lnTo>
                  <a:lnTo>
                    <a:pt x="202692" y="80105"/>
                  </a:lnTo>
                  <a:lnTo>
                    <a:pt x="202406" y="80772"/>
                  </a:lnTo>
                  <a:lnTo>
                    <a:pt x="201930" y="82296"/>
                  </a:lnTo>
                  <a:lnTo>
                    <a:pt x="201739" y="82677"/>
                  </a:lnTo>
                  <a:lnTo>
                    <a:pt x="201454" y="82963"/>
                  </a:lnTo>
                  <a:lnTo>
                    <a:pt x="201073" y="83248"/>
                  </a:lnTo>
                  <a:lnTo>
                    <a:pt x="200311" y="83629"/>
                  </a:lnTo>
                  <a:lnTo>
                    <a:pt x="199835" y="84011"/>
                  </a:lnTo>
                  <a:lnTo>
                    <a:pt x="199454" y="84487"/>
                  </a:lnTo>
                  <a:lnTo>
                    <a:pt x="199263" y="85249"/>
                  </a:lnTo>
                  <a:lnTo>
                    <a:pt x="199168" y="85820"/>
                  </a:lnTo>
                  <a:lnTo>
                    <a:pt x="199549" y="87344"/>
                  </a:lnTo>
                  <a:lnTo>
                    <a:pt x="199835" y="88202"/>
                  </a:lnTo>
                  <a:lnTo>
                    <a:pt x="201168" y="90392"/>
                  </a:lnTo>
                  <a:lnTo>
                    <a:pt x="202121" y="91345"/>
                  </a:lnTo>
                  <a:lnTo>
                    <a:pt x="202406" y="91726"/>
                  </a:lnTo>
                  <a:lnTo>
                    <a:pt x="202597" y="92107"/>
                  </a:lnTo>
                  <a:lnTo>
                    <a:pt x="202692" y="92583"/>
                  </a:lnTo>
                  <a:lnTo>
                    <a:pt x="202692" y="93059"/>
                  </a:lnTo>
                  <a:lnTo>
                    <a:pt x="202311" y="96393"/>
                  </a:lnTo>
                  <a:lnTo>
                    <a:pt x="202121" y="97441"/>
                  </a:lnTo>
                  <a:lnTo>
                    <a:pt x="201930" y="97917"/>
                  </a:lnTo>
                  <a:lnTo>
                    <a:pt x="201835" y="98393"/>
                  </a:lnTo>
                  <a:lnTo>
                    <a:pt x="201073" y="100679"/>
                  </a:lnTo>
                  <a:lnTo>
                    <a:pt x="200882" y="101060"/>
                  </a:lnTo>
                  <a:lnTo>
                    <a:pt x="200596" y="101441"/>
                  </a:lnTo>
                  <a:lnTo>
                    <a:pt x="200311" y="101727"/>
                  </a:lnTo>
                  <a:lnTo>
                    <a:pt x="199930" y="101918"/>
                  </a:lnTo>
                  <a:lnTo>
                    <a:pt x="199454" y="102013"/>
                  </a:lnTo>
                  <a:lnTo>
                    <a:pt x="198977" y="102394"/>
                  </a:lnTo>
                  <a:lnTo>
                    <a:pt x="198406" y="101060"/>
                  </a:lnTo>
                  <a:lnTo>
                    <a:pt x="196977" y="100489"/>
                  </a:lnTo>
                  <a:lnTo>
                    <a:pt x="195263" y="100584"/>
                  </a:lnTo>
                  <a:lnTo>
                    <a:pt x="194120" y="101155"/>
                  </a:lnTo>
                  <a:lnTo>
                    <a:pt x="193834" y="101918"/>
                  </a:lnTo>
                  <a:lnTo>
                    <a:pt x="193453" y="104013"/>
                  </a:lnTo>
                  <a:lnTo>
                    <a:pt x="193072" y="104870"/>
                  </a:lnTo>
                  <a:lnTo>
                    <a:pt x="192596" y="105537"/>
                  </a:lnTo>
                  <a:lnTo>
                    <a:pt x="192310" y="105728"/>
                  </a:lnTo>
                  <a:lnTo>
                    <a:pt x="184213" y="107252"/>
                  </a:lnTo>
                  <a:lnTo>
                    <a:pt x="177737" y="107252"/>
                  </a:lnTo>
                  <a:lnTo>
                    <a:pt x="174688" y="107823"/>
                  </a:lnTo>
                  <a:lnTo>
                    <a:pt x="172593" y="109633"/>
                  </a:lnTo>
                  <a:lnTo>
                    <a:pt x="170688" y="111919"/>
                  </a:lnTo>
                  <a:lnTo>
                    <a:pt x="168307" y="113919"/>
                  </a:lnTo>
                  <a:lnTo>
                    <a:pt x="162592" y="116300"/>
                  </a:lnTo>
                  <a:lnTo>
                    <a:pt x="161735" y="116777"/>
                  </a:lnTo>
                  <a:lnTo>
                    <a:pt x="157924" y="119920"/>
                  </a:lnTo>
                  <a:lnTo>
                    <a:pt x="151924" y="122015"/>
                  </a:lnTo>
                  <a:lnTo>
                    <a:pt x="151066" y="122682"/>
                  </a:lnTo>
                  <a:lnTo>
                    <a:pt x="145923" y="124682"/>
                  </a:lnTo>
                  <a:lnTo>
                    <a:pt x="139637" y="124682"/>
                  </a:lnTo>
                  <a:lnTo>
                    <a:pt x="138589" y="124873"/>
                  </a:lnTo>
                  <a:lnTo>
                    <a:pt x="138113" y="125444"/>
                  </a:lnTo>
                  <a:lnTo>
                    <a:pt x="137827" y="126016"/>
                  </a:lnTo>
                  <a:lnTo>
                    <a:pt x="137255" y="126492"/>
                  </a:lnTo>
                  <a:lnTo>
                    <a:pt x="136398" y="126587"/>
                  </a:lnTo>
                  <a:lnTo>
                    <a:pt x="135636" y="126302"/>
                  </a:lnTo>
                  <a:lnTo>
                    <a:pt x="134874" y="126111"/>
                  </a:lnTo>
                  <a:lnTo>
                    <a:pt x="133921" y="126492"/>
                  </a:lnTo>
                  <a:lnTo>
                    <a:pt x="136017" y="129921"/>
                  </a:lnTo>
                  <a:lnTo>
                    <a:pt x="137351" y="133826"/>
                  </a:lnTo>
                  <a:lnTo>
                    <a:pt x="137446" y="137922"/>
                  </a:lnTo>
                  <a:lnTo>
                    <a:pt x="135541" y="142113"/>
                  </a:lnTo>
                  <a:lnTo>
                    <a:pt x="133540" y="144113"/>
                  </a:lnTo>
                  <a:lnTo>
                    <a:pt x="128206" y="148019"/>
                  </a:lnTo>
                  <a:lnTo>
                    <a:pt x="126302" y="149923"/>
                  </a:lnTo>
                  <a:lnTo>
                    <a:pt x="124492" y="153353"/>
                  </a:lnTo>
                  <a:lnTo>
                    <a:pt x="123254" y="154496"/>
                  </a:lnTo>
                  <a:lnTo>
                    <a:pt x="121729" y="153924"/>
                  </a:lnTo>
                  <a:lnTo>
                    <a:pt x="116205" y="147828"/>
                  </a:lnTo>
                  <a:lnTo>
                    <a:pt x="114967" y="146971"/>
                  </a:lnTo>
                  <a:lnTo>
                    <a:pt x="113538" y="146590"/>
                  </a:lnTo>
                  <a:lnTo>
                    <a:pt x="111347" y="146495"/>
                  </a:lnTo>
                  <a:lnTo>
                    <a:pt x="109823" y="146971"/>
                  </a:lnTo>
                  <a:lnTo>
                    <a:pt x="107728" y="148780"/>
                  </a:lnTo>
                  <a:lnTo>
                    <a:pt x="106108" y="148971"/>
                  </a:lnTo>
                  <a:lnTo>
                    <a:pt x="104680" y="148209"/>
                  </a:lnTo>
                  <a:lnTo>
                    <a:pt x="102489" y="145828"/>
                  </a:lnTo>
                  <a:lnTo>
                    <a:pt x="99917" y="144875"/>
                  </a:lnTo>
                  <a:lnTo>
                    <a:pt x="95631" y="141732"/>
                  </a:lnTo>
                  <a:lnTo>
                    <a:pt x="94012" y="142494"/>
                  </a:lnTo>
                  <a:lnTo>
                    <a:pt x="92488" y="142208"/>
                  </a:lnTo>
                  <a:lnTo>
                    <a:pt x="90202" y="140494"/>
                  </a:lnTo>
                  <a:lnTo>
                    <a:pt x="89059" y="139827"/>
                  </a:lnTo>
                  <a:lnTo>
                    <a:pt x="88011" y="139637"/>
                  </a:lnTo>
                  <a:lnTo>
                    <a:pt x="84963" y="139827"/>
                  </a:lnTo>
                  <a:lnTo>
                    <a:pt x="82296" y="139160"/>
                  </a:lnTo>
                  <a:lnTo>
                    <a:pt x="79915" y="137446"/>
                  </a:lnTo>
                  <a:lnTo>
                    <a:pt x="78200" y="134874"/>
                  </a:lnTo>
                  <a:lnTo>
                    <a:pt x="77153" y="129826"/>
                  </a:lnTo>
                  <a:lnTo>
                    <a:pt x="76105" y="128873"/>
                  </a:lnTo>
                  <a:lnTo>
                    <a:pt x="74771" y="128302"/>
                  </a:lnTo>
                  <a:lnTo>
                    <a:pt x="73533" y="127445"/>
                  </a:lnTo>
                  <a:lnTo>
                    <a:pt x="72104" y="126873"/>
                  </a:lnTo>
                  <a:lnTo>
                    <a:pt x="70485" y="127159"/>
                  </a:lnTo>
                  <a:lnTo>
                    <a:pt x="68199" y="128302"/>
                  </a:lnTo>
                  <a:lnTo>
                    <a:pt x="66770" y="128683"/>
                  </a:lnTo>
                  <a:lnTo>
                    <a:pt x="64770" y="128873"/>
                  </a:lnTo>
                  <a:lnTo>
                    <a:pt x="62960" y="128397"/>
                  </a:lnTo>
                  <a:lnTo>
                    <a:pt x="61531" y="125539"/>
                  </a:lnTo>
                  <a:lnTo>
                    <a:pt x="59912" y="123920"/>
                  </a:lnTo>
                  <a:lnTo>
                    <a:pt x="58103" y="122587"/>
                  </a:lnTo>
                  <a:lnTo>
                    <a:pt x="56769" y="122111"/>
                  </a:lnTo>
                  <a:lnTo>
                    <a:pt x="55816" y="122777"/>
                  </a:lnTo>
                  <a:lnTo>
                    <a:pt x="54769" y="124778"/>
                  </a:lnTo>
                  <a:lnTo>
                    <a:pt x="53721" y="125159"/>
                  </a:lnTo>
                  <a:lnTo>
                    <a:pt x="52769" y="125349"/>
                  </a:lnTo>
                  <a:lnTo>
                    <a:pt x="51149" y="126206"/>
                  </a:lnTo>
                  <a:lnTo>
                    <a:pt x="50387" y="126397"/>
                  </a:lnTo>
                  <a:lnTo>
                    <a:pt x="49530" y="126968"/>
                  </a:lnTo>
                  <a:lnTo>
                    <a:pt x="46863" y="130588"/>
                  </a:lnTo>
                  <a:lnTo>
                    <a:pt x="45339" y="132112"/>
                  </a:lnTo>
                  <a:lnTo>
                    <a:pt x="45148" y="132683"/>
                  </a:lnTo>
                  <a:lnTo>
                    <a:pt x="45053" y="133445"/>
                  </a:lnTo>
                  <a:lnTo>
                    <a:pt x="44672" y="135636"/>
                  </a:lnTo>
                  <a:lnTo>
                    <a:pt x="43910" y="137065"/>
                  </a:lnTo>
                  <a:lnTo>
                    <a:pt x="43434" y="139160"/>
                  </a:lnTo>
                  <a:lnTo>
                    <a:pt x="42958" y="140113"/>
                  </a:lnTo>
                  <a:lnTo>
                    <a:pt x="42481" y="140589"/>
                  </a:lnTo>
                  <a:lnTo>
                    <a:pt x="42005" y="140779"/>
                  </a:lnTo>
                  <a:lnTo>
                    <a:pt x="41434" y="140970"/>
                  </a:lnTo>
                  <a:lnTo>
                    <a:pt x="39338" y="141922"/>
                  </a:lnTo>
                  <a:lnTo>
                    <a:pt x="36004" y="142970"/>
                  </a:lnTo>
                  <a:lnTo>
                    <a:pt x="32576" y="143446"/>
                  </a:lnTo>
                  <a:lnTo>
                    <a:pt x="31528" y="144399"/>
                  </a:lnTo>
                  <a:lnTo>
                    <a:pt x="29528" y="148685"/>
                  </a:lnTo>
                  <a:lnTo>
                    <a:pt x="28670" y="149638"/>
                  </a:lnTo>
                  <a:lnTo>
                    <a:pt x="27432" y="150209"/>
                  </a:lnTo>
                  <a:lnTo>
                    <a:pt x="25527" y="150400"/>
                  </a:lnTo>
                  <a:lnTo>
                    <a:pt x="23813" y="150971"/>
                  </a:lnTo>
                  <a:lnTo>
                    <a:pt x="22384" y="152305"/>
                  </a:lnTo>
                  <a:lnTo>
                    <a:pt x="21050" y="153924"/>
                  </a:lnTo>
                  <a:lnTo>
                    <a:pt x="19717" y="155258"/>
                  </a:lnTo>
                  <a:lnTo>
                    <a:pt x="18764" y="154496"/>
                  </a:lnTo>
                  <a:lnTo>
                    <a:pt x="16954" y="152590"/>
                  </a:lnTo>
                  <a:lnTo>
                    <a:pt x="16193" y="152210"/>
                  </a:lnTo>
                  <a:lnTo>
                    <a:pt x="15049" y="152114"/>
                  </a:lnTo>
                  <a:lnTo>
                    <a:pt x="13811" y="151829"/>
                  </a:lnTo>
                  <a:lnTo>
                    <a:pt x="12668" y="151352"/>
                  </a:lnTo>
                  <a:lnTo>
                    <a:pt x="11811" y="150781"/>
                  </a:lnTo>
                  <a:lnTo>
                    <a:pt x="8001" y="146780"/>
                  </a:lnTo>
                  <a:lnTo>
                    <a:pt x="5905" y="145256"/>
                  </a:lnTo>
                  <a:lnTo>
                    <a:pt x="4572" y="145542"/>
                  </a:lnTo>
                  <a:lnTo>
                    <a:pt x="4381" y="145542"/>
                  </a:lnTo>
                  <a:lnTo>
                    <a:pt x="2381" y="147542"/>
                  </a:lnTo>
                  <a:lnTo>
                    <a:pt x="953" y="149352"/>
                  </a:lnTo>
                  <a:lnTo>
                    <a:pt x="762" y="150400"/>
                  </a:lnTo>
                  <a:lnTo>
                    <a:pt x="190" y="151638"/>
                  </a:lnTo>
                  <a:lnTo>
                    <a:pt x="0" y="152210"/>
                  </a:lnTo>
                  <a:lnTo>
                    <a:pt x="0" y="153543"/>
                  </a:lnTo>
                  <a:lnTo>
                    <a:pt x="95" y="154877"/>
                  </a:lnTo>
                  <a:lnTo>
                    <a:pt x="1429" y="159925"/>
                  </a:lnTo>
                  <a:lnTo>
                    <a:pt x="6191" y="169069"/>
                  </a:lnTo>
                  <a:lnTo>
                    <a:pt x="6763" y="171736"/>
                  </a:lnTo>
                  <a:lnTo>
                    <a:pt x="9144" y="175260"/>
                  </a:lnTo>
                  <a:lnTo>
                    <a:pt x="14573" y="180689"/>
                  </a:lnTo>
                  <a:lnTo>
                    <a:pt x="14954" y="180975"/>
                  </a:lnTo>
                  <a:lnTo>
                    <a:pt x="15526" y="181261"/>
                  </a:lnTo>
                  <a:lnTo>
                    <a:pt x="16383" y="181546"/>
                  </a:lnTo>
                  <a:lnTo>
                    <a:pt x="17050" y="181642"/>
                  </a:lnTo>
                  <a:lnTo>
                    <a:pt x="17716" y="181642"/>
                  </a:lnTo>
                  <a:lnTo>
                    <a:pt x="18193" y="181546"/>
                  </a:lnTo>
                  <a:lnTo>
                    <a:pt x="18574" y="181356"/>
                  </a:lnTo>
                  <a:lnTo>
                    <a:pt x="18955" y="181070"/>
                  </a:lnTo>
                  <a:lnTo>
                    <a:pt x="19240" y="180785"/>
                  </a:lnTo>
                  <a:lnTo>
                    <a:pt x="19431" y="180404"/>
                  </a:lnTo>
                  <a:lnTo>
                    <a:pt x="19621" y="179927"/>
                  </a:lnTo>
                  <a:lnTo>
                    <a:pt x="19621" y="179451"/>
                  </a:lnTo>
                  <a:lnTo>
                    <a:pt x="19621" y="178975"/>
                  </a:lnTo>
                  <a:lnTo>
                    <a:pt x="19526" y="178498"/>
                  </a:lnTo>
                  <a:lnTo>
                    <a:pt x="19336" y="178118"/>
                  </a:lnTo>
                  <a:lnTo>
                    <a:pt x="19050" y="177737"/>
                  </a:lnTo>
                  <a:lnTo>
                    <a:pt x="17812" y="176594"/>
                  </a:lnTo>
                  <a:lnTo>
                    <a:pt x="17240" y="175927"/>
                  </a:lnTo>
                  <a:lnTo>
                    <a:pt x="16859" y="175165"/>
                  </a:lnTo>
                  <a:lnTo>
                    <a:pt x="16764" y="174688"/>
                  </a:lnTo>
                  <a:lnTo>
                    <a:pt x="16669" y="174212"/>
                  </a:lnTo>
                  <a:lnTo>
                    <a:pt x="16669" y="173069"/>
                  </a:lnTo>
                  <a:lnTo>
                    <a:pt x="16859" y="172021"/>
                  </a:lnTo>
                  <a:lnTo>
                    <a:pt x="17240" y="171164"/>
                  </a:lnTo>
                  <a:lnTo>
                    <a:pt x="17716" y="170688"/>
                  </a:lnTo>
                  <a:lnTo>
                    <a:pt x="18479" y="170212"/>
                  </a:lnTo>
                  <a:lnTo>
                    <a:pt x="20098" y="169640"/>
                  </a:lnTo>
                  <a:lnTo>
                    <a:pt x="20860" y="169450"/>
                  </a:lnTo>
                  <a:lnTo>
                    <a:pt x="21431" y="169354"/>
                  </a:lnTo>
                  <a:lnTo>
                    <a:pt x="23146" y="169926"/>
                  </a:lnTo>
                  <a:lnTo>
                    <a:pt x="29908" y="170688"/>
                  </a:lnTo>
                  <a:lnTo>
                    <a:pt x="30861" y="170974"/>
                  </a:lnTo>
                  <a:lnTo>
                    <a:pt x="31718" y="171355"/>
                  </a:lnTo>
                  <a:lnTo>
                    <a:pt x="33814" y="172879"/>
                  </a:lnTo>
                  <a:lnTo>
                    <a:pt x="34385" y="173164"/>
                  </a:lnTo>
                  <a:lnTo>
                    <a:pt x="35147" y="173450"/>
                  </a:lnTo>
                  <a:lnTo>
                    <a:pt x="36481" y="173831"/>
                  </a:lnTo>
                  <a:lnTo>
                    <a:pt x="37338" y="173927"/>
                  </a:lnTo>
                  <a:lnTo>
                    <a:pt x="38100" y="173927"/>
                  </a:lnTo>
                  <a:lnTo>
                    <a:pt x="38576" y="173831"/>
                  </a:lnTo>
                  <a:lnTo>
                    <a:pt x="39053" y="173641"/>
                  </a:lnTo>
                  <a:lnTo>
                    <a:pt x="39910" y="173260"/>
                  </a:lnTo>
                  <a:lnTo>
                    <a:pt x="42577" y="172879"/>
                  </a:lnTo>
                  <a:lnTo>
                    <a:pt x="46196" y="172688"/>
                  </a:lnTo>
                  <a:lnTo>
                    <a:pt x="47720" y="172784"/>
                  </a:lnTo>
                  <a:lnTo>
                    <a:pt x="48768" y="172974"/>
                  </a:lnTo>
                  <a:lnTo>
                    <a:pt x="49435" y="173546"/>
                  </a:lnTo>
                  <a:lnTo>
                    <a:pt x="50006" y="174117"/>
                  </a:lnTo>
                  <a:lnTo>
                    <a:pt x="50292" y="174403"/>
                  </a:lnTo>
                  <a:lnTo>
                    <a:pt x="50482" y="174784"/>
                  </a:lnTo>
                  <a:lnTo>
                    <a:pt x="50673" y="175165"/>
                  </a:lnTo>
                  <a:lnTo>
                    <a:pt x="50768" y="175641"/>
                  </a:lnTo>
                  <a:lnTo>
                    <a:pt x="50959" y="177832"/>
                  </a:lnTo>
                  <a:lnTo>
                    <a:pt x="51149" y="178213"/>
                  </a:lnTo>
                  <a:lnTo>
                    <a:pt x="51340" y="178594"/>
                  </a:lnTo>
                  <a:lnTo>
                    <a:pt x="52483" y="179832"/>
                  </a:lnTo>
                  <a:lnTo>
                    <a:pt x="54578" y="181356"/>
                  </a:lnTo>
                  <a:lnTo>
                    <a:pt x="54864" y="181642"/>
                  </a:lnTo>
                  <a:lnTo>
                    <a:pt x="55054" y="182023"/>
                  </a:lnTo>
                  <a:lnTo>
                    <a:pt x="55245" y="182404"/>
                  </a:lnTo>
                  <a:lnTo>
                    <a:pt x="55340" y="182880"/>
                  </a:lnTo>
                  <a:lnTo>
                    <a:pt x="55150" y="186785"/>
                  </a:lnTo>
                  <a:lnTo>
                    <a:pt x="55245" y="188023"/>
                  </a:lnTo>
                  <a:lnTo>
                    <a:pt x="55150" y="190024"/>
                  </a:lnTo>
                  <a:lnTo>
                    <a:pt x="55531" y="191357"/>
                  </a:lnTo>
                  <a:lnTo>
                    <a:pt x="55626" y="191834"/>
                  </a:lnTo>
                  <a:lnTo>
                    <a:pt x="55531" y="192310"/>
                  </a:lnTo>
                  <a:lnTo>
                    <a:pt x="55340" y="193262"/>
                  </a:lnTo>
                  <a:lnTo>
                    <a:pt x="55054" y="194120"/>
                  </a:lnTo>
                  <a:lnTo>
                    <a:pt x="54864" y="195072"/>
                  </a:lnTo>
                  <a:lnTo>
                    <a:pt x="54864" y="195644"/>
                  </a:lnTo>
                  <a:lnTo>
                    <a:pt x="55054" y="196596"/>
                  </a:lnTo>
                  <a:lnTo>
                    <a:pt x="55245" y="196977"/>
                  </a:lnTo>
                  <a:lnTo>
                    <a:pt x="55912" y="198120"/>
                  </a:lnTo>
                  <a:lnTo>
                    <a:pt x="56483" y="198787"/>
                  </a:lnTo>
                  <a:lnTo>
                    <a:pt x="61436" y="202311"/>
                  </a:lnTo>
                  <a:lnTo>
                    <a:pt x="62865" y="202978"/>
                  </a:lnTo>
                  <a:lnTo>
                    <a:pt x="63818" y="203263"/>
                  </a:lnTo>
                  <a:lnTo>
                    <a:pt x="64198" y="203073"/>
                  </a:lnTo>
                  <a:lnTo>
                    <a:pt x="64579" y="202787"/>
                  </a:lnTo>
                  <a:lnTo>
                    <a:pt x="64770" y="202406"/>
                  </a:lnTo>
                  <a:lnTo>
                    <a:pt x="64865" y="201930"/>
                  </a:lnTo>
                  <a:lnTo>
                    <a:pt x="64865" y="201454"/>
                  </a:lnTo>
                  <a:lnTo>
                    <a:pt x="64770" y="200978"/>
                  </a:lnTo>
                  <a:lnTo>
                    <a:pt x="64198" y="199739"/>
                  </a:lnTo>
                  <a:lnTo>
                    <a:pt x="64103" y="199263"/>
                  </a:lnTo>
                  <a:lnTo>
                    <a:pt x="64103" y="198787"/>
                  </a:lnTo>
                  <a:lnTo>
                    <a:pt x="64294" y="198406"/>
                  </a:lnTo>
                  <a:lnTo>
                    <a:pt x="64961" y="198311"/>
                  </a:lnTo>
                  <a:lnTo>
                    <a:pt x="65627" y="198501"/>
                  </a:lnTo>
                  <a:lnTo>
                    <a:pt x="66104" y="198787"/>
                  </a:lnTo>
                  <a:lnTo>
                    <a:pt x="66865" y="199358"/>
                  </a:lnTo>
                  <a:lnTo>
                    <a:pt x="69342" y="201549"/>
                  </a:lnTo>
                  <a:lnTo>
                    <a:pt x="71628" y="203073"/>
                  </a:lnTo>
                  <a:lnTo>
                    <a:pt x="73057" y="203645"/>
                  </a:lnTo>
                  <a:lnTo>
                    <a:pt x="73819" y="204121"/>
                  </a:lnTo>
                  <a:lnTo>
                    <a:pt x="74200" y="204502"/>
                  </a:lnTo>
                  <a:lnTo>
                    <a:pt x="74962" y="205359"/>
                  </a:lnTo>
                  <a:lnTo>
                    <a:pt x="75724" y="206026"/>
                  </a:lnTo>
                  <a:lnTo>
                    <a:pt x="76390" y="206312"/>
                  </a:lnTo>
                  <a:lnTo>
                    <a:pt x="76962" y="206407"/>
                  </a:lnTo>
                  <a:lnTo>
                    <a:pt x="78962" y="206026"/>
                  </a:lnTo>
                  <a:lnTo>
                    <a:pt x="80677" y="205359"/>
                  </a:lnTo>
                  <a:lnTo>
                    <a:pt x="81058" y="205169"/>
                  </a:lnTo>
                  <a:lnTo>
                    <a:pt x="81153" y="204978"/>
                  </a:lnTo>
                  <a:lnTo>
                    <a:pt x="81248" y="204788"/>
                  </a:lnTo>
                  <a:lnTo>
                    <a:pt x="81344" y="204121"/>
                  </a:lnTo>
                  <a:lnTo>
                    <a:pt x="81439" y="203645"/>
                  </a:lnTo>
                  <a:lnTo>
                    <a:pt x="82391" y="200978"/>
                  </a:lnTo>
                  <a:lnTo>
                    <a:pt x="82772" y="199549"/>
                  </a:lnTo>
                  <a:lnTo>
                    <a:pt x="82963" y="199168"/>
                  </a:lnTo>
                  <a:lnTo>
                    <a:pt x="83248" y="198882"/>
                  </a:lnTo>
                  <a:lnTo>
                    <a:pt x="83629" y="198692"/>
                  </a:lnTo>
                  <a:lnTo>
                    <a:pt x="84106" y="198596"/>
                  </a:lnTo>
                  <a:lnTo>
                    <a:pt x="85154" y="198501"/>
                  </a:lnTo>
                  <a:lnTo>
                    <a:pt x="85630" y="198406"/>
                  </a:lnTo>
                  <a:lnTo>
                    <a:pt x="87344" y="197739"/>
                  </a:lnTo>
                  <a:lnTo>
                    <a:pt x="88392" y="197453"/>
                  </a:lnTo>
                  <a:lnTo>
                    <a:pt x="89154" y="197358"/>
                  </a:lnTo>
                  <a:lnTo>
                    <a:pt x="89726" y="197453"/>
                  </a:lnTo>
                  <a:lnTo>
                    <a:pt x="90202" y="197644"/>
                  </a:lnTo>
                  <a:lnTo>
                    <a:pt x="90583" y="197929"/>
                  </a:lnTo>
                  <a:lnTo>
                    <a:pt x="90869" y="198215"/>
                  </a:lnTo>
                  <a:lnTo>
                    <a:pt x="91154" y="198596"/>
                  </a:lnTo>
                  <a:lnTo>
                    <a:pt x="92012" y="200215"/>
                  </a:lnTo>
                  <a:lnTo>
                    <a:pt x="92202" y="200882"/>
                  </a:lnTo>
                  <a:lnTo>
                    <a:pt x="92393" y="202597"/>
                  </a:lnTo>
                  <a:lnTo>
                    <a:pt x="92773" y="203168"/>
                  </a:lnTo>
                  <a:lnTo>
                    <a:pt x="93345" y="203740"/>
                  </a:lnTo>
                  <a:lnTo>
                    <a:pt x="94583" y="204502"/>
                  </a:lnTo>
                  <a:lnTo>
                    <a:pt x="95345" y="204883"/>
                  </a:lnTo>
                  <a:lnTo>
                    <a:pt x="96012" y="205073"/>
                  </a:lnTo>
                  <a:lnTo>
                    <a:pt x="98774" y="205359"/>
                  </a:lnTo>
                  <a:lnTo>
                    <a:pt x="100013" y="205740"/>
                  </a:lnTo>
                  <a:lnTo>
                    <a:pt x="102870" y="207645"/>
                  </a:lnTo>
                  <a:lnTo>
                    <a:pt x="103632" y="207931"/>
                  </a:lnTo>
                  <a:lnTo>
                    <a:pt x="104299" y="208026"/>
                  </a:lnTo>
                  <a:lnTo>
                    <a:pt x="104870" y="208026"/>
                  </a:lnTo>
                  <a:lnTo>
                    <a:pt x="106871" y="207550"/>
                  </a:lnTo>
                  <a:lnTo>
                    <a:pt x="107918" y="207454"/>
                  </a:lnTo>
                  <a:lnTo>
                    <a:pt x="111062" y="207645"/>
                  </a:lnTo>
                  <a:lnTo>
                    <a:pt x="111538" y="207454"/>
                  </a:lnTo>
                  <a:lnTo>
                    <a:pt x="111823" y="207169"/>
                  </a:lnTo>
                  <a:lnTo>
                    <a:pt x="112014" y="206788"/>
                  </a:lnTo>
                  <a:lnTo>
                    <a:pt x="112014" y="206312"/>
                  </a:lnTo>
                  <a:lnTo>
                    <a:pt x="111919" y="205264"/>
                  </a:lnTo>
                  <a:lnTo>
                    <a:pt x="111919" y="204788"/>
                  </a:lnTo>
                  <a:lnTo>
                    <a:pt x="112014" y="204311"/>
                  </a:lnTo>
                  <a:lnTo>
                    <a:pt x="112204" y="203930"/>
                  </a:lnTo>
                  <a:lnTo>
                    <a:pt x="112490" y="203645"/>
                  </a:lnTo>
                  <a:lnTo>
                    <a:pt x="113157" y="203073"/>
                  </a:lnTo>
                  <a:lnTo>
                    <a:pt x="113538" y="202883"/>
                  </a:lnTo>
                  <a:lnTo>
                    <a:pt x="114014" y="202787"/>
                  </a:lnTo>
                  <a:lnTo>
                    <a:pt x="117920" y="202502"/>
                  </a:lnTo>
                  <a:lnTo>
                    <a:pt x="118396" y="202406"/>
                  </a:lnTo>
                  <a:lnTo>
                    <a:pt x="118872" y="202216"/>
                  </a:lnTo>
                  <a:lnTo>
                    <a:pt x="119253" y="201930"/>
                  </a:lnTo>
                  <a:lnTo>
                    <a:pt x="119539" y="201644"/>
                  </a:lnTo>
                  <a:lnTo>
                    <a:pt x="120301" y="200596"/>
                  </a:lnTo>
                  <a:lnTo>
                    <a:pt x="120682" y="200215"/>
                  </a:lnTo>
                  <a:lnTo>
                    <a:pt x="121253" y="199930"/>
                  </a:lnTo>
                  <a:lnTo>
                    <a:pt x="122301" y="199835"/>
                  </a:lnTo>
                  <a:lnTo>
                    <a:pt x="122872" y="200025"/>
                  </a:lnTo>
                  <a:lnTo>
                    <a:pt x="122682" y="201263"/>
                  </a:lnTo>
                  <a:lnTo>
                    <a:pt x="122301" y="201930"/>
                  </a:lnTo>
                  <a:lnTo>
                    <a:pt x="121825" y="202597"/>
                  </a:lnTo>
                  <a:lnTo>
                    <a:pt x="121634" y="203359"/>
                  </a:lnTo>
                  <a:lnTo>
                    <a:pt x="122301" y="204502"/>
                  </a:lnTo>
                  <a:lnTo>
                    <a:pt x="124015" y="205740"/>
                  </a:lnTo>
                  <a:lnTo>
                    <a:pt x="126016" y="206883"/>
                  </a:lnTo>
                  <a:lnTo>
                    <a:pt x="127826" y="208217"/>
                  </a:lnTo>
                  <a:lnTo>
                    <a:pt x="128206" y="208407"/>
                  </a:lnTo>
                  <a:lnTo>
                    <a:pt x="132397" y="210693"/>
                  </a:lnTo>
                  <a:lnTo>
                    <a:pt x="133350" y="211360"/>
                  </a:lnTo>
                  <a:lnTo>
                    <a:pt x="133826" y="211931"/>
                  </a:lnTo>
                  <a:lnTo>
                    <a:pt x="133731" y="212312"/>
                  </a:lnTo>
                  <a:lnTo>
                    <a:pt x="133064" y="213360"/>
                  </a:lnTo>
                  <a:lnTo>
                    <a:pt x="132874" y="213741"/>
                  </a:lnTo>
                  <a:lnTo>
                    <a:pt x="132779" y="214027"/>
                  </a:lnTo>
                  <a:lnTo>
                    <a:pt x="132683" y="214408"/>
                  </a:lnTo>
                  <a:lnTo>
                    <a:pt x="132683" y="214884"/>
                  </a:lnTo>
                  <a:lnTo>
                    <a:pt x="132779" y="215265"/>
                  </a:lnTo>
                  <a:lnTo>
                    <a:pt x="136684" y="220980"/>
                  </a:lnTo>
                  <a:lnTo>
                    <a:pt x="136874" y="221456"/>
                  </a:lnTo>
                  <a:lnTo>
                    <a:pt x="137065" y="221933"/>
                  </a:lnTo>
                  <a:lnTo>
                    <a:pt x="137160" y="222409"/>
                  </a:lnTo>
                  <a:lnTo>
                    <a:pt x="137160" y="222885"/>
                  </a:lnTo>
                  <a:lnTo>
                    <a:pt x="137065" y="223361"/>
                  </a:lnTo>
                  <a:lnTo>
                    <a:pt x="136874" y="223742"/>
                  </a:lnTo>
                  <a:lnTo>
                    <a:pt x="136588" y="224028"/>
                  </a:lnTo>
                  <a:lnTo>
                    <a:pt x="136207" y="224219"/>
                  </a:lnTo>
                  <a:lnTo>
                    <a:pt x="133255" y="224790"/>
                  </a:lnTo>
                  <a:lnTo>
                    <a:pt x="132874" y="224980"/>
                  </a:lnTo>
                  <a:lnTo>
                    <a:pt x="132493" y="225266"/>
                  </a:lnTo>
                  <a:lnTo>
                    <a:pt x="132207" y="225552"/>
                  </a:lnTo>
                  <a:lnTo>
                    <a:pt x="132016" y="225933"/>
                  </a:lnTo>
                  <a:lnTo>
                    <a:pt x="131921" y="226409"/>
                  </a:lnTo>
                  <a:lnTo>
                    <a:pt x="131921" y="226886"/>
                  </a:lnTo>
                  <a:lnTo>
                    <a:pt x="132016" y="227362"/>
                  </a:lnTo>
                  <a:lnTo>
                    <a:pt x="133445" y="231362"/>
                  </a:lnTo>
                  <a:lnTo>
                    <a:pt x="133540" y="232220"/>
                  </a:lnTo>
                  <a:lnTo>
                    <a:pt x="133540" y="232696"/>
                  </a:lnTo>
                  <a:lnTo>
                    <a:pt x="133445" y="233172"/>
                  </a:lnTo>
                  <a:lnTo>
                    <a:pt x="133160" y="234125"/>
                  </a:lnTo>
                  <a:lnTo>
                    <a:pt x="132493" y="235839"/>
                  </a:lnTo>
                  <a:lnTo>
                    <a:pt x="132207" y="236792"/>
                  </a:lnTo>
                  <a:lnTo>
                    <a:pt x="132112" y="237839"/>
                  </a:lnTo>
                  <a:lnTo>
                    <a:pt x="132207" y="242316"/>
                  </a:lnTo>
                  <a:lnTo>
                    <a:pt x="131445" y="249364"/>
                  </a:lnTo>
                  <a:lnTo>
                    <a:pt x="131350" y="249841"/>
                  </a:lnTo>
                  <a:lnTo>
                    <a:pt x="131159" y="250222"/>
                  </a:lnTo>
                  <a:lnTo>
                    <a:pt x="130873" y="250508"/>
                  </a:lnTo>
                  <a:lnTo>
                    <a:pt x="130493" y="250698"/>
                  </a:lnTo>
                  <a:lnTo>
                    <a:pt x="130016" y="250888"/>
                  </a:lnTo>
                  <a:lnTo>
                    <a:pt x="129064" y="251174"/>
                  </a:lnTo>
                  <a:lnTo>
                    <a:pt x="128588" y="251365"/>
                  </a:lnTo>
                  <a:lnTo>
                    <a:pt x="128206" y="251555"/>
                  </a:lnTo>
                  <a:lnTo>
                    <a:pt x="127826" y="251841"/>
                  </a:lnTo>
                  <a:lnTo>
                    <a:pt x="126968" y="252889"/>
                  </a:lnTo>
                  <a:lnTo>
                    <a:pt x="126778" y="253270"/>
                  </a:lnTo>
                  <a:lnTo>
                    <a:pt x="126302" y="253937"/>
                  </a:lnTo>
                  <a:lnTo>
                    <a:pt x="126016" y="254222"/>
                  </a:lnTo>
                  <a:lnTo>
                    <a:pt x="125635" y="254413"/>
                  </a:lnTo>
                  <a:lnTo>
                    <a:pt x="122491" y="255365"/>
                  </a:lnTo>
                  <a:lnTo>
                    <a:pt x="121539" y="255556"/>
                  </a:lnTo>
                  <a:lnTo>
                    <a:pt x="119824" y="255651"/>
                  </a:lnTo>
                  <a:lnTo>
                    <a:pt x="118777" y="255461"/>
                  </a:lnTo>
                  <a:lnTo>
                    <a:pt x="117920" y="255079"/>
                  </a:lnTo>
                  <a:lnTo>
                    <a:pt x="114681" y="253079"/>
                  </a:lnTo>
                  <a:lnTo>
                    <a:pt x="114490" y="252889"/>
                  </a:lnTo>
                  <a:lnTo>
                    <a:pt x="114490" y="252889"/>
                  </a:lnTo>
                  <a:lnTo>
                    <a:pt x="114300" y="252698"/>
                  </a:lnTo>
                  <a:lnTo>
                    <a:pt x="112109" y="251460"/>
                  </a:lnTo>
                  <a:lnTo>
                    <a:pt x="111728" y="251270"/>
                  </a:lnTo>
                  <a:lnTo>
                    <a:pt x="111252" y="251174"/>
                  </a:lnTo>
                  <a:lnTo>
                    <a:pt x="110680" y="251079"/>
                  </a:lnTo>
                  <a:lnTo>
                    <a:pt x="110109" y="251079"/>
                  </a:lnTo>
                  <a:lnTo>
                    <a:pt x="109633" y="251174"/>
                  </a:lnTo>
                  <a:lnTo>
                    <a:pt x="109156" y="251270"/>
                  </a:lnTo>
                  <a:lnTo>
                    <a:pt x="108776" y="251460"/>
                  </a:lnTo>
                  <a:lnTo>
                    <a:pt x="108490" y="251746"/>
                  </a:lnTo>
                  <a:lnTo>
                    <a:pt x="107823" y="252698"/>
                  </a:lnTo>
                  <a:lnTo>
                    <a:pt x="107728" y="252889"/>
                  </a:lnTo>
                  <a:lnTo>
                    <a:pt x="107728" y="252984"/>
                  </a:lnTo>
                  <a:lnTo>
                    <a:pt x="107632" y="253365"/>
                  </a:lnTo>
                  <a:lnTo>
                    <a:pt x="107252" y="254127"/>
                  </a:lnTo>
                  <a:lnTo>
                    <a:pt x="107061" y="254508"/>
                  </a:lnTo>
                  <a:lnTo>
                    <a:pt x="105728" y="255556"/>
                  </a:lnTo>
                  <a:lnTo>
                    <a:pt x="104299" y="256508"/>
                  </a:lnTo>
                  <a:lnTo>
                    <a:pt x="103632" y="257080"/>
                  </a:lnTo>
                  <a:lnTo>
                    <a:pt x="103346" y="257365"/>
                  </a:lnTo>
                  <a:lnTo>
                    <a:pt x="102108" y="259271"/>
                  </a:lnTo>
                  <a:lnTo>
                    <a:pt x="101060" y="260509"/>
                  </a:lnTo>
                  <a:lnTo>
                    <a:pt x="100013" y="261271"/>
                  </a:lnTo>
                  <a:lnTo>
                    <a:pt x="99631" y="261461"/>
                  </a:lnTo>
                  <a:lnTo>
                    <a:pt x="99251" y="261652"/>
                  </a:lnTo>
                  <a:lnTo>
                    <a:pt x="98774" y="261747"/>
                  </a:lnTo>
                  <a:lnTo>
                    <a:pt x="98203" y="261747"/>
                  </a:lnTo>
                  <a:lnTo>
                    <a:pt x="97155" y="261747"/>
                  </a:lnTo>
                  <a:lnTo>
                    <a:pt x="96774" y="262033"/>
                  </a:lnTo>
                  <a:lnTo>
                    <a:pt x="96679" y="262604"/>
                  </a:lnTo>
                  <a:lnTo>
                    <a:pt x="97155" y="263843"/>
                  </a:lnTo>
                  <a:lnTo>
                    <a:pt x="97346" y="264605"/>
                  </a:lnTo>
                  <a:lnTo>
                    <a:pt x="97346" y="265176"/>
                  </a:lnTo>
                  <a:lnTo>
                    <a:pt x="97155" y="265557"/>
                  </a:lnTo>
                  <a:lnTo>
                    <a:pt x="96869" y="265938"/>
                  </a:lnTo>
                  <a:lnTo>
                    <a:pt x="96583" y="266224"/>
                  </a:lnTo>
                  <a:lnTo>
                    <a:pt x="96203" y="266414"/>
                  </a:lnTo>
                  <a:lnTo>
                    <a:pt x="95726" y="266510"/>
                  </a:lnTo>
                  <a:lnTo>
                    <a:pt x="95250" y="266510"/>
                  </a:lnTo>
                  <a:lnTo>
                    <a:pt x="94774" y="266414"/>
                  </a:lnTo>
                  <a:lnTo>
                    <a:pt x="93250" y="265557"/>
                  </a:lnTo>
                  <a:lnTo>
                    <a:pt x="92773" y="265462"/>
                  </a:lnTo>
                  <a:lnTo>
                    <a:pt x="92297" y="265462"/>
                  </a:lnTo>
                  <a:lnTo>
                    <a:pt x="91916" y="265652"/>
                  </a:lnTo>
                  <a:lnTo>
                    <a:pt x="91630" y="265938"/>
                  </a:lnTo>
                  <a:lnTo>
                    <a:pt x="91440" y="266319"/>
                  </a:lnTo>
                  <a:lnTo>
                    <a:pt x="91345" y="266795"/>
                  </a:lnTo>
                  <a:lnTo>
                    <a:pt x="91249" y="267271"/>
                  </a:lnTo>
                  <a:lnTo>
                    <a:pt x="91249" y="267748"/>
                  </a:lnTo>
                  <a:lnTo>
                    <a:pt x="91345" y="268796"/>
                  </a:lnTo>
                  <a:lnTo>
                    <a:pt x="91345" y="269938"/>
                  </a:lnTo>
                  <a:lnTo>
                    <a:pt x="91249" y="270415"/>
                  </a:lnTo>
                  <a:lnTo>
                    <a:pt x="91154" y="270891"/>
                  </a:lnTo>
                  <a:lnTo>
                    <a:pt x="90964" y="271272"/>
                  </a:lnTo>
                  <a:lnTo>
                    <a:pt x="90678" y="271653"/>
                  </a:lnTo>
                  <a:lnTo>
                    <a:pt x="87439" y="274606"/>
                  </a:lnTo>
                  <a:lnTo>
                    <a:pt x="87439" y="274606"/>
                  </a:lnTo>
                  <a:lnTo>
                    <a:pt x="85725" y="276130"/>
                  </a:lnTo>
                  <a:lnTo>
                    <a:pt x="83820" y="278321"/>
                  </a:lnTo>
                  <a:lnTo>
                    <a:pt x="83439" y="279083"/>
                  </a:lnTo>
                  <a:lnTo>
                    <a:pt x="83439" y="280321"/>
                  </a:lnTo>
                  <a:lnTo>
                    <a:pt x="82963" y="282035"/>
                  </a:lnTo>
                  <a:lnTo>
                    <a:pt x="82963" y="282035"/>
                  </a:lnTo>
                  <a:lnTo>
                    <a:pt x="83534" y="282702"/>
                  </a:lnTo>
                  <a:lnTo>
                    <a:pt x="84106" y="284321"/>
                  </a:lnTo>
                  <a:lnTo>
                    <a:pt x="84106" y="287560"/>
                  </a:lnTo>
                  <a:lnTo>
                    <a:pt x="84106" y="287941"/>
                  </a:lnTo>
                  <a:lnTo>
                    <a:pt x="84487" y="289560"/>
                  </a:lnTo>
                  <a:lnTo>
                    <a:pt x="85439" y="290894"/>
                  </a:lnTo>
                  <a:lnTo>
                    <a:pt x="86582" y="291370"/>
                  </a:lnTo>
                  <a:lnTo>
                    <a:pt x="92202" y="291655"/>
                  </a:lnTo>
                  <a:lnTo>
                    <a:pt x="94488" y="292322"/>
                  </a:lnTo>
                  <a:lnTo>
                    <a:pt x="96488" y="292227"/>
                  </a:lnTo>
                  <a:lnTo>
                    <a:pt x="97346" y="292798"/>
                  </a:lnTo>
                  <a:lnTo>
                    <a:pt x="98870" y="294418"/>
                  </a:lnTo>
                  <a:lnTo>
                    <a:pt x="99822" y="294894"/>
                  </a:lnTo>
                  <a:lnTo>
                    <a:pt x="100774" y="295180"/>
                  </a:lnTo>
                  <a:lnTo>
                    <a:pt x="101727" y="295656"/>
                  </a:lnTo>
                  <a:lnTo>
                    <a:pt x="102584" y="296513"/>
                  </a:lnTo>
                  <a:lnTo>
                    <a:pt x="102584" y="296513"/>
                  </a:lnTo>
                  <a:lnTo>
                    <a:pt x="102584" y="296513"/>
                  </a:lnTo>
                  <a:lnTo>
                    <a:pt x="102584" y="296513"/>
                  </a:lnTo>
                  <a:lnTo>
                    <a:pt x="103632" y="298133"/>
                  </a:lnTo>
                  <a:lnTo>
                    <a:pt x="108109" y="303181"/>
                  </a:lnTo>
                  <a:lnTo>
                    <a:pt x="109538" y="304229"/>
                  </a:lnTo>
                  <a:lnTo>
                    <a:pt x="110204" y="303943"/>
                  </a:lnTo>
                  <a:lnTo>
                    <a:pt x="110585" y="303276"/>
                  </a:lnTo>
                  <a:lnTo>
                    <a:pt x="110871" y="302609"/>
                  </a:lnTo>
                  <a:lnTo>
                    <a:pt x="111347" y="302133"/>
                  </a:lnTo>
                  <a:lnTo>
                    <a:pt x="112204" y="302038"/>
                  </a:lnTo>
                  <a:lnTo>
                    <a:pt x="113538" y="302419"/>
                  </a:lnTo>
                  <a:lnTo>
                    <a:pt x="114300" y="302514"/>
                  </a:lnTo>
                  <a:lnTo>
                    <a:pt x="116872" y="302228"/>
                  </a:lnTo>
                  <a:lnTo>
                    <a:pt x="118205" y="301847"/>
                  </a:lnTo>
                  <a:lnTo>
                    <a:pt x="119253" y="301180"/>
                  </a:lnTo>
                  <a:lnTo>
                    <a:pt x="120491" y="298513"/>
                  </a:lnTo>
                  <a:lnTo>
                    <a:pt x="121253" y="298133"/>
                  </a:lnTo>
                  <a:lnTo>
                    <a:pt x="127540" y="297656"/>
                  </a:lnTo>
                  <a:lnTo>
                    <a:pt x="131921" y="298133"/>
                  </a:lnTo>
                  <a:lnTo>
                    <a:pt x="134969" y="298895"/>
                  </a:lnTo>
                  <a:lnTo>
                    <a:pt x="137541" y="300514"/>
                  </a:lnTo>
                  <a:lnTo>
                    <a:pt x="139160" y="303467"/>
                  </a:lnTo>
                  <a:lnTo>
                    <a:pt x="139446" y="306610"/>
                  </a:lnTo>
                  <a:lnTo>
                    <a:pt x="140018" y="307658"/>
                  </a:lnTo>
                  <a:lnTo>
                    <a:pt x="141732" y="308420"/>
                  </a:lnTo>
                  <a:lnTo>
                    <a:pt x="143446" y="308705"/>
                  </a:lnTo>
                  <a:lnTo>
                    <a:pt x="145066" y="308705"/>
                  </a:lnTo>
                  <a:lnTo>
                    <a:pt x="146590" y="308515"/>
                  </a:lnTo>
                  <a:lnTo>
                    <a:pt x="157924" y="305467"/>
                  </a:lnTo>
                  <a:lnTo>
                    <a:pt x="159163" y="304800"/>
                  </a:lnTo>
                  <a:lnTo>
                    <a:pt x="159544" y="302895"/>
                  </a:lnTo>
                  <a:lnTo>
                    <a:pt x="160306" y="302419"/>
                  </a:lnTo>
                  <a:lnTo>
                    <a:pt x="161354" y="302705"/>
                  </a:lnTo>
                  <a:lnTo>
                    <a:pt x="162592" y="303276"/>
                  </a:lnTo>
                  <a:lnTo>
                    <a:pt x="166592" y="304324"/>
                  </a:lnTo>
                  <a:lnTo>
                    <a:pt x="167735" y="305086"/>
                  </a:lnTo>
                  <a:lnTo>
                    <a:pt x="168497" y="306324"/>
                  </a:lnTo>
                  <a:lnTo>
                    <a:pt x="169069" y="307658"/>
                  </a:lnTo>
                  <a:lnTo>
                    <a:pt x="169926" y="308705"/>
                  </a:lnTo>
                  <a:lnTo>
                    <a:pt x="171736" y="308991"/>
                  </a:lnTo>
                  <a:lnTo>
                    <a:pt x="172307" y="308705"/>
                  </a:lnTo>
                  <a:lnTo>
                    <a:pt x="172974" y="307562"/>
                  </a:lnTo>
                  <a:lnTo>
                    <a:pt x="173641" y="307277"/>
                  </a:lnTo>
                  <a:lnTo>
                    <a:pt x="174498" y="307467"/>
                  </a:lnTo>
                  <a:lnTo>
                    <a:pt x="175070" y="307943"/>
                  </a:lnTo>
                  <a:lnTo>
                    <a:pt x="175927" y="309086"/>
                  </a:lnTo>
                  <a:lnTo>
                    <a:pt x="178308" y="310991"/>
                  </a:lnTo>
                  <a:lnTo>
                    <a:pt x="179641" y="313277"/>
                  </a:lnTo>
                  <a:lnTo>
                    <a:pt x="179546" y="313468"/>
                  </a:lnTo>
                  <a:lnTo>
                    <a:pt x="180689" y="313468"/>
                  </a:lnTo>
                  <a:lnTo>
                    <a:pt x="182594" y="313277"/>
                  </a:lnTo>
                  <a:lnTo>
                    <a:pt x="184309" y="313468"/>
                  </a:lnTo>
                  <a:lnTo>
                    <a:pt x="184976" y="314611"/>
                  </a:lnTo>
                  <a:lnTo>
                    <a:pt x="184404" y="315659"/>
                  </a:lnTo>
                  <a:lnTo>
                    <a:pt x="181737" y="317183"/>
                  </a:lnTo>
                  <a:lnTo>
                    <a:pt x="180785" y="318040"/>
                  </a:lnTo>
                  <a:lnTo>
                    <a:pt x="180213" y="319564"/>
                  </a:lnTo>
                  <a:lnTo>
                    <a:pt x="179927" y="322231"/>
                  </a:lnTo>
                  <a:lnTo>
                    <a:pt x="179165" y="323755"/>
                  </a:lnTo>
                  <a:lnTo>
                    <a:pt x="177451" y="326422"/>
                  </a:lnTo>
                  <a:lnTo>
                    <a:pt x="176879" y="327755"/>
                  </a:lnTo>
                  <a:lnTo>
                    <a:pt x="175451" y="332137"/>
                  </a:lnTo>
                  <a:lnTo>
                    <a:pt x="174498" y="332994"/>
                  </a:lnTo>
                  <a:lnTo>
                    <a:pt x="172783" y="332994"/>
                  </a:lnTo>
                  <a:lnTo>
                    <a:pt x="171450" y="332042"/>
                  </a:lnTo>
                  <a:lnTo>
                    <a:pt x="170593" y="330518"/>
                  </a:lnTo>
                  <a:lnTo>
                    <a:pt x="169640" y="329470"/>
                  </a:lnTo>
                  <a:lnTo>
                    <a:pt x="168116" y="329660"/>
                  </a:lnTo>
                  <a:lnTo>
                    <a:pt x="167259" y="330708"/>
                  </a:lnTo>
                  <a:lnTo>
                    <a:pt x="166592" y="332518"/>
                  </a:lnTo>
                  <a:lnTo>
                    <a:pt x="164782" y="341281"/>
                  </a:lnTo>
                  <a:lnTo>
                    <a:pt x="164402" y="341947"/>
                  </a:lnTo>
                  <a:lnTo>
                    <a:pt x="163544" y="343281"/>
                  </a:lnTo>
                  <a:lnTo>
                    <a:pt x="163258" y="344234"/>
                  </a:lnTo>
                  <a:lnTo>
                    <a:pt x="163258" y="345091"/>
                  </a:lnTo>
                  <a:lnTo>
                    <a:pt x="163735" y="347186"/>
                  </a:lnTo>
                  <a:lnTo>
                    <a:pt x="163830" y="347663"/>
                  </a:lnTo>
                  <a:lnTo>
                    <a:pt x="164021" y="350806"/>
                  </a:lnTo>
                  <a:lnTo>
                    <a:pt x="164402" y="352139"/>
                  </a:lnTo>
                  <a:lnTo>
                    <a:pt x="165449" y="353282"/>
                  </a:lnTo>
                  <a:lnTo>
                    <a:pt x="167259" y="353949"/>
                  </a:lnTo>
                  <a:lnTo>
                    <a:pt x="170402" y="354139"/>
                  </a:lnTo>
                  <a:lnTo>
                    <a:pt x="171736" y="355283"/>
                  </a:lnTo>
                  <a:lnTo>
                    <a:pt x="172212" y="356426"/>
                  </a:lnTo>
                  <a:lnTo>
                    <a:pt x="174117" y="362712"/>
                  </a:lnTo>
                  <a:lnTo>
                    <a:pt x="173927" y="363569"/>
                  </a:lnTo>
                  <a:lnTo>
                    <a:pt x="173260" y="364236"/>
                  </a:lnTo>
                  <a:lnTo>
                    <a:pt x="172307" y="365474"/>
                  </a:lnTo>
                  <a:lnTo>
                    <a:pt x="172498" y="366713"/>
                  </a:lnTo>
                  <a:lnTo>
                    <a:pt x="172974" y="367665"/>
                  </a:lnTo>
                  <a:lnTo>
                    <a:pt x="173546" y="368522"/>
                  </a:lnTo>
                  <a:lnTo>
                    <a:pt x="173927" y="369475"/>
                  </a:lnTo>
                  <a:lnTo>
                    <a:pt x="173927" y="370142"/>
                  </a:lnTo>
                  <a:lnTo>
                    <a:pt x="173641" y="371570"/>
                  </a:lnTo>
                  <a:lnTo>
                    <a:pt x="173641" y="372237"/>
                  </a:lnTo>
                  <a:lnTo>
                    <a:pt x="173831" y="372713"/>
                  </a:lnTo>
                  <a:lnTo>
                    <a:pt x="174498" y="373571"/>
                  </a:lnTo>
                  <a:lnTo>
                    <a:pt x="174688" y="373952"/>
                  </a:lnTo>
                  <a:lnTo>
                    <a:pt x="174784" y="376238"/>
                  </a:lnTo>
                  <a:lnTo>
                    <a:pt x="174403" y="378238"/>
                  </a:lnTo>
                  <a:lnTo>
                    <a:pt x="172783" y="382238"/>
                  </a:lnTo>
                  <a:lnTo>
                    <a:pt x="172783" y="383000"/>
                  </a:lnTo>
                  <a:lnTo>
                    <a:pt x="172879" y="383762"/>
                  </a:lnTo>
                  <a:lnTo>
                    <a:pt x="173164" y="384524"/>
                  </a:lnTo>
                  <a:lnTo>
                    <a:pt x="173641" y="385001"/>
                  </a:lnTo>
                  <a:lnTo>
                    <a:pt x="174879" y="385096"/>
                  </a:lnTo>
                  <a:lnTo>
                    <a:pt x="176117" y="384143"/>
                  </a:lnTo>
                  <a:lnTo>
                    <a:pt x="178689" y="381190"/>
                  </a:lnTo>
                  <a:lnTo>
                    <a:pt x="179165" y="381095"/>
                  </a:lnTo>
                  <a:lnTo>
                    <a:pt x="180308" y="381476"/>
                  </a:lnTo>
                  <a:lnTo>
                    <a:pt x="180785" y="381857"/>
                  </a:lnTo>
                  <a:lnTo>
                    <a:pt x="181451" y="382714"/>
                  </a:lnTo>
                  <a:lnTo>
                    <a:pt x="181832" y="383096"/>
                  </a:lnTo>
                  <a:lnTo>
                    <a:pt x="183452" y="383953"/>
                  </a:lnTo>
                  <a:lnTo>
                    <a:pt x="184880" y="384143"/>
                  </a:lnTo>
                  <a:lnTo>
                    <a:pt x="188214" y="384048"/>
                  </a:lnTo>
                  <a:lnTo>
                    <a:pt x="190119" y="384524"/>
                  </a:lnTo>
                  <a:lnTo>
                    <a:pt x="191071" y="385477"/>
                  </a:lnTo>
                  <a:lnTo>
                    <a:pt x="191738" y="386715"/>
                  </a:lnTo>
                  <a:lnTo>
                    <a:pt x="192786" y="388048"/>
                  </a:lnTo>
                  <a:lnTo>
                    <a:pt x="194501" y="389001"/>
                  </a:lnTo>
                  <a:lnTo>
                    <a:pt x="195929" y="388715"/>
                  </a:lnTo>
                  <a:lnTo>
                    <a:pt x="197168" y="387953"/>
                  </a:lnTo>
                  <a:lnTo>
                    <a:pt x="198596" y="387382"/>
                  </a:lnTo>
                  <a:lnTo>
                    <a:pt x="200215" y="387382"/>
                  </a:lnTo>
                  <a:lnTo>
                    <a:pt x="201644" y="388048"/>
                  </a:lnTo>
                  <a:lnTo>
                    <a:pt x="202502" y="389287"/>
                  </a:lnTo>
                  <a:lnTo>
                    <a:pt x="202597" y="391096"/>
                  </a:lnTo>
                  <a:lnTo>
                    <a:pt x="201835" y="392525"/>
                  </a:lnTo>
                  <a:lnTo>
                    <a:pt x="200692" y="393763"/>
                  </a:lnTo>
                  <a:lnTo>
                    <a:pt x="199835" y="395097"/>
                  </a:lnTo>
                  <a:lnTo>
                    <a:pt x="200025" y="396812"/>
                  </a:lnTo>
                  <a:lnTo>
                    <a:pt x="201168" y="397955"/>
                  </a:lnTo>
                  <a:lnTo>
                    <a:pt x="202787" y="398526"/>
                  </a:lnTo>
                  <a:lnTo>
                    <a:pt x="206121" y="399193"/>
                  </a:lnTo>
                  <a:lnTo>
                    <a:pt x="208407" y="400621"/>
                  </a:lnTo>
                  <a:lnTo>
                    <a:pt x="214598" y="406051"/>
                  </a:lnTo>
                  <a:lnTo>
                    <a:pt x="217741" y="406908"/>
                  </a:lnTo>
                  <a:lnTo>
                    <a:pt x="220313" y="406051"/>
                  </a:lnTo>
                  <a:lnTo>
                    <a:pt x="222599" y="405765"/>
                  </a:lnTo>
                  <a:lnTo>
                    <a:pt x="225076" y="408337"/>
                  </a:lnTo>
                  <a:lnTo>
                    <a:pt x="227171" y="414528"/>
                  </a:lnTo>
                  <a:lnTo>
                    <a:pt x="227457" y="414814"/>
                  </a:lnTo>
                  <a:lnTo>
                    <a:pt x="228600" y="415957"/>
                  </a:lnTo>
                  <a:lnTo>
                    <a:pt x="231362" y="414242"/>
                  </a:lnTo>
                  <a:lnTo>
                    <a:pt x="233553" y="411956"/>
                  </a:lnTo>
                  <a:lnTo>
                    <a:pt x="234791" y="411385"/>
                  </a:lnTo>
                  <a:lnTo>
                    <a:pt x="236411" y="411861"/>
                  </a:lnTo>
                  <a:lnTo>
                    <a:pt x="237268" y="413195"/>
                  </a:lnTo>
                  <a:lnTo>
                    <a:pt x="237554" y="416243"/>
                  </a:lnTo>
                  <a:lnTo>
                    <a:pt x="238601" y="416719"/>
                  </a:lnTo>
                  <a:lnTo>
                    <a:pt x="240030" y="417290"/>
                  </a:lnTo>
                  <a:lnTo>
                    <a:pt x="240792" y="417481"/>
                  </a:lnTo>
                  <a:lnTo>
                    <a:pt x="241459" y="417481"/>
                  </a:lnTo>
                  <a:lnTo>
                    <a:pt x="242126" y="417005"/>
                  </a:lnTo>
                  <a:lnTo>
                    <a:pt x="242792" y="415671"/>
                  </a:lnTo>
                  <a:lnTo>
                    <a:pt x="243269" y="415195"/>
                  </a:lnTo>
                  <a:lnTo>
                    <a:pt x="244697" y="415004"/>
                  </a:lnTo>
                  <a:lnTo>
                    <a:pt x="248031" y="415480"/>
                  </a:lnTo>
                  <a:lnTo>
                    <a:pt x="249650" y="415480"/>
                  </a:lnTo>
                  <a:lnTo>
                    <a:pt x="254318" y="414433"/>
                  </a:lnTo>
                  <a:lnTo>
                    <a:pt x="255746" y="413861"/>
                  </a:lnTo>
                  <a:lnTo>
                    <a:pt x="258889" y="411575"/>
                  </a:lnTo>
                  <a:lnTo>
                    <a:pt x="260128" y="411099"/>
                  </a:lnTo>
                  <a:lnTo>
                    <a:pt x="261366" y="411004"/>
                  </a:lnTo>
                  <a:lnTo>
                    <a:pt x="262795" y="411194"/>
                  </a:lnTo>
                  <a:lnTo>
                    <a:pt x="265462" y="411861"/>
                  </a:lnTo>
                  <a:lnTo>
                    <a:pt x="267081" y="412623"/>
                  </a:lnTo>
                  <a:lnTo>
                    <a:pt x="267653" y="413385"/>
                  </a:lnTo>
                  <a:lnTo>
                    <a:pt x="268033" y="414433"/>
                  </a:lnTo>
                  <a:lnTo>
                    <a:pt x="268891" y="415862"/>
                  </a:lnTo>
                  <a:lnTo>
                    <a:pt x="269843" y="416814"/>
                  </a:lnTo>
                  <a:lnTo>
                    <a:pt x="272129" y="418529"/>
                  </a:lnTo>
                  <a:lnTo>
                    <a:pt x="274891" y="421577"/>
                  </a:lnTo>
                  <a:lnTo>
                    <a:pt x="275939" y="421862"/>
                  </a:lnTo>
                  <a:lnTo>
                    <a:pt x="279654" y="425672"/>
                  </a:lnTo>
                  <a:lnTo>
                    <a:pt x="279654" y="426148"/>
                  </a:lnTo>
                  <a:lnTo>
                    <a:pt x="278130" y="427863"/>
                  </a:lnTo>
                  <a:lnTo>
                    <a:pt x="277558" y="429006"/>
                  </a:lnTo>
                  <a:lnTo>
                    <a:pt x="277463" y="430339"/>
                  </a:lnTo>
                  <a:lnTo>
                    <a:pt x="278035" y="430339"/>
                  </a:lnTo>
                  <a:lnTo>
                    <a:pt x="281749" y="427006"/>
                  </a:lnTo>
                  <a:lnTo>
                    <a:pt x="283845" y="426053"/>
                  </a:lnTo>
                  <a:lnTo>
                    <a:pt x="286798" y="425672"/>
                  </a:lnTo>
                  <a:lnTo>
                    <a:pt x="286798" y="425005"/>
                  </a:lnTo>
                  <a:lnTo>
                    <a:pt x="285274" y="424720"/>
                  </a:lnTo>
                  <a:lnTo>
                    <a:pt x="284226" y="425005"/>
                  </a:lnTo>
                  <a:lnTo>
                    <a:pt x="283273" y="425387"/>
                  </a:lnTo>
                  <a:lnTo>
                    <a:pt x="282130" y="425577"/>
                  </a:lnTo>
                  <a:lnTo>
                    <a:pt x="281464" y="425005"/>
                  </a:lnTo>
                  <a:lnTo>
                    <a:pt x="281273" y="423767"/>
                  </a:lnTo>
                  <a:lnTo>
                    <a:pt x="281845" y="422720"/>
                  </a:lnTo>
                  <a:lnTo>
                    <a:pt x="283559" y="422624"/>
                  </a:lnTo>
                  <a:lnTo>
                    <a:pt x="282607" y="422338"/>
                  </a:lnTo>
                  <a:lnTo>
                    <a:pt x="279749" y="420243"/>
                  </a:lnTo>
                  <a:lnTo>
                    <a:pt x="280606" y="419767"/>
                  </a:lnTo>
                  <a:lnTo>
                    <a:pt x="281749" y="419671"/>
                  </a:lnTo>
                  <a:lnTo>
                    <a:pt x="282988" y="419957"/>
                  </a:lnTo>
                  <a:lnTo>
                    <a:pt x="284988" y="421291"/>
                  </a:lnTo>
                  <a:lnTo>
                    <a:pt x="286131" y="421291"/>
                  </a:lnTo>
                  <a:lnTo>
                    <a:pt x="286607" y="420529"/>
                  </a:lnTo>
                  <a:lnTo>
                    <a:pt x="285750" y="419100"/>
                  </a:lnTo>
                  <a:lnTo>
                    <a:pt x="286703" y="419005"/>
                  </a:lnTo>
                  <a:lnTo>
                    <a:pt x="287846" y="419386"/>
                  </a:lnTo>
                  <a:lnTo>
                    <a:pt x="288893" y="419386"/>
                  </a:lnTo>
                  <a:lnTo>
                    <a:pt x="289655" y="418052"/>
                  </a:lnTo>
                  <a:lnTo>
                    <a:pt x="290131" y="418814"/>
                  </a:lnTo>
                  <a:lnTo>
                    <a:pt x="290703" y="419100"/>
                  </a:lnTo>
                  <a:lnTo>
                    <a:pt x="290989" y="418910"/>
                  </a:lnTo>
                  <a:lnTo>
                    <a:pt x="290703" y="418052"/>
                  </a:lnTo>
                  <a:lnTo>
                    <a:pt x="291274" y="417481"/>
                  </a:lnTo>
                  <a:lnTo>
                    <a:pt x="293084" y="418338"/>
                  </a:lnTo>
                  <a:lnTo>
                    <a:pt x="294513" y="417957"/>
                  </a:lnTo>
                  <a:lnTo>
                    <a:pt x="297180" y="415671"/>
                  </a:lnTo>
                  <a:lnTo>
                    <a:pt x="296704" y="415671"/>
                  </a:lnTo>
                  <a:lnTo>
                    <a:pt x="296704" y="415100"/>
                  </a:lnTo>
                  <a:lnTo>
                    <a:pt x="297085" y="414528"/>
                  </a:lnTo>
                  <a:lnTo>
                    <a:pt x="297085" y="413861"/>
                  </a:lnTo>
                  <a:lnTo>
                    <a:pt x="296799" y="413290"/>
                  </a:lnTo>
                  <a:lnTo>
                    <a:pt x="296228" y="412813"/>
                  </a:lnTo>
                  <a:lnTo>
                    <a:pt x="296513" y="412623"/>
                  </a:lnTo>
                  <a:lnTo>
                    <a:pt x="296894" y="412242"/>
                  </a:lnTo>
                  <a:lnTo>
                    <a:pt x="297275" y="412147"/>
                  </a:lnTo>
                  <a:lnTo>
                    <a:pt x="297275" y="413004"/>
                  </a:lnTo>
                  <a:lnTo>
                    <a:pt x="297275" y="413290"/>
                  </a:lnTo>
                  <a:lnTo>
                    <a:pt x="297847" y="412813"/>
                  </a:lnTo>
                  <a:lnTo>
                    <a:pt x="299561" y="412052"/>
                  </a:lnTo>
                  <a:lnTo>
                    <a:pt x="298704" y="413099"/>
                  </a:lnTo>
                  <a:lnTo>
                    <a:pt x="298609" y="413671"/>
                  </a:lnTo>
                  <a:lnTo>
                    <a:pt x="299752" y="414814"/>
                  </a:lnTo>
                  <a:lnTo>
                    <a:pt x="300323" y="415671"/>
                  </a:lnTo>
                  <a:lnTo>
                    <a:pt x="300609" y="416338"/>
                  </a:lnTo>
                  <a:lnTo>
                    <a:pt x="300609" y="416909"/>
                  </a:lnTo>
                  <a:lnTo>
                    <a:pt x="300514" y="417481"/>
                  </a:lnTo>
                  <a:lnTo>
                    <a:pt x="299942" y="419005"/>
                  </a:lnTo>
                  <a:lnTo>
                    <a:pt x="297847" y="421958"/>
                  </a:lnTo>
                  <a:lnTo>
                    <a:pt x="297085" y="423291"/>
                  </a:lnTo>
                  <a:lnTo>
                    <a:pt x="297180" y="424434"/>
                  </a:lnTo>
                  <a:lnTo>
                    <a:pt x="298418" y="423767"/>
                  </a:lnTo>
                  <a:lnTo>
                    <a:pt x="300990" y="421577"/>
                  </a:lnTo>
                  <a:lnTo>
                    <a:pt x="301847" y="421196"/>
                  </a:lnTo>
                  <a:lnTo>
                    <a:pt x="302514" y="421100"/>
                  </a:lnTo>
                  <a:lnTo>
                    <a:pt x="302990" y="420719"/>
                  </a:lnTo>
                  <a:lnTo>
                    <a:pt x="303181" y="419576"/>
                  </a:lnTo>
                  <a:lnTo>
                    <a:pt x="303466" y="419100"/>
                  </a:lnTo>
                  <a:lnTo>
                    <a:pt x="304895" y="417862"/>
                  </a:lnTo>
                  <a:lnTo>
                    <a:pt x="305467" y="417576"/>
                  </a:lnTo>
                  <a:lnTo>
                    <a:pt x="305467" y="416909"/>
                  </a:lnTo>
                  <a:lnTo>
                    <a:pt x="305086" y="416909"/>
                  </a:lnTo>
                  <a:lnTo>
                    <a:pt x="303847" y="416909"/>
                  </a:lnTo>
                  <a:lnTo>
                    <a:pt x="304133" y="416052"/>
                  </a:lnTo>
                  <a:lnTo>
                    <a:pt x="304419" y="415385"/>
                  </a:lnTo>
                  <a:lnTo>
                    <a:pt x="304895" y="414909"/>
                  </a:lnTo>
                  <a:lnTo>
                    <a:pt x="305467" y="414623"/>
                  </a:lnTo>
                  <a:lnTo>
                    <a:pt x="305276" y="414242"/>
                  </a:lnTo>
                  <a:lnTo>
                    <a:pt x="304895" y="413385"/>
                  </a:lnTo>
                  <a:lnTo>
                    <a:pt x="306610" y="413385"/>
                  </a:lnTo>
                  <a:lnTo>
                    <a:pt x="305371" y="411575"/>
                  </a:lnTo>
                  <a:lnTo>
                    <a:pt x="305276" y="409004"/>
                  </a:lnTo>
                  <a:lnTo>
                    <a:pt x="306133" y="406622"/>
                  </a:lnTo>
                  <a:lnTo>
                    <a:pt x="307753" y="405194"/>
                  </a:lnTo>
                  <a:lnTo>
                    <a:pt x="307372" y="406813"/>
                  </a:lnTo>
                  <a:lnTo>
                    <a:pt x="307467" y="407575"/>
                  </a:lnTo>
                  <a:lnTo>
                    <a:pt x="311372" y="409670"/>
                  </a:lnTo>
                  <a:lnTo>
                    <a:pt x="312325" y="409670"/>
                  </a:lnTo>
                  <a:lnTo>
                    <a:pt x="312801" y="408622"/>
                  </a:lnTo>
                  <a:lnTo>
                    <a:pt x="313087" y="408813"/>
                  </a:lnTo>
                  <a:lnTo>
                    <a:pt x="313182" y="408813"/>
                  </a:lnTo>
                  <a:lnTo>
                    <a:pt x="313277" y="409289"/>
                  </a:lnTo>
                  <a:lnTo>
                    <a:pt x="313563" y="408718"/>
                  </a:lnTo>
                  <a:lnTo>
                    <a:pt x="314135" y="407956"/>
                  </a:lnTo>
                  <a:lnTo>
                    <a:pt x="314325" y="407480"/>
                  </a:lnTo>
                  <a:lnTo>
                    <a:pt x="314611" y="408432"/>
                  </a:lnTo>
                  <a:lnTo>
                    <a:pt x="314325" y="409194"/>
                  </a:lnTo>
                  <a:lnTo>
                    <a:pt x="313182" y="410432"/>
                  </a:lnTo>
                  <a:lnTo>
                    <a:pt x="314325" y="410528"/>
                  </a:lnTo>
                  <a:lnTo>
                    <a:pt x="318135" y="409861"/>
                  </a:lnTo>
                  <a:lnTo>
                    <a:pt x="318135" y="410432"/>
                  </a:lnTo>
                  <a:lnTo>
                    <a:pt x="317182" y="410623"/>
                  </a:lnTo>
                  <a:lnTo>
                    <a:pt x="316230" y="411004"/>
                  </a:lnTo>
                  <a:lnTo>
                    <a:pt x="315658" y="411480"/>
                  </a:lnTo>
                  <a:lnTo>
                    <a:pt x="315849" y="412147"/>
                  </a:lnTo>
                  <a:lnTo>
                    <a:pt x="315182" y="412337"/>
                  </a:lnTo>
                  <a:lnTo>
                    <a:pt x="314611" y="412623"/>
                  </a:lnTo>
                  <a:lnTo>
                    <a:pt x="314135" y="413004"/>
                  </a:lnTo>
                  <a:lnTo>
                    <a:pt x="313754" y="413385"/>
                  </a:lnTo>
                  <a:lnTo>
                    <a:pt x="313754" y="413956"/>
                  </a:lnTo>
                  <a:lnTo>
                    <a:pt x="314230" y="414338"/>
                  </a:lnTo>
                  <a:lnTo>
                    <a:pt x="314611" y="414528"/>
                  </a:lnTo>
                  <a:lnTo>
                    <a:pt x="314992" y="414433"/>
                  </a:lnTo>
                  <a:lnTo>
                    <a:pt x="315373" y="413956"/>
                  </a:lnTo>
                  <a:lnTo>
                    <a:pt x="315849" y="413956"/>
                  </a:lnTo>
                  <a:lnTo>
                    <a:pt x="315468" y="416433"/>
                  </a:lnTo>
                  <a:lnTo>
                    <a:pt x="314896" y="417386"/>
                  </a:lnTo>
                  <a:lnTo>
                    <a:pt x="313658" y="417481"/>
                  </a:lnTo>
                  <a:lnTo>
                    <a:pt x="314039" y="416433"/>
                  </a:lnTo>
                  <a:lnTo>
                    <a:pt x="312896" y="415957"/>
                  </a:lnTo>
                  <a:lnTo>
                    <a:pt x="311563" y="416338"/>
                  </a:lnTo>
                  <a:lnTo>
                    <a:pt x="311468" y="418052"/>
                  </a:lnTo>
                  <a:lnTo>
                    <a:pt x="312420" y="419386"/>
                  </a:lnTo>
                  <a:lnTo>
                    <a:pt x="313849" y="419671"/>
                  </a:lnTo>
                  <a:lnTo>
                    <a:pt x="317945" y="419195"/>
                  </a:lnTo>
                  <a:lnTo>
                    <a:pt x="317945" y="418624"/>
                  </a:lnTo>
                  <a:lnTo>
                    <a:pt x="317182" y="418624"/>
                  </a:lnTo>
                  <a:lnTo>
                    <a:pt x="316897" y="418624"/>
                  </a:lnTo>
                  <a:lnTo>
                    <a:pt x="316897" y="418052"/>
                  </a:lnTo>
                  <a:lnTo>
                    <a:pt x="317659" y="417862"/>
                  </a:lnTo>
                  <a:lnTo>
                    <a:pt x="317945" y="417576"/>
                  </a:lnTo>
                  <a:lnTo>
                    <a:pt x="317849" y="417100"/>
                  </a:lnTo>
                  <a:lnTo>
                    <a:pt x="317373" y="416338"/>
                  </a:lnTo>
                  <a:lnTo>
                    <a:pt x="318040" y="415957"/>
                  </a:lnTo>
                  <a:lnTo>
                    <a:pt x="318611" y="415480"/>
                  </a:lnTo>
                  <a:lnTo>
                    <a:pt x="319659" y="413956"/>
                  </a:lnTo>
                  <a:lnTo>
                    <a:pt x="320707" y="415195"/>
                  </a:lnTo>
                  <a:lnTo>
                    <a:pt x="320707" y="415766"/>
                  </a:lnTo>
                  <a:lnTo>
                    <a:pt x="319469" y="415385"/>
                  </a:lnTo>
                  <a:lnTo>
                    <a:pt x="318897" y="416052"/>
                  </a:lnTo>
                  <a:lnTo>
                    <a:pt x="318802" y="417005"/>
                  </a:lnTo>
                  <a:lnTo>
                    <a:pt x="318897" y="417481"/>
                  </a:lnTo>
                  <a:lnTo>
                    <a:pt x="319659" y="417290"/>
                  </a:lnTo>
                  <a:lnTo>
                    <a:pt x="321945" y="416243"/>
                  </a:lnTo>
                  <a:lnTo>
                    <a:pt x="321755" y="415957"/>
                  </a:lnTo>
                  <a:lnTo>
                    <a:pt x="321373" y="415100"/>
                  </a:lnTo>
                  <a:lnTo>
                    <a:pt x="322136" y="415004"/>
                  </a:lnTo>
                  <a:lnTo>
                    <a:pt x="322612" y="414719"/>
                  </a:lnTo>
                  <a:lnTo>
                    <a:pt x="322897" y="414147"/>
                  </a:lnTo>
                  <a:lnTo>
                    <a:pt x="323088" y="413290"/>
                  </a:lnTo>
                  <a:lnTo>
                    <a:pt x="322516" y="413195"/>
                  </a:lnTo>
                  <a:lnTo>
                    <a:pt x="322136" y="413004"/>
                  </a:lnTo>
                  <a:lnTo>
                    <a:pt x="321850" y="412813"/>
                  </a:lnTo>
                  <a:lnTo>
                    <a:pt x="321373" y="412718"/>
                  </a:lnTo>
                  <a:lnTo>
                    <a:pt x="321373" y="413480"/>
                  </a:lnTo>
                  <a:lnTo>
                    <a:pt x="322326" y="413861"/>
                  </a:lnTo>
                  <a:lnTo>
                    <a:pt x="323374" y="413956"/>
                  </a:lnTo>
                  <a:lnTo>
                    <a:pt x="324231" y="413480"/>
                  </a:lnTo>
                  <a:lnTo>
                    <a:pt x="324707" y="412242"/>
                  </a:lnTo>
                  <a:lnTo>
                    <a:pt x="324421" y="412337"/>
                  </a:lnTo>
                  <a:lnTo>
                    <a:pt x="323660" y="412813"/>
                  </a:lnTo>
                  <a:lnTo>
                    <a:pt x="324136" y="411480"/>
                  </a:lnTo>
                  <a:lnTo>
                    <a:pt x="325088" y="411004"/>
                  </a:lnTo>
                  <a:lnTo>
                    <a:pt x="325755" y="410432"/>
                  </a:lnTo>
                  <a:lnTo>
                    <a:pt x="325279" y="408718"/>
                  </a:lnTo>
                  <a:lnTo>
                    <a:pt x="324707" y="408718"/>
                  </a:lnTo>
                  <a:lnTo>
                    <a:pt x="323850" y="409956"/>
                  </a:lnTo>
                  <a:lnTo>
                    <a:pt x="323660" y="410432"/>
                  </a:lnTo>
                  <a:lnTo>
                    <a:pt x="323564" y="409956"/>
                  </a:lnTo>
                  <a:lnTo>
                    <a:pt x="323469" y="409861"/>
                  </a:lnTo>
                  <a:lnTo>
                    <a:pt x="323183" y="409861"/>
                  </a:lnTo>
                  <a:lnTo>
                    <a:pt x="322993" y="410337"/>
                  </a:lnTo>
                  <a:lnTo>
                    <a:pt x="322707" y="410528"/>
                  </a:lnTo>
                  <a:lnTo>
                    <a:pt x="322421" y="410718"/>
                  </a:lnTo>
                  <a:lnTo>
                    <a:pt x="322040" y="411099"/>
                  </a:lnTo>
                  <a:lnTo>
                    <a:pt x="322231" y="410337"/>
                  </a:lnTo>
                  <a:lnTo>
                    <a:pt x="322040" y="409575"/>
                  </a:lnTo>
                  <a:lnTo>
                    <a:pt x="322136" y="408813"/>
                  </a:lnTo>
                  <a:lnTo>
                    <a:pt x="322326" y="408527"/>
                  </a:lnTo>
                  <a:lnTo>
                    <a:pt x="322707" y="408242"/>
                  </a:lnTo>
                  <a:lnTo>
                    <a:pt x="323088" y="407861"/>
                  </a:lnTo>
                  <a:lnTo>
                    <a:pt x="323279" y="407098"/>
                  </a:lnTo>
                  <a:lnTo>
                    <a:pt x="322231" y="407670"/>
                  </a:lnTo>
                  <a:lnTo>
                    <a:pt x="321659" y="408718"/>
                  </a:lnTo>
                  <a:lnTo>
                    <a:pt x="320993" y="411194"/>
                  </a:lnTo>
                  <a:lnTo>
                    <a:pt x="320802" y="410528"/>
                  </a:lnTo>
                  <a:lnTo>
                    <a:pt x="320707" y="410432"/>
                  </a:lnTo>
                  <a:lnTo>
                    <a:pt x="320802" y="410432"/>
                  </a:lnTo>
                  <a:lnTo>
                    <a:pt x="321088" y="410051"/>
                  </a:lnTo>
                  <a:lnTo>
                    <a:pt x="321088" y="409480"/>
                  </a:lnTo>
                  <a:lnTo>
                    <a:pt x="320421" y="409385"/>
                  </a:lnTo>
                  <a:lnTo>
                    <a:pt x="319659" y="409004"/>
                  </a:lnTo>
                  <a:lnTo>
                    <a:pt x="318992" y="408908"/>
                  </a:lnTo>
                  <a:lnTo>
                    <a:pt x="318992" y="408337"/>
                  </a:lnTo>
                  <a:lnTo>
                    <a:pt x="320230" y="408337"/>
                  </a:lnTo>
                  <a:lnTo>
                    <a:pt x="320421" y="408432"/>
                  </a:lnTo>
                  <a:lnTo>
                    <a:pt x="320516" y="408337"/>
                  </a:lnTo>
                  <a:lnTo>
                    <a:pt x="320326" y="408337"/>
                  </a:lnTo>
                  <a:lnTo>
                    <a:pt x="320230" y="408337"/>
                  </a:lnTo>
                  <a:lnTo>
                    <a:pt x="320040" y="408051"/>
                  </a:lnTo>
                  <a:lnTo>
                    <a:pt x="320040" y="407670"/>
                  </a:lnTo>
                  <a:lnTo>
                    <a:pt x="321088" y="407670"/>
                  </a:lnTo>
                  <a:lnTo>
                    <a:pt x="321088" y="407098"/>
                  </a:lnTo>
                  <a:lnTo>
                    <a:pt x="320421" y="406527"/>
                  </a:lnTo>
                  <a:lnTo>
                    <a:pt x="319659" y="406051"/>
                  </a:lnTo>
                  <a:lnTo>
                    <a:pt x="318706" y="405670"/>
                  </a:lnTo>
                  <a:lnTo>
                    <a:pt x="317754" y="405384"/>
                  </a:lnTo>
                  <a:lnTo>
                    <a:pt x="318326" y="405098"/>
                  </a:lnTo>
                  <a:lnTo>
                    <a:pt x="318802" y="405003"/>
                  </a:lnTo>
                  <a:lnTo>
                    <a:pt x="319278" y="405098"/>
                  </a:lnTo>
                  <a:lnTo>
                    <a:pt x="320040" y="405384"/>
                  </a:lnTo>
                  <a:lnTo>
                    <a:pt x="320040" y="403860"/>
                  </a:lnTo>
                  <a:lnTo>
                    <a:pt x="320421" y="403003"/>
                  </a:lnTo>
                  <a:lnTo>
                    <a:pt x="320897" y="402241"/>
                  </a:lnTo>
                  <a:lnTo>
                    <a:pt x="321183" y="401288"/>
                  </a:lnTo>
                  <a:lnTo>
                    <a:pt x="320993" y="400431"/>
                  </a:lnTo>
                  <a:lnTo>
                    <a:pt x="320516" y="399479"/>
                  </a:lnTo>
                  <a:lnTo>
                    <a:pt x="319849" y="399002"/>
                  </a:lnTo>
                  <a:lnTo>
                    <a:pt x="318992" y="399574"/>
                  </a:lnTo>
                  <a:lnTo>
                    <a:pt x="318897" y="399193"/>
                  </a:lnTo>
                  <a:lnTo>
                    <a:pt x="318706" y="399002"/>
                  </a:lnTo>
                  <a:lnTo>
                    <a:pt x="318516" y="398717"/>
                  </a:lnTo>
                  <a:lnTo>
                    <a:pt x="318421" y="398336"/>
                  </a:lnTo>
                  <a:lnTo>
                    <a:pt x="319278" y="398431"/>
                  </a:lnTo>
                  <a:lnTo>
                    <a:pt x="319564" y="398336"/>
                  </a:lnTo>
                  <a:lnTo>
                    <a:pt x="318326" y="397383"/>
                  </a:lnTo>
                  <a:lnTo>
                    <a:pt x="317182" y="396050"/>
                  </a:lnTo>
                  <a:lnTo>
                    <a:pt x="316611" y="394621"/>
                  </a:lnTo>
                  <a:lnTo>
                    <a:pt x="317278" y="392716"/>
                  </a:lnTo>
                  <a:lnTo>
                    <a:pt x="317373" y="390239"/>
                  </a:lnTo>
                  <a:lnTo>
                    <a:pt x="317563" y="389477"/>
                  </a:lnTo>
                  <a:lnTo>
                    <a:pt x="317849" y="388811"/>
                  </a:lnTo>
                  <a:lnTo>
                    <a:pt x="318326" y="388334"/>
                  </a:lnTo>
                  <a:lnTo>
                    <a:pt x="318897" y="387953"/>
                  </a:lnTo>
                  <a:lnTo>
                    <a:pt x="317563" y="392906"/>
                  </a:lnTo>
                  <a:lnTo>
                    <a:pt x="317754" y="395002"/>
                  </a:lnTo>
                  <a:lnTo>
                    <a:pt x="320040" y="395573"/>
                  </a:lnTo>
                  <a:lnTo>
                    <a:pt x="318992" y="394716"/>
                  </a:lnTo>
                  <a:lnTo>
                    <a:pt x="319469" y="393763"/>
                  </a:lnTo>
                  <a:lnTo>
                    <a:pt x="320802" y="393002"/>
                  </a:lnTo>
                  <a:lnTo>
                    <a:pt x="322136" y="392621"/>
                  </a:lnTo>
                  <a:lnTo>
                    <a:pt x="321850" y="392239"/>
                  </a:lnTo>
                  <a:lnTo>
                    <a:pt x="321659" y="391954"/>
                  </a:lnTo>
                  <a:lnTo>
                    <a:pt x="321469" y="391668"/>
                  </a:lnTo>
                  <a:lnTo>
                    <a:pt x="320993" y="391382"/>
                  </a:lnTo>
                  <a:lnTo>
                    <a:pt x="320993" y="390811"/>
                  </a:lnTo>
                  <a:lnTo>
                    <a:pt x="322326" y="391192"/>
                  </a:lnTo>
                  <a:lnTo>
                    <a:pt x="322612" y="391382"/>
                  </a:lnTo>
                  <a:lnTo>
                    <a:pt x="323564" y="390525"/>
                  </a:lnTo>
                  <a:lnTo>
                    <a:pt x="324231" y="389763"/>
                  </a:lnTo>
                  <a:lnTo>
                    <a:pt x="324612" y="388811"/>
                  </a:lnTo>
                  <a:lnTo>
                    <a:pt x="324803" y="387382"/>
                  </a:lnTo>
                  <a:lnTo>
                    <a:pt x="325279" y="388144"/>
                  </a:lnTo>
                  <a:lnTo>
                    <a:pt x="325374" y="388430"/>
                  </a:lnTo>
                  <a:lnTo>
                    <a:pt x="325946" y="388430"/>
                  </a:lnTo>
                  <a:lnTo>
                    <a:pt x="325946" y="388144"/>
                  </a:lnTo>
                  <a:lnTo>
                    <a:pt x="325946" y="387572"/>
                  </a:lnTo>
                  <a:lnTo>
                    <a:pt x="325946" y="387287"/>
                  </a:lnTo>
                  <a:lnTo>
                    <a:pt x="326422" y="387287"/>
                  </a:lnTo>
                  <a:lnTo>
                    <a:pt x="326422" y="388715"/>
                  </a:lnTo>
                  <a:lnTo>
                    <a:pt x="325850" y="389382"/>
                  </a:lnTo>
                  <a:lnTo>
                    <a:pt x="325183" y="389763"/>
                  </a:lnTo>
                  <a:lnTo>
                    <a:pt x="324803" y="390239"/>
                  </a:lnTo>
                  <a:lnTo>
                    <a:pt x="324898" y="391478"/>
                  </a:lnTo>
                  <a:lnTo>
                    <a:pt x="325469" y="392144"/>
                  </a:lnTo>
                  <a:lnTo>
                    <a:pt x="326231" y="392335"/>
                  </a:lnTo>
                  <a:lnTo>
                    <a:pt x="327088" y="391954"/>
                  </a:lnTo>
                  <a:lnTo>
                    <a:pt x="326803" y="391859"/>
                  </a:lnTo>
                  <a:lnTo>
                    <a:pt x="326517" y="391763"/>
                  </a:lnTo>
                  <a:lnTo>
                    <a:pt x="326231" y="391668"/>
                  </a:lnTo>
                  <a:lnTo>
                    <a:pt x="325946" y="391382"/>
                  </a:lnTo>
                  <a:lnTo>
                    <a:pt x="326898" y="391668"/>
                  </a:lnTo>
                  <a:lnTo>
                    <a:pt x="327184" y="391763"/>
                  </a:lnTo>
                  <a:lnTo>
                    <a:pt x="327565" y="391954"/>
                  </a:lnTo>
                  <a:lnTo>
                    <a:pt x="327755" y="391478"/>
                  </a:lnTo>
                  <a:lnTo>
                    <a:pt x="327946" y="391096"/>
                  </a:lnTo>
                  <a:lnTo>
                    <a:pt x="328136" y="390715"/>
                  </a:lnTo>
                  <a:lnTo>
                    <a:pt x="328136" y="390144"/>
                  </a:lnTo>
                  <a:lnTo>
                    <a:pt x="330422" y="391954"/>
                  </a:lnTo>
                  <a:lnTo>
                    <a:pt x="331470" y="392430"/>
                  </a:lnTo>
                  <a:lnTo>
                    <a:pt x="331470" y="393002"/>
                  </a:lnTo>
                  <a:lnTo>
                    <a:pt x="330422" y="394145"/>
                  </a:lnTo>
                  <a:lnTo>
                    <a:pt x="328708" y="397573"/>
                  </a:lnTo>
                  <a:lnTo>
                    <a:pt x="327374" y="398336"/>
                  </a:lnTo>
                  <a:lnTo>
                    <a:pt x="326327" y="399097"/>
                  </a:lnTo>
                  <a:lnTo>
                    <a:pt x="326136" y="400717"/>
                  </a:lnTo>
                  <a:lnTo>
                    <a:pt x="326993" y="401860"/>
                  </a:lnTo>
                  <a:lnTo>
                    <a:pt x="329184" y="401288"/>
                  </a:lnTo>
                  <a:lnTo>
                    <a:pt x="328422" y="403098"/>
                  </a:lnTo>
                  <a:lnTo>
                    <a:pt x="328136" y="404146"/>
                  </a:lnTo>
                  <a:lnTo>
                    <a:pt x="328231" y="405384"/>
                  </a:lnTo>
                  <a:lnTo>
                    <a:pt x="330994" y="404813"/>
                  </a:lnTo>
                  <a:lnTo>
                    <a:pt x="330994" y="403955"/>
                  </a:lnTo>
                  <a:lnTo>
                    <a:pt x="330708" y="402908"/>
                  </a:lnTo>
                  <a:lnTo>
                    <a:pt x="329946" y="401193"/>
                  </a:lnTo>
                  <a:lnTo>
                    <a:pt x="330518" y="401193"/>
                  </a:lnTo>
                  <a:lnTo>
                    <a:pt x="330613" y="401574"/>
                  </a:lnTo>
                  <a:lnTo>
                    <a:pt x="331089" y="402336"/>
                  </a:lnTo>
                  <a:lnTo>
                    <a:pt x="331661" y="402336"/>
                  </a:lnTo>
                  <a:lnTo>
                    <a:pt x="331946" y="401384"/>
                  </a:lnTo>
                  <a:lnTo>
                    <a:pt x="332137" y="400336"/>
                  </a:lnTo>
                  <a:lnTo>
                    <a:pt x="332232" y="399288"/>
                  </a:lnTo>
                  <a:lnTo>
                    <a:pt x="332137" y="398240"/>
                  </a:lnTo>
                  <a:lnTo>
                    <a:pt x="332708" y="398240"/>
                  </a:lnTo>
                  <a:lnTo>
                    <a:pt x="332708" y="398907"/>
                  </a:lnTo>
                  <a:lnTo>
                    <a:pt x="333185" y="400526"/>
                  </a:lnTo>
                  <a:lnTo>
                    <a:pt x="333470" y="399955"/>
                  </a:lnTo>
                  <a:lnTo>
                    <a:pt x="334042" y="399288"/>
                  </a:lnTo>
                  <a:lnTo>
                    <a:pt x="334232" y="398812"/>
                  </a:lnTo>
                  <a:lnTo>
                    <a:pt x="334804" y="398812"/>
                  </a:lnTo>
                  <a:lnTo>
                    <a:pt x="334518" y="400240"/>
                  </a:lnTo>
                  <a:lnTo>
                    <a:pt x="333851" y="401193"/>
                  </a:lnTo>
                  <a:lnTo>
                    <a:pt x="333089" y="401955"/>
                  </a:lnTo>
                  <a:lnTo>
                    <a:pt x="332613" y="402908"/>
                  </a:lnTo>
                  <a:lnTo>
                    <a:pt x="332422" y="404241"/>
                  </a:lnTo>
                  <a:lnTo>
                    <a:pt x="332899" y="404336"/>
                  </a:lnTo>
                  <a:lnTo>
                    <a:pt x="333946" y="404146"/>
                  </a:lnTo>
                  <a:lnTo>
                    <a:pt x="335375" y="404622"/>
                  </a:lnTo>
                  <a:lnTo>
                    <a:pt x="335375" y="405194"/>
                  </a:lnTo>
                  <a:lnTo>
                    <a:pt x="334042" y="405670"/>
                  </a:lnTo>
                  <a:lnTo>
                    <a:pt x="333375" y="405765"/>
                  </a:lnTo>
                  <a:lnTo>
                    <a:pt x="332613" y="405765"/>
                  </a:lnTo>
                  <a:lnTo>
                    <a:pt x="332994" y="406622"/>
                  </a:lnTo>
                  <a:lnTo>
                    <a:pt x="334613" y="407289"/>
                  </a:lnTo>
                  <a:lnTo>
                    <a:pt x="335280" y="408146"/>
                  </a:lnTo>
                  <a:lnTo>
                    <a:pt x="336137" y="407575"/>
                  </a:lnTo>
                  <a:lnTo>
                    <a:pt x="336613" y="406718"/>
                  </a:lnTo>
                  <a:lnTo>
                    <a:pt x="337471" y="404717"/>
                  </a:lnTo>
                  <a:lnTo>
                    <a:pt x="338042" y="405003"/>
                  </a:lnTo>
                  <a:lnTo>
                    <a:pt x="338614" y="404717"/>
                  </a:lnTo>
                  <a:lnTo>
                    <a:pt x="338614" y="406146"/>
                  </a:lnTo>
                  <a:lnTo>
                    <a:pt x="337852" y="407861"/>
                  </a:lnTo>
                  <a:lnTo>
                    <a:pt x="337661" y="409670"/>
                  </a:lnTo>
                  <a:lnTo>
                    <a:pt x="339185" y="411099"/>
                  </a:lnTo>
                  <a:lnTo>
                    <a:pt x="339757" y="411099"/>
                  </a:lnTo>
                  <a:lnTo>
                    <a:pt x="339852" y="410337"/>
                  </a:lnTo>
                  <a:lnTo>
                    <a:pt x="340043" y="409956"/>
                  </a:lnTo>
                  <a:lnTo>
                    <a:pt x="340805" y="409289"/>
                  </a:lnTo>
                  <a:lnTo>
                    <a:pt x="340805" y="412813"/>
                  </a:lnTo>
                  <a:lnTo>
                    <a:pt x="340328" y="412813"/>
                  </a:lnTo>
                  <a:lnTo>
                    <a:pt x="339947" y="411956"/>
                  </a:lnTo>
                  <a:lnTo>
                    <a:pt x="339376" y="411766"/>
                  </a:lnTo>
                  <a:lnTo>
                    <a:pt x="337661" y="412147"/>
                  </a:lnTo>
                  <a:lnTo>
                    <a:pt x="337661" y="412813"/>
                  </a:lnTo>
                  <a:lnTo>
                    <a:pt x="338995" y="413290"/>
                  </a:lnTo>
                  <a:lnTo>
                    <a:pt x="339280" y="414623"/>
                  </a:lnTo>
                  <a:lnTo>
                    <a:pt x="339471" y="416052"/>
                  </a:lnTo>
                  <a:lnTo>
                    <a:pt x="340423" y="416909"/>
                  </a:lnTo>
                  <a:lnTo>
                    <a:pt x="339852" y="415766"/>
                  </a:lnTo>
                  <a:lnTo>
                    <a:pt x="340423" y="415385"/>
                  </a:lnTo>
                  <a:lnTo>
                    <a:pt x="341757" y="415385"/>
                  </a:lnTo>
                  <a:lnTo>
                    <a:pt x="342519" y="415100"/>
                  </a:lnTo>
                  <a:lnTo>
                    <a:pt x="342995" y="414623"/>
                  </a:lnTo>
                  <a:lnTo>
                    <a:pt x="343281" y="414052"/>
                  </a:lnTo>
                  <a:lnTo>
                    <a:pt x="343662" y="413576"/>
                  </a:lnTo>
                  <a:lnTo>
                    <a:pt x="344424" y="413385"/>
                  </a:lnTo>
                  <a:lnTo>
                    <a:pt x="345948" y="413861"/>
                  </a:lnTo>
                  <a:lnTo>
                    <a:pt x="347472" y="414719"/>
                  </a:lnTo>
                  <a:lnTo>
                    <a:pt x="348710" y="414909"/>
                  </a:lnTo>
                  <a:lnTo>
                    <a:pt x="350330" y="413480"/>
                  </a:lnTo>
                  <a:lnTo>
                    <a:pt x="349568" y="413290"/>
                  </a:lnTo>
                  <a:lnTo>
                    <a:pt x="348805" y="413290"/>
                  </a:lnTo>
                  <a:lnTo>
                    <a:pt x="347091" y="413480"/>
                  </a:lnTo>
                  <a:lnTo>
                    <a:pt x="348520" y="411385"/>
                  </a:lnTo>
                  <a:lnTo>
                    <a:pt x="348139" y="409861"/>
                  </a:lnTo>
                  <a:lnTo>
                    <a:pt x="346710" y="408622"/>
                  </a:lnTo>
                  <a:lnTo>
                    <a:pt x="344805" y="407480"/>
                  </a:lnTo>
                  <a:lnTo>
                    <a:pt x="344805" y="406908"/>
                  </a:lnTo>
                  <a:lnTo>
                    <a:pt x="345377" y="406908"/>
                  </a:lnTo>
                  <a:lnTo>
                    <a:pt x="345377" y="406337"/>
                  </a:lnTo>
                  <a:lnTo>
                    <a:pt x="343757" y="406337"/>
                  </a:lnTo>
                  <a:lnTo>
                    <a:pt x="344043" y="406241"/>
                  </a:lnTo>
                  <a:lnTo>
                    <a:pt x="344329" y="406241"/>
                  </a:lnTo>
                  <a:lnTo>
                    <a:pt x="344614" y="406146"/>
                  </a:lnTo>
                  <a:lnTo>
                    <a:pt x="344900" y="405765"/>
                  </a:lnTo>
                  <a:lnTo>
                    <a:pt x="344424" y="405194"/>
                  </a:lnTo>
                  <a:lnTo>
                    <a:pt x="344900" y="405384"/>
                  </a:lnTo>
                  <a:lnTo>
                    <a:pt x="345091" y="405384"/>
                  </a:lnTo>
                  <a:lnTo>
                    <a:pt x="345186" y="405479"/>
                  </a:lnTo>
                  <a:lnTo>
                    <a:pt x="345472" y="405765"/>
                  </a:lnTo>
                  <a:lnTo>
                    <a:pt x="345567" y="404813"/>
                  </a:lnTo>
                  <a:lnTo>
                    <a:pt x="345377" y="404527"/>
                  </a:lnTo>
                  <a:lnTo>
                    <a:pt x="344900" y="404051"/>
                  </a:lnTo>
                  <a:lnTo>
                    <a:pt x="345948" y="403670"/>
                  </a:lnTo>
                  <a:lnTo>
                    <a:pt x="346424" y="404146"/>
                  </a:lnTo>
                  <a:lnTo>
                    <a:pt x="346615" y="405098"/>
                  </a:lnTo>
                  <a:lnTo>
                    <a:pt x="346615" y="406051"/>
                  </a:lnTo>
                  <a:lnTo>
                    <a:pt x="346805" y="407194"/>
                  </a:lnTo>
                  <a:lnTo>
                    <a:pt x="347281" y="407289"/>
                  </a:lnTo>
                  <a:lnTo>
                    <a:pt x="347853" y="406908"/>
                  </a:lnTo>
                  <a:lnTo>
                    <a:pt x="348329" y="406432"/>
                  </a:lnTo>
                  <a:lnTo>
                    <a:pt x="348996" y="404813"/>
                  </a:lnTo>
                  <a:lnTo>
                    <a:pt x="348901" y="402812"/>
                  </a:lnTo>
                  <a:lnTo>
                    <a:pt x="348139" y="401479"/>
                  </a:lnTo>
                  <a:lnTo>
                    <a:pt x="346710" y="401669"/>
                  </a:lnTo>
                  <a:lnTo>
                    <a:pt x="346805" y="401003"/>
                  </a:lnTo>
                  <a:lnTo>
                    <a:pt x="346805" y="400621"/>
                  </a:lnTo>
                  <a:lnTo>
                    <a:pt x="346901" y="400336"/>
                  </a:lnTo>
                  <a:lnTo>
                    <a:pt x="347186" y="399955"/>
                  </a:lnTo>
                  <a:lnTo>
                    <a:pt x="344614" y="399097"/>
                  </a:lnTo>
                  <a:lnTo>
                    <a:pt x="343853" y="398717"/>
                  </a:lnTo>
                  <a:lnTo>
                    <a:pt x="345567" y="398431"/>
                  </a:lnTo>
                  <a:lnTo>
                    <a:pt x="348710" y="399002"/>
                  </a:lnTo>
                  <a:lnTo>
                    <a:pt x="350330" y="398717"/>
                  </a:lnTo>
                  <a:lnTo>
                    <a:pt x="349853" y="399288"/>
                  </a:lnTo>
                  <a:lnTo>
                    <a:pt x="349472" y="399955"/>
                  </a:lnTo>
                  <a:lnTo>
                    <a:pt x="349377" y="400717"/>
                  </a:lnTo>
                  <a:lnTo>
                    <a:pt x="349853" y="401574"/>
                  </a:lnTo>
                  <a:lnTo>
                    <a:pt x="350139" y="401003"/>
                  </a:lnTo>
                  <a:lnTo>
                    <a:pt x="350996" y="399860"/>
                  </a:lnTo>
                  <a:lnTo>
                    <a:pt x="351472" y="399860"/>
                  </a:lnTo>
                  <a:lnTo>
                    <a:pt x="350806" y="402146"/>
                  </a:lnTo>
                  <a:lnTo>
                    <a:pt x="350330" y="403003"/>
                  </a:lnTo>
                  <a:lnTo>
                    <a:pt x="350330" y="403574"/>
                  </a:lnTo>
                  <a:lnTo>
                    <a:pt x="350996" y="404146"/>
                  </a:lnTo>
                  <a:lnTo>
                    <a:pt x="351472" y="404146"/>
                  </a:lnTo>
                  <a:lnTo>
                    <a:pt x="351854" y="403479"/>
                  </a:lnTo>
                  <a:lnTo>
                    <a:pt x="352330" y="403003"/>
                  </a:lnTo>
                  <a:lnTo>
                    <a:pt x="352901" y="402622"/>
                  </a:lnTo>
                  <a:lnTo>
                    <a:pt x="353663" y="402431"/>
                  </a:lnTo>
                  <a:lnTo>
                    <a:pt x="353187" y="403670"/>
                  </a:lnTo>
                  <a:lnTo>
                    <a:pt x="353758" y="403479"/>
                  </a:lnTo>
                  <a:lnTo>
                    <a:pt x="354806" y="403384"/>
                  </a:lnTo>
                  <a:lnTo>
                    <a:pt x="355378" y="403193"/>
                  </a:lnTo>
                  <a:lnTo>
                    <a:pt x="355282" y="403574"/>
                  </a:lnTo>
                  <a:lnTo>
                    <a:pt x="354806" y="404336"/>
                  </a:lnTo>
                  <a:lnTo>
                    <a:pt x="352330" y="404622"/>
                  </a:lnTo>
                  <a:lnTo>
                    <a:pt x="351472" y="405003"/>
                  </a:lnTo>
                  <a:lnTo>
                    <a:pt x="350996" y="405384"/>
                  </a:lnTo>
                  <a:lnTo>
                    <a:pt x="350806" y="405479"/>
                  </a:lnTo>
                  <a:lnTo>
                    <a:pt x="350615" y="405575"/>
                  </a:lnTo>
                  <a:lnTo>
                    <a:pt x="350330" y="405860"/>
                  </a:lnTo>
                  <a:lnTo>
                    <a:pt x="350520" y="405955"/>
                  </a:lnTo>
                  <a:lnTo>
                    <a:pt x="350901" y="408242"/>
                  </a:lnTo>
                  <a:lnTo>
                    <a:pt x="350615" y="408718"/>
                  </a:lnTo>
                  <a:lnTo>
                    <a:pt x="350139" y="408908"/>
                  </a:lnTo>
                  <a:lnTo>
                    <a:pt x="349758" y="409194"/>
                  </a:lnTo>
                  <a:lnTo>
                    <a:pt x="349758" y="409956"/>
                  </a:lnTo>
                  <a:lnTo>
                    <a:pt x="349948" y="410051"/>
                  </a:lnTo>
                  <a:lnTo>
                    <a:pt x="350901" y="411099"/>
                  </a:lnTo>
                  <a:lnTo>
                    <a:pt x="351377" y="411194"/>
                  </a:lnTo>
                  <a:lnTo>
                    <a:pt x="352711" y="411004"/>
                  </a:lnTo>
                  <a:lnTo>
                    <a:pt x="353187" y="411099"/>
                  </a:lnTo>
                  <a:lnTo>
                    <a:pt x="353568" y="411575"/>
                  </a:lnTo>
                  <a:lnTo>
                    <a:pt x="353949" y="412813"/>
                  </a:lnTo>
                  <a:lnTo>
                    <a:pt x="355092" y="415290"/>
                  </a:lnTo>
                  <a:lnTo>
                    <a:pt x="355663" y="415862"/>
                  </a:lnTo>
                  <a:lnTo>
                    <a:pt x="356997" y="416338"/>
                  </a:lnTo>
                  <a:lnTo>
                    <a:pt x="358140" y="416528"/>
                  </a:lnTo>
                  <a:lnTo>
                    <a:pt x="358997" y="416528"/>
                  </a:lnTo>
                  <a:lnTo>
                    <a:pt x="360807" y="416243"/>
                  </a:lnTo>
                  <a:lnTo>
                    <a:pt x="362521" y="415671"/>
                  </a:lnTo>
                  <a:lnTo>
                    <a:pt x="365284" y="413861"/>
                  </a:lnTo>
                  <a:lnTo>
                    <a:pt x="366713" y="413290"/>
                  </a:lnTo>
                  <a:lnTo>
                    <a:pt x="366713" y="413956"/>
                  </a:lnTo>
                  <a:lnTo>
                    <a:pt x="365760" y="415195"/>
                  </a:lnTo>
                  <a:lnTo>
                    <a:pt x="365379" y="415862"/>
                  </a:lnTo>
                  <a:lnTo>
                    <a:pt x="365093" y="416814"/>
                  </a:lnTo>
                  <a:lnTo>
                    <a:pt x="365951" y="416052"/>
                  </a:lnTo>
                  <a:lnTo>
                    <a:pt x="366236" y="415671"/>
                  </a:lnTo>
                  <a:lnTo>
                    <a:pt x="366808" y="415671"/>
                  </a:lnTo>
                  <a:lnTo>
                    <a:pt x="366998" y="416814"/>
                  </a:lnTo>
                  <a:lnTo>
                    <a:pt x="367665" y="417290"/>
                  </a:lnTo>
                  <a:lnTo>
                    <a:pt x="368427" y="417100"/>
                  </a:lnTo>
                  <a:lnTo>
                    <a:pt x="368998" y="416243"/>
                  </a:lnTo>
                  <a:lnTo>
                    <a:pt x="369475" y="416243"/>
                  </a:lnTo>
                  <a:lnTo>
                    <a:pt x="369951" y="417195"/>
                  </a:lnTo>
                  <a:lnTo>
                    <a:pt x="370618" y="417862"/>
                  </a:lnTo>
                  <a:lnTo>
                    <a:pt x="371285" y="417862"/>
                  </a:lnTo>
                  <a:lnTo>
                    <a:pt x="371665" y="416814"/>
                  </a:lnTo>
                  <a:lnTo>
                    <a:pt x="372237" y="416814"/>
                  </a:lnTo>
                  <a:lnTo>
                    <a:pt x="372713" y="421005"/>
                  </a:lnTo>
                  <a:lnTo>
                    <a:pt x="372713" y="424720"/>
                  </a:lnTo>
                  <a:lnTo>
                    <a:pt x="371951" y="425958"/>
                  </a:lnTo>
                  <a:lnTo>
                    <a:pt x="370141" y="426530"/>
                  </a:lnTo>
                  <a:lnTo>
                    <a:pt x="367951" y="426815"/>
                  </a:lnTo>
                  <a:lnTo>
                    <a:pt x="366141" y="427292"/>
                  </a:lnTo>
                  <a:lnTo>
                    <a:pt x="364807" y="428435"/>
                  </a:lnTo>
                  <a:lnTo>
                    <a:pt x="364522" y="429768"/>
                  </a:lnTo>
                  <a:lnTo>
                    <a:pt x="365379" y="430911"/>
                  </a:lnTo>
                  <a:lnTo>
                    <a:pt x="367570" y="431387"/>
                  </a:lnTo>
                  <a:lnTo>
                    <a:pt x="369094" y="431959"/>
                  </a:lnTo>
                  <a:lnTo>
                    <a:pt x="372428" y="433959"/>
                  </a:lnTo>
                  <a:lnTo>
                    <a:pt x="373856" y="433769"/>
                  </a:lnTo>
                  <a:lnTo>
                    <a:pt x="373285" y="433197"/>
                  </a:lnTo>
                  <a:lnTo>
                    <a:pt x="372904" y="432530"/>
                  </a:lnTo>
                  <a:lnTo>
                    <a:pt x="372904" y="431673"/>
                  </a:lnTo>
                  <a:lnTo>
                    <a:pt x="373285" y="430721"/>
                  </a:lnTo>
                  <a:lnTo>
                    <a:pt x="373856" y="431959"/>
                  </a:lnTo>
                  <a:lnTo>
                    <a:pt x="375095" y="432435"/>
                  </a:lnTo>
                  <a:lnTo>
                    <a:pt x="378523" y="432435"/>
                  </a:lnTo>
                  <a:lnTo>
                    <a:pt x="378905" y="429768"/>
                  </a:lnTo>
                  <a:lnTo>
                    <a:pt x="379476" y="427768"/>
                  </a:lnTo>
                  <a:lnTo>
                    <a:pt x="380429" y="426625"/>
                  </a:lnTo>
                  <a:lnTo>
                    <a:pt x="380333" y="428911"/>
                  </a:lnTo>
                  <a:lnTo>
                    <a:pt x="380429" y="431197"/>
                  </a:lnTo>
                  <a:lnTo>
                    <a:pt x="380905" y="431197"/>
                  </a:lnTo>
                  <a:lnTo>
                    <a:pt x="381095" y="430816"/>
                  </a:lnTo>
                  <a:lnTo>
                    <a:pt x="381286" y="430625"/>
                  </a:lnTo>
                  <a:lnTo>
                    <a:pt x="381571" y="430435"/>
                  </a:lnTo>
                  <a:lnTo>
                    <a:pt x="381953" y="430054"/>
                  </a:lnTo>
                  <a:lnTo>
                    <a:pt x="383477" y="430721"/>
                  </a:lnTo>
                  <a:lnTo>
                    <a:pt x="385191" y="430149"/>
                  </a:lnTo>
                  <a:lnTo>
                    <a:pt x="386524" y="428815"/>
                  </a:lnTo>
                  <a:lnTo>
                    <a:pt x="386905" y="427006"/>
                  </a:lnTo>
                  <a:lnTo>
                    <a:pt x="388048" y="428911"/>
                  </a:lnTo>
                  <a:lnTo>
                    <a:pt x="388715" y="429292"/>
                  </a:lnTo>
                  <a:lnTo>
                    <a:pt x="395192" y="429387"/>
                  </a:lnTo>
                  <a:lnTo>
                    <a:pt x="396335" y="429196"/>
                  </a:lnTo>
                  <a:lnTo>
                    <a:pt x="396812" y="428625"/>
                  </a:lnTo>
                  <a:lnTo>
                    <a:pt x="397097" y="427958"/>
                  </a:lnTo>
                  <a:lnTo>
                    <a:pt x="397669" y="426911"/>
                  </a:lnTo>
                  <a:lnTo>
                    <a:pt x="398431" y="425958"/>
                  </a:lnTo>
                  <a:lnTo>
                    <a:pt x="399097" y="425387"/>
                  </a:lnTo>
                  <a:lnTo>
                    <a:pt x="398716" y="426148"/>
                  </a:lnTo>
                  <a:lnTo>
                    <a:pt x="398526" y="426815"/>
                  </a:lnTo>
                  <a:lnTo>
                    <a:pt x="398621" y="427482"/>
                  </a:lnTo>
                  <a:lnTo>
                    <a:pt x="399002" y="428244"/>
                  </a:lnTo>
                  <a:lnTo>
                    <a:pt x="400050" y="427482"/>
                  </a:lnTo>
                  <a:lnTo>
                    <a:pt x="403670" y="425958"/>
                  </a:lnTo>
                  <a:lnTo>
                    <a:pt x="404431" y="425005"/>
                  </a:lnTo>
                  <a:lnTo>
                    <a:pt x="404622" y="424529"/>
                  </a:lnTo>
                  <a:lnTo>
                    <a:pt x="405670" y="423386"/>
                  </a:lnTo>
                  <a:lnTo>
                    <a:pt x="405955" y="422910"/>
                  </a:lnTo>
                  <a:lnTo>
                    <a:pt x="406051" y="422053"/>
                  </a:lnTo>
                  <a:lnTo>
                    <a:pt x="405955" y="419386"/>
                  </a:lnTo>
                  <a:lnTo>
                    <a:pt x="406241" y="419005"/>
                  </a:lnTo>
                  <a:lnTo>
                    <a:pt x="406718" y="418719"/>
                  </a:lnTo>
                  <a:lnTo>
                    <a:pt x="406813" y="418243"/>
                  </a:lnTo>
                  <a:lnTo>
                    <a:pt x="404431" y="415004"/>
                  </a:lnTo>
                  <a:lnTo>
                    <a:pt x="404241" y="414338"/>
                  </a:lnTo>
                  <a:lnTo>
                    <a:pt x="403384" y="413576"/>
                  </a:lnTo>
                  <a:lnTo>
                    <a:pt x="398145" y="411671"/>
                  </a:lnTo>
                  <a:lnTo>
                    <a:pt x="398145" y="411099"/>
                  </a:lnTo>
                  <a:lnTo>
                    <a:pt x="399764" y="411671"/>
                  </a:lnTo>
                  <a:lnTo>
                    <a:pt x="401479" y="411671"/>
                  </a:lnTo>
                  <a:lnTo>
                    <a:pt x="402622" y="411004"/>
                  </a:lnTo>
                  <a:lnTo>
                    <a:pt x="402527" y="409385"/>
                  </a:lnTo>
                  <a:lnTo>
                    <a:pt x="402050" y="409575"/>
                  </a:lnTo>
                  <a:lnTo>
                    <a:pt x="400907" y="409765"/>
                  </a:lnTo>
                  <a:lnTo>
                    <a:pt x="400336" y="409956"/>
                  </a:lnTo>
                  <a:lnTo>
                    <a:pt x="400336" y="409385"/>
                  </a:lnTo>
                  <a:lnTo>
                    <a:pt x="400621" y="409385"/>
                  </a:lnTo>
                  <a:lnTo>
                    <a:pt x="401193" y="409385"/>
                  </a:lnTo>
                  <a:lnTo>
                    <a:pt x="401479" y="409385"/>
                  </a:lnTo>
                  <a:lnTo>
                    <a:pt x="401288" y="409099"/>
                  </a:lnTo>
                  <a:lnTo>
                    <a:pt x="401098" y="408813"/>
                  </a:lnTo>
                  <a:lnTo>
                    <a:pt x="400907" y="408527"/>
                  </a:lnTo>
                  <a:lnTo>
                    <a:pt x="400431" y="408242"/>
                  </a:lnTo>
                  <a:lnTo>
                    <a:pt x="406432" y="403003"/>
                  </a:lnTo>
                  <a:lnTo>
                    <a:pt x="406527" y="403765"/>
                  </a:lnTo>
                  <a:lnTo>
                    <a:pt x="407003" y="404146"/>
                  </a:lnTo>
                  <a:lnTo>
                    <a:pt x="407670" y="404241"/>
                  </a:lnTo>
                  <a:lnTo>
                    <a:pt x="408527" y="404051"/>
                  </a:lnTo>
                  <a:lnTo>
                    <a:pt x="408527" y="404622"/>
                  </a:lnTo>
                  <a:lnTo>
                    <a:pt x="407480" y="405289"/>
                  </a:lnTo>
                  <a:lnTo>
                    <a:pt x="406432" y="406337"/>
                  </a:lnTo>
                  <a:lnTo>
                    <a:pt x="405860" y="407384"/>
                  </a:lnTo>
                  <a:lnTo>
                    <a:pt x="406432" y="408146"/>
                  </a:lnTo>
                  <a:lnTo>
                    <a:pt x="406146" y="408813"/>
                  </a:lnTo>
                  <a:lnTo>
                    <a:pt x="405860" y="410528"/>
                  </a:lnTo>
                  <a:lnTo>
                    <a:pt x="406527" y="410909"/>
                  </a:lnTo>
                  <a:lnTo>
                    <a:pt x="407003" y="411480"/>
                  </a:lnTo>
                  <a:lnTo>
                    <a:pt x="407289" y="412242"/>
                  </a:lnTo>
                  <a:lnTo>
                    <a:pt x="407384" y="413099"/>
                  </a:lnTo>
                  <a:lnTo>
                    <a:pt x="407670" y="413861"/>
                  </a:lnTo>
                  <a:lnTo>
                    <a:pt x="408432" y="413576"/>
                  </a:lnTo>
                  <a:lnTo>
                    <a:pt x="410146" y="412242"/>
                  </a:lnTo>
                  <a:lnTo>
                    <a:pt x="409194" y="414814"/>
                  </a:lnTo>
                  <a:lnTo>
                    <a:pt x="409385" y="415195"/>
                  </a:lnTo>
                  <a:lnTo>
                    <a:pt x="409861" y="415576"/>
                  </a:lnTo>
                  <a:lnTo>
                    <a:pt x="410051" y="416433"/>
                  </a:lnTo>
                  <a:lnTo>
                    <a:pt x="409956" y="417386"/>
                  </a:lnTo>
                  <a:lnTo>
                    <a:pt x="409575" y="418052"/>
                  </a:lnTo>
                  <a:lnTo>
                    <a:pt x="409575" y="418624"/>
                  </a:lnTo>
                  <a:lnTo>
                    <a:pt x="410242" y="419005"/>
                  </a:lnTo>
                  <a:lnTo>
                    <a:pt x="410718" y="419290"/>
                  </a:lnTo>
                  <a:lnTo>
                    <a:pt x="411289" y="419386"/>
                  </a:lnTo>
                  <a:lnTo>
                    <a:pt x="411861" y="419290"/>
                  </a:lnTo>
                  <a:lnTo>
                    <a:pt x="411004" y="417862"/>
                  </a:lnTo>
                  <a:lnTo>
                    <a:pt x="411956" y="416433"/>
                  </a:lnTo>
                  <a:lnTo>
                    <a:pt x="413671" y="415290"/>
                  </a:lnTo>
                  <a:lnTo>
                    <a:pt x="415099" y="414528"/>
                  </a:lnTo>
                  <a:lnTo>
                    <a:pt x="415195" y="415195"/>
                  </a:lnTo>
                  <a:lnTo>
                    <a:pt x="415099" y="415671"/>
                  </a:lnTo>
                  <a:lnTo>
                    <a:pt x="414814" y="415957"/>
                  </a:lnTo>
                  <a:lnTo>
                    <a:pt x="414528" y="416243"/>
                  </a:lnTo>
                  <a:lnTo>
                    <a:pt x="414623" y="416814"/>
                  </a:lnTo>
                  <a:lnTo>
                    <a:pt x="414719" y="418052"/>
                  </a:lnTo>
                  <a:lnTo>
                    <a:pt x="415004" y="418624"/>
                  </a:lnTo>
                  <a:lnTo>
                    <a:pt x="414338" y="419957"/>
                  </a:lnTo>
                  <a:lnTo>
                    <a:pt x="413671" y="422624"/>
                  </a:lnTo>
                  <a:lnTo>
                    <a:pt x="412813" y="423291"/>
                  </a:lnTo>
                  <a:lnTo>
                    <a:pt x="417481" y="426434"/>
                  </a:lnTo>
                  <a:lnTo>
                    <a:pt x="420148" y="427196"/>
                  </a:lnTo>
                  <a:lnTo>
                    <a:pt x="421577" y="425577"/>
                  </a:lnTo>
                  <a:lnTo>
                    <a:pt x="422053" y="425577"/>
                  </a:lnTo>
                  <a:lnTo>
                    <a:pt x="422053" y="426244"/>
                  </a:lnTo>
                  <a:lnTo>
                    <a:pt x="422624" y="426244"/>
                  </a:lnTo>
                  <a:lnTo>
                    <a:pt x="422624" y="425577"/>
                  </a:lnTo>
                  <a:lnTo>
                    <a:pt x="421577" y="423958"/>
                  </a:lnTo>
                  <a:lnTo>
                    <a:pt x="420624" y="421100"/>
                  </a:lnTo>
                  <a:lnTo>
                    <a:pt x="420624" y="418624"/>
                  </a:lnTo>
                  <a:lnTo>
                    <a:pt x="420624" y="418624"/>
                  </a:lnTo>
                  <a:lnTo>
                    <a:pt x="420243" y="418243"/>
                  </a:lnTo>
                  <a:lnTo>
                    <a:pt x="420433" y="412337"/>
                  </a:lnTo>
                  <a:lnTo>
                    <a:pt x="420910" y="411671"/>
                  </a:lnTo>
                  <a:lnTo>
                    <a:pt x="421291" y="411480"/>
                  </a:lnTo>
                  <a:lnTo>
                    <a:pt x="421767" y="411385"/>
                  </a:lnTo>
                  <a:lnTo>
                    <a:pt x="422338" y="411575"/>
                  </a:lnTo>
                  <a:lnTo>
                    <a:pt x="422720" y="411861"/>
                  </a:lnTo>
                  <a:lnTo>
                    <a:pt x="423005" y="412147"/>
                  </a:lnTo>
                  <a:lnTo>
                    <a:pt x="423767" y="413099"/>
                  </a:lnTo>
                  <a:lnTo>
                    <a:pt x="424053" y="413385"/>
                  </a:lnTo>
                  <a:lnTo>
                    <a:pt x="424434" y="413576"/>
                  </a:lnTo>
                  <a:lnTo>
                    <a:pt x="424910" y="413671"/>
                  </a:lnTo>
                  <a:lnTo>
                    <a:pt x="425387" y="413671"/>
                  </a:lnTo>
                  <a:lnTo>
                    <a:pt x="426815" y="413385"/>
                  </a:lnTo>
                  <a:lnTo>
                    <a:pt x="430054" y="412147"/>
                  </a:lnTo>
                  <a:lnTo>
                    <a:pt x="431006" y="411956"/>
                  </a:lnTo>
                  <a:lnTo>
                    <a:pt x="431578" y="411766"/>
                  </a:lnTo>
                  <a:lnTo>
                    <a:pt x="432149" y="411385"/>
                  </a:lnTo>
                  <a:lnTo>
                    <a:pt x="433483" y="410051"/>
                  </a:lnTo>
                  <a:lnTo>
                    <a:pt x="433864" y="409575"/>
                  </a:lnTo>
                  <a:lnTo>
                    <a:pt x="434054" y="409194"/>
                  </a:lnTo>
                  <a:lnTo>
                    <a:pt x="436721" y="396050"/>
                  </a:lnTo>
                  <a:lnTo>
                    <a:pt x="436912" y="395573"/>
                  </a:lnTo>
                  <a:lnTo>
                    <a:pt x="437293" y="394716"/>
                  </a:lnTo>
                  <a:lnTo>
                    <a:pt x="437483" y="394335"/>
                  </a:lnTo>
                  <a:lnTo>
                    <a:pt x="437769" y="394049"/>
                  </a:lnTo>
                  <a:lnTo>
                    <a:pt x="438055" y="393763"/>
                  </a:lnTo>
                  <a:lnTo>
                    <a:pt x="438626" y="393573"/>
                  </a:lnTo>
                  <a:lnTo>
                    <a:pt x="439483" y="393383"/>
                  </a:lnTo>
                  <a:lnTo>
                    <a:pt x="442151" y="393287"/>
                  </a:lnTo>
                  <a:lnTo>
                    <a:pt x="443484" y="393383"/>
                  </a:lnTo>
                  <a:lnTo>
                    <a:pt x="444151" y="393287"/>
                  </a:lnTo>
                  <a:lnTo>
                    <a:pt x="444818" y="393097"/>
                  </a:lnTo>
                  <a:lnTo>
                    <a:pt x="447865" y="391287"/>
                  </a:lnTo>
                  <a:lnTo>
                    <a:pt x="449104" y="391001"/>
                  </a:lnTo>
                  <a:lnTo>
                    <a:pt x="450532" y="390906"/>
                  </a:lnTo>
                  <a:lnTo>
                    <a:pt x="452056" y="391001"/>
                  </a:lnTo>
                  <a:lnTo>
                    <a:pt x="454914" y="391763"/>
                  </a:lnTo>
                  <a:lnTo>
                    <a:pt x="457010" y="392716"/>
                  </a:lnTo>
                  <a:lnTo>
                    <a:pt x="457962" y="393002"/>
                  </a:lnTo>
                  <a:lnTo>
                    <a:pt x="458914" y="392811"/>
                  </a:lnTo>
                  <a:lnTo>
                    <a:pt x="460153" y="392430"/>
                  </a:lnTo>
                  <a:lnTo>
                    <a:pt x="462724" y="391478"/>
                  </a:lnTo>
                  <a:lnTo>
                    <a:pt x="464630" y="391001"/>
                  </a:lnTo>
                  <a:lnTo>
                    <a:pt x="466439" y="391096"/>
                  </a:lnTo>
                  <a:lnTo>
                    <a:pt x="467582" y="391382"/>
                  </a:lnTo>
                  <a:lnTo>
                    <a:pt x="469202" y="391668"/>
                  </a:lnTo>
                  <a:lnTo>
                    <a:pt x="469773" y="391668"/>
                  </a:lnTo>
                  <a:lnTo>
                    <a:pt x="470249" y="391573"/>
                  </a:lnTo>
                  <a:lnTo>
                    <a:pt x="470726" y="391096"/>
                  </a:lnTo>
                  <a:lnTo>
                    <a:pt x="470916" y="390525"/>
                  </a:lnTo>
                  <a:lnTo>
                    <a:pt x="470726" y="388048"/>
                  </a:lnTo>
                  <a:lnTo>
                    <a:pt x="471202" y="386429"/>
                  </a:lnTo>
                  <a:lnTo>
                    <a:pt x="469392" y="384905"/>
                  </a:lnTo>
                  <a:lnTo>
                    <a:pt x="468821" y="383667"/>
                  </a:lnTo>
                  <a:lnTo>
                    <a:pt x="468916" y="380905"/>
                  </a:lnTo>
                  <a:lnTo>
                    <a:pt x="469773" y="374428"/>
                  </a:lnTo>
                  <a:lnTo>
                    <a:pt x="469773" y="372713"/>
                  </a:lnTo>
                  <a:lnTo>
                    <a:pt x="469678" y="371856"/>
                  </a:lnTo>
                  <a:lnTo>
                    <a:pt x="469487" y="371285"/>
                  </a:lnTo>
                  <a:lnTo>
                    <a:pt x="469297" y="370904"/>
                  </a:lnTo>
                  <a:lnTo>
                    <a:pt x="469011" y="370618"/>
                  </a:lnTo>
                  <a:lnTo>
                    <a:pt x="468630" y="370046"/>
                  </a:lnTo>
                  <a:lnTo>
                    <a:pt x="468344" y="369284"/>
                  </a:lnTo>
                  <a:lnTo>
                    <a:pt x="467868" y="367855"/>
                  </a:lnTo>
                  <a:lnTo>
                    <a:pt x="467868" y="367189"/>
                  </a:lnTo>
                  <a:lnTo>
                    <a:pt x="468058" y="366713"/>
                  </a:lnTo>
                  <a:lnTo>
                    <a:pt x="468535" y="366617"/>
                  </a:lnTo>
                  <a:lnTo>
                    <a:pt x="470630" y="366808"/>
                  </a:lnTo>
                  <a:lnTo>
                    <a:pt x="471106" y="366808"/>
                  </a:lnTo>
                  <a:lnTo>
                    <a:pt x="471583" y="366713"/>
                  </a:lnTo>
                  <a:lnTo>
                    <a:pt x="471964" y="366522"/>
                  </a:lnTo>
                  <a:lnTo>
                    <a:pt x="472345" y="366331"/>
                  </a:lnTo>
                  <a:lnTo>
                    <a:pt x="473012" y="365855"/>
                  </a:lnTo>
                  <a:lnTo>
                    <a:pt x="473393" y="365665"/>
                  </a:lnTo>
                  <a:lnTo>
                    <a:pt x="473773" y="365665"/>
                  </a:lnTo>
                  <a:lnTo>
                    <a:pt x="474155" y="365855"/>
                  </a:lnTo>
                  <a:lnTo>
                    <a:pt x="474536" y="366046"/>
                  </a:lnTo>
                  <a:lnTo>
                    <a:pt x="478727" y="370142"/>
                  </a:lnTo>
                  <a:lnTo>
                    <a:pt x="479107" y="370427"/>
                  </a:lnTo>
                  <a:lnTo>
                    <a:pt x="479488" y="370618"/>
                  </a:lnTo>
                  <a:lnTo>
                    <a:pt x="479965" y="370713"/>
                  </a:lnTo>
                  <a:lnTo>
                    <a:pt x="480441" y="370713"/>
                  </a:lnTo>
                  <a:lnTo>
                    <a:pt x="480822" y="370618"/>
                  </a:lnTo>
                  <a:lnTo>
                    <a:pt x="481203" y="370522"/>
                  </a:lnTo>
                  <a:lnTo>
                    <a:pt x="483203" y="368522"/>
                  </a:lnTo>
                  <a:lnTo>
                    <a:pt x="483870" y="368046"/>
                  </a:lnTo>
                  <a:lnTo>
                    <a:pt x="484441" y="367760"/>
                  </a:lnTo>
                  <a:lnTo>
                    <a:pt x="484918" y="367760"/>
                  </a:lnTo>
                  <a:lnTo>
                    <a:pt x="485489" y="367760"/>
                  </a:lnTo>
                  <a:lnTo>
                    <a:pt x="485965" y="367855"/>
                  </a:lnTo>
                  <a:lnTo>
                    <a:pt x="486442" y="368046"/>
                  </a:lnTo>
                  <a:lnTo>
                    <a:pt x="487204" y="368522"/>
                  </a:lnTo>
                  <a:lnTo>
                    <a:pt x="488632" y="369475"/>
                  </a:lnTo>
                  <a:lnTo>
                    <a:pt x="489299" y="369475"/>
                  </a:lnTo>
                  <a:lnTo>
                    <a:pt x="490156" y="369284"/>
                  </a:lnTo>
                  <a:lnTo>
                    <a:pt x="491680" y="368427"/>
                  </a:lnTo>
                  <a:lnTo>
                    <a:pt x="492347" y="367951"/>
                  </a:lnTo>
                  <a:lnTo>
                    <a:pt x="492728" y="367475"/>
                  </a:lnTo>
                  <a:lnTo>
                    <a:pt x="492823" y="367189"/>
                  </a:lnTo>
                  <a:lnTo>
                    <a:pt x="492919" y="366713"/>
                  </a:lnTo>
                  <a:lnTo>
                    <a:pt x="492919" y="364141"/>
                  </a:lnTo>
                  <a:lnTo>
                    <a:pt x="493014" y="363664"/>
                  </a:lnTo>
                  <a:lnTo>
                    <a:pt x="493395" y="362807"/>
                  </a:lnTo>
                  <a:lnTo>
                    <a:pt x="494347" y="361283"/>
                  </a:lnTo>
                  <a:lnTo>
                    <a:pt x="495014" y="360140"/>
                  </a:lnTo>
                  <a:lnTo>
                    <a:pt x="495490" y="359569"/>
                  </a:lnTo>
                  <a:lnTo>
                    <a:pt x="495967" y="359188"/>
                  </a:lnTo>
                  <a:lnTo>
                    <a:pt x="496348" y="358997"/>
                  </a:lnTo>
                  <a:lnTo>
                    <a:pt x="496729" y="358902"/>
                  </a:lnTo>
                  <a:lnTo>
                    <a:pt x="497014" y="358902"/>
                  </a:lnTo>
                  <a:lnTo>
                    <a:pt x="499967" y="359950"/>
                  </a:lnTo>
                  <a:lnTo>
                    <a:pt x="500444" y="360045"/>
                  </a:lnTo>
                  <a:lnTo>
                    <a:pt x="501110" y="360045"/>
                  </a:lnTo>
                  <a:lnTo>
                    <a:pt x="501777" y="359950"/>
                  </a:lnTo>
                  <a:lnTo>
                    <a:pt x="502634" y="359569"/>
                  </a:lnTo>
                  <a:lnTo>
                    <a:pt x="503111" y="358997"/>
                  </a:lnTo>
                  <a:lnTo>
                    <a:pt x="503301" y="358521"/>
                  </a:lnTo>
                  <a:lnTo>
                    <a:pt x="503301" y="358045"/>
                  </a:lnTo>
                  <a:lnTo>
                    <a:pt x="503206" y="357569"/>
                  </a:lnTo>
                  <a:lnTo>
                    <a:pt x="502825" y="356711"/>
                  </a:lnTo>
                  <a:lnTo>
                    <a:pt x="502348" y="355949"/>
                  </a:lnTo>
                  <a:lnTo>
                    <a:pt x="501301" y="354616"/>
                  </a:lnTo>
                  <a:lnTo>
                    <a:pt x="498729" y="352425"/>
                  </a:lnTo>
                  <a:lnTo>
                    <a:pt x="497586" y="351758"/>
                  </a:lnTo>
                  <a:lnTo>
                    <a:pt x="497300" y="351472"/>
                  </a:lnTo>
                  <a:lnTo>
                    <a:pt x="497014" y="351092"/>
                  </a:lnTo>
                  <a:lnTo>
                    <a:pt x="496919" y="350615"/>
                  </a:lnTo>
                  <a:lnTo>
                    <a:pt x="496919" y="350139"/>
                  </a:lnTo>
                  <a:lnTo>
                    <a:pt x="497014" y="349568"/>
                  </a:lnTo>
                  <a:lnTo>
                    <a:pt x="497586" y="347091"/>
                  </a:lnTo>
                  <a:lnTo>
                    <a:pt x="497586" y="346520"/>
                  </a:lnTo>
                  <a:lnTo>
                    <a:pt x="497586" y="346043"/>
                  </a:lnTo>
                  <a:lnTo>
                    <a:pt x="497491" y="345567"/>
                  </a:lnTo>
                  <a:lnTo>
                    <a:pt x="497300" y="345186"/>
                  </a:lnTo>
                  <a:lnTo>
                    <a:pt x="496824" y="344424"/>
                  </a:lnTo>
                  <a:lnTo>
                    <a:pt x="495490" y="342710"/>
                  </a:lnTo>
                  <a:lnTo>
                    <a:pt x="495300" y="342329"/>
                  </a:lnTo>
                  <a:lnTo>
                    <a:pt x="495205" y="341757"/>
                  </a:lnTo>
                  <a:lnTo>
                    <a:pt x="495395" y="341376"/>
                  </a:lnTo>
                  <a:lnTo>
                    <a:pt x="495776" y="341281"/>
                  </a:lnTo>
                  <a:lnTo>
                    <a:pt x="496157" y="341376"/>
                  </a:lnTo>
                  <a:lnTo>
                    <a:pt x="496538" y="341567"/>
                  </a:lnTo>
                  <a:lnTo>
                    <a:pt x="497300" y="342043"/>
                  </a:lnTo>
                  <a:lnTo>
                    <a:pt x="497777" y="342138"/>
                  </a:lnTo>
                  <a:lnTo>
                    <a:pt x="498348" y="342043"/>
                  </a:lnTo>
                  <a:lnTo>
                    <a:pt x="499015" y="341662"/>
                  </a:lnTo>
                  <a:lnTo>
                    <a:pt x="499301" y="341186"/>
                  </a:lnTo>
                  <a:lnTo>
                    <a:pt x="499491" y="339947"/>
                  </a:lnTo>
                  <a:lnTo>
                    <a:pt x="499777" y="338900"/>
                  </a:lnTo>
                  <a:lnTo>
                    <a:pt x="500444" y="338042"/>
                  </a:lnTo>
                  <a:lnTo>
                    <a:pt x="500634" y="337376"/>
                  </a:lnTo>
                  <a:lnTo>
                    <a:pt x="500729" y="336804"/>
                  </a:lnTo>
                  <a:lnTo>
                    <a:pt x="500634" y="336328"/>
                  </a:lnTo>
                  <a:lnTo>
                    <a:pt x="500539" y="335756"/>
                  </a:lnTo>
                  <a:lnTo>
                    <a:pt x="500539" y="334994"/>
                  </a:lnTo>
                  <a:lnTo>
                    <a:pt x="500729" y="333851"/>
                  </a:lnTo>
                  <a:lnTo>
                    <a:pt x="501015" y="333280"/>
                  </a:lnTo>
                  <a:lnTo>
                    <a:pt x="501396" y="332899"/>
                  </a:lnTo>
                  <a:lnTo>
                    <a:pt x="501777" y="332804"/>
                  </a:lnTo>
                  <a:lnTo>
                    <a:pt x="502158" y="332994"/>
                  </a:lnTo>
                  <a:lnTo>
                    <a:pt x="503111" y="333851"/>
                  </a:lnTo>
                  <a:lnTo>
                    <a:pt x="503491" y="334042"/>
                  </a:lnTo>
                  <a:lnTo>
                    <a:pt x="503968" y="334137"/>
                  </a:lnTo>
                  <a:lnTo>
                    <a:pt x="504539" y="334042"/>
                  </a:lnTo>
                  <a:lnTo>
                    <a:pt x="505111" y="333756"/>
                  </a:lnTo>
                  <a:lnTo>
                    <a:pt x="506254" y="332518"/>
                  </a:lnTo>
                  <a:lnTo>
                    <a:pt x="506635" y="332137"/>
                  </a:lnTo>
                  <a:lnTo>
                    <a:pt x="507016" y="331946"/>
                  </a:lnTo>
                  <a:lnTo>
                    <a:pt x="507492" y="331756"/>
                  </a:lnTo>
                  <a:lnTo>
                    <a:pt x="507968" y="331661"/>
                  </a:lnTo>
                  <a:lnTo>
                    <a:pt x="509588" y="331756"/>
                  </a:lnTo>
                  <a:lnTo>
                    <a:pt x="510730" y="331565"/>
                  </a:lnTo>
                  <a:lnTo>
                    <a:pt x="512255" y="330422"/>
                  </a:lnTo>
                  <a:lnTo>
                    <a:pt x="514540" y="330137"/>
                  </a:lnTo>
                  <a:lnTo>
                    <a:pt x="515207" y="329946"/>
                  </a:lnTo>
                  <a:lnTo>
                    <a:pt x="515683" y="329660"/>
                  </a:lnTo>
                  <a:lnTo>
                    <a:pt x="516064" y="328994"/>
                  </a:lnTo>
                  <a:lnTo>
                    <a:pt x="516446" y="327374"/>
                  </a:lnTo>
                  <a:lnTo>
                    <a:pt x="516636" y="326993"/>
                  </a:lnTo>
                  <a:lnTo>
                    <a:pt x="517017" y="326708"/>
                  </a:lnTo>
                  <a:lnTo>
                    <a:pt x="517588" y="326517"/>
                  </a:lnTo>
                  <a:lnTo>
                    <a:pt x="518541" y="326517"/>
                  </a:lnTo>
                  <a:lnTo>
                    <a:pt x="519113" y="326708"/>
                  </a:lnTo>
                  <a:lnTo>
                    <a:pt x="519589" y="326898"/>
                  </a:lnTo>
                  <a:lnTo>
                    <a:pt x="520255" y="327374"/>
                  </a:lnTo>
                  <a:lnTo>
                    <a:pt x="520922" y="327755"/>
                  </a:lnTo>
                  <a:lnTo>
                    <a:pt x="521208" y="327851"/>
                  </a:lnTo>
                  <a:lnTo>
                    <a:pt x="521589" y="327946"/>
                  </a:lnTo>
                  <a:lnTo>
                    <a:pt x="522065" y="327946"/>
                  </a:lnTo>
                  <a:lnTo>
                    <a:pt x="522541" y="327946"/>
                  </a:lnTo>
                  <a:lnTo>
                    <a:pt x="522922" y="327851"/>
                  </a:lnTo>
                  <a:lnTo>
                    <a:pt x="523494" y="327565"/>
                  </a:lnTo>
                  <a:lnTo>
                    <a:pt x="525685" y="325564"/>
                  </a:lnTo>
                  <a:lnTo>
                    <a:pt x="527399" y="323183"/>
                  </a:lnTo>
                  <a:lnTo>
                    <a:pt x="527685" y="322040"/>
                  </a:lnTo>
                  <a:lnTo>
                    <a:pt x="527590" y="321659"/>
                  </a:lnTo>
                  <a:lnTo>
                    <a:pt x="527399" y="321278"/>
                  </a:lnTo>
                  <a:lnTo>
                    <a:pt x="527113" y="320993"/>
                  </a:lnTo>
                  <a:lnTo>
                    <a:pt x="526732" y="320707"/>
                  </a:lnTo>
                  <a:lnTo>
                    <a:pt x="525589" y="320040"/>
                  </a:lnTo>
                  <a:lnTo>
                    <a:pt x="525304" y="319754"/>
                  </a:lnTo>
                  <a:lnTo>
                    <a:pt x="525208" y="319469"/>
                  </a:lnTo>
                  <a:lnTo>
                    <a:pt x="525494" y="319183"/>
                  </a:lnTo>
                  <a:lnTo>
                    <a:pt x="526256" y="318992"/>
                  </a:lnTo>
                  <a:lnTo>
                    <a:pt x="535496" y="318326"/>
                  </a:lnTo>
                  <a:lnTo>
                    <a:pt x="536353" y="318040"/>
                  </a:lnTo>
                  <a:lnTo>
                    <a:pt x="537020" y="317563"/>
                  </a:lnTo>
                  <a:lnTo>
                    <a:pt x="537877" y="316802"/>
                  </a:lnTo>
                  <a:lnTo>
                    <a:pt x="539496" y="314992"/>
                  </a:lnTo>
                  <a:lnTo>
                    <a:pt x="541020" y="313754"/>
                  </a:lnTo>
                  <a:lnTo>
                    <a:pt x="542544" y="312992"/>
                  </a:lnTo>
                  <a:lnTo>
                    <a:pt x="543211" y="312325"/>
                  </a:lnTo>
                  <a:lnTo>
                    <a:pt x="546830" y="306800"/>
                  </a:lnTo>
                  <a:lnTo>
                    <a:pt x="548640" y="305181"/>
                  </a:lnTo>
                  <a:lnTo>
                    <a:pt x="549212" y="304514"/>
                  </a:lnTo>
                  <a:lnTo>
                    <a:pt x="549688" y="303086"/>
                  </a:lnTo>
                  <a:lnTo>
                    <a:pt x="550069" y="298895"/>
                  </a:lnTo>
                  <a:lnTo>
                    <a:pt x="550831" y="298418"/>
                  </a:lnTo>
                  <a:lnTo>
                    <a:pt x="551212" y="298323"/>
                  </a:lnTo>
                  <a:lnTo>
                    <a:pt x="551593" y="298133"/>
                  </a:lnTo>
                  <a:lnTo>
                    <a:pt x="551879" y="297752"/>
                  </a:lnTo>
                  <a:lnTo>
                    <a:pt x="552069" y="297180"/>
                  </a:lnTo>
                  <a:lnTo>
                    <a:pt x="552260" y="295942"/>
                  </a:lnTo>
                  <a:lnTo>
                    <a:pt x="552545" y="294894"/>
                  </a:lnTo>
                  <a:lnTo>
                    <a:pt x="553212" y="293465"/>
                  </a:lnTo>
                  <a:lnTo>
                    <a:pt x="553688" y="292798"/>
                  </a:lnTo>
                  <a:lnTo>
                    <a:pt x="553974" y="292132"/>
                  </a:lnTo>
                  <a:lnTo>
                    <a:pt x="554164" y="291560"/>
                  </a:lnTo>
                  <a:lnTo>
                    <a:pt x="554069" y="290513"/>
                  </a:lnTo>
                  <a:lnTo>
                    <a:pt x="553879" y="289941"/>
                  </a:lnTo>
                  <a:lnTo>
                    <a:pt x="553593" y="289560"/>
                  </a:lnTo>
                  <a:lnTo>
                    <a:pt x="552545" y="288798"/>
                  </a:lnTo>
                  <a:lnTo>
                    <a:pt x="551879" y="288227"/>
                  </a:lnTo>
                  <a:lnTo>
                    <a:pt x="551593" y="287941"/>
                  </a:lnTo>
                  <a:lnTo>
                    <a:pt x="551402" y="287560"/>
                  </a:lnTo>
                  <a:lnTo>
                    <a:pt x="550926" y="286321"/>
                  </a:lnTo>
                  <a:lnTo>
                    <a:pt x="550831" y="285845"/>
                  </a:lnTo>
                  <a:lnTo>
                    <a:pt x="550736" y="285369"/>
                  </a:lnTo>
                  <a:lnTo>
                    <a:pt x="550736" y="284797"/>
                  </a:lnTo>
                  <a:lnTo>
                    <a:pt x="551212" y="283369"/>
                  </a:lnTo>
                  <a:lnTo>
                    <a:pt x="551783" y="282226"/>
                  </a:lnTo>
                  <a:lnTo>
                    <a:pt x="552069" y="280892"/>
                  </a:lnTo>
                  <a:lnTo>
                    <a:pt x="552069" y="280130"/>
                  </a:lnTo>
                  <a:lnTo>
                    <a:pt x="551974" y="279559"/>
                  </a:lnTo>
                  <a:lnTo>
                    <a:pt x="551497" y="278416"/>
                  </a:lnTo>
                  <a:lnTo>
                    <a:pt x="551307" y="277654"/>
                  </a:lnTo>
                  <a:lnTo>
                    <a:pt x="551116" y="275844"/>
                  </a:lnTo>
                  <a:lnTo>
                    <a:pt x="550926" y="274892"/>
                  </a:lnTo>
                  <a:lnTo>
                    <a:pt x="550259" y="273177"/>
                  </a:lnTo>
                  <a:lnTo>
                    <a:pt x="550259" y="272605"/>
                  </a:lnTo>
                  <a:lnTo>
                    <a:pt x="550355" y="271844"/>
                  </a:lnTo>
                  <a:lnTo>
                    <a:pt x="550831" y="269843"/>
                  </a:lnTo>
                  <a:lnTo>
                    <a:pt x="550926" y="269177"/>
                  </a:lnTo>
                  <a:lnTo>
                    <a:pt x="550831" y="268700"/>
                  </a:lnTo>
                  <a:lnTo>
                    <a:pt x="550450" y="267271"/>
                  </a:lnTo>
                  <a:lnTo>
                    <a:pt x="550545" y="266414"/>
                  </a:lnTo>
                  <a:lnTo>
                    <a:pt x="550831" y="265271"/>
                  </a:lnTo>
                  <a:lnTo>
                    <a:pt x="551593" y="263176"/>
                  </a:lnTo>
                  <a:lnTo>
                    <a:pt x="552069" y="261366"/>
                  </a:lnTo>
                  <a:lnTo>
                    <a:pt x="552069" y="260604"/>
                  </a:lnTo>
                  <a:lnTo>
                    <a:pt x="552545" y="259461"/>
                  </a:lnTo>
                  <a:lnTo>
                    <a:pt x="556927" y="252508"/>
                  </a:lnTo>
                  <a:lnTo>
                    <a:pt x="558355" y="249650"/>
                  </a:lnTo>
                  <a:lnTo>
                    <a:pt x="558737" y="248507"/>
                  </a:lnTo>
                  <a:lnTo>
                    <a:pt x="558927" y="247460"/>
                  </a:lnTo>
                  <a:lnTo>
                    <a:pt x="558927" y="246983"/>
                  </a:lnTo>
                  <a:lnTo>
                    <a:pt x="558927" y="246507"/>
                  </a:lnTo>
                  <a:lnTo>
                    <a:pt x="558546" y="244697"/>
                  </a:lnTo>
                  <a:lnTo>
                    <a:pt x="558641" y="244221"/>
                  </a:lnTo>
                  <a:lnTo>
                    <a:pt x="558927" y="243745"/>
                  </a:lnTo>
                  <a:lnTo>
                    <a:pt x="559594" y="243269"/>
                  </a:lnTo>
                  <a:lnTo>
                    <a:pt x="560546" y="242697"/>
                  </a:lnTo>
                  <a:lnTo>
                    <a:pt x="564071" y="240887"/>
                  </a:lnTo>
                  <a:lnTo>
                    <a:pt x="565404" y="240411"/>
                  </a:lnTo>
                  <a:lnTo>
                    <a:pt x="569500" y="239839"/>
                  </a:lnTo>
                  <a:lnTo>
                    <a:pt x="569881" y="239649"/>
                  </a:lnTo>
                  <a:lnTo>
                    <a:pt x="570262" y="239363"/>
                  </a:lnTo>
                  <a:lnTo>
                    <a:pt x="571214" y="238315"/>
                  </a:lnTo>
                  <a:lnTo>
                    <a:pt x="571595" y="237554"/>
                  </a:lnTo>
                  <a:lnTo>
                    <a:pt x="571881" y="236696"/>
                  </a:lnTo>
                  <a:lnTo>
                    <a:pt x="571786" y="235648"/>
                  </a:lnTo>
                  <a:lnTo>
                    <a:pt x="571595" y="235077"/>
                  </a:lnTo>
                  <a:lnTo>
                    <a:pt x="571310" y="234696"/>
                  </a:lnTo>
                  <a:lnTo>
                    <a:pt x="571024" y="234410"/>
                  </a:lnTo>
                  <a:lnTo>
                    <a:pt x="570833" y="234029"/>
                  </a:lnTo>
                  <a:lnTo>
                    <a:pt x="570643" y="233648"/>
                  </a:lnTo>
                  <a:lnTo>
                    <a:pt x="570547" y="233172"/>
                  </a:lnTo>
                  <a:lnTo>
                    <a:pt x="570452" y="232696"/>
                  </a:lnTo>
                  <a:lnTo>
                    <a:pt x="570452" y="231934"/>
                  </a:lnTo>
                  <a:lnTo>
                    <a:pt x="570643" y="230981"/>
                  </a:lnTo>
                  <a:lnTo>
                    <a:pt x="571976" y="226981"/>
                  </a:lnTo>
                  <a:lnTo>
                    <a:pt x="572548" y="225838"/>
                  </a:lnTo>
                  <a:lnTo>
                    <a:pt x="574167" y="223838"/>
                  </a:lnTo>
                  <a:lnTo>
                    <a:pt x="574834" y="223647"/>
                  </a:lnTo>
                  <a:lnTo>
                    <a:pt x="577310" y="223361"/>
                  </a:lnTo>
                  <a:lnTo>
                    <a:pt x="577882" y="223361"/>
                  </a:lnTo>
                  <a:lnTo>
                    <a:pt x="578930" y="223552"/>
                  </a:lnTo>
                  <a:lnTo>
                    <a:pt x="580644" y="224314"/>
                  </a:lnTo>
                  <a:lnTo>
                    <a:pt x="581597" y="224600"/>
                  </a:lnTo>
                  <a:lnTo>
                    <a:pt x="582073" y="224695"/>
                  </a:lnTo>
                  <a:lnTo>
                    <a:pt x="582644" y="224695"/>
                  </a:lnTo>
                  <a:lnTo>
                    <a:pt x="583597" y="224600"/>
                  </a:lnTo>
                  <a:lnTo>
                    <a:pt x="583978" y="224504"/>
                  </a:lnTo>
                  <a:lnTo>
                    <a:pt x="584263" y="224314"/>
                  </a:lnTo>
                  <a:lnTo>
                    <a:pt x="584740" y="223838"/>
                  </a:lnTo>
                  <a:lnTo>
                    <a:pt x="585026" y="223076"/>
                  </a:lnTo>
                  <a:lnTo>
                    <a:pt x="586169" y="217837"/>
                  </a:lnTo>
                  <a:lnTo>
                    <a:pt x="586835" y="216598"/>
                  </a:lnTo>
                  <a:lnTo>
                    <a:pt x="587312" y="216218"/>
                  </a:lnTo>
                  <a:lnTo>
                    <a:pt x="589502" y="215265"/>
                  </a:lnTo>
                  <a:lnTo>
                    <a:pt x="590264" y="214884"/>
                  </a:lnTo>
                  <a:lnTo>
                    <a:pt x="590931" y="214408"/>
                  </a:lnTo>
                  <a:lnTo>
                    <a:pt x="591883" y="213551"/>
                  </a:lnTo>
                  <a:lnTo>
                    <a:pt x="592169" y="213170"/>
                  </a:lnTo>
                  <a:lnTo>
                    <a:pt x="593407" y="210884"/>
                  </a:lnTo>
                  <a:lnTo>
                    <a:pt x="593503" y="210503"/>
                  </a:lnTo>
                  <a:lnTo>
                    <a:pt x="593598" y="210121"/>
                  </a:lnTo>
                  <a:lnTo>
                    <a:pt x="593598" y="210026"/>
                  </a:lnTo>
                  <a:lnTo>
                    <a:pt x="593503" y="208788"/>
                  </a:lnTo>
                  <a:lnTo>
                    <a:pt x="593027" y="206693"/>
                  </a:lnTo>
                  <a:lnTo>
                    <a:pt x="591693" y="203073"/>
                  </a:lnTo>
                  <a:lnTo>
                    <a:pt x="591503" y="202121"/>
                  </a:lnTo>
                  <a:lnTo>
                    <a:pt x="591503" y="201644"/>
                  </a:lnTo>
                  <a:lnTo>
                    <a:pt x="591693" y="196882"/>
                  </a:lnTo>
                  <a:lnTo>
                    <a:pt x="591598" y="195739"/>
                  </a:lnTo>
                  <a:lnTo>
                    <a:pt x="591407" y="194977"/>
                  </a:lnTo>
                  <a:lnTo>
                    <a:pt x="591122" y="194596"/>
                  </a:lnTo>
                  <a:lnTo>
                    <a:pt x="590740" y="193834"/>
                  </a:lnTo>
                  <a:lnTo>
                    <a:pt x="590550" y="193453"/>
                  </a:lnTo>
                  <a:lnTo>
                    <a:pt x="590455" y="192977"/>
                  </a:lnTo>
                  <a:lnTo>
                    <a:pt x="590360" y="192405"/>
                  </a:lnTo>
                  <a:lnTo>
                    <a:pt x="590455" y="191548"/>
                  </a:lnTo>
                  <a:lnTo>
                    <a:pt x="590550" y="190976"/>
                  </a:lnTo>
                  <a:lnTo>
                    <a:pt x="590740" y="190500"/>
                  </a:lnTo>
                  <a:lnTo>
                    <a:pt x="590931" y="190119"/>
                  </a:lnTo>
                  <a:lnTo>
                    <a:pt x="591788" y="189357"/>
                  </a:lnTo>
                  <a:lnTo>
                    <a:pt x="593884" y="188500"/>
                  </a:lnTo>
                  <a:lnTo>
                    <a:pt x="596170" y="186404"/>
                  </a:lnTo>
                  <a:lnTo>
                    <a:pt x="596741" y="186214"/>
                  </a:lnTo>
                  <a:lnTo>
                    <a:pt x="597408" y="186119"/>
                  </a:lnTo>
                  <a:lnTo>
                    <a:pt x="598361" y="186500"/>
                  </a:lnTo>
                  <a:lnTo>
                    <a:pt x="599122" y="186500"/>
                  </a:lnTo>
                  <a:lnTo>
                    <a:pt x="599504" y="186214"/>
                  </a:lnTo>
                  <a:lnTo>
                    <a:pt x="600551" y="184690"/>
                  </a:lnTo>
                  <a:lnTo>
                    <a:pt x="604361" y="181356"/>
                  </a:lnTo>
                  <a:lnTo>
                    <a:pt x="604742" y="180975"/>
                  </a:lnTo>
                  <a:lnTo>
                    <a:pt x="605028" y="180499"/>
                  </a:lnTo>
                  <a:lnTo>
                    <a:pt x="605409" y="179737"/>
                  </a:lnTo>
                  <a:lnTo>
                    <a:pt x="605599" y="179070"/>
                  </a:lnTo>
                  <a:lnTo>
                    <a:pt x="605599" y="178498"/>
                  </a:lnTo>
                  <a:lnTo>
                    <a:pt x="605314" y="177927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30" name="Freeform: Shape 33">
              <a:extLst>
                <a:ext uri="{FF2B5EF4-FFF2-40B4-BE49-F238E27FC236}">
                  <a16:creationId xmlns:a16="http://schemas.microsoft.com/office/drawing/2014/main" id="{EBAB3D19-1D92-14B5-C25A-311B4B5B09B6}"/>
                </a:ext>
              </a:extLst>
            </p:cNvPr>
            <p:cNvSpPr/>
            <p:nvPr/>
          </p:nvSpPr>
          <p:spPr>
            <a:xfrm>
              <a:off x="3726180" y="5491226"/>
              <a:ext cx="600075" cy="447675"/>
            </a:xfrm>
            <a:custGeom>
              <a:avLst/>
              <a:gdLst>
                <a:gd name="connsiteX0" fmla="*/ 65818 w 600075"/>
                <a:gd name="connsiteY0" fmla="*/ 421767 h 447675"/>
                <a:gd name="connsiteX1" fmla="*/ 65151 w 600075"/>
                <a:gd name="connsiteY1" fmla="*/ 421100 h 447675"/>
                <a:gd name="connsiteX2" fmla="*/ 63913 w 600075"/>
                <a:gd name="connsiteY2" fmla="*/ 420814 h 447675"/>
                <a:gd name="connsiteX3" fmla="*/ 63532 w 600075"/>
                <a:gd name="connsiteY3" fmla="*/ 420338 h 447675"/>
                <a:gd name="connsiteX4" fmla="*/ 63055 w 600075"/>
                <a:gd name="connsiteY4" fmla="*/ 419957 h 447675"/>
                <a:gd name="connsiteX5" fmla="*/ 62770 w 600075"/>
                <a:gd name="connsiteY5" fmla="*/ 419957 h 447675"/>
                <a:gd name="connsiteX6" fmla="*/ 62770 w 600075"/>
                <a:gd name="connsiteY6" fmla="*/ 420243 h 447675"/>
                <a:gd name="connsiteX7" fmla="*/ 62484 w 600075"/>
                <a:gd name="connsiteY7" fmla="*/ 420433 h 447675"/>
                <a:gd name="connsiteX8" fmla="*/ 61817 w 600075"/>
                <a:gd name="connsiteY8" fmla="*/ 420433 h 447675"/>
                <a:gd name="connsiteX9" fmla="*/ 61436 w 600075"/>
                <a:gd name="connsiteY9" fmla="*/ 421100 h 447675"/>
                <a:gd name="connsiteX10" fmla="*/ 62198 w 600075"/>
                <a:gd name="connsiteY10" fmla="*/ 422148 h 447675"/>
                <a:gd name="connsiteX11" fmla="*/ 62960 w 600075"/>
                <a:gd name="connsiteY11" fmla="*/ 422529 h 447675"/>
                <a:gd name="connsiteX12" fmla="*/ 63246 w 600075"/>
                <a:gd name="connsiteY12" fmla="*/ 423291 h 447675"/>
                <a:gd name="connsiteX13" fmla="*/ 63913 w 600075"/>
                <a:gd name="connsiteY13" fmla="*/ 426148 h 447675"/>
                <a:gd name="connsiteX14" fmla="*/ 64198 w 600075"/>
                <a:gd name="connsiteY14" fmla="*/ 426720 h 447675"/>
                <a:gd name="connsiteX15" fmla="*/ 64675 w 600075"/>
                <a:gd name="connsiteY15" fmla="*/ 426910 h 447675"/>
                <a:gd name="connsiteX16" fmla="*/ 65246 w 600075"/>
                <a:gd name="connsiteY16" fmla="*/ 426625 h 447675"/>
                <a:gd name="connsiteX17" fmla="*/ 65722 w 600075"/>
                <a:gd name="connsiteY17" fmla="*/ 426434 h 447675"/>
                <a:gd name="connsiteX18" fmla="*/ 66104 w 600075"/>
                <a:gd name="connsiteY18" fmla="*/ 426148 h 447675"/>
                <a:gd name="connsiteX19" fmla="*/ 66294 w 600075"/>
                <a:gd name="connsiteY19" fmla="*/ 424910 h 447675"/>
                <a:gd name="connsiteX20" fmla="*/ 66199 w 600075"/>
                <a:gd name="connsiteY20" fmla="*/ 423100 h 447675"/>
                <a:gd name="connsiteX21" fmla="*/ 65818 w 600075"/>
                <a:gd name="connsiteY21" fmla="*/ 421767 h 447675"/>
                <a:gd name="connsiteX22" fmla="*/ 77533 w 600075"/>
                <a:gd name="connsiteY22" fmla="*/ 395764 h 447675"/>
                <a:gd name="connsiteX23" fmla="*/ 76581 w 600075"/>
                <a:gd name="connsiteY23" fmla="*/ 395668 h 447675"/>
                <a:gd name="connsiteX24" fmla="*/ 75724 w 600075"/>
                <a:gd name="connsiteY24" fmla="*/ 395288 h 447675"/>
                <a:gd name="connsiteX25" fmla="*/ 76295 w 600075"/>
                <a:gd name="connsiteY25" fmla="*/ 394716 h 447675"/>
                <a:gd name="connsiteX26" fmla="*/ 75247 w 600075"/>
                <a:gd name="connsiteY26" fmla="*/ 395192 h 447675"/>
                <a:gd name="connsiteX27" fmla="*/ 74104 w 600075"/>
                <a:gd name="connsiteY27" fmla="*/ 396240 h 447675"/>
                <a:gd name="connsiteX28" fmla="*/ 71914 w 600075"/>
                <a:gd name="connsiteY28" fmla="*/ 398812 h 447675"/>
                <a:gd name="connsiteX29" fmla="*/ 73152 w 600075"/>
                <a:gd name="connsiteY29" fmla="*/ 400050 h 447675"/>
                <a:gd name="connsiteX30" fmla="*/ 74104 w 600075"/>
                <a:gd name="connsiteY30" fmla="*/ 401288 h 447675"/>
                <a:gd name="connsiteX31" fmla="*/ 75152 w 600075"/>
                <a:gd name="connsiteY31" fmla="*/ 401764 h 447675"/>
                <a:gd name="connsiteX32" fmla="*/ 76771 w 600075"/>
                <a:gd name="connsiteY32" fmla="*/ 400621 h 447675"/>
                <a:gd name="connsiteX33" fmla="*/ 78010 w 600075"/>
                <a:gd name="connsiteY33" fmla="*/ 399097 h 447675"/>
                <a:gd name="connsiteX34" fmla="*/ 78486 w 600075"/>
                <a:gd name="connsiteY34" fmla="*/ 398240 h 447675"/>
                <a:gd name="connsiteX35" fmla="*/ 78676 w 600075"/>
                <a:gd name="connsiteY35" fmla="*/ 397288 h 447675"/>
                <a:gd name="connsiteX36" fmla="*/ 78296 w 600075"/>
                <a:gd name="connsiteY36" fmla="*/ 396240 h 447675"/>
                <a:gd name="connsiteX37" fmla="*/ 77533 w 600075"/>
                <a:gd name="connsiteY37" fmla="*/ 395764 h 447675"/>
                <a:gd name="connsiteX38" fmla="*/ 71628 w 600075"/>
                <a:gd name="connsiteY38" fmla="*/ 389858 h 447675"/>
                <a:gd name="connsiteX39" fmla="*/ 71914 w 600075"/>
                <a:gd name="connsiteY39" fmla="*/ 388620 h 447675"/>
                <a:gd name="connsiteX40" fmla="*/ 71723 w 600075"/>
                <a:gd name="connsiteY40" fmla="*/ 386905 h 447675"/>
                <a:gd name="connsiteX41" fmla="*/ 71152 w 600075"/>
                <a:gd name="connsiteY41" fmla="*/ 385572 h 447675"/>
                <a:gd name="connsiteX42" fmla="*/ 70199 w 600075"/>
                <a:gd name="connsiteY42" fmla="*/ 384810 h 447675"/>
                <a:gd name="connsiteX43" fmla="*/ 68675 w 600075"/>
                <a:gd name="connsiteY43" fmla="*/ 384810 h 447675"/>
                <a:gd name="connsiteX44" fmla="*/ 67532 w 600075"/>
                <a:gd name="connsiteY44" fmla="*/ 385381 h 447675"/>
                <a:gd name="connsiteX45" fmla="*/ 66865 w 600075"/>
                <a:gd name="connsiteY45" fmla="*/ 386048 h 447675"/>
                <a:gd name="connsiteX46" fmla="*/ 66008 w 600075"/>
                <a:gd name="connsiteY46" fmla="*/ 386620 h 447675"/>
                <a:gd name="connsiteX47" fmla="*/ 64294 w 600075"/>
                <a:gd name="connsiteY47" fmla="*/ 386715 h 447675"/>
                <a:gd name="connsiteX48" fmla="*/ 64865 w 600075"/>
                <a:gd name="connsiteY48" fmla="*/ 386715 h 447675"/>
                <a:gd name="connsiteX49" fmla="*/ 63722 w 600075"/>
                <a:gd name="connsiteY49" fmla="*/ 386810 h 447675"/>
                <a:gd name="connsiteX50" fmla="*/ 62770 w 600075"/>
                <a:gd name="connsiteY50" fmla="*/ 387001 h 447675"/>
                <a:gd name="connsiteX51" fmla="*/ 62008 w 600075"/>
                <a:gd name="connsiteY51" fmla="*/ 387477 h 447675"/>
                <a:gd name="connsiteX52" fmla="*/ 61531 w 600075"/>
                <a:gd name="connsiteY52" fmla="*/ 388430 h 447675"/>
                <a:gd name="connsiteX53" fmla="*/ 60770 w 600075"/>
                <a:gd name="connsiteY53" fmla="*/ 387763 h 447675"/>
                <a:gd name="connsiteX54" fmla="*/ 60103 w 600075"/>
                <a:gd name="connsiteY54" fmla="*/ 386429 h 447675"/>
                <a:gd name="connsiteX55" fmla="*/ 59246 w 600075"/>
                <a:gd name="connsiteY55" fmla="*/ 383667 h 447675"/>
                <a:gd name="connsiteX56" fmla="*/ 57721 w 600075"/>
                <a:gd name="connsiteY56" fmla="*/ 384905 h 447675"/>
                <a:gd name="connsiteX57" fmla="*/ 55436 w 600075"/>
                <a:gd name="connsiteY57" fmla="*/ 385476 h 447675"/>
                <a:gd name="connsiteX58" fmla="*/ 51054 w 600075"/>
                <a:gd name="connsiteY58" fmla="*/ 385476 h 447675"/>
                <a:gd name="connsiteX59" fmla="*/ 51721 w 600075"/>
                <a:gd name="connsiteY59" fmla="*/ 386429 h 447675"/>
                <a:gd name="connsiteX60" fmla="*/ 52769 w 600075"/>
                <a:gd name="connsiteY60" fmla="*/ 386620 h 447675"/>
                <a:gd name="connsiteX61" fmla="*/ 53912 w 600075"/>
                <a:gd name="connsiteY61" fmla="*/ 386334 h 447675"/>
                <a:gd name="connsiteX62" fmla="*/ 54959 w 600075"/>
                <a:gd name="connsiteY62" fmla="*/ 385953 h 447675"/>
                <a:gd name="connsiteX63" fmla="*/ 54292 w 600075"/>
                <a:gd name="connsiteY63" fmla="*/ 386905 h 447675"/>
                <a:gd name="connsiteX64" fmla="*/ 52959 w 600075"/>
                <a:gd name="connsiteY64" fmla="*/ 387286 h 447675"/>
                <a:gd name="connsiteX65" fmla="*/ 51340 w 600075"/>
                <a:gd name="connsiteY65" fmla="*/ 387191 h 447675"/>
                <a:gd name="connsiteX66" fmla="*/ 50006 w 600075"/>
                <a:gd name="connsiteY66" fmla="*/ 386620 h 447675"/>
                <a:gd name="connsiteX67" fmla="*/ 49721 w 600075"/>
                <a:gd name="connsiteY67" fmla="*/ 387477 h 447675"/>
                <a:gd name="connsiteX68" fmla="*/ 49816 w 600075"/>
                <a:gd name="connsiteY68" fmla="*/ 388048 h 447675"/>
                <a:gd name="connsiteX69" fmla="*/ 50292 w 600075"/>
                <a:gd name="connsiteY69" fmla="*/ 388334 h 447675"/>
                <a:gd name="connsiteX70" fmla="*/ 51149 w 600075"/>
                <a:gd name="connsiteY70" fmla="*/ 388430 h 447675"/>
                <a:gd name="connsiteX71" fmla="*/ 51149 w 600075"/>
                <a:gd name="connsiteY71" fmla="*/ 389001 h 447675"/>
                <a:gd name="connsiteX72" fmla="*/ 50197 w 600075"/>
                <a:gd name="connsiteY72" fmla="*/ 389001 h 447675"/>
                <a:gd name="connsiteX73" fmla="*/ 49339 w 600075"/>
                <a:gd name="connsiteY73" fmla="*/ 389096 h 447675"/>
                <a:gd name="connsiteX74" fmla="*/ 47815 w 600075"/>
                <a:gd name="connsiteY74" fmla="*/ 389572 h 447675"/>
                <a:gd name="connsiteX75" fmla="*/ 48863 w 600075"/>
                <a:gd name="connsiteY75" fmla="*/ 390430 h 447675"/>
                <a:gd name="connsiteX76" fmla="*/ 49339 w 600075"/>
                <a:gd name="connsiteY76" fmla="*/ 391477 h 447675"/>
                <a:gd name="connsiteX77" fmla="*/ 49054 w 600075"/>
                <a:gd name="connsiteY77" fmla="*/ 392430 h 447675"/>
                <a:gd name="connsiteX78" fmla="*/ 47815 w 600075"/>
                <a:gd name="connsiteY78" fmla="*/ 393001 h 447675"/>
                <a:gd name="connsiteX79" fmla="*/ 49435 w 600075"/>
                <a:gd name="connsiteY79" fmla="*/ 394144 h 447675"/>
                <a:gd name="connsiteX80" fmla="*/ 52006 w 600075"/>
                <a:gd name="connsiteY80" fmla="*/ 393478 h 447675"/>
                <a:gd name="connsiteX81" fmla="*/ 54769 w 600075"/>
                <a:gd name="connsiteY81" fmla="*/ 392144 h 447675"/>
                <a:gd name="connsiteX82" fmla="*/ 57150 w 600075"/>
                <a:gd name="connsiteY82" fmla="*/ 391287 h 447675"/>
                <a:gd name="connsiteX83" fmla="*/ 63437 w 600075"/>
                <a:gd name="connsiteY83" fmla="*/ 391287 h 447675"/>
                <a:gd name="connsiteX84" fmla="*/ 64770 w 600075"/>
                <a:gd name="connsiteY84" fmla="*/ 391668 h 447675"/>
                <a:gd name="connsiteX85" fmla="*/ 66294 w 600075"/>
                <a:gd name="connsiteY85" fmla="*/ 392620 h 447675"/>
                <a:gd name="connsiteX86" fmla="*/ 67628 w 600075"/>
                <a:gd name="connsiteY86" fmla="*/ 393668 h 447675"/>
                <a:gd name="connsiteX87" fmla="*/ 68199 w 600075"/>
                <a:gd name="connsiteY87" fmla="*/ 394430 h 447675"/>
                <a:gd name="connsiteX88" fmla="*/ 68199 w 600075"/>
                <a:gd name="connsiteY88" fmla="*/ 395383 h 447675"/>
                <a:gd name="connsiteX89" fmla="*/ 68389 w 600075"/>
                <a:gd name="connsiteY89" fmla="*/ 396240 h 447675"/>
                <a:gd name="connsiteX90" fmla="*/ 68771 w 600075"/>
                <a:gd name="connsiteY90" fmla="*/ 396811 h 447675"/>
                <a:gd name="connsiteX91" fmla="*/ 69532 w 600075"/>
                <a:gd name="connsiteY91" fmla="*/ 397002 h 447675"/>
                <a:gd name="connsiteX92" fmla="*/ 70295 w 600075"/>
                <a:gd name="connsiteY92" fmla="*/ 396621 h 447675"/>
                <a:gd name="connsiteX93" fmla="*/ 70295 w 600075"/>
                <a:gd name="connsiteY93" fmla="*/ 395859 h 447675"/>
                <a:gd name="connsiteX94" fmla="*/ 70009 w 600075"/>
                <a:gd name="connsiteY94" fmla="*/ 394906 h 447675"/>
                <a:gd name="connsiteX95" fmla="*/ 69913 w 600075"/>
                <a:gd name="connsiteY95" fmla="*/ 394049 h 447675"/>
                <a:gd name="connsiteX96" fmla="*/ 70390 w 600075"/>
                <a:gd name="connsiteY96" fmla="*/ 392620 h 447675"/>
                <a:gd name="connsiteX97" fmla="*/ 71628 w 600075"/>
                <a:gd name="connsiteY97" fmla="*/ 389858 h 447675"/>
                <a:gd name="connsiteX98" fmla="*/ 67818 w 600075"/>
                <a:gd name="connsiteY98" fmla="*/ 375094 h 447675"/>
                <a:gd name="connsiteX99" fmla="*/ 68104 w 600075"/>
                <a:gd name="connsiteY99" fmla="*/ 374142 h 447675"/>
                <a:gd name="connsiteX100" fmla="*/ 67151 w 600075"/>
                <a:gd name="connsiteY100" fmla="*/ 373951 h 447675"/>
                <a:gd name="connsiteX101" fmla="*/ 65056 w 600075"/>
                <a:gd name="connsiteY101" fmla="*/ 374237 h 447675"/>
                <a:gd name="connsiteX102" fmla="*/ 64294 w 600075"/>
                <a:gd name="connsiteY102" fmla="*/ 374523 h 447675"/>
                <a:gd name="connsiteX103" fmla="*/ 63627 w 600075"/>
                <a:gd name="connsiteY103" fmla="*/ 375190 h 447675"/>
                <a:gd name="connsiteX104" fmla="*/ 62770 w 600075"/>
                <a:gd name="connsiteY104" fmla="*/ 375761 h 447675"/>
                <a:gd name="connsiteX105" fmla="*/ 61436 w 600075"/>
                <a:gd name="connsiteY105" fmla="*/ 375951 h 447675"/>
                <a:gd name="connsiteX106" fmla="*/ 61436 w 600075"/>
                <a:gd name="connsiteY106" fmla="*/ 376523 h 447675"/>
                <a:gd name="connsiteX107" fmla="*/ 62103 w 600075"/>
                <a:gd name="connsiteY107" fmla="*/ 376428 h 447675"/>
                <a:gd name="connsiteX108" fmla="*/ 63437 w 600075"/>
                <a:gd name="connsiteY108" fmla="*/ 376523 h 447675"/>
                <a:gd name="connsiteX109" fmla="*/ 64103 w 600075"/>
                <a:gd name="connsiteY109" fmla="*/ 376428 h 447675"/>
                <a:gd name="connsiteX110" fmla="*/ 63532 w 600075"/>
                <a:gd name="connsiteY110" fmla="*/ 377476 h 447675"/>
                <a:gd name="connsiteX111" fmla="*/ 63817 w 600075"/>
                <a:gd name="connsiteY111" fmla="*/ 378238 h 447675"/>
                <a:gd name="connsiteX112" fmla="*/ 64770 w 600075"/>
                <a:gd name="connsiteY112" fmla="*/ 378714 h 447675"/>
                <a:gd name="connsiteX113" fmla="*/ 66199 w 600075"/>
                <a:gd name="connsiteY113" fmla="*/ 378809 h 447675"/>
                <a:gd name="connsiteX114" fmla="*/ 65722 w 600075"/>
                <a:gd name="connsiteY114" fmla="*/ 377666 h 447675"/>
                <a:gd name="connsiteX115" fmla="*/ 66199 w 600075"/>
                <a:gd name="connsiteY115" fmla="*/ 377666 h 447675"/>
                <a:gd name="connsiteX116" fmla="*/ 66580 w 600075"/>
                <a:gd name="connsiteY116" fmla="*/ 378333 h 447675"/>
                <a:gd name="connsiteX117" fmla="*/ 67056 w 600075"/>
                <a:gd name="connsiteY117" fmla="*/ 378809 h 447675"/>
                <a:gd name="connsiteX118" fmla="*/ 67628 w 600075"/>
                <a:gd name="connsiteY118" fmla="*/ 379095 h 447675"/>
                <a:gd name="connsiteX119" fmla="*/ 68485 w 600075"/>
                <a:gd name="connsiteY119" fmla="*/ 379285 h 447675"/>
                <a:gd name="connsiteX120" fmla="*/ 68389 w 600075"/>
                <a:gd name="connsiteY120" fmla="*/ 380714 h 447675"/>
                <a:gd name="connsiteX121" fmla="*/ 69532 w 600075"/>
                <a:gd name="connsiteY121" fmla="*/ 381952 h 447675"/>
                <a:gd name="connsiteX122" fmla="*/ 71342 w 600075"/>
                <a:gd name="connsiteY122" fmla="*/ 382524 h 447675"/>
                <a:gd name="connsiteX123" fmla="*/ 73057 w 600075"/>
                <a:gd name="connsiteY123" fmla="*/ 381857 h 447675"/>
                <a:gd name="connsiteX124" fmla="*/ 74009 w 600075"/>
                <a:gd name="connsiteY124" fmla="*/ 380333 h 447675"/>
                <a:gd name="connsiteX125" fmla="*/ 75819 w 600075"/>
                <a:gd name="connsiteY125" fmla="*/ 376333 h 447675"/>
                <a:gd name="connsiteX126" fmla="*/ 77248 w 600075"/>
                <a:gd name="connsiteY126" fmla="*/ 375190 h 447675"/>
                <a:gd name="connsiteX127" fmla="*/ 77248 w 600075"/>
                <a:gd name="connsiteY127" fmla="*/ 374523 h 447675"/>
                <a:gd name="connsiteX128" fmla="*/ 75438 w 600075"/>
                <a:gd name="connsiteY128" fmla="*/ 374237 h 447675"/>
                <a:gd name="connsiteX129" fmla="*/ 74104 w 600075"/>
                <a:gd name="connsiteY129" fmla="*/ 375285 h 447675"/>
                <a:gd name="connsiteX130" fmla="*/ 72295 w 600075"/>
                <a:gd name="connsiteY130" fmla="*/ 378238 h 447675"/>
                <a:gd name="connsiteX131" fmla="*/ 71723 w 600075"/>
                <a:gd name="connsiteY131" fmla="*/ 378238 h 447675"/>
                <a:gd name="connsiteX132" fmla="*/ 71914 w 600075"/>
                <a:gd name="connsiteY132" fmla="*/ 377285 h 447675"/>
                <a:gd name="connsiteX133" fmla="*/ 72390 w 600075"/>
                <a:gd name="connsiteY133" fmla="*/ 376523 h 447675"/>
                <a:gd name="connsiteX134" fmla="*/ 73438 w 600075"/>
                <a:gd name="connsiteY134" fmla="*/ 375285 h 447675"/>
                <a:gd name="connsiteX135" fmla="*/ 73247 w 600075"/>
                <a:gd name="connsiteY135" fmla="*/ 375094 h 447675"/>
                <a:gd name="connsiteX136" fmla="*/ 71914 w 600075"/>
                <a:gd name="connsiteY136" fmla="*/ 374332 h 447675"/>
                <a:gd name="connsiteX137" fmla="*/ 71438 w 600075"/>
                <a:gd name="connsiteY137" fmla="*/ 374142 h 447675"/>
                <a:gd name="connsiteX138" fmla="*/ 70961 w 600075"/>
                <a:gd name="connsiteY138" fmla="*/ 374142 h 447675"/>
                <a:gd name="connsiteX139" fmla="*/ 70485 w 600075"/>
                <a:gd name="connsiteY139" fmla="*/ 374237 h 447675"/>
                <a:gd name="connsiteX140" fmla="*/ 70009 w 600075"/>
                <a:gd name="connsiteY140" fmla="*/ 374428 h 447675"/>
                <a:gd name="connsiteX141" fmla="*/ 68199 w 600075"/>
                <a:gd name="connsiteY141" fmla="*/ 375571 h 447675"/>
                <a:gd name="connsiteX142" fmla="*/ 67342 w 600075"/>
                <a:gd name="connsiteY142" fmla="*/ 375856 h 447675"/>
                <a:gd name="connsiteX143" fmla="*/ 66199 w 600075"/>
                <a:gd name="connsiteY143" fmla="*/ 375761 h 447675"/>
                <a:gd name="connsiteX144" fmla="*/ 64961 w 600075"/>
                <a:gd name="connsiteY144" fmla="*/ 375285 h 447675"/>
                <a:gd name="connsiteX145" fmla="*/ 65532 w 600075"/>
                <a:gd name="connsiteY145" fmla="*/ 374999 h 447675"/>
                <a:gd name="connsiteX146" fmla="*/ 67818 w 600075"/>
                <a:gd name="connsiteY146" fmla="*/ 375094 h 447675"/>
                <a:gd name="connsiteX147" fmla="*/ 187166 w 600075"/>
                <a:gd name="connsiteY147" fmla="*/ 335661 h 447675"/>
                <a:gd name="connsiteX148" fmla="*/ 184975 w 600075"/>
                <a:gd name="connsiteY148" fmla="*/ 335661 h 447675"/>
                <a:gd name="connsiteX149" fmla="*/ 184404 w 600075"/>
                <a:gd name="connsiteY149" fmla="*/ 335756 h 447675"/>
                <a:gd name="connsiteX150" fmla="*/ 184023 w 600075"/>
                <a:gd name="connsiteY150" fmla="*/ 336232 h 447675"/>
                <a:gd name="connsiteX151" fmla="*/ 183547 w 600075"/>
                <a:gd name="connsiteY151" fmla="*/ 336328 h 447675"/>
                <a:gd name="connsiteX152" fmla="*/ 182975 w 600075"/>
                <a:gd name="connsiteY152" fmla="*/ 336137 h 447675"/>
                <a:gd name="connsiteX153" fmla="*/ 182689 w 600075"/>
                <a:gd name="connsiteY153" fmla="*/ 335756 h 447675"/>
                <a:gd name="connsiteX154" fmla="*/ 182499 w 600075"/>
                <a:gd name="connsiteY154" fmla="*/ 335375 h 447675"/>
                <a:gd name="connsiteX155" fmla="*/ 182213 w 600075"/>
                <a:gd name="connsiteY155" fmla="*/ 335184 h 447675"/>
                <a:gd name="connsiteX156" fmla="*/ 181261 w 600075"/>
                <a:gd name="connsiteY156" fmla="*/ 335375 h 447675"/>
                <a:gd name="connsiteX157" fmla="*/ 179641 w 600075"/>
                <a:gd name="connsiteY157" fmla="*/ 336137 h 447675"/>
                <a:gd name="connsiteX158" fmla="*/ 178689 w 600075"/>
                <a:gd name="connsiteY158" fmla="*/ 336423 h 447675"/>
                <a:gd name="connsiteX159" fmla="*/ 175736 w 600075"/>
                <a:gd name="connsiteY159" fmla="*/ 336613 h 447675"/>
                <a:gd name="connsiteX160" fmla="*/ 174784 w 600075"/>
                <a:gd name="connsiteY160" fmla="*/ 336899 h 447675"/>
                <a:gd name="connsiteX161" fmla="*/ 175546 w 600075"/>
                <a:gd name="connsiteY161" fmla="*/ 338614 h 447675"/>
                <a:gd name="connsiteX162" fmla="*/ 175260 w 600075"/>
                <a:gd name="connsiteY162" fmla="*/ 340042 h 447675"/>
                <a:gd name="connsiteX163" fmla="*/ 173736 w 600075"/>
                <a:gd name="connsiteY163" fmla="*/ 342709 h 447675"/>
                <a:gd name="connsiteX164" fmla="*/ 173260 w 600075"/>
                <a:gd name="connsiteY164" fmla="*/ 342995 h 447675"/>
                <a:gd name="connsiteX165" fmla="*/ 172688 w 600075"/>
                <a:gd name="connsiteY165" fmla="*/ 343281 h 447675"/>
                <a:gd name="connsiteX166" fmla="*/ 172593 w 600075"/>
                <a:gd name="connsiteY166" fmla="*/ 343567 h 447675"/>
                <a:gd name="connsiteX167" fmla="*/ 173641 w 600075"/>
                <a:gd name="connsiteY167" fmla="*/ 343852 h 447675"/>
                <a:gd name="connsiteX168" fmla="*/ 176879 w 600075"/>
                <a:gd name="connsiteY168" fmla="*/ 343281 h 447675"/>
                <a:gd name="connsiteX169" fmla="*/ 177546 w 600075"/>
                <a:gd name="connsiteY169" fmla="*/ 342900 h 447675"/>
                <a:gd name="connsiteX170" fmla="*/ 178879 w 600075"/>
                <a:gd name="connsiteY170" fmla="*/ 341566 h 447675"/>
                <a:gd name="connsiteX171" fmla="*/ 179641 w 600075"/>
                <a:gd name="connsiteY171" fmla="*/ 340995 h 447675"/>
                <a:gd name="connsiteX172" fmla="*/ 180594 w 600075"/>
                <a:gd name="connsiteY172" fmla="*/ 340614 h 447675"/>
                <a:gd name="connsiteX173" fmla="*/ 181356 w 600075"/>
                <a:gd name="connsiteY173" fmla="*/ 340519 h 447675"/>
                <a:gd name="connsiteX174" fmla="*/ 182118 w 600075"/>
                <a:gd name="connsiteY174" fmla="*/ 340519 h 447675"/>
                <a:gd name="connsiteX175" fmla="*/ 186309 w 600075"/>
                <a:gd name="connsiteY175" fmla="*/ 339661 h 447675"/>
                <a:gd name="connsiteX176" fmla="*/ 187738 w 600075"/>
                <a:gd name="connsiteY176" fmla="*/ 338899 h 447675"/>
                <a:gd name="connsiteX177" fmla="*/ 188309 w 600075"/>
                <a:gd name="connsiteY177" fmla="*/ 337566 h 447675"/>
                <a:gd name="connsiteX178" fmla="*/ 188309 w 600075"/>
                <a:gd name="connsiteY178" fmla="*/ 336804 h 447675"/>
                <a:gd name="connsiteX179" fmla="*/ 187738 w 600075"/>
                <a:gd name="connsiteY179" fmla="*/ 335947 h 447675"/>
                <a:gd name="connsiteX180" fmla="*/ 187166 w 600075"/>
                <a:gd name="connsiteY180" fmla="*/ 335661 h 447675"/>
                <a:gd name="connsiteX181" fmla="*/ 237649 w 600075"/>
                <a:gd name="connsiteY181" fmla="*/ 331660 h 447675"/>
                <a:gd name="connsiteX182" fmla="*/ 234220 w 600075"/>
                <a:gd name="connsiteY182" fmla="*/ 333470 h 447675"/>
                <a:gd name="connsiteX183" fmla="*/ 232505 w 600075"/>
                <a:gd name="connsiteY183" fmla="*/ 333851 h 447675"/>
                <a:gd name="connsiteX184" fmla="*/ 233458 w 600075"/>
                <a:gd name="connsiteY184" fmla="*/ 335375 h 447675"/>
                <a:gd name="connsiteX185" fmla="*/ 232791 w 600075"/>
                <a:gd name="connsiteY185" fmla="*/ 336423 h 447675"/>
                <a:gd name="connsiteX186" fmla="*/ 229933 w 600075"/>
                <a:gd name="connsiteY186" fmla="*/ 338233 h 447675"/>
                <a:gd name="connsiteX187" fmla="*/ 229457 w 600075"/>
                <a:gd name="connsiteY187" fmla="*/ 339090 h 447675"/>
                <a:gd name="connsiteX188" fmla="*/ 229553 w 600075"/>
                <a:gd name="connsiteY188" fmla="*/ 339947 h 447675"/>
                <a:gd name="connsiteX189" fmla="*/ 230029 w 600075"/>
                <a:gd name="connsiteY189" fmla="*/ 340614 h 447675"/>
                <a:gd name="connsiteX190" fmla="*/ 230791 w 600075"/>
                <a:gd name="connsiteY190" fmla="*/ 340900 h 447675"/>
                <a:gd name="connsiteX191" fmla="*/ 231172 w 600075"/>
                <a:gd name="connsiteY191" fmla="*/ 340614 h 447675"/>
                <a:gd name="connsiteX192" fmla="*/ 231934 w 600075"/>
                <a:gd name="connsiteY192" fmla="*/ 339090 h 447675"/>
                <a:gd name="connsiteX193" fmla="*/ 232505 w 600075"/>
                <a:gd name="connsiteY193" fmla="*/ 338518 h 447675"/>
                <a:gd name="connsiteX194" fmla="*/ 233363 w 600075"/>
                <a:gd name="connsiteY194" fmla="*/ 338995 h 447675"/>
                <a:gd name="connsiteX195" fmla="*/ 234410 w 600075"/>
                <a:gd name="connsiteY195" fmla="*/ 339185 h 447675"/>
                <a:gd name="connsiteX196" fmla="*/ 236601 w 600075"/>
                <a:gd name="connsiteY196" fmla="*/ 339185 h 447675"/>
                <a:gd name="connsiteX197" fmla="*/ 237363 w 600075"/>
                <a:gd name="connsiteY197" fmla="*/ 338899 h 447675"/>
                <a:gd name="connsiteX198" fmla="*/ 237934 w 600075"/>
                <a:gd name="connsiteY198" fmla="*/ 337661 h 447675"/>
                <a:gd name="connsiteX199" fmla="*/ 240030 w 600075"/>
                <a:gd name="connsiteY199" fmla="*/ 337090 h 447675"/>
                <a:gd name="connsiteX200" fmla="*/ 240030 w 600075"/>
                <a:gd name="connsiteY200" fmla="*/ 336328 h 447675"/>
                <a:gd name="connsiteX201" fmla="*/ 239078 w 600075"/>
                <a:gd name="connsiteY201" fmla="*/ 334994 h 447675"/>
                <a:gd name="connsiteX202" fmla="*/ 239554 w 600075"/>
                <a:gd name="connsiteY202" fmla="*/ 333851 h 447675"/>
                <a:gd name="connsiteX203" fmla="*/ 240221 w 600075"/>
                <a:gd name="connsiteY203" fmla="*/ 332994 h 447675"/>
                <a:gd name="connsiteX204" fmla="*/ 240506 w 600075"/>
                <a:gd name="connsiteY204" fmla="*/ 332137 h 447675"/>
                <a:gd name="connsiteX205" fmla="*/ 239744 w 600075"/>
                <a:gd name="connsiteY205" fmla="*/ 330898 h 447675"/>
                <a:gd name="connsiteX206" fmla="*/ 237649 w 600075"/>
                <a:gd name="connsiteY206" fmla="*/ 331660 h 447675"/>
                <a:gd name="connsiteX207" fmla="*/ 255461 w 600075"/>
                <a:gd name="connsiteY207" fmla="*/ 325659 h 447675"/>
                <a:gd name="connsiteX208" fmla="*/ 255937 w 600075"/>
                <a:gd name="connsiteY208" fmla="*/ 325659 h 447675"/>
                <a:gd name="connsiteX209" fmla="*/ 253651 w 600075"/>
                <a:gd name="connsiteY209" fmla="*/ 325659 h 447675"/>
                <a:gd name="connsiteX210" fmla="*/ 252603 w 600075"/>
                <a:gd name="connsiteY210" fmla="*/ 325850 h 447675"/>
                <a:gd name="connsiteX211" fmla="*/ 251650 w 600075"/>
                <a:gd name="connsiteY211" fmla="*/ 326326 h 447675"/>
                <a:gd name="connsiteX212" fmla="*/ 250222 w 600075"/>
                <a:gd name="connsiteY212" fmla="*/ 325850 h 447675"/>
                <a:gd name="connsiteX213" fmla="*/ 249174 w 600075"/>
                <a:gd name="connsiteY213" fmla="*/ 329374 h 447675"/>
                <a:gd name="connsiteX214" fmla="*/ 247840 w 600075"/>
                <a:gd name="connsiteY214" fmla="*/ 329279 h 447675"/>
                <a:gd name="connsiteX215" fmla="*/ 245936 w 600075"/>
                <a:gd name="connsiteY215" fmla="*/ 330803 h 447675"/>
                <a:gd name="connsiteX216" fmla="*/ 244888 w 600075"/>
                <a:gd name="connsiteY216" fmla="*/ 331946 h 447675"/>
                <a:gd name="connsiteX217" fmla="*/ 244412 w 600075"/>
                <a:gd name="connsiteY217" fmla="*/ 333184 h 447675"/>
                <a:gd name="connsiteX218" fmla="*/ 245173 w 600075"/>
                <a:gd name="connsiteY218" fmla="*/ 333851 h 447675"/>
                <a:gd name="connsiteX219" fmla="*/ 246888 w 600075"/>
                <a:gd name="connsiteY219" fmla="*/ 333756 h 447675"/>
                <a:gd name="connsiteX220" fmla="*/ 248698 w 600075"/>
                <a:gd name="connsiteY220" fmla="*/ 333280 h 447675"/>
                <a:gd name="connsiteX221" fmla="*/ 249841 w 600075"/>
                <a:gd name="connsiteY221" fmla="*/ 332803 h 447675"/>
                <a:gd name="connsiteX222" fmla="*/ 249269 w 600075"/>
                <a:gd name="connsiteY222" fmla="*/ 335184 h 447675"/>
                <a:gd name="connsiteX223" fmla="*/ 246602 w 600075"/>
                <a:gd name="connsiteY223" fmla="*/ 338138 h 447675"/>
                <a:gd name="connsiteX224" fmla="*/ 246793 w 600075"/>
                <a:gd name="connsiteY224" fmla="*/ 339471 h 447675"/>
                <a:gd name="connsiteX225" fmla="*/ 247364 w 600075"/>
                <a:gd name="connsiteY225" fmla="*/ 339757 h 447675"/>
                <a:gd name="connsiteX226" fmla="*/ 247840 w 600075"/>
                <a:gd name="connsiteY226" fmla="*/ 339757 h 447675"/>
                <a:gd name="connsiteX227" fmla="*/ 248126 w 600075"/>
                <a:gd name="connsiteY227" fmla="*/ 339852 h 447675"/>
                <a:gd name="connsiteX228" fmla="*/ 248317 w 600075"/>
                <a:gd name="connsiteY228" fmla="*/ 340995 h 447675"/>
                <a:gd name="connsiteX229" fmla="*/ 248507 w 600075"/>
                <a:gd name="connsiteY229" fmla="*/ 341471 h 447675"/>
                <a:gd name="connsiteX230" fmla="*/ 248793 w 600075"/>
                <a:gd name="connsiteY230" fmla="*/ 341852 h 447675"/>
                <a:gd name="connsiteX231" fmla="*/ 249079 w 600075"/>
                <a:gd name="connsiteY231" fmla="*/ 342043 h 447675"/>
                <a:gd name="connsiteX232" fmla="*/ 251079 w 600075"/>
                <a:gd name="connsiteY232" fmla="*/ 342424 h 447675"/>
                <a:gd name="connsiteX233" fmla="*/ 251841 w 600075"/>
                <a:gd name="connsiteY233" fmla="*/ 342328 h 447675"/>
                <a:gd name="connsiteX234" fmla="*/ 252698 w 600075"/>
                <a:gd name="connsiteY234" fmla="*/ 341471 h 447675"/>
                <a:gd name="connsiteX235" fmla="*/ 251365 w 600075"/>
                <a:gd name="connsiteY235" fmla="*/ 339852 h 447675"/>
                <a:gd name="connsiteX236" fmla="*/ 251460 w 600075"/>
                <a:gd name="connsiteY236" fmla="*/ 338614 h 447675"/>
                <a:gd name="connsiteX237" fmla="*/ 252127 w 600075"/>
                <a:gd name="connsiteY237" fmla="*/ 337280 h 447675"/>
                <a:gd name="connsiteX238" fmla="*/ 252698 w 600075"/>
                <a:gd name="connsiteY238" fmla="*/ 335661 h 447675"/>
                <a:gd name="connsiteX239" fmla="*/ 252413 w 600075"/>
                <a:gd name="connsiteY239" fmla="*/ 334518 h 447675"/>
                <a:gd name="connsiteX240" fmla="*/ 251841 w 600075"/>
                <a:gd name="connsiteY240" fmla="*/ 332899 h 447675"/>
                <a:gd name="connsiteX241" fmla="*/ 251650 w 600075"/>
                <a:gd name="connsiteY241" fmla="*/ 331565 h 447675"/>
                <a:gd name="connsiteX242" fmla="*/ 252889 w 600075"/>
                <a:gd name="connsiteY242" fmla="*/ 330613 h 447675"/>
                <a:gd name="connsiteX243" fmla="*/ 253555 w 600075"/>
                <a:gd name="connsiteY243" fmla="*/ 329851 h 447675"/>
                <a:gd name="connsiteX244" fmla="*/ 254413 w 600075"/>
                <a:gd name="connsiteY244" fmla="*/ 329089 h 447675"/>
                <a:gd name="connsiteX245" fmla="*/ 256889 w 600075"/>
                <a:gd name="connsiteY245" fmla="*/ 328231 h 447675"/>
                <a:gd name="connsiteX246" fmla="*/ 257365 w 600075"/>
                <a:gd name="connsiteY246" fmla="*/ 327184 h 447675"/>
                <a:gd name="connsiteX247" fmla="*/ 256889 w 600075"/>
                <a:gd name="connsiteY247" fmla="*/ 326136 h 447675"/>
                <a:gd name="connsiteX248" fmla="*/ 255461 w 600075"/>
                <a:gd name="connsiteY248" fmla="*/ 325659 h 447675"/>
                <a:gd name="connsiteX249" fmla="*/ 290227 w 600075"/>
                <a:gd name="connsiteY249" fmla="*/ 312801 h 447675"/>
                <a:gd name="connsiteX250" fmla="*/ 290036 w 600075"/>
                <a:gd name="connsiteY250" fmla="*/ 312230 h 447675"/>
                <a:gd name="connsiteX251" fmla="*/ 289465 w 600075"/>
                <a:gd name="connsiteY251" fmla="*/ 311182 h 447675"/>
                <a:gd name="connsiteX252" fmla="*/ 288607 w 600075"/>
                <a:gd name="connsiteY252" fmla="*/ 310896 h 447675"/>
                <a:gd name="connsiteX253" fmla="*/ 287846 w 600075"/>
                <a:gd name="connsiteY253" fmla="*/ 311182 h 447675"/>
                <a:gd name="connsiteX254" fmla="*/ 286607 w 600075"/>
                <a:gd name="connsiteY254" fmla="*/ 311944 h 447675"/>
                <a:gd name="connsiteX255" fmla="*/ 285845 w 600075"/>
                <a:gd name="connsiteY255" fmla="*/ 313658 h 447675"/>
                <a:gd name="connsiteX256" fmla="*/ 286131 w 600075"/>
                <a:gd name="connsiteY256" fmla="*/ 314801 h 447675"/>
                <a:gd name="connsiteX257" fmla="*/ 286417 w 600075"/>
                <a:gd name="connsiteY257" fmla="*/ 314992 h 447675"/>
                <a:gd name="connsiteX258" fmla="*/ 286798 w 600075"/>
                <a:gd name="connsiteY258" fmla="*/ 315468 h 447675"/>
                <a:gd name="connsiteX259" fmla="*/ 288131 w 600075"/>
                <a:gd name="connsiteY259" fmla="*/ 316325 h 447675"/>
                <a:gd name="connsiteX260" fmla="*/ 288703 w 600075"/>
                <a:gd name="connsiteY260" fmla="*/ 316516 h 447675"/>
                <a:gd name="connsiteX261" fmla="*/ 289465 w 600075"/>
                <a:gd name="connsiteY261" fmla="*/ 316039 h 447675"/>
                <a:gd name="connsiteX262" fmla="*/ 290036 w 600075"/>
                <a:gd name="connsiteY262" fmla="*/ 315087 h 447675"/>
                <a:gd name="connsiteX263" fmla="*/ 290322 w 600075"/>
                <a:gd name="connsiteY263" fmla="*/ 314230 h 447675"/>
                <a:gd name="connsiteX264" fmla="*/ 290703 w 600075"/>
                <a:gd name="connsiteY264" fmla="*/ 313658 h 447675"/>
                <a:gd name="connsiteX265" fmla="*/ 290894 w 600075"/>
                <a:gd name="connsiteY265" fmla="*/ 313277 h 447675"/>
                <a:gd name="connsiteX266" fmla="*/ 290513 w 600075"/>
                <a:gd name="connsiteY266" fmla="*/ 312896 h 447675"/>
                <a:gd name="connsiteX267" fmla="*/ 290227 w 600075"/>
                <a:gd name="connsiteY267" fmla="*/ 312801 h 447675"/>
                <a:gd name="connsiteX268" fmla="*/ 328422 w 600075"/>
                <a:gd name="connsiteY268" fmla="*/ 306324 h 447675"/>
                <a:gd name="connsiteX269" fmla="*/ 327470 w 600075"/>
                <a:gd name="connsiteY269" fmla="*/ 306514 h 447675"/>
                <a:gd name="connsiteX270" fmla="*/ 326707 w 600075"/>
                <a:gd name="connsiteY270" fmla="*/ 306609 h 447675"/>
                <a:gd name="connsiteX271" fmla="*/ 326898 w 600075"/>
                <a:gd name="connsiteY271" fmla="*/ 307562 h 447675"/>
                <a:gd name="connsiteX272" fmla="*/ 327660 w 600075"/>
                <a:gd name="connsiteY272" fmla="*/ 308705 h 447675"/>
                <a:gd name="connsiteX273" fmla="*/ 328994 w 600075"/>
                <a:gd name="connsiteY273" fmla="*/ 309181 h 447675"/>
                <a:gd name="connsiteX274" fmla="*/ 329946 w 600075"/>
                <a:gd name="connsiteY274" fmla="*/ 307562 h 447675"/>
                <a:gd name="connsiteX275" fmla="*/ 329565 w 600075"/>
                <a:gd name="connsiteY275" fmla="*/ 306324 h 447675"/>
                <a:gd name="connsiteX276" fmla="*/ 328422 w 600075"/>
                <a:gd name="connsiteY276" fmla="*/ 306324 h 447675"/>
                <a:gd name="connsiteX277" fmla="*/ 371761 w 600075"/>
                <a:gd name="connsiteY277" fmla="*/ 300609 h 447675"/>
                <a:gd name="connsiteX278" fmla="*/ 371475 w 600075"/>
                <a:gd name="connsiteY278" fmla="*/ 300990 h 447675"/>
                <a:gd name="connsiteX279" fmla="*/ 371284 w 600075"/>
                <a:gd name="connsiteY279" fmla="*/ 301466 h 447675"/>
                <a:gd name="connsiteX280" fmla="*/ 370522 w 600075"/>
                <a:gd name="connsiteY280" fmla="*/ 301942 h 447675"/>
                <a:gd name="connsiteX281" fmla="*/ 369570 w 600075"/>
                <a:gd name="connsiteY281" fmla="*/ 302133 h 447675"/>
                <a:gd name="connsiteX282" fmla="*/ 365188 w 600075"/>
                <a:gd name="connsiteY282" fmla="*/ 303752 h 447675"/>
                <a:gd name="connsiteX283" fmla="*/ 364426 w 600075"/>
                <a:gd name="connsiteY283" fmla="*/ 304324 h 447675"/>
                <a:gd name="connsiteX284" fmla="*/ 365665 w 600075"/>
                <a:gd name="connsiteY284" fmla="*/ 304705 h 447675"/>
                <a:gd name="connsiteX285" fmla="*/ 372046 w 600075"/>
                <a:gd name="connsiteY285" fmla="*/ 302705 h 447675"/>
                <a:gd name="connsiteX286" fmla="*/ 372237 w 600075"/>
                <a:gd name="connsiteY286" fmla="*/ 302228 h 447675"/>
                <a:gd name="connsiteX287" fmla="*/ 372332 w 600075"/>
                <a:gd name="connsiteY287" fmla="*/ 301657 h 447675"/>
                <a:gd name="connsiteX288" fmla="*/ 372523 w 600075"/>
                <a:gd name="connsiteY288" fmla="*/ 301180 h 447675"/>
                <a:gd name="connsiteX289" fmla="*/ 372618 w 600075"/>
                <a:gd name="connsiteY289" fmla="*/ 300704 h 447675"/>
                <a:gd name="connsiteX290" fmla="*/ 372142 w 600075"/>
                <a:gd name="connsiteY290" fmla="*/ 300609 h 447675"/>
                <a:gd name="connsiteX291" fmla="*/ 371761 w 600075"/>
                <a:gd name="connsiteY291" fmla="*/ 300609 h 447675"/>
                <a:gd name="connsiteX292" fmla="*/ 299466 w 600075"/>
                <a:gd name="connsiteY292" fmla="*/ 300228 h 447675"/>
                <a:gd name="connsiteX293" fmla="*/ 299180 w 600075"/>
                <a:gd name="connsiteY293" fmla="*/ 299942 h 447675"/>
                <a:gd name="connsiteX294" fmla="*/ 298990 w 600075"/>
                <a:gd name="connsiteY294" fmla="*/ 299656 h 447675"/>
                <a:gd name="connsiteX295" fmla="*/ 298799 w 600075"/>
                <a:gd name="connsiteY295" fmla="*/ 299275 h 447675"/>
                <a:gd name="connsiteX296" fmla="*/ 298704 w 600075"/>
                <a:gd name="connsiteY296" fmla="*/ 298990 h 447675"/>
                <a:gd name="connsiteX297" fmla="*/ 298704 w 600075"/>
                <a:gd name="connsiteY297" fmla="*/ 298799 h 447675"/>
                <a:gd name="connsiteX298" fmla="*/ 298609 w 600075"/>
                <a:gd name="connsiteY298" fmla="*/ 298704 h 447675"/>
                <a:gd name="connsiteX299" fmla="*/ 298132 w 600075"/>
                <a:gd name="connsiteY299" fmla="*/ 298704 h 447675"/>
                <a:gd name="connsiteX300" fmla="*/ 297751 w 600075"/>
                <a:gd name="connsiteY300" fmla="*/ 299466 h 447675"/>
                <a:gd name="connsiteX301" fmla="*/ 296989 w 600075"/>
                <a:gd name="connsiteY301" fmla="*/ 299847 h 447675"/>
                <a:gd name="connsiteX302" fmla="*/ 296132 w 600075"/>
                <a:gd name="connsiteY302" fmla="*/ 300133 h 447675"/>
                <a:gd name="connsiteX303" fmla="*/ 295370 w 600075"/>
                <a:gd name="connsiteY303" fmla="*/ 300514 h 447675"/>
                <a:gd name="connsiteX304" fmla="*/ 292608 w 600075"/>
                <a:gd name="connsiteY304" fmla="*/ 304324 h 447675"/>
                <a:gd name="connsiteX305" fmla="*/ 293751 w 600075"/>
                <a:gd name="connsiteY305" fmla="*/ 305371 h 447675"/>
                <a:gd name="connsiteX306" fmla="*/ 300323 w 600075"/>
                <a:gd name="connsiteY306" fmla="*/ 305752 h 447675"/>
                <a:gd name="connsiteX307" fmla="*/ 300038 w 600075"/>
                <a:gd name="connsiteY307" fmla="*/ 305086 h 447675"/>
                <a:gd name="connsiteX308" fmla="*/ 299942 w 600075"/>
                <a:gd name="connsiteY308" fmla="*/ 304705 h 447675"/>
                <a:gd name="connsiteX309" fmla="*/ 299752 w 600075"/>
                <a:gd name="connsiteY309" fmla="*/ 304419 h 447675"/>
                <a:gd name="connsiteX310" fmla="*/ 299180 w 600075"/>
                <a:gd name="connsiteY310" fmla="*/ 303943 h 447675"/>
                <a:gd name="connsiteX311" fmla="*/ 300704 w 600075"/>
                <a:gd name="connsiteY311" fmla="*/ 300895 h 447675"/>
                <a:gd name="connsiteX312" fmla="*/ 300895 w 600075"/>
                <a:gd name="connsiteY312" fmla="*/ 299847 h 447675"/>
                <a:gd name="connsiteX313" fmla="*/ 299847 w 600075"/>
                <a:gd name="connsiteY313" fmla="*/ 300514 h 447675"/>
                <a:gd name="connsiteX314" fmla="*/ 299466 w 600075"/>
                <a:gd name="connsiteY314" fmla="*/ 300228 h 447675"/>
                <a:gd name="connsiteX315" fmla="*/ 310134 w 600075"/>
                <a:gd name="connsiteY315" fmla="*/ 297275 h 447675"/>
                <a:gd name="connsiteX316" fmla="*/ 310420 w 600075"/>
                <a:gd name="connsiteY316" fmla="*/ 296704 h 447675"/>
                <a:gd name="connsiteX317" fmla="*/ 310515 w 600075"/>
                <a:gd name="connsiteY317" fmla="*/ 296037 h 447675"/>
                <a:gd name="connsiteX318" fmla="*/ 310039 w 600075"/>
                <a:gd name="connsiteY318" fmla="*/ 295561 h 447675"/>
                <a:gd name="connsiteX319" fmla="*/ 309372 w 600075"/>
                <a:gd name="connsiteY319" fmla="*/ 295465 h 447675"/>
                <a:gd name="connsiteX320" fmla="*/ 305562 w 600075"/>
                <a:gd name="connsiteY320" fmla="*/ 296608 h 447675"/>
                <a:gd name="connsiteX321" fmla="*/ 304990 w 600075"/>
                <a:gd name="connsiteY321" fmla="*/ 297084 h 447675"/>
                <a:gd name="connsiteX322" fmla="*/ 305086 w 600075"/>
                <a:gd name="connsiteY322" fmla="*/ 297656 h 447675"/>
                <a:gd name="connsiteX323" fmla="*/ 305657 w 600075"/>
                <a:gd name="connsiteY323" fmla="*/ 297942 h 447675"/>
                <a:gd name="connsiteX324" fmla="*/ 305657 w 600075"/>
                <a:gd name="connsiteY324" fmla="*/ 298799 h 447675"/>
                <a:gd name="connsiteX325" fmla="*/ 305371 w 600075"/>
                <a:gd name="connsiteY325" fmla="*/ 299656 h 447675"/>
                <a:gd name="connsiteX326" fmla="*/ 306514 w 600075"/>
                <a:gd name="connsiteY326" fmla="*/ 300228 h 447675"/>
                <a:gd name="connsiteX327" fmla="*/ 310801 w 600075"/>
                <a:gd name="connsiteY327" fmla="*/ 299275 h 447675"/>
                <a:gd name="connsiteX328" fmla="*/ 311467 w 600075"/>
                <a:gd name="connsiteY328" fmla="*/ 298418 h 447675"/>
                <a:gd name="connsiteX329" fmla="*/ 310229 w 600075"/>
                <a:gd name="connsiteY329" fmla="*/ 298228 h 447675"/>
                <a:gd name="connsiteX330" fmla="*/ 310134 w 600075"/>
                <a:gd name="connsiteY330" fmla="*/ 297275 h 447675"/>
                <a:gd name="connsiteX331" fmla="*/ 294799 w 600075"/>
                <a:gd name="connsiteY331" fmla="*/ 297751 h 447675"/>
                <a:gd name="connsiteX332" fmla="*/ 296228 w 600075"/>
                <a:gd name="connsiteY332" fmla="*/ 295180 h 447675"/>
                <a:gd name="connsiteX333" fmla="*/ 297085 w 600075"/>
                <a:gd name="connsiteY333" fmla="*/ 292894 h 447675"/>
                <a:gd name="connsiteX334" fmla="*/ 295656 w 600075"/>
                <a:gd name="connsiteY334" fmla="*/ 292989 h 447675"/>
                <a:gd name="connsiteX335" fmla="*/ 294704 w 600075"/>
                <a:gd name="connsiteY335" fmla="*/ 293656 h 447675"/>
                <a:gd name="connsiteX336" fmla="*/ 294132 w 600075"/>
                <a:gd name="connsiteY336" fmla="*/ 293941 h 447675"/>
                <a:gd name="connsiteX337" fmla="*/ 293751 w 600075"/>
                <a:gd name="connsiteY337" fmla="*/ 292894 h 447675"/>
                <a:gd name="connsiteX338" fmla="*/ 293084 w 600075"/>
                <a:gd name="connsiteY338" fmla="*/ 293275 h 447675"/>
                <a:gd name="connsiteX339" fmla="*/ 292608 w 600075"/>
                <a:gd name="connsiteY339" fmla="*/ 293751 h 447675"/>
                <a:gd name="connsiteX340" fmla="*/ 292227 w 600075"/>
                <a:gd name="connsiteY340" fmla="*/ 294322 h 447675"/>
                <a:gd name="connsiteX341" fmla="*/ 292132 w 600075"/>
                <a:gd name="connsiteY341" fmla="*/ 294989 h 447675"/>
                <a:gd name="connsiteX342" fmla="*/ 291846 w 600075"/>
                <a:gd name="connsiteY342" fmla="*/ 295465 h 447675"/>
                <a:gd name="connsiteX343" fmla="*/ 291084 w 600075"/>
                <a:gd name="connsiteY343" fmla="*/ 295751 h 447675"/>
                <a:gd name="connsiteX344" fmla="*/ 290227 w 600075"/>
                <a:gd name="connsiteY344" fmla="*/ 295942 h 447675"/>
                <a:gd name="connsiteX345" fmla="*/ 289655 w 600075"/>
                <a:gd name="connsiteY345" fmla="*/ 296227 h 447675"/>
                <a:gd name="connsiteX346" fmla="*/ 289084 w 600075"/>
                <a:gd name="connsiteY346" fmla="*/ 297561 h 447675"/>
                <a:gd name="connsiteX347" fmla="*/ 289465 w 600075"/>
                <a:gd name="connsiteY347" fmla="*/ 298990 h 447675"/>
                <a:gd name="connsiteX348" fmla="*/ 290322 w 600075"/>
                <a:gd name="connsiteY348" fmla="*/ 300133 h 447675"/>
                <a:gd name="connsiteX349" fmla="*/ 291084 w 600075"/>
                <a:gd name="connsiteY349" fmla="*/ 300704 h 447675"/>
                <a:gd name="connsiteX350" fmla="*/ 293084 w 600075"/>
                <a:gd name="connsiteY350" fmla="*/ 300038 h 447675"/>
                <a:gd name="connsiteX351" fmla="*/ 294799 w 600075"/>
                <a:gd name="connsiteY351" fmla="*/ 297751 h 447675"/>
                <a:gd name="connsiteX352" fmla="*/ 318706 w 600075"/>
                <a:gd name="connsiteY352" fmla="*/ 268700 h 447675"/>
                <a:gd name="connsiteX353" fmla="*/ 317754 w 600075"/>
                <a:gd name="connsiteY353" fmla="*/ 268509 h 447675"/>
                <a:gd name="connsiteX354" fmla="*/ 316801 w 600075"/>
                <a:gd name="connsiteY354" fmla="*/ 269272 h 447675"/>
                <a:gd name="connsiteX355" fmla="*/ 316706 w 600075"/>
                <a:gd name="connsiteY355" fmla="*/ 270700 h 447675"/>
                <a:gd name="connsiteX356" fmla="*/ 316897 w 600075"/>
                <a:gd name="connsiteY356" fmla="*/ 272034 h 447675"/>
                <a:gd name="connsiteX357" fmla="*/ 317563 w 600075"/>
                <a:gd name="connsiteY357" fmla="*/ 272605 h 447675"/>
                <a:gd name="connsiteX358" fmla="*/ 318421 w 600075"/>
                <a:gd name="connsiteY358" fmla="*/ 272224 h 447675"/>
                <a:gd name="connsiteX359" fmla="*/ 319278 w 600075"/>
                <a:gd name="connsiteY359" fmla="*/ 271843 h 447675"/>
                <a:gd name="connsiteX360" fmla="*/ 319278 w 600075"/>
                <a:gd name="connsiteY360" fmla="*/ 270891 h 447675"/>
                <a:gd name="connsiteX361" fmla="*/ 320135 w 600075"/>
                <a:gd name="connsiteY361" fmla="*/ 270700 h 447675"/>
                <a:gd name="connsiteX362" fmla="*/ 320516 w 600075"/>
                <a:gd name="connsiteY362" fmla="*/ 269843 h 447675"/>
                <a:gd name="connsiteX363" fmla="*/ 320516 w 600075"/>
                <a:gd name="connsiteY363" fmla="*/ 269176 h 447675"/>
                <a:gd name="connsiteX364" fmla="*/ 319849 w 600075"/>
                <a:gd name="connsiteY364" fmla="*/ 268605 h 447675"/>
                <a:gd name="connsiteX365" fmla="*/ 318706 w 600075"/>
                <a:gd name="connsiteY365" fmla="*/ 268700 h 447675"/>
                <a:gd name="connsiteX366" fmla="*/ 306038 w 600075"/>
                <a:gd name="connsiteY366" fmla="*/ 244507 h 447675"/>
                <a:gd name="connsiteX367" fmla="*/ 307181 w 600075"/>
                <a:gd name="connsiteY367" fmla="*/ 245650 h 447675"/>
                <a:gd name="connsiteX368" fmla="*/ 309944 w 600075"/>
                <a:gd name="connsiteY368" fmla="*/ 247555 h 447675"/>
                <a:gd name="connsiteX369" fmla="*/ 312896 w 600075"/>
                <a:gd name="connsiteY369" fmla="*/ 249936 h 447675"/>
                <a:gd name="connsiteX370" fmla="*/ 316135 w 600075"/>
                <a:gd name="connsiteY370" fmla="*/ 253746 h 447675"/>
                <a:gd name="connsiteX371" fmla="*/ 318135 w 600075"/>
                <a:gd name="connsiteY371" fmla="*/ 255079 h 447675"/>
                <a:gd name="connsiteX372" fmla="*/ 319278 w 600075"/>
                <a:gd name="connsiteY372" fmla="*/ 254603 h 447675"/>
                <a:gd name="connsiteX373" fmla="*/ 319564 w 600075"/>
                <a:gd name="connsiteY373" fmla="*/ 252603 h 447675"/>
                <a:gd name="connsiteX374" fmla="*/ 318802 w 600075"/>
                <a:gd name="connsiteY374" fmla="*/ 249936 h 447675"/>
                <a:gd name="connsiteX375" fmla="*/ 316230 w 600075"/>
                <a:gd name="connsiteY375" fmla="*/ 247459 h 447675"/>
                <a:gd name="connsiteX376" fmla="*/ 313944 w 600075"/>
                <a:gd name="connsiteY376" fmla="*/ 246316 h 447675"/>
                <a:gd name="connsiteX377" fmla="*/ 313754 w 600075"/>
                <a:gd name="connsiteY377" fmla="*/ 246126 h 447675"/>
                <a:gd name="connsiteX378" fmla="*/ 312991 w 600075"/>
                <a:gd name="connsiteY378" fmla="*/ 244411 h 447675"/>
                <a:gd name="connsiteX379" fmla="*/ 312611 w 600075"/>
                <a:gd name="connsiteY379" fmla="*/ 243173 h 447675"/>
                <a:gd name="connsiteX380" fmla="*/ 311563 w 600075"/>
                <a:gd name="connsiteY380" fmla="*/ 242601 h 447675"/>
                <a:gd name="connsiteX381" fmla="*/ 309848 w 600075"/>
                <a:gd name="connsiteY381" fmla="*/ 242316 h 447675"/>
                <a:gd name="connsiteX382" fmla="*/ 307943 w 600075"/>
                <a:gd name="connsiteY382" fmla="*/ 243078 h 447675"/>
                <a:gd name="connsiteX383" fmla="*/ 305943 w 600075"/>
                <a:gd name="connsiteY383" fmla="*/ 243459 h 447675"/>
                <a:gd name="connsiteX384" fmla="*/ 306038 w 600075"/>
                <a:gd name="connsiteY384" fmla="*/ 244507 h 447675"/>
                <a:gd name="connsiteX385" fmla="*/ 305943 w 600075"/>
                <a:gd name="connsiteY385" fmla="*/ 228886 h 447675"/>
                <a:gd name="connsiteX386" fmla="*/ 302514 w 600075"/>
                <a:gd name="connsiteY386" fmla="*/ 227933 h 447675"/>
                <a:gd name="connsiteX387" fmla="*/ 300323 w 600075"/>
                <a:gd name="connsiteY387" fmla="*/ 228314 h 447675"/>
                <a:gd name="connsiteX388" fmla="*/ 299561 w 600075"/>
                <a:gd name="connsiteY388" fmla="*/ 229171 h 447675"/>
                <a:gd name="connsiteX389" fmla="*/ 300038 w 600075"/>
                <a:gd name="connsiteY389" fmla="*/ 230505 h 447675"/>
                <a:gd name="connsiteX390" fmla="*/ 302609 w 600075"/>
                <a:gd name="connsiteY390" fmla="*/ 233458 h 447675"/>
                <a:gd name="connsiteX391" fmla="*/ 304324 w 600075"/>
                <a:gd name="connsiteY391" fmla="*/ 235077 h 447675"/>
                <a:gd name="connsiteX392" fmla="*/ 305657 w 600075"/>
                <a:gd name="connsiteY392" fmla="*/ 235553 h 447675"/>
                <a:gd name="connsiteX393" fmla="*/ 305753 w 600075"/>
                <a:gd name="connsiteY393" fmla="*/ 233458 h 447675"/>
                <a:gd name="connsiteX394" fmla="*/ 306324 w 600075"/>
                <a:gd name="connsiteY394" fmla="*/ 233458 h 447675"/>
                <a:gd name="connsiteX395" fmla="*/ 307467 w 600075"/>
                <a:gd name="connsiteY395" fmla="*/ 236506 h 447675"/>
                <a:gd name="connsiteX396" fmla="*/ 308324 w 600075"/>
                <a:gd name="connsiteY396" fmla="*/ 237839 h 447675"/>
                <a:gd name="connsiteX397" fmla="*/ 309563 w 600075"/>
                <a:gd name="connsiteY397" fmla="*/ 238696 h 447675"/>
                <a:gd name="connsiteX398" fmla="*/ 310134 w 600075"/>
                <a:gd name="connsiteY398" fmla="*/ 237458 h 447675"/>
                <a:gd name="connsiteX399" fmla="*/ 310705 w 600075"/>
                <a:gd name="connsiteY399" fmla="*/ 238982 h 447675"/>
                <a:gd name="connsiteX400" fmla="*/ 311467 w 600075"/>
                <a:gd name="connsiteY400" fmla="*/ 240316 h 447675"/>
                <a:gd name="connsiteX401" fmla="*/ 312515 w 600075"/>
                <a:gd name="connsiteY401" fmla="*/ 241268 h 447675"/>
                <a:gd name="connsiteX402" fmla="*/ 314230 w 600075"/>
                <a:gd name="connsiteY402" fmla="*/ 241649 h 447675"/>
                <a:gd name="connsiteX403" fmla="*/ 315373 w 600075"/>
                <a:gd name="connsiteY403" fmla="*/ 241459 h 447675"/>
                <a:gd name="connsiteX404" fmla="*/ 316039 w 600075"/>
                <a:gd name="connsiteY404" fmla="*/ 240887 h 447675"/>
                <a:gd name="connsiteX405" fmla="*/ 316039 w 600075"/>
                <a:gd name="connsiteY405" fmla="*/ 240030 h 447675"/>
                <a:gd name="connsiteX406" fmla="*/ 315278 w 600075"/>
                <a:gd name="connsiteY406" fmla="*/ 238982 h 447675"/>
                <a:gd name="connsiteX407" fmla="*/ 314801 w 600075"/>
                <a:gd name="connsiteY407" fmla="*/ 238125 h 447675"/>
                <a:gd name="connsiteX408" fmla="*/ 313944 w 600075"/>
                <a:gd name="connsiteY408" fmla="*/ 235553 h 447675"/>
                <a:gd name="connsiteX409" fmla="*/ 313658 w 600075"/>
                <a:gd name="connsiteY409" fmla="*/ 234982 h 447675"/>
                <a:gd name="connsiteX410" fmla="*/ 311563 w 600075"/>
                <a:gd name="connsiteY410" fmla="*/ 234601 h 447675"/>
                <a:gd name="connsiteX411" fmla="*/ 309944 w 600075"/>
                <a:gd name="connsiteY411" fmla="*/ 233553 h 447675"/>
                <a:gd name="connsiteX412" fmla="*/ 306800 w 600075"/>
                <a:gd name="connsiteY412" fmla="*/ 229552 h 447675"/>
                <a:gd name="connsiteX413" fmla="*/ 305943 w 600075"/>
                <a:gd name="connsiteY413" fmla="*/ 228886 h 447675"/>
                <a:gd name="connsiteX414" fmla="*/ 309181 w 600075"/>
                <a:gd name="connsiteY414" fmla="*/ 222980 h 447675"/>
                <a:gd name="connsiteX415" fmla="*/ 308420 w 600075"/>
                <a:gd name="connsiteY415" fmla="*/ 224504 h 447675"/>
                <a:gd name="connsiteX416" fmla="*/ 308800 w 600075"/>
                <a:gd name="connsiteY416" fmla="*/ 227171 h 447675"/>
                <a:gd name="connsiteX417" fmla="*/ 309944 w 600075"/>
                <a:gd name="connsiteY417" fmla="*/ 229267 h 447675"/>
                <a:gd name="connsiteX418" fmla="*/ 311658 w 600075"/>
                <a:gd name="connsiteY418" fmla="*/ 230695 h 447675"/>
                <a:gd name="connsiteX419" fmla="*/ 312325 w 600075"/>
                <a:gd name="connsiteY419" fmla="*/ 230219 h 447675"/>
                <a:gd name="connsiteX420" fmla="*/ 312325 w 600075"/>
                <a:gd name="connsiteY420" fmla="*/ 228028 h 447675"/>
                <a:gd name="connsiteX421" fmla="*/ 311658 w 600075"/>
                <a:gd name="connsiteY421" fmla="*/ 225742 h 447675"/>
                <a:gd name="connsiteX422" fmla="*/ 310420 w 600075"/>
                <a:gd name="connsiteY422" fmla="*/ 224790 h 447675"/>
                <a:gd name="connsiteX423" fmla="*/ 310420 w 600075"/>
                <a:gd name="connsiteY423" fmla="*/ 223742 h 447675"/>
                <a:gd name="connsiteX424" fmla="*/ 309181 w 600075"/>
                <a:gd name="connsiteY424" fmla="*/ 222980 h 447675"/>
                <a:gd name="connsiteX425" fmla="*/ 597503 w 600075"/>
                <a:gd name="connsiteY425" fmla="*/ 180022 h 447675"/>
                <a:gd name="connsiteX426" fmla="*/ 597789 w 600075"/>
                <a:gd name="connsiteY426" fmla="*/ 178498 h 447675"/>
                <a:gd name="connsiteX427" fmla="*/ 596455 w 600075"/>
                <a:gd name="connsiteY427" fmla="*/ 178498 h 447675"/>
                <a:gd name="connsiteX428" fmla="*/ 595884 w 600075"/>
                <a:gd name="connsiteY428" fmla="*/ 179737 h 447675"/>
                <a:gd name="connsiteX429" fmla="*/ 594931 w 600075"/>
                <a:gd name="connsiteY429" fmla="*/ 180308 h 447675"/>
                <a:gd name="connsiteX430" fmla="*/ 593407 w 600075"/>
                <a:gd name="connsiteY430" fmla="*/ 179260 h 447675"/>
                <a:gd name="connsiteX431" fmla="*/ 593312 w 600075"/>
                <a:gd name="connsiteY431" fmla="*/ 179070 h 447675"/>
                <a:gd name="connsiteX432" fmla="*/ 592646 w 600075"/>
                <a:gd name="connsiteY432" fmla="*/ 178784 h 447675"/>
                <a:gd name="connsiteX433" fmla="*/ 591503 w 600075"/>
                <a:gd name="connsiteY433" fmla="*/ 179165 h 447675"/>
                <a:gd name="connsiteX434" fmla="*/ 591122 w 600075"/>
                <a:gd name="connsiteY434" fmla="*/ 180022 h 447675"/>
                <a:gd name="connsiteX435" fmla="*/ 590550 w 600075"/>
                <a:gd name="connsiteY435" fmla="*/ 181546 h 447675"/>
                <a:gd name="connsiteX436" fmla="*/ 589693 w 600075"/>
                <a:gd name="connsiteY436" fmla="*/ 181832 h 447675"/>
                <a:gd name="connsiteX437" fmla="*/ 588931 w 600075"/>
                <a:gd name="connsiteY437" fmla="*/ 182023 h 447675"/>
                <a:gd name="connsiteX438" fmla="*/ 588359 w 600075"/>
                <a:gd name="connsiteY438" fmla="*/ 182308 h 447675"/>
                <a:gd name="connsiteX439" fmla="*/ 587597 w 600075"/>
                <a:gd name="connsiteY439" fmla="*/ 182118 h 447675"/>
                <a:gd name="connsiteX440" fmla="*/ 587121 w 600075"/>
                <a:gd name="connsiteY440" fmla="*/ 181546 h 447675"/>
                <a:gd name="connsiteX441" fmla="*/ 586740 w 600075"/>
                <a:gd name="connsiteY441" fmla="*/ 180880 h 447675"/>
                <a:gd name="connsiteX442" fmla="*/ 586169 w 600075"/>
                <a:gd name="connsiteY442" fmla="*/ 180594 h 447675"/>
                <a:gd name="connsiteX443" fmla="*/ 585025 w 600075"/>
                <a:gd name="connsiteY443" fmla="*/ 181165 h 447675"/>
                <a:gd name="connsiteX444" fmla="*/ 583882 w 600075"/>
                <a:gd name="connsiteY444" fmla="*/ 182118 h 447675"/>
                <a:gd name="connsiteX445" fmla="*/ 583121 w 600075"/>
                <a:gd name="connsiteY445" fmla="*/ 183166 h 447675"/>
                <a:gd name="connsiteX446" fmla="*/ 583501 w 600075"/>
                <a:gd name="connsiteY446" fmla="*/ 183928 h 447675"/>
                <a:gd name="connsiteX447" fmla="*/ 585216 w 600075"/>
                <a:gd name="connsiteY447" fmla="*/ 184213 h 447675"/>
                <a:gd name="connsiteX448" fmla="*/ 587026 w 600075"/>
                <a:gd name="connsiteY448" fmla="*/ 184213 h 447675"/>
                <a:gd name="connsiteX449" fmla="*/ 587978 w 600075"/>
                <a:gd name="connsiteY449" fmla="*/ 184118 h 447675"/>
                <a:gd name="connsiteX450" fmla="*/ 588931 w 600075"/>
                <a:gd name="connsiteY450" fmla="*/ 184404 h 447675"/>
                <a:gd name="connsiteX451" fmla="*/ 589597 w 600075"/>
                <a:gd name="connsiteY451" fmla="*/ 184594 h 447675"/>
                <a:gd name="connsiteX452" fmla="*/ 591598 w 600075"/>
                <a:gd name="connsiteY452" fmla="*/ 185451 h 447675"/>
                <a:gd name="connsiteX453" fmla="*/ 594360 w 600075"/>
                <a:gd name="connsiteY453" fmla="*/ 184880 h 447675"/>
                <a:gd name="connsiteX454" fmla="*/ 596265 w 600075"/>
                <a:gd name="connsiteY454" fmla="*/ 185547 h 447675"/>
                <a:gd name="connsiteX455" fmla="*/ 597980 w 600075"/>
                <a:gd name="connsiteY455" fmla="*/ 185928 h 447675"/>
                <a:gd name="connsiteX456" fmla="*/ 598646 w 600075"/>
                <a:gd name="connsiteY456" fmla="*/ 184213 h 447675"/>
                <a:gd name="connsiteX457" fmla="*/ 599027 w 600075"/>
                <a:gd name="connsiteY457" fmla="*/ 181642 h 447675"/>
                <a:gd name="connsiteX458" fmla="*/ 598456 w 600075"/>
                <a:gd name="connsiteY458" fmla="*/ 180689 h 447675"/>
                <a:gd name="connsiteX459" fmla="*/ 597503 w 600075"/>
                <a:gd name="connsiteY459" fmla="*/ 180022 h 447675"/>
                <a:gd name="connsiteX460" fmla="*/ 585406 w 600075"/>
                <a:gd name="connsiteY460" fmla="*/ 175831 h 447675"/>
                <a:gd name="connsiteX461" fmla="*/ 586740 w 600075"/>
                <a:gd name="connsiteY461" fmla="*/ 174974 h 447675"/>
                <a:gd name="connsiteX462" fmla="*/ 587121 w 600075"/>
                <a:gd name="connsiteY462" fmla="*/ 174117 h 447675"/>
                <a:gd name="connsiteX463" fmla="*/ 587312 w 600075"/>
                <a:gd name="connsiteY463" fmla="*/ 173736 h 447675"/>
                <a:gd name="connsiteX464" fmla="*/ 587978 w 600075"/>
                <a:gd name="connsiteY464" fmla="*/ 173069 h 447675"/>
                <a:gd name="connsiteX465" fmla="*/ 588455 w 600075"/>
                <a:gd name="connsiteY465" fmla="*/ 172307 h 447675"/>
                <a:gd name="connsiteX466" fmla="*/ 588169 w 600075"/>
                <a:gd name="connsiteY466" fmla="*/ 171640 h 447675"/>
                <a:gd name="connsiteX467" fmla="*/ 587407 w 600075"/>
                <a:gd name="connsiteY467" fmla="*/ 171545 h 447675"/>
                <a:gd name="connsiteX468" fmla="*/ 586645 w 600075"/>
                <a:gd name="connsiteY468" fmla="*/ 171831 h 447675"/>
                <a:gd name="connsiteX469" fmla="*/ 586073 w 600075"/>
                <a:gd name="connsiteY469" fmla="*/ 171926 h 447675"/>
                <a:gd name="connsiteX470" fmla="*/ 585788 w 600075"/>
                <a:gd name="connsiteY470" fmla="*/ 171926 h 447675"/>
                <a:gd name="connsiteX471" fmla="*/ 585216 w 600075"/>
                <a:gd name="connsiteY471" fmla="*/ 172402 h 447675"/>
                <a:gd name="connsiteX472" fmla="*/ 584454 w 600075"/>
                <a:gd name="connsiteY472" fmla="*/ 173259 h 447675"/>
                <a:gd name="connsiteX473" fmla="*/ 583597 w 600075"/>
                <a:gd name="connsiteY473" fmla="*/ 173736 h 447675"/>
                <a:gd name="connsiteX474" fmla="*/ 582739 w 600075"/>
                <a:gd name="connsiteY474" fmla="*/ 174117 h 447675"/>
                <a:gd name="connsiteX475" fmla="*/ 582835 w 600075"/>
                <a:gd name="connsiteY475" fmla="*/ 174879 h 447675"/>
                <a:gd name="connsiteX476" fmla="*/ 583882 w 600075"/>
                <a:gd name="connsiteY476" fmla="*/ 175641 h 447675"/>
                <a:gd name="connsiteX477" fmla="*/ 585406 w 600075"/>
                <a:gd name="connsiteY477" fmla="*/ 175831 h 447675"/>
                <a:gd name="connsiteX478" fmla="*/ 601599 w 600075"/>
                <a:gd name="connsiteY478" fmla="*/ 166973 h 447675"/>
                <a:gd name="connsiteX479" fmla="*/ 600361 w 600075"/>
                <a:gd name="connsiteY479" fmla="*/ 164878 h 447675"/>
                <a:gd name="connsiteX480" fmla="*/ 599599 w 600075"/>
                <a:gd name="connsiteY480" fmla="*/ 164020 h 447675"/>
                <a:gd name="connsiteX481" fmla="*/ 598932 w 600075"/>
                <a:gd name="connsiteY481" fmla="*/ 163449 h 447675"/>
                <a:gd name="connsiteX482" fmla="*/ 598551 w 600075"/>
                <a:gd name="connsiteY482" fmla="*/ 163163 h 447675"/>
                <a:gd name="connsiteX483" fmla="*/ 595122 w 600075"/>
                <a:gd name="connsiteY483" fmla="*/ 161544 h 447675"/>
                <a:gd name="connsiteX484" fmla="*/ 593598 w 600075"/>
                <a:gd name="connsiteY484" fmla="*/ 160496 h 447675"/>
                <a:gd name="connsiteX485" fmla="*/ 593026 w 600075"/>
                <a:gd name="connsiteY485" fmla="*/ 159925 h 447675"/>
                <a:gd name="connsiteX486" fmla="*/ 591883 w 600075"/>
                <a:gd name="connsiteY486" fmla="*/ 158686 h 447675"/>
                <a:gd name="connsiteX487" fmla="*/ 590931 w 600075"/>
                <a:gd name="connsiteY487" fmla="*/ 157258 h 447675"/>
                <a:gd name="connsiteX488" fmla="*/ 590550 w 600075"/>
                <a:gd name="connsiteY488" fmla="*/ 156305 h 447675"/>
                <a:gd name="connsiteX489" fmla="*/ 587502 w 600075"/>
                <a:gd name="connsiteY489" fmla="*/ 144875 h 447675"/>
                <a:gd name="connsiteX490" fmla="*/ 586835 w 600075"/>
                <a:gd name="connsiteY490" fmla="*/ 143256 h 447675"/>
                <a:gd name="connsiteX491" fmla="*/ 586645 w 600075"/>
                <a:gd name="connsiteY491" fmla="*/ 142875 h 447675"/>
                <a:gd name="connsiteX492" fmla="*/ 585883 w 600075"/>
                <a:gd name="connsiteY492" fmla="*/ 141827 h 447675"/>
                <a:gd name="connsiteX493" fmla="*/ 585692 w 600075"/>
                <a:gd name="connsiteY493" fmla="*/ 141446 h 447675"/>
                <a:gd name="connsiteX494" fmla="*/ 585502 w 600075"/>
                <a:gd name="connsiteY494" fmla="*/ 141065 h 447675"/>
                <a:gd name="connsiteX495" fmla="*/ 583978 w 600075"/>
                <a:gd name="connsiteY495" fmla="*/ 134017 h 447675"/>
                <a:gd name="connsiteX496" fmla="*/ 583787 w 600075"/>
                <a:gd name="connsiteY496" fmla="*/ 133636 h 447675"/>
                <a:gd name="connsiteX497" fmla="*/ 583311 w 600075"/>
                <a:gd name="connsiteY497" fmla="*/ 133159 h 447675"/>
                <a:gd name="connsiteX498" fmla="*/ 583025 w 600075"/>
                <a:gd name="connsiteY498" fmla="*/ 132874 h 447675"/>
                <a:gd name="connsiteX499" fmla="*/ 582644 w 600075"/>
                <a:gd name="connsiteY499" fmla="*/ 132112 h 447675"/>
                <a:gd name="connsiteX500" fmla="*/ 582263 w 600075"/>
                <a:gd name="connsiteY500" fmla="*/ 130778 h 447675"/>
                <a:gd name="connsiteX501" fmla="*/ 581597 w 600075"/>
                <a:gd name="connsiteY501" fmla="*/ 126873 h 447675"/>
                <a:gd name="connsiteX502" fmla="*/ 581597 w 600075"/>
                <a:gd name="connsiteY502" fmla="*/ 125730 h 447675"/>
                <a:gd name="connsiteX503" fmla="*/ 581787 w 600075"/>
                <a:gd name="connsiteY503" fmla="*/ 124396 h 447675"/>
                <a:gd name="connsiteX504" fmla="*/ 582263 w 600075"/>
                <a:gd name="connsiteY504" fmla="*/ 122587 h 447675"/>
                <a:gd name="connsiteX505" fmla="*/ 582549 w 600075"/>
                <a:gd name="connsiteY505" fmla="*/ 121634 h 447675"/>
                <a:gd name="connsiteX506" fmla="*/ 582835 w 600075"/>
                <a:gd name="connsiteY506" fmla="*/ 121063 h 447675"/>
                <a:gd name="connsiteX507" fmla="*/ 584168 w 600075"/>
                <a:gd name="connsiteY507" fmla="*/ 119253 h 447675"/>
                <a:gd name="connsiteX508" fmla="*/ 584835 w 600075"/>
                <a:gd name="connsiteY508" fmla="*/ 118015 h 447675"/>
                <a:gd name="connsiteX509" fmla="*/ 584930 w 600075"/>
                <a:gd name="connsiteY509" fmla="*/ 117443 h 447675"/>
                <a:gd name="connsiteX510" fmla="*/ 584549 w 600075"/>
                <a:gd name="connsiteY510" fmla="*/ 115538 h 447675"/>
                <a:gd name="connsiteX511" fmla="*/ 582930 w 600075"/>
                <a:gd name="connsiteY511" fmla="*/ 112776 h 447675"/>
                <a:gd name="connsiteX512" fmla="*/ 579025 w 600075"/>
                <a:gd name="connsiteY512" fmla="*/ 101632 h 447675"/>
                <a:gd name="connsiteX513" fmla="*/ 578548 w 600075"/>
                <a:gd name="connsiteY513" fmla="*/ 100013 h 447675"/>
                <a:gd name="connsiteX514" fmla="*/ 578358 w 600075"/>
                <a:gd name="connsiteY514" fmla="*/ 99631 h 447675"/>
                <a:gd name="connsiteX515" fmla="*/ 578072 w 600075"/>
                <a:gd name="connsiteY515" fmla="*/ 99250 h 447675"/>
                <a:gd name="connsiteX516" fmla="*/ 575405 w 600075"/>
                <a:gd name="connsiteY516" fmla="*/ 96964 h 447675"/>
                <a:gd name="connsiteX517" fmla="*/ 574738 w 600075"/>
                <a:gd name="connsiteY517" fmla="*/ 96202 h 447675"/>
                <a:gd name="connsiteX518" fmla="*/ 574357 w 600075"/>
                <a:gd name="connsiteY518" fmla="*/ 95726 h 447675"/>
                <a:gd name="connsiteX519" fmla="*/ 573976 w 600075"/>
                <a:gd name="connsiteY519" fmla="*/ 94964 h 447675"/>
                <a:gd name="connsiteX520" fmla="*/ 573881 w 600075"/>
                <a:gd name="connsiteY520" fmla="*/ 94488 h 447675"/>
                <a:gd name="connsiteX521" fmla="*/ 573786 w 600075"/>
                <a:gd name="connsiteY521" fmla="*/ 94012 h 447675"/>
                <a:gd name="connsiteX522" fmla="*/ 573786 w 600075"/>
                <a:gd name="connsiteY522" fmla="*/ 92964 h 447675"/>
                <a:gd name="connsiteX523" fmla="*/ 573691 w 600075"/>
                <a:gd name="connsiteY523" fmla="*/ 92488 h 447675"/>
                <a:gd name="connsiteX524" fmla="*/ 573596 w 600075"/>
                <a:gd name="connsiteY524" fmla="*/ 92011 h 447675"/>
                <a:gd name="connsiteX525" fmla="*/ 573405 w 600075"/>
                <a:gd name="connsiteY525" fmla="*/ 91630 h 447675"/>
                <a:gd name="connsiteX526" fmla="*/ 572738 w 600075"/>
                <a:gd name="connsiteY526" fmla="*/ 91059 h 447675"/>
                <a:gd name="connsiteX527" fmla="*/ 568071 w 600075"/>
                <a:gd name="connsiteY527" fmla="*/ 87725 h 447675"/>
                <a:gd name="connsiteX528" fmla="*/ 567499 w 600075"/>
                <a:gd name="connsiteY528" fmla="*/ 87058 h 447675"/>
                <a:gd name="connsiteX529" fmla="*/ 567404 w 600075"/>
                <a:gd name="connsiteY529" fmla="*/ 86582 h 447675"/>
                <a:gd name="connsiteX530" fmla="*/ 567404 w 600075"/>
                <a:gd name="connsiteY530" fmla="*/ 85439 h 447675"/>
                <a:gd name="connsiteX531" fmla="*/ 568071 w 600075"/>
                <a:gd name="connsiteY531" fmla="*/ 81439 h 447675"/>
                <a:gd name="connsiteX532" fmla="*/ 568738 w 600075"/>
                <a:gd name="connsiteY532" fmla="*/ 79438 h 447675"/>
                <a:gd name="connsiteX533" fmla="*/ 569119 w 600075"/>
                <a:gd name="connsiteY533" fmla="*/ 78581 h 447675"/>
                <a:gd name="connsiteX534" fmla="*/ 569405 w 600075"/>
                <a:gd name="connsiteY534" fmla="*/ 77629 h 447675"/>
                <a:gd name="connsiteX535" fmla="*/ 569500 w 600075"/>
                <a:gd name="connsiteY535" fmla="*/ 77152 h 447675"/>
                <a:gd name="connsiteX536" fmla="*/ 569500 w 600075"/>
                <a:gd name="connsiteY536" fmla="*/ 76676 h 447675"/>
                <a:gd name="connsiteX537" fmla="*/ 569405 w 600075"/>
                <a:gd name="connsiteY537" fmla="*/ 76200 h 447675"/>
                <a:gd name="connsiteX538" fmla="*/ 569309 w 600075"/>
                <a:gd name="connsiteY538" fmla="*/ 75724 h 447675"/>
                <a:gd name="connsiteX539" fmla="*/ 568928 w 600075"/>
                <a:gd name="connsiteY539" fmla="*/ 75342 h 447675"/>
                <a:gd name="connsiteX540" fmla="*/ 568357 w 600075"/>
                <a:gd name="connsiteY540" fmla="*/ 75057 h 447675"/>
                <a:gd name="connsiteX541" fmla="*/ 567214 w 600075"/>
                <a:gd name="connsiteY541" fmla="*/ 74962 h 447675"/>
                <a:gd name="connsiteX542" fmla="*/ 560356 w 600075"/>
                <a:gd name="connsiteY542" fmla="*/ 75057 h 447675"/>
                <a:gd name="connsiteX543" fmla="*/ 559498 w 600075"/>
                <a:gd name="connsiteY543" fmla="*/ 75342 h 447675"/>
                <a:gd name="connsiteX544" fmla="*/ 558641 w 600075"/>
                <a:gd name="connsiteY544" fmla="*/ 75724 h 447675"/>
                <a:gd name="connsiteX545" fmla="*/ 555879 w 600075"/>
                <a:gd name="connsiteY545" fmla="*/ 76390 h 447675"/>
                <a:gd name="connsiteX546" fmla="*/ 553593 w 600075"/>
                <a:gd name="connsiteY546" fmla="*/ 77438 h 447675"/>
                <a:gd name="connsiteX547" fmla="*/ 550831 w 600075"/>
                <a:gd name="connsiteY547" fmla="*/ 79534 h 447675"/>
                <a:gd name="connsiteX548" fmla="*/ 550450 w 600075"/>
                <a:gd name="connsiteY548" fmla="*/ 79724 h 447675"/>
                <a:gd name="connsiteX549" fmla="*/ 550069 w 600075"/>
                <a:gd name="connsiteY549" fmla="*/ 79915 h 447675"/>
                <a:gd name="connsiteX550" fmla="*/ 549592 w 600075"/>
                <a:gd name="connsiteY550" fmla="*/ 80010 h 447675"/>
                <a:gd name="connsiteX551" fmla="*/ 549021 w 600075"/>
                <a:gd name="connsiteY551" fmla="*/ 79915 h 447675"/>
                <a:gd name="connsiteX552" fmla="*/ 548449 w 600075"/>
                <a:gd name="connsiteY552" fmla="*/ 79629 h 447675"/>
                <a:gd name="connsiteX553" fmla="*/ 547973 w 600075"/>
                <a:gd name="connsiteY553" fmla="*/ 79057 h 447675"/>
                <a:gd name="connsiteX554" fmla="*/ 547783 w 600075"/>
                <a:gd name="connsiteY554" fmla="*/ 78676 h 447675"/>
                <a:gd name="connsiteX555" fmla="*/ 547688 w 600075"/>
                <a:gd name="connsiteY555" fmla="*/ 78486 h 447675"/>
                <a:gd name="connsiteX556" fmla="*/ 547688 w 600075"/>
                <a:gd name="connsiteY556" fmla="*/ 78391 h 447675"/>
                <a:gd name="connsiteX557" fmla="*/ 545973 w 600075"/>
                <a:gd name="connsiteY557" fmla="*/ 73723 h 447675"/>
                <a:gd name="connsiteX558" fmla="*/ 545592 w 600075"/>
                <a:gd name="connsiteY558" fmla="*/ 72961 h 447675"/>
                <a:gd name="connsiteX559" fmla="*/ 544639 w 600075"/>
                <a:gd name="connsiteY559" fmla="*/ 71533 h 447675"/>
                <a:gd name="connsiteX560" fmla="*/ 542354 w 600075"/>
                <a:gd name="connsiteY560" fmla="*/ 69056 h 447675"/>
                <a:gd name="connsiteX561" fmla="*/ 541877 w 600075"/>
                <a:gd name="connsiteY561" fmla="*/ 68389 h 447675"/>
                <a:gd name="connsiteX562" fmla="*/ 541306 w 600075"/>
                <a:gd name="connsiteY562" fmla="*/ 67246 h 447675"/>
                <a:gd name="connsiteX563" fmla="*/ 539782 w 600075"/>
                <a:gd name="connsiteY563" fmla="*/ 65056 h 447675"/>
                <a:gd name="connsiteX564" fmla="*/ 538544 w 600075"/>
                <a:gd name="connsiteY564" fmla="*/ 62770 h 447675"/>
                <a:gd name="connsiteX565" fmla="*/ 538353 w 600075"/>
                <a:gd name="connsiteY565" fmla="*/ 62389 h 447675"/>
                <a:gd name="connsiteX566" fmla="*/ 538258 w 600075"/>
                <a:gd name="connsiteY566" fmla="*/ 61913 h 447675"/>
                <a:gd name="connsiteX567" fmla="*/ 538163 w 600075"/>
                <a:gd name="connsiteY567" fmla="*/ 60865 h 447675"/>
                <a:gd name="connsiteX568" fmla="*/ 537972 w 600075"/>
                <a:gd name="connsiteY568" fmla="*/ 60484 h 447675"/>
                <a:gd name="connsiteX569" fmla="*/ 537496 w 600075"/>
                <a:gd name="connsiteY569" fmla="*/ 60198 h 447675"/>
                <a:gd name="connsiteX570" fmla="*/ 536448 w 600075"/>
                <a:gd name="connsiteY570" fmla="*/ 60198 h 447675"/>
                <a:gd name="connsiteX571" fmla="*/ 535210 w 600075"/>
                <a:gd name="connsiteY571" fmla="*/ 60388 h 447675"/>
                <a:gd name="connsiteX572" fmla="*/ 534733 w 600075"/>
                <a:gd name="connsiteY572" fmla="*/ 60484 h 447675"/>
                <a:gd name="connsiteX573" fmla="*/ 533972 w 600075"/>
                <a:gd name="connsiteY573" fmla="*/ 60865 h 447675"/>
                <a:gd name="connsiteX574" fmla="*/ 532257 w 600075"/>
                <a:gd name="connsiteY574" fmla="*/ 62103 h 447675"/>
                <a:gd name="connsiteX575" fmla="*/ 531495 w 600075"/>
                <a:gd name="connsiteY575" fmla="*/ 62484 h 447675"/>
                <a:gd name="connsiteX576" fmla="*/ 529685 w 600075"/>
                <a:gd name="connsiteY576" fmla="*/ 62960 h 447675"/>
                <a:gd name="connsiteX577" fmla="*/ 529209 w 600075"/>
                <a:gd name="connsiteY577" fmla="*/ 62960 h 447675"/>
                <a:gd name="connsiteX578" fmla="*/ 528733 w 600075"/>
                <a:gd name="connsiteY578" fmla="*/ 62770 h 447675"/>
                <a:gd name="connsiteX579" fmla="*/ 528352 w 600075"/>
                <a:gd name="connsiteY579" fmla="*/ 62103 h 447675"/>
                <a:gd name="connsiteX580" fmla="*/ 528256 w 600075"/>
                <a:gd name="connsiteY580" fmla="*/ 61531 h 447675"/>
                <a:gd name="connsiteX581" fmla="*/ 528352 w 600075"/>
                <a:gd name="connsiteY581" fmla="*/ 60579 h 447675"/>
                <a:gd name="connsiteX582" fmla="*/ 528256 w 600075"/>
                <a:gd name="connsiteY582" fmla="*/ 60198 h 447675"/>
                <a:gd name="connsiteX583" fmla="*/ 527495 w 600075"/>
                <a:gd name="connsiteY583" fmla="*/ 59817 h 447675"/>
                <a:gd name="connsiteX584" fmla="*/ 523304 w 600075"/>
                <a:gd name="connsiteY584" fmla="*/ 59150 h 447675"/>
                <a:gd name="connsiteX585" fmla="*/ 521017 w 600075"/>
                <a:gd name="connsiteY585" fmla="*/ 59150 h 447675"/>
                <a:gd name="connsiteX586" fmla="*/ 520065 w 600075"/>
                <a:gd name="connsiteY586" fmla="*/ 59436 h 447675"/>
                <a:gd name="connsiteX587" fmla="*/ 519113 w 600075"/>
                <a:gd name="connsiteY587" fmla="*/ 59626 h 447675"/>
                <a:gd name="connsiteX588" fmla="*/ 516922 w 600075"/>
                <a:gd name="connsiteY588" fmla="*/ 59722 h 447675"/>
                <a:gd name="connsiteX589" fmla="*/ 516064 w 600075"/>
                <a:gd name="connsiteY589" fmla="*/ 59531 h 447675"/>
                <a:gd name="connsiteX590" fmla="*/ 515017 w 600075"/>
                <a:gd name="connsiteY590" fmla="*/ 59150 h 447675"/>
                <a:gd name="connsiteX591" fmla="*/ 513207 w 600075"/>
                <a:gd name="connsiteY591" fmla="*/ 58198 h 447675"/>
                <a:gd name="connsiteX592" fmla="*/ 512350 w 600075"/>
                <a:gd name="connsiteY592" fmla="*/ 57626 h 447675"/>
                <a:gd name="connsiteX593" fmla="*/ 511778 w 600075"/>
                <a:gd name="connsiteY593" fmla="*/ 57150 h 447675"/>
                <a:gd name="connsiteX594" fmla="*/ 511112 w 600075"/>
                <a:gd name="connsiteY594" fmla="*/ 56102 h 447675"/>
                <a:gd name="connsiteX595" fmla="*/ 510826 w 600075"/>
                <a:gd name="connsiteY595" fmla="*/ 55816 h 447675"/>
                <a:gd name="connsiteX596" fmla="*/ 510540 w 600075"/>
                <a:gd name="connsiteY596" fmla="*/ 55531 h 447675"/>
                <a:gd name="connsiteX597" fmla="*/ 510064 w 600075"/>
                <a:gd name="connsiteY597" fmla="*/ 55340 h 447675"/>
                <a:gd name="connsiteX598" fmla="*/ 509492 w 600075"/>
                <a:gd name="connsiteY598" fmla="*/ 55245 h 447675"/>
                <a:gd name="connsiteX599" fmla="*/ 508635 w 600075"/>
                <a:gd name="connsiteY599" fmla="*/ 55340 h 447675"/>
                <a:gd name="connsiteX600" fmla="*/ 507682 w 600075"/>
                <a:gd name="connsiteY600" fmla="*/ 55626 h 447675"/>
                <a:gd name="connsiteX601" fmla="*/ 507301 w 600075"/>
                <a:gd name="connsiteY601" fmla="*/ 55626 h 447675"/>
                <a:gd name="connsiteX602" fmla="*/ 506730 w 600075"/>
                <a:gd name="connsiteY602" fmla="*/ 55531 h 447675"/>
                <a:gd name="connsiteX603" fmla="*/ 505778 w 600075"/>
                <a:gd name="connsiteY603" fmla="*/ 55054 h 447675"/>
                <a:gd name="connsiteX604" fmla="*/ 503968 w 600075"/>
                <a:gd name="connsiteY604" fmla="*/ 53911 h 447675"/>
                <a:gd name="connsiteX605" fmla="*/ 502539 w 600075"/>
                <a:gd name="connsiteY605" fmla="*/ 53530 h 447675"/>
                <a:gd name="connsiteX606" fmla="*/ 498729 w 600075"/>
                <a:gd name="connsiteY606" fmla="*/ 53530 h 447675"/>
                <a:gd name="connsiteX607" fmla="*/ 498920 w 600075"/>
                <a:gd name="connsiteY607" fmla="*/ 54197 h 447675"/>
                <a:gd name="connsiteX608" fmla="*/ 499300 w 600075"/>
                <a:gd name="connsiteY608" fmla="*/ 54864 h 447675"/>
                <a:gd name="connsiteX609" fmla="*/ 500253 w 600075"/>
                <a:gd name="connsiteY609" fmla="*/ 56292 h 447675"/>
                <a:gd name="connsiteX610" fmla="*/ 500444 w 600075"/>
                <a:gd name="connsiteY610" fmla="*/ 56674 h 447675"/>
                <a:gd name="connsiteX611" fmla="*/ 500444 w 600075"/>
                <a:gd name="connsiteY611" fmla="*/ 57055 h 447675"/>
                <a:gd name="connsiteX612" fmla="*/ 500063 w 600075"/>
                <a:gd name="connsiteY612" fmla="*/ 57436 h 447675"/>
                <a:gd name="connsiteX613" fmla="*/ 499205 w 600075"/>
                <a:gd name="connsiteY613" fmla="*/ 57626 h 447675"/>
                <a:gd name="connsiteX614" fmla="*/ 498538 w 600075"/>
                <a:gd name="connsiteY614" fmla="*/ 57626 h 447675"/>
                <a:gd name="connsiteX615" fmla="*/ 496824 w 600075"/>
                <a:gd name="connsiteY615" fmla="*/ 57245 h 447675"/>
                <a:gd name="connsiteX616" fmla="*/ 494538 w 600075"/>
                <a:gd name="connsiteY616" fmla="*/ 57150 h 447675"/>
                <a:gd name="connsiteX617" fmla="*/ 492538 w 600075"/>
                <a:gd name="connsiteY617" fmla="*/ 57436 h 447675"/>
                <a:gd name="connsiteX618" fmla="*/ 492157 w 600075"/>
                <a:gd name="connsiteY618" fmla="*/ 57626 h 447675"/>
                <a:gd name="connsiteX619" fmla="*/ 490633 w 600075"/>
                <a:gd name="connsiteY619" fmla="*/ 58483 h 447675"/>
                <a:gd name="connsiteX620" fmla="*/ 489871 w 600075"/>
                <a:gd name="connsiteY620" fmla="*/ 59055 h 447675"/>
                <a:gd name="connsiteX621" fmla="*/ 489204 w 600075"/>
                <a:gd name="connsiteY621" fmla="*/ 59817 h 447675"/>
                <a:gd name="connsiteX622" fmla="*/ 488251 w 600075"/>
                <a:gd name="connsiteY622" fmla="*/ 61246 h 447675"/>
                <a:gd name="connsiteX623" fmla="*/ 487966 w 600075"/>
                <a:gd name="connsiteY623" fmla="*/ 62103 h 447675"/>
                <a:gd name="connsiteX624" fmla="*/ 487871 w 600075"/>
                <a:gd name="connsiteY624" fmla="*/ 62770 h 447675"/>
                <a:gd name="connsiteX625" fmla="*/ 488156 w 600075"/>
                <a:gd name="connsiteY625" fmla="*/ 64675 h 447675"/>
                <a:gd name="connsiteX626" fmla="*/ 488156 w 600075"/>
                <a:gd name="connsiteY626" fmla="*/ 65532 h 447675"/>
                <a:gd name="connsiteX627" fmla="*/ 488061 w 600075"/>
                <a:gd name="connsiteY627" fmla="*/ 66389 h 447675"/>
                <a:gd name="connsiteX628" fmla="*/ 487585 w 600075"/>
                <a:gd name="connsiteY628" fmla="*/ 67818 h 447675"/>
                <a:gd name="connsiteX629" fmla="*/ 487489 w 600075"/>
                <a:gd name="connsiteY629" fmla="*/ 68294 h 447675"/>
                <a:gd name="connsiteX630" fmla="*/ 487489 w 600075"/>
                <a:gd name="connsiteY630" fmla="*/ 68770 h 447675"/>
                <a:gd name="connsiteX631" fmla="*/ 487585 w 600075"/>
                <a:gd name="connsiteY631" fmla="*/ 69247 h 447675"/>
                <a:gd name="connsiteX632" fmla="*/ 487775 w 600075"/>
                <a:gd name="connsiteY632" fmla="*/ 69628 h 447675"/>
                <a:gd name="connsiteX633" fmla="*/ 487966 w 600075"/>
                <a:gd name="connsiteY633" fmla="*/ 70009 h 447675"/>
                <a:gd name="connsiteX634" fmla="*/ 489490 w 600075"/>
                <a:gd name="connsiteY634" fmla="*/ 72009 h 447675"/>
                <a:gd name="connsiteX635" fmla="*/ 489680 w 600075"/>
                <a:gd name="connsiteY635" fmla="*/ 72390 h 447675"/>
                <a:gd name="connsiteX636" fmla="*/ 489871 w 600075"/>
                <a:gd name="connsiteY636" fmla="*/ 72771 h 447675"/>
                <a:gd name="connsiteX637" fmla="*/ 489966 w 600075"/>
                <a:gd name="connsiteY637" fmla="*/ 73247 h 447675"/>
                <a:gd name="connsiteX638" fmla="*/ 489966 w 600075"/>
                <a:gd name="connsiteY638" fmla="*/ 73723 h 447675"/>
                <a:gd name="connsiteX639" fmla="*/ 489775 w 600075"/>
                <a:gd name="connsiteY639" fmla="*/ 77152 h 447675"/>
                <a:gd name="connsiteX640" fmla="*/ 489966 w 600075"/>
                <a:gd name="connsiteY640" fmla="*/ 79153 h 447675"/>
                <a:gd name="connsiteX641" fmla="*/ 491299 w 600075"/>
                <a:gd name="connsiteY641" fmla="*/ 83534 h 447675"/>
                <a:gd name="connsiteX642" fmla="*/ 491299 w 600075"/>
                <a:gd name="connsiteY642" fmla="*/ 83915 h 447675"/>
                <a:gd name="connsiteX643" fmla="*/ 491109 w 600075"/>
                <a:gd name="connsiteY643" fmla="*/ 84296 h 447675"/>
                <a:gd name="connsiteX644" fmla="*/ 490538 w 600075"/>
                <a:gd name="connsiteY644" fmla="*/ 84582 h 447675"/>
                <a:gd name="connsiteX645" fmla="*/ 489966 w 600075"/>
                <a:gd name="connsiteY645" fmla="*/ 84677 h 447675"/>
                <a:gd name="connsiteX646" fmla="*/ 488823 w 600075"/>
                <a:gd name="connsiteY646" fmla="*/ 84677 h 447675"/>
                <a:gd name="connsiteX647" fmla="*/ 487775 w 600075"/>
                <a:gd name="connsiteY647" fmla="*/ 84772 h 447675"/>
                <a:gd name="connsiteX648" fmla="*/ 483775 w 600075"/>
                <a:gd name="connsiteY648" fmla="*/ 86011 h 447675"/>
                <a:gd name="connsiteX649" fmla="*/ 483298 w 600075"/>
                <a:gd name="connsiteY649" fmla="*/ 86011 h 447675"/>
                <a:gd name="connsiteX650" fmla="*/ 482632 w 600075"/>
                <a:gd name="connsiteY650" fmla="*/ 85820 h 447675"/>
                <a:gd name="connsiteX651" fmla="*/ 481965 w 600075"/>
                <a:gd name="connsiteY651" fmla="*/ 85344 h 447675"/>
                <a:gd name="connsiteX652" fmla="*/ 480346 w 600075"/>
                <a:gd name="connsiteY652" fmla="*/ 83439 h 447675"/>
                <a:gd name="connsiteX653" fmla="*/ 479393 w 600075"/>
                <a:gd name="connsiteY653" fmla="*/ 82677 h 447675"/>
                <a:gd name="connsiteX654" fmla="*/ 475202 w 600075"/>
                <a:gd name="connsiteY654" fmla="*/ 80581 h 447675"/>
                <a:gd name="connsiteX655" fmla="*/ 474250 w 600075"/>
                <a:gd name="connsiteY655" fmla="*/ 79629 h 447675"/>
                <a:gd name="connsiteX656" fmla="*/ 472440 w 600075"/>
                <a:gd name="connsiteY656" fmla="*/ 76867 h 447675"/>
                <a:gd name="connsiteX657" fmla="*/ 471964 w 600075"/>
                <a:gd name="connsiteY657" fmla="*/ 75628 h 447675"/>
                <a:gd name="connsiteX658" fmla="*/ 471488 w 600075"/>
                <a:gd name="connsiteY658" fmla="*/ 74866 h 447675"/>
                <a:gd name="connsiteX659" fmla="*/ 471202 w 600075"/>
                <a:gd name="connsiteY659" fmla="*/ 74581 h 447675"/>
                <a:gd name="connsiteX660" fmla="*/ 470916 w 600075"/>
                <a:gd name="connsiteY660" fmla="*/ 74295 h 447675"/>
                <a:gd name="connsiteX661" fmla="*/ 470535 w 600075"/>
                <a:gd name="connsiteY661" fmla="*/ 74009 h 447675"/>
                <a:gd name="connsiteX662" fmla="*/ 467392 w 600075"/>
                <a:gd name="connsiteY662" fmla="*/ 72199 h 447675"/>
                <a:gd name="connsiteX663" fmla="*/ 466915 w 600075"/>
                <a:gd name="connsiteY663" fmla="*/ 71818 h 447675"/>
                <a:gd name="connsiteX664" fmla="*/ 466344 w 600075"/>
                <a:gd name="connsiteY664" fmla="*/ 71247 h 447675"/>
                <a:gd name="connsiteX665" fmla="*/ 466058 w 600075"/>
                <a:gd name="connsiteY665" fmla="*/ 70961 h 447675"/>
                <a:gd name="connsiteX666" fmla="*/ 463487 w 600075"/>
                <a:gd name="connsiteY666" fmla="*/ 66961 h 447675"/>
                <a:gd name="connsiteX667" fmla="*/ 462915 w 600075"/>
                <a:gd name="connsiteY667" fmla="*/ 66294 h 447675"/>
                <a:gd name="connsiteX668" fmla="*/ 462248 w 600075"/>
                <a:gd name="connsiteY668" fmla="*/ 65722 h 447675"/>
                <a:gd name="connsiteX669" fmla="*/ 461772 w 600075"/>
                <a:gd name="connsiteY669" fmla="*/ 65532 h 447675"/>
                <a:gd name="connsiteX670" fmla="*/ 461296 w 600075"/>
                <a:gd name="connsiteY670" fmla="*/ 65341 h 447675"/>
                <a:gd name="connsiteX671" fmla="*/ 460820 w 600075"/>
                <a:gd name="connsiteY671" fmla="*/ 65246 h 447675"/>
                <a:gd name="connsiteX672" fmla="*/ 458629 w 600075"/>
                <a:gd name="connsiteY672" fmla="*/ 65627 h 447675"/>
                <a:gd name="connsiteX673" fmla="*/ 455105 w 600075"/>
                <a:gd name="connsiteY673" fmla="*/ 66770 h 447675"/>
                <a:gd name="connsiteX674" fmla="*/ 454533 w 600075"/>
                <a:gd name="connsiteY674" fmla="*/ 67056 h 447675"/>
                <a:gd name="connsiteX675" fmla="*/ 454342 w 600075"/>
                <a:gd name="connsiteY675" fmla="*/ 67913 h 447675"/>
                <a:gd name="connsiteX676" fmla="*/ 454152 w 600075"/>
                <a:gd name="connsiteY676" fmla="*/ 68294 h 447675"/>
                <a:gd name="connsiteX677" fmla="*/ 453771 w 600075"/>
                <a:gd name="connsiteY677" fmla="*/ 68389 h 447675"/>
                <a:gd name="connsiteX678" fmla="*/ 453295 w 600075"/>
                <a:gd name="connsiteY678" fmla="*/ 68104 h 447675"/>
                <a:gd name="connsiteX679" fmla="*/ 452056 w 600075"/>
                <a:gd name="connsiteY679" fmla="*/ 67342 h 447675"/>
                <a:gd name="connsiteX680" fmla="*/ 451104 w 600075"/>
                <a:gd name="connsiteY680" fmla="*/ 66961 h 447675"/>
                <a:gd name="connsiteX681" fmla="*/ 450628 w 600075"/>
                <a:gd name="connsiteY681" fmla="*/ 66865 h 447675"/>
                <a:gd name="connsiteX682" fmla="*/ 450151 w 600075"/>
                <a:gd name="connsiteY682" fmla="*/ 66865 h 447675"/>
                <a:gd name="connsiteX683" fmla="*/ 449675 w 600075"/>
                <a:gd name="connsiteY683" fmla="*/ 66865 h 447675"/>
                <a:gd name="connsiteX684" fmla="*/ 449008 w 600075"/>
                <a:gd name="connsiteY684" fmla="*/ 66961 h 447675"/>
                <a:gd name="connsiteX685" fmla="*/ 448342 w 600075"/>
                <a:gd name="connsiteY685" fmla="*/ 67151 h 447675"/>
                <a:gd name="connsiteX686" fmla="*/ 447294 w 600075"/>
                <a:gd name="connsiteY686" fmla="*/ 67627 h 447675"/>
                <a:gd name="connsiteX687" fmla="*/ 446341 w 600075"/>
                <a:gd name="connsiteY687" fmla="*/ 68294 h 447675"/>
                <a:gd name="connsiteX688" fmla="*/ 441579 w 600075"/>
                <a:gd name="connsiteY688" fmla="*/ 72580 h 447675"/>
                <a:gd name="connsiteX689" fmla="*/ 441198 w 600075"/>
                <a:gd name="connsiteY689" fmla="*/ 72866 h 447675"/>
                <a:gd name="connsiteX690" fmla="*/ 440150 w 600075"/>
                <a:gd name="connsiteY690" fmla="*/ 73342 h 447675"/>
                <a:gd name="connsiteX691" fmla="*/ 439388 w 600075"/>
                <a:gd name="connsiteY691" fmla="*/ 73533 h 447675"/>
                <a:gd name="connsiteX692" fmla="*/ 438340 w 600075"/>
                <a:gd name="connsiteY692" fmla="*/ 73628 h 447675"/>
                <a:gd name="connsiteX693" fmla="*/ 436340 w 600075"/>
                <a:gd name="connsiteY693" fmla="*/ 73628 h 447675"/>
                <a:gd name="connsiteX694" fmla="*/ 435388 w 600075"/>
                <a:gd name="connsiteY694" fmla="*/ 73533 h 447675"/>
                <a:gd name="connsiteX695" fmla="*/ 434626 w 600075"/>
                <a:gd name="connsiteY695" fmla="*/ 73342 h 447675"/>
                <a:gd name="connsiteX696" fmla="*/ 432340 w 600075"/>
                <a:gd name="connsiteY696" fmla="*/ 71914 h 447675"/>
                <a:gd name="connsiteX697" fmla="*/ 431863 w 600075"/>
                <a:gd name="connsiteY697" fmla="*/ 71723 h 447675"/>
                <a:gd name="connsiteX698" fmla="*/ 431387 w 600075"/>
                <a:gd name="connsiteY698" fmla="*/ 71628 h 447675"/>
                <a:gd name="connsiteX699" fmla="*/ 430911 w 600075"/>
                <a:gd name="connsiteY699" fmla="*/ 71723 h 447675"/>
                <a:gd name="connsiteX700" fmla="*/ 430435 w 600075"/>
                <a:gd name="connsiteY700" fmla="*/ 72104 h 447675"/>
                <a:gd name="connsiteX701" fmla="*/ 430054 w 600075"/>
                <a:gd name="connsiteY701" fmla="*/ 72485 h 447675"/>
                <a:gd name="connsiteX702" fmla="*/ 429768 w 600075"/>
                <a:gd name="connsiteY702" fmla="*/ 72866 h 447675"/>
                <a:gd name="connsiteX703" fmla="*/ 429387 w 600075"/>
                <a:gd name="connsiteY703" fmla="*/ 73152 h 447675"/>
                <a:gd name="connsiteX704" fmla="*/ 429006 w 600075"/>
                <a:gd name="connsiteY704" fmla="*/ 73342 h 447675"/>
                <a:gd name="connsiteX705" fmla="*/ 428625 w 600075"/>
                <a:gd name="connsiteY705" fmla="*/ 73533 h 447675"/>
                <a:gd name="connsiteX706" fmla="*/ 422720 w 600075"/>
                <a:gd name="connsiteY706" fmla="*/ 74962 h 447675"/>
                <a:gd name="connsiteX707" fmla="*/ 422243 w 600075"/>
                <a:gd name="connsiteY707" fmla="*/ 75152 h 447675"/>
                <a:gd name="connsiteX708" fmla="*/ 421862 w 600075"/>
                <a:gd name="connsiteY708" fmla="*/ 75438 h 447675"/>
                <a:gd name="connsiteX709" fmla="*/ 421576 w 600075"/>
                <a:gd name="connsiteY709" fmla="*/ 75724 h 447675"/>
                <a:gd name="connsiteX710" fmla="*/ 420719 w 600075"/>
                <a:gd name="connsiteY710" fmla="*/ 76771 h 447675"/>
                <a:gd name="connsiteX711" fmla="*/ 418433 w 600075"/>
                <a:gd name="connsiteY711" fmla="*/ 80772 h 447675"/>
                <a:gd name="connsiteX712" fmla="*/ 417957 w 600075"/>
                <a:gd name="connsiteY712" fmla="*/ 81534 h 447675"/>
                <a:gd name="connsiteX713" fmla="*/ 417671 w 600075"/>
                <a:gd name="connsiteY713" fmla="*/ 81820 h 447675"/>
                <a:gd name="connsiteX714" fmla="*/ 417386 w 600075"/>
                <a:gd name="connsiteY714" fmla="*/ 82105 h 447675"/>
                <a:gd name="connsiteX715" fmla="*/ 416909 w 600075"/>
                <a:gd name="connsiteY715" fmla="*/ 82296 h 447675"/>
                <a:gd name="connsiteX716" fmla="*/ 416338 w 600075"/>
                <a:gd name="connsiteY716" fmla="*/ 82296 h 447675"/>
                <a:gd name="connsiteX717" fmla="*/ 415385 w 600075"/>
                <a:gd name="connsiteY717" fmla="*/ 82010 h 447675"/>
                <a:gd name="connsiteX718" fmla="*/ 414909 w 600075"/>
                <a:gd name="connsiteY718" fmla="*/ 81629 h 447675"/>
                <a:gd name="connsiteX719" fmla="*/ 414528 w 600075"/>
                <a:gd name="connsiteY719" fmla="*/ 81248 h 447675"/>
                <a:gd name="connsiteX720" fmla="*/ 414242 w 600075"/>
                <a:gd name="connsiteY720" fmla="*/ 80391 h 447675"/>
                <a:gd name="connsiteX721" fmla="*/ 414052 w 600075"/>
                <a:gd name="connsiteY721" fmla="*/ 80010 h 447675"/>
                <a:gd name="connsiteX722" fmla="*/ 413766 w 600075"/>
                <a:gd name="connsiteY722" fmla="*/ 79724 h 447675"/>
                <a:gd name="connsiteX723" fmla="*/ 413385 w 600075"/>
                <a:gd name="connsiteY723" fmla="*/ 79438 h 447675"/>
                <a:gd name="connsiteX724" fmla="*/ 412909 w 600075"/>
                <a:gd name="connsiteY724" fmla="*/ 79248 h 447675"/>
                <a:gd name="connsiteX725" fmla="*/ 411480 w 600075"/>
                <a:gd name="connsiteY725" fmla="*/ 79057 h 447675"/>
                <a:gd name="connsiteX726" fmla="*/ 410337 w 600075"/>
                <a:gd name="connsiteY726" fmla="*/ 78772 h 447675"/>
                <a:gd name="connsiteX727" fmla="*/ 409480 w 600075"/>
                <a:gd name="connsiteY727" fmla="*/ 78391 h 447675"/>
                <a:gd name="connsiteX728" fmla="*/ 408813 w 600075"/>
                <a:gd name="connsiteY728" fmla="*/ 78391 h 447675"/>
                <a:gd name="connsiteX729" fmla="*/ 407956 w 600075"/>
                <a:gd name="connsiteY729" fmla="*/ 78581 h 447675"/>
                <a:gd name="connsiteX730" fmla="*/ 406622 w 600075"/>
                <a:gd name="connsiteY730" fmla="*/ 79153 h 447675"/>
                <a:gd name="connsiteX731" fmla="*/ 406051 w 600075"/>
                <a:gd name="connsiteY731" fmla="*/ 79724 h 447675"/>
                <a:gd name="connsiteX732" fmla="*/ 405765 w 600075"/>
                <a:gd name="connsiteY732" fmla="*/ 80486 h 447675"/>
                <a:gd name="connsiteX733" fmla="*/ 405384 w 600075"/>
                <a:gd name="connsiteY733" fmla="*/ 83248 h 447675"/>
                <a:gd name="connsiteX734" fmla="*/ 405098 w 600075"/>
                <a:gd name="connsiteY734" fmla="*/ 84296 h 447675"/>
                <a:gd name="connsiteX735" fmla="*/ 404908 w 600075"/>
                <a:gd name="connsiteY735" fmla="*/ 84677 h 447675"/>
                <a:gd name="connsiteX736" fmla="*/ 404622 w 600075"/>
                <a:gd name="connsiteY736" fmla="*/ 85058 h 447675"/>
                <a:gd name="connsiteX737" fmla="*/ 404336 w 600075"/>
                <a:gd name="connsiteY737" fmla="*/ 85344 h 447675"/>
                <a:gd name="connsiteX738" fmla="*/ 403955 w 600075"/>
                <a:gd name="connsiteY738" fmla="*/ 85534 h 447675"/>
                <a:gd name="connsiteX739" fmla="*/ 403384 w 600075"/>
                <a:gd name="connsiteY739" fmla="*/ 85630 h 447675"/>
                <a:gd name="connsiteX740" fmla="*/ 402717 w 600075"/>
                <a:gd name="connsiteY740" fmla="*/ 85630 h 447675"/>
                <a:gd name="connsiteX741" fmla="*/ 401479 w 600075"/>
                <a:gd name="connsiteY741" fmla="*/ 85249 h 447675"/>
                <a:gd name="connsiteX742" fmla="*/ 400907 w 600075"/>
                <a:gd name="connsiteY742" fmla="*/ 84867 h 447675"/>
                <a:gd name="connsiteX743" fmla="*/ 400431 w 600075"/>
                <a:gd name="connsiteY743" fmla="*/ 84487 h 447675"/>
                <a:gd name="connsiteX744" fmla="*/ 400240 w 600075"/>
                <a:gd name="connsiteY744" fmla="*/ 84106 h 447675"/>
                <a:gd name="connsiteX745" fmla="*/ 399955 w 600075"/>
                <a:gd name="connsiteY745" fmla="*/ 83248 h 447675"/>
                <a:gd name="connsiteX746" fmla="*/ 399764 w 600075"/>
                <a:gd name="connsiteY746" fmla="*/ 82867 h 447675"/>
                <a:gd name="connsiteX747" fmla="*/ 399383 w 600075"/>
                <a:gd name="connsiteY747" fmla="*/ 82582 h 447675"/>
                <a:gd name="connsiteX748" fmla="*/ 398812 w 600075"/>
                <a:gd name="connsiteY748" fmla="*/ 82486 h 447675"/>
                <a:gd name="connsiteX749" fmla="*/ 397859 w 600075"/>
                <a:gd name="connsiteY749" fmla="*/ 82772 h 447675"/>
                <a:gd name="connsiteX750" fmla="*/ 397288 w 600075"/>
                <a:gd name="connsiteY750" fmla="*/ 83058 h 447675"/>
                <a:gd name="connsiteX751" fmla="*/ 393859 w 600075"/>
                <a:gd name="connsiteY751" fmla="*/ 85153 h 447675"/>
                <a:gd name="connsiteX752" fmla="*/ 393001 w 600075"/>
                <a:gd name="connsiteY752" fmla="*/ 85534 h 447675"/>
                <a:gd name="connsiteX753" fmla="*/ 392335 w 600075"/>
                <a:gd name="connsiteY753" fmla="*/ 85534 h 447675"/>
                <a:gd name="connsiteX754" fmla="*/ 391382 w 600075"/>
                <a:gd name="connsiteY754" fmla="*/ 85439 h 447675"/>
                <a:gd name="connsiteX755" fmla="*/ 389572 w 600075"/>
                <a:gd name="connsiteY755" fmla="*/ 85058 h 447675"/>
                <a:gd name="connsiteX756" fmla="*/ 387382 w 600075"/>
                <a:gd name="connsiteY756" fmla="*/ 85058 h 447675"/>
                <a:gd name="connsiteX757" fmla="*/ 386905 w 600075"/>
                <a:gd name="connsiteY757" fmla="*/ 85249 h 447675"/>
                <a:gd name="connsiteX758" fmla="*/ 386144 w 600075"/>
                <a:gd name="connsiteY758" fmla="*/ 85630 h 447675"/>
                <a:gd name="connsiteX759" fmla="*/ 385191 w 600075"/>
                <a:gd name="connsiteY759" fmla="*/ 86392 h 447675"/>
                <a:gd name="connsiteX760" fmla="*/ 384620 w 600075"/>
                <a:gd name="connsiteY760" fmla="*/ 87058 h 447675"/>
                <a:gd name="connsiteX761" fmla="*/ 383572 w 600075"/>
                <a:gd name="connsiteY761" fmla="*/ 88487 h 447675"/>
                <a:gd name="connsiteX762" fmla="*/ 383000 w 600075"/>
                <a:gd name="connsiteY762" fmla="*/ 89154 h 447675"/>
                <a:gd name="connsiteX763" fmla="*/ 382714 w 600075"/>
                <a:gd name="connsiteY763" fmla="*/ 89440 h 447675"/>
                <a:gd name="connsiteX764" fmla="*/ 382333 w 600075"/>
                <a:gd name="connsiteY764" fmla="*/ 89630 h 447675"/>
                <a:gd name="connsiteX765" fmla="*/ 381857 w 600075"/>
                <a:gd name="connsiteY765" fmla="*/ 89821 h 447675"/>
                <a:gd name="connsiteX766" fmla="*/ 381571 w 600075"/>
                <a:gd name="connsiteY766" fmla="*/ 89916 h 447675"/>
                <a:gd name="connsiteX767" fmla="*/ 380809 w 600075"/>
                <a:gd name="connsiteY767" fmla="*/ 89916 h 447675"/>
                <a:gd name="connsiteX768" fmla="*/ 380047 w 600075"/>
                <a:gd name="connsiteY768" fmla="*/ 89821 h 447675"/>
                <a:gd name="connsiteX769" fmla="*/ 379381 w 600075"/>
                <a:gd name="connsiteY769" fmla="*/ 89535 h 447675"/>
                <a:gd name="connsiteX770" fmla="*/ 378809 w 600075"/>
                <a:gd name="connsiteY770" fmla="*/ 89059 h 447675"/>
                <a:gd name="connsiteX771" fmla="*/ 378142 w 600075"/>
                <a:gd name="connsiteY771" fmla="*/ 88011 h 447675"/>
                <a:gd name="connsiteX772" fmla="*/ 376904 w 600075"/>
                <a:gd name="connsiteY772" fmla="*/ 85153 h 447675"/>
                <a:gd name="connsiteX773" fmla="*/ 376523 w 600075"/>
                <a:gd name="connsiteY773" fmla="*/ 84391 h 447675"/>
                <a:gd name="connsiteX774" fmla="*/ 375571 w 600075"/>
                <a:gd name="connsiteY774" fmla="*/ 83629 h 447675"/>
                <a:gd name="connsiteX775" fmla="*/ 372808 w 600075"/>
                <a:gd name="connsiteY775" fmla="*/ 82582 h 447675"/>
                <a:gd name="connsiteX776" fmla="*/ 370618 w 600075"/>
                <a:gd name="connsiteY776" fmla="*/ 81724 h 447675"/>
                <a:gd name="connsiteX777" fmla="*/ 370237 w 600075"/>
                <a:gd name="connsiteY777" fmla="*/ 81439 h 447675"/>
                <a:gd name="connsiteX778" fmla="*/ 369856 w 600075"/>
                <a:gd name="connsiteY778" fmla="*/ 80963 h 447675"/>
                <a:gd name="connsiteX779" fmla="*/ 369094 w 600075"/>
                <a:gd name="connsiteY779" fmla="*/ 79629 h 447675"/>
                <a:gd name="connsiteX780" fmla="*/ 368237 w 600075"/>
                <a:gd name="connsiteY780" fmla="*/ 78295 h 447675"/>
                <a:gd name="connsiteX781" fmla="*/ 367760 w 600075"/>
                <a:gd name="connsiteY781" fmla="*/ 77724 h 447675"/>
                <a:gd name="connsiteX782" fmla="*/ 367284 w 600075"/>
                <a:gd name="connsiteY782" fmla="*/ 77343 h 447675"/>
                <a:gd name="connsiteX783" fmla="*/ 366903 w 600075"/>
                <a:gd name="connsiteY783" fmla="*/ 77248 h 447675"/>
                <a:gd name="connsiteX784" fmla="*/ 364522 w 600075"/>
                <a:gd name="connsiteY784" fmla="*/ 76962 h 447675"/>
                <a:gd name="connsiteX785" fmla="*/ 362045 w 600075"/>
                <a:gd name="connsiteY785" fmla="*/ 76105 h 447675"/>
                <a:gd name="connsiteX786" fmla="*/ 361379 w 600075"/>
                <a:gd name="connsiteY786" fmla="*/ 75628 h 447675"/>
                <a:gd name="connsiteX787" fmla="*/ 360997 w 600075"/>
                <a:gd name="connsiteY787" fmla="*/ 75152 h 447675"/>
                <a:gd name="connsiteX788" fmla="*/ 360997 w 600075"/>
                <a:gd name="connsiteY788" fmla="*/ 74676 h 447675"/>
                <a:gd name="connsiteX789" fmla="*/ 361188 w 600075"/>
                <a:gd name="connsiteY789" fmla="*/ 74295 h 447675"/>
                <a:gd name="connsiteX790" fmla="*/ 361474 w 600075"/>
                <a:gd name="connsiteY790" fmla="*/ 73914 h 447675"/>
                <a:gd name="connsiteX791" fmla="*/ 362140 w 600075"/>
                <a:gd name="connsiteY791" fmla="*/ 73342 h 447675"/>
                <a:gd name="connsiteX792" fmla="*/ 362903 w 600075"/>
                <a:gd name="connsiteY792" fmla="*/ 72866 h 447675"/>
                <a:gd name="connsiteX793" fmla="*/ 369094 w 600075"/>
                <a:gd name="connsiteY793" fmla="*/ 69628 h 447675"/>
                <a:gd name="connsiteX794" fmla="*/ 370427 w 600075"/>
                <a:gd name="connsiteY794" fmla="*/ 68580 h 447675"/>
                <a:gd name="connsiteX795" fmla="*/ 371665 w 600075"/>
                <a:gd name="connsiteY795" fmla="*/ 67342 h 447675"/>
                <a:gd name="connsiteX796" fmla="*/ 372713 w 600075"/>
                <a:gd name="connsiteY796" fmla="*/ 65913 h 447675"/>
                <a:gd name="connsiteX797" fmla="*/ 373189 w 600075"/>
                <a:gd name="connsiteY797" fmla="*/ 65151 h 447675"/>
                <a:gd name="connsiteX798" fmla="*/ 373571 w 600075"/>
                <a:gd name="connsiteY798" fmla="*/ 64294 h 447675"/>
                <a:gd name="connsiteX799" fmla="*/ 374523 w 600075"/>
                <a:gd name="connsiteY799" fmla="*/ 61436 h 447675"/>
                <a:gd name="connsiteX800" fmla="*/ 374999 w 600075"/>
                <a:gd name="connsiteY800" fmla="*/ 60579 h 447675"/>
                <a:gd name="connsiteX801" fmla="*/ 376047 w 600075"/>
                <a:gd name="connsiteY801" fmla="*/ 59150 h 447675"/>
                <a:gd name="connsiteX802" fmla="*/ 376999 w 600075"/>
                <a:gd name="connsiteY802" fmla="*/ 58198 h 447675"/>
                <a:gd name="connsiteX803" fmla="*/ 377762 w 600075"/>
                <a:gd name="connsiteY803" fmla="*/ 57245 h 447675"/>
                <a:gd name="connsiteX804" fmla="*/ 378333 w 600075"/>
                <a:gd name="connsiteY804" fmla="*/ 56292 h 447675"/>
                <a:gd name="connsiteX805" fmla="*/ 378523 w 600075"/>
                <a:gd name="connsiteY805" fmla="*/ 55340 h 447675"/>
                <a:gd name="connsiteX806" fmla="*/ 378714 w 600075"/>
                <a:gd name="connsiteY806" fmla="*/ 52292 h 447675"/>
                <a:gd name="connsiteX807" fmla="*/ 379000 w 600075"/>
                <a:gd name="connsiteY807" fmla="*/ 51149 h 447675"/>
                <a:gd name="connsiteX808" fmla="*/ 379381 w 600075"/>
                <a:gd name="connsiteY808" fmla="*/ 50197 h 447675"/>
                <a:gd name="connsiteX809" fmla="*/ 379952 w 600075"/>
                <a:gd name="connsiteY809" fmla="*/ 48958 h 447675"/>
                <a:gd name="connsiteX810" fmla="*/ 380333 w 600075"/>
                <a:gd name="connsiteY810" fmla="*/ 48292 h 447675"/>
                <a:gd name="connsiteX811" fmla="*/ 380714 w 600075"/>
                <a:gd name="connsiteY811" fmla="*/ 47911 h 447675"/>
                <a:gd name="connsiteX812" fmla="*/ 381095 w 600075"/>
                <a:gd name="connsiteY812" fmla="*/ 47720 h 447675"/>
                <a:gd name="connsiteX813" fmla="*/ 381571 w 600075"/>
                <a:gd name="connsiteY813" fmla="*/ 47625 h 447675"/>
                <a:gd name="connsiteX814" fmla="*/ 382333 w 600075"/>
                <a:gd name="connsiteY814" fmla="*/ 47244 h 447675"/>
                <a:gd name="connsiteX815" fmla="*/ 383000 w 600075"/>
                <a:gd name="connsiteY815" fmla="*/ 46672 h 447675"/>
                <a:gd name="connsiteX816" fmla="*/ 383381 w 600075"/>
                <a:gd name="connsiteY816" fmla="*/ 46482 h 447675"/>
                <a:gd name="connsiteX817" fmla="*/ 383857 w 600075"/>
                <a:gd name="connsiteY817" fmla="*/ 46387 h 447675"/>
                <a:gd name="connsiteX818" fmla="*/ 384715 w 600075"/>
                <a:gd name="connsiteY818" fmla="*/ 46196 h 447675"/>
                <a:gd name="connsiteX819" fmla="*/ 385667 w 600075"/>
                <a:gd name="connsiteY819" fmla="*/ 45815 h 447675"/>
                <a:gd name="connsiteX820" fmla="*/ 389001 w 600075"/>
                <a:gd name="connsiteY820" fmla="*/ 43720 h 447675"/>
                <a:gd name="connsiteX821" fmla="*/ 391573 w 600075"/>
                <a:gd name="connsiteY821" fmla="*/ 41434 h 447675"/>
                <a:gd name="connsiteX822" fmla="*/ 391954 w 600075"/>
                <a:gd name="connsiteY822" fmla="*/ 41148 h 447675"/>
                <a:gd name="connsiteX823" fmla="*/ 392335 w 600075"/>
                <a:gd name="connsiteY823" fmla="*/ 40957 h 447675"/>
                <a:gd name="connsiteX824" fmla="*/ 394049 w 600075"/>
                <a:gd name="connsiteY824" fmla="*/ 40386 h 447675"/>
                <a:gd name="connsiteX825" fmla="*/ 397478 w 600075"/>
                <a:gd name="connsiteY825" fmla="*/ 39814 h 447675"/>
                <a:gd name="connsiteX826" fmla="*/ 398336 w 600075"/>
                <a:gd name="connsiteY826" fmla="*/ 39529 h 447675"/>
                <a:gd name="connsiteX827" fmla="*/ 399097 w 600075"/>
                <a:gd name="connsiteY827" fmla="*/ 39052 h 447675"/>
                <a:gd name="connsiteX828" fmla="*/ 401003 w 600075"/>
                <a:gd name="connsiteY828" fmla="*/ 37242 h 447675"/>
                <a:gd name="connsiteX829" fmla="*/ 401383 w 600075"/>
                <a:gd name="connsiteY829" fmla="*/ 37052 h 447675"/>
                <a:gd name="connsiteX830" fmla="*/ 401764 w 600075"/>
                <a:gd name="connsiteY830" fmla="*/ 36862 h 447675"/>
                <a:gd name="connsiteX831" fmla="*/ 402717 w 600075"/>
                <a:gd name="connsiteY831" fmla="*/ 36671 h 447675"/>
                <a:gd name="connsiteX832" fmla="*/ 404336 w 600075"/>
                <a:gd name="connsiteY832" fmla="*/ 36576 h 447675"/>
                <a:gd name="connsiteX833" fmla="*/ 404908 w 600075"/>
                <a:gd name="connsiteY833" fmla="*/ 36385 h 447675"/>
                <a:gd name="connsiteX834" fmla="*/ 405384 w 600075"/>
                <a:gd name="connsiteY834" fmla="*/ 36100 h 447675"/>
                <a:gd name="connsiteX835" fmla="*/ 406051 w 600075"/>
                <a:gd name="connsiteY835" fmla="*/ 35623 h 447675"/>
                <a:gd name="connsiteX836" fmla="*/ 406241 w 600075"/>
                <a:gd name="connsiteY836" fmla="*/ 35147 h 447675"/>
                <a:gd name="connsiteX837" fmla="*/ 406146 w 600075"/>
                <a:gd name="connsiteY837" fmla="*/ 34671 h 447675"/>
                <a:gd name="connsiteX838" fmla="*/ 405860 w 600075"/>
                <a:gd name="connsiteY838" fmla="*/ 34385 h 447675"/>
                <a:gd name="connsiteX839" fmla="*/ 405479 w 600075"/>
                <a:gd name="connsiteY839" fmla="*/ 34099 h 447675"/>
                <a:gd name="connsiteX840" fmla="*/ 403193 w 600075"/>
                <a:gd name="connsiteY840" fmla="*/ 33147 h 447675"/>
                <a:gd name="connsiteX841" fmla="*/ 402812 w 600075"/>
                <a:gd name="connsiteY841" fmla="*/ 32861 h 447675"/>
                <a:gd name="connsiteX842" fmla="*/ 402526 w 600075"/>
                <a:gd name="connsiteY842" fmla="*/ 32480 h 447675"/>
                <a:gd name="connsiteX843" fmla="*/ 402336 w 600075"/>
                <a:gd name="connsiteY843" fmla="*/ 32099 h 447675"/>
                <a:gd name="connsiteX844" fmla="*/ 402241 w 600075"/>
                <a:gd name="connsiteY844" fmla="*/ 31623 h 447675"/>
                <a:gd name="connsiteX845" fmla="*/ 402431 w 600075"/>
                <a:gd name="connsiteY845" fmla="*/ 30670 h 447675"/>
                <a:gd name="connsiteX846" fmla="*/ 404908 w 600075"/>
                <a:gd name="connsiteY846" fmla="*/ 24384 h 447675"/>
                <a:gd name="connsiteX847" fmla="*/ 405003 w 600075"/>
                <a:gd name="connsiteY847" fmla="*/ 24003 h 447675"/>
                <a:gd name="connsiteX848" fmla="*/ 405003 w 600075"/>
                <a:gd name="connsiteY848" fmla="*/ 23146 h 447675"/>
                <a:gd name="connsiteX849" fmla="*/ 404813 w 600075"/>
                <a:gd name="connsiteY849" fmla="*/ 22098 h 447675"/>
                <a:gd name="connsiteX850" fmla="*/ 404622 w 600075"/>
                <a:gd name="connsiteY850" fmla="*/ 21431 h 447675"/>
                <a:gd name="connsiteX851" fmla="*/ 404431 w 600075"/>
                <a:gd name="connsiteY851" fmla="*/ 20955 h 447675"/>
                <a:gd name="connsiteX852" fmla="*/ 404146 w 600075"/>
                <a:gd name="connsiteY852" fmla="*/ 20574 h 447675"/>
                <a:gd name="connsiteX853" fmla="*/ 403860 w 600075"/>
                <a:gd name="connsiteY853" fmla="*/ 20193 h 447675"/>
                <a:gd name="connsiteX854" fmla="*/ 403193 w 600075"/>
                <a:gd name="connsiteY854" fmla="*/ 19621 h 447675"/>
                <a:gd name="connsiteX855" fmla="*/ 402812 w 600075"/>
                <a:gd name="connsiteY855" fmla="*/ 19336 h 447675"/>
                <a:gd name="connsiteX856" fmla="*/ 402431 w 600075"/>
                <a:gd name="connsiteY856" fmla="*/ 19145 h 447675"/>
                <a:gd name="connsiteX857" fmla="*/ 398050 w 600075"/>
                <a:gd name="connsiteY857" fmla="*/ 17716 h 447675"/>
                <a:gd name="connsiteX858" fmla="*/ 397192 w 600075"/>
                <a:gd name="connsiteY858" fmla="*/ 17240 h 447675"/>
                <a:gd name="connsiteX859" fmla="*/ 395669 w 600075"/>
                <a:gd name="connsiteY859" fmla="*/ 16192 h 447675"/>
                <a:gd name="connsiteX860" fmla="*/ 394716 w 600075"/>
                <a:gd name="connsiteY860" fmla="*/ 15335 h 447675"/>
                <a:gd name="connsiteX861" fmla="*/ 394430 w 600075"/>
                <a:gd name="connsiteY861" fmla="*/ 15049 h 447675"/>
                <a:gd name="connsiteX862" fmla="*/ 394145 w 600075"/>
                <a:gd name="connsiteY862" fmla="*/ 14668 h 447675"/>
                <a:gd name="connsiteX863" fmla="*/ 393954 w 600075"/>
                <a:gd name="connsiteY863" fmla="*/ 14288 h 447675"/>
                <a:gd name="connsiteX864" fmla="*/ 393668 w 600075"/>
                <a:gd name="connsiteY864" fmla="*/ 13430 h 447675"/>
                <a:gd name="connsiteX865" fmla="*/ 393382 w 600075"/>
                <a:gd name="connsiteY865" fmla="*/ 11334 h 447675"/>
                <a:gd name="connsiteX866" fmla="*/ 393287 w 600075"/>
                <a:gd name="connsiteY866" fmla="*/ 10763 h 447675"/>
                <a:gd name="connsiteX867" fmla="*/ 393097 w 600075"/>
                <a:gd name="connsiteY867" fmla="*/ 10096 h 447675"/>
                <a:gd name="connsiteX868" fmla="*/ 392811 w 600075"/>
                <a:gd name="connsiteY868" fmla="*/ 9715 h 447675"/>
                <a:gd name="connsiteX869" fmla="*/ 392335 w 600075"/>
                <a:gd name="connsiteY869" fmla="*/ 9430 h 447675"/>
                <a:gd name="connsiteX870" fmla="*/ 391763 w 600075"/>
                <a:gd name="connsiteY870" fmla="*/ 9334 h 447675"/>
                <a:gd name="connsiteX871" fmla="*/ 391192 w 600075"/>
                <a:gd name="connsiteY871" fmla="*/ 9239 h 447675"/>
                <a:gd name="connsiteX872" fmla="*/ 390144 w 600075"/>
                <a:gd name="connsiteY872" fmla="*/ 9334 h 447675"/>
                <a:gd name="connsiteX873" fmla="*/ 389668 w 600075"/>
                <a:gd name="connsiteY873" fmla="*/ 9430 h 447675"/>
                <a:gd name="connsiteX874" fmla="*/ 389287 w 600075"/>
                <a:gd name="connsiteY874" fmla="*/ 9620 h 447675"/>
                <a:gd name="connsiteX875" fmla="*/ 389001 w 600075"/>
                <a:gd name="connsiteY875" fmla="*/ 9906 h 447675"/>
                <a:gd name="connsiteX876" fmla="*/ 387953 w 600075"/>
                <a:gd name="connsiteY876" fmla="*/ 11334 h 447675"/>
                <a:gd name="connsiteX877" fmla="*/ 387667 w 600075"/>
                <a:gd name="connsiteY877" fmla="*/ 11620 h 447675"/>
                <a:gd name="connsiteX878" fmla="*/ 387477 w 600075"/>
                <a:gd name="connsiteY878" fmla="*/ 11811 h 447675"/>
                <a:gd name="connsiteX879" fmla="*/ 387191 w 600075"/>
                <a:gd name="connsiteY879" fmla="*/ 12001 h 447675"/>
                <a:gd name="connsiteX880" fmla="*/ 386810 w 600075"/>
                <a:gd name="connsiteY880" fmla="*/ 12192 h 447675"/>
                <a:gd name="connsiteX881" fmla="*/ 386334 w 600075"/>
                <a:gd name="connsiteY881" fmla="*/ 12287 h 447675"/>
                <a:gd name="connsiteX882" fmla="*/ 385763 w 600075"/>
                <a:gd name="connsiteY882" fmla="*/ 12287 h 447675"/>
                <a:gd name="connsiteX883" fmla="*/ 385191 w 600075"/>
                <a:gd name="connsiteY883" fmla="*/ 12192 h 447675"/>
                <a:gd name="connsiteX884" fmla="*/ 383667 w 600075"/>
                <a:gd name="connsiteY884" fmla="*/ 11716 h 447675"/>
                <a:gd name="connsiteX885" fmla="*/ 383191 w 600075"/>
                <a:gd name="connsiteY885" fmla="*/ 11620 h 447675"/>
                <a:gd name="connsiteX886" fmla="*/ 382619 w 600075"/>
                <a:gd name="connsiteY886" fmla="*/ 11620 h 447675"/>
                <a:gd name="connsiteX887" fmla="*/ 382143 w 600075"/>
                <a:gd name="connsiteY887" fmla="*/ 11716 h 447675"/>
                <a:gd name="connsiteX888" fmla="*/ 381762 w 600075"/>
                <a:gd name="connsiteY888" fmla="*/ 11906 h 447675"/>
                <a:gd name="connsiteX889" fmla="*/ 381476 w 600075"/>
                <a:gd name="connsiteY889" fmla="*/ 12192 h 447675"/>
                <a:gd name="connsiteX890" fmla="*/ 380905 w 600075"/>
                <a:gd name="connsiteY890" fmla="*/ 12859 h 447675"/>
                <a:gd name="connsiteX891" fmla="*/ 379952 w 600075"/>
                <a:gd name="connsiteY891" fmla="*/ 14383 h 447675"/>
                <a:gd name="connsiteX892" fmla="*/ 378142 w 600075"/>
                <a:gd name="connsiteY892" fmla="*/ 16288 h 447675"/>
                <a:gd name="connsiteX893" fmla="*/ 377380 w 600075"/>
                <a:gd name="connsiteY893" fmla="*/ 16764 h 447675"/>
                <a:gd name="connsiteX894" fmla="*/ 376619 w 600075"/>
                <a:gd name="connsiteY894" fmla="*/ 17145 h 447675"/>
                <a:gd name="connsiteX895" fmla="*/ 375761 w 600075"/>
                <a:gd name="connsiteY895" fmla="*/ 17431 h 447675"/>
                <a:gd name="connsiteX896" fmla="*/ 374428 w 600075"/>
                <a:gd name="connsiteY896" fmla="*/ 17716 h 447675"/>
                <a:gd name="connsiteX897" fmla="*/ 373475 w 600075"/>
                <a:gd name="connsiteY897" fmla="*/ 18097 h 447675"/>
                <a:gd name="connsiteX898" fmla="*/ 373094 w 600075"/>
                <a:gd name="connsiteY898" fmla="*/ 18288 h 447675"/>
                <a:gd name="connsiteX899" fmla="*/ 371475 w 600075"/>
                <a:gd name="connsiteY899" fmla="*/ 19621 h 447675"/>
                <a:gd name="connsiteX900" fmla="*/ 371189 w 600075"/>
                <a:gd name="connsiteY900" fmla="*/ 19812 h 447675"/>
                <a:gd name="connsiteX901" fmla="*/ 370808 w 600075"/>
                <a:gd name="connsiteY901" fmla="*/ 20002 h 447675"/>
                <a:gd name="connsiteX902" fmla="*/ 370332 w 600075"/>
                <a:gd name="connsiteY902" fmla="*/ 20098 h 447675"/>
                <a:gd name="connsiteX903" fmla="*/ 369761 w 600075"/>
                <a:gd name="connsiteY903" fmla="*/ 20098 h 447675"/>
                <a:gd name="connsiteX904" fmla="*/ 366903 w 600075"/>
                <a:gd name="connsiteY904" fmla="*/ 19717 h 447675"/>
                <a:gd name="connsiteX905" fmla="*/ 363664 w 600075"/>
                <a:gd name="connsiteY905" fmla="*/ 19812 h 447675"/>
                <a:gd name="connsiteX906" fmla="*/ 361474 w 600075"/>
                <a:gd name="connsiteY906" fmla="*/ 19431 h 447675"/>
                <a:gd name="connsiteX907" fmla="*/ 360997 w 600075"/>
                <a:gd name="connsiteY907" fmla="*/ 19240 h 447675"/>
                <a:gd name="connsiteX908" fmla="*/ 359759 w 600075"/>
                <a:gd name="connsiteY908" fmla="*/ 18574 h 447675"/>
                <a:gd name="connsiteX909" fmla="*/ 359283 w 600075"/>
                <a:gd name="connsiteY909" fmla="*/ 18478 h 447675"/>
                <a:gd name="connsiteX910" fmla="*/ 358712 w 600075"/>
                <a:gd name="connsiteY910" fmla="*/ 18383 h 447675"/>
                <a:gd name="connsiteX911" fmla="*/ 357664 w 600075"/>
                <a:gd name="connsiteY911" fmla="*/ 18478 h 447675"/>
                <a:gd name="connsiteX912" fmla="*/ 356711 w 600075"/>
                <a:gd name="connsiteY912" fmla="*/ 18669 h 447675"/>
                <a:gd name="connsiteX913" fmla="*/ 355949 w 600075"/>
                <a:gd name="connsiteY913" fmla="*/ 19050 h 447675"/>
                <a:gd name="connsiteX914" fmla="*/ 352806 w 600075"/>
                <a:gd name="connsiteY914" fmla="*/ 21336 h 447675"/>
                <a:gd name="connsiteX915" fmla="*/ 351091 w 600075"/>
                <a:gd name="connsiteY915" fmla="*/ 22003 h 447675"/>
                <a:gd name="connsiteX916" fmla="*/ 350615 w 600075"/>
                <a:gd name="connsiteY916" fmla="*/ 22098 h 447675"/>
                <a:gd name="connsiteX917" fmla="*/ 350139 w 600075"/>
                <a:gd name="connsiteY917" fmla="*/ 22193 h 447675"/>
                <a:gd name="connsiteX918" fmla="*/ 349663 w 600075"/>
                <a:gd name="connsiteY918" fmla="*/ 22193 h 447675"/>
                <a:gd name="connsiteX919" fmla="*/ 349091 w 600075"/>
                <a:gd name="connsiteY919" fmla="*/ 22098 h 447675"/>
                <a:gd name="connsiteX920" fmla="*/ 348615 w 600075"/>
                <a:gd name="connsiteY920" fmla="*/ 21907 h 447675"/>
                <a:gd name="connsiteX921" fmla="*/ 348139 w 600075"/>
                <a:gd name="connsiteY921" fmla="*/ 21526 h 447675"/>
                <a:gd name="connsiteX922" fmla="*/ 347948 w 600075"/>
                <a:gd name="connsiteY922" fmla="*/ 21050 h 447675"/>
                <a:gd name="connsiteX923" fmla="*/ 347948 w 600075"/>
                <a:gd name="connsiteY923" fmla="*/ 20479 h 447675"/>
                <a:gd name="connsiteX924" fmla="*/ 348234 w 600075"/>
                <a:gd name="connsiteY924" fmla="*/ 19431 h 447675"/>
                <a:gd name="connsiteX925" fmla="*/ 348615 w 600075"/>
                <a:gd name="connsiteY925" fmla="*/ 18574 h 447675"/>
                <a:gd name="connsiteX926" fmla="*/ 349567 w 600075"/>
                <a:gd name="connsiteY926" fmla="*/ 16954 h 447675"/>
                <a:gd name="connsiteX927" fmla="*/ 349758 w 600075"/>
                <a:gd name="connsiteY927" fmla="*/ 16288 h 447675"/>
                <a:gd name="connsiteX928" fmla="*/ 349758 w 600075"/>
                <a:gd name="connsiteY928" fmla="*/ 15335 h 447675"/>
                <a:gd name="connsiteX929" fmla="*/ 349472 w 600075"/>
                <a:gd name="connsiteY929" fmla="*/ 13621 h 447675"/>
                <a:gd name="connsiteX930" fmla="*/ 348996 w 600075"/>
                <a:gd name="connsiteY930" fmla="*/ 12287 h 447675"/>
                <a:gd name="connsiteX931" fmla="*/ 348805 w 600075"/>
                <a:gd name="connsiteY931" fmla="*/ 11430 h 447675"/>
                <a:gd name="connsiteX932" fmla="*/ 348710 w 600075"/>
                <a:gd name="connsiteY932" fmla="*/ 10763 h 447675"/>
                <a:gd name="connsiteX933" fmla="*/ 349091 w 600075"/>
                <a:gd name="connsiteY933" fmla="*/ 9049 h 447675"/>
                <a:gd name="connsiteX934" fmla="*/ 349091 w 600075"/>
                <a:gd name="connsiteY934" fmla="*/ 8096 h 447675"/>
                <a:gd name="connsiteX935" fmla="*/ 348901 w 600075"/>
                <a:gd name="connsiteY935" fmla="*/ 7620 h 447675"/>
                <a:gd name="connsiteX936" fmla="*/ 348520 w 600075"/>
                <a:gd name="connsiteY936" fmla="*/ 7429 h 447675"/>
                <a:gd name="connsiteX937" fmla="*/ 348139 w 600075"/>
                <a:gd name="connsiteY937" fmla="*/ 7525 h 447675"/>
                <a:gd name="connsiteX938" fmla="*/ 347853 w 600075"/>
                <a:gd name="connsiteY938" fmla="*/ 7715 h 447675"/>
                <a:gd name="connsiteX939" fmla="*/ 347186 w 600075"/>
                <a:gd name="connsiteY939" fmla="*/ 8382 h 447675"/>
                <a:gd name="connsiteX940" fmla="*/ 346900 w 600075"/>
                <a:gd name="connsiteY940" fmla="*/ 8572 h 447675"/>
                <a:gd name="connsiteX941" fmla="*/ 346424 w 600075"/>
                <a:gd name="connsiteY941" fmla="*/ 8572 h 447675"/>
                <a:gd name="connsiteX942" fmla="*/ 346043 w 600075"/>
                <a:gd name="connsiteY942" fmla="*/ 8477 h 447675"/>
                <a:gd name="connsiteX943" fmla="*/ 343376 w 600075"/>
                <a:gd name="connsiteY943" fmla="*/ 6763 h 447675"/>
                <a:gd name="connsiteX944" fmla="*/ 342614 w 600075"/>
                <a:gd name="connsiteY944" fmla="*/ 6382 h 447675"/>
                <a:gd name="connsiteX945" fmla="*/ 341947 w 600075"/>
                <a:gd name="connsiteY945" fmla="*/ 6286 h 447675"/>
                <a:gd name="connsiteX946" fmla="*/ 339280 w 600075"/>
                <a:gd name="connsiteY946" fmla="*/ 6953 h 447675"/>
                <a:gd name="connsiteX947" fmla="*/ 338614 w 600075"/>
                <a:gd name="connsiteY947" fmla="*/ 7239 h 447675"/>
                <a:gd name="connsiteX948" fmla="*/ 338138 w 600075"/>
                <a:gd name="connsiteY948" fmla="*/ 7525 h 447675"/>
                <a:gd name="connsiteX949" fmla="*/ 337185 w 600075"/>
                <a:gd name="connsiteY949" fmla="*/ 8667 h 447675"/>
                <a:gd name="connsiteX950" fmla="*/ 336899 w 600075"/>
                <a:gd name="connsiteY950" fmla="*/ 9144 h 447675"/>
                <a:gd name="connsiteX951" fmla="*/ 335851 w 600075"/>
                <a:gd name="connsiteY951" fmla="*/ 11906 h 447675"/>
                <a:gd name="connsiteX952" fmla="*/ 335375 w 600075"/>
                <a:gd name="connsiteY952" fmla="*/ 12668 h 447675"/>
                <a:gd name="connsiteX953" fmla="*/ 334804 w 600075"/>
                <a:gd name="connsiteY953" fmla="*/ 13335 h 447675"/>
                <a:gd name="connsiteX954" fmla="*/ 333851 w 600075"/>
                <a:gd name="connsiteY954" fmla="*/ 14192 h 447675"/>
                <a:gd name="connsiteX955" fmla="*/ 333184 w 600075"/>
                <a:gd name="connsiteY955" fmla="*/ 14573 h 447675"/>
                <a:gd name="connsiteX956" fmla="*/ 332327 w 600075"/>
                <a:gd name="connsiteY956" fmla="*/ 14954 h 447675"/>
                <a:gd name="connsiteX957" fmla="*/ 330422 w 600075"/>
                <a:gd name="connsiteY957" fmla="*/ 15526 h 447675"/>
                <a:gd name="connsiteX958" fmla="*/ 329470 w 600075"/>
                <a:gd name="connsiteY958" fmla="*/ 15621 h 447675"/>
                <a:gd name="connsiteX959" fmla="*/ 328708 w 600075"/>
                <a:gd name="connsiteY959" fmla="*/ 15526 h 447675"/>
                <a:gd name="connsiteX960" fmla="*/ 324707 w 600075"/>
                <a:gd name="connsiteY960" fmla="*/ 13811 h 447675"/>
                <a:gd name="connsiteX961" fmla="*/ 323659 w 600075"/>
                <a:gd name="connsiteY961" fmla="*/ 13621 h 447675"/>
                <a:gd name="connsiteX962" fmla="*/ 323088 w 600075"/>
                <a:gd name="connsiteY962" fmla="*/ 13621 h 447675"/>
                <a:gd name="connsiteX963" fmla="*/ 322136 w 600075"/>
                <a:gd name="connsiteY963" fmla="*/ 13811 h 447675"/>
                <a:gd name="connsiteX964" fmla="*/ 318516 w 600075"/>
                <a:gd name="connsiteY964" fmla="*/ 14859 h 447675"/>
                <a:gd name="connsiteX965" fmla="*/ 314230 w 600075"/>
                <a:gd name="connsiteY965" fmla="*/ 16954 h 447675"/>
                <a:gd name="connsiteX966" fmla="*/ 313182 w 600075"/>
                <a:gd name="connsiteY966" fmla="*/ 17145 h 447675"/>
                <a:gd name="connsiteX967" fmla="*/ 312706 w 600075"/>
                <a:gd name="connsiteY967" fmla="*/ 17050 h 447675"/>
                <a:gd name="connsiteX968" fmla="*/ 312801 w 600075"/>
                <a:gd name="connsiteY968" fmla="*/ 16573 h 447675"/>
                <a:gd name="connsiteX969" fmla="*/ 312896 w 600075"/>
                <a:gd name="connsiteY969" fmla="*/ 16097 h 447675"/>
                <a:gd name="connsiteX970" fmla="*/ 312896 w 600075"/>
                <a:gd name="connsiteY970" fmla="*/ 15621 h 447675"/>
                <a:gd name="connsiteX971" fmla="*/ 312706 w 600075"/>
                <a:gd name="connsiteY971" fmla="*/ 15240 h 447675"/>
                <a:gd name="connsiteX972" fmla="*/ 311753 w 600075"/>
                <a:gd name="connsiteY972" fmla="*/ 14383 h 447675"/>
                <a:gd name="connsiteX973" fmla="*/ 311467 w 600075"/>
                <a:gd name="connsiteY973" fmla="*/ 14097 h 447675"/>
                <a:gd name="connsiteX974" fmla="*/ 310896 w 600075"/>
                <a:gd name="connsiteY974" fmla="*/ 13430 h 447675"/>
                <a:gd name="connsiteX975" fmla="*/ 310229 w 600075"/>
                <a:gd name="connsiteY975" fmla="*/ 12287 h 447675"/>
                <a:gd name="connsiteX976" fmla="*/ 309944 w 600075"/>
                <a:gd name="connsiteY976" fmla="*/ 11906 h 447675"/>
                <a:gd name="connsiteX977" fmla="*/ 309563 w 600075"/>
                <a:gd name="connsiteY977" fmla="*/ 11620 h 447675"/>
                <a:gd name="connsiteX978" fmla="*/ 309086 w 600075"/>
                <a:gd name="connsiteY978" fmla="*/ 11430 h 447675"/>
                <a:gd name="connsiteX979" fmla="*/ 308420 w 600075"/>
                <a:gd name="connsiteY979" fmla="*/ 11430 h 447675"/>
                <a:gd name="connsiteX980" fmla="*/ 307657 w 600075"/>
                <a:gd name="connsiteY980" fmla="*/ 11620 h 447675"/>
                <a:gd name="connsiteX981" fmla="*/ 306229 w 600075"/>
                <a:gd name="connsiteY981" fmla="*/ 12192 h 447675"/>
                <a:gd name="connsiteX982" fmla="*/ 305371 w 600075"/>
                <a:gd name="connsiteY982" fmla="*/ 12382 h 447675"/>
                <a:gd name="connsiteX983" fmla="*/ 304705 w 600075"/>
                <a:gd name="connsiteY983" fmla="*/ 12382 h 447675"/>
                <a:gd name="connsiteX984" fmla="*/ 301466 w 600075"/>
                <a:gd name="connsiteY984" fmla="*/ 11716 h 447675"/>
                <a:gd name="connsiteX985" fmla="*/ 300990 w 600075"/>
                <a:gd name="connsiteY985" fmla="*/ 11525 h 447675"/>
                <a:gd name="connsiteX986" fmla="*/ 300609 w 600075"/>
                <a:gd name="connsiteY986" fmla="*/ 11239 h 447675"/>
                <a:gd name="connsiteX987" fmla="*/ 300323 w 600075"/>
                <a:gd name="connsiteY987" fmla="*/ 10954 h 447675"/>
                <a:gd name="connsiteX988" fmla="*/ 300133 w 600075"/>
                <a:gd name="connsiteY988" fmla="*/ 10573 h 447675"/>
                <a:gd name="connsiteX989" fmla="*/ 299942 w 600075"/>
                <a:gd name="connsiteY989" fmla="*/ 10192 h 447675"/>
                <a:gd name="connsiteX990" fmla="*/ 299656 w 600075"/>
                <a:gd name="connsiteY990" fmla="*/ 9811 h 447675"/>
                <a:gd name="connsiteX991" fmla="*/ 299371 w 600075"/>
                <a:gd name="connsiteY991" fmla="*/ 9525 h 447675"/>
                <a:gd name="connsiteX992" fmla="*/ 298990 w 600075"/>
                <a:gd name="connsiteY992" fmla="*/ 9334 h 447675"/>
                <a:gd name="connsiteX993" fmla="*/ 296323 w 600075"/>
                <a:gd name="connsiteY993" fmla="*/ 8191 h 447675"/>
                <a:gd name="connsiteX994" fmla="*/ 292417 w 600075"/>
                <a:gd name="connsiteY994" fmla="*/ 4763 h 447675"/>
                <a:gd name="connsiteX995" fmla="*/ 291846 w 600075"/>
                <a:gd name="connsiteY995" fmla="*/ 4096 h 447675"/>
                <a:gd name="connsiteX996" fmla="*/ 291370 w 600075"/>
                <a:gd name="connsiteY996" fmla="*/ 3334 h 447675"/>
                <a:gd name="connsiteX997" fmla="*/ 291179 w 600075"/>
                <a:gd name="connsiteY997" fmla="*/ 2953 h 447675"/>
                <a:gd name="connsiteX998" fmla="*/ 291084 w 600075"/>
                <a:gd name="connsiteY998" fmla="*/ 2476 h 447675"/>
                <a:gd name="connsiteX999" fmla="*/ 291084 w 600075"/>
                <a:gd name="connsiteY999" fmla="*/ 1714 h 447675"/>
                <a:gd name="connsiteX1000" fmla="*/ 291084 w 600075"/>
                <a:gd name="connsiteY1000" fmla="*/ 762 h 447675"/>
                <a:gd name="connsiteX1001" fmla="*/ 290989 w 600075"/>
                <a:gd name="connsiteY1001" fmla="*/ 381 h 447675"/>
                <a:gd name="connsiteX1002" fmla="*/ 290703 w 600075"/>
                <a:gd name="connsiteY1002" fmla="*/ 95 h 447675"/>
                <a:gd name="connsiteX1003" fmla="*/ 290322 w 600075"/>
                <a:gd name="connsiteY1003" fmla="*/ 0 h 447675"/>
                <a:gd name="connsiteX1004" fmla="*/ 289846 w 600075"/>
                <a:gd name="connsiteY1004" fmla="*/ 95 h 447675"/>
                <a:gd name="connsiteX1005" fmla="*/ 288988 w 600075"/>
                <a:gd name="connsiteY1005" fmla="*/ 381 h 447675"/>
                <a:gd name="connsiteX1006" fmla="*/ 285083 w 600075"/>
                <a:gd name="connsiteY1006" fmla="*/ 1048 h 447675"/>
                <a:gd name="connsiteX1007" fmla="*/ 283750 w 600075"/>
                <a:gd name="connsiteY1007" fmla="*/ 1524 h 447675"/>
                <a:gd name="connsiteX1008" fmla="*/ 282607 w 600075"/>
                <a:gd name="connsiteY1008" fmla="*/ 2191 h 447675"/>
                <a:gd name="connsiteX1009" fmla="*/ 279463 w 600075"/>
                <a:gd name="connsiteY1009" fmla="*/ 4572 h 447675"/>
                <a:gd name="connsiteX1010" fmla="*/ 274796 w 600075"/>
                <a:gd name="connsiteY1010" fmla="*/ 9144 h 447675"/>
                <a:gd name="connsiteX1011" fmla="*/ 272701 w 600075"/>
                <a:gd name="connsiteY1011" fmla="*/ 10668 h 447675"/>
                <a:gd name="connsiteX1012" fmla="*/ 268414 w 600075"/>
                <a:gd name="connsiteY1012" fmla="*/ 13144 h 447675"/>
                <a:gd name="connsiteX1013" fmla="*/ 267748 w 600075"/>
                <a:gd name="connsiteY1013" fmla="*/ 13430 h 447675"/>
                <a:gd name="connsiteX1014" fmla="*/ 266224 w 600075"/>
                <a:gd name="connsiteY1014" fmla="*/ 13716 h 447675"/>
                <a:gd name="connsiteX1015" fmla="*/ 263652 w 600075"/>
                <a:gd name="connsiteY1015" fmla="*/ 14668 h 447675"/>
                <a:gd name="connsiteX1016" fmla="*/ 263080 w 600075"/>
                <a:gd name="connsiteY1016" fmla="*/ 14954 h 447675"/>
                <a:gd name="connsiteX1017" fmla="*/ 262128 w 600075"/>
                <a:gd name="connsiteY1017" fmla="*/ 15811 h 447675"/>
                <a:gd name="connsiteX1018" fmla="*/ 260985 w 600075"/>
                <a:gd name="connsiteY1018" fmla="*/ 17145 h 447675"/>
                <a:gd name="connsiteX1019" fmla="*/ 260604 w 600075"/>
                <a:gd name="connsiteY1019" fmla="*/ 17431 h 447675"/>
                <a:gd name="connsiteX1020" fmla="*/ 260223 w 600075"/>
                <a:gd name="connsiteY1020" fmla="*/ 17621 h 447675"/>
                <a:gd name="connsiteX1021" fmla="*/ 259747 w 600075"/>
                <a:gd name="connsiteY1021" fmla="*/ 17621 h 447675"/>
                <a:gd name="connsiteX1022" fmla="*/ 259366 w 600075"/>
                <a:gd name="connsiteY1022" fmla="*/ 17431 h 447675"/>
                <a:gd name="connsiteX1023" fmla="*/ 259080 w 600075"/>
                <a:gd name="connsiteY1023" fmla="*/ 17145 h 447675"/>
                <a:gd name="connsiteX1024" fmla="*/ 258794 w 600075"/>
                <a:gd name="connsiteY1024" fmla="*/ 16764 h 447675"/>
                <a:gd name="connsiteX1025" fmla="*/ 258318 w 600075"/>
                <a:gd name="connsiteY1025" fmla="*/ 16002 h 447675"/>
                <a:gd name="connsiteX1026" fmla="*/ 258032 w 600075"/>
                <a:gd name="connsiteY1026" fmla="*/ 15716 h 447675"/>
                <a:gd name="connsiteX1027" fmla="*/ 257651 w 600075"/>
                <a:gd name="connsiteY1027" fmla="*/ 15526 h 447675"/>
                <a:gd name="connsiteX1028" fmla="*/ 257175 w 600075"/>
                <a:gd name="connsiteY1028" fmla="*/ 15526 h 447675"/>
                <a:gd name="connsiteX1029" fmla="*/ 256699 w 600075"/>
                <a:gd name="connsiteY1029" fmla="*/ 15621 h 447675"/>
                <a:gd name="connsiteX1030" fmla="*/ 256222 w 600075"/>
                <a:gd name="connsiteY1030" fmla="*/ 15907 h 447675"/>
                <a:gd name="connsiteX1031" fmla="*/ 255841 w 600075"/>
                <a:gd name="connsiteY1031" fmla="*/ 16383 h 447675"/>
                <a:gd name="connsiteX1032" fmla="*/ 255651 w 600075"/>
                <a:gd name="connsiteY1032" fmla="*/ 16954 h 447675"/>
                <a:gd name="connsiteX1033" fmla="*/ 255556 w 600075"/>
                <a:gd name="connsiteY1033" fmla="*/ 17526 h 447675"/>
                <a:gd name="connsiteX1034" fmla="*/ 255556 w 600075"/>
                <a:gd name="connsiteY1034" fmla="*/ 18097 h 447675"/>
                <a:gd name="connsiteX1035" fmla="*/ 256127 w 600075"/>
                <a:gd name="connsiteY1035" fmla="*/ 20859 h 447675"/>
                <a:gd name="connsiteX1036" fmla="*/ 256318 w 600075"/>
                <a:gd name="connsiteY1036" fmla="*/ 21622 h 447675"/>
                <a:gd name="connsiteX1037" fmla="*/ 256699 w 600075"/>
                <a:gd name="connsiteY1037" fmla="*/ 22384 h 447675"/>
                <a:gd name="connsiteX1038" fmla="*/ 257461 w 600075"/>
                <a:gd name="connsiteY1038" fmla="*/ 23622 h 447675"/>
                <a:gd name="connsiteX1039" fmla="*/ 258032 w 600075"/>
                <a:gd name="connsiteY1039" fmla="*/ 24193 h 447675"/>
                <a:gd name="connsiteX1040" fmla="*/ 258508 w 600075"/>
                <a:gd name="connsiteY1040" fmla="*/ 24574 h 447675"/>
                <a:gd name="connsiteX1041" fmla="*/ 258985 w 600075"/>
                <a:gd name="connsiteY1041" fmla="*/ 24670 h 447675"/>
                <a:gd name="connsiteX1042" fmla="*/ 259461 w 600075"/>
                <a:gd name="connsiteY1042" fmla="*/ 24670 h 447675"/>
                <a:gd name="connsiteX1043" fmla="*/ 264128 w 600075"/>
                <a:gd name="connsiteY1043" fmla="*/ 23622 h 447675"/>
                <a:gd name="connsiteX1044" fmla="*/ 264509 w 600075"/>
                <a:gd name="connsiteY1044" fmla="*/ 23622 h 447675"/>
                <a:gd name="connsiteX1045" fmla="*/ 265271 w 600075"/>
                <a:gd name="connsiteY1045" fmla="*/ 23622 h 447675"/>
                <a:gd name="connsiteX1046" fmla="*/ 267557 w 600075"/>
                <a:gd name="connsiteY1046" fmla="*/ 23908 h 447675"/>
                <a:gd name="connsiteX1047" fmla="*/ 268414 w 600075"/>
                <a:gd name="connsiteY1047" fmla="*/ 24193 h 447675"/>
                <a:gd name="connsiteX1048" fmla="*/ 268796 w 600075"/>
                <a:gd name="connsiteY1048" fmla="*/ 24384 h 447675"/>
                <a:gd name="connsiteX1049" fmla="*/ 269176 w 600075"/>
                <a:gd name="connsiteY1049" fmla="*/ 24670 h 447675"/>
                <a:gd name="connsiteX1050" fmla="*/ 269462 w 600075"/>
                <a:gd name="connsiteY1050" fmla="*/ 25051 h 447675"/>
                <a:gd name="connsiteX1051" fmla="*/ 269557 w 600075"/>
                <a:gd name="connsiteY1051" fmla="*/ 25527 h 447675"/>
                <a:gd name="connsiteX1052" fmla="*/ 269462 w 600075"/>
                <a:gd name="connsiteY1052" fmla="*/ 26098 h 447675"/>
                <a:gd name="connsiteX1053" fmla="*/ 268891 w 600075"/>
                <a:gd name="connsiteY1053" fmla="*/ 26956 h 447675"/>
                <a:gd name="connsiteX1054" fmla="*/ 268414 w 600075"/>
                <a:gd name="connsiteY1054" fmla="*/ 27337 h 447675"/>
                <a:gd name="connsiteX1055" fmla="*/ 267938 w 600075"/>
                <a:gd name="connsiteY1055" fmla="*/ 27622 h 447675"/>
                <a:gd name="connsiteX1056" fmla="*/ 266319 w 600075"/>
                <a:gd name="connsiteY1056" fmla="*/ 28289 h 447675"/>
                <a:gd name="connsiteX1057" fmla="*/ 266129 w 600075"/>
                <a:gd name="connsiteY1057" fmla="*/ 28480 h 447675"/>
                <a:gd name="connsiteX1058" fmla="*/ 265271 w 600075"/>
                <a:gd name="connsiteY1058" fmla="*/ 29242 h 447675"/>
                <a:gd name="connsiteX1059" fmla="*/ 264700 w 600075"/>
                <a:gd name="connsiteY1059" fmla="*/ 29908 h 447675"/>
                <a:gd name="connsiteX1060" fmla="*/ 264509 w 600075"/>
                <a:gd name="connsiteY1060" fmla="*/ 30670 h 447675"/>
                <a:gd name="connsiteX1061" fmla="*/ 264414 w 600075"/>
                <a:gd name="connsiteY1061" fmla="*/ 31623 h 447675"/>
                <a:gd name="connsiteX1062" fmla="*/ 264986 w 600075"/>
                <a:gd name="connsiteY1062" fmla="*/ 36004 h 447675"/>
                <a:gd name="connsiteX1063" fmla="*/ 264986 w 600075"/>
                <a:gd name="connsiteY1063" fmla="*/ 36576 h 447675"/>
                <a:gd name="connsiteX1064" fmla="*/ 264890 w 600075"/>
                <a:gd name="connsiteY1064" fmla="*/ 37052 h 447675"/>
                <a:gd name="connsiteX1065" fmla="*/ 263938 w 600075"/>
                <a:gd name="connsiteY1065" fmla="*/ 39814 h 447675"/>
                <a:gd name="connsiteX1066" fmla="*/ 263747 w 600075"/>
                <a:gd name="connsiteY1066" fmla="*/ 40862 h 447675"/>
                <a:gd name="connsiteX1067" fmla="*/ 263747 w 600075"/>
                <a:gd name="connsiteY1067" fmla="*/ 41529 h 447675"/>
                <a:gd name="connsiteX1068" fmla="*/ 263842 w 600075"/>
                <a:gd name="connsiteY1068" fmla="*/ 42386 h 447675"/>
                <a:gd name="connsiteX1069" fmla="*/ 264223 w 600075"/>
                <a:gd name="connsiteY1069" fmla="*/ 43720 h 447675"/>
                <a:gd name="connsiteX1070" fmla="*/ 264700 w 600075"/>
                <a:gd name="connsiteY1070" fmla="*/ 45053 h 447675"/>
                <a:gd name="connsiteX1071" fmla="*/ 265081 w 600075"/>
                <a:gd name="connsiteY1071" fmla="*/ 45815 h 447675"/>
                <a:gd name="connsiteX1072" fmla="*/ 266319 w 600075"/>
                <a:gd name="connsiteY1072" fmla="*/ 47625 h 447675"/>
                <a:gd name="connsiteX1073" fmla="*/ 266509 w 600075"/>
                <a:gd name="connsiteY1073" fmla="*/ 48006 h 447675"/>
                <a:gd name="connsiteX1074" fmla="*/ 266414 w 600075"/>
                <a:gd name="connsiteY1074" fmla="*/ 48482 h 447675"/>
                <a:gd name="connsiteX1075" fmla="*/ 266224 w 600075"/>
                <a:gd name="connsiteY1075" fmla="*/ 49054 h 447675"/>
                <a:gd name="connsiteX1076" fmla="*/ 264414 w 600075"/>
                <a:gd name="connsiteY1076" fmla="*/ 49530 h 447675"/>
                <a:gd name="connsiteX1077" fmla="*/ 262223 w 600075"/>
                <a:gd name="connsiteY1077" fmla="*/ 49530 h 447675"/>
                <a:gd name="connsiteX1078" fmla="*/ 261080 w 600075"/>
                <a:gd name="connsiteY1078" fmla="*/ 49625 h 447675"/>
                <a:gd name="connsiteX1079" fmla="*/ 257651 w 600075"/>
                <a:gd name="connsiteY1079" fmla="*/ 50863 h 447675"/>
                <a:gd name="connsiteX1080" fmla="*/ 257175 w 600075"/>
                <a:gd name="connsiteY1080" fmla="*/ 50959 h 447675"/>
                <a:gd name="connsiteX1081" fmla="*/ 255175 w 600075"/>
                <a:gd name="connsiteY1081" fmla="*/ 51244 h 447675"/>
                <a:gd name="connsiteX1082" fmla="*/ 254032 w 600075"/>
                <a:gd name="connsiteY1082" fmla="*/ 51244 h 447675"/>
                <a:gd name="connsiteX1083" fmla="*/ 251746 w 600075"/>
                <a:gd name="connsiteY1083" fmla="*/ 50959 h 447675"/>
                <a:gd name="connsiteX1084" fmla="*/ 251079 w 600075"/>
                <a:gd name="connsiteY1084" fmla="*/ 50768 h 447675"/>
                <a:gd name="connsiteX1085" fmla="*/ 250507 w 600075"/>
                <a:gd name="connsiteY1085" fmla="*/ 50387 h 447675"/>
                <a:gd name="connsiteX1086" fmla="*/ 248888 w 600075"/>
                <a:gd name="connsiteY1086" fmla="*/ 49054 h 447675"/>
                <a:gd name="connsiteX1087" fmla="*/ 244221 w 600075"/>
                <a:gd name="connsiteY1087" fmla="*/ 46006 h 447675"/>
                <a:gd name="connsiteX1088" fmla="*/ 244126 w 600075"/>
                <a:gd name="connsiteY1088" fmla="*/ 45815 h 447675"/>
                <a:gd name="connsiteX1089" fmla="*/ 243269 w 600075"/>
                <a:gd name="connsiteY1089" fmla="*/ 44672 h 447675"/>
                <a:gd name="connsiteX1090" fmla="*/ 243078 w 600075"/>
                <a:gd name="connsiteY1090" fmla="*/ 44291 h 447675"/>
                <a:gd name="connsiteX1091" fmla="*/ 242888 w 600075"/>
                <a:gd name="connsiteY1091" fmla="*/ 43910 h 447675"/>
                <a:gd name="connsiteX1092" fmla="*/ 242792 w 600075"/>
                <a:gd name="connsiteY1092" fmla="*/ 43434 h 447675"/>
                <a:gd name="connsiteX1093" fmla="*/ 242697 w 600075"/>
                <a:gd name="connsiteY1093" fmla="*/ 42958 h 447675"/>
                <a:gd name="connsiteX1094" fmla="*/ 242697 w 600075"/>
                <a:gd name="connsiteY1094" fmla="*/ 40862 h 447675"/>
                <a:gd name="connsiteX1095" fmla="*/ 242697 w 600075"/>
                <a:gd name="connsiteY1095" fmla="*/ 40576 h 447675"/>
                <a:gd name="connsiteX1096" fmla="*/ 242602 w 600075"/>
                <a:gd name="connsiteY1096" fmla="*/ 40195 h 447675"/>
                <a:gd name="connsiteX1097" fmla="*/ 242316 w 600075"/>
                <a:gd name="connsiteY1097" fmla="*/ 39338 h 447675"/>
                <a:gd name="connsiteX1098" fmla="*/ 241935 w 600075"/>
                <a:gd name="connsiteY1098" fmla="*/ 38481 h 447675"/>
                <a:gd name="connsiteX1099" fmla="*/ 241554 w 600075"/>
                <a:gd name="connsiteY1099" fmla="*/ 37719 h 447675"/>
                <a:gd name="connsiteX1100" fmla="*/ 240221 w 600075"/>
                <a:gd name="connsiteY1100" fmla="*/ 36004 h 447675"/>
                <a:gd name="connsiteX1101" fmla="*/ 239173 w 600075"/>
                <a:gd name="connsiteY1101" fmla="*/ 35147 h 447675"/>
                <a:gd name="connsiteX1102" fmla="*/ 238125 w 600075"/>
                <a:gd name="connsiteY1102" fmla="*/ 34480 h 447675"/>
                <a:gd name="connsiteX1103" fmla="*/ 236982 w 600075"/>
                <a:gd name="connsiteY1103" fmla="*/ 34004 h 447675"/>
                <a:gd name="connsiteX1104" fmla="*/ 236029 w 600075"/>
                <a:gd name="connsiteY1104" fmla="*/ 33814 h 447675"/>
                <a:gd name="connsiteX1105" fmla="*/ 230696 w 600075"/>
                <a:gd name="connsiteY1105" fmla="*/ 34290 h 447675"/>
                <a:gd name="connsiteX1106" fmla="*/ 230029 w 600075"/>
                <a:gd name="connsiteY1106" fmla="*/ 34195 h 447675"/>
                <a:gd name="connsiteX1107" fmla="*/ 229267 w 600075"/>
                <a:gd name="connsiteY1107" fmla="*/ 34004 h 447675"/>
                <a:gd name="connsiteX1108" fmla="*/ 227266 w 600075"/>
                <a:gd name="connsiteY1108" fmla="*/ 32861 h 447675"/>
                <a:gd name="connsiteX1109" fmla="*/ 223742 w 600075"/>
                <a:gd name="connsiteY1109" fmla="*/ 31528 h 447675"/>
                <a:gd name="connsiteX1110" fmla="*/ 222885 w 600075"/>
                <a:gd name="connsiteY1110" fmla="*/ 31337 h 447675"/>
                <a:gd name="connsiteX1111" fmla="*/ 222028 w 600075"/>
                <a:gd name="connsiteY1111" fmla="*/ 31242 h 447675"/>
                <a:gd name="connsiteX1112" fmla="*/ 220694 w 600075"/>
                <a:gd name="connsiteY1112" fmla="*/ 31432 h 447675"/>
                <a:gd name="connsiteX1113" fmla="*/ 219265 w 600075"/>
                <a:gd name="connsiteY1113" fmla="*/ 31718 h 447675"/>
                <a:gd name="connsiteX1114" fmla="*/ 217646 w 600075"/>
                <a:gd name="connsiteY1114" fmla="*/ 31528 h 447675"/>
                <a:gd name="connsiteX1115" fmla="*/ 213550 w 600075"/>
                <a:gd name="connsiteY1115" fmla="*/ 29908 h 447675"/>
                <a:gd name="connsiteX1116" fmla="*/ 208121 w 600075"/>
                <a:gd name="connsiteY1116" fmla="*/ 30384 h 447675"/>
                <a:gd name="connsiteX1117" fmla="*/ 207550 w 600075"/>
                <a:gd name="connsiteY1117" fmla="*/ 30289 h 447675"/>
                <a:gd name="connsiteX1118" fmla="*/ 207073 w 600075"/>
                <a:gd name="connsiteY1118" fmla="*/ 30099 h 447675"/>
                <a:gd name="connsiteX1119" fmla="*/ 206692 w 600075"/>
                <a:gd name="connsiteY1119" fmla="*/ 29908 h 447675"/>
                <a:gd name="connsiteX1120" fmla="*/ 204883 w 600075"/>
                <a:gd name="connsiteY1120" fmla="*/ 28575 h 447675"/>
                <a:gd name="connsiteX1121" fmla="*/ 204502 w 600075"/>
                <a:gd name="connsiteY1121" fmla="*/ 28289 h 447675"/>
                <a:gd name="connsiteX1122" fmla="*/ 204025 w 600075"/>
                <a:gd name="connsiteY1122" fmla="*/ 28099 h 447675"/>
                <a:gd name="connsiteX1123" fmla="*/ 203549 w 600075"/>
                <a:gd name="connsiteY1123" fmla="*/ 28003 h 447675"/>
                <a:gd name="connsiteX1124" fmla="*/ 203073 w 600075"/>
                <a:gd name="connsiteY1124" fmla="*/ 28003 h 447675"/>
                <a:gd name="connsiteX1125" fmla="*/ 202597 w 600075"/>
                <a:gd name="connsiteY1125" fmla="*/ 28099 h 447675"/>
                <a:gd name="connsiteX1126" fmla="*/ 202216 w 600075"/>
                <a:gd name="connsiteY1126" fmla="*/ 28289 h 447675"/>
                <a:gd name="connsiteX1127" fmla="*/ 202025 w 600075"/>
                <a:gd name="connsiteY1127" fmla="*/ 28575 h 447675"/>
                <a:gd name="connsiteX1128" fmla="*/ 201835 w 600075"/>
                <a:gd name="connsiteY1128" fmla="*/ 29146 h 447675"/>
                <a:gd name="connsiteX1129" fmla="*/ 201644 w 600075"/>
                <a:gd name="connsiteY1129" fmla="*/ 30289 h 447675"/>
                <a:gd name="connsiteX1130" fmla="*/ 201549 w 600075"/>
                <a:gd name="connsiteY1130" fmla="*/ 32290 h 447675"/>
                <a:gd name="connsiteX1131" fmla="*/ 199454 w 600075"/>
                <a:gd name="connsiteY1131" fmla="*/ 38671 h 447675"/>
                <a:gd name="connsiteX1132" fmla="*/ 199263 w 600075"/>
                <a:gd name="connsiteY1132" fmla="*/ 39719 h 447675"/>
                <a:gd name="connsiteX1133" fmla="*/ 199168 w 600075"/>
                <a:gd name="connsiteY1133" fmla="*/ 40481 h 447675"/>
                <a:gd name="connsiteX1134" fmla="*/ 199168 w 600075"/>
                <a:gd name="connsiteY1134" fmla="*/ 41624 h 447675"/>
                <a:gd name="connsiteX1135" fmla="*/ 198882 w 600075"/>
                <a:gd name="connsiteY1135" fmla="*/ 42767 h 447675"/>
                <a:gd name="connsiteX1136" fmla="*/ 197167 w 600075"/>
                <a:gd name="connsiteY1136" fmla="*/ 47625 h 447675"/>
                <a:gd name="connsiteX1137" fmla="*/ 196787 w 600075"/>
                <a:gd name="connsiteY1137" fmla="*/ 49149 h 447675"/>
                <a:gd name="connsiteX1138" fmla="*/ 196691 w 600075"/>
                <a:gd name="connsiteY1138" fmla="*/ 50197 h 447675"/>
                <a:gd name="connsiteX1139" fmla="*/ 196882 w 600075"/>
                <a:gd name="connsiteY1139" fmla="*/ 50578 h 447675"/>
                <a:gd name="connsiteX1140" fmla="*/ 197072 w 600075"/>
                <a:gd name="connsiteY1140" fmla="*/ 50959 h 447675"/>
                <a:gd name="connsiteX1141" fmla="*/ 197644 w 600075"/>
                <a:gd name="connsiteY1141" fmla="*/ 51625 h 447675"/>
                <a:gd name="connsiteX1142" fmla="*/ 198025 w 600075"/>
                <a:gd name="connsiteY1142" fmla="*/ 51911 h 447675"/>
                <a:gd name="connsiteX1143" fmla="*/ 199549 w 600075"/>
                <a:gd name="connsiteY1143" fmla="*/ 52864 h 447675"/>
                <a:gd name="connsiteX1144" fmla="*/ 199930 w 600075"/>
                <a:gd name="connsiteY1144" fmla="*/ 53149 h 447675"/>
                <a:gd name="connsiteX1145" fmla="*/ 200215 w 600075"/>
                <a:gd name="connsiteY1145" fmla="*/ 53530 h 447675"/>
                <a:gd name="connsiteX1146" fmla="*/ 200406 w 600075"/>
                <a:gd name="connsiteY1146" fmla="*/ 54007 h 447675"/>
                <a:gd name="connsiteX1147" fmla="*/ 200501 w 600075"/>
                <a:gd name="connsiteY1147" fmla="*/ 54483 h 447675"/>
                <a:gd name="connsiteX1148" fmla="*/ 200406 w 600075"/>
                <a:gd name="connsiteY1148" fmla="*/ 55054 h 447675"/>
                <a:gd name="connsiteX1149" fmla="*/ 200311 w 600075"/>
                <a:gd name="connsiteY1149" fmla="*/ 55626 h 447675"/>
                <a:gd name="connsiteX1150" fmla="*/ 198977 w 600075"/>
                <a:gd name="connsiteY1150" fmla="*/ 60674 h 447675"/>
                <a:gd name="connsiteX1151" fmla="*/ 198691 w 600075"/>
                <a:gd name="connsiteY1151" fmla="*/ 62865 h 447675"/>
                <a:gd name="connsiteX1152" fmla="*/ 198691 w 600075"/>
                <a:gd name="connsiteY1152" fmla="*/ 64008 h 447675"/>
                <a:gd name="connsiteX1153" fmla="*/ 198596 w 600075"/>
                <a:gd name="connsiteY1153" fmla="*/ 64484 h 447675"/>
                <a:gd name="connsiteX1154" fmla="*/ 198311 w 600075"/>
                <a:gd name="connsiteY1154" fmla="*/ 64770 h 447675"/>
                <a:gd name="connsiteX1155" fmla="*/ 197644 w 600075"/>
                <a:gd name="connsiteY1155" fmla="*/ 64675 h 447675"/>
                <a:gd name="connsiteX1156" fmla="*/ 197263 w 600075"/>
                <a:gd name="connsiteY1156" fmla="*/ 64389 h 447675"/>
                <a:gd name="connsiteX1157" fmla="*/ 196977 w 600075"/>
                <a:gd name="connsiteY1157" fmla="*/ 64008 h 447675"/>
                <a:gd name="connsiteX1158" fmla="*/ 196691 w 600075"/>
                <a:gd name="connsiteY1158" fmla="*/ 63627 h 447675"/>
                <a:gd name="connsiteX1159" fmla="*/ 196310 w 600075"/>
                <a:gd name="connsiteY1159" fmla="*/ 62865 h 447675"/>
                <a:gd name="connsiteX1160" fmla="*/ 196024 w 600075"/>
                <a:gd name="connsiteY1160" fmla="*/ 62579 h 447675"/>
                <a:gd name="connsiteX1161" fmla="*/ 195644 w 600075"/>
                <a:gd name="connsiteY1161" fmla="*/ 62293 h 447675"/>
                <a:gd name="connsiteX1162" fmla="*/ 195072 w 600075"/>
                <a:gd name="connsiteY1162" fmla="*/ 62293 h 447675"/>
                <a:gd name="connsiteX1163" fmla="*/ 194310 w 600075"/>
                <a:gd name="connsiteY1163" fmla="*/ 62579 h 447675"/>
                <a:gd name="connsiteX1164" fmla="*/ 192310 w 600075"/>
                <a:gd name="connsiteY1164" fmla="*/ 63722 h 447675"/>
                <a:gd name="connsiteX1165" fmla="*/ 191643 w 600075"/>
                <a:gd name="connsiteY1165" fmla="*/ 64294 h 447675"/>
                <a:gd name="connsiteX1166" fmla="*/ 191071 w 600075"/>
                <a:gd name="connsiteY1166" fmla="*/ 64960 h 447675"/>
                <a:gd name="connsiteX1167" fmla="*/ 189262 w 600075"/>
                <a:gd name="connsiteY1167" fmla="*/ 67723 h 447675"/>
                <a:gd name="connsiteX1168" fmla="*/ 188500 w 600075"/>
                <a:gd name="connsiteY1168" fmla="*/ 68389 h 447675"/>
                <a:gd name="connsiteX1169" fmla="*/ 186785 w 600075"/>
                <a:gd name="connsiteY1169" fmla="*/ 68961 h 447675"/>
                <a:gd name="connsiteX1170" fmla="*/ 186023 w 600075"/>
                <a:gd name="connsiteY1170" fmla="*/ 69628 h 447675"/>
                <a:gd name="connsiteX1171" fmla="*/ 184213 w 600075"/>
                <a:gd name="connsiteY1171" fmla="*/ 70104 h 447675"/>
                <a:gd name="connsiteX1172" fmla="*/ 183832 w 600075"/>
                <a:gd name="connsiteY1172" fmla="*/ 70294 h 447675"/>
                <a:gd name="connsiteX1173" fmla="*/ 183451 w 600075"/>
                <a:gd name="connsiteY1173" fmla="*/ 70485 h 447675"/>
                <a:gd name="connsiteX1174" fmla="*/ 182118 w 600075"/>
                <a:gd name="connsiteY1174" fmla="*/ 71628 h 447675"/>
                <a:gd name="connsiteX1175" fmla="*/ 181832 w 600075"/>
                <a:gd name="connsiteY1175" fmla="*/ 71914 h 447675"/>
                <a:gd name="connsiteX1176" fmla="*/ 181642 w 600075"/>
                <a:gd name="connsiteY1176" fmla="*/ 72295 h 447675"/>
                <a:gd name="connsiteX1177" fmla="*/ 181546 w 600075"/>
                <a:gd name="connsiteY1177" fmla="*/ 72771 h 447675"/>
                <a:gd name="connsiteX1178" fmla="*/ 181642 w 600075"/>
                <a:gd name="connsiteY1178" fmla="*/ 73342 h 447675"/>
                <a:gd name="connsiteX1179" fmla="*/ 182023 w 600075"/>
                <a:gd name="connsiteY1179" fmla="*/ 74485 h 447675"/>
                <a:gd name="connsiteX1180" fmla="*/ 182499 w 600075"/>
                <a:gd name="connsiteY1180" fmla="*/ 75628 h 447675"/>
                <a:gd name="connsiteX1181" fmla="*/ 182499 w 600075"/>
                <a:gd name="connsiteY1181" fmla="*/ 76009 h 447675"/>
                <a:gd name="connsiteX1182" fmla="*/ 182118 w 600075"/>
                <a:gd name="connsiteY1182" fmla="*/ 76390 h 447675"/>
                <a:gd name="connsiteX1183" fmla="*/ 181261 w 600075"/>
                <a:gd name="connsiteY1183" fmla="*/ 76867 h 447675"/>
                <a:gd name="connsiteX1184" fmla="*/ 180975 w 600075"/>
                <a:gd name="connsiteY1184" fmla="*/ 77343 h 447675"/>
                <a:gd name="connsiteX1185" fmla="*/ 180880 w 600075"/>
                <a:gd name="connsiteY1185" fmla="*/ 78105 h 447675"/>
                <a:gd name="connsiteX1186" fmla="*/ 181070 w 600075"/>
                <a:gd name="connsiteY1186" fmla="*/ 79534 h 447675"/>
                <a:gd name="connsiteX1187" fmla="*/ 181356 w 600075"/>
                <a:gd name="connsiteY1187" fmla="*/ 80296 h 447675"/>
                <a:gd name="connsiteX1188" fmla="*/ 181642 w 600075"/>
                <a:gd name="connsiteY1188" fmla="*/ 80867 h 447675"/>
                <a:gd name="connsiteX1189" fmla="*/ 182499 w 600075"/>
                <a:gd name="connsiteY1189" fmla="*/ 81820 h 447675"/>
                <a:gd name="connsiteX1190" fmla="*/ 183642 w 600075"/>
                <a:gd name="connsiteY1190" fmla="*/ 82582 h 447675"/>
                <a:gd name="connsiteX1191" fmla="*/ 183928 w 600075"/>
                <a:gd name="connsiteY1191" fmla="*/ 82867 h 447675"/>
                <a:gd name="connsiteX1192" fmla="*/ 184690 w 600075"/>
                <a:gd name="connsiteY1192" fmla="*/ 83915 h 447675"/>
                <a:gd name="connsiteX1193" fmla="*/ 185071 w 600075"/>
                <a:gd name="connsiteY1193" fmla="*/ 84201 h 447675"/>
                <a:gd name="connsiteX1194" fmla="*/ 186880 w 600075"/>
                <a:gd name="connsiteY1194" fmla="*/ 84677 h 447675"/>
                <a:gd name="connsiteX1195" fmla="*/ 187166 w 600075"/>
                <a:gd name="connsiteY1195" fmla="*/ 84867 h 447675"/>
                <a:gd name="connsiteX1196" fmla="*/ 187357 w 600075"/>
                <a:gd name="connsiteY1196" fmla="*/ 85153 h 447675"/>
                <a:gd name="connsiteX1197" fmla="*/ 187357 w 600075"/>
                <a:gd name="connsiteY1197" fmla="*/ 85915 h 447675"/>
                <a:gd name="connsiteX1198" fmla="*/ 187166 w 600075"/>
                <a:gd name="connsiteY1198" fmla="*/ 86868 h 447675"/>
                <a:gd name="connsiteX1199" fmla="*/ 185928 w 600075"/>
                <a:gd name="connsiteY1199" fmla="*/ 89916 h 447675"/>
                <a:gd name="connsiteX1200" fmla="*/ 185833 w 600075"/>
                <a:gd name="connsiteY1200" fmla="*/ 90773 h 447675"/>
                <a:gd name="connsiteX1201" fmla="*/ 185833 w 600075"/>
                <a:gd name="connsiteY1201" fmla="*/ 91726 h 447675"/>
                <a:gd name="connsiteX1202" fmla="*/ 185928 w 600075"/>
                <a:gd name="connsiteY1202" fmla="*/ 92297 h 447675"/>
                <a:gd name="connsiteX1203" fmla="*/ 186119 w 600075"/>
                <a:gd name="connsiteY1203" fmla="*/ 92773 h 447675"/>
                <a:gd name="connsiteX1204" fmla="*/ 187642 w 600075"/>
                <a:gd name="connsiteY1204" fmla="*/ 94869 h 447675"/>
                <a:gd name="connsiteX1205" fmla="*/ 190690 w 600075"/>
                <a:gd name="connsiteY1205" fmla="*/ 100108 h 447675"/>
                <a:gd name="connsiteX1206" fmla="*/ 191071 w 600075"/>
                <a:gd name="connsiteY1206" fmla="*/ 100965 h 447675"/>
                <a:gd name="connsiteX1207" fmla="*/ 191167 w 600075"/>
                <a:gd name="connsiteY1207" fmla="*/ 101441 h 447675"/>
                <a:gd name="connsiteX1208" fmla="*/ 191167 w 600075"/>
                <a:gd name="connsiteY1208" fmla="*/ 102013 h 447675"/>
                <a:gd name="connsiteX1209" fmla="*/ 190976 w 600075"/>
                <a:gd name="connsiteY1209" fmla="*/ 102679 h 447675"/>
                <a:gd name="connsiteX1210" fmla="*/ 190595 w 600075"/>
                <a:gd name="connsiteY1210" fmla="*/ 103441 h 447675"/>
                <a:gd name="connsiteX1211" fmla="*/ 190309 w 600075"/>
                <a:gd name="connsiteY1211" fmla="*/ 103917 h 447675"/>
                <a:gd name="connsiteX1212" fmla="*/ 189929 w 600075"/>
                <a:gd name="connsiteY1212" fmla="*/ 104299 h 447675"/>
                <a:gd name="connsiteX1213" fmla="*/ 186119 w 600075"/>
                <a:gd name="connsiteY1213" fmla="*/ 107632 h 447675"/>
                <a:gd name="connsiteX1214" fmla="*/ 185071 w 600075"/>
                <a:gd name="connsiteY1214" fmla="*/ 109156 h 447675"/>
                <a:gd name="connsiteX1215" fmla="*/ 184690 w 600075"/>
                <a:gd name="connsiteY1215" fmla="*/ 109442 h 447675"/>
                <a:gd name="connsiteX1216" fmla="*/ 183928 w 600075"/>
                <a:gd name="connsiteY1216" fmla="*/ 109442 h 447675"/>
                <a:gd name="connsiteX1217" fmla="*/ 182975 w 600075"/>
                <a:gd name="connsiteY1217" fmla="*/ 109061 h 447675"/>
                <a:gd name="connsiteX1218" fmla="*/ 182308 w 600075"/>
                <a:gd name="connsiteY1218" fmla="*/ 109156 h 447675"/>
                <a:gd name="connsiteX1219" fmla="*/ 181737 w 600075"/>
                <a:gd name="connsiteY1219" fmla="*/ 109347 h 447675"/>
                <a:gd name="connsiteX1220" fmla="*/ 179451 w 600075"/>
                <a:gd name="connsiteY1220" fmla="*/ 111442 h 447675"/>
                <a:gd name="connsiteX1221" fmla="*/ 177355 w 600075"/>
                <a:gd name="connsiteY1221" fmla="*/ 112300 h 447675"/>
                <a:gd name="connsiteX1222" fmla="*/ 176498 w 600075"/>
                <a:gd name="connsiteY1222" fmla="*/ 113062 h 447675"/>
                <a:gd name="connsiteX1223" fmla="*/ 176308 w 600075"/>
                <a:gd name="connsiteY1223" fmla="*/ 113442 h 447675"/>
                <a:gd name="connsiteX1224" fmla="*/ 176117 w 600075"/>
                <a:gd name="connsiteY1224" fmla="*/ 113919 h 447675"/>
                <a:gd name="connsiteX1225" fmla="*/ 176022 w 600075"/>
                <a:gd name="connsiteY1225" fmla="*/ 114490 h 447675"/>
                <a:gd name="connsiteX1226" fmla="*/ 175927 w 600075"/>
                <a:gd name="connsiteY1226" fmla="*/ 115348 h 447675"/>
                <a:gd name="connsiteX1227" fmla="*/ 176022 w 600075"/>
                <a:gd name="connsiteY1227" fmla="*/ 115919 h 447675"/>
                <a:gd name="connsiteX1228" fmla="*/ 176117 w 600075"/>
                <a:gd name="connsiteY1228" fmla="*/ 116395 h 447675"/>
                <a:gd name="connsiteX1229" fmla="*/ 176308 w 600075"/>
                <a:gd name="connsiteY1229" fmla="*/ 116776 h 447675"/>
                <a:gd name="connsiteX1230" fmla="*/ 176689 w 600075"/>
                <a:gd name="connsiteY1230" fmla="*/ 117538 h 447675"/>
                <a:gd name="connsiteX1231" fmla="*/ 176974 w 600075"/>
                <a:gd name="connsiteY1231" fmla="*/ 117919 h 447675"/>
                <a:gd name="connsiteX1232" fmla="*/ 177165 w 600075"/>
                <a:gd name="connsiteY1232" fmla="*/ 118681 h 447675"/>
                <a:gd name="connsiteX1233" fmla="*/ 177260 w 600075"/>
                <a:gd name="connsiteY1233" fmla="*/ 119824 h 447675"/>
                <a:gd name="connsiteX1234" fmla="*/ 177070 w 600075"/>
                <a:gd name="connsiteY1234" fmla="*/ 124587 h 447675"/>
                <a:gd name="connsiteX1235" fmla="*/ 177070 w 600075"/>
                <a:gd name="connsiteY1235" fmla="*/ 125063 h 447675"/>
                <a:gd name="connsiteX1236" fmla="*/ 177260 w 600075"/>
                <a:gd name="connsiteY1236" fmla="*/ 126016 h 447675"/>
                <a:gd name="connsiteX1237" fmla="*/ 178594 w 600075"/>
                <a:gd name="connsiteY1237" fmla="*/ 129635 h 447675"/>
                <a:gd name="connsiteX1238" fmla="*/ 179070 w 600075"/>
                <a:gd name="connsiteY1238" fmla="*/ 131731 h 447675"/>
                <a:gd name="connsiteX1239" fmla="*/ 179165 w 600075"/>
                <a:gd name="connsiteY1239" fmla="*/ 132969 h 447675"/>
                <a:gd name="connsiteX1240" fmla="*/ 179165 w 600075"/>
                <a:gd name="connsiteY1240" fmla="*/ 133064 h 447675"/>
                <a:gd name="connsiteX1241" fmla="*/ 179070 w 600075"/>
                <a:gd name="connsiteY1241" fmla="*/ 133445 h 447675"/>
                <a:gd name="connsiteX1242" fmla="*/ 178975 w 600075"/>
                <a:gd name="connsiteY1242" fmla="*/ 133826 h 447675"/>
                <a:gd name="connsiteX1243" fmla="*/ 177737 w 600075"/>
                <a:gd name="connsiteY1243" fmla="*/ 136112 h 447675"/>
                <a:gd name="connsiteX1244" fmla="*/ 177451 w 600075"/>
                <a:gd name="connsiteY1244" fmla="*/ 136493 h 447675"/>
                <a:gd name="connsiteX1245" fmla="*/ 176498 w 600075"/>
                <a:gd name="connsiteY1245" fmla="*/ 137350 h 447675"/>
                <a:gd name="connsiteX1246" fmla="*/ 175831 w 600075"/>
                <a:gd name="connsiteY1246" fmla="*/ 137826 h 447675"/>
                <a:gd name="connsiteX1247" fmla="*/ 175070 w 600075"/>
                <a:gd name="connsiteY1247" fmla="*/ 138208 h 447675"/>
                <a:gd name="connsiteX1248" fmla="*/ 172879 w 600075"/>
                <a:gd name="connsiteY1248" fmla="*/ 139160 h 447675"/>
                <a:gd name="connsiteX1249" fmla="*/ 172403 w 600075"/>
                <a:gd name="connsiteY1249" fmla="*/ 139541 h 447675"/>
                <a:gd name="connsiteX1250" fmla="*/ 171736 w 600075"/>
                <a:gd name="connsiteY1250" fmla="*/ 140779 h 447675"/>
                <a:gd name="connsiteX1251" fmla="*/ 170593 w 600075"/>
                <a:gd name="connsiteY1251" fmla="*/ 146018 h 447675"/>
                <a:gd name="connsiteX1252" fmla="*/ 170307 w 600075"/>
                <a:gd name="connsiteY1252" fmla="*/ 146780 h 447675"/>
                <a:gd name="connsiteX1253" fmla="*/ 169831 w 600075"/>
                <a:gd name="connsiteY1253" fmla="*/ 147256 h 447675"/>
                <a:gd name="connsiteX1254" fmla="*/ 169545 w 600075"/>
                <a:gd name="connsiteY1254" fmla="*/ 147447 h 447675"/>
                <a:gd name="connsiteX1255" fmla="*/ 169164 w 600075"/>
                <a:gd name="connsiteY1255" fmla="*/ 147542 h 447675"/>
                <a:gd name="connsiteX1256" fmla="*/ 168212 w 600075"/>
                <a:gd name="connsiteY1256" fmla="*/ 147638 h 447675"/>
                <a:gd name="connsiteX1257" fmla="*/ 167640 w 600075"/>
                <a:gd name="connsiteY1257" fmla="*/ 147638 h 447675"/>
                <a:gd name="connsiteX1258" fmla="*/ 167164 w 600075"/>
                <a:gd name="connsiteY1258" fmla="*/ 147542 h 447675"/>
                <a:gd name="connsiteX1259" fmla="*/ 166211 w 600075"/>
                <a:gd name="connsiteY1259" fmla="*/ 147256 h 447675"/>
                <a:gd name="connsiteX1260" fmla="*/ 164497 w 600075"/>
                <a:gd name="connsiteY1260" fmla="*/ 146494 h 447675"/>
                <a:gd name="connsiteX1261" fmla="*/ 163449 w 600075"/>
                <a:gd name="connsiteY1261" fmla="*/ 146304 h 447675"/>
                <a:gd name="connsiteX1262" fmla="*/ 162878 w 600075"/>
                <a:gd name="connsiteY1262" fmla="*/ 146304 h 447675"/>
                <a:gd name="connsiteX1263" fmla="*/ 160401 w 600075"/>
                <a:gd name="connsiteY1263" fmla="*/ 146590 h 447675"/>
                <a:gd name="connsiteX1264" fmla="*/ 159734 w 600075"/>
                <a:gd name="connsiteY1264" fmla="*/ 146780 h 447675"/>
                <a:gd name="connsiteX1265" fmla="*/ 158115 w 600075"/>
                <a:gd name="connsiteY1265" fmla="*/ 148780 h 447675"/>
                <a:gd name="connsiteX1266" fmla="*/ 157544 w 600075"/>
                <a:gd name="connsiteY1266" fmla="*/ 149923 h 447675"/>
                <a:gd name="connsiteX1267" fmla="*/ 156210 w 600075"/>
                <a:gd name="connsiteY1267" fmla="*/ 153924 h 447675"/>
                <a:gd name="connsiteX1268" fmla="*/ 156020 w 600075"/>
                <a:gd name="connsiteY1268" fmla="*/ 154876 h 447675"/>
                <a:gd name="connsiteX1269" fmla="*/ 156020 w 600075"/>
                <a:gd name="connsiteY1269" fmla="*/ 155638 h 447675"/>
                <a:gd name="connsiteX1270" fmla="*/ 156115 w 600075"/>
                <a:gd name="connsiteY1270" fmla="*/ 156115 h 447675"/>
                <a:gd name="connsiteX1271" fmla="*/ 156210 w 600075"/>
                <a:gd name="connsiteY1271" fmla="*/ 156591 h 447675"/>
                <a:gd name="connsiteX1272" fmla="*/ 156400 w 600075"/>
                <a:gd name="connsiteY1272" fmla="*/ 156972 h 447675"/>
                <a:gd name="connsiteX1273" fmla="*/ 156591 w 600075"/>
                <a:gd name="connsiteY1273" fmla="*/ 157353 h 447675"/>
                <a:gd name="connsiteX1274" fmla="*/ 156877 w 600075"/>
                <a:gd name="connsiteY1274" fmla="*/ 157639 h 447675"/>
                <a:gd name="connsiteX1275" fmla="*/ 157163 w 600075"/>
                <a:gd name="connsiteY1275" fmla="*/ 158020 h 447675"/>
                <a:gd name="connsiteX1276" fmla="*/ 157353 w 600075"/>
                <a:gd name="connsiteY1276" fmla="*/ 158591 h 447675"/>
                <a:gd name="connsiteX1277" fmla="*/ 157448 w 600075"/>
                <a:gd name="connsiteY1277" fmla="*/ 159639 h 447675"/>
                <a:gd name="connsiteX1278" fmla="*/ 157163 w 600075"/>
                <a:gd name="connsiteY1278" fmla="*/ 160496 h 447675"/>
                <a:gd name="connsiteX1279" fmla="*/ 156781 w 600075"/>
                <a:gd name="connsiteY1279" fmla="*/ 161258 h 447675"/>
                <a:gd name="connsiteX1280" fmla="*/ 155829 w 600075"/>
                <a:gd name="connsiteY1280" fmla="*/ 162306 h 447675"/>
                <a:gd name="connsiteX1281" fmla="*/ 155448 w 600075"/>
                <a:gd name="connsiteY1281" fmla="*/ 162592 h 447675"/>
                <a:gd name="connsiteX1282" fmla="*/ 155067 w 600075"/>
                <a:gd name="connsiteY1282" fmla="*/ 162782 h 447675"/>
                <a:gd name="connsiteX1283" fmla="*/ 150971 w 600075"/>
                <a:gd name="connsiteY1283" fmla="*/ 163354 h 447675"/>
                <a:gd name="connsiteX1284" fmla="*/ 149638 w 600075"/>
                <a:gd name="connsiteY1284" fmla="*/ 163830 h 447675"/>
                <a:gd name="connsiteX1285" fmla="*/ 146113 w 600075"/>
                <a:gd name="connsiteY1285" fmla="*/ 165640 h 447675"/>
                <a:gd name="connsiteX1286" fmla="*/ 145161 w 600075"/>
                <a:gd name="connsiteY1286" fmla="*/ 166211 h 447675"/>
                <a:gd name="connsiteX1287" fmla="*/ 144494 w 600075"/>
                <a:gd name="connsiteY1287" fmla="*/ 166688 h 447675"/>
                <a:gd name="connsiteX1288" fmla="*/ 144208 w 600075"/>
                <a:gd name="connsiteY1288" fmla="*/ 167164 h 447675"/>
                <a:gd name="connsiteX1289" fmla="*/ 144113 w 600075"/>
                <a:gd name="connsiteY1289" fmla="*/ 167640 h 447675"/>
                <a:gd name="connsiteX1290" fmla="*/ 144494 w 600075"/>
                <a:gd name="connsiteY1290" fmla="*/ 169450 h 447675"/>
                <a:gd name="connsiteX1291" fmla="*/ 144494 w 600075"/>
                <a:gd name="connsiteY1291" fmla="*/ 169926 h 447675"/>
                <a:gd name="connsiteX1292" fmla="*/ 144494 w 600075"/>
                <a:gd name="connsiteY1292" fmla="*/ 170402 h 447675"/>
                <a:gd name="connsiteX1293" fmla="*/ 144304 w 600075"/>
                <a:gd name="connsiteY1293" fmla="*/ 171450 h 447675"/>
                <a:gd name="connsiteX1294" fmla="*/ 143923 w 600075"/>
                <a:gd name="connsiteY1294" fmla="*/ 172593 h 447675"/>
                <a:gd name="connsiteX1295" fmla="*/ 142494 w 600075"/>
                <a:gd name="connsiteY1295" fmla="*/ 175450 h 447675"/>
                <a:gd name="connsiteX1296" fmla="*/ 138113 w 600075"/>
                <a:gd name="connsiteY1296" fmla="*/ 182404 h 447675"/>
                <a:gd name="connsiteX1297" fmla="*/ 137636 w 600075"/>
                <a:gd name="connsiteY1297" fmla="*/ 183547 h 447675"/>
                <a:gd name="connsiteX1298" fmla="*/ 137636 w 600075"/>
                <a:gd name="connsiteY1298" fmla="*/ 184309 h 447675"/>
                <a:gd name="connsiteX1299" fmla="*/ 137160 w 600075"/>
                <a:gd name="connsiteY1299" fmla="*/ 186118 h 447675"/>
                <a:gd name="connsiteX1300" fmla="*/ 136398 w 600075"/>
                <a:gd name="connsiteY1300" fmla="*/ 188214 h 447675"/>
                <a:gd name="connsiteX1301" fmla="*/ 136112 w 600075"/>
                <a:gd name="connsiteY1301" fmla="*/ 189357 h 447675"/>
                <a:gd name="connsiteX1302" fmla="*/ 136017 w 600075"/>
                <a:gd name="connsiteY1302" fmla="*/ 190214 h 447675"/>
                <a:gd name="connsiteX1303" fmla="*/ 136398 w 600075"/>
                <a:gd name="connsiteY1303" fmla="*/ 191643 h 447675"/>
                <a:gd name="connsiteX1304" fmla="*/ 136493 w 600075"/>
                <a:gd name="connsiteY1304" fmla="*/ 192119 h 447675"/>
                <a:gd name="connsiteX1305" fmla="*/ 136398 w 600075"/>
                <a:gd name="connsiteY1305" fmla="*/ 192786 h 447675"/>
                <a:gd name="connsiteX1306" fmla="*/ 135922 w 600075"/>
                <a:gd name="connsiteY1306" fmla="*/ 194786 h 447675"/>
                <a:gd name="connsiteX1307" fmla="*/ 135826 w 600075"/>
                <a:gd name="connsiteY1307" fmla="*/ 195548 h 447675"/>
                <a:gd name="connsiteX1308" fmla="*/ 135826 w 600075"/>
                <a:gd name="connsiteY1308" fmla="*/ 196120 h 447675"/>
                <a:gd name="connsiteX1309" fmla="*/ 136493 w 600075"/>
                <a:gd name="connsiteY1309" fmla="*/ 197834 h 447675"/>
                <a:gd name="connsiteX1310" fmla="*/ 136684 w 600075"/>
                <a:gd name="connsiteY1310" fmla="*/ 198787 h 447675"/>
                <a:gd name="connsiteX1311" fmla="*/ 136874 w 600075"/>
                <a:gd name="connsiteY1311" fmla="*/ 200596 h 447675"/>
                <a:gd name="connsiteX1312" fmla="*/ 137065 w 600075"/>
                <a:gd name="connsiteY1312" fmla="*/ 201358 h 447675"/>
                <a:gd name="connsiteX1313" fmla="*/ 137541 w 600075"/>
                <a:gd name="connsiteY1313" fmla="*/ 202501 h 447675"/>
                <a:gd name="connsiteX1314" fmla="*/ 137636 w 600075"/>
                <a:gd name="connsiteY1314" fmla="*/ 203073 h 447675"/>
                <a:gd name="connsiteX1315" fmla="*/ 137636 w 600075"/>
                <a:gd name="connsiteY1315" fmla="*/ 203835 h 447675"/>
                <a:gd name="connsiteX1316" fmla="*/ 137350 w 600075"/>
                <a:gd name="connsiteY1316" fmla="*/ 205168 h 447675"/>
                <a:gd name="connsiteX1317" fmla="*/ 136779 w 600075"/>
                <a:gd name="connsiteY1317" fmla="*/ 206311 h 447675"/>
                <a:gd name="connsiteX1318" fmla="*/ 136303 w 600075"/>
                <a:gd name="connsiteY1318" fmla="*/ 207740 h 447675"/>
                <a:gd name="connsiteX1319" fmla="*/ 136303 w 600075"/>
                <a:gd name="connsiteY1319" fmla="*/ 208312 h 447675"/>
                <a:gd name="connsiteX1320" fmla="*/ 136398 w 600075"/>
                <a:gd name="connsiteY1320" fmla="*/ 208788 h 447675"/>
                <a:gd name="connsiteX1321" fmla="*/ 136493 w 600075"/>
                <a:gd name="connsiteY1321" fmla="*/ 209264 h 447675"/>
                <a:gd name="connsiteX1322" fmla="*/ 136970 w 600075"/>
                <a:gd name="connsiteY1322" fmla="*/ 210502 h 447675"/>
                <a:gd name="connsiteX1323" fmla="*/ 137160 w 600075"/>
                <a:gd name="connsiteY1323" fmla="*/ 210883 h 447675"/>
                <a:gd name="connsiteX1324" fmla="*/ 137446 w 600075"/>
                <a:gd name="connsiteY1324" fmla="*/ 211169 h 447675"/>
                <a:gd name="connsiteX1325" fmla="*/ 138113 w 600075"/>
                <a:gd name="connsiteY1325" fmla="*/ 211741 h 447675"/>
                <a:gd name="connsiteX1326" fmla="*/ 139160 w 600075"/>
                <a:gd name="connsiteY1326" fmla="*/ 212503 h 447675"/>
                <a:gd name="connsiteX1327" fmla="*/ 139446 w 600075"/>
                <a:gd name="connsiteY1327" fmla="*/ 212884 h 447675"/>
                <a:gd name="connsiteX1328" fmla="*/ 139637 w 600075"/>
                <a:gd name="connsiteY1328" fmla="*/ 213455 h 447675"/>
                <a:gd name="connsiteX1329" fmla="*/ 139732 w 600075"/>
                <a:gd name="connsiteY1329" fmla="*/ 214503 h 447675"/>
                <a:gd name="connsiteX1330" fmla="*/ 139541 w 600075"/>
                <a:gd name="connsiteY1330" fmla="*/ 215074 h 447675"/>
                <a:gd name="connsiteX1331" fmla="*/ 139255 w 600075"/>
                <a:gd name="connsiteY1331" fmla="*/ 215741 h 447675"/>
                <a:gd name="connsiteX1332" fmla="*/ 138779 w 600075"/>
                <a:gd name="connsiteY1332" fmla="*/ 216408 h 447675"/>
                <a:gd name="connsiteX1333" fmla="*/ 138113 w 600075"/>
                <a:gd name="connsiteY1333" fmla="*/ 217837 h 447675"/>
                <a:gd name="connsiteX1334" fmla="*/ 137827 w 600075"/>
                <a:gd name="connsiteY1334" fmla="*/ 218884 h 447675"/>
                <a:gd name="connsiteX1335" fmla="*/ 137636 w 600075"/>
                <a:gd name="connsiteY1335" fmla="*/ 220123 h 447675"/>
                <a:gd name="connsiteX1336" fmla="*/ 137446 w 600075"/>
                <a:gd name="connsiteY1336" fmla="*/ 220694 h 447675"/>
                <a:gd name="connsiteX1337" fmla="*/ 137160 w 600075"/>
                <a:gd name="connsiteY1337" fmla="*/ 221075 h 447675"/>
                <a:gd name="connsiteX1338" fmla="*/ 136779 w 600075"/>
                <a:gd name="connsiteY1338" fmla="*/ 221266 h 447675"/>
                <a:gd name="connsiteX1339" fmla="*/ 136398 w 600075"/>
                <a:gd name="connsiteY1339" fmla="*/ 221361 h 447675"/>
                <a:gd name="connsiteX1340" fmla="*/ 135636 w 600075"/>
                <a:gd name="connsiteY1340" fmla="*/ 221837 h 447675"/>
                <a:gd name="connsiteX1341" fmla="*/ 135255 w 600075"/>
                <a:gd name="connsiteY1341" fmla="*/ 226028 h 447675"/>
                <a:gd name="connsiteX1342" fmla="*/ 134779 w 600075"/>
                <a:gd name="connsiteY1342" fmla="*/ 227457 h 447675"/>
                <a:gd name="connsiteX1343" fmla="*/ 134207 w 600075"/>
                <a:gd name="connsiteY1343" fmla="*/ 228124 h 447675"/>
                <a:gd name="connsiteX1344" fmla="*/ 132397 w 600075"/>
                <a:gd name="connsiteY1344" fmla="*/ 229743 h 447675"/>
                <a:gd name="connsiteX1345" fmla="*/ 128778 w 600075"/>
                <a:gd name="connsiteY1345" fmla="*/ 235267 h 447675"/>
                <a:gd name="connsiteX1346" fmla="*/ 128111 w 600075"/>
                <a:gd name="connsiteY1346" fmla="*/ 235934 h 447675"/>
                <a:gd name="connsiteX1347" fmla="*/ 126587 w 600075"/>
                <a:gd name="connsiteY1347" fmla="*/ 236696 h 447675"/>
                <a:gd name="connsiteX1348" fmla="*/ 125063 w 600075"/>
                <a:gd name="connsiteY1348" fmla="*/ 237934 h 447675"/>
                <a:gd name="connsiteX1349" fmla="*/ 123444 w 600075"/>
                <a:gd name="connsiteY1349" fmla="*/ 239744 h 447675"/>
                <a:gd name="connsiteX1350" fmla="*/ 122587 w 600075"/>
                <a:gd name="connsiteY1350" fmla="*/ 240506 h 447675"/>
                <a:gd name="connsiteX1351" fmla="*/ 121920 w 600075"/>
                <a:gd name="connsiteY1351" fmla="*/ 240982 h 447675"/>
                <a:gd name="connsiteX1352" fmla="*/ 121063 w 600075"/>
                <a:gd name="connsiteY1352" fmla="*/ 241268 h 447675"/>
                <a:gd name="connsiteX1353" fmla="*/ 111823 w 600075"/>
                <a:gd name="connsiteY1353" fmla="*/ 241935 h 447675"/>
                <a:gd name="connsiteX1354" fmla="*/ 111062 w 600075"/>
                <a:gd name="connsiteY1354" fmla="*/ 242125 h 447675"/>
                <a:gd name="connsiteX1355" fmla="*/ 110776 w 600075"/>
                <a:gd name="connsiteY1355" fmla="*/ 242411 h 447675"/>
                <a:gd name="connsiteX1356" fmla="*/ 110871 w 600075"/>
                <a:gd name="connsiteY1356" fmla="*/ 242697 h 447675"/>
                <a:gd name="connsiteX1357" fmla="*/ 111157 w 600075"/>
                <a:gd name="connsiteY1357" fmla="*/ 242983 h 447675"/>
                <a:gd name="connsiteX1358" fmla="*/ 112300 w 600075"/>
                <a:gd name="connsiteY1358" fmla="*/ 243649 h 447675"/>
                <a:gd name="connsiteX1359" fmla="*/ 112681 w 600075"/>
                <a:gd name="connsiteY1359" fmla="*/ 243935 h 447675"/>
                <a:gd name="connsiteX1360" fmla="*/ 112966 w 600075"/>
                <a:gd name="connsiteY1360" fmla="*/ 244221 h 447675"/>
                <a:gd name="connsiteX1361" fmla="*/ 113157 w 600075"/>
                <a:gd name="connsiteY1361" fmla="*/ 244602 h 447675"/>
                <a:gd name="connsiteX1362" fmla="*/ 113252 w 600075"/>
                <a:gd name="connsiteY1362" fmla="*/ 244983 h 447675"/>
                <a:gd name="connsiteX1363" fmla="*/ 112966 w 600075"/>
                <a:gd name="connsiteY1363" fmla="*/ 246126 h 447675"/>
                <a:gd name="connsiteX1364" fmla="*/ 111252 w 600075"/>
                <a:gd name="connsiteY1364" fmla="*/ 248507 h 447675"/>
                <a:gd name="connsiteX1365" fmla="*/ 109061 w 600075"/>
                <a:gd name="connsiteY1365" fmla="*/ 250507 h 447675"/>
                <a:gd name="connsiteX1366" fmla="*/ 108490 w 600075"/>
                <a:gd name="connsiteY1366" fmla="*/ 250793 h 447675"/>
                <a:gd name="connsiteX1367" fmla="*/ 108109 w 600075"/>
                <a:gd name="connsiteY1367" fmla="*/ 250888 h 447675"/>
                <a:gd name="connsiteX1368" fmla="*/ 107632 w 600075"/>
                <a:gd name="connsiteY1368" fmla="*/ 250888 h 447675"/>
                <a:gd name="connsiteX1369" fmla="*/ 107156 w 600075"/>
                <a:gd name="connsiteY1369" fmla="*/ 250888 h 447675"/>
                <a:gd name="connsiteX1370" fmla="*/ 106775 w 600075"/>
                <a:gd name="connsiteY1370" fmla="*/ 250793 h 447675"/>
                <a:gd name="connsiteX1371" fmla="*/ 106489 w 600075"/>
                <a:gd name="connsiteY1371" fmla="*/ 250698 h 447675"/>
                <a:gd name="connsiteX1372" fmla="*/ 105823 w 600075"/>
                <a:gd name="connsiteY1372" fmla="*/ 250317 h 447675"/>
                <a:gd name="connsiteX1373" fmla="*/ 105156 w 600075"/>
                <a:gd name="connsiteY1373" fmla="*/ 249841 h 447675"/>
                <a:gd name="connsiteX1374" fmla="*/ 104680 w 600075"/>
                <a:gd name="connsiteY1374" fmla="*/ 249650 h 447675"/>
                <a:gd name="connsiteX1375" fmla="*/ 104108 w 600075"/>
                <a:gd name="connsiteY1375" fmla="*/ 249459 h 447675"/>
                <a:gd name="connsiteX1376" fmla="*/ 103156 w 600075"/>
                <a:gd name="connsiteY1376" fmla="*/ 249459 h 447675"/>
                <a:gd name="connsiteX1377" fmla="*/ 102584 w 600075"/>
                <a:gd name="connsiteY1377" fmla="*/ 249650 h 447675"/>
                <a:gd name="connsiteX1378" fmla="*/ 102203 w 600075"/>
                <a:gd name="connsiteY1378" fmla="*/ 249936 h 447675"/>
                <a:gd name="connsiteX1379" fmla="*/ 102013 w 600075"/>
                <a:gd name="connsiteY1379" fmla="*/ 250317 h 447675"/>
                <a:gd name="connsiteX1380" fmla="*/ 101632 w 600075"/>
                <a:gd name="connsiteY1380" fmla="*/ 251936 h 447675"/>
                <a:gd name="connsiteX1381" fmla="*/ 101251 w 600075"/>
                <a:gd name="connsiteY1381" fmla="*/ 252603 h 447675"/>
                <a:gd name="connsiteX1382" fmla="*/ 100774 w 600075"/>
                <a:gd name="connsiteY1382" fmla="*/ 252889 h 447675"/>
                <a:gd name="connsiteX1383" fmla="*/ 100108 w 600075"/>
                <a:gd name="connsiteY1383" fmla="*/ 253079 h 447675"/>
                <a:gd name="connsiteX1384" fmla="*/ 97822 w 600075"/>
                <a:gd name="connsiteY1384" fmla="*/ 253365 h 447675"/>
                <a:gd name="connsiteX1385" fmla="*/ 96298 w 600075"/>
                <a:gd name="connsiteY1385" fmla="*/ 254508 h 447675"/>
                <a:gd name="connsiteX1386" fmla="*/ 95155 w 600075"/>
                <a:gd name="connsiteY1386" fmla="*/ 254698 h 447675"/>
                <a:gd name="connsiteX1387" fmla="*/ 93536 w 600075"/>
                <a:gd name="connsiteY1387" fmla="*/ 254603 h 447675"/>
                <a:gd name="connsiteX1388" fmla="*/ 93059 w 600075"/>
                <a:gd name="connsiteY1388" fmla="*/ 254698 h 447675"/>
                <a:gd name="connsiteX1389" fmla="*/ 92583 w 600075"/>
                <a:gd name="connsiteY1389" fmla="*/ 254889 h 447675"/>
                <a:gd name="connsiteX1390" fmla="*/ 92202 w 600075"/>
                <a:gd name="connsiteY1390" fmla="*/ 255079 h 447675"/>
                <a:gd name="connsiteX1391" fmla="*/ 91821 w 600075"/>
                <a:gd name="connsiteY1391" fmla="*/ 255460 h 447675"/>
                <a:gd name="connsiteX1392" fmla="*/ 90678 w 600075"/>
                <a:gd name="connsiteY1392" fmla="*/ 256699 h 447675"/>
                <a:gd name="connsiteX1393" fmla="*/ 90106 w 600075"/>
                <a:gd name="connsiteY1393" fmla="*/ 256984 h 447675"/>
                <a:gd name="connsiteX1394" fmla="*/ 89535 w 600075"/>
                <a:gd name="connsiteY1394" fmla="*/ 257080 h 447675"/>
                <a:gd name="connsiteX1395" fmla="*/ 89059 w 600075"/>
                <a:gd name="connsiteY1395" fmla="*/ 256984 h 447675"/>
                <a:gd name="connsiteX1396" fmla="*/ 88678 w 600075"/>
                <a:gd name="connsiteY1396" fmla="*/ 256794 h 447675"/>
                <a:gd name="connsiteX1397" fmla="*/ 87725 w 600075"/>
                <a:gd name="connsiteY1397" fmla="*/ 255937 h 447675"/>
                <a:gd name="connsiteX1398" fmla="*/ 87344 w 600075"/>
                <a:gd name="connsiteY1398" fmla="*/ 255746 h 447675"/>
                <a:gd name="connsiteX1399" fmla="*/ 86963 w 600075"/>
                <a:gd name="connsiteY1399" fmla="*/ 255841 h 447675"/>
                <a:gd name="connsiteX1400" fmla="*/ 86582 w 600075"/>
                <a:gd name="connsiteY1400" fmla="*/ 256222 h 447675"/>
                <a:gd name="connsiteX1401" fmla="*/ 86296 w 600075"/>
                <a:gd name="connsiteY1401" fmla="*/ 256794 h 447675"/>
                <a:gd name="connsiteX1402" fmla="*/ 86106 w 600075"/>
                <a:gd name="connsiteY1402" fmla="*/ 257937 h 447675"/>
                <a:gd name="connsiteX1403" fmla="*/ 86106 w 600075"/>
                <a:gd name="connsiteY1403" fmla="*/ 258699 h 447675"/>
                <a:gd name="connsiteX1404" fmla="*/ 86201 w 600075"/>
                <a:gd name="connsiteY1404" fmla="*/ 259270 h 447675"/>
                <a:gd name="connsiteX1405" fmla="*/ 86296 w 600075"/>
                <a:gd name="connsiteY1405" fmla="*/ 259747 h 447675"/>
                <a:gd name="connsiteX1406" fmla="*/ 86201 w 600075"/>
                <a:gd name="connsiteY1406" fmla="*/ 260318 h 447675"/>
                <a:gd name="connsiteX1407" fmla="*/ 86011 w 600075"/>
                <a:gd name="connsiteY1407" fmla="*/ 260985 h 447675"/>
                <a:gd name="connsiteX1408" fmla="*/ 85344 w 600075"/>
                <a:gd name="connsiteY1408" fmla="*/ 261842 h 447675"/>
                <a:gd name="connsiteX1409" fmla="*/ 85058 w 600075"/>
                <a:gd name="connsiteY1409" fmla="*/ 262890 h 447675"/>
                <a:gd name="connsiteX1410" fmla="*/ 84868 w 600075"/>
                <a:gd name="connsiteY1410" fmla="*/ 264128 h 447675"/>
                <a:gd name="connsiteX1411" fmla="*/ 84582 w 600075"/>
                <a:gd name="connsiteY1411" fmla="*/ 264605 h 447675"/>
                <a:gd name="connsiteX1412" fmla="*/ 83915 w 600075"/>
                <a:gd name="connsiteY1412" fmla="*/ 264985 h 447675"/>
                <a:gd name="connsiteX1413" fmla="*/ 83344 w 600075"/>
                <a:gd name="connsiteY1413" fmla="*/ 265081 h 447675"/>
                <a:gd name="connsiteX1414" fmla="*/ 82867 w 600075"/>
                <a:gd name="connsiteY1414" fmla="*/ 264985 h 447675"/>
                <a:gd name="connsiteX1415" fmla="*/ 82105 w 600075"/>
                <a:gd name="connsiteY1415" fmla="*/ 264509 h 447675"/>
                <a:gd name="connsiteX1416" fmla="*/ 81724 w 600075"/>
                <a:gd name="connsiteY1416" fmla="*/ 264319 h 447675"/>
                <a:gd name="connsiteX1417" fmla="*/ 81344 w 600075"/>
                <a:gd name="connsiteY1417" fmla="*/ 264223 h 447675"/>
                <a:gd name="connsiteX1418" fmla="*/ 80963 w 600075"/>
                <a:gd name="connsiteY1418" fmla="*/ 264319 h 447675"/>
                <a:gd name="connsiteX1419" fmla="*/ 80772 w 600075"/>
                <a:gd name="connsiteY1419" fmla="*/ 264700 h 447675"/>
                <a:gd name="connsiteX1420" fmla="*/ 80867 w 600075"/>
                <a:gd name="connsiteY1420" fmla="*/ 265271 h 447675"/>
                <a:gd name="connsiteX1421" fmla="*/ 81058 w 600075"/>
                <a:gd name="connsiteY1421" fmla="*/ 265652 h 447675"/>
                <a:gd name="connsiteX1422" fmla="*/ 82391 w 600075"/>
                <a:gd name="connsiteY1422" fmla="*/ 267367 h 447675"/>
                <a:gd name="connsiteX1423" fmla="*/ 82867 w 600075"/>
                <a:gd name="connsiteY1423" fmla="*/ 268129 h 447675"/>
                <a:gd name="connsiteX1424" fmla="*/ 83058 w 600075"/>
                <a:gd name="connsiteY1424" fmla="*/ 268509 h 447675"/>
                <a:gd name="connsiteX1425" fmla="*/ 83153 w 600075"/>
                <a:gd name="connsiteY1425" fmla="*/ 268986 h 447675"/>
                <a:gd name="connsiteX1426" fmla="*/ 83153 w 600075"/>
                <a:gd name="connsiteY1426" fmla="*/ 269462 h 447675"/>
                <a:gd name="connsiteX1427" fmla="*/ 83153 w 600075"/>
                <a:gd name="connsiteY1427" fmla="*/ 270034 h 447675"/>
                <a:gd name="connsiteX1428" fmla="*/ 82582 w 600075"/>
                <a:gd name="connsiteY1428" fmla="*/ 272510 h 447675"/>
                <a:gd name="connsiteX1429" fmla="*/ 82487 w 600075"/>
                <a:gd name="connsiteY1429" fmla="*/ 273082 h 447675"/>
                <a:gd name="connsiteX1430" fmla="*/ 82487 w 600075"/>
                <a:gd name="connsiteY1430" fmla="*/ 273558 h 447675"/>
                <a:gd name="connsiteX1431" fmla="*/ 82582 w 600075"/>
                <a:gd name="connsiteY1431" fmla="*/ 274034 h 447675"/>
                <a:gd name="connsiteX1432" fmla="*/ 82867 w 600075"/>
                <a:gd name="connsiteY1432" fmla="*/ 274415 h 447675"/>
                <a:gd name="connsiteX1433" fmla="*/ 83153 w 600075"/>
                <a:gd name="connsiteY1433" fmla="*/ 274701 h 447675"/>
                <a:gd name="connsiteX1434" fmla="*/ 84296 w 600075"/>
                <a:gd name="connsiteY1434" fmla="*/ 275368 h 447675"/>
                <a:gd name="connsiteX1435" fmla="*/ 86868 w 600075"/>
                <a:gd name="connsiteY1435" fmla="*/ 277558 h 447675"/>
                <a:gd name="connsiteX1436" fmla="*/ 87916 w 600075"/>
                <a:gd name="connsiteY1436" fmla="*/ 278892 h 447675"/>
                <a:gd name="connsiteX1437" fmla="*/ 88392 w 600075"/>
                <a:gd name="connsiteY1437" fmla="*/ 279654 h 447675"/>
                <a:gd name="connsiteX1438" fmla="*/ 88773 w 600075"/>
                <a:gd name="connsiteY1438" fmla="*/ 280511 h 447675"/>
                <a:gd name="connsiteX1439" fmla="*/ 88868 w 600075"/>
                <a:gd name="connsiteY1439" fmla="*/ 280988 h 447675"/>
                <a:gd name="connsiteX1440" fmla="*/ 88868 w 600075"/>
                <a:gd name="connsiteY1440" fmla="*/ 281464 h 447675"/>
                <a:gd name="connsiteX1441" fmla="*/ 88678 w 600075"/>
                <a:gd name="connsiteY1441" fmla="*/ 281940 h 447675"/>
                <a:gd name="connsiteX1442" fmla="*/ 88201 w 600075"/>
                <a:gd name="connsiteY1442" fmla="*/ 282511 h 447675"/>
                <a:gd name="connsiteX1443" fmla="*/ 87344 w 600075"/>
                <a:gd name="connsiteY1443" fmla="*/ 282892 h 447675"/>
                <a:gd name="connsiteX1444" fmla="*/ 86678 w 600075"/>
                <a:gd name="connsiteY1444" fmla="*/ 282988 h 447675"/>
                <a:gd name="connsiteX1445" fmla="*/ 86011 w 600075"/>
                <a:gd name="connsiteY1445" fmla="*/ 282988 h 447675"/>
                <a:gd name="connsiteX1446" fmla="*/ 85534 w 600075"/>
                <a:gd name="connsiteY1446" fmla="*/ 282892 h 447675"/>
                <a:gd name="connsiteX1447" fmla="*/ 82582 w 600075"/>
                <a:gd name="connsiteY1447" fmla="*/ 281845 h 447675"/>
                <a:gd name="connsiteX1448" fmla="*/ 82296 w 600075"/>
                <a:gd name="connsiteY1448" fmla="*/ 281845 h 447675"/>
                <a:gd name="connsiteX1449" fmla="*/ 81915 w 600075"/>
                <a:gd name="connsiteY1449" fmla="*/ 281940 h 447675"/>
                <a:gd name="connsiteX1450" fmla="*/ 81534 w 600075"/>
                <a:gd name="connsiteY1450" fmla="*/ 282130 h 447675"/>
                <a:gd name="connsiteX1451" fmla="*/ 81058 w 600075"/>
                <a:gd name="connsiteY1451" fmla="*/ 282511 h 447675"/>
                <a:gd name="connsiteX1452" fmla="*/ 80581 w 600075"/>
                <a:gd name="connsiteY1452" fmla="*/ 283083 h 447675"/>
                <a:gd name="connsiteX1453" fmla="*/ 79915 w 600075"/>
                <a:gd name="connsiteY1453" fmla="*/ 284226 h 447675"/>
                <a:gd name="connsiteX1454" fmla="*/ 78962 w 600075"/>
                <a:gd name="connsiteY1454" fmla="*/ 285750 h 447675"/>
                <a:gd name="connsiteX1455" fmla="*/ 78581 w 600075"/>
                <a:gd name="connsiteY1455" fmla="*/ 286607 h 447675"/>
                <a:gd name="connsiteX1456" fmla="*/ 78486 w 600075"/>
                <a:gd name="connsiteY1456" fmla="*/ 287083 h 447675"/>
                <a:gd name="connsiteX1457" fmla="*/ 78486 w 600075"/>
                <a:gd name="connsiteY1457" fmla="*/ 289655 h 447675"/>
                <a:gd name="connsiteX1458" fmla="*/ 78391 w 600075"/>
                <a:gd name="connsiteY1458" fmla="*/ 290131 h 447675"/>
                <a:gd name="connsiteX1459" fmla="*/ 78296 w 600075"/>
                <a:gd name="connsiteY1459" fmla="*/ 290417 h 447675"/>
                <a:gd name="connsiteX1460" fmla="*/ 77914 w 600075"/>
                <a:gd name="connsiteY1460" fmla="*/ 290893 h 447675"/>
                <a:gd name="connsiteX1461" fmla="*/ 77248 w 600075"/>
                <a:gd name="connsiteY1461" fmla="*/ 291370 h 447675"/>
                <a:gd name="connsiteX1462" fmla="*/ 75724 w 600075"/>
                <a:gd name="connsiteY1462" fmla="*/ 292227 h 447675"/>
                <a:gd name="connsiteX1463" fmla="*/ 74866 w 600075"/>
                <a:gd name="connsiteY1463" fmla="*/ 292417 h 447675"/>
                <a:gd name="connsiteX1464" fmla="*/ 74200 w 600075"/>
                <a:gd name="connsiteY1464" fmla="*/ 292417 h 447675"/>
                <a:gd name="connsiteX1465" fmla="*/ 72771 w 600075"/>
                <a:gd name="connsiteY1465" fmla="*/ 291465 h 447675"/>
                <a:gd name="connsiteX1466" fmla="*/ 72009 w 600075"/>
                <a:gd name="connsiteY1466" fmla="*/ 290989 h 447675"/>
                <a:gd name="connsiteX1467" fmla="*/ 71533 w 600075"/>
                <a:gd name="connsiteY1467" fmla="*/ 290798 h 447675"/>
                <a:gd name="connsiteX1468" fmla="*/ 71056 w 600075"/>
                <a:gd name="connsiteY1468" fmla="*/ 290703 h 447675"/>
                <a:gd name="connsiteX1469" fmla="*/ 70485 w 600075"/>
                <a:gd name="connsiteY1469" fmla="*/ 290703 h 447675"/>
                <a:gd name="connsiteX1470" fmla="*/ 70009 w 600075"/>
                <a:gd name="connsiteY1470" fmla="*/ 290703 h 447675"/>
                <a:gd name="connsiteX1471" fmla="*/ 69437 w 600075"/>
                <a:gd name="connsiteY1471" fmla="*/ 290989 h 447675"/>
                <a:gd name="connsiteX1472" fmla="*/ 68771 w 600075"/>
                <a:gd name="connsiteY1472" fmla="*/ 291465 h 447675"/>
                <a:gd name="connsiteX1473" fmla="*/ 66770 w 600075"/>
                <a:gd name="connsiteY1473" fmla="*/ 293465 h 447675"/>
                <a:gd name="connsiteX1474" fmla="*/ 66389 w 600075"/>
                <a:gd name="connsiteY1474" fmla="*/ 293560 h 447675"/>
                <a:gd name="connsiteX1475" fmla="*/ 66008 w 600075"/>
                <a:gd name="connsiteY1475" fmla="*/ 293656 h 447675"/>
                <a:gd name="connsiteX1476" fmla="*/ 65532 w 600075"/>
                <a:gd name="connsiteY1476" fmla="*/ 293656 h 447675"/>
                <a:gd name="connsiteX1477" fmla="*/ 65056 w 600075"/>
                <a:gd name="connsiteY1477" fmla="*/ 293560 h 447675"/>
                <a:gd name="connsiteX1478" fmla="*/ 64675 w 600075"/>
                <a:gd name="connsiteY1478" fmla="*/ 293370 h 447675"/>
                <a:gd name="connsiteX1479" fmla="*/ 64294 w 600075"/>
                <a:gd name="connsiteY1479" fmla="*/ 293084 h 447675"/>
                <a:gd name="connsiteX1480" fmla="*/ 60103 w 600075"/>
                <a:gd name="connsiteY1480" fmla="*/ 288988 h 447675"/>
                <a:gd name="connsiteX1481" fmla="*/ 59722 w 600075"/>
                <a:gd name="connsiteY1481" fmla="*/ 288798 h 447675"/>
                <a:gd name="connsiteX1482" fmla="*/ 59341 w 600075"/>
                <a:gd name="connsiteY1482" fmla="*/ 288607 h 447675"/>
                <a:gd name="connsiteX1483" fmla="*/ 58960 w 600075"/>
                <a:gd name="connsiteY1483" fmla="*/ 288607 h 447675"/>
                <a:gd name="connsiteX1484" fmla="*/ 58579 w 600075"/>
                <a:gd name="connsiteY1484" fmla="*/ 288798 h 447675"/>
                <a:gd name="connsiteX1485" fmla="*/ 57912 w 600075"/>
                <a:gd name="connsiteY1485" fmla="*/ 289274 h 447675"/>
                <a:gd name="connsiteX1486" fmla="*/ 57531 w 600075"/>
                <a:gd name="connsiteY1486" fmla="*/ 289465 h 447675"/>
                <a:gd name="connsiteX1487" fmla="*/ 57150 w 600075"/>
                <a:gd name="connsiteY1487" fmla="*/ 289655 h 447675"/>
                <a:gd name="connsiteX1488" fmla="*/ 56674 w 600075"/>
                <a:gd name="connsiteY1488" fmla="*/ 289750 h 447675"/>
                <a:gd name="connsiteX1489" fmla="*/ 56197 w 600075"/>
                <a:gd name="connsiteY1489" fmla="*/ 289750 h 447675"/>
                <a:gd name="connsiteX1490" fmla="*/ 54102 w 600075"/>
                <a:gd name="connsiteY1490" fmla="*/ 289560 h 447675"/>
                <a:gd name="connsiteX1491" fmla="*/ 53626 w 600075"/>
                <a:gd name="connsiteY1491" fmla="*/ 289655 h 447675"/>
                <a:gd name="connsiteX1492" fmla="*/ 53435 w 600075"/>
                <a:gd name="connsiteY1492" fmla="*/ 290131 h 447675"/>
                <a:gd name="connsiteX1493" fmla="*/ 53435 w 600075"/>
                <a:gd name="connsiteY1493" fmla="*/ 290798 h 447675"/>
                <a:gd name="connsiteX1494" fmla="*/ 53912 w 600075"/>
                <a:gd name="connsiteY1494" fmla="*/ 292227 h 447675"/>
                <a:gd name="connsiteX1495" fmla="*/ 54197 w 600075"/>
                <a:gd name="connsiteY1495" fmla="*/ 292989 h 447675"/>
                <a:gd name="connsiteX1496" fmla="*/ 54578 w 600075"/>
                <a:gd name="connsiteY1496" fmla="*/ 293560 h 447675"/>
                <a:gd name="connsiteX1497" fmla="*/ 54864 w 600075"/>
                <a:gd name="connsiteY1497" fmla="*/ 293846 h 447675"/>
                <a:gd name="connsiteX1498" fmla="*/ 55054 w 600075"/>
                <a:gd name="connsiteY1498" fmla="*/ 294227 h 447675"/>
                <a:gd name="connsiteX1499" fmla="*/ 55245 w 600075"/>
                <a:gd name="connsiteY1499" fmla="*/ 294799 h 447675"/>
                <a:gd name="connsiteX1500" fmla="*/ 55340 w 600075"/>
                <a:gd name="connsiteY1500" fmla="*/ 295656 h 447675"/>
                <a:gd name="connsiteX1501" fmla="*/ 55340 w 600075"/>
                <a:gd name="connsiteY1501" fmla="*/ 297370 h 447675"/>
                <a:gd name="connsiteX1502" fmla="*/ 54483 w 600075"/>
                <a:gd name="connsiteY1502" fmla="*/ 303847 h 447675"/>
                <a:gd name="connsiteX1503" fmla="*/ 54388 w 600075"/>
                <a:gd name="connsiteY1503" fmla="*/ 306609 h 447675"/>
                <a:gd name="connsiteX1504" fmla="*/ 54959 w 600075"/>
                <a:gd name="connsiteY1504" fmla="*/ 307848 h 447675"/>
                <a:gd name="connsiteX1505" fmla="*/ 57340 w 600075"/>
                <a:gd name="connsiteY1505" fmla="*/ 310134 h 447675"/>
                <a:gd name="connsiteX1506" fmla="*/ 56864 w 600075"/>
                <a:gd name="connsiteY1506" fmla="*/ 311753 h 447675"/>
                <a:gd name="connsiteX1507" fmla="*/ 57055 w 600075"/>
                <a:gd name="connsiteY1507" fmla="*/ 314230 h 447675"/>
                <a:gd name="connsiteX1508" fmla="*/ 56864 w 600075"/>
                <a:gd name="connsiteY1508" fmla="*/ 314801 h 447675"/>
                <a:gd name="connsiteX1509" fmla="*/ 56388 w 600075"/>
                <a:gd name="connsiteY1509" fmla="*/ 315277 h 447675"/>
                <a:gd name="connsiteX1510" fmla="*/ 55912 w 600075"/>
                <a:gd name="connsiteY1510" fmla="*/ 315373 h 447675"/>
                <a:gd name="connsiteX1511" fmla="*/ 55340 w 600075"/>
                <a:gd name="connsiteY1511" fmla="*/ 315373 h 447675"/>
                <a:gd name="connsiteX1512" fmla="*/ 53721 w 600075"/>
                <a:gd name="connsiteY1512" fmla="*/ 315087 h 447675"/>
                <a:gd name="connsiteX1513" fmla="*/ 52578 w 600075"/>
                <a:gd name="connsiteY1513" fmla="*/ 314801 h 447675"/>
                <a:gd name="connsiteX1514" fmla="*/ 50768 w 600075"/>
                <a:gd name="connsiteY1514" fmla="*/ 314706 h 447675"/>
                <a:gd name="connsiteX1515" fmla="*/ 48863 w 600075"/>
                <a:gd name="connsiteY1515" fmla="*/ 315182 h 447675"/>
                <a:gd name="connsiteX1516" fmla="*/ 46291 w 600075"/>
                <a:gd name="connsiteY1516" fmla="*/ 316134 h 447675"/>
                <a:gd name="connsiteX1517" fmla="*/ 45053 w 600075"/>
                <a:gd name="connsiteY1517" fmla="*/ 316516 h 447675"/>
                <a:gd name="connsiteX1518" fmla="*/ 44101 w 600075"/>
                <a:gd name="connsiteY1518" fmla="*/ 316706 h 447675"/>
                <a:gd name="connsiteX1519" fmla="*/ 43148 w 600075"/>
                <a:gd name="connsiteY1519" fmla="*/ 316420 h 447675"/>
                <a:gd name="connsiteX1520" fmla="*/ 41053 w 600075"/>
                <a:gd name="connsiteY1520" fmla="*/ 315468 h 447675"/>
                <a:gd name="connsiteX1521" fmla="*/ 38195 w 600075"/>
                <a:gd name="connsiteY1521" fmla="*/ 314706 h 447675"/>
                <a:gd name="connsiteX1522" fmla="*/ 36671 w 600075"/>
                <a:gd name="connsiteY1522" fmla="*/ 314611 h 447675"/>
                <a:gd name="connsiteX1523" fmla="*/ 35242 w 600075"/>
                <a:gd name="connsiteY1523" fmla="*/ 314706 h 447675"/>
                <a:gd name="connsiteX1524" fmla="*/ 34004 w 600075"/>
                <a:gd name="connsiteY1524" fmla="*/ 314992 h 447675"/>
                <a:gd name="connsiteX1525" fmla="*/ 30956 w 600075"/>
                <a:gd name="connsiteY1525" fmla="*/ 316801 h 447675"/>
                <a:gd name="connsiteX1526" fmla="*/ 30289 w 600075"/>
                <a:gd name="connsiteY1526" fmla="*/ 316992 h 447675"/>
                <a:gd name="connsiteX1527" fmla="*/ 29623 w 600075"/>
                <a:gd name="connsiteY1527" fmla="*/ 317087 h 447675"/>
                <a:gd name="connsiteX1528" fmla="*/ 28289 w 600075"/>
                <a:gd name="connsiteY1528" fmla="*/ 316992 h 447675"/>
                <a:gd name="connsiteX1529" fmla="*/ 25622 w 600075"/>
                <a:gd name="connsiteY1529" fmla="*/ 317087 h 447675"/>
                <a:gd name="connsiteX1530" fmla="*/ 24765 w 600075"/>
                <a:gd name="connsiteY1530" fmla="*/ 317278 h 447675"/>
                <a:gd name="connsiteX1531" fmla="*/ 24194 w 600075"/>
                <a:gd name="connsiteY1531" fmla="*/ 317468 h 447675"/>
                <a:gd name="connsiteX1532" fmla="*/ 23908 w 600075"/>
                <a:gd name="connsiteY1532" fmla="*/ 317754 h 447675"/>
                <a:gd name="connsiteX1533" fmla="*/ 23622 w 600075"/>
                <a:gd name="connsiteY1533" fmla="*/ 318040 h 447675"/>
                <a:gd name="connsiteX1534" fmla="*/ 23431 w 600075"/>
                <a:gd name="connsiteY1534" fmla="*/ 318421 h 447675"/>
                <a:gd name="connsiteX1535" fmla="*/ 23050 w 600075"/>
                <a:gd name="connsiteY1535" fmla="*/ 319278 h 447675"/>
                <a:gd name="connsiteX1536" fmla="*/ 22860 w 600075"/>
                <a:gd name="connsiteY1536" fmla="*/ 319754 h 447675"/>
                <a:gd name="connsiteX1537" fmla="*/ 20193 w 600075"/>
                <a:gd name="connsiteY1537" fmla="*/ 332899 h 447675"/>
                <a:gd name="connsiteX1538" fmla="*/ 20003 w 600075"/>
                <a:gd name="connsiteY1538" fmla="*/ 333280 h 447675"/>
                <a:gd name="connsiteX1539" fmla="*/ 19621 w 600075"/>
                <a:gd name="connsiteY1539" fmla="*/ 333756 h 447675"/>
                <a:gd name="connsiteX1540" fmla="*/ 18288 w 600075"/>
                <a:gd name="connsiteY1540" fmla="*/ 335089 h 447675"/>
                <a:gd name="connsiteX1541" fmla="*/ 17716 w 600075"/>
                <a:gd name="connsiteY1541" fmla="*/ 335470 h 447675"/>
                <a:gd name="connsiteX1542" fmla="*/ 17145 w 600075"/>
                <a:gd name="connsiteY1542" fmla="*/ 335661 h 447675"/>
                <a:gd name="connsiteX1543" fmla="*/ 16192 w 600075"/>
                <a:gd name="connsiteY1543" fmla="*/ 335851 h 447675"/>
                <a:gd name="connsiteX1544" fmla="*/ 12954 w 600075"/>
                <a:gd name="connsiteY1544" fmla="*/ 337090 h 447675"/>
                <a:gd name="connsiteX1545" fmla="*/ 11525 w 600075"/>
                <a:gd name="connsiteY1545" fmla="*/ 337375 h 447675"/>
                <a:gd name="connsiteX1546" fmla="*/ 11049 w 600075"/>
                <a:gd name="connsiteY1546" fmla="*/ 337375 h 447675"/>
                <a:gd name="connsiteX1547" fmla="*/ 10573 w 600075"/>
                <a:gd name="connsiteY1547" fmla="*/ 337280 h 447675"/>
                <a:gd name="connsiteX1548" fmla="*/ 10192 w 600075"/>
                <a:gd name="connsiteY1548" fmla="*/ 337090 h 447675"/>
                <a:gd name="connsiteX1549" fmla="*/ 9906 w 600075"/>
                <a:gd name="connsiteY1549" fmla="*/ 336804 h 447675"/>
                <a:gd name="connsiteX1550" fmla="*/ 9144 w 600075"/>
                <a:gd name="connsiteY1550" fmla="*/ 335851 h 447675"/>
                <a:gd name="connsiteX1551" fmla="*/ 8858 w 600075"/>
                <a:gd name="connsiteY1551" fmla="*/ 335566 h 447675"/>
                <a:gd name="connsiteX1552" fmla="*/ 8477 w 600075"/>
                <a:gd name="connsiteY1552" fmla="*/ 335280 h 447675"/>
                <a:gd name="connsiteX1553" fmla="*/ 7906 w 600075"/>
                <a:gd name="connsiteY1553" fmla="*/ 335089 h 447675"/>
                <a:gd name="connsiteX1554" fmla="*/ 7429 w 600075"/>
                <a:gd name="connsiteY1554" fmla="*/ 335184 h 447675"/>
                <a:gd name="connsiteX1555" fmla="*/ 7048 w 600075"/>
                <a:gd name="connsiteY1555" fmla="*/ 335375 h 447675"/>
                <a:gd name="connsiteX1556" fmla="*/ 6572 w 600075"/>
                <a:gd name="connsiteY1556" fmla="*/ 336042 h 447675"/>
                <a:gd name="connsiteX1557" fmla="*/ 6382 w 600075"/>
                <a:gd name="connsiteY1557" fmla="*/ 341947 h 447675"/>
                <a:gd name="connsiteX1558" fmla="*/ 6763 w 600075"/>
                <a:gd name="connsiteY1558" fmla="*/ 342328 h 447675"/>
                <a:gd name="connsiteX1559" fmla="*/ 8763 w 600075"/>
                <a:gd name="connsiteY1559" fmla="*/ 341757 h 447675"/>
                <a:gd name="connsiteX1560" fmla="*/ 8763 w 600075"/>
                <a:gd name="connsiteY1560" fmla="*/ 342328 h 447675"/>
                <a:gd name="connsiteX1561" fmla="*/ 8096 w 600075"/>
                <a:gd name="connsiteY1561" fmla="*/ 343376 h 447675"/>
                <a:gd name="connsiteX1562" fmla="*/ 8477 w 600075"/>
                <a:gd name="connsiteY1562" fmla="*/ 344424 h 447675"/>
                <a:gd name="connsiteX1563" fmla="*/ 9525 w 600075"/>
                <a:gd name="connsiteY1563" fmla="*/ 344900 h 447675"/>
                <a:gd name="connsiteX1564" fmla="*/ 10858 w 600075"/>
                <a:gd name="connsiteY1564" fmla="*/ 344233 h 447675"/>
                <a:gd name="connsiteX1565" fmla="*/ 10763 w 600075"/>
                <a:gd name="connsiteY1565" fmla="*/ 348996 h 447675"/>
                <a:gd name="connsiteX1566" fmla="*/ 11049 w 600075"/>
                <a:gd name="connsiteY1566" fmla="*/ 351187 h 447675"/>
                <a:gd name="connsiteX1567" fmla="*/ 12001 w 600075"/>
                <a:gd name="connsiteY1567" fmla="*/ 352425 h 447675"/>
                <a:gd name="connsiteX1568" fmla="*/ 12573 w 600075"/>
                <a:gd name="connsiteY1568" fmla="*/ 352425 h 447675"/>
                <a:gd name="connsiteX1569" fmla="*/ 12763 w 600075"/>
                <a:gd name="connsiteY1569" fmla="*/ 351853 h 447675"/>
                <a:gd name="connsiteX1570" fmla="*/ 13049 w 600075"/>
                <a:gd name="connsiteY1570" fmla="*/ 351377 h 447675"/>
                <a:gd name="connsiteX1571" fmla="*/ 13716 w 600075"/>
                <a:gd name="connsiteY1571" fmla="*/ 350520 h 447675"/>
                <a:gd name="connsiteX1572" fmla="*/ 13716 w 600075"/>
                <a:gd name="connsiteY1572" fmla="*/ 350044 h 447675"/>
                <a:gd name="connsiteX1573" fmla="*/ 13145 w 600075"/>
                <a:gd name="connsiteY1573" fmla="*/ 350044 h 447675"/>
                <a:gd name="connsiteX1574" fmla="*/ 13145 w 600075"/>
                <a:gd name="connsiteY1574" fmla="*/ 349377 h 447675"/>
                <a:gd name="connsiteX1575" fmla="*/ 14192 w 600075"/>
                <a:gd name="connsiteY1575" fmla="*/ 348234 h 447675"/>
                <a:gd name="connsiteX1576" fmla="*/ 15621 w 600075"/>
                <a:gd name="connsiteY1576" fmla="*/ 350234 h 447675"/>
                <a:gd name="connsiteX1577" fmla="*/ 17907 w 600075"/>
                <a:gd name="connsiteY1577" fmla="*/ 350330 h 447675"/>
                <a:gd name="connsiteX1578" fmla="*/ 20383 w 600075"/>
                <a:gd name="connsiteY1578" fmla="*/ 349663 h 447675"/>
                <a:gd name="connsiteX1579" fmla="*/ 22479 w 600075"/>
                <a:gd name="connsiteY1579" fmla="*/ 349377 h 447675"/>
                <a:gd name="connsiteX1580" fmla="*/ 22479 w 600075"/>
                <a:gd name="connsiteY1580" fmla="*/ 350044 h 447675"/>
                <a:gd name="connsiteX1581" fmla="*/ 21146 w 600075"/>
                <a:gd name="connsiteY1581" fmla="*/ 350520 h 447675"/>
                <a:gd name="connsiteX1582" fmla="*/ 20955 w 600075"/>
                <a:gd name="connsiteY1582" fmla="*/ 351758 h 447675"/>
                <a:gd name="connsiteX1583" fmla="*/ 21622 w 600075"/>
                <a:gd name="connsiteY1583" fmla="*/ 352711 h 447675"/>
                <a:gd name="connsiteX1584" fmla="*/ 23050 w 600075"/>
                <a:gd name="connsiteY1584" fmla="*/ 352330 h 447675"/>
                <a:gd name="connsiteX1585" fmla="*/ 22193 w 600075"/>
                <a:gd name="connsiteY1585" fmla="*/ 354139 h 447675"/>
                <a:gd name="connsiteX1586" fmla="*/ 20383 w 600075"/>
                <a:gd name="connsiteY1586" fmla="*/ 356140 h 447675"/>
                <a:gd name="connsiteX1587" fmla="*/ 19336 w 600075"/>
                <a:gd name="connsiteY1587" fmla="*/ 358140 h 447675"/>
                <a:gd name="connsiteX1588" fmla="*/ 20860 w 600075"/>
                <a:gd name="connsiteY1588" fmla="*/ 359855 h 447675"/>
                <a:gd name="connsiteX1589" fmla="*/ 20860 w 600075"/>
                <a:gd name="connsiteY1589" fmla="*/ 360521 h 447675"/>
                <a:gd name="connsiteX1590" fmla="*/ 14288 w 600075"/>
                <a:gd name="connsiteY1590" fmla="*/ 361093 h 447675"/>
                <a:gd name="connsiteX1591" fmla="*/ 12287 w 600075"/>
                <a:gd name="connsiteY1591" fmla="*/ 360997 h 447675"/>
                <a:gd name="connsiteX1592" fmla="*/ 11621 w 600075"/>
                <a:gd name="connsiteY1592" fmla="*/ 361093 h 447675"/>
                <a:gd name="connsiteX1593" fmla="*/ 11335 w 600075"/>
                <a:gd name="connsiteY1593" fmla="*/ 361569 h 447675"/>
                <a:gd name="connsiteX1594" fmla="*/ 11335 w 600075"/>
                <a:gd name="connsiteY1594" fmla="*/ 362331 h 447675"/>
                <a:gd name="connsiteX1595" fmla="*/ 11049 w 600075"/>
                <a:gd name="connsiteY1595" fmla="*/ 362998 h 447675"/>
                <a:gd name="connsiteX1596" fmla="*/ 10001 w 600075"/>
                <a:gd name="connsiteY1596" fmla="*/ 363379 h 447675"/>
                <a:gd name="connsiteX1597" fmla="*/ 10001 w 600075"/>
                <a:gd name="connsiteY1597" fmla="*/ 362426 h 447675"/>
                <a:gd name="connsiteX1598" fmla="*/ 9715 w 600075"/>
                <a:gd name="connsiteY1598" fmla="*/ 361664 h 447675"/>
                <a:gd name="connsiteX1599" fmla="*/ 9144 w 600075"/>
                <a:gd name="connsiteY1599" fmla="*/ 361188 h 447675"/>
                <a:gd name="connsiteX1600" fmla="*/ 8287 w 600075"/>
                <a:gd name="connsiteY1600" fmla="*/ 360997 h 447675"/>
                <a:gd name="connsiteX1601" fmla="*/ 8954 w 600075"/>
                <a:gd name="connsiteY1601" fmla="*/ 364141 h 447675"/>
                <a:gd name="connsiteX1602" fmla="*/ 8954 w 600075"/>
                <a:gd name="connsiteY1602" fmla="*/ 365760 h 447675"/>
                <a:gd name="connsiteX1603" fmla="*/ 8287 w 600075"/>
                <a:gd name="connsiteY1603" fmla="*/ 366808 h 447675"/>
                <a:gd name="connsiteX1604" fmla="*/ 8287 w 600075"/>
                <a:gd name="connsiteY1604" fmla="*/ 367379 h 447675"/>
                <a:gd name="connsiteX1605" fmla="*/ 8668 w 600075"/>
                <a:gd name="connsiteY1605" fmla="*/ 368236 h 447675"/>
                <a:gd name="connsiteX1606" fmla="*/ 8858 w 600075"/>
                <a:gd name="connsiteY1606" fmla="*/ 372999 h 447675"/>
                <a:gd name="connsiteX1607" fmla="*/ 8382 w 600075"/>
                <a:gd name="connsiteY1607" fmla="*/ 373951 h 447675"/>
                <a:gd name="connsiteX1608" fmla="*/ 7429 w 600075"/>
                <a:gd name="connsiteY1608" fmla="*/ 374904 h 447675"/>
                <a:gd name="connsiteX1609" fmla="*/ 6763 w 600075"/>
                <a:gd name="connsiteY1609" fmla="*/ 376047 h 447675"/>
                <a:gd name="connsiteX1610" fmla="*/ 7144 w 600075"/>
                <a:gd name="connsiteY1610" fmla="*/ 377380 h 447675"/>
                <a:gd name="connsiteX1611" fmla="*/ 5905 w 600075"/>
                <a:gd name="connsiteY1611" fmla="*/ 376999 h 447675"/>
                <a:gd name="connsiteX1612" fmla="*/ 5239 w 600075"/>
                <a:gd name="connsiteY1612" fmla="*/ 376238 h 447675"/>
                <a:gd name="connsiteX1613" fmla="*/ 4572 w 600075"/>
                <a:gd name="connsiteY1613" fmla="*/ 375761 h 447675"/>
                <a:gd name="connsiteX1614" fmla="*/ 3334 w 600075"/>
                <a:gd name="connsiteY1614" fmla="*/ 376142 h 447675"/>
                <a:gd name="connsiteX1615" fmla="*/ 2667 w 600075"/>
                <a:gd name="connsiteY1615" fmla="*/ 376809 h 447675"/>
                <a:gd name="connsiteX1616" fmla="*/ 1143 w 600075"/>
                <a:gd name="connsiteY1616" fmla="*/ 379476 h 447675"/>
                <a:gd name="connsiteX1617" fmla="*/ 667 w 600075"/>
                <a:gd name="connsiteY1617" fmla="*/ 380809 h 447675"/>
                <a:gd name="connsiteX1618" fmla="*/ 1905 w 600075"/>
                <a:gd name="connsiteY1618" fmla="*/ 382238 h 447675"/>
                <a:gd name="connsiteX1619" fmla="*/ 3048 w 600075"/>
                <a:gd name="connsiteY1619" fmla="*/ 384238 h 447675"/>
                <a:gd name="connsiteX1620" fmla="*/ 3810 w 600075"/>
                <a:gd name="connsiteY1620" fmla="*/ 386429 h 447675"/>
                <a:gd name="connsiteX1621" fmla="*/ 4000 w 600075"/>
                <a:gd name="connsiteY1621" fmla="*/ 388430 h 447675"/>
                <a:gd name="connsiteX1622" fmla="*/ 3715 w 600075"/>
                <a:gd name="connsiteY1622" fmla="*/ 388239 h 447675"/>
                <a:gd name="connsiteX1623" fmla="*/ 3143 w 600075"/>
                <a:gd name="connsiteY1623" fmla="*/ 388048 h 447675"/>
                <a:gd name="connsiteX1624" fmla="*/ 2857 w 600075"/>
                <a:gd name="connsiteY1624" fmla="*/ 387858 h 447675"/>
                <a:gd name="connsiteX1625" fmla="*/ 1524 w 600075"/>
                <a:gd name="connsiteY1625" fmla="*/ 391763 h 447675"/>
                <a:gd name="connsiteX1626" fmla="*/ 1429 w 600075"/>
                <a:gd name="connsiteY1626" fmla="*/ 393478 h 447675"/>
                <a:gd name="connsiteX1627" fmla="*/ 2381 w 600075"/>
                <a:gd name="connsiteY1627" fmla="*/ 394811 h 447675"/>
                <a:gd name="connsiteX1628" fmla="*/ 0 w 600075"/>
                <a:gd name="connsiteY1628" fmla="*/ 397478 h 447675"/>
                <a:gd name="connsiteX1629" fmla="*/ 381 w 600075"/>
                <a:gd name="connsiteY1629" fmla="*/ 401479 h 447675"/>
                <a:gd name="connsiteX1630" fmla="*/ 2286 w 600075"/>
                <a:gd name="connsiteY1630" fmla="*/ 405384 h 447675"/>
                <a:gd name="connsiteX1631" fmla="*/ 4572 w 600075"/>
                <a:gd name="connsiteY1631" fmla="*/ 407765 h 447675"/>
                <a:gd name="connsiteX1632" fmla="*/ 3715 w 600075"/>
                <a:gd name="connsiteY1632" fmla="*/ 405765 h 447675"/>
                <a:gd name="connsiteX1633" fmla="*/ 3524 w 600075"/>
                <a:gd name="connsiteY1633" fmla="*/ 404908 h 447675"/>
                <a:gd name="connsiteX1634" fmla="*/ 4286 w 600075"/>
                <a:gd name="connsiteY1634" fmla="*/ 405574 h 447675"/>
                <a:gd name="connsiteX1635" fmla="*/ 5429 w 600075"/>
                <a:gd name="connsiteY1635" fmla="*/ 407194 h 447675"/>
                <a:gd name="connsiteX1636" fmla="*/ 6287 w 600075"/>
                <a:gd name="connsiteY1636" fmla="*/ 407860 h 447675"/>
                <a:gd name="connsiteX1637" fmla="*/ 5715 w 600075"/>
                <a:gd name="connsiteY1637" fmla="*/ 403860 h 447675"/>
                <a:gd name="connsiteX1638" fmla="*/ 6191 w 600075"/>
                <a:gd name="connsiteY1638" fmla="*/ 403003 h 447675"/>
                <a:gd name="connsiteX1639" fmla="*/ 6763 w 600075"/>
                <a:gd name="connsiteY1639" fmla="*/ 402812 h 447675"/>
                <a:gd name="connsiteX1640" fmla="*/ 7334 w 600075"/>
                <a:gd name="connsiteY1640" fmla="*/ 403193 h 447675"/>
                <a:gd name="connsiteX1641" fmla="*/ 7811 w 600075"/>
                <a:gd name="connsiteY1641" fmla="*/ 403955 h 447675"/>
                <a:gd name="connsiteX1642" fmla="*/ 7811 w 600075"/>
                <a:gd name="connsiteY1642" fmla="*/ 404526 h 447675"/>
                <a:gd name="connsiteX1643" fmla="*/ 7239 w 600075"/>
                <a:gd name="connsiteY1643" fmla="*/ 404526 h 447675"/>
                <a:gd name="connsiteX1644" fmla="*/ 7239 w 600075"/>
                <a:gd name="connsiteY1644" fmla="*/ 405098 h 447675"/>
                <a:gd name="connsiteX1645" fmla="*/ 8954 w 600075"/>
                <a:gd name="connsiteY1645" fmla="*/ 406813 h 447675"/>
                <a:gd name="connsiteX1646" fmla="*/ 8954 w 600075"/>
                <a:gd name="connsiteY1646" fmla="*/ 407480 h 447675"/>
                <a:gd name="connsiteX1647" fmla="*/ 7906 w 600075"/>
                <a:gd name="connsiteY1647" fmla="*/ 408051 h 447675"/>
                <a:gd name="connsiteX1648" fmla="*/ 7715 w 600075"/>
                <a:gd name="connsiteY1648" fmla="*/ 409289 h 447675"/>
                <a:gd name="connsiteX1649" fmla="*/ 8096 w 600075"/>
                <a:gd name="connsiteY1649" fmla="*/ 410623 h 447675"/>
                <a:gd name="connsiteX1650" fmla="*/ 8858 w 600075"/>
                <a:gd name="connsiteY1650" fmla="*/ 411480 h 447675"/>
                <a:gd name="connsiteX1651" fmla="*/ 7525 w 600075"/>
                <a:gd name="connsiteY1651" fmla="*/ 412909 h 447675"/>
                <a:gd name="connsiteX1652" fmla="*/ 7811 w 600075"/>
                <a:gd name="connsiteY1652" fmla="*/ 414623 h 447675"/>
                <a:gd name="connsiteX1653" fmla="*/ 9906 w 600075"/>
                <a:gd name="connsiteY1653" fmla="*/ 417957 h 447675"/>
                <a:gd name="connsiteX1654" fmla="*/ 10478 w 600075"/>
                <a:gd name="connsiteY1654" fmla="*/ 417957 h 447675"/>
                <a:gd name="connsiteX1655" fmla="*/ 11049 w 600075"/>
                <a:gd name="connsiteY1655" fmla="*/ 416623 h 447675"/>
                <a:gd name="connsiteX1656" fmla="*/ 12097 w 600075"/>
                <a:gd name="connsiteY1656" fmla="*/ 416433 h 447675"/>
                <a:gd name="connsiteX1657" fmla="*/ 13335 w 600075"/>
                <a:gd name="connsiteY1657" fmla="*/ 416433 h 447675"/>
                <a:gd name="connsiteX1658" fmla="*/ 15335 w 600075"/>
                <a:gd name="connsiteY1658" fmla="*/ 415385 h 447675"/>
                <a:gd name="connsiteX1659" fmla="*/ 15812 w 600075"/>
                <a:gd name="connsiteY1659" fmla="*/ 415766 h 447675"/>
                <a:gd name="connsiteX1660" fmla="*/ 15907 w 600075"/>
                <a:gd name="connsiteY1660" fmla="*/ 416433 h 447675"/>
                <a:gd name="connsiteX1661" fmla="*/ 15621 w 600075"/>
                <a:gd name="connsiteY1661" fmla="*/ 416719 h 447675"/>
                <a:gd name="connsiteX1662" fmla="*/ 15240 w 600075"/>
                <a:gd name="connsiteY1662" fmla="*/ 416909 h 447675"/>
                <a:gd name="connsiteX1663" fmla="*/ 14859 w 600075"/>
                <a:gd name="connsiteY1663" fmla="*/ 417385 h 447675"/>
                <a:gd name="connsiteX1664" fmla="*/ 14478 w 600075"/>
                <a:gd name="connsiteY1664" fmla="*/ 417957 h 447675"/>
                <a:gd name="connsiteX1665" fmla="*/ 14288 w 600075"/>
                <a:gd name="connsiteY1665" fmla="*/ 418433 h 447675"/>
                <a:gd name="connsiteX1666" fmla="*/ 13906 w 600075"/>
                <a:gd name="connsiteY1666" fmla="*/ 418052 h 447675"/>
                <a:gd name="connsiteX1667" fmla="*/ 13430 w 600075"/>
                <a:gd name="connsiteY1667" fmla="*/ 417671 h 447675"/>
                <a:gd name="connsiteX1668" fmla="*/ 13240 w 600075"/>
                <a:gd name="connsiteY1668" fmla="*/ 417290 h 447675"/>
                <a:gd name="connsiteX1669" fmla="*/ 12001 w 600075"/>
                <a:gd name="connsiteY1669" fmla="*/ 418433 h 447675"/>
                <a:gd name="connsiteX1670" fmla="*/ 11430 w 600075"/>
                <a:gd name="connsiteY1670" fmla="*/ 418814 h 447675"/>
                <a:gd name="connsiteX1671" fmla="*/ 10763 w 600075"/>
                <a:gd name="connsiteY1671" fmla="*/ 419005 h 447675"/>
                <a:gd name="connsiteX1672" fmla="*/ 9811 w 600075"/>
                <a:gd name="connsiteY1672" fmla="*/ 418814 h 447675"/>
                <a:gd name="connsiteX1673" fmla="*/ 9334 w 600075"/>
                <a:gd name="connsiteY1673" fmla="*/ 418433 h 447675"/>
                <a:gd name="connsiteX1674" fmla="*/ 8954 w 600075"/>
                <a:gd name="connsiteY1674" fmla="*/ 418243 h 447675"/>
                <a:gd name="connsiteX1675" fmla="*/ 8191 w 600075"/>
                <a:gd name="connsiteY1675" fmla="*/ 418433 h 447675"/>
                <a:gd name="connsiteX1676" fmla="*/ 7048 w 600075"/>
                <a:gd name="connsiteY1676" fmla="*/ 419386 h 447675"/>
                <a:gd name="connsiteX1677" fmla="*/ 6953 w 600075"/>
                <a:gd name="connsiteY1677" fmla="*/ 420529 h 447675"/>
                <a:gd name="connsiteX1678" fmla="*/ 7048 w 600075"/>
                <a:gd name="connsiteY1678" fmla="*/ 421767 h 447675"/>
                <a:gd name="connsiteX1679" fmla="*/ 6572 w 600075"/>
                <a:gd name="connsiteY1679" fmla="*/ 423100 h 447675"/>
                <a:gd name="connsiteX1680" fmla="*/ 8954 w 600075"/>
                <a:gd name="connsiteY1680" fmla="*/ 423005 h 447675"/>
                <a:gd name="connsiteX1681" fmla="*/ 11049 w 600075"/>
                <a:gd name="connsiteY1681" fmla="*/ 424243 h 447675"/>
                <a:gd name="connsiteX1682" fmla="*/ 12382 w 600075"/>
                <a:gd name="connsiteY1682" fmla="*/ 426530 h 447675"/>
                <a:gd name="connsiteX1683" fmla="*/ 12573 w 600075"/>
                <a:gd name="connsiteY1683" fmla="*/ 429482 h 447675"/>
                <a:gd name="connsiteX1684" fmla="*/ 13145 w 600075"/>
                <a:gd name="connsiteY1684" fmla="*/ 429482 h 447675"/>
                <a:gd name="connsiteX1685" fmla="*/ 14192 w 600075"/>
                <a:gd name="connsiteY1685" fmla="*/ 425958 h 447675"/>
                <a:gd name="connsiteX1686" fmla="*/ 14764 w 600075"/>
                <a:gd name="connsiteY1686" fmla="*/ 425958 h 447675"/>
                <a:gd name="connsiteX1687" fmla="*/ 14478 w 600075"/>
                <a:gd name="connsiteY1687" fmla="*/ 427196 h 447675"/>
                <a:gd name="connsiteX1688" fmla="*/ 14383 w 600075"/>
                <a:gd name="connsiteY1688" fmla="*/ 429196 h 447675"/>
                <a:gd name="connsiteX1689" fmla="*/ 14192 w 600075"/>
                <a:gd name="connsiteY1689" fmla="*/ 430054 h 447675"/>
                <a:gd name="connsiteX1690" fmla="*/ 13906 w 600075"/>
                <a:gd name="connsiteY1690" fmla="*/ 430339 h 447675"/>
                <a:gd name="connsiteX1691" fmla="*/ 13430 w 600075"/>
                <a:gd name="connsiteY1691" fmla="*/ 430339 h 447675"/>
                <a:gd name="connsiteX1692" fmla="*/ 12954 w 600075"/>
                <a:gd name="connsiteY1692" fmla="*/ 430530 h 447675"/>
                <a:gd name="connsiteX1693" fmla="*/ 12573 w 600075"/>
                <a:gd name="connsiteY1693" fmla="*/ 431292 h 447675"/>
                <a:gd name="connsiteX1694" fmla="*/ 12478 w 600075"/>
                <a:gd name="connsiteY1694" fmla="*/ 432149 h 447675"/>
                <a:gd name="connsiteX1695" fmla="*/ 12668 w 600075"/>
                <a:gd name="connsiteY1695" fmla="*/ 432721 h 447675"/>
                <a:gd name="connsiteX1696" fmla="*/ 13145 w 600075"/>
                <a:gd name="connsiteY1696" fmla="*/ 433197 h 447675"/>
                <a:gd name="connsiteX1697" fmla="*/ 13716 w 600075"/>
                <a:gd name="connsiteY1697" fmla="*/ 433673 h 447675"/>
                <a:gd name="connsiteX1698" fmla="*/ 14859 w 600075"/>
                <a:gd name="connsiteY1698" fmla="*/ 434149 h 447675"/>
                <a:gd name="connsiteX1699" fmla="*/ 17526 w 600075"/>
                <a:gd name="connsiteY1699" fmla="*/ 434435 h 447675"/>
                <a:gd name="connsiteX1700" fmla="*/ 18574 w 600075"/>
                <a:gd name="connsiteY1700" fmla="*/ 434911 h 447675"/>
                <a:gd name="connsiteX1701" fmla="*/ 19145 w 600075"/>
                <a:gd name="connsiteY1701" fmla="*/ 435578 h 447675"/>
                <a:gd name="connsiteX1702" fmla="*/ 19717 w 600075"/>
                <a:gd name="connsiteY1702" fmla="*/ 436721 h 447675"/>
                <a:gd name="connsiteX1703" fmla="*/ 20098 w 600075"/>
                <a:gd name="connsiteY1703" fmla="*/ 437959 h 447675"/>
                <a:gd name="connsiteX1704" fmla="*/ 20288 w 600075"/>
                <a:gd name="connsiteY1704" fmla="*/ 439007 h 447675"/>
                <a:gd name="connsiteX1705" fmla="*/ 21050 w 600075"/>
                <a:gd name="connsiteY1705" fmla="*/ 438150 h 447675"/>
                <a:gd name="connsiteX1706" fmla="*/ 21241 w 600075"/>
                <a:gd name="connsiteY1706" fmla="*/ 436721 h 447675"/>
                <a:gd name="connsiteX1707" fmla="*/ 21336 w 600075"/>
                <a:gd name="connsiteY1707" fmla="*/ 433768 h 447675"/>
                <a:gd name="connsiteX1708" fmla="*/ 21907 w 600075"/>
                <a:gd name="connsiteY1708" fmla="*/ 435197 h 447675"/>
                <a:gd name="connsiteX1709" fmla="*/ 22003 w 600075"/>
                <a:gd name="connsiteY1709" fmla="*/ 436531 h 447675"/>
                <a:gd name="connsiteX1710" fmla="*/ 22384 w 600075"/>
                <a:gd name="connsiteY1710" fmla="*/ 437674 h 447675"/>
                <a:gd name="connsiteX1711" fmla="*/ 23527 w 600075"/>
                <a:gd name="connsiteY1711" fmla="*/ 438436 h 447675"/>
                <a:gd name="connsiteX1712" fmla="*/ 23527 w 600075"/>
                <a:gd name="connsiteY1712" fmla="*/ 437769 h 447675"/>
                <a:gd name="connsiteX1713" fmla="*/ 23717 w 600075"/>
                <a:gd name="connsiteY1713" fmla="*/ 437197 h 447675"/>
                <a:gd name="connsiteX1714" fmla="*/ 23908 w 600075"/>
                <a:gd name="connsiteY1714" fmla="*/ 436721 h 447675"/>
                <a:gd name="connsiteX1715" fmla="*/ 24098 w 600075"/>
                <a:gd name="connsiteY1715" fmla="*/ 436150 h 447675"/>
                <a:gd name="connsiteX1716" fmla="*/ 24670 w 600075"/>
                <a:gd name="connsiteY1716" fmla="*/ 437293 h 447675"/>
                <a:gd name="connsiteX1717" fmla="*/ 25622 w 600075"/>
                <a:gd name="connsiteY1717" fmla="*/ 438245 h 447675"/>
                <a:gd name="connsiteX1718" fmla="*/ 27718 w 600075"/>
                <a:gd name="connsiteY1718" fmla="*/ 439864 h 447675"/>
                <a:gd name="connsiteX1719" fmla="*/ 28194 w 600075"/>
                <a:gd name="connsiteY1719" fmla="*/ 441198 h 447675"/>
                <a:gd name="connsiteX1720" fmla="*/ 27432 w 600075"/>
                <a:gd name="connsiteY1720" fmla="*/ 442626 h 447675"/>
                <a:gd name="connsiteX1721" fmla="*/ 26384 w 600075"/>
                <a:gd name="connsiteY1721" fmla="*/ 443960 h 447675"/>
                <a:gd name="connsiteX1722" fmla="*/ 25813 w 600075"/>
                <a:gd name="connsiteY1722" fmla="*/ 445008 h 447675"/>
                <a:gd name="connsiteX1723" fmla="*/ 25527 w 600075"/>
                <a:gd name="connsiteY1723" fmla="*/ 446722 h 447675"/>
                <a:gd name="connsiteX1724" fmla="*/ 24955 w 600075"/>
                <a:gd name="connsiteY1724" fmla="*/ 446437 h 447675"/>
                <a:gd name="connsiteX1725" fmla="*/ 23622 w 600075"/>
                <a:gd name="connsiteY1725" fmla="*/ 444055 h 447675"/>
                <a:gd name="connsiteX1726" fmla="*/ 22670 w 600075"/>
                <a:gd name="connsiteY1726" fmla="*/ 442913 h 447675"/>
                <a:gd name="connsiteX1727" fmla="*/ 20193 w 600075"/>
                <a:gd name="connsiteY1727" fmla="*/ 441007 h 447675"/>
                <a:gd name="connsiteX1728" fmla="*/ 19240 w 600075"/>
                <a:gd name="connsiteY1728" fmla="*/ 439959 h 447675"/>
                <a:gd name="connsiteX1729" fmla="*/ 18669 w 600075"/>
                <a:gd name="connsiteY1729" fmla="*/ 439959 h 447675"/>
                <a:gd name="connsiteX1730" fmla="*/ 18479 w 600075"/>
                <a:gd name="connsiteY1730" fmla="*/ 440817 h 447675"/>
                <a:gd name="connsiteX1731" fmla="*/ 18002 w 600075"/>
                <a:gd name="connsiteY1731" fmla="*/ 441388 h 447675"/>
                <a:gd name="connsiteX1732" fmla="*/ 17240 w 600075"/>
                <a:gd name="connsiteY1732" fmla="*/ 441674 h 447675"/>
                <a:gd name="connsiteX1733" fmla="*/ 16192 w 600075"/>
                <a:gd name="connsiteY1733" fmla="*/ 441769 h 447675"/>
                <a:gd name="connsiteX1734" fmla="*/ 16002 w 600075"/>
                <a:gd name="connsiteY1734" fmla="*/ 442055 h 447675"/>
                <a:gd name="connsiteX1735" fmla="*/ 18193 w 600075"/>
                <a:gd name="connsiteY1735" fmla="*/ 444055 h 447675"/>
                <a:gd name="connsiteX1736" fmla="*/ 16954 w 600075"/>
                <a:gd name="connsiteY1736" fmla="*/ 444627 h 447675"/>
                <a:gd name="connsiteX1737" fmla="*/ 17907 w 600075"/>
                <a:gd name="connsiteY1737" fmla="*/ 445484 h 447675"/>
                <a:gd name="connsiteX1738" fmla="*/ 20383 w 600075"/>
                <a:gd name="connsiteY1738" fmla="*/ 446722 h 447675"/>
                <a:gd name="connsiteX1739" fmla="*/ 20574 w 600075"/>
                <a:gd name="connsiteY1739" fmla="*/ 447580 h 447675"/>
                <a:gd name="connsiteX1740" fmla="*/ 21336 w 600075"/>
                <a:gd name="connsiteY1740" fmla="*/ 448913 h 447675"/>
                <a:gd name="connsiteX1741" fmla="*/ 21526 w 600075"/>
                <a:gd name="connsiteY1741" fmla="*/ 449675 h 447675"/>
                <a:gd name="connsiteX1742" fmla="*/ 21336 w 600075"/>
                <a:gd name="connsiteY1742" fmla="*/ 451675 h 447675"/>
                <a:gd name="connsiteX1743" fmla="*/ 20955 w 600075"/>
                <a:gd name="connsiteY1743" fmla="*/ 453485 h 447675"/>
                <a:gd name="connsiteX1744" fmla="*/ 20764 w 600075"/>
                <a:gd name="connsiteY1744" fmla="*/ 453771 h 447675"/>
                <a:gd name="connsiteX1745" fmla="*/ 20383 w 600075"/>
                <a:gd name="connsiteY1745" fmla="*/ 454628 h 447675"/>
                <a:gd name="connsiteX1746" fmla="*/ 20193 w 600075"/>
                <a:gd name="connsiteY1746" fmla="*/ 455581 h 447675"/>
                <a:gd name="connsiteX1747" fmla="*/ 20383 w 600075"/>
                <a:gd name="connsiteY1747" fmla="*/ 456343 h 447675"/>
                <a:gd name="connsiteX1748" fmla="*/ 20955 w 600075"/>
                <a:gd name="connsiteY1748" fmla="*/ 456438 h 447675"/>
                <a:gd name="connsiteX1749" fmla="*/ 21717 w 600075"/>
                <a:gd name="connsiteY1749" fmla="*/ 455962 h 447675"/>
                <a:gd name="connsiteX1750" fmla="*/ 22288 w 600075"/>
                <a:gd name="connsiteY1750" fmla="*/ 455295 h 447675"/>
                <a:gd name="connsiteX1751" fmla="*/ 22574 w 600075"/>
                <a:gd name="connsiteY1751" fmla="*/ 454914 h 447675"/>
                <a:gd name="connsiteX1752" fmla="*/ 23050 w 600075"/>
                <a:gd name="connsiteY1752" fmla="*/ 453580 h 447675"/>
                <a:gd name="connsiteX1753" fmla="*/ 24289 w 600075"/>
                <a:gd name="connsiteY1753" fmla="*/ 452818 h 447675"/>
                <a:gd name="connsiteX1754" fmla="*/ 26384 w 600075"/>
                <a:gd name="connsiteY1754" fmla="*/ 452342 h 447675"/>
                <a:gd name="connsiteX1755" fmla="*/ 26289 w 600075"/>
                <a:gd name="connsiteY1755" fmla="*/ 452438 h 447675"/>
                <a:gd name="connsiteX1756" fmla="*/ 26575 w 600075"/>
                <a:gd name="connsiteY1756" fmla="*/ 452628 h 447675"/>
                <a:gd name="connsiteX1757" fmla="*/ 27051 w 600075"/>
                <a:gd name="connsiteY1757" fmla="*/ 452818 h 447675"/>
                <a:gd name="connsiteX1758" fmla="*/ 27432 w 600075"/>
                <a:gd name="connsiteY1758" fmla="*/ 452818 h 447675"/>
                <a:gd name="connsiteX1759" fmla="*/ 27908 w 600075"/>
                <a:gd name="connsiteY1759" fmla="*/ 452533 h 447675"/>
                <a:gd name="connsiteX1760" fmla="*/ 28670 w 600075"/>
                <a:gd name="connsiteY1760" fmla="*/ 451390 h 447675"/>
                <a:gd name="connsiteX1761" fmla="*/ 29146 w 600075"/>
                <a:gd name="connsiteY1761" fmla="*/ 451104 h 447675"/>
                <a:gd name="connsiteX1762" fmla="*/ 30004 w 600075"/>
                <a:gd name="connsiteY1762" fmla="*/ 451009 h 447675"/>
                <a:gd name="connsiteX1763" fmla="*/ 30861 w 600075"/>
                <a:gd name="connsiteY1763" fmla="*/ 451104 h 447675"/>
                <a:gd name="connsiteX1764" fmla="*/ 31528 w 600075"/>
                <a:gd name="connsiteY1764" fmla="*/ 451390 h 447675"/>
                <a:gd name="connsiteX1765" fmla="*/ 31813 w 600075"/>
                <a:gd name="connsiteY1765" fmla="*/ 451866 h 447675"/>
                <a:gd name="connsiteX1766" fmla="*/ 32004 w 600075"/>
                <a:gd name="connsiteY1766" fmla="*/ 452438 h 447675"/>
                <a:gd name="connsiteX1767" fmla="*/ 32480 w 600075"/>
                <a:gd name="connsiteY1767" fmla="*/ 452914 h 447675"/>
                <a:gd name="connsiteX1768" fmla="*/ 33147 w 600075"/>
                <a:gd name="connsiteY1768" fmla="*/ 453199 h 447675"/>
                <a:gd name="connsiteX1769" fmla="*/ 33814 w 600075"/>
                <a:gd name="connsiteY1769" fmla="*/ 453295 h 447675"/>
                <a:gd name="connsiteX1770" fmla="*/ 34385 w 600075"/>
                <a:gd name="connsiteY1770" fmla="*/ 453580 h 447675"/>
                <a:gd name="connsiteX1771" fmla="*/ 35719 w 600075"/>
                <a:gd name="connsiteY1771" fmla="*/ 455105 h 447675"/>
                <a:gd name="connsiteX1772" fmla="*/ 37147 w 600075"/>
                <a:gd name="connsiteY1772" fmla="*/ 455485 h 447675"/>
                <a:gd name="connsiteX1773" fmla="*/ 42005 w 600075"/>
                <a:gd name="connsiteY1773" fmla="*/ 455105 h 447675"/>
                <a:gd name="connsiteX1774" fmla="*/ 42291 w 600075"/>
                <a:gd name="connsiteY1774" fmla="*/ 454819 h 447675"/>
                <a:gd name="connsiteX1775" fmla="*/ 42386 w 600075"/>
                <a:gd name="connsiteY1775" fmla="*/ 454247 h 447675"/>
                <a:gd name="connsiteX1776" fmla="*/ 42672 w 600075"/>
                <a:gd name="connsiteY1776" fmla="*/ 453676 h 447675"/>
                <a:gd name="connsiteX1777" fmla="*/ 43624 w 600075"/>
                <a:gd name="connsiteY1777" fmla="*/ 453390 h 447675"/>
                <a:gd name="connsiteX1778" fmla="*/ 45911 w 600075"/>
                <a:gd name="connsiteY1778" fmla="*/ 453295 h 447675"/>
                <a:gd name="connsiteX1779" fmla="*/ 46577 w 600075"/>
                <a:gd name="connsiteY1779" fmla="*/ 453390 h 447675"/>
                <a:gd name="connsiteX1780" fmla="*/ 47434 w 600075"/>
                <a:gd name="connsiteY1780" fmla="*/ 453771 h 447675"/>
                <a:gd name="connsiteX1781" fmla="*/ 48196 w 600075"/>
                <a:gd name="connsiteY1781" fmla="*/ 454247 h 447675"/>
                <a:gd name="connsiteX1782" fmla="*/ 49339 w 600075"/>
                <a:gd name="connsiteY1782" fmla="*/ 455200 h 447675"/>
                <a:gd name="connsiteX1783" fmla="*/ 50482 w 600075"/>
                <a:gd name="connsiteY1783" fmla="*/ 454342 h 447675"/>
                <a:gd name="connsiteX1784" fmla="*/ 52578 w 600075"/>
                <a:gd name="connsiteY1784" fmla="*/ 453771 h 447675"/>
                <a:gd name="connsiteX1785" fmla="*/ 54578 w 600075"/>
                <a:gd name="connsiteY1785" fmla="*/ 453009 h 447675"/>
                <a:gd name="connsiteX1786" fmla="*/ 55436 w 600075"/>
                <a:gd name="connsiteY1786" fmla="*/ 451485 h 447675"/>
                <a:gd name="connsiteX1787" fmla="*/ 56007 w 600075"/>
                <a:gd name="connsiteY1787" fmla="*/ 450818 h 447675"/>
                <a:gd name="connsiteX1788" fmla="*/ 57150 w 600075"/>
                <a:gd name="connsiteY1788" fmla="*/ 450818 h 447675"/>
                <a:gd name="connsiteX1789" fmla="*/ 59055 w 600075"/>
                <a:gd name="connsiteY1789" fmla="*/ 451199 h 447675"/>
                <a:gd name="connsiteX1790" fmla="*/ 59626 w 600075"/>
                <a:gd name="connsiteY1790" fmla="*/ 450818 h 447675"/>
                <a:gd name="connsiteX1791" fmla="*/ 63722 w 600075"/>
                <a:gd name="connsiteY1791" fmla="*/ 445960 h 447675"/>
                <a:gd name="connsiteX1792" fmla="*/ 65056 w 600075"/>
                <a:gd name="connsiteY1792" fmla="*/ 442913 h 447675"/>
                <a:gd name="connsiteX1793" fmla="*/ 65627 w 600075"/>
                <a:gd name="connsiteY1793" fmla="*/ 442436 h 447675"/>
                <a:gd name="connsiteX1794" fmla="*/ 67151 w 600075"/>
                <a:gd name="connsiteY1794" fmla="*/ 441674 h 447675"/>
                <a:gd name="connsiteX1795" fmla="*/ 68199 w 600075"/>
                <a:gd name="connsiteY1795" fmla="*/ 439769 h 447675"/>
                <a:gd name="connsiteX1796" fmla="*/ 69723 w 600075"/>
                <a:gd name="connsiteY1796" fmla="*/ 436055 h 447675"/>
                <a:gd name="connsiteX1797" fmla="*/ 67913 w 600075"/>
                <a:gd name="connsiteY1797" fmla="*/ 431863 h 447675"/>
                <a:gd name="connsiteX1798" fmla="*/ 66580 w 600075"/>
                <a:gd name="connsiteY1798" fmla="*/ 429673 h 447675"/>
                <a:gd name="connsiteX1799" fmla="*/ 65246 w 600075"/>
                <a:gd name="connsiteY1799" fmla="*/ 428434 h 447675"/>
                <a:gd name="connsiteX1800" fmla="*/ 64770 w 600075"/>
                <a:gd name="connsiteY1800" fmla="*/ 428339 h 447675"/>
                <a:gd name="connsiteX1801" fmla="*/ 63627 w 600075"/>
                <a:gd name="connsiteY1801" fmla="*/ 428434 h 447675"/>
                <a:gd name="connsiteX1802" fmla="*/ 63151 w 600075"/>
                <a:gd name="connsiteY1802" fmla="*/ 428434 h 447675"/>
                <a:gd name="connsiteX1803" fmla="*/ 62484 w 600075"/>
                <a:gd name="connsiteY1803" fmla="*/ 428149 h 447675"/>
                <a:gd name="connsiteX1804" fmla="*/ 61055 w 600075"/>
                <a:gd name="connsiteY1804" fmla="*/ 427387 h 447675"/>
                <a:gd name="connsiteX1805" fmla="*/ 59722 w 600075"/>
                <a:gd name="connsiteY1805" fmla="*/ 426910 h 447675"/>
                <a:gd name="connsiteX1806" fmla="*/ 58864 w 600075"/>
                <a:gd name="connsiteY1806" fmla="*/ 426148 h 447675"/>
                <a:gd name="connsiteX1807" fmla="*/ 58388 w 600075"/>
                <a:gd name="connsiteY1807" fmla="*/ 425196 h 447675"/>
                <a:gd name="connsiteX1808" fmla="*/ 58769 w 600075"/>
                <a:gd name="connsiteY1808" fmla="*/ 424434 h 447675"/>
                <a:gd name="connsiteX1809" fmla="*/ 58103 w 600075"/>
                <a:gd name="connsiteY1809" fmla="*/ 423576 h 447675"/>
                <a:gd name="connsiteX1810" fmla="*/ 57436 w 600075"/>
                <a:gd name="connsiteY1810" fmla="*/ 422910 h 447675"/>
                <a:gd name="connsiteX1811" fmla="*/ 56769 w 600075"/>
                <a:gd name="connsiteY1811" fmla="*/ 422815 h 447675"/>
                <a:gd name="connsiteX1812" fmla="*/ 56007 w 600075"/>
                <a:gd name="connsiteY1812" fmla="*/ 423863 h 447675"/>
                <a:gd name="connsiteX1813" fmla="*/ 56007 w 600075"/>
                <a:gd name="connsiteY1813" fmla="*/ 422053 h 447675"/>
                <a:gd name="connsiteX1814" fmla="*/ 55150 w 600075"/>
                <a:gd name="connsiteY1814" fmla="*/ 422624 h 447675"/>
                <a:gd name="connsiteX1815" fmla="*/ 54102 w 600075"/>
                <a:gd name="connsiteY1815" fmla="*/ 423005 h 447675"/>
                <a:gd name="connsiteX1816" fmla="*/ 53054 w 600075"/>
                <a:gd name="connsiteY1816" fmla="*/ 423100 h 447675"/>
                <a:gd name="connsiteX1817" fmla="*/ 52102 w 600075"/>
                <a:gd name="connsiteY1817" fmla="*/ 422624 h 447675"/>
                <a:gd name="connsiteX1818" fmla="*/ 52864 w 600075"/>
                <a:gd name="connsiteY1818" fmla="*/ 422053 h 447675"/>
                <a:gd name="connsiteX1819" fmla="*/ 53245 w 600075"/>
                <a:gd name="connsiteY1819" fmla="*/ 421195 h 447675"/>
                <a:gd name="connsiteX1820" fmla="*/ 53340 w 600075"/>
                <a:gd name="connsiteY1820" fmla="*/ 420148 h 447675"/>
                <a:gd name="connsiteX1821" fmla="*/ 53245 w 600075"/>
                <a:gd name="connsiteY1821" fmla="*/ 419005 h 447675"/>
                <a:gd name="connsiteX1822" fmla="*/ 52673 w 600075"/>
                <a:gd name="connsiteY1822" fmla="*/ 419005 h 447675"/>
                <a:gd name="connsiteX1823" fmla="*/ 52388 w 600075"/>
                <a:gd name="connsiteY1823" fmla="*/ 419576 h 447675"/>
                <a:gd name="connsiteX1824" fmla="*/ 52006 w 600075"/>
                <a:gd name="connsiteY1824" fmla="*/ 420052 h 447675"/>
                <a:gd name="connsiteX1825" fmla="*/ 51530 w 600075"/>
                <a:gd name="connsiteY1825" fmla="*/ 420433 h 447675"/>
                <a:gd name="connsiteX1826" fmla="*/ 50959 w 600075"/>
                <a:gd name="connsiteY1826" fmla="*/ 420719 h 447675"/>
                <a:gd name="connsiteX1827" fmla="*/ 51625 w 600075"/>
                <a:gd name="connsiteY1827" fmla="*/ 418433 h 447675"/>
                <a:gd name="connsiteX1828" fmla="*/ 53245 w 600075"/>
                <a:gd name="connsiteY1828" fmla="*/ 416433 h 447675"/>
                <a:gd name="connsiteX1829" fmla="*/ 53912 w 600075"/>
                <a:gd name="connsiteY1829" fmla="*/ 414814 h 447675"/>
                <a:gd name="connsiteX1830" fmla="*/ 51530 w 600075"/>
                <a:gd name="connsiteY1830" fmla="*/ 413671 h 447675"/>
                <a:gd name="connsiteX1831" fmla="*/ 51530 w 600075"/>
                <a:gd name="connsiteY1831" fmla="*/ 413290 h 447675"/>
                <a:gd name="connsiteX1832" fmla="*/ 51625 w 600075"/>
                <a:gd name="connsiteY1832" fmla="*/ 413194 h 447675"/>
                <a:gd name="connsiteX1833" fmla="*/ 51816 w 600075"/>
                <a:gd name="connsiteY1833" fmla="*/ 413194 h 447675"/>
                <a:gd name="connsiteX1834" fmla="*/ 52102 w 600075"/>
                <a:gd name="connsiteY1834" fmla="*/ 413099 h 447675"/>
                <a:gd name="connsiteX1835" fmla="*/ 51530 w 600075"/>
                <a:gd name="connsiteY1835" fmla="*/ 412528 h 447675"/>
                <a:gd name="connsiteX1836" fmla="*/ 52769 w 600075"/>
                <a:gd name="connsiteY1836" fmla="*/ 411956 h 447675"/>
                <a:gd name="connsiteX1837" fmla="*/ 53530 w 600075"/>
                <a:gd name="connsiteY1837" fmla="*/ 411289 h 447675"/>
                <a:gd name="connsiteX1838" fmla="*/ 53626 w 600075"/>
                <a:gd name="connsiteY1838" fmla="*/ 410337 h 447675"/>
                <a:gd name="connsiteX1839" fmla="*/ 52673 w 600075"/>
                <a:gd name="connsiteY1839" fmla="*/ 409003 h 447675"/>
                <a:gd name="connsiteX1840" fmla="*/ 53245 w 600075"/>
                <a:gd name="connsiteY1840" fmla="*/ 408527 h 447675"/>
                <a:gd name="connsiteX1841" fmla="*/ 53626 w 600075"/>
                <a:gd name="connsiteY1841" fmla="*/ 408051 h 447675"/>
                <a:gd name="connsiteX1842" fmla="*/ 54292 w 600075"/>
                <a:gd name="connsiteY1842" fmla="*/ 406717 h 447675"/>
                <a:gd name="connsiteX1843" fmla="*/ 54769 w 600075"/>
                <a:gd name="connsiteY1843" fmla="*/ 408241 h 447675"/>
                <a:gd name="connsiteX1844" fmla="*/ 54673 w 600075"/>
                <a:gd name="connsiteY1844" fmla="*/ 411766 h 447675"/>
                <a:gd name="connsiteX1845" fmla="*/ 54769 w 600075"/>
                <a:gd name="connsiteY1845" fmla="*/ 413099 h 447675"/>
                <a:gd name="connsiteX1846" fmla="*/ 55436 w 600075"/>
                <a:gd name="connsiteY1846" fmla="*/ 414338 h 447675"/>
                <a:gd name="connsiteX1847" fmla="*/ 56483 w 600075"/>
                <a:gd name="connsiteY1847" fmla="*/ 415385 h 447675"/>
                <a:gd name="connsiteX1848" fmla="*/ 57626 w 600075"/>
                <a:gd name="connsiteY1848" fmla="*/ 415957 h 447675"/>
                <a:gd name="connsiteX1849" fmla="*/ 58674 w 600075"/>
                <a:gd name="connsiteY1849" fmla="*/ 415576 h 447675"/>
                <a:gd name="connsiteX1850" fmla="*/ 59626 w 600075"/>
                <a:gd name="connsiteY1850" fmla="*/ 412813 h 447675"/>
                <a:gd name="connsiteX1851" fmla="*/ 59055 w 600075"/>
                <a:gd name="connsiteY1851" fmla="*/ 409480 h 447675"/>
                <a:gd name="connsiteX1852" fmla="*/ 57721 w 600075"/>
                <a:gd name="connsiteY1852" fmla="*/ 406432 h 447675"/>
                <a:gd name="connsiteX1853" fmla="*/ 56388 w 600075"/>
                <a:gd name="connsiteY1853" fmla="*/ 404526 h 447675"/>
                <a:gd name="connsiteX1854" fmla="*/ 56102 w 600075"/>
                <a:gd name="connsiteY1854" fmla="*/ 405384 h 447675"/>
                <a:gd name="connsiteX1855" fmla="*/ 55721 w 600075"/>
                <a:gd name="connsiteY1855" fmla="*/ 405574 h 447675"/>
                <a:gd name="connsiteX1856" fmla="*/ 55245 w 600075"/>
                <a:gd name="connsiteY1856" fmla="*/ 405289 h 447675"/>
                <a:gd name="connsiteX1857" fmla="*/ 54673 w 600075"/>
                <a:gd name="connsiteY1857" fmla="*/ 404526 h 447675"/>
                <a:gd name="connsiteX1858" fmla="*/ 54102 w 600075"/>
                <a:gd name="connsiteY1858" fmla="*/ 405098 h 447675"/>
                <a:gd name="connsiteX1859" fmla="*/ 53626 w 600075"/>
                <a:gd name="connsiteY1859" fmla="*/ 403669 h 447675"/>
                <a:gd name="connsiteX1860" fmla="*/ 52292 w 600075"/>
                <a:gd name="connsiteY1860" fmla="*/ 403574 h 447675"/>
                <a:gd name="connsiteX1861" fmla="*/ 50768 w 600075"/>
                <a:gd name="connsiteY1861" fmla="*/ 404241 h 447675"/>
                <a:gd name="connsiteX1862" fmla="*/ 49721 w 600075"/>
                <a:gd name="connsiteY1862" fmla="*/ 405098 h 447675"/>
                <a:gd name="connsiteX1863" fmla="*/ 43720 w 600075"/>
                <a:gd name="connsiteY1863" fmla="*/ 405193 h 447675"/>
                <a:gd name="connsiteX1864" fmla="*/ 42100 w 600075"/>
                <a:gd name="connsiteY1864" fmla="*/ 405574 h 447675"/>
                <a:gd name="connsiteX1865" fmla="*/ 42100 w 600075"/>
                <a:gd name="connsiteY1865" fmla="*/ 404431 h 447675"/>
                <a:gd name="connsiteX1866" fmla="*/ 41434 w 600075"/>
                <a:gd name="connsiteY1866" fmla="*/ 404622 h 447675"/>
                <a:gd name="connsiteX1867" fmla="*/ 41148 w 600075"/>
                <a:gd name="connsiteY1867" fmla="*/ 404622 h 447675"/>
                <a:gd name="connsiteX1868" fmla="*/ 40957 w 600075"/>
                <a:gd name="connsiteY1868" fmla="*/ 404526 h 447675"/>
                <a:gd name="connsiteX1869" fmla="*/ 40386 w 600075"/>
                <a:gd name="connsiteY1869" fmla="*/ 404431 h 447675"/>
                <a:gd name="connsiteX1870" fmla="*/ 40291 w 600075"/>
                <a:gd name="connsiteY1870" fmla="*/ 404622 h 447675"/>
                <a:gd name="connsiteX1871" fmla="*/ 40386 w 600075"/>
                <a:gd name="connsiteY1871" fmla="*/ 404813 h 447675"/>
                <a:gd name="connsiteX1872" fmla="*/ 40291 w 600075"/>
                <a:gd name="connsiteY1872" fmla="*/ 404908 h 447675"/>
                <a:gd name="connsiteX1873" fmla="*/ 39910 w 600075"/>
                <a:gd name="connsiteY1873" fmla="*/ 405003 h 447675"/>
                <a:gd name="connsiteX1874" fmla="*/ 39910 w 600075"/>
                <a:gd name="connsiteY1874" fmla="*/ 404622 h 447675"/>
                <a:gd name="connsiteX1875" fmla="*/ 39814 w 600075"/>
                <a:gd name="connsiteY1875" fmla="*/ 404526 h 447675"/>
                <a:gd name="connsiteX1876" fmla="*/ 39624 w 600075"/>
                <a:gd name="connsiteY1876" fmla="*/ 404526 h 447675"/>
                <a:gd name="connsiteX1877" fmla="*/ 39338 w 600075"/>
                <a:gd name="connsiteY1877" fmla="*/ 404431 h 447675"/>
                <a:gd name="connsiteX1878" fmla="*/ 39624 w 600075"/>
                <a:gd name="connsiteY1878" fmla="*/ 403765 h 447675"/>
                <a:gd name="connsiteX1879" fmla="*/ 39719 w 600075"/>
                <a:gd name="connsiteY1879" fmla="*/ 403288 h 447675"/>
                <a:gd name="connsiteX1880" fmla="*/ 39624 w 600075"/>
                <a:gd name="connsiteY1880" fmla="*/ 402812 h 447675"/>
                <a:gd name="connsiteX1881" fmla="*/ 39338 w 600075"/>
                <a:gd name="connsiteY1881" fmla="*/ 402050 h 447675"/>
                <a:gd name="connsiteX1882" fmla="*/ 39910 w 600075"/>
                <a:gd name="connsiteY1882" fmla="*/ 402050 h 447675"/>
                <a:gd name="connsiteX1883" fmla="*/ 40196 w 600075"/>
                <a:gd name="connsiteY1883" fmla="*/ 402336 h 447675"/>
                <a:gd name="connsiteX1884" fmla="*/ 40957 w 600075"/>
                <a:gd name="connsiteY1884" fmla="*/ 403193 h 447675"/>
                <a:gd name="connsiteX1885" fmla="*/ 40481 w 600075"/>
                <a:gd name="connsiteY1885" fmla="*/ 401955 h 447675"/>
                <a:gd name="connsiteX1886" fmla="*/ 39053 w 600075"/>
                <a:gd name="connsiteY1886" fmla="*/ 399478 h 447675"/>
                <a:gd name="connsiteX1887" fmla="*/ 38671 w 600075"/>
                <a:gd name="connsiteY1887" fmla="*/ 397955 h 447675"/>
                <a:gd name="connsiteX1888" fmla="*/ 38767 w 600075"/>
                <a:gd name="connsiteY1888" fmla="*/ 396335 h 447675"/>
                <a:gd name="connsiteX1889" fmla="*/ 39053 w 600075"/>
                <a:gd name="connsiteY1889" fmla="*/ 394716 h 447675"/>
                <a:gd name="connsiteX1890" fmla="*/ 39053 w 600075"/>
                <a:gd name="connsiteY1890" fmla="*/ 393382 h 447675"/>
                <a:gd name="connsiteX1891" fmla="*/ 38100 w 600075"/>
                <a:gd name="connsiteY1891" fmla="*/ 392620 h 447675"/>
                <a:gd name="connsiteX1892" fmla="*/ 38100 w 600075"/>
                <a:gd name="connsiteY1892" fmla="*/ 392049 h 447675"/>
                <a:gd name="connsiteX1893" fmla="*/ 39148 w 600075"/>
                <a:gd name="connsiteY1893" fmla="*/ 392620 h 447675"/>
                <a:gd name="connsiteX1894" fmla="*/ 40862 w 600075"/>
                <a:gd name="connsiteY1894" fmla="*/ 389763 h 447675"/>
                <a:gd name="connsiteX1895" fmla="*/ 41338 w 600075"/>
                <a:gd name="connsiteY1895" fmla="*/ 388620 h 447675"/>
                <a:gd name="connsiteX1896" fmla="*/ 41910 w 600075"/>
                <a:gd name="connsiteY1896" fmla="*/ 386429 h 447675"/>
                <a:gd name="connsiteX1897" fmla="*/ 42291 w 600075"/>
                <a:gd name="connsiteY1897" fmla="*/ 385381 h 447675"/>
                <a:gd name="connsiteX1898" fmla="*/ 43053 w 600075"/>
                <a:gd name="connsiteY1898" fmla="*/ 384429 h 447675"/>
                <a:gd name="connsiteX1899" fmla="*/ 42958 w 600075"/>
                <a:gd name="connsiteY1899" fmla="*/ 385763 h 447675"/>
                <a:gd name="connsiteX1900" fmla="*/ 43053 w 600075"/>
                <a:gd name="connsiteY1900" fmla="*/ 387286 h 447675"/>
                <a:gd name="connsiteX1901" fmla="*/ 43434 w 600075"/>
                <a:gd name="connsiteY1901" fmla="*/ 388525 h 447675"/>
                <a:gd name="connsiteX1902" fmla="*/ 44101 w 600075"/>
                <a:gd name="connsiteY1902" fmla="*/ 389096 h 447675"/>
                <a:gd name="connsiteX1903" fmla="*/ 44291 w 600075"/>
                <a:gd name="connsiteY1903" fmla="*/ 388620 h 447675"/>
                <a:gd name="connsiteX1904" fmla="*/ 48101 w 600075"/>
                <a:gd name="connsiteY1904" fmla="*/ 383762 h 447675"/>
                <a:gd name="connsiteX1905" fmla="*/ 48958 w 600075"/>
                <a:gd name="connsiteY1905" fmla="*/ 383191 h 447675"/>
                <a:gd name="connsiteX1906" fmla="*/ 51721 w 600075"/>
                <a:gd name="connsiteY1906" fmla="*/ 382143 h 447675"/>
                <a:gd name="connsiteX1907" fmla="*/ 53245 w 600075"/>
                <a:gd name="connsiteY1907" fmla="*/ 381381 h 447675"/>
                <a:gd name="connsiteX1908" fmla="*/ 54292 w 600075"/>
                <a:gd name="connsiteY1908" fmla="*/ 379952 h 447675"/>
                <a:gd name="connsiteX1909" fmla="*/ 56483 w 600075"/>
                <a:gd name="connsiteY1909" fmla="*/ 378333 h 447675"/>
                <a:gd name="connsiteX1910" fmla="*/ 57340 w 600075"/>
                <a:gd name="connsiteY1910" fmla="*/ 377952 h 447675"/>
                <a:gd name="connsiteX1911" fmla="*/ 58007 w 600075"/>
                <a:gd name="connsiteY1911" fmla="*/ 377476 h 447675"/>
                <a:gd name="connsiteX1912" fmla="*/ 58483 w 600075"/>
                <a:gd name="connsiteY1912" fmla="*/ 376238 h 447675"/>
                <a:gd name="connsiteX1913" fmla="*/ 58674 w 600075"/>
                <a:gd name="connsiteY1913" fmla="*/ 374809 h 447675"/>
                <a:gd name="connsiteX1914" fmla="*/ 58769 w 600075"/>
                <a:gd name="connsiteY1914" fmla="*/ 373570 h 447675"/>
                <a:gd name="connsiteX1915" fmla="*/ 58864 w 600075"/>
                <a:gd name="connsiteY1915" fmla="*/ 373284 h 447675"/>
                <a:gd name="connsiteX1916" fmla="*/ 59055 w 600075"/>
                <a:gd name="connsiteY1916" fmla="*/ 372904 h 447675"/>
                <a:gd name="connsiteX1917" fmla="*/ 59246 w 600075"/>
                <a:gd name="connsiteY1917" fmla="*/ 372332 h 447675"/>
                <a:gd name="connsiteX1918" fmla="*/ 59341 w 600075"/>
                <a:gd name="connsiteY1918" fmla="*/ 371570 h 447675"/>
                <a:gd name="connsiteX1919" fmla="*/ 59150 w 600075"/>
                <a:gd name="connsiteY1919" fmla="*/ 371094 h 447675"/>
                <a:gd name="connsiteX1920" fmla="*/ 58388 w 600075"/>
                <a:gd name="connsiteY1920" fmla="*/ 370427 h 447675"/>
                <a:gd name="connsiteX1921" fmla="*/ 58198 w 600075"/>
                <a:gd name="connsiteY1921" fmla="*/ 370046 h 447675"/>
                <a:gd name="connsiteX1922" fmla="*/ 57912 w 600075"/>
                <a:gd name="connsiteY1922" fmla="*/ 369189 h 447675"/>
                <a:gd name="connsiteX1923" fmla="*/ 57245 w 600075"/>
                <a:gd name="connsiteY1923" fmla="*/ 368236 h 447675"/>
                <a:gd name="connsiteX1924" fmla="*/ 56388 w 600075"/>
                <a:gd name="connsiteY1924" fmla="*/ 367379 h 447675"/>
                <a:gd name="connsiteX1925" fmla="*/ 55531 w 600075"/>
                <a:gd name="connsiteY1925" fmla="*/ 366808 h 447675"/>
                <a:gd name="connsiteX1926" fmla="*/ 55531 w 600075"/>
                <a:gd name="connsiteY1926" fmla="*/ 366236 h 447675"/>
                <a:gd name="connsiteX1927" fmla="*/ 55816 w 600075"/>
                <a:gd name="connsiteY1927" fmla="*/ 365188 h 447675"/>
                <a:gd name="connsiteX1928" fmla="*/ 55054 w 600075"/>
                <a:gd name="connsiteY1928" fmla="*/ 364045 h 447675"/>
                <a:gd name="connsiteX1929" fmla="*/ 53816 w 600075"/>
                <a:gd name="connsiteY1929" fmla="*/ 363093 h 447675"/>
                <a:gd name="connsiteX1930" fmla="*/ 52769 w 600075"/>
                <a:gd name="connsiteY1930" fmla="*/ 362617 h 447675"/>
                <a:gd name="connsiteX1931" fmla="*/ 52769 w 600075"/>
                <a:gd name="connsiteY1931" fmla="*/ 362045 h 447675"/>
                <a:gd name="connsiteX1932" fmla="*/ 54102 w 600075"/>
                <a:gd name="connsiteY1932" fmla="*/ 362331 h 447675"/>
                <a:gd name="connsiteX1933" fmla="*/ 55912 w 600075"/>
                <a:gd name="connsiteY1933" fmla="*/ 363474 h 447675"/>
                <a:gd name="connsiteX1934" fmla="*/ 57055 w 600075"/>
                <a:gd name="connsiteY1934" fmla="*/ 363759 h 447675"/>
                <a:gd name="connsiteX1935" fmla="*/ 56579 w 600075"/>
                <a:gd name="connsiteY1935" fmla="*/ 362617 h 447675"/>
                <a:gd name="connsiteX1936" fmla="*/ 57340 w 600075"/>
                <a:gd name="connsiteY1936" fmla="*/ 362998 h 447675"/>
                <a:gd name="connsiteX1937" fmla="*/ 57626 w 600075"/>
                <a:gd name="connsiteY1937" fmla="*/ 363283 h 447675"/>
                <a:gd name="connsiteX1938" fmla="*/ 58007 w 600075"/>
                <a:gd name="connsiteY1938" fmla="*/ 360235 h 447675"/>
                <a:gd name="connsiteX1939" fmla="*/ 56197 w 600075"/>
                <a:gd name="connsiteY1939" fmla="*/ 356901 h 447675"/>
                <a:gd name="connsiteX1940" fmla="*/ 55150 w 600075"/>
                <a:gd name="connsiteY1940" fmla="*/ 354139 h 447675"/>
                <a:gd name="connsiteX1941" fmla="*/ 57626 w 600075"/>
                <a:gd name="connsiteY1941" fmla="*/ 352711 h 447675"/>
                <a:gd name="connsiteX1942" fmla="*/ 57626 w 600075"/>
                <a:gd name="connsiteY1942" fmla="*/ 353377 h 447675"/>
                <a:gd name="connsiteX1943" fmla="*/ 57150 w 600075"/>
                <a:gd name="connsiteY1943" fmla="*/ 353663 h 447675"/>
                <a:gd name="connsiteX1944" fmla="*/ 56769 w 600075"/>
                <a:gd name="connsiteY1944" fmla="*/ 354044 h 447675"/>
                <a:gd name="connsiteX1945" fmla="*/ 56007 w 600075"/>
                <a:gd name="connsiteY1945" fmla="*/ 355092 h 447675"/>
                <a:gd name="connsiteX1946" fmla="*/ 58579 w 600075"/>
                <a:gd name="connsiteY1946" fmla="*/ 358330 h 447675"/>
                <a:gd name="connsiteX1947" fmla="*/ 60103 w 600075"/>
                <a:gd name="connsiteY1947" fmla="*/ 359188 h 447675"/>
                <a:gd name="connsiteX1948" fmla="*/ 61055 w 600075"/>
                <a:gd name="connsiteY1948" fmla="*/ 357473 h 447675"/>
                <a:gd name="connsiteX1949" fmla="*/ 61531 w 600075"/>
                <a:gd name="connsiteY1949" fmla="*/ 357473 h 447675"/>
                <a:gd name="connsiteX1950" fmla="*/ 60484 w 600075"/>
                <a:gd name="connsiteY1950" fmla="*/ 362236 h 447675"/>
                <a:gd name="connsiteX1951" fmla="*/ 60484 w 600075"/>
                <a:gd name="connsiteY1951" fmla="*/ 363379 h 447675"/>
                <a:gd name="connsiteX1952" fmla="*/ 61246 w 600075"/>
                <a:gd name="connsiteY1952" fmla="*/ 365093 h 447675"/>
                <a:gd name="connsiteX1953" fmla="*/ 61913 w 600075"/>
                <a:gd name="connsiteY1953" fmla="*/ 364617 h 447675"/>
                <a:gd name="connsiteX1954" fmla="*/ 62674 w 600075"/>
                <a:gd name="connsiteY1954" fmla="*/ 363093 h 447675"/>
                <a:gd name="connsiteX1955" fmla="*/ 63817 w 600075"/>
                <a:gd name="connsiteY1955" fmla="*/ 361664 h 447675"/>
                <a:gd name="connsiteX1956" fmla="*/ 63817 w 600075"/>
                <a:gd name="connsiteY1956" fmla="*/ 363379 h 447675"/>
                <a:gd name="connsiteX1957" fmla="*/ 64103 w 600075"/>
                <a:gd name="connsiteY1957" fmla="*/ 363093 h 447675"/>
                <a:gd name="connsiteX1958" fmla="*/ 64389 w 600075"/>
                <a:gd name="connsiteY1958" fmla="*/ 362807 h 447675"/>
                <a:gd name="connsiteX1959" fmla="*/ 64865 w 600075"/>
                <a:gd name="connsiteY1959" fmla="*/ 362712 h 447675"/>
                <a:gd name="connsiteX1960" fmla="*/ 65532 w 600075"/>
                <a:gd name="connsiteY1960" fmla="*/ 362807 h 447675"/>
                <a:gd name="connsiteX1961" fmla="*/ 65532 w 600075"/>
                <a:gd name="connsiteY1961" fmla="*/ 363379 h 447675"/>
                <a:gd name="connsiteX1962" fmla="*/ 62198 w 600075"/>
                <a:gd name="connsiteY1962" fmla="*/ 365188 h 447675"/>
                <a:gd name="connsiteX1963" fmla="*/ 62198 w 600075"/>
                <a:gd name="connsiteY1963" fmla="*/ 365760 h 447675"/>
                <a:gd name="connsiteX1964" fmla="*/ 63151 w 600075"/>
                <a:gd name="connsiteY1964" fmla="*/ 365950 h 447675"/>
                <a:gd name="connsiteX1965" fmla="*/ 63913 w 600075"/>
                <a:gd name="connsiteY1965" fmla="*/ 366236 h 447675"/>
                <a:gd name="connsiteX1966" fmla="*/ 64484 w 600075"/>
                <a:gd name="connsiteY1966" fmla="*/ 366331 h 447675"/>
                <a:gd name="connsiteX1967" fmla="*/ 64961 w 600075"/>
                <a:gd name="connsiteY1967" fmla="*/ 365855 h 447675"/>
                <a:gd name="connsiteX1968" fmla="*/ 65532 w 600075"/>
                <a:gd name="connsiteY1968" fmla="*/ 365855 h 447675"/>
                <a:gd name="connsiteX1969" fmla="*/ 65532 w 600075"/>
                <a:gd name="connsiteY1969" fmla="*/ 366522 h 447675"/>
                <a:gd name="connsiteX1970" fmla="*/ 65246 w 600075"/>
                <a:gd name="connsiteY1970" fmla="*/ 367189 h 447675"/>
                <a:gd name="connsiteX1971" fmla="*/ 65056 w 600075"/>
                <a:gd name="connsiteY1971" fmla="*/ 367570 h 447675"/>
                <a:gd name="connsiteX1972" fmla="*/ 64961 w 600075"/>
                <a:gd name="connsiteY1972" fmla="*/ 368236 h 447675"/>
                <a:gd name="connsiteX1973" fmla="*/ 64484 w 600075"/>
                <a:gd name="connsiteY1973" fmla="*/ 368236 h 447675"/>
                <a:gd name="connsiteX1974" fmla="*/ 64008 w 600075"/>
                <a:gd name="connsiteY1974" fmla="*/ 367379 h 447675"/>
                <a:gd name="connsiteX1975" fmla="*/ 63246 w 600075"/>
                <a:gd name="connsiteY1975" fmla="*/ 366998 h 447675"/>
                <a:gd name="connsiteX1976" fmla="*/ 62389 w 600075"/>
                <a:gd name="connsiteY1976" fmla="*/ 366808 h 447675"/>
                <a:gd name="connsiteX1977" fmla="*/ 61627 w 600075"/>
                <a:gd name="connsiteY1977" fmla="*/ 366426 h 447675"/>
                <a:gd name="connsiteX1978" fmla="*/ 61150 w 600075"/>
                <a:gd name="connsiteY1978" fmla="*/ 366426 h 447675"/>
                <a:gd name="connsiteX1979" fmla="*/ 61150 w 600075"/>
                <a:gd name="connsiteY1979" fmla="*/ 366808 h 447675"/>
                <a:gd name="connsiteX1980" fmla="*/ 61055 w 600075"/>
                <a:gd name="connsiteY1980" fmla="*/ 366903 h 447675"/>
                <a:gd name="connsiteX1981" fmla="*/ 60865 w 600075"/>
                <a:gd name="connsiteY1981" fmla="*/ 366903 h 447675"/>
                <a:gd name="connsiteX1982" fmla="*/ 60579 w 600075"/>
                <a:gd name="connsiteY1982" fmla="*/ 366998 h 447675"/>
                <a:gd name="connsiteX1983" fmla="*/ 60960 w 600075"/>
                <a:gd name="connsiteY1983" fmla="*/ 367189 h 447675"/>
                <a:gd name="connsiteX1984" fmla="*/ 61246 w 600075"/>
                <a:gd name="connsiteY1984" fmla="*/ 367379 h 447675"/>
                <a:gd name="connsiteX1985" fmla="*/ 61436 w 600075"/>
                <a:gd name="connsiteY1985" fmla="*/ 367665 h 447675"/>
                <a:gd name="connsiteX1986" fmla="*/ 61531 w 600075"/>
                <a:gd name="connsiteY1986" fmla="*/ 368141 h 447675"/>
                <a:gd name="connsiteX1987" fmla="*/ 60579 w 600075"/>
                <a:gd name="connsiteY1987" fmla="*/ 368522 h 447675"/>
                <a:gd name="connsiteX1988" fmla="*/ 60674 w 600075"/>
                <a:gd name="connsiteY1988" fmla="*/ 369189 h 447675"/>
                <a:gd name="connsiteX1989" fmla="*/ 61150 w 600075"/>
                <a:gd name="connsiteY1989" fmla="*/ 370046 h 447675"/>
                <a:gd name="connsiteX1990" fmla="*/ 61436 w 600075"/>
                <a:gd name="connsiteY1990" fmla="*/ 371094 h 447675"/>
                <a:gd name="connsiteX1991" fmla="*/ 61246 w 600075"/>
                <a:gd name="connsiteY1991" fmla="*/ 372237 h 447675"/>
                <a:gd name="connsiteX1992" fmla="*/ 60579 w 600075"/>
                <a:gd name="connsiteY1992" fmla="*/ 373951 h 447675"/>
                <a:gd name="connsiteX1993" fmla="*/ 60388 w 600075"/>
                <a:gd name="connsiteY1993" fmla="*/ 375190 h 447675"/>
                <a:gd name="connsiteX1994" fmla="*/ 60960 w 600075"/>
                <a:gd name="connsiteY1994" fmla="*/ 375190 h 447675"/>
                <a:gd name="connsiteX1995" fmla="*/ 62294 w 600075"/>
                <a:gd name="connsiteY1995" fmla="*/ 374142 h 447675"/>
                <a:gd name="connsiteX1996" fmla="*/ 63532 w 600075"/>
                <a:gd name="connsiteY1996" fmla="*/ 373380 h 447675"/>
                <a:gd name="connsiteX1997" fmla="*/ 64961 w 600075"/>
                <a:gd name="connsiteY1997" fmla="*/ 372904 h 447675"/>
                <a:gd name="connsiteX1998" fmla="*/ 73533 w 600075"/>
                <a:gd name="connsiteY1998" fmla="*/ 372237 h 447675"/>
                <a:gd name="connsiteX1999" fmla="*/ 73152 w 600075"/>
                <a:gd name="connsiteY1999" fmla="*/ 371856 h 447675"/>
                <a:gd name="connsiteX2000" fmla="*/ 72866 w 600075"/>
                <a:gd name="connsiteY2000" fmla="*/ 371475 h 447675"/>
                <a:gd name="connsiteX2001" fmla="*/ 72580 w 600075"/>
                <a:gd name="connsiteY2001" fmla="*/ 370999 h 447675"/>
                <a:gd name="connsiteX2002" fmla="*/ 72390 w 600075"/>
                <a:gd name="connsiteY2002" fmla="*/ 370427 h 447675"/>
                <a:gd name="connsiteX2003" fmla="*/ 75724 w 600075"/>
                <a:gd name="connsiteY2003" fmla="*/ 371856 h 447675"/>
                <a:gd name="connsiteX2004" fmla="*/ 77248 w 600075"/>
                <a:gd name="connsiteY2004" fmla="*/ 371856 h 447675"/>
                <a:gd name="connsiteX2005" fmla="*/ 77819 w 600075"/>
                <a:gd name="connsiteY2005" fmla="*/ 369951 h 447675"/>
                <a:gd name="connsiteX2006" fmla="*/ 75914 w 600075"/>
                <a:gd name="connsiteY2006" fmla="*/ 366713 h 447675"/>
                <a:gd name="connsiteX2007" fmla="*/ 75629 w 600075"/>
                <a:gd name="connsiteY2007" fmla="*/ 365855 h 447675"/>
                <a:gd name="connsiteX2008" fmla="*/ 75724 w 600075"/>
                <a:gd name="connsiteY2008" fmla="*/ 362045 h 447675"/>
                <a:gd name="connsiteX2009" fmla="*/ 77248 w 600075"/>
                <a:gd name="connsiteY2009" fmla="*/ 358997 h 447675"/>
                <a:gd name="connsiteX2010" fmla="*/ 84582 w 600075"/>
                <a:gd name="connsiteY2010" fmla="*/ 355759 h 447675"/>
                <a:gd name="connsiteX2011" fmla="*/ 87154 w 600075"/>
                <a:gd name="connsiteY2011" fmla="*/ 353568 h 447675"/>
                <a:gd name="connsiteX2012" fmla="*/ 87630 w 600075"/>
                <a:gd name="connsiteY2012" fmla="*/ 353568 h 447675"/>
                <a:gd name="connsiteX2013" fmla="*/ 86773 w 600075"/>
                <a:gd name="connsiteY2013" fmla="*/ 356235 h 447675"/>
                <a:gd name="connsiteX2014" fmla="*/ 84296 w 600075"/>
                <a:gd name="connsiteY2014" fmla="*/ 357092 h 447675"/>
                <a:gd name="connsiteX2015" fmla="*/ 81724 w 600075"/>
                <a:gd name="connsiteY2015" fmla="*/ 357473 h 447675"/>
                <a:gd name="connsiteX2016" fmla="*/ 80105 w 600075"/>
                <a:gd name="connsiteY2016" fmla="*/ 358997 h 447675"/>
                <a:gd name="connsiteX2017" fmla="*/ 77914 w 600075"/>
                <a:gd name="connsiteY2017" fmla="*/ 359569 h 447675"/>
                <a:gd name="connsiteX2018" fmla="*/ 77248 w 600075"/>
                <a:gd name="connsiteY2018" fmla="*/ 359950 h 447675"/>
                <a:gd name="connsiteX2019" fmla="*/ 76867 w 600075"/>
                <a:gd name="connsiteY2019" fmla="*/ 361188 h 447675"/>
                <a:gd name="connsiteX2020" fmla="*/ 77153 w 600075"/>
                <a:gd name="connsiteY2020" fmla="*/ 361950 h 447675"/>
                <a:gd name="connsiteX2021" fmla="*/ 77629 w 600075"/>
                <a:gd name="connsiteY2021" fmla="*/ 362712 h 447675"/>
                <a:gd name="connsiteX2022" fmla="*/ 77724 w 600075"/>
                <a:gd name="connsiteY2022" fmla="*/ 364045 h 447675"/>
                <a:gd name="connsiteX2023" fmla="*/ 78200 w 600075"/>
                <a:gd name="connsiteY2023" fmla="*/ 363093 h 447675"/>
                <a:gd name="connsiteX2024" fmla="*/ 78772 w 600075"/>
                <a:gd name="connsiteY2024" fmla="*/ 362331 h 447675"/>
                <a:gd name="connsiteX2025" fmla="*/ 79534 w 600075"/>
                <a:gd name="connsiteY2025" fmla="*/ 361855 h 447675"/>
                <a:gd name="connsiteX2026" fmla="*/ 80581 w 600075"/>
                <a:gd name="connsiteY2026" fmla="*/ 361855 h 447675"/>
                <a:gd name="connsiteX2027" fmla="*/ 79438 w 600075"/>
                <a:gd name="connsiteY2027" fmla="*/ 362807 h 447675"/>
                <a:gd name="connsiteX2028" fmla="*/ 78772 w 600075"/>
                <a:gd name="connsiteY2028" fmla="*/ 364712 h 447675"/>
                <a:gd name="connsiteX2029" fmla="*/ 78486 w 600075"/>
                <a:gd name="connsiteY2029" fmla="*/ 369380 h 447675"/>
                <a:gd name="connsiteX2030" fmla="*/ 78962 w 600075"/>
                <a:gd name="connsiteY2030" fmla="*/ 369380 h 447675"/>
                <a:gd name="connsiteX2031" fmla="*/ 79629 w 600075"/>
                <a:gd name="connsiteY2031" fmla="*/ 367189 h 447675"/>
                <a:gd name="connsiteX2032" fmla="*/ 80581 w 600075"/>
                <a:gd name="connsiteY2032" fmla="*/ 365188 h 447675"/>
                <a:gd name="connsiteX2033" fmla="*/ 81724 w 600075"/>
                <a:gd name="connsiteY2033" fmla="*/ 363379 h 447675"/>
                <a:gd name="connsiteX2034" fmla="*/ 82867 w 600075"/>
                <a:gd name="connsiteY2034" fmla="*/ 361855 h 447675"/>
                <a:gd name="connsiteX2035" fmla="*/ 86011 w 600075"/>
                <a:gd name="connsiteY2035" fmla="*/ 358997 h 447675"/>
                <a:gd name="connsiteX2036" fmla="*/ 87916 w 600075"/>
                <a:gd name="connsiteY2036" fmla="*/ 357759 h 447675"/>
                <a:gd name="connsiteX2037" fmla="*/ 89725 w 600075"/>
                <a:gd name="connsiteY2037" fmla="*/ 357188 h 447675"/>
                <a:gd name="connsiteX2038" fmla="*/ 90964 w 600075"/>
                <a:gd name="connsiteY2038" fmla="*/ 357378 h 447675"/>
                <a:gd name="connsiteX2039" fmla="*/ 92869 w 600075"/>
                <a:gd name="connsiteY2039" fmla="*/ 358140 h 447675"/>
                <a:gd name="connsiteX2040" fmla="*/ 94679 w 600075"/>
                <a:gd name="connsiteY2040" fmla="*/ 358426 h 447675"/>
                <a:gd name="connsiteX2041" fmla="*/ 96012 w 600075"/>
                <a:gd name="connsiteY2041" fmla="*/ 358807 h 447675"/>
                <a:gd name="connsiteX2042" fmla="*/ 96012 w 600075"/>
                <a:gd name="connsiteY2042" fmla="*/ 358902 h 447675"/>
                <a:gd name="connsiteX2043" fmla="*/ 96583 w 600075"/>
                <a:gd name="connsiteY2043" fmla="*/ 358616 h 447675"/>
                <a:gd name="connsiteX2044" fmla="*/ 97536 w 600075"/>
                <a:gd name="connsiteY2044" fmla="*/ 357854 h 447675"/>
                <a:gd name="connsiteX2045" fmla="*/ 97822 w 600075"/>
                <a:gd name="connsiteY2045" fmla="*/ 357664 h 447675"/>
                <a:gd name="connsiteX2046" fmla="*/ 99727 w 600075"/>
                <a:gd name="connsiteY2046" fmla="*/ 356901 h 447675"/>
                <a:gd name="connsiteX2047" fmla="*/ 101632 w 600075"/>
                <a:gd name="connsiteY2047" fmla="*/ 355568 h 447675"/>
                <a:gd name="connsiteX2048" fmla="*/ 103632 w 600075"/>
                <a:gd name="connsiteY2048" fmla="*/ 354616 h 447675"/>
                <a:gd name="connsiteX2049" fmla="*/ 105823 w 600075"/>
                <a:gd name="connsiteY2049" fmla="*/ 355282 h 447675"/>
                <a:gd name="connsiteX2050" fmla="*/ 108395 w 600075"/>
                <a:gd name="connsiteY2050" fmla="*/ 352615 h 447675"/>
                <a:gd name="connsiteX2051" fmla="*/ 109919 w 600075"/>
                <a:gd name="connsiteY2051" fmla="*/ 351472 h 447675"/>
                <a:gd name="connsiteX2052" fmla="*/ 111919 w 600075"/>
                <a:gd name="connsiteY2052" fmla="*/ 351187 h 447675"/>
                <a:gd name="connsiteX2053" fmla="*/ 111157 w 600075"/>
                <a:gd name="connsiteY2053" fmla="*/ 350330 h 447675"/>
                <a:gd name="connsiteX2054" fmla="*/ 109823 w 600075"/>
                <a:gd name="connsiteY2054" fmla="*/ 350234 h 447675"/>
                <a:gd name="connsiteX2055" fmla="*/ 108585 w 600075"/>
                <a:gd name="connsiteY2055" fmla="*/ 350710 h 447675"/>
                <a:gd name="connsiteX2056" fmla="*/ 108013 w 600075"/>
                <a:gd name="connsiteY2056" fmla="*/ 351568 h 447675"/>
                <a:gd name="connsiteX2057" fmla="*/ 107728 w 600075"/>
                <a:gd name="connsiteY2057" fmla="*/ 352520 h 447675"/>
                <a:gd name="connsiteX2058" fmla="*/ 107061 w 600075"/>
                <a:gd name="connsiteY2058" fmla="*/ 353187 h 447675"/>
                <a:gd name="connsiteX2059" fmla="*/ 106013 w 600075"/>
                <a:gd name="connsiteY2059" fmla="*/ 353568 h 447675"/>
                <a:gd name="connsiteX2060" fmla="*/ 104775 w 600075"/>
                <a:gd name="connsiteY2060" fmla="*/ 353663 h 447675"/>
                <a:gd name="connsiteX2061" fmla="*/ 104775 w 600075"/>
                <a:gd name="connsiteY2061" fmla="*/ 352996 h 447675"/>
                <a:gd name="connsiteX2062" fmla="*/ 105823 w 600075"/>
                <a:gd name="connsiteY2062" fmla="*/ 352711 h 447675"/>
                <a:gd name="connsiteX2063" fmla="*/ 106489 w 600075"/>
                <a:gd name="connsiteY2063" fmla="*/ 352044 h 447675"/>
                <a:gd name="connsiteX2064" fmla="*/ 107537 w 600075"/>
                <a:gd name="connsiteY2064" fmla="*/ 350139 h 447675"/>
                <a:gd name="connsiteX2065" fmla="*/ 106585 w 600075"/>
                <a:gd name="connsiteY2065" fmla="*/ 349758 h 447675"/>
                <a:gd name="connsiteX2066" fmla="*/ 106108 w 600075"/>
                <a:gd name="connsiteY2066" fmla="*/ 348234 h 447675"/>
                <a:gd name="connsiteX2067" fmla="*/ 105346 w 600075"/>
                <a:gd name="connsiteY2067" fmla="*/ 347758 h 447675"/>
                <a:gd name="connsiteX2068" fmla="*/ 107442 w 600075"/>
                <a:gd name="connsiteY2068" fmla="*/ 347091 h 447675"/>
                <a:gd name="connsiteX2069" fmla="*/ 108395 w 600075"/>
                <a:gd name="connsiteY2069" fmla="*/ 346519 h 447675"/>
                <a:gd name="connsiteX2070" fmla="*/ 108775 w 600075"/>
                <a:gd name="connsiteY2070" fmla="*/ 345376 h 447675"/>
                <a:gd name="connsiteX2071" fmla="*/ 109347 w 600075"/>
                <a:gd name="connsiteY2071" fmla="*/ 346138 h 447675"/>
                <a:gd name="connsiteX2072" fmla="*/ 112586 w 600075"/>
                <a:gd name="connsiteY2072" fmla="*/ 347663 h 447675"/>
                <a:gd name="connsiteX2073" fmla="*/ 112871 w 600075"/>
                <a:gd name="connsiteY2073" fmla="*/ 348139 h 447675"/>
                <a:gd name="connsiteX2074" fmla="*/ 112776 w 600075"/>
                <a:gd name="connsiteY2074" fmla="*/ 348615 h 447675"/>
                <a:gd name="connsiteX2075" fmla="*/ 112871 w 600075"/>
                <a:gd name="connsiteY2075" fmla="*/ 348996 h 447675"/>
                <a:gd name="connsiteX2076" fmla="*/ 113633 w 600075"/>
                <a:gd name="connsiteY2076" fmla="*/ 349377 h 447675"/>
                <a:gd name="connsiteX2077" fmla="*/ 114395 w 600075"/>
                <a:gd name="connsiteY2077" fmla="*/ 349377 h 447675"/>
                <a:gd name="connsiteX2078" fmla="*/ 115157 w 600075"/>
                <a:gd name="connsiteY2078" fmla="*/ 349091 h 447675"/>
                <a:gd name="connsiteX2079" fmla="*/ 115919 w 600075"/>
                <a:gd name="connsiteY2079" fmla="*/ 348615 h 447675"/>
                <a:gd name="connsiteX2080" fmla="*/ 116491 w 600075"/>
                <a:gd name="connsiteY2080" fmla="*/ 348139 h 447675"/>
                <a:gd name="connsiteX2081" fmla="*/ 116681 w 600075"/>
                <a:gd name="connsiteY2081" fmla="*/ 348520 h 447675"/>
                <a:gd name="connsiteX2082" fmla="*/ 116967 w 600075"/>
                <a:gd name="connsiteY2082" fmla="*/ 348805 h 447675"/>
                <a:gd name="connsiteX2083" fmla="*/ 116967 w 600075"/>
                <a:gd name="connsiteY2083" fmla="*/ 349377 h 447675"/>
                <a:gd name="connsiteX2084" fmla="*/ 113633 w 600075"/>
                <a:gd name="connsiteY2084" fmla="*/ 350520 h 447675"/>
                <a:gd name="connsiteX2085" fmla="*/ 113633 w 600075"/>
                <a:gd name="connsiteY2085" fmla="*/ 351187 h 447675"/>
                <a:gd name="connsiteX2086" fmla="*/ 116110 w 600075"/>
                <a:gd name="connsiteY2086" fmla="*/ 351091 h 447675"/>
                <a:gd name="connsiteX2087" fmla="*/ 117253 w 600075"/>
                <a:gd name="connsiteY2087" fmla="*/ 351282 h 447675"/>
                <a:gd name="connsiteX2088" fmla="*/ 118015 w 600075"/>
                <a:gd name="connsiteY2088" fmla="*/ 351758 h 447675"/>
                <a:gd name="connsiteX2089" fmla="*/ 119444 w 600075"/>
                <a:gd name="connsiteY2089" fmla="*/ 350901 h 447675"/>
                <a:gd name="connsiteX2090" fmla="*/ 121253 w 600075"/>
                <a:gd name="connsiteY2090" fmla="*/ 350139 h 447675"/>
                <a:gd name="connsiteX2091" fmla="*/ 124587 w 600075"/>
                <a:gd name="connsiteY2091" fmla="*/ 348996 h 447675"/>
                <a:gd name="connsiteX2092" fmla="*/ 123539 w 600075"/>
                <a:gd name="connsiteY2092" fmla="*/ 348424 h 447675"/>
                <a:gd name="connsiteX2093" fmla="*/ 122396 w 600075"/>
                <a:gd name="connsiteY2093" fmla="*/ 348234 h 447675"/>
                <a:gd name="connsiteX2094" fmla="*/ 121253 w 600075"/>
                <a:gd name="connsiteY2094" fmla="*/ 348424 h 447675"/>
                <a:gd name="connsiteX2095" fmla="*/ 120205 w 600075"/>
                <a:gd name="connsiteY2095" fmla="*/ 348996 h 447675"/>
                <a:gd name="connsiteX2096" fmla="*/ 119634 w 600075"/>
                <a:gd name="connsiteY2096" fmla="*/ 348424 h 447675"/>
                <a:gd name="connsiteX2097" fmla="*/ 119824 w 600075"/>
                <a:gd name="connsiteY2097" fmla="*/ 348234 h 447675"/>
                <a:gd name="connsiteX2098" fmla="*/ 120110 w 600075"/>
                <a:gd name="connsiteY2098" fmla="*/ 347853 h 447675"/>
                <a:gd name="connsiteX2099" fmla="*/ 119063 w 600075"/>
                <a:gd name="connsiteY2099" fmla="*/ 347853 h 447675"/>
                <a:gd name="connsiteX2100" fmla="*/ 119063 w 600075"/>
                <a:gd name="connsiteY2100" fmla="*/ 347281 h 447675"/>
                <a:gd name="connsiteX2101" fmla="*/ 121825 w 600075"/>
                <a:gd name="connsiteY2101" fmla="*/ 346329 h 447675"/>
                <a:gd name="connsiteX2102" fmla="*/ 122968 w 600075"/>
                <a:gd name="connsiteY2102" fmla="*/ 346234 h 447675"/>
                <a:gd name="connsiteX2103" fmla="*/ 123444 w 600075"/>
                <a:gd name="connsiteY2103" fmla="*/ 347186 h 447675"/>
                <a:gd name="connsiteX2104" fmla="*/ 124968 w 600075"/>
                <a:gd name="connsiteY2104" fmla="*/ 346805 h 447675"/>
                <a:gd name="connsiteX2105" fmla="*/ 126873 w 600075"/>
                <a:gd name="connsiteY2105" fmla="*/ 347472 h 447675"/>
                <a:gd name="connsiteX2106" fmla="*/ 128778 w 600075"/>
                <a:gd name="connsiteY2106" fmla="*/ 348424 h 447675"/>
                <a:gd name="connsiteX2107" fmla="*/ 130492 w 600075"/>
                <a:gd name="connsiteY2107" fmla="*/ 348996 h 447675"/>
                <a:gd name="connsiteX2108" fmla="*/ 128778 w 600075"/>
                <a:gd name="connsiteY2108" fmla="*/ 351853 h 447675"/>
                <a:gd name="connsiteX2109" fmla="*/ 127921 w 600075"/>
                <a:gd name="connsiteY2109" fmla="*/ 352996 h 447675"/>
                <a:gd name="connsiteX2110" fmla="*/ 126587 w 600075"/>
                <a:gd name="connsiteY2110" fmla="*/ 353663 h 447675"/>
                <a:gd name="connsiteX2111" fmla="*/ 127730 w 600075"/>
                <a:gd name="connsiteY2111" fmla="*/ 354139 h 447675"/>
                <a:gd name="connsiteX2112" fmla="*/ 129730 w 600075"/>
                <a:gd name="connsiteY2112" fmla="*/ 353187 h 447675"/>
                <a:gd name="connsiteX2113" fmla="*/ 133826 w 600075"/>
                <a:gd name="connsiteY2113" fmla="*/ 350044 h 447675"/>
                <a:gd name="connsiteX2114" fmla="*/ 134779 w 600075"/>
                <a:gd name="connsiteY2114" fmla="*/ 348901 h 447675"/>
                <a:gd name="connsiteX2115" fmla="*/ 135255 w 600075"/>
                <a:gd name="connsiteY2115" fmla="*/ 348424 h 447675"/>
                <a:gd name="connsiteX2116" fmla="*/ 137731 w 600075"/>
                <a:gd name="connsiteY2116" fmla="*/ 347281 h 447675"/>
                <a:gd name="connsiteX2117" fmla="*/ 138589 w 600075"/>
                <a:gd name="connsiteY2117" fmla="*/ 346710 h 447675"/>
                <a:gd name="connsiteX2118" fmla="*/ 136398 w 600075"/>
                <a:gd name="connsiteY2118" fmla="*/ 346234 h 447675"/>
                <a:gd name="connsiteX2119" fmla="*/ 135350 w 600075"/>
                <a:gd name="connsiteY2119" fmla="*/ 346234 h 447675"/>
                <a:gd name="connsiteX2120" fmla="*/ 134303 w 600075"/>
                <a:gd name="connsiteY2120" fmla="*/ 346710 h 447675"/>
                <a:gd name="connsiteX2121" fmla="*/ 135350 w 600075"/>
                <a:gd name="connsiteY2121" fmla="*/ 345472 h 447675"/>
                <a:gd name="connsiteX2122" fmla="*/ 137350 w 600075"/>
                <a:gd name="connsiteY2122" fmla="*/ 345472 h 447675"/>
                <a:gd name="connsiteX2123" fmla="*/ 141351 w 600075"/>
                <a:gd name="connsiteY2123" fmla="*/ 346138 h 447675"/>
                <a:gd name="connsiteX2124" fmla="*/ 140779 w 600075"/>
                <a:gd name="connsiteY2124" fmla="*/ 345281 h 447675"/>
                <a:gd name="connsiteX2125" fmla="*/ 139541 w 600075"/>
                <a:gd name="connsiteY2125" fmla="*/ 344138 h 447675"/>
                <a:gd name="connsiteX2126" fmla="*/ 139160 w 600075"/>
                <a:gd name="connsiteY2126" fmla="*/ 343281 h 447675"/>
                <a:gd name="connsiteX2127" fmla="*/ 139255 w 600075"/>
                <a:gd name="connsiteY2127" fmla="*/ 342614 h 447675"/>
                <a:gd name="connsiteX2128" fmla="*/ 140208 w 600075"/>
                <a:gd name="connsiteY2128" fmla="*/ 341376 h 447675"/>
                <a:gd name="connsiteX2129" fmla="*/ 140875 w 600075"/>
                <a:gd name="connsiteY2129" fmla="*/ 340328 h 447675"/>
                <a:gd name="connsiteX2130" fmla="*/ 141827 w 600075"/>
                <a:gd name="connsiteY2130" fmla="*/ 343662 h 447675"/>
                <a:gd name="connsiteX2131" fmla="*/ 142684 w 600075"/>
                <a:gd name="connsiteY2131" fmla="*/ 344709 h 447675"/>
                <a:gd name="connsiteX2132" fmla="*/ 144113 w 600075"/>
                <a:gd name="connsiteY2132" fmla="*/ 344424 h 447675"/>
                <a:gd name="connsiteX2133" fmla="*/ 143637 w 600075"/>
                <a:gd name="connsiteY2133" fmla="*/ 346615 h 447675"/>
                <a:gd name="connsiteX2134" fmla="*/ 143732 w 600075"/>
                <a:gd name="connsiteY2134" fmla="*/ 347567 h 447675"/>
                <a:gd name="connsiteX2135" fmla="*/ 144399 w 600075"/>
                <a:gd name="connsiteY2135" fmla="*/ 347948 h 447675"/>
                <a:gd name="connsiteX2136" fmla="*/ 145447 w 600075"/>
                <a:gd name="connsiteY2136" fmla="*/ 347853 h 447675"/>
                <a:gd name="connsiteX2137" fmla="*/ 146685 w 600075"/>
                <a:gd name="connsiteY2137" fmla="*/ 347567 h 447675"/>
                <a:gd name="connsiteX2138" fmla="*/ 147638 w 600075"/>
                <a:gd name="connsiteY2138" fmla="*/ 346996 h 447675"/>
                <a:gd name="connsiteX2139" fmla="*/ 148019 w 600075"/>
                <a:gd name="connsiteY2139" fmla="*/ 346138 h 447675"/>
                <a:gd name="connsiteX2140" fmla="*/ 148495 w 600075"/>
                <a:gd name="connsiteY2140" fmla="*/ 346138 h 447675"/>
                <a:gd name="connsiteX2141" fmla="*/ 149352 w 600075"/>
                <a:gd name="connsiteY2141" fmla="*/ 347281 h 447675"/>
                <a:gd name="connsiteX2142" fmla="*/ 150876 w 600075"/>
                <a:gd name="connsiteY2142" fmla="*/ 347091 h 447675"/>
                <a:gd name="connsiteX2143" fmla="*/ 152590 w 600075"/>
                <a:gd name="connsiteY2143" fmla="*/ 346424 h 447675"/>
                <a:gd name="connsiteX2144" fmla="*/ 154019 w 600075"/>
                <a:gd name="connsiteY2144" fmla="*/ 346043 h 447675"/>
                <a:gd name="connsiteX2145" fmla="*/ 153257 w 600075"/>
                <a:gd name="connsiteY2145" fmla="*/ 345186 h 447675"/>
                <a:gd name="connsiteX2146" fmla="*/ 152876 w 600075"/>
                <a:gd name="connsiteY2146" fmla="*/ 344138 h 447675"/>
                <a:gd name="connsiteX2147" fmla="*/ 152781 w 600075"/>
                <a:gd name="connsiteY2147" fmla="*/ 342995 h 447675"/>
                <a:gd name="connsiteX2148" fmla="*/ 152876 w 600075"/>
                <a:gd name="connsiteY2148" fmla="*/ 341852 h 447675"/>
                <a:gd name="connsiteX2149" fmla="*/ 153638 w 600075"/>
                <a:gd name="connsiteY2149" fmla="*/ 342328 h 447675"/>
                <a:gd name="connsiteX2150" fmla="*/ 154114 w 600075"/>
                <a:gd name="connsiteY2150" fmla="*/ 343186 h 447675"/>
                <a:gd name="connsiteX2151" fmla="*/ 154496 w 600075"/>
                <a:gd name="connsiteY2151" fmla="*/ 344138 h 447675"/>
                <a:gd name="connsiteX2152" fmla="*/ 154972 w 600075"/>
                <a:gd name="connsiteY2152" fmla="*/ 344995 h 447675"/>
                <a:gd name="connsiteX2153" fmla="*/ 156020 w 600075"/>
                <a:gd name="connsiteY2153" fmla="*/ 345948 h 447675"/>
                <a:gd name="connsiteX2154" fmla="*/ 156877 w 600075"/>
                <a:gd name="connsiteY2154" fmla="*/ 346234 h 447675"/>
                <a:gd name="connsiteX2155" fmla="*/ 157639 w 600075"/>
                <a:gd name="connsiteY2155" fmla="*/ 345948 h 447675"/>
                <a:gd name="connsiteX2156" fmla="*/ 158496 w 600075"/>
                <a:gd name="connsiteY2156" fmla="*/ 345281 h 447675"/>
                <a:gd name="connsiteX2157" fmla="*/ 159639 w 600075"/>
                <a:gd name="connsiteY2157" fmla="*/ 343757 h 447675"/>
                <a:gd name="connsiteX2158" fmla="*/ 161639 w 600075"/>
                <a:gd name="connsiteY2158" fmla="*/ 339852 h 447675"/>
                <a:gd name="connsiteX2159" fmla="*/ 163449 w 600075"/>
                <a:gd name="connsiteY2159" fmla="*/ 338138 h 447675"/>
                <a:gd name="connsiteX2160" fmla="*/ 164687 w 600075"/>
                <a:gd name="connsiteY2160" fmla="*/ 338709 h 447675"/>
                <a:gd name="connsiteX2161" fmla="*/ 166306 w 600075"/>
                <a:gd name="connsiteY2161" fmla="*/ 338899 h 447675"/>
                <a:gd name="connsiteX2162" fmla="*/ 169450 w 600075"/>
                <a:gd name="connsiteY2162" fmla="*/ 338804 h 447675"/>
                <a:gd name="connsiteX2163" fmla="*/ 168973 w 600075"/>
                <a:gd name="connsiteY2163" fmla="*/ 337851 h 447675"/>
                <a:gd name="connsiteX2164" fmla="*/ 168212 w 600075"/>
                <a:gd name="connsiteY2164" fmla="*/ 337185 h 447675"/>
                <a:gd name="connsiteX2165" fmla="*/ 167259 w 600075"/>
                <a:gd name="connsiteY2165" fmla="*/ 336804 h 447675"/>
                <a:gd name="connsiteX2166" fmla="*/ 166211 w 600075"/>
                <a:gd name="connsiteY2166" fmla="*/ 336518 h 447675"/>
                <a:gd name="connsiteX2167" fmla="*/ 168307 w 600075"/>
                <a:gd name="connsiteY2167" fmla="*/ 335947 h 447675"/>
                <a:gd name="connsiteX2168" fmla="*/ 168783 w 600075"/>
                <a:gd name="connsiteY2168" fmla="*/ 333756 h 447675"/>
                <a:gd name="connsiteX2169" fmla="*/ 168212 w 600075"/>
                <a:gd name="connsiteY2169" fmla="*/ 331184 h 447675"/>
                <a:gd name="connsiteX2170" fmla="*/ 167259 w 600075"/>
                <a:gd name="connsiteY2170" fmla="*/ 329470 h 447675"/>
                <a:gd name="connsiteX2171" fmla="*/ 162020 w 600075"/>
                <a:gd name="connsiteY2171" fmla="*/ 326422 h 447675"/>
                <a:gd name="connsiteX2172" fmla="*/ 160591 w 600075"/>
                <a:gd name="connsiteY2172" fmla="*/ 324707 h 447675"/>
                <a:gd name="connsiteX2173" fmla="*/ 162401 w 600075"/>
                <a:gd name="connsiteY2173" fmla="*/ 325755 h 447675"/>
                <a:gd name="connsiteX2174" fmla="*/ 164021 w 600075"/>
                <a:gd name="connsiteY2174" fmla="*/ 326231 h 447675"/>
                <a:gd name="connsiteX2175" fmla="*/ 164401 w 600075"/>
                <a:gd name="connsiteY2175" fmla="*/ 325850 h 447675"/>
                <a:gd name="connsiteX2176" fmla="*/ 166973 w 600075"/>
                <a:gd name="connsiteY2176" fmla="*/ 326993 h 447675"/>
                <a:gd name="connsiteX2177" fmla="*/ 167926 w 600075"/>
                <a:gd name="connsiteY2177" fmla="*/ 326993 h 447675"/>
                <a:gd name="connsiteX2178" fmla="*/ 169354 w 600075"/>
                <a:gd name="connsiteY2178" fmla="*/ 326422 h 447675"/>
                <a:gd name="connsiteX2179" fmla="*/ 169831 w 600075"/>
                <a:gd name="connsiteY2179" fmla="*/ 327755 h 447675"/>
                <a:gd name="connsiteX2180" fmla="*/ 170879 w 600075"/>
                <a:gd name="connsiteY2180" fmla="*/ 327850 h 447675"/>
                <a:gd name="connsiteX2181" fmla="*/ 172117 w 600075"/>
                <a:gd name="connsiteY2181" fmla="*/ 327088 h 447675"/>
                <a:gd name="connsiteX2182" fmla="*/ 173164 w 600075"/>
                <a:gd name="connsiteY2182" fmla="*/ 325850 h 447675"/>
                <a:gd name="connsiteX2183" fmla="*/ 172688 w 600075"/>
                <a:gd name="connsiteY2183" fmla="*/ 327374 h 447675"/>
                <a:gd name="connsiteX2184" fmla="*/ 172688 w 600075"/>
                <a:gd name="connsiteY2184" fmla="*/ 329089 h 447675"/>
                <a:gd name="connsiteX2185" fmla="*/ 173260 w 600075"/>
                <a:gd name="connsiteY2185" fmla="*/ 330136 h 447675"/>
                <a:gd name="connsiteX2186" fmla="*/ 174307 w 600075"/>
                <a:gd name="connsiteY2186" fmla="*/ 329374 h 447675"/>
                <a:gd name="connsiteX2187" fmla="*/ 175165 w 600075"/>
                <a:gd name="connsiteY2187" fmla="*/ 329755 h 447675"/>
                <a:gd name="connsiteX2188" fmla="*/ 175831 w 600075"/>
                <a:gd name="connsiteY2188" fmla="*/ 330136 h 447675"/>
                <a:gd name="connsiteX2189" fmla="*/ 176308 w 600075"/>
                <a:gd name="connsiteY2189" fmla="*/ 330708 h 447675"/>
                <a:gd name="connsiteX2190" fmla="*/ 176403 w 600075"/>
                <a:gd name="connsiteY2190" fmla="*/ 331660 h 447675"/>
                <a:gd name="connsiteX2191" fmla="*/ 175831 w 600075"/>
                <a:gd name="connsiteY2191" fmla="*/ 331660 h 447675"/>
                <a:gd name="connsiteX2192" fmla="*/ 174498 w 600075"/>
                <a:gd name="connsiteY2192" fmla="*/ 330898 h 447675"/>
                <a:gd name="connsiteX2193" fmla="*/ 173546 w 600075"/>
                <a:gd name="connsiteY2193" fmla="*/ 331660 h 447675"/>
                <a:gd name="connsiteX2194" fmla="*/ 173069 w 600075"/>
                <a:gd name="connsiteY2194" fmla="*/ 332803 h 447675"/>
                <a:gd name="connsiteX2195" fmla="*/ 173260 w 600075"/>
                <a:gd name="connsiteY2195" fmla="*/ 333375 h 447675"/>
                <a:gd name="connsiteX2196" fmla="*/ 175546 w 600075"/>
                <a:gd name="connsiteY2196" fmla="*/ 333470 h 447675"/>
                <a:gd name="connsiteX2197" fmla="*/ 176213 w 600075"/>
                <a:gd name="connsiteY2197" fmla="*/ 333375 h 447675"/>
                <a:gd name="connsiteX2198" fmla="*/ 176784 w 600075"/>
                <a:gd name="connsiteY2198" fmla="*/ 332994 h 447675"/>
                <a:gd name="connsiteX2199" fmla="*/ 177737 w 600075"/>
                <a:gd name="connsiteY2199" fmla="*/ 331851 h 447675"/>
                <a:gd name="connsiteX2200" fmla="*/ 178117 w 600075"/>
                <a:gd name="connsiteY2200" fmla="*/ 331660 h 447675"/>
                <a:gd name="connsiteX2201" fmla="*/ 178403 w 600075"/>
                <a:gd name="connsiteY2201" fmla="*/ 331375 h 447675"/>
                <a:gd name="connsiteX2202" fmla="*/ 178403 w 600075"/>
                <a:gd name="connsiteY2202" fmla="*/ 330803 h 447675"/>
                <a:gd name="connsiteX2203" fmla="*/ 178498 w 600075"/>
                <a:gd name="connsiteY2203" fmla="*/ 330232 h 447675"/>
                <a:gd name="connsiteX2204" fmla="*/ 179165 w 600075"/>
                <a:gd name="connsiteY2204" fmla="*/ 329946 h 447675"/>
                <a:gd name="connsiteX2205" fmla="*/ 185356 w 600075"/>
                <a:gd name="connsiteY2205" fmla="*/ 326136 h 447675"/>
                <a:gd name="connsiteX2206" fmla="*/ 186023 w 600075"/>
                <a:gd name="connsiteY2206" fmla="*/ 325279 h 447675"/>
                <a:gd name="connsiteX2207" fmla="*/ 184023 w 600075"/>
                <a:gd name="connsiteY2207" fmla="*/ 325088 h 447675"/>
                <a:gd name="connsiteX2208" fmla="*/ 181737 w 600075"/>
                <a:gd name="connsiteY2208" fmla="*/ 324231 h 447675"/>
                <a:gd name="connsiteX2209" fmla="*/ 179641 w 600075"/>
                <a:gd name="connsiteY2209" fmla="*/ 322993 h 447675"/>
                <a:gd name="connsiteX2210" fmla="*/ 178308 w 600075"/>
                <a:gd name="connsiteY2210" fmla="*/ 321659 h 447675"/>
                <a:gd name="connsiteX2211" fmla="*/ 177641 w 600075"/>
                <a:gd name="connsiteY2211" fmla="*/ 319754 h 447675"/>
                <a:gd name="connsiteX2212" fmla="*/ 177260 w 600075"/>
                <a:gd name="connsiteY2212" fmla="*/ 317182 h 447675"/>
                <a:gd name="connsiteX2213" fmla="*/ 177165 w 600075"/>
                <a:gd name="connsiteY2213" fmla="*/ 314420 h 447675"/>
                <a:gd name="connsiteX2214" fmla="*/ 177260 w 600075"/>
                <a:gd name="connsiteY2214" fmla="*/ 312230 h 447675"/>
                <a:gd name="connsiteX2215" fmla="*/ 178975 w 600075"/>
                <a:gd name="connsiteY2215" fmla="*/ 313182 h 447675"/>
                <a:gd name="connsiteX2216" fmla="*/ 180784 w 600075"/>
                <a:gd name="connsiteY2216" fmla="*/ 315182 h 447675"/>
                <a:gd name="connsiteX2217" fmla="*/ 182213 w 600075"/>
                <a:gd name="connsiteY2217" fmla="*/ 317373 h 447675"/>
                <a:gd name="connsiteX2218" fmla="*/ 183642 w 600075"/>
                <a:gd name="connsiteY2218" fmla="*/ 320897 h 447675"/>
                <a:gd name="connsiteX2219" fmla="*/ 185547 w 600075"/>
                <a:gd name="connsiteY2219" fmla="*/ 320040 h 447675"/>
                <a:gd name="connsiteX2220" fmla="*/ 187642 w 600075"/>
                <a:gd name="connsiteY2220" fmla="*/ 317849 h 447675"/>
                <a:gd name="connsiteX2221" fmla="*/ 188881 w 600075"/>
                <a:gd name="connsiteY2221" fmla="*/ 315754 h 447675"/>
                <a:gd name="connsiteX2222" fmla="*/ 189452 w 600075"/>
                <a:gd name="connsiteY2222" fmla="*/ 315754 h 447675"/>
                <a:gd name="connsiteX2223" fmla="*/ 189166 w 600075"/>
                <a:gd name="connsiteY2223" fmla="*/ 317563 h 447675"/>
                <a:gd name="connsiteX2224" fmla="*/ 187262 w 600075"/>
                <a:gd name="connsiteY2224" fmla="*/ 319945 h 447675"/>
                <a:gd name="connsiteX2225" fmla="*/ 186785 w 600075"/>
                <a:gd name="connsiteY2225" fmla="*/ 321278 h 447675"/>
                <a:gd name="connsiteX2226" fmla="*/ 187262 w 600075"/>
                <a:gd name="connsiteY2226" fmla="*/ 322516 h 447675"/>
                <a:gd name="connsiteX2227" fmla="*/ 188500 w 600075"/>
                <a:gd name="connsiteY2227" fmla="*/ 323088 h 447675"/>
                <a:gd name="connsiteX2228" fmla="*/ 190024 w 600075"/>
                <a:gd name="connsiteY2228" fmla="*/ 323278 h 447675"/>
                <a:gd name="connsiteX2229" fmla="*/ 193072 w 600075"/>
                <a:gd name="connsiteY2229" fmla="*/ 323183 h 447675"/>
                <a:gd name="connsiteX2230" fmla="*/ 200025 w 600075"/>
                <a:gd name="connsiteY2230" fmla="*/ 321659 h 447675"/>
                <a:gd name="connsiteX2231" fmla="*/ 200787 w 600075"/>
                <a:gd name="connsiteY2231" fmla="*/ 320897 h 447675"/>
                <a:gd name="connsiteX2232" fmla="*/ 201644 w 600075"/>
                <a:gd name="connsiteY2232" fmla="*/ 319183 h 447675"/>
                <a:gd name="connsiteX2233" fmla="*/ 202311 w 600075"/>
                <a:gd name="connsiteY2233" fmla="*/ 320611 h 447675"/>
                <a:gd name="connsiteX2234" fmla="*/ 202501 w 600075"/>
                <a:gd name="connsiteY2234" fmla="*/ 322326 h 447675"/>
                <a:gd name="connsiteX2235" fmla="*/ 202216 w 600075"/>
                <a:gd name="connsiteY2235" fmla="*/ 324040 h 447675"/>
                <a:gd name="connsiteX2236" fmla="*/ 201454 w 600075"/>
                <a:gd name="connsiteY2236" fmla="*/ 325469 h 447675"/>
                <a:gd name="connsiteX2237" fmla="*/ 200882 w 600075"/>
                <a:gd name="connsiteY2237" fmla="*/ 326993 h 447675"/>
                <a:gd name="connsiteX2238" fmla="*/ 202025 w 600075"/>
                <a:gd name="connsiteY2238" fmla="*/ 327946 h 447675"/>
                <a:gd name="connsiteX2239" fmla="*/ 203645 w 600075"/>
                <a:gd name="connsiteY2239" fmla="*/ 328517 h 447675"/>
                <a:gd name="connsiteX2240" fmla="*/ 204502 w 600075"/>
                <a:gd name="connsiteY2240" fmla="*/ 328993 h 447675"/>
                <a:gd name="connsiteX2241" fmla="*/ 205930 w 600075"/>
                <a:gd name="connsiteY2241" fmla="*/ 330994 h 447675"/>
                <a:gd name="connsiteX2242" fmla="*/ 209264 w 600075"/>
                <a:gd name="connsiteY2242" fmla="*/ 330803 h 447675"/>
                <a:gd name="connsiteX2243" fmla="*/ 212979 w 600075"/>
                <a:gd name="connsiteY2243" fmla="*/ 329470 h 447675"/>
                <a:gd name="connsiteX2244" fmla="*/ 215455 w 600075"/>
                <a:gd name="connsiteY2244" fmla="*/ 328708 h 447675"/>
                <a:gd name="connsiteX2245" fmla="*/ 216217 w 600075"/>
                <a:gd name="connsiteY2245" fmla="*/ 327946 h 447675"/>
                <a:gd name="connsiteX2246" fmla="*/ 216884 w 600075"/>
                <a:gd name="connsiteY2246" fmla="*/ 327469 h 447675"/>
                <a:gd name="connsiteX2247" fmla="*/ 217361 w 600075"/>
                <a:gd name="connsiteY2247" fmla="*/ 326803 h 447675"/>
                <a:gd name="connsiteX2248" fmla="*/ 217741 w 600075"/>
                <a:gd name="connsiteY2248" fmla="*/ 324326 h 447675"/>
                <a:gd name="connsiteX2249" fmla="*/ 218504 w 600075"/>
                <a:gd name="connsiteY2249" fmla="*/ 322897 h 447675"/>
                <a:gd name="connsiteX2250" fmla="*/ 218694 w 600075"/>
                <a:gd name="connsiteY2250" fmla="*/ 322040 h 447675"/>
                <a:gd name="connsiteX2251" fmla="*/ 218408 w 600075"/>
                <a:gd name="connsiteY2251" fmla="*/ 319849 h 447675"/>
                <a:gd name="connsiteX2252" fmla="*/ 218122 w 600075"/>
                <a:gd name="connsiteY2252" fmla="*/ 318706 h 447675"/>
                <a:gd name="connsiteX2253" fmla="*/ 217837 w 600075"/>
                <a:gd name="connsiteY2253" fmla="*/ 318230 h 447675"/>
                <a:gd name="connsiteX2254" fmla="*/ 217361 w 600075"/>
                <a:gd name="connsiteY2254" fmla="*/ 317754 h 447675"/>
                <a:gd name="connsiteX2255" fmla="*/ 217265 w 600075"/>
                <a:gd name="connsiteY2255" fmla="*/ 316516 h 447675"/>
                <a:gd name="connsiteX2256" fmla="*/ 217456 w 600075"/>
                <a:gd name="connsiteY2256" fmla="*/ 314325 h 447675"/>
                <a:gd name="connsiteX2257" fmla="*/ 217265 w 600075"/>
                <a:gd name="connsiteY2257" fmla="*/ 313658 h 447675"/>
                <a:gd name="connsiteX2258" fmla="*/ 215837 w 600075"/>
                <a:gd name="connsiteY2258" fmla="*/ 311086 h 447675"/>
                <a:gd name="connsiteX2259" fmla="*/ 214789 w 600075"/>
                <a:gd name="connsiteY2259" fmla="*/ 307562 h 447675"/>
                <a:gd name="connsiteX2260" fmla="*/ 214884 w 600075"/>
                <a:gd name="connsiteY2260" fmla="*/ 305371 h 447675"/>
                <a:gd name="connsiteX2261" fmla="*/ 215455 w 600075"/>
                <a:gd name="connsiteY2261" fmla="*/ 302895 h 447675"/>
                <a:gd name="connsiteX2262" fmla="*/ 216503 w 600075"/>
                <a:gd name="connsiteY2262" fmla="*/ 300799 h 447675"/>
                <a:gd name="connsiteX2263" fmla="*/ 218027 w 600075"/>
                <a:gd name="connsiteY2263" fmla="*/ 299942 h 447675"/>
                <a:gd name="connsiteX2264" fmla="*/ 217646 w 600075"/>
                <a:gd name="connsiteY2264" fmla="*/ 300990 h 447675"/>
                <a:gd name="connsiteX2265" fmla="*/ 216789 w 600075"/>
                <a:gd name="connsiteY2265" fmla="*/ 305276 h 447675"/>
                <a:gd name="connsiteX2266" fmla="*/ 216408 w 600075"/>
                <a:gd name="connsiteY2266" fmla="*/ 306324 h 447675"/>
                <a:gd name="connsiteX2267" fmla="*/ 216313 w 600075"/>
                <a:gd name="connsiteY2267" fmla="*/ 306991 h 447675"/>
                <a:gd name="connsiteX2268" fmla="*/ 216503 w 600075"/>
                <a:gd name="connsiteY2268" fmla="*/ 307848 h 447675"/>
                <a:gd name="connsiteX2269" fmla="*/ 217265 w 600075"/>
                <a:gd name="connsiteY2269" fmla="*/ 308991 h 447675"/>
                <a:gd name="connsiteX2270" fmla="*/ 217456 w 600075"/>
                <a:gd name="connsiteY2270" fmla="*/ 309658 h 447675"/>
                <a:gd name="connsiteX2271" fmla="*/ 218599 w 600075"/>
                <a:gd name="connsiteY2271" fmla="*/ 310705 h 447675"/>
                <a:gd name="connsiteX2272" fmla="*/ 221075 w 600075"/>
                <a:gd name="connsiteY2272" fmla="*/ 310515 h 447675"/>
                <a:gd name="connsiteX2273" fmla="*/ 223647 w 600075"/>
                <a:gd name="connsiteY2273" fmla="*/ 309658 h 447675"/>
                <a:gd name="connsiteX2274" fmla="*/ 225076 w 600075"/>
                <a:gd name="connsiteY2274" fmla="*/ 308800 h 447675"/>
                <a:gd name="connsiteX2275" fmla="*/ 225647 w 600075"/>
                <a:gd name="connsiteY2275" fmla="*/ 308800 h 447675"/>
                <a:gd name="connsiteX2276" fmla="*/ 224695 w 600075"/>
                <a:gd name="connsiteY2276" fmla="*/ 310610 h 447675"/>
                <a:gd name="connsiteX2277" fmla="*/ 220123 w 600075"/>
                <a:gd name="connsiteY2277" fmla="*/ 312896 h 447675"/>
                <a:gd name="connsiteX2278" fmla="*/ 219075 w 600075"/>
                <a:gd name="connsiteY2278" fmla="*/ 314325 h 447675"/>
                <a:gd name="connsiteX2279" fmla="*/ 219361 w 600075"/>
                <a:gd name="connsiteY2279" fmla="*/ 317087 h 447675"/>
                <a:gd name="connsiteX2280" fmla="*/ 220218 w 600075"/>
                <a:gd name="connsiteY2280" fmla="*/ 319088 h 447675"/>
                <a:gd name="connsiteX2281" fmla="*/ 221551 w 600075"/>
                <a:gd name="connsiteY2281" fmla="*/ 320516 h 447675"/>
                <a:gd name="connsiteX2282" fmla="*/ 230124 w 600075"/>
                <a:gd name="connsiteY2282" fmla="*/ 325279 h 447675"/>
                <a:gd name="connsiteX2283" fmla="*/ 232410 w 600075"/>
                <a:gd name="connsiteY2283" fmla="*/ 325755 h 447675"/>
                <a:gd name="connsiteX2284" fmla="*/ 234696 w 600075"/>
                <a:gd name="connsiteY2284" fmla="*/ 325088 h 447675"/>
                <a:gd name="connsiteX2285" fmla="*/ 236696 w 600075"/>
                <a:gd name="connsiteY2285" fmla="*/ 323278 h 447675"/>
                <a:gd name="connsiteX2286" fmla="*/ 237839 w 600075"/>
                <a:gd name="connsiteY2286" fmla="*/ 320992 h 447675"/>
                <a:gd name="connsiteX2287" fmla="*/ 237649 w 600075"/>
                <a:gd name="connsiteY2287" fmla="*/ 318706 h 447675"/>
                <a:gd name="connsiteX2288" fmla="*/ 240887 w 600075"/>
                <a:gd name="connsiteY2288" fmla="*/ 316992 h 447675"/>
                <a:gd name="connsiteX2289" fmla="*/ 241363 w 600075"/>
                <a:gd name="connsiteY2289" fmla="*/ 316516 h 447675"/>
                <a:gd name="connsiteX2290" fmla="*/ 241840 w 600075"/>
                <a:gd name="connsiteY2290" fmla="*/ 315563 h 447675"/>
                <a:gd name="connsiteX2291" fmla="*/ 242125 w 600075"/>
                <a:gd name="connsiteY2291" fmla="*/ 315182 h 447675"/>
                <a:gd name="connsiteX2292" fmla="*/ 242602 w 600075"/>
                <a:gd name="connsiteY2292" fmla="*/ 315087 h 447675"/>
                <a:gd name="connsiteX2293" fmla="*/ 244507 w 600075"/>
                <a:gd name="connsiteY2293" fmla="*/ 315182 h 447675"/>
                <a:gd name="connsiteX2294" fmla="*/ 245078 w 600075"/>
                <a:gd name="connsiteY2294" fmla="*/ 314611 h 447675"/>
                <a:gd name="connsiteX2295" fmla="*/ 245269 w 600075"/>
                <a:gd name="connsiteY2295" fmla="*/ 312134 h 447675"/>
                <a:gd name="connsiteX2296" fmla="*/ 245554 w 600075"/>
                <a:gd name="connsiteY2296" fmla="*/ 311563 h 447675"/>
                <a:gd name="connsiteX2297" fmla="*/ 249174 w 600075"/>
                <a:gd name="connsiteY2297" fmla="*/ 309848 h 447675"/>
                <a:gd name="connsiteX2298" fmla="*/ 250126 w 600075"/>
                <a:gd name="connsiteY2298" fmla="*/ 310229 h 447675"/>
                <a:gd name="connsiteX2299" fmla="*/ 250698 w 600075"/>
                <a:gd name="connsiteY2299" fmla="*/ 309753 h 447675"/>
                <a:gd name="connsiteX2300" fmla="*/ 251270 w 600075"/>
                <a:gd name="connsiteY2300" fmla="*/ 308991 h 447675"/>
                <a:gd name="connsiteX2301" fmla="*/ 252127 w 600075"/>
                <a:gd name="connsiteY2301" fmla="*/ 308610 h 447675"/>
                <a:gd name="connsiteX2302" fmla="*/ 253270 w 600075"/>
                <a:gd name="connsiteY2302" fmla="*/ 309086 h 447675"/>
                <a:gd name="connsiteX2303" fmla="*/ 254127 w 600075"/>
                <a:gd name="connsiteY2303" fmla="*/ 310134 h 447675"/>
                <a:gd name="connsiteX2304" fmla="*/ 254698 w 600075"/>
                <a:gd name="connsiteY2304" fmla="*/ 311467 h 447675"/>
                <a:gd name="connsiteX2305" fmla="*/ 255651 w 600075"/>
                <a:gd name="connsiteY2305" fmla="*/ 314801 h 447675"/>
                <a:gd name="connsiteX2306" fmla="*/ 256318 w 600075"/>
                <a:gd name="connsiteY2306" fmla="*/ 316420 h 447675"/>
                <a:gd name="connsiteX2307" fmla="*/ 258889 w 600075"/>
                <a:gd name="connsiteY2307" fmla="*/ 318040 h 447675"/>
                <a:gd name="connsiteX2308" fmla="*/ 260223 w 600075"/>
                <a:gd name="connsiteY2308" fmla="*/ 317278 h 447675"/>
                <a:gd name="connsiteX2309" fmla="*/ 262509 w 600075"/>
                <a:gd name="connsiteY2309" fmla="*/ 316420 h 447675"/>
                <a:gd name="connsiteX2310" fmla="*/ 263747 w 600075"/>
                <a:gd name="connsiteY2310" fmla="*/ 314992 h 447675"/>
                <a:gd name="connsiteX2311" fmla="*/ 264319 w 600075"/>
                <a:gd name="connsiteY2311" fmla="*/ 314230 h 447675"/>
                <a:gd name="connsiteX2312" fmla="*/ 264414 w 600075"/>
                <a:gd name="connsiteY2312" fmla="*/ 313753 h 447675"/>
                <a:gd name="connsiteX2313" fmla="*/ 264795 w 600075"/>
                <a:gd name="connsiteY2313" fmla="*/ 312610 h 447675"/>
                <a:gd name="connsiteX2314" fmla="*/ 264890 w 600075"/>
                <a:gd name="connsiteY2314" fmla="*/ 311944 h 447675"/>
                <a:gd name="connsiteX2315" fmla="*/ 265081 w 600075"/>
                <a:gd name="connsiteY2315" fmla="*/ 311182 h 447675"/>
                <a:gd name="connsiteX2316" fmla="*/ 265462 w 600075"/>
                <a:gd name="connsiteY2316" fmla="*/ 311086 h 447675"/>
                <a:gd name="connsiteX2317" fmla="*/ 266033 w 600075"/>
                <a:gd name="connsiteY2317" fmla="*/ 311086 h 447675"/>
                <a:gd name="connsiteX2318" fmla="*/ 267271 w 600075"/>
                <a:gd name="connsiteY2318" fmla="*/ 310801 h 447675"/>
                <a:gd name="connsiteX2319" fmla="*/ 267938 w 600075"/>
                <a:gd name="connsiteY2319" fmla="*/ 310229 h 447675"/>
                <a:gd name="connsiteX2320" fmla="*/ 268224 w 600075"/>
                <a:gd name="connsiteY2320" fmla="*/ 309181 h 447675"/>
                <a:gd name="connsiteX2321" fmla="*/ 267653 w 600075"/>
                <a:gd name="connsiteY2321" fmla="*/ 308229 h 447675"/>
                <a:gd name="connsiteX2322" fmla="*/ 267462 w 600075"/>
                <a:gd name="connsiteY2322" fmla="*/ 307848 h 447675"/>
                <a:gd name="connsiteX2323" fmla="*/ 267653 w 600075"/>
                <a:gd name="connsiteY2323" fmla="*/ 307181 h 447675"/>
                <a:gd name="connsiteX2324" fmla="*/ 267748 w 600075"/>
                <a:gd name="connsiteY2324" fmla="*/ 305657 h 447675"/>
                <a:gd name="connsiteX2325" fmla="*/ 267367 w 600075"/>
                <a:gd name="connsiteY2325" fmla="*/ 304038 h 447675"/>
                <a:gd name="connsiteX2326" fmla="*/ 267367 w 600075"/>
                <a:gd name="connsiteY2326" fmla="*/ 302895 h 447675"/>
                <a:gd name="connsiteX2327" fmla="*/ 267176 w 600075"/>
                <a:gd name="connsiteY2327" fmla="*/ 300990 h 447675"/>
                <a:gd name="connsiteX2328" fmla="*/ 267271 w 600075"/>
                <a:gd name="connsiteY2328" fmla="*/ 298894 h 447675"/>
                <a:gd name="connsiteX2329" fmla="*/ 267653 w 600075"/>
                <a:gd name="connsiteY2329" fmla="*/ 297275 h 447675"/>
                <a:gd name="connsiteX2330" fmla="*/ 267557 w 600075"/>
                <a:gd name="connsiteY2330" fmla="*/ 295180 h 447675"/>
                <a:gd name="connsiteX2331" fmla="*/ 268033 w 600075"/>
                <a:gd name="connsiteY2331" fmla="*/ 293656 h 447675"/>
                <a:gd name="connsiteX2332" fmla="*/ 270510 w 600075"/>
                <a:gd name="connsiteY2332" fmla="*/ 295561 h 447675"/>
                <a:gd name="connsiteX2333" fmla="*/ 272034 w 600075"/>
                <a:gd name="connsiteY2333" fmla="*/ 293275 h 447675"/>
                <a:gd name="connsiteX2334" fmla="*/ 272701 w 600075"/>
                <a:gd name="connsiteY2334" fmla="*/ 288131 h 447675"/>
                <a:gd name="connsiteX2335" fmla="*/ 274701 w 600075"/>
                <a:gd name="connsiteY2335" fmla="*/ 287083 h 447675"/>
                <a:gd name="connsiteX2336" fmla="*/ 274701 w 600075"/>
                <a:gd name="connsiteY2336" fmla="*/ 288417 h 447675"/>
                <a:gd name="connsiteX2337" fmla="*/ 274891 w 600075"/>
                <a:gd name="connsiteY2337" fmla="*/ 289846 h 447675"/>
                <a:gd name="connsiteX2338" fmla="*/ 275368 w 600075"/>
                <a:gd name="connsiteY2338" fmla="*/ 291179 h 447675"/>
                <a:gd name="connsiteX2339" fmla="*/ 276034 w 600075"/>
                <a:gd name="connsiteY2339" fmla="*/ 292132 h 447675"/>
                <a:gd name="connsiteX2340" fmla="*/ 275272 w 600075"/>
                <a:gd name="connsiteY2340" fmla="*/ 293560 h 447675"/>
                <a:gd name="connsiteX2341" fmla="*/ 275749 w 600075"/>
                <a:gd name="connsiteY2341" fmla="*/ 294608 h 447675"/>
                <a:gd name="connsiteX2342" fmla="*/ 274987 w 600075"/>
                <a:gd name="connsiteY2342" fmla="*/ 296132 h 447675"/>
                <a:gd name="connsiteX2343" fmla="*/ 274606 w 600075"/>
                <a:gd name="connsiteY2343" fmla="*/ 297370 h 447675"/>
                <a:gd name="connsiteX2344" fmla="*/ 275272 w 600075"/>
                <a:gd name="connsiteY2344" fmla="*/ 300228 h 447675"/>
                <a:gd name="connsiteX2345" fmla="*/ 276892 w 600075"/>
                <a:gd name="connsiteY2345" fmla="*/ 302705 h 447675"/>
                <a:gd name="connsiteX2346" fmla="*/ 278321 w 600075"/>
                <a:gd name="connsiteY2346" fmla="*/ 303752 h 447675"/>
                <a:gd name="connsiteX2347" fmla="*/ 279940 w 600075"/>
                <a:gd name="connsiteY2347" fmla="*/ 302323 h 447675"/>
                <a:gd name="connsiteX2348" fmla="*/ 281273 w 600075"/>
                <a:gd name="connsiteY2348" fmla="*/ 301847 h 447675"/>
                <a:gd name="connsiteX2349" fmla="*/ 282797 w 600075"/>
                <a:gd name="connsiteY2349" fmla="*/ 301942 h 447675"/>
                <a:gd name="connsiteX2350" fmla="*/ 284131 w 600075"/>
                <a:gd name="connsiteY2350" fmla="*/ 302133 h 447675"/>
                <a:gd name="connsiteX2351" fmla="*/ 285464 w 600075"/>
                <a:gd name="connsiteY2351" fmla="*/ 301180 h 447675"/>
                <a:gd name="connsiteX2352" fmla="*/ 285750 w 600075"/>
                <a:gd name="connsiteY2352" fmla="*/ 300609 h 447675"/>
                <a:gd name="connsiteX2353" fmla="*/ 286036 w 600075"/>
                <a:gd name="connsiteY2353" fmla="*/ 299751 h 447675"/>
                <a:gd name="connsiteX2354" fmla="*/ 286131 w 600075"/>
                <a:gd name="connsiteY2354" fmla="*/ 298799 h 447675"/>
                <a:gd name="connsiteX2355" fmla="*/ 285369 w 600075"/>
                <a:gd name="connsiteY2355" fmla="*/ 296989 h 447675"/>
                <a:gd name="connsiteX2356" fmla="*/ 285750 w 600075"/>
                <a:gd name="connsiteY2356" fmla="*/ 295942 h 447675"/>
                <a:gd name="connsiteX2357" fmla="*/ 286703 w 600075"/>
                <a:gd name="connsiteY2357" fmla="*/ 294132 h 447675"/>
                <a:gd name="connsiteX2358" fmla="*/ 287464 w 600075"/>
                <a:gd name="connsiteY2358" fmla="*/ 294037 h 447675"/>
                <a:gd name="connsiteX2359" fmla="*/ 287846 w 600075"/>
                <a:gd name="connsiteY2359" fmla="*/ 293846 h 447675"/>
                <a:gd name="connsiteX2360" fmla="*/ 288131 w 600075"/>
                <a:gd name="connsiteY2360" fmla="*/ 293465 h 447675"/>
                <a:gd name="connsiteX2361" fmla="*/ 288417 w 600075"/>
                <a:gd name="connsiteY2361" fmla="*/ 292798 h 447675"/>
                <a:gd name="connsiteX2362" fmla="*/ 289179 w 600075"/>
                <a:gd name="connsiteY2362" fmla="*/ 291560 h 447675"/>
                <a:gd name="connsiteX2363" fmla="*/ 289465 w 600075"/>
                <a:gd name="connsiteY2363" fmla="*/ 290798 h 447675"/>
                <a:gd name="connsiteX2364" fmla="*/ 289846 w 600075"/>
                <a:gd name="connsiteY2364" fmla="*/ 290226 h 447675"/>
                <a:gd name="connsiteX2365" fmla="*/ 290703 w 600075"/>
                <a:gd name="connsiteY2365" fmla="*/ 290036 h 447675"/>
                <a:gd name="connsiteX2366" fmla="*/ 291655 w 600075"/>
                <a:gd name="connsiteY2366" fmla="*/ 290226 h 447675"/>
                <a:gd name="connsiteX2367" fmla="*/ 293656 w 600075"/>
                <a:gd name="connsiteY2367" fmla="*/ 291274 h 447675"/>
                <a:gd name="connsiteX2368" fmla="*/ 294608 w 600075"/>
                <a:gd name="connsiteY2368" fmla="*/ 291274 h 447675"/>
                <a:gd name="connsiteX2369" fmla="*/ 297751 w 600075"/>
                <a:gd name="connsiteY2369" fmla="*/ 290608 h 447675"/>
                <a:gd name="connsiteX2370" fmla="*/ 294799 w 600075"/>
                <a:gd name="connsiteY2370" fmla="*/ 286226 h 447675"/>
                <a:gd name="connsiteX2371" fmla="*/ 293941 w 600075"/>
                <a:gd name="connsiteY2371" fmla="*/ 285083 h 447675"/>
                <a:gd name="connsiteX2372" fmla="*/ 291941 w 600075"/>
                <a:gd name="connsiteY2372" fmla="*/ 282988 h 447675"/>
                <a:gd name="connsiteX2373" fmla="*/ 291084 w 600075"/>
                <a:gd name="connsiteY2373" fmla="*/ 281178 h 447675"/>
                <a:gd name="connsiteX2374" fmla="*/ 289846 w 600075"/>
                <a:gd name="connsiteY2374" fmla="*/ 279368 h 447675"/>
                <a:gd name="connsiteX2375" fmla="*/ 283750 w 600075"/>
                <a:gd name="connsiteY2375" fmla="*/ 269462 h 447675"/>
                <a:gd name="connsiteX2376" fmla="*/ 280702 w 600075"/>
                <a:gd name="connsiteY2376" fmla="*/ 266224 h 447675"/>
                <a:gd name="connsiteX2377" fmla="*/ 278797 w 600075"/>
                <a:gd name="connsiteY2377" fmla="*/ 264795 h 447675"/>
                <a:gd name="connsiteX2378" fmla="*/ 278321 w 600075"/>
                <a:gd name="connsiteY2378" fmla="*/ 264033 h 447675"/>
                <a:gd name="connsiteX2379" fmla="*/ 278225 w 600075"/>
                <a:gd name="connsiteY2379" fmla="*/ 262414 h 447675"/>
                <a:gd name="connsiteX2380" fmla="*/ 278797 w 600075"/>
                <a:gd name="connsiteY2380" fmla="*/ 256508 h 447675"/>
                <a:gd name="connsiteX2381" fmla="*/ 279749 w 600075"/>
                <a:gd name="connsiteY2381" fmla="*/ 257461 h 447675"/>
                <a:gd name="connsiteX2382" fmla="*/ 284131 w 600075"/>
                <a:gd name="connsiteY2382" fmla="*/ 264795 h 447675"/>
                <a:gd name="connsiteX2383" fmla="*/ 284988 w 600075"/>
                <a:gd name="connsiteY2383" fmla="*/ 266700 h 447675"/>
                <a:gd name="connsiteX2384" fmla="*/ 286036 w 600075"/>
                <a:gd name="connsiteY2384" fmla="*/ 271272 h 447675"/>
                <a:gd name="connsiteX2385" fmla="*/ 287655 w 600075"/>
                <a:gd name="connsiteY2385" fmla="*/ 274034 h 447675"/>
                <a:gd name="connsiteX2386" fmla="*/ 289846 w 600075"/>
                <a:gd name="connsiteY2386" fmla="*/ 276511 h 447675"/>
                <a:gd name="connsiteX2387" fmla="*/ 293751 w 600075"/>
                <a:gd name="connsiteY2387" fmla="*/ 279559 h 447675"/>
                <a:gd name="connsiteX2388" fmla="*/ 294227 w 600075"/>
                <a:gd name="connsiteY2388" fmla="*/ 280130 h 447675"/>
                <a:gd name="connsiteX2389" fmla="*/ 294513 w 600075"/>
                <a:gd name="connsiteY2389" fmla="*/ 280892 h 447675"/>
                <a:gd name="connsiteX2390" fmla="*/ 294704 w 600075"/>
                <a:gd name="connsiteY2390" fmla="*/ 282416 h 447675"/>
                <a:gd name="connsiteX2391" fmla="*/ 294894 w 600075"/>
                <a:gd name="connsiteY2391" fmla="*/ 283083 h 447675"/>
                <a:gd name="connsiteX2392" fmla="*/ 298704 w 600075"/>
                <a:gd name="connsiteY2392" fmla="*/ 286702 h 447675"/>
                <a:gd name="connsiteX2393" fmla="*/ 299275 w 600075"/>
                <a:gd name="connsiteY2393" fmla="*/ 288131 h 447675"/>
                <a:gd name="connsiteX2394" fmla="*/ 299847 w 600075"/>
                <a:gd name="connsiteY2394" fmla="*/ 290036 h 447675"/>
                <a:gd name="connsiteX2395" fmla="*/ 302514 w 600075"/>
                <a:gd name="connsiteY2395" fmla="*/ 292417 h 447675"/>
                <a:gd name="connsiteX2396" fmla="*/ 304514 w 600075"/>
                <a:gd name="connsiteY2396" fmla="*/ 292703 h 447675"/>
                <a:gd name="connsiteX2397" fmla="*/ 305562 w 600075"/>
                <a:gd name="connsiteY2397" fmla="*/ 291274 h 447675"/>
                <a:gd name="connsiteX2398" fmla="*/ 307467 w 600075"/>
                <a:gd name="connsiteY2398" fmla="*/ 289560 h 447675"/>
                <a:gd name="connsiteX2399" fmla="*/ 308038 w 600075"/>
                <a:gd name="connsiteY2399" fmla="*/ 288798 h 447675"/>
                <a:gd name="connsiteX2400" fmla="*/ 308134 w 600075"/>
                <a:gd name="connsiteY2400" fmla="*/ 288607 h 447675"/>
                <a:gd name="connsiteX2401" fmla="*/ 308134 w 600075"/>
                <a:gd name="connsiteY2401" fmla="*/ 288512 h 447675"/>
                <a:gd name="connsiteX2402" fmla="*/ 307657 w 600075"/>
                <a:gd name="connsiteY2402" fmla="*/ 287655 h 447675"/>
                <a:gd name="connsiteX2403" fmla="*/ 307657 w 600075"/>
                <a:gd name="connsiteY2403" fmla="*/ 287655 h 447675"/>
                <a:gd name="connsiteX2404" fmla="*/ 308896 w 600075"/>
                <a:gd name="connsiteY2404" fmla="*/ 286893 h 447675"/>
                <a:gd name="connsiteX2405" fmla="*/ 310039 w 600075"/>
                <a:gd name="connsiteY2405" fmla="*/ 287083 h 447675"/>
                <a:gd name="connsiteX2406" fmla="*/ 310705 w 600075"/>
                <a:gd name="connsiteY2406" fmla="*/ 285845 h 447675"/>
                <a:gd name="connsiteX2407" fmla="*/ 312801 w 600075"/>
                <a:gd name="connsiteY2407" fmla="*/ 285464 h 447675"/>
                <a:gd name="connsiteX2408" fmla="*/ 312991 w 600075"/>
                <a:gd name="connsiteY2408" fmla="*/ 284131 h 447675"/>
                <a:gd name="connsiteX2409" fmla="*/ 312515 w 600075"/>
                <a:gd name="connsiteY2409" fmla="*/ 283273 h 447675"/>
                <a:gd name="connsiteX2410" fmla="*/ 312039 w 600075"/>
                <a:gd name="connsiteY2410" fmla="*/ 282988 h 447675"/>
                <a:gd name="connsiteX2411" fmla="*/ 311848 w 600075"/>
                <a:gd name="connsiteY2411" fmla="*/ 281464 h 447675"/>
                <a:gd name="connsiteX2412" fmla="*/ 311753 w 600075"/>
                <a:gd name="connsiteY2412" fmla="*/ 280130 h 447675"/>
                <a:gd name="connsiteX2413" fmla="*/ 312515 w 600075"/>
                <a:gd name="connsiteY2413" fmla="*/ 279368 h 447675"/>
                <a:gd name="connsiteX2414" fmla="*/ 313277 w 600075"/>
                <a:gd name="connsiteY2414" fmla="*/ 278797 h 447675"/>
                <a:gd name="connsiteX2415" fmla="*/ 313658 w 600075"/>
                <a:gd name="connsiteY2415" fmla="*/ 277939 h 447675"/>
                <a:gd name="connsiteX2416" fmla="*/ 313658 w 600075"/>
                <a:gd name="connsiteY2416" fmla="*/ 276606 h 447675"/>
                <a:gd name="connsiteX2417" fmla="*/ 313849 w 600075"/>
                <a:gd name="connsiteY2417" fmla="*/ 275844 h 447675"/>
                <a:gd name="connsiteX2418" fmla="*/ 314706 w 600075"/>
                <a:gd name="connsiteY2418" fmla="*/ 274130 h 447675"/>
                <a:gd name="connsiteX2419" fmla="*/ 312420 w 600075"/>
                <a:gd name="connsiteY2419" fmla="*/ 274034 h 447675"/>
                <a:gd name="connsiteX2420" fmla="*/ 310515 w 600075"/>
                <a:gd name="connsiteY2420" fmla="*/ 273177 h 447675"/>
                <a:gd name="connsiteX2421" fmla="*/ 310039 w 600075"/>
                <a:gd name="connsiteY2421" fmla="*/ 271843 h 447675"/>
                <a:gd name="connsiteX2422" fmla="*/ 309658 w 600075"/>
                <a:gd name="connsiteY2422" fmla="*/ 268224 h 447675"/>
                <a:gd name="connsiteX2423" fmla="*/ 310991 w 600075"/>
                <a:gd name="connsiteY2423" fmla="*/ 264509 h 447675"/>
                <a:gd name="connsiteX2424" fmla="*/ 313563 w 600075"/>
                <a:gd name="connsiteY2424" fmla="*/ 260794 h 447675"/>
                <a:gd name="connsiteX2425" fmla="*/ 313944 w 600075"/>
                <a:gd name="connsiteY2425" fmla="*/ 256318 h 447675"/>
                <a:gd name="connsiteX2426" fmla="*/ 311087 w 600075"/>
                <a:gd name="connsiteY2426" fmla="*/ 252984 h 447675"/>
                <a:gd name="connsiteX2427" fmla="*/ 310229 w 600075"/>
                <a:gd name="connsiteY2427" fmla="*/ 250888 h 447675"/>
                <a:gd name="connsiteX2428" fmla="*/ 307276 w 600075"/>
                <a:gd name="connsiteY2428" fmla="*/ 248031 h 447675"/>
                <a:gd name="connsiteX2429" fmla="*/ 304038 w 600075"/>
                <a:gd name="connsiteY2429" fmla="*/ 245554 h 447675"/>
                <a:gd name="connsiteX2430" fmla="*/ 303276 w 600075"/>
                <a:gd name="connsiteY2430" fmla="*/ 244126 h 447675"/>
                <a:gd name="connsiteX2431" fmla="*/ 302228 w 600075"/>
                <a:gd name="connsiteY2431" fmla="*/ 243364 h 447675"/>
                <a:gd name="connsiteX2432" fmla="*/ 297561 w 600075"/>
                <a:gd name="connsiteY2432" fmla="*/ 241459 h 447675"/>
                <a:gd name="connsiteX2433" fmla="*/ 296132 w 600075"/>
                <a:gd name="connsiteY2433" fmla="*/ 239839 h 447675"/>
                <a:gd name="connsiteX2434" fmla="*/ 300038 w 600075"/>
                <a:gd name="connsiteY2434" fmla="*/ 241363 h 447675"/>
                <a:gd name="connsiteX2435" fmla="*/ 301085 w 600075"/>
                <a:gd name="connsiteY2435" fmla="*/ 242221 h 447675"/>
                <a:gd name="connsiteX2436" fmla="*/ 302038 w 600075"/>
                <a:gd name="connsiteY2436" fmla="*/ 240887 h 447675"/>
                <a:gd name="connsiteX2437" fmla="*/ 302990 w 600075"/>
                <a:gd name="connsiteY2437" fmla="*/ 240220 h 447675"/>
                <a:gd name="connsiteX2438" fmla="*/ 305467 w 600075"/>
                <a:gd name="connsiteY2438" fmla="*/ 239173 h 447675"/>
                <a:gd name="connsiteX2439" fmla="*/ 301180 w 600075"/>
                <a:gd name="connsiteY2439" fmla="*/ 236601 h 447675"/>
                <a:gd name="connsiteX2440" fmla="*/ 300038 w 600075"/>
                <a:gd name="connsiteY2440" fmla="*/ 235553 h 447675"/>
                <a:gd name="connsiteX2441" fmla="*/ 295370 w 600075"/>
                <a:gd name="connsiteY2441" fmla="*/ 229933 h 447675"/>
                <a:gd name="connsiteX2442" fmla="*/ 293941 w 600075"/>
                <a:gd name="connsiteY2442" fmla="*/ 229171 h 447675"/>
                <a:gd name="connsiteX2443" fmla="*/ 292513 w 600075"/>
                <a:gd name="connsiteY2443" fmla="*/ 229362 h 447675"/>
                <a:gd name="connsiteX2444" fmla="*/ 290989 w 600075"/>
                <a:gd name="connsiteY2444" fmla="*/ 229933 h 447675"/>
                <a:gd name="connsiteX2445" fmla="*/ 289370 w 600075"/>
                <a:gd name="connsiteY2445" fmla="*/ 230219 h 447675"/>
                <a:gd name="connsiteX2446" fmla="*/ 288607 w 600075"/>
                <a:gd name="connsiteY2446" fmla="*/ 229933 h 447675"/>
                <a:gd name="connsiteX2447" fmla="*/ 287083 w 600075"/>
                <a:gd name="connsiteY2447" fmla="*/ 228695 h 447675"/>
                <a:gd name="connsiteX2448" fmla="*/ 286607 w 600075"/>
                <a:gd name="connsiteY2448" fmla="*/ 228409 h 447675"/>
                <a:gd name="connsiteX2449" fmla="*/ 284797 w 600075"/>
                <a:gd name="connsiteY2449" fmla="*/ 228219 h 447675"/>
                <a:gd name="connsiteX2450" fmla="*/ 283083 w 600075"/>
                <a:gd name="connsiteY2450" fmla="*/ 227838 h 447675"/>
                <a:gd name="connsiteX2451" fmla="*/ 283083 w 600075"/>
                <a:gd name="connsiteY2451" fmla="*/ 227171 h 447675"/>
                <a:gd name="connsiteX2452" fmla="*/ 290608 w 600075"/>
                <a:gd name="connsiteY2452" fmla="*/ 228695 h 447675"/>
                <a:gd name="connsiteX2453" fmla="*/ 292894 w 600075"/>
                <a:gd name="connsiteY2453" fmla="*/ 228409 h 447675"/>
                <a:gd name="connsiteX2454" fmla="*/ 300323 w 600075"/>
                <a:gd name="connsiteY2454" fmla="*/ 225552 h 447675"/>
                <a:gd name="connsiteX2455" fmla="*/ 301657 w 600075"/>
                <a:gd name="connsiteY2455" fmla="*/ 225838 h 447675"/>
                <a:gd name="connsiteX2456" fmla="*/ 303371 w 600075"/>
                <a:gd name="connsiteY2456" fmla="*/ 226695 h 447675"/>
                <a:gd name="connsiteX2457" fmla="*/ 303847 w 600075"/>
                <a:gd name="connsiteY2457" fmla="*/ 226790 h 447675"/>
                <a:gd name="connsiteX2458" fmla="*/ 304705 w 600075"/>
                <a:gd name="connsiteY2458" fmla="*/ 226314 h 447675"/>
                <a:gd name="connsiteX2459" fmla="*/ 304705 w 600075"/>
                <a:gd name="connsiteY2459" fmla="*/ 225838 h 447675"/>
                <a:gd name="connsiteX2460" fmla="*/ 304419 w 600075"/>
                <a:gd name="connsiteY2460" fmla="*/ 225266 h 447675"/>
                <a:gd name="connsiteX2461" fmla="*/ 305276 w 600075"/>
                <a:gd name="connsiteY2461" fmla="*/ 223647 h 447675"/>
                <a:gd name="connsiteX2462" fmla="*/ 306324 w 600075"/>
                <a:gd name="connsiteY2462" fmla="*/ 220504 h 447675"/>
                <a:gd name="connsiteX2463" fmla="*/ 306229 w 600075"/>
                <a:gd name="connsiteY2463" fmla="*/ 217837 h 447675"/>
                <a:gd name="connsiteX2464" fmla="*/ 304514 w 600075"/>
                <a:gd name="connsiteY2464" fmla="*/ 215170 h 447675"/>
                <a:gd name="connsiteX2465" fmla="*/ 302133 w 600075"/>
                <a:gd name="connsiteY2465" fmla="*/ 214217 h 447675"/>
                <a:gd name="connsiteX2466" fmla="*/ 299561 w 600075"/>
                <a:gd name="connsiteY2466" fmla="*/ 213931 h 447675"/>
                <a:gd name="connsiteX2467" fmla="*/ 297942 w 600075"/>
                <a:gd name="connsiteY2467" fmla="*/ 212407 h 447675"/>
                <a:gd name="connsiteX2468" fmla="*/ 299466 w 600075"/>
                <a:gd name="connsiteY2468" fmla="*/ 211264 h 447675"/>
                <a:gd name="connsiteX2469" fmla="*/ 301657 w 600075"/>
                <a:gd name="connsiteY2469" fmla="*/ 211931 h 447675"/>
                <a:gd name="connsiteX2470" fmla="*/ 305562 w 600075"/>
                <a:gd name="connsiteY2470" fmla="*/ 214217 h 447675"/>
                <a:gd name="connsiteX2471" fmla="*/ 306705 w 600075"/>
                <a:gd name="connsiteY2471" fmla="*/ 214313 h 447675"/>
                <a:gd name="connsiteX2472" fmla="*/ 307943 w 600075"/>
                <a:gd name="connsiteY2472" fmla="*/ 213931 h 447675"/>
                <a:gd name="connsiteX2473" fmla="*/ 308896 w 600075"/>
                <a:gd name="connsiteY2473" fmla="*/ 213169 h 447675"/>
                <a:gd name="connsiteX2474" fmla="*/ 309277 w 600075"/>
                <a:gd name="connsiteY2474" fmla="*/ 212217 h 447675"/>
                <a:gd name="connsiteX2475" fmla="*/ 309944 w 600075"/>
                <a:gd name="connsiteY2475" fmla="*/ 212122 h 447675"/>
                <a:gd name="connsiteX2476" fmla="*/ 312896 w 600075"/>
                <a:gd name="connsiteY2476" fmla="*/ 210502 h 447675"/>
                <a:gd name="connsiteX2477" fmla="*/ 313372 w 600075"/>
                <a:gd name="connsiteY2477" fmla="*/ 210121 h 447675"/>
                <a:gd name="connsiteX2478" fmla="*/ 316039 w 600075"/>
                <a:gd name="connsiteY2478" fmla="*/ 209455 h 447675"/>
                <a:gd name="connsiteX2479" fmla="*/ 319849 w 600075"/>
                <a:gd name="connsiteY2479" fmla="*/ 206692 h 447675"/>
                <a:gd name="connsiteX2480" fmla="*/ 322231 w 600075"/>
                <a:gd name="connsiteY2480" fmla="*/ 206026 h 447675"/>
                <a:gd name="connsiteX2481" fmla="*/ 323564 w 600075"/>
                <a:gd name="connsiteY2481" fmla="*/ 206216 h 447675"/>
                <a:gd name="connsiteX2482" fmla="*/ 325564 w 600075"/>
                <a:gd name="connsiteY2482" fmla="*/ 207264 h 447675"/>
                <a:gd name="connsiteX2483" fmla="*/ 326803 w 600075"/>
                <a:gd name="connsiteY2483" fmla="*/ 207740 h 447675"/>
                <a:gd name="connsiteX2484" fmla="*/ 329755 w 600075"/>
                <a:gd name="connsiteY2484" fmla="*/ 208026 h 447675"/>
                <a:gd name="connsiteX2485" fmla="*/ 330994 w 600075"/>
                <a:gd name="connsiteY2485" fmla="*/ 208407 h 447675"/>
                <a:gd name="connsiteX2486" fmla="*/ 332327 w 600075"/>
                <a:gd name="connsiteY2486" fmla="*/ 209455 h 447675"/>
                <a:gd name="connsiteX2487" fmla="*/ 329946 w 600075"/>
                <a:gd name="connsiteY2487" fmla="*/ 208502 h 447675"/>
                <a:gd name="connsiteX2488" fmla="*/ 328613 w 600075"/>
                <a:gd name="connsiteY2488" fmla="*/ 208216 h 447675"/>
                <a:gd name="connsiteX2489" fmla="*/ 326517 w 600075"/>
                <a:gd name="connsiteY2489" fmla="*/ 209074 h 447675"/>
                <a:gd name="connsiteX2490" fmla="*/ 325374 w 600075"/>
                <a:gd name="connsiteY2490" fmla="*/ 208693 h 447675"/>
                <a:gd name="connsiteX2491" fmla="*/ 324326 w 600075"/>
                <a:gd name="connsiteY2491" fmla="*/ 208026 h 447675"/>
                <a:gd name="connsiteX2492" fmla="*/ 323469 w 600075"/>
                <a:gd name="connsiteY2492" fmla="*/ 207645 h 447675"/>
                <a:gd name="connsiteX2493" fmla="*/ 321183 w 600075"/>
                <a:gd name="connsiteY2493" fmla="*/ 208121 h 447675"/>
                <a:gd name="connsiteX2494" fmla="*/ 316801 w 600075"/>
                <a:gd name="connsiteY2494" fmla="*/ 210121 h 447675"/>
                <a:gd name="connsiteX2495" fmla="*/ 312420 w 600075"/>
                <a:gd name="connsiteY2495" fmla="*/ 211074 h 447675"/>
                <a:gd name="connsiteX2496" fmla="*/ 310324 w 600075"/>
                <a:gd name="connsiteY2496" fmla="*/ 212312 h 447675"/>
                <a:gd name="connsiteX2497" fmla="*/ 308705 w 600075"/>
                <a:gd name="connsiteY2497" fmla="*/ 214122 h 447675"/>
                <a:gd name="connsiteX2498" fmla="*/ 308038 w 600075"/>
                <a:gd name="connsiteY2498" fmla="*/ 216313 h 447675"/>
                <a:gd name="connsiteX2499" fmla="*/ 308038 w 600075"/>
                <a:gd name="connsiteY2499" fmla="*/ 218694 h 447675"/>
                <a:gd name="connsiteX2500" fmla="*/ 308324 w 600075"/>
                <a:gd name="connsiteY2500" fmla="*/ 220027 h 447675"/>
                <a:gd name="connsiteX2501" fmla="*/ 309086 w 600075"/>
                <a:gd name="connsiteY2501" fmla="*/ 220789 h 447675"/>
                <a:gd name="connsiteX2502" fmla="*/ 310039 w 600075"/>
                <a:gd name="connsiteY2502" fmla="*/ 220694 h 447675"/>
                <a:gd name="connsiteX2503" fmla="*/ 310896 w 600075"/>
                <a:gd name="connsiteY2503" fmla="*/ 219932 h 447675"/>
                <a:gd name="connsiteX2504" fmla="*/ 312420 w 600075"/>
                <a:gd name="connsiteY2504" fmla="*/ 217837 h 447675"/>
                <a:gd name="connsiteX2505" fmla="*/ 312515 w 600075"/>
                <a:gd name="connsiteY2505" fmla="*/ 221551 h 447675"/>
                <a:gd name="connsiteX2506" fmla="*/ 312420 w 600075"/>
                <a:gd name="connsiteY2506" fmla="*/ 223361 h 447675"/>
                <a:gd name="connsiteX2507" fmla="*/ 311944 w 600075"/>
                <a:gd name="connsiteY2507" fmla="*/ 224980 h 447675"/>
                <a:gd name="connsiteX2508" fmla="*/ 312801 w 600075"/>
                <a:gd name="connsiteY2508" fmla="*/ 223742 h 447675"/>
                <a:gd name="connsiteX2509" fmla="*/ 313849 w 600075"/>
                <a:gd name="connsiteY2509" fmla="*/ 218980 h 447675"/>
                <a:gd name="connsiteX2510" fmla="*/ 315278 w 600075"/>
                <a:gd name="connsiteY2510" fmla="*/ 216789 h 447675"/>
                <a:gd name="connsiteX2511" fmla="*/ 314325 w 600075"/>
                <a:gd name="connsiteY2511" fmla="*/ 219646 h 447675"/>
                <a:gd name="connsiteX2512" fmla="*/ 314134 w 600075"/>
                <a:gd name="connsiteY2512" fmla="*/ 220789 h 447675"/>
                <a:gd name="connsiteX2513" fmla="*/ 314230 w 600075"/>
                <a:gd name="connsiteY2513" fmla="*/ 222028 h 447675"/>
                <a:gd name="connsiteX2514" fmla="*/ 313754 w 600075"/>
                <a:gd name="connsiteY2514" fmla="*/ 223171 h 447675"/>
                <a:gd name="connsiteX2515" fmla="*/ 313563 w 600075"/>
                <a:gd name="connsiteY2515" fmla="*/ 224504 h 447675"/>
                <a:gd name="connsiteX2516" fmla="*/ 313563 w 600075"/>
                <a:gd name="connsiteY2516" fmla="*/ 225838 h 447675"/>
                <a:gd name="connsiteX2517" fmla="*/ 313658 w 600075"/>
                <a:gd name="connsiteY2517" fmla="*/ 226790 h 447675"/>
                <a:gd name="connsiteX2518" fmla="*/ 314039 w 600075"/>
                <a:gd name="connsiteY2518" fmla="*/ 225742 h 447675"/>
                <a:gd name="connsiteX2519" fmla="*/ 314611 w 600075"/>
                <a:gd name="connsiteY2519" fmla="*/ 222980 h 447675"/>
                <a:gd name="connsiteX2520" fmla="*/ 314801 w 600075"/>
                <a:gd name="connsiteY2520" fmla="*/ 220218 h 447675"/>
                <a:gd name="connsiteX2521" fmla="*/ 315182 w 600075"/>
                <a:gd name="connsiteY2521" fmla="*/ 219075 h 447675"/>
                <a:gd name="connsiteX2522" fmla="*/ 316325 w 600075"/>
                <a:gd name="connsiteY2522" fmla="*/ 216789 h 447675"/>
                <a:gd name="connsiteX2523" fmla="*/ 316897 w 600075"/>
                <a:gd name="connsiteY2523" fmla="*/ 216789 h 447675"/>
                <a:gd name="connsiteX2524" fmla="*/ 315754 w 600075"/>
                <a:gd name="connsiteY2524" fmla="*/ 219837 h 447675"/>
                <a:gd name="connsiteX2525" fmla="*/ 315373 w 600075"/>
                <a:gd name="connsiteY2525" fmla="*/ 221551 h 447675"/>
                <a:gd name="connsiteX2526" fmla="*/ 315182 w 600075"/>
                <a:gd name="connsiteY2526" fmla="*/ 223551 h 447675"/>
                <a:gd name="connsiteX2527" fmla="*/ 314706 w 600075"/>
                <a:gd name="connsiteY2527" fmla="*/ 225457 h 447675"/>
                <a:gd name="connsiteX2528" fmla="*/ 313182 w 600075"/>
                <a:gd name="connsiteY2528" fmla="*/ 229362 h 447675"/>
                <a:gd name="connsiteX2529" fmla="*/ 313468 w 600075"/>
                <a:gd name="connsiteY2529" fmla="*/ 230124 h 447675"/>
                <a:gd name="connsiteX2530" fmla="*/ 313658 w 600075"/>
                <a:gd name="connsiteY2530" fmla="*/ 229362 h 447675"/>
                <a:gd name="connsiteX2531" fmla="*/ 314039 w 600075"/>
                <a:gd name="connsiteY2531" fmla="*/ 228695 h 447675"/>
                <a:gd name="connsiteX2532" fmla="*/ 314611 w 600075"/>
                <a:gd name="connsiteY2532" fmla="*/ 228124 h 447675"/>
                <a:gd name="connsiteX2533" fmla="*/ 314134 w 600075"/>
                <a:gd name="connsiteY2533" fmla="*/ 229552 h 447675"/>
                <a:gd name="connsiteX2534" fmla="*/ 313944 w 600075"/>
                <a:gd name="connsiteY2534" fmla="*/ 231362 h 447675"/>
                <a:gd name="connsiteX2535" fmla="*/ 314230 w 600075"/>
                <a:gd name="connsiteY2535" fmla="*/ 232981 h 447675"/>
                <a:gd name="connsiteX2536" fmla="*/ 315182 w 600075"/>
                <a:gd name="connsiteY2536" fmla="*/ 233934 h 447675"/>
                <a:gd name="connsiteX2537" fmla="*/ 314801 w 600075"/>
                <a:gd name="connsiteY2537" fmla="*/ 232886 h 447675"/>
                <a:gd name="connsiteX2538" fmla="*/ 314611 w 600075"/>
                <a:gd name="connsiteY2538" fmla="*/ 231743 h 447675"/>
                <a:gd name="connsiteX2539" fmla="*/ 314706 w 600075"/>
                <a:gd name="connsiteY2539" fmla="*/ 230505 h 447675"/>
                <a:gd name="connsiteX2540" fmla="*/ 315182 w 600075"/>
                <a:gd name="connsiteY2540" fmla="*/ 229267 h 447675"/>
                <a:gd name="connsiteX2541" fmla="*/ 316421 w 600075"/>
                <a:gd name="connsiteY2541" fmla="*/ 232505 h 447675"/>
                <a:gd name="connsiteX2542" fmla="*/ 317278 w 600075"/>
                <a:gd name="connsiteY2542" fmla="*/ 234124 h 447675"/>
                <a:gd name="connsiteX2543" fmla="*/ 318230 w 600075"/>
                <a:gd name="connsiteY2543" fmla="*/ 235458 h 447675"/>
                <a:gd name="connsiteX2544" fmla="*/ 318802 w 600075"/>
                <a:gd name="connsiteY2544" fmla="*/ 237268 h 447675"/>
                <a:gd name="connsiteX2545" fmla="*/ 318325 w 600075"/>
                <a:gd name="connsiteY2545" fmla="*/ 239077 h 447675"/>
                <a:gd name="connsiteX2546" fmla="*/ 318135 w 600075"/>
                <a:gd name="connsiteY2546" fmla="*/ 240601 h 447675"/>
                <a:gd name="connsiteX2547" fmla="*/ 319659 w 600075"/>
                <a:gd name="connsiteY2547" fmla="*/ 241649 h 447675"/>
                <a:gd name="connsiteX2548" fmla="*/ 320612 w 600075"/>
                <a:gd name="connsiteY2548" fmla="*/ 241649 h 447675"/>
                <a:gd name="connsiteX2549" fmla="*/ 321183 w 600075"/>
                <a:gd name="connsiteY2549" fmla="*/ 241268 h 447675"/>
                <a:gd name="connsiteX2550" fmla="*/ 321469 w 600075"/>
                <a:gd name="connsiteY2550" fmla="*/ 240792 h 447675"/>
                <a:gd name="connsiteX2551" fmla="*/ 321850 w 600075"/>
                <a:gd name="connsiteY2551" fmla="*/ 240506 h 447675"/>
                <a:gd name="connsiteX2552" fmla="*/ 322802 w 600075"/>
                <a:gd name="connsiteY2552" fmla="*/ 240316 h 447675"/>
                <a:gd name="connsiteX2553" fmla="*/ 325374 w 600075"/>
                <a:gd name="connsiteY2553" fmla="*/ 240506 h 447675"/>
                <a:gd name="connsiteX2554" fmla="*/ 326422 w 600075"/>
                <a:gd name="connsiteY2554" fmla="*/ 241173 h 447675"/>
                <a:gd name="connsiteX2555" fmla="*/ 326993 w 600075"/>
                <a:gd name="connsiteY2555" fmla="*/ 242792 h 447675"/>
                <a:gd name="connsiteX2556" fmla="*/ 327660 w 600075"/>
                <a:gd name="connsiteY2556" fmla="*/ 248126 h 447675"/>
                <a:gd name="connsiteX2557" fmla="*/ 329279 w 600075"/>
                <a:gd name="connsiteY2557" fmla="*/ 249079 h 447675"/>
                <a:gd name="connsiteX2558" fmla="*/ 329755 w 600075"/>
                <a:gd name="connsiteY2558" fmla="*/ 251746 h 447675"/>
                <a:gd name="connsiteX2559" fmla="*/ 330803 w 600075"/>
                <a:gd name="connsiteY2559" fmla="*/ 254032 h 447675"/>
                <a:gd name="connsiteX2560" fmla="*/ 331565 w 600075"/>
                <a:gd name="connsiteY2560" fmla="*/ 255556 h 447675"/>
                <a:gd name="connsiteX2561" fmla="*/ 332518 w 600075"/>
                <a:gd name="connsiteY2561" fmla="*/ 256889 h 447675"/>
                <a:gd name="connsiteX2562" fmla="*/ 333280 w 600075"/>
                <a:gd name="connsiteY2562" fmla="*/ 257746 h 447675"/>
                <a:gd name="connsiteX2563" fmla="*/ 336137 w 600075"/>
                <a:gd name="connsiteY2563" fmla="*/ 259937 h 447675"/>
                <a:gd name="connsiteX2564" fmla="*/ 337280 w 600075"/>
                <a:gd name="connsiteY2564" fmla="*/ 261271 h 447675"/>
                <a:gd name="connsiteX2565" fmla="*/ 336328 w 600075"/>
                <a:gd name="connsiteY2565" fmla="*/ 261842 h 447675"/>
                <a:gd name="connsiteX2566" fmla="*/ 335089 w 600075"/>
                <a:gd name="connsiteY2566" fmla="*/ 262033 h 447675"/>
                <a:gd name="connsiteX2567" fmla="*/ 335185 w 600075"/>
                <a:gd name="connsiteY2567" fmla="*/ 263461 h 447675"/>
                <a:gd name="connsiteX2568" fmla="*/ 335661 w 600075"/>
                <a:gd name="connsiteY2568" fmla="*/ 264890 h 447675"/>
                <a:gd name="connsiteX2569" fmla="*/ 336232 w 600075"/>
                <a:gd name="connsiteY2569" fmla="*/ 265271 h 447675"/>
                <a:gd name="connsiteX2570" fmla="*/ 336899 w 600075"/>
                <a:gd name="connsiteY2570" fmla="*/ 267081 h 447675"/>
                <a:gd name="connsiteX2571" fmla="*/ 338423 w 600075"/>
                <a:gd name="connsiteY2571" fmla="*/ 264890 h 447675"/>
                <a:gd name="connsiteX2572" fmla="*/ 338519 w 600075"/>
                <a:gd name="connsiteY2572" fmla="*/ 264223 h 447675"/>
                <a:gd name="connsiteX2573" fmla="*/ 338804 w 600075"/>
                <a:gd name="connsiteY2573" fmla="*/ 264033 h 447675"/>
                <a:gd name="connsiteX2574" fmla="*/ 338995 w 600075"/>
                <a:gd name="connsiteY2574" fmla="*/ 263938 h 447675"/>
                <a:gd name="connsiteX2575" fmla="*/ 339757 w 600075"/>
                <a:gd name="connsiteY2575" fmla="*/ 264033 h 447675"/>
                <a:gd name="connsiteX2576" fmla="*/ 340614 w 600075"/>
                <a:gd name="connsiteY2576" fmla="*/ 263842 h 447675"/>
                <a:gd name="connsiteX2577" fmla="*/ 341566 w 600075"/>
                <a:gd name="connsiteY2577" fmla="*/ 263747 h 447675"/>
                <a:gd name="connsiteX2578" fmla="*/ 341662 w 600075"/>
                <a:gd name="connsiteY2578" fmla="*/ 262890 h 447675"/>
                <a:gd name="connsiteX2579" fmla="*/ 341662 w 600075"/>
                <a:gd name="connsiteY2579" fmla="*/ 261938 h 447675"/>
                <a:gd name="connsiteX2580" fmla="*/ 341947 w 600075"/>
                <a:gd name="connsiteY2580" fmla="*/ 260890 h 447675"/>
                <a:gd name="connsiteX2581" fmla="*/ 342614 w 600075"/>
                <a:gd name="connsiteY2581" fmla="*/ 260509 h 447675"/>
                <a:gd name="connsiteX2582" fmla="*/ 342900 w 600075"/>
                <a:gd name="connsiteY2582" fmla="*/ 259651 h 447675"/>
                <a:gd name="connsiteX2583" fmla="*/ 343471 w 600075"/>
                <a:gd name="connsiteY2583" fmla="*/ 260032 h 447675"/>
                <a:gd name="connsiteX2584" fmla="*/ 344614 w 600075"/>
                <a:gd name="connsiteY2584" fmla="*/ 260032 h 447675"/>
                <a:gd name="connsiteX2585" fmla="*/ 344900 w 600075"/>
                <a:gd name="connsiteY2585" fmla="*/ 260223 h 447675"/>
                <a:gd name="connsiteX2586" fmla="*/ 345853 w 600075"/>
                <a:gd name="connsiteY2586" fmla="*/ 260318 h 447675"/>
                <a:gd name="connsiteX2587" fmla="*/ 347377 w 600075"/>
                <a:gd name="connsiteY2587" fmla="*/ 260985 h 447675"/>
                <a:gd name="connsiteX2588" fmla="*/ 348710 w 600075"/>
                <a:gd name="connsiteY2588" fmla="*/ 261747 h 447675"/>
                <a:gd name="connsiteX2589" fmla="*/ 348710 w 600075"/>
                <a:gd name="connsiteY2589" fmla="*/ 261747 h 447675"/>
                <a:gd name="connsiteX2590" fmla="*/ 348710 w 600075"/>
                <a:gd name="connsiteY2590" fmla="*/ 261747 h 447675"/>
                <a:gd name="connsiteX2591" fmla="*/ 348901 w 600075"/>
                <a:gd name="connsiteY2591" fmla="*/ 261938 h 447675"/>
                <a:gd name="connsiteX2592" fmla="*/ 348996 w 600075"/>
                <a:gd name="connsiteY2592" fmla="*/ 262033 h 447675"/>
                <a:gd name="connsiteX2593" fmla="*/ 349282 w 600075"/>
                <a:gd name="connsiteY2593" fmla="*/ 262318 h 447675"/>
                <a:gd name="connsiteX2594" fmla="*/ 350330 w 600075"/>
                <a:gd name="connsiteY2594" fmla="*/ 262318 h 447675"/>
                <a:gd name="connsiteX2595" fmla="*/ 350615 w 600075"/>
                <a:gd name="connsiteY2595" fmla="*/ 261461 h 447675"/>
                <a:gd name="connsiteX2596" fmla="*/ 351282 w 600075"/>
                <a:gd name="connsiteY2596" fmla="*/ 261080 h 447675"/>
                <a:gd name="connsiteX2597" fmla="*/ 352234 w 600075"/>
                <a:gd name="connsiteY2597" fmla="*/ 260890 h 447675"/>
                <a:gd name="connsiteX2598" fmla="*/ 352234 w 600075"/>
                <a:gd name="connsiteY2598" fmla="*/ 260604 h 447675"/>
                <a:gd name="connsiteX2599" fmla="*/ 352520 w 600075"/>
                <a:gd name="connsiteY2599" fmla="*/ 260413 h 447675"/>
                <a:gd name="connsiteX2600" fmla="*/ 353282 w 600075"/>
                <a:gd name="connsiteY2600" fmla="*/ 259937 h 447675"/>
                <a:gd name="connsiteX2601" fmla="*/ 354616 w 600075"/>
                <a:gd name="connsiteY2601" fmla="*/ 259937 h 447675"/>
                <a:gd name="connsiteX2602" fmla="*/ 355092 w 600075"/>
                <a:gd name="connsiteY2602" fmla="*/ 260413 h 447675"/>
                <a:gd name="connsiteX2603" fmla="*/ 355378 w 600075"/>
                <a:gd name="connsiteY2603" fmla="*/ 260509 h 447675"/>
                <a:gd name="connsiteX2604" fmla="*/ 356330 w 600075"/>
                <a:gd name="connsiteY2604" fmla="*/ 259556 h 447675"/>
                <a:gd name="connsiteX2605" fmla="*/ 357092 w 600075"/>
                <a:gd name="connsiteY2605" fmla="*/ 259461 h 447675"/>
                <a:gd name="connsiteX2606" fmla="*/ 357949 w 600075"/>
                <a:gd name="connsiteY2606" fmla="*/ 259556 h 447675"/>
                <a:gd name="connsiteX2607" fmla="*/ 358330 w 600075"/>
                <a:gd name="connsiteY2607" fmla="*/ 258413 h 447675"/>
                <a:gd name="connsiteX2608" fmla="*/ 358997 w 600075"/>
                <a:gd name="connsiteY2608" fmla="*/ 257651 h 447675"/>
                <a:gd name="connsiteX2609" fmla="*/ 359855 w 600075"/>
                <a:gd name="connsiteY2609" fmla="*/ 257365 h 447675"/>
                <a:gd name="connsiteX2610" fmla="*/ 360616 w 600075"/>
                <a:gd name="connsiteY2610" fmla="*/ 258032 h 447675"/>
                <a:gd name="connsiteX2611" fmla="*/ 361950 w 600075"/>
                <a:gd name="connsiteY2611" fmla="*/ 258032 h 447675"/>
                <a:gd name="connsiteX2612" fmla="*/ 363569 w 600075"/>
                <a:gd name="connsiteY2612" fmla="*/ 258127 h 447675"/>
                <a:gd name="connsiteX2613" fmla="*/ 364331 w 600075"/>
                <a:gd name="connsiteY2613" fmla="*/ 258032 h 447675"/>
                <a:gd name="connsiteX2614" fmla="*/ 364998 w 600075"/>
                <a:gd name="connsiteY2614" fmla="*/ 257651 h 447675"/>
                <a:gd name="connsiteX2615" fmla="*/ 365950 w 600075"/>
                <a:gd name="connsiteY2615" fmla="*/ 256699 h 447675"/>
                <a:gd name="connsiteX2616" fmla="*/ 367570 w 600075"/>
                <a:gd name="connsiteY2616" fmla="*/ 255651 h 447675"/>
                <a:gd name="connsiteX2617" fmla="*/ 368141 w 600075"/>
                <a:gd name="connsiteY2617" fmla="*/ 255175 h 447675"/>
                <a:gd name="connsiteX2618" fmla="*/ 370237 w 600075"/>
                <a:gd name="connsiteY2618" fmla="*/ 255651 h 447675"/>
                <a:gd name="connsiteX2619" fmla="*/ 370618 w 600075"/>
                <a:gd name="connsiteY2619" fmla="*/ 255460 h 447675"/>
                <a:gd name="connsiteX2620" fmla="*/ 370522 w 600075"/>
                <a:gd name="connsiteY2620" fmla="*/ 254698 h 447675"/>
                <a:gd name="connsiteX2621" fmla="*/ 371475 w 600075"/>
                <a:gd name="connsiteY2621" fmla="*/ 254032 h 447675"/>
                <a:gd name="connsiteX2622" fmla="*/ 371475 w 600075"/>
                <a:gd name="connsiteY2622" fmla="*/ 254032 h 447675"/>
                <a:gd name="connsiteX2623" fmla="*/ 371475 w 600075"/>
                <a:gd name="connsiteY2623" fmla="*/ 254032 h 447675"/>
                <a:gd name="connsiteX2624" fmla="*/ 372046 w 600075"/>
                <a:gd name="connsiteY2624" fmla="*/ 254317 h 447675"/>
                <a:gd name="connsiteX2625" fmla="*/ 372332 w 600075"/>
                <a:gd name="connsiteY2625" fmla="*/ 253746 h 447675"/>
                <a:gd name="connsiteX2626" fmla="*/ 372332 w 600075"/>
                <a:gd name="connsiteY2626" fmla="*/ 253651 h 447675"/>
                <a:gd name="connsiteX2627" fmla="*/ 372428 w 600075"/>
                <a:gd name="connsiteY2627" fmla="*/ 253651 h 447675"/>
                <a:gd name="connsiteX2628" fmla="*/ 373285 w 600075"/>
                <a:gd name="connsiteY2628" fmla="*/ 254222 h 447675"/>
                <a:gd name="connsiteX2629" fmla="*/ 374904 w 600075"/>
                <a:gd name="connsiteY2629" fmla="*/ 253651 h 447675"/>
                <a:gd name="connsiteX2630" fmla="*/ 376428 w 600075"/>
                <a:gd name="connsiteY2630" fmla="*/ 253174 h 447675"/>
                <a:gd name="connsiteX2631" fmla="*/ 377666 w 600075"/>
                <a:gd name="connsiteY2631" fmla="*/ 252889 h 447675"/>
                <a:gd name="connsiteX2632" fmla="*/ 377666 w 600075"/>
                <a:gd name="connsiteY2632" fmla="*/ 252889 h 447675"/>
                <a:gd name="connsiteX2633" fmla="*/ 378714 w 600075"/>
                <a:gd name="connsiteY2633" fmla="*/ 253079 h 447675"/>
                <a:gd name="connsiteX2634" fmla="*/ 379190 w 600075"/>
                <a:gd name="connsiteY2634" fmla="*/ 253651 h 447675"/>
                <a:gd name="connsiteX2635" fmla="*/ 379952 w 600075"/>
                <a:gd name="connsiteY2635" fmla="*/ 253936 h 447675"/>
                <a:gd name="connsiteX2636" fmla="*/ 380619 w 600075"/>
                <a:gd name="connsiteY2636" fmla="*/ 254889 h 447675"/>
                <a:gd name="connsiteX2637" fmla="*/ 381095 w 600075"/>
                <a:gd name="connsiteY2637" fmla="*/ 255556 h 447675"/>
                <a:gd name="connsiteX2638" fmla="*/ 381000 w 600075"/>
                <a:gd name="connsiteY2638" fmla="*/ 255841 h 447675"/>
                <a:gd name="connsiteX2639" fmla="*/ 381000 w 600075"/>
                <a:gd name="connsiteY2639" fmla="*/ 256032 h 447675"/>
                <a:gd name="connsiteX2640" fmla="*/ 381286 w 600075"/>
                <a:gd name="connsiteY2640" fmla="*/ 256794 h 447675"/>
                <a:gd name="connsiteX2641" fmla="*/ 381667 w 600075"/>
                <a:gd name="connsiteY2641" fmla="*/ 256508 h 447675"/>
                <a:gd name="connsiteX2642" fmla="*/ 381762 w 600075"/>
                <a:gd name="connsiteY2642" fmla="*/ 256508 h 447675"/>
                <a:gd name="connsiteX2643" fmla="*/ 382429 w 600075"/>
                <a:gd name="connsiteY2643" fmla="*/ 256603 h 447675"/>
                <a:gd name="connsiteX2644" fmla="*/ 382905 w 600075"/>
                <a:gd name="connsiteY2644" fmla="*/ 257365 h 447675"/>
                <a:gd name="connsiteX2645" fmla="*/ 383667 w 600075"/>
                <a:gd name="connsiteY2645" fmla="*/ 258223 h 447675"/>
                <a:gd name="connsiteX2646" fmla="*/ 384334 w 600075"/>
                <a:gd name="connsiteY2646" fmla="*/ 258699 h 447675"/>
                <a:gd name="connsiteX2647" fmla="*/ 384334 w 600075"/>
                <a:gd name="connsiteY2647" fmla="*/ 259270 h 447675"/>
                <a:gd name="connsiteX2648" fmla="*/ 384810 w 600075"/>
                <a:gd name="connsiteY2648" fmla="*/ 259651 h 447675"/>
                <a:gd name="connsiteX2649" fmla="*/ 385000 w 600075"/>
                <a:gd name="connsiteY2649" fmla="*/ 260699 h 447675"/>
                <a:gd name="connsiteX2650" fmla="*/ 384810 w 600075"/>
                <a:gd name="connsiteY2650" fmla="*/ 261080 h 447675"/>
                <a:gd name="connsiteX2651" fmla="*/ 384143 w 600075"/>
                <a:gd name="connsiteY2651" fmla="*/ 261747 h 447675"/>
                <a:gd name="connsiteX2652" fmla="*/ 384429 w 600075"/>
                <a:gd name="connsiteY2652" fmla="*/ 262509 h 447675"/>
                <a:gd name="connsiteX2653" fmla="*/ 384143 w 600075"/>
                <a:gd name="connsiteY2653" fmla="*/ 263366 h 447675"/>
                <a:gd name="connsiteX2654" fmla="*/ 384143 w 600075"/>
                <a:gd name="connsiteY2654" fmla="*/ 263366 h 447675"/>
                <a:gd name="connsiteX2655" fmla="*/ 384143 w 600075"/>
                <a:gd name="connsiteY2655" fmla="*/ 263366 h 447675"/>
                <a:gd name="connsiteX2656" fmla="*/ 384620 w 600075"/>
                <a:gd name="connsiteY2656" fmla="*/ 263747 h 447675"/>
                <a:gd name="connsiteX2657" fmla="*/ 384715 w 600075"/>
                <a:gd name="connsiteY2657" fmla="*/ 264605 h 447675"/>
                <a:gd name="connsiteX2658" fmla="*/ 384810 w 600075"/>
                <a:gd name="connsiteY2658" fmla="*/ 265081 h 447675"/>
                <a:gd name="connsiteX2659" fmla="*/ 385286 w 600075"/>
                <a:gd name="connsiteY2659" fmla="*/ 265366 h 447675"/>
                <a:gd name="connsiteX2660" fmla="*/ 385381 w 600075"/>
                <a:gd name="connsiteY2660" fmla="*/ 265462 h 447675"/>
                <a:gd name="connsiteX2661" fmla="*/ 386144 w 600075"/>
                <a:gd name="connsiteY2661" fmla="*/ 266509 h 447675"/>
                <a:gd name="connsiteX2662" fmla="*/ 387287 w 600075"/>
                <a:gd name="connsiteY2662" fmla="*/ 266414 h 447675"/>
                <a:gd name="connsiteX2663" fmla="*/ 388430 w 600075"/>
                <a:gd name="connsiteY2663" fmla="*/ 265081 h 447675"/>
                <a:gd name="connsiteX2664" fmla="*/ 389382 w 600075"/>
                <a:gd name="connsiteY2664" fmla="*/ 264223 h 447675"/>
                <a:gd name="connsiteX2665" fmla="*/ 391668 w 600075"/>
                <a:gd name="connsiteY2665" fmla="*/ 263652 h 447675"/>
                <a:gd name="connsiteX2666" fmla="*/ 393001 w 600075"/>
                <a:gd name="connsiteY2666" fmla="*/ 262699 h 447675"/>
                <a:gd name="connsiteX2667" fmla="*/ 394621 w 600075"/>
                <a:gd name="connsiteY2667" fmla="*/ 261938 h 447675"/>
                <a:gd name="connsiteX2668" fmla="*/ 395478 w 600075"/>
                <a:gd name="connsiteY2668" fmla="*/ 261080 h 447675"/>
                <a:gd name="connsiteX2669" fmla="*/ 395002 w 600075"/>
                <a:gd name="connsiteY2669" fmla="*/ 259842 h 447675"/>
                <a:gd name="connsiteX2670" fmla="*/ 393573 w 600075"/>
                <a:gd name="connsiteY2670" fmla="*/ 258699 h 447675"/>
                <a:gd name="connsiteX2671" fmla="*/ 391954 w 600075"/>
                <a:gd name="connsiteY2671" fmla="*/ 257842 h 447675"/>
                <a:gd name="connsiteX2672" fmla="*/ 390906 w 600075"/>
                <a:gd name="connsiteY2672" fmla="*/ 257556 h 447675"/>
                <a:gd name="connsiteX2673" fmla="*/ 390525 w 600075"/>
                <a:gd name="connsiteY2673" fmla="*/ 257365 h 447675"/>
                <a:gd name="connsiteX2674" fmla="*/ 389954 w 600075"/>
                <a:gd name="connsiteY2674" fmla="*/ 256508 h 447675"/>
                <a:gd name="connsiteX2675" fmla="*/ 389668 w 600075"/>
                <a:gd name="connsiteY2675" fmla="*/ 256318 h 447675"/>
                <a:gd name="connsiteX2676" fmla="*/ 389191 w 600075"/>
                <a:gd name="connsiteY2676" fmla="*/ 256508 h 447675"/>
                <a:gd name="connsiteX2677" fmla="*/ 388811 w 600075"/>
                <a:gd name="connsiteY2677" fmla="*/ 256889 h 447675"/>
                <a:gd name="connsiteX2678" fmla="*/ 388620 w 600075"/>
                <a:gd name="connsiteY2678" fmla="*/ 257270 h 447675"/>
                <a:gd name="connsiteX2679" fmla="*/ 388620 w 600075"/>
                <a:gd name="connsiteY2679" fmla="*/ 257461 h 447675"/>
                <a:gd name="connsiteX2680" fmla="*/ 387667 w 600075"/>
                <a:gd name="connsiteY2680" fmla="*/ 257651 h 447675"/>
                <a:gd name="connsiteX2681" fmla="*/ 387001 w 600075"/>
                <a:gd name="connsiteY2681" fmla="*/ 257937 h 447675"/>
                <a:gd name="connsiteX2682" fmla="*/ 386429 w 600075"/>
                <a:gd name="connsiteY2682" fmla="*/ 257842 h 447675"/>
                <a:gd name="connsiteX2683" fmla="*/ 385858 w 600075"/>
                <a:gd name="connsiteY2683" fmla="*/ 256889 h 447675"/>
                <a:gd name="connsiteX2684" fmla="*/ 386429 w 600075"/>
                <a:gd name="connsiteY2684" fmla="*/ 255841 h 447675"/>
                <a:gd name="connsiteX2685" fmla="*/ 387382 w 600075"/>
                <a:gd name="connsiteY2685" fmla="*/ 254698 h 447675"/>
                <a:gd name="connsiteX2686" fmla="*/ 388620 w 600075"/>
                <a:gd name="connsiteY2686" fmla="*/ 253746 h 447675"/>
                <a:gd name="connsiteX2687" fmla="*/ 390049 w 600075"/>
                <a:gd name="connsiteY2687" fmla="*/ 253365 h 447675"/>
                <a:gd name="connsiteX2688" fmla="*/ 391192 w 600075"/>
                <a:gd name="connsiteY2688" fmla="*/ 252889 h 447675"/>
                <a:gd name="connsiteX2689" fmla="*/ 392525 w 600075"/>
                <a:gd name="connsiteY2689" fmla="*/ 250603 h 447675"/>
                <a:gd name="connsiteX2690" fmla="*/ 393573 w 600075"/>
                <a:gd name="connsiteY2690" fmla="*/ 249936 h 447675"/>
                <a:gd name="connsiteX2691" fmla="*/ 392906 w 600075"/>
                <a:gd name="connsiteY2691" fmla="*/ 248983 h 447675"/>
                <a:gd name="connsiteX2692" fmla="*/ 392144 w 600075"/>
                <a:gd name="connsiteY2692" fmla="*/ 249079 h 447675"/>
                <a:gd name="connsiteX2693" fmla="*/ 391287 w 600075"/>
                <a:gd name="connsiteY2693" fmla="*/ 249650 h 447675"/>
                <a:gd name="connsiteX2694" fmla="*/ 390144 w 600075"/>
                <a:gd name="connsiteY2694" fmla="*/ 249936 h 447675"/>
                <a:gd name="connsiteX2695" fmla="*/ 388144 w 600075"/>
                <a:gd name="connsiteY2695" fmla="*/ 249841 h 447675"/>
                <a:gd name="connsiteX2696" fmla="*/ 389096 w 600075"/>
                <a:gd name="connsiteY2696" fmla="*/ 249936 h 447675"/>
                <a:gd name="connsiteX2697" fmla="*/ 386810 w 600075"/>
                <a:gd name="connsiteY2697" fmla="*/ 249745 h 447675"/>
                <a:gd name="connsiteX2698" fmla="*/ 386239 w 600075"/>
                <a:gd name="connsiteY2698" fmla="*/ 249174 h 447675"/>
                <a:gd name="connsiteX2699" fmla="*/ 386715 w 600075"/>
                <a:gd name="connsiteY2699" fmla="*/ 248221 h 447675"/>
                <a:gd name="connsiteX2700" fmla="*/ 387572 w 600075"/>
                <a:gd name="connsiteY2700" fmla="*/ 247078 h 447675"/>
                <a:gd name="connsiteX2701" fmla="*/ 388144 w 600075"/>
                <a:gd name="connsiteY2701" fmla="*/ 246126 h 447675"/>
                <a:gd name="connsiteX2702" fmla="*/ 388048 w 600075"/>
                <a:gd name="connsiteY2702" fmla="*/ 244507 h 447675"/>
                <a:gd name="connsiteX2703" fmla="*/ 388906 w 600075"/>
                <a:gd name="connsiteY2703" fmla="*/ 245078 h 447675"/>
                <a:gd name="connsiteX2704" fmla="*/ 389668 w 600075"/>
                <a:gd name="connsiteY2704" fmla="*/ 245459 h 447675"/>
                <a:gd name="connsiteX2705" fmla="*/ 390430 w 600075"/>
                <a:gd name="connsiteY2705" fmla="*/ 245554 h 447675"/>
                <a:gd name="connsiteX2706" fmla="*/ 391954 w 600075"/>
                <a:gd name="connsiteY2706" fmla="*/ 244888 h 447675"/>
                <a:gd name="connsiteX2707" fmla="*/ 391478 w 600075"/>
                <a:gd name="connsiteY2707" fmla="*/ 243554 h 447675"/>
                <a:gd name="connsiteX2708" fmla="*/ 391382 w 600075"/>
                <a:gd name="connsiteY2708" fmla="*/ 242316 h 447675"/>
                <a:gd name="connsiteX2709" fmla="*/ 392621 w 600075"/>
                <a:gd name="connsiteY2709" fmla="*/ 242221 h 447675"/>
                <a:gd name="connsiteX2710" fmla="*/ 394430 w 600075"/>
                <a:gd name="connsiteY2710" fmla="*/ 241649 h 447675"/>
                <a:gd name="connsiteX2711" fmla="*/ 395573 w 600075"/>
                <a:gd name="connsiteY2711" fmla="*/ 240792 h 447675"/>
                <a:gd name="connsiteX2712" fmla="*/ 397192 w 600075"/>
                <a:gd name="connsiteY2712" fmla="*/ 240316 h 447675"/>
                <a:gd name="connsiteX2713" fmla="*/ 397764 w 600075"/>
                <a:gd name="connsiteY2713" fmla="*/ 239268 h 447675"/>
                <a:gd name="connsiteX2714" fmla="*/ 399288 w 600075"/>
                <a:gd name="connsiteY2714" fmla="*/ 238696 h 447675"/>
                <a:gd name="connsiteX2715" fmla="*/ 400812 w 600075"/>
                <a:gd name="connsiteY2715" fmla="*/ 238125 h 447675"/>
                <a:gd name="connsiteX2716" fmla="*/ 401764 w 600075"/>
                <a:gd name="connsiteY2716" fmla="*/ 237172 h 447675"/>
                <a:gd name="connsiteX2717" fmla="*/ 403479 w 600075"/>
                <a:gd name="connsiteY2717" fmla="*/ 237363 h 447675"/>
                <a:gd name="connsiteX2718" fmla="*/ 404908 w 600075"/>
                <a:gd name="connsiteY2718" fmla="*/ 238696 h 447675"/>
                <a:gd name="connsiteX2719" fmla="*/ 406527 w 600075"/>
                <a:gd name="connsiteY2719" fmla="*/ 238220 h 447675"/>
                <a:gd name="connsiteX2720" fmla="*/ 407098 w 600075"/>
                <a:gd name="connsiteY2720" fmla="*/ 237363 h 447675"/>
                <a:gd name="connsiteX2721" fmla="*/ 407670 w 600075"/>
                <a:gd name="connsiteY2721" fmla="*/ 235648 h 447675"/>
                <a:gd name="connsiteX2722" fmla="*/ 408146 w 600075"/>
                <a:gd name="connsiteY2722" fmla="*/ 235172 h 447675"/>
                <a:gd name="connsiteX2723" fmla="*/ 408908 w 600075"/>
                <a:gd name="connsiteY2723" fmla="*/ 235172 h 447675"/>
                <a:gd name="connsiteX2724" fmla="*/ 409575 w 600075"/>
                <a:gd name="connsiteY2724" fmla="*/ 235553 h 447675"/>
                <a:gd name="connsiteX2725" fmla="*/ 410051 w 600075"/>
                <a:gd name="connsiteY2725" fmla="*/ 235744 h 447675"/>
                <a:gd name="connsiteX2726" fmla="*/ 410718 w 600075"/>
                <a:gd name="connsiteY2726" fmla="*/ 236029 h 447675"/>
                <a:gd name="connsiteX2727" fmla="*/ 411480 w 600075"/>
                <a:gd name="connsiteY2727" fmla="*/ 236506 h 447675"/>
                <a:gd name="connsiteX2728" fmla="*/ 411861 w 600075"/>
                <a:gd name="connsiteY2728" fmla="*/ 237363 h 447675"/>
                <a:gd name="connsiteX2729" fmla="*/ 411575 w 600075"/>
                <a:gd name="connsiteY2729" fmla="*/ 238315 h 447675"/>
                <a:gd name="connsiteX2730" fmla="*/ 411194 w 600075"/>
                <a:gd name="connsiteY2730" fmla="*/ 238696 h 447675"/>
                <a:gd name="connsiteX2731" fmla="*/ 410337 w 600075"/>
                <a:gd name="connsiteY2731" fmla="*/ 238792 h 447675"/>
                <a:gd name="connsiteX2732" fmla="*/ 409765 w 600075"/>
                <a:gd name="connsiteY2732" fmla="*/ 239077 h 447675"/>
                <a:gd name="connsiteX2733" fmla="*/ 408432 w 600075"/>
                <a:gd name="connsiteY2733" fmla="*/ 239744 h 447675"/>
                <a:gd name="connsiteX2734" fmla="*/ 406337 w 600075"/>
                <a:gd name="connsiteY2734" fmla="*/ 240887 h 447675"/>
                <a:gd name="connsiteX2735" fmla="*/ 405479 w 600075"/>
                <a:gd name="connsiteY2735" fmla="*/ 242316 h 447675"/>
                <a:gd name="connsiteX2736" fmla="*/ 405194 w 600075"/>
                <a:gd name="connsiteY2736" fmla="*/ 244221 h 447675"/>
                <a:gd name="connsiteX2737" fmla="*/ 406432 w 600075"/>
                <a:gd name="connsiteY2737" fmla="*/ 245745 h 447675"/>
                <a:gd name="connsiteX2738" fmla="*/ 406146 w 600075"/>
                <a:gd name="connsiteY2738" fmla="*/ 246983 h 447675"/>
                <a:gd name="connsiteX2739" fmla="*/ 405098 w 600075"/>
                <a:gd name="connsiteY2739" fmla="*/ 247840 h 447675"/>
                <a:gd name="connsiteX2740" fmla="*/ 405479 w 600075"/>
                <a:gd name="connsiteY2740" fmla="*/ 249745 h 447675"/>
                <a:gd name="connsiteX2741" fmla="*/ 405479 w 600075"/>
                <a:gd name="connsiteY2741" fmla="*/ 251460 h 447675"/>
                <a:gd name="connsiteX2742" fmla="*/ 405574 w 600075"/>
                <a:gd name="connsiteY2742" fmla="*/ 252984 h 447675"/>
                <a:gd name="connsiteX2743" fmla="*/ 406432 w 600075"/>
                <a:gd name="connsiteY2743" fmla="*/ 254698 h 447675"/>
                <a:gd name="connsiteX2744" fmla="*/ 408051 w 600075"/>
                <a:gd name="connsiteY2744" fmla="*/ 254032 h 447675"/>
                <a:gd name="connsiteX2745" fmla="*/ 410623 w 600075"/>
                <a:gd name="connsiteY2745" fmla="*/ 254508 h 447675"/>
                <a:gd name="connsiteX2746" fmla="*/ 412718 w 600075"/>
                <a:gd name="connsiteY2746" fmla="*/ 253651 h 447675"/>
                <a:gd name="connsiteX2747" fmla="*/ 415385 w 600075"/>
                <a:gd name="connsiteY2747" fmla="*/ 253651 h 447675"/>
                <a:gd name="connsiteX2748" fmla="*/ 417100 w 600075"/>
                <a:gd name="connsiteY2748" fmla="*/ 254603 h 447675"/>
                <a:gd name="connsiteX2749" fmla="*/ 417290 w 600075"/>
                <a:gd name="connsiteY2749" fmla="*/ 256127 h 447675"/>
                <a:gd name="connsiteX2750" fmla="*/ 416528 w 600075"/>
                <a:gd name="connsiteY2750" fmla="*/ 257270 h 447675"/>
                <a:gd name="connsiteX2751" fmla="*/ 416814 w 600075"/>
                <a:gd name="connsiteY2751" fmla="*/ 257937 h 447675"/>
                <a:gd name="connsiteX2752" fmla="*/ 417766 w 600075"/>
                <a:gd name="connsiteY2752" fmla="*/ 258223 h 447675"/>
                <a:gd name="connsiteX2753" fmla="*/ 419576 w 600075"/>
                <a:gd name="connsiteY2753" fmla="*/ 257080 h 447675"/>
                <a:gd name="connsiteX2754" fmla="*/ 418433 w 600075"/>
                <a:gd name="connsiteY2754" fmla="*/ 255556 h 447675"/>
                <a:gd name="connsiteX2755" fmla="*/ 418147 w 600075"/>
                <a:gd name="connsiteY2755" fmla="*/ 253841 h 447675"/>
                <a:gd name="connsiteX2756" fmla="*/ 419957 w 600075"/>
                <a:gd name="connsiteY2756" fmla="*/ 250317 h 447675"/>
                <a:gd name="connsiteX2757" fmla="*/ 421100 w 600075"/>
                <a:gd name="connsiteY2757" fmla="*/ 248698 h 447675"/>
                <a:gd name="connsiteX2758" fmla="*/ 422053 w 600075"/>
                <a:gd name="connsiteY2758" fmla="*/ 248031 h 447675"/>
                <a:gd name="connsiteX2759" fmla="*/ 423386 w 600075"/>
                <a:gd name="connsiteY2759" fmla="*/ 247078 h 447675"/>
                <a:gd name="connsiteX2760" fmla="*/ 422434 w 600075"/>
                <a:gd name="connsiteY2760" fmla="*/ 246316 h 447675"/>
                <a:gd name="connsiteX2761" fmla="*/ 421767 w 600075"/>
                <a:gd name="connsiteY2761" fmla="*/ 245364 h 447675"/>
                <a:gd name="connsiteX2762" fmla="*/ 421005 w 600075"/>
                <a:gd name="connsiteY2762" fmla="*/ 244221 h 447675"/>
                <a:gd name="connsiteX2763" fmla="*/ 420148 w 600075"/>
                <a:gd name="connsiteY2763" fmla="*/ 243554 h 447675"/>
                <a:gd name="connsiteX2764" fmla="*/ 418814 w 600075"/>
                <a:gd name="connsiteY2764" fmla="*/ 242983 h 447675"/>
                <a:gd name="connsiteX2765" fmla="*/ 418243 w 600075"/>
                <a:gd name="connsiteY2765" fmla="*/ 243840 h 447675"/>
                <a:gd name="connsiteX2766" fmla="*/ 417290 w 600075"/>
                <a:gd name="connsiteY2766" fmla="*/ 243840 h 447675"/>
                <a:gd name="connsiteX2767" fmla="*/ 416528 w 600075"/>
                <a:gd name="connsiteY2767" fmla="*/ 243173 h 447675"/>
                <a:gd name="connsiteX2768" fmla="*/ 416338 w 600075"/>
                <a:gd name="connsiteY2768" fmla="*/ 242506 h 447675"/>
                <a:gd name="connsiteX2769" fmla="*/ 417005 w 600075"/>
                <a:gd name="connsiteY2769" fmla="*/ 241935 h 447675"/>
                <a:gd name="connsiteX2770" fmla="*/ 416623 w 600075"/>
                <a:gd name="connsiteY2770" fmla="*/ 240982 h 447675"/>
                <a:gd name="connsiteX2771" fmla="*/ 415671 w 600075"/>
                <a:gd name="connsiteY2771" fmla="*/ 240506 h 447675"/>
                <a:gd name="connsiteX2772" fmla="*/ 415004 w 600075"/>
                <a:gd name="connsiteY2772" fmla="*/ 239649 h 447675"/>
                <a:gd name="connsiteX2773" fmla="*/ 416147 w 600075"/>
                <a:gd name="connsiteY2773" fmla="*/ 239268 h 447675"/>
                <a:gd name="connsiteX2774" fmla="*/ 417100 w 600075"/>
                <a:gd name="connsiteY2774" fmla="*/ 239649 h 447675"/>
                <a:gd name="connsiteX2775" fmla="*/ 418243 w 600075"/>
                <a:gd name="connsiteY2775" fmla="*/ 240887 h 447675"/>
                <a:gd name="connsiteX2776" fmla="*/ 419290 w 600075"/>
                <a:gd name="connsiteY2776" fmla="*/ 241268 h 447675"/>
                <a:gd name="connsiteX2777" fmla="*/ 420053 w 600075"/>
                <a:gd name="connsiteY2777" fmla="*/ 239839 h 447675"/>
                <a:gd name="connsiteX2778" fmla="*/ 421196 w 600075"/>
                <a:gd name="connsiteY2778" fmla="*/ 240506 h 447675"/>
                <a:gd name="connsiteX2779" fmla="*/ 421481 w 600075"/>
                <a:gd name="connsiteY2779" fmla="*/ 241459 h 447675"/>
                <a:gd name="connsiteX2780" fmla="*/ 421957 w 600075"/>
                <a:gd name="connsiteY2780" fmla="*/ 242601 h 447675"/>
                <a:gd name="connsiteX2781" fmla="*/ 422338 w 600075"/>
                <a:gd name="connsiteY2781" fmla="*/ 243745 h 447675"/>
                <a:gd name="connsiteX2782" fmla="*/ 422148 w 600075"/>
                <a:gd name="connsiteY2782" fmla="*/ 244792 h 447675"/>
                <a:gd name="connsiteX2783" fmla="*/ 422529 w 600075"/>
                <a:gd name="connsiteY2783" fmla="*/ 245459 h 447675"/>
                <a:gd name="connsiteX2784" fmla="*/ 423481 w 600075"/>
                <a:gd name="connsiteY2784" fmla="*/ 245745 h 447675"/>
                <a:gd name="connsiteX2785" fmla="*/ 424148 w 600075"/>
                <a:gd name="connsiteY2785" fmla="*/ 246126 h 447675"/>
                <a:gd name="connsiteX2786" fmla="*/ 424529 w 600075"/>
                <a:gd name="connsiteY2786" fmla="*/ 246031 h 447675"/>
                <a:gd name="connsiteX2787" fmla="*/ 425101 w 600075"/>
                <a:gd name="connsiteY2787" fmla="*/ 245364 h 447675"/>
                <a:gd name="connsiteX2788" fmla="*/ 425577 w 600075"/>
                <a:gd name="connsiteY2788" fmla="*/ 244983 h 447675"/>
                <a:gd name="connsiteX2789" fmla="*/ 426339 w 600075"/>
                <a:gd name="connsiteY2789" fmla="*/ 244888 h 447675"/>
                <a:gd name="connsiteX2790" fmla="*/ 427101 w 600075"/>
                <a:gd name="connsiteY2790" fmla="*/ 244602 h 447675"/>
                <a:gd name="connsiteX2791" fmla="*/ 427958 w 600075"/>
                <a:gd name="connsiteY2791" fmla="*/ 244507 h 447675"/>
                <a:gd name="connsiteX2792" fmla="*/ 428149 w 600075"/>
                <a:gd name="connsiteY2792" fmla="*/ 243745 h 447675"/>
                <a:gd name="connsiteX2793" fmla="*/ 427482 w 600075"/>
                <a:gd name="connsiteY2793" fmla="*/ 242983 h 447675"/>
                <a:gd name="connsiteX2794" fmla="*/ 427101 w 600075"/>
                <a:gd name="connsiteY2794" fmla="*/ 242030 h 447675"/>
                <a:gd name="connsiteX2795" fmla="*/ 427482 w 600075"/>
                <a:gd name="connsiteY2795" fmla="*/ 241459 h 447675"/>
                <a:gd name="connsiteX2796" fmla="*/ 428625 w 600075"/>
                <a:gd name="connsiteY2796" fmla="*/ 240601 h 447675"/>
                <a:gd name="connsiteX2797" fmla="*/ 429006 w 600075"/>
                <a:gd name="connsiteY2797" fmla="*/ 239934 h 447675"/>
                <a:gd name="connsiteX2798" fmla="*/ 429387 w 600075"/>
                <a:gd name="connsiteY2798" fmla="*/ 238696 h 447675"/>
                <a:gd name="connsiteX2799" fmla="*/ 429768 w 600075"/>
                <a:gd name="connsiteY2799" fmla="*/ 238220 h 447675"/>
                <a:gd name="connsiteX2800" fmla="*/ 431006 w 600075"/>
                <a:gd name="connsiteY2800" fmla="*/ 236982 h 447675"/>
                <a:gd name="connsiteX2801" fmla="*/ 433864 w 600075"/>
                <a:gd name="connsiteY2801" fmla="*/ 236601 h 447675"/>
                <a:gd name="connsiteX2802" fmla="*/ 434721 w 600075"/>
                <a:gd name="connsiteY2802" fmla="*/ 236410 h 447675"/>
                <a:gd name="connsiteX2803" fmla="*/ 436436 w 600075"/>
                <a:gd name="connsiteY2803" fmla="*/ 235648 h 447675"/>
                <a:gd name="connsiteX2804" fmla="*/ 437864 w 600075"/>
                <a:gd name="connsiteY2804" fmla="*/ 235839 h 447675"/>
                <a:gd name="connsiteX2805" fmla="*/ 438436 w 600075"/>
                <a:gd name="connsiteY2805" fmla="*/ 237363 h 447675"/>
                <a:gd name="connsiteX2806" fmla="*/ 440150 w 600075"/>
                <a:gd name="connsiteY2806" fmla="*/ 238030 h 447675"/>
                <a:gd name="connsiteX2807" fmla="*/ 439674 w 600075"/>
                <a:gd name="connsiteY2807" fmla="*/ 236125 h 447675"/>
                <a:gd name="connsiteX2808" fmla="*/ 439579 w 600075"/>
                <a:gd name="connsiteY2808" fmla="*/ 234886 h 447675"/>
                <a:gd name="connsiteX2809" fmla="*/ 441388 w 600075"/>
                <a:gd name="connsiteY2809" fmla="*/ 233934 h 447675"/>
                <a:gd name="connsiteX2810" fmla="*/ 443103 w 600075"/>
                <a:gd name="connsiteY2810" fmla="*/ 233648 h 447675"/>
                <a:gd name="connsiteX2811" fmla="*/ 444246 w 600075"/>
                <a:gd name="connsiteY2811" fmla="*/ 234029 h 447675"/>
                <a:gd name="connsiteX2812" fmla="*/ 445389 w 600075"/>
                <a:gd name="connsiteY2812" fmla="*/ 233553 h 447675"/>
                <a:gd name="connsiteX2813" fmla="*/ 446246 w 600075"/>
                <a:gd name="connsiteY2813" fmla="*/ 232505 h 447675"/>
                <a:gd name="connsiteX2814" fmla="*/ 447580 w 600075"/>
                <a:gd name="connsiteY2814" fmla="*/ 230219 h 447675"/>
                <a:gd name="connsiteX2815" fmla="*/ 449199 w 600075"/>
                <a:gd name="connsiteY2815" fmla="*/ 228409 h 447675"/>
                <a:gd name="connsiteX2816" fmla="*/ 450151 w 600075"/>
                <a:gd name="connsiteY2816" fmla="*/ 227743 h 447675"/>
                <a:gd name="connsiteX2817" fmla="*/ 451199 w 600075"/>
                <a:gd name="connsiteY2817" fmla="*/ 227647 h 447675"/>
                <a:gd name="connsiteX2818" fmla="*/ 450628 w 600075"/>
                <a:gd name="connsiteY2818" fmla="*/ 229552 h 447675"/>
                <a:gd name="connsiteX2819" fmla="*/ 450532 w 600075"/>
                <a:gd name="connsiteY2819" fmla="*/ 230695 h 447675"/>
                <a:gd name="connsiteX2820" fmla="*/ 450913 w 600075"/>
                <a:gd name="connsiteY2820" fmla="*/ 231172 h 447675"/>
                <a:gd name="connsiteX2821" fmla="*/ 451771 w 600075"/>
                <a:gd name="connsiteY2821" fmla="*/ 231553 h 447675"/>
                <a:gd name="connsiteX2822" fmla="*/ 451390 w 600075"/>
                <a:gd name="connsiteY2822" fmla="*/ 232315 h 447675"/>
                <a:gd name="connsiteX2823" fmla="*/ 450056 w 600075"/>
                <a:gd name="connsiteY2823" fmla="*/ 233363 h 447675"/>
                <a:gd name="connsiteX2824" fmla="*/ 446532 w 600075"/>
                <a:gd name="connsiteY2824" fmla="*/ 234886 h 447675"/>
                <a:gd name="connsiteX2825" fmla="*/ 444437 w 600075"/>
                <a:gd name="connsiteY2825" fmla="*/ 236220 h 447675"/>
                <a:gd name="connsiteX2826" fmla="*/ 444532 w 600075"/>
                <a:gd name="connsiteY2826" fmla="*/ 237744 h 447675"/>
                <a:gd name="connsiteX2827" fmla="*/ 445961 w 600075"/>
                <a:gd name="connsiteY2827" fmla="*/ 237744 h 447675"/>
                <a:gd name="connsiteX2828" fmla="*/ 449008 w 600075"/>
                <a:gd name="connsiteY2828" fmla="*/ 237458 h 447675"/>
                <a:gd name="connsiteX2829" fmla="*/ 452342 w 600075"/>
                <a:gd name="connsiteY2829" fmla="*/ 237744 h 447675"/>
                <a:gd name="connsiteX2830" fmla="*/ 455009 w 600075"/>
                <a:gd name="connsiteY2830" fmla="*/ 239934 h 447675"/>
                <a:gd name="connsiteX2831" fmla="*/ 455866 w 600075"/>
                <a:gd name="connsiteY2831" fmla="*/ 239077 h 447675"/>
                <a:gd name="connsiteX2832" fmla="*/ 456819 w 600075"/>
                <a:gd name="connsiteY2832" fmla="*/ 238220 h 447675"/>
                <a:gd name="connsiteX2833" fmla="*/ 458819 w 600075"/>
                <a:gd name="connsiteY2833" fmla="*/ 237744 h 447675"/>
                <a:gd name="connsiteX2834" fmla="*/ 459676 w 600075"/>
                <a:gd name="connsiteY2834" fmla="*/ 239173 h 447675"/>
                <a:gd name="connsiteX2835" fmla="*/ 459772 w 600075"/>
                <a:gd name="connsiteY2835" fmla="*/ 240030 h 447675"/>
                <a:gd name="connsiteX2836" fmla="*/ 458629 w 600075"/>
                <a:gd name="connsiteY2836" fmla="*/ 240411 h 447675"/>
                <a:gd name="connsiteX2837" fmla="*/ 457676 w 600075"/>
                <a:gd name="connsiteY2837" fmla="*/ 241173 h 447675"/>
                <a:gd name="connsiteX2838" fmla="*/ 457009 w 600075"/>
                <a:gd name="connsiteY2838" fmla="*/ 241363 h 447675"/>
                <a:gd name="connsiteX2839" fmla="*/ 454533 w 600075"/>
                <a:gd name="connsiteY2839" fmla="*/ 241173 h 447675"/>
                <a:gd name="connsiteX2840" fmla="*/ 453962 w 600075"/>
                <a:gd name="connsiteY2840" fmla="*/ 241363 h 447675"/>
                <a:gd name="connsiteX2841" fmla="*/ 453009 w 600075"/>
                <a:gd name="connsiteY2841" fmla="*/ 242506 h 447675"/>
                <a:gd name="connsiteX2842" fmla="*/ 453771 w 600075"/>
                <a:gd name="connsiteY2842" fmla="*/ 243840 h 447675"/>
                <a:gd name="connsiteX2843" fmla="*/ 454819 w 600075"/>
                <a:gd name="connsiteY2843" fmla="*/ 244983 h 447675"/>
                <a:gd name="connsiteX2844" fmla="*/ 455771 w 600075"/>
                <a:gd name="connsiteY2844" fmla="*/ 245840 h 447675"/>
                <a:gd name="connsiteX2845" fmla="*/ 457390 w 600075"/>
                <a:gd name="connsiteY2845" fmla="*/ 246221 h 447675"/>
                <a:gd name="connsiteX2846" fmla="*/ 459581 w 600075"/>
                <a:gd name="connsiteY2846" fmla="*/ 246221 h 447675"/>
                <a:gd name="connsiteX2847" fmla="*/ 460915 w 600075"/>
                <a:gd name="connsiteY2847" fmla="*/ 245364 h 447675"/>
                <a:gd name="connsiteX2848" fmla="*/ 463010 w 600075"/>
                <a:gd name="connsiteY2848" fmla="*/ 245364 h 447675"/>
                <a:gd name="connsiteX2849" fmla="*/ 465106 w 600075"/>
                <a:gd name="connsiteY2849" fmla="*/ 246507 h 447675"/>
                <a:gd name="connsiteX2850" fmla="*/ 467582 w 600075"/>
                <a:gd name="connsiteY2850" fmla="*/ 247459 h 447675"/>
                <a:gd name="connsiteX2851" fmla="*/ 468725 w 600075"/>
                <a:gd name="connsiteY2851" fmla="*/ 248221 h 447675"/>
                <a:gd name="connsiteX2852" fmla="*/ 471869 w 600075"/>
                <a:gd name="connsiteY2852" fmla="*/ 248221 h 447675"/>
                <a:gd name="connsiteX2853" fmla="*/ 471011 w 600075"/>
                <a:gd name="connsiteY2853" fmla="*/ 246793 h 447675"/>
                <a:gd name="connsiteX2854" fmla="*/ 470916 w 600075"/>
                <a:gd name="connsiteY2854" fmla="*/ 244983 h 447675"/>
                <a:gd name="connsiteX2855" fmla="*/ 472345 w 600075"/>
                <a:gd name="connsiteY2855" fmla="*/ 243459 h 447675"/>
                <a:gd name="connsiteX2856" fmla="*/ 473107 w 600075"/>
                <a:gd name="connsiteY2856" fmla="*/ 242221 h 447675"/>
                <a:gd name="connsiteX2857" fmla="*/ 472821 w 600075"/>
                <a:gd name="connsiteY2857" fmla="*/ 241554 h 447675"/>
                <a:gd name="connsiteX2858" fmla="*/ 471297 w 600075"/>
                <a:gd name="connsiteY2858" fmla="*/ 241363 h 447675"/>
                <a:gd name="connsiteX2859" fmla="*/ 471202 w 600075"/>
                <a:gd name="connsiteY2859" fmla="*/ 242221 h 447675"/>
                <a:gd name="connsiteX2860" fmla="*/ 470345 w 600075"/>
                <a:gd name="connsiteY2860" fmla="*/ 244221 h 447675"/>
                <a:gd name="connsiteX2861" fmla="*/ 467773 w 600075"/>
                <a:gd name="connsiteY2861" fmla="*/ 241840 h 447675"/>
                <a:gd name="connsiteX2862" fmla="*/ 468058 w 600075"/>
                <a:gd name="connsiteY2862" fmla="*/ 239649 h 447675"/>
                <a:gd name="connsiteX2863" fmla="*/ 469011 w 600075"/>
                <a:gd name="connsiteY2863" fmla="*/ 237744 h 447675"/>
                <a:gd name="connsiteX2864" fmla="*/ 470345 w 600075"/>
                <a:gd name="connsiteY2864" fmla="*/ 236125 h 447675"/>
                <a:gd name="connsiteX2865" fmla="*/ 473107 w 600075"/>
                <a:gd name="connsiteY2865" fmla="*/ 232696 h 447675"/>
                <a:gd name="connsiteX2866" fmla="*/ 474726 w 600075"/>
                <a:gd name="connsiteY2866" fmla="*/ 231267 h 447675"/>
                <a:gd name="connsiteX2867" fmla="*/ 473773 w 600075"/>
                <a:gd name="connsiteY2867" fmla="*/ 231457 h 447675"/>
                <a:gd name="connsiteX2868" fmla="*/ 473202 w 600075"/>
                <a:gd name="connsiteY2868" fmla="*/ 231934 h 447675"/>
                <a:gd name="connsiteX2869" fmla="*/ 472726 w 600075"/>
                <a:gd name="connsiteY2869" fmla="*/ 232505 h 447675"/>
                <a:gd name="connsiteX2870" fmla="*/ 471964 w 600075"/>
                <a:gd name="connsiteY2870" fmla="*/ 233076 h 447675"/>
                <a:gd name="connsiteX2871" fmla="*/ 471011 w 600075"/>
                <a:gd name="connsiteY2871" fmla="*/ 233553 h 447675"/>
                <a:gd name="connsiteX2872" fmla="*/ 470535 w 600075"/>
                <a:gd name="connsiteY2872" fmla="*/ 233743 h 447675"/>
                <a:gd name="connsiteX2873" fmla="*/ 469011 w 600075"/>
                <a:gd name="connsiteY2873" fmla="*/ 233743 h 447675"/>
                <a:gd name="connsiteX2874" fmla="*/ 468249 w 600075"/>
                <a:gd name="connsiteY2874" fmla="*/ 233553 h 447675"/>
                <a:gd name="connsiteX2875" fmla="*/ 467011 w 600075"/>
                <a:gd name="connsiteY2875" fmla="*/ 232791 h 447675"/>
                <a:gd name="connsiteX2876" fmla="*/ 466249 w 600075"/>
                <a:gd name="connsiteY2876" fmla="*/ 232600 h 447675"/>
                <a:gd name="connsiteX2877" fmla="*/ 464058 w 600075"/>
                <a:gd name="connsiteY2877" fmla="*/ 232791 h 447675"/>
                <a:gd name="connsiteX2878" fmla="*/ 463201 w 600075"/>
                <a:gd name="connsiteY2878" fmla="*/ 232600 h 447675"/>
                <a:gd name="connsiteX2879" fmla="*/ 463201 w 600075"/>
                <a:gd name="connsiteY2879" fmla="*/ 231934 h 447675"/>
                <a:gd name="connsiteX2880" fmla="*/ 465296 w 600075"/>
                <a:gd name="connsiteY2880" fmla="*/ 231553 h 447675"/>
                <a:gd name="connsiteX2881" fmla="*/ 465487 w 600075"/>
                <a:gd name="connsiteY2881" fmla="*/ 229838 h 447675"/>
                <a:gd name="connsiteX2882" fmla="*/ 464439 w 600075"/>
                <a:gd name="connsiteY2882" fmla="*/ 228028 h 447675"/>
                <a:gd name="connsiteX2883" fmla="*/ 462915 w 600075"/>
                <a:gd name="connsiteY2883" fmla="*/ 227171 h 447675"/>
                <a:gd name="connsiteX2884" fmla="*/ 462248 w 600075"/>
                <a:gd name="connsiteY2884" fmla="*/ 227362 h 447675"/>
                <a:gd name="connsiteX2885" fmla="*/ 461486 w 600075"/>
                <a:gd name="connsiteY2885" fmla="*/ 228219 h 447675"/>
                <a:gd name="connsiteX2886" fmla="*/ 460724 w 600075"/>
                <a:gd name="connsiteY2886" fmla="*/ 228409 h 447675"/>
                <a:gd name="connsiteX2887" fmla="*/ 459962 w 600075"/>
                <a:gd name="connsiteY2887" fmla="*/ 228124 h 447675"/>
                <a:gd name="connsiteX2888" fmla="*/ 459296 w 600075"/>
                <a:gd name="connsiteY2888" fmla="*/ 227552 h 447675"/>
                <a:gd name="connsiteX2889" fmla="*/ 458248 w 600075"/>
                <a:gd name="connsiteY2889" fmla="*/ 226028 h 447675"/>
                <a:gd name="connsiteX2890" fmla="*/ 459676 w 600075"/>
                <a:gd name="connsiteY2890" fmla="*/ 226600 h 447675"/>
                <a:gd name="connsiteX2891" fmla="*/ 460153 w 600075"/>
                <a:gd name="connsiteY2891" fmla="*/ 226695 h 447675"/>
                <a:gd name="connsiteX2892" fmla="*/ 460820 w 600075"/>
                <a:gd name="connsiteY2892" fmla="*/ 226504 h 447675"/>
                <a:gd name="connsiteX2893" fmla="*/ 461105 w 600075"/>
                <a:gd name="connsiteY2893" fmla="*/ 225742 h 447675"/>
                <a:gd name="connsiteX2894" fmla="*/ 461772 w 600075"/>
                <a:gd name="connsiteY2894" fmla="*/ 225552 h 447675"/>
                <a:gd name="connsiteX2895" fmla="*/ 463201 w 600075"/>
                <a:gd name="connsiteY2895" fmla="*/ 226028 h 447675"/>
                <a:gd name="connsiteX2896" fmla="*/ 465487 w 600075"/>
                <a:gd name="connsiteY2896" fmla="*/ 228028 h 447675"/>
                <a:gd name="connsiteX2897" fmla="*/ 466249 w 600075"/>
                <a:gd name="connsiteY2897" fmla="*/ 228505 h 447675"/>
                <a:gd name="connsiteX2898" fmla="*/ 468535 w 600075"/>
                <a:gd name="connsiteY2898" fmla="*/ 228505 h 447675"/>
                <a:gd name="connsiteX2899" fmla="*/ 469678 w 600075"/>
                <a:gd name="connsiteY2899" fmla="*/ 228790 h 447675"/>
                <a:gd name="connsiteX2900" fmla="*/ 469582 w 600075"/>
                <a:gd name="connsiteY2900" fmla="*/ 229457 h 447675"/>
                <a:gd name="connsiteX2901" fmla="*/ 468725 w 600075"/>
                <a:gd name="connsiteY2901" fmla="*/ 230600 h 447675"/>
                <a:gd name="connsiteX2902" fmla="*/ 468439 w 600075"/>
                <a:gd name="connsiteY2902" fmla="*/ 231648 h 447675"/>
                <a:gd name="connsiteX2903" fmla="*/ 469011 w 600075"/>
                <a:gd name="connsiteY2903" fmla="*/ 232410 h 447675"/>
                <a:gd name="connsiteX2904" fmla="*/ 470630 w 600075"/>
                <a:gd name="connsiteY2904" fmla="*/ 232696 h 447675"/>
                <a:gd name="connsiteX2905" fmla="*/ 471011 w 600075"/>
                <a:gd name="connsiteY2905" fmla="*/ 232315 h 447675"/>
                <a:gd name="connsiteX2906" fmla="*/ 471773 w 600075"/>
                <a:gd name="connsiteY2906" fmla="*/ 230695 h 447675"/>
                <a:gd name="connsiteX2907" fmla="*/ 472059 w 600075"/>
                <a:gd name="connsiteY2907" fmla="*/ 230219 h 447675"/>
                <a:gd name="connsiteX2908" fmla="*/ 472535 w 600075"/>
                <a:gd name="connsiteY2908" fmla="*/ 229933 h 447675"/>
                <a:gd name="connsiteX2909" fmla="*/ 477012 w 600075"/>
                <a:gd name="connsiteY2909" fmla="*/ 229171 h 447675"/>
                <a:gd name="connsiteX2910" fmla="*/ 478155 w 600075"/>
                <a:gd name="connsiteY2910" fmla="*/ 228790 h 447675"/>
                <a:gd name="connsiteX2911" fmla="*/ 479203 w 600075"/>
                <a:gd name="connsiteY2911" fmla="*/ 227838 h 447675"/>
                <a:gd name="connsiteX2912" fmla="*/ 480536 w 600075"/>
                <a:gd name="connsiteY2912" fmla="*/ 226123 h 447675"/>
                <a:gd name="connsiteX2913" fmla="*/ 481203 w 600075"/>
                <a:gd name="connsiteY2913" fmla="*/ 225742 h 447675"/>
                <a:gd name="connsiteX2914" fmla="*/ 484251 w 600075"/>
                <a:gd name="connsiteY2914" fmla="*/ 225266 h 447675"/>
                <a:gd name="connsiteX2915" fmla="*/ 484537 w 600075"/>
                <a:gd name="connsiteY2915" fmla="*/ 225457 h 447675"/>
                <a:gd name="connsiteX2916" fmla="*/ 484061 w 600075"/>
                <a:gd name="connsiteY2916" fmla="*/ 226219 h 447675"/>
                <a:gd name="connsiteX2917" fmla="*/ 483584 w 600075"/>
                <a:gd name="connsiteY2917" fmla="*/ 227838 h 447675"/>
                <a:gd name="connsiteX2918" fmla="*/ 483013 w 600075"/>
                <a:gd name="connsiteY2918" fmla="*/ 227838 h 447675"/>
                <a:gd name="connsiteX2919" fmla="*/ 482346 w 600075"/>
                <a:gd name="connsiteY2919" fmla="*/ 227552 h 447675"/>
                <a:gd name="connsiteX2920" fmla="*/ 481298 w 600075"/>
                <a:gd name="connsiteY2920" fmla="*/ 228219 h 447675"/>
                <a:gd name="connsiteX2921" fmla="*/ 480441 w 600075"/>
                <a:gd name="connsiteY2921" fmla="*/ 229267 h 447675"/>
                <a:gd name="connsiteX2922" fmla="*/ 480631 w 600075"/>
                <a:gd name="connsiteY2922" fmla="*/ 230124 h 447675"/>
                <a:gd name="connsiteX2923" fmla="*/ 482155 w 600075"/>
                <a:gd name="connsiteY2923" fmla="*/ 230886 h 447675"/>
                <a:gd name="connsiteX2924" fmla="*/ 481584 w 600075"/>
                <a:gd name="connsiteY2924" fmla="*/ 232505 h 447675"/>
                <a:gd name="connsiteX2925" fmla="*/ 484727 w 600075"/>
                <a:gd name="connsiteY2925" fmla="*/ 232410 h 447675"/>
                <a:gd name="connsiteX2926" fmla="*/ 486823 w 600075"/>
                <a:gd name="connsiteY2926" fmla="*/ 233267 h 447675"/>
                <a:gd name="connsiteX2927" fmla="*/ 487871 w 600075"/>
                <a:gd name="connsiteY2927" fmla="*/ 234029 h 447675"/>
                <a:gd name="connsiteX2928" fmla="*/ 488537 w 600075"/>
                <a:gd name="connsiteY2928" fmla="*/ 234601 h 447675"/>
                <a:gd name="connsiteX2929" fmla="*/ 488918 w 600075"/>
                <a:gd name="connsiteY2929" fmla="*/ 234886 h 447675"/>
                <a:gd name="connsiteX2930" fmla="*/ 489585 w 600075"/>
                <a:gd name="connsiteY2930" fmla="*/ 235077 h 447675"/>
                <a:gd name="connsiteX2931" fmla="*/ 490061 w 600075"/>
                <a:gd name="connsiteY2931" fmla="*/ 235458 h 447675"/>
                <a:gd name="connsiteX2932" fmla="*/ 490442 w 600075"/>
                <a:gd name="connsiteY2932" fmla="*/ 236029 h 447675"/>
                <a:gd name="connsiteX2933" fmla="*/ 490633 w 600075"/>
                <a:gd name="connsiteY2933" fmla="*/ 236791 h 447675"/>
                <a:gd name="connsiteX2934" fmla="*/ 490823 w 600075"/>
                <a:gd name="connsiteY2934" fmla="*/ 237934 h 447675"/>
                <a:gd name="connsiteX2935" fmla="*/ 490728 w 600075"/>
                <a:gd name="connsiteY2935" fmla="*/ 238792 h 447675"/>
                <a:gd name="connsiteX2936" fmla="*/ 490156 w 600075"/>
                <a:gd name="connsiteY2936" fmla="*/ 238601 h 447675"/>
                <a:gd name="connsiteX2937" fmla="*/ 489775 w 600075"/>
                <a:gd name="connsiteY2937" fmla="*/ 237839 h 447675"/>
                <a:gd name="connsiteX2938" fmla="*/ 489585 w 600075"/>
                <a:gd name="connsiteY2938" fmla="*/ 237172 h 447675"/>
                <a:gd name="connsiteX2939" fmla="*/ 489204 w 600075"/>
                <a:gd name="connsiteY2939" fmla="*/ 236696 h 447675"/>
                <a:gd name="connsiteX2940" fmla="*/ 488632 w 600075"/>
                <a:gd name="connsiteY2940" fmla="*/ 236887 h 447675"/>
                <a:gd name="connsiteX2941" fmla="*/ 488823 w 600075"/>
                <a:gd name="connsiteY2941" fmla="*/ 237839 h 447675"/>
                <a:gd name="connsiteX2942" fmla="*/ 489204 w 600075"/>
                <a:gd name="connsiteY2942" fmla="*/ 239363 h 447675"/>
                <a:gd name="connsiteX2943" fmla="*/ 489395 w 600075"/>
                <a:gd name="connsiteY2943" fmla="*/ 240697 h 447675"/>
                <a:gd name="connsiteX2944" fmla="*/ 490347 w 600075"/>
                <a:gd name="connsiteY2944" fmla="*/ 241459 h 447675"/>
                <a:gd name="connsiteX2945" fmla="*/ 491585 w 600075"/>
                <a:gd name="connsiteY2945" fmla="*/ 241363 h 447675"/>
                <a:gd name="connsiteX2946" fmla="*/ 492919 w 600075"/>
                <a:gd name="connsiteY2946" fmla="*/ 239363 h 447675"/>
                <a:gd name="connsiteX2947" fmla="*/ 493871 w 600075"/>
                <a:gd name="connsiteY2947" fmla="*/ 238601 h 447675"/>
                <a:gd name="connsiteX2948" fmla="*/ 496157 w 600075"/>
                <a:gd name="connsiteY2948" fmla="*/ 237268 h 447675"/>
                <a:gd name="connsiteX2949" fmla="*/ 497776 w 600075"/>
                <a:gd name="connsiteY2949" fmla="*/ 237744 h 447675"/>
                <a:gd name="connsiteX2950" fmla="*/ 500158 w 600075"/>
                <a:gd name="connsiteY2950" fmla="*/ 236315 h 447675"/>
                <a:gd name="connsiteX2951" fmla="*/ 500634 w 600075"/>
                <a:gd name="connsiteY2951" fmla="*/ 236220 h 447675"/>
                <a:gd name="connsiteX2952" fmla="*/ 502158 w 600075"/>
                <a:gd name="connsiteY2952" fmla="*/ 236506 h 447675"/>
                <a:gd name="connsiteX2953" fmla="*/ 502825 w 600075"/>
                <a:gd name="connsiteY2953" fmla="*/ 235458 h 447675"/>
                <a:gd name="connsiteX2954" fmla="*/ 505301 w 600075"/>
                <a:gd name="connsiteY2954" fmla="*/ 233743 h 447675"/>
                <a:gd name="connsiteX2955" fmla="*/ 506539 w 600075"/>
                <a:gd name="connsiteY2955" fmla="*/ 233648 h 447675"/>
                <a:gd name="connsiteX2956" fmla="*/ 507682 w 600075"/>
                <a:gd name="connsiteY2956" fmla="*/ 233076 h 447675"/>
                <a:gd name="connsiteX2957" fmla="*/ 508635 w 600075"/>
                <a:gd name="connsiteY2957" fmla="*/ 232600 h 447675"/>
                <a:gd name="connsiteX2958" fmla="*/ 509492 w 600075"/>
                <a:gd name="connsiteY2958" fmla="*/ 232505 h 447675"/>
                <a:gd name="connsiteX2959" fmla="*/ 509969 w 600075"/>
                <a:gd name="connsiteY2959" fmla="*/ 232219 h 447675"/>
                <a:gd name="connsiteX2960" fmla="*/ 511778 w 600075"/>
                <a:gd name="connsiteY2960" fmla="*/ 231172 h 447675"/>
                <a:gd name="connsiteX2961" fmla="*/ 512636 w 600075"/>
                <a:gd name="connsiteY2961" fmla="*/ 229267 h 447675"/>
                <a:gd name="connsiteX2962" fmla="*/ 511397 w 600075"/>
                <a:gd name="connsiteY2962" fmla="*/ 228600 h 447675"/>
                <a:gd name="connsiteX2963" fmla="*/ 509016 w 600075"/>
                <a:gd name="connsiteY2963" fmla="*/ 226504 h 447675"/>
                <a:gd name="connsiteX2964" fmla="*/ 509016 w 600075"/>
                <a:gd name="connsiteY2964" fmla="*/ 225552 h 447675"/>
                <a:gd name="connsiteX2965" fmla="*/ 512636 w 600075"/>
                <a:gd name="connsiteY2965" fmla="*/ 227838 h 447675"/>
                <a:gd name="connsiteX2966" fmla="*/ 515588 w 600075"/>
                <a:gd name="connsiteY2966" fmla="*/ 228886 h 447675"/>
                <a:gd name="connsiteX2967" fmla="*/ 513016 w 600075"/>
                <a:gd name="connsiteY2967" fmla="*/ 231172 h 447675"/>
                <a:gd name="connsiteX2968" fmla="*/ 512445 w 600075"/>
                <a:gd name="connsiteY2968" fmla="*/ 232791 h 447675"/>
                <a:gd name="connsiteX2969" fmla="*/ 513302 w 600075"/>
                <a:gd name="connsiteY2969" fmla="*/ 234886 h 447675"/>
                <a:gd name="connsiteX2970" fmla="*/ 514731 w 600075"/>
                <a:gd name="connsiteY2970" fmla="*/ 234315 h 447675"/>
                <a:gd name="connsiteX2971" fmla="*/ 516064 w 600075"/>
                <a:gd name="connsiteY2971" fmla="*/ 233743 h 447675"/>
                <a:gd name="connsiteX2972" fmla="*/ 517303 w 600075"/>
                <a:gd name="connsiteY2972" fmla="*/ 232981 h 447675"/>
                <a:gd name="connsiteX2973" fmla="*/ 519398 w 600075"/>
                <a:gd name="connsiteY2973" fmla="*/ 231553 h 447675"/>
                <a:gd name="connsiteX2974" fmla="*/ 521684 w 600075"/>
                <a:gd name="connsiteY2974" fmla="*/ 228790 h 447675"/>
                <a:gd name="connsiteX2975" fmla="*/ 522827 w 600075"/>
                <a:gd name="connsiteY2975" fmla="*/ 227743 h 447675"/>
                <a:gd name="connsiteX2976" fmla="*/ 523304 w 600075"/>
                <a:gd name="connsiteY2976" fmla="*/ 226790 h 447675"/>
                <a:gd name="connsiteX2977" fmla="*/ 525304 w 600075"/>
                <a:gd name="connsiteY2977" fmla="*/ 225742 h 447675"/>
                <a:gd name="connsiteX2978" fmla="*/ 528161 w 600075"/>
                <a:gd name="connsiteY2978" fmla="*/ 223456 h 447675"/>
                <a:gd name="connsiteX2979" fmla="*/ 527209 w 600075"/>
                <a:gd name="connsiteY2979" fmla="*/ 222694 h 447675"/>
                <a:gd name="connsiteX2980" fmla="*/ 525875 w 600075"/>
                <a:gd name="connsiteY2980" fmla="*/ 223361 h 447675"/>
                <a:gd name="connsiteX2981" fmla="*/ 524447 w 600075"/>
                <a:gd name="connsiteY2981" fmla="*/ 223266 h 447675"/>
                <a:gd name="connsiteX2982" fmla="*/ 521780 w 600075"/>
                <a:gd name="connsiteY2982" fmla="*/ 222123 h 447675"/>
                <a:gd name="connsiteX2983" fmla="*/ 522827 w 600075"/>
                <a:gd name="connsiteY2983" fmla="*/ 221361 h 447675"/>
                <a:gd name="connsiteX2984" fmla="*/ 524542 w 600075"/>
                <a:gd name="connsiteY2984" fmla="*/ 221551 h 447675"/>
                <a:gd name="connsiteX2985" fmla="*/ 526732 w 600075"/>
                <a:gd name="connsiteY2985" fmla="*/ 222123 h 447675"/>
                <a:gd name="connsiteX2986" fmla="*/ 528923 w 600075"/>
                <a:gd name="connsiteY2986" fmla="*/ 221647 h 447675"/>
                <a:gd name="connsiteX2987" fmla="*/ 529685 w 600075"/>
                <a:gd name="connsiteY2987" fmla="*/ 222980 h 447675"/>
                <a:gd name="connsiteX2988" fmla="*/ 532829 w 600075"/>
                <a:gd name="connsiteY2988" fmla="*/ 223933 h 447675"/>
                <a:gd name="connsiteX2989" fmla="*/ 533972 w 600075"/>
                <a:gd name="connsiteY2989" fmla="*/ 225171 h 447675"/>
                <a:gd name="connsiteX2990" fmla="*/ 536067 w 600075"/>
                <a:gd name="connsiteY2990" fmla="*/ 225933 h 447675"/>
                <a:gd name="connsiteX2991" fmla="*/ 539782 w 600075"/>
                <a:gd name="connsiteY2991" fmla="*/ 225171 h 447675"/>
                <a:gd name="connsiteX2992" fmla="*/ 542354 w 600075"/>
                <a:gd name="connsiteY2992" fmla="*/ 224314 h 447675"/>
                <a:gd name="connsiteX2993" fmla="*/ 545211 w 600075"/>
                <a:gd name="connsiteY2993" fmla="*/ 224980 h 447675"/>
                <a:gd name="connsiteX2994" fmla="*/ 547116 w 600075"/>
                <a:gd name="connsiteY2994" fmla="*/ 222599 h 447675"/>
                <a:gd name="connsiteX2995" fmla="*/ 547402 w 600075"/>
                <a:gd name="connsiteY2995" fmla="*/ 219932 h 447675"/>
                <a:gd name="connsiteX2996" fmla="*/ 549497 w 600075"/>
                <a:gd name="connsiteY2996" fmla="*/ 219265 h 447675"/>
                <a:gd name="connsiteX2997" fmla="*/ 550736 w 600075"/>
                <a:gd name="connsiteY2997" fmla="*/ 218122 h 447675"/>
                <a:gd name="connsiteX2998" fmla="*/ 550069 w 600075"/>
                <a:gd name="connsiteY2998" fmla="*/ 216598 h 447675"/>
                <a:gd name="connsiteX2999" fmla="*/ 549592 w 600075"/>
                <a:gd name="connsiteY2999" fmla="*/ 214026 h 447675"/>
                <a:gd name="connsiteX3000" fmla="*/ 549878 w 600075"/>
                <a:gd name="connsiteY3000" fmla="*/ 212312 h 447675"/>
                <a:gd name="connsiteX3001" fmla="*/ 548449 w 600075"/>
                <a:gd name="connsiteY3001" fmla="*/ 210407 h 447675"/>
                <a:gd name="connsiteX3002" fmla="*/ 549402 w 600075"/>
                <a:gd name="connsiteY3002" fmla="*/ 207359 h 447675"/>
                <a:gd name="connsiteX3003" fmla="*/ 551402 w 600075"/>
                <a:gd name="connsiteY3003" fmla="*/ 204501 h 447675"/>
                <a:gd name="connsiteX3004" fmla="*/ 553879 w 600075"/>
                <a:gd name="connsiteY3004" fmla="*/ 202882 h 447675"/>
                <a:gd name="connsiteX3005" fmla="*/ 554164 w 600075"/>
                <a:gd name="connsiteY3005" fmla="*/ 201739 h 447675"/>
                <a:gd name="connsiteX3006" fmla="*/ 554069 w 600075"/>
                <a:gd name="connsiteY3006" fmla="*/ 201073 h 447675"/>
                <a:gd name="connsiteX3007" fmla="*/ 551783 w 600075"/>
                <a:gd name="connsiteY3007" fmla="*/ 200501 h 447675"/>
                <a:gd name="connsiteX3008" fmla="*/ 550926 w 600075"/>
                <a:gd name="connsiteY3008" fmla="*/ 200596 h 447675"/>
                <a:gd name="connsiteX3009" fmla="*/ 550069 w 600075"/>
                <a:gd name="connsiteY3009" fmla="*/ 201168 h 447675"/>
                <a:gd name="connsiteX3010" fmla="*/ 549116 w 600075"/>
                <a:gd name="connsiteY3010" fmla="*/ 201739 h 447675"/>
                <a:gd name="connsiteX3011" fmla="*/ 547973 w 600075"/>
                <a:gd name="connsiteY3011" fmla="*/ 202597 h 447675"/>
                <a:gd name="connsiteX3012" fmla="*/ 546545 w 600075"/>
                <a:gd name="connsiteY3012" fmla="*/ 201263 h 447675"/>
                <a:gd name="connsiteX3013" fmla="*/ 546545 w 600075"/>
                <a:gd name="connsiteY3013" fmla="*/ 199739 h 447675"/>
                <a:gd name="connsiteX3014" fmla="*/ 547211 w 600075"/>
                <a:gd name="connsiteY3014" fmla="*/ 199644 h 447675"/>
                <a:gd name="connsiteX3015" fmla="*/ 551497 w 600075"/>
                <a:gd name="connsiteY3015" fmla="*/ 198596 h 447675"/>
                <a:gd name="connsiteX3016" fmla="*/ 553022 w 600075"/>
                <a:gd name="connsiteY3016" fmla="*/ 198787 h 447675"/>
                <a:gd name="connsiteX3017" fmla="*/ 554831 w 600075"/>
                <a:gd name="connsiteY3017" fmla="*/ 199358 h 447675"/>
                <a:gd name="connsiteX3018" fmla="*/ 555403 w 600075"/>
                <a:gd name="connsiteY3018" fmla="*/ 200882 h 447675"/>
                <a:gd name="connsiteX3019" fmla="*/ 555307 w 600075"/>
                <a:gd name="connsiteY3019" fmla="*/ 202501 h 447675"/>
                <a:gd name="connsiteX3020" fmla="*/ 555022 w 600075"/>
                <a:gd name="connsiteY3020" fmla="*/ 203549 h 447675"/>
                <a:gd name="connsiteX3021" fmla="*/ 555117 w 600075"/>
                <a:gd name="connsiteY3021" fmla="*/ 204597 h 447675"/>
                <a:gd name="connsiteX3022" fmla="*/ 556260 w 600075"/>
                <a:gd name="connsiteY3022" fmla="*/ 204978 h 447675"/>
                <a:gd name="connsiteX3023" fmla="*/ 556831 w 600075"/>
                <a:gd name="connsiteY3023" fmla="*/ 205835 h 447675"/>
                <a:gd name="connsiteX3024" fmla="*/ 557594 w 600075"/>
                <a:gd name="connsiteY3024" fmla="*/ 205930 h 447675"/>
                <a:gd name="connsiteX3025" fmla="*/ 558832 w 600075"/>
                <a:gd name="connsiteY3025" fmla="*/ 203263 h 447675"/>
                <a:gd name="connsiteX3026" fmla="*/ 559594 w 600075"/>
                <a:gd name="connsiteY3026" fmla="*/ 201454 h 447675"/>
                <a:gd name="connsiteX3027" fmla="*/ 561022 w 600075"/>
                <a:gd name="connsiteY3027" fmla="*/ 200120 h 447675"/>
                <a:gd name="connsiteX3028" fmla="*/ 562356 w 600075"/>
                <a:gd name="connsiteY3028" fmla="*/ 199358 h 447675"/>
                <a:gd name="connsiteX3029" fmla="*/ 563118 w 600075"/>
                <a:gd name="connsiteY3029" fmla="*/ 198882 h 447675"/>
                <a:gd name="connsiteX3030" fmla="*/ 562642 w 600075"/>
                <a:gd name="connsiteY3030" fmla="*/ 197644 h 447675"/>
                <a:gd name="connsiteX3031" fmla="*/ 561499 w 600075"/>
                <a:gd name="connsiteY3031" fmla="*/ 196977 h 447675"/>
                <a:gd name="connsiteX3032" fmla="*/ 560261 w 600075"/>
                <a:gd name="connsiteY3032" fmla="*/ 196501 h 447675"/>
                <a:gd name="connsiteX3033" fmla="*/ 559308 w 600075"/>
                <a:gd name="connsiteY3033" fmla="*/ 195643 h 447675"/>
                <a:gd name="connsiteX3034" fmla="*/ 562356 w 600075"/>
                <a:gd name="connsiteY3034" fmla="*/ 196024 h 447675"/>
                <a:gd name="connsiteX3035" fmla="*/ 564451 w 600075"/>
                <a:gd name="connsiteY3035" fmla="*/ 197644 h 447675"/>
                <a:gd name="connsiteX3036" fmla="*/ 566261 w 600075"/>
                <a:gd name="connsiteY3036" fmla="*/ 199739 h 447675"/>
                <a:gd name="connsiteX3037" fmla="*/ 568642 w 600075"/>
                <a:gd name="connsiteY3037" fmla="*/ 201549 h 447675"/>
                <a:gd name="connsiteX3038" fmla="*/ 570357 w 600075"/>
                <a:gd name="connsiteY3038" fmla="*/ 199453 h 447675"/>
                <a:gd name="connsiteX3039" fmla="*/ 569500 w 600075"/>
                <a:gd name="connsiteY3039" fmla="*/ 199168 h 447675"/>
                <a:gd name="connsiteX3040" fmla="*/ 568833 w 600075"/>
                <a:gd name="connsiteY3040" fmla="*/ 199549 h 447675"/>
                <a:gd name="connsiteX3041" fmla="*/ 568071 w 600075"/>
                <a:gd name="connsiteY3041" fmla="*/ 199168 h 447675"/>
                <a:gd name="connsiteX3042" fmla="*/ 567404 w 600075"/>
                <a:gd name="connsiteY3042" fmla="*/ 196405 h 447675"/>
                <a:gd name="connsiteX3043" fmla="*/ 567214 w 600075"/>
                <a:gd name="connsiteY3043" fmla="*/ 194310 h 447675"/>
                <a:gd name="connsiteX3044" fmla="*/ 565880 w 600075"/>
                <a:gd name="connsiteY3044" fmla="*/ 191833 h 447675"/>
                <a:gd name="connsiteX3045" fmla="*/ 564356 w 600075"/>
                <a:gd name="connsiteY3045" fmla="*/ 191452 h 447675"/>
                <a:gd name="connsiteX3046" fmla="*/ 564071 w 600075"/>
                <a:gd name="connsiteY3046" fmla="*/ 192691 h 447675"/>
                <a:gd name="connsiteX3047" fmla="*/ 562642 w 600075"/>
                <a:gd name="connsiteY3047" fmla="*/ 192405 h 447675"/>
                <a:gd name="connsiteX3048" fmla="*/ 561213 w 600075"/>
                <a:gd name="connsiteY3048" fmla="*/ 190786 h 447675"/>
                <a:gd name="connsiteX3049" fmla="*/ 558832 w 600075"/>
                <a:gd name="connsiteY3049" fmla="*/ 190976 h 447675"/>
                <a:gd name="connsiteX3050" fmla="*/ 557308 w 600075"/>
                <a:gd name="connsiteY3050" fmla="*/ 192595 h 447675"/>
                <a:gd name="connsiteX3051" fmla="*/ 554641 w 600075"/>
                <a:gd name="connsiteY3051" fmla="*/ 192500 h 447675"/>
                <a:gd name="connsiteX3052" fmla="*/ 553022 w 600075"/>
                <a:gd name="connsiteY3052" fmla="*/ 192881 h 447675"/>
                <a:gd name="connsiteX3053" fmla="*/ 551783 w 600075"/>
                <a:gd name="connsiteY3053" fmla="*/ 192214 h 447675"/>
                <a:gd name="connsiteX3054" fmla="*/ 550164 w 600075"/>
                <a:gd name="connsiteY3054" fmla="*/ 190690 h 447675"/>
                <a:gd name="connsiteX3055" fmla="*/ 548640 w 600075"/>
                <a:gd name="connsiteY3055" fmla="*/ 188881 h 447675"/>
                <a:gd name="connsiteX3056" fmla="*/ 547878 w 600075"/>
                <a:gd name="connsiteY3056" fmla="*/ 187547 h 447675"/>
                <a:gd name="connsiteX3057" fmla="*/ 547783 w 600075"/>
                <a:gd name="connsiteY3057" fmla="*/ 184594 h 447675"/>
                <a:gd name="connsiteX3058" fmla="*/ 547878 w 600075"/>
                <a:gd name="connsiteY3058" fmla="*/ 183928 h 447675"/>
                <a:gd name="connsiteX3059" fmla="*/ 548545 w 600075"/>
                <a:gd name="connsiteY3059" fmla="*/ 183547 h 447675"/>
                <a:gd name="connsiteX3060" fmla="*/ 549497 w 600075"/>
                <a:gd name="connsiteY3060" fmla="*/ 183642 h 447675"/>
                <a:gd name="connsiteX3061" fmla="*/ 550355 w 600075"/>
                <a:gd name="connsiteY3061" fmla="*/ 184213 h 447675"/>
                <a:gd name="connsiteX3062" fmla="*/ 550736 w 600075"/>
                <a:gd name="connsiteY3062" fmla="*/ 185261 h 447675"/>
                <a:gd name="connsiteX3063" fmla="*/ 551593 w 600075"/>
                <a:gd name="connsiteY3063" fmla="*/ 186214 h 447675"/>
                <a:gd name="connsiteX3064" fmla="*/ 555784 w 600075"/>
                <a:gd name="connsiteY3064" fmla="*/ 188119 h 447675"/>
                <a:gd name="connsiteX3065" fmla="*/ 558641 w 600075"/>
                <a:gd name="connsiteY3065" fmla="*/ 189357 h 447675"/>
                <a:gd name="connsiteX3066" fmla="*/ 560451 w 600075"/>
                <a:gd name="connsiteY3066" fmla="*/ 189166 h 447675"/>
                <a:gd name="connsiteX3067" fmla="*/ 561404 w 600075"/>
                <a:gd name="connsiteY3067" fmla="*/ 188881 h 447675"/>
                <a:gd name="connsiteX3068" fmla="*/ 563023 w 600075"/>
                <a:gd name="connsiteY3068" fmla="*/ 189262 h 447675"/>
                <a:gd name="connsiteX3069" fmla="*/ 564547 w 600075"/>
                <a:gd name="connsiteY3069" fmla="*/ 189643 h 447675"/>
                <a:gd name="connsiteX3070" fmla="*/ 565690 w 600075"/>
                <a:gd name="connsiteY3070" fmla="*/ 189833 h 447675"/>
                <a:gd name="connsiteX3071" fmla="*/ 566166 w 600075"/>
                <a:gd name="connsiteY3071" fmla="*/ 189738 h 447675"/>
                <a:gd name="connsiteX3072" fmla="*/ 567785 w 600075"/>
                <a:gd name="connsiteY3072" fmla="*/ 189833 h 447675"/>
                <a:gd name="connsiteX3073" fmla="*/ 575215 w 600075"/>
                <a:gd name="connsiteY3073" fmla="*/ 181070 h 447675"/>
                <a:gd name="connsiteX3074" fmla="*/ 575691 w 600075"/>
                <a:gd name="connsiteY3074" fmla="*/ 179070 h 447675"/>
                <a:gd name="connsiteX3075" fmla="*/ 574262 w 600075"/>
                <a:gd name="connsiteY3075" fmla="*/ 177070 h 447675"/>
                <a:gd name="connsiteX3076" fmla="*/ 573881 w 600075"/>
                <a:gd name="connsiteY3076" fmla="*/ 175831 h 447675"/>
                <a:gd name="connsiteX3077" fmla="*/ 574262 w 600075"/>
                <a:gd name="connsiteY3077" fmla="*/ 174688 h 447675"/>
                <a:gd name="connsiteX3078" fmla="*/ 575881 w 600075"/>
                <a:gd name="connsiteY3078" fmla="*/ 172783 h 447675"/>
                <a:gd name="connsiteX3079" fmla="*/ 576548 w 600075"/>
                <a:gd name="connsiteY3079" fmla="*/ 171736 h 447675"/>
                <a:gd name="connsiteX3080" fmla="*/ 576739 w 600075"/>
                <a:gd name="connsiteY3080" fmla="*/ 170593 h 447675"/>
                <a:gd name="connsiteX3081" fmla="*/ 576548 w 600075"/>
                <a:gd name="connsiteY3081" fmla="*/ 169450 h 447675"/>
                <a:gd name="connsiteX3082" fmla="*/ 576167 w 600075"/>
                <a:gd name="connsiteY3082" fmla="*/ 168878 h 447675"/>
                <a:gd name="connsiteX3083" fmla="*/ 575786 w 600075"/>
                <a:gd name="connsiteY3083" fmla="*/ 168402 h 447675"/>
                <a:gd name="connsiteX3084" fmla="*/ 575596 w 600075"/>
                <a:gd name="connsiteY3084" fmla="*/ 167640 h 447675"/>
                <a:gd name="connsiteX3085" fmla="*/ 576072 w 600075"/>
                <a:gd name="connsiteY3085" fmla="*/ 166688 h 447675"/>
                <a:gd name="connsiteX3086" fmla="*/ 577977 w 600075"/>
                <a:gd name="connsiteY3086" fmla="*/ 165354 h 447675"/>
                <a:gd name="connsiteX3087" fmla="*/ 578453 w 600075"/>
                <a:gd name="connsiteY3087" fmla="*/ 164782 h 447675"/>
                <a:gd name="connsiteX3088" fmla="*/ 578644 w 600075"/>
                <a:gd name="connsiteY3088" fmla="*/ 163639 h 447675"/>
                <a:gd name="connsiteX3089" fmla="*/ 579215 w 600075"/>
                <a:gd name="connsiteY3089" fmla="*/ 162973 h 447675"/>
                <a:gd name="connsiteX3090" fmla="*/ 580072 w 600075"/>
                <a:gd name="connsiteY3090" fmla="*/ 162782 h 447675"/>
                <a:gd name="connsiteX3091" fmla="*/ 581120 w 600075"/>
                <a:gd name="connsiteY3091" fmla="*/ 163258 h 447675"/>
                <a:gd name="connsiteX3092" fmla="*/ 579215 w 600075"/>
                <a:gd name="connsiteY3092" fmla="*/ 165068 h 447675"/>
                <a:gd name="connsiteX3093" fmla="*/ 579977 w 600075"/>
                <a:gd name="connsiteY3093" fmla="*/ 166211 h 447675"/>
                <a:gd name="connsiteX3094" fmla="*/ 581787 w 600075"/>
                <a:gd name="connsiteY3094" fmla="*/ 167449 h 447675"/>
                <a:gd name="connsiteX3095" fmla="*/ 582930 w 600075"/>
                <a:gd name="connsiteY3095" fmla="*/ 167068 h 447675"/>
                <a:gd name="connsiteX3096" fmla="*/ 584549 w 600075"/>
                <a:gd name="connsiteY3096" fmla="*/ 164878 h 447675"/>
                <a:gd name="connsiteX3097" fmla="*/ 586454 w 600075"/>
                <a:gd name="connsiteY3097" fmla="*/ 164497 h 447675"/>
                <a:gd name="connsiteX3098" fmla="*/ 587121 w 600075"/>
                <a:gd name="connsiteY3098" fmla="*/ 164211 h 447675"/>
                <a:gd name="connsiteX3099" fmla="*/ 587502 w 600075"/>
                <a:gd name="connsiteY3099" fmla="*/ 163258 h 447675"/>
                <a:gd name="connsiteX3100" fmla="*/ 588359 w 600075"/>
                <a:gd name="connsiteY3100" fmla="*/ 163068 h 447675"/>
                <a:gd name="connsiteX3101" fmla="*/ 589216 w 600075"/>
                <a:gd name="connsiteY3101" fmla="*/ 163544 h 447675"/>
                <a:gd name="connsiteX3102" fmla="*/ 590264 w 600075"/>
                <a:gd name="connsiteY3102" fmla="*/ 163734 h 447675"/>
                <a:gd name="connsiteX3103" fmla="*/ 591122 w 600075"/>
                <a:gd name="connsiteY3103" fmla="*/ 163925 h 447675"/>
                <a:gd name="connsiteX3104" fmla="*/ 591883 w 600075"/>
                <a:gd name="connsiteY3104" fmla="*/ 164973 h 447675"/>
                <a:gd name="connsiteX3105" fmla="*/ 591979 w 600075"/>
                <a:gd name="connsiteY3105" fmla="*/ 166401 h 447675"/>
                <a:gd name="connsiteX3106" fmla="*/ 591693 w 600075"/>
                <a:gd name="connsiteY3106" fmla="*/ 167926 h 447675"/>
                <a:gd name="connsiteX3107" fmla="*/ 592264 w 600075"/>
                <a:gd name="connsiteY3107" fmla="*/ 169259 h 447675"/>
                <a:gd name="connsiteX3108" fmla="*/ 591979 w 600075"/>
                <a:gd name="connsiteY3108" fmla="*/ 170497 h 447675"/>
                <a:gd name="connsiteX3109" fmla="*/ 591788 w 600075"/>
                <a:gd name="connsiteY3109" fmla="*/ 171355 h 447675"/>
                <a:gd name="connsiteX3110" fmla="*/ 592264 w 600075"/>
                <a:gd name="connsiteY3110" fmla="*/ 172593 h 447675"/>
                <a:gd name="connsiteX3111" fmla="*/ 593503 w 600075"/>
                <a:gd name="connsiteY3111" fmla="*/ 172307 h 447675"/>
                <a:gd name="connsiteX3112" fmla="*/ 595789 w 600075"/>
                <a:gd name="connsiteY3112" fmla="*/ 170783 h 447675"/>
                <a:gd name="connsiteX3113" fmla="*/ 597598 w 600075"/>
                <a:gd name="connsiteY3113" fmla="*/ 167830 h 447675"/>
                <a:gd name="connsiteX3114" fmla="*/ 601599 w 600075"/>
                <a:gd name="connsiteY3114" fmla="*/ 166973 h 447675"/>
                <a:gd name="connsiteX3115" fmla="*/ 601599 w 600075"/>
                <a:gd name="connsiteY3115" fmla="*/ 166973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</a:cxnLst>
              <a:rect l="l" t="t" r="r" b="b"/>
              <a:pathLst>
                <a:path w="600075" h="447675">
                  <a:moveTo>
                    <a:pt x="65818" y="421767"/>
                  </a:moveTo>
                  <a:lnTo>
                    <a:pt x="65151" y="421100"/>
                  </a:lnTo>
                  <a:lnTo>
                    <a:pt x="63913" y="420814"/>
                  </a:lnTo>
                  <a:lnTo>
                    <a:pt x="63532" y="420338"/>
                  </a:lnTo>
                  <a:lnTo>
                    <a:pt x="63055" y="419957"/>
                  </a:lnTo>
                  <a:lnTo>
                    <a:pt x="62770" y="419957"/>
                  </a:lnTo>
                  <a:lnTo>
                    <a:pt x="62770" y="420243"/>
                  </a:lnTo>
                  <a:lnTo>
                    <a:pt x="62484" y="420433"/>
                  </a:lnTo>
                  <a:lnTo>
                    <a:pt x="61817" y="420433"/>
                  </a:lnTo>
                  <a:lnTo>
                    <a:pt x="61436" y="421100"/>
                  </a:lnTo>
                  <a:lnTo>
                    <a:pt x="62198" y="422148"/>
                  </a:lnTo>
                  <a:lnTo>
                    <a:pt x="62960" y="422529"/>
                  </a:lnTo>
                  <a:lnTo>
                    <a:pt x="63246" y="423291"/>
                  </a:lnTo>
                  <a:lnTo>
                    <a:pt x="63913" y="426148"/>
                  </a:lnTo>
                  <a:lnTo>
                    <a:pt x="64198" y="426720"/>
                  </a:lnTo>
                  <a:lnTo>
                    <a:pt x="64675" y="426910"/>
                  </a:lnTo>
                  <a:lnTo>
                    <a:pt x="65246" y="426625"/>
                  </a:lnTo>
                  <a:lnTo>
                    <a:pt x="65722" y="426434"/>
                  </a:lnTo>
                  <a:lnTo>
                    <a:pt x="66104" y="426148"/>
                  </a:lnTo>
                  <a:lnTo>
                    <a:pt x="66294" y="424910"/>
                  </a:lnTo>
                  <a:lnTo>
                    <a:pt x="66199" y="423100"/>
                  </a:lnTo>
                  <a:lnTo>
                    <a:pt x="65818" y="421767"/>
                  </a:lnTo>
                  <a:close/>
                  <a:moveTo>
                    <a:pt x="77533" y="395764"/>
                  </a:moveTo>
                  <a:lnTo>
                    <a:pt x="76581" y="395668"/>
                  </a:lnTo>
                  <a:lnTo>
                    <a:pt x="75724" y="395288"/>
                  </a:lnTo>
                  <a:lnTo>
                    <a:pt x="76295" y="394716"/>
                  </a:lnTo>
                  <a:lnTo>
                    <a:pt x="75247" y="395192"/>
                  </a:lnTo>
                  <a:lnTo>
                    <a:pt x="74104" y="396240"/>
                  </a:lnTo>
                  <a:lnTo>
                    <a:pt x="71914" y="398812"/>
                  </a:lnTo>
                  <a:lnTo>
                    <a:pt x="73152" y="400050"/>
                  </a:lnTo>
                  <a:lnTo>
                    <a:pt x="74104" y="401288"/>
                  </a:lnTo>
                  <a:lnTo>
                    <a:pt x="75152" y="401764"/>
                  </a:lnTo>
                  <a:lnTo>
                    <a:pt x="76771" y="400621"/>
                  </a:lnTo>
                  <a:lnTo>
                    <a:pt x="78010" y="399097"/>
                  </a:lnTo>
                  <a:lnTo>
                    <a:pt x="78486" y="398240"/>
                  </a:lnTo>
                  <a:lnTo>
                    <a:pt x="78676" y="397288"/>
                  </a:lnTo>
                  <a:lnTo>
                    <a:pt x="78296" y="396240"/>
                  </a:lnTo>
                  <a:lnTo>
                    <a:pt x="77533" y="395764"/>
                  </a:lnTo>
                  <a:close/>
                  <a:moveTo>
                    <a:pt x="71628" y="389858"/>
                  </a:moveTo>
                  <a:lnTo>
                    <a:pt x="71914" y="388620"/>
                  </a:lnTo>
                  <a:lnTo>
                    <a:pt x="71723" y="386905"/>
                  </a:lnTo>
                  <a:lnTo>
                    <a:pt x="71152" y="385572"/>
                  </a:lnTo>
                  <a:lnTo>
                    <a:pt x="70199" y="384810"/>
                  </a:lnTo>
                  <a:lnTo>
                    <a:pt x="68675" y="384810"/>
                  </a:lnTo>
                  <a:lnTo>
                    <a:pt x="67532" y="385381"/>
                  </a:lnTo>
                  <a:lnTo>
                    <a:pt x="66865" y="386048"/>
                  </a:lnTo>
                  <a:lnTo>
                    <a:pt x="66008" y="386620"/>
                  </a:lnTo>
                  <a:lnTo>
                    <a:pt x="64294" y="386715"/>
                  </a:lnTo>
                  <a:lnTo>
                    <a:pt x="64865" y="386715"/>
                  </a:lnTo>
                  <a:lnTo>
                    <a:pt x="63722" y="386810"/>
                  </a:lnTo>
                  <a:lnTo>
                    <a:pt x="62770" y="387001"/>
                  </a:lnTo>
                  <a:lnTo>
                    <a:pt x="62008" y="387477"/>
                  </a:lnTo>
                  <a:lnTo>
                    <a:pt x="61531" y="388430"/>
                  </a:lnTo>
                  <a:lnTo>
                    <a:pt x="60770" y="387763"/>
                  </a:lnTo>
                  <a:lnTo>
                    <a:pt x="60103" y="386429"/>
                  </a:lnTo>
                  <a:lnTo>
                    <a:pt x="59246" y="383667"/>
                  </a:lnTo>
                  <a:lnTo>
                    <a:pt x="57721" y="384905"/>
                  </a:lnTo>
                  <a:lnTo>
                    <a:pt x="55436" y="385476"/>
                  </a:lnTo>
                  <a:lnTo>
                    <a:pt x="51054" y="385476"/>
                  </a:lnTo>
                  <a:lnTo>
                    <a:pt x="51721" y="386429"/>
                  </a:lnTo>
                  <a:lnTo>
                    <a:pt x="52769" y="386620"/>
                  </a:lnTo>
                  <a:lnTo>
                    <a:pt x="53912" y="386334"/>
                  </a:lnTo>
                  <a:lnTo>
                    <a:pt x="54959" y="385953"/>
                  </a:lnTo>
                  <a:lnTo>
                    <a:pt x="54292" y="386905"/>
                  </a:lnTo>
                  <a:lnTo>
                    <a:pt x="52959" y="387286"/>
                  </a:lnTo>
                  <a:lnTo>
                    <a:pt x="51340" y="387191"/>
                  </a:lnTo>
                  <a:lnTo>
                    <a:pt x="50006" y="386620"/>
                  </a:lnTo>
                  <a:lnTo>
                    <a:pt x="49721" y="387477"/>
                  </a:lnTo>
                  <a:lnTo>
                    <a:pt x="49816" y="388048"/>
                  </a:lnTo>
                  <a:lnTo>
                    <a:pt x="50292" y="388334"/>
                  </a:lnTo>
                  <a:lnTo>
                    <a:pt x="51149" y="388430"/>
                  </a:lnTo>
                  <a:lnTo>
                    <a:pt x="51149" y="389001"/>
                  </a:lnTo>
                  <a:lnTo>
                    <a:pt x="50197" y="389001"/>
                  </a:lnTo>
                  <a:lnTo>
                    <a:pt x="49339" y="389096"/>
                  </a:lnTo>
                  <a:lnTo>
                    <a:pt x="47815" y="389572"/>
                  </a:lnTo>
                  <a:lnTo>
                    <a:pt x="48863" y="390430"/>
                  </a:lnTo>
                  <a:lnTo>
                    <a:pt x="49339" y="391477"/>
                  </a:lnTo>
                  <a:lnTo>
                    <a:pt x="49054" y="392430"/>
                  </a:lnTo>
                  <a:lnTo>
                    <a:pt x="47815" y="393001"/>
                  </a:lnTo>
                  <a:lnTo>
                    <a:pt x="49435" y="394144"/>
                  </a:lnTo>
                  <a:lnTo>
                    <a:pt x="52006" y="393478"/>
                  </a:lnTo>
                  <a:lnTo>
                    <a:pt x="54769" y="392144"/>
                  </a:lnTo>
                  <a:lnTo>
                    <a:pt x="57150" y="391287"/>
                  </a:lnTo>
                  <a:lnTo>
                    <a:pt x="63437" y="391287"/>
                  </a:lnTo>
                  <a:lnTo>
                    <a:pt x="64770" y="391668"/>
                  </a:lnTo>
                  <a:lnTo>
                    <a:pt x="66294" y="392620"/>
                  </a:lnTo>
                  <a:lnTo>
                    <a:pt x="67628" y="393668"/>
                  </a:lnTo>
                  <a:lnTo>
                    <a:pt x="68199" y="394430"/>
                  </a:lnTo>
                  <a:lnTo>
                    <a:pt x="68199" y="395383"/>
                  </a:lnTo>
                  <a:lnTo>
                    <a:pt x="68389" y="396240"/>
                  </a:lnTo>
                  <a:lnTo>
                    <a:pt x="68771" y="396811"/>
                  </a:lnTo>
                  <a:lnTo>
                    <a:pt x="69532" y="397002"/>
                  </a:lnTo>
                  <a:lnTo>
                    <a:pt x="70295" y="396621"/>
                  </a:lnTo>
                  <a:lnTo>
                    <a:pt x="70295" y="395859"/>
                  </a:lnTo>
                  <a:lnTo>
                    <a:pt x="70009" y="394906"/>
                  </a:lnTo>
                  <a:lnTo>
                    <a:pt x="69913" y="394049"/>
                  </a:lnTo>
                  <a:lnTo>
                    <a:pt x="70390" y="392620"/>
                  </a:lnTo>
                  <a:lnTo>
                    <a:pt x="71628" y="389858"/>
                  </a:lnTo>
                  <a:close/>
                  <a:moveTo>
                    <a:pt x="67818" y="375094"/>
                  </a:moveTo>
                  <a:lnTo>
                    <a:pt x="68104" y="374142"/>
                  </a:lnTo>
                  <a:lnTo>
                    <a:pt x="67151" y="373951"/>
                  </a:lnTo>
                  <a:lnTo>
                    <a:pt x="65056" y="374237"/>
                  </a:lnTo>
                  <a:lnTo>
                    <a:pt x="64294" y="374523"/>
                  </a:lnTo>
                  <a:lnTo>
                    <a:pt x="63627" y="375190"/>
                  </a:lnTo>
                  <a:lnTo>
                    <a:pt x="62770" y="375761"/>
                  </a:lnTo>
                  <a:lnTo>
                    <a:pt x="61436" y="375951"/>
                  </a:lnTo>
                  <a:lnTo>
                    <a:pt x="61436" y="376523"/>
                  </a:lnTo>
                  <a:lnTo>
                    <a:pt x="62103" y="376428"/>
                  </a:lnTo>
                  <a:lnTo>
                    <a:pt x="63437" y="376523"/>
                  </a:lnTo>
                  <a:lnTo>
                    <a:pt x="64103" y="376428"/>
                  </a:lnTo>
                  <a:lnTo>
                    <a:pt x="63532" y="377476"/>
                  </a:lnTo>
                  <a:lnTo>
                    <a:pt x="63817" y="378238"/>
                  </a:lnTo>
                  <a:lnTo>
                    <a:pt x="64770" y="378714"/>
                  </a:lnTo>
                  <a:lnTo>
                    <a:pt x="66199" y="378809"/>
                  </a:lnTo>
                  <a:lnTo>
                    <a:pt x="65722" y="377666"/>
                  </a:lnTo>
                  <a:lnTo>
                    <a:pt x="66199" y="377666"/>
                  </a:lnTo>
                  <a:lnTo>
                    <a:pt x="66580" y="378333"/>
                  </a:lnTo>
                  <a:lnTo>
                    <a:pt x="67056" y="378809"/>
                  </a:lnTo>
                  <a:lnTo>
                    <a:pt x="67628" y="379095"/>
                  </a:lnTo>
                  <a:lnTo>
                    <a:pt x="68485" y="379285"/>
                  </a:lnTo>
                  <a:lnTo>
                    <a:pt x="68389" y="380714"/>
                  </a:lnTo>
                  <a:lnTo>
                    <a:pt x="69532" y="381952"/>
                  </a:lnTo>
                  <a:lnTo>
                    <a:pt x="71342" y="382524"/>
                  </a:lnTo>
                  <a:lnTo>
                    <a:pt x="73057" y="381857"/>
                  </a:lnTo>
                  <a:lnTo>
                    <a:pt x="74009" y="380333"/>
                  </a:lnTo>
                  <a:lnTo>
                    <a:pt x="75819" y="376333"/>
                  </a:lnTo>
                  <a:lnTo>
                    <a:pt x="77248" y="375190"/>
                  </a:lnTo>
                  <a:lnTo>
                    <a:pt x="77248" y="374523"/>
                  </a:lnTo>
                  <a:lnTo>
                    <a:pt x="75438" y="374237"/>
                  </a:lnTo>
                  <a:lnTo>
                    <a:pt x="74104" y="375285"/>
                  </a:lnTo>
                  <a:lnTo>
                    <a:pt x="72295" y="378238"/>
                  </a:lnTo>
                  <a:lnTo>
                    <a:pt x="71723" y="378238"/>
                  </a:lnTo>
                  <a:lnTo>
                    <a:pt x="71914" y="377285"/>
                  </a:lnTo>
                  <a:lnTo>
                    <a:pt x="72390" y="376523"/>
                  </a:lnTo>
                  <a:lnTo>
                    <a:pt x="73438" y="375285"/>
                  </a:lnTo>
                  <a:lnTo>
                    <a:pt x="73247" y="375094"/>
                  </a:lnTo>
                  <a:lnTo>
                    <a:pt x="71914" y="374332"/>
                  </a:lnTo>
                  <a:lnTo>
                    <a:pt x="71438" y="374142"/>
                  </a:lnTo>
                  <a:lnTo>
                    <a:pt x="70961" y="374142"/>
                  </a:lnTo>
                  <a:lnTo>
                    <a:pt x="70485" y="374237"/>
                  </a:lnTo>
                  <a:lnTo>
                    <a:pt x="70009" y="374428"/>
                  </a:lnTo>
                  <a:lnTo>
                    <a:pt x="68199" y="375571"/>
                  </a:lnTo>
                  <a:lnTo>
                    <a:pt x="67342" y="375856"/>
                  </a:lnTo>
                  <a:lnTo>
                    <a:pt x="66199" y="375761"/>
                  </a:lnTo>
                  <a:lnTo>
                    <a:pt x="64961" y="375285"/>
                  </a:lnTo>
                  <a:lnTo>
                    <a:pt x="65532" y="374999"/>
                  </a:lnTo>
                  <a:lnTo>
                    <a:pt x="67818" y="375094"/>
                  </a:lnTo>
                  <a:close/>
                  <a:moveTo>
                    <a:pt x="187166" y="335661"/>
                  </a:moveTo>
                  <a:lnTo>
                    <a:pt x="184975" y="335661"/>
                  </a:lnTo>
                  <a:lnTo>
                    <a:pt x="184404" y="335756"/>
                  </a:lnTo>
                  <a:lnTo>
                    <a:pt x="184023" y="336232"/>
                  </a:lnTo>
                  <a:lnTo>
                    <a:pt x="183547" y="336328"/>
                  </a:lnTo>
                  <a:lnTo>
                    <a:pt x="182975" y="336137"/>
                  </a:lnTo>
                  <a:lnTo>
                    <a:pt x="182689" y="335756"/>
                  </a:lnTo>
                  <a:lnTo>
                    <a:pt x="182499" y="335375"/>
                  </a:lnTo>
                  <a:lnTo>
                    <a:pt x="182213" y="335184"/>
                  </a:lnTo>
                  <a:lnTo>
                    <a:pt x="181261" y="335375"/>
                  </a:lnTo>
                  <a:lnTo>
                    <a:pt x="179641" y="336137"/>
                  </a:lnTo>
                  <a:lnTo>
                    <a:pt x="178689" y="336423"/>
                  </a:lnTo>
                  <a:lnTo>
                    <a:pt x="175736" y="336613"/>
                  </a:lnTo>
                  <a:lnTo>
                    <a:pt x="174784" y="336899"/>
                  </a:lnTo>
                  <a:lnTo>
                    <a:pt x="175546" y="338614"/>
                  </a:lnTo>
                  <a:lnTo>
                    <a:pt x="175260" y="340042"/>
                  </a:lnTo>
                  <a:lnTo>
                    <a:pt x="173736" y="342709"/>
                  </a:lnTo>
                  <a:lnTo>
                    <a:pt x="173260" y="342995"/>
                  </a:lnTo>
                  <a:lnTo>
                    <a:pt x="172688" y="343281"/>
                  </a:lnTo>
                  <a:lnTo>
                    <a:pt x="172593" y="343567"/>
                  </a:lnTo>
                  <a:lnTo>
                    <a:pt x="173641" y="343852"/>
                  </a:lnTo>
                  <a:lnTo>
                    <a:pt x="176879" y="343281"/>
                  </a:lnTo>
                  <a:lnTo>
                    <a:pt x="177546" y="342900"/>
                  </a:lnTo>
                  <a:lnTo>
                    <a:pt x="178879" y="341566"/>
                  </a:lnTo>
                  <a:lnTo>
                    <a:pt x="179641" y="340995"/>
                  </a:lnTo>
                  <a:lnTo>
                    <a:pt x="180594" y="340614"/>
                  </a:lnTo>
                  <a:lnTo>
                    <a:pt x="181356" y="340519"/>
                  </a:lnTo>
                  <a:lnTo>
                    <a:pt x="182118" y="340519"/>
                  </a:lnTo>
                  <a:lnTo>
                    <a:pt x="186309" y="339661"/>
                  </a:lnTo>
                  <a:lnTo>
                    <a:pt x="187738" y="338899"/>
                  </a:lnTo>
                  <a:lnTo>
                    <a:pt x="188309" y="337566"/>
                  </a:lnTo>
                  <a:lnTo>
                    <a:pt x="188309" y="336804"/>
                  </a:lnTo>
                  <a:lnTo>
                    <a:pt x="187738" y="335947"/>
                  </a:lnTo>
                  <a:lnTo>
                    <a:pt x="187166" y="335661"/>
                  </a:lnTo>
                  <a:close/>
                  <a:moveTo>
                    <a:pt x="237649" y="331660"/>
                  </a:moveTo>
                  <a:lnTo>
                    <a:pt x="234220" y="333470"/>
                  </a:lnTo>
                  <a:lnTo>
                    <a:pt x="232505" y="333851"/>
                  </a:lnTo>
                  <a:lnTo>
                    <a:pt x="233458" y="335375"/>
                  </a:lnTo>
                  <a:lnTo>
                    <a:pt x="232791" y="336423"/>
                  </a:lnTo>
                  <a:lnTo>
                    <a:pt x="229933" y="338233"/>
                  </a:lnTo>
                  <a:lnTo>
                    <a:pt x="229457" y="339090"/>
                  </a:lnTo>
                  <a:lnTo>
                    <a:pt x="229553" y="339947"/>
                  </a:lnTo>
                  <a:lnTo>
                    <a:pt x="230029" y="340614"/>
                  </a:lnTo>
                  <a:lnTo>
                    <a:pt x="230791" y="340900"/>
                  </a:lnTo>
                  <a:lnTo>
                    <a:pt x="231172" y="340614"/>
                  </a:lnTo>
                  <a:lnTo>
                    <a:pt x="231934" y="339090"/>
                  </a:lnTo>
                  <a:lnTo>
                    <a:pt x="232505" y="338518"/>
                  </a:lnTo>
                  <a:lnTo>
                    <a:pt x="233363" y="338995"/>
                  </a:lnTo>
                  <a:lnTo>
                    <a:pt x="234410" y="339185"/>
                  </a:lnTo>
                  <a:lnTo>
                    <a:pt x="236601" y="339185"/>
                  </a:lnTo>
                  <a:lnTo>
                    <a:pt x="237363" y="338899"/>
                  </a:lnTo>
                  <a:lnTo>
                    <a:pt x="237934" y="337661"/>
                  </a:lnTo>
                  <a:lnTo>
                    <a:pt x="240030" y="337090"/>
                  </a:lnTo>
                  <a:lnTo>
                    <a:pt x="240030" y="336328"/>
                  </a:lnTo>
                  <a:lnTo>
                    <a:pt x="239078" y="334994"/>
                  </a:lnTo>
                  <a:lnTo>
                    <a:pt x="239554" y="333851"/>
                  </a:lnTo>
                  <a:lnTo>
                    <a:pt x="240221" y="332994"/>
                  </a:lnTo>
                  <a:lnTo>
                    <a:pt x="240506" y="332137"/>
                  </a:lnTo>
                  <a:lnTo>
                    <a:pt x="239744" y="330898"/>
                  </a:lnTo>
                  <a:lnTo>
                    <a:pt x="237649" y="331660"/>
                  </a:lnTo>
                  <a:close/>
                  <a:moveTo>
                    <a:pt x="255461" y="325659"/>
                  </a:moveTo>
                  <a:lnTo>
                    <a:pt x="255937" y="325659"/>
                  </a:lnTo>
                  <a:lnTo>
                    <a:pt x="253651" y="325659"/>
                  </a:lnTo>
                  <a:lnTo>
                    <a:pt x="252603" y="325850"/>
                  </a:lnTo>
                  <a:lnTo>
                    <a:pt x="251650" y="326326"/>
                  </a:lnTo>
                  <a:lnTo>
                    <a:pt x="250222" y="325850"/>
                  </a:lnTo>
                  <a:lnTo>
                    <a:pt x="249174" y="329374"/>
                  </a:lnTo>
                  <a:lnTo>
                    <a:pt x="247840" y="329279"/>
                  </a:lnTo>
                  <a:lnTo>
                    <a:pt x="245936" y="330803"/>
                  </a:lnTo>
                  <a:lnTo>
                    <a:pt x="244888" y="331946"/>
                  </a:lnTo>
                  <a:lnTo>
                    <a:pt x="244412" y="333184"/>
                  </a:lnTo>
                  <a:lnTo>
                    <a:pt x="245173" y="333851"/>
                  </a:lnTo>
                  <a:lnTo>
                    <a:pt x="246888" y="333756"/>
                  </a:lnTo>
                  <a:lnTo>
                    <a:pt x="248698" y="333280"/>
                  </a:lnTo>
                  <a:lnTo>
                    <a:pt x="249841" y="332803"/>
                  </a:lnTo>
                  <a:lnTo>
                    <a:pt x="249269" y="335184"/>
                  </a:lnTo>
                  <a:lnTo>
                    <a:pt x="246602" y="338138"/>
                  </a:lnTo>
                  <a:lnTo>
                    <a:pt x="246793" y="339471"/>
                  </a:lnTo>
                  <a:lnTo>
                    <a:pt x="247364" y="339757"/>
                  </a:lnTo>
                  <a:lnTo>
                    <a:pt x="247840" y="339757"/>
                  </a:lnTo>
                  <a:lnTo>
                    <a:pt x="248126" y="339852"/>
                  </a:lnTo>
                  <a:lnTo>
                    <a:pt x="248317" y="340995"/>
                  </a:lnTo>
                  <a:lnTo>
                    <a:pt x="248507" y="341471"/>
                  </a:lnTo>
                  <a:lnTo>
                    <a:pt x="248793" y="341852"/>
                  </a:lnTo>
                  <a:lnTo>
                    <a:pt x="249079" y="342043"/>
                  </a:lnTo>
                  <a:lnTo>
                    <a:pt x="251079" y="342424"/>
                  </a:lnTo>
                  <a:lnTo>
                    <a:pt x="251841" y="342328"/>
                  </a:lnTo>
                  <a:lnTo>
                    <a:pt x="252698" y="341471"/>
                  </a:lnTo>
                  <a:lnTo>
                    <a:pt x="251365" y="339852"/>
                  </a:lnTo>
                  <a:lnTo>
                    <a:pt x="251460" y="338614"/>
                  </a:lnTo>
                  <a:lnTo>
                    <a:pt x="252127" y="337280"/>
                  </a:lnTo>
                  <a:lnTo>
                    <a:pt x="252698" y="335661"/>
                  </a:lnTo>
                  <a:lnTo>
                    <a:pt x="252413" y="334518"/>
                  </a:lnTo>
                  <a:lnTo>
                    <a:pt x="251841" y="332899"/>
                  </a:lnTo>
                  <a:lnTo>
                    <a:pt x="251650" y="331565"/>
                  </a:lnTo>
                  <a:lnTo>
                    <a:pt x="252889" y="330613"/>
                  </a:lnTo>
                  <a:lnTo>
                    <a:pt x="253555" y="329851"/>
                  </a:lnTo>
                  <a:lnTo>
                    <a:pt x="254413" y="329089"/>
                  </a:lnTo>
                  <a:lnTo>
                    <a:pt x="256889" y="328231"/>
                  </a:lnTo>
                  <a:lnTo>
                    <a:pt x="257365" y="327184"/>
                  </a:lnTo>
                  <a:lnTo>
                    <a:pt x="256889" y="326136"/>
                  </a:lnTo>
                  <a:lnTo>
                    <a:pt x="255461" y="325659"/>
                  </a:lnTo>
                  <a:close/>
                  <a:moveTo>
                    <a:pt x="290227" y="312801"/>
                  </a:moveTo>
                  <a:lnTo>
                    <a:pt x="290036" y="312230"/>
                  </a:lnTo>
                  <a:lnTo>
                    <a:pt x="289465" y="311182"/>
                  </a:lnTo>
                  <a:lnTo>
                    <a:pt x="288607" y="310896"/>
                  </a:lnTo>
                  <a:lnTo>
                    <a:pt x="287846" y="311182"/>
                  </a:lnTo>
                  <a:lnTo>
                    <a:pt x="286607" y="311944"/>
                  </a:lnTo>
                  <a:lnTo>
                    <a:pt x="285845" y="313658"/>
                  </a:lnTo>
                  <a:lnTo>
                    <a:pt x="286131" y="314801"/>
                  </a:lnTo>
                  <a:lnTo>
                    <a:pt x="286417" y="314992"/>
                  </a:lnTo>
                  <a:lnTo>
                    <a:pt x="286798" y="315468"/>
                  </a:lnTo>
                  <a:lnTo>
                    <a:pt x="288131" y="316325"/>
                  </a:lnTo>
                  <a:lnTo>
                    <a:pt x="288703" y="316516"/>
                  </a:lnTo>
                  <a:lnTo>
                    <a:pt x="289465" y="316039"/>
                  </a:lnTo>
                  <a:lnTo>
                    <a:pt x="290036" y="315087"/>
                  </a:lnTo>
                  <a:lnTo>
                    <a:pt x="290322" y="314230"/>
                  </a:lnTo>
                  <a:lnTo>
                    <a:pt x="290703" y="313658"/>
                  </a:lnTo>
                  <a:lnTo>
                    <a:pt x="290894" y="313277"/>
                  </a:lnTo>
                  <a:lnTo>
                    <a:pt x="290513" y="312896"/>
                  </a:lnTo>
                  <a:lnTo>
                    <a:pt x="290227" y="312801"/>
                  </a:lnTo>
                  <a:close/>
                  <a:moveTo>
                    <a:pt x="328422" y="306324"/>
                  </a:moveTo>
                  <a:lnTo>
                    <a:pt x="327470" y="306514"/>
                  </a:lnTo>
                  <a:lnTo>
                    <a:pt x="326707" y="306609"/>
                  </a:lnTo>
                  <a:lnTo>
                    <a:pt x="326898" y="307562"/>
                  </a:lnTo>
                  <a:lnTo>
                    <a:pt x="327660" y="308705"/>
                  </a:lnTo>
                  <a:lnTo>
                    <a:pt x="328994" y="309181"/>
                  </a:lnTo>
                  <a:lnTo>
                    <a:pt x="329946" y="307562"/>
                  </a:lnTo>
                  <a:lnTo>
                    <a:pt x="329565" y="306324"/>
                  </a:lnTo>
                  <a:lnTo>
                    <a:pt x="328422" y="306324"/>
                  </a:lnTo>
                  <a:close/>
                  <a:moveTo>
                    <a:pt x="371761" y="300609"/>
                  </a:moveTo>
                  <a:lnTo>
                    <a:pt x="371475" y="300990"/>
                  </a:lnTo>
                  <a:lnTo>
                    <a:pt x="371284" y="301466"/>
                  </a:lnTo>
                  <a:lnTo>
                    <a:pt x="370522" y="301942"/>
                  </a:lnTo>
                  <a:lnTo>
                    <a:pt x="369570" y="302133"/>
                  </a:lnTo>
                  <a:lnTo>
                    <a:pt x="365188" y="303752"/>
                  </a:lnTo>
                  <a:lnTo>
                    <a:pt x="364426" y="304324"/>
                  </a:lnTo>
                  <a:lnTo>
                    <a:pt x="365665" y="304705"/>
                  </a:lnTo>
                  <a:lnTo>
                    <a:pt x="372046" y="302705"/>
                  </a:lnTo>
                  <a:lnTo>
                    <a:pt x="372237" y="302228"/>
                  </a:lnTo>
                  <a:lnTo>
                    <a:pt x="372332" y="301657"/>
                  </a:lnTo>
                  <a:lnTo>
                    <a:pt x="372523" y="301180"/>
                  </a:lnTo>
                  <a:lnTo>
                    <a:pt x="372618" y="300704"/>
                  </a:lnTo>
                  <a:lnTo>
                    <a:pt x="372142" y="300609"/>
                  </a:lnTo>
                  <a:lnTo>
                    <a:pt x="371761" y="300609"/>
                  </a:lnTo>
                  <a:close/>
                  <a:moveTo>
                    <a:pt x="299466" y="300228"/>
                  </a:moveTo>
                  <a:lnTo>
                    <a:pt x="299180" y="299942"/>
                  </a:lnTo>
                  <a:lnTo>
                    <a:pt x="298990" y="299656"/>
                  </a:lnTo>
                  <a:lnTo>
                    <a:pt x="298799" y="299275"/>
                  </a:lnTo>
                  <a:lnTo>
                    <a:pt x="298704" y="298990"/>
                  </a:lnTo>
                  <a:lnTo>
                    <a:pt x="298704" y="298799"/>
                  </a:lnTo>
                  <a:lnTo>
                    <a:pt x="298609" y="298704"/>
                  </a:lnTo>
                  <a:lnTo>
                    <a:pt x="298132" y="298704"/>
                  </a:lnTo>
                  <a:lnTo>
                    <a:pt x="297751" y="299466"/>
                  </a:lnTo>
                  <a:lnTo>
                    <a:pt x="296989" y="299847"/>
                  </a:lnTo>
                  <a:lnTo>
                    <a:pt x="296132" y="300133"/>
                  </a:lnTo>
                  <a:lnTo>
                    <a:pt x="295370" y="300514"/>
                  </a:lnTo>
                  <a:lnTo>
                    <a:pt x="292608" y="304324"/>
                  </a:lnTo>
                  <a:lnTo>
                    <a:pt x="293751" y="305371"/>
                  </a:lnTo>
                  <a:lnTo>
                    <a:pt x="300323" y="305752"/>
                  </a:lnTo>
                  <a:lnTo>
                    <a:pt x="300038" y="305086"/>
                  </a:lnTo>
                  <a:lnTo>
                    <a:pt x="299942" y="304705"/>
                  </a:lnTo>
                  <a:lnTo>
                    <a:pt x="299752" y="304419"/>
                  </a:lnTo>
                  <a:lnTo>
                    <a:pt x="299180" y="303943"/>
                  </a:lnTo>
                  <a:lnTo>
                    <a:pt x="300704" y="300895"/>
                  </a:lnTo>
                  <a:lnTo>
                    <a:pt x="300895" y="299847"/>
                  </a:lnTo>
                  <a:lnTo>
                    <a:pt x="299847" y="300514"/>
                  </a:lnTo>
                  <a:lnTo>
                    <a:pt x="299466" y="300228"/>
                  </a:lnTo>
                  <a:close/>
                  <a:moveTo>
                    <a:pt x="310134" y="297275"/>
                  </a:moveTo>
                  <a:lnTo>
                    <a:pt x="310420" y="296704"/>
                  </a:lnTo>
                  <a:lnTo>
                    <a:pt x="310515" y="296037"/>
                  </a:lnTo>
                  <a:lnTo>
                    <a:pt x="310039" y="295561"/>
                  </a:lnTo>
                  <a:lnTo>
                    <a:pt x="309372" y="295465"/>
                  </a:lnTo>
                  <a:lnTo>
                    <a:pt x="305562" y="296608"/>
                  </a:lnTo>
                  <a:lnTo>
                    <a:pt x="304990" y="297084"/>
                  </a:lnTo>
                  <a:lnTo>
                    <a:pt x="305086" y="297656"/>
                  </a:lnTo>
                  <a:lnTo>
                    <a:pt x="305657" y="297942"/>
                  </a:lnTo>
                  <a:lnTo>
                    <a:pt x="305657" y="298799"/>
                  </a:lnTo>
                  <a:lnTo>
                    <a:pt x="305371" y="299656"/>
                  </a:lnTo>
                  <a:lnTo>
                    <a:pt x="306514" y="300228"/>
                  </a:lnTo>
                  <a:lnTo>
                    <a:pt x="310801" y="299275"/>
                  </a:lnTo>
                  <a:lnTo>
                    <a:pt x="311467" y="298418"/>
                  </a:lnTo>
                  <a:lnTo>
                    <a:pt x="310229" y="298228"/>
                  </a:lnTo>
                  <a:lnTo>
                    <a:pt x="310134" y="297275"/>
                  </a:lnTo>
                  <a:close/>
                  <a:moveTo>
                    <a:pt x="294799" y="297751"/>
                  </a:moveTo>
                  <a:lnTo>
                    <a:pt x="296228" y="295180"/>
                  </a:lnTo>
                  <a:lnTo>
                    <a:pt x="297085" y="292894"/>
                  </a:lnTo>
                  <a:lnTo>
                    <a:pt x="295656" y="292989"/>
                  </a:lnTo>
                  <a:lnTo>
                    <a:pt x="294704" y="293656"/>
                  </a:lnTo>
                  <a:lnTo>
                    <a:pt x="294132" y="293941"/>
                  </a:lnTo>
                  <a:lnTo>
                    <a:pt x="293751" y="292894"/>
                  </a:lnTo>
                  <a:lnTo>
                    <a:pt x="293084" y="293275"/>
                  </a:lnTo>
                  <a:lnTo>
                    <a:pt x="292608" y="293751"/>
                  </a:lnTo>
                  <a:lnTo>
                    <a:pt x="292227" y="294322"/>
                  </a:lnTo>
                  <a:lnTo>
                    <a:pt x="292132" y="294989"/>
                  </a:lnTo>
                  <a:lnTo>
                    <a:pt x="291846" y="295465"/>
                  </a:lnTo>
                  <a:lnTo>
                    <a:pt x="291084" y="295751"/>
                  </a:lnTo>
                  <a:lnTo>
                    <a:pt x="290227" y="295942"/>
                  </a:lnTo>
                  <a:lnTo>
                    <a:pt x="289655" y="296227"/>
                  </a:lnTo>
                  <a:lnTo>
                    <a:pt x="289084" y="297561"/>
                  </a:lnTo>
                  <a:lnTo>
                    <a:pt x="289465" y="298990"/>
                  </a:lnTo>
                  <a:lnTo>
                    <a:pt x="290322" y="300133"/>
                  </a:lnTo>
                  <a:lnTo>
                    <a:pt x="291084" y="300704"/>
                  </a:lnTo>
                  <a:lnTo>
                    <a:pt x="293084" y="300038"/>
                  </a:lnTo>
                  <a:lnTo>
                    <a:pt x="294799" y="297751"/>
                  </a:lnTo>
                  <a:close/>
                  <a:moveTo>
                    <a:pt x="318706" y="268700"/>
                  </a:moveTo>
                  <a:lnTo>
                    <a:pt x="317754" y="268509"/>
                  </a:lnTo>
                  <a:lnTo>
                    <a:pt x="316801" y="269272"/>
                  </a:lnTo>
                  <a:lnTo>
                    <a:pt x="316706" y="270700"/>
                  </a:lnTo>
                  <a:lnTo>
                    <a:pt x="316897" y="272034"/>
                  </a:lnTo>
                  <a:lnTo>
                    <a:pt x="317563" y="272605"/>
                  </a:lnTo>
                  <a:lnTo>
                    <a:pt x="318421" y="272224"/>
                  </a:lnTo>
                  <a:lnTo>
                    <a:pt x="319278" y="271843"/>
                  </a:lnTo>
                  <a:lnTo>
                    <a:pt x="319278" y="270891"/>
                  </a:lnTo>
                  <a:lnTo>
                    <a:pt x="320135" y="270700"/>
                  </a:lnTo>
                  <a:lnTo>
                    <a:pt x="320516" y="269843"/>
                  </a:lnTo>
                  <a:lnTo>
                    <a:pt x="320516" y="269176"/>
                  </a:lnTo>
                  <a:lnTo>
                    <a:pt x="319849" y="268605"/>
                  </a:lnTo>
                  <a:lnTo>
                    <a:pt x="318706" y="268700"/>
                  </a:lnTo>
                  <a:close/>
                  <a:moveTo>
                    <a:pt x="306038" y="244507"/>
                  </a:moveTo>
                  <a:lnTo>
                    <a:pt x="307181" y="245650"/>
                  </a:lnTo>
                  <a:lnTo>
                    <a:pt x="309944" y="247555"/>
                  </a:lnTo>
                  <a:lnTo>
                    <a:pt x="312896" y="249936"/>
                  </a:lnTo>
                  <a:lnTo>
                    <a:pt x="316135" y="253746"/>
                  </a:lnTo>
                  <a:lnTo>
                    <a:pt x="318135" y="255079"/>
                  </a:lnTo>
                  <a:lnTo>
                    <a:pt x="319278" y="254603"/>
                  </a:lnTo>
                  <a:lnTo>
                    <a:pt x="319564" y="252603"/>
                  </a:lnTo>
                  <a:lnTo>
                    <a:pt x="318802" y="249936"/>
                  </a:lnTo>
                  <a:lnTo>
                    <a:pt x="316230" y="247459"/>
                  </a:lnTo>
                  <a:lnTo>
                    <a:pt x="313944" y="246316"/>
                  </a:lnTo>
                  <a:lnTo>
                    <a:pt x="313754" y="246126"/>
                  </a:lnTo>
                  <a:lnTo>
                    <a:pt x="312991" y="244411"/>
                  </a:lnTo>
                  <a:lnTo>
                    <a:pt x="312611" y="243173"/>
                  </a:lnTo>
                  <a:lnTo>
                    <a:pt x="311563" y="242601"/>
                  </a:lnTo>
                  <a:lnTo>
                    <a:pt x="309848" y="242316"/>
                  </a:lnTo>
                  <a:lnTo>
                    <a:pt x="307943" y="243078"/>
                  </a:lnTo>
                  <a:lnTo>
                    <a:pt x="305943" y="243459"/>
                  </a:lnTo>
                  <a:lnTo>
                    <a:pt x="306038" y="244507"/>
                  </a:lnTo>
                  <a:close/>
                  <a:moveTo>
                    <a:pt x="305943" y="228886"/>
                  </a:moveTo>
                  <a:lnTo>
                    <a:pt x="302514" y="227933"/>
                  </a:lnTo>
                  <a:lnTo>
                    <a:pt x="300323" y="228314"/>
                  </a:lnTo>
                  <a:lnTo>
                    <a:pt x="299561" y="229171"/>
                  </a:lnTo>
                  <a:lnTo>
                    <a:pt x="300038" y="230505"/>
                  </a:lnTo>
                  <a:lnTo>
                    <a:pt x="302609" y="233458"/>
                  </a:lnTo>
                  <a:lnTo>
                    <a:pt x="304324" y="235077"/>
                  </a:lnTo>
                  <a:lnTo>
                    <a:pt x="305657" y="235553"/>
                  </a:lnTo>
                  <a:lnTo>
                    <a:pt x="305753" y="233458"/>
                  </a:lnTo>
                  <a:lnTo>
                    <a:pt x="306324" y="233458"/>
                  </a:lnTo>
                  <a:lnTo>
                    <a:pt x="307467" y="236506"/>
                  </a:lnTo>
                  <a:lnTo>
                    <a:pt x="308324" y="237839"/>
                  </a:lnTo>
                  <a:lnTo>
                    <a:pt x="309563" y="238696"/>
                  </a:lnTo>
                  <a:lnTo>
                    <a:pt x="310134" y="237458"/>
                  </a:lnTo>
                  <a:lnTo>
                    <a:pt x="310705" y="238982"/>
                  </a:lnTo>
                  <a:lnTo>
                    <a:pt x="311467" y="240316"/>
                  </a:lnTo>
                  <a:lnTo>
                    <a:pt x="312515" y="241268"/>
                  </a:lnTo>
                  <a:lnTo>
                    <a:pt x="314230" y="241649"/>
                  </a:lnTo>
                  <a:lnTo>
                    <a:pt x="315373" y="241459"/>
                  </a:lnTo>
                  <a:lnTo>
                    <a:pt x="316039" y="240887"/>
                  </a:lnTo>
                  <a:lnTo>
                    <a:pt x="316039" y="240030"/>
                  </a:lnTo>
                  <a:lnTo>
                    <a:pt x="315278" y="238982"/>
                  </a:lnTo>
                  <a:lnTo>
                    <a:pt x="314801" y="238125"/>
                  </a:lnTo>
                  <a:lnTo>
                    <a:pt x="313944" y="235553"/>
                  </a:lnTo>
                  <a:lnTo>
                    <a:pt x="313658" y="234982"/>
                  </a:lnTo>
                  <a:lnTo>
                    <a:pt x="311563" y="234601"/>
                  </a:lnTo>
                  <a:lnTo>
                    <a:pt x="309944" y="233553"/>
                  </a:lnTo>
                  <a:lnTo>
                    <a:pt x="306800" y="229552"/>
                  </a:lnTo>
                  <a:lnTo>
                    <a:pt x="305943" y="228886"/>
                  </a:lnTo>
                  <a:close/>
                  <a:moveTo>
                    <a:pt x="309181" y="222980"/>
                  </a:moveTo>
                  <a:lnTo>
                    <a:pt x="308420" y="224504"/>
                  </a:lnTo>
                  <a:lnTo>
                    <a:pt x="308800" y="227171"/>
                  </a:lnTo>
                  <a:lnTo>
                    <a:pt x="309944" y="229267"/>
                  </a:lnTo>
                  <a:lnTo>
                    <a:pt x="311658" y="230695"/>
                  </a:lnTo>
                  <a:lnTo>
                    <a:pt x="312325" y="230219"/>
                  </a:lnTo>
                  <a:lnTo>
                    <a:pt x="312325" y="228028"/>
                  </a:lnTo>
                  <a:lnTo>
                    <a:pt x="311658" y="225742"/>
                  </a:lnTo>
                  <a:lnTo>
                    <a:pt x="310420" y="224790"/>
                  </a:lnTo>
                  <a:lnTo>
                    <a:pt x="310420" y="223742"/>
                  </a:lnTo>
                  <a:lnTo>
                    <a:pt x="309181" y="222980"/>
                  </a:lnTo>
                  <a:close/>
                  <a:moveTo>
                    <a:pt x="597503" y="180022"/>
                  </a:moveTo>
                  <a:lnTo>
                    <a:pt x="597789" y="178498"/>
                  </a:lnTo>
                  <a:lnTo>
                    <a:pt x="596455" y="178498"/>
                  </a:lnTo>
                  <a:lnTo>
                    <a:pt x="595884" y="179737"/>
                  </a:lnTo>
                  <a:lnTo>
                    <a:pt x="594931" y="180308"/>
                  </a:lnTo>
                  <a:lnTo>
                    <a:pt x="593407" y="179260"/>
                  </a:lnTo>
                  <a:lnTo>
                    <a:pt x="593312" y="179070"/>
                  </a:lnTo>
                  <a:lnTo>
                    <a:pt x="592646" y="178784"/>
                  </a:lnTo>
                  <a:lnTo>
                    <a:pt x="591503" y="179165"/>
                  </a:lnTo>
                  <a:lnTo>
                    <a:pt x="591122" y="180022"/>
                  </a:lnTo>
                  <a:lnTo>
                    <a:pt x="590550" y="181546"/>
                  </a:lnTo>
                  <a:lnTo>
                    <a:pt x="589693" y="181832"/>
                  </a:lnTo>
                  <a:lnTo>
                    <a:pt x="588931" y="182023"/>
                  </a:lnTo>
                  <a:lnTo>
                    <a:pt x="588359" y="182308"/>
                  </a:lnTo>
                  <a:lnTo>
                    <a:pt x="587597" y="182118"/>
                  </a:lnTo>
                  <a:lnTo>
                    <a:pt x="587121" y="181546"/>
                  </a:lnTo>
                  <a:lnTo>
                    <a:pt x="586740" y="180880"/>
                  </a:lnTo>
                  <a:lnTo>
                    <a:pt x="586169" y="180594"/>
                  </a:lnTo>
                  <a:lnTo>
                    <a:pt x="585025" y="181165"/>
                  </a:lnTo>
                  <a:lnTo>
                    <a:pt x="583882" y="182118"/>
                  </a:lnTo>
                  <a:lnTo>
                    <a:pt x="583121" y="183166"/>
                  </a:lnTo>
                  <a:lnTo>
                    <a:pt x="583501" y="183928"/>
                  </a:lnTo>
                  <a:lnTo>
                    <a:pt x="585216" y="184213"/>
                  </a:lnTo>
                  <a:lnTo>
                    <a:pt x="587026" y="184213"/>
                  </a:lnTo>
                  <a:lnTo>
                    <a:pt x="587978" y="184118"/>
                  </a:lnTo>
                  <a:lnTo>
                    <a:pt x="588931" y="184404"/>
                  </a:lnTo>
                  <a:lnTo>
                    <a:pt x="589597" y="184594"/>
                  </a:lnTo>
                  <a:lnTo>
                    <a:pt x="591598" y="185451"/>
                  </a:lnTo>
                  <a:lnTo>
                    <a:pt x="594360" y="184880"/>
                  </a:lnTo>
                  <a:lnTo>
                    <a:pt x="596265" y="185547"/>
                  </a:lnTo>
                  <a:lnTo>
                    <a:pt x="597980" y="185928"/>
                  </a:lnTo>
                  <a:lnTo>
                    <a:pt x="598646" y="184213"/>
                  </a:lnTo>
                  <a:lnTo>
                    <a:pt x="599027" y="181642"/>
                  </a:lnTo>
                  <a:lnTo>
                    <a:pt x="598456" y="180689"/>
                  </a:lnTo>
                  <a:lnTo>
                    <a:pt x="597503" y="180022"/>
                  </a:lnTo>
                  <a:close/>
                  <a:moveTo>
                    <a:pt x="585406" y="175831"/>
                  </a:moveTo>
                  <a:lnTo>
                    <a:pt x="586740" y="174974"/>
                  </a:lnTo>
                  <a:lnTo>
                    <a:pt x="587121" y="174117"/>
                  </a:lnTo>
                  <a:lnTo>
                    <a:pt x="587312" y="173736"/>
                  </a:lnTo>
                  <a:lnTo>
                    <a:pt x="587978" y="173069"/>
                  </a:lnTo>
                  <a:lnTo>
                    <a:pt x="588455" y="172307"/>
                  </a:lnTo>
                  <a:lnTo>
                    <a:pt x="588169" y="171640"/>
                  </a:lnTo>
                  <a:lnTo>
                    <a:pt x="587407" y="171545"/>
                  </a:lnTo>
                  <a:lnTo>
                    <a:pt x="586645" y="171831"/>
                  </a:lnTo>
                  <a:lnTo>
                    <a:pt x="586073" y="171926"/>
                  </a:lnTo>
                  <a:lnTo>
                    <a:pt x="585788" y="171926"/>
                  </a:lnTo>
                  <a:lnTo>
                    <a:pt x="585216" y="172402"/>
                  </a:lnTo>
                  <a:lnTo>
                    <a:pt x="584454" y="173259"/>
                  </a:lnTo>
                  <a:lnTo>
                    <a:pt x="583597" y="173736"/>
                  </a:lnTo>
                  <a:lnTo>
                    <a:pt x="582739" y="174117"/>
                  </a:lnTo>
                  <a:lnTo>
                    <a:pt x="582835" y="174879"/>
                  </a:lnTo>
                  <a:lnTo>
                    <a:pt x="583882" y="175641"/>
                  </a:lnTo>
                  <a:lnTo>
                    <a:pt x="585406" y="175831"/>
                  </a:lnTo>
                  <a:close/>
                  <a:moveTo>
                    <a:pt x="601599" y="166973"/>
                  </a:moveTo>
                  <a:lnTo>
                    <a:pt x="600361" y="164878"/>
                  </a:lnTo>
                  <a:lnTo>
                    <a:pt x="599599" y="164020"/>
                  </a:lnTo>
                  <a:lnTo>
                    <a:pt x="598932" y="163449"/>
                  </a:lnTo>
                  <a:lnTo>
                    <a:pt x="598551" y="163163"/>
                  </a:lnTo>
                  <a:lnTo>
                    <a:pt x="595122" y="161544"/>
                  </a:lnTo>
                  <a:lnTo>
                    <a:pt x="593598" y="160496"/>
                  </a:lnTo>
                  <a:lnTo>
                    <a:pt x="593026" y="159925"/>
                  </a:lnTo>
                  <a:lnTo>
                    <a:pt x="591883" y="158686"/>
                  </a:lnTo>
                  <a:lnTo>
                    <a:pt x="590931" y="157258"/>
                  </a:lnTo>
                  <a:lnTo>
                    <a:pt x="590550" y="156305"/>
                  </a:lnTo>
                  <a:lnTo>
                    <a:pt x="587502" y="144875"/>
                  </a:lnTo>
                  <a:lnTo>
                    <a:pt x="586835" y="143256"/>
                  </a:lnTo>
                  <a:lnTo>
                    <a:pt x="586645" y="142875"/>
                  </a:lnTo>
                  <a:lnTo>
                    <a:pt x="585883" y="141827"/>
                  </a:lnTo>
                  <a:lnTo>
                    <a:pt x="585692" y="141446"/>
                  </a:lnTo>
                  <a:lnTo>
                    <a:pt x="585502" y="141065"/>
                  </a:lnTo>
                  <a:lnTo>
                    <a:pt x="583978" y="134017"/>
                  </a:lnTo>
                  <a:lnTo>
                    <a:pt x="583787" y="133636"/>
                  </a:lnTo>
                  <a:lnTo>
                    <a:pt x="583311" y="133159"/>
                  </a:lnTo>
                  <a:lnTo>
                    <a:pt x="583025" y="132874"/>
                  </a:lnTo>
                  <a:lnTo>
                    <a:pt x="582644" y="132112"/>
                  </a:lnTo>
                  <a:lnTo>
                    <a:pt x="582263" y="130778"/>
                  </a:lnTo>
                  <a:lnTo>
                    <a:pt x="581597" y="126873"/>
                  </a:lnTo>
                  <a:lnTo>
                    <a:pt x="581597" y="125730"/>
                  </a:lnTo>
                  <a:lnTo>
                    <a:pt x="581787" y="124396"/>
                  </a:lnTo>
                  <a:lnTo>
                    <a:pt x="582263" y="122587"/>
                  </a:lnTo>
                  <a:lnTo>
                    <a:pt x="582549" y="121634"/>
                  </a:lnTo>
                  <a:lnTo>
                    <a:pt x="582835" y="121063"/>
                  </a:lnTo>
                  <a:lnTo>
                    <a:pt x="584168" y="119253"/>
                  </a:lnTo>
                  <a:lnTo>
                    <a:pt x="584835" y="118015"/>
                  </a:lnTo>
                  <a:lnTo>
                    <a:pt x="584930" y="117443"/>
                  </a:lnTo>
                  <a:lnTo>
                    <a:pt x="584549" y="115538"/>
                  </a:lnTo>
                  <a:lnTo>
                    <a:pt x="582930" y="112776"/>
                  </a:lnTo>
                  <a:lnTo>
                    <a:pt x="579025" y="101632"/>
                  </a:lnTo>
                  <a:lnTo>
                    <a:pt x="578548" y="100013"/>
                  </a:lnTo>
                  <a:lnTo>
                    <a:pt x="578358" y="99631"/>
                  </a:lnTo>
                  <a:lnTo>
                    <a:pt x="578072" y="99250"/>
                  </a:lnTo>
                  <a:lnTo>
                    <a:pt x="575405" y="96964"/>
                  </a:lnTo>
                  <a:lnTo>
                    <a:pt x="574738" y="96202"/>
                  </a:lnTo>
                  <a:lnTo>
                    <a:pt x="574357" y="95726"/>
                  </a:lnTo>
                  <a:lnTo>
                    <a:pt x="573976" y="94964"/>
                  </a:lnTo>
                  <a:lnTo>
                    <a:pt x="573881" y="94488"/>
                  </a:lnTo>
                  <a:lnTo>
                    <a:pt x="573786" y="94012"/>
                  </a:lnTo>
                  <a:lnTo>
                    <a:pt x="573786" y="92964"/>
                  </a:lnTo>
                  <a:lnTo>
                    <a:pt x="573691" y="92488"/>
                  </a:lnTo>
                  <a:lnTo>
                    <a:pt x="573596" y="92011"/>
                  </a:lnTo>
                  <a:lnTo>
                    <a:pt x="573405" y="91630"/>
                  </a:lnTo>
                  <a:lnTo>
                    <a:pt x="572738" y="91059"/>
                  </a:lnTo>
                  <a:lnTo>
                    <a:pt x="568071" y="87725"/>
                  </a:lnTo>
                  <a:lnTo>
                    <a:pt x="567499" y="87058"/>
                  </a:lnTo>
                  <a:lnTo>
                    <a:pt x="567404" y="86582"/>
                  </a:lnTo>
                  <a:lnTo>
                    <a:pt x="567404" y="85439"/>
                  </a:lnTo>
                  <a:lnTo>
                    <a:pt x="568071" y="81439"/>
                  </a:lnTo>
                  <a:lnTo>
                    <a:pt x="568738" y="79438"/>
                  </a:lnTo>
                  <a:lnTo>
                    <a:pt x="569119" y="78581"/>
                  </a:lnTo>
                  <a:lnTo>
                    <a:pt x="569405" y="77629"/>
                  </a:lnTo>
                  <a:lnTo>
                    <a:pt x="569500" y="77152"/>
                  </a:lnTo>
                  <a:lnTo>
                    <a:pt x="569500" y="76676"/>
                  </a:lnTo>
                  <a:lnTo>
                    <a:pt x="569405" y="76200"/>
                  </a:lnTo>
                  <a:lnTo>
                    <a:pt x="569309" y="75724"/>
                  </a:lnTo>
                  <a:lnTo>
                    <a:pt x="568928" y="75342"/>
                  </a:lnTo>
                  <a:lnTo>
                    <a:pt x="568357" y="75057"/>
                  </a:lnTo>
                  <a:lnTo>
                    <a:pt x="567214" y="74962"/>
                  </a:lnTo>
                  <a:lnTo>
                    <a:pt x="560356" y="75057"/>
                  </a:lnTo>
                  <a:lnTo>
                    <a:pt x="559498" y="75342"/>
                  </a:lnTo>
                  <a:lnTo>
                    <a:pt x="558641" y="75724"/>
                  </a:lnTo>
                  <a:lnTo>
                    <a:pt x="555879" y="76390"/>
                  </a:lnTo>
                  <a:lnTo>
                    <a:pt x="553593" y="77438"/>
                  </a:lnTo>
                  <a:lnTo>
                    <a:pt x="550831" y="79534"/>
                  </a:lnTo>
                  <a:lnTo>
                    <a:pt x="550450" y="79724"/>
                  </a:lnTo>
                  <a:lnTo>
                    <a:pt x="550069" y="79915"/>
                  </a:lnTo>
                  <a:lnTo>
                    <a:pt x="549592" y="80010"/>
                  </a:lnTo>
                  <a:lnTo>
                    <a:pt x="549021" y="79915"/>
                  </a:lnTo>
                  <a:lnTo>
                    <a:pt x="548449" y="79629"/>
                  </a:lnTo>
                  <a:lnTo>
                    <a:pt x="547973" y="79057"/>
                  </a:lnTo>
                  <a:lnTo>
                    <a:pt x="547783" y="78676"/>
                  </a:lnTo>
                  <a:lnTo>
                    <a:pt x="547688" y="78486"/>
                  </a:lnTo>
                  <a:lnTo>
                    <a:pt x="547688" y="78391"/>
                  </a:lnTo>
                  <a:lnTo>
                    <a:pt x="545973" y="73723"/>
                  </a:lnTo>
                  <a:lnTo>
                    <a:pt x="545592" y="72961"/>
                  </a:lnTo>
                  <a:lnTo>
                    <a:pt x="544639" y="71533"/>
                  </a:lnTo>
                  <a:lnTo>
                    <a:pt x="542354" y="69056"/>
                  </a:lnTo>
                  <a:lnTo>
                    <a:pt x="541877" y="68389"/>
                  </a:lnTo>
                  <a:lnTo>
                    <a:pt x="541306" y="67246"/>
                  </a:lnTo>
                  <a:lnTo>
                    <a:pt x="539782" y="65056"/>
                  </a:lnTo>
                  <a:lnTo>
                    <a:pt x="538544" y="62770"/>
                  </a:lnTo>
                  <a:lnTo>
                    <a:pt x="538353" y="62389"/>
                  </a:lnTo>
                  <a:lnTo>
                    <a:pt x="538258" y="61913"/>
                  </a:lnTo>
                  <a:lnTo>
                    <a:pt x="538163" y="60865"/>
                  </a:lnTo>
                  <a:lnTo>
                    <a:pt x="537972" y="60484"/>
                  </a:lnTo>
                  <a:lnTo>
                    <a:pt x="537496" y="60198"/>
                  </a:lnTo>
                  <a:lnTo>
                    <a:pt x="536448" y="60198"/>
                  </a:lnTo>
                  <a:lnTo>
                    <a:pt x="535210" y="60388"/>
                  </a:lnTo>
                  <a:lnTo>
                    <a:pt x="534733" y="60484"/>
                  </a:lnTo>
                  <a:lnTo>
                    <a:pt x="533972" y="60865"/>
                  </a:lnTo>
                  <a:lnTo>
                    <a:pt x="532257" y="62103"/>
                  </a:lnTo>
                  <a:lnTo>
                    <a:pt x="531495" y="62484"/>
                  </a:lnTo>
                  <a:lnTo>
                    <a:pt x="529685" y="62960"/>
                  </a:lnTo>
                  <a:lnTo>
                    <a:pt x="529209" y="62960"/>
                  </a:lnTo>
                  <a:lnTo>
                    <a:pt x="528733" y="62770"/>
                  </a:lnTo>
                  <a:lnTo>
                    <a:pt x="528352" y="62103"/>
                  </a:lnTo>
                  <a:lnTo>
                    <a:pt x="528256" y="61531"/>
                  </a:lnTo>
                  <a:lnTo>
                    <a:pt x="528352" y="60579"/>
                  </a:lnTo>
                  <a:lnTo>
                    <a:pt x="528256" y="60198"/>
                  </a:lnTo>
                  <a:lnTo>
                    <a:pt x="527495" y="59817"/>
                  </a:lnTo>
                  <a:lnTo>
                    <a:pt x="523304" y="59150"/>
                  </a:lnTo>
                  <a:lnTo>
                    <a:pt x="521017" y="59150"/>
                  </a:lnTo>
                  <a:lnTo>
                    <a:pt x="520065" y="59436"/>
                  </a:lnTo>
                  <a:lnTo>
                    <a:pt x="519113" y="59626"/>
                  </a:lnTo>
                  <a:lnTo>
                    <a:pt x="516922" y="59722"/>
                  </a:lnTo>
                  <a:lnTo>
                    <a:pt x="516064" y="59531"/>
                  </a:lnTo>
                  <a:lnTo>
                    <a:pt x="515017" y="59150"/>
                  </a:lnTo>
                  <a:lnTo>
                    <a:pt x="513207" y="58198"/>
                  </a:lnTo>
                  <a:lnTo>
                    <a:pt x="512350" y="57626"/>
                  </a:lnTo>
                  <a:lnTo>
                    <a:pt x="511778" y="57150"/>
                  </a:lnTo>
                  <a:lnTo>
                    <a:pt x="511112" y="56102"/>
                  </a:lnTo>
                  <a:lnTo>
                    <a:pt x="510826" y="55816"/>
                  </a:lnTo>
                  <a:lnTo>
                    <a:pt x="510540" y="55531"/>
                  </a:lnTo>
                  <a:lnTo>
                    <a:pt x="510064" y="55340"/>
                  </a:lnTo>
                  <a:lnTo>
                    <a:pt x="509492" y="55245"/>
                  </a:lnTo>
                  <a:lnTo>
                    <a:pt x="508635" y="55340"/>
                  </a:lnTo>
                  <a:lnTo>
                    <a:pt x="507682" y="55626"/>
                  </a:lnTo>
                  <a:lnTo>
                    <a:pt x="507301" y="55626"/>
                  </a:lnTo>
                  <a:lnTo>
                    <a:pt x="506730" y="55531"/>
                  </a:lnTo>
                  <a:lnTo>
                    <a:pt x="505778" y="55054"/>
                  </a:lnTo>
                  <a:lnTo>
                    <a:pt x="503968" y="53911"/>
                  </a:lnTo>
                  <a:lnTo>
                    <a:pt x="502539" y="53530"/>
                  </a:lnTo>
                  <a:lnTo>
                    <a:pt x="498729" y="53530"/>
                  </a:lnTo>
                  <a:lnTo>
                    <a:pt x="498920" y="54197"/>
                  </a:lnTo>
                  <a:lnTo>
                    <a:pt x="499300" y="54864"/>
                  </a:lnTo>
                  <a:lnTo>
                    <a:pt x="500253" y="56292"/>
                  </a:lnTo>
                  <a:lnTo>
                    <a:pt x="500444" y="56674"/>
                  </a:lnTo>
                  <a:lnTo>
                    <a:pt x="500444" y="57055"/>
                  </a:lnTo>
                  <a:lnTo>
                    <a:pt x="500063" y="57436"/>
                  </a:lnTo>
                  <a:lnTo>
                    <a:pt x="499205" y="57626"/>
                  </a:lnTo>
                  <a:lnTo>
                    <a:pt x="498538" y="57626"/>
                  </a:lnTo>
                  <a:lnTo>
                    <a:pt x="496824" y="57245"/>
                  </a:lnTo>
                  <a:lnTo>
                    <a:pt x="494538" y="57150"/>
                  </a:lnTo>
                  <a:lnTo>
                    <a:pt x="492538" y="57436"/>
                  </a:lnTo>
                  <a:lnTo>
                    <a:pt x="492157" y="57626"/>
                  </a:lnTo>
                  <a:lnTo>
                    <a:pt x="490633" y="58483"/>
                  </a:lnTo>
                  <a:lnTo>
                    <a:pt x="489871" y="59055"/>
                  </a:lnTo>
                  <a:lnTo>
                    <a:pt x="489204" y="59817"/>
                  </a:lnTo>
                  <a:lnTo>
                    <a:pt x="488251" y="61246"/>
                  </a:lnTo>
                  <a:lnTo>
                    <a:pt x="487966" y="62103"/>
                  </a:lnTo>
                  <a:lnTo>
                    <a:pt x="487871" y="62770"/>
                  </a:lnTo>
                  <a:lnTo>
                    <a:pt x="488156" y="64675"/>
                  </a:lnTo>
                  <a:lnTo>
                    <a:pt x="488156" y="65532"/>
                  </a:lnTo>
                  <a:lnTo>
                    <a:pt x="488061" y="66389"/>
                  </a:lnTo>
                  <a:lnTo>
                    <a:pt x="487585" y="67818"/>
                  </a:lnTo>
                  <a:lnTo>
                    <a:pt x="487489" y="68294"/>
                  </a:lnTo>
                  <a:lnTo>
                    <a:pt x="487489" y="68770"/>
                  </a:lnTo>
                  <a:lnTo>
                    <a:pt x="487585" y="69247"/>
                  </a:lnTo>
                  <a:lnTo>
                    <a:pt x="487775" y="69628"/>
                  </a:lnTo>
                  <a:lnTo>
                    <a:pt x="487966" y="70009"/>
                  </a:lnTo>
                  <a:lnTo>
                    <a:pt x="489490" y="72009"/>
                  </a:lnTo>
                  <a:lnTo>
                    <a:pt x="489680" y="72390"/>
                  </a:lnTo>
                  <a:lnTo>
                    <a:pt x="489871" y="72771"/>
                  </a:lnTo>
                  <a:lnTo>
                    <a:pt x="489966" y="73247"/>
                  </a:lnTo>
                  <a:lnTo>
                    <a:pt x="489966" y="73723"/>
                  </a:lnTo>
                  <a:lnTo>
                    <a:pt x="489775" y="77152"/>
                  </a:lnTo>
                  <a:lnTo>
                    <a:pt x="489966" y="79153"/>
                  </a:lnTo>
                  <a:lnTo>
                    <a:pt x="491299" y="83534"/>
                  </a:lnTo>
                  <a:lnTo>
                    <a:pt x="491299" y="83915"/>
                  </a:lnTo>
                  <a:lnTo>
                    <a:pt x="491109" y="84296"/>
                  </a:lnTo>
                  <a:lnTo>
                    <a:pt x="490538" y="84582"/>
                  </a:lnTo>
                  <a:lnTo>
                    <a:pt x="489966" y="84677"/>
                  </a:lnTo>
                  <a:lnTo>
                    <a:pt x="488823" y="84677"/>
                  </a:lnTo>
                  <a:lnTo>
                    <a:pt x="487775" y="84772"/>
                  </a:lnTo>
                  <a:lnTo>
                    <a:pt x="483775" y="86011"/>
                  </a:lnTo>
                  <a:lnTo>
                    <a:pt x="483298" y="86011"/>
                  </a:lnTo>
                  <a:lnTo>
                    <a:pt x="482632" y="85820"/>
                  </a:lnTo>
                  <a:lnTo>
                    <a:pt x="481965" y="85344"/>
                  </a:lnTo>
                  <a:lnTo>
                    <a:pt x="480346" y="83439"/>
                  </a:lnTo>
                  <a:lnTo>
                    <a:pt x="479393" y="82677"/>
                  </a:lnTo>
                  <a:lnTo>
                    <a:pt x="475202" y="80581"/>
                  </a:lnTo>
                  <a:lnTo>
                    <a:pt x="474250" y="79629"/>
                  </a:lnTo>
                  <a:lnTo>
                    <a:pt x="472440" y="76867"/>
                  </a:lnTo>
                  <a:lnTo>
                    <a:pt x="471964" y="75628"/>
                  </a:lnTo>
                  <a:lnTo>
                    <a:pt x="471488" y="74866"/>
                  </a:lnTo>
                  <a:lnTo>
                    <a:pt x="471202" y="74581"/>
                  </a:lnTo>
                  <a:lnTo>
                    <a:pt x="470916" y="74295"/>
                  </a:lnTo>
                  <a:lnTo>
                    <a:pt x="470535" y="74009"/>
                  </a:lnTo>
                  <a:lnTo>
                    <a:pt x="467392" y="72199"/>
                  </a:lnTo>
                  <a:lnTo>
                    <a:pt x="466915" y="71818"/>
                  </a:lnTo>
                  <a:lnTo>
                    <a:pt x="466344" y="71247"/>
                  </a:lnTo>
                  <a:lnTo>
                    <a:pt x="466058" y="70961"/>
                  </a:lnTo>
                  <a:lnTo>
                    <a:pt x="463487" y="66961"/>
                  </a:lnTo>
                  <a:lnTo>
                    <a:pt x="462915" y="66294"/>
                  </a:lnTo>
                  <a:lnTo>
                    <a:pt x="462248" y="65722"/>
                  </a:lnTo>
                  <a:lnTo>
                    <a:pt x="461772" y="65532"/>
                  </a:lnTo>
                  <a:lnTo>
                    <a:pt x="461296" y="65341"/>
                  </a:lnTo>
                  <a:lnTo>
                    <a:pt x="460820" y="65246"/>
                  </a:lnTo>
                  <a:lnTo>
                    <a:pt x="458629" y="65627"/>
                  </a:lnTo>
                  <a:lnTo>
                    <a:pt x="455105" y="66770"/>
                  </a:lnTo>
                  <a:lnTo>
                    <a:pt x="454533" y="67056"/>
                  </a:lnTo>
                  <a:lnTo>
                    <a:pt x="454342" y="67913"/>
                  </a:lnTo>
                  <a:lnTo>
                    <a:pt x="454152" y="68294"/>
                  </a:lnTo>
                  <a:lnTo>
                    <a:pt x="453771" y="68389"/>
                  </a:lnTo>
                  <a:lnTo>
                    <a:pt x="453295" y="68104"/>
                  </a:lnTo>
                  <a:lnTo>
                    <a:pt x="452056" y="67342"/>
                  </a:lnTo>
                  <a:lnTo>
                    <a:pt x="451104" y="66961"/>
                  </a:lnTo>
                  <a:lnTo>
                    <a:pt x="450628" y="66865"/>
                  </a:lnTo>
                  <a:lnTo>
                    <a:pt x="450151" y="66865"/>
                  </a:lnTo>
                  <a:lnTo>
                    <a:pt x="449675" y="66865"/>
                  </a:lnTo>
                  <a:lnTo>
                    <a:pt x="449008" y="66961"/>
                  </a:lnTo>
                  <a:lnTo>
                    <a:pt x="448342" y="67151"/>
                  </a:lnTo>
                  <a:lnTo>
                    <a:pt x="447294" y="67627"/>
                  </a:lnTo>
                  <a:lnTo>
                    <a:pt x="446341" y="68294"/>
                  </a:lnTo>
                  <a:lnTo>
                    <a:pt x="441579" y="72580"/>
                  </a:lnTo>
                  <a:lnTo>
                    <a:pt x="441198" y="72866"/>
                  </a:lnTo>
                  <a:lnTo>
                    <a:pt x="440150" y="73342"/>
                  </a:lnTo>
                  <a:lnTo>
                    <a:pt x="439388" y="73533"/>
                  </a:lnTo>
                  <a:lnTo>
                    <a:pt x="438340" y="73628"/>
                  </a:lnTo>
                  <a:lnTo>
                    <a:pt x="436340" y="73628"/>
                  </a:lnTo>
                  <a:lnTo>
                    <a:pt x="435388" y="73533"/>
                  </a:lnTo>
                  <a:lnTo>
                    <a:pt x="434626" y="73342"/>
                  </a:lnTo>
                  <a:lnTo>
                    <a:pt x="432340" y="71914"/>
                  </a:lnTo>
                  <a:lnTo>
                    <a:pt x="431863" y="71723"/>
                  </a:lnTo>
                  <a:lnTo>
                    <a:pt x="431387" y="71628"/>
                  </a:lnTo>
                  <a:lnTo>
                    <a:pt x="430911" y="71723"/>
                  </a:lnTo>
                  <a:lnTo>
                    <a:pt x="430435" y="72104"/>
                  </a:lnTo>
                  <a:lnTo>
                    <a:pt x="430054" y="72485"/>
                  </a:lnTo>
                  <a:lnTo>
                    <a:pt x="429768" y="72866"/>
                  </a:lnTo>
                  <a:lnTo>
                    <a:pt x="429387" y="73152"/>
                  </a:lnTo>
                  <a:lnTo>
                    <a:pt x="429006" y="73342"/>
                  </a:lnTo>
                  <a:lnTo>
                    <a:pt x="428625" y="73533"/>
                  </a:lnTo>
                  <a:lnTo>
                    <a:pt x="422720" y="74962"/>
                  </a:lnTo>
                  <a:lnTo>
                    <a:pt x="422243" y="75152"/>
                  </a:lnTo>
                  <a:lnTo>
                    <a:pt x="421862" y="75438"/>
                  </a:lnTo>
                  <a:lnTo>
                    <a:pt x="421576" y="75724"/>
                  </a:lnTo>
                  <a:lnTo>
                    <a:pt x="420719" y="76771"/>
                  </a:lnTo>
                  <a:lnTo>
                    <a:pt x="418433" y="80772"/>
                  </a:lnTo>
                  <a:lnTo>
                    <a:pt x="417957" y="81534"/>
                  </a:lnTo>
                  <a:lnTo>
                    <a:pt x="417671" y="81820"/>
                  </a:lnTo>
                  <a:lnTo>
                    <a:pt x="417386" y="82105"/>
                  </a:lnTo>
                  <a:lnTo>
                    <a:pt x="416909" y="82296"/>
                  </a:lnTo>
                  <a:lnTo>
                    <a:pt x="416338" y="82296"/>
                  </a:lnTo>
                  <a:lnTo>
                    <a:pt x="415385" y="82010"/>
                  </a:lnTo>
                  <a:lnTo>
                    <a:pt x="414909" y="81629"/>
                  </a:lnTo>
                  <a:lnTo>
                    <a:pt x="414528" y="81248"/>
                  </a:lnTo>
                  <a:lnTo>
                    <a:pt x="414242" y="80391"/>
                  </a:lnTo>
                  <a:lnTo>
                    <a:pt x="414052" y="80010"/>
                  </a:lnTo>
                  <a:lnTo>
                    <a:pt x="413766" y="79724"/>
                  </a:lnTo>
                  <a:lnTo>
                    <a:pt x="413385" y="79438"/>
                  </a:lnTo>
                  <a:lnTo>
                    <a:pt x="412909" y="79248"/>
                  </a:lnTo>
                  <a:lnTo>
                    <a:pt x="411480" y="79057"/>
                  </a:lnTo>
                  <a:lnTo>
                    <a:pt x="410337" y="78772"/>
                  </a:lnTo>
                  <a:lnTo>
                    <a:pt x="409480" y="78391"/>
                  </a:lnTo>
                  <a:lnTo>
                    <a:pt x="408813" y="78391"/>
                  </a:lnTo>
                  <a:lnTo>
                    <a:pt x="407956" y="78581"/>
                  </a:lnTo>
                  <a:lnTo>
                    <a:pt x="406622" y="79153"/>
                  </a:lnTo>
                  <a:lnTo>
                    <a:pt x="406051" y="79724"/>
                  </a:lnTo>
                  <a:lnTo>
                    <a:pt x="405765" y="80486"/>
                  </a:lnTo>
                  <a:lnTo>
                    <a:pt x="405384" y="83248"/>
                  </a:lnTo>
                  <a:lnTo>
                    <a:pt x="405098" y="84296"/>
                  </a:lnTo>
                  <a:lnTo>
                    <a:pt x="404908" y="84677"/>
                  </a:lnTo>
                  <a:lnTo>
                    <a:pt x="404622" y="85058"/>
                  </a:lnTo>
                  <a:lnTo>
                    <a:pt x="404336" y="85344"/>
                  </a:lnTo>
                  <a:lnTo>
                    <a:pt x="403955" y="85534"/>
                  </a:lnTo>
                  <a:lnTo>
                    <a:pt x="403384" y="85630"/>
                  </a:lnTo>
                  <a:lnTo>
                    <a:pt x="402717" y="85630"/>
                  </a:lnTo>
                  <a:lnTo>
                    <a:pt x="401479" y="85249"/>
                  </a:lnTo>
                  <a:lnTo>
                    <a:pt x="400907" y="84867"/>
                  </a:lnTo>
                  <a:lnTo>
                    <a:pt x="400431" y="84487"/>
                  </a:lnTo>
                  <a:lnTo>
                    <a:pt x="400240" y="84106"/>
                  </a:lnTo>
                  <a:lnTo>
                    <a:pt x="399955" y="83248"/>
                  </a:lnTo>
                  <a:lnTo>
                    <a:pt x="399764" y="82867"/>
                  </a:lnTo>
                  <a:lnTo>
                    <a:pt x="399383" y="82582"/>
                  </a:lnTo>
                  <a:lnTo>
                    <a:pt x="398812" y="82486"/>
                  </a:lnTo>
                  <a:lnTo>
                    <a:pt x="397859" y="82772"/>
                  </a:lnTo>
                  <a:lnTo>
                    <a:pt x="397288" y="83058"/>
                  </a:lnTo>
                  <a:lnTo>
                    <a:pt x="393859" y="85153"/>
                  </a:lnTo>
                  <a:lnTo>
                    <a:pt x="393001" y="85534"/>
                  </a:lnTo>
                  <a:lnTo>
                    <a:pt x="392335" y="85534"/>
                  </a:lnTo>
                  <a:lnTo>
                    <a:pt x="391382" y="85439"/>
                  </a:lnTo>
                  <a:lnTo>
                    <a:pt x="389572" y="85058"/>
                  </a:lnTo>
                  <a:lnTo>
                    <a:pt x="387382" y="85058"/>
                  </a:lnTo>
                  <a:lnTo>
                    <a:pt x="386905" y="85249"/>
                  </a:lnTo>
                  <a:lnTo>
                    <a:pt x="386144" y="85630"/>
                  </a:lnTo>
                  <a:lnTo>
                    <a:pt x="385191" y="86392"/>
                  </a:lnTo>
                  <a:lnTo>
                    <a:pt x="384620" y="87058"/>
                  </a:lnTo>
                  <a:lnTo>
                    <a:pt x="383572" y="88487"/>
                  </a:lnTo>
                  <a:lnTo>
                    <a:pt x="383000" y="89154"/>
                  </a:lnTo>
                  <a:lnTo>
                    <a:pt x="382714" y="89440"/>
                  </a:lnTo>
                  <a:lnTo>
                    <a:pt x="382333" y="89630"/>
                  </a:lnTo>
                  <a:lnTo>
                    <a:pt x="381857" y="89821"/>
                  </a:lnTo>
                  <a:lnTo>
                    <a:pt x="381571" y="89916"/>
                  </a:lnTo>
                  <a:lnTo>
                    <a:pt x="380809" y="89916"/>
                  </a:lnTo>
                  <a:lnTo>
                    <a:pt x="380047" y="89821"/>
                  </a:lnTo>
                  <a:lnTo>
                    <a:pt x="379381" y="89535"/>
                  </a:lnTo>
                  <a:lnTo>
                    <a:pt x="378809" y="89059"/>
                  </a:lnTo>
                  <a:lnTo>
                    <a:pt x="378142" y="88011"/>
                  </a:lnTo>
                  <a:lnTo>
                    <a:pt x="376904" y="85153"/>
                  </a:lnTo>
                  <a:lnTo>
                    <a:pt x="376523" y="84391"/>
                  </a:lnTo>
                  <a:lnTo>
                    <a:pt x="375571" y="83629"/>
                  </a:lnTo>
                  <a:lnTo>
                    <a:pt x="372808" y="82582"/>
                  </a:lnTo>
                  <a:lnTo>
                    <a:pt x="370618" y="81724"/>
                  </a:lnTo>
                  <a:lnTo>
                    <a:pt x="370237" y="81439"/>
                  </a:lnTo>
                  <a:lnTo>
                    <a:pt x="369856" y="80963"/>
                  </a:lnTo>
                  <a:lnTo>
                    <a:pt x="369094" y="79629"/>
                  </a:lnTo>
                  <a:lnTo>
                    <a:pt x="368237" y="78295"/>
                  </a:lnTo>
                  <a:lnTo>
                    <a:pt x="367760" y="77724"/>
                  </a:lnTo>
                  <a:lnTo>
                    <a:pt x="367284" y="77343"/>
                  </a:lnTo>
                  <a:lnTo>
                    <a:pt x="366903" y="77248"/>
                  </a:lnTo>
                  <a:lnTo>
                    <a:pt x="364522" y="76962"/>
                  </a:lnTo>
                  <a:lnTo>
                    <a:pt x="362045" y="76105"/>
                  </a:lnTo>
                  <a:lnTo>
                    <a:pt x="361379" y="75628"/>
                  </a:lnTo>
                  <a:lnTo>
                    <a:pt x="360997" y="75152"/>
                  </a:lnTo>
                  <a:lnTo>
                    <a:pt x="360997" y="74676"/>
                  </a:lnTo>
                  <a:lnTo>
                    <a:pt x="361188" y="74295"/>
                  </a:lnTo>
                  <a:lnTo>
                    <a:pt x="361474" y="73914"/>
                  </a:lnTo>
                  <a:lnTo>
                    <a:pt x="362140" y="73342"/>
                  </a:lnTo>
                  <a:lnTo>
                    <a:pt x="362903" y="72866"/>
                  </a:lnTo>
                  <a:lnTo>
                    <a:pt x="369094" y="69628"/>
                  </a:lnTo>
                  <a:lnTo>
                    <a:pt x="370427" y="68580"/>
                  </a:lnTo>
                  <a:lnTo>
                    <a:pt x="371665" y="67342"/>
                  </a:lnTo>
                  <a:lnTo>
                    <a:pt x="372713" y="65913"/>
                  </a:lnTo>
                  <a:lnTo>
                    <a:pt x="373189" y="65151"/>
                  </a:lnTo>
                  <a:lnTo>
                    <a:pt x="373571" y="64294"/>
                  </a:lnTo>
                  <a:lnTo>
                    <a:pt x="374523" y="61436"/>
                  </a:lnTo>
                  <a:lnTo>
                    <a:pt x="374999" y="60579"/>
                  </a:lnTo>
                  <a:lnTo>
                    <a:pt x="376047" y="59150"/>
                  </a:lnTo>
                  <a:lnTo>
                    <a:pt x="376999" y="58198"/>
                  </a:lnTo>
                  <a:lnTo>
                    <a:pt x="377762" y="57245"/>
                  </a:lnTo>
                  <a:lnTo>
                    <a:pt x="378333" y="56292"/>
                  </a:lnTo>
                  <a:lnTo>
                    <a:pt x="378523" y="55340"/>
                  </a:lnTo>
                  <a:lnTo>
                    <a:pt x="378714" y="52292"/>
                  </a:lnTo>
                  <a:lnTo>
                    <a:pt x="379000" y="51149"/>
                  </a:lnTo>
                  <a:lnTo>
                    <a:pt x="379381" y="50197"/>
                  </a:lnTo>
                  <a:lnTo>
                    <a:pt x="379952" y="48958"/>
                  </a:lnTo>
                  <a:lnTo>
                    <a:pt x="380333" y="48292"/>
                  </a:lnTo>
                  <a:lnTo>
                    <a:pt x="380714" y="47911"/>
                  </a:lnTo>
                  <a:lnTo>
                    <a:pt x="381095" y="47720"/>
                  </a:lnTo>
                  <a:lnTo>
                    <a:pt x="381571" y="47625"/>
                  </a:lnTo>
                  <a:lnTo>
                    <a:pt x="382333" y="47244"/>
                  </a:lnTo>
                  <a:lnTo>
                    <a:pt x="383000" y="46672"/>
                  </a:lnTo>
                  <a:lnTo>
                    <a:pt x="383381" y="46482"/>
                  </a:lnTo>
                  <a:lnTo>
                    <a:pt x="383857" y="46387"/>
                  </a:lnTo>
                  <a:lnTo>
                    <a:pt x="384715" y="46196"/>
                  </a:lnTo>
                  <a:lnTo>
                    <a:pt x="385667" y="45815"/>
                  </a:lnTo>
                  <a:lnTo>
                    <a:pt x="389001" y="43720"/>
                  </a:lnTo>
                  <a:lnTo>
                    <a:pt x="391573" y="41434"/>
                  </a:lnTo>
                  <a:lnTo>
                    <a:pt x="391954" y="41148"/>
                  </a:lnTo>
                  <a:lnTo>
                    <a:pt x="392335" y="40957"/>
                  </a:lnTo>
                  <a:lnTo>
                    <a:pt x="394049" y="40386"/>
                  </a:lnTo>
                  <a:lnTo>
                    <a:pt x="397478" y="39814"/>
                  </a:lnTo>
                  <a:lnTo>
                    <a:pt x="398336" y="39529"/>
                  </a:lnTo>
                  <a:lnTo>
                    <a:pt x="399097" y="39052"/>
                  </a:lnTo>
                  <a:lnTo>
                    <a:pt x="401003" y="37242"/>
                  </a:lnTo>
                  <a:lnTo>
                    <a:pt x="401383" y="37052"/>
                  </a:lnTo>
                  <a:lnTo>
                    <a:pt x="401764" y="36862"/>
                  </a:lnTo>
                  <a:lnTo>
                    <a:pt x="402717" y="36671"/>
                  </a:lnTo>
                  <a:lnTo>
                    <a:pt x="404336" y="36576"/>
                  </a:lnTo>
                  <a:lnTo>
                    <a:pt x="404908" y="36385"/>
                  </a:lnTo>
                  <a:lnTo>
                    <a:pt x="405384" y="36100"/>
                  </a:lnTo>
                  <a:lnTo>
                    <a:pt x="406051" y="35623"/>
                  </a:lnTo>
                  <a:lnTo>
                    <a:pt x="406241" y="35147"/>
                  </a:lnTo>
                  <a:lnTo>
                    <a:pt x="406146" y="34671"/>
                  </a:lnTo>
                  <a:lnTo>
                    <a:pt x="405860" y="34385"/>
                  </a:lnTo>
                  <a:lnTo>
                    <a:pt x="405479" y="34099"/>
                  </a:lnTo>
                  <a:lnTo>
                    <a:pt x="403193" y="33147"/>
                  </a:lnTo>
                  <a:lnTo>
                    <a:pt x="402812" y="32861"/>
                  </a:lnTo>
                  <a:lnTo>
                    <a:pt x="402526" y="32480"/>
                  </a:lnTo>
                  <a:lnTo>
                    <a:pt x="402336" y="32099"/>
                  </a:lnTo>
                  <a:lnTo>
                    <a:pt x="402241" y="31623"/>
                  </a:lnTo>
                  <a:lnTo>
                    <a:pt x="402431" y="30670"/>
                  </a:lnTo>
                  <a:lnTo>
                    <a:pt x="404908" y="24384"/>
                  </a:lnTo>
                  <a:lnTo>
                    <a:pt x="405003" y="24003"/>
                  </a:lnTo>
                  <a:lnTo>
                    <a:pt x="405003" y="23146"/>
                  </a:lnTo>
                  <a:lnTo>
                    <a:pt x="404813" y="22098"/>
                  </a:lnTo>
                  <a:lnTo>
                    <a:pt x="404622" y="21431"/>
                  </a:lnTo>
                  <a:lnTo>
                    <a:pt x="404431" y="20955"/>
                  </a:lnTo>
                  <a:lnTo>
                    <a:pt x="404146" y="20574"/>
                  </a:lnTo>
                  <a:lnTo>
                    <a:pt x="403860" y="20193"/>
                  </a:lnTo>
                  <a:lnTo>
                    <a:pt x="403193" y="19621"/>
                  </a:lnTo>
                  <a:lnTo>
                    <a:pt x="402812" y="19336"/>
                  </a:lnTo>
                  <a:lnTo>
                    <a:pt x="402431" y="19145"/>
                  </a:lnTo>
                  <a:lnTo>
                    <a:pt x="398050" y="17716"/>
                  </a:lnTo>
                  <a:lnTo>
                    <a:pt x="397192" y="17240"/>
                  </a:lnTo>
                  <a:lnTo>
                    <a:pt x="395669" y="16192"/>
                  </a:lnTo>
                  <a:lnTo>
                    <a:pt x="394716" y="15335"/>
                  </a:lnTo>
                  <a:lnTo>
                    <a:pt x="394430" y="15049"/>
                  </a:lnTo>
                  <a:lnTo>
                    <a:pt x="394145" y="14668"/>
                  </a:lnTo>
                  <a:lnTo>
                    <a:pt x="393954" y="14288"/>
                  </a:lnTo>
                  <a:lnTo>
                    <a:pt x="393668" y="13430"/>
                  </a:lnTo>
                  <a:lnTo>
                    <a:pt x="393382" y="11334"/>
                  </a:lnTo>
                  <a:lnTo>
                    <a:pt x="393287" y="10763"/>
                  </a:lnTo>
                  <a:lnTo>
                    <a:pt x="393097" y="10096"/>
                  </a:lnTo>
                  <a:lnTo>
                    <a:pt x="392811" y="9715"/>
                  </a:lnTo>
                  <a:lnTo>
                    <a:pt x="392335" y="9430"/>
                  </a:lnTo>
                  <a:lnTo>
                    <a:pt x="391763" y="9334"/>
                  </a:lnTo>
                  <a:lnTo>
                    <a:pt x="391192" y="9239"/>
                  </a:lnTo>
                  <a:lnTo>
                    <a:pt x="390144" y="9334"/>
                  </a:lnTo>
                  <a:lnTo>
                    <a:pt x="389668" y="9430"/>
                  </a:lnTo>
                  <a:lnTo>
                    <a:pt x="389287" y="9620"/>
                  </a:lnTo>
                  <a:lnTo>
                    <a:pt x="389001" y="9906"/>
                  </a:lnTo>
                  <a:lnTo>
                    <a:pt x="387953" y="11334"/>
                  </a:lnTo>
                  <a:lnTo>
                    <a:pt x="387667" y="11620"/>
                  </a:lnTo>
                  <a:lnTo>
                    <a:pt x="387477" y="11811"/>
                  </a:lnTo>
                  <a:lnTo>
                    <a:pt x="387191" y="12001"/>
                  </a:lnTo>
                  <a:lnTo>
                    <a:pt x="386810" y="12192"/>
                  </a:lnTo>
                  <a:lnTo>
                    <a:pt x="386334" y="12287"/>
                  </a:lnTo>
                  <a:lnTo>
                    <a:pt x="385763" y="12287"/>
                  </a:lnTo>
                  <a:lnTo>
                    <a:pt x="385191" y="12192"/>
                  </a:lnTo>
                  <a:lnTo>
                    <a:pt x="383667" y="11716"/>
                  </a:lnTo>
                  <a:lnTo>
                    <a:pt x="383191" y="11620"/>
                  </a:lnTo>
                  <a:lnTo>
                    <a:pt x="382619" y="11620"/>
                  </a:lnTo>
                  <a:lnTo>
                    <a:pt x="382143" y="11716"/>
                  </a:lnTo>
                  <a:lnTo>
                    <a:pt x="381762" y="11906"/>
                  </a:lnTo>
                  <a:lnTo>
                    <a:pt x="381476" y="12192"/>
                  </a:lnTo>
                  <a:lnTo>
                    <a:pt x="380905" y="12859"/>
                  </a:lnTo>
                  <a:lnTo>
                    <a:pt x="379952" y="14383"/>
                  </a:lnTo>
                  <a:lnTo>
                    <a:pt x="378142" y="16288"/>
                  </a:lnTo>
                  <a:lnTo>
                    <a:pt x="377380" y="16764"/>
                  </a:lnTo>
                  <a:lnTo>
                    <a:pt x="376619" y="17145"/>
                  </a:lnTo>
                  <a:lnTo>
                    <a:pt x="375761" y="17431"/>
                  </a:lnTo>
                  <a:lnTo>
                    <a:pt x="374428" y="17716"/>
                  </a:lnTo>
                  <a:lnTo>
                    <a:pt x="373475" y="18097"/>
                  </a:lnTo>
                  <a:lnTo>
                    <a:pt x="373094" y="18288"/>
                  </a:lnTo>
                  <a:lnTo>
                    <a:pt x="371475" y="19621"/>
                  </a:lnTo>
                  <a:lnTo>
                    <a:pt x="371189" y="19812"/>
                  </a:lnTo>
                  <a:lnTo>
                    <a:pt x="370808" y="20002"/>
                  </a:lnTo>
                  <a:lnTo>
                    <a:pt x="370332" y="20098"/>
                  </a:lnTo>
                  <a:lnTo>
                    <a:pt x="369761" y="20098"/>
                  </a:lnTo>
                  <a:lnTo>
                    <a:pt x="366903" y="19717"/>
                  </a:lnTo>
                  <a:lnTo>
                    <a:pt x="363664" y="19812"/>
                  </a:lnTo>
                  <a:lnTo>
                    <a:pt x="361474" y="19431"/>
                  </a:lnTo>
                  <a:lnTo>
                    <a:pt x="360997" y="19240"/>
                  </a:lnTo>
                  <a:lnTo>
                    <a:pt x="359759" y="18574"/>
                  </a:lnTo>
                  <a:lnTo>
                    <a:pt x="359283" y="18478"/>
                  </a:lnTo>
                  <a:lnTo>
                    <a:pt x="358712" y="18383"/>
                  </a:lnTo>
                  <a:lnTo>
                    <a:pt x="357664" y="18478"/>
                  </a:lnTo>
                  <a:lnTo>
                    <a:pt x="356711" y="18669"/>
                  </a:lnTo>
                  <a:lnTo>
                    <a:pt x="355949" y="19050"/>
                  </a:lnTo>
                  <a:lnTo>
                    <a:pt x="352806" y="21336"/>
                  </a:lnTo>
                  <a:lnTo>
                    <a:pt x="351091" y="22003"/>
                  </a:lnTo>
                  <a:lnTo>
                    <a:pt x="350615" y="22098"/>
                  </a:lnTo>
                  <a:lnTo>
                    <a:pt x="350139" y="22193"/>
                  </a:lnTo>
                  <a:lnTo>
                    <a:pt x="349663" y="22193"/>
                  </a:lnTo>
                  <a:lnTo>
                    <a:pt x="349091" y="22098"/>
                  </a:lnTo>
                  <a:lnTo>
                    <a:pt x="348615" y="21907"/>
                  </a:lnTo>
                  <a:lnTo>
                    <a:pt x="348139" y="21526"/>
                  </a:lnTo>
                  <a:lnTo>
                    <a:pt x="347948" y="21050"/>
                  </a:lnTo>
                  <a:lnTo>
                    <a:pt x="347948" y="20479"/>
                  </a:lnTo>
                  <a:lnTo>
                    <a:pt x="348234" y="19431"/>
                  </a:lnTo>
                  <a:lnTo>
                    <a:pt x="348615" y="18574"/>
                  </a:lnTo>
                  <a:lnTo>
                    <a:pt x="349567" y="16954"/>
                  </a:lnTo>
                  <a:lnTo>
                    <a:pt x="349758" y="16288"/>
                  </a:lnTo>
                  <a:lnTo>
                    <a:pt x="349758" y="15335"/>
                  </a:lnTo>
                  <a:lnTo>
                    <a:pt x="349472" y="13621"/>
                  </a:lnTo>
                  <a:lnTo>
                    <a:pt x="348996" y="12287"/>
                  </a:lnTo>
                  <a:lnTo>
                    <a:pt x="348805" y="11430"/>
                  </a:lnTo>
                  <a:lnTo>
                    <a:pt x="348710" y="10763"/>
                  </a:lnTo>
                  <a:lnTo>
                    <a:pt x="349091" y="9049"/>
                  </a:lnTo>
                  <a:lnTo>
                    <a:pt x="349091" y="8096"/>
                  </a:lnTo>
                  <a:lnTo>
                    <a:pt x="348901" y="7620"/>
                  </a:lnTo>
                  <a:lnTo>
                    <a:pt x="348520" y="7429"/>
                  </a:lnTo>
                  <a:lnTo>
                    <a:pt x="348139" y="7525"/>
                  </a:lnTo>
                  <a:lnTo>
                    <a:pt x="347853" y="7715"/>
                  </a:lnTo>
                  <a:lnTo>
                    <a:pt x="347186" y="8382"/>
                  </a:lnTo>
                  <a:lnTo>
                    <a:pt x="346900" y="8572"/>
                  </a:lnTo>
                  <a:lnTo>
                    <a:pt x="346424" y="8572"/>
                  </a:lnTo>
                  <a:lnTo>
                    <a:pt x="346043" y="8477"/>
                  </a:lnTo>
                  <a:lnTo>
                    <a:pt x="343376" y="6763"/>
                  </a:lnTo>
                  <a:lnTo>
                    <a:pt x="342614" y="6382"/>
                  </a:lnTo>
                  <a:lnTo>
                    <a:pt x="341947" y="6286"/>
                  </a:lnTo>
                  <a:lnTo>
                    <a:pt x="339280" y="6953"/>
                  </a:lnTo>
                  <a:lnTo>
                    <a:pt x="338614" y="7239"/>
                  </a:lnTo>
                  <a:lnTo>
                    <a:pt x="338138" y="7525"/>
                  </a:lnTo>
                  <a:lnTo>
                    <a:pt x="337185" y="8667"/>
                  </a:lnTo>
                  <a:lnTo>
                    <a:pt x="336899" y="9144"/>
                  </a:lnTo>
                  <a:lnTo>
                    <a:pt x="335851" y="11906"/>
                  </a:lnTo>
                  <a:lnTo>
                    <a:pt x="335375" y="12668"/>
                  </a:lnTo>
                  <a:lnTo>
                    <a:pt x="334804" y="13335"/>
                  </a:lnTo>
                  <a:lnTo>
                    <a:pt x="333851" y="14192"/>
                  </a:lnTo>
                  <a:lnTo>
                    <a:pt x="333184" y="14573"/>
                  </a:lnTo>
                  <a:lnTo>
                    <a:pt x="332327" y="14954"/>
                  </a:lnTo>
                  <a:lnTo>
                    <a:pt x="330422" y="15526"/>
                  </a:lnTo>
                  <a:lnTo>
                    <a:pt x="329470" y="15621"/>
                  </a:lnTo>
                  <a:lnTo>
                    <a:pt x="328708" y="15526"/>
                  </a:lnTo>
                  <a:lnTo>
                    <a:pt x="324707" y="13811"/>
                  </a:lnTo>
                  <a:lnTo>
                    <a:pt x="323659" y="13621"/>
                  </a:lnTo>
                  <a:lnTo>
                    <a:pt x="323088" y="13621"/>
                  </a:lnTo>
                  <a:lnTo>
                    <a:pt x="322136" y="13811"/>
                  </a:lnTo>
                  <a:lnTo>
                    <a:pt x="318516" y="14859"/>
                  </a:lnTo>
                  <a:lnTo>
                    <a:pt x="314230" y="16954"/>
                  </a:lnTo>
                  <a:lnTo>
                    <a:pt x="313182" y="17145"/>
                  </a:lnTo>
                  <a:lnTo>
                    <a:pt x="312706" y="17050"/>
                  </a:lnTo>
                  <a:lnTo>
                    <a:pt x="312801" y="16573"/>
                  </a:lnTo>
                  <a:lnTo>
                    <a:pt x="312896" y="16097"/>
                  </a:lnTo>
                  <a:lnTo>
                    <a:pt x="312896" y="15621"/>
                  </a:lnTo>
                  <a:lnTo>
                    <a:pt x="312706" y="15240"/>
                  </a:lnTo>
                  <a:lnTo>
                    <a:pt x="311753" y="14383"/>
                  </a:lnTo>
                  <a:lnTo>
                    <a:pt x="311467" y="14097"/>
                  </a:lnTo>
                  <a:lnTo>
                    <a:pt x="310896" y="13430"/>
                  </a:lnTo>
                  <a:lnTo>
                    <a:pt x="310229" y="12287"/>
                  </a:lnTo>
                  <a:lnTo>
                    <a:pt x="309944" y="11906"/>
                  </a:lnTo>
                  <a:lnTo>
                    <a:pt x="309563" y="11620"/>
                  </a:lnTo>
                  <a:lnTo>
                    <a:pt x="309086" y="11430"/>
                  </a:lnTo>
                  <a:lnTo>
                    <a:pt x="308420" y="11430"/>
                  </a:lnTo>
                  <a:lnTo>
                    <a:pt x="307657" y="11620"/>
                  </a:lnTo>
                  <a:lnTo>
                    <a:pt x="306229" y="12192"/>
                  </a:lnTo>
                  <a:lnTo>
                    <a:pt x="305371" y="12382"/>
                  </a:lnTo>
                  <a:lnTo>
                    <a:pt x="304705" y="12382"/>
                  </a:lnTo>
                  <a:lnTo>
                    <a:pt x="301466" y="11716"/>
                  </a:lnTo>
                  <a:lnTo>
                    <a:pt x="300990" y="11525"/>
                  </a:lnTo>
                  <a:lnTo>
                    <a:pt x="300609" y="11239"/>
                  </a:lnTo>
                  <a:lnTo>
                    <a:pt x="300323" y="10954"/>
                  </a:lnTo>
                  <a:lnTo>
                    <a:pt x="300133" y="10573"/>
                  </a:lnTo>
                  <a:lnTo>
                    <a:pt x="299942" y="10192"/>
                  </a:lnTo>
                  <a:lnTo>
                    <a:pt x="299656" y="9811"/>
                  </a:lnTo>
                  <a:lnTo>
                    <a:pt x="299371" y="9525"/>
                  </a:lnTo>
                  <a:lnTo>
                    <a:pt x="298990" y="9334"/>
                  </a:lnTo>
                  <a:lnTo>
                    <a:pt x="296323" y="8191"/>
                  </a:lnTo>
                  <a:lnTo>
                    <a:pt x="292417" y="4763"/>
                  </a:lnTo>
                  <a:lnTo>
                    <a:pt x="291846" y="4096"/>
                  </a:lnTo>
                  <a:lnTo>
                    <a:pt x="291370" y="3334"/>
                  </a:lnTo>
                  <a:lnTo>
                    <a:pt x="291179" y="2953"/>
                  </a:lnTo>
                  <a:lnTo>
                    <a:pt x="291084" y="2476"/>
                  </a:lnTo>
                  <a:lnTo>
                    <a:pt x="291084" y="1714"/>
                  </a:lnTo>
                  <a:lnTo>
                    <a:pt x="291084" y="762"/>
                  </a:lnTo>
                  <a:lnTo>
                    <a:pt x="290989" y="381"/>
                  </a:lnTo>
                  <a:lnTo>
                    <a:pt x="290703" y="95"/>
                  </a:lnTo>
                  <a:lnTo>
                    <a:pt x="290322" y="0"/>
                  </a:lnTo>
                  <a:lnTo>
                    <a:pt x="289846" y="95"/>
                  </a:lnTo>
                  <a:lnTo>
                    <a:pt x="288988" y="381"/>
                  </a:lnTo>
                  <a:lnTo>
                    <a:pt x="285083" y="1048"/>
                  </a:lnTo>
                  <a:lnTo>
                    <a:pt x="283750" y="1524"/>
                  </a:lnTo>
                  <a:lnTo>
                    <a:pt x="282607" y="2191"/>
                  </a:lnTo>
                  <a:lnTo>
                    <a:pt x="279463" y="4572"/>
                  </a:lnTo>
                  <a:lnTo>
                    <a:pt x="274796" y="9144"/>
                  </a:lnTo>
                  <a:lnTo>
                    <a:pt x="272701" y="10668"/>
                  </a:lnTo>
                  <a:lnTo>
                    <a:pt x="268414" y="13144"/>
                  </a:lnTo>
                  <a:lnTo>
                    <a:pt x="267748" y="13430"/>
                  </a:lnTo>
                  <a:lnTo>
                    <a:pt x="266224" y="13716"/>
                  </a:lnTo>
                  <a:lnTo>
                    <a:pt x="263652" y="14668"/>
                  </a:lnTo>
                  <a:lnTo>
                    <a:pt x="263080" y="14954"/>
                  </a:lnTo>
                  <a:lnTo>
                    <a:pt x="262128" y="15811"/>
                  </a:lnTo>
                  <a:lnTo>
                    <a:pt x="260985" y="17145"/>
                  </a:lnTo>
                  <a:lnTo>
                    <a:pt x="260604" y="17431"/>
                  </a:lnTo>
                  <a:lnTo>
                    <a:pt x="260223" y="17621"/>
                  </a:lnTo>
                  <a:lnTo>
                    <a:pt x="259747" y="17621"/>
                  </a:lnTo>
                  <a:lnTo>
                    <a:pt x="259366" y="17431"/>
                  </a:lnTo>
                  <a:lnTo>
                    <a:pt x="259080" y="17145"/>
                  </a:lnTo>
                  <a:lnTo>
                    <a:pt x="258794" y="16764"/>
                  </a:lnTo>
                  <a:lnTo>
                    <a:pt x="258318" y="16002"/>
                  </a:lnTo>
                  <a:lnTo>
                    <a:pt x="258032" y="15716"/>
                  </a:lnTo>
                  <a:lnTo>
                    <a:pt x="257651" y="15526"/>
                  </a:lnTo>
                  <a:lnTo>
                    <a:pt x="257175" y="15526"/>
                  </a:lnTo>
                  <a:lnTo>
                    <a:pt x="256699" y="15621"/>
                  </a:lnTo>
                  <a:lnTo>
                    <a:pt x="256222" y="15907"/>
                  </a:lnTo>
                  <a:lnTo>
                    <a:pt x="255841" y="16383"/>
                  </a:lnTo>
                  <a:lnTo>
                    <a:pt x="255651" y="16954"/>
                  </a:lnTo>
                  <a:lnTo>
                    <a:pt x="255556" y="17526"/>
                  </a:lnTo>
                  <a:lnTo>
                    <a:pt x="255556" y="18097"/>
                  </a:lnTo>
                  <a:lnTo>
                    <a:pt x="256127" y="20859"/>
                  </a:lnTo>
                  <a:lnTo>
                    <a:pt x="256318" y="21622"/>
                  </a:lnTo>
                  <a:lnTo>
                    <a:pt x="256699" y="22384"/>
                  </a:lnTo>
                  <a:lnTo>
                    <a:pt x="257461" y="23622"/>
                  </a:lnTo>
                  <a:lnTo>
                    <a:pt x="258032" y="24193"/>
                  </a:lnTo>
                  <a:lnTo>
                    <a:pt x="258508" y="24574"/>
                  </a:lnTo>
                  <a:lnTo>
                    <a:pt x="258985" y="24670"/>
                  </a:lnTo>
                  <a:lnTo>
                    <a:pt x="259461" y="24670"/>
                  </a:lnTo>
                  <a:lnTo>
                    <a:pt x="264128" y="23622"/>
                  </a:lnTo>
                  <a:lnTo>
                    <a:pt x="264509" y="23622"/>
                  </a:lnTo>
                  <a:lnTo>
                    <a:pt x="265271" y="23622"/>
                  </a:lnTo>
                  <a:lnTo>
                    <a:pt x="267557" y="23908"/>
                  </a:lnTo>
                  <a:lnTo>
                    <a:pt x="268414" y="24193"/>
                  </a:lnTo>
                  <a:lnTo>
                    <a:pt x="268796" y="24384"/>
                  </a:lnTo>
                  <a:lnTo>
                    <a:pt x="269176" y="24670"/>
                  </a:lnTo>
                  <a:lnTo>
                    <a:pt x="269462" y="25051"/>
                  </a:lnTo>
                  <a:lnTo>
                    <a:pt x="269557" y="25527"/>
                  </a:lnTo>
                  <a:lnTo>
                    <a:pt x="269462" y="26098"/>
                  </a:lnTo>
                  <a:lnTo>
                    <a:pt x="268891" y="26956"/>
                  </a:lnTo>
                  <a:lnTo>
                    <a:pt x="268414" y="27337"/>
                  </a:lnTo>
                  <a:lnTo>
                    <a:pt x="267938" y="27622"/>
                  </a:lnTo>
                  <a:lnTo>
                    <a:pt x="266319" y="28289"/>
                  </a:lnTo>
                  <a:lnTo>
                    <a:pt x="266129" y="28480"/>
                  </a:lnTo>
                  <a:lnTo>
                    <a:pt x="265271" y="29242"/>
                  </a:lnTo>
                  <a:lnTo>
                    <a:pt x="264700" y="29908"/>
                  </a:lnTo>
                  <a:lnTo>
                    <a:pt x="264509" y="30670"/>
                  </a:lnTo>
                  <a:lnTo>
                    <a:pt x="264414" y="31623"/>
                  </a:lnTo>
                  <a:lnTo>
                    <a:pt x="264986" y="36004"/>
                  </a:lnTo>
                  <a:lnTo>
                    <a:pt x="264986" y="36576"/>
                  </a:lnTo>
                  <a:lnTo>
                    <a:pt x="264890" y="37052"/>
                  </a:lnTo>
                  <a:lnTo>
                    <a:pt x="263938" y="39814"/>
                  </a:lnTo>
                  <a:lnTo>
                    <a:pt x="263747" y="40862"/>
                  </a:lnTo>
                  <a:lnTo>
                    <a:pt x="263747" y="41529"/>
                  </a:lnTo>
                  <a:lnTo>
                    <a:pt x="263842" y="42386"/>
                  </a:lnTo>
                  <a:lnTo>
                    <a:pt x="264223" y="43720"/>
                  </a:lnTo>
                  <a:lnTo>
                    <a:pt x="264700" y="45053"/>
                  </a:lnTo>
                  <a:lnTo>
                    <a:pt x="265081" y="45815"/>
                  </a:lnTo>
                  <a:lnTo>
                    <a:pt x="266319" y="47625"/>
                  </a:lnTo>
                  <a:lnTo>
                    <a:pt x="266509" y="48006"/>
                  </a:lnTo>
                  <a:lnTo>
                    <a:pt x="266414" y="48482"/>
                  </a:lnTo>
                  <a:lnTo>
                    <a:pt x="266224" y="49054"/>
                  </a:lnTo>
                  <a:lnTo>
                    <a:pt x="264414" y="49530"/>
                  </a:lnTo>
                  <a:lnTo>
                    <a:pt x="262223" y="49530"/>
                  </a:lnTo>
                  <a:lnTo>
                    <a:pt x="261080" y="49625"/>
                  </a:lnTo>
                  <a:lnTo>
                    <a:pt x="257651" y="50863"/>
                  </a:lnTo>
                  <a:lnTo>
                    <a:pt x="257175" y="50959"/>
                  </a:lnTo>
                  <a:lnTo>
                    <a:pt x="255175" y="51244"/>
                  </a:lnTo>
                  <a:lnTo>
                    <a:pt x="254032" y="51244"/>
                  </a:lnTo>
                  <a:lnTo>
                    <a:pt x="251746" y="50959"/>
                  </a:lnTo>
                  <a:lnTo>
                    <a:pt x="251079" y="50768"/>
                  </a:lnTo>
                  <a:lnTo>
                    <a:pt x="250507" y="50387"/>
                  </a:lnTo>
                  <a:lnTo>
                    <a:pt x="248888" y="49054"/>
                  </a:lnTo>
                  <a:lnTo>
                    <a:pt x="244221" y="46006"/>
                  </a:lnTo>
                  <a:lnTo>
                    <a:pt x="244126" y="45815"/>
                  </a:lnTo>
                  <a:lnTo>
                    <a:pt x="243269" y="44672"/>
                  </a:lnTo>
                  <a:lnTo>
                    <a:pt x="243078" y="44291"/>
                  </a:lnTo>
                  <a:lnTo>
                    <a:pt x="242888" y="43910"/>
                  </a:lnTo>
                  <a:lnTo>
                    <a:pt x="242792" y="43434"/>
                  </a:lnTo>
                  <a:lnTo>
                    <a:pt x="242697" y="42958"/>
                  </a:lnTo>
                  <a:lnTo>
                    <a:pt x="242697" y="40862"/>
                  </a:lnTo>
                  <a:lnTo>
                    <a:pt x="242697" y="40576"/>
                  </a:lnTo>
                  <a:lnTo>
                    <a:pt x="242602" y="40195"/>
                  </a:lnTo>
                  <a:lnTo>
                    <a:pt x="242316" y="39338"/>
                  </a:lnTo>
                  <a:lnTo>
                    <a:pt x="241935" y="38481"/>
                  </a:lnTo>
                  <a:lnTo>
                    <a:pt x="241554" y="37719"/>
                  </a:lnTo>
                  <a:lnTo>
                    <a:pt x="240221" y="36004"/>
                  </a:lnTo>
                  <a:lnTo>
                    <a:pt x="239173" y="35147"/>
                  </a:lnTo>
                  <a:lnTo>
                    <a:pt x="238125" y="34480"/>
                  </a:lnTo>
                  <a:lnTo>
                    <a:pt x="236982" y="34004"/>
                  </a:lnTo>
                  <a:lnTo>
                    <a:pt x="236029" y="33814"/>
                  </a:lnTo>
                  <a:lnTo>
                    <a:pt x="230696" y="34290"/>
                  </a:lnTo>
                  <a:lnTo>
                    <a:pt x="230029" y="34195"/>
                  </a:lnTo>
                  <a:lnTo>
                    <a:pt x="229267" y="34004"/>
                  </a:lnTo>
                  <a:lnTo>
                    <a:pt x="227266" y="32861"/>
                  </a:lnTo>
                  <a:lnTo>
                    <a:pt x="223742" y="31528"/>
                  </a:lnTo>
                  <a:lnTo>
                    <a:pt x="222885" y="31337"/>
                  </a:lnTo>
                  <a:lnTo>
                    <a:pt x="222028" y="31242"/>
                  </a:lnTo>
                  <a:lnTo>
                    <a:pt x="220694" y="31432"/>
                  </a:lnTo>
                  <a:lnTo>
                    <a:pt x="219265" y="31718"/>
                  </a:lnTo>
                  <a:lnTo>
                    <a:pt x="217646" y="31528"/>
                  </a:lnTo>
                  <a:lnTo>
                    <a:pt x="213550" y="29908"/>
                  </a:lnTo>
                  <a:lnTo>
                    <a:pt x="208121" y="30384"/>
                  </a:lnTo>
                  <a:lnTo>
                    <a:pt x="207550" y="30289"/>
                  </a:lnTo>
                  <a:lnTo>
                    <a:pt x="207073" y="30099"/>
                  </a:lnTo>
                  <a:lnTo>
                    <a:pt x="206692" y="29908"/>
                  </a:lnTo>
                  <a:lnTo>
                    <a:pt x="204883" y="28575"/>
                  </a:lnTo>
                  <a:lnTo>
                    <a:pt x="204502" y="28289"/>
                  </a:lnTo>
                  <a:lnTo>
                    <a:pt x="204025" y="28099"/>
                  </a:lnTo>
                  <a:lnTo>
                    <a:pt x="203549" y="28003"/>
                  </a:lnTo>
                  <a:lnTo>
                    <a:pt x="203073" y="28003"/>
                  </a:lnTo>
                  <a:lnTo>
                    <a:pt x="202597" y="28099"/>
                  </a:lnTo>
                  <a:lnTo>
                    <a:pt x="202216" y="28289"/>
                  </a:lnTo>
                  <a:lnTo>
                    <a:pt x="202025" y="28575"/>
                  </a:lnTo>
                  <a:lnTo>
                    <a:pt x="201835" y="29146"/>
                  </a:lnTo>
                  <a:lnTo>
                    <a:pt x="201644" y="30289"/>
                  </a:lnTo>
                  <a:lnTo>
                    <a:pt x="201549" y="32290"/>
                  </a:lnTo>
                  <a:lnTo>
                    <a:pt x="199454" y="38671"/>
                  </a:lnTo>
                  <a:lnTo>
                    <a:pt x="199263" y="39719"/>
                  </a:lnTo>
                  <a:lnTo>
                    <a:pt x="199168" y="40481"/>
                  </a:lnTo>
                  <a:lnTo>
                    <a:pt x="199168" y="41624"/>
                  </a:lnTo>
                  <a:lnTo>
                    <a:pt x="198882" y="42767"/>
                  </a:lnTo>
                  <a:lnTo>
                    <a:pt x="197167" y="47625"/>
                  </a:lnTo>
                  <a:lnTo>
                    <a:pt x="196787" y="49149"/>
                  </a:lnTo>
                  <a:lnTo>
                    <a:pt x="196691" y="50197"/>
                  </a:lnTo>
                  <a:lnTo>
                    <a:pt x="196882" y="50578"/>
                  </a:lnTo>
                  <a:lnTo>
                    <a:pt x="197072" y="50959"/>
                  </a:lnTo>
                  <a:lnTo>
                    <a:pt x="197644" y="51625"/>
                  </a:lnTo>
                  <a:lnTo>
                    <a:pt x="198025" y="51911"/>
                  </a:lnTo>
                  <a:lnTo>
                    <a:pt x="199549" y="52864"/>
                  </a:lnTo>
                  <a:lnTo>
                    <a:pt x="199930" y="53149"/>
                  </a:lnTo>
                  <a:lnTo>
                    <a:pt x="200215" y="53530"/>
                  </a:lnTo>
                  <a:lnTo>
                    <a:pt x="200406" y="54007"/>
                  </a:lnTo>
                  <a:lnTo>
                    <a:pt x="200501" y="54483"/>
                  </a:lnTo>
                  <a:lnTo>
                    <a:pt x="200406" y="55054"/>
                  </a:lnTo>
                  <a:lnTo>
                    <a:pt x="200311" y="55626"/>
                  </a:lnTo>
                  <a:lnTo>
                    <a:pt x="198977" y="60674"/>
                  </a:lnTo>
                  <a:lnTo>
                    <a:pt x="198691" y="62865"/>
                  </a:lnTo>
                  <a:lnTo>
                    <a:pt x="198691" y="64008"/>
                  </a:lnTo>
                  <a:lnTo>
                    <a:pt x="198596" y="64484"/>
                  </a:lnTo>
                  <a:lnTo>
                    <a:pt x="198311" y="64770"/>
                  </a:lnTo>
                  <a:lnTo>
                    <a:pt x="197644" y="64675"/>
                  </a:lnTo>
                  <a:lnTo>
                    <a:pt x="197263" y="64389"/>
                  </a:lnTo>
                  <a:lnTo>
                    <a:pt x="196977" y="64008"/>
                  </a:lnTo>
                  <a:lnTo>
                    <a:pt x="196691" y="63627"/>
                  </a:lnTo>
                  <a:lnTo>
                    <a:pt x="196310" y="62865"/>
                  </a:lnTo>
                  <a:lnTo>
                    <a:pt x="196024" y="62579"/>
                  </a:lnTo>
                  <a:lnTo>
                    <a:pt x="195644" y="62293"/>
                  </a:lnTo>
                  <a:lnTo>
                    <a:pt x="195072" y="62293"/>
                  </a:lnTo>
                  <a:lnTo>
                    <a:pt x="194310" y="62579"/>
                  </a:lnTo>
                  <a:lnTo>
                    <a:pt x="192310" y="63722"/>
                  </a:lnTo>
                  <a:lnTo>
                    <a:pt x="191643" y="64294"/>
                  </a:lnTo>
                  <a:lnTo>
                    <a:pt x="191071" y="64960"/>
                  </a:lnTo>
                  <a:lnTo>
                    <a:pt x="189262" y="67723"/>
                  </a:lnTo>
                  <a:lnTo>
                    <a:pt x="188500" y="68389"/>
                  </a:lnTo>
                  <a:lnTo>
                    <a:pt x="186785" y="68961"/>
                  </a:lnTo>
                  <a:lnTo>
                    <a:pt x="186023" y="69628"/>
                  </a:lnTo>
                  <a:lnTo>
                    <a:pt x="184213" y="70104"/>
                  </a:lnTo>
                  <a:lnTo>
                    <a:pt x="183832" y="70294"/>
                  </a:lnTo>
                  <a:lnTo>
                    <a:pt x="183451" y="70485"/>
                  </a:lnTo>
                  <a:lnTo>
                    <a:pt x="182118" y="71628"/>
                  </a:lnTo>
                  <a:lnTo>
                    <a:pt x="181832" y="71914"/>
                  </a:lnTo>
                  <a:lnTo>
                    <a:pt x="181642" y="72295"/>
                  </a:lnTo>
                  <a:lnTo>
                    <a:pt x="181546" y="72771"/>
                  </a:lnTo>
                  <a:lnTo>
                    <a:pt x="181642" y="73342"/>
                  </a:lnTo>
                  <a:lnTo>
                    <a:pt x="182023" y="74485"/>
                  </a:lnTo>
                  <a:lnTo>
                    <a:pt x="182499" y="75628"/>
                  </a:lnTo>
                  <a:lnTo>
                    <a:pt x="182499" y="76009"/>
                  </a:lnTo>
                  <a:lnTo>
                    <a:pt x="182118" y="76390"/>
                  </a:lnTo>
                  <a:lnTo>
                    <a:pt x="181261" y="76867"/>
                  </a:lnTo>
                  <a:lnTo>
                    <a:pt x="180975" y="77343"/>
                  </a:lnTo>
                  <a:lnTo>
                    <a:pt x="180880" y="78105"/>
                  </a:lnTo>
                  <a:lnTo>
                    <a:pt x="181070" y="79534"/>
                  </a:lnTo>
                  <a:lnTo>
                    <a:pt x="181356" y="80296"/>
                  </a:lnTo>
                  <a:lnTo>
                    <a:pt x="181642" y="80867"/>
                  </a:lnTo>
                  <a:lnTo>
                    <a:pt x="182499" y="81820"/>
                  </a:lnTo>
                  <a:lnTo>
                    <a:pt x="183642" y="82582"/>
                  </a:lnTo>
                  <a:lnTo>
                    <a:pt x="183928" y="82867"/>
                  </a:lnTo>
                  <a:lnTo>
                    <a:pt x="184690" y="83915"/>
                  </a:lnTo>
                  <a:lnTo>
                    <a:pt x="185071" y="84201"/>
                  </a:lnTo>
                  <a:lnTo>
                    <a:pt x="186880" y="84677"/>
                  </a:lnTo>
                  <a:lnTo>
                    <a:pt x="187166" y="84867"/>
                  </a:lnTo>
                  <a:lnTo>
                    <a:pt x="187357" y="85153"/>
                  </a:lnTo>
                  <a:lnTo>
                    <a:pt x="187357" y="85915"/>
                  </a:lnTo>
                  <a:lnTo>
                    <a:pt x="187166" y="86868"/>
                  </a:lnTo>
                  <a:lnTo>
                    <a:pt x="185928" y="89916"/>
                  </a:lnTo>
                  <a:lnTo>
                    <a:pt x="185833" y="90773"/>
                  </a:lnTo>
                  <a:lnTo>
                    <a:pt x="185833" y="91726"/>
                  </a:lnTo>
                  <a:lnTo>
                    <a:pt x="185928" y="92297"/>
                  </a:lnTo>
                  <a:lnTo>
                    <a:pt x="186119" y="92773"/>
                  </a:lnTo>
                  <a:lnTo>
                    <a:pt x="187642" y="94869"/>
                  </a:lnTo>
                  <a:lnTo>
                    <a:pt x="190690" y="100108"/>
                  </a:lnTo>
                  <a:lnTo>
                    <a:pt x="191071" y="100965"/>
                  </a:lnTo>
                  <a:lnTo>
                    <a:pt x="191167" y="101441"/>
                  </a:lnTo>
                  <a:lnTo>
                    <a:pt x="191167" y="102013"/>
                  </a:lnTo>
                  <a:lnTo>
                    <a:pt x="190976" y="102679"/>
                  </a:lnTo>
                  <a:lnTo>
                    <a:pt x="190595" y="103441"/>
                  </a:lnTo>
                  <a:lnTo>
                    <a:pt x="190309" y="103917"/>
                  </a:lnTo>
                  <a:lnTo>
                    <a:pt x="189929" y="104299"/>
                  </a:lnTo>
                  <a:lnTo>
                    <a:pt x="186119" y="107632"/>
                  </a:lnTo>
                  <a:lnTo>
                    <a:pt x="185071" y="109156"/>
                  </a:lnTo>
                  <a:lnTo>
                    <a:pt x="184690" y="109442"/>
                  </a:lnTo>
                  <a:lnTo>
                    <a:pt x="183928" y="109442"/>
                  </a:lnTo>
                  <a:lnTo>
                    <a:pt x="182975" y="109061"/>
                  </a:lnTo>
                  <a:lnTo>
                    <a:pt x="182308" y="109156"/>
                  </a:lnTo>
                  <a:lnTo>
                    <a:pt x="181737" y="109347"/>
                  </a:lnTo>
                  <a:lnTo>
                    <a:pt x="179451" y="111442"/>
                  </a:lnTo>
                  <a:lnTo>
                    <a:pt x="177355" y="112300"/>
                  </a:lnTo>
                  <a:lnTo>
                    <a:pt x="176498" y="113062"/>
                  </a:lnTo>
                  <a:lnTo>
                    <a:pt x="176308" y="113442"/>
                  </a:lnTo>
                  <a:lnTo>
                    <a:pt x="176117" y="113919"/>
                  </a:lnTo>
                  <a:lnTo>
                    <a:pt x="176022" y="114490"/>
                  </a:lnTo>
                  <a:lnTo>
                    <a:pt x="175927" y="115348"/>
                  </a:lnTo>
                  <a:lnTo>
                    <a:pt x="176022" y="115919"/>
                  </a:lnTo>
                  <a:lnTo>
                    <a:pt x="176117" y="116395"/>
                  </a:lnTo>
                  <a:lnTo>
                    <a:pt x="176308" y="116776"/>
                  </a:lnTo>
                  <a:lnTo>
                    <a:pt x="176689" y="117538"/>
                  </a:lnTo>
                  <a:lnTo>
                    <a:pt x="176974" y="117919"/>
                  </a:lnTo>
                  <a:lnTo>
                    <a:pt x="177165" y="118681"/>
                  </a:lnTo>
                  <a:lnTo>
                    <a:pt x="177260" y="119824"/>
                  </a:lnTo>
                  <a:lnTo>
                    <a:pt x="177070" y="124587"/>
                  </a:lnTo>
                  <a:lnTo>
                    <a:pt x="177070" y="125063"/>
                  </a:lnTo>
                  <a:lnTo>
                    <a:pt x="177260" y="126016"/>
                  </a:lnTo>
                  <a:lnTo>
                    <a:pt x="178594" y="129635"/>
                  </a:lnTo>
                  <a:lnTo>
                    <a:pt x="179070" y="131731"/>
                  </a:lnTo>
                  <a:lnTo>
                    <a:pt x="179165" y="132969"/>
                  </a:lnTo>
                  <a:lnTo>
                    <a:pt x="179165" y="133064"/>
                  </a:lnTo>
                  <a:lnTo>
                    <a:pt x="179070" y="133445"/>
                  </a:lnTo>
                  <a:lnTo>
                    <a:pt x="178975" y="133826"/>
                  </a:lnTo>
                  <a:lnTo>
                    <a:pt x="177737" y="136112"/>
                  </a:lnTo>
                  <a:lnTo>
                    <a:pt x="177451" y="136493"/>
                  </a:lnTo>
                  <a:lnTo>
                    <a:pt x="176498" y="137350"/>
                  </a:lnTo>
                  <a:lnTo>
                    <a:pt x="175831" y="137826"/>
                  </a:lnTo>
                  <a:lnTo>
                    <a:pt x="175070" y="138208"/>
                  </a:lnTo>
                  <a:lnTo>
                    <a:pt x="172879" y="139160"/>
                  </a:lnTo>
                  <a:lnTo>
                    <a:pt x="172403" y="139541"/>
                  </a:lnTo>
                  <a:lnTo>
                    <a:pt x="171736" y="140779"/>
                  </a:lnTo>
                  <a:lnTo>
                    <a:pt x="170593" y="146018"/>
                  </a:lnTo>
                  <a:lnTo>
                    <a:pt x="170307" y="146780"/>
                  </a:lnTo>
                  <a:lnTo>
                    <a:pt x="169831" y="147256"/>
                  </a:lnTo>
                  <a:lnTo>
                    <a:pt x="169545" y="147447"/>
                  </a:lnTo>
                  <a:lnTo>
                    <a:pt x="169164" y="147542"/>
                  </a:lnTo>
                  <a:lnTo>
                    <a:pt x="168212" y="147638"/>
                  </a:lnTo>
                  <a:lnTo>
                    <a:pt x="167640" y="147638"/>
                  </a:lnTo>
                  <a:lnTo>
                    <a:pt x="167164" y="147542"/>
                  </a:lnTo>
                  <a:lnTo>
                    <a:pt x="166211" y="147256"/>
                  </a:lnTo>
                  <a:lnTo>
                    <a:pt x="164497" y="146494"/>
                  </a:lnTo>
                  <a:lnTo>
                    <a:pt x="163449" y="146304"/>
                  </a:lnTo>
                  <a:lnTo>
                    <a:pt x="162878" y="146304"/>
                  </a:lnTo>
                  <a:lnTo>
                    <a:pt x="160401" y="146590"/>
                  </a:lnTo>
                  <a:lnTo>
                    <a:pt x="159734" y="146780"/>
                  </a:lnTo>
                  <a:lnTo>
                    <a:pt x="158115" y="148780"/>
                  </a:lnTo>
                  <a:lnTo>
                    <a:pt x="157544" y="149923"/>
                  </a:lnTo>
                  <a:lnTo>
                    <a:pt x="156210" y="153924"/>
                  </a:lnTo>
                  <a:lnTo>
                    <a:pt x="156020" y="154876"/>
                  </a:lnTo>
                  <a:lnTo>
                    <a:pt x="156020" y="155638"/>
                  </a:lnTo>
                  <a:lnTo>
                    <a:pt x="156115" y="156115"/>
                  </a:lnTo>
                  <a:lnTo>
                    <a:pt x="156210" y="156591"/>
                  </a:lnTo>
                  <a:lnTo>
                    <a:pt x="156400" y="156972"/>
                  </a:lnTo>
                  <a:lnTo>
                    <a:pt x="156591" y="157353"/>
                  </a:lnTo>
                  <a:lnTo>
                    <a:pt x="156877" y="157639"/>
                  </a:lnTo>
                  <a:lnTo>
                    <a:pt x="157163" y="158020"/>
                  </a:lnTo>
                  <a:lnTo>
                    <a:pt x="157353" y="158591"/>
                  </a:lnTo>
                  <a:lnTo>
                    <a:pt x="157448" y="159639"/>
                  </a:lnTo>
                  <a:lnTo>
                    <a:pt x="157163" y="160496"/>
                  </a:lnTo>
                  <a:lnTo>
                    <a:pt x="156781" y="161258"/>
                  </a:lnTo>
                  <a:lnTo>
                    <a:pt x="155829" y="162306"/>
                  </a:lnTo>
                  <a:lnTo>
                    <a:pt x="155448" y="162592"/>
                  </a:lnTo>
                  <a:lnTo>
                    <a:pt x="155067" y="162782"/>
                  </a:lnTo>
                  <a:lnTo>
                    <a:pt x="150971" y="163354"/>
                  </a:lnTo>
                  <a:lnTo>
                    <a:pt x="149638" y="163830"/>
                  </a:lnTo>
                  <a:lnTo>
                    <a:pt x="146113" y="165640"/>
                  </a:lnTo>
                  <a:lnTo>
                    <a:pt x="145161" y="166211"/>
                  </a:lnTo>
                  <a:lnTo>
                    <a:pt x="144494" y="166688"/>
                  </a:lnTo>
                  <a:lnTo>
                    <a:pt x="144208" y="167164"/>
                  </a:lnTo>
                  <a:lnTo>
                    <a:pt x="144113" y="167640"/>
                  </a:lnTo>
                  <a:lnTo>
                    <a:pt x="144494" y="169450"/>
                  </a:lnTo>
                  <a:lnTo>
                    <a:pt x="144494" y="169926"/>
                  </a:lnTo>
                  <a:lnTo>
                    <a:pt x="144494" y="170402"/>
                  </a:lnTo>
                  <a:lnTo>
                    <a:pt x="144304" y="171450"/>
                  </a:lnTo>
                  <a:lnTo>
                    <a:pt x="143923" y="172593"/>
                  </a:lnTo>
                  <a:lnTo>
                    <a:pt x="142494" y="175450"/>
                  </a:lnTo>
                  <a:lnTo>
                    <a:pt x="138113" y="182404"/>
                  </a:lnTo>
                  <a:lnTo>
                    <a:pt x="137636" y="183547"/>
                  </a:lnTo>
                  <a:lnTo>
                    <a:pt x="137636" y="184309"/>
                  </a:lnTo>
                  <a:lnTo>
                    <a:pt x="137160" y="186118"/>
                  </a:lnTo>
                  <a:lnTo>
                    <a:pt x="136398" y="188214"/>
                  </a:lnTo>
                  <a:lnTo>
                    <a:pt x="136112" y="189357"/>
                  </a:lnTo>
                  <a:lnTo>
                    <a:pt x="136017" y="190214"/>
                  </a:lnTo>
                  <a:lnTo>
                    <a:pt x="136398" y="191643"/>
                  </a:lnTo>
                  <a:lnTo>
                    <a:pt x="136493" y="192119"/>
                  </a:lnTo>
                  <a:lnTo>
                    <a:pt x="136398" y="192786"/>
                  </a:lnTo>
                  <a:lnTo>
                    <a:pt x="135922" y="194786"/>
                  </a:lnTo>
                  <a:lnTo>
                    <a:pt x="135826" y="195548"/>
                  </a:lnTo>
                  <a:lnTo>
                    <a:pt x="135826" y="196120"/>
                  </a:lnTo>
                  <a:lnTo>
                    <a:pt x="136493" y="197834"/>
                  </a:lnTo>
                  <a:lnTo>
                    <a:pt x="136684" y="198787"/>
                  </a:lnTo>
                  <a:lnTo>
                    <a:pt x="136874" y="200596"/>
                  </a:lnTo>
                  <a:lnTo>
                    <a:pt x="137065" y="201358"/>
                  </a:lnTo>
                  <a:lnTo>
                    <a:pt x="137541" y="202501"/>
                  </a:lnTo>
                  <a:lnTo>
                    <a:pt x="137636" y="203073"/>
                  </a:lnTo>
                  <a:lnTo>
                    <a:pt x="137636" y="203835"/>
                  </a:lnTo>
                  <a:lnTo>
                    <a:pt x="137350" y="205168"/>
                  </a:lnTo>
                  <a:lnTo>
                    <a:pt x="136779" y="206311"/>
                  </a:lnTo>
                  <a:lnTo>
                    <a:pt x="136303" y="207740"/>
                  </a:lnTo>
                  <a:lnTo>
                    <a:pt x="136303" y="208312"/>
                  </a:lnTo>
                  <a:lnTo>
                    <a:pt x="136398" y="208788"/>
                  </a:lnTo>
                  <a:lnTo>
                    <a:pt x="136493" y="209264"/>
                  </a:lnTo>
                  <a:lnTo>
                    <a:pt x="136970" y="210502"/>
                  </a:lnTo>
                  <a:lnTo>
                    <a:pt x="137160" y="210883"/>
                  </a:lnTo>
                  <a:lnTo>
                    <a:pt x="137446" y="211169"/>
                  </a:lnTo>
                  <a:lnTo>
                    <a:pt x="138113" y="211741"/>
                  </a:lnTo>
                  <a:lnTo>
                    <a:pt x="139160" y="212503"/>
                  </a:lnTo>
                  <a:lnTo>
                    <a:pt x="139446" y="212884"/>
                  </a:lnTo>
                  <a:lnTo>
                    <a:pt x="139637" y="213455"/>
                  </a:lnTo>
                  <a:lnTo>
                    <a:pt x="139732" y="214503"/>
                  </a:lnTo>
                  <a:lnTo>
                    <a:pt x="139541" y="215074"/>
                  </a:lnTo>
                  <a:lnTo>
                    <a:pt x="139255" y="215741"/>
                  </a:lnTo>
                  <a:lnTo>
                    <a:pt x="138779" y="216408"/>
                  </a:lnTo>
                  <a:lnTo>
                    <a:pt x="138113" y="217837"/>
                  </a:lnTo>
                  <a:lnTo>
                    <a:pt x="137827" y="218884"/>
                  </a:lnTo>
                  <a:lnTo>
                    <a:pt x="137636" y="220123"/>
                  </a:lnTo>
                  <a:lnTo>
                    <a:pt x="137446" y="220694"/>
                  </a:lnTo>
                  <a:lnTo>
                    <a:pt x="137160" y="221075"/>
                  </a:lnTo>
                  <a:lnTo>
                    <a:pt x="136779" y="221266"/>
                  </a:lnTo>
                  <a:lnTo>
                    <a:pt x="136398" y="221361"/>
                  </a:lnTo>
                  <a:lnTo>
                    <a:pt x="135636" y="221837"/>
                  </a:lnTo>
                  <a:lnTo>
                    <a:pt x="135255" y="226028"/>
                  </a:lnTo>
                  <a:lnTo>
                    <a:pt x="134779" y="227457"/>
                  </a:lnTo>
                  <a:lnTo>
                    <a:pt x="134207" y="228124"/>
                  </a:lnTo>
                  <a:lnTo>
                    <a:pt x="132397" y="229743"/>
                  </a:lnTo>
                  <a:lnTo>
                    <a:pt x="128778" y="235267"/>
                  </a:lnTo>
                  <a:lnTo>
                    <a:pt x="128111" y="235934"/>
                  </a:lnTo>
                  <a:lnTo>
                    <a:pt x="126587" y="236696"/>
                  </a:lnTo>
                  <a:lnTo>
                    <a:pt x="125063" y="237934"/>
                  </a:lnTo>
                  <a:lnTo>
                    <a:pt x="123444" y="239744"/>
                  </a:lnTo>
                  <a:lnTo>
                    <a:pt x="122587" y="240506"/>
                  </a:lnTo>
                  <a:lnTo>
                    <a:pt x="121920" y="240982"/>
                  </a:lnTo>
                  <a:lnTo>
                    <a:pt x="121063" y="241268"/>
                  </a:lnTo>
                  <a:lnTo>
                    <a:pt x="111823" y="241935"/>
                  </a:lnTo>
                  <a:lnTo>
                    <a:pt x="111062" y="242125"/>
                  </a:lnTo>
                  <a:lnTo>
                    <a:pt x="110776" y="242411"/>
                  </a:lnTo>
                  <a:lnTo>
                    <a:pt x="110871" y="242697"/>
                  </a:lnTo>
                  <a:lnTo>
                    <a:pt x="111157" y="242983"/>
                  </a:lnTo>
                  <a:lnTo>
                    <a:pt x="112300" y="243649"/>
                  </a:lnTo>
                  <a:lnTo>
                    <a:pt x="112681" y="243935"/>
                  </a:lnTo>
                  <a:lnTo>
                    <a:pt x="112966" y="244221"/>
                  </a:lnTo>
                  <a:lnTo>
                    <a:pt x="113157" y="244602"/>
                  </a:lnTo>
                  <a:lnTo>
                    <a:pt x="113252" y="244983"/>
                  </a:lnTo>
                  <a:lnTo>
                    <a:pt x="112966" y="246126"/>
                  </a:lnTo>
                  <a:lnTo>
                    <a:pt x="111252" y="248507"/>
                  </a:lnTo>
                  <a:lnTo>
                    <a:pt x="109061" y="250507"/>
                  </a:lnTo>
                  <a:lnTo>
                    <a:pt x="108490" y="250793"/>
                  </a:lnTo>
                  <a:lnTo>
                    <a:pt x="108109" y="250888"/>
                  </a:lnTo>
                  <a:lnTo>
                    <a:pt x="107632" y="250888"/>
                  </a:lnTo>
                  <a:lnTo>
                    <a:pt x="107156" y="250888"/>
                  </a:lnTo>
                  <a:lnTo>
                    <a:pt x="106775" y="250793"/>
                  </a:lnTo>
                  <a:lnTo>
                    <a:pt x="106489" y="250698"/>
                  </a:lnTo>
                  <a:lnTo>
                    <a:pt x="105823" y="250317"/>
                  </a:lnTo>
                  <a:lnTo>
                    <a:pt x="105156" y="249841"/>
                  </a:lnTo>
                  <a:lnTo>
                    <a:pt x="104680" y="249650"/>
                  </a:lnTo>
                  <a:lnTo>
                    <a:pt x="104108" y="249459"/>
                  </a:lnTo>
                  <a:lnTo>
                    <a:pt x="103156" y="249459"/>
                  </a:lnTo>
                  <a:lnTo>
                    <a:pt x="102584" y="249650"/>
                  </a:lnTo>
                  <a:lnTo>
                    <a:pt x="102203" y="249936"/>
                  </a:lnTo>
                  <a:lnTo>
                    <a:pt x="102013" y="250317"/>
                  </a:lnTo>
                  <a:lnTo>
                    <a:pt x="101632" y="251936"/>
                  </a:lnTo>
                  <a:lnTo>
                    <a:pt x="101251" y="252603"/>
                  </a:lnTo>
                  <a:lnTo>
                    <a:pt x="100774" y="252889"/>
                  </a:lnTo>
                  <a:lnTo>
                    <a:pt x="100108" y="253079"/>
                  </a:lnTo>
                  <a:lnTo>
                    <a:pt x="97822" y="253365"/>
                  </a:lnTo>
                  <a:lnTo>
                    <a:pt x="96298" y="254508"/>
                  </a:lnTo>
                  <a:lnTo>
                    <a:pt x="95155" y="254698"/>
                  </a:lnTo>
                  <a:lnTo>
                    <a:pt x="93536" y="254603"/>
                  </a:lnTo>
                  <a:lnTo>
                    <a:pt x="93059" y="254698"/>
                  </a:lnTo>
                  <a:lnTo>
                    <a:pt x="92583" y="254889"/>
                  </a:lnTo>
                  <a:lnTo>
                    <a:pt x="92202" y="255079"/>
                  </a:lnTo>
                  <a:lnTo>
                    <a:pt x="91821" y="255460"/>
                  </a:lnTo>
                  <a:lnTo>
                    <a:pt x="90678" y="256699"/>
                  </a:lnTo>
                  <a:lnTo>
                    <a:pt x="90106" y="256984"/>
                  </a:lnTo>
                  <a:lnTo>
                    <a:pt x="89535" y="257080"/>
                  </a:lnTo>
                  <a:lnTo>
                    <a:pt x="89059" y="256984"/>
                  </a:lnTo>
                  <a:lnTo>
                    <a:pt x="88678" y="256794"/>
                  </a:lnTo>
                  <a:lnTo>
                    <a:pt x="87725" y="255937"/>
                  </a:lnTo>
                  <a:lnTo>
                    <a:pt x="87344" y="255746"/>
                  </a:lnTo>
                  <a:lnTo>
                    <a:pt x="86963" y="255841"/>
                  </a:lnTo>
                  <a:lnTo>
                    <a:pt x="86582" y="256222"/>
                  </a:lnTo>
                  <a:lnTo>
                    <a:pt x="86296" y="256794"/>
                  </a:lnTo>
                  <a:lnTo>
                    <a:pt x="86106" y="257937"/>
                  </a:lnTo>
                  <a:lnTo>
                    <a:pt x="86106" y="258699"/>
                  </a:lnTo>
                  <a:lnTo>
                    <a:pt x="86201" y="259270"/>
                  </a:lnTo>
                  <a:lnTo>
                    <a:pt x="86296" y="259747"/>
                  </a:lnTo>
                  <a:lnTo>
                    <a:pt x="86201" y="260318"/>
                  </a:lnTo>
                  <a:lnTo>
                    <a:pt x="86011" y="260985"/>
                  </a:lnTo>
                  <a:lnTo>
                    <a:pt x="85344" y="261842"/>
                  </a:lnTo>
                  <a:lnTo>
                    <a:pt x="85058" y="262890"/>
                  </a:lnTo>
                  <a:lnTo>
                    <a:pt x="84868" y="264128"/>
                  </a:lnTo>
                  <a:lnTo>
                    <a:pt x="84582" y="264605"/>
                  </a:lnTo>
                  <a:lnTo>
                    <a:pt x="83915" y="264985"/>
                  </a:lnTo>
                  <a:lnTo>
                    <a:pt x="83344" y="265081"/>
                  </a:lnTo>
                  <a:lnTo>
                    <a:pt x="82867" y="264985"/>
                  </a:lnTo>
                  <a:lnTo>
                    <a:pt x="82105" y="264509"/>
                  </a:lnTo>
                  <a:lnTo>
                    <a:pt x="81724" y="264319"/>
                  </a:lnTo>
                  <a:lnTo>
                    <a:pt x="81344" y="264223"/>
                  </a:lnTo>
                  <a:lnTo>
                    <a:pt x="80963" y="264319"/>
                  </a:lnTo>
                  <a:lnTo>
                    <a:pt x="80772" y="264700"/>
                  </a:lnTo>
                  <a:lnTo>
                    <a:pt x="80867" y="265271"/>
                  </a:lnTo>
                  <a:lnTo>
                    <a:pt x="81058" y="265652"/>
                  </a:lnTo>
                  <a:lnTo>
                    <a:pt x="82391" y="267367"/>
                  </a:lnTo>
                  <a:lnTo>
                    <a:pt x="82867" y="268129"/>
                  </a:lnTo>
                  <a:lnTo>
                    <a:pt x="83058" y="268509"/>
                  </a:lnTo>
                  <a:lnTo>
                    <a:pt x="83153" y="268986"/>
                  </a:lnTo>
                  <a:lnTo>
                    <a:pt x="83153" y="269462"/>
                  </a:lnTo>
                  <a:lnTo>
                    <a:pt x="83153" y="270034"/>
                  </a:lnTo>
                  <a:lnTo>
                    <a:pt x="82582" y="272510"/>
                  </a:lnTo>
                  <a:lnTo>
                    <a:pt x="82487" y="273082"/>
                  </a:lnTo>
                  <a:lnTo>
                    <a:pt x="82487" y="273558"/>
                  </a:lnTo>
                  <a:lnTo>
                    <a:pt x="82582" y="274034"/>
                  </a:lnTo>
                  <a:lnTo>
                    <a:pt x="82867" y="274415"/>
                  </a:lnTo>
                  <a:lnTo>
                    <a:pt x="83153" y="274701"/>
                  </a:lnTo>
                  <a:lnTo>
                    <a:pt x="84296" y="275368"/>
                  </a:lnTo>
                  <a:lnTo>
                    <a:pt x="86868" y="277558"/>
                  </a:lnTo>
                  <a:lnTo>
                    <a:pt x="87916" y="278892"/>
                  </a:lnTo>
                  <a:lnTo>
                    <a:pt x="88392" y="279654"/>
                  </a:lnTo>
                  <a:lnTo>
                    <a:pt x="88773" y="280511"/>
                  </a:lnTo>
                  <a:lnTo>
                    <a:pt x="88868" y="280988"/>
                  </a:lnTo>
                  <a:lnTo>
                    <a:pt x="88868" y="281464"/>
                  </a:lnTo>
                  <a:lnTo>
                    <a:pt x="88678" y="281940"/>
                  </a:lnTo>
                  <a:lnTo>
                    <a:pt x="88201" y="282511"/>
                  </a:lnTo>
                  <a:lnTo>
                    <a:pt x="87344" y="282892"/>
                  </a:lnTo>
                  <a:lnTo>
                    <a:pt x="86678" y="282988"/>
                  </a:lnTo>
                  <a:lnTo>
                    <a:pt x="86011" y="282988"/>
                  </a:lnTo>
                  <a:lnTo>
                    <a:pt x="85534" y="282892"/>
                  </a:lnTo>
                  <a:lnTo>
                    <a:pt x="82582" y="281845"/>
                  </a:lnTo>
                  <a:lnTo>
                    <a:pt x="82296" y="281845"/>
                  </a:lnTo>
                  <a:lnTo>
                    <a:pt x="81915" y="281940"/>
                  </a:lnTo>
                  <a:lnTo>
                    <a:pt x="81534" y="282130"/>
                  </a:lnTo>
                  <a:lnTo>
                    <a:pt x="81058" y="282511"/>
                  </a:lnTo>
                  <a:lnTo>
                    <a:pt x="80581" y="283083"/>
                  </a:lnTo>
                  <a:lnTo>
                    <a:pt x="79915" y="284226"/>
                  </a:lnTo>
                  <a:lnTo>
                    <a:pt x="78962" y="285750"/>
                  </a:lnTo>
                  <a:lnTo>
                    <a:pt x="78581" y="286607"/>
                  </a:lnTo>
                  <a:lnTo>
                    <a:pt x="78486" y="287083"/>
                  </a:lnTo>
                  <a:lnTo>
                    <a:pt x="78486" y="289655"/>
                  </a:lnTo>
                  <a:lnTo>
                    <a:pt x="78391" y="290131"/>
                  </a:lnTo>
                  <a:lnTo>
                    <a:pt x="78296" y="290417"/>
                  </a:lnTo>
                  <a:lnTo>
                    <a:pt x="77914" y="290893"/>
                  </a:lnTo>
                  <a:lnTo>
                    <a:pt x="77248" y="291370"/>
                  </a:lnTo>
                  <a:lnTo>
                    <a:pt x="75724" y="292227"/>
                  </a:lnTo>
                  <a:lnTo>
                    <a:pt x="74866" y="292417"/>
                  </a:lnTo>
                  <a:lnTo>
                    <a:pt x="74200" y="292417"/>
                  </a:lnTo>
                  <a:lnTo>
                    <a:pt x="72771" y="291465"/>
                  </a:lnTo>
                  <a:lnTo>
                    <a:pt x="72009" y="290989"/>
                  </a:lnTo>
                  <a:lnTo>
                    <a:pt x="71533" y="290798"/>
                  </a:lnTo>
                  <a:lnTo>
                    <a:pt x="71056" y="290703"/>
                  </a:lnTo>
                  <a:lnTo>
                    <a:pt x="70485" y="290703"/>
                  </a:lnTo>
                  <a:lnTo>
                    <a:pt x="70009" y="290703"/>
                  </a:lnTo>
                  <a:lnTo>
                    <a:pt x="69437" y="290989"/>
                  </a:lnTo>
                  <a:lnTo>
                    <a:pt x="68771" y="291465"/>
                  </a:lnTo>
                  <a:lnTo>
                    <a:pt x="66770" y="293465"/>
                  </a:lnTo>
                  <a:lnTo>
                    <a:pt x="66389" y="293560"/>
                  </a:lnTo>
                  <a:lnTo>
                    <a:pt x="66008" y="293656"/>
                  </a:lnTo>
                  <a:lnTo>
                    <a:pt x="65532" y="293656"/>
                  </a:lnTo>
                  <a:lnTo>
                    <a:pt x="65056" y="293560"/>
                  </a:lnTo>
                  <a:lnTo>
                    <a:pt x="64675" y="293370"/>
                  </a:lnTo>
                  <a:lnTo>
                    <a:pt x="64294" y="293084"/>
                  </a:lnTo>
                  <a:lnTo>
                    <a:pt x="60103" y="288988"/>
                  </a:lnTo>
                  <a:lnTo>
                    <a:pt x="59722" y="288798"/>
                  </a:lnTo>
                  <a:lnTo>
                    <a:pt x="59341" y="288607"/>
                  </a:lnTo>
                  <a:lnTo>
                    <a:pt x="58960" y="288607"/>
                  </a:lnTo>
                  <a:lnTo>
                    <a:pt x="58579" y="288798"/>
                  </a:lnTo>
                  <a:lnTo>
                    <a:pt x="57912" y="289274"/>
                  </a:lnTo>
                  <a:lnTo>
                    <a:pt x="57531" y="289465"/>
                  </a:lnTo>
                  <a:lnTo>
                    <a:pt x="57150" y="289655"/>
                  </a:lnTo>
                  <a:lnTo>
                    <a:pt x="56674" y="289750"/>
                  </a:lnTo>
                  <a:lnTo>
                    <a:pt x="56197" y="289750"/>
                  </a:lnTo>
                  <a:lnTo>
                    <a:pt x="54102" y="289560"/>
                  </a:lnTo>
                  <a:lnTo>
                    <a:pt x="53626" y="289655"/>
                  </a:lnTo>
                  <a:lnTo>
                    <a:pt x="53435" y="290131"/>
                  </a:lnTo>
                  <a:lnTo>
                    <a:pt x="53435" y="290798"/>
                  </a:lnTo>
                  <a:lnTo>
                    <a:pt x="53912" y="292227"/>
                  </a:lnTo>
                  <a:lnTo>
                    <a:pt x="54197" y="292989"/>
                  </a:lnTo>
                  <a:lnTo>
                    <a:pt x="54578" y="293560"/>
                  </a:lnTo>
                  <a:lnTo>
                    <a:pt x="54864" y="293846"/>
                  </a:lnTo>
                  <a:lnTo>
                    <a:pt x="55054" y="294227"/>
                  </a:lnTo>
                  <a:lnTo>
                    <a:pt x="55245" y="294799"/>
                  </a:lnTo>
                  <a:lnTo>
                    <a:pt x="55340" y="295656"/>
                  </a:lnTo>
                  <a:lnTo>
                    <a:pt x="55340" y="297370"/>
                  </a:lnTo>
                  <a:lnTo>
                    <a:pt x="54483" y="303847"/>
                  </a:lnTo>
                  <a:lnTo>
                    <a:pt x="54388" y="306609"/>
                  </a:lnTo>
                  <a:lnTo>
                    <a:pt x="54959" y="307848"/>
                  </a:lnTo>
                  <a:lnTo>
                    <a:pt x="57340" y="310134"/>
                  </a:lnTo>
                  <a:lnTo>
                    <a:pt x="56864" y="311753"/>
                  </a:lnTo>
                  <a:lnTo>
                    <a:pt x="57055" y="314230"/>
                  </a:lnTo>
                  <a:lnTo>
                    <a:pt x="56864" y="314801"/>
                  </a:lnTo>
                  <a:lnTo>
                    <a:pt x="56388" y="315277"/>
                  </a:lnTo>
                  <a:lnTo>
                    <a:pt x="55912" y="315373"/>
                  </a:lnTo>
                  <a:lnTo>
                    <a:pt x="55340" y="315373"/>
                  </a:lnTo>
                  <a:lnTo>
                    <a:pt x="53721" y="315087"/>
                  </a:lnTo>
                  <a:lnTo>
                    <a:pt x="52578" y="314801"/>
                  </a:lnTo>
                  <a:lnTo>
                    <a:pt x="50768" y="314706"/>
                  </a:lnTo>
                  <a:lnTo>
                    <a:pt x="48863" y="315182"/>
                  </a:lnTo>
                  <a:lnTo>
                    <a:pt x="46291" y="316134"/>
                  </a:lnTo>
                  <a:lnTo>
                    <a:pt x="45053" y="316516"/>
                  </a:lnTo>
                  <a:lnTo>
                    <a:pt x="44101" y="316706"/>
                  </a:lnTo>
                  <a:lnTo>
                    <a:pt x="43148" y="316420"/>
                  </a:lnTo>
                  <a:lnTo>
                    <a:pt x="41053" y="315468"/>
                  </a:lnTo>
                  <a:lnTo>
                    <a:pt x="38195" y="314706"/>
                  </a:lnTo>
                  <a:lnTo>
                    <a:pt x="36671" y="314611"/>
                  </a:lnTo>
                  <a:lnTo>
                    <a:pt x="35242" y="314706"/>
                  </a:lnTo>
                  <a:lnTo>
                    <a:pt x="34004" y="314992"/>
                  </a:lnTo>
                  <a:lnTo>
                    <a:pt x="30956" y="316801"/>
                  </a:lnTo>
                  <a:lnTo>
                    <a:pt x="30289" y="316992"/>
                  </a:lnTo>
                  <a:lnTo>
                    <a:pt x="29623" y="317087"/>
                  </a:lnTo>
                  <a:lnTo>
                    <a:pt x="28289" y="316992"/>
                  </a:lnTo>
                  <a:lnTo>
                    <a:pt x="25622" y="317087"/>
                  </a:lnTo>
                  <a:lnTo>
                    <a:pt x="24765" y="317278"/>
                  </a:lnTo>
                  <a:lnTo>
                    <a:pt x="24194" y="317468"/>
                  </a:lnTo>
                  <a:lnTo>
                    <a:pt x="23908" y="317754"/>
                  </a:lnTo>
                  <a:lnTo>
                    <a:pt x="23622" y="318040"/>
                  </a:lnTo>
                  <a:lnTo>
                    <a:pt x="23431" y="318421"/>
                  </a:lnTo>
                  <a:lnTo>
                    <a:pt x="23050" y="319278"/>
                  </a:lnTo>
                  <a:lnTo>
                    <a:pt x="22860" y="319754"/>
                  </a:lnTo>
                  <a:lnTo>
                    <a:pt x="20193" y="332899"/>
                  </a:lnTo>
                  <a:lnTo>
                    <a:pt x="20003" y="333280"/>
                  </a:lnTo>
                  <a:lnTo>
                    <a:pt x="19621" y="333756"/>
                  </a:lnTo>
                  <a:lnTo>
                    <a:pt x="18288" y="335089"/>
                  </a:lnTo>
                  <a:lnTo>
                    <a:pt x="17716" y="335470"/>
                  </a:lnTo>
                  <a:lnTo>
                    <a:pt x="17145" y="335661"/>
                  </a:lnTo>
                  <a:lnTo>
                    <a:pt x="16192" y="335851"/>
                  </a:lnTo>
                  <a:lnTo>
                    <a:pt x="12954" y="337090"/>
                  </a:lnTo>
                  <a:lnTo>
                    <a:pt x="11525" y="337375"/>
                  </a:lnTo>
                  <a:lnTo>
                    <a:pt x="11049" y="337375"/>
                  </a:lnTo>
                  <a:lnTo>
                    <a:pt x="10573" y="337280"/>
                  </a:lnTo>
                  <a:lnTo>
                    <a:pt x="10192" y="337090"/>
                  </a:lnTo>
                  <a:lnTo>
                    <a:pt x="9906" y="336804"/>
                  </a:lnTo>
                  <a:lnTo>
                    <a:pt x="9144" y="335851"/>
                  </a:lnTo>
                  <a:lnTo>
                    <a:pt x="8858" y="335566"/>
                  </a:lnTo>
                  <a:lnTo>
                    <a:pt x="8477" y="335280"/>
                  </a:lnTo>
                  <a:lnTo>
                    <a:pt x="7906" y="335089"/>
                  </a:lnTo>
                  <a:lnTo>
                    <a:pt x="7429" y="335184"/>
                  </a:lnTo>
                  <a:lnTo>
                    <a:pt x="7048" y="335375"/>
                  </a:lnTo>
                  <a:lnTo>
                    <a:pt x="6572" y="336042"/>
                  </a:lnTo>
                  <a:lnTo>
                    <a:pt x="6382" y="341947"/>
                  </a:lnTo>
                  <a:lnTo>
                    <a:pt x="6763" y="342328"/>
                  </a:lnTo>
                  <a:lnTo>
                    <a:pt x="8763" y="341757"/>
                  </a:lnTo>
                  <a:lnTo>
                    <a:pt x="8763" y="342328"/>
                  </a:lnTo>
                  <a:lnTo>
                    <a:pt x="8096" y="343376"/>
                  </a:lnTo>
                  <a:lnTo>
                    <a:pt x="8477" y="344424"/>
                  </a:lnTo>
                  <a:lnTo>
                    <a:pt x="9525" y="344900"/>
                  </a:lnTo>
                  <a:lnTo>
                    <a:pt x="10858" y="344233"/>
                  </a:lnTo>
                  <a:lnTo>
                    <a:pt x="10763" y="348996"/>
                  </a:lnTo>
                  <a:lnTo>
                    <a:pt x="11049" y="351187"/>
                  </a:lnTo>
                  <a:lnTo>
                    <a:pt x="12001" y="352425"/>
                  </a:lnTo>
                  <a:lnTo>
                    <a:pt x="12573" y="352425"/>
                  </a:lnTo>
                  <a:lnTo>
                    <a:pt x="12763" y="351853"/>
                  </a:lnTo>
                  <a:lnTo>
                    <a:pt x="13049" y="351377"/>
                  </a:lnTo>
                  <a:lnTo>
                    <a:pt x="13716" y="350520"/>
                  </a:lnTo>
                  <a:lnTo>
                    <a:pt x="13716" y="350044"/>
                  </a:lnTo>
                  <a:lnTo>
                    <a:pt x="13145" y="350044"/>
                  </a:lnTo>
                  <a:lnTo>
                    <a:pt x="13145" y="349377"/>
                  </a:lnTo>
                  <a:lnTo>
                    <a:pt x="14192" y="348234"/>
                  </a:lnTo>
                  <a:lnTo>
                    <a:pt x="15621" y="350234"/>
                  </a:lnTo>
                  <a:lnTo>
                    <a:pt x="17907" y="350330"/>
                  </a:lnTo>
                  <a:lnTo>
                    <a:pt x="20383" y="349663"/>
                  </a:lnTo>
                  <a:lnTo>
                    <a:pt x="22479" y="349377"/>
                  </a:lnTo>
                  <a:lnTo>
                    <a:pt x="22479" y="350044"/>
                  </a:lnTo>
                  <a:lnTo>
                    <a:pt x="21146" y="350520"/>
                  </a:lnTo>
                  <a:lnTo>
                    <a:pt x="20955" y="351758"/>
                  </a:lnTo>
                  <a:lnTo>
                    <a:pt x="21622" y="352711"/>
                  </a:lnTo>
                  <a:lnTo>
                    <a:pt x="23050" y="352330"/>
                  </a:lnTo>
                  <a:lnTo>
                    <a:pt x="22193" y="354139"/>
                  </a:lnTo>
                  <a:lnTo>
                    <a:pt x="20383" y="356140"/>
                  </a:lnTo>
                  <a:lnTo>
                    <a:pt x="19336" y="358140"/>
                  </a:lnTo>
                  <a:lnTo>
                    <a:pt x="20860" y="359855"/>
                  </a:lnTo>
                  <a:lnTo>
                    <a:pt x="20860" y="360521"/>
                  </a:lnTo>
                  <a:lnTo>
                    <a:pt x="14288" y="361093"/>
                  </a:lnTo>
                  <a:lnTo>
                    <a:pt x="12287" y="360997"/>
                  </a:lnTo>
                  <a:lnTo>
                    <a:pt x="11621" y="361093"/>
                  </a:lnTo>
                  <a:lnTo>
                    <a:pt x="11335" y="361569"/>
                  </a:lnTo>
                  <a:lnTo>
                    <a:pt x="11335" y="362331"/>
                  </a:lnTo>
                  <a:lnTo>
                    <a:pt x="11049" y="362998"/>
                  </a:lnTo>
                  <a:lnTo>
                    <a:pt x="10001" y="363379"/>
                  </a:lnTo>
                  <a:lnTo>
                    <a:pt x="10001" y="362426"/>
                  </a:lnTo>
                  <a:lnTo>
                    <a:pt x="9715" y="361664"/>
                  </a:lnTo>
                  <a:lnTo>
                    <a:pt x="9144" y="361188"/>
                  </a:lnTo>
                  <a:lnTo>
                    <a:pt x="8287" y="360997"/>
                  </a:lnTo>
                  <a:lnTo>
                    <a:pt x="8954" y="364141"/>
                  </a:lnTo>
                  <a:lnTo>
                    <a:pt x="8954" y="365760"/>
                  </a:lnTo>
                  <a:lnTo>
                    <a:pt x="8287" y="366808"/>
                  </a:lnTo>
                  <a:lnTo>
                    <a:pt x="8287" y="367379"/>
                  </a:lnTo>
                  <a:lnTo>
                    <a:pt x="8668" y="368236"/>
                  </a:lnTo>
                  <a:lnTo>
                    <a:pt x="8858" y="372999"/>
                  </a:lnTo>
                  <a:lnTo>
                    <a:pt x="8382" y="373951"/>
                  </a:lnTo>
                  <a:lnTo>
                    <a:pt x="7429" y="374904"/>
                  </a:lnTo>
                  <a:lnTo>
                    <a:pt x="6763" y="376047"/>
                  </a:lnTo>
                  <a:lnTo>
                    <a:pt x="7144" y="377380"/>
                  </a:lnTo>
                  <a:lnTo>
                    <a:pt x="5905" y="376999"/>
                  </a:lnTo>
                  <a:lnTo>
                    <a:pt x="5239" y="376238"/>
                  </a:lnTo>
                  <a:lnTo>
                    <a:pt x="4572" y="375761"/>
                  </a:lnTo>
                  <a:lnTo>
                    <a:pt x="3334" y="376142"/>
                  </a:lnTo>
                  <a:lnTo>
                    <a:pt x="2667" y="376809"/>
                  </a:lnTo>
                  <a:lnTo>
                    <a:pt x="1143" y="379476"/>
                  </a:lnTo>
                  <a:lnTo>
                    <a:pt x="667" y="380809"/>
                  </a:lnTo>
                  <a:lnTo>
                    <a:pt x="1905" y="382238"/>
                  </a:lnTo>
                  <a:lnTo>
                    <a:pt x="3048" y="384238"/>
                  </a:lnTo>
                  <a:lnTo>
                    <a:pt x="3810" y="386429"/>
                  </a:lnTo>
                  <a:lnTo>
                    <a:pt x="4000" y="388430"/>
                  </a:lnTo>
                  <a:lnTo>
                    <a:pt x="3715" y="388239"/>
                  </a:lnTo>
                  <a:lnTo>
                    <a:pt x="3143" y="388048"/>
                  </a:lnTo>
                  <a:lnTo>
                    <a:pt x="2857" y="387858"/>
                  </a:lnTo>
                  <a:lnTo>
                    <a:pt x="1524" y="391763"/>
                  </a:lnTo>
                  <a:lnTo>
                    <a:pt x="1429" y="393478"/>
                  </a:lnTo>
                  <a:lnTo>
                    <a:pt x="2381" y="394811"/>
                  </a:lnTo>
                  <a:lnTo>
                    <a:pt x="0" y="397478"/>
                  </a:lnTo>
                  <a:lnTo>
                    <a:pt x="381" y="401479"/>
                  </a:lnTo>
                  <a:lnTo>
                    <a:pt x="2286" y="405384"/>
                  </a:lnTo>
                  <a:lnTo>
                    <a:pt x="4572" y="407765"/>
                  </a:lnTo>
                  <a:lnTo>
                    <a:pt x="3715" y="405765"/>
                  </a:lnTo>
                  <a:lnTo>
                    <a:pt x="3524" y="404908"/>
                  </a:lnTo>
                  <a:lnTo>
                    <a:pt x="4286" y="405574"/>
                  </a:lnTo>
                  <a:lnTo>
                    <a:pt x="5429" y="407194"/>
                  </a:lnTo>
                  <a:lnTo>
                    <a:pt x="6287" y="407860"/>
                  </a:lnTo>
                  <a:lnTo>
                    <a:pt x="5715" y="403860"/>
                  </a:lnTo>
                  <a:lnTo>
                    <a:pt x="6191" y="403003"/>
                  </a:lnTo>
                  <a:lnTo>
                    <a:pt x="6763" y="402812"/>
                  </a:lnTo>
                  <a:lnTo>
                    <a:pt x="7334" y="403193"/>
                  </a:lnTo>
                  <a:lnTo>
                    <a:pt x="7811" y="403955"/>
                  </a:lnTo>
                  <a:lnTo>
                    <a:pt x="7811" y="404526"/>
                  </a:lnTo>
                  <a:lnTo>
                    <a:pt x="7239" y="404526"/>
                  </a:lnTo>
                  <a:lnTo>
                    <a:pt x="7239" y="405098"/>
                  </a:lnTo>
                  <a:lnTo>
                    <a:pt x="8954" y="406813"/>
                  </a:lnTo>
                  <a:lnTo>
                    <a:pt x="8954" y="407480"/>
                  </a:lnTo>
                  <a:lnTo>
                    <a:pt x="7906" y="408051"/>
                  </a:lnTo>
                  <a:lnTo>
                    <a:pt x="7715" y="409289"/>
                  </a:lnTo>
                  <a:lnTo>
                    <a:pt x="8096" y="410623"/>
                  </a:lnTo>
                  <a:lnTo>
                    <a:pt x="8858" y="411480"/>
                  </a:lnTo>
                  <a:lnTo>
                    <a:pt x="7525" y="412909"/>
                  </a:lnTo>
                  <a:lnTo>
                    <a:pt x="7811" y="414623"/>
                  </a:lnTo>
                  <a:lnTo>
                    <a:pt x="9906" y="417957"/>
                  </a:lnTo>
                  <a:lnTo>
                    <a:pt x="10478" y="417957"/>
                  </a:lnTo>
                  <a:lnTo>
                    <a:pt x="11049" y="416623"/>
                  </a:lnTo>
                  <a:lnTo>
                    <a:pt x="12097" y="416433"/>
                  </a:lnTo>
                  <a:lnTo>
                    <a:pt x="13335" y="416433"/>
                  </a:lnTo>
                  <a:lnTo>
                    <a:pt x="15335" y="415385"/>
                  </a:lnTo>
                  <a:lnTo>
                    <a:pt x="15812" y="415766"/>
                  </a:lnTo>
                  <a:lnTo>
                    <a:pt x="15907" y="416433"/>
                  </a:lnTo>
                  <a:lnTo>
                    <a:pt x="15621" y="416719"/>
                  </a:lnTo>
                  <a:lnTo>
                    <a:pt x="15240" y="416909"/>
                  </a:lnTo>
                  <a:lnTo>
                    <a:pt x="14859" y="417385"/>
                  </a:lnTo>
                  <a:lnTo>
                    <a:pt x="14478" y="417957"/>
                  </a:lnTo>
                  <a:lnTo>
                    <a:pt x="14288" y="418433"/>
                  </a:lnTo>
                  <a:lnTo>
                    <a:pt x="13906" y="418052"/>
                  </a:lnTo>
                  <a:lnTo>
                    <a:pt x="13430" y="417671"/>
                  </a:lnTo>
                  <a:lnTo>
                    <a:pt x="13240" y="417290"/>
                  </a:lnTo>
                  <a:lnTo>
                    <a:pt x="12001" y="418433"/>
                  </a:lnTo>
                  <a:lnTo>
                    <a:pt x="11430" y="418814"/>
                  </a:lnTo>
                  <a:lnTo>
                    <a:pt x="10763" y="419005"/>
                  </a:lnTo>
                  <a:lnTo>
                    <a:pt x="9811" y="418814"/>
                  </a:lnTo>
                  <a:lnTo>
                    <a:pt x="9334" y="418433"/>
                  </a:lnTo>
                  <a:lnTo>
                    <a:pt x="8954" y="418243"/>
                  </a:lnTo>
                  <a:lnTo>
                    <a:pt x="8191" y="418433"/>
                  </a:lnTo>
                  <a:lnTo>
                    <a:pt x="7048" y="419386"/>
                  </a:lnTo>
                  <a:lnTo>
                    <a:pt x="6953" y="420529"/>
                  </a:lnTo>
                  <a:lnTo>
                    <a:pt x="7048" y="421767"/>
                  </a:lnTo>
                  <a:lnTo>
                    <a:pt x="6572" y="423100"/>
                  </a:lnTo>
                  <a:lnTo>
                    <a:pt x="8954" y="423005"/>
                  </a:lnTo>
                  <a:lnTo>
                    <a:pt x="11049" y="424243"/>
                  </a:lnTo>
                  <a:lnTo>
                    <a:pt x="12382" y="426530"/>
                  </a:lnTo>
                  <a:lnTo>
                    <a:pt x="12573" y="429482"/>
                  </a:lnTo>
                  <a:lnTo>
                    <a:pt x="13145" y="429482"/>
                  </a:lnTo>
                  <a:lnTo>
                    <a:pt x="14192" y="425958"/>
                  </a:lnTo>
                  <a:lnTo>
                    <a:pt x="14764" y="425958"/>
                  </a:lnTo>
                  <a:lnTo>
                    <a:pt x="14478" y="427196"/>
                  </a:lnTo>
                  <a:lnTo>
                    <a:pt x="14383" y="429196"/>
                  </a:lnTo>
                  <a:lnTo>
                    <a:pt x="14192" y="430054"/>
                  </a:lnTo>
                  <a:lnTo>
                    <a:pt x="13906" y="430339"/>
                  </a:lnTo>
                  <a:lnTo>
                    <a:pt x="13430" y="430339"/>
                  </a:lnTo>
                  <a:lnTo>
                    <a:pt x="12954" y="430530"/>
                  </a:lnTo>
                  <a:lnTo>
                    <a:pt x="12573" y="431292"/>
                  </a:lnTo>
                  <a:lnTo>
                    <a:pt x="12478" y="432149"/>
                  </a:lnTo>
                  <a:lnTo>
                    <a:pt x="12668" y="432721"/>
                  </a:lnTo>
                  <a:lnTo>
                    <a:pt x="13145" y="433197"/>
                  </a:lnTo>
                  <a:lnTo>
                    <a:pt x="13716" y="433673"/>
                  </a:lnTo>
                  <a:lnTo>
                    <a:pt x="14859" y="434149"/>
                  </a:lnTo>
                  <a:lnTo>
                    <a:pt x="17526" y="434435"/>
                  </a:lnTo>
                  <a:lnTo>
                    <a:pt x="18574" y="434911"/>
                  </a:lnTo>
                  <a:lnTo>
                    <a:pt x="19145" y="435578"/>
                  </a:lnTo>
                  <a:lnTo>
                    <a:pt x="19717" y="436721"/>
                  </a:lnTo>
                  <a:lnTo>
                    <a:pt x="20098" y="437959"/>
                  </a:lnTo>
                  <a:lnTo>
                    <a:pt x="20288" y="439007"/>
                  </a:lnTo>
                  <a:lnTo>
                    <a:pt x="21050" y="438150"/>
                  </a:lnTo>
                  <a:lnTo>
                    <a:pt x="21241" y="436721"/>
                  </a:lnTo>
                  <a:lnTo>
                    <a:pt x="21336" y="433768"/>
                  </a:lnTo>
                  <a:lnTo>
                    <a:pt x="21907" y="435197"/>
                  </a:lnTo>
                  <a:lnTo>
                    <a:pt x="22003" y="436531"/>
                  </a:lnTo>
                  <a:lnTo>
                    <a:pt x="22384" y="437674"/>
                  </a:lnTo>
                  <a:lnTo>
                    <a:pt x="23527" y="438436"/>
                  </a:lnTo>
                  <a:lnTo>
                    <a:pt x="23527" y="437769"/>
                  </a:lnTo>
                  <a:lnTo>
                    <a:pt x="23717" y="437197"/>
                  </a:lnTo>
                  <a:lnTo>
                    <a:pt x="23908" y="436721"/>
                  </a:lnTo>
                  <a:lnTo>
                    <a:pt x="24098" y="436150"/>
                  </a:lnTo>
                  <a:lnTo>
                    <a:pt x="24670" y="437293"/>
                  </a:lnTo>
                  <a:lnTo>
                    <a:pt x="25622" y="438245"/>
                  </a:lnTo>
                  <a:lnTo>
                    <a:pt x="27718" y="439864"/>
                  </a:lnTo>
                  <a:lnTo>
                    <a:pt x="28194" y="441198"/>
                  </a:lnTo>
                  <a:lnTo>
                    <a:pt x="27432" y="442626"/>
                  </a:lnTo>
                  <a:lnTo>
                    <a:pt x="26384" y="443960"/>
                  </a:lnTo>
                  <a:lnTo>
                    <a:pt x="25813" y="445008"/>
                  </a:lnTo>
                  <a:lnTo>
                    <a:pt x="25527" y="446722"/>
                  </a:lnTo>
                  <a:lnTo>
                    <a:pt x="24955" y="446437"/>
                  </a:lnTo>
                  <a:lnTo>
                    <a:pt x="23622" y="444055"/>
                  </a:lnTo>
                  <a:lnTo>
                    <a:pt x="22670" y="442913"/>
                  </a:lnTo>
                  <a:lnTo>
                    <a:pt x="20193" y="441007"/>
                  </a:lnTo>
                  <a:lnTo>
                    <a:pt x="19240" y="439959"/>
                  </a:lnTo>
                  <a:lnTo>
                    <a:pt x="18669" y="439959"/>
                  </a:lnTo>
                  <a:lnTo>
                    <a:pt x="18479" y="440817"/>
                  </a:lnTo>
                  <a:lnTo>
                    <a:pt x="18002" y="441388"/>
                  </a:lnTo>
                  <a:lnTo>
                    <a:pt x="17240" y="441674"/>
                  </a:lnTo>
                  <a:lnTo>
                    <a:pt x="16192" y="441769"/>
                  </a:lnTo>
                  <a:lnTo>
                    <a:pt x="16002" y="442055"/>
                  </a:lnTo>
                  <a:lnTo>
                    <a:pt x="18193" y="444055"/>
                  </a:lnTo>
                  <a:lnTo>
                    <a:pt x="16954" y="444627"/>
                  </a:lnTo>
                  <a:lnTo>
                    <a:pt x="17907" y="445484"/>
                  </a:lnTo>
                  <a:lnTo>
                    <a:pt x="20383" y="446722"/>
                  </a:lnTo>
                  <a:lnTo>
                    <a:pt x="20574" y="447580"/>
                  </a:lnTo>
                  <a:lnTo>
                    <a:pt x="21336" y="448913"/>
                  </a:lnTo>
                  <a:lnTo>
                    <a:pt x="21526" y="449675"/>
                  </a:lnTo>
                  <a:lnTo>
                    <a:pt x="21336" y="451675"/>
                  </a:lnTo>
                  <a:lnTo>
                    <a:pt x="20955" y="453485"/>
                  </a:lnTo>
                  <a:lnTo>
                    <a:pt x="20764" y="453771"/>
                  </a:lnTo>
                  <a:lnTo>
                    <a:pt x="20383" y="454628"/>
                  </a:lnTo>
                  <a:lnTo>
                    <a:pt x="20193" y="455581"/>
                  </a:lnTo>
                  <a:lnTo>
                    <a:pt x="20383" y="456343"/>
                  </a:lnTo>
                  <a:lnTo>
                    <a:pt x="20955" y="456438"/>
                  </a:lnTo>
                  <a:lnTo>
                    <a:pt x="21717" y="455962"/>
                  </a:lnTo>
                  <a:lnTo>
                    <a:pt x="22288" y="455295"/>
                  </a:lnTo>
                  <a:lnTo>
                    <a:pt x="22574" y="454914"/>
                  </a:lnTo>
                  <a:lnTo>
                    <a:pt x="23050" y="453580"/>
                  </a:lnTo>
                  <a:lnTo>
                    <a:pt x="24289" y="452818"/>
                  </a:lnTo>
                  <a:lnTo>
                    <a:pt x="26384" y="452342"/>
                  </a:lnTo>
                  <a:lnTo>
                    <a:pt x="26289" y="452438"/>
                  </a:lnTo>
                  <a:lnTo>
                    <a:pt x="26575" y="452628"/>
                  </a:lnTo>
                  <a:lnTo>
                    <a:pt x="27051" y="452818"/>
                  </a:lnTo>
                  <a:lnTo>
                    <a:pt x="27432" y="452818"/>
                  </a:lnTo>
                  <a:lnTo>
                    <a:pt x="27908" y="452533"/>
                  </a:lnTo>
                  <a:lnTo>
                    <a:pt x="28670" y="451390"/>
                  </a:lnTo>
                  <a:lnTo>
                    <a:pt x="29146" y="451104"/>
                  </a:lnTo>
                  <a:lnTo>
                    <a:pt x="30004" y="451009"/>
                  </a:lnTo>
                  <a:lnTo>
                    <a:pt x="30861" y="451104"/>
                  </a:lnTo>
                  <a:lnTo>
                    <a:pt x="31528" y="451390"/>
                  </a:lnTo>
                  <a:lnTo>
                    <a:pt x="31813" y="451866"/>
                  </a:lnTo>
                  <a:lnTo>
                    <a:pt x="32004" y="452438"/>
                  </a:lnTo>
                  <a:lnTo>
                    <a:pt x="32480" y="452914"/>
                  </a:lnTo>
                  <a:lnTo>
                    <a:pt x="33147" y="453199"/>
                  </a:lnTo>
                  <a:lnTo>
                    <a:pt x="33814" y="453295"/>
                  </a:lnTo>
                  <a:lnTo>
                    <a:pt x="34385" y="453580"/>
                  </a:lnTo>
                  <a:lnTo>
                    <a:pt x="35719" y="455105"/>
                  </a:lnTo>
                  <a:lnTo>
                    <a:pt x="37147" y="455485"/>
                  </a:lnTo>
                  <a:lnTo>
                    <a:pt x="42005" y="455105"/>
                  </a:lnTo>
                  <a:lnTo>
                    <a:pt x="42291" y="454819"/>
                  </a:lnTo>
                  <a:lnTo>
                    <a:pt x="42386" y="454247"/>
                  </a:lnTo>
                  <a:lnTo>
                    <a:pt x="42672" y="453676"/>
                  </a:lnTo>
                  <a:lnTo>
                    <a:pt x="43624" y="453390"/>
                  </a:lnTo>
                  <a:lnTo>
                    <a:pt x="45911" y="453295"/>
                  </a:lnTo>
                  <a:lnTo>
                    <a:pt x="46577" y="453390"/>
                  </a:lnTo>
                  <a:lnTo>
                    <a:pt x="47434" y="453771"/>
                  </a:lnTo>
                  <a:lnTo>
                    <a:pt x="48196" y="454247"/>
                  </a:lnTo>
                  <a:lnTo>
                    <a:pt x="49339" y="455200"/>
                  </a:lnTo>
                  <a:lnTo>
                    <a:pt x="50482" y="454342"/>
                  </a:lnTo>
                  <a:lnTo>
                    <a:pt x="52578" y="453771"/>
                  </a:lnTo>
                  <a:lnTo>
                    <a:pt x="54578" y="453009"/>
                  </a:lnTo>
                  <a:lnTo>
                    <a:pt x="55436" y="451485"/>
                  </a:lnTo>
                  <a:lnTo>
                    <a:pt x="56007" y="450818"/>
                  </a:lnTo>
                  <a:lnTo>
                    <a:pt x="57150" y="450818"/>
                  </a:lnTo>
                  <a:lnTo>
                    <a:pt x="59055" y="451199"/>
                  </a:lnTo>
                  <a:lnTo>
                    <a:pt x="59626" y="450818"/>
                  </a:lnTo>
                  <a:lnTo>
                    <a:pt x="63722" y="445960"/>
                  </a:lnTo>
                  <a:lnTo>
                    <a:pt x="65056" y="442913"/>
                  </a:lnTo>
                  <a:lnTo>
                    <a:pt x="65627" y="442436"/>
                  </a:lnTo>
                  <a:lnTo>
                    <a:pt x="67151" y="441674"/>
                  </a:lnTo>
                  <a:lnTo>
                    <a:pt x="68199" y="439769"/>
                  </a:lnTo>
                  <a:lnTo>
                    <a:pt x="69723" y="436055"/>
                  </a:lnTo>
                  <a:lnTo>
                    <a:pt x="67913" y="431863"/>
                  </a:lnTo>
                  <a:lnTo>
                    <a:pt x="66580" y="429673"/>
                  </a:lnTo>
                  <a:lnTo>
                    <a:pt x="65246" y="428434"/>
                  </a:lnTo>
                  <a:lnTo>
                    <a:pt x="64770" y="428339"/>
                  </a:lnTo>
                  <a:lnTo>
                    <a:pt x="63627" y="428434"/>
                  </a:lnTo>
                  <a:lnTo>
                    <a:pt x="63151" y="428434"/>
                  </a:lnTo>
                  <a:lnTo>
                    <a:pt x="62484" y="428149"/>
                  </a:lnTo>
                  <a:lnTo>
                    <a:pt x="61055" y="427387"/>
                  </a:lnTo>
                  <a:lnTo>
                    <a:pt x="59722" y="426910"/>
                  </a:lnTo>
                  <a:lnTo>
                    <a:pt x="58864" y="426148"/>
                  </a:lnTo>
                  <a:lnTo>
                    <a:pt x="58388" y="425196"/>
                  </a:lnTo>
                  <a:lnTo>
                    <a:pt x="58769" y="424434"/>
                  </a:lnTo>
                  <a:lnTo>
                    <a:pt x="58103" y="423576"/>
                  </a:lnTo>
                  <a:lnTo>
                    <a:pt x="57436" y="422910"/>
                  </a:lnTo>
                  <a:lnTo>
                    <a:pt x="56769" y="422815"/>
                  </a:lnTo>
                  <a:lnTo>
                    <a:pt x="56007" y="423863"/>
                  </a:lnTo>
                  <a:lnTo>
                    <a:pt x="56007" y="422053"/>
                  </a:lnTo>
                  <a:lnTo>
                    <a:pt x="55150" y="422624"/>
                  </a:lnTo>
                  <a:lnTo>
                    <a:pt x="54102" y="423005"/>
                  </a:lnTo>
                  <a:lnTo>
                    <a:pt x="53054" y="423100"/>
                  </a:lnTo>
                  <a:lnTo>
                    <a:pt x="52102" y="422624"/>
                  </a:lnTo>
                  <a:lnTo>
                    <a:pt x="52864" y="422053"/>
                  </a:lnTo>
                  <a:lnTo>
                    <a:pt x="53245" y="421195"/>
                  </a:lnTo>
                  <a:lnTo>
                    <a:pt x="53340" y="420148"/>
                  </a:lnTo>
                  <a:lnTo>
                    <a:pt x="53245" y="419005"/>
                  </a:lnTo>
                  <a:lnTo>
                    <a:pt x="52673" y="419005"/>
                  </a:lnTo>
                  <a:lnTo>
                    <a:pt x="52388" y="419576"/>
                  </a:lnTo>
                  <a:lnTo>
                    <a:pt x="52006" y="420052"/>
                  </a:lnTo>
                  <a:lnTo>
                    <a:pt x="51530" y="420433"/>
                  </a:lnTo>
                  <a:lnTo>
                    <a:pt x="50959" y="420719"/>
                  </a:lnTo>
                  <a:lnTo>
                    <a:pt x="51625" y="418433"/>
                  </a:lnTo>
                  <a:lnTo>
                    <a:pt x="53245" y="416433"/>
                  </a:lnTo>
                  <a:lnTo>
                    <a:pt x="53912" y="414814"/>
                  </a:lnTo>
                  <a:lnTo>
                    <a:pt x="51530" y="413671"/>
                  </a:lnTo>
                  <a:lnTo>
                    <a:pt x="51530" y="413290"/>
                  </a:lnTo>
                  <a:lnTo>
                    <a:pt x="51625" y="413194"/>
                  </a:lnTo>
                  <a:lnTo>
                    <a:pt x="51816" y="413194"/>
                  </a:lnTo>
                  <a:lnTo>
                    <a:pt x="52102" y="413099"/>
                  </a:lnTo>
                  <a:lnTo>
                    <a:pt x="51530" y="412528"/>
                  </a:lnTo>
                  <a:lnTo>
                    <a:pt x="52769" y="411956"/>
                  </a:lnTo>
                  <a:lnTo>
                    <a:pt x="53530" y="411289"/>
                  </a:lnTo>
                  <a:lnTo>
                    <a:pt x="53626" y="410337"/>
                  </a:lnTo>
                  <a:lnTo>
                    <a:pt x="52673" y="409003"/>
                  </a:lnTo>
                  <a:lnTo>
                    <a:pt x="53245" y="408527"/>
                  </a:lnTo>
                  <a:lnTo>
                    <a:pt x="53626" y="408051"/>
                  </a:lnTo>
                  <a:lnTo>
                    <a:pt x="54292" y="406717"/>
                  </a:lnTo>
                  <a:lnTo>
                    <a:pt x="54769" y="408241"/>
                  </a:lnTo>
                  <a:lnTo>
                    <a:pt x="54673" y="411766"/>
                  </a:lnTo>
                  <a:lnTo>
                    <a:pt x="54769" y="413099"/>
                  </a:lnTo>
                  <a:lnTo>
                    <a:pt x="55436" y="414338"/>
                  </a:lnTo>
                  <a:lnTo>
                    <a:pt x="56483" y="415385"/>
                  </a:lnTo>
                  <a:lnTo>
                    <a:pt x="57626" y="415957"/>
                  </a:lnTo>
                  <a:lnTo>
                    <a:pt x="58674" y="415576"/>
                  </a:lnTo>
                  <a:lnTo>
                    <a:pt x="59626" y="412813"/>
                  </a:lnTo>
                  <a:lnTo>
                    <a:pt x="59055" y="409480"/>
                  </a:lnTo>
                  <a:lnTo>
                    <a:pt x="57721" y="406432"/>
                  </a:lnTo>
                  <a:lnTo>
                    <a:pt x="56388" y="404526"/>
                  </a:lnTo>
                  <a:lnTo>
                    <a:pt x="56102" y="405384"/>
                  </a:lnTo>
                  <a:lnTo>
                    <a:pt x="55721" y="405574"/>
                  </a:lnTo>
                  <a:lnTo>
                    <a:pt x="55245" y="405289"/>
                  </a:lnTo>
                  <a:lnTo>
                    <a:pt x="54673" y="404526"/>
                  </a:lnTo>
                  <a:lnTo>
                    <a:pt x="54102" y="405098"/>
                  </a:lnTo>
                  <a:lnTo>
                    <a:pt x="53626" y="403669"/>
                  </a:lnTo>
                  <a:lnTo>
                    <a:pt x="52292" y="403574"/>
                  </a:lnTo>
                  <a:lnTo>
                    <a:pt x="50768" y="404241"/>
                  </a:lnTo>
                  <a:lnTo>
                    <a:pt x="49721" y="405098"/>
                  </a:lnTo>
                  <a:lnTo>
                    <a:pt x="43720" y="405193"/>
                  </a:lnTo>
                  <a:lnTo>
                    <a:pt x="42100" y="405574"/>
                  </a:lnTo>
                  <a:lnTo>
                    <a:pt x="42100" y="404431"/>
                  </a:lnTo>
                  <a:lnTo>
                    <a:pt x="41434" y="404622"/>
                  </a:lnTo>
                  <a:lnTo>
                    <a:pt x="41148" y="404622"/>
                  </a:lnTo>
                  <a:lnTo>
                    <a:pt x="40957" y="404526"/>
                  </a:lnTo>
                  <a:lnTo>
                    <a:pt x="40386" y="404431"/>
                  </a:lnTo>
                  <a:lnTo>
                    <a:pt x="40291" y="404622"/>
                  </a:lnTo>
                  <a:lnTo>
                    <a:pt x="40386" y="404813"/>
                  </a:lnTo>
                  <a:lnTo>
                    <a:pt x="40291" y="404908"/>
                  </a:lnTo>
                  <a:lnTo>
                    <a:pt x="39910" y="405003"/>
                  </a:lnTo>
                  <a:lnTo>
                    <a:pt x="39910" y="404622"/>
                  </a:lnTo>
                  <a:lnTo>
                    <a:pt x="39814" y="404526"/>
                  </a:lnTo>
                  <a:lnTo>
                    <a:pt x="39624" y="404526"/>
                  </a:lnTo>
                  <a:lnTo>
                    <a:pt x="39338" y="404431"/>
                  </a:lnTo>
                  <a:lnTo>
                    <a:pt x="39624" y="403765"/>
                  </a:lnTo>
                  <a:lnTo>
                    <a:pt x="39719" y="403288"/>
                  </a:lnTo>
                  <a:lnTo>
                    <a:pt x="39624" y="402812"/>
                  </a:lnTo>
                  <a:lnTo>
                    <a:pt x="39338" y="402050"/>
                  </a:lnTo>
                  <a:lnTo>
                    <a:pt x="39910" y="402050"/>
                  </a:lnTo>
                  <a:lnTo>
                    <a:pt x="40196" y="402336"/>
                  </a:lnTo>
                  <a:lnTo>
                    <a:pt x="40957" y="403193"/>
                  </a:lnTo>
                  <a:lnTo>
                    <a:pt x="40481" y="401955"/>
                  </a:lnTo>
                  <a:lnTo>
                    <a:pt x="39053" y="399478"/>
                  </a:lnTo>
                  <a:lnTo>
                    <a:pt x="38671" y="397955"/>
                  </a:lnTo>
                  <a:lnTo>
                    <a:pt x="38767" y="396335"/>
                  </a:lnTo>
                  <a:lnTo>
                    <a:pt x="39053" y="394716"/>
                  </a:lnTo>
                  <a:lnTo>
                    <a:pt x="39053" y="393382"/>
                  </a:lnTo>
                  <a:lnTo>
                    <a:pt x="38100" y="392620"/>
                  </a:lnTo>
                  <a:lnTo>
                    <a:pt x="38100" y="392049"/>
                  </a:lnTo>
                  <a:lnTo>
                    <a:pt x="39148" y="392620"/>
                  </a:lnTo>
                  <a:lnTo>
                    <a:pt x="40862" y="389763"/>
                  </a:lnTo>
                  <a:lnTo>
                    <a:pt x="41338" y="388620"/>
                  </a:lnTo>
                  <a:lnTo>
                    <a:pt x="41910" y="386429"/>
                  </a:lnTo>
                  <a:lnTo>
                    <a:pt x="42291" y="385381"/>
                  </a:lnTo>
                  <a:lnTo>
                    <a:pt x="43053" y="384429"/>
                  </a:lnTo>
                  <a:lnTo>
                    <a:pt x="42958" y="385763"/>
                  </a:lnTo>
                  <a:lnTo>
                    <a:pt x="43053" y="387286"/>
                  </a:lnTo>
                  <a:lnTo>
                    <a:pt x="43434" y="388525"/>
                  </a:lnTo>
                  <a:lnTo>
                    <a:pt x="44101" y="389096"/>
                  </a:lnTo>
                  <a:lnTo>
                    <a:pt x="44291" y="388620"/>
                  </a:lnTo>
                  <a:lnTo>
                    <a:pt x="48101" y="383762"/>
                  </a:lnTo>
                  <a:lnTo>
                    <a:pt x="48958" y="383191"/>
                  </a:lnTo>
                  <a:lnTo>
                    <a:pt x="51721" y="382143"/>
                  </a:lnTo>
                  <a:lnTo>
                    <a:pt x="53245" y="381381"/>
                  </a:lnTo>
                  <a:lnTo>
                    <a:pt x="54292" y="379952"/>
                  </a:lnTo>
                  <a:lnTo>
                    <a:pt x="56483" y="378333"/>
                  </a:lnTo>
                  <a:lnTo>
                    <a:pt x="57340" y="377952"/>
                  </a:lnTo>
                  <a:lnTo>
                    <a:pt x="58007" y="377476"/>
                  </a:lnTo>
                  <a:lnTo>
                    <a:pt x="58483" y="376238"/>
                  </a:lnTo>
                  <a:lnTo>
                    <a:pt x="58674" y="374809"/>
                  </a:lnTo>
                  <a:lnTo>
                    <a:pt x="58769" y="373570"/>
                  </a:lnTo>
                  <a:lnTo>
                    <a:pt x="58864" y="373284"/>
                  </a:lnTo>
                  <a:lnTo>
                    <a:pt x="59055" y="372904"/>
                  </a:lnTo>
                  <a:lnTo>
                    <a:pt x="59246" y="372332"/>
                  </a:lnTo>
                  <a:lnTo>
                    <a:pt x="59341" y="371570"/>
                  </a:lnTo>
                  <a:lnTo>
                    <a:pt x="59150" y="371094"/>
                  </a:lnTo>
                  <a:lnTo>
                    <a:pt x="58388" y="370427"/>
                  </a:lnTo>
                  <a:lnTo>
                    <a:pt x="58198" y="370046"/>
                  </a:lnTo>
                  <a:lnTo>
                    <a:pt x="57912" y="369189"/>
                  </a:lnTo>
                  <a:lnTo>
                    <a:pt x="57245" y="368236"/>
                  </a:lnTo>
                  <a:lnTo>
                    <a:pt x="56388" y="367379"/>
                  </a:lnTo>
                  <a:lnTo>
                    <a:pt x="55531" y="366808"/>
                  </a:lnTo>
                  <a:lnTo>
                    <a:pt x="55531" y="366236"/>
                  </a:lnTo>
                  <a:lnTo>
                    <a:pt x="55816" y="365188"/>
                  </a:lnTo>
                  <a:lnTo>
                    <a:pt x="55054" y="364045"/>
                  </a:lnTo>
                  <a:lnTo>
                    <a:pt x="53816" y="363093"/>
                  </a:lnTo>
                  <a:lnTo>
                    <a:pt x="52769" y="362617"/>
                  </a:lnTo>
                  <a:lnTo>
                    <a:pt x="52769" y="362045"/>
                  </a:lnTo>
                  <a:lnTo>
                    <a:pt x="54102" y="362331"/>
                  </a:lnTo>
                  <a:lnTo>
                    <a:pt x="55912" y="363474"/>
                  </a:lnTo>
                  <a:lnTo>
                    <a:pt x="57055" y="363759"/>
                  </a:lnTo>
                  <a:lnTo>
                    <a:pt x="56579" y="362617"/>
                  </a:lnTo>
                  <a:lnTo>
                    <a:pt x="57340" y="362998"/>
                  </a:lnTo>
                  <a:lnTo>
                    <a:pt x="57626" y="363283"/>
                  </a:lnTo>
                  <a:lnTo>
                    <a:pt x="58007" y="360235"/>
                  </a:lnTo>
                  <a:lnTo>
                    <a:pt x="56197" y="356901"/>
                  </a:lnTo>
                  <a:lnTo>
                    <a:pt x="55150" y="354139"/>
                  </a:lnTo>
                  <a:lnTo>
                    <a:pt x="57626" y="352711"/>
                  </a:lnTo>
                  <a:lnTo>
                    <a:pt x="57626" y="353377"/>
                  </a:lnTo>
                  <a:lnTo>
                    <a:pt x="57150" y="353663"/>
                  </a:lnTo>
                  <a:lnTo>
                    <a:pt x="56769" y="354044"/>
                  </a:lnTo>
                  <a:lnTo>
                    <a:pt x="56007" y="355092"/>
                  </a:lnTo>
                  <a:lnTo>
                    <a:pt x="58579" y="358330"/>
                  </a:lnTo>
                  <a:lnTo>
                    <a:pt x="60103" y="359188"/>
                  </a:lnTo>
                  <a:lnTo>
                    <a:pt x="61055" y="357473"/>
                  </a:lnTo>
                  <a:lnTo>
                    <a:pt x="61531" y="357473"/>
                  </a:lnTo>
                  <a:lnTo>
                    <a:pt x="60484" y="362236"/>
                  </a:lnTo>
                  <a:lnTo>
                    <a:pt x="60484" y="363379"/>
                  </a:lnTo>
                  <a:lnTo>
                    <a:pt x="61246" y="365093"/>
                  </a:lnTo>
                  <a:lnTo>
                    <a:pt x="61913" y="364617"/>
                  </a:lnTo>
                  <a:lnTo>
                    <a:pt x="62674" y="363093"/>
                  </a:lnTo>
                  <a:lnTo>
                    <a:pt x="63817" y="361664"/>
                  </a:lnTo>
                  <a:lnTo>
                    <a:pt x="63817" y="363379"/>
                  </a:lnTo>
                  <a:lnTo>
                    <a:pt x="64103" y="363093"/>
                  </a:lnTo>
                  <a:lnTo>
                    <a:pt x="64389" y="362807"/>
                  </a:lnTo>
                  <a:lnTo>
                    <a:pt x="64865" y="362712"/>
                  </a:lnTo>
                  <a:lnTo>
                    <a:pt x="65532" y="362807"/>
                  </a:lnTo>
                  <a:lnTo>
                    <a:pt x="65532" y="363379"/>
                  </a:lnTo>
                  <a:lnTo>
                    <a:pt x="62198" y="365188"/>
                  </a:lnTo>
                  <a:lnTo>
                    <a:pt x="62198" y="365760"/>
                  </a:lnTo>
                  <a:lnTo>
                    <a:pt x="63151" y="365950"/>
                  </a:lnTo>
                  <a:lnTo>
                    <a:pt x="63913" y="366236"/>
                  </a:lnTo>
                  <a:lnTo>
                    <a:pt x="64484" y="366331"/>
                  </a:lnTo>
                  <a:lnTo>
                    <a:pt x="64961" y="365855"/>
                  </a:lnTo>
                  <a:lnTo>
                    <a:pt x="65532" y="365855"/>
                  </a:lnTo>
                  <a:lnTo>
                    <a:pt x="65532" y="366522"/>
                  </a:lnTo>
                  <a:lnTo>
                    <a:pt x="65246" y="367189"/>
                  </a:lnTo>
                  <a:lnTo>
                    <a:pt x="65056" y="367570"/>
                  </a:lnTo>
                  <a:lnTo>
                    <a:pt x="64961" y="368236"/>
                  </a:lnTo>
                  <a:lnTo>
                    <a:pt x="64484" y="368236"/>
                  </a:lnTo>
                  <a:lnTo>
                    <a:pt x="64008" y="367379"/>
                  </a:lnTo>
                  <a:lnTo>
                    <a:pt x="63246" y="366998"/>
                  </a:lnTo>
                  <a:lnTo>
                    <a:pt x="62389" y="366808"/>
                  </a:lnTo>
                  <a:lnTo>
                    <a:pt x="61627" y="366426"/>
                  </a:lnTo>
                  <a:lnTo>
                    <a:pt x="61150" y="366426"/>
                  </a:lnTo>
                  <a:lnTo>
                    <a:pt x="61150" y="366808"/>
                  </a:lnTo>
                  <a:lnTo>
                    <a:pt x="61055" y="366903"/>
                  </a:lnTo>
                  <a:lnTo>
                    <a:pt x="60865" y="366903"/>
                  </a:lnTo>
                  <a:lnTo>
                    <a:pt x="60579" y="366998"/>
                  </a:lnTo>
                  <a:lnTo>
                    <a:pt x="60960" y="367189"/>
                  </a:lnTo>
                  <a:lnTo>
                    <a:pt x="61246" y="367379"/>
                  </a:lnTo>
                  <a:lnTo>
                    <a:pt x="61436" y="367665"/>
                  </a:lnTo>
                  <a:lnTo>
                    <a:pt x="61531" y="368141"/>
                  </a:lnTo>
                  <a:lnTo>
                    <a:pt x="60579" y="368522"/>
                  </a:lnTo>
                  <a:lnTo>
                    <a:pt x="60674" y="369189"/>
                  </a:lnTo>
                  <a:lnTo>
                    <a:pt x="61150" y="370046"/>
                  </a:lnTo>
                  <a:lnTo>
                    <a:pt x="61436" y="371094"/>
                  </a:lnTo>
                  <a:lnTo>
                    <a:pt x="61246" y="372237"/>
                  </a:lnTo>
                  <a:lnTo>
                    <a:pt x="60579" y="373951"/>
                  </a:lnTo>
                  <a:lnTo>
                    <a:pt x="60388" y="375190"/>
                  </a:lnTo>
                  <a:lnTo>
                    <a:pt x="60960" y="375190"/>
                  </a:lnTo>
                  <a:lnTo>
                    <a:pt x="62294" y="374142"/>
                  </a:lnTo>
                  <a:lnTo>
                    <a:pt x="63532" y="373380"/>
                  </a:lnTo>
                  <a:lnTo>
                    <a:pt x="64961" y="372904"/>
                  </a:lnTo>
                  <a:lnTo>
                    <a:pt x="73533" y="372237"/>
                  </a:lnTo>
                  <a:lnTo>
                    <a:pt x="73152" y="371856"/>
                  </a:lnTo>
                  <a:lnTo>
                    <a:pt x="72866" y="371475"/>
                  </a:lnTo>
                  <a:lnTo>
                    <a:pt x="72580" y="370999"/>
                  </a:lnTo>
                  <a:lnTo>
                    <a:pt x="72390" y="370427"/>
                  </a:lnTo>
                  <a:lnTo>
                    <a:pt x="75724" y="371856"/>
                  </a:lnTo>
                  <a:lnTo>
                    <a:pt x="77248" y="371856"/>
                  </a:lnTo>
                  <a:lnTo>
                    <a:pt x="77819" y="369951"/>
                  </a:lnTo>
                  <a:lnTo>
                    <a:pt x="75914" y="366713"/>
                  </a:lnTo>
                  <a:lnTo>
                    <a:pt x="75629" y="365855"/>
                  </a:lnTo>
                  <a:lnTo>
                    <a:pt x="75724" y="362045"/>
                  </a:lnTo>
                  <a:lnTo>
                    <a:pt x="77248" y="358997"/>
                  </a:lnTo>
                  <a:lnTo>
                    <a:pt x="84582" y="355759"/>
                  </a:lnTo>
                  <a:lnTo>
                    <a:pt x="87154" y="353568"/>
                  </a:lnTo>
                  <a:lnTo>
                    <a:pt x="87630" y="353568"/>
                  </a:lnTo>
                  <a:lnTo>
                    <a:pt x="86773" y="356235"/>
                  </a:lnTo>
                  <a:lnTo>
                    <a:pt x="84296" y="357092"/>
                  </a:lnTo>
                  <a:lnTo>
                    <a:pt x="81724" y="357473"/>
                  </a:lnTo>
                  <a:lnTo>
                    <a:pt x="80105" y="358997"/>
                  </a:lnTo>
                  <a:lnTo>
                    <a:pt x="77914" y="359569"/>
                  </a:lnTo>
                  <a:lnTo>
                    <a:pt x="77248" y="359950"/>
                  </a:lnTo>
                  <a:lnTo>
                    <a:pt x="76867" y="361188"/>
                  </a:lnTo>
                  <a:lnTo>
                    <a:pt x="77153" y="361950"/>
                  </a:lnTo>
                  <a:lnTo>
                    <a:pt x="77629" y="362712"/>
                  </a:lnTo>
                  <a:lnTo>
                    <a:pt x="77724" y="364045"/>
                  </a:lnTo>
                  <a:lnTo>
                    <a:pt x="78200" y="363093"/>
                  </a:lnTo>
                  <a:lnTo>
                    <a:pt x="78772" y="362331"/>
                  </a:lnTo>
                  <a:lnTo>
                    <a:pt x="79534" y="361855"/>
                  </a:lnTo>
                  <a:lnTo>
                    <a:pt x="80581" y="361855"/>
                  </a:lnTo>
                  <a:lnTo>
                    <a:pt x="79438" y="362807"/>
                  </a:lnTo>
                  <a:lnTo>
                    <a:pt x="78772" y="364712"/>
                  </a:lnTo>
                  <a:lnTo>
                    <a:pt x="78486" y="369380"/>
                  </a:lnTo>
                  <a:lnTo>
                    <a:pt x="78962" y="369380"/>
                  </a:lnTo>
                  <a:lnTo>
                    <a:pt x="79629" y="367189"/>
                  </a:lnTo>
                  <a:lnTo>
                    <a:pt x="80581" y="365188"/>
                  </a:lnTo>
                  <a:lnTo>
                    <a:pt x="81724" y="363379"/>
                  </a:lnTo>
                  <a:lnTo>
                    <a:pt x="82867" y="361855"/>
                  </a:lnTo>
                  <a:lnTo>
                    <a:pt x="86011" y="358997"/>
                  </a:lnTo>
                  <a:lnTo>
                    <a:pt x="87916" y="357759"/>
                  </a:lnTo>
                  <a:lnTo>
                    <a:pt x="89725" y="357188"/>
                  </a:lnTo>
                  <a:lnTo>
                    <a:pt x="90964" y="357378"/>
                  </a:lnTo>
                  <a:lnTo>
                    <a:pt x="92869" y="358140"/>
                  </a:lnTo>
                  <a:lnTo>
                    <a:pt x="94679" y="358426"/>
                  </a:lnTo>
                  <a:lnTo>
                    <a:pt x="96012" y="358807"/>
                  </a:lnTo>
                  <a:lnTo>
                    <a:pt x="96012" y="358902"/>
                  </a:lnTo>
                  <a:lnTo>
                    <a:pt x="96583" y="358616"/>
                  </a:lnTo>
                  <a:lnTo>
                    <a:pt x="97536" y="357854"/>
                  </a:lnTo>
                  <a:lnTo>
                    <a:pt x="97822" y="357664"/>
                  </a:lnTo>
                  <a:lnTo>
                    <a:pt x="99727" y="356901"/>
                  </a:lnTo>
                  <a:lnTo>
                    <a:pt x="101632" y="355568"/>
                  </a:lnTo>
                  <a:lnTo>
                    <a:pt x="103632" y="354616"/>
                  </a:lnTo>
                  <a:lnTo>
                    <a:pt x="105823" y="355282"/>
                  </a:lnTo>
                  <a:lnTo>
                    <a:pt x="108395" y="352615"/>
                  </a:lnTo>
                  <a:lnTo>
                    <a:pt x="109919" y="351472"/>
                  </a:lnTo>
                  <a:lnTo>
                    <a:pt x="111919" y="351187"/>
                  </a:lnTo>
                  <a:lnTo>
                    <a:pt x="111157" y="350330"/>
                  </a:lnTo>
                  <a:lnTo>
                    <a:pt x="109823" y="350234"/>
                  </a:lnTo>
                  <a:lnTo>
                    <a:pt x="108585" y="350710"/>
                  </a:lnTo>
                  <a:lnTo>
                    <a:pt x="108013" y="351568"/>
                  </a:lnTo>
                  <a:lnTo>
                    <a:pt x="107728" y="352520"/>
                  </a:lnTo>
                  <a:lnTo>
                    <a:pt x="107061" y="353187"/>
                  </a:lnTo>
                  <a:lnTo>
                    <a:pt x="106013" y="353568"/>
                  </a:lnTo>
                  <a:lnTo>
                    <a:pt x="104775" y="353663"/>
                  </a:lnTo>
                  <a:lnTo>
                    <a:pt x="104775" y="352996"/>
                  </a:lnTo>
                  <a:lnTo>
                    <a:pt x="105823" y="352711"/>
                  </a:lnTo>
                  <a:lnTo>
                    <a:pt x="106489" y="352044"/>
                  </a:lnTo>
                  <a:lnTo>
                    <a:pt x="107537" y="350139"/>
                  </a:lnTo>
                  <a:lnTo>
                    <a:pt x="106585" y="349758"/>
                  </a:lnTo>
                  <a:lnTo>
                    <a:pt x="106108" y="348234"/>
                  </a:lnTo>
                  <a:lnTo>
                    <a:pt x="105346" y="347758"/>
                  </a:lnTo>
                  <a:lnTo>
                    <a:pt x="107442" y="347091"/>
                  </a:lnTo>
                  <a:lnTo>
                    <a:pt x="108395" y="346519"/>
                  </a:lnTo>
                  <a:lnTo>
                    <a:pt x="108775" y="345376"/>
                  </a:lnTo>
                  <a:lnTo>
                    <a:pt x="109347" y="346138"/>
                  </a:lnTo>
                  <a:lnTo>
                    <a:pt x="112586" y="347663"/>
                  </a:lnTo>
                  <a:lnTo>
                    <a:pt x="112871" y="348139"/>
                  </a:lnTo>
                  <a:lnTo>
                    <a:pt x="112776" y="348615"/>
                  </a:lnTo>
                  <a:lnTo>
                    <a:pt x="112871" y="348996"/>
                  </a:lnTo>
                  <a:lnTo>
                    <a:pt x="113633" y="349377"/>
                  </a:lnTo>
                  <a:lnTo>
                    <a:pt x="114395" y="349377"/>
                  </a:lnTo>
                  <a:lnTo>
                    <a:pt x="115157" y="349091"/>
                  </a:lnTo>
                  <a:lnTo>
                    <a:pt x="115919" y="348615"/>
                  </a:lnTo>
                  <a:lnTo>
                    <a:pt x="116491" y="348139"/>
                  </a:lnTo>
                  <a:lnTo>
                    <a:pt x="116681" y="348520"/>
                  </a:lnTo>
                  <a:lnTo>
                    <a:pt x="116967" y="348805"/>
                  </a:lnTo>
                  <a:lnTo>
                    <a:pt x="116967" y="349377"/>
                  </a:lnTo>
                  <a:lnTo>
                    <a:pt x="113633" y="350520"/>
                  </a:lnTo>
                  <a:lnTo>
                    <a:pt x="113633" y="351187"/>
                  </a:lnTo>
                  <a:lnTo>
                    <a:pt x="116110" y="351091"/>
                  </a:lnTo>
                  <a:lnTo>
                    <a:pt x="117253" y="351282"/>
                  </a:lnTo>
                  <a:lnTo>
                    <a:pt x="118015" y="351758"/>
                  </a:lnTo>
                  <a:lnTo>
                    <a:pt x="119444" y="350901"/>
                  </a:lnTo>
                  <a:lnTo>
                    <a:pt x="121253" y="350139"/>
                  </a:lnTo>
                  <a:lnTo>
                    <a:pt x="124587" y="348996"/>
                  </a:lnTo>
                  <a:lnTo>
                    <a:pt x="123539" y="348424"/>
                  </a:lnTo>
                  <a:lnTo>
                    <a:pt x="122396" y="348234"/>
                  </a:lnTo>
                  <a:lnTo>
                    <a:pt x="121253" y="348424"/>
                  </a:lnTo>
                  <a:lnTo>
                    <a:pt x="120205" y="348996"/>
                  </a:lnTo>
                  <a:lnTo>
                    <a:pt x="119634" y="348424"/>
                  </a:lnTo>
                  <a:lnTo>
                    <a:pt x="119824" y="348234"/>
                  </a:lnTo>
                  <a:lnTo>
                    <a:pt x="120110" y="347853"/>
                  </a:lnTo>
                  <a:lnTo>
                    <a:pt x="119063" y="347853"/>
                  </a:lnTo>
                  <a:lnTo>
                    <a:pt x="119063" y="347281"/>
                  </a:lnTo>
                  <a:lnTo>
                    <a:pt x="121825" y="346329"/>
                  </a:lnTo>
                  <a:lnTo>
                    <a:pt x="122968" y="346234"/>
                  </a:lnTo>
                  <a:lnTo>
                    <a:pt x="123444" y="347186"/>
                  </a:lnTo>
                  <a:lnTo>
                    <a:pt x="124968" y="346805"/>
                  </a:lnTo>
                  <a:lnTo>
                    <a:pt x="126873" y="347472"/>
                  </a:lnTo>
                  <a:lnTo>
                    <a:pt x="128778" y="348424"/>
                  </a:lnTo>
                  <a:lnTo>
                    <a:pt x="130492" y="348996"/>
                  </a:lnTo>
                  <a:lnTo>
                    <a:pt x="128778" y="351853"/>
                  </a:lnTo>
                  <a:lnTo>
                    <a:pt x="127921" y="352996"/>
                  </a:lnTo>
                  <a:lnTo>
                    <a:pt x="126587" y="353663"/>
                  </a:lnTo>
                  <a:lnTo>
                    <a:pt x="127730" y="354139"/>
                  </a:lnTo>
                  <a:lnTo>
                    <a:pt x="129730" y="353187"/>
                  </a:lnTo>
                  <a:lnTo>
                    <a:pt x="133826" y="350044"/>
                  </a:lnTo>
                  <a:lnTo>
                    <a:pt x="134779" y="348901"/>
                  </a:lnTo>
                  <a:lnTo>
                    <a:pt x="135255" y="348424"/>
                  </a:lnTo>
                  <a:lnTo>
                    <a:pt x="137731" y="347281"/>
                  </a:lnTo>
                  <a:lnTo>
                    <a:pt x="138589" y="346710"/>
                  </a:lnTo>
                  <a:lnTo>
                    <a:pt x="136398" y="346234"/>
                  </a:lnTo>
                  <a:lnTo>
                    <a:pt x="135350" y="346234"/>
                  </a:lnTo>
                  <a:lnTo>
                    <a:pt x="134303" y="346710"/>
                  </a:lnTo>
                  <a:lnTo>
                    <a:pt x="135350" y="345472"/>
                  </a:lnTo>
                  <a:lnTo>
                    <a:pt x="137350" y="345472"/>
                  </a:lnTo>
                  <a:lnTo>
                    <a:pt x="141351" y="346138"/>
                  </a:lnTo>
                  <a:lnTo>
                    <a:pt x="140779" y="345281"/>
                  </a:lnTo>
                  <a:lnTo>
                    <a:pt x="139541" y="344138"/>
                  </a:lnTo>
                  <a:lnTo>
                    <a:pt x="139160" y="343281"/>
                  </a:lnTo>
                  <a:lnTo>
                    <a:pt x="139255" y="342614"/>
                  </a:lnTo>
                  <a:lnTo>
                    <a:pt x="140208" y="341376"/>
                  </a:lnTo>
                  <a:lnTo>
                    <a:pt x="140875" y="340328"/>
                  </a:lnTo>
                  <a:lnTo>
                    <a:pt x="141827" y="343662"/>
                  </a:lnTo>
                  <a:lnTo>
                    <a:pt x="142684" y="344709"/>
                  </a:lnTo>
                  <a:lnTo>
                    <a:pt x="144113" y="344424"/>
                  </a:lnTo>
                  <a:lnTo>
                    <a:pt x="143637" y="346615"/>
                  </a:lnTo>
                  <a:lnTo>
                    <a:pt x="143732" y="347567"/>
                  </a:lnTo>
                  <a:lnTo>
                    <a:pt x="144399" y="347948"/>
                  </a:lnTo>
                  <a:lnTo>
                    <a:pt x="145447" y="347853"/>
                  </a:lnTo>
                  <a:lnTo>
                    <a:pt x="146685" y="347567"/>
                  </a:lnTo>
                  <a:lnTo>
                    <a:pt x="147638" y="346996"/>
                  </a:lnTo>
                  <a:lnTo>
                    <a:pt x="148019" y="346138"/>
                  </a:lnTo>
                  <a:lnTo>
                    <a:pt x="148495" y="346138"/>
                  </a:lnTo>
                  <a:lnTo>
                    <a:pt x="149352" y="347281"/>
                  </a:lnTo>
                  <a:lnTo>
                    <a:pt x="150876" y="347091"/>
                  </a:lnTo>
                  <a:lnTo>
                    <a:pt x="152590" y="346424"/>
                  </a:lnTo>
                  <a:lnTo>
                    <a:pt x="154019" y="346043"/>
                  </a:lnTo>
                  <a:lnTo>
                    <a:pt x="153257" y="345186"/>
                  </a:lnTo>
                  <a:lnTo>
                    <a:pt x="152876" y="344138"/>
                  </a:lnTo>
                  <a:lnTo>
                    <a:pt x="152781" y="342995"/>
                  </a:lnTo>
                  <a:lnTo>
                    <a:pt x="152876" y="341852"/>
                  </a:lnTo>
                  <a:lnTo>
                    <a:pt x="153638" y="342328"/>
                  </a:lnTo>
                  <a:lnTo>
                    <a:pt x="154114" y="343186"/>
                  </a:lnTo>
                  <a:lnTo>
                    <a:pt x="154496" y="344138"/>
                  </a:lnTo>
                  <a:lnTo>
                    <a:pt x="154972" y="344995"/>
                  </a:lnTo>
                  <a:lnTo>
                    <a:pt x="156020" y="345948"/>
                  </a:lnTo>
                  <a:lnTo>
                    <a:pt x="156877" y="346234"/>
                  </a:lnTo>
                  <a:lnTo>
                    <a:pt x="157639" y="345948"/>
                  </a:lnTo>
                  <a:lnTo>
                    <a:pt x="158496" y="345281"/>
                  </a:lnTo>
                  <a:lnTo>
                    <a:pt x="159639" y="343757"/>
                  </a:lnTo>
                  <a:lnTo>
                    <a:pt x="161639" y="339852"/>
                  </a:lnTo>
                  <a:lnTo>
                    <a:pt x="163449" y="338138"/>
                  </a:lnTo>
                  <a:lnTo>
                    <a:pt x="164687" y="338709"/>
                  </a:lnTo>
                  <a:lnTo>
                    <a:pt x="166306" y="338899"/>
                  </a:lnTo>
                  <a:lnTo>
                    <a:pt x="169450" y="338804"/>
                  </a:lnTo>
                  <a:lnTo>
                    <a:pt x="168973" y="337851"/>
                  </a:lnTo>
                  <a:lnTo>
                    <a:pt x="168212" y="337185"/>
                  </a:lnTo>
                  <a:lnTo>
                    <a:pt x="167259" y="336804"/>
                  </a:lnTo>
                  <a:lnTo>
                    <a:pt x="166211" y="336518"/>
                  </a:lnTo>
                  <a:lnTo>
                    <a:pt x="168307" y="335947"/>
                  </a:lnTo>
                  <a:lnTo>
                    <a:pt x="168783" y="333756"/>
                  </a:lnTo>
                  <a:lnTo>
                    <a:pt x="168212" y="331184"/>
                  </a:lnTo>
                  <a:lnTo>
                    <a:pt x="167259" y="329470"/>
                  </a:lnTo>
                  <a:lnTo>
                    <a:pt x="162020" y="326422"/>
                  </a:lnTo>
                  <a:lnTo>
                    <a:pt x="160591" y="324707"/>
                  </a:lnTo>
                  <a:lnTo>
                    <a:pt x="162401" y="325755"/>
                  </a:lnTo>
                  <a:lnTo>
                    <a:pt x="164021" y="326231"/>
                  </a:lnTo>
                  <a:lnTo>
                    <a:pt x="164401" y="325850"/>
                  </a:lnTo>
                  <a:lnTo>
                    <a:pt x="166973" y="326993"/>
                  </a:lnTo>
                  <a:lnTo>
                    <a:pt x="167926" y="326993"/>
                  </a:lnTo>
                  <a:lnTo>
                    <a:pt x="169354" y="326422"/>
                  </a:lnTo>
                  <a:lnTo>
                    <a:pt x="169831" y="327755"/>
                  </a:lnTo>
                  <a:lnTo>
                    <a:pt x="170879" y="327850"/>
                  </a:lnTo>
                  <a:lnTo>
                    <a:pt x="172117" y="327088"/>
                  </a:lnTo>
                  <a:lnTo>
                    <a:pt x="173164" y="325850"/>
                  </a:lnTo>
                  <a:lnTo>
                    <a:pt x="172688" y="327374"/>
                  </a:lnTo>
                  <a:lnTo>
                    <a:pt x="172688" y="329089"/>
                  </a:lnTo>
                  <a:lnTo>
                    <a:pt x="173260" y="330136"/>
                  </a:lnTo>
                  <a:lnTo>
                    <a:pt x="174307" y="329374"/>
                  </a:lnTo>
                  <a:lnTo>
                    <a:pt x="175165" y="329755"/>
                  </a:lnTo>
                  <a:lnTo>
                    <a:pt x="175831" y="330136"/>
                  </a:lnTo>
                  <a:lnTo>
                    <a:pt x="176308" y="330708"/>
                  </a:lnTo>
                  <a:lnTo>
                    <a:pt x="176403" y="331660"/>
                  </a:lnTo>
                  <a:lnTo>
                    <a:pt x="175831" y="331660"/>
                  </a:lnTo>
                  <a:lnTo>
                    <a:pt x="174498" y="330898"/>
                  </a:lnTo>
                  <a:lnTo>
                    <a:pt x="173546" y="331660"/>
                  </a:lnTo>
                  <a:lnTo>
                    <a:pt x="173069" y="332803"/>
                  </a:lnTo>
                  <a:lnTo>
                    <a:pt x="173260" y="333375"/>
                  </a:lnTo>
                  <a:lnTo>
                    <a:pt x="175546" y="333470"/>
                  </a:lnTo>
                  <a:lnTo>
                    <a:pt x="176213" y="333375"/>
                  </a:lnTo>
                  <a:lnTo>
                    <a:pt x="176784" y="332994"/>
                  </a:lnTo>
                  <a:lnTo>
                    <a:pt x="177737" y="331851"/>
                  </a:lnTo>
                  <a:lnTo>
                    <a:pt x="178117" y="331660"/>
                  </a:lnTo>
                  <a:lnTo>
                    <a:pt x="178403" y="331375"/>
                  </a:lnTo>
                  <a:lnTo>
                    <a:pt x="178403" y="330803"/>
                  </a:lnTo>
                  <a:lnTo>
                    <a:pt x="178498" y="330232"/>
                  </a:lnTo>
                  <a:lnTo>
                    <a:pt x="179165" y="329946"/>
                  </a:lnTo>
                  <a:lnTo>
                    <a:pt x="185356" y="326136"/>
                  </a:lnTo>
                  <a:lnTo>
                    <a:pt x="186023" y="325279"/>
                  </a:lnTo>
                  <a:lnTo>
                    <a:pt x="184023" y="325088"/>
                  </a:lnTo>
                  <a:lnTo>
                    <a:pt x="181737" y="324231"/>
                  </a:lnTo>
                  <a:lnTo>
                    <a:pt x="179641" y="322993"/>
                  </a:lnTo>
                  <a:lnTo>
                    <a:pt x="178308" y="321659"/>
                  </a:lnTo>
                  <a:lnTo>
                    <a:pt x="177641" y="319754"/>
                  </a:lnTo>
                  <a:lnTo>
                    <a:pt x="177260" y="317182"/>
                  </a:lnTo>
                  <a:lnTo>
                    <a:pt x="177165" y="314420"/>
                  </a:lnTo>
                  <a:lnTo>
                    <a:pt x="177260" y="312230"/>
                  </a:lnTo>
                  <a:lnTo>
                    <a:pt x="178975" y="313182"/>
                  </a:lnTo>
                  <a:lnTo>
                    <a:pt x="180784" y="315182"/>
                  </a:lnTo>
                  <a:lnTo>
                    <a:pt x="182213" y="317373"/>
                  </a:lnTo>
                  <a:lnTo>
                    <a:pt x="183642" y="320897"/>
                  </a:lnTo>
                  <a:lnTo>
                    <a:pt x="185547" y="320040"/>
                  </a:lnTo>
                  <a:lnTo>
                    <a:pt x="187642" y="317849"/>
                  </a:lnTo>
                  <a:lnTo>
                    <a:pt x="188881" y="315754"/>
                  </a:lnTo>
                  <a:lnTo>
                    <a:pt x="189452" y="315754"/>
                  </a:lnTo>
                  <a:lnTo>
                    <a:pt x="189166" y="317563"/>
                  </a:lnTo>
                  <a:lnTo>
                    <a:pt x="187262" y="319945"/>
                  </a:lnTo>
                  <a:lnTo>
                    <a:pt x="186785" y="321278"/>
                  </a:lnTo>
                  <a:lnTo>
                    <a:pt x="187262" y="322516"/>
                  </a:lnTo>
                  <a:lnTo>
                    <a:pt x="188500" y="323088"/>
                  </a:lnTo>
                  <a:lnTo>
                    <a:pt x="190024" y="323278"/>
                  </a:lnTo>
                  <a:lnTo>
                    <a:pt x="193072" y="323183"/>
                  </a:lnTo>
                  <a:lnTo>
                    <a:pt x="200025" y="321659"/>
                  </a:lnTo>
                  <a:lnTo>
                    <a:pt x="200787" y="320897"/>
                  </a:lnTo>
                  <a:lnTo>
                    <a:pt x="201644" y="319183"/>
                  </a:lnTo>
                  <a:lnTo>
                    <a:pt x="202311" y="320611"/>
                  </a:lnTo>
                  <a:lnTo>
                    <a:pt x="202501" y="322326"/>
                  </a:lnTo>
                  <a:lnTo>
                    <a:pt x="202216" y="324040"/>
                  </a:lnTo>
                  <a:lnTo>
                    <a:pt x="201454" y="325469"/>
                  </a:lnTo>
                  <a:lnTo>
                    <a:pt x="200882" y="326993"/>
                  </a:lnTo>
                  <a:lnTo>
                    <a:pt x="202025" y="327946"/>
                  </a:lnTo>
                  <a:lnTo>
                    <a:pt x="203645" y="328517"/>
                  </a:lnTo>
                  <a:lnTo>
                    <a:pt x="204502" y="328993"/>
                  </a:lnTo>
                  <a:lnTo>
                    <a:pt x="205930" y="330994"/>
                  </a:lnTo>
                  <a:lnTo>
                    <a:pt x="209264" y="330803"/>
                  </a:lnTo>
                  <a:lnTo>
                    <a:pt x="212979" y="329470"/>
                  </a:lnTo>
                  <a:lnTo>
                    <a:pt x="215455" y="328708"/>
                  </a:lnTo>
                  <a:lnTo>
                    <a:pt x="216217" y="327946"/>
                  </a:lnTo>
                  <a:lnTo>
                    <a:pt x="216884" y="327469"/>
                  </a:lnTo>
                  <a:lnTo>
                    <a:pt x="217361" y="326803"/>
                  </a:lnTo>
                  <a:lnTo>
                    <a:pt x="217741" y="324326"/>
                  </a:lnTo>
                  <a:lnTo>
                    <a:pt x="218504" y="322897"/>
                  </a:lnTo>
                  <a:lnTo>
                    <a:pt x="218694" y="322040"/>
                  </a:lnTo>
                  <a:lnTo>
                    <a:pt x="218408" y="319849"/>
                  </a:lnTo>
                  <a:lnTo>
                    <a:pt x="218122" y="318706"/>
                  </a:lnTo>
                  <a:lnTo>
                    <a:pt x="217837" y="318230"/>
                  </a:lnTo>
                  <a:lnTo>
                    <a:pt x="217361" y="317754"/>
                  </a:lnTo>
                  <a:lnTo>
                    <a:pt x="217265" y="316516"/>
                  </a:lnTo>
                  <a:lnTo>
                    <a:pt x="217456" y="314325"/>
                  </a:lnTo>
                  <a:lnTo>
                    <a:pt x="217265" y="313658"/>
                  </a:lnTo>
                  <a:lnTo>
                    <a:pt x="215837" y="311086"/>
                  </a:lnTo>
                  <a:lnTo>
                    <a:pt x="214789" y="307562"/>
                  </a:lnTo>
                  <a:lnTo>
                    <a:pt x="214884" y="305371"/>
                  </a:lnTo>
                  <a:lnTo>
                    <a:pt x="215455" y="302895"/>
                  </a:lnTo>
                  <a:lnTo>
                    <a:pt x="216503" y="300799"/>
                  </a:lnTo>
                  <a:lnTo>
                    <a:pt x="218027" y="299942"/>
                  </a:lnTo>
                  <a:lnTo>
                    <a:pt x="217646" y="300990"/>
                  </a:lnTo>
                  <a:lnTo>
                    <a:pt x="216789" y="305276"/>
                  </a:lnTo>
                  <a:lnTo>
                    <a:pt x="216408" y="306324"/>
                  </a:lnTo>
                  <a:lnTo>
                    <a:pt x="216313" y="306991"/>
                  </a:lnTo>
                  <a:lnTo>
                    <a:pt x="216503" y="307848"/>
                  </a:lnTo>
                  <a:lnTo>
                    <a:pt x="217265" y="308991"/>
                  </a:lnTo>
                  <a:lnTo>
                    <a:pt x="217456" y="309658"/>
                  </a:lnTo>
                  <a:lnTo>
                    <a:pt x="218599" y="310705"/>
                  </a:lnTo>
                  <a:lnTo>
                    <a:pt x="221075" y="310515"/>
                  </a:lnTo>
                  <a:lnTo>
                    <a:pt x="223647" y="309658"/>
                  </a:lnTo>
                  <a:lnTo>
                    <a:pt x="225076" y="308800"/>
                  </a:lnTo>
                  <a:lnTo>
                    <a:pt x="225647" y="308800"/>
                  </a:lnTo>
                  <a:lnTo>
                    <a:pt x="224695" y="310610"/>
                  </a:lnTo>
                  <a:lnTo>
                    <a:pt x="220123" y="312896"/>
                  </a:lnTo>
                  <a:lnTo>
                    <a:pt x="219075" y="314325"/>
                  </a:lnTo>
                  <a:lnTo>
                    <a:pt x="219361" y="317087"/>
                  </a:lnTo>
                  <a:lnTo>
                    <a:pt x="220218" y="319088"/>
                  </a:lnTo>
                  <a:lnTo>
                    <a:pt x="221551" y="320516"/>
                  </a:lnTo>
                  <a:lnTo>
                    <a:pt x="230124" y="325279"/>
                  </a:lnTo>
                  <a:lnTo>
                    <a:pt x="232410" y="325755"/>
                  </a:lnTo>
                  <a:lnTo>
                    <a:pt x="234696" y="325088"/>
                  </a:lnTo>
                  <a:lnTo>
                    <a:pt x="236696" y="323278"/>
                  </a:lnTo>
                  <a:lnTo>
                    <a:pt x="237839" y="320992"/>
                  </a:lnTo>
                  <a:lnTo>
                    <a:pt x="237649" y="318706"/>
                  </a:lnTo>
                  <a:lnTo>
                    <a:pt x="240887" y="316992"/>
                  </a:lnTo>
                  <a:lnTo>
                    <a:pt x="241363" y="316516"/>
                  </a:lnTo>
                  <a:lnTo>
                    <a:pt x="241840" y="315563"/>
                  </a:lnTo>
                  <a:lnTo>
                    <a:pt x="242125" y="315182"/>
                  </a:lnTo>
                  <a:lnTo>
                    <a:pt x="242602" y="315087"/>
                  </a:lnTo>
                  <a:lnTo>
                    <a:pt x="244507" y="315182"/>
                  </a:lnTo>
                  <a:lnTo>
                    <a:pt x="245078" y="314611"/>
                  </a:lnTo>
                  <a:lnTo>
                    <a:pt x="245269" y="312134"/>
                  </a:lnTo>
                  <a:lnTo>
                    <a:pt x="245554" y="311563"/>
                  </a:lnTo>
                  <a:lnTo>
                    <a:pt x="249174" y="309848"/>
                  </a:lnTo>
                  <a:lnTo>
                    <a:pt x="250126" y="310229"/>
                  </a:lnTo>
                  <a:lnTo>
                    <a:pt x="250698" y="309753"/>
                  </a:lnTo>
                  <a:lnTo>
                    <a:pt x="251270" y="308991"/>
                  </a:lnTo>
                  <a:lnTo>
                    <a:pt x="252127" y="308610"/>
                  </a:lnTo>
                  <a:lnTo>
                    <a:pt x="253270" y="309086"/>
                  </a:lnTo>
                  <a:lnTo>
                    <a:pt x="254127" y="310134"/>
                  </a:lnTo>
                  <a:lnTo>
                    <a:pt x="254698" y="311467"/>
                  </a:lnTo>
                  <a:lnTo>
                    <a:pt x="255651" y="314801"/>
                  </a:lnTo>
                  <a:lnTo>
                    <a:pt x="256318" y="316420"/>
                  </a:lnTo>
                  <a:lnTo>
                    <a:pt x="258889" y="318040"/>
                  </a:lnTo>
                  <a:lnTo>
                    <a:pt x="260223" y="317278"/>
                  </a:lnTo>
                  <a:lnTo>
                    <a:pt x="262509" y="316420"/>
                  </a:lnTo>
                  <a:lnTo>
                    <a:pt x="263747" y="314992"/>
                  </a:lnTo>
                  <a:lnTo>
                    <a:pt x="264319" y="314230"/>
                  </a:lnTo>
                  <a:lnTo>
                    <a:pt x="264414" y="313753"/>
                  </a:lnTo>
                  <a:lnTo>
                    <a:pt x="264795" y="312610"/>
                  </a:lnTo>
                  <a:lnTo>
                    <a:pt x="264890" y="311944"/>
                  </a:lnTo>
                  <a:lnTo>
                    <a:pt x="265081" y="311182"/>
                  </a:lnTo>
                  <a:lnTo>
                    <a:pt x="265462" y="311086"/>
                  </a:lnTo>
                  <a:lnTo>
                    <a:pt x="266033" y="311086"/>
                  </a:lnTo>
                  <a:lnTo>
                    <a:pt x="267271" y="310801"/>
                  </a:lnTo>
                  <a:lnTo>
                    <a:pt x="267938" y="310229"/>
                  </a:lnTo>
                  <a:lnTo>
                    <a:pt x="268224" y="309181"/>
                  </a:lnTo>
                  <a:lnTo>
                    <a:pt x="267653" y="308229"/>
                  </a:lnTo>
                  <a:lnTo>
                    <a:pt x="267462" y="307848"/>
                  </a:lnTo>
                  <a:lnTo>
                    <a:pt x="267653" y="307181"/>
                  </a:lnTo>
                  <a:lnTo>
                    <a:pt x="267748" y="305657"/>
                  </a:lnTo>
                  <a:lnTo>
                    <a:pt x="267367" y="304038"/>
                  </a:lnTo>
                  <a:lnTo>
                    <a:pt x="267367" y="302895"/>
                  </a:lnTo>
                  <a:lnTo>
                    <a:pt x="267176" y="300990"/>
                  </a:lnTo>
                  <a:lnTo>
                    <a:pt x="267271" y="298894"/>
                  </a:lnTo>
                  <a:lnTo>
                    <a:pt x="267653" y="297275"/>
                  </a:lnTo>
                  <a:lnTo>
                    <a:pt x="267557" y="295180"/>
                  </a:lnTo>
                  <a:lnTo>
                    <a:pt x="268033" y="293656"/>
                  </a:lnTo>
                  <a:lnTo>
                    <a:pt x="270510" y="295561"/>
                  </a:lnTo>
                  <a:lnTo>
                    <a:pt x="272034" y="293275"/>
                  </a:lnTo>
                  <a:lnTo>
                    <a:pt x="272701" y="288131"/>
                  </a:lnTo>
                  <a:lnTo>
                    <a:pt x="274701" y="287083"/>
                  </a:lnTo>
                  <a:lnTo>
                    <a:pt x="274701" y="288417"/>
                  </a:lnTo>
                  <a:lnTo>
                    <a:pt x="274891" y="289846"/>
                  </a:lnTo>
                  <a:lnTo>
                    <a:pt x="275368" y="291179"/>
                  </a:lnTo>
                  <a:lnTo>
                    <a:pt x="276034" y="292132"/>
                  </a:lnTo>
                  <a:lnTo>
                    <a:pt x="275272" y="293560"/>
                  </a:lnTo>
                  <a:lnTo>
                    <a:pt x="275749" y="294608"/>
                  </a:lnTo>
                  <a:lnTo>
                    <a:pt x="274987" y="296132"/>
                  </a:lnTo>
                  <a:lnTo>
                    <a:pt x="274606" y="297370"/>
                  </a:lnTo>
                  <a:lnTo>
                    <a:pt x="275272" y="300228"/>
                  </a:lnTo>
                  <a:lnTo>
                    <a:pt x="276892" y="302705"/>
                  </a:lnTo>
                  <a:lnTo>
                    <a:pt x="278321" y="303752"/>
                  </a:lnTo>
                  <a:lnTo>
                    <a:pt x="279940" y="302323"/>
                  </a:lnTo>
                  <a:lnTo>
                    <a:pt x="281273" y="301847"/>
                  </a:lnTo>
                  <a:lnTo>
                    <a:pt x="282797" y="301942"/>
                  </a:lnTo>
                  <a:lnTo>
                    <a:pt x="284131" y="302133"/>
                  </a:lnTo>
                  <a:lnTo>
                    <a:pt x="285464" y="301180"/>
                  </a:lnTo>
                  <a:lnTo>
                    <a:pt x="285750" y="300609"/>
                  </a:lnTo>
                  <a:lnTo>
                    <a:pt x="286036" y="299751"/>
                  </a:lnTo>
                  <a:lnTo>
                    <a:pt x="286131" y="298799"/>
                  </a:lnTo>
                  <a:lnTo>
                    <a:pt x="285369" y="296989"/>
                  </a:lnTo>
                  <a:lnTo>
                    <a:pt x="285750" y="295942"/>
                  </a:lnTo>
                  <a:lnTo>
                    <a:pt x="286703" y="294132"/>
                  </a:lnTo>
                  <a:lnTo>
                    <a:pt x="287464" y="294037"/>
                  </a:lnTo>
                  <a:lnTo>
                    <a:pt x="287846" y="293846"/>
                  </a:lnTo>
                  <a:lnTo>
                    <a:pt x="288131" y="293465"/>
                  </a:lnTo>
                  <a:lnTo>
                    <a:pt x="288417" y="292798"/>
                  </a:lnTo>
                  <a:lnTo>
                    <a:pt x="289179" y="291560"/>
                  </a:lnTo>
                  <a:lnTo>
                    <a:pt x="289465" y="290798"/>
                  </a:lnTo>
                  <a:lnTo>
                    <a:pt x="289846" y="290226"/>
                  </a:lnTo>
                  <a:lnTo>
                    <a:pt x="290703" y="290036"/>
                  </a:lnTo>
                  <a:lnTo>
                    <a:pt x="291655" y="290226"/>
                  </a:lnTo>
                  <a:lnTo>
                    <a:pt x="293656" y="291274"/>
                  </a:lnTo>
                  <a:lnTo>
                    <a:pt x="294608" y="291274"/>
                  </a:lnTo>
                  <a:lnTo>
                    <a:pt x="297751" y="290608"/>
                  </a:lnTo>
                  <a:lnTo>
                    <a:pt x="294799" y="286226"/>
                  </a:lnTo>
                  <a:lnTo>
                    <a:pt x="293941" y="285083"/>
                  </a:lnTo>
                  <a:lnTo>
                    <a:pt x="291941" y="282988"/>
                  </a:lnTo>
                  <a:lnTo>
                    <a:pt x="291084" y="281178"/>
                  </a:lnTo>
                  <a:lnTo>
                    <a:pt x="289846" y="279368"/>
                  </a:lnTo>
                  <a:lnTo>
                    <a:pt x="283750" y="269462"/>
                  </a:lnTo>
                  <a:lnTo>
                    <a:pt x="280702" y="266224"/>
                  </a:lnTo>
                  <a:lnTo>
                    <a:pt x="278797" y="264795"/>
                  </a:lnTo>
                  <a:lnTo>
                    <a:pt x="278321" y="264033"/>
                  </a:lnTo>
                  <a:lnTo>
                    <a:pt x="278225" y="262414"/>
                  </a:lnTo>
                  <a:lnTo>
                    <a:pt x="278797" y="256508"/>
                  </a:lnTo>
                  <a:lnTo>
                    <a:pt x="279749" y="257461"/>
                  </a:lnTo>
                  <a:lnTo>
                    <a:pt x="284131" y="264795"/>
                  </a:lnTo>
                  <a:lnTo>
                    <a:pt x="284988" y="266700"/>
                  </a:lnTo>
                  <a:lnTo>
                    <a:pt x="286036" y="271272"/>
                  </a:lnTo>
                  <a:lnTo>
                    <a:pt x="287655" y="274034"/>
                  </a:lnTo>
                  <a:lnTo>
                    <a:pt x="289846" y="276511"/>
                  </a:lnTo>
                  <a:lnTo>
                    <a:pt x="293751" y="279559"/>
                  </a:lnTo>
                  <a:lnTo>
                    <a:pt x="294227" y="280130"/>
                  </a:lnTo>
                  <a:lnTo>
                    <a:pt x="294513" y="280892"/>
                  </a:lnTo>
                  <a:lnTo>
                    <a:pt x="294704" y="282416"/>
                  </a:lnTo>
                  <a:lnTo>
                    <a:pt x="294894" y="283083"/>
                  </a:lnTo>
                  <a:lnTo>
                    <a:pt x="298704" y="286702"/>
                  </a:lnTo>
                  <a:lnTo>
                    <a:pt x="299275" y="288131"/>
                  </a:lnTo>
                  <a:lnTo>
                    <a:pt x="299847" y="290036"/>
                  </a:lnTo>
                  <a:lnTo>
                    <a:pt x="302514" y="292417"/>
                  </a:lnTo>
                  <a:lnTo>
                    <a:pt x="304514" y="292703"/>
                  </a:lnTo>
                  <a:lnTo>
                    <a:pt x="305562" y="291274"/>
                  </a:lnTo>
                  <a:lnTo>
                    <a:pt x="307467" y="289560"/>
                  </a:lnTo>
                  <a:lnTo>
                    <a:pt x="308038" y="288798"/>
                  </a:lnTo>
                  <a:lnTo>
                    <a:pt x="308134" y="288607"/>
                  </a:lnTo>
                  <a:lnTo>
                    <a:pt x="308134" y="288512"/>
                  </a:lnTo>
                  <a:lnTo>
                    <a:pt x="307657" y="287655"/>
                  </a:lnTo>
                  <a:lnTo>
                    <a:pt x="307657" y="287655"/>
                  </a:lnTo>
                  <a:lnTo>
                    <a:pt x="308896" y="286893"/>
                  </a:lnTo>
                  <a:lnTo>
                    <a:pt x="310039" y="287083"/>
                  </a:lnTo>
                  <a:lnTo>
                    <a:pt x="310705" y="285845"/>
                  </a:lnTo>
                  <a:lnTo>
                    <a:pt x="312801" y="285464"/>
                  </a:lnTo>
                  <a:lnTo>
                    <a:pt x="312991" y="284131"/>
                  </a:lnTo>
                  <a:lnTo>
                    <a:pt x="312515" y="283273"/>
                  </a:lnTo>
                  <a:lnTo>
                    <a:pt x="312039" y="282988"/>
                  </a:lnTo>
                  <a:lnTo>
                    <a:pt x="311848" y="281464"/>
                  </a:lnTo>
                  <a:lnTo>
                    <a:pt x="311753" y="280130"/>
                  </a:lnTo>
                  <a:lnTo>
                    <a:pt x="312515" y="279368"/>
                  </a:lnTo>
                  <a:lnTo>
                    <a:pt x="313277" y="278797"/>
                  </a:lnTo>
                  <a:lnTo>
                    <a:pt x="313658" y="277939"/>
                  </a:lnTo>
                  <a:lnTo>
                    <a:pt x="313658" y="276606"/>
                  </a:lnTo>
                  <a:lnTo>
                    <a:pt x="313849" y="275844"/>
                  </a:lnTo>
                  <a:lnTo>
                    <a:pt x="314706" y="274130"/>
                  </a:lnTo>
                  <a:lnTo>
                    <a:pt x="312420" y="274034"/>
                  </a:lnTo>
                  <a:lnTo>
                    <a:pt x="310515" y="273177"/>
                  </a:lnTo>
                  <a:lnTo>
                    <a:pt x="310039" y="271843"/>
                  </a:lnTo>
                  <a:lnTo>
                    <a:pt x="309658" y="268224"/>
                  </a:lnTo>
                  <a:lnTo>
                    <a:pt x="310991" y="264509"/>
                  </a:lnTo>
                  <a:lnTo>
                    <a:pt x="313563" y="260794"/>
                  </a:lnTo>
                  <a:lnTo>
                    <a:pt x="313944" y="256318"/>
                  </a:lnTo>
                  <a:lnTo>
                    <a:pt x="311087" y="252984"/>
                  </a:lnTo>
                  <a:lnTo>
                    <a:pt x="310229" y="250888"/>
                  </a:lnTo>
                  <a:lnTo>
                    <a:pt x="307276" y="248031"/>
                  </a:lnTo>
                  <a:lnTo>
                    <a:pt x="304038" y="245554"/>
                  </a:lnTo>
                  <a:lnTo>
                    <a:pt x="303276" y="244126"/>
                  </a:lnTo>
                  <a:lnTo>
                    <a:pt x="302228" y="243364"/>
                  </a:lnTo>
                  <a:lnTo>
                    <a:pt x="297561" y="241459"/>
                  </a:lnTo>
                  <a:lnTo>
                    <a:pt x="296132" y="239839"/>
                  </a:lnTo>
                  <a:lnTo>
                    <a:pt x="300038" y="241363"/>
                  </a:lnTo>
                  <a:lnTo>
                    <a:pt x="301085" y="242221"/>
                  </a:lnTo>
                  <a:lnTo>
                    <a:pt x="302038" y="240887"/>
                  </a:lnTo>
                  <a:lnTo>
                    <a:pt x="302990" y="240220"/>
                  </a:lnTo>
                  <a:lnTo>
                    <a:pt x="305467" y="239173"/>
                  </a:lnTo>
                  <a:lnTo>
                    <a:pt x="301180" y="236601"/>
                  </a:lnTo>
                  <a:lnTo>
                    <a:pt x="300038" y="235553"/>
                  </a:lnTo>
                  <a:lnTo>
                    <a:pt x="295370" y="229933"/>
                  </a:lnTo>
                  <a:lnTo>
                    <a:pt x="293941" y="229171"/>
                  </a:lnTo>
                  <a:lnTo>
                    <a:pt x="292513" y="229362"/>
                  </a:lnTo>
                  <a:lnTo>
                    <a:pt x="290989" y="229933"/>
                  </a:lnTo>
                  <a:lnTo>
                    <a:pt x="289370" y="230219"/>
                  </a:lnTo>
                  <a:lnTo>
                    <a:pt x="288607" y="229933"/>
                  </a:lnTo>
                  <a:lnTo>
                    <a:pt x="287083" y="228695"/>
                  </a:lnTo>
                  <a:lnTo>
                    <a:pt x="286607" y="228409"/>
                  </a:lnTo>
                  <a:lnTo>
                    <a:pt x="284797" y="228219"/>
                  </a:lnTo>
                  <a:lnTo>
                    <a:pt x="283083" y="227838"/>
                  </a:lnTo>
                  <a:lnTo>
                    <a:pt x="283083" y="227171"/>
                  </a:lnTo>
                  <a:lnTo>
                    <a:pt x="290608" y="228695"/>
                  </a:lnTo>
                  <a:lnTo>
                    <a:pt x="292894" y="228409"/>
                  </a:lnTo>
                  <a:lnTo>
                    <a:pt x="300323" y="225552"/>
                  </a:lnTo>
                  <a:lnTo>
                    <a:pt x="301657" y="225838"/>
                  </a:lnTo>
                  <a:lnTo>
                    <a:pt x="303371" y="226695"/>
                  </a:lnTo>
                  <a:lnTo>
                    <a:pt x="303847" y="226790"/>
                  </a:lnTo>
                  <a:lnTo>
                    <a:pt x="304705" y="226314"/>
                  </a:lnTo>
                  <a:lnTo>
                    <a:pt x="304705" y="225838"/>
                  </a:lnTo>
                  <a:lnTo>
                    <a:pt x="304419" y="225266"/>
                  </a:lnTo>
                  <a:lnTo>
                    <a:pt x="305276" y="223647"/>
                  </a:lnTo>
                  <a:lnTo>
                    <a:pt x="306324" y="220504"/>
                  </a:lnTo>
                  <a:lnTo>
                    <a:pt x="306229" y="217837"/>
                  </a:lnTo>
                  <a:lnTo>
                    <a:pt x="304514" y="215170"/>
                  </a:lnTo>
                  <a:lnTo>
                    <a:pt x="302133" y="214217"/>
                  </a:lnTo>
                  <a:lnTo>
                    <a:pt x="299561" y="213931"/>
                  </a:lnTo>
                  <a:lnTo>
                    <a:pt x="297942" y="212407"/>
                  </a:lnTo>
                  <a:lnTo>
                    <a:pt x="299466" y="211264"/>
                  </a:lnTo>
                  <a:lnTo>
                    <a:pt x="301657" y="211931"/>
                  </a:lnTo>
                  <a:lnTo>
                    <a:pt x="305562" y="214217"/>
                  </a:lnTo>
                  <a:lnTo>
                    <a:pt x="306705" y="214313"/>
                  </a:lnTo>
                  <a:lnTo>
                    <a:pt x="307943" y="213931"/>
                  </a:lnTo>
                  <a:lnTo>
                    <a:pt x="308896" y="213169"/>
                  </a:lnTo>
                  <a:lnTo>
                    <a:pt x="309277" y="212217"/>
                  </a:lnTo>
                  <a:lnTo>
                    <a:pt x="309944" y="212122"/>
                  </a:lnTo>
                  <a:lnTo>
                    <a:pt x="312896" y="210502"/>
                  </a:lnTo>
                  <a:lnTo>
                    <a:pt x="313372" y="210121"/>
                  </a:lnTo>
                  <a:lnTo>
                    <a:pt x="316039" y="209455"/>
                  </a:lnTo>
                  <a:lnTo>
                    <a:pt x="319849" y="206692"/>
                  </a:lnTo>
                  <a:lnTo>
                    <a:pt x="322231" y="206026"/>
                  </a:lnTo>
                  <a:lnTo>
                    <a:pt x="323564" y="206216"/>
                  </a:lnTo>
                  <a:lnTo>
                    <a:pt x="325564" y="207264"/>
                  </a:lnTo>
                  <a:lnTo>
                    <a:pt x="326803" y="207740"/>
                  </a:lnTo>
                  <a:lnTo>
                    <a:pt x="329755" y="208026"/>
                  </a:lnTo>
                  <a:lnTo>
                    <a:pt x="330994" y="208407"/>
                  </a:lnTo>
                  <a:lnTo>
                    <a:pt x="332327" y="209455"/>
                  </a:lnTo>
                  <a:lnTo>
                    <a:pt x="329946" y="208502"/>
                  </a:lnTo>
                  <a:lnTo>
                    <a:pt x="328613" y="208216"/>
                  </a:lnTo>
                  <a:lnTo>
                    <a:pt x="326517" y="209074"/>
                  </a:lnTo>
                  <a:lnTo>
                    <a:pt x="325374" y="208693"/>
                  </a:lnTo>
                  <a:lnTo>
                    <a:pt x="324326" y="208026"/>
                  </a:lnTo>
                  <a:lnTo>
                    <a:pt x="323469" y="207645"/>
                  </a:lnTo>
                  <a:lnTo>
                    <a:pt x="321183" y="208121"/>
                  </a:lnTo>
                  <a:lnTo>
                    <a:pt x="316801" y="210121"/>
                  </a:lnTo>
                  <a:lnTo>
                    <a:pt x="312420" y="211074"/>
                  </a:lnTo>
                  <a:lnTo>
                    <a:pt x="310324" y="212312"/>
                  </a:lnTo>
                  <a:lnTo>
                    <a:pt x="308705" y="214122"/>
                  </a:lnTo>
                  <a:lnTo>
                    <a:pt x="308038" y="216313"/>
                  </a:lnTo>
                  <a:lnTo>
                    <a:pt x="308038" y="218694"/>
                  </a:lnTo>
                  <a:lnTo>
                    <a:pt x="308324" y="220027"/>
                  </a:lnTo>
                  <a:lnTo>
                    <a:pt x="309086" y="220789"/>
                  </a:lnTo>
                  <a:lnTo>
                    <a:pt x="310039" y="220694"/>
                  </a:lnTo>
                  <a:lnTo>
                    <a:pt x="310896" y="219932"/>
                  </a:lnTo>
                  <a:lnTo>
                    <a:pt x="312420" y="217837"/>
                  </a:lnTo>
                  <a:lnTo>
                    <a:pt x="312515" y="221551"/>
                  </a:lnTo>
                  <a:lnTo>
                    <a:pt x="312420" y="223361"/>
                  </a:lnTo>
                  <a:lnTo>
                    <a:pt x="311944" y="224980"/>
                  </a:lnTo>
                  <a:lnTo>
                    <a:pt x="312801" y="223742"/>
                  </a:lnTo>
                  <a:lnTo>
                    <a:pt x="313849" y="218980"/>
                  </a:lnTo>
                  <a:lnTo>
                    <a:pt x="315278" y="216789"/>
                  </a:lnTo>
                  <a:lnTo>
                    <a:pt x="314325" y="219646"/>
                  </a:lnTo>
                  <a:lnTo>
                    <a:pt x="314134" y="220789"/>
                  </a:lnTo>
                  <a:lnTo>
                    <a:pt x="314230" y="222028"/>
                  </a:lnTo>
                  <a:lnTo>
                    <a:pt x="313754" y="223171"/>
                  </a:lnTo>
                  <a:lnTo>
                    <a:pt x="313563" y="224504"/>
                  </a:lnTo>
                  <a:lnTo>
                    <a:pt x="313563" y="225838"/>
                  </a:lnTo>
                  <a:lnTo>
                    <a:pt x="313658" y="226790"/>
                  </a:lnTo>
                  <a:lnTo>
                    <a:pt x="314039" y="225742"/>
                  </a:lnTo>
                  <a:lnTo>
                    <a:pt x="314611" y="222980"/>
                  </a:lnTo>
                  <a:lnTo>
                    <a:pt x="314801" y="220218"/>
                  </a:lnTo>
                  <a:lnTo>
                    <a:pt x="315182" y="219075"/>
                  </a:lnTo>
                  <a:lnTo>
                    <a:pt x="316325" y="216789"/>
                  </a:lnTo>
                  <a:lnTo>
                    <a:pt x="316897" y="216789"/>
                  </a:lnTo>
                  <a:lnTo>
                    <a:pt x="315754" y="219837"/>
                  </a:lnTo>
                  <a:lnTo>
                    <a:pt x="315373" y="221551"/>
                  </a:lnTo>
                  <a:lnTo>
                    <a:pt x="315182" y="223551"/>
                  </a:lnTo>
                  <a:lnTo>
                    <a:pt x="314706" y="225457"/>
                  </a:lnTo>
                  <a:lnTo>
                    <a:pt x="313182" y="229362"/>
                  </a:lnTo>
                  <a:lnTo>
                    <a:pt x="313468" y="230124"/>
                  </a:lnTo>
                  <a:lnTo>
                    <a:pt x="313658" y="229362"/>
                  </a:lnTo>
                  <a:lnTo>
                    <a:pt x="314039" y="228695"/>
                  </a:lnTo>
                  <a:lnTo>
                    <a:pt x="314611" y="228124"/>
                  </a:lnTo>
                  <a:lnTo>
                    <a:pt x="314134" y="229552"/>
                  </a:lnTo>
                  <a:lnTo>
                    <a:pt x="313944" y="231362"/>
                  </a:lnTo>
                  <a:lnTo>
                    <a:pt x="314230" y="232981"/>
                  </a:lnTo>
                  <a:lnTo>
                    <a:pt x="315182" y="233934"/>
                  </a:lnTo>
                  <a:lnTo>
                    <a:pt x="314801" y="232886"/>
                  </a:lnTo>
                  <a:lnTo>
                    <a:pt x="314611" y="231743"/>
                  </a:lnTo>
                  <a:lnTo>
                    <a:pt x="314706" y="230505"/>
                  </a:lnTo>
                  <a:lnTo>
                    <a:pt x="315182" y="229267"/>
                  </a:lnTo>
                  <a:lnTo>
                    <a:pt x="316421" y="232505"/>
                  </a:lnTo>
                  <a:lnTo>
                    <a:pt x="317278" y="234124"/>
                  </a:lnTo>
                  <a:lnTo>
                    <a:pt x="318230" y="235458"/>
                  </a:lnTo>
                  <a:lnTo>
                    <a:pt x="318802" y="237268"/>
                  </a:lnTo>
                  <a:lnTo>
                    <a:pt x="318325" y="239077"/>
                  </a:lnTo>
                  <a:lnTo>
                    <a:pt x="318135" y="240601"/>
                  </a:lnTo>
                  <a:lnTo>
                    <a:pt x="319659" y="241649"/>
                  </a:lnTo>
                  <a:lnTo>
                    <a:pt x="320612" y="241649"/>
                  </a:lnTo>
                  <a:lnTo>
                    <a:pt x="321183" y="241268"/>
                  </a:lnTo>
                  <a:lnTo>
                    <a:pt x="321469" y="240792"/>
                  </a:lnTo>
                  <a:lnTo>
                    <a:pt x="321850" y="240506"/>
                  </a:lnTo>
                  <a:lnTo>
                    <a:pt x="322802" y="240316"/>
                  </a:lnTo>
                  <a:lnTo>
                    <a:pt x="325374" y="240506"/>
                  </a:lnTo>
                  <a:lnTo>
                    <a:pt x="326422" y="241173"/>
                  </a:lnTo>
                  <a:lnTo>
                    <a:pt x="326993" y="242792"/>
                  </a:lnTo>
                  <a:lnTo>
                    <a:pt x="327660" y="248126"/>
                  </a:lnTo>
                  <a:lnTo>
                    <a:pt x="329279" y="249079"/>
                  </a:lnTo>
                  <a:lnTo>
                    <a:pt x="329755" y="251746"/>
                  </a:lnTo>
                  <a:lnTo>
                    <a:pt x="330803" y="254032"/>
                  </a:lnTo>
                  <a:lnTo>
                    <a:pt x="331565" y="255556"/>
                  </a:lnTo>
                  <a:lnTo>
                    <a:pt x="332518" y="256889"/>
                  </a:lnTo>
                  <a:lnTo>
                    <a:pt x="333280" y="257746"/>
                  </a:lnTo>
                  <a:lnTo>
                    <a:pt x="336137" y="259937"/>
                  </a:lnTo>
                  <a:lnTo>
                    <a:pt x="337280" y="261271"/>
                  </a:lnTo>
                  <a:lnTo>
                    <a:pt x="336328" y="261842"/>
                  </a:lnTo>
                  <a:lnTo>
                    <a:pt x="335089" y="262033"/>
                  </a:lnTo>
                  <a:lnTo>
                    <a:pt x="335185" y="263461"/>
                  </a:lnTo>
                  <a:lnTo>
                    <a:pt x="335661" y="264890"/>
                  </a:lnTo>
                  <a:lnTo>
                    <a:pt x="336232" y="265271"/>
                  </a:lnTo>
                  <a:lnTo>
                    <a:pt x="336899" y="267081"/>
                  </a:lnTo>
                  <a:lnTo>
                    <a:pt x="338423" y="264890"/>
                  </a:lnTo>
                  <a:lnTo>
                    <a:pt x="338519" y="264223"/>
                  </a:lnTo>
                  <a:lnTo>
                    <a:pt x="338804" y="264033"/>
                  </a:lnTo>
                  <a:lnTo>
                    <a:pt x="338995" y="263938"/>
                  </a:lnTo>
                  <a:lnTo>
                    <a:pt x="339757" y="264033"/>
                  </a:lnTo>
                  <a:lnTo>
                    <a:pt x="340614" y="263842"/>
                  </a:lnTo>
                  <a:lnTo>
                    <a:pt x="341566" y="263747"/>
                  </a:lnTo>
                  <a:lnTo>
                    <a:pt x="341662" y="262890"/>
                  </a:lnTo>
                  <a:lnTo>
                    <a:pt x="341662" y="261938"/>
                  </a:lnTo>
                  <a:lnTo>
                    <a:pt x="341947" y="260890"/>
                  </a:lnTo>
                  <a:lnTo>
                    <a:pt x="342614" y="260509"/>
                  </a:lnTo>
                  <a:lnTo>
                    <a:pt x="342900" y="259651"/>
                  </a:lnTo>
                  <a:lnTo>
                    <a:pt x="343471" y="260032"/>
                  </a:lnTo>
                  <a:lnTo>
                    <a:pt x="344614" y="260032"/>
                  </a:lnTo>
                  <a:lnTo>
                    <a:pt x="344900" y="260223"/>
                  </a:lnTo>
                  <a:lnTo>
                    <a:pt x="345853" y="260318"/>
                  </a:lnTo>
                  <a:lnTo>
                    <a:pt x="347377" y="260985"/>
                  </a:lnTo>
                  <a:lnTo>
                    <a:pt x="348710" y="261747"/>
                  </a:lnTo>
                  <a:lnTo>
                    <a:pt x="348710" y="261747"/>
                  </a:lnTo>
                  <a:lnTo>
                    <a:pt x="348710" y="261747"/>
                  </a:lnTo>
                  <a:lnTo>
                    <a:pt x="348901" y="261938"/>
                  </a:lnTo>
                  <a:lnTo>
                    <a:pt x="348996" y="262033"/>
                  </a:lnTo>
                  <a:lnTo>
                    <a:pt x="349282" y="262318"/>
                  </a:lnTo>
                  <a:lnTo>
                    <a:pt x="350330" y="262318"/>
                  </a:lnTo>
                  <a:lnTo>
                    <a:pt x="350615" y="261461"/>
                  </a:lnTo>
                  <a:lnTo>
                    <a:pt x="351282" y="261080"/>
                  </a:lnTo>
                  <a:lnTo>
                    <a:pt x="352234" y="260890"/>
                  </a:lnTo>
                  <a:lnTo>
                    <a:pt x="352234" y="260604"/>
                  </a:lnTo>
                  <a:lnTo>
                    <a:pt x="352520" y="260413"/>
                  </a:lnTo>
                  <a:lnTo>
                    <a:pt x="353282" y="259937"/>
                  </a:lnTo>
                  <a:lnTo>
                    <a:pt x="354616" y="259937"/>
                  </a:lnTo>
                  <a:lnTo>
                    <a:pt x="355092" y="260413"/>
                  </a:lnTo>
                  <a:lnTo>
                    <a:pt x="355378" y="260509"/>
                  </a:lnTo>
                  <a:lnTo>
                    <a:pt x="356330" y="259556"/>
                  </a:lnTo>
                  <a:lnTo>
                    <a:pt x="357092" y="259461"/>
                  </a:lnTo>
                  <a:lnTo>
                    <a:pt x="357949" y="259556"/>
                  </a:lnTo>
                  <a:lnTo>
                    <a:pt x="358330" y="258413"/>
                  </a:lnTo>
                  <a:lnTo>
                    <a:pt x="358997" y="257651"/>
                  </a:lnTo>
                  <a:lnTo>
                    <a:pt x="359855" y="257365"/>
                  </a:lnTo>
                  <a:lnTo>
                    <a:pt x="360616" y="258032"/>
                  </a:lnTo>
                  <a:lnTo>
                    <a:pt x="361950" y="258032"/>
                  </a:lnTo>
                  <a:lnTo>
                    <a:pt x="363569" y="258127"/>
                  </a:lnTo>
                  <a:lnTo>
                    <a:pt x="364331" y="258032"/>
                  </a:lnTo>
                  <a:lnTo>
                    <a:pt x="364998" y="257651"/>
                  </a:lnTo>
                  <a:lnTo>
                    <a:pt x="365950" y="256699"/>
                  </a:lnTo>
                  <a:lnTo>
                    <a:pt x="367570" y="255651"/>
                  </a:lnTo>
                  <a:lnTo>
                    <a:pt x="368141" y="255175"/>
                  </a:lnTo>
                  <a:lnTo>
                    <a:pt x="370237" y="255651"/>
                  </a:lnTo>
                  <a:lnTo>
                    <a:pt x="370618" y="255460"/>
                  </a:lnTo>
                  <a:lnTo>
                    <a:pt x="370522" y="254698"/>
                  </a:lnTo>
                  <a:lnTo>
                    <a:pt x="371475" y="254032"/>
                  </a:lnTo>
                  <a:lnTo>
                    <a:pt x="371475" y="254032"/>
                  </a:lnTo>
                  <a:lnTo>
                    <a:pt x="371475" y="254032"/>
                  </a:lnTo>
                  <a:lnTo>
                    <a:pt x="372046" y="254317"/>
                  </a:lnTo>
                  <a:lnTo>
                    <a:pt x="372332" y="253746"/>
                  </a:lnTo>
                  <a:lnTo>
                    <a:pt x="372332" y="253651"/>
                  </a:lnTo>
                  <a:lnTo>
                    <a:pt x="372428" y="253651"/>
                  </a:lnTo>
                  <a:lnTo>
                    <a:pt x="373285" y="254222"/>
                  </a:lnTo>
                  <a:lnTo>
                    <a:pt x="374904" y="253651"/>
                  </a:lnTo>
                  <a:lnTo>
                    <a:pt x="376428" y="253174"/>
                  </a:lnTo>
                  <a:lnTo>
                    <a:pt x="377666" y="252889"/>
                  </a:lnTo>
                  <a:lnTo>
                    <a:pt x="377666" y="252889"/>
                  </a:lnTo>
                  <a:lnTo>
                    <a:pt x="378714" y="253079"/>
                  </a:lnTo>
                  <a:lnTo>
                    <a:pt x="379190" y="253651"/>
                  </a:lnTo>
                  <a:lnTo>
                    <a:pt x="379952" y="253936"/>
                  </a:lnTo>
                  <a:lnTo>
                    <a:pt x="380619" y="254889"/>
                  </a:lnTo>
                  <a:lnTo>
                    <a:pt x="381095" y="255556"/>
                  </a:lnTo>
                  <a:lnTo>
                    <a:pt x="381000" y="255841"/>
                  </a:lnTo>
                  <a:lnTo>
                    <a:pt x="381000" y="256032"/>
                  </a:lnTo>
                  <a:lnTo>
                    <a:pt x="381286" y="256794"/>
                  </a:lnTo>
                  <a:lnTo>
                    <a:pt x="381667" y="256508"/>
                  </a:lnTo>
                  <a:lnTo>
                    <a:pt x="381762" y="256508"/>
                  </a:lnTo>
                  <a:lnTo>
                    <a:pt x="382429" y="256603"/>
                  </a:lnTo>
                  <a:lnTo>
                    <a:pt x="382905" y="257365"/>
                  </a:lnTo>
                  <a:lnTo>
                    <a:pt x="383667" y="258223"/>
                  </a:lnTo>
                  <a:lnTo>
                    <a:pt x="384334" y="258699"/>
                  </a:lnTo>
                  <a:lnTo>
                    <a:pt x="384334" y="259270"/>
                  </a:lnTo>
                  <a:lnTo>
                    <a:pt x="384810" y="259651"/>
                  </a:lnTo>
                  <a:lnTo>
                    <a:pt x="385000" y="260699"/>
                  </a:lnTo>
                  <a:lnTo>
                    <a:pt x="384810" y="261080"/>
                  </a:lnTo>
                  <a:lnTo>
                    <a:pt x="384143" y="261747"/>
                  </a:lnTo>
                  <a:lnTo>
                    <a:pt x="384429" y="262509"/>
                  </a:lnTo>
                  <a:lnTo>
                    <a:pt x="384143" y="263366"/>
                  </a:lnTo>
                  <a:lnTo>
                    <a:pt x="384143" y="263366"/>
                  </a:lnTo>
                  <a:lnTo>
                    <a:pt x="384143" y="263366"/>
                  </a:lnTo>
                  <a:lnTo>
                    <a:pt x="384620" y="263747"/>
                  </a:lnTo>
                  <a:lnTo>
                    <a:pt x="384715" y="264605"/>
                  </a:lnTo>
                  <a:lnTo>
                    <a:pt x="384810" y="265081"/>
                  </a:lnTo>
                  <a:lnTo>
                    <a:pt x="385286" y="265366"/>
                  </a:lnTo>
                  <a:lnTo>
                    <a:pt x="385381" y="265462"/>
                  </a:lnTo>
                  <a:lnTo>
                    <a:pt x="386144" y="266509"/>
                  </a:lnTo>
                  <a:lnTo>
                    <a:pt x="387287" y="266414"/>
                  </a:lnTo>
                  <a:lnTo>
                    <a:pt x="388430" y="265081"/>
                  </a:lnTo>
                  <a:lnTo>
                    <a:pt x="389382" y="264223"/>
                  </a:lnTo>
                  <a:lnTo>
                    <a:pt x="391668" y="263652"/>
                  </a:lnTo>
                  <a:lnTo>
                    <a:pt x="393001" y="262699"/>
                  </a:lnTo>
                  <a:lnTo>
                    <a:pt x="394621" y="261938"/>
                  </a:lnTo>
                  <a:lnTo>
                    <a:pt x="395478" y="261080"/>
                  </a:lnTo>
                  <a:lnTo>
                    <a:pt x="395002" y="259842"/>
                  </a:lnTo>
                  <a:lnTo>
                    <a:pt x="393573" y="258699"/>
                  </a:lnTo>
                  <a:lnTo>
                    <a:pt x="391954" y="257842"/>
                  </a:lnTo>
                  <a:lnTo>
                    <a:pt x="390906" y="257556"/>
                  </a:lnTo>
                  <a:lnTo>
                    <a:pt x="390525" y="257365"/>
                  </a:lnTo>
                  <a:lnTo>
                    <a:pt x="389954" y="256508"/>
                  </a:lnTo>
                  <a:lnTo>
                    <a:pt x="389668" y="256318"/>
                  </a:lnTo>
                  <a:lnTo>
                    <a:pt x="389191" y="256508"/>
                  </a:lnTo>
                  <a:lnTo>
                    <a:pt x="388811" y="256889"/>
                  </a:lnTo>
                  <a:lnTo>
                    <a:pt x="388620" y="257270"/>
                  </a:lnTo>
                  <a:lnTo>
                    <a:pt x="388620" y="257461"/>
                  </a:lnTo>
                  <a:lnTo>
                    <a:pt x="387667" y="257651"/>
                  </a:lnTo>
                  <a:lnTo>
                    <a:pt x="387001" y="257937"/>
                  </a:lnTo>
                  <a:lnTo>
                    <a:pt x="386429" y="257842"/>
                  </a:lnTo>
                  <a:lnTo>
                    <a:pt x="385858" y="256889"/>
                  </a:lnTo>
                  <a:lnTo>
                    <a:pt x="386429" y="255841"/>
                  </a:lnTo>
                  <a:lnTo>
                    <a:pt x="387382" y="254698"/>
                  </a:lnTo>
                  <a:lnTo>
                    <a:pt x="388620" y="253746"/>
                  </a:lnTo>
                  <a:lnTo>
                    <a:pt x="390049" y="253365"/>
                  </a:lnTo>
                  <a:lnTo>
                    <a:pt x="391192" y="252889"/>
                  </a:lnTo>
                  <a:lnTo>
                    <a:pt x="392525" y="250603"/>
                  </a:lnTo>
                  <a:lnTo>
                    <a:pt x="393573" y="249936"/>
                  </a:lnTo>
                  <a:lnTo>
                    <a:pt x="392906" y="248983"/>
                  </a:lnTo>
                  <a:lnTo>
                    <a:pt x="392144" y="249079"/>
                  </a:lnTo>
                  <a:lnTo>
                    <a:pt x="391287" y="249650"/>
                  </a:lnTo>
                  <a:lnTo>
                    <a:pt x="390144" y="249936"/>
                  </a:lnTo>
                  <a:lnTo>
                    <a:pt x="388144" y="249841"/>
                  </a:lnTo>
                  <a:lnTo>
                    <a:pt x="389096" y="249936"/>
                  </a:lnTo>
                  <a:lnTo>
                    <a:pt x="386810" y="249745"/>
                  </a:lnTo>
                  <a:lnTo>
                    <a:pt x="386239" y="249174"/>
                  </a:lnTo>
                  <a:lnTo>
                    <a:pt x="386715" y="248221"/>
                  </a:lnTo>
                  <a:lnTo>
                    <a:pt x="387572" y="247078"/>
                  </a:lnTo>
                  <a:lnTo>
                    <a:pt x="388144" y="246126"/>
                  </a:lnTo>
                  <a:lnTo>
                    <a:pt x="388048" y="244507"/>
                  </a:lnTo>
                  <a:lnTo>
                    <a:pt x="388906" y="245078"/>
                  </a:lnTo>
                  <a:lnTo>
                    <a:pt x="389668" y="245459"/>
                  </a:lnTo>
                  <a:lnTo>
                    <a:pt x="390430" y="245554"/>
                  </a:lnTo>
                  <a:lnTo>
                    <a:pt x="391954" y="244888"/>
                  </a:lnTo>
                  <a:lnTo>
                    <a:pt x="391478" y="243554"/>
                  </a:lnTo>
                  <a:lnTo>
                    <a:pt x="391382" y="242316"/>
                  </a:lnTo>
                  <a:lnTo>
                    <a:pt x="392621" y="242221"/>
                  </a:lnTo>
                  <a:lnTo>
                    <a:pt x="394430" y="241649"/>
                  </a:lnTo>
                  <a:lnTo>
                    <a:pt x="395573" y="240792"/>
                  </a:lnTo>
                  <a:lnTo>
                    <a:pt x="397192" y="240316"/>
                  </a:lnTo>
                  <a:lnTo>
                    <a:pt x="397764" y="239268"/>
                  </a:lnTo>
                  <a:lnTo>
                    <a:pt x="399288" y="238696"/>
                  </a:lnTo>
                  <a:lnTo>
                    <a:pt x="400812" y="238125"/>
                  </a:lnTo>
                  <a:lnTo>
                    <a:pt x="401764" y="237172"/>
                  </a:lnTo>
                  <a:lnTo>
                    <a:pt x="403479" y="237363"/>
                  </a:lnTo>
                  <a:lnTo>
                    <a:pt x="404908" y="238696"/>
                  </a:lnTo>
                  <a:lnTo>
                    <a:pt x="406527" y="238220"/>
                  </a:lnTo>
                  <a:lnTo>
                    <a:pt x="407098" y="237363"/>
                  </a:lnTo>
                  <a:lnTo>
                    <a:pt x="407670" y="235648"/>
                  </a:lnTo>
                  <a:lnTo>
                    <a:pt x="408146" y="235172"/>
                  </a:lnTo>
                  <a:lnTo>
                    <a:pt x="408908" y="235172"/>
                  </a:lnTo>
                  <a:lnTo>
                    <a:pt x="409575" y="235553"/>
                  </a:lnTo>
                  <a:lnTo>
                    <a:pt x="410051" y="235744"/>
                  </a:lnTo>
                  <a:lnTo>
                    <a:pt x="410718" y="236029"/>
                  </a:lnTo>
                  <a:lnTo>
                    <a:pt x="411480" y="236506"/>
                  </a:lnTo>
                  <a:lnTo>
                    <a:pt x="411861" y="237363"/>
                  </a:lnTo>
                  <a:lnTo>
                    <a:pt x="411575" y="238315"/>
                  </a:lnTo>
                  <a:lnTo>
                    <a:pt x="411194" y="238696"/>
                  </a:lnTo>
                  <a:lnTo>
                    <a:pt x="410337" y="238792"/>
                  </a:lnTo>
                  <a:lnTo>
                    <a:pt x="409765" y="239077"/>
                  </a:lnTo>
                  <a:lnTo>
                    <a:pt x="408432" y="239744"/>
                  </a:lnTo>
                  <a:lnTo>
                    <a:pt x="406337" y="240887"/>
                  </a:lnTo>
                  <a:lnTo>
                    <a:pt x="405479" y="242316"/>
                  </a:lnTo>
                  <a:lnTo>
                    <a:pt x="405194" y="244221"/>
                  </a:lnTo>
                  <a:lnTo>
                    <a:pt x="406432" y="245745"/>
                  </a:lnTo>
                  <a:lnTo>
                    <a:pt x="406146" y="246983"/>
                  </a:lnTo>
                  <a:lnTo>
                    <a:pt x="405098" y="247840"/>
                  </a:lnTo>
                  <a:lnTo>
                    <a:pt x="405479" y="249745"/>
                  </a:lnTo>
                  <a:lnTo>
                    <a:pt x="405479" y="251460"/>
                  </a:lnTo>
                  <a:lnTo>
                    <a:pt x="405574" y="252984"/>
                  </a:lnTo>
                  <a:lnTo>
                    <a:pt x="406432" y="254698"/>
                  </a:lnTo>
                  <a:lnTo>
                    <a:pt x="408051" y="254032"/>
                  </a:lnTo>
                  <a:lnTo>
                    <a:pt x="410623" y="254508"/>
                  </a:lnTo>
                  <a:lnTo>
                    <a:pt x="412718" y="253651"/>
                  </a:lnTo>
                  <a:lnTo>
                    <a:pt x="415385" y="253651"/>
                  </a:lnTo>
                  <a:lnTo>
                    <a:pt x="417100" y="254603"/>
                  </a:lnTo>
                  <a:lnTo>
                    <a:pt x="417290" y="256127"/>
                  </a:lnTo>
                  <a:lnTo>
                    <a:pt x="416528" y="257270"/>
                  </a:lnTo>
                  <a:lnTo>
                    <a:pt x="416814" y="257937"/>
                  </a:lnTo>
                  <a:lnTo>
                    <a:pt x="417766" y="258223"/>
                  </a:lnTo>
                  <a:lnTo>
                    <a:pt x="419576" y="257080"/>
                  </a:lnTo>
                  <a:lnTo>
                    <a:pt x="418433" y="255556"/>
                  </a:lnTo>
                  <a:lnTo>
                    <a:pt x="418147" y="253841"/>
                  </a:lnTo>
                  <a:lnTo>
                    <a:pt x="419957" y="250317"/>
                  </a:lnTo>
                  <a:lnTo>
                    <a:pt x="421100" y="248698"/>
                  </a:lnTo>
                  <a:lnTo>
                    <a:pt x="422053" y="248031"/>
                  </a:lnTo>
                  <a:lnTo>
                    <a:pt x="423386" y="247078"/>
                  </a:lnTo>
                  <a:lnTo>
                    <a:pt x="422434" y="246316"/>
                  </a:lnTo>
                  <a:lnTo>
                    <a:pt x="421767" y="245364"/>
                  </a:lnTo>
                  <a:lnTo>
                    <a:pt x="421005" y="244221"/>
                  </a:lnTo>
                  <a:lnTo>
                    <a:pt x="420148" y="243554"/>
                  </a:lnTo>
                  <a:lnTo>
                    <a:pt x="418814" y="242983"/>
                  </a:lnTo>
                  <a:lnTo>
                    <a:pt x="418243" y="243840"/>
                  </a:lnTo>
                  <a:lnTo>
                    <a:pt x="417290" y="243840"/>
                  </a:lnTo>
                  <a:lnTo>
                    <a:pt x="416528" y="243173"/>
                  </a:lnTo>
                  <a:lnTo>
                    <a:pt x="416338" y="242506"/>
                  </a:lnTo>
                  <a:lnTo>
                    <a:pt x="417005" y="241935"/>
                  </a:lnTo>
                  <a:lnTo>
                    <a:pt x="416623" y="240982"/>
                  </a:lnTo>
                  <a:lnTo>
                    <a:pt x="415671" y="240506"/>
                  </a:lnTo>
                  <a:lnTo>
                    <a:pt x="415004" y="239649"/>
                  </a:lnTo>
                  <a:lnTo>
                    <a:pt x="416147" y="239268"/>
                  </a:lnTo>
                  <a:lnTo>
                    <a:pt x="417100" y="239649"/>
                  </a:lnTo>
                  <a:lnTo>
                    <a:pt x="418243" y="240887"/>
                  </a:lnTo>
                  <a:lnTo>
                    <a:pt x="419290" y="241268"/>
                  </a:lnTo>
                  <a:lnTo>
                    <a:pt x="420053" y="239839"/>
                  </a:lnTo>
                  <a:lnTo>
                    <a:pt x="421196" y="240506"/>
                  </a:lnTo>
                  <a:lnTo>
                    <a:pt x="421481" y="241459"/>
                  </a:lnTo>
                  <a:lnTo>
                    <a:pt x="421957" y="242601"/>
                  </a:lnTo>
                  <a:lnTo>
                    <a:pt x="422338" y="243745"/>
                  </a:lnTo>
                  <a:lnTo>
                    <a:pt x="422148" y="244792"/>
                  </a:lnTo>
                  <a:lnTo>
                    <a:pt x="422529" y="245459"/>
                  </a:lnTo>
                  <a:lnTo>
                    <a:pt x="423481" y="245745"/>
                  </a:lnTo>
                  <a:lnTo>
                    <a:pt x="424148" y="246126"/>
                  </a:lnTo>
                  <a:lnTo>
                    <a:pt x="424529" y="246031"/>
                  </a:lnTo>
                  <a:lnTo>
                    <a:pt x="425101" y="245364"/>
                  </a:lnTo>
                  <a:lnTo>
                    <a:pt x="425577" y="244983"/>
                  </a:lnTo>
                  <a:lnTo>
                    <a:pt x="426339" y="244888"/>
                  </a:lnTo>
                  <a:lnTo>
                    <a:pt x="427101" y="244602"/>
                  </a:lnTo>
                  <a:lnTo>
                    <a:pt x="427958" y="244507"/>
                  </a:lnTo>
                  <a:lnTo>
                    <a:pt x="428149" y="243745"/>
                  </a:lnTo>
                  <a:lnTo>
                    <a:pt x="427482" y="242983"/>
                  </a:lnTo>
                  <a:lnTo>
                    <a:pt x="427101" y="242030"/>
                  </a:lnTo>
                  <a:lnTo>
                    <a:pt x="427482" y="241459"/>
                  </a:lnTo>
                  <a:lnTo>
                    <a:pt x="428625" y="240601"/>
                  </a:lnTo>
                  <a:lnTo>
                    <a:pt x="429006" y="239934"/>
                  </a:lnTo>
                  <a:lnTo>
                    <a:pt x="429387" y="238696"/>
                  </a:lnTo>
                  <a:lnTo>
                    <a:pt x="429768" y="238220"/>
                  </a:lnTo>
                  <a:lnTo>
                    <a:pt x="431006" y="236982"/>
                  </a:lnTo>
                  <a:lnTo>
                    <a:pt x="433864" y="236601"/>
                  </a:lnTo>
                  <a:lnTo>
                    <a:pt x="434721" y="236410"/>
                  </a:lnTo>
                  <a:lnTo>
                    <a:pt x="436436" y="235648"/>
                  </a:lnTo>
                  <a:lnTo>
                    <a:pt x="437864" y="235839"/>
                  </a:lnTo>
                  <a:lnTo>
                    <a:pt x="438436" y="237363"/>
                  </a:lnTo>
                  <a:lnTo>
                    <a:pt x="440150" y="238030"/>
                  </a:lnTo>
                  <a:lnTo>
                    <a:pt x="439674" y="236125"/>
                  </a:lnTo>
                  <a:lnTo>
                    <a:pt x="439579" y="234886"/>
                  </a:lnTo>
                  <a:lnTo>
                    <a:pt x="441388" y="233934"/>
                  </a:lnTo>
                  <a:lnTo>
                    <a:pt x="443103" y="233648"/>
                  </a:lnTo>
                  <a:lnTo>
                    <a:pt x="444246" y="234029"/>
                  </a:lnTo>
                  <a:lnTo>
                    <a:pt x="445389" y="233553"/>
                  </a:lnTo>
                  <a:lnTo>
                    <a:pt x="446246" y="232505"/>
                  </a:lnTo>
                  <a:lnTo>
                    <a:pt x="447580" y="230219"/>
                  </a:lnTo>
                  <a:lnTo>
                    <a:pt x="449199" y="228409"/>
                  </a:lnTo>
                  <a:lnTo>
                    <a:pt x="450151" y="227743"/>
                  </a:lnTo>
                  <a:lnTo>
                    <a:pt x="451199" y="227647"/>
                  </a:lnTo>
                  <a:lnTo>
                    <a:pt x="450628" y="229552"/>
                  </a:lnTo>
                  <a:lnTo>
                    <a:pt x="450532" y="230695"/>
                  </a:lnTo>
                  <a:lnTo>
                    <a:pt x="450913" y="231172"/>
                  </a:lnTo>
                  <a:lnTo>
                    <a:pt x="451771" y="231553"/>
                  </a:lnTo>
                  <a:lnTo>
                    <a:pt x="451390" y="232315"/>
                  </a:lnTo>
                  <a:lnTo>
                    <a:pt x="450056" y="233363"/>
                  </a:lnTo>
                  <a:lnTo>
                    <a:pt x="446532" y="234886"/>
                  </a:lnTo>
                  <a:lnTo>
                    <a:pt x="444437" y="236220"/>
                  </a:lnTo>
                  <a:lnTo>
                    <a:pt x="444532" y="237744"/>
                  </a:lnTo>
                  <a:lnTo>
                    <a:pt x="445961" y="237744"/>
                  </a:lnTo>
                  <a:lnTo>
                    <a:pt x="449008" y="237458"/>
                  </a:lnTo>
                  <a:lnTo>
                    <a:pt x="452342" y="237744"/>
                  </a:lnTo>
                  <a:lnTo>
                    <a:pt x="455009" y="239934"/>
                  </a:lnTo>
                  <a:lnTo>
                    <a:pt x="455866" y="239077"/>
                  </a:lnTo>
                  <a:lnTo>
                    <a:pt x="456819" y="238220"/>
                  </a:lnTo>
                  <a:lnTo>
                    <a:pt x="458819" y="237744"/>
                  </a:lnTo>
                  <a:lnTo>
                    <a:pt x="459676" y="239173"/>
                  </a:lnTo>
                  <a:lnTo>
                    <a:pt x="459772" y="240030"/>
                  </a:lnTo>
                  <a:lnTo>
                    <a:pt x="458629" y="240411"/>
                  </a:lnTo>
                  <a:lnTo>
                    <a:pt x="457676" y="241173"/>
                  </a:lnTo>
                  <a:lnTo>
                    <a:pt x="457009" y="241363"/>
                  </a:lnTo>
                  <a:lnTo>
                    <a:pt x="454533" y="241173"/>
                  </a:lnTo>
                  <a:lnTo>
                    <a:pt x="453962" y="241363"/>
                  </a:lnTo>
                  <a:lnTo>
                    <a:pt x="453009" y="242506"/>
                  </a:lnTo>
                  <a:lnTo>
                    <a:pt x="453771" y="243840"/>
                  </a:lnTo>
                  <a:lnTo>
                    <a:pt x="454819" y="244983"/>
                  </a:lnTo>
                  <a:lnTo>
                    <a:pt x="455771" y="245840"/>
                  </a:lnTo>
                  <a:lnTo>
                    <a:pt x="457390" y="246221"/>
                  </a:lnTo>
                  <a:lnTo>
                    <a:pt x="459581" y="246221"/>
                  </a:lnTo>
                  <a:lnTo>
                    <a:pt x="460915" y="245364"/>
                  </a:lnTo>
                  <a:lnTo>
                    <a:pt x="463010" y="245364"/>
                  </a:lnTo>
                  <a:lnTo>
                    <a:pt x="465106" y="246507"/>
                  </a:lnTo>
                  <a:lnTo>
                    <a:pt x="467582" y="247459"/>
                  </a:lnTo>
                  <a:lnTo>
                    <a:pt x="468725" y="248221"/>
                  </a:lnTo>
                  <a:lnTo>
                    <a:pt x="471869" y="248221"/>
                  </a:lnTo>
                  <a:lnTo>
                    <a:pt x="471011" y="246793"/>
                  </a:lnTo>
                  <a:lnTo>
                    <a:pt x="470916" y="244983"/>
                  </a:lnTo>
                  <a:lnTo>
                    <a:pt x="472345" y="243459"/>
                  </a:lnTo>
                  <a:lnTo>
                    <a:pt x="473107" y="242221"/>
                  </a:lnTo>
                  <a:lnTo>
                    <a:pt x="472821" y="241554"/>
                  </a:lnTo>
                  <a:lnTo>
                    <a:pt x="471297" y="241363"/>
                  </a:lnTo>
                  <a:lnTo>
                    <a:pt x="471202" y="242221"/>
                  </a:lnTo>
                  <a:lnTo>
                    <a:pt x="470345" y="244221"/>
                  </a:lnTo>
                  <a:lnTo>
                    <a:pt x="467773" y="241840"/>
                  </a:lnTo>
                  <a:lnTo>
                    <a:pt x="468058" y="239649"/>
                  </a:lnTo>
                  <a:lnTo>
                    <a:pt x="469011" y="237744"/>
                  </a:lnTo>
                  <a:lnTo>
                    <a:pt x="470345" y="236125"/>
                  </a:lnTo>
                  <a:lnTo>
                    <a:pt x="473107" y="232696"/>
                  </a:lnTo>
                  <a:lnTo>
                    <a:pt x="474726" y="231267"/>
                  </a:lnTo>
                  <a:lnTo>
                    <a:pt x="473773" y="231457"/>
                  </a:lnTo>
                  <a:lnTo>
                    <a:pt x="473202" y="231934"/>
                  </a:lnTo>
                  <a:lnTo>
                    <a:pt x="472726" y="232505"/>
                  </a:lnTo>
                  <a:lnTo>
                    <a:pt x="471964" y="233076"/>
                  </a:lnTo>
                  <a:lnTo>
                    <a:pt x="471011" y="233553"/>
                  </a:lnTo>
                  <a:lnTo>
                    <a:pt x="470535" y="233743"/>
                  </a:lnTo>
                  <a:lnTo>
                    <a:pt x="469011" y="233743"/>
                  </a:lnTo>
                  <a:lnTo>
                    <a:pt x="468249" y="233553"/>
                  </a:lnTo>
                  <a:lnTo>
                    <a:pt x="467011" y="232791"/>
                  </a:lnTo>
                  <a:lnTo>
                    <a:pt x="466249" y="232600"/>
                  </a:lnTo>
                  <a:lnTo>
                    <a:pt x="464058" y="232791"/>
                  </a:lnTo>
                  <a:lnTo>
                    <a:pt x="463201" y="232600"/>
                  </a:lnTo>
                  <a:lnTo>
                    <a:pt x="463201" y="231934"/>
                  </a:lnTo>
                  <a:lnTo>
                    <a:pt x="465296" y="231553"/>
                  </a:lnTo>
                  <a:lnTo>
                    <a:pt x="465487" y="229838"/>
                  </a:lnTo>
                  <a:lnTo>
                    <a:pt x="464439" y="228028"/>
                  </a:lnTo>
                  <a:lnTo>
                    <a:pt x="462915" y="227171"/>
                  </a:lnTo>
                  <a:lnTo>
                    <a:pt x="462248" y="227362"/>
                  </a:lnTo>
                  <a:lnTo>
                    <a:pt x="461486" y="228219"/>
                  </a:lnTo>
                  <a:lnTo>
                    <a:pt x="460724" y="228409"/>
                  </a:lnTo>
                  <a:lnTo>
                    <a:pt x="459962" y="228124"/>
                  </a:lnTo>
                  <a:lnTo>
                    <a:pt x="459296" y="227552"/>
                  </a:lnTo>
                  <a:lnTo>
                    <a:pt x="458248" y="226028"/>
                  </a:lnTo>
                  <a:lnTo>
                    <a:pt x="459676" y="226600"/>
                  </a:lnTo>
                  <a:lnTo>
                    <a:pt x="460153" y="226695"/>
                  </a:lnTo>
                  <a:lnTo>
                    <a:pt x="460820" y="226504"/>
                  </a:lnTo>
                  <a:lnTo>
                    <a:pt x="461105" y="225742"/>
                  </a:lnTo>
                  <a:lnTo>
                    <a:pt x="461772" y="225552"/>
                  </a:lnTo>
                  <a:lnTo>
                    <a:pt x="463201" y="226028"/>
                  </a:lnTo>
                  <a:lnTo>
                    <a:pt x="465487" y="228028"/>
                  </a:lnTo>
                  <a:lnTo>
                    <a:pt x="466249" y="228505"/>
                  </a:lnTo>
                  <a:lnTo>
                    <a:pt x="468535" y="228505"/>
                  </a:lnTo>
                  <a:lnTo>
                    <a:pt x="469678" y="228790"/>
                  </a:lnTo>
                  <a:lnTo>
                    <a:pt x="469582" y="229457"/>
                  </a:lnTo>
                  <a:lnTo>
                    <a:pt x="468725" y="230600"/>
                  </a:lnTo>
                  <a:lnTo>
                    <a:pt x="468439" y="231648"/>
                  </a:lnTo>
                  <a:lnTo>
                    <a:pt x="469011" y="232410"/>
                  </a:lnTo>
                  <a:lnTo>
                    <a:pt x="470630" y="232696"/>
                  </a:lnTo>
                  <a:lnTo>
                    <a:pt x="471011" y="232315"/>
                  </a:lnTo>
                  <a:lnTo>
                    <a:pt x="471773" y="230695"/>
                  </a:lnTo>
                  <a:lnTo>
                    <a:pt x="472059" y="230219"/>
                  </a:lnTo>
                  <a:lnTo>
                    <a:pt x="472535" y="229933"/>
                  </a:lnTo>
                  <a:lnTo>
                    <a:pt x="477012" y="229171"/>
                  </a:lnTo>
                  <a:lnTo>
                    <a:pt x="478155" y="228790"/>
                  </a:lnTo>
                  <a:lnTo>
                    <a:pt x="479203" y="227838"/>
                  </a:lnTo>
                  <a:lnTo>
                    <a:pt x="480536" y="226123"/>
                  </a:lnTo>
                  <a:lnTo>
                    <a:pt x="481203" y="225742"/>
                  </a:lnTo>
                  <a:lnTo>
                    <a:pt x="484251" y="225266"/>
                  </a:lnTo>
                  <a:lnTo>
                    <a:pt x="484537" y="225457"/>
                  </a:lnTo>
                  <a:lnTo>
                    <a:pt x="484061" y="226219"/>
                  </a:lnTo>
                  <a:lnTo>
                    <a:pt x="483584" y="227838"/>
                  </a:lnTo>
                  <a:lnTo>
                    <a:pt x="483013" y="227838"/>
                  </a:lnTo>
                  <a:lnTo>
                    <a:pt x="482346" y="227552"/>
                  </a:lnTo>
                  <a:lnTo>
                    <a:pt x="481298" y="228219"/>
                  </a:lnTo>
                  <a:lnTo>
                    <a:pt x="480441" y="229267"/>
                  </a:lnTo>
                  <a:lnTo>
                    <a:pt x="480631" y="230124"/>
                  </a:lnTo>
                  <a:lnTo>
                    <a:pt x="482155" y="230886"/>
                  </a:lnTo>
                  <a:lnTo>
                    <a:pt x="481584" y="232505"/>
                  </a:lnTo>
                  <a:lnTo>
                    <a:pt x="484727" y="232410"/>
                  </a:lnTo>
                  <a:lnTo>
                    <a:pt x="486823" y="233267"/>
                  </a:lnTo>
                  <a:lnTo>
                    <a:pt x="487871" y="234029"/>
                  </a:lnTo>
                  <a:lnTo>
                    <a:pt x="488537" y="234601"/>
                  </a:lnTo>
                  <a:lnTo>
                    <a:pt x="488918" y="234886"/>
                  </a:lnTo>
                  <a:lnTo>
                    <a:pt x="489585" y="235077"/>
                  </a:lnTo>
                  <a:lnTo>
                    <a:pt x="490061" y="235458"/>
                  </a:lnTo>
                  <a:lnTo>
                    <a:pt x="490442" y="236029"/>
                  </a:lnTo>
                  <a:lnTo>
                    <a:pt x="490633" y="236791"/>
                  </a:lnTo>
                  <a:lnTo>
                    <a:pt x="490823" y="237934"/>
                  </a:lnTo>
                  <a:lnTo>
                    <a:pt x="490728" y="238792"/>
                  </a:lnTo>
                  <a:lnTo>
                    <a:pt x="490156" y="238601"/>
                  </a:lnTo>
                  <a:lnTo>
                    <a:pt x="489775" y="237839"/>
                  </a:lnTo>
                  <a:lnTo>
                    <a:pt x="489585" y="237172"/>
                  </a:lnTo>
                  <a:lnTo>
                    <a:pt x="489204" y="236696"/>
                  </a:lnTo>
                  <a:lnTo>
                    <a:pt x="488632" y="236887"/>
                  </a:lnTo>
                  <a:lnTo>
                    <a:pt x="488823" y="237839"/>
                  </a:lnTo>
                  <a:lnTo>
                    <a:pt x="489204" y="239363"/>
                  </a:lnTo>
                  <a:lnTo>
                    <a:pt x="489395" y="240697"/>
                  </a:lnTo>
                  <a:lnTo>
                    <a:pt x="490347" y="241459"/>
                  </a:lnTo>
                  <a:lnTo>
                    <a:pt x="491585" y="241363"/>
                  </a:lnTo>
                  <a:lnTo>
                    <a:pt x="492919" y="239363"/>
                  </a:lnTo>
                  <a:lnTo>
                    <a:pt x="493871" y="238601"/>
                  </a:lnTo>
                  <a:lnTo>
                    <a:pt x="496157" y="237268"/>
                  </a:lnTo>
                  <a:lnTo>
                    <a:pt x="497776" y="237744"/>
                  </a:lnTo>
                  <a:lnTo>
                    <a:pt x="500158" y="236315"/>
                  </a:lnTo>
                  <a:lnTo>
                    <a:pt x="500634" y="236220"/>
                  </a:lnTo>
                  <a:lnTo>
                    <a:pt x="502158" y="236506"/>
                  </a:lnTo>
                  <a:lnTo>
                    <a:pt x="502825" y="235458"/>
                  </a:lnTo>
                  <a:lnTo>
                    <a:pt x="505301" y="233743"/>
                  </a:lnTo>
                  <a:lnTo>
                    <a:pt x="506539" y="233648"/>
                  </a:lnTo>
                  <a:lnTo>
                    <a:pt x="507682" y="233076"/>
                  </a:lnTo>
                  <a:lnTo>
                    <a:pt x="508635" y="232600"/>
                  </a:lnTo>
                  <a:lnTo>
                    <a:pt x="509492" y="232505"/>
                  </a:lnTo>
                  <a:lnTo>
                    <a:pt x="509969" y="232219"/>
                  </a:lnTo>
                  <a:lnTo>
                    <a:pt x="511778" y="231172"/>
                  </a:lnTo>
                  <a:lnTo>
                    <a:pt x="512636" y="229267"/>
                  </a:lnTo>
                  <a:lnTo>
                    <a:pt x="511397" y="228600"/>
                  </a:lnTo>
                  <a:lnTo>
                    <a:pt x="509016" y="226504"/>
                  </a:lnTo>
                  <a:lnTo>
                    <a:pt x="509016" y="225552"/>
                  </a:lnTo>
                  <a:lnTo>
                    <a:pt x="512636" y="227838"/>
                  </a:lnTo>
                  <a:lnTo>
                    <a:pt x="515588" y="228886"/>
                  </a:lnTo>
                  <a:lnTo>
                    <a:pt x="513016" y="231172"/>
                  </a:lnTo>
                  <a:lnTo>
                    <a:pt x="512445" y="232791"/>
                  </a:lnTo>
                  <a:lnTo>
                    <a:pt x="513302" y="234886"/>
                  </a:lnTo>
                  <a:lnTo>
                    <a:pt x="514731" y="234315"/>
                  </a:lnTo>
                  <a:lnTo>
                    <a:pt x="516064" y="233743"/>
                  </a:lnTo>
                  <a:lnTo>
                    <a:pt x="517303" y="232981"/>
                  </a:lnTo>
                  <a:lnTo>
                    <a:pt x="519398" y="231553"/>
                  </a:lnTo>
                  <a:lnTo>
                    <a:pt x="521684" y="228790"/>
                  </a:lnTo>
                  <a:lnTo>
                    <a:pt x="522827" y="227743"/>
                  </a:lnTo>
                  <a:lnTo>
                    <a:pt x="523304" y="226790"/>
                  </a:lnTo>
                  <a:lnTo>
                    <a:pt x="525304" y="225742"/>
                  </a:lnTo>
                  <a:lnTo>
                    <a:pt x="528161" y="223456"/>
                  </a:lnTo>
                  <a:lnTo>
                    <a:pt x="527209" y="222694"/>
                  </a:lnTo>
                  <a:lnTo>
                    <a:pt x="525875" y="223361"/>
                  </a:lnTo>
                  <a:lnTo>
                    <a:pt x="524447" y="223266"/>
                  </a:lnTo>
                  <a:lnTo>
                    <a:pt x="521780" y="222123"/>
                  </a:lnTo>
                  <a:lnTo>
                    <a:pt x="522827" y="221361"/>
                  </a:lnTo>
                  <a:lnTo>
                    <a:pt x="524542" y="221551"/>
                  </a:lnTo>
                  <a:lnTo>
                    <a:pt x="526732" y="222123"/>
                  </a:lnTo>
                  <a:lnTo>
                    <a:pt x="528923" y="221647"/>
                  </a:lnTo>
                  <a:lnTo>
                    <a:pt x="529685" y="222980"/>
                  </a:lnTo>
                  <a:lnTo>
                    <a:pt x="532829" y="223933"/>
                  </a:lnTo>
                  <a:lnTo>
                    <a:pt x="533972" y="225171"/>
                  </a:lnTo>
                  <a:lnTo>
                    <a:pt x="536067" y="225933"/>
                  </a:lnTo>
                  <a:lnTo>
                    <a:pt x="539782" y="225171"/>
                  </a:lnTo>
                  <a:lnTo>
                    <a:pt x="542354" y="224314"/>
                  </a:lnTo>
                  <a:lnTo>
                    <a:pt x="545211" y="224980"/>
                  </a:lnTo>
                  <a:lnTo>
                    <a:pt x="547116" y="222599"/>
                  </a:lnTo>
                  <a:lnTo>
                    <a:pt x="547402" y="219932"/>
                  </a:lnTo>
                  <a:lnTo>
                    <a:pt x="549497" y="219265"/>
                  </a:lnTo>
                  <a:lnTo>
                    <a:pt x="550736" y="218122"/>
                  </a:lnTo>
                  <a:lnTo>
                    <a:pt x="550069" y="216598"/>
                  </a:lnTo>
                  <a:lnTo>
                    <a:pt x="549592" y="214026"/>
                  </a:lnTo>
                  <a:lnTo>
                    <a:pt x="549878" y="212312"/>
                  </a:lnTo>
                  <a:lnTo>
                    <a:pt x="548449" y="210407"/>
                  </a:lnTo>
                  <a:lnTo>
                    <a:pt x="549402" y="207359"/>
                  </a:lnTo>
                  <a:lnTo>
                    <a:pt x="551402" y="204501"/>
                  </a:lnTo>
                  <a:lnTo>
                    <a:pt x="553879" y="202882"/>
                  </a:lnTo>
                  <a:lnTo>
                    <a:pt x="554164" y="201739"/>
                  </a:lnTo>
                  <a:lnTo>
                    <a:pt x="554069" y="201073"/>
                  </a:lnTo>
                  <a:lnTo>
                    <a:pt x="551783" y="200501"/>
                  </a:lnTo>
                  <a:lnTo>
                    <a:pt x="550926" y="200596"/>
                  </a:lnTo>
                  <a:lnTo>
                    <a:pt x="550069" y="201168"/>
                  </a:lnTo>
                  <a:lnTo>
                    <a:pt x="549116" y="201739"/>
                  </a:lnTo>
                  <a:lnTo>
                    <a:pt x="547973" y="202597"/>
                  </a:lnTo>
                  <a:lnTo>
                    <a:pt x="546545" y="201263"/>
                  </a:lnTo>
                  <a:lnTo>
                    <a:pt x="546545" y="199739"/>
                  </a:lnTo>
                  <a:lnTo>
                    <a:pt x="547211" y="199644"/>
                  </a:lnTo>
                  <a:lnTo>
                    <a:pt x="551497" y="198596"/>
                  </a:lnTo>
                  <a:lnTo>
                    <a:pt x="553022" y="198787"/>
                  </a:lnTo>
                  <a:lnTo>
                    <a:pt x="554831" y="199358"/>
                  </a:lnTo>
                  <a:lnTo>
                    <a:pt x="555403" y="200882"/>
                  </a:lnTo>
                  <a:lnTo>
                    <a:pt x="555307" y="202501"/>
                  </a:lnTo>
                  <a:lnTo>
                    <a:pt x="555022" y="203549"/>
                  </a:lnTo>
                  <a:lnTo>
                    <a:pt x="555117" y="204597"/>
                  </a:lnTo>
                  <a:lnTo>
                    <a:pt x="556260" y="204978"/>
                  </a:lnTo>
                  <a:lnTo>
                    <a:pt x="556831" y="205835"/>
                  </a:lnTo>
                  <a:lnTo>
                    <a:pt x="557594" y="205930"/>
                  </a:lnTo>
                  <a:lnTo>
                    <a:pt x="558832" y="203263"/>
                  </a:lnTo>
                  <a:lnTo>
                    <a:pt x="559594" y="201454"/>
                  </a:lnTo>
                  <a:lnTo>
                    <a:pt x="561022" y="200120"/>
                  </a:lnTo>
                  <a:lnTo>
                    <a:pt x="562356" y="199358"/>
                  </a:lnTo>
                  <a:lnTo>
                    <a:pt x="563118" y="198882"/>
                  </a:lnTo>
                  <a:lnTo>
                    <a:pt x="562642" y="197644"/>
                  </a:lnTo>
                  <a:lnTo>
                    <a:pt x="561499" y="196977"/>
                  </a:lnTo>
                  <a:lnTo>
                    <a:pt x="560261" y="196501"/>
                  </a:lnTo>
                  <a:lnTo>
                    <a:pt x="559308" y="195643"/>
                  </a:lnTo>
                  <a:lnTo>
                    <a:pt x="562356" y="196024"/>
                  </a:lnTo>
                  <a:lnTo>
                    <a:pt x="564451" y="197644"/>
                  </a:lnTo>
                  <a:lnTo>
                    <a:pt x="566261" y="199739"/>
                  </a:lnTo>
                  <a:lnTo>
                    <a:pt x="568642" y="201549"/>
                  </a:lnTo>
                  <a:lnTo>
                    <a:pt x="570357" y="199453"/>
                  </a:lnTo>
                  <a:lnTo>
                    <a:pt x="569500" y="199168"/>
                  </a:lnTo>
                  <a:lnTo>
                    <a:pt x="568833" y="199549"/>
                  </a:lnTo>
                  <a:lnTo>
                    <a:pt x="568071" y="199168"/>
                  </a:lnTo>
                  <a:lnTo>
                    <a:pt x="567404" y="196405"/>
                  </a:lnTo>
                  <a:lnTo>
                    <a:pt x="567214" y="194310"/>
                  </a:lnTo>
                  <a:lnTo>
                    <a:pt x="565880" y="191833"/>
                  </a:lnTo>
                  <a:lnTo>
                    <a:pt x="564356" y="191452"/>
                  </a:lnTo>
                  <a:lnTo>
                    <a:pt x="564071" y="192691"/>
                  </a:lnTo>
                  <a:lnTo>
                    <a:pt x="562642" y="192405"/>
                  </a:lnTo>
                  <a:lnTo>
                    <a:pt x="561213" y="190786"/>
                  </a:lnTo>
                  <a:lnTo>
                    <a:pt x="558832" y="190976"/>
                  </a:lnTo>
                  <a:lnTo>
                    <a:pt x="557308" y="192595"/>
                  </a:lnTo>
                  <a:lnTo>
                    <a:pt x="554641" y="192500"/>
                  </a:lnTo>
                  <a:lnTo>
                    <a:pt x="553022" y="192881"/>
                  </a:lnTo>
                  <a:lnTo>
                    <a:pt x="551783" y="192214"/>
                  </a:lnTo>
                  <a:lnTo>
                    <a:pt x="550164" y="190690"/>
                  </a:lnTo>
                  <a:lnTo>
                    <a:pt x="548640" y="188881"/>
                  </a:lnTo>
                  <a:lnTo>
                    <a:pt x="547878" y="187547"/>
                  </a:lnTo>
                  <a:lnTo>
                    <a:pt x="547783" y="184594"/>
                  </a:lnTo>
                  <a:lnTo>
                    <a:pt x="547878" y="183928"/>
                  </a:lnTo>
                  <a:lnTo>
                    <a:pt x="548545" y="183547"/>
                  </a:lnTo>
                  <a:lnTo>
                    <a:pt x="549497" y="183642"/>
                  </a:lnTo>
                  <a:lnTo>
                    <a:pt x="550355" y="184213"/>
                  </a:lnTo>
                  <a:lnTo>
                    <a:pt x="550736" y="185261"/>
                  </a:lnTo>
                  <a:lnTo>
                    <a:pt x="551593" y="186214"/>
                  </a:lnTo>
                  <a:lnTo>
                    <a:pt x="555784" y="188119"/>
                  </a:lnTo>
                  <a:lnTo>
                    <a:pt x="558641" y="189357"/>
                  </a:lnTo>
                  <a:lnTo>
                    <a:pt x="560451" y="189166"/>
                  </a:lnTo>
                  <a:lnTo>
                    <a:pt x="561404" y="188881"/>
                  </a:lnTo>
                  <a:lnTo>
                    <a:pt x="563023" y="189262"/>
                  </a:lnTo>
                  <a:lnTo>
                    <a:pt x="564547" y="189643"/>
                  </a:lnTo>
                  <a:lnTo>
                    <a:pt x="565690" y="189833"/>
                  </a:lnTo>
                  <a:lnTo>
                    <a:pt x="566166" y="189738"/>
                  </a:lnTo>
                  <a:lnTo>
                    <a:pt x="567785" y="189833"/>
                  </a:lnTo>
                  <a:lnTo>
                    <a:pt x="575215" y="181070"/>
                  </a:lnTo>
                  <a:lnTo>
                    <a:pt x="575691" y="179070"/>
                  </a:lnTo>
                  <a:lnTo>
                    <a:pt x="574262" y="177070"/>
                  </a:lnTo>
                  <a:lnTo>
                    <a:pt x="573881" y="175831"/>
                  </a:lnTo>
                  <a:lnTo>
                    <a:pt x="574262" y="174688"/>
                  </a:lnTo>
                  <a:lnTo>
                    <a:pt x="575881" y="172783"/>
                  </a:lnTo>
                  <a:lnTo>
                    <a:pt x="576548" y="171736"/>
                  </a:lnTo>
                  <a:lnTo>
                    <a:pt x="576739" y="170593"/>
                  </a:lnTo>
                  <a:lnTo>
                    <a:pt x="576548" y="169450"/>
                  </a:lnTo>
                  <a:lnTo>
                    <a:pt x="576167" y="168878"/>
                  </a:lnTo>
                  <a:lnTo>
                    <a:pt x="575786" y="168402"/>
                  </a:lnTo>
                  <a:lnTo>
                    <a:pt x="575596" y="167640"/>
                  </a:lnTo>
                  <a:lnTo>
                    <a:pt x="576072" y="166688"/>
                  </a:lnTo>
                  <a:lnTo>
                    <a:pt x="577977" y="165354"/>
                  </a:lnTo>
                  <a:lnTo>
                    <a:pt x="578453" y="164782"/>
                  </a:lnTo>
                  <a:lnTo>
                    <a:pt x="578644" y="163639"/>
                  </a:lnTo>
                  <a:lnTo>
                    <a:pt x="579215" y="162973"/>
                  </a:lnTo>
                  <a:lnTo>
                    <a:pt x="580072" y="162782"/>
                  </a:lnTo>
                  <a:lnTo>
                    <a:pt x="581120" y="163258"/>
                  </a:lnTo>
                  <a:lnTo>
                    <a:pt x="579215" y="165068"/>
                  </a:lnTo>
                  <a:lnTo>
                    <a:pt x="579977" y="166211"/>
                  </a:lnTo>
                  <a:lnTo>
                    <a:pt x="581787" y="167449"/>
                  </a:lnTo>
                  <a:lnTo>
                    <a:pt x="582930" y="167068"/>
                  </a:lnTo>
                  <a:lnTo>
                    <a:pt x="584549" y="164878"/>
                  </a:lnTo>
                  <a:lnTo>
                    <a:pt x="586454" y="164497"/>
                  </a:lnTo>
                  <a:lnTo>
                    <a:pt x="587121" y="164211"/>
                  </a:lnTo>
                  <a:lnTo>
                    <a:pt x="587502" y="163258"/>
                  </a:lnTo>
                  <a:lnTo>
                    <a:pt x="588359" y="163068"/>
                  </a:lnTo>
                  <a:lnTo>
                    <a:pt x="589216" y="163544"/>
                  </a:lnTo>
                  <a:lnTo>
                    <a:pt x="590264" y="163734"/>
                  </a:lnTo>
                  <a:lnTo>
                    <a:pt x="591122" y="163925"/>
                  </a:lnTo>
                  <a:lnTo>
                    <a:pt x="591883" y="164973"/>
                  </a:lnTo>
                  <a:lnTo>
                    <a:pt x="591979" y="166401"/>
                  </a:lnTo>
                  <a:lnTo>
                    <a:pt x="591693" y="167926"/>
                  </a:lnTo>
                  <a:lnTo>
                    <a:pt x="592264" y="169259"/>
                  </a:lnTo>
                  <a:lnTo>
                    <a:pt x="591979" y="170497"/>
                  </a:lnTo>
                  <a:lnTo>
                    <a:pt x="591788" y="171355"/>
                  </a:lnTo>
                  <a:lnTo>
                    <a:pt x="592264" y="172593"/>
                  </a:lnTo>
                  <a:lnTo>
                    <a:pt x="593503" y="172307"/>
                  </a:lnTo>
                  <a:lnTo>
                    <a:pt x="595789" y="170783"/>
                  </a:lnTo>
                  <a:lnTo>
                    <a:pt x="597598" y="167830"/>
                  </a:lnTo>
                  <a:lnTo>
                    <a:pt x="601599" y="166973"/>
                  </a:lnTo>
                  <a:lnTo>
                    <a:pt x="601599" y="166973"/>
                  </a:lnTo>
                  <a:close/>
                </a:path>
              </a:pathLst>
            </a:custGeom>
            <a:solidFill>
              <a:srgbClr val="CCCCCC"/>
            </a:soli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31" name="Freeform: Shape 34">
              <a:extLst>
                <a:ext uri="{FF2B5EF4-FFF2-40B4-BE49-F238E27FC236}">
                  <a16:creationId xmlns:a16="http://schemas.microsoft.com/office/drawing/2014/main" id="{71FDE125-E221-707D-7907-A2294F4C700A}"/>
                </a:ext>
              </a:extLst>
            </p:cNvPr>
            <p:cNvSpPr/>
            <p:nvPr/>
          </p:nvSpPr>
          <p:spPr>
            <a:xfrm>
              <a:off x="2376773" y="3819398"/>
              <a:ext cx="1266825" cy="1019175"/>
            </a:xfrm>
            <a:custGeom>
              <a:avLst/>
              <a:gdLst>
                <a:gd name="connsiteX0" fmla="*/ 1274064 w 1266825"/>
                <a:gd name="connsiteY0" fmla="*/ 665321 h 1019175"/>
                <a:gd name="connsiteX1" fmla="*/ 1273969 w 1266825"/>
                <a:gd name="connsiteY1" fmla="*/ 664750 h 1019175"/>
                <a:gd name="connsiteX2" fmla="*/ 1273302 w 1266825"/>
                <a:gd name="connsiteY2" fmla="*/ 663893 h 1019175"/>
                <a:gd name="connsiteX3" fmla="*/ 1272350 w 1266825"/>
                <a:gd name="connsiteY3" fmla="*/ 662940 h 1019175"/>
                <a:gd name="connsiteX4" fmla="*/ 1269873 w 1266825"/>
                <a:gd name="connsiteY4" fmla="*/ 661035 h 1019175"/>
                <a:gd name="connsiteX5" fmla="*/ 1268159 w 1266825"/>
                <a:gd name="connsiteY5" fmla="*/ 659416 h 1019175"/>
                <a:gd name="connsiteX6" fmla="*/ 1267873 w 1266825"/>
                <a:gd name="connsiteY6" fmla="*/ 658940 h 1019175"/>
                <a:gd name="connsiteX7" fmla="*/ 1267587 w 1266825"/>
                <a:gd name="connsiteY7" fmla="*/ 658559 h 1019175"/>
                <a:gd name="connsiteX8" fmla="*/ 1267301 w 1266825"/>
                <a:gd name="connsiteY8" fmla="*/ 658178 h 1019175"/>
                <a:gd name="connsiteX9" fmla="*/ 1266825 w 1266825"/>
                <a:gd name="connsiteY9" fmla="*/ 657797 h 1019175"/>
                <a:gd name="connsiteX10" fmla="*/ 1266158 w 1266825"/>
                <a:gd name="connsiteY10" fmla="*/ 657511 h 1019175"/>
                <a:gd name="connsiteX11" fmla="*/ 1263587 w 1266825"/>
                <a:gd name="connsiteY11" fmla="*/ 656939 h 1019175"/>
                <a:gd name="connsiteX12" fmla="*/ 1262920 w 1266825"/>
                <a:gd name="connsiteY12" fmla="*/ 656749 h 1019175"/>
                <a:gd name="connsiteX13" fmla="*/ 1262348 w 1266825"/>
                <a:gd name="connsiteY13" fmla="*/ 656368 h 1019175"/>
                <a:gd name="connsiteX14" fmla="*/ 1261682 w 1266825"/>
                <a:gd name="connsiteY14" fmla="*/ 655701 h 1019175"/>
                <a:gd name="connsiteX15" fmla="*/ 1261015 w 1266825"/>
                <a:gd name="connsiteY15" fmla="*/ 655320 h 1019175"/>
                <a:gd name="connsiteX16" fmla="*/ 1260348 w 1266825"/>
                <a:gd name="connsiteY16" fmla="*/ 654939 h 1019175"/>
                <a:gd name="connsiteX17" fmla="*/ 1259205 w 1266825"/>
                <a:gd name="connsiteY17" fmla="*/ 654749 h 1019175"/>
                <a:gd name="connsiteX18" fmla="*/ 1258443 w 1266825"/>
                <a:gd name="connsiteY18" fmla="*/ 654749 h 1019175"/>
                <a:gd name="connsiteX19" fmla="*/ 1256633 w 1266825"/>
                <a:gd name="connsiteY19" fmla="*/ 655034 h 1019175"/>
                <a:gd name="connsiteX20" fmla="*/ 1255300 w 1266825"/>
                <a:gd name="connsiteY20" fmla="*/ 655034 h 1019175"/>
                <a:gd name="connsiteX21" fmla="*/ 1254157 w 1266825"/>
                <a:gd name="connsiteY21" fmla="*/ 654939 h 1019175"/>
                <a:gd name="connsiteX22" fmla="*/ 1253014 w 1266825"/>
                <a:gd name="connsiteY22" fmla="*/ 654558 h 1019175"/>
                <a:gd name="connsiteX23" fmla="*/ 1252347 w 1266825"/>
                <a:gd name="connsiteY23" fmla="*/ 654272 h 1019175"/>
                <a:gd name="connsiteX24" fmla="*/ 1251585 w 1266825"/>
                <a:gd name="connsiteY24" fmla="*/ 653701 h 1019175"/>
                <a:gd name="connsiteX25" fmla="*/ 1250347 w 1266825"/>
                <a:gd name="connsiteY25" fmla="*/ 652558 h 1019175"/>
                <a:gd name="connsiteX26" fmla="*/ 1249776 w 1266825"/>
                <a:gd name="connsiteY26" fmla="*/ 651891 h 1019175"/>
                <a:gd name="connsiteX27" fmla="*/ 1249394 w 1266825"/>
                <a:gd name="connsiteY27" fmla="*/ 651320 h 1019175"/>
                <a:gd name="connsiteX28" fmla="*/ 1249109 w 1266825"/>
                <a:gd name="connsiteY28" fmla="*/ 650748 h 1019175"/>
                <a:gd name="connsiteX29" fmla="*/ 1248347 w 1266825"/>
                <a:gd name="connsiteY29" fmla="*/ 648843 h 1019175"/>
                <a:gd name="connsiteX30" fmla="*/ 1248156 w 1266825"/>
                <a:gd name="connsiteY30" fmla="*/ 648367 h 1019175"/>
                <a:gd name="connsiteX31" fmla="*/ 1247585 w 1266825"/>
                <a:gd name="connsiteY31" fmla="*/ 647605 h 1019175"/>
                <a:gd name="connsiteX32" fmla="*/ 1246918 w 1266825"/>
                <a:gd name="connsiteY32" fmla="*/ 646843 h 1019175"/>
                <a:gd name="connsiteX33" fmla="*/ 1246251 w 1266825"/>
                <a:gd name="connsiteY33" fmla="*/ 646176 h 1019175"/>
                <a:gd name="connsiteX34" fmla="*/ 1245489 w 1266825"/>
                <a:gd name="connsiteY34" fmla="*/ 645795 h 1019175"/>
                <a:gd name="connsiteX35" fmla="*/ 1244441 w 1266825"/>
                <a:gd name="connsiteY35" fmla="*/ 645414 h 1019175"/>
                <a:gd name="connsiteX36" fmla="*/ 1241203 w 1266825"/>
                <a:gd name="connsiteY36" fmla="*/ 644557 h 1019175"/>
                <a:gd name="connsiteX37" fmla="*/ 1238441 w 1266825"/>
                <a:gd name="connsiteY37" fmla="*/ 644081 h 1019175"/>
                <a:gd name="connsiteX38" fmla="*/ 1237774 w 1266825"/>
                <a:gd name="connsiteY38" fmla="*/ 643890 h 1019175"/>
                <a:gd name="connsiteX39" fmla="*/ 1237202 w 1266825"/>
                <a:gd name="connsiteY39" fmla="*/ 643509 h 1019175"/>
                <a:gd name="connsiteX40" fmla="*/ 1236536 w 1266825"/>
                <a:gd name="connsiteY40" fmla="*/ 642842 h 1019175"/>
                <a:gd name="connsiteX41" fmla="*/ 1236155 w 1266825"/>
                <a:gd name="connsiteY41" fmla="*/ 642271 h 1019175"/>
                <a:gd name="connsiteX42" fmla="*/ 1235583 w 1266825"/>
                <a:gd name="connsiteY42" fmla="*/ 641318 h 1019175"/>
                <a:gd name="connsiteX43" fmla="*/ 1235202 w 1266825"/>
                <a:gd name="connsiteY43" fmla="*/ 641033 h 1019175"/>
                <a:gd name="connsiteX44" fmla="*/ 1234726 w 1266825"/>
                <a:gd name="connsiteY44" fmla="*/ 640842 h 1019175"/>
                <a:gd name="connsiteX45" fmla="*/ 1233869 w 1266825"/>
                <a:gd name="connsiteY45" fmla="*/ 640937 h 1019175"/>
                <a:gd name="connsiteX46" fmla="*/ 1233393 w 1266825"/>
                <a:gd name="connsiteY46" fmla="*/ 641223 h 1019175"/>
                <a:gd name="connsiteX47" fmla="*/ 1233011 w 1266825"/>
                <a:gd name="connsiteY47" fmla="*/ 641604 h 1019175"/>
                <a:gd name="connsiteX48" fmla="*/ 1231964 w 1266825"/>
                <a:gd name="connsiteY48" fmla="*/ 643414 h 1019175"/>
                <a:gd name="connsiteX49" fmla="*/ 1231583 w 1266825"/>
                <a:gd name="connsiteY49" fmla="*/ 643700 h 1019175"/>
                <a:gd name="connsiteX50" fmla="*/ 1231202 w 1266825"/>
                <a:gd name="connsiteY50" fmla="*/ 643890 h 1019175"/>
                <a:gd name="connsiteX51" fmla="*/ 1230630 w 1266825"/>
                <a:gd name="connsiteY51" fmla="*/ 643890 h 1019175"/>
                <a:gd name="connsiteX52" fmla="*/ 1230059 w 1266825"/>
                <a:gd name="connsiteY52" fmla="*/ 643795 h 1019175"/>
                <a:gd name="connsiteX53" fmla="*/ 1228916 w 1266825"/>
                <a:gd name="connsiteY53" fmla="*/ 643509 h 1019175"/>
                <a:gd name="connsiteX54" fmla="*/ 1225963 w 1266825"/>
                <a:gd name="connsiteY54" fmla="*/ 642271 h 1019175"/>
                <a:gd name="connsiteX55" fmla="*/ 1224820 w 1266825"/>
                <a:gd name="connsiteY55" fmla="*/ 641985 h 1019175"/>
                <a:gd name="connsiteX56" fmla="*/ 1222343 w 1266825"/>
                <a:gd name="connsiteY56" fmla="*/ 641699 h 1019175"/>
                <a:gd name="connsiteX57" fmla="*/ 1221677 w 1266825"/>
                <a:gd name="connsiteY57" fmla="*/ 641509 h 1019175"/>
                <a:gd name="connsiteX58" fmla="*/ 1221105 w 1266825"/>
                <a:gd name="connsiteY58" fmla="*/ 641128 h 1019175"/>
                <a:gd name="connsiteX59" fmla="*/ 1220248 w 1266825"/>
                <a:gd name="connsiteY59" fmla="*/ 640175 h 1019175"/>
                <a:gd name="connsiteX60" fmla="*/ 1219867 w 1266825"/>
                <a:gd name="connsiteY60" fmla="*/ 639509 h 1019175"/>
                <a:gd name="connsiteX61" fmla="*/ 1219772 w 1266825"/>
                <a:gd name="connsiteY61" fmla="*/ 638842 h 1019175"/>
                <a:gd name="connsiteX62" fmla="*/ 1219772 w 1266825"/>
                <a:gd name="connsiteY62" fmla="*/ 638175 h 1019175"/>
                <a:gd name="connsiteX63" fmla="*/ 1219867 w 1266825"/>
                <a:gd name="connsiteY63" fmla="*/ 637604 h 1019175"/>
                <a:gd name="connsiteX64" fmla="*/ 1220343 w 1266825"/>
                <a:gd name="connsiteY64" fmla="*/ 635984 h 1019175"/>
                <a:gd name="connsiteX65" fmla="*/ 1220343 w 1266825"/>
                <a:gd name="connsiteY65" fmla="*/ 635508 h 1019175"/>
                <a:gd name="connsiteX66" fmla="*/ 1219962 w 1266825"/>
                <a:gd name="connsiteY66" fmla="*/ 634937 h 1019175"/>
                <a:gd name="connsiteX67" fmla="*/ 1219105 w 1266825"/>
                <a:gd name="connsiteY67" fmla="*/ 634556 h 1019175"/>
                <a:gd name="connsiteX68" fmla="*/ 1217390 w 1266825"/>
                <a:gd name="connsiteY68" fmla="*/ 634175 h 1019175"/>
                <a:gd name="connsiteX69" fmla="*/ 1215009 w 1266825"/>
                <a:gd name="connsiteY69" fmla="*/ 633984 h 1019175"/>
                <a:gd name="connsiteX70" fmla="*/ 1214247 w 1266825"/>
                <a:gd name="connsiteY70" fmla="*/ 633698 h 1019175"/>
                <a:gd name="connsiteX71" fmla="*/ 1213580 w 1266825"/>
                <a:gd name="connsiteY71" fmla="*/ 633222 h 1019175"/>
                <a:gd name="connsiteX72" fmla="*/ 1212628 w 1266825"/>
                <a:gd name="connsiteY72" fmla="*/ 632174 h 1019175"/>
                <a:gd name="connsiteX73" fmla="*/ 1211771 w 1266825"/>
                <a:gd name="connsiteY73" fmla="*/ 630936 h 1019175"/>
                <a:gd name="connsiteX74" fmla="*/ 1210151 w 1266825"/>
                <a:gd name="connsiteY74" fmla="*/ 627126 h 1019175"/>
                <a:gd name="connsiteX75" fmla="*/ 1209961 w 1266825"/>
                <a:gd name="connsiteY75" fmla="*/ 626650 h 1019175"/>
                <a:gd name="connsiteX76" fmla="*/ 1209294 w 1266825"/>
                <a:gd name="connsiteY76" fmla="*/ 625888 h 1019175"/>
                <a:gd name="connsiteX77" fmla="*/ 1208627 w 1266825"/>
                <a:gd name="connsiteY77" fmla="*/ 625412 h 1019175"/>
                <a:gd name="connsiteX78" fmla="*/ 1204913 w 1266825"/>
                <a:gd name="connsiteY78" fmla="*/ 623792 h 1019175"/>
                <a:gd name="connsiteX79" fmla="*/ 1204722 w 1266825"/>
                <a:gd name="connsiteY79" fmla="*/ 623697 h 1019175"/>
                <a:gd name="connsiteX80" fmla="*/ 1198340 w 1266825"/>
                <a:gd name="connsiteY80" fmla="*/ 621983 h 1019175"/>
                <a:gd name="connsiteX81" fmla="*/ 1196912 w 1266825"/>
                <a:gd name="connsiteY81" fmla="*/ 621316 h 1019175"/>
                <a:gd name="connsiteX82" fmla="*/ 1195673 w 1266825"/>
                <a:gd name="connsiteY82" fmla="*/ 620459 h 1019175"/>
                <a:gd name="connsiteX83" fmla="*/ 1195102 w 1266825"/>
                <a:gd name="connsiteY83" fmla="*/ 619887 h 1019175"/>
                <a:gd name="connsiteX84" fmla="*/ 1194721 w 1266825"/>
                <a:gd name="connsiteY84" fmla="*/ 619411 h 1019175"/>
                <a:gd name="connsiteX85" fmla="*/ 1194435 w 1266825"/>
                <a:gd name="connsiteY85" fmla="*/ 618935 h 1019175"/>
                <a:gd name="connsiteX86" fmla="*/ 1193387 w 1266825"/>
                <a:gd name="connsiteY86" fmla="*/ 618554 h 1019175"/>
                <a:gd name="connsiteX87" fmla="*/ 1190816 w 1266825"/>
                <a:gd name="connsiteY87" fmla="*/ 619030 h 1019175"/>
                <a:gd name="connsiteX88" fmla="*/ 1187101 w 1266825"/>
                <a:gd name="connsiteY88" fmla="*/ 618649 h 1019175"/>
                <a:gd name="connsiteX89" fmla="*/ 1181672 w 1266825"/>
                <a:gd name="connsiteY89" fmla="*/ 617030 h 1019175"/>
                <a:gd name="connsiteX90" fmla="*/ 1180243 w 1266825"/>
                <a:gd name="connsiteY90" fmla="*/ 616363 h 1019175"/>
                <a:gd name="connsiteX91" fmla="*/ 1179576 w 1266825"/>
                <a:gd name="connsiteY91" fmla="*/ 615696 h 1019175"/>
                <a:gd name="connsiteX92" fmla="*/ 1179767 w 1266825"/>
                <a:gd name="connsiteY92" fmla="*/ 615315 h 1019175"/>
                <a:gd name="connsiteX93" fmla="*/ 1180433 w 1266825"/>
                <a:gd name="connsiteY93" fmla="*/ 614648 h 1019175"/>
                <a:gd name="connsiteX94" fmla="*/ 1180529 w 1266825"/>
                <a:gd name="connsiteY94" fmla="*/ 614172 h 1019175"/>
                <a:gd name="connsiteX95" fmla="*/ 1180338 w 1266825"/>
                <a:gd name="connsiteY95" fmla="*/ 613601 h 1019175"/>
                <a:gd name="connsiteX96" fmla="*/ 1179386 w 1266825"/>
                <a:gd name="connsiteY96" fmla="*/ 612648 h 1019175"/>
                <a:gd name="connsiteX97" fmla="*/ 1178528 w 1266825"/>
                <a:gd name="connsiteY97" fmla="*/ 612172 h 1019175"/>
                <a:gd name="connsiteX98" fmla="*/ 1177862 w 1266825"/>
                <a:gd name="connsiteY98" fmla="*/ 611981 h 1019175"/>
                <a:gd name="connsiteX99" fmla="*/ 1176814 w 1266825"/>
                <a:gd name="connsiteY99" fmla="*/ 611981 h 1019175"/>
                <a:gd name="connsiteX100" fmla="*/ 1173194 w 1266825"/>
                <a:gd name="connsiteY100" fmla="*/ 612458 h 1019175"/>
                <a:gd name="connsiteX101" fmla="*/ 1161764 w 1266825"/>
                <a:gd name="connsiteY101" fmla="*/ 610362 h 1019175"/>
                <a:gd name="connsiteX102" fmla="*/ 1160812 w 1266825"/>
                <a:gd name="connsiteY102" fmla="*/ 609981 h 1019175"/>
                <a:gd name="connsiteX103" fmla="*/ 1160336 w 1266825"/>
                <a:gd name="connsiteY103" fmla="*/ 609600 h 1019175"/>
                <a:gd name="connsiteX104" fmla="*/ 1161288 w 1266825"/>
                <a:gd name="connsiteY104" fmla="*/ 606457 h 1019175"/>
                <a:gd name="connsiteX105" fmla="*/ 1161383 w 1266825"/>
                <a:gd name="connsiteY105" fmla="*/ 605123 h 1019175"/>
                <a:gd name="connsiteX106" fmla="*/ 1161288 w 1266825"/>
                <a:gd name="connsiteY106" fmla="*/ 602075 h 1019175"/>
                <a:gd name="connsiteX107" fmla="*/ 1161098 w 1266825"/>
                <a:gd name="connsiteY107" fmla="*/ 600551 h 1019175"/>
                <a:gd name="connsiteX108" fmla="*/ 1160812 w 1266825"/>
                <a:gd name="connsiteY108" fmla="*/ 599408 h 1019175"/>
                <a:gd name="connsiteX109" fmla="*/ 1160621 w 1266825"/>
                <a:gd name="connsiteY109" fmla="*/ 599027 h 1019175"/>
                <a:gd name="connsiteX110" fmla="*/ 1160431 w 1266825"/>
                <a:gd name="connsiteY110" fmla="*/ 598646 h 1019175"/>
                <a:gd name="connsiteX111" fmla="*/ 1159955 w 1266825"/>
                <a:gd name="connsiteY111" fmla="*/ 596741 h 1019175"/>
                <a:gd name="connsiteX112" fmla="*/ 1160621 w 1266825"/>
                <a:gd name="connsiteY112" fmla="*/ 594265 h 1019175"/>
                <a:gd name="connsiteX113" fmla="*/ 1158335 w 1266825"/>
                <a:gd name="connsiteY113" fmla="*/ 591979 h 1019175"/>
                <a:gd name="connsiteX114" fmla="*/ 1157288 w 1266825"/>
                <a:gd name="connsiteY114" fmla="*/ 591312 h 1019175"/>
                <a:gd name="connsiteX115" fmla="*/ 1152811 w 1266825"/>
                <a:gd name="connsiteY115" fmla="*/ 589407 h 1019175"/>
                <a:gd name="connsiteX116" fmla="*/ 1147858 w 1266825"/>
                <a:gd name="connsiteY116" fmla="*/ 588645 h 1019175"/>
                <a:gd name="connsiteX117" fmla="*/ 1145191 w 1266825"/>
                <a:gd name="connsiteY117" fmla="*/ 588645 h 1019175"/>
                <a:gd name="connsiteX118" fmla="*/ 1142714 w 1266825"/>
                <a:gd name="connsiteY118" fmla="*/ 589026 h 1019175"/>
                <a:gd name="connsiteX119" fmla="*/ 1142238 w 1266825"/>
                <a:gd name="connsiteY119" fmla="*/ 589121 h 1019175"/>
                <a:gd name="connsiteX120" fmla="*/ 1139857 w 1266825"/>
                <a:gd name="connsiteY120" fmla="*/ 590264 h 1019175"/>
                <a:gd name="connsiteX121" fmla="*/ 1138238 w 1266825"/>
                <a:gd name="connsiteY121" fmla="*/ 590455 h 1019175"/>
                <a:gd name="connsiteX122" fmla="*/ 1136904 w 1266825"/>
                <a:gd name="connsiteY122" fmla="*/ 590264 h 1019175"/>
                <a:gd name="connsiteX123" fmla="*/ 1132427 w 1266825"/>
                <a:gd name="connsiteY123" fmla="*/ 590455 h 1019175"/>
                <a:gd name="connsiteX124" fmla="*/ 1131380 w 1266825"/>
                <a:gd name="connsiteY124" fmla="*/ 590169 h 1019175"/>
                <a:gd name="connsiteX125" fmla="*/ 1128903 w 1266825"/>
                <a:gd name="connsiteY125" fmla="*/ 589121 h 1019175"/>
                <a:gd name="connsiteX126" fmla="*/ 1125569 w 1266825"/>
                <a:gd name="connsiteY126" fmla="*/ 586835 h 1019175"/>
                <a:gd name="connsiteX127" fmla="*/ 1121093 w 1266825"/>
                <a:gd name="connsiteY127" fmla="*/ 582168 h 1019175"/>
                <a:gd name="connsiteX128" fmla="*/ 1120235 w 1266825"/>
                <a:gd name="connsiteY128" fmla="*/ 581597 h 1019175"/>
                <a:gd name="connsiteX129" fmla="*/ 1119378 w 1266825"/>
                <a:gd name="connsiteY129" fmla="*/ 581120 h 1019175"/>
                <a:gd name="connsiteX130" fmla="*/ 1117568 w 1266825"/>
                <a:gd name="connsiteY130" fmla="*/ 580549 h 1019175"/>
                <a:gd name="connsiteX131" fmla="*/ 1112996 w 1266825"/>
                <a:gd name="connsiteY131" fmla="*/ 580454 h 1019175"/>
                <a:gd name="connsiteX132" fmla="*/ 1111282 w 1266825"/>
                <a:gd name="connsiteY132" fmla="*/ 580835 h 1019175"/>
                <a:gd name="connsiteX133" fmla="*/ 1110806 w 1266825"/>
                <a:gd name="connsiteY133" fmla="*/ 581120 h 1019175"/>
                <a:gd name="connsiteX134" fmla="*/ 1110329 w 1266825"/>
                <a:gd name="connsiteY134" fmla="*/ 581406 h 1019175"/>
                <a:gd name="connsiteX135" fmla="*/ 1109853 w 1266825"/>
                <a:gd name="connsiteY135" fmla="*/ 581978 h 1019175"/>
                <a:gd name="connsiteX136" fmla="*/ 1109568 w 1266825"/>
                <a:gd name="connsiteY136" fmla="*/ 582454 h 1019175"/>
                <a:gd name="connsiteX137" fmla="*/ 1109377 w 1266825"/>
                <a:gd name="connsiteY137" fmla="*/ 583025 h 1019175"/>
                <a:gd name="connsiteX138" fmla="*/ 1109186 w 1266825"/>
                <a:gd name="connsiteY138" fmla="*/ 583787 h 1019175"/>
                <a:gd name="connsiteX139" fmla="*/ 1108996 w 1266825"/>
                <a:gd name="connsiteY139" fmla="*/ 584835 h 1019175"/>
                <a:gd name="connsiteX140" fmla="*/ 1108805 w 1266825"/>
                <a:gd name="connsiteY140" fmla="*/ 588740 h 1019175"/>
                <a:gd name="connsiteX141" fmla="*/ 1108710 w 1266825"/>
                <a:gd name="connsiteY141" fmla="*/ 589407 h 1019175"/>
                <a:gd name="connsiteX142" fmla="*/ 1108615 w 1266825"/>
                <a:gd name="connsiteY142" fmla="*/ 590169 h 1019175"/>
                <a:gd name="connsiteX143" fmla="*/ 1107758 w 1266825"/>
                <a:gd name="connsiteY143" fmla="*/ 592836 h 1019175"/>
                <a:gd name="connsiteX144" fmla="*/ 1107472 w 1266825"/>
                <a:gd name="connsiteY144" fmla="*/ 594074 h 1019175"/>
                <a:gd name="connsiteX145" fmla="*/ 1107472 w 1266825"/>
                <a:gd name="connsiteY145" fmla="*/ 595503 h 1019175"/>
                <a:gd name="connsiteX146" fmla="*/ 1107662 w 1266825"/>
                <a:gd name="connsiteY146" fmla="*/ 596170 h 1019175"/>
                <a:gd name="connsiteX147" fmla="*/ 1107853 w 1266825"/>
                <a:gd name="connsiteY147" fmla="*/ 596741 h 1019175"/>
                <a:gd name="connsiteX148" fmla="*/ 1108615 w 1266825"/>
                <a:gd name="connsiteY148" fmla="*/ 598075 h 1019175"/>
                <a:gd name="connsiteX149" fmla="*/ 1108805 w 1266825"/>
                <a:gd name="connsiteY149" fmla="*/ 598551 h 1019175"/>
                <a:gd name="connsiteX150" fmla="*/ 1108901 w 1266825"/>
                <a:gd name="connsiteY150" fmla="*/ 599123 h 1019175"/>
                <a:gd name="connsiteX151" fmla="*/ 1108901 w 1266825"/>
                <a:gd name="connsiteY151" fmla="*/ 599789 h 1019175"/>
                <a:gd name="connsiteX152" fmla="*/ 1108805 w 1266825"/>
                <a:gd name="connsiteY152" fmla="*/ 600551 h 1019175"/>
                <a:gd name="connsiteX153" fmla="*/ 1108520 w 1266825"/>
                <a:gd name="connsiteY153" fmla="*/ 601313 h 1019175"/>
                <a:gd name="connsiteX154" fmla="*/ 1106901 w 1266825"/>
                <a:gd name="connsiteY154" fmla="*/ 604838 h 1019175"/>
                <a:gd name="connsiteX155" fmla="*/ 1106519 w 1266825"/>
                <a:gd name="connsiteY155" fmla="*/ 605504 h 1019175"/>
                <a:gd name="connsiteX156" fmla="*/ 1106138 w 1266825"/>
                <a:gd name="connsiteY156" fmla="*/ 606076 h 1019175"/>
                <a:gd name="connsiteX157" fmla="*/ 1105662 w 1266825"/>
                <a:gd name="connsiteY157" fmla="*/ 606362 h 1019175"/>
                <a:gd name="connsiteX158" fmla="*/ 1104329 w 1266825"/>
                <a:gd name="connsiteY158" fmla="*/ 607028 h 1019175"/>
                <a:gd name="connsiteX159" fmla="*/ 1104043 w 1266825"/>
                <a:gd name="connsiteY159" fmla="*/ 607409 h 1019175"/>
                <a:gd name="connsiteX160" fmla="*/ 1103852 w 1266825"/>
                <a:gd name="connsiteY160" fmla="*/ 607981 h 1019175"/>
                <a:gd name="connsiteX161" fmla="*/ 1103948 w 1266825"/>
                <a:gd name="connsiteY161" fmla="*/ 608743 h 1019175"/>
                <a:gd name="connsiteX162" fmla="*/ 1104138 w 1266825"/>
                <a:gd name="connsiteY162" fmla="*/ 609219 h 1019175"/>
                <a:gd name="connsiteX163" fmla="*/ 1104424 w 1266825"/>
                <a:gd name="connsiteY163" fmla="*/ 609695 h 1019175"/>
                <a:gd name="connsiteX164" fmla="*/ 1106329 w 1266825"/>
                <a:gd name="connsiteY164" fmla="*/ 611315 h 1019175"/>
                <a:gd name="connsiteX165" fmla="*/ 1106710 w 1266825"/>
                <a:gd name="connsiteY165" fmla="*/ 611600 h 1019175"/>
                <a:gd name="connsiteX166" fmla="*/ 1106996 w 1266825"/>
                <a:gd name="connsiteY166" fmla="*/ 612077 h 1019175"/>
                <a:gd name="connsiteX167" fmla="*/ 1109758 w 1266825"/>
                <a:gd name="connsiteY167" fmla="*/ 617601 h 1019175"/>
                <a:gd name="connsiteX168" fmla="*/ 1109948 w 1266825"/>
                <a:gd name="connsiteY168" fmla="*/ 618173 h 1019175"/>
                <a:gd name="connsiteX169" fmla="*/ 1110044 w 1266825"/>
                <a:gd name="connsiteY169" fmla="*/ 618744 h 1019175"/>
                <a:gd name="connsiteX170" fmla="*/ 1110044 w 1266825"/>
                <a:gd name="connsiteY170" fmla="*/ 619316 h 1019175"/>
                <a:gd name="connsiteX171" fmla="*/ 1109948 w 1266825"/>
                <a:gd name="connsiteY171" fmla="*/ 620173 h 1019175"/>
                <a:gd name="connsiteX172" fmla="*/ 1109758 w 1266825"/>
                <a:gd name="connsiteY172" fmla="*/ 621030 h 1019175"/>
                <a:gd name="connsiteX173" fmla="*/ 1107567 w 1266825"/>
                <a:gd name="connsiteY173" fmla="*/ 626840 h 1019175"/>
                <a:gd name="connsiteX174" fmla="*/ 1107281 w 1266825"/>
                <a:gd name="connsiteY174" fmla="*/ 627317 h 1019175"/>
                <a:gd name="connsiteX175" fmla="*/ 1106805 w 1266825"/>
                <a:gd name="connsiteY175" fmla="*/ 627888 h 1019175"/>
                <a:gd name="connsiteX176" fmla="*/ 1105948 w 1266825"/>
                <a:gd name="connsiteY176" fmla="*/ 628364 h 1019175"/>
                <a:gd name="connsiteX177" fmla="*/ 1105376 w 1266825"/>
                <a:gd name="connsiteY177" fmla="*/ 628555 h 1019175"/>
                <a:gd name="connsiteX178" fmla="*/ 1104710 w 1266825"/>
                <a:gd name="connsiteY178" fmla="*/ 628555 h 1019175"/>
                <a:gd name="connsiteX179" fmla="*/ 1103281 w 1266825"/>
                <a:gd name="connsiteY179" fmla="*/ 627888 h 1019175"/>
                <a:gd name="connsiteX180" fmla="*/ 1102709 w 1266825"/>
                <a:gd name="connsiteY180" fmla="*/ 627793 h 1019175"/>
                <a:gd name="connsiteX181" fmla="*/ 1102138 w 1266825"/>
                <a:gd name="connsiteY181" fmla="*/ 627793 h 1019175"/>
                <a:gd name="connsiteX182" fmla="*/ 1101662 w 1266825"/>
                <a:gd name="connsiteY182" fmla="*/ 627983 h 1019175"/>
                <a:gd name="connsiteX183" fmla="*/ 1101281 w 1266825"/>
                <a:gd name="connsiteY183" fmla="*/ 628174 h 1019175"/>
                <a:gd name="connsiteX184" fmla="*/ 1098042 w 1266825"/>
                <a:gd name="connsiteY184" fmla="*/ 630269 h 1019175"/>
                <a:gd name="connsiteX185" fmla="*/ 1097756 w 1266825"/>
                <a:gd name="connsiteY185" fmla="*/ 630555 h 1019175"/>
                <a:gd name="connsiteX186" fmla="*/ 1097471 w 1266825"/>
                <a:gd name="connsiteY186" fmla="*/ 630936 h 1019175"/>
                <a:gd name="connsiteX187" fmla="*/ 1097185 w 1266825"/>
                <a:gd name="connsiteY187" fmla="*/ 631603 h 1019175"/>
                <a:gd name="connsiteX188" fmla="*/ 1096994 w 1266825"/>
                <a:gd name="connsiteY188" fmla="*/ 632174 h 1019175"/>
                <a:gd name="connsiteX189" fmla="*/ 1096709 w 1266825"/>
                <a:gd name="connsiteY189" fmla="*/ 634079 h 1019175"/>
                <a:gd name="connsiteX190" fmla="*/ 1096709 w 1266825"/>
                <a:gd name="connsiteY190" fmla="*/ 636080 h 1019175"/>
                <a:gd name="connsiteX191" fmla="*/ 1097089 w 1266825"/>
                <a:gd name="connsiteY191" fmla="*/ 640652 h 1019175"/>
                <a:gd name="connsiteX192" fmla="*/ 1097376 w 1266825"/>
                <a:gd name="connsiteY192" fmla="*/ 644843 h 1019175"/>
                <a:gd name="connsiteX193" fmla="*/ 1097185 w 1266825"/>
                <a:gd name="connsiteY193" fmla="*/ 646557 h 1019175"/>
                <a:gd name="connsiteX194" fmla="*/ 1096994 w 1266825"/>
                <a:gd name="connsiteY194" fmla="*/ 647033 h 1019175"/>
                <a:gd name="connsiteX195" fmla="*/ 1096613 w 1266825"/>
                <a:gd name="connsiteY195" fmla="*/ 647414 h 1019175"/>
                <a:gd name="connsiteX196" fmla="*/ 1094994 w 1266825"/>
                <a:gd name="connsiteY196" fmla="*/ 648462 h 1019175"/>
                <a:gd name="connsiteX197" fmla="*/ 1092994 w 1266825"/>
                <a:gd name="connsiteY197" fmla="*/ 649319 h 1019175"/>
                <a:gd name="connsiteX198" fmla="*/ 1092613 w 1266825"/>
                <a:gd name="connsiteY198" fmla="*/ 649605 h 1019175"/>
                <a:gd name="connsiteX199" fmla="*/ 1092327 w 1266825"/>
                <a:gd name="connsiteY199" fmla="*/ 649986 h 1019175"/>
                <a:gd name="connsiteX200" fmla="*/ 1092327 w 1266825"/>
                <a:gd name="connsiteY200" fmla="*/ 650558 h 1019175"/>
                <a:gd name="connsiteX201" fmla="*/ 1092803 w 1266825"/>
                <a:gd name="connsiteY201" fmla="*/ 651415 h 1019175"/>
                <a:gd name="connsiteX202" fmla="*/ 1093280 w 1266825"/>
                <a:gd name="connsiteY202" fmla="*/ 651986 h 1019175"/>
                <a:gd name="connsiteX203" fmla="*/ 1094137 w 1266825"/>
                <a:gd name="connsiteY203" fmla="*/ 652748 h 1019175"/>
                <a:gd name="connsiteX204" fmla="*/ 1095375 w 1266825"/>
                <a:gd name="connsiteY204" fmla="*/ 653606 h 1019175"/>
                <a:gd name="connsiteX205" fmla="*/ 1096042 w 1266825"/>
                <a:gd name="connsiteY205" fmla="*/ 654177 h 1019175"/>
                <a:gd name="connsiteX206" fmla="*/ 1096709 w 1266825"/>
                <a:gd name="connsiteY206" fmla="*/ 654939 h 1019175"/>
                <a:gd name="connsiteX207" fmla="*/ 1096994 w 1266825"/>
                <a:gd name="connsiteY207" fmla="*/ 655320 h 1019175"/>
                <a:gd name="connsiteX208" fmla="*/ 1097280 w 1266825"/>
                <a:gd name="connsiteY208" fmla="*/ 656082 h 1019175"/>
                <a:gd name="connsiteX209" fmla="*/ 1097471 w 1266825"/>
                <a:gd name="connsiteY209" fmla="*/ 657035 h 1019175"/>
                <a:gd name="connsiteX210" fmla="*/ 1098137 w 1266825"/>
                <a:gd name="connsiteY210" fmla="*/ 664369 h 1019175"/>
                <a:gd name="connsiteX211" fmla="*/ 1098137 w 1266825"/>
                <a:gd name="connsiteY211" fmla="*/ 665036 h 1019175"/>
                <a:gd name="connsiteX212" fmla="*/ 1098042 w 1266825"/>
                <a:gd name="connsiteY212" fmla="*/ 665607 h 1019175"/>
                <a:gd name="connsiteX213" fmla="*/ 1097947 w 1266825"/>
                <a:gd name="connsiteY213" fmla="*/ 666083 h 1019175"/>
                <a:gd name="connsiteX214" fmla="*/ 1097852 w 1266825"/>
                <a:gd name="connsiteY214" fmla="*/ 666464 h 1019175"/>
                <a:gd name="connsiteX215" fmla="*/ 1097661 w 1266825"/>
                <a:gd name="connsiteY215" fmla="*/ 666750 h 1019175"/>
                <a:gd name="connsiteX216" fmla="*/ 1097471 w 1266825"/>
                <a:gd name="connsiteY216" fmla="*/ 667131 h 1019175"/>
                <a:gd name="connsiteX217" fmla="*/ 1096328 w 1266825"/>
                <a:gd name="connsiteY217" fmla="*/ 667988 h 1019175"/>
                <a:gd name="connsiteX218" fmla="*/ 1095947 w 1266825"/>
                <a:gd name="connsiteY218" fmla="*/ 668369 h 1019175"/>
                <a:gd name="connsiteX219" fmla="*/ 1095661 w 1266825"/>
                <a:gd name="connsiteY219" fmla="*/ 668750 h 1019175"/>
                <a:gd name="connsiteX220" fmla="*/ 1095661 w 1266825"/>
                <a:gd name="connsiteY220" fmla="*/ 669512 h 1019175"/>
                <a:gd name="connsiteX221" fmla="*/ 1095851 w 1266825"/>
                <a:gd name="connsiteY221" fmla="*/ 670560 h 1019175"/>
                <a:gd name="connsiteX222" fmla="*/ 1096613 w 1266825"/>
                <a:gd name="connsiteY222" fmla="*/ 672275 h 1019175"/>
                <a:gd name="connsiteX223" fmla="*/ 1097089 w 1266825"/>
                <a:gd name="connsiteY223" fmla="*/ 673132 h 1019175"/>
                <a:gd name="connsiteX224" fmla="*/ 1097566 w 1266825"/>
                <a:gd name="connsiteY224" fmla="*/ 673703 h 1019175"/>
                <a:gd name="connsiteX225" fmla="*/ 1098137 w 1266825"/>
                <a:gd name="connsiteY225" fmla="*/ 674084 h 1019175"/>
                <a:gd name="connsiteX226" fmla="*/ 1098995 w 1266825"/>
                <a:gd name="connsiteY226" fmla="*/ 674370 h 1019175"/>
                <a:gd name="connsiteX227" fmla="*/ 1100233 w 1266825"/>
                <a:gd name="connsiteY227" fmla="*/ 674561 h 1019175"/>
                <a:gd name="connsiteX228" fmla="*/ 1100804 w 1266825"/>
                <a:gd name="connsiteY228" fmla="*/ 674561 h 1019175"/>
                <a:gd name="connsiteX229" fmla="*/ 1101376 w 1266825"/>
                <a:gd name="connsiteY229" fmla="*/ 674465 h 1019175"/>
                <a:gd name="connsiteX230" fmla="*/ 1101852 w 1266825"/>
                <a:gd name="connsiteY230" fmla="*/ 674275 h 1019175"/>
                <a:gd name="connsiteX231" fmla="*/ 1104138 w 1266825"/>
                <a:gd name="connsiteY231" fmla="*/ 673037 h 1019175"/>
                <a:gd name="connsiteX232" fmla="*/ 1105186 w 1266825"/>
                <a:gd name="connsiteY232" fmla="*/ 672751 h 1019175"/>
                <a:gd name="connsiteX233" fmla="*/ 1105662 w 1266825"/>
                <a:gd name="connsiteY233" fmla="*/ 672751 h 1019175"/>
                <a:gd name="connsiteX234" fmla="*/ 1106138 w 1266825"/>
                <a:gd name="connsiteY234" fmla="*/ 672751 h 1019175"/>
                <a:gd name="connsiteX235" fmla="*/ 1106519 w 1266825"/>
                <a:gd name="connsiteY235" fmla="*/ 672846 h 1019175"/>
                <a:gd name="connsiteX236" fmla="*/ 1106901 w 1266825"/>
                <a:gd name="connsiteY236" fmla="*/ 672941 h 1019175"/>
                <a:gd name="connsiteX237" fmla="*/ 1107758 w 1266825"/>
                <a:gd name="connsiteY237" fmla="*/ 673513 h 1019175"/>
                <a:gd name="connsiteX238" fmla="*/ 1112044 w 1266825"/>
                <a:gd name="connsiteY238" fmla="*/ 676847 h 1019175"/>
                <a:gd name="connsiteX239" fmla="*/ 1113663 w 1266825"/>
                <a:gd name="connsiteY239" fmla="*/ 677894 h 1019175"/>
                <a:gd name="connsiteX240" fmla="*/ 1117378 w 1266825"/>
                <a:gd name="connsiteY240" fmla="*/ 679799 h 1019175"/>
                <a:gd name="connsiteX241" fmla="*/ 1118521 w 1266825"/>
                <a:gd name="connsiteY241" fmla="*/ 680085 h 1019175"/>
                <a:gd name="connsiteX242" fmla="*/ 1119093 w 1266825"/>
                <a:gd name="connsiteY242" fmla="*/ 680085 h 1019175"/>
                <a:gd name="connsiteX243" fmla="*/ 1120235 w 1266825"/>
                <a:gd name="connsiteY243" fmla="*/ 679990 h 1019175"/>
                <a:gd name="connsiteX244" fmla="*/ 1122902 w 1266825"/>
                <a:gd name="connsiteY244" fmla="*/ 679228 h 1019175"/>
                <a:gd name="connsiteX245" fmla="*/ 1123379 w 1266825"/>
                <a:gd name="connsiteY245" fmla="*/ 679228 h 1019175"/>
                <a:gd name="connsiteX246" fmla="*/ 1123760 w 1266825"/>
                <a:gd name="connsiteY246" fmla="*/ 679418 h 1019175"/>
                <a:gd name="connsiteX247" fmla="*/ 1124141 w 1266825"/>
                <a:gd name="connsiteY247" fmla="*/ 679704 h 1019175"/>
                <a:gd name="connsiteX248" fmla="*/ 1124522 w 1266825"/>
                <a:gd name="connsiteY248" fmla="*/ 680085 h 1019175"/>
                <a:gd name="connsiteX249" fmla="*/ 1125664 w 1266825"/>
                <a:gd name="connsiteY249" fmla="*/ 682466 h 1019175"/>
                <a:gd name="connsiteX250" fmla="*/ 1125951 w 1266825"/>
                <a:gd name="connsiteY250" fmla="*/ 682847 h 1019175"/>
                <a:gd name="connsiteX251" fmla="*/ 1127951 w 1266825"/>
                <a:gd name="connsiteY251" fmla="*/ 684276 h 1019175"/>
                <a:gd name="connsiteX252" fmla="*/ 1128236 w 1266825"/>
                <a:gd name="connsiteY252" fmla="*/ 684657 h 1019175"/>
                <a:gd name="connsiteX253" fmla="*/ 1128808 w 1266825"/>
                <a:gd name="connsiteY253" fmla="*/ 685514 h 1019175"/>
                <a:gd name="connsiteX254" fmla="*/ 1129665 w 1266825"/>
                <a:gd name="connsiteY254" fmla="*/ 687419 h 1019175"/>
                <a:gd name="connsiteX255" fmla="*/ 1129951 w 1266825"/>
                <a:gd name="connsiteY255" fmla="*/ 687800 h 1019175"/>
                <a:gd name="connsiteX256" fmla="*/ 1130618 w 1266825"/>
                <a:gd name="connsiteY256" fmla="*/ 688562 h 1019175"/>
                <a:gd name="connsiteX257" fmla="*/ 1130999 w 1266825"/>
                <a:gd name="connsiteY257" fmla="*/ 688848 h 1019175"/>
                <a:gd name="connsiteX258" fmla="*/ 1131665 w 1266825"/>
                <a:gd name="connsiteY258" fmla="*/ 689610 h 1019175"/>
                <a:gd name="connsiteX259" fmla="*/ 1132999 w 1266825"/>
                <a:gd name="connsiteY259" fmla="*/ 691706 h 1019175"/>
                <a:gd name="connsiteX260" fmla="*/ 1133380 w 1266825"/>
                <a:gd name="connsiteY260" fmla="*/ 692563 h 1019175"/>
                <a:gd name="connsiteX261" fmla="*/ 1133380 w 1266825"/>
                <a:gd name="connsiteY261" fmla="*/ 693420 h 1019175"/>
                <a:gd name="connsiteX262" fmla="*/ 1133189 w 1266825"/>
                <a:gd name="connsiteY262" fmla="*/ 694754 h 1019175"/>
                <a:gd name="connsiteX263" fmla="*/ 1132332 w 1266825"/>
                <a:gd name="connsiteY263" fmla="*/ 697706 h 1019175"/>
                <a:gd name="connsiteX264" fmla="*/ 1132142 w 1266825"/>
                <a:gd name="connsiteY264" fmla="*/ 699040 h 1019175"/>
                <a:gd name="connsiteX265" fmla="*/ 1132142 w 1266825"/>
                <a:gd name="connsiteY265" fmla="*/ 699992 h 1019175"/>
                <a:gd name="connsiteX266" fmla="*/ 1132427 w 1266825"/>
                <a:gd name="connsiteY266" fmla="*/ 700659 h 1019175"/>
                <a:gd name="connsiteX267" fmla="*/ 1132904 w 1266825"/>
                <a:gd name="connsiteY267" fmla="*/ 701421 h 1019175"/>
                <a:gd name="connsiteX268" fmla="*/ 1132999 w 1266825"/>
                <a:gd name="connsiteY268" fmla="*/ 701897 h 1019175"/>
                <a:gd name="connsiteX269" fmla="*/ 1132904 w 1266825"/>
                <a:gd name="connsiteY269" fmla="*/ 702469 h 1019175"/>
                <a:gd name="connsiteX270" fmla="*/ 1132142 w 1266825"/>
                <a:gd name="connsiteY270" fmla="*/ 703231 h 1019175"/>
                <a:gd name="connsiteX271" fmla="*/ 1131284 w 1266825"/>
                <a:gd name="connsiteY271" fmla="*/ 703898 h 1019175"/>
                <a:gd name="connsiteX272" fmla="*/ 1131094 w 1266825"/>
                <a:gd name="connsiteY272" fmla="*/ 704279 h 1019175"/>
                <a:gd name="connsiteX273" fmla="*/ 1130903 w 1266825"/>
                <a:gd name="connsiteY273" fmla="*/ 704755 h 1019175"/>
                <a:gd name="connsiteX274" fmla="*/ 1131094 w 1266825"/>
                <a:gd name="connsiteY274" fmla="*/ 705422 h 1019175"/>
                <a:gd name="connsiteX275" fmla="*/ 1131380 w 1266825"/>
                <a:gd name="connsiteY275" fmla="*/ 705803 h 1019175"/>
                <a:gd name="connsiteX276" fmla="*/ 1132427 w 1266825"/>
                <a:gd name="connsiteY276" fmla="*/ 706660 h 1019175"/>
                <a:gd name="connsiteX277" fmla="*/ 1132808 w 1266825"/>
                <a:gd name="connsiteY277" fmla="*/ 707041 h 1019175"/>
                <a:gd name="connsiteX278" fmla="*/ 1132904 w 1266825"/>
                <a:gd name="connsiteY278" fmla="*/ 707612 h 1019175"/>
                <a:gd name="connsiteX279" fmla="*/ 1132618 w 1266825"/>
                <a:gd name="connsiteY279" fmla="*/ 708184 h 1019175"/>
                <a:gd name="connsiteX280" fmla="*/ 1131761 w 1266825"/>
                <a:gd name="connsiteY280" fmla="*/ 708946 h 1019175"/>
                <a:gd name="connsiteX281" fmla="*/ 1130999 w 1266825"/>
                <a:gd name="connsiteY281" fmla="*/ 709232 h 1019175"/>
                <a:gd name="connsiteX282" fmla="*/ 1128046 w 1266825"/>
                <a:gd name="connsiteY282" fmla="*/ 709803 h 1019175"/>
                <a:gd name="connsiteX283" fmla="*/ 1126998 w 1266825"/>
                <a:gd name="connsiteY283" fmla="*/ 710184 h 1019175"/>
                <a:gd name="connsiteX284" fmla="*/ 1126522 w 1266825"/>
                <a:gd name="connsiteY284" fmla="*/ 710470 h 1019175"/>
                <a:gd name="connsiteX285" fmla="*/ 1126141 w 1266825"/>
                <a:gd name="connsiteY285" fmla="*/ 710660 h 1019175"/>
                <a:gd name="connsiteX286" fmla="*/ 1125760 w 1266825"/>
                <a:gd name="connsiteY286" fmla="*/ 711041 h 1019175"/>
                <a:gd name="connsiteX287" fmla="*/ 1125474 w 1266825"/>
                <a:gd name="connsiteY287" fmla="*/ 711327 h 1019175"/>
                <a:gd name="connsiteX288" fmla="*/ 1125284 w 1266825"/>
                <a:gd name="connsiteY288" fmla="*/ 711708 h 1019175"/>
                <a:gd name="connsiteX289" fmla="*/ 1125379 w 1266825"/>
                <a:gd name="connsiteY289" fmla="*/ 712089 h 1019175"/>
                <a:gd name="connsiteX290" fmla="*/ 1125664 w 1266825"/>
                <a:gd name="connsiteY290" fmla="*/ 712470 h 1019175"/>
                <a:gd name="connsiteX291" fmla="*/ 1126998 w 1266825"/>
                <a:gd name="connsiteY291" fmla="*/ 713899 h 1019175"/>
                <a:gd name="connsiteX292" fmla="*/ 1127284 w 1266825"/>
                <a:gd name="connsiteY292" fmla="*/ 714280 h 1019175"/>
                <a:gd name="connsiteX293" fmla="*/ 1127474 w 1266825"/>
                <a:gd name="connsiteY293" fmla="*/ 714756 h 1019175"/>
                <a:gd name="connsiteX294" fmla="*/ 1127665 w 1266825"/>
                <a:gd name="connsiteY294" fmla="*/ 715232 h 1019175"/>
                <a:gd name="connsiteX295" fmla="*/ 1127951 w 1266825"/>
                <a:gd name="connsiteY295" fmla="*/ 716375 h 1019175"/>
                <a:gd name="connsiteX296" fmla="*/ 1128141 w 1266825"/>
                <a:gd name="connsiteY296" fmla="*/ 716852 h 1019175"/>
                <a:gd name="connsiteX297" fmla="*/ 1128332 w 1266825"/>
                <a:gd name="connsiteY297" fmla="*/ 717233 h 1019175"/>
                <a:gd name="connsiteX298" fmla="*/ 1128618 w 1266825"/>
                <a:gd name="connsiteY298" fmla="*/ 717709 h 1019175"/>
                <a:gd name="connsiteX299" fmla="*/ 1130332 w 1266825"/>
                <a:gd name="connsiteY299" fmla="*/ 719614 h 1019175"/>
                <a:gd name="connsiteX300" fmla="*/ 1130522 w 1266825"/>
                <a:gd name="connsiteY300" fmla="*/ 719900 h 1019175"/>
                <a:gd name="connsiteX301" fmla="*/ 1130713 w 1266825"/>
                <a:gd name="connsiteY301" fmla="*/ 720376 h 1019175"/>
                <a:gd name="connsiteX302" fmla="*/ 1130903 w 1266825"/>
                <a:gd name="connsiteY302" fmla="*/ 720852 h 1019175"/>
                <a:gd name="connsiteX303" fmla="*/ 1130713 w 1266825"/>
                <a:gd name="connsiteY303" fmla="*/ 721519 h 1019175"/>
                <a:gd name="connsiteX304" fmla="*/ 1130141 w 1266825"/>
                <a:gd name="connsiteY304" fmla="*/ 722090 h 1019175"/>
                <a:gd name="connsiteX305" fmla="*/ 1128046 w 1266825"/>
                <a:gd name="connsiteY305" fmla="*/ 723424 h 1019175"/>
                <a:gd name="connsiteX306" fmla="*/ 1127284 w 1266825"/>
                <a:gd name="connsiteY306" fmla="*/ 724376 h 1019175"/>
                <a:gd name="connsiteX307" fmla="*/ 1126808 w 1266825"/>
                <a:gd name="connsiteY307" fmla="*/ 725519 h 1019175"/>
                <a:gd name="connsiteX308" fmla="*/ 1126522 w 1266825"/>
                <a:gd name="connsiteY308" fmla="*/ 725900 h 1019175"/>
                <a:gd name="connsiteX309" fmla="*/ 1126236 w 1266825"/>
                <a:gd name="connsiteY309" fmla="*/ 726186 h 1019175"/>
                <a:gd name="connsiteX310" fmla="*/ 1125855 w 1266825"/>
                <a:gd name="connsiteY310" fmla="*/ 726281 h 1019175"/>
                <a:gd name="connsiteX311" fmla="*/ 1125093 w 1266825"/>
                <a:gd name="connsiteY311" fmla="*/ 726377 h 1019175"/>
                <a:gd name="connsiteX312" fmla="*/ 1122998 w 1266825"/>
                <a:gd name="connsiteY312" fmla="*/ 726948 h 1019175"/>
                <a:gd name="connsiteX313" fmla="*/ 1119950 w 1266825"/>
                <a:gd name="connsiteY313" fmla="*/ 728282 h 1019175"/>
                <a:gd name="connsiteX314" fmla="*/ 1119188 w 1266825"/>
                <a:gd name="connsiteY314" fmla="*/ 728948 h 1019175"/>
                <a:gd name="connsiteX315" fmla="*/ 1118807 w 1266825"/>
                <a:gd name="connsiteY315" fmla="*/ 729901 h 1019175"/>
                <a:gd name="connsiteX316" fmla="*/ 1118521 w 1266825"/>
                <a:gd name="connsiteY316" fmla="*/ 730568 h 1019175"/>
                <a:gd name="connsiteX317" fmla="*/ 1118140 w 1266825"/>
                <a:gd name="connsiteY317" fmla="*/ 731139 h 1019175"/>
                <a:gd name="connsiteX318" fmla="*/ 1117854 w 1266825"/>
                <a:gd name="connsiteY318" fmla="*/ 731425 h 1019175"/>
                <a:gd name="connsiteX319" fmla="*/ 1116044 w 1266825"/>
                <a:gd name="connsiteY319" fmla="*/ 731806 h 1019175"/>
                <a:gd name="connsiteX320" fmla="*/ 1115092 w 1266825"/>
                <a:gd name="connsiteY320" fmla="*/ 731044 h 1019175"/>
                <a:gd name="connsiteX321" fmla="*/ 1112996 w 1266825"/>
                <a:gd name="connsiteY321" fmla="*/ 728948 h 1019175"/>
                <a:gd name="connsiteX322" fmla="*/ 1112234 w 1266825"/>
                <a:gd name="connsiteY322" fmla="*/ 728663 h 1019175"/>
                <a:gd name="connsiteX323" fmla="*/ 1108710 w 1266825"/>
                <a:gd name="connsiteY323" fmla="*/ 728091 h 1019175"/>
                <a:gd name="connsiteX324" fmla="*/ 1106805 w 1266825"/>
                <a:gd name="connsiteY324" fmla="*/ 727615 h 1019175"/>
                <a:gd name="connsiteX325" fmla="*/ 1106424 w 1266825"/>
                <a:gd name="connsiteY325" fmla="*/ 727329 h 1019175"/>
                <a:gd name="connsiteX326" fmla="*/ 1105376 w 1266825"/>
                <a:gd name="connsiteY326" fmla="*/ 726853 h 1019175"/>
                <a:gd name="connsiteX327" fmla="*/ 1102424 w 1266825"/>
                <a:gd name="connsiteY327" fmla="*/ 726281 h 1019175"/>
                <a:gd name="connsiteX328" fmla="*/ 1099566 w 1266825"/>
                <a:gd name="connsiteY328" fmla="*/ 726281 h 1019175"/>
                <a:gd name="connsiteX329" fmla="*/ 1095375 w 1266825"/>
                <a:gd name="connsiteY329" fmla="*/ 726853 h 1019175"/>
                <a:gd name="connsiteX330" fmla="*/ 1094423 w 1266825"/>
                <a:gd name="connsiteY330" fmla="*/ 727234 h 1019175"/>
                <a:gd name="connsiteX331" fmla="*/ 1093565 w 1266825"/>
                <a:gd name="connsiteY331" fmla="*/ 727615 h 1019175"/>
                <a:gd name="connsiteX332" fmla="*/ 1093184 w 1266825"/>
                <a:gd name="connsiteY332" fmla="*/ 727901 h 1019175"/>
                <a:gd name="connsiteX333" fmla="*/ 1092803 w 1266825"/>
                <a:gd name="connsiteY333" fmla="*/ 728282 h 1019175"/>
                <a:gd name="connsiteX334" fmla="*/ 1092518 w 1266825"/>
                <a:gd name="connsiteY334" fmla="*/ 728663 h 1019175"/>
                <a:gd name="connsiteX335" fmla="*/ 1092327 w 1266825"/>
                <a:gd name="connsiteY335" fmla="*/ 729139 h 1019175"/>
                <a:gd name="connsiteX336" fmla="*/ 1092137 w 1266825"/>
                <a:gd name="connsiteY336" fmla="*/ 729615 h 1019175"/>
                <a:gd name="connsiteX337" fmla="*/ 1092137 w 1266825"/>
                <a:gd name="connsiteY337" fmla="*/ 730187 h 1019175"/>
                <a:gd name="connsiteX338" fmla="*/ 1092232 w 1266825"/>
                <a:gd name="connsiteY338" fmla="*/ 730758 h 1019175"/>
                <a:gd name="connsiteX339" fmla="*/ 1092422 w 1266825"/>
                <a:gd name="connsiteY339" fmla="*/ 731901 h 1019175"/>
                <a:gd name="connsiteX340" fmla="*/ 1092994 w 1266825"/>
                <a:gd name="connsiteY340" fmla="*/ 733520 h 1019175"/>
                <a:gd name="connsiteX341" fmla="*/ 1093756 w 1266825"/>
                <a:gd name="connsiteY341" fmla="*/ 737330 h 1019175"/>
                <a:gd name="connsiteX342" fmla="*/ 1094137 w 1266825"/>
                <a:gd name="connsiteY342" fmla="*/ 738283 h 1019175"/>
                <a:gd name="connsiteX343" fmla="*/ 1094994 w 1266825"/>
                <a:gd name="connsiteY343" fmla="*/ 739616 h 1019175"/>
                <a:gd name="connsiteX344" fmla="*/ 1095661 w 1266825"/>
                <a:gd name="connsiteY344" fmla="*/ 740283 h 1019175"/>
                <a:gd name="connsiteX345" fmla="*/ 1097947 w 1266825"/>
                <a:gd name="connsiteY345" fmla="*/ 741617 h 1019175"/>
                <a:gd name="connsiteX346" fmla="*/ 1098233 w 1266825"/>
                <a:gd name="connsiteY346" fmla="*/ 741902 h 1019175"/>
                <a:gd name="connsiteX347" fmla="*/ 1098423 w 1266825"/>
                <a:gd name="connsiteY347" fmla="*/ 742283 h 1019175"/>
                <a:gd name="connsiteX348" fmla="*/ 1098614 w 1266825"/>
                <a:gd name="connsiteY348" fmla="*/ 742664 h 1019175"/>
                <a:gd name="connsiteX349" fmla="*/ 1098709 w 1266825"/>
                <a:gd name="connsiteY349" fmla="*/ 743141 h 1019175"/>
                <a:gd name="connsiteX350" fmla="*/ 1098518 w 1266825"/>
                <a:gd name="connsiteY350" fmla="*/ 743617 h 1019175"/>
                <a:gd name="connsiteX351" fmla="*/ 1098233 w 1266825"/>
                <a:gd name="connsiteY351" fmla="*/ 743903 h 1019175"/>
                <a:gd name="connsiteX352" fmla="*/ 1097471 w 1266825"/>
                <a:gd name="connsiteY352" fmla="*/ 743903 h 1019175"/>
                <a:gd name="connsiteX353" fmla="*/ 1092232 w 1266825"/>
                <a:gd name="connsiteY353" fmla="*/ 743617 h 1019175"/>
                <a:gd name="connsiteX354" fmla="*/ 1091279 w 1266825"/>
                <a:gd name="connsiteY354" fmla="*/ 743807 h 1019175"/>
                <a:gd name="connsiteX355" fmla="*/ 1090994 w 1266825"/>
                <a:gd name="connsiteY355" fmla="*/ 744188 h 1019175"/>
                <a:gd name="connsiteX356" fmla="*/ 1090898 w 1266825"/>
                <a:gd name="connsiteY356" fmla="*/ 744665 h 1019175"/>
                <a:gd name="connsiteX357" fmla="*/ 1090898 w 1266825"/>
                <a:gd name="connsiteY357" fmla="*/ 745141 h 1019175"/>
                <a:gd name="connsiteX358" fmla="*/ 1091089 w 1266825"/>
                <a:gd name="connsiteY358" fmla="*/ 745712 h 1019175"/>
                <a:gd name="connsiteX359" fmla="*/ 1091470 w 1266825"/>
                <a:gd name="connsiteY359" fmla="*/ 746665 h 1019175"/>
                <a:gd name="connsiteX360" fmla="*/ 1092327 w 1266825"/>
                <a:gd name="connsiteY360" fmla="*/ 748475 h 1019175"/>
                <a:gd name="connsiteX361" fmla="*/ 1092613 w 1266825"/>
                <a:gd name="connsiteY361" fmla="*/ 748856 h 1019175"/>
                <a:gd name="connsiteX362" fmla="*/ 1092899 w 1266825"/>
                <a:gd name="connsiteY362" fmla="*/ 749046 h 1019175"/>
                <a:gd name="connsiteX363" fmla="*/ 1093089 w 1266825"/>
                <a:gd name="connsiteY363" fmla="*/ 749141 h 1019175"/>
                <a:gd name="connsiteX364" fmla="*/ 1093280 w 1266825"/>
                <a:gd name="connsiteY364" fmla="*/ 749237 h 1019175"/>
                <a:gd name="connsiteX365" fmla="*/ 1095280 w 1266825"/>
                <a:gd name="connsiteY365" fmla="*/ 749713 h 1019175"/>
                <a:gd name="connsiteX366" fmla="*/ 1096137 w 1266825"/>
                <a:gd name="connsiteY366" fmla="*/ 750094 h 1019175"/>
                <a:gd name="connsiteX367" fmla="*/ 1096423 w 1266825"/>
                <a:gd name="connsiteY367" fmla="*/ 750189 h 1019175"/>
                <a:gd name="connsiteX368" fmla="*/ 1096994 w 1266825"/>
                <a:gd name="connsiteY368" fmla="*/ 750761 h 1019175"/>
                <a:gd name="connsiteX369" fmla="*/ 1097280 w 1266825"/>
                <a:gd name="connsiteY369" fmla="*/ 751142 h 1019175"/>
                <a:gd name="connsiteX370" fmla="*/ 1097566 w 1266825"/>
                <a:gd name="connsiteY370" fmla="*/ 751618 h 1019175"/>
                <a:gd name="connsiteX371" fmla="*/ 1097661 w 1266825"/>
                <a:gd name="connsiteY371" fmla="*/ 752189 h 1019175"/>
                <a:gd name="connsiteX372" fmla="*/ 1097566 w 1266825"/>
                <a:gd name="connsiteY372" fmla="*/ 752761 h 1019175"/>
                <a:gd name="connsiteX373" fmla="*/ 1097089 w 1266825"/>
                <a:gd name="connsiteY373" fmla="*/ 755618 h 1019175"/>
                <a:gd name="connsiteX374" fmla="*/ 1096994 w 1266825"/>
                <a:gd name="connsiteY374" fmla="*/ 758381 h 1019175"/>
                <a:gd name="connsiteX375" fmla="*/ 1096518 w 1266825"/>
                <a:gd name="connsiteY375" fmla="*/ 761429 h 1019175"/>
                <a:gd name="connsiteX376" fmla="*/ 1095566 w 1266825"/>
                <a:gd name="connsiteY376" fmla="*/ 764381 h 1019175"/>
                <a:gd name="connsiteX377" fmla="*/ 1094994 w 1266825"/>
                <a:gd name="connsiteY377" fmla="*/ 765524 h 1019175"/>
                <a:gd name="connsiteX378" fmla="*/ 1094423 w 1266825"/>
                <a:gd name="connsiteY378" fmla="*/ 766382 h 1019175"/>
                <a:gd name="connsiteX379" fmla="*/ 1093565 w 1266825"/>
                <a:gd name="connsiteY379" fmla="*/ 767334 h 1019175"/>
                <a:gd name="connsiteX380" fmla="*/ 1088041 w 1266825"/>
                <a:gd name="connsiteY380" fmla="*/ 772478 h 1019175"/>
                <a:gd name="connsiteX381" fmla="*/ 1086612 w 1266825"/>
                <a:gd name="connsiteY381" fmla="*/ 773049 h 1019175"/>
                <a:gd name="connsiteX382" fmla="*/ 1084993 w 1266825"/>
                <a:gd name="connsiteY382" fmla="*/ 772859 h 1019175"/>
                <a:gd name="connsiteX383" fmla="*/ 1082897 w 1266825"/>
                <a:gd name="connsiteY383" fmla="*/ 771239 h 1019175"/>
                <a:gd name="connsiteX384" fmla="*/ 1081754 w 1266825"/>
                <a:gd name="connsiteY384" fmla="*/ 769715 h 1019175"/>
                <a:gd name="connsiteX385" fmla="*/ 1080421 w 1266825"/>
                <a:gd name="connsiteY385" fmla="*/ 767144 h 1019175"/>
                <a:gd name="connsiteX386" fmla="*/ 1079468 w 1266825"/>
                <a:gd name="connsiteY386" fmla="*/ 765905 h 1019175"/>
                <a:gd name="connsiteX387" fmla="*/ 1078039 w 1266825"/>
                <a:gd name="connsiteY387" fmla="*/ 764572 h 1019175"/>
                <a:gd name="connsiteX388" fmla="*/ 1076420 w 1266825"/>
                <a:gd name="connsiteY388" fmla="*/ 762286 h 1019175"/>
                <a:gd name="connsiteX389" fmla="*/ 1074706 w 1266825"/>
                <a:gd name="connsiteY389" fmla="*/ 759333 h 1019175"/>
                <a:gd name="connsiteX390" fmla="*/ 1073658 w 1266825"/>
                <a:gd name="connsiteY390" fmla="*/ 758285 h 1019175"/>
                <a:gd name="connsiteX391" fmla="*/ 1072039 w 1266825"/>
                <a:gd name="connsiteY391" fmla="*/ 757619 h 1019175"/>
                <a:gd name="connsiteX392" fmla="*/ 1066895 w 1266825"/>
                <a:gd name="connsiteY392" fmla="*/ 756476 h 1019175"/>
                <a:gd name="connsiteX393" fmla="*/ 1061847 w 1266825"/>
                <a:gd name="connsiteY393" fmla="*/ 756761 h 1019175"/>
                <a:gd name="connsiteX394" fmla="*/ 1059466 w 1266825"/>
                <a:gd name="connsiteY394" fmla="*/ 756095 h 1019175"/>
                <a:gd name="connsiteX395" fmla="*/ 1058037 w 1266825"/>
                <a:gd name="connsiteY395" fmla="*/ 755999 h 1019175"/>
                <a:gd name="connsiteX396" fmla="*/ 1056608 w 1266825"/>
                <a:gd name="connsiteY396" fmla="*/ 756190 h 1019175"/>
                <a:gd name="connsiteX397" fmla="*/ 1052418 w 1266825"/>
                <a:gd name="connsiteY397" fmla="*/ 758095 h 1019175"/>
                <a:gd name="connsiteX398" fmla="*/ 1051465 w 1266825"/>
                <a:gd name="connsiteY398" fmla="*/ 758381 h 1019175"/>
                <a:gd name="connsiteX399" fmla="*/ 1050512 w 1266825"/>
                <a:gd name="connsiteY399" fmla="*/ 758476 h 1019175"/>
                <a:gd name="connsiteX400" fmla="*/ 1049751 w 1266825"/>
                <a:gd name="connsiteY400" fmla="*/ 758190 h 1019175"/>
                <a:gd name="connsiteX401" fmla="*/ 1048988 w 1266825"/>
                <a:gd name="connsiteY401" fmla="*/ 757428 h 1019175"/>
                <a:gd name="connsiteX402" fmla="*/ 1048703 w 1266825"/>
                <a:gd name="connsiteY402" fmla="*/ 755999 h 1019175"/>
                <a:gd name="connsiteX403" fmla="*/ 1049084 w 1266825"/>
                <a:gd name="connsiteY403" fmla="*/ 755047 h 1019175"/>
                <a:gd name="connsiteX404" fmla="*/ 1049941 w 1266825"/>
                <a:gd name="connsiteY404" fmla="*/ 754380 h 1019175"/>
                <a:gd name="connsiteX405" fmla="*/ 1050893 w 1266825"/>
                <a:gd name="connsiteY405" fmla="*/ 753999 h 1019175"/>
                <a:gd name="connsiteX406" fmla="*/ 1062704 w 1266825"/>
                <a:gd name="connsiteY406" fmla="*/ 752666 h 1019175"/>
                <a:gd name="connsiteX407" fmla="*/ 1063657 w 1266825"/>
                <a:gd name="connsiteY407" fmla="*/ 752380 h 1019175"/>
                <a:gd name="connsiteX408" fmla="*/ 1064133 w 1266825"/>
                <a:gd name="connsiteY408" fmla="*/ 751904 h 1019175"/>
                <a:gd name="connsiteX409" fmla="*/ 1064038 w 1266825"/>
                <a:gd name="connsiteY409" fmla="*/ 751237 h 1019175"/>
                <a:gd name="connsiteX410" fmla="*/ 1063085 w 1266825"/>
                <a:gd name="connsiteY410" fmla="*/ 750380 h 1019175"/>
                <a:gd name="connsiteX411" fmla="*/ 1052798 w 1266825"/>
                <a:gd name="connsiteY411" fmla="*/ 746665 h 1019175"/>
                <a:gd name="connsiteX412" fmla="*/ 1051465 w 1266825"/>
                <a:gd name="connsiteY412" fmla="*/ 746855 h 1019175"/>
                <a:gd name="connsiteX413" fmla="*/ 1050131 w 1266825"/>
                <a:gd name="connsiteY413" fmla="*/ 747332 h 1019175"/>
                <a:gd name="connsiteX414" fmla="*/ 1048988 w 1266825"/>
                <a:gd name="connsiteY414" fmla="*/ 748284 h 1019175"/>
                <a:gd name="connsiteX415" fmla="*/ 1047464 w 1266825"/>
                <a:gd name="connsiteY415" fmla="*/ 749808 h 1019175"/>
                <a:gd name="connsiteX416" fmla="*/ 1046607 w 1266825"/>
                <a:gd name="connsiteY416" fmla="*/ 750284 h 1019175"/>
                <a:gd name="connsiteX417" fmla="*/ 1045369 w 1266825"/>
                <a:gd name="connsiteY417" fmla="*/ 750380 h 1019175"/>
                <a:gd name="connsiteX418" fmla="*/ 1044226 w 1266825"/>
                <a:gd name="connsiteY418" fmla="*/ 749713 h 1019175"/>
                <a:gd name="connsiteX419" fmla="*/ 1042130 w 1266825"/>
                <a:gd name="connsiteY419" fmla="*/ 747141 h 1019175"/>
                <a:gd name="connsiteX420" fmla="*/ 1040702 w 1266825"/>
                <a:gd name="connsiteY420" fmla="*/ 744855 h 1019175"/>
                <a:gd name="connsiteX421" fmla="*/ 1035844 w 1266825"/>
                <a:gd name="connsiteY421" fmla="*/ 738950 h 1019175"/>
                <a:gd name="connsiteX422" fmla="*/ 1034034 w 1266825"/>
                <a:gd name="connsiteY422" fmla="*/ 736187 h 1019175"/>
                <a:gd name="connsiteX423" fmla="*/ 1033367 w 1266825"/>
                <a:gd name="connsiteY423" fmla="*/ 734759 h 1019175"/>
                <a:gd name="connsiteX424" fmla="*/ 1032891 w 1266825"/>
                <a:gd name="connsiteY424" fmla="*/ 733425 h 1019175"/>
                <a:gd name="connsiteX425" fmla="*/ 1032605 w 1266825"/>
                <a:gd name="connsiteY425" fmla="*/ 732187 h 1019175"/>
                <a:gd name="connsiteX426" fmla="*/ 1032891 w 1266825"/>
                <a:gd name="connsiteY426" fmla="*/ 731425 h 1019175"/>
                <a:gd name="connsiteX427" fmla="*/ 1033558 w 1266825"/>
                <a:gd name="connsiteY427" fmla="*/ 731044 h 1019175"/>
                <a:gd name="connsiteX428" fmla="*/ 1034510 w 1266825"/>
                <a:gd name="connsiteY428" fmla="*/ 730949 h 1019175"/>
                <a:gd name="connsiteX429" fmla="*/ 1035463 w 1266825"/>
                <a:gd name="connsiteY429" fmla="*/ 730663 h 1019175"/>
                <a:gd name="connsiteX430" fmla="*/ 1036320 w 1266825"/>
                <a:gd name="connsiteY430" fmla="*/ 729806 h 1019175"/>
                <a:gd name="connsiteX431" fmla="*/ 1035939 w 1266825"/>
                <a:gd name="connsiteY431" fmla="*/ 728567 h 1019175"/>
                <a:gd name="connsiteX432" fmla="*/ 1034510 w 1266825"/>
                <a:gd name="connsiteY432" fmla="*/ 727805 h 1019175"/>
                <a:gd name="connsiteX433" fmla="*/ 1031272 w 1266825"/>
                <a:gd name="connsiteY433" fmla="*/ 727901 h 1019175"/>
                <a:gd name="connsiteX434" fmla="*/ 1029081 w 1266825"/>
                <a:gd name="connsiteY434" fmla="*/ 728472 h 1019175"/>
                <a:gd name="connsiteX435" fmla="*/ 1027271 w 1266825"/>
                <a:gd name="connsiteY435" fmla="*/ 729234 h 1019175"/>
                <a:gd name="connsiteX436" fmla="*/ 1026128 w 1266825"/>
                <a:gd name="connsiteY436" fmla="*/ 729901 h 1019175"/>
                <a:gd name="connsiteX437" fmla="*/ 1024319 w 1266825"/>
                <a:gd name="connsiteY437" fmla="*/ 729806 h 1019175"/>
                <a:gd name="connsiteX438" fmla="*/ 1022985 w 1266825"/>
                <a:gd name="connsiteY438" fmla="*/ 729520 h 1019175"/>
                <a:gd name="connsiteX439" fmla="*/ 1015365 w 1266825"/>
                <a:gd name="connsiteY439" fmla="*/ 725043 h 1019175"/>
                <a:gd name="connsiteX440" fmla="*/ 1014508 w 1266825"/>
                <a:gd name="connsiteY440" fmla="*/ 724472 h 1019175"/>
                <a:gd name="connsiteX441" fmla="*/ 1014032 w 1266825"/>
                <a:gd name="connsiteY441" fmla="*/ 724281 h 1019175"/>
                <a:gd name="connsiteX442" fmla="*/ 1013460 w 1266825"/>
                <a:gd name="connsiteY442" fmla="*/ 724186 h 1019175"/>
                <a:gd name="connsiteX443" fmla="*/ 1012888 w 1266825"/>
                <a:gd name="connsiteY443" fmla="*/ 724186 h 1019175"/>
                <a:gd name="connsiteX444" fmla="*/ 1012412 w 1266825"/>
                <a:gd name="connsiteY444" fmla="*/ 723995 h 1019175"/>
                <a:gd name="connsiteX445" fmla="*/ 1012127 w 1266825"/>
                <a:gd name="connsiteY445" fmla="*/ 723710 h 1019175"/>
                <a:gd name="connsiteX446" fmla="*/ 1011841 w 1266825"/>
                <a:gd name="connsiteY446" fmla="*/ 723233 h 1019175"/>
                <a:gd name="connsiteX447" fmla="*/ 1011460 w 1266825"/>
                <a:gd name="connsiteY447" fmla="*/ 722281 h 1019175"/>
                <a:gd name="connsiteX448" fmla="*/ 1011174 w 1266825"/>
                <a:gd name="connsiteY448" fmla="*/ 721900 h 1019175"/>
                <a:gd name="connsiteX449" fmla="*/ 1010698 w 1266825"/>
                <a:gd name="connsiteY449" fmla="*/ 721043 h 1019175"/>
                <a:gd name="connsiteX450" fmla="*/ 1010317 w 1266825"/>
                <a:gd name="connsiteY450" fmla="*/ 720662 h 1019175"/>
                <a:gd name="connsiteX451" fmla="*/ 1010126 w 1266825"/>
                <a:gd name="connsiteY451" fmla="*/ 720281 h 1019175"/>
                <a:gd name="connsiteX452" fmla="*/ 1009841 w 1266825"/>
                <a:gd name="connsiteY452" fmla="*/ 719519 h 1019175"/>
                <a:gd name="connsiteX453" fmla="*/ 1008983 w 1266825"/>
                <a:gd name="connsiteY453" fmla="*/ 716852 h 1019175"/>
                <a:gd name="connsiteX454" fmla="*/ 1008507 w 1266825"/>
                <a:gd name="connsiteY454" fmla="*/ 716090 h 1019175"/>
                <a:gd name="connsiteX455" fmla="*/ 1008031 w 1266825"/>
                <a:gd name="connsiteY455" fmla="*/ 715518 h 1019175"/>
                <a:gd name="connsiteX456" fmla="*/ 1007555 w 1266825"/>
                <a:gd name="connsiteY456" fmla="*/ 715232 h 1019175"/>
                <a:gd name="connsiteX457" fmla="*/ 1007269 w 1266825"/>
                <a:gd name="connsiteY457" fmla="*/ 714947 h 1019175"/>
                <a:gd name="connsiteX458" fmla="*/ 1006983 w 1266825"/>
                <a:gd name="connsiteY458" fmla="*/ 714566 h 1019175"/>
                <a:gd name="connsiteX459" fmla="*/ 1006221 w 1266825"/>
                <a:gd name="connsiteY459" fmla="*/ 712661 h 1019175"/>
                <a:gd name="connsiteX460" fmla="*/ 1003745 w 1266825"/>
                <a:gd name="connsiteY460" fmla="*/ 708184 h 1019175"/>
                <a:gd name="connsiteX461" fmla="*/ 1003554 w 1266825"/>
                <a:gd name="connsiteY461" fmla="*/ 707612 h 1019175"/>
                <a:gd name="connsiteX462" fmla="*/ 1003363 w 1266825"/>
                <a:gd name="connsiteY462" fmla="*/ 706660 h 1019175"/>
                <a:gd name="connsiteX463" fmla="*/ 1003173 w 1266825"/>
                <a:gd name="connsiteY463" fmla="*/ 705231 h 1019175"/>
                <a:gd name="connsiteX464" fmla="*/ 1003078 w 1266825"/>
                <a:gd name="connsiteY464" fmla="*/ 702755 h 1019175"/>
                <a:gd name="connsiteX465" fmla="*/ 1003268 w 1266825"/>
                <a:gd name="connsiteY465" fmla="*/ 700754 h 1019175"/>
                <a:gd name="connsiteX466" fmla="*/ 1004030 w 1266825"/>
                <a:gd name="connsiteY466" fmla="*/ 697897 h 1019175"/>
                <a:gd name="connsiteX467" fmla="*/ 1004411 w 1266825"/>
                <a:gd name="connsiteY467" fmla="*/ 696944 h 1019175"/>
                <a:gd name="connsiteX468" fmla="*/ 1005364 w 1266825"/>
                <a:gd name="connsiteY468" fmla="*/ 695135 h 1019175"/>
                <a:gd name="connsiteX469" fmla="*/ 1005650 w 1266825"/>
                <a:gd name="connsiteY469" fmla="*/ 694754 h 1019175"/>
                <a:gd name="connsiteX470" fmla="*/ 1006030 w 1266825"/>
                <a:gd name="connsiteY470" fmla="*/ 694468 h 1019175"/>
                <a:gd name="connsiteX471" fmla="*/ 1011364 w 1266825"/>
                <a:gd name="connsiteY471" fmla="*/ 691420 h 1019175"/>
                <a:gd name="connsiteX472" fmla="*/ 1012031 w 1266825"/>
                <a:gd name="connsiteY472" fmla="*/ 690848 h 1019175"/>
                <a:gd name="connsiteX473" fmla="*/ 1012412 w 1266825"/>
                <a:gd name="connsiteY473" fmla="*/ 690467 h 1019175"/>
                <a:gd name="connsiteX474" fmla="*/ 1012888 w 1266825"/>
                <a:gd name="connsiteY474" fmla="*/ 689610 h 1019175"/>
                <a:gd name="connsiteX475" fmla="*/ 1012984 w 1266825"/>
                <a:gd name="connsiteY475" fmla="*/ 688562 h 1019175"/>
                <a:gd name="connsiteX476" fmla="*/ 1012888 w 1266825"/>
                <a:gd name="connsiteY476" fmla="*/ 687038 h 1019175"/>
                <a:gd name="connsiteX477" fmla="*/ 1012508 w 1266825"/>
                <a:gd name="connsiteY477" fmla="*/ 683895 h 1019175"/>
                <a:gd name="connsiteX478" fmla="*/ 1012603 w 1266825"/>
                <a:gd name="connsiteY478" fmla="*/ 682466 h 1019175"/>
                <a:gd name="connsiteX479" fmla="*/ 1012698 w 1266825"/>
                <a:gd name="connsiteY479" fmla="*/ 681514 h 1019175"/>
                <a:gd name="connsiteX480" fmla="*/ 1013270 w 1266825"/>
                <a:gd name="connsiteY480" fmla="*/ 680657 h 1019175"/>
                <a:gd name="connsiteX481" fmla="*/ 1013555 w 1266825"/>
                <a:gd name="connsiteY481" fmla="*/ 680276 h 1019175"/>
                <a:gd name="connsiteX482" fmla="*/ 1013651 w 1266825"/>
                <a:gd name="connsiteY482" fmla="*/ 679704 h 1019175"/>
                <a:gd name="connsiteX483" fmla="*/ 1013746 w 1266825"/>
                <a:gd name="connsiteY483" fmla="*/ 677799 h 1019175"/>
                <a:gd name="connsiteX484" fmla="*/ 1013746 w 1266825"/>
                <a:gd name="connsiteY484" fmla="*/ 676466 h 1019175"/>
                <a:gd name="connsiteX485" fmla="*/ 1013555 w 1266825"/>
                <a:gd name="connsiteY485" fmla="*/ 675037 h 1019175"/>
                <a:gd name="connsiteX486" fmla="*/ 1012127 w 1266825"/>
                <a:gd name="connsiteY486" fmla="*/ 668179 h 1019175"/>
                <a:gd name="connsiteX487" fmla="*/ 1011650 w 1266825"/>
                <a:gd name="connsiteY487" fmla="*/ 666560 h 1019175"/>
                <a:gd name="connsiteX488" fmla="*/ 1010507 w 1266825"/>
                <a:gd name="connsiteY488" fmla="*/ 664083 h 1019175"/>
                <a:gd name="connsiteX489" fmla="*/ 1009364 w 1266825"/>
                <a:gd name="connsiteY489" fmla="*/ 662178 h 1019175"/>
                <a:gd name="connsiteX490" fmla="*/ 1007078 w 1266825"/>
                <a:gd name="connsiteY490" fmla="*/ 660273 h 1019175"/>
                <a:gd name="connsiteX491" fmla="*/ 1005745 w 1266825"/>
                <a:gd name="connsiteY491" fmla="*/ 658844 h 1019175"/>
                <a:gd name="connsiteX492" fmla="*/ 1005459 w 1266825"/>
                <a:gd name="connsiteY492" fmla="*/ 658463 h 1019175"/>
                <a:gd name="connsiteX493" fmla="*/ 1004792 w 1266825"/>
                <a:gd name="connsiteY493" fmla="*/ 657130 h 1019175"/>
                <a:gd name="connsiteX494" fmla="*/ 1002602 w 1266825"/>
                <a:gd name="connsiteY494" fmla="*/ 651605 h 1019175"/>
                <a:gd name="connsiteX495" fmla="*/ 999458 w 1266825"/>
                <a:gd name="connsiteY495" fmla="*/ 645795 h 1019175"/>
                <a:gd name="connsiteX496" fmla="*/ 995553 w 1266825"/>
                <a:gd name="connsiteY496" fmla="*/ 631603 h 1019175"/>
                <a:gd name="connsiteX497" fmla="*/ 995458 w 1266825"/>
                <a:gd name="connsiteY497" fmla="*/ 630746 h 1019175"/>
                <a:gd name="connsiteX498" fmla="*/ 995553 w 1266825"/>
                <a:gd name="connsiteY498" fmla="*/ 629222 h 1019175"/>
                <a:gd name="connsiteX499" fmla="*/ 995744 w 1266825"/>
                <a:gd name="connsiteY499" fmla="*/ 628269 h 1019175"/>
                <a:gd name="connsiteX500" fmla="*/ 996220 w 1266825"/>
                <a:gd name="connsiteY500" fmla="*/ 627507 h 1019175"/>
                <a:gd name="connsiteX501" fmla="*/ 996887 w 1266825"/>
                <a:gd name="connsiteY501" fmla="*/ 626936 h 1019175"/>
                <a:gd name="connsiteX502" fmla="*/ 1003649 w 1266825"/>
                <a:gd name="connsiteY502" fmla="*/ 622935 h 1019175"/>
                <a:gd name="connsiteX503" fmla="*/ 1003554 w 1266825"/>
                <a:gd name="connsiteY503" fmla="*/ 621316 h 1019175"/>
                <a:gd name="connsiteX504" fmla="*/ 1002316 w 1266825"/>
                <a:gd name="connsiteY504" fmla="*/ 619030 h 1019175"/>
                <a:gd name="connsiteX505" fmla="*/ 994220 w 1266825"/>
                <a:gd name="connsiteY505" fmla="*/ 608552 h 1019175"/>
                <a:gd name="connsiteX506" fmla="*/ 992791 w 1266825"/>
                <a:gd name="connsiteY506" fmla="*/ 604838 h 1019175"/>
                <a:gd name="connsiteX507" fmla="*/ 992314 w 1266825"/>
                <a:gd name="connsiteY507" fmla="*/ 603885 h 1019175"/>
                <a:gd name="connsiteX508" fmla="*/ 990029 w 1266825"/>
                <a:gd name="connsiteY508" fmla="*/ 601504 h 1019175"/>
                <a:gd name="connsiteX509" fmla="*/ 985171 w 1266825"/>
                <a:gd name="connsiteY509" fmla="*/ 598456 h 1019175"/>
                <a:gd name="connsiteX510" fmla="*/ 979265 w 1266825"/>
                <a:gd name="connsiteY510" fmla="*/ 597122 h 1019175"/>
                <a:gd name="connsiteX511" fmla="*/ 977455 w 1266825"/>
                <a:gd name="connsiteY511" fmla="*/ 596360 h 1019175"/>
                <a:gd name="connsiteX512" fmla="*/ 975170 w 1266825"/>
                <a:gd name="connsiteY512" fmla="*/ 594741 h 1019175"/>
                <a:gd name="connsiteX513" fmla="*/ 971741 w 1266825"/>
                <a:gd name="connsiteY513" fmla="*/ 591503 h 1019175"/>
                <a:gd name="connsiteX514" fmla="*/ 971455 w 1266825"/>
                <a:gd name="connsiteY514" fmla="*/ 591122 h 1019175"/>
                <a:gd name="connsiteX515" fmla="*/ 971264 w 1266825"/>
                <a:gd name="connsiteY515" fmla="*/ 590645 h 1019175"/>
                <a:gd name="connsiteX516" fmla="*/ 970979 w 1266825"/>
                <a:gd name="connsiteY516" fmla="*/ 589407 h 1019175"/>
                <a:gd name="connsiteX517" fmla="*/ 970597 w 1266825"/>
                <a:gd name="connsiteY517" fmla="*/ 588359 h 1019175"/>
                <a:gd name="connsiteX518" fmla="*/ 969740 w 1266825"/>
                <a:gd name="connsiteY518" fmla="*/ 586454 h 1019175"/>
                <a:gd name="connsiteX519" fmla="*/ 968788 w 1266825"/>
                <a:gd name="connsiteY519" fmla="*/ 584740 h 1019175"/>
                <a:gd name="connsiteX520" fmla="*/ 967835 w 1266825"/>
                <a:gd name="connsiteY520" fmla="*/ 583502 h 1019175"/>
                <a:gd name="connsiteX521" fmla="*/ 967645 w 1266825"/>
                <a:gd name="connsiteY521" fmla="*/ 583025 h 1019175"/>
                <a:gd name="connsiteX522" fmla="*/ 967454 w 1266825"/>
                <a:gd name="connsiteY522" fmla="*/ 582549 h 1019175"/>
                <a:gd name="connsiteX523" fmla="*/ 967169 w 1266825"/>
                <a:gd name="connsiteY523" fmla="*/ 580739 h 1019175"/>
                <a:gd name="connsiteX524" fmla="*/ 967073 w 1266825"/>
                <a:gd name="connsiteY524" fmla="*/ 580168 h 1019175"/>
                <a:gd name="connsiteX525" fmla="*/ 966788 w 1266825"/>
                <a:gd name="connsiteY525" fmla="*/ 579692 h 1019175"/>
                <a:gd name="connsiteX526" fmla="*/ 966407 w 1266825"/>
                <a:gd name="connsiteY526" fmla="*/ 579311 h 1019175"/>
                <a:gd name="connsiteX527" fmla="*/ 962025 w 1266825"/>
                <a:gd name="connsiteY527" fmla="*/ 576834 h 1019175"/>
                <a:gd name="connsiteX528" fmla="*/ 960692 w 1266825"/>
                <a:gd name="connsiteY528" fmla="*/ 576263 h 1019175"/>
                <a:gd name="connsiteX529" fmla="*/ 959168 w 1266825"/>
                <a:gd name="connsiteY529" fmla="*/ 576072 h 1019175"/>
                <a:gd name="connsiteX530" fmla="*/ 958501 w 1266825"/>
                <a:gd name="connsiteY530" fmla="*/ 576358 h 1019175"/>
                <a:gd name="connsiteX531" fmla="*/ 958025 w 1266825"/>
                <a:gd name="connsiteY531" fmla="*/ 576739 h 1019175"/>
                <a:gd name="connsiteX532" fmla="*/ 956405 w 1266825"/>
                <a:gd name="connsiteY532" fmla="*/ 578644 h 1019175"/>
                <a:gd name="connsiteX533" fmla="*/ 955643 w 1266825"/>
                <a:gd name="connsiteY533" fmla="*/ 579215 h 1019175"/>
                <a:gd name="connsiteX534" fmla="*/ 955167 w 1266825"/>
                <a:gd name="connsiteY534" fmla="*/ 579501 h 1019175"/>
                <a:gd name="connsiteX535" fmla="*/ 954691 w 1266825"/>
                <a:gd name="connsiteY535" fmla="*/ 579692 h 1019175"/>
                <a:gd name="connsiteX536" fmla="*/ 954119 w 1266825"/>
                <a:gd name="connsiteY536" fmla="*/ 579787 h 1019175"/>
                <a:gd name="connsiteX537" fmla="*/ 953548 w 1266825"/>
                <a:gd name="connsiteY537" fmla="*/ 579787 h 1019175"/>
                <a:gd name="connsiteX538" fmla="*/ 952691 w 1266825"/>
                <a:gd name="connsiteY538" fmla="*/ 579596 h 1019175"/>
                <a:gd name="connsiteX539" fmla="*/ 950595 w 1266825"/>
                <a:gd name="connsiteY539" fmla="*/ 578930 h 1019175"/>
                <a:gd name="connsiteX540" fmla="*/ 949738 w 1266825"/>
                <a:gd name="connsiteY540" fmla="*/ 578358 h 1019175"/>
                <a:gd name="connsiteX541" fmla="*/ 948880 w 1266825"/>
                <a:gd name="connsiteY541" fmla="*/ 577691 h 1019175"/>
                <a:gd name="connsiteX542" fmla="*/ 947642 w 1266825"/>
                <a:gd name="connsiteY542" fmla="*/ 576263 h 1019175"/>
                <a:gd name="connsiteX543" fmla="*/ 947547 w 1266825"/>
                <a:gd name="connsiteY543" fmla="*/ 575596 h 1019175"/>
                <a:gd name="connsiteX544" fmla="*/ 947642 w 1266825"/>
                <a:gd name="connsiteY544" fmla="*/ 575120 h 1019175"/>
                <a:gd name="connsiteX545" fmla="*/ 947928 w 1266825"/>
                <a:gd name="connsiteY545" fmla="*/ 574834 h 1019175"/>
                <a:gd name="connsiteX546" fmla="*/ 948023 w 1266825"/>
                <a:gd name="connsiteY546" fmla="*/ 574739 h 1019175"/>
                <a:gd name="connsiteX547" fmla="*/ 948214 w 1266825"/>
                <a:gd name="connsiteY547" fmla="*/ 574072 h 1019175"/>
                <a:gd name="connsiteX548" fmla="*/ 948404 w 1266825"/>
                <a:gd name="connsiteY548" fmla="*/ 573691 h 1019175"/>
                <a:gd name="connsiteX549" fmla="*/ 948785 w 1266825"/>
                <a:gd name="connsiteY549" fmla="*/ 573405 h 1019175"/>
                <a:gd name="connsiteX550" fmla="*/ 949262 w 1266825"/>
                <a:gd name="connsiteY550" fmla="*/ 573310 h 1019175"/>
                <a:gd name="connsiteX551" fmla="*/ 950500 w 1266825"/>
                <a:gd name="connsiteY551" fmla="*/ 573405 h 1019175"/>
                <a:gd name="connsiteX552" fmla="*/ 951071 w 1266825"/>
                <a:gd name="connsiteY552" fmla="*/ 573310 h 1019175"/>
                <a:gd name="connsiteX553" fmla="*/ 951452 w 1266825"/>
                <a:gd name="connsiteY553" fmla="*/ 573024 h 1019175"/>
                <a:gd name="connsiteX554" fmla="*/ 951643 w 1266825"/>
                <a:gd name="connsiteY554" fmla="*/ 572548 h 1019175"/>
                <a:gd name="connsiteX555" fmla="*/ 951833 w 1266825"/>
                <a:gd name="connsiteY555" fmla="*/ 572072 h 1019175"/>
                <a:gd name="connsiteX556" fmla="*/ 952310 w 1266825"/>
                <a:gd name="connsiteY556" fmla="*/ 571119 h 1019175"/>
                <a:gd name="connsiteX557" fmla="*/ 952691 w 1266825"/>
                <a:gd name="connsiteY557" fmla="*/ 570833 h 1019175"/>
                <a:gd name="connsiteX558" fmla="*/ 953072 w 1266825"/>
                <a:gd name="connsiteY558" fmla="*/ 570548 h 1019175"/>
                <a:gd name="connsiteX559" fmla="*/ 954500 w 1266825"/>
                <a:gd name="connsiteY559" fmla="*/ 569881 h 1019175"/>
                <a:gd name="connsiteX560" fmla="*/ 955262 w 1266825"/>
                <a:gd name="connsiteY560" fmla="*/ 569214 h 1019175"/>
                <a:gd name="connsiteX561" fmla="*/ 955548 w 1266825"/>
                <a:gd name="connsiteY561" fmla="*/ 568738 h 1019175"/>
                <a:gd name="connsiteX562" fmla="*/ 955738 w 1266825"/>
                <a:gd name="connsiteY562" fmla="*/ 568262 h 1019175"/>
                <a:gd name="connsiteX563" fmla="*/ 955738 w 1266825"/>
                <a:gd name="connsiteY563" fmla="*/ 567214 h 1019175"/>
                <a:gd name="connsiteX564" fmla="*/ 955358 w 1266825"/>
                <a:gd name="connsiteY564" fmla="*/ 566642 h 1019175"/>
                <a:gd name="connsiteX565" fmla="*/ 954596 w 1266825"/>
                <a:gd name="connsiteY565" fmla="*/ 565976 h 1019175"/>
                <a:gd name="connsiteX566" fmla="*/ 952976 w 1266825"/>
                <a:gd name="connsiteY566" fmla="*/ 564928 h 1019175"/>
                <a:gd name="connsiteX567" fmla="*/ 952405 w 1266825"/>
                <a:gd name="connsiteY567" fmla="*/ 563785 h 1019175"/>
                <a:gd name="connsiteX568" fmla="*/ 952786 w 1266825"/>
                <a:gd name="connsiteY568" fmla="*/ 562642 h 1019175"/>
                <a:gd name="connsiteX569" fmla="*/ 954119 w 1266825"/>
                <a:gd name="connsiteY569" fmla="*/ 561785 h 1019175"/>
                <a:gd name="connsiteX570" fmla="*/ 955643 w 1266825"/>
                <a:gd name="connsiteY570" fmla="*/ 561118 h 1019175"/>
                <a:gd name="connsiteX571" fmla="*/ 955358 w 1266825"/>
                <a:gd name="connsiteY571" fmla="*/ 560451 h 1019175"/>
                <a:gd name="connsiteX572" fmla="*/ 953072 w 1266825"/>
                <a:gd name="connsiteY572" fmla="*/ 559975 h 1019175"/>
                <a:gd name="connsiteX573" fmla="*/ 940499 w 1266825"/>
                <a:gd name="connsiteY573" fmla="*/ 558641 h 1019175"/>
                <a:gd name="connsiteX574" fmla="*/ 937165 w 1266825"/>
                <a:gd name="connsiteY574" fmla="*/ 556927 h 1019175"/>
                <a:gd name="connsiteX575" fmla="*/ 936117 w 1266825"/>
                <a:gd name="connsiteY575" fmla="*/ 556736 h 1019175"/>
                <a:gd name="connsiteX576" fmla="*/ 935164 w 1266825"/>
                <a:gd name="connsiteY576" fmla="*/ 557117 h 1019175"/>
                <a:gd name="connsiteX577" fmla="*/ 930688 w 1266825"/>
                <a:gd name="connsiteY577" fmla="*/ 561023 h 1019175"/>
                <a:gd name="connsiteX578" fmla="*/ 926687 w 1266825"/>
                <a:gd name="connsiteY578" fmla="*/ 561023 h 1019175"/>
                <a:gd name="connsiteX579" fmla="*/ 924116 w 1266825"/>
                <a:gd name="connsiteY579" fmla="*/ 560356 h 1019175"/>
                <a:gd name="connsiteX580" fmla="*/ 923163 w 1266825"/>
                <a:gd name="connsiteY580" fmla="*/ 560451 h 1019175"/>
                <a:gd name="connsiteX581" fmla="*/ 922020 w 1266825"/>
                <a:gd name="connsiteY581" fmla="*/ 560832 h 1019175"/>
                <a:gd name="connsiteX582" fmla="*/ 920020 w 1266825"/>
                <a:gd name="connsiteY582" fmla="*/ 561880 h 1019175"/>
                <a:gd name="connsiteX583" fmla="*/ 918972 w 1266825"/>
                <a:gd name="connsiteY583" fmla="*/ 562070 h 1019175"/>
                <a:gd name="connsiteX584" fmla="*/ 917924 w 1266825"/>
                <a:gd name="connsiteY584" fmla="*/ 561689 h 1019175"/>
                <a:gd name="connsiteX585" fmla="*/ 916305 w 1266825"/>
                <a:gd name="connsiteY585" fmla="*/ 560737 h 1019175"/>
                <a:gd name="connsiteX586" fmla="*/ 912305 w 1266825"/>
                <a:gd name="connsiteY586" fmla="*/ 557594 h 1019175"/>
                <a:gd name="connsiteX587" fmla="*/ 911162 w 1266825"/>
                <a:gd name="connsiteY587" fmla="*/ 557022 h 1019175"/>
                <a:gd name="connsiteX588" fmla="*/ 909447 w 1266825"/>
                <a:gd name="connsiteY588" fmla="*/ 556546 h 1019175"/>
                <a:gd name="connsiteX589" fmla="*/ 906685 w 1266825"/>
                <a:gd name="connsiteY589" fmla="*/ 554927 h 1019175"/>
                <a:gd name="connsiteX590" fmla="*/ 887063 w 1266825"/>
                <a:gd name="connsiteY590" fmla="*/ 538448 h 1019175"/>
                <a:gd name="connsiteX591" fmla="*/ 872300 w 1266825"/>
                <a:gd name="connsiteY591" fmla="*/ 523494 h 1019175"/>
                <a:gd name="connsiteX592" fmla="*/ 870395 w 1266825"/>
                <a:gd name="connsiteY592" fmla="*/ 522351 h 1019175"/>
                <a:gd name="connsiteX593" fmla="*/ 853059 w 1266825"/>
                <a:gd name="connsiteY593" fmla="*/ 516636 h 1019175"/>
                <a:gd name="connsiteX594" fmla="*/ 852202 w 1266825"/>
                <a:gd name="connsiteY594" fmla="*/ 515969 h 1019175"/>
                <a:gd name="connsiteX595" fmla="*/ 851726 w 1266825"/>
                <a:gd name="connsiteY595" fmla="*/ 514921 h 1019175"/>
                <a:gd name="connsiteX596" fmla="*/ 849059 w 1266825"/>
                <a:gd name="connsiteY596" fmla="*/ 500825 h 1019175"/>
                <a:gd name="connsiteX597" fmla="*/ 848678 w 1266825"/>
                <a:gd name="connsiteY597" fmla="*/ 495395 h 1019175"/>
                <a:gd name="connsiteX598" fmla="*/ 848678 w 1266825"/>
                <a:gd name="connsiteY598" fmla="*/ 492633 h 1019175"/>
                <a:gd name="connsiteX599" fmla="*/ 849059 w 1266825"/>
                <a:gd name="connsiteY599" fmla="*/ 490442 h 1019175"/>
                <a:gd name="connsiteX600" fmla="*/ 849821 w 1266825"/>
                <a:gd name="connsiteY600" fmla="*/ 489585 h 1019175"/>
                <a:gd name="connsiteX601" fmla="*/ 851154 w 1266825"/>
                <a:gd name="connsiteY601" fmla="*/ 489014 h 1019175"/>
                <a:gd name="connsiteX602" fmla="*/ 859727 w 1266825"/>
                <a:gd name="connsiteY602" fmla="*/ 486632 h 1019175"/>
                <a:gd name="connsiteX603" fmla="*/ 860393 w 1266825"/>
                <a:gd name="connsiteY603" fmla="*/ 485966 h 1019175"/>
                <a:gd name="connsiteX604" fmla="*/ 860393 w 1266825"/>
                <a:gd name="connsiteY604" fmla="*/ 484442 h 1019175"/>
                <a:gd name="connsiteX605" fmla="*/ 857060 w 1266825"/>
                <a:gd name="connsiteY605" fmla="*/ 467296 h 1019175"/>
                <a:gd name="connsiteX606" fmla="*/ 856488 w 1266825"/>
                <a:gd name="connsiteY606" fmla="*/ 465677 h 1019175"/>
                <a:gd name="connsiteX607" fmla="*/ 855631 w 1266825"/>
                <a:gd name="connsiteY607" fmla="*/ 464058 h 1019175"/>
                <a:gd name="connsiteX608" fmla="*/ 853535 w 1266825"/>
                <a:gd name="connsiteY608" fmla="*/ 460915 h 1019175"/>
                <a:gd name="connsiteX609" fmla="*/ 853154 w 1266825"/>
                <a:gd name="connsiteY609" fmla="*/ 459677 h 1019175"/>
                <a:gd name="connsiteX610" fmla="*/ 853154 w 1266825"/>
                <a:gd name="connsiteY610" fmla="*/ 458915 h 1019175"/>
                <a:gd name="connsiteX611" fmla="*/ 853726 w 1266825"/>
                <a:gd name="connsiteY611" fmla="*/ 458153 h 1019175"/>
                <a:gd name="connsiteX612" fmla="*/ 855726 w 1266825"/>
                <a:gd name="connsiteY612" fmla="*/ 456629 h 1019175"/>
                <a:gd name="connsiteX613" fmla="*/ 881539 w 1266825"/>
                <a:gd name="connsiteY613" fmla="*/ 440817 h 1019175"/>
                <a:gd name="connsiteX614" fmla="*/ 887921 w 1266825"/>
                <a:gd name="connsiteY614" fmla="*/ 435578 h 1019175"/>
                <a:gd name="connsiteX615" fmla="*/ 891159 w 1266825"/>
                <a:gd name="connsiteY615" fmla="*/ 431768 h 1019175"/>
                <a:gd name="connsiteX616" fmla="*/ 894207 w 1266825"/>
                <a:gd name="connsiteY616" fmla="*/ 427482 h 1019175"/>
                <a:gd name="connsiteX617" fmla="*/ 896398 w 1266825"/>
                <a:gd name="connsiteY617" fmla="*/ 423672 h 1019175"/>
                <a:gd name="connsiteX618" fmla="*/ 901446 w 1266825"/>
                <a:gd name="connsiteY618" fmla="*/ 411956 h 1019175"/>
                <a:gd name="connsiteX619" fmla="*/ 902780 w 1266825"/>
                <a:gd name="connsiteY619" fmla="*/ 409766 h 1019175"/>
                <a:gd name="connsiteX620" fmla="*/ 904494 w 1266825"/>
                <a:gd name="connsiteY620" fmla="*/ 408146 h 1019175"/>
                <a:gd name="connsiteX621" fmla="*/ 906209 w 1266825"/>
                <a:gd name="connsiteY621" fmla="*/ 407099 h 1019175"/>
                <a:gd name="connsiteX622" fmla="*/ 909733 w 1266825"/>
                <a:gd name="connsiteY622" fmla="*/ 405479 h 1019175"/>
                <a:gd name="connsiteX623" fmla="*/ 910304 w 1266825"/>
                <a:gd name="connsiteY623" fmla="*/ 405003 h 1019175"/>
                <a:gd name="connsiteX624" fmla="*/ 910876 w 1266825"/>
                <a:gd name="connsiteY624" fmla="*/ 404432 h 1019175"/>
                <a:gd name="connsiteX625" fmla="*/ 911733 w 1266825"/>
                <a:gd name="connsiteY625" fmla="*/ 403193 h 1019175"/>
                <a:gd name="connsiteX626" fmla="*/ 915353 w 1266825"/>
                <a:gd name="connsiteY626" fmla="*/ 395478 h 1019175"/>
                <a:gd name="connsiteX627" fmla="*/ 915829 w 1266825"/>
                <a:gd name="connsiteY627" fmla="*/ 393859 h 1019175"/>
                <a:gd name="connsiteX628" fmla="*/ 916114 w 1266825"/>
                <a:gd name="connsiteY628" fmla="*/ 392335 h 1019175"/>
                <a:gd name="connsiteX629" fmla="*/ 916210 w 1266825"/>
                <a:gd name="connsiteY629" fmla="*/ 391001 h 1019175"/>
                <a:gd name="connsiteX630" fmla="*/ 916019 w 1266825"/>
                <a:gd name="connsiteY630" fmla="*/ 389763 h 1019175"/>
                <a:gd name="connsiteX631" fmla="*/ 915448 w 1266825"/>
                <a:gd name="connsiteY631" fmla="*/ 388525 h 1019175"/>
                <a:gd name="connsiteX632" fmla="*/ 914591 w 1266825"/>
                <a:gd name="connsiteY632" fmla="*/ 386810 h 1019175"/>
                <a:gd name="connsiteX633" fmla="*/ 902780 w 1266825"/>
                <a:gd name="connsiteY633" fmla="*/ 367475 h 1019175"/>
                <a:gd name="connsiteX634" fmla="*/ 902208 w 1266825"/>
                <a:gd name="connsiteY634" fmla="*/ 365950 h 1019175"/>
                <a:gd name="connsiteX635" fmla="*/ 901827 w 1266825"/>
                <a:gd name="connsiteY635" fmla="*/ 364617 h 1019175"/>
                <a:gd name="connsiteX636" fmla="*/ 901637 w 1266825"/>
                <a:gd name="connsiteY636" fmla="*/ 363379 h 1019175"/>
                <a:gd name="connsiteX637" fmla="*/ 901827 w 1266825"/>
                <a:gd name="connsiteY637" fmla="*/ 362045 h 1019175"/>
                <a:gd name="connsiteX638" fmla="*/ 903161 w 1266825"/>
                <a:gd name="connsiteY638" fmla="*/ 357473 h 1019175"/>
                <a:gd name="connsiteX639" fmla="*/ 903256 w 1266825"/>
                <a:gd name="connsiteY639" fmla="*/ 356140 h 1019175"/>
                <a:gd name="connsiteX640" fmla="*/ 902875 w 1266825"/>
                <a:gd name="connsiteY640" fmla="*/ 355187 h 1019175"/>
                <a:gd name="connsiteX641" fmla="*/ 901922 w 1266825"/>
                <a:gd name="connsiteY641" fmla="*/ 354425 h 1019175"/>
                <a:gd name="connsiteX642" fmla="*/ 901065 w 1266825"/>
                <a:gd name="connsiteY642" fmla="*/ 354044 h 1019175"/>
                <a:gd name="connsiteX643" fmla="*/ 899922 w 1266825"/>
                <a:gd name="connsiteY643" fmla="*/ 353759 h 1019175"/>
                <a:gd name="connsiteX644" fmla="*/ 877919 w 1266825"/>
                <a:gd name="connsiteY644" fmla="*/ 355378 h 1019175"/>
                <a:gd name="connsiteX645" fmla="*/ 855155 w 1266825"/>
                <a:gd name="connsiteY645" fmla="*/ 362426 h 1019175"/>
                <a:gd name="connsiteX646" fmla="*/ 840772 w 1266825"/>
                <a:gd name="connsiteY646" fmla="*/ 368999 h 1019175"/>
                <a:gd name="connsiteX647" fmla="*/ 836771 w 1266825"/>
                <a:gd name="connsiteY647" fmla="*/ 371951 h 1019175"/>
                <a:gd name="connsiteX648" fmla="*/ 828961 w 1266825"/>
                <a:gd name="connsiteY648" fmla="*/ 376047 h 1019175"/>
                <a:gd name="connsiteX649" fmla="*/ 826008 w 1266825"/>
                <a:gd name="connsiteY649" fmla="*/ 377952 h 1019175"/>
                <a:gd name="connsiteX650" fmla="*/ 823627 w 1266825"/>
                <a:gd name="connsiteY650" fmla="*/ 379952 h 1019175"/>
                <a:gd name="connsiteX651" fmla="*/ 818579 w 1266825"/>
                <a:gd name="connsiteY651" fmla="*/ 385667 h 1019175"/>
                <a:gd name="connsiteX652" fmla="*/ 817340 w 1266825"/>
                <a:gd name="connsiteY652" fmla="*/ 386334 h 1019175"/>
                <a:gd name="connsiteX653" fmla="*/ 815340 w 1266825"/>
                <a:gd name="connsiteY653" fmla="*/ 386810 h 1019175"/>
                <a:gd name="connsiteX654" fmla="*/ 804577 w 1266825"/>
                <a:gd name="connsiteY654" fmla="*/ 385667 h 1019175"/>
                <a:gd name="connsiteX655" fmla="*/ 794480 w 1266825"/>
                <a:gd name="connsiteY655" fmla="*/ 382429 h 1019175"/>
                <a:gd name="connsiteX656" fmla="*/ 785622 w 1266825"/>
                <a:gd name="connsiteY656" fmla="*/ 380810 h 1019175"/>
                <a:gd name="connsiteX657" fmla="*/ 783812 w 1266825"/>
                <a:gd name="connsiteY657" fmla="*/ 380238 h 1019175"/>
                <a:gd name="connsiteX658" fmla="*/ 781812 w 1266825"/>
                <a:gd name="connsiteY658" fmla="*/ 379190 h 1019175"/>
                <a:gd name="connsiteX659" fmla="*/ 775907 w 1266825"/>
                <a:gd name="connsiteY659" fmla="*/ 375285 h 1019175"/>
                <a:gd name="connsiteX660" fmla="*/ 774478 w 1266825"/>
                <a:gd name="connsiteY660" fmla="*/ 374618 h 1019175"/>
                <a:gd name="connsiteX661" fmla="*/ 772763 w 1266825"/>
                <a:gd name="connsiteY661" fmla="*/ 374333 h 1019175"/>
                <a:gd name="connsiteX662" fmla="*/ 771144 w 1266825"/>
                <a:gd name="connsiteY662" fmla="*/ 374333 h 1019175"/>
                <a:gd name="connsiteX663" fmla="*/ 769525 w 1266825"/>
                <a:gd name="connsiteY663" fmla="*/ 374714 h 1019175"/>
                <a:gd name="connsiteX664" fmla="*/ 739331 w 1266825"/>
                <a:gd name="connsiteY664" fmla="*/ 386715 h 1019175"/>
                <a:gd name="connsiteX665" fmla="*/ 726567 w 1266825"/>
                <a:gd name="connsiteY665" fmla="*/ 389763 h 1019175"/>
                <a:gd name="connsiteX666" fmla="*/ 725329 w 1266825"/>
                <a:gd name="connsiteY666" fmla="*/ 390144 h 1019175"/>
                <a:gd name="connsiteX667" fmla="*/ 724662 w 1266825"/>
                <a:gd name="connsiteY667" fmla="*/ 390620 h 1019175"/>
                <a:gd name="connsiteX668" fmla="*/ 724186 w 1266825"/>
                <a:gd name="connsiteY668" fmla="*/ 391192 h 1019175"/>
                <a:gd name="connsiteX669" fmla="*/ 723995 w 1266825"/>
                <a:gd name="connsiteY669" fmla="*/ 391573 h 1019175"/>
                <a:gd name="connsiteX670" fmla="*/ 723995 w 1266825"/>
                <a:gd name="connsiteY670" fmla="*/ 391954 h 1019175"/>
                <a:gd name="connsiteX671" fmla="*/ 724186 w 1266825"/>
                <a:gd name="connsiteY671" fmla="*/ 392430 h 1019175"/>
                <a:gd name="connsiteX672" fmla="*/ 726853 w 1266825"/>
                <a:gd name="connsiteY672" fmla="*/ 395859 h 1019175"/>
                <a:gd name="connsiteX673" fmla="*/ 734282 w 1266825"/>
                <a:gd name="connsiteY673" fmla="*/ 403479 h 1019175"/>
                <a:gd name="connsiteX674" fmla="*/ 736854 w 1266825"/>
                <a:gd name="connsiteY674" fmla="*/ 406813 h 1019175"/>
                <a:gd name="connsiteX675" fmla="*/ 739997 w 1266825"/>
                <a:gd name="connsiteY675" fmla="*/ 410051 h 1019175"/>
                <a:gd name="connsiteX676" fmla="*/ 740664 w 1266825"/>
                <a:gd name="connsiteY676" fmla="*/ 411385 h 1019175"/>
                <a:gd name="connsiteX677" fmla="*/ 739807 w 1266825"/>
                <a:gd name="connsiteY677" fmla="*/ 413671 h 1019175"/>
                <a:gd name="connsiteX678" fmla="*/ 737521 w 1266825"/>
                <a:gd name="connsiteY678" fmla="*/ 416624 h 1019175"/>
                <a:gd name="connsiteX679" fmla="*/ 731615 w 1266825"/>
                <a:gd name="connsiteY679" fmla="*/ 422148 h 1019175"/>
                <a:gd name="connsiteX680" fmla="*/ 728948 w 1266825"/>
                <a:gd name="connsiteY680" fmla="*/ 425291 h 1019175"/>
                <a:gd name="connsiteX681" fmla="*/ 725900 w 1266825"/>
                <a:gd name="connsiteY681" fmla="*/ 429578 h 1019175"/>
                <a:gd name="connsiteX682" fmla="*/ 724662 w 1266825"/>
                <a:gd name="connsiteY682" fmla="*/ 430721 h 1019175"/>
                <a:gd name="connsiteX683" fmla="*/ 718852 w 1266825"/>
                <a:gd name="connsiteY683" fmla="*/ 431006 h 1019175"/>
                <a:gd name="connsiteX684" fmla="*/ 710184 w 1266825"/>
                <a:gd name="connsiteY684" fmla="*/ 429673 h 1019175"/>
                <a:gd name="connsiteX685" fmla="*/ 708851 w 1266825"/>
                <a:gd name="connsiteY685" fmla="*/ 429768 h 1019175"/>
                <a:gd name="connsiteX686" fmla="*/ 707612 w 1266825"/>
                <a:gd name="connsiteY686" fmla="*/ 430149 h 1019175"/>
                <a:gd name="connsiteX687" fmla="*/ 706660 w 1266825"/>
                <a:gd name="connsiteY687" fmla="*/ 430625 h 1019175"/>
                <a:gd name="connsiteX688" fmla="*/ 705707 w 1266825"/>
                <a:gd name="connsiteY688" fmla="*/ 431006 h 1019175"/>
                <a:gd name="connsiteX689" fmla="*/ 704564 w 1266825"/>
                <a:gd name="connsiteY689" fmla="*/ 430911 h 1019175"/>
                <a:gd name="connsiteX690" fmla="*/ 691325 w 1266825"/>
                <a:gd name="connsiteY690" fmla="*/ 424720 h 1019175"/>
                <a:gd name="connsiteX691" fmla="*/ 689420 w 1266825"/>
                <a:gd name="connsiteY691" fmla="*/ 424339 h 1019175"/>
                <a:gd name="connsiteX692" fmla="*/ 686086 w 1266825"/>
                <a:gd name="connsiteY692" fmla="*/ 424434 h 1019175"/>
                <a:gd name="connsiteX693" fmla="*/ 684752 w 1266825"/>
                <a:gd name="connsiteY693" fmla="*/ 424339 h 1019175"/>
                <a:gd name="connsiteX694" fmla="*/ 683800 w 1266825"/>
                <a:gd name="connsiteY694" fmla="*/ 423767 h 1019175"/>
                <a:gd name="connsiteX695" fmla="*/ 683038 w 1266825"/>
                <a:gd name="connsiteY695" fmla="*/ 422720 h 1019175"/>
                <a:gd name="connsiteX696" fmla="*/ 682943 w 1266825"/>
                <a:gd name="connsiteY696" fmla="*/ 421672 h 1019175"/>
                <a:gd name="connsiteX697" fmla="*/ 683133 w 1266825"/>
                <a:gd name="connsiteY697" fmla="*/ 420910 h 1019175"/>
                <a:gd name="connsiteX698" fmla="*/ 684467 w 1266825"/>
                <a:gd name="connsiteY698" fmla="*/ 419576 h 1019175"/>
                <a:gd name="connsiteX699" fmla="*/ 685038 w 1266825"/>
                <a:gd name="connsiteY699" fmla="*/ 418814 h 1019175"/>
                <a:gd name="connsiteX700" fmla="*/ 685133 w 1266825"/>
                <a:gd name="connsiteY700" fmla="*/ 417671 h 1019175"/>
                <a:gd name="connsiteX701" fmla="*/ 684467 w 1266825"/>
                <a:gd name="connsiteY701" fmla="*/ 416909 h 1019175"/>
                <a:gd name="connsiteX702" fmla="*/ 680657 w 1266825"/>
                <a:gd name="connsiteY702" fmla="*/ 415290 h 1019175"/>
                <a:gd name="connsiteX703" fmla="*/ 679418 w 1266825"/>
                <a:gd name="connsiteY703" fmla="*/ 414338 h 1019175"/>
                <a:gd name="connsiteX704" fmla="*/ 677990 w 1266825"/>
                <a:gd name="connsiteY704" fmla="*/ 412337 h 1019175"/>
                <a:gd name="connsiteX705" fmla="*/ 676466 w 1266825"/>
                <a:gd name="connsiteY705" fmla="*/ 409004 h 1019175"/>
                <a:gd name="connsiteX706" fmla="*/ 675894 w 1266825"/>
                <a:gd name="connsiteY706" fmla="*/ 407956 h 1019175"/>
                <a:gd name="connsiteX707" fmla="*/ 675227 w 1266825"/>
                <a:gd name="connsiteY707" fmla="*/ 407099 h 1019175"/>
                <a:gd name="connsiteX708" fmla="*/ 674751 w 1266825"/>
                <a:gd name="connsiteY708" fmla="*/ 406146 h 1019175"/>
                <a:gd name="connsiteX709" fmla="*/ 674370 w 1266825"/>
                <a:gd name="connsiteY709" fmla="*/ 404813 h 1019175"/>
                <a:gd name="connsiteX710" fmla="*/ 674465 w 1266825"/>
                <a:gd name="connsiteY710" fmla="*/ 403479 h 1019175"/>
                <a:gd name="connsiteX711" fmla="*/ 674846 w 1266825"/>
                <a:gd name="connsiteY711" fmla="*/ 402050 h 1019175"/>
                <a:gd name="connsiteX712" fmla="*/ 675323 w 1266825"/>
                <a:gd name="connsiteY712" fmla="*/ 400621 h 1019175"/>
                <a:gd name="connsiteX713" fmla="*/ 675608 w 1266825"/>
                <a:gd name="connsiteY713" fmla="*/ 399098 h 1019175"/>
                <a:gd name="connsiteX714" fmla="*/ 675513 w 1266825"/>
                <a:gd name="connsiteY714" fmla="*/ 398717 h 1019175"/>
                <a:gd name="connsiteX715" fmla="*/ 675132 w 1266825"/>
                <a:gd name="connsiteY715" fmla="*/ 398240 h 1019175"/>
                <a:gd name="connsiteX716" fmla="*/ 674180 w 1266825"/>
                <a:gd name="connsiteY716" fmla="*/ 397478 h 1019175"/>
                <a:gd name="connsiteX717" fmla="*/ 672560 w 1266825"/>
                <a:gd name="connsiteY717" fmla="*/ 396907 h 1019175"/>
                <a:gd name="connsiteX718" fmla="*/ 671322 w 1266825"/>
                <a:gd name="connsiteY718" fmla="*/ 397002 h 1019175"/>
                <a:gd name="connsiteX719" fmla="*/ 670179 w 1266825"/>
                <a:gd name="connsiteY719" fmla="*/ 397478 h 1019175"/>
                <a:gd name="connsiteX720" fmla="*/ 668465 w 1266825"/>
                <a:gd name="connsiteY720" fmla="*/ 399098 h 1019175"/>
                <a:gd name="connsiteX721" fmla="*/ 668274 w 1266825"/>
                <a:gd name="connsiteY721" fmla="*/ 399193 h 1019175"/>
                <a:gd name="connsiteX722" fmla="*/ 667798 w 1266825"/>
                <a:gd name="connsiteY722" fmla="*/ 399479 h 1019175"/>
                <a:gd name="connsiteX723" fmla="*/ 667036 w 1266825"/>
                <a:gd name="connsiteY723" fmla="*/ 399764 h 1019175"/>
                <a:gd name="connsiteX724" fmla="*/ 666083 w 1266825"/>
                <a:gd name="connsiteY724" fmla="*/ 399955 h 1019175"/>
                <a:gd name="connsiteX725" fmla="*/ 664940 w 1266825"/>
                <a:gd name="connsiteY725" fmla="*/ 399860 h 1019175"/>
                <a:gd name="connsiteX726" fmla="*/ 663893 w 1266825"/>
                <a:gd name="connsiteY726" fmla="*/ 399669 h 1019175"/>
                <a:gd name="connsiteX727" fmla="*/ 662369 w 1266825"/>
                <a:gd name="connsiteY727" fmla="*/ 399098 h 1019175"/>
                <a:gd name="connsiteX728" fmla="*/ 662083 w 1266825"/>
                <a:gd name="connsiteY728" fmla="*/ 399002 h 1019175"/>
                <a:gd name="connsiteX729" fmla="*/ 653510 w 1266825"/>
                <a:gd name="connsiteY729" fmla="*/ 392525 h 1019175"/>
                <a:gd name="connsiteX730" fmla="*/ 649319 w 1266825"/>
                <a:gd name="connsiteY730" fmla="*/ 388239 h 1019175"/>
                <a:gd name="connsiteX731" fmla="*/ 648367 w 1266825"/>
                <a:gd name="connsiteY731" fmla="*/ 386715 h 1019175"/>
                <a:gd name="connsiteX732" fmla="*/ 647510 w 1266825"/>
                <a:gd name="connsiteY732" fmla="*/ 385191 h 1019175"/>
                <a:gd name="connsiteX733" fmla="*/ 646843 w 1266825"/>
                <a:gd name="connsiteY733" fmla="*/ 383477 h 1019175"/>
                <a:gd name="connsiteX734" fmla="*/ 646367 w 1266825"/>
                <a:gd name="connsiteY734" fmla="*/ 381857 h 1019175"/>
                <a:gd name="connsiteX735" fmla="*/ 645795 w 1266825"/>
                <a:gd name="connsiteY735" fmla="*/ 378619 h 1019175"/>
                <a:gd name="connsiteX736" fmla="*/ 645605 w 1266825"/>
                <a:gd name="connsiteY736" fmla="*/ 375571 h 1019175"/>
                <a:gd name="connsiteX737" fmla="*/ 646176 w 1266825"/>
                <a:gd name="connsiteY737" fmla="*/ 369094 h 1019175"/>
                <a:gd name="connsiteX738" fmla="*/ 646176 w 1266825"/>
                <a:gd name="connsiteY738" fmla="*/ 367379 h 1019175"/>
                <a:gd name="connsiteX739" fmla="*/ 645700 w 1266825"/>
                <a:gd name="connsiteY739" fmla="*/ 363855 h 1019175"/>
                <a:gd name="connsiteX740" fmla="*/ 644843 w 1266825"/>
                <a:gd name="connsiteY740" fmla="*/ 360045 h 1019175"/>
                <a:gd name="connsiteX741" fmla="*/ 644081 w 1266825"/>
                <a:gd name="connsiteY741" fmla="*/ 358426 h 1019175"/>
                <a:gd name="connsiteX742" fmla="*/ 643033 w 1266825"/>
                <a:gd name="connsiteY742" fmla="*/ 357569 h 1019175"/>
                <a:gd name="connsiteX743" fmla="*/ 641414 w 1266825"/>
                <a:gd name="connsiteY743" fmla="*/ 357188 h 1019175"/>
                <a:gd name="connsiteX744" fmla="*/ 621697 w 1266825"/>
                <a:gd name="connsiteY744" fmla="*/ 357092 h 1019175"/>
                <a:gd name="connsiteX745" fmla="*/ 620173 w 1266825"/>
                <a:gd name="connsiteY745" fmla="*/ 356711 h 1019175"/>
                <a:gd name="connsiteX746" fmla="*/ 618744 w 1266825"/>
                <a:gd name="connsiteY746" fmla="*/ 356045 h 1019175"/>
                <a:gd name="connsiteX747" fmla="*/ 617792 w 1266825"/>
                <a:gd name="connsiteY747" fmla="*/ 354997 h 1019175"/>
                <a:gd name="connsiteX748" fmla="*/ 617411 w 1266825"/>
                <a:gd name="connsiteY748" fmla="*/ 354140 h 1019175"/>
                <a:gd name="connsiteX749" fmla="*/ 617315 w 1266825"/>
                <a:gd name="connsiteY749" fmla="*/ 352996 h 1019175"/>
                <a:gd name="connsiteX750" fmla="*/ 617315 w 1266825"/>
                <a:gd name="connsiteY750" fmla="*/ 351854 h 1019175"/>
                <a:gd name="connsiteX751" fmla="*/ 617030 w 1266825"/>
                <a:gd name="connsiteY751" fmla="*/ 350520 h 1019175"/>
                <a:gd name="connsiteX752" fmla="*/ 616077 w 1266825"/>
                <a:gd name="connsiteY752" fmla="*/ 349187 h 1019175"/>
                <a:gd name="connsiteX753" fmla="*/ 614648 w 1266825"/>
                <a:gd name="connsiteY753" fmla="*/ 348139 h 1019175"/>
                <a:gd name="connsiteX754" fmla="*/ 606457 w 1266825"/>
                <a:gd name="connsiteY754" fmla="*/ 345853 h 1019175"/>
                <a:gd name="connsiteX755" fmla="*/ 605028 w 1266825"/>
                <a:gd name="connsiteY755" fmla="*/ 345186 h 1019175"/>
                <a:gd name="connsiteX756" fmla="*/ 603695 w 1266825"/>
                <a:gd name="connsiteY756" fmla="*/ 344234 h 1019175"/>
                <a:gd name="connsiteX757" fmla="*/ 603123 w 1266825"/>
                <a:gd name="connsiteY757" fmla="*/ 343376 h 1019175"/>
                <a:gd name="connsiteX758" fmla="*/ 602837 w 1266825"/>
                <a:gd name="connsiteY758" fmla="*/ 342519 h 1019175"/>
                <a:gd name="connsiteX759" fmla="*/ 602456 w 1266825"/>
                <a:gd name="connsiteY759" fmla="*/ 338042 h 1019175"/>
                <a:gd name="connsiteX760" fmla="*/ 602171 w 1266825"/>
                <a:gd name="connsiteY760" fmla="*/ 336804 h 1019175"/>
                <a:gd name="connsiteX761" fmla="*/ 601790 w 1266825"/>
                <a:gd name="connsiteY761" fmla="*/ 335661 h 1019175"/>
                <a:gd name="connsiteX762" fmla="*/ 601218 w 1266825"/>
                <a:gd name="connsiteY762" fmla="*/ 334518 h 1019175"/>
                <a:gd name="connsiteX763" fmla="*/ 600170 w 1266825"/>
                <a:gd name="connsiteY763" fmla="*/ 332994 h 1019175"/>
                <a:gd name="connsiteX764" fmla="*/ 598837 w 1266825"/>
                <a:gd name="connsiteY764" fmla="*/ 331470 h 1019175"/>
                <a:gd name="connsiteX765" fmla="*/ 595979 w 1266825"/>
                <a:gd name="connsiteY765" fmla="*/ 328994 h 1019175"/>
                <a:gd name="connsiteX766" fmla="*/ 593408 w 1266825"/>
                <a:gd name="connsiteY766" fmla="*/ 327565 h 1019175"/>
                <a:gd name="connsiteX767" fmla="*/ 581787 w 1266825"/>
                <a:gd name="connsiteY767" fmla="*/ 324136 h 1019175"/>
                <a:gd name="connsiteX768" fmla="*/ 572262 w 1266825"/>
                <a:gd name="connsiteY768" fmla="*/ 320135 h 1019175"/>
                <a:gd name="connsiteX769" fmla="*/ 565785 w 1266825"/>
                <a:gd name="connsiteY769" fmla="*/ 316325 h 1019175"/>
                <a:gd name="connsiteX770" fmla="*/ 559308 w 1266825"/>
                <a:gd name="connsiteY770" fmla="*/ 310420 h 1019175"/>
                <a:gd name="connsiteX771" fmla="*/ 553212 w 1266825"/>
                <a:gd name="connsiteY771" fmla="*/ 308800 h 1019175"/>
                <a:gd name="connsiteX772" fmla="*/ 532829 w 1266825"/>
                <a:gd name="connsiteY772" fmla="*/ 308515 h 1019175"/>
                <a:gd name="connsiteX773" fmla="*/ 533400 w 1266825"/>
                <a:gd name="connsiteY773" fmla="*/ 306800 h 1019175"/>
                <a:gd name="connsiteX774" fmla="*/ 535019 w 1266825"/>
                <a:gd name="connsiteY774" fmla="*/ 303752 h 1019175"/>
                <a:gd name="connsiteX775" fmla="*/ 540925 w 1266825"/>
                <a:gd name="connsiteY775" fmla="*/ 295846 h 1019175"/>
                <a:gd name="connsiteX776" fmla="*/ 548450 w 1266825"/>
                <a:gd name="connsiteY776" fmla="*/ 288703 h 1019175"/>
                <a:gd name="connsiteX777" fmla="*/ 570262 w 1266825"/>
                <a:gd name="connsiteY777" fmla="*/ 274606 h 1019175"/>
                <a:gd name="connsiteX778" fmla="*/ 571691 w 1266825"/>
                <a:gd name="connsiteY778" fmla="*/ 273082 h 1019175"/>
                <a:gd name="connsiteX779" fmla="*/ 572738 w 1266825"/>
                <a:gd name="connsiteY779" fmla="*/ 271558 h 1019175"/>
                <a:gd name="connsiteX780" fmla="*/ 573881 w 1266825"/>
                <a:gd name="connsiteY780" fmla="*/ 269653 h 1019175"/>
                <a:gd name="connsiteX781" fmla="*/ 574834 w 1266825"/>
                <a:gd name="connsiteY781" fmla="*/ 267462 h 1019175"/>
                <a:gd name="connsiteX782" fmla="*/ 577310 w 1266825"/>
                <a:gd name="connsiteY782" fmla="*/ 258604 h 1019175"/>
                <a:gd name="connsiteX783" fmla="*/ 578644 w 1266825"/>
                <a:gd name="connsiteY783" fmla="*/ 255175 h 1019175"/>
                <a:gd name="connsiteX784" fmla="*/ 579406 w 1266825"/>
                <a:gd name="connsiteY784" fmla="*/ 253937 h 1019175"/>
                <a:gd name="connsiteX785" fmla="*/ 589502 w 1266825"/>
                <a:gd name="connsiteY785" fmla="*/ 241840 h 1019175"/>
                <a:gd name="connsiteX786" fmla="*/ 593503 w 1266825"/>
                <a:gd name="connsiteY786" fmla="*/ 235363 h 1019175"/>
                <a:gd name="connsiteX787" fmla="*/ 594170 w 1266825"/>
                <a:gd name="connsiteY787" fmla="*/ 233458 h 1019175"/>
                <a:gd name="connsiteX788" fmla="*/ 594551 w 1266825"/>
                <a:gd name="connsiteY788" fmla="*/ 231458 h 1019175"/>
                <a:gd name="connsiteX789" fmla="*/ 594646 w 1266825"/>
                <a:gd name="connsiteY789" fmla="*/ 229267 h 1019175"/>
                <a:gd name="connsiteX790" fmla="*/ 594265 w 1266825"/>
                <a:gd name="connsiteY790" fmla="*/ 225171 h 1019175"/>
                <a:gd name="connsiteX791" fmla="*/ 593503 w 1266825"/>
                <a:gd name="connsiteY791" fmla="*/ 221742 h 1019175"/>
                <a:gd name="connsiteX792" fmla="*/ 592931 w 1266825"/>
                <a:gd name="connsiteY792" fmla="*/ 220313 h 1019175"/>
                <a:gd name="connsiteX793" fmla="*/ 592360 w 1266825"/>
                <a:gd name="connsiteY793" fmla="*/ 219075 h 1019175"/>
                <a:gd name="connsiteX794" fmla="*/ 584359 w 1266825"/>
                <a:gd name="connsiteY794" fmla="*/ 206026 h 1019175"/>
                <a:gd name="connsiteX795" fmla="*/ 583406 w 1266825"/>
                <a:gd name="connsiteY795" fmla="*/ 204883 h 1019175"/>
                <a:gd name="connsiteX796" fmla="*/ 582263 w 1266825"/>
                <a:gd name="connsiteY796" fmla="*/ 203740 h 1019175"/>
                <a:gd name="connsiteX797" fmla="*/ 580549 w 1266825"/>
                <a:gd name="connsiteY797" fmla="*/ 202692 h 1019175"/>
                <a:gd name="connsiteX798" fmla="*/ 579215 w 1266825"/>
                <a:gd name="connsiteY798" fmla="*/ 202121 h 1019175"/>
                <a:gd name="connsiteX799" fmla="*/ 559594 w 1266825"/>
                <a:gd name="connsiteY799" fmla="*/ 200692 h 1019175"/>
                <a:gd name="connsiteX800" fmla="*/ 551498 w 1266825"/>
                <a:gd name="connsiteY800" fmla="*/ 201549 h 1019175"/>
                <a:gd name="connsiteX801" fmla="*/ 541496 w 1266825"/>
                <a:gd name="connsiteY801" fmla="*/ 206883 h 1019175"/>
                <a:gd name="connsiteX802" fmla="*/ 537972 w 1266825"/>
                <a:gd name="connsiteY802" fmla="*/ 207740 h 1019175"/>
                <a:gd name="connsiteX803" fmla="*/ 510921 w 1266825"/>
                <a:gd name="connsiteY803" fmla="*/ 208407 h 1019175"/>
                <a:gd name="connsiteX804" fmla="*/ 484442 w 1266825"/>
                <a:gd name="connsiteY804" fmla="*/ 219932 h 1019175"/>
                <a:gd name="connsiteX805" fmla="*/ 483680 w 1266825"/>
                <a:gd name="connsiteY805" fmla="*/ 220599 h 1019175"/>
                <a:gd name="connsiteX806" fmla="*/ 482822 w 1266825"/>
                <a:gd name="connsiteY806" fmla="*/ 221647 h 1019175"/>
                <a:gd name="connsiteX807" fmla="*/ 479965 w 1266825"/>
                <a:gd name="connsiteY807" fmla="*/ 225933 h 1019175"/>
                <a:gd name="connsiteX808" fmla="*/ 470059 w 1266825"/>
                <a:gd name="connsiteY808" fmla="*/ 236696 h 1019175"/>
                <a:gd name="connsiteX809" fmla="*/ 468440 w 1266825"/>
                <a:gd name="connsiteY809" fmla="*/ 237744 h 1019175"/>
                <a:gd name="connsiteX810" fmla="*/ 466439 w 1266825"/>
                <a:gd name="connsiteY810" fmla="*/ 238696 h 1019175"/>
                <a:gd name="connsiteX811" fmla="*/ 464153 w 1266825"/>
                <a:gd name="connsiteY811" fmla="*/ 239459 h 1019175"/>
                <a:gd name="connsiteX812" fmla="*/ 459581 w 1266825"/>
                <a:gd name="connsiteY812" fmla="*/ 240221 h 1019175"/>
                <a:gd name="connsiteX813" fmla="*/ 438055 w 1266825"/>
                <a:gd name="connsiteY813" fmla="*/ 241173 h 1019175"/>
                <a:gd name="connsiteX814" fmla="*/ 437198 w 1266825"/>
                <a:gd name="connsiteY814" fmla="*/ 240792 h 1019175"/>
                <a:gd name="connsiteX815" fmla="*/ 437198 w 1266825"/>
                <a:gd name="connsiteY815" fmla="*/ 239363 h 1019175"/>
                <a:gd name="connsiteX816" fmla="*/ 444532 w 1266825"/>
                <a:gd name="connsiteY816" fmla="*/ 206407 h 1019175"/>
                <a:gd name="connsiteX817" fmla="*/ 444532 w 1266825"/>
                <a:gd name="connsiteY817" fmla="*/ 204311 h 1019175"/>
                <a:gd name="connsiteX818" fmla="*/ 444056 w 1266825"/>
                <a:gd name="connsiteY818" fmla="*/ 202597 h 1019175"/>
                <a:gd name="connsiteX819" fmla="*/ 442913 w 1266825"/>
                <a:gd name="connsiteY819" fmla="*/ 200882 h 1019175"/>
                <a:gd name="connsiteX820" fmla="*/ 441960 w 1266825"/>
                <a:gd name="connsiteY820" fmla="*/ 199930 h 1019175"/>
                <a:gd name="connsiteX821" fmla="*/ 436340 w 1266825"/>
                <a:gd name="connsiteY821" fmla="*/ 197453 h 1019175"/>
                <a:gd name="connsiteX822" fmla="*/ 434721 w 1266825"/>
                <a:gd name="connsiteY822" fmla="*/ 196310 h 1019175"/>
                <a:gd name="connsiteX823" fmla="*/ 419862 w 1266825"/>
                <a:gd name="connsiteY823" fmla="*/ 181642 h 1019175"/>
                <a:gd name="connsiteX824" fmla="*/ 417481 w 1266825"/>
                <a:gd name="connsiteY824" fmla="*/ 179927 h 1019175"/>
                <a:gd name="connsiteX825" fmla="*/ 414433 w 1266825"/>
                <a:gd name="connsiteY825" fmla="*/ 178499 h 1019175"/>
                <a:gd name="connsiteX826" fmla="*/ 405384 w 1266825"/>
                <a:gd name="connsiteY826" fmla="*/ 168212 h 1019175"/>
                <a:gd name="connsiteX827" fmla="*/ 395097 w 1266825"/>
                <a:gd name="connsiteY827" fmla="*/ 154210 h 1019175"/>
                <a:gd name="connsiteX828" fmla="*/ 391192 w 1266825"/>
                <a:gd name="connsiteY828" fmla="*/ 147447 h 1019175"/>
                <a:gd name="connsiteX829" fmla="*/ 390239 w 1266825"/>
                <a:gd name="connsiteY829" fmla="*/ 142970 h 1019175"/>
                <a:gd name="connsiteX830" fmla="*/ 391192 w 1266825"/>
                <a:gd name="connsiteY830" fmla="*/ 139922 h 1019175"/>
                <a:gd name="connsiteX831" fmla="*/ 392811 w 1266825"/>
                <a:gd name="connsiteY831" fmla="*/ 138017 h 1019175"/>
                <a:gd name="connsiteX832" fmla="*/ 406146 w 1266825"/>
                <a:gd name="connsiteY832" fmla="*/ 125540 h 1019175"/>
                <a:gd name="connsiteX833" fmla="*/ 353759 w 1266825"/>
                <a:gd name="connsiteY833" fmla="*/ 0 h 1019175"/>
                <a:gd name="connsiteX834" fmla="*/ 325088 w 1266825"/>
                <a:gd name="connsiteY834" fmla="*/ 2953 h 1019175"/>
                <a:gd name="connsiteX835" fmla="*/ 296513 w 1266825"/>
                <a:gd name="connsiteY835" fmla="*/ 5906 h 1019175"/>
                <a:gd name="connsiteX836" fmla="*/ 288893 w 1266825"/>
                <a:gd name="connsiteY836" fmla="*/ 7239 h 1019175"/>
                <a:gd name="connsiteX837" fmla="*/ 287846 w 1266825"/>
                <a:gd name="connsiteY837" fmla="*/ 6953 h 1019175"/>
                <a:gd name="connsiteX838" fmla="*/ 265843 w 1266825"/>
                <a:gd name="connsiteY838" fmla="*/ 21717 h 1019175"/>
                <a:gd name="connsiteX839" fmla="*/ 264414 w 1266825"/>
                <a:gd name="connsiteY839" fmla="*/ 23241 h 1019175"/>
                <a:gd name="connsiteX840" fmla="*/ 263557 w 1266825"/>
                <a:gd name="connsiteY840" fmla="*/ 24670 h 1019175"/>
                <a:gd name="connsiteX841" fmla="*/ 262795 w 1266825"/>
                <a:gd name="connsiteY841" fmla="*/ 26670 h 1019175"/>
                <a:gd name="connsiteX842" fmla="*/ 262033 w 1266825"/>
                <a:gd name="connsiteY842" fmla="*/ 31052 h 1019175"/>
                <a:gd name="connsiteX843" fmla="*/ 260033 w 1266825"/>
                <a:gd name="connsiteY843" fmla="*/ 70009 h 1019175"/>
                <a:gd name="connsiteX844" fmla="*/ 260223 w 1266825"/>
                <a:gd name="connsiteY844" fmla="*/ 73819 h 1019175"/>
                <a:gd name="connsiteX845" fmla="*/ 260604 w 1266825"/>
                <a:gd name="connsiteY845" fmla="*/ 76105 h 1019175"/>
                <a:gd name="connsiteX846" fmla="*/ 261842 w 1266825"/>
                <a:gd name="connsiteY846" fmla="*/ 80200 h 1019175"/>
                <a:gd name="connsiteX847" fmla="*/ 262128 w 1266825"/>
                <a:gd name="connsiteY847" fmla="*/ 81534 h 1019175"/>
                <a:gd name="connsiteX848" fmla="*/ 262128 w 1266825"/>
                <a:gd name="connsiteY848" fmla="*/ 83439 h 1019175"/>
                <a:gd name="connsiteX849" fmla="*/ 261842 w 1266825"/>
                <a:gd name="connsiteY849" fmla="*/ 84487 h 1019175"/>
                <a:gd name="connsiteX850" fmla="*/ 261461 w 1266825"/>
                <a:gd name="connsiteY850" fmla="*/ 85344 h 1019175"/>
                <a:gd name="connsiteX851" fmla="*/ 254699 w 1266825"/>
                <a:gd name="connsiteY851" fmla="*/ 93536 h 1019175"/>
                <a:gd name="connsiteX852" fmla="*/ 247650 w 1266825"/>
                <a:gd name="connsiteY852" fmla="*/ 100394 h 1019175"/>
                <a:gd name="connsiteX853" fmla="*/ 245555 w 1266825"/>
                <a:gd name="connsiteY853" fmla="*/ 101727 h 1019175"/>
                <a:gd name="connsiteX854" fmla="*/ 243078 w 1266825"/>
                <a:gd name="connsiteY854" fmla="*/ 102775 h 1019175"/>
                <a:gd name="connsiteX855" fmla="*/ 240316 w 1266825"/>
                <a:gd name="connsiteY855" fmla="*/ 103061 h 1019175"/>
                <a:gd name="connsiteX856" fmla="*/ 217932 w 1266825"/>
                <a:gd name="connsiteY856" fmla="*/ 100298 h 1019175"/>
                <a:gd name="connsiteX857" fmla="*/ 183261 w 1266825"/>
                <a:gd name="connsiteY857" fmla="*/ 107442 h 1019175"/>
                <a:gd name="connsiteX858" fmla="*/ 145161 w 1266825"/>
                <a:gd name="connsiteY858" fmla="*/ 129159 h 1019175"/>
                <a:gd name="connsiteX859" fmla="*/ 99632 w 1266825"/>
                <a:gd name="connsiteY859" fmla="*/ 180213 h 1019175"/>
                <a:gd name="connsiteX860" fmla="*/ 79534 w 1266825"/>
                <a:gd name="connsiteY860" fmla="*/ 209836 h 1019175"/>
                <a:gd name="connsiteX861" fmla="*/ 75914 w 1266825"/>
                <a:gd name="connsiteY861" fmla="*/ 218218 h 1019175"/>
                <a:gd name="connsiteX862" fmla="*/ 72295 w 1266825"/>
                <a:gd name="connsiteY862" fmla="*/ 224504 h 1019175"/>
                <a:gd name="connsiteX863" fmla="*/ 64961 w 1266825"/>
                <a:gd name="connsiteY863" fmla="*/ 234506 h 1019175"/>
                <a:gd name="connsiteX864" fmla="*/ 61532 w 1266825"/>
                <a:gd name="connsiteY864" fmla="*/ 237363 h 1019175"/>
                <a:gd name="connsiteX865" fmla="*/ 59055 w 1266825"/>
                <a:gd name="connsiteY865" fmla="*/ 238792 h 1019175"/>
                <a:gd name="connsiteX866" fmla="*/ 50578 w 1266825"/>
                <a:gd name="connsiteY866" fmla="*/ 241935 h 1019175"/>
                <a:gd name="connsiteX867" fmla="*/ 44291 w 1266825"/>
                <a:gd name="connsiteY867" fmla="*/ 246126 h 1019175"/>
                <a:gd name="connsiteX868" fmla="*/ 41624 w 1266825"/>
                <a:gd name="connsiteY868" fmla="*/ 246983 h 1019175"/>
                <a:gd name="connsiteX869" fmla="*/ 21717 w 1266825"/>
                <a:gd name="connsiteY869" fmla="*/ 244793 h 1019175"/>
                <a:gd name="connsiteX870" fmla="*/ 18002 w 1266825"/>
                <a:gd name="connsiteY870" fmla="*/ 244983 h 1019175"/>
                <a:gd name="connsiteX871" fmla="*/ 14097 w 1266825"/>
                <a:gd name="connsiteY871" fmla="*/ 246602 h 1019175"/>
                <a:gd name="connsiteX872" fmla="*/ 12859 w 1266825"/>
                <a:gd name="connsiteY872" fmla="*/ 251841 h 1019175"/>
                <a:gd name="connsiteX873" fmla="*/ 12383 w 1266825"/>
                <a:gd name="connsiteY873" fmla="*/ 283655 h 1019175"/>
                <a:gd name="connsiteX874" fmla="*/ 12002 w 1266825"/>
                <a:gd name="connsiteY874" fmla="*/ 286226 h 1019175"/>
                <a:gd name="connsiteX875" fmla="*/ 11430 w 1266825"/>
                <a:gd name="connsiteY875" fmla="*/ 287655 h 1019175"/>
                <a:gd name="connsiteX876" fmla="*/ 953 w 1266825"/>
                <a:gd name="connsiteY876" fmla="*/ 305657 h 1019175"/>
                <a:gd name="connsiteX877" fmla="*/ 476 w 1266825"/>
                <a:gd name="connsiteY877" fmla="*/ 307277 h 1019175"/>
                <a:gd name="connsiteX878" fmla="*/ 95 w 1266825"/>
                <a:gd name="connsiteY878" fmla="*/ 308610 h 1019175"/>
                <a:gd name="connsiteX879" fmla="*/ 0 w 1266825"/>
                <a:gd name="connsiteY879" fmla="*/ 310134 h 1019175"/>
                <a:gd name="connsiteX880" fmla="*/ 95 w 1266825"/>
                <a:gd name="connsiteY880" fmla="*/ 312515 h 1019175"/>
                <a:gd name="connsiteX881" fmla="*/ 572 w 1266825"/>
                <a:gd name="connsiteY881" fmla="*/ 315563 h 1019175"/>
                <a:gd name="connsiteX882" fmla="*/ 14669 w 1266825"/>
                <a:gd name="connsiteY882" fmla="*/ 352520 h 1019175"/>
                <a:gd name="connsiteX883" fmla="*/ 14859 w 1266825"/>
                <a:gd name="connsiteY883" fmla="*/ 353663 h 1019175"/>
                <a:gd name="connsiteX884" fmla="*/ 15145 w 1266825"/>
                <a:gd name="connsiteY884" fmla="*/ 355092 h 1019175"/>
                <a:gd name="connsiteX885" fmla="*/ 15050 w 1266825"/>
                <a:gd name="connsiteY885" fmla="*/ 358807 h 1019175"/>
                <a:gd name="connsiteX886" fmla="*/ 14097 w 1266825"/>
                <a:gd name="connsiteY886" fmla="*/ 367189 h 1019175"/>
                <a:gd name="connsiteX887" fmla="*/ 13621 w 1266825"/>
                <a:gd name="connsiteY887" fmla="*/ 382238 h 1019175"/>
                <a:gd name="connsiteX888" fmla="*/ 13621 w 1266825"/>
                <a:gd name="connsiteY888" fmla="*/ 383381 h 1019175"/>
                <a:gd name="connsiteX889" fmla="*/ 18955 w 1266825"/>
                <a:gd name="connsiteY889" fmla="*/ 384048 h 1019175"/>
                <a:gd name="connsiteX890" fmla="*/ 20765 w 1266825"/>
                <a:gd name="connsiteY890" fmla="*/ 383953 h 1019175"/>
                <a:gd name="connsiteX891" fmla="*/ 21622 w 1266825"/>
                <a:gd name="connsiteY891" fmla="*/ 383477 h 1019175"/>
                <a:gd name="connsiteX892" fmla="*/ 23241 w 1266825"/>
                <a:gd name="connsiteY892" fmla="*/ 382143 h 1019175"/>
                <a:gd name="connsiteX893" fmla="*/ 23908 w 1266825"/>
                <a:gd name="connsiteY893" fmla="*/ 381476 h 1019175"/>
                <a:gd name="connsiteX894" fmla="*/ 24765 w 1266825"/>
                <a:gd name="connsiteY894" fmla="*/ 380810 h 1019175"/>
                <a:gd name="connsiteX895" fmla="*/ 28099 w 1266825"/>
                <a:gd name="connsiteY895" fmla="*/ 379095 h 1019175"/>
                <a:gd name="connsiteX896" fmla="*/ 29147 w 1266825"/>
                <a:gd name="connsiteY896" fmla="*/ 378809 h 1019175"/>
                <a:gd name="connsiteX897" fmla="*/ 30004 w 1266825"/>
                <a:gd name="connsiteY897" fmla="*/ 378714 h 1019175"/>
                <a:gd name="connsiteX898" fmla="*/ 34576 w 1266825"/>
                <a:gd name="connsiteY898" fmla="*/ 379762 h 1019175"/>
                <a:gd name="connsiteX899" fmla="*/ 39529 w 1266825"/>
                <a:gd name="connsiteY899" fmla="*/ 379857 h 1019175"/>
                <a:gd name="connsiteX900" fmla="*/ 40767 w 1266825"/>
                <a:gd name="connsiteY900" fmla="*/ 379667 h 1019175"/>
                <a:gd name="connsiteX901" fmla="*/ 51149 w 1266825"/>
                <a:gd name="connsiteY901" fmla="*/ 376809 h 1019175"/>
                <a:gd name="connsiteX902" fmla="*/ 52007 w 1266825"/>
                <a:gd name="connsiteY902" fmla="*/ 376428 h 1019175"/>
                <a:gd name="connsiteX903" fmla="*/ 53340 w 1266825"/>
                <a:gd name="connsiteY903" fmla="*/ 375475 h 1019175"/>
                <a:gd name="connsiteX904" fmla="*/ 56864 w 1266825"/>
                <a:gd name="connsiteY904" fmla="*/ 372428 h 1019175"/>
                <a:gd name="connsiteX905" fmla="*/ 58865 w 1266825"/>
                <a:gd name="connsiteY905" fmla="*/ 371189 h 1019175"/>
                <a:gd name="connsiteX906" fmla="*/ 60484 w 1266825"/>
                <a:gd name="connsiteY906" fmla="*/ 370618 h 1019175"/>
                <a:gd name="connsiteX907" fmla="*/ 61913 w 1266825"/>
                <a:gd name="connsiteY907" fmla="*/ 370237 h 1019175"/>
                <a:gd name="connsiteX908" fmla="*/ 68866 w 1266825"/>
                <a:gd name="connsiteY908" fmla="*/ 370523 h 1019175"/>
                <a:gd name="connsiteX909" fmla="*/ 70390 w 1266825"/>
                <a:gd name="connsiteY909" fmla="*/ 370332 h 1019175"/>
                <a:gd name="connsiteX910" fmla="*/ 76486 w 1266825"/>
                <a:gd name="connsiteY910" fmla="*/ 367570 h 1019175"/>
                <a:gd name="connsiteX911" fmla="*/ 77438 w 1266825"/>
                <a:gd name="connsiteY911" fmla="*/ 367379 h 1019175"/>
                <a:gd name="connsiteX912" fmla="*/ 78200 w 1266825"/>
                <a:gd name="connsiteY912" fmla="*/ 367379 h 1019175"/>
                <a:gd name="connsiteX913" fmla="*/ 80582 w 1266825"/>
                <a:gd name="connsiteY913" fmla="*/ 368237 h 1019175"/>
                <a:gd name="connsiteX914" fmla="*/ 82487 w 1266825"/>
                <a:gd name="connsiteY914" fmla="*/ 368522 h 1019175"/>
                <a:gd name="connsiteX915" fmla="*/ 84296 w 1266825"/>
                <a:gd name="connsiteY915" fmla="*/ 368427 h 1019175"/>
                <a:gd name="connsiteX916" fmla="*/ 86297 w 1266825"/>
                <a:gd name="connsiteY916" fmla="*/ 368713 h 1019175"/>
                <a:gd name="connsiteX917" fmla="*/ 86963 w 1266825"/>
                <a:gd name="connsiteY917" fmla="*/ 368999 h 1019175"/>
                <a:gd name="connsiteX918" fmla="*/ 88964 w 1266825"/>
                <a:gd name="connsiteY918" fmla="*/ 369665 h 1019175"/>
                <a:gd name="connsiteX919" fmla="*/ 90583 w 1266825"/>
                <a:gd name="connsiteY919" fmla="*/ 369856 h 1019175"/>
                <a:gd name="connsiteX920" fmla="*/ 91440 w 1266825"/>
                <a:gd name="connsiteY920" fmla="*/ 369761 h 1019175"/>
                <a:gd name="connsiteX921" fmla="*/ 96298 w 1266825"/>
                <a:gd name="connsiteY921" fmla="*/ 367856 h 1019175"/>
                <a:gd name="connsiteX922" fmla="*/ 97346 w 1266825"/>
                <a:gd name="connsiteY922" fmla="*/ 367665 h 1019175"/>
                <a:gd name="connsiteX923" fmla="*/ 101727 w 1266825"/>
                <a:gd name="connsiteY923" fmla="*/ 367570 h 1019175"/>
                <a:gd name="connsiteX924" fmla="*/ 103442 w 1266825"/>
                <a:gd name="connsiteY924" fmla="*/ 367379 h 1019175"/>
                <a:gd name="connsiteX925" fmla="*/ 108109 w 1266825"/>
                <a:gd name="connsiteY925" fmla="*/ 366046 h 1019175"/>
                <a:gd name="connsiteX926" fmla="*/ 110681 w 1266825"/>
                <a:gd name="connsiteY926" fmla="*/ 365760 h 1019175"/>
                <a:gd name="connsiteX927" fmla="*/ 112681 w 1266825"/>
                <a:gd name="connsiteY927" fmla="*/ 366141 h 1019175"/>
                <a:gd name="connsiteX928" fmla="*/ 137065 w 1266825"/>
                <a:gd name="connsiteY928" fmla="*/ 366427 h 1019175"/>
                <a:gd name="connsiteX929" fmla="*/ 140399 w 1266825"/>
                <a:gd name="connsiteY929" fmla="*/ 367189 h 1019175"/>
                <a:gd name="connsiteX930" fmla="*/ 142018 w 1266825"/>
                <a:gd name="connsiteY930" fmla="*/ 367856 h 1019175"/>
                <a:gd name="connsiteX931" fmla="*/ 142970 w 1266825"/>
                <a:gd name="connsiteY931" fmla="*/ 368141 h 1019175"/>
                <a:gd name="connsiteX932" fmla="*/ 149162 w 1266825"/>
                <a:gd name="connsiteY932" fmla="*/ 368713 h 1019175"/>
                <a:gd name="connsiteX933" fmla="*/ 150305 w 1266825"/>
                <a:gd name="connsiteY933" fmla="*/ 369189 h 1019175"/>
                <a:gd name="connsiteX934" fmla="*/ 151257 w 1266825"/>
                <a:gd name="connsiteY934" fmla="*/ 369761 h 1019175"/>
                <a:gd name="connsiteX935" fmla="*/ 152114 w 1266825"/>
                <a:gd name="connsiteY935" fmla="*/ 370427 h 1019175"/>
                <a:gd name="connsiteX936" fmla="*/ 153353 w 1266825"/>
                <a:gd name="connsiteY936" fmla="*/ 372046 h 1019175"/>
                <a:gd name="connsiteX937" fmla="*/ 154877 w 1266825"/>
                <a:gd name="connsiteY937" fmla="*/ 373571 h 1019175"/>
                <a:gd name="connsiteX938" fmla="*/ 156591 w 1266825"/>
                <a:gd name="connsiteY938" fmla="*/ 374809 h 1019175"/>
                <a:gd name="connsiteX939" fmla="*/ 166592 w 1266825"/>
                <a:gd name="connsiteY939" fmla="*/ 377952 h 1019175"/>
                <a:gd name="connsiteX940" fmla="*/ 171641 w 1266825"/>
                <a:gd name="connsiteY940" fmla="*/ 378714 h 1019175"/>
                <a:gd name="connsiteX941" fmla="*/ 172212 w 1266825"/>
                <a:gd name="connsiteY941" fmla="*/ 378905 h 1019175"/>
                <a:gd name="connsiteX942" fmla="*/ 172784 w 1266825"/>
                <a:gd name="connsiteY942" fmla="*/ 379190 h 1019175"/>
                <a:gd name="connsiteX943" fmla="*/ 173641 w 1266825"/>
                <a:gd name="connsiteY943" fmla="*/ 379857 h 1019175"/>
                <a:gd name="connsiteX944" fmla="*/ 175070 w 1266825"/>
                <a:gd name="connsiteY944" fmla="*/ 381381 h 1019175"/>
                <a:gd name="connsiteX945" fmla="*/ 176689 w 1266825"/>
                <a:gd name="connsiteY945" fmla="*/ 382715 h 1019175"/>
                <a:gd name="connsiteX946" fmla="*/ 177165 w 1266825"/>
                <a:gd name="connsiteY946" fmla="*/ 383000 h 1019175"/>
                <a:gd name="connsiteX947" fmla="*/ 179165 w 1266825"/>
                <a:gd name="connsiteY947" fmla="*/ 383572 h 1019175"/>
                <a:gd name="connsiteX948" fmla="*/ 182309 w 1266825"/>
                <a:gd name="connsiteY948" fmla="*/ 383953 h 1019175"/>
                <a:gd name="connsiteX949" fmla="*/ 183166 w 1266825"/>
                <a:gd name="connsiteY949" fmla="*/ 383953 h 1019175"/>
                <a:gd name="connsiteX950" fmla="*/ 188024 w 1266825"/>
                <a:gd name="connsiteY950" fmla="*/ 382524 h 1019175"/>
                <a:gd name="connsiteX951" fmla="*/ 189452 w 1266825"/>
                <a:gd name="connsiteY951" fmla="*/ 382238 h 1019175"/>
                <a:gd name="connsiteX952" fmla="*/ 196120 w 1266825"/>
                <a:gd name="connsiteY952" fmla="*/ 382619 h 1019175"/>
                <a:gd name="connsiteX953" fmla="*/ 197453 w 1266825"/>
                <a:gd name="connsiteY953" fmla="*/ 382429 h 1019175"/>
                <a:gd name="connsiteX954" fmla="*/ 198692 w 1266825"/>
                <a:gd name="connsiteY954" fmla="*/ 382048 h 1019175"/>
                <a:gd name="connsiteX955" fmla="*/ 202025 w 1266825"/>
                <a:gd name="connsiteY955" fmla="*/ 380619 h 1019175"/>
                <a:gd name="connsiteX956" fmla="*/ 203073 w 1266825"/>
                <a:gd name="connsiteY956" fmla="*/ 380333 h 1019175"/>
                <a:gd name="connsiteX957" fmla="*/ 203740 w 1266825"/>
                <a:gd name="connsiteY957" fmla="*/ 380429 h 1019175"/>
                <a:gd name="connsiteX958" fmla="*/ 204311 w 1266825"/>
                <a:gd name="connsiteY958" fmla="*/ 380905 h 1019175"/>
                <a:gd name="connsiteX959" fmla="*/ 206978 w 1266825"/>
                <a:gd name="connsiteY959" fmla="*/ 385286 h 1019175"/>
                <a:gd name="connsiteX960" fmla="*/ 215456 w 1266825"/>
                <a:gd name="connsiteY960" fmla="*/ 394335 h 1019175"/>
                <a:gd name="connsiteX961" fmla="*/ 216694 w 1266825"/>
                <a:gd name="connsiteY961" fmla="*/ 395192 h 1019175"/>
                <a:gd name="connsiteX962" fmla="*/ 218313 w 1266825"/>
                <a:gd name="connsiteY962" fmla="*/ 395954 h 1019175"/>
                <a:gd name="connsiteX963" fmla="*/ 223838 w 1266825"/>
                <a:gd name="connsiteY963" fmla="*/ 397478 h 1019175"/>
                <a:gd name="connsiteX964" fmla="*/ 224885 w 1266825"/>
                <a:gd name="connsiteY964" fmla="*/ 398240 h 1019175"/>
                <a:gd name="connsiteX965" fmla="*/ 225266 w 1266825"/>
                <a:gd name="connsiteY965" fmla="*/ 399002 h 1019175"/>
                <a:gd name="connsiteX966" fmla="*/ 225743 w 1266825"/>
                <a:gd name="connsiteY966" fmla="*/ 400145 h 1019175"/>
                <a:gd name="connsiteX967" fmla="*/ 226124 w 1266825"/>
                <a:gd name="connsiteY967" fmla="*/ 401098 h 1019175"/>
                <a:gd name="connsiteX968" fmla="*/ 226790 w 1266825"/>
                <a:gd name="connsiteY968" fmla="*/ 402050 h 1019175"/>
                <a:gd name="connsiteX969" fmla="*/ 230886 w 1266825"/>
                <a:gd name="connsiteY969" fmla="*/ 406337 h 1019175"/>
                <a:gd name="connsiteX970" fmla="*/ 233553 w 1266825"/>
                <a:gd name="connsiteY970" fmla="*/ 409766 h 1019175"/>
                <a:gd name="connsiteX971" fmla="*/ 234791 w 1266825"/>
                <a:gd name="connsiteY971" fmla="*/ 411004 h 1019175"/>
                <a:gd name="connsiteX972" fmla="*/ 236315 w 1266825"/>
                <a:gd name="connsiteY972" fmla="*/ 411861 h 1019175"/>
                <a:gd name="connsiteX973" fmla="*/ 237744 w 1266825"/>
                <a:gd name="connsiteY973" fmla="*/ 412147 h 1019175"/>
                <a:gd name="connsiteX974" fmla="*/ 239268 w 1266825"/>
                <a:gd name="connsiteY974" fmla="*/ 412052 h 1019175"/>
                <a:gd name="connsiteX975" fmla="*/ 240316 w 1266825"/>
                <a:gd name="connsiteY975" fmla="*/ 412337 h 1019175"/>
                <a:gd name="connsiteX976" fmla="*/ 241649 w 1266825"/>
                <a:gd name="connsiteY976" fmla="*/ 413195 h 1019175"/>
                <a:gd name="connsiteX977" fmla="*/ 247079 w 1266825"/>
                <a:gd name="connsiteY977" fmla="*/ 418052 h 1019175"/>
                <a:gd name="connsiteX978" fmla="*/ 249079 w 1266825"/>
                <a:gd name="connsiteY978" fmla="*/ 420529 h 1019175"/>
                <a:gd name="connsiteX979" fmla="*/ 249936 w 1266825"/>
                <a:gd name="connsiteY979" fmla="*/ 421196 h 1019175"/>
                <a:gd name="connsiteX980" fmla="*/ 259175 w 1266825"/>
                <a:gd name="connsiteY980" fmla="*/ 424434 h 1019175"/>
                <a:gd name="connsiteX981" fmla="*/ 260033 w 1266825"/>
                <a:gd name="connsiteY981" fmla="*/ 425006 h 1019175"/>
                <a:gd name="connsiteX982" fmla="*/ 260604 w 1266825"/>
                <a:gd name="connsiteY982" fmla="*/ 425672 h 1019175"/>
                <a:gd name="connsiteX983" fmla="*/ 261080 w 1266825"/>
                <a:gd name="connsiteY983" fmla="*/ 426530 h 1019175"/>
                <a:gd name="connsiteX984" fmla="*/ 261652 w 1266825"/>
                <a:gd name="connsiteY984" fmla="*/ 429768 h 1019175"/>
                <a:gd name="connsiteX985" fmla="*/ 262223 w 1266825"/>
                <a:gd name="connsiteY985" fmla="*/ 430911 h 1019175"/>
                <a:gd name="connsiteX986" fmla="*/ 262985 w 1266825"/>
                <a:gd name="connsiteY986" fmla="*/ 431864 h 1019175"/>
                <a:gd name="connsiteX987" fmla="*/ 264414 w 1266825"/>
                <a:gd name="connsiteY987" fmla="*/ 432816 h 1019175"/>
                <a:gd name="connsiteX988" fmla="*/ 265367 w 1266825"/>
                <a:gd name="connsiteY988" fmla="*/ 433007 h 1019175"/>
                <a:gd name="connsiteX989" fmla="*/ 266414 w 1266825"/>
                <a:gd name="connsiteY989" fmla="*/ 433007 h 1019175"/>
                <a:gd name="connsiteX990" fmla="*/ 267367 w 1266825"/>
                <a:gd name="connsiteY990" fmla="*/ 432816 h 1019175"/>
                <a:gd name="connsiteX991" fmla="*/ 268700 w 1266825"/>
                <a:gd name="connsiteY991" fmla="*/ 432816 h 1019175"/>
                <a:gd name="connsiteX992" fmla="*/ 269843 w 1266825"/>
                <a:gd name="connsiteY992" fmla="*/ 433292 h 1019175"/>
                <a:gd name="connsiteX993" fmla="*/ 273177 w 1266825"/>
                <a:gd name="connsiteY993" fmla="*/ 435483 h 1019175"/>
                <a:gd name="connsiteX994" fmla="*/ 275273 w 1266825"/>
                <a:gd name="connsiteY994" fmla="*/ 436340 h 1019175"/>
                <a:gd name="connsiteX995" fmla="*/ 277178 w 1266825"/>
                <a:gd name="connsiteY995" fmla="*/ 436626 h 1019175"/>
                <a:gd name="connsiteX996" fmla="*/ 281178 w 1266825"/>
                <a:gd name="connsiteY996" fmla="*/ 436340 h 1019175"/>
                <a:gd name="connsiteX997" fmla="*/ 282607 w 1266825"/>
                <a:gd name="connsiteY997" fmla="*/ 436531 h 1019175"/>
                <a:gd name="connsiteX998" fmla="*/ 283750 w 1266825"/>
                <a:gd name="connsiteY998" fmla="*/ 437198 h 1019175"/>
                <a:gd name="connsiteX999" fmla="*/ 290132 w 1266825"/>
                <a:gd name="connsiteY999" fmla="*/ 441674 h 1019175"/>
                <a:gd name="connsiteX1000" fmla="*/ 293751 w 1266825"/>
                <a:gd name="connsiteY1000" fmla="*/ 443484 h 1019175"/>
                <a:gd name="connsiteX1001" fmla="*/ 298704 w 1266825"/>
                <a:gd name="connsiteY1001" fmla="*/ 445103 h 1019175"/>
                <a:gd name="connsiteX1002" fmla="*/ 299180 w 1266825"/>
                <a:gd name="connsiteY1002" fmla="*/ 445580 h 1019175"/>
                <a:gd name="connsiteX1003" fmla="*/ 299561 w 1266825"/>
                <a:gd name="connsiteY1003" fmla="*/ 446342 h 1019175"/>
                <a:gd name="connsiteX1004" fmla="*/ 299561 w 1266825"/>
                <a:gd name="connsiteY1004" fmla="*/ 447199 h 1019175"/>
                <a:gd name="connsiteX1005" fmla="*/ 298799 w 1266825"/>
                <a:gd name="connsiteY1005" fmla="*/ 450152 h 1019175"/>
                <a:gd name="connsiteX1006" fmla="*/ 298704 w 1266825"/>
                <a:gd name="connsiteY1006" fmla="*/ 450533 h 1019175"/>
                <a:gd name="connsiteX1007" fmla="*/ 298704 w 1266825"/>
                <a:gd name="connsiteY1007" fmla="*/ 451199 h 1019175"/>
                <a:gd name="connsiteX1008" fmla="*/ 298895 w 1266825"/>
                <a:gd name="connsiteY1008" fmla="*/ 452152 h 1019175"/>
                <a:gd name="connsiteX1009" fmla="*/ 299371 w 1266825"/>
                <a:gd name="connsiteY1009" fmla="*/ 453104 h 1019175"/>
                <a:gd name="connsiteX1010" fmla="*/ 301085 w 1266825"/>
                <a:gd name="connsiteY1010" fmla="*/ 454438 h 1019175"/>
                <a:gd name="connsiteX1011" fmla="*/ 303943 w 1266825"/>
                <a:gd name="connsiteY1011" fmla="*/ 455771 h 1019175"/>
                <a:gd name="connsiteX1012" fmla="*/ 312611 w 1266825"/>
                <a:gd name="connsiteY1012" fmla="*/ 458724 h 1019175"/>
                <a:gd name="connsiteX1013" fmla="*/ 314420 w 1266825"/>
                <a:gd name="connsiteY1013" fmla="*/ 459581 h 1019175"/>
                <a:gd name="connsiteX1014" fmla="*/ 315087 w 1266825"/>
                <a:gd name="connsiteY1014" fmla="*/ 460343 h 1019175"/>
                <a:gd name="connsiteX1015" fmla="*/ 316421 w 1266825"/>
                <a:gd name="connsiteY1015" fmla="*/ 461296 h 1019175"/>
                <a:gd name="connsiteX1016" fmla="*/ 318421 w 1266825"/>
                <a:gd name="connsiteY1016" fmla="*/ 462344 h 1019175"/>
                <a:gd name="connsiteX1017" fmla="*/ 326136 w 1266825"/>
                <a:gd name="connsiteY1017" fmla="*/ 464725 h 1019175"/>
                <a:gd name="connsiteX1018" fmla="*/ 331470 w 1266825"/>
                <a:gd name="connsiteY1018" fmla="*/ 465296 h 1019175"/>
                <a:gd name="connsiteX1019" fmla="*/ 332708 w 1266825"/>
                <a:gd name="connsiteY1019" fmla="*/ 465201 h 1019175"/>
                <a:gd name="connsiteX1020" fmla="*/ 333566 w 1266825"/>
                <a:gd name="connsiteY1020" fmla="*/ 464915 h 1019175"/>
                <a:gd name="connsiteX1021" fmla="*/ 334137 w 1266825"/>
                <a:gd name="connsiteY1021" fmla="*/ 464534 h 1019175"/>
                <a:gd name="connsiteX1022" fmla="*/ 334518 w 1266825"/>
                <a:gd name="connsiteY1022" fmla="*/ 464058 h 1019175"/>
                <a:gd name="connsiteX1023" fmla="*/ 334804 w 1266825"/>
                <a:gd name="connsiteY1023" fmla="*/ 463391 h 1019175"/>
                <a:gd name="connsiteX1024" fmla="*/ 335185 w 1266825"/>
                <a:gd name="connsiteY1024" fmla="*/ 461582 h 1019175"/>
                <a:gd name="connsiteX1025" fmla="*/ 336233 w 1266825"/>
                <a:gd name="connsiteY1025" fmla="*/ 443294 h 1019175"/>
                <a:gd name="connsiteX1026" fmla="*/ 336137 w 1266825"/>
                <a:gd name="connsiteY1026" fmla="*/ 442246 h 1019175"/>
                <a:gd name="connsiteX1027" fmla="*/ 336042 w 1266825"/>
                <a:gd name="connsiteY1027" fmla="*/ 441484 h 1019175"/>
                <a:gd name="connsiteX1028" fmla="*/ 335852 w 1266825"/>
                <a:gd name="connsiteY1028" fmla="*/ 440436 h 1019175"/>
                <a:gd name="connsiteX1029" fmla="*/ 335566 w 1266825"/>
                <a:gd name="connsiteY1029" fmla="*/ 439579 h 1019175"/>
                <a:gd name="connsiteX1030" fmla="*/ 334423 w 1266825"/>
                <a:gd name="connsiteY1030" fmla="*/ 437483 h 1019175"/>
                <a:gd name="connsiteX1031" fmla="*/ 333851 w 1266825"/>
                <a:gd name="connsiteY1031" fmla="*/ 435959 h 1019175"/>
                <a:gd name="connsiteX1032" fmla="*/ 333661 w 1266825"/>
                <a:gd name="connsiteY1032" fmla="*/ 434435 h 1019175"/>
                <a:gd name="connsiteX1033" fmla="*/ 333851 w 1266825"/>
                <a:gd name="connsiteY1033" fmla="*/ 433673 h 1019175"/>
                <a:gd name="connsiteX1034" fmla="*/ 334328 w 1266825"/>
                <a:gd name="connsiteY1034" fmla="*/ 432816 h 1019175"/>
                <a:gd name="connsiteX1035" fmla="*/ 335566 w 1266825"/>
                <a:gd name="connsiteY1035" fmla="*/ 432054 h 1019175"/>
                <a:gd name="connsiteX1036" fmla="*/ 335852 w 1266825"/>
                <a:gd name="connsiteY1036" fmla="*/ 431864 h 1019175"/>
                <a:gd name="connsiteX1037" fmla="*/ 336042 w 1266825"/>
                <a:gd name="connsiteY1037" fmla="*/ 431768 h 1019175"/>
                <a:gd name="connsiteX1038" fmla="*/ 336137 w 1266825"/>
                <a:gd name="connsiteY1038" fmla="*/ 431483 h 1019175"/>
                <a:gd name="connsiteX1039" fmla="*/ 336233 w 1266825"/>
                <a:gd name="connsiteY1039" fmla="*/ 431006 h 1019175"/>
                <a:gd name="connsiteX1040" fmla="*/ 336137 w 1266825"/>
                <a:gd name="connsiteY1040" fmla="*/ 429196 h 1019175"/>
                <a:gd name="connsiteX1041" fmla="*/ 336137 w 1266825"/>
                <a:gd name="connsiteY1041" fmla="*/ 428149 h 1019175"/>
                <a:gd name="connsiteX1042" fmla="*/ 336423 w 1266825"/>
                <a:gd name="connsiteY1042" fmla="*/ 427196 h 1019175"/>
                <a:gd name="connsiteX1043" fmla="*/ 336804 w 1266825"/>
                <a:gd name="connsiteY1043" fmla="*/ 426149 h 1019175"/>
                <a:gd name="connsiteX1044" fmla="*/ 336995 w 1266825"/>
                <a:gd name="connsiteY1044" fmla="*/ 425196 h 1019175"/>
                <a:gd name="connsiteX1045" fmla="*/ 336995 w 1266825"/>
                <a:gd name="connsiteY1045" fmla="*/ 424148 h 1019175"/>
                <a:gd name="connsiteX1046" fmla="*/ 336614 w 1266825"/>
                <a:gd name="connsiteY1046" fmla="*/ 421672 h 1019175"/>
                <a:gd name="connsiteX1047" fmla="*/ 336423 w 1266825"/>
                <a:gd name="connsiteY1047" fmla="*/ 420053 h 1019175"/>
                <a:gd name="connsiteX1048" fmla="*/ 336804 w 1266825"/>
                <a:gd name="connsiteY1048" fmla="*/ 416243 h 1019175"/>
                <a:gd name="connsiteX1049" fmla="*/ 336709 w 1266825"/>
                <a:gd name="connsiteY1049" fmla="*/ 415195 h 1019175"/>
                <a:gd name="connsiteX1050" fmla="*/ 336328 w 1266825"/>
                <a:gd name="connsiteY1050" fmla="*/ 414147 h 1019175"/>
                <a:gd name="connsiteX1051" fmla="*/ 336137 w 1266825"/>
                <a:gd name="connsiteY1051" fmla="*/ 413004 h 1019175"/>
                <a:gd name="connsiteX1052" fmla="*/ 336233 w 1266825"/>
                <a:gd name="connsiteY1052" fmla="*/ 411766 h 1019175"/>
                <a:gd name="connsiteX1053" fmla="*/ 336899 w 1266825"/>
                <a:gd name="connsiteY1053" fmla="*/ 409289 h 1019175"/>
                <a:gd name="connsiteX1054" fmla="*/ 337185 w 1266825"/>
                <a:gd name="connsiteY1054" fmla="*/ 408051 h 1019175"/>
                <a:gd name="connsiteX1055" fmla="*/ 337185 w 1266825"/>
                <a:gd name="connsiteY1055" fmla="*/ 406813 h 1019175"/>
                <a:gd name="connsiteX1056" fmla="*/ 337185 w 1266825"/>
                <a:gd name="connsiteY1056" fmla="*/ 405003 h 1019175"/>
                <a:gd name="connsiteX1057" fmla="*/ 337757 w 1266825"/>
                <a:gd name="connsiteY1057" fmla="*/ 399383 h 1019175"/>
                <a:gd name="connsiteX1058" fmla="*/ 337757 w 1266825"/>
                <a:gd name="connsiteY1058" fmla="*/ 399002 h 1019175"/>
                <a:gd name="connsiteX1059" fmla="*/ 337757 w 1266825"/>
                <a:gd name="connsiteY1059" fmla="*/ 397574 h 1019175"/>
                <a:gd name="connsiteX1060" fmla="*/ 337185 w 1266825"/>
                <a:gd name="connsiteY1060" fmla="*/ 394907 h 1019175"/>
                <a:gd name="connsiteX1061" fmla="*/ 335471 w 1266825"/>
                <a:gd name="connsiteY1061" fmla="*/ 388525 h 1019175"/>
                <a:gd name="connsiteX1062" fmla="*/ 335471 w 1266825"/>
                <a:gd name="connsiteY1062" fmla="*/ 387572 h 1019175"/>
                <a:gd name="connsiteX1063" fmla="*/ 335566 w 1266825"/>
                <a:gd name="connsiteY1063" fmla="*/ 386810 h 1019175"/>
                <a:gd name="connsiteX1064" fmla="*/ 335756 w 1266825"/>
                <a:gd name="connsiteY1064" fmla="*/ 386334 h 1019175"/>
                <a:gd name="connsiteX1065" fmla="*/ 336518 w 1266825"/>
                <a:gd name="connsiteY1065" fmla="*/ 385763 h 1019175"/>
                <a:gd name="connsiteX1066" fmla="*/ 336995 w 1266825"/>
                <a:gd name="connsiteY1066" fmla="*/ 385286 h 1019175"/>
                <a:gd name="connsiteX1067" fmla="*/ 337376 w 1266825"/>
                <a:gd name="connsiteY1067" fmla="*/ 384429 h 1019175"/>
                <a:gd name="connsiteX1068" fmla="*/ 337757 w 1266825"/>
                <a:gd name="connsiteY1068" fmla="*/ 383477 h 1019175"/>
                <a:gd name="connsiteX1069" fmla="*/ 338042 w 1266825"/>
                <a:gd name="connsiteY1069" fmla="*/ 381381 h 1019175"/>
                <a:gd name="connsiteX1070" fmla="*/ 338328 w 1266825"/>
                <a:gd name="connsiteY1070" fmla="*/ 380714 h 1019175"/>
                <a:gd name="connsiteX1071" fmla="*/ 338614 w 1266825"/>
                <a:gd name="connsiteY1071" fmla="*/ 380238 h 1019175"/>
                <a:gd name="connsiteX1072" fmla="*/ 338995 w 1266825"/>
                <a:gd name="connsiteY1072" fmla="*/ 379857 h 1019175"/>
                <a:gd name="connsiteX1073" fmla="*/ 339566 w 1266825"/>
                <a:gd name="connsiteY1073" fmla="*/ 379381 h 1019175"/>
                <a:gd name="connsiteX1074" fmla="*/ 340614 w 1266825"/>
                <a:gd name="connsiteY1074" fmla="*/ 378905 h 1019175"/>
                <a:gd name="connsiteX1075" fmla="*/ 345091 w 1266825"/>
                <a:gd name="connsiteY1075" fmla="*/ 378238 h 1019175"/>
                <a:gd name="connsiteX1076" fmla="*/ 349472 w 1266825"/>
                <a:gd name="connsiteY1076" fmla="*/ 378238 h 1019175"/>
                <a:gd name="connsiteX1077" fmla="*/ 367475 w 1266825"/>
                <a:gd name="connsiteY1077" fmla="*/ 383667 h 1019175"/>
                <a:gd name="connsiteX1078" fmla="*/ 368427 w 1266825"/>
                <a:gd name="connsiteY1078" fmla="*/ 384143 h 1019175"/>
                <a:gd name="connsiteX1079" fmla="*/ 392430 w 1266825"/>
                <a:gd name="connsiteY1079" fmla="*/ 398526 h 1019175"/>
                <a:gd name="connsiteX1080" fmla="*/ 392811 w 1266825"/>
                <a:gd name="connsiteY1080" fmla="*/ 398907 h 1019175"/>
                <a:gd name="connsiteX1081" fmla="*/ 394240 w 1266825"/>
                <a:gd name="connsiteY1081" fmla="*/ 401003 h 1019175"/>
                <a:gd name="connsiteX1082" fmla="*/ 420053 w 1266825"/>
                <a:gd name="connsiteY1082" fmla="*/ 415862 h 1019175"/>
                <a:gd name="connsiteX1083" fmla="*/ 423958 w 1266825"/>
                <a:gd name="connsiteY1083" fmla="*/ 419291 h 1019175"/>
                <a:gd name="connsiteX1084" fmla="*/ 426625 w 1266825"/>
                <a:gd name="connsiteY1084" fmla="*/ 418052 h 1019175"/>
                <a:gd name="connsiteX1085" fmla="*/ 433864 w 1266825"/>
                <a:gd name="connsiteY1085" fmla="*/ 411861 h 1019175"/>
                <a:gd name="connsiteX1086" fmla="*/ 439388 w 1266825"/>
                <a:gd name="connsiteY1086" fmla="*/ 406051 h 1019175"/>
                <a:gd name="connsiteX1087" fmla="*/ 440246 w 1266825"/>
                <a:gd name="connsiteY1087" fmla="*/ 404432 h 1019175"/>
                <a:gd name="connsiteX1088" fmla="*/ 440722 w 1266825"/>
                <a:gd name="connsiteY1088" fmla="*/ 402050 h 1019175"/>
                <a:gd name="connsiteX1089" fmla="*/ 441103 w 1266825"/>
                <a:gd name="connsiteY1089" fmla="*/ 400717 h 1019175"/>
                <a:gd name="connsiteX1090" fmla="*/ 442532 w 1266825"/>
                <a:gd name="connsiteY1090" fmla="*/ 398240 h 1019175"/>
                <a:gd name="connsiteX1091" fmla="*/ 443294 w 1266825"/>
                <a:gd name="connsiteY1091" fmla="*/ 397288 h 1019175"/>
                <a:gd name="connsiteX1092" fmla="*/ 444341 w 1266825"/>
                <a:gd name="connsiteY1092" fmla="*/ 396716 h 1019175"/>
                <a:gd name="connsiteX1093" fmla="*/ 445294 w 1266825"/>
                <a:gd name="connsiteY1093" fmla="*/ 396716 h 1019175"/>
                <a:gd name="connsiteX1094" fmla="*/ 446532 w 1266825"/>
                <a:gd name="connsiteY1094" fmla="*/ 396907 h 1019175"/>
                <a:gd name="connsiteX1095" fmla="*/ 447866 w 1266825"/>
                <a:gd name="connsiteY1095" fmla="*/ 397383 h 1019175"/>
                <a:gd name="connsiteX1096" fmla="*/ 449104 w 1266825"/>
                <a:gd name="connsiteY1096" fmla="*/ 398145 h 1019175"/>
                <a:gd name="connsiteX1097" fmla="*/ 450056 w 1266825"/>
                <a:gd name="connsiteY1097" fmla="*/ 399002 h 1019175"/>
                <a:gd name="connsiteX1098" fmla="*/ 451771 w 1266825"/>
                <a:gd name="connsiteY1098" fmla="*/ 401765 h 1019175"/>
                <a:gd name="connsiteX1099" fmla="*/ 452723 w 1266825"/>
                <a:gd name="connsiteY1099" fmla="*/ 402812 h 1019175"/>
                <a:gd name="connsiteX1100" fmla="*/ 453962 w 1266825"/>
                <a:gd name="connsiteY1100" fmla="*/ 403479 h 1019175"/>
                <a:gd name="connsiteX1101" fmla="*/ 455390 w 1266825"/>
                <a:gd name="connsiteY1101" fmla="*/ 403574 h 1019175"/>
                <a:gd name="connsiteX1102" fmla="*/ 460534 w 1266825"/>
                <a:gd name="connsiteY1102" fmla="*/ 403479 h 1019175"/>
                <a:gd name="connsiteX1103" fmla="*/ 461677 w 1266825"/>
                <a:gd name="connsiteY1103" fmla="*/ 403670 h 1019175"/>
                <a:gd name="connsiteX1104" fmla="*/ 463010 w 1266825"/>
                <a:gd name="connsiteY1104" fmla="*/ 404241 h 1019175"/>
                <a:gd name="connsiteX1105" fmla="*/ 464344 w 1266825"/>
                <a:gd name="connsiteY1105" fmla="*/ 404622 h 1019175"/>
                <a:gd name="connsiteX1106" fmla="*/ 466535 w 1266825"/>
                <a:gd name="connsiteY1106" fmla="*/ 404432 h 1019175"/>
                <a:gd name="connsiteX1107" fmla="*/ 468630 w 1266825"/>
                <a:gd name="connsiteY1107" fmla="*/ 403479 h 1019175"/>
                <a:gd name="connsiteX1108" fmla="*/ 470535 w 1266825"/>
                <a:gd name="connsiteY1108" fmla="*/ 402146 h 1019175"/>
                <a:gd name="connsiteX1109" fmla="*/ 474059 w 1266825"/>
                <a:gd name="connsiteY1109" fmla="*/ 399002 h 1019175"/>
                <a:gd name="connsiteX1110" fmla="*/ 474821 w 1266825"/>
                <a:gd name="connsiteY1110" fmla="*/ 398145 h 1019175"/>
                <a:gd name="connsiteX1111" fmla="*/ 475488 w 1266825"/>
                <a:gd name="connsiteY1111" fmla="*/ 397193 h 1019175"/>
                <a:gd name="connsiteX1112" fmla="*/ 476060 w 1266825"/>
                <a:gd name="connsiteY1112" fmla="*/ 396050 h 1019175"/>
                <a:gd name="connsiteX1113" fmla="*/ 476631 w 1266825"/>
                <a:gd name="connsiteY1113" fmla="*/ 394716 h 1019175"/>
                <a:gd name="connsiteX1114" fmla="*/ 477203 w 1266825"/>
                <a:gd name="connsiteY1114" fmla="*/ 392716 h 1019175"/>
                <a:gd name="connsiteX1115" fmla="*/ 477488 w 1266825"/>
                <a:gd name="connsiteY1115" fmla="*/ 392240 h 1019175"/>
                <a:gd name="connsiteX1116" fmla="*/ 478155 w 1266825"/>
                <a:gd name="connsiteY1116" fmla="*/ 391859 h 1019175"/>
                <a:gd name="connsiteX1117" fmla="*/ 480917 w 1266825"/>
                <a:gd name="connsiteY1117" fmla="*/ 392144 h 1019175"/>
                <a:gd name="connsiteX1118" fmla="*/ 483489 w 1266825"/>
                <a:gd name="connsiteY1118" fmla="*/ 393192 h 1019175"/>
                <a:gd name="connsiteX1119" fmla="*/ 484823 w 1266825"/>
                <a:gd name="connsiteY1119" fmla="*/ 393954 h 1019175"/>
                <a:gd name="connsiteX1120" fmla="*/ 486347 w 1266825"/>
                <a:gd name="connsiteY1120" fmla="*/ 394525 h 1019175"/>
                <a:gd name="connsiteX1121" fmla="*/ 489299 w 1266825"/>
                <a:gd name="connsiteY1121" fmla="*/ 395097 h 1019175"/>
                <a:gd name="connsiteX1122" fmla="*/ 490538 w 1266825"/>
                <a:gd name="connsiteY1122" fmla="*/ 395383 h 1019175"/>
                <a:gd name="connsiteX1123" fmla="*/ 491681 w 1266825"/>
                <a:gd name="connsiteY1123" fmla="*/ 396145 h 1019175"/>
                <a:gd name="connsiteX1124" fmla="*/ 492633 w 1266825"/>
                <a:gd name="connsiteY1124" fmla="*/ 397002 h 1019175"/>
                <a:gd name="connsiteX1125" fmla="*/ 495300 w 1266825"/>
                <a:gd name="connsiteY1125" fmla="*/ 400907 h 1019175"/>
                <a:gd name="connsiteX1126" fmla="*/ 496253 w 1266825"/>
                <a:gd name="connsiteY1126" fmla="*/ 401479 h 1019175"/>
                <a:gd name="connsiteX1127" fmla="*/ 497396 w 1266825"/>
                <a:gd name="connsiteY1127" fmla="*/ 401669 h 1019175"/>
                <a:gd name="connsiteX1128" fmla="*/ 501682 w 1266825"/>
                <a:gd name="connsiteY1128" fmla="*/ 401288 h 1019175"/>
                <a:gd name="connsiteX1129" fmla="*/ 503492 w 1266825"/>
                <a:gd name="connsiteY1129" fmla="*/ 401574 h 1019175"/>
                <a:gd name="connsiteX1130" fmla="*/ 504920 w 1266825"/>
                <a:gd name="connsiteY1130" fmla="*/ 402241 h 1019175"/>
                <a:gd name="connsiteX1131" fmla="*/ 505968 w 1266825"/>
                <a:gd name="connsiteY1131" fmla="*/ 403384 h 1019175"/>
                <a:gd name="connsiteX1132" fmla="*/ 506349 w 1266825"/>
                <a:gd name="connsiteY1132" fmla="*/ 404336 h 1019175"/>
                <a:gd name="connsiteX1133" fmla="*/ 506254 w 1266825"/>
                <a:gd name="connsiteY1133" fmla="*/ 405289 h 1019175"/>
                <a:gd name="connsiteX1134" fmla="*/ 505397 w 1266825"/>
                <a:gd name="connsiteY1134" fmla="*/ 406908 h 1019175"/>
                <a:gd name="connsiteX1135" fmla="*/ 505206 w 1266825"/>
                <a:gd name="connsiteY1135" fmla="*/ 407861 h 1019175"/>
                <a:gd name="connsiteX1136" fmla="*/ 505397 w 1266825"/>
                <a:gd name="connsiteY1136" fmla="*/ 409004 h 1019175"/>
                <a:gd name="connsiteX1137" fmla="*/ 506254 w 1266825"/>
                <a:gd name="connsiteY1137" fmla="*/ 410337 h 1019175"/>
                <a:gd name="connsiteX1138" fmla="*/ 527114 w 1266825"/>
                <a:gd name="connsiteY1138" fmla="*/ 429196 h 1019175"/>
                <a:gd name="connsiteX1139" fmla="*/ 532543 w 1266825"/>
                <a:gd name="connsiteY1139" fmla="*/ 435864 h 1019175"/>
                <a:gd name="connsiteX1140" fmla="*/ 533972 w 1266825"/>
                <a:gd name="connsiteY1140" fmla="*/ 437293 h 1019175"/>
                <a:gd name="connsiteX1141" fmla="*/ 538067 w 1266825"/>
                <a:gd name="connsiteY1141" fmla="*/ 439769 h 1019175"/>
                <a:gd name="connsiteX1142" fmla="*/ 538448 w 1266825"/>
                <a:gd name="connsiteY1142" fmla="*/ 440341 h 1019175"/>
                <a:gd name="connsiteX1143" fmla="*/ 538925 w 1266825"/>
                <a:gd name="connsiteY1143" fmla="*/ 441103 h 1019175"/>
                <a:gd name="connsiteX1144" fmla="*/ 539210 w 1266825"/>
                <a:gd name="connsiteY1144" fmla="*/ 441960 h 1019175"/>
                <a:gd name="connsiteX1145" fmla="*/ 539591 w 1266825"/>
                <a:gd name="connsiteY1145" fmla="*/ 443294 h 1019175"/>
                <a:gd name="connsiteX1146" fmla="*/ 539972 w 1266825"/>
                <a:gd name="connsiteY1146" fmla="*/ 444532 h 1019175"/>
                <a:gd name="connsiteX1147" fmla="*/ 540639 w 1266825"/>
                <a:gd name="connsiteY1147" fmla="*/ 445865 h 1019175"/>
                <a:gd name="connsiteX1148" fmla="*/ 542925 w 1266825"/>
                <a:gd name="connsiteY1148" fmla="*/ 448532 h 1019175"/>
                <a:gd name="connsiteX1149" fmla="*/ 562261 w 1266825"/>
                <a:gd name="connsiteY1149" fmla="*/ 463772 h 1019175"/>
                <a:gd name="connsiteX1150" fmla="*/ 564928 w 1266825"/>
                <a:gd name="connsiteY1150" fmla="*/ 465106 h 1019175"/>
                <a:gd name="connsiteX1151" fmla="*/ 571500 w 1266825"/>
                <a:gd name="connsiteY1151" fmla="*/ 466535 h 1019175"/>
                <a:gd name="connsiteX1152" fmla="*/ 578358 w 1266825"/>
                <a:gd name="connsiteY1152" fmla="*/ 468916 h 1019175"/>
                <a:gd name="connsiteX1153" fmla="*/ 584645 w 1266825"/>
                <a:gd name="connsiteY1153" fmla="*/ 472631 h 1019175"/>
                <a:gd name="connsiteX1154" fmla="*/ 587502 w 1266825"/>
                <a:gd name="connsiteY1154" fmla="*/ 475393 h 1019175"/>
                <a:gd name="connsiteX1155" fmla="*/ 589979 w 1266825"/>
                <a:gd name="connsiteY1155" fmla="*/ 479108 h 1019175"/>
                <a:gd name="connsiteX1156" fmla="*/ 590550 w 1266825"/>
                <a:gd name="connsiteY1156" fmla="*/ 479679 h 1019175"/>
                <a:gd name="connsiteX1157" fmla="*/ 590931 w 1266825"/>
                <a:gd name="connsiteY1157" fmla="*/ 479774 h 1019175"/>
                <a:gd name="connsiteX1158" fmla="*/ 591503 w 1266825"/>
                <a:gd name="connsiteY1158" fmla="*/ 479489 h 1019175"/>
                <a:gd name="connsiteX1159" fmla="*/ 591693 w 1266825"/>
                <a:gd name="connsiteY1159" fmla="*/ 479012 h 1019175"/>
                <a:gd name="connsiteX1160" fmla="*/ 591884 w 1266825"/>
                <a:gd name="connsiteY1160" fmla="*/ 478346 h 1019175"/>
                <a:gd name="connsiteX1161" fmla="*/ 591884 w 1266825"/>
                <a:gd name="connsiteY1161" fmla="*/ 477679 h 1019175"/>
                <a:gd name="connsiteX1162" fmla="*/ 591884 w 1266825"/>
                <a:gd name="connsiteY1162" fmla="*/ 477012 h 1019175"/>
                <a:gd name="connsiteX1163" fmla="*/ 591693 w 1266825"/>
                <a:gd name="connsiteY1163" fmla="*/ 475774 h 1019175"/>
                <a:gd name="connsiteX1164" fmla="*/ 590836 w 1266825"/>
                <a:gd name="connsiteY1164" fmla="*/ 473678 h 1019175"/>
                <a:gd name="connsiteX1165" fmla="*/ 590741 w 1266825"/>
                <a:gd name="connsiteY1165" fmla="*/ 473297 h 1019175"/>
                <a:gd name="connsiteX1166" fmla="*/ 590741 w 1266825"/>
                <a:gd name="connsiteY1166" fmla="*/ 472916 h 1019175"/>
                <a:gd name="connsiteX1167" fmla="*/ 590645 w 1266825"/>
                <a:gd name="connsiteY1167" fmla="*/ 472440 h 1019175"/>
                <a:gd name="connsiteX1168" fmla="*/ 590836 w 1266825"/>
                <a:gd name="connsiteY1168" fmla="*/ 470725 h 1019175"/>
                <a:gd name="connsiteX1169" fmla="*/ 590741 w 1266825"/>
                <a:gd name="connsiteY1169" fmla="*/ 470154 h 1019175"/>
                <a:gd name="connsiteX1170" fmla="*/ 590455 w 1266825"/>
                <a:gd name="connsiteY1170" fmla="*/ 469678 h 1019175"/>
                <a:gd name="connsiteX1171" fmla="*/ 590074 w 1266825"/>
                <a:gd name="connsiteY1171" fmla="*/ 469202 h 1019175"/>
                <a:gd name="connsiteX1172" fmla="*/ 588455 w 1266825"/>
                <a:gd name="connsiteY1172" fmla="*/ 468154 h 1019175"/>
                <a:gd name="connsiteX1173" fmla="*/ 588074 w 1266825"/>
                <a:gd name="connsiteY1173" fmla="*/ 467868 h 1019175"/>
                <a:gd name="connsiteX1174" fmla="*/ 587502 w 1266825"/>
                <a:gd name="connsiteY1174" fmla="*/ 467011 h 1019175"/>
                <a:gd name="connsiteX1175" fmla="*/ 586740 w 1266825"/>
                <a:gd name="connsiteY1175" fmla="*/ 464915 h 1019175"/>
                <a:gd name="connsiteX1176" fmla="*/ 585121 w 1266825"/>
                <a:gd name="connsiteY1176" fmla="*/ 461391 h 1019175"/>
                <a:gd name="connsiteX1177" fmla="*/ 584930 w 1266825"/>
                <a:gd name="connsiteY1177" fmla="*/ 460820 h 1019175"/>
                <a:gd name="connsiteX1178" fmla="*/ 585026 w 1266825"/>
                <a:gd name="connsiteY1178" fmla="*/ 458438 h 1019175"/>
                <a:gd name="connsiteX1179" fmla="*/ 585502 w 1266825"/>
                <a:gd name="connsiteY1179" fmla="*/ 455105 h 1019175"/>
                <a:gd name="connsiteX1180" fmla="*/ 586169 w 1266825"/>
                <a:gd name="connsiteY1180" fmla="*/ 452438 h 1019175"/>
                <a:gd name="connsiteX1181" fmla="*/ 586550 w 1266825"/>
                <a:gd name="connsiteY1181" fmla="*/ 451580 h 1019175"/>
                <a:gd name="connsiteX1182" fmla="*/ 587216 w 1266825"/>
                <a:gd name="connsiteY1182" fmla="*/ 451104 h 1019175"/>
                <a:gd name="connsiteX1183" fmla="*/ 588359 w 1266825"/>
                <a:gd name="connsiteY1183" fmla="*/ 451009 h 1019175"/>
                <a:gd name="connsiteX1184" fmla="*/ 589502 w 1266825"/>
                <a:gd name="connsiteY1184" fmla="*/ 451580 h 1019175"/>
                <a:gd name="connsiteX1185" fmla="*/ 594551 w 1266825"/>
                <a:gd name="connsiteY1185" fmla="*/ 456057 h 1019175"/>
                <a:gd name="connsiteX1186" fmla="*/ 595694 w 1266825"/>
                <a:gd name="connsiteY1186" fmla="*/ 457867 h 1019175"/>
                <a:gd name="connsiteX1187" fmla="*/ 597122 w 1266825"/>
                <a:gd name="connsiteY1187" fmla="*/ 460820 h 1019175"/>
                <a:gd name="connsiteX1188" fmla="*/ 597980 w 1266825"/>
                <a:gd name="connsiteY1188" fmla="*/ 461582 h 1019175"/>
                <a:gd name="connsiteX1189" fmla="*/ 599504 w 1266825"/>
                <a:gd name="connsiteY1189" fmla="*/ 462248 h 1019175"/>
                <a:gd name="connsiteX1190" fmla="*/ 600742 w 1266825"/>
                <a:gd name="connsiteY1190" fmla="*/ 463106 h 1019175"/>
                <a:gd name="connsiteX1191" fmla="*/ 601980 w 1266825"/>
                <a:gd name="connsiteY1191" fmla="*/ 464820 h 1019175"/>
                <a:gd name="connsiteX1192" fmla="*/ 602933 w 1266825"/>
                <a:gd name="connsiteY1192" fmla="*/ 466535 h 1019175"/>
                <a:gd name="connsiteX1193" fmla="*/ 604647 w 1266825"/>
                <a:gd name="connsiteY1193" fmla="*/ 468344 h 1019175"/>
                <a:gd name="connsiteX1194" fmla="*/ 606933 w 1266825"/>
                <a:gd name="connsiteY1194" fmla="*/ 469678 h 1019175"/>
                <a:gd name="connsiteX1195" fmla="*/ 611219 w 1266825"/>
                <a:gd name="connsiteY1195" fmla="*/ 471202 h 1019175"/>
                <a:gd name="connsiteX1196" fmla="*/ 613601 w 1266825"/>
                <a:gd name="connsiteY1196" fmla="*/ 471392 h 1019175"/>
                <a:gd name="connsiteX1197" fmla="*/ 616839 w 1266825"/>
                <a:gd name="connsiteY1197" fmla="*/ 471297 h 1019175"/>
                <a:gd name="connsiteX1198" fmla="*/ 618077 w 1266825"/>
                <a:gd name="connsiteY1198" fmla="*/ 471488 h 1019175"/>
                <a:gd name="connsiteX1199" fmla="*/ 619125 w 1266825"/>
                <a:gd name="connsiteY1199" fmla="*/ 471964 h 1019175"/>
                <a:gd name="connsiteX1200" fmla="*/ 620649 w 1266825"/>
                <a:gd name="connsiteY1200" fmla="*/ 473012 h 1019175"/>
                <a:gd name="connsiteX1201" fmla="*/ 622554 w 1266825"/>
                <a:gd name="connsiteY1201" fmla="*/ 475298 h 1019175"/>
                <a:gd name="connsiteX1202" fmla="*/ 623888 w 1266825"/>
                <a:gd name="connsiteY1202" fmla="*/ 477488 h 1019175"/>
                <a:gd name="connsiteX1203" fmla="*/ 624650 w 1266825"/>
                <a:gd name="connsiteY1203" fmla="*/ 479679 h 1019175"/>
                <a:gd name="connsiteX1204" fmla="*/ 626364 w 1266825"/>
                <a:gd name="connsiteY1204" fmla="*/ 487871 h 1019175"/>
                <a:gd name="connsiteX1205" fmla="*/ 629126 w 1266825"/>
                <a:gd name="connsiteY1205" fmla="*/ 490157 h 1019175"/>
                <a:gd name="connsiteX1206" fmla="*/ 652844 w 1266825"/>
                <a:gd name="connsiteY1206" fmla="*/ 500729 h 1019175"/>
                <a:gd name="connsiteX1207" fmla="*/ 658178 w 1266825"/>
                <a:gd name="connsiteY1207" fmla="*/ 502253 h 1019175"/>
                <a:gd name="connsiteX1208" fmla="*/ 662178 w 1266825"/>
                <a:gd name="connsiteY1208" fmla="*/ 504444 h 1019175"/>
                <a:gd name="connsiteX1209" fmla="*/ 681609 w 1266825"/>
                <a:gd name="connsiteY1209" fmla="*/ 521018 h 1019175"/>
                <a:gd name="connsiteX1210" fmla="*/ 709898 w 1266825"/>
                <a:gd name="connsiteY1210" fmla="*/ 539877 h 1019175"/>
                <a:gd name="connsiteX1211" fmla="*/ 713613 w 1266825"/>
                <a:gd name="connsiteY1211" fmla="*/ 541211 h 1019175"/>
                <a:gd name="connsiteX1212" fmla="*/ 714756 w 1266825"/>
                <a:gd name="connsiteY1212" fmla="*/ 542258 h 1019175"/>
                <a:gd name="connsiteX1213" fmla="*/ 716756 w 1266825"/>
                <a:gd name="connsiteY1213" fmla="*/ 545878 h 1019175"/>
                <a:gd name="connsiteX1214" fmla="*/ 717899 w 1266825"/>
                <a:gd name="connsiteY1214" fmla="*/ 547402 h 1019175"/>
                <a:gd name="connsiteX1215" fmla="*/ 719423 w 1266825"/>
                <a:gd name="connsiteY1215" fmla="*/ 548640 h 1019175"/>
                <a:gd name="connsiteX1216" fmla="*/ 721043 w 1266825"/>
                <a:gd name="connsiteY1216" fmla="*/ 549021 h 1019175"/>
                <a:gd name="connsiteX1217" fmla="*/ 722281 w 1266825"/>
                <a:gd name="connsiteY1217" fmla="*/ 548450 h 1019175"/>
                <a:gd name="connsiteX1218" fmla="*/ 723233 w 1266825"/>
                <a:gd name="connsiteY1218" fmla="*/ 546735 h 1019175"/>
                <a:gd name="connsiteX1219" fmla="*/ 723614 w 1266825"/>
                <a:gd name="connsiteY1219" fmla="*/ 540639 h 1019175"/>
                <a:gd name="connsiteX1220" fmla="*/ 724376 w 1266825"/>
                <a:gd name="connsiteY1220" fmla="*/ 539306 h 1019175"/>
                <a:gd name="connsiteX1221" fmla="*/ 725043 w 1266825"/>
                <a:gd name="connsiteY1221" fmla="*/ 538353 h 1019175"/>
                <a:gd name="connsiteX1222" fmla="*/ 726758 w 1266825"/>
                <a:gd name="connsiteY1222" fmla="*/ 536543 h 1019175"/>
                <a:gd name="connsiteX1223" fmla="*/ 733139 w 1266825"/>
                <a:gd name="connsiteY1223" fmla="*/ 527971 h 1019175"/>
                <a:gd name="connsiteX1224" fmla="*/ 733901 w 1266825"/>
                <a:gd name="connsiteY1224" fmla="*/ 527209 h 1019175"/>
                <a:gd name="connsiteX1225" fmla="*/ 734663 w 1266825"/>
                <a:gd name="connsiteY1225" fmla="*/ 527018 h 1019175"/>
                <a:gd name="connsiteX1226" fmla="*/ 735425 w 1266825"/>
                <a:gd name="connsiteY1226" fmla="*/ 527495 h 1019175"/>
                <a:gd name="connsiteX1227" fmla="*/ 735902 w 1266825"/>
                <a:gd name="connsiteY1227" fmla="*/ 528923 h 1019175"/>
                <a:gd name="connsiteX1228" fmla="*/ 736568 w 1266825"/>
                <a:gd name="connsiteY1228" fmla="*/ 534353 h 1019175"/>
                <a:gd name="connsiteX1229" fmla="*/ 737807 w 1266825"/>
                <a:gd name="connsiteY1229" fmla="*/ 539591 h 1019175"/>
                <a:gd name="connsiteX1230" fmla="*/ 742474 w 1266825"/>
                <a:gd name="connsiteY1230" fmla="*/ 543116 h 1019175"/>
                <a:gd name="connsiteX1231" fmla="*/ 743141 w 1266825"/>
                <a:gd name="connsiteY1231" fmla="*/ 544544 h 1019175"/>
                <a:gd name="connsiteX1232" fmla="*/ 743522 w 1266825"/>
                <a:gd name="connsiteY1232" fmla="*/ 546259 h 1019175"/>
                <a:gd name="connsiteX1233" fmla="*/ 742855 w 1266825"/>
                <a:gd name="connsiteY1233" fmla="*/ 547973 h 1019175"/>
                <a:gd name="connsiteX1234" fmla="*/ 741045 w 1266825"/>
                <a:gd name="connsiteY1234" fmla="*/ 551021 h 1019175"/>
                <a:gd name="connsiteX1235" fmla="*/ 740950 w 1266825"/>
                <a:gd name="connsiteY1235" fmla="*/ 551307 h 1019175"/>
                <a:gd name="connsiteX1236" fmla="*/ 740855 w 1266825"/>
                <a:gd name="connsiteY1236" fmla="*/ 551879 h 1019175"/>
                <a:gd name="connsiteX1237" fmla="*/ 740759 w 1266825"/>
                <a:gd name="connsiteY1237" fmla="*/ 553212 h 1019175"/>
                <a:gd name="connsiteX1238" fmla="*/ 741331 w 1266825"/>
                <a:gd name="connsiteY1238" fmla="*/ 554641 h 1019175"/>
                <a:gd name="connsiteX1239" fmla="*/ 742379 w 1266825"/>
                <a:gd name="connsiteY1239" fmla="*/ 555879 h 1019175"/>
                <a:gd name="connsiteX1240" fmla="*/ 749522 w 1266825"/>
                <a:gd name="connsiteY1240" fmla="*/ 560451 h 1019175"/>
                <a:gd name="connsiteX1241" fmla="*/ 750475 w 1266825"/>
                <a:gd name="connsiteY1241" fmla="*/ 560451 h 1019175"/>
                <a:gd name="connsiteX1242" fmla="*/ 751523 w 1266825"/>
                <a:gd name="connsiteY1242" fmla="*/ 560261 h 1019175"/>
                <a:gd name="connsiteX1243" fmla="*/ 753142 w 1266825"/>
                <a:gd name="connsiteY1243" fmla="*/ 560356 h 1019175"/>
                <a:gd name="connsiteX1244" fmla="*/ 755142 w 1266825"/>
                <a:gd name="connsiteY1244" fmla="*/ 561213 h 1019175"/>
                <a:gd name="connsiteX1245" fmla="*/ 757809 w 1266825"/>
                <a:gd name="connsiteY1245" fmla="*/ 563023 h 1019175"/>
                <a:gd name="connsiteX1246" fmla="*/ 766191 w 1266825"/>
                <a:gd name="connsiteY1246" fmla="*/ 570833 h 1019175"/>
                <a:gd name="connsiteX1247" fmla="*/ 768382 w 1266825"/>
                <a:gd name="connsiteY1247" fmla="*/ 571881 h 1019175"/>
                <a:gd name="connsiteX1248" fmla="*/ 770382 w 1266825"/>
                <a:gd name="connsiteY1248" fmla="*/ 572453 h 1019175"/>
                <a:gd name="connsiteX1249" fmla="*/ 772287 w 1266825"/>
                <a:gd name="connsiteY1249" fmla="*/ 573310 h 1019175"/>
                <a:gd name="connsiteX1250" fmla="*/ 773621 w 1266825"/>
                <a:gd name="connsiteY1250" fmla="*/ 574929 h 1019175"/>
                <a:gd name="connsiteX1251" fmla="*/ 774954 w 1266825"/>
                <a:gd name="connsiteY1251" fmla="*/ 576929 h 1019175"/>
                <a:gd name="connsiteX1252" fmla="*/ 779526 w 1266825"/>
                <a:gd name="connsiteY1252" fmla="*/ 581216 h 1019175"/>
                <a:gd name="connsiteX1253" fmla="*/ 782193 w 1266825"/>
                <a:gd name="connsiteY1253" fmla="*/ 584740 h 1019175"/>
                <a:gd name="connsiteX1254" fmla="*/ 782765 w 1266825"/>
                <a:gd name="connsiteY1254" fmla="*/ 586264 h 1019175"/>
                <a:gd name="connsiteX1255" fmla="*/ 782860 w 1266825"/>
                <a:gd name="connsiteY1255" fmla="*/ 587693 h 1019175"/>
                <a:gd name="connsiteX1256" fmla="*/ 782098 w 1266825"/>
                <a:gd name="connsiteY1256" fmla="*/ 589217 h 1019175"/>
                <a:gd name="connsiteX1257" fmla="*/ 780955 w 1266825"/>
                <a:gd name="connsiteY1257" fmla="*/ 590455 h 1019175"/>
                <a:gd name="connsiteX1258" fmla="*/ 779717 w 1266825"/>
                <a:gd name="connsiteY1258" fmla="*/ 591407 h 1019175"/>
                <a:gd name="connsiteX1259" fmla="*/ 777812 w 1266825"/>
                <a:gd name="connsiteY1259" fmla="*/ 592265 h 1019175"/>
                <a:gd name="connsiteX1260" fmla="*/ 777526 w 1266825"/>
                <a:gd name="connsiteY1260" fmla="*/ 595408 h 1019175"/>
                <a:gd name="connsiteX1261" fmla="*/ 776478 w 1266825"/>
                <a:gd name="connsiteY1261" fmla="*/ 600837 h 1019175"/>
                <a:gd name="connsiteX1262" fmla="*/ 774954 w 1266825"/>
                <a:gd name="connsiteY1262" fmla="*/ 605504 h 1019175"/>
                <a:gd name="connsiteX1263" fmla="*/ 774954 w 1266825"/>
                <a:gd name="connsiteY1263" fmla="*/ 605981 h 1019175"/>
                <a:gd name="connsiteX1264" fmla="*/ 775430 w 1266825"/>
                <a:gd name="connsiteY1264" fmla="*/ 606362 h 1019175"/>
                <a:gd name="connsiteX1265" fmla="*/ 776288 w 1266825"/>
                <a:gd name="connsiteY1265" fmla="*/ 607028 h 1019175"/>
                <a:gd name="connsiteX1266" fmla="*/ 781050 w 1266825"/>
                <a:gd name="connsiteY1266" fmla="*/ 609886 h 1019175"/>
                <a:gd name="connsiteX1267" fmla="*/ 781526 w 1266825"/>
                <a:gd name="connsiteY1267" fmla="*/ 610172 h 1019175"/>
                <a:gd name="connsiteX1268" fmla="*/ 782003 w 1266825"/>
                <a:gd name="connsiteY1268" fmla="*/ 610362 h 1019175"/>
                <a:gd name="connsiteX1269" fmla="*/ 782574 w 1266825"/>
                <a:gd name="connsiteY1269" fmla="*/ 611029 h 1019175"/>
                <a:gd name="connsiteX1270" fmla="*/ 785241 w 1266825"/>
                <a:gd name="connsiteY1270" fmla="*/ 615315 h 1019175"/>
                <a:gd name="connsiteX1271" fmla="*/ 785813 w 1266825"/>
                <a:gd name="connsiteY1271" fmla="*/ 615887 h 1019175"/>
                <a:gd name="connsiteX1272" fmla="*/ 788480 w 1266825"/>
                <a:gd name="connsiteY1272" fmla="*/ 617411 h 1019175"/>
                <a:gd name="connsiteX1273" fmla="*/ 791147 w 1266825"/>
                <a:gd name="connsiteY1273" fmla="*/ 619697 h 1019175"/>
                <a:gd name="connsiteX1274" fmla="*/ 792099 w 1266825"/>
                <a:gd name="connsiteY1274" fmla="*/ 620840 h 1019175"/>
                <a:gd name="connsiteX1275" fmla="*/ 792385 w 1266825"/>
                <a:gd name="connsiteY1275" fmla="*/ 621506 h 1019175"/>
                <a:gd name="connsiteX1276" fmla="*/ 792575 w 1266825"/>
                <a:gd name="connsiteY1276" fmla="*/ 622459 h 1019175"/>
                <a:gd name="connsiteX1277" fmla="*/ 792671 w 1266825"/>
                <a:gd name="connsiteY1277" fmla="*/ 624554 h 1019175"/>
                <a:gd name="connsiteX1278" fmla="*/ 792194 w 1266825"/>
                <a:gd name="connsiteY1278" fmla="*/ 625983 h 1019175"/>
                <a:gd name="connsiteX1279" fmla="*/ 791528 w 1266825"/>
                <a:gd name="connsiteY1279" fmla="*/ 626840 h 1019175"/>
                <a:gd name="connsiteX1280" fmla="*/ 790289 w 1266825"/>
                <a:gd name="connsiteY1280" fmla="*/ 627221 h 1019175"/>
                <a:gd name="connsiteX1281" fmla="*/ 789146 w 1266825"/>
                <a:gd name="connsiteY1281" fmla="*/ 627507 h 1019175"/>
                <a:gd name="connsiteX1282" fmla="*/ 787337 w 1266825"/>
                <a:gd name="connsiteY1282" fmla="*/ 628079 h 1019175"/>
                <a:gd name="connsiteX1283" fmla="*/ 786575 w 1266825"/>
                <a:gd name="connsiteY1283" fmla="*/ 628650 h 1019175"/>
                <a:gd name="connsiteX1284" fmla="*/ 785813 w 1266825"/>
                <a:gd name="connsiteY1284" fmla="*/ 629603 h 1019175"/>
                <a:gd name="connsiteX1285" fmla="*/ 785432 w 1266825"/>
                <a:gd name="connsiteY1285" fmla="*/ 630746 h 1019175"/>
                <a:gd name="connsiteX1286" fmla="*/ 785432 w 1266825"/>
                <a:gd name="connsiteY1286" fmla="*/ 632174 h 1019175"/>
                <a:gd name="connsiteX1287" fmla="*/ 786003 w 1266825"/>
                <a:gd name="connsiteY1287" fmla="*/ 633698 h 1019175"/>
                <a:gd name="connsiteX1288" fmla="*/ 786956 w 1266825"/>
                <a:gd name="connsiteY1288" fmla="*/ 635222 h 1019175"/>
                <a:gd name="connsiteX1289" fmla="*/ 788670 w 1266825"/>
                <a:gd name="connsiteY1289" fmla="*/ 636556 h 1019175"/>
                <a:gd name="connsiteX1290" fmla="*/ 791337 w 1266825"/>
                <a:gd name="connsiteY1290" fmla="*/ 637794 h 1019175"/>
                <a:gd name="connsiteX1291" fmla="*/ 792766 w 1266825"/>
                <a:gd name="connsiteY1291" fmla="*/ 638747 h 1019175"/>
                <a:gd name="connsiteX1292" fmla="*/ 793909 w 1266825"/>
                <a:gd name="connsiteY1292" fmla="*/ 639985 h 1019175"/>
                <a:gd name="connsiteX1293" fmla="*/ 794861 w 1266825"/>
                <a:gd name="connsiteY1293" fmla="*/ 642080 h 1019175"/>
                <a:gd name="connsiteX1294" fmla="*/ 795719 w 1266825"/>
                <a:gd name="connsiteY1294" fmla="*/ 645319 h 1019175"/>
                <a:gd name="connsiteX1295" fmla="*/ 796957 w 1266825"/>
                <a:gd name="connsiteY1295" fmla="*/ 647891 h 1019175"/>
                <a:gd name="connsiteX1296" fmla="*/ 799719 w 1266825"/>
                <a:gd name="connsiteY1296" fmla="*/ 651034 h 1019175"/>
                <a:gd name="connsiteX1297" fmla="*/ 801338 w 1266825"/>
                <a:gd name="connsiteY1297" fmla="*/ 658940 h 1019175"/>
                <a:gd name="connsiteX1298" fmla="*/ 802196 w 1266825"/>
                <a:gd name="connsiteY1298" fmla="*/ 661797 h 1019175"/>
                <a:gd name="connsiteX1299" fmla="*/ 802767 w 1266825"/>
                <a:gd name="connsiteY1299" fmla="*/ 665321 h 1019175"/>
                <a:gd name="connsiteX1300" fmla="*/ 803053 w 1266825"/>
                <a:gd name="connsiteY1300" fmla="*/ 666845 h 1019175"/>
                <a:gd name="connsiteX1301" fmla="*/ 803529 w 1266825"/>
                <a:gd name="connsiteY1301" fmla="*/ 667988 h 1019175"/>
                <a:gd name="connsiteX1302" fmla="*/ 803910 w 1266825"/>
                <a:gd name="connsiteY1302" fmla="*/ 668274 h 1019175"/>
                <a:gd name="connsiteX1303" fmla="*/ 804482 w 1266825"/>
                <a:gd name="connsiteY1303" fmla="*/ 668274 h 1019175"/>
                <a:gd name="connsiteX1304" fmla="*/ 806387 w 1266825"/>
                <a:gd name="connsiteY1304" fmla="*/ 668179 h 1019175"/>
                <a:gd name="connsiteX1305" fmla="*/ 806577 w 1266825"/>
                <a:gd name="connsiteY1305" fmla="*/ 668274 h 1019175"/>
                <a:gd name="connsiteX1306" fmla="*/ 809625 w 1266825"/>
                <a:gd name="connsiteY1306" fmla="*/ 669608 h 1019175"/>
                <a:gd name="connsiteX1307" fmla="*/ 812006 w 1266825"/>
                <a:gd name="connsiteY1307" fmla="*/ 672370 h 1019175"/>
                <a:gd name="connsiteX1308" fmla="*/ 812768 w 1266825"/>
                <a:gd name="connsiteY1308" fmla="*/ 673132 h 1019175"/>
                <a:gd name="connsiteX1309" fmla="*/ 813435 w 1266825"/>
                <a:gd name="connsiteY1309" fmla="*/ 673608 h 1019175"/>
                <a:gd name="connsiteX1310" fmla="*/ 814007 w 1266825"/>
                <a:gd name="connsiteY1310" fmla="*/ 673703 h 1019175"/>
                <a:gd name="connsiteX1311" fmla="*/ 815721 w 1266825"/>
                <a:gd name="connsiteY1311" fmla="*/ 674084 h 1019175"/>
                <a:gd name="connsiteX1312" fmla="*/ 816578 w 1266825"/>
                <a:gd name="connsiteY1312" fmla="*/ 674465 h 1019175"/>
                <a:gd name="connsiteX1313" fmla="*/ 816864 w 1266825"/>
                <a:gd name="connsiteY1313" fmla="*/ 674656 h 1019175"/>
                <a:gd name="connsiteX1314" fmla="*/ 817245 w 1266825"/>
                <a:gd name="connsiteY1314" fmla="*/ 674942 h 1019175"/>
                <a:gd name="connsiteX1315" fmla="*/ 818102 w 1266825"/>
                <a:gd name="connsiteY1315" fmla="*/ 675894 h 1019175"/>
                <a:gd name="connsiteX1316" fmla="*/ 818864 w 1266825"/>
                <a:gd name="connsiteY1316" fmla="*/ 676656 h 1019175"/>
                <a:gd name="connsiteX1317" fmla="*/ 819245 w 1266825"/>
                <a:gd name="connsiteY1317" fmla="*/ 676942 h 1019175"/>
                <a:gd name="connsiteX1318" fmla="*/ 821341 w 1266825"/>
                <a:gd name="connsiteY1318" fmla="*/ 678752 h 1019175"/>
                <a:gd name="connsiteX1319" fmla="*/ 820198 w 1266825"/>
                <a:gd name="connsiteY1319" fmla="*/ 679609 h 1019175"/>
                <a:gd name="connsiteX1320" fmla="*/ 819531 w 1266825"/>
                <a:gd name="connsiteY1320" fmla="*/ 680466 h 1019175"/>
                <a:gd name="connsiteX1321" fmla="*/ 812768 w 1266825"/>
                <a:gd name="connsiteY1321" fmla="*/ 691610 h 1019175"/>
                <a:gd name="connsiteX1322" fmla="*/ 812483 w 1266825"/>
                <a:gd name="connsiteY1322" fmla="*/ 692372 h 1019175"/>
                <a:gd name="connsiteX1323" fmla="*/ 812387 w 1266825"/>
                <a:gd name="connsiteY1323" fmla="*/ 693420 h 1019175"/>
                <a:gd name="connsiteX1324" fmla="*/ 812387 w 1266825"/>
                <a:gd name="connsiteY1324" fmla="*/ 694182 h 1019175"/>
                <a:gd name="connsiteX1325" fmla="*/ 812578 w 1266825"/>
                <a:gd name="connsiteY1325" fmla="*/ 694754 h 1019175"/>
                <a:gd name="connsiteX1326" fmla="*/ 813149 w 1266825"/>
                <a:gd name="connsiteY1326" fmla="*/ 695516 h 1019175"/>
                <a:gd name="connsiteX1327" fmla="*/ 814197 w 1266825"/>
                <a:gd name="connsiteY1327" fmla="*/ 696563 h 1019175"/>
                <a:gd name="connsiteX1328" fmla="*/ 815816 w 1266825"/>
                <a:gd name="connsiteY1328" fmla="*/ 697802 h 1019175"/>
                <a:gd name="connsiteX1329" fmla="*/ 816769 w 1266825"/>
                <a:gd name="connsiteY1329" fmla="*/ 698659 h 1019175"/>
                <a:gd name="connsiteX1330" fmla="*/ 817626 w 1266825"/>
                <a:gd name="connsiteY1330" fmla="*/ 699802 h 1019175"/>
                <a:gd name="connsiteX1331" fmla="*/ 817817 w 1266825"/>
                <a:gd name="connsiteY1331" fmla="*/ 700088 h 1019175"/>
                <a:gd name="connsiteX1332" fmla="*/ 817912 w 1266825"/>
                <a:gd name="connsiteY1332" fmla="*/ 700373 h 1019175"/>
                <a:gd name="connsiteX1333" fmla="*/ 818007 w 1266825"/>
                <a:gd name="connsiteY1333" fmla="*/ 701040 h 1019175"/>
                <a:gd name="connsiteX1334" fmla="*/ 818007 w 1266825"/>
                <a:gd name="connsiteY1334" fmla="*/ 701516 h 1019175"/>
                <a:gd name="connsiteX1335" fmla="*/ 817817 w 1266825"/>
                <a:gd name="connsiteY1335" fmla="*/ 702088 h 1019175"/>
                <a:gd name="connsiteX1336" fmla="*/ 816197 w 1266825"/>
                <a:gd name="connsiteY1336" fmla="*/ 704564 h 1019175"/>
                <a:gd name="connsiteX1337" fmla="*/ 815721 w 1266825"/>
                <a:gd name="connsiteY1337" fmla="*/ 705707 h 1019175"/>
                <a:gd name="connsiteX1338" fmla="*/ 815531 w 1266825"/>
                <a:gd name="connsiteY1338" fmla="*/ 706755 h 1019175"/>
                <a:gd name="connsiteX1339" fmla="*/ 815626 w 1266825"/>
                <a:gd name="connsiteY1339" fmla="*/ 707898 h 1019175"/>
                <a:gd name="connsiteX1340" fmla="*/ 816578 w 1266825"/>
                <a:gd name="connsiteY1340" fmla="*/ 712470 h 1019175"/>
                <a:gd name="connsiteX1341" fmla="*/ 816674 w 1266825"/>
                <a:gd name="connsiteY1341" fmla="*/ 714280 h 1019175"/>
                <a:gd name="connsiteX1342" fmla="*/ 816674 w 1266825"/>
                <a:gd name="connsiteY1342" fmla="*/ 715137 h 1019175"/>
                <a:gd name="connsiteX1343" fmla="*/ 816483 w 1266825"/>
                <a:gd name="connsiteY1343" fmla="*/ 715804 h 1019175"/>
                <a:gd name="connsiteX1344" fmla="*/ 816197 w 1266825"/>
                <a:gd name="connsiteY1344" fmla="*/ 716471 h 1019175"/>
                <a:gd name="connsiteX1345" fmla="*/ 810101 w 1266825"/>
                <a:gd name="connsiteY1345" fmla="*/ 714851 h 1019175"/>
                <a:gd name="connsiteX1346" fmla="*/ 807911 w 1266825"/>
                <a:gd name="connsiteY1346" fmla="*/ 715232 h 1019175"/>
                <a:gd name="connsiteX1347" fmla="*/ 806768 w 1266825"/>
                <a:gd name="connsiteY1347" fmla="*/ 714185 h 1019175"/>
                <a:gd name="connsiteX1348" fmla="*/ 805053 w 1266825"/>
                <a:gd name="connsiteY1348" fmla="*/ 713804 h 1019175"/>
                <a:gd name="connsiteX1349" fmla="*/ 801053 w 1266825"/>
                <a:gd name="connsiteY1349" fmla="*/ 713899 h 1019175"/>
                <a:gd name="connsiteX1350" fmla="*/ 798862 w 1266825"/>
                <a:gd name="connsiteY1350" fmla="*/ 716090 h 1019175"/>
                <a:gd name="connsiteX1351" fmla="*/ 798100 w 1266825"/>
                <a:gd name="connsiteY1351" fmla="*/ 716566 h 1019175"/>
                <a:gd name="connsiteX1352" fmla="*/ 796957 w 1266825"/>
                <a:gd name="connsiteY1352" fmla="*/ 716756 h 1019175"/>
                <a:gd name="connsiteX1353" fmla="*/ 796195 w 1266825"/>
                <a:gd name="connsiteY1353" fmla="*/ 716471 h 1019175"/>
                <a:gd name="connsiteX1354" fmla="*/ 795433 w 1266825"/>
                <a:gd name="connsiteY1354" fmla="*/ 716090 h 1019175"/>
                <a:gd name="connsiteX1355" fmla="*/ 794480 w 1266825"/>
                <a:gd name="connsiteY1355" fmla="*/ 715899 h 1019175"/>
                <a:gd name="connsiteX1356" fmla="*/ 794099 w 1266825"/>
                <a:gd name="connsiteY1356" fmla="*/ 715899 h 1019175"/>
                <a:gd name="connsiteX1357" fmla="*/ 793718 w 1266825"/>
                <a:gd name="connsiteY1357" fmla="*/ 717042 h 1019175"/>
                <a:gd name="connsiteX1358" fmla="*/ 792480 w 1266825"/>
                <a:gd name="connsiteY1358" fmla="*/ 723995 h 1019175"/>
                <a:gd name="connsiteX1359" fmla="*/ 792766 w 1266825"/>
                <a:gd name="connsiteY1359" fmla="*/ 726281 h 1019175"/>
                <a:gd name="connsiteX1360" fmla="*/ 793337 w 1266825"/>
                <a:gd name="connsiteY1360" fmla="*/ 728472 h 1019175"/>
                <a:gd name="connsiteX1361" fmla="*/ 795052 w 1266825"/>
                <a:gd name="connsiteY1361" fmla="*/ 733235 h 1019175"/>
                <a:gd name="connsiteX1362" fmla="*/ 795814 w 1266825"/>
                <a:gd name="connsiteY1362" fmla="*/ 737521 h 1019175"/>
                <a:gd name="connsiteX1363" fmla="*/ 795909 w 1266825"/>
                <a:gd name="connsiteY1363" fmla="*/ 740474 h 1019175"/>
                <a:gd name="connsiteX1364" fmla="*/ 795719 w 1266825"/>
                <a:gd name="connsiteY1364" fmla="*/ 742664 h 1019175"/>
                <a:gd name="connsiteX1365" fmla="*/ 794290 w 1266825"/>
                <a:gd name="connsiteY1365" fmla="*/ 746760 h 1019175"/>
                <a:gd name="connsiteX1366" fmla="*/ 793052 w 1266825"/>
                <a:gd name="connsiteY1366" fmla="*/ 747713 h 1019175"/>
                <a:gd name="connsiteX1367" fmla="*/ 789623 w 1266825"/>
                <a:gd name="connsiteY1367" fmla="*/ 747332 h 1019175"/>
                <a:gd name="connsiteX1368" fmla="*/ 784289 w 1266825"/>
                <a:gd name="connsiteY1368" fmla="*/ 745617 h 1019175"/>
                <a:gd name="connsiteX1369" fmla="*/ 782574 w 1266825"/>
                <a:gd name="connsiteY1369" fmla="*/ 745427 h 1019175"/>
                <a:gd name="connsiteX1370" fmla="*/ 780955 w 1266825"/>
                <a:gd name="connsiteY1370" fmla="*/ 745617 h 1019175"/>
                <a:gd name="connsiteX1371" fmla="*/ 779621 w 1266825"/>
                <a:gd name="connsiteY1371" fmla="*/ 746189 h 1019175"/>
                <a:gd name="connsiteX1372" fmla="*/ 778669 w 1266825"/>
                <a:gd name="connsiteY1372" fmla="*/ 746855 h 1019175"/>
                <a:gd name="connsiteX1373" fmla="*/ 777335 w 1266825"/>
                <a:gd name="connsiteY1373" fmla="*/ 748094 h 1019175"/>
                <a:gd name="connsiteX1374" fmla="*/ 776573 w 1266825"/>
                <a:gd name="connsiteY1374" fmla="*/ 749046 h 1019175"/>
                <a:gd name="connsiteX1375" fmla="*/ 774383 w 1266825"/>
                <a:gd name="connsiteY1375" fmla="*/ 753142 h 1019175"/>
                <a:gd name="connsiteX1376" fmla="*/ 772192 w 1266825"/>
                <a:gd name="connsiteY1376" fmla="*/ 755428 h 1019175"/>
                <a:gd name="connsiteX1377" fmla="*/ 770763 w 1266825"/>
                <a:gd name="connsiteY1377" fmla="*/ 755904 h 1019175"/>
                <a:gd name="connsiteX1378" fmla="*/ 768858 w 1266825"/>
                <a:gd name="connsiteY1378" fmla="*/ 756095 h 1019175"/>
                <a:gd name="connsiteX1379" fmla="*/ 765143 w 1266825"/>
                <a:gd name="connsiteY1379" fmla="*/ 755904 h 1019175"/>
                <a:gd name="connsiteX1380" fmla="*/ 763334 w 1266825"/>
                <a:gd name="connsiteY1380" fmla="*/ 756190 h 1019175"/>
                <a:gd name="connsiteX1381" fmla="*/ 762000 w 1266825"/>
                <a:gd name="connsiteY1381" fmla="*/ 756857 h 1019175"/>
                <a:gd name="connsiteX1382" fmla="*/ 761238 w 1266825"/>
                <a:gd name="connsiteY1382" fmla="*/ 758190 h 1019175"/>
                <a:gd name="connsiteX1383" fmla="*/ 761524 w 1266825"/>
                <a:gd name="connsiteY1383" fmla="*/ 759714 h 1019175"/>
                <a:gd name="connsiteX1384" fmla="*/ 762381 w 1266825"/>
                <a:gd name="connsiteY1384" fmla="*/ 762191 h 1019175"/>
                <a:gd name="connsiteX1385" fmla="*/ 762095 w 1266825"/>
                <a:gd name="connsiteY1385" fmla="*/ 763715 h 1019175"/>
                <a:gd name="connsiteX1386" fmla="*/ 761143 w 1266825"/>
                <a:gd name="connsiteY1386" fmla="*/ 765429 h 1019175"/>
                <a:gd name="connsiteX1387" fmla="*/ 759333 w 1266825"/>
                <a:gd name="connsiteY1387" fmla="*/ 768001 h 1019175"/>
                <a:gd name="connsiteX1388" fmla="*/ 758952 w 1266825"/>
                <a:gd name="connsiteY1388" fmla="*/ 769620 h 1019175"/>
                <a:gd name="connsiteX1389" fmla="*/ 759333 w 1266825"/>
                <a:gd name="connsiteY1389" fmla="*/ 770573 h 1019175"/>
                <a:gd name="connsiteX1390" fmla="*/ 760476 w 1266825"/>
                <a:gd name="connsiteY1390" fmla="*/ 770763 h 1019175"/>
                <a:gd name="connsiteX1391" fmla="*/ 761714 w 1266825"/>
                <a:gd name="connsiteY1391" fmla="*/ 770573 h 1019175"/>
                <a:gd name="connsiteX1392" fmla="*/ 762857 w 1266825"/>
                <a:gd name="connsiteY1392" fmla="*/ 770668 h 1019175"/>
                <a:gd name="connsiteX1393" fmla="*/ 763524 w 1266825"/>
                <a:gd name="connsiteY1393" fmla="*/ 771144 h 1019175"/>
                <a:gd name="connsiteX1394" fmla="*/ 764000 w 1266825"/>
                <a:gd name="connsiteY1394" fmla="*/ 772097 h 1019175"/>
                <a:gd name="connsiteX1395" fmla="*/ 764286 w 1266825"/>
                <a:gd name="connsiteY1395" fmla="*/ 773335 h 1019175"/>
                <a:gd name="connsiteX1396" fmla="*/ 764858 w 1266825"/>
                <a:gd name="connsiteY1396" fmla="*/ 774478 h 1019175"/>
                <a:gd name="connsiteX1397" fmla="*/ 767048 w 1266825"/>
                <a:gd name="connsiteY1397" fmla="*/ 776573 h 1019175"/>
                <a:gd name="connsiteX1398" fmla="*/ 768191 w 1266825"/>
                <a:gd name="connsiteY1398" fmla="*/ 778002 h 1019175"/>
                <a:gd name="connsiteX1399" fmla="*/ 768477 w 1266825"/>
                <a:gd name="connsiteY1399" fmla="*/ 779717 h 1019175"/>
                <a:gd name="connsiteX1400" fmla="*/ 768096 w 1266825"/>
                <a:gd name="connsiteY1400" fmla="*/ 780955 h 1019175"/>
                <a:gd name="connsiteX1401" fmla="*/ 765048 w 1266825"/>
                <a:gd name="connsiteY1401" fmla="*/ 782955 h 1019175"/>
                <a:gd name="connsiteX1402" fmla="*/ 763810 w 1266825"/>
                <a:gd name="connsiteY1402" fmla="*/ 784479 h 1019175"/>
                <a:gd name="connsiteX1403" fmla="*/ 761810 w 1266825"/>
                <a:gd name="connsiteY1403" fmla="*/ 787622 h 1019175"/>
                <a:gd name="connsiteX1404" fmla="*/ 760381 w 1266825"/>
                <a:gd name="connsiteY1404" fmla="*/ 791051 h 1019175"/>
                <a:gd name="connsiteX1405" fmla="*/ 759524 w 1266825"/>
                <a:gd name="connsiteY1405" fmla="*/ 792385 h 1019175"/>
                <a:gd name="connsiteX1406" fmla="*/ 757904 w 1266825"/>
                <a:gd name="connsiteY1406" fmla="*/ 793052 h 1019175"/>
                <a:gd name="connsiteX1407" fmla="*/ 755142 w 1266825"/>
                <a:gd name="connsiteY1407" fmla="*/ 793528 h 1019175"/>
                <a:gd name="connsiteX1408" fmla="*/ 753713 w 1266825"/>
                <a:gd name="connsiteY1408" fmla="*/ 794195 h 1019175"/>
                <a:gd name="connsiteX1409" fmla="*/ 749618 w 1266825"/>
                <a:gd name="connsiteY1409" fmla="*/ 797338 h 1019175"/>
                <a:gd name="connsiteX1410" fmla="*/ 747236 w 1266825"/>
                <a:gd name="connsiteY1410" fmla="*/ 800100 h 1019175"/>
                <a:gd name="connsiteX1411" fmla="*/ 746189 w 1266825"/>
                <a:gd name="connsiteY1411" fmla="*/ 801148 h 1019175"/>
                <a:gd name="connsiteX1412" fmla="*/ 744950 w 1266825"/>
                <a:gd name="connsiteY1412" fmla="*/ 802005 h 1019175"/>
                <a:gd name="connsiteX1413" fmla="*/ 742950 w 1266825"/>
                <a:gd name="connsiteY1413" fmla="*/ 802767 h 1019175"/>
                <a:gd name="connsiteX1414" fmla="*/ 741617 w 1266825"/>
                <a:gd name="connsiteY1414" fmla="*/ 803053 h 1019175"/>
                <a:gd name="connsiteX1415" fmla="*/ 739616 w 1266825"/>
                <a:gd name="connsiteY1415" fmla="*/ 803148 h 1019175"/>
                <a:gd name="connsiteX1416" fmla="*/ 738854 w 1266825"/>
                <a:gd name="connsiteY1416" fmla="*/ 803434 h 1019175"/>
                <a:gd name="connsiteX1417" fmla="*/ 738378 w 1266825"/>
                <a:gd name="connsiteY1417" fmla="*/ 804196 h 1019175"/>
                <a:gd name="connsiteX1418" fmla="*/ 737997 w 1266825"/>
                <a:gd name="connsiteY1418" fmla="*/ 805148 h 1019175"/>
                <a:gd name="connsiteX1419" fmla="*/ 737235 w 1266825"/>
                <a:gd name="connsiteY1419" fmla="*/ 805910 h 1019175"/>
                <a:gd name="connsiteX1420" fmla="*/ 732758 w 1266825"/>
                <a:gd name="connsiteY1420" fmla="*/ 809625 h 1019175"/>
                <a:gd name="connsiteX1421" fmla="*/ 731615 w 1266825"/>
                <a:gd name="connsiteY1421" fmla="*/ 811340 h 1019175"/>
                <a:gd name="connsiteX1422" fmla="*/ 731139 w 1266825"/>
                <a:gd name="connsiteY1422" fmla="*/ 812959 h 1019175"/>
                <a:gd name="connsiteX1423" fmla="*/ 731425 w 1266825"/>
                <a:gd name="connsiteY1423" fmla="*/ 814197 h 1019175"/>
                <a:gd name="connsiteX1424" fmla="*/ 731806 w 1266825"/>
                <a:gd name="connsiteY1424" fmla="*/ 815340 h 1019175"/>
                <a:gd name="connsiteX1425" fmla="*/ 731996 w 1266825"/>
                <a:gd name="connsiteY1425" fmla="*/ 816483 h 1019175"/>
                <a:gd name="connsiteX1426" fmla="*/ 732092 w 1266825"/>
                <a:gd name="connsiteY1426" fmla="*/ 817531 h 1019175"/>
                <a:gd name="connsiteX1427" fmla="*/ 731996 w 1266825"/>
                <a:gd name="connsiteY1427" fmla="*/ 818483 h 1019175"/>
                <a:gd name="connsiteX1428" fmla="*/ 731806 w 1266825"/>
                <a:gd name="connsiteY1428" fmla="*/ 819626 h 1019175"/>
                <a:gd name="connsiteX1429" fmla="*/ 731425 w 1266825"/>
                <a:gd name="connsiteY1429" fmla="*/ 820674 h 1019175"/>
                <a:gd name="connsiteX1430" fmla="*/ 730663 w 1266825"/>
                <a:gd name="connsiteY1430" fmla="*/ 821531 h 1019175"/>
                <a:gd name="connsiteX1431" fmla="*/ 729806 w 1266825"/>
                <a:gd name="connsiteY1431" fmla="*/ 822008 h 1019175"/>
                <a:gd name="connsiteX1432" fmla="*/ 728282 w 1266825"/>
                <a:gd name="connsiteY1432" fmla="*/ 822103 h 1019175"/>
                <a:gd name="connsiteX1433" fmla="*/ 726281 w 1266825"/>
                <a:gd name="connsiteY1433" fmla="*/ 820865 h 1019175"/>
                <a:gd name="connsiteX1434" fmla="*/ 725805 w 1266825"/>
                <a:gd name="connsiteY1434" fmla="*/ 821055 h 1019175"/>
                <a:gd name="connsiteX1435" fmla="*/ 724567 w 1266825"/>
                <a:gd name="connsiteY1435" fmla="*/ 822865 h 1019175"/>
                <a:gd name="connsiteX1436" fmla="*/ 723710 w 1266825"/>
                <a:gd name="connsiteY1436" fmla="*/ 823627 h 1019175"/>
                <a:gd name="connsiteX1437" fmla="*/ 722567 w 1266825"/>
                <a:gd name="connsiteY1437" fmla="*/ 824294 h 1019175"/>
                <a:gd name="connsiteX1438" fmla="*/ 720281 w 1266825"/>
                <a:gd name="connsiteY1438" fmla="*/ 824960 h 1019175"/>
                <a:gd name="connsiteX1439" fmla="*/ 719328 w 1266825"/>
                <a:gd name="connsiteY1439" fmla="*/ 825532 h 1019175"/>
                <a:gd name="connsiteX1440" fmla="*/ 718566 w 1266825"/>
                <a:gd name="connsiteY1440" fmla="*/ 826580 h 1019175"/>
                <a:gd name="connsiteX1441" fmla="*/ 718280 w 1266825"/>
                <a:gd name="connsiteY1441" fmla="*/ 827627 h 1019175"/>
                <a:gd name="connsiteX1442" fmla="*/ 718376 w 1266825"/>
                <a:gd name="connsiteY1442" fmla="*/ 828866 h 1019175"/>
                <a:gd name="connsiteX1443" fmla="*/ 718757 w 1266825"/>
                <a:gd name="connsiteY1443" fmla="*/ 829818 h 1019175"/>
                <a:gd name="connsiteX1444" fmla="*/ 719233 w 1266825"/>
                <a:gd name="connsiteY1444" fmla="*/ 830771 h 1019175"/>
                <a:gd name="connsiteX1445" fmla="*/ 719995 w 1266825"/>
                <a:gd name="connsiteY1445" fmla="*/ 831818 h 1019175"/>
                <a:gd name="connsiteX1446" fmla="*/ 720757 w 1266825"/>
                <a:gd name="connsiteY1446" fmla="*/ 832676 h 1019175"/>
                <a:gd name="connsiteX1447" fmla="*/ 721614 w 1266825"/>
                <a:gd name="connsiteY1447" fmla="*/ 833533 h 1019175"/>
                <a:gd name="connsiteX1448" fmla="*/ 722567 w 1266825"/>
                <a:gd name="connsiteY1448" fmla="*/ 834009 h 1019175"/>
                <a:gd name="connsiteX1449" fmla="*/ 723614 w 1266825"/>
                <a:gd name="connsiteY1449" fmla="*/ 834295 h 1019175"/>
                <a:gd name="connsiteX1450" fmla="*/ 724662 w 1266825"/>
                <a:gd name="connsiteY1450" fmla="*/ 834295 h 1019175"/>
                <a:gd name="connsiteX1451" fmla="*/ 725615 w 1266825"/>
                <a:gd name="connsiteY1451" fmla="*/ 834009 h 1019175"/>
                <a:gd name="connsiteX1452" fmla="*/ 726472 w 1266825"/>
                <a:gd name="connsiteY1452" fmla="*/ 833438 h 1019175"/>
                <a:gd name="connsiteX1453" fmla="*/ 728758 w 1266825"/>
                <a:gd name="connsiteY1453" fmla="*/ 831056 h 1019175"/>
                <a:gd name="connsiteX1454" fmla="*/ 729425 w 1266825"/>
                <a:gd name="connsiteY1454" fmla="*/ 830580 h 1019175"/>
                <a:gd name="connsiteX1455" fmla="*/ 730187 w 1266825"/>
                <a:gd name="connsiteY1455" fmla="*/ 830294 h 1019175"/>
                <a:gd name="connsiteX1456" fmla="*/ 731234 w 1266825"/>
                <a:gd name="connsiteY1456" fmla="*/ 830675 h 1019175"/>
                <a:gd name="connsiteX1457" fmla="*/ 731806 w 1266825"/>
                <a:gd name="connsiteY1457" fmla="*/ 831533 h 1019175"/>
                <a:gd name="connsiteX1458" fmla="*/ 732092 w 1266825"/>
                <a:gd name="connsiteY1458" fmla="*/ 832580 h 1019175"/>
                <a:gd name="connsiteX1459" fmla="*/ 732282 w 1266825"/>
                <a:gd name="connsiteY1459" fmla="*/ 835533 h 1019175"/>
                <a:gd name="connsiteX1460" fmla="*/ 732473 w 1266825"/>
                <a:gd name="connsiteY1460" fmla="*/ 836771 h 1019175"/>
                <a:gd name="connsiteX1461" fmla="*/ 732663 w 1266825"/>
                <a:gd name="connsiteY1461" fmla="*/ 837438 h 1019175"/>
                <a:gd name="connsiteX1462" fmla="*/ 733235 w 1266825"/>
                <a:gd name="connsiteY1462" fmla="*/ 838486 h 1019175"/>
                <a:gd name="connsiteX1463" fmla="*/ 733901 w 1266825"/>
                <a:gd name="connsiteY1463" fmla="*/ 839629 h 1019175"/>
                <a:gd name="connsiteX1464" fmla="*/ 734854 w 1266825"/>
                <a:gd name="connsiteY1464" fmla="*/ 840677 h 1019175"/>
                <a:gd name="connsiteX1465" fmla="*/ 735902 w 1266825"/>
                <a:gd name="connsiteY1465" fmla="*/ 841439 h 1019175"/>
                <a:gd name="connsiteX1466" fmla="*/ 736949 w 1266825"/>
                <a:gd name="connsiteY1466" fmla="*/ 842105 h 1019175"/>
                <a:gd name="connsiteX1467" fmla="*/ 737902 w 1266825"/>
                <a:gd name="connsiteY1467" fmla="*/ 842486 h 1019175"/>
                <a:gd name="connsiteX1468" fmla="*/ 738473 w 1266825"/>
                <a:gd name="connsiteY1468" fmla="*/ 842677 h 1019175"/>
                <a:gd name="connsiteX1469" fmla="*/ 739235 w 1266825"/>
                <a:gd name="connsiteY1469" fmla="*/ 842772 h 1019175"/>
                <a:gd name="connsiteX1470" fmla="*/ 742379 w 1266825"/>
                <a:gd name="connsiteY1470" fmla="*/ 842486 h 1019175"/>
                <a:gd name="connsiteX1471" fmla="*/ 743141 w 1266825"/>
                <a:gd name="connsiteY1471" fmla="*/ 842582 h 1019175"/>
                <a:gd name="connsiteX1472" fmla="*/ 743903 w 1266825"/>
                <a:gd name="connsiteY1472" fmla="*/ 842772 h 1019175"/>
                <a:gd name="connsiteX1473" fmla="*/ 746474 w 1266825"/>
                <a:gd name="connsiteY1473" fmla="*/ 844010 h 1019175"/>
                <a:gd name="connsiteX1474" fmla="*/ 749808 w 1266825"/>
                <a:gd name="connsiteY1474" fmla="*/ 846296 h 1019175"/>
                <a:gd name="connsiteX1475" fmla="*/ 750189 w 1266825"/>
                <a:gd name="connsiteY1475" fmla="*/ 846773 h 1019175"/>
                <a:gd name="connsiteX1476" fmla="*/ 750380 w 1266825"/>
                <a:gd name="connsiteY1476" fmla="*/ 847154 h 1019175"/>
                <a:gd name="connsiteX1477" fmla="*/ 750570 w 1266825"/>
                <a:gd name="connsiteY1477" fmla="*/ 847916 h 1019175"/>
                <a:gd name="connsiteX1478" fmla="*/ 750761 w 1266825"/>
                <a:gd name="connsiteY1478" fmla="*/ 848773 h 1019175"/>
                <a:gd name="connsiteX1479" fmla="*/ 751142 w 1266825"/>
                <a:gd name="connsiteY1479" fmla="*/ 849916 h 1019175"/>
                <a:gd name="connsiteX1480" fmla="*/ 752475 w 1266825"/>
                <a:gd name="connsiteY1480" fmla="*/ 852869 h 1019175"/>
                <a:gd name="connsiteX1481" fmla="*/ 754761 w 1266825"/>
                <a:gd name="connsiteY1481" fmla="*/ 856583 h 1019175"/>
                <a:gd name="connsiteX1482" fmla="*/ 755047 w 1266825"/>
                <a:gd name="connsiteY1482" fmla="*/ 857536 h 1019175"/>
                <a:gd name="connsiteX1483" fmla="*/ 755333 w 1266825"/>
                <a:gd name="connsiteY1483" fmla="*/ 858488 h 1019175"/>
                <a:gd name="connsiteX1484" fmla="*/ 755428 w 1266825"/>
                <a:gd name="connsiteY1484" fmla="*/ 859346 h 1019175"/>
                <a:gd name="connsiteX1485" fmla="*/ 755333 w 1266825"/>
                <a:gd name="connsiteY1485" fmla="*/ 860108 h 1019175"/>
                <a:gd name="connsiteX1486" fmla="*/ 755142 w 1266825"/>
                <a:gd name="connsiteY1486" fmla="*/ 860584 h 1019175"/>
                <a:gd name="connsiteX1487" fmla="*/ 754475 w 1266825"/>
                <a:gd name="connsiteY1487" fmla="*/ 861060 h 1019175"/>
                <a:gd name="connsiteX1488" fmla="*/ 752951 w 1266825"/>
                <a:gd name="connsiteY1488" fmla="*/ 861727 h 1019175"/>
                <a:gd name="connsiteX1489" fmla="*/ 752285 w 1266825"/>
                <a:gd name="connsiteY1489" fmla="*/ 862298 h 1019175"/>
                <a:gd name="connsiteX1490" fmla="*/ 751713 w 1266825"/>
                <a:gd name="connsiteY1490" fmla="*/ 863441 h 1019175"/>
                <a:gd name="connsiteX1491" fmla="*/ 751142 w 1266825"/>
                <a:gd name="connsiteY1491" fmla="*/ 866108 h 1019175"/>
                <a:gd name="connsiteX1492" fmla="*/ 750475 w 1266825"/>
                <a:gd name="connsiteY1492" fmla="*/ 866966 h 1019175"/>
                <a:gd name="connsiteX1493" fmla="*/ 749237 w 1266825"/>
                <a:gd name="connsiteY1493" fmla="*/ 867347 h 1019175"/>
                <a:gd name="connsiteX1494" fmla="*/ 746665 w 1266825"/>
                <a:gd name="connsiteY1494" fmla="*/ 867251 h 1019175"/>
                <a:gd name="connsiteX1495" fmla="*/ 745141 w 1266825"/>
                <a:gd name="connsiteY1495" fmla="*/ 867823 h 1019175"/>
                <a:gd name="connsiteX1496" fmla="*/ 744284 w 1266825"/>
                <a:gd name="connsiteY1496" fmla="*/ 868775 h 1019175"/>
                <a:gd name="connsiteX1497" fmla="*/ 743807 w 1266825"/>
                <a:gd name="connsiteY1497" fmla="*/ 870776 h 1019175"/>
                <a:gd name="connsiteX1498" fmla="*/ 743236 w 1266825"/>
                <a:gd name="connsiteY1498" fmla="*/ 871538 h 1019175"/>
                <a:gd name="connsiteX1499" fmla="*/ 742093 w 1266825"/>
                <a:gd name="connsiteY1499" fmla="*/ 872014 h 1019175"/>
                <a:gd name="connsiteX1500" fmla="*/ 740378 w 1266825"/>
                <a:gd name="connsiteY1500" fmla="*/ 872490 h 1019175"/>
                <a:gd name="connsiteX1501" fmla="*/ 739712 w 1266825"/>
                <a:gd name="connsiteY1501" fmla="*/ 873347 h 1019175"/>
                <a:gd name="connsiteX1502" fmla="*/ 739712 w 1266825"/>
                <a:gd name="connsiteY1502" fmla="*/ 874395 h 1019175"/>
                <a:gd name="connsiteX1503" fmla="*/ 739902 w 1266825"/>
                <a:gd name="connsiteY1503" fmla="*/ 875443 h 1019175"/>
                <a:gd name="connsiteX1504" fmla="*/ 739807 w 1266825"/>
                <a:gd name="connsiteY1504" fmla="*/ 876491 h 1019175"/>
                <a:gd name="connsiteX1505" fmla="*/ 739140 w 1266825"/>
                <a:gd name="connsiteY1505" fmla="*/ 877348 h 1019175"/>
                <a:gd name="connsiteX1506" fmla="*/ 738092 w 1266825"/>
                <a:gd name="connsiteY1506" fmla="*/ 877729 h 1019175"/>
                <a:gd name="connsiteX1507" fmla="*/ 736759 w 1266825"/>
                <a:gd name="connsiteY1507" fmla="*/ 877538 h 1019175"/>
                <a:gd name="connsiteX1508" fmla="*/ 735997 w 1266825"/>
                <a:gd name="connsiteY1508" fmla="*/ 878015 h 1019175"/>
                <a:gd name="connsiteX1509" fmla="*/ 735616 w 1266825"/>
                <a:gd name="connsiteY1509" fmla="*/ 878872 h 1019175"/>
                <a:gd name="connsiteX1510" fmla="*/ 735425 w 1266825"/>
                <a:gd name="connsiteY1510" fmla="*/ 879920 h 1019175"/>
                <a:gd name="connsiteX1511" fmla="*/ 735044 w 1266825"/>
                <a:gd name="connsiteY1511" fmla="*/ 880872 h 1019175"/>
                <a:gd name="connsiteX1512" fmla="*/ 733997 w 1266825"/>
                <a:gd name="connsiteY1512" fmla="*/ 881634 h 1019175"/>
                <a:gd name="connsiteX1513" fmla="*/ 732568 w 1266825"/>
                <a:gd name="connsiteY1513" fmla="*/ 881729 h 1019175"/>
                <a:gd name="connsiteX1514" fmla="*/ 729139 w 1266825"/>
                <a:gd name="connsiteY1514" fmla="*/ 880396 h 1019175"/>
                <a:gd name="connsiteX1515" fmla="*/ 727901 w 1266825"/>
                <a:gd name="connsiteY1515" fmla="*/ 880205 h 1019175"/>
                <a:gd name="connsiteX1516" fmla="*/ 727139 w 1266825"/>
                <a:gd name="connsiteY1516" fmla="*/ 880777 h 1019175"/>
                <a:gd name="connsiteX1517" fmla="*/ 726567 w 1266825"/>
                <a:gd name="connsiteY1517" fmla="*/ 881729 h 1019175"/>
                <a:gd name="connsiteX1518" fmla="*/ 725996 w 1266825"/>
                <a:gd name="connsiteY1518" fmla="*/ 882682 h 1019175"/>
                <a:gd name="connsiteX1519" fmla="*/ 724948 w 1266825"/>
                <a:gd name="connsiteY1519" fmla="*/ 884111 h 1019175"/>
                <a:gd name="connsiteX1520" fmla="*/ 723995 w 1266825"/>
                <a:gd name="connsiteY1520" fmla="*/ 884968 h 1019175"/>
                <a:gd name="connsiteX1521" fmla="*/ 722376 w 1266825"/>
                <a:gd name="connsiteY1521" fmla="*/ 886206 h 1019175"/>
                <a:gd name="connsiteX1522" fmla="*/ 721233 w 1266825"/>
                <a:gd name="connsiteY1522" fmla="*/ 887349 h 1019175"/>
                <a:gd name="connsiteX1523" fmla="*/ 720566 w 1266825"/>
                <a:gd name="connsiteY1523" fmla="*/ 887921 h 1019175"/>
                <a:gd name="connsiteX1524" fmla="*/ 718947 w 1266825"/>
                <a:gd name="connsiteY1524" fmla="*/ 887444 h 1019175"/>
                <a:gd name="connsiteX1525" fmla="*/ 717137 w 1266825"/>
                <a:gd name="connsiteY1525" fmla="*/ 885825 h 1019175"/>
                <a:gd name="connsiteX1526" fmla="*/ 716471 w 1266825"/>
                <a:gd name="connsiteY1526" fmla="*/ 883920 h 1019175"/>
                <a:gd name="connsiteX1527" fmla="*/ 715709 w 1266825"/>
                <a:gd name="connsiteY1527" fmla="*/ 884492 h 1019175"/>
                <a:gd name="connsiteX1528" fmla="*/ 715328 w 1266825"/>
                <a:gd name="connsiteY1528" fmla="*/ 884206 h 1019175"/>
                <a:gd name="connsiteX1529" fmla="*/ 715232 w 1266825"/>
                <a:gd name="connsiteY1529" fmla="*/ 883730 h 1019175"/>
                <a:gd name="connsiteX1530" fmla="*/ 714756 w 1266825"/>
                <a:gd name="connsiteY1530" fmla="*/ 883253 h 1019175"/>
                <a:gd name="connsiteX1531" fmla="*/ 712661 w 1266825"/>
                <a:gd name="connsiteY1531" fmla="*/ 882682 h 1019175"/>
                <a:gd name="connsiteX1532" fmla="*/ 709898 w 1266825"/>
                <a:gd name="connsiteY1532" fmla="*/ 881348 h 1019175"/>
                <a:gd name="connsiteX1533" fmla="*/ 709041 w 1266825"/>
                <a:gd name="connsiteY1533" fmla="*/ 880491 h 1019175"/>
                <a:gd name="connsiteX1534" fmla="*/ 709327 w 1266825"/>
                <a:gd name="connsiteY1534" fmla="*/ 879348 h 1019175"/>
                <a:gd name="connsiteX1535" fmla="*/ 708660 w 1266825"/>
                <a:gd name="connsiteY1535" fmla="*/ 878491 h 1019175"/>
                <a:gd name="connsiteX1536" fmla="*/ 707993 w 1266825"/>
                <a:gd name="connsiteY1536" fmla="*/ 877919 h 1019175"/>
                <a:gd name="connsiteX1537" fmla="*/ 707422 w 1266825"/>
                <a:gd name="connsiteY1537" fmla="*/ 877253 h 1019175"/>
                <a:gd name="connsiteX1538" fmla="*/ 707136 w 1266825"/>
                <a:gd name="connsiteY1538" fmla="*/ 876014 h 1019175"/>
                <a:gd name="connsiteX1539" fmla="*/ 703802 w 1266825"/>
                <a:gd name="connsiteY1539" fmla="*/ 874395 h 1019175"/>
                <a:gd name="connsiteX1540" fmla="*/ 700564 w 1266825"/>
                <a:gd name="connsiteY1540" fmla="*/ 873443 h 1019175"/>
                <a:gd name="connsiteX1541" fmla="*/ 699516 w 1266825"/>
                <a:gd name="connsiteY1541" fmla="*/ 873347 h 1019175"/>
                <a:gd name="connsiteX1542" fmla="*/ 697897 w 1266825"/>
                <a:gd name="connsiteY1542" fmla="*/ 873443 h 1019175"/>
                <a:gd name="connsiteX1543" fmla="*/ 697325 w 1266825"/>
                <a:gd name="connsiteY1543" fmla="*/ 873443 h 1019175"/>
                <a:gd name="connsiteX1544" fmla="*/ 696659 w 1266825"/>
                <a:gd name="connsiteY1544" fmla="*/ 873062 h 1019175"/>
                <a:gd name="connsiteX1545" fmla="*/ 695992 w 1266825"/>
                <a:gd name="connsiteY1545" fmla="*/ 872681 h 1019175"/>
                <a:gd name="connsiteX1546" fmla="*/ 695325 w 1266825"/>
                <a:gd name="connsiteY1546" fmla="*/ 872300 h 1019175"/>
                <a:gd name="connsiteX1547" fmla="*/ 692277 w 1266825"/>
                <a:gd name="connsiteY1547" fmla="*/ 871919 h 1019175"/>
                <a:gd name="connsiteX1548" fmla="*/ 687419 w 1266825"/>
                <a:gd name="connsiteY1548" fmla="*/ 870109 h 1019175"/>
                <a:gd name="connsiteX1549" fmla="*/ 684943 w 1266825"/>
                <a:gd name="connsiteY1549" fmla="*/ 869728 h 1019175"/>
                <a:gd name="connsiteX1550" fmla="*/ 684086 w 1266825"/>
                <a:gd name="connsiteY1550" fmla="*/ 869442 h 1019175"/>
                <a:gd name="connsiteX1551" fmla="*/ 683419 w 1266825"/>
                <a:gd name="connsiteY1551" fmla="*/ 868966 h 1019175"/>
                <a:gd name="connsiteX1552" fmla="*/ 682847 w 1266825"/>
                <a:gd name="connsiteY1552" fmla="*/ 868204 h 1019175"/>
                <a:gd name="connsiteX1553" fmla="*/ 682181 w 1266825"/>
                <a:gd name="connsiteY1553" fmla="*/ 867632 h 1019175"/>
                <a:gd name="connsiteX1554" fmla="*/ 681133 w 1266825"/>
                <a:gd name="connsiteY1554" fmla="*/ 867442 h 1019175"/>
                <a:gd name="connsiteX1555" fmla="*/ 680561 w 1266825"/>
                <a:gd name="connsiteY1555" fmla="*/ 867156 h 1019175"/>
                <a:gd name="connsiteX1556" fmla="*/ 679514 w 1266825"/>
                <a:gd name="connsiteY1556" fmla="*/ 865823 h 1019175"/>
                <a:gd name="connsiteX1557" fmla="*/ 678656 w 1266825"/>
                <a:gd name="connsiteY1557" fmla="*/ 865537 h 1019175"/>
                <a:gd name="connsiteX1558" fmla="*/ 677609 w 1266825"/>
                <a:gd name="connsiteY1558" fmla="*/ 865537 h 1019175"/>
                <a:gd name="connsiteX1559" fmla="*/ 676942 w 1266825"/>
                <a:gd name="connsiteY1559" fmla="*/ 865442 h 1019175"/>
                <a:gd name="connsiteX1560" fmla="*/ 676275 w 1266825"/>
                <a:gd name="connsiteY1560" fmla="*/ 865632 h 1019175"/>
                <a:gd name="connsiteX1561" fmla="*/ 674942 w 1266825"/>
                <a:gd name="connsiteY1561" fmla="*/ 865346 h 1019175"/>
                <a:gd name="connsiteX1562" fmla="*/ 673799 w 1266825"/>
                <a:gd name="connsiteY1562" fmla="*/ 864965 h 1019175"/>
                <a:gd name="connsiteX1563" fmla="*/ 672370 w 1266825"/>
                <a:gd name="connsiteY1563" fmla="*/ 864299 h 1019175"/>
                <a:gd name="connsiteX1564" fmla="*/ 670751 w 1266825"/>
                <a:gd name="connsiteY1564" fmla="*/ 863727 h 1019175"/>
                <a:gd name="connsiteX1565" fmla="*/ 664940 w 1266825"/>
                <a:gd name="connsiteY1565" fmla="*/ 863156 h 1019175"/>
                <a:gd name="connsiteX1566" fmla="*/ 663035 w 1266825"/>
                <a:gd name="connsiteY1566" fmla="*/ 862679 h 1019175"/>
                <a:gd name="connsiteX1567" fmla="*/ 661035 w 1266825"/>
                <a:gd name="connsiteY1567" fmla="*/ 861822 h 1019175"/>
                <a:gd name="connsiteX1568" fmla="*/ 655130 w 1266825"/>
                <a:gd name="connsiteY1568" fmla="*/ 857917 h 1019175"/>
                <a:gd name="connsiteX1569" fmla="*/ 653034 w 1266825"/>
                <a:gd name="connsiteY1569" fmla="*/ 857250 h 1019175"/>
                <a:gd name="connsiteX1570" fmla="*/ 650272 w 1266825"/>
                <a:gd name="connsiteY1570" fmla="*/ 858869 h 1019175"/>
                <a:gd name="connsiteX1571" fmla="*/ 648081 w 1266825"/>
                <a:gd name="connsiteY1571" fmla="*/ 861632 h 1019175"/>
                <a:gd name="connsiteX1572" fmla="*/ 644557 w 1266825"/>
                <a:gd name="connsiteY1572" fmla="*/ 864584 h 1019175"/>
                <a:gd name="connsiteX1573" fmla="*/ 643509 w 1266825"/>
                <a:gd name="connsiteY1573" fmla="*/ 866108 h 1019175"/>
                <a:gd name="connsiteX1574" fmla="*/ 642747 w 1266825"/>
                <a:gd name="connsiteY1574" fmla="*/ 867632 h 1019175"/>
                <a:gd name="connsiteX1575" fmla="*/ 642366 w 1266825"/>
                <a:gd name="connsiteY1575" fmla="*/ 869156 h 1019175"/>
                <a:gd name="connsiteX1576" fmla="*/ 640747 w 1266825"/>
                <a:gd name="connsiteY1576" fmla="*/ 874586 h 1019175"/>
                <a:gd name="connsiteX1577" fmla="*/ 640652 w 1266825"/>
                <a:gd name="connsiteY1577" fmla="*/ 876014 h 1019175"/>
                <a:gd name="connsiteX1578" fmla="*/ 640937 w 1266825"/>
                <a:gd name="connsiteY1578" fmla="*/ 877634 h 1019175"/>
                <a:gd name="connsiteX1579" fmla="*/ 641604 w 1266825"/>
                <a:gd name="connsiteY1579" fmla="*/ 879539 h 1019175"/>
                <a:gd name="connsiteX1580" fmla="*/ 646367 w 1266825"/>
                <a:gd name="connsiteY1580" fmla="*/ 886016 h 1019175"/>
                <a:gd name="connsiteX1581" fmla="*/ 649700 w 1266825"/>
                <a:gd name="connsiteY1581" fmla="*/ 891540 h 1019175"/>
                <a:gd name="connsiteX1582" fmla="*/ 652272 w 1266825"/>
                <a:gd name="connsiteY1582" fmla="*/ 897827 h 1019175"/>
                <a:gd name="connsiteX1583" fmla="*/ 654082 w 1266825"/>
                <a:gd name="connsiteY1583" fmla="*/ 901160 h 1019175"/>
                <a:gd name="connsiteX1584" fmla="*/ 656177 w 1266825"/>
                <a:gd name="connsiteY1584" fmla="*/ 903446 h 1019175"/>
                <a:gd name="connsiteX1585" fmla="*/ 658940 w 1266825"/>
                <a:gd name="connsiteY1585" fmla="*/ 905732 h 1019175"/>
                <a:gd name="connsiteX1586" fmla="*/ 659321 w 1266825"/>
                <a:gd name="connsiteY1586" fmla="*/ 905923 h 1019175"/>
                <a:gd name="connsiteX1587" fmla="*/ 660178 w 1266825"/>
                <a:gd name="connsiteY1587" fmla="*/ 906018 h 1019175"/>
                <a:gd name="connsiteX1588" fmla="*/ 660749 w 1266825"/>
                <a:gd name="connsiteY1588" fmla="*/ 906209 h 1019175"/>
                <a:gd name="connsiteX1589" fmla="*/ 661035 w 1266825"/>
                <a:gd name="connsiteY1589" fmla="*/ 906209 h 1019175"/>
                <a:gd name="connsiteX1590" fmla="*/ 661702 w 1266825"/>
                <a:gd name="connsiteY1590" fmla="*/ 906304 h 1019175"/>
                <a:gd name="connsiteX1591" fmla="*/ 663321 w 1266825"/>
                <a:gd name="connsiteY1591" fmla="*/ 907447 h 1019175"/>
                <a:gd name="connsiteX1592" fmla="*/ 664178 w 1266825"/>
                <a:gd name="connsiteY1592" fmla="*/ 907637 h 1019175"/>
                <a:gd name="connsiteX1593" fmla="*/ 666464 w 1266825"/>
                <a:gd name="connsiteY1593" fmla="*/ 907542 h 1019175"/>
                <a:gd name="connsiteX1594" fmla="*/ 667131 w 1266825"/>
                <a:gd name="connsiteY1594" fmla="*/ 907637 h 1019175"/>
                <a:gd name="connsiteX1595" fmla="*/ 668560 w 1266825"/>
                <a:gd name="connsiteY1595" fmla="*/ 908685 h 1019175"/>
                <a:gd name="connsiteX1596" fmla="*/ 669227 w 1266825"/>
                <a:gd name="connsiteY1596" fmla="*/ 909923 h 1019175"/>
                <a:gd name="connsiteX1597" fmla="*/ 670560 w 1266825"/>
                <a:gd name="connsiteY1597" fmla="*/ 913067 h 1019175"/>
                <a:gd name="connsiteX1598" fmla="*/ 671227 w 1266825"/>
                <a:gd name="connsiteY1598" fmla="*/ 915734 h 1019175"/>
                <a:gd name="connsiteX1599" fmla="*/ 671417 w 1266825"/>
                <a:gd name="connsiteY1599" fmla="*/ 917829 h 1019175"/>
                <a:gd name="connsiteX1600" fmla="*/ 671417 w 1266825"/>
                <a:gd name="connsiteY1600" fmla="*/ 919829 h 1019175"/>
                <a:gd name="connsiteX1601" fmla="*/ 670846 w 1266825"/>
                <a:gd name="connsiteY1601" fmla="*/ 924116 h 1019175"/>
                <a:gd name="connsiteX1602" fmla="*/ 671036 w 1266825"/>
                <a:gd name="connsiteY1602" fmla="*/ 926592 h 1019175"/>
                <a:gd name="connsiteX1603" fmla="*/ 671798 w 1266825"/>
                <a:gd name="connsiteY1603" fmla="*/ 927545 h 1019175"/>
                <a:gd name="connsiteX1604" fmla="*/ 672846 w 1266825"/>
                <a:gd name="connsiteY1604" fmla="*/ 927449 h 1019175"/>
                <a:gd name="connsiteX1605" fmla="*/ 674561 w 1266825"/>
                <a:gd name="connsiteY1605" fmla="*/ 925925 h 1019175"/>
                <a:gd name="connsiteX1606" fmla="*/ 675418 w 1266825"/>
                <a:gd name="connsiteY1606" fmla="*/ 925544 h 1019175"/>
                <a:gd name="connsiteX1607" fmla="*/ 676466 w 1266825"/>
                <a:gd name="connsiteY1607" fmla="*/ 925640 h 1019175"/>
                <a:gd name="connsiteX1608" fmla="*/ 677704 w 1266825"/>
                <a:gd name="connsiteY1608" fmla="*/ 926116 h 1019175"/>
                <a:gd name="connsiteX1609" fmla="*/ 681514 w 1266825"/>
                <a:gd name="connsiteY1609" fmla="*/ 928211 h 1019175"/>
                <a:gd name="connsiteX1610" fmla="*/ 683800 w 1266825"/>
                <a:gd name="connsiteY1610" fmla="*/ 928973 h 1019175"/>
                <a:gd name="connsiteX1611" fmla="*/ 686181 w 1266825"/>
                <a:gd name="connsiteY1611" fmla="*/ 929164 h 1019175"/>
                <a:gd name="connsiteX1612" fmla="*/ 688372 w 1266825"/>
                <a:gd name="connsiteY1612" fmla="*/ 928878 h 1019175"/>
                <a:gd name="connsiteX1613" fmla="*/ 689324 w 1266825"/>
                <a:gd name="connsiteY1613" fmla="*/ 928688 h 1019175"/>
                <a:gd name="connsiteX1614" fmla="*/ 690182 w 1266825"/>
                <a:gd name="connsiteY1614" fmla="*/ 928402 h 1019175"/>
                <a:gd name="connsiteX1615" fmla="*/ 690848 w 1266825"/>
                <a:gd name="connsiteY1615" fmla="*/ 928021 h 1019175"/>
                <a:gd name="connsiteX1616" fmla="*/ 691610 w 1266825"/>
                <a:gd name="connsiteY1616" fmla="*/ 927449 h 1019175"/>
                <a:gd name="connsiteX1617" fmla="*/ 693706 w 1266825"/>
                <a:gd name="connsiteY1617" fmla="*/ 925163 h 1019175"/>
                <a:gd name="connsiteX1618" fmla="*/ 693992 w 1266825"/>
                <a:gd name="connsiteY1618" fmla="*/ 925068 h 1019175"/>
                <a:gd name="connsiteX1619" fmla="*/ 694563 w 1266825"/>
                <a:gd name="connsiteY1619" fmla="*/ 924687 h 1019175"/>
                <a:gd name="connsiteX1620" fmla="*/ 695230 w 1266825"/>
                <a:gd name="connsiteY1620" fmla="*/ 924306 h 1019175"/>
                <a:gd name="connsiteX1621" fmla="*/ 696944 w 1266825"/>
                <a:gd name="connsiteY1621" fmla="*/ 923068 h 1019175"/>
                <a:gd name="connsiteX1622" fmla="*/ 697802 w 1266825"/>
                <a:gd name="connsiteY1622" fmla="*/ 922687 h 1019175"/>
                <a:gd name="connsiteX1623" fmla="*/ 698849 w 1266825"/>
                <a:gd name="connsiteY1623" fmla="*/ 922687 h 1019175"/>
                <a:gd name="connsiteX1624" fmla="*/ 699516 w 1266825"/>
                <a:gd name="connsiteY1624" fmla="*/ 922877 h 1019175"/>
                <a:gd name="connsiteX1625" fmla="*/ 700278 w 1266825"/>
                <a:gd name="connsiteY1625" fmla="*/ 923735 h 1019175"/>
                <a:gd name="connsiteX1626" fmla="*/ 701993 w 1266825"/>
                <a:gd name="connsiteY1626" fmla="*/ 925449 h 1019175"/>
                <a:gd name="connsiteX1627" fmla="*/ 703326 w 1266825"/>
                <a:gd name="connsiteY1627" fmla="*/ 927735 h 1019175"/>
                <a:gd name="connsiteX1628" fmla="*/ 704374 w 1266825"/>
                <a:gd name="connsiteY1628" fmla="*/ 929831 h 1019175"/>
                <a:gd name="connsiteX1629" fmla="*/ 705898 w 1266825"/>
                <a:gd name="connsiteY1629" fmla="*/ 934593 h 1019175"/>
                <a:gd name="connsiteX1630" fmla="*/ 707231 w 1266825"/>
                <a:gd name="connsiteY1630" fmla="*/ 941070 h 1019175"/>
                <a:gd name="connsiteX1631" fmla="*/ 707993 w 1266825"/>
                <a:gd name="connsiteY1631" fmla="*/ 941546 h 1019175"/>
                <a:gd name="connsiteX1632" fmla="*/ 709327 w 1266825"/>
                <a:gd name="connsiteY1632" fmla="*/ 941832 h 1019175"/>
                <a:gd name="connsiteX1633" fmla="*/ 714756 w 1266825"/>
                <a:gd name="connsiteY1633" fmla="*/ 941832 h 1019175"/>
                <a:gd name="connsiteX1634" fmla="*/ 715613 w 1266825"/>
                <a:gd name="connsiteY1634" fmla="*/ 941642 h 1019175"/>
                <a:gd name="connsiteX1635" fmla="*/ 715994 w 1266825"/>
                <a:gd name="connsiteY1635" fmla="*/ 941356 h 1019175"/>
                <a:gd name="connsiteX1636" fmla="*/ 716852 w 1266825"/>
                <a:gd name="connsiteY1636" fmla="*/ 940403 h 1019175"/>
                <a:gd name="connsiteX1637" fmla="*/ 717328 w 1266825"/>
                <a:gd name="connsiteY1637" fmla="*/ 939927 h 1019175"/>
                <a:gd name="connsiteX1638" fmla="*/ 717899 w 1266825"/>
                <a:gd name="connsiteY1638" fmla="*/ 939641 h 1019175"/>
                <a:gd name="connsiteX1639" fmla="*/ 718471 w 1266825"/>
                <a:gd name="connsiteY1639" fmla="*/ 939451 h 1019175"/>
                <a:gd name="connsiteX1640" fmla="*/ 720376 w 1266825"/>
                <a:gd name="connsiteY1640" fmla="*/ 939356 h 1019175"/>
                <a:gd name="connsiteX1641" fmla="*/ 721328 w 1266825"/>
                <a:gd name="connsiteY1641" fmla="*/ 936498 h 1019175"/>
                <a:gd name="connsiteX1642" fmla="*/ 721233 w 1266825"/>
                <a:gd name="connsiteY1642" fmla="*/ 933355 h 1019175"/>
                <a:gd name="connsiteX1643" fmla="*/ 721424 w 1266825"/>
                <a:gd name="connsiteY1643" fmla="*/ 932593 h 1019175"/>
                <a:gd name="connsiteX1644" fmla="*/ 721805 w 1266825"/>
                <a:gd name="connsiteY1644" fmla="*/ 932212 h 1019175"/>
                <a:gd name="connsiteX1645" fmla="*/ 722471 w 1266825"/>
                <a:gd name="connsiteY1645" fmla="*/ 932212 h 1019175"/>
                <a:gd name="connsiteX1646" fmla="*/ 723043 w 1266825"/>
                <a:gd name="connsiteY1646" fmla="*/ 932402 h 1019175"/>
                <a:gd name="connsiteX1647" fmla="*/ 723614 w 1266825"/>
                <a:gd name="connsiteY1647" fmla="*/ 932783 h 1019175"/>
                <a:gd name="connsiteX1648" fmla="*/ 725138 w 1266825"/>
                <a:gd name="connsiteY1648" fmla="*/ 934022 h 1019175"/>
                <a:gd name="connsiteX1649" fmla="*/ 725805 w 1266825"/>
                <a:gd name="connsiteY1649" fmla="*/ 934117 h 1019175"/>
                <a:gd name="connsiteX1650" fmla="*/ 726281 w 1266825"/>
                <a:gd name="connsiteY1650" fmla="*/ 935260 h 1019175"/>
                <a:gd name="connsiteX1651" fmla="*/ 728853 w 1266825"/>
                <a:gd name="connsiteY1651" fmla="*/ 937832 h 1019175"/>
                <a:gd name="connsiteX1652" fmla="*/ 729615 w 1266825"/>
                <a:gd name="connsiteY1652" fmla="*/ 939737 h 1019175"/>
                <a:gd name="connsiteX1653" fmla="*/ 729425 w 1266825"/>
                <a:gd name="connsiteY1653" fmla="*/ 940594 h 1019175"/>
                <a:gd name="connsiteX1654" fmla="*/ 729139 w 1266825"/>
                <a:gd name="connsiteY1654" fmla="*/ 941546 h 1019175"/>
                <a:gd name="connsiteX1655" fmla="*/ 729044 w 1266825"/>
                <a:gd name="connsiteY1655" fmla="*/ 942499 h 1019175"/>
                <a:gd name="connsiteX1656" fmla="*/ 729329 w 1266825"/>
                <a:gd name="connsiteY1656" fmla="*/ 943356 h 1019175"/>
                <a:gd name="connsiteX1657" fmla="*/ 731139 w 1266825"/>
                <a:gd name="connsiteY1657" fmla="*/ 945547 h 1019175"/>
                <a:gd name="connsiteX1658" fmla="*/ 731425 w 1266825"/>
                <a:gd name="connsiteY1658" fmla="*/ 946214 h 1019175"/>
                <a:gd name="connsiteX1659" fmla="*/ 731901 w 1266825"/>
                <a:gd name="connsiteY1659" fmla="*/ 947547 h 1019175"/>
                <a:gd name="connsiteX1660" fmla="*/ 732092 w 1266825"/>
                <a:gd name="connsiteY1660" fmla="*/ 948595 h 1019175"/>
                <a:gd name="connsiteX1661" fmla="*/ 732187 w 1266825"/>
                <a:gd name="connsiteY1661" fmla="*/ 949738 h 1019175"/>
                <a:gd name="connsiteX1662" fmla="*/ 731996 w 1266825"/>
                <a:gd name="connsiteY1662" fmla="*/ 951167 h 1019175"/>
                <a:gd name="connsiteX1663" fmla="*/ 731711 w 1266825"/>
                <a:gd name="connsiteY1663" fmla="*/ 952214 h 1019175"/>
                <a:gd name="connsiteX1664" fmla="*/ 731330 w 1266825"/>
                <a:gd name="connsiteY1664" fmla="*/ 952976 h 1019175"/>
                <a:gd name="connsiteX1665" fmla="*/ 730568 w 1266825"/>
                <a:gd name="connsiteY1665" fmla="*/ 954310 h 1019175"/>
                <a:gd name="connsiteX1666" fmla="*/ 729329 w 1266825"/>
                <a:gd name="connsiteY1666" fmla="*/ 958596 h 1019175"/>
                <a:gd name="connsiteX1667" fmla="*/ 728567 w 1266825"/>
                <a:gd name="connsiteY1667" fmla="*/ 959930 h 1019175"/>
                <a:gd name="connsiteX1668" fmla="*/ 728091 w 1266825"/>
                <a:gd name="connsiteY1668" fmla="*/ 960692 h 1019175"/>
                <a:gd name="connsiteX1669" fmla="*/ 727520 w 1266825"/>
                <a:gd name="connsiteY1669" fmla="*/ 961168 h 1019175"/>
                <a:gd name="connsiteX1670" fmla="*/ 726472 w 1266825"/>
                <a:gd name="connsiteY1670" fmla="*/ 961835 h 1019175"/>
                <a:gd name="connsiteX1671" fmla="*/ 725615 w 1266825"/>
                <a:gd name="connsiteY1671" fmla="*/ 962787 h 1019175"/>
                <a:gd name="connsiteX1672" fmla="*/ 724757 w 1266825"/>
                <a:gd name="connsiteY1672" fmla="*/ 964216 h 1019175"/>
                <a:gd name="connsiteX1673" fmla="*/ 724091 w 1266825"/>
                <a:gd name="connsiteY1673" fmla="*/ 966216 h 1019175"/>
                <a:gd name="connsiteX1674" fmla="*/ 724186 w 1266825"/>
                <a:gd name="connsiteY1674" fmla="*/ 967550 h 1019175"/>
                <a:gd name="connsiteX1675" fmla="*/ 724662 w 1266825"/>
                <a:gd name="connsiteY1675" fmla="*/ 968597 h 1019175"/>
                <a:gd name="connsiteX1676" fmla="*/ 725138 w 1266825"/>
                <a:gd name="connsiteY1676" fmla="*/ 969455 h 1019175"/>
                <a:gd name="connsiteX1677" fmla="*/ 725805 w 1266825"/>
                <a:gd name="connsiteY1677" fmla="*/ 970312 h 1019175"/>
                <a:gd name="connsiteX1678" fmla="*/ 726662 w 1266825"/>
                <a:gd name="connsiteY1678" fmla="*/ 972312 h 1019175"/>
                <a:gd name="connsiteX1679" fmla="*/ 726853 w 1266825"/>
                <a:gd name="connsiteY1679" fmla="*/ 973646 h 1019175"/>
                <a:gd name="connsiteX1680" fmla="*/ 726853 w 1266825"/>
                <a:gd name="connsiteY1680" fmla="*/ 975265 h 1019175"/>
                <a:gd name="connsiteX1681" fmla="*/ 726662 w 1266825"/>
                <a:gd name="connsiteY1681" fmla="*/ 976217 h 1019175"/>
                <a:gd name="connsiteX1682" fmla="*/ 726472 w 1266825"/>
                <a:gd name="connsiteY1682" fmla="*/ 977170 h 1019175"/>
                <a:gd name="connsiteX1683" fmla="*/ 726377 w 1266825"/>
                <a:gd name="connsiteY1683" fmla="*/ 978218 h 1019175"/>
                <a:gd name="connsiteX1684" fmla="*/ 726662 w 1266825"/>
                <a:gd name="connsiteY1684" fmla="*/ 978408 h 1019175"/>
                <a:gd name="connsiteX1685" fmla="*/ 727234 w 1266825"/>
                <a:gd name="connsiteY1685" fmla="*/ 978122 h 1019175"/>
                <a:gd name="connsiteX1686" fmla="*/ 730282 w 1266825"/>
                <a:gd name="connsiteY1686" fmla="*/ 975836 h 1019175"/>
                <a:gd name="connsiteX1687" fmla="*/ 735616 w 1266825"/>
                <a:gd name="connsiteY1687" fmla="*/ 970598 h 1019175"/>
                <a:gd name="connsiteX1688" fmla="*/ 737140 w 1266825"/>
                <a:gd name="connsiteY1688" fmla="*/ 969550 h 1019175"/>
                <a:gd name="connsiteX1689" fmla="*/ 737902 w 1266825"/>
                <a:gd name="connsiteY1689" fmla="*/ 969169 h 1019175"/>
                <a:gd name="connsiteX1690" fmla="*/ 738473 w 1266825"/>
                <a:gd name="connsiteY1690" fmla="*/ 969074 h 1019175"/>
                <a:gd name="connsiteX1691" fmla="*/ 740569 w 1266825"/>
                <a:gd name="connsiteY1691" fmla="*/ 968788 h 1019175"/>
                <a:gd name="connsiteX1692" fmla="*/ 744284 w 1266825"/>
                <a:gd name="connsiteY1692" fmla="*/ 969359 h 1019175"/>
                <a:gd name="connsiteX1693" fmla="*/ 745236 w 1266825"/>
                <a:gd name="connsiteY1693" fmla="*/ 969264 h 1019175"/>
                <a:gd name="connsiteX1694" fmla="*/ 746093 w 1266825"/>
                <a:gd name="connsiteY1694" fmla="*/ 968693 h 1019175"/>
                <a:gd name="connsiteX1695" fmla="*/ 747332 w 1266825"/>
                <a:gd name="connsiteY1695" fmla="*/ 966597 h 1019175"/>
                <a:gd name="connsiteX1696" fmla="*/ 748570 w 1266825"/>
                <a:gd name="connsiteY1696" fmla="*/ 962787 h 1019175"/>
                <a:gd name="connsiteX1697" fmla="*/ 749141 w 1266825"/>
                <a:gd name="connsiteY1697" fmla="*/ 961739 h 1019175"/>
                <a:gd name="connsiteX1698" fmla="*/ 749808 w 1266825"/>
                <a:gd name="connsiteY1698" fmla="*/ 960977 h 1019175"/>
                <a:gd name="connsiteX1699" fmla="*/ 750665 w 1266825"/>
                <a:gd name="connsiteY1699" fmla="*/ 960406 h 1019175"/>
                <a:gd name="connsiteX1700" fmla="*/ 751713 w 1266825"/>
                <a:gd name="connsiteY1700" fmla="*/ 960025 h 1019175"/>
                <a:gd name="connsiteX1701" fmla="*/ 756476 w 1266825"/>
                <a:gd name="connsiteY1701" fmla="*/ 959072 h 1019175"/>
                <a:gd name="connsiteX1702" fmla="*/ 757238 w 1266825"/>
                <a:gd name="connsiteY1702" fmla="*/ 958596 h 1019175"/>
                <a:gd name="connsiteX1703" fmla="*/ 758000 w 1266825"/>
                <a:gd name="connsiteY1703" fmla="*/ 958025 h 1019175"/>
                <a:gd name="connsiteX1704" fmla="*/ 758666 w 1266825"/>
                <a:gd name="connsiteY1704" fmla="*/ 957263 h 1019175"/>
                <a:gd name="connsiteX1705" fmla="*/ 760381 w 1266825"/>
                <a:gd name="connsiteY1705" fmla="*/ 953929 h 1019175"/>
                <a:gd name="connsiteX1706" fmla="*/ 761238 w 1266825"/>
                <a:gd name="connsiteY1706" fmla="*/ 953167 h 1019175"/>
                <a:gd name="connsiteX1707" fmla="*/ 762572 w 1266825"/>
                <a:gd name="connsiteY1707" fmla="*/ 952500 h 1019175"/>
                <a:gd name="connsiteX1708" fmla="*/ 766191 w 1266825"/>
                <a:gd name="connsiteY1708" fmla="*/ 951833 h 1019175"/>
                <a:gd name="connsiteX1709" fmla="*/ 766286 w 1266825"/>
                <a:gd name="connsiteY1709" fmla="*/ 951452 h 1019175"/>
                <a:gd name="connsiteX1710" fmla="*/ 767048 w 1266825"/>
                <a:gd name="connsiteY1710" fmla="*/ 951357 h 1019175"/>
                <a:gd name="connsiteX1711" fmla="*/ 768191 w 1266825"/>
                <a:gd name="connsiteY1711" fmla="*/ 950976 h 1019175"/>
                <a:gd name="connsiteX1712" fmla="*/ 769049 w 1266825"/>
                <a:gd name="connsiteY1712" fmla="*/ 950881 h 1019175"/>
                <a:gd name="connsiteX1713" fmla="*/ 773335 w 1266825"/>
                <a:gd name="connsiteY1713" fmla="*/ 947166 h 1019175"/>
                <a:gd name="connsiteX1714" fmla="*/ 775049 w 1266825"/>
                <a:gd name="connsiteY1714" fmla="*/ 946309 h 1019175"/>
                <a:gd name="connsiteX1715" fmla="*/ 774859 w 1266825"/>
                <a:gd name="connsiteY1715" fmla="*/ 945928 h 1019175"/>
                <a:gd name="connsiteX1716" fmla="*/ 774478 w 1266825"/>
                <a:gd name="connsiteY1716" fmla="*/ 944975 h 1019175"/>
                <a:gd name="connsiteX1717" fmla="*/ 775526 w 1266825"/>
                <a:gd name="connsiteY1717" fmla="*/ 945071 h 1019175"/>
                <a:gd name="connsiteX1718" fmla="*/ 775811 w 1266825"/>
                <a:gd name="connsiteY1718" fmla="*/ 945261 h 1019175"/>
                <a:gd name="connsiteX1719" fmla="*/ 776192 w 1266825"/>
                <a:gd name="connsiteY1719" fmla="*/ 945547 h 1019175"/>
                <a:gd name="connsiteX1720" fmla="*/ 776669 w 1266825"/>
                <a:gd name="connsiteY1720" fmla="*/ 945547 h 1019175"/>
                <a:gd name="connsiteX1721" fmla="*/ 775335 w 1266825"/>
                <a:gd name="connsiteY1721" fmla="*/ 943547 h 1019175"/>
                <a:gd name="connsiteX1722" fmla="*/ 774859 w 1266825"/>
                <a:gd name="connsiteY1722" fmla="*/ 942404 h 1019175"/>
                <a:gd name="connsiteX1723" fmla="*/ 774478 w 1266825"/>
                <a:gd name="connsiteY1723" fmla="*/ 940975 h 1019175"/>
                <a:gd name="connsiteX1724" fmla="*/ 774383 w 1266825"/>
                <a:gd name="connsiteY1724" fmla="*/ 940022 h 1019175"/>
                <a:gd name="connsiteX1725" fmla="*/ 774383 w 1266825"/>
                <a:gd name="connsiteY1725" fmla="*/ 938879 h 1019175"/>
                <a:gd name="connsiteX1726" fmla="*/ 774954 w 1266825"/>
                <a:gd name="connsiteY1726" fmla="*/ 938308 h 1019175"/>
                <a:gd name="connsiteX1727" fmla="*/ 776192 w 1266825"/>
                <a:gd name="connsiteY1727" fmla="*/ 939070 h 1019175"/>
                <a:gd name="connsiteX1728" fmla="*/ 776669 w 1266825"/>
                <a:gd name="connsiteY1728" fmla="*/ 938403 h 1019175"/>
                <a:gd name="connsiteX1729" fmla="*/ 772001 w 1266825"/>
                <a:gd name="connsiteY1729" fmla="*/ 934974 h 1019175"/>
                <a:gd name="connsiteX1730" fmla="*/ 771239 w 1266825"/>
                <a:gd name="connsiteY1730" fmla="*/ 934784 h 1019175"/>
                <a:gd name="connsiteX1731" fmla="*/ 770382 w 1266825"/>
                <a:gd name="connsiteY1731" fmla="*/ 933260 h 1019175"/>
                <a:gd name="connsiteX1732" fmla="*/ 766572 w 1266825"/>
                <a:gd name="connsiteY1732" fmla="*/ 931831 h 1019175"/>
                <a:gd name="connsiteX1733" fmla="*/ 765715 w 1266825"/>
                <a:gd name="connsiteY1733" fmla="*/ 930212 h 1019175"/>
                <a:gd name="connsiteX1734" fmla="*/ 765524 w 1266825"/>
                <a:gd name="connsiteY1734" fmla="*/ 929640 h 1019175"/>
                <a:gd name="connsiteX1735" fmla="*/ 764381 w 1266825"/>
                <a:gd name="connsiteY1735" fmla="*/ 928307 h 1019175"/>
                <a:gd name="connsiteX1736" fmla="*/ 764096 w 1266825"/>
                <a:gd name="connsiteY1736" fmla="*/ 927640 h 1019175"/>
                <a:gd name="connsiteX1737" fmla="*/ 764286 w 1266825"/>
                <a:gd name="connsiteY1737" fmla="*/ 925449 h 1019175"/>
                <a:gd name="connsiteX1738" fmla="*/ 764667 w 1266825"/>
                <a:gd name="connsiteY1738" fmla="*/ 923354 h 1019175"/>
                <a:gd name="connsiteX1739" fmla="*/ 765048 w 1266825"/>
                <a:gd name="connsiteY1739" fmla="*/ 922211 h 1019175"/>
                <a:gd name="connsiteX1740" fmla="*/ 765524 w 1266825"/>
                <a:gd name="connsiteY1740" fmla="*/ 921449 h 1019175"/>
                <a:gd name="connsiteX1741" fmla="*/ 765620 w 1266825"/>
                <a:gd name="connsiteY1741" fmla="*/ 920687 h 1019175"/>
                <a:gd name="connsiteX1742" fmla="*/ 764953 w 1266825"/>
                <a:gd name="connsiteY1742" fmla="*/ 919734 h 1019175"/>
                <a:gd name="connsiteX1743" fmla="*/ 764381 w 1266825"/>
                <a:gd name="connsiteY1743" fmla="*/ 919829 h 1019175"/>
                <a:gd name="connsiteX1744" fmla="*/ 763524 w 1266825"/>
                <a:gd name="connsiteY1744" fmla="*/ 920591 h 1019175"/>
                <a:gd name="connsiteX1745" fmla="*/ 762572 w 1266825"/>
                <a:gd name="connsiteY1745" fmla="*/ 921163 h 1019175"/>
                <a:gd name="connsiteX1746" fmla="*/ 761429 w 1266825"/>
                <a:gd name="connsiteY1746" fmla="*/ 920782 h 1019175"/>
                <a:gd name="connsiteX1747" fmla="*/ 762000 w 1266825"/>
                <a:gd name="connsiteY1747" fmla="*/ 919829 h 1019175"/>
                <a:gd name="connsiteX1748" fmla="*/ 762667 w 1266825"/>
                <a:gd name="connsiteY1748" fmla="*/ 919353 h 1019175"/>
                <a:gd name="connsiteX1749" fmla="*/ 763334 w 1266825"/>
                <a:gd name="connsiteY1749" fmla="*/ 918877 h 1019175"/>
                <a:gd name="connsiteX1750" fmla="*/ 764096 w 1266825"/>
                <a:gd name="connsiteY1750" fmla="*/ 918210 h 1019175"/>
                <a:gd name="connsiteX1751" fmla="*/ 763334 w 1266825"/>
                <a:gd name="connsiteY1751" fmla="*/ 916686 h 1019175"/>
                <a:gd name="connsiteX1752" fmla="*/ 762095 w 1266825"/>
                <a:gd name="connsiteY1752" fmla="*/ 915448 h 1019175"/>
                <a:gd name="connsiteX1753" fmla="*/ 760571 w 1266825"/>
                <a:gd name="connsiteY1753" fmla="*/ 914495 h 1019175"/>
                <a:gd name="connsiteX1754" fmla="*/ 758952 w 1266825"/>
                <a:gd name="connsiteY1754" fmla="*/ 914210 h 1019175"/>
                <a:gd name="connsiteX1755" fmla="*/ 757904 w 1266825"/>
                <a:gd name="connsiteY1755" fmla="*/ 913829 h 1019175"/>
                <a:gd name="connsiteX1756" fmla="*/ 757619 w 1266825"/>
                <a:gd name="connsiteY1756" fmla="*/ 912876 h 1019175"/>
                <a:gd name="connsiteX1757" fmla="*/ 758000 w 1266825"/>
                <a:gd name="connsiteY1757" fmla="*/ 912019 h 1019175"/>
                <a:gd name="connsiteX1758" fmla="*/ 758952 w 1266825"/>
                <a:gd name="connsiteY1758" fmla="*/ 911638 h 1019175"/>
                <a:gd name="connsiteX1759" fmla="*/ 759238 w 1266825"/>
                <a:gd name="connsiteY1759" fmla="*/ 911066 h 1019175"/>
                <a:gd name="connsiteX1760" fmla="*/ 758762 w 1266825"/>
                <a:gd name="connsiteY1760" fmla="*/ 909923 h 1019175"/>
                <a:gd name="connsiteX1761" fmla="*/ 753713 w 1266825"/>
                <a:gd name="connsiteY1761" fmla="*/ 902113 h 1019175"/>
                <a:gd name="connsiteX1762" fmla="*/ 751808 w 1266825"/>
                <a:gd name="connsiteY1762" fmla="*/ 900017 h 1019175"/>
                <a:gd name="connsiteX1763" fmla="*/ 752189 w 1266825"/>
                <a:gd name="connsiteY1763" fmla="*/ 899636 h 1019175"/>
                <a:gd name="connsiteX1764" fmla="*/ 754380 w 1266825"/>
                <a:gd name="connsiteY1764" fmla="*/ 898208 h 1019175"/>
                <a:gd name="connsiteX1765" fmla="*/ 758000 w 1266825"/>
                <a:gd name="connsiteY1765" fmla="*/ 896779 h 1019175"/>
                <a:gd name="connsiteX1766" fmla="*/ 758762 w 1266825"/>
                <a:gd name="connsiteY1766" fmla="*/ 896684 h 1019175"/>
                <a:gd name="connsiteX1767" fmla="*/ 759714 w 1266825"/>
                <a:gd name="connsiteY1767" fmla="*/ 896207 h 1019175"/>
                <a:gd name="connsiteX1768" fmla="*/ 760381 w 1266825"/>
                <a:gd name="connsiteY1768" fmla="*/ 896017 h 1019175"/>
                <a:gd name="connsiteX1769" fmla="*/ 761048 w 1266825"/>
                <a:gd name="connsiteY1769" fmla="*/ 896017 h 1019175"/>
                <a:gd name="connsiteX1770" fmla="*/ 761524 w 1266825"/>
                <a:gd name="connsiteY1770" fmla="*/ 896017 h 1019175"/>
                <a:gd name="connsiteX1771" fmla="*/ 762191 w 1266825"/>
                <a:gd name="connsiteY1771" fmla="*/ 896017 h 1019175"/>
                <a:gd name="connsiteX1772" fmla="*/ 763238 w 1266825"/>
                <a:gd name="connsiteY1772" fmla="*/ 895541 h 1019175"/>
                <a:gd name="connsiteX1773" fmla="*/ 763715 w 1266825"/>
                <a:gd name="connsiteY1773" fmla="*/ 895636 h 1019175"/>
                <a:gd name="connsiteX1774" fmla="*/ 763905 w 1266825"/>
                <a:gd name="connsiteY1774" fmla="*/ 895922 h 1019175"/>
                <a:gd name="connsiteX1775" fmla="*/ 764286 w 1266825"/>
                <a:gd name="connsiteY1775" fmla="*/ 896874 h 1019175"/>
                <a:gd name="connsiteX1776" fmla="*/ 764667 w 1266825"/>
                <a:gd name="connsiteY1776" fmla="*/ 896969 h 1019175"/>
                <a:gd name="connsiteX1777" fmla="*/ 765048 w 1266825"/>
                <a:gd name="connsiteY1777" fmla="*/ 896969 h 1019175"/>
                <a:gd name="connsiteX1778" fmla="*/ 765429 w 1266825"/>
                <a:gd name="connsiteY1778" fmla="*/ 896969 h 1019175"/>
                <a:gd name="connsiteX1779" fmla="*/ 766286 w 1266825"/>
                <a:gd name="connsiteY1779" fmla="*/ 897255 h 1019175"/>
                <a:gd name="connsiteX1780" fmla="*/ 766953 w 1266825"/>
                <a:gd name="connsiteY1780" fmla="*/ 897160 h 1019175"/>
                <a:gd name="connsiteX1781" fmla="*/ 767906 w 1266825"/>
                <a:gd name="connsiteY1781" fmla="*/ 896684 h 1019175"/>
                <a:gd name="connsiteX1782" fmla="*/ 769430 w 1266825"/>
                <a:gd name="connsiteY1782" fmla="*/ 895731 h 1019175"/>
                <a:gd name="connsiteX1783" fmla="*/ 770573 w 1266825"/>
                <a:gd name="connsiteY1783" fmla="*/ 894493 h 1019175"/>
                <a:gd name="connsiteX1784" fmla="*/ 772192 w 1266825"/>
                <a:gd name="connsiteY1784" fmla="*/ 890588 h 1019175"/>
                <a:gd name="connsiteX1785" fmla="*/ 773335 w 1266825"/>
                <a:gd name="connsiteY1785" fmla="*/ 888683 h 1019175"/>
                <a:gd name="connsiteX1786" fmla="*/ 774764 w 1266825"/>
                <a:gd name="connsiteY1786" fmla="*/ 887730 h 1019175"/>
                <a:gd name="connsiteX1787" fmla="*/ 776288 w 1266825"/>
                <a:gd name="connsiteY1787" fmla="*/ 887254 h 1019175"/>
                <a:gd name="connsiteX1788" fmla="*/ 787527 w 1266825"/>
                <a:gd name="connsiteY1788" fmla="*/ 886397 h 1019175"/>
                <a:gd name="connsiteX1789" fmla="*/ 788956 w 1266825"/>
                <a:gd name="connsiteY1789" fmla="*/ 885920 h 1019175"/>
                <a:gd name="connsiteX1790" fmla="*/ 789432 w 1266825"/>
                <a:gd name="connsiteY1790" fmla="*/ 885254 h 1019175"/>
                <a:gd name="connsiteX1791" fmla="*/ 789337 w 1266825"/>
                <a:gd name="connsiteY1791" fmla="*/ 884492 h 1019175"/>
                <a:gd name="connsiteX1792" fmla="*/ 788956 w 1266825"/>
                <a:gd name="connsiteY1792" fmla="*/ 883825 h 1019175"/>
                <a:gd name="connsiteX1793" fmla="*/ 788480 w 1266825"/>
                <a:gd name="connsiteY1793" fmla="*/ 883444 h 1019175"/>
                <a:gd name="connsiteX1794" fmla="*/ 787813 w 1266825"/>
                <a:gd name="connsiteY1794" fmla="*/ 883158 h 1019175"/>
                <a:gd name="connsiteX1795" fmla="*/ 785527 w 1266825"/>
                <a:gd name="connsiteY1795" fmla="*/ 882491 h 1019175"/>
                <a:gd name="connsiteX1796" fmla="*/ 784574 w 1266825"/>
                <a:gd name="connsiteY1796" fmla="*/ 881825 h 1019175"/>
                <a:gd name="connsiteX1797" fmla="*/ 784098 w 1266825"/>
                <a:gd name="connsiteY1797" fmla="*/ 880967 h 1019175"/>
                <a:gd name="connsiteX1798" fmla="*/ 784479 w 1266825"/>
                <a:gd name="connsiteY1798" fmla="*/ 879729 h 1019175"/>
                <a:gd name="connsiteX1799" fmla="*/ 785146 w 1266825"/>
                <a:gd name="connsiteY1799" fmla="*/ 878967 h 1019175"/>
                <a:gd name="connsiteX1800" fmla="*/ 785908 w 1266825"/>
                <a:gd name="connsiteY1800" fmla="*/ 878491 h 1019175"/>
                <a:gd name="connsiteX1801" fmla="*/ 791051 w 1266825"/>
                <a:gd name="connsiteY1801" fmla="*/ 876110 h 1019175"/>
                <a:gd name="connsiteX1802" fmla="*/ 794766 w 1266825"/>
                <a:gd name="connsiteY1802" fmla="*/ 873824 h 1019175"/>
                <a:gd name="connsiteX1803" fmla="*/ 796100 w 1266825"/>
                <a:gd name="connsiteY1803" fmla="*/ 872490 h 1019175"/>
                <a:gd name="connsiteX1804" fmla="*/ 798100 w 1266825"/>
                <a:gd name="connsiteY1804" fmla="*/ 869537 h 1019175"/>
                <a:gd name="connsiteX1805" fmla="*/ 799243 w 1266825"/>
                <a:gd name="connsiteY1805" fmla="*/ 868585 h 1019175"/>
                <a:gd name="connsiteX1806" fmla="*/ 800672 w 1266825"/>
                <a:gd name="connsiteY1806" fmla="*/ 868013 h 1019175"/>
                <a:gd name="connsiteX1807" fmla="*/ 802196 w 1266825"/>
                <a:gd name="connsiteY1807" fmla="*/ 867728 h 1019175"/>
                <a:gd name="connsiteX1808" fmla="*/ 803434 w 1266825"/>
                <a:gd name="connsiteY1808" fmla="*/ 867728 h 1019175"/>
                <a:gd name="connsiteX1809" fmla="*/ 806387 w 1266825"/>
                <a:gd name="connsiteY1809" fmla="*/ 867061 h 1019175"/>
                <a:gd name="connsiteX1810" fmla="*/ 809244 w 1266825"/>
                <a:gd name="connsiteY1810" fmla="*/ 865727 h 1019175"/>
                <a:gd name="connsiteX1811" fmla="*/ 811054 w 1266825"/>
                <a:gd name="connsiteY1811" fmla="*/ 865632 h 1019175"/>
                <a:gd name="connsiteX1812" fmla="*/ 812578 w 1266825"/>
                <a:gd name="connsiteY1812" fmla="*/ 866013 h 1019175"/>
                <a:gd name="connsiteX1813" fmla="*/ 813626 w 1266825"/>
                <a:gd name="connsiteY1813" fmla="*/ 867061 h 1019175"/>
                <a:gd name="connsiteX1814" fmla="*/ 814483 w 1266825"/>
                <a:gd name="connsiteY1814" fmla="*/ 868299 h 1019175"/>
                <a:gd name="connsiteX1815" fmla="*/ 815721 w 1266825"/>
                <a:gd name="connsiteY1815" fmla="*/ 870490 h 1019175"/>
                <a:gd name="connsiteX1816" fmla="*/ 818102 w 1266825"/>
                <a:gd name="connsiteY1816" fmla="*/ 873824 h 1019175"/>
                <a:gd name="connsiteX1817" fmla="*/ 818864 w 1266825"/>
                <a:gd name="connsiteY1817" fmla="*/ 874586 h 1019175"/>
                <a:gd name="connsiteX1818" fmla="*/ 820007 w 1266825"/>
                <a:gd name="connsiteY1818" fmla="*/ 875443 h 1019175"/>
                <a:gd name="connsiteX1819" fmla="*/ 821436 w 1266825"/>
                <a:gd name="connsiteY1819" fmla="*/ 876205 h 1019175"/>
                <a:gd name="connsiteX1820" fmla="*/ 827723 w 1266825"/>
                <a:gd name="connsiteY1820" fmla="*/ 878205 h 1019175"/>
                <a:gd name="connsiteX1821" fmla="*/ 828675 w 1266825"/>
                <a:gd name="connsiteY1821" fmla="*/ 879062 h 1019175"/>
                <a:gd name="connsiteX1822" fmla="*/ 829342 w 1266825"/>
                <a:gd name="connsiteY1822" fmla="*/ 880301 h 1019175"/>
                <a:gd name="connsiteX1823" fmla="*/ 829818 w 1266825"/>
                <a:gd name="connsiteY1823" fmla="*/ 881729 h 1019175"/>
                <a:gd name="connsiteX1824" fmla="*/ 830294 w 1266825"/>
                <a:gd name="connsiteY1824" fmla="*/ 884015 h 1019175"/>
                <a:gd name="connsiteX1825" fmla="*/ 830390 w 1266825"/>
                <a:gd name="connsiteY1825" fmla="*/ 886397 h 1019175"/>
                <a:gd name="connsiteX1826" fmla="*/ 830294 w 1266825"/>
                <a:gd name="connsiteY1826" fmla="*/ 889730 h 1019175"/>
                <a:gd name="connsiteX1827" fmla="*/ 830009 w 1266825"/>
                <a:gd name="connsiteY1827" fmla="*/ 892683 h 1019175"/>
                <a:gd name="connsiteX1828" fmla="*/ 829628 w 1266825"/>
                <a:gd name="connsiteY1828" fmla="*/ 894493 h 1019175"/>
                <a:gd name="connsiteX1829" fmla="*/ 829437 w 1266825"/>
                <a:gd name="connsiteY1829" fmla="*/ 896398 h 1019175"/>
                <a:gd name="connsiteX1830" fmla="*/ 829437 w 1266825"/>
                <a:gd name="connsiteY1830" fmla="*/ 898112 h 1019175"/>
                <a:gd name="connsiteX1831" fmla="*/ 829628 w 1266825"/>
                <a:gd name="connsiteY1831" fmla="*/ 899827 h 1019175"/>
                <a:gd name="connsiteX1832" fmla="*/ 829818 w 1266825"/>
                <a:gd name="connsiteY1832" fmla="*/ 901065 h 1019175"/>
                <a:gd name="connsiteX1833" fmla="*/ 830199 w 1266825"/>
                <a:gd name="connsiteY1833" fmla="*/ 901922 h 1019175"/>
                <a:gd name="connsiteX1834" fmla="*/ 832676 w 1266825"/>
                <a:gd name="connsiteY1834" fmla="*/ 904018 h 1019175"/>
                <a:gd name="connsiteX1835" fmla="*/ 833247 w 1266825"/>
                <a:gd name="connsiteY1835" fmla="*/ 904685 h 1019175"/>
                <a:gd name="connsiteX1836" fmla="*/ 833533 w 1266825"/>
                <a:gd name="connsiteY1836" fmla="*/ 905542 h 1019175"/>
                <a:gd name="connsiteX1837" fmla="*/ 833628 w 1266825"/>
                <a:gd name="connsiteY1837" fmla="*/ 906780 h 1019175"/>
                <a:gd name="connsiteX1838" fmla="*/ 833438 w 1266825"/>
                <a:gd name="connsiteY1838" fmla="*/ 908209 h 1019175"/>
                <a:gd name="connsiteX1839" fmla="*/ 832866 w 1266825"/>
                <a:gd name="connsiteY1839" fmla="*/ 910400 h 1019175"/>
                <a:gd name="connsiteX1840" fmla="*/ 832771 w 1266825"/>
                <a:gd name="connsiteY1840" fmla="*/ 911447 h 1019175"/>
                <a:gd name="connsiteX1841" fmla="*/ 833152 w 1266825"/>
                <a:gd name="connsiteY1841" fmla="*/ 912400 h 1019175"/>
                <a:gd name="connsiteX1842" fmla="*/ 833723 w 1266825"/>
                <a:gd name="connsiteY1842" fmla="*/ 913257 h 1019175"/>
                <a:gd name="connsiteX1843" fmla="*/ 834390 w 1266825"/>
                <a:gd name="connsiteY1843" fmla="*/ 913829 h 1019175"/>
                <a:gd name="connsiteX1844" fmla="*/ 836390 w 1266825"/>
                <a:gd name="connsiteY1844" fmla="*/ 915162 h 1019175"/>
                <a:gd name="connsiteX1845" fmla="*/ 839819 w 1266825"/>
                <a:gd name="connsiteY1845" fmla="*/ 916877 h 1019175"/>
                <a:gd name="connsiteX1846" fmla="*/ 841820 w 1266825"/>
                <a:gd name="connsiteY1846" fmla="*/ 917448 h 1019175"/>
                <a:gd name="connsiteX1847" fmla="*/ 846106 w 1266825"/>
                <a:gd name="connsiteY1847" fmla="*/ 917829 h 1019175"/>
                <a:gd name="connsiteX1848" fmla="*/ 849249 w 1266825"/>
                <a:gd name="connsiteY1848" fmla="*/ 917639 h 1019175"/>
                <a:gd name="connsiteX1849" fmla="*/ 851249 w 1266825"/>
                <a:gd name="connsiteY1849" fmla="*/ 917162 h 1019175"/>
                <a:gd name="connsiteX1850" fmla="*/ 852964 w 1266825"/>
                <a:gd name="connsiteY1850" fmla="*/ 916496 h 1019175"/>
                <a:gd name="connsiteX1851" fmla="*/ 859536 w 1266825"/>
                <a:gd name="connsiteY1851" fmla="*/ 912590 h 1019175"/>
                <a:gd name="connsiteX1852" fmla="*/ 861346 w 1266825"/>
                <a:gd name="connsiteY1852" fmla="*/ 911924 h 1019175"/>
                <a:gd name="connsiteX1853" fmla="*/ 862298 w 1266825"/>
                <a:gd name="connsiteY1853" fmla="*/ 912114 h 1019175"/>
                <a:gd name="connsiteX1854" fmla="*/ 862775 w 1266825"/>
                <a:gd name="connsiteY1854" fmla="*/ 912876 h 1019175"/>
                <a:gd name="connsiteX1855" fmla="*/ 862584 w 1266825"/>
                <a:gd name="connsiteY1855" fmla="*/ 914114 h 1019175"/>
                <a:gd name="connsiteX1856" fmla="*/ 862108 w 1266825"/>
                <a:gd name="connsiteY1856" fmla="*/ 915448 h 1019175"/>
                <a:gd name="connsiteX1857" fmla="*/ 860203 w 1266825"/>
                <a:gd name="connsiteY1857" fmla="*/ 919353 h 1019175"/>
                <a:gd name="connsiteX1858" fmla="*/ 859727 w 1266825"/>
                <a:gd name="connsiteY1858" fmla="*/ 920687 h 1019175"/>
                <a:gd name="connsiteX1859" fmla="*/ 859822 w 1266825"/>
                <a:gd name="connsiteY1859" fmla="*/ 921830 h 1019175"/>
                <a:gd name="connsiteX1860" fmla="*/ 860584 w 1266825"/>
                <a:gd name="connsiteY1860" fmla="*/ 922496 h 1019175"/>
                <a:gd name="connsiteX1861" fmla="*/ 862298 w 1266825"/>
                <a:gd name="connsiteY1861" fmla="*/ 923068 h 1019175"/>
                <a:gd name="connsiteX1862" fmla="*/ 867918 w 1266825"/>
                <a:gd name="connsiteY1862" fmla="*/ 921830 h 1019175"/>
                <a:gd name="connsiteX1863" fmla="*/ 869537 w 1266825"/>
                <a:gd name="connsiteY1863" fmla="*/ 921830 h 1019175"/>
                <a:gd name="connsiteX1864" fmla="*/ 870776 w 1266825"/>
                <a:gd name="connsiteY1864" fmla="*/ 922115 h 1019175"/>
                <a:gd name="connsiteX1865" fmla="*/ 871442 w 1266825"/>
                <a:gd name="connsiteY1865" fmla="*/ 922496 h 1019175"/>
                <a:gd name="connsiteX1866" fmla="*/ 872681 w 1266825"/>
                <a:gd name="connsiteY1866" fmla="*/ 923449 h 1019175"/>
                <a:gd name="connsiteX1867" fmla="*/ 873538 w 1266825"/>
                <a:gd name="connsiteY1867" fmla="*/ 923925 h 1019175"/>
                <a:gd name="connsiteX1868" fmla="*/ 877634 w 1266825"/>
                <a:gd name="connsiteY1868" fmla="*/ 925449 h 1019175"/>
                <a:gd name="connsiteX1869" fmla="*/ 879253 w 1266825"/>
                <a:gd name="connsiteY1869" fmla="*/ 925830 h 1019175"/>
                <a:gd name="connsiteX1870" fmla="*/ 882301 w 1266825"/>
                <a:gd name="connsiteY1870" fmla="*/ 925925 h 1019175"/>
                <a:gd name="connsiteX1871" fmla="*/ 891254 w 1266825"/>
                <a:gd name="connsiteY1871" fmla="*/ 924782 h 1019175"/>
                <a:gd name="connsiteX1872" fmla="*/ 905447 w 1266825"/>
                <a:gd name="connsiteY1872" fmla="*/ 926116 h 1019175"/>
                <a:gd name="connsiteX1873" fmla="*/ 907256 w 1266825"/>
                <a:gd name="connsiteY1873" fmla="*/ 926783 h 1019175"/>
                <a:gd name="connsiteX1874" fmla="*/ 908495 w 1266825"/>
                <a:gd name="connsiteY1874" fmla="*/ 927735 h 1019175"/>
                <a:gd name="connsiteX1875" fmla="*/ 909542 w 1266825"/>
                <a:gd name="connsiteY1875" fmla="*/ 928878 h 1019175"/>
                <a:gd name="connsiteX1876" fmla="*/ 910495 w 1266825"/>
                <a:gd name="connsiteY1876" fmla="*/ 930402 h 1019175"/>
                <a:gd name="connsiteX1877" fmla="*/ 911162 w 1266825"/>
                <a:gd name="connsiteY1877" fmla="*/ 931926 h 1019175"/>
                <a:gd name="connsiteX1878" fmla="*/ 911733 w 1266825"/>
                <a:gd name="connsiteY1878" fmla="*/ 933545 h 1019175"/>
                <a:gd name="connsiteX1879" fmla="*/ 911924 w 1266825"/>
                <a:gd name="connsiteY1879" fmla="*/ 936403 h 1019175"/>
                <a:gd name="connsiteX1880" fmla="*/ 911638 w 1266825"/>
                <a:gd name="connsiteY1880" fmla="*/ 938022 h 1019175"/>
                <a:gd name="connsiteX1881" fmla="*/ 911162 w 1266825"/>
                <a:gd name="connsiteY1881" fmla="*/ 939165 h 1019175"/>
                <a:gd name="connsiteX1882" fmla="*/ 911066 w 1266825"/>
                <a:gd name="connsiteY1882" fmla="*/ 940118 h 1019175"/>
                <a:gd name="connsiteX1883" fmla="*/ 911257 w 1266825"/>
                <a:gd name="connsiteY1883" fmla="*/ 941451 h 1019175"/>
                <a:gd name="connsiteX1884" fmla="*/ 911924 w 1266825"/>
                <a:gd name="connsiteY1884" fmla="*/ 943166 h 1019175"/>
                <a:gd name="connsiteX1885" fmla="*/ 916114 w 1266825"/>
                <a:gd name="connsiteY1885" fmla="*/ 949643 h 1019175"/>
                <a:gd name="connsiteX1886" fmla="*/ 917924 w 1266825"/>
                <a:gd name="connsiteY1886" fmla="*/ 950786 h 1019175"/>
                <a:gd name="connsiteX1887" fmla="*/ 918591 w 1266825"/>
                <a:gd name="connsiteY1887" fmla="*/ 951452 h 1019175"/>
                <a:gd name="connsiteX1888" fmla="*/ 920591 w 1266825"/>
                <a:gd name="connsiteY1888" fmla="*/ 954310 h 1019175"/>
                <a:gd name="connsiteX1889" fmla="*/ 921449 w 1266825"/>
                <a:gd name="connsiteY1889" fmla="*/ 955262 h 1019175"/>
                <a:gd name="connsiteX1890" fmla="*/ 922496 w 1266825"/>
                <a:gd name="connsiteY1890" fmla="*/ 955929 h 1019175"/>
                <a:gd name="connsiteX1891" fmla="*/ 923544 w 1266825"/>
                <a:gd name="connsiteY1891" fmla="*/ 956501 h 1019175"/>
                <a:gd name="connsiteX1892" fmla="*/ 926592 w 1266825"/>
                <a:gd name="connsiteY1892" fmla="*/ 957263 h 1019175"/>
                <a:gd name="connsiteX1893" fmla="*/ 927354 w 1266825"/>
                <a:gd name="connsiteY1893" fmla="*/ 957548 h 1019175"/>
                <a:gd name="connsiteX1894" fmla="*/ 927926 w 1266825"/>
                <a:gd name="connsiteY1894" fmla="*/ 958120 h 1019175"/>
                <a:gd name="connsiteX1895" fmla="*/ 928592 w 1266825"/>
                <a:gd name="connsiteY1895" fmla="*/ 958787 h 1019175"/>
                <a:gd name="connsiteX1896" fmla="*/ 928878 w 1266825"/>
                <a:gd name="connsiteY1896" fmla="*/ 959358 h 1019175"/>
                <a:gd name="connsiteX1897" fmla="*/ 928783 w 1266825"/>
                <a:gd name="connsiteY1897" fmla="*/ 960025 h 1019175"/>
                <a:gd name="connsiteX1898" fmla="*/ 928116 w 1266825"/>
                <a:gd name="connsiteY1898" fmla="*/ 960692 h 1019175"/>
                <a:gd name="connsiteX1899" fmla="*/ 927354 w 1266825"/>
                <a:gd name="connsiteY1899" fmla="*/ 960882 h 1019175"/>
                <a:gd name="connsiteX1900" fmla="*/ 924687 w 1266825"/>
                <a:gd name="connsiteY1900" fmla="*/ 960787 h 1019175"/>
                <a:gd name="connsiteX1901" fmla="*/ 923258 w 1266825"/>
                <a:gd name="connsiteY1901" fmla="*/ 960882 h 1019175"/>
                <a:gd name="connsiteX1902" fmla="*/ 922592 w 1266825"/>
                <a:gd name="connsiteY1902" fmla="*/ 961073 h 1019175"/>
                <a:gd name="connsiteX1903" fmla="*/ 922020 w 1266825"/>
                <a:gd name="connsiteY1903" fmla="*/ 961358 h 1019175"/>
                <a:gd name="connsiteX1904" fmla="*/ 921353 w 1266825"/>
                <a:gd name="connsiteY1904" fmla="*/ 961739 h 1019175"/>
                <a:gd name="connsiteX1905" fmla="*/ 920877 w 1266825"/>
                <a:gd name="connsiteY1905" fmla="*/ 962311 h 1019175"/>
                <a:gd name="connsiteX1906" fmla="*/ 920591 w 1266825"/>
                <a:gd name="connsiteY1906" fmla="*/ 962978 h 1019175"/>
                <a:gd name="connsiteX1907" fmla="*/ 920401 w 1266825"/>
                <a:gd name="connsiteY1907" fmla="*/ 963930 h 1019175"/>
                <a:gd name="connsiteX1908" fmla="*/ 920782 w 1266825"/>
                <a:gd name="connsiteY1908" fmla="*/ 967359 h 1019175"/>
                <a:gd name="connsiteX1909" fmla="*/ 921163 w 1266825"/>
                <a:gd name="connsiteY1909" fmla="*/ 969550 h 1019175"/>
                <a:gd name="connsiteX1910" fmla="*/ 921734 w 1266825"/>
                <a:gd name="connsiteY1910" fmla="*/ 971455 h 1019175"/>
                <a:gd name="connsiteX1911" fmla="*/ 923258 w 1266825"/>
                <a:gd name="connsiteY1911" fmla="*/ 974884 h 1019175"/>
                <a:gd name="connsiteX1912" fmla="*/ 924211 w 1266825"/>
                <a:gd name="connsiteY1912" fmla="*/ 976503 h 1019175"/>
                <a:gd name="connsiteX1913" fmla="*/ 930402 w 1266825"/>
                <a:gd name="connsiteY1913" fmla="*/ 983837 h 1019175"/>
                <a:gd name="connsiteX1914" fmla="*/ 930878 w 1266825"/>
                <a:gd name="connsiteY1914" fmla="*/ 984599 h 1019175"/>
                <a:gd name="connsiteX1915" fmla="*/ 931164 w 1266825"/>
                <a:gd name="connsiteY1915" fmla="*/ 985552 h 1019175"/>
                <a:gd name="connsiteX1916" fmla="*/ 931259 w 1266825"/>
                <a:gd name="connsiteY1916" fmla="*/ 986504 h 1019175"/>
                <a:gd name="connsiteX1917" fmla="*/ 931069 w 1266825"/>
                <a:gd name="connsiteY1917" fmla="*/ 987647 h 1019175"/>
                <a:gd name="connsiteX1918" fmla="*/ 930688 w 1266825"/>
                <a:gd name="connsiteY1918" fmla="*/ 989457 h 1019175"/>
                <a:gd name="connsiteX1919" fmla="*/ 929545 w 1266825"/>
                <a:gd name="connsiteY1919" fmla="*/ 992124 h 1019175"/>
                <a:gd name="connsiteX1920" fmla="*/ 928973 w 1266825"/>
                <a:gd name="connsiteY1920" fmla="*/ 993077 h 1019175"/>
                <a:gd name="connsiteX1921" fmla="*/ 928211 w 1266825"/>
                <a:gd name="connsiteY1921" fmla="*/ 993743 h 1019175"/>
                <a:gd name="connsiteX1922" fmla="*/ 925163 w 1266825"/>
                <a:gd name="connsiteY1922" fmla="*/ 993839 h 1019175"/>
                <a:gd name="connsiteX1923" fmla="*/ 923639 w 1266825"/>
                <a:gd name="connsiteY1923" fmla="*/ 994315 h 1019175"/>
                <a:gd name="connsiteX1924" fmla="*/ 922401 w 1266825"/>
                <a:gd name="connsiteY1924" fmla="*/ 995458 h 1019175"/>
                <a:gd name="connsiteX1925" fmla="*/ 921258 w 1266825"/>
                <a:gd name="connsiteY1925" fmla="*/ 997077 h 1019175"/>
                <a:gd name="connsiteX1926" fmla="*/ 920115 w 1266825"/>
                <a:gd name="connsiteY1926" fmla="*/ 1000982 h 1019175"/>
                <a:gd name="connsiteX1927" fmla="*/ 920210 w 1266825"/>
                <a:gd name="connsiteY1927" fmla="*/ 1002411 h 1019175"/>
                <a:gd name="connsiteX1928" fmla="*/ 920591 w 1266825"/>
                <a:gd name="connsiteY1928" fmla="*/ 1003364 h 1019175"/>
                <a:gd name="connsiteX1929" fmla="*/ 921068 w 1266825"/>
                <a:gd name="connsiteY1929" fmla="*/ 1004221 h 1019175"/>
                <a:gd name="connsiteX1930" fmla="*/ 921925 w 1266825"/>
                <a:gd name="connsiteY1930" fmla="*/ 1005173 h 1019175"/>
                <a:gd name="connsiteX1931" fmla="*/ 922972 w 1266825"/>
                <a:gd name="connsiteY1931" fmla="*/ 1005935 h 1019175"/>
                <a:gd name="connsiteX1932" fmla="*/ 925354 w 1266825"/>
                <a:gd name="connsiteY1932" fmla="*/ 1006888 h 1019175"/>
                <a:gd name="connsiteX1933" fmla="*/ 930402 w 1266825"/>
                <a:gd name="connsiteY1933" fmla="*/ 1007840 h 1019175"/>
                <a:gd name="connsiteX1934" fmla="*/ 931450 w 1266825"/>
                <a:gd name="connsiteY1934" fmla="*/ 1008602 h 1019175"/>
                <a:gd name="connsiteX1935" fmla="*/ 932212 w 1266825"/>
                <a:gd name="connsiteY1935" fmla="*/ 1009364 h 1019175"/>
                <a:gd name="connsiteX1936" fmla="*/ 936688 w 1266825"/>
                <a:gd name="connsiteY1936" fmla="*/ 1014508 h 1019175"/>
                <a:gd name="connsiteX1937" fmla="*/ 942594 w 1266825"/>
                <a:gd name="connsiteY1937" fmla="*/ 1019366 h 1019175"/>
                <a:gd name="connsiteX1938" fmla="*/ 944785 w 1266825"/>
                <a:gd name="connsiteY1938" fmla="*/ 1020509 h 1019175"/>
                <a:gd name="connsiteX1939" fmla="*/ 947642 w 1266825"/>
                <a:gd name="connsiteY1939" fmla="*/ 1021556 h 1019175"/>
                <a:gd name="connsiteX1940" fmla="*/ 949643 w 1266825"/>
                <a:gd name="connsiteY1940" fmla="*/ 1022223 h 1019175"/>
                <a:gd name="connsiteX1941" fmla="*/ 954310 w 1266825"/>
                <a:gd name="connsiteY1941" fmla="*/ 1023080 h 1019175"/>
                <a:gd name="connsiteX1942" fmla="*/ 958882 w 1266825"/>
                <a:gd name="connsiteY1942" fmla="*/ 1023557 h 1019175"/>
                <a:gd name="connsiteX1943" fmla="*/ 963073 w 1266825"/>
                <a:gd name="connsiteY1943" fmla="*/ 1023366 h 1019175"/>
                <a:gd name="connsiteX1944" fmla="*/ 964121 w 1266825"/>
                <a:gd name="connsiteY1944" fmla="*/ 1023557 h 1019175"/>
                <a:gd name="connsiteX1945" fmla="*/ 965263 w 1266825"/>
                <a:gd name="connsiteY1945" fmla="*/ 1023938 h 1019175"/>
                <a:gd name="connsiteX1946" fmla="*/ 968883 w 1266825"/>
                <a:gd name="connsiteY1946" fmla="*/ 1026128 h 1019175"/>
                <a:gd name="connsiteX1947" fmla="*/ 969836 w 1266825"/>
                <a:gd name="connsiteY1947" fmla="*/ 1026509 h 1019175"/>
                <a:gd name="connsiteX1948" fmla="*/ 971264 w 1266825"/>
                <a:gd name="connsiteY1948" fmla="*/ 1026700 h 1019175"/>
                <a:gd name="connsiteX1949" fmla="*/ 972979 w 1266825"/>
                <a:gd name="connsiteY1949" fmla="*/ 1026414 h 1019175"/>
                <a:gd name="connsiteX1950" fmla="*/ 980504 w 1266825"/>
                <a:gd name="connsiteY1950" fmla="*/ 1024033 h 1019175"/>
                <a:gd name="connsiteX1951" fmla="*/ 981742 w 1266825"/>
                <a:gd name="connsiteY1951" fmla="*/ 1024128 h 1019175"/>
                <a:gd name="connsiteX1952" fmla="*/ 982599 w 1266825"/>
                <a:gd name="connsiteY1952" fmla="*/ 1024509 h 1019175"/>
                <a:gd name="connsiteX1953" fmla="*/ 983075 w 1266825"/>
                <a:gd name="connsiteY1953" fmla="*/ 1025081 h 1019175"/>
                <a:gd name="connsiteX1954" fmla="*/ 983647 w 1266825"/>
                <a:gd name="connsiteY1954" fmla="*/ 1026414 h 1019175"/>
                <a:gd name="connsiteX1955" fmla="*/ 984218 w 1266825"/>
                <a:gd name="connsiteY1955" fmla="*/ 1026986 h 1019175"/>
                <a:gd name="connsiteX1956" fmla="*/ 984980 w 1266825"/>
                <a:gd name="connsiteY1956" fmla="*/ 1027652 h 1019175"/>
                <a:gd name="connsiteX1957" fmla="*/ 985933 w 1266825"/>
                <a:gd name="connsiteY1957" fmla="*/ 1028129 h 1019175"/>
                <a:gd name="connsiteX1958" fmla="*/ 986980 w 1266825"/>
                <a:gd name="connsiteY1958" fmla="*/ 1028224 h 1019175"/>
                <a:gd name="connsiteX1959" fmla="*/ 988314 w 1266825"/>
                <a:gd name="connsiteY1959" fmla="*/ 1027843 h 1019175"/>
                <a:gd name="connsiteX1960" fmla="*/ 989647 w 1266825"/>
                <a:gd name="connsiteY1960" fmla="*/ 1026890 h 1019175"/>
                <a:gd name="connsiteX1961" fmla="*/ 991076 w 1266825"/>
                <a:gd name="connsiteY1961" fmla="*/ 1025081 h 1019175"/>
                <a:gd name="connsiteX1962" fmla="*/ 992600 w 1266825"/>
                <a:gd name="connsiteY1962" fmla="*/ 1022509 h 1019175"/>
                <a:gd name="connsiteX1963" fmla="*/ 993458 w 1266825"/>
                <a:gd name="connsiteY1963" fmla="*/ 1021842 h 1019175"/>
                <a:gd name="connsiteX1964" fmla="*/ 994220 w 1266825"/>
                <a:gd name="connsiteY1964" fmla="*/ 1021652 h 1019175"/>
                <a:gd name="connsiteX1965" fmla="*/ 994982 w 1266825"/>
                <a:gd name="connsiteY1965" fmla="*/ 1021652 h 1019175"/>
                <a:gd name="connsiteX1966" fmla="*/ 995553 w 1266825"/>
                <a:gd name="connsiteY1966" fmla="*/ 1022033 h 1019175"/>
                <a:gd name="connsiteX1967" fmla="*/ 997458 w 1266825"/>
                <a:gd name="connsiteY1967" fmla="*/ 1023271 h 1019175"/>
                <a:gd name="connsiteX1968" fmla="*/ 998601 w 1266825"/>
                <a:gd name="connsiteY1968" fmla="*/ 1023747 h 1019175"/>
                <a:gd name="connsiteX1969" fmla="*/ 999554 w 1266825"/>
                <a:gd name="connsiteY1969" fmla="*/ 1023747 h 1019175"/>
                <a:gd name="connsiteX1970" fmla="*/ 1001078 w 1266825"/>
                <a:gd name="connsiteY1970" fmla="*/ 1022890 h 1019175"/>
                <a:gd name="connsiteX1971" fmla="*/ 1002792 w 1266825"/>
                <a:gd name="connsiteY1971" fmla="*/ 1021366 h 1019175"/>
                <a:gd name="connsiteX1972" fmla="*/ 1005840 w 1266825"/>
                <a:gd name="connsiteY1972" fmla="*/ 1018318 h 1019175"/>
                <a:gd name="connsiteX1973" fmla="*/ 1007555 w 1266825"/>
                <a:gd name="connsiteY1973" fmla="*/ 1016889 h 1019175"/>
                <a:gd name="connsiteX1974" fmla="*/ 1008793 w 1266825"/>
                <a:gd name="connsiteY1974" fmla="*/ 1016032 h 1019175"/>
                <a:gd name="connsiteX1975" fmla="*/ 1011269 w 1266825"/>
                <a:gd name="connsiteY1975" fmla="*/ 1015270 h 1019175"/>
                <a:gd name="connsiteX1976" fmla="*/ 1012222 w 1266825"/>
                <a:gd name="connsiteY1976" fmla="*/ 1014698 h 1019175"/>
                <a:gd name="connsiteX1977" fmla="*/ 1012888 w 1266825"/>
                <a:gd name="connsiteY1977" fmla="*/ 1013841 h 1019175"/>
                <a:gd name="connsiteX1978" fmla="*/ 1013079 w 1266825"/>
                <a:gd name="connsiteY1978" fmla="*/ 1012508 h 1019175"/>
                <a:gd name="connsiteX1979" fmla="*/ 1012984 w 1266825"/>
                <a:gd name="connsiteY1979" fmla="*/ 1011841 h 1019175"/>
                <a:gd name="connsiteX1980" fmla="*/ 1012698 w 1266825"/>
                <a:gd name="connsiteY1980" fmla="*/ 1011269 h 1019175"/>
                <a:gd name="connsiteX1981" fmla="*/ 1008793 w 1266825"/>
                <a:gd name="connsiteY1981" fmla="*/ 1006507 h 1019175"/>
                <a:gd name="connsiteX1982" fmla="*/ 1008126 w 1266825"/>
                <a:gd name="connsiteY1982" fmla="*/ 1005364 h 1019175"/>
                <a:gd name="connsiteX1983" fmla="*/ 1007936 w 1266825"/>
                <a:gd name="connsiteY1983" fmla="*/ 1004221 h 1019175"/>
                <a:gd name="connsiteX1984" fmla="*/ 1008126 w 1266825"/>
                <a:gd name="connsiteY1984" fmla="*/ 1003078 h 1019175"/>
                <a:gd name="connsiteX1985" fmla="*/ 1008697 w 1266825"/>
                <a:gd name="connsiteY1985" fmla="*/ 1001744 h 1019175"/>
                <a:gd name="connsiteX1986" fmla="*/ 1009936 w 1266825"/>
                <a:gd name="connsiteY1986" fmla="*/ 1000030 h 1019175"/>
                <a:gd name="connsiteX1987" fmla="*/ 1010984 w 1266825"/>
                <a:gd name="connsiteY1987" fmla="*/ 999077 h 1019175"/>
                <a:gd name="connsiteX1988" fmla="*/ 1012412 w 1266825"/>
                <a:gd name="connsiteY1988" fmla="*/ 998220 h 1019175"/>
                <a:gd name="connsiteX1989" fmla="*/ 1013651 w 1266825"/>
                <a:gd name="connsiteY1989" fmla="*/ 997649 h 1019175"/>
                <a:gd name="connsiteX1990" fmla="*/ 1015079 w 1266825"/>
                <a:gd name="connsiteY1990" fmla="*/ 997268 h 1019175"/>
                <a:gd name="connsiteX1991" fmla="*/ 1016413 w 1266825"/>
                <a:gd name="connsiteY1991" fmla="*/ 997172 h 1019175"/>
                <a:gd name="connsiteX1992" fmla="*/ 1017270 w 1266825"/>
                <a:gd name="connsiteY1992" fmla="*/ 997458 h 1019175"/>
                <a:gd name="connsiteX1993" fmla="*/ 1017746 w 1266825"/>
                <a:gd name="connsiteY1993" fmla="*/ 998601 h 1019175"/>
                <a:gd name="connsiteX1994" fmla="*/ 1029081 w 1266825"/>
                <a:gd name="connsiteY1994" fmla="*/ 1000697 h 1019175"/>
                <a:gd name="connsiteX1995" fmla="*/ 1031272 w 1266825"/>
                <a:gd name="connsiteY1995" fmla="*/ 1000506 h 1019175"/>
                <a:gd name="connsiteX1996" fmla="*/ 1033748 w 1266825"/>
                <a:gd name="connsiteY1996" fmla="*/ 999839 h 1019175"/>
                <a:gd name="connsiteX1997" fmla="*/ 1036606 w 1266825"/>
                <a:gd name="connsiteY1997" fmla="*/ 998601 h 1019175"/>
                <a:gd name="connsiteX1998" fmla="*/ 1037654 w 1266825"/>
                <a:gd name="connsiteY1998" fmla="*/ 997649 h 1019175"/>
                <a:gd name="connsiteX1999" fmla="*/ 1040416 w 1266825"/>
                <a:gd name="connsiteY1999" fmla="*/ 994791 h 1019175"/>
                <a:gd name="connsiteX2000" fmla="*/ 1041940 w 1266825"/>
                <a:gd name="connsiteY2000" fmla="*/ 993839 h 1019175"/>
                <a:gd name="connsiteX2001" fmla="*/ 1043654 w 1266825"/>
                <a:gd name="connsiteY2001" fmla="*/ 993172 h 1019175"/>
                <a:gd name="connsiteX2002" fmla="*/ 1045559 w 1266825"/>
                <a:gd name="connsiteY2002" fmla="*/ 993077 h 1019175"/>
                <a:gd name="connsiteX2003" fmla="*/ 1046607 w 1266825"/>
                <a:gd name="connsiteY2003" fmla="*/ 993267 h 1019175"/>
                <a:gd name="connsiteX2004" fmla="*/ 1047464 w 1266825"/>
                <a:gd name="connsiteY2004" fmla="*/ 993077 h 1019175"/>
                <a:gd name="connsiteX2005" fmla="*/ 1048226 w 1266825"/>
                <a:gd name="connsiteY2005" fmla="*/ 992600 h 1019175"/>
                <a:gd name="connsiteX2006" fmla="*/ 1048798 w 1266825"/>
                <a:gd name="connsiteY2006" fmla="*/ 991934 h 1019175"/>
                <a:gd name="connsiteX2007" fmla="*/ 1049179 w 1266825"/>
                <a:gd name="connsiteY2007" fmla="*/ 991172 h 1019175"/>
                <a:gd name="connsiteX2008" fmla="*/ 1049464 w 1266825"/>
                <a:gd name="connsiteY2008" fmla="*/ 990695 h 1019175"/>
                <a:gd name="connsiteX2009" fmla="*/ 1049751 w 1266825"/>
                <a:gd name="connsiteY2009" fmla="*/ 989743 h 1019175"/>
                <a:gd name="connsiteX2010" fmla="*/ 1050322 w 1266825"/>
                <a:gd name="connsiteY2010" fmla="*/ 988409 h 1019175"/>
                <a:gd name="connsiteX2011" fmla="*/ 1050512 w 1266825"/>
                <a:gd name="connsiteY2011" fmla="*/ 987647 h 1019175"/>
                <a:gd name="connsiteX2012" fmla="*/ 1050703 w 1266825"/>
                <a:gd name="connsiteY2012" fmla="*/ 986790 h 1019175"/>
                <a:gd name="connsiteX2013" fmla="*/ 1050703 w 1266825"/>
                <a:gd name="connsiteY2013" fmla="*/ 984314 h 1019175"/>
                <a:gd name="connsiteX2014" fmla="*/ 1049655 w 1266825"/>
                <a:gd name="connsiteY2014" fmla="*/ 975646 h 1019175"/>
                <a:gd name="connsiteX2015" fmla="*/ 1049655 w 1266825"/>
                <a:gd name="connsiteY2015" fmla="*/ 974693 h 1019175"/>
                <a:gd name="connsiteX2016" fmla="*/ 1049941 w 1266825"/>
                <a:gd name="connsiteY2016" fmla="*/ 973550 h 1019175"/>
                <a:gd name="connsiteX2017" fmla="*/ 1050131 w 1266825"/>
                <a:gd name="connsiteY2017" fmla="*/ 972693 h 1019175"/>
                <a:gd name="connsiteX2018" fmla="*/ 1051751 w 1266825"/>
                <a:gd name="connsiteY2018" fmla="*/ 969740 h 1019175"/>
                <a:gd name="connsiteX2019" fmla="*/ 1051941 w 1266825"/>
                <a:gd name="connsiteY2019" fmla="*/ 969074 h 1019175"/>
                <a:gd name="connsiteX2020" fmla="*/ 1051846 w 1266825"/>
                <a:gd name="connsiteY2020" fmla="*/ 968502 h 1019175"/>
                <a:gd name="connsiteX2021" fmla="*/ 1051465 w 1266825"/>
                <a:gd name="connsiteY2021" fmla="*/ 968026 h 1019175"/>
                <a:gd name="connsiteX2022" fmla="*/ 1050893 w 1266825"/>
                <a:gd name="connsiteY2022" fmla="*/ 967645 h 1019175"/>
                <a:gd name="connsiteX2023" fmla="*/ 1049941 w 1266825"/>
                <a:gd name="connsiteY2023" fmla="*/ 967169 h 1019175"/>
                <a:gd name="connsiteX2024" fmla="*/ 1048893 w 1266825"/>
                <a:gd name="connsiteY2024" fmla="*/ 966978 h 1019175"/>
                <a:gd name="connsiteX2025" fmla="*/ 1046512 w 1266825"/>
                <a:gd name="connsiteY2025" fmla="*/ 966978 h 1019175"/>
                <a:gd name="connsiteX2026" fmla="*/ 1045369 w 1266825"/>
                <a:gd name="connsiteY2026" fmla="*/ 966692 h 1019175"/>
                <a:gd name="connsiteX2027" fmla="*/ 1037654 w 1266825"/>
                <a:gd name="connsiteY2027" fmla="*/ 961835 h 1019175"/>
                <a:gd name="connsiteX2028" fmla="*/ 1036701 w 1266825"/>
                <a:gd name="connsiteY2028" fmla="*/ 960882 h 1019175"/>
                <a:gd name="connsiteX2029" fmla="*/ 1036130 w 1266825"/>
                <a:gd name="connsiteY2029" fmla="*/ 959834 h 1019175"/>
                <a:gd name="connsiteX2030" fmla="*/ 1035749 w 1266825"/>
                <a:gd name="connsiteY2030" fmla="*/ 958882 h 1019175"/>
                <a:gd name="connsiteX2031" fmla="*/ 1035558 w 1266825"/>
                <a:gd name="connsiteY2031" fmla="*/ 958310 h 1019175"/>
                <a:gd name="connsiteX2032" fmla="*/ 1035463 w 1266825"/>
                <a:gd name="connsiteY2032" fmla="*/ 957739 h 1019175"/>
                <a:gd name="connsiteX2033" fmla="*/ 1035272 w 1266825"/>
                <a:gd name="connsiteY2033" fmla="*/ 957358 h 1019175"/>
                <a:gd name="connsiteX2034" fmla="*/ 1035082 w 1266825"/>
                <a:gd name="connsiteY2034" fmla="*/ 956215 h 1019175"/>
                <a:gd name="connsiteX2035" fmla="*/ 1035082 w 1266825"/>
                <a:gd name="connsiteY2035" fmla="*/ 954977 h 1019175"/>
                <a:gd name="connsiteX2036" fmla="*/ 1035082 w 1266825"/>
                <a:gd name="connsiteY2036" fmla="*/ 954215 h 1019175"/>
                <a:gd name="connsiteX2037" fmla="*/ 1035368 w 1266825"/>
                <a:gd name="connsiteY2037" fmla="*/ 952881 h 1019175"/>
                <a:gd name="connsiteX2038" fmla="*/ 1035749 w 1266825"/>
                <a:gd name="connsiteY2038" fmla="*/ 952119 h 1019175"/>
                <a:gd name="connsiteX2039" fmla="*/ 1036511 w 1266825"/>
                <a:gd name="connsiteY2039" fmla="*/ 951643 h 1019175"/>
                <a:gd name="connsiteX2040" fmla="*/ 1037082 w 1266825"/>
                <a:gd name="connsiteY2040" fmla="*/ 951452 h 1019175"/>
                <a:gd name="connsiteX2041" fmla="*/ 1039368 w 1266825"/>
                <a:gd name="connsiteY2041" fmla="*/ 951452 h 1019175"/>
                <a:gd name="connsiteX2042" fmla="*/ 1040702 w 1266825"/>
                <a:gd name="connsiteY2042" fmla="*/ 951167 h 1019175"/>
                <a:gd name="connsiteX2043" fmla="*/ 1041940 w 1266825"/>
                <a:gd name="connsiteY2043" fmla="*/ 950119 h 1019175"/>
                <a:gd name="connsiteX2044" fmla="*/ 1042702 w 1266825"/>
                <a:gd name="connsiteY2044" fmla="*/ 948690 h 1019175"/>
                <a:gd name="connsiteX2045" fmla="*/ 1044512 w 1266825"/>
                <a:gd name="connsiteY2045" fmla="*/ 942499 h 1019175"/>
                <a:gd name="connsiteX2046" fmla="*/ 1045178 w 1266825"/>
                <a:gd name="connsiteY2046" fmla="*/ 941737 h 1019175"/>
                <a:gd name="connsiteX2047" fmla="*/ 1046036 w 1266825"/>
                <a:gd name="connsiteY2047" fmla="*/ 941261 h 1019175"/>
                <a:gd name="connsiteX2048" fmla="*/ 1046988 w 1266825"/>
                <a:gd name="connsiteY2048" fmla="*/ 940975 h 1019175"/>
                <a:gd name="connsiteX2049" fmla="*/ 1047845 w 1266825"/>
                <a:gd name="connsiteY2049" fmla="*/ 940499 h 1019175"/>
                <a:gd name="connsiteX2050" fmla="*/ 1050227 w 1266825"/>
                <a:gd name="connsiteY2050" fmla="*/ 938784 h 1019175"/>
                <a:gd name="connsiteX2051" fmla="*/ 1051941 w 1266825"/>
                <a:gd name="connsiteY2051" fmla="*/ 937927 h 1019175"/>
                <a:gd name="connsiteX2052" fmla="*/ 1054037 w 1266825"/>
                <a:gd name="connsiteY2052" fmla="*/ 937165 h 1019175"/>
                <a:gd name="connsiteX2053" fmla="*/ 1054989 w 1266825"/>
                <a:gd name="connsiteY2053" fmla="*/ 936593 h 1019175"/>
                <a:gd name="connsiteX2054" fmla="*/ 1055942 w 1266825"/>
                <a:gd name="connsiteY2054" fmla="*/ 935641 h 1019175"/>
                <a:gd name="connsiteX2055" fmla="*/ 1056608 w 1266825"/>
                <a:gd name="connsiteY2055" fmla="*/ 934593 h 1019175"/>
                <a:gd name="connsiteX2056" fmla="*/ 1056894 w 1266825"/>
                <a:gd name="connsiteY2056" fmla="*/ 933545 h 1019175"/>
                <a:gd name="connsiteX2057" fmla="*/ 1057085 w 1266825"/>
                <a:gd name="connsiteY2057" fmla="*/ 932498 h 1019175"/>
                <a:gd name="connsiteX2058" fmla="*/ 1057275 w 1266825"/>
                <a:gd name="connsiteY2058" fmla="*/ 931640 h 1019175"/>
                <a:gd name="connsiteX2059" fmla="*/ 1057847 w 1266825"/>
                <a:gd name="connsiteY2059" fmla="*/ 931355 h 1019175"/>
                <a:gd name="connsiteX2060" fmla="*/ 1058323 w 1266825"/>
                <a:gd name="connsiteY2060" fmla="*/ 931259 h 1019175"/>
                <a:gd name="connsiteX2061" fmla="*/ 1063752 w 1266825"/>
                <a:gd name="connsiteY2061" fmla="*/ 931069 h 1019175"/>
                <a:gd name="connsiteX2062" fmla="*/ 1064705 w 1266825"/>
                <a:gd name="connsiteY2062" fmla="*/ 931259 h 1019175"/>
                <a:gd name="connsiteX2063" fmla="*/ 1065371 w 1266825"/>
                <a:gd name="connsiteY2063" fmla="*/ 931831 h 1019175"/>
                <a:gd name="connsiteX2064" fmla="*/ 1065848 w 1266825"/>
                <a:gd name="connsiteY2064" fmla="*/ 932593 h 1019175"/>
                <a:gd name="connsiteX2065" fmla="*/ 1066419 w 1266825"/>
                <a:gd name="connsiteY2065" fmla="*/ 933926 h 1019175"/>
                <a:gd name="connsiteX2066" fmla="*/ 1066800 w 1266825"/>
                <a:gd name="connsiteY2066" fmla="*/ 934593 h 1019175"/>
                <a:gd name="connsiteX2067" fmla="*/ 1067372 w 1266825"/>
                <a:gd name="connsiteY2067" fmla="*/ 935165 h 1019175"/>
                <a:gd name="connsiteX2068" fmla="*/ 1069181 w 1266825"/>
                <a:gd name="connsiteY2068" fmla="*/ 936022 h 1019175"/>
                <a:gd name="connsiteX2069" fmla="*/ 1070324 w 1266825"/>
                <a:gd name="connsiteY2069" fmla="*/ 936212 h 1019175"/>
                <a:gd name="connsiteX2070" fmla="*/ 1071468 w 1266825"/>
                <a:gd name="connsiteY2070" fmla="*/ 936308 h 1019175"/>
                <a:gd name="connsiteX2071" fmla="*/ 1077468 w 1266825"/>
                <a:gd name="connsiteY2071" fmla="*/ 933641 h 1019175"/>
                <a:gd name="connsiteX2072" fmla="*/ 1079754 w 1266825"/>
                <a:gd name="connsiteY2072" fmla="*/ 932117 h 1019175"/>
                <a:gd name="connsiteX2073" fmla="*/ 1081183 w 1266825"/>
                <a:gd name="connsiteY2073" fmla="*/ 931545 h 1019175"/>
                <a:gd name="connsiteX2074" fmla="*/ 1082421 w 1266825"/>
                <a:gd name="connsiteY2074" fmla="*/ 931545 h 1019175"/>
                <a:gd name="connsiteX2075" fmla="*/ 1083278 w 1266825"/>
                <a:gd name="connsiteY2075" fmla="*/ 931831 h 1019175"/>
                <a:gd name="connsiteX2076" fmla="*/ 1084326 w 1266825"/>
                <a:gd name="connsiteY2076" fmla="*/ 932117 h 1019175"/>
                <a:gd name="connsiteX2077" fmla="*/ 1085374 w 1266825"/>
                <a:gd name="connsiteY2077" fmla="*/ 932021 h 1019175"/>
                <a:gd name="connsiteX2078" fmla="*/ 1088231 w 1266825"/>
                <a:gd name="connsiteY2078" fmla="*/ 931069 h 1019175"/>
                <a:gd name="connsiteX2079" fmla="*/ 1089279 w 1266825"/>
                <a:gd name="connsiteY2079" fmla="*/ 930878 h 1019175"/>
                <a:gd name="connsiteX2080" fmla="*/ 1090327 w 1266825"/>
                <a:gd name="connsiteY2080" fmla="*/ 931069 h 1019175"/>
                <a:gd name="connsiteX2081" fmla="*/ 1091279 w 1266825"/>
                <a:gd name="connsiteY2081" fmla="*/ 931355 h 1019175"/>
                <a:gd name="connsiteX2082" fmla="*/ 1092041 w 1266825"/>
                <a:gd name="connsiteY2082" fmla="*/ 931926 h 1019175"/>
                <a:gd name="connsiteX2083" fmla="*/ 1092613 w 1266825"/>
                <a:gd name="connsiteY2083" fmla="*/ 932688 h 1019175"/>
                <a:gd name="connsiteX2084" fmla="*/ 1092994 w 1266825"/>
                <a:gd name="connsiteY2084" fmla="*/ 933545 h 1019175"/>
                <a:gd name="connsiteX2085" fmla="*/ 1093661 w 1266825"/>
                <a:gd name="connsiteY2085" fmla="*/ 935546 h 1019175"/>
                <a:gd name="connsiteX2086" fmla="*/ 1094137 w 1266825"/>
                <a:gd name="connsiteY2086" fmla="*/ 936308 h 1019175"/>
                <a:gd name="connsiteX2087" fmla="*/ 1095566 w 1266825"/>
                <a:gd name="connsiteY2087" fmla="*/ 937641 h 1019175"/>
                <a:gd name="connsiteX2088" fmla="*/ 1097471 w 1266825"/>
                <a:gd name="connsiteY2088" fmla="*/ 938117 h 1019175"/>
                <a:gd name="connsiteX2089" fmla="*/ 1101281 w 1266825"/>
                <a:gd name="connsiteY2089" fmla="*/ 936212 h 1019175"/>
                <a:gd name="connsiteX2090" fmla="*/ 1102614 w 1266825"/>
                <a:gd name="connsiteY2090" fmla="*/ 932783 h 1019175"/>
                <a:gd name="connsiteX2091" fmla="*/ 1102709 w 1266825"/>
                <a:gd name="connsiteY2091" fmla="*/ 931736 h 1019175"/>
                <a:gd name="connsiteX2092" fmla="*/ 1102709 w 1266825"/>
                <a:gd name="connsiteY2092" fmla="*/ 930402 h 1019175"/>
                <a:gd name="connsiteX2093" fmla="*/ 1102424 w 1266825"/>
                <a:gd name="connsiteY2093" fmla="*/ 929450 h 1019175"/>
                <a:gd name="connsiteX2094" fmla="*/ 1102043 w 1266825"/>
                <a:gd name="connsiteY2094" fmla="*/ 928497 h 1019175"/>
                <a:gd name="connsiteX2095" fmla="*/ 1101566 w 1266825"/>
                <a:gd name="connsiteY2095" fmla="*/ 927640 h 1019175"/>
                <a:gd name="connsiteX2096" fmla="*/ 1101090 w 1266825"/>
                <a:gd name="connsiteY2096" fmla="*/ 926878 h 1019175"/>
                <a:gd name="connsiteX2097" fmla="*/ 1099757 w 1266825"/>
                <a:gd name="connsiteY2097" fmla="*/ 925449 h 1019175"/>
                <a:gd name="connsiteX2098" fmla="*/ 1098328 w 1266825"/>
                <a:gd name="connsiteY2098" fmla="*/ 924401 h 1019175"/>
                <a:gd name="connsiteX2099" fmla="*/ 1097089 w 1266825"/>
                <a:gd name="connsiteY2099" fmla="*/ 923735 h 1019175"/>
                <a:gd name="connsiteX2100" fmla="*/ 1096328 w 1266825"/>
                <a:gd name="connsiteY2100" fmla="*/ 923068 h 1019175"/>
                <a:gd name="connsiteX2101" fmla="*/ 1095566 w 1266825"/>
                <a:gd name="connsiteY2101" fmla="*/ 921925 h 1019175"/>
                <a:gd name="connsiteX2102" fmla="*/ 1095185 w 1266825"/>
                <a:gd name="connsiteY2102" fmla="*/ 920782 h 1019175"/>
                <a:gd name="connsiteX2103" fmla="*/ 1094994 w 1266825"/>
                <a:gd name="connsiteY2103" fmla="*/ 919544 h 1019175"/>
                <a:gd name="connsiteX2104" fmla="*/ 1095089 w 1266825"/>
                <a:gd name="connsiteY2104" fmla="*/ 918305 h 1019175"/>
                <a:gd name="connsiteX2105" fmla="*/ 1095089 w 1266825"/>
                <a:gd name="connsiteY2105" fmla="*/ 916877 h 1019175"/>
                <a:gd name="connsiteX2106" fmla="*/ 1094899 w 1266825"/>
                <a:gd name="connsiteY2106" fmla="*/ 915067 h 1019175"/>
                <a:gd name="connsiteX2107" fmla="*/ 1094232 w 1266825"/>
                <a:gd name="connsiteY2107" fmla="*/ 913257 h 1019175"/>
                <a:gd name="connsiteX2108" fmla="*/ 1094232 w 1266825"/>
                <a:gd name="connsiteY2108" fmla="*/ 912114 h 1019175"/>
                <a:gd name="connsiteX2109" fmla="*/ 1094518 w 1266825"/>
                <a:gd name="connsiteY2109" fmla="*/ 911257 h 1019175"/>
                <a:gd name="connsiteX2110" fmla="*/ 1094994 w 1266825"/>
                <a:gd name="connsiteY2110" fmla="*/ 910876 h 1019175"/>
                <a:gd name="connsiteX2111" fmla="*/ 1096423 w 1266825"/>
                <a:gd name="connsiteY2111" fmla="*/ 910019 h 1019175"/>
                <a:gd name="connsiteX2112" fmla="*/ 1096994 w 1266825"/>
                <a:gd name="connsiteY2112" fmla="*/ 909352 h 1019175"/>
                <a:gd name="connsiteX2113" fmla="*/ 1097089 w 1266825"/>
                <a:gd name="connsiteY2113" fmla="*/ 908209 h 1019175"/>
                <a:gd name="connsiteX2114" fmla="*/ 1096709 w 1266825"/>
                <a:gd name="connsiteY2114" fmla="*/ 907542 h 1019175"/>
                <a:gd name="connsiteX2115" fmla="*/ 1096232 w 1266825"/>
                <a:gd name="connsiteY2115" fmla="*/ 907066 h 1019175"/>
                <a:gd name="connsiteX2116" fmla="*/ 1095851 w 1266825"/>
                <a:gd name="connsiteY2116" fmla="*/ 906875 h 1019175"/>
                <a:gd name="connsiteX2117" fmla="*/ 1095375 w 1266825"/>
                <a:gd name="connsiteY2117" fmla="*/ 906685 h 1019175"/>
                <a:gd name="connsiteX2118" fmla="*/ 1094423 w 1266825"/>
                <a:gd name="connsiteY2118" fmla="*/ 906590 h 1019175"/>
                <a:gd name="connsiteX2119" fmla="*/ 1093565 w 1266825"/>
                <a:gd name="connsiteY2119" fmla="*/ 906399 h 1019175"/>
                <a:gd name="connsiteX2120" fmla="*/ 1092613 w 1266825"/>
                <a:gd name="connsiteY2120" fmla="*/ 905732 h 1019175"/>
                <a:gd name="connsiteX2121" fmla="*/ 1091756 w 1266825"/>
                <a:gd name="connsiteY2121" fmla="*/ 904113 h 1019175"/>
                <a:gd name="connsiteX2122" fmla="*/ 1091660 w 1266825"/>
                <a:gd name="connsiteY2122" fmla="*/ 902780 h 1019175"/>
                <a:gd name="connsiteX2123" fmla="*/ 1091660 w 1266825"/>
                <a:gd name="connsiteY2123" fmla="*/ 901541 h 1019175"/>
                <a:gd name="connsiteX2124" fmla="*/ 1091946 w 1266825"/>
                <a:gd name="connsiteY2124" fmla="*/ 900779 h 1019175"/>
                <a:gd name="connsiteX2125" fmla="*/ 1092041 w 1266825"/>
                <a:gd name="connsiteY2125" fmla="*/ 900303 h 1019175"/>
                <a:gd name="connsiteX2126" fmla="*/ 1092232 w 1266825"/>
                <a:gd name="connsiteY2126" fmla="*/ 899922 h 1019175"/>
                <a:gd name="connsiteX2127" fmla="*/ 1094232 w 1266825"/>
                <a:gd name="connsiteY2127" fmla="*/ 897255 h 1019175"/>
                <a:gd name="connsiteX2128" fmla="*/ 1097661 w 1266825"/>
                <a:gd name="connsiteY2128" fmla="*/ 890302 h 1019175"/>
                <a:gd name="connsiteX2129" fmla="*/ 1098423 w 1266825"/>
                <a:gd name="connsiteY2129" fmla="*/ 887540 h 1019175"/>
                <a:gd name="connsiteX2130" fmla="*/ 1098899 w 1266825"/>
                <a:gd name="connsiteY2130" fmla="*/ 884206 h 1019175"/>
                <a:gd name="connsiteX2131" fmla="*/ 1099757 w 1266825"/>
                <a:gd name="connsiteY2131" fmla="*/ 882777 h 1019175"/>
                <a:gd name="connsiteX2132" fmla="*/ 1100804 w 1266825"/>
                <a:gd name="connsiteY2132" fmla="*/ 882206 h 1019175"/>
                <a:gd name="connsiteX2133" fmla="*/ 1102805 w 1266825"/>
                <a:gd name="connsiteY2133" fmla="*/ 882682 h 1019175"/>
                <a:gd name="connsiteX2134" fmla="*/ 1103471 w 1266825"/>
                <a:gd name="connsiteY2134" fmla="*/ 882587 h 1019175"/>
                <a:gd name="connsiteX2135" fmla="*/ 1104138 w 1266825"/>
                <a:gd name="connsiteY2135" fmla="*/ 882206 h 1019175"/>
                <a:gd name="connsiteX2136" fmla="*/ 1104805 w 1266825"/>
                <a:gd name="connsiteY2136" fmla="*/ 881158 h 1019175"/>
                <a:gd name="connsiteX2137" fmla="*/ 1104900 w 1266825"/>
                <a:gd name="connsiteY2137" fmla="*/ 880110 h 1019175"/>
                <a:gd name="connsiteX2138" fmla="*/ 1104710 w 1266825"/>
                <a:gd name="connsiteY2138" fmla="*/ 879062 h 1019175"/>
                <a:gd name="connsiteX2139" fmla="*/ 1102043 w 1266825"/>
                <a:gd name="connsiteY2139" fmla="*/ 871157 h 1019175"/>
                <a:gd name="connsiteX2140" fmla="*/ 1101376 w 1266825"/>
                <a:gd name="connsiteY2140" fmla="*/ 870490 h 1019175"/>
                <a:gd name="connsiteX2141" fmla="*/ 1100519 w 1266825"/>
                <a:gd name="connsiteY2141" fmla="*/ 870014 h 1019175"/>
                <a:gd name="connsiteX2142" fmla="*/ 1098899 w 1266825"/>
                <a:gd name="connsiteY2142" fmla="*/ 869728 h 1019175"/>
                <a:gd name="connsiteX2143" fmla="*/ 1097566 w 1266825"/>
                <a:gd name="connsiteY2143" fmla="*/ 868775 h 1019175"/>
                <a:gd name="connsiteX2144" fmla="*/ 1099376 w 1266825"/>
                <a:gd name="connsiteY2144" fmla="*/ 867728 h 1019175"/>
                <a:gd name="connsiteX2145" fmla="*/ 1100423 w 1266825"/>
                <a:gd name="connsiteY2145" fmla="*/ 867537 h 1019175"/>
                <a:gd name="connsiteX2146" fmla="*/ 1102138 w 1266825"/>
                <a:gd name="connsiteY2146" fmla="*/ 867442 h 1019175"/>
                <a:gd name="connsiteX2147" fmla="*/ 1103376 w 1266825"/>
                <a:gd name="connsiteY2147" fmla="*/ 867728 h 1019175"/>
                <a:gd name="connsiteX2148" fmla="*/ 1105948 w 1266825"/>
                <a:gd name="connsiteY2148" fmla="*/ 868966 h 1019175"/>
                <a:gd name="connsiteX2149" fmla="*/ 1107567 w 1266825"/>
                <a:gd name="connsiteY2149" fmla="*/ 869156 h 1019175"/>
                <a:gd name="connsiteX2150" fmla="*/ 1110329 w 1266825"/>
                <a:gd name="connsiteY2150" fmla="*/ 870014 h 1019175"/>
                <a:gd name="connsiteX2151" fmla="*/ 1111282 w 1266825"/>
                <a:gd name="connsiteY2151" fmla="*/ 869823 h 1019175"/>
                <a:gd name="connsiteX2152" fmla="*/ 1112139 w 1266825"/>
                <a:gd name="connsiteY2152" fmla="*/ 869347 h 1019175"/>
                <a:gd name="connsiteX2153" fmla="*/ 1112711 w 1266825"/>
                <a:gd name="connsiteY2153" fmla="*/ 868585 h 1019175"/>
                <a:gd name="connsiteX2154" fmla="*/ 1112996 w 1266825"/>
                <a:gd name="connsiteY2154" fmla="*/ 867537 h 1019175"/>
                <a:gd name="connsiteX2155" fmla="*/ 1113092 w 1266825"/>
                <a:gd name="connsiteY2155" fmla="*/ 866394 h 1019175"/>
                <a:gd name="connsiteX2156" fmla="*/ 1111568 w 1266825"/>
                <a:gd name="connsiteY2156" fmla="*/ 858774 h 1019175"/>
                <a:gd name="connsiteX2157" fmla="*/ 1111568 w 1266825"/>
                <a:gd name="connsiteY2157" fmla="*/ 857917 h 1019175"/>
                <a:gd name="connsiteX2158" fmla="*/ 1111663 w 1266825"/>
                <a:gd name="connsiteY2158" fmla="*/ 857441 h 1019175"/>
                <a:gd name="connsiteX2159" fmla="*/ 1110615 w 1266825"/>
                <a:gd name="connsiteY2159" fmla="*/ 856393 h 1019175"/>
                <a:gd name="connsiteX2160" fmla="*/ 1109186 w 1266825"/>
                <a:gd name="connsiteY2160" fmla="*/ 855345 h 1019175"/>
                <a:gd name="connsiteX2161" fmla="*/ 1108043 w 1266825"/>
                <a:gd name="connsiteY2161" fmla="*/ 854012 h 1019175"/>
                <a:gd name="connsiteX2162" fmla="*/ 1107567 w 1266825"/>
                <a:gd name="connsiteY2162" fmla="*/ 851916 h 1019175"/>
                <a:gd name="connsiteX2163" fmla="*/ 1106996 w 1266825"/>
                <a:gd name="connsiteY2163" fmla="*/ 850297 h 1019175"/>
                <a:gd name="connsiteX2164" fmla="*/ 1105567 w 1266825"/>
                <a:gd name="connsiteY2164" fmla="*/ 848868 h 1019175"/>
                <a:gd name="connsiteX2165" fmla="*/ 1103662 w 1266825"/>
                <a:gd name="connsiteY2165" fmla="*/ 847916 h 1019175"/>
                <a:gd name="connsiteX2166" fmla="*/ 1101757 w 1266825"/>
                <a:gd name="connsiteY2166" fmla="*/ 847630 h 1019175"/>
                <a:gd name="connsiteX2167" fmla="*/ 1100614 w 1266825"/>
                <a:gd name="connsiteY2167" fmla="*/ 847249 h 1019175"/>
                <a:gd name="connsiteX2168" fmla="*/ 1099661 w 1266825"/>
                <a:gd name="connsiteY2168" fmla="*/ 846296 h 1019175"/>
                <a:gd name="connsiteX2169" fmla="*/ 1098709 w 1266825"/>
                <a:gd name="connsiteY2169" fmla="*/ 845153 h 1019175"/>
                <a:gd name="connsiteX2170" fmla="*/ 1097661 w 1266825"/>
                <a:gd name="connsiteY2170" fmla="*/ 844296 h 1019175"/>
                <a:gd name="connsiteX2171" fmla="*/ 1096709 w 1266825"/>
                <a:gd name="connsiteY2171" fmla="*/ 843915 h 1019175"/>
                <a:gd name="connsiteX2172" fmla="*/ 1095947 w 1266825"/>
                <a:gd name="connsiteY2172" fmla="*/ 843915 h 1019175"/>
                <a:gd name="connsiteX2173" fmla="*/ 1093851 w 1266825"/>
                <a:gd name="connsiteY2173" fmla="*/ 844296 h 1019175"/>
                <a:gd name="connsiteX2174" fmla="*/ 1087279 w 1266825"/>
                <a:gd name="connsiteY2174" fmla="*/ 844296 h 1019175"/>
                <a:gd name="connsiteX2175" fmla="*/ 1086803 w 1266825"/>
                <a:gd name="connsiteY2175" fmla="*/ 844010 h 1019175"/>
                <a:gd name="connsiteX2176" fmla="*/ 1085945 w 1266825"/>
                <a:gd name="connsiteY2176" fmla="*/ 843248 h 1019175"/>
                <a:gd name="connsiteX2177" fmla="*/ 1084136 w 1266825"/>
                <a:gd name="connsiteY2177" fmla="*/ 840581 h 1019175"/>
                <a:gd name="connsiteX2178" fmla="*/ 1083469 w 1266825"/>
                <a:gd name="connsiteY2178" fmla="*/ 839248 h 1019175"/>
                <a:gd name="connsiteX2179" fmla="*/ 1083278 w 1266825"/>
                <a:gd name="connsiteY2179" fmla="*/ 838200 h 1019175"/>
                <a:gd name="connsiteX2180" fmla="*/ 1083469 w 1266825"/>
                <a:gd name="connsiteY2180" fmla="*/ 837724 h 1019175"/>
                <a:gd name="connsiteX2181" fmla="*/ 1083659 w 1266825"/>
                <a:gd name="connsiteY2181" fmla="*/ 837248 h 1019175"/>
                <a:gd name="connsiteX2182" fmla="*/ 1084231 w 1266825"/>
                <a:gd name="connsiteY2182" fmla="*/ 836486 h 1019175"/>
                <a:gd name="connsiteX2183" fmla="*/ 1084898 w 1266825"/>
                <a:gd name="connsiteY2183" fmla="*/ 835819 h 1019175"/>
                <a:gd name="connsiteX2184" fmla="*/ 1085660 w 1266825"/>
                <a:gd name="connsiteY2184" fmla="*/ 835152 h 1019175"/>
                <a:gd name="connsiteX2185" fmla="*/ 1087374 w 1266825"/>
                <a:gd name="connsiteY2185" fmla="*/ 834200 h 1019175"/>
                <a:gd name="connsiteX2186" fmla="*/ 1088041 w 1266825"/>
                <a:gd name="connsiteY2186" fmla="*/ 833533 h 1019175"/>
                <a:gd name="connsiteX2187" fmla="*/ 1088327 w 1266825"/>
                <a:gd name="connsiteY2187" fmla="*/ 833152 h 1019175"/>
                <a:gd name="connsiteX2188" fmla="*/ 1088517 w 1266825"/>
                <a:gd name="connsiteY2188" fmla="*/ 832676 h 1019175"/>
                <a:gd name="connsiteX2189" fmla="*/ 1089089 w 1266825"/>
                <a:gd name="connsiteY2189" fmla="*/ 831152 h 1019175"/>
                <a:gd name="connsiteX2190" fmla="*/ 1090136 w 1266825"/>
                <a:gd name="connsiteY2190" fmla="*/ 828866 h 1019175"/>
                <a:gd name="connsiteX2191" fmla="*/ 1090994 w 1266825"/>
                <a:gd name="connsiteY2191" fmla="*/ 827627 h 1019175"/>
                <a:gd name="connsiteX2192" fmla="*/ 1091660 w 1266825"/>
                <a:gd name="connsiteY2192" fmla="*/ 826961 h 1019175"/>
                <a:gd name="connsiteX2193" fmla="*/ 1092422 w 1266825"/>
                <a:gd name="connsiteY2193" fmla="*/ 826294 h 1019175"/>
                <a:gd name="connsiteX2194" fmla="*/ 1095089 w 1266825"/>
                <a:gd name="connsiteY2194" fmla="*/ 824960 h 1019175"/>
                <a:gd name="connsiteX2195" fmla="*/ 1095947 w 1266825"/>
                <a:gd name="connsiteY2195" fmla="*/ 824484 h 1019175"/>
                <a:gd name="connsiteX2196" fmla="*/ 1096613 w 1266825"/>
                <a:gd name="connsiteY2196" fmla="*/ 823817 h 1019175"/>
                <a:gd name="connsiteX2197" fmla="*/ 1096899 w 1266825"/>
                <a:gd name="connsiteY2197" fmla="*/ 823436 h 1019175"/>
                <a:gd name="connsiteX2198" fmla="*/ 1097185 w 1266825"/>
                <a:gd name="connsiteY2198" fmla="*/ 822960 h 1019175"/>
                <a:gd name="connsiteX2199" fmla="*/ 1098328 w 1266825"/>
                <a:gd name="connsiteY2199" fmla="*/ 819436 h 1019175"/>
                <a:gd name="connsiteX2200" fmla="*/ 1098804 w 1266825"/>
                <a:gd name="connsiteY2200" fmla="*/ 818483 h 1019175"/>
                <a:gd name="connsiteX2201" fmla="*/ 1099376 w 1266825"/>
                <a:gd name="connsiteY2201" fmla="*/ 817721 h 1019175"/>
                <a:gd name="connsiteX2202" fmla="*/ 1099947 w 1266825"/>
                <a:gd name="connsiteY2202" fmla="*/ 817055 h 1019175"/>
                <a:gd name="connsiteX2203" fmla="*/ 1100423 w 1266825"/>
                <a:gd name="connsiteY2203" fmla="*/ 816674 h 1019175"/>
                <a:gd name="connsiteX2204" fmla="*/ 1100804 w 1266825"/>
                <a:gd name="connsiteY2204" fmla="*/ 816102 h 1019175"/>
                <a:gd name="connsiteX2205" fmla="*/ 1101281 w 1266825"/>
                <a:gd name="connsiteY2205" fmla="*/ 815340 h 1019175"/>
                <a:gd name="connsiteX2206" fmla="*/ 1101757 w 1266825"/>
                <a:gd name="connsiteY2206" fmla="*/ 813530 h 1019175"/>
                <a:gd name="connsiteX2207" fmla="*/ 1101947 w 1266825"/>
                <a:gd name="connsiteY2207" fmla="*/ 812578 h 1019175"/>
                <a:gd name="connsiteX2208" fmla="*/ 1101947 w 1266825"/>
                <a:gd name="connsiteY2208" fmla="*/ 811721 h 1019175"/>
                <a:gd name="connsiteX2209" fmla="*/ 1101757 w 1266825"/>
                <a:gd name="connsiteY2209" fmla="*/ 811149 h 1019175"/>
                <a:gd name="connsiteX2210" fmla="*/ 1097852 w 1266825"/>
                <a:gd name="connsiteY2210" fmla="*/ 805053 h 1019175"/>
                <a:gd name="connsiteX2211" fmla="*/ 1097756 w 1266825"/>
                <a:gd name="connsiteY2211" fmla="*/ 804577 h 1019175"/>
                <a:gd name="connsiteX2212" fmla="*/ 1097566 w 1266825"/>
                <a:gd name="connsiteY2212" fmla="*/ 803624 h 1019175"/>
                <a:gd name="connsiteX2213" fmla="*/ 1097471 w 1266825"/>
                <a:gd name="connsiteY2213" fmla="*/ 802958 h 1019175"/>
                <a:gd name="connsiteX2214" fmla="*/ 1097566 w 1266825"/>
                <a:gd name="connsiteY2214" fmla="*/ 802291 h 1019175"/>
                <a:gd name="connsiteX2215" fmla="*/ 1098233 w 1266825"/>
                <a:gd name="connsiteY2215" fmla="*/ 799910 h 1019175"/>
                <a:gd name="connsiteX2216" fmla="*/ 1098233 w 1266825"/>
                <a:gd name="connsiteY2216" fmla="*/ 799148 h 1019175"/>
                <a:gd name="connsiteX2217" fmla="*/ 1098137 w 1266825"/>
                <a:gd name="connsiteY2217" fmla="*/ 798671 h 1019175"/>
                <a:gd name="connsiteX2218" fmla="*/ 1097471 w 1266825"/>
                <a:gd name="connsiteY2218" fmla="*/ 797814 h 1019175"/>
                <a:gd name="connsiteX2219" fmla="*/ 1096994 w 1266825"/>
                <a:gd name="connsiteY2219" fmla="*/ 796481 h 1019175"/>
                <a:gd name="connsiteX2220" fmla="*/ 1096899 w 1266825"/>
                <a:gd name="connsiteY2220" fmla="*/ 796100 h 1019175"/>
                <a:gd name="connsiteX2221" fmla="*/ 1097089 w 1266825"/>
                <a:gd name="connsiteY2221" fmla="*/ 794957 h 1019175"/>
                <a:gd name="connsiteX2222" fmla="*/ 1100233 w 1266825"/>
                <a:gd name="connsiteY2222" fmla="*/ 793242 h 1019175"/>
                <a:gd name="connsiteX2223" fmla="*/ 1101376 w 1266825"/>
                <a:gd name="connsiteY2223" fmla="*/ 792099 h 1019175"/>
                <a:gd name="connsiteX2224" fmla="*/ 1101947 w 1266825"/>
                <a:gd name="connsiteY2224" fmla="*/ 791337 h 1019175"/>
                <a:gd name="connsiteX2225" fmla="*/ 1102995 w 1266825"/>
                <a:gd name="connsiteY2225" fmla="*/ 790099 h 1019175"/>
                <a:gd name="connsiteX2226" fmla="*/ 1103757 w 1266825"/>
                <a:gd name="connsiteY2226" fmla="*/ 789718 h 1019175"/>
                <a:gd name="connsiteX2227" fmla="*/ 1104519 w 1266825"/>
                <a:gd name="connsiteY2227" fmla="*/ 789623 h 1019175"/>
                <a:gd name="connsiteX2228" fmla="*/ 1107758 w 1266825"/>
                <a:gd name="connsiteY2228" fmla="*/ 790385 h 1019175"/>
                <a:gd name="connsiteX2229" fmla="*/ 1119473 w 1266825"/>
                <a:gd name="connsiteY2229" fmla="*/ 788575 h 1019175"/>
                <a:gd name="connsiteX2230" fmla="*/ 1120331 w 1266825"/>
                <a:gd name="connsiteY2230" fmla="*/ 788765 h 1019175"/>
                <a:gd name="connsiteX2231" fmla="*/ 1122712 w 1266825"/>
                <a:gd name="connsiteY2231" fmla="*/ 789337 h 1019175"/>
                <a:gd name="connsiteX2232" fmla="*/ 1129951 w 1266825"/>
                <a:gd name="connsiteY2232" fmla="*/ 789051 h 1019175"/>
                <a:gd name="connsiteX2233" fmla="*/ 1130999 w 1266825"/>
                <a:gd name="connsiteY2233" fmla="*/ 789242 h 1019175"/>
                <a:gd name="connsiteX2234" fmla="*/ 1131475 w 1266825"/>
                <a:gd name="connsiteY2234" fmla="*/ 789432 h 1019175"/>
                <a:gd name="connsiteX2235" fmla="*/ 1132142 w 1266825"/>
                <a:gd name="connsiteY2235" fmla="*/ 790099 h 1019175"/>
                <a:gd name="connsiteX2236" fmla="*/ 1132999 w 1266825"/>
                <a:gd name="connsiteY2236" fmla="*/ 791242 h 1019175"/>
                <a:gd name="connsiteX2237" fmla="*/ 1133380 w 1266825"/>
                <a:gd name="connsiteY2237" fmla="*/ 791623 h 1019175"/>
                <a:gd name="connsiteX2238" fmla="*/ 1133761 w 1266825"/>
                <a:gd name="connsiteY2238" fmla="*/ 791909 h 1019175"/>
                <a:gd name="connsiteX2239" fmla="*/ 1134237 w 1266825"/>
                <a:gd name="connsiteY2239" fmla="*/ 792099 h 1019175"/>
                <a:gd name="connsiteX2240" fmla="*/ 1140143 w 1266825"/>
                <a:gd name="connsiteY2240" fmla="*/ 793147 h 1019175"/>
                <a:gd name="connsiteX2241" fmla="*/ 1141095 w 1266825"/>
                <a:gd name="connsiteY2241" fmla="*/ 793623 h 1019175"/>
                <a:gd name="connsiteX2242" fmla="*/ 1141952 w 1266825"/>
                <a:gd name="connsiteY2242" fmla="*/ 794195 h 1019175"/>
                <a:gd name="connsiteX2243" fmla="*/ 1142619 w 1266825"/>
                <a:gd name="connsiteY2243" fmla="*/ 794861 h 1019175"/>
                <a:gd name="connsiteX2244" fmla="*/ 1143667 w 1266825"/>
                <a:gd name="connsiteY2244" fmla="*/ 796385 h 1019175"/>
                <a:gd name="connsiteX2245" fmla="*/ 1145667 w 1266825"/>
                <a:gd name="connsiteY2245" fmla="*/ 799814 h 1019175"/>
                <a:gd name="connsiteX2246" fmla="*/ 1146334 w 1266825"/>
                <a:gd name="connsiteY2246" fmla="*/ 800576 h 1019175"/>
                <a:gd name="connsiteX2247" fmla="*/ 1149668 w 1266825"/>
                <a:gd name="connsiteY2247" fmla="*/ 802672 h 1019175"/>
                <a:gd name="connsiteX2248" fmla="*/ 1150430 w 1266825"/>
                <a:gd name="connsiteY2248" fmla="*/ 803339 h 1019175"/>
                <a:gd name="connsiteX2249" fmla="*/ 1151382 w 1266825"/>
                <a:gd name="connsiteY2249" fmla="*/ 804386 h 1019175"/>
                <a:gd name="connsiteX2250" fmla="*/ 1151668 w 1266825"/>
                <a:gd name="connsiteY2250" fmla="*/ 804767 h 1019175"/>
                <a:gd name="connsiteX2251" fmla="*/ 1152335 w 1266825"/>
                <a:gd name="connsiteY2251" fmla="*/ 806101 h 1019175"/>
                <a:gd name="connsiteX2252" fmla="*/ 1153192 w 1266825"/>
                <a:gd name="connsiteY2252" fmla="*/ 807244 h 1019175"/>
                <a:gd name="connsiteX2253" fmla="*/ 1153668 w 1266825"/>
                <a:gd name="connsiteY2253" fmla="*/ 807815 h 1019175"/>
                <a:gd name="connsiteX2254" fmla="*/ 1154621 w 1266825"/>
                <a:gd name="connsiteY2254" fmla="*/ 808387 h 1019175"/>
                <a:gd name="connsiteX2255" fmla="*/ 1155287 w 1266825"/>
                <a:gd name="connsiteY2255" fmla="*/ 808387 h 1019175"/>
                <a:gd name="connsiteX2256" fmla="*/ 1155668 w 1266825"/>
                <a:gd name="connsiteY2256" fmla="*/ 808196 h 1019175"/>
                <a:gd name="connsiteX2257" fmla="*/ 1156335 w 1266825"/>
                <a:gd name="connsiteY2257" fmla="*/ 807434 h 1019175"/>
                <a:gd name="connsiteX2258" fmla="*/ 1156716 w 1266825"/>
                <a:gd name="connsiteY2258" fmla="*/ 807149 h 1019175"/>
                <a:gd name="connsiteX2259" fmla="*/ 1157288 w 1266825"/>
                <a:gd name="connsiteY2259" fmla="*/ 806958 h 1019175"/>
                <a:gd name="connsiteX2260" fmla="*/ 1158907 w 1266825"/>
                <a:gd name="connsiteY2260" fmla="*/ 806672 h 1019175"/>
                <a:gd name="connsiteX2261" fmla="*/ 1159383 w 1266825"/>
                <a:gd name="connsiteY2261" fmla="*/ 806482 h 1019175"/>
                <a:gd name="connsiteX2262" fmla="*/ 1159669 w 1266825"/>
                <a:gd name="connsiteY2262" fmla="*/ 806101 h 1019175"/>
                <a:gd name="connsiteX2263" fmla="*/ 1160621 w 1266825"/>
                <a:gd name="connsiteY2263" fmla="*/ 804291 h 1019175"/>
                <a:gd name="connsiteX2264" fmla="*/ 1161098 w 1266825"/>
                <a:gd name="connsiteY2264" fmla="*/ 803910 h 1019175"/>
                <a:gd name="connsiteX2265" fmla="*/ 1161669 w 1266825"/>
                <a:gd name="connsiteY2265" fmla="*/ 803624 h 1019175"/>
                <a:gd name="connsiteX2266" fmla="*/ 1162622 w 1266825"/>
                <a:gd name="connsiteY2266" fmla="*/ 803339 h 1019175"/>
                <a:gd name="connsiteX2267" fmla="*/ 1163479 w 1266825"/>
                <a:gd name="connsiteY2267" fmla="*/ 803434 h 1019175"/>
                <a:gd name="connsiteX2268" fmla="*/ 1164241 w 1266825"/>
                <a:gd name="connsiteY2268" fmla="*/ 803720 h 1019175"/>
                <a:gd name="connsiteX2269" fmla="*/ 1165384 w 1266825"/>
                <a:gd name="connsiteY2269" fmla="*/ 804196 h 1019175"/>
                <a:gd name="connsiteX2270" fmla="*/ 1166241 w 1266825"/>
                <a:gd name="connsiteY2270" fmla="*/ 804291 h 1019175"/>
                <a:gd name="connsiteX2271" fmla="*/ 1166813 w 1266825"/>
                <a:gd name="connsiteY2271" fmla="*/ 804291 h 1019175"/>
                <a:gd name="connsiteX2272" fmla="*/ 1167860 w 1266825"/>
                <a:gd name="connsiteY2272" fmla="*/ 803815 h 1019175"/>
                <a:gd name="connsiteX2273" fmla="*/ 1168622 w 1266825"/>
                <a:gd name="connsiteY2273" fmla="*/ 803529 h 1019175"/>
                <a:gd name="connsiteX2274" fmla="*/ 1170051 w 1266825"/>
                <a:gd name="connsiteY2274" fmla="*/ 803339 h 1019175"/>
                <a:gd name="connsiteX2275" fmla="*/ 1171670 w 1266825"/>
                <a:gd name="connsiteY2275" fmla="*/ 803434 h 1019175"/>
                <a:gd name="connsiteX2276" fmla="*/ 1175671 w 1266825"/>
                <a:gd name="connsiteY2276" fmla="*/ 804767 h 1019175"/>
                <a:gd name="connsiteX2277" fmla="*/ 1177481 w 1266825"/>
                <a:gd name="connsiteY2277" fmla="*/ 805053 h 1019175"/>
                <a:gd name="connsiteX2278" fmla="*/ 1178338 w 1266825"/>
                <a:gd name="connsiteY2278" fmla="*/ 804958 h 1019175"/>
                <a:gd name="connsiteX2279" fmla="*/ 1178719 w 1266825"/>
                <a:gd name="connsiteY2279" fmla="*/ 804767 h 1019175"/>
                <a:gd name="connsiteX2280" fmla="*/ 1179195 w 1266825"/>
                <a:gd name="connsiteY2280" fmla="*/ 804577 h 1019175"/>
                <a:gd name="connsiteX2281" fmla="*/ 1179862 w 1266825"/>
                <a:gd name="connsiteY2281" fmla="*/ 803910 h 1019175"/>
                <a:gd name="connsiteX2282" fmla="*/ 1181100 w 1266825"/>
                <a:gd name="connsiteY2282" fmla="*/ 802291 h 1019175"/>
                <a:gd name="connsiteX2283" fmla="*/ 1181576 w 1266825"/>
                <a:gd name="connsiteY2283" fmla="*/ 801910 h 1019175"/>
                <a:gd name="connsiteX2284" fmla="*/ 1182148 w 1266825"/>
                <a:gd name="connsiteY2284" fmla="*/ 801529 h 1019175"/>
                <a:gd name="connsiteX2285" fmla="*/ 1183291 w 1266825"/>
                <a:gd name="connsiteY2285" fmla="*/ 801243 h 1019175"/>
                <a:gd name="connsiteX2286" fmla="*/ 1187482 w 1266825"/>
                <a:gd name="connsiteY2286" fmla="*/ 802100 h 1019175"/>
                <a:gd name="connsiteX2287" fmla="*/ 1194530 w 1266825"/>
                <a:gd name="connsiteY2287" fmla="*/ 802577 h 1019175"/>
                <a:gd name="connsiteX2288" fmla="*/ 1195673 w 1266825"/>
                <a:gd name="connsiteY2288" fmla="*/ 802386 h 1019175"/>
                <a:gd name="connsiteX2289" fmla="*/ 1196245 w 1266825"/>
                <a:gd name="connsiteY2289" fmla="*/ 802291 h 1019175"/>
                <a:gd name="connsiteX2290" fmla="*/ 1197959 w 1266825"/>
                <a:gd name="connsiteY2290" fmla="*/ 801529 h 1019175"/>
                <a:gd name="connsiteX2291" fmla="*/ 1201103 w 1266825"/>
                <a:gd name="connsiteY2291" fmla="*/ 801053 h 1019175"/>
                <a:gd name="connsiteX2292" fmla="*/ 1204151 w 1266825"/>
                <a:gd name="connsiteY2292" fmla="*/ 800100 h 1019175"/>
                <a:gd name="connsiteX2293" fmla="*/ 1205008 w 1266825"/>
                <a:gd name="connsiteY2293" fmla="*/ 799148 h 1019175"/>
                <a:gd name="connsiteX2294" fmla="*/ 1205103 w 1266825"/>
                <a:gd name="connsiteY2294" fmla="*/ 798005 h 1019175"/>
                <a:gd name="connsiteX2295" fmla="*/ 1205103 w 1266825"/>
                <a:gd name="connsiteY2295" fmla="*/ 797719 h 1019175"/>
                <a:gd name="connsiteX2296" fmla="*/ 1205008 w 1266825"/>
                <a:gd name="connsiteY2296" fmla="*/ 797243 h 1019175"/>
                <a:gd name="connsiteX2297" fmla="*/ 1204818 w 1266825"/>
                <a:gd name="connsiteY2297" fmla="*/ 796862 h 1019175"/>
                <a:gd name="connsiteX2298" fmla="*/ 1204341 w 1266825"/>
                <a:gd name="connsiteY2298" fmla="*/ 796004 h 1019175"/>
                <a:gd name="connsiteX2299" fmla="*/ 1203770 w 1266825"/>
                <a:gd name="connsiteY2299" fmla="*/ 795242 h 1019175"/>
                <a:gd name="connsiteX2300" fmla="*/ 1201198 w 1266825"/>
                <a:gd name="connsiteY2300" fmla="*/ 793052 h 1019175"/>
                <a:gd name="connsiteX2301" fmla="*/ 1198531 w 1266825"/>
                <a:gd name="connsiteY2301" fmla="*/ 790194 h 1019175"/>
                <a:gd name="connsiteX2302" fmla="*/ 1194149 w 1266825"/>
                <a:gd name="connsiteY2302" fmla="*/ 780479 h 1019175"/>
                <a:gd name="connsiteX2303" fmla="*/ 1192149 w 1266825"/>
                <a:gd name="connsiteY2303" fmla="*/ 777621 h 1019175"/>
                <a:gd name="connsiteX2304" fmla="*/ 1191482 w 1266825"/>
                <a:gd name="connsiteY2304" fmla="*/ 776383 h 1019175"/>
                <a:gd name="connsiteX2305" fmla="*/ 1191387 w 1266825"/>
                <a:gd name="connsiteY2305" fmla="*/ 775716 h 1019175"/>
                <a:gd name="connsiteX2306" fmla="*/ 1191578 w 1266825"/>
                <a:gd name="connsiteY2306" fmla="*/ 775240 h 1019175"/>
                <a:gd name="connsiteX2307" fmla="*/ 1191959 w 1266825"/>
                <a:gd name="connsiteY2307" fmla="*/ 774954 h 1019175"/>
                <a:gd name="connsiteX2308" fmla="*/ 1194721 w 1266825"/>
                <a:gd name="connsiteY2308" fmla="*/ 774287 h 1019175"/>
                <a:gd name="connsiteX2309" fmla="*/ 1195578 w 1266825"/>
                <a:gd name="connsiteY2309" fmla="*/ 773906 h 1019175"/>
                <a:gd name="connsiteX2310" fmla="*/ 1195959 w 1266825"/>
                <a:gd name="connsiteY2310" fmla="*/ 773621 h 1019175"/>
                <a:gd name="connsiteX2311" fmla="*/ 1196150 w 1266825"/>
                <a:gd name="connsiteY2311" fmla="*/ 773335 h 1019175"/>
                <a:gd name="connsiteX2312" fmla="*/ 1196435 w 1266825"/>
                <a:gd name="connsiteY2312" fmla="*/ 772954 h 1019175"/>
                <a:gd name="connsiteX2313" fmla="*/ 1196626 w 1266825"/>
                <a:gd name="connsiteY2313" fmla="*/ 772382 h 1019175"/>
                <a:gd name="connsiteX2314" fmla="*/ 1196912 w 1266825"/>
                <a:gd name="connsiteY2314" fmla="*/ 771430 h 1019175"/>
                <a:gd name="connsiteX2315" fmla="*/ 1196816 w 1266825"/>
                <a:gd name="connsiteY2315" fmla="*/ 770668 h 1019175"/>
                <a:gd name="connsiteX2316" fmla="*/ 1196626 w 1266825"/>
                <a:gd name="connsiteY2316" fmla="*/ 769906 h 1019175"/>
                <a:gd name="connsiteX2317" fmla="*/ 1196340 w 1266825"/>
                <a:gd name="connsiteY2317" fmla="*/ 769049 h 1019175"/>
                <a:gd name="connsiteX2318" fmla="*/ 1196245 w 1266825"/>
                <a:gd name="connsiteY2318" fmla="*/ 768477 h 1019175"/>
                <a:gd name="connsiteX2319" fmla="*/ 1196245 w 1266825"/>
                <a:gd name="connsiteY2319" fmla="*/ 768001 h 1019175"/>
                <a:gd name="connsiteX2320" fmla="*/ 1196340 w 1266825"/>
                <a:gd name="connsiteY2320" fmla="*/ 767810 h 1019175"/>
                <a:gd name="connsiteX2321" fmla="*/ 1197102 w 1266825"/>
                <a:gd name="connsiteY2321" fmla="*/ 766858 h 1019175"/>
                <a:gd name="connsiteX2322" fmla="*/ 1197578 w 1266825"/>
                <a:gd name="connsiteY2322" fmla="*/ 766858 h 1019175"/>
                <a:gd name="connsiteX2323" fmla="*/ 1200626 w 1266825"/>
                <a:gd name="connsiteY2323" fmla="*/ 767620 h 1019175"/>
                <a:gd name="connsiteX2324" fmla="*/ 1206722 w 1266825"/>
                <a:gd name="connsiteY2324" fmla="*/ 771144 h 1019175"/>
                <a:gd name="connsiteX2325" fmla="*/ 1211580 w 1266825"/>
                <a:gd name="connsiteY2325" fmla="*/ 771906 h 1019175"/>
                <a:gd name="connsiteX2326" fmla="*/ 1212818 w 1266825"/>
                <a:gd name="connsiteY2326" fmla="*/ 772382 h 1019175"/>
                <a:gd name="connsiteX2327" fmla="*/ 1213295 w 1266825"/>
                <a:gd name="connsiteY2327" fmla="*/ 772954 h 1019175"/>
                <a:gd name="connsiteX2328" fmla="*/ 1213771 w 1266825"/>
                <a:gd name="connsiteY2328" fmla="*/ 774383 h 1019175"/>
                <a:gd name="connsiteX2329" fmla="*/ 1213961 w 1266825"/>
                <a:gd name="connsiteY2329" fmla="*/ 774764 h 1019175"/>
                <a:gd name="connsiteX2330" fmla="*/ 1214152 w 1266825"/>
                <a:gd name="connsiteY2330" fmla="*/ 775145 h 1019175"/>
                <a:gd name="connsiteX2331" fmla="*/ 1214438 w 1266825"/>
                <a:gd name="connsiteY2331" fmla="*/ 775526 h 1019175"/>
                <a:gd name="connsiteX2332" fmla="*/ 1214914 w 1266825"/>
                <a:gd name="connsiteY2332" fmla="*/ 775907 h 1019175"/>
                <a:gd name="connsiteX2333" fmla="*/ 1214819 w 1266825"/>
                <a:gd name="connsiteY2333" fmla="*/ 776097 h 1019175"/>
                <a:gd name="connsiteX2334" fmla="*/ 1215485 w 1266825"/>
                <a:gd name="connsiteY2334" fmla="*/ 776192 h 1019175"/>
                <a:gd name="connsiteX2335" fmla="*/ 1216057 w 1266825"/>
                <a:gd name="connsiteY2335" fmla="*/ 776097 h 1019175"/>
                <a:gd name="connsiteX2336" fmla="*/ 1217390 w 1266825"/>
                <a:gd name="connsiteY2336" fmla="*/ 775526 h 1019175"/>
                <a:gd name="connsiteX2337" fmla="*/ 1217867 w 1266825"/>
                <a:gd name="connsiteY2337" fmla="*/ 775145 h 1019175"/>
                <a:gd name="connsiteX2338" fmla="*/ 1218629 w 1266825"/>
                <a:gd name="connsiteY2338" fmla="*/ 774478 h 1019175"/>
                <a:gd name="connsiteX2339" fmla="*/ 1219010 w 1266825"/>
                <a:gd name="connsiteY2339" fmla="*/ 774192 h 1019175"/>
                <a:gd name="connsiteX2340" fmla="*/ 1219486 w 1266825"/>
                <a:gd name="connsiteY2340" fmla="*/ 774002 h 1019175"/>
                <a:gd name="connsiteX2341" fmla="*/ 1221581 w 1266825"/>
                <a:gd name="connsiteY2341" fmla="*/ 773525 h 1019175"/>
                <a:gd name="connsiteX2342" fmla="*/ 1223486 w 1266825"/>
                <a:gd name="connsiteY2342" fmla="*/ 772763 h 1019175"/>
                <a:gd name="connsiteX2343" fmla="*/ 1226820 w 1266825"/>
                <a:gd name="connsiteY2343" fmla="*/ 770668 h 1019175"/>
                <a:gd name="connsiteX2344" fmla="*/ 1228058 w 1266825"/>
                <a:gd name="connsiteY2344" fmla="*/ 770192 h 1019175"/>
                <a:gd name="connsiteX2345" fmla="*/ 1228820 w 1266825"/>
                <a:gd name="connsiteY2345" fmla="*/ 769906 h 1019175"/>
                <a:gd name="connsiteX2346" fmla="*/ 1230154 w 1266825"/>
                <a:gd name="connsiteY2346" fmla="*/ 769620 h 1019175"/>
                <a:gd name="connsiteX2347" fmla="*/ 1233107 w 1266825"/>
                <a:gd name="connsiteY2347" fmla="*/ 769239 h 1019175"/>
                <a:gd name="connsiteX2348" fmla="*/ 1234154 w 1266825"/>
                <a:gd name="connsiteY2348" fmla="*/ 769239 h 1019175"/>
                <a:gd name="connsiteX2349" fmla="*/ 1234821 w 1266825"/>
                <a:gd name="connsiteY2349" fmla="*/ 769430 h 1019175"/>
                <a:gd name="connsiteX2350" fmla="*/ 1235107 w 1266825"/>
                <a:gd name="connsiteY2350" fmla="*/ 769525 h 1019175"/>
                <a:gd name="connsiteX2351" fmla="*/ 1235774 w 1266825"/>
                <a:gd name="connsiteY2351" fmla="*/ 770001 h 1019175"/>
                <a:gd name="connsiteX2352" fmla="*/ 1237393 w 1266825"/>
                <a:gd name="connsiteY2352" fmla="*/ 771620 h 1019175"/>
                <a:gd name="connsiteX2353" fmla="*/ 1238441 w 1266825"/>
                <a:gd name="connsiteY2353" fmla="*/ 772192 h 1019175"/>
                <a:gd name="connsiteX2354" fmla="*/ 1239203 w 1266825"/>
                <a:gd name="connsiteY2354" fmla="*/ 772287 h 1019175"/>
                <a:gd name="connsiteX2355" fmla="*/ 1239869 w 1266825"/>
                <a:gd name="connsiteY2355" fmla="*/ 772287 h 1019175"/>
                <a:gd name="connsiteX2356" fmla="*/ 1243013 w 1266825"/>
                <a:gd name="connsiteY2356" fmla="*/ 771144 h 1019175"/>
                <a:gd name="connsiteX2357" fmla="*/ 1243870 w 1266825"/>
                <a:gd name="connsiteY2357" fmla="*/ 770954 h 1019175"/>
                <a:gd name="connsiteX2358" fmla="*/ 1245965 w 1266825"/>
                <a:gd name="connsiteY2358" fmla="*/ 770763 h 1019175"/>
                <a:gd name="connsiteX2359" fmla="*/ 1253490 w 1266825"/>
                <a:gd name="connsiteY2359" fmla="*/ 771620 h 1019175"/>
                <a:gd name="connsiteX2360" fmla="*/ 1257110 w 1266825"/>
                <a:gd name="connsiteY2360" fmla="*/ 771335 h 1019175"/>
                <a:gd name="connsiteX2361" fmla="*/ 1257967 w 1266825"/>
                <a:gd name="connsiteY2361" fmla="*/ 771144 h 1019175"/>
                <a:gd name="connsiteX2362" fmla="*/ 1258634 w 1266825"/>
                <a:gd name="connsiteY2362" fmla="*/ 770858 h 1019175"/>
                <a:gd name="connsiteX2363" fmla="*/ 1259396 w 1266825"/>
                <a:gd name="connsiteY2363" fmla="*/ 770192 h 1019175"/>
                <a:gd name="connsiteX2364" fmla="*/ 1260062 w 1266825"/>
                <a:gd name="connsiteY2364" fmla="*/ 769525 h 1019175"/>
                <a:gd name="connsiteX2365" fmla="*/ 1262539 w 1266825"/>
                <a:gd name="connsiteY2365" fmla="*/ 766572 h 1019175"/>
                <a:gd name="connsiteX2366" fmla="*/ 1265301 w 1266825"/>
                <a:gd name="connsiteY2366" fmla="*/ 762381 h 1019175"/>
                <a:gd name="connsiteX2367" fmla="*/ 1266635 w 1266825"/>
                <a:gd name="connsiteY2367" fmla="*/ 760952 h 1019175"/>
                <a:gd name="connsiteX2368" fmla="*/ 1266920 w 1266825"/>
                <a:gd name="connsiteY2368" fmla="*/ 760381 h 1019175"/>
                <a:gd name="connsiteX2369" fmla="*/ 1267016 w 1266825"/>
                <a:gd name="connsiteY2369" fmla="*/ 759619 h 1019175"/>
                <a:gd name="connsiteX2370" fmla="*/ 1266920 w 1266825"/>
                <a:gd name="connsiteY2370" fmla="*/ 756761 h 1019175"/>
                <a:gd name="connsiteX2371" fmla="*/ 1266158 w 1266825"/>
                <a:gd name="connsiteY2371" fmla="*/ 751332 h 1019175"/>
                <a:gd name="connsiteX2372" fmla="*/ 1265968 w 1266825"/>
                <a:gd name="connsiteY2372" fmla="*/ 744474 h 1019175"/>
                <a:gd name="connsiteX2373" fmla="*/ 1261396 w 1266825"/>
                <a:gd name="connsiteY2373" fmla="*/ 738378 h 1019175"/>
                <a:gd name="connsiteX2374" fmla="*/ 1259014 w 1266825"/>
                <a:gd name="connsiteY2374" fmla="*/ 732949 h 1019175"/>
                <a:gd name="connsiteX2375" fmla="*/ 1258729 w 1266825"/>
                <a:gd name="connsiteY2375" fmla="*/ 731901 h 1019175"/>
                <a:gd name="connsiteX2376" fmla="*/ 1258538 w 1266825"/>
                <a:gd name="connsiteY2376" fmla="*/ 730758 h 1019175"/>
                <a:gd name="connsiteX2377" fmla="*/ 1258443 w 1266825"/>
                <a:gd name="connsiteY2377" fmla="*/ 730091 h 1019175"/>
                <a:gd name="connsiteX2378" fmla="*/ 1258443 w 1266825"/>
                <a:gd name="connsiteY2378" fmla="*/ 729520 h 1019175"/>
                <a:gd name="connsiteX2379" fmla="*/ 1259586 w 1266825"/>
                <a:gd name="connsiteY2379" fmla="*/ 722090 h 1019175"/>
                <a:gd name="connsiteX2380" fmla="*/ 1259586 w 1266825"/>
                <a:gd name="connsiteY2380" fmla="*/ 720852 h 1019175"/>
                <a:gd name="connsiteX2381" fmla="*/ 1259491 w 1266825"/>
                <a:gd name="connsiteY2381" fmla="*/ 720281 h 1019175"/>
                <a:gd name="connsiteX2382" fmla="*/ 1259301 w 1266825"/>
                <a:gd name="connsiteY2382" fmla="*/ 719138 h 1019175"/>
                <a:gd name="connsiteX2383" fmla="*/ 1258729 w 1266825"/>
                <a:gd name="connsiteY2383" fmla="*/ 716947 h 1019175"/>
                <a:gd name="connsiteX2384" fmla="*/ 1257395 w 1266825"/>
                <a:gd name="connsiteY2384" fmla="*/ 714280 h 1019175"/>
                <a:gd name="connsiteX2385" fmla="*/ 1257110 w 1266825"/>
                <a:gd name="connsiteY2385" fmla="*/ 713518 h 1019175"/>
                <a:gd name="connsiteX2386" fmla="*/ 1256919 w 1266825"/>
                <a:gd name="connsiteY2386" fmla="*/ 712756 h 1019175"/>
                <a:gd name="connsiteX2387" fmla="*/ 1256919 w 1266825"/>
                <a:gd name="connsiteY2387" fmla="*/ 712280 h 1019175"/>
                <a:gd name="connsiteX2388" fmla="*/ 1257110 w 1266825"/>
                <a:gd name="connsiteY2388" fmla="*/ 711803 h 1019175"/>
                <a:gd name="connsiteX2389" fmla="*/ 1257395 w 1266825"/>
                <a:gd name="connsiteY2389" fmla="*/ 711422 h 1019175"/>
                <a:gd name="connsiteX2390" fmla="*/ 1257681 w 1266825"/>
                <a:gd name="connsiteY2390" fmla="*/ 711041 h 1019175"/>
                <a:gd name="connsiteX2391" fmla="*/ 1258062 w 1266825"/>
                <a:gd name="connsiteY2391" fmla="*/ 710565 h 1019175"/>
                <a:gd name="connsiteX2392" fmla="*/ 1258824 w 1266825"/>
                <a:gd name="connsiteY2392" fmla="*/ 709994 h 1019175"/>
                <a:gd name="connsiteX2393" fmla="*/ 1260443 w 1266825"/>
                <a:gd name="connsiteY2393" fmla="*/ 708946 h 1019175"/>
                <a:gd name="connsiteX2394" fmla="*/ 1261872 w 1266825"/>
                <a:gd name="connsiteY2394" fmla="*/ 708184 h 1019175"/>
                <a:gd name="connsiteX2395" fmla="*/ 1262634 w 1266825"/>
                <a:gd name="connsiteY2395" fmla="*/ 707708 h 1019175"/>
                <a:gd name="connsiteX2396" fmla="*/ 1263015 w 1266825"/>
                <a:gd name="connsiteY2396" fmla="*/ 707327 h 1019175"/>
                <a:gd name="connsiteX2397" fmla="*/ 1265396 w 1266825"/>
                <a:gd name="connsiteY2397" fmla="*/ 704183 h 1019175"/>
                <a:gd name="connsiteX2398" fmla="*/ 1265777 w 1266825"/>
                <a:gd name="connsiteY2398" fmla="*/ 703898 h 1019175"/>
                <a:gd name="connsiteX2399" fmla="*/ 1266539 w 1266825"/>
                <a:gd name="connsiteY2399" fmla="*/ 703326 h 1019175"/>
                <a:gd name="connsiteX2400" fmla="*/ 1267587 w 1266825"/>
                <a:gd name="connsiteY2400" fmla="*/ 702945 h 1019175"/>
                <a:gd name="connsiteX2401" fmla="*/ 1269111 w 1266825"/>
                <a:gd name="connsiteY2401" fmla="*/ 702469 h 1019175"/>
                <a:gd name="connsiteX2402" fmla="*/ 1270064 w 1266825"/>
                <a:gd name="connsiteY2402" fmla="*/ 702088 h 1019175"/>
                <a:gd name="connsiteX2403" fmla="*/ 1270826 w 1266825"/>
                <a:gd name="connsiteY2403" fmla="*/ 701421 h 1019175"/>
                <a:gd name="connsiteX2404" fmla="*/ 1271397 w 1266825"/>
                <a:gd name="connsiteY2404" fmla="*/ 700659 h 1019175"/>
                <a:gd name="connsiteX2405" fmla="*/ 1271683 w 1266825"/>
                <a:gd name="connsiteY2405" fmla="*/ 700088 h 1019175"/>
                <a:gd name="connsiteX2406" fmla="*/ 1271873 w 1266825"/>
                <a:gd name="connsiteY2406" fmla="*/ 699611 h 1019175"/>
                <a:gd name="connsiteX2407" fmla="*/ 1272540 w 1266825"/>
                <a:gd name="connsiteY2407" fmla="*/ 695420 h 1019175"/>
                <a:gd name="connsiteX2408" fmla="*/ 1273016 w 1266825"/>
                <a:gd name="connsiteY2408" fmla="*/ 693801 h 1019175"/>
                <a:gd name="connsiteX2409" fmla="*/ 1273397 w 1266825"/>
                <a:gd name="connsiteY2409" fmla="*/ 691325 h 1019175"/>
                <a:gd name="connsiteX2410" fmla="*/ 1273683 w 1266825"/>
                <a:gd name="connsiteY2410" fmla="*/ 687705 h 1019175"/>
                <a:gd name="connsiteX2411" fmla="*/ 1273588 w 1266825"/>
                <a:gd name="connsiteY2411" fmla="*/ 686753 h 1019175"/>
                <a:gd name="connsiteX2412" fmla="*/ 1273302 w 1266825"/>
                <a:gd name="connsiteY2412" fmla="*/ 684371 h 1019175"/>
                <a:gd name="connsiteX2413" fmla="*/ 1273016 w 1266825"/>
                <a:gd name="connsiteY2413" fmla="*/ 683324 h 1019175"/>
                <a:gd name="connsiteX2414" fmla="*/ 1272921 w 1266825"/>
                <a:gd name="connsiteY2414" fmla="*/ 682752 h 1019175"/>
                <a:gd name="connsiteX2415" fmla="*/ 1272350 w 1266825"/>
                <a:gd name="connsiteY2415" fmla="*/ 681609 h 1019175"/>
                <a:gd name="connsiteX2416" fmla="*/ 1271493 w 1266825"/>
                <a:gd name="connsiteY2416" fmla="*/ 680276 h 1019175"/>
                <a:gd name="connsiteX2417" fmla="*/ 1270159 w 1266825"/>
                <a:gd name="connsiteY2417" fmla="*/ 678656 h 1019175"/>
                <a:gd name="connsiteX2418" fmla="*/ 1269683 w 1266825"/>
                <a:gd name="connsiteY2418" fmla="*/ 677799 h 1019175"/>
                <a:gd name="connsiteX2419" fmla="*/ 1269302 w 1266825"/>
                <a:gd name="connsiteY2419" fmla="*/ 676847 h 1019175"/>
                <a:gd name="connsiteX2420" fmla="*/ 1269206 w 1266825"/>
                <a:gd name="connsiteY2420" fmla="*/ 676275 h 1019175"/>
                <a:gd name="connsiteX2421" fmla="*/ 1269206 w 1266825"/>
                <a:gd name="connsiteY2421" fmla="*/ 675608 h 1019175"/>
                <a:gd name="connsiteX2422" fmla="*/ 1269302 w 1266825"/>
                <a:gd name="connsiteY2422" fmla="*/ 675037 h 1019175"/>
                <a:gd name="connsiteX2423" fmla="*/ 1269492 w 1266825"/>
                <a:gd name="connsiteY2423" fmla="*/ 674465 h 1019175"/>
                <a:gd name="connsiteX2424" fmla="*/ 1269683 w 1266825"/>
                <a:gd name="connsiteY2424" fmla="*/ 673989 h 1019175"/>
                <a:gd name="connsiteX2425" fmla="*/ 1270826 w 1266825"/>
                <a:gd name="connsiteY2425" fmla="*/ 672370 h 1019175"/>
                <a:gd name="connsiteX2426" fmla="*/ 1272254 w 1266825"/>
                <a:gd name="connsiteY2426" fmla="*/ 671036 h 1019175"/>
                <a:gd name="connsiteX2427" fmla="*/ 1272826 w 1266825"/>
                <a:gd name="connsiteY2427" fmla="*/ 670179 h 1019175"/>
                <a:gd name="connsiteX2428" fmla="*/ 1273302 w 1266825"/>
                <a:gd name="connsiteY2428" fmla="*/ 669227 h 1019175"/>
                <a:gd name="connsiteX2429" fmla="*/ 1273969 w 1266825"/>
                <a:gd name="connsiteY2429" fmla="*/ 667131 h 1019175"/>
                <a:gd name="connsiteX2430" fmla="*/ 1274064 w 1266825"/>
                <a:gd name="connsiteY2430" fmla="*/ 666560 h 1019175"/>
                <a:gd name="connsiteX2431" fmla="*/ 1274064 w 1266825"/>
                <a:gd name="connsiteY2431" fmla="*/ 665893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</a:cxnLst>
              <a:rect l="l" t="t" r="r" b="b"/>
              <a:pathLst>
                <a:path w="1266825" h="1019175">
                  <a:moveTo>
                    <a:pt x="1274064" y="665321"/>
                  </a:moveTo>
                  <a:lnTo>
                    <a:pt x="1273969" y="664750"/>
                  </a:lnTo>
                  <a:lnTo>
                    <a:pt x="1273302" y="663893"/>
                  </a:lnTo>
                  <a:lnTo>
                    <a:pt x="1272350" y="662940"/>
                  </a:lnTo>
                  <a:lnTo>
                    <a:pt x="1269873" y="661035"/>
                  </a:lnTo>
                  <a:lnTo>
                    <a:pt x="1268159" y="659416"/>
                  </a:lnTo>
                  <a:lnTo>
                    <a:pt x="1267873" y="658940"/>
                  </a:lnTo>
                  <a:lnTo>
                    <a:pt x="1267587" y="658559"/>
                  </a:lnTo>
                  <a:lnTo>
                    <a:pt x="1267301" y="658178"/>
                  </a:lnTo>
                  <a:lnTo>
                    <a:pt x="1266825" y="657797"/>
                  </a:lnTo>
                  <a:lnTo>
                    <a:pt x="1266158" y="657511"/>
                  </a:lnTo>
                  <a:lnTo>
                    <a:pt x="1263587" y="656939"/>
                  </a:lnTo>
                  <a:lnTo>
                    <a:pt x="1262920" y="656749"/>
                  </a:lnTo>
                  <a:lnTo>
                    <a:pt x="1262348" y="656368"/>
                  </a:lnTo>
                  <a:lnTo>
                    <a:pt x="1261682" y="655701"/>
                  </a:lnTo>
                  <a:lnTo>
                    <a:pt x="1261015" y="655320"/>
                  </a:lnTo>
                  <a:lnTo>
                    <a:pt x="1260348" y="654939"/>
                  </a:lnTo>
                  <a:lnTo>
                    <a:pt x="1259205" y="654749"/>
                  </a:lnTo>
                  <a:lnTo>
                    <a:pt x="1258443" y="654749"/>
                  </a:lnTo>
                  <a:lnTo>
                    <a:pt x="1256633" y="655034"/>
                  </a:lnTo>
                  <a:lnTo>
                    <a:pt x="1255300" y="655034"/>
                  </a:lnTo>
                  <a:lnTo>
                    <a:pt x="1254157" y="654939"/>
                  </a:lnTo>
                  <a:lnTo>
                    <a:pt x="1253014" y="654558"/>
                  </a:lnTo>
                  <a:lnTo>
                    <a:pt x="1252347" y="654272"/>
                  </a:lnTo>
                  <a:lnTo>
                    <a:pt x="1251585" y="653701"/>
                  </a:lnTo>
                  <a:lnTo>
                    <a:pt x="1250347" y="652558"/>
                  </a:lnTo>
                  <a:lnTo>
                    <a:pt x="1249776" y="651891"/>
                  </a:lnTo>
                  <a:lnTo>
                    <a:pt x="1249394" y="651320"/>
                  </a:lnTo>
                  <a:lnTo>
                    <a:pt x="1249109" y="650748"/>
                  </a:lnTo>
                  <a:lnTo>
                    <a:pt x="1248347" y="648843"/>
                  </a:lnTo>
                  <a:lnTo>
                    <a:pt x="1248156" y="648367"/>
                  </a:lnTo>
                  <a:lnTo>
                    <a:pt x="1247585" y="647605"/>
                  </a:lnTo>
                  <a:lnTo>
                    <a:pt x="1246918" y="646843"/>
                  </a:lnTo>
                  <a:lnTo>
                    <a:pt x="1246251" y="646176"/>
                  </a:lnTo>
                  <a:lnTo>
                    <a:pt x="1245489" y="645795"/>
                  </a:lnTo>
                  <a:lnTo>
                    <a:pt x="1244441" y="645414"/>
                  </a:lnTo>
                  <a:lnTo>
                    <a:pt x="1241203" y="644557"/>
                  </a:lnTo>
                  <a:lnTo>
                    <a:pt x="1238441" y="644081"/>
                  </a:lnTo>
                  <a:lnTo>
                    <a:pt x="1237774" y="643890"/>
                  </a:lnTo>
                  <a:lnTo>
                    <a:pt x="1237202" y="643509"/>
                  </a:lnTo>
                  <a:lnTo>
                    <a:pt x="1236536" y="642842"/>
                  </a:lnTo>
                  <a:lnTo>
                    <a:pt x="1236155" y="642271"/>
                  </a:lnTo>
                  <a:lnTo>
                    <a:pt x="1235583" y="641318"/>
                  </a:lnTo>
                  <a:lnTo>
                    <a:pt x="1235202" y="641033"/>
                  </a:lnTo>
                  <a:lnTo>
                    <a:pt x="1234726" y="640842"/>
                  </a:lnTo>
                  <a:lnTo>
                    <a:pt x="1233869" y="640937"/>
                  </a:lnTo>
                  <a:lnTo>
                    <a:pt x="1233393" y="641223"/>
                  </a:lnTo>
                  <a:lnTo>
                    <a:pt x="1233011" y="641604"/>
                  </a:lnTo>
                  <a:lnTo>
                    <a:pt x="1231964" y="643414"/>
                  </a:lnTo>
                  <a:lnTo>
                    <a:pt x="1231583" y="643700"/>
                  </a:lnTo>
                  <a:lnTo>
                    <a:pt x="1231202" y="643890"/>
                  </a:lnTo>
                  <a:lnTo>
                    <a:pt x="1230630" y="643890"/>
                  </a:lnTo>
                  <a:lnTo>
                    <a:pt x="1230059" y="643795"/>
                  </a:lnTo>
                  <a:lnTo>
                    <a:pt x="1228916" y="643509"/>
                  </a:lnTo>
                  <a:lnTo>
                    <a:pt x="1225963" y="642271"/>
                  </a:lnTo>
                  <a:lnTo>
                    <a:pt x="1224820" y="641985"/>
                  </a:lnTo>
                  <a:lnTo>
                    <a:pt x="1222343" y="641699"/>
                  </a:lnTo>
                  <a:lnTo>
                    <a:pt x="1221677" y="641509"/>
                  </a:lnTo>
                  <a:lnTo>
                    <a:pt x="1221105" y="641128"/>
                  </a:lnTo>
                  <a:lnTo>
                    <a:pt x="1220248" y="640175"/>
                  </a:lnTo>
                  <a:lnTo>
                    <a:pt x="1219867" y="639509"/>
                  </a:lnTo>
                  <a:lnTo>
                    <a:pt x="1219772" y="638842"/>
                  </a:lnTo>
                  <a:lnTo>
                    <a:pt x="1219772" y="638175"/>
                  </a:lnTo>
                  <a:lnTo>
                    <a:pt x="1219867" y="637604"/>
                  </a:lnTo>
                  <a:lnTo>
                    <a:pt x="1220343" y="635984"/>
                  </a:lnTo>
                  <a:lnTo>
                    <a:pt x="1220343" y="635508"/>
                  </a:lnTo>
                  <a:lnTo>
                    <a:pt x="1219962" y="634937"/>
                  </a:lnTo>
                  <a:lnTo>
                    <a:pt x="1219105" y="634556"/>
                  </a:lnTo>
                  <a:lnTo>
                    <a:pt x="1217390" y="634175"/>
                  </a:lnTo>
                  <a:lnTo>
                    <a:pt x="1215009" y="633984"/>
                  </a:lnTo>
                  <a:lnTo>
                    <a:pt x="1214247" y="633698"/>
                  </a:lnTo>
                  <a:lnTo>
                    <a:pt x="1213580" y="633222"/>
                  </a:lnTo>
                  <a:lnTo>
                    <a:pt x="1212628" y="632174"/>
                  </a:lnTo>
                  <a:lnTo>
                    <a:pt x="1211771" y="630936"/>
                  </a:lnTo>
                  <a:lnTo>
                    <a:pt x="1210151" y="627126"/>
                  </a:lnTo>
                  <a:lnTo>
                    <a:pt x="1209961" y="626650"/>
                  </a:lnTo>
                  <a:lnTo>
                    <a:pt x="1209294" y="625888"/>
                  </a:lnTo>
                  <a:lnTo>
                    <a:pt x="1208627" y="625412"/>
                  </a:lnTo>
                  <a:lnTo>
                    <a:pt x="1204913" y="623792"/>
                  </a:lnTo>
                  <a:lnTo>
                    <a:pt x="1204722" y="623697"/>
                  </a:lnTo>
                  <a:lnTo>
                    <a:pt x="1198340" y="621983"/>
                  </a:lnTo>
                  <a:lnTo>
                    <a:pt x="1196912" y="621316"/>
                  </a:lnTo>
                  <a:lnTo>
                    <a:pt x="1195673" y="620459"/>
                  </a:lnTo>
                  <a:lnTo>
                    <a:pt x="1195102" y="619887"/>
                  </a:lnTo>
                  <a:lnTo>
                    <a:pt x="1194721" y="619411"/>
                  </a:lnTo>
                  <a:lnTo>
                    <a:pt x="1194435" y="618935"/>
                  </a:lnTo>
                  <a:lnTo>
                    <a:pt x="1193387" y="618554"/>
                  </a:lnTo>
                  <a:lnTo>
                    <a:pt x="1190816" y="619030"/>
                  </a:lnTo>
                  <a:lnTo>
                    <a:pt x="1187101" y="618649"/>
                  </a:lnTo>
                  <a:lnTo>
                    <a:pt x="1181672" y="617030"/>
                  </a:lnTo>
                  <a:lnTo>
                    <a:pt x="1180243" y="616363"/>
                  </a:lnTo>
                  <a:lnTo>
                    <a:pt x="1179576" y="615696"/>
                  </a:lnTo>
                  <a:lnTo>
                    <a:pt x="1179767" y="615315"/>
                  </a:lnTo>
                  <a:lnTo>
                    <a:pt x="1180433" y="614648"/>
                  </a:lnTo>
                  <a:lnTo>
                    <a:pt x="1180529" y="614172"/>
                  </a:lnTo>
                  <a:lnTo>
                    <a:pt x="1180338" y="613601"/>
                  </a:lnTo>
                  <a:lnTo>
                    <a:pt x="1179386" y="612648"/>
                  </a:lnTo>
                  <a:lnTo>
                    <a:pt x="1178528" y="612172"/>
                  </a:lnTo>
                  <a:lnTo>
                    <a:pt x="1177862" y="611981"/>
                  </a:lnTo>
                  <a:lnTo>
                    <a:pt x="1176814" y="611981"/>
                  </a:lnTo>
                  <a:lnTo>
                    <a:pt x="1173194" y="612458"/>
                  </a:lnTo>
                  <a:lnTo>
                    <a:pt x="1161764" y="610362"/>
                  </a:lnTo>
                  <a:lnTo>
                    <a:pt x="1160812" y="609981"/>
                  </a:lnTo>
                  <a:lnTo>
                    <a:pt x="1160336" y="609600"/>
                  </a:lnTo>
                  <a:lnTo>
                    <a:pt x="1161288" y="606457"/>
                  </a:lnTo>
                  <a:lnTo>
                    <a:pt x="1161383" y="605123"/>
                  </a:lnTo>
                  <a:lnTo>
                    <a:pt x="1161288" y="602075"/>
                  </a:lnTo>
                  <a:lnTo>
                    <a:pt x="1161098" y="600551"/>
                  </a:lnTo>
                  <a:lnTo>
                    <a:pt x="1160812" y="599408"/>
                  </a:lnTo>
                  <a:lnTo>
                    <a:pt x="1160621" y="599027"/>
                  </a:lnTo>
                  <a:lnTo>
                    <a:pt x="1160431" y="598646"/>
                  </a:lnTo>
                  <a:lnTo>
                    <a:pt x="1159955" y="596741"/>
                  </a:lnTo>
                  <a:lnTo>
                    <a:pt x="1160621" y="594265"/>
                  </a:lnTo>
                  <a:lnTo>
                    <a:pt x="1158335" y="591979"/>
                  </a:lnTo>
                  <a:lnTo>
                    <a:pt x="1157288" y="591312"/>
                  </a:lnTo>
                  <a:lnTo>
                    <a:pt x="1152811" y="589407"/>
                  </a:lnTo>
                  <a:lnTo>
                    <a:pt x="1147858" y="588645"/>
                  </a:lnTo>
                  <a:lnTo>
                    <a:pt x="1145191" y="588645"/>
                  </a:lnTo>
                  <a:lnTo>
                    <a:pt x="1142714" y="589026"/>
                  </a:lnTo>
                  <a:lnTo>
                    <a:pt x="1142238" y="589121"/>
                  </a:lnTo>
                  <a:lnTo>
                    <a:pt x="1139857" y="590264"/>
                  </a:lnTo>
                  <a:lnTo>
                    <a:pt x="1138238" y="590455"/>
                  </a:lnTo>
                  <a:lnTo>
                    <a:pt x="1136904" y="590264"/>
                  </a:lnTo>
                  <a:lnTo>
                    <a:pt x="1132427" y="590455"/>
                  </a:lnTo>
                  <a:lnTo>
                    <a:pt x="1131380" y="590169"/>
                  </a:lnTo>
                  <a:lnTo>
                    <a:pt x="1128903" y="589121"/>
                  </a:lnTo>
                  <a:lnTo>
                    <a:pt x="1125569" y="586835"/>
                  </a:lnTo>
                  <a:lnTo>
                    <a:pt x="1121093" y="582168"/>
                  </a:lnTo>
                  <a:lnTo>
                    <a:pt x="1120235" y="581597"/>
                  </a:lnTo>
                  <a:lnTo>
                    <a:pt x="1119378" y="581120"/>
                  </a:lnTo>
                  <a:lnTo>
                    <a:pt x="1117568" y="580549"/>
                  </a:lnTo>
                  <a:lnTo>
                    <a:pt x="1112996" y="580454"/>
                  </a:lnTo>
                  <a:lnTo>
                    <a:pt x="1111282" y="580835"/>
                  </a:lnTo>
                  <a:lnTo>
                    <a:pt x="1110806" y="581120"/>
                  </a:lnTo>
                  <a:lnTo>
                    <a:pt x="1110329" y="581406"/>
                  </a:lnTo>
                  <a:lnTo>
                    <a:pt x="1109853" y="581978"/>
                  </a:lnTo>
                  <a:lnTo>
                    <a:pt x="1109568" y="582454"/>
                  </a:lnTo>
                  <a:lnTo>
                    <a:pt x="1109377" y="583025"/>
                  </a:lnTo>
                  <a:lnTo>
                    <a:pt x="1109186" y="583787"/>
                  </a:lnTo>
                  <a:lnTo>
                    <a:pt x="1108996" y="584835"/>
                  </a:lnTo>
                  <a:lnTo>
                    <a:pt x="1108805" y="588740"/>
                  </a:lnTo>
                  <a:lnTo>
                    <a:pt x="1108710" y="589407"/>
                  </a:lnTo>
                  <a:lnTo>
                    <a:pt x="1108615" y="590169"/>
                  </a:lnTo>
                  <a:lnTo>
                    <a:pt x="1107758" y="592836"/>
                  </a:lnTo>
                  <a:lnTo>
                    <a:pt x="1107472" y="594074"/>
                  </a:lnTo>
                  <a:lnTo>
                    <a:pt x="1107472" y="595503"/>
                  </a:lnTo>
                  <a:lnTo>
                    <a:pt x="1107662" y="596170"/>
                  </a:lnTo>
                  <a:lnTo>
                    <a:pt x="1107853" y="596741"/>
                  </a:lnTo>
                  <a:lnTo>
                    <a:pt x="1108615" y="598075"/>
                  </a:lnTo>
                  <a:lnTo>
                    <a:pt x="1108805" y="598551"/>
                  </a:lnTo>
                  <a:lnTo>
                    <a:pt x="1108901" y="599123"/>
                  </a:lnTo>
                  <a:lnTo>
                    <a:pt x="1108901" y="599789"/>
                  </a:lnTo>
                  <a:lnTo>
                    <a:pt x="1108805" y="600551"/>
                  </a:lnTo>
                  <a:lnTo>
                    <a:pt x="1108520" y="601313"/>
                  </a:lnTo>
                  <a:lnTo>
                    <a:pt x="1106901" y="604838"/>
                  </a:lnTo>
                  <a:lnTo>
                    <a:pt x="1106519" y="605504"/>
                  </a:lnTo>
                  <a:lnTo>
                    <a:pt x="1106138" y="606076"/>
                  </a:lnTo>
                  <a:lnTo>
                    <a:pt x="1105662" y="606362"/>
                  </a:lnTo>
                  <a:lnTo>
                    <a:pt x="1104329" y="607028"/>
                  </a:lnTo>
                  <a:lnTo>
                    <a:pt x="1104043" y="607409"/>
                  </a:lnTo>
                  <a:lnTo>
                    <a:pt x="1103852" y="607981"/>
                  </a:lnTo>
                  <a:lnTo>
                    <a:pt x="1103948" y="608743"/>
                  </a:lnTo>
                  <a:lnTo>
                    <a:pt x="1104138" y="609219"/>
                  </a:lnTo>
                  <a:lnTo>
                    <a:pt x="1104424" y="609695"/>
                  </a:lnTo>
                  <a:lnTo>
                    <a:pt x="1106329" y="611315"/>
                  </a:lnTo>
                  <a:lnTo>
                    <a:pt x="1106710" y="611600"/>
                  </a:lnTo>
                  <a:lnTo>
                    <a:pt x="1106996" y="612077"/>
                  </a:lnTo>
                  <a:lnTo>
                    <a:pt x="1109758" y="617601"/>
                  </a:lnTo>
                  <a:lnTo>
                    <a:pt x="1109948" y="618173"/>
                  </a:lnTo>
                  <a:lnTo>
                    <a:pt x="1110044" y="618744"/>
                  </a:lnTo>
                  <a:lnTo>
                    <a:pt x="1110044" y="619316"/>
                  </a:lnTo>
                  <a:lnTo>
                    <a:pt x="1109948" y="620173"/>
                  </a:lnTo>
                  <a:lnTo>
                    <a:pt x="1109758" y="621030"/>
                  </a:lnTo>
                  <a:lnTo>
                    <a:pt x="1107567" y="626840"/>
                  </a:lnTo>
                  <a:lnTo>
                    <a:pt x="1107281" y="627317"/>
                  </a:lnTo>
                  <a:lnTo>
                    <a:pt x="1106805" y="627888"/>
                  </a:lnTo>
                  <a:lnTo>
                    <a:pt x="1105948" y="628364"/>
                  </a:lnTo>
                  <a:lnTo>
                    <a:pt x="1105376" y="628555"/>
                  </a:lnTo>
                  <a:lnTo>
                    <a:pt x="1104710" y="628555"/>
                  </a:lnTo>
                  <a:lnTo>
                    <a:pt x="1103281" y="627888"/>
                  </a:lnTo>
                  <a:lnTo>
                    <a:pt x="1102709" y="627793"/>
                  </a:lnTo>
                  <a:lnTo>
                    <a:pt x="1102138" y="627793"/>
                  </a:lnTo>
                  <a:lnTo>
                    <a:pt x="1101662" y="627983"/>
                  </a:lnTo>
                  <a:lnTo>
                    <a:pt x="1101281" y="628174"/>
                  </a:lnTo>
                  <a:lnTo>
                    <a:pt x="1098042" y="630269"/>
                  </a:lnTo>
                  <a:lnTo>
                    <a:pt x="1097756" y="630555"/>
                  </a:lnTo>
                  <a:lnTo>
                    <a:pt x="1097471" y="630936"/>
                  </a:lnTo>
                  <a:lnTo>
                    <a:pt x="1097185" y="631603"/>
                  </a:lnTo>
                  <a:lnTo>
                    <a:pt x="1096994" y="632174"/>
                  </a:lnTo>
                  <a:lnTo>
                    <a:pt x="1096709" y="634079"/>
                  </a:lnTo>
                  <a:lnTo>
                    <a:pt x="1096709" y="636080"/>
                  </a:lnTo>
                  <a:lnTo>
                    <a:pt x="1097089" y="640652"/>
                  </a:lnTo>
                  <a:lnTo>
                    <a:pt x="1097376" y="644843"/>
                  </a:lnTo>
                  <a:lnTo>
                    <a:pt x="1097185" y="646557"/>
                  </a:lnTo>
                  <a:lnTo>
                    <a:pt x="1096994" y="647033"/>
                  </a:lnTo>
                  <a:lnTo>
                    <a:pt x="1096613" y="647414"/>
                  </a:lnTo>
                  <a:lnTo>
                    <a:pt x="1094994" y="648462"/>
                  </a:lnTo>
                  <a:lnTo>
                    <a:pt x="1092994" y="649319"/>
                  </a:lnTo>
                  <a:lnTo>
                    <a:pt x="1092613" y="649605"/>
                  </a:lnTo>
                  <a:lnTo>
                    <a:pt x="1092327" y="649986"/>
                  </a:lnTo>
                  <a:lnTo>
                    <a:pt x="1092327" y="650558"/>
                  </a:lnTo>
                  <a:lnTo>
                    <a:pt x="1092803" y="651415"/>
                  </a:lnTo>
                  <a:lnTo>
                    <a:pt x="1093280" y="651986"/>
                  </a:lnTo>
                  <a:lnTo>
                    <a:pt x="1094137" y="652748"/>
                  </a:lnTo>
                  <a:lnTo>
                    <a:pt x="1095375" y="653606"/>
                  </a:lnTo>
                  <a:lnTo>
                    <a:pt x="1096042" y="654177"/>
                  </a:lnTo>
                  <a:lnTo>
                    <a:pt x="1096709" y="654939"/>
                  </a:lnTo>
                  <a:lnTo>
                    <a:pt x="1096994" y="655320"/>
                  </a:lnTo>
                  <a:lnTo>
                    <a:pt x="1097280" y="656082"/>
                  </a:lnTo>
                  <a:lnTo>
                    <a:pt x="1097471" y="657035"/>
                  </a:lnTo>
                  <a:lnTo>
                    <a:pt x="1098137" y="664369"/>
                  </a:lnTo>
                  <a:lnTo>
                    <a:pt x="1098137" y="665036"/>
                  </a:lnTo>
                  <a:lnTo>
                    <a:pt x="1098042" y="665607"/>
                  </a:lnTo>
                  <a:lnTo>
                    <a:pt x="1097947" y="666083"/>
                  </a:lnTo>
                  <a:lnTo>
                    <a:pt x="1097852" y="666464"/>
                  </a:lnTo>
                  <a:lnTo>
                    <a:pt x="1097661" y="666750"/>
                  </a:lnTo>
                  <a:lnTo>
                    <a:pt x="1097471" y="667131"/>
                  </a:lnTo>
                  <a:lnTo>
                    <a:pt x="1096328" y="667988"/>
                  </a:lnTo>
                  <a:lnTo>
                    <a:pt x="1095947" y="668369"/>
                  </a:lnTo>
                  <a:lnTo>
                    <a:pt x="1095661" y="668750"/>
                  </a:lnTo>
                  <a:lnTo>
                    <a:pt x="1095661" y="669512"/>
                  </a:lnTo>
                  <a:lnTo>
                    <a:pt x="1095851" y="670560"/>
                  </a:lnTo>
                  <a:lnTo>
                    <a:pt x="1096613" y="672275"/>
                  </a:lnTo>
                  <a:lnTo>
                    <a:pt x="1097089" y="673132"/>
                  </a:lnTo>
                  <a:lnTo>
                    <a:pt x="1097566" y="673703"/>
                  </a:lnTo>
                  <a:lnTo>
                    <a:pt x="1098137" y="674084"/>
                  </a:lnTo>
                  <a:lnTo>
                    <a:pt x="1098995" y="674370"/>
                  </a:lnTo>
                  <a:lnTo>
                    <a:pt x="1100233" y="674561"/>
                  </a:lnTo>
                  <a:lnTo>
                    <a:pt x="1100804" y="674561"/>
                  </a:lnTo>
                  <a:lnTo>
                    <a:pt x="1101376" y="674465"/>
                  </a:lnTo>
                  <a:lnTo>
                    <a:pt x="1101852" y="674275"/>
                  </a:lnTo>
                  <a:lnTo>
                    <a:pt x="1104138" y="673037"/>
                  </a:lnTo>
                  <a:lnTo>
                    <a:pt x="1105186" y="672751"/>
                  </a:lnTo>
                  <a:lnTo>
                    <a:pt x="1105662" y="672751"/>
                  </a:lnTo>
                  <a:lnTo>
                    <a:pt x="1106138" y="672751"/>
                  </a:lnTo>
                  <a:lnTo>
                    <a:pt x="1106519" y="672846"/>
                  </a:lnTo>
                  <a:lnTo>
                    <a:pt x="1106901" y="672941"/>
                  </a:lnTo>
                  <a:lnTo>
                    <a:pt x="1107758" y="673513"/>
                  </a:lnTo>
                  <a:lnTo>
                    <a:pt x="1112044" y="676847"/>
                  </a:lnTo>
                  <a:lnTo>
                    <a:pt x="1113663" y="677894"/>
                  </a:lnTo>
                  <a:lnTo>
                    <a:pt x="1117378" y="679799"/>
                  </a:lnTo>
                  <a:lnTo>
                    <a:pt x="1118521" y="680085"/>
                  </a:lnTo>
                  <a:lnTo>
                    <a:pt x="1119093" y="680085"/>
                  </a:lnTo>
                  <a:lnTo>
                    <a:pt x="1120235" y="679990"/>
                  </a:lnTo>
                  <a:lnTo>
                    <a:pt x="1122902" y="679228"/>
                  </a:lnTo>
                  <a:lnTo>
                    <a:pt x="1123379" y="679228"/>
                  </a:lnTo>
                  <a:lnTo>
                    <a:pt x="1123760" y="679418"/>
                  </a:lnTo>
                  <a:lnTo>
                    <a:pt x="1124141" y="679704"/>
                  </a:lnTo>
                  <a:lnTo>
                    <a:pt x="1124522" y="680085"/>
                  </a:lnTo>
                  <a:lnTo>
                    <a:pt x="1125664" y="682466"/>
                  </a:lnTo>
                  <a:lnTo>
                    <a:pt x="1125951" y="682847"/>
                  </a:lnTo>
                  <a:lnTo>
                    <a:pt x="1127951" y="684276"/>
                  </a:lnTo>
                  <a:lnTo>
                    <a:pt x="1128236" y="684657"/>
                  </a:lnTo>
                  <a:lnTo>
                    <a:pt x="1128808" y="685514"/>
                  </a:lnTo>
                  <a:lnTo>
                    <a:pt x="1129665" y="687419"/>
                  </a:lnTo>
                  <a:lnTo>
                    <a:pt x="1129951" y="687800"/>
                  </a:lnTo>
                  <a:lnTo>
                    <a:pt x="1130618" y="688562"/>
                  </a:lnTo>
                  <a:lnTo>
                    <a:pt x="1130999" y="688848"/>
                  </a:lnTo>
                  <a:lnTo>
                    <a:pt x="1131665" y="689610"/>
                  </a:lnTo>
                  <a:lnTo>
                    <a:pt x="1132999" y="691706"/>
                  </a:lnTo>
                  <a:lnTo>
                    <a:pt x="1133380" y="692563"/>
                  </a:lnTo>
                  <a:lnTo>
                    <a:pt x="1133380" y="693420"/>
                  </a:lnTo>
                  <a:lnTo>
                    <a:pt x="1133189" y="694754"/>
                  </a:lnTo>
                  <a:lnTo>
                    <a:pt x="1132332" y="697706"/>
                  </a:lnTo>
                  <a:lnTo>
                    <a:pt x="1132142" y="699040"/>
                  </a:lnTo>
                  <a:lnTo>
                    <a:pt x="1132142" y="699992"/>
                  </a:lnTo>
                  <a:lnTo>
                    <a:pt x="1132427" y="700659"/>
                  </a:lnTo>
                  <a:lnTo>
                    <a:pt x="1132904" y="701421"/>
                  </a:lnTo>
                  <a:lnTo>
                    <a:pt x="1132999" y="701897"/>
                  </a:lnTo>
                  <a:lnTo>
                    <a:pt x="1132904" y="702469"/>
                  </a:lnTo>
                  <a:lnTo>
                    <a:pt x="1132142" y="703231"/>
                  </a:lnTo>
                  <a:lnTo>
                    <a:pt x="1131284" y="703898"/>
                  </a:lnTo>
                  <a:lnTo>
                    <a:pt x="1131094" y="704279"/>
                  </a:lnTo>
                  <a:lnTo>
                    <a:pt x="1130903" y="704755"/>
                  </a:lnTo>
                  <a:lnTo>
                    <a:pt x="1131094" y="705422"/>
                  </a:lnTo>
                  <a:lnTo>
                    <a:pt x="1131380" y="705803"/>
                  </a:lnTo>
                  <a:lnTo>
                    <a:pt x="1132427" y="706660"/>
                  </a:lnTo>
                  <a:lnTo>
                    <a:pt x="1132808" y="707041"/>
                  </a:lnTo>
                  <a:lnTo>
                    <a:pt x="1132904" y="707612"/>
                  </a:lnTo>
                  <a:lnTo>
                    <a:pt x="1132618" y="708184"/>
                  </a:lnTo>
                  <a:lnTo>
                    <a:pt x="1131761" y="708946"/>
                  </a:lnTo>
                  <a:lnTo>
                    <a:pt x="1130999" y="709232"/>
                  </a:lnTo>
                  <a:lnTo>
                    <a:pt x="1128046" y="709803"/>
                  </a:lnTo>
                  <a:lnTo>
                    <a:pt x="1126998" y="710184"/>
                  </a:lnTo>
                  <a:lnTo>
                    <a:pt x="1126522" y="710470"/>
                  </a:lnTo>
                  <a:lnTo>
                    <a:pt x="1126141" y="710660"/>
                  </a:lnTo>
                  <a:lnTo>
                    <a:pt x="1125760" y="711041"/>
                  </a:lnTo>
                  <a:lnTo>
                    <a:pt x="1125474" y="711327"/>
                  </a:lnTo>
                  <a:lnTo>
                    <a:pt x="1125284" y="711708"/>
                  </a:lnTo>
                  <a:lnTo>
                    <a:pt x="1125379" y="712089"/>
                  </a:lnTo>
                  <a:lnTo>
                    <a:pt x="1125664" y="712470"/>
                  </a:lnTo>
                  <a:lnTo>
                    <a:pt x="1126998" y="713899"/>
                  </a:lnTo>
                  <a:lnTo>
                    <a:pt x="1127284" y="714280"/>
                  </a:lnTo>
                  <a:lnTo>
                    <a:pt x="1127474" y="714756"/>
                  </a:lnTo>
                  <a:lnTo>
                    <a:pt x="1127665" y="715232"/>
                  </a:lnTo>
                  <a:lnTo>
                    <a:pt x="1127951" y="716375"/>
                  </a:lnTo>
                  <a:lnTo>
                    <a:pt x="1128141" y="716852"/>
                  </a:lnTo>
                  <a:lnTo>
                    <a:pt x="1128332" y="717233"/>
                  </a:lnTo>
                  <a:lnTo>
                    <a:pt x="1128618" y="717709"/>
                  </a:lnTo>
                  <a:lnTo>
                    <a:pt x="1130332" y="719614"/>
                  </a:lnTo>
                  <a:lnTo>
                    <a:pt x="1130522" y="719900"/>
                  </a:lnTo>
                  <a:lnTo>
                    <a:pt x="1130713" y="720376"/>
                  </a:lnTo>
                  <a:lnTo>
                    <a:pt x="1130903" y="720852"/>
                  </a:lnTo>
                  <a:lnTo>
                    <a:pt x="1130713" y="721519"/>
                  </a:lnTo>
                  <a:lnTo>
                    <a:pt x="1130141" y="722090"/>
                  </a:lnTo>
                  <a:lnTo>
                    <a:pt x="1128046" y="723424"/>
                  </a:lnTo>
                  <a:lnTo>
                    <a:pt x="1127284" y="724376"/>
                  </a:lnTo>
                  <a:lnTo>
                    <a:pt x="1126808" y="725519"/>
                  </a:lnTo>
                  <a:lnTo>
                    <a:pt x="1126522" y="725900"/>
                  </a:lnTo>
                  <a:lnTo>
                    <a:pt x="1126236" y="726186"/>
                  </a:lnTo>
                  <a:lnTo>
                    <a:pt x="1125855" y="726281"/>
                  </a:lnTo>
                  <a:lnTo>
                    <a:pt x="1125093" y="726377"/>
                  </a:lnTo>
                  <a:lnTo>
                    <a:pt x="1122998" y="726948"/>
                  </a:lnTo>
                  <a:lnTo>
                    <a:pt x="1119950" y="728282"/>
                  </a:lnTo>
                  <a:lnTo>
                    <a:pt x="1119188" y="728948"/>
                  </a:lnTo>
                  <a:lnTo>
                    <a:pt x="1118807" y="729901"/>
                  </a:lnTo>
                  <a:lnTo>
                    <a:pt x="1118521" y="730568"/>
                  </a:lnTo>
                  <a:lnTo>
                    <a:pt x="1118140" y="731139"/>
                  </a:lnTo>
                  <a:lnTo>
                    <a:pt x="1117854" y="731425"/>
                  </a:lnTo>
                  <a:lnTo>
                    <a:pt x="1116044" y="731806"/>
                  </a:lnTo>
                  <a:lnTo>
                    <a:pt x="1115092" y="731044"/>
                  </a:lnTo>
                  <a:lnTo>
                    <a:pt x="1112996" y="728948"/>
                  </a:lnTo>
                  <a:lnTo>
                    <a:pt x="1112234" y="728663"/>
                  </a:lnTo>
                  <a:lnTo>
                    <a:pt x="1108710" y="728091"/>
                  </a:lnTo>
                  <a:lnTo>
                    <a:pt x="1106805" y="727615"/>
                  </a:lnTo>
                  <a:lnTo>
                    <a:pt x="1106424" y="727329"/>
                  </a:lnTo>
                  <a:lnTo>
                    <a:pt x="1105376" y="726853"/>
                  </a:lnTo>
                  <a:lnTo>
                    <a:pt x="1102424" y="726281"/>
                  </a:lnTo>
                  <a:lnTo>
                    <a:pt x="1099566" y="726281"/>
                  </a:lnTo>
                  <a:lnTo>
                    <a:pt x="1095375" y="726853"/>
                  </a:lnTo>
                  <a:lnTo>
                    <a:pt x="1094423" y="727234"/>
                  </a:lnTo>
                  <a:lnTo>
                    <a:pt x="1093565" y="727615"/>
                  </a:lnTo>
                  <a:lnTo>
                    <a:pt x="1093184" y="727901"/>
                  </a:lnTo>
                  <a:lnTo>
                    <a:pt x="1092803" y="728282"/>
                  </a:lnTo>
                  <a:lnTo>
                    <a:pt x="1092518" y="728663"/>
                  </a:lnTo>
                  <a:lnTo>
                    <a:pt x="1092327" y="729139"/>
                  </a:lnTo>
                  <a:lnTo>
                    <a:pt x="1092137" y="729615"/>
                  </a:lnTo>
                  <a:lnTo>
                    <a:pt x="1092137" y="730187"/>
                  </a:lnTo>
                  <a:lnTo>
                    <a:pt x="1092232" y="730758"/>
                  </a:lnTo>
                  <a:lnTo>
                    <a:pt x="1092422" y="731901"/>
                  </a:lnTo>
                  <a:lnTo>
                    <a:pt x="1092994" y="733520"/>
                  </a:lnTo>
                  <a:lnTo>
                    <a:pt x="1093756" y="737330"/>
                  </a:lnTo>
                  <a:lnTo>
                    <a:pt x="1094137" y="738283"/>
                  </a:lnTo>
                  <a:lnTo>
                    <a:pt x="1094994" y="739616"/>
                  </a:lnTo>
                  <a:lnTo>
                    <a:pt x="1095661" y="740283"/>
                  </a:lnTo>
                  <a:lnTo>
                    <a:pt x="1097947" y="741617"/>
                  </a:lnTo>
                  <a:lnTo>
                    <a:pt x="1098233" y="741902"/>
                  </a:lnTo>
                  <a:lnTo>
                    <a:pt x="1098423" y="742283"/>
                  </a:lnTo>
                  <a:lnTo>
                    <a:pt x="1098614" y="742664"/>
                  </a:lnTo>
                  <a:lnTo>
                    <a:pt x="1098709" y="743141"/>
                  </a:lnTo>
                  <a:lnTo>
                    <a:pt x="1098518" y="743617"/>
                  </a:lnTo>
                  <a:lnTo>
                    <a:pt x="1098233" y="743903"/>
                  </a:lnTo>
                  <a:lnTo>
                    <a:pt x="1097471" y="743903"/>
                  </a:lnTo>
                  <a:lnTo>
                    <a:pt x="1092232" y="743617"/>
                  </a:lnTo>
                  <a:lnTo>
                    <a:pt x="1091279" y="743807"/>
                  </a:lnTo>
                  <a:lnTo>
                    <a:pt x="1090994" y="744188"/>
                  </a:lnTo>
                  <a:lnTo>
                    <a:pt x="1090898" y="744665"/>
                  </a:lnTo>
                  <a:lnTo>
                    <a:pt x="1090898" y="745141"/>
                  </a:lnTo>
                  <a:lnTo>
                    <a:pt x="1091089" y="745712"/>
                  </a:lnTo>
                  <a:lnTo>
                    <a:pt x="1091470" y="746665"/>
                  </a:lnTo>
                  <a:lnTo>
                    <a:pt x="1092327" y="748475"/>
                  </a:lnTo>
                  <a:lnTo>
                    <a:pt x="1092613" y="748856"/>
                  </a:lnTo>
                  <a:lnTo>
                    <a:pt x="1092899" y="749046"/>
                  </a:lnTo>
                  <a:lnTo>
                    <a:pt x="1093089" y="749141"/>
                  </a:lnTo>
                  <a:lnTo>
                    <a:pt x="1093280" y="749237"/>
                  </a:lnTo>
                  <a:lnTo>
                    <a:pt x="1095280" y="749713"/>
                  </a:lnTo>
                  <a:lnTo>
                    <a:pt x="1096137" y="750094"/>
                  </a:lnTo>
                  <a:lnTo>
                    <a:pt x="1096423" y="750189"/>
                  </a:lnTo>
                  <a:lnTo>
                    <a:pt x="1096994" y="750761"/>
                  </a:lnTo>
                  <a:lnTo>
                    <a:pt x="1097280" y="751142"/>
                  </a:lnTo>
                  <a:lnTo>
                    <a:pt x="1097566" y="751618"/>
                  </a:lnTo>
                  <a:lnTo>
                    <a:pt x="1097661" y="752189"/>
                  </a:lnTo>
                  <a:lnTo>
                    <a:pt x="1097566" y="752761"/>
                  </a:lnTo>
                  <a:lnTo>
                    <a:pt x="1097089" y="755618"/>
                  </a:lnTo>
                  <a:lnTo>
                    <a:pt x="1096994" y="758381"/>
                  </a:lnTo>
                  <a:lnTo>
                    <a:pt x="1096518" y="761429"/>
                  </a:lnTo>
                  <a:lnTo>
                    <a:pt x="1095566" y="764381"/>
                  </a:lnTo>
                  <a:lnTo>
                    <a:pt x="1094994" y="765524"/>
                  </a:lnTo>
                  <a:lnTo>
                    <a:pt x="1094423" y="766382"/>
                  </a:lnTo>
                  <a:lnTo>
                    <a:pt x="1093565" y="767334"/>
                  </a:lnTo>
                  <a:lnTo>
                    <a:pt x="1088041" y="772478"/>
                  </a:lnTo>
                  <a:lnTo>
                    <a:pt x="1086612" y="773049"/>
                  </a:lnTo>
                  <a:lnTo>
                    <a:pt x="1084993" y="772859"/>
                  </a:lnTo>
                  <a:lnTo>
                    <a:pt x="1082897" y="771239"/>
                  </a:lnTo>
                  <a:lnTo>
                    <a:pt x="1081754" y="769715"/>
                  </a:lnTo>
                  <a:lnTo>
                    <a:pt x="1080421" y="767144"/>
                  </a:lnTo>
                  <a:lnTo>
                    <a:pt x="1079468" y="765905"/>
                  </a:lnTo>
                  <a:lnTo>
                    <a:pt x="1078039" y="764572"/>
                  </a:lnTo>
                  <a:lnTo>
                    <a:pt x="1076420" y="762286"/>
                  </a:lnTo>
                  <a:lnTo>
                    <a:pt x="1074706" y="759333"/>
                  </a:lnTo>
                  <a:lnTo>
                    <a:pt x="1073658" y="758285"/>
                  </a:lnTo>
                  <a:lnTo>
                    <a:pt x="1072039" y="757619"/>
                  </a:lnTo>
                  <a:lnTo>
                    <a:pt x="1066895" y="756476"/>
                  </a:lnTo>
                  <a:lnTo>
                    <a:pt x="1061847" y="756761"/>
                  </a:lnTo>
                  <a:lnTo>
                    <a:pt x="1059466" y="756095"/>
                  </a:lnTo>
                  <a:lnTo>
                    <a:pt x="1058037" y="755999"/>
                  </a:lnTo>
                  <a:lnTo>
                    <a:pt x="1056608" y="756190"/>
                  </a:lnTo>
                  <a:lnTo>
                    <a:pt x="1052418" y="758095"/>
                  </a:lnTo>
                  <a:lnTo>
                    <a:pt x="1051465" y="758381"/>
                  </a:lnTo>
                  <a:lnTo>
                    <a:pt x="1050512" y="758476"/>
                  </a:lnTo>
                  <a:lnTo>
                    <a:pt x="1049751" y="758190"/>
                  </a:lnTo>
                  <a:lnTo>
                    <a:pt x="1048988" y="757428"/>
                  </a:lnTo>
                  <a:lnTo>
                    <a:pt x="1048703" y="755999"/>
                  </a:lnTo>
                  <a:lnTo>
                    <a:pt x="1049084" y="755047"/>
                  </a:lnTo>
                  <a:lnTo>
                    <a:pt x="1049941" y="754380"/>
                  </a:lnTo>
                  <a:lnTo>
                    <a:pt x="1050893" y="753999"/>
                  </a:lnTo>
                  <a:lnTo>
                    <a:pt x="1062704" y="752666"/>
                  </a:lnTo>
                  <a:lnTo>
                    <a:pt x="1063657" y="752380"/>
                  </a:lnTo>
                  <a:lnTo>
                    <a:pt x="1064133" y="751904"/>
                  </a:lnTo>
                  <a:lnTo>
                    <a:pt x="1064038" y="751237"/>
                  </a:lnTo>
                  <a:lnTo>
                    <a:pt x="1063085" y="750380"/>
                  </a:lnTo>
                  <a:lnTo>
                    <a:pt x="1052798" y="746665"/>
                  </a:lnTo>
                  <a:lnTo>
                    <a:pt x="1051465" y="746855"/>
                  </a:lnTo>
                  <a:lnTo>
                    <a:pt x="1050131" y="747332"/>
                  </a:lnTo>
                  <a:lnTo>
                    <a:pt x="1048988" y="748284"/>
                  </a:lnTo>
                  <a:lnTo>
                    <a:pt x="1047464" y="749808"/>
                  </a:lnTo>
                  <a:lnTo>
                    <a:pt x="1046607" y="750284"/>
                  </a:lnTo>
                  <a:lnTo>
                    <a:pt x="1045369" y="750380"/>
                  </a:lnTo>
                  <a:lnTo>
                    <a:pt x="1044226" y="749713"/>
                  </a:lnTo>
                  <a:lnTo>
                    <a:pt x="1042130" y="747141"/>
                  </a:lnTo>
                  <a:lnTo>
                    <a:pt x="1040702" y="744855"/>
                  </a:lnTo>
                  <a:lnTo>
                    <a:pt x="1035844" y="738950"/>
                  </a:lnTo>
                  <a:lnTo>
                    <a:pt x="1034034" y="736187"/>
                  </a:lnTo>
                  <a:lnTo>
                    <a:pt x="1033367" y="734759"/>
                  </a:lnTo>
                  <a:lnTo>
                    <a:pt x="1032891" y="733425"/>
                  </a:lnTo>
                  <a:lnTo>
                    <a:pt x="1032605" y="732187"/>
                  </a:lnTo>
                  <a:lnTo>
                    <a:pt x="1032891" y="731425"/>
                  </a:lnTo>
                  <a:lnTo>
                    <a:pt x="1033558" y="731044"/>
                  </a:lnTo>
                  <a:lnTo>
                    <a:pt x="1034510" y="730949"/>
                  </a:lnTo>
                  <a:lnTo>
                    <a:pt x="1035463" y="730663"/>
                  </a:lnTo>
                  <a:lnTo>
                    <a:pt x="1036320" y="729806"/>
                  </a:lnTo>
                  <a:lnTo>
                    <a:pt x="1035939" y="728567"/>
                  </a:lnTo>
                  <a:lnTo>
                    <a:pt x="1034510" y="727805"/>
                  </a:lnTo>
                  <a:lnTo>
                    <a:pt x="1031272" y="727901"/>
                  </a:lnTo>
                  <a:lnTo>
                    <a:pt x="1029081" y="728472"/>
                  </a:lnTo>
                  <a:lnTo>
                    <a:pt x="1027271" y="729234"/>
                  </a:lnTo>
                  <a:lnTo>
                    <a:pt x="1026128" y="729901"/>
                  </a:lnTo>
                  <a:lnTo>
                    <a:pt x="1024319" y="729806"/>
                  </a:lnTo>
                  <a:lnTo>
                    <a:pt x="1022985" y="729520"/>
                  </a:lnTo>
                  <a:lnTo>
                    <a:pt x="1015365" y="725043"/>
                  </a:lnTo>
                  <a:lnTo>
                    <a:pt x="1014508" y="724472"/>
                  </a:lnTo>
                  <a:lnTo>
                    <a:pt x="1014032" y="724281"/>
                  </a:lnTo>
                  <a:lnTo>
                    <a:pt x="1013460" y="724186"/>
                  </a:lnTo>
                  <a:lnTo>
                    <a:pt x="1012888" y="724186"/>
                  </a:lnTo>
                  <a:lnTo>
                    <a:pt x="1012412" y="723995"/>
                  </a:lnTo>
                  <a:lnTo>
                    <a:pt x="1012127" y="723710"/>
                  </a:lnTo>
                  <a:lnTo>
                    <a:pt x="1011841" y="723233"/>
                  </a:lnTo>
                  <a:lnTo>
                    <a:pt x="1011460" y="722281"/>
                  </a:lnTo>
                  <a:lnTo>
                    <a:pt x="1011174" y="721900"/>
                  </a:lnTo>
                  <a:lnTo>
                    <a:pt x="1010698" y="721043"/>
                  </a:lnTo>
                  <a:lnTo>
                    <a:pt x="1010317" y="720662"/>
                  </a:lnTo>
                  <a:lnTo>
                    <a:pt x="1010126" y="720281"/>
                  </a:lnTo>
                  <a:lnTo>
                    <a:pt x="1009841" y="719519"/>
                  </a:lnTo>
                  <a:lnTo>
                    <a:pt x="1008983" y="716852"/>
                  </a:lnTo>
                  <a:lnTo>
                    <a:pt x="1008507" y="716090"/>
                  </a:lnTo>
                  <a:lnTo>
                    <a:pt x="1008031" y="715518"/>
                  </a:lnTo>
                  <a:lnTo>
                    <a:pt x="1007555" y="715232"/>
                  </a:lnTo>
                  <a:lnTo>
                    <a:pt x="1007269" y="714947"/>
                  </a:lnTo>
                  <a:lnTo>
                    <a:pt x="1006983" y="714566"/>
                  </a:lnTo>
                  <a:lnTo>
                    <a:pt x="1006221" y="712661"/>
                  </a:lnTo>
                  <a:lnTo>
                    <a:pt x="1003745" y="708184"/>
                  </a:lnTo>
                  <a:lnTo>
                    <a:pt x="1003554" y="707612"/>
                  </a:lnTo>
                  <a:lnTo>
                    <a:pt x="1003363" y="706660"/>
                  </a:lnTo>
                  <a:lnTo>
                    <a:pt x="1003173" y="705231"/>
                  </a:lnTo>
                  <a:lnTo>
                    <a:pt x="1003078" y="702755"/>
                  </a:lnTo>
                  <a:lnTo>
                    <a:pt x="1003268" y="700754"/>
                  </a:lnTo>
                  <a:lnTo>
                    <a:pt x="1004030" y="697897"/>
                  </a:lnTo>
                  <a:lnTo>
                    <a:pt x="1004411" y="696944"/>
                  </a:lnTo>
                  <a:lnTo>
                    <a:pt x="1005364" y="695135"/>
                  </a:lnTo>
                  <a:lnTo>
                    <a:pt x="1005650" y="694754"/>
                  </a:lnTo>
                  <a:lnTo>
                    <a:pt x="1006030" y="694468"/>
                  </a:lnTo>
                  <a:lnTo>
                    <a:pt x="1011364" y="691420"/>
                  </a:lnTo>
                  <a:lnTo>
                    <a:pt x="1012031" y="690848"/>
                  </a:lnTo>
                  <a:lnTo>
                    <a:pt x="1012412" y="690467"/>
                  </a:lnTo>
                  <a:lnTo>
                    <a:pt x="1012888" y="689610"/>
                  </a:lnTo>
                  <a:lnTo>
                    <a:pt x="1012984" y="688562"/>
                  </a:lnTo>
                  <a:lnTo>
                    <a:pt x="1012888" y="687038"/>
                  </a:lnTo>
                  <a:lnTo>
                    <a:pt x="1012508" y="683895"/>
                  </a:lnTo>
                  <a:lnTo>
                    <a:pt x="1012603" y="682466"/>
                  </a:lnTo>
                  <a:lnTo>
                    <a:pt x="1012698" y="681514"/>
                  </a:lnTo>
                  <a:lnTo>
                    <a:pt x="1013270" y="680657"/>
                  </a:lnTo>
                  <a:lnTo>
                    <a:pt x="1013555" y="680276"/>
                  </a:lnTo>
                  <a:lnTo>
                    <a:pt x="1013651" y="679704"/>
                  </a:lnTo>
                  <a:lnTo>
                    <a:pt x="1013746" y="677799"/>
                  </a:lnTo>
                  <a:lnTo>
                    <a:pt x="1013746" y="676466"/>
                  </a:lnTo>
                  <a:lnTo>
                    <a:pt x="1013555" y="675037"/>
                  </a:lnTo>
                  <a:lnTo>
                    <a:pt x="1012127" y="668179"/>
                  </a:lnTo>
                  <a:lnTo>
                    <a:pt x="1011650" y="666560"/>
                  </a:lnTo>
                  <a:lnTo>
                    <a:pt x="1010507" y="664083"/>
                  </a:lnTo>
                  <a:lnTo>
                    <a:pt x="1009364" y="662178"/>
                  </a:lnTo>
                  <a:lnTo>
                    <a:pt x="1007078" y="660273"/>
                  </a:lnTo>
                  <a:lnTo>
                    <a:pt x="1005745" y="658844"/>
                  </a:lnTo>
                  <a:lnTo>
                    <a:pt x="1005459" y="658463"/>
                  </a:lnTo>
                  <a:lnTo>
                    <a:pt x="1004792" y="657130"/>
                  </a:lnTo>
                  <a:lnTo>
                    <a:pt x="1002602" y="651605"/>
                  </a:lnTo>
                  <a:lnTo>
                    <a:pt x="999458" y="645795"/>
                  </a:lnTo>
                  <a:lnTo>
                    <a:pt x="995553" y="631603"/>
                  </a:lnTo>
                  <a:lnTo>
                    <a:pt x="995458" y="630746"/>
                  </a:lnTo>
                  <a:lnTo>
                    <a:pt x="995553" y="629222"/>
                  </a:lnTo>
                  <a:lnTo>
                    <a:pt x="995744" y="628269"/>
                  </a:lnTo>
                  <a:lnTo>
                    <a:pt x="996220" y="627507"/>
                  </a:lnTo>
                  <a:lnTo>
                    <a:pt x="996887" y="626936"/>
                  </a:lnTo>
                  <a:lnTo>
                    <a:pt x="1003649" y="622935"/>
                  </a:lnTo>
                  <a:lnTo>
                    <a:pt x="1003554" y="621316"/>
                  </a:lnTo>
                  <a:lnTo>
                    <a:pt x="1002316" y="619030"/>
                  </a:lnTo>
                  <a:lnTo>
                    <a:pt x="994220" y="608552"/>
                  </a:lnTo>
                  <a:lnTo>
                    <a:pt x="992791" y="604838"/>
                  </a:lnTo>
                  <a:lnTo>
                    <a:pt x="992314" y="603885"/>
                  </a:lnTo>
                  <a:lnTo>
                    <a:pt x="990029" y="601504"/>
                  </a:lnTo>
                  <a:lnTo>
                    <a:pt x="985171" y="598456"/>
                  </a:lnTo>
                  <a:lnTo>
                    <a:pt x="979265" y="597122"/>
                  </a:lnTo>
                  <a:lnTo>
                    <a:pt x="977455" y="596360"/>
                  </a:lnTo>
                  <a:lnTo>
                    <a:pt x="975170" y="594741"/>
                  </a:lnTo>
                  <a:lnTo>
                    <a:pt x="971741" y="591503"/>
                  </a:lnTo>
                  <a:lnTo>
                    <a:pt x="971455" y="591122"/>
                  </a:lnTo>
                  <a:lnTo>
                    <a:pt x="971264" y="590645"/>
                  </a:lnTo>
                  <a:lnTo>
                    <a:pt x="970979" y="589407"/>
                  </a:lnTo>
                  <a:lnTo>
                    <a:pt x="970597" y="588359"/>
                  </a:lnTo>
                  <a:lnTo>
                    <a:pt x="969740" y="586454"/>
                  </a:lnTo>
                  <a:lnTo>
                    <a:pt x="968788" y="584740"/>
                  </a:lnTo>
                  <a:lnTo>
                    <a:pt x="967835" y="583502"/>
                  </a:lnTo>
                  <a:lnTo>
                    <a:pt x="967645" y="583025"/>
                  </a:lnTo>
                  <a:lnTo>
                    <a:pt x="967454" y="582549"/>
                  </a:lnTo>
                  <a:lnTo>
                    <a:pt x="967169" y="580739"/>
                  </a:lnTo>
                  <a:lnTo>
                    <a:pt x="967073" y="580168"/>
                  </a:lnTo>
                  <a:lnTo>
                    <a:pt x="966788" y="579692"/>
                  </a:lnTo>
                  <a:lnTo>
                    <a:pt x="966407" y="579311"/>
                  </a:lnTo>
                  <a:lnTo>
                    <a:pt x="962025" y="576834"/>
                  </a:lnTo>
                  <a:lnTo>
                    <a:pt x="960692" y="576263"/>
                  </a:lnTo>
                  <a:lnTo>
                    <a:pt x="959168" y="576072"/>
                  </a:lnTo>
                  <a:lnTo>
                    <a:pt x="958501" y="576358"/>
                  </a:lnTo>
                  <a:lnTo>
                    <a:pt x="958025" y="576739"/>
                  </a:lnTo>
                  <a:lnTo>
                    <a:pt x="956405" y="578644"/>
                  </a:lnTo>
                  <a:lnTo>
                    <a:pt x="955643" y="579215"/>
                  </a:lnTo>
                  <a:lnTo>
                    <a:pt x="955167" y="579501"/>
                  </a:lnTo>
                  <a:lnTo>
                    <a:pt x="954691" y="579692"/>
                  </a:lnTo>
                  <a:lnTo>
                    <a:pt x="954119" y="579787"/>
                  </a:lnTo>
                  <a:lnTo>
                    <a:pt x="953548" y="579787"/>
                  </a:lnTo>
                  <a:lnTo>
                    <a:pt x="952691" y="579596"/>
                  </a:lnTo>
                  <a:lnTo>
                    <a:pt x="950595" y="578930"/>
                  </a:lnTo>
                  <a:lnTo>
                    <a:pt x="949738" y="578358"/>
                  </a:lnTo>
                  <a:lnTo>
                    <a:pt x="948880" y="577691"/>
                  </a:lnTo>
                  <a:lnTo>
                    <a:pt x="947642" y="576263"/>
                  </a:lnTo>
                  <a:lnTo>
                    <a:pt x="947547" y="575596"/>
                  </a:lnTo>
                  <a:lnTo>
                    <a:pt x="947642" y="575120"/>
                  </a:lnTo>
                  <a:lnTo>
                    <a:pt x="947928" y="574834"/>
                  </a:lnTo>
                  <a:lnTo>
                    <a:pt x="948023" y="574739"/>
                  </a:lnTo>
                  <a:lnTo>
                    <a:pt x="948214" y="574072"/>
                  </a:lnTo>
                  <a:lnTo>
                    <a:pt x="948404" y="573691"/>
                  </a:lnTo>
                  <a:lnTo>
                    <a:pt x="948785" y="573405"/>
                  </a:lnTo>
                  <a:lnTo>
                    <a:pt x="949262" y="573310"/>
                  </a:lnTo>
                  <a:lnTo>
                    <a:pt x="950500" y="573405"/>
                  </a:lnTo>
                  <a:lnTo>
                    <a:pt x="951071" y="573310"/>
                  </a:lnTo>
                  <a:lnTo>
                    <a:pt x="951452" y="573024"/>
                  </a:lnTo>
                  <a:lnTo>
                    <a:pt x="951643" y="572548"/>
                  </a:lnTo>
                  <a:lnTo>
                    <a:pt x="951833" y="572072"/>
                  </a:lnTo>
                  <a:lnTo>
                    <a:pt x="952310" y="571119"/>
                  </a:lnTo>
                  <a:lnTo>
                    <a:pt x="952691" y="570833"/>
                  </a:lnTo>
                  <a:lnTo>
                    <a:pt x="953072" y="570548"/>
                  </a:lnTo>
                  <a:lnTo>
                    <a:pt x="954500" y="569881"/>
                  </a:lnTo>
                  <a:lnTo>
                    <a:pt x="955262" y="569214"/>
                  </a:lnTo>
                  <a:lnTo>
                    <a:pt x="955548" y="568738"/>
                  </a:lnTo>
                  <a:lnTo>
                    <a:pt x="955738" y="568262"/>
                  </a:lnTo>
                  <a:lnTo>
                    <a:pt x="955738" y="567214"/>
                  </a:lnTo>
                  <a:lnTo>
                    <a:pt x="955358" y="566642"/>
                  </a:lnTo>
                  <a:lnTo>
                    <a:pt x="954596" y="565976"/>
                  </a:lnTo>
                  <a:lnTo>
                    <a:pt x="952976" y="564928"/>
                  </a:lnTo>
                  <a:lnTo>
                    <a:pt x="952405" y="563785"/>
                  </a:lnTo>
                  <a:lnTo>
                    <a:pt x="952786" y="562642"/>
                  </a:lnTo>
                  <a:lnTo>
                    <a:pt x="954119" y="561785"/>
                  </a:lnTo>
                  <a:lnTo>
                    <a:pt x="955643" y="561118"/>
                  </a:lnTo>
                  <a:lnTo>
                    <a:pt x="955358" y="560451"/>
                  </a:lnTo>
                  <a:lnTo>
                    <a:pt x="953072" y="559975"/>
                  </a:lnTo>
                  <a:lnTo>
                    <a:pt x="940499" y="558641"/>
                  </a:lnTo>
                  <a:lnTo>
                    <a:pt x="937165" y="556927"/>
                  </a:lnTo>
                  <a:lnTo>
                    <a:pt x="936117" y="556736"/>
                  </a:lnTo>
                  <a:lnTo>
                    <a:pt x="935164" y="557117"/>
                  </a:lnTo>
                  <a:lnTo>
                    <a:pt x="930688" y="561023"/>
                  </a:lnTo>
                  <a:lnTo>
                    <a:pt x="926687" y="561023"/>
                  </a:lnTo>
                  <a:lnTo>
                    <a:pt x="924116" y="560356"/>
                  </a:lnTo>
                  <a:lnTo>
                    <a:pt x="923163" y="560451"/>
                  </a:lnTo>
                  <a:lnTo>
                    <a:pt x="922020" y="560832"/>
                  </a:lnTo>
                  <a:lnTo>
                    <a:pt x="920020" y="561880"/>
                  </a:lnTo>
                  <a:lnTo>
                    <a:pt x="918972" y="562070"/>
                  </a:lnTo>
                  <a:lnTo>
                    <a:pt x="917924" y="561689"/>
                  </a:lnTo>
                  <a:lnTo>
                    <a:pt x="916305" y="560737"/>
                  </a:lnTo>
                  <a:lnTo>
                    <a:pt x="912305" y="557594"/>
                  </a:lnTo>
                  <a:lnTo>
                    <a:pt x="911162" y="557022"/>
                  </a:lnTo>
                  <a:lnTo>
                    <a:pt x="909447" y="556546"/>
                  </a:lnTo>
                  <a:lnTo>
                    <a:pt x="906685" y="554927"/>
                  </a:lnTo>
                  <a:lnTo>
                    <a:pt x="887063" y="538448"/>
                  </a:lnTo>
                  <a:lnTo>
                    <a:pt x="872300" y="523494"/>
                  </a:lnTo>
                  <a:lnTo>
                    <a:pt x="870395" y="522351"/>
                  </a:lnTo>
                  <a:lnTo>
                    <a:pt x="853059" y="516636"/>
                  </a:lnTo>
                  <a:lnTo>
                    <a:pt x="852202" y="515969"/>
                  </a:lnTo>
                  <a:lnTo>
                    <a:pt x="851726" y="514921"/>
                  </a:lnTo>
                  <a:lnTo>
                    <a:pt x="849059" y="500825"/>
                  </a:lnTo>
                  <a:lnTo>
                    <a:pt x="848678" y="495395"/>
                  </a:lnTo>
                  <a:lnTo>
                    <a:pt x="848678" y="492633"/>
                  </a:lnTo>
                  <a:lnTo>
                    <a:pt x="849059" y="490442"/>
                  </a:lnTo>
                  <a:lnTo>
                    <a:pt x="849821" y="489585"/>
                  </a:lnTo>
                  <a:lnTo>
                    <a:pt x="851154" y="489014"/>
                  </a:lnTo>
                  <a:lnTo>
                    <a:pt x="859727" y="486632"/>
                  </a:lnTo>
                  <a:lnTo>
                    <a:pt x="860393" y="485966"/>
                  </a:lnTo>
                  <a:lnTo>
                    <a:pt x="860393" y="484442"/>
                  </a:lnTo>
                  <a:lnTo>
                    <a:pt x="857060" y="467296"/>
                  </a:lnTo>
                  <a:lnTo>
                    <a:pt x="856488" y="465677"/>
                  </a:lnTo>
                  <a:lnTo>
                    <a:pt x="855631" y="464058"/>
                  </a:lnTo>
                  <a:lnTo>
                    <a:pt x="853535" y="460915"/>
                  </a:lnTo>
                  <a:lnTo>
                    <a:pt x="853154" y="459677"/>
                  </a:lnTo>
                  <a:lnTo>
                    <a:pt x="853154" y="458915"/>
                  </a:lnTo>
                  <a:lnTo>
                    <a:pt x="853726" y="458153"/>
                  </a:lnTo>
                  <a:lnTo>
                    <a:pt x="855726" y="456629"/>
                  </a:lnTo>
                  <a:lnTo>
                    <a:pt x="881539" y="440817"/>
                  </a:lnTo>
                  <a:lnTo>
                    <a:pt x="887921" y="435578"/>
                  </a:lnTo>
                  <a:lnTo>
                    <a:pt x="891159" y="431768"/>
                  </a:lnTo>
                  <a:lnTo>
                    <a:pt x="894207" y="427482"/>
                  </a:lnTo>
                  <a:lnTo>
                    <a:pt x="896398" y="423672"/>
                  </a:lnTo>
                  <a:lnTo>
                    <a:pt x="901446" y="411956"/>
                  </a:lnTo>
                  <a:lnTo>
                    <a:pt x="902780" y="409766"/>
                  </a:lnTo>
                  <a:lnTo>
                    <a:pt x="904494" y="408146"/>
                  </a:lnTo>
                  <a:lnTo>
                    <a:pt x="906209" y="407099"/>
                  </a:lnTo>
                  <a:lnTo>
                    <a:pt x="909733" y="405479"/>
                  </a:lnTo>
                  <a:lnTo>
                    <a:pt x="910304" y="405003"/>
                  </a:lnTo>
                  <a:lnTo>
                    <a:pt x="910876" y="404432"/>
                  </a:lnTo>
                  <a:lnTo>
                    <a:pt x="911733" y="403193"/>
                  </a:lnTo>
                  <a:lnTo>
                    <a:pt x="915353" y="395478"/>
                  </a:lnTo>
                  <a:lnTo>
                    <a:pt x="915829" y="393859"/>
                  </a:lnTo>
                  <a:lnTo>
                    <a:pt x="916114" y="392335"/>
                  </a:lnTo>
                  <a:lnTo>
                    <a:pt x="916210" y="391001"/>
                  </a:lnTo>
                  <a:lnTo>
                    <a:pt x="916019" y="389763"/>
                  </a:lnTo>
                  <a:lnTo>
                    <a:pt x="915448" y="388525"/>
                  </a:lnTo>
                  <a:lnTo>
                    <a:pt x="914591" y="386810"/>
                  </a:lnTo>
                  <a:lnTo>
                    <a:pt x="902780" y="367475"/>
                  </a:lnTo>
                  <a:lnTo>
                    <a:pt x="902208" y="365950"/>
                  </a:lnTo>
                  <a:lnTo>
                    <a:pt x="901827" y="364617"/>
                  </a:lnTo>
                  <a:lnTo>
                    <a:pt x="901637" y="363379"/>
                  </a:lnTo>
                  <a:lnTo>
                    <a:pt x="901827" y="362045"/>
                  </a:lnTo>
                  <a:lnTo>
                    <a:pt x="903161" y="357473"/>
                  </a:lnTo>
                  <a:lnTo>
                    <a:pt x="903256" y="356140"/>
                  </a:lnTo>
                  <a:lnTo>
                    <a:pt x="902875" y="355187"/>
                  </a:lnTo>
                  <a:lnTo>
                    <a:pt x="901922" y="354425"/>
                  </a:lnTo>
                  <a:lnTo>
                    <a:pt x="901065" y="354044"/>
                  </a:lnTo>
                  <a:lnTo>
                    <a:pt x="899922" y="353759"/>
                  </a:lnTo>
                  <a:lnTo>
                    <a:pt x="877919" y="355378"/>
                  </a:lnTo>
                  <a:lnTo>
                    <a:pt x="855155" y="362426"/>
                  </a:lnTo>
                  <a:lnTo>
                    <a:pt x="840772" y="368999"/>
                  </a:lnTo>
                  <a:lnTo>
                    <a:pt x="836771" y="371951"/>
                  </a:lnTo>
                  <a:lnTo>
                    <a:pt x="828961" y="376047"/>
                  </a:lnTo>
                  <a:lnTo>
                    <a:pt x="826008" y="377952"/>
                  </a:lnTo>
                  <a:lnTo>
                    <a:pt x="823627" y="379952"/>
                  </a:lnTo>
                  <a:lnTo>
                    <a:pt x="818579" y="385667"/>
                  </a:lnTo>
                  <a:lnTo>
                    <a:pt x="817340" y="386334"/>
                  </a:lnTo>
                  <a:lnTo>
                    <a:pt x="815340" y="386810"/>
                  </a:lnTo>
                  <a:lnTo>
                    <a:pt x="804577" y="385667"/>
                  </a:lnTo>
                  <a:lnTo>
                    <a:pt x="794480" y="382429"/>
                  </a:lnTo>
                  <a:lnTo>
                    <a:pt x="785622" y="380810"/>
                  </a:lnTo>
                  <a:lnTo>
                    <a:pt x="783812" y="380238"/>
                  </a:lnTo>
                  <a:lnTo>
                    <a:pt x="781812" y="379190"/>
                  </a:lnTo>
                  <a:lnTo>
                    <a:pt x="775907" y="375285"/>
                  </a:lnTo>
                  <a:lnTo>
                    <a:pt x="774478" y="374618"/>
                  </a:lnTo>
                  <a:lnTo>
                    <a:pt x="772763" y="374333"/>
                  </a:lnTo>
                  <a:lnTo>
                    <a:pt x="771144" y="374333"/>
                  </a:lnTo>
                  <a:lnTo>
                    <a:pt x="769525" y="374714"/>
                  </a:lnTo>
                  <a:lnTo>
                    <a:pt x="739331" y="386715"/>
                  </a:lnTo>
                  <a:lnTo>
                    <a:pt x="726567" y="389763"/>
                  </a:lnTo>
                  <a:lnTo>
                    <a:pt x="725329" y="390144"/>
                  </a:lnTo>
                  <a:lnTo>
                    <a:pt x="724662" y="390620"/>
                  </a:lnTo>
                  <a:lnTo>
                    <a:pt x="724186" y="391192"/>
                  </a:lnTo>
                  <a:lnTo>
                    <a:pt x="723995" y="391573"/>
                  </a:lnTo>
                  <a:lnTo>
                    <a:pt x="723995" y="391954"/>
                  </a:lnTo>
                  <a:lnTo>
                    <a:pt x="724186" y="392430"/>
                  </a:lnTo>
                  <a:lnTo>
                    <a:pt x="726853" y="395859"/>
                  </a:lnTo>
                  <a:lnTo>
                    <a:pt x="734282" y="403479"/>
                  </a:lnTo>
                  <a:lnTo>
                    <a:pt x="736854" y="406813"/>
                  </a:lnTo>
                  <a:lnTo>
                    <a:pt x="739997" y="410051"/>
                  </a:lnTo>
                  <a:lnTo>
                    <a:pt x="740664" y="411385"/>
                  </a:lnTo>
                  <a:lnTo>
                    <a:pt x="739807" y="413671"/>
                  </a:lnTo>
                  <a:lnTo>
                    <a:pt x="737521" y="416624"/>
                  </a:lnTo>
                  <a:lnTo>
                    <a:pt x="731615" y="422148"/>
                  </a:lnTo>
                  <a:lnTo>
                    <a:pt x="728948" y="425291"/>
                  </a:lnTo>
                  <a:lnTo>
                    <a:pt x="725900" y="429578"/>
                  </a:lnTo>
                  <a:lnTo>
                    <a:pt x="724662" y="430721"/>
                  </a:lnTo>
                  <a:lnTo>
                    <a:pt x="718852" y="431006"/>
                  </a:lnTo>
                  <a:lnTo>
                    <a:pt x="710184" y="429673"/>
                  </a:lnTo>
                  <a:lnTo>
                    <a:pt x="708851" y="429768"/>
                  </a:lnTo>
                  <a:lnTo>
                    <a:pt x="707612" y="430149"/>
                  </a:lnTo>
                  <a:lnTo>
                    <a:pt x="706660" y="430625"/>
                  </a:lnTo>
                  <a:lnTo>
                    <a:pt x="705707" y="431006"/>
                  </a:lnTo>
                  <a:lnTo>
                    <a:pt x="704564" y="430911"/>
                  </a:lnTo>
                  <a:lnTo>
                    <a:pt x="691325" y="424720"/>
                  </a:lnTo>
                  <a:lnTo>
                    <a:pt x="689420" y="424339"/>
                  </a:lnTo>
                  <a:lnTo>
                    <a:pt x="686086" y="424434"/>
                  </a:lnTo>
                  <a:lnTo>
                    <a:pt x="684752" y="424339"/>
                  </a:lnTo>
                  <a:lnTo>
                    <a:pt x="683800" y="423767"/>
                  </a:lnTo>
                  <a:lnTo>
                    <a:pt x="683038" y="422720"/>
                  </a:lnTo>
                  <a:lnTo>
                    <a:pt x="682943" y="421672"/>
                  </a:lnTo>
                  <a:lnTo>
                    <a:pt x="683133" y="420910"/>
                  </a:lnTo>
                  <a:lnTo>
                    <a:pt x="684467" y="419576"/>
                  </a:lnTo>
                  <a:lnTo>
                    <a:pt x="685038" y="418814"/>
                  </a:lnTo>
                  <a:lnTo>
                    <a:pt x="685133" y="417671"/>
                  </a:lnTo>
                  <a:lnTo>
                    <a:pt x="684467" y="416909"/>
                  </a:lnTo>
                  <a:lnTo>
                    <a:pt x="680657" y="415290"/>
                  </a:lnTo>
                  <a:lnTo>
                    <a:pt x="679418" y="414338"/>
                  </a:lnTo>
                  <a:lnTo>
                    <a:pt x="677990" y="412337"/>
                  </a:lnTo>
                  <a:lnTo>
                    <a:pt x="676466" y="409004"/>
                  </a:lnTo>
                  <a:lnTo>
                    <a:pt x="675894" y="407956"/>
                  </a:lnTo>
                  <a:lnTo>
                    <a:pt x="675227" y="407099"/>
                  </a:lnTo>
                  <a:lnTo>
                    <a:pt x="674751" y="406146"/>
                  </a:lnTo>
                  <a:lnTo>
                    <a:pt x="674370" y="404813"/>
                  </a:lnTo>
                  <a:lnTo>
                    <a:pt x="674465" y="403479"/>
                  </a:lnTo>
                  <a:lnTo>
                    <a:pt x="674846" y="402050"/>
                  </a:lnTo>
                  <a:lnTo>
                    <a:pt x="675323" y="400621"/>
                  </a:lnTo>
                  <a:lnTo>
                    <a:pt x="675608" y="399098"/>
                  </a:lnTo>
                  <a:lnTo>
                    <a:pt x="675513" y="398717"/>
                  </a:lnTo>
                  <a:lnTo>
                    <a:pt x="675132" y="398240"/>
                  </a:lnTo>
                  <a:lnTo>
                    <a:pt x="674180" y="397478"/>
                  </a:lnTo>
                  <a:lnTo>
                    <a:pt x="672560" y="396907"/>
                  </a:lnTo>
                  <a:lnTo>
                    <a:pt x="671322" y="397002"/>
                  </a:lnTo>
                  <a:lnTo>
                    <a:pt x="670179" y="397478"/>
                  </a:lnTo>
                  <a:lnTo>
                    <a:pt x="668465" y="399098"/>
                  </a:lnTo>
                  <a:lnTo>
                    <a:pt x="668274" y="399193"/>
                  </a:lnTo>
                  <a:lnTo>
                    <a:pt x="667798" y="399479"/>
                  </a:lnTo>
                  <a:lnTo>
                    <a:pt x="667036" y="399764"/>
                  </a:lnTo>
                  <a:lnTo>
                    <a:pt x="666083" y="399955"/>
                  </a:lnTo>
                  <a:lnTo>
                    <a:pt x="664940" y="399860"/>
                  </a:lnTo>
                  <a:lnTo>
                    <a:pt x="663893" y="399669"/>
                  </a:lnTo>
                  <a:lnTo>
                    <a:pt x="662369" y="399098"/>
                  </a:lnTo>
                  <a:lnTo>
                    <a:pt x="662083" y="399002"/>
                  </a:lnTo>
                  <a:lnTo>
                    <a:pt x="653510" y="392525"/>
                  </a:lnTo>
                  <a:lnTo>
                    <a:pt x="649319" y="388239"/>
                  </a:lnTo>
                  <a:lnTo>
                    <a:pt x="648367" y="386715"/>
                  </a:lnTo>
                  <a:lnTo>
                    <a:pt x="647510" y="385191"/>
                  </a:lnTo>
                  <a:lnTo>
                    <a:pt x="646843" y="383477"/>
                  </a:lnTo>
                  <a:lnTo>
                    <a:pt x="646367" y="381857"/>
                  </a:lnTo>
                  <a:lnTo>
                    <a:pt x="645795" y="378619"/>
                  </a:lnTo>
                  <a:lnTo>
                    <a:pt x="645605" y="375571"/>
                  </a:lnTo>
                  <a:lnTo>
                    <a:pt x="646176" y="369094"/>
                  </a:lnTo>
                  <a:lnTo>
                    <a:pt x="646176" y="367379"/>
                  </a:lnTo>
                  <a:lnTo>
                    <a:pt x="645700" y="363855"/>
                  </a:lnTo>
                  <a:lnTo>
                    <a:pt x="644843" y="360045"/>
                  </a:lnTo>
                  <a:lnTo>
                    <a:pt x="644081" y="358426"/>
                  </a:lnTo>
                  <a:lnTo>
                    <a:pt x="643033" y="357569"/>
                  </a:lnTo>
                  <a:lnTo>
                    <a:pt x="641414" y="357188"/>
                  </a:lnTo>
                  <a:lnTo>
                    <a:pt x="621697" y="357092"/>
                  </a:lnTo>
                  <a:lnTo>
                    <a:pt x="620173" y="356711"/>
                  </a:lnTo>
                  <a:lnTo>
                    <a:pt x="618744" y="356045"/>
                  </a:lnTo>
                  <a:lnTo>
                    <a:pt x="617792" y="354997"/>
                  </a:lnTo>
                  <a:lnTo>
                    <a:pt x="617411" y="354140"/>
                  </a:lnTo>
                  <a:lnTo>
                    <a:pt x="617315" y="352996"/>
                  </a:lnTo>
                  <a:lnTo>
                    <a:pt x="617315" y="351854"/>
                  </a:lnTo>
                  <a:lnTo>
                    <a:pt x="617030" y="350520"/>
                  </a:lnTo>
                  <a:lnTo>
                    <a:pt x="616077" y="349187"/>
                  </a:lnTo>
                  <a:lnTo>
                    <a:pt x="614648" y="348139"/>
                  </a:lnTo>
                  <a:lnTo>
                    <a:pt x="606457" y="345853"/>
                  </a:lnTo>
                  <a:lnTo>
                    <a:pt x="605028" y="345186"/>
                  </a:lnTo>
                  <a:lnTo>
                    <a:pt x="603695" y="344234"/>
                  </a:lnTo>
                  <a:lnTo>
                    <a:pt x="603123" y="343376"/>
                  </a:lnTo>
                  <a:lnTo>
                    <a:pt x="602837" y="342519"/>
                  </a:lnTo>
                  <a:lnTo>
                    <a:pt x="602456" y="338042"/>
                  </a:lnTo>
                  <a:lnTo>
                    <a:pt x="602171" y="336804"/>
                  </a:lnTo>
                  <a:lnTo>
                    <a:pt x="601790" y="335661"/>
                  </a:lnTo>
                  <a:lnTo>
                    <a:pt x="601218" y="334518"/>
                  </a:lnTo>
                  <a:lnTo>
                    <a:pt x="600170" y="332994"/>
                  </a:lnTo>
                  <a:lnTo>
                    <a:pt x="598837" y="331470"/>
                  </a:lnTo>
                  <a:lnTo>
                    <a:pt x="595979" y="328994"/>
                  </a:lnTo>
                  <a:lnTo>
                    <a:pt x="593408" y="327565"/>
                  </a:lnTo>
                  <a:lnTo>
                    <a:pt x="581787" y="324136"/>
                  </a:lnTo>
                  <a:lnTo>
                    <a:pt x="572262" y="320135"/>
                  </a:lnTo>
                  <a:lnTo>
                    <a:pt x="565785" y="316325"/>
                  </a:lnTo>
                  <a:lnTo>
                    <a:pt x="559308" y="310420"/>
                  </a:lnTo>
                  <a:lnTo>
                    <a:pt x="553212" y="308800"/>
                  </a:lnTo>
                  <a:lnTo>
                    <a:pt x="532829" y="308515"/>
                  </a:lnTo>
                  <a:lnTo>
                    <a:pt x="533400" y="306800"/>
                  </a:lnTo>
                  <a:lnTo>
                    <a:pt x="535019" y="303752"/>
                  </a:lnTo>
                  <a:lnTo>
                    <a:pt x="540925" y="295846"/>
                  </a:lnTo>
                  <a:lnTo>
                    <a:pt x="548450" y="288703"/>
                  </a:lnTo>
                  <a:lnTo>
                    <a:pt x="570262" y="274606"/>
                  </a:lnTo>
                  <a:lnTo>
                    <a:pt x="571691" y="273082"/>
                  </a:lnTo>
                  <a:lnTo>
                    <a:pt x="572738" y="271558"/>
                  </a:lnTo>
                  <a:lnTo>
                    <a:pt x="573881" y="269653"/>
                  </a:lnTo>
                  <a:lnTo>
                    <a:pt x="574834" y="267462"/>
                  </a:lnTo>
                  <a:lnTo>
                    <a:pt x="577310" y="258604"/>
                  </a:lnTo>
                  <a:lnTo>
                    <a:pt x="578644" y="255175"/>
                  </a:lnTo>
                  <a:lnTo>
                    <a:pt x="579406" y="253937"/>
                  </a:lnTo>
                  <a:lnTo>
                    <a:pt x="589502" y="241840"/>
                  </a:lnTo>
                  <a:lnTo>
                    <a:pt x="593503" y="235363"/>
                  </a:lnTo>
                  <a:lnTo>
                    <a:pt x="594170" y="233458"/>
                  </a:lnTo>
                  <a:lnTo>
                    <a:pt x="594551" y="231458"/>
                  </a:lnTo>
                  <a:lnTo>
                    <a:pt x="594646" y="229267"/>
                  </a:lnTo>
                  <a:lnTo>
                    <a:pt x="594265" y="225171"/>
                  </a:lnTo>
                  <a:lnTo>
                    <a:pt x="593503" y="221742"/>
                  </a:lnTo>
                  <a:lnTo>
                    <a:pt x="592931" y="220313"/>
                  </a:lnTo>
                  <a:lnTo>
                    <a:pt x="592360" y="219075"/>
                  </a:lnTo>
                  <a:lnTo>
                    <a:pt x="584359" y="206026"/>
                  </a:lnTo>
                  <a:lnTo>
                    <a:pt x="583406" y="204883"/>
                  </a:lnTo>
                  <a:lnTo>
                    <a:pt x="582263" y="203740"/>
                  </a:lnTo>
                  <a:lnTo>
                    <a:pt x="580549" y="202692"/>
                  </a:lnTo>
                  <a:lnTo>
                    <a:pt x="579215" y="202121"/>
                  </a:lnTo>
                  <a:lnTo>
                    <a:pt x="559594" y="200692"/>
                  </a:lnTo>
                  <a:lnTo>
                    <a:pt x="551498" y="201549"/>
                  </a:lnTo>
                  <a:lnTo>
                    <a:pt x="541496" y="206883"/>
                  </a:lnTo>
                  <a:lnTo>
                    <a:pt x="537972" y="207740"/>
                  </a:lnTo>
                  <a:lnTo>
                    <a:pt x="510921" y="208407"/>
                  </a:lnTo>
                  <a:lnTo>
                    <a:pt x="484442" y="219932"/>
                  </a:lnTo>
                  <a:lnTo>
                    <a:pt x="483680" y="220599"/>
                  </a:lnTo>
                  <a:lnTo>
                    <a:pt x="482822" y="221647"/>
                  </a:lnTo>
                  <a:lnTo>
                    <a:pt x="479965" y="225933"/>
                  </a:lnTo>
                  <a:lnTo>
                    <a:pt x="470059" y="236696"/>
                  </a:lnTo>
                  <a:lnTo>
                    <a:pt x="468440" y="237744"/>
                  </a:lnTo>
                  <a:lnTo>
                    <a:pt x="466439" y="238696"/>
                  </a:lnTo>
                  <a:lnTo>
                    <a:pt x="464153" y="239459"/>
                  </a:lnTo>
                  <a:lnTo>
                    <a:pt x="459581" y="240221"/>
                  </a:lnTo>
                  <a:lnTo>
                    <a:pt x="438055" y="241173"/>
                  </a:lnTo>
                  <a:lnTo>
                    <a:pt x="437198" y="240792"/>
                  </a:lnTo>
                  <a:lnTo>
                    <a:pt x="437198" y="239363"/>
                  </a:lnTo>
                  <a:lnTo>
                    <a:pt x="444532" y="206407"/>
                  </a:lnTo>
                  <a:lnTo>
                    <a:pt x="444532" y="204311"/>
                  </a:lnTo>
                  <a:lnTo>
                    <a:pt x="444056" y="202597"/>
                  </a:lnTo>
                  <a:lnTo>
                    <a:pt x="442913" y="200882"/>
                  </a:lnTo>
                  <a:lnTo>
                    <a:pt x="441960" y="199930"/>
                  </a:lnTo>
                  <a:lnTo>
                    <a:pt x="436340" y="197453"/>
                  </a:lnTo>
                  <a:lnTo>
                    <a:pt x="434721" y="196310"/>
                  </a:lnTo>
                  <a:lnTo>
                    <a:pt x="419862" y="181642"/>
                  </a:lnTo>
                  <a:lnTo>
                    <a:pt x="417481" y="179927"/>
                  </a:lnTo>
                  <a:lnTo>
                    <a:pt x="414433" y="178499"/>
                  </a:lnTo>
                  <a:lnTo>
                    <a:pt x="405384" y="168212"/>
                  </a:lnTo>
                  <a:lnTo>
                    <a:pt x="395097" y="154210"/>
                  </a:lnTo>
                  <a:lnTo>
                    <a:pt x="391192" y="147447"/>
                  </a:lnTo>
                  <a:lnTo>
                    <a:pt x="390239" y="142970"/>
                  </a:lnTo>
                  <a:lnTo>
                    <a:pt x="391192" y="139922"/>
                  </a:lnTo>
                  <a:lnTo>
                    <a:pt x="392811" y="138017"/>
                  </a:lnTo>
                  <a:lnTo>
                    <a:pt x="406146" y="125540"/>
                  </a:lnTo>
                  <a:lnTo>
                    <a:pt x="353759" y="0"/>
                  </a:lnTo>
                  <a:lnTo>
                    <a:pt x="325088" y="2953"/>
                  </a:lnTo>
                  <a:lnTo>
                    <a:pt x="296513" y="5906"/>
                  </a:lnTo>
                  <a:lnTo>
                    <a:pt x="288893" y="7239"/>
                  </a:lnTo>
                  <a:lnTo>
                    <a:pt x="287846" y="6953"/>
                  </a:lnTo>
                  <a:lnTo>
                    <a:pt x="265843" y="21717"/>
                  </a:lnTo>
                  <a:lnTo>
                    <a:pt x="264414" y="23241"/>
                  </a:lnTo>
                  <a:lnTo>
                    <a:pt x="263557" y="24670"/>
                  </a:lnTo>
                  <a:lnTo>
                    <a:pt x="262795" y="26670"/>
                  </a:lnTo>
                  <a:lnTo>
                    <a:pt x="262033" y="31052"/>
                  </a:lnTo>
                  <a:lnTo>
                    <a:pt x="260033" y="70009"/>
                  </a:lnTo>
                  <a:lnTo>
                    <a:pt x="260223" y="73819"/>
                  </a:lnTo>
                  <a:lnTo>
                    <a:pt x="260604" y="76105"/>
                  </a:lnTo>
                  <a:lnTo>
                    <a:pt x="261842" y="80200"/>
                  </a:lnTo>
                  <a:lnTo>
                    <a:pt x="262128" y="81534"/>
                  </a:lnTo>
                  <a:lnTo>
                    <a:pt x="262128" y="83439"/>
                  </a:lnTo>
                  <a:lnTo>
                    <a:pt x="261842" y="84487"/>
                  </a:lnTo>
                  <a:lnTo>
                    <a:pt x="261461" y="85344"/>
                  </a:lnTo>
                  <a:lnTo>
                    <a:pt x="254699" y="93536"/>
                  </a:lnTo>
                  <a:lnTo>
                    <a:pt x="247650" y="100394"/>
                  </a:lnTo>
                  <a:lnTo>
                    <a:pt x="245555" y="101727"/>
                  </a:lnTo>
                  <a:lnTo>
                    <a:pt x="243078" y="102775"/>
                  </a:lnTo>
                  <a:lnTo>
                    <a:pt x="240316" y="103061"/>
                  </a:lnTo>
                  <a:lnTo>
                    <a:pt x="217932" y="100298"/>
                  </a:lnTo>
                  <a:lnTo>
                    <a:pt x="183261" y="107442"/>
                  </a:lnTo>
                  <a:lnTo>
                    <a:pt x="145161" y="129159"/>
                  </a:lnTo>
                  <a:lnTo>
                    <a:pt x="99632" y="180213"/>
                  </a:lnTo>
                  <a:lnTo>
                    <a:pt x="79534" y="209836"/>
                  </a:lnTo>
                  <a:lnTo>
                    <a:pt x="75914" y="218218"/>
                  </a:lnTo>
                  <a:lnTo>
                    <a:pt x="72295" y="224504"/>
                  </a:lnTo>
                  <a:lnTo>
                    <a:pt x="64961" y="234506"/>
                  </a:lnTo>
                  <a:lnTo>
                    <a:pt x="61532" y="237363"/>
                  </a:lnTo>
                  <a:lnTo>
                    <a:pt x="59055" y="238792"/>
                  </a:lnTo>
                  <a:lnTo>
                    <a:pt x="50578" y="241935"/>
                  </a:lnTo>
                  <a:lnTo>
                    <a:pt x="44291" y="246126"/>
                  </a:lnTo>
                  <a:lnTo>
                    <a:pt x="41624" y="246983"/>
                  </a:lnTo>
                  <a:lnTo>
                    <a:pt x="21717" y="244793"/>
                  </a:lnTo>
                  <a:lnTo>
                    <a:pt x="18002" y="244983"/>
                  </a:lnTo>
                  <a:lnTo>
                    <a:pt x="14097" y="246602"/>
                  </a:lnTo>
                  <a:lnTo>
                    <a:pt x="12859" y="251841"/>
                  </a:lnTo>
                  <a:lnTo>
                    <a:pt x="12383" y="283655"/>
                  </a:lnTo>
                  <a:lnTo>
                    <a:pt x="12002" y="286226"/>
                  </a:lnTo>
                  <a:lnTo>
                    <a:pt x="11430" y="287655"/>
                  </a:lnTo>
                  <a:lnTo>
                    <a:pt x="953" y="305657"/>
                  </a:lnTo>
                  <a:lnTo>
                    <a:pt x="476" y="307277"/>
                  </a:lnTo>
                  <a:lnTo>
                    <a:pt x="95" y="308610"/>
                  </a:lnTo>
                  <a:lnTo>
                    <a:pt x="0" y="310134"/>
                  </a:lnTo>
                  <a:lnTo>
                    <a:pt x="95" y="312515"/>
                  </a:lnTo>
                  <a:lnTo>
                    <a:pt x="572" y="315563"/>
                  </a:lnTo>
                  <a:lnTo>
                    <a:pt x="14669" y="352520"/>
                  </a:lnTo>
                  <a:lnTo>
                    <a:pt x="14859" y="353663"/>
                  </a:lnTo>
                  <a:lnTo>
                    <a:pt x="15145" y="355092"/>
                  </a:lnTo>
                  <a:lnTo>
                    <a:pt x="15050" y="358807"/>
                  </a:lnTo>
                  <a:lnTo>
                    <a:pt x="14097" y="367189"/>
                  </a:lnTo>
                  <a:lnTo>
                    <a:pt x="13621" y="382238"/>
                  </a:lnTo>
                  <a:lnTo>
                    <a:pt x="13621" y="383381"/>
                  </a:lnTo>
                  <a:lnTo>
                    <a:pt x="18955" y="384048"/>
                  </a:lnTo>
                  <a:lnTo>
                    <a:pt x="20765" y="383953"/>
                  </a:lnTo>
                  <a:lnTo>
                    <a:pt x="21622" y="383477"/>
                  </a:lnTo>
                  <a:lnTo>
                    <a:pt x="23241" y="382143"/>
                  </a:lnTo>
                  <a:lnTo>
                    <a:pt x="23908" y="381476"/>
                  </a:lnTo>
                  <a:lnTo>
                    <a:pt x="24765" y="380810"/>
                  </a:lnTo>
                  <a:lnTo>
                    <a:pt x="28099" y="379095"/>
                  </a:lnTo>
                  <a:lnTo>
                    <a:pt x="29147" y="378809"/>
                  </a:lnTo>
                  <a:lnTo>
                    <a:pt x="30004" y="378714"/>
                  </a:lnTo>
                  <a:lnTo>
                    <a:pt x="34576" y="379762"/>
                  </a:lnTo>
                  <a:lnTo>
                    <a:pt x="39529" y="379857"/>
                  </a:lnTo>
                  <a:lnTo>
                    <a:pt x="40767" y="379667"/>
                  </a:lnTo>
                  <a:lnTo>
                    <a:pt x="51149" y="376809"/>
                  </a:lnTo>
                  <a:lnTo>
                    <a:pt x="52007" y="376428"/>
                  </a:lnTo>
                  <a:lnTo>
                    <a:pt x="53340" y="375475"/>
                  </a:lnTo>
                  <a:lnTo>
                    <a:pt x="56864" y="372428"/>
                  </a:lnTo>
                  <a:lnTo>
                    <a:pt x="58865" y="371189"/>
                  </a:lnTo>
                  <a:lnTo>
                    <a:pt x="60484" y="370618"/>
                  </a:lnTo>
                  <a:lnTo>
                    <a:pt x="61913" y="370237"/>
                  </a:lnTo>
                  <a:lnTo>
                    <a:pt x="68866" y="370523"/>
                  </a:lnTo>
                  <a:lnTo>
                    <a:pt x="70390" y="370332"/>
                  </a:lnTo>
                  <a:lnTo>
                    <a:pt x="76486" y="367570"/>
                  </a:lnTo>
                  <a:lnTo>
                    <a:pt x="77438" y="367379"/>
                  </a:lnTo>
                  <a:lnTo>
                    <a:pt x="78200" y="367379"/>
                  </a:lnTo>
                  <a:lnTo>
                    <a:pt x="80582" y="368237"/>
                  </a:lnTo>
                  <a:lnTo>
                    <a:pt x="82487" y="368522"/>
                  </a:lnTo>
                  <a:lnTo>
                    <a:pt x="84296" y="368427"/>
                  </a:lnTo>
                  <a:lnTo>
                    <a:pt x="86297" y="368713"/>
                  </a:lnTo>
                  <a:lnTo>
                    <a:pt x="86963" y="368999"/>
                  </a:lnTo>
                  <a:lnTo>
                    <a:pt x="88964" y="369665"/>
                  </a:lnTo>
                  <a:lnTo>
                    <a:pt x="90583" y="369856"/>
                  </a:lnTo>
                  <a:lnTo>
                    <a:pt x="91440" y="369761"/>
                  </a:lnTo>
                  <a:lnTo>
                    <a:pt x="96298" y="367856"/>
                  </a:lnTo>
                  <a:lnTo>
                    <a:pt x="97346" y="367665"/>
                  </a:lnTo>
                  <a:lnTo>
                    <a:pt x="101727" y="367570"/>
                  </a:lnTo>
                  <a:lnTo>
                    <a:pt x="103442" y="367379"/>
                  </a:lnTo>
                  <a:lnTo>
                    <a:pt x="108109" y="366046"/>
                  </a:lnTo>
                  <a:lnTo>
                    <a:pt x="110681" y="365760"/>
                  </a:lnTo>
                  <a:lnTo>
                    <a:pt x="112681" y="366141"/>
                  </a:lnTo>
                  <a:lnTo>
                    <a:pt x="137065" y="366427"/>
                  </a:lnTo>
                  <a:lnTo>
                    <a:pt x="140399" y="367189"/>
                  </a:lnTo>
                  <a:lnTo>
                    <a:pt x="142018" y="367856"/>
                  </a:lnTo>
                  <a:lnTo>
                    <a:pt x="142970" y="368141"/>
                  </a:lnTo>
                  <a:lnTo>
                    <a:pt x="149162" y="368713"/>
                  </a:lnTo>
                  <a:lnTo>
                    <a:pt x="150305" y="369189"/>
                  </a:lnTo>
                  <a:lnTo>
                    <a:pt x="151257" y="369761"/>
                  </a:lnTo>
                  <a:lnTo>
                    <a:pt x="152114" y="370427"/>
                  </a:lnTo>
                  <a:lnTo>
                    <a:pt x="153353" y="372046"/>
                  </a:lnTo>
                  <a:lnTo>
                    <a:pt x="154877" y="373571"/>
                  </a:lnTo>
                  <a:lnTo>
                    <a:pt x="156591" y="374809"/>
                  </a:lnTo>
                  <a:lnTo>
                    <a:pt x="166592" y="377952"/>
                  </a:lnTo>
                  <a:lnTo>
                    <a:pt x="171641" y="378714"/>
                  </a:lnTo>
                  <a:lnTo>
                    <a:pt x="172212" y="378905"/>
                  </a:lnTo>
                  <a:lnTo>
                    <a:pt x="172784" y="379190"/>
                  </a:lnTo>
                  <a:lnTo>
                    <a:pt x="173641" y="379857"/>
                  </a:lnTo>
                  <a:lnTo>
                    <a:pt x="175070" y="381381"/>
                  </a:lnTo>
                  <a:lnTo>
                    <a:pt x="176689" y="382715"/>
                  </a:lnTo>
                  <a:lnTo>
                    <a:pt x="177165" y="383000"/>
                  </a:lnTo>
                  <a:lnTo>
                    <a:pt x="179165" y="383572"/>
                  </a:lnTo>
                  <a:lnTo>
                    <a:pt x="182309" y="383953"/>
                  </a:lnTo>
                  <a:lnTo>
                    <a:pt x="183166" y="383953"/>
                  </a:lnTo>
                  <a:lnTo>
                    <a:pt x="188024" y="382524"/>
                  </a:lnTo>
                  <a:lnTo>
                    <a:pt x="189452" y="382238"/>
                  </a:lnTo>
                  <a:lnTo>
                    <a:pt x="196120" y="382619"/>
                  </a:lnTo>
                  <a:lnTo>
                    <a:pt x="197453" y="382429"/>
                  </a:lnTo>
                  <a:lnTo>
                    <a:pt x="198692" y="382048"/>
                  </a:lnTo>
                  <a:lnTo>
                    <a:pt x="202025" y="380619"/>
                  </a:lnTo>
                  <a:lnTo>
                    <a:pt x="203073" y="380333"/>
                  </a:lnTo>
                  <a:lnTo>
                    <a:pt x="203740" y="380429"/>
                  </a:lnTo>
                  <a:lnTo>
                    <a:pt x="204311" y="380905"/>
                  </a:lnTo>
                  <a:lnTo>
                    <a:pt x="206978" y="385286"/>
                  </a:lnTo>
                  <a:lnTo>
                    <a:pt x="215456" y="394335"/>
                  </a:lnTo>
                  <a:lnTo>
                    <a:pt x="216694" y="395192"/>
                  </a:lnTo>
                  <a:lnTo>
                    <a:pt x="218313" y="395954"/>
                  </a:lnTo>
                  <a:lnTo>
                    <a:pt x="223838" y="397478"/>
                  </a:lnTo>
                  <a:lnTo>
                    <a:pt x="224885" y="398240"/>
                  </a:lnTo>
                  <a:lnTo>
                    <a:pt x="225266" y="399002"/>
                  </a:lnTo>
                  <a:lnTo>
                    <a:pt x="225743" y="400145"/>
                  </a:lnTo>
                  <a:lnTo>
                    <a:pt x="226124" y="401098"/>
                  </a:lnTo>
                  <a:lnTo>
                    <a:pt x="226790" y="402050"/>
                  </a:lnTo>
                  <a:lnTo>
                    <a:pt x="230886" y="406337"/>
                  </a:lnTo>
                  <a:lnTo>
                    <a:pt x="233553" y="409766"/>
                  </a:lnTo>
                  <a:lnTo>
                    <a:pt x="234791" y="411004"/>
                  </a:lnTo>
                  <a:lnTo>
                    <a:pt x="236315" y="411861"/>
                  </a:lnTo>
                  <a:lnTo>
                    <a:pt x="237744" y="412147"/>
                  </a:lnTo>
                  <a:lnTo>
                    <a:pt x="239268" y="412052"/>
                  </a:lnTo>
                  <a:lnTo>
                    <a:pt x="240316" y="412337"/>
                  </a:lnTo>
                  <a:lnTo>
                    <a:pt x="241649" y="413195"/>
                  </a:lnTo>
                  <a:lnTo>
                    <a:pt x="247079" y="418052"/>
                  </a:lnTo>
                  <a:lnTo>
                    <a:pt x="249079" y="420529"/>
                  </a:lnTo>
                  <a:lnTo>
                    <a:pt x="249936" y="421196"/>
                  </a:lnTo>
                  <a:lnTo>
                    <a:pt x="259175" y="424434"/>
                  </a:lnTo>
                  <a:lnTo>
                    <a:pt x="260033" y="425006"/>
                  </a:lnTo>
                  <a:lnTo>
                    <a:pt x="260604" y="425672"/>
                  </a:lnTo>
                  <a:lnTo>
                    <a:pt x="261080" y="426530"/>
                  </a:lnTo>
                  <a:lnTo>
                    <a:pt x="261652" y="429768"/>
                  </a:lnTo>
                  <a:lnTo>
                    <a:pt x="262223" y="430911"/>
                  </a:lnTo>
                  <a:lnTo>
                    <a:pt x="262985" y="431864"/>
                  </a:lnTo>
                  <a:lnTo>
                    <a:pt x="264414" y="432816"/>
                  </a:lnTo>
                  <a:lnTo>
                    <a:pt x="265367" y="433007"/>
                  </a:lnTo>
                  <a:lnTo>
                    <a:pt x="266414" y="433007"/>
                  </a:lnTo>
                  <a:lnTo>
                    <a:pt x="267367" y="432816"/>
                  </a:lnTo>
                  <a:lnTo>
                    <a:pt x="268700" y="432816"/>
                  </a:lnTo>
                  <a:lnTo>
                    <a:pt x="269843" y="433292"/>
                  </a:lnTo>
                  <a:lnTo>
                    <a:pt x="273177" y="435483"/>
                  </a:lnTo>
                  <a:lnTo>
                    <a:pt x="275273" y="436340"/>
                  </a:lnTo>
                  <a:lnTo>
                    <a:pt x="277178" y="436626"/>
                  </a:lnTo>
                  <a:lnTo>
                    <a:pt x="281178" y="436340"/>
                  </a:lnTo>
                  <a:lnTo>
                    <a:pt x="282607" y="436531"/>
                  </a:lnTo>
                  <a:lnTo>
                    <a:pt x="283750" y="437198"/>
                  </a:lnTo>
                  <a:lnTo>
                    <a:pt x="290132" y="441674"/>
                  </a:lnTo>
                  <a:lnTo>
                    <a:pt x="293751" y="443484"/>
                  </a:lnTo>
                  <a:lnTo>
                    <a:pt x="298704" y="445103"/>
                  </a:lnTo>
                  <a:lnTo>
                    <a:pt x="299180" y="445580"/>
                  </a:lnTo>
                  <a:lnTo>
                    <a:pt x="299561" y="446342"/>
                  </a:lnTo>
                  <a:lnTo>
                    <a:pt x="299561" y="447199"/>
                  </a:lnTo>
                  <a:lnTo>
                    <a:pt x="298799" y="450152"/>
                  </a:lnTo>
                  <a:lnTo>
                    <a:pt x="298704" y="450533"/>
                  </a:lnTo>
                  <a:lnTo>
                    <a:pt x="298704" y="451199"/>
                  </a:lnTo>
                  <a:lnTo>
                    <a:pt x="298895" y="452152"/>
                  </a:lnTo>
                  <a:lnTo>
                    <a:pt x="299371" y="453104"/>
                  </a:lnTo>
                  <a:lnTo>
                    <a:pt x="301085" y="454438"/>
                  </a:lnTo>
                  <a:lnTo>
                    <a:pt x="303943" y="455771"/>
                  </a:lnTo>
                  <a:lnTo>
                    <a:pt x="312611" y="458724"/>
                  </a:lnTo>
                  <a:lnTo>
                    <a:pt x="314420" y="459581"/>
                  </a:lnTo>
                  <a:lnTo>
                    <a:pt x="315087" y="460343"/>
                  </a:lnTo>
                  <a:lnTo>
                    <a:pt x="316421" y="461296"/>
                  </a:lnTo>
                  <a:lnTo>
                    <a:pt x="318421" y="462344"/>
                  </a:lnTo>
                  <a:lnTo>
                    <a:pt x="326136" y="464725"/>
                  </a:lnTo>
                  <a:lnTo>
                    <a:pt x="331470" y="465296"/>
                  </a:lnTo>
                  <a:lnTo>
                    <a:pt x="332708" y="465201"/>
                  </a:lnTo>
                  <a:lnTo>
                    <a:pt x="333566" y="464915"/>
                  </a:lnTo>
                  <a:lnTo>
                    <a:pt x="334137" y="464534"/>
                  </a:lnTo>
                  <a:lnTo>
                    <a:pt x="334518" y="464058"/>
                  </a:lnTo>
                  <a:lnTo>
                    <a:pt x="334804" y="463391"/>
                  </a:lnTo>
                  <a:lnTo>
                    <a:pt x="335185" y="461582"/>
                  </a:lnTo>
                  <a:lnTo>
                    <a:pt x="336233" y="443294"/>
                  </a:lnTo>
                  <a:lnTo>
                    <a:pt x="336137" y="442246"/>
                  </a:lnTo>
                  <a:lnTo>
                    <a:pt x="336042" y="441484"/>
                  </a:lnTo>
                  <a:lnTo>
                    <a:pt x="335852" y="440436"/>
                  </a:lnTo>
                  <a:lnTo>
                    <a:pt x="335566" y="439579"/>
                  </a:lnTo>
                  <a:lnTo>
                    <a:pt x="334423" y="437483"/>
                  </a:lnTo>
                  <a:lnTo>
                    <a:pt x="333851" y="435959"/>
                  </a:lnTo>
                  <a:lnTo>
                    <a:pt x="333661" y="434435"/>
                  </a:lnTo>
                  <a:lnTo>
                    <a:pt x="333851" y="433673"/>
                  </a:lnTo>
                  <a:lnTo>
                    <a:pt x="334328" y="432816"/>
                  </a:lnTo>
                  <a:lnTo>
                    <a:pt x="335566" y="432054"/>
                  </a:lnTo>
                  <a:lnTo>
                    <a:pt x="335852" y="431864"/>
                  </a:lnTo>
                  <a:lnTo>
                    <a:pt x="336042" y="431768"/>
                  </a:lnTo>
                  <a:lnTo>
                    <a:pt x="336137" y="431483"/>
                  </a:lnTo>
                  <a:lnTo>
                    <a:pt x="336233" y="431006"/>
                  </a:lnTo>
                  <a:lnTo>
                    <a:pt x="336137" y="429196"/>
                  </a:lnTo>
                  <a:lnTo>
                    <a:pt x="336137" y="428149"/>
                  </a:lnTo>
                  <a:lnTo>
                    <a:pt x="336423" y="427196"/>
                  </a:lnTo>
                  <a:lnTo>
                    <a:pt x="336804" y="426149"/>
                  </a:lnTo>
                  <a:lnTo>
                    <a:pt x="336995" y="425196"/>
                  </a:lnTo>
                  <a:lnTo>
                    <a:pt x="336995" y="424148"/>
                  </a:lnTo>
                  <a:lnTo>
                    <a:pt x="336614" y="421672"/>
                  </a:lnTo>
                  <a:lnTo>
                    <a:pt x="336423" y="420053"/>
                  </a:lnTo>
                  <a:lnTo>
                    <a:pt x="336804" y="416243"/>
                  </a:lnTo>
                  <a:lnTo>
                    <a:pt x="336709" y="415195"/>
                  </a:lnTo>
                  <a:lnTo>
                    <a:pt x="336328" y="414147"/>
                  </a:lnTo>
                  <a:lnTo>
                    <a:pt x="336137" y="413004"/>
                  </a:lnTo>
                  <a:lnTo>
                    <a:pt x="336233" y="411766"/>
                  </a:lnTo>
                  <a:lnTo>
                    <a:pt x="336899" y="409289"/>
                  </a:lnTo>
                  <a:lnTo>
                    <a:pt x="337185" y="408051"/>
                  </a:lnTo>
                  <a:lnTo>
                    <a:pt x="337185" y="406813"/>
                  </a:lnTo>
                  <a:lnTo>
                    <a:pt x="337185" y="405003"/>
                  </a:lnTo>
                  <a:lnTo>
                    <a:pt x="337757" y="399383"/>
                  </a:lnTo>
                  <a:lnTo>
                    <a:pt x="337757" y="399002"/>
                  </a:lnTo>
                  <a:lnTo>
                    <a:pt x="337757" y="397574"/>
                  </a:lnTo>
                  <a:lnTo>
                    <a:pt x="337185" y="394907"/>
                  </a:lnTo>
                  <a:lnTo>
                    <a:pt x="335471" y="388525"/>
                  </a:lnTo>
                  <a:lnTo>
                    <a:pt x="335471" y="387572"/>
                  </a:lnTo>
                  <a:lnTo>
                    <a:pt x="335566" y="386810"/>
                  </a:lnTo>
                  <a:lnTo>
                    <a:pt x="335756" y="386334"/>
                  </a:lnTo>
                  <a:lnTo>
                    <a:pt x="336518" y="385763"/>
                  </a:lnTo>
                  <a:lnTo>
                    <a:pt x="336995" y="385286"/>
                  </a:lnTo>
                  <a:lnTo>
                    <a:pt x="337376" y="384429"/>
                  </a:lnTo>
                  <a:lnTo>
                    <a:pt x="337757" y="383477"/>
                  </a:lnTo>
                  <a:lnTo>
                    <a:pt x="338042" y="381381"/>
                  </a:lnTo>
                  <a:lnTo>
                    <a:pt x="338328" y="380714"/>
                  </a:lnTo>
                  <a:lnTo>
                    <a:pt x="338614" y="380238"/>
                  </a:lnTo>
                  <a:lnTo>
                    <a:pt x="338995" y="379857"/>
                  </a:lnTo>
                  <a:lnTo>
                    <a:pt x="339566" y="379381"/>
                  </a:lnTo>
                  <a:lnTo>
                    <a:pt x="340614" y="378905"/>
                  </a:lnTo>
                  <a:lnTo>
                    <a:pt x="345091" y="378238"/>
                  </a:lnTo>
                  <a:lnTo>
                    <a:pt x="349472" y="378238"/>
                  </a:lnTo>
                  <a:lnTo>
                    <a:pt x="367475" y="383667"/>
                  </a:lnTo>
                  <a:lnTo>
                    <a:pt x="368427" y="384143"/>
                  </a:lnTo>
                  <a:lnTo>
                    <a:pt x="392430" y="398526"/>
                  </a:lnTo>
                  <a:lnTo>
                    <a:pt x="392811" y="398907"/>
                  </a:lnTo>
                  <a:lnTo>
                    <a:pt x="394240" y="401003"/>
                  </a:lnTo>
                  <a:lnTo>
                    <a:pt x="420053" y="415862"/>
                  </a:lnTo>
                  <a:lnTo>
                    <a:pt x="423958" y="419291"/>
                  </a:lnTo>
                  <a:lnTo>
                    <a:pt x="426625" y="418052"/>
                  </a:lnTo>
                  <a:lnTo>
                    <a:pt x="433864" y="411861"/>
                  </a:lnTo>
                  <a:lnTo>
                    <a:pt x="439388" y="406051"/>
                  </a:lnTo>
                  <a:lnTo>
                    <a:pt x="440246" y="404432"/>
                  </a:lnTo>
                  <a:lnTo>
                    <a:pt x="440722" y="402050"/>
                  </a:lnTo>
                  <a:lnTo>
                    <a:pt x="441103" y="400717"/>
                  </a:lnTo>
                  <a:lnTo>
                    <a:pt x="442532" y="398240"/>
                  </a:lnTo>
                  <a:lnTo>
                    <a:pt x="443294" y="397288"/>
                  </a:lnTo>
                  <a:lnTo>
                    <a:pt x="444341" y="396716"/>
                  </a:lnTo>
                  <a:lnTo>
                    <a:pt x="445294" y="396716"/>
                  </a:lnTo>
                  <a:lnTo>
                    <a:pt x="446532" y="396907"/>
                  </a:lnTo>
                  <a:lnTo>
                    <a:pt x="447866" y="397383"/>
                  </a:lnTo>
                  <a:lnTo>
                    <a:pt x="449104" y="398145"/>
                  </a:lnTo>
                  <a:lnTo>
                    <a:pt x="450056" y="399002"/>
                  </a:lnTo>
                  <a:lnTo>
                    <a:pt x="451771" y="401765"/>
                  </a:lnTo>
                  <a:lnTo>
                    <a:pt x="452723" y="402812"/>
                  </a:lnTo>
                  <a:lnTo>
                    <a:pt x="453962" y="403479"/>
                  </a:lnTo>
                  <a:lnTo>
                    <a:pt x="455390" y="403574"/>
                  </a:lnTo>
                  <a:lnTo>
                    <a:pt x="460534" y="403479"/>
                  </a:lnTo>
                  <a:lnTo>
                    <a:pt x="461677" y="403670"/>
                  </a:lnTo>
                  <a:lnTo>
                    <a:pt x="463010" y="404241"/>
                  </a:lnTo>
                  <a:lnTo>
                    <a:pt x="464344" y="404622"/>
                  </a:lnTo>
                  <a:lnTo>
                    <a:pt x="466535" y="404432"/>
                  </a:lnTo>
                  <a:lnTo>
                    <a:pt x="468630" y="403479"/>
                  </a:lnTo>
                  <a:lnTo>
                    <a:pt x="470535" y="402146"/>
                  </a:lnTo>
                  <a:lnTo>
                    <a:pt x="474059" y="399002"/>
                  </a:lnTo>
                  <a:lnTo>
                    <a:pt x="474821" y="398145"/>
                  </a:lnTo>
                  <a:lnTo>
                    <a:pt x="475488" y="397193"/>
                  </a:lnTo>
                  <a:lnTo>
                    <a:pt x="476060" y="396050"/>
                  </a:lnTo>
                  <a:lnTo>
                    <a:pt x="476631" y="394716"/>
                  </a:lnTo>
                  <a:lnTo>
                    <a:pt x="477203" y="392716"/>
                  </a:lnTo>
                  <a:lnTo>
                    <a:pt x="477488" y="392240"/>
                  </a:lnTo>
                  <a:lnTo>
                    <a:pt x="478155" y="391859"/>
                  </a:lnTo>
                  <a:lnTo>
                    <a:pt x="480917" y="392144"/>
                  </a:lnTo>
                  <a:lnTo>
                    <a:pt x="483489" y="393192"/>
                  </a:lnTo>
                  <a:lnTo>
                    <a:pt x="484823" y="393954"/>
                  </a:lnTo>
                  <a:lnTo>
                    <a:pt x="486347" y="394525"/>
                  </a:lnTo>
                  <a:lnTo>
                    <a:pt x="489299" y="395097"/>
                  </a:lnTo>
                  <a:lnTo>
                    <a:pt x="490538" y="395383"/>
                  </a:lnTo>
                  <a:lnTo>
                    <a:pt x="491681" y="396145"/>
                  </a:lnTo>
                  <a:lnTo>
                    <a:pt x="492633" y="397002"/>
                  </a:lnTo>
                  <a:lnTo>
                    <a:pt x="495300" y="400907"/>
                  </a:lnTo>
                  <a:lnTo>
                    <a:pt x="496253" y="401479"/>
                  </a:lnTo>
                  <a:lnTo>
                    <a:pt x="497396" y="401669"/>
                  </a:lnTo>
                  <a:lnTo>
                    <a:pt x="501682" y="401288"/>
                  </a:lnTo>
                  <a:lnTo>
                    <a:pt x="503492" y="401574"/>
                  </a:lnTo>
                  <a:lnTo>
                    <a:pt x="504920" y="402241"/>
                  </a:lnTo>
                  <a:lnTo>
                    <a:pt x="505968" y="403384"/>
                  </a:lnTo>
                  <a:lnTo>
                    <a:pt x="506349" y="404336"/>
                  </a:lnTo>
                  <a:lnTo>
                    <a:pt x="506254" y="405289"/>
                  </a:lnTo>
                  <a:lnTo>
                    <a:pt x="505397" y="406908"/>
                  </a:lnTo>
                  <a:lnTo>
                    <a:pt x="505206" y="407861"/>
                  </a:lnTo>
                  <a:lnTo>
                    <a:pt x="505397" y="409004"/>
                  </a:lnTo>
                  <a:lnTo>
                    <a:pt x="506254" y="410337"/>
                  </a:lnTo>
                  <a:lnTo>
                    <a:pt x="527114" y="429196"/>
                  </a:lnTo>
                  <a:lnTo>
                    <a:pt x="532543" y="435864"/>
                  </a:lnTo>
                  <a:lnTo>
                    <a:pt x="533972" y="437293"/>
                  </a:lnTo>
                  <a:lnTo>
                    <a:pt x="538067" y="439769"/>
                  </a:lnTo>
                  <a:lnTo>
                    <a:pt x="538448" y="440341"/>
                  </a:lnTo>
                  <a:lnTo>
                    <a:pt x="538925" y="441103"/>
                  </a:lnTo>
                  <a:lnTo>
                    <a:pt x="539210" y="441960"/>
                  </a:lnTo>
                  <a:lnTo>
                    <a:pt x="539591" y="443294"/>
                  </a:lnTo>
                  <a:lnTo>
                    <a:pt x="539972" y="444532"/>
                  </a:lnTo>
                  <a:lnTo>
                    <a:pt x="540639" y="445865"/>
                  </a:lnTo>
                  <a:lnTo>
                    <a:pt x="542925" y="448532"/>
                  </a:lnTo>
                  <a:lnTo>
                    <a:pt x="562261" y="463772"/>
                  </a:lnTo>
                  <a:lnTo>
                    <a:pt x="564928" y="465106"/>
                  </a:lnTo>
                  <a:lnTo>
                    <a:pt x="571500" y="466535"/>
                  </a:lnTo>
                  <a:lnTo>
                    <a:pt x="578358" y="468916"/>
                  </a:lnTo>
                  <a:lnTo>
                    <a:pt x="584645" y="472631"/>
                  </a:lnTo>
                  <a:lnTo>
                    <a:pt x="587502" y="475393"/>
                  </a:lnTo>
                  <a:lnTo>
                    <a:pt x="589979" y="479108"/>
                  </a:lnTo>
                  <a:lnTo>
                    <a:pt x="590550" y="479679"/>
                  </a:lnTo>
                  <a:lnTo>
                    <a:pt x="590931" y="479774"/>
                  </a:lnTo>
                  <a:lnTo>
                    <a:pt x="591503" y="479489"/>
                  </a:lnTo>
                  <a:lnTo>
                    <a:pt x="591693" y="479012"/>
                  </a:lnTo>
                  <a:lnTo>
                    <a:pt x="591884" y="478346"/>
                  </a:lnTo>
                  <a:lnTo>
                    <a:pt x="591884" y="477679"/>
                  </a:lnTo>
                  <a:lnTo>
                    <a:pt x="591884" y="477012"/>
                  </a:lnTo>
                  <a:lnTo>
                    <a:pt x="591693" y="475774"/>
                  </a:lnTo>
                  <a:lnTo>
                    <a:pt x="590836" y="473678"/>
                  </a:lnTo>
                  <a:lnTo>
                    <a:pt x="590741" y="473297"/>
                  </a:lnTo>
                  <a:lnTo>
                    <a:pt x="590741" y="472916"/>
                  </a:lnTo>
                  <a:lnTo>
                    <a:pt x="590645" y="472440"/>
                  </a:lnTo>
                  <a:lnTo>
                    <a:pt x="590836" y="470725"/>
                  </a:lnTo>
                  <a:lnTo>
                    <a:pt x="590741" y="470154"/>
                  </a:lnTo>
                  <a:lnTo>
                    <a:pt x="590455" y="469678"/>
                  </a:lnTo>
                  <a:lnTo>
                    <a:pt x="590074" y="469202"/>
                  </a:lnTo>
                  <a:lnTo>
                    <a:pt x="588455" y="468154"/>
                  </a:lnTo>
                  <a:lnTo>
                    <a:pt x="588074" y="467868"/>
                  </a:lnTo>
                  <a:lnTo>
                    <a:pt x="587502" y="467011"/>
                  </a:lnTo>
                  <a:lnTo>
                    <a:pt x="586740" y="464915"/>
                  </a:lnTo>
                  <a:lnTo>
                    <a:pt x="585121" y="461391"/>
                  </a:lnTo>
                  <a:lnTo>
                    <a:pt x="584930" y="460820"/>
                  </a:lnTo>
                  <a:lnTo>
                    <a:pt x="585026" y="458438"/>
                  </a:lnTo>
                  <a:lnTo>
                    <a:pt x="585502" y="455105"/>
                  </a:lnTo>
                  <a:lnTo>
                    <a:pt x="586169" y="452438"/>
                  </a:lnTo>
                  <a:lnTo>
                    <a:pt x="586550" y="451580"/>
                  </a:lnTo>
                  <a:lnTo>
                    <a:pt x="587216" y="451104"/>
                  </a:lnTo>
                  <a:lnTo>
                    <a:pt x="588359" y="451009"/>
                  </a:lnTo>
                  <a:lnTo>
                    <a:pt x="589502" y="451580"/>
                  </a:lnTo>
                  <a:lnTo>
                    <a:pt x="594551" y="456057"/>
                  </a:lnTo>
                  <a:lnTo>
                    <a:pt x="595694" y="457867"/>
                  </a:lnTo>
                  <a:lnTo>
                    <a:pt x="597122" y="460820"/>
                  </a:lnTo>
                  <a:lnTo>
                    <a:pt x="597980" y="461582"/>
                  </a:lnTo>
                  <a:lnTo>
                    <a:pt x="599504" y="462248"/>
                  </a:lnTo>
                  <a:lnTo>
                    <a:pt x="600742" y="463106"/>
                  </a:lnTo>
                  <a:lnTo>
                    <a:pt x="601980" y="464820"/>
                  </a:lnTo>
                  <a:lnTo>
                    <a:pt x="602933" y="466535"/>
                  </a:lnTo>
                  <a:lnTo>
                    <a:pt x="604647" y="468344"/>
                  </a:lnTo>
                  <a:lnTo>
                    <a:pt x="606933" y="469678"/>
                  </a:lnTo>
                  <a:lnTo>
                    <a:pt x="611219" y="471202"/>
                  </a:lnTo>
                  <a:lnTo>
                    <a:pt x="613601" y="471392"/>
                  </a:lnTo>
                  <a:lnTo>
                    <a:pt x="616839" y="471297"/>
                  </a:lnTo>
                  <a:lnTo>
                    <a:pt x="618077" y="471488"/>
                  </a:lnTo>
                  <a:lnTo>
                    <a:pt x="619125" y="471964"/>
                  </a:lnTo>
                  <a:lnTo>
                    <a:pt x="620649" y="473012"/>
                  </a:lnTo>
                  <a:lnTo>
                    <a:pt x="622554" y="475298"/>
                  </a:lnTo>
                  <a:lnTo>
                    <a:pt x="623888" y="477488"/>
                  </a:lnTo>
                  <a:lnTo>
                    <a:pt x="624650" y="479679"/>
                  </a:lnTo>
                  <a:lnTo>
                    <a:pt x="626364" y="487871"/>
                  </a:lnTo>
                  <a:lnTo>
                    <a:pt x="629126" y="490157"/>
                  </a:lnTo>
                  <a:lnTo>
                    <a:pt x="652844" y="500729"/>
                  </a:lnTo>
                  <a:lnTo>
                    <a:pt x="658178" y="502253"/>
                  </a:lnTo>
                  <a:lnTo>
                    <a:pt x="662178" y="504444"/>
                  </a:lnTo>
                  <a:lnTo>
                    <a:pt x="681609" y="521018"/>
                  </a:lnTo>
                  <a:lnTo>
                    <a:pt x="709898" y="539877"/>
                  </a:lnTo>
                  <a:lnTo>
                    <a:pt x="713613" y="541211"/>
                  </a:lnTo>
                  <a:lnTo>
                    <a:pt x="714756" y="542258"/>
                  </a:lnTo>
                  <a:lnTo>
                    <a:pt x="716756" y="545878"/>
                  </a:lnTo>
                  <a:lnTo>
                    <a:pt x="717899" y="547402"/>
                  </a:lnTo>
                  <a:lnTo>
                    <a:pt x="719423" y="548640"/>
                  </a:lnTo>
                  <a:lnTo>
                    <a:pt x="721043" y="549021"/>
                  </a:lnTo>
                  <a:lnTo>
                    <a:pt x="722281" y="548450"/>
                  </a:lnTo>
                  <a:lnTo>
                    <a:pt x="723233" y="546735"/>
                  </a:lnTo>
                  <a:lnTo>
                    <a:pt x="723614" y="540639"/>
                  </a:lnTo>
                  <a:lnTo>
                    <a:pt x="724376" y="539306"/>
                  </a:lnTo>
                  <a:lnTo>
                    <a:pt x="725043" y="538353"/>
                  </a:lnTo>
                  <a:lnTo>
                    <a:pt x="726758" y="536543"/>
                  </a:lnTo>
                  <a:lnTo>
                    <a:pt x="733139" y="527971"/>
                  </a:lnTo>
                  <a:lnTo>
                    <a:pt x="733901" y="527209"/>
                  </a:lnTo>
                  <a:lnTo>
                    <a:pt x="734663" y="527018"/>
                  </a:lnTo>
                  <a:lnTo>
                    <a:pt x="735425" y="527495"/>
                  </a:lnTo>
                  <a:lnTo>
                    <a:pt x="735902" y="528923"/>
                  </a:lnTo>
                  <a:lnTo>
                    <a:pt x="736568" y="534353"/>
                  </a:lnTo>
                  <a:lnTo>
                    <a:pt x="737807" y="539591"/>
                  </a:lnTo>
                  <a:lnTo>
                    <a:pt x="742474" y="543116"/>
                  </a:lnTo>
                  <a:lnTo>
                    <a:pt x="743141" y="544544"/>
                  </a:lnTo>
                  <a:lnTo>
                    <a:pt x="743522" y="546259"/>
                  </a:lnTo>
                  <a:lnTo>
                    <a:pt x="742855" y="547973"/>
                  </a:lnTo>
                  <a:lnTo>
                    <a:pt x="741045" y="551021"/>
                  </a:lnTo>
                  <a:lnTo>
                    <a:pt x="740950" y="551307"/>
                  </a:lnTo>
                  <a:lnTo>
                    <a:pt x="740855" y="551879"/>
                  </a:lnTo>
                  <a:lnTo>
                    <a:pt x="740759" y="553212"/>
                  </a:lnTo>
                  <a:lnTo>
                    <a:pt x="741331" y="554641"/>
                  </a:lnTo>
                  <a:lnTo>
                    <a:pt x="742379" y="555879"/>
                  </a:lnTo>
                  <a:lnTo>
                    <a:pt x="749522" y="560451"/>
                  </a:lnTo>
                  <a:lnTo>
                    <a:pt x="750475" y="560451"/>
                  </a:lnTo>
                  <a:lnTo>
                    <a:pt x="751523" y="560261"/>
                  </a:lnTo>
                  <a:lnTo>
                    <a:pt x="753142" y="560356"/>
                  </a:lnTo>
                  <a:lnTo>
                    <a:pt x="755142" y="561213"/>
                  </a:lnTo>
                  <a:lnTo>
                    <a:pt x="757809" y="563023"/>
                  </a:lnTo>
                  <a:lnTo>
                    <a:pt x="766191" y="570833"/>
                  </a:lnTo>
                  <a:lnTo>
                    <a:pt x="768382" y="571881"/>
                  </a:lnTo>
                  <a:lnTo>
                    <a:pt x="770382" y="572453"/>
                  </a:lnTo>
                  <a:lnTo>
                    <a:pt x="772287" y="573310"/>
                  </a:lnTo>
                  <a:lnTo>
                    <a:pt x="773621" y="574929"/>
                  </a:lnTo>
                  <a:lnTo>
                    <a:pt x="774954" y="576929"/>
                  </a:lnTo>
                  <a:lnTo>
                    <a:pt x="779526" y="581216"/>
                  </a:lnTo>
                  <a:lnTo>
                    <a:pt x="782193" y="584740"/>
                  </a:lnTo>
                  <a:lnTo>
                    <a:pt x="782765" y="586264"/>
                  </a:lnTo>
                  <a:lnTo>
                    <a:pt x="782860" y="587693"/>
                  </a:lnTo>
                  <a:lnTo>
                    <a:pt x="782098" y="589217"/>
                  </a:lnTo>
                  <a:lnTo>
                    <a:pt x="780955" y="590455"/>
                  </a:lnTo>
                  <a:lnTo>
                    <a:pt x="779717" y="591407"/>
                  </a:lnTo>
                  <a:lnTo>
                    <a:pt x="777812" y="592265"/>
                  </a:lnTo>
                  <a:lnTo>
                    <a:pt x="777526" y="595408"/>
                  </a:lnTo>
                  <a:lnTo>
                    <a:pt x="776478" y="600837"/>
                  </a:lnTo>
                  <a:lnTo>
                    <a:pt x="774954" y="605504"/>
                  </a:lnTo>
                  <a:lnTo>
                    <a:pt x="774954" y="605981"/>
                  </a:lnTo>
                  <a:lnTo>
                    <a:pt x="775430" y="606362"/>
                  </a:lnTo>
                  <a:lnTo>
                    <a:pt x="776288" y="607028"/>
                  </a:lnTo>
                  <a:lnTo>
                    <a:pt x="781050" y="609886"/>
                  </a:lnTo>
                  <a:lnTo>
                    <a:pt x="781526" y="610172"/>
                  </a:lnTo>
                  <a:lnTo>
                    <a:pt x="782003" y="610362"/>
                  </a:lnTo>
                  <a:lnTo>
                    <a:pt x="782574" y="611029"/>
                  </a:lnTo>
                  <a:lnTo>
                    <a:pt x="785241" y="615315"/>
                  </a:lnTo>
                  <a:lnTo>
                    <a:pt x="785813" y="615887"/>
                  </a:lnTo>
                  <a:lnTo>
                    <a:pt x="788480" y="617411"/>
                  </a:lnTo>
                  <a:lnTo>
                    <a:pt x="791147" y="619697"/>
                  </a:lnTo>
                  <a:lnTo>
                    <a:pt x="792099" y="620840"/>
                  </a:lnTo>
                  <a:lnTo>
                    <a:pt x="792385" y="621506"/>
                  </a:lnTo>
                  <a:lnTo>
                    <a:pt x="792575" y="622459"/>
                  </a:lnTo>
                  <a:lnTo>
                    <a:pt x="792671" y="624554"/>
                  </a:lnTo>
                  <a:lnTo>
                    <a:pt x="792194" y="625983"/>
                  </a:lnTo>
                  <a:lnTo>
                    <a:pt x="791528" y="626840"/>
                  </a:lnTo>
                  <a:lnTo>
                    <a:pt x="790289" y="627221"/>
                  </a:lnTo>
                  <a:lnTo>
                    <a:pt x="789146" y="627507"/>
                  </a:lnTo>
                  <a:lnTo>
                    <a:pt x="787337" y="628079"/>
                  </a:lnTo>
                  <a:lnTo>
                    <a:pt x="786575" y="628650"/>
                  </a:lnTo>
                  <a:lnTo>
                    <a:pt x="785813" y="629603"/>
                  </a:lnTo>
                  <a:lnTo>
                    <a:pt x="785432" y="630746"/>
                  </a:lnTo>
                  <a:lnTo>
                    <a:pt x="785432" y="632174"/>
                  </a:lnTo>
                  <a:lnTo>
                    <a:pt x="786003" y="633698"/>
                  </a:lnTo>
                  <a:lnTo>
                    <a:pt x="786956" y="635222"/>
                  </a:lnTo>
                  <a:lnTo>
                    <a:pt x="788670" y="636556"/>
                  </a:lnTo>
                  <a:lnTo>
                    <a:pt x="791337" y="637794"/>
                  </a:lnTo>
                  <a:lnTo>
                    <a:pt x="792766" y="638747"/>
                  </a:lnTo>
                  <a:lnTo>
                    <a:pt x="793909" y="639985"/>
                  </a:lnTo>
                  <a:lnTo>
                    <a:pt x="794861" y="642080"/>
                  </a:lnTo>
                  <a:lnTo>
                    <a:pt x="795719" y="645319"/>
                  </a:lnTo>
                  <a:lnTo>
                    <a:pt x="796957" y="647891"/>
                  </a:lnTo>
                  <a:lnTo>
                    <a:pt x="799719" y="651034"/>
                  </a:lnTo>
                  <a:lnTo>
                    <a:pt x="801338" y="658940"/>
                  </a:lnTo>
                  <a:lnTo>
                    <a:pt x="802196" y="661797"/>
                  </a:lnTo>
                  <a:lnTo>
                    <a:pt x="802767" y="665321"/>
                  </a:lnTo>
                  <a:lnTo>
                    <a:pt x="803053" y="666845"/>
                  </a:lnTo>
                  <a:lnTo>
                    <a:pt x="803529" y="667988"/>
                  </a:lnTo>
                  <a:lnTo>
                    <a:pt x="803910" y="668274"/>
                  </a:lnTo>
                  <a:lnTo>
                    <a:pt x="804482" y="668274"/>
                  </a:lnTo>
                  <a:lnTo>
                    <a:pt x="806387" y="668179"/>
                  </a:lnTo>
                  <a:lnTo>
                    <a:pt x="806577" y="668274"/>
                  </a:lnTo>
                  <a:lnTo>
                    <a:pt x="809625" y="669608"/>
                  </a:lnTo>
                  <a:lnTo>
                    <a:pt x="812006" y="672370"/>
                  </a:lnTo>
                  <a:lnTo>
                    <a:pt x="812768" y="673132"/>
                  </a:lnTo>
                  <a:lnTo>
                    <a:pt x="813435" y="673608"/>
                  </a:lnTo>
                  <a:lnTo>
                    <a:pt x="814007" y="673703"/>
                  </a:lnTo>
                  <a:lnTo>
                    <a:pt x="815721" y="674084"/>
                  </a:lnTo>
                  <a:lnTo>
                    <a:pt x="816578" y="674465"/>
                  </a:lnTo>
                  <a:lnTo>
                    <a:pt x="816864" y="674656"/>
                  </a:lnTo>
                  <a:lnTo>
                    <a:pt x="817245" y="674942"/>
                  </a:lnTo>
                  <a:lnTo>
                    <a:pt x="818102" y="675894"/>
                  </a:lnTo>
                  <a:lnTo>
                    <a:pt x="818864" y="676656"/>
                  </a:lnTo>
                  <a:lnTo>
                    <a:pt x="819245" y="676942"/>
                  </a:lnTo>
                  <a:lnTo>
                    <a:pt x="821341" y="678752"/>
                  </a:lnTo>
                  <a:lnTo>
                    <a:pt x="820198" y="679609"/>
                  </a:lnTo>
                  <a:lnTo>
                    <a:pt x="819531" y="680466"/>
                  </a:lnTo>
                  <a:lnTo>
                    <a:pt x="812768" y="691610"/>
                  </a:lnTo>
                  <a:lnTo>
                    <a:pt x="812483" y="692372"/>
                  </a:lnTo>
                  <a:lnTo>
                    <a:pt x="812387" y="693420"/>
                  </a:lnTo>
                  <a:lnTo>
                    <a:pt x="812387" y="694182"/>
                  </a:lnTo>
                  <a:lnTo>
                    <a:pt x="812578" y="694754"/>
                  </a:lnTo>
                  <a:lnTo>
                    <a:pt x="813149" y="695516"/>
                  </a:lnTo>
                  <a:lnTo>
                    <a:pt x="814197" y="696563"/>
                  </a:lnTo>
                  <a:lnTo>
                    <a:pt x="815816" y="697802"/>
                  </a:lnTo>
                  <a:lnTo>
                    <a:pt x="816769" y="698659"/>
                  </a:lnTo>
                  <a:lnTo>
                    <a:pt x="817626" y="699802"/>
                  </a:lnTo>
                  <a:lnTo>
                    <a:pt x="817817" y="700088"/>
                  </a:lnTo>
                  <a:lnTo>
                    <a:pt x="817912" y="700373"/>
                  </a:lnTo>
                  <a:lnTo>
                    <a:pt x="818007" y="701040"/>
                  </a:lnTo>
                  <a:lnTo>
                    <a:pt x="818007" y="701516"/>
                  </a:lnTo>
                  <a:lnTo>
                    <a:pt x="817817" y="702088"/>
                  </a:lnTo>
                  <a:lnTo>
                    <a:pt x="816197" y="704564"/>
                  </a:lnTo>
                  <a:lnTo>
                    <a:pt x="815721" y="705707"/>
                  </a:lnTo>
                  <a:lnTo>
                    <a:pt x="815531" y="706755"/>
                  </a:lnTo>
                  <a:lnTo>
                    <a:pt x="815626" y="707898"/>
                  </a:lnTo>
                  <a:lnTo>
                    <a:pt x="816578" y="712470"/>
                  </a:lnTo>
                  <a:lnTo>
                    <a:pt x="816674" y="714280"/>
                  </a:lnTo>
                  <a:lnTo>
                    <a:pt x="816674" y="715137"/>
                  </a:lnTo>
                  <a:lnTo>
                    <a:pt x="816483" y="715804"/>
                  </a:lnTo>
                  <a:lnTo>
                    <a:pt x="816197" y="716471"/>
                  </a:lnTo>
                  <a:lnTo>
                    <a:pt x="810101" y="714851"/>
                  </a:lnTo>
                  <a:lnTo>
                    <a:pt x="807911" y="715232"/>
                  </a:lnTo>
                  <a:lnTo>
                    <a:pt x="806768" y="714185"/>
                  </a:lnTo>
                  <a:lnTo>
                    <a:pt x="805053" y="713804"/>
                  </a:lnTo>
                  <a:lnTo>
                    <a:pt x="801053" y="713899"/>
                  </a:lnTo>
                  <a:lnTo>
                    <a:pt x="798862" y="716090"/>
                  </a:lnTo>
                  <a:lnTo>
                    <a:pt x="798100" y="716566"/>
                  </a:lnTo>
                  <a:lnTo>
                    <a:pt x="796957" y="716756"/>
                  </a:lnTo>
                  <a:lnTo>
                    <a:pt x="796195" y="716471"/>
                  </a:lnTo>
                  <a:lnTo>
                    <a:pt x="795433" y="716090"/>
                  </a:lnTo>
                  <a:lnTo>
                    <a:pt x="794480" y="715899"/>
                  </a:lnTo>
                  <a:lnTo>
                    <a:pt x="794099" y="715899"/>
                  </a:lnTo>
                  <a:lnTo>
                    <a:pt x="793718" y="717042"/>
                  </a:lnTo>
                  <a:lnTo>
                    <a:pt x="792480" y="723995"/>
                  </a:lnTo>
                  <a:lnTo>
                    <a:pt x="792766" y="726281"/>
                  </a:lnTo>
                  <a:lnTo>
                    <a:pt x="793337" y="728472"/>
                  </a:lnTo>
                  <a:lnTo>
                    <a:pt x="795052" y="733235"/>
                  </a:lnTo>
                  <a:lnTo>
                    <a:pt x="795814" y="737521"/>
                  </a:lnTo>
                  <a:lnTo>
                    <a:pt x="795909" y="740474"/>
                  </a:lnTo>
                  <a:lnTo>
                    <a:pt x="795719" y="742664"/>
                  </a:lnTo>
                  <a:lnTo>
                    <a:pt x="794290" y="746760"/>
                  </a:lnTo>
                  <a:lnTo>
                    <a:pt x="793052" y="747713"/>
                  </a:lnTo>
                  <a:lnTo>
                    <a:pt x="789623" y="747332"/>
                  </a:lnTo>
                  <a:lnTo>
                    <a:pt x="784289" y="745617"/>
                  </a:lnTo>
                  <a:lnTo>
                    <a:pt x="782574" y="745427"/>
                  </a:lnTo>
                  <a:lnTo>
                    <a:pt x="780955" y="745617"/>
                  </a:lnTo>
                  <a:lnTo>
                    <a:pt x="779621" y="746189"/>
                  </a:lnTo>
                  <a:lnTo>
                    <a:pt x="778669" y="746855"/>
                  </a:lnTo>
                  <a:lnTo>
                    <a:pt x="777335" y="748094"/>
                  </a:lnTo>
                  <a:lnTo>
                    <a:pt x="776573" y="749046"/>
                  </a:lnTo>
                  <a:lnTo>
                    <a:pt x="774383" y="753142"/>
                  </a:lnTo>
                  <a:lnTo>
                    <a:pt x="772192" y="755428"/>
                  </a:lnTo>
                  <a:lnTo>
                    <a:pt x="770763" y="755904"/>
                  </a:lnTo>
                  <a:lnTo>
                    <a:pt x="768858" y="756095"/>
                  </a:lnTo>
                  <a:lnTo>
                    <a:pt x="765143" y="755904"/>
                  </a:lnTo>
                  <a:lnTo>
                    <a:pt x="763334" y="756190"/>
                  </a:lnTo>
                  <a:lnTo>
                    <a:pt x="762000" y="756857"/>
                  </a:lnTo>
                  <a:lnTo>
                    <a:pt x="761238" y="758190"/>
                  </a:lnTo>
                  <a:lnTo>
                    <a:pt x="761524" y="759714"/>
                  </a:lnTo>
                  <a:lnTo>
                    <a:pt x="762381" y="762191"/>
                  </a:lnTo>
                  <a:lnTo>
                    <a:pt x="762095" y="763715"/>
                  </a:lnTo>
                  <a:lnTo>
                    <a:pt x="761143" y="765429"/>
                  </a:lnTo>
                  <a:lnTo>
                    <a:pt x="759333" y="768001"/>
                  </a:lnTo>
                  <a:lnTo>
                    <a:pt x="758952" y="769620"/>
                  </a:lnTo>
                  <a:lnTo>
                    <a:pt x="759333" y="770573"/>
                  </a:lnTo>
                  <a:lnTo>
                    <a:pt x="760476" y="770763"/>
                  </a:lnTo>
                  <a:lnTo>
                    <a:pt x="761714" y="770573"/>
                  </a:lnTo>
                  <a:lnTo>
                    <a:pt x="762857" y="770668"/>
                  </a:lnTo>
                  <a:lnTo>
                    <a:pt x="763524" y="771144"/>
                  </a:lnTo>
                  <a:lnTo>
                    <a:pt x="764000" y="772097"/>
                  </a:lnTo>
                  <a:lnTo>
                    <a:pt x="764286" y="773335"/>
                  </a:lnTo>
                  <a:lnTo>
                    <a:pt x="764858" y="774478"/>
                  </a:lnTo>
                  <a:lnTo>
                    <a:pt x="767048" y="776573"/>
                  </a:lnTo>
                  <a:lnTo>
                    <a:pt x="768191" y="778002"/>
                  </a:lnTo>
                  <a:lnTo>
                    <a:pt x="768477" y="779717"/>
                  </a:lnTo>
                  <a:lnTo>
                    <a:pt x="768096" y="780955"/>
                  </a:lnTo>
                  <a:lnTo>
                    <a:pt x="765048" y="782955"/>
                  </a:lnTo>
                  <a:lnTo>
                    <a:pt x="763810" y="784479"/>
                  </a:lnTo>
                  <a:lnTo>
                    <a:pt x="761810" y="787622"/>
                  </a:lnTo>
                  <a:lnTo>
                    <a:pt x="760381" y="791051"/>
                  </a:lnTo>
                  <a:lnTo>
                    <a:pt x="759524" y="792385"/>
                  </a:lnTo>
                  <a:lnTo>
                    <a:pt x="757904" y="793052"/>
                  </a:lnTo>
                  <a:lnTo>
                    <a:pt x="755142" y="793528"/>
                  </a:lnTo>
                  <a:lnTo>
                    <a:pt x="753713" y="794195"/>
                  </a:lnTo>
                  <a:lnTo>
                    <a:pt x="749618" y="797338"/>
                  </a:lnTo>
                  <a:lnTo>
                    <a:pt x="747236" y="800100"/>
                  </a:lnTo>
                  <a:lnTo>
                    <a:pt x="746189" y="801148"/>
                  </a:lnTo>
                  <a:lnTo>
                    <a:pt x="744950" y="802005"/>
                  </a:lnTo>
                  <a:lnTo>
                    <a:pt x="742950" y="802767"/>
                  </a:lnTo>
                  <a:lnTo>
                    <a:pt x="741617" y="803053"/>
                  </a:lnTo>
                  <a:lnTo>
                    <a:pt x="739616" y="803148"/>
                  </a:lnTo>
                  <a:lnTo>
                    <a:pt x="738854" y="803434"/>
                  </a:lnTo>
                  <a:lnTo>
                    <a:pt x="738378" y="804196"/>
                  </a:lnTo>
                  <a:lnTo>
                    <a:pt x="737997" y="805148"/>
                  </a:lnTo>
                  <a:lnTo>
                    <a:pt x="737235" y="805910"/>
                  </a:lnTo>
                  <a:lnTo>
                    <a:pt x="732758" y="809625"/>
                  </a:lnTo>
                  <a:lnTo>
                    <a:pt x="731615" y="811340"/>
                  </a:lnTo>
                  <a:lnTo>
                    <a:pt x="731139" y="812959"/>
                  </a:lnTo>
                  <a:lnTo>
                    <a:pt x="731425" y="814197"/>
                  </a:lnTo>
                  <a:lnTo>
                    <a:pt x="731806" y="815340"/>
                  </a:lnTo>
                  <a:lnTo>
                    <a:pt x="731996" y="816483"/>
                  </a:lnTo>
                  <a:lnTo>
                    <a:pt x="732092" y="817531"/>
                  </a:lnTo>
                  <a:lnTo>
                    <a:pt x="731996" y="818483"/>
                  </a:lnTo>
                  <a:lnTo>
                    <a:pt x="731806" y="819626"/>
                  </a:lnTo>
                  <a:lnTo>
                    <a:pt x="731425" y="820674"/>
                  </a:lnTo>
                  <a:lnTo>
                    <a:pt x="730663" y="821531"/>
                  </a:lnTo>
                  <a:lnTo>
                    <a:pt x="729806" y="822008"/>
                  </a:lnTo>
                  <a:lnTo>
                    <a:pt x="728282" y="822103"/>
                  </a:lnTo>
                  <a:lnTo>
                    <a:pt x="726281" y="820865"/>
                  </a:lnTo>
                  <a:lnTo>
                    <a:pt x="725805" y="821055"/>
                  </a:lnTo>
                  <a:lnTo>
                    <a:pt x="724567" y="822865"/>
                  </a:lnTo>
                  <a:lnTo>
                    <a:pt x="723710" y="823627"/>
                  </a:lnTo>
                  <a:lnTo>
                    <a:pt x="722567" y="824294"/>
                  </a:lnTo>
                  <a:lnTo>
                    <a:pt x="720281" y="824960"/>
                  </a:lnTo>
                  <a:lnTo>
                    <a:pt x="719328" y="825532"/>
                  </a:lnTo>
                  <a:lnTo>
                    <a:pt x="718566" y="826580"/>
                  </a:lnTo>
                  <a:lnTo>
                    <a:pt x="718280" y="827627"/>
                  </a:lnTo>
                  <a:lnTo>
                    <a:pt x="718376" y="828866"/>
                  </a:lnTo>
                  <a:lnTo>
                    <a:pt x="718757" y="829818"/>
                  </a:lnTo>
                  <a:lnTo>
                    <a:pt x="719233" y="830771"/>
                  </a:lnTo>
                  <a:lnTo>
                    <a:pt x="719995" y="831818"/>
                  </a:lnTo>
                  <a:lnTo>
                    <a:pt x="720757" y="832676"/>
                  </a:lnTo>
                  <a:lnTo>
                    <a:pt x="721614" y="833533"/>
                  </a:lnTo>
                  <a:lnTo>
                    <a:pt x="722567" y="834009"/>
                  </a:lnTo>
                  <a:lnTo>
                    <a:pt x="723614" y="834295"/>
                  </a:lnTo>
                  <a:lnTo>
                    <a:pt x="724662" y="834295"/>
                  </a:lnTo>
                  <a:lnTo>
                    <a:pt x="725615" y="834009"/>
                  </a:lnTo>
                  <a:lnTo>
                    <a:pt x="726472" y="833438"/>
                  </a:lnTo>
                  <a:lnTo>
                    <a:pt x="728758" y="831056"/>
                  </a:lnTo>
                  <a:lnTo>
                    <a:pt x="729425" y="830580"/>
                  </a:lnTo>
                  <a:lnTo>
                    <a:pt x="730187" y="830294"/>
                  </a:lnTo>
                  <a:lnTo>
                    <a:pt x="731234" y="830675"/>
                  </a:lnTo>
                  <a:lnTo>
                    <a:pt x="731806" y="831533"/>
                  </a:lnTo>
                  <a:lnTo>
                    <a:pt x="732092" y="832580"/>
                  </a:lnTo>
                  <a:lnTo>
                    <a:pt x="732282" y="835533"/>
                  </a:lnTo>
                  <a:lnTo>
                    <a:pt x="732473" y="836771"/>
                  </a:lnTo>
                  <a:lnTo>
                    <a:pt x="732663" y="837438"/>
                  </a:lnTo>
                  <a:lnTo>
                    <a:pt x="733235" y="838486"/>
                  </a:lnTo>
                  <a:lnTo>
                    <a:pt x="733901" y="839629"/>
                  </a:lnTo>
                  <a:lnTo>
                    <a:pt x="734854" y="840677"/>
                  </a:lnTo>
                  <a:lnTo>
                    <a:pt x="735902" y="841439"/>
                  </a:lnTo>
                  <a:lnTo>
                    <a:pt x="736949" y="842105"/>
                  </a:lnTo>
                  <a:lnTo>
                    <a:pt x="737902" y="842486"/>
                  </a:lnTo>
                  <a:lnTo>
                    <a:pt x="738473" y="842677"/>
                  </a:lnTo>
                  <a:lnTo>
                    <a:pt x="739235" y="842772"/>
                  </a:lnTo>
                  <a:lnTo>
                    <a:pt x="742379" y="842486"/>
                  </a:lnTo>
                  <a:lnTo>
                    <a:pt x="743141" y="842582"/>
                  </a:lnTo>
                  <a:lnTo>
                    <a:pt x="743903" y="842772"/>
                  </a:lnTo>
                  <a:lnTo>
                    <a:pt x="746474" y="844010"/>
                  </a:lnTo>
                  <a:lnTo>
                    <a:pt x="749808" y="846296"/>
                  </a:lnTo>
                  <a:lnTo>
                    <a:pt x="750189" y="846773"/>
                  </a:lnTo>
                  <a:lnTo>
                    <a:pt x="750380" y="847154"/>
                  </a:lnTo>
                  <a:lnTo>
                    <a:pt x="750570" y="847916"/>
                  </a:lnTo>
                  <a:lnTo>
                    <a:pt x="750761" y="848773"/>
                  </a:lnTo>
                  <a:lnTo>
                    <a:pt x="751142" y="849916"/>
                  </a:lnTo>
                  <a:lnTo>
                    <a:pt x="752475" y="852869"/>
                  </a:lnTo>
                  <a:lnTo>
                    <a:pt x="754761" y="856583"/>
                  </a:lnTo>
                  <a:lnTo>
                    <a:pt x="755047" y="857536"/>
                  </a:lnTo>
                  <a:lnTo>
                    <a:pt x="755333" y="858488"/>
                  </a:lnTo>
                  <a:lnTo>
                    <a:pt x="755428" y="859346"/>
                  </a:lnTo>
                  <a:lnTo>
                    <a:pt x="755333" y="860108"/>
                  </a:lnTo>
                  <a:lnTo>
                    <a:pt x="755142" y="860584"/>
                  </a:lnTo>
                  <a:lnTo>
                    <a:pt x="754475" y="861060"/>
                  </a:lnTo>
                  <a:lnTo>
                    <a:pt x="752951" y="861727"/>
                  </a:lnTo>
                  <a:lnTo>
                    <a:pt x="752285" y="862298"/>
                  </a:lnTo>
                  <a:lnTo>
                    <a:pt x="751713" y="863441"/>
                  </a:lnTo>
                  <a:lnTo>
                    <a:pt x="751142" y="866108"/>
                  </a:lnTo>
                  <a:lnTo>
                    <a:pt x="750475" y="866966"/>
                  </a:lnTo>
                  <a:lnTo>
                    <a:pt x="749237" y="867347"/>
                  </a:lnTo>
                  <a:lnTo>
                    <a:pt x="746665" y="867251"/>
                  </a:lnTo>
                  <a:lnTo>
                    <a:pt x="745141" y="867823"/>
                  </a:lnTo>
                  <a:lnTo>
                    <a:pt x="744284" y="868775"/>
                  </a:lnTo>
                  <a:lnTo>
                    <a:pt x="743807" y="870776"/>
                  </a:lnTo>
                  <a:lnTo>
                    <a:pt x="743236" y="871538"/>
                  </a:lnTo>
                  <a:lnTo>
                    <a:pt x="742093" y="872014"/>
                  </a:lnTo>
                  <a:lnTo>
                    <a:pt x="740378" y="872490"/>
                  </a:lnTo>
                  <a:lnTo>
                    <a:pt x="739712" y="873347"/>
                  </a:lnTo>
                  <a:lnTo>
                    <a:pt x="739712" y="874395"/>
                  </a:lnTo>
                  <a:lnTo>
                    <a:pt x="739902" y="875443"/>
                  </a:lnTo>
                  <a:lnTo>
                    <a:pt x="739807" y="876491"/>
                  </a:lnTo>
                  <a:lnTo>
                    <a:pt x="739140" y="877348"/>
                  </a:lnTo>
                  <a:lnTo>
                    <a:pt x="738092" y="877729"/>
                  </a:lnTo>
                  <a:lnTo>
                    <a:pt x="736759" y="877538"/>
                  </a:lnTo>
                  <a:lnTo>
                    <a:pt x="735997" y="878015"/>
                  </a:lnTo>
                  <a:lnTo>
                    <a:pt x="735616" y="878872"/>
                  </a:lnTo>
                  <a:lnTo>
                    <a:pt x="735425" y="879920"/>
                  </a:lnTo>
                  <a:lnTo>
                    <a:pt x="735044" y="880872"/>
                  </a:lnTo>
                  <a:lnTo>
                    <a:pt x="733997" y="881634"/>
                  </a:lnTo>
                  <a:lnTo>
                    <a:pt x="732568" y="881729"/>
                  </a:lnTo>
                  <a:lnTo>
                    <a:pt x="729139" y="880396"/>
                  </a:lnTo>
                  <a:lnTo>
                    <a:pt x="727901" y="880205"/>
                  </a:lnTo>
                  <a:lnTo>
                    <a:pt x="727139" y="880777"/>
                  </a:lnTo>
                  <a:lnTo>
                    <a:pt x="726567" y="881729"/>
                  </a:lnTo>
                  <a:lnTo>
                    <a:pt x="725996" y="882682"/>
                  </a:lnTo>
                  <a:lnTo>
                    <a:pt x="724948" y="884111"/>
                  </a:lnTo>
                  <a:lnTo>
                    <a:pt x="723995" y="884968"/>
                  </a:lnTo>
                  <a:lnTo>
                    <a:pt x="722376" y="886206"/>
                  </a:lnTo>
                  <a:lnTo>
                    <a:pt x="721233" y="887349"/>
                  </a:lnTo>
                  <a:lnTo>
                    <a:pt x="720566" y="887921"/>
                  </a:lnTo>
                  <a:lnTo>
                    <a:pt x="718947" y="887444"/>
                  </a:lnTo>
                  <a:lnTo>
                    <a:pt x="717137" y="885825"/>
                  </a:lnTo>
                  <a:lnTo>
                    <a:pt x="716471" y="883920"/>
                  </a:lnTo>
                  <a:lnTo>
                    <a:pt x="715709" y="884492"/>
                  </a:lnTo>
                  <a:lnTo>
                    <a:pt x="715328" y="884206"/>
                  </a:lnTo>
                  <a:lnTo>
                    <a:pt x="715232" y="883730"/>
                  </a:lnTo>
                  <a:lnTo>
                    <a:pt x="714756" y="883253"/>
                  </a:lnTo>
                  <a:lnTo>
                    <a:pt x="712661" y="882682"/>
                  </a:lnTo>
                  <a:lnTo>
                    <a:pt x="709898" y="881348"/>
                  </a:lnTo>
                  <a:lnTo>
                    <a:pt x="709041" y="880491"/>
                  </a:lnTo>
                  <a:lnTo>
                    <a:pt x="709327" y="879348"/>
                  </a:lnTo>
                  <a:lnTo>
                    <a:pt x="708660" y="878491"/>
                  </a:lnTo>
                  <a:lnTo>
                    <a:pt x="707993" y="877919"/>
                  </a:lnTo>
                  <a:lnTo>
                    <a:pt x="707422" y="877253"/>
                  </a:lnTo>
                  <a:lnTo>
                    <a:pt x="707136" y="876014"/>
                  </a:lnTo>
                  <a:lnTo>
                    <a:pt x="703802" y="874395"/>
                  </a:lnTo>
                  <a:lnTo>
                    <a:pt x="700564" y="873443"/>
                  </a:lnTo>
                  <a:lnTo>
                    <a:pt x="699516" y="873347"/>
                  </a:lnTo>
                  <a:lnTo>
                    <a:pt x="697897" y="873443"/>
                  </a:lnTo>
                  <a:lnTo>
                    <a:pt x="697325" y="873443"/>
                  </a:lnTo>
                  <a:lnTo>
                    <a:pt x="696659" y="873062"/>
                  </a:lnTo>
                  <a:lnTo>
                    <a:pt x="695992" y="872681"/>
                  </a:lnTo>
                  <a:lnTo>
                    <a:pt x="695325" y="872300"/>
                  </a:lnTo>
                  <a:lnTo>
                    <a:pt x="692277" y="871919"/>
                  </a:lnTo>
                  <a:lnTo>
                    <a:pt x="687419" y="870109"/>
                  </a:lnTo>
                  <a:lnTo>
                    <a:pt x="684943" y="869728"/>
                  </a:lnTo>
                  <a:lnTo>
                    <a:pt x="684086" y="869442"/>
                  </a:lnTo>
                  <a:lnTo>
                    <a:pt x="683419" y="868966"/>
                  </a:lnTo>
                  <a:lnTo>
                    <a:pt x="682847" y="868204"/>
                  </a:lnTo>
                  <a:lnTo>
                    <a:pt x="682181" y="867632"/>
                  </a:lnTo>
                  <a:lnTo>
                    <a:pt x="681133" y="867442"/>
                  </a:lnTo>
                  <a:lnTo>
                    <a:pt x="680561" y="867156"/>
                  </a:lnTo>
                  <a:lnTo>
                    <a:pt x="679514" y="865823"/>
                  </a:lnTo>
                  <a:lnTo>
                    <a:pt x="678656" y="865537"/>
                  </a:lnTo>
                  <a:lnTo>
                    <a:pt x="677609" y="865537"/>
                  </a:lnTo>
                  <a:lnTo>
                    <a:pt x="676942" y="865442"/>
                  </a:lnTo>
                  <a:lnTo>
                    <a:pt x="676275" y="865632"/>
                  </a:lnTo>
                  <a:lnTo>
                    <a:pt x="674942" y="865346"/>
                  </a:lnTo>
                  <a:lnTo>
                    <a:pt x="673799" y="864965"/>
                  </a:lnTo>
                  <a:lnTo>
                    <a:pt x="672370" y="864299"/>
                  </a:lnTo>
                  <a:lnTo>
                    <a:pt x="670751" y="863727"/>
                  </a:lnTo>
                  <a:lnTo>
                    <a:pt x="664940" y="863156"/>
                  </a:lnTo>
                  <a:lnTo>
                    <a:pt x="663035" y="862679"/>
                  </a:lnTo>
                  <a:lnTo>
                    <a:pt x="661035" y="861822"/>
                  </a:lnTo>
                  <a:lnTo>
                    <a:pt x="655130" y="857917"/>
                  </a:lnTo>
                  <a:lnTo>
                    <a:pt x="653034" y="857250"/>
                  </a:lnTo>
                  <a:lnTo>
                    <a:pt x="650272" y="858869"/>
                  </a:lnTo>
                  <a:lnTo>
                    <a:pt x="648081" y="861632"/>
                  </a:lnTo>
                  <a:lnTo>
                    <a:pt x="644557" y="864584"/>
                  </a:lnTo>
                  <a:lnTo>
                    <a:pt x="643509" y="866108"/>
                  </a:lnTo>
                  <a:lnTo>
                    <a:pt x="642747" y="867632"/>
                  </a:lnTo>
                  <a:lnTo>
                    <a:pt x="642366" y="869156"/>
                  </a:lnTo>
                  <a:lnTo>
                    <a:pt x="640747" y="874586"/>
                  </a:lnTo>
                  <a:lnTo>
                    <a:pt x="640652" y="876014"/>
                  </a:lnTo>
                  <a:lnTo>
                    <a:pt x="640937" y="877634"/>
                  </a:lnTo>
                  <a:lnTo>
                    <a:pt x="641604" y="879539"/>
                  </a:lnTo>
                  <a:lnTo>
                    <a:pt x="646367" y="886016"/>
                  </a:lnTo>
                  <a:lnTo>
                    <a:pt x="649700" y="891540"/>
                  </a:lnTo>
                  <a:lnTo>
                    <a:pt x="652272" y="897827"/>
                  </a:lnTo>
                  <a:lnTo>
                    <a:pt x="654082" y="901160"/>
                  </a:lnTo>
                  <a:lnTo>
                    <a:pt x="656177" y="903446"/>
                  </a:lnTo>
                  <a:lnTo>
                    <a:pt x="658940" y="905732"/>
                  </a:lnTo>
                  <a:lnTo>
                    <a:pt x="659321" y="905923"/>
                  </a:lnTo>
                  <a:lnTo>
                    <a:pt x="660178" y="906018"/>
                  </a:lnTo>
                  <a:lnTo>
                    <a:pt x="660749" y="906209"/>
                  </a:lnTo>
                  <a:lnTo>
                    <a:pt x="661035" y="906209"/>
                  </a:lnTo>
                  <a:lnTo>
                    <a:pt x="661702" y="906304"/>
                  </a:lnTo>
                  <a:lnTo>
                    <a:pt x="663321" y="907447"/>
                  </a:lnTo>
                  <a:lnTo>
                    <a:pt x="664178" y="907637"/>
                  </a:lnTo>
                  <a:lnTo>
                    <a:pt x="666464" y="907542"/>
                  </a:lnTo>
                  <a:lnTo>
                    <a:pt x="667131" y="907637"/>
                  </a:lnTo>
                  <a:lnTo>
                    <a:pt x="668560" y="908685"/>
                  </a:lnTo>
                  <a:lnTo>
                    <a:pt x="669227" y="909923"/>
                  </a:lnTo>
                  <a:lnTo>
                    <a:pt x="670560" y="913067"/>
                  </a:lnTo>
                  <a:lnTo>
                    <a:pt x="671227" y="915734"/>
                  </a:lnTo>
                  <a:lnTo>
                    <a:pt x="671417" y="917829"/>
                  </a:lnTo>
                  <a:lnTo>
                    <a:pt x="671417" y="919829"/>
                  </a:lnTo>
                  <a:lnTo>
                    <a:pt x="670846" y="924116"/>
                  </a:lnTo>
                  <a:lnTo>
                    <a:pt x="671036" y="926592"/>
                  </a:lnTo>
                  <a:lnTo>
                    <a:pt x="671798" y="927545"/>
                  </a:lnTo>
                  <a:lnTo>
                    <a:pt x="672846" y="927449"/>
                  </a:lnTo>
                  <a:lnTo>
                    <a:pt x="674561" y="925925"/>
                  </a:lnTo>
                  <a:lnTo>
                    <a:pt x="675418" y="925544"/>
                  </a:lnTo>
                  <a:lnTo>
                    <a:pt x="676466" y="925640"/>
                  </a:lnTo>
                  <a:lnTo>
                    <a:pt x="677704" y="926116"/>
                  </a:lnTo>
                  <a:lnTo>
                    <a:pt x="681514" y="928211"/>
                  </a:lnTo>
                  <a:lnTo>
                    <a:pt x="683800" y="928973"/>
                  </a:lnTo>
                  <a:lnTo>
                    <a:pt x="686181" y="929164"/>
                  </a:lnTo>
                  <a:lnTo>
                    <a:pt x="688372" y="928878"/>
                  </a:lnTo>
                  <a:lnTo>
                    <a:pt x="689324" y="928688"/>
                  </a:lnTo>
                  <a:lnTo>
                    <a:pt x="690182" y="928402"/>
                  </a:lnTo>
                  <a:lnTo>
                    <a:pt x="690848" y="928021"/>
                  </a:lnTo>
                  <a:lnTo>
                    <a:pt x="691610" y="927449"/>
                  </a:lnTo>
                  <a:lnTo>
                    <a:pt x="693706" y="925163"/>
                  </a:lnTo>
                  <a:lnTo>
                    <a:pt x="693992" y="925068"/>
                  </a:lnTo>
                  <a:lnTo>
                    <a:pt x="694563" y="924687"/>
                  </a:lnTo>
                  <a:lnTo>
                    <a:pt x="695230" y="924306"/>
                  </a:lnTo>
                  <a:lnTo>
                    <a:pt x="696944" y="923068"/>
                  </a:lnTo>
                  <a:lnTo>
                    <a:pt x="697802" y="922687"/>
                  </a:lnTo>
                  <a:lnTo>
                    <a:pt x="698849" y="922687"/>
                  </a:lnTo>
                  <a:lnTo>
                    <a:pt x="699516" y="922877"/>
                  </a:lnTo>
                  <a:lnTo>
                    <a:pt x="700278" y="923735"/>
                  </a:lnTo>
                  <a:lnTo>
                    <a:pt x="701993" y="925449"/>
                  </a:lnTo>
                  <a:lnTo>
                    <a:pt x="703326" y="927735"/>
                  </a:lnTo>
                  <a:lnTo>
                    <a:pt x="704374" y="929831"/>
                  </a:lnTo>
                  <a:lnTo>
                    <a:pt x="705898" y="934593"/>
                  </a:lnTo>
                  <a:lnTo>
                    <a:pt x="707231" y="941070"/>
                  </a:lnTo>
                  <a:lnTo>
                    <a:pt x="707993" y="941546"/>
                  </a:lnTo>
                  <a:lnTo>
                    <a:pt x="709327" y="941832"/>
                  </a:lnTo>
                  <a:lnTo>
                    <a:pt x="714756" y="941832"/>
                  </a:lnTo>
                  <a:lnTo>
                    <a:pt x="715613" y="941642"/>
                  </a:lnTo>
                  <a:lnTo>
                    <a:pt x="715994" y="941356"/>
                  </a:lnTo>
                  <a:lnTo>
                    <a:pt x="716852" y="940403"/>
                  </a:lnTo>
                  <a:lnTo>
                    <a:pt x="717328" y="939927"/>
                  </a:lnTo>
                  <a:lnTo>
                    <a:pt x="717899" y="939641"/>
                  </a:lnTo>
                  <a:lnTo>
                    <a:pt x="718471" y="939451"/>
                  </a:lnTo>
                  <a:lnTo>
                    <a:pt x="720376" y="939356"/>
                  </a:lnTo>
                  <a:lnTo>
                    <a:pt x="721328" y="936498"/>
                  </a:lnTo>
                  <a:lnTo>
                    <a:pt x="721233" y="933355"/>
                  </a:lnTo>
                  <a:lnTo>
                    <a:pt x="721424" y="932593"/>
                  </a:lnTo>
                  <a:lnTo>
                    <a:pt x="721805" y="932212"/>
                  </a:lnTo>
                  <a:lnTo>
                    <a:pt x="722471" y="932212"/>
                  </a:lnTo>
                  <a:lnTo>
                    <a:pt x="723043" y="932402"/>
                  </a:lnTo>
                  <a:lnTo>
                    <a:pt x="723614" y="932783"/>
                  </a:lnTo>
                  <a:lnTo>
                    <a:pt x="725138" y="934022"/>
                  </a:lnTo>
                  <a:lnTo>
                    <a:pt x="725805" y="934117"/>
                  </a:lnTo>
                  <a:lnTo>
                    <a:pt x="726281" y="935260"/>
                  </a:lnTo>
                  <a:lnTo>
                    <a:pt x="728853" y="937832"/>
                  </a:lnTo>
                  <a:lnTo>
                    <a:pt x="729615" y="939737"/>
                  </a:lnTo>
                  <a:lnTo>
                    <a:pt x="729425" y="940594"/>
                  </a:lnTo>
                  <a:lnTo>
                    <a:pt x="729139" y="941546"/>
                  </a:lnTo>
                  <a:lnTo>
                    <a:pt x="729044" y="942499"/>
                  </a:lnTo>
                  <a:lnTo>
                    <a:pt x="729329" y="943356"/>
                  </a:lnTo>
                  <a:lnTo>
                    <a:pt x="731139" y="945547"/>
                  </a:lnTo>
                  <a:lnTo>
                    <a:pt x="731425" y="946214"/>
                  </a:lnTo>
                  <a:lnTo>
                    <a:pt x="731901" y="947547"/>
                  </a:lnTo>
                  <a:lnTo>
                    <a:pt x="732092" y="948595"/>
                  </a:lnTo>
                  <a:lnTo>
                    <a:pt x="732187" y="949738"/>
                  </a:lnTo>
                  <a:lnTo>
                    <a:pt x="731996" y="951167"/>
                  </a:lnTo>
                  <a:lnTo>
                    <a:pt x="731711" y="952214"/>
                  </a:lnTo>
                  <a:lnTo>
                    <a:pt x="731330" y="952976"/>
                  </a:lnTo>
                  <a:lnTo>
                    <a:pt x="730568" y="954310"/>
                  </a:lnTo>
                  <a:lnTo>
                    <a:pt x="729329" y="958596"/>
                  </a:lnTo>
                  <a:lnTo>
                    <a:pt x="728567" y="959930"/>
                  </a:lnTo>
                  <a:lnTo>
                    <a:pt x="728091" y="960692"/>
                  </a:lnTo>
                  <a:lnTo>
                    <a:pt x="727520" y="961168"/>
                  </a:lnTo>
                  <a:lnTo>
                    <a:pt x="726472" y="961835"/>
                  </a:lnTo>
                  <a:lnTo>
                    <a:pt x="725615" y="962787"/>
                  </a:lnTo>
                  <a:lnTo>
                    <a:pt x="724757" y="964216"/>
                  </a:lnTo>
                  <a:lnTo>
                    <a:pt x="724091" y="966216"/>
                  </a:lnTo>
                  <a:lnTo>
                    <a:pt x="724186" y="967550"/>
                  </a:lnTo>
                  <a:lnTo>
                    <a:pt x="724662" y="968597"/>
                  </a:lnTo>
                  <a:lnTo>
                    <a:pt x="725138" y="969455"/>
                  </a:lnTo>
                  <a:lnTo>
                    <a:pt x="725805" y="970312"/>
                  </a:lnTo>
                  <a:lnTo>
                    <a:pt x="726662" y="972312"/>
                  </a:lnTo>
                  <a:lnTo>
                    <a:pt x="726853" y="973646"/>
                  </a:lnTo>
                  <a:lnTo>
                    <a:pt x="726853" y="975265"/>
                  </a:lnTo>
                  <a:lnTo>
                    <a:pt x="726662" y="976217"/>
                  </a:lnTo>
                  <a:lnTo>
                    <a:pt x="726472" y="977170"/>
                  </a:lnTo>
                  <a:lnTo>
                    <a:pt x="726377" y="978218"/>
                  </a:lnTo>
                  <a:lnTo>
                    <a:pt x="726662" y="978408"/>
                  </a:lnTo>
                  <a:lnTo>
                    <a:pt x="727234" y="978122"/>
                  </a:lnTo>
                  <a:lnTo>
                    <a:pt x="730282" y="975836"/>
                  </a:lnTo>
                  <a:lnTo>
                    <a:pt x="735616" y="970598"/>
                  </a:lnTo>
                  <a:lnTo>
                    <a:pt x="737140" y="969550"/>
                  </a:lnTo>
                  <a:lnTo>
                    <a:pt x="737902" y="969169"/>
                  </a:lnTo>
                  <a:lnTo>
                    <a:pt x="738473" y="969074"/>
                  </a:lnTo>
                  <a:lnTo>
                    <a:pt x="740569" y="968788"/>
                  </a:lnTo>
                  <a:lnTo>
                    <a:pt x="744284" y="969359"/>
                  </a:lnTo>
                  <a:lnTo>
                    <a:pt x="745236" y="969264"/>
                  </a:lnTo>
                  <a:lnTo>
                    <a:pt x="746093" y="968693"/>
                  </a:lnTo>
                  <a:lnTo>
                    <a:pt x="747332" y="966597"/>
                  </a:lnTo>
                  <a:lnTo>
                    <a:pt x="748570" y="962787"/>
                  </a:lnTo>
                  <a:lnTo>
                    <a:pt x="749141" y="961739"/>
                  </a:lnTo>
                  <a:lnTo>
                    <a:pt x="749808" y="960977"/>
                  </a:lnTo>
                  <a:lnTo>
                    <a:pt x="750665" y="960406"/>
                  </a:lnTo>
                  <a:lnTo>
                    <a:pt x="751713" y="960025"/>
                  </a:lnTo>
                  <a:lnTo>
                    <a:pt x="756476" y="959072"/>
                  </a:lnTo>
                  <a:lnTo>
                    <a:pt x="757238" y="958596"/>
                  </a:lnTo>
                  <a:lnTo>
                    <a:pt x="758000" y="958025"/>
                  </a:lnTo>
                  <a:lnTo>
                    <a:pt x="758666" y="957263"/>
                  </a:lnTo>
                  <a:lnTo>
                    <a:pt x="760381" y="953929"/>
                  </a:lnTo>
                  <a:lnTo>
                    <a:pt x="761238" y="953167"/>
                  </a:lnTo>
                  <a:lnTo>
                    <a:pt x="762572" y="952500"/>
                  </a:lnTo>
                  <a:lnTo>
                    <a:pt x="766191" y="951833"/>
                  </a:lnTo>
                  <a:lnTo>
                    <a:pt x="766286" y="951452"/>
                  </a:lnTo>
                  <a:lnTo>
                    <a:pt x="767048" y="951357"/>
                  </a:lnTo>
                  <a:lnTo>
                    <a:pt x="768191" y="950976"/>
                  </a:lnTo>
                  <a:lnTo>
                    <a:pt x="769049" y="950881"/>
                  </a:lnTo>
                  <a:lnTo>
                    <a:pt x="773335" y="947166"/>
                  </a:lnTo>
                  <a:lnTo>
                    <a:pt x="775049" y="946309"/>
                  </a:lnTo>
                  <a:lnTo>
                    <a:pt x="774859" y="945928"/>
                  </a:lnTo>
                  <a:lnTo>
                    <a:pt x="774478" y="944975"/>
                  </a:lnTo>
                  <a:lnTo>
                    <a:pt x="775526" y="945071"/>
                  </a:lnTo>
                  <a:lnTo>
                    <a:pt x="775811" y="945261"/>
                  </a:lnTo>
                  <a:lnTo>
                    <a:pt x="776192" y="945547"/>
                  </a:lnTo>
                  <a:lnTo>
                    <a:pt x="776669" y="945547"/>
                  </a:lnTo>
                  <a:lnTo>
                    <a:pt x="775335" y="943547"/>
                  </a:lnTo>
                  <a:lnTo>
                    <a:pt x="774859" y="942404"/>
                  </a:lnTo>
                  <a:lnTo>
                    <a:pt x="774478" y="940975"/>
                  </a:lnTo>
                  <a:lnTo>
                    <a:pt x="774383" y="940022"/>
                  </a:lnTo>
                  <a:lnTo>
                    <a:pt x="774383" y="938879"/>
                  </a:lnTo>
                  <a:lnTo>
                    <a:pt x="774954" y="938308"/>
                  </a:lnTo>
                  <a:lnTo>
                    <a:pt x="776192" y="939070"/>
                  </a:lnTo>
                  <a:lnTo>
                    <a:pt x="776669" y="938403"/>
                  </a:lnTo>
                  <a:lnTo>
                    <a:pt x="772001" y="934974"/>
                  </a:lnTo>
                  <a:lnTo>
                    <a:pt x="771239" y="934784"/>
                  </a:lnTo>
                  <a:lnTo>
                    <a:pt x="770382" y="933260"/>
                  </a:lnTo>
                  <a:lnTo>
                    <a:pt x="766572" y="931831"/>
                  </a:lnTo>
                  <a:lnTo>
                    <a:pt x="765715" y="930212"/>
                  </a:lnTo>
                  <a:lnTo>
                    <a:pt x="765524" y="929640"/>
                  </a:lnTo>
                  <a:lnTo>
                    <a:pt x="764381" y="928307"/>
                  </a:lnTo>
                  <a:lnTo>
                    <a:pt x="764096" y="927640"/>
                  </a:lnTo>
                  <a:lnTo>
                    <a:pt x="764286" y="925449"/>
                  </a:lnTo>
                  <a:lnTo>
                    <a:pt x="764667" y="923354"/>
                  </a:lnTo>
                  <a:lnTo>
                    <a:pt x="765048" y="922211"/>
                  </a:lnTo>
                  <a:lnTo>
                    <a:pt x="765524" y="921449"/>
                  </a:lnTo>
                  <a:lnTo>
                    <a:pt x="765620" y="920687"/>
                  </a:lnTo>
                  <a:lnTo>
                    <a:pt x="764953" y="919734"/>
                  </a:lnTo>
                  <a:lnTo>
                    <a:pt x="764381" y="919829"/>
                  </a:lnTo>
                  <a:lnTo>
                    <a:pt x="763524" y="920591"/>
                  </a:lnTo>
                  <a:lnTo>
                    <a:pt x="762572" y="921163"/>
                  </a:lnTo>
                  <a:lnTo>
                    <a:pt x="761429" y="920782"/>
                  </a:lnTo>
                  <a:lnTo>
                    <a:pt x="762000" y="919829"/>
                  </a:lnTo>
                  <a:lnTo>
                    <a:pt x="762667" y="919353"/>
                  </a:lnTo>
                  <a:lnTo>
                    <a:pt x="763334" y="918877"/>
                  </a:lnTo>
                  <a:lnTo>
                    <a:pt x="764096" y="918210"/>
                  </a:lnTo>
                  <a:lnTo>
                    <a:pt x="763334" y="916686"/>
                  </a:lnTo>
                  <a:lnTo>
                    <a:pt x="762095" y="915448"/>
                  </a:lnTo>
                  <a:lnTo>
                    <a:pt x="760571" y="914495"/>
                  </a:lnTo>
                  <a:lnTo>
                    <a:pt x="758952" y="914210"/>
                  </a:lnTo>
                  <a:lnTo>
                    <a:pt x="757904" y="913829"/>
                  </a:lnTo>
                  <a:lnTo>
                    <a:pt x="757619" y="912876"/>
                  </a:lnTo>
                  <a:lnTo>
                    <a:pt x="758000" y="912019"/>
                  </a:lnTo>
                  <a:lnTo>
                    <a:pt x="758952" y="911638"/>
                  </a:lnTo>
                  <a:lnTo>
                    <a:pt x="759238" y="911066"/>
                  </a:lnTo>
                  <a:lnTo>
                    <a:pt x="758762" y="909923"/>
                  </a:lnTo>
                  <a:lnTo>
                    <a:pt x="753713" y="902113"/>
                  </a:lnTo>
                  <a:lnTo>
                    <a:pt x="751808" y="900017"/>
                  </a:lnTo>
                  <a:lnTo>
                    <a:pt x="752189" y="899636"/>
                  </a:lnTo>
                  <a:lnTo>
                    <a:pt x="754380" y="898208"/>
                  </a:lnTo>
                  <a:lnTo>
                    <a:pt x="758000" y="896779"/>
                  </a:lnTo>
                  <a:lnTo>
                    <a:pt x="758762" y="896684"/>
                  </a:lnTo>
                  <a:lnTo>
                    <a:pt x="759714" y="896207"/>
                  </a:lnTo>
                  <a:lnTo>
                    <a:pt x="760381" y="896017"/>
                  </a:lnTo>
                  <a:lnTo>
                    <a:pt x="761048" y="896017"/>
                  </a:lnTo>
                  <a:lnTo>
                    <a:pt x="761524" y="896017"/>
                  </a:lnTo>
                  <a:lnTo>
                    <a:pt x="762191" y="896017"/>
                  </a:lnTo>
                  <a:lnTo>
                    <a:pt x="763238" y="895541"/>
                  </a:lnTo>
                  <a:lnTo>
                    <a:pt x="763715" y="895636"/>
                  </a:lnTo>
                  <a:lnTo>
                    <a:pt x="763905" y="895922"/>
                  </a:lnTo>
                  <a:lnTo>
                    <a:pt x="764286" y="896874"/>
                  </a:lnTo>
                  <a:lnTo>
                    <a:pt x="764667" y="896969"/>
                  </a:lnTo>
                  <a:lnTo>
                    <a:pt x="765048" y="896969"/>
                  </a:lnTo>
                  <a:lnTo>
                    <a:pt x="765429" y="896969"/>
                  </a:lnTo>
                  <a:lnTo>
                    <a:pt x="766286" y="897255"/>
                  </a:lnTo>
                  <a:lnTo>
                    <a:pt x="766953" y="897160"/>
                  </a:lnTo>
                  <a:lnTo>
                    <a:pt x="767906" y="896684"/>
                  </a:lnTo>
                  <a:lnTo>
                    <a:pt x="769430" y="895731"/>
                  </a:lnTo>
                  <a:lnTo>
                    <a:pt x="770573" y="894493"/>
                  </a:lnTo>
                  <a:lnTo>
                    <a:pt x="772192" y="890588"/>
                  </a:lnTo>
                  <a:lnTo>
                    <a:pt x="773335" y="888683"/>
                  </a:lnTo>
                  <a:lnTo>
                    <a:pt x="774764" y="887730"/>
                  </a:lnTo>
                  <a:lnTo>
                    <a:pt x="776288" y="887254"/>
                  </a:lnTo>
                  <a:lnTo>
                    <a:pt x="787527" y="886397"/>
                  </a:lnTo>
                  <a:lnTo>
                    <a:pt x="788956" y="885920"/>
                  </a:lnTo>
                  <a:lnTo>
                    <a:pt x="789432" y="885254"/>
                  </a:lnTo>
                  <a:lnTo>
                    <a:pt x="789337" y="884492"/>
                  </a:lnTo>
                  <a:lnTo>
                    <a:pt x="788956" y="883825"/>
                  </a:lnTo>
                  <a:lnTo>
                    <a:pt x="788480" y="883444"/>
                  </a:lnTo>
                  <a:lnTo>
                    <a:pt x="787813" y="883158"/>
                  </a:lnTo>
                  <a:lnTo>
                    <a:pt x="785527" y="882491"/>
                  </a:lnTo>
                  <a:lnTo>
                    <a:pt x="784574" y="881825"/>
                  </a:lnTo>
                  <a:lnTo>
                    <a:pt x="784098" y="880967"/>
                  </a:lnTo>
                  <a:lnTo>
                    <a:pt x="784479" y="879729"/>
                  </a:lnTo>
                  <a:lnTo>
                    <a:pt x="785146" y="878967"/>
                  </a:lnTo>
                  <a:lnTo>
                    <a:pt x="785908" y="878491"/>
                  </a:lnTo>
                  <a:lnTo>
                    <a:pt x="791051" y="876110"/>
                  </a:lnTo>
                  <a:lnTo>
                    <a:pt x="794766" y="873824"/>
                  </a:lnTo>
                  <a:lnTo>
                    <a:pt x="796100" y="872490"/>
                  </a:lnTo>
                  <a:lnTo>
                    <a:pt x="798100" y="869537"/>
                  </a:lnTo>
                  <a:lnTo>
                    <a:pt x="799243" y="868585"/>
                  </a:lnTo>
                  <a:lnTo>
                    <a:pt x="800672" y="868013"/>
                  </a:lnTo>
                  <a:lnTo>
                    <a:pt x="802196" y="867728"/>
                  </a:lnTo>
                  <a:lnTo>
                    <a:pt x="803434" y="867728"/>
                  </a:lnTo>
                  <a:lnTo>
                    <a:pt x="806387" y="867061"/>
                  </a:lnTo>
                  <a:lnTo>
                    <a:pt x="809244" y="865727"/>
                  </a:lnTo>
                  <a:lnTo>
                    <a:pt x="811054" y="865632"/>
                  </a:lnTo>
                  <a:lnTo>
                    <a:pt x="812578" y="866013"/>
                  </a:lnTo>
                  <a:lnTo>
                    <a:pt x="813626" y="867061"/>
                  </a:lnTo>
                  <a:lnTo>
                    <a:pt x="814483" y="868299"/>
                  </a:lnTo>
                  <a:lnTo>
                    <a:pt x="815721" y="870490"/>
                  </a:lnTo>
                  <a:lnTo>
                    <a:pt x="818102" y="873824"/>
                  </a:lnTo>
                  <a:lnTo>
                    <a:pt x="818864" y="874586"/>
                  </a:lnTo>
                  <a:lnTo>
                    <a:pt x="820007" y="875443"/>
                  </a:lnTo>
                  <a:lnTo>
                    <a:pt x="821436" y="876205"/>
                  </a:lnTo>
                  <a:lnTo>
                    <a:pt x="827723" y="878205"/>
                  </a:lnTo>
                  <a:lnTo>
                    <a:pt x="828675" y="879062"/>
                  </a:lnTo>
                  <a:lnTo>
                    <a:pt x="829342" y="880301"/>
                  </a:lnTo>
                  <a:lnTo>
                    <a:pt x="829818" y="881729"/>
                  </a:lnTo>
                  <a:lnTo>
                    <a:pt x="830294" y="884015"/>
                  </a:lnTo>
                  <a:lnTo>
                    <a:pt x="830390" y="886397"/>
                  </a:lnTo>
                  <a:lnTo>
                    <a:pt x="830294" y="889730"/>
                  </a:lnTo>
                  <a:lnTo>
                    <a:pt x="830009" y="892683"/>
                  </a:lnTo>
                  <a:lnTo>
                    <a:pt x="829628" y="894493"/>
                  </a:lnTo>
                  <a:lnTo>
                    <a:pt x="829437" y="896398"/>
                  </a:lnTo>
                  <a:lnTo>
                    <a:pt x="829437" y="898112"/>
                  </a:lnTo>
                  <a:lnTo>
                    <a:pt x="829628" y="899827"/>
                  </a:lnTo>
                  <a:lnTo>
                    <a:pt x="829818" y="901065"/>
                  </a:lnTo>
                  <a:lnTo>
                    <a:pt x="830199" y="901922"/>
                  </a:lnTo>
                  <a:lnTo>
                    <a:pt x="832676" y="904018"/>
                  </a:lnTo>
                  <a:lnTo>
                    <a:pt x="833247" y="904685"/>
                  </a:lnTo>
                  <a:lnTo>
                    <a:pt x="833533" y="905542"/>
                  </a:lnTo>
                  <a:lnTo>
                    <a:pt x="833628" y="906780"/>
                  </a:lnTo>
                  <a:lnTo>
                    <a:pt x="833438" y="908209"/>
                  </a:lnTo>
                  <a:lnTo>
                    <a:pt x="832866" y="910400"/>
                  </a:lnTo>
                  <a:lnTo>
                    <a:pt x="832771" y="911447"/>
                  </a:lnTo>
                  <a:lnTo>
                    <a:pt x="833152" y="912400"/>
                  </a:lnTo>
                  <a:lnTo>
                    <a:pt x="833723" y="913257"/>
                  </a:lnTo>
                  <a:lnTo>
                    <a:pt x="834390" y="913829"/>
                  </a:lnTo>
                  <a:lnTo>
                    <a:pt x="836390" y="915162"/>
                  </a:lnTo>
                  <a:lnTo>
                    <a:pt x="839819" y="916877"/>
                  </a:lnTo>
                  <a:lnTo>
                    <a:pt x="841820" y="917448"/>
                  </a:lnTo>
                  <a:lnTo>
                    <a:pt x="846106" y="917829"/>
                  </a:lnTo>
                  <a:lnTo>
                    <a:pt x="849249" y="917639"/>
                  </a:lnTo>
                  <a:lnTo>
                    <a:pt x="851249" y="917162"/>
                  </a:lnTo>
                  <a:lnTo>
                    <a:pt x="852964" y="916496"/>
                  </a:lnTo>
                  <a:lnTo>
                    <a:pt x="859536" y="912590"/>
                  </a:lnTo>
                  <a:lnTo>
                    <a:pt x="861346" y="911924"/>
                  </a:lnTo>
                  <a:lnTo>
                    <a:pt x="862298" y="912114"/>
                  </a:lnTo>
                  <a:lnTo>
                    <a:pt x="862775" y="912876"/>
                  </a:lnTo>
                  <a:lnTo>
                    <a:pt x="862584" y="914114"/>
                  </a:lnTo>
                  <a:lnTo>
                    <a:pt x="862108" y="915448"/>
                  </a:lnTo>
                  <a:lnTo>
                    <a:pt x="860203" y="919353"/>
                  </a:lnTo>
                  <a:lnTo>
                    <a:pt x="859727" y="920687"/>
                  </a:lnTo>
                  <a:lnTo>
                    <a:pt x="859822" y="921830"/>
                  </a:lnTo>
                  <a:lnTo>
                    <a:pt x="860584" y="922496"/>
                  </a:lnTo>
                  <a:lnTo>
                    <a:pt x="862298" y="923068"/>
                  </a:lnTo>
                  <a:lnTo>
                    <a:pt x="867918" y="921830"/>
                  </a:lnTo>
                  <a:lnTo>
                    <a:pt x="869537" y="921830"/>
                  </a:lnTo>
                  <a:lnTo>
                    <a:pt x="870776" y="922115"/>
                  </a:lnTo>
                  <a:lnTo>
                    <a:pt x="871442" y="922496"/>
                  </a:lnTo>
                  <a:lnTo>
                    <a:pt x="872681" y="923449"/>
                  </a:lnTo>
                  <a:lnTo>
                    <a:pt x="873538" y="923925"/>
                  </a:lnTo>
                  <a:lnTo>
                    <a:pt x="877634" y="925449"/>
                  </a:lnTo>
                  <a:lnTo>
                    <a:pt x="879253" y="925830"/>
                  </a:lnTo>
                  <a:lnTo>
                    <a:pt x="882301" y="925925"/>
                  </a:lnTo>
                  <a:lnTo>
                    <a:pt x="891254" y="924782"/>
                  </a:lnTo>
                  <a:lnTo>
                    <a:pt x="905447" y="926116"/>
                  </a:lnTo>
                  <a:lnTo>
                    <a:pt x="907256" y="926783"/>
                  </a:lnTo>
                  <a:lnTo>
                    <a:pt x="908495" y="927735"/>
                  </a:lnTo>
                  <a:lnTo>
                    <a:pt x="909542" y="928878"/>
                  </a:lnTo>
                  <a:lnTo>
                    <a:pt x="910495" y="930402"/>
                  </a:lnTo>
                  <a:lnTo>
                    <a:pt x="911162" y="931926"/>
                  </a:lnTo>
                  <a:lnTo>
                    <a:pt x="911733" y="933545"/>
                  </a:lnTo>
                  <a:lnTo>
                    <a:pt x="911924" y="936403"/>
                  </a:lnTo>
                  <a:lnTo>
                    <a:pt x="911638" y="938022"/>
                  </a:lnTo>
                  <a:lnTo>
                    <a:pt x="911162" y="939165"/>
                  </a:lnTo>
                  <a:lnTo>
                    <a:pt x="911066" y="940118"/>
                  </a:lnTo>
                  <a:lnTo>
                    <a:pt x="911257" y="941451"/>
                  </a:lnTo>
                  <a:lnTo>
                    <a:pt x="911924" y="943166"/>
                  </a:lnTo>
                  <a:lnTo>
                    <a:pt x="916114" y="949643"/>
                  </a:lnTo>
                  <a:lnTo>
                    <a:pt x="917924" y="950786"/>
                  </a:lnTo>
                  <a:lnTo>
                    <a:pt x="918591" y="951452"/>
                  </a:lnTo>
                  <a:lnTo>
                    <a:pt x="920591" y="954310"/>
                  </a:lnTo>
                  <a:lnTo>
                    <a:pt x="921449" y="955262"/>
                  </a:lnTo>
                  <a:lnTo>
                    <a:pt x="922496" y="955929"/>
                  </a:lnTo>
                  <a:lnTo>
                    <a:pt x="923544" y="956501"/>
                  </a:lnTo>
                  <a:lnTo>
                    <a:pt x="926592" y="957263"/>
                  </a:lnTo>
                  <a:lnTo>
                    <a:pt x="927354" y="957548"/>
                  </a:lnTo>
                  <a:lnTo>
                    <a:pt x="927926" y="958120"/>
                  </a:lnTo>
                  <a:lnTo>
                    <a:pt x="928592" y="958787"/>
                  </a:lnTo>
                  <a:lnTo>
                    <a:pt x="928878" y="959358"/>
                  </a:lnTo>
                  <a:lnTo>
                    <a:pt x="928783" y="960025"/>
                  </a:lnTo>
                  <a:lnTo>
                    <a:pt x="928116" y="960692"/>
                  </a:lnTo>
                  <a:lnTo>
                    <a:pt x="927354" y="960882"/>
                  </a:lnTo>
                  <a:lnTo>
                    <a:pt x="924687" y="960787"/>
                  </a:lnTo>
                  <a:lnTo>
                    <a:pt x="923258" y="960882"/>
                  </a:lnTo>
                  <a:lnTo>
                    <a:pt x="922592" y="961073"/>
                  </a:lnTo>
                  <a:lnTo>
                    <a:pt x="922020" y="961358"/>
                  </a:lnTo>
                  <a:lnTo>
                    <a:pt x="921353" y="961739"/>
                  </a:lnTo>
                  <a:lnTo>
                    <a:pt x="920877" y="962311"/>
                  </a:lnTo>
                  <a:lnTo>
                    <a:pt x="920591" y="962978"/>
                  </a:lnTo>
                  <a:lnTo>
                    <a:pt x="920401" y="963930"/>
                  </a:lnTo>
                  <a:lnTo>
                    <a:pt x="920782" y="967359"/>
                  </a:lnTo>
                  <a:lnTo>
                    <a:pt x="921163" y="969550"/>
                  </a:lnTo>
                  <a:lnTo>
                    <a:pt x="921734" y="971455"/>
                  </a:lnTo>
                  <a:lnTo>
                    <a:pt x="923258" y="974884"/>
                  </a:lnTo>
                  <a:lnTo>
                    <a:pt x="924211" y="976503"/>
                  </a:lnTo>
                  <a:lnTo>
                    <a:pt x="930402" y="983837"/>
                  </a:lnTo>
                  <a:lnTo>
                    <a:pt x="930878" y="984599"/>
                  </a:lnTo>
                  <a:lnTo>
                    <a:pt x="931164" y="985552"/>
                  </a:lnTo>
                  <a:lnTo>
                    <a:pt x="931259" y="986504"/>
                  </a:lnTo>
                  <a:lnTo>
                    <a:pt x="931069" y="987647"/>
                  </a:lnTo>
                  <a:lnTo>
                    <a:pt x="930688" y="989457"/>
                  </a:lnTo>
                  <a:lnTo>
                    <a:pt x="929545" y="992124"/>
                  </a:lnTo>
                  <a:lnTo>
                    <a:pt x="928973" y="993077"/>
                  </a:lnTo>
                  <a:lnTo>
                    <a:pt x="928211" y="993743"/>
                  </a:lnTo>
                  <a:lnTo>
                    <a:pt x="925163" y="993839"/>
                  </a:lnTo>
                  <a:lnTo>
                    <a:pt x="923639" y="994315"/>
                  </a:lnTo>
                  <a:lnTo>
                    <a:pt x="922401" y="995458"/>
                  </a:lnTo>
                  <a:lnTo>
                    <a:pt x="921258" y="997077"/>
                  </a:lnTo>
                  <a:lnTo>
                    <a:pt x="920115" y="1000982"/>
                  </a:lnTo>
                  <a:lnTo>
                    <a:pt x="920210" y="1002411"/>
                  </a:lnTo>
                  <a:lnTo>
                    <a:pt x="920591" y="1003364"/>
                  </a:lnTo>
                  <a:lnTo>
                    <a:pt x="921068" y="1004221"/>
                  </a:lnTo>
                  <a:lnTo>
                    <a:pt x="921925" y="1005173"/>
                  </a:lnTo>
                  <a:lnTo>
                    <a:pt x="922972" y="1005935"/>
                  </a:lnTo>
                  <a:lnTo>
                    <a:pt x="925354" y="1006888"/>
                  </a:lnTo>
                  <a:lnTo>
                    <a:pt x="930402" y="1007840"/>
                  </a:lnTo>
                  <a:lnTo>
                    <a:pt x="931450" y="1008602"/>
                  </a:lnTo>
                  <a:lnTo>
                    <a:pt x="932212" y="1009364"/>
                  </a:lnTo>
                  <a:lnTo>
                    <a:pt x="936688" y="1014508"/>
                  </a:lnTo>
                  <a:lnTo>
                    <a:pt x="942594" y="1019366"/>
                  </a:lnTo>
                  <a:lnTo>
                    <a:pt x="944785" y="1020509"/>
                  </a:lnTo>
                  <a:lnTo>
                    <a:pt x="947642" y="1021556"/>
                  </a:lnTo>
                  <a:lnTo>
                    <a:pt x="949643" y="1022223"/>
                  </a:lnTo>
                  <a:lnTo>
                    <a:pt x="954310" y="1023080"/>
                  </a:lnTo>
                  <a:lnTo>
                    <a:pt x="958882" y="1023557"/>
                  </a:lnTo>
                  <a:lnTo>
                    <a:pt x="963073" y="1023366"/>
                  </a:lnTo>
                  <a:lnTo>
                    <a:pt x="964121" y="1023557"/>
                  </a:lnTo>
                  <a:lnTo>
                    <a:pt x="965263" y="1023938"/>
                  </a:lnTo>
                  <a:lnTo>
                    <a:pt x="968883" y="1026128"/>
                  </a:lnTo>
                  <a:lnTo>
                    <a:pt x="969836" y="1026509"/>
                  </a:lnTo>
                  <a:lnTo>
                    <a:pt x="971264" y="1026700"/>
                  </a:lnTo>
                  <a:lnTo>
                    <a:pt x="972979" y="1026414"/>
                  </a:lnTo>
                  <a:lnTo>
                    <a:pt x="980504" y="1024033"/>
                  </a:lnTo>
                  <a:lnTo>
                    <a:pt x="981742" y="1024128"/>
                  </a:lnTo>
                  <a:lnTo>
                    <a:pt x="982599" y="1024509"/>
                  </a:lnTo>
                  <a:lnTo>
                    <a:pt x="983075" y="1025081"/>
                  </a:lnTo>
                  <a:lnTo>
                    <a:pt x="983647" y="1026414"/>
                  </a:lnTo>
                  <a:lnTo>
                    <a:pt x="984218" y="1026986"/>
                  </a:lnTo>
                  <a:lnTo>
                    <a:pt x="984980" y="1027652"/>
                  </a:lnTo>
                  <a:lnTo>
                    <a:pt x="985933" y="1028129"/>
                  </a:lnTo>
                  <a:lnTo>
                    <a:pt x="986980" y="1028224"/>
                  </a:lnTo>
                  <a:lnTo>
                    <a:pt x="988314" y="1027843"/>
                  </a:lnTo>
                  <a:lnTo>
                    <a:pt x="989647" y="1026890"/>
                  </a:lnTo>
                  <a:lnTo>
                    <a:pt x="991076" y="1025081"/>
                  </a:lnTo>
                  <a:lnTo>
                    <a:pt x="992600" y="1022509"/>
                  </a:lnTo>
                  <a:lnTo>
                    <a:pt x="993458" y="1021842"/>
                  </a:lnTo>
                  <a:lnTo>
                    <a:pt x="994220" y="1021652"/>
                  </a:lnTo>
                  <a:lnTo>
                    <a:pt x="994982" y="1021652"/>
                  </a:lnTo>
                  <a:lnTo>
                    <a:pt x="995553" y="1022033"/>
                  </a:lnTo>
                  <a:lnTo>
                    <a:pt x="997458" y="1023271"/>
                  </a:lnTo>
                  <a:lnTo>
                    <a:pt x="998601" y="1023747"/>
                  </a:lnTo>
                  <a:lnTo>
                    <a:pt x="999554" y="1023747"/>
                  </a:lnTo>
                  <a:lnTo>
                    <a:pt x="1001078" y="1022890"/>
                  </a:lnTo>
                  <a:lnTo>
                    <a:pt x="1002792" y="1021366"/>
                  </a:lnTo>
                  <a:lnTo>
                    <a:pt x="1005840" y="1018318"/>
                  </a:lnTo>
                  <a:lnTo>
                    <a:pt x="1007555" y="1016889"/>
                  </a:lnTo>
                  <a:lnTo>
                    <a:pt x="1008793" y="1016032"/>
                  </a:lnTo>
                  <a:lnTo>
                    <a:pt x="1011269" y="1015270"/>
                  </a:lnTo>
                  <a:lnTo>
                    <a:pt x="1012222" y="1014698"/>
                  </a:lnTo>
                  <a:lnTo>
                    <a:pt x="1012888" y="1013841"/>
                  </a:lnTo>
                  <a:lnTo>
                    <a:pt x="1013079" y="1012508"/>
                  </a:lnTo>
                  <a:lnTo>
                    <a:pt x="1012984" y="1011841"/>
                  </a:lnTo>
                  <a:lnTo>
                    <a:pt x="1012698" y="1011269"/>
                  </a:lnTo>
                  <a:lnTo>
                    <a:pt x="1008793" y="1006507"/>
                  </a:lnTo>
                  <a:lnTo>
                    <a:pt x="1008126" y="1005364"/>
                  </a:lnTo>
                  <a:lnTo>
                    <a:pt x="1007936" y="1004221"/>
                  </a:lnTo>
                  <a:lnTo>
                    <a:pt x="1008126" y="1003078"/>
                  </a:lnTo>
                  <a:lnTo>
                    <a:pt x="1008697" y="1001744"/>
                  </a:lnTo>
                  <a:lnTo>
                    <a:pt x="1009936" y="1000030"/>
                  </a:lnTo>
                  <a:lnTo>
                    <a:pt x="1010984" y="999077"/>
                  </a:lnTo>
                  <a:lnTo>
                    <a:pt x="1012412" y="998220"/>
                  </a:lnTo>
                  <a:lnTo>
                    <a:pt x="1013651" y="997649"/>
                  </a:lnTo>
                  <a:lnTo>
                    <a:pt x="1015079" y="997268"/>
                  </a:lnTo>
                  <a:lnTo>
                    <a:pt x="1016413" y="997172"/>
                  </a:lnTo>
                  <a:lnTo>
                    <a:pt x="1017270" y="997458"/>
                  </a:lnTo>
                  <a:lnTo>
                    <a:pt x="1017746" y="998601"/>
                  </a:lnTo>
                  <a:lnTo>
                    <a:pt x="1029081" y="1000697"/>
                  </a:lnTo>
                  <a:lnTo>
                    <a:pt x="1031272" y="1000506"/>
                  </a:lnTo>
                  <a:lnTo>
                    <a:pt x="1033748" y="999839"/>
                  </a:lnTo>
                  <a:lnTo>
                    <a:pt x="1036606" y="998601"/>
                  </a:lnTo>
                  <a:lnTo>
                    <a:pt x="1037654" y="997649"/>
                  </a:lnTo>
                  <a:lnTo>
                    <a:pt x="1040416" y="994791"/>
                  </a:lnTo>
                  <a:lnTo>
                    <a:pt x="1041940" y="993839"/>
                  </a:lnTo>
                  <a:lnTo>
                    <a:pt x="1043654" y="993172"/>
                  </a:lnTo>
                  <a:lnTo>
                    <a:pt x="1045559" y="993077"/>
                  </a:lnTo>
                  <a:lnTo>
                    <a:pt x="1046607" y="993267"/>
                  </a:lnTo>
                  <a:lnTo>
                    <a:pt x="1047464" y="993077"/>
                  </a:lnTo>
                  <a:lnTo>
                    <a:pt x="1048226" y="992600"/>
                  </a:lnTo>
                  <a:lnTo>
                    <a:pt x="1048798" y="991934"/>
                  </a:lnTo>
                  <a:lnTo>
                    <a:pt x="1049179" y="991172"/>
                  </a:lnTo>
                  <a:lnTo>
                    <a:pt x="1049464" y="990695"/>
                  </a:lnTo>
                  <a:lnTo>
                    <a:pt x="1049751" y="989743"/>
                  </a:lnTo>
                  <a:lnTo>
                    <a:pt x="1050322" y="988409"/>
                  </a:lnTo>
                  <a:lnTo>
                    <a:pt x="1050512" y="987647"/>
                  </a:lnTo>
                  <a:lnTo>
                    <a:pt x="1050703" y="986790"/>
                  </a:lnTo>
                  <a:lnTo>
                    <a:pt x="1050703" y="984314"/>
                  </a:lnTo>
                  <a:lnTo>
                    <a:pt x="1049655" y="975646"/>
                  </a:lnTo>
                  <a:lnTo>
                    <a:pt x="1049655" y="974693"/>
                  </a:lnTo>
                  <a:lnTo>
                    <a:pt x="1049941" y="973550"/>
                  </a:lnTo>
                  <a:lnTo>
                    <a:pt x="1050131" y="972693"/>
                  </a:lnTo>
                  <a:lnTo>
                    <a:pt x="1051751" y="969740"/>
                  </a:lnTo>
                  <a:lnTo>
                    <a:pt x="1051941" y="969074"/>
                  </a:lnTo>
                  <a:lnTo>
                    <a:pt x="1051846" y="968502"/>
                  </a:lnTo>
                  <a:lnTo>
                    <a:pt x="1051465" y="968026"/>
                  </a:lnTo>
                  <a:lnTo>
                    <a:pt x="1050893" y="967645"/>
                  </a:lnTo>
                  <a:lnTo>
                    <a:pt x="1049941" y="967169"/>
                  </a:lnTo>
                  <a:lnTo>
                    <a:pt x="1048893" y="966978"/>
                  </a:lnTo>
                  <a:lnTo>
                    <a:pt x="1046512" y="966978"/>
                  </a:lnTo>
                  <a:lnTo>
                    <a:pt x="1045369" y="966692"/>
                  </a:lnTo>
                  <a:lnTo>
                    <a:pt x="1037654" y="961835"/>
                  </a:lnTo>
                  <a:lnTo>
                    <a:pt x="1036701" y="960882"/>
                  </a:lnTo>
                  <a:lnTo>
                    <a:pt x="1036130" y="959834"/>
                  </a:lnTo>
                  <a:lnTo>
                    <a:pt x="1035749" y="958882"/>
                  </a:lnTo>
                  <a:lnTo>
                    <a:pt x="1035558" y="958310"/>
                  </a:lnTo>
                  <a:lnTo>
                    <a:pt x="1035463" y="957739"/>
                  </a:lnTo>
                  <a:lnTo>
                    <a:pt x="1035272" y="957358"/>
                  </a:lnTo>
                  <a:lnTo>
                    <a:pt x="1035082" y="956215"/>
                  </a:lnTo>
                  <a:lnTo>
                    <a:pt x="1035082" y="954977"/>
                  </a:lnTo>
                  <a:lnTo>
                    <a:pt x="1035082" y="954215"/>
                  </a:lnTo>
                  <a:lnTo>
                    <a:pt x="1035368" y="952881"/>
                  </a:lnTo>
                  <a:lnTo>
                    <a:pt x="1035749" y="952119"/>
                  </a:lnTo>
                  <a:lnTo>
                    <a:pt x="1036511" y="951643"/>
                  </a:lnTo>
                  <a:lnTo>
                    <a:pt x="1037082" y="951452"/>
                  </a:lnTo>
                  <a:lnTo>
                    <a:pt x="1039368" y="951452"/>
                  </a:lnTo>
                  <a:lnTo>
                    <a:pt x="1040702" y="951167"/>
                  </a:lnTo>
                  <a:lnTo>
                    <a:pt x="1041940" y="950119"/>
                  </a:lnTo>
                  <a:lnTo>
                    <a:pt x="1042702" y="948690"/>
                  </a:lnTo>
                  <a:lnTo>
                    <a:pt x="1044512" y="942499"/>
                  </a:lnTo>
                  <a:lnTo>
                    <a:pt x="1045178" y="941737"/>
                  </a:lnTo>
                  <a:lnTo>
                    <a:pt x="1046036" y="941261"/>
                  </a:lnTo>
                  <a:lnTo>
                    <a:pt x="1046988" y="940975"/>
                  </a:lnTo>
                  <a:lnTo>
                    <a:pt x="1047845" y="940499"/>
                  </a:lnTo>
                  <a:lnTo>
                    <a:pt x="1050227" y="938784"/>
                  </a:lnTo>
                  <a:lnTo>
                    <a:pt x="1051941" y="937927"/>
                  </a:lnTo>
                  <a:lnTo>
                    <a:pt x="1054037" y="937165"/>
                  </a:lnTo>
                  <a:lnTo>
                    <a:pt x="1054989" y="936593"/>
                  </a:lnTo>
                  <a:lnTo>
                    <a:pt x="1055942" y="935641"/>
                  </a:lnTo>
                  <a:lnTo>
                    <a:pt x="1056608" y="934593"/>
                  </a:lnTo>
                  <a:lnTo>
                    <a:pt x="1056894" y="933545"/>
                  </a:lnTo>
                  <a:lnTo>
                    <a:pt x="1057085" y="932498"/>
                  </a:lnTo>
                  <a:lnTo>
                    <a:pt x="1057275" y="931640"/>
                  </a:lnTo>
                  <a:lnTo>
                    <a:pt x="1057847" y="931355"/>
                  </a:lnTo>
                  <a:lnTo>
                    <a:pt x="1058323" y="931259"/>
                  </a:lnTo>
                  <a:lnTo>
                    <a:pt x="1063752" y="931069"/>
                  </a:lnTo>
                  <a:lnTo>
                    <a:pt x="1064705" y="931259"/>
                  </a:lnTo>
                  <a:lnTo>
                    <a:pt x="1065371" y="931831"/>
                  </a:lnTo>
                  <a:lnTo>
                    <a:pt x="1065848" y="932593"/>
                  </a:lnTo>
                  <a:lnTo>
                    <a:pt x="1066419" y="933926"/>
                  </a:lnTo>
                  <a:lnTo>
                    <a:pt x="1066800" y="934593"/>
                  </a:lnTo>
                  <a:lnTo>
                    <a:pt x="1067372" y="935165"/>
                  </a:lnTo>
                  <a:lnTo>
                    <a:pt x="1069181" y="936022"/>
                  </a:lnTo>
                  <a:lnTo>
                    <a:pt x="1070324" y="936212"/>
                  </a:lnTo>
                  <a:lnTo>
                    <a:pt x="1071468" y="936308"/>
                  </a:lnTo>
                  <a:lnTo>
                    <a:pt x="1077468" y="933641"/>
                  </a:lnTo>
                  <a:lnTo>
                    <a:pt x="1079754" y="932117"/>
                  </a:lnTo>
                  <a:lnTo>
                    <a:pt x="1081183" y="931545"/>
                  </a:lnTo>
                  <a:lnTo>
                    <a:pt x="1082421" y="931545"/>
                  </a:lnTo>
                  <a:lnTo>
                    <a:pt x="1083278" y="931831"/>
                  </a:lnTo>
                  <a:lnTo>
                    <a:pt x="1084326" y="932117"/>
                  </a:lnTo>
                  <a:lnTo>
                    <a:pt x="1085374" y="932021"/>
                  </a:lnTo>
                  <a:lnTo>
                    <a:pt x="1088231" y="931069"/>
                  </a:lnTo>
                  <a:lnTo>
                    <a:pt x="1089279" y="930878"/>
                  </a:lnTo>
                  <a:lnTo>
                    <a:pt x="1090327" y="931069"/>
                  </a:lnTo>
                  <a:lnTo>
                    <a:pt x="1091279" y="931355"/>
                  </a:lnTo>
                  <a:lnTo>
                    <a:pt x="1092041" y="931926"/>
                  </a:lnTo>
                  <a:lnTo>
                    <a:pt x="1092613" y="932688"/>
                  </a:lnTo>
                  <a:lnTo>
                    <a:pt x="1092994" y="933545"/>
                  </a:lnTo>
                  <a:lnTo>
                    <a:pt x="1093661" y="935546"/>
                  </a:lnTo>
                  <a:lnTo>
                    <a:pt x="1094137" y="936308"/>
                  </a:lnTo>
                  <a:lnTo>
                    <a:pt x="1095566" y="937641"/>
                  </a:lnTo>
                  <a:lnTo>
                    <a:pt x="1097471" y="938117"/>
                  </a:lnTo>
                  <a:lnTo>
                    <a:pt x="1101281" y="936212"/>
                  </a:lnTo>
                  <a:lnTo>
                    <a:pt x="1102614" y="932783"/>
                  </a:lnTo>
                  <a:lnTo>
                    <a:pt x="1102709" y="931736"/>
                  </a:lnTo>
                  <a:lnTo>
                    <a:pt x="1102709" y="930402"/>
                  </a:lnTo>
                  <a:lnTo>
                    <a:pt x="1102424" y="929450"/>
                  </a:lnTo>
                  <a:lnTo>
                    <a:pt x="1102043" y="928497"/>
                  </a:lnTo>
                  <a:lnTo>
                    <a:pt x="1101566" y="927640"/>
                  </a:lnTo>
                  <a:lnTo>
                    <a:pt x="1101090" y="926878"/>
                  </a:lnTo>
                  <a:lnTo>
                    <a:pt x="1099757" y="925449"/>
                  </a:lnTo>
                  <a:lnTo>
                    <a:pt x="1098328" y="924401"/>
                  </a:lnTo>
                  <a:lnTo>
                    <a:pt x="1097089" y="923735"/>
                  </a:lnTo>
                  <a:lnTo>
                    <a:pt x="1096328" y="923068"/>
                  </a:lnTo>
                  <a:lnTo>
                    <a:pt x="1095566" y="921925"/>
                  </a:lnTo>
                  <a:lnTo>
                    <a:pt x="1095185" y="920782"/>
                  </a:lnTo>
                  <a:lnTo>
                    <a:pt x="1094994" y="919544"/>
                  </a:lnTo>
                  <a:lnTo>
                    <a:pt x="1095089" y="918305"/>
                  </a:lnTo>
                  <a:lnTo>
                    <a:pt x="1095089" y="916877"/>
                  </a:lnTo>
                  <a:lnTo>
                    <a:pt x="1094899" y="915067"/>
                  </a:lnTo>
                  <a:lnTo>
                    <a:pt x="1094232" y="913257"/>
                  </a:lnTo>
                  <a:lnTo>
                    <a:pt x="1094232" y="912114"/>
                  </a:lnTo>
                  <a:lnTo>
                    <a:pt x="1094518" y="911257"/>
                  </a:lnTo>
                  <a:lnTo>
                    <a:pt x="1094994" y="910876"/>
                  </a:lnTo>
                  <a:lnTo>
                    <a:pt x="1096423" y="910019"/>
                  </a:lnTo>
                  <a:lnTo>
                    <a:pt x="1096994" y="909352"/>
                  </a:lnTo>
                  <a:lnTo>
                    <a:pt x="1097089" y="908209"/>
                  </a:lnTo>
                  <a:lnTo>
                    <a:pt x="1096709" y="907542"/>
                  </a:lnTo>
                  <a:lnTo>
                    <a:pt x="1096232" y="907066"/>
                  </a:lnTo>
                  <a:lnTo>
                    <a:pt x="1095851" y="906875"/>
                  </a:lnTo>
                  <a:lnTo>
                    <a:pt x="1095375" y="906685"/>
                  </a:lnTo>
                  <a:lnTo>
                    <a:pt x="1094423" y="906590"/>
                  </a:lnTo>
                  <a:lnTo>
                    <a:pt x="1093565" y="906399"/>
                  </a:lnTo>
                  <a:lnTo>
                    <a:pt x="1092613" y="905732"/>
                  </a:lnTo>
                  <a:lnTo>
                    <a:pt x="1091756" y="904113"/>
                  </a:lnTo>
                  <a:lnTo>
                    <a:pt x="1091660" y="902780"/>
                  </a:lnTo>
                  <a:lnTo>
                    <a:pt x="1091660" y="901541"/>
                  </a:lnTo>
                  <a:lnTo>
                    <a:pt x="1091946" y="900779"/>
                  </a:lnTo>
                  <a:lnTo>
                    <a:pt x="1092041" y="900303"/>
                  </a:lnTo>
                  <a:lnTo>
                    <a:pt x="1092232" y="899922"/>
                  </a:lnTo>
                  <a:lnTo>
                    <a:pt x="1094232" y="897255"/>
                  </a:lnTo>
                  <a:lnTo>
                    <a:pt x="1097661" y="890302"/>
                  </a:lnTo>
                  <a:lnTo>
                    <a:pt x="1098423" y="887540"/>
                  </a:lnTo>
                  <a:lnTo>
                    <a:pt x="1098899" y="884206"/>
                  </a:lnTo>
                  <a:lnTo>
                    <a:pt x="1099757" y="882777"/>
                  </a:lnTo>
                  <a:lnTo>
                    <a:pt x="1100804" y="882206"/>
                  </a:lnTo>
                  <a:lnTo>
                    <a:pt x="1102805" y="882682"/>
                  </a:lnTo>
                  <a:lnTo>
                    <a:pt x="1103471" y="882587"/>
                  </a:lnTo>
                  <a:lnTo>
                    <a:pt x="1104138" y="882206"/>
                  </a:lnTo>
                  <a:lnTo>
                    <a:pt x="1104805" y="881158"/>
                  </a:lnTo>
                  <a:lnTo>
                    <a:pt x="1104900" y="880110"/>
                  </a:lnTo>
                  <a:lnTo>
                    <a:pt x="1104710" y="879062"/>
                  </a:lnTo>
                  <a:lnTo>
                    <a:pt x="1102043" y="871157"/>
                  </a:lnTo>
                  <a:lnTo>
                    <a:pt x="1101376" y="870490"/>
                  </a:lnTo>
                  <a:lnTo>
                    <a:pt x="1100519" y="870014"/>
                  </a:lnTo>
                  <a:lnTo>
                    <a:pt x="1098899" y="869728"/>
                  </a:lnTo>
                  <a:lnTo>
                    <a:pt x="1097566" y="868775"/>
                  </a:lnTo>
                  <a:lnTo>
                    <a:pt x="1099376" y="867728"/>
                  </a:lnTo>
                  <a:lnTo>
                    <a:pt x="1100423" y="867537"/>
                  </a:lnTo>
                  <a:lnTo>
                    <a:pt x="1102138" y="867442"/>
                  </a:lnTo>
                  <a:lnTo>
                    <a:pt x="1103376" y="867728"/>
                  </a:lnTo>
                  <a:lnTo>
                    <a:pt x="1105948" y="868966"/>
                  </a:lnTo>
                  <a:lnTo>
                    <a:pt x="1107567" y="869156"/>
                  </a:lnTo>
                  <a:lnTo>
                    <a:pt x="1110329" y="870014"/>
                  </a:lnTo>
                  <a:lnTo>
                    <a:pt x="1111282" y="869823"/>
                  </a:lnTo>
                  <a:lnTo>
                    <a:pt x="1112139" y="869347"/>
                  </a:lnTo>
                  <a:lnTo>
                    <a:pt x="1112711" y="868585"/>
                  </a:lnTo>
                  <a:lnTo>
                    <a:pt x="1112996" y="867537"/>
                  </a:lnTo>
                  <a:lnTo>
                    <a:pt x="1113092" y="866394"/>
                  </a:lnTo>
                  <a:lnTo>
                    <a:pt x="1111568" y="858774"/>
                  </a:lnTo>
                  <a:lnTo>
                    <a:pt x="1111568" y="857917"/>
                  </a:lnTo>
                  <a:lnTo>
                    <a:pt x="1111663" y="857441"/>
                  </a:lnTo>
                  <a:lnTo>
                    <a:pt x="1110615" y="856393"/>
                  </a:lnTo>
                  <a:lnTo>
                    <a:pt x="1109186" y="855345"/>
                  </a:lnTo>
                  <a:lnTo>
                    <a:pt x="1108043" y="854012"/>
                  </a:lnTo>
                  <a:lnTo>
                    <a:pt x="1107567" y="851916"/>
                  </a:lnTo>
                  <a:lnTo>
                    <a:pt x="1106996" y="850297"/>
                  </a:lnTo>
                  <a:lnTo>
                    <a:pt x="1105567" y="848868"/>
                  </a:lnTo>
                  <a:lnTo>
                    <a:pt x="1103662" y="847916"/>
                  </a:lnTo>
                  <a:lnTo>
                    <a:pt x="1101757" y="847630"/>
                  </a:lnTo>
                  <a:lnTo>
                    <a:pt x="1100614" y="847249"/>
                  </a:lnTo>
                  <a:lnTo>
                    <a:pt x="1099661" y="846296"/>
                  </a:lnTo>
                  <a:lnTo>
                    <a:pt x="1098709" y="845153"/>
                  </a:lnTo>
                  <a:lnTo>
                    <a:pt x="1097661" y="844296"/>
                  </a:lnTo>
                  <a:lnTo>
                    <a:pt x="1096709" y="843915"/>
                  </a:lnTo>
                  <a:lnTo>
                    <a:pt x="1095947" y="843915"/>
                  </a:lnTo>
                  <a:lnTo>
                    <a:pt x="1093851" y="844296"/>
                  </a:lnTo>
                  <a:lnTo>
                    <a:pt x="1087279" y="844296"/>
                  </a:lnTo>
                  <a:lnTo>
                    <a:pt x="1086803" y="844010"/>
                  </a:lnTo>
                  <a:lnTo>
                    <a:pt x="1085945" y="843248"/>
                  </a:lnTo>
                  <a:lnTo>
                    <a:pt x="1084136" y="840581"/>
                  </a:lnTo>
                  <a:lnTo>
                    <a:pt x="1083469" y="839248"/>
                  </a:lnTo>
                  <a:lnTo>
                    <a:pt x="1083278" y="838200"/>
                  </a:lnTo>
                  <a:lnTo>
                    <a:pt x="1083469" y="837724"/>
                  </a:lnTo>
                  <a:lnTo>
                    <a:pt x="1083659" y="837248"/>
                  </a:lnTo>
                  <a:lnTo>
                    <a:pt x="1084231" y="836486"/>
                  </a:lnTo>
                  <a:lnTo>
                    <a:pt x="1084898" y="835819"/>
                  </a:lnTo>
                  <a:lnTo>
                    <a:pt x="1085660" y="835152"/>
                  </a:lnTo>
                  <a:lnTo>
                    <a:pt x="1087374" y="834200"/>
                  </a:lnTo>
                  <a:lnTo>
                    <a:pt x="1088041" y="833533"/>
                  </a:lnTo>
                  <a:lnTo>
                    <a:pt x="1088327" y="833152"/>
                  </a:lnTo>
                  <a:lnTo>
                    <a:pt x="1088517" y="832676"/>
                  </a:lnTo>
                  <a:lnTo>
                    <a:pt x="1089089" y="831152"/>
                  </a:lnTo>
                  <a:lnTo>
                    <a:pt x="1090136" y="828866"/>
                  </a:lnTo>
                  <a:lnTo>
                    <a:pt x="1090994" y="827627"/>
                  </a:lnTo>
                  <a:lnTo>
                    <a:pt x="1091660" y="826961"/>
                  </a:lnTo>
                  <a:lnTo>
                    <a:pt x="1092422" y="826294"/>
                  </a:lnTo>
                  <a:lnTo>
                    <a:pt x="1095089" y="824960"/>
                  </a:lnTo>
                  <a:lnTo>
                    <a:pt x="1095947" y="824484"/>
                  </a:lnTo>
                  <a:lnTo>
                    <a:pt x="1096613" y="823817"/>
                  </a:lnTo>
                  <a:lnTo>
                    <a:pt x="1096899" y="823436"/>
                  </a:lnTo>
                  <a:lnTo>
                    <a:pt x="1097185" y="822960"/>
                  </a:lnTo>
                  <a:lnTo>
                    <a:pt x="1098328" y="819436"/>
                  </a:lnTo>
                  <a:lnTo>
                    <a:pt x="1098804" y="818483"/>
                  </a:lnTo>
                  <a:lnTo>
                    <a:pt x="1099376" y="817721"/>
                  </a:lnTo>
                  <a:lnTo>
                    <a:pt x="1099947" y="817055"/>
                  </a:lnTo>
                  <a:lnTo>
                    <a:pt x="1100423" y="816674"/>
                  </a:lnTo>
                  <a:lnTo>
                    <a:pt x="1100804" y="816102"/>
                  </a:lnTo>
                  <a:lnTo>
                    <a:pt x="1101281" y="815340"/>
                  </a:lnTo>
                  <a:lnTo>
                    <a:pt x="1101757" y="813530"/>
                  </a:lnTo>
                  <a:lnTo>
                    <a:pt x="1101947" y="812578"/>
                  </a:lnTo>
                  <a:lnTo>
                    <a:pt x="1101947" y="811721"/>
                  </a:lnTo>
                  <a:lnTo>
                    <a:pt x="1101757" y="811149"/>
                  </a:lnTo>
                  <a:lnTo>
                    <a:pt x="1097852" y="805053"/>
                  </a:lnTo>
                  <a:lnTo>
                    <a:pt x="1097756" y="804577"/>
                  </a:lnTo>
                  <a:lnTo>
                    <a:pt x="1097566" y="803624"/>
                  </a:lnTo>
                  <a:lnTo>
                    <a:pt x="1097471" y="802958"/>
                  </a:lnTo>
                  <a:lnTo>
                    <a:pt x="1097566" y="802291"/>
                  </a:lnTo>
                  <a:lnTo>
                    <a:pt x="1098233" y="799910"/>
                  </a:lnTo>
                  <a:lnTo>
                    <a:pt x="1098233" y="799148"/>
                  </a:lnTo>
                  <a:lnTo>
                    <a:pt x="1098137" y="798671"/>
                  </a:lnTo>
                  <a:lnTo>
                    <a:pt x="1097471" y="797814"/>
                  </a:lnTo>
                  <a:lnTo>
                    <a:pt x="1096994" y="796481"/>
                  </a:lnTo>
                  <a:lnTo>
                    <a:pt x="1096899" y="796100"/>
                  </a:lnTo>
                  <a:lnTo>
                    <a:pt x="1097089" y="794957"/>
                  </a:lnTo>
                  <a:lnTo>
                    <a:pt x="1100233" y="793242"/>
                  </a:lnTo>
                  <a:lnTo>
                    <a:pt x="1101376" y="792099"/>
                  </a:lnTo>
                  <a:lnTo>
                    <a:pt x="1101947" y="791337"/>
                  </a:lnTo>
                  <a:lnTo>
                    <a:pt x="1102995" y="790099"/>
                  </a:lnTo>
                  <a:lnTo>
                    <a:pt x="1103757" y="789718"/>
                  </a:lnTo>
                  <a:lnTo>
                    <a:pt x="1104519" y="789623"/>
                  </a:lnTo>
                  <a:lnTo>
                    <a:pt x="1107758" y="790385"/>
                  </a:lnTo>
                  <a:lnTo>
                    <a:pt x="1119473" y="788575"/>
                  </a:lnTo>
                  <a:lnTo>
                    <a:pt x="1120331" y="788765"/>
                  </a:lnTo>
                  <a:lnTo>
                    <a:pt x="1122712" y="789337"/>
                  </a:lnTo>
                  <a:lnTo>
                    <a:pt x="1129951" y="789051"/>
                  </a:lnTo>
                  <a:lnTo>
                    <a:pt x="1130999" y="789242"/>
                  </a:lnTo>
                  <a:lnTo>
                    <a:pt x="1131475" y="789432"/>
                  </a:lnTo>
                  <a:lnTo>
                    <a:pt x="1132142" y="790099"/>
                  </a:lnTo>
                  <a:lnTo>
                    <a:pt x="1132999" y="791242"/>
                  </a:lnTo>
                  <a:lnTo>
                    <a:pt x="1133380" y="791623"/>
                  </a:lnTo>
                  <a:lnTo>
                    <a:pt x="1133761" y="791909"/>
                  </a:lnTo>
                  <a:lnTo>
                    <a:pt x="1134237" y="792099"/>
                  </a:lnTo>
                  <a:lnTo>
                    <a:pt x="1140143" y="793147"/>
                  </a:lnTo>
                  <a:lnTo>
                    <a:pt x="1141095" y="793623"/>
                  </a:lnTo>
                  <a:lnTo>
                    <a:pt x="1141952" y="794195"/>
                  </a:lnTo>
                  <a:lnTo>
                    <a:pt x="1142619" y="794861"/>
                  </a:lnTo>
                  <a:lnTo>
                    <a:pt x="1143667" y="796385"/>
                  </a:lnTo>
                  <a:lnTo>
                    <a:pt x="1145667" y="799814"/>
                  </a:lnTo>
                  <a:lnTo>
                    <a:pt x="1146334" y="800576"/>
                  </a:lnTo>
                  <a:lnTo>
                    <a:pt x="1149668" y="802672"/>
                  </a:lnTo>
                  <a:lnTo>
                    <a:pt x="1150430" y="803339"/>
                  </a:lnTo>
                  <a:lnTo>
                    <a:pt x="1151382" y="804386"/>
                  </a:lnTo>
                  <a:lnTo>
                    <a:pt x="1151668" y="804767"/>
                  </a:lnTo>
                  <a:lnTo>
                    <a:pt x="1152335" y="806101"/>
                  </a:lnTo>
                  <a:lnTo>
                    <a:pt x="1153192" y="807244"/>
                  </a:lnTo>
                  <a:lnTo>
                    <a:pt x="1153668" y="807815"/>
                  </a:lnTo>
                  <a:lnTo>
                    <a:pt x="1154621" y="808387"/>
                  </a:lnTo>
                  <a:lnTo>
                    <a:pt x="1155287" y="808387"/>
                  </a:lnTo>
                  <a:lnTo>
                    <a:pt x="1155668" y="808196"/>
                  </a:lnTo>
                  <a:lnTo>
                    <a:pt x="1156335" y="807434"/>
                  </a:lnTo>
                  <a:lnTo>
                    <a:pt x="1156716" y="807149"/>
                  </a:lnTo>
                  <a:lnTo>
                    <a:pt x="1157288" y="806958"/>
                  </a:lnTo>
                  <a:lnTo>
                    <a:pt x="1158907" y="806672"/>
                  </a:lnTo>
                  <a:lnTo>
                    <a:pt x="1159383" y="806482"/>
                  </a:lnTo>
                  <a:lnTo>
                    <a:pt x="1159669" y="806101"/>
                  </a:lnTo>
                  <a:lnTo>
                    <a:pt x="1160621" y="804291"/>
                  </a:lnTo>
                  <a:lnTo>
                    <a:pt x="1161098" y="803910"/>
                  </a:lnTo>
                  <a:lnTo>
                    <a:pt x="1161669" y="803624"/>
                  </a:lnTo>
                  <a:lnTo>
                    <a:pt x="1162622" y="803339"/>
                  </a:lnTo>
                  <a:lnTo>
                    <a:pt x="1163479" y="803434"/>
                  </a:lnTo>
                  <a:lnTo>
                    <a:pt x="1164241" y="803720"/>
                  </a:lnTo>
                  <a:lnTo>
                    <a:pt x="1165384" y="804196"/>
                  </a:lnTo>
                  <a:lnTo>
                    <a:pt x="1166241" y="804291"/>
                  </a:lnTo>
                  <a:lnTo>
                    <a:pt x="1166813" y="804291"/>
                  </a:lnTo>
                  <a:lnTo>
                    <a:pt x="1167860" y="803815"/>
                  </a:lnTo>
                  <a:lnTo>
                    <a:pt x="1168622" y="803529"/>
                  </a:lnTo>
                  <a:lnTo>
                    <a:pt x="1170051" y="803339"/>
                  </a:lnTo>
                  <a:lnTo>
                    <a:pt x="1171670" y="803434"/>
                  </a:lnTo>
                  <a:lnTo>
                    <a:pt x="1175671" y="804767"/>
                  </a:lnTo>
                  <a:lnTo>
                    <a:pt x="1177481" y="805053"/>
                  </a:lnTo>
                  <a:lnTo>
                    <a:pt x="1178338" y="804958"/>
                  </a:lnTo>
                  <a:lnTo>
                    <a:pt x="1178719" y="804767"/>
                  </a:lnTo>
                  <a:lnTo>
                    <a:pt x="1179195" y="804577"/>
                  </a:lnTo>
                  <a:lnTo>
                    <a:pt x="1179862" y="803910"/>
                  </a:lnTo>
                  <a:lnTo>
                    <a:pt x="1181100" y="802291"/>
                  </a:lnTo>
                  <a:lnTo>
                    <a:pt x="1181576" y="801910"/>
                  </a:lnTo>
                  <a:lnTo>
                    <a:pt x="1182148" y="801529"/>
                  </a:lnTo>
                  <a:lnTo>
                    <a:pt x="1183291" y="801243"/>
                  </a:lnTo>
                  <a:lnTo>
                    <a:pt x="1187482" y="802100"/>
                  </a:lnTo>
                  <a:lnTo>
                    <a:pt x="1194530" y="802577"/>
                  </a:lnTo>
                  <a:lnTo>
                    <a:pt x="1195673" y="802386"/>
                  </a:lnTo>
                  <a:lnTo>
                    <a:pt x="1196245" y="802291"/>
                  </a:lnTo>
                  <a:lnTo>
                    <a:pt x="1197959" y="801529"/>
                  </a:lnTo>
                  <a:lnTo>
                    <a:pt x="1201103" y="801053"/>
                  </a:lnTo>
                  <a:lnTo>
                    <a:pt x="1204151" y="800100"/>
                  </a:lnTo>
                  <a:lnTo>
                    <a:pt x="1205008" y="799148"/>
                  </a:lnTo>
                  <a:lnTo>
                    <a:pt x="1205103" y="798005"/>
                  </a:lnTo>
                  <a:lnTo>
                    <a:pt x="1205103" y="797719"/>
                  </a:lnTo>
                  <a:lnTo>
                    <a:pt x="1205008" y="797243"/>
                  </a:lnTo>
                  <a:lnTo>
                    <a:pt x="1204818" y="796862"/>
                  </a:lnTo>
                  <a:lnTo>
                    <a:pt x="1204341" y="796004"/>
                  </a:lnTo>
                  <a:lnTo>
                    <a:pt x="1203770" y="795242"/>
                  </a:lnTo>
                  <a:lnTo>
                    <a:pt x="1201198" y="793052"/>
                  </a:lnTo>
                  <a:lnTo>
                    <a:pt x="1198531" y="790194"/>
                  </a:lnTo>
                  <a:lnTo>
                    <a:pt x="1194149" y="780479"/>
                  </a:lnTo>
                  <a:lnTo>
                    <a:pt x="1192149" y="777621"/>
                  </a:lnTo>
                  <a:lnTo>
                    <a:pt x="1191482" y="776383"/>
                  </a:lnTo>
                  <a:lnTo>
                    <a:pt x="1191387" y="775716"/>
                  </a:lnTo>
                  <a:lnTo>
                    <a:pt x="1191578" y="775240"/>
                  </a:lnTo>
                  <a:lnTo>
                    <a:pt x="1191959" y="774954"/>
                  </a:lnTo>
                  <a:lnTo>
                    <a:pt x="1194721" y="774287"/>
                  </a:lnTo>
                  <a:lnTo>
                    <a:pt x="1195578" y="773906"/>
                  </a:lnTo>
                  <a:lnTo>
                    <a:pt x="1195959" y="773621"/>
                  </a:lnTo>
                  <a:lnTo>
                    <a:pt x="1196150" y="773335"/>
                  </a:lnTo>
                  <a:lnTo>
                    <a:pt x="1196435" y="772954"/>
                  </a:lnTo>
                  <a:lnTo>
                    <a:pt x="1196626" y="772382"/>
                  </a:lnTo>
                  <a:lnTo>
                    <a:pt x="1196912" y="771430"/>
                  </a:lnTo>
                  <a:lnTo>
                    <a:pt x="1196816" y="770668"/>
                  </a:lnTo>
                  <a:lnTo>
                    <a:pt x="1196626" y="769906"/>
                  </a:lnTo>
                  <a:lnTo>
                    <a:pt x="1196340" y="769049"/>
                  </a:lnTo>
                  <a:lnTo>
                    <a:pt x="1196245" y="768477"/>
                  </a:lnTo>
                  <a:lnTo>
                    <a:pt x="1196245" y="768001"/>
                  </a:lnTo>
                  <a:lnTo>
                    <a:pt x="1196340" y="767810"/>
                  </a:lnTo>
                  <a:lnTo>
                    <a:pt x="1197102" y="766858"/>
                  </a:lnTo>
                  <a:lnTo>
                    <a:pt x="1197578" y="766858"/>
                  </a:lnTo>
                  <a:lnTo>
                    <a:pt x="1200626" y="767620"/>
                  </a:lnTo>
                  <a:lnTo>
                    <a:pt x="1206722" y="771144"/>
                  </a:lnTo>
                  <a:lnTo>
                    <a:pt x="1211580" y="771906"/>
                  </a:lnTo>
                  <a:lnTo>
                    <a:pt x="1212818" y="772382"/>
                  </a:lnTo>
                  <a:lnTo>
                    <a:pt x="1213295" y="772954"/>
                  </a:lnTo>
                  <a:lnTo>
                    <a:pt x="1213771" y="774383"/>
                  </a:lnTo>
                  <a:lnTo>
                    <a:pt x="1213961" y="774764"/>
                  </a:lnTo>
                  <a:lnTo>
                    <a:pt x="1214152" y="775145"/>
                  </a:lnTo>
                  <a:lnTo>
                    <a:pt x="1214438" y="775526"/>
                  </a:lnTo>
                  <a:lnTo>
                    <a:pt x="1214914" y="775907"/>
                  </a:lnTo>
                  <a:lnTo>
                    <a:pt x="1214819" y="776097"/>
                  </a:lnTo>
                  <a:lnTo>
                    <a:pt x="1215485" y="776192"/>
                  </a:lnTo>
                  <a:lnTo>
                    <a:pt x="1216057" y="776097"/>
                  </a:lnTo>
                  <a:lnTo>
                    <a:pt x="1217390" y="775526"/>
                  </a:lnTo>
                  <a:lnTo>
                    <a:pt x="1217867" y="775145"/>
                  </a:lnTo>
                  <a:lnTo>
                    <a:pt x="1218629" y="774478"/>
                  </a:lnTo>
                  <a:lnTo>
                    <a:pt x="1219010" y="774192"/>
                  </a:lnTo>
                  <a:lnTo>
                    <a:pt x="1219486" y="774002"/>
                  </a:lnTo>
                  <a:lnTo>
                    <a:pt x="1221581" y="773525"/>
                  </a:lnTo>
                  <a:lnTo>
                    <a:pt x="1223486" y="772763"/>
                  </a:lnTo>
                  <a:lnTo>
                    <a:pt x="1226820" y="770668"/>
                  </a:lnTo>
                  <a:lnTo>
                    <a:pt x="1228058" y="770192"/>
                  </a:lnTo>
                  <a:lnTo>
                    <a:pt x="1228820" y="769906"/>
                  </a:lnTo>
                  <a:lnTo>
                    <a:pt x="1230154" y="769620"/>
                  </a:lnTo>
                  <a:lnTo>
                    <a:pt x="1233107" y="769239"/>
                  </a:lnTo>
                  <a:lnTo>
                    <a:pt x="1234154" y="769239"/>
                  </a:lnTo>
                  <a:lnTo>
                    <a:pt x="1234821" y="769430"/>
                  </a:lnTo>
                  <a:lnTo>
                    <a:pt x="1235107" y="769525"/>
                  </a:lnTo>
                  <a:lnTo>
                    <a:pt x="1235774" y="770001"/>
                  </a:lnTo>
                  <a:lnTo>
                    <a:pt x="1237393" y="771620"/>
                  </a:lnTo>
                  <a:lnTo>
                    <a:pt x="1238441" y="772192"/>
                  </a:lnTo>
                  <a:lnTo>
                    <a:pt x="1239203" y="772287"/>
                  </a:lnTo>
                  <a:lnTo>
                    <a:pt x="1239869" y="772287"/>
                  </a:lnTo>
                  <a:lnTo>
                    <a:pt x="1243013" y="771144"/>
                  </a:lnTo>
                  <a:lnTo>
                    <a:pt x="1243870" y="770954"/>
                  </a:lnTo>
                  <a:lnTo>
                    <a:pt x="1245965" y="770763"/>
                  </a:lnTo>
                  <a:lnTo>
                    <a:pt x="1253490" y="771620"/>
                  </a:lnTo>
                  <a:lnTo>
                    <a:pt x="1257110" y="771335"/>
                  </a:lnTo>
                  <a:lnTo>
                    <a:pt x="1257967" y="771144"/>
                  </a:lnTo>
                  <a:lnTo>
                    <a:pt x="1258634" y="770858"/>
                  </a:lnTo>
                  <a:lnTo>
                    <a:pt x="1259396" y="770192"/>
                  </a:lnTo>
                  <a:lnTo>
                    <a:pt x="1260062" y="769525"/>
                  </a:lnTo>
                  <a:lnTo>
                    <a:pt x="1262539" y="766572"/>
                  </a:lnTo>
                  <a:lnTo>
                    <a:pt x="1265301" y="762381"/>
                  </a:lnTo>
                  <a:lnTo>
                    <a:pt x="1266635" y="760952"/>
                  </a:lnTo>
                  <a:lnTo>
                    <a:pt x="1266920" y="760381"/>
                  </a:lnTo>
                  <a:lnTo>
                    <a:pt x="1267016" y="759619"/>
                  </a:lnTo>
                  <a:lnTo>
                    <a:pt x="1266920" y="756761"/>
                  </a:lnTo>
                  <a:lnTo>
                    <a:pt x="1266158" y="751332"/>
                  </a:lnTo>
                  <a:lnTo>
                    <a:pt x="1265968" y="744474"/>
                  </a:lnTo>
                  <a:lnTo>
                    <a:pt x="1261396" y="738378"/>
                  </a:lnTo>
                  <a:lnTo>
                    <a:pt x="1259014" y="732949"/>
                  </a:lnTo>
                  <a:lnTo>
                    <a:pt x="1258729" y="731901"/>
                  </a:lnTo>
                  <a:lnTo>
                    <a:pt x="1258538" y="730758"/>
                  </a:lnTo>
                  <a:lnTo>
                    <a:pt x="1258443" y="730091"/>
                  </a:lnTo>
                  <a:lnTo>
                    <a:pt x="1258443" y="729520"/>
                  </a:lnTo>
                  <a:lnTo>
                    <a:pt x="1259586" y="722090"/>
                  </a:lnTo>
                  <a:lnTo>
                    <a:pt x="1259586" y="720852"/>
                  </a:lnTo>
                  <a:lnTo>
                    <a:pt x="1259491" y="720281"/>
                  </a:lnTo>
                  <a:lnTo>
                    <a:pt x="1259301" y="719138"/>
                  </a:lnTo>
                  <a:lnTo>
                    <a:pt x="1258729" y="716947"/>
                  </a:lnTo>
                  <a:lnTo>
                    <a:pt x="1257395" y="714280"/>
                  </a:lnTo>
                  <a:lnTo>
                    <a:pt x="1257110" y="713518"/>
                  </a:lnTo>
                  <a:lnTo>
                    <a:pt x="1256919" y="712756"/>
                  </a:lnTo>
                  <a:lnTo>
                    <a:pt x="1256919" y="712280"/>
                  </a:lnTo>
                  <a:lnTo>
                    <a:pt x="1257110" y="711803"/>
                  </a:lnTo>
                  <a:lnTo>
                    <a:pt x="1257395" y="711422"/>
                  </a:lnTo>
                  <a:lnTo>
                    <a:pt x="1257681" y="711041"/>
                  </a:lnTo>
                  <a:lnTo>
                    <a:pt x="1258062" y="710565"/>
                  </a:lnTo>
                  <a:lnTo>
                    <a:pt x="1258824" y="709994"/>
                  </a:lnTo>
                  <a:lnTo>
                    <a:pt x="1260443" y="708946"/>
                  </a:lnTo>
                  <a:lnTo>
                    <a:pt x="1261872" y="708184"/>
                  </a:lnTo>
                  <a:lnTo>
                    <a:pt x="1262634" y="707708"/>
                  </a:lnTo>
                  <a:lnTo>
                    <a:pt x="1263015" y="707327"/>
                  </a:lnTo>
                  <a:lnTo>
                    <a:pt x="1265396" y="704183"/>
                  </a:lnTo>
                  <a:lnTo>
                    <a:pt x="1265777" y="703898"/>
                  </a:lnTo>
                  <a:lnTo>
                    <a:pt x="1266539" y="703326"/>
                  </a:lnTo>
                  <a:lnTo>
                    <a:pt x="1267587" y="702945"/>
                  </a:lnTo>
                  <a:lnTo>
                    <a:pt x="1269111" y="702469"/>
                  </a:lnTo>
                  <a:lnTo>
                    <a:pt x="1270064" y="702088"/>
                  </a:lnTo>
                  <a:lnTo>
                    <a:pt x="1270826" y="701421"/>
                  </a:lnTo>
                  <a:lnTo>
                    <a:pt x="1271397" y="700659"/>
                  </a:lnTo>
                  <a:lnTo>
                    <a:pt x="1271683" y="700088"/>
                  </a:lnTo>
                  <a:lnTo>
                    <a:pt x="1271873" y="699611"/>
                  </a:lnTo>
                  <a:lnTo>
                    <a:pt x="1272540" y="695420"/>
                  </a:lnTo>
                  <a:lnTo>
                    <a:pt x="1273016" y="693801"/>
                  </a:lnTo>
                  <a:lnTo>
                    <a:pt x="1273397" y="691325"/>
                  </a:lnTo>
                  <a:lnTo>
                    <a:pt x="1273683" y="687705"/>
                  </a:lnTo>
                  <a:lnTo>
                    <a:pt x="1273588" y="686753"/>
                  </a:lnTo>
                  <a:lnTo>
                    <a:pt x="1273302" y="684371"/>
                  </a:lnTo>
                  <a:lnTo>
                    <a:pt x="1273016" y="683324"/>
                  </a:lnTo>
                  <a:lnTo>
                    <a:pt x="1272921" y="682752"/>
                  </a:lnTo>
                  <a:lnTo>
                    <a:pt x="1272350" y="681609"/>
                  </a:lnTo>
                  <a:lnTo>
                    <a:pt x="1271493" y="680276"/>
                  </a:lnTo>
                  <a:lnTo>
                    <a:pt x="1270159" y="678656"/>
                  </a:lnTo>
                  <a:lnTo>
                    <a:pt x="1269683" y="677799"/>
                  </a:lnTo>
                  <a:lnTo>
                    <a:pt x="1269302" y="676847"/>
                  </a:lnTo>
                  <a:lnTo>
                    <a:pt x="1269206" y="676275"/>
                  </a:lnTo>
                  <a:lnTo>
                    <a:pt x="1269206" y="675608"/>
                  </a:lnTo>
                  <a:lnTo>
                    <a:pt x="1269302" y="675037"/>
                  </a:lnTo>
                  <a:lnTo>
                    <a:pt x="1269492" y="674465"/>
                  </a:lnTo>
                  <a:lnTo>
                    <a:pt x="1269683" y="673989"/>
                  </a:lnTo>
                  <a:lnTo>
                    <a:pt x="1270826" y="672370"/>
                  </a:lnTo>
                  <a:lnTo>
                    <a:pt x="1272254" y="671036"/>
                  </a:lnTo>
                  <a:lnTo>
                    <a:pt x="1272826" y="670179"/>
                  </a:lnTo>
                  <a:lnTo>
                    <a:pt x="1273302" y="669227"/>
                  </a:lnTo>
                  <a:lnTo>
                    <a:pt x="1273969" y="667131"/>
                  </a:lnTo>
                  <a:lnTo>
                    <a:pt x="1274064" y="666560"/>
                  </a:lnTo>
                  <a:lnTo>
                    <a:pt x="1274064" y="665893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32" name="Freeform: Shape 35">
              <a:extLst>
                <a:ext uri="{FF2B5EF4-FFF2-40B4-BE49-F238E27FC236}">
                  <a16:creationId xmlns:a16="http://schemas.microsoft.com/office/drawing/2014/main" id="{9D542F5C-9CD8-3963-2AAD-7E69640FCCCE}"/>
                </a:ext>
              </a:extLst>
            </p:cNvPr>
            <p:cNvSpPr/>
            <p:nvPr/>
          </p:nvSpPr>
          <p:spPr>
            <a:xfrm>
              <a:off x="4222242" y="5241576"/>
              <a:ext cx="361950" cy="419100"/>
            </a:xfrm>
            <a:custGeom>
              <a:avLst/>
              <a:gdLst>
                <a:gd name="connsiteX0" fmla="*/ 129064 w 361950"/>
                <a:gd name="connsiteY0" fmla="*/ 404717 h 419100"/>
                <a:gd name="connsiteX1" fmla="*/ 127349 w 361950"/>
                <a:gd name="connsiteY1" fmla="*/ 405670 h 419100"/>
                <a:gd name="connsiteX2" fmla="*/ 126302 w 361950"/>
                <a:gd name="connsiteY2" fmla="*/ 404908 h 419100"/>
                <a:gd name="connsiteX3" fmla="*/ 125063 w 361950"/>
                <a:gd name="connsiteY3" fmla="*/ 404622 h 419100"/>
                <a:gd name="connsiteX4" fmla="*/ 124587 w 361950"/>
                <a:gd name="connsiteY4" fmla="*/ 403098 h 419100"/>
                <a:gd name="connsiteX5" fmla="*/ 123825 w 361950"/>
                <a:gd name="connsiteY5" fmla="*/ 402908 h 419100"/>
                <a:gd name="connsiteX6" fmla="*/ 122396 w 361950"/>
                <a:gd name="connsiteY6" fmla="*/ 402908 h 419100"/>
                <a:gd name="connsiteX7" fmla="*/ 121349 w 361950"/>
                <a:gd name="connsiteY7" fmla="*/ 403574 h 419100"/>
                <a:gd name="connsiteX8" fmla="*/ 121825 w 361950"/>
                <a:gd name="connsiteY8" fmla="*/ 405289 h 419100"/>
                <a:gd name="connsiteX9" fmla="*/ 121539 w 361950"/>
                <a:gd name="connsiteY9" fmla="*/ 405289 h 419100"/>
                <a:gd name="connsiteX10" fmla="*/ 121634 w 361950"/>
                <a:gd name="connsiteY10" fmla="*/ 406908 h 419100"/>
                <a:gd name="connsiteX11" fmla="*/ 118872 w 361950"/>
                <a:gd name="connsiteY11" fmla="*/ 409480 h 419100"/>
                <a:gd name="connsiteX12" fmla="*/ 118682 w 361950"/>
                <a:gd name="connsiteY12" fmla="*/ 410432 h 419100"/>
                <a:gd name="connsiteX13" fmla="*/ 119158 w 361950"/>
                <a:gd name="connsiteY13" fmla="*/ 410813 h 419100"/>
                <a:gd name="connsiteX14" fmla="*/ 119920 w 361950"/>
                <a:gd name="connsiteY14" fmla="*/ 410432 h 419100"/>
                <a:gd name="connsiteX15" fmla="*/ 120587 w 361950"/>
                <a:gd name="connsiteY15" fmla="*/ 410242 h 419100"/>
                <a:gd name="connsiteX16" fmla="*/ 121539 w 361950"/>
                <a:gd name="connsiteY16" fmla="*/ 410432 h 419100"/>
                <a:gd name="connsiteX17" fmla="*/ 122396 w 361950"/>
                <a:gd name="connsiteY17" fmla="*/ 410813 h 419100"/>
                <a:gd name="connsiteX18" fmla="*/ 122968 w 361950"/>
                <a:gd name="connsiteY18" fmla="*/ 411289 h 419100"/>
                <a:gd name="connsiteX19" fmla="*/ 120968 w 361950"/>
                <a:gd name="connsiteY19" fmla="*/ 416243 h 419100"/>
                <a:gd name="connsiteX20" fmla="*/ 118491 w 361950"/>
                <a:gd name="connsiteY20" fmla="*/ 418529 h 419100"/>
                <a:gd name="connsiteX21" fmla="*/ 117062 w 361950"/>
                <a:gd name="connsiteY21" fmla="*/ 420434 h 419100"/>
                <a:gd name="connsiteX22" fmla="*/ 121349 w 361950"/>
                <a:gd name="connsiteY22" fmla="*/ 420529 h 419100"/>
                <a:gd name="connsiteX23" fmla="*/ 125921 w 361950"/>
                <a:gd name="connsiteY23" fmla="*/ 419671 h 419100"/>
                <a:gd name="connsiteX24" fmla="*/ 125349 w 361950"/>
                <a:gd name="connsiteY24" fmla="*/ 417957 h 419100"/>
                <a:gd name="connsiteX25" fmla="*/ 124682 w 361950"/>
                <a:gd name="connsiteY25" fmla="*/ 417386 h 419100"/>
                <a:gd name="connsiteX26" fmla="*/ 124873 w 361950"/>
                <a:gd name="connsiteY26" fmla="*/ 415671 h 419100"/>
                <a:gd name="connsiteX27" fmla="*/ 125159 w 361950"/>
                <a:gd name="connsiteY27" fmla="*/ 414052 h 419100"/>
                <a:gd name="connsiteX28" fmla="*/ 126111 w 361950"/>
                <a:gd name="connsiteY28" fmla="*/ 412909 h 419100"/>
                <a:gd name="connsiteX29" fmla="*/ 127063 w 361950"/>
                <a:gd name="connsiteY29" fmla="*/ 412528 h 419100"/>
                <a:gd name="connsiteX30" fmla="*/ 128873 w 361950"/>
                <a:gd name="connsiteY30" fmla="*/ 413099 h 419100"/>
                <a:gd name="connsiteX31" fmla="*/ 129921 w 361950"/>
                <a:gd name="connsiteY31" fmla="*/ 412718 h 419100"/>
                <a:gd name="connsiteX32" fmla="*/ 129635 w 361950"/>
                <a:gd name="connsiteY32" fmla="*/ 410432 h 419100"/>
                <a:gd name="connsiteX33" fmla="*/ 130207 w 361950"/>
                <a:gd name="connsiteY33" fmla="*/ 408622 h 419100"/>
                <a:gd name="connsiteX34" fmla="*/ 131159 w 361950"/>
                <a:gd name="connsiteY34" fmla="*/ 407765 h 419100"/>
                <a:gd name="connsiteX35" fmla="*/ 132779 w 361950"/>
                <a:gd name="connsiteY35" fmla="*/ 408146 h 419100"/>
                <a:gd name="connsiteX36" fmla="*/ 133636 w 361950"/>
                <a:gd name="connsiteY36" fmla="*/ 406051 h 419100"/>
                <a:gd name="connsiteX37" fmla="*/ 131826 w 361950"/>
                <a:gd name="connsiteY37" fmla="*/ 405194 h 419100"/>
                <a:gd name="connsiteX38" fmla="*/ 129064 w 361950"/>
                <a:gd name="connsiteY38" fmla="*/ 404717 h 419100"/>
                <a:gd name="connsiteX39" fmla="*/ 186023 w 361950"/>
                <a:gd name="connsiteY39" fmla="*/ 336613 h 419100"/>
                <a:gd name="connsiteX40" fmla="*/ 184595 w 361950"/>
                <a:gd name="connsiteY40" fmla="*/ 336899 h 419100"/>
                <a:gd name="connsiteX41" fmla="*/ 182594 w 361950"/>
                <a:gd name="connsiteY41" fmla="*/ 336518 h 419100"/>
                <a:gd name="connsiteX42" fmla="*/ 180499 w 361950"/>
                <a:gd name="connsiteY42" fmla="*/ 335756 h 419100"/>
                <a:gd name="connsiteX43" fmla="*/ 178975 w 361950"/>
                <a:gd name="connsiteY43" fmla="*/ 334804 h 419100"/>
                <a:gd name="connsiteX44" fmla="*/ 178689 w 361950"/>
                <a:gd name="connsiteY44" fmla="*/ 336328 h 419100"/>
                <a:gd name="connsiteX45" fmla="*/ 177546 w 361950"/>
                <a:gd name="connsiteY45" fmla="*/ 338614 h 419100"/>
                <a:gd name="connsiteX46" fmla="*/ 177260 w 361950"/>
                <a:gd name="connsiteY46" fmla="*/ 339852 h 419100"/>
                <a:gd name="connsiteX47" fmla="*/ 177451 w 361950"/>
                <a:gd name="connsiteY47" fmla="*/ 341090 h 419100"/>
                <a:gd name="connsiteX48" fmla="*/ 178022 w 361950"/>
                <a:gd name="connsiteY48" fmla="*/ 341186 h 419100"/>
                <a:gd name="connsiteX49" fmla="*/ 179927 w 361950"/>
                <a:gd name="connsiteY49" fmla="*/ 340138 h 419100"/>
                <a:gd name="connsiteX50" fmla="*/ 179642 w 361950"/>
                <a:gd name="connsiteY50" fmla="*/ 341376 h 419100"/>
                <a:gd name="connsiteX51" fmla="*/ 178879 w 361950"/>
                <a:gd name="connsiteY51" fmla="*/ 341852 h 419100"/>
                <a:gd name="connsiteX52" fmla="*/ 177927 w 361950"/>
                <a:gd name="connsiteY52" fmla="*/ 342043 h 419100"/>
                <a:gd name="connsiteX53" fmla="*/ 177165 w 361950"/>
                <a:gd name="connsiteY53" fmla="*/ 342519 h 419100"/>
                <a:gd name="connsiteX54" fmla="*/ 176975 w 361950"/>
                <a:gd name="connsiteY54" fmla="*/ 343186 h 419100"/>
                <a:gd name="connsiteX55" fmla="*/ 177260 w 361950"/>
                <a:gd name="connsiteY55" fmla="*/ 343853 h 419100"/>
                <a:gd name="connsiteX56" fmla="*/ 177832 w 361950"/>
                <a:gd name="connsiteY56" fmla="*/ 344519 h 419100"/>
                <a:gd name="connsiteX57" fmla="*/ 178689 w 361950"/>
                <a:gd name="connsiteY57" fmla="*/ 345091 h 419100"/>
                <a:gd name="connsiteX58" fmla="*/ 180404 w 361950"/>
                <a:gd name="connsiteY58" fmla="*/ 345758 h 419100"/>
                <a:gd name="connsiteX59" fmla="*/ 182213 w 361950"/>
                <a:gd name="connsiteY59" fmla="*/ 345853 h 419100"/>
                <a:gd name="connsiteX60" fmla="*/ 183642 w 361950"/>
                <a:gd name="connsiteY60" fmla="*/ 345186 h 419100"/>
                <a:gd name="connsiteX61" fmla="*/ 184213 w 361950"/>
                <a:gd name="connsiteY61" fmla="*/ 343471 h 419100"/>
                <a:gd name="connsiteX62" fmla="*/ 184499 w 361950"/>
                <a:gd name="connsiteY62" fmla="*/ 342138 h 419100"/>
                <a:gd name="connsiteX63" fmla="*/ 185071 w 361950"/>
                <a:gd name="connsiteY63" fmla="*/ 341567 h 419100"/>
                <a:gd name="connsiteX64" fmla="*/ 185833 w 361950"/>
                <a:gd name="connsiteY64" fmla="*/ 341090 h 419100"/>
                <a:gd name="connsiteX65" fmla="*/ 186500 w 361950"/>
                <a:gd name="connsiteY65" fmla="*/ 340138 h 419100"/>
                <a:gd name="connsiteX66" fmla="*/ 186500 w 361950"/>
                <a:gd name="connsiteY66" fmla="*/ 339376 h 419100"/>
                <a:gd name="connsiteX67" fmla="*/ 185928 w 361950"/>
                <a:gd name="connsiteY67" fmla="*/ 337661 h 419100"/>
                <a:gd name="connsiteX68" fmla="*/ 186023 w 361950"/>
                <a:gd name="connsiteY68" fmla="*/ 336613 h 419100"/>
                <a:gd name="connsiteX69" fmla="*/ 295561 w 361950"/>
                <a:gd name="connsiteY69" fmla="*/ 277559 h 419100"/>
                <a:gd name="connsiteX70" fmla="*/ 294989 w 361950"/>
                <a:gd name="connsiteY70" fmla="*/ 277559 h 419100"/>
                <a:gd name="connsiteX71" fmla="*/ 294227 w 361950"/>
                <a:gd name="connsiteY71" fmla="*/ 277749 h 419100"/>
                <a:gd name="connsiteX72" fmla="*/ 293370 w 361950"/>
                <a:gd name="connsiteY72" fmla="*/ 277654 h 419100"/>
                <a:gd name="connsiteX73" fmla="*/ 292513 w 361950"/>
                <a:gd name="connsiteY73" fmla="*/ 277178 h 419100"/>
                <a:gd name="connsiteX74" fmla="*/ 291751 w 361950"/>
                <a:gd name="connsiteY74" fmla="*/ 276511 h 419100"/>
                <a:gd name="connsiteX75" fmla="*/ 291275 w 361950"/>
                <a:gd name="connsiteY75" fmla="*/ 275558 h 419100"/>
                <a:gd name="connsiteX76" fmla="*/ 290894 w 361950"/>
                <a:gd name="connsiteY76" fmla="*/ 274701 h 419100"/>
                <a:gd name="connsiteX77" fmla="*/ 290513 w 361950"/>
                <a:gd name="connsiteY77" fmla="*/ 274415 h 419100"/>
                <a:gd name="connsiteX78" fmla="*/ 290132 w 361950"/>
                <a:gd name="connsiteY78" fmla="*/ 274415 h 419100"/>
                <a:gd name="connsiteX79" fmla="*/ 289655 w 361950"/>
                <a:gd name="connsiteY79" fmla="*/ 273939 h 419100"/>
                <a:gd name="connsiteX80" fmla="*/ 289179 w 361950"/>
                <a:gd name="connsiteY80" fmla="*/ 273749 h 419100"/>
                <a:gd name="connsiteX81" fmla="*/ 288227 w 361950"/>
                <a:gd name="connsiteY81" fmla="*/ 274701 h 419100"/>
                <a:gd name="connsiteX82" fmla="*/ 287941 w 361950"/>
                <a:gd name="connsiteY82" fmla="*/ 274892 h 419100"/>
                <a:gd name="connsiteX83" fmla="*/ 287274 w 361950"/>
                <a:gd name="connsiteY83" fmla="*/ 275082 h 419100"/>
                <a:gd name="connsiteX84" fmla="*/ 287084 w 361950"/>
                <a:gd name="connsiteY84" fmla="*/ 275654 h 419100"/>
                <a:gd name="connsiteX85" fmla="*/ 287464 w 361950"/>
                <a:gd name="connsiteY85" fmla="*/ 276987 h 419100"/>
                <a:gd name="connsiteX86" fmla="*/ 288417 w 361950"/>
                <a:gd name="connsiteY86" fmla="*/ 277939 h 419100"/>
                <a:gd name="connsiteX87" fmla="*/ 290608 w 361950"/>
                <a:gd name="connsiteY87" fmla="*/ 278511 h 419100"/>
                <a:gd name="connsiteX88" fmla="*/ 290894 w 361950"/>
                <a:gd name="connsiteY88" fmla="*/ 278130 h 419100"/>
                <a:gd name="connsiteX89" fmla="*/ 291751 w 361950"/>
                <a:gd name="connsiteY89" fmla="*/ 277844 h 419100"/>
                <a:gd name="connsiteX90" fmla="*/ 292513 w 361950"/>
                <a:gd name="connsiteY90" fmla="*/ 278321 h 419100"/>
                <a:gd name="connsiteX91" fmla="*/ 292513 w 361950"/>
                <a:gd name="connsiteY91" fmla="*/ 278987 h 419100"/>
                <a:gd name="connsiteX92" fmla="*/ 292322 w 361950"/>
                <a:gd name="connsiteY92" fmla="*/ 279749 h 419100"/>
                <a:gd name="connsiteX93" fmla="*/ 292799 w 361950"/>
                <a:gd name="connsiteY93" fmla="*/ 280702 h 419100"/>
                <a:gd name="connsiteX94" fmla="*/ 293751 w 361950"/>
                <a:gd name="connsiteY94" fmla="*/ 281273 h 419100"/>
                <a:gd name="connsiteX95" fmla="*/ 294799 w 361950"/>
                <a:gd name="connsiteY95" fmla="*/ 281273 h 419100"/>
                <a:gd name="connsiteX96" fmla="*/ 295275 w 361950"/>
                <a:gd name="connsiteY96" fmla="*/ 280607 h 419100"/>
                <a:gd name="connsiteX97" fmla="*/ 295275 w 361950"/>
                <a:gd name="connsiteY97" fmla="*/ 279463 h 419100"/>
                <a:gd name="connsiteX98" fmla="*/ 295656 w 361950"/>
                <a:gd name="connsiteY98" fmla="*/ 278606 h 419100"/>
                <a:gd name="connsiteX99" fmla="*/ 296418 w 361950"/>
                <a:gd name="connsiteY99" fmla="*/ 278321 h 419100"/>
                <a:gd name="connsiteX100" fmla="*/ 296799 w 361950"/>
                <a:gd name="connsiteY100" fmla="*/ 277749 h 419100"/>
                <a:gd name="connsiteX101" fmla="*/ 296323 w 361950"/>
                <a:gd name="connsiteY101" fmla="*/ 277463 h 419100"/>
                <a:gd name="connsiteX102" fmla="*/ 295561 w 361950"/>
                <a:gd name="connsiteY102" fmla="*/ 277559 h 419100"/>
                <a:gd name="connsiteX103" fmla="*/ 278987 w 361950"/>
                <a:gd name="connsiteY103" fmla="*/ 250603 h 419100"/>
                <a:gd name="connsiteX104" fmla="*/ 279463 w 361950"/>
                <a:gd name="connsiteY104" fmla="*/ 248126 h 419100"/>
                <a:gd name="connsiteX105" fmla="*/ 279654 w 361950"/>
                <a:gd name="connsiteY105" fmla="*/ 247364 h 419100"/>
                <a:gd name="connsiteX106" fmla="*/ 279178 w 361950"/>
                <a:gd name="connsiteY106" fmla="*/ 246602 h 419100"/>
                <a:gd name="connsiteX107" fmla="*/ 279178 w 361950"/>
                <a:gd name="connsiteY107" fmla="*/ 246126 h 419100"/>
                <a:gd name="connsiteX108" fmla="*/ 278892 w 361950"/>
                <a:gd name="connsiteY108" fmla="*/ 245554 h 419100"/>
                <a:gd name="connsiteX109" fmla="*/ 277939 w 361950"/>
                <a:gd name="connsiteY109" fmla="*/ 245745 h 419100"/>
                <a:gd name="connsiteX110" fmla="*/ 277082 w 361950"/>
                <a:gd name="connsiteY110" fmla="*/ 246602 h 419100"/>
                <a:gd name="connsiteX111" fmla="*/ 276796 w 361950"/>
                <a:gd name="connsiteY111" fmla="*/ 246983 h 419100"/>
                <a:gd name="connsiteX112" fmla="*/ 276130 w 361950"/>
                <a:gd name="connsiteY112" fmla="*/ 247745 h 419100"/>
                <a:gd name="connsiteX113" fmla="*/ 275939 w 361950"/>
                <a:gd name="connsiteY113" fmla="*/ 247936 h 419100"/>
                <a:gd name="connsiteX114" fmla="*/ 275749 w 361950"/>
                <a:gd name="connsiteY114" fmla="*/ 248221 h 419100"/>
                <a:gd name="connsiteX115" fmla="*/ 275654 w 361950"/>
                <a:gd name="connsiteY115" fmla="*/ 248698 h 419100"/>
                <a:gd name="connsiteX116" fmla="*/ 273844 w 361950"/>
                <a:gd name="connsiteY116" fmla="*/ 253555 h 419100"/>
                <a:gd name="connsiteX117" fmla="*/ 273844 w 361950"/>
                <a:gd name="connsiteY117" fmla="*/ 255270 h 419100"/>
                <a:gd name="connsiteX118" fmla="*/ 274130 w 361950"/>
                <a:gd name="connsiteY118" fmla="*/ 256032 h 419100"/>
                <a:gd name="connsiteX119" fmla="*/ 274320 w 361950"/>
                <a:gd name="connsiteY119" fmla="*/ 256985 h 419100"/>
                <a:gd name="connsiteX120" fmla="*/ 274987 w 361950"/>
                <a:gd name="connsiteY120" fmla="*/ 258794 h 419100"/>
                <a:gd name="connsiteX121" fmla="*/ 275463 w 361950"/>
                <a:gd name="connsiteY121" fmla="*/ 258794 h 419100"/>
                <a:gd name="connsiteX122" fmla="*/ 276320 w 361950"/>
                <a:gd name="connsiteY122" fmla="*/ 258223 h 419100"/>
                <a:gd name="connsiteX123" fmla="*/ 277273 w 361950"/>
                <a:gd name="connsiteY123" fmla="*/ 257842 h 419100"/>
                <a:gd name="connsiteX124" fmla="*/ 278035 w 361950"/>
                <a:gd name="connsiteY124" fmla="*/ 257461 h 419100"/>
                <a:gd name="connsiteX125" fmla="*/ 278035 w 361950"/>
                <a:gd name="connsiteY125" fmla="*/ 256413 h 419100"/>
                <a:gd name="connsiteX126" fmla="*/ 277654 w 361950"/>
                <a:gd name="connsiteY126" fmla="*/ 254889 h 419100"/>
                <a:gd name="connsiteX127" fmla="*/ 277939 w 361950"/>
                <a:gd name="connsiteY127" fmla="*/ 252889 h 419100"/>
                <a:gd name="connsiteX128" fmla="*/ 278987 w 361950"/>
                <a:gd name="connsiteY128" fmla="*/ 250603 h 419100"/>
                <a:gd name="connsiteX129" fmla="*/ 317849 w 361950"/>
                <a:gd name="connsiteY129" fmla="*/ 245650 h 419100"/>
                <a:gd name="connsiteX130" fmla="*/ 316802 w 361950"/>
                <a:gd name="connsiteY130" fmla="*/ 244983 h 419100"/>
                <a:gd name="connsiteX131" fmla="*/ 318040 w 361950"/>
                <a:gd name="connsiteY131" fmla="*/ 244030 h 419100"/>
                <a:gd name="connsiteX132" fmla="*/ 317278 w 361950"/>
                <a:gd name="connsiteY132" fmla="*/ 243078 h 419100"/>
                <a:gd name="connsiteX133" fmla="*/ 316516 w 361950"/>
                <a:gd name="connsiteY133" fmla="*/ 242411 h 419100"/>
                <a:gd name="connsiteX134" fmla="*/ 315754 w 361950"/>
                <a:gd name="connsiteY134" fmla="*/ 242221 h 419100"/>
                <a:gd name="connsiteX135" fmla="*/ 314801 w 361950"/>
                <a:gd name="connsiteY135" fmla="*/ 242792 h 419100"/>
                <a:gd name="connsiteX136" fmla="*/ 313849 w 361950"/>
                <a:gd name="connsiteY136" fmla="*/ 241649 h 419100"/>
                <a:gd name="connsiteX137" fmla="*/ 313468 w 361950"/>
                <a:gd name="connsiteY137" fmla="*/ 240030 h 419100"/>
                <a:gd name="connsiteX138" fmla="*/ 313563 w 361950"/>
                <a:gd name="connsiteY138" fmla="*/ 238601 h 419100"/>
                <a:gd name="connsiteX139" fmla="*/ 313944 w 361950"/>
                <a:gd name="connsiteY139" fmla="*/ 237935 h 419100"/>
                <a:gd name="connsiteX140" fmla="*/ 312515 w 361950"/>
                <a:gd name="connsiteY140" fmla="*/ 237935 h 419100"/>
                <a:gd name="connsiteX141" fmla="*/ 311468 w 361950"/>
                <a:gd name="connsiteY141" fmla="*/ 238506 h 419100"/>
                <a:gd name="connsiteX142" fmla="*/ 311087 w 361950"/>
                <a:gd name="connsiteY142" fmla="*/ 238887 h 419100"/>
                <a:gd name="connsiteX143" fmla="*/ 309848 w 361950"/>
                <a:gd name="connsiteY143" fmla="*/ 239173 h 419100"/>
                <a:gd name="connsiteX144" fmla="*/ 308515 w 361950"/>
                <a:gd name="connsiteY144" fmla="*/ 240506 h 419100"/>
                <a:gd name="connsiteX145" fmla="*/ 307277 w 361950"/>
                <a:gd name="connsiteY145" fmla="*/ 242126 h 419100"/>
                <a:gd name="connsiteX146" fmla="*/ 306800 w 361950"/>
                <a:gd name="connsiteY146" fmla="*/ 243745 h 419100"/>
                <a:gd name="connsiteX147" fmla="*/ 307562 w 361950"/>
                <a:gd name="connsiteY147" fmla="*/ 245269 h 419100"/>
                <a:gd name="connsiteX148" fmla="*/ 308134 w 361950"/>
                <a:gd name="connsiteY148" fmla="*/ 244507 h 419100"/>
                <a:gd name="connsiteX149" fmla="*/ 308896 w 361950"/>
                <a:gd name="connsiteY149" fmla="*/ 244030 h 419100"/>
                <a:gd name="connsiteX150" fmla="*/ 309563 w 361950"/>
                <a:gd name="connsiteY150" fmla="*/ 244030 h 419100"/>
                <a:gd name="connsiteX151" fmla="*/ 309848 w 361950"/>
                <a:gd name="connsiteY151" fmla="*/ 244888 h 419100"/>
                <a:gd name="connsiteX152" fmla="*/ 308801 w 361950"/>
                <a:gd name="connsiteY152" fmla="*/ 248031 h 419100"/>
                <a:gd name="connsiteX153" fmla="*/ 308705 w 361950"/>
                <a:gd name="connsiteY153" fmla="*/ 248793 h 419100"/>
                <a:gd name="connsiteX154" fmla="*/ 309563 w 361950"/>
                <a:gd name="connsiteY154" fmla="*/ 249746 h 419100"/>
                <a:gd name="connsiteX155" fmla="*/ 312134 w 361950"/>
                <a:gd name="connsiteY155" fmla="*/ 249269 h 419100"/>
                <a:gd name="connsiteX156" fmla="*/ 313658 w 361950"/>
                <a:gd name="connsiteY156" fmla="*/ 250031 h 419100"/>
                <a:gd name="connsiteX157" fmla="*/ 312706 w 361950"/>
                <a:gd name="connsiteY157" fmla="*/ 251460 h 419100"/>
                <a:gd name="connsiteX158" fmla="*/ 311277 w 361950"/>
                <a:gd name="connsiteY158" fmla="*/ 251746 h 419100"/>
                <a:gd name="connsiteX159" fmla="*/ 307086 w 361950"/>
                <a:gd name="connsiteY159" fmla="*/ 251174 h 419100"/>
                <a:gd name="connsiteX160" fmla="*/ 306324 w 361950"/>
                <a:gd name="connsiteY160" fmla="*/ 251365 h 419100"/>
                <a:gd name="connsiteX161" fmla="*/ 305657 w 361950"/>
                <a:gd name="connsiteY161" fmla="*/ 251936 h 419100"/>
                <a:gd name="connsiteX162" fmla="*/ 304895 w 361950"/>
                <a:gd name="connsiteY162" fmla="*/ 253079 h 419100"/>
                <a:gd name="connsiteX163" fmla="*/ 305657 w 361950"/>
                <a:gd name="connsiteY163" fmla="*/ 253555 h 419100"/>
                <a:gd name="connsiteX164" fmla="*/ 306514 w 361950"/>
                <a:gd name="connsiteY164" fmla="*/ 253746 h 419100"/>
                <a:gd name="connsiteX165" fmla="*/ 307372 w 361950"/>
                <a:gd name="connsiteY165" fmla="*/ 253555 h 419100"/>
                <a:gd name="connsiteX166" fmla="*/ 308134 w 361950"/>
                <a:gd name="connsiteY166" fmla="*/ 253079 h 419100"/>
                <a:gd name="connsiteX167" fmla="*/ 308229 w 361950"/>
                <a:gd name="connsiteY167" fmla="*/ 253175 h 419100"/>
                <a:gd name="connsiteX168" fmla="*/ 308324 w 361950"/>
                <a:gd name="connsiteY168" fmla="*/ 253746 h 419100"/>
                <a:gd name="connsiteX169" fmla="*/ 308324 w 361950"/>
                <a:gd name="connsiteY169" fmla="*/ 254318 h 419100"/>
                <a:gd name="connsiteX170" fmla="*/ 308324 w 361950"/>
                <a:gd name="connsiteY170" fmla="*/ 254699 h 419100"/>
                <a:gd name="connsiteX171" fmla="*/ 308134 w 361950"/>
                <a:gd name="connsiteY171" fmla="*/ 255079 h 419100"/>
                <a:gd name="connsiteX172" fmla="*/ 307467 w 361950"/>
                <a:gd name="connsiteY172" fmla="*/ 255556 h 419100"/>
                <a:gd name="connsiteX173" fmla="*/ 307181 w 361950"/>
                <a:gd name="connsiteY173" fmla="*/ 255842 h 419100"/>
                <a:gd name="connsiteX174" fmla="*/ 306800 w 361950"/>
                <a:gd name="connsiteY174" fmla="*/ 257556 h 419100"/>
                <a:gd name="connsiteX175" fmla="*/ 307658 w 361950"/>
                <a:gd name="connsiteY175" fmla="*/ 258794 h 419100"/>
                <a:gd name="connsiteX176" fmla="*/ 309086 w 361950"/>
                <a:gd name="connsiteY176" fmla="*/ 259652 h 419100"/>
                <a:gd name="connsiteX177" fmla="*/ 310515 w 361950"/>
                <a:gd name="connsiteY177" fmla="*/ 260223 h 419100"/>
                <a:gd name="connsiteX178" fmla="*/ 311944 w 361950"/>
                <a:gd name="connsiteY178" fmla="*/ 260509 h 419100"/>
                <a:gd name="connsiteX179" fmla="*/ 312134 w 361950"/>
                <a:gd name="connsiteY179" fmla="*/ 260033 h 419100"/>
                <a:gd name="connsiteX180" fmla="*/ 311944 w 361950"/>
                <a:gd name="connsiteY180" fmla="*/ 259080 h 419100"/>
                <a:gd name="connsiteX181" fmla="*/ 311944 w 361950"/>
                <a:gd name="connsiteY181" fmla="*/ 258032 h 419100"/>
                <a:gd name="connsiteX182" fmla="*/ 313087 w 361950"/>
                <a:gd name="connsiteY182" fmla="*/ 256508 h 419100"/>
                <a:gd name="connsiteX183" fmla="*/ 314896 w 361950"/>
                <a:gd name="connsiteY183" fmla="*/ 255365 h 419100"/>
                <a:gd name="connsiteX184" fmla="*/ 316992 w 361950"/>
                <a:gd name="connsiteY184" fmla="*/ 254984 h 419100"/>
                <a:gd name="connsiteX185" fmla="*/ 318992 w 361950"/>
                <a:gd name="connsiteY185" fmla="*/ 255556 h 419100"/>
                <a:gd name="connsiteX186" fmla="*/ 318421 w 361950"/>
                <a:gd name="connsiteY186" fmla="*/ 253937 h 419100"/>
                <a:gd name="connsiteX187" fmla="*/ 315754 w 361950"/>
                <a:gd name="connsiteY187" fmla="*/ 252508 h 419100"/>
                <a:gd name="connsiteX188" fmla="*/ 315182 w 361950"/>
                <a:gd name="connsiteY188" fmla="*/ 250793 h 419100"/>
                <a:gd name="connsiteX189" fmla="*/ 315659 w 361950"/>
                <a:gd name="connsiteY189" fmla="*/ 249269 h 419100"/>
                <a:gd name="connsiteX190" fmla="*/ 316802 w 361950"/>
                <a:gd name="connsiteY190" fmla="*/ 248126 h 419100"/>
                <a:gd name="connsiteX191" fmla="*/ 318040 w 361950"/>
                <a:gd name="connsiteY191" fmla="*/ 247841 h 419100"/>
                <a:gd name="connsiteX192" fmla="*/ 318992 w 361950"/>
                <a:gd name="connsiteY192" fmla="*/ 248984 h 419100"/>
                <a:gd name="connsiteX193" fmla="*/ 320230 w 361950"/>
                <a:gd name="connsiteY193" fmla="*/ 248126 h 419100"/>
                <a:gd name="connsiteX194" fmla="*/ 321183 w 361950"/>
                <a:gd name="connsiteY194" fmla="*/ 247174 h 419100"/>
                <a:gd name="connsiteX195" fmla="*/ 319659 w 361950"/>
                <a:gd name="connsiteY195" fmla="*/ 246412 h 419100"/>
                <a:gd name="connsiteX196" fmla="*/ 317849 w 361950"/>
                <a:gd name="connsiteY196" fmla="*/ 245650 h 419100"/>
                <a:gd name="connsiteX197" fmla="*/ 281083 w 361950"/>
                <a:gd name="connsiteY197" fmla="*/ 206597 h 419100"/>
                <a:gd name="connsiteX198" fmla="*/ 275939 w 361950"/>
                <a:gd name="connsiteY198" fmla="*/ 204692 h 419100"/>
                <a:gd name="connsiteX199" fmla="*/ 273272 w 361950"/>
                <a:gd name="connsiteY199" fmla="*/ 204121 h 419100"/>
                <a:gd name="connsiteX200" fmla="*/ 272129 w 361950"/>
                <a:gd name="connsiteY200" fmla="*/ 203645 h 419100"/>
                <a:gd name="connsiteX201" fmla="*/ 270986 w 361950"/>
                <a:gd name="connsiteY201" fmla="*/ 202787 h 419100"/>
                <a:gd name="connsiteX202" fmla="*/ 269177 w 361950"/>
                <a:gd name="connsiteY202" fmla="*/ 199930 h 419100"/>
                <a:gd name="connsiteX203" fmla="*/ 268224 w 361950"/>
                <a:gd name="connsiteY203" fmla="*/ 199168 h 419100"/>
                <a:gd name="connsiteX204" fmla="*/ 268891 w 361950"/>
                <a:gd name="connsiteY204" fmla="*/ 202692 h 419100"/>
                <a:gd name="connsiteX205" fmla="*/ 269653 w 361950"/>
                <a:gd name="connsiteY205" fmla="*/ 203740 h 419100"/>
                <a:gd name="connsiteX206" fmla="*/ 270510 w 361950"/>
                <a:gd name="connsiteY206" fmla="*/ 204597 h 419100"/>
                <a:gd name="connsiteX207" fmla="*/ 271272 w 361950"/>
                <a:gd name="connsiteY207" fmla="*/ 205550 h 419100"/>
                <a:gd name="connsiteX208" fmla="*/ 271558 w 361950"/>
                <a:gd name="connsiteY208" fmla="*/ 206788 h 419100"/>
                <a:gd name="connsiteX209" fmla="*/ 272129 w 361950"/>
                <a:gd name="connsiteY209" fmla="*/ 207740 h 419100"/>
                <a:gd name="connsiteX210" fmla="*/ 273368 w 361950"/>
                <a:gd name="connsiteY210" fmla="*/ 208121 h 419100"/>
                <a:gd name="connsiteX211" fmla="*/ 274701 w 361950"/>
                <a:gd name="connsiteY211" fmla="*/ 208312 h 419100"/>
                <a:gd name="connsiteX212" fmla="*/ 275654 w 361950"/>
                <a:gd name="connsiteY212" fmla="*/ 208597 h 419100"/>
                <a:gd name="connsiteX213" fmla="*/ 276416 w 361950"/>
                <a:gd name="connsiteY213" fmla="*/ 209074 h 419100"/>
                <a:gd name="connsiteX214" fmla="*/ 279083 w 361950"/>
                <a:gd name="connsiteY214" fmla="*/ 210026 h 419100"/>
                <a:gd name="connsiteX215" fmla="*/ 281083 w 361950"/>
                <a:gd name="connsiteY215" fmla="*/ 210407 h 419100"/>
                <a:gd name="connsiteX216" fmla="*/ 281845 w 361950"/>
                <a:gd name="connsiteY216" fmla="*/ 210788 h 419100"/>
                <a:gd name="connsiteX217" fmla="*/ 282607 w 361950"/>
                <a:gd name="connsiteY217" fmla="*/ 210788 h 419100"/>
                <a:gd name="connsiteX218" fmla="*/ 283750 w 361950"/>
                <a:gd name="connsiteY218" fmla="*/ 209836 h 419100"/>
                <a:gd name="connsiteX219" fmla="*/ 283464 w 361950"/>
                <a:gd name="connsiteY219" fmla="*/ 208217 h 419100"/>
                <a:gd name="connsiteX220" fmla="*/ 281083 w 361950"/>
                <a:gd name="connsiteY220" fmla="*/ 206597 h 419100"/>
                <a:gd name="connsiteX221" fmla="*/ 300514 w 361950"/>
                <a:gd name="connsiteY221" fmla="*/ 197168 h 419100"/>
                <a:gd name="connsiteX222" fmla="*/ 299371 w 361950"/>
                <a:gd name="connsiteY222" fmla="*/ 196596 h 419100"/>
                <a:gd name="connsiteX223" fmla="*/ 297371 w 361950"/>
                <a:gd name="connsiteY223" fmla="*/ 197358 h 419100"/>
                <a:gd name="connsiteX224" fmla="*/ 295656 w 361950"/>
                <a:gd name="connsiteY224" fmla="*/ 199454 h 419100"/>
                <a:gd name="connsiteX225" fmla="*/ 296513 w 361950"/>
                <a:gd name="connsiteY225" fmla="*/ 200787 h 419100"/>
                <a:gd name="connsiteX226" fmla="*/ 300895 w 361950"/>
                <a:gd name="connsiteY226" fmla="*/ 202216 h 419100"/>
                <a:gd name="connsiteX227" fmla="*/ 302324 w 361950"/>
                <a:gd name="connsiteY227" fmla="*/ 201644 h 419100"/>
                <a:gd name="connsiteX228" fmla="*/ 302705 w 361950"/>
                <a:gd name="connsiteY228" fmla="*/ 200978 h 419100"/>
                <a:gd name="connsiteX229" fmla="*/ 302324 w 361950"/>
                <a:gd name="connsiteY229" fmla="*/ 200120 h 419100"/>
                <a:gd name="connsiteX230" fmla="*/ 301371 w 361950"/>
                <a:gd name="connsiteY230" fmla="*/ 198406 h 419100"/>
                <a:gd name="connsiteX231" fmla="*/ 300514 w 361950"/>
                <a:gd name="connsiteY231" fmla="*/ 197168 h 419100"/>
                <a:gd name="connsiteX232" fmla="*/ 361569 w 361950"/>
                <a:gd name="connsiteY232" fmla="*/ 124396 h 419100"/>
                <a:gd name="connsiteX233" fmla="*/ 361283 w 361950"/>
                <a:gd name="connsiteY233" fmla="*/ 124016 h 419100"/>
                <a:gd name="connsiteX234" fmla="*/ 360902 w 361950"/>
                <a:gd name="connsiteY234" fmla="*/ 122968 h 419100"/>
                <a:gd name="connsiteX235" fmla="*/ 360426 w 361950"/>
                <a:gd name="connsiteY235" fmla="*/ 122301 h 419100"/>
                <a:gd name="connsiteX236" fmla="*/ 359950 w 361950"/>
                <a:gd name="connsiteY236" fmla="*/ 122015 h 419100"/>
                <a:gd name="connsiteX237" fmla="*/ 359759 w 361950"/>
                <a:gd name="connsiteY237" fmla="*/ 121729 h 419100"/>
                <a:gd name="connsiteX238" fmla="*/ 359378 w 361950"/>
                <a:gd name="connsiteY238" fmla="*/ 121539 h 419100"/>
                <a:gd name="connsiteX239" fmla="*/ 358902 w 361950"/>
                <a:gd name="connsiteY239" fmla="*/ 121444 h 419100"/>
                <a:gd name="connsiteX240" fmla="*/ 358235 w 361950"/>
                <a:gd name="connsiteY240" fmla="*/ 121634 h 419100"/>
                <a:gd name="connsiteX241" fmla="*/ 357378 w 361950"/>
                <a:gd name="connsiteY241" fmla="*/ 122396 h 419100"/>
                <a:gd name="connsiteX242" fmla="*/ 357092 w 361950"/>
                <a:gd name="connsiteY242" fmla="*/ 122396 h 419100"/>
                <a:gd name="connsiteX243" fmla="*/ 356902 w 361950"/>
                <a:gd name="connsiteY243" fmla="*/ 122777 h 419100"/>
                <a:gd name="connsiteX244" fmla="*/ 356807 w 361950"/>
                <a:gd name="connsiteY244" fmla="*/ 123635 h 419100"/>
                <a:gd name="connsiteX245" fmla="*/ 357473 w 361950"/>
                <a:gd name="connsiteY245" fmla="*/ 124396 h 419100"/>
                <a:gd name="connsiteX246" fmla="*/ 359569 w 361950"/>
                <a:gd name="connsiteY246" fmla="*/ 125825 h 419100"/>
                <a:gd name="connsiteX247" fmla="*/ 362236 w 361950"/>
                <a:gd name="connsiteY247" fmla="*/ 124778 h 419100"/>
                <a:gd name="connsiteX248" fmla="*/ 362141 w 361950"/>
                <a:gd name="connsiteY248" fmla="*/ 124492 h 419100"/>
                <a:gd name="connsiteX249" fmla="*/ 361569 w 361950"/>
                <a:gd name="connsiteY249" fmla="*/ 124396 h 419100"/>
                <a:gd name="connsiteX250" fmla="*/ 362236 w 361950"/>
                <a:gd name="connsiteY250" fmla="*/ 102965 h 419100"/>
                <a:gd name="connsiteX251" fmla="*/ 360902 w 361950"/>
                <a:gd name="connsiteY251" fmla="*/ 102299 h 419100"/>
                <a:gd name="connsiteX252" fmla="*/ 359093 w 361950"/>
                <a:gd name="connsiteY252" fmla="*/ 102965 h 419100"/>
                <a:gd name="connsiteX253" fmla="*/ 360521 w 361950"/>
                <a:gd name="connsiteY253" fmla="*/ 100394 h 419100"/>
                <a:gd name="connsiteX254" fmla="*/ 360426 w 361950"/>
                <a:gd name="connsiteY254" fmla="*/ 99060 h 419100"/>
                <a:gd name="connsiteX255" fmla="*/ 358997 w 361950"/>
                <a:gd name="connsiteY255" fmla="*/ 97536 h 419100"/>
                <a:gd name="connsiteX256" fmla="*/ 358616 w 361950"/>
                <a:gd name="connsiteY256" fmla="*/ 98108 h 419100"/>
                <a:gd name="connsiteX257" fmla="*/ 358521 w 361950"/>
                <a:gd name="connsiteY257" fmla="*/ 98393 h 419100"/>
                <a:gd name="connsiteX258" fmla="*/ 358426 w 361950"/>
                <a:gd name="connsiteY258" fmla="*/ 98774 h 419100"/>
                <a:gd name="connsiteX259" fmla="*/ 357950 w 361950"/>
                <a:gd name="connsiteY259" fmla="*/ 98774 h 419100"/>
                <a:gd name="connsiteX260" fmla="*/ 357950 w 361950"/>
                <a:gd name="connsiteY260" fmla="*/ 98203 h 419100"/>
                <a:gd name="connsiteX261" fmla="*/ 356807 w 361950"/>
                <a:gd name="connsiteY261" fmla="*/ 99060 h 419100"/>
                <a:gd name="connsiteX262" fmla="*/ 355759 w 361950"/>
                <a:gd name="connsiteY262" fmla="*/ 100013 h 419100"/>
                <a:gd name="connsiteX263" fmla="*/ 355092 w 361950"/>
                <a:gd name="connsiteY263" fmla="*/ 98965 h 419100"/>
                <a:gd name="connsiteX264" fmla="*/ 352901 w 361950"/>
                <a:gd name="connsiteY264" fmla="*/ 97822 h 419100"/>
                <a:gd name="connsiteX265" fmla="*/ 352425 w 361950"/>
                <a:gd name="connsiteY265" fmla="*/ 96584 h 419100"/>
                <a:gd name="connsiteX266" fmla="*/ 351854 w 361950"/>
                <a:gd name="connsiteY266" fmla="*/ 96203 h 419100"/>
                <a:gd name="connsiteX267" fmla="*/ 350520 w 361950"/>
                <a:gd name="connsiteY267" fmla="*/ 96679 h 419100"/>
                <a:gd name="connsiteX268" fmla="*/ 348139 w 361950"/>
                <a:gd name="connsiteY268" fmla="*/ 98108 h 419100"/>
                <a:gd name="connsiteX269" fmla="*/ 347948 w 361950"/>
                <a:gd name="connsiteY269" fmla="*/ 98488 h 419100"/>
                <a:gd name="connsiteX270" fmla="*/ 347853 w 361950"/>
                <a:gd name="connsiteY270" fmla="*/ 99060 h 419100"/>
                <a:gd name="connsiteX271" fmla="*/ 347567 w 361950"/>
                <a:gd name="connsiteY271" fmla="*/ 99632 h 419100"/>
                <a:gd name="connsiteX272" fmla="*/ 346805 w 361950"/>
                <a:gd name="connsiteY272" fmla="*/ 99822 h 419100"/>
                <a:gd name="connsiteX273" fmla="*/ 346043 w 361950"/>
                <a:gd name="connsiteY273" fmla="*/ 99727 h 419100"/>
                <a:gd name="connsiteX274" fmla="*/ 345662 w 361950"/>
                <a:gd name="connsiteY274" fmla="*/ 99346 h 419100"/>
                <a:gd name="connsiteX275" fmla="*/ 345472 w 361950"/>
                <a:gd name="connsiteY275" fmla="*/ 98679 h 419100"/>
                <a:gd name="connsiteX276" fmla="*/ 345472 w 361950"/>
                <a:gd name="connsiteY276" fmla="*/ 97822 h 419100"/>
                <a:gd name="connsiteX277" fmla="*/ 346805 w 361950"/>
                <a:gd name="connsiteY277" fmla="*/ 96298 h 419100"/>
                <a:gd name="connsiteX278" fmla="*/ 347186 w 361950"/>
                <a:gd name="connsiteY278" fmla="*/ 95631 h 419100"/>
                <a:gd name="connsiteX279" fmla="*/ 347186 w 361950"/>
                <a:gd name="connsiteY279" fmla="*/ 95060 h 419100"/>
                <a:gd name="connsiteX280" fmla="*/ 346996 w 361950"/>
                <a:gd name="connsiteY280" fmla="*/ 94297 h 419100"/>
                <a:gd name="connsiteX281" fmla="*/ 346901 w 361950"/>
                <a:gd name="connsiteY281" fmla="*/ 93440 h 419100"/>
                <a:gd name="connsiteX282" fmla="*/ 347186 w 361950"/>
                <a:gd name="connsiteY282" fmla="*/ 92488 h 419100"/>
                <a:gd name="connsiteX283" fmla="*/ 348520 w 361950"/>
                <a:gd name="connsiteY283" fmla="*/ 93821 h 419100"/>
                <a:gd name="connsiteX284" fmla="*/ 348996 w 361950"/>
                <a:gd name="connsiteY284" fmla="*/ 94869 h 419100"/>
                <a:gd name="connsiteX285" fmla="*/ 349472 w 361950"/>
                <a:gd name="connsiteY285" fmla="*/ 95060 h 419100"/>
                <a:gd name="connsiteX286" fmla="*/ 350901 w 361950"/>
                <a:gd name="connsiteY286" fmla="*/ 93726 h 419100"/>
                <a:gd name="connsiteX287" fmla="*/ 350901 w 361950"/>
                <a:gd name="connsiteY287" fmla="*/ 93154 h 419100"/>
                <a:gd name="connsiteX288" fmla="*/ 350234 w 361950"/>
                <a:gd name="connsiteY288" fmla="*/ 92869 h 419100"/>
                <a:gd name="connsiteX289" fmla="*/ 349853 w 361950"/>
                <a:gd name="connsiteY289" fmla="*/ 92488 h 419100"/>
                <a:gd name="connsiteX290" fmla="*/ 349568 w 361950"/>
                <a:gd name="connsiteY290" fmla="*/ 92012 h 419100"/>
                <a:gd name="connsiteX291" fmla="*/ 349282 w 361950"/>
                <a:gd name="connsiteY291" fmla="*/ 91345 h 419100"/>
                <a:gd name="connsiteX292" fmla="*/ 350425 w 361950"/>
                <a:gd name="connsiteY292" fmla="*/ 91535 h 419100"/>
                <a:gd name="connsiteX293" fmla="*/ 351282 w 361950"/>
                <a:gd name="connsiteY293" fmla="*/ 92012 h 419100"/>
                <a:gd name="connsiteX294" fmla="*/ 352139 w 361950"/>
                <a:gd name="connsiteY294" fmla="*/ 92297 h 419100"/>
                <a:gd name="connsiteX295" fmla="*/ 353187 w 361950"/>
                <a:gd name="connsiteY295" fmla="*/ 91916 h 419100"/>
                <a:gd name="connsiteX296" fmla="*/ 352806 w 361950"/>
                <a:gd name="connsiteY296" fmla="*/ 91535 h 419100"/>
                <a:gd name="connsiteX297" fmla="*/ 352711 w 361950"/>
                <a:gd name="connsiteY297" fmla="*/ 91250 h 419100"/>
                <a:gd name="connsiteX298" fmla="*/ 352711 w 361950"/>
                <a:gd name="connsiteY298" fmla="*/ 90869 h 419100"/>
                <a:gd name="connsiteX299" fmla="*/ 352616 w 361950"/>
                <a:gd name="connsiteY299" fmla="*/ 90107 h 419100"/>
                <a:gd name="connsiteX300" fmla="*/ 353568 w 361950"/>
                <a:gd name="connsiteY300" fmla="*/ 90773 h 419100"/>
                <a:gd name="connsiteX301" fmla="*/ 353949 w 361950"/>
                <a:gd name="connsiteY301" fmla="*/ 91250 h 419100"/>
                <a:gd name="connsiteX302" fmla="*/ 354330 w 361950"/>
                <a:gd name="connsiteY302" fmla="*/ 91916 h 419100"/>
                <a:gd name="connsiteX303" fmla="*/ 354806 w 361950"/>
                <a:gd name="connsiteY303" fmla="*/ 91440 h 419100"/>
                <a:gd name="connsiteX304" fmla="*/ 356426 w 361950"/>
                <a:gd name="connsiteY304" fmla="*/ 90678 h 419100"/>
                <a:gd name="connsiteX305" fmla="*/ 356235 w 361950"/>
                <a:gd name="connsiteY305" fmla="*/ 91916 h 419100"/>
                <a:gd name="connsiteX306" fmla="*/ 355949 w 361950"/>
                <a:gd name="connsiteY306" fmla="*/ 92202 h 419100"/>
                <a:gd name="connsiteX307" fmla="*/ 355378 w 361950"/>
                <a:gd name="connsiteY307" fmla="*/ 92488 h 419100"/>
                <a:gd name="connsiteX308" fmla="*/ 355949 w 361950"/>
                <a:gd name="connsiteY308" fmla="*/ 93154 h 419100"/>
                <a:gd name="connsiteX309" fmla="*/ 356235 w 361950"/>
                <a:gd name="connsiteY309" fmla="*/ 92774 h 419100"/>
                <a:gd name="connsiteX310" fmla="*/ 356235 w 361950"/>
                <a:gd name="connsiteY310" fmla="*/ 92678 h 419100"/>
                <a:gd name="connsiteX311" fmla="*/ 356330 w 361950"/>
                <a:gd name="connsiteY311" fmla="*/ 92774 h 419100"/>
                <a:gd name="connsiteX312" fmla="*/ 356997 w 361950"/>
                <a:gd name="connsiteY312" fmla="*/ 93059 h 419100"/>
                <a:gd name="connsiteX313" fmla="*/ 356045 w 361950"/>
                <a:gd name="connsiteY313" fmla="*/ 93536 h 419100"/>
                <a:gd name="connsiteX314" fmla="*/ 355092 w 361950"/>
                <a:gd name="connsiteY314" fmla="*/ 94297 h 419100"/>
                <a:gd name="connsiteX315" fmla="*/ 354521 w 361950"/>
                <a:gd name="connsiteY315" fmla="*/ 95345 h 419100"/>
                <a:gd name="connsiteX316" fmla="*/ 354806 w 361950"/>
                <a:gd name="connsiteY316" fmla="*/ 96679 h 419100"/>
                <a:gd name="connsiteX317" fmla="*/ 355663 w 361950"/>
                <a:gd name="connsiteY317" fmla="*/ 97346 h 419100"/>
                <a:gd name="connsiteX318" fmla="*/ 356807 w 361950"/>
                <a:gd name="connsiteY318" fmla="*/ 97250 h 419100"/>
                <a:gd name="connsiteX319" fmla="*/ 358045 w 361950"/>
                <a:gd name="connsiteY319" fmla="*/ 96869 h 419100"/>
                <a:gd name="connsiteX320" fmla="*/ 359188 w 361950"/>
                <a:gd name="connsiteY320" fmla="*/ 96679 h 419100"/>
                <a:gd name="connsiteX321" fmla="*/ 361474 w 361950"/>
                <a:gd name="connsiteY321" fmla="*/ 97822 h 419100"/>
                <a:gd name="connsiteX322" fmla="*/ 363950 w 361950"/>
                <a:gd name="connsiteY322" fmla="*/ 102489 h 419100"/>
                <a:gd name="connsiteX323" fmla="*/ 365760 w 361950"/>
                <a:gd name="connsiteY323" fmla="*/ 103442 h 419100"/>
                <a:gd name="connsiteX324" fmla="*/ 365093 w 361950"/>
                <a:gd name="connsiteY324" fmla="*/ 101251 h 419100"/>
                <a:gd name="connsiteX325" fmla="*/ 364998 w 361950"/>
                <a:gd name="connsiteY325" fmla="*/ 100489 h 419100"/>
                <a:gd name="connsiteX326" fmla="*/ 364808 w 361950"/>
                <a:gd name="connsiteY326" fmla="*/ 100298 h 419100"/>
                <a:gd name="connsiteX327" fmla="*/ 364522 w 361950"/>
                <a:gd name="connsiteY327" fmla="*/ 95250 h 419100"/>
                <a:gd name="connsiteX328" fmla="*/ 363950 w 361950"/>
                <a:gd name="connsiteY328" fmla="*/ 92488 h 419100"/>
                <a:gd name="connsiteX329" fmla="*/ 363474 w 361950"/>
                <a:gd name="connsiteY329" fmla="*/ 91154 h 419100"/>
                <a:gd name="connsiteX330" fmla="*/ 362617 w 361950"/>
                <a:gd name="connsiteY330" fmla="*/ 89535 h 419100"/>
                <a:gd name="connsiteX331" fmla="*/ 360236 w 361950"/>
                <a:gd name="connsiteY331" fmla="*/ 86106 h 419100"/>
                <a:gd name="connsiteX332" fmla="*/ 359664 w 361950"/>
                <a:gd name="connsiteY332" fmla="*/ 85439 h 419100"/>
                <a:gd name="connsiteX333" fmla="*/ 359093 w 361950"/>
                <a:gd name="connsiteY333" fmla="*/ 85058 h 419100"/>
                <a:gd name="connsiteX334" fmla="*/ 358521 w 361950"/>
                <a:gd name="connsiteY334" fmla="*/ 84963 h 419100"/>
                <a:gd name="connsiteX335" fmla="*/ 358045 w 361950"/>
                <a:gd name="connsiteY335" fmla="*/ 84963 h 419100"/>
                <a:gd name="connsiteX336" fmla="*/ 356140 w 361950"/>
                <a:gd name="connsiteY336" fmla="*/ 85344 h 419100"/>
                <a:gd name="connsiteX337" fmla="*/ 355473 w 361950"/>
                <a:gd name="connsiteY337" fmla="*/ 85154 h 419100"/>
                <a:gd name="connsiteX338" fmla="*/ 354711 w 361950"/>
                <a:gd name="connsiteY338" fmla="*/ 84772 h 419100"/>
                <a:gd name="connsiteX339" fmla="*/ 352901 w 361950"/>
                <a:gd name="connsiteY339" fmla="*/ 83058 h 419100"/>
                <a:gd name="connsiteX340" fmla="*/ 352235 w 361950"/>
                <a:gd name="connsiteY340" fmla="*/ 82582 h 419100"/>
                <a:gd name="connsiteX341" fmla="*/ 351472 w 361950"/>
                <a:gd name="connsiteY341" fmla="*/ 82296 h 419100"/>
                <a:gd name="connsiteX342" fmla="*/ 350330 w 361950"/>
                <a:gd name="connsiteY342" fmla="*/ 82010 h 419100"/>
                <a:gd name="connsiteX343" fmla="*/ 348520 w 361950"/>
                <a:gd name="connsiteY343" fmla="*/ 81915 h 419100"/>
                <a:gd name="connsiteX344" fmla="*/ 343376 w 361950"/>
                <a:gd name="connsiteY344" fmla="*/ 83153 h 419100"/>
                <a:gd name="connsiteX345" fmla="*/ 341757 w 361950"/>
                <a:gd name="connsiteY345" fmla="*/ 84011 h 419100"/>
                <a:gd name="connsiteX346" fmla="*/ 340614 w 361950"/>
                <a:gd name="connsiteY346" fmla="*/ 84677 h 419100"/>
                <a:gd name="connsiteX347" fmla="*/ 337376 w 361950"/>
                <a:gd name="connsiteY347" fmla="*/ 87725 h 419100"/>
                <a:gd name="connsiteX348" fmla="*/ 336613 w 361950"/>
                <a:gd name="connsiteY348" fmla="*/ 88202 h 419100"/>
                <a:gd name="connsiteX349" fmla="*/ 336137 w 361950"/>
                <a:gd name="connsiteY349" fmla="*/ 88392 h 419100"/>
                <a:gd name="connsiteX350" fmla="*/ 335471 w 361950"/>
                <a:gd name="connsiteY350" fmla="*/ 88487 h 419100"/>
                <a:gd name="connsiteX351" fmla="*/ 334518 w 361950"/>
                <a:gd name="connsiteY351" fmla="*/ 88583 h 419100"/>
                <a:gd name="connsiteX352" fmla="*/ 333851 w 361950"/>
                <a:gd name="connsiteY352" fmla="*/ 88487 h 419100"/>
                <a:gd name="connsiteX353" fmla="*/ 333280 w 361950"/>
                <a:gd name="connsiteY353" fmla="*/ 88297 h 419100"/>
                <a:gd name="connsiteX354" fmla="*/ 331375 w 361950"/>
                <a:gd name="connsiteY354" fmla="*/ 86963 h 419100"/>
                <a:gd name="connsiteX355" fmla="*/ 330708 w 361950"/>
                <a:gd name="connsiteY355" fmla="*/ 86773 h 419100"/>
                <a:gd name="connsiteX356" fmla="*/ 330137 w 361950"/>
                <a:gd name="connsiteY356" fmla="*/ 86773 h 419100"/>
                <a:gd name="connsiteX357" fmla="*/ 329755 w 361950"/>
                <a:gd name="connsiteY357" fmla="*/ 86963 h 419100"/>
                <a:gd name="connsiteX358" fmla="*/ 327851 w 361950"/>
                <a:gd name="connsiteY358" fmla="*/ 88011 h 419100"/>
                <a:gd name="connsiteX359" fmla="*/ 327279 w 361950"/>
                <a:gd name="connsiteY359" fmla="*/ 88678 h 419100"/>
                <a:gd name="connsiteX360" fmla="*/ 327088 w 361950"/>
                <a:gd name="connsiteY360" fmla="*/ 89059 h 419100"/>
                <a:gd name="connsiteX361" fmla="*/ 326803 w 361950"/>
                <a:gd name="connsiteY361" fmla="*/ 89440 h 419100"/>
                <a:gd name="connsiteX362" fmla="*/ 326422 w 361950"/>
                <a:gd name="connsiteY362" fmla="*/ 89726 h 419100"/>
                <a:gd name="connsiteX363" fmla="*/ 325946 w 361950"/>
                <a:gd name="connsiteY363" fmla="*/ 89916 h 419100"/>
                <a:gd name="connsiteX364" fmla="*/ 323183 w 361950"/>
                <a:gd name="connsiteY364" fmla="*/ 89916 h 419100"/>
                <a:gd name="connsiteX365" fmla="*/ 322707 w 361950"/>
                <a:gd name="connsiteY365" fmla="*/ 90011 h 419100"/>
                <a:gd name="connsiteX366" fmla="*/ 321659 w 361950"/>
                <a:gd name="connsiteY366" fmla="*/ 90392 h 419100"/>
                <a:gd name="connsiteX367" fmla="*/ 320802 w 361950"/>
                <a:gd name="connsiteY367" fmla="*/ 90583 h 419100"/>
                <a:gd name="connsiteX368" fmla="*/ 320135 w 361950"/>
                <a:gd name="connsiteY368" fmla="*/ 90392 h 419100"/>
                <a:gd name="connsiteX369" fmla="*/ 319373 w 361950"/>
                <a:gd name="connsiteY369" fmla="*/ 90011 h 419100"/>
                <a:gd name="connsiteX370" fmla="*/ 318802 w 361950"/>
                <a:gd name="connsiteY370" fmla="*/ 89916 h 419100"/>
                <a:gd name="connsiteX371" fmla="*/ 318326 w 361950"/>
                <a:gd name="connsiteY371" fmla="*/ 90011 h 419100"/>
                <a:gd name="connsiteX372" fmla="*/ 317945 w 361950"/>
                <a:gd name="connsiteY372" fmla="*/ 90202 h 419100"/>
                <a:gd name="connsiteX373" fmla="*/ 317659 w 361950"/>
                <a:gd name="connsiteY373" fmla="*/ 90488 h 419100"/>
                <a:gd name="connsiteX374" fmla="*/ 316992 w 361950"/>
                <a:gd name="connsiteY374" fmla="*/ 90773 h 419100"/>
                <a:gd name="connsiteX375" fmla="*/ 316039 w 361950"/>
                <a:gd name="connsiteY375" fmla="*/ 90964 h 419100"/>
                <a:gd name="connsiteX376" fmla="*/ 314039 w 361950"/>
                <a:gd name="connsiteY376" fmla="*/ 90964 h 419100"/>
                <a:gd name="connsiteX377" fmla="*/ 313182 w 361950"/>
                <a:gd name="connsiteY377" fmla="*/ 90773 h 419100"/>
                <a:gd name="connsiteX378" fmla="*/ 312706 w 361950"/>
                <a:gd name="connsiteY378" fmla="*/ 90392 h 419100"/>
                <a:gd name="connsiteX379" fmla="*/ 312515 w 361950"/>
                <a:gd name="connsiteY379" fmla="*/ 89916 h 419100"/>
                <a:gd name="connsiteX380" fmla="*/ 312420 w 361950"/>
                <a:gd name="connsiteY380" fmla="*/ 89440 h 419100"/>
                <a:gd name="connsiteX381" fmla="*/ 312420 w 361950"/>
                <a:gd name="connsiteY381" fmla="*/ 88868 h 419100"/>
                <a:gd name="connsiteX382" fmla="*/ 312325 w 361950"/>
                <a:gd name="connsiteY382" fmla="*/ 88392 h 419100"/>
                <a:gd name="connsiteX383" fmla="*/ 312230 w 361950"/>
                <a:gd name="connsiteY383" fmla="*/ 87916 h 419100"/>
                <a:gd name="connsiteX384" fmla="*/ 312039 w 361950"/>
                <a:gd name="connsiteY384" fmla="*/ 87535 h 419100"/>
                <a:gd name="connsiteX385" fmla="*/ 311182 w 361950"/>
                <a:gd name="connsiteY385" fmla="*/ 86487 h 419100"/>
                <a:gd name="connsiteX386" fmla="*/ 310610 w 361950"/>
                <a:gd name="connsiteY386" fmla="*/ 85630 h 419100"/>
                <a:gd name="connsiteX387" fmla="*/ 310229 w 361950"/>
                <a:gd name="connsiteY387" fmla="*/ 85154 h 419100"/>
                <a:gd name="connsiteX388" fmla="*/ 308134 w 361950"/>
                <a:gd name="connsiteY388" fmla="*/ 83344 h 419100"/>
                <a:gd name="connsiteX389" fmla="*/ 307086 w 361950"/>
                <a:gd name="connsiteY389" fmla="*/ 82201 h 419100"/>
                <a:gd name="connsiteX390" fmla="*/ 306705 w 361950"/>
                <a:gd name="connsiteY390" fmla="*/ 81344 h 419100"/>
                <a:gd name="connsiteX391" fmla="*/ 306610 w 361950"/>
                <a:gd name="connsiteY391" fmla="*/ 80867 h 419100"/>
                <a:gd name="connsiteX392" fmla="*/ 306610 w 361950"/>
                <a:gd name="connsiteY392" fmla="*/ 80391 h 419100"/>
                <a:gd name="connsiteX393" fmla="*/ 306991 w 361950"/>
                <a:gd name="connsiteY393" fmla="*/ 76867 h 419100"/>
                <a:gd name="connsiteX394" fmla="*/ 306991 w 361950"/>
                <a:gd name="connsiteY394" fmla="*/ 75819 h 419100"/>
                <a:gd name="connsiteX395" fmla="*/ 306800 w 361950"/>
                <a:gd name="connsiteY395" fmla="*/ 74390 h 419100"/>
                <a:gd name="connsiteX396" fmla="*/ 306610 w 361950"/>
                <a:gd name="connsiteY396" fmla="*/ 73343 h 419100"/>
                <a:gd name="connsiteX397" fmla="*/ 306324 w 361950"/>
                <a:gd name="connsiteY397" fmla="*/ 72771 h 419100"/>
                <a:gd name="connsiteX398" fmla="*/ 305848 w 361950"/>
                <a:gd name="connsiteY398" fmla="*/ 72104 h 419100"/>
                <a:gd name="connsiteX399" fmla="*/ 304800 w 361950"/>
                <a:gd name="connsiteY399" fmla="*/ 71057 h 419100"/>
                <a:gd name="connsiteX400" fmla="*/ 304324 w 361950"/>
                <a:gd name="connsiteY400" fmla="*/ 70390 h 419100"/>
                <a:gd name="connsiteX401" fmla="*/ 304038 w 361950"/>
                <a:gd name="connsiteY401" fmla="*/ 69818 h 419100"/>
                <a:gd name="connsiteX402" fmla="*/ 304038 w 361950"/>
                <a:gd name="connsiteY402" fmla="*/ 69247 h 419100"/>
                <a:gd name="connsiteX403" fmla="*/ 304133 w 361950"/>
                <a:gd name="connsiteY403" fmla="*/ 68009 h 419100"/>
                <a:gd name="connsiteX404" fmla="*/ 304038 w 361950"/>
                <a:gd name="connsiteY404" fmla="*/ 67342 h 419100"/>
                <a:gd name="connsiteX405" fmla="*/ 303562 w 361950"/>
                <a:gd name="connsiteY405" fmla="*/ 66580 h 419100"/>
                <a:gd name="connsiteX406" fmla="*/ 302895 w 361950"/>
                <a:gd name="connsiteY406" fmla="*/ 66199 h 419100"/>
                <a:gd name="connsiteX407" fmla="*/ 301943 w 361950"/>
                <a:gd name="connsiteY407" fmla="*/ 65913 h 419100"/>
                <a:gd name="connsiteX408" fmla="*/ 301371 w 361950"/>
                <a:gd name="connsiteY408" fmla="*/ 65627 h 419100"/>
                <a:gd name="connsiteX409" fmla="*/ 300990 w 361950"/>
                <a:gd name="connsiteY409" fmla="*/ 65342 h 419100"/>
                <a:gd name="connsiteX410" fmla="*/ 300800 w 361950"/>
                <a:gd name="connsiteY410" fmla="*/ 64961 h 419100"/>
                <a:gd name="connsiteX411" fmla="*/ 300704 w 361950"/>
                <a:gd name="connsiteY411" fmla="*/ 64484 h 419100"/>
                <a:gd name="connsiteX412" fmla="*/ 300704 w 361950"/>
                <a:gd name="connsiteY412" fmla="*/ 63913 h 419100"/>
                <a:gd name="connsiteX413" fmla="*/ 300800 w 361950"/>
                <a:gd name="connsiteY413" fmla="*/ 63341 h 419100"/>
                <a:gd name="connsiteX414" fmla="*/ 300990 w 361950"/>
                <a:gd name="connsiteY414" fmla="*/ 62865 h 419100"/>
                <a:gd name="connsiteX415" fmla="*/ 301466 w 361950"/>
                <a:gd name="connsiteY415" fmla="*/ 62008 h 419100"/>
                <a:gd name="connsiteX416" fmla="*/ 301657 w 361950"/>
                <a:gd name="connsiteY416" fmla="*/ 61532 h 419100"/>
                <a:gd name="connsiteX417" fmla="*/ 301752 w 361950"/>
                <a:gd name="connsiteY417" fmla="*/ 61055 h 419100"/>
                <a:gd name="connsiteX418" fmla="*/ 301657 w 361950"/>
                <a:gd name="connsiteY418" fmla="*/ 60008 h 419100"/>
                <a:gd name="connsiteX419" fmla="*/ 301085 w 361950"/>
                <a:gd name="connsiteY419" fmla="*/ 59436 h 419100"/>
                <a:gd name="connsiteX420" fmla="*/ 300704 w 361950"/>
                <a:gd name="connsiteY420" fmla="*/ 59246 h 419100"/>
                <a:gd name="connsiteX421" fmla="*/ 300133 w 361950"/>
                <a:gd name="connsiteY421" fmla="*/ 59150 h 419100"/>
                <a:gd name="connsiteX422" fmla="*/ 299085 w 361950"/>
                <a:gd name="connsiteY422" fmla="*/ 59055 h 419100"/>
                <a:gd name="connsiteX423" fmla="*/ 296989 w 361950"/>
                <a:gd name="connsiteY423" fmla="*/ 58579 h 419100"/>
                <a:gd name="connsiteX424" fmla="*/ 296513 w 361950"/>
                <a:gd name="connsiteY424" fmla="*/ 58579 h 419100"/>
                <a:gd name="connsiteX425" fmla="*/ 296037 w 361950"/>
                <a:gd name="connsiteY425" fmla="*/ 58674 h 419100"/>
                <a:gd name="connsiteX426" fmla="*/ 295275 w 361950"/>
                <a:gd name="connsiteY426" fmla="*/ 59246 h 419100"/>
                <a:gd name="connsiteX427" fmla="*/ 294322 w 361950"/>
                <a:gd name="connsiteY427" fmla="*/ 60198 h 419100"/>
                <a:gd name="connsiteX428" fmla="*/ 292799 w 361950"/>
                <a:gd name="connsiteY428" fmla="*/ 62103 h 419100"/>
                <a:gd name="connsiteX429" fmla="*/ 292227 w 361950"/>
                <a:gd name="connsiteY429" fmla="*/ 63151 h 419100"/>
                <a:gd name="connsiteX430" fmla="*/ 291941 w 361950"/>
                <a:gd name="connsiteY430" fmla="*/ 64008 h 419100"/>
                <a:gd name="connsiteX431" fmla="*/ 291941 w 361950"/>
                <a:gd name="connsiteY431" fmla="*/ 64961 h 419100"/>
                <a:gd name="connsiteX432" fmla="*/ 291846 w 361950"/>
                <a:gd name="connsiteY432" fmla="*/ 65342 h 419100"/>
                <a:gd name="connsiteX433" fmla="*/ 291560 w 361950"/>
                <a:gd name="connsiteY433" fmla="*/ 66008 h 419100"/>
                <a:gd name="connsiteX434" fmla="*/ 290322 w 361950"/>
                <a:gd name="connsiteY434" fmla="*/ 68009 h 419100"/>
                <a:gd name="connsiteX435" fmla="*/ 290132 w 361950"/>
                <a:gd name="connsiteY435" fmla="*/ 68485 h 419100"/>
                <a:gd name="connsiteX436" fmla="*/ 289846 w 361950"/>
                <a:gd name="connsiteY436" fmla="*/ 70676 h 419100"/>
                <a:gd name="connsiteX437" fmla="*/ 289655 w 361950"/>
                <a:gd name="connsiteY437" fmla="*/ 71152 h 419100"/>
                <a:gd name="connsiteX438" fmla="*/ 289179 w 361950"/>
                <a:gd name="connsiteY438" fmla="*/ 72009 h 419100"/>
                <a:gd name="connsiteX439" fmla="*/ 288608 w 361950"/>
                <a:gd name="connsiteY439" fmla="*/ 72485 h 419100"/>
                <a:gd name="connsiteX440" fmla="*/ 287750 w 361950"/>
                <a:gd name="connsiteY440" fmla="*/ 73057 h 419100"/>
                <a:gd name="connsiteX441" fmla="*/ 285179 w 361950"/>
                <a:gd name="connsiteY441" fmla="*/ 74104 h 419100"/>
                <a:gd name="connsiteX442" fmla="*/ 284797 w 361950"/>
                <a:gd name="connsiteY442" fmla="*/ 74200 h 419100"/>
                <a:gd name="connsiteX443" fmla="*/ 284417 w 361950"/>
                <a:gd name="connsiteY443" fmla="*/ 73628 h 419100"/>
                <a:gd name="connsiteX444" fmla="*/ 284036 w 361950"/>
                <a:gd name="connsiteY444" fmla="*/ 73343 h 419100"/>
                <a:gd name="connsiteX445" fmla="*/ 283559 w 361950"/>
                <a:gd name="connsiteY445" fmla="*/ 73152 h 419100"/>
                <a:gd name="connsiteX446" fmla="*/ 283083 w 361950"/>
                <a:gd name="connsiteY446" fmla="*/ 73152 h 419100"/>
                <a:gd name="connsiteX447" fmla="*/ 282416 w 361950"/>
                <a:gd name="connsiteY447" fmla="*/ 73343 h 419100"/>
                <a:gd name="connsiteX448" fmla="*/ 281654 w 361950"/>
                <a:gd name="connsiteY448" fmla="*/ 73724 h 419100"/>
                <a:gd name="connsiteX449" fmla="*/ 280321 w 361950"/>
                <a:gd name="connsiteY449" fmla="*/ 74486 h 419100"/>
                <a:gd name="connsiteX450" fmla="*/ 279654 w 361950"/>
                <a:gd name="connsiteY450" fmla="*/ 75057 h 419100"/>
                <a:gd name="connsiteX451" fmla="*/ 279178 w 361950"/>
                <a:gd name="connsiteY451" fmla="*/ 75819 h 419100"/>
                <a:gd name="connsiteX452" fmla="*/ 278797 w 361950"/>
                <a:gd name="connsiteY452" fmla="*/ 76867 h 419100"/>
                <a:gd name="connsiteX453" fmla="*/ 278416 w 361950"/>
                <a:gd name="connsiteY453" fmla="*/ 77343 h 419100"/>
                <a:gd name="connsiteX454" fmla="*/ 277749 w 361950"/>
                <a:gd name="connsiteY454" fmla="*/ 77724 h 419100"/>
                <a:gd name="connsiteX455" fmla="*/ 274987 w 361950"/>
                <a:gd name="connsiteY455" fmla="*/ 78486 h 419100"/>
                <a:gd name="connsiteX456" fmla="*/ 274511 w 361950"/>
                <a:gd name="connsiteY456" fmla="*/ 78772 h 419100"/>
                <a:gd name="connsiteX457" fmla="*/ 274130 w 361950"/>
                <a:gd name="connsiteY457" fmla="*/ 79248 h 419100"/>
                <a:gd name="connsiteX458" fmla="*/ 273749 w 361950"/>
                <a:gd name="connsiteY458" fmla="*/ 80105 h 419100"/>
                <a:gd name="connsiteX459" fmla="*/ 273177 w 361950"/>
                <a:gd name="connsiteY459" fmla="*/ 81058 h 419100"/>
                <a:gd name="connsiteX460" fmla="*/ 272510 w 361950"/>
                <a:gd name="connsiteY460" fmla="*/ 81439 h 419100"/>
                <a:gd name="connsiteX461" fmla="*/ 271367 w 361950"/>
                <a:gd name="connsiteY461" fmla="*/ 81629 h 419100"/>
                <a:gd name="connsiteX462" fmla="*/ 269177 w 361950"/>
                <a:gd name="connsiteY462" fmla="*/ 81725 h 419100"/>
                <a:gd name="connsiteX463" fmla="*/ 266795 w 361950"/>
                <a:gd name="connsiteY463" fmla="*/ 81439 h 419100"/>
                <a:gd name="connsiteX464" fmla="*/ 264509 w 361950"/>
                <a:gd name="connsiteY464" fmla="*/ 80867 h 419100"/>
                <a:gd name="connsiteX465" fmla="*/ 262604 w 361950"/>
                <a:gd name="connsiteY465" fmla="*/ 80105 h 419100"/>
                <a:gd name="connsiteX466" fmla="*/ 262223 w 361950"/>
                <a:gd name="connsiteY466" fmla="*/ 79724 h 419100"/>
                <a:gd name="connsiteX467" fmla="*/ 261938 w 361950"/>
                <a:gd name="connsiteY467" fmla="*/ 79153 h 419100"/>
                <a:gd name="connsiteX468" fmla="*/ 261652 w 361950"/>
                <a:gd name="connsiteY468" fmla="*/ 78200 h 419100"/>
                <a:gd name="connsiteX469" fmla="*/ 261271 w 361950"/>
                <a:gd name="connsiteY469" fmla="*/ 77629 h 419100"/>
                <a:gd name="connsiteX470" fmla="*/ 260604 w 361950"/>
                <a:gd name="connsiteY470" fmla="*/ 77153 h 419100"/>
                <a:gd name="connsiteX471" fmla="*/ 260128 w 361950"/>
                <a:gd name="connsiteY471" fmla="*/ 77153 h 419100"/>
                <a:gd name="connsiteX472" fmla="*/ 259652 w 361950"/>
                <a:gd name="connsiteY472" fmla="*/ 77343 h 419100"/>
                <a:gd name="connsiteX473" fmla="*/ 259271 w 361950"/>
                <a:gd name="connsiteY473" fmla="*/ 77629 h 419100"/>
                <a:gd name="connsiteX474" fmla="*/ 258889 w 361950"/>
                <a:gd name="connsiteY474" fmla="*/ 77819 h 419100"/>
                <a:gd name="connsiteX475" fmla="*/ 258413 w 361950"/>
                <a:gd name="connsiteY475" fmla="*/ 77819 h 419100"/>
                <a:gd name="connsiteX476" fmla="*/ 257937 w 361950"/>
                <a:gd name="connsiteY476" fmla="*/ 77629 h 419100"/>
                <a:gd name="connsiteX477" fmla="*/ 256604 w 361950"/>
                <a:gd name="connsiteY477" fmla="*/ 76962 h 419100"/>
                <a:gd name="connsiteX478" fmla="*/ 256127 w 361950"/>
                <a:gd name="connsiteY478" fmla="*/ 76771 h 419100"/>
                <a:gd name="connsiteX479" fmla="*/ 252317 w 361950"/>
                <a:gd name="connsiteY479" fmla="*/ 76010 h 419100"/>
                <a:gd name="connsiteX480" fmla="*/ 251555 w 361950"/>
                <a:gd name="connsiteY480" fmla="*/ 76010 h 419100"/>
                <a:gd name="connsiteX481" fmla="*/ 251079 w 361950"/>
                <a:gd name="connsiteY481" fmla="*/ 76105 h 419100"/>
                <a:gd name="connsiteX482" fmla="*/ 248412 w 361950"/>
                <a:gd name="connsiteY482" fmla="*/ 76771 h 419100"/>
                <a:gd name="connsiteX483" fmla="*/ 247745 w 361950"/>
                <a:gd name="connsiteY483" fmla="*/ 76771 h 419100"/>
                <a:gd name="connsiteX484" fmla="*/ 246412 w 361950"/>
                <a:gd name="connsiteY484" fmla="*/ 76581 h 419100"/>
                <a:gd name="connsiteX485" fmla="*/ 245364 w 361950"/>
                <a:gd name="connsiteY485" fmla="*/ 76295 h 419100"/>
                <a:gd name="connsiteX486" fmla="*/ 244507 w 361950"/>
                <a:gd name="connsiteY486" fmla="*/ 75819 h 419100"/>
                <a:gd name="connsiteX487" fmla="*/ 243745 w 361950"/>
                <a:gd name="connsiteY487" fmla="*/ 75247 h 419100"/>
                <a:gd name="connsiteX488" fmla="*/ 242697 w 361950"/>
                <a:gd name="connsiteY488" fmla="*/ 74009 h 419100"/>
                <a:gd name="connsiteX489" fmla="*/ 242602 w 361950"/>
                <a:gd name="connsiteY489" fmla="*/ 73724 h 419100"/>
                <a:gd name="connsiteX490" fmla="*/ 242507 w 361950"/>
                <a:gd name="connsiteY490" fmla="*/ 73247 h 419100"/>
                <a:gd name="connsiteX491" fmla="*/ 242697 w 361950"/>
                <a:gd name="connsiteY491" fmla="*/ 72390 h 419100"/>
                <a:gd name="connsiteX492" fmla="*/ 243078 w 361950"/>
                <a:gd name="connsiteY492" fmla="*/ 72009 h 419100"/>
                <a:gd name="connsiteX493" fmla="*/ 243554 w 361950"/>
                <a:gd name="connsiteY493" fmla="*/ 71914 h 419100"/>
                <a:gd name="connsiteX494" fmla="*/ 244030 w 361950"/>
                <a:gd name="connsiteY494" fmla="*/ 71914 h 419100"/>
                <a:gd name="connsiteX495" fmla="*/ 244412 w 361950"/>
                <a:gd name="connsiteY495" fmla="*/ 71819 h 419100"/>
                <a:gd name="connsiteX496" fmla="*/ 244793 w 361950"/>
                <a:gd name="connsiteY496" fmla="*/ 71628 h 419100"/>
                <a:gd name="connsiteX497" fmla="*/ 245078 w 361950"/>
                <a:gd name="connsiteY497" fmla="*/ 71342 h 419100"/>
                <a:gd name="connsiteX498" fmla="*/ 245364 w 361950"/>
                <a:gd name="connsiteY498" fmla="*/ 70961 h 419100"/>
                <a:gd name="connsiteX499" fmla="*/ 245554 w 361950"/>
                <a:gd name="connsiteY499" fmla="*/ 70485 h 419100"/>
                <a:gd name="connsiteX500" fmla="*/ 245650 w 361950"/>
                <a:gd name="connsiteY500" fmla="*/ 69913 h 419100"/>
                <a:gd name="connsiteX501" fmla="*/ 243364 w 361950"/>
                <a:gd name="connsiteY501" fmla="*/ 60770 h 419100"/>
                <a:gd name="connsiteX502" fmla="*/ 242888 w 361950"/>
                <a:gd name="connsiteY502" fmla="*/ 59627 h 419100"/>
                <a:gd name="connsiteX503" fmla="*/ 242602 w 361950"/>
                <a:gd name="connsiteY503" fmla="*/ 59246 h 419100"/>
                <a:gd name="connsiteX504" fmla="*/ 242316 w 361950"/>
                <a:gd name="connsiteY504" fmla="*/ 58769 h 419100"/>
                <a:gd name="connsiteX505" fmla="*/ 242221 w 361950"/>
                <a:gd name="connsiteY505" fmla="*/ 58198 h 419100"/>
                <a:gd name="connsiteX506" fmla="*/ 242316 w 361950"/>
                <a:gd name="connsiteY506" fmla="*/ 57245 h 419100"/>
                <a:gd name="connsiteX507" fmla="*/ 242507 w 361950"/>
                <a:gd name="connsiteY507" fmla="*/ 56674 h 419100"/>
                <a:gd name="connsiteX508" fmla="*/ 242983 w 361950"/>
                <a:gd name="connsiteY508" fmla="*/ 55721 h 419100"/>
                <a:gd name="connsiteX509" fmla="*/ 242983 w 361950"/>
                <a:gd name="connsiteY509" fmla="*/ 55054 h 419100"/>
                <a:gd name="connsiteX510" fmla="*/ 242888 w 361950"/>
                <a:gd name="connsiteY510" fmla="*/ 54388 h 419100"/>
                <a:gd name="connsiteX511" fmla="*/ 242411 w 361950"/>
                <a:gd name="connsiteY511" fmla="*/ 53435 h 419100"/>
                <a:gd name="connsiteX512" fmla="*/ 241268 w 361950"/>
                <a:gd name="connsiteY512" fmla="*/ 51721 h 419100"/>
                <a:gd name="connsiteX513" fmla="*/ 240602 w 361950"/>
                <a:gd name="connsiteY513" fmla="*/ 50483 h 419100"/>
                <a:gd name="connsiteX514" fmla="*/ 238982 w 361950"/>
                <a:gd name="connsiteY514" fmla="*/ 46006 h 419100"/>
                <a:gd name="connsiteX515" fmla="*/ 238506 w 361950"/>
                <a:gd name="connsiteY515" fmla="*/ 43339 h 419100"/>
                <a:gd name="connsiteX516" fmla="*/ 238125 w 361950"/>
                <a:gd name="connsiteY516" fmla="*/ 39719 h 419100"/>
                <a:gd name="connsiteX517" fmla="*/ 237935 w 361950"/>
                <a:gd name="connsiteY517" fmla="*/ 38671 h 419100"/>
                <a:gd name="connsiteX518" fmla="*/ 237363 w 361950"/>
                <a:gd name="connsiteY518" fmla="*/ 37529 h 419100"/>
                <a:gd name="connsiteX519" fmla="*/ 236887 w 361950"/>
                <a:gd name="connsiteY519" fmla="*/ 36957 h 419100"/>
                <a:gd name="connsiteX520" fmla="*/ 236411 w 361950"/>
                <a:gd name="connsiteY520" fmla="*/ 36576 h 419100"/>
                <a:gd name="connsiteX521" fmla="*/ 234696 w 361950"/>
                <a:gd name="connsiteY521" fmla="*/ 35624 h 419100"/>
                <a:gd name="connsiteX522" fmla="*/ 233934 w 361950"/>
                <a:gd name="connsiteY522" fmla="*/ 35052 h 419100"/>
                <a:gd name="connsiteX523" fmla="*/ 232124 w 361950"/>
                <a:gd name="connsiteY523" fmla="*/ 33052 h 419100"/>
                <a:gd name="connsiteX524" fmla="*/ 231838 w 361950"/>
                <a:gd name="connsiteY524" fmla="*/ 32671 h 419100"/>
                <a:gd name="connsiteX525" fmla="*/ 231648 w 361950"/>
                <a:gd name="connsiteY525" fmla="*/ 32290 h 419100"/>
                <a:gd name="connsiteX526" fmla="*/ 231458 w 361950"/>
                <a:gd name="connsiteY526" fmla="*/ 31813 h 419100"/>
                <a:gd name="connsiteX527" fmla="*/ 231267 w 361950"/>
                <a:gd name="connsiteY527" fmla="*/ 28480 h 419100"/>
                <a:gd name="connsiteX528" fmla="*/ 231553 w 361950"/>
                <a:gd name="connsiteY528" fmla="*/ 21622 h 419100"/>
                <a:gd name="connsiteX529" fmla="*/ 231838 w 361950"/>
                <a:gd name="connsiteY529" fmla="*/ 20384 h 419100"/>
                <a:gd name="connsiteX530" fmla="*/ 232124 w 361950"/>
                <a:gd name="connsiteY530" fmla="*/ 20003 h 419100"/>
                <a:gd name="connsiteX531" fmla="*/ 232410 w 361950"/>
                <a:gd name="connsiteY531" fmla="*/ 19621 h 419100"/>
                <a:gd name="connsiteX532" fmla="*/ 234315 w 361950"/>
                <a:gd name="connsiteY532" fmla="*/ 17717 h 419100"/>
                <a:gd name="connsiteX533" fmla="*/ 234410 w 361950"/>
                <a:gd name="connsiteY533" fmla="*/ 17145 h 419100"/>
                <a:gd name="connsiteX534" fmla="*/ 234315 w 361950"/>
                <a:gd name="connsiteY534" fmla="*/ 16383 h 419100"/>
                <a:gd name="connsiteX535" fmla="*/ 233744 w 361950"/>
                <a:gd name="connsiteY535" fmla="*/ 15050 h 419100"/>
                <a:gd name="connsiteX536" fmla="*/ 233363 w 361950"/>
                <a:gd name="connsiteY536" fmla="*/ 14383 h 419100"/>
                <a:gd name="connsiteX537" fmla="*/ 232982 w 361950"/>
                <a:gd name="connsiteY537" fmla="*/ 13811 h 419100"/>
                <a:gd name="connsiteX538" fmla="*/ 232791 w 361950"/>
                <a:gd name="connsiteY538" fmla="*/ 13430 h 419100"/>
                <a:gd name="connsiteX539" fmla="*/ 232696 w 361950"/>
                <a:gd name="connsiteY539" fmla="*/ 12954 h 419100"/>
                <a:gd name="connsiteX540" fmla="*/ 232886 w 361950"/>
                <a:gd name="connsiteY540" fmla="*/ 12287 h 419100"/>
                <a:gd name="connsiteX541" fmla="*/ 233172 w 361950"/>
                <a:gd name="connsiteY541" fmla="*/ 11811 h 419100"/>
                <a:gd name="connsiteX542" fmla="*/ 233553 w 361950"/>
                <a:gd name="connsiteY542" fmla="*/ 11525 h 419100"/>
                <a:gd name="connsiteX543" fmla="*/ 234696 w 361950"/>
                <a:gd name="connsiteY543" fmla="*/ 10859 h 419100"/>
                <a:gd name="connsiteX544" fmla="*/ 235363 w 361950"/>
                <a:gd name="connsiteY544" fmla="*/ 10287 h 419100"/>
                <a:gd name="connsiteX545" fmla="*/ 235649 w 361950"/>
                <a:gd name="connsiteY545" fmla="*/ 9906 h 419100"/>
                <a:gd name="connsiteX546" fmla="*/ 235839 w 361950"/>
                <a:gd name="connsiteY546" fmla="*/ 9430 h 419100"/>
                <a:gd name="connsiteX547" fmla="*/ 235744 w 361950"/>
                <a:gd name="connsiteY547" fmla="*/ 8668 h 419100"/>
                <a:gd name="connsiteX548" fmla="*/ 235363 w 361950"/>
                <a:gd name="connsiteY548" fmla="*/ 7811 h 419100"/>
                <a:gd name="connsiteX549" fmla="*/ 234315 w 361950"/>
                <a:gd name="connsiteY549" fmla="*/ 6477 h 419100"/>
                <a:gd name="connsiteX550" fmla="*/ 232791 w 361950"/>
                <a:gd name="connsiteY550" fmla="*/ 5048 h 419100"/>
                <a:gd name="connsiteX551" fmla="*/ 232029 w 361950"/>
                <a:gd name="connsiteY551" fmla="*/ 3810 h 419100"/>
                <a:gd name="connsiteX552" fmla="*/ 230600 w 361950"/>
                <a:gd name="connsiteY552" fmla="*/ 0 h 419100"/>
                <a:gd name="connsiteX553" fmla="*/ 229743 w 361950"/>
                <a:gd name="connsiteY553" fmla="*/ 762 h 419100"/>
                <a:gd name="connsiteX554" fmla="*/ 228600 w 361950"/>
                <a:gd name="connsiteY554" fmla="*/ 1429 h 419100"/>
                <a:gd name="connsiteX555" fmla="*/ 228219 w 361950"/>
                <a:gd name="connsiteY555" fmla="*/ 1714 h 419100"/>
                <a:gd name="connsiteX556" fmla="*/ 227552 w 361950"/>
                <a:gd name="connsiteY556" fmla="*/ 2381 h 419100"/>
                <a:gd name="connsiteX557" fmla="*/ 226886 w 361950"/>
                <a:gd name="connsiteY557" fmla="*/ 2762 h 419100"/>
                <a:gd name="connsiteX558" fmla="*/ 225933 w 361950"/>
                <a:gd name="connsiteY558" fmla="*/ 3143 h 419100"/>
                <a:gd name="connsiteX559" fmla="*/ 222028 w 361950"/>
                <a:gd name="connsiteY559" fmla="*/ 3905 h 419100"/>
                <a:gd name="connsiteX560" fmla="*/ 221552 w 361950"/>
                <a:gd name="connsiteY560" fmla="*/ 3905 h 419100"/>
                <a:gd name="connsiteX561" fmla="*/ 221075 w 361950"/>
                <a:gd name="connsiteY561" fmla="*/ 3524 h 419100"/>
                <a:gd name="connsiteX562" fmla="*/ 220694 w 361950"/>
                <a:gd name="connsiteY562" fmla="*/ 3143 h 419100"/>
                <a:gd name="connsiteX563" fmla="*/ 220409 w 361950"/>
                <a:gd name="connsiteY563" fmla="*/ 2762 h 419100"/>
                <a:gd name="connsiteX564" fmla="*/ 219837 w 361950"/>
                <a:gd name="connsiteY564" fmla="*/ 2572 h 419100"/>
                <a:gd name="connsiteX565" fmla="*/ 219075 w 361950"/>
                <a:gd name="connsiteY565" fmla="*/ 2572 h 419100"/>
                <a:gd name="connsiteX566" fmla="*/ 214503 w 361950"/>
                <a:gd name="connsiteY566" fmla="*/ 3905 h 419100"/>
                <a:gd name="connsiteX567" fmla="*/ 214027 w 361950"/>
                <a:gd name="connsiteY567" fmla="*/ 4191 h 419100"/>
                <a:gd name="connsiteX568" fmla="*/ 213646 w 361950"/>
                <a:gd name="connsiteY568" fmla="*/ 4572 h 419100"/>
                <a:gd name="connsiteX569" fmla="*/ 212979 w 361950"/>
                <a:gd name="connsiteY569" fmla="*/ 5905 h 419100"/>
                <a:gd name="connsiteX570" fmla="*/ 211646 w 361950"/>
                <a:gd name="connsiteY570" fmla="*/ 5905 h 419100"/>
                <a:gd name="connsiteX571" fmla="*/ 207454 w 361950"/>
                <a:gd name="connsiteY571" fmla="*/ 3524 h 419100"/>
                <a:gd name="connsiteX572" fmla="*/ 204407 w 361950"/>
                <a:gd name="connsiteY572" fmla="*/ 5239 h 419100"/>
                <a:gd name="connsiteX573" fmla="*/ 201359 w 361950"/>
                <a:gd name="connsiteY573" fmla="*/ 7620 h 419100"/>
                <a:gd name="connsiteX574" fmla="*/ 200216 w 361950"/>
                <a:gd name="connsiteY574" fmla="*/ 8858 h 419100"/>
                <a:gd name="connsiteX575" fmla="*/ 199644 w 361950"/>
                <a:gd name="connsiteY575" fmla="*/ 9716 h 419100"/>
                <a:gd name="connsiteX576" fmla="*/ 199549 w 361950"/>
                <a:gd name="connsiteY576" fmla="*/ 10287 h 419100"/>
                <a:gd name="connsiteX577" fmla="*/ 199644 w 361950"/>
                <a:gd name="connsiteY577" fmla="*/ 10763 h 419100"/>
                <a:gd name="connsiteX578" fmla="*/ 199835 w 361950"/>
                <a:gd name="connsiteY578" fmla="*/ 11144 h 419100"/>
                <a:gd name="connsiteX579" fmla="*/ 200120 w 361950"/>
                <a:gd name="connsiteY579" fmla="*/ 11525 h 419100"/>
                <a:gd name="connsiteX580" fmla="*/ 202025 w 361950"/>
                <a:gd name="connsiteY580" fmla="*/ 12859 h 419100"/>
                <a:gd name="connsiteX581" fmla="*/ 202216 w 361950"/>
                <a:gd name="connsiteY581" fmla="*/ 13430 h 419100"/>
                <a:gd name="connsiteX582" fmla="*/ 202216 w 361950"/>
                <a:gd name="connsiteY582" fmla="*/ 14192 h 419100"/>
                <a:gd name="connsiteX583" fmla="*/ 201454 w 361950"/>
                <a:gd name="connsiteY583" fmla="*/ 17240 h 419100"/>
                <a:gd name="connsiteX584" fmla="*/ 201359 w 361950"/>
                <a:gd name="connsiteY584" fmla="*/ 19336 h 419100"/>
                <a:gd name="connsiteX585" fmla="*/ 201168 w 361950"/>
                <a:gd name="connsiteY585" fmla="*/ 20574 h 419100"/>
                <a:gd name="connsiteX586" fmla="*/ 200882 w 361950"/>
                <a:gd name="connsiteY586" fmla="*/ 21146 h 419100"/>
                <a:gd name="connsiteX587" fmla="*/ 200406 w 361950"/>
                <a:gd name="connsiteY587" fmla="*/ 21431 h 419100"/>
                <a:gd name="connsiteX588" fmla="*/ 199930 w 361950"/>
                <a:gd name="connsiteY588" fmla="*/ 21527 h 419100"/>
                <a:gd name="connsiteX589" fmla="*/ 196787 w 361950"/>
                <a:gd name="connsiteY589" fmla="*/ 21812 h 419100"/>
                <a:gd name="connsiteX590" fmla="*/ 187357 w 361950"/>
                <a:gd name="connsiteY590" fmla="*/ 25527 h 419100"/>
                <a:gd name="connsiteX591" fmla="*/ 186309 w 361950"/>
                <a:gd name="connsiteY591" fmla="*/ 25813 h 419100"/>
                <a:gd name="connsiteX592" fmla="*/ 185833 w 361950"/>
                <a:gd name="connsiteY592" fmla="*/ 25908 h 419100"/>
                <a:gd name="connsiteX593" fmla="*/ 185261 w 361950"/>
                <a:gd name="connsiteY593" fmla="*/ 25908 h 419100"/>
                <a:gd name="connsiteX594" fmla="*/ 184023 w 361950"/>
                <a:gd name="connsiteY594" fmla="*/ 25432 h 419100"/>
                <a:gd name="connsiteX595" fmla="*/ 183452 w 361950"/>
                <a:gd name="connsiteY595" fmla="*/ 25337 h 419100"/>
                <a:gd name="connsiteX596" fmla="*/ 182785 w 361950"/>
                <a:gd name="connsiteY596" fmla="*/ 25337 h 419100"/>
                <a:gd name="connsiteX597" fmla="*/ 182023 w 361950"/>
                <a:gd name="connsiteY597" fmla="*/ 25718 h 419100"/>
                <a:gd name="connsiteX598" fmla="*/ 181546 w 361950"/>
                <a:gd name="connsiteY598" fmla="*/ 26194 h 419100"/>
                <a:gd name="connsiteX599" fmla="*/ 180594 w 361950"/>
                <a:gd name="connsiteY599" fmla="*/ 27718 h 419100"/>
                <a:gd name="connsiteX600" fmla="*/ 180022 w 361950"/>
                <a:gd name="connsiteY600" fmla="*/ 28099 h 419100"/>
                <a:gd name="connsiteX601" fmla="*/ 179165 w 361950"/>
                <a:gd name="connsiteY601" fmla="*/ 28480 h 419100"/>
                <a:gd name="connsiteX602" fmla="*/ 178784 w 361950"/>
                <a:gd name="connsiteY602" fmla="*/ 28861 h 419100"/>
                <a:gd name="connsiteX603" fmla="*/ 178594 w 361950"/>
                <a:gd name="connsiteY603" fmla="*/ 29146 h 419100"/>
                <a:gd name="connsiteX604" fmla="*/ 178594 w 361950"/>
                <a:gd name="connsiteY604" fmla="*/ 29242 h 419100"/>
                <a:gd name="connsiteX605" fmla="*/ 178499 w 361950"/>
                <a:gd name="connsiteY605" fmla="*/ 29432 h 419100"/>
                <a:gd name="connsiteX606" fmla="*/ 177641 w 361950"/>
                <a:gd name="connsiteY606" fmla="*/ 30575 h 419100"/>
                <a:gd name="connsiteX607" fmla="*/ 177165 w 361950"/>
                <a:gd name="connsiteY607" fmla="*/ 30956 h 419100"/>
                <a:gd name="connsiteX608" fmla="*/ 176594 w 361950"/>
                <a:gd name="connsiteY608" fmla="*/ 31147 h 419100"/>
                <a:gd name="connsiteX609" fmla="*/ 173736 w 361950"/>
                <a:gd name="connsiteY609" fmla="*/ 30671 h 419100"/>
                <a:gd name="connsiteX610" fmla="*/ 173164 w 361950"/>
                <a:gd name="connsiteY610" fmla="*/ 30671 h 419100"/>
                <a:gd name="connsiteX611" fmla="*/ 172593 w 361950"/>
                <a:gd name="connsiteY611" fmla="*/ 30766 h 419100"/>
                <a:gd name="connsiteX612" fmla="*/ 170688 w 361950"/>
                <a:gd name="connsiteY612" fmla="*/ 31623 h 419100"/>
                <a:gd name="connsiteX613" fmla="*/ 170117 w 361950"/>
                <a:gd name="connsiteY613" fmla="*/ 31718 h 419100"/>
                <a:gd name="connsiteX614" fmla="*/ 168402 w 361950"/>
                <a:gd name="connsiteY614" fmla="*/ 31528 h 419100"/>
                <a:gd name="connsiteX615" fmla="*/ 167830 w 361950"/>
                <a:gd name="connsiteY615" fmla="*/ 31528 h 419100"/>
                <a:gd name="connsiteX616" fmla="*/ 167354 w 361950"/>
                <a:gd name="connsiteY616" fmla="*/ 31623 h 419100"/>
                <a:gd name="connsiteX617" fmla="*/ 165545 w 361950"/>
                <a:gd name="connsiteY617" fmla="*/ 32195 h 419100"/>
                <a:gd name="connsiteX618" fmla="*/ 162496 w 361950"/>
                <a:gd name="connsiteY618" fmla="*/ 33814 h 419100"/>
                <a:gd name="connsiteX619" fmla="*/ 162020 w 361950"/>
                <a:gd name="connsiteY619" fmla="*/ 34004 h 419100"/>
                <a:gd name="connsiteX620" fmla="*/ 161544 w 361950"/>
                <a:gd name="connsiteY620" fmla="*/ 34100 h 419100"/>
                <a:gd name="connsiteX621" fmla="*/ 160496 w 361950"/>
                <a:gd name="connsiteY621" fmla="*/ 34195 h 419100"/>
                <a:gd name="connsiteX622" fmla="*/ 157639 w 361950"/>
                <a:gd name="connsiteY622" fmla="*/ 34862 h 419100"/>
                <a:gd name="connsiteX623" fmla="*/ 157163 w 361950"/>
                <a:gd name="connsiteY623" fmla="*/ 35052 h 419100"/>
                <a:gd name="connsiteX624" fmla="*/ 156782 w 361950"/>
                <a:gd name="connsiteY624" fmla="*/ 35338 h 419100"/>
                <a:gd name="connsiteX625" fmla="*/ 156210 w 361950"/>
                <a:gd name="connsiteY625" fmla="*/ 35909 h 419100"/>
                <a:gd name="connsiteX626" fmla="*/ 155638 w 361950"/>
                <a:gd name="connsiteY626" fmla="*/ 36671 h 419100"/>
                <a:gd name="connsiteX627" fmla="*/ 155353 w 361950"/>
                <a:gd name="connsiteY627" fmla="*/ 37052 h 419100"/>
                <a:gd name="connsiteX628" fmla="*/ 154972 w 361950"/>
                <a:gd name="connsiteY628" fmla="*/ 38005 h 419100"/>
                <a:gd name="connsiteX629" fmla="*/ 154781 w 361950"/>
                <a:gd name="connsiteY629" fmla="*/ 39053 h 419100"/>
                <a:gd name="connsiteX630" fmla="*/ 154781 w 361950"/>
                <a:gd name="connsiteY630" fmla="*/ 39624 h 419100"/>
                <a:gd name="connsiteX631" fmla="*/ 154877 w 361950"/>
                <a:gd name="connsiteY631" fmla="*/ 41815 h 419100"/>
                <a:gd name="connsiteX632" fmla="*/ 154781 w 361950"/>
                <a:gd name="connsiteY632" fmla="*/ 42386 h 419100"/>
                <a:gd name="connsiteX633" fmla="*/ 154686 w 361950"/>
                <a:gd name="connsiteY633" fmla="*/ 42958 h 419100"/>
                <a:gd name="connsiteX634" fmla="*/ 154305 w 361950"/>
                <a:gd name="connsiteY634" fmla="*/ 43529 h 419100"/>
                <a:gd name="connsiteX635" fmla="*/ 153829 w 361950"/>
                <a:gd name="connsiteY635" fmla="*/ 44196 h 419100"/>
                <a:gd name="connsiteX636" fmla="*/ 152781 w 361950"/>
                <a:gd name="connsiteY636" fmla="*/ 45339 h 419100"/>
                <a:gd name="connsiteX637" fmla="*/ 152114 w 361950"/>
                <a:gd name="connsiteY637" fmla="*/ 45815 h 419100"/>
                <a:gd name="connsiteX638" fmla="*/ 151543 w 361950"/>
                <a:gd name="connsiteY638" fmla="*/ 46101 h 419100"/>
                <a:gd name="connsiteX639" fmla="*/ 151067 w 361950"/>
                <a:gd name="connsiteY639" fmla="*/ 46101 h 419100"/>
                <a:gd name="connsiteX640" fmla="*/ 150590 w 361950"/>
                <a:gd name="connsiteY640" fmla="*/ 45911 h 419100"/>
                <a:gd name="connsiteX641" fmla="*/ 150114 w 361950"/>
                <a:gd name="connsiteY641" fmla="*/ 45720 h 419100"/>
                <a:gd name="connsiteX642" fmla="*/ 148685 w 361950"/>
                <a:gd name="connsiteY642" fmla="*/ 44577 h 419100"/>
                <a:gd name="connsiteX643" fmla="*/ 148304 w 361950"/>
                <a:gd name="connsiteY643" fmla="*/ 44387 h 419100"/>
                <a:gd name="connsiteX644" fmla="*/ 148019 w 361950"/>
                <a:gd name="connsiteY644" fmla="*/ 44291 h 419100"/>
                <a:gd name="connsiteX645" fmla="*/ 146113 w 361950"/>
                <a:gd name="connsiteY645" fmla="*/ 44101 h 419100"/>
                <a:gd name="connsiteX646" fmla="*/ 145066 w 361950"/>
                <a:gd name="connsiteY646" fmla="*/ 43815 h 419100"/>
                <a:gd name="connsiteX647" fmla="*/ 141827 w 361950"/>
                <a:gd name="connsiteY647" fmla="*/ 42386 h 419100"/>
                <a:gd name="connsiteX648" fmla="*/ 141065 w 361950"/>
                <a:gd name="connsiteY648" fmla="*/ 41910 h 419100"/>
                <a:gd name="connsiteX649" fmla="*/ 140399 w 361950"/>
                <a:gd name="connsiteY649" fmla="*/ 41338 h 419100"/>
                <a:gd name="connsiteX650" fmla="*/ 139637 w 361950"/>
                <a:gd name="connsiteY650" fmla="*/ 40291 h 419100"/>
                <a:gd name="connsiteX651" fmla="*/ 139160 w 361950"/>
                <a:gd name="connsiteY651" fmla="*/ 39529 h 419100"/>
                <a:gd name="connsiteX652" fmla="*/ 138970 w 361950"/>
                <a:gd name="connsiteY652" fmla="*/ 39148 h 419100"/>
                <a:gd name="connsiteX653" fmla="*/ 138684 w 361950"/>
                <a:gd name="connsiteY653" fmla="*/ 38291 h 419100"/>
                <a:gd name="connsiteX654" fmla="*/ 138494 w 361950"/>
                <a:gd name="connsiteY654" fmla="*/ 37910 h 419100"/>
                <a:gd name="connsiteX655" fmla="*/ 137922 w 361950"/>
                <a:gd name="connsiteY655" fmla="*/ 37243 h 419100"/>
                <a:gd name="connsiteX656" fmla="*/ 136970 w 361950"/>
                <a:gd name="connsiteY656" fmla="*/ 36290 h 419100"/>
                <a:gd name="connsiteX657" fmla="*/ 136398 w 361950"/>
                <a:gd name="connsiteY657" fmla="*/ 35624 h 419100"/>
                <a:gd name="connsiteX658" fmla="*/ 136208 w 361950"/>
                <a:gd name="connsiteY658" fmla="*/ 35243 h 419100"/>
                <a:gd name="connsiteX659" fmla="*/ 136017 w 361950"/>
                <a:gd name="connsiteY659" fmla="*/ 34766 h 419100"/>
                <a:gd name="connsiteX660" fmla="*/ 135731 w 361950"/>
                <a:gd name="connsiteY660" fmla="*/ 33338 h 419100"/>
                <a:gd name="connsiteX661" fmla="*/ 135541 w 361950"/>
                <a:gd name="connsiteY661" fmla="*/ 32861 h 419100"/>
                <a:gd name="connsiteX662" fmla="*/ 135350 w 361950"/>
                <a:gd name="connsiteY662" fmla="*/ 32480 h 419100"/>
                <a:gd name="connsiteX663" fmla="*/ 134969 w 361950"/>
                <a:gd name="connsiteY663" fmla="*/ 32195 h 419100"/>
                <a:gd name="connsiteX664" fmla="*/ 134493 w 361950"/>
                <a:gd name="connsiteY664" fmla="*/ 31909 h 419100"/>
                <a:gd name="connsiteX665" fmla="*/ 133636 w 361950"/>
                <a:gd name="connsiteY665" fmla="*/ 31813 h 419100"/>
                <a:gd name="connsiteX666" fmla="*/ 133064 w 361950"/>
                <a:gd name="connsiteY666" fmla="*/ 31909 h 419100"/>
                <a:gd name="connsiteX667" fmla="*/ 132588 w 361950"/>
                <a:gd name="connsiteY667" fmla="*/ 32099 h 419100"/>
                <a:gd name="connsiteX668" fmla="*/ 131921 w 361950"/>
                <a:gd name="connsiteY668" fmla="*/ 32671 h 419100"/>
                <a:gd name="connsiteX669" fmla="*/ 130683 w 361950"/>
                <a:gd name="connsiteY669" fmla="*/ 34100 h 419100"/>
                <a:gd name="connsiteX670" fmla="*/ 130016 w 361950"/>
                <a:gd name="connsiteY670" fmla="*/ 34576 h 419100"/>
                <a:gd name="connsiteX671" fmla="*/ 128683 w 361950"/>
                <a:gd name="connsiteY671" fmla="*/ 35338 h 419100"/>
                <a:gd name="connsiteX672" fmla="*/ 127254 w 361950"/>
                <a:gd name="connsiteY672" fmla="*/ 35719 h 419100"/>
                <a:gd name="connsiteX673" fmla="*/ 125921 w 361950"/>
                <a:gd name="connsiteY673" fmla="*/ 36290 h 419100"/>
                <a:gd name="connsiteX674" fmla="*/ 125539 w 361950"/>
                <a:gd name="connsiteY674" fmla="*/ 36671 h 419100"/>
                <a:gd name="connsiteX675" fmla="*/ 124492 w 361950"/>
                <a:gd name="connsiteY675" fmla="*/ 38005 h 419100"/>
                <a:gd name="connsiteX676" fmla="*/ 120015 w 361950"/>
                <a:gd name="connsiteY676" fmla="*/ 41434 h 419100"/>
                <a:gd name="connsiteX677" fmla="*/ 118301 w 361950"/>
                <a:gd name="connsiteY677" fmla="*/ 42005 h 419100"/>
                <a:gd name="connsiteX678" fmla="*/ 117348 w 361950"/>
                <a:gd name="connsiteY678" fmla="*/ 41624 h 419100"/>
                <a:gd name="connsiteX679" fmla="*/ 116777 w 361950"/>
                <a:gd name="connsiteY679" fmla="*/ 41434 h 419100"/>
                <a:gd name="connsiteX680" fmla="*/ 116014 w 361950"/>
                <a:gd name="connsiteY680" fmla="*/ 41434 h 419100"/>
                <a:gd name="connsiteX681" fmla="*/ 115538 w 361950"/>
                <a:gd name="connsiteY681" fmla="*/ 41529 h 419100"/>
                <a:gd name="connsiteX682" fmla="*/ 114871 w 361950"/>
                <a:gd name="connsiteY682" fmla="*/ 42196 h 419100"/>
                <a:gd name="connsiteX683" fmla="*/ 115538 w 361950"/>
                <a:gd name="connsiteY683" fmla="*/ 47530 h 419100"/>
                <a:gd name="connsiteX684" fmla="*/ 115348 w 361950"/>
                <a:gd name="connsiteY684" fmla="*/ 48768 h 419100"/>
                <a:gd name="connsiteX685" fmla="*/ 115062 w 361950"/>
                <a:gd name="connsiteY685" fmla="*/ 49721 h 419100"/>
                <a:gd name="connsiteX686" fmla="*/ 114681 w 361950"/>
                <a:gd name="connsiteY686" fmla="*/ 50102 h 419100"/>
                <a:gd name="connsiteX687" fmla="*/ 113919 w 361950"/>
                <a:gd name="connsiteY687" fmla="*/ 50578 h 419100"/>
                <a:gd name="connsiteX688" fmla="*/ 110109 w 361950"/>
                <a:gd name="connsiteY688" fmla="*/ 54197 h 419100"/>
                <a:gd name="connsiteX689" fmla="*/ 107252 w 361950"/>
                <a:gd name="connsiteY689" fmla="*/ 58579 h 419100"/>
                <a:gd name="connsiteX690" fmla="*/ 105823 w 361950"/>
                <a:gd name="connsiteY690" fmla="*/ 60293 h 419100"/>
                <a:gd name="connsiteX691" fmla="*/ 101155 w 361950"/>
                <a:gd name="connsiteY691" fmla="*/ 68199 h 419100"/>
                <a:gd name="connsiteX692" fmla="*/ 100679 w 361950"/>
                <a:gd name="connsiteY692" fmla="*/ 69437 h 419100"/>
                <a:gd name="connsiteX693" fmla="*/ 100298 w 361950"/>
                <a:gd name="connsiteY693" fmla="*/ 71819 h 419100"/>
                <a:gd name="connsiteX694" fmla="*/ 100298 w 361950"/>
                <a:gd name="connsiteY694" fmla="*/ 72962 h 419100"/>
                <a:gd name="connsiteX695" fmla="*/ 100489 w 361950"/>
                <a:gd name="connsiteY695" fmla="*/ 75057 h 419100"/>
                <a:gd name="connsiteX696" fmla="*/ 100775 w 361950"/>
                <a:gd name="connsiteY696" fmla="*/ 75914 h 419100"/>
                <a:gd name="connsiteX697" fmla="*/ 101918 w 361950"/>
                <a:gd name="connsiteY697" fmla="*/ 78581 h 419100"/>
                <a:gd name="connsiteX698" fmla="*/ 102013 w 361950"/>
                <a:gd name="connsiteY698" fmla="*/ 78962 h 419100"/>
                <a:gd name="connsiteX699" fmla="*/ 102108 w 361950"/>
                <a:gd name="connsiteY699" fmla="*/ 79534 h 419100"/>
                <a:gd name="connsiteX700" fmla="*/ 102108 w 361950"/>
                <a:gd name="connsiteY700" fmla="*/ 80486 h 419100"/>
                <a:gd name="connsiteX701" fmla="*/ 101918 w 361950"/>
                <a:gd name="connsiteY701" fmla="*/ 81058 h 419100"/>
                <a:gd name="connsiteX702" fmla="*/ 101727 w 361950"/>
                <a:gd name="connsiteY702" fmla="*/ 81534 h 419100"/>
                <a:gd name="connsiteX703" fmla="*/ 100298 w 361950"/>
                <a:gd name="connsiteY703" fmla="*/ 83820 h 419100"/>
                <a:gd name="connsiteX704" fmla="*/ 100108 w 361950"/>
                <a:gd name="connsiteY704" fmla="*/ 84582 h 419100"/>
                <a:gd name="connsiteX705" fmla="*/ 100013 w 361950"/>
                <a:gd name="connsiteY705" fmla="*/ 85249 h 419100"/>
                <a:gd name="connsiteX706" fmla="*/ 100298 w 361950"/>
                <a:gd name="connsiteY706" fmla="*/ 87821 h 419100"/>
                <a:gd name="connsiteX707" fmla="*/ 100489 w 361950"/>
                <a:gd name="connsiteY707" fmla="*/ 88202 h 419100"/>
                <a:gd name="connsiteX708" fmla="*/ 100775 w 361950"/>
                <a:gd name="connsiteY708" fmla="*/ 88487 h 419100"/>
                <a:gd name="connsiteX709" fmla="*/ 101155 w 361950"/>
                <a:gd name="connsiteY709" fmla="*/ 88583 h 419100"/>
                <a:gd name="connsiteX710" fmla="*/ 101537 w 361950"/>
                <a:gd name="connsiteY710" fmla="*/ 88487 h 419100"/>
                <a:gd name="connsiteX711" fmla="*/ 101918 w 361950"/>
                <a:gd name="connsiteY711" fmla="*/ 88202 h 419100"/>
                <a:gd name="connsiteX712" fmla="*/ 102299 w 361950"/>
                <a:gd name="connsiteY712" fmla="*/ 88011 h 419100"/>
                <a:gd name="connsiteX713" fmla="*/ 102679 w 361950"/>
                <a:gd name="connsiteY713" fmla="*/ 88011 h 419100"/>
                <a:gd name="connsiteX714" fmla="*/ 102870 w 361950"/>
                <a:gd name="connsiteY714" fmla="*/ 88297 h 419100"/>
                <a:gd name="connsiteX715" fmla="*/ 102965 w 361950"/>
                <a:gd name="connsiteY715" fmla="*/ 88773 h 419100"/>
                <a:gd name="connsiteX716" fmla="*/ 102965 w 361950"/>
                <a:gd name="connsiteY716" fmla="*/ 89916 h 419100"/>
                <a:gd name="connsiteX717" fmla="*/ 103061 w 361950"/>
                <a:gd name="connsiteY717" fmla="*/ 90392 h 419100"/>
                <a:gd name="connsiteX718" fmla="*/ 103346 w 361950"/>
                <a:gd name="connsiteY718" fmla="*/ 90773 h 419100"/>
                <a:gd name="connsiteX719" fmla="*/ 104108 w 361950"/>
                <a:gd name="connsiteY719" fmla="*/ 91440 h 419100"/>
                <a:gd name="connsiteX720" fmla="*/ 104489 w 361950"/>
                <a:gd name="connsiteY720" fmla="*/ 91916 h 419100"/>
                <a:gd name="connsiteX721" fmla="*/ 104775 w 361950"/>
                <a:gd name="connsiteY721" fmla="*/ 92964 h 419100"/>
                <a:gd name="connsiteX722" fmla="*/ 104680 w 361950"/>
                <a:gd name="connsiteY722" fmla="*/ 93631 h 419100"/>
                <a:gd name="connsiteX723" fmla="*/ 104489 w 361950"/>
                <a:gd name="connsiteY723" fmla="*/ 94107 h 419100"/>
                <a:gd name="connsiteX724" fmla="*/ 102108 w 361950"/>
                <a:gd name="connsiteY724" fmla="*/ 97441 h 419100"/>
                <a:gd name="connsiteX725" fmla="*/ 100965 w 361950"/>
                <a:gd name="connsiteY725" fmla="*/ 99536 h 419100"/>
                <a:gd name="connsiteX726" fmla="*/ 100394 w 361950"/>
                <a:gd name="connsiteY726" fmla="*/ 100203 h 419100"/>
                <a:gd name="connsiteX727" fmla="*/ 98393 w 361950"/>
                <a:gd name="connsiteY727" fmla="*/ 101918 h 419100"/>
                <a:gd name="connsiteX728" fmla="*/ 97536 w 361950"/>
                <a:gd name="connsiteY728" fmla="*/ 103537 h 419100"/>
                <a:gd name="connsiteX729" fmla="*/ 95536 w 361950"/>
                <a:gd name="connsiteY729" fmla="*/ 108966 h 419100"/>
                <a:gd name="connsiteX730" fmla="*/ 92393 w 361950"/>
                <a:gd name="connsiteY730" fmla="*/ 111728 h 419100"/>
                <a:gd name="connsiteX731" fmla="*/ 91154 w 361950"/>
                <a:gd name="connsiteY731" fmla="*/ 112490 h 419100"/>
                <a:gd name="connsiteX732" fmla="*/ 87059 w 361950"/>
                <a:gd name="connsiteY732" fmla="*/ 116300 h 419100"/>
                <a:gd name="connsiteX733" fmla="*/ 86678 w 361950"/>
                <a:gd name="connsiteY733" fmla="*/ 116586 h 419100"/>
                <a:gd name="connsiteX734" fmla="*/ 86201 w 361950"/>
                <a:gd name="connsiteY734" fmla="*/ 116777 h 419100"/>
                <a:gd name="connsiteX735" fmla="*/ 85725 w 361950"/>
                <a:gd name="connsiteY735" fmla="*/ 116777 h 419100"/>
                <a:gd name="connsiteX736" fmla="*/ 85154 w 361950"/>
                <a:gd name="connsiteY736" fmla="*/ 116681 h 419100"/>
                <a:gd name="connsiteX737" fmla="*/ 83629 w 361950"/>
                <a:gd name="connsiteY737" fmla="*/ 116205 h 419100"/>
                <a:gd name="connsiteX738" fmla="*/ 83058 w 361950"/>
                <a:gd name="connsiteY738" fmla="*/ 116205 h 419100"/>
                <a:gd name="connsiteX739" fmla="*/ 82582 w 361950"/>
                <a:gd name="connsiteY739" fmla="*/ 116300 h 419100"/>
                <a:gd name="connsiteX740" fmla="*/ 81629 w 361950"/>
                <a:gd name="connsiteY740" fmla="*/ 116586 h 419100"/>
                <a:gd name="connsiteX741" fmla="*/ 80010 w 361950"/>
                <a:gd name="connsiteY741" fmla="*/ 117348 h 419100"/>
                <a:gd name="connsiteX742" fmla="*/ 79058 w 361950"/>
                <a:gd name="connsiteY742" fmla="*/ 117634 h 419100"/>
                <a:gd name="connsiteX743" fmla="*/ 78581 w 361950"/>
                <a:gd name="connsiteY743" fmla="*/ 117729 h 419100"/>
                <a:gd name="connsiteX744" fmla="*/ 74676 w 361950"/>
                <a:gd name="connsiteY744" fmla="*/ 117729 h 419100"/>
                <a:gd name="connsiteX745" fmla="*/ 73628 w 361950"/>
                <a:gd name="connsiteY745" fmla="*/ 117824 h 419100"/>
                <a:gd name="connsiteX746" fmla="*/ 73152 w 361950"/>
                <a:gd name="connsiteY746" fmla="*/ 118015 h 419100"/>
                <a:gd name="connsiteX747" fmla="*/ 71533 w 361950"/>
                <a:gd name="connsiteY747" fmla="*/ 118777 h 419100"/>
                <a:gd name="connsiteX748" fmla="*/ 70009 w 361950"/>
                <a:gd name="connsiteY748" fmla="*/ 119634 h 419100"/>
                <a:gd name="connsiteX749" fmla="*/ 68389 w 361950"/>
                <a:gd name="connsiteY749" fmla="*/ 120396 h 419100"/>
                <a:gd name="connsiteX750" fmla="*/ 68009 w 361950"/>
                <a:gd name="connsiteY750" fmla="*/ 120491 h 419100"/>
                <a:gd name="connsiteX751" fmla="*/ 67628 w 361950"/>
                <a:gd name="connsiteY751" fmla="*/ 120396 h 419100"/>
                <a:gd name="connsiteX752" fmla="*/ 66675 w 361950"/>
                <a:gd name="connsiteY752" fmla="*/ 119634 h 419100"/>
                <a:gd name="connsiteX753" fmla="*/ 66294 w 361950"/>
                <a:gd name="connsiteY753" fmla="*/ 119634 h 419100"/>
                <a:gd name="connsiteX754" fmla="*/ 65913 w 361950"/>
                <a:gd name="connsiteY754" fmla="*/ 119825 h 419100"/>
                <a:gd name="connsiteX755" fmla="*/ 64103 w 361950"/>
                <a:gd name="connsiteY755" fmla="*/ 121634 h 419100"/>
                <a:gd name="connsiteX756" fmla="*/ 63722 w 361950"/>
                <a:gd name="connsiteY756" fmla="*/ 121920 h 419100"/>
                <a:gd name="connsiteX757" fmla="*/ 62198 w 361950"/>
                <a:gd name="connsiteY757" fmla="*/ 122777 h 419100"/>
                <a:gd name="connsiteX758" fmla="*/ 61817 w 361950"/>
                <a:gd name="connsiteY758" fmla="*/ 123063 h 419100"/>
                <a:gd name="connsiteX759" fmla="*/ 61436 w 361950"/>
                <a:gd name="connsiteY759" fmla="*/ 123444 h 419100"/>
                <a:gd name="connsiteX760" fmla="*/ 61055 w 361950"/>
                <a:gd name="connsiteY760" fmla="*/ 123920 h 419100"/>
                <a:gd name="connsiteX761" fmla="*/ 59722 w 361950"/>
                <a:gd name="connsiteY761" fmla="*/ 126111 h 419100"/>
                <a:gd name="connsiteX762" fmla="*/ 56674 w 361950"/>
                <a:gd name="connsiteY762" fmla="*/ 129350 h 419100"/>
                <a:gd name="connsiteX763" fmla="*/ 56197 w 361950"/>
                <a:gd name="connsiteY763" fmla="*/ 130112 h 419100"/>
                <a:gd name="connsiteX764" fmla="*/ 56007 w 361950"/>
                <a:gd name="connsiteY764" fmla="*/ 130588 h 419100"/>
                <a:gd name="connsiteX765" fmla="*/ 54959 w 361950"/>
                <a:gd name="connsiteY765" fmla="*/ 140018 h 419100"/>
                <a:gd name="connsiteX766" fmla="*/ 54674 w 361950"/>
                <a:gd name="connsiteY766" fmla="*/ 141161 h 419100"/>
                <a:gd name="connsiteX767" fmla="*/ 53626 w 361950"/>
                <a:gd name="connsiteY767" fmla="*/ 142589 h 419100"/>
                <a:gd name="connsiteX768" fmla="*/ 53150 w 361950"/>
                <a:gd name="connsiteY768" fmla="*/ 143446 h 419100"/>
                <a:gd name="connsiteX769" fmla="*/ 52959 w 361950"/>
                <a:gd name="connsiteY769" fmla="*/ 144018 h 419100"/>
                <a:gd name="connsiteX770" fmla="*/ 52864 w 361950"/>
                <a:gd name="connsiteY770" fmla="*/ 144685 h 419100"/>
                <a:gd name="connsiteX771" fmla="*/ 52769 w 361950"/>
                <a:gd name="connsiteY771" fmla="*/ 145733 h 419100"/>
                <a:gd name="connsiteX772" fmla="*/ 52769 w 361950"/>
                <a:gd name="connsiteY772" fmla="*/ 146399 h 419100"/>
                <a:gd name="connsiteX773" fmla="*/ 52959 w 361950"/>
                <a:gd name="connsiteY773" fmla="*/ 147161 h 419100"/>
                <a:gd name="connsiteX774" fmla="*/ 53245 w 361950"/>
                <a:gd name="connsiteY774" fmla="*/ 147923 h 419100"/>
                <a:gd name="connsiteX775" fmla="*/ 53816 w 361950"/>
                <a:gd name="connsiteY775" fmla="*/ 149066 h 419100"/>
                <a:gd name="connsiteX776" fmla="*/ 54197 w 361950"/>
                <a:gd name="connsiteY776" fmla="*/ 149733 h 419100"/>
                <a:gd name="connsiteX777" fmla="*/ 54864 w 361950"/>
                <a:gd name="connsiteY777" fmla="*/ 150590 h 419100"/>
                <a:gd name="connsiteX778" fmla="*/ 55054 w 361950"/>
                <a:gd name="connsiteY778" fmla="*/ 150971 h 419100"/>
                <a:gd name="connsiteX779" fmla="*/ 55245 w 361950"/>
                <a:gd name="connsiteY779" fmla="*/ 151733 h 419100"/>
                <a:gd name="connsiteX780" fmla="*/ 55436 w 361950"/>
                <a:gd name="connsiteY780" fmla="*/ 152876 h 419100"/>
                <a:gd name="connsiteX781" fmla="*/ 55436 w 361950"/>
                <a:gd name="connsiteY781" fmla="*/ 155067 h 419100"/>
                <a:gd name="connsiteX782" fmla="*/ 55817 w 361950"/>
                <a:gd name="connsiteY782" fmla="*/ 157734 h 419100"/>
                <a:gd name="connsiteX783" fmla="*/ 57817 w 361950"/>
                <a:gd name="connsiteY783" fmla="*/ 161258 h 419100"/>
                <a:gd name="connsiteX784" fmla="*/ 58388 w 361950"/>
                <a:gd name="connsiteY784" fmla="*/ 161925 h 419100"/>
                <a:gd name="connsiteX785" fmla="*/ 59055 w 361950"/>
                <a:gd name="connsiteY785" fmla="*/ 162496 h 419100"/>
                <a:gd name="connsiteX786" fmla="*/ 59531 w 361950"/>
                <a:gd name="connsiteY786" fmla="*/ 162687 h 419100"/>
                <a:gd name="connsiteX787" fmla="*/ 60008 w 361950"/>
                <a:gd name="connsiteY787" fmla="*/ 162782 h 419100"/>
                <a:gd name="connsiteX788" fmla="*/ 61532 w 361950"/>
                <a:gd name="connsiteY788" fmla="*/ 162973 h 419100"/>
                <a:gd name="connsiteX789" fmla="*/ 61817 w 361950"/>
                <a:gd name="connsiteY789" fmla="*/ 163163 h 419100"/>
                <a:gd name="connsiteX790" fmla="*/ 61913 w 361950"/>
                <a:gd name="connsiteY790" fmla="*/ 163259 h 419100"/>
                <a:gd name="connsiteX791" fmla="*/ 62008 w 361950"/>
                <a:gd name="connsiteY791" fmla="*/ 163449 h 419100"/>
                <a:gd name="connsiteX792" fmla="*/ 62008 w 361950"/>
                <a:gd name="connsiteY792" fmla="*/ 164021 h 419100"/>
                <a:gd name="connsiteX793" fmla="*/ 60770 w 361950"/>
                <a:gd name="connsiteY793" fmla="*/ 169069 h 419100"/>
                <a:gd name="connsiteX794" fmla="*/ 60388 w 361950"/>
                <a:gd name="connsiteY794" fmla="*/ 171355 h 419100"/>
                <a:gd name="connsiteX795" fmla="*/ 60198 w 361950"/>
                <a:gd name="connsiteY795" fmla="*/ 172021 h 419100"/>
                <a:gd name="connsiteX796" fmla="*/ 59912 w 361950"/>
                <a:gd name="connsiteY796" fmla="*/ 172688 h 419100"/>
                <a:gd name="connsiteX797" fmla="*/ 59246 w 361950"/>
                <a:gd name="connsiteY797" fmla="*/ 173450 h 419100"/>
                <a:gd name="connsiteX798" fmla="*/ 58769 w 361950"/>
                <a:gd name="connsiteY798" fmla="*/ 173927 h 419100"/>
                <a:gd name="connsiteX799" fmla="*/ 58293 w 361950"/>
                <a:gd name="connsiteY799" fmla="*/ 174212 h 419100"/>
                <a:gd name="connsiteX800" fmla="*/ 57817 w 361950"/>
                <a:gd name="connsiteY800" fmla="*/ 174212 h 419100"/>
                <a:gd name="connsiteX801" fmla="*/ 57245 w 361950"/>
                <a:gd name="connsiteY801" fmla="*/ 174117 h 419100"/>
                <a:gd name="connsiteX802" fmla="*/ 56864 w 361950"/>
                <a:gd name="connsiteY802" fmla="*/ 173927 h 419100"/>
                <a:gd name="connsiteX803" fmla="*/ 56483 w 361950"/>
                <a:gd name="connsiteY803" fmla="*/ 173641 h 419100"/>
                <a:gd name="connsiteX804" fmla="*/ 56197 w 361950"/>
                <a:gd name="connsiteY804" fmla="*/ 173355 h 419100"/>
                <a:gd name="connsiteX805" fmla="*/ 55912 w 361950"/>
                <a:gd name="connsiteY805" fmla="*/ 172974 h 419100"/>
                <a:gd name="connsiteX806" fmla="*/ 55436 w 361950"/>
                <a:gd name="connsiteY806" fmla="*/ 172212 h 419100"/>
                <a:gd name="connsiteX807" fmla="*/ 54959 w 361950"/>
                <a:gd name="connsiteY807" fmla="*/ 171545 h 419100"/>
                <a:gd name="connsiteX808" fmla="*/ 54578 w 361950"/>
                <a:gd name="connsiteY808" fmla="*/ 171260 h 419100"/>
                <a:gd name="connsiteX809" fmla="*/ 54102 w 361950"/>
                <a:gd name="connsiteY809" fmla="*/ 171069 h 419100"/>
                <a:gd name="connsiteX810" fmla="*/ 53626 w 361950"/>
                <a:gd name="connsiteY810" fmla="*/ 171069 h 419100"/>
                <a:gd name="connsiteX811" fmla="*/ 53150 w 361950"/>
                <a:gd name="connsiteY811" fmla="*/ 171164 h 419100"/>
                <a:gd name="connsiteX812" fmla="*/ 52769 w 361950"/>
                <a:gd name="connsiteY812" fmla="*/ 171355 h 419100"/>
                <a:gd name="connsiteX813" fmla="*/ 52483 w 361950"/>
                <a:gd name="connsiteY813" fmla="*/ 171545 h 419100"/>
                <a:gd name="connsiteX814" fmla="*/ 50483 w 361950"/>
                <a:gd name="connsiteY814" fmla="*/ 174688 h 419100"/>
                <a:gd name="connsiteX815" fmla="*/ 49244 w 361950"/>
                <a:gd name="connsiteY815" fmla="*/ 176117 h 419100"/>
                <a:gd name="connsiteX816" fmla="*/ 48863 w 361950"/>
                <a:gd name="connsiteY816" fmla="*/ 176403 h 419100"/>
                <a:gd name="connsiteX817" fmla="*/ 47625 w 361950"/>
                <a:gd name="connsiteY817" fmla="*/ 177641 h 419100"/>
                <a:gd name="connsiteX818" fmla="*/ 44291 w 361950"/>
                <a:gd name="connsiteY818" fmla="*/ 182118 h 419100"/>
                <a:gd name="connsiteX819" fmla="*/ 44101 w 361950"/>
                <a:gd name="connsiteY819" fmla="*/ 182880 h 419100"/>
                <a:gd name="connsiteX820" fmla="*/ 44005 w 361950"/>
                <a:gd name="connsiteY820" fmla="*/ 183928 h 419100"/>
                <a:gd name="connsiteX821" fmla="*/ 44291 w 361950"/>
                <a:gd name="connsiteY821" fmla="*/ 186023 h 419100"/>
                <a:gd name="connsiteX822" fmla="*/ 44672 w 361950"/>
                <a:gd name="connsiteY822" fmla="*/ 187833 h 419100"/>
                <a:gd name="connsiteX823" fmla="*/ 44768 w 361950"/>
                <a:gd name="connsiteY823" fmla="*/ 188404 h 419100"/>
                <a:gd name="connsiteX824" fmla="*/ 44768 w 361950"/>
                <a:gd name="connsiteY824" fmla="*/ 189262 h 419100"/>
                <a:gd name="connsiteX825" fmla="*/ 44672 w 361950"/>
                <a:gd name="connsiteY825" fmla="*/ 190595 h 419100"/>
                <a:gd name="connsiteX826" fmla="*/ 44863 w 361950"/>
                <a:gd name="connsiteY826" fmla="*/ 191738 h 419100"/>
                <a:gd name="connsiteX827" fmla="*/ 45053 w 361950"/>
                <a:gd name="connsiteY827" fmla="*/ 192405 h 419100"/>
                <a:gd name="connsiteX828" fmla="*/ 45529 w 361950"/>
                <a:gd name="connsiteY828" fmla="*/ 193262 h 419100"/>
                <a:gd name="connsiteX829" fmla="*/ 45720 w 361950"/>
                <a:gd name="connsiteY829" fmla="*/ 193738 h 419100"/>
                <a:gd name="connsiteX830" fmla="*/ 45815 w 361950"/>
                <a:gd name="connsiteY830" fmla="*/ 194215 h 419100"/>
                <a:gd name="connsiteX831" fmla="*/ 45625 w 361950"/>
                <a:gd name="connsiteY831" fmla="*/ 196215 h 419100"/>
                <a:gd name="connsiteX832" fmla="*/ 44101 w 361950"/>
                <a:gd name="connsiteY832" fmla="*/ 202311 h 419100"/>
                <a:gd name="connsiteX833" fmla="*/ 41338 w 361950"/>
                <a:gd name="connsiteY833" fmla="*/ 205930 h 419100"/>
                <a:gd name="connsiteX834" fmla="*/ 39243 w 361950"/>
                <a:gd name="connsiteY834" fmla="*/ 210312 h 419100"/>
                <a:gd name="connsiteX835" fmla="*/ 38671 w 361950"/>
                <a:gd name="connsiteY835" fmla="*/ 211169 h 419100"/>
                <a:gd name="connsiteX836" fmla="*/ 38195 w 361950"/>
                <a:gd name="connsiteY836" fmla="*/ 211741 h 419100"/>
                <a:gd name="connsiteX837" fmla="*/ 36671 w 361950"/>
                <a:gd name="connsiteY837" fmla="*/ 212503 h 419100"/>
                <a:gd name="connsiteX838" fmla="*/ 34576 w 361950"/>
                <a:gd name="connsiteY838" fmla="*/ 213932 h 419100"/>
                <a:gd name="connsiteX839" fmla="*/ 34195 w 361950"/>
                <a:gd name="connsiteY839" fmla="*/ 214122 h 419100"/>
                <a:gd name="connsiteX840" fmla="*/ 33814 w 361950"/>
                <a:gd name="connsiteY840" fmla="*/ 214313 h 419100"/>
                <a:gd name="connsiteX841" fmla="*/ 32861 w 361950"/>
                <a:gd name="connsiteY841" fmla="*/ 214503 h 419100"/>
                <a:gd name="connsiteX842" fmla="*/ 29146 w 361950"/>
                <a:gd name="connsiteY842" fmla="*/ 214789 h 419100"/>
                <a:gd name="connsiteX843" fmla="*/ 27813 w 361950"/>
                <a:gd name="connsiteY843" fmla="*/ 215265 h 419100"/>
                <a:gd name="connsiteX844" fmla="*/ 27051 w 361950"/>
                <a:gd name="connsiteY844" fmla="*/ 215646 h 419100"/>
                <a:gd name="connsiteX845" fmla="*/ 26670 w 361950"/>
                <a:gd name="connsiteY845" fmla="*/ 215932 h 419100"/>
                <a:gd name="connsiteX846" fmla="*/ 25337 w 361950"/>
                <a:gd name="connsiteY846" fmla="*/ 217075 h 419100"/>
                <a:gd name="connsiteX847" fmla="*/ 23051 w 361950"/>
                <a:gd name="connsiteY847" fmla="*/ 219551 h 419100"/>
                <a:gd name="connsiteX848" fmla="*/ 22955 w 361950"/>
                <a:gd name="connsiteY848" fmla="*/ 220028 h 419100"/>
                <a:gd name="connsiteX849" fmla="*/ 22860 w 361950"/>
                <a:gd name="connsiteY849" fmla="*/ 220789 h 419100"/>
                <a:gd name="connsiteX850" fmla="*/ 22860 w 361950"/>
                <a:gd name="connsiteY850" fmla="*/ 222409 h 419100"/>
                <a:gd name="connsiteX851" fmla="*/ 23146 w 361950"/>
                <a:gd name="connsiteY851" fmla="*/ 223933 h 419100"/>
                <a:gd name="connsiteX852" fmla="*/ 23527 w 361950"/>
                <a:gd name="connsiteY852" fmla="*/ 224790 h 419100"/>
                <a:gd name="connsiteX853" fmla="*/ 24003 w 361950"/>
                <a:gd name="connsiteY853" fmla="*/ 225457 h 419100"/>
                <a:gd name="connsiteX854" fmla="*/ 24955 w 361950"/>
                <a:gd name="connsiteY854" fmla="*/ 226409 h 419100"/>
                <a:gd name="connsiteX855" fmla="*/ 25241 w 361950"/>
                <a:gd name="connsiteY855" fmla="*/ 226790 h 419100"/>
                <a:gd name="connsiteX856" fmla="*/ 25337 w 361950"/>
                <a:gd name="connsiteY856" fmla="*/ 227171 h 419100"/>
                <a:gd name="connsiteX857" fmla="*/ 25241 w 361950"/>
                <a:gd name="connsiteY857" fmla="*/ 227552 h 419100"/>
                <a:gd name="connsiteX858" fmla="*/ 24765 w 361950"/>
                <a:gd name="connsiteY858" fmla="*/ 227933 h 419100"/>
                <a:gd name="connsiteX859" fmla="*/ 24289 w 361950"/>
                <a:gd name="connsiteY859" fmla="*/ 228124 h 419100"/>
                <a:gd name="connsiteX860" fmla="*/ 23241 w 361950"/>
                <a:gd name="connsiteY860" fmla="*/ 228314 h 419100"/>
                <a:gd name="connsiteX861" fmla="*/ 22384 w 361950"/>
                <a:gd name="connsiteY861" fmla="*/ 228600 h 419100"/>
                <a:gd name="connsiteX862" fmla="*/ 22003 w 361950"/>
                <a:gd name="connsiteY862" fmla="*/ 228886 h 419100"/>
                <a:gd name="connsiteX863" fmla="*/ 21717 w 361950"/>
                <a:gd name="connsiteY863" fmla="*/ 229171 h 419100"/>
                <a:gd name="connsiteX864" fmla="*/ 21431 w 361950"/>
                <a:gd name="connsiteY864" fmla="*/ 229553 h 419100"/>
                <a:gd name="connsiteX865" fmla="*/ 21146 w 361950"/>
                <a:gd name="connsiteY865" fmla="*/ 229934 h 419100"/>
                <a:gd name="connsiteX866" fmla="*/ 20003 w 361950"/>
                <a:gd name="connsiteY866" fmla="*/ 232601 h 419100"/>
                <a:gd name="connsiteX867" fmla="*/ 19812 w 361950"/>
                <a:gd name="connsiteY867" fmla="*/ 232982 h 419100"/>
                <a:gd name="connsiteX868" fmla="*/ 19526 w 361950"/>
                <a:gd name="connsiteY868" fmla="*/ 233363 h 419100"/>
                <a:gd name="connsiteX869" fmla="*/ 18764 w 361950"/>
                <a:gd name="connsiteY869" fmla="*/ 233744 h 419100"/>
                <a:gd name="connsiteX870" fmla="*/ 18383 w 361950"/>
                <a:gd name="connsiteY870" fmla="*/ 233934 h 419100"/>
                <a:gd name="connsiteX871" fmla="*/ 17621 w 361950"/>
                <a:gd name="connsiteY871" fmla="*/ 234315 h 419100"/>
                <a:gd name="connsiteX872" fmla="*/ 17145 w 361950"/>
                <a:gd name="connsiteY872" fmla="*/ 234887 h 419100"/>
                <a:gd name="connsiteX873" fmla="*/ 16669 w 361950"/>
                <a:gd name="connsiteY873" fmla="*/ 235649 h 419100"/>
                <a:gd name="connsiteX874" fmla="*/ 16002 w 361950"/>
                <a:gd name="connsiteY874" fmla="*/ 237458 h 419100"/>
                <a:gd name="connsiteX875" fmla="*/ 15240 w 361950"/>
                <a:gd name="connsiteY875" fmla="*/ 238982 h 419100"/>
                <a:gd name="connsiteX876" fmla="*/ 14954 w 361950"/>
                <a:gd name="connsiteY876" fmla="*/ 239363 h 419100"/>
                <a:gd name="connsiteX877" fmla="*/ 14764 w 361950"/>
                <a:gd name="connsiteY877" fmla="*/ 239935 h 419100"/>
                <a:gd name="connsiteX878" fmla="*/ 14669 w 361950"/>
                <a:gd name="connsiteY878" fmla="*/ 240602 h 419100"/>
                <a:gd name="connsiteX879" fmla="*/ 14764 w 361950"/>
                <a:gd name="connsiteY879" fmla="*/ 241745 h 419100"/>
                <a:gd name="connsiteX880" fmla="*/ 14859 w 361950"/>
                <a:gd name="connsiteY880" fmla="*/ 242411 h 419100"/>
                <a:gd name="connsiteX881" fmla="*/ 15050 w 361950"/>
                <a:gd name="connsiteY881" fmla="*/ 242983 h 419100"/>
                <a:gd name="connsiteX882" fmla="*/ 15907 w 361950"/>
                <a:gd name="connsiteY882" fmla="*/ 244507 h 419100"/>
                <a:gd name="connsiteX883" fmla="*/ 16002 w 361950"/>
                <a:gd name="connsiteY883" fmla="*/ 244983 h 419100"/>
                <a:gd name="connsiteX884" fmla="*/ 16097 w 361950"/>
                <a:gd name="connsiteY884" fmla="*/ 245459 h 419100"/>
                <a:gd name="connsiteX885" fmla="*/ 16002 w 361950"/>
                <a:gd name="connsiteY885" fmla="*/ 246031 h 419100"/>
                <a:gd name="connsiteX886" fmla="*/ 15621 w 361950"/>
                <a:gd name="connsiteY886" fmla="*/ 246793 h 419100"/>
                <a:gd name="connsiteX887" fmla="*/ 14478 w 361950"/>
                <a:gd name="connsiteY887" fmla="*/ 248412 h 419100"/>
                <a:gd name="connsiteX888" fmla="*/ 14288 w 361950"/>
                <a:gd name="connsiteY888" fmla="*/ 248793 h 419100"/>
                <a:gd name="connsiteX889" fmla="*/ 13716 w 361950"/>
                <a:gd name="connsiteY889" fmla="*/ 250127 h 419100"/>
                <a:gd name="connsiteX890" fmla="*/ 12859 w 361950"/>
                <a:gd name="connsiteY890" fmla="*/ 251651 h 419100"/>
                <a:gd name="connsiteX891" fmla="*/ 12668 w 361950"/>
                <a:gd name="connsiteY891" fmla="*/ 252127 h 419100"/>
                <a:gd name="connsiteX892" fmla="*/ 12002 w 361950"/>
                <a:gd name="connsiteY892" fmla="*/ 256413 h 419100"/>
                <a:gd name="connsiteX893" fmla="*/ 10954 w 361950"/>
                <a:gd name="connsiteY893" fmla="*/ 260413 h 419100"/>
                <a:gd name="connsiteX894" fmla="*/ 10763 w 361950"/>
                <a:gd name="connsiteY894" fmla="*/ 261652 h 419100"/>
                <a:gd name="connsiteX895" fmla="*/ 10763 w 361950"/>
                <a:gd name="connsiteY895" fmla="*/ 262414 h 419100"/>
                <a:gd name="connsiteX896" fmla="*/ 11049 w 361950"/>
                <a:gd name="connsiteY896" fmla="*/ 264986 h 419100"/>
                <a:gd name="connsiteX897" fmla="*/ 10954 w 361950"/>
                <a:gd name="connsiteY897" fmla="*/ 265747 h 419100"/>
                <a:gd name="connsiteX898" fmla="*/ 10668 w 361950"/>
                <a:gd name="connsiteY898" fmla="*/ 266700 h 419100"/>
                <a:gd name="connsiteX899" fmla="*/ 10001 w 361950"/>
                <a:gd name="connsiteY899" fmla="*/ 268224 h 419100"/>
                <a:gd name="connsiteX900" fmla="*/ 9620 w 361950"/>
                <a:gd name="connsiteY900" fmla="*/ 268986 h 419100"/>
                <a:gd name="connsiteX901" fmla="*/ 9239 w 361950"/>
                <a:gd name="connsiteY901" fmla="*/ 269558 h 419100"/>
                <a:gd name="connsiteX902" fmla="*/ 8001 w 361950"/>
                <a:gd name="connsiteY902" fmla="*/ 270701 h 419100"/>
                <a:gd name="connsiteX903" fmla="*/ 7429 w 361950"/>
                <a:gd name="connsiteY903" fmla="*/ 271367 h 419100"/>
                <a:gd name="connsiteX904" fmla="*/ 5334 w 361950"/>
                <a:gd name="connsiteY904" fmla="*/ 274987 h 419100"/>
                <a:gd name="connsiteX905" fmla="*/ 4763 w 361950"/>
                <a:gd name="connsiteY905" fmla="*/ 275654 h 419100"/>
                <a:gd name="connsiteX906" fmla="*/ 4096 w 361950"/>
                <a:gd name="connsiteY906" fmla="*/ 276225 h 419100"/>
                <a:gd name="connsiteX907" fmla="*/ 1429 w 361950"/>
                <a:gd name="connsiteY907" fmla="*/ 277749 h 419100"/>
                <a:gd name="connsiteX908" fmla="*/ 95 w 361950"/>
                <a:gd name="connsiteY908" fmla="*/ 278797 h 419100"/>
                <a:gd name="connsiteX909" fmla="*/ 0 w 361950"/>
                <a:gd name="connsiteY909" fmla="*/ 279559 h 419100"/>
                <a:gd name="connsiteX910" fmla="*/ 95 w 361950"/>
                <a:gd name="connsiteY910" fmla="*/ 280702 h 419100"/>
                <a:gd name="connsiteX911" fmla="*/ 1905 w 361950"/>
                <a:gd name="connsiteY911" fmla="*/ 287464 h 419100"/>
                <a:gd name="connsiteX912" fmla="*/ 2572 w 361950"/>
                <a:gd name="connsiteY912" fmla="*/ 289084 h 419100"/>
                <a:gd name="connsiteX913" fmla="*/ 2667 w 361950"/>
                <a:gd name="connsiteY913" fmla="*/ 289751 h 419100"/>
                <a:gd name="connsiteX914" fmla="*/ 2667 w 361950"/>
                <a:gd name="connsiteY914" fmla="*/ 293465 h 419100"/>
                <a:gd name="connsiteX915" fmla="*/ 2953 w 361950"/>
                <a:gd name="connsiteY915" fmla="*/ 294513 h 419100"/>
                <a:gd name="connsiteX916" fmla="*/ 3429 w 361950"/>
                <a:gd name="connsiteY916" fmla="*/ 295466 h 419100"/>
                <a:gd name="connsiteX917" fmla="*/ 3620 w 361950"/>
                <a:gd name="connsiteY917" fmla="*/ 296037 h 419100"/>
                <a:gd name="connsiteX918" fmla="*/ 3429 w 361950"/>
                <a:gd name="connsiteY918" fmla="*/ 296894 h 419100"/>
                <a:gd name="connsiteX919" fmla="*/ 2953 w 361950"/>
                <a:gd name="connsiteY919" fmla="*/ 298133 h 419100"/>
                <a:gd name="connsiteX920" fmla="*/ 2477 w 361950"/>
                <a:gd name="connsiteY920" fmla="*/ 298609 h 419100"/>
                <a:gd name="connsiteX921" fmla="*/ 1810 w 361950"/>
                <a:gd name="connsiteY921" fmla="*/ 298704 h 419100"/>
                <a:gd name="connsiteX922" fmla="*/ 1238 w 361950"/>
                <a:gd name="connsiteY922" fmla="*/ 298704 h 419100"/>
                <a:gd name="connsiteX923" fmla="*/ 857 w 361950"/>
                <a:gd name="connsiteY923" fmla="*/ 298895 h 419100"/>
                <a:gd name="connsiteX924" fmla="*/ 953 w 361950"/>
                <a:gd name="connsiteY924" fmla="*/ 299561 h 419100"/>
                <a:gd name="connsiteX925" fmla="*/ 1048 w 361950"/>
                <a:gd name="connsiteY925" fmla="*/ 300133 h 419100"/>
                <a:gd name="connsiteX926" fmla="*/ 3524 w 361950"/>
                <a:gd name="connsiteY926" fmla="*/ 303276 h 419100"/>
                <a:gd name="connsiteX927" fmla="*/ 7334 w 361950"/>
                <a:gd name="connsiteY927" fmla="*/ 303276 h 419100"/>
                <a:gd name="connsiteX928" fmla="*/ 8763 w 361950"/>
                <a:gd name="connsiteY928" fmla="*/ 303657 h 419100"/>
                <a:gd name="connsiteX929" fmla="*/ 10573 w 361950"/>
                <a:gd name="connsiteY929" fmla="*/ 304800 h 419100"/>
                <a:gd name="connsiteX930" fmla="*/ 11525 w 361950"/>
                <a:gd name="connsiteY930" fmla="*/ 305276 h 419100"/>
                <a:gd name="connsiteX931" fmla="*/ 12097 w 361950"/>
                <a:gd name="connsiteY931" fmla="*/ 305371 h 419100"/>
                <a:gd name="connsiteX932" fmla="*/ 12478 w 361950"/>
                <a:gd name="connsiteY932" fmla="*/ 305371 h 419100"/>
                <a:gd name="connsiteX933" fmla="*/ 13430 w 361950"/>
                <a:gd name="connsiteY933" fmla="*/ 305086 h 419100"/>
                <a:gd name="connsiteX934" fmla="*/ 14288 w 361950"/>
                <a:gd name="connsiteY934" fmla="*/ 304991 h 419100"/>
                <a:gd name="connsiteX935" fmla="*/ 14859 w 361950"/>
                <a:gd name="connsiteY935" fmla="*/ 305086 h 419100"/>
                <a:gd name="connsiteX936" fmla="*/ 15335 w 361950"/>
                <a:gd name="connsiteY936" fmla="*/ 305276 h 419100"/>
                <a:gd name="connsiteX937" fmla="*/ 15621 w 361950"/>
                <a:gd name="connsiteY937" fmla="*/ 305562 h 419100"/>
                <a:gd name="connsiteX938" fmla="*/ 15907 w 361950"/>
                <a:gd name="connsiteY938" fmla="*/ 305848 h 419100"/>
                <a:gd name="connsiteX939" fmla="*/ 16574 w 361950"/>
                <a:gd name="connsiteY939" fmla="*/ 306896 h 419100"/>
                <a:gd name="connsiteX940" fmla="*/ 17145 w 361950"/>
                <a:gd name="connsiteY940" fmla="*/ 307372 h 419100"/>
                <a:gd name="connsiteX941" fmla="*/ 18002 w 361950"/>
                <a:gd name="connsiteY941" fmla="*/ 307943 h 419100"/>
                <a:gd name="connsiteX942" fmla="*/ 19812 w 361950"/>
                <a:gd name="connsiteY942" fmla="*/ 308896 h 419100"/>
                <a:gd name="connsiteX943" fmla="*/ 20860 w 361950"/>
                <a:gd name="connsiteY943" fmla="*/ 309277 h 419100"/>
                <a:gd name="connsiteX944" fmla="*/ 21717 w 361950"/>
                <a:gd name="connsiteY944" fmla="*/ 309467 h 419100"/>
                <a:gd name="connsiteX945" fmla="*/ 23908 w 361950"/>
                <a:gd name="connsiteY945" fmla="*/ 309372 h 419100"/>
                <a:gd name="connsiteX946" fmla="*/ 24860 w 361950"/>
                <a:gd name="connsiteY946" fmla="*/ 309182 h 419100"/>
                <a:gd name="connsiteX947" fmla="*/ 25813 w 361950"/>
                <a:gd name="connsiteY947" fmla="*/ 308896 h 419100"/>
                <a:gd name="connsiteX948" fmla="*/ 28099 w 361950"/>
                <a:gd name="connsiteY948" fmla="*/ 308896 h 419100"/>
                <a:gd name="connsiteX949" fmla="*/ 32290 w 361950"/>
                <a:gd name="connsiteY949" fmla="*/ 309563 h 419100"/>
                <a:gd name="connsiteX950" fmla="*/ 33052 w 361950"/>
                <a:gd name="connsiteY950" fmla="*/ 309944 h 419100"/>
                <a:gd name="connsiteX951" fmla="*/ 33147 w 361950"/>
                <a:gd name="connsiteY951" fmla="*/ 310325 h 419100"/>
                <a:gd name="connsiteX952" fmla="*/ 33052 w 361950"/>
                <a:gd name="connsiteY952" fmla="*/ 311277 h 419100"/>
                <a:gd name="connsiteX953" fmla="*/ 33147 w 361950"/>
                <a:gd name="connsiteY953" fmla="*/ 311849 h 419100"/>
                <a:gd name="connsiteX954" fmla="*/ 33528 w 361950"/>
                <a:gd name="connsiteY954" fmla="*/ 312515 h 419100"/>
                <a:gd name="connsiteX955" fmla="*/ 34004 w 361950"/>
                <a:gd name="connsiteY955" fmla="*/ 312706 h 419100"/>
                <a:gd name="connsiteX956" fmla="*/ 34480 w 361950"/>
                <a:gd name="connsiteY956" fmla="*/ 312706 h 419100"/>
                <a:gd name="connsiteX957" fmla="*/ 36290 w 361950"/>
                <a:gd name="connsiteY957" fmla="*/ 312230 h 419100"/>
                <a:gd name="connsiteX958" fmla="*/ 37052 w 361950"/>
                <a:gd name="connsiteY958" fmla="*/ 311849 h 419100"/>
                <a:gd name="connsiteX959" fmla="*/ 38767 w 361950"/>
                <a:gd name="connsiteY959" fmla="*/ 310610 h 419100"/>
                <a:gd name="connsiteX960" fmla="*/ 39529 w 361950"/>
                <a:gd name="connsiteY960" fmla="*/ 310229 h 419100"/>
                <a:gd name="connsiteX961" fmla="*/ 40005 w 361950"/>
                <a:gd name="connsiteY961" fmla="*/ 310134 h 419100"/>
                <a:gd name="connsiteX962" fmla="*/ 41243 w 361950"/>
                <a:gd name="connsiteY962" fmla="*/ 309944 h 419100"/>
                <a:gd name="connsiteX963" fmla="*/ 42291 w 361950"/>
                <a:gd name="connsiteY963" fmla="*/ 309944 h 419100"/>
                <a:gd name="connsiteX964" fmla="*/ 42767 w 361950"/>
                <a:gd name="connsiteY964" fmla="*/ 310229 h 419100"/>
                <a:gd name="connsiteX965" fmla="*/ 42958 w 361950"/>
                <a:gd name="connsiteY965" fmla="*/ 310610 h 419100"/>
                <a:gd name="connsiteX966" fmla="*/ 43053 w 361950"/>
                <a:gd name="connsiteY966" fmla="*/ 311658 h 419100"/>
                <a:gd name="connsiteX967" fmla="*/ 43148 w 361950"/>
                <a:gd name="connsiteY967" fmla="*/ 312134 h 419100"/>
                <a:gd name="connsiteX968" fmla="*/ 43339 w 361950"/>
                <a:gd name="connsiteY968" fmla="*/ 312515 h 419100"/>
                <a:gd name="connsiteX969" fmla="*/ 44577 w 361950"/>
                <a:gd name="connsiteY969" fmla="*/ 314801 h 419100"/>
                <a:gd name="connsiteX970" fmla="*/ 46101 w 361950"/>
                <a:gd name="connsiteY970" fmla="*/ 316992 h 419100"/>
                <a:gd name="connsiteX971" fmla="*/ 46672 w 361950"/>
                <a:gd name="connsiteY971" fmla="*/ 318135 h 419100"/>
                <a:gd name="connsiteX972" fmla="*/ 47149 w 361950"/>
                <a:gd name="connsiteY972" fmla="*/ 318802 h 419100"/>
                <a:gd name="connsiteX973" fmla="*/ 49435 w 361950"/>
                <a:gd name="connsiteY973" fmla="*/ 321278 h 419100"/>
                <a:gd name="connsiteX974" fmla="*/ 50387 w 361950"/>
                <a:gd name="connsiteY974" fmla="*/ 322707 h 419100"/>
                <a:gd name="connsiteX975" fmla="*/ 50768 w 361950"/>
                <a:gd name="connsiteY975" fmla="*/ 323469 h 419100"/>
                <a:gd name="connsiteX976" fmla="*/ 52483 w 361950"/>
                <a:gd name="connsiteY976" fmla="*/ 328136 h 419100"/>
                <a:gd name="connsiteX977" fmla="*/ 52483 w 361950"/>
                <a:gd name="connsiteY977" fmla="*/ 328232 h 419100"/>
                <a:gd name="connsiteX978" fmla="*/ 52578 w 361950"/>
                <a:gd name="connsiteY978" fmla="*/ 328422 h 419100"/>
                <a:gd name="connsiteX979" fmla="*/ 52769 w 361950"/>
                <a:gd name="connsiteY979" fmla="*/ 328803 h 419100"/>
                <a:gd name="connsiteX980" fmla="*/ 53245 w 361950"/>
                <a:gd name="connsiteY980" fmla="*/ 329375 h 419100"/>
                <a:gd name="connsiteX981" fmla="*/ 53816 w 361950"/>
                <a:gd name="connsiteY981" fmla="*/ 329660 h 419100"/>
                <a:gd name="connsiteX982" fmla="*/ 54388 w 361950"/>
                <a:gd name="connsiteY982" fmla="*/ 329755 h 419100"/>
                <a:gd name="connsiteX983" fmla="*/ 54864 w 361950"/>
                <a:gd name="connsiteY983" fmla="*/ 329660 h 419100"/>
                <a:gd name="connsiteX984" fmla="*/ 55245 w 361950"/>
                <a:gd name="connsiteY984" fmla="*/ 329470 h 419100"/>
                <a:gd name="connsiteX985" fmla="*/ 55626 w 361950"/>
                <a:gd name="connsiteY985" fmla="*/ 329279 h 419100"/>
                <a:gd name="connsiteX986" fmla="*/ 58388 w 361950"/>
                <a:gd name="connsiteY986" fmla="*/ 327184 h 419100"/>
                <a:gd name="connsiteX987" fmla="*/ 60674 w 361950"/>
                <a:gd name="connsiteY987" fmla="*/ 326136 h 419100"/>
                <a:gd name="connsiteX988" fmla="*/ 63437 w 361950"/>
                <a:gd name="connsiteY988" fmla="*/ 325469 h 419100"/>
                <a:gd name="connsiteX989" fmla="*/ 64294 w 361950"/>
                <a:gd name="connsiteY989" fmla="*/ 325088 h 419100"/>
                <a:gd name="connsiteX990" fmla="*/ 65151 w 361950"/>
                <a:gd name="connsiteY990" fmla="*/ 324803 h 419100"/>
                <a:gd name="connsiteX991" fmla="*/ 72009 w 361950"/>
                <a:gd name="connsiteY991" fmla="*/ 324707 h 419100"/>
                <a:gd name="connsiteX992" fmla="*/ 73152 w 361950"/>
                <a:gd name="connsiteY992" fmla="*/ 324803 h 419100"/>
                <a:gd name="connsiteX993" fmla="*/ 73724 w 361950"/>
                <a:gd name="connsiteY993" fmla="*/ 325088 h 419100"/>
                <a:gd name="connsiteX994" fmla="*/ 74104 w 361950"/>
                <a:gd name="connsiteY994" fmla="*/ 325469 h 419100"/>
                <a:gd name="connsiteX995" fmla="*/ 74200 w 361950"/>
                <a:gd name="connsiteY995" fmla="*/ 325946 h 419100"/>
                <a:gd name="connsiteX996" fmla="*/ 74295 w 361950"/>
                <a:gd name="connsiteY996" fmla="*/ 326422 h 419100"/>
                <a:gd name="connsiteX997" fmla="*/ 74295 w 361950"/>
                <a:gd name="connsiteY997" fmla="*/ 326898 h 419100"/>
                <a:gd name="connsiteX998" fmla="*/ 74200 w 361950"/>
                <a:gd name="connsiteY998" fmla="*/ 327374 h 419100"/>
                <a:gd name="connsiteX999" fmla="*/ 73914 w 361950"/>
                <a:gd name="connsiteY999" fmla="*/ 328327 h 419100"/>
                <a:gd name="connsiteX1000" fmla="*/ 73533 w 361950"/>
                <a:gd name="connsiteY1000" fmla="*/ 329184 h 419100"/>
                <a:gd name="connsiteX1001" fmla="*/ 72866 w 361950"/>
                <a:gd name="connsiteY1001" fmla="*/ 331184 h 419100"/>
                <a:gd name="connsiteX1002" fmla="*/ 72200 w 361950"/>
                <a:gd name="connsiteY1002" fmla="*/ 335185 h 419100"/>
                <a:gd name="connsiteX1003" fmla="*/ 72200 w 361950"/>
                <a:gd name="connsiteY1003" fmla="*/ 336328 h 419100"/>
                <a:gd name="connsiteX1004" fmla="*/ 72295 w 361950"/>
                <a:gd name="connsiteY1004" fmla="*/ 336804 h 419100"/>
                <a:gd name="connsiteX1005" fmla="*/ 72866 w 361950"/>
                <a:gd name="connsiteY1005" fmla="*/ 337471 h 419100"/>
                <a:gd name="connsiteX1006" fmla="*/ 77534 w 361950"/>
                <a:gd name="connsiteY1006" fmla="*/ 340805 h 419100"/>
                <a:gd name="connsiteX1007" fmla="*/ 78200 w 361950"/>
                <a:gd name="connsiteY1007" fmla="*/ 341376 h 419100"/>
                <a:gd name="connsiteX1008" fmla="*/ 78391 w 361950"/>
                <a:gd name="connsiteY1008" fmla="*/ 341757 h 419100"/>
                <a:gd name="connsiteX1009" fmla="*/ 78486 w 361950"/>
                <a:gd name="connsiteY1009" fmla="*/ 342233 h 419100"/>
                <a:gd name="connsiteX1010" fmla="*/ 78581 w 361950"/>
                <a:gd name="connsiteY1010" fmla="*/ 342710 h 419100"/>
                <a:gd name="connsiteX1011" fmla="*/ 78581 w 361950"/>
                <a:gd name="connsiteY1011" fmla="*/ 343757 h 419100"/>
                <a:gd name="connsiteX1012" fmla="*/ 78677 w 361950"/>
                <a:gd name="connsiteY1012" fmla="*/ 344234 h 419100"/>
                <a:gd name="connsiteX1013" fmla="*/ 78772 w 361950"/>
                <a:gd name="connsiteY1013" fmla="*/ 344710 h 419100"/>
                <a:gd name="connsiteX1014" fmla="*/ 79153 w 361950"/>
                <a:gd name="connsiteY1014" fmla="*/ 345472 h 419100"/>
                <a:gd name="connsiteX1015" fmla="*/ 79534 w 361950"/>
                <a:gd name="connsiteY1015" fmla="*/ 345948 h 419100"/>
                <a:gd name="connsiteX1016" fmla="*/ 80201 w 361950"/>
                <a:gd name="connsiteY1016" fmla="*/ 346710 h 419100"/>
                <a:gd name="connsiteX1017" fmla="*/ 82868 w 361950"/>
                <a:gd name="connsiteY1017" fmla="*/ 348996 h 419100"/>
                <a:gd name="connsiteX1018" fmla="*/ 83153 w 361950"/>
                <a:gd name="connsiteY1018" fmla="*/ 349377 h 419100"/>
                <a:gd name="connsiteX1019" fmla="*/ 83344 w 361950"/>
                <a:gd name="connsiteY1019" fmla="*/ 349758 h 419100"/>
                <a:gd name="connsiteX1020" fmla="*/ 83820 w 361950"/>
                <a:gd name="connsiteY1020" fmla="*/ 351377 h 419100"/>
                <a:gd name="connsiteX1021" fmla="*/ 87725 w 361950"/>
                <a:gd name="connsiteY1021" fmla="*/ 362521 h 419100"/>
                <a:gd name="connsiteX1022" fmla="*/ 89345 w 361950"/>
                <a:gd name="connsiteY1022" fmla="*/ 365284 h 419100"/>
                <a:gd name="connsiteX1023" fmla="*/ 89726 w 361950"/>
                <a:gd name="connsiteY1023" fmla="*/ 367189 h 419100"/>
                <a:gd name="connsiteX1024" fmla="*/ 89630 w 361950"/>
                <a:gd name="connsiteY1024" fmla="*/ 367760 h 419100"/>
                <a:gd name="connsiteX1025" fmla="*/ 88963 w 361950"/>
                <a:gd name="connsiteY1025" fmla="*/ 368999 h 419100"/>
                <a:gd name="connsiteX1026" fmla="*/ 87630 w 361950"/>
                <a:gd name="connsiteY1026" fmla="*/ 370808 h 419100"/>
                <a:gd name="connsiteX1027" fmla="*/ 87344 w 361950"/>
                <a:gd name="connsiteY1027" fmla="*/ 371380 h 419100"/>
                <a:gd name="connsiteX1028" fmla="*/ 87059 w 361950"/>
                <a:gd name="connsiteY1028" fmla="*/ 372332 h 419100"/>
                <a:gd name="connsiteX1029" fmla="*/ 86582 w 361950"/>
                <a:gd name="connsiteY1029" fmla="*/ 374142 h 419100"/>
                <a:gd name="connsiteX1030" fmla="*/ 86392 w 361950"/>
                <a:gd name="connsiteY1030" fmla="*/ 375476 h 419100"/>
                <a:gd name="connsiteX1031" fmla="*/ 86392 w 361950"/>
                <a:gd name="connsiteY1031" fmla="*/ 376619 h 419100"/>
                <a:gd name="connsiteX1032" fmla="*/ 87059 w 361950"/>
                <a:gd name="connsiteY1032" fmla="*/ 380524 h 419100"/>
                <a:gd name="connsiteX1033" fmla="*/ 87439 w 361950"/>
                <a:gd name="connsiteY1033" fmla="*/ 381857 h 419100"/>
                <a:gd name="connsiteX1034" fmla="*/ 87821 w 361950"/>
                <a:gd name="connsiteY1034" fmla="*/ 382619 h 419100"/>
                <a:gd name="connsiteX1035" fmla="*/ 88106 w 361950"/>
                <a:gd name="connsiteY1035" fmla="*/ 382905 h 419100"/>
                <a:gd name="connsiteX1036" fmla="*/ 88583 w 361950"/>
                <a:gd name="connsiteY1036" fmla="*/ 383381 h 419100"/>
                <a:gd name="connsiteX1037" fmla="*/ 88773 w 361950"/>
                <a:gd name="connsiteY1037" fmla="*/ 383762 h 419100"/>
                <a:gd name="connsiteX1038" fmla="*/ 90297 w 361950"/>
                <a:gd name="connsiteY1038" fmla="*/ 390811 h 419100"/>
                <a:gd name="connsiteX1039" fmla="*/ 90488 w 361950"/>
                <a:gd name="connsiteY1039" fmla="*/ 391192 h 419100"/>
                <a:gd name="connsiteX1040" fmla="*/ 90678 w 361950"/>
                <a:gd name="connsiteY1040" fmla="*/ 391573 h 419100"/>
                <a:gd name="connsiteX1041" fmla="*/ 91440 w 361950"/>
                <a:gd name="connsiteY1041" fmla="*/ 392621 h 419100"/>
                <a:gd name="connsiteX1042" fmla="*/ 91630 w 361950"/>
                <a:gd name="connsiteY1042" fmla="*/ 393002 h 419100"/>
                <a:gd name="connsiteX1043" fmla="*/ 92297 w 361950"/>
                <a:gd name="connsiteY1043" fmla="*/ 394621 h 419100"/>
                <a:gd name="connsiteX1044" fmla="*/ 95345 w 361950"/>
                <a:gd name="connsiteY1044" fmla="*/ 406051 h 419100"/>
                <a:gd name="connsiteX1045" fmla="*/ 95726 w 361950"/>
                <a:gd name="connsiteY1045" fmla="*/ 407003 h 419100"/>
                <a:gd name="connsiteX1046" fmla="*/ 96679 w 361950"/>
                <a:gd name="connsiteY1046" fmla="*/ 408432 h 419100"/>
                <a:gd name="connsiteX1047" fmla="*/ 97822 w 361950"/>
                <a:gd name="connsiteY1047" fmla="*/ 409670 h 419100"/>
                <a:gd name="connsiteX1048" fmla="*/ 98393 w 361950"/>
                <a:gd name="connsiteY1048" fmla="*/ 410242 h 419100"/>
                <a:gd name="connsiteX1049" fmla="*/ 99917 w 361950"/>
                <a:gd name="connsiteY1049" fmla="*/ 411289 h 419100"/>
                <a:gd name="connsiteX1050" fmla="*/ 103346 w 361950"/>
                <a:gd name="connsiteY1050" fmla="*/ 412909 h 419100"/>
                <a:gd name="connsiteX1051" fmla="*/ 103727 w 361950"/>
                <a:gd name="connsiteY1051" fmla="*/ 413195 h 419100"/>
                <a:gd name="connsiteX1052" fmla="*/ 104394 w 361950"/>
                <a:gd name="connsiteY1052" fmla="*/ 413766 h 419100"/>
                <a:gd name="connsiteX1053" fmla="*/ 105156 w 361950"/>
                <a:gd name="connsiteY1053" fmla="*/ 414623 h 419100"/>
                <a:gd name="connsiteX1054" fmla="*/ 106394 w 361950"/>
                <a:gd name="connsiteY1054" fmla="*/ 416719 h 419100"/>
                <a:gd name="connsiteX1055" fmla="*/ 106394 w 361950"/>
                <a:gd name="connsiteY1055" fmla="*/ 416719 h 419100"/>
                <a:gd name="connsiteX1056" fmla="*/ 106394 w 361950"/>
                <a:gd name="connsiteY1056" fmla="*/ 416719 h 419100"/>
                <a:gd name="connsiteX1057" fmla="*/ 107252 w 361950"/>
                <a:gd name="connsiteY1057" fmla="*/ 416338 h 419100"/>
                <a:gd name="connsiteX1058" fmla="*/ 109919 w 361950"/>
                <a:gd name="connsiteY1058" fmla="*/ 415576 h 419100"/>
                <a:gd name="connsiteX1059" fmla="*/ 110014 w 361950"/>
                <a:gd name="connsiteY1059" fmla="*/ 414623 h 419100"/>
                <a:gd name="connsiteX1060" fmla="*/ 109728 w 361950"/>
                <a:gd name="connsiteY1060" fmla="*/ 413576 h 419100"/>
                <a:gd name="connsiteX1061" fmla="*/ 109061 w 361950"/>
                <a:gd name="connsiteY1061" fmla="*/ 412528 h 419100"/>
                <a:gd name="connsiteX1062" fmla="*/ 110395 w 361950"/>
                <a:gd name="connsiteY1062" fmla="*/ 410813 h 419100"/>
                <a:gd name="connsiteX1063" fmla="*/ 110776 w 361950"/>
                <a:gd name="connsiteY1063" fmla="*/ 410146 h 419100"/>
                <a:gd name="connsiteX1064" fmla="*/ 111252 w 361950"/>
                <a:gd name="connsiteY1064" fmla="*/ 411956 h 419100"/>
                <a:gd name="connsiteX1065" fmla="*/ 111919 w 361950"/>
                <a:gd name="connsiteY1065" fmla="*/ 413195 h 419100"/>
                <a:gd name="connsiteX1066" fmla="*/ 111252 w 361950"/>
                <a:gd name="connsiteY1066" fmla="*/ 414719 h 419100"/>
                <a:gd name="connsiteX1067" fmla="*/ 111252 w 361950"/>
                <a:gd name="connsiteY1067" fmla="*/ 416052 h 419100"/>
                <a:gd name="connsiteX1068" fmla="*/ 111538 w 361950"/>
                <a:gd name="connsiteY1068" fmla="*/ 417671 h 419100"/>
                <a:gd name="connsiteX1069" fmla="*/ 112967 w 361950"/>
                <a:gd name="connsiteY1069" fmla="*/ 416814 h 419100"/>
                <a:gd name="connsiteX1070" fmla="*/ 114681 w 361950"/>
                <a:gd name="connsiteY1070" fmla="*/ 415004 h 419100"/>
                <a:gd name="connsiteX1071" fmla="*/ 113443 w 361950"/>
                <a:gd name="connsiteY1071" fmla="*/ 413385 h 419100"/>
                <a:gd name="connsiteX1072" fmla="*/ 113824 w 361950"/>
                <a:gd name="connsiteY1072" fmla="*/ 411289 h 419100"/>
                <a:gd name="connsiteX1073" fmla="*/ 114491 w 361950"/>
                <a:gd name="connsiteY1073" fmla="*/ 410623 h 419100"/>
                <a:gd name="connsiteX1074" fmla="*/ 114110 w 361950"/>
                <a:gd name="connsiteY1074" fmla="*/ 407670 h 419100"/>
                <a:gd name="connsiteX1075" fmla="*/ 115253 w 361950"/>
                <a:gd name="connsiteY1075" fmla="*/ 405479 h 419100"/>
                <a:gd name="connsiteX1076" fmla="*/ 115824 w 361950"/>
                <a:gd name="connsiteY1076" fmla="*/ 404146 h 419100"/>
                <a:gd name="connsiteX1077" fmla="*/ 114586 w 361950"/>
                <a:gd name="connsiteY1077" fmla="*/ 402431 h 419100"/>
                <a:gd name="connsiteX1078" fmla="*/ 115824 w 361950"/>
                <a:gd name="connsiteY1078" fmla="*/ 401764 h 419100"/>
                <a:gd name="connsiteX1079" fmla="*/ 116777 w 361950"/>
                <a:gd name="connsiteY1079" fmla="*/ 403003 h 419100"/>
                <a:gd name="connsiteX1080" fmla="*/ 118015 w 361950"/>
                <a:gd name="connsiteY1080" fmla="*/ 404241 h 419100"/>
                <a:gd name="connsiteX1081" fmla="*/ 120110 w 361950"/>
                <a:gd name="connsiteY1081" fmla="*/ 403670 h 419100"/>
                <a:gd name="connsiteX1082" fmla="*/ 120872 w 361950"/>
                <a:gd name="connsiteY1082" fmla="*/ 402908 h 419100"/>
                <a:gd name="connsiteX1083" fmla="*/ 121349 w 361950"/>
                <a:gd name="connsiteY1083" fmla="*/ 402146 h 419100"/>
                <a:gd name="connsiteX1084" fmla="*/ 122015 w 361950"/>
                <a:gd name="connsiteY1084" fmla="*/ 401574 h 419100"/>
                <a:gd name="connsiteX1085" fmla="*/ 123063 w 361950"/>
                <a:gd name="connsiteY1085" fmla="*/ 401384 h 419100"/>
                <a:gd name="connsiteX1086" fmla="*/ 127254 w 361950"/>
                <a:gd name="connsiteY1086" fmla="*/ 403098 h 419100"/>
                <a:gd name="connsiteX1087" fmla="*/ 129540 w 361950"/>
                <a:gd name="connsiteY1087" fmla="*/ 402050 h 419100"/>
                <a:gd name="connsiteX1088" fmla="*/ 131636 w 361950"/>
                <a:gd name="connsiteY1088" fmla="*/ 398240 h 419100"/>
                <a:gd name="connsiteX1089" fmla="*/ 132397 w 361950"/>
                <a:gd name="connsiteY1089" fmla="*/ 394621 h 419100"/>
                <a:gd name="connsiteX1090" fmla="*/ 129921 w 361950"/>
                <a:gd name="connsiteY1090" fmla="*/ 391287 h 419100"/>
                <a:gd name="connsiteX1091" fmla="*/ 128397 w 361950"/>
                <a:gd name="connsiteY1091" fmla="*/ 391192 h 419100"/>
                <a:gd name="connsiteX1092" fmla="*/ 126587 w 361950"/>
                <a:gd name="connsiteY1092" fmla="*/ 391478 h 419100"/>
                <a:gd name="connsiteX1093" fmla="*/ 125159 w 361950"/>
                <a:gd name="connsiteY1093" fmla="*/ 391192 h 419100"/>
                <a:gd name="connsiteX1094" fmla="*/ 124968 w 361950"/>
                <a:gd name="connsiteY1094" fmla="*/ 389477 h 419100"/>
                <a:gd name="connsiteX1095" fmla="*/ 125730 w 361950"/>
                <a:gd name="connsiteY1095" fmla="*/ 388239 h 419100"/>
                <a:gd name="connsiteX1096" fmla="*/ 126778 w 361950"/>
                <a:gd name="connsiteY1096" fmla="*/ 388525 h 419100"/>
                <a:gd name="connsiteX1097" fmla="*/ 128778 w 361950"/>
                <a:gd name="connsiteY1097" fmla="*/ 390144 h 419100"/>
                <a:gd name="connsiteX1098" fmla="*/ 130397 w 361950"/>
                <a:gd name="connsiteY1098" fmla="*/ 390525 h 419100"/>
                <a:gd name="connsiteX1099" fmla="*/ 135446 w 361950"/>
                <a:gd name="connsiteY1099" fmla="*/ 390620 h 419100"/>
                <a:gd name="connsiteX1100" fmla="*/ 136970 w 361950"/>
                <a:gd name="connsiteY1100" fmla="*/ 391192 h 419100"/>
                <a:gd name="connsiteX1101" fmla="*/ 138113 w 361950"/>
                <a:gd name="connsiteY1101" fmla="*/ 392049 h 419100"/>
                <a:gd name="connsiteX1102" fmla="*/ 138970 w 361950"/>
                <a:gd name="connsiteY1102" fmla="*/ 393287 h 419100"/>
                <a:gd name="connsiteX1103" fmla="*/ 139732 w 361950"/>
                <a:gd name="connsiteY1103" fmla="*/ 394907 h 419100"/>
                <a:gd name="connsiteX1104" fmla="*/ 140208 w 361950"/>
                <a:gd name="connsiteY1104" fmla="*/ 396526 h 419100"/>
                <a:gd name="connsiteX1105" fmla="*/ 140399 w 361950"/>
                <a:gd name="connsiteY1105" fmla="*/ 398145 h 419100"/>
                <a:gd name="connsiteX1106" fmla="*/ 140589 w 361950"/>
                <a:gd name="connsiteY1106" fmla="*/ 401193 h 419100"/>
                <a:gd name="connsiteX1107" fmla="*/ 139446 w 361950"/>
                <a:gd name="connsiteY1107" fmla="*/ 403003 h 419100"/>
                <a:gd name="connsiteX1108" fmla="*/ 139637 w 361950"/>
                <a:gd name="connsiteY1108" fmla="*/ 404908 h 419100"/>
                <a:gd name="connsiteX1109" fmla="*/ 139827 w 361950"/>
                <a:gd name="connsiteY1109" fmla="*/ 406527 h 419100"/>
                <a:gd name="connsiteX1110" fmla="*/ 141542 w 361950"/>
                <a:gd name="connsiteY1110" fmla="*/ 404336 h 419100"/>
                <a:gd name="connsiteX1111" fmla="*/ 142113 w 361950"/>
                <a:gd name="connsiteY1111" fmla="*/ 403288 h 419100"/>
                <a:gd name="connsiteX1112" fmla="*/ 143732 w 361950"/>
                <a:gd name="connsiteY1112" fmla="*/ 401574 h 419100"/>
                <a:gd name="connsiteX1113" fmla="*/ 142685 w 361950"/>
                <a:gd name="connsiteY1113" fmla="*/ 399955 h 419100"/>
                <a:gd name="connsiteX1114" fmla="*/ 142685 w 361950"/>
                <a:gd name="connsiteY1114" fmla="*/ 397574 h 419100"/>
                <a:gd name="connsiteX1115" fmla="*/ 143351 w 361950"/>
                <a:gd name="connsiteY1115" fmla="*/ 394621 h 419100"/>
                <a:gd name="connsiteX1116" fmla="*/ 144589 w 361950"/>
                <a:gd name="connsiteY1116" fmla="*/ 391573 h 419100"/>
                <a:gd name="connsiteX1117" fmla="*/ 146399 w 361950"/>
                <a:gd name="connsiteY1117" fmla="*/ 389668 h 419100"/>
                <a:gd name="connsiteX1118" fmla="*/ 148304 w 361950"/>
                <a:gd name="connsiteY1118" fmla="*/ 387763 h 419100"/>
                <a:gd name="connsiteX1119" fmla="*/ 147638 w 361950"/>
                <a:gd name="connsiteY1119" fmla="*/ 385572 h 419100"/>
                <a:gd name="connsiteX1120" fmla="*/ 147733 w 361950"/>
                <a:gd name="connsiteY1120" fmla="*/ 383953 h 419100"/>
                <a:gd name="connsiteX1121" fmla="*/ 149352 w 361950"/>
                <a:gd name="connsiteY1121" fmla="*/ 380619 h 419100"/>
                <a:gd name="connsiteX1122" fmla="*/ 148019 w 361950"/>
                <a:gd name="connsiteY1122" fmla="*/ 380619 h 419100"/>
                <a:gd name="connsiteX1123" fmla="*/ 146971 w 361950"/>
                <a:gd name="connsiteY1123" fmla="*/ 380238 h 419100"/>
                <a:gd name="connsiteX1124" fmla="*/ 146304 w 361950"/>
                <a:gd name="connsiteY1124" fmla="*/ 379476 h 419100"/>
                <a:gd name="connsiteX1125" fmla="*/ 146018 w 361950"/>
                <a:gd name="connsiteY1125" fmla="*/ 378238 h 419100"/>
                <a:gd name="connsiteX1126" fmla="*/ 148019 w 361950"/>
                <a:gd name="connsiteY1126" fmla="*/ 379667 h 419100"/>
                <a:gd name="connsiteX1127" fmla="*/ 150590 w 361950"/>
                <a:gd name="connsiteY1127" fmla="*/ 380810 h 419100"/>
                <a:gd name="connsiteX1128" fmla="*/ 152686 w 361950"/>
                <a:gd name="connsiteY1128" fmla="*/ 380524 h 419100"/>
                <a:gd name="connsiteX1129" fmla="*/ 153257 w 361950"/>
                <a:gd name="connsiteY1129" fmla="*/ 377666 h 419100"/>
                <a:gd name="connsiteX1130" fmla="*/ 153734 w 361950"/>
                <a:gd name="connsiteY1130" fmla="*/ 377666 h 419100"/>
                <a:gd name="connsiteX1131" fmla="*/ 154305 w 361950"/>
                <a:gd name="connsiteY1131" fmla="*/ 379286 h 419100"/>
                <a:gd name="connsiteX1132" fmla="*/ 154591 w 361950"/>
                <a:gd name="connsiteY1132" fmla="*/ 379857 h 419100"/>
                <a:gd name="connsiteX1133" fmla="*/ 154781 w 361950"/>
                <a:gd name="connsiteY1133" fmla="*/ 380524 h 419100"/>
                <a:gd name="connsiteX1134" fmla="*/ 154305 w 361950"/>
                <a:gd name="connsiteY1134" fmla="*/ 381000 h 419100"/>
                <a:gd name="connsiteX1135" fmla="*/ 153257 w 361950"/>
                <a:gd name="connsiteY1135" fmla="*/ 381571 h 419100"/>
                <a:gd name="connsiteX1136" fmla="*/ 153638 w 361950"/>
                <a:gd name="connsiteY1136" fmla="*/ 382429 h 419100"/>
                <a:gd name="connsiteX1137" fmla="*/ 155638 w 361950"/>
                <a:gd name="connsiteY1137" fmla="*/ 381286 h 419100"/>
                <a:gd name="connsiteX1138" fmla="*/ 156591 w 361950"/>
                <a:gd name="connsiteY1138" fmla="*/ 381857 h 419100"/>
                <a:gd name="connsiteX1139" fmla="*/ 156020 w 361950"/>
                <a:gd name="connsiteY1139" fmla="*/ 383667 h 419100"/>
                <a:gd name="connsiteX1140" fmla="*/ 151733 w 361950"/>
                <a:gd name="connsiteY1140" fmla="*/ 388144 h 419100"/>
                <a:gd name="connsiteX1141" fmla="*/ 151067 w 361950"/>
                <a:gd name="connsiteY1141" fmla="*/ 390811 h 419100"/>
                <a:gd name="connsiteX1142" fmla="*/ 151638 w 361950"/>
                <a:gd name="connsiteY1142" fmla="*/ 391763 h 419100"/>
                <a:gd name="connsiteX1143" fmla="*/ 152591 w 361950"/>
                <a:gd name="connsiteY1143" fmla="*/ 391859 h 419100"/>
                <a:gd name="connsiteX1144" fmla="*/ 153448 w 361950"/>
                <a:gd name="connsiteY1144" fmla="*/ 391192 h 419100"/>
                <a:gd name="connsiteX1145" fmla="*/ 153829 w 361950"/>
                <a:gd name="connsiteY1145" fmla="*/ 389954 h 419100"/>
                <a:gd name="connsiteX1146" fmla="*/ 154019 w 361950"/>
                <a:gd name="connsiteY1146" fmla="*/ 388430 h 419100"/>
                <a:gd name="connsiteX1147" fmla="*/ 154496 w 361950"/>
                <a:gd name="connsiteY1147" fmla="*/ 387382 h 419100"/>
                <a:gd name="connsiteX1148" fmla="*/ 156591 w 361950"/>
                <a:gd name="connsiteY1148" fmla="*/ 385572 h 419100"/>
                <a:gd name="connsiteX1149" fmla="*/ 159829 w 361950"/>
                <a:gd name="connsiteY1149" fmla="*/ 381762 h 419100"/>
                <a:gd name="connsiteX1150" fmla="*/ 161639 w 361950"/>
                <a:gd name="connsiteY1150" fmla="*/ 380714 h 419100"/>
                <a:gd name="connsiteX1151" fmla="*/ 164116 w 361950"/>
                <a:gd name="connsiteY1151" fmla="*/ 381381 h 419100"/>
                <a:gd name="connsiteX1152" fmla="*/ 164592 w 361950"/>
                <a:gd name="connsiteY1152" fmla="*/ 380333 h 419100"/>
                <a:gd name="connsiteX1153" fmla="*/ 164497 w 361950"/>
                <a:gd name="connsiteY1153" fmla="*/ 379476 h 419100"/>
                <a:gd name="connsiteX1154" fmla="*/ 164211 w 361950"/>
                <a:gd name="connsiteY1154" fmla="*/ 378524 h 419100"/>
                <a:gd name="connsiteX1155" fmla="*/ 163068 w 361950"/>
                <a:gd name="connsiteY1155" fmla="*/ 376904 h 419100"/>
                <a:gd name="connsiteX1156" fmla="*/ 163259 w 361950"/>
                <a:gd name="connsiteY1156" fmla="*/ 375761 h 419100"/>
                <a:gd name="connsiteX1157" fmla="*/ 163735 w 361950"/>
                <a:gd name="connsiteY1157" fmla="*/ 374713 h 419100"/>
                <a:gd name="connsiteX1158" fmla="*/ 166021 w 361950"/>
                <a:gd name="connsiteY1158" fmla="*/ 370999 h 419100"/>
                <a:gd name="connsiteX1159" fmla="*/ 166592 w 361950"/>
                <a:gd name="connsiteY1159" fmla="*/ 369189 h 419100"/>
                <a:gd name="connsiteX1160" fmla="*/ 166211 w 361950"/>
                <a:gd name="connsiteY1160" fmla="*/ 367760 h 419100"/>
                <a:gd name="connsiteX1161" fmla="*/ 164211 w 361950"/>
                <a:gd name="connsiteY1161" fmla="*/ 367094 h 419100"/>
                <a:gd name="connsiteX1162" fmla="*/ 165259 w 361950"/>
                <a:gd name="connsiteY1162" fmla="*/ 366141 h 419100"/>
                <a:gd name="connsiteX1163" fmla="*/ 166116 w 361950"/>
                <a:gd name="connsiteY1163" fmla="*/ 365188 h 419100"/>
                <a:gd name="connsiteX1164" fmla="*/ 167069 w 361950"/>
                <a:gd name="connsiteY1164" fmla="*/ 364808 h 419100"/>
                <a:gd name="connsiteX1165" fmla="*/ 168307 w 361950"/>
                <a:gd name="connsiteY1165" fmla="*/ 365665 h 419100"/>
                <a:gd name="connsiteX1166" fmla="*/ 168593 w 361950"/>
                <a:gd name="connsiteY1166" fmla="*/ 368237 h 419100"/>
                <a:gd name="connsiteX1167" fmla="*/ 168974 w 361950"/>
                <a:gd name="connsiteY1167" fmla="*/ 369475 h 419100"/>
                <a:gd name="connsiteX1168" fmla="*/ 169831 w 361950"/>
                <a:gd name="connsiteY1168" fmla="*/ 369284 h 419100"/>
                <a:gd name="connsiteX1169" fmla="*/ 170117 w 361950"/>
                <a:gd name="connsiteY1169" fmla="*/ 368713 h 419100"/>
                <a:gd name="connsiteX1170" fmla="*/ 170402 w 361950"/>
                <a:gd name="connsiteY1170" fmla="*/ 367189 h 419100"/>
                <a:gd name="connsiteX1171" fmla="*/ 170593 w 361950"/>
                <a:gd name="connsiteY1171" fmla="*/ 366713 h 419100"/>
                <a:gd name="connsiteX1172" fmla="*/ 171164 w 361950"/>
                <a:gd name="connsiteY1172" fmla="*/ 366332 h 419100"/>
                <a:gd name="connsiteX1173" fmla="*/ 172784 w 361950"/>
                <a:gd name="connsiteY1173" fmla="*/ 365855 h 419100"/>
                <a:gd name="connsiteX1174" fmla="*/ 173355 w 361950"/>
                <a:gd name="connsiteY1174" fmla="*/ 365570 h 419100"/>
                <a:gd name="connsiteX1175" fmla="*/ 174498 w 361950"/>
                <a:gd name="connsiteY1175" fmla="*/ 364427 h 419100"/>
                <a:gd name="connsiteX1176" fmla="*/ 176213 w 361950"/>
                <a:gd name="connsiteY1176" fmla="*/ 362236 h 419100"/>
                <a:gd name="connsiteX1177" fmla="*/ 177165 w 361950"/>
                <a:gd name="connsiteY1177" fmla="*/ 361474 h 419100"/>
                <a:gd name="connsiteX1178" fmla="*/ 178213 w 361950"/>
                <a:gd name="connsiteY1178" fmla="*/ 361950 h 419100"/>
                <a:gd name="connsiteX1179" fmla="*/ 180118 w 361950"/>
                <a:gd name="connsiteY1179" fmla="*/ 360902 h 419100"/>
                <a:gd name="connsiteX1180" fmla="*/ 181546 w 361950"/>
                <a:gd name="connsiteY1180" fmla="*/ 360807 h 419100"/>
                <a:gd name="connsiteX1181" fmla="*/ 181261 w 361950"/>
                <a:gd name="connsiteY1181" fmla="*/ 360045 h 419100"/>
                <a:gd name="connsiteX1182" fmla="*/ 181070 w 361950"/>
                <a:gd name="connsiteY1182" fmla="*/ 359283 h 419100"/>
                <a:gd name="connsiteX1183" fmla="*/ 180975 w 361950"/>
                <a:gd name="connsiteY1183" fmla="*/ 357569 h 419100"/>
                <a:gd name="connsiteX1184" fmla="*/ 180689 w 361950"/>
                <a:gd name="connsiteY1184" fmla="*/ 357092 h 419100"/>
                <a:gd name="connsiteX1185" fmla="*/ 179546 w 361950"/>
                <a:gd name="connsiteY1185" fmla="*/ 356235 h 419100"/>
                <a:gd name="connsiteX1186" fmla="*/ 179261 w 361950"/>
                <a:gd name="connsiteY1186" fmla="*/ 355759 h 419100"/>
                <a:gd name="connsiteX1187" fmla="*/ 178594 w 361950"/>
                <a:gd name="connsiteY1187" fmla="*/ 353854 h 419100"/>
                <a:gd name="connsiteX1188" fmla="*/ 177070 w 361950"/>
                <a:gd name="connsiteY1188" fmla="*/ 353187 h 419100"/>
                <a:gd name="connsiteX1189" fmla="*/ 175546 w 361950"/>
                <a:gd name="connsiteY1189" fmla="*/ 353378 h 419100"/>
                <a:gd name="connsiteX1190" fmla="*/ 174879 w 361950"/>
                <a:gd name="connsiteY1190" fmla="*/ 353949 h 419100"/>
                <a:gd name="connsiteX1191" fmla="*/ 174308 w 361950"/>
                <a:gd name="connsiteY1191" fmla="*/ 354711 h 419100"/>
                <a:gd name="connsiteX1192" fmla="*/ 173260 w 361950"/>
                <a:gd name="connsiteY1192" fmla="*/ 355378 h 419100"/>
                <a:gd name="connsiteX1193" fmla="*/ 172593 w 361950"/>
                <a:gd name="connsiteY1193" fmla="*/ 355092 h 419100"/>
                <a:gd name="connsiteX1194" fmla="*/ 173260 w 361950"/>
                <a:gd name="connsiteY1194" fmla="*/ 352996 h 419100"/>
                <a:gd name="connsiteX1195" fmla="*/ 173736 w 361950"/>
                <a:gd name="connsiteY1195" fmla="*/ 352330 h 419100"/>
                <a:gd name="connsiteX1196" fmla="*/ 174212 w 361950"/>
                <a:gd name="connsiteY1196" fmla="*/ 352044 h 419100"/>
                <a:gd name="connsiteX1197" fmla="*/ 174593 w 361950"/>
                <a:gd name="connsiteY1197" fmla="*/ 351663 h 419100"/>
                <a:gd name="connsiteX1198" fmla="*/ 175070 w 361950"/>
                <a:gd name="connsiteY1198" fmla="*/ 349568 h 419100"/>
                <a:gd name="connsiteX1199" fmla="*/ 175070 w 361950"/>
                <a:gd name="connsiteY1199" fmla="*/ 348710 h 419100"/>
                <a:gd name="connsiteX1200" fmla="*/ 174688 w 361950"/>
                <a:gd name="connsiteY1200" fmla="*/ 348044 h 419100"/>
                <a:gd name="connsiteX1201" fmla="*/ 173641 w 361950"/>
                <a:gd name="connsiteY1201" fmla="*/ 347472 h 419100"/>
                <a:gd name="connsiteX1202" fmla="*/ 172784 w 361950"/>
                <a:gd name="connsiteY1202" fmla="*/ 348044 h 419100"/>
                <a:gd name="connsiteX1203" fmla="*/ 170402 w 361950"/>
                <a:gd name="connsiteY1203" fmla="*/ 348996 h 419100"/>
                <a:gd name="connsiteX1204" fmla="*/ 163830 w 361950"/>
                <a:gd name="connsiteY1204" fmla="*/ 349853 h 419100"/>
                <a:gd name="connsiteX1205" fmla="*/ 161258 w 361950"/>
                <a:gd name="connsiteY1205" fmla="*/ 348901 h 419100"/>
                <a:gd name="connsiteX1206" fmla="*/ 154591 w 361950"/>
                <a:gd name="connsiteY1206" fmla="*/ 343281 h 419100"/>
                <a:gd name="connsiteX1207" fmla="*/ 154591 w 361950"/>
                <a:gd name="connsiteY1207" fmla="*/ 342710 h 419100"/>
                <a:gd name="connsiteX1208" fmla="*/ 156496 w 361950"/>
                <a:gd name="connsiteY1208" fmla="*/ 342329 h 419100"/>
                <a:gd name="connsiteX1209" fmla="*/ 163354 w 361950"/>
                <a:gd name="connsiteY1209" fmla="*/ 343948 h 419100"/>
                <a:gd name="connsiteX1210" fmla="*/ 162020 w 361950"/>
                <a:gd name="connsiteY1210" fmla="*/ 342614 h 419100"/>
                <a:gd name="connsiteX1211" fmla="*/ 160496 w 361950"/>
                <a:gd name="connsiteY1211" fmla="*/ 342138 h 419100"/>
                <a:gd name="connsiteX1212" fmla="*/ 158877 w 361950"/>
                <a:gd name="connsiteY1212" fmla="*/ 342043 h 419100"/>
                <a:gd name="connsiteX1213" fmla="*/ 157258 w 361950"/>
                <a:gd name="connsiteY1213" fmla="*/ 341567 h 419100"/>
                <a:gd name="connsiteX1214" fmla="*/ 160592 w 361950"/>
                <a:gd name="connsiteY1214" fmla="*/ 340805 h 419100"/>
                <a:gd name="connsiteX1215" fmla="*/ 164116 w 361950"/>
                <a:gd name="connsiteY1215" fmla="*/ 341757 h 419100"/>
                <a:gd name="connsiteX1216" fmla="*/ 170879 w 361950"/>
                <a:gd name="connsiteY1216" fmla="*/ 344519 h 419100"/>
                <a:gd name="connsiteX1217" fmla="*/ 172974 w 361950"/>
                <a:gd name="connsiteY1217" fmla="*/ 344614 h 419100"/>
                <a:gd name="connsiteX1218" fmla="*/ 172879 w 361950"/>
                <a:gd name="connsiteY1218" fmla="*/ 343853 h 419100"/>
                <a:gd name="connsiteX1219" fmla="*/ 171831 w 361950"/>
                <a:gd name="connsiteY1219" fmla="*/ 342900 h 419100"/>
                <a:gd name="connsiteX1220" fmla="*/ 171164 w 361950"/>
                <a:gd name="connsiteY1220" fmla="*/ 342424 h 419100"/>
                <a:gd name="connsiteX1221" fmla="*/ 171736 w 361950"/>
                <a:gd name="connsiteY1221" fmla="*/ 341567 h 419100"/>
                <a:gd name="connsiteX1222" fmla="*/ 171926 w 361950"/>
                <a:gd name="connsiteY1222" fmla="*/ 341090 h 419100"/>
                <a:gd name="connsiteX1223" fmla="*/ 172307 w 361950"/>
                <a:gd name="connsiteY1223" fmla="*/ 340900 h 419100"/>
                <a:gd name="connsiteX1224" fmla="*/ 173355 w 361950"/>
                <a:gd name="connsiteY1224" fmla="*/ 340900 h 419100"/>
                <a:gd name="connsiteX1225" fmla="*/ 174117 w 361950"/>
                <a:gd name="connsiteY1225" fmla="*/ 340614 h 419100"/>
                <a:gd name="connsiteX1226" fmla="*/ 174688 w 361950"/>
                <a:gd name="connsiteY1226" fmla="*/ 339947 h 419100"/>
                <a:gd name="connsiteX1227" fmla="*/ 175832 w 361950"/>
                <a:gd name="connsiteY1227" fmla="*/ 338423 h 419100"/>
                <a:gd name="connsiteX1228" fmla="*/ 174688 w 361950"/>
                <a:gd name="connsiteY1228" fmla="*/ 337376 h 419100"/>
                <a:gd name="connsiteX1229" fmla="*/ 172784 w 361950"/>
                <a:gd name="connsiteY1229" fmla="*/ 336613 h 419100"/>
                <a:gd name="connsiteX1230" fmla="*/ 169450 w 361950"/>
                <a:gd name="connsiteY1230" fmla="*/ 336137 h 419100"/>
                <a:gd name="connsiteX1231" fmla="*/ 169164 w 361950"/>
                <a:gd name="connsiteY1231" fmla="*/ 335280 h 419100"/>
                <a:gd name="connsiteX1232" fmla="*/ 170593 w 361950"/>
                <a:gd name="connsiteY1232" fmla="*/ 333661 h 419100"/>
                <a:gd name="connsiteX1233" fmla="*/ 171926 w 361950"/>
                <a:gd name="connsiteY1233" fmla="*/ 332899 h 419100"/>
                <a:gd name="connsiteX1234" fmla="*/ 171450 w 361950"/>
                <a:gd name="connsiteY1234" fmla="*/ 334518 h 419100"/>
                <a:gd name="connsiteX1235" fmla="*/ 172879 w 361950"/>
                <a:gd name="connsiteY1235" fmla="*/ 335185 h 419100"/>
                <a:gd name="connsiteX1236" fmla="*/ 174212 w 361950"/>
                <a:gd name="connsiteY1236" fmla="*/ 334709 h 419100"/>
                <a:gd name="connsiteX1237" fmla="*/ 174784 w 361950"/>
                <a:gd name="connsiteY1237" fmla="*/ 333375 h 419100"/>
                <a:gd name="connsiteX1238" fmla="*/ 174117 w 361950"/>
                <a:gd name="connsiteY1238" fmla="*/ 331470 h 419100"/>
                <a:gd name="connsiteX1239" fmla="*/ 174688 w 361950"/>
                <a:gd name="connsiteY1239" fmla="*/ 329755 h 419100"/>
                <a:gd name="connsiteX1240" fmla="*/ 178499 w 361950"/>
                <a:gd name="connsiteY1240" fmla="*/ 331470 h 419100"/>
                <a:gd name="connsiteX1241" fmla="*/ 179356 w 361950"/>
                <a:gd name="connsiteY1241" fmla="*/ 332613 h 419100"/>
                <a:gd name="connsiteX1242" fmla="*/ 179927 w 361950"/>
                <a:gd name="connsiteY1242" fmla="*/ 332708 h 419100"/>
                <a:gd name="connsiteX1243" fmla="*/ 180118 w 361950"/>
                <a:gd name="connsiteY1243" fmla="*/ 331470 h 419100"/>
                <a:gd name="connsiteX1244" fmla="*/ 180880 w 361950"/>
                <a:gd name="connsiteY1244" fmla="*/ 330613 h 419100"/>
                <a:gd name="connsiteX1245" fmla="*/ 181546 w 361950"/>
                <a:gd name="connsiteY1245" fmla="*/ 329565 h 419100"/>
                <a:gd name="connsiteX1246" fmla="*/ 182023 w 361950"/>
                <a:gd name="connsiteY1246" fmla="*/ 328327 h 419100"/>
                <a:gd name="connsiteX1247" fmla="*/ 182309 w 361950"/>
                <a:gd name="connsiteY1247" fmla="*/ 326327 h 419100"/>
                <a:gd name="connsiteX1248" fmla="*/ 182594 w 361950"/>
                <a:gd name="connsiteY1248" fmla="*/ 326136 h 419100"/>
                <a:gd name="connsiteX1249" fmla="*/ 183071 w 361950"/>
                <a:gd name="connsiteY1249" fmla="*/ 326136 h 419100"/>
                <a:gd name="connsiteX1250" fmla="*/ 183642 w 361950"/>
                <a:gd name="connsiteY1250" fmla="*/ 325755 h 419100"/>
                <a:gd name="connsiteX1251" fmla="*/ 183928 w 361950"/>
                <a:gd name="connsiteY1251" fmla="*/ 323088 h 419100"/>
                <a:gd name="connsiteX1252" fmla="*/ 185642 w 361950"/>
                <a:gd name="connsiteY1252" fmla="*/ 324898 h 419100"/>
                <a:gd name="connsiteX1253" fmla="*/ 186119 w 361950"/>
                <a:gd name="connsiteY1253" fmla="*/ 326231 h 419100"/>
                <a:gd name="connsiteX1254" fmla="*/ 185833 w 361950"/>
                <a:gd name="connsiteY1254" fmla="*/ 327470 h 419100"/>
                <a:gd name="connsiteX1255" fmla="*/ 185071 w 361950"/>
                <a:gd name="connsiteY1255" fmla="*/ 329089 h 419100"/>
                <a:gd name="connsiteX1256" fmla="*/ 186119 w 361950"/>
                <a:gd name="connsiteY1256" fmla="*/ 329089 h 419100"/>
                <a:gd name="connsiteX1257" fmla="*/ 187357 w 361950"/>
                <a:gd name="connsiteY1257" fmla="*/ 329375 h 419100"/>
                <a:gd name="connsiteX1258" fmla="*/ 188309 w 361950"/>
                <a:gd name="connsiteY1258" fmla="*/ 329946 h 419100"/>
                <a:gd name="connsiteX1259" fmla="*/ 188404 w 361950"/>
                <a:gd name="connsiteY1259" fmla="*/ 330899 h 419100"/>
                <a:gd name="connsiteX1260" fmla="*/ 187547 w 361950"/>
                <a:gd name="connsiteY1260" fmla="*/ 331375 h 419100"/>
                <a:gd name="connsiteX1261" fmla="*/ 186500 w 361950"/>
                <a:gd name="connsiteY1261" fmla="*/ 331184 h 419100"/>
                <a:gd name="connsiteX1262" fmla="*/ 185738 w 361950"/>
                <a:gd name="connsiteY1262" fmla="*/ 331470 h 419100"/>
                <a:gd name="connsiteX1263" fmla="*/ 185738 w 361950"/>
                <a:gd name="connsiteY1263" fmla="*/ 333375 h 419100"/>
                <a:gd name="connsiteX1264" fmla="*/ 186785 w 361950"/>
                <a:gd name="connsiteY1264" fmla="*/ 335089 h 419100"/>
                <a:gd name="connsiteX1265" fmla="*/ 188786 w 361950"/>
                <a:gd name="connsiteY1265" fmla="*/ 336423 h 419100"/>
                <a:gd name="connsiteX1266" fmla="*/ 190595 w 361950"/>
                <a:gd name="connsiteY1266" fmla="*/ 336233 h 419100"/>
                <a:gd name="connsiteX1267" fmla="*/ 191262 w 361950"/>
                <a:gd name="connsiteY1267" fmla="*/ 333375 h 419100"/>
                <a:gd name="connsiteX1268" fmla="*/ 192310 w 361950"/>
                <a:gd name="connsiteY1268" fmla="*/ 333851 h 419100"/>
                <a:gd name="connsiteX1269" fmla="*/ 193072 w 361950"/>
                <a:gd name="connsiteY1269" fmla="*/ 333470 h 419100"/>
                <a:gd name="connsiteX1270" fmla="*/ 193643 w 361950"/>
                <a:gd name="connsiteY1270" fmla="*/ 332613 h 419100"/>
                <a:gd name="connsiteX1271" fmla="*/ 194024 w 361950"/>
                <a:gd name="connsiteY1271" fmla="*/ 331470 h 419100"/>
                <a:gd name="connsiteX1272" fmla="*/ 195834 w 361950"/>
                <a:gd name="connsiteY1272" fmla="*/ 332327 h 419100"/>
                <a:gd name="connsiteX1273" fmla="*/ 196691 w 361950"/>
                <a:gd name="connsiteY1273" fmla="*/ 332422 h 419100"/>
                <a:gd name="connsiteX1274" fmla="*/ 197263 w 361950"/>
                <a:gd name="connsiteY1274" fmla="*/ 332137 h 419100"/>
                <a:gd name="connsiteX1275" fmla="*/ 199358 w 361950"/>
                <a:gd name="connsiteY1275" fmla="*/ 332804 h 419100"/>
                <a:gd name="connsiteX1276" fmla="*/ 201644 w 361950"/>
                <a:gd name="connsiteY1276" fmla="*/ 332137 h 419100"/>
                <a:gd name="connsiteX1277" fmla="*/ 203645 w 361950"/>
                <a:gd name="connsiteY1277" fmla="*/ 330708 h 419100"/>
                <a:gd name="connsiteX1278" fmla="*/ 204978 w 361950"/>
                <a:gd name="connsiteY1278" fmla="*/ 329184 h 419100"/>
                <a:gd name="connsiteX1279" fmla="*/ 203263 w 361950"/>
                <a:gd name="connsiteY1279" fmla="*/ 324993 h 419100"/>
                <a:gd name="connsiteX1280" fmla="*/ 204121 w 361950"/>
                <a:gd name="connsiteY1280" fmla="*/ 324326 h 419100"/>
                <a:gd name="connsiteX1281" fmla="*/ 204978 w 361950"/>
                <a:gd name="connsiteY1281" fmla="*/ 323183 h 419100"/>
                <a:gd name="connsiteX1282" fmla="*/ 205645 w 361950"/>
                <a:gd name="connsiteY1282" fmla="*/ 322612 h 419100"/>
                <a:gd name="connsiteX1283" fmla="*/ 205930 w 361950"/>
                <a:gd name="connsiteY1283" fmla="*/ 323469 h 419100"/>
                <a:gd name="connsiteX1284" fmla="*/ 205930 w 361950"/>
                <a:gd name="connsiteY1284" fmla="*/ 326136 h 419100"/>
                <a:gd name="connsiteX1285" fmla="*/ 205740 w 361950"/>
                <a:gd name="connsiteY1285" fmla="*/ 327374 h 419100"/>
                <a:gd name="connsiteX1286" fmla="*/ 205359 w 361950"/>
                <a:gd name="connsiteY1286" fmla="*/ 328517 h 419100"/>
                <a:gd name="connsiteX1287" fmla="*/ 206693 w 361950"/>
                <a:gd name="connsiteY1287" fmla="*/ 328708 h 419100"/>
                <a:gd name="connsiteX1288" fmla="*/ 209074 w 361950"/>
                <a:gd name="connsiteY1288" fmla="*/ 329946 h 419100"/>
                <a:gd name="connsiteX1289" fmla="*/ 209931 w 361950"/>
                <a:gd name="connsiteY1289" fmla="*/ 330232 h 419100"/>
                <a:gd name="connsiteX1290" fmla="*/ 211169 w 361950"/>
                <a:gd name="connsiteY1290" fmla="*/ 330422 h 419100"/>
                <a:gd name="connsiteX1291" fmla="*/ 216789 w 361950"/>
                <a:gd name="connsiteY1291" fmla="*/ 333851 h 419100"/>
                <a:gd name="connsiteX1292" fmla="*/ 217361 w 361950"/>
                <a:gd name="connsiteY1292" fmla="*/ 334613 h 419100"/>
                <a:gd name="connsiteX1293" fmla="*/ 216027 w 361950"/>
                <a:gd name="connsiteY1293" fmla="*/ 334994 h 419100"/>
                <a:gd name="connsiteX1294" fmla="*/ 215455 w 361950"/>
                <a:gd name="connsiteY1294" fmla="*/ 335280 h 419100"/>
                <a:gd name="connsiteX1295" fmla="*/ 215170 w 361950"/>
                <a:gd name="connsiteY1295" fmla="*/ 335947 h 419100"/>
                <a:gd name="connsiteX1296" fmla="*/ 215170 w 361950"/>
                <a:gd name="connsiteY1296" fmla="*/ 336709 h 419100"/>
                <a:gd name="connsiteX1297" fmla="*/ 215265 w 361950"/>
                <a:gd name="connsiteY1297" fmla="*/ 337376 h 419100"/>
                <a:gd name="connsiteX1298" fmla="*/ 215455 w 361950"/>
                <a:gd name="connsiteY1298" fmla="*/ 338328 h 419100"/>
                <a:gd name="connsiteX1299" fmla="*/ 215741 w 361950"/>
                <a:gd name="connsiteY1299" fmla="*/ 338423 h 419100"/>
                <a:gd name="connsiteX1300" fmla="*/ 216027 w 361950"/>
                <a:gd name="connsiteY1300" fmla="*/ 338138 h 419100"/>
                <a:gd name="connsiteX1301" fmla="*/ 216313 w 361950"/>
                <a:gd name="connsiteY1301" fmla="*/ 337947 h 419100"/>
                <a:gd name="connsiteX1302" fmla="*/ 218408 w 361950"/>
                <a:gd name="connsiteY1302" fmla="*/ 337471 h 419100"/>
                <a:gd name="connsiteX1303" fmla="*/ 220789 w 361950"/>
                <a:gd name="connsiteY1303" fmla="*/ 335947 h 419100"/>
                <a:gd name="connsiteX1304" fmla="*/ 222885 w 361950"/>
                <a:gd name="connsiteY1304" fmla="*/ 333946 h 419100"/>
                <a:gd name="connsiteX1305" fmla="*/ 224028 w 361950"/>
                <a:gd name="connsiteY1305" fmla="*/ 332042 h 419100"/>
                <a:gd name="connsiteX1306" fmla="*/ 224219 w 361950"/>
                <a:gd name="connsiteY1306" fmla="*/ 330137 h 419100"/>
                <a:gd name="connsiteX1307" fmla="*/ 223361 w 361950"/>
                <a:gd name="connsiteY1307" fmla="*/ 329755 h 419100"/>
                <a:gd name="connsiteX1308" fmla="*/ 222313 w 361950"/>
                <a:gd name="connsiteY1308" fmla="*/ 329755 h 419100"/>
                <a:gd name="connsiteX1309" fmla="*/ 221742 w 361950"/>
                <a:gd name="connsiteY1309" fmla="*/ 328803 h 419100"/>
                <a:gd name="connsiteX1310" fmla="*/ 221742 w 361950"/>
                <a:gd name="connsiteY1310" fmla="*/ 327088 h 419100"/>
                <a:gd name="connsiteX1311" fmla="*/ 221933 w 361950"/>
                <a:gd name="connsiteY1311" fmla="*/ 325660 h 419100"/>
                <a:gd name="connsiteX1312" fmla="*/ 222409 w 361950"/>
                <a:gd name="connsiteY1312" fmla="*/ 324326 h 419100"/>
                <a:gd name="connsiteX1313" fmla="*/ 223361 w 361950"/>
                <a:gd name="connsiteY1313" fmla="*/ 322993 h 419100"/>
                <a:gd name="connsiteX1314" fmla="*/ 224314 w 361950"/>
                <a:gd name="connsiteY1314" fmla="*/ 323945 h 419100"/>
                <a:gd name="connsiteX1315" fmla="*/ 225076 w 361950"/>
                <a:gd name="connsiteY1315" fmla="*/ 324993 h 419100"/>
                <a:gd name="connsiteX1316" fmla="*/ 225838 w 361950"/>
                <a:gd name="connsiteY1316" fmla="*/ 325469 h 419100"/>
                <a:gd name="connsiteX1317" fmla="*/ 226886 w 361950"/>
                <a:gd name="connsiteY1317" fmla="*/ 324612 h 419100"/>
                <a:gd name="connsiteX1318" fmla="*/ 228600 w 361950"/>
                <a:gd name="connsiteY1318" fmla="*/ 322040 h 419100"/>
                <a:gd name="connsiteX1319" fmla="*/ 229553 w 361950"/>
                <a:gd name="connsiteY1319" fmla="*/ 321088 h 419100"/>
                <a:gd name="connsiteX1320" fmla="*/ 230696 w 361950"/>
                <a:gd name="connsiteY1320" fmla="*/ 320707 h 419100"/>
                <a:gd name="connsiteX1321" fmla="*/ 230791 w 361950"/>
                <a:gd name="connsiteY1321" fmla="*/ 320326 h 419100"/>
                <a:gd name="connsiteX1322" fmla="*/ 232029 w 361950"/>
                <a:gd name="connsiteY1322" fmla="*/ 318040 h 419100"/>
                <a:gd name="connsiteX1323" fmla="*/ 231934 w 361950"/>
                <a:gd name="connsiteY1323" fmla="*/ 317087 h 419100"/>
                <a:gd name="connsiteX1324" fmla="*/ 231648 w 361950"/>
                <a:gd name="connsiteY1324" fmla="*/ 316611 h 419100"/>
                <a:gd name="connsiteX1325" fmla="*/ 230314 w 361950"/>
                <a:gd name="connsiteY1325" fmla="*/ 315944 h 419100"/>
                <a:gd name="connsiteX1326" fmla="*/ 229171 w 361950"/>
                <a:gd name="connsiteY1326" fmla="*/ 316421 h 419100"/>
                <a:gd name="connsiteX1327" fmla="*/ 228505 w 361950"/>
                <a:gd name="connsiteY1327" fmla="*/ 316421 h 419100"/>
                <a:gd name="connsiteX1328" fmla="*/ 228219 w 361950"/>
                <a:gd name="connsiteY1328" fmla="*/ 315563 h 419100"/>
                <a:gd name="connsiteX1329" fmla="*/ 228219 w 361950"/>
                <a:gd name="connsiteY1329" fmla="*/ 314611 h 419100"/>
                <a:gd name="connsiteX1330" fmla="*/ 228124 w 361950"/>
                <a:gd name="connsiteY1330" fmla="*/ 313849 h 419100"/>
                <a:gd name="connsiteX1331" fmla="*/ 227838 w 361950"/>
                <a:gd name="connsiteY1331" fmla="*/ 313277 h 419100"/>
                <a:gd name="connsiteX1332" fmla="*/ 227076 w 361950"/>
                <a:gd name="connsiteY1332" fmla="*/ 312801 h 419100"/>
                <a:gd name="connsiteX1333" fmla="*/ 226695 w 361950"/>
                <a:gd name="connsiteY1333" fmla="*/ 313563 h 419100"/>
                <a:gd name="connsiteX1334" fmla="*/ 225838 w 361950"/>
                <a:gd name="connsiteY1334" fmla="*/ 314325 h 419100"/>
                <a:gd name="connsiteX1335" fmla="*/ 224314 w 361950"/>
                <a:gd name="connsiteY1335" fmla="*/ 315278 h 419100"/>
                <a:gd name="connsiteX1336" fmla="*/ 223742 w 361950"/>
                <a:gd name="connsiteY1336" fmla="*/ 315278 h 419100"/>
                <a:gd name="connsiteX1337" fmla="*/ 222980 w 361950"/>
                <a:gd name="connsiteY1337" fmla="*/ 315182 h 419100"/>
                <a:gd name="connsiteX1338" fmla="*/ 222313 w 361950"/>
                <a:gd name="connsiteY1338" fmla="*/ 315182 h 419100"/>
                <a:gd name="connsiteX1339" fmla="*/ 222028 w 361950"/>
                <a:gd name="connsiteY1339" fmla="*/ 315468 h 419100"/>
                <a:gd name="connsiteX1340" fmla="*/ 221837 w 361950"/>
                <a:gd name="connsiteY1340" fmla="*/ 316039 h 419100"/>
                <a:gd name="connsiteX1341" fmla="*/ 221361 w 361950"/>
                <a:gd name="connsiteY1341" fmla="*/ 315563 h 419100"/>
                <a:gd name="connsiteX1342" fmla="*/ 220218 w 361950"/>
                <a:gd name="connsiteY1342" fmla="*/ 313087 h 419100"/>
                <a:gd name="connsiteX1343" fmla="*/ 220218 w 361950"/>
                <a:gd name="connsiteY1343" fmla="*/ 312039 h 419100"/>
                <a:gd name="connsiteX1344" fmla="*/ 220409 w 361950"/>
                <a:gd name="connsiteY1344" fmla="*/ 310991 h 419100"/>
                <a:gd name="connsiteX1345" fmla="*/ 220313 w 361950"/>
                <a:gd name="connsiteY1345" fmla="*/ 309753 h 419100"/>
                <a:gd name="connsiteX1346" fmla="*/ 219742 w 361950"/>
                <a:gd name="connsiteY1346" fmla="*/ 308705 h 419100"/>
                <a:gd name="connsiteX1347" fmla="*/ 216503 w 361950"/>
                <a:gd name="connsiteY1347" fmla="*/ 306134 h 419100"/>
                <a:gd name="connsiteX1348" fmla="*/ 218408 w 361950"/>
                <a:gd name="connsiteY1348" fmla="*/ 307086 h 419100"/>
                <a:gd name="connsiteX1349" fmla="*/ 220694 w 361950"/>
                <a:gd name="connsiteY1349" fmla="*/ 307658 h 419100"/>
                <a:gd name="connsiteX1350" fmla="*/ 222885 w 361950"/>
                <a:gd name="connsiteY1350" fmla="*/ 307753 h 419100"/>
                <a:gd name="connsiteX1351" fmla="*/ 224504 w 361950"/>
                <a:gd name="connsiteY1351" fmla="*/ 307086 h 419100"/>
                <a:gd name="connsiteX1352" fmla="*/ 224695 w 361950"/>
                <a:gd name="connsiteY1352" fmla="*/ 306038 h 419100"/>
                <a:gd name="connsiteX1353" fmla="*/ 223838 w 361950"/>
                <a:gd name="connsiteY1353" fmla="*/ 304991 h 419100"/>
                <a:gd name="connsiteX1354" fmla="*/ 222695 w 361950"/>
                <a:gd name="connsiteY1354" fmla="*/ 304133 h 419100"/>
                <a:gd name="connsiteX1355" fmla="*/ 222123 w 361950"/>
                <a:gd name="connsiteY1355" fmla="*/ 303467 h 419100"/>
                <a:gd name="connsiteX1356" fmla="*/ 222409 w 361950"/>
                <a:gd name="connsiteY1356" fmla="*/ 302705 h 419100"/>
                <a:gd name="connsiteX1357" fmla="*/ 223838 w 361950"/>
                <a:gd name="connsiteY1357" fmla="*/ 301276 h 419100"/>
                <a:gd name="connsiteX1358" fmla="*/ 224314 w 361950"/>
                <a:gd name="connsiteY1358" fmla="*/ 300133 h 419100"/>
                <a:gd name="connsiteX1359" fmla="*/ 225076 w 361950"/>
                <a:gd name="connsiteY1359" fmla="*/ 301562 h 419100"/>
                <a:gd name="connsiteX1360" fmla="*/ 225552 w 361950"/>
                <a:gd name="connsiteY1360" fmla="*/ 302133 h 419100"/>
                <a:gd name="connsiteX1361" fmla="*/ 226028 w 361950"/>
                <a:gd name="connsiteY1361" fmla="*/ 302514 h 419100"/>
                <a:gd name="connsiteX1362" fmla="*/ 225743 w 361950"/>
                <a:gd name="connsiteY1362" fmla="*/ 303467 h 419100"/>
                <a:gd name="connsiteX1363" fmla="*/ 225743 w 361950"/>
                <a:gd name="connsiteY1363" fmla="*/ 304514 h 419100"/>
                <a:gd name="connsiteX1364" fmla="*/ 226028 w 361950"/>
                <a:gd name="connsiteY1364" fmla="*/ 305181 h 419100"/>
                <a:gd name="connsiteX1365" fmla="*/ 226600 w 361950"/>
                <a:gd name="connsiteY1365" fmla="*/ 304895 h 419100"/>
                <a:gd name="connsiteX1366" fmla="*/ 226790 w 361950"/>
                <a:gd name="connsiteY1366" fmla="*/ 304229 h 419100"/>
                <a:gd name="connsiteX1367" fmla="*/ 226600 w 361950"/>
                <a:gd name="connsiteY1367" fmla="*/ 301276 h 419100"/>
                <a:gd name="connsiteX1368" fmla="*/ 227552 w 361950"/>
                <a:gd name="connsiteY1368" fmla="*/ 302038 h 419100"/>
                <a:gd name="connsiteX1369" fmla="*/ 228600 w 361950"/>
                <a:gd name="connsiteY1369" fmla="*/ 303276 h 419100"/>
                <a:gd name="connsiteX1370" fmla="*/ 229362 w 361950"/>
                <a:gd name="connsiteY1370" fmla="*/ 304705 h 419100"/>
                <a:gd name="connsiteX1371" fmla="*/ 229362 w 361950"/>
                <a:gd name="connsiteY1371" fmla="*/ 306038 h 419100"/>
                <a:gd name="connsiteX1372" fmla="*/ 228981 w 361950"/>
                <a:gd name="connsiteY1372" fmla="*/ 306229 h 419100"/>
                <a:gd name="connsiteX1373" fmla="*/ 227552 w 361950"/>
                <a:gd name="connsiteY1373" fmla="*/ 306705 h 419100"/>
                <a:gd name="connsiteX1374" fmla="*/ 227076 w 361950"/>
                <a:gd name="connsiteY1374" fmla="*/ 307181 h 419100"/>
                <a:gd name="connsiteX1375" fmla="*/ 226790 w 361950"/>
                <a:gd name="connsiteY1375" fmla="*/ 308229 h 419100"/>
                <a:gd name="connsiteX1376" fmla="*/ 226886 w 361950"/>
                <a:gd name="connsiteY1376" fmla="*/ 308896 h 419100"/>
                <a:gd name="connsiteX1377" fmla="*/ 227362 w 361950"/>
                <a:gd name="connsiteY1377" fmla="*/ 309372 h 419100"/>
                <a:gd name="connsiteX1378" fmla="*/ 228124 w 361950"/>
                <a:gd name="connsiteY1378" fmla="*/ 309658 h 419100"/>
                <a:gd name="connsiteX1379" fmla="*/ 229743 w 361950"/>
                <a:gd name="connsiteY1379" fmla="*/ 308991 h 419100"/>
                <a:gd name="connsiteX1380" fmla="*/ 231838 w 361950"/>
                <a:gd name="connsiteY1380" fmla="*/ 308420 h 419100"/>
                <a:gd name="connsiteX1381" fmla="*/ 233267 w 361950"/>
                <a:gd name="connsiteY1381" fmla="*/ 307562 h 419100"/>
                <a:gd name="connsiteX1382" fmla="*/ 233077 w 361950"/>
                <a:gd name="connsiteY1382" fmla="*/ 306038 h 419100"/>
                <a:gd name="connsiteX1383" fmla="*/ 234220 w 361950"/>
                <a:gd name="connsiteY1383" fmla="*/ 305562 h 419100"/>
                <a:gd name="connsiteX1384" fmla="*/ 235077 w 361950"/>
                <a:gd name="connsiteY1384" fmla="*/ 305848 h 419100"/>
                <a:gd name="connsiteX1385" fmla="*/ 235839 w 361950"/>
                <a:gd name="connsiteY1385" fmla="*/ 306419 h 419100"/>
                <a:gd name="connsiteX1386" fmla="*/ 236887 w 361950"/>
                <a:gd name="connsiteY1386" fmla="*/ 306800 h 419100"/>
                <a:gd name="connsiteX1387" fmla="*/ 237839 w 361950"/>
                <a:gd name="connsiteY1387" fmla="*/ 306514 h 419100"/>
                <a:gd name="connsiteX1388" fmla="*/ 240125 w 361950"/>
                <a:gd name="connsiteY1388" fmla="*/ 305562 h 419100"/>
                <a:gd name="connsiteX1389" fmla="*/ 240983 w 361950"/>
                <a:gd name="connsiteY1389" fmla="*/ 305753 h 419100"/>
                <a:gd name="connsiteX1390" fmla="*/ 242602 w 361950"/>
                <a:gd name="connsiteY1390" fmla="*/ 306896 h 419100"/>
                <a:gd name="connsiteX1391" fmla="*/ 244697 w 361950"/>
                <a:gd name="connsiteY1391" fmla="*/ 307372 h 419100"/>
                <a:gd name="connsiteX1392" fmla="*/ 246888 w 361950"/>
                <a:gd name="connsiteY1392" fmla="*/ 307277 h 419100"/>
                <a:gd name="connsiteX1393" fmla="*/ 248793 w 361950"/>
                <a:gd name="connsiteY1393" fmla="*/ 306705 h 419100"/>
                <a:gd name="connsiteX1394" fmla="*/ 248793 w 361950"/>
                <a:gd name="connsiteY1394" fmla="*/ 306229 h 419100"/>
                <a:gd name="connsiteX1395" fmla="*/ 248698 w 361950"/>
                <a:gd name="connsiteY1395" fmla="*/ 306134 h 419100"/>
                <a:gd name="connsiteX1396" fmla="*/ 248507 w 361950"/>
                <a:gd name="connsiteY1396" fmla="*/ 306134 h 419100"/>
                <a:gd name="connsiteX1397" fmla="*/ 248221 w 361950"/>
                <a:gd name="connsiteY1397" fmla="*/ 306038 h 419100"/>
                <a:gd name="connsiteX1398" fmla="*/ 248412 w 361950"/>
                <a:gd name="connsiteY1398" fmla="*/ 305562 h 419100"/>
                <a:gd name="connsiteX1399" fmla="*/ 248507 w 361950"/>
                <a:gd name="connsiteY1399" fmla="*/ 305371 h 419100"/>
                <a:gd name="connsiteX1400" fmla="*/ 248412 w 361950"/>
                <a:gd name="connsiteY1400" fmla="*/ 305181 h 419100"/>
                <a:gd name="connsiteX1401" fmla="*/ 248126 w 361950"/>
                <a:gd name="connsiteY1401" fmla="*/ 304705 h 419100"/>
                <a:gd name="connsiteX1402" fmla="*/ 245269 w 361950"/>
                <a:gd name="connsiteY1402" fmla="*/ 305848 h 419100"/>
                <a:gd name="connsiteX1403" fmla="*/ 243364 w 361950"/>
                <a:gd name="connsiteY1403" fmla="*/ 304038 h 419100"/>
                <a:gd name="connsiteX1404" fmla="*/ 242697 w 361950"/>
                <a:gd name="connsiteY1404" fmla="*/ 301371 h 419100"/>
                <a:gd name="connsiteX1405" fmla="*/ 243554 w 361950"/>
                <a:gd name="connsiteY1405" fmla="*/ 300038 h 419100"/>
                <a:gd name="connsiteX1406" fmla="*/ 246507 w 361950"/>
                <a:gd name="connsiteY1406" fmla="*/ 299752 h 419100"/>
                <a:gd name="connsiteX1407" fmla="*/ 247745 w 361950"/>
                <a:gd name="connsiteY1407" fmla="*/ 299942 h 419100"/>
                <a:gd name="connsiteX1408" fmla="*/ 248221 w 361950"/>
                <a:gd name="connsiteY1408" fmla="*/ 300895 h 419100"/>
                <a:gd name="connsiteX1409" fmla="*/ 248793 w 361950"/>
                <a:gd name="connsiteY1409" fmla="*/ 301752 h 419100"/>
                <a:gd name="connsiteX1410" fmla="*/ 250031 w 361950"/>
                <a:gd name="connsiteY1410" fmla="*/ 301466 h 419100"/>
                <a:gd name="connsiteX1411" fmla="*/ 251365 w 361950"/>
                <a:gd name="connsiteY1411" fmla="*/ 300514 h 419100"/>
                <a:gd name="connsiteX1412" fmla="*/ 252032 w 361950"/>
                <a:gd name="connsiteY1412" fmla="*/ 299371 h 419100"/>
                <a:gd name="connsiteX1413" fmla="*/ 251651 w 361950"/>
                <a:gd name="connsiteY1413" fmla="*/ 299561 h 419100"/>
                <a:gd name="connsiteX1414" fmla="*/ 250412 w 361950"/>
                <a:gd name="connsiteY1414" fmla="*/ 299942 h 419100"/>
                <a:gd name="connsiteX1415" fmla="*/ 249650 w 361950"/>
                <a:gd name="connsiteY1415" fmla="*/ 297656 h 419100"/>
                <a:gd name="connsiteX1416" fmla="*/ 249364 w 361950"/>
                <a:gd name="connsiteY1416" fmla="*/ 296323 h 419100"/>
                <a:gd name="connsiteX1417" fmla="*/ 249650 w 361950"/>
                <a:gd name="connsiteY1417" fmla="*/ 295751 h 419100"/>
                <a:gd name="connsiteX1418" fmla="*/ 250222 w 361950"/>
                <a:gd name="connsiteY1418" fmla="*/ 295180 h 419100"/>
                <a:gd name="connsiteX1419" fmla="*/ 250698 w 361950"/>
                <a:gd name="connsiteY1419" fmla="*/ 293846 h 419100"/>
                <a:gd name="connsiteX1420" fmla="*/ 250984 w 361950"/>
                <a:gd name="connsiteY1420" fmla="*/ 292418 h 419100"/>
                <a:gd name="connsiteX1421" fmla="*/ 251079 w 361950"/>
                <a:gd name="connsiteY1421" fmla="*/ 291560 h 419100"/>
                <a:gd name="connsiteX1422" fmla="*/ 250508 w 361950"/>
                <a:gd name="connsiteY1422" fmla="*/ 291275 h 419100"/>
                <a:gd name="connsiteX1423" fmla="*/ 249936 w 361950"/>
                <a:gd name="connsiteY1423" fmla="*/ 292418 h 419100"/>
                <a:gd name="connsiteX1424" fmla="*/ 249079 w 361950"/>
                <a:gd name="connsiteY1424" fmla="*/ 294894 h 419100"/>
                <a:gd name="connsiteX1425" fmla="*/ 248031 w 361950"/>
                <a:gd name="connsiteY1425" fmla="*/ 295561 h 419100"/>
                <a:gd name="connsiteX1426" fmla="*/ 246983 w 361950"/>
                <a:gd name="connsiteY1426" fmla="*/ 295656 h 419100"/>
                <a:gd name="connsiteX1427" fmla="*/ 245936 w 361950"/>
                <a:gd name="connsiteY1427" fmla="*/ 295370 h 419100"/>
                <a:gd name="connsiteX1428" fmla="*/ 244983 w 361950"/>
                <a:gd name="connsiteY1428" fmla="*/ 294608 h 419100"/>
                <a:gd name="connsiteX1429" fmla="*/ 245554 w 361950"/>
                <a:gd name="connsiteY1429" fmla="*/ 293942 h 419100"/>
                <a:gd name="connsiteX1430" fmla="*/ 242411 w 361950"/>
                <a:gd name="connsiteY1430" fmla="*/ 292989 h 419100"/>
                <a:gd name="connsiteX1431" fmla="*/ 240983 w 361950"/>
                <a:gd name="connsiteY1431" fmla="*/ 292322 h 419100"/>
                <a:gd name="connsiteX1432" fmla="*/ 239554 w 361950"/>
                <a:gd name="connsiteY1432" fmla="*/ 290894 h 419100"/>
                <a:gd name="connsiteX1433" fmla="*/ 238696 w 361950"/>
                <a:gd name="connsiteY1433" fmla="*/ 289370 h 419100"/>
                <a:gd name="connsiteX1434" fmla="*/ 238696 w 361950"/>
                <a:gd name="connsiteY1434" fmla="*/ 288227 h 419100"/>
                <a:gd name="connsiteX1435" fmla="*/ 239363 w 361950"/>
                <a:gd name="connsiteY1435" fmla="*/ 287179 h 419100"/>
                <a:gd name="connsiteX1436" fmla="*/ 240125 w 361950"/>
                <a:gd name="connsiteY1436" fmla="*/ 286988 h 419100"/>
                <a:gd name="connsiteX1437" fmla="*/ 241554 w 361950"/>
                <a:gd name="connsiteY1437" fmla="*/ 286512 h 419100"/>
                <a:gd name="connsiteX1438" fmla="*/ 242983 w 361950"/>
                <a:gd name="connsiteY1438" fmla="*/ 286798 h 419100"/>
                <a:gd name="connsiteX1439" fmla="*/ 244412 w 361950"/>
                <a:gd name="connsiteY1439" fmla="*/ 286893 h 419100"/>
                <a:gd name="connsiteX1440" fmla="*/ 245554 w 361950"/>
                <a:gd name="connsiteY1440" fmla="*/ 286607 h 419100"/>
                <a:gd name="connsiteX1441" fmla="*/ 246221 w 361950"/>
                <a:gd name="connsiteY1441" fmla="*/ 286226 h 419100"/>
                <a:gd name="connsiteX1442" fmla="*/ 246602 w 361950"/>
                <a:gd name="connsiteY1442" fmla="*/ 285845 h 419100"/>
                <a:gd name="connsiteX1443" fmla="*/ 246793 w 361950"/>
                <a:gd name="connsiteY1443" fmla="*/ 285369 h 419100"/>
                <a:gd name="connsiteX1444" fmla="*/ 246793 w 361950"/>
                <a:gd name="connsiteY1444" fmla="*/ 283750 h 419100"/>
                <a:gd name="connsiteX1445" fmla="*/ 247364 w 361950"/>
                <a:gd name="connsiteY1445" fmla="*/ 282416 h 419100"/>
                <a:gd name="connsiteX1446" fmla="*/ 248698 w 361950"/>
                <a:gd name="connsiteY1446" fmla="*/ 280702 h 419100"/>
                <a:gd name="connsiteX1447" fmla="*/ 248888 w 361950"/>
                <a:gd name="connsiteY1447" fmla="*/ 279749 h 419100"/>
                <a:gd name="connsiteX1448" fmla="*/ 247936 w 361950"/>
                <a:gd name="connsiteY1448" fmla="*/ 278797 h 419100"/>
                <a:gd name="connsiteX1449" fmla="*/ 246697 w 361950"/>
                <a:gd name="connsiteY1449" fmla="*/ 278511 h 419100"/>
                <a:gd name="connsiteX1450" fmla="*/ 245459 w 361950"/>
                <a:gd name="connsiteY1450" fmla="*/ 278702 h 419100"/>
                <a:gd name="connsiteX1451" fmla="*/ 244507 w 361950"/>
                <a:gd name="connsiteY1451" fmla="*/ 279273 h 419100"/>
                <a:gd name="connsiteX1452" fmla="*/ 244030 w 361950"/>
                <a:gd name="connsiteY1452" fmla="*/ 280035 h 419100"/>
                <a:gd name="connsiteX1453" fmla="*/ 243554 w 361950"/>
                <a:gd name="connsiteY1453" fmla="*/ 278606 h 419100"/>
                <a:gd name="connsiteX1454" fmla="*/ 243935 w 361950"/>
                <a:gd name="connsiteY1454" fmla="*/ 277463 h 419100"/>
                <a:gd name="connsiteX1455" fmla="*/ 243745 w 361950"/>
                <a:gd name="connsiteY1455" fmla="*/ 276701 h 419100"/>
                <a:gd name="connsiteX1456" fmla="*/ 241554 w 361950"/>
                <a:gd name="connsiteY1456" fmla="*/ 276416 h 419100"/>
                <a:gd name="connsiteX1457" fmla="*/ 240030 w 361950"/>
                <a:gd name="connsiteY1457" fmla="*/ 275749 h 419100"/>
                <a:gd name="connsiteX1458" fmla="*/ 240887 w 361950"/>
                <a:gd name="connsiteY1458" fmla="*/ 274320 h 419100"/>
                <a:gd name="connsiteX1459" fmla="*/ 242602 w 361950"/>
                <a:gd name="connsiteY1459" fmla="*/ 273082 h 419100"/>
                <a:gd name="connsiteX1460" fmla="*/ 243459 w 361950"/>
                <a:gd name="connsiteY1460" fmla="*/ 272987 h 419100"/>
                <a:gd name="connsiteX1461" fmla="*/ 244316 w 361950"/>
                <a:gd name="connsiteY1461" fmla="*/ 272510 h 419100"/>
                <a:gd name="connsiteX1462" fmla="*/ 249555 w 361950"/>
                <a:gd name="connsiteY1462" fmla="*/ 270891 h 419100"/>
                <a:gd name="connsiteX1463" fmla="*/ 253079 w 361950"/>
                <a:gd name="connsiteY1463" fmla="*/ 271272 h 419100"/>
                <a:gd name="connsiteX1464" fmla="*/ 252889 w 361950"/>
                <a:gd name="connsiteY1464" fmla="*/ 272891 h 419100"/>
                <a:gd name="connsiteX1465" fmla="*/ 250888 w 361950"/>
                <a:gd name="connsiteY1465" fmla="*/ 273368 h 419100"/>
                <a:gd name="connsiteX1466" fmla="*/ 249269 w 361950"/>
                <a:gd name="connsiteY1466" fmla="*/ 274130 h 419100"/>
                <a:gd name="connsiteX1467" fmla="*/ 248412 w 361950"/>
                <a:gd name="connsiteY1467" fmla="*/ 275749 h 419100"/>
                <a:gd name="connsiteX1468" fmla="*/ 249841 w 361950"/>
                <a:gd name="connsiteY1468" fmla="*/ 276130 h 419100"/>
                <a:gd name="connsiteX1469" fmla="*/ 253651 w 361950"/>
                <a:gd name="connsiteY1469" fmla="*/ 275654 h 419100"/>
                <a:gd name="connsiteX1470" fmla="*/ 255461 w 361950"/>
                <a:gd name="connsiteY1470" fmla="*/ 275939 h 419100"/>
                <a:gd name="connsiteX1471" fmla="*/ 256413 w 361950"/>
                <a:gd name="connsiteY1471" fmla="*/ 276701 h 419100"/>
                <a:gd name="connsiteX1472" fmla="*/ 256413 w 361950"/>
                <a:gd name="connsiteY1472" fmla="*/ 277844 h 419100"/>
                <a:gd name="connsiteX1473" fmla="*/ 255556 w 361950"/>
                <a:gd name="connsiteY1473" fmla="*/ 279368 h 419100"/>
                <a:gd name="connsiteX1474" fmla="*/ 253555 w 361950"/>
                <a:gd name="connsiteY1474" fmla="*/ 281750 h 419100"/>
                <a:gd name="connsiteX1475" fmla="*/ 253175 w 361950"/>
                <a:gd name="connsiteY1475" fmla="*/ 283369 h 419100"/>
                <a:gd name="connsiteX1476" fmla="*/ 254413 w 361950"/>
                <a:gd name="connsiteY1476" fmla="*/ 284797 h 419100"/>
                <a:gd name="connsiteX1477" fmla="*/ 254508 w 361950"/>
                <a:gd name="connsiteY1477" fmla="*/ 283178 h 419100"/>
                <a:gd name="connsiteX1478" fmla="*/ 255079 w 361950"/>
                <a:gd name="connsiteY1478" fmla="*/ 281940 h 419100"/>
                <a:gd name="connsiteX1479" fmla="*/ 256032 w 361950"/>
                <a:gd name="connsiteY1479" fmla="*/ 281464 h 419100"/>
                <a:gd name="connsiteX1480" fmla="*/ 257175 w 361950"/>
                <a:gd name="connsiteY1480" fmla="*/ 282416 h 419100"/>
                <a:gd name="connsiteX1481" fmla="*/ 256794 w 361950"/>
                <a:gd name="connsiteY1481" fmla="*/ 282988 h 419100"/>
                <a:gd name="connsiteX1482" fmla="*/ 256032 w 361950"/>
                <a:gd name="connsiteY1482" fmla="*/ 284797 h 419100"/>
                <a:gd name="connsiteX1483" fmla="*/ 258032 w 361950"/>
                <a:gd name="connsiteY1483" fmla="*/ 285750 h 419100"/>
                <a:gd name="connsiteX1484" fmla="*/ 258794 w 361950"/>
                <a:gd name="connsiteY1484" fmla="*/ 285941 h 419100"/>
                <a:gd name="connsiteX1485" fmla="*/ 258509 w 361950"/>
                <a:gd name="connsiteY1485" fmla="*/ 285655 h 419100"/>
                <a:gd name="connsiteX1486" fmla="*/ 258318 w 361950"/>
                <a:gd name="connsiteY1486" fmla="*/ 285369 h 419100"/>
                <a:gd name="connsiteX1487" fmla="*/ 258128 w 361950"/>
                <a:gd name="connsiteY1487" fmla="*/ 285083 h 419100"/>
                <a:gd name="connsiteX1488" fmla="*/ 257746 w 361950"/>
                <a:gd name="connsiteY1488" fmla="*/ 284797 h 419100"/>
                <a:gd name="connsiteX1489" fmla="*/ 258413 w 361950"/>
                <a:gd name="connsiteY1489" fmla="*/ 283845 h 419100"/>
                <a:gd name="connsiteX1490" fmla="*/ 259271 w 361950"/>
                <a:gd name="connsiteY1490" fmla="*/ 284036 h 419100"/>
                <a:gd name="connsiteX1491" fmla="*/ 260318 w 361950"/>
                <a:gd name="connsiteY1491" fmla="*/ 284607 h 419100"/>
                <a:gd name="connsiteX1492" fmla="*/ 261652 w 361950"/>
                <a:gd name="connsiteY1492" fmla="*/ 284797 h 419100"/>
                <a:gd name="connsiteX1493" fmla="*/ 262985 w 361950"/>
                <a:gd name="connsiteY1493" fmla="*/ 284226 h 419100"/>
                <a:gd name="connsiteX1494" fmla="*/ 263271 w 361950"/>
                <a:gd name="connsiteY1494" fmla="*/ 283464 h 419100"/>
                <a:gd name="connsiteX1495" fmla="*/ 262795 w 361950"/>
                <a:gd name="connsiteY1495" fmla="*/ 283083 h 419100"/>
                <a:gd name="connsiteX1496" fmla="*/ 261747 w 361950"/>
                <a:gd name="connsiteY1496" fmla="*/ 283559 h 419100"/>
                <a:gd name="connsiteX1497" fmla="*/ 261366 w 361950"/>
                <a:gd name="connsiteY1497" fmla="*/ 282702 h 419100"/>
                <a:gd name="connsiteX1498" fmla="*/ 260985 w 361950"/>
                <a:gd name="connsiteY1498" fmla="*/ 282130 h 419100"/>
                <a:gd name="connsiteX1499" fmla="*/ 260604 w 361950"/>
                <a:gd name="connsiteY1499" fmla="*/ 281654 h 419100"/>
                <a:gd name="connsiteX1500" fmla="*/ 260128 w 361950"/>
                <a:gd name="connsiteY1500" fmla="*/ 280607 h 419100"/>
                <a:gd name="connsiteX1501" fmla="*/ 259366 w 361950"/>
                <a:gd name="connsiteY1501" fmla="*/ 279749 h 419100"/>
                <a:gd name="connsiteX1502" fmla="*/ 259175 w 361950"/>
                <a:gd name="connsiteY1502" fmla="*/ 278511 h 419100"/>
                <a:gd name="connsiteX1503" fmla="*/ 260318 w 361950"/>
                <a:gd name="connsiteY1503" fmla="*/ 276987 h 419100"/>
                <a:gd name="connsiteX1504" fmla="*/ 262414 w 361950"/>
                <a:gd name="connsiteY1504" fmla="*/ 276320 h 419100"/>
                <a:gd name="connsiteX1505" fmla="*/ 263366 w 361950"/>
                <a:gd name="connsiteY1505" fmla="*/ 277559 h 419100"/>
                <a:gd name="connsiteX1506" fmla="*/ 264319 w 361950"/>
                <a:gd name="connsiteY1506" fmla="*/ 278892 h 419100"/>
                <a:gd name="connsiteX1507" fmla="*/ 265176 w 361950"/>
                <a:gd name="connsiteY1507" fmla="*/ 280226 h 419100"/>
                <a:gd name="connsiteX1508" fmla="*/ 266510 w 361950"/>
                <a:gd name="connsiteY1508" fmla="*/ 279749 h 419100"/>
                <a:gd name="connsiteX1509" fmla="*/ 268129 w 361950"/>
                <a:gd name="connsiteY1509" fmla="*/ 279368 h 419100"/>
                <a:gd name="connsiteX1510" fmla="*/ 269462 w 361950"/>
                <a:gd name="connsiteY1510" fmla="*/ 278797 h 419100"/>
                <a:gd name="connsiteX1511" fmla="*/ 270510 w 361950"/>
                <a:gd name="connsiteY1511" fmla="*/ 279083 h 419100"/>
                <a:gd name="connsiteX1512" fmla="*/ 271558 w 361950"/>
                <a:gd name="connsiteY1512" fmla="*/ 280321 h 419100"/>
                <a:gd name="connsiteX1513" fmla="*/ 273653 w 361950"/>
                <a:gd name="connsiteY1513" fmla="*/ 280035 h 419100"/>
                <a:gd name="connsiteX1514" fmla="*/ 274225 w 361950"/>
                <a:gd name="connsiteY1514" fmla="*/ 279178 h 419100"/>
                <a:gd name="connsiteX1515" fmla="*/ 272891 w 361950"/>
                <a:gd name="connsiteY1515" fmla="*/ 275463 h 419100"/>
                <a:gd name="connsiteX1516" fmla="*/ 273558 w 361950"/>
                <a:gd name="connsiteY1516" fmla="*/ 274606 h 419100"/>
                <a:gd name="connsiteX1517" fmla="*/ 276987 w 361950"/>
                <a:gd name="connsiteY1517" fmla="*/ 274892 h 419100"/>
                <a:gd name="connsiteX1518" fmla="*/ 278606 w 361950"/>
                <a:gd name="connsiteY1518" fmla="*/ 274511 h 419100"/>
                <a:gd name="connsiteX1519" fmla="*/ 279273 w 361950"/>
                <a:gd name="connsiteY1519" fmla="*/ 273082 h 419100"/>
                <a:gd name="connsiteX1520" fmla="*/ 278892 w 361950"/>
                <a:gd name="connsiteY1520" fmla="*/ 272225 h 419100"/>
                <a:gd name="connsiteX1521" fmla="*/ 277939 w 361950"/>
                <a:gd name="connsiteY1521" fmla="*/ 271844 h 419100"/>
                <a:gd name="connsiteX1522" fmla="*/ 276987 w 361950"/>
                <a:gd name="connsiteY1522" fmla="*/ 271558 h 419100"/>
                <a:gd name="connsiteX1523" fmla="*/ 276511 w 361950"/>
                <a:gd name="connsiteY1523" fmla="*/ 271177 h 419100"/>
                <a:gd name="connsiteX1524" fmla="*/ 274796 w 361950"/>
                <a:gd name="connsiteY1524" fmla="*/ 268700 h 419100"/>
                <a:gd name="connsiteX1525" fmla="*/ 274320 w 361950"/>
                <a:gd name="connsiteY1525" fmla="*/ 267843 h 419100"/>
                <a:gd name="connsiteX1526" fmla="*/ 274892 w 361950"/>
                <a:gd name="connsiteY1526" fmla="*/ 267843 h 419100"/>
                <a:gd name="connsiteX1527" fmla="*/ 274511 w 361950"/>
                <a:gd name="connsiteY1527" fmla="*/ 267367 h 419100"/>
                <a:gd name="connsiteX1528" fmla="*/ 274130 w 361950"/>
                <a:gd name="connsiteY1528" fmla="*/ 267081 h 419100"/>
                <a:gd name="connsiteX1529" fmla="*/ 273272 w 361950"/>
                <a:gd name="connsiteY1529" fmla="*/ 266700 h 419100"/>
                <a:gd name="connsiteX1530" fmla="*/ 272987 w 361950"/>
                <a:gd name="connsiteY1530" fmla="*/ 267748 h 419100"/>
                <a:gd name="connsiteX1531" fmla="*/ 272320 w 361950"/>
                <a:gd name="connsiteY1531" fmla="*/ 267843 h 419100"/>
                <a:gd name="connsiteX1532" fmla="*/ 271463 w 361950"/>
                <a:gd name="connsiteY1532" fmla="*/ 267367 h 419100"/>
                <a:gd name="connsiteX1533" fmla="*/ 270605 w 361950"/>
                <a:gd name="connsiteY1533" fmla="*/ 266700 h 419100"/>
                <a:gd name="connsiteX1534" fmla="*/ 270415 w 361950"/>
                <a:gd name="connsiteY1534" fmla="*/ 268224 h 419100"/>
                <a:gd name="connsiteX1535" fmla="*/ 269938 w 361950"/>
                <a:gd name="connsiteY1535" fmla="*/ 269748 h 419100"/>
                <a:gd name="connsiteX1536" fmla="*/ 269272 w 361950"/>
                <a:gd name="connsiteY1536" fmla="*/ 271082 h 419100"/>
                <a:gd name="connsiteX1537" fmla="*/ 268510 w 361950"/>
                <a:gd name="connsiteY1537" fmla="*/ 272034 h 419100"/>
                <a:gd name="connsiteX1538" fmla="*/ 267271 w 361950"/>
                <a:gd name="connsiteY1538" fmla="*/ 272891 h 419100"/>
                <a:gd name="connsiteX1539" fmla="*/ 266891 w 361950"/>
                <a:gd name="connsiteY1539" fmla="*/ 272605 h 419100"/>
                <a:gd name="connsiteX1540" fmla="*/ 266605 w 361950"/>
                <a:gd name="connsiteY1540" fmla="*/ 271558 h 419100"/>
                <a:gd name="connsiteX1541" fmla="*/ 265652 w 361950"/>
                <a:gd name="connsiteY1541" fmla="*/ 270320 h 419100"/>
                <a:gd name="connsiteX1542" fmla="*/ 266510 w 361950"/>
                <a:gd name="connsiteY1542" fmla="*/ 269367 h 419100"/>
                <a:gd name="connsiteX1543" fmla="*/ 267271 w 361950"/>
                <a:gd name="connsiteY1543" fmla="*/ 268796 h 419100"/>
                <a:gd name="connsiteX1544" fmla="*/ 268986 w 361950"/>
                <a:gd name="connsiteY1544" fmla="*/ 267938 h 419100"/>
                <a:gd name="connsiteX1545" fmla="*/ 267367 w 361950"/>
                <a:gd name="connsiteY1545" fmla="*/ 264319 h 419100"/>
                <a:gd name="connsiteX1546" fmla="*/ 266700 w 361950"/>
                <a:gd name="connsiteY1546" fmla="*/ 264319 h 419100"/>
                <a:gd name="connsiteX1547" fmla="*/ 266510 w 361950"/>
                <a:gd name="connsiteY1547" fmla="*/ 265747 h 419100"/>
                <a:gd name="connsiteX1548" fmla="*/ 265747 w 361950"/>
                <a:gd name="connsiteY1548" fmla="*/ 266891 h 419100"/>
                <a:gd name="connsiteX1549" fmla="*/ 264986 w 361950"/>
                <a:gd name="connsiteY1549" fmla="*/ 267271 h 419100"/>
                <a:gd name="connsiteX1550" fmla="*/ 264605 w 361950"/>
                <a:gd name="connsiteY1550" fmla="*/ 266510 h 419100"/>
                <a:gd name="connsiteX1551" fmla="*/ 264319 w 361950"/>
                <a:gd name="connsiteY1551" fmla="*/ 265176 h 419100"/>
                <a:gd name="connsiteX1552" fmla="*/ 263652 w 361950"/>
                <a:gd name="connsiteY1552" fmla="*/ 264033 h 419100"/>
                <a:gd name="connsiteX1553" fmla="*/ 259842 w 361950"/>
                <a:gd name="connsiteY1553" fmla="*/ 260128 h 419100"/>
                <a:gd name="connsiteX1554" fmla="*/ 259271 w 361950"/>
                <a:gd name="connsiteY1554" fmla="*/ 258985 h 419100"/>
                <a:gd name="connsiteX1555" fmla="*/ 260413 w 361950"/>
                <a:gd name="connsiteY1555" fmla="*/ 258413 h 419100"/>
                <a:gd name="connsiteX1556" fmla="*/ 261366 w 361950"/>
                <a:gd name="connsiteY1556" fmla="*/ 258128 h 419100"/>
                <a:gd name="connsiteX1557" fmla="*/ 263938 w 361950"/>
                <a:gd name="connsiteY1557" fmla="*/ 256508 h 419100"/>
                <a:gd name="connsiteX1558" fmla="*/ 264795 w 361950"/>
                <a:gd name="connsiteY1558" fmla="*/ 255746 h 419100"/>
                <a:gd name="connsiteX1559" fmla="*/ 265747 w 361950"/>
                <a:gd name="connsiteY1559" fmla="*/ 255079 h 419100"/>
                <a:gd name="connsiteX1560" fmla="*/ 268319 w 361950"/>
                <a:gd name="connsiteY1560" fmla="*/ 254603 h 419100"/>
                <a:gd name="connsiteX1561" fmla="*/ 269462 w 361950"/>
                <a:gd name="connsiteY1561" fmla="*/ 254222 h 419100"/>
                <a:gd name="connsiteX1562" fmla="*/ 270129 w 361950"/>
                <a:gd name="connsiteY1562" fmla="*/ 253651 h 419100"/>
                <a:gd name="connsiteX1563" fmla="*/ 271939 w 361950"/>
                <a:gd name="connsiteY1563" fmla="*/ 250984 h 419100"/>
                <a:gd name="connsiteX1564" fmla="*/ 272605 w 361950"/>
                <a:gd name="connsiteY1564" fmla="*/ 249650 h 419100"/>
                <a:gd name="connsiteX1565" fmla="*/ 272891 w 361950"/>
                <a:gd name="connsiteY1565" fmla="*/ 246983 h 419100"/>
                <a:gd name="connsiteX1566" fmla="*/ 273368 w 361950"/>
                <a:gd name="connsiteY1566" fmla="*/ 245840 h 419100"/>
                <a:gd name="connsiteX1567" fmla="*/ 275939 w 361950"/>
                <a:gd name="connsiteY1567" fmla="*/ 245174 h 419100"/>
                <a:gd name="connsiteX1568" fmla="*/ 276796 w 361950"/>
                <a:gd name="connsiteY1568" fmla="*/ 244316 h 419100"/>
                <a:gd name="connsiteX1569" fmla="*/ 275463 w 361950"/>
                <a:gd name="connsiteY1569" fmla="*/ 242792 h 419100"/>
                <a:gd name="connsiteX1570" fmla="*/ 276892 w 361950"/>
                <a:gd name="connsiteY1570" fmla="*/ 242221 h 419100"/>
                <a:gd name="connsiteX1571" fmla="*/ 278511 w 361950"/>
                <a:gd name="connsiteY1571" fmla="*/ 242411 h 419100"/>
                <a:gd name="connsiteX1572" fmla="*/ 279559 w 361950"/>
                <a:gd name="connsiteY1572" fmla="*/ 243173 h 419100"/>
                <a:gd name="connsiteX1573" fmla="*/ 279273 w 361950"/>
                <a:gd name="connsiteY1573" fmla="*/ 244507 h 419100"/>
                <a:gd name="connsiteX1574" fmla="*/ 279845 w 361950"/>
                <a:gd name="connsiteY1574" fmla="*/ 245174 h 419100"/>
                <a:gd name="connsiteX1575" fmla="*/ 280226 w 361950"/>
                <a:gd name="connsiteY1575" fmla="*/ 244697 h 419100"/>
                <a:gd name="connsiteX1576" fmla="*/ 280511 w 361950"/>
                <a:gd name="connsiteY1576" fmla="*/ 244412 h 419100"/>
                <a:gd name="connsiteX1577" fmla="*/ 281464 w 361950"/>
                <a:gd name="connsiteY1577" fmla="*/ 243840 h 419100"/>
                <a:gd name="connsiteX1578" fmla="*/ 279463 w 361950"/>
                <a:gd name="connsiteY1578" fmla="*/ 247364 h 419100"/>
                <a:gd name="connsiteX1579" fmla="*/ 279178 w 361950"/>
                <a:gd name="connsiteY1579" fmla="*/ 248317 h 419100"/>
                <a:gd name="connsiteX1580" fmla="*/ 279463 w 361950"/>
                <a:gd name="connsiteY1580" fmla="*/ 249460 h 419100"/>
                <a:gd name="connsiteX1581" fmla="*/ 280226 w 361950"/>
                <a:gd name="connsiteY1581" fmla="*/ 250031 h 419100"/>
                <a:gd name="connsiteX1582" fmla="*/ 286321 w 361950"/>
                <a:gd name="connsiteY1582" fmla="*/ 250984 h 419100"/>
                <a:gd name="connsiteX1583" fmla="*/ 286893 w 361950"/>
                <a:gd name="connsiteY1583" fmla="*/ 251365 h 419100"/>
                <a:gd name="connsiteX1584" fmla="*/ 286607 w 361950"/>
                <a:gd name="connsiteY1584" fmla="*/ 252698 h 419100"/>
                <a:gd name="connsiteX1585" fmla="*/ 285655 w 361950"/>
                <a:gd name="connsiteY1585" fmla="*/ 255365 h 419100"/>
                <a:gd name="connsiteX1586" fmla="*/ 285845 w 361950"/>
                <a:gd name="connsiteY1586" fmla="*/ 256508 h 419100"/>
                <a:gd name="connsiteX1587" fmla="*/ 286798 w 361950"/>
                <a:gd name="connsiteY1587" fmla="*/ 257270 h 419100"/>
                <a:gd name="connsiteX1588" fmla="*/ 287274 w 361950"/>
                <a:gd name="connsiteY1588" fmla="*/ 256318 h 419100"/>
                <a:gd name="connsiteX1589" fmla="*/ 287655 w 361950"/>
                <a:gd name="connsiteY1589" fmla="*/ 254889 h 419100"/>
                <a:gd name="connsiteX1590" fmla="*/ 288322 w 361950"/>
                <a:gd name="connsiteY1590" fmla="*/ 254127 h 419100"/>
                <a:gd name="connsiteX1591" fmla="*/ 291465 w 361950"/>
                <a:gd name="connsiteY1591" fmla="*/ 254127 h 419100"/>
                <a:gd name="connsiteX1592" fmla="*/ 291655 w 361950"/>
                <a:gd name="connsiteY1592" fmla="*/ 254127 h 419100"/>
                <a:gd name="connsiteX1593" fmla="*/ 291465 w 361950"/>
                <a:gd name="connsiteY1593" fmla="*/ 254318 h 419100"/>
                <a:gd name="connsiteX1594" fmla="*/ 291275 w 361950"/>
                <a:gd name="connsiteY1594" fmla="*/ 255175 h 419100"/>
                <a:gd name="connsiteX1595" fmla="*/ 290513 w 361950"/>
                <a:gd name="connsiteY1595" fmla="*/ 255937 h 419100"/>
                <a:gd name="connsiteX1596" fmla="*/ 290322 w 361950"/>
                <a:gd name="connsiteY1596" fmla="*/ 256604 h 419100"/>
                <a:gd name="connsiteX1597" fmla="*/ 290417 w 361950"/>
                <a:gd name="connsiteY1597" fmla="*/ 257175 h 419100"/>
                <a:gd name="connsiteX1598" fmla="*/ 290798 w 361950"/>
                <a:gd name="connsiteY1598" fmla="*/ 257461 h 419100"/>
                <a:gd name="connsiteX1599" fmla="*/ 291179 w 361950"/>
                <a:gd name="connsiteY1599" fmla="*/ 257746 h 419100"/>
                <a:gd name="connsiteX1600" fmla="*/ 291370 w 361950"/>
                <a:gd name="connsiteY1600" fmla="*/ 258128 h 419100"/>
                <a:gd name="connsiteX1601" fmla="*/ 291275 w 361950"/>
                <a:gd name="connsiteY1601" fmla="*/ 259366 h 419100"/>
                <a:gd name="connsiteX1602" fmla="*/ 290894 w 361950"/>
                <a:gd name="connsiteY1602" fmla="*/ 260890 h 419100"/>
                <a:gd name="connsiteX1603" fmla="*/ 290322 w 361950"/>
                <a:gd name="connsiteY1603" fmla="*/ 262319 h 419100"/>
                <a:gd name="connsiteX1604" fmla="*/ 289655 w 361950"/>
                <a:gd name="connsiteY1604" fmla="*/ 263366 h 419100"/>
                <a:gd name="connsiteX1605" fmla="*/ 291275 w 361950"/>
                <a:gd name="connsiteY1605" fmla="*/ 263080 h 419100"/>
                <a:gd name="connsiteX1606" fmla="*/ 293084 w 361950"/>
                <a:gd name="connsiteY1606" fmla="*/ 263080 h 419100"/>
                <a:gd name="connsiteX1607" fmla="*/ 294608 w 361950"/>
                <a:gd name="connsiteY1607" fmla="*/ 262795 h 419100"/>
                <a:gd name="connsiteX1608" fmla="*/ 295180 w 361950"/>
                <a:gd name="connsiteY1608" fmla="*/ 261747 h 419100"/>
                <a:gd name="connsiteX1609" fmla="*/ 295656 w 361950"/>
                <a:gd name="connsiteY1609" fmla="*/ 260318 h 419100"/>
                <a:gd name="connsiteX1610" fmla="*/ 295466 w 361950"/>
                <a:gd name="connsiteY1610" fmla="*/ 259842 h 419100"/>
                <a:gd name="connsiteX1611" fmla="*/ 294322 w 361950"/>
                <a:gd name="connsiteY1611" fmla="*/ 259652 h 419100"/>
                <a:gd name="connsiteX1612" fmla="*/ 293846 w 361950"/>
                <a:gd name="connsiteY1612" fmla="*/ 259080 h 419100"/>
                <a:gd name="connsiteX1613" fmla="*/ 293751 w 361950"/>
                <a:gd name="connsiteY1613" fmla="*/ 257746 h 419100"/>
                <a:gd name="connsiteX1614" fmla="*/ 293846 w 361950"/>
                <a:gd name="connsiteY1614" fmla="*/ 256318 h 419100"/>
                <a:gd name="connsiteX1615" fmla="*/ 294037 w 361950"/>
                <a:gd name="connsiteY1615" fmla="*/ 255365 h 419100"/>
                <a:gd name="connsiteX1616" fmla="*/ 294608 w 361950"/>
                <a:gd name="connsiteY1616" fmla="*/ 255556 h 419100"/>
                <a:gd name="connsiteX1617" fmla="*/ 294799 w 361950"/>
                <a:gd name="connsiteY1617" fmla="*/ 255746 h 419100"/>
                <a:gd name="connsiteX1618" fmla="*/ 295085 w 361950"/>
                <a:gd name="connsiteY1618" fmla="*/ 256032 h 419100"/>
                <a:gd name="connsiteX1619" fmla="*/ 295370 w 361950"/>
                <a:gd name="connsiteY1619" fmla="*/ 255556 h 419100"/>
                <a:gd name="connsiteX1620" fmla="*/ 295846 w 361950"/>
                <a:gd name="connsiteY1620" fmla="*/ 255175 h 419100"/>
                <a:gd name="connsiteX1621" fmla="*/ 296418 w 361950"/>
                <a:gd name="connsiteY1621" fmla="*/ 254889 h 419100"/>
                <a:gd name="connsiteX1622" fmla="*/ 296989 w 361950"/>
                <a:gd name="connsiteY1622" fmla="*/ 254794 h 419100"/>
                <a:gd name="connsiteX1623" fmla="*/ 296989 w 361950"/>
                <a:gd name="connsiteY1623" fmla="*/ 255175 h 419100"/>
                <a:gd name="connsiteX1624" fmla="*/ 298037 w 361950"/>
                <a:gd name="connsiteY1624" fmla="*/ 256889 h 419100"/>
                <a:gd name="connsiteX1625" fmla="*/ 298323 w 361950"/>
                <a:gd name="connsiteY1625" fmla="*/ 257270 h 419100"/>
                <a:gd name="connsiteX1626" fmla="*/ 298037 w 361950"/>
                <a:gd name="connsiteY1626" fmla="*/ 257937 h 419100"/>
                <a:gd name="connsiteX1627" fmla="*/ 297466 w 361950"/>
                <a:gd name="connsiteY1627" fmla="*/ 258509 h 419100"/>
                <a:gd name="connsiteX1628" fmla="*/ 297085 w 361950"/>
                <a:gd name="connsiteY1628" fmla="*/ 259080 h 419100"/>
                <a:gd name="connsiteX1629" fmla="*/ 297942 w 361950"/>
                <a:gd name="connsiteY1629" fmla="*/ 260604 h 419100"/>
                <a:gd name="connsiteX1630" fmla="*/ 298799 w 361950"/>
                <a:gd name="connsiteY1630" fmla="*/ 263271 h 419100"/>
                <a:gd name="connsiteX1631" fmla="*/ 298323 w 361950"/>
                <a:gd name="connsiteY1631" fmla="*/ 263652 h 419100"/>
                <a:gd name="connsiteX1632" fmla="*/ 297847 w 361950"/>
                <a:gd name="connsiteY1632" fmla="*/ 264224 h 419100"/>
                <a:gd name="connsiteX1633" fmla="*/ 297466 w 361950"/>
                <a:gd name="connsiteY1633" fmla="*/ 264890 h 419100"/>
                <a:gd name="connsiteX1634" fmla="*/ 297180 w 361950"/>
                <a:gd name="connsiteY1634" fmla="*/ 265652 h 419100"/>
                <a:gd name="connsiteX1635" fmla="*/ 299085 w 361950"/>
                <a:gd name="connsiteY1635" fmla="*/ 265462 h 419100"/>
                <a:gd name="connsiteX1636" fmla="*/ 303181 w 361950"/>
                <a:gd name="connsiteY1636" fmla="*/ 264414 h 419100"/>
                <a:gd name="connsiteX1637" fmla="*/ 302419 w 361950"/>
                <a:gd name="connsiteY1637" fmla="*/ 264128 h 419100"/>
                <a:gd name="connsiteX1638" fmla="*/ 301752 w 361950"/>
                <a:gd name="connsiteY1638" fmla="*/ 263938 h 419100"/>
                <a:gd name="connsiteX1639" fmla="*/ 300323 w 361950"/>
                <a:gd name="connsiteY1639" fmla="*/ 263843 h 419100"/>
                <a:gd name="connsiteX1640" fmla="*/ 301657 w 361950"/>
                <a:gd name="connsiteY1640" fmla="*/ 262700 h 419100"/>
                <a:gd name="connsiteX1641" fmla="*/ 302324 w 361950"/>
                <a:gd name="connsiteY1641" fmla="*/ 261461 h 419100"/>
                <a:gd name="connsiteX1642" fmla="*/ 302228 w 361950"/>
                <a:gd name="connsiteY1642" fmla="*/ 259842 h 419100"/>
                <a:gd name="connsiteX1643" fmla="*/ 301371 w 361950"/>
                <a:gd name="connsiteY1643" fmla="*/ 257842 h 419100"/>
                <a:gd name="connsiteX1644" fmla="*/ 300704 w 361950"/>
                <a:gd name="connsiteY1644" fmla="*/ 257461 h 419100"/>
                <a:gd name="connsiteX1645" fmla="*/ 300038 w 361950"/>
                <a:gd name="connsiteY1645" fmla="*/ 257556 h 419100"/>
                <a:gd name="connsiteX1646" fmla="*/ 299847 w 361950"/>
                <a:gd name="connsiteY1646" fmla="*/ 257461 h 419100"/>
                <a:gd name="connsiteX1647" fmla="*/ 300609 w 361950"/>
                <a:gd name="connsiteY1647" fmla="*/ 256413 h 419100"/>
                <a:gd name="connsiteX1648" fmla="*/ 300990 w 361950"/>
                <a:gd name="connsiteY1648" fmla="*/ 255461 h 419100"/>
                <a:gd name="connsiteX1649" fmla="*/ 300514 w 361950"/>
                <a:gd name="connsiteY1649" fmla="*/ 254794 h 419100"/>
                <a:gd name="connsiteX1650" fmla="*/ 299657 w 361950"/>
                <a:gd name="connsiteY1650" fmla="*/ 254413 h 419100"/>
                <a:gd name="connsiteX1651" fmla="*/ 298704 w 361950"/>
                <a:gd name="connsiteY1651" fmla="*/ 254318 h 419100"/>
                <a:gd name="connsiteX1652" fmla="*/ 298704 w 361950"/>
                <a:gd name="connsiteY1652" fmla="*/ 253746 h 419100"/>
                <a:gd name="connsiteX1653" fmla="*/ 298990 w 361950"/>
                <a:gd name="connsiteY1653" fmla="*/ 252889 h 419100"/>
                <a:gd name="connsiteX1654" fmla="*/ 298609 w 361950"/>
                <a:gd name="connsiteY1654" fmla="*/ 252794 h 419100"/>
                <a:gd name="connsiteX1655" fmla="*/ 296513 w 361950"/>
                <a:gd name="connsiteY1655" fmla="*/ 253270 h 419100"/>
                <a:gd name="connsiteX1656" fmla="*/ 296513 w 361950"/>
                <a:gd name="connsiteY1656" fmla="*/ 252698 h 419100"/>
                <a:gd name="connsiteX1657" fmla="*/ 297275 w 361950"/>
                <a:gd name="connsiteY1657" fmla="*/ 252603 h 419100"/>
                <a:gd name="connsiteX1658" fmla="*/ 297752 w 361950"/>
                <a:gd name="connsiteY1658" fmla="*/ 252413 h 419100"/>
                <a:gd name="connsiteX1659" fmla="*/ 298704 w 361950"/>
                <a:gd name="connsiteY1659" fmla="*/ 251555 h 419100"/>
                <a:gd name="connsiteX1660" fmla="*/ 297942 w 361950"/>
                <a:gd name="connsiteY1660" fmla="*/ 251555 h 419100"/>
                <a:gd name="connsiteX1661" fmla="*/ 297275 w 361950"/>
                <a:gd name="connsiteY1661" fmla="*/ 251460 h 419100"/>
                <a:gd name="connsiteX1662" fmla="*/ 296037 w 361950"/>
                <a:gd name="connsiteY1662" fmla="*/ 250888 h 419100"/>
                <a:gd name="connsiteX1663" fmla="*/ 296894 w 361950"/>
                <a:gd name="connsiteY1663" fmla="*/ 250888 h 419100"/>
                <a:gd name="connsiteX1664" fmla="*/ 297371 w 361950"/>
                <a:gd name="connsiteY1664" fmla="*/ 250698 h 419100"/>
                <a:gd name="connsiteX1665" fmla="*/ 297752 w 361950"/>
                <a:gd name="connsiteY1665" fmla="*/ 250317 h 419100"/>
                <a:gd name="connsiteX1666" fmla="*/ 298228 w 361950"/>
                <a:gd name="connsiteY1666" fmla="*/ 249650 h 419100"/>
                <a:gd name="connsiteX1667" fmla="*/ 296609 w 361950"/>
                <a:gd name="connsiteY1667" fmla="*/ 249269 h 419100"/>
                <a:gd name="connsiteX1668" fmla="*/ 296323 w 361950"/>
                <a:gd name="connsiteY1668" fmla="*/ 248031 h 419100"/>
                <a:gd name="connsiteX1669" fmla="*/ 297180 w 361950"/>
                <a:gd name="connsiteY1669" fmla="*/ 244793 h 419100"/>
                <a:gd name="connsiteX1670" fmla="*/ 296894 w 361950"/>
                <a:gd name="connsiteY1670" fmla="*/ 245364 h 419100"/>
                <a:gd name="connsiteX1671" fmla="*/ 296323 w 361950"/>
                <a:gd name="connsiteY1671" fmla="*/ 246126 h 419100"/>
                <a:gd name="connsiteX1672" fmla="*/ 295561 w 361950"/>
                <a:gd name="connsiteY1672" fmla="*/ 246602 h 419100"/>
                <a:gd name="connsiteX1673" fmla="*/ 294799 w 361950"/>
                <a:gd name="connsiteY1673" fmla="*/ 246317 h 419100"/>
                <a:gd name="connsiteX1674" fmla="*/ 293656 w 361950"/>
                <a:gd name="connsiteY1674" fmla="*/ 245554 h 419100"/>
                <a:gd name="connsiteX1675" fmla="*/ 293084 w 361950"/>
                <a:gd name="connsiteY1675" fmla="*/ 246031 h 419100"/>
                <a:gd name="connsiteX1676" fmla="*/ 292703 w 361950"/>
                <a:gd name="connsiteY1676" fmla="*/ 246888 h 419100"/>
                <a:gd name="connsiteX1677" fmla="*/ 292322 w 361950"/>
                <a:gd name="connsiteY1677" fmla="*/ 247269 h 419100"/>
                <a:gd name="connsiteX1678" fmla="*/ 290322 w 361950"/>
                <a:gd name="connsiteY1678" fmla="*/ 246602 h 419100"/>
                <a:gd name="connsiteX1679" fmla="*/ 289370 w 361950"/>
                <a:gd name="connsiteY1679" fmla="*/ 245174 h 419100"/>
                <a:gd name="connsiteX1680" fmla="*/ 289274 w 361950"/>
                <a:gd name="connsiteY1680" fmla="*/ 243269 h 419100"/>
                <a:gd name="connsiteX1681" fmla="*/ 289560 w 361950"/>
                <a:gd name="connsiteY1681" fmla="*/ 241173 h 419100"/>
                <a:gd name="connsiteX1682" fmla="*/ 288227 w 361950"/>
                <a:gd name="connsiteY1682" fmla="*/ 242221 h 419100"/>
                <a:gd name="connsiteX1683" fmla="*/ 287655 w 361950"/>
                <a:gd name="connsiteY1683" fmla="*/ 240506 h 419100"/>
                <a:gd name="connsiteX1684" fmla="*/ 287369 w 361950"/>
                <a:gd name="connsiteY1684" fmla="*/ 237744 h 419100"/>
                <a:gd name="connsiteX1685" fmla="*/ 286798 w 361950"/>
                <a:gd name="connsiteY1685" fmla="*/ 235649 h 419100"/>
                <a:gd name="connsiteX1686" fmla="*/ 287941 w 361950"/>
                <a:gd name="connsiteY1686" fmla="*/ 235839 h 419100"/>
                <a:gd name="connsiteX1687" fmla="*/ 288417 w 361950"/>
                <a:gd name="connsiteY1687" fmla="*/ 236029 h 419100"/>
                <a:gd name="connsiteX1688" fmla="*/ 288988 w 361950"/>
                <a:gd name="connsiteY1688" fmla="*/ 236411 h 419100"/>
                <a:gd name="connsiteX1689" fmla="*/ 289751 w 361950"/>
                <a:gd name="connsiteY1689" fmla="*/ 235744 h 419100"/>
                <a:gd name="connsiteX1690" fmla="*/ 290798 w 361950"/>
                <a:gd name="connsiteY1690" fmla="*/ 235553 h 419100"/>
                <a:gd name="connsiteX1691" fmla="*/ 292132 w 361950"/>
                <a:gd name="connsiteY1691" fmla="*/ 235553 h 419100"/>
                <a:gd name="connsiteX1692" fmla="*/ 292608 w 361950"/>
                <a:gd name="connsiteY1692" fmla="*/ 234220 h 419100"/>
                <a:gd name="connsiteX1693" fmla="*/ 293656 w 361950"/>
                <a:gd name="connsiteY1693" fmla="*/ 234220 h 419100"/>
                <a:gd name="connsiteX1694" fmla="*/ 295942 w 361950"/>
                <a:gd name="connsiteY1694" fmla="*/ 235649 h 419100"/>
                <a:gd name="connsiteX1695" fmla="*/ 296228 w 361950"/>
                <a:gd name="connsiteY1695" fmla="*/ 236315 h 419100"/>
                <a:gd name="connsiteX1696" fmla="*/ 296609 w 361950"/>
                <a:gd name="connsiteY1696" fmla="*/ 236506 h 419100"/>
                <a:gd name="connsiteX1697" fmla="*/ 297180 w 361950"/>
                <a:gd name="connsiteY1697" fmla="*/ 236506 h 419100"/>
                <a:gd name="connsiteX1698" fmla="*/ 297561 w 361950"/>
                <a:gd name="connsiteY1698" fmla="*/ 236315 h 419100"/>
                <a:gd name="connsiteX1699" fmla="*/ 297752 w 361950"/>
                <a:gd name="connsiteY1699" fmla="*/ 236029 h 419100"/>
                <a:gd name="connsiteX1700" fmla="*/ 297942 w 361950"/>
                <a:gd name="connsiteY1700" fmla="*/ 235934 h 419100"/>
                <a:gd name="connsiteX1701" fmla="*/ 298228 w 361950"/>
                <a:gd name="connsiteY1701" fmla="*/ 235363 h 419100"/>
                <a:gd name="connsiteX1702" fmla="*/ 298323 w 361950"/>
                <a:gd name="connsiteY1702" fmla="*/ 232791 h 419100"/>
                <a:gd name="connsiteX1703" fmla="*/ 298513 w 361950"/>
                <a:gd name="connsiteY1703" fmla="*/ 231934 h 419100"/>
                <a:gd name="connsiteX1704" fmla="*/ 300133 w 361950"/>
                <a:gd name="connsiteY1704" fmla="*/ 230124 h 419100"/>
                <a:gd name="connsiteX1705" fmla="*/ 300419 w 361950"/>
                <a:gd name="connsiteY1705" fmla="*/ 229457 h 419100"/>
                <a:gd name="connsiteX1706" fmla="*/ 300133 w 361950"/>
                <a:gd name="connsiteY1706" fmla="*/ 229076 h 419100"/>
                <a:gd name="connsiteX1707" fmla="*/ 299561 w 361950"/>
                <a:gd name="connsiteY1707" fmla="*/ 228886 h 419100"/>
                <a:gd name="connsiteX1708" fmla="*/ 299276 w 361950"/>
                <a:gd name="connsiteY1708" fmla="*/ 228695 h 419100"/>
                <a:gd name="connsiteX1709" fmla="*/ 299466 w 361950"/>
                <a:gd name="connsiteY1709" fmla="*/ 226600 h 419100"/>
                <a:gd name="connsiteX1710" fmla="*/ 299466 w 361950"/>
                <a:gd name="connsiteY1710" fmla="*/ 225457 h 419100"/>
                <a:gd name="connsiteX1711" fmla="*/ 299085 w 361950"/>
                <a:gd name="connsiteY1711" fmla="*/ 224980 h 419100"/>
                <a:gd name="connsiteX1712" fmla="*/ 297466 w 361950"/>
                <a:gd name="connsiteY1712" fmla="*/ 224123 h 419100"/>
                <a:gd name="connsiteX1713" fmla="*/ 297180 w 361950"/>
                <a:gd name="connsiteY1713" fmla="*/ 222218 h 419100"/>
                <a:gd name="connsiteX1714" fmla="*/ 297085 w 361950"/>
                <a:gd name="connsiteY1714" fmla="*/ 220313 h 419100"/>
                <a:gd name="connsiteX1715" fmla="*/ 296132 w 361950"/>
                <a:gd name="connsiteY1715" fmla="*/ 219456 h 419100"/>
                <a:gd name="connsiteX1716" fmla="*/ 296799 w 361950"/>
                <a:gd name="connsiteY1716" fmla="*/ 218313 h 419100"/>
                <a:gd name="connsiteX1717" fmla="*/ 297561 w 361950"/>
                <a:gd name="connsiteY1717" fmla="*/ 218980 h 419100"/>
                <a:gd name="connsiteX1718" fmla="*/ 298799 w 361950"/>
                <a:gd name="connsiteY1718" fmla="*/ 221837 h 419100"/>
                <a:gd name="connsiteX1719" fmla="*/ 300133 w 361950"/>
                <a:gd name="connsiteY1719" fmla="*/ 217551 h 419100"/>
                <a:gd name="connsiteX1720" fmla="*/ 300704 w 361950"/>
                <a:gd name="connsiteY1720" fmla="*/ 216979 h 419100"/>
                <a:gd name="connsiteX1721" fmla="*/ 302038 w 361950"/>
                <a:gd name="connsiteY1721" fmla="*/ 216789 h 419100"/>
                <a:gd name="connsiteX1722" fmla="*/ 303181 w 361950"/>
                <a:gd name="connsiteY1722" fmla="*/ 216313 h 419100"/>
                <a:gd name="connsiteX1723" fmla="*/ 304038 w 361950"/>
                <a:gd name="connsiteY1723" fmla="*/ 215551 h 419100"/>
                <a:gd name="connsiteX1724" fmla="*/ 304800 w 361950"/>
                <a:gd name="connsiteY1724" fmla="*/ 214598 h 419100"/>
                <a:gd name="connsiteX1725" fmla="*/ 306705 w 361950"/>
                <a:gd name="connsiteY1725" fmla="*/ 210503 h 419100"/>
                <a:gd name="connsiteX1726" fmla="*/ 306991 w 361950"/>
                <a:gd name="connsiteY1726" fmla="*/ 209360 h 419100"/>
                <a:gd name="connsiteX1727" fmla="*/ 306896 w 361950"/>
                <a:gd name="connsiteY1727" fmla="*/ 208502 h 419100"/>
                <a:gd name="connsiteX1728" fmla="*/ 306514 w 361950"/>
                <a:gd name="connsiteY1728" fmla="*/ 207836 h 419100"/>
                <a:gd name="connsiteX1729" fmla="*/ 304895 w 361950"/>
                <a:gd name="connsiteY1729" fmla="*/ 206121 h 419100"/>
                <a:gd name="connsiteX1730" fmla="*/ 302800 w 361950"/>
                <a:gd name="connsiteY1730" fmla="*/ 206693 h 419100"/>
                <a:gd name="connsiteX1731" fmla="*/ 300514 w 361950"/>
                <a:gd name="connsiteY1731" fmla="*/ 206026 h 419100"/>
                <a:gd name="connsiteX1732" fmla="*/ 296323 w 361950"/>
                <a:gd name="connsiteY1732" fmla="*/ 203645 h 419100"/>
                <a:gd name="connsiteX1733" fmla="*/ 295370 w 361950"/>
                <a:gd name="connsiteY1733" fmla="*/ 204026 h 419100"/>
                <a:gd name="connsiteX1734" fmla="*/ 292513 w 361950"/>
                <a:gd name="connsiteY1734" fmla="*/ 204121 h 419100"/>
                <a:gd name="connsiteX1735" fmla="*/ 291370 w 361950"/>
                <a:gd name="connsiteY1735" fmla="*/ 204883 h 419100"/>
                <a:gd name="connsiteX1736" fmla="*/ 291179 w 361950"/>
                <a:gd name="connsiteY1736" fmla="*/ 205454 h 419100"/>
                <a:gd name="connsiteX1737" fmla="*/ 290989 w 361950"/>
                <a:gd name="connsiteY1737" fmla="*/ 207169 h 419100"/>
                <a:gd name="connsiteX1738" fmla="*/ 290703 w 361950"/>
                <a:gd name="connsiteY1738" fmla="*/ 207931 h 419100"/>
                <a:gd name="connsiteX1739" fmla="*/ 290132 w 361950"/>
                <a:gd name="connsiteY1739" fmla="*/ 208597 h 419100"/>
                <a:gd name="connsiteX1740" fmla="*/ 286226 w 361950"/>
                <a:gd name="connsiteY1740" fmla="*/ 211264 h 419100"/>
                <a:gd name="connsiteX1741" fmla="*/ 283750 w 361950"/>
                <a:gd name="connsiteY1741" fmla="*/ 212503 h 419100"/>
                <a:gd name="connsiteX1742" fmla="*/ 281178 w 361950"/>
                <a:gd name="connsiteY1742" fmla="*/ 213265 h 419100"/>
                <a:gd name="connsiteX1743" fmla="*/ 278702 w 361950"/>
                <a:gd name="connsiteY1743" fmla="*/ 213360 h 419100"/>
                <a:gd name="connsiteX1744" fmla="*/ 277368 w 361950"/>
                <a:gd name="connsiteY1744" fmla="*/ 212979 h 419100"/>
                <a:gd name="connsiteX1745" fmla="*/ 274701 w 361950"/>
                <a:gd name="connsiteY1745" fmla="*/ 211836 h 419100"/>
                <a:gd name="connsiteX1746" fmla="*/ 271367 w 361950"/>
                <a:gd name="connsiteY1746" fmla="*/ 211264 h 419100"/>
                <a:gd name="connsiteX1747" fmla="*/ 270701 w 361950"/>
                <a:gd name="connsiteY1747" fmla="*/ 210884 h 419100"/>
                <a:gd name="connsiteX1748" fmla="*/ 270415 w 361950"/>
                <a:gd name="connsiteY1748" fmla="*/ 208407 h 419100"/>
                <a:gd name="connsiteX1749" fmla="*/ 269938 w 361950"/>
                <a:gd name="connsiteY1749" fmla="*/ 207454 h 419100"/>
                <a:gd name="connsiteX1750" fmla="*/ 268319 w 361950"/>
                <a:gd name="connsiteY1750" fmla="*/ 205454 h 419100"/>
                <a:gd name="connsiteX1751" fmla="*/ 267653 w 361950"/>
                <a:gd name="connsiteY1751" fmla="*/ 204216 h 419100"/>
                <a:gd name="connsiteX1752" fmla="*/ 266986 w 361950"/>
                <a:gd name="connsiteY1752" fmla="*/ 201359 h 419100"/>
                <a:gd name="connsiteX1753" fmla="*/ 266510 w 361950"/>
                <a:gd name="connsiteY1753" fmla="*/ 200311 h 419100"/>
                <a:gd name="connsiteX1754" fmla="*/ 265462 w 361950"/>
                <a:gd name="connsiteY1754" fmla="*/ 199358 h 419100"/>
                <a:gd name="connsiteX1755" fmla="*/ 263557 w 361950"/>
                <a:gd name="connsiteY1755" fmla="*/ 200025 h 419100"/>
                <a:gd name="connsiteX1756" fmla="*/ 261938 w 361950"/>
                <a:gd name="connsiteY1756" fmla="*/ 198977 h 419100"/>
                <a:gd name="connsiteX1757" fmla="*/ 260318 w 361950"/>
                <a:gd name="connsiteY1757" fmla="*/ 197168 h 419100"/>
                <a:gd name="connsiteX1758" fmla="*/ 258509 w 361950"/>
                <a:gd name="connsiteY1758" fmla="*/ 195739 h 419100"/>
                <a:gd name="connsiteX1759" fmla="*/ 258509 w 361950"/>
                <a:gd name="connsiteY1759" fmla="*/ 195167 h 419100"/>
                <a:gd name="connsiteX1760" fmla="*/ 259271 w 361950"/>
                <a:gd name="connsiteY1760" fmla="*/ 195358 h 419100"/>
                <a:gd name="connsiteX1761" fmla="*/ 260604 w 361950"/>
                <a:gd name="connsiteY1761" fmla="*/ 196025 h 419100"/>
                <a:gd name="connsiteX1762" fmla="*/ 263080 w 361950"/>
                <a:gd name="connsiteY1762" fmla="*/ 197834 h 419100"/>
                <a:gd name="connsiteX1763" fmla="*/ 263843 w 361950"/>
                <a:gd name="connsiteY1763" fmla="*/ 198215 h 419100"/>
                <a:gd name="connsiteX1764" fmla="*/ 266986 w 361950"/>
                <a:gd name="connsiteY1764" fmla="*/ 198787 h 419100"/>
                <a:gd name="connsiteX1765" fmla="*/ 268224 w 361950"/>
                <a:gd name="connsiteY1765" fmla="*/ 199168 h 419100"/>
                <a:gd name="connsiteX1766" fmla="*/ 269653 w 361950"/>
                <a:gd name="connsiteY1766" fmla="*/ 200216 h 419100"/>
                <a:gd name="connsiteX1767" fmla="*/ 271939 w 361950"/>
                <a:gd name="connsiteY1767" fmla="*/ 202597 h 419100"/>
                <a:gd name="connsiteX1768" fmla="*/ 273177 w 361950"/>
                <a:gd name="connsiteY1768" fmla="*/ 203263 h 419100"/>
                <a:gd name="connsiteX1769" fmla="*/ 277178 w 361950"/>
                <a:gd name="connsiteY1769" fmla="*/ 203740 h 419100"/>
                <a:gd name="connsiteX1770" fmla="*/ 278511 w 361950"/>
                <a:gd name="connsiteY1770" fmla="*/ 204311 h 419100"/>
                <a:gd name="connsiteX1771" fmla="*/ 280892 w 361950"/>
                <a:gd name="connsiteY1771" fmla="*/ 206026 h 419100"/>
                <a:gd name="connsiteX1772" fmla="*/ 281654 w 361950"/>
                <a:gd name="connsiteY1772" fmla="*/ 206312 h 419100"/>
                <a:gd name="connsiteX1773" fmla="*/ 283369 w 361950"/>
                <a:gd name="connsiteY1773" fmla="*/ 206693 h 419100"/>
                <a:gd name="connsiteX1774" fmla="*/ 284226 w 361950"/>
                <a:gd name="connsiteY1774" fmla="*/ 207074 h 419100"/>
                <a:gd name="connsiteX1775" fmla="*/ 284702 w 361950"/>
                <a:gd name="connsiteY1775" fmla="*/ 207645 h 419100"/>
                <a:gd name="connsiteX1776" fmla="*/ 285560 w 361950"/>
                <a:gd name="connsiteY1776" fmla="*/ 209169 h 419100"/>
                <a:gd name="connsiteX1777" fmla="*/ 285845 w 361950"/>
                <a:gd name="connsiteY1777" fmla="*/ 209550 h 419100"/>
                <a:gd name="connsiteX1778" fmla="*/ 287655 w 361950"/>
                <a:gd name="connsiteY1778" fmla="*/ 209455 h 419100"/>
                <a:gd name="connsiteX1779" fmla="*/ 288798 w 361950"/>
                <a:gd name="connsiteY1779" fmla="*/ 208121 h 419100"/>
                <a:gd name="connsiteX1780" fmla="*/ 290417 w 361950"/>
                <a:gd name="connsiteY1780" fmla="*/ 204978 h 419100"/>
                <a:gd name="connsiteX1781" fmla="*/ 292418 w 361950"/>
                <a:gd name="connsiteY1781" fmla="*/ 202121 h 419100"/>
                <a:gd name="connsiteX1782" fmla="*/ 293942 w 361950"/>
                <a:gd name="connsiteY1782" fmla="*/ 199263 h 419100"/>
                <a:gd name="connsiteX1783" fmla="*/ 295846 w 361950"/>
                <a:gd name="connsiteY1783" fmla="*/ 196787 h 419100"/>
                <a:gd name="connsiteX1784" fmla="*/ 298990 w 361950"/>
                <a:gd name="connsiteY1784" fmla="*/ 194977 h 419100"/>
                <a:gd name="connsiteX1785" fmla="*/ 298323 w 361950"/>
                <a:gd name="connsiteY1785" fmla="*/ 193167 h 419100"/>
                <a:gd name="connsiteX1786" fmla="*/ 298990 w 361950"/>
                <a:gd name="connsiteY1786" fmla="*/ 192310 h 419100"/>
                <a:gd name="connsiteX1787" fmla="*/ 300038 w 361950"/>
                <a:gd name="connsiteY1787" fmla="*/ 191834 h 419100"/>
                <a:gd name="connsiteX1788" fmla="*/ 300609 w 361950"/>
                <a:gd name="connsiteY1788" fmla="*/ 191071 h 419100"/>
                <a:gd name="connsiteX1789" fmla="*/ 300990 w 361950"/>
                <a:gd name="connsiteY1789" fmla="*/ 189929 h 419100"/>
                <a:gd name="connsiteX1790" fmla="*/ 301943 w 361950"/>
                <a:gd name="connsiteY1790" fmla="*/ 189167 h 419100"/>
                <a:gd name="connsiteX1791" fmla="*/ 303181 w 361950"/>
                <a:gd name="connsiteY1791" fmla="*/ 188595 h 419100"/>
                <a:gd name="connsiteX1792" fmla="*/ 304419 w 361950"/>
                <a:gd name="connsiteY1792" fmla="*/ 188214 h 419100"/>
                <a:gd name="connsiteX1793" fmla="*/ 304133 w 361950"/>
                <a:gd name="connsiteY1793" fmla="*/ 187357 h 419100"/>
                <a:gd name="connsiteX1794" fmla="*/ 304419 w 361950"/>
                <a:gd name="connsiteY1794" fmla="*/ 186404 h 419100"/>
                <a:gd name="connsiteX1795" fmla="*/ 303086 w 361950"/>
                <a:gd name="connsiteY1795" fmla="*/ 185738 h 419100"/>
                <a:gd name="connsiteX1796" fmla="*/ 301657 w 361950"/>
                <a:gd name="connsiteY1796" fmla="*/ 185261 h 419100"/>
                <a:gd name="connsiteX1797" fmla="*/ 303276 w 361950"/>
                <a:gd name="connsiteY1797" fmla="*/ 183737 h 419100"/>
                <a:gd name="connsiteX1798" fmla="*/ 304800 w 361950"/>
                <a:gd name="connsiteY1798" fmla="*/ 182975 h 419100"/>
                <a:gd name="connsiteX1799" fmla="*/ 306514 w 361950"/>
                <a:gd name="connsiteY1799" fmla="*/ 182785 h 419100"/>
                <a:gd name="connsiteX1800" fmla="*/ 308515 w 361950"/>
                <a:gd name="connsiteY1800" fmla="*/ 182785 h 419100"/>
                <a:gd name="connsiteX1801" fmla="*/ 309563 w 361950"/>
                <a:gd name="connsiteY1801" fmla="*/ 182594 h 419100"/>
                <a:gd name="connsiteX1802" fmla="*/ 311182 w 361950"/>
                <a:gd name="connsiteY1802" fmla="*/ 181737 h 419100"/>
                <a:gd name="connsiteX1803" fmla="*/ 312039 w 361950"/>
                <a:gd name="connsiteY1803" fmla="*/ 181546 h 419100"/>
                <a:gd name="connsiteX1804" fmla="*/ 312992 w 361950"/>
                <a:gd name="connsiteY1804" fmla="*/ 181832 h 419100"/>
                <a:gd name="connsiteX1805" fmla="*/ 313658 w 361950"/>
                <a:gd name="connsiteY1805" fmla="*/ 182404 h 419100"/>
                <a:gd name="connsiteX1806" fmla="*/ 314325 w 361950"/>
                <a:gd name="connsiteY1806" fmla="*/ 182689 h 419100"/>
                <a:gd name="connsiteX1807" fmla="*/ 315373 w 361950"/>
                <a:gd name="connsiteY1807" fmla="*/ 182118 h 419100"/>
                <a:gd name="connsiteX1808" fmla="*/ 314230 w 361950"/>
                <a:gd name="connsiteY1808" fmla="*/ 181642 h 419100"/>
                <a:gd name="connsiteX1809" fmla="*/ 313754 w 361950"/>
                <a:gd name="connsiteY1809" fmla="*/ 181546 h 419100"/>
                <a:gd name="connsiteX1810" fmla="*/ 315087 w 361950"/>
                <a:gd name="connsiteY1810" fmla="*/ 179642 h 419100"/>
                <a:gd name="connsiteX1811" fmla="*/ 317183 w 361950"/>
                <a:gd name="connsiteY1811" fmla="*/ 178689 h 419100"/>
                <a:gd name="connsiteX1812" fmla="*/ 319373 w 361950"/>
                <a:gd name="connsiteY1812" fmla="*/ 178784 h 419100"/>
                <a:gd name="connsiteX1813" fmla="*/ 321183 w 361950"/>
                <a:gd name="connsiteY1813" fmla="*/ 180022 h 419100"/>
                <a:gd name="connsiteX1814" fmla="*/ 322040 w 361950"/>
                <a:gd name="connsiteY1814" fmla="*/ 179546 h 419100"/>
                <a:gd name="connsiteX1815" fmla="*/ 326993 w 361950"/>
                <a:gd name="connsiteY1815" fmla="*/ 175451 h 419100"/>
                <a:gd name="connsiteX1816" fmla="*/ 326993 w 361950"/>
                <a:gd name="connsiteY1816" fmla="*/ 174784 h 419100"/>
                <a:gd name="connsiteX1817" fmla="*/ 325755 w 361950"/>
                <a:gd name="connsiteY1817" fmla="*/ 174974 h 419100"/>
                <a:gd name="connsiteX1818" fmla="*/ 323660 w 361950"/>
                <a:gd name="connsiteY1818" fmla="*/ 175832 h 419100"/>
                <a:gd name="connsiteX1819" fmla="*/ 322612 w 361950"/>
                <a:gd name="connsiteY1819" fmla="*/ 176022 h 419100"/>
                <a:gd name="connsiteX1820" fmla="*/ 321469 w 361950"/>
                <a:gd name="connsiteY1820" fmla="*/ 175641 h 419100"/>
                <a:gd name="connsiteX1821" fmla="*/ 319564 w 361950"/>
                <a:gd name="connsiteY1821" fmla="*/ 174308 h 419100"/>
                <a:gd name="connsiteX1822" fmla="*/ 318326 w 361950"/>
                <a:gd name="connsiteY1822" fmla="*/ 174212 h 419100"/>
                <a:gd name="connsiteX1823" fmla="*/ 319183 w 361950"/>
                <a:gd name="connsiteY1823" fmla="*/ 172974 h 419100"/>
                <a:gd name="connsiteX1824" fmla="*/ 318802 w 361950"/>
                <a:gd name="connsiteY1824" fmla="*/ 172117 h 419100"/>
                <a:gd name="connsiteX1825" fmla="*/ 317849 w 361950"/>
                <a:gd name="connsiteY1825" fmla="*/ 171260 h 419100"/>
                <a:gd name="connsiteX1826" fmla="*/ 317087 w 361950"/>
                <a:gd name="connsiteY1826" fmla="*/ 169926 h 419100"/>
                <a:gd name="connsiteX1827" fmla="*/ 314801 w 361950"/>
                <a:gd name="connsiteY1827" fmla="*/ 171355 h 419100"/>
                <a:gd name="connsiteX1828" fmla="*/ 314325 w 361950"/>
                <a:gd name="connsiteY1828" fmla="*/ 171831 h 419100"/>
                <a:gd name="connsiteX1829" fmla="*/ 313944 w 361950"/>
                <a:gd name="connsiteY1829" fmla="*/ 172593 h 419100"/>
                <a:gd name="connsiteX1830" fmla="*/ 313754 w 361950"/>
                <a:gd name="connsiteY1830" fmla="*/ 173546 h 419100"/>
                <a:gd name="connsiteX1831" fmla="*/ 313372 w 361950"/>
                <a:gd name="connsiteY1831" fmla="*/ 174593 h 419100"/>
                <a:gd name="connsiteX1832" fmla="*/ 312611 w 361950"/>
                <a:gd name="connsiteY1832" fmla="*/ 175451 h 419100"/>
                <a:gd name="connsiteX1833" fmla="*/ 311277 w 361950"/>
                <a:gd name="connsiteY1833" fmla="*/ 174784 h 419100"/>
                <a:gd name="connsiteX1834" fmla="*/ 310801 w 361950"/>
                <a:gd name="connsiteY1834" fmla="*/ 175927 h 419100"/>
                <a:gd name="connsiteX1835" fmla="*/ 310705 w 361950"/>
                <a:gd name="connsiteY1835" fmla="*/ 178689 h 419100"/>
                <a:gd name="connsiteX1836" fmla="*/ 309753 w 361950"/>
                <a:gd name="connsiteY1836" fmla="*/ 179165 h 419100"/>
                <a:gd name="connsiteX1837" fmla="*/ 306610 w 361950"/>
                <a:gd name="connsiteY1837" fmla="*/ 179642 h 419100"/>
                <a:gd name="connsiteX1838" fmla="*/ 305467 w 361950"/>
                <a:gd name="connsiteY1838" fmla="*/ 179642 h 419100"/>
                <a:gd name="connsiteX1839" fmla="*/ 305657 w 361950"/>
                <a:gd name="connsiteY1839" fmla="*/ 179261 h 419100"/>
                <a:gd name="connsiteX1840" fmla="*/ 305848 w 361950"/>
                <a:gd name="connsiteY1840" fmla="*/ 178213 h 419100"/>
                <a:gd name="connsiteX1841" fmla="*/ 306038 w 361950"/>
                <a:gd name="connsiteY1841" fmla="*/ 177832 h 419100"/>
                <a:gd name="connsiteX1842" fmla="*/ 304133 w 361950"/>
                <a:gd name="connsiteY1842" fmla="*/ 177641 h 419100"/>
                <a:gd name="connsiteX1843" fmla="*/ 303371 w 361950"/>
                <a:gd name="connsiteY1843" fmla="*/ 176308 h 419100"/>
                <a:gd name="connsiteX1844" fmla="*/ 303276 w 361950"/>
                <a:gd name="connsiteY1844" fmla="*/ 169831 h 419100"/>
                <a:gd name="connsiteX1845" fmla="*/ 302800 w 361950"/>
                <a:gd name="connsiteY1845" fmla="*/ 169069 h 419100"/>
                <a:gd name="connsiteX1846" fmla="*/ 302133 w 361950"/>
                <a:gd name="connsiteY1846" fmla="*/ 168497 h 419100"/>
                <a:gd name="connsiteX1847" fmla="*/ 301371 w 361950"/>
                <a:gd name="connsiteY1847" fmla="*/ 168116 h 419100"/>
                <a:gd name="connsiteX1848" fmla="*/ 300990 w 361950"/>
                <a:gd name="connsiteY1848" fmla="*/ 168497 h 419100"/>
                <a:gd name="connsiteX1849" fmla="*/ 300133 w 361950"/>
                <a:gd name="connsiteY1849" fmla="*/ 169069 h 419100"/>
                <a:gd name="connsiteX1850" fmla="*/ 298323 w 361950"/>
                <a:gd name="connsiteY1850" fmla="*/ 169450 h 419100"/>
                <a:gd name="connsiteX1851" fmla="*/ 296609 w 361950"/>
                <a:gd name="connsiteY1851" fmla="*/ 169069 h 419100"/>
                <a:gd name="connsiteX1852" fmla="*/ 296037 w 361950"/>
                <a:gd name="connsiteY1852" fmla="*/ 167545 h 419100"/>
                <a:gd name="connsiteX1853" fmla="*/ 296418 w 361950"/>
                <a:gd name="connsiteY1853" fmla="*/ 166592 h 419100"/>
                <a:gd name="connsiteX1854" fmla="*/ 297085 w 361950"/>
                <a:gd name="connsiteY1854" fmla="*/ 166116 h 419100"/>
                <a:gd name="connsiteX1855" fmla="*/ 298704 w 361950"/>
                <a:gd name="connsiteY1855" fmla="*/ 165735 h 419100"/>
                <a:gd name="connsiteX1856" fmla="*/ 299180 w 361950"/>
                <a:gd name="connsiteY1856" fmla="*/ 165735 h 419100"/>
                <a:gd name="connsiteX1857" fmla="*/ 300323 w 361950"/>
                <a:gd name="connsiteY1857" fmla="*/ 166307 h 419100"/>
                <a:gd name="connsiteX1858" fmla="*/ 300704 w 361950"/>
                <a:gd name="connsiteY1858" fmla="*/ 166021 h 419100"/>
                <a:gd name="connsiteX1859" fmla="*/ 301562 w 361950"/>
                <a:gd name="connsiteY1859" fmla="*/ 165259 h 419100"/>
                <a:gd name="connsiteX1860" fmla="*/ 301943 w 361950"/>
                <a:gd name="connsiteY1860" fmla="*/ 164973 h 419100"/>
                <a:gd name="connsiteX1861" fmla="*/ 302419 w 361950"/>
                <a:gd name="connsiteY1861" fmla="*/ 163925 h 419100"/>
                <a:gd name="connsiteX1862" fmla="*/ 302990 w 361950"/>
                <a:gd name="connsiteY1862" fmla="*/ 163544 h 419100"/>
                <a:gd name="connsiteX1863" fmla="*/ 303847 w 361950"/>
                <a:gd name="connsiteY1863" fmla="*/ 164021 h 419100"/>
                <a:gd name="connsiteX1864" fmla="*/ 305848 w 361950"/>
                <a:gd name="connsiteY1864" fmla="*/ 166878 h 419100"/>
                <a:gd name="connsiteX1865" fmla="*/ 306610 w 361950"/>
                <a:gd name="connsiteY1865" fmla="*/ 167259 h 419100"/>
                <a:gd name="connsiteX1866" fmla="*/ 308134 w 361950"/>
                <a:gd name="connsiteY1866" fmla="*/ 167545 h 419100"/>
                <a:gd name="connsiteX1867" fmla="*/ 309658 w 361950"/>
                <a:gd name="connsiteY1867" fmla="*/ 168307 h 419100"/>
                <a:gd name="connsiteX1868" fmla="*/ 310801 w 361950"/>
                <a:gd name="connsiteY1868" fmla="*/ 169354 h 419100"/>
                <a:gd name="connsiteX1869" fmla="*/ 311563 w 361950"/>
                <a:gd name="connsiteY1869" fmla="*/ 171450 h 419100"/>
                <a:gd name="connsiteX1870" fmla="*/ 312325 w 361950"/>
                <a:gd name="connsiteY1870" fmla="*/ 171545 h 419100"/>
                <a:gd name="connsiteX1871" fmla="*/ 313944 w 361950"/>
                <a:gd name="connsiteY1871" fmla="*/ 170974 h 419100"/>
                <a:gd name="connsiteX1872" fmla="*/ 314039 w 361950"/>
                <a:gd name="connsiteY1872" fmla="*/ 170688 h 419100"/>
                <a:gd name="connsiteX1873" fmla="*/ 313944 w 361950"/>
                <a:gd name="connsiteY1873" fmla="*/ 169545 h 419100"/>
                <a:gd name="connsiteX1874" fmla="*/ 314039 w 361950"/>
                <a:gd name="connsiteY1874" fmla="*/ 169164 h 419100"/>
                <a:gd name="connsiteX1875" fmla="*/ 314325 w 361950"/>
                <a:gd name="connsiteY1875" fmla="*/ 169164 h 419100"/>
                <a:gd name="connsiteX1876" fmla="*/ 315373 w 361950"/>
                <a:gd name="connsiteY1876" fmla="*/ 169259 h 419100"/>
                <a:gd name="connsiteX1877" fmla="*/ 315659 w 361950"/>
                <a:gd name="connsiteY1877" fmla="*/ 169164 h 419100"/>
                <a:gd name="connsiteX1878" fmla="*/ 316039 w 361950"/>
                <a:gd name="connsiteY1878" fmla="*/ 168212 h 419100"/>
                <a:gd name="connsiteX1879" fmla="*/ 316230 w 361950"/>
                <a:gd name="connsiteY1879" fmla="*/ 167450 h 419100"/>
                <a:gd name="connsiteX1880" fmla="*/ 316135 w 361950"/>
                <a:gd name="connsiteY1880" fmla="*/ 166688 h 419100"/>
                <a:gd name="connsiteX1881" fmla="*/ 315659 w 361950"/>
                <a:gd name="connsiteY1881" fmla="*/ 165545 h 419100"/>
                <a:gd name="connsiteX1882" fmla="*/ 314896 w 361950"/>
                <a:gd name="connsiteY1882" fmla="*/ 164211 h 419100"/>
                <a:gd name="connsiteX1883" fmla="*/ 314230 w 361950"/>
                <a:gd name="connsiteY1883" fmla="*/ 163544 h 419100"/>
                <a:gd name="connsiteX1884" fmla="*/ 313468 w 361950"/>
                <a:gd name="connsiteY1884" fmla="*/ 163068 h 419100"/>
                <a:gd name="connsiteX1885" fmla="*/ 313944 w 361950"/>
                <a:gd name="connsiteY1885" fmla="*/ 162782 h 419100"/>
                <a:gd name="connsiteX1886" fmla="*/ 314135 w 361950"/>
                <a:gd name="connsiteY1886" fmla="*/ 162496 h 419100"/>
                <a:gd name="connsiteX1887" fmla="*/ 314230 w 361950"/>
                <a:gd name="connsiteY1887" fmla="*/ 162211 h 419100"/>
                <a:gd name="connsiteX1888" fmla="*/ 314516 w 361950"/>
                <a:gd name="connsiteY1888" fmla="*/ 161830 h 419100"/>
                <a:gd name="connsiteX1889" fmla="*/ 312992 w 361950"/>
                <a:gd name="connsiteY1889" fmla="*/ 161354 h 419100"/>
                <a:gd name="connsiteX1890" fmla="*/ 311944 w 361950"/>
                <a:gd name="connsiteY1890" fmla="*/ 160115 h 419100"/>
                <a:gd name="connsiteX1891" fmla="*/ 311658 w 361950"/>
                <a:gd name="connsiteY1891" fmla="*/ 158687 h 419100"/>
                <a:gd name="connsiteX1892" fmla="*/ 312325 w 361950"/>
                <a:gd name="connsiteY1892" fmla="*/ 157544 h 419100"/>
                <a:gd name="connsiteX1893" fmla="*/ 312611 w 361950"/>
                <a:gd name="connsiteY1893" fmla="*/ 157925 h 419100"/>
                <a:gd name="connsiteX1894" fmla="*/ 313468 w 361950"/>
                <a:gd name="connsiteY1894" fmla="*/ 158687 h 419100"/>
                <a:gd name="connsiteX1895" fmla="*/ 313277 w 361950"/>
                <a:gd name="connsiteY1895" fmla="*/ 157829 h 419100"/>
                <a:gd name="connsiteX1896" fmla="*/ 313277 w 361950"/>
                <a:gd name="connsiteY1896" fmla="*/ 157353 h 419100"/>
                <a:gd name="connsiteX1897" fmla="*/ 313468 w 361950"/>
                <a:gd name="connsiteY1897" fmla="*/ 156210 h 419100"/>
                <a:gd name="connsiteX1898" fmla="*/ 312420 w 361950"/>
                <a:gd name="connsiteY1898" fmla="*/ 155638 h 419100"/>
                <a:gd name="connsiteX1899" fmla="*/ 310610 w 361950"/>
                <a:gd name="connsiteY1899" fmla="*/ 155258 h 419100"/>
                <a:gd name="connsiteX1900" fmla="*/ 309658 w 361950"/>
                <a:gd name="connsiteY1900" fmla="*/ 154972 h 419100"/>
                <a:gd name="connsiteX1901" fmla="*/ 310134 w 361950"/>
                <a:gd name="connsiteY1901" fmla="*/ 154019 h 419100"/>
                <a:gd name="connsiteX1902" fmla="*/ 310039 w 361950"/>
                <a:gd name="connsiteY1902" fmla="*/ 153448 h 419100"/>
                <a:gd name="connsiteX1903" fmla="*/ 309467 w 361950"/>
                <a:gd name="connsiteY1903" fmla="*/ 153162 h 419100"/>
                <a:gd name="connsiteX1904" fmla="*/ 308515 w 361950"/>
                <a:gd name="connsiteY1904" fmla="*/ 153257 h 419100"/>
                <a:gd name="connsiteX1905" fmla="*/ 309086 w 361950"/>
                <a:gd name="connsiteY1905" fmla="*/ 153257 h 419100"/>
                <a:gd name="connsiteX1906" fmla="*/ 306705 w 361950"/>
                <a:gd name="connsiteY1906" fmla="*/ 153543 h 419100"/>
                <a:gd name="connsiteX1907" fmla="*/ 305657 w 361950"/>
                <a:gd name="connsiteY1907" fmla="*/ 153257 h 419100"/>
                <a:gd name="connsiteX1908" fmla="*/ 304705 w 361950"/>
                <a:gd name="connsiteY1908" fmla="*/ 152591 h 419100"/>
                <a:gd name="connsiteX1909" fmla="*/ 303371 w 361950"/>
                <a:gd name="connsiteY1909" fmla="*/ 153543 h 419100"/>
                <a:gd name="connsiteX1910" fmla="*/ 301752 w 361950"/>
                <a:gd name="connsiteY1910" fmla="*/ 154305 h 419100"/>
                <a:gd name="connsiteX1911" fmla="*/ 300228 w 361950"/>
                <a:gd name="connsiteY1911" fmla="*/ 155258 h 419100"/>
                <a:gd name="connsiteX1912" fmla="*/ 299180 w 361950"/>
                <a:gd name="connsiteY1912" fmla="*/ 156782 h 419100"/>
                <a:gd name="connsiteX1913" fmla="*/ 298704 w 361950"/>
                <a:gd name="connsiteY1913" fmla="*/ 156782 h 419100"/>
                <a:gd name="connsiteX1914" fmla="*/ 298133 w 361950"/>
                <a:gd name="connsiteY1914" fmla="*/ 154972 h 419100"/>
                <a:gd name="connsiteX1915" fmla="*/ 295085 w 361950"/>
                <a:gd name="connsiteY1915" fmla="*/ 152781 h 419100"/>
                <a:gd name="connsiteX1916" fmla="*/ 294418 w 361950"/>
                <a:gd name="connsiteY1916" fmla="*/ 150876 h 419100"/>
                <a:gd name="connsiteX1917" fmla="*/ 294037 w 361950"/>
                <a:gd name="connsiteY1917" fmla="*/ 149066 h 419100"/>
                <a:gd name="connsiteX1918" fmla="*/ 294322 w 361950"/>
                <a:gd name="connsiteY1918" fmla="*/ 148495 h 419100"/>
                <a:gd name="connsiteX1919" fmla="*/ 295466 w 361950"/>
                <a:gd name="connsiteY1919" fmla="*/ 148114 h 419100"/>
                <a:gd name="connsiteX1920" fmla="*/ 296228 w 361950"/>
                <a:gd name="connsiteY1920" fmla="*/ 148304 h 419100"/>
                <a:gd name="connsiteX1921" fmla="*/ 298799 w 361950"/>
                <a:gd name="connsiteY1921" fmla="*/ 149924 h 419100"/>
                <a:gd name="connsiteX1922" fmla="*/ 299371 w 361950"/>
                <a:gd name="connsiteY1922" fmla="*/ 147828 h 419100"/>
                <a:gd name="connsiteX1923" fmla="*/ 299466 w 361950"/>
                <a:gd name="connsiteY1923" fmla="*/ 146590 h 419100"/>
                <a:gd name="connsiteX1924" fmla="*/ 299276 w 361950"/>
                <a:gd name="connsiteY1924" fmla="*/ 145637 h 419100"/>
                <a:gd name="connsiteX1925" fmla="*/ 298513 w 361950"/>
                <a:gd name="connsiteY1925" fmla="*/ 144875 h 419100"/>
                <a:gd name="connsiteX1926" fmla="*/ 297561 w 361950"/>
                <a:gd name="connsiteY1926" fmla="*/ 144780 h 419100"/>
                <a:gd name="connsiteX1927" fmla="*/ 296513 w 361950"/>
                <a:gd name="connsiteY1927" fmla="*/ 144875 h 419100"/>
                <a:gd name="connsiteX1928" fmla="*/ 295561 w 361950"/>
                <a:gd name="connsiteY1928" fmla="*/ 144399 h 419100"/>
                <a:gd name="connsiteX1929" fmla="*/ 295180 w 361950"/>
                <a:gd name="connsiteY1929" fmla="*/ 143828 h 419100"/>
                <a:gd name="connsiteX1930" fmla="*/ 294894 w 361950"/>
                <a:gd name="connsiteY1930" fmla="*/ 142875 h 419100"/>
                <a:gd name="connsiteX1931" fmla="*/ 294799 w 361950"/>
                <a:gd name="connsiteY1931" fmla="*/ 141827 h 419100"/>
                <a:gd name="connsiteX1932" fmla="*/ 294989 w 361950"/>
                <a:gd name="connsiteY1932" fmla="*/ 140779 h 419100"/>
                <a:gd name="connsiteX1933" fmla="*/ 295466 w 361950"/>
                <a:gd name="connsiteY1933" fmla="*/ 139922 h 419100"/>
                <a:gd name="connsiteX1934" fmla="*/ 296609 w 361950"/>
                <a:gd name="connsiteY1934" fmla="*/ 139255 h 419100"/>
                <a:gd name="connsiteX1935" fmla="*/ 297275 w 361950"/>
                <a:gd name="connsiteY1935" fmla="*/ 138398 h 419100"/>
                <a:gd name="connsiteX1936" fmla="*/ 296989 w 361950"/>
                <a:gd name="connsiteY1936" fmla="*/ 137351 h 419100"/>
                <a:gd name="connsiteX1937" fmla="*/ 297752 w 361950"/>
                <a:gd name="connsiteY1937" fmla="*/ 136779 h 419100"/>
                <a:gd name="connsiteX1938" fmla="*/ 298799 w 361950"/>
                <a:gd name="connsiteY1938" fmla="*/ 136588 h 419100"/>
                <a:gd name="connsiteX1939" fmla="*/ 299466 w 361950"/>
                <a:gd name="connsiteY1939" fmla="*/ 136588 h 419100"/>
                <a:gd name="connsiteX1940" fmla="*/ 300704 w 361950"/>
                <a:gd name="connsiteY1940" fmla="*/ 137541 h 419100"/>
                <a:gd name="connsiteX1941" fmla="*/ 300800 w 361950"/>
                <a:gd name="connsiteY1941" fmla="*/ 138398 h 419100"/>
                <a:gd name="connsiteX1942" fmla="*/ 300609 w 361950"/>
                <a:gd name="connsiteY1942" fmla="*/ 139446 h 419100"/>
                <a:gd name="connsiteX1943" fmla="*/ 301085 w 361950"/>
                <a:gd name="connsiteY1943" fmla="*/ 140875 h 419100"/>
                <a:gd name="connsiteX1944" fmla="*/ 302609 w 361950"/>
                <a:gd name="connsiteY1944" fmla="*/ 140494 h 419100"/>
                <a:gd name="connsiteX1945" fmla="*/ 304038 w 361950"/>
                <a:gd name="connsiteY1945" fmla="*/ 141637 h 419100"/>
                <a:gd name="connsiteX1946" fmla="*/ 305371 w 361950"/>
                <a:gd name="connsiteY1946" fmla="*/ 143256 h 419100"/>
                <a:gd name="connsiteX1947" fmla="*/ 306610 w 361950"/>
                <a:gd name="connsiteY1947" fmla="*/ 144494 h 419100"/>
                <a:gd name="connsiteX1948" fmla="*/ 307943 w 361950"/>
                <a:gd name="connsiteY1948" fmla="*/ 145256 h 419100"/>
                <a:gd name="connsiteX1949" fmla="*/ 308896 w 361950"/>
                <a:gd name="connsiteY1949" fmla="*/ 145447 h 419100"/>
                <a:gd name="connsiteX1950" fmla="*/ 309277 w 361950"/>
                <a:gd name="connsiteY1950" fmla="*/ 144875 h 419100"/>
                <a:gd name="connsiteX1951" fmla="*/ 309086 w 361950"/>
                <a:gd name="connsiteY1951" fmla="*/ 143732 h 419100"/>
                <a:gd name="connsiteX1952" fmla="*/ 308515 w 361950"/>
                <a:gd name="connsiteY1952" fmla="*/ 143161 h 419100"/>
                <a:gd name="connsiteX1953" fmla="*/ 307753 w 361950"/>
                <a:gd name="connsiteY1953" fmla="*/ 142685 h 419100"/>
                <a:gd name="connsiteX1954" fmla="*/ 305657 w 361950"/>
                <a:gd name="connsiteY1954" fmla="*/ 140494 h 419100"/>
                <a:gd name="connsiteX1955" fmla="*/ 305181 w 361950"/>
                <a:gd name="connsiteY1955" fmla="*/ 139732 h 419100"/>
                <a:gd name="connsiteX1956" fmla="*/ 304991 w 361950"/>
                <a:gd name="connsiteY1956" fmla="*/ 138589 h 419100"/>
                <a:gd name="connsiteX1957" fmla="*/ 305086 w 361950"/>
                <a:gd name="connsiteY1957" fmla="*/ 137732 h 419100"/>
                <a:gd name="connsiteX1958" fmla="*/ 305371 w 361950"/>
                <a:gd name="connsiteY1958" fmla="*/ 136493 h 419100"/>
                <a:gd name="connsiteX1959" fmla="*/ 305848 w 361950"/>
                <a:gd name="connsiteY1959" fmla="*/ 135350 h 419100"/>
                <a:gd name="connsiteX1960" fmla="*/ 306419 w 361950"/>
                <a:gd name="connsiteY1960" fmla="*/ 134874 h 419100"/>
                <a:gd name="connsiteX1961" fmla="*/ 307943 w 361950"/>
                <a:gd name="connsiteY1961" fmla="*/ 135731 h 419100"/>
                <a:gd name="connsiteX1962" fmla="*/ 309086 w 361950"/>
                <a:gd name="connsiteY1962" fmla="*/ 137636 h 419100"/>
                <a:gd name="connsiteX1963" fmla="*/ 309658 w 361950"/>
                <a:gd name="connsiteY1963" fmla="*/ 139732 h 419100"/>
                <a:gd name="connsiteX1964" fmla="*/ 309467 w 361950"/>
                <a:gd name="connsiteY1964" fmla="*/ 140970 h 419100"/>
                <a:gd name="connsiteX1965" fmla="*/ 309467 w 361950"/>
                <a:gd name="connsiteY1965" fmla="*/ 141542 h 419100"/>
                <a:gd name="connsiteX1966" fmla="*/ 310515 w 361950"/>
                <a:gd name="connsiteY1966" fmla="*/ 142018 h 419100"/>
                <a:gd name="connsiteX1967" fmla="*/ 311563 w 361950"/>
                <a:gd name="connsiteY1967" fmla="*/ 141922 h 419100"/>
                <a:gd name="connsiteX1968" fmla="*/ 312420 w 361950"/>
                <a:gd name="connsiteY1968" fmla="*/ 141256 h 419100"/>
                <a:gd name="connsiteX1969" fmla="*/ 312706 w 361950"/>
                <a:gd name="connsiteY1969" fmla="*/ 140018 h 419100"/>
                <a:gd name="connsiteX1970" fmla="*/ 312515 w 361950"/>
                <a:gd name="connsiteY1970" fmla="*/ 138684 h 419100"/>
                <a:gd name="connsiteX1971" fmla="*/ 312325 w 361950"/>
                <a:gd name="connsiteY1971" fmla="*/ 137827 h 419100"/>
                <a:gd name="connsiteX1972" fmla="*/ 312230 w 361950"/>
                <a:gd name="connsiteY1972" fmla="*/ 136970 h 419100"/>
                <a:gd name="connsiteX1973" fmla="*/ 312706 w 361950"/>
                <a:gd name="connsiteY1973" fmla="*/ 135541 h 419100"/>
                <a:gd name="connsiteX1974" fmla="*/ 313658 w 361950"/>
                <a:gd name="connsiteY1974" fmla="*/ 133921 h 419100"/>
                <a:gd name="connsiteX1975" fmla="*/ 314992 w 361950"/>
                <a:gd name="connsiteY1975" fmla="*/ 132779 h 419100"/>
                <a:gd name="connsiteX1976" fmla="*/ 316706 w 361950"/>
                <a:gd name="connsiteY1976" fmla="*/ 132112 h 419100"/>
                <a:gd name="connsiteX1977" fmla="*/ 318802 w 361950"/>
                <a:gd name="connsiteY1977" fmla="*/ 131826 h 419100"/>
                <a:gd name="connsiteX1978" fmla="*/ 317849 w 361950"/>
                <a:gd name="connsiteY1978" fmla="*/ 133541 h 419100"/>
                <a:gd name="connsiteX1979" fmla="*/ 316230 w 361950"/>
                <a:gd name="connsiteY1979" fmla="*/ 134112 h 419100"/>
                <a:gd name="connsiteX1980" fmla="*/ 314801 w 361950"/>
                <a:gd name="connsiteY1980" fmla="*/ 134969 h 419100"/>
                <a:gd name="connsiteX1981" fmla="*/ 314325 w 361950"/>
                <a:gd name="connsiteY1981" fmla="*/ 137351 h 419100"/>
                <a:gd name="connsiteX1982" fmla="*/ 315278 w 361950"/>
                <a:gd name="connsiteY1982" fmla="*/ 136874 h 419100"/>
                <a:gd name="connsiteX1983" fmla="*/ 316325 w 361950"/>
                <a:gd name="connsiteY1983" fmla="*/ 136684 h 419100"/>
                <a:gd name="connsiteX1984" fmla="*/ 317373 w 361950"/>
                <a:gd name="connsiteY1984" fmla="*/ 136874 h 419100"/>
                <a:gd name="connsiteX1985" fmla="*/ 318326 w 361950"/>
                <a:gd name="connsiteY1985" fmla="*/ 137351 h 419100"/>
                <a:gd name="connsiteX1986" fmla="*/ 316039 w 361950"/>
                <a:gd name="connsiteY1986" fmla="*/ 138589 h 419100"/>
                <a:gd name="connsiteX1987" fmla="*/ 315278 w 361950"/>
                <a:gd name="connsiteY1987" fmla="*/ 139351 h 419100"/>
                <a:gd name="connsiteX1988" fmla="*/ 314420 w 361950"/>
                <a:gd name="connsiteY1988" fmla="*/ 144875 h 419100"/>
                <a:gd name="connsiteX1989" fmla="*/ 314420 w 361950"/>
                <a:gd name="connsiteY1989" fmla="*/ 146399 h 419100"/>
                <a:gd name="connsiteX1990" fmla="*/ 315373 w 361950"/>
                <a:gd name="connsiteY1990" fmla="*/ 145828 h 419100"/>
                <a:gd name="connsiteX1991" fmla="*/ 316706 w 361950"/>
                <a:gd name="connsiteY1991" fmla="*/ 144304 h 419100"/>
                <a:gd name="connsiteX1992" fmla="*/ 317468 w 361950"/>
                <a:gd name="connsiteY1992" fmla="*/ 144018 h 419100"/>
                <a:gd name="connsiteX1993" fmla="*/ 319183 w 361950"/>
                <a:gd name="connsiteY1993" fmla="*/ 146304 h 419100"/>
                <a:gd name="connsiteX1994" fmla="*/ 319469 w 361950"/>
                <a:gd name="connsiteY1994" fmla="*/ 146495 h 419100"/>
                <a:gd name="connsiteX1995" fmla="*/ 319754 w 361950"/>
                <a:gd name="connsiteY1995" fmla="*/ 149543 h 419100"/>
                <a:gd name="connsiteX1996" fmla="*/ 321564 w 361950"/>
                <a:gd name="connsiteY1996" fmla="*/ 149352 h 419100"/>
                <a:gd name="connsiteX1997" fmla="*/ 323279 w 361950"/>
                <a:gd name="connsiteY1997" fmla="*/ 148971 h 419100"/>
                <a:gd name="connsiteX1998" fmla="*/ 322231 w 361950"/>
                <a:gd name="connsiteY1998" fmla="*/ 146495 h 419100"/>
                <a:gd name="connsiteX1999" fmla="*/ 323374 w 361950"/>
                <a:gd name="connsiteY1999" fmla="*/ 144494 h 419100"/>
                <a:gd name="connsiteX2000" fmla="*/ 325184 w 361950"/>
                <a:gd name="connsiteY2000" fmla="*/ 142494 h 419100"/>
                <a:gd name="connsiteX2001" fmla="*/ 326136 w 361950"/>
                <a:gd name="connsiteY2001" fmla="*/ 140113 h 419100"/>
                <a:gd name="connsiteX2002" fmla="*/ 325184 w 361950"/>
                <a:gd name="connsiteY2002" fmla="*/ 138113 h 419100"/>
                <a:gd name="connsiteX2003" fmla="*/ 325279 w 361950"/>
                <a:gd name="connsiteY2003" fmla="*/ 137160 h 419100"/>
                <a:gd name="connsiteX2004" fmla="*/ 326993 w 361950"/>
                <a:gd name="connsiteY2004" fmla="*/ 136779 h 419100"/>
                <a:gd name="connsiteX2005" fmla="*/ 332518 w 361950"/>
                <a:gd name="connsiteY2005" fmla="*/ 137351 h 419100"/>
                <a:gd name="connsiteX2006" fmla="*/ 336709 w 361950"/>
                <a:gd name="connsiteY2006" fmla="*/ 136398 h 419100"/>
                <a:gd name="connsiteX2007" fmla="*/ 337661 w 361950"/>
                <a:gd name="connsiteY2007" fmla="*/ 136684 h 419100"/>
                <a:gd name="connsiteX2008" fmla="*/ 337471 w 361950"/>
                <a:gd name="connsiteY2008" fmla="*/ 137732 h 419100"/>
                <a:gd name="connsiteX2009" fmla="*/ 333851 w 361950"/>
                <a:gd name="connsiteY2009" fmla="*/ 142780 h 419100"/>
                <a:gd name="connsiteX2010" fmla="*/ 333756 w 361950"/>
                <a:gd name="connsiteY2010" fmla="*/ 143066 h 419100"/>
                <a:gd name="connsiteX2011" fmla="*/ 333851 w 361950"/>
                <a:gd name="connsiteY2011" fmla="*/ 143446 h 419100"/>
                <a:gd name="connsiteX2012" fmla="*/ 333851 w 361950"/>
                <a:gd name="connsiteY2012" fmla="*/ 143828 h 419100"/>
                <a:gd name="connsiteX2013" fmla="*/ 333566 w 361950"/>
                <a:gd name="connsiteY2013" fmla="*/ 144018 h 419100"/>
                <a:gd name="connsiteX2014" fmla="*/ 332708 w 361950"/>
                <a:gd name="connsiteY2014" fmla="*/ 143828 h 419100"/>
                <a:gd name="connsiteX2015" fmla="*/ 332232 w 361950"/>
                <a:gd name="connsiteY2015" fmla="*/ 143637 h 419100"/>
                <a:gd name="connsiteX2016" fmla="*/ 332137 w 361950"/>
                <a:gd name="connsiteY2016" fmla="*/ 143446 h 419100"/>
                <a:gd name="connsiteX2017" fmla="*/ 331280 w 361950"/>
                <a:gd name="connsiteY2017" fmla="*/ 144685 h 419100"/>
                <a:gd name="connsiteX2018" fmla="*/ 330137 w 361950"/>
                <a:gd name="connsiteY2018" fmla="*/ 147161 h 419100"/>
                <a:gd name="connsiteX2019" fmla="*/ 329375 w 361950"/>
                <a:gd name="connsiteY2019" fmla="*/ 147638 h 419100"/>
                <a:gd name="connsiteX2020" fmla="*/ 329565 w 361950"/>
                <a:gd name="connsiteY2020" fmla="*/ 148019 h 419100"/>
                <a:gd name="connsiteX2021" fmla="*/ 329851 w 361950"/>
                <a:gd name="connsiteY2021" fmla="*/ 149066 h 419100"/>
                <a:gd name="connsiteX2022" fmla="*/ 330041 w 361950"/>
                <a:gd name="connsiteY2022" fmla="*/ 149447 h 419100"/>
                <a:gd name="connsiteX2023" fmla="*/ 328803 w 361950"/>
                <a:gd name="connsiteY2023" fmla="*/ 149924 h 419100"/>
                <a:gd name="connsiteX2024" fmla="*/ 326898 w 361950"/>
                <a:gd name="connsiteY2024" fmla="*/ 151352 h 419100"/>
                <a:gd name="connsiteX2025" fmla="*/ 325660 w 361950"/>
                <a:gd name="connsiteY2025" fmla="*/ 151924 h 419100"/>
                <a:gd name="connsiteX2026" fmla="*/ 322421 w 361950"/>
                <a:gd name="connsiteY2026" fmla="*/ 152686 h 419100"/>
                <a:gd name="connsiteX2027" fmla="*/ 320802 w 361950"/>
                <a:gd name="connsiteY2027" fmla="*/ 153353 h 419100"/>
                <a:gd name="connsiteX2028" fmla="*/ 319659 w 361950"/>
                <a:gd name="connsiteY2028" fmla="*/ 154400 h 419100"/>
                <a:gd name="connsiteX2029" fmla="*/ 319564 w 361950"/>
                <a:gd name="connsiteY2029" fmla="*/ 155067 h 419100"/>
                <a:gd name="connsiteX2030" fmla="*/ 319754 w 361950"/>
                <a:gd name="connsiteY2030" fmla="*/ 156782 h 419100"/>
                <a:gd name="connsiteX2031" fmla="*/ 319659 w 361950"/>
                <a:gd name="connsiteY2031" fmla="*/ 157448 h 419100"/>
                <a:gd name="connsiteX2032" fmla="*/ 319183 w 361950"/>
                <a:gd name="connsiteY2032" fmla="*/ 157734 h 419100"/>
                <a:gd name="connsiteX2033" fmla="*/ 318707 w 361950"/>
                <a:gd name="connsiteY2033" fmla="*/ 157544 h 419100"/>
                <a:gd name="connsiteX2034" fmla="*/ 318230 w 361950"/>
                <a:gd name="connsiteY2034" fmla="*/ 157639 h 419100"/>
                <a:gd name="connsiteX2035" fmla="*/ 317945 w 361950"/>
                <a:gd name="connsiteY2035" fmla="*/ 158591 h 419100"/>
                <a:gd name="connsiteX2036" fmla="*/ 318230 w 361950"/>
                <a:gd name="connsiteY2036" fmla="*/ 160306 h 419100"/>
                <a:gd name="connsiteX2037" fmla="*/ 319183 w 361950"/>
                <a:gd name="connsiteY2037" fmla="*/ 160972 h 419100"/>
                <a:gd name="connsiteX2038" fmla="*/ 322136 w 361950"/>
                <a:gd name="connsiteY2038" fmla="*/ 160972 h 419100"/>
                <a:gd name="connsiteX2039" fmla="*/ 326231 w 361950"/>
                <a:gd name="connsiteY2039" fmla="*/ 157639 h 419100"/>
                <a:gd name="connsiteX2040" fmla="*/ 326327 w 361950"/>
                <a:gd name="connsiteY2040" fmla="*/ 156210 h 419100"/>
                <a:gd name="connsiteX2041" fmla="*/ 326612 w 361950"/>
                <a:gd name="connsiteY2041" fmla="*/ 154781 h 419100"/>
                <a:gd name="connsiteX2042" fmla="*/ 327184 w 361950"/>
                <a:gd name="connsiteY2042" fmla="*/ 153638 h 419100"/>
                <a:gd name="connsiteX2043" fmla="*/ 328041 w 361950"/>
                <a:gd name="connsiteY2043" fmla="*/ 153162 h 419100"/>
                <a:gd name="connsiteX2044" fmla="*/ 332422 w 361950"/>
                <a:gd name="connsiteY2044" fmla="*/ 153162 h 419100"/>
                <a:gd name="connsiteX2045" fmla="*/ 333470 w 361950"/>
                <a:gd name="connsiteY2045" fmla="*/ 152781 h 419100"/>
                <a:gd name="connsiteX2046" fmla="*/ 337661 w 361950"/>
                <a:gd name="connsiteY2046" fmla="*/ 150019 h 419100"/>
                <a:gd name="connsiteX2047" fmla="*/ 338233 w 361950"/>
                <a:gd name="connsiteY2047" fmla="*/ 150590 h 419100"/>
                <a:gd name="connsiteX2048" fmla="*/ 337376 w 361950"/>
                <a:gd name="connsiteY2048" fmla="*/ 151447 h 419100"/>
                <a:gd name="connsiteX2049" fmla="*/ 337280 w 361950"/>
                <a:gd name="connsiteY2049" fmla="*/ 152210 h 419100"/>
                <a:gd name="connsiteX2050" fmla="*/ 337661 w 361950"/>
                <a:gd name="connsiteY2050" fmla="*/ 152591 h 419100"/>
                <a:gd name="connsiteX2051" fmla="*/ 338423 w 361950"/>
                <a:gd name="connsiteY2051" fmla="*/ 152210 h 419100"/>
                <a:gd name="connsiteX2052" fmla="*/ 339090 w 361950"/>
                <a:gd name="connsiteY2052" fmla="*/ 151638 h 419100"/>
                <a:gd name="connsiteX2053" fmla="*/ 341947 w 361950"/>
                <a:gd name="connsiteY2053" fmla="*/ 150019 h 419100"/>
                <a:gd name="connsiteX2054" fmla="*/ 341947 w 361950"/>
                <a:gd name="connsiteY2054" fmla="*/ 149352 h 419100"/>
                <a:gd name="connsiteX2055" fmla="*/ 340900 w 361950"/>
                <a:gd name="connsiteY2055" fmla="*/ 150019 h 419100"/>
                <a:gd name="connsiteX2056" fmla="*/ 340043 w 361950"/>
                <a:gd name="connsiteY2056" fmla="*/ 148685 h 419100"/>
                <a:gd name="connsiteX2057" fmla="*/ 339471 w 361950"/>
                <a:gd name="connsiteY2057" fmla="*/ 147352 h 419100"/>
                <a:gd name="connsiteX2058" fmla="*/ 339376 w 361950"/>
                <a:gd name="connsiteY2058" fmla="*/ 146113 h 419100"/>
                <a:gd name="connsiteX2059" fmla="*/ 339852 w 361950"/>
                <a:gd name="connsiteY2059" fmla="*/ 145066 h 419100"/>
                <a:gd name="connsiteX2060" fmla="*/ 340709 w 361950"/>
                <a:gd name="connsiteY2060" fmla="*/ 144589 h 419100"/>
                <a:gd name="connsiteX2061" fmla="*/ 341757 w 361950"/>
                <a:gd name="connsiteY2061" fmla="*/ 144494 h 419100"/>
                <a:gd name="connsiteX2062" fmla="*/ 342710 w 361950"/>
                <a:gd name="connsiteY2062" fmla="*/ 144209 h 419100"/>
                <a:gd name="connsiteX2063" fmla="*/ 343091 w 361950"/>
                <a:gd name="connsiteY2063" fmla="*/ 143256 h 419100"/>
                <a:gd name="connsiteX2064" fmla="*/ 342614 w 361950"/>
                <a:gd name="connsiteY2064" fmla="*/ 142208 h 419100"/>
                <a:gd name="connsiteX2065" fmla="*/ 341471 w 361950"/>
                <a:gd name="connsiteY2065" fmla="*/ 142018 h 419100"/>
                <a:gd name="connsiteX2066" fmla="*/ 340138 w 361950"/>
                <a:gd name="connsiteY2066" fmla="*/ 141922 h 419100"/>
                <a:gd name="connsiteX2067" fmla="*/ 339185 w 361950"/>
                <a:gd name="connsiteY2067" fmla="*/ 141256 h 419100"/>
                <a:gd name="connsiteX2068" fmla="*/ 338995 w 361950"/>
                <a:gd name="connsiteY2068" fmla="*/ 139827 h 419100"/>
                <a:gd name="connsiteX2069" fmla="*/ 339757 w 361950"/>
                <a:gd name="connsiteY2069" fmla="*/ 138684 h 419100"/>
                <a:gd name="connsiteX2070" fmla="*/ 340805 w 361950"/>
                <a:gd name="connsiteY2070" fmla="*/ 137541 h 419100"/>
                <a:gd name="connsiteX2071" fmla="*/ 341471 w 361950"/>
                <a:gd name="connsiteY2071" fmla="*/ 136398 h 419100"/>
                <a:gd name="connsiteX2072" fmla="*/ 340043 w 361950"/>
                <a:gd name="connsiteY2072" fmla="*/ 136208 h 419100"/>
                <a:gd name="connsiteX2073" fmla="*/ 338900 w 361950"/>
                <a:gd name="connsiteY2073" fmla="*/ 135541 h 419100"/>
                <a:gd name="connsiteX2074" fmla="*/ 337947 w 361950"/>
                <a:gd name="connsiteY2074" fmla="*/ 134874 h 419100"/>
                <a:gd name="connsiteX2075" fmla="*/ 337280 w 361950"/>
                <a:gd name="connsiteY2075" fmla="*/ 134588 h 419100"/>
                <a:gd name="connsiteX2076" fmla="*/ 336233 w 361950"/>
                <a:gd name="connsiteY2076" fmla="*/ 134493 h 419100"/>
                <a:gd name="connsiteX2077" fmla="*/ 334994 w 361950"/>
                <a:gd name="connsiteY2077" fmla="*/ 134112 h 419100"/>
                <a:gd name="connsiteX2078" fmla="*/ 333851 w 361950"/>
                <a:gd name="connsiteY2078" fmla="*/ 133541 h 419100"/>
                <a:gd name="connsiteX2079" fmla="*/ 333089 w 361950"/>
                <a:gd name="connsiteY2079" fmla="*/ 132779 h 419100"/>
                <a:gd name="connsiteX2080" fmla="*/ 333185 w 361950"/>
                <a:gd name="connsiteY2080" fmla="*/ 130778 h 419100"/>
                <a:gd name="connsiteX2081" fmla="*/ 334709 w 361950"/>
                <a:gd name="connsiteY2081" fmla="*/ 129350 h 419100"/>
                <a:gd name="connsiteX2082" fmla="*/ 335566 w 361950"/>
                <a:gd name="connsiteY2082" fmla="*/ 128207 h 419100"/>
                <a:gd name="connsiteX2083" fmla="*/ 333661 w 361950"/>
                <a:gd name="connsiteY2083" fmla="*/ 127254 h 419100"/>
                <a:gd name="connsiteX2084" fmla="*/ 335566 w 361950"/>
                <a:gd name="connsiteY2084" fmla="*/ 127254 h 419100"/>
                <a:gd name="connsiteX2085" fmla="*/ 336328 w 361950"/>
                <a:gd name="connsiteY2085" fmla="*/ 127445 h 419100"/>
                <a:gd name="connsiteX2086" fmla="*/ 336995 w 361950"/>
                <a:gd name="connsiteY2086" fmla="*/ 127826 h 419100"/>
                <a:gd name="connsiteX2087" fmla="*/ 337471 w 361950"/>
                <a:gd name="connsiteY2087" fmla="*/ 128207 h 419100"/>
                <a:gd name="connsiteX2088" fmla="*/ 337757 w 361950"/>
                <a:gd name="connsiteY2088" fmla="*/ 128397 h 419100"/>
                <a:gd name="connsiteX2089" fmla="*/ 338709 w 361950"/>
                <a:gd name="connsiteY2089" fmla="*/ 128302 h 419100"/>
                <a:gd name="connsiteX2090" fmla="*/ 339280 w 361950"/>
                <a:gd name="connsiteY2090" fmla="*/ 128016 h 419100"/>
                <a:gd name="connsiteX2091" fmla="*/ 339852 w 361950"/>
                <a:gd name="connsiteY2091" fmla="*/ 127635 h 419100"/>
                <a:gd name="connsiteX2092" fmla="*/ 340709 w 361950"/>
                <a:gd name="connsiteY2092" fmla="*/ 127159 h 419100"/>
                <a:gd name="connsiteX2093" fmla="*/ 340138 w 361950"/>
                <a:gd name="connsiteY2093" fmla="*/ 125444 h 419100"/>
                <a:gd name="connsiteX2094" fmla="*/ 341090 w 361950"/>
                <a:gd name="connsiteY2094" fmla="*/ 124682 h 419100"/>
                <a:gd name="connsiteX2095" fmla="*/ 342805 w 361950"/>
                <a:gd name="connsiteY2095" fmla="*/ 124492 h 419100"/>
                <a:gd name="connsiteX2096" fmla="*/ 344519 w 361950"/>
                <a:gd name="connsiteY2096" fmla="*/ 124682 h 419100"/>
                <a:gd name="connsiteX2097" fmla="*/ 347091 w 361950"/>
                <a:gd name="connsiteY2097" fmla="*/ 125730 h 419100"/>
                <a:gd name="connsiteX2098" fmla="*/ 347758 w 361950"/>
                <a:gd name="connsiteY2098" fmla="*/ 125921 h 419100"/>
                <a:gd name="connsiteX2099" fmla="*/ 348520 w 361950"/>
                <a:gd name="connsiteY2099" fmla="*/ 125730 h 419100"/>
                <a:gd name="connsiteX2100" fmla="*/ 348901 w 361950"/>
                <a:gd name="connsiteY2100" fmla="*/ 125444 h 419100"/>
                <a:gd name="connsiteX2101" fmla="*/ 349282 w 361950"/>
                <a:gd name="connsiteY2101" fmla="*/ 125063 h 419100"/>
                <a:gd name="connsiteX2102" fmla="*/ 349949 w 361950"/>
                <a:gd name="connsiteY2102" fmla="*/ 124682 h 419100"/>
                <a:gd name="connsiteX2103" fmla="*/ 349377 w 361950"/>
                <a:gd name="connsiteY2103" fmla="*/ 123444 h 419100"/>
                <a:gd name="connsiteX2104" fmla="*/ 349758 w 361950"/>
                <a:gd name="connsiteY2104" fmla="*/ 123063 h 419100"/>
                <a:gd name="connsiteX2105" fmla="*/ 350139 w 361950"/>
                <a:gd name="connsiteY2105" fmla="*/ 122492 h 419100"/>
                <a:gd name="connsiteX2106" fmla="*/ 350520 w 361950"/>
                <a:gd name="connsiteY2106" fmla="*/ 122206 h 419100"/>
                <a:gd name="connsiteX2107" fmla="*/ 349853 w 361950"/>
                <a:gd name="connsiteY2107" fmla="*/ 121158 h 419100"/>
                <a:gd name="connsiteX2108" fmla="*/ 349091 w 361950"/>
                <a:gd name="connsiteY2108" fmla="*/ 121063 h 419100"/>
                <a:gd name="connsiteX2109" fmla="*/ 348139 w 361950"/>
                <a:gd name="connsiteY2109" fmla="*/ 121349 h 419100"/>
                <a:gd name="connsiteX2110" fmla="*/ 346996 w 361950"/>
                <a:gd name="connsiteY2110" fmla="*/ 121539 h 419100"/>
                <a:gd name="connsiteX2111" fmla="*/ 345948 w 361950"/>
                <a:gd name="connsiteY2111" fmla="*/ 121349 h 419100"/>
                <a:gd name="connsiteX2112" fmla="*/ 342900 w 361950"/>
                <a:gd name="connsiteY2112" fmla="*/ 119729 h 419100"/>
                <a:gd name="connsiteX2113" fmla="*/ 346424 w 361950"/>
                <a:gd name="connsiteY2113" fmla="*/ 119729 h 419100"/>
                <a:gd name="connsiteX2114" fmla="*/ 348234 w 361950"/>
                <a:gd name="connsiteY2114" fmla="*/ 119444 h 419100"/>
                <a:gd name="connsiteX2115" fmla="*/ 349377 w 361950"/>
                <a:gd name="connsiteY2115" fmla="*/ 118967 h 419100"/>
                <a:gd name="connsiteX2116" fmla="*/ 349949 w 361950"/>
                <a:gd name="connsiteY2116" fmla="*/ 119634 h 419100"/>
                <a:gd name="connsiteX2117" fmla="*/ 351377 w 361950"/>
                <a:gd name="connsiteY2117" fmla="*/ 118301 h 419100"/>
                <a:gd name="connsiteX2118" fmla="*/ 351377 w 361950"/>
                <a:gd name="connsiteY2118" fmla="*/ 116491 h 419100"/>
                <a:gd name="connsiteX2119" fmla="*/ 350234 w 361950"/>
                <a:gd name="connsiteY2119" fmla="*/ 115062 h 419100"/>
                <a:gd name="connsiteX2120" fmla="*/ 348234 w 361950"/>
                <a:gd name="connsiteY2120" fmla="*/ 114776 h 419100"/>
                <a:gd name="connsiteX2121" fmla="*/ 348234 w 361950"/>
                <a:gd name="connsiteY2121" fmla="*/ 114205 h 419100"/>
                <a:gd name="connsiteX2122" fmla="*/ 349472 w 361950"/>
                <a:gd name="connsiteY2122" fmla="*/ 113633 h 419100"/>
                <a:gd name="connsiteX2123" fmla="*/ 350520 w 361950"/>
                <a:gd name="connsiteY2123" fmla="*/ 112300 h 419100"/>
                <a:gd name="connsiteX2124" fmla="*/ 351568 w 361950"/>
                <a:gd name="connsiteY2124" fmla="*/ 111633 h 419100"/>
                <a:gd name="connsiteX2125" fmla="*/ 352616 w 361950"/>
                <a:gd name="connsiteY2125" fmla="*/ 112967 h 419100"/>
                <a:gd name="connsiteX2126" fmla="*/ 353187 w 361950"/>
                <a:gd name="connsiteY2126" fmla="*/ 112395 h 419100"/>
                <a:gd name="connsiteX2127" fmla="*/ 352044 w 361950"/>
                <a:gd name="connsiteY2127" fmla="*/ 109252 h 419100"/>
                <a:gd name="connsiteX2128" fmla="*/ 351568 w 361950"/>
                <a:gd name="connsiteY2128" fmla="*/ 108490 h 419100"/>
                <a:gd name="connsiteX2129" fmla="*/ 351092 w 361950"/>
                <a:gd name="connsiteY2129" fmla="*/ 107918 h 419100"/>
                <a:gd name="connsiteX2130" fmla="*/ 350711 w 361950"/>
                <a:gd name="connsiteY2130" fmla="*/ 107252 h 419100"/>
                <a:gd name="connsiteX2131" fmla="*/ 350425 w 361950"/>
                <a:gd name="connsiteY2131" fmla="*/ 106299 h 419100"/>
                <a:gd name="connsiteX2132" fmla="*/ 351377 w 361950"/>
                <a:gd name="connsiteY2132" fmla="*/ 106299 h 419100"/>
                <a:gd name="connsiteX2133" fmla="*/ 351949 w 361950"/>
                <a:gd name="connsiteY2133" fmla="*/ 106585 h 419100"/>
                <a:gd name="connsiteX2134" fmla="*/ 352996 w 361950"/>
                <a:gd name="connsiteY2134" fmla="*/ 107823 h 419100"/>
                <a:gd name="connsiteX2135" fmla="*/ 353663 w 361950"/>
                <a:gd name="connsiteY2135" fmla="*/ 108109 h 419100"/>
                <a:gd name="connsiteX2136" fmla="*/ 359664 w 361950"/>
                <a:gd name="connsiteY2136" fmla="*/ 109347 h 419100"/>
                <a:gd name="connsiteX2137" fmla="*/ 361188 w 361950"/>
                <a:gd name="connsiteY2137" fmla="*/ 109347 h 419100"/>
                <a:gd name="connsiteX2138" fmla="*/ 362617 w 361950"/>
                <a:gd name="connsiteY2138" fmla="*/ 108680 h 419100"/>
                <a:gd name="connsiteX2139" fmla="*/ 360902 w 361950"/>
                <a:gd name="connsiteY2139" fmla="*/ 108680 h 419100"/>
                <a:gd name="connsiteX2140" fmla="*/ 360902 w 361950"/>
                <a:gd name="connsiteY2140" fmla="*/ 108109 h 419100"/>
                <a:gd name="connsiteX2141" fmla="*/ 361474 w 361950"/>
                <a:gd name="connsiteY2141" fmla="*/ 108109 h 419100"/>
                <a:gd name="connsiteX2142" fmla="*/ 361474 w 361950"/>
                <a:gd name="connsiteY2142" fmla="*/ 107537 h 419100"/>
                <a:gd name="connsiteX2143" fmla="*/ 360331 w 361950"/>
                <a:gd name="connsiteY2143" fmla="*/ 106966 h 419100"/>
                <a:gd name="connsiteX2144" fmla="*/ 360902 w 361950"/>
                <a:gd name="connsiteY2144" fmla="*/ 106299 h 419100"/>
                <a:gd name="connsiteX2145" fmla="*/ 361474 w 361950"/>
                <a:gd name="connsiteY2145" fmla="*/ 106966 h 419100"/>
                <a:gd name="connsiteX2146" fmla="*/ 363569 w 361950"/>
                <a:gd name="connsiteY2146" fmla="*/ 106299 h 419100"/>
                <a:gd name="connsiteX2147" fmla="*/ 363569 w 361950"/>
                <a:gd name="connsiteY2147" fmla="*/ 105728 h 419100"/>
                <a:gd name="connsiteX2148" fmla="*/ 360807 w 361950"/>
                <a:gd name="connsiteY2148" fmla="*/ 105061 h 419100"/>
                <a:gd name="connsiteX2149" fmla="*/ 361664 w 361950"/>
                <a:gd name="connsiteY2149" fmla="*/ 104775 h 419100"/>
                <a:gd name="connsiteX2150" fmla="*/ 363379 w 361950"/>
                <a:gd name="connsiteY2150" fmla="*/ 105061 h 419100"/>
                <a:gd name="connsiteX2151" fmla="*/ 364617 w 361950"/>
                <a:gd name="connsiteY2151" fmla="*/ 105061 h 419100"/>
                <a:gd name="connsiteX2152" fmla="*/ 364617 w 361950"/>
                <a:gd name="connsiteY2152" fmla="*/ 104489 h 419100"/>
                <a:gd name="connsiteX2153" fmla="*/ 362998 w 361950"/>
                <a:gd name="connsiteY2153" fmla="*/ 103442 h 419100"/>
                <a:gd name="connsiteX2154" fmla="*/ 362236 w 361950"/>
                <a:gd name="connsiteY2154" fmla="*/ 102965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</a:cxnLst>
              <a:rect l="l" t="t" r="r" b="b"/>
              <a:pathLst>
                <a:path w="361950" h="419100">
                  <a:moveTo>
                    <a:pt x="129064" y="404717"/>
                  </a:moveTo>
                  <a:lnTo>
                    <a:pt x="127349" y="405670"/>
                  </a:lnTo>
                  <a:lnTo>
                    <a:pt x="126302" y="404908"/>
                  </a:lnTo>
                  <a:lnTo>
                    <a:pt x="125063" y="404622"/>
                  </a:lnTo>
                  <a:lnTo>
                    <a:pt x="124587" y="403098"/>
                  </a:lnTo>
                  <a:lnTo>
                    <a:pt x="123825" y="402908"/>
                  </a:lnTo>
                  <a:lnTo>
                    <a:pt x="122396" y="402908"/>
                  </a:lnTo>
                  <a:lnTo>
                    <a:pt x="121349" y="403574"/>
                  </a:lnTo>
                  <a:lnTo>
                    <a:pt x="121825" y="405289"/>
                  </a:lnTo>
                  <a:lnTo>
                    <a:pt x="121539" y="405289"/>
                  </a:lnTo>
                  <a:lnTo>
                    <a:pt x="121634" y="406908"/>
                  </a:lnTo>
                  <a:lnTo>
                    <a:pt x="118872" y="409480"/>
                  </a:lnTo>
                  <a:lnTo>
                    <a:pt x="118682" y="410432"/>
                  </a:lnTo>
                  <a:lnTo>
                    <a:pt x="119158" y="410813"/>
                  </a:lnTo>
                  <a:lnTo>
                    <a:pt x="119920" y="410432"/>
                  </a:lnTo>
                  <a:lnTo>
                    <a:pt x="120587" y="410242"/>
                  </a:lnTo>
                  <a:lnTo>
                    <a:pt x="121539" y="410432"/>
                  </a:lnTo>
                  <a:lnTo>
                    <a:pt x="122396" y="410813"/>
                  </a:lnTo>
                  <a:lnTo>
                    <a:pt x="122968" y="411289"/>
                  </a:lnTo>
                  <a:lnTo>
                    <a:pt x="120968" y="416243"/>
                  </a:lnTo>
                  <a:lnTo>
                    <a:pt x="118491" y="418529"/>
                  </a:lnTo>
                  <a:lnTo>
                    <a:pt x="117062" y="420434"/>
                  </a:lnTo>
                  <a:lnTo>
                    <a:pt x="121349" y="420529"/>
                  </a:lnTo>
                  <a:lnTo>
                    <a:pt x="125921" y="419671"/>
                  </a:lnTo>
                  <a:lnTo>
                    <a:pt x="125349" y="417957"/>
                  </a:lnTo>
                  <a:lnTo>
                    <a:pt x="124682" y="417386"/>
                  </a:lnTo>
                  <a:lnTo>
                    <a:pt x="124873" y="415671"/>
                  </a:lnTo>
                  <a:lnTo>
                    <a:pt x="125159" y="414052"/>
                  </a:lnTo>
                  <a:lnTo>
                    <a:pt x="126111" y="412909"/>
                  </a:lnTo>
                  <a:lnTo>
                    <a:pt x="127063" y="412528"/>
                  </a:lnTo>
                  <a:lnTo>
                    <a:pt x="128873" y="413099"/>
                  </a:lnTo>
                  <a:lnTo>
                    <a:pt x="129921" y="412718"/>
                  </a:lnTo>
                  <a:lnTo>
                    <a:pt x="129635" y="410432"/>
                  </a:lnTo>
                  <a:lnTo>
                    <a:pt x="130207" y="408622"/>
                  </a:lnTo>
                  <a:lnTo>
                    <a:pt x="131159" y="407765"/>
                  </a:lnTo>
                  <a:lnTo>
                    <a:pt x="132779" y="408146"/>
                  </a:lnTo>
                  <a:lnTo>
                    <a:pt x="133636" y="406051"/>
                  </a:lnTo>
                  <a:lnTo>
                    <a:pt x="131826" y="405194"/>
                  </a:lnTo>
                  <a:lnTo>
                    <a:pt x="129064" y="404717"/>
                  </a:lnTo>
                  <a:close/>
                  <a:moveTo>
                    <a:pt x="186023" y="336613"/>
                  </a:moveTo>
                  <a:lnTo>
                    <a:pt x="184595" y="336899"/>
                  </a:lnTo>
                  <a:lnTo>
                    <a:pt x="182594" y="336518"/>
                  </a:lnTo>
                  <a:lnTo>
                    <a:pt x="180499" y="335756"/>
                  </a:lnTo>
                  <a:lnTo>
                    <a:pt x="178975" y="334804"/>
                  </a:lnTo>
                  <a:lnTo>
                    <a:pt x="178689" y="336328"/>
                  </a:lnTo>
                  <a:lnTo>
                    <a:pt x="177546" y="338614"/>
                  </a:lnTo>
                  <a:lnTo>
                    <a:pt x="177260" y="339852"/>
                  </a:lnTo>
                  <a:lnTo>
                    <a:pt x="177451" y="341090"/>
                  </a:lnTo>
                  <a:lnTo>
                    <a:pt x="178022" y="341186"/>
                  </a:lnTo>
                  <a:lnTo>
                    <a:pt x="179927" y="340138"/>
                  </a:lnTo>
                  <a:lnTo>
                    <a:pt x="179642" y="341376"/>
                  </a:lnTo>
                  <a:lnTo>
                    <a:pt x="178879" y="341852"/>
                  </a:lnTo>
                  <a:lnTo>
                    <a:pt x="177927" y="342043"/>
                  </a:lnTo>
                  <a:lnTo>
                    <a:pt x="177165" y="342519"/>
                  </a:lnTo>
                  <a:lnTo>
                    <a:pt x="176975" y="343186"/>
                  </a:lnTo>
                  <a:lnTo>
                    <a:pt x="177260" y="343853"/>
                  </a:lnTo>
                  <a:lnTo>
                    <a:pt x="177832" y="344519"/>
                  </a:lnTo>
                  <a:lnTo>
                    <a:pt x="178689" y="345091"/>
                  </a:lnTo>
                  <a:lnTo>
                    <a:pt x="180404" y="345758"/>
                  </a:lnTo>
                  <a:lnTo>
                    <a:pt x="182213" y="345853"/>
                  </a:lnTo>
                  <a:lnTo>
                    <a:pt x="183642" y="345186"/>
                  </a:lnTo>
                  <a:lnTo>
                    <a:pt x="184213" y="343471"/>
                  </a:lnTo>
                  <a:lnTo>
                    <a:pt x="184499" y="342138"/>
                  </a:lnTo>
                  <a:lnTo>
                    <a:pt x="185071" y="341567"/>
                  </a:lnTo>
                  <a:lnTo>
                    <a:pt x="185833" y="341090"/>
                  </a:lnTo>
                  <a:lnTo>
                    <a:pt x="186500" y="340138"/>
                  </a:lnTo>
                  <a:lnTo>
                    <a:pt x="186500" y="339376"/>
                  </a:lnTo>
                  <a:lnTo>
                    <a:pt x="185928" y="337661"/>
                  </a:lnTo>
                  <a:lnTo>
                    <a:pt x="186023" y="336613"/>
                  </a:lnTo>
                  <a:close/>
                  <a:moveTo>
                    <a:pt x="295561" y="277559"/>
                  </a:moveTo>
                  <a:lnTo>
                    <a:pt x="294989" y="277559"/>
                  </a:lnTo>
                  <a:lnTo>
                    <a:pt x="294227" y="277749"/>
                  </a:lnTo>
                  <a:lnTo>
                    <a:pt x="293370" y="277654"/>
                  </a:lnTo>
                  <a:lnTo>
                    <a:pt x="292513" y="277178"/>
                  </a:lnTo>
                  <a:lnTo>
                    <a:pt x="291751" y="276511"/>
                  </a:lnTo>
                  <a:lnTo>
                    <a:pt x="291275" y="275558"/>
                  </a:lnTo>
                  <a:lnTo>
                    <a:pt x="290894" y="274701"/>
                  </a:lnTo>
                  <a:lnTo>
                    <a:pt x="290513" y="274415"/>
                  </a:lnTo>
                  <a:lnTo>
                    <a:pt x="290132" y="274415"/>
                  </a:lnTo>
                  <a:lnTo>
                    <a:pt x="289655" y="273939"/>
                  </a:lnTo>
                  <a:lnTo>
                    <a:pt x="289179" y="273749"/>
                  </a:lnTo>
                  <a:lnTo>
                    <a:pt x="288227" y="274701"/>
                  </a:lnTo>
                  <a:lnTo>
                    <a:pt x="287941" y="274892"/>
                  </a:lnTo>
                  <a:lnTo>
                    <a:pt x="287274" y="275082"/>
                  </a:lnTo>
                  <a:lnTo>
                    <a:pt x="287084" y="275654"/>
                  </a:lnTo>
                  <a:lnTo>
                    <a:pt x="287464" y="276987"/>
                  </a:lnTo>
                  <a:lnTo>
                    <a:pt x="288417" y="277939"/>
                  </a:lnTo>
                  <a:lnTo>
                    <a:pt x="290608" y="278511"/>
                  </a:lnTo>
                  <a:lnTo>
                    <a:pt x="290894" y="278130"/>
                  </a:lnTo>
                  <a:lnTo>
                    <a:pt x="291751" y="277844"/>
                  </a:lnTo>
                  <a:lnTo>
                    <a:pt x="292513" y="278321"/>
                  </a:lnTo>
                  <a:lnTo>
                    <a:pt x="292513" y="278987"/>
                  </a:lnTo>
                  <a:lnTo>
                    <a:pt x="292322" y="279749"/>
                  </a:lnTo>
                  <a:lnTo>
                    <a:pt x="292799" y="280702"/>
                  </a:lnTo>
                  <a:lnTo>
                    <a:pt x="293751" y="281273"/>
                  </a:lnTo>
                  <a:lnTo>
                    <a:pt x="294799" y="281273"/>
                  </a:lnTo>
                  <a:lnTo>
                    <a:pt x="295275" y="280607"/>
                  </a:lnTo>
                  <a:lnTo>
                    <a:pt x="295275" y="279463"/>
                  </a:lnTo>
                  <a:lnTo>
                    <a:pt x="295656" y="278606"/>
                  </a:lnTo>
                  <a:lnTo>
                    <a:pt x="296418" y="278321"/>
                  </a:lnTo>
                  <a:lnTo>
                    <a:pt x="296799" y="277749"/>
                  </a:lnTo>
                  <a:lnTo>
                    <a:pt x="296323" y="277463"/>
                  </a:lnTo>
                  <a:lnTo>
                    <a:pt x="295561" y="277559"/>
                  </a:lnTo>
                  <a:close/>
                  <a:moveTo>
                    <a:pt x="278987" y="250603"/>
                  </a:moveTo>
                  <a:lnTo>
                    <a:pt x="279463" y="248126"/>
                  </a:lnTo>
                  <a:lnTo>
                    <a:pt x="279654" y="247364"/>
                  </a:lnTo>
                  <a:lnTo>
                    <a:pt x="279178" y="246602"/>
                  </a:lnTo>
                  <a:lnTo>
                    <a:pt x="279178" y="246126"/>
                  </a:lnTo>
                  <a:lnTo>
                    <a:pt x="278892" y="245554"/>
                  </a:lnTo>
                  <a:lnTo>
                    <a:pt x="277939" y="245745"/>
                  </a:lnTo>
                  <a:lnTo>
                    <a:pt x="277082" y="246602"/>
                  </a:lnTo>
                  <a:lnTo>
                    <a:pt x="276796" y="246983"/>
                  </a:lnTo>
                  <a:lnTo>
                    <a:pt x="276130" y="247745"/>
                  </a:lnTo>
                  <a:lnTo>
                    <a:pt x="275939" y="247936"/>
                  </a:lnTo>
                  <a:lnTo>
                    <a:pt x="275749" y="248221"/>
                  </a:lnTo>
                  <a:lnTo>
                    <a:pt x="275654" y="248698"/>
                  </a:lnTo>
                  <a:lnTo>
                    <a:pt x="273844" y="253555"/>
                  </a:lnTo>
                  <a:lnTo>
                    <a:pt x="273844" y="255270"/>
                  </a:lnTo>
                  <a:lnTo>
                    <a:pt x="274130" y="256032"/>
                  </a:lnTo>
                  <a:lnTo>
                    <a:pt x="274320" y="256985"/>
                  </a:lnTo>
                  <a:lnTo>
                    <a:pt x="274987" y="258794"/>
                  </a:lnTo>
                  <a:lnTo>
                    <a:pt x="275463" y="258794"/>
                  </a:lnTo>
                  <a:lnTo>
                    <a:pt x="276320" y="258223"/>
                  </a:lnTo>
                  <a:lnTo>
                    <a:pt x="277273" y="257842"/>
                  </a:lnTo>
                  <a:lnTo>
                    <a:pt x="278035" y="257461"/>
                  </a:lnTo>
                  <a:lnTo>
                    <a:pt x="278035" y="256413"/>
                  </a:lnTo>
                  <a:lnTo>
                    <a:pt x="277654" y="254889"/>
                  </a:lnTo>
                  <a:lnTo>
                    <a:pt x="277939" y="252889"/>
                  </a:lnTo>
                  <a:lnTo>
                    <a:pt x="278987" y="250603"/>
                  </a:lnTo>
                  <a:close/>
                  <a:moveTo>
                    <a:pt x="317849" y="245650"/>
                  </a:moveTo>
                  <a:lnTo>
                    <a:pt x="316802" y="244983"/>
                  </a:lnTo>
                  <a:lnTo>
                    <a:pt x="318040" y="244030"/>
                  </a:lnTo>
                  <a:lnTo>
                    <a:pt x="317278" y="243078"/>
                  </a:lnTo>
                  <a:lnTo>
                    <a:pt x="316516" y="242411"/>
                  </a:lnTo>
                  <a:lnTo>
                    <a:pt x="315754" y="242221"/>
                  </a:lnTo>
                  <a:lnTo>
                    <a:pt x="314801" y="242792"/>
                  </a:lnTo>
                  <a:lnTo>
                    <a:pt x="313849" y="241649"/>
                  </a:lnTo>
                  <a:lnTo>
                    <a:pt x="313468" y="240030"/>
                  </a:lnTo>
                  <a:lnTo>
                    <a:pt x="313563" y="238601"/>
                  </a:lnTo>
                  <a:lnTo>
                    <a:pt x="313944" y="237935"/>
                  </a:lnTo>
                  <a:lnTo>
                    <a:pt x="312515" y="237935"/>
                  </a:lnTo>
                  <a:lnTo>
                    <a:pt x="311468" y="238506"/>
                  </a:lnTo>
                  <a:lnTo>
                    <a:pt x="311087" y="238887"/>
                  </a:lnTo>
                  <a:lnTo>
                    <a:pt x="309848" y="239173"/>
                  </a:lnTo>
                  <a:lnTo>
                    <a:pt x="308515" y="240506"/>
                  </a:lnTo>
                  <a:lnTo>
                    <a:pt x="307277" y="242126"/>
                  </a:lnTo>
                  <a:lnTo>
                    <a:pt x="306800" y="243745"/>
                  </a:lnTo>
                  <a:lnTo>
                    <a:pt x="307562" y="245269"/>
                  </a:lnTo>
                  <a:lnTo>
                    <a:pt x="308134" y="244507"/>
                  </a:lnTo>
                  <a:lnTo>
                    <a:pt x="308896" y="244030"/>
                  </a:lnTo>
                  <a:lnTo>
                    <a:pt x="309563" y="244030"/>
                  </a:lnTo>
                  <a:lnTo>
                    <a:pt x="309848" y="244888"/>
                  </a:lnTo>
                  <a:lnTo>
                    <a:pt x="308801" y="248031"/>
                  </a:lnTo>
                  <a:lnTo>
                    <a:pt x="308705" y="248793"/>
                  </a:lnTo>
                  <a:lnTo>
                    <a:pt x="309563" y="249746"/>
                  </a:lnTo>
                  <a:lnTo>
                    <a:pt x="312134" y="249269"/>
                  </a:lnTo>
                  <a:lnTo>
                    <a:pt x="313658" y="250031"/>
                  </a:lnTo>
                  <a:lnTo>
                    <a:pt x="312706" y="251460"/>
                  </a:lnTo>
                  <a:lnTo>
                    <a:pt x="311277" y="251746"/>
                  </a:lnTo>
                  <a:lnTo>
                    <a:pt x="307086" y="251174"/>
                  </a:lnTo>
                  <a:lnTo>
                    <a:pt x="306324" y="251365"/>
                  </a:lnTo>
                  <a:lnTo>
                    <a:pt x="305657" y="251936"/>
                  </a:lnTo>
                  <a:lnTo>
                    <a:pt x="304895" y="253079"/>
                  </a:lnTo>
                  <a:lnTo>
                    <a:pt x="305657" y="253555"/>
                  </a:lnTo>
                  <a:lnTo>
                    <a:pt x="306514" y="253746"/>
                  </a:lnTo>
                  <a:lnTo>
                    <a:pt x="307372" y="253555"/>
                  </a:lnTo>
                  <a:lnTo>
                    <a:pt x="308134" y="253079"/>
                  </a:lnTo>
                  <a:lnTo>
                    <a:pt x="308229" y="253175"/>
                  </a:lnTo>
                  <a:lnTo>
                    <a:pt x="308324" y="253746"/>
                  </a:lnTo>
                  <a:lnTo>
                    <a:pt x="308324" y="254318"/>
                  </a:lnTo>
                  <a:lnTo>
                    <a:pt x="308324" y="254699"/>
                  </a:lnTo>
                  <a:lnTo>
                    <a:pt x="308134" y="255079"/>
                  </a:lnTo>
                  <a:lnTo>
                    <a:pt x="307467" y="255556"/>
                  </a:lnTo>
                  <a:lnTo>
                    <a:pt x="307181" y="255842"/>
                  </a:lnTo>
                  <a:lnTo>
                    <a:pt x="306800" y="257556"/>
                  </a:lnTo>
                  <a:lnTo>
                    <a:pt x="307658" y="258794"/>
                  </a:lnTo>
                  <a:lnTo>
                    <a:pt x="309086" y="259652"/>
                  </a:lnTo>
                  <a:lnTo>
                    <a:pt x="310515" y="260223"/>
                  </a:lnTo>
                  <a:lnTo>
                    <a:pt x="311944" y="260509"/>
                  </a:lnTo>
                  <a:lnTo>
                    <a:pt x="312134" y="260033"/>
                  </a:lnTo>
                  <a:lnTo>
                    <a:pt x="311944" y="259080"/>
                  </a:lnTo>
                  <a:lnTo>
                    <a:pt x="311944" y="258032"/>
                  </a:lnTo>
                  <a:lnTo>
                    <a:pt x="313087" y="256508"/>
                  </a:lnTo>
                  <a:lnTo>
                    <a:pt x="314896" y="255365"/>
                  </a:lnTo>
                  <a:lnTo>
                    <a:pt x="316992" y="254984"/>
                  </a:lnTo>
                  <a:lnTo>
                    <a:pt x="318992" y="255556"/>
                  </a:lnTo>
                  <a:lnTo>
                    <a:pt x="318421" y="253937"/>
                  </a:lnTo>
                  <a:lnTo>
                    <a:pt x="315754" y="252508"/>
                  </a:lnTo>
                  <a:lnTo>
                    <a:pt x="315182" y="250793"/>
                  </a:lnTo>
                  <a:lnTo>
                    <a:pt x="315659" y="249269"/>
                  </a:lnTo>
                  <a:lnTo>
                    <a:pt x="316802" y="248126"/>
                  </a:lnTo>
                  <a:lnTo>
                    <a:pt x="318040" y="247841"/>
                  </a:lnTo>
                  <a:lnTo>
                    <a:pt x="318992" y="248984"/>
                  </a:lnTo>
                  <a:lnTo>
                    <a:pt x="320230" y="248126"/>
                  </a:lnTo>
                  <a:lnTo>
                    <a:pt x="321183" y="247174"/>
                  </a:lnTo>
                  <a:lnTo>
                    <a:pt x="319659" y="246412"/>
                  </a:lnTo>
                  <a:lnTo>
                    <a:pt x="317849" y="245650"/>
                  </a:lnTo>
                  <a:close/>
                  <a:moveTo>
                    <a:pt x="281083" y="206597"/>
                  </a:moveTo>
                  <a:lnTo>
                    <a:pt x="275939" y="204692"/>
                  </a:lnTo>
                  <a:lnTo>
                    <a:pt x="273272" y="204121"/>
                  </a:lnTo>
                  <a:lnTo>
                    <a:pt x="272129" y="203645"/>
                  </a:lnTo>
                  <a:lnTo>
                    <a:pt x="270986" y="202787"/>
                  </a:lnTo>
                  <a:lnTo>
                    <a:pt x="269177" y="199930"/>
                  </a:lnTo>
                  <a:lnTo>
                    <a:pt x="268224" y="199168"/>
                  </a:lnTo>
                  <a:lnTo>
                    <a:pt x="268891" y="202692"/>
                  </a:lnTo>
                  <a:lnTo>
                    <a:pt x="269653" y="203740"/>
                  </a:lnTo>
                  <a:lnTo>
                    <a:pt x="270510" y="204597"/>
                  </a:lnTo>
                  <a:lnTo>
                    <a:pt x="271272" y="205550"/>
                  </a:lnTo>
                  <a:lnTo>
                    <a:pt x="271558" y="206788"/>
                  </a:lnTo>
                  <a:lnTo>
                    <a:pt x="272129" y="207740"/>
                  </a:lnTo>
                  <a:lnTo>
                    <a:pt x="273368" y="208121"/>
                  </a:lnTo>
                  <a:lnTo>
                    <a:pt x="274701" y="208312"/>
                  </a:lnTo>
                  <a:lnTo>
                    <a:pt x="275654" y="208597"/>
                  </a:lnTo>
                  <a:lnTo>
                    <a:pt x="276416" y="209074"/>
                  </a:lnTo>
                  <a:lnTo>
                    <a:pt x="279083" y="210026"/>
                  </a:lnTo>
                  <a:lnTo>
                    <a:pt x="281083" y="210407"/>
                  </a:lnTo>
                  <a:lnTo>
                    <a:pt x="281845" y="210788"/>
                  </a:lnTo>
                  <a:lnTo>
                    <a:pt x="282607" y="210788"/>
                  </a:lnTo>
                  <a:lnTo>
                    <a:pt x="283750" y="209836"/>
                  </a:lnTo>
                  <a:lnTo>
                    <a:pt x="283464" y="208217"/>
                  </a:lnTo>
                  <a:lnTo>
                    <a:pt x="281083" y="206597"/>
                  </a:lnTo>
                  <a:close/>
                  <a:moveTo>
                    <a:pt x="300514" y="197168"/>
                  </a:moveTo>
                  <a:lnTo>
                    <a:pt x="299371" y="196596"/>
                  </a:lnTo>
                  <a:lnTo>
                    <a:pt x="297371" y="197358"/>
                  </a:lnTo>
                  <a:lnTo>
                    <a:pt x="295656" y="199454"/>
                  </a:lnTo>
                  <a:lnTo>
                    <a:pt x="296513" y="200787"/>
                  </a:lnTo>
                  <a:lnTo>
                    <a:pt x="300895" y="202216"/>
                  </a:lnTo>
                  <a:lnTo>
                    <a:pt x="302324" y="201644"/>
                  </a:lnTo>
                  <a:lnTo>
                    <a:pt x="302705" y="200978"/>
                  </a:lnTo>
                  <a:lnTo>
                    <a:pt x="302324" y="200120"/>
                  </a:lnTo>
                  <a:lnTo>
                    <a:pt x="301371" y="198406"/>
                  </a:lnTo>
                  <a:lnTo>
                    <a:pt x="300514" y="197168"/>
                  </a:lnTo>
                  <a:close/>
                  <a:moveTo>
                    <a:pt x="361569" y="124396"/>
                  </a:moveTo>
                  <a:lnTo>
                    <a:pt x="361283" y="124016"/>
                  </a:lnTo>
                  <a:lnTo>
                    <a:pt x="360902" y="122968"/>
                  </a:lnTo>
                  <a:lnTo>
                    <a:pt x="360426" y="122301"/>
                  </a:lnTo>
                  <a:lnTo>
                    <a:pt x="359950" y="122015"/>
                  </a:lnTo>
                  <a:lnTo>
                    <a:pt x="359759" y="121729"/>
                  </a:lnTo>
                  <a:lnTo>
                    <a:pt x="359378" y="121539"/>
                  </a:lnTo>
                  <a:lnTo>
                    <a:pt x="358902" y="121444"/>
                  </a:lnTo>
                  <a:lnTo>
                    <a:pt x="358235" y="121634"/>
                  </a:lnTo>
                  <a:lnTo>
                    <a:pt x="357378" y="122396"/>
                  </a:lnTo>
                  <a:lnTo>
                    <a:pt x="357092" y="122396"/>
                  </a:lnTo>
                  <a:lnTo>
                    <a:pt x="356902" y="122777"/>
                  </a:lnTo>
                  <a:lnTo>
                    <a:pt x="356807" y="123635"/>
                  </a:lnTo>
                  <a:lnTo>
                    <a:pt x="357473" y="124396"/>
                  </a:lnTo>
                  <a:lnTo>
                    <a:pt x="359569" y="125825"/>
                  </a:lnTo>
                  <a:lnTo>
                    <a:pt x="362236" y="124778"/>
                  </a:lnTo>
                  <a:lnTo>
                    <a:pt x="362141" y="124492"/>
                  </a:lnTo>
                  <a:lnTo>
                    <a:pt x="361569" y="124396"/>
                  </a:lnTo>
                  <a:close/>
                  <a:moveTo>
                    <a:pt x="362236" y="102965"/>
                  </a:moveTo>
                  <a:lnTo>
                    <a:pt x="360902" y="102299"/>
                  </a:lnTo>
                  <a:lnTo>
                    <a:pt x="359093" y="102965"/>
                  </a:lnTo>
                  <a:lnTo>
                    <a:pt x="360521" y="100394"/>
                  </a:lnTo>
                  <a:lnTo>
                    <a:pt x="360426" y="99060"/>
                  </a:lnTo>
                  <a:lnTo>
                    <a:pt x="358997" y="97536"/>
                  </a:lnTo>
                  <a:lnTo>
                    <a:pt x="358616" y="98108"/>
                  </a:lnTo>
                  <a:lnTo>
                    <a:pt x="358521" y="98393"/>
                  </a:lnTo>
                  <a:lnTo>
                    <a:pt x="358426" y="98774"/>
                  </a:lnTo>
                  <a:lnTo>
                    <a:pt x="357950" y="98774"/>
                  </a:lnTo>
                  <a:lnTo>
                    <a:pt x="357950" y="98203"/>
                  </a:lnTo>
                  <a:lnTo>
                    <a:pt x="356807" y="99060"/>
                  </a:lnTo>
                  <a:lnTo>
                    <a:pt x="355759" y="100013"/>
                  </a:lnTo>
                  <a:lnTo>
                    <a:pt x="355092" y="98965"/>
                  </a:lnTo>
                  <a:lnTo>
                    <a:pt x="352901" y="97822"/>
                  </a:lnTo>
                  <a:lnTo>
                    <a:pt x="352425" y="96584"/>
                  </a:lnTo>
                  <a:lnTo>
                    <a:pt x="351854" y="96203"/>
                  </a:lnTo>
                  <a:lnTo>
                    <a:pt x="350520" y="96679"/>
                  </a:lnTo>
                  <a:lnTo>
                    <a:pt x="348139" y="98108"/>
                  </a:lnTo>
                  <a:lnTo>
                    <a:pt x="347948" y="98488"/>
                  </a:lnTo>
                  <a:lnTo>
                    <a:pt x="347853" y="99060"/>
                  </a:lnTo>
                  <a:lnTo>
                    <a:pt x="347567" y="99632"/>
                  </a:lnTo>
                  <a:lnTo>
                    <a:pt x="346805" y="99822"/>
                  </a:lnTo>
                  <a:lnTo>
                    <a:pt x="346043" y="99727"/>
                  </a:lnTo>
                  <a:lnTo>
                    <a:pt x="345662" y="99346"/>
                  </a:lnTo>
                  <a:lnTo>
                    <a:pt x="345472" y="98679"/>
                  </a:lnTo>
                  <a:lnTo>
                    <a:pt x="345472" y="97822"/>
                  </a:lnTo>
                  <a:lnTo>
                    <a:pt x="346805" y="96298"/>
                  </a:lnTo>
                  <a:lnTo>
                    <a:pt x="347186" y="95631"/>
                  </a:lnTo>
                  <a:lnTo>
                    <a:pt x="347186" y="95060"/>
                  </a:lnTo>
                  <a:lnTo>
                    <a:pt x="346996" y="94297"/>
                  </a:lnTo>
                  <a:lnTo>
                    <a:pt x="346901" y="93440"/>
                  </a:lnTo>
                  <a:lnTo>
                    <a:pt x="347186" y="92488"/>
                  </a:lnTo>
                  <a:lnTo>
                    <a:pt x="348520" y="93821"/>
                  </a:lnTo>
                  <a:lnTo>
                    <a:pt x="348996" y="94869"/>
                  </a:lnTo>
                  <a:lnTo>
                    <a:pt x="349472" y="95060"/>
                  </a:lnTo>
                  <a:lnTo>
                    <a:pt x="350901" y="93726"/>
                  </a:lnTo>
                  <a:lnTo>
                    <a:pt x="350901" y="93154"/>
                  </a:lnTo>
                  <a:lnTo>
                    <a:pt x="350234" y="92869"/>
                  </a:lnTo>
                  <a:lnTo>
                    <a:pt x="349853" y="92488"/>
                  </a:lnTo>
                  <a:lnTo>
                    <a:pt x="349568" y="92012"/>
                  </a:lnTo>
                  <a:lnTo>
                    <a:pt x="349282" y="91345"/>
                  </a:lnTo>
                  <a:lnTo>
                    <a:pt x="350425" y="91535"/>
                  </a:lnTo>
                  <a:lnTo>
                    <a:pt x="351282" y="92012"/>
                  </a:lnTo>
                  <a:lnTo>
                    <a:pt x="352139" y="92297"/>
                  </a:lnTo>
                  <a:lnTo>
                    <a:pt x="353187" y="91916"/>
                  </a:lnTo>
                  <a:lnTo>
                    <a:pt x="352806" y="91535"/>
                  </a:lnTo>
                  <a:lnTo>
                    <a:pt x="352711" y="91250"/>
                  </a:lnTo>
                  <a:lnTo>
                    <a:pt x="352711" y="90869"/>
                  </a:lnTo>
                  <a:lnTo>
                    <a:pt x="352616" y="90107"/>
                  </a:lnTo>
                  <a:lnTo>
                    <a:pt x="353568" y="90773"/>
                  </a:lnTo>
                  <a:lnTo>
                    <a:pt x="353949" y="91250"/>
                  </a:lnTo>
                  <a:lnTo>
                    <a:pt x="354330" y="91916"/>
                  </a:lnTo>
                  <a:lnTo>
                    <a:pt x="354806" y="91440"/>
                  </a:lnTo>
                  <a:lnTo>
                    <a:pt x="356426" y="90678"/>
                  </a:lnTo>
                  <a:lnTo>
                    <a:pt x="356235" y="91916"/>
                  </a:lnTo>
                  <a:lnTo>
                    <a:pt x="355949" y="92202"/>
                  </a:lnTo>
                  <a:lnTo>
                    <a:pt x="355378" y="92488"/>
                  </a:lnTo>
                  <a:lnTo>
                    <a:pt x="355949" y="93154"/>
                  </a:lnTo>
                  <a:lnTo>
                    <a:pt x="356235" y="92774"/>
                  </a:lnTo>
                  <a:lnTo>
                    <a:pt x="356235" y="92678"/>
                  </a:lnTo>
                  <a:lnTo>
                    <a:pt x="356330" y="92774"/>
                  </a:lnTo>
                  <a:lnTo>
                    <a:pt x="356997" y="93059"/>
                  </a:lnTo>
                  <a:lnTo>
                    <a:pt x="356045" y="93536"/>
                  </a:lnTo>
                  <a:lnTo>
                    <a:pt x="355092" y="94297"/>
                  </a:lnTo>
                  <a:lnTo>
                    <a:pt x="354521" y="95345"/>
                  </a:lnTo>
                  <a:lnTo>
                    <a:pt x="354806" y="96679"/>
                  </a:lnTo>
                  <a:lnTo>
                    <a:pt x="355663" y="97346"/>
                  </a:lnTo>
                  <a:lnTo>
                    <a:pt x="356807" y="97250"/>
                  </a:lnTo>
                  <a:lnTo>
                    <a:pt x="358045" y="96869"/>
                  </a:lnTo>
                  <a:lnTo>
                    <a:pt x="359188" y="96679"/>
                  </a:lnTo>
                  <a:lnTo>
                    <a:pt x="361474" y="97822"/>
                  </a:lnTo>
                  <a:lnTo>
                    <a:pt x="363950" y="102489"/>
                  </a:lnTo>
                  <a:lnTo>
                    <a:pt x="365760" y="103442"/>
                  </a:lnTo>
                  <a:lnTo>
                    <a:pt x="365093" y="101251"/>
                  </a:lnTo>
                  <a:lnTo>
                    <a:pt x="364998" y="100489"/>
                  </a:lnTo>
                  <a:lnTo>
                    <a:pt x="364808" y="100298"/>
                  </a:lnTo>
                  <a:lnTo>
                    <a:pt x="364522" y="95250"/>
                  </a:lnTo>
                  <a:lnTo>
                    <a:pt x="363950" y="92488"/>
                  </a:lnTo>
                  <a:lnTo>
                    <a:pt x="363474" y="91154"/>
                  </a:lnTo>
                  <a:lnTo>
                    <a:pt x="362617" y="89535"/>
                  </a:lnTo>
                  <a:lnTo>
                    <a:pt x="360236" y="86106"/>
                  </a:lnTo>
                  <a:lnTo>
                    <a:pt x="359664" y="85439"/>
                  </a:lnTo>
                  <a:lnTo>
                    <a:pt x="359093" y="85058"/>
                  </a:lnTo>
                  <a:lnTo>
                    <a:pt x="358521" y="84963"/>
                  </a:lnTo>
                  <a:lnTo>
                    <a:pt x="358045" y="84963"/>
                  </a:lnTo>
                  <a:lnTo>
                    <a:pt x="356140" y="85344"/>
                  </a:lnTo>
                  <a:lnTo>
                    <a:pt x="355473" y="85154"/>
                  </a:lnTo>
                  <a:lnTo>
                    <a:pt x="354711" y="84772"/>
                  </a:lnTo>
                  <a:lnTo>
                    <a:pt x="352901" y="83058"/>
                  </a:lnTo>
                  <a:lnTo>
                    <a:pt x="352235" y="82582"/>
                  </a:lnTo>
                  <a:lnTo>
                    <a:pt x="351472" y="82296"/>
                  </a:lnTo>
                  <a:lnTo>
                    <a:pt x="350330" y="82010"/>
                  </a:lnTo>
                  <a:lnTo>
                    <a:pt x="348520" y="81915"/>
                  </a:lnTo>
                  <a:lnTo>
                    <a:pt x="343376" y="83153"/>
                  </a:lnTo>
                  <a:lnTo>
                    <a:pt x="341757" y="84011"/>
                  </a:lnTo>
                  <a:lnTo>
                    <a:pt x="340614" y="84677"/>
                  </a:lnTo>
                  <a:lnTo>
                    <a:pt x="337376" y="87725"/>
                  </a:lnTo>
                  <a:lnTo>
                    <a:pt x="336613" y="88202"/>
                  </a:lnTo>
                  <a:lnTo>
                    <a:pt x="336137" y="88392"/>
                  </a:lnTo>
                  <a:lnTo>
                    <a:pt x="335471" y="88487"/>
                  </a:lnTo>
                  <a:lnTo>
                    <a:pt x="334518" y="88583"/>
                  </a:lnTo>
                  <a:lnTo>
                    <a:pt x="333851" y="88487"/>
                  </a:lnTo>
                  <a:lnTo>
                    <a:pt x="333280" y="88297"/>
                  </a:lnTo>
                  <a:lnTo>
                    <a:pt x="331375" y="86963"/>
                  </a:lnTo>
                  <a:lnTo>
                    <a:pt x="330708" y="86773"/>
                  </a:lnTo>
                  <a:lnTo>
                    <a:pt x="330137" y="86773"/>
                  </a:lnTo>
                  <a:lnTo>
                    <a:pt x="329755" y="86963"/>
                  </a:lnTo>
                  <a:lnTo>
                    <a:pt x="327851" y="88011"/>
                  </a:lnTo>
                  <a:lnTo>
                    <a:pt x="327279" y="88678"/>
                  </a:lnTo>
                  <a:lnTo>
                    <a:pt x="327088" y="89059"/>
                  </a:lnTo>
                  <a:lnTo>
                    <a:pt x="326803" y="89440"/>
                  </a:lnTo>
                  <a:lnTo>
                    <a:pt x="326422" y="89726"/>
                  </a:lnTo>
                  <a:lnTo>
                    <a:pt x="325946" y="89916"/>
                  </a:lnTo>
                  <a:lnTo>
                    <a:pt x="323183" y="89916"/>
                  </a:lnTo>
                  <a:lnTo>
                    <a:pt x="322707" y="90011"/>
                  </a:lnTo>
                  <a:lnTo>
                    <a:pt x="321659" y="90392"/>
                  </a:lnTo>
                  <a:lnTo>
                    <a:pt x="320802" y="90583"/>
                  </a:lnTo>
                  <a:lnTo>
                    <a:pt x="320135" y="90392"/>
                  </a:lnTo>
                  <a:lnTo>
                    <a:pt x="319373" y="90011"/>
                  </a:lnTo>
                  <a:lnTo>
                    <a:pt x="318802" y="89916"/>
                  </a:lnTo>
                  <a:lnTo>
                    <a:pt x="318326" y="90011"/>
                  </a:lnTo>
                  <a:lnTo>
                    <a:pt x="317945" y="90202"/>
                  </a:lnTo>
                  <a:lnTo>
                    <a:pt x="317659" y="90488"/>
                  </a:lnTo>
                  <a:lnTo>
                    <a:pt x="316992" y="90773"/>
                  </a:lnTo>
                  <a:lnTo>
                    <a:pt x="316039" y="90964"/>
                  </a:lnTo>
                  <a:lnTo>
                    <a:pt x="314039" y="90964"/>
                  </a:lnTo>
                  <a:lnTo>
                    <a:pt x="313182" y="90773"/>
                  </a:lnTo>
                  <a:lnTo>
                    <a:pt x="312706" y="90392"/>
                  </a:lnTo>
                  <a:lnTo>
                    <a:pt x="312515" y="89916"/>
                  </a:lnTo>
                  <a:lnTo>
                    <a:pt x="312420" y="89440"/>
                  </a:lnTo>
                  <a:lnTo>
                    <a:pt x="312420" y="88868"/>
                  </a:lnTo>
                  <a:lnTo>
                    <a:pt x="312325" y="88392"/>
                  </a:lnTo>
                  <a:lnTo>
                    <a:pt x="312230" y="87916"/>
                  </a:lnTo>
                  <a:lnTo>
                    <a:pt x="312039" y="87535"/>
                  </a:lnTo>
                  <a:lnTo>
                    <a:pt x="311182" y="86487"/>
                  </a:lnTo>
                  <a:lnTo>
                    <a:pt x="310610" y="85630"/>
                  </a:lnTo>
                  <a:lnTo>
                    <a:pt x="310229" y="85154"/>
                  </a:lnTo>
                  <a:lnTo>
                    <a:pt x="308134" y="83344"/>
                  </a:lnTo>
                  <a:lnTo>
                    <a:pt x="307086" y="82201"/>
                  </a:lnTo>
                  <a:lnTo>
                    <a:pt x="306705" y="81344"/>
                  </a:lnTo>
                  <a:lnTo>
                    <a:pt x="306610" y="80867"/>
                  </a:lnTo>
                  <a:lnTo>
                    <a:pt x="306610" y="80391"/>
                  </a:lnTo>
                  <a:lnTo>
                    <a:pt x="306991" y="76867"/>
                  </a:lnTo>
                  <a:lnTo>
                    <a:pt x="306991" y="75819"/>
                  </a:lnTo>
                  <a:lnTo>
                    <a:pt x="306800" y="74390"/>
                  </a:lnTo>
                  <a:lnTo>
                    <a:pt x="306610" y="73343"/>
                  </a:lnTo>
                  <a:lnTo>
                    <a:pt x="306324" y="72771"/>
                  </a:lnTo>
                  <a:lnTo>
                    <a:pt x="305848" y="72104"/>
                  </a:lnTo>
                  <a:lnTo>
                    <a:pt x="304800" y="71057"/>
                  </a:lnTo>
                  <a:lnTo>
                    <a:pt x="304324" y="70390"/>
                  </a:lnTo>
                  <a:lnTo>
                    <a:pt x="304038" y="69818"/>
                  </a:lnTo>
                  <a:lnTo>
                    <a:pt x="304038" y="69247"/>
                  </a:lnTo>
                  <a:lnTo>
                    <a:pt x="304133" y="68009"/>
                  </a:lnTo>
                  <a:lnTo>
                    <a:pt x="304038" y="67342"/>
                  </a:lnTo>
                  <a:lnTo>
                    <a:pt x="303562" y="66580"/>
                  </a:lnTo>
                  <a:lnTo>
                    <a:pt x="302895" y="66199"/>
                  </a:lnTo>
                  <a:lnTo>
                    <a:pt x="301943" y="65913"/>
                  </a:lnTo>
                  <a:lnTo>
                    <a:pt x="301371" y="65627"/>
                  </a:lnTo>
                  <a:lnTo>
                    <a:pt x="300990" y="65342"/>
                  </a:lnTo>
                  <a:lnTo>
                    <a:pt x="300800" y="64961"/>
                  </a:lnTo>
                  <a:lnTo>
                    <a:pt x="300704" y="64484"/>
                  </a:lnTo>
                  <a:lnTo>
                    <a:pt x="300704" y="63913"/>
                  </a:lnTo>
                  <a:lnTo>
                    <a:pt x="300800" y="63341"/>
                  </a:lnTo>
                  <a:lnTo>
                    <a:pt x="300990" y="62865"/>
                  </a:lnTo>
                  <a:lnTo>
                    <a:pt x="301466" y="62008"/>
                  </a:lnTo>
                  <a:lnTo>
                    <a:pt x="301657" y="61532"/>
                  </a:lnTo>
                  <a:lnTo>
                    <a:pt x="301752" y="61055"/>
                  </a:lnTo>
                  <a:lnTo>
                    <a:pt x="301657" y="60008"/>
                  </a:lnTo>
                  <a:lnTo>
                    <a:pt x="301085" y="59436"/>
                  </a:lnTo>
                  <a:lnTo>
                    <a:pt x="300704" y="59246"/>
                  </a:lnTo>
                  <a:lnTo>
                    <a:pt x="300133" y="59150"/>
                  </a:lnTo>
                  <a:lnTo>
                    <a:pt x="299085" y="59055"/>
                  </a:lnTo>
                  <a:lnTo>
                    <a:pt x="296989" y="58579"/>
                  </a:lnTo>
                  <a:lnTo>
                    <a:pt x="296513" y="58579"/>
                  </a:lnTo>
                  <a:lnTo>
                    <a:pt x="296037" y="58674"/>
                  </a:lnTo>
                  <a:lnTo>
                    <a:pt x="295275" y="59246"/>
                  </a:lnTo>
                  <a:lnTo>
                    <a:pt x="294322" y="60198"/>
                  </a:lnTo>
                  <a:lnTo>
                    <a:pt x="292799" y="62103"/>
                  </a:lnTo>
                  <a:lnTo>
                    <a:pt x="292227" y="63151"/>
                  </a:lnTo>
                  <a:lnTo>
                    <a:pt x="291941" y="64008"/>
                  </a:lnTo>
                  <a:lnTo>
                    <a:pt x="291941" y="64961"/>
                  </a:lnTo>
                  <a:lnTo>
                    <a:pt x="291846" y="65342"/>
                  </a:lnTo>
                  <a:lnTo>
                    <a:pt x="291560" y="66008"/>
                  </a:lnTo>
                  <a:lnTo>
                    <a:pt x="290322" y="68009"/>
                  </a:lnTo>
                  <a:lnTo>
                    <a:pt x="290132" y="68485"/>
                  </a:lnTo>
                  <a:lnTo>
                    <a:pt x="289846" y="70676"/>
                  </a:lnTo>
                  <a:lnTo>
                    <a:pt x="289655" y="71152"/>
                  </a:lnTo>
                  <a:lnTo>
                    <a:pt x="289179" y="72009"/>
                  </a:lnTo>
                  <a:lnTo>
                    <a:pt x="288608" y="72485"/>
                  </a:lnTo>
                  <a:lnTo>
                    <a:pt x="287750" y="73057"/>
                  </a:lnTo>
                  <a:lnTo>
                    <a:pt x="285179" y="74104"/>
                  </a:lnTo>
                  <a:lnTo>
                    <a:pt x="284797" y="74200"/>
                  </a:lnTo>
                  <a:lnTo>
                    <a:pt x="284417" y="73628"/>
                  </a:lnTo>
                  <a:lnTo>
                    <a:pt x="284036" y="73343"/>
                  </a:lnTo>
                  <a:lnTo>
                    <a:pt x="283559" y="73152"/>
                  </a:lnTo>
                  <a:lnTo>
                    <a:pt x="283083" y="73152"/>
                  </a:lnTo>
                  <a:lnTo>
                    <a:pt x="282416" y="73343"/>
                  </a:lnTo>
                  <a:lnTo>
                    <a:pt x="281654" y="73724"/>
                  </a:lnTo>
                  <a:lnTo>
                    <a:pt x="280321" y="74486"/>
                  </a:lnTo>
                  <a:lnTo>
                    <a:pt x="279654" y="75057"/>
                  </a:lnTo>
                  <a:lnTo>
                    <a:pt x="279178" y="75819"/>
                  </a:lnTo>
                  <a:lnTo>
                    <a:pt x="278797" y="76867"/>
                  </a:lnTo>
                  <a:lnTo>
                    <a:pt x="278416" y="77343"/>
                  </a:lnTo>
                  <a:lnTo>
                    <a:pt x="277749" y="77724"/>
                  </a:lnTo>
                  <a:lnTo>
                    <a:pt x="274987" y="78486"/>
                  </a:lnTo>
                  <a:lnTo>
                    <a:pt x="274511" y="78772"/>
                  </a:lnTo>
                  <a:lnTo>
                    <a:pt x="274130" y="79248"/>
                  </a:lnTo>
                  <a:lnTo>
                    <a:pt x="273749" y="80105"/>
                  </a:lnTo>
                  <a:lnTo>
                    <a:pt x="273177" y="81058"/>
                  </a:lnTo>
                  <a:lnTo>
                    <a:pt x="272510" y="81439"/>
                  </a:lnTo>
                  <a:lnTo>
                    <a:pt x="271367" y="81629"/>
                  </a:lnTo>
                  <a:lnTo>
                    <a:pt x="269177" y="81725"/>
                  </a:lnTo>
                  <a:lnTo>
                    <a:pt x="266795" y="81439"/>
                  </a:lnTo>
                  <a:lnTo>
                    <a:pt x="264509" y="80867"/>
                  </a:lnTo>
                  <a:lnTo>
                    <a:pt x="262604" y="80105"/>
                  </a:lnTo>
                  <a:lnTo>
                    <a:pt x="262223" y="79724"/>
                  </a:lnTo>
                  <a:lnTo>
                    <a:pt x="261938" y="79153"/>
                  </a:lnTo>
                  <a:lnTo>
                    <a:pt x="261652" y="78200"/>
                  </a:lnTo>
                  <a:lnTo>
                    <a:pt x="261271" y="77629"/>
                  </a:lnTo>
                  <a:lnTo>
                    <a:pt x="260604" y="77153"/>
                  </a:lnTo>
                  <a:lnTo>
                    <a:pt x="260128" y="77153"/>
                  </a:lnTo>
                  <a:lnTo>
                    <a:pt x="259652" y="77343"/>
                  </a:lnTo>
                  <a:lnTo>
                    <a:pt x="259271" y="77629"/>
                  </a:lnTo>
                  <a:lnTo>
                    <a:pt x="258889" y="77819"/>
                  </a:lnTo>
                  <a:lnTo>
                    <a:pt x="258413" y="77819"/>
                  </a:lnTo>
                  <a:lnTo>
                    <a:pt x="257937" y="77629"/>
                  </a:lnTo>
                  <a:lnTo>
                    <a:pt x="256604" y="76962"/>
                  </a:lnTo>
                  <a:lnTo>
                    <a:pt x="256127" y="76771"/>
                  </a:lnTo>
                  <a:lnTo>
                    <a:pt x="252317" y="76010"/>
                  </a:lnTo>
                  <a:lnTo>
                    <a:pt x="251555" y="76010"/>
                  </a:lnTo>
                  <a:lnTo>
                    <a:pt x="251079" y="76105"/>
                  </a:lnTo>
                  <a:lnTo>
                    <a:pt x="248412" y="76771"/>
                  </a:lnTo>
                  <a:lnTo>
                    <a:pt x="247745" y="76771"/>
                  </a:lnTo>
                  <a:lnTo>
                    <a:pt x="246412" y="76581"/>
                  </a:lnTo>
                  <a:lnTo>
                    <a:pt x="245364" y="76295"/>
                  </a:lnTo>
                  <a:lnTo>
                    <a:pt x="244507" y="75819"/>
                  </a:lnTo>
                  <a:lnTo>
                    <a:pt x="243745" y="75247"/>
                  </a:lnTo>
                  <a:lnTo>
                    <a:pt x="242697" y="74009"/>
                  </a:lnTo>
                  <a:lnTo>
                    <a:pt x="242602" y="73724"/>
                  </a:lnTo>
                  <a:lnTo>
                    <a:pt x="242507" y="73247"/>
                  </a:lnTo>
                  <a:lnTo>
                    <a:pt x="242697" y="72390"/>
                  </a:lnTo>
                  <a:lnTo>
                    <a:pt x="243078" y="72009"/>
                  </a:lnTo>
                  <a:lnTo>
                    <a:pt x="243554" y="71914"/>
                  </a:lnTo>
                  <a:lnTo>
                    <a:pt x="244030" y="71914"/>
                  </a:lnTo>
                  <a:lnTo>
                    <a:pt x="244412" y="71819"/>
                  </a:lnTo>
                  <a:lnTo>
                    <a:pt x="244793" y="71628"/>
                  </a:lnTo>
                  <a:lnTo>
                    <a:pt x="245078" y="71342"/>
                  </a:lnTo>
                  <a:lnTo>
                    <a:pt x="245364" y="70961"/>
                  </a:lnTo>
                  <a:lnTo>
                    <a:pt x="245554" y="70485"/>
                  </a:lnTo>
                  <a:lnTo>
                    <a:pt x="245650" y="69913"/>
                  </a:lnTo>
                  <a:lnTo>
                    <a:pt x="243364" y="60770"/>
                  </a:lnTo>
                  <a:lnTo>
                    <a:pt x="242888" y="59627"/>
                  </a:lnTo>
                  <a:lnTo>
                    <a:pt x="242602" y="59246"/>
                  </a:lnTo>
                  <a:lnTo>
                    <a:pt x="242316" y="58769"/>
                  </a:lnTo>
                  <a:lnTo>
                    <a:pt x="242221" y="58198"/>
                  </a:lnTo>
                  <a:lnTo>
                    <a:pt x="242316" y="57245"/>
                  </a:lnTo>
                  <a:lnTo>
                    <a:pt x="242507" y="56674"/>
                  </a:lnTo>
                  <a:lnTo>
                    <a:pt x="242983" y="55721"/>
                  </a:lnTo>
                  <a:lnTo>
                    <a:pt x="242983" y="55054"/>
                  </a:lnTo>
                  <a:lnTo>
                    <a:pt x="242888" y="54388"/>
                  </a:lnTo>
                  <a:lnTo>
                    <a:pt x="242411" y="53435"/>
                  </a:lnTo>
                  <a:lnTo>
                    <a:pt x="241268" y="51721"/>
                  </a:lnTo>
                  <a:lnTo>
                    <a:pt x="240602" y="50483"/>
                  </a:lnTo>
                  <a:lnTo>
                    <a:pt x="238982" y="46006"/>
                  </a:lnTo>
                  <a:lnTo>
                    <a:pt x="238506" y="43339"/>
                  </a:lnTo>
                  <a:lnTo>
                    <a:pt x="238125" y="39719"/>
                  </a:lnTo>
                  <a:lnTo>
                    <a:pt x="237935" y="38671"/>
                  </a:lnTo>
                  <a:lnTo>
                    <a:pt x="237363" y="37529"/>
                  </a:lnTo>
                  <a:lnTo>
                    <a:pt x="236887" y="36957"/>
                  </a:lnTo>
                  <a:lnTo>
                    <a:pt x="236411" y="36576"/>
                  </a:lnTo>
                  <a:lnTo>
                    <a:pt x="234696" y="35624"/>
                  </a:lnTo>
                  <a:lnTo>
                    <a:pt x="233934" y="35052"/>
                  </a:lnTo>
                  <a:lnTo>
                    <a:pt x="232124" y="33052"/>
                  </a:lnTo>
                  <a:lnTo>
                    <a:pt x="231838" y="32671"/>
                  </a:lnTo>
                  <a:lnTo>
                    <a:pt x="231648" y="32290"/>
                  </a:lnTo>
                  <a:lnTo>
                    <a:pt x="231458" y="31813"/>
                  </a:lnTo>
                  <a:lnTo>
                    <a:pt x="231267" y="28480"/>
                  </a:lnTo>
                  <a:lnTo>
                    <a:pt x="231553" y="21622"/>
                  </a:lnTo>
                  <a:lnTo>
                    <a:pt x="231838" y="20384"/>
                  </a:lnTo>
                  <a:lnTo>
                    <a:pt x="232124" y="20003"/>
                  </a:lnTo>
                  <a:lnTo>
                    <a:pt x="232410" y="19621"/>
                  </a:lnTo>
                  <a:lnTo>
                    <a:pt x="234315" y="17717"/>
                  </a:lnTo>
                  <a:lnTo>
                    <a:pt x="234410" y="17145"/>
                  </a:lnTo>
                  <a:lnTo>
                    <a:pt x="234315" y="16383"/>
                  </a:lnTo>
                  <a:lnTo>
                    <a:pt x="233744" y="15050"/>
                  </a:lnTo>
                  <a:lnTo>
                    <a:pt x="233363" y="14383"/>
                  </a:lnTo>
                  <a:lnTo>
                    <a:pt x="232982" y="13811"/>
                  </a:lnTo>
                  <a:lnTo>
                    <a:pt x="232791" y="13430"/>
                  </a:lnTo>
                  <a:lnTo>
                    <a:pt x="232696" y="12954"/>
                  </a:lnTo>
                  <a:lnTo>
                    <a:pt x="232886" y="12287"/>
                  </a:lnTo>
                  <a:lnTo>
                    <a:pt x="233172" y="11811"/>
                  </a:lnTo>
                  <a:lnTo>
                    <a:pt x="233553" y="11525"/>
                  </a:lnTo>
                  <a:lnTo>
                    <a:pt x="234696" y="10859"/>
                  </a:lnTo>
                  <a:lnTo>
                    <a:pt x="235363" y="10287"/>
                  </a:lnTo>
                  <a:lnTo>
                    <a:pt x="235649" y="9906"/>
                  </a:lnTo>
                  <a:lnTo>
                    <a:pt x="235839" y="9430"/>
                  </a:lnTo>
                  <a:lnTo>
                    <a:pt x="235744" y="8668"/>
                  </a:lnTo>
                  <a:lnTo>
                    <a:pt x="235363" y="7811"/>
                  </a:lnTo>
                  <a:lnTo>
                    <a:pt x="234315" y="6477"/>
                  </a:lnTo>
                  <a:lnTo>
                    <a:pt x="232791" y="5048"/>
                  </a:lnTo>
                  <a:lnTo>
                    <a:pt x="232029" y="3810"/>
                  </a:lnTo>
                  <a:lnTo>
                    <a:pt x="230600" y="0"/>
                  </a:lnTo>
                  <a:lnTo>
                    <a:pt x="229743" y="762"/>
                  </a:lnTo>
                  <a:lnTo>
                    <a:pt x="228600" y="1429"/>
                  </a:lnTo>
                  <a:lnTo>
                    <a:pt x="228219" y="1714"/>
                  </a:lnTo>
                  <a:lnTo>
                    <a:pt x="227552" y="2381"/>
                  </a:lnTo>
                  <a:lnTo>
                    <a:pt x="226886" y="2762"/>
                  </a:lnTo>
                  <a:lnTo>
                    <a:pt x="225933" y="3143"/>
                  </a:lnTo>
                  <a:lnTo>
                    <a:pt x="222028" y="3905"/>
                  </a:lnTo>
                  <a:lnTo>
                    <a:pt x="221552" y="3905"/>
                  </a:lnTo>
                  <a:lnTo>
                    <a:pt x="221075" y="3524"/>
                  </a:lnTo>
                  <a:lnTo>
                    <a:pt x="220694" y="3143"/>
                  </a:lnTo>
                  <a:lnTo>
                    <a:pt x="220409" y="2762"/>
                  </a:lnTo>
                  <a:lnTo>
                    <a:pt x="219837" y="2572"/>
                  </a:lnTo>
                  <a:lnTo>
                    <a:pt x="219075" y="2572"/>
                  </a:lnTo>
                  <a:lnTo>
                    <a:pt x="214503" y="3905"/>
                  </a:lnTo>
                  <a:lnTo>
                    <a:pt x="214027" y="4191"/>
                  </a:lnTo>
                  <a:lnTo>
                    <a:pt x="213646" y="4572"/>
                  </a:lnTo>
                  <a:lnTo>
                    <a:pt x="212979" y="5905"/>
                  </a:lnTo>
                  <a:lnTo>
                    <a:pt x="211646" y="5905"/>
                  </a:lnTo>
                  <a:lnTo>
                    <a:pt x="207454" y="3524"/>
                  </a:lnTo>
                  <a:lnTo>
                    <a:pt x="204407" y="5239"/>
                  </a:lnTo>
                  <a:lnTo>
                    <a:pt x="201359" y="7620"/>
                  </a:lnTo>
                  <a:lnTo>
                    <a:pt x="200216" y="8858"/>
                  </a:lnTo>
                  <a:lnTo>
                    <a:pt x="199644" y="9716"/>
                  </a:lnTo>
                  <a:lnTo>
                    <a:pt x="199549" y="10287"/>
                  </a:lnTo>
                  <a:lnTo>
                    <a:pt x="199644" y="10763"/>
                  </a:lnTo>
                  <a:lnTo>
                    <a:pt x="199835" y="11144"/>
                  </a:lnTo>
                  <a:lnTo>
                    <a:pt x="200120" y="11525"/>
                  </a:lnTo>
                  <a:lnTo>
                    <a:pt x="202025" y="12859"/>
                  </a:lnTo>
                  <a:lnTo>
                    <a:pt x="202216" y="13430"/>
                  </a:lnTo>
                  <a:lnTo>
                    <a:pt x="202216" y="14192"/>
                  </a:lnTo>
                  <a:lnTo>
                    <a:pt x="201454" y="17240"/>
                  </a:lnTo>
                  <a:lnTo>
                    <a:pt x="201359" y="19336"/>
                  </a:lnTo>
                  <a:lnTo>
                    <a:pt x="201168" y="20574"/>
                  </a:lnTo>
                  <a:lnTo>
                    <a:pt x="200882" y="21146"/>
                  </a:lnTo>
                  <a:lnTo>
                    <a:pt x="200406" y="21431"/>
                  </a:lnTo>
                  <a:lnTo>
                    <a:pt x="199930" y="21527"/>
                  </a:lnTo>
                  <a:lnTo>
                    <a:pt x="196787" y="21812"/>
                  </a:lnTo>
                  <a:lnTo>
                    <a:pt x="187357" y="25527"/>
                  </a:lnTo>
                  <a:lnTo>
                    <a:pt x="186309" y="25813"/>
                  </a:lnTo>
                  <a:lnTo>
                    <a:pt x="185833" y="25908"/>
                  </a:lnTo>
                  <a:lnTo>
                    <a:pt x="185261" y="25908"/>
                  </a:lnTo>
                  <a:lnTo>
                    <a:pt x="184023" y="25432"/>
                  </a:lnTo>
                  <a:lnTo>
                    <a:pt x="183452" y="25337"/>
                  </a:lnTo>
                  <a:lnTo>
                    <a:pt x="182785" y="25337"/>
                  </a:lnTo>
                  <a:lnTo>
                    <a:pt x="182023" y="25718"/>
                  </a:lnTo>
                  <a:lnTo>
                    <a:pt x="181546" y="26194"/>
                  </a:lnTo>
                  <a:lnTo>
                    <a:pt x="180594" y="27718"/>
                  </a:lnTo>
                  <a:lnTo>
                    <a:pt x="180022" y="28099"/>
                  </a:lnTo>
                  <a:lnTo>
                    <a:pt x="179165" y="28480"/>
                  </a:lnTo>
                  <a:lnTo>
                    <a:pt x="178784" y="28861"/>
                  </a:lnTo>
                  <a:lnTo>
                    <a:pt x="178594" y="29146"/>
                  </a:lnTo>
                  <a:lnTo>
                    <a:pt x="178594" y="29242"/>
                  </a:lnTo>
                  <a:lnTo>
                    <a:pt x="178499" y="29432"/>
                  </a:lnTo>
                  <a:lnTo>
                    <a:pt x="177641" y="30575"/>
                  </a:lnTo>
                  <a:lnTo>
                    <a:pt x="177165" y="30956"/>
                  </a:lnTo>
                  <a:lnTo>
                    <a:pt x="176594" y="31147"/>
                  </a:lnTo>
                  <a:lnTo>
                    <a:pt x="173736" y="30671"/>
                  </a:lnTo>
                  <a:lnTo>
                    <a:pt x="173164" y="30671"/>
                  </a:lnTo>
                  <a:lnTo>
                    <a:pt x="172593" y="30766"/>
                  </a:lnTo>
                  <a:lnTo>
                    <a:pt x="170688" y="31623"/>
                  </a:lnTo>
                  <a:lnTo>
                    <a:pt x="170117" y="31718"/>
                  </a:lnTo>
                  <a:lnTo>
                    <a:pt x="168402" y="31528"/>
                  </a:lnTo>
                  <a:lnTo>
                    <a:pt x="167830" y="31528"/>
                  </a:lnTo>
                  <a:lnTo>
                    <a:pt x="167354" y="31623"/>
                  </a:lnTo>
                  <a:lnTo>
                    <a:pt x="165545" y="32195"/>
                  </a:lnTo>
                  <a:lnTo>
                    <a:pt x="162496" y="33814"/>
                  </a:lnTo>
                  <a:lnTo>
                    <a:pt x="162020" y="34004"/>
                  </a:lnTo>
                  <a:lnTo>
                    <a:pt x="161544" y="34100"/>
                  </a:lnTo>
                  <a:lnTo>
                    <a:pt x="160496" y="34195"/>
                  </a:lnTo>
                  <a:lnTo>
                    <a:pt x="157639" y="34862"/>
                  </a:lnTo>
                  <a:lnTo>
                    <a:pt x="157163" y="35052"/>
                  </a:lnTo>
                  <a:lnTo>
                    <a:pt x="156782" y="35338"/>
                  </a:lnTo>
                  <a:lnTo>
                    <a:pt x="156210" y="35909"/>
                  </a:lnTo>
                  <a:lnTo>
                    <a:pt x="155638" y="36671"/>
                  </a:lnTo>
                  <a:lnTo>
                    <a:pt x="155353" y="37052"/>
                  </a:lnTo>
                  <a:lnTo>
                    <a:pt x="154972" y="38005"/>
                  </a:lnTo>
                  <a:lnTo>
                    <a:pt x="154781" y="39053"/>
                  </a:lnTo>
                  <a:lnTo>
                    <a:pt x="154781" y="39624"/>
                  </a:lnTo>
                  <a:lnTo>
                    <a:pt x="154877" y="41815"/>
                  </a:lnTo>
                  <a:lnTo>
                    <a:pt x="154781" y="42386"/>
                  </a:lnTo>
                  <a:lnTo>
                    <a:pt x="154686" y="42958"/>
                  </a:lnTo>
                  <a:lnTo>
                    <a:pt x="154305" y="43529"/>
                  </a:lnTo>
                  <a:lnTo>
                    <a:pt x="153829" y="44196"/>
                  </a:lnTo>
                  <a:lnTo>
                    <a:pt x="152781" y="45339"/>
                  </a:lnTo>
                  <a:lnTo>
                    <a:pt x="152114" y="45815"/>
                  </a:lnTo>
                  <a:lnTo>
                    <a:pt x="151543" y="46101"/>
                  </a:lnTo>
                  <a:lnTo>
                    <a:pt x="151067" y="46101"/>
                  </a:lnTo>
                  <a:lnTo>
                    <a:pt x="150590" y="45911"/>
                  </a:lnTo>
                  <a:lnTo>
                    <a:pt x="150114" y="45720"/>
                  </a:lnTo>
                  <a:lnTo>
                    <a:pt x="148685" y="44577"/>
                  </a:lnTo>
                  <a:lnTo>
                    <a:pt x="148304" y="44387"/>
                  </a:lnTo>
                  <a:lnTo>
                    <a:pt x="148019" y="44291"/>
                  </a:lnTo>
                  <a:lnTo>
                    <a:pt x="146113" y="44101"/>
                  </a:lnTo>
                  <a:lnTo>
                    <a:pt x="145066" y="43815"/>
                  </a:lnTo>
                  <a:lnTo>
                    <a:pt x="141827" y="42386"/>
                  </a:lnTo>
                  <a:lnTo>
                    <a:pt x="141065" y="41910"/>
                  </a:lnTo>
                  <a:lnTo>
                    <a:pt x="140399" y="41338"/>
                  </a:lnTo>
                  <a:lnTo>
                    <a:pt x="139637" y="40291"/>
                  </a:lnTo>
                  <a:lnTo>
                    <a:pt x="139160" y="39529"/>
                  </a:lnTo>
                  <a:lnTo>
                    <a:pt x="138970" y="39148"/>
                  </a:lnTo>
                  <a:lnTo>
                    <a:pt x="138684" y="38291"/>
                  </a:lnTo>
                  <a:lnTo>
                    <a:pt x="138494" y="37910"/>
                  </a:lnTo>
                  <a:lnTo>
                    <a:pt x="137922" y="37243"/>
                  </a:lnTo>
                  <a:lnTo>
                    <a:pt x="136970" y="36290"/>
                  </a:lnTo>
                  <a:lnTo>
                    <a:pt x="136398" y="35624"/>
                  </a:lnTo>
                  <a:lnTo>
                    <a:pt x="136208" y="35243"/>
                  </a:lnTo>
                  <a:lnTo>
                    <a:pt x="136017" y="34766"/>
                  </a:lnTo>
                  <a:lnTo>
                    <a:pt x="135731" y="33338"/>
                  </a:lnTo>
                  <a:lnTo>
                    <a:pt x="135541" y="32861"/>
                  </a:lnTo>
                  <a:lnTo>
                    <a:pt x="135350" y="32480"/>
                  </a:lnTo>
                  <a:lnTo>
                    <a:pt x="134969" y="32195"/>
                  </a:lnTo>
                  <a:lnTo>
                    <a:pt x="134493" y="31909"/>
                  </a:lnTo>
                  <a:lnTo>
                    <a:pt x="133636" y="31813"/>
                  </a:lnTo>
                  <a:lnTo>
                    <a:pt x="133064" y="31909"/>
                  </a:lnTo>
                  <a:lnTo>
                    <a:pt x="132588" y="32099"/>
                  </a:lnTo>
                  <a:lnTo>
                    <a:pt x="131921" y="32671"/>
                  </a:lnTo>
                  <a:lnTo>
                    <a:pt x="130683" y="34100"/>
                  </a:lnTo>
                  <a:lnTo>
                    <a:pt x="130016" y="34576"/>
                  </a:lnTo>
                  <a:lnTo>
                    <a:pt x="128683" y="35338"/>
                  </a:lnTo>
                  <a:lnTo>
                    <a:pt x="127254" y="35719"/>
                  </a:lnTo>
                  <a:lnTo>
                    <a:pt x="125921" y="36290"/>
                  </a:lnTo>
                  <a:lnTo>
                    <a:pt x="125539" y="36671"/>
                  </a:lnTo>
                  <a:lnTo>
                    <a:pt x="124492" y="38005"/>
                  </a:lnTo>
                  <a:lnTo>
                    <a:pt x="120015" y="41434"/>
                  </a:lnTo>
                  <a:lnTo>
                    <a:pt x="118301" y="42005"/>
                  </a:lnTo>
                  <a:lnTo>
                    <a:pt x="117348" y="41624"/>
                  </a:lnTo>
                  <a:lnTo>
                    <a:pt x="116777" y="41434"/>
                  </a:lnTo>
                  <a:lnTo>
                    <a:pt x="116014" y="41434"/>
                  </a:lnTo>
                  <a:lnTo>
                    <a:pt x="115538" y="41529"/>
                  </a:lnTo>
                  <a:lnTo>
                    <a:pt x="114871" y="42196"/>
                  </a:lnTo>
                  <a:lnTo>
                    <a:pt x="115538" y="47530"/>
                  </a:lnTo>
                  <a:lnTo>
                    <a:pt x="115348" y="48768"/>
                  </a:lnTo>
                  <a:lnTo>
                    <a:pt x="115062" y="49721"/>
                  </a:lnTo>
                  <a:lnTo>
                    <a:pt x="114681" y="50102"/>
                  </a:lnTo>
                  <a:lnTo>
                    <a:pt x="113919" y="50578"/>
                  </a:lnTo>
                  <a:lnTo>
                    <a:pt x="110109" y="54197"/>
                  </a:lnTo>
                  <a:lnTo>
                    <a:pt x="107252" y="58579"/>
                  </a:lnTo>
                  <a:lnTo>
                    <a:pt x="105823" y="60293"/>
                  </a:lnTo>
                  <a:lnTo>
                    <a:pt x="101155" y="68199"/>
                  </a:lnTo>
                  <a:lnTo>
                    <a:pt x="100679" y="69437"/>
                  </a:lnTo>
                  <a:lnTo>
                    <a:pt x="100298" y="71819"/>
                  </a:lnTo>
                  <a:lnTo>
                    <a:pt x="100298" y="72962"/>
                  </a:lnTo>
                  <a:lnTo>
                    <a:pt x="100489" y="75057"/>
                  </a:lnTo>
                  <a:lnTo>
                    <a:pt x="100775" y="75914"/>
                  </a:lnTo>
                  <a:lnTo>
                    <a:pt x="101918" y="78581"/>
                  </a:lnTo>
                  <a:lnTo>
                    <a:pt x="102013" y="78962"/>
                  </a:lnTo>
                  <a:lnTo>
                    <a:pt x="102108" y="79534"/>
                  </a:lnTo>
                  <a:lnTo>
                    <a:pt x="102108" y="80486"/>
                  </a:lnTo>
                  <a:lnTo>
                    <a:pt x="101918" y="81058"/>
                  </a:lnTo>
                  <a:lnTo>
                    <a:pt x="101727" y="81534"/>
                  </a:lnTo>
                  <a:lnTo>
                    <a:pt x="100298" y="83820"/>
                  </a:lnTo>
                  <a:lnTo>
                    <a:pt x="100108" y="84582"/>
                  </a:lnTo>
                  <a:lnTo>
                    <a:pt x="100013" y="85249"/>
                  </a:lnTo>
                  <a:lnTo>
                    <a:pt x="100298" y="87821"/>
                  </a:lnTo>
                  <a:lnTo>
                    <a:pt x="100489" y="88202"/>
                  </a:lnTo>
                  <a:lnTo>
                    <a:pt x="100775" y="88487"/>
                  </a:lnTo>
                  <a:lnTo>
                    <a:pt x="101155" y="88583"/>
                  </a:lnTo>
                  <a:lnTo>
                    <a:pt x="101537" y="88487"/>
                  </a:lnTo>
                  <a:lnTo>
                    <a:pt x="101918" y="88202"/>
                  </a:lnTo>
                  <a:lnTo>
                    <a:pt x="102299" y="88011"/>
                  </a:lnTo>
                  <a:lnTo>
                    <a:pt x="102679" y="88011"/>
                  </a:lnTo>
                  <a:lnTo>
                    <a:pt x="102870" y="88297"/>
                  </a:lnTo>
                  <a:lnTo>
                    <a:pt x="102965" y="88773"/>
                  </a:lnTo>
                  <a:lnTo>
                    <a:pt x="102965" y="89916"/>
                  </a:lnTo>
                  <a:lnTo>
                    <a:pt x="103061" y="90392"/>
                  </a:lnTo>
                  <a:lnTo>
                    <a:pt x="103346" y="90773"/>
                  </a:lnTo>
                  <a:lnTo>
                    <a:pt x="104108" y="91440"/>
                  </a:lnTo>
                  <a:lnTo>
                    <a:pt x="104489" y="91916"/>
                  </a:lnTo>
                  <a:lnTo>
                    <a:pt x="104775" y="92964"/>
                  </a:lnTo>
                  <a:lnTo>
                    <a:pt x="104680" y="93631"/>
                  </a:lnTo>
                  <a:lnTo>
                    <a:pt x="104489" y="94107"/>
                  </a:lnTo>
                  <a:lnTo>
                    <a:pt x="102108" y="97441"/>
                  </a:lnTo>
                  <a:lnTo>
                    <a:pt x="100965" y="99536"/>
                  </a:lnTo>
                  <a:lnTo>
                    <a:pt x="100394" y="100203"/>
                  </a:lnTo>
                  <a:lnTo>
                    <a:pt x="98393" y="101918"/>
                  </a:lnTo>
                  <a:lnTo>
                    <a:pt x="97536" y="103537"/>
                  </a:lnTo>
                  <a:lnTo>
                    <a:pt x="95536" y="108966"/>
                  </a:lnTo>
                  <a:lnTo>
                    <a:pt x="92393" y="111728"/>
                  </a:lnTo>
                  <a:lnTo>
                    <a:pt x="91154" y="112490"/>
                  </a:lnTo>
                  <a:lnTo>
                    <a:pt x="87059" y="116300"/>
                  </a:lnTo>
                  <a:lnTo>
                    <a:pt x="86678" y="116586"/>
                  </a:lnTo>
                  <a:lnTo>
                    <a:pt x="86201" y="116777"/>
                  </a:lnTo>
                  <a:lnTo>
                    <a:pt x="85725" y="116777"/>
                  </a:lnTo>
                  <a:lnTo>
                    <a:pt x="85154" y="116681"/>
                  </a:lnTo>
                  <a:lnTo>
                    <a:pt x="83629" y="116205"/>
                  </a:lnTo>
                  <a:lnTo>
                    <a:pt x="83058" y="116205"/>
                  </a:lnTo>
                  <a:lnTo>
                    <a:pt x="82582" y="116300"/>
                  </a:lnTo>
                  <a:lnTo>
                    <a:pt x="81629" y="116586"/>
                  </a:lnTo>
                  <a:lnTo>
                    <a:pt x="80010" y="117348"/>
                  </a:lnTo>
                  <a:lnTo>
                    <a:pt x="79058" y="117634"/>
                  </a:lnTo>
                  <a:lnTo>
                    <a:pt x="78581" y="117729"/>
                  </a:lnTo>
                  <a:lnTo>
                    <a:pt x="74676" y="117729"/>
                  </a:lnTo>
                  <a:lnTo>
                    <a:pt x="73628" y="117824"/>
                  </a:lnTo>
                  <a:lnTo>
                    <a:pt x="73152" y="118015"/>
                  </a:lnTo>
                  <a:lnTo>
                    <a:pt x="71533" y="118777"/>
                  </a:lnTo>
                  <a:lnTo>
                    <a:pt x="70009" y="119634"/>
                  </a:lnTo>
                  <a:lnTo>
                    <a:pt x="68389" y="120396"/>
                  </a:lnTo>
                  <a:lnTo>
                    <a:pt x="68009" y="120491"/>
                  </a:lnTo>
                  <a:lnTo>
                    <a:pt x="67628" y="120396"/>
                  </a:lnTo>
                  <a:lnTo>
                    <a:pt x="66675" y="119634"/>
                  </a:lnTo>
                  <a:lnTo>
                    <a:pt x="66294" y="119634"/>
                  </a:lnTo>
                  <a:lnTo>
                    <a:pt x="65913" y="119825"/>
                  </a:lnTo>
                  <a:lnTo>
                    <a:pt x="64103" y="121634"/>
                  </a:lnTo>
                  <a:lnTo>
                    <a:pt x="63722" y="121920"/>
                  </a:lnTo>
                  <a:lnTo>
                    <a:pt x="62198" y="122777"/>
                  </a:lnTo>
                  <a:lnTo>
                    <a:pt x="61817" y="123063"/>
                  </a:lnTo>
                  <a:lnTo>
                    <a:pt x="61436" y="123444"/>
                  </a:lnTo>
                  <a:lnTo>
                    <a:pt x="61055" y="123920"/>
                  </a:lnTo>
                  <a:lnTo>
                    <a:pt x="59722" y="126111"/>
                  </a:lnTo>
                  <a:lnTo>
                    <a:pt x="56674" y="129350"/>
                  </a:lnTo>
                  <a:lnTo>
                    <a:pt x="56197" y="130112"/>
                  </a:lnTo>
                  <a:lnTo>
                    <a:pt x="56007" y="130588"/>
                  </a:lnTo>
                  <a:lnTo>
                    <a:pt x="54959" y="140018"/>
                  </a:lnTo>
                  <a:lnTo>
                    <a:pt x="54674" y="141161"/>
                  </a:lnTo>
                  <a:lnTo>
                    <a:pt x="53626" y="142589"/>
                  </a:lnTo>
                  <a:lnTo>
                    <a:pt x="53150" y="143446"/>
                  </a:lnTo>
                  <a:lnTo>
                    <a:pt x="52959" y="144018"/>
                  </a:lnTo>
                  <a:lnTo>
                    <a:pt x="52864" y="144685"/>
                  </a:lnTo>
                  <a:lnTo>
                    <a:pt x="52769" y="145733"/>
                  </a:lnTo>
                  <a:lnTo>
                    <a:pt x="52769" y="146399"/>
                  </a:lnTo>
                  <a:lnTo>
                    <a:pt x="52959" y="147161"/>
                  </a:lnTo>
                  <a:lnTo>
                    <a:pt x="53245" y="147923"/>
                  </a:lnTo>
                  <a:lnTo>
                    <a:pt x="53816" y="149066"/>
                  </a:lnTo>
                  <a:lnTo>
                    <a:pt x="54197" y="149733"/>
                  </a:lnTo>
                  <a:lnTo>
                    <a:pt x="54864" y="150590"/>
                  </a:lnTo>
                  <a:lnTo>
                    <a:pt x="55054" y="150971"/>
                  </a:lnTo>
                  <a:lnTo>
                    <a:pt x="55245" y="151733"/>
                  </a:lnTo>
                  <a:lnTo>
                    <a:pt x="55436" y="152876"/>
                  </a:lnTo>
                  <a:lnTo>
                    <a:pt x="55436" y="155067"/>
                  </a:lnTo>
                  <a:lnTo>
                    <a:pt x="55817" y="157734"/>
                  </a:lnTo>
                  <a:lnTo>
                    <a:pt x="57817" y="161258"/>
                  </a:lnTo>
                  <a:lnTo>
                    <a:pt x="58388" y="161925"/>
                  </a:lnTo>
                  <a:lnTo>
                    <a:pt x="59055" y="162496"/>
                  </a:lnTo>
                  <a:lnTo>
                    <a:pt x="59531" y="162687"/>
                  </a:lnTo>
                  <a:lnTo>
                    <a:pt x="60008" y="162782"/>
                  </a:lnTo>
                  <a:lnTo>
                    <a:pt x="61532" y="162973"/>
                  </a:lnTo>
                  <a:lnTo>
                    <a:pt x="61817" y="163163"/>
                  </a:lnTo>
                  <a:lnTo>
                    <a:pt x="61913" y="163259"/>
                  </a:lnTo>
                  <a:lnTo>
                    <a:pt x="62008" y="163449"/>
                  </a:lnTo>
                  <a:lnTo>
                    <a:pt x="62008" y="164021"/>
                  </a:lnTo>
                  <a:lnTo>
                    <a:pt x="60770" y="169069"/>
                  </a:lnTo>
                  <a:lnTo>
                    <a:pt x="60388" y="171355"/>
                  </a:lnTo>
                  <a:lnTo>
                    <a:pt x="60198" y="172021"/>
                  </a:lnTo>
                  <a:lnTo>
                    <a:pt x="59912" y="172688"/>
                  </a:lnTo>
                  <a:lnTo>
                    <a:pt x="59246" y="173450"/>
                  </a:lnTo>
                  <a:lnTo>
                    <a:pt x="58769" y="173927"/>
                  </a:lnTo>
                  <a:lnTo>
                    <a:pt x="58293" y="174212"/>
                  </a:lnTo>
                  <a:lnTo>
                    <a:pt x="57817" y="174212"/>
                  </a:lnTo>
                  <a:lnTo>
                    <a:pt x="57245" y="174117"/>
                  </a:lnTo>
                  <a:lnTo>
                    <a:pt x="56864" y="173927"/>
                  </a:lnTo>
                  <a:lnTo>
                    <a:pt x="56483" y="173641"/>
                  </a:lnTo>
                  <a:lnTo>
                    <a:pt x="56197" y="173355"/>
                  </a:lnTo>
                  <a:lnTo>
                    <a:pt x="55912" y="172974"/>
                  </a:lnTo>
                  <a:lnTo>
                    <a:pt x="55436" y="172212"/>
                  </a:lnTo>
                  <a:lnTo>
                    <a:pt x="54959" y="171545"/>
                  </a:lnTo>
                  <a:lnTo>
                    <a:pt x="54578" y="171260"/>
                  </a:lnTo>
                  <a:lnTo>
                    <a:pt x="54102" y="171069"/>
                  </a:lnTo>
                  <a:lnTo>
                    <a:pt x="53626" y="171069"/>
                  </a:lnTo>
                  <a:lnTo>
                    <a:pt x="53150" y="171164"/>
                  </a:lnTo>
                  <a:lnTo>
                    <a:pt x="52769" y="171355"/>
                  </a:lnTo>
                  <a:lnTo>
                    <a:pt x="52483" y="171545"/>
                  </a:lnTo>
                  <a:lnTo>
                    <a:pt x="50483" y="174688"/>
                  </a:lnTo>
                  <a:lnTo>
                    <a:pt x="49244" y="176117"/>
                  </a:lnTo>
                  <a:lnTo>
                    <a:pt x="48863" y="176403"/>
                  </a:lnTo>
                  <a:lnTo>
                    <a:pt x="47625" y="177641"/>
                  </a:lnTo>
                  <a:lnTo>
                    <a:pt x="44291" y="182118"/>
                  </a:lnTo>
                  <a:lnTo>
                    <a:pt x="44101" y="182880"/>
                  </a:lnTo>
                  <a:lnTo>
                    <a:pt x="44005" y="183928"/>
                  </a:lnTo>
                  <a:lnTo>
                    <a:pt x="44291" y="186023"/>
                  </a:lnTo>
                  <a:lnTo>
                    <a:pt x="44672" y="187833"/>
                  </a:lnTo>
                  <a:lnTo>
                    <a:pt x="44768" y="188404"/>
                  </a:lnTo>
                  <a:lnTo>
                    <a:pt x="44768" y="189262"/>
                  </a:lnTo>
                  <a:lnTo>
                    <a:pt x="44672" y="190595"/>
                  </a:lnTo>
                  <a:lnTo>
                    <a:pt x="44863" y="191738"/>
                  </a:lnTo>
                  <a:lnTo>
                    <a:pt x="45053" y="192405"/>
                  </a:lnTo>
                  <a:lnTo>
                    <a:pt x="45529" y="193262"/>
                  </a:lnTo>
                  <a:lnTo>
                    <a:pt x="45720" y="193738"/>
                  </a:lnTo>
                  <a:lnTo>
                    <a:pt x="45815" y="194215"/>
                  </a:lnTo>
                  <a:lnTo>
                    <a:pt x="45625" y="196215"/>
                  </a:lnTo>
                  <a:lnTo>
                    <a:pt x="44101" y="202311"/>
                  </a:lnTo>
                  <a:lnTo>
                    <a:pt x="41338" y="205930"/>
                  </a:lnTo>
                  <a:lnTo>
                    <a:pt x="39243" y="210312"/>
                  </a:lnTo>
                  <a:lnTo>
                    <a:pt x="38671" y="211169"/>
                  </a:lnTo>
                  <a:lnTo>
                    <a:pt x="38195" y="211741"/>
                  </a:lnTo>
                  <a:lnTo>
                    <a:pt x="36671" y="212503"/>
                  </a:lnTo>
                  <a:lnTo>
                    <a:pt x="34576" y="213932"/>
                  </a:lnTo>
                  <a:lnTo>
                    <a:pt x="34195" y="214122"/>
                  </a:lnTo>
                  <a:lnTo>
                    <a:pt x="33814" y="214313"/>
                  </a:lnTo>
                  <a:lnTo>
                    <a:pt x="32861" y="214503"/>
                  </a:lnTo>
                  <a:lnTo>
                    <a:pt x="29146" y="214789"/>
                  </a:lnTo>
                  <a:lnTo>
                    <a:pt x="27813" y="215265"/>
                  </a:lnTo>
                  <a:lnTo>
                    <a:pt x="27051" y="215646"/>
                  </a:lnTo>
                  <a:lnTo>
                    <a:pt x="26670" y="215932"/>
                  </a:lnTo>
                  <a:lnTo>
                    <a:pt x="25337" y="217075"/>
                  </a:lnTo>
                  <a:lnTo>
                    <a:pt x="23051" y="219551"/>
                  </a:lnTo>
                  <a:lnTo>
                    <a:pt x="22955" y="220028"/>
                  </a:lnTo>
                  <a:lnTo>
                    <a:pt x="22860" y="220789"/>
                  </a:lnTo>
                  <a:lnTo>
                    <a:pt x="22860" y="222409"/>
                  </a:lnTo>
                  <a:lnTo>
                    <a:pt x="23146" y="223933"/>
                  </a:lnTo>
                  <a:lnTo>
                    <a:pt x="23527" y="224790"/>
                  </a:lnTo>
                  <a:lnTo>
                    <a:pt x="24003" y="225457"/>
                  </a:lnTo>
                  <a:lnTo>
                    <a:pt x="24955" y="226409"/>
                  </a:lnTo>
                  <a:lnTo>
                    <a:pt x="25241" y="226790"/>
                  </a:lnTo>
                  <a:lnTo>
                    <a:pt x="25337" y="227171"/>
                  </a:lnTo>
                  <a:lnTo>
                    <a:pt x="25241" y="227552"/>
                  </a:lnTo>
                  <a:lnTo>
                    <a:pt x="24765" y="227933"/>
                  </a:lnTo>
                  <a:lnTo>
                    <a:pt x="24289" y="228124"/>
                  </a:lnTo>
                  <a:lnTo>
                    <a:pt x="23241" y="228314"/>
                  </a:lnTo>
                  <a:lnTo>
                    <a:pt x="22384" y="228600"/>
                  </a:lnTo>
                  <a:lnTo>
                    <a:pt x="22003" y="228886"/>
                  </a:lnTo>
                  <a:lnTo>
                    <a:pt x="21717" y="229171"/>
                  </a:lnTo>
                  <a:lnTo>
                    <a:pt x="21431" y="229553"/>
                  </a:lnTo>
                  <a:lnTo>
                    <a:pt x="21146" y="229934"/>
                  </a:lnTo>
                  <a:lnTo>
                    <a:pt x="20003" y="232601"/>
                  </a:lnTo>
                  <a:lnTo>
                    <a:pt x="19812" y="232982"/>
                  </a:lnTo>
                  <a:lnTo>
                    <a:pt x="19526" y="233363"/>
                  </a:lnTo>
                  <a:lnTo>
                    <a:pt x="18764" y="233744"/>
                  </a:lnTo>
                  <a:lnTo>
                    <a:pt x="18383" y="233934"/>
                  </a:lnTo>
                  <a:lnTo>
                    <a:pt x="17621" y="234315"/>
                  </a:lnTo>
                  <a:lnTo>
                    <a:pt x="17145" y="234887"/>
                  </a:lnTo>
                  <a:lnTo>
                    <a:pt x="16669" y="235649"/>
                  </a:lnTo>
                  <a:lnTo>
                    <a:pt x="16002" y="237458"/>
                  </a:lnTo>
                  <a:lnTo>
                    <a:pt x="15240" y="238982"/>
                  </a:lnTo>
                  <a:lnTo>
                    <a:pt x="14954" y="239363"/>
                  </a:lnTo>
                  <a:lnTo>
                    <a:pt x="14764" y="239935"/>
                  </a:lnTo>
                  <a:lnTo>
                    <a:pt x="14669" y="240602"/>
                  </a:lnTo>
                  <a:lnTo>
                    <a:pt x="14764" y="241745"/>
                  </a:lnTo>
                  <a:lnTo>
                    <a:pt x="14859" y="242411"/>
                  </a:lnTo>
                  <a:lnTo>
                    <a:pt x="15050" y="242983"/>
                  </a:lnTo>
                  <a:lnTo>
                    <a:pt x="15907" y="244507"/>
                  </a:lnTo>
                  <a:lnTo>
                    <a:pt x="16002" y="244983"/>
                  </a:lnTo>
                  <a:lnTo>
                    <a:pt x="16097" y="245459"/>
                  </a:lnTo>
                  <a:lnTo>
                    <a:pt x="16002" y="246031"/>
                  </a:lnTo>
                  <a:lnTo>
                    <a:pt x="15621" y="246793"/>
                  </a:lnTo>
                  <a:lnTo>
                    <a:pt x="14478" y="248412"/>
                  </a:lnTo>
                  <a:lnTo>
                    <a:pt x="14288" y="248793"/>
                  </a:lnTo>
                  <a:lnTo>
                    <a:pt x="13716" y="250127"/>
                  </a:lnTo>
                  <a:lnTo>
                    <a:pt x="12859" y="251651"/>
                  </a:lnTo>
                  <a:lnTo>
                    <a:pt x="12668" y="252127"/>
                  </a:lnTo>
                  <a:lnTo>
                    <a:pt x="12002" y="256413"/>
                  </a:lnTo>
                  <a:lnTo>
                    <a:pt x="10954" y="260413"/>
                  </a:lnTo>
                  <a:lnTo>
                    <a:pt x="10763" y="261652"/>
                  </a:lnTo>
                  <a:lnTo>
                    <a:pt x="10763" y="262414"/>
                  </a:lnTo>
                  <a:lnTo>
                    <a:pt x="11049" y="264986"/>
                  </a:lnTo>
                  <a:lnTo>
                    <a:pt x="10954" y="265747"/>
                  </a:lnTo>
                  <a:lnTo>
                    <a:pt x="10668" y="266700"/>
                  </a:lnTo>
                  <a:lnTo>
                    <a:pt x="10001" y="268224"/>
                  </a:lnTo>
                  <a:lnTo>
                    <a:pt x="9620" y="268986"/>
                  </a:lnTo>
                  <a:lnTo>
                    <a:pt x="9239" y="269558"/>
                  </a:lnTo>
                  <a:lnTo>
                    <a:pt x="8001" y="270701"/>
                  </a:lnTo>
                  <a:lnTo>
                    <a:pt x="7429" y="271367"/>
                  </a:lnTo>
                  <a:lnTo>
                    <a:pt x="5334" y="274987"/>
                  </a:lnTo>
                  <a:lnTo>
                    <a:pt x="4763" y="275654"/>
                  </a:lnTo>
                  <a:lnTo>
                    <a:pt x="4096" y="276225"/>
                  </a:lnTo>
                  <a:lnTo>
                    <a:pt x="1429" y="277749"/>
                  </a:lnTo>
                  <a:lnTo>
                    <a:pt x="95" y="278797"/>
                  </a:lnTo>
                  <a:lnTo>
                    <a:pt x="0" y="279559"/>
                  </a:lnTo>
                  <a:lnTo>
                    <a:pt x="95" y="280702"/>
                  </a:lnTo>
                  <a:lnTo>
                    <a:pt x="1905" y="287464"/>
                  </a:lnTo>
                  <a:lnTo>
                    <a:pt x="2572" y="289084"/>
                  </a:lnTo>
                  <a:lnTo>
                    <a:pt x="2667" y="289751"/>
                  </a:lnTo>
                  <a:lnTo>
                    <a:pt x="2667" y="293465"/>
                  </a:lnTo>
                  <a:lnTo>
                    <a:pt x="2953" y="294513"/>
                  </a:lnTo>
                  <a:lnTo>
                    <a:pt x="3429" y="295466"/>
                  </a:lnTo>
                  <a:lnTo>
                    <a:pt x="3620" y="296037"/>
                  </a:lnTo>
                  <a:lnTo>
                    <a:pt x="3429" y="296894"/>
                  </a:lnTo>
                  <a:lnTo>
                    <a:pt x="2953" y="298133"/>
                  </a:lnTo>
                  <a:lnTo>
                    <a:pt x="2477" y="298609"/>
                  </a:lnTo>
                  <a:lnTo>
                    <a:pt x="1810" y="298704"/>
                  </a:lnTo>
                  <a:lnTo>
                    <a:pt x="1238" y="298704"/>
                  </a:lnTo>
                  <a:lnTo>
                    <a:pt x="857" y="298895"/>
                  </a:lnTo>
                  <a:lnTo>
                    <a:pt x="953" y="299561"/>
                  </a:lnTo>
                  <a:lnTo>
                    <a:pt x="1048" y="300133"/>
                  </a:lnTo>
                  <a:lnTo>
                    <a:pt x="3524" y="303276"/>
                  </a:lnTo>
                  <a:lnTo>
                    <a:pt x="7334" y="303276"/>
                  </a:lnTo>
                  <a:lnTo>
                    <a:pt x="8763" y="303657"/>
                  </a:lnTo>
                  <a:lnTo>
                    <a:pt x="10573" y="304800"/>
                  </a:lnTo>
                  <a:lnTo>
                    <a:pt x="11525" y="305276"/>
                  </a:lnTo>
                  <a:lnTo>
                    <a:pt x="12097" y="305371"/>
                  </a:lnTo>
                  <a:lnTo>
                    <a:pt x="12478" y="305371"/>
                  </a:lnTo>
                  <a:lnTo>
                    <a:pt x="13430" y="305086"/>
                  </a:lnTo>
                  <a:lnTo>
                    <a:pt x="14288" y="304991"/>
                  </a:lnTo>
                  <a:lnTo>
                    <a:pt x="14859" y="305086"/>
                  </a:lnTo>
                  <a:lnTo>
                    <a:pt x="15335" y="305276"/>
                  </a:lnTo>
                  <a:lnTo>
                    <a:pt x="15621" y="305562"/>
                  </a:lnTo>
                  <a:lnTo>
                    <a:pt x="15907" y="305848"/>
                  </a:lnTo>
                  <a:lnTo>
                    <a:pt x="16574" y="306896"/>
                  </a:lnTo>
                  <a:lnTo>
                    <a:pt x="17145" y="307372"/>
                  </a:lnTo>
                  <a:lnTo>
                    <a:pt x="18002" y="307943"/>
                  </a:lnTo>
                  <a:lnTo>
                    <a:pt x="19812" y="308896"/>
                  </a:lnTo>
                  <a:lnTo>
                    <a:pt x="20860" y="309277"/>
                  </a:lnTo>
                  <a:lnTo>
                    <a:pt x="21717" y="309467"/>
                  </a:lnTo>
                  <a:lnTo>
                    <a:pt x="23908" y="309372"/>
                  </a:lnTo>
                  <a:lnTo>
                    <a:pt x="24860" y="309182"/>
                  </a:lnTo>
                  <a:lnTo>
                    <a:pt x="25813" y="308896"/>
                  </a:lnTo>
                  <a:lnTo>
                    <a:pt x="28099" y="308896"/>
                  </a:lnTo>
                  <a:lnTo>
                    <a:pt x="32290" y="309563"/>
                  </a:lnTo>
                  <a:lnTo>
                    <a:pt x="33052" y="309944"/>
                  </a:lnTo>
                  <a:lnTo>
                    <a:pt x="33147" y="310325"/>
                  </a:lnTo>
                  <a:lnTo>
                    <a:pt x="33052" y="311277"/>
                  </a:lnTo>
                  <a:lnTo>
                    <a:pt x="33147" y="311849"/>
                  </a:lnTo>
                  <a:lnTo>
                    <a:pt x="33528" y="312515"/>
                  </a:lnTo>
                  <a:lnTo>
                    <a:pt x="34004" y="312706"/>
                  </a:lnTo>
                  <a:lnTo>
                    <a:pt x="34480" y="312706"/>
                  </a:lnTo>
                  <a:lnTo>
                    <a:pt x="36290" y="312230"/>
                  </a:lnTo>
                  <a:lnTo>
                    <a:pt x="37052" y="311849"/>
                  </a:lnTo>
                  <a:lnTo>
                    <a:pt x="38767" y="310610"/>
                  </a:lnTo>
                  <a:lnTo>
                    <a:pt x="39529" y="310229"/>
                  </a:lnTo>
                  <a:lnTo>
                    <a:pt x="40005" y="310134"/>
                  </a:lnTo>
                  <a:lnTo>
                    <a:pt x="41243" y="309944"/>
                  </a:lnTo>
                  <a:lnTo>
                    <a:pt x="42291" y="309944"/>
                  </a:lnTo>
                  <a:lnTo>
                    <a:pt x="42767" y="310229"/>
                  </a:lnTo>
                  <a:lnTo>
                    <a:pt x="42958" y="310610"/>
                  </a:lnTo>
                  <a:lnTo>
                    <a:pt x="43053" y="311658"/>
                  </a:lnTo>
                  <a:lnTo>
                    <a:pt x="43148" y="312134"/>
                  </a:lnTo>
                  <a:lnTo>
                    <a:pt x="43339" y="312515"/>
                  </a:lnTo>
                  <a:lnTo>
                    <a:pt x="44577" y="314801"/>
                  </a:lnTo>
                  <a:lnTo>
                    <a:pt x="46101" y="316992"/>
                  </a:lnTo>
                  <a:lnTo>
                    <a:pt x="46672" y="318135"/>
                  </a:lnTo>
                  <a:lnTo>
                    <a:pt x="47149" y="318802"/>
                  </a:lnTo>
                  <a:lnTo>
                    <a:pt x="49435" y="321278"/>
                  </a:lnTo>
                  <a:lnTo>
                    <a:pt x="50387" y="322707"/>
                  </a:lnTo>
                  <a:lnTo>
                    <a:pt x="50768" y="323469"/>
                  </a:lnTo>
                  <a:lnTo>
                    <a:pt x="52483" y="328136"/>
                  </a:lnTo>
                  <a:lnTo>
                    <a:pt x="52483" y="328232"/>
                  </a:lnTo>
                  <a:lnTo>
                    <a:pt x="52578" y="328422"/>
                  </a:lnTo>
                  <a:lnTo>
                    <a:pt x="52769" y="328803"/>
                  </a:lnTo>
                  <a:lnTo>
                    <a:pt x="53245" y="329375"/>
                  </a:lnTo>
                  <a:lnTo>
                    <a:pt x="53816" y="329660"/>
                  </a:lnTo>
                  <a:lnTo>
                    <a:pt x="54388" y="329755"/>
                  </a:lnTo>
                  <a:lnTo>
                    <a:pt x="54864" y="329660"/>
                  </a:lnTo>
                  <a:lnTo>
                    <a:pt x="55245" y="329470"/>
                  </a:lnTo>
                  <a:lnTo>
                    <a:pt x="55626" y="329279"/>
                  </a:lnTo>
                  <a:lnTo>
                    <a:pt x="58388" y="327184"/>
                  </a:lnTo>
                  <a:lnTo>
                    <a:pt x="60674" y="326136"/>
                  </a:lnTo>
                  <a:lnTo>
                    <a:pt x="63437" y="325469"/>
                  </a:lnTo>
                  <a:lnTo>
                    <a:pt x="64294" y="325088"/>
                  </a:lnTo>
                  <a:lnTo>
                    <a:pt x="65151" y="324803"/>
                  </a:lnTo>
                  <a:lnTo>
                    <a:pt x="72009" y="324707"/>
                  </a:lnTo>
                  <a:lnTo>
                    <a:pt x="73152" y="324803"/>
                  </a:lnTo>
                  <a:lnTo>
                    <a:pt x="73724" y="325088"/>
                  </a:lnTo>
                  <a:lnTo>
                    <a:pt x="74104" y="325469"/>
                  </a:lnTo>
                  <a:lnTo>
                    <a:pt x="74200" y="325946"/>
                  </a:lnTo>
                  <a:lnTo>
                    <a:pt x="74295" y="326422"/>
                  </a:lnTo>
                  <a:lnTo>
                    <a:pt x="74295" y="326898"/>
                  </a:lnTo>
                  <a:lnTo>
                    <a:pt x="74200" y="327374"/>
                  </a:lnTo>
                  <a:lnTo>
                    <a:pt x="73914" y="328327"/>
                  </a:lnTo>
                  <a:lnTo>
                    <a:pt x="73533" y="329184"/>
                  </a:lnTo>
                  <a:lnTo>
                    <a:pt x="72866" y="331184"/>
                  </a:lnTo>
                  <a:lnTo>
                    <a:pt x="72200" y="335185"/>
                  </a:lnTo>
                  <a:lnTo>
                    <a:pt x="72200" y="336328"/>
                  </a:lnTo>
                  <a:lnTo>
                    <a:pt x="72295" y="336804"/>
                  </a:lnTo>
                  <a:lnTo>
                    <a:pt x="72866" y="337471"/>
                  </a:lnTo>
                  <a:lnTo>
                    <a:pt x="77534" y="340805"/>
                  </a:lnTo>
                  <a:lnTo>
                    <a:pt x="78200" y="341376"/>
                  </a:lnTo>
                  <a:lnTo>
                    <a:pt x="78391" y="341757"/>
                  </a:lnTo>
                  <a:lnTo>
                    <a:pt x="78486" y="342233"/>
                  </a:lnTo>
                  <a:lnTo>
                    <a:pt x="78581" y="342710"/>
                  </a:lnTo>
                  <a:lnTo>
                    <a:pt x="78581" y="343757"/>
                  </a:lnTo>
                  <a:lnTo>
                    <a:pt x="78677" y="344234"/>
                  </a:lnTo>
                  <a:lnTo>
                    <a:pt x="78772" y="344710"/>
                  </a:lnTo>
                  <a:lnTo>
                    <a:pt x="79153" y="345472"/>
                  </a:lnTo>
                  <a:lnTo>
                    <a:pt x="79534" y="345948"/>
                  </a:lnTo>
                  <a:lnTo>
                    <a:pt x="80201" y="346710"/>
                  </a:lnTo>
                  <a:lnTo>
                    <a:pt x="82868" y="348996"/>
                  </a:lnTo>
                  <a:lnTo>
                    <a:pt x="83153" y="349377"/>
                  </a:lnTo>
                  <a:lnTo>
                    <a:pt x="83344" y="349758"/>
                  </a:lnTo>
                  <a:lnTo>
                    <a:pt x="83820" y="351377"/>
                  </a:lnTo>
                  <a:lnTo>
                    <a:pt x="87725" y="362521"/>
                  </a:lnTo>
                  <a:lnTo>
                    <a:pt x="89345" y="365284"/>
                  </a:lnTo>
                  <a:lnTo>
                    <a:pt x="89726" y="367189"/>
                  </a:lnTo>
                  <a:lnTo>
                    <a:pt x="89630" y="367760"/>
                  </a:lnTo>
                  <a:lnTo>
                    <a:pt x="88963" y="368999"/>
                  </a:lnTo>
                  <a:lnTo>
                    <a:pt x="87630" y="370808"/>
                  </a:lnTo>
                  <a:lnTo>
                    <a:pt x="87344" y="371380"/>
                  </a:lnTo>
                  <a:lnTo>
                    <a:pt x="87059" y="372332"/>
                  </a:lnTo>
                  <a:lnTo>
                    <a:pt x="86582" y="374142"/>
                  </a:lnTo>
                  <a:lnTo>
                    <a:pt x="86392" y="375476"/>
                  </a:lnTo>
                  <a:lnTo>
                    <a:pt x="86392" y="376619"/>
                  </a:lnTo>
                  <a:lnTo>
                    <a:pt x="87059" y="380524"/>
                  </a:lnTo>
                  <a:lnTo>
                    <a:pt x="87439" y="381857"/>
                  </a:lnTo>
                  <a:lnTo>
                    <a:pt x="87821" y="382619"/>
                  </a:lnTo>
                  <a:lnTo>
                    <a:pt x="88106" y="382905"/>
                  </a:lnTo>
                  <a:lnTo>
                    <a:pt x="88583" y="383381"/>
                  </a:lnTo>
                  <a:lnTo>
                    <a:pt x="88773" y="383762"/>
                  </a:lnTo>
                  <a:lnTo>
                    <a:pt x="90297" y="390811"/>
                  </a:lnTo>
                  <a:lnTo>
                    <a:pt x="90488" y="391192"/>
                  </a:lnTo>
                  <a:lnTo>
                    <a:pt x="90678" y="391573"/>
                  </a:lnTo>
                  <a:lnTo>
                    <a:pt x="91440" y="392621"/>
                  </a:lnTo>
                  <a:lnTo>
                    <a:pt x="91630" y="393002"/>
                  </a:lnTo>
                  <a:lnTo>
                    <a:pt x="92297" y="394621"/>
                  </a:lnTo>
                  <a:lnTo>
                    <a:pt x="95345" y="406051"/>
                  </a:lnTo>
                  <a:lnTo>
                    <a:pt x="95726" y="407003"/>
                  </a:lnTo>
                  <a:lnTo>
                    <a:pt x="96679" y="408432"/>
                  </a:lnTo>
                  <a:lnTo>
                    <a:pt x="97822" y="409670"/>
                  </a:lnTo>
                  <a:lnTo>
                    <a:pt x="98393" y="410242"/>
                  </a:lnTo>
                  <a:lnTo>
                    <a:pt x="99917" y="411289"/>
                  </a:lnTo>
                  <a:lnTo>
                    <a:pt x="103346" y="412909"/>
                  </a:lnTo>
                  <a:lnTo>
                    <a:pt x="103727" y="413195"/>
                  </a:lnTo>
                  <a:lnTo>
                    <a:pt x="104394" y="413766"/>
                  </a:lnTo>
                  <a:lnTo>
                    <a:pt x="105156" y="414623"/>
                  </a:lnTo>
                  <a:lnTo>
                    <a:pt x="106394" y="416719"/>
                  </a:lnTo>
                  <a:lnTo>
                    <a:pt x="106394" y="416719"/>
                  </a:lnTo>
                  <a:lnTo>
                    <a:pt x="106394" y="416719"/>
                  </a:lnTo>
                  <a:lnTo>
                    <a:pt x="107252" y="416338"/>
                  </a:lnTo>
                  <a:lnTo>
                    <a:pt x="109919" y="415576"/>
                  </a:lnTo>
                  <a:lnTo>
                    <a:pt x="110014" y="414623"/>
                  </a:lnTo>
                  <a:lnTo>
                    <a:pt x="109728" y="413576"/>
                  </a:lnTo>
                  <a:lnTo>
                    <a:pt x="109061" y="412528"/>
                  </a:lnTo>
                  <a:lnTo>
                    <a:pt x="110395" y="410813"/>
                  </a:lnTo>
                  <a:lnTo>
                    <a:pt x="110776" y="410146"/>
                  </a:lnTo>
                  <a:lnTo>
                    <a:pt x="111252" y="411956"/>
                  </a:lnTo>
                  <a:lnTo>
                    <a:pt x="111919" y="413195"/>
                  </a:lnTo>
                  <a:lnTo>
                    <a:pt x="111252" y="414719"/>
                  </a:lnTo>
                  <a:lnTo>
                    <a:pt x="111252" y="416052"/>
                  </a:lnTo>
                  <a:lnTo>
                    <a:pt x="111538" y="417671"/>
                  </a:lnTo>
                  <a:lnTo>
                    <a:pt x="112967" y="416814"/>
                  </a:lnTo>
                  <a:lnTo>
                    <a:pt x="114681" y="415004"/>
                  </a:lnTo>
                  <a:lnTo>
                    <a:pt x="113443" y="413385"/>
                  </a:lnTo>
                  <a:lnTo>
                    <a:pt x="113824" y="411289"/>
                  </a:lnTo>
                  <a:lnTo>
                    <a:pt x="114491" y="410623"/>
                  </a:lnTo>
                  <a:lnTo>
                    <a:pt x="114110" y="407670"/>
                  </a:lnTo>
                  <a:lnTo>
                    <a:pt x="115253" y="405479"/>
                  </a:lnTo>
                  <a:lnTo>
                    <a:pt x="115824" y="404146"/>
                  </a:lnTo>
                  <a:lnTo>
                    <a:pt x="114586" y="402431"/>
                  </a:lnTo>
                  <a:lnTo>
                    <a:pt x="115824" y="401764"/>
                  </a:lnTo>
                  <a:lnTo>
                    <a:pt x="116777" y="403003"/>
                  </a:lnTo>
                  <a:lnTo>
                    <a:pt x="118015" y="404241"/>
                  </a:lnTo>
                  <a:lnTo>
                    <a:pt x="120110" y="403670"/>
                  </a:lnTo>
                  <a:lnTo>
                    <a:pt x="120872" y="402908"/>
                  </a:lnTo>
                  <a:lnTo>
                    <a:pt x="121349" y="402146"/>
                  </a:lnTo>
                  <a:lnTo>
                    <a:pt x="122015" y="401574"/>
                  </a:lnTo>
                  <a:lnTo>
                    <a:pt x="123063" y="401384"/>
                  </a:lnTo>
                  <a:lnTo>
                    <a:pt x="127254" y="403098"/>
                  </a:lnTo>
                  <a:lnTo>
                    <a:pt x="129540" y="402050"/>
                  </a:lnTo>
                  <a:lnTo>
                    <a:pt x="131636" y="398240"/>
                  </a:lnTo>
                  <a:lnTo>
                    <a:pt x="132397" y="394621"/>
                  </a:lnTo>
                  <a:lnTo>
                    <a:pt x="129921" y="391287"/>
                  </a:lnTo>
                  <a:lnTo>
                    <a:pt x="128397" y="391192"/>
                  </a:lnTo>
                  <a:lnTo>
                    <a:pt x="126587" y="391478"/>
                  </a:lnTo>
                  <a:lnTo>
                    <a:pt x="125159" y="391192"/>
                  </a:lnTo>
                  <a:lnTo>
                    <a:pt x="124968" y="389477"/>
                  </a:lnTo>
                  <a:lnTo>
                    <a:pt x="125730" y="388239"/>
                  </a:lnTo>
                  <a:lnTo>
                    <a:pt x="126778" y="388525"/>
                  </a:lnTo>
                  <a:lnTo>
                    <a:pt x="128778" y="390144"/>
                  </a:lnTo>
                  <a:lnTo>
                    <a:pt x="130397" y="390525"/>
                  </a:lnTo>
                  <a:lnTo>
                    <a:pt x="135446" y="390620"/>
                  </a:lnTo>
                  <a:lnTo>
                    <a:pt x="136970" y="391192"/>
                  </a:lnTo>
                  <a:lnTo>
                    <a:pt x="138113" y="392049"/>
                  </a:lnTo>
                  <a:lnTo>
                    <a:pt x="138970" y="393287"/>
                  </a:lnTo>
                  <a:lnTo>
                    <a:pt x="139732" y="394907"/>
                  </a:lnTo>
                  <a:lnTo>
                    <a:pt x="140208" y="396526"/>
                  </a:lnTo>
                  <a:lnTo>
                    <a:pt x="140399" y="398145"/>
                  </a:lnTo>
                  <a:lnTo>
                    <a:pt x="140589" y="401193"/>
                  </a:lnTo>
                  <a:lnTo>
                    <a:pt x="139446" y="403003"/>
                  </a:lnTo>
                  <a:lnTo>
                    <a:pt x="139637" y="404908"/>
                  </a:lnTo>
                  <a:lnTo>
                    <a:pt x="139827" y="406527"/>
                  </a:lnTo>
                  <a:lnTo>
                    <a:pt x="141542" y="404336"/>
                  </a:lnTo>
                  <a:lnTo>
                    <a:pt x="142113" y="403288"/>
                  </a:lnTo>
                  <a:lnTo>
                    <a:pt x="143732" y="401574"/>
                  </a:lnTo>
                  <a:lnTo>
                    <a:pt x="142685" y="399955"/>
                  </a:lnTo>
                  <a:lnTo>
                    <a:pt x="142685" y="397574"/>
                  </a:lnTo>
                  <a:lnTo>
                    <a:pt x="143351" y="394621"/>
                  </a:lnTo>
                  <a:lnTo>
                    <a:pt x="144589" y="391573"/>
                  </a:lnTo>
                  <a:lnTo>
                    <a:pt x="146399" y="389668"/>
                  </a:lnTo>
                  <a:lnTo>
                    <a:pt x="148304" y="387763"/>
                  </a:lnTo>
                  <a:lnTo>
                    <a:pt x="147638" y="385572"/>
                  </a:lnTo>
                  <a:lnTo>
                    <a:pt x="147733" y="383953"/>
                  </a:lnTo>
                  <a:lnTo>
                    <a:pt x="149352" y="380619"/>
                  </a:lnTo>
                  <a:lnTo>
                    <a:pt x="148019" y="380619"/>
                  </a:lnTo>
                  <a:lnTo>
                    <a:pt x="146971" y="380238"/>
                  </a:lnTo>
                  <a:lnTo>
                    <a:pt x="146304" y="379476"/>
                  </a:lnTo>
                  <a:lnTo>
                    <a:pt x="146018" y="378238"/>
                  </a:lnTo>
                  <a:lnTo>
                    <a:pt x="148019" y="379667"/>
                  </a:lnTo>
                  <a:lnTo>
                    <a:pt x="150590" y="380810"/>
                  </a:lnTo>
                  <a:lnTo>
                    <a:pt x="152686" y="380524"/>
                  </a:lnTo>
                  <a:lnTo>
                    <a:pt x="153257" y="377666"/>
                  </a:lnTo>
                  <a:lnTo>
                    <a:pt x="153734" y="377666"/>
                  </a:lnTo>
                  <a:lnTo>
                    <a:pt x="154305" y="379286"/>
                  </a:lnTo>
                  <a:lnTo>
                    <a:pt x="154591" y="379857"/>
                  </a:lnTo>
                  <a:lnTo>
                    <a:pt x="154781" y="380524"/>
                  </a:lnTo>
                  <a:lnTo>
                    <a:pt x="154305" y="381000"/>
                  </a:lnTo>
                  <a:lnTo>
                    <a:pt x="153257" y="381571"/>
                  </a:lnTo>
                  <a:lnTo>
                    <a:pt x="153638" y="382429"/>
                  </a:lnTo>
                  <a:lnTo>
                    <a:pt x="155638" y="381286"/>
                  </a:lnTo>
                  <a:lnTo>
                    <a:pt x="156591" y="381857"/>
                  </a:lnTo>
                  <a:lnTo>
                    <a:pt x="156020" y="383667"/>
                  </a:lnTo>
                  <a:lnTo>
                    <a:pt x="151733" y="388144"/>
                  </a:lnTo>
                  <a:lnTo>
                    <a:pt x="151067" y="390811"/>
                  </a:lnTo>
                  <a:lnTo>
                    <a:pt x="151638" y="391763"/>
                  </a:lnTo>
                  <a:lnTo>
                    <a:pt x="152591" y="391859"/>
                  </a:lnTo>
                  <a:lnTo>
                    <a:pt x="153448" y="391192"/>
                  </a:lnTo>
                  <a:lnTo>
                    <a:pt x="153829" y="389954"/>
                  </a:lnTo>
                  <a:lnTo>
                    <a:pt x="154019" y="388430"/>
                  </a:lnTo>
                  <a:lnTo>
                    <a:pt x="154496" y="387382"/>
                  </a:lnTo>
                  <a:lnTo>
                    <a:pt x="156591" y="385572"/>
                  </a:lnTo>
                  <a:lnTo>
                    <a:pt x="159829" y="381762"/>
                  </a:lnTo>
                  <a:lnTo>
                    <a:pt x="161639" y="380714"/>
                  </a:lnTo>
                  <a:lnTo>
                    <a:pt x="164116" y="381381"/>
                  </a:lnTo>
                  <a:lnTo>
                    <a:pt x="164592" y="380333"/>
                  </a:lnTo>
                  <a:lnTo>
                    <a:pt x="164497" y="379476"/>
                  </a:lnTo>
                  <a:lnTo>
                    <a:pt x="164211" y="378524"/>
                  </a:lnTo>
                  <a:lnTo>
                    <a:pt x="163068" y="376904"/>
                  </a:lnTo>
                  <a:lnTo>
                    <a:pt x="163259" y="375761"/>
                  </a:lnTo>
                  <a:lnTo>
                    <a:pt x="163735" y="374713"/>
                  </a:lnTo>
                  <a:lnTo>
                    <a:pt x="166021" y="370999"/>
                  </a:lnTo>
                  <a:lnTo>
                    <a:pt x="166592" y="369189"/>
                  </a:lnTo>
                  <a:lnTo>
                    <a:pt x="166211" y="367760"/>
                  </a:lnTo>
                  <a:lnTo>
                    <a:pt x="164211" y="367094"/>
                  </a:lnTo>
                  <a:lnTo>
                    <a:pt x="165259" y="366141"/>
                  </a:lnTo>
                  <a:lnTo>
                    <a:pt x="166116" y="365188"/>
                  </a:lnTo>
                  <a:lnTo>
                    <a:pt x="167069" y="364808"/>
                  </a:lnTo>
                  <a:lnTo>
                    <a:pt x="168307" y="365665"/>
                  </a:lnTo>
                  <a:lnTo>
                    <a:pt x="168593" y="368237"/>
                  </a:lnTo>
                  <a:lnTo>
                    <a:pt x="168974" y="369475"/>
                  </a:lnTo>
                  <a:lnTo>
                    <a:pt x="169831" y="369284"/>
                  </a:lnTo>
                  <a:lnTo>
                    <a:pt x="170117" y="368713"/>
                  </a:lnTo>
                  <a:lnTo>
                    <a:pt x="170402" y="367189"/>
                  </a:lnTo>
                  <a:lnTo>
                    <a:pt x="170593" y="366713"/>
                  </a:lnTo>
                  <a:lnTo>
                    <a:pt x="171164" y="366332"/>
                  </a:lnTo>
                  <a:lnTo>
                    <a:pt x="172784" y="365855"/>
                  </a:lnTo>
                  <a:lnTo>
                    <a:pt x="173355" y="365570"/>
                  </a:lnTo>
                  <a:lnTo>
                    <a:pt x="174498" y="364427"/>
                  </a:lnTo>
                  <a:lnTo>
                    <a:pt x="176213" y="362236"/>
                  </a:lnTo>
                  <a:lnTo>
                    <a:pt x="177165" y="361474"/>
                  </a:lnTo>
                  <a:lnTo>
                    <a:pt x="178213" y="361950"/>
                  </a:lnTo>
                  <a:lnTo>
                    <a:pt x="180118" y="360902"/>
                  </a:lnTo>
                  <a:lnTo>
                    <a:pt x="181546" y="360807"/>
                  </a:lnTo>
                  <a:lnTo>
                    <a:pt x="181261" y="360045"/>
                  </a:lnTo>
                  <a:lnTo>
                    <a:pt x="181070" y="359283"/>
                  </a:lnTo>
                  <a:lnTo>
                    <a:pt x="180975" y="357569"/>
                  </a:lnTo>
                  <a:lnTo>
                    <a:pt x="180689" y="357092"/>
                  </a:lnTo>
                  <a:lnTo>
                    <a:pt x="179546" y="356235"/>
                  </a:lnTo>
                  <a:lnTo>
                    <a:pt x="179261" y="355759"/>
                  </a:lnTo>
                  <a:lnTo>
                    <a:pt x="178594" y="353854"/>
                  </a:lnTo>
                  <a:lnTo>
                    <a:pt x="177070" y="353187"/>
                  </a:lnTo>
                  <a:lnTo>
                    <a:pt x="175546" y="353378"/>
                  </a:lnTo>
                  <a:lnTo>
                    <a:pt x="174879" y="353949"/>
                  </a:lnTo>
                  <a:lnTo>
                    <a:pt x="174308" y="354711"/>
                  </a:lnTo>
                  <a:lnTo>
                    <a:pt x="173260" y="355378"/>
                  </a:lnTo>
                  <a:lnTo>
                    <a:pt x="172593" y="355092"/>
                  </a:lnTo>
                  <a:lnTo>
                    <a:pt x="173260" y="352996"/>
                  </a:lnTo>
                  <a:lnTo>
                    <a:pt x="173736" y="352330"/>
                  </a:lnTo>
                  <a:lnTo>
                    <a:pt x="174212" y="352044"/>
                  </a:lnTo>
                  <a:lnTo>
                    <a:pt x="174593" y="351663"/>
                  </a:lnTo>
                  <a:lnTo>
                    <a:pt x="175070" y="349568"/>
                  </a:lnTo>
                  <a:lnTo>
                    <a:pt x="175070" y="348710"/>
                  </a:lnTo>
                  <a:lnTo>
                    <a:pt x="174688" y="348044"/>
                  </a:lnTo>
                  <a:lnTo>
                    <a:pt x="173641" y="347472"/>
                  </a:lnTo>
                  <a:lnTo>
                    <a:pt x="172784" y="348044"/>
                  </a:lnTo>
                  <a:lnTo>
                    <a:pt x="170402" y="348996"/>
                  </a:lnTo>
                  <a:lnTo>
                    <a:pt x="163830" y="349853"/>
                  </a:lnTo>
                  <a:lnTo>
                    <a:pt x="161258" y="348901"/>
                  </a:lnTo>
                  <a:lnTo>
                    <a:pt x="154591" y="343281"/>
                  </a:lnTo>
                  <a:lnTo>
                    <a:pt x="154591" y="342710"/>
                  </a:lnTo>
                  <a:lnTo>
                    <a:pt x="156496" y="342329"/>
                  </a:lnTo>
                  <a:lnTo>
                    <a:pt x="163354" y="343948"/>
                  </a:lnTo>
                  <a:lnTo>
                    <a:pt x="162020" y="342614"/>
                  </a:lnTo>
                  <a:lnTo>
                    <a:pt x="160496" y="342138"/>
                  </a:lnTo>
                  <a:lnTo>
                    <a:pt x="158877" y="342043"/>
                  </a:lnTo>
                  <a:lnTo>
                    <a:pt x="157258" y="341567"/>
                  </a:lnTo>
                  <a:lnTo>
                    <a:pt x="160592" y="340805"/>
                  </a:lnTo>
                  <a:lnTo>
                    <a:pt x="164116" y="341757"/>
                  </a:lnTo>
                  <a:lnTo>
                    <a:pt x="170879" y="344519"/>
                  </a:lnTo>
                  <a:lnTo>
                    <a:pt x="172974" y="344614"/>
                  </a:lnTo>
                  <a:lnTo>
                    <a:pt x="172879" y="343853"/>
                  </a:lnTo>
                  <a:lnTo>
                    <a:pt x="171831" y="342900"/>
                  </a:lnTo>
                  <a:lnTo>
                    <a:pt x="171164" y="342424"/>
                  </a:lnTo>
                  <a:lnTo>
                    <a:pt x="171736" y="341567"/>
                  </a:lnTo>
                  <a:lnTo>
                    <a:pt x="171926" y="341090"/>
                  </a:lnTo>
                  <a:lnTo>
                    <a:pt x="172307" y="340900"/>
                  </a:lnTo>
                  <a:lnTo>
                    <a:pt x="173355" y="340900"/>
                  </a:lnTo>
                  <a:lnTo>
                    <a:pt x="174117" y="340614"/>
                  </a:lnTo>
                  <a:lnTo>
                    <a:pt x="174688" y="339947"/>
                  </a:lnTo>
                  <a:lnTo>
                    <a:pt x="175832" y="338423"/>
                  </a:lnTo>
                  <a:lnTo>
                    <a:pt x="174688" y="337376"/>
                  </a:lnTo>
                  <a:lnTo>
                    <a:pt x="172784" y="336613"/>
                  </a:lnTo>
                  <a:lnTo>
                    <a:pt x="169450" y="336137"/>
                  </a:lnTo>
                  <a:lnTo>
                    <a:pt x="169164" y="335280"/>
                  </a:lnTo>
                  <a:lnTo>
                    <a:pt x="170593" y="333661"/>
                  </a:lnTo>
                  <a:lnTo>
                    <a:pt x="171926" y="332899"/>
                  </a:lnTo>
                  <a:lnTo>
                    <a:pt x="171450" y="334518"/>
                  </a:lnTo>
                  <a:lnTo>
                    <a:pt x="172879" y="335185"/>
                  </a:lnTo>
                  <a:lnTo>
                    <a:pt x="174212" y="334709"/>
                  </a:lnTo>
                  <a:lnTo>
                    <a:pt x="174784" y="333375"/>
                  </a:lnTo>
                  <a:lnTo>
                    <a:pt x="174117" y="331470"/>
                  </a:lnTo>
                  <a:lnTo>
                    <a:pt x="174688" y="329755"/>
                  </a:lnTo>
                  <a:lnTo>
                    <a:pt x="178499" y="331470"/>
                  </a:lnTo>
                  <a:lnTo>
                    <a:pt x="179356" y="332613"/>
                  </a:lnTo>
                  <a:lnTo>
                    <a:pt x="179927" y="332708"/>
                  </a:lnTo>
                  <a:lnTo>
                    <a:pt x="180118" y="331470"/>
                  </a:lnTo>
                  <a:lnTo>
                    <a:pt x="180880" y="330613"/>
                  </a:lnTo>
                  <a:lnTo>
                    <a:pt x="181546" y="329565"/>
                  </a:lnTo>
                  <a:lnTo>
                    <a:pt x="182023" y="328327"/>
                  </a:lnTo>
                  <a:lnTo>
                    <a:pt x="182309" y="326327"/>
                  </a:lnTo>
                  <a:lnTo>
                    <a:pt x="182594" y="326136"/>
                  </a:lnTo>
                  <a:lnTo>
                    <a:pt x="183071" y="326136"/>
                  </a:lnTo>
                  <a:lnTo>
                    <a:pt x="183642" y="325755"/>
                  </a:lnTo>
                  <a:lnTo>
                    <a:pt x="183928" y="323088"/>
                  </a:lnTo>
                  <a:lnTo>
                    <a:pt x="185642" y="324898"/>
                  </a:lnTo>
                  <a:lnTo>
                    <a:pt x="186119" y="326231"/>
                  </a:lnTo>
                  <a:lnTo>
                    <a:pt x="185833" y="327470"/>
                  </a:lnTo>
                  <a:lnTo>
                    <a:pt x="185071" y="329089"/>
                  </a:lnTo>
                  <a:lnTo>
                    <a:pt x="186119" y="329089"/>
                  </a:lnTo>
                  <a:lnTo>
                    <a:pt x="187357" y="329375"/>
                  </a:lnTo>
                  <a:lnTo>
                    <a:pt x="188309" y="329946"/>
                  </a:lnTo>
                  <a:lnTo>
                    <a:pt x="188404" y="330899"/>
                  </a:lnTo>
                  <a:lnTo>
                    <a:pt x="187547" y="331375"/>
                  </a:lnTo>
                  <a:lnTo>
                    <a:pt x="186500" y="331184"/>
                  </a:lnTo>
                  <a:lnTo>
                    <a:pt x="185738" y="331470"/>
                  </a:lnTo>
                  <a:lnTo>
                    <a:pt x="185738" y="333375"/>
                  </a:lnTo>
                  <a:lnTo>
                    <a:pt x="186785" y="335089"/>
                  </a:lnTo>
                  <a:lnTo>
                    <a:pt x="188786" y="336423"/>
                  </a:lnTo>
                  <a:lnTo>
                    <a:pt x="190595" y="336233"/>
                  </a:lnTo>
                  <a:lnTo>
                    <a:pt x="191262" y="333375"/>
                  </a:lnTo>
                  <a:lnTo>
                    <a:pt x="192310" y="333851"/>
                  </a:lnTo>
                  <a:lnTo>
                    <a:pt x="193072" y="333470"/>
                  </a:lnTo>
                  <a:lnTo>
                    <a:pt x="193643" y="332613"/>
                  </a:lnTo>
                  <a:lnTo>
                    <a:pt x="194024" y="331470"/>
                  </a:lnTo>
                  <a:lnTo>
                    <a:pt x="195834" y="332327"/>
                  </a:lnTo>
                  <a:lnTo>
                    <a:pt x="196691" y="332422"/>
                  </a:lnTo>
                  <a:lnTo>
                    <a:pt x="197263" y="332137"/>
                  </a:lnTo>
                  <a:lnTo>
                    <a:pt x="199358" y="332804"/>
                  </a:lnTo>
                  <a:lnTo>
                    <a:pt x="201644" y="332137"/>
                  </a:lnTo>
                  <a:lnTo>
                    <a:pt x="203645" y="330708"/>
                  </a:lnTo>
                  <a:lnTo>
                    <a:pt x="204978" y="329184"/>
                  </a:lnTo>
                  <a:lnTo>
                    <a:pt x="203263" y="324993"/>
                  </a:lnTo>
                  <a:lnTo>
                    <a:pt x="204121" y="324326"/>
                  </a:lnTo>
                  <a:lnTo>
                    <a:pt x="204978" y="323183"/>
                  </a:lnTo>
                  <a:lnTo>
                    <a:pt x="205645" y="322612"/>
                  </a:lnTo>
                  <a:lnTo>
                    <a:pt x="205930" y="323469"/>
                  </a:lnTo>
                  <a:lnTo>
                    <a:pt x="205930" y="326136"/>
                  </a:lnTo>
                  <a:lnTo>
                    <a:pt x="205740" y="327374"/>
                  </a:lnTo>
                  <a:lnTo>
                    <a:pt x="205359" y="328517"/>
                  </a:lnTo>
                  <a:lnTo>
                    <a:pt x="206693" y="328708"/>
                  </a:lnTo>
                  <a:lnTo>
                    <a:pt x="209074" y="329946"/>
                  </a:lnTo>
                  <a:lnTo>
                    <a:pt x="209931" y="330232"/>
                  </a:lnTo>
                  <a:lnTo>
                    <a:pt x="211169" y="330422"/>
                  </a:lnTo>
                  <a:lnTo>
                    <a:pt x="216789" y="333851"/>
                  </a:lnTo>
                  <a:lnTo>
                    <a:pt x="217361" y="334613"/>
                  </a:lnTo>
                  <a:lnTo>
                    <a:pt x="216027" y="334994"/>
                  </a:lnTo>
                  <a:lnTo>
                    <a:pt x="215455" y="335280"/>
                  </a:lnTo>
                  <a:lnTo>
                    <a:pt x="215170" y="335947"/>
                  </a:lnTo>
                  <a:lnTo>
                    <a:pt x="215170" y="336709"/>
                  </a:lnTo>
                  <a:lnTo>
                    <a:pt x="215265" y="337376"/>
                  </a:lnTo>
                  <a:lnTo>
                    <a:pt x="215455" y="338328"/>
                  </a:lnTo>
                  <a:lnTo>
                    <a:pt x="215741" y="338423"/>
                  </a:lnTo>
                  <a:lnTo>
                    <a:pt x="216027" y="338138"/>
                  </a:lnTo>
                  <a:lnTo>
                    <a:pt x="216313" y="337947"/>
                  </a:lnTo>
                  <a:lnTo>
                    <a:pt x="218408" y="337471"/>
                  </a:lnTo>
                  <a:lnTo>
                    <a:pt x="220789" y="335947"/>
                  </a:lnTo>
                  <a:lnTo>
                    <a:pt x="222885" y="333946"/>
                  </a:lnTo>
                  <a:lnTo>
                    <a:pt x="224028" y="332042"/>
                  </a:lnTo>
                  <a:lnTo>
                    <a:pt x="224219" y="330137"/>
                  </a:lnTo>
                  <a:lnTo>
                    <a:pt x="223361" y="329755"/>
                  </a:lnTo>
                  <a:lnTo>
                    <a:pt x="222313" y="329755"/>
                  </a:lnTo>
                  <a:lnTo>
                    <a:pt x="221742" y="328803"/>
                  </a:lnTo>
                  <a:lnTo>
                    <a:pt x="221742" y="327088"/>
                  </a:lnTo>
                  <a:lnTo>
                    <a:pt x="221933" y="325660"/>
                  </a:lnTo>
                  <a:lnTo>
                    <a:pt x="222409" y="324326"/>
                  </a:lnTo>
                  <a:lnTo>
                    <a:pt x="223361" y="322993"/>
                  </a:lnTo>
                  <a:lnTo>
                    <a:pt x="224314" y="323945"/>
                  </a:lnTo>
                  <a:lnTo>
                    <a:pt x="225076" y="324993"/>
                  </a:lnTo>
                  <a:lnTo>
                    <a:pt x="225838" y="325469"/>
                  </a:lnTo>
                  <a:lnTo>
                    <a:pt x="226886" y="324612"/>
                  </a:lnTo>
                  <a:lnTo>
                    <a:pt x="228600" y="322040"/>
                  </a:lnTo>
                  <a:lnTo>
                    <a:pt x="229553" y="321088"/>
                  </a:lnTo>
                  <a:lnTo>
                    <a:pt x="230696" y="320707"/>
                  </a:lnTo>
                  <a:lnTo>
                    <a:pt x="230791" y="320326"/>
                  </a:lnTo>
                  <a:lnTo>
                    <a:pt x="232029" y="318040"/>
                  </a:lnTo>
                  <a:lnTo>
                    <a:pt x="231934" y="317087"/>
                  </a:lnTo>
                  <a:lnTo>
                    <a:pt x="231648" y="316611"/>
                  </a:lnTo>
                  <a:lnTo>
                    <a:pt x="230314" y="315944"/>
                  </a:lnTo>
                  <a:lnTo>
                    <a:pt x="229171" y="316421"/>
                  </a:lnTo>
                  <a:lnTo>
                    <a:pt x="228505" y="316421"/>
                  </a:lnTo>
                  <a:lnTo>
                    <a:pt x="228219" y="315563"/>
                  </a:lnTo>
                  <a:lnTo>
                    <a:pt x="228219" y="314611"/>
                  </a:lnTo>
                  <a:lnTo>
                    <a:pt x="228124" y="313849"/>
                  </a:lnTo>
                  <a:lnTo>
                    <a:pt x="227838" y="313277"/>
                  </a:lnTo>
                  <a:lnTo>
                    <a:pt x="227076" y="312801"/>
                  </a:lnTo>
                  <a:lnTo>
                    <a:pt x="226695" y="313563"/>
                  </a:lnTo>
                  <a:lnTo>
                    <a:pt x="225838" y="314325"/>
                  </a:lnTo>
                  <a:lnTo>
                    <a:pt x="224314" y="315278"/>
                  </a:lnTo>
                  <a:lnTo>
                    <a:pt x="223742" y="315278"/>
                  </a:lnTo>
                  <a:lnTo>
                    <a:pt x="222980" y="315182"/>
                  </a:lnTo>
                  <a:lnTo>
                    <a:pt x="222313" y="315182"/>
                  </a:lnTo>
                  <a:lnTo>
                    <a:pt x="222028" y="315468"/>
                  </a:lnTo>
                  <a:lnTo>
                    <a:pt x="221837" y="316039"/>
                  </a:lnTo>
                  <a:lnTo>
                    <a:pt x="221361" y="315563"/>
                  </a:lnTo>
                  <a:lnTo>
                    <a:pt x="220218" y="313087"/>
                  </a:lnTo>
                  <a:lnTo>
                    <a:pt x="220218" y="312039"/>
                  </a:lnTo>
                  <a:lnTo>
                    <a:pt x="220409" y="310991"/>
                  </a:lnTo>
                  <a:lnTo>
                    <a:pt x="220313" y="309753"/>
                  </a:lnTo>
                  <a:lnTo>
                    <a:pt x="219742" y="308705"/>
                  </a:lnTo>
                  <a:lnTo>
                    <a:pt x="216503" y="306134"/>
                  </a:lnTo>
                  <a:lnTo>
                    <a:pt x="218408" y="307086"/>
                  </a:lnTo>
                  <a:lnTo>
                    <a:pt x="220694" y="307658"/>
                  </a:lnTo>
                  <a:lnTo>
                    <a:pt x="222885" y="307753"/>
                  </a:lnTo>
                  <a:lnTo>
                    <a:pt x="224504" y="307086"/>
                  </a:lnTo>
                  <a:lnTo>
                    <a:pt x="224695" y="306038"/>
                  </a:lnTo>
                  <a:lnTo>
                    <a:pt x="223838" y="304991"/>
                  </a:lnTo>
                  <a:lnTo>
                    <a:pt x="222695" y="304133"/>
                  </a:lnTo>
                  <a:lnTo>
                    <a:pt x="222123" y="303467"/>
                  </a:lnTo>
                  <a:lnTo>
                    <a:pt x="222409" y="302705"/>
                  </a:lnTo>
                  <a:lnTo>
                    <a:pt x="223838" y="301276"/>
                  </a:lnTo>
                  <a:lnTo>
                    <a:pt x="224314" y="300133"/>
                  </a:lnTo>
                  <a:lnTo>
                    <a:pt x="225076" y="301562"/>
                  </a:lnTo>
                  <a:lnTo>
                    <a:pt x="225552" y="302133"/>
                  </a:lnTo>
                  <a:lnTo>
                    <a:pt x="226028" y="302514"/>
                  </a:lnTo>
                  <a:lnTo>
                    <a:pt x="225743" y="303467"/>
                  </a:lnTo>
                  <a:lnTo>
                    <a:pt x="225743" y="304514"/>
                  </a:lnTo>
                  <a:lnTo>
                    <a:pt x="226028" y="305181"/>
                  </a:lnTo>
                  <a:lnTo>
                    <a:pt x="226600" y="304895"/>
                  </a:lnTo>
                  <a:lnTo>
                    <a:pt x="226790" y="304229"/>
                  </a:lnTo>
                  <a:lnTo>
                    <a:pt x="226600" y="301276"/>
                  </a:lnTo>
                  <a:lnTo>
                    <a:pt x="227552" y="302038"/>
                  </a:lnTo>
                  <a:lnTo>
                    <a:pt x="228600" y="303276"/>
                  </a:lnTo>
                  <a:lnTo>
                    <a:pt x="229362" y="304705"/>
                  </a:lnTo>
                  <a:lnTo>
                    <a:pt x="229362" y="306038"/>
                  </a:lnTo>
                  <a:lnTo>
                    <a:pt x="228981" y="306229"/>
                  </a:lnTo>
                  <a:lnTo>
                    <a:pt x="227552" y="306705"/>
                  </a:lnTo>
                  <a:lnTo>
                    <a:pt x="227076" y="307181"/>
                  </a:lnTo>
                  <a:lnTo>
                    <a:pt x="226790" y="308229"/>
                  </a:lnTo>
                  <a:lnTo>
                    <a:pt x="226886" y="308896"/>
                  </a:lnTo>
                  <a:lnTo>
                    <a:pt x="227362" y="309372"/>
                  </a:lnTo>
                  <a:lnTo>
                    <a:pt x="228124" y="309658"/>
                  </a:lnTo>
                  <a:lnTo>
                    <a:pt x="229743" y="308991"/>
                  </a:lnTo>
                  <a:lnTo>
                    <a:pt x="231838" y="308420"/>
                  </a:lnTo>
                  <a:lnTo>
                    <a:pt x="233267" y="307562"/>
                  </a:lnTo>
                  <a:lnTo>
                    <a:pt x="233077" y="306038"/>
                  </a:lnTo>
                  <a:lnTo>
                    <a:pt x="234220" y="305562"/>
                  </a:lnTo>
                  <a:lnTo>
                    <a:pt x="235077" y="305848"/>
                  </a:lnTo>
                  <a:lnTo>
                    <a:pt x="235839" y="306419"/>
                  </a:lnTo>
                  <a:lnTo>
                    <a:pt x="236887" y="306800"/>
                  </a:lnTo>
                  <a:lnTo>
                    <a:pt x="237839" y="306514"/>
                  </a:lnTo>
                  <a:lnTo>
                    <a:pt x="240125" y="305562"/>
                  </a:lnTo>
                  <a:lnTo>
                    <a:pt x="240983" y="305753"/>
                  </a:lnTo>
                  <a:lnTo>
                    <a:pt x="242602" y="306896"/>
                  </a:lnTo>
                  <a:lnTo>
                    <a:pt x="244697" y="307372"/>
                  </a:lnTo>
                  <a:lnTo>
                    <a:pt x="246888" y="307277"/>
                  </a:lnTo>
                  <a:lnTo>
                    <a:pt x="248793" y="306705"/>
                  </a:lnTo>
                  <a:lnTo>
                    <a:pt x="248793" y="306229"/>
                  </a:lnTo>
                  <a:lnTo>
                    <a:pt x="248698" y="306134"/>
                  </a:lnTo>
                  <a:lnTo>
                    <a:pt x="248507" y="306134"/>
                  </a:lnTo>
                  <a:lnTo>
                    <a:pt x="248221" y="306038"/>
                  </a:lnTo>
                  <a:lnTo>
                    <a:pt x="248412" y="305562"/>
                  </a:lnTo>
                  <a:lnTo>
                    <a:pt x="248507" y="305371"/>
                  </a:lnTo>
                  <a:lnTo>
                    <a:pt x="248412" y="305181"/>
                  </a:lnTo>
                  <a:lnTo>
                    <a:pt x="248126" y="304705"/>
                  </a:lnTo>
                  <a:lnTo>
                    <a:pt x="245269" y="305848"/>
                  </a:lnTo>
                  <a:lnTo>
                    <a:pt x="243364" y="304038"/>
                  </a:lnTo>
                  <a:lnTo>
                    <a:pt x="242697" y="301371"/>
                  </a:lnTo>
                  <a:lnTo>
                    <a:pt x="243554" y="300038"/>
                  </a:lnTo>
                  <a:lnTo>
                    <a:pt x="246507" y="299752"/>
                  </a:lnTo>
                  <a:lnTo>
                    <a:pt x="247745" y="299942"/>
                  </a:lnTo>
                  <a:lnTo>
                    <a:pt x="248221" y="300895"/>
                  </a:lnTo>
                  <a:lnTo>
                    <a:pt x="248793" y="301752"/>
                  </a:lnTo>
                  <a:lnTo>
                    <a:pt x="250031" y="301466"/>
                  </a:lnTo>
                  <a:lnTo>
                    <a:pt x="251365" y="300514"/>
                  </a:lnTo>
                  <a:lnTo>
                    <a:pt x="252032" y="299371"/>
                  </a:lnTo>
                  <a:lnTo>
                    <a:pt x="251651" y="299561"/>
                  </a:lnTo>
                  <a:lnTo>
                    <a:pt x="250412" y="299942"/>
                  </a:lnTo>
                  <a:lnTo>
                    <a:pt x="249650" y="297656"/>
                  </a:lnTo>
                  <a:lnTo>
                    <a:pt x="249364" y="296323"/>
                  </a:lnTo>
                  <a:lnTo>
                    <a:pt x="249650" y="295751"/>
                  </a:lnTo>
                  <a:lnTo>
                    <a:pt x="250222" y="295180"/>
                  </a:lnTo>
                  <a:lnTo>
                    <a:pt x="250698" y="293846"/>
                  </a:lnTo>
                  <a:lnTo>
                    <a:pt x="250984" y="292418"/>
                  </a:lnTo>
                  <a:lnTo>
                    <a:pt x="251079" y="291560"/>
                  </a:lnTo>
                  <a:lnTo>
                    <a:pt x="250508" y="291275"/>
                  </a:lnTo>
                  <a:lnTo>
                    <a:pt x="249936" y="292418"/>
                  </a:lnTo>
                  <a:lnTo>
                    <a:pt x="249079" y="294894"/>
                  </a:lnTo>
                  <a:lnTo>
                    <a:pt x="248031" y="295561"/>
                  </a:lnTo>
                  <a:lnTo>
                    <a:pt x="246983" y="295656"/>
                  </a:lnTo>
                  <a:lnTo>
                    <a:pt x="245936" y="295370"/>
                  </a:lnTo>
                  <a:lnTo>
                    <a:pt x="244983" y="294608"/>
                  </a:lnTo>
                  <a:lnTo>
                    <a:pt x="245554" y="293942"/>
                  </a:lnTo>
                  <a:lnTo>
                    <a:pt x="242411" y="292989"/>
                  </a:lnTo>
                  <a:lnTo>
                    <a:pt x="240983" y="292322"/>
                  </a:lnTo>
                  <a:lnTo>
                    <a:pt x="239554" y="290894"/>
                  </a:lnTo>
                  <a:lnTo>
                    <a:pt x="238696" y="289370"/>
                  </a:lnTo>
                  <a:lnTo>
                    <a:pt x="238696" y="288227"/>
                  </a:lnTo>
                  <a:lnTo>
                    <a:pt x="239363" y="287179"/>
                  </a:lnTo>
                  <a:lnTo>
                    <a:pt x="240125" y="286988"/>
                  </a:lnTo>
                  <a:lnTo>
                    <a:pt x="241554" y="286512"/>
                  </a:lnTo>
                  <a:lnTo>
                    <a:pt x="242983" y="286798"/>
                  </a:lnTo>
                  <a:lnTo>
                    <a:pt x="244412" y="286893"/>
                  </a:lnTo>
                  <a:lnTo>
                    <a:pt x="245554" y="286607"/>
                  </a:lnTo>
                  <a:lnTo>
                    <a:pt x="246221" y="286226"/>
                  </a:lnTo>
                  <a:lnTo>
                    <a:pt x="246602" y="285845"/>
                  </a:lnTo>
                  <a:lnTo>
                    <a:pt x="246793" y="285369"/>
                  </a:lnTo>
                  <a:lnTo>
                    <a:pt x="246793" y="283750"/>
                  </a:lnTo>
                  <a:lnTo>
                    <a:pt x="247364" y="282416"/>
                  </a:lnTo>
                  <a:lnTo>
                    <a:pt x="248698" y="280702"/>
                  </a:lnTo>
                  <a:lnTo>
                    <a:pt x="248888" y="279749"/>
                  </a:lnTo>
                  <a:lnTo>
                    <a:pt x="247936" y="278797"/>
                  </a:lnTo>
                  <a:lnTo>
                    <a:pt x="246697" y="278511"/>
                  </a:lnTo>
                  <a:lnTo>
                    <a:pt x="245459" y="278702"/>
                  </a:lnTo>
                  <a:lnTo>
                    <a:pt x="244507" y="279273"/>
                  </a:lnTo>
                  <a:lnTo>
                    <a:pt x="244030" y="280035"/>
                  </a:lnTo>
                  <a:lnTo>
                    <a:pt x="243554" y="278606"/>
                  </a:lnTo>
                  <a:lnTo>
                    <a:pt x="243935" y="277463"/>
                  </a:lnTo>
                  <a:lnTo>
                    <a:pt x="243745" y="276701"/>
                  </a:lnTo>
                  <a:lnTo>
                    <a:pt x="241554" y="276416"/>
                  </a:lnTo>
                  <a:lnTo>
                    <a:pt x="240030" y="275749"/>
                  </a:lnTo>
                  <a:lnTo>
                    <a:pt x="240887" y="274320"/>
                  </a:lnTo>
                  <a:lnTo>
                    <a:pt x="242602" y="273082"/>
                  </a:lnTo>
                  <a:lnTo>
                    <a:pt x="243459" y="272987"/>
                  </a:lnTo>
                  <a:lnTo>
                    <a:pt x="244316" y="272510"/>
                  </a:lnTo>
                  <a:lnTo>
                    <a:pt x="249555" y="270891"/>
                  </a:lnTo>
                  <a:lnTo>
                    <a:pt x="253079" y="271272"/>
                  </a:lnTo>
                  <a:lnTo>
                    <a:pt x="252889" y="272891"/>
                  </a:lnTo>
                  <a:lnTo>
                    <a:pt x="250888" y="273368"/>
                  </a:lnTo>
                  <a:lnTo>
                    <a:pt x="249269" y="274130"/>
                  </a:lnTo>
                  <a:lnTo>
                    <a:pt x="248412" y="275749"/>
                  </a:lnTo>
                  <a:lnTo>
                    <a:pt x="249841" y="276130"/>
                  </a:lnTo>
                  <a:lnTo>
                    <a:pt x="253651" y="275654"/>
                  </a:lnTo>
                  <a:lnTo>
                    <a:pt x="255461" y="275939"/>
                  </a:lnTo>
                  <a:lnTo>
                    <a:pt x="256413" y="276701"/>
                  </a:lnTo>
                  <a:lnTo>
                    <a:pt x="256413" y="277844"/>
                  </a:lnTo>
                  <a:lnTo>
                    <a:pt x="255556" y="279368"/>
                  </a:lnTo>
                  <a:lnTo>
                    <a:pt x="253555" y="281750"/>
                  </a:lnTo>
                  <a:lnTo>
                    <a:pt x="253175" y="283369"/>
                  </a:lnTo>
                  <a:lnTo>
                    <a:pt x="254413" y="284797"/>
                  </a:lnTo>
                  <a:lnTo>
                    <a:pt x="254508" y="283178"/>
                  </a:lnTo>
                  <a:lnTo>
                    <a:pt x="255079" y="281940"/>
                  </a:lnTo>
                  <a:lnTo>
                    <a:pt x="256032" y="281464"/>
                  </a:lnTo>
                  <a:lnTo>
                    <a:pt x="257175" y="282416"/>
                  </a:lnTo>
                  <a:lnTo>
                    <a:pt x="256794" y="282988"/>
                  </a:lnTo>
                  <a:lnTo>
                    <a:pt x="256032" y="284797"/>
                  </a:lnTo>
                  <a:lnTo>
                    <a:pt x="258032" y="285750"/>
                  </a:lnTo>
                  <a:lnTo>
                    <a:pt x="258794" y="285941"/>
                  </a:lnTo>
                  <a:lnTo>
                    <a:pt x="258509" y="285655"/>
                  </a:lnTo>
                  <a:lnTo>
                    <a:pt x="258318" y="285369"/>
                  </a:lnTo>
                  <a:lnTo>
                    <a:pt x="258128" y="285083"/>
                  </a:lnTo>
                  <a:lnTo>
                    <a:pt x="257746" y="284797"/>
                  </a:lnTo>
                  <a:lnTo>
                    <a:pt x="258413" y="283845"/>
                  </a:lnTo>
                  <a:lnTo>
                    <a:pt x="259271" y="284036"/>
                  </a:lnTo>
                  <a:lnTo>
                    <a:pt x="260318" y="284607"/>
                  </a:lnTo>
                  <a:lnTo>
                    <a:pt x="261652" y="284797"/>
                  </a:lnTo>
                  <a:lnTo>
                    <a:pt x="262985" y="284226"/>
                  </a:lnTo>
                  <a:lnTo>
                    <a:pt x="263271" y="283464"/>
                  </a:lnTo>
                  <a:lnTo>
                    <a:pt x="262795" y="283083"/>
                  </a:lnTo>
                  <a:lnTo>
                    <a:pt x="261747" y="283559"/>
                  </a:lnTo>
                  <a:lnTo>
                    <a:pt x="261366" y="282702"/>
                  </a:lnTo>
                  <a:lnTo>
                    <a:pt x="260985" y="282130"/>
                  </a:lnTo>
                  <a:lnTo>
                    <a:pt x="260604" y="281654"/>
                  </a:lnTo>
                  <a:lnTo>
                    <a:pt x="260128" y="280607"/>
                  </a:lnTo>
                  <a:lnTo>
                    <a:pt x="259366" y="279749"/>
                  </a:lnTo>
                  <a:lnTo>
                    <a:pt x="259175" y="278511"/>
                  </a:lnTo>
                  <a:lnTo>
                    <a:pt x="260318" y="276987"/>
                  </a:lnTo>
                  <a:lnTo>
                    <a:pt x="262414" y="276320"/>
                  </a:lnTo>
                  <a:lnTo>
                    <a:pt x="263366" y="277559"/>
                  </a:lnTo>
                  <a:lnTo>
                    <a:pt x="264319" y="278892"/>
                  </a:lnTo>
                  <a:lnTo>
                    <a:pt x="265176" y="280226"/>
                  </a:lnTo>
                  <a:lnTo>
                    <a:pt x="266510" y="279749"/>
                  </a:lnTo>
                  <a:lnTo>
                    <a:pt x="268129" y="279368"/>
                  </a:lnTo>
                  <a:lnTo>
                    <a:pt x="269462" y="278797"/>
                  </a:lnTo>
                  <a:lnTo>
                    <a:pt x="270510" y="279083"/>
                  </a:lnTo>
                  <a:lnTo>
                    <a:pt x="271558" y="280321"/>
                  </a:lnTo>
                  <a:lnTo>
                    <a:pt x="273653" y="280035"/>
                  </a:lnTo>
                  <a:lnTo>
                    <a:pt x="274225" y="279178"/>
                  </a:lnTo>
                  <a:lnTo>
                    <a:pt x="272891" y="275463"/>
                  </a:lnTo>
                  <a:lnTo>
                    <a:pt x="273558" y="274606"/>
                  </a:lnTo>
                  <a:lnTo>
                    <a:pt x="276987" y="274892"/>
                  </a:lnTo>
                  <a:lnTo>
                    <a:pt x="278606" y="274511"/>
                  </a:lnTo>
                  <a:lnTo>
                    <a:pt x="279273" y="273082"/>
                  </a:lnTo>
                  <a:lnTo>
                    <a:pt x="278892" y="272225"/>
                  </a:lnTo>
                  <a:lnTo>
                    <a:pt x="277939" y="271844"/>
                  </a:lnTo>
                  <a:lnTo>
                    <a:pt x="276987" y="271558"/>
                  </a:lnTo>
                  <a:lnTo>
                    <a:pt x="276511" y="271177"/>
                  </a:lnTo>
                  <a:lnTo>
                    <a:pt x="274796" y="268700"/>
                  </a:lnTo>
                  <a:lnTo>
                    <a:pt x="274320" y="267843"/>
                  </a:lnTo>
                  <a:lnTo>
                    <a:pt x="274892" y="267843"/>
                  </a:lnTo>
                  <a:lnTo>
                    <a:pt x="274511" y="267367"/>
                  </a:lnTo>
                  <a:lnTo>
                    <a:pt x="274130" y="267081"/>
                  </a:lnTo>
                  <a:lnTo>
                    <a:pt x="273272" y="266700"/>
                  </a:lnTo>
                  <a:lnTo>
                    <a:pt x="272987" y="267748"/>
                  </a:lnTo>
                  <a:lnTo>
                    <a:pt x="272320" y="267843"/>
                  </a:lnTo>
                  <a:lnTo>
                    <a:pt x="271463" y="267367"/>
                  </a:lnTo>
                  <a:lnTo>
                    <a:pt x="270605" y="266700"/>
                  </a:lnTo>
                  <a:lnTo>
                    <a:pt x="270415" y="268224"/>
                  </a:lnTo>
                  <a:lnTo>
                    <a:pt x="269938" y="269748"/>
                  </a:lnTo>
                  <a:lnTo>
                    <a:pt x="269272" y="271082"/>
                  </a:lnTo>
                  <a:lnTo>
                    <a:pt x="268510" y="272034"/>
                  </a:lnTo>
                  <a:lnTo>
                    <a:pt x="267271" y="272891"/>
                  </a:lnTo>
                  <a:lnTo>
                    <a:pt x="266891" y="272605"/>
                  </a:lnTo>
                  <a:lnTo>
                    <a:pt x="266605" y="271558"/>
                  </a:lnTo>
                  <a:lnTo>
                    <a:pt x="265652" y="270320"/>
                  </a:lnTo>
                  <a:lnTo>
                    <a:pt x="266510" y="269367"/>
                  </a:lnTo>
                  <a:lnTo>
                    <a:pt x="267271" y="268796"/>
                  </a:lnTo>
                  <a:lnTo>
                    <a:pt x="268986" y="267938"/>
                  </a:lnTo>
                  <a:lnTo>
                    <a:pt x="267367" y="264319"/>
                  </a:lnTo>
                  <a:lnTo>
                    <a:pt x="266700" y="264319"/>
                  </a:lnTo>
                  <a:lnTo>
                    <a:pt x="266510" y="265747"/>
                  </a:lnTo>
                  <a:lnTo>
                    <a:pt x="265747" y="266891"/>
                  </a:lnTo>
                  <a:lnTo>
                    <a:pt x="264986" y="267271"/>
                  </a:lnTo>
                  <a:lnTo>
                    <a:pt x="264605" y="266510"/>
                  </a:lnTo>
                  <a:lnTo>
                    <a:pt x="264319" y="265176"/>
                  </a:lnTo>
                  <a:lnTo>
                    <a:pt x="263652" y="264033"/>
                  </a:lnTo>
                  <a:lnTo>
                    <a:pt x="259842" y="260128"/>
                  </a:lnTo>
                  <a:lnTo>
                    <a:pt x="259271" y="258985"/>
                  </a:lnTo>
                  <a:lnTo>
                    <a:pt x="260413" y="258413"/>
                  </a:lnTo>
                  <a:lnTo>
                    <a:pt x="261366" y="258128"/>
                  </a:lnTo>
                  <a:lnTo>
                    <a:pt x="263938" y="256508"/>
                  </a:lnTo>
                  <a:lnTo>
                    <a:pt x="264795" y="255746"/>
                  </a:lnTo>
                  <a:lnTo>
                    <a:pt x="265747" y="255079"/>
                  </a:lnTo>
                  <a:lnTo>
                    <a:pt x="268319" y="254603"/>
                  </a:lnTo>
                  <a:lnTo>
                    <a:pt x="269462" y="254222"/>
                  </a:lnTo>
                  <a:lnTo>
                    <a:pt x="270129" y="253651"/>
                  </a:lnTo>
                  <a:lnTo>
                    <a:pt x="271939" y="250984"/>
                  </a:lnTo>
                  <a:lnTo>
                    <a:pt x="272605" y="249650"/>
                  </a:lnTo>
                  <a:lnTo>
                    <a:pt x="272891" y="246983"/>
                  </a:lnTo>
                  <a:lnTo>
                    <a:pt x="273368" y="245840"/>
                  </a:lnTo>
                  <a:lnTo>
                    <a:pt x="275939" y="245174"/>
                  </a:lnTo>
                  <a:lnTo>
                    <a:pt x="276796" y="244316"/>
                  </a:lnTo>
                  <a:lnTo>
                    <a:pt x="275463" y="242792"/>
                  </a:lnTo>
                  <a:lnTo>
                    <a:pt x="276892" y="242221"/>
                  </a:lnTo>
                  <a:lnTo>
                    <a:pt x="278511" y="242411"/>
                  </a:lnTo>
                  <a:lnTo>
                    <a:pt x="279559" y="243173"/>
                  </a:lnTo>
                  <a:lnTo>
                    <a:pt x="279273" y="244507"/>
                  </a:lnTo>
                  <a:lnTo>
                    <a:pt x="279845" y="245174"/>
                  </a:lnTo>
                  <a:lnTo>
                    <a:pt x="280226" y="244697"/>
                  </a:lnTo>
                  <a:lnTo>
                    <a:pt x="280511" y="244412"/>
                  </a:lnTo>
                  <a:lnTo>
                    <a:pt x="281464" y="243840"/>
                  </a:lnTo>
                  <a:lnTo>
                    <a:pt x="279463" y="247364"/>
                  </a:lnTo>
                  <a:lnTo>
                    <a:pt x="279178" y="248317"/>
                  </a:lnTo>
                  <a:lnTo>
                    <a:pt x="279463" y="249460"/>
                  </a:lnTo>
                  <a:lnTo>
                    <a:pt x="280226" y="250031"/>
                  </a:lnTo>
                  <a:lnTo>
                    <a:pt x="286321" y="250984"/>
                  </a:lnTo>
                  <a:lnTo>
                    <a:pt x="286893" y="251365"/>
                  </a:lnTo>
                  <a:lnTo>
                    <a:pt x="286607" y="252698"/>
                  </a:lnTo>
                  <a:lnTo>
                    <a:pt x="285655" y="255365"/>
                  </a:lnTo>
                  <a:lnTo>
                    <a:pt x="285845" y="256508"/>
                  </a:lnTo>
                  <a:lnTo>
                    <a:pt x="286798" y="257270"/>
                  </a:lnTo>
                  <a:lnTo>
                    <a:pt x="287274" y="256318"/>
                  </a:lnTo>
                  <a:lnTo>
                    <a:pt x="287655" y="254889"/>
                  </a:lnTo>
                  <a:lnTo>
                    <a:pt x="288322" y="254127"/>
                  </a:lnTo>
                  <a:lnTo>
                    <a:pt x="291465" y="254127"/>
                  </a:lnTo>
                  <a:lnTo>
                    <a:pt x="291655" y="254127"/>
                  </a:lnTo>
                  <a:lnTo>
                    <a:pt x="291465" y="254318"/>
                  </a:lnTo>
                  <a:lnTo>
                    <a:pt x="291275" y="255175"/>
                  </a:lnTo>
                  <a:lnTo>
                    <a:pt x="290513" y="255937"/>
                  </a:lnTo>
                  <a:lnTo>
                    <a:pt x="290322" y="256604"/>
                  </a:lnTo>
                  <a:lnTo>
                    <a:pt x="290417" y="257175"/>
                  </a:lnTo>
                  <a:lnTo>
                    <a:pt x="290798" y="257461"/>
                  </a:lnTo>
                  <a:lnTo>
                    <a:pt x="291179" y="257746"/>
                  </a:lnTo>
                  <a:lnTo>
                    <a:pt x="291370" y="258128"/>
                  </a:lnTo>
                  <a:lnTo>
                    <a:pt x="291275" y="259366"/>
                  </a:lnTo>
                  <a:lnTo>
                    <a:pt x="290894" y="260890"/>
                  </a:lnTo>
                  <a:lnTo>
                    <a:pt x="290322" y="262319"/>
                  </a:lnTo>
                  <a:lnTo>
                    <a:pt x="289655" y="263366"/>
                  </a:lnTo>
                  <a:lnTo>
                    <a:pt x="291275" y="263080"/>
                  </a:lnTo>
                  <a:lnTo>
                    <a:pt x="293084" y="263080"/>
                  </a:lnTo>
                  <a:lnTo>
                    <a:pt x="294608" y="262795"/>
                  </a:lnTo>
                  <a:lnTo>
                    <a:pt x="295180" y="261747"/>
                  </a:lnTo>
                  <a:lnTo>
                    <a:pt x="295656" y="260318"/>
                  </a:lnTo>
                  <a:lnTo>
                    <a:pt x="295466" y="259842"/>
                  </a:lnTo>
                  <a:lnTo>
                    <a:pt x="294322" y="259652"/>
                  </a:lnTo>
                  <a:lnTo>
                    <a:pt x="293846" y="259080"/>
                  </a:lnTo>
                  <a:lnTo>
                    <a:pt x="293751" y="257746"/>
                  </a:lnTo>
                  <a:lnTo>
                    <a:pt x="293846" y="256318"/>
                  </a:lnTo>
                  <a:lnTo>
                    <a:pt x="294037" y="255365"/>
                  </a:lnTo>
                  <a:lnTo>
                    <a:pt x="294608" y="255556"/>
                  </a:lnTo>
                  <a:lnTo>
                    <a:pt x="294799" y="255746"/>
                  </a:lnTo>
                  <a:lnTo>
                    <a:pt x="295085" y="256032"/>
                  </a:lnTo>
                  <a:lnTo>
                    <a:pt x="295370" y="255556"/>
                  </a:lnTo>
                  <a:lnTo>
                    <a:pt x="295846" y="255175"/>
                  </a:lnTo>
                  <a:lnTo>
                    <a:pt x="296418" y="254889"/>
                  </a:lnTo>
                  <a:lnTo>
                    <a:pt x="296989" y="254794"/>
                  </a:lnTo>
                  <a:lnTo>
                    <a:pt x="296989" y="255175"/>
                  </a:lnTo>
                  <a:lnTo>
                    <a:pt x="298037" y="256889"/>
                  </a:lnTo>
                  <a:lnTo>
                    <a:pt x="298323" y="257270"/>
                  </a:lnTo>
                  <a:lnTo>
                    <a:pt x="298037" y="257937"/>
                  </a:lnTo>
                  <a:lnTo>
                    <a:pt x="297466" y="258509"/>
                  </a:lnTo>
                  <a:lnTo>
                    <a:pt x="297085" y="259080"/>
                  </a:lnTo>
                  <a:lnTo>
                    <a:pt x="297942" y="260604"/>
                  </a:lnTo>
                  <a:lnTo>
                    <a:pt x="298799" y="263271"/>
                  </a:lnTo>
                  <a:lnTo>
                    <a:pt x="298323" y="263652"/>
                  </a:lnTo>
                  <a:lnTo>
                    <a:pt x="297847" y="264224"/>
                  </a:lnTo>
                  <a:lnTo>
                    <a:pt x="297466" y="264890"/>
                  </a:lnTo>
                  <a:lnTo>
                    <a:pt x="297180" y="265652"/>
                  </a:lnTo>
                  <a:lnTo>
                    <a:pt x="299085" y="265462"/>
                  </a:lnTo>
                  <a:lnTo>
                    <a:pt x="303181" y="264414"/>
                  </a:lnTo>
                  <a:lnTo>
                    <a:pt x="302419" y="264128"/>
                  </a:lnTo>
                  <a:lnTo>
                    <a:pt x="301752" y="263938"/>
                  </a:lnTo>
                  <a:lnTo>
                    <a:pt x="300323" y="263843"/>
                  </a:lnTo>
                  <a:lnTo>
                    <a:pt x="301657" y="262700"/>
                  </a:lnTo>
                  <a:lnTo>
                    <a:pt x="302324" y="261461"/>
                  </a:lnTo>
                  <a:lnTo>
                    <a:pt x="302228" y="259842"/>
                  </a:lnTo>
                  <a:lnTo>
                    <a:pt x="301371" y="257842"/>
                  </a:lnTo>
                  <a:lnTo>
                    <a:pt x="300704" y="257461"/>
                  </a:lnTo>
                  <a:lnTo>
                    <a:pt x="300038" y="257556"/>
                  </a:lnTo>
                  <a:lnTo>
                    <a:pt x="299847" y="257461"/>
                  </a:lnTo>
                  <a:lnTo>
                    <a:pt x="300609" y="256413"/>
                  </a:lnTo>
                  <a:lnTo>
                    <a:pt x="300990" y="255461"/>
                  </a:lnTo>
                  <a:lnTo>
                    <a:pt x="300514" y="254794"/>
                  </a:lnTo>
                  <a:lnTo>
                    <a:pt x="299657" y="254413"/>
                  </a:lnTo>
                  <a:lnTo>
                    <a:pt x="298704" y="254318"/>
                  </a:lnTo>
                  <a:lnTo>
                    <a:pt x="298704" y="253746"/>
                  </a:lnTo>
                  <a:lnTo>
                    <a:pt x="298990" y="252889"/>
                  </a:lnTo>
                  <a:lnTo>
                    <a:pt x="298609" y="252794"/>
                  </a:lnTo>
                  <a:lnTo>
                    <a:pt x="296513" y="253270"/>
                  </a:lnTo>
                  <a:lnTo>
                    <a:pt x="296513" y="252698"/>
                  </a:lnTo>
                  <a:lnTo>
                    <a:pt x="297275" y="252603"/>
                  </a:lnTo>
                  <a:lnTo>
                    <a:pt x="297752" y="252413"/>
                  </a:lnTo>
                  <a:lnTo>
                    <a:pt x="298704" y="251555"/>
                  </a:lnTo>
                  <a:lnTo>
                    <a:pt x="297942" y="251555"/>
                  </a:lnTo>
                  <a:lnTo>
                    <a:pt x="297275" y="251460"/>
                  </a:lnTo>
                  <a:lnTo>
                    <a:pt x="296037" y="250888"/>
                  </a:lnTo>
                  <a:lnTo>
                    <a:pt x="296894" y="250888"/>
                  </a:lnTo>
                  <a:lnTo>
                    <a:pt x="297371" y="250698"/>
                  </a:lnTo>
                  <a:lnTo>
                    <a:pt x="297752" y="250317"/>
                  </a:lnTo>
                  <a:lnTo>
                    <a:pt x="298228" y="249650"/>
                  </a:lnTo>
                  <a:lnTo>
                    <a:pt x="296609" y="249269"/>
                  </a:lnTo>
                  <a:lnTo>
                    <a:pt x="296323" y="248031"/>
                  </a:lnTo>
                  <a:lnTo>
                    <a:pt x="297180" y="244793"/>
                  </a:lnTo>
                  <a:lnTo>
                    <a:pt x="296894" y="245364"/>
                  </a:lnTo>
                  <a:lnTo>
                    <a:pt x="296323" y="246126"/>
                  </a:lnTo>
                  <a:lnTo>
                    <a:pt x="295561" y="246602"/>
                  </a:lnTo>
                  <a:lnTo>
                    <a:pt x="294799" y="246317"/>
                  </a:lnTo>
                  <a:lnTo>
                    <a:pt x="293656" y="245554"/>
                  </a:lnTo>
                  <a:lnTo>
                    <a:pt x="293084" y="246031"/>
                  </a:lnTo>
                  <a:lnTo>
                    <a:pt x="292703" y="246888"/>
                  </a:lnTo>
                  <a:lnTo>
                    <a:pt x="292322" y="247269"/>
                  </a:lnTo>
                  <a:lnTo>
                    <a:pt x="290322" y="246602"/>
                  </a:lnTo>
                  <a:lnTo>
                    <a:pt x="289370" y="245174"/>
                  </a:lnTo>
                  <a:lnTo>
                    <a:pt x="289274" y="243269"/>
                  </a:lnTo>
                  <a:lnTo>
                    <a:pt x="289560" y="241173"/>
                  </a:lnTo>
                  <a:lnTo>
                    <a:pt x="288227" y="242221"/>
                  </a:lnTo>
                  <a:lnTo>
                    <a:pt x="287655" y="240506"/>
                  </a:lnTo>
                  <a:lnTo>
                    <a:pt x="287369" y="237744"/>
                  </a:lnTo>
                  <a:lnTo>
                    <a:pt x="286798" y="235649"/>
                  </a:lnTo>
                  <a:lnTo>
                    <a:pt x="287941" y="235839"/>
                  </a:lnTo>
                  <a:lnTo>
                    <a:pt x="288417" y="236029"/>
                  </a:lnTo>
                  <a:lnTo>
                    <a:pt x="288988" y="236411"/>
                  </a:lnTo>
                  <a:lnTo>
                    <a:pt x="289751" y="235744"/>
                  </a:lnTo>
                  <a:lnTo>
                    <a:pt x="290798" y="235553"/>
                  </a:lnTo>
                  <a:lnTo>
                    <a:pt x="292132" y="235553"/>
                  </a:lnTo>
                  <a:lnTo>
                    <a:pt x="292608" y="234220"/>
                  </a:lnTo>
                  <a:lnTo>
                    <a:pt x="293656" y="234220"/>
                  </a:lnTo>
                  <a:lnTo>
                    <a:pt x="295942" y="235649"/>
                  </a:lnTo>
                  <a:lnTo>
                    <a:pt x="296228" y="236315"/>
                  </a:lnTo>
                  <a:lnTo>
                    <a:pt x="296609" y="236506"/>
                  </a:lnTo>
                  <a:lnTo>
                    <a:pt x="297180" y="236506"/>
                  </a:lnTo>
                  <a:lnTo>
                    <a:pt x="297561" y="236315"/>
                  </a:lnTo>
                  <a:lnTo>
                    <a:pt x="297752" y="236029"/>
                  </a:lnTo>
                  <a:lnTo>
                    <a:pt x="297942" y="235934"/>
                  </a:lnTo>
                  <a:lnTo>
                    <a:pt x="298228" y="235363"/>
                  </a:lnTo>
                  <a:lnTo>
                    <a:pt x="298323" y="232791"/>
                  </a:lnTo>
                  <a:lnTo>
                    <a:pt x="298513" y="231934"/>
                  </a:lnTo>
                  <a:lnTo>
                    <a:pt x="300133" y="230124"/>
                  </a:lnTo>
                  <a:lnTo>
                    <a:pt x="300419" y="229457"/>
                  </a:lnTo>
                  <a:lnTo>
                    <a:pt x="300133" y="229076"/>
                  </a:lnTo>
                  <a:lnTo>
                    <a:pt x="299561" y="228886"/>
                  </a:lnTo>
                  <a:lnTo>
                    <a:pt x="299276" y="228695"/>
                  </a:lnTo>
                  <a:lnTo>
                    <a:pt x="299466" y="226600"/>
                  </a:lnTo>
                  <a:lnTo>
                    <a:pt x="299466" y="225457"/>
                  </a:lnTo>
                  <a:lnTo>
                    <a:pt x="299085" y="224980"/>
                  </a:lnTo>
                  <a:lnTo>
                    <a:pt x="297466" y="224123"/>
                  </a:lnTo>
                  <a:lnTo>
                    <a:pt x="297180" y="222218"/>
                  </a:lnTo>
                  <a:lnTo>
                    <a:pt x="297085" y="220313"/>
                  </a:lnTo>
                  <a:lnTo>
                    <a:pt x="296132" y="219456"/>
                  </a:lnTo>
                  <a:lnTo>
                    <a:pt x="296799" y="218313"/>
                  </a:lnTo>
                  <a:lnTo>
                    <a:pt x="297561" y="218980"/>
                  </a:lnTo>
                  <a:lnTo>
                    <a:pt x="298799" y="221837"/>
                  </a:lnTo>
                  <a:lnTo>
                    <a:pt x="300133" y="217551"/>
                  </a:lnTo>
                  <a:lnTo>
                    <a:pt x="300704" y="216979"/>
                  </a:lnTo>
                  <a:lnTo>
                    <a:pt x="302038" y="216789"/>
                  </a:lnTo>
                  <a:lnTo>
                    <a:pt x="303181" y="216313"/>
                  </a:lnTo>
                  <a:lnTo>
                    <a:pt x="304038" y="215551"/>
                  </a:lnTo>
                  <a:lnTo>
                    <a:pt x="304800" y="214598"/>
                  </a:lnTo>
                  <a:lnTo>
                    <a:pt x="306705" y="210503"/>
                  </a:lnTo>
                  <a:lnTo>
                    <a:pt x="306991" y="209360"/>
                  </a:lnTo>
                  <a:lnTo>
                    <a:pt x="306896" y="208502"/>
                  </a:lnTo>
                  <a:lnTo>
                    <a:pt x="306514" y="207836"/>
                  </a:lnTo>
                  <a:lnTo>
                    <a:pt x="304895" y="206121"/>
                  </a:lnTo>
                  <a:lnTo>
                    <a:pt x="302800" y="206693"/>
                  </a:lnTo>
                  <a:lnTo>
                    <a:pt x="300514" y="206026"/>
                  </a:lnTo>
                  <a:lnTo>
                    <a:pt x="296323" y="203645"/>
                  </a:lnTo>
                  <a:lnTo>
                    <a:pt x="295370" y="204026"/>
                  </a:lnTo>
                  <a:lnTo>
                    <a:pt x="292513" y="204121"/>
                  </a:lnTo>
                  <a:lnTo>
                    <a:pt x="291370" y="204883"/>
                  </a:lnTo>
                  <a:lnTo>
                    <a:pt x="291179" y="205454"/>
                  </a:lnTo>
                  <a:lnTo>
                    <a:pt x="290989" y="207169"/>
                  </a:lnTo>
                  <a:lnTo>
                    <a:pt x="290703" y="207931"/>
                  </a:lnTo>
                  <a:lnTo>
                    <a:pt x="290132" y="208597"/>
                  </a:lnTo>
                  <a:lnTo>
                    <a:pt x="286226" y="211264"/>
                  </a:lnTo>
                  <a:lnTo>
                    <a:pt x="283750" y="212503"/>
                  </a:lnTo>
                  <a:lnTo>
                    <a:pt x="281178" y="213265"/>
                  </a:lnTo>
                  <a:lnTo>
                    <a:pt x="278702" y="213360"/>
                  </a:lnTo>
                  <a:lnTo>
                    <a:pt x="277368" y="212979"/>
                  </a:lnTo>
                  <a:lnTo>
                    <a:pt x="274701" y="211836"/>
                  </a:lnTo>
                  <a:lnTo>
                    <a:pt x="271367" y="211264"/>
                  </a:lnTo>
                  <a:lnTo>
                    <a:pt x="270701" y="210884"/>
                  </a:lnTo>
                  <a:lnTo>
                    <a:pt x="270415" y="208407"/>
                  </a:lnTo>
                  <a:lnTo>
                    <a:pt x="269938" y="207454"/>
                  </a:lnTo>
                  <a:lnTo>
                    <a:pt x="268319" y="205454"/>
                  </a:lnTo>
                  <a:lnTo>
                    <a:pt x="267653" y="204216"/>
                  </a:lnTo>
                  <a:lnTo>
                    <a:pt x="266986" y="201359"/>
                  </a:lnTo>
                  <a:lnTo>
                    <a:pt x="266510" y="200311"/>
                  </a:lnTo>
                  <a:lnTo>
                    <a:pt x="265462" y="199358"/>
                  </a:lnTo>
                  <a:lnTo>
                    <a:pt x="263557" y="200025"/>
                  </a:lnTo>
                  <a:lnTo>
                    <a:pt x="261938" y="198977"/>
                  </a:lnTo>
                  <a:lnTo>
                    <a:pt x="260318" y="197168"/>
                  </a:lnTo>
                  <a:lnTo>
                    <a:pt x="258509" y="195739"/>
                  </a:lnTo>
                  <a:lnTo>
                    <a:pt x="258509" y="195167"/>
                  </a:lnTo>
                  <a:lnTo>
                    <a:pt x="259271" y="195358"/>
                  </a:lnTo>
                  <a:lnTo>
                    <a:pt x="260604" y="196025"/>
                  </a:lnTo>
                  <a:lnTo>
                    <a:pt x="263080" y="197834"/>
                  </a:lnTo>
                  <a:lnTo>
                    <a:pt x="263843" y="198215"/>
                  </a:lnTo>
                  <a:lnTo>
                    <a:pt x="266986" y="198787"/>
                  </a:lnTo>
                  <a:lnTo>
                    <a:pt x="268224" y="199168"/>
                  </a:lnTo>
                  <a:lnTo>
                    <a:pt x="269653" y="200216"/>
                  </a:lnTo>
                  <a:lnTo>
                    <a:pt x="271939" y="202597"/>
                  </a:lnTo>
                  <a:lnTo>
                    <a:pt x="273177" y="203263"/>
                  </a:lnTo>
                  <a:lnTo>
                    <a:pt x="277178" y="203740"/>
                  </a:lnTo>
                  <a:lnTo>
                    <a:pt x="278511" y="204311"/>
                  </a:lnTo>
                  <a:lnTo>
                    <a:pt x="280892" y="206026"/>
                  </a:lnTo>
                  <a:lnTo>
                    <a:pt x="281654" y="206312"/>
                  </a:lnTo>
                  <a:lnTo>
                    <a:pt x="283369" y="206693"/>
                  </a:lnTo>
                  <a:lnTo>
                    <a:pt x="284226" y="207074"/>
                  </a:lnTo>
                  <a:lnTo>
                    <a:pt x="284702" y="207645"/>
                  </a:lnTo>
                  <a:lnTo>
                    <a:pt x="285560" y="209169"/>
                  </a:lnTo>
                  <a:lnTo>
                    <a:pt x="285845" y="209550"/>
                  </a:lnTo>
                  <a:lnTo>
                    <a:pt x="287655" y="209455"/>
                  </a:lnTo>
                  <a:lnTo>
                    <a:pt x="288798" y="208121"/>
                  </a:lnTo>
                  <a:lnTo>
                    <a:pt x="290417" y="204978"/>
                  </a:lnTo>
                  <a:lnTo>
                    <a:pt x="292418" y="202121"/>
                  </a:lnTo>
                  <a:lnTo>
                    <a:pt x="293942" y="199263"/>
                  </a:lnTo>
                  <a:lnTo>
                    <a:pt x="295846" y="196787"/>
                  </a:lnTo>
                  <a:lnTo>
                    <a:pt x="298990" y="194977"/>
                  </a:lnTo>
                  <a:lnTo>
                    <a:pt x="298323" y="193167"/>
                  </a:lnTo>
                  <a:lnTo>
                    <a:pt x="298990" y="192310"/>
                  </a:lnTo>
                  <a:lnTo>
                    <a:pt x="300038" y="191834"/>
                  </a:lnTo>
                  <a:lnTo>
                    <a:pt x="300609" y="191071"/>
                  </a:lnTo>
                  <a:lnTo>
                    <a:pt x="300990" y="189929"/>
                  </a:lnTo>
                  <a:lnTo>
                    <a:pt x="301943" y="189167"/>
                  </a:lnTo>
                  <a:lnTo>
                    <a:pt x="303181" y="188595"/>
                  </a:lnTo>
                  <a:lnTo>
                    <a:pt x="304419" y="188214"/>
                  </a:lnTo>
                  <a:lnTo>
                    <a:pt x="304133" y="187357"/>
                  </a:lnTo>
                  <a:lnTo>
                    <a:pt x="304419" y="186404"/>
                  </a:lnTo>
                  <a:lnTo>
                    <a:pt x="303086" y="185738"/>
                  </a:lnTo>
                  <a:lnTo>
                    <a:pt x="301657" y="185261"/>
                  </a:lnTo>
                  <a:lnTo>
                    <a:pt x="303276" y="183737"/>
                  </a:lnTo>
                  <a:lnTo>
                    <a:pt x="304800" y="182975"/>
                  </a:lnTo>
                  <a:lnTo>
                    <a:pt x="306514" y="182785"/>
                  </a:lnTo>
                  <a:lnTo>
                    <a:pt x="308515" y="182785"/>
                  </a:lnTo>
                  <a:lnTo>
                    <a:pt x="309563" y="182594"/>
                  </a:lnTo>
                  <a:lnTo>
                    <a:pt x="311182" y="181737"/>
                  </a:lnTo>
                  <a:lnTo>
                    <a:pt x="312039" y="181546"/>
                  </a:lnTo>
                  <a:lnTo>
                    <a:pt x="312992" y="181832"/>
                  </a:lnTo>
                  <a:lnTo>
                    <a:pt x="313658" y="182404"/>
                  </a:lnTo>
                  <a:lnTo>
                    <a:pt x="314325" y="182689"/>
                  </a:lnTo>
                  <a:lnTo>
                    <a:pt x="315373" y="182118"/>
                  </a:lnTo>
                  <a:lnTo>
                    <a:pt x="314230" y="181642"/>
                  </a:lnTo>
                  <a:lnTo>
                    <a:pt x="313754" y="181546"/>
                  </a:lnTo>
                  <a:lnTo>
                    <a:pt x="315087" y="179642"/>
                  </a:lnTo>
                  <a:lnTo>
                    <a:pt x="317183" y="178689"/>
                  </a:lnTo>
                  <a:lnTo>
                    <a:pt x="319373" y="178784"/>
                  </a:lnTo>
                  <a:lnTo>
                    <a:pt x="321183" y="180022"/>
                  </a:lnTo>
                  <a:lnTo>
                    <a:pt x="322040" y="179546"/>
                  </a:lnTo>
                  <a:lnTo>
                    <a:pt x="326993" y="175451"/>
                  </a:lnTo>
                  <a:lnTo>
                    <a:pt x="326993" y="174784"/>
                  </a:lnTo>
                  <a:lnTo>
                    <a:pt x="325755" y="174974"/>
                  </a:lnTo>
                  <a:lnTo>
                    <a:pt x="323660" y="175832"/>
                  </a:lnTo>
                  <a:lnTo>
                    <a:pt x="322612" y="176022"/>
                  </a:lnTo>
                  <a:lnTo>
                    <a:pt x="321469" y="175641"/>
                  </a:lnTo>
                  <a:lnTo>
                    <a:pt x="319564" y="174308"/>
                  </a:lnTo>
                  <a:lnTo>
                    <a:pt x="318326" y="174212"/>
                  </a:lnTo>
                  <a:lnTo>
                    <a:pt x="319183" y="172974"/>
                  </a:lnTo>
                  <a:lnTo>
                    <a:pt x="318802" y="172117"/>
                  </a:lnTo>
                  <a:lnTo>
                    <a:pt x="317849" y="171260"/>
                  </a:lnTo>
                  <a:lnTo>
                    <a:pt x="317087" y="169926"/>
                  </a:lnTo>
                  <a:lnTo>
                    <a:pt x="314801" y="171355"/>
                  </a:lnTo>
                  <a:lnTo>
                    <a:pt x="314325" y="171831"/>
                  </a:lnTo>
                  <a:lnTo>
                    <a:pt x="313944" y="172593"/>
                  </a:lnTo>
                  <a:lnTo>
                    <a:pt x="313754" y="173546"/>
                  </a:lnTo>
                  <a:lnTo>
                    <a:pt x="313372" y="174593"/>
                  </a:lnTo>
                  <a:lnTo>
                    <a:pt x="312611" y="175451"/>
                  </a:lnTo>
                  <a:lnTo>
                    <a:pt x="311277" y="174784"/>
                  </a:lnTo>
                  <a:lnTo>
                    <a:pt x="310801" y="175927"/>
                  </a:lnTo>
                  <a:lnTo>
                    <a:pt x="310705" y="178689"/>
                  </a:lnTo>
                  <a:lnTo>
                    <a:pt x="309753" y="179165"/>
                  </a:lnTo>
                  <a:lnTo>
                    <a:pt x="306610" y="179642"/>
                  </a:lnTo>
                  <a:lnTo>
                    <a:pt x="305467" y="179642"/>
                  </a:lnTo>
                  <a:lnTo>
                    <a:pt x="305657" y="179261"/>
                  </a:lnTo>
                  <a:lnTo>
                    <a:pt x="305848" y="178213"/>
                  </a:lnTo>
                  <a:lnTo>
                    <a:pt x="306038" y="177832"/>
                  </a:lnTo>
                  <a:lnTo>
                    <a:pt x="304133" y="177641"/>
                  </a:lnTo>
                  <a:lnTo>
                    <a:pt x="303371" y="176308"/>
                  </a:lnTo>
                  <a:lnTo>
                    <a:pt x="303276" y="169831"/>
                  </a:lnTo>
                  <a:lnTo>
                    <a:pt x="302800" y="169069"/>
                  </a:lnTo>
                  <a:lnTo>
                    <a:pt x="302133" y="168497"/>
                  </a:lnTo>
                  <a:lnTo>
                    <a:pt x="301371" y="168116"/>
                  </a:lnTo>
                  <a:lnTo>
                    <a:pt x="300990" y="168497"/>
                  </a:lnTo>
                  <a:lnTo>
                    <a:pt x="300133" y="169069"/>
                  </a:lnTo>
                  <a:lnTo>
                    <a:pt x="298323" y="169450"/>
                  </a:lnTo>
                  <a:lnTo>
                    <a:pt x="296609" y="169069"/>
                  </a:lnTo>
                  <a:lnTo>
                    <a:pt x="296037" y="167545"/>
                  </a:lnTo>
                  <a:lnTo>
                    <a:pt x="296418" y="166592"/>
                  </a:lnTo>
                  <a:lnTo>
                    <a:pt x="297085" y="166116"/>
                  </a:lnTo>
                  <a:lnTo>
                    <a:pt x="298704" y="165735"/>
                  </a:lnTo>
                  <a:lnTo>
                    <a:pt x="299180" y="165735"/>
                  </a:lnTo>
                  <a:lnTo>
                    <a:pt x="300323" y="166307"/>
                  </a:lnTo>
                  <a:lnTo>
                    <a:pt x="300704" y="166021"/>
                  </a:lnTo>
                  <a:lnTo>
                    <a:pt x="301562" y="165259"/>
                  </a:lnTo>
                  <a:lnTo>
                    <a:pt x="301943" y="164973"/>
                  </a:lnTo>
                  <a:lnTo>
                    <a:pt x="302419" y="163925"/>
                  </a:lnTo>
                  <a:lnTo>
                    <a:pt x="302990" y="163544"/>
                  </a:lnTo>
                  <a:lnTo>
                    <a:pt x="303847" y="164021"/>
                  </a:lnTo>
                  <a:lnTo>
                    <a:pt x="305848" y="166878"/>
                  </a:lnTo>
                  <a:lnTo>
                    <a:pt x="306610" y="167259"/>
                  </a:lnTo>
                  <a:lnTo>
                    <a:pt x="308134" y="167545"/>
                  </a:lnTo>
                  <a:lnTo>
                    <a:pt x="309658" y="168307"/>
                  </a:lnTo>
                  <a:lnTo>
                    <a:pt x="310801" y="169354"/>
                  </a:lnTo>
                  <a:lnTo>
                    <a:pt x="311563" y="171450"/>
                  </a:lnTo>
                  <a:lnTo>
                    <a:pt x="312325" y="171545"/>
                  </a:lnTo>
                  <a:lnTo>
                    <a:pt x="313944" y="170974"/>
                  </a:lnTo>
                  <a:lnTo>
                    <a:pt x="314039" y="170688"/>
                  </a:lnTo>
                  <a:lnTo>
                    <a:pt x="313944" y="169545"/>
                  </a:lnTo>
                  <a:lnTo>
                    <a:pt x="314039" y="169164"/>
                  </a:lnTo>
                  <a:lnTo>
                    <a:pt x="314325" y="169164"/>
                  </a:lnTo>
                  <a:lnTo>
                    <a:pt x="315373" y="169259"/>
                  </a:lnTo>
                  <a:lnTo>
                    <a:pt x="315659" y="169164"/>
                  </a:lnTo>
                  <a:lnTo>
                    <a:pt x="316039" y="168212"/>
                  </a:lnTo>
                  <a:lnTo>
                    <a:pt x="316230" y="167450"/>
                  </a:lnTo>
                  <a:lnTo>
                    <a:pt x="316135" y="166688"/>
                  </a:lnTo>
                  <a:lnTo>
                    <a:pt x="315659" y="165545"/>
                  </a:lnTo>
                  <a:lnTo>
                    <a:pt x="314896" y="164211"/>
                  </a:lnTo>
                  <a:lnTo>
                    <a:pt x="314230" y="163544"/>
                  </a:lnTo>
                  <a:lnTo>
                    <a:pt x="313468" y="163068"/>
                  </a:lnTo>
                  <a:lnTo>
                    <a:pt x="313944" y="162782"/>
                  </a:lnTo>
                  <a:lnTo>
                    <a:pt x="314135" y="162496"/>
                  </a:lnTo>
                  <a:lnTo>
                    <a:pt x="314230" y="162211"/>
                  </a:lnTo>
                  <a:lnTo>
                    <a:pt x="314516" y="161830"/>
                  </a:lnTo>
                  <a:lnTo>
                    <a:pt x="312992" y="161354"/>
                  </a:lnTo>
                  <a:lnTo>
                    <a:pt x="311944" y="160115"/>
                  </a:lnTo>
                  <a:lnTo>
                    <a:pt x="311658" y="158687"/>
                  </a:lnTo>
                  <a:lnTo>
                    <a:pt x="312325" y="157544"/>
                  </a:lnTo>
                  <a:lnTo>
                    <a:pt x="312611" y="157925"/>
                  </a:lnTo>
                  <a:lnTo>
                    <a:pt x="313468" y="158687"/>
                  </a:lnTo>
                  <a:lnTo>
                    <a:pt x="313277" y="157829"/>
                  </a:lnTo>
                  <a:lnTo>
                    <a:pt x="313277" y="157353"/>
                  </a:lnTo>
                  <a:lnTo>
                    <a:pt x="313468" y="156210"/>
                  </a:lnTo>
                  <a:lnTo>
                    <a:pt x="312420" y="155638"/>
                  </a:lnTo>
                  <a:lnTo>
                    <a:pt x="310610" y="155258"/>
                  </a:lnTo>
                  <a:lnTo>
                    <a:pt x="309658" y="154972"/>
                  </a:lnTo>
                  <a:lnTo>
                    <a:pt x="310134" y="154019"/>
                  </a:lnTo>
                  <a:lnTo>
                    <a:pt x="310039" y="153448"/>
                  </a:lnTo>
                  <a:lnTo>
                    <a:pt x="309467" y="153162"/>
                  </a:lnTo>
                  <a:lnTo>
                    <a:pt x="308515" y="153257"/>
                  </a:lnTo>
                  <a:lnTo>
                    <a:pt x="309086" y="153257"/>
                  </a:lnTo>
                  <a:lnTo>
                    <a:pt x="306705" y="153543"/>
                  </a:lnTo>
                  <a:lnTo>
                    <a:pt x="305657" y="153257"/>
                  </a:lnTo>
                  <a:lnTo>
                    <a:pt x="304705" y="152591"/>
                  </a:lnTo>
                  <a:lnTo>
                    <a:pt x="303371" y="153543"/>
                  </a:lnTo>
                  <a:lnTo>
                    <a:pt x="301752" y="154305"/>
                  </a:lnTo>
                  <a:lnTo>
                    <a:pt x="300228" y="155258"/>
                  </a:lnTo>
                  <a:lnTo>
                    <a:pt x="299180" y="156782"/>
                  </a:lnTo>
                  <a:lnTo>
                    <a:pt x="298704" y="156782"/>
                  </a:lnTo>
                  <a:lnTo>
                    <a:pt x="298133" y="154972"/>
                  </a:lnTo>
                  <a:lnTo>
                    <a:pt x="295085" y="152781"/>
                  </a:lnTo>
                  <a:lnTo>
                    <a:pt x="294418" y="150876"/>
                  </a:lnTo>
                  <a:lnTo>
                    <a:pt x="294037" y="149066"/>
                  </a:lnTo>
                  <a:lnTo>
                    <a:pt x="294322" y="148495"/>
                  </a:lnTo>
                  <a:lnTo>
                    <a:pt x="295466" y="148114"/>
                  </a:lnTo>
                  <a:lnTo>
                    <a:pt x="296228" y="148304"/>
                  </a:lnTo>
                  <a:lnTo>
                    <a:pt x="298799" y="149924"/>
                  </a:lnTo>
                  <a:lnTo>
                    <a:pt x="299371" y="147828"/>
                  </a:lnTo>
                  <a:lnTo>
                    <a:pt x="299466" y="146590"/>
                  </a:lnTo>
                  <a:lnTo>
                    <a:pt x="299276" y="145637"/>
                  </a:lnTo>
                  <a:lnTo>
                    <a:pt x="298513" y="144875"/>
                  </a:lnTo>
                  <a:lnTo>
                    <a:pt x="297561" y="144780"/>
                  </a:lnTo>
                  <a:lnTo>
                    <a:pt x="296513" y="144875"/>
                  </a:lnTo>
                  <a:lnTo>
                    <a:pt x="295561" y="144399"/>
                  </a:lnTo>
                  <a:lnTo>
                    <a:pt x="295180" y="143828"/>
                  </a:lnTo>
                  <a:lnTo>
                    <a:pt x="294894" y="142875"/>
                  </a:lnTo>
                  <a:lnTo>
                    <a:pt x="294799" y="141827"/>
                  </a:lnTo>
                  <a:lnTo>
                    <a:pt x="294989" y="140779"/>
                  </a:lnTo>
                  <a:lnTo>
                    <a:pt x="295466" y="139922"/>
                  </a:lnTo>
                  <a:lnTo>
                    <a:pt x="296609" y="139255"/>
                  </a:lnTo>
                  <a:lnTo>
                    <a:pt x="297275" y="138398"/>
                  </a:lnTo>
                  <a:lnTo>
                    <a:pt x="296989" y="137351"/>
                  </a:lnTo>
                  <a:lnTo>
                    <a:pt x="297752" y="136779"/>
                  </a:lnTo>
                  <a:lnTo>
                    <a:pt x="298799" y="136588"/>
                  </a:lnTo>
                  <a:lnTo>
                    <a:pt x="299466" y="136588"/>
                  </a:lnTo>
                  <a:lnTo>
                    <a:pt x="300704" y="137541"/>
                  </a:lnTo>
                  <a:lnTo>
                    <a:pt x="300800" y="138398"/>
                  </a:lnTo>
                  <a:lnTo>
                    <a:pt x="300609" y="139446"/>
                  </a:lnTo>
                  <a:lnTo>
                    <a:pt x="301085" y="140875"/>
                  </a:lnTo>
                  <a:lnTo>
                    <a:pt x="302609" y="140494"/>
                  </a:lnTo>
                  <a:lnTo>
                    <a:pt x="304038" y="141637"/>
                  </a:lnTo>
                  <a:lnTo>
                    <a:pt x="305371" y="143256"/>
                  </a:lnTo>
                  <a:lnTo>
                    <a:pt x="306610" y="144494"/>
                  </a:lnTo>
                  <a:lnTo>
                    <a:pt x="307943" y="145256"/>
                  </a:lnTo>
                  <a:lnTo>
                    <a:pt x="308896" y="145447"/>
                  </a:lnTo>
                  <a:lnTo>
                    <a:pt x="309277" y="144875"/>
                  </a:lnTo>
                  <a:lnTo>
                    <a:pt x="309086" y="143732"/>
                  </a:lnTo>
                  <a:lnTo>
                    <a:pt x="308515" y="143161"/>
                  </a:lnTo>
                  <a:lnTo>
                    <a:pt x="307753" y="142685"/>
                  </a:lnTo>
                  <a:lnTo>
                    <a:pt x="305657" y="140494"/>
                  </a:lnTo>
                  <a:lnTo>
                    <a:pt x="305181" y="139732"/>
                  </a:lnTo>
                  <a:lnTo>
                    <a:pt x="304991" y="138589"/>
                  </a:lnTo>
                  <a:lnTo>
                    <a:pt x="305086" y="137732"/>
                  </a:lnTo>
                  <a:lnTo>
                    <a:pt x="305371" y="136493"/>
                  </a:lnTo>
                  <a:lnTo>
                    <a:pt x="305848" y="135350"/>
                  </a:lnTo>
                  <a:lnTo>
                    <a:pt x="306419" y="134874"/>
                  </a:lnTo>
                  <a:lnTo>
                    <a:pt x="307943" y="135731"/>
                  </a:lnTo>
                  <a:lnTo>
                    <a:pt x="309086" y="137636"/>
                  </a:lnTo>
                  <a:lnTo>
                    <a:pt x="309658" y="139732"/>
                  </a:lnTo>
                  <a:lnTo>
                    <a:pt x="309467" y="140970"/>
                  </a:lnTo>
                  <a:lnTo>
                    <a:pt x="309467" y="141542"/>
                  </a:lnTo>
                  <a:lnTo>
                    <a:pt x="310515" y="142018"/>
                  </a:lnTo>
                  <a:lnTo>
                    <a:pt x="311563" y="141922"/>
                  </a:lnTo>
                  <a:lnTo>
                    <a:pt x="312420" y="141256"/>
                  </a:lnTo>
                  <a:lnTo>
                    <a:pt x="312706" y="140018"/>
                  </a:lnTo>
                  <a:lnTo>
                    <a:pt x="312515" y="138684"/>
                  </a:lnTo>
                  <a:lnTo>
                    <a:pt x="312325" y="137827"/>
                  </a:lnTo>
                  <a:lnTo>
                    <a:pt x="312230" y="136970"/>
                  </a:lnTo>
                  <a:lnTo>
                    <a:pt x="312706" y="135541"/>
                  </a:lnTo>
                  <a:lnTo>
                    <a:pt x="313658" y="133921"/>
                  </a:lnTo>
                  <a:lnTo>
                    <a:pt x="314992" y="132779"/>
                  </a:lnTo>
                  <a:lnTo>
                    <a:pt x="316706" y="132112"/>
                  </a:lnTo>
                  <a:lnTo>
                    <a:pt x="318802" y="131826"/>
                  </a:lnTo>
                  <a:lnTo>
                    <a:pt x="317849" y="133541"/>
                  </a:lnTo>
                  <a:lnTo>
                    <a:pt x="316230" y="134112"/>
                  </a:lnTo>
                  <a:lnTo>
                    <a:pt x="314801" y="134969"/>
                  </a:lnTo>
                  <a:lnTo>
                    <a:pt x="314325" y="137351"/>
                  </a:lnTo>
                  <a:lnTo>
                    <a:pt x="315278" y="136874"/>
                  </a:lnTo>
                  <a:lnTo>
                    <a:pt x="316325" y="136684"/>
                  </a:lnTo>
                  <a:lnTo>
                    <a:pt x="317373" y="136874"/>
                  </a:lnTo>
                  <a:lnTo>
                    <a:pt x="318326" y="137351"/>
                  </a:lnTo>
                  <a:lnTo>
                    <a:pt x="316039" y="138589"/>
                  </a:lnTo>
                  <a:lnTo>
                    <a:pt x="315278" y="139351"/>
                  </a:lnTo>
                  <a:lnTo>
                    <a:pt x="314420" y="144875"/>
                  </a:lnTo>
                  <a:lnTo>
                    <a:pt x="314420" y="146399"/>
                  </a:lnTo>
                  <a:lnTo>
                    <a:pt x="315373" y="145828"/>
                  </a:lnTo>
                  <a:lnTo>
                    <a:pt x="316706" y="144304"/>
                  </a:lnTo>
                  <a:lnTo>
                    <a:pt x="317468" y="144018"/>
                  </a:lnTo>
                  <a:lnTo>
                    <a:pt x="319183" y="146304"/>
                  </a:lnTo>
                  <a:lnTo>
                    <a:pt x="319469" y="146495"/>
                  </a:lnTo>
                  <a:lnTo>
                    <a:pt x="319754" y="149543"/>
                  </a:lnTo>
                  <a:lnTo>
                    <a:pt x="321564" y="149352"/>
                  </a:lnTo>
                  <a:lnTo>
                    <a:pt x="323279" y="148971"/>
                  </a:lnTo>
                  <a:lnTo>
                    <a:pt x="322231" y="146495"/>
                  </a:lnTo>
                  <a:lnTo>
                    <a:pt x="323374" y="144494"/>
                  </a:lnTo>
                  <a:lnTo>
                    <a:pt x="325184" y="142494"/>
                  </a:lnTo>
                  <a:lnTo>
                    <a:pt x="326136" y="140113"/>
                  </a:lnTo>
                  <a:lnTo>
                    <a:pt x="325184" y="138113"/>
                  </a:lnTo>
                  <a:lnTo>
                    <a:pt x="325279" y="137160"/>
                  </a:lnTo>
                  <a:lnTo>
                    <a:pt x="326993" y="136779"/>
                  </a:lnTo>
                  <a:lnTo>
                    <a:pt x="332518" y="137351"/>
                  </a:lnTo>
                  <a:lnTo>
                    <a:pt x="336709" y="136398"/>
                  </a:lnTo>
                  <a:lnTo>
                    <a:pt x="337661" y="136684"/>
                  </a:lnTo>
                  <a:lnTo>
                    <a:pt x="337471" y="137732"/>
                  </a:lnTo>
                  <a:lnTo>
                    <a:pt x="333851" y="142780"/>
                  </a:lnTo>
                  <a:lnTo>
                    <a:pt x="333756" y="143066"/>
                  </a:lnTo>
                  <a:lnTo>
                    <a:pt x="333851" y="143446"/>
                  </a:lnTo>
                  <a:lnTo>
                    <a:pt x="333851" y="143828"/>
                  </a:lnTo>
                  <a:lnTo>
                    <a:pt x="333566" y="144018"/>
                  </a:lnTo>
                  <a:lnTo>
                    <a:pt x="332708" y="143828"/>
                  </a:lnTo>
                  <a:lnTo>
                    <a:pt x="332232" y="143637"/>
                  </a:lnTo>
                  <a:lnTo>
                    <a:pt x="332137" y="143446"/>
                  </a:lnTo>
                  <a:lnTo>
                    <a:pt x="331280" y="144685"/>
                  </a:lnTo>
                  <a:lnTo>
                    <a:pt x="330137" y="147161"/>
                  </a:lnTo>
                  <a:lnTo>
                    <a:pt x="329375" y="147638"/>
                  </a:lnTo>
                  <a:lnTo>
                    <a:pt x="329565" y="148019"/>
                  </a:lnTo>
                  <a:lnTo>
                    <a:pt x="329851" y="149066"/>
                  </a:lnTo>
                  <a:lnTo>
                    <a:pt x="330041" y="149447"/>
                  </a:lnTo>
                  <a:lnTo>
                    <a:pt x="328803" y="149924"/>
                  </a:lnTo>
                  <a:lnTo>
                    <a:pt x="326898" y="151352"/>
                  </a:lnTo>
                  <a:lnTo>
                    <a:pt x="325660" y="151924"/>
                  </a:lnTo>
                  <a:lnTo>
                    <a:pt x="322421" y="152686"/>
                  </a:lnTo>
                  <a:lnTo>
                    <a:pt x="320802" y="153353"/>
                  </a:lnTo>
                  <a:lnTo>
                    <a:pt x="319659" y="154400"/>
                  </a:lnTo>
                  <a:lnTo>
                    <a:pt x="319564" y="155067"/>
                  </a:lnTo>
                  <a:lnTo>
                    <a:pt x="319754" y="156782"/>
                  </a:lnTo>
                  <a:lnTo>
                    <a:pt x="319659" y="157448"/>
                  </a:lnTo>
                  <a:lnTo>
                    <a:pt x="319183" y="157734"/>
                  </a:lnTo>
                  <a:lnTo>
                    <a:pt x="318707" y="157544"/>
                  </a:lnTo>
                  <a:lnTo>
                    <a:pt x="318230" y="157639"/>
                  </a:lnTo>
                  <a:lnTo>
                    <a:pt x="317945" y="158591"/>
                  </a:lnTo>
                  <a:lnTo>
                    <a:pt x="318230" y="160306"/>
                  </a:lnTo>
                  <a:lnTo>
                    <a:pt x="319183" y="160972"/>
                  </a:lnTo>
                  <a:lnTo>
                    <a:pt x="322136" y="160972"/>
                  </a:lnTo>
                  <a:lnTo>
                    <a:pt x="326231" y="157639"/>
                  </a:lnTo>
                  <a:lnTo>
                    <a:pt x="326327" y="156210"/>
                  </a:lnTo>
                  <a:lnTo>
                    <a:pt x="326612" y="154781"/>
                  </a:lnTo>
                  <a:lnTo>
                    <a:pt x="327184" y="153638"/>
                  </a:lnTo>
                  <a:lnTo>
                    <a:pt x="328041" y="153162"/>
                  </a:lnTo>
                  <a:lnTo>
                    <a:pt x="332422" y="153162"/>
                  </a:lnTo>
                  <a:lnTo>
                    <a:pt x="333470" y="152781"/>
                  </a:lnTo>
                  <a:lnTo>
                    <a:pt x="337661" y="150019"/>
                  </a:lnTo>
                  <a:lnTo>
                    <a:pt x="338233" y="150590"/>
                  </a:lnTo>
                  <a:lnTo>
                    <a:pt x="337376" y="151447"/>
                  </a:lnTo>
                  <a:lnTo>
                    <a:pt x="337280" y="152210"/>
                  </a:lnTo>
                  <a:lnTo>
                    <a:pt x="337661" y="152591"/>
                  </a:lnTo>
                  <a:lnTo>
                    <a:pt x="338423" y="152210"/>
                  </a:lnTo>
                  <a:lnTo>
                    <a:pt x="339090" y="151638"/>
                  </a:lnTo>
                  <a:lnTo>
                    <a:pt x="341947" y="150019"/>
                  </a:lnTo>
                  <a:lnTo>
                    <a:pt x="341947" y="149352"/>
                  </a:lnTo>
                  <a:lnTo>
                    <a:pt x="340900" y="150019"/>
                  </a:lnTo>
                  <a:lnTo>
                    <a:pt x="340043" y="148685"/>
                  </a:lnTo>
                  <a:lnTo>
                    <a:pt x="339471" y="147352"/>
                  </a:lnTo>
                  <a:lnTo>
                    <a:pt x="339376" y="146113"/>
                  </a:lnTo>
                  <a:lnTo>
                    <a:pt x="339852" y="145066"/>
                  </a:lnTo>
                  <a:lnTo>
                    <a:pt x="340709" y="144589"/>
                  </a:lnTo>
                  <a:lnTo>
                    <a:pt x="341757" y="144494"/>
                  </a:lnTo>
                  <a:lnTo>
                    <a:pt x="342710" y="144209"/>
                  </a:lnTo>
                  <a:lnTo>
                    <a:pt x="343091" y="143256"/>
                  </a:lnTo>
                  <a:lnTo>
                    <a:pt x="342614" y="142208"/>
                  </a:lnTo>
                  <a:lnTo>
                    <a:pt x="341471" y="142018"/>
                  </a:lnTo>
                  <a:lnTo>
                    <a:pt x="340138" y="141922"/>
                  </a:lnTo>
                  <a:lnTo>
                    <a:pt x="339185" y="141256"/>
                  </a:lnTo>
                  <a:lnTo>
                    <a:pt x="338995" y="139827"/>
                  </a:lnTo>
                  <a:lnTo>
                    <a:pt x="339757" y="138684"/>
                  </a:lnTo>
                  <a:lnTo>
                    <a:pt x="340805" y="137541"/>
                  </a:lnTo>
                  <a:lnTo>
                    <a:pt x="341471" y="136398"/>
                  </a:lnTo>
                  <a:lnTo>
                    <a:pt x="340043" y="136208"/>
                  </a:lnTo>
                  <a:lnTo>
                    <a:pt x="338900" y="135541"/>
                  </a:lnTo>
                  <a:lnTo>
                    <a:pt x="337947" y="134874"/>
                  </a:lnTo>
                  <a:lnTo>
                    <a:pt x="337280" y="134588"/>
                  </a:lnTo>
                  <a:lnTo>
                    <a:pt x="336233" y="134493"/>
                  </a:lnTo>
                  <a:lnTo>
                    <a:pt x="334994" y="134112"/>
                  </a:lnTo>
                  <a:lnTo>
                    <a:pt x="333851" y="133541"/>
                  </a:lnTo>
                  <a:lnTo>
                    <a:pt x="333089" y="132779"/>
                  </a:lnTo>
                  <a:lnTo>
                    <a:pt x="333185" y="130778"/>
                  </a:lnTo>
                  <a:lnTo>
                    <a:pt x="334709" y="129350"/>
                  </a:lnTo>
                  <a:lnTo>
                    <a:pt x="335566" y="128207"/>
                  </a:lnTo>
                  <a:lnTo>
                    <a:pt x="333661" y="127254"/>
                  </a:lnTo>
                  <a:lnTo>
                    <a:pt x="335566" y="127254"/>
                  </a:lnTo>
                  <a:lnTo>
                    <a:pt x="336328" y="127445"/>
                  </a:lnTo>
                  <a:lnTo>
                    <a:pt x="336995" y="127826"/>
                  </a:lnTo>
                  <a:lnTo>
                    <a:pt x="337471" y="128207"/>
                  </a:lnTo>
                  <a:lnTo>
                    <a:pt x="337757" y="128397"/>
                  </a:lnTo>
                  <a:lnTo>
                    <a:pt x="338709" y="128302"/>
                  </a:lnTo>
                  <a:lnTo>
                    <a:pt x="339280" y="128016"/>
                  </a:lnTo>
                  <a:lnTo>
                    <a:pt x="339852" y="127635"/>
                  </a:lnTo>
                  <a:lnTo>
                    <a:pt x="340709" y="127159"/>
                  </a:lnTo>
                  <a:lnTo>
                    <a:pt x="340138" y="125444"/>
                  </a:lnTo>
                  <a:lnTo>
                    <a:pt x="341090" y="124682"/>
                  </a:lnTo>
                  <a:lnTo>
                    <a:pt x="342805" y="124492"/>
                  </a:lnTo>
                  <a:lnTo>
                    <a:pt x="344519" y="124682"/>
                  </a:lnTo>
                  <a:lnTo>
                    <a:pt x="347091" y="125730"/>
                  </a:lnTo>
                  <a:lnTo>
                    <a:pt x="347758" y="125921"/>
                  </a:lnTo>
                  <a:lnTo>
                    <a:pt x="348520" y="125730"/>
                  </a:lnTo>
                  <a:lnTo>
                    <a:pt x="348901" y="125444"/>
                  </a:lnTo>
                  <a:lnTo>
                    <a:pt x="349282" y="125063"/>
                  </a:lnTo>
                  <a:lnTo>
                    <a:pt x="349949" y="124682"/>
                  </a:lnTo>
                  <a:lnTo>
                    <a:pt x="349377" y="123444"/>
                  </a:lnTo>
                  <a:lnTo>
                    <a:pt x="349758" y="123063"/>
                  </a:lnTo>
                  <a:lnTo>
                    <a:pt x="350139" y="122492"/>
                  </a:lnTo>
                  <a:lnTo>
                    <a:pt x="350520" y="122206"/>
                  </a:lnTo>
                  <a:lnTo>
                    <a:pt x="349853" y="121158"/>
                  </a:lnTo>
                  <a:lnTo>
                    <a:pt x="349091" y="121063"/>
                  </a:lnTo>
                  <a:lnTo>
                    <a:pt x="348139" y="121349"/>
                  </a:lnTo>
                  <a:lnTo>
                    <a:pt x="346996" y="121539"/>
                  </a:lnTo>
                  <a:lnTo>
                    <a:pt x="345948" y="121349"/>
                  </a:lnTo>
                  <a:lnTo>
                    <a:pt x="342900" y="119729"/>
                  </a:lnTo>
                  <a:lnTo>
                    <a:pt x="346424" y="119729"/>
                  </a:lnTo>
                  <a:lnTo>
                    <a:pt x="348234" y="119444"/>
                  </a:lnTo>
                  <a:lnTo>
                    <a:pt x="349377" y="118967"/>
                  </a:lnTo>
                  <a:lnTo>
                    <a:pt x="349949" y="119634"/>
                  </a:lnTo>
                  <a:lnTo>
                    <a:pt x="351377" y="118301"/>
                  </a:lnTo>
                  <a:lnTo>
                    <a:pt x="351377" y="116491"/>
                  </a:lnTo>
                  <a:lnTo>
                    <a:pt x="350234" y="115062"/>
                  </a:lnTo>
                  <a:lnTo>
                    <a:pt x="348234" y="114776"/>
                  </a:lnTo>
                  <a:lnTo>
                    <a:pt x="348234" y="114205"/>
                  </a:lnTo>
                  <a:lnTo>
                    <a:pt x="349472" y="113633"/>
                  </a:lnTo>
                  <a:lnTo>
                    <a:pt x="350520" y="112300"/>
                  </a:lnTo>
                  <a:lnTo>
                    <a:pt x="351568" y="111633"/>
                  </a:lnTo>
                  <a:lnTo>
                    <a:pt x="352616" y="112967"/>
                  </a:lnTo>
                  <a:lnTo>
                    <a:pt x="353187" y="112395"/>
                  </a:lnTo>
                  <a:lnTo>
                    <a:pt x="352044" y="109252"/>
                  </a:lnTo>
                  <a:lnTo>
                    <a:pt x="351568" y="108490"/>
                  </a:lnTo>
                  <a:lnTo>
                    <a:pt x="351092" y="107918"/>
                  </a:lnTo>
                  <a:lnTo>
                    <a:pt x="350711" y="107252"/>
                  </a:lnTo>
                  <a:lnTo>
                    <a:pt x="350425" y="106299"/>
                  </a:lnTo>
                  <a:lnTo>
                    <a:pt x="351377" y="106299"/>
                  </a:lnTo>
                  <a:lnTo>
                    <a:pt x="351949" y="106585"/>
                  </a:lnTo>
                  <a:lnTo>
                    <a:pt x="352996" y="107823"/>
                  </a:lnTo>
                  <a:lnTo>
                    <a:pt x="353663" y="108109"/>
                  </a:lnTo>
                  <a:lnTo>
                    <a:pt x="359664" y="109347"/>
                  </a:lnTo>
                  <a:lnTo>
                    <a:pt x="361188" y="109347"/>
                  </a:lnTo>
                  <a:lnTo>
                    <a:pt x="362617" y="108680"/>
                  </a:lnTo>
                  <a:lnTo>
                    <a:pt x="360902" y="108680"/>
                  </a:lnTo>
                  <a:lnTo>
                    <a:pt x="360902" y="108109"/>
                  </a:lnTo>
                  <a:lnTo>
                    <a:pt x="361474" y="108109"/>
                  </a:lnTo>
                  <a:lnTo>
                    <a:pt x="361474" y="107537"/>
                  </a:lnTo>
                  <a:lnTo>
                    <a:pt x="360331" y="106966"/>
                  </a:lnTo>
                  <a:lnTo>
                    <a:pt x="360902" y="106299"/>
                  </a:lnTo>
                  <a:lnTo>
                    <a:pt x="361474" y="106966"/>
                  </a:lnTo>
                  <a:lnTo>
                    <a:pt x="363569" y="106299"/>
                  </a:lnTo>
                  <a:lnTo>
                    <a:pt x="363569" y="105728"/>
                  </a:lnTo>
                  <a:lnTo>
                    <a:pt x="360807" y="105061"/>
                  </a:lnTo>
                  <a:lnTo>
                    <a:pt x="361664" y="104775"/>
                  </a:lnTo>
                  <a:lnTo>
                    <a:pt x="363379" y="105061"/>
                  </a:lnTo>
                  <a:lnTo>
                    <a:pt x="364617" y="105061"/>
                  </a:lnTo>
                  <a:lnTo>
                    <a:pt x="364617" y="104489"/>
                  </a:lnTo>
                  <a:lnTo>
                    <a:pt x="362998" y="103442"/>
                  </a:lnTo>
                  <a:lnTo>
                    <a:pt x="362236" y="102965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33" name="Freeform: Shape 36">
              <a:extLst>
                <a:ext uri="{FF2B5EF4-FFF2-40B4-BE49-F238E27FC236}">
                  <a16:creationId xmlns:a16="http://schemas.microsoft.com/office/drawing/2014/main" id="{9ECC3476-4164-871F-C890-6157144304DD}"/>
                </a:ext>
              </a:extLst>
            </p:cNvPr>
            <p:cNvSpPr/>
            <p:nvPr/>
          </p:nvSpPr>
          <p:spPr>
            <a:xfrm>
              <a:off x="3377470" y="4884960"/>
              <a:ext cx="390525" cy="361950"/>
            </a:xfrm>
            <a:custGeom>
              <a:avLst/>
              <a:gdLst>
                <a:gd name="connsiteX0" fmla="*/ 390620 w 390525"/>
                <a:gd name="connsiteY0" fmla="*/ 92583 h 361950"/>
                <a:gd name="connsiteX1" fmla="*/ 388525 w 390525"/>
                <a:gd name="connsiteY1" fmla="*/ 89630 h 361950"/>
                <a:gd name="connsiteX2" fmla="*/ 388239 w 390525"/>
                <a:gd name="connsiteY2" fmla="*/ 88963 h 361950"/>
                <a:gd name="connsiteX3" fmla="*/ 388144 w 390525"/>
                <a:gd name="connsiteY3" fmla="*/ 88583 h 361950"/>
                <a:gd name="connsiteX4" fmla="*/ 388144 w 390525"/>
                <a:gd name="connsiteY4" fmla="*/ 87440 h 361950"/>
                <a:gd name="connsiteX5" fmla="*/ 388525 w 390525"/>
                <a:gd name="connsiteY5" fmla="*/ 85344 h 361950"/>
                <a:gd name="connsiteX6" fmla="*/ 389001 w 390525"/>
                <a:gd name="connsiteY6" fmla="*/ 83439 h 361950"/>
                <a:gd name="connsiteX7" fmla="*/ 388620 w 390525"/>
                <a:gd name="connsiteY7" fmla="*/ 81058 h 361950"/>
                <a:gd name="connsiteX8" fmla="*/ 385572 w 390525"/>
                <a:gd name="connsiteY8" fmla="*/ 74867 h 361950"/>
                <a:gd name="connsiteX9" fmla="*/ 384143 w 390525"/>
                <a:gd name="connsiteY9" fmla="*/ 73533 h 361950"/>
                <a:gd name="connsiteX10" fmla="*/ 382334 w 390525"/>
                <a:gd name="connsiteY10" fmla="*/ 72390 h 361950"/>
                <a:gd name="connsiteX11" fmla="*/ 381000 w 390525"/>
                <a:gd name="connsiteY11" fmla="*/ 71818 h 361950"/>
                <a:gd name="connsiteX12" fmla="*/ 378428 w 390525"/>
                <a:gd name="connsiteY12" fmla="*/ 70104 h 361950"/>
                <a:gd name="connsiteX13" fmla="*/ 377285 w 390525"/>
                <a:gd name="connsiteY13" fmla="*/ 69151 h 361950"/>
                <a:gd name="connsiteX14" fmla="*/ 374142 w 390525"/>
                <a:gd name="connsiteY14" fmla="*/ 67342 h 361950"/>
                <a:gd name="connsiteX15" fmla="*/ 373761 w 390525"/>
                <a:gd name="connsiteY15" fmla="*/ 66770 h 361950"/>
                <a:gd name="connsiteX16" fmla="*/ 373761 w 390525"/>
                <a:gd name="connsiteY16" fmla="*/ 66103 h 361950"/>
                <a:gd name="connsiteX17" fmla="*/ 374047 w 390525"/>
                <a:gd name="connsiteY17" fmla="*/ 65722 h 361950"/>
                <a:gd name="connsiteX18" fmla="*/ 374333 w 390525"/>
                <a:gd name="connsiteY18" fmla="*/ 65056 h 361950"/>
                <a:gd name="connsiteX19" fmla="*/ 371285 w 390525"/>
                <a:gd name="connsiteY19" fmla="*/ 63627 h 361950"/>
                <a:gd name="connsiteX20" fmla="*/ 363950 w 390525"/>
                <a:gd name="connsiteY20" fmla="*/ 61531 h 361950"/>
                <a:gd name="connsiteX21" fmla="*/ 357378 w 390525"/>
                <a:gd name="connsiteY21" fmla="*/ 60484 h 361950"/>
                <a:gd name="connsiteX22" fmla="*/ 356235 w 390525"/>
                <a:gd name="connsiteY22" fmla="*/ 60103 h 361950"/>
                <a:gd name="connsiteX23" fmla="*/ 355473 w 390525"/>
                <a:gd name="connsiteY23" fmla="*/ 59626 h 361950"/>
                <a:gd name="connsiteX24" fmla="*/ 355283 w 390525"/>
                <a:gd name="connsiteY24" fmla="*/ 57531 h 361950"/>
                <a:gd name="connsiteX25" fmla="*/ 355187 w 390525"/>
                <a:gd name="connsiteY25" fmla="*/ 55435 h 361950"/>
                <a:gd name="connsiteX26" fmla="*/ 354902 w 390525"/>
                <a:gd name="connsiteY26" fmla="*/ 52673 h 361950"/>
                <a:gd name="connsiteX27" fmla="*/ 353187 w 390525"/>
                <a:gd name="connsiteY27" fmla="*/ 49149 h 361950"/>
                <a:gd name="connsiteX28" fmla="*/ 350806 w 390525"/>
                <a:gd name="connsiteY28" fmla="*/ 46196 h 361950"/>
                <a:gd name="connsiteX29" fmla="*/ 349568 w 390525"/>
                <a:gd name="connsiteY29" fmla="*/ 44958 h 361950"/>
                <a:gd name="connsiteX30" fmla="*/ 348329 w 390525"/>
                <a:gd name="connsiteY30" fmla="*/ 44196 h 361950"/>
                <a:gd name="connsiteX31" fmla="*/ 344424 w 390525"/>
                <a:gd name="connsiteY31" fmla="*/ 43148 h 361950"/>
                <a:gd name="connsiteX32" fmla="*/ 342805 w 390525"/>
                <a:gd name="connsiteY32" fmla="*/ 43815 h 361950"/>
                <a:gd name="connsiteX33" fmla="*/ 323850 w 390525"/>
                <a:gd name="connsiteY33" fmla="*/ 46196 h 361950"/>
                <a:gd name="connsiteX34" fmla="*/ 321183 w 390525"/>
                <a:gd name="connsiteY34" fmla="*/ 45815 h 361950"/>
                <a:gd name="connsiteX35" fmla="*/ 319373 w 390525"/>
                <a:gd name="connsiteY35" fmla="*/ 44863 h 361950"/>
                <a:gd name="connsiteX36" fmla="*/ 317183 w 390525"/>
                <a:gd name="connsiteY36" fmla="*/ 42577 h 361950"/>
                <a:gd name="connsiteX37" fmla="*/ 312039 w 390525"/>
                <a:gd name="connsiteY37" fmla="*/ 33528 h 361950"/>
                <a:gd name="connsiteX38" fmla="*/ 310896 w 390525"/>
                <a:gd name="connsiteY38" fmla="*/ 32099 h 361950"/>
                <a:gd name="connsiteX39" fmla="*/ 306324 w 390525"/>
                <a:gd name="connsiteY39" fmla="*/ 27432 h 361950"/>
                <a:gd name="connsiteX40" fmla="*/ 301466 w 390525"/>
                <a:gd name="connsiteY40" fmla="*/ 24098 h 361950"/>
                <a:gd name="connsiteX41" fmla="*/ 293180 w 390525"/>
                <a:gd name="connsiteY41" fmla="*/ 20288 h 361950"/>
                <a:gd name="connsiteX42" fmla="*/ 289846 w 390525"/>
                <a:gd name="connsiteY42" fmla="*/ 19240 h 361950"/>
                <a:gd name="connsiteX43" fmla="*/ 288131 w 390525"/>
                <a:gd name="connsiteY43" fmla="*/ 18478 h 361950"/>
                <a:gd name="connsiteX44" fmla="*/ 285464 w 390525"/>
                <a:gd name="connsiteY44" fmla="*/ 16764 h 361950"/>
                <a:gd name="connsiteX45" fmla="*/ 280130 w 390525"/>
                <a:gd name="connsiteY45" fmla="*/ 14288 h 361950"/>
                <a:gd name="connsiteX46" fmla="*/ 279178 w 390525"/>
                <a:gd name="connsiteY46" fmla="*/ 13335 h 361950"/>
                <a:gd name="connsiteX47" fmla="*/ 277940 w 390525"/>
                <a:gd name="connsiteY47" fmla="*/ 11621 h 361950"/>
                <a:gd name="connsiteX48" fmla="*/ 277178 w 390525"/>
                <a:gd name="connsiteY48" fmla="*/ 10763 h 361950"/>
                <a:gd name="connsiteX49" fmla="*/ 277082 w 390525"/>
                <a:gd name="connsiteY49" fmla="*/ 10668 h 361950"/>
                <a:gd name="connsiteX50" fmla="*/ 276130 w 390525"/>
                <a:gd name="connsiteY50" fmla="*/ 10096 h 361950"/>
                <a:gd name="connsiteX51" fmla="*/ 274225 w 390525"/>
                <a:gd name="connsiteY51" fmla="*/ 9525 h 361950"/>
                <a:gd name="connsiteX52" fmla="*/ 272796 w 390525"/>
                <a:gd name="connsiteY52" fmla="*/ 9144 h 361950"/>
                <a:gd name="connsiteX53" fmla="*/ 271463 w 390525"/>
                <a:gd name="connsiteY53" fmla="*/ 8763 h 361950"/>
                <a:gd name="connsiteX54" fmla="*/ 270034 w 390525"/>
                <a:gd name="connsiteY54" fmla="*/ 8001 h 361950"/>
                <a:gd name="connsiteX55" fmla="*/ 265938 w 390525"/>
                <a:gd name="connsiteY55" fmla="*/ 4286 h 361950"/>
                <a:gd name="connsiteX56" fmla="*/ 263843 w 390525"/>
                <a:gd name="connsiteY56" fmla="*/ 2667 h 361950"/>
                <a:gd name="connsiteX57" fmla="*/ 258509 w 390525"/>
                <a:gd name="connsiteY57" fmla="*/ 0 h 361950"/>
                <a:gd name="connsiteX58" fmla="*/ 248126 w 390525"/>
                <a:gd name="connsiteY58" fmla="*/ 1238 h 361950"/>
                <a:gd name="connsiteX59" fmla="*/ 247079 w 390525"/>
                <a:gd name="connsiteY59" fmla="*/ 1905 h 361950"/>
                <a:gd name="connsiteX60" fmla="*/ 245936 w 390525"/>
                <a:gd name="connsiteY60" fmla="*/ 2857 h 361950"/>
                <a:gd name="connsiteX61" fmla="*/ 246126 w 390525"/>
                <a:gd name="connsiteY61" fmla="*/ 3715 h 361950"/>
                <a:gd name="connsiteX62" fmla="*/ 246698 w 390525"/>
                <a:gd name="connsiteY62" fmla="*/ 4572 h 361950"/>
                <a:gd name="connsiteX63" fmla="*/ 249555 w 390525"/>
                <a:gd name="connsiteY63" fmla="*/ 7525 h 361950"/>
                <a:gd name="connsiteX64" fmla="*/ 250127 w 390525"/>
                <a:gd name="connsiteY64" fmla="*/ 8287 h 361950"/>
                <a:gd name="connsiteX65" fmla="*/ 250508 w 390525"/>
                <a:gd name="connsiteY65" fmla="*/ 9144 h 361950"/>
                <a:gd name="connsiteX66" fmla="*/ 250317 w 390525"/>
                <a:gd name="connsiteY66" fmla="*/ 10192 h 361950"/>
                <a:gd name="connsiteX67" fmla="*/ 249841 w 390525"/>
                <a:gd name="connsiteY67" fmla="*/ 10763 h 361950"/>
                <a:gd name="connsiteX68" fmla="*/ 249079 w 390525"/>
                <a:gd name="connsiteY68" fmla="*/ 11049 h 361950"/>
                <a:gd name="connsiteX69" fmla="*/ 246221 w 390525"/>
                <a:gd name="connsiteY69" fmla="*/ 11049 h 361950"/>
                <a:gd name="connsiteX70" fmla="*/ 245364 w 390525"/>
                <a:gd name="connsiteY70" fmla="*/ 11239 h 361950"/>
                <a:gd name="connsiteX71" fmla="*/ 244602 w 390525"/>
                <a:gd name="connsiteY71" fmla="*/ 11621 h 361950"/>
                <a:gd name="connsiteX72" fmla="*/ 242602 w 390525"/>
                <a:gd name="connsiteY72" fmla="*/ 15240 h 361950"/>
                <a:gd name="connsiteX73" fmla="*/ 238411 w 390525"/>
                <a:gd name="connsiteY73" fmla="*/ 21146 h 361950"/>
                <a:gd name="connsiteX74" fmla="*/ 238030 w 390525"/>
                <a:gd name="connsiteY74" fmla="*/ 22003 h 361950"/>
                <a:gd name="connsiteX75" fmla="*/ 237839 w 390525"/>
                <a:gd name="connsiteY75" fmla="*/ 22860 h 361950"/>
                <a:gd name="connsiteX76" fmla="*/ 237839 w 390525"/>
                <a:gd name="connsiteY76" fmla="*/ 23431 h 361950"/>
                <a:gd name="connsiteX77" fmla="*/ 238125 w 390525"/>
                <a:gd name="connsiteY77" fmla="*/ 24193 h 361950"/>
                <a:gd name="connsiteX78" fmla="*/ 238696 w 390525"/>
                <a:gd name="connsiteY78" fmla="*/ 24955 h 361950"/>
                <a:gd name="connsiteX79" fmla="*/ 239935 w 390525"/>
                <a:gd name="connsiteY79" fmla="*/ 25908 h 361950"/>
                <a:gd name="connsiteX80" fmla="*/ 250793 w 390525"/>
                <a:gd name="connsiteY80" fmla="*/ 32385 h 361950"/>
                <a:gd name="connsiteX81" fmla="*/ 255461 w 390525"/>
                <a:gd name="connsiteY81" fmla="*/ 36290 h 361950"/>
                <a:gd name="connsiteX82" fmla="*/ 257080 w 390525"/>
                <a:gd name="connsiteY82" fmla="*/ 38195 h 361950"/>
                <a:gd name="connsiteX83" fmla="*/ 257556 w 390525"/>
                <a:gd name="connsiteY83" fmla="*/ 39052 h 361950"/>
                <a:gd name="connsiteX84" fmla="*/ 258223 w 390525"/>
                <a:gd name="connsiteY84" fmla="*/ 40481 h 361950"/>
                <a:gd name="connsiteX85" fmla="*/ 258890 w 390525"/>
                <a:gd name="connsiteY85" fmla="*/ 43148 h 361950"/>
                <a:gd name="connsiteX86" fmla="*/ 258699 w 390525"/>
                <a:gd name="connsiteY86" fmla="*/ 44767 h 361950"/>
                <a:gd name="connsiteX87" fmla="*/ 258318 w 390525"/>
                <a:gd name="connsiteY87" fmla="*/ 45910 h 361950"/>
                <a:gd name="connsiteX88" fmla="*/ 257366 w 390525"/>
                <a:gd name="connsiteY88" fmla="*/ 47053 h 361950"/>
                <a:gd name="connsiteX89" fmla="*/ 255270 w 390525"/>
                <a:gd name="connsiteY89" fmla="*/ 49054 h 361950"/>
                <a:gd name="connsiteX90" fmla="*/ 254508 w 390525"/>
                <a:gd name="connsiteY90" fmla="*/ 49625 h 361950"/>
                <a:gd name="connsiteX91" fmla="*/ 253937 w 390525"/>
                <a:gd name="connsiteY91" fmla="*/ 50292 h 361950"/>
                <a:gd name="connsiteX92" fmla="*/ 253460 w 390525"/>
                <a:gd name="connsiteY92" fmla="*/ 50578 h 361950"/>
                <a:gd name="connsiteX93" fmla="*/ 252984 w 390525"/>
                <a:gd name="connsiteY93" fmla="*/ 51054 h 361950"/>
                <a:gd name="connsiteX94" fmla="*/ 252508 w 390525"/>
                <a:gd name="connsiteY94" fmla="*/ 51816 h 361950"/>
                <a:gd name="connsiteX95" fmla="*/ 252127 w 390525"/>
                <a:gd name="connsiteY95" fmla="*/ 52959 h 361950"/>
                <a:gd name="connsiteX96" fmla="*/ 251460 w 390525"/>
                <a:gd name="connsiteY96" fmla="*/ 55054 h 361950"/>
                <a:gd name="connsiteX97" fmla="*/ 250508 w 390525"/>
                <a:gd name="connsiteY97" fmla="*/ 57340 h 361950"/>
                <a:gd name="connsiteX98" fmla="*/ 249555 w 390525"/>
                <a:gd name="connsiteY98" fmla="*/ 59150 h 361950"/>
                <a:gd name="connsiteX99" fmla="*/ 248507 w 390525"/>
                <a:gd name="connsiteY99" fmla="*/ 60484 h 361950"/>
                <a:gd name="connsiteX100" fmla="*/ 245174 w 390525"/>
                <a:gd name="connsiteY100" fmla="*/ 63722 h 361950"/>
                <a:gd name="connsiteX101" fmla="*/ 243173 w 390525"/>
                <a:gd name="connsiteY101" fmla="*/ 65246 h 361950"/>
                <a:gd name="connsiteX102" fmla="*/ 242888 w 390525"/>
                <a:gd name="connsiteY102" fmla="*/ 65437 h 361950"/>
                <a:gd name="connsiteX103" fmla="*/ 241173 w 390525"/>
                <a:gd name="connsiteY103" fmla="*/ 66008 h 361950"/>
                <a:gd name="connsiteX104" fmla="*/ 236315 w 390525"/>
                <a:gd name="connsiteY104" fmla="*/ 66675 h 361950"/>
                <a:gd name="connsiteX105" fmla="*/ 235553 w 390525"/>
                <a:gd name="connsiteY105" fmla="*/ 67056 h 361950"/>
                <a:gd name="connsiteX106" fmla="*/ 234887 w 390525"/>
                <a:gd name="connsiteY106" fmla="*/ 68294 h 361950"/>
                <a:gd name="connsiteX107" fmla="*/ 234696 w 390525"/>
                <a:gd name="connsiteY107" fmla="*/ 70009 h 361950"/>
                <a:gd name="connsiteX108" fmla="*/ 234315 w 390525"/>
                <a:gd name="connsiteY108" fmla="*/ 71914 h 361950"/>
                <a:gd name="connsiteX109" fmla="*/ 233839 w 390525"/>
                <a:gd name="connsiteY109" fmla="*/ 73342 h 361950"/>
                <a:gd name="connsiteX110" fmla="*/ 232791 w 390525"/>
                <a:gd name="connsiteY110" fmla="*/ 75438 h 361950"/>
                <a:gd name="connsiteX111" fmla="*/ 232410 w 390525"/>
                <a:gd name="connsiteY111" fmla="*/ 76676 h 361950"/>
                <a:gd name="connsiteX112" fmla="*/ 232315 w 390525"/>
                <a:gd name="connsiteY112" fmla="*/ 77819 h 361950"/>
                <a:gd name="connsiteX113" fmla="*/ 232505 w 390525"/>
                <a:gd name="connsiteY113" fmla="*/ 78772 h 361950"/>
                <a:gd name="connsiteX114" fmla="*/ 232601 w 390525"/>
                <a:gd name="connsiteY114" fmla="*/ 79724 h 361950"/>
                <a:gd name="connsiteX115" fmla="*/ 232505 w 390525"/>
                <a:gd name="connsiteY115" fmla="*/ 81058 h 361950"/>
                <a:gd name="connsiteX116" fmla="*/ 231934 w 390525"/>
                <a:gd name="connsiteY116" fmla="*/ 82296 h 361950"/>
                <a:gd name="connsiteX117" fmla="*/ 231077 w 390525"/>
                <a:gd name="connsiteY117" fmla="*/ 83439 h 361950"/>
                <a:gd name="connsiteX118" fmla="*/ 228410 w 390525"/>
                <a:gd name="connsiteY118" fmla="*/ 85439 h 361950"/>
                <a:gd name="connsiteX119" fmla="*/ 221742 w 390525"/>
                <a:gd name="connsiteY119" fmla="*/ 89249 h 361950"/>
                <a:gd name="connsiteX120" fmla="*/ 220028 w 390525"/>
                <a:gd name="connsiteY120" fmla="*/ 90487 h 361950"/>
                <a:gd name="connsiteX121" fmla="*/ 219646 w 390525"/>
                <a:gd name="connsiteY121" fmla="*/ 91250 h 361950"/>
                <a:gd name="connsiteX122" fmla="*/ 219742 w 390525"/>
                <a:gd name="connsiteY122" fmla="*/ 91821 h 361950"/>
                <a:gd name="connsiteX123" fmla="*/ 220313 w 390525"/>
                <a:gd name="connsiteY123" fmla="*/ 92964 h 361950"/>
                <a:gd name="connsiteX124" fmla="*/ 220504 w 390525"/>
                <a:gd name="connsiteY124" fmla="*/ 94583 h 361950"/>
                <a:gd name="connsiteX125" fmla="*/ 220028 w 390525"/>
                <a:gd name="connsiteY125" fmla="*/ 97917 h 361950"/>
                <a:gd name="connsiteX126" fmla="*/ 217551 w 390525"/>
                <a:gd name="connsiteY126" fmla="*/ 108299 h 361950"/>
                <a:gd name="connsiteX127" fmla="*/ 217075 w 390525"/>
                <a:gd name="connsiteY127" fmla="*/ 109347 h 361950"/>
                <a:gd name="connsiteX128" fmla="*/ 216789 w 390525"/>
                <a:gd name="connsiteY128" fmla="*/ 109823 h 361950"/>
                <a:gd name="connsiteX129" fmla="*/ 213360 w 390525"/>
                <a:gd name="connsiteY129" fmla="*/ 113443 h 361950"/>
                <a:gd name="connsiteX130" fmla="*/ 212217 w 390525"/>
                <a:gd name="connsiteY130" fmla="*/ 114871 h 361950"/>
                <a:gd name="connsiteX131" fmla="*/ 211646 w 390525"/>
                <a:gd name="connsiteY131" fmla="*/ 115919 h 361950"/>
                <a:gd name="connsiteX132" fmla="*/ 211550 w 390525"/>
                <a:gd name="connsiteY132" fmla="*/ 116586 h 361950"/>
                <a:gd name="connsiteX133" fmla="*/ 211741 w 390525"/>
                <a:gd name="connsiteY133" fmla="*/ 117062 h 361950"/>
                <a:gd name="connsiteX134" fmla="*/ 212122 w 390525"/>
                <a:gd name="connsiteY134" fmla="*/ 117538 h 361950"/>
                <a:gd name="connsiteX135" fmla="*/ 213170 w 390525"/>
                <a:gd name="connsiteY135" fmla="*/ 118777 h 361950"/>
                <a:gd name="connsiteX136" fmla="*/ 213265 w 390525"/>
                <a:gd name="connsiteY136" fmla="*/ 119539 h 361950"/>
                <a:gd name="connsiteX137" fmla="*/ 212979 w 390525"/>
                <a:gd name="connsiteY137" fmla="*/ 121158 h 361950"/>
                <a:gd name="connsiteX138" fmla="*/ 212217 w 390525"/>
                <a:gd name="connsiteY138" fmla="*/ 122492 h 361950"/>
                <a:gd name="connsiteX139" fmla="*/ 211360 w 390525"/>
                <a:gd name="connsiteY139" fmla="*/ 123634 h 361950"/>
                <a:gd name="connsiteX140" fmla="*/ 205073 w 390525"/>
                <a:gd name="connsiteY140" fmla="*/ 129540 h 361950"/>
                <a:gd name="connsiteX141" fmla="*/ 204026 w 390525"/>
                <a:gd name="connsiteY141" fmla="*/ 130207 h 361950"/>
                <a:gd name="connsiteX142" fmla="*/ 203073 w 390525"/>
                <a:gd name="connsiteY142" fmla="*/ 130492 h 361950"/>
                <a:gd name="connsiteX143" fmla="*/ 201930 w 390525"/>
                <a:gd name="connsiteY143" fmla="*/ 130588 h 361950"/>
                <a:gd name="connsiteX144" fmla="*/ 201073 w 390525"/>
                <a:gd name="connsiteY144" fmla="*/ 130397 h 361950"/>
                <a:gd name="connsiteX145" fmla="*/ 200311 w 390525"/>
                <a:gd name="connsiteY145" fmla="*/ 129921 h 361950"/>
                <a:gd name="connsiteX146" fmla="*/ 199454 w 390525"/>
                <a:gd name="connsiteY146" fmla="*/ 129064 h 361950"/>
                <a:gd name="connsiteX147" fmla="*/ 198596 w 390525"/>
                <a:gd name="connsiteY147" fmla="*/ 127825 h 361950"/>
                <a:gd name="connsiteX148" fmla="*/ 196501 w 390525"/>
                <a:gd name="connsiteY148" fmla="*/ 123634 h 361950"/>
                <a:gd name="connsiteX149" fmla="*/ 195929 w 390525"/>
                <a:gd name="connsiteY149" fmla="*/ 122682 h 361950"/>
                <a:gd name="connsiteX150" fmla="*/ 195263 w 390525"/>
                <a:gd name="connsiteY150" fmla="*/ 122206 h 361950"/>
                <a:gd name="connsiteX151" fmla="*/ 194786 w 390525"/>
                <a:gd name="connsiteY151" fmla="*/ 122110 h 361950"/>
                <a:gd name="connsiteX152" fmla="*/ 194120 w 390525"/>
                <a:gd name="connsiteY152" fmla="*/ 122396 h 361950"/>
                <a:gd name="connsiteX153" fmla="*/ 193643 w 390525"/>
                <a:gd name="connsiteY153" fmla="*/ 122968 h 361950"/>
                <a:gd name="connsiteX154" fmla="*/ 192310 w 390525"/>
                <a:gd name="connsiteY154" fmla="*/ 124587 h 361950"/>
                <a:gd name="connsiteX155" fmla="*/ 191453 w 390525"/>
                <a:gd name="connsiteY155" fmla="*/ 125444 h 361950"/>
                <a:gd name="connsiteX156" fmla="*/ 190214 w 390525"/>
                <a:gd name="connsiteY156" fmla="*/ 126206 h 361950"/>
                <a:gd name="connsiteX157" fmla="*/ 189167 w 390525"/>
                <a:gd name="connsiteY157" fmla="*/ 126587 h 361950"/>
                <a:gd name="connsiteX158" fmla="*/ 188214 w 390525"/>
                <a:gd name="connsiteY158" fmla="*/ 126873 h 361950"/>
                <a:gd name="connsiteX159" fmla="*/ 186690 w 390525"/>
                <a:gd name="connsiteY159" fmla="*/ 126968 h 361950"/>
                <a:gd name="connsiteX160" fmla="*/ 181737 w 390525"/>
                <a:gd name="connsiteY160" fmla="*/ 126397 h 361950"/>
                <a:gd name="connsiteX161" fmla="*/ 179546 w 390525"/>
                <a:gd name="connsiteY161" fmla="*/ 127063 h 361950"/>
                <a:gd name="connsiteX162" fmla="*/ 177641 w 390525"/>
                <a:gd name="connsiteY162" fmla="*/ 128397 h 361950"/>
                <a:gd name="connsiteX163" fmla="*/ 175260 w 390525"/>
                <a:gd name="connsiteY163" fmla="*/ 131254 h 361950"/>
                <a:gd name="connsiteX164" fmla="*/ 174212 w 390525"/>
                <a:gd name="connsiteY164" fmla="*/ 132874 h 361950"/>
                <a:gd name="connsiteX165" fmla="*/ 173641 w 390525"/>
                <a:gd name="connsiteY165" fmla="*/ 134017 h 361950"/>
                <a:gd name="connsiteX166" fmla="*/ 173260 w 390525"/>
                <a:gd name="connsiteY166" fmla="*/ 135255 h 361950"/>
                <a:gd name="connsiteX167" fmla="*/ 173165 w 390525"/>
                <a:gd name="connsiteY167" fmla="*/ 136588 h 361950"/>
                <a:gd name="connsiteX168" fmla="*/ 173260 w 390525"/>
                <a:gd name="connsiteY168" fmla="*/ 137827 h 361950"/>
                <a:gd name="connsiteX169" fmla="*/ 173546 w 390525"/>
                <a:gd name="connsiteY169" fmla="*/ 138779 h 361950"/>
                <a:gd name="connsiteX170" fmla="*/ 175355 w 390525"/>
                <a:gd name="connsiteY170" fmla="*/ 141827 h 361950"/>
                <a:gd name="connsiteX171" fmla="*/ 176117 w 390525"/>
                <a:gd name="connsiteY171" fmla="*/ 143542 h 361950"/>
                <a:gd name="connsiteX172" fmla="*/ 175832 w 390525"/>
                <a:gd name="connsiteY172" fmla="*/ 145733 h 361950"/>
                <a:gd name="connsiteX173" fmla="*/ 175260 w 390525"/>
                <a:gd name="connsiteY173" fmla="*/ 148018 h 361950"/>
                <a:gd name="connsiteX174" fmla="*/ 170402 w 390525"/>
                <a:gd name="connsiteY174" fmla="*/ 155638 h 361950"/>
                <a:gd name="connsiteX175" fmla="*/ 169259 w 390525"/>
                <a:gd name="connsiteY175" fmla="*/ 155829 h 361950"/>
                <a:gd name="connsiteX176" fmla="*/ 168593 w 390525"/>
                <a:gd name="connsiteY176" fmla="*/ 156115 h 361950"/>
                <a:gd name="connsiteX177" fmla="*/ 167830 w 390525"/>
                <a:gd name="connsiteY177" fmla="*/ 156686 h 361950"/>
                <a:gd name="connsiteX178" fmla="*/ 166878 w 390525"/>
                <a:gd name="connsiteY178" fmla="*/ 158115 h 361950"/>
                <a:gd name="connsiteX179" fmla="*/ 158401 w 390525"/>
                <a:gd name="connsiteY179" fmla="*/ 174212 h 361950"/>
                <a:gd name="connsiteX180" fmla="*/ 155353 w 390525"/>
                <a:gd name="connsiteY180" fmla="*/ 182309 h 361950"/>
                <a:gd name="connsiteX181" fmla="*/ 152686 w 390525"/>
                <a:gd name="connsiteY181" fmla="*/ 184118 h 361950"/>
                <a:gd name="connsiteX182" fmla="*/ 151924 w 390525"/>
                <a:gd name="connsiteY182" fmla="*/ 184880 h 361950"/>
                <a:gd name="connsiteX183" fmla="*/ 150114 w 390525"/>
                <a:gd name="connsiteY183" fmla="*/ 187261 h 361950"/>
                <a:gd name="connsiteX184" fmla="*/ 149162 w 390525"/>
                <a:gd name="connsiteY184" fmla="*/ 188881 h 361950"/>
                <a:gd name="connsiteX185" fmla="*/ 147447 w 390525"/>
                <a:gd name="connsiteY185" fmla="*/ 191167 h 361950"/>
                <a:gd name="connsiteX186" fmla="*/ 146113 w 390525"/>
                <a:gd name="connsiteY186" fmla="*/ 192500 h 361950"/>
                <a:gd name="connsiteX187" fmla="*/ 145066 w 390525"/>
                <a:gd name="connsiteY187" fmla="*/ 193358 h 361950"/>
                <a:gd name="connsiteX188" fmla="*/ 143828 w 390525"/>
                <a:gd name="connsiteY188" fmla="*/ 194024 h 361950"/>
                <a:gd name="connsiteX189" fmla="*/ 142970 w 390525"/>
                <a:gd name="connsiteY189" fmla="*/ 194882 h 361950"/>
                <a:gd name="connsiteX190" fmla="*/ 142304 w 390525"/>
                <a:gd name="connsiteY190" fmla="*/ 195834 h 361950"/>
                <a:gd name="connsiteX191" fmla="*/ 141637 w 390525"/>
                <a:gd name="connsiteY191" fmla="*/ 196977 h 361950"/>
                <a:gd name="connsiteX192" fmla="*/ 140875 w 390525"/>
                <a:gd name="connsiteY192" fmla="*/ 197929 h 361950"/>
                <a:gd name="connsiteX193" fmla="*/ 139732 w 390525"/>
                <a:gd name="connsiteY193" fmla="*/ 198882 h 361950"/>
                <a:gd name="connsiteX194" fmla="*/ 138589 w 390525"/>
                <a:gd name="connsiteY194" fmla="*/ 199168 h 361950"/>
                <a:gd name="connsiteX195" fmla="*/ 137255 w 390525"/>
                <a:gd name="connsiteY195" fmla="*/ 199073 h 361950"/>
                <a:gd name="connsiteX196" fmla="*/ 135541 w 390525"/>
                <a:gd name="connsiteY196" fmla="*/ 198501 h 361950"/>
                <a:gd name="connsiteX197" fmla="*/ 133826 w 390525"/>
                <a:gd name="connsiteY197" fmla="*/ 198310 h 361950"/>
                <a:gd name="connsiteX198" fmla="*/ 127921 w 390525"/>
                <a:gd name="connsiteY198" fmla="*/ 199453 h 361950"/>
                <a:gd name="connsiteX199" fmla="*/ 125063 w 390525"/>
                <a:gd name="connsiteY199" fmla="*/ 199168 h 361950"/>
                <a:gd name="connsiteX200" fmla="*/ 124016 w 390525"/>
                <a:gd name="connsiteY200" fmla="*/ 199453 h 361950"/>
                <a:gd name="connsiteX201" fmla="*/ 121729 w 390525"/>
                <a:gd name="connsiteY201" fmla="*/ 200501 h 361950"/>
                <a:gd name="connsiteX202" fmla="*/ 120491 w 390525"/>
                <a:gd name="connsiteY202" fmla="*/ 200787 h 361950"/>
                <a:gd name="connsiteX203" fmla="*/ 118777 w 390525"/>
                <a:gd name="connsiteY203" fmla="*/ 200787 h 361950"/>
                <a:gd name="connsiteX204" fmla="*/ 117443 w 390525"/>
                <a:gd name="connsiteY204" fmla="*/ 200501 h 361950"/>
                <a:gd name="connsiteX205" fmla="*/ 116396 w 390525"/>
                <a:gd name="connsiteY205" fmla="*/ 200120 h 361950"/>
                <a:gd name="connsiteX206" fmla="*/ 115443 w 390525"/>
                <a:gd name="connsiteY206" fmla="*/ 199549 h 361950"/>
                <a:gd name="connsiteX207" fmla="*/ 114491 w 390525"/>
                <a:gd name="connsiteY207" fmla="*/ 198692 h 361950"/>
                <a:gd name="connsiteX208" fmla="*/ 113538 w 390525"/>
                <a:gd name="connsiteY208" fmla="*/ 197263 h 361950"/>
                <a:gd name="connsiteX209" fmla="*/ 112776 w 390525"/>
                <a:gd name="connsiteY209" fmla="*/ 195643 h 361950"/>
                <a:gd name="connsiteX210" fmla="*/ 111919 w 390525"/>
                <a:gd name="connsiteY210" fmla="*/ 191834 h 361950"/>
                <a:gd name="connsiteX211" fmla="*/ 110680 w 390525"/>
                <a:gd name="connsiteY211" fmla="*/ 190976 h 361950"/>
                <a:gd name="connsiteX212" fmla="*/ 109442 w 390525"/>
                <a:gd name="connsiteY212" fmla="*/ 188690 h 361950"/>
                <a:gd name="connsiteX213" fmla="*/ 108299 w 390525"/>
                <a:gd name="connsiteY213" fmla="*/ 186023 h 361950"/>
                <a:gd name="connsiteX214" fmla="*/ 107156 w 390525"/>
                <a:gd name="connsiteY214" fmla="*/ 182118 h 361950"/>
                <a:gd name="connsiteX215" fmla="*/ 106585 w 390525"/>
                <a:gd name="connsiteY215" fmla="*/ 179451 h 361950"/>
                <a:gd name="connsiteX216" fmla="*/ 105537 w 390525"/>
                <a:gd name="connsiteY216" fmla="*/ 177927 h 361950"/>
                <a:gd name="connsiteX217" fmla="*/ 104394 w 390525"/>
                <a:gd name="connsiteY217" fmla="*/ 176784 h 361950"/>
                <a:gd name="connsiteX218" fmla="*/ 102584 w 390525"/>
                <a:gd name="connsiteY218" fmla="*/ 175736 h 361950"/>
                <a:gd name="connsiteX219" fmla="*/ 101822 w 390525"/>
                <a:gd name="connsiteY219" fmla="*/ 175069 h 361950"/>
                <a:gd name="connsiteX220" fmla="*/ 101346 w 390525"/>
                <a:gd name="connsiteY220" fmla="*/ 174403 h 361950"/>
                <a:gd name="connsiteX221" fmla="*/ 101060 w 390525"/>
                <a:gd name="connsiteY221" fmla="*/ 173355 h 361950"/>
                <a:gd name="connsiteX222" fmla="*/ 100679 w 390525"/>
                <a:gd name="connsiteY222" fmla="*/ 172879 h 361950"/>
                <a:gd name="connsiteX223" fmla="*/ 100203 w 390525"/>
                <a:gd name="connsiteY223" fmla="*/ 172784 h 361950"/>
                <a:gd name="connsiteX224" fmla="*/ 99727 w 390525"/>
                <a:gd name="connsiteY224" fmla="*/ 173069 h 361950"/>
                <a:gd name="connsiteX225" fmla="*/ 97822 w 390525"/>
                <a:gd name="connsiteY225" fmla="*/ 175165 h 361950"/>
                <a:gd name="connsiteX226" fmla="*/ 97250 w 390525"/>
                <a:gd name="connsiteY226" fmla="*/ 175450 h 361950"/>
                <a:gd name="connsiteX227" fmla="*/ 96679 w 390525"/>
                <a:gd name="connsiteY227" fmla="*/ 175355 h 361950"/>
                <a:gd name="connsiteX228" fmla="*/ 95631 w 390525"/>
                <a:gd name="connsiteY228" fmla="*/ 175069 h 361950"/>
                <a:gd name="connsiteX229" fmla="*/ 94202 w 390525"/>
                <a:gd name="connsiteY229" fmla="*/ 174593 h 361950"/>
                <a:gd name="connsiteX230" fmla="*/ 93059 w 390525"/>
                <a:gd name="connsiteY230" fmla="*/ 174403 h 361950"/>
                <a:gd name="connsiteX231" fmla="*/ 92012 w 390525"/>
                <a:gd name="connsiteY231" fmla="*/ 174593 h 361950"/>
                <a:gd name="connsiteX232" fmla="*/ 91345 w 390525"/>
                <a:gd name="connsiteY232" fmla="*/ 175165 h 361950"/>
                <a:gd name="connsiteX233" fmla="*/ 90869 w 390525"/>
                <a:gd name="connsiteY233" fmla="*/ 175927 h 361950"/>
                <a:gd name="connsiteX234" fmla="*/ 90583 w 390525"/>
                <a:gd name="connsiteY234" fmla="*/ 176879 h 361950"/>
                <a:gd name="connsiteX235" fmla="*/ 90488 w 390525"/>
                <a:gd name="connsiteY235" fmla="*/ 177832 h 361950"/>
                <a:gd name="connsiteX236" fmla="*/ 90297 w 390525"/>
                <a:gd name="connsiteY236" fmla="*/ 178499 h 361950"/>
                <a:gd name="connsiteX237" fmla="*/ 89821 w 390525"/>
                <a:gd name="connsiteY237" fmla="*/ 179165 h 361950"/>
                <a:gd name="connsiteX238" fmla="*/ 88963 w 390525"/>
                <a:gd name="connsiteY238" fmla="*/ 179642 h 361950"/>
                <a:gd name="connsiteX239" fmla="*/ 87916 w 390525"/>
                <a:gd name="connsiteY239" fmla="*/ 179927 h 361950"/>
                <a:gd name="connsiteX240" fmla="*/ 81534 w 390525"/>
                <a:gd name="connsiteY240" fmla="*/ 180023 h 361950"/>
                <a:gd name="connsiteX241" fmla="*/ 80582 w 390525"/>
                <a:gd name="connsiteY241" fmla="*/ 180499 h 361950"/>
                <a:gd name="connsiteX242" fmla="*/ 79724 w 390525"/>
                <a:gd name="connsiteY242" fmla="*/ 181451 h 361950"/>
                <a:gd name="connsiteX243" fmla="*/ 78486 w 390525"/>
                <a:gd name="connsiteY243" fmla="*/ 183261 h 361950"/>
                <a:gd name="connsiteX244" fmla="*/ 77248 w 390525"/>
                <a:gd name="connsiteY244" fmla="*/ 184023 h 361950"/>
                <a:gd name="connsiteX245" fmla="*/ 76295 w 390525"/>
                <a:gd name="connsiteY245" fmla="*/ 183928 h 361950"/>
                <a:gd name="connsiteX246" fmla="*/ 75724 w 390525"/>
                <a:gd name="connsiteY246" fmla="*/ 183166 h 361950"/>
                <a:gd name="connsiteX247" fmla="*/ 75343 w 390525"/>
                <a:gd name="connsiteY247" fmla="*/ 182309 h 361950"/>
                <a:gd name="connsiteX248" fmla="*/ 74867 w 390525"/>
                <a:gd name="connsiteY248" fmla="*/ 181737 h 361950"/>
                <a:gd name="connsiteX249" fmla="*/ 74390 w 390525"/>
                <a:gd name="connsiteY249" fmla="*/ 181356 h 361950"/>
                <a:gd name="connsiteX250" fmla="*/ 73343 w 390525"/>
                <a:gd name="connsiteY250" fmla="*/ 180689 h 361950"/>
                <a:gd name="connsiteX251" fmla="*/ 72771 w 390525"/>
                <a:gd name="connsiteY251" fmla="*/ 180308 h 361950"/>
                <a:gd name="connsiteX252" fmla="*/ 72390 w 390525"/>
                <a:gd name="connsiteY252" fmla="*/ 179927 h 361950"/>
                <a:gd name="connsiteX253" fmla="*/ 71533 w 390525"/>
                <a:gd name="connsiteY253" fmla="*/ 177451 h 361950"/>
                <a:gd name="connsiteX254" fmla="*/ 70295 w 390525"/>
                <a:gd name="connsiteY254" fmla="*/ 175069 h 361950"/>
                <a:gd name="connsiteX255" fmla="*/ 69342 w 390525"/>
                <a:gd name="connsiteY255" fmla="*/ 174212 h 361950"/>
                <a:gd name="connsiteX256" fmla="*/ 67151 w 390525"/>
                <a:gd name="connsiteY256" fmla="*/ 172688 h 361950"/>
                <a:gd name="connsiteX257" fmla="*/ 57055 w 390525"/>
                <a:gd name="connsiteY257" fmla="*/ 168688 h 361950"/>
                <a:gd name="connsiteX258" fmla="*/ 55150 w 390525"/>
                <a:gd name="connsiteY258" fmla="*/ 168402 h 361950"/>
                <a:gd name="connsiteX259" fmla="*/ 49530 w 390525"/>
                <a:gd name="connsiteY259" fmla="*/ 167640 h 361950"/>
                <a:gd name="connsiteX260" fmla="*/ 48768 w 390525"/>
                <a:gd name="connsiteY260" fmla="*/ 167259 h 361950"/>
                <a:gd name="connsiteX261" fmla="*/ 47530 w 390525"/>
                <a:gd name="connsiteY261" fmla="*/ 166497 h 361950"/>
                <a:gd name="connsiteX262" fmla="*/ 45434 w 390525"/>
                <a:gd name="connsiteY262" fmla="*/ 164592 h 361950"/>
                <a:gd name="connsiteX263" fmla="*/ 43815 w 390525"/>
                <a:gd name="connsiteY263" fmla="*/ 164020 h 361950"/>
                <a:gd name="connsiteX264" fmla="*/ 42386 w 390525"/>
                <a:gd name="connsiteY264" fmla="*/ 163925 h 361950"/>
                <a:gd name="connsiteX265" fmla="*/ 41338 w 390525"/>
                <a:gd name="connsiteY265" fmla="*/ 164306 h 361950"/>
                <a:gd name="connsiteX266" fmla="*/ 40481 w 390525"/>
                <a:gd name="connsiteY266" fmla="*/ 165163 h 361950"/>
                <a:gd name="connsiteX267" fmla="*/ 35433 w 390525"/>
                <a:gd name="connsiteY267" fmla="*/ 173831 h 361950"/>
                <a:gd name="connsiteX268" fmla="*/ 35243 w 390525"/>
                <a:gd name="connsiteY268" fmla="*/ 174974 h 361950"/>
                <a:gd name="connsiteX269" fmla="*/ 35909 w 390525"/>
                <a:gd name="connsiteY269" fmla="*/ 176975 h 361950"/>
                <a:gd name="connsiteX270" fmla="*/ 35909 w 390525"/>
                <a:gd name="connsiteY270" fmla="*/ 177736 h 361950"/>
                <a:gd name="connsiteX271" fmla="*/ 35433 w 390525"/>
                <a:gd name="connsiteY271" fmla="*/ 178689 h 361950"/>
                <a:gd name="connsiteX272" fmla="*/ 34957 w 390525"/>
                <a:gd name="connsiteY272" fmla="*/ 179070 h 361950"/>
                <a:gd name="connsiteX273" fmla="*/ 34480 w 390525"/>
                <a:gd name="connsiteY273" fmla="*/ 179165 h 361950"/>
                <a:gd name="connsiteX274" fmla="*/ 34290 w 390525"/>
                <a:gd name="connsiteY274" fmla="*/ 179070 h 361950"/>
                <a:gd name="connsiteX275" fmla="*/ 33909 w 390525"/>
                <a:gd name="connsiteY275" fmla="*/ 178975 h 361950"/>
                <a:gd name="connsiteX276" fmla="*/ 29528 w 390525"/>
                <a:gd name="connsiteY276" fmla="*/ 178308 h 361950"/>
                <a:gd name="connsiteX277" fmla="*/ 28289 w 390525"/>
                <a:gd name="connsiteY277" fmla="*/ 178499 h 361950"/>
                <a:gd name="connsiteX278" fmla="*/ 27527 w 390525"/>
                <a:gd name="connsiteY278" fmla="*/ 179070 h 361950"/>
                <a:gd name="connsiteX279" fmla="*/ 27337 w 390525"/>
                <a:gd name="connsiteY279" fmla="*/ 179642 h 361950"/>
                <a:gd name="connsiteX280" fmla="*/ 27432 w 390525"/>
                <a:gd name="connsiteY280" fmla="*/ 180594 h 361950"/>
                <a:gd name="connsiteX281" fmla="*/ 27813 w 390525"/>
                <a:gd name="connsiteY281" fmla="*/ 181356 h 361950"/>
                <a:gd name="connsiteX282" fmla="*/ 28766 w 390525"/>
                <a:gd name="connsiteY282" fmla="*/ 182213 h 361950"/>
                <a:gd name="connsiteX283" fmla="*/ 29337 w 390525"/>
                <a:gd name="connsiteY283" fmla="*/ 183070 h 361950"/>
                <a:gd name="connsiteX284" fmla="*/ 29432 w 390525"/>
                <a:gd name="connsiteY284" fmla="*/ 183833 h 361950"/>
                <a:gd name="connsiteX285" fmla="*/ 29051 w 390525"/>
                <a:gd name="connsiteY285" fmla="*/ 184499 h 361950"/>
                <a:gd name="connsiteX286" fmla="*/ 28004 w 390525"/>
                <a:gd name="connsiteY286" fmla="*/ 185071 h 361950"/>
                <a:gd name="connsiteX287" fmla="*/ 27051 w 390525"/>
                <a:gd name="connsiteY287" fmla="*/ 185547 h 361950"/>
                <a:gd name="connsiteX288" fmla="*/ 22860 w 390525"/>
                <a:gd name="connsiteY288" fmla="*/ 186785 h 361950"/>
                <a:gd name="connsiteX289" fmla="*/ 21622 w 390525"/>
                <a:gd name="connsiteY289" fmla="*/ 188024 h 361950"/>
                <a:gd name="connsiteX290" fmla="*/ 21431 w 390525"/>
                <a:gd name="connsiteY290" fmla="*/ 188785 h 361950"/>
                <a:gd name="connsiteX291" fmla="*/ 21431 w 390525"/>
                <a:gd name="connsiteY291" fmla="*/ 189643 h 361950"/>
                <a:gd name="connsiteX292" fmla="*/ 21812 w 390525"/>
                <a:gd name="connsiteY292" fmla="*/ 190595 h 361950"/>
                <a:gd name="connsiteX293" fmla="*/ 22670 w 390525"/>
                <a:gd name="connsiteY293" fmla="*/ 191643 h 361950"/>
                <a:gd name="connsiteX294" fmla="*/ 23432 w 390525"/>
                <a:gd name="connsiteY294" fmla="*/ 192310 h 361950"/>
                <a:gd name="connsiteX295" fmla="*/ 27051 w 390525"/>
                <a:gd name="connsiteY295" fmla="*/ 194119 h 361950"/>
                <a:gd name="connsiteX296" fmla="*/ 31528 w 390525"/>
                <a:gd name="connsiteY296" fmla="*/ 197834 h 361950"/>
                <a:gd name="connsiteX297" fmla="*/ 36290 w 390525"/>
                <a:gd name="connsiteY297" fmla="*/ 201168 h 361950"/>
                <a:gd name="connsiteX298" fmla="*/ 37052 w 390525"/>
                <a:gd name="connsiteY298" fmla="*/ 202216 h 361950"/>
                <a:gd name="connsiteX299" fmla="*/ 37148 w 390525"/>
                <a:gd name="connsiteY299" fmla="*/ 203168 h 361950"/>
                <a:gd name="connsiteX300" fmla="*/ 36767 w 390525"/>
                <a:gd name="connsiteY300" fmla="*/ 204025 h 361950"/>
                <a:gd name="connsiteX301" fmla="*/ 35814 w 390525"/>
                <a:gd name="connsiteY301" fmla="*/ 205454 h 361950"/>
                <a:gd name="connsiteX302" fmla="*/ 34195 w 390525"/>
                <a:gd name="connsiteY302" fmla="*/ 208121 h 361950"/>
                <a:gd name="connsiteX303" fmla="*/ 34100 w 390525"/>
                <a:gd name="connsiteY303" fmla="*/ 209169 h 361950"/>
                <a:gd name="connsiteX304" fmla="*/ 34004 w 390525"/>
                <a:gd name="connsiteY304" fmla="*/ 210693 h 361950"/>
                <a:gd name="connsiteX305" fmla="*/ 34576 w 390525"/>
                <a:gd name="connsiteY305" fmla="*/ 213169 h 361950"/>
                <a:gd name="connsiteX306" fmla="*/ 34671 w 390525"/>
                <a:gd name="connsiteY306" fmla="*/ 214503 h 361950"/>
                <a:gd name="connsiteX307" fmla="*/ 34480 w 390525"/>
                <a:gd name="connsiteY307" fmla="*/ 215836 h 361950"/>
                <a:gd name="connsiteX308" fmla="*/ 34004 w 390525"/>
                <a:gd name="connsiteY308" fmla="*/ 216313 h 361950"/>
                <a:gd name="connsiteX309" fmla="*/ 32861 w 390525"/>
                <a:gd name="connsiteY309" fmla="*/ 216694 h 361950"/>
                <a:gd name="connsiteX310" fmla="*/ 31528 w 390525"/>
                <a:gd name="connsiteY310" fmla="*/ 216694 h 361950"/>
                <a:gd name="connsiteX311" fmla="*/ 30480 w 390525"/>
                <a:gd name="connsiteY311" fmla="*/ 216979 h 361950"/>
                <a:gd name="connsiteX312" fmla="*/ 29337 w 390525"/>
                <a:gd name="connsiteY312" fmla="*/ 217265 h 361950"/>
                <a:gd name="connsiteX313" fmla="*/ 23336 w 390525"/>
                <a:gd name="connsiteY313" fmla="*/ 220409 h 361950"/>
                <a:gd name="connsiteX314" fmla="*/ 22574 w 390525"/>
                <a:gd name="connsiteY314" fmla="*/ 220980 h 361950"/>
                <a:gd name="connsiteX315" fmla="*/ 22193 w 390525"/>
                <a:gd name="connsiteY315" fmla="*/ 221551 h 361950"/>
                <a:gd name="connsiteX316" fmla="*/ 21812 w 390525"/>
                <a:gd name="connsiteY316" fmla="*/ 222123 h 361950"/>
                <a:gd name="connsiteX317" fmla="*/ 21431 w 390525"/>
                <a:gd name="connsiteY317" fmla="*/ 223552 h 361950"/>
                <a:gd name="connsiteX318" fmla="*/ 21336 w 390525"/>
                <a:gd name="connsiteY318" fmla="*/ 227267 h 361950"/>
                <a:gd name="connsiteX319" fmla="*/ 21050 w 390525"/>
                <a:gd name="connsiteY319" fmla="*/ 228314 h 361950"/>
                <a:gd name="connsiteX320" fmla="*/ 20669 w 390525"/>
                <a:gd name="connsiteY320" fmla="*/ 228886 h 361950"/>
                <a:gd name="connsiteX321" fmla="*/ 20003 w 390525"/>
                <a:gd name="connsiteY321" fmla="*/ 228886 h 361950"/>
                <a:gd name="connsiteX322" fmla="*/ 16764 w 390525"/>
                <a:gd name="connsiteY322" fmla="*/ 228791 h 361950"/>
                <a:gd name="connsiteX323" fmla="*/ 15907 w 390525"/>
                <a:gd name="connsiteY323" fmla="*/ 229171 h 361950"/>
                <a:gd name="connsiteX324" fmla="*/ 15335 w 390525"/>
                <a:gd name="connsiteY324" fmla="*/ 229743 h 361950"/>
                <a:gd name="connsiteX325" fmla="*/ 14383 w 390525"/>
                <a:gd name="connsiteY325" fmla="*/ 231267 h 361950"/>
                <a:gd name="connsiteX326" fmla="*/ 13716 w 390525"/>
                <a:gd name="connsiteY326" fmla="*/ 231838 h 361950"/>
                <a:gd name="connsiteX327" fmla="*/ 12859 w 390525"/>
                <a:gd name="connsiteY327" fmla="*/ 232029 h 361950"/>
                <a:gd name="connsiteX328" fmla="*/ 11144 w 390525"/>
                <a:gd name="connsiteY328" fmla="*/ 231362 h 361950"/>
                <a:gd name="connsiteX329" fmla="*/ 10192 w 390525"/>
                <a:gd name="connsiteY329" fmla="*/ 231362 h 361950"/>
                <a:gd name="connsiteX330" fmla="*/ 9144 w 390525"/>
                <a:gd name="connsiteY330" fmla="*/ 231838 h 361950"/>
                <a:gd name="connsiteX331" fmla="*/ 8477 w 390525"/>
                <a:gd name="connsiteY331" fmla="*/ 232410 h 361950"/>
                <a:gd name="connsiteX332" fmla="*/ 6191 w 390525"/>
                <a:gd name="connsiteY332" fmla="*/ 235649 h 361950"/>
                <a:gd name="connsiteX333" fmla="*/ 4858 w 390525"/>
                <a:gd name="connsiteY333" fmla="*/ 236887 h 361950"/>
                <a:gd name="connsiteX334" fmla="*/ 3143 w 390525"/>
                <a:gd name="connsiteY334" fmla="*/ 238220 h 361950"/>
                <a:gd name="connsiteX335" fmla="*/ 2286 w 390525"/>
                <a:gd name="connsiteY335" fmla="*/ 239173 h 361950"/>
                <a:gd name="connsiteX336" fmla="*/ 1619 w 390525"/>
                <a:gd name="connsiteY336" fmla="*/ 240125 h 361950"/>
                <a:gd name="connsiteX337" fmla="*/ 476 w 390525"/>
                <a:gd name="connsiteY337" fmla="*/ 242221 h 361950"/>
                <a:gd name="connsiteX338" fmla="*/ 95 w 390525"/>
                <a:gd name="connsiteY338" fmla="*/ 243554 h 361950"/>
                <a:gd name="connsiteX339" fmla="*/ 0 w 390525"/>
                <a:gd name="connsiteY339" fmla="*/ 245174 h 361950"/>
                <a:gd name="connsiteX340" fmla="*/ 667 w 390525"/>
                <a:gd name="connsiteY340" fmla="*/ 248984 h 361950"/>
                <a:gd name="connsiteX341" fmla="*/ 1048 w 390525"/>
                <a:gd name="connsiteY341" fmla="*/ 249936 h 361950"/>
                <a:gd name="connsiteX342" fmla="*/ 1810 w 390525"/>
                <a:gd name="connsiteY342" fmla="*/ 251174 h 361950"/>
                <a:gd name="connsiteX343" fmla="*/ 2096 w 390525"/>
                <a:gd name="connsiteY343" fmla="*/ 251841 h 361950"/>
                <a:gd name="connsiteX344" fmla="*/ 2381 w 390525"/>
                <a:gd name="connsiteY344" fmla="*/ 252698 h 361950"/>
                <a:gd name="connsiteX345" fmla="*/ 2858 w 390525"/>
                <a:gd name="connsiteY345" fmla="*/ 253270 h 361950"/>
                <a:gd name="connsiteX346" fmla="*/ 3620 w 390525"/>
                <a:gd name="connsiteY346" fmla="*/ 253555 h 361950"/>
                <a:gd name="connsiteX347" fmla="*/ 4858 w 390525"/>
                <a:gd name="connsiteY347" fmla="*/ 253651 h 361950"/>
                <a:gd name="connsiteX348" fmla="*/ 5715 w 390525"/>
                <a:gd name="connsiteY348" fmla="*/ 253936 h 361950"/>
                <a:gd name="connsiteX349" fmla="*/ 6477 w 390525"/>
                <a:gd name="connsiteY349" fmla="*/ 254222 h 361950"/>
                <a:gd name="connsiteX350" fmla="*/ 7144 w 390525"/>
                <a:gd name="connsiteY350" fmla="*/ 254508 h 361950"/>
                <a:gd name="connsiteX351" fmla="*/ 9049 w 390525"/>
                <a:gd name="connsiteY351" fmla="*/ 255842 h 361950"/>
                <a:gd name="connsiteX352" fmla="*/ 9620 w 390525"/>
                <a:gd name="connsiteY352" fmla="*/ 256318 h 361950"/>
                <a:gd name="connsiteX353" fmla="*/ 10001 w 390525"/>
                <a:gd name="connsiteY353" fmla="*/ 257366 h 361950"/>
                <a:gd name="connsiteX354" fmla="*/ 10192 w 390525"/>
                <a:gd name="connsiteY354" fmla="*/ 258794 h 361950"/>
                <a:gd name="connsiteX355" fmla="*/ 10096 w 390525"/>
                <a:gd name="connsiteY355" fmla="*/ 263080 h 361950"/>
                <a:gd name="connsiteX356" fmla="*/ 10192 w 390525"/>
                <a:gd name="connsiteY356" fmla="*/ 264224 h 361950"/>
                <a:gd name="connsiteX357" fmla="*/ 10478 w 390525"/>
                <a:gd name="connsiteY357" fmla="*/ 264700 h 361950"/>
                <a:gd name="connsiteX358" fmla="*/ 10954 w 390525"/>
                <a:gd name="connsiteY358" fmla="*/ 265176 h 361950"/>
                <a:gd name="connsiteX359" fmla="*/ 13811 w 390525"/>
                <a:gd name="connsiteY359" fmla="*/ 266891 h 361950"/>
                <a:gd name="connsiteX360" fmla="*/ 17717 w 390525"/>
                <a:gd name="connsiteY360" fmla="*/ 268986 h 361950"/>
                <a:gd name="connsiteX361" fmla="*/ 21812 w 390525"/>
                <a:gd name="connsiteY361" fmla="*/ 269367 h 361950"/>
                <a:gd name="connsiteX362" fmla="*/ 24289 w 390525"/>
                <a:gd name="connsiteY362" fmla="*/ 269272 h 361950"/>
                <a:gd name="connsiteX363" fmla="*/ 26003 w 390525"/>
                <a:gd name="connsiteY363" fmla="*/ 269748 h 361950"/>
                <a:gd name="connsiteX364" fmla="*/ 28766 w 390525"/>
                <a:gd name="connsiteY364" fmla="*/ 270986 h 361950"/>
                <a:gd name="connsiteX365" fmla="*/ 29528 w 390525"/>
                <a:gd name="connsiteY365" fmla="*/ 271082 h 361950"/>
                <a:gd name="connsiteX366" fmla="*/ 30099 w 390525"/>
                <a:gd name="connsiteY366" fmla="*/ 270700 h 361950"/>
                <a:gd name="connsiteX367" fmla="*/ 30766 w 390525"/>
                <a:gd name="connsiteY367" fmla="*/ 268986 h 361950"/>
                <a:gd name="connsiteX368" fmla="*/ 31433 w 390525"/>
                <a:gd name="connsiteY368" fmla="*/ 268224 h 361950"/>
                <a:gd name="connsiteX369" fmla="*/ 32766 w 390525"/>
                <a:gd name="connsiteY369" fmla="*/ 267748 h 361950"/>
                <a:gd name="connsiteX370" fmla="*/ 33528 w 390525"/>
                <a:gd name="connsiteY370" fmla="*/ 268224 h 361950"/>
                <a:gd name="connsiteX371" fmla="*/ 33814 w 390525"/>
                <a:gd name="connsiteY371" fmla="*/ 269081 h 361950"/>
                <a:gd name="connsiteX372" fmla="*/ 33242 w 390525"/>
                <a:gd name="connsiteY372" fmla="*/ 275177 h 361950"/>
                <a:gd name="connsiteX373" fmla="*/ 33433 w 390525"/>
                <a:gd name="connsiteY373" fmla="*/ 276987 h 361950"/>
                <a:gd name="connsiteX374" fmla="*/ 34100 w 390525"/>
                <a:gd name="connsiteY374" fmla="*/ 278511 h 361950"/>
                <a:gd name="connsiteX375" fmla="*/ 35052 w 390525"/>
                <a:gd name="connsiteY375" fmla="*/ 279749 h 361950"/>
                <a:gd name="connsiteX376" fmla="*/ 35624 w 390525"/>
                <a:gd name="connsiteY376" fmla="*/ 280797 h 361950"/>
                <a:gd name="connsiteX377" fmla="*/ 35909 w 390525"/>
                <a:gd name="connsiteY377" fmla="*/ 281559 h 361950"/>
                <a:gd name="connsiteX378" fmla="*/ 35814 w 390525"/>
                <a:gd name="connsiteY378" fmla="*/ 282226 h 361950"/>
                <a:gd name="connsiteX379" fmla="*/ 35243 w 390525"/>
                <a:gd name="connsiteY379" fmla="*/ 283750 h 361950"/>
                <a:gd name="connsiteX380" fmla="*/ 35147 w 390525"/>
                <a:gd name="connsiteY380" fmla="*/ 284798 h 361950"/>
                <a:gd name="connsiteX381" fmla="*/ 36100 w 390525"/>
                <a:gd name="connsiteY381" fmla="*/ 287750 h 361950"/>
                <a:gd name="connsiteX382" fmla="*/ 36386 w 390525"/>
                <a:gd name="connsiteY382" fmla="*/ 289084 h 361950"/>
                <a:gd name="connsiteX383" fmla="*/ 36386 w 390525"/>
                <a:gd name="connsiteY383" fmla="*/ 290417 h 361950"/>
                <a:gd name="connsiteX384" fmla="*/ 36195 w 390525"/>
                <a:gd name="connsiteY384" fmla="*/ 291655 h 361950"/>
                <a:gd name="connsiteX385" fmla="*/ 36195 w 390525"/>
                <a:gd name="connsiteY385" fmla="*/ 292703 h 361950"/>
                <a:gd name="connsiteX386" fmla="*/ 36290 w 390525"/>
                <a:gd name="connsiteY386" fmla="*/ 294418 h 361950"/>
                <a:gd name="connsiteX387" fmla="*/ 36576 w 390525"/>
                <a:gd name="connsiteY387" fmla="*/ 295466 h 361950"/>
                <a:gd name="connsiteX388" fmla="*/ 36767 w 390525"/>
                <a:gd name="connsiteY388" fmla="*/ 296037 h 361950"/>
                <a:gd name="connsiteX389" fmla="*/ 38767 w 390525"/>
                <a:gd name="connsiteY389" fmla="*/ 299085 h 361950"/>
                <a:gd name="connsiteX390" fmla="*/ 40767 w 390525"/>
                <a:gd name="connsiteY390" fmla="*/ 301276 h 361950"/>
                <a:gd name="connsiteX391" fmla="*/ 42386 w 390525"/>
                <a:gd name="connsiteY391" fmla="*/ 302419 h 361950"/>
                <a:gd name="connsiteX392" fmla="*/ 44196 w 390525"/>
                <a:gd name="connsiteY392" fmla="*/ 302990 h 361950"/>
                <a:gd name="connsiteX393" fmla="*/ 45625 w 390525"/>
                <a:gd name="connsiteY393" fmla="*/ 303085 h 361950"/>
                <a:gd name="connsiteX394" fmla="*/ 46768 w 390525"/>
                <a:gd name="connsiteY394" fmla="*/ 302990 h 361950"/>
                <a:gd name="connsiteX395" fmla="*/ 47435 w 390525"/>
                <a:gd name="connsiteY395" fmla="*/ 302800 h 361950"/>
                <a:gd name="connsiteX396" fmla="*/ 56007 w 390525"/>
                <a:gd name="connsiteY396" fmla="*/ 298133 h 361950"/>
                <a:gd name="connsiteX397" fmla="*/ 56579 w 390525"/>
                <a:gd name="connsiteY397" fmla="*/ 297942 h 361950"/>
                <a:gd name="connsiteX398" fmla="*/ 57245 w 390525"/>
                <a:gd name="connsiteY398" fmla="*/ 297847 h 361950"/>
                <a:gd name="connsiteX399" fmla="*/ 57817 w 390525"/>
                <a:gd name="connsiteY399" fmla="*/ 297942 h 361950"/>
                <a:gd name="connsiteX400" fmla="*/ 59246 w 390525"/>
                <a:gd name="connsiteY400" fmla="*/ 298704 h 361950"/>
                <a:gd name="connsiteX401" fmla="*/ 63627 w 390525"/>
                <a:gd name="connsiteY401" fmla="*/ 301752 h 361950"/>
                <a:gd name="connsiteX402" fmla="*/ 65627 w 390525"/>
                <a:gd name="connsiteY402" fmla="*/ 302704 h 361950"/>
                <a:gd name="connsiteX403" fmla="*/ 67151 w 390525"/>
                <a:gd name="connsiteY403" fmla="*/ 303181 h 361950"/>
                <a:gd name="connsiteX404" fmla="*/ 68104 w 390525"/>
                <a:gd name="connsiteY404" fmla="*/ 302990 h 361950"/>
                <a:gd name="connsiteX405" fmla="*/ 69628 w 390525"/>
                <a:gd name="connsiteY405" fmla="*/ 302895 h 361950"/>
                <a:gd name="connsiteX406" fmla="*/ 71533 w 390525"/>
                <a:gd name="connsiteY406" fmla="*/ 303181 h 361950"/>
                <a:gd name="connsiteX407" fmla="*/ 75343 w 390525"/>
                <a:gd name="connsiteY407" fmla="*/ 304895 h 361950"/>
                <a:gd name="connsiteX408" fmla="*/ 76962 w 390525"/>
                <a:gd name="connsiteY408" fmla="*/ 306038 h 361950"/>
                <a:gd name="connsiteX409" fmla="*/ 78010 w 390525"/>
                <a:gd name="connsiteY409" fmla="*/ 307372 h 361950"/>
                <a:gd name="connsiteX410" fmla="*/ 78105 w 390525"/>
                <a:gd name="connsiteY410" fmla="*/ 308610 h 361950"/>
                <a:gd name="connsiteX411" fmla="*/ 78105 w 390525"/>
                <a:gd name="connsiteY411" fmla="*/ 309943 h 361950"/>
                <a:gd name="connsiteX412" fmla="*/ 77629 w 390525"/>
                <a:gd name="connsiteY412" fmla="*/ 312515 h 361950"/>
                <a:gd name="connsiteX413" fmla="*/ 77724 w 390525"/>
                <a:gd name="connsiteY413" fmla="*/ 314230 h 361950"/>
                <a:gd name="connsiteX414" fmla="*/ 78867 w 390525"/>
                <a:gd name="connsiteY414" fmla="*/ 319754 h 361950"/>
                <a:gd name="connsiteX415" fmla="*/ 79724 w 390525"/>
                <a:gd name="connsiteY415" fmla="*/ 322517 h 361950"/>
                <a:gd name="connsiteX416" fmla="*/ 80963 w 390525"/>
                <a:gd name="connsiteY416" fmla="*/ 325279 h 361950"/>
                <a:gd name="connsiteX417" fmla="*/ 84296 w 390525"/>
                <a:gd name="connsiteY417" fmla="*/ 330327 h 361950"/>
                <a:gd name="connsiteX418" fmla="*/ 87725 w 390525"/>
                <a:gd name="connsiteY418" fmla="*/ 334327 h 361950"/>
                <a:gd name="connsiteX419" fmla="*/ 89630 w 390525"/>
                <a:gd name="connsiteY419" fmla="*/ 334899 h 361950"/>
                <a:gd name="connsiteX420" fmla="*/ 93345 w 390525"/>
                <a:gd name="connsiteY420" fmla="*/ 337090 h 361950"/>
                <a:gd name="connsiteX421" fmla="*/ 95060 w 390525"/>
                <a:gd name="connsiteY421" fmla="*/ 337566 h 361950"/>
                <a:gd name="connsiteX422" fmla="*/ 96203 w 390525"/>
                <a:gd name="connsiteY422" fmla="*/ 337185 h 361950"/>
                <a:gd name="connsiteX423" fmla="*/ 96488 w 390525"/>
                <a:gd name="connsiteY423" fmla="*/ 335851 h 361950"/>
                <a:gd name="connsiteX424" fmla="*/ 95821 w 390525"/>
                <a:gd name="connsiteY424" fmla="*/ 332899 h 361950"/>
                <a:gd name="connsiteX425" fmla="*/ 95821 w 390525"/>
                <a:gd name="connsiteY425" fmla="*/ 331279 h 361950"/>
                <a:gd name="connsiteX426" fmla="*/ 96203 w 390525"/>
                <a:gd name="connsiteY426" fmla="*/ 330232 h 361950"/>
                <a:gd name="connsiteX427" fmla="*/ 97917 w 390525"/>
                <a:gd name="connsiteY427" fmla="*/ 328232 h 361950"/>
                <a:gd name="connsiteX428" fmla="*/ 98298 w 390525"/>
                <a:gd name="connsiteY428" fmla="*/ 327469 h 361950"/>
                <a:gd name="connsiteX429" fmla="*/ 98774 w 390525"/>
                <a:gd name="connsiteY429" fmla="*/ 326326 h 361950"/>
                <a:gd name="connsiteX430" fmla="*/ 98870 w 390525"/>
                <a:gd name="connsiteY430" fmla="*/ 325279 h 361950"/>
                <a:gd name="connsiteX431" fmla="*/ 98870 w 390525"/>
                <a:gd name="connsiteY431" fmla="*/ 324136 h 361950"/>
                <a:gd name="connsiteX432" fmla="*/ 98679 w 390525"/>
                <a:gd name="connsiteY432" fmla="*/ 323088 h 361950"/>
                <a:gd name="connsiteX433" fmla="*/ 98298 w 390525"/>
                <a:gd name="connsiteY433" fmla="*/ 321945 h 361950"/>
                <a:gd name="connsiteX434" fmla="*/ 95250 w 390525"/>
                <a:gd name="connsiteY434" fmla="*/ 316611 h 361950"/>
                <a:gd name="connsiteX435" fmla="*/ 94679 w 390525"/>
                <a:gd name="connsiteY435" fmla="*/ 315277 h 361950"/>
                <a:gd name="connsiteX436" fmla="*/ 94202 w 390525"/>
                <a:gd name="connsiteY436" fmla="*/ 313658 h 361950"/>
                <a:gd name="connsiteX437" fmla="*/ 94012 w 390525"/>
                <a:gd name="connsiteY437" fmla="*/ 311944 h 361950"/>
                <a:gd name="connsiteX438" fmla="*/ 94393 w 390525"/>
                <a:gd name="connsiteY438" fmla="*/ 310991 h 361950"/>
                <a:gd name="connsiteX439" fmla="*/ 95250 w 390525"/>
                <a:gd name="connsiteY439" fmla="*/ 310515 h 361950"/>
                <a:gd name="connsiteX440" fmla="*/ 96298 w 390525"/>
                <a:gd name="connsiteY440" fmla="*/ 310801 h 361950"/>
                <a:gd name="connsiteX441" fmla="*/ 96965 w 390525"/>
                <a:gd name="connsiteY441" fmla="*/ 311372 h 361950"/>
                <a:gd name="connsiteX442" fmla="*/ 97441 w 390525"/>
                <a:gd name="connsiteY442" fmla="*/ 311944 h 361950"/>
                <a:gd name="connsiteX443" fmla="*/ 98012 w 390525"/>
                <a:gd name="connsiteY443" fmla="*/ 312801 h 361950"/>
                <a:gd name="connsiteX444" fmla="*/ 98774 w 390525"/>
                <a:gd name="connsiteY444" fmla="*/ 313658 h 361950"/>
                <a:gd name="connsiteX445" fmla="*/ 102108 w 390525"/>
                <a:gd name="connsiteY445" fmla="*/ 316706 h 361950"/>
                <a:gd name="connsiteX446" fmla="*/ 102775 w 390525"/>
                <a:gd name="connsiteY446" fmla="*/ 317563 h 361950"/>
                <a:gd name="connsiteX447" fmla="*/ 103156 w 390525"/>
                <a:gd name="connsiteY447" fmla="*/ 318325 h 361950"/>
                <a:gd name="connsiteX448" fmla="*/ 104966 w 390525"/>
                <a:gd name="connsiteY448" fmla="*/ 322993 h 361950"/>
                <a:gd name="connsiteX449" fmla="*/ 107061 w 390525"/>
                <a:gd name="connsiteY449" fmla="*/ 326517 h 361950"/>
                <a:gd name="connsiteX450" fmla="*/ 107347 w 390525"/>
                <a:gd name="connsiteY450" fmla="*/ 327469 h 361950"/>
                <a:gd name="connsiteX451" fmla="*/ 107252 w 390525"/>
                <a:gd name="connsiteY451" fmla="*/ 328422 h 361950"/>
                <a:gd name="connsiteX452" fmla="*/ 106680 w 390525"/>
                <a:gd name="connsiteY452" fmla="*/ 329660 h 361950"/>
                <a:gd name="connsiteX453" fmla="*/ 106109 w 390525"/>
                <a:gd name="connsiteY453" fmla="*/ 330613 h 361950"/>
                <a:gd name="connsiteX454" fmla="*/ 104680 w 390525"/>
                <a:gd name="connsiteY454" fmla="*/ 333851 h 361950"/>
                <a:gd name="connsiteX455" fmla="*/ 104299 w 390525"/>
                <a:gd name="connsiteY455" fmla="*/ 334518 h 361950"/>
                <a:gd name="connsiteX456" fmla="*/ 101727 w 390525"/>
                <a:gd name="connsiteY456" fmla="*/ 337852 h 361950"/>
                <a:gd name="connsiteX457" fmla="*/ 101441 w 390525"/>
                <a:gd name="connsiteY457" fmla="*/ 338423 h 361950"/>
                <a:gd name="connsiteX458" fmla="*/ 101346 w 390525"/>
                <a:gd name="connsiteY458" fmla="*/ 338995 h 361950"/>
                <a:gd name="connsiteX459" fmla="*/ 101537 w 390525"/>
                <a:gd name="connsiteY459" fmla="*/ 339471 h 361950"/>
                <a:gd name="connsiteX460" fmla="*/ 102108 w 390525"/>
                <a:gd name="connsiteY460" fmla="*/ 339947 h 361950"/>
                <a:gd name="connsiteX461" fmla="*/ 103156 w 390525"/>
                <a:gd name="connsiteY461" fmla="*/ 339757 h 361950"/>
                <a:gd name="connsiteX462" fmla="*/ 105728 w 390525"/>
                <a:gd name="connsiteY462" fmla="*/ 339090 h 361950"/>
                <a:gd name="connsiteX463" fmla="*/ 107537 w 390525"/>
                <a:gd name="connsiteY463" fmla="*/ 338900 h 361950"/>
                <a:gd name="connsiteX464" fmla="*/ 108680 w 390525"/>
                <a:gd name="connsiteY464" fmla="*/ 339185 h 361950"/>
                <a:gd name="connsiteX465" fmla="*/ 109633 w 390525"/>
                <a:gd name="connsiteY465" fmla="*/ 339661 h 361950"/>
                <a:gd name="connsiteX466" fmla="*/ 110300 w 390525"/>
                <a:gd name="connsiteY466" fmla="*/ 340709 h 361950"/>
                <a:gd name="connsiteX467" fmla="*/ 110395 w 390525"/>
                <a:gd name="connsiteY467" fmla="*/ 340804 h 361950"/>
                <a:gd name="connsiteX468" fmla="*/ 110680 w 390525"/>
                <a:gd name="connsiteY468" fmla="*/ 341090 h 361950"/>
                <a:gd name="connsiteX469" fmla="*/ 112681 w 390525"/>
                <a:gd name="connsiteY469" fmla="*/ 342424 h 361950"/>
                <a:gd name="connsiteX470" fmla="*/ 114110 w 390525"/>
                <a:gd name="connsiteY470" fmla="*/ 342614 h 361950"/>
                <a:gd name="connsiteX471" fmla="*/ 115538 w 390525"/>
                <a:gd name="connsiteY471" fmla="*/ 342424 h 361950"/>
                <a:gd name="connsiteX472" fmla="*/ 116586 w 390525"/>
                <a:gd name="connsiteY472" fmla="*/ 341567 h 361950"/>
                <a:gd name="connsiteX473" fmla="*/ 116967 w 390525"/>
                <a:gd name="connsiteY473" fmla="*/ 341090 h 361950"/>
                <a:gd name="connsiteX474" fmla="*/ 117158 w 390525"/>
                <a:gd name="connsiteY474" fmla="*/ 340709 h 361950"/>
                <a:gd name="connsiteX475" fmla="*/ 117253 w 390525"/>
                <a:gd name="connsiteY475" fmla="*/ 338518 h 361950"/>
                <a:gd name="connsiteX476" fmla="*/ 117253 w 390525"/>
                <a:gd name="connsiteY476" fmla="*/ 335280 h 361950"/>
                <a:gd name="connsiteX477" fmla="*/ 117443 w 390525"/>
                <a:gd name="connsiteY477" fmla="*/ 333756 h 361950"/>
                <a:gd name="connsiteX478" fmla="*/ 118110 w 390525"/>
                <a:gd name="connsiteY478" fmla="*/ 332613 h 361950"/>
                <a:gd name="connsiteX479" fmla="*/ 119063 w 390525"/>
                <a:gd name="connsiteY479" fmla="*/ 332423 h 361950"/>
                <a:gd name="connsiteX480" fmla="*/ 120205 w 390525"/>
                <a:gd name="connsiteY480" fmla="*/ 332803 h 361950"/>
                <a:gd name="connsiteX481" fmla="*/ 121349 w 390525"/>
                <a:gd name="connsiteY481" fmla="*/ 332899 h 361950"/>
                <a:gd name="connsiteX482" fmla="*/ 122492 w 390525"/>
                <a:gd name="connsiteY482" fmla="*/ 332232 h 361950"/>
                <a:gd name="connsiteX483" fmla="*/ 123444 w 390525"/>
                <a:gd name="connsiteY483" fmla="*/ 331089 h 361950"/>
                <a:gd name="connsiteX484" fmla="*/ 124111 w 390525"/>
                <a:gd name="connsiteY484" fmla="*/ 329755 h 361950"/>
                <a:gd name="connsiteX485" fmla="*/ 124587 w 390525"/>
                <a:gd name="connsiteY485" fmla="*/ 328422 h 361950"/>
                <a:gd name="connsiteX486" fmla="*/ 124778 w 390525"/>
                <a:gd name="connsiteY486" fmla="*/ 327565 h 361950"/>
                <a:gd name="connsiteX487" fmla="*/ 124968 w 390525"/>
                <a:gd name="connsiteY487" fmla="*/ 326517 h 361950"/>
                <a:gd name="connsiteX488" fmla="*/ 124968 w 390525"/>
                <a:gd name="connsiteY488" fmla="*/ 325755 h 361950"/>
                <a:gd name="connsiteX489" fmla="*/ 124968 w 390525"/>
                <a:gd name="connsiteY489" fmla="*/ 324707 h 361950"/>
                <a:gd name="connsiteX490" fmla="*/ 124873 w 390525"/>
                <a:gd name="connsiteY490" fmla="*/ 323374 h 361950"/>
                <a:gd name="connsiteX491" fmla="*/ 123920 w 390525"/>
                <a:gd name="connsiteY491" fmla="*/ 320040 h 361950"/>
                <a:gd name="connsiteX492" fmla="*/ 124111 w 390525"/>
                <a:gd name="connsiteY492" fmla="*/ 318135 h 361950"/>
                <a:gd name="connsiteX493" fmla="*/ 125063 w 390525"/>
                <a:gd name="connsiteY493" fmla="*/ 316135 h 361950"/>
                <a:gd name="connsiteX494" fmla="*/ 128302 w 390525"/>
                <a:gd name="connsiteY494" fmla="*/ 313563 h 361950"/>
                <a:gd name="connsiteX495" fmla="*/ 130016 w 390525"/>
                <a:gd name="connsiteY495" fmla="*/ 312706 h 361950"/>
                <a:gd name="connsiteX496" fmla="*/ 131254 w 390525"/>
                <a:gd name="connsiteY496" fmla="*/ 312801 h 361950"/>
                <a:gd name="connsiteX497" fmla="*/ 132017 w 390525"/>
                <a:gd name="connsiteY497" fmla="*/ 313658 h 361950"/>
                <a:gd name="connsiteX498" fmla="*/ 132779 w 390525"/>
                <a:gd name="connsiteY498" fmla="*/ 314325 h 361950"/>
                <a:gd name="connsiteX499" fmla="*/ 133826 w 390525"/>
                <a:gd name="connsiteY499" fmla="*/ 314516 h 361950"/>
                <a:gd name="connsiteX500" fmla="*/ 134969 w 390525"/>
                <a:gd name="connsiteY500" fmla="*/ 313277 h 361950"/>
                <a:gd name="connsiteX501" fmla="*/ 135827 w 390525"/>
                <a:gd name="connsiteY501" fmla="*/ 311658 h 361950"/>
                <a:gd name="connsiteX502" fmla="*/ 137065 w 390525"/>
                <a:gd name="connsiteY502" fmla="*/ 308229 h 361950"/>
                <a:gd name="connsiteX503" fmla="*/ 137541 w 390525"/>
                <a:gd name="connsiteY503" fmla="*/ 307372 h 361950"/>
                <a:gd name="connsiteX504" fmla="*/ 138303 w 390525"/>
                <a:gd name="connsiteY504" fmla="*/ 306419 h 361950"/>
                <a:gd name="connsiteX505" fmla="*/ 139541 w 390525"/>
                <a:gd name="connsiteY505" fmla="*/ 305752 h 361950"/>
                <a:gd name="connsiteX506" fmla="*/ 140970 w 390525"/>
                <a:gd name="connsiteY506" fmla="*/ 305752 h 361950"/>
                <a:gd name="connsiteX507" fmla="*/ 143161 w 390525"/>
                <a:gd name="connsiteY507" fmla="*/ 305657 h 361950"/>
                <a:gd name="connsiteX508" fmla="*/ 145637 w 390525"/>
                <a:gd name="connsiteY508" fmla="*/ 304609 h 361950"/>
                <a:gd name="connsiteX509" fmla="*/ 146590 w 390525"/>
                <a:gd name="connsiteY509" fmla="*/ 304514 h 361950"/>
                <a:gd name="connsiteX510" fmla="*/ 147542 w 390525"/>
                <a:gd name="connsiteY510" fmla="*/ 304800 h 361950"/>
                <a:gd name="connsiteX511" fmla="*/ 150019 w 390525"/>
                <a:gd name="connsiteY511" fmla="*/ 306324 h 361950"/>
                <a:gd name="connsiteX512" fmla="*/ 152686 w 390525"/>
                <a:gd name="connsiteY512" fmla="*/ 308800 h 361950"/>
                <a:gd name="connsiteX513" fmla="*/ 154400 w 390525"/>
                <a:gd name="connsiteY513" fmla="*/ 310991 h 361950"/>
                <a:gd name="connsiteX514" fmla="*/ 155353 w 390525"/>
                <a:gd name="connsiteY514" fmla="*/ 311849 h 361950"/>
                <a:gd name="connsiteX515" fmla="*/ 156972 w 390525"/>
                <a:gd name="connsiteY515" fmla="*/ 312896 h 361950"/>
                <a:gd name="connsiteX516" fmla="*/ 158687 w 390525"/>
                <a:gd name="connsiteY516" fmla="*/ 313277 h 361950"/>
                <a:gd name="connsiteX517" fmla="*/ 159925 w 390525"/>
                <a:gd name="connsiteY517" fmla="*/ 313182 h 361950"/>
                <a:gd name="connsiteX518" fmla="*/ 160877 w 390525"/>
                <a:gd name="connsiteY518" fmla="*/ 312896 h 361950"/>
                <a:gd name="connsiteX519" fmla="*/ 172021 w 390525"/>
                <a:gd name="connsiteY519" fmla="*/ 306705 h 361950"/>
                <a:gd name="connsiteX520" fmla="*/ 172784 w 390525"/>
                <a:gd name="connsiteY520" fmla="*/ 305943 h 361950"/>
                <a:gd name="connsiteX521" fmla="*/ 173450 w 390525"/>
                <a:gd name="connsiteY521" fmla="*/ 305181 h 361950"/>
                <a:gd name="connsiteX522" fmla="*/ 173736 w 390525"/>
                <a:gd name="connsiteY522" fmla="*/ 304228 h 361950"/>
                <a:gd name="connsiteX523" fmla="*/ 174022 w 390525"/>
                <a:gd name="connsiteY523" fmla="*/ 303276 h 361950"/>
                <a:gd name="connsiteX524" fmla="*/ 174308 w 390525"/>
                <a:gd name="connsiteY524" fmla="*/ 300037 h 361950"/>
                <a:gd name="connsiteX525" fmla="*/ 174593 w 390525"/>
                <a:gd name="connsiteY525" fmla="*/ 299275 h 361950"/>
                <a:gd name="connsiteX526" fmla="*/ 174879 w 390525"/>
                <a:gd name="connsiteY526" fmla="*/ 298799 h 361950"/>
                <a:gd name="connsiteX527" fmla="*/ 176403 w 390525"/>
                <a:gd name="connsiteY527" fmla="*/ 297370 h 361950"/>
                <a:gd name="connsiteX528" fmla="*/ 176784 w 390525"/>
                <a:gd name="connsiteY528" fmla="*/ 296609 h 361950"/>
                <a:gd name="connsiteX529" fmla="*/ 177070 w 390525"/>
                <a:gd name="connsiteY529" fmla="*/ 296132 h 361950"/>
                <a:gd name="connsiteX530" fmla="*/ 177070 w 390525"/>
                <a:gd name="connsiteY530" fmla="*/ 295656 h 361950"/>
                <a:gd name="connsiteX531" fmla="*/ 177070 w 390525"/>
                <a:gd name="connsiteY531" fmla="*/ 295275 h 361950"/>
                <a:gd name="connsiteX532" fmla="*/ 176879 w 390525"/>
                <a:gd name="connsiteY532" fmla="*/ 294894 h 361950"/>
                <a:gd name="connsiteX533" fmla="*/ 176594 w 390525"/>
                <a:gd name="connsiteY533" fmla="*/ 294227 h 361950"/>
                <a:gd name="connsiteX534" fmla="*/ 176117 w 390525"/>
                <a:gd name="connsiteY534" fmla="*/ 293560 h 361950"/>
                <a:gd name="connsiteX535" fmla="*/ 175451 w 390525"/>
                <a:gd name="connsiteY535" fmla="*/ 292989 h 361950"/>
                <a:gd name="connsiteX536" fmla="*/ 172403 w 390525"/>
                <a:gd name="connsiteY536" fmla="*/ 290893 h 361950"/>
                <a:gd name="connsiteX537" fmla="*/ 171831 w 390525"/>
                <a:gd name="connsiteY537" fmla="*/ 290227 h 361950"/>
                <a:gd name="connsiteX538" fmla="*/ 171355 w 390525"/>
                <a:gd name="connsiteY538" fmla="*/ 289465 h 361950"/>
                <a:gd name="connsiteX539" fmla="*/ 170974 w 390525"/>
                <a:gd name="connsiteY539" fmla="*/ 288512 h 361950"/>
                <a:gd name="connsiteX540" fmla="*/ 170498 w 390525"/>
                <a:gd name="connsiteY540" fmla="*/ 286417 h 361950"/>
                <a:gd name="connsiteX541" fmla="*/ 170402 w 390525"/>
                <a:gd name="connsiteY541" fmla="*/ 285369 h 361950"/>
                <a:gd name="connsiteX542" fmla="*/ 170402 w 390525"/>
                <a:gd name="connsiteY542" fmla="*/ 282988 h 361950"/>
                <a:gd name="connsiteX543" fmla="*/ 170879 w 390525"/>
                <a:gd name="connsiteY543" fmla="*/ 280892 h 361950"/>
                <a:gd name="connsiteX544" fmla="*/ 171545 w 390525"/>
                <a:gd name="connsiteY544" fmla="*/ 278892 h 361950"/>
                <a:gd name="connsiteX545" fmla="*/ 171926 w 390525"/>
                <a:gd name="connsiteY545" fmla="*/ 277844 h 361950"/>
                <a:gd name="connsiteX546" fmla="*/ 172593 w 390525"/>
                <a:gd name="connsiteY546" fmla="*/ 276701 h 361950"/>
                <a:gd name="connsiteX547" fmla="*/ 173546 w 390525"/>
                <a:gd name="connsiteY547" fmla="*/ 275273 h 361950"/>
                <a:gd name="connsiteX548" fmla="*/ 174403 w 390525"/>
                <a:gd name="connsiteY548" fmla="*/ 274320 h 361950"/>
                <a:gd name="connsiteX549" fmla="*/ 175260 w 390525"/>
                <a:gd name="connsiteY549" fmla="*/ 273749 h 361950"/>
                <a:gd name="connsiteX550" fmla="*/ 176022 w 390525"/>
                <a:gd name="connsiteY550" fmla="*/ 273272 h 361950"/>
                <a:gd name="connsiteX551" fmla="*/ 176784 w 390525"/>
                <a:gd name="connsiteY551" fmla="*/ 273177 h 361950"/>
                <a:gd name="connsiteX552" fmla="*/ 177165 w 390525"/>
                <a:gd name="connsiteY552" fmla="*/ 273177 h 361950"/>
                <a:gd name="connsiteX553" fmla="*/ 177737 w 390525"/>
                <a:gd name="connsiteY553" fmla="*/ 273653 h 361950"/>
                <a:gd name="connsiteX554" fmla="*/ 178308 w 390525"/>
                <a:gd name="connsiteY554" fmla="*/ 274320 h 361950"/>
                <a:gd name="connsiteX555" fmla="*/ 179642 w 390525"/>
                <a:gd name="connsiteY555" fmla="*/ 276701 h 361950"/>
                <a:gd name="connsiteX556" fmla="*/ 180213 w 390525"/>
                <a:gd name="connsiteY556" fmla="*/ 277463 h 361950"/>
                <a:gd name="connsiteX557" fmla="*/ 180880 w 390525"/>
                <a:gd name="connsiteY557" fmla="*/ 278035 h 361950"/>
                <a:gd name="connsiteX558" fmla="*/ 181642 w 390525"/>
                <a:gd name="connsiteY558" fmla="*/ 278511 h 361950"/>
                <a:gd name="connsiteX559" fmla="*/ 183452 w 390525"/>
                <a:gd name="connsiteY559" fmla="*/ 279273 h 361950"/>
                <a:gd name="connsiteX560" fmla="*/ 187547 w 390525"/>
                <a:gd name="connsiteY560" fmla="*/ 280321 h 361950"/>
                <a:gd name="connsiteX561" fmla="*/ 189929 w 390525"/>
                <a:gd name="connsiteY561" fmla="*/ 281845 h 361950"/>
                <a:gd name="connsiteX562" fmla="*/ 190786 w 390525"/>
                <a:gd name="connsiteY562" fmla="*/ 282226 h 361950"/>
                <a:gd name="connsiteX563" fmla="*/ 191643 w 390525"/>
                <a:gd name="connsiteY563" fmla="*/ 282511 h 361950"/>
                <a:gd name="connsiteX564" fmla="*/ 192500 w 390525"/>
                <a:gd name="connsiteY564" fmla="*/ 282511 h 361950"/>
                <a:gd name="connsiteX565" fmla="*/ 196977 w 390525"/>
                <a:gd name="connsiteY565" fmla="*/ 281845 h 361950"/>
                <a:gd name="connsiteX566" fmla="*/ 198311 w 390525"/>
                <a:gd name="connsiteY566" fmla="*/ 281845 h 361950"/>
                <a:gd name="connsiteX567" fmla="*/ 199263 w 390525"/>
                <a:gd name="connsiteY567" fmla="*/ 282226 h 361950"/>
                <a:gd name="connsiteX568" fmla="*/ 199739 w 390525"/>
                <a:gd name="connsiteY568" fmla="*/ 283083 h 361950"/>
                <a:gd name="connsiteX569" fmla="*/ 199930 w 390525"/>
                <a:gd name="connsiteY569" fmla="*/ 284035 h 361950"/>
                <a:gd name="connsiteX570" fmla="*/ 200025 w 390525"/>
                <a:gd name="connsiteY570" fmla="*/ 285178 h 361950"/>
                <a:gd name="connsiteX571" fmla="*/ 199739 w 390525"/>
                <a:gd name="connsiteY571" fmla="*/ 289941 h 361950"/>
                <a:gd name="connsiteX572" fmla="*/ 199930 w 390525"/>
                <a:gd name="connsiteY572" fmla="*/ 290989 h 361950"/>
                <a:gd name="connsiteX573" fmla="*/ 200216 w 390525"/>
                <a:gd name="connsiteY573" fmla="*/ 291846 h 361950"/>
                <a:gd name="connsiteX574" fmla="*/ 201073 w 390525"/>
                <a:gd name="connsiteY574" fmla="*/ 293370 h 361950"/>
                <a:gd name="connsiteX575" fmla="*/ 201930 w 390525"/>
                <a:gd name="connsiteY575" fmla="*/ 294418 h 361950"/>
                <a:gd name="connsiteX576" fmla="*/ 203359 w 390525"/>
                <a:gd name="connsiteY576" fmla="*/ 296227 h 361950"/>
                <a:gd name="connsiteX577" fmla="*/ 204026 w 390525"/>
                <a:gd name="connsiteY577" fmla="*/ 296704 h 361950"/>
                <a:gd name="connsiteX578" fmla="*/ 205073 w 390525"/>
                <a:gd name="connsiteY578" fmla="*/ 297085 h 361950"/>
                <a:gd name="connsiteX579" fmla="*/ 206026 w 390525"/>
                <a:gd name="connsiteY579" fmla="*/ 297180 h 361950"/>
                <a:gd name="connsiteX580" fmla="*/ 207074 w 390525"/>
                <a:gd name="connsiteY580" fmla="*/ 296990 h 361950"/>
                <a:gd name="connsiteX581" fmla="*/ 208693 w 390525"/>
                <a:gd name="connsiteY581" fmla="*/ 296227 h 361950"/>
                <a:gd name="connsiteX582" fmla="*/ 209645 w 390525"/>
                <a:gd name="connsiteY582" fmla="*/ 295751 h 361950"/>
                <a:gd name="connsiteX583" fmla="*/ 210407 w 390525"/>
                <a:gd name="connsiteY583" fmla="*/ 295084 h 361950"/>
                <a:gd name="connsiteX584" fmla="*/ 216313 w 390525"/>
                <a:gd name="connsiteY584" fmla="*/ 291560 h 361950"/>
                <a:gd name="connsiteX585" fmla="*/ 221361 w 390525"/>
                <a:gd name="connsiteY585" fmla="*/ 289655 h 361950"/>
                <a:gd name="connsiteX586" fmla="*/ 230315 w 390525"/>
                <a:gd name="connsiteY586" fmla="*/ 290036 h 361950"/>
                <a:gd name="connsiteX587" fmla="*/ 239935 w 390525"/>
                <a:gd name="connsiteY587" fmla="*/ 288512 h 361950"/>
                <a:gd name="connsiteX588" fmla="*/ 240506 w 390525"/>
                <a:gd name="connsiteY588" fmla="*/ 288512 h 361950"/>
                <a:gd name="connsiteX589" fmla="*/ 240697 w 390525"/>
                <a:gd name="connsiteY589" fmla="*/ 288608 h 361950"/>
                <a:gd name="connsiteX590" fmla="*/ 240792 w 390525"/>
                <a:gd name="connsiteY590" fmla="*/ 288988 h 361950"/>
                <a:gd name="connsiteX591" fmla="*/ 240411 w 390525"/>
                <a:gd name="connsiteY591" fmla="*/ 291465 h 361950"/>
                <a:gd name="connsiteX592" fmla="*/ 241173 w 390525"/>
                <a:gd name="connsiteY592" fmla="*/ 294989 h 361950"/>
                <a:gd name="connsiteX593" fmla="*/ 244221 w 390525"/>
                <a:gd name="connsiteY593" fmla="*/ 302800 h 361950"/>
                <a:gd name="connsiteX594" fmla="*/ 244316 w 390525"/>
                <a:gd name="connsiteY594" fmla="*/ 303562 h 361950"/>
                <a:gd name="connsiteX595" fmla="*/ 244221 w 390525"/>
                <a:gd name="connsiteY595" fmla="*/ 307372 h 361950"/>
                <a:gd name="connsiteX596" fmla="*/ 244316 w 390525"/>
                <a:gd name="connsiteY596" fmla="*/ 308324 h 361950"/>
                <a:gd name="connsiteX597" fmla="*/ 244983 w 390525"/>
                <a:gd name="connsiteY597" fmla="*/ 309753 h 361950"/>
                <a:gd name="connsiteX598" fmla="*/ 245936 w 390525"/>
                <a:gd name="connsiteY598" fmla="*/ 310896 h 361950"/>
                <a:gd name="connsiteX599" fmla="*/ 246698 w 390525"/>
                <a:gd name="connsiteY599" fmla="*/ 312229 h 361950"/>
                <a:gd name="connsiteX600" fmla="*/ 247079 w 390525"/>
                <a:gd name="connsiteY600" fmla="*/ 314230 h 361950"/>
                <a:gd name="connsiteX601" fmla="*/ 246412 w 390525"/>
                <a:gd name="connsiteY601" fmla="*/ 315754 h 361950"/>
                <a:gd name="connsiteX602" fmla="*/ 243364 w 390525"/>
                <a:gd name="connsiteY602" fmla="*/ 317659 h 361950"/>
                <a:gd name="connsiteX603" fmla="*/ 242697 w 390525"/>
                <a:gd name="connsiteY603" fmla="*/ 319183 h 361950"/>
                <a:gd name="connsiteX604" fmla="*/ 242697 w 390525"/>
                <a:gd name="connsiteY604" fmla="*/ 320516 h 361950"/>
                <a:gd name="connsiteX605" fmla="*/ 242888 w 390525"/>
                <a:gd name="connsiteY605" fmla="*/ 322231 h 361950"/>
                <a:gd name="connsiteX606" fmla="*/ 243459 w 390525"/>
                <a:gd name="connsiteY606" fmla="*/ 323755 h 361950"/>
                <a:gd name="connsiteX607" fmla="*/ 244602 w 390525"/>
                <a:gd name="connsiteY607" fmla="*/ 324421 h 361950"/>
                <a:gd name="connsiteX608" fmla="*/ 246126 w 390525"/>
                <a:gd name="connsiteY608" fmla="*/ 324802 h 361950"/>
                <a:gd name="connsiteX609" fmla="*/ 249460 w 390525"/>
                <a:gd name="connsiteY609" fmla="*/ 326517 h 361950"/>
                <a:gd name="connsiteX610" fmla="*/ 255842 w 390525"/>
                <a:gd name="connsiteY610" fmla="*/ 328136 h 361950"/>
                <a:gd name="connsiteX611" fmla="*/ 257461 w 390525"/>
                <a:gd name="connsiteY611" fmla="*/ 328232 h 361950"/>
                <a:gd name="connsiteX612" fmla="*/ 257746 w 390525"/>
                <a:gd name="connsiteY612" fmla="*/ 328422 h 361950"/>
                <a:gd name="connsiteX613" fmla="*/ 258128 w 390525"/>
                <a:gd name="connsiteY613" fmla="*/ 328327 h 361950"/>
                <a:gd name="connsiteX614" fmla="*/ 258985 w 390525"/>
                <a:gd name="connsiteY614" fmla="*/ 327850 h 361950"/>
                <a:gd name="connsiteX615" fmla="*/ 259461 w 390525"/>
                <a:gd name="connsiteY615" fmla="*/ 327660 h 361950"/>
                <a:gd name="connsiteX616" fmla="*/ 260128 w 390525"/>
                <a:gd name="connsiteY616" fmla="*/ 327660 h 361950"/>
                <a:gd name="connsiteX617" fmla="*/ 260509 w 390525"/>
                <a:gd name="connsiteY617" fmla="*/ 328041 h 361950"/>
                <a:gd name="connsiteX618" fmla="*/ 261080 w 390525"/>
                <a:gd name="connsiteY618" fmla="*/ 328612 h 361950"/>
                <a:gd name="connsiteX619" fmla="*/ 261842 w 390525"/>
                <a:gd name="connsiteY619" fmla="*/ 329755 h 361950"/>
                <a:gd name="connsiteX620" fmla="*/ 262795 w 390525"/>
                <a:gd name="connsiteY620" fmla="*/ 330613 h 361950"/>
                <a:gd name="connsiteX621" fmla="*/ 263271 w 390525"/>
                <a:gd name="connsiteY621" fmla="*/ 331184 h 361950"/>
                <a:gd name="connsiteX622" fmla="*/ 263557 w 390525"/>
                <a:gd name="connsiteY622" fmla="*/ 331756 h 361950"/>
                <a:gd name="connsiteX623" fmla="*/ 263652 w 390525"/>
                <a:gd name="connsiteY623" fmla="*/ 332232 h 361950"/>
                <a:gd name="connsiteX624" fmla="*/ 263747 w 390525"/>
                <a:gd name="connsiteY624" fmla="*/ 332708 h 361950"/>
                <a:gd name="connsiteX625" fmla="*/ 263271 w 390525"/>
                <a:gd name="connsiteY625" fmla="*/ 340900 h 361950"/>
                <a:gd name="connsiteX626" fmla="*/ 263652 w 390525"/>
                <a:gd name="connsiteY626" fmla="*/ 343471 h 361950"/>
                <a:gd name="connsiteX627" fmla="*/ 263747 w 390525"/>
                <a:gd name="connsiteY627" fmla="*/ 347567 h 361950"/>
                <a:gd name="connsiteX628" fmla="*/ 263271 w 390525"/>
                <a:gd name="connsiteY628" fmla="*/ 350234 h 361950"/>
                <a:gd name="connsiteX629" fmla="*/ 263366 w 390525"/>
                <a:gd name="connsiteY629" fmla="*/ 351187 h 361950"/>
                <a:gd name="connsiteX630" fmla="*/ 263652 w 390525"/>
                <a:gd name="connsiteY630" fmla="*/ 352234 h 361950"/>
                <a:gd name="connsiteX631" fmla="*/ 264509 w 390525"/>
                <a:gd name="connsiteY631" fmla="*/ 354330 h 361950"/>
                <a:gd name="connsiteX632" fmla="*/ 265081 w 390525"/>
                <a:gd name="connsiteY632" fmla="*/ 355187 h 361950"/>
                <a:gd name="connsiteX633" fmla="*/ 265557 w 390525"/>
                <a:gd name="connsiteY633" fmla="*/ 355759 h 361950"/>
                <a:gd name="connsiteX634" fmla="*/ 266414 w 390525"/>
                <a:gd name="connsiteY634" fmla="*/ 356235 h 361950"/>
                <a:gd name="connsiteX635" fmla="*/ 267367 w 390525"/>
                <a:gd name="connsiteY635" fmla="*/ 356521 h 361950"/>
                <a:gd name="connsiteX636" fmla="*/ 268510 w 390525"/>
                <a:gd name="connsiteY636" fmla="*/ 356711 h 361950"/>
                <a:gd name="connsiteX637" fmla="*/ 269653 w 390525"/>
                <a:gd name="connsiteY637" fmla="*/ 356807 h 361950"/>
                <a:gd name="connsiteX638" fmla="*/ 270224 w 390525"/>
                <a:gd name="connsiteY638" fmla="*/ 356711 h 361950"/>
                <a:gd name="connsiteX639" fmla="*/ 270605 w 390525"/>
                <a:gd name="connsiteY639" fmla="*/ 356521 h 361950"/>
                <a:gd name="connsiteX640" fmla="*/ 270986 w 390525"/>
                <a:gd name="connsiteY640" fmla="*/ 356330 h 361950"/>
                <a:gd name="connsiteX641" fmla="*/ 271272 w 390525"/>
                <a:gd name="connsiteY641" fmla="*/ 356044 h 361950"/>
                <a:gd name="connsiteX642" fmla="*/ 271463 w 390525"/>
                <a:gd name="connsiteY642" fmla="*/ 355568 h 361950"/>
                <a:gd name="connsiteX643" fmla="*/ 271463 w 390525"/>
                <a:gd name="connsiteY643" fmla="*/ 354997 h 361950"/>
                <a:gd name="connsiteX644" fmla="*/ 271367 w 390525"/>
                <a:gd name="connsiteY644" fmla="*/ 354520 h 361950"/>
                <a:gd name="connsiteX645" fmla="*/ 271177 w 390525"/>
                <a:gd name="connsiteY645" fmla="*/ 354140 h 361950"/>
                <a:gd name="connsiteX646" fmla="*/ 270415 w 390525"/>
                <a:gd name="connsiteY646" fmla="*/ 353092 h 361950"/>
                <a:gd name="connsiteX647" fmla="*/ 270224 w 390525"/>
                <a:gd name="connsiteY647" fmla="*/ 352616 h 361950"/>
                <a:gd name="connsiteX648" fmla="*/ 270224 w 390525"/>
                <a:gd name="connsiteY648" fmla="*/ 352139 h 361950"/>
                <a:gd name="connsiteX649" fmla="*/ 270224 w 390525"/>
                <a:gd name="connsiteY649" fmla="*/ 351568 h 361950"/>
                <a:gd name="connsiteX650" fmla="*/ 270510 w 390525"/>
                <a:gd name="connsiteY650" fmla="*/ 350615 h 361950"/>
                <a:gd name="connsiteX651" fmla="*/ 270701 w 390525"/>
                <a:gd name="connsiteY651" fmla="*/ 350044 h 361950"/>
                <a:gd name="connsiteX652" fmla="*/ 270701 w 390525"/>
                <a:gd name="connsiteY652" fmla="*/ 349472 h 361950"/>
                <a:gd name="connsiteX653" fmla="*/ 270605 w 390525"/>
                <a:gd name="connsiteY653" fmla="*/ 348996 h 361950"/>
                <a:gd name="connsiteX654" fmla="*/ 270415 w 390525"/>
                <a:gd name="connsiteY654" fmla="*/ 348520 h 361950"/>
                <a:gd name="connsiteX655" fmla="*/ 270224 w 390525"/>
                <a:gd name="connsiteY655" fmla="*/ 348139 h 361950"/>
                <a:gd name="connsiteX656" fmla="*/ 268605 w 390525"/>
                <a:gd name="connsiteY656" fmla="*/ 346043 h 361950"/>
                <a:gd name="connsiteX657" fmla="*/ 268415 w 390525"/>
                <a:gd name="connsiteY657" fmla="*/ 345662 h 361950"/>
                <a:gd name="connsiteX658" fmla="*/ 268224 w 390525"/>
                <a:gd name="connsiteY658" fmla="*/ 345186 h 361950"/>
                <a:gd name="connsiteX659" fmla="*/ 268224 w 390525"/>
                <a:gd name="connsiteY659" fmla="*/ 344615 h 361950"/>
                <a:gd name="connsiteX660" fmla="*/ 268415 w 390525"/>
                <a:gd name="connsiteY660" fmla="*/ 344138 h 361950"/>
                <a:gd name="connsiteX661" fmla="*/ 268605 w 390525"/>
                <a:gd name="connsiteY661" fmla="*/ 343757 h 361950"/>
                <a:gd name="connsiteX662" fmla="*/ 268986 w 390525"/>
                <a:gd name="connsiteY662" fmla="*/ 343471 h 361950"/>
                <a:gd name="connsiteX663" fmla="*/ 269367 w 390525"/>
                <a:gd name="connsiteY663" fmla="*/ 343281 h 361950"/>
                <a:gd name="connsiteX664" fmla="*/ 272129 w 390525"/>
                <a:gd name="connsiteY664" fmla="*/ 342233 h 361950"/>
                <a:gd name="connsiteX665" fmla="*/ 272605 w 390525"/>
                <a:gd name="connsiteY665" fmla="*/ 342138 h 361950"/>
                <a:gd name="connsiteX666" fmla="*/ 273272 w 390525"/>
                <a:gd name="connsiteY666" fmla="*/ 342138 h 361950"/>
                <a:gd name="connsiteX667" fmla="*/ 273939 w 390525"/>
                <a:gd name="connsiteY667" fmla="*/ 342233 h 361950"/>
                <a:gd name="connsiteX668" fmla="*/ 274892 w 390525"/>
                <a:gd name="connsiteY668" fmla="*/ 342614 h 361950"/>
                <a:gd name="connsiteX669" fmla="*/ 275368 w 390525"/>
                <a:gd name="connsiteY669" fmla="*/ 343091 h 361950"/>
                <a:gd name="connsiteX670" fmla="*/ 275844 w 390525"/>
                <a:gd name="connsiteY670" fmla="*/ 343662 h 361950"/>
                <a:gd name="connsiteX671" fmla="*/ 276416 w 390525"/>
                <a:gd name="connsiteY671" fmla="*/ 344615 h 361950"/>
                <a:gd name="connsiteX672" fmla="*/ 276892 w 390525"/>
                <a:gd name="connsiteY672" fmla="*/ 345091 h 361950"/>
                <a:gd name="connsiteX673" fmla="*/ 278987 w 390525"/>
                <a:gd name="connsiteY673" fmla="*/ 346519 h 361950"/>
                <a:gd name="connsiteX674" fmla="*/ 279463 w 390525"/>
                <a:gd name="connsiteY674" fmla="*/ 346996 h 361950"/>
                <a:gd name="connsiteX675" fmla="*/ 279654 w 390525"/>
                <a:gd name="connsiteY675" fmla="*/ 347567 h 361950"/>
                <a:gd name="connsiteX676" fmla="*/ 279654 w 390525"/>
                <a:gd name="connsiteY676" fmla="*/ 348139 h 361950"/>
                <a:gd name="connsiteX677" fmla="*/ 279463 w 390525"/>
                <a:gd name="connsiteY677" fmla="*/ 349186 h 361950"/>
                <a:gd name="connsiteX678" fmla="*/ 278892 w 390525"/>
                <a:gd name="connsiteY678" fmla="*/ 350520 h 361950"/>
                <a:gd name="connsiteX679" fmla="*/ 277368 w 390525"/>
                <a:gd name="connsiteY679" fmla="*/ 356044 h 361950"/>
                <a:gd name="connsiteX680" fmla="*/ 277082 w 390525"/>
                <a:gd name="connsiteY680" fmla="*/ 358235 h 361950"/>
                <a:gd name="connsiteX681" fmla="*/ 275273 w 390525"/>
                <a:gd name="connsiteY681" fmla="*/ 364141 h 361950"/>
                <a:gd name="connsiteX682" fmla="*/ 275177 w 390525"/>
                <a:gd name="connsiteY682" fmla="*/ 364808 h 361950"/>
                <a:gd name="connsiteX683" fmla="*/ 275177 w 390525"/>
                <a:gd name="connsiteY683" fmla="*/ 365379 h 361950"/>
                <a:gd name="connsiteX684" fmla="*/ 275463 w 390525"/>
                <a:gd name="connsiteY684" fmla="*/ 366236 h 361950"/>
                <a:gd name="connsiteX685" fmla="*/ 275844 w 390525"/>
                <a:gd name="connsiteY685" fmla="*/ 366617 h 361950"/>
                <a:gd name="connsiteX686" fmla="*/ 276416 w 390525"/>
                <a:gd name="connsiteY686" fmla="*/ 366712 h 361950"/>
                <a:gd name="connsiteX687" fmla="*/ 276796 w 390525"/>
                <a:gd name="connsiteY687" fmla="*/ 366522 h 361950"/>
                <a:gd name="connsiteX688" fmla="*/ 277178 w 390525"/>
                <a:gd name="connsiteY688" fmla="*/ 366332 h 361950"/>
                <a:gd name="connsiteX689" fmla="*/ 277844 w 390525"/>
                <a:gd name="connsiteY689" fmla="*/ 365665 h 361950"/>
                <a:gd name="connsiteX690" fmla="*/ 278225 w 390525"/>
                <a:gd name="connsiteY690" fmla="*/ 365379 h 361950"/>
                <a:gd name="connsiteX691" fmla="*/ 278606 w 390525"/>
                <a:gd name="connsiteY691" fmla="*/ 365188 h 361950"/>
                <a:gd name="connsiteX692" fmla="*/ 279083 w 390525"/>
                <a:gd name="connsiteY692" fmla="*/ 365093 h 361950"/>
                <a:gd name="connsiteX693" fmla="*/ 280321 w 390525"/>
                <a:gd name="connsiteY693" fmla="*/ 365093 h 361950"/>
                <a:gd name="connsiteX694" fmla="*/ 281369 w 390525"/>
                <a:gd name="connsiteY694" fmla="*/ 365379 h 361950"/>
                <a:gd name="connsiteX695" fmla="*/ 284321 w 390525"/>
                <a:gd name="connsiteY695" fmla="*/ 366903 h 361950"/>
                <a:gd name="connsiteX696" fmla="*/ 284798 w 390525"/>
                <a:gd name="connsiteY696" fmla="*/ 366998 h 361950"/>
                <a:gd name="connsiteX697" fmla="*/ 285274 w 390525"/>
                <a:gd name="connsiteY697" fmla="*/ 367093 h 361950"/>
                <a:gd name="connsiteX698" fmla="*/ 285845 w 390525"/>
                <a:gd name="connsiteY698" fmla="*/ 367189 h 361950"/>
                <a:gd name="connsiteX699" fmla="*/ 286321 w 390525"/>
                <a:gd name="connsiteY699" fmla="*/ 367093 h 361950"/>
                <a:gd name="connsiteX700" fmla="*/ 287274 w 390525"/>
                <a:gd name="connsiteY700" fmla="*/ 366712 h 361950"/>
                <a:gd name="connsiteX701" fmla="*/ 288322 w 390525"/>
                <a:gd name="connsiteY701" fmla="*/ 366522 h 361950"/>
                <a:gd name="connsiteX702" fmla="*/ 288798 w 390525"/>
                <a:gd name="connsiteY702" fmla="*/ 366522 h 361950"/>
                <a:gd name="connsiteX703" fmla="*/ 289274 w 390525"/>
                <a:gd name="connsiteY703" fmla="*/ 366617 h 361950"/>
                <a:gd name="connsiteX704" fmla="*/ 289846 w 390525"/>
                <a:gd name="connsiteY704" fmla="*/ 366808 h 361950"/>
                <a:gd name="connsiteX705" fmla="*/ 292418 w 390525"/>
                <a:gd name="connsiteY705" fmla="*/ 368046 h 361950"/>
                <a:gd name="connsiteX706" fmla="*/ 292894 w 390525"/>
                <a:gd name="connsiteY706" fmla="*/ 368141 h 361950"/>
                <a:gd name="connsiteX707" fmla="*/ 294037 w 390525"/>
                <a:gd name="connsiteY707" fmla="*/ 368236 h 361950"/>
                <a:gd name="connsiteX708" fmla="*/ 295085 w 390525"/>
                <a:gd name="connsiteY708" fmla="*/ 368141 h 361950"/>
                <a:gd name="connsiteX709" fmla="*/ 296132 w 390525"/>
                <a:gd name="connsiteY709" fmla="*/ 368236 h 361950"/>
                <a:gd name="connsiteX710" fmla="*/ 296609 w 390525"/>
                <a:gd name="connsiteY710" fmla="*/ 368236 h 361950"/>
                <a:gd name="connsiteX711" fmla="*/ 296894 w 390525"/>
                <a:gd name="connsiteY711" fmla="*/ 368046 h 361950"/>
                <a:gd name="connsiteX712" fmla="*/ 297180 w 390525"/>
                <a:gd name="connsiteY712" fmla="*/ 367951 h 361950"/>
                <a:gd name="connsiteX713" fmla="*/ 298133 w 390525"/>
                <a:gd name="connsiteY713" fmla="*/ 367093 h 361950"/>
                <a:gd name="connsiteX714" fmla="*/ 298704 w 390525"/>
                <a:gd name="connsiteY714" fmla="*/ 366903 h 361950"/>
                <a:gd name="connsiteX715" fmla="*/ 299466 w 390525"/>
                <a:gd name="connsiteY715" fmla="*/ 367093 h 361950"/>
                <a:gd name="connsiteX716" fmla="*/ 302419 w 390525"/>
                <a:gd name="connsiteY716" fmla="*/ 368617 h 361950"/>
                <a:gd name="connsiteX717" fmla="*/ 302895 w 390525"/>
                <a:gd name="connsiteY717" fmla="*/ 368713 h 361950"/>
                <a:gd name="connsiteX718" fmla="*/ 303276 w 390525"/>
                <a:gd name="connsiteY718" fmla="*/ 368713 h 361950"/>
                <a:gd name="connsiteX719" fmla="*/ 303752 w 390525"/>
                <a:gd name="connsiteY719" fmla="*/ 368522 h 361950"/>
                <a:gd name="connsiteX720" fmla="*/ 304038 w 390525"/>
                <a:gd name="connsiteY720" fmla="*/ 368332 h 361950"/>
                <a:gd name="connsiteX721" fmla="*/ 304324 w 390525"/>
                <a:gd name="connsiteY721" fmla="*/ 367951 h 361950"/>
                <a:gd name="connsiteX722" fmla="*/ 304514 w 390525"/>
                <a:gd name="connsiteY722" fmla="*/ 367475 h 361950"/>
                <a:gd name="connsiteX723" fmla="*/ 304610 w 390525"/>
                <a:gd name="connsiteY723" fmla="*/ 366998 h 361950"/>
                <a:gd name="connsiteX724" fmla="*/ 304705 w 390525"/>
                <a:gd name="connsiteY724" fmla="*/ 366427 h 361950"/>
                <a:gd name="connsiteX725" fmla="*/ 304610 w 390525"/>
                <a:gd name="connsiteY725" fmla="*/ 365855 h 361950"/>
                <a:gd name="connsiteX726" fmla="*/ 303943 w 390525"/>
                <a:gd name="connsiteY726" fmla="*/ 363474 h 361950"/>
                <a:gd name="connsiteX727" fmla="*/ 303848 w 390525"/>
                <a:gd name="connsiteY727" fmla="*/ 362998 h 361950"/>
                <a:gd name="connsiteX728" fmla="*/ 303943 w 390525"/>
                <a:gd name="connsiteY728" fmla="*/ 362426 h 361950"/>
                <a:gd name="connsiteX729" fmla="*/ 304133 w 390525"/>
                <a:gd name="connsiteY729" fmla="*/ 362045 h 361950"/>
                <a:gd name="connsiteX730" fmla="*/ 304324 w 390525"/>
                <a:gd name="connsiteY730" fmla="*/ 361664 h 361950"/>
                <a:gd name="connsiteX731" fmla="*/ 305657 w 390525"/>
                <a:gd name="connsiteY731" fmla="*/ 360426 h 361950"/>
                <a:gd name="connsiteX732" fmla="*/ 306229 w 390525"/>
                <a:gd name="connsiteY732" fmla="*/ 359759 h 361950"/>
                <a:gd name="connsiteX733" fmla="*/ 306419 w 390525"/>
                <a:gd name="connsiteY733" fmla="*/ 359378 h 361950"/>
                <a:gd name="connsiteX734" fmla="*/ 306800 w 390525"/>
                <a:gd name="connsiteY734" fmla="*/ 358426 h 361950"/>
                <a:gd name="connsiteX735" fmla="*/ 309372 w 390525"/>
                <a:gd name="connsiteY735" fmla="*/ 346710 h 361950"/>
                <a:gd name="connsiteX736" fmla="*/ 310039 w 390525"/>
                <a:gd name="connsiteY736" fmla="*/ 345376 h 361950"/>
                <a:gd name="connsiteX737" fmla="*/ 310515 w 390525"/>
                <a:gd name="connsiteY737" fmla="*/ 344615 h 361950"/>
                <a:gd name="connsiteX738" fmla="*/ 310801 w 390525"/>
                <a:gd name="connsiteY738" fmla="*/ 344329 h 361950"/>
                <a:gd name="connsiteX739" fmla="*/ 313277 w 390525"/>
                <a:gd name="connsiteY739" fmla="*/ 342424 h 361950"/>
                <a:gd name="connsiteX740" fmla="*/ 314801 w 390525"/>
                <a:gd name="connsiteY740" fmla="*/ 341471 h 361950"/>
                <a:gd name="connsiteX741" fmla="*/ 317563 w 390525"/>
                <a:gd name="connsiteY741" fmla="*/ 340328 h 361950"/>
                <a:gd name="connsiteX742" fmla="*/ 317945 w 390525"/>
                <a:gd name="connsiteY742" fmla="*/ 338423 h 361950"/>
                <a:gd name="connsiteX743" fmla="*/ 318326 w 390525"/>
                <a:gd name="connsiteY743" fmla="*/ 337280 h 361950"/>
                <a:gd name="connsiteX744" fmla="*/ 319754 w 390525"/>
                <a:gd name="connsiteY744" fmla="*/ 334232 h 361950"/>
                <a:gd name="connsiteX745" fmla="*/ 319850 w 390525"/>
                <a:gd name="connsiteY745" fmla="*/ 333756 h 361950"/>
                <a:gd name="connsiteX746" fmla="*/ 319754 w 390525"/>
                <a:gd name="connsiteY746" fmla="*/ 333184 h 361950"/>
                <a:gd name="connsiteX747" fmla="*/ 319278 w 390525"/>
                <a:gd name="connsiteY747" fmla="*/ 332613 h 361950"/>
                <a:gd name="connsiteX748" fmla="*/ 318326 w 390525"/>
                <a:gd name="connsiteY748" fmla="*/ 331946 h 361950"/>
                <a:gd name="connsiteX749" fmla="*/ 317373 w 390525"/>
                <a:gd name="connsiteY749" fmla="*/ 331565 h 361950"/>
                <a:gd name="connsiteX750" fmla="*/ 315944 w 390525"/>
                <a:gd name="connsiteY750" fmla="*/ 331089 h 361950"/>
                <a:gd name="connsiteX751" fmla="*/ 315087 w 390525"/>
                <a:gd name="connsiteY751" fmla="*/ 330613 h 361950"/>
                <a:gd name="connsiteX752" fmla="*/ 314325 w 390525"/>
                <a:gd name="connsiteY752" fmla="*/ 330041 h 361950"/>
                <a:gd name="connsiteX753" fmla="*/ 314135 w 390525"/>
                <a:gd name="connsiteY753" fmla="*/ 329660 h 361950"/>
                <a:gd name="connsiteX754" fmla="*/ 314039 w 390525"/>
                <a:gd name="connsiteY754" fmla="*/ 329184 h 361950"/>
                <a:gd name="connsiteX755" fmla="*/ 314325 w 390525"/>
                <a:gd name="connsiteY755" fmla="*/ 328517 h 361950"/>
                <a:gd name="connsiteX756" fmla="*/ 314706 w 390525"/>
                <a:gd name="connsiteY756" fmla="*/ 328136 h 361950"/>
                <a:gd name="connsiteX757" fmla="*/ 315087 w 390525"/>
                <a:gd name="connsiteY757" fmla="*/ 327850 h 361950"/>
                <a:gd name="connsiteX758" fmla="*/ 316706 w 390525"/>
                <a:gd name="connsiteY758" fmla="*/ 326993 h 361950"/>
                <a:gd name="connsiteX759" fmla="*/ 317468 w 390525"/>
                <a:gd name="connsiteY759" fmla="*/ 326422 h 361950"/>
                <a:gd name="connsiteX760" fmla="*/ 317754 w 390525"/>
                <a:gd name="connsiteY760" fmla="*/ 326041 h 361950"/>
                <a:gd name="connsiteX761" fmla="*/ 317849 w 390525"/>
                <a:gd name="connsiteY761" fmla="*/ 325469 h 361950"/>
                <a:gd name="connsiteX762" fmla="*/ 317849 w 390525"/>
                <a:gd name="connsiteY762" fmla="*/ 324707 h 361950"/>
                <a:gd name="connsiteX763" fmla="*/ 317659 w 390525"/>
                <a:gd name="connsiteY763" fmla="*/ 323564 h 361950"/>
                <a:gd name="connsiteX764" fmla="*/ 317754 w 390525"/>
                <a:gd name="connsiteY764" fmla="*/ 322802 h 361950"/>
                <a:gd name="connsiteX765" fmla="*/ 318326 w 390525"/>
                <a:gd name="connsiteY765" fmla="*/ 322040 h 361950"/>
                <a:gd name="connsiteX766" fmla="*/ 319088 w 390525"/>
                <a:gd name="connsiteY766" fmla="*/ 321469 h 361950"/>
                <a:gd name="connsiteX767" fmla="*/ 319469 w 390525"/>
                <a:gd name="connsiteY767" fmla="*/ 320897 h 361950"/>
                <a:gd name="connsiteX768" fmla="*/ 319469 w 390525"/>
                <a:gd name="connsiteY768" fmla="*/ 320135 h 361950"/>
                <a:gd name="connsiteX769" fmla="*/ 318802 w 390525"/>
                <a:gd name="connsiteY769" fmla="*/ 319087 h 361950"/>
                <a:gd name="connsiteX770" fmla="*/ 318326 w 390525"/>
                <a:gd name="connsiteY770" fmla="*/ 318516 h 361950"/>
                <a:gd name="connsiteX771" fmla="*/ 317849 w 390525"/>
                <a:gd name="connsiteY771" fmla="*/ 318135 h 361950"/>
                <a:gd name="connsiteX772" fmla="*/ 317183 w 390525"/>
                <a:gd name="connsiteY772" fmla="*/ 316992 h 361950"/>
                <a:gd name="connsiteX773" fmla="*/ 316706 w 390525"/>
                <a:gd name="connsiteY773" fmla="*/ 314992 h 361950"/>
                <a:gd name="connsiteX774" fmla="*/ 316135 w 390525"/>
                <a:gd name="connsiteY774" fmla="*/ 306229 h 361950"/>
                <a:gd name="connsiteX775" fmla="*/ 316611 w 390525"/>
                <a:gd name="connsiteY775" fmla="*/ 301752 h 361950"/>
                <a:gd name="connsiteX776" fmla="*/ 318326 w 390525"/>
                <a:gd name="connsiteY776" fmla="*/ 294894 h 361950"/>
                <a:gd name="connsiteX777" fmla="*/ 318897 w 390525"/>
                <a:gd name="connsiteY777" fmla="*/ 294037 h 361950"/>
                <a:gd name="connsiteX778" fmla="*/ 319564 w 390525"/>
                <a:gd name="connsiteY778" fmla="*/ 293179 h 361950"/>
                <a:gd name="connsiteX779" fmla="*/ 319754 w 390525"/>
                <a:gd name="connsiteY779" fmla="*/ 292799 h 361950"/>
                <a:gd name="connsiteX780" fmla="*/ 318897 w 390525"/>
                <a:gd name="connsiteY780" fmla="*/ 291084 h 361950"/>
                <a:gd name="connsiteX781" fmla="*/ 313468 w 390525"/>
                <a:gd name="connsiteY781" fmla="*/ 286036 h 361950"/>
                <a:gd name="connsiteX782" fmla="*/ 303181 w 390525"/>
                <a:gd name="connsiteY782" fmla="*/ 276034 h 361950"/>
                <a:gd name="connsiteX783" fmla="*/ 301085 w 390525"/>
                <a:gd name="connsiteY783" fmla="*/ 273082 h 361950"/>
                <a:gd name="connsiteX784" fmla="*/ 298799 w 390525"/>
                <a:gd name="connsiteY784" fmla="*/ 268415 h 361950"/>
                <a:gd name="connsiteX785" fmla="*/ 298133 w 390525"/>
                <a:gd name="connsiteY785" fmla="*/ 267557 h 361950"/>
                <a:gd name="connsiteX786" fmla="*/ 297275 w 390525"/>
                <a:gd name="connsiteY786" fmla="*/ 267081 h 361950"/>
                <a:gd name="connsiteX787" fmla="*/ 296037 w 390525"/>
                <a:gd name="connsiteY787" fmla="*/ 266509 h 361950"/>
                <a:gd name="connsiteX788" fmla="*/ 295275 w 390525"/>
                <a:gd name="connsiteY788" fmla="*/ 266033 h 361950"/>
                <a:gd name="connsiteX789" fmla="*/ 292037 w 390525"/>
                <a:gd name="connsiteY789" fmla="*/ 264795 h 361950"/>
                <a:gd name="connsiteX790" fmla="*/ 290608 w 390525"/>
                <a:gd name="connsiteY790" fmla="*/ 263747 h 361950"/>
                <a:gd name="connsiteX791" fmla="*/ 290036 w 390525"/>
                <a:gd name="connsiteY791" fmla="*/ 262795 h 361950"/>
                <a:gd name="connsiteX792" fmla="*/ 290036 w 390525"/>
                <a:gd name="connsiteY792" fmla="*/ 261842 h 361950"/>
                <a:gd name="connsiteX793" fmla="*/ 290703 w 390525"/>
                <a:gd name="connsiteY793" fmla="*/ 259937 h 361950"/>
                <a:gd name="connsiteX794" fmla="*/ 290894 w 390525"/>
                <a:gd name="connsiteY794" fmla="*/ 258890 h 361950"/>
                <a:gd name="connsiteX795" fmla="*/ 290227 w 390525"/>
                <a:gd name="connsiteY795" fmla="*/ 257270 h 361950"/>
                <a:gd name="connsiteX796" fmla="*/ 289370 w 390525"/>
                <a:gd name="connsiteY796" fmla="*/ 255937 h 361950"/>
                <a:gd name="connsiteX797" fmla="*/ 287560 w 390525"/>
                <a:gd name="connsiteY797" fmla="*/ 253841 h 361950"/>
                <a:gd name="connsiteX798" fmla="*/ 286893 w 390525"/>
                <a:gd name="connsiteY798" fmla="*/ 252412 h 361950"/>
                <a:gd name="connsiteX799" fmla="*/ 286607 w 390525"/>
                <a:gd name="connsiteY799" fmla="*/ 251174 h 361950"/>
                <a:gd name="connsiteX800" fmla="*/ 286703 w 390525"/>
                <a:gd name="connsiteY800" fmla="*/ 250031 h 361950"/>
                <a:gd name="connsiteX801" fmla="*/ 286703 w 390525"/>
                <a:gd name="connsiteY801" fmla="*/ 249841 h 361950"/>
                <a:gd name="connsiteX802" fmla="*/ 288608 w 390525"/>
                <a:gd name="connsiteY802" fmla="*/ 242792 h 361950"/>
                <a:gd name="connsiteX803" fmla="*/ 288703 w 390525"/>
                <a:gd name="connsiteY803" fmla="*/ 242125 h 361950"/>
                <a:gd name="connsiteX804" fmla="*/ 288703 w 390525"/>
                <a:gd name="connsiteY804" fmla="*/ 241173 h 361950"/>
                <a:gd name="connsiteX805" fmla="*/ 288512 w 390525"/>
                <a:gd name="connsiteY805" fmla="*/ 240125 h 361950"/>
                <a:gd name="connsiteX806" fmla="*/ 288131 w 390525"/>
                <a:gd name="connsiteY806" fmla="*/ 238792 h 361950"/>
                <a:gd name="connsiteX807" fmla="*/ 287465 w 390525"/>
                <a:gd name="connsiteY807" fmla="*/ 237934 h 361950"/>
                <a:gd name="connsiteX808" fmla="*/ 286703 w 390525"/>
                <a:gd name="connsiteY808" fmla="*/ 237268 h 361950"/>
                <a:gd name="connsiteX809" fmla="*/ 285750 w 390525"/>
                <a:gd name="connsiteY809" fmla="*/ 236887 h 361950"/>
                <a:gd name="connsiteX810" fmla="*/ 282512 w 390525"/>
                <a:gd name="connsiteY810" fmla="*/ 236125 h 361950"/>
                <a:gd name="connsiteX811" fmla="*/ 280035 w 390525"/>
                <a:gd name="connsiteY811" fmla="*/ 234886 h 361950"/>
                <a:gd name="connsiteX812" fmla="*/ 276892 w 390525"/>
                <a:gd name="connsiteY812" fmla="*/ 234220 h 361950"/>
                <a:gd name="connsiteX813" fmla="*/ 275558 w 390525"/>
                <a:gd name="connsiteY813" fmla="*/ 233267 h 361950"/>
                <a:gd name="connsiteX814" fmla="*/ 274511 w 390525"/>
                <a:gd name="connsiteY814" fmla="*/ 232600 h 361950"/>
                <a:gd name="connsiteX815" fmla="*/ 273463 w 390525"/>
                <a:gd name="connsiteY815" fmla="*/ 232315 h 361950"/>
                <a:gd name="connsiteX816" fmla="*/ 272701 w 390525"/>
                <a:gd name="connsiteY816" fmla="*/ 231838 h 361950"/>
                <a:gd name="connsiteX817" fmla="*/ 272129 w 390525"/>
                <a:gd name="connsiteY817" fmla="*/ 231172 h 361950"/>
                <a:gd name="connsiteX818" fmla="*/ 271367 w 390525"/>
                <a:gd name="connsiteY818" fmla="*/ 229362 h 361950"/>
                <a:gd name="connsiteX819" fmla="*/ 270415 w 390525"/>
                <a:gd name="connsiteY819" fmla="*/ 225361 h 361950"/>
                <a:gd name="connsiteX820" fmla="*/ 270129 w 390525"/>
                <a:gd name="connsiteY820" fmla="*/ 222694 h 361950"/>
                <a:gd name="connsiteX821" fmla="*/ 269653 w 390525"/>
                <a:gd name="connsiteY821" fmla="*/ 220980 h 361950"/>
                <a:gd name="connsiteX822" fmla="*/ 268224 w 390525"/>
                <a:gd name="connsiteY822" fmla="*/ 218218 h 361950"/>
                <a:gd name="connsiteX823" fmla="*/ 267081 w 390525"/>
                <a:gd name="connsiteY823" fmla="*/ 217360 h 361950"/>
                <a:gd name="connsiteX824" fmla="*/ 266033 w 390525"/>
                <a:gd name="connsiteY824" fmla="*/ 217170 h 361950"/>
                <a:gd name="connsiteX825" fmla="*/ 265367 w 390525"/>
                <a:gd name="connsiteY825" fmla="*/ 217742 h 361950"/>
                <a:gd name="connsiteX826" fmla="*/ 264700 w 390525"/>
                <a:gd name="connsiteY826" fmla="*/ 218408 h 361950"/>
                <a:gd name="connsiteX827" fmla="*/ 263176 w 390525"/>
                <a:gd name="connsiteY827" fmla="*/ 220694 h 361950"/>
                <a:gd name="connsiteX828" fmla="*/ 262509 w 390525"/>
                <a:gd name="connsiteY828" fmla="*/ 221361 h 361950"/>
                <a:gd name="connsiteX829" fmla="*/ 261080 w 390525"/>
                <a:gd name="connsiteY829" fmla="*/ 222504 h 361950"/>
                <a:gd name="connsiteX830" fmla="*/ 260509 w 390525"/>
                <a:gd name="connsiteY830" fmla="*/ 223171 h 361950"/>
                <a:gd name="connsiteX831" fmla="*/ 260128 w 390525"/>
                <a:gd name="connsiteY831" fmla="*/ 224123 h 361950"/>
                <a:gd name="connsiteX832" fmla="*/ 259461 w 390525"/>
                <a:gd name="connsiteY832" fmla="*/ 227362 h 361950"/>
                <a:gd name="connsiteX833" fmla="*/ 259175 w 390525"/>
                <a:gd name="connsiteY833" fmla="*/ 228409 h 361950"/>
                <a:gd name="connsiteX834" fmla="*/ 258699 w 390525"/>
                <a:gd name="connsiteY834" fmla="*/ 229171 h 361950"/>
                <a:gd name="connsiteX835" fmla="*/ 258032 w 390525"/>
                <a:gd name="connsiteY835" fmla="*/ 229648 h 361950"/>
                <a:gd name="connsiteX836" fmla="*/ 257270 w 390525"/>
                <a:gd name="connsiteY836" fmla="*/ 229838 h 361950"/>
                <a:gd name="connsiteX837" fmla="*/ 256699 w 390525"/>
                <a:gd name="connsiteY837" fmla="*/ 229934 h 361950"/>
                <a:gd name="connsiteX838" fmla="*/ 255937 w 390525"/>
                <a:gd name="connsiteY838" fmla="*/ 229838 h 361950"/>
                <a:gd name="connsiteX839" fmla="*/ 254889 w 390525"/>
                <a:gd name="connsiteY839" fmla="*/ 229552 h 361950"/>
                <a:gd name="connsiteX840" fmla="*/ 253555 w 390525"/>
                <a:gd name="connsiteY840" fmla="*/ 229076 h 361950"/>
                <a:gd name="connsiteX841" fmla="*/ 252698 w 390525"/>
                <a:gd name="connsiteY841" fmla="*/ 228409 h 361950"/>
                <a:gd name="connsiteX842" fmla="*/ 252222 w 390525"/>
                <a:gd name="connsiteY842" fmla="*/ 227648 h 361950"/>
                <a:gd name="connsiteX843" fmla="*/ 252032 w 390525"/>
                <a:gd name="connsiteY843" fmla="*/ 226981 h 361950"/>
                <a:gd name="connsiteX844" fmla="*/ 251841 w 390525"/>
                <a:gd name="connsiteY844" fmla="*/ 225266 h 361950"/>
                <a:gd name="connsiteX845" fmla="*/ 251365 w 390525"/>
                <a:gd name="connsiteY845" fmla="*/ 223933 h 361950"/>
                <a:gd name="connsiteX846" fmla="*/ 250603 w 390525"/>
                <a:gd name="connsiteY846" fmla="*/ 222313 h 361950"/>
                <a:gd name="connsiteX847" fmla="*/ 249174 w 390525"/>
                <a:gd name="connsiteY847" fmla="*/ 220694 h 361950"/>
                <a:gd name="connsiteX848" fmla="*/ 249079 w 390525"/>
                <a:gd name="connsiteY848" fmla="*/ 219646 h 361950"/>
                <a:gd name="connsiteX849" fmla="*/ 249365 w 390525"/>
                <a:gd name="connsiteY849" fmla="*/ 218980 h 361950"/>
                <a:gd name="connsiteX850" fmla="*/ 250222 w 390525"/>
                <a:gd name="connsiteY850" fmla="*/ 218503 h 361950"/>
                <a:gd name="connsiteX851" fmla="*/ 252222 w 390525"/>
                <a:gd name="connsiteY851" fmla="*/ 218027 h 361950"/>
                <a:gd name="connsiteX852" fmla="*/ 257270 w 390525"/>
                <a:gd name="connsiteY852" fmla="*/ 217742 h 361950"/>
                <a:gd name="connsiteX853" fmla="*/ 258128 w 390525"/>
                <a:gd name="connsiteY853" fmla="*/ 217551 h 361950"/>
                <a:gd name="connsiteX854" fmla="*/ 258794 w 390525"/>
                <a:gd name="connsiteY854" fmla="*/ 217075 h 361950"/>
                <a:gd name="connsiteX855" fmla="*/ 259461 w 390525"/>
                <a:gd name="connsiteY855" fmla="*/ 216503 h 361950"/>
                <a:gd name="connsiteX856" fmla="*/ 259937 w 390525"/>
                <a:gd name="connsiteY856" fmla="*/ 215741 h 361950"/>
                <a:gd name="connsiteX857" fmla="*/ 260033 w 390525"/>
                <a:gd name="connsiteY857" fmla="*/ 214693 h 361950"/>
                <a:gd name="connsiteX858" fmla="*/ 259842 w 390525"/>
                <a:gd name="connsiteY858" fmla="*/ 212503 h 361950"/>
                <a:gd name="connsiteX859" fmla="*/ 259366 w 390525"/>
                <a:gd name="connsiteY859" fmla="*/ 210407 h 361950"/>
                <a:gd name="connsiteX860" fmla="*/ 259271 w 390525"/>
                <a:gd name="connsiteY860" fmla="*/ 209455 h 361950"/>
                <a:gd name="connsiteX861" fmla="*/ 259461 w 390525"/>
                <a:gd name="connsiteY861" fmla="*/ 208502 h 361950"/>
                <a:gd name="connsiteX862" fmla="*/ 260604 w 390525"/>
                <a:gd name="connsiteY862" fmla="*/ 205835 h 361950"/>
                <a:gd name="connsiteX863" fmla="*/ 260890 w 390525"/>
                <a:gd name="connsiteY863" fmla="*/ 204978 h 361950"/>
                <a:gd name="connsiteX864" fmla="*/ 260985 w 390525"/>
                <a:gd name="connsiteY864" fmla="*/ 204216 h 361950"/>
                <a:gd name="connsiteX865" fmla="*/ 260985 w 390525"/>
                <a:gd name="connsiteY865" fmla="*/ 203359 h 361950"/>
                <a:gd name="connsiteX866" fmla="*/ 259366 w 390525"/>
                <a:gd name="connsiteY866" fmla="*/ 193738 h 361950"/>
                <a:gd name="connsiteX867" fmla="*/ 259175 w 390525"/>
                <a:gd name="connsiteY867" fmla="*/ 189167 h 361950"/>
                <a:gd name="connsiteX868" fmla="*/ 259366 w 390525"/>
                <a:gd name="connsiteY868" fmla="*/ 186690 h 361950"/>
                <a:gd name="connsiteX869" fmla="*/ 260413 w 390525"/>
                <a:gd name="connsiteY869" fmla="*/ 181166 h 361950"/>
                <a:gd name="connsiteX870" fmla="*/ 260509 w 390525"/>
                <a:gd name="connsiteY870" fmla="*/ 179832 h 361950"/>
                <a:gd name="connsiteX871" fmla="*/ 260509 w 390525"/>
                <a:gd name="connsiteY871" fmla="*/ 178308 h 361950"/>
                <a:gd name="connsiteX872" fmla="*/ 260128 w 390525"/>
                <a:gd name="connsiteY872" fmla="*/ 176308 h 361950"/>
                <a:gd name="connsiteX873" fmla="*/ 259556 w 390525"/>
                <a:gd name="connsiteY873" fmla="*/ 175165 h 361950"/>
                <a:gd name="connsiteX874" fmla="*/ 258794 w 390525"/>
                <a:gd name="connsiteY874" fmla="*/ 174403 h 361950"/>
                <a:gd name="connsiteX875" fmla="*/ 258032 w 390525"/>
                <a:gd name="connsiteY875" fmla="*/ 173926 h 361950"/>
                <a:gd name="connsiteX876" fmla="*/ 256127 w 390525"/>
                <a:gd name="connsiteY876" fmla="*/ 173450 h 361950"/>
                <a:gd name="connsiteX877" fmla="*/ 249841 w 390525"/>
                <a:gd name="connsiteY877" fmla="*/ 170783 h 361950"/>
                <a:gd name="connsiteX878" fmla="*/ 248888 w 390525"/>
                <a:gd name="connsiteY878" fmla="*/ 170212 h 361950"/>
                <a:gd name="connsiteX879" fmla="*/ 247841 w 390525"/>
                <a:gd name="connsiteY879" fmla="*/ 169354 h 361950"/>
                <a:gd name="connsiteX880" fmla="*/ 247460 w 390525"/>
                <a:gd name="connsiteY880" fmla="*/ 168402 h 361950"/>
                <a:gd name="connsiteX881" fmla="*/ 247460 w 390525"/>
                <a:gd name="connsiteY881" fmla="*/ 167354 h 361950"/>
                <a:gd name="connsiteX882" fmla="*/ 249174 w 390525"/>
                <a:gd name="connsiteY882" fmla="*/ 162687 h 361950"/>
                <a:gd name="connsiteX883" fmla="*/ 249555 w 390525"/>
                <a:gd name="connsiteY883" fmla="*/ 161734 h 361950"/>
                <a:gd name="connsiteX884" fmla="*/ 250127 w 390525"/>
                <a:gd name="connsiteY884" fmla="*/ 160973 h 361950"/>
                <a:gd name="connsiteX885" fmla="*/ 251079 w 390525"/>
                <a:gd name="connsiteY885" fmla="*/ 159734 h 361950"/>
                <a:gd name="connsiteX886" fmla="*/ 251651 w 390525"/>
                <a:gd name="connsiteY886" fmla="*/ 159258 h 361950"/>
                <a:gd name="connsiteX887" fmla="*/ 262795 w 390525"/>
                <a:gd name="connsiteY887" fmla="*/ 158305 h 361950"/>
                <a:gd name="connsiteX888" fmla="*/ 264128 w 390525"/>
                <a:gd name="connsiteY888" fmla="*/ 157829 h 361950"/>
                <a:gd name="connsiteX889" fmla="*/ 265081 w 390525"/>
                <a:gd name="connsiteY889" fmla="*/ 157258 h 361950"/>
                <a:gd name="connsiteX890" fmla="*/ 265843 w 390525"/>
                <a:gd name="connsiteY890" fmla="*/ 156591 h 361950"/>
                <a:gd name="connsiteX891" fmla="*/ 268415 w 390525"/>
                <a:gd name="connsiteY891" fmla="*/ 152114 h 361950"/>
                <a:gd name="connsiteX892" fmla="*/ 269272 w 390525"/>
                <a:gd name="connsiteY892" fmla="*/ 151352 h 361950"/>
                <a:gd name="connsiteX893" fmla="*/ 269843 w 390525"/>
                <a:gd name="connsiteY893" fmla="*/ 151162 h 361950"/>
                <a:gd name="connsiteX894" fmla="*/ 270605 w 390525"/>
                <a:gd name="connsiteY894" fmla="*/ 151352 h 361950"/>
                <a:gd name="connsiteX895" fmla="*/ 271177 w 390525"/>
                <a:gd name="connsiteY895" fmla="*/ 151924 h 361950"/>
                <a:gd name="connsiteX896" fmla="*/ 271558 w 390525"/>
                <a:gd name="connsiteY896" fmla="*/ 152686 h 361950"/>
                <a:gd name="connsiteX897" fmla="*/ 272129 w 390525"/>
                <a:gd name="connsiteY897" fmla="*/ 154686 h 361950"/>
                <a:gd name="connsiteX898" fmla="*/ 272796 w 390525"/>
                <a:gd name="connsiteY898" fmla="*/ 155448 h 361950"/>
                <a:gd name="connsiteX899" fmla="*/ 273749 w 390525"/>
                <a:gd name="connsiteY899" fmla="*/ 156019 h 361950"/>
                <a:gd name="connsiteX900" fmla="*/ 275558 w 390525"/>
                <a:gd name="connsiteY900" fmla="*/ 156305 h 361950"/>
                <a:gd name="connsiteX901" fmla="*/ 276796 w 390525"/>
                <a:gd name="connsiteY901" fmla="*/ 156115 h 361950"/>
                <a:gd name="connsiteX902" fmla="*/ 277749 w 390525"/>
                <a:gd name="connsiteY902" fmla="*/ 155734 h 361950"/>
                <a:gd name="connsiteX903" fmla="*/ 279940 w 390525"/>
                <a:gd name="connsiteY903" fmla="*/ 154591 h 361950"/>
                <a:gd name="connsiteX904" fmla="*/ 281750 w 390525"/>
                <a:gd name="connsiteY904" fmla="*/ 153924 h 361950"/>
                <a:gd name="connsiteX905" fmla="*/ 283274 w 390525"/>
                <a:gd name="connsiteY905" fmla="*/ 153638 h 361950"/>
                <a:gd name="connsiteX906" fmla="*/ 286417 w 390525"/>
                <a:gd name="connsiteY906" fmla="*/ 153352 h 361950"/>
                <a:gd name="connsiteX907" fmla="*/ 287465 w 390525"/>
                <a:gd name="connsiteY907" fmla="*/ 152971 h 361950"/>
                <a:gd name="connsiteX908" fmla="*/ 288131 w 390525"/>
                <a:gd name="connsiteY908" fmla="*/ 152209 h 361950"/>
                <a:gd name="connsiteX909" fmla="*/ 289274 w 390525"/>
                <a:gd name="connsiteY909" fmla="*/ 150685 h 361950"/>
                <a:gd name="connsiteX910" fmla="*/ 290036 w 390525"/>
                <a:gd name="connsiteY910" fmla="*/ 149924 h 361950"/>
                <a:gd name="connsiteX911" fmla="*/ 291084 w 390525"/>
                <a:gd name="connsiteY911" fmla="*/ 149257 h 361950"/>
                <a:gd name="connsiteX912" fmla="*/ 292703 w 390525"/>
                <a:gd name="connsiteY912" fmla="*/ 148495 h 361950"/>
                <a:gd name="connsiteX913" fmla="*/ 294132 w 390525"/>
                <a:gd name="connsiteY913" fmla="*/ 148209 h 361950"/>
                <a:gd name="connsiteX914" fmla="*/ 300133 w 390525"/>
                <a:gd name="connsiteY914" fmla="*/ 148685 h 361950"/>
                <a:gd name="connsiteX915" fmla="*/ 302800 w 390525"/>
                <a:gd name="connsiteY915" fmla="*/ 148876 h 361950"/>
                <a:gd name="connsiteX916" fmla="*/ 303848 w 390525"/>
                <a:gd name="connsiteY916" fmla="*/ 149161 h 361950"/>
                <a:gd name="connsiteX917" fmla="*/ 304705 w 390525"/>
                <a:gd name="connsiteY917" fmla="*/ 149638 h 361950"/>
                <a:gd name="connsiteX918" fmla="*/ 305371 w 390525"/>
                <a:gd name="connsiteY918" fmla="*/ 150209 h 361950"/>
                <a:gd name="connsiteX919" fmla="*/ 305943 w 390525"/>
                <a:gd name="connsiteY919" fmla="*/ 150971 h 361950"/>
                <a:gd name="connsiteX920" fmla="*/ 306610 w 390525"/>
                <a:gd name="connsiteY920" fmla="*/ 151638 h 361950"/>
                <a:gd name="connsiteX921" fmla="*/ 307658 w 390525"/>
                <a:gd name="connsiteY921" fmla="*/ 152114 h 361950"/>
                <a:gd name="connsiteX922" fmla="*/ 309182 w 390525"/>
                <a:gd name="connsiteY922" fmla="*/ 152400 h 361950"/>
                <a:gd name="connsiteX923" fmla="*/ 310325 w 390525"/>
                <a:gd name="connsiteY923" fmla="*/ 152305 h 361950"/>
                <a:gd name="connsiteX924" fmla="*/ 311277 w 390525"/>
                <a:gd name="connsiteY924" fmla="*/ 151924 h 361950"/>
                <a:gd name="connsiteX925" fmla="*/ 316802 w 390525"/>
                <a:gd name="connsiteY925" fmla="*/ 149161 h 361950"/>
                <a:gd name="connsiteX926" fmla="*/ 318611 w 390525"/>
                <a:gd name="connsiteY926" fmla="*/ 148685 h 361950"/>
                <a:gd name="connsiteX927" fmla="*/ 319850 w 390525"/>
                <a:gd name="connsiteY927" fmla="*/ 148780 h 361950"/>
                <a:gd name="connsiteX928" fmla="*/ 320612 w 390525"/>
                <a:gd name="connsiteY928" fmla="*/ 149352 h 361950"/>
                <a:gd name="connsiteX929" fmla="*/ 321469 w 390525"/>
                <a:gd name="connsiteY929" fmla="*/ 150114 h 361950"/>
                <a:gd name="connsiteX930" fmla="*/ 322802 w 390525"/>
                <a:gd name="connsiteY930" fmla="*/ 150685 h 361950"/>
                <a:gd name="connsiteX931" fmla="*/ 325565 w 390525"/>
                <a:gd name="connsiteY931" fmla="*/ 150876 h 361950"/>
                <a:gd name="connsiteX932" fmla="*/ 327184 w 390525"/>
                <a:gd name="connsiteY932" fmla="*/ 150685 h 361950"/>
                <a:gd name="connsiteX933" fmla="*/ 328422 w 390525"/>
                <a:gd name="connsiteY933" fmla="*/ 150400 h 361950"/>
                <a:gd name="connsiteX934" fmla="*/ 330232 w 390525"/>
                <a:gd name="connsiteY934" fmla="*/ 149542 h 361950"/>
                <a:gd name="connsiteX935" fmla="*/ 331756 w 390525"/>
                <a:gd name="connsiteY935" fmla="*/ 148590 h 361950"/>
                <a:gd name="connsiteX936" fmla="*/ 336518 w 390525"/>
                <a:gd name="connsiteY936" fmla="*/ 144113 h 361950"/>
                <a:gd name="connsiteX937" fmla="*/ 337185 w 390525"/>
                <a:gd name="connsiteY937" fmla="*/ 143732 h 361950"/>
                <a:gd name="connsiteX938" fmla="*/ 337947 w 390525"/>
                <a:gd name="connsiteY938" fmla="*/ 143351 h 361950"/>
                <a:gd name="connsiteX939" fmla="*/ 338900 w 390525"/>
                <a:gd name="connsiteY939" fmla="*/ 143351 h 361950"/>
                <a:gd name="connsiteX940" fmla="*/ 340614 w 390525"/>
                <a:gd name="connsiteY940" fmla="*/ 144209 h 361950"/>
                <a:gd name="connsiteX941" fmla="*/ 341281 w 390525"/>
                <a:gd name="connsiteY941" fmla="*/ 144018 h 361950"/>
                <a:gd name="connsiteX942" fmla="*/ 341948 w 390525"/>
                <a:gd name="connsiteY942" fmla="*/ 143446 h 361950"/>
                <a:gd name="connsiteX943" fmla="*/ 342995 w 390525"/>
                <a:gd name="connsiteY943" fmla="*/ 141923 h 361950"/>
                <a:gd name="connsiteX944" fmla="*/ 343662 w 390525"/>
                <a:gd name="connsiteY944" fmla="*/ 141065 h 361950"/>
                <a:gd name="connsiteX945" fmla="*/ 344710 w 390525"/>
                <a:gd name="connsiteY945" fmla="*/ 140303 h 361950"/>
                <a:gd name="connsiteX946" fmla="*/ 347377 w 390525"/>
                <a:gd name="connsiteY946" fmla="*/ 138779 h 361950"/>
                <a:gd name="connsiteX947" fmla="*/ 348139 w 390525"/>
                <a:gd name="connsiteY947" fmla="*/ 138017 h 361950"/>
                <a:gd name="connsiteX948" fmla="*/ 348520 w 390525"/>
                <a:gd name="connsiteY948" fmla="*/ 137065 h 361950"/>
                <a:gd name="connsiteX949" fmla="*/ 348805 w 390525"/>
                <a:gd name="connsiteY949" fmla="*/ 136017 h 361950"/>
                <a:gd name="connsiteX950" fmla="*/ 349091 w 390525"/>
                <a:gd name="connsiteY950" fmla="*/ 135065 h 361950"/>
                <a:gd name="connsiteX951" fmla="*/ 349568 w 390525"/>
                <a:gd name="connsiteY951" fmla="*/ 134112 h 361950"/>
                <a:gd name="connsiteX952" fmla="*/ 350139 w 390525"/>
                <a:gd name="connsiteY952" fmla="*/ 133350 h 361950"/>
                <a:gd name="connsiteX953" fmla="*/ 355378 w 390525"/>
                <a:gd name="connsiteY953" fmla="*/ 128302 h 361950"/>
                <a:gd name="connsiteX954" fmla="*/ 356807 w 390525"/>
                <a:gd name="connsiteY954" fmla="*/ 127159 h 361950"/>
                <a:gd name="connsiteX955" fmla="*/ 366522 w 390525"/>
                <a:gd name="connsiteY955" fmla="*/ 122206 h 361950"/>
                <a:gd name="connsiteX956" fmla="*/ 367855 w 390525"/>
                <a:gd name="connsiteY956" fmla="*/ 121825 h 361950"/>
                <a:gd name="connsiteX957" fmla="*/ 369094 w 390525"/>
                <a:gd name="connsiteY957" fmla="*/ 121729 h 361950"/>
                <a:gd name="connsiteX958" fmla="*/ 370142 w 390525"/>
                <a:gd name="connsiteY958" fmla="*/ 121825 h 361950"/>
                <a:gd name="connsiteX959" fmla="*/ 371094 w 390525"/>
                <a:gd name="connsiteY959" fmla="*/ 122206 h 361950"/>
                <a:gd name="connsiteX960" fmla="*/ 371856 w 390525"/>
                <a:gd name="connsiteY960" fmla="*/ 122682 h 361950"/>
                <a:gd name="connsiteX961" fmla="*/ 372523 w 390525"/>
                <a:gd name="connsiteY961" fmla="*/ 123349 h 361950"/>
                <a:gd name="connsiteX962" fmla="*/ 372904 w 390525"/>
                <a:gd name="connsiteY962" fmla="*/ 124206 h 361950"/>
                <a:gd name="connsiteX963" fmla="*/ 373190 w 390525"/>
                <a:gd name="connsiteY963" fmla="*/ 125158 h 361950"/>
                <a:gd name="connsiteX964" fmla="*/ 373666 w 390525"/>
                <a:gd name="connsiteY964" fmla="*/ 126016 h 361950"/>
                <a:gd name="connsiteX965" fmla="*/ 374237 w 390525"/>
                <a:gd name="connsiteY965" fmla="*/ 126683 h 361950"/>
                <a:gd name="connsiteX966" fmla="*/ 375857 w 390525"/>
                <a:gd name="connsiteY966" fmla="*/ 127635 h 361950"/>
                <a:gd name="connsiteX967" fmla="*/ 376619 w 390525"/>
                <a:gd name="connsiteY967" fmla="*/ 127921 h 361950"/>
                <a:gd name="connsiteX968" fmla="*/ 377380 w 390525"/>
                <a:gd name="connsiteY968" fmla="*/ 128111 h 361950"/>
                <a:gd name="connsiteX969" fmla="*/ 378714 w 390525"/>
                <a:gd name="connsiteY969" fmla="*/ 128302 h 361950"/>
                <a:gd name="connsiteX970" fmla="*/ 380905 w 390525"/>
                <a:gd name="connsiteY970" fmla="*/ 128111 h 361950"/>
                <a:gd name="connsiteX971" fmla="*/ 382143 w 390525"/>
                <a:gd name="connsiteY971" fmla="*/ 127730 h 361950"/>
                <a:gd name="connsiteX972" fmla="*/ 383191 w 390525"/>
                <a:gd name="connsiteY972" fmla="*/ 127159 h 361950"/>
                <a:gd name="connsiteX973" fmla="*/ 383858 w 390525"/>
                <a:gd name="connsiteY973" fmla="*/ 126587 h 361950"/>
                <a:gd name="connsiteX974" fmla="*/ 385572 w 390525"/>
                <a:gd name="connsiteY974" fmla="*/ 124301 h 361950"/>
                <a:gd name="connsiteX975" fmla="*/ 386429 w 390525"/>
                <a:gd name="connsiteY975" fmla="*/ 122587 h 361950"/>
                <a:gd name="connsiteX976" fmla="*/ 387096 w 390525"/>
                <a:gd name="connsiteY976" fmla="*/ 120491 h 361950"/>
                <a:gd name="connsiteX977" fmla="*/ 387287 w 390525"/>
                <a:gd name="connsiteY977" fmla="*/ 118110 h 361950"/>
                <a:gd name="connsiteX978" fmla="*/ 387287 w 390525"/>
                <a:gd name="connsiteY978" fmla="*/ 115824 h 361950"/>
                <a:gd name="connsiteX979" fmla="*/ 387858 w 390525"/>
                <a:gd name="connsiteY979" fmla="*/ 111824 h 361950"/>
                <a:gd name="connsiteX980" fmla="*/ 387858 w 390525"/>
                <a:gd name="connsiteY980" fmla="*/ 111061 h 361950"/>
                <a:gd name="connsiteX981" fmla="*/ 387763 w 390525"/>
                <a:gd name="connsiteY981" fmla="*/ 110204 h 361950"/>
                <a:gd name="connsiteX982" fmla="*/ 387572 w 390525"/>
                <a:gd name="connsiteY982" fmla="*/ 109442 h 361950"/>
                <a:gd name="connsiteX983" fmla="*/ 385667 w 390525"/>
                <a:gd name="connsiteY983" fmla="*/ 104775 h 361950"/>
                <a:gd name="connsiteX984" fmla="*/ 385286 w 390525"/>
                <a:gd name="connsiteY984" fmla="*/ 102679 h 361950"/>
                <a:gd name="connsiteX985" fmla="*/ 385286 w 390525"/>
                <a:gd name="connsiteY985" fmla="*/ 101536 h 361950"/>
                <a:gd name="connsiteX986" fmla="*/ 385477 w 390525"/>
                <a:gd name="connsiteY986" fmla="*/ 100489 h 361950"/>
                <a:gd name="connsiteX987" fmla="*/ 385953 w 390525"/>
                <a:gd name="connsiteY987" fmla="*/ 99632 h 361950"/>
                <a:gd name="connsiteX988" fmla="*/ 386429 w 390525"/>
                <a:gd name="connsiteY988" fmla="*/ 98869 h 361950"/>
                <a:gd name="connsiteX989" fmla="*/ 387763 w 390525"/>
                <a:gd name="connsiteY989" fmla="*/ 97536 h 361950"/>
                <a:gd name="connsiteX990" fmla="*/ 389858 w 390525"/>
                <a:gd name="connsiteY990" fmla="*/ 95821 h 361950"/>
                <a:gd name="connsiteX991" fmla="*/ 390430 w 390525"/>
                <a:gd name="connsiteY991" fmla="*/ 95155 h 361950"/>
                <a:gd name="connsiteX992" fmla="*/ 390906 w 390525"/>
                <a:gd name="connsiteY992" fmla="*/ 94298 h 361950"/>
                <a:gd name="connsiteX993" fmla="*/ 390906 w 390525"/>
                <a:gd name="connsiteY993" fmla="*/ 93440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</a:cxnLst>
              <a:rect l="l" t="t" r="r" b="b"/>
              <a:pathLst>
                <a:path w="390525" h="361950">
                  <a:moveTo>
                    <a:pt x="390620" y="92583"/>
                  </a:moveTo>
                  <a:lnTo>
                    <a:pt x="388525" y="89630"/>
                  </a:lnTo>
                  <a:lnTo>
                    <a:pt x="388239" y="88963"/>
                  </a:lnTo>
                  <a:lnTo>
                    <a:pt x="388144" y="88583"/>
                  </a:lnTo>
                  <a:lnTo>
                    <a:pt x="388144" y="87440"/>
                  </a:lnTo>
                  <a:lnTo>
                    <a:pt x="388525" y="85344"/>
                  </a:lnTo>
                  <a:lnTo>
                    <a:pt x="389001" y="83439"/>
                  </a:lnTo>
                  <a:lnTo>
                    <a:pt x="388620" y="81058"/>
                  </a:lnTo>
                  <a:lnTo>
                    <a:pt x="385572" y="74867"/>
                  </a:lnTo>
                  <a:lnTo>
                    <a:pt x="384143" y="73533"/>
                  </a:lnTo>
                  <a:lnTo>
                    <a:pt x="382334" y="72390"/>
                  </a:lnTo>
                  <a:lnTo>
                    <a:pt x="381000" y="71818"/>
                  </a:lnTo>
                  <a:lnTo>
                    <a:pt x="378428" y="70104"/>
                  </a:lnTo>
                  <a:lnTo>
                    <a:pt x="377285" y="69151"/>
                  </a:lnTo>
                  <a:lnTo>
                    <a:pt x="374142" y="67342"/>
                  </a:lnTo>
                  <a:lnTo>
                    <a:pt x="373761" y="66770"/>
                  </a:lnTo>
                  <a:lnTo>
                    <a:pt x="373761" y="66103"/>
                  </a:lnTo>
                  <a:lnTo>
                    <a:pt x="374047" y="65722"/>
                  </a:lnTo>
                  <a:lnTo>
                    <a:pt x="374333" y="65056"/>
                  </a:lnTo>
                  <a:lnTo>
                    <a:pt x="371285" y="63627"/>
                  </a:lnTo>
                  <a:lnTo>
                    <a:pt x="363950" y="61531"/>
                  </a:lnTo>
                  <a:lnTo>
                    <a:pt x="357378" y="60484"/>
                  </a:lnTo>
                  <a:lnTo>
                    <a:pt x="356235" y="60103"/>
                  </a:lnTo>
                  <a:lnTo>
                    <a:pt x="355473" y="59626"/>
                  </a:lnTo>
                  <a:lnTo>
                    <a:pt x="355283" y="57531"/>
                  </a:lnTo>
                  <a:lnTo>
                    <a:pt x="355187" y="55435"/>
                  </a:lnTo>
                  <a:lnTo>
                    <a:pt x="354902" y="52673"/>
                  </a:lnTo>
                  <a:lnTo>
                    <a:pt x="353187" y="49149"/>
                  </a:lnTo>
                  <a:lnTo>
                    <a:pt x="350806" y="46196"/>
                  </a:lnTo>
                  <a:lnTo>
                    <a:pt x="349568" y="44958"/>
                  </a:lnTo>
                  <a:lnTo>
                    <a:pt x="348329" y="44196"/>
                  </a:lnTo>
                  <a:lnTo>
                    <a:pt x="344424" y="43148"/>
                  </a:lnTo>
                  <a:lnTo>
                    <a:pt x="342805" y="43815"/>
                  </a:lnTo>
                  <a:lnTo>
                    <a:pt x="323850" y="46196"/>
                  </a:lnTo>
                  <a:lnTo>
                    <a:pt x="321183" y="45815"/>
                  </a:lnTo>
                  <a:lnTo>
                    <a:pt x="319373" y="44863"/>
                  </a:lnTo>
                  <a:lnTo>
                    <a:pt x="317183" y="42577"/>
                  </a:lnTo>
                  <a:lnTo>
                    <a:pt x="312039" y="33528"/>
                  </a:lnTo>
                  <a:lnTo>
                    <a:pt x="310896" y="32099"/>
                  </a:lnTo>
                  <a:lnTo>
                    <a:pt x="306324" y="27432"/>
                  </a:lnTo>
                  <a:lnTo>
                    <a:pt x="301466" y="24098"/>
                  </a:lnTo>
                  <a:lnTo>
                    <a:pt x="293180" y="20288"/>
                  </a:lnTo>
                  <a:lnTo>
                    <a:pt x="289846" y="19240"/>
                  </a:lnTo>
                  <a:lnTo>
                    <a:pt x="288131" y="18478"/>
                  </a:lnTo>
                  <a:lnTo>
                    <a:pt x="285464" y="16764"/>
                  </a:lnTo>
                  <a:lnTo>
                    <a:pt x="280130" y="14288"/>
                  </a:lnTo>
                  <a:lnTo>
                    <a:pt x="279178" y="13335"/>
                  </a:lnTo>
                  <a:lnTo>
                    <a:pt x="277940" y="11621"/>
                  </a:lnTo>
                  <a:lnTo>
                    <a:pt x="277178" y="10763"/>
                  </a:lnTo>
                  <a:lnTo>
                    <a:pt x="277082" y="10668"/>
                  </a:lnTo>
                  <a:lnTo>
                    <a:pt x="276130" y="10096"/>
                  </a:lnTo>
                  <a:lnTo>
                    <a:pt x="274225" y="9525"/>
                  </a:lnTo>
                  <a:lnTo>
                    <a:pt x="272796" y="9144"/>
                  </a:lnTo>
                  <a:lnTo>
                    <a:pt x="271463" y="8763"/>
                  </a:lnTo>
                  <a:lnTo>
                    <a:pt x="270034" y="8001"/>
                  </a:lnTo>
                  <a:lnTo>
                    <a:pt x="265938" y="4286"/>
                  </a:lnTo>
                  <a:lnTo>
                    <a:pt x="263843" y="2667"/>
                  </a:lnTo>
                  <a:lnTo>
                    <a:pt x="258509" y="0"/>
                  </a:lnTo>
                  <a:lnTo>
                    <a:pt x="248126" y="1238"/>
                  </a:lnTo>
                  <a:lnTo>
                    <a:pt x="247079" y="1905"/>
                  </a:lnTo>
                  <a:lnTo>
                    <a:pt x="245936" y="2857"/>
                  </a:lnTo>
                  <a:lnTo>
                    <a:pt x="246126" y="3715"/>
                  </a:lnTo>
                  <a:lnTo>
                    <a:pt x="246698" y="4572"/>
                  </a:lnTo>
                  <a:lnTo>
                    <a:pt x="249555" y="7525"/>
                  </a:lnTo>
                  <a:lnTo>
                    <a:pt x="250127" y="8287"/>
                  </a:lnTo>
                  <a:lnTo>
                    <a:pt x="250508" y="9144"/>
                  </a:lnTo>
                  <a:lnTo>
                    <a:pt x="250317" y="10192"/>
                  </a:lnTo>
                  <a:lnTo>
                    <a:pt x="249841" y="10763"/>
                  </a:lnTo>
                  <a:lnTo>
                    <a:pt x="249079" y="11049"/>
                  </a:lnTo>
                  <a:lnTo>
                    <a:pt x="246221" y="11049"/>
                  </a:lnTo>
                  <a:lnTo>
                    <a:pt x="245364" y="11239"/>
                  </a:lnTo>
                  <a:lnTo>
                    <a:pt x="244602" y="11621"/>
                  </a:lnTo>
                  <a:lnTo>
                    <a:pt x="242602" y="15240"/>
                  </a:lnTo>
                  <a:lnTo>
                    <a:pt x="238411" y="21146"/>
                  </a:lnTo>
                  <a:lnTo>
                    <a:pt x="238030" y="22003"/>
                  </a:lnTo>
                  <a:lnTo>
                    <a:pt x="237839" y="22860"/>
                  </a:lnTo>
                  <a:lnTo>
                    <a:pt x="237839" y="23431"/>
                  </a:lnTo>
                  <a:lnTo>
                    <a:pt x="238125" y="24193"/>
                  </a:lnTo>
                  <a:lnTo>
                    <a:pt x="238696" y="24955"/>
                  </a:lnTo>
                  <a:lnTo>
                    <a:pt x="239935" y="25908"/>
                  </a:lnTo>
                  <a:lnTo>
                    <a:pt x="250793" y="32385"/>
                  </a:lnTo>
                  <a:lnTo>
                    <a:pt x="255461" y="36290"/>
                  </a:lnTo>
                  <a:lnTo>
                    <a:pt x="257080" y="38195"/>
                  </a:lnTo>
                  <a:lnTo>
                    <a:pt x="257556" y="39052"/>
                  </a:lnTo>
                  <a:lnTo>
                    <a:pt x="258223" y="40481"/>
                  </a:lnTo>
                  <a:lnTo>
                    <a:pt x="258890" y="43148"/>
                  </a:lnTo>
                  <a:lnTo>
                    <a:pt x="258699" y="44767"/>
                  </a:lnTo>
                  <a:lnTo>
                    <a:pt x="258318" y="45910"/>
                  </a:lnTo>
                  <a:lnTo>
                    <a:pt x="257366" y="47053"/>
                  </a:lnTo>
                  <a:lnTo>
                    <a:pt x="255270" y="49054"/>
                  </a:lnTo>
                  <a:lnTo>
                    <a:pt x="254508" y="49625"/>
                  </a:lnTo>
                  <a:lnTo>
                    <a:pt x="253937" y="50292"/>
                  </a:lnTo>
                  <a:lnTo>
                    <a:pt x="253460" y="50578"/>
                  </a:lnTo>
                  <a:lnTo>
                    <a:pt x="252984" y="51054"/>
                  </a:lnTo>
                  <a:lnTo>
                    <a:pt x="252508" y="51816"/>
                  </a:lnTo>
                  <a:lnTo>
                    <a:pt x="252127" y="52959"/>
                  </a:lnTo>
                  <a:lnTo>
                    <a:pt x="251460" y="55054"/>
                  </a:lnTo>
                  <a:lnTo>
                    <a:pt x="250508" y="57340"/>
                  </a:lnTo>
                  <a:lnTo>
                    <a:pt x="249555" y="59150"/>
                  </a:lnTo>
                  <a:lnTo>
                    <a:pt x="248507" y="60484"/>
                  </a:lnTo>
                  <a:lnTo>
                    <a:pt x="245174" y="63722"/>
                  </a:lnTo>
                  <a:lnTo>
                    <a:pt x="243173" y="65246"/>
                  </a:lnTo>
                  <a:lnTo>
                    <a:pt x="242888" y="65437"/>
                  </a:lnTo>
                  <a:lnTo>
                    <a:pt x="241173" y="66008"/>
                  </a:lnTo>
                  <a:lnTo>
                    <a:pt x="236315" y="66675"/>
                  </a:lnTo>
                  <a:lnTo>
                    <a:pt x="235553" y="67056"/>
                  </a:lnTo>
                  <a:lnTo>
                    <a:pt x="234887" y="68294"/>
                  </a:lnTo>
                  <a:lnTo>
                    <a:pt x="234696" y="70009"/>
                  </a:lnTo>
                  <a:lnTo>
                    <a:pt x="234315" y="71914"/>
                  </a:lnTo>
                  <a:lnTo>
                    <a:pt x="233839" y="73342"/>
                  </a:lnTo>
                  <a:lnTo>
                    <a:pt x="232791" y="75438"/>
                  </a:lnTo>
                  <a:lnTo>
                    <a:pt x="232410" y="76676"/>
                  </a:lnTo>
                  <a:lnTo>
                    <a:pt x="232315" y="77819"/>
                  </a:lnTo>
                  <a:lnTo>
                    <a:pt x="232505" y="78772"/>
                  </a:lnTo>
                  <a:lnTo>
                    <a:pt x="232601" y="79724"/>
                  </a:lnTo>
                  <a:lnTo>
                    <a:pt x="232505" y="81058"/>
                  </a:lnTo>
                  <a:lnTo>
                    <a:pt x="231934" y="82296"/>
                  </a:lnTo>
                  <a:lnTo>
                    <a:pt x="231077" y="83439"/>
                  </a:lnTo>
                  <a:lnTo>
                    <a:pt x="228410" y="85439"/>
                  </a:lnTo>
                  <a:lnTo>
                    <a:pt x="221742" y="89249"/>
                  </a:lnTo>
                  <a:lnTo>
                    <a:pt x="220028" y="90487"/>
                  </a:lnTo>
                  <a:lnTo>
                    <a:pt x="219646" y="91250"/>
                  </a:lnTo>
                  <a:lnTo>
                    <a:pt x="219742" y="91821"/>
                  </a:lnTo>
                  <a:lnTo>
                    <a:pt x="220313" y="92964"/>
                  </a:lnTo>
                  <a:lnTo>
                    <a:pt x="220504" y="94583"/>
                  </a:lnTo>
                  <a:lnTo>
                    <a:pt x="220028" y="97917"/>
                  </a:lnTo>
                  <a:lnTo>
                    <a:pt x="217551" y="108299"/>
                  </a:lnTo>
                  <a:lnTo>
                    <a:pt x="217075" y="109347"/>
                  </a:lnTo>
                  <a:lnTo>
                    <a:pt x="216789" y="109823"/>
                  </a:lnTo>
                  <a:lnTo>
                    <a:pt x="213360" y="113443"/>
                  </a:lnTo>
                  <a:lnTo>
                    <a:pt x="212217" y="114871"/>
                  </a:lnTo>
                  <a:lnTo>
                    <a:pt x="211646" y="115919"/>
                  </a:lnTo>
                  <a:lnTo>
                    <a:pt x="211550" y="116586"/>
                  </a:lnTo>
                  <a:lnTo>
                    <a:pt x="211741" y="117062"/>
                  </a:lnTo>
                  <a:lnTo>
                    <a:pt x="212122" y="117538"/>
                  </a:lnTo>
                  <a:lnTo>
                    <a:pt x="213170" y="118777"/>
                  </a:lnTo>
                  <a:lnTo>
                    <a:pt x="213265" y="119539"/>
                  </a:lnTo>
                  <a:lnTo>
                    <a:pt x="212979" y="121158"/>
                  </a:lnTo>
                  <a:lnTo>
                    <a:pt x="212217" y="122492"/>
                  </a:lnTo>
                  <a:lnTo>
                    <a:pt x="211360" y="123634"/>
                  </a:lnTo>
                  <a:lnTo>
                    <a:pt x="205073" y="129540"/>
                  </a:lnTo>
                  <a:lnTo>
                    <a:pt x="204026" y="130207"/>
                  </a:lnTo>
                  <a:lnTo>
                    <a:pt x="203073" y="130492"/>
                  </a:lnTo>
                  <a:lnTo>
                    <a:pt x="201930" y="130588"/>
                  </a:lnTo>
                  <a:lnTo>
                    <a:pt x="201073" y="130397"/>
                  </a:lnTo>
                  <a:lnTo>
                    <a:pt x="200311" y="129921"/>
                  </a:lnTo>
                  <a:lnTo>
                    <a:pt x="199454" y="129064"/>
                  </a:lnTo>
                  <a:lnTo>
                    <a:pt x="198596" y="127825"/>
                  </a:lnTo>
                  <a:lnTo>
                    <a:pt x="196501" y="123634"/>
                  </a:lnTo>
                  <a:lnTo>
                    <a:pt x="195929" y="122682"/>
                  </a:lnTo>
                  <a:lnTo>
                    <a:pt x="195263" y="122206"/>
                  </a:lnTo>
                  <a:lnTo>
                    <a:pt x="194786" y="122110"/>
                  </a:lnTo>
                  <a:lnTo>
                    <a:pt x="194120" y="122396"/>
                  </a:lnTo>
                  <a:lnTo>
                    <a:pt x="193643" y="122968"/>
                  </a:lnTo>
                  <a:lnTo>
                    <a:pt x="192310" y="124587"/>
                  </a:lnTo>
                  <a:lnTo>
                    <a:pt x="191453" y="125444"/>
                  </a:lnTo>
                  <a:lnTo>
                    <a:pt x="190214" y="126206"/>
                  </a:lnTo>
                  <a:lnTo>
                    <a:pt x="189167" y="126587"/>
                  </a:lnTo>
                  <a:lnTo>
                    <a:pt x="188214" y="126873"/>
                  </a:lnTo>
                  <a:lnTo>
                    <a:pt x="186690" y="126968"/>
                  </a:lnTo>
                  <a:lnTo>
                    <a:pt x="181737" y="126397"/>
                  </a:lnTo>
                  <a:lnTo>
                    <a:pt x="179546" y="127063"/>
                  </a:lnTo>
                  <a:lnTo>
                    <a:pt x="177641" y="128397"/>
                  </a:lnTo>
                  <a:lnTo>
                    <a:pt x="175260" y="131254"/>
                  </a:lnTo>
                  <a:lnTo>
                    <a:pt x="174212" y="132874"/>
                  </a:lnTo>
                  <a:lnTo>
                    <a:pt x="173641" y="134017"/>
                  </a:lnTo>
                  <a:lnTo>
                    <a:pt x="173260" y="135255"/>
                  </a:lnTo>
                  <a:lnTo>
                    <a:pt x="173165" y="136588"/>
                  </a:lnTo>
                  <a:lnTo>
                    <a:pt x="173260" y="137827"/>
                  </a:lnTo>
                  <a:lnTo>
                    <a:pt x="173546" y="138779"/>
                  </a:lnTo>
                  <a:lnTo>
                    <a:pt x="175355" y="141827"/>
                  </a:lnTo>
                  <a:lnTo>
                    <a:pt x="176117" y="143542"/>
                  </a:lnTo>
                  <a:lnTo>
                    <a:pt x="175832" y="145733"/>
                  </a:lnTo>
                  <a:lnTo>
                    <a:pt x="175260" y="148018"/>
                  </a:lnTo>
                  <a:lnTo>
                    <a:pt x="170402" y="155638"/>
                  </a:lnTo>
                  <a:lnTo>
                    <a:pt x="169259" y="155829"/>
                  </a:lnTo>
                  <a:lnTo>
                    <a:pt x="168593" y="156115"/>
                  </a:lnTo>
                  <a:lnTo>
                    <a:pt x="167830" y="156686"/>
                  </a:lnTo>
                  <a:lnTo>
                    <a:pt x="166878" y="158115"/>
                  </a:lnTo>
                  <a:lnTo>
                    <a:pt x="158401" y="174212"/>
                  </a:lnTo>
                  <a:lnTo>
                    <a:pt x="155353" y="182309"/>
                  </a:lnTo>
                  <a:lnTo>
                    <a:pt x="152686" y="184118"/>
                  </a:lnTo>
                  <a:lnTo>
                    <a:pt x="151924" y="184880"/>
                  </a:lnTo>
                  <a:lnTo>
                    <a:pt x="150114" y="187261"/>
                  </a:lnTo>
                  <a:lnTo>
                    <a:pt x="149162" y="188881"/>
                  </a:lnTo>
                  <a:lnTo>
                    <a:pt x="147447" y="191167"/>
                  </a:lnTo>
                  <a:lnTo>
                    <a:pt x="146113" y="192500"/>
                  </a:lnTo>
                  <a:lnTo>
                    <a:pt x="145066" y="193358"/>
                  </a:lnTo>
                  <a:lnTo>
                    <a:pt x="143828" y="194024"/>
                  </a:lnTo>
                  <a:lnTo>
                    <a:pt x="142970" y="194882"/>
                  </a:lnTo>
                  <a:lnTo>
                    <a:pt x="142304" y="195834"/>
                  </a:lnTo>
                  <a:lnTo>
                    <a:pt x="141637" y="196977"/>
                  </a:lnTo>
                  <a:lnTo>
                    <a:pt x="140875" y="197929"/>
                  </a:lnTo>
                  <a:lnTo>
                    <a:pt x="139732" y="198882"/>
                  </a:lnTo>
                  <a:lnTo>
                    <a:pt x="138589" y="199168"/>
                  </a:lnTo>
                  <a:lnTo>
                    <a:pt x="137255" y="199073"/>
                  </a:lnTo>
                  <a:lnTo>
                    <a:pt x="135541" y="198501"/>
                  </a:lnTo>
                  <a:lnTo>
                    <a:pt x="133826" y="198310"/>
                  </a:lnTo>
                  <a:lnTo>
                    <a:pt x="127921" y="199453"/>
                  </a:lnTo>
                  <a:lnTo>
                    <a:pt x="125063" y="199168"/>
                  </a:lnTo>
                  <a:lnTo>
                    <a:pt x="124016" y="199453"/>
                  </a:lnTo>
                  <a:lnTo>
                    <a:pt x="121729" y="200501"/>
                  </a:lnTo>
                  <a:lnTo>
                    <a:pt x="120491" y="200787"/>
                  </a:lnTo>
                  <a:lnTo>
                    <a:pt x="118777" y="200787"/>
                  </a:lnTo>
                  <a:lnTo>
                    <a:pt x="117443" y="200501"/>
                  </a:lnTo>
                  <a:lnTo>
                    <a:pt x="116396" y="200120"/>
                  </a:lnTo>
                  <a:lnTo>
                    <a:pt x="115443" y="199549"/>
                  </a:lnTo>
                  <a:lnTo>
                    <a:pt x="114491" y="198692"/>
                  </a:lnTo>
                  <a:lnTo>
                    <a:pt x="113538" y="197263"/>
                  </a:lnTo>
                  <a:lnTo>
                    <a:pt x="112776" y="195643"/>
                  </a:lnTo>
                  <a:lnTo>
                    <a:pt x="111919" y="191834"/>
                  </a:lnTo>
                  <a:lnTo>
                    <a:pt x="110680" y="190976"/>
                  </a:lnTo>
                  <a:lnTo>
                    <a:pt x="109442" y="188690"/>
                  </a:lnTo>
                  <a:lnTo>
                    <a:pt x="108299" y="186023"/>
                  </a:lnTo>
                  <a:lnTo>
                    <a:pt x="107156" y="182118"/>
                  </a:lnTo>
                  <a:lnTo>
                    <a:pt x="106585" y="179451"/>
                  </a:lnTo>
                  <a:lnTo>
                    <a:pt x="105537" y="177927"/>
                  </a:lnTo>
                  <a:lnTo>
                    <a:pt x="104394" y="176784"/>
                  </a:lnTo>
                  <a:lnTo>
                    <a:pt x="102584" y="175736"/>
                  </a:lnTo>
                  <a:lnTo>
                    <a:pt x="101822" y="175069"/>
                  </a:lnTo>
                  <a:lnTo>
                    <a:pt x="101346" y="174403"/>
                  </a:lnTo>
                  <a:lnTo>
                    <a:pt x="101060" y="173355"/>
                  </a:lnTo>
                  <a:lnTo>
                    <a:pt x="100679" y="172879"/>
                  </a:lnTo>
                  <a:lnTo>
                    <a:pt x="100203" y="172784"/>
                  </a:lnTo>
                  <a:lnTo>
                    <a:pt x="99727" y="173069"/>
                  </a:lnTo>
                  <a:lnTo>
                    <a:pt x="97822" y="175165"/>
                  </a:lnTo>
                  <a:lnTo>
                    <a:pt x="97250" y="175450"/>
                  </a:lnTo>
                  <a:lnTo>
                    <a:pt x="96679" y="175355"/>
                  </a:lnTo>
                  <a:lnTo>
                    <a:pt x="95631" y="175069"/>
                  </a:lnTo>
                  <a:lnTo>
                    <a:pt x="94202" y="174593"/>
                  </a:lnTo>
                  <a:lnTo>
                    <a:pt x="93059" y="174403"/>
                  </a:lnTo>
                  <a:lnTo>
                    <a:pt x="92012" y="174593"/>
                  </a:lnTo>
                  <a:lnTo>
                    <a:pt x="91345" y="175165"/>
                  </a:lnTo>
                  <a:lnTo>
                    <a:pt x="90869" y="175927"/>
                  </a:lnTo>
                  <a:lnTo>
                    <a:pt x="90583" y="176879"/>
                  </a:lnTo>
                  <a:lnTo>
                    <a:pt x="90488" y="177832"/>
                  </a:lnTo>
                  <a:lnTo>
                    <a:pt x="90297" y="178499"/>
                  </a:lnTo>
                  <a:lnTo>
                    <a:pt x="89821" y="179165"/>
                  </a:lnTo>
                  <a:lnTo>
                    <a:pt x="88963" y="179642"/>
                  </a:lnTo>
                  <a:lnTo>
                    <a:pt x="87916" y="179927"/>
                  </a:lnTo>
                  <a:lnTo>
                    <a:pt x="81534" y="180023"/>
                  </a:lnTo>
                  <a:lnTo>
                    <a:pt x="80582" y="180499"/>
                  </a:lnTo>
                  <a:lnTo>
                    <a:pt x="79724" y="181451"/>
                  </a:lnTo>
                  <a:lnTo>
                    <a:pt x="78486" y="183261"/>
                  </a:lnTo>
                  <a:lnTo>
                    <a:pt x="77248" y="184023"/>
                  </a:lnTo>
                  <a:lnTo>
                    <a:pt x="76295" y="183928"/>
                  </a:lnTo>
                  <a:lnTo>
                    <a:pt x="75724" y="183166"/>
                  </a:lnTo>
                  <a:lnTo>
                    <a:pt x="75343" y="182309"/>
                  </a:lnTo>
                  <a:lnTo>
                    <a:pt x="74867" y="181737"/>
                  </a:lnTo>
                  <a:lnTo>
                    <a:pt x="74390" y="181356"/>
                  </a:lnTo>
                  <a:lnTo>
                    <a:pt x="73343" y="180689"/>
                  </a:lnTo>
                  <a:lnTo>
                    <a:pt x="72771" y="180308"/>
                  </a:lnTo>
                  <a:lnTo>
                    <a:pt x="72390" y="179927"/>
                  </a:lnTo>
                  <a:lnTo>
                    <a:pt x="71533" y="177451"/>
                  </a:lnTo>
                  <a:lnTo>
                    <a:pt x="70295" y="175069"/>
                  </a:lnTo>
                  <a:lnTo>
                    <a:pt x="69342" y="174212"/>
                  </a:lnTo>
                  <a:lnTo>
                    <a:pt x="67151" y="172688"/>
                  </a:lnTo>
                  <a:lnTo>
                    <a:pt x="57055" y="168688"/>
                  </a:lnTo>
                  <a:lnTo>
                    <a:pt x="55150" y="168402"/>
                  </a:lnTo>
                  <a:lnTo>
                    <a:pt x="49530" y="167640"/>
                  </a:lnTo>
                  <a:lnTo>
                    <a:pt x="48768" y="167259"/>
                  </a:lnTo>
                  <a:lnTo>
                    <a:pt x="47530" y="166497"/>
                  </a:lnTo>
                  <a:lnTo>
                    <a:pt x="45434" y="164592"/>
                  </a:lnTo>
                  <a:lnTo>
                    <a:pt x="43815" y="164020"/>
                  </a:lnTo>
                  <a:lnTo>
                    <a:pt x="42386" y="163925"/>
                  </a:lnTo>
                  <a:lnTo>
                    <a:pt x="41338" y="164306"/>
                  </a:lnTo>
                  <a:lnTo>
                    <a:pt x="40481" y="165163"/>
                  </a:lnTo>
                  <a:lnTo>
                    <a:pt x="35433" y="173831"/>
                  </a:lnTo>
                  <a:lnTo>
                    <a:pt x="35243" y="174974"/>
                  </a:lnTo>
                  <a:lnTo>
                    <a:pt x="35909" y="176975"/>
                  </a:lnTo>
                  <a:lnTo>
                    <a:pt x="35909" y="177736"/>
                  </a:lnTo>
                  <a:lnTo>
                    <a:pt x="35433" y="178689"/>
                  </a:lnTo>
                  <a:lnTo>
                    <a:pt x="34957" y="179070"/>
                  </a:lnTo>
                  <a:lnTo>
                    <a:pt x="34480" y="179165"/>
                  </a:lnTo>
                  <a:lnTo>
                    <a:pt x="34290" y="179070"/>
                  </a:lnTo>
                  <a:lnTo>
                    <a:pt x="33909" y="178975"/>
                  </a:lnTo>
                  <a:lnTo>
                    <a:pt x="29528" y="178308"/>
                  </a:lnTo>
                  <a:lnTo>
                    <a:pt x="28289" y="178499"/>
                  </a:lnTo>
                  <a:lnTo>
                    <a:pt x="27527" y="179070"/>
                  </a:lnTo>
                  <a:lnTo>
                    <a:pt x="27337" y="179642"/>
                  </a:lnTo>
                  <a:lnTo>
                    <a:pt x="27432" y="180594"/>
                  </a:lnTo>
                  <a:lnTo>
                    <a:pt x="27813" y="181356"/>
                  </a:lnTo>
                  <a:lnTo>
                    <a:pt x="28766" y="182213"/>
                  </a:lnTo>
                  <a:lnTo>
                    <a:pt x="29337" y="183070"/>
                  </a:lnTo>
                  <a:lnTo>
                    <a:pt x="29432" y="183833"/>
                  </a:lnTo>
                  <a:lnTo>
                    <a:pt x="29051" y="184499"/>
                  </a:lnTo>
                  <a:lnTo>
                    <a:pt x="28004" y="185071"/>
                  </a:lnTo>
                  <a:lnTo>
                    <a:pt x="27051" y="185547"/>
                  </a:lnTo>
                  <a:lnTo>
                    <a:pt x="22860" y="186785"/>
                  </a:lnTo>
                  <a:lnTo>
                    <a:pt x="21622" y="188024"/>
                  </a:lnTo>
                  <a:lnTo>
                    <a:pt x="21431" y="188785"/>
                  </a:lnTo>
                  <a:lnTo>
                    <a:pt x="21431" y="189643"/>
                  </a:lnTo>
                  <a:lnTo>
                    <a:pt x="21812" y="190595"/>
                  </a:lnTo>
                  <a:lnTo>
                    <a:pt x="22670" y="191643"/>
                  </a:lnTo>
                  <a:lnTo>
                    <a:pt x="23432" y="192310"/>
                  </a:lnTo>
                  <a:lnTo>
                    <a:pt x="27051" y="194119"/>
                  </a:lnTo>
                  <a:lnTo>
                    <a:pt x="31528" y="197834"/>
                  </a:lnTo>
                  <a:lnTo>
                    <a:pt x="36290" y="201168"/>
                  </a:lnTo>
                  <a:lnTo>
                    <a:pt x="37052" y="202216"/>
                  </a:lnTo>
                  <a:lnTo>
                    <a:pt x="37148" y="203168"/>
                  </a:lnTo>
                  <a:lnTo>
                    <a:pt x="36767" y="204025"/>
                  </a:lnTo>
                  <a:lnTo>
                    <a:pt x="35814" y="205454"/>
                  </a:lnTo>
                  <a:lnTo>
                    <a:pt x="34195" y="208121"/>
                  </a:lnTo>
                  <a:lnTo>
                    <a:pt x="34100" y="209169"/>
                  </a:lnTo>
                  <a:lnTo>
                    <a:pt x="34004" y="210693"/>
                  </a:lnTo>
                  <a:lnTo>
                    <a:pt x="34576" y="213169"/>
                  </a:lnTo>
                  <a:lnTo>
                    <a:pt x="34671" y="214503"/>
                  </a:lnTo>
                  <a:lnTo>
                    <a:pt x="34480" y="215836"/>
                  </a:lnTo>
                  <a:lnTo>
                    <a:pt x="34004" y="216313"/>
                  </a:lnTo>
                  <a:lnTo>
                    <a:pt x="32861" y="216694"/>
                  </a:lnTo>
                  <a:lnTo>
                    <a:pt x="31528" y="216694"/>
                  </a:lnTo>
                  <a:lnTo>
                    <a:pt x="30480" y="216979"/>
                  </a:lnTo>
                  <a:lnTo>
                    <a:pt x="29337" y="217265"/>
                  </a:lnTo>
                  <a:lnTo>
                    <a:pt x="23336" y="220409"/>
                  </a:lnTo>
                  <a:lnTo>
                    <a:pt x="22574" y="220980"/>
                  </a:lnTo>
                  <a:lnTo>
                    <a:pt x="22193" y="221551"/>
                  </a:lnTo>
                  <a:lnTo>
                    <a:pt x="21812" y="222123"/>
                  </a:lnTo>
                  <a:lnTo>
                    <a:pt x="21431" y="223552"/>
                  </a:lnTo>
                  <a:lnTo>
                    <a:pt x="21336" y="227267"/>
                  </a:lnTo>
                  <a:lnTo>
                    <a:pt x="21050" y="228314"/>
                  </a:lnTo>
                  <a:lnTo>
                    <a:pt x="20669" y="228886"/>
                  </a:lnTo>
                  <a:lnTo>
                    <a:pt x="20003" y="228886"/>
                  </a:lnTo>
                  <a:lnTo>
                    <a:pt x="16764" y="228791"/>
                  </a:lnTo>
                  <a:lnTo>
                    <a:pt x="15907" y="229171"/>
                  </a:lnTo>
                  <a:lnTo>
                    <a:pt x="15335" y="229743"/>
                  </a:lnTo>
                  <a:lnTo>
                    <a:pt x="14383" y="231267"/>
                  </a:lnTo>
                  <a:lnTo>
                    <a:pt x="13716" y="231838"/>
                  </a:lnTo>
                  <a:lnTo>
                    <a:pt x="12859" y="232029"/>
                  </a:lnTo>
                  <a:lnTo>
                    <a:pt x="11144" y="231362"/>
                  </a:lnTo>
                  <a:lnTo>
                    <a:pt x="10192" y="231362"/>
                  </a:lnTo>
                  <a:lnTo>
                    <a:pt x="9144" y="231838"/>
                  </a:lnTo>
                  <a:lnTo>
                    <a:pt x="8477" y="232410"/>
                  </a:lnTo>
                  <a:lnTo>
                    <a:pt x="6191" y="235649"/>
                  </a:lnTo>
                  <a:lnTo>
                    <a:pt x="4858" y="236887"/>
                  </a:lnTo>
                  <a:lnTo>
                    <a:pt x="3143" y="238220"/>
                  </a:lnTo>
                  <a:lnTo>
                    <a:pt x="2286" y="239173"/>
                  </a:lnTo>
                  <a:lnTo>
                    <a:pt x="1619" y="240125"/>
                  </a:lnTo>
                  <a:lnTo>
                    <a:pt x="476" y="242221"/>
                  </a:lnTo>
                  <a:lnTo>
                    <a:pt x="95" y="243554"/>
                  </a:lnTo>
                  <a:lnTo>
                    <a:pt x="0" y="245174"/>
                  </a:lnTo>
                  <a:lnTo>
                    <a:pt x="667" y="248984"/>
                  </a:lnTo>
                  <a:lnTo>
                    <a:pt x="1048" y="249936"/>
                  </a:lnTo>
                  <a:lnTo>
                    <a:pt x="1810" y="251174"/>
                  </a:lnTo>
                  <a:lnTo>
                    <a:pt x="2096" y="251841"/>
                  </a:lnTo>
                  <a:lnTo>
                    <a:pt x="2381" y="252698"/>
                  </a:lnTo>
                  <a:lnTo>
                    <a:pt x="2858" y="253270"/>
                  </a:lnTo>
                  <a:lnTo>
                    <a:pt x="3620" y="253555"/>
                  </a:lnTo>
                  <a:lnTo>
                    <a:pt x="4858" y="253651"/>
                  </a:lnTo>
                  <a:lnTo>
                    <a:pt x="5715" y="253936"/>
                  </a:lnTo>
                  <a:lnTo>
                    <a:pt x="6477" y="254222"/>
                  </a:lnTo>
                  <a:lnTo>
                    <a:pt x="7144" y="254508"/>
                  </a:lnTo>
                  <a:lnTo>
                    <a:pt x="9049" y="255842"/>
                  </a:lnTo>
                  <a:lnTo>
                    <a:pt x="9620" y="256318"/>
                  </a:lnTo>
                  <a:lnTo>
                    <a:pt x="10001" y="257366"/>
                  </a:lnTo>
                  <a:lnTo>
                    <a:pt x="10192" y="258794"/>
                  </a:lnTo>
                  <a:lnTo>
                    <a:pt x="10096" y="263080"/>
                  </a:lnTo>
                  <a:lnTo>
                    <a:pt x="10192" y="264224"/>
                  </a:lnTo>
                  <a:lnTo>
                    <a:pt x="10478" y="264700"/>
                  </a:lnTo>
                  <a:lnTo>
                    <a:pt x="10954" y="265176"/>
                  </a:lnTo>
                  <a:lnTo>
                    <a:pt x="13811" y="266891"/>
                  </a:lnTo>
                  <a:lnTo>
                    <a:pt x="17717" y="268986"/>
                  </a:lnTo>
                  <a:lnTo>
                    <a:pt x="21812" y="269367"/>
                  </a:lnTo>
                  <a:lnTo>
                    <a:pt x="24289" y="269272"/>
                  </a:lnTo>
                  <a:lnTo>
                    <a:pt x="26003" y="269748"/>
                  </a:lnTo>
                  <a:lnTo>
                    <a:pt x="28766" y="270986"/>
                  </a:lnTo>
                  <a:lnTo>
                    <a:pt x="29528" y="271082"/>
                  </a:lnTo>
                  <a:lnTo>
                    <a:pt x="30099" y="270700"/>
                  </a:lnTo>
                  <a:lnTo>
                    <a:pt x="30766" y="268986"/>
                  </a:lnTo>
                  <a:lnTo>
                    <a:pt x="31433" y="268224"/>
                  </a:lnTo>
                  <a:lnTo>
                    <a:pt x="32766" y="267748"/>
                  </a:lnTo>
                  <a:lnTo>
                    <a:pt x="33528" y="268224"/>
                  </a:lnTo>
                  <a:lnTo>
                    <a:pt x="33814" y="269081"/>
                  </a:lnTo>
                  <a:lnTo>
                    <a:pt x="33242" y="275177"/>
                  </a:lnTo>
                  <a:lnTo>
                    <a:pt x="33433" y="276987"/>
                  </a:lnTo>
                  <a:lnTo>
                    <a:pt x="34100" y="278511"/>
                  </a:lnTo>
                  <a:lnTo>
                    <a:pt x="35052" y="279749"/>
                  </a:lnTo>
                  <a:lnTo>
                    <a:pt x="35624" y="280797"/>
                  </a:lnTo>
                  <a:lnTo>
                    <a:pt x="35909" y="281559"/>
                  </a:lnTo>
                  <a:lnTo>
                    <a:pt x="35814" y="282226"/>
                  </a:lnTo>
                  <a:lnTo>
                    <a:pt x="35243" y="283750"/>
                  </a:lnTo>
                  <a:lnTo>
                    <a:pt x="35147" y="284798"/>
                  </a:lnTo>
                  <a:lnTo>
                    <a:pt x="36100" y="287750"/>
                  </a:lnTo>
                  <a:lnTo>
                    <a:pt x="36386" y="289084"/>
                  </a:lnTo>
                  <a:lnTo>
                    <a:pt x="36386" y="290417"/>
                  </a:lnTo>
                  <a:lnTo>
                    <a:pt x="36195" y="291655"/>
                  </a:lnTo>
                  <a:lnTo>
                    <a:pt x="36195" y="292703"/>
                  </a:lnTo>
                  <a:lnTo>
                    <a:pt x="36290" y="294418"/>
                  </a:lnTo>
                  <a:lnTo>
                    <a:pt x="36576" y="295466"/>
                  </a:lnTo>
                  <a:lnTo>
                    <a:pt x="36767" y="296037"/>
                  </a:lnTo>
                  <a:lnTo>
                    <a:pt x="38767" y="299085"/>
                  </a:lnTo>
                  <a:lnTo>
                    <a:pt x="40767" y="301276"/>
                  </a:lnTo>
                  <a:lnTo>
                    <a:pt x="42386" y="302419"/>
                  </a:lnTo>
                  <a:lnTo>
                    <a:pt x="44196" y="302990"/>
                  </a:lnTo>
                  <a:lnTo>
                    <a:pt x="45625" y="303085"/>
                  </a:lnTo>
                  <a:lnTo>
                    <a:pt x="46768" y="302990"/>
                  </a:lnTo>
                  <a:lnTo>
                    <a:pt x="47435" y="302800"/>
                  </a:lnTo>
                  <a:lnTo>
                    <a:pt x="56007" y="298133"/>
                  </a:lnTo>
                  <a:lnTo>
                    <a:pt x="56579" y="297942"/>
                  </a:lnTo>
                  <a:lnTo>
                    <a:pt x="57245" y="297847"/>
                  </a:lnTo>
                  <a:lnTo>
                    <a:pt x="57817" y="297942"/>
                  </a:lnTo>
                  <a:lnTo>
                    <a:pt x="59246" y="298704"/>
                  </a:lnTo>
                  <a:lnTo>
                    <a:pt x="63627" y="301752"/>
                  </a:lnTo>
                  <a:lnTo>
                    <a:pt x="65627" y="302704"/>
                  </a:lnTo>
                  <a:lnTo>
                    <a:pt x="67151" y="303181"/>
                  </a:lnTo>
                  <a:lnTo>
                    <a:pt x="68104" y="302990"/>
                  </a:lnTo>
                  <a:lnTo>
                    <a:pt x="69628" y="302895"/>
                  </a:lnTo>
                  <a:lnTo>
                    <a:pt x="71533" y="303181"/>
                  </a:lnTo>
                  <a:lnTo>
                    <a:pt x="75343" y="304895"/>
                  </a:lnTo>
                  <a:lnTo>
                    <a:pt x="76962" y="306038"/>
                  </a:lnTo>
                  <a:lnTo>
                    <a:pt x="78010" y="307372"/>
                  </a:lnTo>
                  <a:lnTo>
                    <a:pt x="78105" y="308610"/>
                  </a:lnTo>
                  <a:lnTo>
                    <a:pt x="78105" y="309943"/>
                  </a:lnTo>
                  <a:lnTo>
                    <a:pt x="77629" y="312515"/>
                  </a:lnTo>
                  <a:lnTo>
                    <a:pt x="77724" y="314230"/>
                  </a:lnTo>
                  <a:lnTo>
                    <a:pt x="78867" y="319754"/>
                  </a:lnTo>
                  <a:lnTo>
                    <a:pt x="79724" y="322517"/>
                  </a:lnTo>
                  <a:lnTo>
                    <a:pt x="80963" y="325279"/>
                  </a:lnTo>
                  <a:lnTo>
                    <a:pt x="84296" y="330327"/>
                  </a:lnTo>
                  <a:lnTo>
                    <a:pt x="87725" y="334327"/>
                  </a:lnTo>
                  <a:lnTo>
                    <a:pt x="89630" y="334899"/>
                  </a:lnTo>
                  <a:lnTo>
                    <a:pt x="93345" y="337090"/>
                  </a:lnTo>
                  <a:lnTo>
                    <a:pt x="95060" y="337566"/>
                  </a:lnTo>
                  <a:lnTo>
                    <a:pt x="96203" y="337185"/>
                  </a:lnTo>
                  <a:lnTo>
                    <a:pt x="96488" y="335851"/>
                  </a:lnTo>
                  <a:lnTo>
                    <a:pt x="95821" y="332899"/>
                  </a:lnTo>
                  <a:lnTo>
                    <a:pt x="95821" y="331279"/>
                  </a:lnTo>
                  <a:lnTo>
                    <a:pt x="96203" y="330232"/>
                  </a:lnTo>
                  <a:lnTo>
                    <a:pt x="97917" y="328232"/>
                  </a:lnTo>
                  <a:lnTo>
                    <a:pt x="98298" y="327469"/>
                  </a:lnTo>
                  <a:lnTo>
                    <a:pt x="98774" y="326326"/>
                  </a:lnTo>
                  <a:lnTo>
                    <a:pt x="98870" y="325279"/>
                  </a:lnTo>
                  <a:lnTo>
                    <a:pt x="98870" y="324136"/>
                  </a:lnTo>
                  <a:lnTo>
                    <a:pt x="98679" y="323088"/>
                  </a:lnTo>
                  <a:lnTo>
                    <a:pt x="98298" y="321945"/>
                  </a:lnTo>
                  <a:lnTo>
                    <a:pt x="95250" y="316611"/>
                  </a:lnTo>
                  <a:lnTo>
                    <a:pt x="94679" y="315277"/>
                  </a:lnTo>
                  <a:lnTo>
                    <a:pt x="94202" y="313658"/>
                  </a:lnTo>
                  <a:lnTo>
                    <a:pt x="94012" y="311944"/>
                  </a:lnTo>
                  <a:lnTo>
                    <a:pt x="94393" y="310991"/>
                  </a:lnTo>
                  <a:lnTo>
                    <a:pt x="95250" y="310515"/>
                  </a:lnTo>
                  <a:lnTo>
                    <a:pt x="96298" y="310801"/>
                  </a:lnTo>
                  <a:lnTo>
                    <a:pt x="96965" y="311372"/>
                  </a:lnTo>
                  <a:lnTo>
                    <a:pt x="97441" y="311944"/>
                  </a:lnTo>
                  <a:lnTo>
                    <a:pt x="98012" y="312801"/>
                  </a:lnTo>
                  <a:lnTo>
                    <a:pt x="98774" y="313658"/>
                  </a:lnTo>
                  <a:lnTo>
                    <a:pt x="102108" y="316706"/>
                  </a:lnTo>
                  <a:lnTo>
                    <a:pt x="102775" y="317563"/>
                  </a:lnTo>
                  <a:lnTo>
                    <a:pt x="103156" y="318325"/>
                  </a:lnTo>
                  <a:lnTo>
                    <a:pt x="104966" y="322993"/>
                  </a:lnTo>
                  <a:lnTo>
                    <a:pt x="107061" y="326517"/>
                  </a:lnTo>
                  <a:lnTo>
                    <a:pt x="107347" y="327469"/>
                  </a:lnTo>
                  <a:lnTo>
                    <a:pt x="107252" y="328422"/>
                  </a:lnTo>
                  <a:lnTo>
                    <a:pt x="106680" y="329660"/>
                  </a:lnTo>
                  <a:lnTo>
                    <a:pt x="106109" y="330613"/>
                  </a:lnTo>
                  <a:lnTo>
                    <a:pt x="104680" y="333851"/>
                  </a:lnTo>
                  <a:lnTo>
                    <a:pt x="104299" y="334518"/>
                  </a:lnTo>
                  <a:lnTo>
                    <a:pt x="101727" y="337852"/>
                  </a:lnTo>
                  <a:lnTo>
                    <a:pt x="101441" y="338423"/>
                  </a:lnTo>
                  <a:lnTo>
                    <a:pt x="101346" y="338995"/>
                  </a:lnTo>
                  <a:lnTo>
                    <a:pt x="101537" y="339471"/>
                  </a:lnTo>
                  <a:lnTo>
                    <a:pt x="102108" y="339947"/>
                  </a:lnTo>
                  <a:lnTo>
                    <a:pt x="103156" y="339757"/>
                  </a:lnTo>
                  <a:lnTo>
                    <a:pt x="105728" y="339090"/>
                  </a:lnTo>
                  <a:lnTo>
                    <a:pt x="107537" y="338900"/>
                  </a:lnTo>
                  <a:lnTo>
                    <a:pt x="108680" y="339185"/>
                  </a:lnTo>
                  <a:lnTo>
                    <a:pt x="109633" y="339661"/>
                  </a:lnTo>
                  <a:lnTo>
                    <a:pt x="110300" y="340709"/>
                  </a:lnTo>
                  <a:lnTo>
                    <a:pt x="110395" y="340804"/>
                  </a:lnTo>
                  <a:lnTo>
                    <a:pt x="110680" y="341090"/>
                  </a:lnTo>
                  <a:lnTo>
                    <a:pt x="112681" y="342424"/>
                  </a:lnTo>
                  <a:lnTo>
                    <a:pt x="114110" y="342614"/>
                  </a:lnTo>
                  <a:lnTo>
                    <a:pt x="115538" y="342424"/>
                  </a:lnTo>
                  <a:lnTo>
                    <a:pt x="116586" y="341567"/>
                  </a:lnTo>
                  <a:lnTo>
                    <a:pt x="116967" y="341090"/>
                  </a:lnTo>
                  <a:lnTo>
                    <a:pt x="117158" y="340709"/>
                  </a:lnTo>
                  <a:lnTo>
                    <a:pt x="117253" y="338518"/>
                  </a:lnTo>
                  <a:lnTo>
                    <a:pt x="117253" y="335280"/>
                  </a:lnTo>
                  <a:lnTo>
                    <a:pt x="117443" y="333756"/>
                  </a:lnTo>
                  <a:lnTo>
                    <a:pt x="118110" y="332613"/>
                  </a:lnTo>
                  <a:lnTo>
                    <a:pt x="119063" y="332423"/>
                  </a:lnTo>
                  <a:lnTo>
                    <a:pt x="120205" y="332803"/>
                  </a:lnTo>
                  <a:lnTo>
                    <a:pt x="121349" y="332899"/>
                  </a:lnTo>
                  <a:lnTo>
                    <a:pt x="122492" y="332232"/>
                  </a:lnTo>
                  <a:lnTo>
                    <a:pt x="123444" y="331089"/>
                  </a:lnTo>
                  <a:lnTo>
                    <a:pt x="124111" y="329755"/>
                  </a:lnTo>
                  <a:lnTo>
                    <a:pt x="124587" y="328422"/>
                  </a:lnTo>
                  <a:lnTo>
                    <a:pt x="124778" y="327565"/>
                  </a:lnTo>
                  <a:lnTo>
                    <a:pt x="124968" y="326517"/>
                  </a:lnTo>
                  <a:lnTo>
                    <a:pt x="124968" y="325755"/>
                  </a:lnTo>
                  <a:lnTo>
                    <a:pt x="124968" y="324707"/>
                  </a:lnTo>
                  <a:lnTo>
                    <a:pt x="124873" y="323374"/>
                  </a:lnTo>
                  <a:lnTo>
                    <a:pt x="123920" y="320040"/>
                  </a:lnTo>
                  <a:lnTo>
                    <a:pt x="124111" y="318135"/>
                  </a:lnTo>
                  <a:lnTo>
                    <a:pt x="125063" y="316135"/>
                  </a:lnTo>
                  <a:lnTo>
                    <a:pt x="128302" y="313563"/>
                  </a:lnTo>
                  <a:lnTo>
                    <a:pt x="130016" y="312706"/>
                  </a:lnTo>
                  <a:lnTo>
                    <a:pt x="131254" y="312801"/>
                  </a:lnTo>
                  <a:lnTo>
                    <a:pt x="132017" y="313658"/>
                  </a:lnTo>
                  <a:lnTo>
                    <a:pt x="132779" y="314325"/>
                  </a:lnTo>
                  <a:lnTo>
                    <a:pt x="133826" y="314516"/>
                  </a:lnTo>
                  <a:lnTo>
                    <a:pt x="134969" y="313277"/>
                  </a:lnTo>
                  <a:lnTo>
                    <a:pt x="135827" y="311658"/>
                  </a:lnTo>
                  <a:lnTo>
                    <a:pt x="137065" y="308229"/>
                  </a:lnTo>
                  <a:lnTo>
                    <a:pt x="137541" y="307372"/>
                  </a:lnTo>
                  <a:lnTo>
                    <a:pt x="138303" y="306419"/>
                  </a:lnTo>
                  <a:lnTo>
                    <a:pt x="139541" y="305752"/>
                  </a:lnTo>
                  <a:lnTo>
                    <a:pt x="140970" y="305752"/>
                  </a:lnTo>
                  <a:lnTo>
                    <a:pt x="143161" y="305657"/>
                  </a:lnTo>
                  <a:lnTo>
                    <a:pt x="145637" y="304609"/>
                  </a:lnTo>
                  <a:lnTo>
                    <a:pt x="146590" y="304514"/>
                  </a:lnTo>
                  <a:lnTo>
                    <a:pt x="147542" y="304800"/>
                  </a:lnTo>
                  <a:lnTo>
                    <a:pt x="150019" y="306324"/>
                  </a:lnTo>
                  <a:lnTo>
                    <a:pt x="152686" y="308800"/>
                  </a:lnTo>
                  <a:lnTo>
                    <a:pt x="154400" y="310991"/>
                  </a:lnTo>
                  <a:lnTo>
                    <a:pt x="155353" y="311849"/>
                  </a:lnTo>
                  <a:lnTo>
                    <a:pt x="156972" y="312896"/>
                  </a:lnTo>
                  <a:lnTo>
                    <a:pt x="158687" y="313277"/>
                  </a:lnTo>
                  <a:lnTo>
                    <a:pt x="159925" y="313182"/>
                  </a:lnTo>
                  <a:lnTo>
                    <a:pt x="160877" y="312896"/>
                  </a:lnTo>
                  <a:lnTo>
                    <a:pt x="172021" y="306705"/>
                  </a:lnTo>
                  <a:lnTo>
                    <a:pt x="172784" y="305943"/>
                  </a:lnTo>
                  <a:lnTo>
                    <a:pt x="173450" y="305181"/>
                  </a:lnTo>
                  <a:lnTo>
                    <a:pt x="173736" y="304228"/>
                  </a:lnTo>
                  <a:lnTo>
                    <a:pt x="174022" y="303276"/>
                  </a:lnTo>
                  <a:lnTo>
                    <a:pt x="174308" y="300037"/>
                  </a:lnTo>
                  <a:lnTo>
                    <a:pt x="174593" y="299275"/>
                  </a:lnTo>
                  <a:lnTo>
                    <a:pt x="174879" y="298799"/>
                  </a:lnTo>
                  <a:lnTo>
                    <a:pt x="176403" y="297370"/>
                  </a:lnTo>
                  <a:lnTo>
                    <a:pt x="176784" y="296609"/>
                  </a:lnTo>
                  <a:lnTo>
                    <a:pt x="177070" y="296132"/>
                  </a:lnTo>
                  <a:lnTo>
                    <a:pt x="177070" y="295656"/>
                  </a:lnTo>
                  <a:lnTo>
                    <a:pt x="177070" y="295275"/>
                  </a:lnTo>
                  <a:lnTo>
                    <a:pt x="176879" y="294894"/>
                  </a:lnTo>
                  <a:lnTo>
                    <a:pt x="176594" y="294227"/>
                  </a:lnTo>
                  <a:lnTo>
                    <a:pt x="176117" y="293560"/>
                  </a:lnTo>
                  <a:lnTo>
                    <a:pt x="175451" y="292989"/>
                  </a:lnTo>
                  <a:lnTo>
                    <a:pt x="172403" y="290893"/>
                  </a:lnTo>
                  <a:lnTo>
                    <a:pt x="171831" y="290227"/>
                  </a:lnTo>
                  <a:lnTo>
                    <a:pt x="171355" y="289465"/>
                  </a:lnTo>
                  <a:lnTo>
                    <a:pt x="170974" y="288512"/>
                  </a:lnTo>
                  <a:lnTo>
                    <a:pt x="170498" y="286417"/>
                  </a:lnTo>
                  <a:lnTo>
                    <a:pt x="170402" y="285369"/>
                  </a:lnTo>
                  <a:lnTo>
                    <a:pt x="170402" y="282988"/>
                  </a:lnTo>
                  <a:lnTo>
                    <a:pt x="170879" y="280892"/>
                  </a:lnTo>
                  <a:lnTo>
                    <a:pt x="171545" y="278892"/>
                  </a:lnTo>
                  <a:lnTo>
                    <a:pt x="171926" y="277844"/>
                  </a:lnTo>
                  <a:lnTo>
                    <a:pt x="172593" y="276701"/>
                  </a:lnTo>
                  <a:lnTo>
                    <a:pt x="173546" y="275273"/>
                  </a:lnTo>
                  <a:lnTo>
                    <a:pt x="174403" y="274320"/>
                  </a:lnTo>
                  <a:lnTo>
                    <a:pt x="175260" y="273749"/>
                  </a:lnTo>
                  <a:lnTo>
                    <a:pt x="176022" y="273272"/>
                  </a:lnTo>
                  <a:lnTo>
                    <a:pt x="176784" y="273177"/>
                  </a:lnTo>
                  <a:lnTo>
                    <a:pt x="177165" y="273177"/>
                  </a:lnTo>
                  <a:lnTo>
                    <a:pt x="177737" y="273653"/>
                  </a:lnTo>
                  <a:lnTo>
                    <a:pt x="178308" y="274320"/>
                  </a:lnTo>
                  <a:lnTo>
                    <a:pt x="179642" y="276701"/>
                  </a:lnTo>
                  <a:lnTo>
                    <a:pt x="180213" y="277463"/>
                  </a:lnTo>
                  <a:lnTo>
                    <a:pt x="180880" y="278035"/>
                  </a:lnTo>
                  <a:lnTo>
                    <a:pt x="181642" y="278511"/>
                  </a:lnTo>
                  <a:lnTo>
                    <a:pt x="183452" y="279273"/>
                  </a:lnTo>
                  <a:lnTo>
                    <a:pt x="187547" y="280321"/>
                  </a:lnTo>
                  <a:lnTo>
                    <a:pt x="189929" y="281845"/>
                  </a:lnTo>
                  <a:lnTo>
                    <a:pt x="190786" y="282226"/>
                  </a:lnTo>
                  <a:lnTo>
                    <a:pt x="191643" y="282511"/>
                  </a:lnTo>
                  <a:lnTo>
                    <a:pt x="192500" y="282511"/>
                  </a:lnTo>
                  <a:lnTo>
                    <a:pt x="196977" y="281845"/>
                  </a:lnTo>
                  <a:lnTo>
                    <a:pt x="198311" y="281845"/>
                  </a:lnTo>
                  <a:lnTo>
                    <a:pt x="199263" y="282226"/>
                  </a:lnTo>
                  <a:lnTo>
                    <a:pt x="199739" y="283083"/>
                  </a:lnTo>
                  <a:lnTo>
                    <a:pt x="199930" y="284035"/>
                  </a:lnTo>
                  <a:lnTo>
                    <a:pt x="200025" y="285178"/>
                  </a:lnTo>
                  <a:lnTo>
                    <a:pt x="199739" y="289941"/>
                  </a:lnTo>
                  <a:lnTo>
                    <a:pt x="199930" y="290989"/>
                  </a:lnTo>
                  <a:lnTo>
                    <a:pt x="200216" y="291846"/>
                  </a:lnTo>
                  <a:lnTo>
                    <a:pt x="201073" y="293370"/>
                  </a:lnTo>
                  <a:lnTo>
                    <a:pt x="201930" y="294418"/>
                  </a:lnTo>
                  <a:lnTo>
                    <a:pt x="203359" y="296227"/>
                  </a:lnTo>
                  <a:lnTo>
                    <a:pt x="204026" y="296704"/>
                  </a:lnTo>
                  <a:lnTo>
                    <a:pt x="205073" y="297085"/>
                  </a:lnTo>
                  <a:lnTo>
                    <a:pt x="206026" y="297180"/>
                  </a:lnTo>
                  <a:lnTo>
                    <a:pt x="207074" y="296990"/>
                  </a:lnTo>
                  <a:lnTo>
                    <a:pt x="208693" y="296227"/>
                  </a:lnTo>
                  <a:lnTo>
                    <a:pt x="209645" y="295751"/>
                  </a:lnTo>
                  <a:lnTo>
                    <a:pt x="210407" y="295084"/>
                  </a:lnTo>
                  <a:lnTo>
                    <a:pt x="216313" y="291560"/>
                  </a:lnTo>
                  <a:lnTo>
                    <a:pt x="221361" y="289655"/>
                  </a:lnTo>
                  <a:lnTo>
                    <a:pt x="230315" y="290036"/>
                  </a:lnTo>
                  <a:lnTo>
                    <a:pt x="239935" y="288512"/>
                  </a:lnTo>
                  <a:lnTo>
                    <a:pt x="240506" y="288512"/>
                  </a:lnTo>
                  <a:lnTo>
                    <a:pt x="240697" y="288608"/>
                  </a:lnTo>
                  <a:lnTo>
                    <a:pt x="240792" y="288988"/>
                  </a:lnTo>
                  <a:lnTo>
                    <a:pt x="240411" y="291465"/>
                  </a:lnTo>
                  <a:lnTo>
                    <a:pt x="241173" y="294989"/>
                  </a:lnTo>
                  <a:lnTo>
                    <a:pt x="244221" y="302800"/>
                  </a:lnTo>
                  <a:lnTo>
                    <a:pt x="244316" y="303562"/>
                  </a:lnTo>
                  <a:lnTo>
                    <a:pt x="244221" y="307372"/>
                  </a:lnTo>
                  <a:lnTo>
                    <a:pt x="244316" y="308324"/>
                  </a:lnTo>
                  <a:lnTo>
                    <a:pt x="244983" y="309753"/>
                  </a:lnTo>
                  <a:lnTo>
                    <a:pt x="245936" y="310896"/>
                  </a:lnTo>
                  <a:lnTo>
                    <a:pt x="246698" y="312229"/>
                  </a:lnTo>
                  <a:lnTo>
                    <a:pt x="247079" y="314230"/>
                  </a:lnTo>
                  <a:lnTo>
                    <a:pt x="246412" y="315754"/>
                  </a:lnTo>
                  <a:lnTo>
                    <a:pt x="243364" y="317659"/>
                  </a:lnTo>
                  <a:lnTo>
                    <a:pt x="242697" y="319183"/>
                  </a:lnTo>
                  <a:lnTo>
                    <a:pt x="242697" y="320516"/>
                  </a:lnTo>
                  <a:lnTo>
                    <a:pt x="242888" y="322231"/>
                  </a:lnTo>
                  <a:lnTo>
                    <a:pt x="243459" y="323755"/>
                  </a:lnTo>
                  <a:lnTo>
                    <a:pt x="244602" y="324421"/>
                  </a:lnTo>
                  <a:lnTo>
                    <a:pt x="246126" y="324802"/>
                  </a:lnTo>
                  <a:lnTo>
                    <a:pt x="249460" y="326517"/>
                  </a:lnTo>
                  <a:lnTo>
                    <a:pt x="255842" y="328136"/>
                  </a:lnTo>
                  <a:lnTo>
                    <a:pt x="257461" y="328232"/>
                  </a:lnTo>
                  <a:lnTo>
                    <a:pt x="257746" y="328422"/>
                  </a:lnTo>
                  <a:lnTo>
                    <a:pt x="258128" y="328327"/>
                  </a:lnTo>
                  <a:lnTo>
                    <a:pt x="258985" y="327850"/>
                  </a:lnTo>
                  <a:lnTo>
                    <a:pt x="259461" y="327660"/>
                  </a:lnTo>
                  <a:lnTo>
                    <a:pt x="260128" y="327660"/>
                  </a:lnTo>
                  <a:lnTo>
                    <a:pt x="260509" y="328041"/>
                  </a:lnTo>
                  <a:lnTo>
                    <a:pt x="261080" y="328612"/>
                  </a:lnTo>
                  <a:lnTo>
                    <a:pt x="261842" y="329755"/>
                  </a:lnTo>
                  <a:lnTo>
                    <a:pt x="262795" y="330613"/>
                  </a:lnTo>
                  <a:lnTo>
                    <a:pt x="263271" y="331184"/>
                  </a:lnTo>
                  <a:lnTo>
                    <a:pt x="263557" y="331756"/>
                  </a:lnTo>
                  <a:lnTo>
                    <a:pt x="263652" y="332232"/>
                  </a:lnTo>
                  <a:lnTo>
                    <a:pt x="263747" y="332708"/>
                  </a:lnTo>
                  <a:lnTo>
                    <a:pt x="263271" y="340900"/>
                  </a:lnTo>
                  <a:lnTo>
                    <a:pt x="263652" y="343471"/>
                  </a:lnTo>
                  <a:lnTo>
                    <a:pt x="263747" y="347567"/>
                  </a:lnTo>
                  <a:lnTo>
                    <a:pt x="263271" y="350234"/>
                  </a:lnTo>
                  <a:lnTo>
                    <a:pt x="263366" y="351187"/>
                  </a:lnTo>
                  <a:lnTo>
                    <a:pt x="263652" y="352234"/>
                  </a:lnTo>
                  <a:lnTo>
                    <a:pt x="264509" y="354330"/>
                  </a:lnTo>
                  <a:lnTo>
                    <a:pt x="265081" y="355187"/>
                  </a:lnTo>
                  <a:lnTo>
                    <a:pt x="265557" y="355759"/>
                  </a:lnTo>
                  <a:lnTo>
                    <a:pt x="266414" y="356235"/>
                  </a:lnTo>
                  <a:lnTo>
                    <a:pt x="267367" y="356521"/>
                  </a:lnTo>
                  <a:lnTo>
                    <a:pt x="268510" y="356711"/>
                  </a:lnTo>
                  <a:lnTo>
                    <a:pt x="269653" y="356807"/>
                  </a:lnTo>
                  <a:lnTo>
                    <a:pt x="270224" y="356711"/>
                  </a:lnTo>
                  <a:lnTo>
                    <a:pt x="270605" y="356521"/>
                  </a:lnTo>
                  <a:lnTo>
                    <a:pt x="270986" y="356330"/>
                  </a:lnTo>
                  <a:lnTo>
                    <a:pt x="271272" y="356044"/>
                  </a:lnTo>
                  <a:lnTo>
                    <a:pt x="271463" y="355568"/>
                  </a:lnTo>
                  <a:lnTo>
                    <a:pt x="271463" y="354997"/>
                  </a:lnTo>
                  <a:lnTo>
                    <a:pt x="271367" y="354520"/>
                  </a:lnTo>
                  <a:lnTo>
                    <a:pt x="271177" y="354140"/>
                  </a:lnTo>
                  <a:lnTo>
                    <a:pt x="270415" y="353092"/>
                  </a:lnTo>
                  <a:lnTo>
                    <a:pt x="270224" y="352616"/>
                  </a:lnTo>
                  <a:lnTo>
                    <a:pt x="270224" y="352139"/>
                  </a:lnTo>
                  <a:lnTo>
                    <a:pt x="270224" y="351568"/>
                  </a:lnTo>
                  <a:lnTo>
                    <a:pt x="270510" y="350615"/>
                  </a:lnTo>
                  <a:lnTo>
                    <a:pt x="270701" y="350044"/>
                  </a:lnTo>
                  <a:lnTo>
                    <a:pt x="270701" y="349472"/>
                  </a:lnTo>
                  <a:lnTo>
                    <a:pt x="270605" y="348996"/>
                  </a:lnTo>
                  <a:lnTo>
                    <a:pt x="270415" y="348520"/>
                  </a:lnTo>
                  <a:lnTo>
                    <a:pt x="270224" y="348139"/>
                  </a:lnTo>
                  <a:lnTo>
                    <a:pt x="268605" y="346043"/>
                  </a:lnTo>
                  <a:lnTo>
                    <a:pt x="268415" y="345662"/>
                  </a:lnTo>
                  <a:lnTo>
                    <a:pt x="268224" y="345186"/>
                  </a:lnTo>
                  <a:lnTo>
                    <a:pt x="268224" y="344615"/>
                  </a:lnTo>
                  <a:lnTo>
                    <a:pt x="268415" y="344138"/>
                  </a:lnTo>
                  <a:lnTo>
                    <a:pt x="268605" y="343757"/>
                  </a:lnTo>
                  <a:lnTo>
                    <a:pt x="268986" y="343471"/>
                  </a:lnTo>
                  <a:lnTo>
                    <a:pt x="269367" y="343281"/>
                  </a:lnTo>
                  <a:lnTo>
                    <a:pt x="272129" y="342233"/>
                  </a:lnTo>
                  <a:lnTo>
                    <a:pt x="272605" y="342138"/>
                  </a:lnTo>
                  <a:lnTo>
                    <a:pt x="273272" y="342138"/>
                  </a:lnTo>
                  <a:lnTo>
                    <a:pt x="273939" y="342233"/>
                  </a:lnTo>
                  <a:lnTo>
                    <a:pt x="274892" y="342614"/>
                  </a:lnTo>
                  <a:lnTo>
                    <a:pt x="275368" y="343091"/>
                  </a:lnTo>
                  <a:lnTo>
                    <a:pt x="275844" y="343662"/>
                  </a:lnTo>
                  <a:lnTo>
                    <a:pt x="276416" y="344615"/>
                  </a:lnTo>
                  <a:lnTo>
                    <a:pt x="276892" y="345091"/>
                  </a:lnTo>
                  <a:lnTo>
                    <a:pt x="278987" y="346519"/>
                  </a:lnTo>
                  <a:lnTo>
                    <a:pt x="279463" y="346996"/>
                  </a:lnTo>
                  <a:lnTo>
                    <a:pt x="279654" y="347567"/>
                  </a:lnTo>
                  <a:lnTo>
                    <a:pt x="279654" y="348139"/>
                  </a:lnTo>
                  <a:lnTo>
                    <a:pt x="279463" y="349186"/>
                  </a:lnTo>
                  <a:lnTo>
                    <a:pt x="278892" y="350520"/>
                  </a:lnTo>
                  <a:lnTo>
                    <a:pt x="277368" y="356044"/>
                  </a:lnTo>
                  <a:lnTo>
                    <a:pt x="277082" y="358235"/>
                  </a:lnTo>
                  <a:lnTo>
                    <a:pt x="275273" y="364141"/>
                  </a:lnTo>
                  <a:lnTo>
                    <a:pt x="275177" y="364808"/>
                  </a:lnTo>
                  <a:lnTo>
                    <a:pt x="275177" y="365379"/>
                  </a:lnTo>
                  <a:lnTo>
                    <a:pt x="275463" y="366236"/>
                  </a:lnTo>
                  <a:lnTo>
                    <a:pt x="275844" y="366617"/>
                  </a:lnTo>
                  <a:lnTo>
                    <a:pt x="276416" y="366712"/>
                  </a:lnTo>
                  <a:lnTo>
                    <a:pt x="276796" y="366522"/>
                  </a:lnTo>
                  <a:lnTo>
                    <a:pt x="277178" y="366332"/>
                  </a:lnTo>
                  <a:lnTo>
                    <a:pt x="277844" y="365665"/>
                  </a:lnTo>
                  <a:lnTo>
                    <a:pt x="278225" y="365379"/>
                  </a:lnTo>
                  <a:lnTo>
                    <a:pt x="278606" y="365188"/>
                  </a:lnTo>
                  <a:lnTo>
                    <a:pt x="279083" y="365093"/>
                  </a:lnTo>
                  <a:lnTo>
                    <a:pt x="280321" y="365093"/>
                  </a:lnTo>
                  <a:lnTo>
                    <a:pt x="281369" y="365379"/>
                  </a:lnTo>
                  <a:lnTo>
                    <a:pt x="284321" y="366903"/>
                  </a:lnTo>
                  <a:lnTo>
                    <a:pt x="284798" y="366998"/>
                  </a:lnTo>
                  <a:lnTo>
                    <a:pt x="285274" y="367093"/>
                  </a:lnTo>
                  <a:lnTo>
                    <a:pt x="285845" y="367189"/>
                  </a:lnTo>
                  <a:lnTo>
                    <a:pt x="286321" y="367093"/>
                  </a:lnTo>
                  <a:lnTo>
                    <a:pt x="287274" y="366712"/>
                  </a:lnTo>
                  <a:lnTo>
                    <a:pt x="288322" y="366522"/>
                  </a:lnTo>
                  <a:lnTo>
                    <a:pt x="288798" y="366522"/>
                  </a:lnTo>
                  <a:lnTo>
                    <a:pt x="289274" y="366617"/>
                  </a:lnTo>
                  <a:lnTo>
                    <a:pt x="289846" y="366808"/>
                  </a:lnTo>
                  <a:lnTo>
                    <a:pt x="292418" y="368046"/>
                  </a:lnTo>
                  <a:lnTo>
                    <a:pt x="292894" y="368141"/>
                  </a:lnTo>
                  <a:lnTo>
                    <a:pt x="294037" y="368236"/>
                  </a:lnTo>
                  <a:lnTo>
                    <a:pt x="295085" y="368141"/>
                  </a:lnTo>
                  <a:lnTo>
                    <a:pt x="296132" y="368236"/>
                  </a:lnTo>
                  <a:lnTo>
                    <a:pt x="296609" y="368236"/>
                  </a:lnTo>
                  <a:lnTo>
                    <a:pt x="296894" y="368046"/>
                  </a:lnTo>
                  <a:lnTo>
                    <a:pt x="297180" y="367951"/>
                  </a:lnTo>
                  <a:lnTo>
                    <a:pt x="298133" y="367093"/>
                  </a:lnTo>
                  <a:lnTo>
                    <a:pt x="298704" y="366903"/>
                  </a:lnTo>
                  <a:lnTo>
                    <a:pt x="299466" y="367093"/>
                  </a:lnTo>
                  <a:lnTo>
                    <a:pt x="302419" y="368617"/>
                  </a:lnTo>
                  <a:lnTo>
                    <a:pt x="302895" y="368713"/>
                  </a:lnTo>
                  <a:lnTo>
                    <a:pt x="303276" y="368713"/>
                  </a:lnTo>
                  <a:lnTo>
                    <a:pt x="303752" y="368522"/>
                  </a:lnTo>
                  <a:lnTo>
                    <a:pt x="304038" y="368332"/>
                  </a:lnTo>
                  <a:lnTo>
                    <a:pt x="304324" y="367951"/>
                  </a:lnTo>
                  <a:lnTo>
                    <a:pt x="304514" y="367475"/>
                  </a:lnTo>
                  <a:lnTo>
                    <a:pt x="304610" y="366998"/>
                  </a:lnTo>
                  <a:lnTo>
                    <a:pt x="304705" y="366427"/>
                  </a:lnTo>
                  <a:lnTo>
                    <a:pt x="304610" y="365855"/>
                  </a:lnTo>
                  <a:lnTo>
                    <a:pt x="303943" y="363474"/>
                  </a:lnTo>
                  <a:lnTo>
                    <a:pt x="303848" y="362998"/>
                  </a:lnTo>
                  <a:lnTo>
                    <a:pt x="303943" y="362426"/>
                  </a:lnTo>
                  <a:lnTo>
                    <a:pt x="304133" y="362045"/>
                  </a:lnTo>
                  <a:lnTo>
                    <a:pt x="304324" y="361664"/>
                  </a:lnTo>
                  <a:lnTo>
                    <a:pt x="305657" y="360426"/>
                  </a:lnTo>
                  <a:lnTo>
                    <a:pt x="306229" y="359759"/>
                  </a:lnTo>
                  <a:lnTo>
                    <a:pt x="306419" y="359378"/>
                  </a:lnTo>
                  <a:lnTo>
                    <a:pt x="306800" y="358426"/>
                  </a:lnTo>
                  <a:lnTo>
                    <a:pt x="309372" y="346710"/>
                  </a:lnTo>
                  <a:lnTo>
                    <a:pt x="310039" y="345376"/>
                  </a:lnTo>
                  <a:lnTo>
                    <a:pt x="310515" y="344615"/>
                  </a:lnTo>
                  <a:lnTo>
                    <a:pt x="310801" y="344329"/>
                  </a:lnTo>
                  <a:lnTo>
                    <a:pt x="313277" y="342424"/>
                  </a:lnTo>
                  <a:lnTo>
                    <a:pt x="314801" y="341471"/>
                  </a:lnTo>
                  <a:lnTo>
                    <a:pt x="317563" y="340328"/>
                  </a:lnTo>
                  <a:lnTo>
                    <a:pt x="317945" y="338423"/>
                  </a:lnTo>
                  <a:lnTo>
                    <a:pt x="318326" y="337280"/>
                  </a:lnTo>
                  <a:lnTo>
                    <a:pt x="319754" y="334232"/>
                  </a:lnTo>
                  <a:lnTo>
                    <a:pt x="319850" y="333756"/>
                  </a:lnTo>
                  <a:lnTo>
                    <a:pt x="319754" y="333184"/>
                  </a:lnTo>
                  <a:lnTo>
                    <a:pt x="319278" y="332613"/>
                  </a:lnTo>
                  <a:lnTo>
                    <a:pt x="318326" y="331946"/>
                  </a:lnTo>
                  <a:lnTo>
                    <a:pt x="317373" y="331565"/>
                  </a:lnTo>
                  <a:lnTo>
                    <a:pt x="315944" y="331089"/>
                  </a:lnTo>
                  <a:lnTo>
                    <a:pt x="315087" y="330613"/>
                  </a:lnTo>
                  <a:lnTo>
                    <a:pt x="314325" y="330041"/>
                  </a:lnTo>
                  <a:lnTo>
                    <a:pt x="314135" y="329660"/>
                  </a:lnTo>
                  <a:lnTo>
                    <a:pt x="314039" y="329184"/>
                  </a:lnTo>
                  <a:lnTo>
                    <a:pt x="314325" y="328517"/>
                  </a:lnTo>
                  <a:lnTo>
                    <a:pt x="314706" y="328136"/>
                  </a:lnTo>
                  <a:lnTo>
                    <a:pt x="315087" y="327850"/>
                  </a:lnTo>
                  <a:lnTo>
                    <a:pt x="316706" y="326993"/>
                  </a:lnTo>
                  <a:lnTo>
                    <a:pt x="317468" y="326422"/>
                  </a:lnTo>
                  <a:lnTo>
                    <a:pt x="317754" y="326041"/>
                  </a:lnTo>
                  <a:lnTo>
                    <a:pt x="317849" y="325469"/>
                  </a:lnTo>
                  <a:lnTo>
                    <a:pt x="317849" y="324707"/>
                  </a:lnTo>
                  <a:lnTo>
                    <a:pt x="317659" y="323564"/>
                  </a:lnTo>
                  <a:lnTo>
                    <a:pt x="317754" y="322802"/>
                  </a:lnTo>
                  <a:lnTo>
                    <a:pt x="318326" y="322040"/>
                  </a:lnTo>
                  <a:lnTo>
                    <a:pt x="319088" y="321469"/>
                  </a:lnTo>
                  <a:lnTo>
                    <a:pt x="319469" y="320897"/>
                  </a:lnTo>
                  <a:lnTo>
                    <a:pt x="319469" y="320135"/>
                  </a:lnTo>
                  <a:lnTo>
                    <a:pt x="318802" y="319087"/>
                  </a:lnTo>
                  <a:lnTo>
                    <a:pt x="318326" y="318516"/>
                  </a:lnTo>
                  <a:lnTo>
                    <a:pt x="317849" y="318135"/>
                  </a:lnTo>
                  <a:lnTo>
                    <a:pt x="317183" y="316992"/>
                  </a:lnTo>
                  <a:lnTo>
                    <a:pt x="316706" y="314992"/>
                  </a:lnTo>
                  <a:lnTo>
                    <a:pt x="316135" y="306229"/>
                  </a:lnTo>
                  <a:lnTo>
                    <a:pt x="316611" y="301752"/>
                  </a:lnTo>
                  <a:lnTo>
                    <a:pt x="318326" y="294894"/>
                  </a:lnTo>
                  <a:lnTo>
                    <a:pt x="318897" y="294037"/>
                  </a:lnTo>
                  <a:lnTo>
                    <a:pt x="319564" y="293179"/>
                  </a:lnTo>
                  <a:lnTo>
                    <a:pt x="319754" y="292799"/>
                  </a:lnTo>
                  <a:lnTo>
                    <a:pt x="318897" y="291084"/>
                  </a:lnTo>
                  <a:lnTo>
                    <a:pt x="313468" y="286036"/>
                  </a:lnTo>
                  <a:lnTo>
                    <a:pt x="303181" y="276034"/>
                  </a:lnTo>
                  <a:lnTo>
                    <a:pt x="301085" y="273082"/>
                  </a:lnTo>
                  <a:lnTo>
                    <a:pt x="298799" y="268415"/>
                  </a:lnTo>
                  <a:lnTo>
                    <a:pt x="298133" y="267557"/>
                  </a:lnTo>
                  <a:lnTo>
                    <a:pt x="297275" y="267081"/>
                  </a:lnTo>
                  <a:lnTo>
                    <a:pt x="296037" y="266509"/>
                  </a:lnTo>
                  <a:lnTo>
                    <a:pt x="295275" y="266033"/>
                  </a:lnTo>
                  <a:lnTo>
                    <a:pt x="292037" y="264795"/>
                  </a:lnTo>
                  <a:lnTo>
                    <a:pt x="290608" y="263747"/>
                  </a:lnTo>
                  <a:lnTo>
                    <a:pt x="290036" y="262795"/>
                  </a:lnTo>
                  <a:lnTo>
                    <a:pt x="290036" y="261842"/>
                  </a:lnTo>
                  <a:lnTo>
                    <a:pt x="290703" y="259937"/>
                  </a:lnTo>
                  <a:lnTo>
                    <a:pt x="290894" y="258890"/>
                  </a:lnTo>
                  <a:lnTo>
                    <a:pt x="290227" y="257270"/>
                  </a:lnTo>
                  <a:lnTo>
                    <a:pt x="289370" y="255937"/>
                  </a:lnTo>
                  <a:lnTo>
                    <a:pt x="287560" y="253841"/>
                  </a:lnTo>
                  <a:lnTo>
                    <a:pt x="286893" y="252412"/>
                  </a:lnTo>
                  <a:lnTo>
                    <a:pt x="286607" y="251174"/>
                  </a:lnTo>
                  <a:lnTo>
                    <a:pt x="286703" y="250031"/>
                  </a:lnTo>
                  <a:lnTo>
                    <a:pt x="286703" y="249841"/>
                  </a:lnTo>
                  <a:lnTo>
                    <a:pt x="288608" y="242792"/>
                  </a:lnTo>
                  <a:lnTo>
                    <a:pt x="288703" y="242125"/>
                  </a:lnTo>
                  <a:lnTo>
                    <a:pt x="288703" y="241173"/>
                  </a:lnTo>
                  <a:lnTo>
                    <a:pt x="288512" y="240125"/>
                  </a:lnTo>
                  <a:lnTo>
                    <a:pt x="288131" y="238792"/>
                  </a:lnTo>
                  <a:lnTo>
                    <a:pt x="287465" y="237934"/>
                  </a:lnTo>
                  <a:lnTo>
                    <a:pt x="286703" y="237268"/>
                  </a:lnTo>
                  <a:lnTo>
                    <a:pt x="285750" y="236887"/>
                  </a:lnTo>
                  <a:lnTo>
                    <a:pt x="282512" y="236125"/>
                  </a:lnTo>
                  <a:lnTo>
                    <a:pt x="280035" y="234886"/>
                  </a:lnTo>
                  <a:lnTo>
                    <a:pt x="276892" y="234220"/>
                  </a:lnTo>
                  <a:lnTo>
                    <a:pt x="275558" y="233267"/>
                  </a:lnTo>
                  <a:lnTo>
                    <a:pt x="274511" y="232600"/>
                  </a:lnTo>
                  <a:lnTo>
                    <a:pt x="273463" y="232315"/>
                  </a:lnTo>
                  <a:lnTo>
                    <a:pt x="272701" y="231838"/>
                  </a:lnTo>
                  <a:lnTo>
                    <a:pt x="272129" y="231172"/>
                  </a:lnTo>
                  <a:lnTo>
                    <a:pt x="271367" y="229362"/>
                  </a:lnTo>
                  <a:lnTo>
                    <a:pt x="270415" y="225361"/>
                  </a:lnTo>
                  <a:lnTo>
                    <a:pt x="270129" y="222694"/>
                  </a:lnTo>
                  <a:lnTo>
                    <a:pt x="269653" y="220980"/>
                  </a:lnTo>
                  <a:lnTo>
                    <a:pt x="268224" y="218218"/>
                  </a:lnTo>
                  <a:lnTo>
                    <a:pt x="267081" y="217360"/>
                  </a:lnTo>
                  <a:lnTo>
                    <a:pt x="266033" y="217170"/>
                  </a:lnTo>
                  <a:lnTo>
                    <a:pt x="265367" y="217742"/>
                  </a:lnTo>
                  <a:lnTo>
                    <a:pt x="264700" y="218408"/>
                  </a:lnTo>
                  <a:lnTo>
                    <a:pt x="263176" y="220694"/>
                  </a:lnTo>
                  <a:lnTo>
                    <a:pt x="262509" y="221361"/>
                  </a:lnTo>
                  <a:lnTo>
                    <a:pt x="261080" y="222504"/>
                  </a:lnTo>
                  <a:lnTo>
                    <a:pt x="260509" y="223171"/>
                  </a:lnTo>
                  <a:lnTo>
                    <a:pt x="260128" y="224123"/>
                  </a:lnTo>
                  <a:lnTo>
                    <a:pt x="259461" y="227362"/>
                  </a:lnTo>
                  <a:lnTo>
                    <a:pt x="259175" y="228409"/>
                  </a:lnTo>
                  <a:lnTo>
                    <a:pt x="258699" y="229171"/>
                  </a:lnTo>
                  <a:lnTo>
                    <a:pt x="258032" y="229648"/>
                  </a:lnTo>
                  <a:lnTo>
                    <a:pt x="257270" y="229838"/>
                  </a:lnTo>
                  <a:lnTo>
                    <a:pt x="256699" y="229934"/>
                  </a:lnTo>
                  <a:lnTo>
                    <a:pt x="255937" y="229838"/>
                  </a:lnTo>
                  <a:lnTo>
                    <a:pt x="254889" y="229552"/>
                  </a:lnTo>
                  <a:lnTo>
                    <a:pt x="253555" y="229076"/>
                  </a:lnTo>
                  <a:lnTo>
                    <a:pt x="252698" y="228409"/>
                  </a:lnTo>
                  <a:lnTo>
                    <a:pt x="252222" y="227648"/>
                  </a:lnTo>
                  <a:lnTo>
                    <a:pt x="252032" y="226981"/>
                  </a:lnTo>
                  <a:lnTo>
                    <a:pt x="251841" y="225266"/>
                  </a:lnTo>
                  <a:lnTo>
                    <a:pt x="251365" y="223933"/>
                  </a:lnTo>
                  <a:lnTo>
                    <a:pt x="250603" y="222313"/>
                  </a:lnTo>
                  <a:lnTo>
                    <a:pt x="249174" y="220694"/>
                  </a:lnTo>
                  <a:lnTo>
                    <a:pt x="249079" y="219646"/>
                  </a:lnTo>
                  <a:lnTo>
                    <a:pt x="249365" y="218980"/>
                  </a:lnTo>
                  <a:lnTo>
                    <a:pt x="250222" y="218503"/>
                  </a:lnTo>
                  <a:lnTo>
                    <a:pt x="252222" y="218027"/>
                  </a:lnTo>
                  <a:lnTo>
                    <a:pt x="257270" y="217742"/>
                  </a:lnTo>
                  <a:lnTo>
                    <a:pt x="258128" y="217551"/>
                  </a:lnTo>
                  <a:lnTo>
                    <a:pt x="258794" y="217075"/>
                  </a:lnTo>
                  <a:lnTo>
                    <a:pt x="259461" y="216503"/>
                  </a:lnTo>
                  <a:lnTo>
                    <a:pt x="259937" y="215741"/>
                  </a:lnTo>
                  <a:lnTo>
                    <a:pt x="260033" y="214693"/>
                  </a:lnTo>
                  <a:lnTo>
                    <a:pt x="259842" y="212503"/>
                  </a:lnTo>
                  <a:lnTo>
                    <a:pt x="259366" y="210407"/>
                  </a:lnTo>
                  <a:lnTo>
                    <a:pt x="259271" y="209455"/>
                  </a:lnTo>
                  <a:lnTo>
                    <a:pt x="259461" y="208502"/>
                  </a:lnTo>
                  <a:lnTo>
                    <a:pt x="260604" y="205835"/>
                  </a:lnTo>
                  <a:lnTo>
                    <a:pt x="260890" y="204978"/>
                  </a:lnTo>
                  <a:lnTo>
                    <a:pt x="260985" y="204216"/>
                  </a:lnTo>
                  <a:lnTo>
                    <a:pt x="260985" y="203359"/>
                  </a:lnTo>
                  <a:lnTo>
                    <a:pt x="259366" y="193738"/>
                  </a:lnTo>
                  <a:lnTo>
                    <a:pt x="259175" y="189167"/>
                  </a:lnTo>
                  <a:lnTo>
                    <a:pt x="259366" y="186690"/>
                  </a:lnTo>
                  <a:lnTo>
                    <a:pt x="260413" y="181166"/>
                  </a:lnTo>
                  <a:lnTo>
                    <a:pt x="260509" y="179832"/>
                  </a:lnTo>
                  <a:lnTo>
                    <a:pt x="260509" y="178308"/>
                  </a:lnTo>
                  <a:lnTo>
                    <a:pt x="260128" y="176308"/>
                  </a:lnTo>
                  <a:lnTo>
                    <a:pt x="259556" y="175165"/>
                  </a:lnTo>
                  <a:lnTo>
                    <a:pt x="258794" y="174403"/>
                  </a:lnTo>
                  <a:lnTo>
                    <a:pt x="258032" y="173926"/>
                  </a:lnTo>
                  <a:lnTo>
                    <a:pt x="256127" y="173450"/>
                  </a:lnTo>
                  <a:lnTo>
                    <a:pt x="249841" y="170783"/>
                  </a:lnTo>
                  <a:lnTo>
                    <a:pt x="248888" y="170212"/>
                  </a:lnTo>
                  <a:lnTo>
                    <a:pt x="247841" y="169354"/>
                  </a:lnTo>
                  <a:lnTo>
                    <a:pt x="247460" y="168402"/>
                  </a:lnTo>
                  <a:lnTo>
                    <a:pt x="247460" y="167354"/>
                  </a:lnTo>
                  <a:lnTo>
                    <a:pt x="249174" y="162687"/>
                  </a:lnTo>
                  <a:lnTo>
                    <a:pt x="249555" y="161734"/>
                  </a:lnTo>
                  <a:lnTo>
                    <a:pt x="250127" y="160973"/>
                  </a:lnTo>
                  <a:lnTo>
                    <a:pt x="251079" y="159734"/>
                  </a:lnTo>
                  <a:lnTo>
                    <a:pt x="251651" y="159258"/>
                  </a:lnTo>
                  <a:lnTo>
                    <a:pt x="262795" y="158305"/>
                  </a:lnTo>
                  <a:lnTo>
                    <a:pt x="264128" y="157829"/>
                  </a:lnTo>
                  <a:lnTo>
                    <a:pt x="265081" y="157258"/>
                  </a:lnTo>
                  <a:lnTo>
                    <a:pt x="265843" y="156591"/>
                  </a:lnTo>
                  <a:lnTo>
                    <a:pt x="268415" y="152114"/>
                  </a:lnTo>
                  <a:lnTo>
                    <a:pt x="269272" y="151352"/>
                  </a:lnTo>
                  <a:lnTo>
                    <a:pt x="269843" y="151162"/>
                  </a:lnTo>
                  <a:lnTo>
                    <a:pt x="270605" y="151352"/>
                  </a:lnTo>
                  <a:lnTo>
                    <a:pt x="271177" y="151924"/>
                  </a:lnTo>
                  <a:lnTo>
                    <a:pt x="271558" y="152686"/>
                  </a:lnTo>
                  <a:lnTo>
                    <a:pt x="272129" y="154686"/>
                  </a:lnTo>
                  <a:lnTo>
                    <a:pt x="272796" y="155448"/>
                  </a:lnTo>
                  <a:lnTo>
                    <a:pt x="273749" y="156019"/>
                  </a:lnTo>
                  <a:lnTo>
                    <a:pt x="275558" y="156305"/>
                  </a:lnTo>
                  <a:lnTo>
                    <a:pt x="276796" y="156115"/>
                  </a:lnTo>
                  <a:lnTo>
                    <a:pt x="277749" y="155734"/>
                  </a:lnTo>
                  <a:lnTo>
                    <a:pt x="279940" y="154591"/>
                  </a:lnTo>
                  <a:lnTo>
                    <a:pt x="281750" y="153924"/>
                  </a:lnTo>
                  <a:lnTo>
                    <a:pt x="283274" y="153638"/>
                  </a:lnTo>
                  <a:lnTo>
                    <a:pt x="286417" y="153352"/>
                  </a:lnTo>
                  <a:lnTo>
                    <a:pt x="287465" y="152971"/>
                  </a:lnTo>
                  <a:lnTo>
                    <a:pt x="288131" y="152209"/>
                  </a:lnTo>
                  <a:lnTo>
                    <a:pt x="289274" y="150685"/>
                  </a:lnTo>
                  <a:lnTo>
                    <a:pt x="290036" y="149924"/>
                  </a:lnTo>
                  <a:lnTo>
                    <a:pt x="291084" y="149257"/>
                  </a:lnTo>
                  <a:lnTo>
                    <a:pt x="292703" y="148495"/>
                  </a:lnTo>
                  <a:lnTo>
                    <a:pt x="294132" y="148209"/>
                  </a:lnTo>
                  <a:lnTo>
                    <a:pt x="300133" y="148685"/>
                  </a:lnTo>
                  <a:lnTo>
                    <a:pt x="302800" y="148876"/>
                  </a:lnTo>
                  <a:lnTo>
                    <a:pt x="303848" y="149161"/>
                  </a:lnTo>
                  <a:lnTo>
                    <a:pt x="304705" y="149638"/>
                  </a:lnTo>
                  <a:lnTo>
                    <a:pt x="305371" y="150209"/>
                  </a:lnTo>
                  <a:lnTo>
                    <a:pt x="305943" y="150971"/>
                  </a:lnTo>
                  <a:lnTo>
                    <a:pt x="306610" y="151638"/>
                  </a:lnTo>
                  <a:lnTo>
                    <a:pt x="307658" y="152114"/>
                  </a:lnTo>
                  <a:lnTo>
                    <a:pt x="309182" y="152400"/>
                  </a:lnTo>
                  <a:lnTo>
                    <a:pt x="310325" y="152305"/>
                  </a:lnTo>
                  <a:lnTo>
                    <a:pt x="311277" y="151924"/>
                  </a:lnTo>
                  <a:lnTo>
                    <a:pt x="316802" y="149161"/>
                  </a:lnTo>
                  <a:lnTo>
                    <a:pt x="318611" y="148685"/>
                  </a:lnTo>
                  <a:lnTo>
                    <a:pt x="319850" y="148780"/>
                  </a:lnTo>
                  <a:lnTo>
                    <a:pt x="320612" y="149352"/>
                  </a:lnTo>
                  <a:lnTo>
                    <a:pt x="321469" y="150114"/>
                  </a:lnTo>
                  <a:lnTo>
                    <a:pt x="322802" y="150685"/>
                  </a:lnTo>
                  <a:lnTo>
                    <a:pt x="325565" y="150876"/>
                  </a:lnTo>
                  <a:lnTo>
                    <a:pt x="327184" y="150685"/>
                  </a:lnTo>
                  <a:lnTo>
                    <a:pt x="328422" y="150400"/>
                  </a:lnTo>
                  <a:lnTo>
                    <a:pt x="330232" y="149542"/>
                  </a:lnTo>
                  <a:lnTo>
                    <a:pt x="331756" y="148590"/>
                  </a:lnTo>
                  <a:lnTo>
                    <a:pt x="336518" y="144113"/>
                  </a:lnTo>
                  <a:lnTo>
                    <a:pt x="337185" y="143732"/>
                  </a:lnTo>
                  <a:lnTo>
                    <a:pt x="337947" y="143351"/>
                  </a:lnTo>
                  <a:lnTo>
                    <a:pt x="338900" y="143351"/>
                  </a:lnTo>
                  <a:lnTo>
                    <a:pt x="340614" y="144209"/>
                  </a:lnTo>
                  <a:lnTo>
                    <a:pt x="341281" y="144018"/>
                  </a:lnTo>
                  <a:lnTo>
                    <a:pt x="341948" y="143446"/>
                  </a:lnTo>
                  <a:lnTo>
                    <a:pt x="342995" y="141923"/>
                  </a:lnTo>
                  <a:lnTo>
                    <a:pt x="343662" y="141065"/>
                  </a:lnTo>
                  <a:lnTo>
                    <a:pt x="344710" y="140303"/>
                  </a:lnTo>
                  <a:lnTo>
                    <a:pt x="347377" y="138779"/>
                  </a:lnTo>
                  <a:lnTo>
                    <a:pt x="348139" y="138017"/>
                  </a:lnTo>
                  <a:lnTo>
                    <a:pt x="348520" y="137065"/>
                  </a:lnTo>
                  <a:lnTo>
                    <a:pt x="348805" y="136017"/>
                  </a:lnTo>
                  <a:lnTo>
                    <a:pt x="349091" y="135065"/>
                  </a:lnTo>
                  <a:lnTo>
                    <a:pt x="349568" y="134112"/>
                  </a:lnTo>
                  <a:lnTo>
                    <a:pt x="350139" y="133350"/>
                  </a:lnTo>
                  <a:lnTo>
                    <a:pt x="355378" y="128302"/>
                  </a:lnTo>
                  <a:lnTo>
                    <a:pt x="356807" y="127159"/>
                  </a:lnTo>
                  <a:lnTo>
                    <a:pt x="366522" y="122206"/>
                  </a:lnTo>
                  <a:lnTo>
                    <a:pt x="367855" y="121825"/>
                  </a:lnTo>
                  <a:lnTo>
                    <a:pt x="369094" y="121729"/>
                  </a:lnTo>
                  <a:lnTo>
                    <a:pt x="370142" y="121825"/>
                  </a:lnTo>
                  <a:lnTo>
                    <a:pt x="371094" y="122206"/>
                  </a:lnTo>
                  <a:lnTo>
                    <a:pt x="371856" y="122682"/>
                  </a:lnTo>
                  <a:lnTo>
                    <a:pt x="372523" y="123349"/>
                  </a:lnTo>
                  <a:lnTo>
                    <a:pt x="372904" y="124206"/>
                  </a:lnTo>
                  <a:lnTo>
                    <a:pt x="373190" y="125158"/>
                  </a:lnTo>
                  <a:lnTo>
                    <a:pt x="373666" y="126016"/>
                  </a:lnTo>
                  <a:lnTo>
                    <a:pt x="374237" y="126683"/>
                  </a:lnTo>
                  <a:lnTo>
                    <a:pt x="375857" y="127635"/>
                  </a:lnTo>
                  <a:lnTo>
                    <a:pt x="376619" y="127921"/>
                  </a:lnTo>
                  <a:lnTo>
                    <a:pt x="377380" y="128111"/>
                  </a:lnTo>
                  <a:lnTo>
                    <a:pt x="378714" y="128302"/>
                  </a:lnTo>
                  <a:lnTo>
                    <a:pt x="380905" y="128111"/>
                  </a:lnTo>
                  <a:lnTo>
                    <a:pt x="382143" y="127730"/>
                  </a:lnTo>
                  <a:lnTo>
                    <a:pt x="383191" y="127159"/>
                  </a:lnTo>
                  <a:lnTo>
                    <a:pt x="383858" y="126587"/>
                  </a:lnTo>
                  <a:lnTo>
                    <a:pt x="385572" y="124301"/>
                  </a:lnTo>
                  <a:lnTo>
                    <a:pt x="386429" y="122587"/>
                  </a:lnTo>
                  <a:lnTo>
                    <a:pt x="387096" y="120491"/>
                  </a:lnTo>
                  <a:lnTo>
                    <a:pt x="387287" y="118110"/>
                  </a:lnTo>
                  <a:lnTo>
                    <a:pt x="387287" y="115824"/>
                  </a:lnTo>
                  <a:lnTo>
                    <a:pt x="387858" y="111824"/>
                  </a:lnTo>
                  <a:lnTo>
                    <a:pt x="387858" y="111061"/>
                  </a:lnTo>
                  <a:lnTo>
                    <a:pt x="387763" y="110204"/>
                  </a:lnTo>
                  <a:lnTo>
                    <a:pt x="387572" y="109442"/>
                  </a:lnTo>
                  <a:lnTo>
                    <a:pt x="385667" y="104775"/>
                  </a:lnTo>
                  <a:lnTo>
                    <a:pt x="385286" y="102679"/>
                  </a:lnTo>
                  <a:lnTo>
                    <a:pt x="385286" y="101536"/>
                  </a:lnTo>
                  <a:lnTo>
                    <a:pt x="385477" y="100489"/>
                  </a:lnTo>
                  <a:lnTo>
                    <a:pt x="385953" y="99632"/>
                  </a:lnTo>
                  <a:lnTo>
                    <a:pt x="386429" y="98869"/>
                  </a:lnTo>
                  <a:lnTo>
                    <a:pt x="387763" y="97536"/>
                  </a:lnTo>
                  <a:lnTo>
                    <a:pt x="389858" y="95821"/>
                  </a:lnTo>
                  <a:lnTo>
                    <a:pt x="390430" y="95155"/>
                  </a:lnTo>
                  <a:lnTo>
                    <a:pt x="390906" y="94298"/>
                  </a:lnTo>
                  <a:lnTo>
                    <a:pt x="390906" y="93440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35" name="Freeform: Shape 37">
              <a:extLst>
                <a:ext uri="{FF2B5EF4-FFF2-40B4-BE49-F238E27FC236}">
                  <a16:creationId xmlns:a16="http://schemas.microsoft.com/office/drawing/2014/main" id="{969F1221-2665-93DB-1770-33691F04375C}"/>
                </a:ext>
              </a:extLst>
            </p:cNvPr>
            <p:cNvSpPr/>
            <p:nvPr/>
          </p:nvSpPr>
          <p:spPr>
            <a:xfrm>
              <a:off x="4187761" y="4005517"/>
              <a:ext cx="161925" cy="161925"/>
            </a:xfrm>
            <a:custGeom>
              <a:avLst/>
              <a:gdLst>
                <a:gd name="connsiteX0" fmla="*/ 164973 w 161925"/>
                <a:gd name="connsiteY0" fmla="*/ 40672 h 161925"/>
                <a:gd name="connsiteX1" fmla="*/ 160306 w 161925"/>
                <a:gd name="connsiteY1" fmla="*/ 39910 h 161925"/>
                <a:gd name="connsiteX2" fmla="*/ 150400 w 161925"/>
                <a:gd name="connsiteY2" fmla="*/ 40672 h 161925"/>
                <a:gd name="connsiteX3" fmla="*/ 142018 w 161925"/>
                <a:gd name="connsiteY3" fmla="*/ 37719 h 161925"/>
                <a:gd name="connsiteX4" fmla="*/ 140018 w 161925"/>
                <a:gd name="connsiteY4" fmla="*/ 37338 h 161925"/>
                <a:gd name="connsiteX5" fmla="*/ 139351 w 161925"/>
                <a:gd name="connsiteY5" fmla="*/ 37338 h 161925"/>
                <a:gd name="connsiteX6" fmla="*/ 135350 w 161925"/>
                <a:gd name="connsiteY6" fmla="*/ 38005 h 161925"/>
                <a:gd name="connsiteX7" fmla="*/ 134112 w 161925"/>
                <a:gd name="connsiteY7" fmla="*/ 38862 h 161925"/>
                <a:gd name="connsiteX8" fmla="*/ 133064 w 161925"/>
                <a:gd name="connsiteY8" fmla="*/ 39243 h 161925"/>
                <a:gd name="connsiteX9" fmla="*/ 131921 w 161925"/>
                <a:gd name="connsiteY9" fmla="*/ 39433 h 161925"/>
                <a:gd name="connsiteX10" fmla="*/ 130778 w 161925"/>
                <a:gd name="connsiteY10" fmla="*/ 39052 h 161925"/>
                <a:gd name="connsiteX11" fmla="*/ 122777 w 161925"/>
                <a:gd name="connsiteY11" fmla="*/ 34671 h 161925"/>
                <a:gd name="connsiteX12" fmla="*/ 118967 w 161925"/>
                <a:gd name="connsiteY12" fmla="*/ 31433 h 161925"/>
                <a:gd name="connsiteX13" fmla="*/ 115348 w 161925"/>
                <a:gd name="connsiteY13" fmla="*/ 27718 h 161925"/>
                <a:gd name="connsiteX14" fmla="*/ 113062 w 161925"/>
                <a:gd name="connsiteY14" fmla="*/ 24860 h 161925"/>
                <a:gd name="connsiteX15" fmla="*/ 107632 w 161925"/>
                <a:gd name="connsiteY15" fmla="*/ 19336 h 161925"/>
                <a:gd name="connsiteX16" fmla="*/ 107252 w 161925"/>
                <a:gd name="connsiteY16" fmla="*/ 18859 h 161925"/>
                <a:gd name="connsiteX17" fmla="*/ 106775 w 161925"/>
                <a:gd name="connsiteY17" fmla="*/ 18002 h 161925"/>
                <a:gd name="connsiteX18" fmla="*/ 104108 w 161925"/>
                <a:gd name="connsiteY18" fmla="*/ 14859 h 161925"/>
                <a:gd name="connsiteX19" fmla="*/ 101632 w 161925"/>
                <a:gd name="connsiteY19" fmla="*/ 12859 h 161925"/>
                <a:gd name="connsiteX20" fmla="*/ 100203 w 161925"/>
                <a:gd name="connsiteY20" fmla="*/ 11335 h 161925"/>
                <a:gd name="connsiteX21" fmla="*/ 99536 w 161925"/>
                <a:gd name="connsiteY21" fmla="*/ 10573 h 161925"/>
                <a:gd name="connsiteX22" fmla="*/ 99346 w 161925"/>
                <a:gd name="connsiteY22" fmla="*/ 10096 h 161925"/>
                <a:gd name="connsiteX23" fmla="*/ 98870 w 161925"/>
                <a:gd name="connsiteY23" fmla="*/ 9049 h 161925"/>
                <a:gd name="connsiteX24" fmla="*/ 98774 w 161925"/>
                <a:gd name="connsiteY24" fmla="*/ 8763 h 161925"/>
                <a:gd name="connsiteX25" fmla="*/ 98488 w 161925"/>
                <a:gd name="connsiteY25" fmla="*/ 6953 h 161925"/>
                <a:gd name="connsiteX26" fmla="*/ 98298 w 161925"/>
                <a:gd name="connsiteY26" fmla="*/ 1810 h 161925"/>
                <a:gd name="connsiteX27" fmla="*/ 98012 w 161925"/>
                <a:gd name="connsiteY27" fmla="*/ 762 h 161925"/>
                <a:gd name="connsiteX28" fmla="*/ 97536 w 161925"/>
                <a:gd name="connsiteY28" fmla="*/ 286 h 161925"/>
                <a:gd name="connsiteX29" fmla="*/ 96774 w 161925"/>
                <a:gd name="connsiteY29" fmla="*/ 0 h 161925"/>
                <a:gd name="connsiteX30" fmla="*/ 96203 w 161925"/>
                <a:gd name="connsiteY30" fmla="*/ 0 h 161925"/>
                <a:gd name="connsiteX31" fmla="*/ 95536 w 161925"/>
                <a:gd name="connsiteY31" fmla="*/ 286 h 161925"/>
                <a:gd name="connsiteX32" fmla="*/ 94869 w 161925"/>
                <a:gd name="connsiteY32" fmla="*/ 762 h 161925"/>
                <a:gd name="connsiteX33" fmla="*/ 94107 w 161925"/>
                <a:gd name="connsiteY33" fmla="*/ 1810 h 161925"/>
                <a:gd name="connsiteX34" fmla="*/ 93821 w 161925"/>
                <a:gd name="connsiteY34" fmla="*/ 2858 h 161925"/>
                <a:gd name="connsiteX35" fmla="*/ 93821 w 161925"/>
                <a:gd name="connsiteY35" fmla="*/ 5048 h 161925"/>
                <a:gd name="connsiteX36" fmla="*/ 93726 w 161925"/>
                <a:gd name="connsiteY36" fmla="*/ 5525 h 161925"/>
                <a:gd name="connsiteX37" fmla="*/ 93440 w 161925"/>
                <a:gd name="connsiteY37" fmla="*/ 5905 h 161925"/>
                <a:gd name="connsiteX38" fmla="*/ 85915 w 161925"/>
                <a:gd name="connsiteY38" fmla="*/ 10001 h 161925"/>
                <a:gd name="connsiteX39" fmla="*/ 84677 w 161925"/>
                <a:gd name="connsiteY39" fmla="*/ 11049 h 161925"/>
                <a:gd name="connsiteX40" fmla="*/ 84201 w 161925"/>
                <a:gd name="connsiteY40" fmla="*/ 12001 h 161925"/>
                <a:gd name="connsiteX41" fmla="*/ 83439 w 161925"/>
                <a:gd name="connsiteY41" fmla="*/ 14002 h 161925"/>
                <a:gd name="connsiteX42" fmla="*/ 83058 w 161925"/>
                <a:gd name="connsiteY42" fmla="*/ 14668 h 161925"/>
                <a:gd name="connsiteX43" fmla="*/ 82487 w 161925"/>
                <a:gd name="connsiteY43" fmla="*/ 15335 h 161925"/>
                <a:gd name="connsiteX44" fmla="*/ 81153 w 161925"/>
                <a:gd name="connsiteY44" fmla="*/ 15621 h 161925"/>
                <a:gd name="connsiteX45" fmla="*/ 79534 w 161925"/>
                <a:gd name="connsiteY45" fmla="*/ 15335 h 161925"/>
                <a:gd name="connsiteX46" fmla="*/ 78200 w 161925"/>
                <a:gd name="connsiteY46" fmla="*/ 14859 h 161925"/>
                <a:gd name="connsiteX47" fmla="*/ 75343 w 161925"/>
                <a:gd name="connsiteY47" fmla="*/ 12383 h 161925"/>
                <a:gd name="connsiteX48" fmla="*/ 74200 w 161925"/>
                <a:gd name="connsiteY48" fmla="*/ 12859 h 161925"/>
                <a:gd name="connsiteX49" fmla="*/ 74104 w 161925"/>
                <a:gd name="connsiteY49" fmla="*/ 13335 h 161925"/>
                <a:gd name="connsiteX50" fmla="*/ 74104 w 161925"/>
                <a:gd name="connsiteY50" fmla="*/ 14288 h 161925"/>
                <a:gd name="connsiteX51" fmla="*/ 74581 w 161925"/>
                <a:gd name="connsiteY51" fmla="*/ 15430 h 161925"/>
                <a:gd name="connsiteX52" fmla="*/ 82868 w 161925"/>
                <a:gd name="connsiteY52" fmla="*/ 27051 h 161925"/>
                <a:gd name="connsiteX53" fmla="*/ 83629 w 161925"/>
                <a:gd name="connsiteY53" fmla="*/ 28384 h 161925"/>
                <a:gd name="connsiteX54" fmla="*/ 83915 w 161925"/>
                <a:gd name="connsiteY54" fmla="*/ 29337 h 161925"/>
                <a:gd name="connsiteX55" fmla="*/ 83534 w 161925"/>
                <a:gd name="connsiteY55" fmla="*/ 29718 h 161925"/>
                <a:gd name="connsiteX56" fmla="*/ 82963 w 161925"/>
                <a:gd name="connsiteY56" fmla="*/ 30099 h 161925"/>
                <a:gd name="connsiteX57" fmla="*/ 82105 w 161925"/>
                <a:gd name="connsiteY57" fmla="*/ 30194 h 161925"/>
                <a:gd name="connsiteX58" fmla="*/ 81344 w 161925"/>
                <a:gd name="connsiteY58" fmla="*/ 30194 h 161925"/>
                <a:gd name="connsiteX59" fmla="*/ 78772 w 161925"/>
                <a:gd name="connsiteY59" fmla="*/ 29623 h 161925"/>
                <a:gd name="connsiteX60" fmla="*/ 76200 w 161925"/>
                <a:gd name="connsiteY60" fmla="*/ 29527 h 161925"/>
                <a:gd name="connsiteX61" fmla="*/ 74486 w 161925"/>
                <a:gd name="connsiteY61" fmla="*/ 29813 h 161925"/>
                <a:gd name="connsiteX62" fmla="*/ 73914 w 161925"/>
                <a:gd name="connsiteY62" fmla="*/ 30004 h 161925"/>
                <a:gd name="connsiteX63" fmla="*/ 73533 w 161925"/>
                <a:gd name="connsiteY63" fmla="*/ 30289 h 161925"/>
                <a:gd name="connsiteX64" fmla="*/ 73152 w 161925"/>
                <a:gd name="connsiteY64" fmla="*/ 30671 h 161925"/>
                <a:gd name="connsiteX65" fmla="*/ 72295 w 161925"/>
                <a:gd name="connsiteY65" fmla="*/ 31528 h 161925"/>
                <a:gd name="connsiteX66" fmla="*/ 71723 w 161925"/>
                <a:gd name="connsiteY66" fmla="*/ 32004 h 161925"/>
                <a:gd name="connsiteX67" fmla="*/ 71247 w 161925"/>
                <a:gd name="connsiteY67" fmla="*/ 32385 h 161925"/>
                <a:gd name="connsiteX68" fmla="*/ 70676 w 161925"/>
                <a:gd name="connsiteY68" fmla="*/ 32575 h 161925"/>
                <a:gd name="connsiteX69" fmla="*/ 70104 w 161925"/>
                <a:gd name="connsiteY69" fmla="*/ 32575 h 161925"/>
                <a:gd name="connsiteX70" fmla="*/ 69437 w 161925"/>
                <a:gd name="connsiteY70" fmla="*/ 32480 h 161925"/>
                <a:gd name="connsiteX71" fmla="*/ 68961 w 161925"/>
                <a:gd name="connsiteY71" fmla="*/ 32194 h 161925"/>
                <a:gd name="connsiteX72" fmla="*/ 68580 w 161925"/>
                <a:gd name="connsiteY72" fmla="*/ 31909 h 161925"/>
                <a:gd name="connsiteX73" fmla="*/ 67056 w 161925"/>
                <a:gd name="connsiteY73" fmla="*/ 30480 h 161925"/>
                <a:gd name="connsiteX74" fmla="*/ 66675 w 161925"/>
                <a:gd name="connsiteY74" fmla="*/ 30099 h 161925"/>
                <a:gd name="connsiteX75" fmla="*/ 66199 w 161925"/>
                <a:gd name="connsiteY75" fmla="*/ 29813 h 161925"/>
                <a:gd name="connsiteX76" fmla="*/ 65722 w 161925"/>
                <a:gd name="connsiteY76" fmla="*/ 29623 h 161925"/>
                <a:gd name="connsiteX77" fmla="*/ 64961 w 161925"/>
                <a:gd name="connsiteY77" fmla="*/ 29623 h 161925"/>
                <a:gd name="connsiteX78" fmla="*/ 64198 w 161925"/>
                <a:gd name="connsiteY78" fmla="*/ 29813 h 161925"/>
                <a:gd name="connsiteX79" fmla="*/ 62770 w 161925"/>
                <a:gd name="connsiteY79" fmla="*/ 31337 h 161925"/>
                <a:gd name="connsiteX80" fmla="*/ 56579 w 161925"/>
                <a:gd name="connsiteY80" fmla="*/ 41053 h 161925"/>
                <a:gd name="connsiteX81" fmla="*/ 56293 w 161925"/>
                <a:gd name="connsiteY81" fmla="*/ 41434 h 161925"/>
                <a:gd name="connsiteX82" fmla="*/ 55721 w 161925"/>
                <a:gd name="connsiteY82" fmla="*/ 41815 h 161925"/>
                <a:gd name="connsiteX83" fmla="*/ 54007 w 161925"/>
                <a:gd name="connsiteY83" fmla="*/ 42863 h 161925"/>
                <a:gd name="connsiteX84" fmla="*/ 50006 w 161925"/>
                <a:gd name="connsiteY84" fmla="*/ 46387 h 161925"/>
                <a:gd name="connsiteX85" fmla="*/ 49339 w 161925"/>
                <a:gd name="connsiteY85" fmla="*/ 46958 h 161925"/>
                <a:gd name="connsiteX86" fmla="*/ 48292 w 161925"/>
                <a:gd name="connsiteY86" fmla="*/ 47339 h 161925"/>
                <a:gd name="connsiteX87" fmla="*/ 46672 w 161925"/>
                <a:gd name="connsiteY87" fmla="*/ 47625 h 161925"/>
                <a:gd name="connsiteX88" fmla="*/ 45720 w 161925"/>
                <a:gd name="connsiteY88" fmla="*/ 47530 h 161925"/>
                <a:gd name="connsiteX89" fmla="*/ 39243 w 161925"/>
                <a:gd name="connsiteY89" fmla="*/ 45910 h 161925"/>
                <a:gd name="connsiteX90" fmla="*/ 37910 w 161925"/>
                <a:gd name="connsiteY90" fmla="*/ 45720 h 161925"/>
                <a:gd name="connsiteX91" fmla="*/ 37243 w 161925"/>
                <a:gd name="connsiteY91" fmla="*/ 45720 h 161925"/>
                <a:gd name="connsiteX92" fmla="*/ 36100 w 161925"/>
                <a:gd name="connsiteY92" fmla="*/ 46101 h 161925"/>
                <a:gd name="connsiteX93" fmla="*/ 28575 w 161925"/>
                <a:gd name="connsiteY93" fmla="*/ 49816 h 161925"/>
                <a:gd name="connsiteX94" fmla="*/ 26098 w 161925"/>
                <a:gd name="connsiteY94" fmla="*/ 50673 h 161925"/>
                <a:gd name="connsiteX95" fmla="*/ 24955 w 161925"/>
                <a:gd name="connsiteY95" fmla="*/ 51244 h 161925"/>
                <a:gd name="connsiteX96" fmla="*/ 24384 w 161925"/>
                <a:gd name="connsiteY96" fmla="*/ 51721 h 161925"/>
                <a:gd name="connsiteX97" fmla="*/ 24194 w 161925"/>
                <a:gd name="connsiteY97" fmla="*/ 52388 h 161925"/>
                <a:gd name="connsiteX98" fmla="*/ 24289 w 161925"/>
                <a:gd name="connsiteY98" fmla="*/ 52959 h 161925"/>
                <a:gd name="connsiteX99" fmla="*/ 24479 w 161925"/>
                <a:gd name="connsiteY99" fmla="*/ 53435 h 161925"/>
                <a:gd name="connsiteX100" fmla="*/ 37814 w 161925"/>
                <a:gd name="connsiteY100" fmla="*/ 73628 h 161925"/>
                <a:gd name="connsiteX101" fmla="*/ 37910 w 161925"/>
                <a:gd name="connsiteY101" fmla="*/ 73819 h 161925"/>
                <a:gd name="connsiteX102" fmla="*/ 39148 w 161925"/>
                <a:gd name="connsiteY102" fmla="*/ 74485 h 161925"/>
                <a:gd name="connsiteX103" fmla="*/ 39814 w 161925"/>
                <a:gd name="connsiteY103" fmla="*/ 74962 h 161925"/>
                <a:gd name="connsiteX104" fmla="*/ 40577 w 161925"/>
                <a:gd name="connsiteY104" fmla="*/ 75914 h 161925"/>
                <a:gd name="connsiteX105" fmla="*/ 41243 w 161925"/>
                <a:gd name="connsiteY105" fmla="*/ 77248 h 161925"/>
                <a:gd name="connsiteX106" fmla="*/ 41815 w 161925"/>
                <a:gd name="connsiteY106" fmla="*/ 79153 h 161925"/>
                <a:gd name="connsiteX107" fmla="*/ 41624 w 161925"/>
                <a:gd name="connsiteY107" fmla="*/ 81534 h 161925"/>
                <a:gd name="connsiteX108" fmla="*/ 40862 w 161925"/>
                <a:gd name="connsiteY108" fmla="*/ 82867 h 161925"/>
                <a:gd name="connsiteX109" fmla="*/ 38576 w 161925"/>
                <a:gd name="connsiteY109" fmla="*/ 84868 h 161925"/>
                <a:gd name="connsiteX110" fmla="*/ 37529 w 161925"/>
                <a:gd name="connsiteY110" fmla="*/ 86011 h 161925"/>
                <a:gd name="connsiteX111" fmla="*/ 36671 w 161925"/>
                <a:gd name="connsiteY111" fmla="*/ 87535 h 161925"/>
                <a:gd name="connsiteX112" fmla="*/ 35243 w 161925"/>
                <a:gd name="connsiteY112" fmla="*/ 91154 h 161925"/>
                <a:gd name="connsiteX113" fmla="*/ 34576 w 161925"/>
                <a:gd name="connsiteY113" fmla="*/ 92297 h 161925"/>
                <a:gd name="connsiteX114" fmla="*/ 33814 w 161925"/>
                <a:gd name="connsiteY114" fmla="*/ 93059 h 161925"/>
                <a:gd name="connsiteX115" fmla="*/ 31813 w 161925"/>
                <a:gd name="connsiteY115" fmla="*/ 94012 h 161925"/>
                <a:gd name="connsiteX116" fmla="*/ 12382 w 161925"/>
                <a:gd name="connsiteY116" fmla="*/ 99727 h 161925"/>
                <a:gd name="connsiteX117" fmla="*/ 9811 w 161925"/>
                <a:gd name="connsiteY117" fmla="*/ 101155 h 161925"/>
                <a:gd name="connsiteX118" fmla="*/ 8477 w 161925"/>
                <a:gd name="connsiteY118" fmla="*/ 102203 h 161925"/>
                <a:gd name="connsiteX119" fmla="*/ 7715 w 161925"/>
                <a:gd name="connsiteY119" fmla="*/ 102870 h 161925"/>
                <a:gd name="connsiteX120" fmla="*/ 7239 w 161925"/>
                <a:gd name="connsiteY120" fmla="*/ 103537 h 161925"/>
                <a:gd name="connsiteX121" fmla="*/ 5048 w 161925"/>
                <a:gd name="connsiteY121" fmla="*/ 107823 h 161925"/>
                <a:gd name="connsiteX122" fmla="*/ 4572 w 161925"/>
                <a:gd name="connsiteY122" fmla="*/ 108394 h 161925"/>
                <a:gd name="connsiteX123" fmla="*/ 3715 w 161925"/>
                <a:gd name="connsiteY123" fmla="*/ 109061 h 161925"/>
                <a:gd name="connsiteX124" fmla="*/ 2857 w 161925"/>
                <a:gd name="connsiteY124" fmla="*/ 109538 h 161925"/>
                <a:gd name="connsiteX125" fmla="*/ 2381 w 161925"/>
                <a:gd name="connsiteY125" fmla="*/ 109728 h 161925"/>
                <a:gd name="connsiteX126" fmla="*/ 2381 w 161925"/>
                <a:gd name="connsiteY126" fmla="*/ 109728 h 161925"/>
                <a:gd name="connsiteX127" fmla="*/ 2000 w 161925"/>
                <a:gd name="connsiteY127" fmla="*/ 109918 h 161925"/>
                <a:gd name="connsiteX128" fmla="*/ 667 w 161925"/>
                <a:gd name="connsiteY128" fmla="*/ 110776 h 161925"/>
                <a:gd name="connsiteX129" fmla="*/ 190 w 161925"/>
                <a:gd name="connsiteY129" fmla="*/ 111252 h 161925"/>
                <a:gd name="connsiteX130" fmla="*/ 0 w 161925"/>
                <a:gd name="connsiteY130" fmla="*/ 111823 h 161925"/>
                <a:gd name="connsiteX131" fmla="*/ 0 w 161925"/>
                <a:gd name="connsiteY131" fmla="*/ 112300 h 161925"/>
                <a:gd name="connsiteX132" fmla="*/ 0 w 161925"/>
                <a:gd name="connsiteY132" fmla="*/ 112681 h 161925"/>
                <a:gd name="connsiteX133" fmla="*/ 95 w 161925"/>
                <a:gd name="connsiteY133" fmla="*/ 113062 h 161925"/>
                <a:gd name="connsiteX134" fmla="*/ 381 w 161925"/>
                <a:gd name="connsiteY134" fmla="*/ 113633 h 161925"/>
                <a:gd name="connsiteX135" fmla="*/ 2572 w 161925"/>
                <a:gd name="connsiteY135" fmla="*/ 115824 h 161925"/>
                <a:gd name="connsiteX136" fmla="*/ 5905 w 161925"/>
                <a:gd name="connsiteY136" fmla="*/ 117729 h 161925"/>
                <a:gd name="connsiteX137" fmla="*/ 6287 w 161925"/>
                <a:gd name="connsiteY137" fmla="*/ 118110 h 161925"/>
                <a:gd name="connsiteX138" fmla="*/ 6477 w 161925"/>
                <a:gd name="connsiteY138" fmla="*/ 118491 h 161925"/>
                <a:gd name="connsiteX139" fmla="*/ 6477 w 161925"/>
                <a:gd name="connsiteY139" fmla="*/ 118872 h 161925"/>
                <a:gd name="connsiteX140" fmla="*/ 6572 w 161925"/>
                <a:gd name="connsiteY140" fmla="*/ 119253 h 161925"/>
                <a:gd name="connsiteX141" fmla="*/ 6287 w 161925"/>
                <a:gd name="connsiteY141" fmla="*/ 123825 h 161925"/>
                <a:gd name="connsiteX142" fmla="*/ 6287 w 161925"/>
                <a:gd name="connsiteY142" fmla="*/ 124587 h 161925"/>
                <a:gd name="connsiteX143" fmla="*/ 6572 w 161925"/>
                <a:gd name="connsiteY143" fmla="*/ 125444 h 161925"/>
                <a:gd name="connsiteX144" fmla="*/ 7048 w 161925"/>
                <a:gd name="connsiteY144" fmla="*/ 126492 h 161925"/>
                <a:gd name="connsiteX145" fmla="*/ 10096 w 161925"/>
                <a:gd name="connsiteY145" fmla="*/ 128588 h 161925"/>
                <a:gd name="connsiteX146" fmla="*/ 11239 w 161925"/>
                <a:gd name="connsiteY146" fmla="*/ 129730 h 161925"/>
                <a:gd name="connsiteX147" fmla="*/ 11430 w 161925"/>
                <a:gd name="connsiteY147" fmla="*/ 130492 h 161925"/>
                <a:gd name="connsiteX148" fmla="*/ 11239 w 161925"/>
                <a:gd name="connsiteY148" fmla="*/ 131064 h 161925"/>
                <a:gd name="connsiteX149" fmla="*/ 8477 w 161925"/>
                <a:gd name="connsiteY149" fmla="*/ 132397 h 161925"/>
                <a:gd name="connsiteX150" fmla="*/ 7239 w 161925"/>
                <a:gd name="connsiteY150" fmla="*/ 132588 h 161925"/>
                <a:gd name="connsiteX151" fmla="*/ 6096 w 161925"/>
                <a:gd name="connsiteY151" fmla="*/ 132588 h 161925"/>
                <a:gd name="connsiteX152" fmla="*/ 4286 w 161925"/>
                <a:gd name="connsiteY152" fmla="*/ 132017 h 161925"/>
                <a:gd name="connsiteX153" fmla="*/ 3715 w 161925"/>
                <a:gd name="connsiteY153" fmla="*/ 132112 h 161925"/>
                <a:gd name="connsiteX154" fmla="*/ 3143 w 161925"/>
                <a:gd name="connsiteY154" fmla="*/ 132207 h 161925"/>
                <a:gd name="connsiteX155" fmla="*/ 2286 w 161925"/>
                <a:gd name="connsiteY155" fmla="*/ 132683 h 161925"/>
                <a:gd name="connsiteX156" fmla="*/ 1810 w 161925"/>
                <a:gd name="connsiteY156" fmla="*/ 133064 h 161925"/>
                <a:gd name="connsiteX157" fmla="*/ 1524 w 161925"/>
                <a:gd name="connsiteY157" fmla="*/ 133636 h 161925"/>
                <a:gd name="connsiteX158" fmla="*/ 1143 w 161925"/>
                <a:gd name="connsiteY158" fmla="*/ 134588 h 161925"/>
                <a:gd name="connsiteX159" fmla="*/ 1048 w 161925"/>
                <a:gd name="connsiteY159" fmla="*/ 135160 h 161925"/>
                <a:gd name="connsiteX160" fmla="*/ 1143 w 161925"/>
                <a:gd name="connsiteY160" fmla="*/ 135541 h 161925"/>
                <a:gd name="connsiteX161" fmla="*/ 1143 w 161925"/>
                <a:gd name="connsiteY161" fmla="*/ 135636 h 161925"/>
                <a:gd name="connsiteX162" fmla="*/ 1238 w 161925"/>
                <a:gd name="connsiteY162" fmla="*/ 135731 h 161925"/>
                <a:gd name="connsiteX163" fmla="*/ 3238 w 161925"/>
                <a:gd name="connsiteY163" fmla="*/ 146780 h 161925"/>
                <a:gd name="connsiteX164" fmla="*/ 3715 w 161925"/>
                <a:gd name="connsiteY164" fmla="*/ 147733 h 161925"/>
                <a:gd name="connsiteX165" fmla="*/ 4001 w 161925"/>
                <a:gd name="connsiteY165" fmla="*/ 148209 h 161925"/>
                <a:gd name="connsiteX166" fmla="*/ 4381 w 161925"/>
                <a:gd name="connsiteY166" fmla="*/ 148685 h 161925"/>
                <a:gd name="connsiteX167" fmla="*/ 4953 w 161925"/>
                <a:gd name="connsiteY167" fmla="*/ 149162 h 161925"/>
                <a:gd name="connsiteX168" fmla="*/ 5429 w 161925"/>
                <a:gd name="connsiteY168" fmla="*/ 149447 h 161925"/>
                <a:gd name="connsiteX169" fmla="*/ 10573 w 161925"/>
                <a:gd name="connsiteY169" fmla="*/ 151352 h 161925"/>
                <a:gd name="connsiteX170" fmla="*/ 11811 w 161925"/>
                <a:gd name="connsiteY170" fmla="*/ 151638 h 161925"/>
                <a:gd name="connsiteX171" fmla="*/ 12478 w 161925"/>
                <a:gd name="connsiteY171" fmla="*/ 151638 h 161925"/>
                <a:gd name="connsiteX172" fmla="*/ 12954 w 161925"/>
                <a:gd name="connsiteY172" fmla="*/ 151543 h 161925"/>
                <a:gd name="connsiteX173" fmla="*/ 14478 w 161925"/>
                <a:gd name="connsiteY173" fmla="*/ 150971 h 161925"/>
                <a:gd name="connsiteX174" fmla="*/ 15050 w 161925"/>
                <a:gd name="connsiteY174" fmla="*/ 150876 h 161925"/>
                <a:gd name="connsiteX175" fmla="*/ 15716 w 161925"/>
                <a:gd name="connsiteY175" fmla="*/ 150876 h 161925"/>
                <a:gd name="connsiteX176" fmla="*/ 18383 w 161925"/>
                <a:gd name="connsiteY176" fmla="*/ 151352 h 161925"/>
                <a:gd name="connsiteX177" fmla="*/ 19050 w 161925"/>
                <a:gd name="connsiteY177" fmla="*/ 151638 h 161925"/>
                <a:gd name="connsiteX178" fmla="*/ 19717 w 161925"/>
                <a:gd name="connsiteY178" fmla="*/ 152400 h 161925"/>
                <a:gd name="connsiteX179" fmla="*/ 20098 w 161925"/>
                <a:gd name="connsiteY179" fmla="*/ 152876 h 161925"/>
                <a:gd name="connsiteX180" fmla="*/ 20288 w 161925"/>
                <a:gd name="connsiteY180" fmla="*/ 153543 h 161925"/>
                <a:gd name="connsiteX181" fmla="*/ 20574 w 161925"/>
                <a:gd name="connsiteY181" fmla="*/ 155162 h 161925"/>
                <a:gd name="connsiteX182" fmla="*/ 20955 w 161925"/>
                <a:gd name="connsiteY182" fmla="*/ 155924 h 161925"/>
                <a:gd name="connsiteX183" fmla="*/ 21241 w 161925"/>
                <a:gd name="connsiteY183" fmla="*/ 156400 h 161925"/>
                <a:gd name="connsiteX184" fmla="*/ 21907 w 161925"/>
                <a:gd name="connsiteY184" fmla="*/ 156972 h 161925"/>
                <a:gd name="connsiteX185" fmla="*/ 22765 w 161925"/>
                <a:gd name="connsiteY185" fmla="*/ 157543 h 161925"/>
                <a:gd name="connsiteX186" fmla="*/ 23813 w 161925"/>
                <a:gd name="connsiteY186" fmla="*/ 158305 h 161925"/>
                <a:gd name="connsiteX187" fmla="*/ 25337 w 161925"/>
                <a:gd name="connsiteY187" fmla="*/ 159925 h 161925"/>
                <a:gd name="connsiteX188" fmla="*/ 26003 w 161925"/>
                <a:gd name="connsiteY188" fmla="*/ 160401 h 161925"/>
                <a:gd name="connsiteX189" fmla="*/ 26670 w 161925"/>
                <a:gd name="connsiteY189" fmla="*/ 160592 h 161925"/>
                <a:gd name="connsiteX190" fmla="*/ 27242 w 161925"/>
                <a:gd name="connsiteY190" fmla="*/ 160496 h 161925"/>
                <a:gd name="connsiteX191" fmla="*/ 27718 w 161925"/>
                <a:gd name="connsiteY191" fmla="*/ 160401 h 161925"/>
                <a:gd name="connsiteX192" fmla="*/ 28099 w 161925"/>
                <a:gd name="connsiteY192" fmla="*/ 160115 h 161925"/>
                <a:gd name="connsiteX193" fmla="*/ 28480 w 161925"/>
                <a:gd name="connsiteY193" fmla="*/ 159734 h 161925"/>
                <a:gd name="connsiteX194" fmla="*/ 28765 w 161925"/>
                <a:gd name="connsiteY194" fmla="*/ 159353 h 161925"/>
                <a:gd name="connsiteX195" fmla="*/ 29623 w 161925"/>
                <a:gd name="connsiteY195" fmla="*/ 157829 h 161925"/>
                <a:gd name="connsiteX196" fmla="*/ 29909 w 161925"/>
                <a:gd name="connsiteY196" fmla="*/ 157448 h 161925"/>
                <a:gd name="connsiteX197" fmla="*/ 30385 w 161925"/>
                <a:gd name="connsiteY197" fmla="*/ 157163 h 161925"/>
                <a:gd name="connsiteX198" fmla="*/ 30861 w 161925"/>
                <a:gd name="connsiteY198" fmla="*/ 156972 h 161925"/>
                <a:gd name="connsiteX199" fmla="*/ 32861 w 161925"/>
                <a:gd name="connsiteY199" fmla="*/ 156972 h 161925"/>
                <a:gd name="connsiteX200" fmla="*/ 33433 w 161925"/>
                <a:gd name="connsiteY200" fmla="*/ 156877 h 161925"/>
                <a:gd name="connsiteX201" fmla="*/ 34766 w 161925"/>
                <a:gd name="connsiteY201" fmla="*/ 156210 h 161925"/>
                <a:gd name="connsiteX202" fmla="*/ 35814 w 161925"/>
                <a:gd name="connsiteY202" fmla="*/ 155924 h 161925"/>
                <a:gd name="connsiteX203" fmla="*/ 36290 w 161925"/>
                <a:gd name="connsiteY203" fmla="*/ 155829 h 161925"/>
                <a:gd name="connsiteX204" fmla="*/ 36671 w 161925"/>
                <a:gd name="connsiteY204" fmla="*/ 155734 h 161925"/>
                <a:gd name="connsiteX205" fmla="*/ 36957 w 161925"/>
                <a:gd name="connsiteY205" fmla="*/ 155543 h 161925"/>
                <a:gd name="connsiteX206" fmla="*/ 37529 w 161925"/>
                <a:gd name="connsiteY206" fmla="*/ 154876 h 161925"/>
                <a:gd name="connsiteX207" fmla="*/ 37910 w 161925"/>
                <a:gd name="connsiteY207" fmla="*/ 154591 h 161925"/>
                <a:gd name="connsiteX208" fmla="*/ 38195 w 161925"/>
                <a:gd name="connsiteY208" fmla="*/ 154496 h 161925"/>
                <a:gd name="connsiteX209" fmla="*/ 39719 w 161925"/>
                <a:gd name="connsiteY209" fmla="*/ 154305 h 161925"/>
                <a:gd name="connsiteX210" fmla="*/ 40672 w 161925"/>
                <a:gd name="connsiteY210" fmla="*/ 153829 h 161925"/>
                <a:gd name="connsiteX211" fmla="*/ 41243 w 161925"/>
                <a:gd name="connsiteY211" fmla="*/ 153734 h 161925"/>
                <a:gd name="connsiteX212" fmla="*/ 41815 w 161925"/>
                <a:gd name="connsiteY212" fmla="*/ 153734 h 161925"/>
                <a:gd name="connsiteX213" fmla="*/ 42767 w 161925"/>
                <a:gd name="connsiteY213" fmla="*/ 154019 h 161925"/>
                <a:gd name="connsiteX214" fmla="*/ 46196 w 161925"/>
                <a:gd name="connsiteY214" fmla="*/ 155638 h 161925"/>
                <a:gd name="connsiteX215" fmla="*/ 46958 w 161925"/>
                <a:gd name="connsiteY215" fmla="*/ 155734 h 161925"/>
                <a:gd name="connsiteX216" fmla="*/ 47530 w 161925"/>
                <a:gd name="connsiteY216" fmla="*/ 155734 h 161925"/>
                <a:gd name="connsiteX217" fmla="*/ 51911 w 161925"/>
                <a:gd name="connsiteY217" fmla="*/ 154686 h 161925"/>
                <a:gd name="connsiteX218" fmla="*/ 52483 w 161925"/>
                <a:gd name="connsiteY218" fmla="*/ 154686 h 161925"/>
                <a:gd name="connsiteX219" fmla="*/ 54388 w 161925"/>
                <a:gd name="connsiteY219" fmla="*/ 154972 h 161925"/>
                <a:gd name="connsiteX220" fmla="*/ 54959 w 161925"/>
                <a:gd name="connsiteY220" fmla="*/ 154876 h 161925"/>
                <a:gd name="connsiteX221" fmla="*/ 59055 w 161925"/>
                <a:gd name="connsiteY221" fmla="*/ 153543 h 161925"/>
                <a:gd name="connsiteX222" fmla="*/ 60960 w 161925"/>
                <a:gd name="connsiteY222" fmla="*/ 153352 h 161925"/>
                <a:gd name="connsiteX223" fmla="*/ 61817 w 161925"/>
                <a:gd name="connsiteY223" fmla="*/ 153543 h 161925"/>
                <a:gd name="connsiteX224" fmla="*/ 62294 w 161925"/>
                <a:gd name="connsiteY224" fmla="*/ 153829 h 161925"/>
                <a:gd name="connsiteX225" fmla="*/ 62960 w 161925"/>
                <a:gd name="connsiteY225" fmla="*/ 154114 h 161925"/>
                <a:gd name="connsiteX226" fmla="*/ 64198 w 161925"/>
                <a:gd name="connsiteY226" fmla="*/ 157829 h 161925"/>
                <a:gd name="connsiteX227" fmla="*/ 66104 w 161925"/>
                <a:gd name="connsiteY227" fmla="*/ 160972 h 161925"/>
                <a:gd name="connsiteX228" fmla="*/ 71533 w 161925"/>
                <a:gd name="connsiteY228" fmla="*/ 165544 h 161925"/>
                <a:gd name="connsiteX229" fmla="*/ 73057 w 161925"/>
                <a:gd name="connsiteY229" fmla="*/ 166402 h 161925"/>
                <a:gd name="connsiteX230" fmla="*/ 77057 w 161925"/>
                <a:gd name="connsiteY230" fmla="*/ 167545 h 161925"/>
                <a:gd name="connsiteX231" fmla="*/ 78962 w 161925"/>
                <a:gd name="connsiteY231" fmla="*/ 167735 h 161925"/>
                <a:gd name="connsiteX232" fmla="*/ 80867 w 161925"/>
                <a:gd name="connsiteY232" fmla="*/ 167450 h 161925"/>
                <a:gd name="connsiteX233" fmla="*/ 81915 w 161925"/>
                <a:gd name="connsiteY233" fmla="*/ 166973 h 161925"/>
                <a:gd name="connsiteX234" fmla="*/ 82868 w 161925"/>
                <a:gd name="connsiteY234" fmla="*/ 166306 h 161925"/>
                <a:gd name="connsiteX235" fmla="*/ 83153 w 161925"/>
                <a:gd name="connsiteY235" fmla="*/ 165640 h 161925"/>
                <a:gd name="connsiteX236" fmla="*/ 83344 w 161925"/>
                <a:gd name="connsiteY236" fmla="*/ 165068 h 161925"/>
                <a:gd name="connsiteX237" fmla="*/ 83344 w 161925"/>
                <a:gd name="connsiteY237" fmla="*/ 164401 h 161925"/>
                <a:gd name="connsiteX238" fmla="*/ 83248 w 161925"/>
                <a:gd name="connsiteY238" fmla="*/ 163830 h 161925"/>
                <a:gd name="connsiteX239" fmla="*/ 83058 w 161925"/>
                <a:gd name="connsiteY239" fmla="*/ 163259 h 161925"/>
                <a:gd name="connsiteX240" fmla="*/ 82772 w 161925"/>
                <a:gd name="connsiteY240" fmla="*/ 162877 h 161925"/>
                <a:gd name="connsiteX241" fmla="*/ 80772 w 161925"/>
                <a:gd name="connsiteY241" fmla="*/ 161544 h 161925"/>
                <a:gd name="connsiteX242" fmla="*/ 80677 w 161925"/>
                <a:gd name="connsiteY242" fmla="*/ 161449 h 161925"/>
                <a:gd name="connsiteX243" fmla="*/ 80486 w 161925"/>
                <a:gd name="connsiteY243" fmla="*/ 161258 h 161925"/>
                <a:gd name="connsiteX244" fmla="*/ 80296 w 161925"/>
                <a:gd name="connsiteY244" fmla="*/ 160972 h 161925"/>
                <a:gd name="connsiteX245" fmla="*/ 80201 w 161925"/>
                <a:gd name="connsiteY245" fmla="*/ 160496 h 161925"/>
                <a:gd name="connsiteX246" fmla="*/ 80201 w 161925"/>
                <a:gd name="connsiteY246" fmla="*/ 159925 h 161925"/>
                <a:gd name="connsiteX247" fmla="*/ 80391 w 161925"/>
                <a:gd name="connsiteY247" fmla="*/ 159353 h 161925"/>
                <a:gd name="connsiteX248" fmla="*/ 80963 w 161925"/>
                <a:gd name="connsiteY248" fmla="*/ 158782 h 161925"/>
                <a:gd name="connsiteX249" fmla="*/ 81725 w 161925"/>
                <a:gd name="connsiteY249" fmla="*/ 158210 h 161925"/>
                <a:gd name="connsiteX250" fmla="*/ 85630 w 161925"/>
                <a:gd name="connsiteY250" fmla="*/ 156115 h 161925"/>
                <a:gd name="connsiteX251" fmla="*/ 88297 w 161925"/>
                <a:gd name="connsiteY251" fmla="*/ 155734 h 161925"/>
                <a:gd name="connsiteX252" fmla="*/ 89154 w 161925"/>
                <a:gd name="connsiteY252" fmla="*/ 155162 h 161925"/>
                <a:gd name="connsiteX253" fmla="*/ 89630 w 161925"/>
                <a:gd name="connsiteY253" fmla="*/ 154591 h 161925"/>
                <a:gd name="connsiteX254" fmla="*/ 89916 w 161925"/>
                <a:gd name="connsiteY254" fmla="*/ 153162 h 161925"/>
                <a:gd name="connsiteX255" fmla="*/ 90106 w 161925"/>
                <a:gd name="connsiteY255" fmla="*/ 152686 h 161925"/>
                <a:gd name="connsiteX256" fmla="*/ 90392 w 161925"/>
                <a:gd name="connsiteY256" fmla="*/ 152305 h 161925"/>
                <a:gd name="connsiteX257" fmla="*/ 90869 w 161925"/>
                <a:gd name="connsiteY257" fmla="*/ 151829 h 161925"/>
                <a:gd name="connsiteX258" fmla="*/ 91250 w 161925"/>
                <a:gd name="connsiteY258" fmla="*/ 151447 h 161925"/>
                <a:gd name="connsiteX259" fmla="*/ 94488 w 161925"/>
                <a:gd name="connsiteY259" fmla="*/ 150019 h 161925"/>
                <a:gd name="connsiteX260" fmla="*/ 95250 w 161925"/>
                <a:gd name="connsiteY260" fmla="*/ 149923 h 161925"/>
                <a:gd name="connsiteX261" fmla="*/ 96298 w 161925"/>
                <a:gd name="connsiteY261" fmla="*/ 150019 h 161925"/>
                <a:gd name="connsiteX262" fmla="*/ 100203 w 161925"/>
                <a:gd name="connsiteY262" fmla="*/ 150876 h 161925"/>
                <a:gd name="connsiteX263" fmla="*/ 109633 w 161925"/>
                <a:gd name="connsiteY263" fmla="*/ 150971 h 161925"/>
                <a:gd name="connsiteX264" fmla="*/ 110776 w 161925"/>
                <a:gd name="connsiteY264" fmla="*/ 150400 h 161925"/>
                <a:gd name="connsiteX265" fmla="*/ 111062 w 161925"/>
                <a:gd name="connsiteY265" fmla="*/ 150114 h 161925"/>
                <a:gd name="connsiteX266" fmla="*/ 111823 w 161925"/>
                <a:gd name="connsiteY266" fmla="*/ 149257 h 161925"/>
                <a:gd name="connsiteX267" fmla="*/ 114586 w 161925"/>
                <a:gd name="connsiteY267" fmla="*/ 145256 h 161925"/>
                <a:gd name="connsiteX268" fmla="*/ 116205 w 161925"/>
                <a:gd name="connsiteY268" fmla="*/ 142304 h 161925"/>
                <a:gd name="connsiteX269" fmla="*/ 116014 w 161925"/>
                <a:gd name="connsiteY269" fmla="*/ 141542 h 161925"/>
                <a:gd name="connsiteX270" fmla="*/ 116014 w 161925"/>
                <a:gd name="connsiteY270" fmla="*/ 140970 h 161925"/>
                <a:gd name="connsiteX271" fmla="*/ 116110 w 161925"/>
                <a:gd name="connsiteY271" fmla="*/ 139827 h 161925"/>
                <a:gd name="connsiteX272" fmla="*/ 116205 w 161925"/>
                <a:gd name="connsiteY272" fmla="*/ 139351 h 161925"/>
                <a:gd name="connsiteX273" fmla="*/ 116491 w 161925"/>
                <a:gd name="connsiteY273" fmla="*/ 138779 h 161925"/>
                <a:gd name="connsiteX274" fmla="*/ 118491 w 161925"/>
                <a:gd name="connsiteY274" fmla="*/ 135541 h 161925"/>
                <a:gd name="connsiteX275" fmla="*/ 118586 w 161925"/>
                <a:gd name="connsiteY275" fmla="*/ 135255 h 161925"/>
                <a:gd name="connsiteX276" fmla="*/ 119158 w 161925"/>
                <a:gd name="connsiteY276" fmla="*/ 134112 h 161925"/>
                <a:gd name="connsiteX277" fmla="*/ 119920 w 161925"/>
                <a:gd name="connsiteY277" fmla="*/ 133255 h 161925"/>
                <a:gd name="connsiteX278" fmla="*/ 120301 w 161925"/>
                <a:gd name="connsiteY278" fmla="*/ 132017 h 161925"/>
                <a:gd name="connsiteX279" fmla="*/ 120491 w 161925"/>
                <a:gd name="connsiteY279" fmla="*/ 131064 h 161925"/>
                <a:gd name="connsiteX280" fmla="*/ 120396 w 161925"/>
                <a:gd name="connsiteY280" fmla="*/ 130397 h 161925"/>
                <a:gd name="connsiteX281" fmla="*/ 119348 w 161925"/>
                <a:gd name="connsiteY281" fmla="*/ 127159 h 161925"/>
                <a:gd name="connsiteX282" fmla="*/ 119158 w 161925"/>
                <a:gd name="connsiteY282" fmla="*/ 126683 h 161925"/>
                <a:gd name="connsiteX283" fmla="*/ 118872 w 161925"/>
                <a:gd name="connsiteY283" fmla="*/ 126206 h 161925"/>
                <a:gd name="connsiteX284" fmla="*/ 118586 w 161925"/>
                <a:gd name="connsiteY284" fmla="*/ 126016 h 161925"/>
                <a:gd name="connsiteX285" fmla="*/ 118301 w 161925"/>
                <a:gd name="connsiteY285" fmla="*/ 126111 h 161925"/>
                <a:gd name="connsiteX286" fmla="*/ 117824 w 161925"/>
                <a:gd name="connsiteY286" fmla="*/ 126683 h 161925"/>
                <a:gd name="connsiteX287" fmla="*/ 117443 w 161925"/>
                <a:gd name="connsiteY287" fmla="*/ 127349 h 161925"/>
                <a:gd name="connsiteX288" fmla="*/ 116872 w 161925"/>
                <a:gd name="connsiteY288" fmla="*/ 127349 h 161925"/>
                <a:gd name="connsiteX289" fmla="*/ 116491 w 161925"/>
                <a:gd name="connsiteY289" fmla="*/ 127159 h 161925"/>
                <a:gd name="connsiteX290" fmla="*/ 115634 w 161925"/>
                <a:gd name="connsiteY290" fmla="*/ 126492 h 161925"/>
                <a:gd name="connsiteX291" fmla="*/ 115157 w 161925"/>
                <a:gd name="connsiteY291" fmla="*/ 126206 h 161925"/>
                <a:gd name="connsiteX292" fmla="*/ 114110 w 161925"/>
                <a:gd name="connsiteY292" fmla="*/ 125825 h 161925"/>
                <a:gd name="connsiteX293" fmla="*/ 113729 w 161925"/>
                <a:gd name="connsiteY293" fmla="*/ 125635 h 161925"/>
                <a:gd name="connsiteX294" fmla="*/ 113538 w 161925"/>
                <a:gd name="connsiteY294" fmla="*/ 125349 h 161925"/>
                <a:gd name="connsiteX295" fmla="*/ 112681 w 161925"/>
                <a:gd name="connsiteY295" fmla="*/ 124301 h 161925"/>
                <a:gd name="connsiteX296" fmla="*/ 112014 w 161925"/>
                <a:gd name="connsiteY296" fmla="*/ 123539 h 161925"/>
                <a:gd name="connsiteX297" fmla="*/ 111347 w 161925"/>
                <a:gd name="connsiteY297" fmla="*/ 122777 h 161925"/>
                <a:gd name="connsiteX298" fmla="*/ 110966 w 161925"/>
                <a:gd name="connsiteY298" fmla="*/ 122396 h 161925"/>
                <a:gd name="connsiteX299" fmla="*/ 110490 w 161925"/>
                <a:gd name="connsiteY299" fmla="*/ 122110 h 161925"/>
                <a:gd name="connsiteX300" fmla="*/ 109347 w 161925"/>
                <a:gd name="connsiteY300" fmla="*/ 121920 h 161925"/>
                <a:gd name="connsiteX301" fmla="*/ 108871 w 161925"/>
                <a:gd name="connsiteY301" fmla="*/ 121634 h 161925"/>
                <a:gd name="connsiteX302" fmla="*/ 108585 w 161925"/>
                <a:gd name="connsiteY302" fmla="*/ 121253 h 161925"/>
                <a:gd name="connsiteX303" fmla="*/ 108395 w 161925"/>
                <a:gd name="connsiteY303" fmla="*/ 119920 h 161925"/>
                <a:gd name="connsiteX304" fmla="*/ 108204 w 161925"/>
                <a:gd name="connsiteY304" fmla="*/ 119158 h 161925"/>
                <a:gd name="connsiteX305" fmla="*/ 106775 w 161925"/>
                <a:gd name="connsiteY305" fmla="*/ 117062 h 161925"/>
                <a:gd name="connsiteX306" fmla="*/ 106109 w 161925"/>
                <a:gd name="connsiteY306" fmla="*/ 115633 h 161925"/>
                <a:gd name="connsiteX307" fmla="*/ 105728 w 161925"/>
                <a:gd name="connsiteY307" fmla="*/ 114681 h 161925"/>
                <a:gd name="connsiteX308" fmla="*/ 105632 w 161925"/>
                <a:gd name="connsiteY308" fmla="*/ 114014 h 161925"/>
                <a:gd name="connsiteX309" fmla="*/ 105728 w 161925"/>
                <a:gd name="connsiteY309" fmla="*/ 113443 h 161925"/>
                <a:gd name="connsiteX310" fmla="*/ 105823 w 161925"/>
                <a:gd name="connsiteY310" fmla="*/ 112776 h 161925"/>
                <a:gd name="connsiteX311" fmla="*/ 106680 w 161925"/>
                <a:gd name="connsiteY311" fmla="*/ 109728 h 161925"/>
                <a:gd name="connsiteX312" fmla="*/ 106871 w 161925"/>
                <a:gd name="connsiteY312" fmla="*/ 108490 h 161925"/>
                <a:gd name="connsiteX313" fmla="*/ 107347 w 161925"/>
                <a:gd name="connsiteY313" fmla="*/ 107823 h 161925"/>
                <a:gd name="connsiteX314" fmla="*/ 108013 w 161925"/>
                <a:gd name="connsiteY314" fmla="*/ 107251 h 161925"/>
                <a:gd name="connsiteX315" fmla="*/ 109633 w 161925"/>
                <a:gd name="connsiteY315" fmla="*/ 106489 h 161925"/>
                <a:gd name="connsiteX316" fmla="*/ 112490 w 161925"/>
                <a:gd name="connsiteY316" fmla="*/ 105918 h 161925"/>
                <a:gd name="connsiteX317" fmla="*/ 125159 w 161925"/>
                <a:gd name="connsiteY317" fmla="*/ 106204 h 161925"/>
                <a:gd name="connsiteX318" fmla="*/ 125730 w 161925"/>
                <a:gd name="connsiteY318" fmla="*/ 106013 h 161925"/>
                <a:gd name="connsiteX319" fmla="*/ 126492 w 161925"/>
                <a:gd name="connsiteY319" fmla="*/ 105727 h 161925"/>
                <a:gd name="connsiteX320" fmla="*/ 131254 w 161925"/>
                <a:gd name="connsiteY320" fmla="*/ 103060 h 161925"/>
                <a:gd name="connsiteX321" fmla="*/ 145256 w 161925"/>
                <a:gd name="connsiteY321" fmla="*/ 100108 h 161925"/>
                <a:gd name="connsiteX322" fmla="*/ 149162 w 161925"/>
                <a:gd name="connsiteY322" fmla="*/ 99346 h 161925"/>
                <a:gd name="connsiteX323" fmla="*/ 150209 w 161925"/>
                <a:gd name="connsiteY323" fmla="*/ 98965 h 161925"/>
                <a:gd name="connsiteX324" fmla="*/ 150590 w 161925"/>
                <a:gd name="connsiteY324" fmla="*/ 98584 h 161925"/>
                <a:gd name="connsiteX325" fmla="*/ 150971 w 161925"/>
                <a:gd name="connsiteY325" fmla="*/ 98298 h 161925"/>
                <a:gd name="connsiteX326" fmla="*/ 151352 w 161925"/>
                <a:gd name="connsiteY326" fmla="*/ 97631 h 161925"/>
                <a:gd name="connsiteX327" fmla="*/ 151733 w 161925"/>
                <a:gd name="connsiteY327" fmla="*/ 96774 h 161925"/>
                <a:gd name="connsiteX328" fmla="*/ 152686 w 161925"/>
                <a:gd name="connsiteY328" fmla="*/ 94297 h 161925"/>
                <a:gd name="connsiteX329" fmla="*/ 153067 w 161925"/>
                <a:gd name="connsiteY329" fmla="*/ 93535 h 161925"/>
                <a:gd name="connsiteX330" fmla="*/ 153257 w 161925"/>
                <a:gd name="connsiteY330" fmla="*/ 93250 h 161925"/>
                <a:gd name="connsiteX331" fmla="*/ 154877 w 161925"/>
                <a:gd name="connsiteY331" fmla="*/ 91535 h 161925"/>
                <a:gd name="connsiteX332" fmla="*/ 155162 w 161925"/>
                <a:gd name="connsiteY332" fmla="*/ 90964 h 161925"/>
                <a:gd name="connsiteX333" fmla="*/ 155543 w 161925"/>
                <a:gd name="connsiteY333" fmla="*/ 90202 h 161925"/>
                <a:gd name="connsiteX334" fmla="*/ 155734 w 161925"/>
                <a:gd name="connsiteY334" fmla="*/ 89535 h 161925"/>
                <a:gd name="connsiteX335" fmla="*/ 155829 w 161925"/>
                <a:gd name="connsiteY335" fmla="*/ 88868 h 161925"/>
                <a:gd name="connsiteX336" fmla="*/ 155638 w 161925"/>
                <a:gd name="connsiteY336" fmla="*/ 87058 h 161925"/>
                <a:gd name="connsiteX337" fmla="*/ 154591 w 161925"/>
                <a:gd name="connsiteY337" fmla="*/ 82963 h 161925"/>
                <a:gd name="connsiteX338" fmla="*/ 152590 w 161925"/>
                <a:gd name="connsiteY338" fmla="*/ 81915 h 161925"/>
                <a:gd name="connsiteX339" fmla="*/ 149162 w 161925"/>
                <a:gd name="connsiteY339" fmla="*/ 78772 h 161925"/>
                <a:gd name="connsiteX340" fmla="*/ 147733 w 161925"/>
                <a:gd name="connsiteY340" fmla="*/ 77248 h 161925"/>
                <a:gd name="connsiteX341" fmla="*/ 147161 w 161925"/>
                <a:gd name="connsiteY341" fmla="*/ 76390 h 161925"/>
                <a:gd name="connsiteX342" fmla="*/ 146113 w 161925"/>
                <a:gd name="connsiteY342" fmla="*/ 74581 h 161925"/>
                <a:gd name="connsiteX343" fmla="*/ 145542 w 161925"/>
                <a:gd name="connsiteY343" fmla="*/ 73057 h 161925"/>
                <a:gd name="connsiteX344" fmla="*/ 145352 w 161925"/>
                <a:gd name="connsiteY344" fmla="*/ 71914 h 161925"/>
                <a:gd name="connsiteX345" fmla="*/ 145161 w 161925"/>
                <a:gd name="connsiteY345" fmla="*/ 69628 h 161925"/>
                <a:gd name="connsiteX346" fmla="*/ 145161 w 161925"/>
                <a:gd name="connsiteY346" fmla="*/ 68771 h 161925"/>
                <a:gd name="connsiteX347" fmla="*/ 145447 w 161925"/>
                <a:gd name="connsiteY347" fmla="*/ 65437 h 161925"/>
                <a:gd name="connsiteX348" fmla="*/ 145447 w 161925"/>
                <a:gd name="connsiteY348" fmla="*/ 64008 h 161925"/>
                <a:gd name="connsiteX349" fmla="*/ 145256 w 161925"/>
                <a:gd name="connsiteY349" fmla="*/ 63246 h 161925"/>
                <a:gd name="connsiteX350" fmla="*/ 145161 w 161925"/>
                <a:gd name="connsiteY350" fmla="*/ 62865 h 161925"/>
                <a:gd name="connsiteX351" fmla="*/ 144685 w 161925"/>
                <a:gd name="connsiteY351" fmla="*/ 62389 h 161925"/>
                <a:gd name="connsiteX352" fmla="*/ 143923 w 161925"/>
                <a:gd name="connsiteY352" fmla="*/ 61913 h 161925"/>
                <a:gd name="connsiteX353" fmla="*/ 142780 w 161925"/>
                <a:gd name="connsiteY353" fmla="*/ 60960 h 161925"/>
                <a:gd name="connsiteX354" fmla="*/ 141732 w 161925"/>
                <a:gd name="connsiteY354" fmla="*/ 59722 h 161925"/>
                <a:gd name="connsiteX355" fmla="*/ 141065 w 161925"/>
                <a:gd name="connsiteY355" fmla="*/ 58579 h 161925"/>
                <a:gd name="connsiteX356" fmla="*/ 140779 w 161925"/>
                <a:gd name="connsiteY356" fmla="*/ 57912 h 161925"/>
                <a:gd name="connsiteX357" fmla="*/ 140779 w 161925"/>
                <a:gd name="connsiteY357" fmla="*/ 57531 h 161925"/>
                <a:gd name="connsiteX358" fmla="*/ 140779 w 161925"/>
                <a:gd name="connsiteY358" fmla="*/ 57150 h 161925"/>
                <a:gd name="connsiteX359" fmla="*/ 140875 w 161925"/>
                <a:gd name="connsiteY359" fmla="*/ 56388 h 161925"/>
                <a:gd name="connsiteX360" fmla="*/ 141256 w 161925"/>
                <a:gd name="connsiteY360" fmla="*/ 55150 h 161925"/>
                <a:gd name="connsiteX361" fmla="*/ 141827 w 161925"/>
                <a:gd name="connsiteY361" fmla="*/ 54007 h 161925"/>
                <a:gd name="connsiteX362" fmla="*/ 145542 w 161925"/>
                <a:gd name="connsiteY362" fmla="*/ 50292 h 161925"/>
                <a:gd name="connsiteX363" fmla="*/ 146876 w 161925"/>
                <a:gd name="connsiteY363" fmla="*/ 49435 h 161925"/>
                <a:gd name="connsiteX364" fmla="*/ 148685 w 161925"/>
                <a:gd name="connsiteY364" fmla="*/ 48673 h 161925"/>
                <a:gd name="connsiteX365" fmla="*/ 152305 w 161925"/>
                <a:gd name="connsiteY365" fmla="*/ 47720 h 161925"/>
                <a:gd name="connsiteX366" fmla="*/ 154781 w 161925"/>
                <a:gd name="connsiteY366" fmla="*/ 47530 h 161925"/>
                <a:gd name="connsiteX367" fmla="*/ 158020 w 161925"/>
                <a:gd name="connsiteY367" fmla="*/ 47720 h 161925"/>
                <a:gd name="connsiteX368" fmla="*/ 158972 w 161925"/>
                <a:gd name="connsiteY368" fmla="*/ 47434 h 161925"/>
                <a:gd name="connsiteX369" fmla="*/ 159734 w 161925"/>
                <a:gd name="connsiteY369" fmla="*/ 46292 h 161925"/>
                <a:gd name="connsiteX370" fmla="*/ 159925 w 161925"/>
                <a:gd name="connsiteY370" fmla="*/ 45339 h 161925"/>
                <a:gd name="connsiteX371" fmla="*/ 160496 w 161925"/>
                <a:gd name="connsiteY371" fmla="*/ 44196 h 161925"/>
                <a:gd name="connsiteX372" fmla="*/ 161163 w 161925"/>
                <a:gd name="connsiteY372" fmla="*/ 43243 h 161925"/>
                <a:gd name="connsiteX373" fmla="*/ 165163 w 161925"/>
                <a:gd name="connsiteY373" fmla="*/ 4171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</a:cxnLst>
              <a:rect l="l" t="t" r="r" b="b"/>
              <a:pathLst>
                <a:path w="161925" h="161925">
                  <a:moveTo>
                    <a:pt x="164973" y="40672"/>
                  </a:moveTo>
                  <a:lnTo>
                    <a:pt x="160306" y="39910"/>
                  </a:lnTo>
                  <a:lnTo>
                    <a:pt x="150400" y="40672"/>
                  </a:lnTo>
                  <a:lnTo>
                    <a:pt x="142018" y="37719"/>
                  </a:lnTo>
                  <a:lnTo>
                    <a:pt x="140018" y="37338"/>
                  </a:lnTo>
                  <a:lnTo>
                    <a:pt x="139351" y="37338"/>
                  </a:lnTo>
                  <a:lnTo>
                    <a:pt x="135350" y="38005"/>
                  </a:lnTo>
                  <a:lnTo>
                    <a:pt x="134112" y="38862"/>
                  </a:lnTo>
                  <a:lnTo>
                    <a:pt x="133064" y="39243"/>
                  </a:lnTo>
                  <a:lnTo>
                    <a:pt x="131921" y="39433"/>
                  </a:lnTo>
                  <a:lnTo>
                    <a:pt x="130778" y="39052"/>
                  </a:lnTo>
                  <a:lnTo>
                    <a:pt x="122777" y="34671"/>
                  </a:lnTo>
                  <a:lnTo>
                    <a:pt x="118967" y="31433"/>
                  </a:lnTo>
                  <a:lnTo>
                    <a:pt x="115348" y="27718"/>
                  </a:lnTo>
                  <a:lnTo>
                    <a:pt x="113062" y="24860"/>
                  </a:lnTo>
                  <a:lnTo>
                    <a:pt x="107632" y="19336"/>
                  </a:lnTo>
                  <a:lnTo>
                    <a:pt x="107252" y="18859"/>
                  </a:lnTo>
                  <a:lnTo>
                    <a:pt x="106775" y="18002"/>
                  </a:lnTo>
                  <a:lnTo>
                    <a:pt x="104108" y="14859"/>
                  </a:lnTo>
                  <a:lnTo>
                    <a:pt x="101632" y="12859"/>
                  </a:lnTo>
                  <a:lnTo>
                    <a:pt x="100203" y="11335"/>
                  </a:lnTo>
                  <a:lnTo>
                    <a:pt x="99536" y="10573"/>
                  </a:lnTo>
                  <a:lnTo>
                    <a:pt x="99346" y="10096"/>
                  </a:lnTo>
                  <a:lnTo>
                    <a:pt x="98870" y="9049"/>
                  </a:lnTo>
                  <a:lnTo>
                    <a:pt x="98774" y="8763"/>
                  </a:lnTo>
                  <a:lnTo>
                    <a:pt x="98488" y="6953"/>
                  </a:lnTo>
                  <a:lnTo>
                    <a:pt x="98298" y="1810"/>
                  </a:lnTo>
                  <a:lnTo>
                    <a:pt x="98012" y="762"/>
                  </a:lnTo>
                  <a:lnTo>
                    <a:pt x="97536" y="286"/>
                  </a:lnTo>
                  <a:lnTo>
                    <a:pt x="96774" y="0"/>
                  </a:lnTo>
                  <a:lnTo>
                    <a:pt x="96203" y="0"/>
                  </a:lnTo>
                  <a:lnTo>
                    <a:pt x="95536" y="286"/>
                  </a:lnTo>
                  <a:lnTo>
                    <a:pt x="94869" y="762"/>
                  </a:lnTo>
                  <a:lnTo>
                    <a:pt x="94107" y="1810"/>
                  </a:lnTo>
                  <a:lnTo>
                    <a:pt x="93821" y="2858"/>
                  </a:lnTo>
                  <a:lnTo>
                    <a:pt x="93821" y="5048"/>
                  </a:lnTo>
                  <a:lnTo>
                    <a:pt x="93726" y="5525"/>
                  </a:lnTo>
                  <a:lnTo>
                    <a:pt x="93440" y="5905"/>
                  </a:lnTo>
                  <a:lnTo>
                    <a:pt x="85915" y="10001"/>
                  </a:lnTo>
                  <a:lnTo>
                    <a:pt x="84677" y="11049"/>
                  </a:lnTo>
                  <a:lnTo>
                    <a:pt x="84201" y="12001"/>
                  </a:lnTo>
                  <a:lnTo>
                    <a:pt x="83439" y="14002"/>
                  </a:lnTo>
                  <a:lnTo>
                    <a:pt x="83058" y="14668"/>
                  </a:lnTo>
                  <a:lnTo>
                    <a:pt x="82487" y="15335"/>
                  </a:lnTo>
                  <a:lnTo>
                    <a:pt x="81153" y="15621"/>
                  </a:lnTo>
                  <a:lnTo>
                    <a:pt x="79534" y="15335"/>
                  </a:lnTo>
                  <a:lnTo>
                    <a:pt x="78200" y="14859"/>
                  </a:lnTo>
                  <a:lnTo>
                    <a:pt x="75343" y="12383"/>
                  </a:lnTo>
                  <a:lnTo>
                    <a:pt x="74200" y="12859"/>
                  </a:lnTo>
                  <a:lnTo>
                    <a:pt x="74104" y="13335"/>
                  </a:lnTo>
                  <a:lnTo>
                    <a:pt x="74104" y="14288"/>
                  </a:lnTo>
                  <a:lnTo>
                    <a:pt x="74581" y="15430"/>
                  </a:lnTo>
                  <a:lnTo>
                    <a:pt x="82868" y="27051"/>
                  </a:lnTo>
                  <a:lnTo>
                    <a:pt x="83629" y="28384"/>
                  </a:lnTo>
                  <a:lnTo>
                    <a:pt x="83915" y="29337"/>
                  </a:lnTo>
                  <a:lnTo>
                    <a:pt x="83534" y="29718"/>
                  </a:lnTo>
                  <a:lnTo>
                    <a:pt x="82963" y="30099"/>
                  </a:lnTo>
                  <a:lnTo>
                    <a:pt x="82105" y="30194"/>
                  </a:lnTo>
                  <a:lnTo>
                    <a:pt x="81344" y="30194"/>
                  </a:lnTo>
                  <a:lnTo>
                    <a:pt x="78772" y="29623"/>
                  </a:lnTo>
                  <a:lnTo>
                    <a:pt x="76200" y="29527"/>
                  </a:lnTo>
                  <a:lnTo>
                    <a:pt x="74486" y="29813"/>
                  </a:lnTo>
                  <a:lnTo>
                    <a:pt x="73914" y="30004"/>
                  </a:lnTo>
                  <a:lnTo>
                    <a:pt x="73533" y="30289"/>
                  </a:lnTo>
                  <a:lnTo>
                    <a:pt x="73152" y="30671"/>
                  </a:lnTo>
                  <a:lnTo>
                    <a:pt x="72295" y="31528"/>
                  </a:lnTo>
                  <a:lnTo>
                    <a:pt x="71723" y="32004"/>
                  </a:lnTo>
                  <a:lnTo>
                    <a:pt x="71247" y="32385"/>
                  </a:lnTo>
                  <a:lnTo>
                    <a:pt x="70676" y="32575"/>
                  </a:lnTo>
                  <a:lnTo>
                    <a:pt x="70104" y="32575"/>
                  </a:lnTo>
                  <a:lnTo>
                    <a:pt x="69437" y="32480"/>
                  </a:lnTo>
                  <a:lnTo>
                    <a:pt x="68961" y="32194"/>
                  </a:lnTo>
                  <a:lnTo>
                    <a:pt x="68580" y="31909"/>
                  </a:lnTo>
                  <a:lnTo>
                    <a:pt x="67056" y="30480"/>
                  </a:lnTo>
                  <a:lnTo>
                    <a:pt x="66675" y="30099"/>
                  </a:lnTo>
                  <a:lnTo>
                    <a:pt x="66199" y="29813"/>
                  </a:lnTo>
                  <a:lnTo>
                    <a:pt x="65722" y="29623"/>
                  </a:lnTo>
                  <a:lnTo>
                    <a:pt x="64961" y="29623"/>
                  </a:lnTo>
                  <a:lnTo>
                    <a:pt x="64198" y="29813"/>
                  </a:lnTo>
                  <a:lnTo>
                    <a:pt x="62770" y="31337"/>
                  </a:lnTo>
                  <a:lnTo>
                    <a:pt x="56579" y="41053"/>
                  </a:lnTo>
                  <a:lnTo>
                    <a:pt x="56293" y="41434"/>
                  </a:lnTo>
                  <a:lnTo>
                    <a:pt x="55721" y="41815"/>
                  </a:lnTo>
                  <a:lnTo>
                    <a:pt x="54007" y="42863"/>
                  </a:lnTo>
                  <a:lnTo>
                    <a:pt x="50006" y="46387"/>
                  </a:lnTo>
                  <a:lnTo>
                    <a:pt x="49339" y="46958"/>
                  </a:lnTo>
                  <a:lnTo>
                    <a:pt x="48292" y="47339"/>
                  </a:lnTo>
                  <a:lnTo>
                    <a:pt x="46672" y="47625"/>
                  </a:lnTo>
                  <a:lnTo>
                    <a:pt x="45720" y="47530"/>
                  </a:lnTo>
                  <a:lnTo>
                    <a:pt x="39243" y="45910"/>
                  </a:lnTo>
                  <a:lnTo>
                    <a:pt x="37910" y="45720"/>
                  </a:lnTo>
                  <a:lnTo>
                    <a:pt x="37243" y="45720"/>
                  </a:lnTo>
                  <a:lnTo>
                    <a:pt x="36100" y="46101"/>
                  </a:lnTo>
                  <a:lnTo>
                    <a:pt x="28575" y="49816"/>
                  </a:lnTo>
                  <a:lnTo>
                    <a:pt x="26098" y="50673"/>
                  </a:lnTo>
                  <a:lnTo>
                    <a:pt x="24955" y="51244"/>
                  </a:lnTo>
                  <a:lnTo>
                    <a:pt x="24384" y="51721"/>
                  </a:lnTo>
                  <a:lnTo>
                    <a:pt x="24194" y="52388"/>
                  </a:lnTo>
                  <a:lnTo>
                    <a:pt x="24289" y="52959"/>
                  </a:lnTo>
                  <a:lnTo>
                    <a:pt x="24479" y="53435"/>
                  </a:lnTo>
                  <a:lnTo>
                    <a:pt x="37814" y="73628"/>
                  </a:lnTo>
                  <a:lnTo>
                    <a:pt x="37910" y="73819"/>
                  </a:lnTo>
                  <a:lnTo>
                    <a:pt x="39148" y="74485"/>
                  </a:lnTo>
                  <a:lnTo>
                    <a:pt x="39814" y="74962"/>
                  </a:lnTo>
                  <a:lnTo>
                    <a:pt x="40577" y="75914"/>
                  </a:lnTo>
                  <a:lnTo>
                    <a:pt x="41243" y="77248"/>
                  </a:lnTo>
                  <a:lnTo>
                    <a:pt x="41815" y="79153"/>
                  </a:lnTo>
                  <a:lnTo>
                    <a:pt x="41624" y="81534"/>
                  </a:lnTo>
                  <a:lnTo>
                    <a:pt x="40862" y="82867"/>
                  </a:lnTo>
                  <a:lnTo>
                    <a:pt x="38576" y="84868"/>
                  </a:lnTo>
                  <a:lnTo>
                    <a:pt x="37529" y="86011"/>
                  </a:lnTo>
                  <a:lnTo>
                    <a:pt x="36671" y="87535"/>
                  </a:lnTo>
                  <a:lnTo>
                    <a:pt x="35243" y="91154"/>
                  </a:lnTo>
                  <a:lnTo>
                    <a:pt x="34576" y="92297"/>
                  </a:lnTo>
                  <a:lnTo>
                    <a:pt x="33814" y="93059"/>
                  </a:lnTo>
                  <a:lnTo>
                    <a:pt x="31813" y="94012"/>
                  </a:lnTo>
                  <a:lnTo>
                    <a:pt x="12382" y="99727"/>
                  </a:lnTo>
                  <a:lnTo>
                    <a:pt x="9811" y="101155"/>
                  </a:lnTo>
                  <a:lnTo>
                    <a:pt x="8477" y="102203"/>
                  </a:lnTo>
                  <a:lnTo>
                    <a:pt x="7715" y="102870"/>
                  </a:lnTo>
                  <a:lnTo>
                    <a:pt x="7239" y="103537"/>
                  </a:lnTo>
                  <a:lnTo>
                    <a:pt x="5048" y="107823"/>
                  </a:lnTo>
                  <a:lnTo>
                    <a:pt x="4572" y="108394"/>
                  </a:lnTo>
                  <a:lnTo>
                    <a:pt x="3715" y="109061"/>
                  </a:lnTo>
                  <a:lnTo>
                    <a:pt x="2857" y="109538"/>
                  </a:lnTo>
                  <a:lnTo>
                    <a:pt x="2381" y="109728"/>
                  </a:lnTo>
                  <a:lnTo>
                    <a:pt x="2381" y="109728"/>
                  </a:lnTo>
                  <a:lnTo>
                    <a:pt x="2000" y="109918"/>
                  </a:lnTo>
                  <a:lnTo>
                    <a:pt x="667" y="110776"/>
                  </a:lnTo>
                  <a:lnTo>
                    <a:pt x="190" y="111252"/>
                  </a:lnTo>
                  <a:lnTo>
                    <a:pt x="0" y="111823"/>
                  </a:lnTo>
                  <a:lnTo>
                    <a:pt x="0" y="112300"/>
                  </a:lnTo>
                  <a:lnTo>
                    <a:pt x="0" y="112681"/>
                  </a:lnTo>
                  <a:lnTo>
                    <a:pt x="95" y="113062"/>
                  </a:lnTo>
                  <a:lnTo>
                    <a:pt x="381" y="113633"/>
                  </a:lnTo>
                  <a:lnTo>
                    <a:pt x="2572" y="115824"/>
                  </a:lnTo>
                  <a:lnTo>
                    <a:pt x="5905" y="117729"/>
                  </a:lnTo>
                  <a:lnTo>
                    <a:pt x="6287" y="118110"/>
                  </a:lnTo>
                  <a:lnTo>
                    <a:pt x="6477" y="118491"/>
                  </a:lnTo>
                  <a:lnTo>
                    <a:pt x="6477" y="118872"/>
                  </a:lnTo>
                  <a:lnTo>
                    <a:pt x="6572" y="119253"/>
                  </a:lnTo>
                  <a:lnTo>
                    <a:pt x="6287" y="123825"/>
                  </a:lnTo>
                  <a:lnTo>
                    <a:pt x="6287" y="124587"/>
                  </a:lnTo>
                  <a:lnTo>
                    <a:pt x="6572" y="125444"/>
                  </a:lnTo>
                  <a:lnTo>
                    <a:pt x="7048" y="126492"/>
                  </a:lnTo>
                  <a:lnTo>
                    <a:pt x="10096" y="128588"/>
                  </a:lnTo>
                  <a:lnTo>
                    <a:pt x="11239" y="129730"/>
                  </a:lnTo>
                  <a:lnTo>
                    <a:pt x="11430" y="130492"/>
                  </a:lnTo>
                  <a:lnTo>
                    <a:pt x="11239" y="131064"/>
                  </a:lnTo>
                  <a:lnTo>
                    <a:pt x="8477" y="132397"/>
                  </a:lnTo>
                  <a:lnTo>
                    <a:pt x="7239" y="132588"/>
                  </a:lnTo>
                  <a:lnTo>
                    <a:pt x="6096" y="132588"/>
                  </a:lnTo>
                  <a:lnTo>
                    <a:pt x="4286" y="132017"/>
                  </a:lnTo>
                  <a:lnTo>
                    <a:pt x="3715" y="132112"/>
                  </a:lnTo>
                  <a:lnTo>
                    <a:pt x="3143" y="132207"/>
                  </a:lnTo>
                  <a:lnTo>
                    <a:pt x="2286" y="132683"/>
                  </a:lnTo>
                  <a:lnTo>
                    <a:pt x="1810" y="133064"/>
                  </a:lnTo>
                  <a:lnTo>
                    <a:pt x="1524" y="133636"/>
                  </a:lnTo>
                  <a:lnTo>
                    <a:pt x="1143" y="134588"/>
                  </a:lnTo>
                  <a:lnTo>
                    <a:pt x="1048" y="135160"/>
                  </a:lnTo>
                  <a:lnTo>
                    <a:pt x="1143" y="135541"/>
                  </a:lnTo>
                  <a:lnTo>
                    <a:pt x="1143" y="135636"/>
                  </a:lnTo>
                  <a:lnTo>
                    <a:pt x="1238" y="135731"/>
                  </a:lnTo>
                  <a:lnTo>
                    <a:pt x="3238" y="146780"/>
                  </a:lnTo>
                  <a:lnTo>
                    <a:pt x="3715" y="147733"/>
                  </a:lnTo>
                  <a:lnTo>
                    <a:pt x="4001" y="148209"/>
                  </a:lnTo>
                  <a:lnTo>
                    <a:pt x="4381" y="148685"/>
                  </a:lnTo>
                  <a:lnTo>
                    <a:pt x="4953" y="149162"/>
                  </a:lnTo>
                  <a:lnTo>
                    <a:pt x="5429" y="149447"/>
                  </a:lnTo>
                  <a:lnTo>
                    <a:pt x="10573" y="151352"/>
                  </a:lnTo>
                  <a:lnTo>
                    <a:pt x="11811" y="151638"/>
                  </a:lnTo>
                  <a:lnTo>
                    <a:pt x="12478" y="151638"/>
                  </a:lnTo>
                  <a:lnTo>
                    <a:pt x="12954" y="151543"/>
                  </a:lnTo>
                  <a:lnTo>
                    <a:pt x="14478" y="150971"/>
                  </a:lnTo>
                  <a:lnTo>
                    <a:pt x="15050" y="150876"/>
                  </a:lnTo>
                  <a:lnTo>
                    <a:pt x="15716" y="150876"/>
                  </a:lnTo>
                  <a:lnTo>
                    <a:pt x="18383" y="151352"/>
                  </a:lnTo>
                  <a:lnTo>
                    <a:pt x="19050" y="151638"/>
                  </a:lnTo>
                  <a:lnTo>
                    <a:pt x="19717" y="152400"/>
                  </a:lnTo>
                  <a:lnTo>
                    <a:pt x="20098" y="152876"/>
                  </a:lnTo>
                  <a:lnTo>
                    <a:pt x="20288" y="153543"/>
                  </a:lnTo>
                  <a:lnTo>
                    <a:pt x="20574" y="155162"/>
                  </a:lnTo>
                  <a:lnTo>
                    <a:pt x="20955" y="155924"/>
                  </a:lnTo>
                  <a:lnTo>
                    <a:pt x="21241" y="156400"/>
                  </a:lnTo>
                  <a:lnTo>
                    <a:pt x="21907" y="156972"/>
                  </a:lnTo>
                  <a:lnTo>
                    <a:pt x="22765" y="157543"/>
                  </a:lnTo>
                  <a:lnTo>
                    <a:pt x="23813" y="158305"/>
                  </a:lnTo>
                  <a:lnTo>
                    <a:pt x="25337" y="159925"/>
                  </a:lnTo>
                  <a:lnTo>
                    <a:pt x="26003" y="160401"/>
                  </a:lnTo>
                  <a:lnTo>
                    <a:pt x="26670" y="160592"/>
                  </a:lnTo>
                  <a:lnTo>
                    <a:pt x="27242" y="160496"/>
                  </a:lnTo>
                  <a:lnTo>
                    <a:pt x="27718" y="160401"/>
                  </a:lnTo>
                  <a:lnTo>
                    <a:pt x="28099" y="160115"/>
                  </a:lnTo>
                  <a:lnTo>
                    <a:pt x="28480" y="159734"/>
                  </a:lnTo>
                  <a:lnTo>
                    <a:pt x="28765" y="159353"/>
                  </a:lnTo>
                  <a:lnTo>
                    <a:pt x="29623" y="157829"/>
                  </a:lnTo>
                  <a:lnTo>
                    <a:pt x="29909" y="157448"/>
                  </a:lnTo>
                  <a:lnTo>
                    <a:pt x="30385" y="157163"/>
                  </a:lnTo>
                  <a:lnTo>
                    <a:pt x="30861" y="156972"/>
                  </a:lnTo>
                  <a:lnTo>
                    <a:pt x="32861" y="156972"/>
                  </a:lnTo>
                  <a:lnTo>
                    <a:pt x="33433" y="156877"/>
                  </a:lnTo>
                  <a:lnTo>
                    <a:pt x="34766" y="156210"/>
                  </a:lnTo>
                  <a:lnTo>
                    <a:pt x="35814" y="155924"/>
                  </a:lnTo>
                  <a:lnTo>
                    <a:pt x="36290" y="155829"/>
                  </a:lnTo>
                  <a:lnTo>
                    <a:pt x="36671" y="155734"/>
                  </a:lnTo>
                  <a:lnTo>
                    <a:pt x="36957" y="155543"/>
                  </a:lnTo>
                  <a:lnTo>
                    <a:pt x="37529" y="154876"/>
                  </a:lnTo>
                  <a:lnTo>
                    <a:pt x="37910" y="154591"/>
                  </a:lnTo>
                  <a:lnTo>
                    <a:pt x="38195" y="154496"/>
                  </a:lnTo>
                  <a:lnTo>
                    <a:pt x="39719" y="154305"/>
                  </a:lnTo>
                  <a:lnTo>
                    <a:pt x="40672" y="153829"/>
                  </a:lnTo>
                  <a:lnTo>
                    <a:pt x="41243" y="153734"/>
                  </a:lnTo>
                  <a:lnTo>
                    <a:pt x="41815" y="153734"/>
                  </a:lnTo>
                  <a:lnTo>
                    <a:pt x="42767" y="154019"/>
                  </a:lnTo>
                  <a:lnTo>
                    <a:pt x="46196" y="155638"/>
                  </a:lnTo>
                  <a:lnTo>
                    <a:pt x="46958" y="155734"/>
                  </a:lnTo>
                  <a:lnTo>
                    <a:pt x="47530" y="155734"/>
                  </a:lnTo>
                  <a:lnTo>
                    <a:pt x="51911" y="154686"/>
                  </a:lnTo>
                  <a:lnTo>
                    <a:pt x="52483" y="154686"/>
                  </a:lnTo>
                  <a:lnTo>
                    <a:pt x="54388" y="154972"/>
                  </a:lnTo>
                  <a:lnTo>
                    <a:pt x="54959" y="154876"/>
                  </a:lnTo>
                  <a:lnTo>
                    <a:pt x="59055" y="153543"/>
                  </a:lnTo>
                  <a:lnTo>
                    <a:pt x="60960" y="153352"/>
                  </a:lnTo>
                  <a:lnTo>
                    <a:pt x="61817" y="153543"/>
                  </a:lnTo>
                  <a:lnTo>
                    <a:pt x="62294" y="153829"/>
                  </a:lnTo>
                  <a:lnTo>
                    <a:pt x="62960" y="154114"/>
                  </a:lnTo>
                  <a:lnTo>
                    <a:pt x="64198" y="157829"/>
                  </a:lnTo>
                  <a:lnTo>
                    <a:pt x="66104" y="160972"/>
                  </a:lnTo>
                  <a:lnTo>
                    <a:pt x="71533" y="165544"/>
                  </a:lnTo>
                  <a:lnTo>
                    <a:pt x="73057" y="166402"/>
                  </a:lnTo>
                  <a:lnTo>
                    <a:pt x="77057" y="167545"/>
                  </a:lnTo>
                  <a:lnTo>
                    <a:pt x="78962" y="167735"/>
                  </a:lnTo>
                  <a:lnTo>
                    <a:pt x="80867" y="167450"/>
                  </a:lnTo>
                  <a:lnTo>
                    <a:pt x="81915" y="166973"/>
                  </a:lnTo>
                  <a:lnTo>
                    <a:pt x="82868" y="166306"/>
                  </a:lnTo>
                  <a:lnTo>
                    <a:pt x="83153" y="165640"/>
                  </a:lnTo>
                  <a:lnTo>
                    <a:pt x="83344" y="165068"/>
                  </a:lnTo>
                  <a:lnTo>
                    <a:pt x="83344" y="164401"/>
                  </a:lnTo>
                  <a:lnTo>
                    <a:pt x="83248" y="163830"/>
                  </a:lnTo>
                  <a:lnTo>
                    <a:pt x="83058" y="163259"/>
                  </a:lnTo>
                  <a:lnTo>
                    <a:pt x="82772" y="162877"/>
                  </a:lnTo>
                  <a:lnTo>
                    <a:pt x="80772" y="161544"/>
                  </a:lnTo>
                  <a:lnTo>
                    <a:pt x="80677" y="161449"/>
                  </a:lnTo>
                  <a:lnTo>
                    <a:pt x="80486" y="161258"/>
                  </a:lnTo>
                  <a:lnTo>
                    <a:pt x="80296" y="160972"/>
                  </a:lnTo>
                  <a:lnTo>
                    <a:pt x="80201" y="160496"/>
                  </a:lnTo>
                  <a:lnTo>
                    <a:pt x="80201" y="159925"/>
                  </a:lnTo>
                  <a:lnTo>
                    <a:pt x="80391" y="159353"/>
                  </a:lnTo>
                  <a:lnTo>
                    <a:pt x="80963" y="158782"/>
                  </a:lnTo>
                  <a:lnTo>
                    <a:pt x="81725" y="158210"/>
                  </a:lnTo>
                  <a:lnTo>
                    <a:pt x="85630" y="156115"/>
                  </a:lnTo>
                  <a:lnTo>
                    <a:pt x="88297" y="155734"/>
                  </a:lnTo>
                  <a:lnTo>
                    <a:pt x="89154" y="155162"/>
                  </a:lnTo>
                  <a:lnTo>
                    <a:pt x="89630" y="154591"/>
                  </a:lnTo>
                  <a:lnTo>
                    <a:pt x="89916" y="153162"/>
                  </a:lnTo>
                  <a:lnTo>
                    <a:pt x="90106" y="152686"/>
                  </a:lnTo>
                  <a:lnTo>
                    <a:pt x="90392" y="152305"/>
                  </a:lnTo>
                  <a:lnTo>
                    <a:pt x="90869" y="151829"/>
                  </a:lnTo>
                  <a:lnTo>
                    <a:pt x="91250" y="151447"/>
                  </a:lnTo>
                  <a:lnTo>
                    <a:pt x="94488" y="150019"/>
                  </a:lnTo>
                  <a:lnTo>
                    <a:pt x="95250" y="149923"/>
                  </a:lnTo>
                  <a:lnTo>
                    <a:pt x="96298" y="150019"/>
                  </a:lnTo>
                  <a:lnTo>
                    <a:pt x="100203" y="150876"/>
                  </a:lnTo>
                  <a:lnTo>
                    <a:pt x="109633" y="150971"/>
                  </a:lnTo>
                  <a:lnTo>
                    <a:pt x="110776" y="150400"/>
                  </a:lnTo>
                  <a:lnTo>
                    <a:pt x="111062" y="150114"/>
                  </a:lnTo>
                  <a:lnTo>
                    <a:pt x="111823" y="149257"/>
                  </a:lnTo>
                  <a:lnTo>
                    <a:pt x="114586" y="145256"/>
                  </a:lnTo>
                  <a:lnTo>
                    <a:pt x="116205" y="142304"/>
                  </a:lnTo>
                  <a:lnTo>
                    <a:pt x="116014" y="141542"/>
                  </a:lnTo>
                  <a:lnTo>
                    <a:pt x="116014" y="140970"/>
                  </a:lnTo>
                  <a:lnTo>
                    <a:pt x="116110" y="139827"/>
                  </a:lnTo>
                  <a:lnTo>
                    <a:pt x="116205" y="139351"/>
                  </a:lnTo>
                  <a:lnTo>
                    <a:pt x="116491" y="138779"/>
                  </a:lnTo>
                  <a:lnTo>
                    <a:pt x="118491" y="135541"/>
                  </a:lnTo>
                  <a:lnTo>
                    <a:pt x="118586" y="135255"/>
                  </a:lnTo>
                  <a:lnTo>
                    <a:pt x="119158" y="134112"/>
                  </a:lnTo>
                  <a:lnTo>
                    <a:pt x="119920" y="133255"/>
                  </a:lnTo>
                  <a:lnTo>
                    <a:pt x="120301" y="132017"/>
                  </a:lnTo>
                  <a:lnTo>
                    <a:pt x="120491" y="131064"/>
                  </a:lnTo>
                  <a:lnTo>
                    <a:pt x="120396" y="130397"/>
                  </a:lnTo>
                  <a:lnTo>
                    <a:pt x="119348" y="127159"/>
                  </a:lnTo>
                  <a:lnTo>
                    <a:pt x="119158" y="126683"/>
                  </a:lnTo>
                  <a:lnTo>
                    <a:pt x="118872" y="126206"/>
                  </a:lnTo>
                  <a:lnTo>
                    <a:pt x="118586" y="126016"/>
                  </a:lnTo>
                  <a:lnTo>
                    <a:pt x="118301" y="126111"/>
                  </a:lnTo>
                  <a:lnTo>
                    <a:pt x="117824" y="126683"/>
                  </a:lnTo>
                  <a:lnTo>
                    <a:pt x="117443" y="127349"/>
                  </a:lnTo>
                  <a:lnTo>
                    <a:pt x="116872" y="127349"/>
                  </a:lnTo>
                  <a:lnTo>
                    <a:pt x="116491" y="127159"/>
                  </a:lnTo>
                  <a:lnTo>
                    <a:pt x="115634" y="126492"/>
                  </a:lnTo>
                  <a:lnTo>
                    <a:pt x="115157" y="126206"/>
                  </a:lnTo>
                  <a:lnTo>
                    <a:pt x="114110" y="125825"/>
                  </a:lnTo>
                  <a:lnTo>
                    <a:pt x="113729" y="125635"/>
                  </a:lnTo>
                  <a:lnTo>
                    <a:pt x="113538" y="125349"/>
                  </a:lnTo>
                  <a:lnTo>
                    <a:pt x="112681" y="124301"/>
                  </a:lnTo>
                  <a:lnTo>
                    <a:pt x="112014" y="123539"/>
                  </a:lnTo>
                  <a:lnTo>
                    <a:pt x="111347" y="122777"/>
                  </a:lnTo>
                  <a:lnTo>
                    <a:pt x="110966" y="122396"/>
                  </a:lnTo>
                  <a:lnTo>
                    <a:pt x="110490" y="122110"/>
                  </a:lnTo>
                  <a:lnTo>
                    <a:pt x="109347" y="121920"/>
                  </a:lnTo>
                  <a:lnTo>
                    <a:pt x="108871" y="121634"/>
                  </a:lnTo>
                  <a:lnTo>
                    <a:pt x="108585" y="121253"/>
                  </a:lnTo>
                  <a:lnTo>
                    <a:pt x="108395" y="119920"/>
                  </a:lnTo>
                  <a:lnTo>
                    <a:pt x="108204" y="119158"/>
                  </a:lnTo>
                  <a:lnTo>
                    <a:pt x="106775" y="117062"/>
                  </a:lnTo>
                  <a:lnTo>
                    <a:pt x="106109" y="115633"/>
                  </a:lnTo>
                  <a:lnTo>
                    <a:pt x="105728" y="114681"/>
                  </a:lnTo>
                  <a:lnTo>
                    <a:pt x="105632" y="114014"/>
                  </a:lnTo>
                  <a:lnTo>
                    <a:pt x="105728" y="113443"/>
                  </a:lnTo>
                  <a:lnTo>
                    <a:pt x="105823" y="112776"/>
                  </a:lnTo>
                  <a:lnTo>
                    <a:pt x="106680" y="109728"/>
                  </a:lnTo>
                  <a:lnTo>
                    <a:pt x="106871" y="108490"/>
                  </a:lnTo>
                  <a:lnTo>
                    <a:pt x="107347" y="107823"/>
                  </a:lnTo>
                  <a:lnTo>
                    <a:pt x="108013" y="107251"/>
                  </a:lnTo>
                  <a:lnTo>
                    <a:pt x="109633" y="106489"/>
                  </a:lnTo>
                  <a:lnTo>
                    <a:pt x="112490" y="105918"/>
                  </a:lnTo>
                  <a:lnTo>
                    <a:pt x="125159" y="106204"/>
                  </a:lnTo>
                  <a:lnTo>
                    <a:pt x="125730" y="106013"/>
                  </a:lnTo>
                  <a:lnTo>
                    <a:pt x="126492" y="105727"/>
                  </a:lnTo>
                  <a:lnTo>
                    <a:pt x="131254" y="103060"/>
                  </a:lnTo>
                  <a:lnTo>
                    <a:pt x="145256" y="100108"/>
                  </a:lnTo>
                  <a:lnTo>
                    <a:pt x="149162" y="99346"/>
                  </a:lnTo>
                  <a:lnTo>
                    <a:pt x="150209" y="98965"/>
                  </a:lnTo>
                  <a:lnTo>
                    <a:pt x="150590" y="98584"/>
                  </a:lnTo>
                  <a:lnTo>
                    <a:pt x="150971" y="98298"/>
                  </a:lnTo>
                  <a:lnTo>
                    <a:pt x="151352" y="97631"/>
                  </a:lnTo>
                  <a:lnTo>
                    <a:pt x="151733" y="96774"/>
                  </a:lnTo>
                  <a:lnTo>
                    <a:pt x="152686" y="94297"/>
                  </a:lnTo>
                  <a:lnTo>
                    <a:pt x="153067" y="93535"/>
                  </a:lnTo>
                  <a:lnTo>
                    <a:pt x="153257" y="93250"/>
                  </a:lnTo>
                  <a:lnTo>
                    <a:pt x="154877" y="91535"/>
                  </a:lnTo>
                  <a:lnTo>
                    <a:pt x="155162" y="90964"/>
                  </a:lnTo>
                  <a:lnTo>
                    <a:pt x="155543" y="90202"/>
                  </a:lnTo>
                  <a:lnTo>
                    <a:pt x="155734" y="89535"/>
                  </a:lnTo>
                  <a:lnTo>
                    <a:pt x="155829" y="88868"/>
                  </a:lnTo>
                  <a:lnTo>
                    <a:pt x="155638" y="87058"/>
                  </a:lnTo>
                  <a:lnTo>
                    <a:pt x="154591" y="82963"/>
                  </a:lnTo>
                  <a:lnTo>
                    <a:pt x="152590" y="81915"/>
                  </a:lnTo>
                  <a:lnTo>
                    <a:pt x="149162" y="78772"/>
                  </a:lnTo>
                  <a:lnTo>
                    <a:pt x="147733" y="77248"/>
                  </a:lnTo>
                  <a:lnTo>
                    <a:pt x="147161" y="76390"/>
                  </a:lnTo>
                  <a:lnTo>
                    <a:pt x="146113" y="74581"/>
                  </a:lnTo>
                  <a:lnTo>
                    <a:pt x="145542" y="73057"/>
                  </a:lnTo>
                  <a:lnTo>
                    <a:pt x="145352" y="71914"/>
                  </a:lnTo>
                  <a:lnTo>
                    <a:pt x="145161" y="69628"/>
                  </a:lnTo>
                  <a:lnTo>
                    <a:pt x="145161" y="68771"/>
                  </a:lnTo>
                  <a:lnTo>
                    <a:pt x="145447" y="65437"/>
                  </a:lnTo>
                  <a:lnTo>
                    <a:pt x="145447" y="64008"/>
                  </a:lnTo>
                  <a:lnTo>
                    <a:pt x="145256" y="63246"/>
                  </a:lnTo>
                  <a:lnTo>
                    <a:pt x="145161" y="62865"/>
                  </a:lnTo>
                  <a:lnTo>
                    <a:pt x="144685" y="62389"/>
                  </a:lnTo>
                  <a:lnTo>
                    <a:pt x="143923" y="61913"/>
                  </a:lnTo>
                  <a:lnTo>
                    <a:pt x="142780" y="60960"/>
                  </a:lnTo>
                  <a:lnTo>
                    <a:pt x="141732" y="59722"/>
                  </a:lnTo>
                  <a:lnTo>
                    <a:pt x="141065" y="58579"/>
                  </a:lnTo>
                  <a:lnTo>
                    <a:pt x="140779" y="57912"/>
                  </a:lnTo>
                  <a:lnTo>
                    <a:pt x="140779" y="57531"/>
                  </a:lnTo>
                  <a:lnTo>
                    <a:pt x="140779" y="57150"/>
                  </a:lnTo>
                  <a:lnTo>
                    <a:pt x="140875" y="56388"/>
                  </a:lnTo>
                  <a:lnTo>
                    <a:pt x="141256" y="55150"/>
                  </a:lnTo>
                  <a:lnTo>
                    <a:pt x="141827" y="54007"/>
                  </a:lnTo>
                  <a:lnTo>
                    <a:pt x="145542" y="50292"/>
                  </a:lnTo>
                  <a:lnTo>
                    <a:pt x="146876" y="49435"/>
                  </a:lnTo>
                  <a:lnTo>
                    <a:pt x="148685" y="48673"/>
                  </a:lnTo>
                  <a:lnTo>
                    <a:pt x="152305" y="47720"/>
                  </a:lnTo>
                  <a:lnTo>
                    <a:pt x="154781" y="47530"/>
                  </a:lnTo>
                  <a:lnTo>
                    <a:pt x="158020" y="47720"/>
                  </a:lnTo>
                  <a:lnTo>
                    <a:pt x="158972" y="47434"/>
                  </a:lnTo>
                  <a:lnTo>
                    <a:pt x="159734" y="46292"/>
                  </a:lnTo>
                  <a:lnTo>
                    <a:pt x="159925" y="45339"/>
                  </a:lnTo>
                  <a:lnTo>
                    <a:pt x="160496" y="44196"/>
                  </a:lnTo>
                  <a:lnTo>
                    <a:pt x="161163" y="43243"/>
                  </a:lnTo>
                  <a:lnTo>
                    <a:pt x="165163" y="41719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36" name="Freeform: Shape 38">
              <a:extLst>
                <a:ext uri="{FF2B5EF4-FFF2-40B4-BE49-F238E27FC236}">
                  <a16:creationId xmlns:a16="http://schemas.microsoft.com/office/drawing/2014/main" id="{A4199B5C-D540-9C0C-DFE5-3313F8D3817E}"/>
                </a:ext>
              </a:extLst>
            </p:cNvPr>
            <p:cNvSpPr/>
            <p:nvPr/>
          </p:nvSpPr>
          <p:spPr>
            <a:xfrm>
              <a:off x="4144042" y="4651883"/>
              <a:ext cx="371475" cy="485775"/>
            </a:xfrm>
            <a:custGeom>
              <a:avLst/>
              <a:gdLst>
                <a:gd name="connsiteX0" fmla="*/ 380047 w 371475"/>
                <a:gd name="connsiteY0" fmla="*/ 332613 h 485775"/>
                <a:gd name="connsiteX1" fmla="*/ 376999 w 371475"/>
                <a:gd name="connsiteY1" fmla="*/ 332803 h 485775"/>
                <a:gd name="connsiteX2" fmla="*/ 375666 w 371475"/>
                <a:gd name="connsiteY2" fmla="*/ 332613 h 485775"/>
                <a:gd name="connsiteX3" fmla="*/ 373475 w 371475"/>
                <a:gd name="connsiteY3" fmla="*/ 331851 h 485775"/>
                <a:gd name="connsiteX4" fmla="*/ 372618 w 371475"/>
                <a:gd name="connsiteY4" fmla="*/ 331279 h 485775"/>
                <a:gd name="connsiteX5" fmla="*/ 371761 w 371475"/>
                <a:gd name="connsiteY5" fmla="*/ 330517 h 485775"/>
                <a:gd name="connsiteX6" fmla="*/ 369094 w 371475"/>
                <a:gd name="connsiteY6" fmla="*/ 330899 h 485775"/>
                <a:gd name="connsiteX7" fmla="*/ 367951 w 371475"/>
                <a:gd name="connsiteY7" fmla="*/ 330517 h 485775"/>
                <a:gd name="connsiteX8" fmla="*/ 366998 w 371475"/>
                <a:gd name="connsiteY8" fmla="*/ 329946 h 485775"/>
                <a:gd name="connsiteX9" fmla="*/ 362140 w 371475"/>
                <a:gd name="connsiteY9" fmla="*/ 328136 h 485775"/>
                <a:gd name="connsiteX10" fmla="*/ 360140 w 371475"/>
                <a:gd name="connsiteY10" fmla="*/ 327850 h 485775"/>
                <a:gd name="connsiteX11" fmla="*/ 359283 w 371475"/>
                <a:gd name="connsiteY11" fmla="*/ 327469 h 485775"/>
                <a:gd name="connsiteX12" fmla="*/ 358712 w 371475"/>
                <a:gd name="connsiteY12" fmla="*/ 327088 h 485775"/>
                <a:gd name="connsiteX13" fmla="*/ 358521 w 371475"/>
                <a:gd name="connsiteY13" fmla="*/ 326612 h 485775"/>
                <a:gd name="connsiteX14" fmla="*/ 358330 w 371475"/>
                <a:gd name="connsiteY14" fmla="*/ 326136 h 485775"/>
                <a:gd name="connsiteX15" fmla="*/ 358235 w 371475"/>
                <a:gd name="connsiteY15" fmla="*/ 325660 h 485775"/>
                <a:gd name="connsiteX16" fmla="*/ 358140 w 371475"/>
                <a:gd name="connsiteY16" fmla="*/ 324612 h 485775"/>
                <a:gd name="connsiteX17" fmla="*/ 358426 w 371475"/>
                <a:gd name="connsiteY17" fmla="*/ 321374 h 485775"/>
                <a:gd name="connsiteX18" fmla="*/ 358426 w 371475"/>
                <a:gd name="connsiteY18" fmla="*/ 320897 h 485775"/>
                <a:gd name="connsiteX19" fmla="*/ 358330 w 371475"/>
                <a:gd name="connsiteY19" fmla="*/ 320421 h 485775"/>
                <a:gd name="connsiteX20" fmla="*/ 358235 w 371475"/>
                <a:gd name="connsiteY20" fmla="*/ 319850 h 485775"/>
                <a:gd name="connsiteX21" fmla="*/ 358045 w 371475"/>
                <a:gd name="connsiteY21" fmla="*/ 319373 h 485775"/>
                <a:gd name="connsiteX22" fmla="*/ 357854 w 371475"/>
                <a:gd name="connsiteY22" fmla="*/ 318897 h 485775"/>
                <a:gd name="connsiteX23" fmla="*/ 357569 w 371475"/>
                <a:gd name="connsiteY23" fmla="*/ 318421 h 485775"/>
                <a:gd name="connsiteX24" fmla="*/ 357188 w 371475"/>
                <a:gd name="connsiteY24" fmla="*/ 318230 h 485775"/>
                <a:gd name="connsiteX25" fmla="*/ 356902 w 371475"/>
                <a:gd name="connsiteY25" fmla="*/ 318325 h 485775"/>
                <a:gd name="connsiteX26" fmla="*/ 356521 w 371475"/>
                <a:gd name="connsiteY26" fmla="*/ 318516 h 485775"/>
                <a:gd name="connsiteX27" fmla="*/ 356235 w 371475"/>
                <a:gd name="connsiteY27" fmla="*/ 318802 h 485775"/>
                <a:gd name="connsiteX28" fmla="*/ 355759 w 371475"/>
                <a:gd name="connsiteY28" fmla="*/ 319564 h 485775"/>
                <a:gd name="connsiteX29" fmla="*/ 355378 w 371475"/>
                <a:gd name="connsiteY29" fmla="*/ 319850 h 485775"/>
                <a:gd name="connsiteX30" fmla="*/ 354997 w 371475"/>
                <a:gd name="connsiteY30" fmla="*/ 320135 h 485775"/>
                <a:gd name="connsiteX31" fmla="*/ 354521 w 371475"/>
                <a:gd name="connsiteY31" fmla="*/ 320326 h 485775"/>
                <a:gd name="connsiteX32" fmla="*/ 354044 w 371475"/>
                <a:gd name="connsiteY32" fmla="*/ 320326 h 485775"/>
                <a:gd name="connsiteX33" fmla="*/ 352330 w 371475"/>
                <a:gd name="connsiteY33" fmla="*/ 320135 h 485775"/>
                <a:gd name="connsiteX34" fmla="*/ 351758 w 371475"/>
                <a:gd name="connsiteY34" fmla="*/ 320135 h 485775"/>
                <a:gd name="connsiteX35" fmla="*/ 350806 w 371475"/>
                <a:gd name="connsiteY35" fmla="*/ 320516 h 485775"/>
                <a:gd name="connsiteX36" fmla="*/ 350044 w 371475"/>
                <a:gd name="connsiteY36" fmla="*/ 320611 h 485775"/>
                <a:gd name="connsiteX37" fmla="*/ 348520 w 371475"/>
                <a:gd name="connsiteY37" fmla="*/ 320326 h 485775"/>
                <a:gd name="connsiteX38" fmla="*/ 343757 w 371475"/>
                <a:gd name="connsiteY38" fmla="*/ 318135 h 485775"/>
                <a:gd name="connsiteX39" fmla="*/ 342710 w 371475"/>
                <a:gd name="connsiteY39" fmla="*/ 318230 h 485775"/>
                <a:gd name="connsiteX40" fmla="*/ 337376 w 371475"/>
                <a:gd name="connsiteY40" fmla="*/ 321945 h 485775"/>
                <a:gd name="connsiteX41" fmla="*/ 335661 w 371475"/>
                <a:gd name="connsiteY41" fmla="*/ 322707 h 485775"/>
                <a:gd name="connsiteX42" fmla="*/ 314992 w 371475"/>
                <a:gd name="connsiteY42" fmla="*/ 323945 h 485775"/>
                <a:gd name="connsiteX43" fmla="*/ 313944 w 371475"/>
                <a:gd name="connsiteY43" fmla="*/ 323755 h 485775"/>
                <a:gd name="connsiteX44" fmla="*/ 313658 w 371475"/>
                <a:gd name="connsiteY44" fmla="*/ 323469 h 485775"/>
                <a:gd name="connsiteX45" fmla="*/ 313468 w 371475"/>
                <a:gd name="connsiteY45" fmla="*/ 323088 h 485775"/>
                <a:gd name="connsiteX46" fmla="*/ 312991 w 371475"/>
                <a:gd name="connsiteY46" fmla="*/ 321754 h 485775"/>
                <a:gd name="connsiteX47" fmla="*/ 312706 w 371475"/>
                <a:gd name="connsiteY47" fmla="*/ 321278 h 485775"/>
                <a:gd name="connsiteX48" fmla="*/ 312515 w 371475"/>
                <a:gd name="connsiteY48" fmla="*/ 320897 h 485775"/>
                <a:gd name="connsiteX49" fmla="*/ 311087 w 371475"/>
                <a:gd name="connsiteY49" fmla="*/ 319659 h 485775"/>
                <a:gd name="connsiteX50" fmla="*/ 310801 w 371475"/>
                <a:gd name="connsiteY50" fmla="*/ 319373 h 485775"/>
                <a:gd name="connsiteX51" fmla="*/ 310134 w 371475"/>
                <a:gd name="connsiteY51" fmla="*/ 318802 h 485775"/>
                <a:gd name="connsiteX52" fmla="*/ 308991 w 371475"/>
                <a:gd name="connsiteY52" fmla="*/ 316420 h 485775"/>
                <a:gd name="connsiteX53" fmla="*/ 308610 w 371475"/>
                <a:gd name="connsiteY53" fmla="*/ 315087 h 485775"/>
                <a:gd name="connsiteX54" fmla="*/ 308610 w 371475"/>
                <a:gd name="connsiteY54" fmla="*/ 314516 h 485775"/>
                <a:gd name="connsiteX55" fmla="*/ 308705 w 371475"/>
                <a:gd name="connsiteY55" fmla="*/ 313944 h 485775"/>
                <a:gd name="connsiteX56" fmla="*/ 308801 w 371475"/>
                <a:gd name="connsiteY56" fmla="*/ 313182 h 485775"/>
                <a:gd name="connsiteX57" fmla="*/ 309086 w 371475"/>
                <a:gd name="connsiteY57" fmla="*/ 312420 h 485775"/>
                <a:gd name="connsiteX58" fmla="*/ 309372 w 371475"/>
                <a:gd name="connsiteY58" fmla="*/ 311944 h 485775"/>
                <a:gd name="connsiteX59" fmla="*/ 309753 w 371475"/>
                <a:gd name="connsiteY59" fmla="*/ 311658 h 485775"/>
                <a:gd name="connsiteX60" fmla="*/ 313468 w 371475"/>
                <a:gd name="connsiteY60" fmla="*/ 310325 h 485775"/>
                <a:gd name="connsiteX61" fmla="*/ 313944 w 371475"/>
                <a:gd name="connsiteY61" fmla="*/ 310039 h 485775"/>
                <a:gd name="connsiteX62" fmla="*/ 314515 w 371475"/>
                <a:gd name="connsiteY62" fmla="*/ 309658 h 485775"/>
                <a:gd name="connsiteX63" fmla="*/ 315278 w 371475"/>
                <a:gd name="connsiteY63" fmla="*/ 308896 h 485775"/>
                <a:gd name="connsiteX64" fmla="*/ 315849 w 371475"/>
                <a:gd name="connsiteY64" fmla="*/ 307943 h 485775"/>
                <a:gd name="connsiteX65" fmla="*/ 320135 w 371475"/>
                <a:gd name="connsiteY65" fmla="*/ 296323 h 485775"/>
                <a:gd name="connsiteX66" fmla="*/ 320230 w 371475"/>
                <a:gd name="connsiteY66" fmla="*/ 295084 h 485775"/>
                <a:gd name="connsiteX67" fmla="*/ 320230 w 371475"/>
                <a:gd name="connsiteY67" fmla="*/ 294037 h 485775"/>
                <a:gd name="connsiteX68" fmla="*/ 320040 w 371475"/>
                <a:gd name="connsiteY68" fmla="*/ 293560 h 485775"/>
                <a:gd name="connsiteX69" fmla="*/ 319469 w 371475"/>
                <a:gd name="connsiteY69" fmla="*/ 292227 h 485775"/>
                <a:gd name="connsiteX70" fmla="*/ 319373 w 371475"/>
                <a:gd name="connsiteY70" fmla="*/ 291846 h 485775"/>
                <a:gd name="connsiteX71" fmla="*/ 319183 w 371475"/>
                <a:gd name="connsiteY71" fmla="*/ 291275 h 485775"/>
                <a:gd name="connsiteX72" fmla="*/ 319183 w 371475"/>
                <a:gd name="connsiteY72" fmla="*/ 290798 h 485775"/>
                <a:gd name="connsiteX73" fmla="*/ 319183 w 371475"/>
                <a:gd name="connsiteY73" fmla="*/ 288417 h 485775"/>
                <a:gd name="connsiteX74" fmla="*/ 319088 w 371475"/>
                <a:gd name="connsiteY74" fmla="*/ 287846 h 485775"/>
                <a:gd name="connsiteX75" fmla="*/ 318992 w 371475"/>
                <a:gd name="connsiteY75" fmla="*/ 287179 h 485775"/>
                <a:gd name="connsiteX76" fmla="*/ 318706 w 371475"/>
                <a:gd name="connsiteY76" fmla="*/ 286798 h 485775"/>
                <a:gd name="connsiteX77" fmla="*/ 318516 w 371475"/>
                <a:gd name="connsiteY77" fmla="*/ 286512 h 485775"/>
                <a:gd name="connsiteX78" fmla="*/ 318230 w 371475"/>
                <a:gd name="connsiteY78" fmla="*/ 286321 h 485775"/>
                <a:gd name="connsiteX79" fmla="*/ 317754 w 371475"/>
                <a:gd name="connsiteY79" fmla="*/ 286131 h 485775"/>
                <a:gd name="connsiteX80" fmla="*/ 317182 w 371475"/>
                <a:gd name="connsiteY80" fmla="*/ 286036 h 485775"/>
                <a:gd name="connsiteX81" fmla="*/ 316706 w 371475"/>
                <a:gd name="connsiteY81" fmla="*/ 286036 h 485775"/>
                <a:gd name="connsiteX82" fmla="*/ 316230 w 371475"/>
                <a:gd name="connsiteY82" fmla="*/ 286226 h 485775"/>
                <a:gd name="connsiteX83" fmla="*/ 315468 w 371475"/>
                <a:gd name="connsiteY83" fmla="*/ 286702 h 485775"/>
                <a:gd name="connsiteX84" fmla="*/ 314992 w 371475"/>
                <a:gd name="connsiteY84" fmla="*/ 286893 h 485775"/>
                <a:gd name="connsiteX85" fmla="*/ 314515 w 371475"/>
                <a:gd name="connsiteY85" fmla="*/ 286893 h 485775"/>
                <a:gd name="connsiteX86" fmla="*/ 314039 w 371475"/>
                <a:gd name="connsiteY86" fmla="*/ 286702 h 485775"/>
                <a:gd name="connsiteX87" fmla="*/ 313658 w 371475"/>
                <a:gd name="connsiteY87" fmla="*/ 286417 h 485775"/>
                <a:gd name="connsiteX88" fmla="*/ 313468 w 371475"/>
                <a:gd name="connsiteY88" fmla="*/ 286036 h 485775"/>
                <a:gd name="connsiteX89" fmla="*/ 313372 w 371475"/>
                <a:gd name="connsiteY89" fmla="*/ 285559 h 485775"/>
                <a:gd name="connsiteX90" fmla="*/ 313182 w 371475"/>
                <a:gd name="connsiteY90" fmla="*/ 283655 h 485775"/>
                <a:gd name="connsiteX91" fmla="*/ 312801 w 371475"/>
                <a:gd name="connsiteY91" fmla="*/ 282797 h 485775"/>
                <a:gd name="connsiteX92" fmla="*/ 312420 w 371475"/>
                <a:gd name="connsiteY92" fmla="*/ 282321 h 485775"/>
                <a:gd name="connsiteX93" fmla="*/ 311848 w 371475"/>
                <a:gd name="connsiteY93" fmla="*/ 282130 h 485775"/>
                <a:gd name="connsiteX94" fmla="*/ 311372 w 371475"/>
                <a:gd name="connsiteY94" fmla="*/ 282226 h 485775"/>
                <a:gd name="connsiteX95" fmla="*/ 310896 w 371475"/>
                <a:gd name="connsiteY95" fmla="*/ 282416 h 485775"/>
                <a:gd name="connsiteX96" fmla="*/ 310610 w 371475"/>
                <a:gd name="connsiteY96" fmla="*/ 282702 h 485775"/>
                <a:gd name="connsiteX97" fmla="*/ 310229 w 371475"/>
                <a:gd name="connsiteY97" fmla="*/ 283083 h 485775"/>
                <a:gd name="connsiteX98" fmla="*/ 310039 w 371475"/>
                <a:gd name="connsiteY98" fmla="*/ 283464 h 485775"/>
                <a:gd name="connsiteX99" fmla="*/ 309563 w 371475"/>
                <a:gd name="connsiteY99" fmla="*/ 284417 h 485775"/>
                <a:gd name="connsiteX100" fmla="*/ 309277 w 371475"/>
                <a:gd name="connsiteY100" fmla="*/ 284797 h 485775"/>
                <a:gd name="connsiteX101" fmla="*/ 308991 w 371475"/>
                <a:gd name="connsiteY101" fmla="*/ 285179 h 485775"/>
                <a:gd name="connsiteX102" fmla="*/ 308610 w 371475"/>
                <a:gd name="connsiteY102" fmla="*/ 285464 h 485775"/>
                <a:gd name="connsiteX103" fmla="*/ 308038 w 371475"/>
                <a:gd name="connsiteY103" fmla="*/ 285559 h 485775"/>
                <a:gd name="connsiteX104" fmla="*/ 307562 w 371475"/>
                <a:gd name="connsiteY104" fmla="*/ 285559 h 485775"/>
                <a:gd name="connsiteX105" fmla="*/ 306514 w 371475"/>
                <a:gd name="connsiteY105" fmla="*/ 285369 h 485775"/>
                <a:gd name="connsiteX106" fmla="*/ 304133 w 371475"/>
                <a:gd name="connsiteY106" fmla="*/ 284702 h 485775"/>
                <a:gd name="connsiteX107" fmla="*/ 303657 w 371475"/>
                <a:gd name="connsiteY107" fmla="*/ 284417 h 485775"/>
                <a:gd name="connsiteX108" fmla="*/ 303181 w 371475"/>
                <a:gd name="connsiteY108" fmla="*/ 284035 h 485775"/>
                <a:gd name="connsiteX109" fmla="*/ 302609 w 371475"/>
                <a:gd name="connsiteY109" fmla="*/ 283273 h 485775"/>
                <a:gd name="connsiteX110" fmla="*/ 302514 w 371475"/>
                <a:gd name="connsiteY110" fmla="*/ 282702 h 485775"/>
                <a:gd name="connsiteX111" fmla="*/ 302609 w 371475"/>
                <a:gd name="connsiteY111" fmla="*/ 282130 h 485775"/>
                <a:gd name="connsiteX112" fmla="*/ 302895 w 371475"/>
                <a:gd name="connsiteY112" fmla="*/ 281750 h 485775"/>
                <a:gd name="connsiteX113" fmla="*/ 303181 w 371475"/>
                <a:gd name="connsiteY113" fmla="*/ 281368 h 485775"/>
                <a:gd name="connsiteX114" fmla="*/ 303847 w 371475"/>
                <a:gd name="connsiteY114" fmla="*/ 280702 h 485775"/>
                <a:gd name="connsiteX115" fmla="*/ 304133 w 371475"/>
                <a:gd name="connsiteY115" fmla="*/ 280225 h 485775"/>
                <a:gd name="connsiteX116" fmla="*/ 304419 w 371475"/>
                <a:gd name="connsiteY116" fmla="*/ 279654 h 485775"/>
                <a:gd name="connsiteX117" fmla="*/ 304419 w 371475"/>
                <a:gd name="connsiteY117" fmla="*/ 279178 h 485775"/>
                <a:gd name="connsiteX118" fmla="*/ 304133 w 371475"/>
                <a:gd name="connsiteY118" fmla="*/ 278892 h 485775"/>
                <a:gd name="connsiteX119" fmla="*/ 303752 w 371475"/>
                <a:gd name="connsiteY119" fmla="*/ 278606 h 485775"/>
                <a:gd name="connsiteX120" fmla="*/ 300704 w 371475"/>
                <a:gd name="connsiteY120" fmla="*/ 277368 h 485775"/>
                <a:gd name="connsiteX121" fmla="*/ 295180 w 371475"/>
                <a:gd name="connsiteY121" fmla="*/ 276415 h 485775"/>
                <a:gd name="connsiteX122" fmla="*/ 294227 w 371475"/>
                <a:gd name="connsiteY122" fmla="*/ 276034 h 485775"/>
                <a:gd name="connsiteX123" fmla="*/ 293751 w 371475"/>
                <a:gd name="connsiteY123" fmla="*/ 275749 h 485775"/>
                <a:gd name="connsiteX124" fmla="*/ 293465 w 371475"/>
                <a:gd name="connsiteY124" fmla="*/ 275463 h 485775"/>
                <a:gd name="connsiteX125" fmla="*/ 292894 w 371475"/>
                <a:gd name="connsiteY125" fmla="*/ 274606 h 485775"/>
                <a:gd name="connsiteX126" fmla="*/ 292513 w 371475"/>
                <a:gd name="connsiteY126" fmla="*/ 274320 h 485775"/>
                <a:gd name="connsiteX127" fmla="*/ 292132 w 371475"/>
                <a:gd name="connsiteY127" fmla="*/ 274130 h 485775"/>
                <a:gd name="connsiteX128" fmla="*/ 291179 w 371475"/>
                <a:gd name="connsiteY128" fmla="*/ 273748 h 485775"/>
                <a:gd name="connsiteX129" fmla="*/ 290608 w 371475"/>
                <a:gd name="connsiteY129" fmla="*/ 273367 h 485775"/>
                <a:gd name="connsiteX130" fmla="*/ 288417 w 371475"/>
                <a:gd name="connsiteY130" fmla="*/ 271843 h 485775"/>
                <a:gd name="connsiteX131" fmla="*/ 287846 w 371475"/>
                <a:gd name="connsiteY131" fmla="*/ 271272 h 485775"/>
                <a:gd name="connsiteX132" fmla="*/ 287464 w 371475"/>
                <a:gd name="connsiteY132" fmla="*/ 270034 h 485775"/>
                <a:gd name="connsiteX133" fmla="*/ 288227 w 371475"/>
                <a:gd name="connsiteY133" fmla="*/ 266129 h 485775"/>
                <a:gd name="connsiteX134" fmla="*/ 288227 w 371475"/>
                <a:gd name="connsiteY134" fmla="*/ 264890 h 485775"/>
                <a:gd name="connsiteX135" fmla="*/ 287750 w 371475"/>
                <a:gd name="connsiteY135" fmla="*/ 264223 h 485775"/>
                <a:gd name="connsiteX136" fmla="*/ 287083 w 371475"/>
                <a:gd name="connsiteY136" fmla="*/ 262700 h 485775"/>
                <a:gd name="connsiteX137" fmla="*/ 286512 w 371475"/>
                <a:gd name="connsiteY137" fmla="*/ 261938 h 485775"/>
                <a:gd name="connsiteX138" fmla="*/ 286131 w 371475"/>
                <a:gd name="connsiteY138" fmla="*/ 261461 h 485775"/>
                <a:gd name="connsiteX139" fmla="*/ 285655 w 371475"/>
                <a:gd name="connsiteY139" fmla="*/ 261271 h 485775"/>
                <a:gd name="connsiteX140" fmla="*/ 285179 w 371475"/>
                <a:gd name="connsiteY140" fmla="*/ 261461 h 485775"/>
                <a:gd name="connsiteX141" fmla="*/ 284797 w 371475"/>
                <a:gd name="connsiteY141" fmla="*/ 261652 h 485775"/>
                <a:gd name="connsiteX142" fmla="*/ 284226 w 371475"/>
                <a:gd name="connsiteY142" fmla="*/ 261652 h 485775"/>
                <a:gd name="connsiteX143" fmla="*/ 283559 w 371475"/>
                <a:gd name="connsiteY143" fmla="*/ 261366 h 485775"/>
                <a:gd name="connsiteX144" fmla="*/ 282226 w 371475"/>
                <a:gd name="connsiteY144" fmla="*/ 260223 h 485775"/>
                <a:gd name="connsiteX145" fmla="*/ 281369 w 371475"/>
                <a:gd name="connsiteY145" fmla="*/ 259651 h 485775"/>
                <a:gd name="connsiteX146" fmla="*/ 280226 w 371475"/>
                <a:gd name="connsiteY146" fmla="*/ 258985 h 485775"/>
                <a:gd name="connsiteX147" fmla="*/ 279749 w 371475"/>
                <a:gd name="connsiteY147" fmla="*/ 258604 h 485775"/>
                <a:gd name="connsiteX148" fmla="*/ 277844 w 371475"/>
                <a:gd name="connsiteY148" fmla="*/ 256604 h 485775"/>
                <a:gd name="connsiteX149" fmla="*/ 277749 w 371475"/>
                <a:gd name="connsiteY149" fmla="*/ 256127 h 485775"/>
                <a:gd name="connsiteX150" fmla="*/ 277939 w 371475"/>
                <a:gd name="connsiteY150" fmla="*/ 255746 h 485775"/>
                <a:gd name="connsiteX151" fmla="*/ 278797 w 371475"/>
                <a:gd name="connsiteY151" fmla="*/ 255365 h 485775"/>
                <a:gd name="connsiteX152" fmla="*/ 279082 w 371475"/>
                <a:gd name="connsiteY152" fmla="*/ 254984 h 485775"/>
                <a:gd name="connsiteX153" fmla="*/ 279178 w 371475"/>
                <a:gd name="connsiteY153" fmla="*/ 254508 h 485775"/>
                <a:gd name="connsiteX154" fmla="*/ 279178 w 371475"/>
                <a:gd name="connsiteY154" fmla="*/ 254032 h 485775"/>
                <a:gd name="connsiteX155" fmla="*/ 279368 w 371475"/>
                <a:gd name="connsiteY155" fmla="*/ 253460 h 485775"/>
                <a:gd name="connsiteX156" fmla="*/ 279559 w 371475"/>
                <a:gd name="connsiteY156" fmla="*/ 253079 h 485775"/>
                <a:gd name="connsiteX157" fmla="*/ 279940 w 371475"/>
                <a:gd name="connsiteY157" fmla="*/ 252698 h 485775"/>
                <a:gd name="connsiteX158" fmla="*/ 281273 w 371475"/>
                <a:gd name="connsiteY158" fmla="*/ 252127 h 485775"/>
                <a:gd name="connsiteX159" fmla="*/ 281654 w 371475"/>
                <a:gd name="connsiteY159" fmla="*/ 251841 h 485775"/>
                <a:gd name="connsiteX160" fmla="*/ 281940 w 371475"/>
                <a:gd name="connsiteY160" fmla="*/ 251365 h 485775"/>
                <a:gd name="connsiteX161" fmla="*/ 281845 w 371475"/>
                <a:gd name="connsiteY161" fmla="*/ 250984 h 485775"/>
                <a:gd name="connsiteX162" fmla="*/ 281559 w 371475"/>
                <a:gd name="connsiteY162" fmla="*/ 250508 h 485775"/>
                <a:gd name="connsiteX163" fmla="*/ 281083 w 371475"/>
                <a:gd name="connsiteY163" fmla="*/ 250126 h 485775"/>
                <a:gd name="connsiteX164" fmla="*/ 280511 w 371475"/>
                <a:gd name="connsiteY164" fmla="*/ 249364 h 485775"/>
                <a:gd name="connsiteX165" fmla="*/ 280321 w 371475"/>
                <a:gd name="connsiteY165" fmla="*/ 248793 h 485775"/>
                <a:gd name="connsiteX166" fmla="*/ 280130 w 371475"/>
                <a:gd name="connsiteY166" fmla="*/ 248126 h 485775"/>
                <a:gd name="connsiteX167" fmla="*/ 280226 w 371475"/>
                <a:gd name="connsiteY167" fmla="*/ 247650 h 485775"/>
                <a:gd name="connsiteX168" fmla="*/ 280416 w 371475"/>
                <a:gd name="connsiteY168" fmla="*/ 246602 h 485775"/>
                <a:gd name="connsiteX169" fmla="*/ 281559 w 371475"/>
                <a:gd name="connsiteY169" fmla="*/ 244316 h 485775"/>
                <a:gd name="connsiteX170" fmla="*/ 282607 w 371475"/>
                <a:gd name="connsiteY170" fmla="*/ 243364 h 485775"/>
                <a:gd name="connsiteX171" fmla="*/ 288322 w 371475"/>
                <a:gd name="connsiteY171" fmla="*/ 240030 h 485775"/>
                <a:gd name="connsiteX172" fmla="*/ 289179 w 371475"/>
                <a:gd name="connsiteY172" fmla="*/ 239268 h 485775"/>
                <a:gd name="connsiteX173" fmla="*/ 289655 w 371475"/>
                <a:gd name="connsiteY173" fmla="*/ 238696 h 485775"/>
                <a:gd name="connsiteX174" fmla="*/ 289655 w 371475"/>
                <a:gd name="connsiteY174" fmla="*/ 238506 h 485775"/>
                <a:gd name="connsiteX175" fmla="*/ 289751 w 371475"/>
                <a:gd name="connsiteY175" fmla="*/ 238411 h 485775"/>
                <a:gd name="connsiteX176" fmla="*/ 289751 w 371475"/>
                <a:gd name="connsiteY176" fmla="*/ 237363 h 485775"/>
                <a:gd name="connsiteX177" fmla="*/ 289655 w 371475"/>
                <a:gd name="connsiteY177" fmla="*/ 235077 h 485775"/>
                <a:gd name="connsiteX178" fmla="*/ 289655 w 371475"/>
                <a:gd name="connsiteY178" fmla="*/ 234410 h 485775"/>
                <a:gd name="connsiteX179" fmla="*/ 289941 w 371475"/>
                <a:gd name="connsiteY179" fmla="*/ 233553 h 485775"/>
                <a:gd name="connsiteX180" fmla="*/ 290322 w 371475"/>
                <a:gd name="connsiteY180" fmla="*/ 233077 h 485775"/>
                <a:gd name="connsiteX181" fmla="*/ 290894 w 371475"/>
                <a:gd name="connsiteY181" fmla="*/ 232886 h 485775"/>
                <a:gd name="connsiteX182" fmla="*/ 293084 w 371475"/>
                <a:gd name="connsiteY182" fmla="*/ 232791 h 485775"/>
                <a:gd name="connsiteX183" fmla="*/ 297656 w 371475"/>
                <a:gd name="connsiteY183" fmla="*/ 231743 h 485775"/>
                <a:gd name="connsiteX184" fmla="*/ 298513 w 371475"/>
                <a:gd name="connsiteY184" fmla="*/ 231362 h 485775"/>
                <a:gd name="connsiteX185" fmla="*/ 301752 w 371475"/>
                <a:gd name="connsiteY185" fmla="*/ 229267 h 485775"/>
                <a:gd name="connsiteX186" fmla="*/ 302895 w 371475"/>
                <a:gd name="connsiteY186" fmla="*/ 228219 h 485775"/>
                <a:gd name="connsiteX187" fmla="*/ 303181 w 371475"/>
                <a:gd name="connsiteY187" fmla="*/ 227171 h 485775"/>
                <a:gd name="connsiteX188" fmla="*/ 303276 w 371475"/>
                <a:gd name="connsiteY188" fmla="*/ 226504 h 485775"/>
                <a:gd name="connsiteX189" fmla="*/ 303181 w 371475"/>
                <a:gd name="connsiteY189" fmla="*/ 226028 h 485775"/>
                <a:gd name="connsiteX190" fmla="*/ 302895 w 371475"/>
                <a:gd name="connsiteY190" fmla="*/ 225647 h 485775"/>
                <a:gd name="connsiteX191" fmla="*/ 301943 w 371475"/>
                <a:gd name="connsiteY191" fmla="*/ 225266 h 485775"/>
                <a:gd name="connsiteX192" fmla="*/ 301752 w 371475"/>
                <a:gd name="connsiteY192" fmla="*/ 224885 h 485775"/>
                <a:gd name="connsiteX193" fmla="*/ 301752 w 371475"/>
                <a:gd name="connsiteY193" fmla="*/ 224504 h 485775"/>
                <a:gd name="connsiteX194" fmla="*/ 302133 w 371475"/>
                <a:gd name="connsiteY194" fmla="*/ 223456 h 485775"/>
                <a:gd name="connsiteX195" fmla="*/ 302609 w 371475"/>
                <a:gd name="connsiteY195" fmla="*/ 222028 h 485775"/>
                <a:gd name="connsiteX196" fmla="*/ 303086 w 371475"/>
                <a:gd name="connsiteY196" fmla="*/ 221551 h 485775"/>
                <a:gd name="connsiteX197" fmla="*/ 303943 w 371475"/>
                <a:gd name="connsiteY197" fmla="*/ 220885 h 485775"/>
                <a:gd name="connsiteX198" fmla="*/ 304324 w 371475"/>
                <a:gd name="connsiteY198" fmla="*/ 220313 h 485775"/>
                <a:gd name="connsiteX199" fmla="*/ 304419 w 371475"/>
                <a:gd name="connsiteY199" fmla="*/ 219742 h 485775"/>
                <a:gd name="connsiteX200" fmla="*/ 304324 w 371475"/>
                <a:gd name="connsiteY200" fmla="*/ 218694 h 485775"/>
                <a:gd name="connsiteX201" fmla="*/ 304229 w 371475"/>
                <a:gd name="connsiteY201" fmla="*/ 218122 h 485775"/>
                <a:gd name="connsiteX202" fmla="*/ 303657 w 371475"/>
                <a:gd name="connsiteY202" fmla="*/ 216694 h 485775"/>
                <a:gd name="connsiteX203" fmla="*/ 303276 w 371475"/>
                <a:gd name="connsiteY203" fmla="*/ 214789 h 485775"/>
                <a:gd name="connsiteX204" fmla="*/ 303086 w 371475"/>
                <a:gd name="connsiteY204" fmla="*/ 213741 h 485775"/>
                <a:gd name="connsiteX205" fmla="*/ 303181 w 371475"/>
                <a:gd name="connsiteY205" fmla="*/ 211264 h 485775"/>
                <a:gd name="connsiteX206" fmla="*/ 303181 w 371475"/>
                <a:gd name="connsiteY206" fmla="*/ 209074 h 485775"/>
                <a:gd name="connsiteX207" fmla="*/ 303086 w 371475"/>
                <a:gd name="connsiteY207" fmla="*/ 208502 h 485775"/>
                <a:gd name="connsiteX208" fmla="*/ 302895 w 371475"/>
                <a:gd name="connsiteY208" fmla="*/ 208026 h 485775"/>
                <a:gd name="connsiteX209" fmla="*/ 302609 w 371475"/>
                <a:gd name="connsiteY209" fmla="*/ 207645 h 485775"/>
                <a:gd name="connsiteX210" fmla="*/ 302228 w 371475"/>
                <a:gd name="connsiteY210" fmla="*/ 207359 h 485775"/>
                <a:gd name="connsiteX211" fmla="*/ 301657 w 371475"/>
                <a:gd name="connsiteY211" fmla="*/ 207073 h 485775"/>
                <a:gd name="connsiteX212" fmla="*/ 298609 w 371475"/>
                <a:gd name="connsiteY212" fmla="*/ 206692 h 485775"/>
                <a:gd name="connsiteX213" fmla="*/ 298132 w 371475"/>
                <a:gd name="connsiteY213" fmla="*/ 206502 h 485775"/>
                <a:gd name="connsiteX214" fmla="*/ 297752 w 371475"/>
                <a:gd name="connsiteY214" fmla="*/ 206216 h 485775"/>
                <a:gd name="connsiteX215" fmla="*/ 297466 w 371475"/>
                <a:gd name="connsiteY215" fmla="*/ 205835 h 485775"/>
                <a:gd name="connsiteX216" fmla="*/ 297275 w 371475"/>
                <a:gd name="connsiteY216" fmla="*/ 205454 h 485775"/>
                <a:gd name="connsiteX217" fmla="*/ 297180 w 371475"/>
                <a:gd name="connsiteY217" fmla="*/ 205073 h 485775"/>
                <a:gd name="connsiteX218" fmla="*/ 297085 w 371475"/>
                <a:gd name="connsiteY218" fmla="*/ 204597 h 485775"/>
                <a:gd name="connsiteX219" fmla="*/ 297180 w 371475"/>
                <a:gd name="connsiteY219" fmla="*/ 203168 h 485775"/>
                <a:gd name="connsiteX220" fmla="*/ 297180 w 371475"/>
                <a:gd name="connsiteY220" fmla="*/ 202597 h 485775"/>
                <a:gd name="connsiteX221" fmla="*/ 297085 w 371475"/>
                <a:gd name="connsiteY221" fmla="*/ 202121 h 485775"/>
                <a:gd name="connsiteX222" fmla="*/ 296894 w 371475"/>
                <a:gd name="connsiteY222" fmla="*/ 201644 h 485775"/>
                <a:gd name="connsiteX223" fmla="*/ 296513 w 371475"/>
                <a:gd name="connsiteY223" fmla="*/ 201359 h 485775"/>
                <a:gd name="connsiteX224" fmla="*/ 296132 w 371475"/>
                <a:gd name="connsiteY224" fmla="*/ 200977 h 485775"/>
                <a:gd name="connsiteX225" fmla="*/ 294418 w 371475"/>
                <a:gd name="connsiteY225" fmla="*/ 199930 h 485775"/>
                <a:gd name="connsiteX226" fmla="*/ 294132 w 371475"/>
                <a:gd name="connsiteY226" fmla="*/ 199454 h 485775"/>
                <a:gd name="connsiteX227" fmla="*/ 293941 w 371475"/>
                <a:gd name="connsiteY227" fmla="*/ 198787 h 485775"/>
                <a:gd name="connsiteX228" fmla="*/ 293846 w 371475"/>
                <a:gd name="connsiteY228" fmla="*/ 197548 h 485775"/>
                <a:gd name="connsiteX229" fmla="*/ 294037 w 371475"/>
                <a:gd name="connsiteY229" fmla="*/ 196882 h 485775"/>
                <a:gd name="connsiteX230" fmla="*/ 294418 w 371475"/>
                <a:gd name="connsiteY230" fmla="*/ 196405 h 485775"/>
                <a:gd name="connsiteX231" fmla="*/ 294989 w 371475"/>
                <a:gd name="connsiteY231" fmla="*/ 196025 h 485775"/>
                <a:gd name="connsiteX232" fmla="*/ 295561 w 371475"/>
                <a:gd name="connsiteY232" fmla="*/ 195834 h 485775"/>
                <a:gd name="connsiteX233" fmla="*/ 296132 w 371475"/>
                <a:gd name="connsiteY233" fmla="*/ 195834 h 485775"/>
                <a:gd name="connsiteX234" fmla="*/ 296704 w 371475"/>
                <a:gd name="connsiteY234" fmla="*/ 195929 h 485775"/>
                <a:gd name="connsiteX235" fmla="*/ 297085 w 371475"/>
                <a:gd name="connsiteY235" fmla="*/ 196120 h 485775"/>
                <a:gd name="connsiteX236" fmla="*/ 297942 w 371475"/>
                <a:gd name="connsiteY236" fmla="*/ 196691 h 485775"/>
                <a:gd name="connsiteX237" fmla="*/ 298323 w 371475"/>
                <a:gd name="connsiteY237" fmla="*/ 196977 h 485775"/>
                <a:gd name="connsiteX238" fmla="*/ 298895 w 371475"/>
                <a:gd name="connsiteY238" fmla="*/ 196977 h 485775"/>
                <a:gd name="connsiteX239" fmla="*/ 299371 w 371475"/>
                <a:gd name="connsiteY239" fmla="*/ 196786 h 485775"/>
                <a:gd name="connsiteX240" fmla="*/ 301180 w 371475"/>
                <a:gd name="connsiteY240" fmla="*/ 195739 h 485775"/>
                <a:gd name="connsiteX241" fmla="*/ 301657 w 371475"/>
                <a:gd name="connsiteY241" fmla="*/ 195739 h 485775"/>
                <a:gd name="connsiteX242" fmla="*/ 302133 w 371475"/>
                <a:gd name="connsiteY242" fmla="*/ 195834 h 485775"/>
                <a:gd name="connsiteX243" fmla="*/ 302514 w 371475"/>
                <a:gd name="connsiteY243" fmla="*/ 196120 h 485775"/>
                <a:gd name="connsiteX244" fmla="*/ 302990 w 371475"/>
                <a:gd name="connsiteY244" fmla="*/ 196405 h 485775"/>
                <a:gd name="connsiteX245" fmla="*/ 303657 w 371475"/>
                <a:gd name="connsiteY245" fmla="*/ 196310 h 485775"/>
                <a:gd name="connsiteX246" fmla="*/ 304229 w 371475"/>
                <a:gd name="connsiteY246" fmla="*/ 196120 h 485775"/>
                <a:gd name="connsiteX247" fmla="*/ 305181 w 371475"/>
                <a:gd name="connsiteY247" fmla="*/ 195453 h 485775"/>
                <a:gd name="connsiteX248" fmla="*/ 305848 w 371475"/>
                <a:gd name="connsiteY248" fmla="*/ 195167 h 485775"/>
                <a:gd name="connsiteX249" fmla="*/ 306514 w 371475"/>
                <a:gd name="connsiteY249" fmla="*/ 195072 h 485775"/>
                <a:gd name="connsiteX250" fmla="*/ 306991 w 371475"/>
                <a:gd name="connsiteY250" fmla="*/ 195263 h 485775"/>
                <a:gd name="connsiteX251" fmla="*/ 307657 w 371475"/>
                <a:gd name="connsiteY251" fmla="*/ 195167 h 485775"/>
                <a:gd name="connsiteX252" fmla="*/ 308324 w 371475"/>
                <a:gd name="connsiteY252" fmla="*/ 194881 h 485775"/>
                <a:gd name="connsiteX253" fmla="*/ 309181 w 371475"/>
                <a:gd name="connsiteY253" fmla="*/ 194215 h 485775"/>
                <a:gd name="connsiteX254" fmla="*/ 309848 w 371475"/>
                <a:gd name="connsiteY254" fmla="*/ 194024 h 485775"/>
                <a:gd name="connsiteX255" fmla="*/ 310420 w 371475"/>
                <a:gd name="connsiteY255" fmla="*/ 194024 h 485775"/>
                <a:gd name="connsiteX256" fmla="*/ 310705 w 371475"/>
                <a:gd name="connsiteY256" fmla="*/ 194215 h 485775"/>
                <a:gd name="connsiteX257" fmla="*/ 311848 w 371475"/>
                <a:gd name="connsiteY257" fmla="*/ 195263 h 485775"/>
                <a:gd name="connsiteX258" fmla="*/ 312325 w 371475"/>
                <a:gd name="connsiteY258" fmla="*/ 195453 h 485775"/>
                <a:gd name="connsiteX259" fmla="*/ 312896 w 371475"/>
                <a:gd name="connsiteY259" fmla="*/ 195453 h 485775"/>
                <a:gd name="connsiteX260" fmla="*/ 314325 w 371475"/>
                <a:gd name="connsiteY260" fmla="*/ 194786 h 485775"/>
                <a:gd name="connsiteX261" fmla="*/ 314801 w 371475"/>
                <a:gd name="connsiteY261" fmla="*/ 194691 h 485775"/>
                <a:gd name="connsiteX262" fmla="*/ 315182 w 371475"/>
                <a:gd name="connsiteY262" fmla="*/ 194881 h 485775"/>
                <a:gd name="connsiteX263" fmla="*/ 315468 w 371475"/>
                <a:gd name="connsiteY263" fmla="*/ 195263 h 485775"/>
                <a:gd name="connsiteX264" fmla="*/ 315658 w 371475"/>
                <a:gd name="connsiteY264" fmla="*/ 195643 h 485775"/>
                <a:gd name="connsiteX265" fmla="*/ 315944 w 371475"/>
                <a:gd name="connsiteY265" fmla="*/ 196025 h 485775"/>
                <a:gd name="connsiteX266" fmla="*/ 316421 w 371475"/>
                <a:gd name="connsiteY266" fmla="*/ 196215 h 485775"/>
                <a:gd name="connsiteX267" fmla="*/ 316897 w 371475"/>
                <a:gd name="connsiteY267" fmla="*/ 196310 h 485775"/>
                <a:gd name="connsiteX268" fmla="*/ 317468 w 371475"/>
                <a:gd name="connsiteY268" fmla="*/ 196310 h 485775"/>
                <a:gd name="connsiteX269" fmla="*/ 320993 w 371475"/>
                <a:gd name="connsiteY269" fmla="*/ 195548 h 485775"/>
                <a:gd name="connsiteX270" fmla="*/ 321469 w 371475"/>
                <a:gd name="connsiteY270" fmla="*/ 195643 h 485775"/>
                <a:gd name="connsiteX271" fmla="*/ 321945 w 371475"/>
                <a:gd name="connsiteY271" fmla="*/ 195739 h 485775"/>
                <a:gd name="connsiteX272" fmla="*/ 322136 w 371475"/>
                <a:gd name="connsiteY272" fmla="*/ 196120 h 485775"/>
                <a:gd name="connsiteX273" fmla="*/ 322040 w 371475"/>
                <a:gd name="connsiteY273" fmla="*/ 196596 h 485775"/>
                <a:gd name="connsiteX274" fmla="*/ 321945 w 371475"/>
                <a:gd name="connsiteY274" fmla="*/ 197167 h 485775"/>
                <a:gd name="connsiteX275" fmla="*/ 321850 w 371475"/>
                <a:gd name="connsiteY275" fmla="*/ 197644 h 485775"/>
                <a:gd name="connsiteX276" fmla="*/ 321945 w 371475"/>
                <a:gd name="connsiteY276" fmla="*/ 198215 h 485775"/>
                <a:gd name="connsiteX277" fmla="*/ 322136 w 371475"/>
                <a:gd name="connsiteY277" fmla="*/ 198596 h 485775"/>
                <a:gd name="connsiteX278" fmla="*/ 322516 w 371475"/>
                <a:gd name="connsiteY278" fmla="*/ 198882 h 485775"/>
                <a:gd name="connsiteX279" fmla="*/ 322993 w 371475"/>
                <a:gd name="connsiteY279" fmla="*/ 198977 h 485775"/>
                <a:gd name="connsiteX280" fmla="*/ 324040 w 371475"/>
                <a:gd name="connsiteY280" fmla="*/ 198882 h 485775"/>
                <a:gd name="connsiteX281" fmla="*/ 324517 w 371475"/>
                <a:gd name="connsiteY281" fmla="*/ 198882 h 485775"/>
                <a:gd name="connsiteX282" fmla="*/ 324898 w 371475"/>
                <a:gd name="connsiteY282" fmla="*/ 199072 h 485775"/>
                <a:gd name="connsiteX283" fmla="*/ 325279 w 371475"/>
                <a:gd name="connsiteY283" fmla="*/ 199454 h 485775"/>
                <a:gd name="connsiteX284" fmla="*/ 325564 w 371475"/>
                <a:gd name="connsiteY284" fmla="*/ 199834 h 485775"/>
                <a:gd name="connsiteX285" fmla="*/ 326612 w 371475"/>
                <a:gd name="connsiteY285" fmla="*/ 201930 h 485775"/>
                <a:gd name="connsiteX286" fmla="*/ 327184 w 371475"/>
                <a:gd name="connsiteY286" fmla="*/ 202692 h 485775"/>
                <a:gd name="connsiteX287" fmla="*/ 327470 w 371475"/>
                <a:gd name="connsiteY287" fmla="*/ 202978 h 485775"/>
                <a:gd name="connsiteX288" fmla="*/ 327946 w 371475"/>
                <a:gd name="connsiteY288" fmla="*/ 203263 h 485775"/>
                <a:gd name="connsiteX289" fmla="*/ 328327 w 371475"/>
                <a:gd name="connsiteY289" fmla="*/ 203454 h 485775"/>
                <a:gd name="connsiteX290" fmla="*/ 328898 w 371475"/>
                <a:gd name="connsiteY290" fmla="*/ 203549 h 485775"/>
                <a:gd name="connsiteX291" fmla="*/ 330041 w 371475"/>
                <a:gd name="connsiteY291" fmla="*/ 203359 h 485775"/>
                <a:gd name="connsiteX292" fmla="*/ 330422 w 371475"/>
                <a:gd name="connsiteY292" fmla="*/ 203359 h 485775"/>
                <a:gd name="connsiteX293" fmla="*/ 330898 w 371475"/>
                <a:gd name="connsiteY293" fmla="*/ 203549 h 485775"/>
                <a:gd name="connsiteX294" fmla="*/ 331375 w 371475"/>
                <a:gd name="connsiteY294" fmla="*/ 203740 h 485775"/>
                <a:gd name="connsiteX295" fmla="*/ 332041 w 371475"/>
                <a:gd name="connsiteY295" fmla="*/ 204311 h 485775"/>
                <a:gd name="connsiteX296" fmla="*/ 332327 w 371475"/>
                <a:gd name="connsiteY296" fmla="*/ 204597 h 485775"/>
                <a:gd name="connsiteX297" fmla="*/ 332422 w 371475"/>
                <a:gd name="connsiteY297" fmla="*/ 204692 h 485775"/>
                <a:gd name="connsiteX298" fmla="*/ 332613 w 371475"/>
                <a:gd name="connsiteY298" fmla="*/ 205168 h 485775"/>
                <a:gd name="connsiteX299" fmla="*/ 332804 w 371475"/>
                <a:gd name="connsiteY299" fmla="*/ 205550 h 485775"/>
                <a:gd name="connsiteX300" fmla="*/ 333089 w 371475"/>
                <a:gd name="connsiteY300" fmla="*/ 205930 h 485775"/>
                <a:gd name="connsiteX301" fmla="*/ 334137 w 371475"/>
                <a:gd name="connsiteY301" fmla="*/ 206883 h 485775"/>
                <a:gd name="connsiteX302" fmla="*/ 334423 w 371475"/>
                <a:gd name="connsiteY302" fmla="*/ 207264 h 485775"/>
                <a:gd name="connsiteX303" fmla="*/ 334708 w 371475"/>
                <a:gd name="connsiteY303" fmla="*/ 207645 h 485775"/>
                <a:gd name="connsiteX304" fmla="*/ 334804 w 371475"/>
                <a:gd name="connsiteY304" fmla="*/ 208217 h 485775"/>
                <a:gd name="connsiteX305" fmla="*/ 334994 w 371475"/>
                <a:gd name="connsiteY305" fmla="*/ 209740 h 485775"/>
                <a:gd name="connsiteX306" fmla="*/ 336137 w 371475"/>
                <a:gd name="connsiteY306" fmla="*/ 209740 h 485775"/>
                <a:gd name="connsiteX307" fmla="*/ 336899 w 371475"/>
                <a:gd name="connsiteY307" fmla="*/ 209074 h 485775"/>
                <a:gd name="connsiteX308" fmla="*/ 340138 w 371475"/>
                <a:gd name="connsiteY308" fmla="*/ 205454 h 485775"/>
                <a:gd name="connsiteX309" fmla="*/ 340614 w 371475"/>
                <a:gd name="connsiteY309" fmla="*/ 204978 h 485775"/>
                <a:gd name="connsiteX310" fmla="*/ 340805 w 371475"/>
                <a:gd name="connsiteY310" fmla="*/ 204597 h 485775"/>
                <a:gd name="connsiteX311" fmla="*/ 340805 w 371475"/>
                <a:gd name="connsiteY311" fmla="*/ 204502 h 485775"/>
                <a:gd name="connsiteX312" fmla="*/ 340900 w 371475"/>
                <a:gd name="connsiteY312" fmla="*/ 204216 h 485775"/>
                <a:gd name="connsiteX313" fmla="*/ 340995 w 371475"/>
                <a:gd name="connsiteY313" fmla="*/ 202597 h 485775"/>
                <a:gd name="connsiteX314" fmla="*/ 341090 w 371475"/>
                <a:gd name="connsiteY314" fmla="*/ 201739 h 485775"/>
                <a:gd name="connsiteX315" fmla="*/ 341376 w 371475"/>
                <a:gd name="connsiteY315" fmla="*/ 200787 h 485775"/>
                <a:gd name="connsiteX316" fmla="*/ 342233 w 371475"/>
                <a:gd name="connsiteY316" fmla="*/ 198977 h 485775"/>
                <a:gd name="connsiteX317" fmla="*/ 342710 w 371475"/>
                <a:gd name="connsiteY317" fmla="*/ 198120 h 485775"/>
                <a:gd name="connsiteX318" fmla="*/ 343186 w 371475"/>
                <a:gd name="connsiteY318" fmla="*/ 197548 h 485775"/>
                <a:gd name="connsiteX319" fmla="*/ 345662 w 371475"/>
                <a:gd name="connsiteY319" fmla="*/ 195739 h 485775"/>
                <a:gd name="connsiteX320" fmla="*/ 345853 w 371475"/>
                <a:gd name="connsiteY320" fmla="*/ 192976 h 485775"/>
                <a:gd name="connsiteX321" fmla="*/ 345662 w 371475"/>
                <a:gd name="connsiteY321" fmla="*/ 191452 h 485775"/>
                <a:gd name="connsiteX322" fmla="*/ 344996 w 371475"/>
                <a:gd name="connsiteY322" fmla="*/ 188785 h 485775"/>
                <a:gd name="connsiteX323" fmla="*/ 344900 w 371475"/>
                <a:gd name="connsiteY323" fmla="*/ 184690 h 485775"/>
                <a:gd name="connsiteX324" fmla="*/ 344710 w 371475"/>
                <a:gd name="connsiteY324" fmla="*/ 183547 h 485775"/>
                <a:gd name="connsiteX325" fmla="*/ 344424 w 371475"/>
                <a:gd name="connsiteY325" fmla="*/ 182785 h 485775"/>
                <a:gd name="connsiteX326" fmla="*/ 343471 w 371475"/>
                <a:gd name="connsiteY326" fmla="*/ 181832 h 485775"/>
                <a:gd name="connsiteX327" fmla="*/ 342995 w 371475"/>
                <a:gd name="connsiteY327" fmla="*/ 181261 h 485775"/>
                <a:gd name="connsiteX328" fmla="*/ 342614 w 371475"/>
                <a:gd name="connsiteY328" fmla="*/ 180499 h 485775"/>
                <a:gd name="connsiteX329" fmla="*/ 342043 w 371475"/>
                <a:gd name="connsiteY329" fmla="*/ 178975 h 485775"/>
                <a:gd name="connsiteX330" fmla="*/ 341757 w 371475"/>
                <a:gd name="connsiteY330" fmla="*/ 178117 h 485775"/>
                <a:gd name="connsiteX331" fmla="*/ 341757 w 371475"/>
                <a:gd name="connsiteY331" fmla="*/ 177260 h 485775"/>
                <a:gd name="connsiteX332" fmla="*/ 342043 w 371475"/>
                <a:gd name="connsiteY332" fmla="*/ 175831 h 485775"/>
                <a:gd name="connsiteX333" fmla="*/ 342233 w 371475"/>
                <a:gd name="connsiteY333" fmla="*/ 174593 h 485775"/>
                <a:gd name="connsiteX334" fmla="*/ 341947 w 371475"/>
                <a:gd name="connsiteY334" fmla="*/ 173926 h 485775"/>
                <a:gd name="connsiteX335" fmla="*/ 341471 w 371475"/>
                <a:gd name="connsiteY335" fmla="*/ 173546 h 485775"/>
                <a:gd name="connsiteX336" fmla="*/ 338423 w 371475"/>
                <a:gd name="connsiteY336" fmla="*/ 173069 h 485775"/>
                <a:gd name="connsiteX337" fmla="*/ 337852 w 371475"/>
                <a:gd name="connsiteY337" fmla="*/ 172879 h 485775"/>
                <a:gd name="connsiteX338" fmla="*/ 337280 w 371475"/>
                <a:gd name="connsiteY338" fmla="*/ 172402 h 485775"/>
                <a:gd name="connsiteX339" fmla="*/ 336232 w 371475"/>
                <a:gd name="connsiteY339" fmla="*/ 170879 h 485775"/>
                <a:gd name="connsiteX340" fmla="*/ 335852 w 371475"/>
                <a:gd name="connsiteY340" fmla="*/ 170497 h 485775"/>
                <a:gd name="connsiteX341" fmla="*/ 333661 w 371475"/>
                <a:gd name="connsiteY341" fmla="*/ 168688 h 485775"/>
                <a:gd name="connsiteX342" fmla="*/ 333470 w 371475"/>
                <a:gd name="connsiteY342" fmla="*/ 168402 h 485775"/>
                <a:gd name="connsiteX343" fmla="*/ 332899 w 371475"/>
                <a:gd name="connsiteY343" fmla="*/ 167450 h 485775"/>
                <a:gd name="connsiteX344" fmla="*/ 332518 w 371475"/>
                <a:gd name="connsiteY344" fmla="*/ 167068 h 485775"/>
                <a:gd name="connsiteX345" fmla="*/ 332137 w 371475"/>
                <a:gd name="connsiteY345" fmla="*/ 166783 h 485775"/>
                <a:gd name="connsiteX346" fmla="*/ 330994 w 371475"/>
                <a:gd name="connsiteY346" fmla="*/ 166306 h 485775"/>
                <a:gd name="connsiteX347" fmla="*/ 330422 w 371475"/>
                <a:gd name="connsiteY347" fmla="*/ 165925 h 485775"/>
                <a:gd name="connsiteX348" fmla="*/ 330137 w 371475"/>
                <a:gd name="connsiteY348" fmla="*/ 165449 h 485775"/>
                <a:gd name="connsiteX349" fmla="*/ 330041 w 371475"/>
                <a:gd name="connsiteY349" fmla="*/ 164878 h 485775"/>
                <a:gd name="connsiteX350" fmla="*/ 330232 w 371475"/>
                <a:gd name="connsiteY350" fmla="*/ 163544 h 485775"/>
                <a:gd name="connsiteX351" fmla="*/ 330232 w 371475"/>
                <a:gd name="connsiteY351" fmla="*/ 162687 h 485775"/>
                <a:gd name="connsiteX352" fmla="*/ 330041 w 371475"/>
                <a:gd name="connsiteY352" fmla="*/ 162115 h 485775"/>
                <a:gd name="connsiteX353" fmla="*/ 329851 w 371475"/>
                <a:gd name="connsiteY353" fmla="*/ 161734 h 485775"/>
                <a:gd name="connsiteX354" fmla="*/ 329660 w 371475"/>
                <a:gd name="connsiteY354" fmla="*/ 161449 h 485775"/>
                <a:gd name="connsiteX355" fmla="*/ 329470 w 371475"/>
                <a:gd name="connsiteY355" fmla="*/ 161163 h 485775"/>
                <a:gd name="connsiteX356" fmla="*/ 329089 w 371475"/>
                <a:gd name="connsiteY356" fmla="*/ 160877 h 485775"/>
                <a:gd name="connsiteX357" fmla="*/ 328613 w 371475"/>
                <a:gd name="connsiteY357" fmla="*/ 160687 h 485775"/>
                <a:gd name="connsiteX358" fmla="*/ 328136 w 371475"/>
                <a:gd name="connsiteY358" fmla="*/ 160592 h 485775"/>
                <a:gd name="connsiteX359" fmla="*/ 326898 w 371475"/>
                <a:gd name="connsiteY359" fmla="*/ 160401 h 485775"/>
                <a:gd name="connsiteX360" fmla="*/ 325755 w 371475"/>
                <a:gd name="connsiteY360" fmla="*/ 160496 h 485775"/>
                <a:gd name="connsiteX361" fmla="*/ 322516 w 371475"/>
                <a:gd name="connsiteY361" fmla="*/ 161354 h 485775"/>
                <a:gd name="connsiteX362" fmla="*/ 322231 w 371475"/>
                <a:gd name="connsiteY362" fmla="*/ 161449 h 485775"/>
                <a:gd name="connsiteX363" fmla="*/ 321564 w 371475"/>
                <a:gd name="connsiteY363" fmla="*/ 161258 h 485775"/>
                <a:gd name="connsiteX364" fmla="*/ 320802 w 371475"/>
                <a:gd name="connsiteY364" fmla="*/ 160972 h 485775"/>
                <a:gd name="connsiteX365" fmla="*/ 319659 w 371475"/>
                <a:gd name="connsiteY365" fmla="*/ 160210 h 485775"/>
                <a:gd name="connsiteX366" fmla="*/ 318897 w 371475"/>
                <a:gd name="connsiteY366" fmla="*/ 160020 h 485775"/>
                <a:gd name="connsiteX367" fmla="*/ 318326 w 371475"/>
                <a:gd name="connsiteY367" fmla="*/ 159925 h 485775"/>
                <a:gd name="connsiteX368" fmla="*/ 317373 w 371475"/>
                <a:gd name="connsiteY368" fmla="*/ 160306 h 485775"/>
                <a:gd name="connsiteX369" fmla="*/ 316992 w 371475"/>
                <a:gd name="connsiteY369" fmla="*/ 160592 h 485775"/>
                <a:gd name="connsiteX370" fmla="*/ 316706 w 371475"/>
                <a:gd name="connsiteY370" fmla="*/ 160972 h 485775"/>
                <a:gd name="connsiteX371" fmla="*/ 316325 w 371475"/>
                <a:gd name="connsiteY371" fmla="*/ 162782 h 485775"/>
                <a:gd name="connsiteX372" fmla="*/ 316135 w 371475"/>
                <a:gd name="connsiteY372" fmla="*/ 163163 h 485775"/>
                <a:gd name="connsiteX373" fmla="*/ 315849 w 371475"/>
                <a:gd name="connsiteY373" fmla="*/ 163449 h 485775"/>
                <a:gd name="connsiteX374" fmla="*/ 315182 w 371475"/>
                <a:gd name="connsiteY374" fmla="*/ 163830 h 485775"/>
                <a:gd name="connsiteX375" fmla="*/ 314992 w 371475"/>
                <a:gd name="connsiteY375" fmla="*/ 164116 h 485775"/>
                <a:gd name="connsiteX376" fmla="*/ 314706 w 371475"/>
                <a:gd name="connsiteY376" fmla="*/ 164401 h 485775"/>
                <a:gd name="connsiteX377" fmla="*/ 314515 w 371475"/>
                <a:gd name="connsiteY377" fmla="*/ 164878 h 485775"/>
                <a:gd name="connsiteX378" fmla="*/ 314230 w 371475"/>
                <a:gd name="connsiteY378" fmla="*/ 165354 h 485775"/>
                <a:gd name="connsiteX379" fmla="*/ 314135 w 371475"/>
                <a:gd name="connsiteY379" fmla="*/ 165925 h 485775"/>
                <a:gd name="connsiteX380" fmla="*/ 313849 w 371475"/>
                <a:gd name="connsiteY380" fmla="*/ 169069 h 485775"/>
                <a:gd name="connsiteX381" fmla="*/ 313754 w 371475"/>
                <a:gd name="connsiteY381" fmla="*/ 169640 h 485775"/>
                <a:gd name="connsiteX382" fmla="*/ 313468 w 371475"/>
                <a:gd name="connsiteY382" fmla="*/ 170117 h 485775"/>
                <a:gd name="connsiteX383" fmla="*/ 313182 w 371475"/>
                <a:gd name="connsiteY383" fmla="*/ 170402 h 485775"/>
                <a:gd name="connsiteX384" fmla="*/ 312706 w 371475"/>
                <a:gd name="connsiteY384" fmla="*/ 170593 h 485775"/>
                <a:gd name="connsiteX385" fmla="*/ 310991 w 371475"/>
                <a:gd name="connsiteY385" fmla="*/ 171069 h 485775"/>
                <a:gd name="connsiteX386" fmla="*/ 310705 w 371475"/>
                <a:gd name="connsiteY386" fmla="*/ 171164 h 485775"/>
                <a:gd name="connsiteX387" fmla="*/ 310324 w 371475"/>
                <a:gd name="connsiteY387" fmla="*/ 171355 h 485775"/>
                <a:gd name="connsiteX388" fmla="*/ 310039 w 371475"/>
                <a:gd name="connsiteY388" fmla="*/ 171545 h 485775"/>
                <a:gd name="connsiteX389" fmla="*/ 309848 w 371475"/>
                <a:gd name="connsiteY389" fmla="*/ 171831 h 485775"/>
                <a:gd name="connsiteX390" fmla="*/ 309658 w 371475"/>
                <a:gd name="connsiteY390" fmla="*/ 172117 h 485775"/>
                <a:gd name="connsiteX391" fmla="*/ 309563 w 371475"/>
                <a:gd name="connsiteY391" fmla="*/ 172593 h 485775"/>
                <a:gd name="connsiteX392" fmla="*/ 309372 w 371475"/>
                <a:gd name="connsiteY392" fmla="*/ 175546 h 485775"/>
                <a:gd name="connsiteX393" fmla="*/ 309277 w 371475"/>
                <a:gd name="connsiteY393" fmla="*/ 176117 h 485775"/>
                <a:gd name="connsiteX394" fmla="*/ 308896 w 371475"/>
                <a:gd name="connsiteY394" fmla="*/ 177070 h 485775"/>
                <a:gd name="connsiteX395" fmla="*/ 308705 w 371475"/>
                <a:gd name="connsiteY395" fmla="*/ 177546 h 485775"/>
                <a:gd name="connsiteX396" fmla="*/ 308705 w 371475"/>
                <a:gd name="connsiteY396" fmla="*/ 178022 h 485775"/>
                <a:gd name="connsiteX397" fmla="*/ 308801 w 371475"/>
                <a:gd name="connsiteY397" fmla="*/ 178498 h 485775"/>
                <a:gd name="connsiteX398" fmla="*/ 309277 w 371475"/>
                <a:gd name="connsiteY398" fmla="*/ 179927 h 485775"/>
                <a:gd name="connsiteX399" fmla="*/ 309372 w 371475"/>
                <a:gd name="connsiteY399" fmla="*/ 180308 h 485775"/>
                <a:gd name="connsiteX400" fmla="*/ 309277 w 371475"/>
                <a:gd name="connsiteY400" fmla="*/ 180594 h 485775"/>
                <a:gd name="connsiteX401" fmla="*/ 309086 w 371475"/>
                <a:gd name="connsiteY401" fmla="*/ 180880 h 485775"/>
                <a:gd name="connsiteX402" fmla="*/ 308991 w 371475"/>
                <a:gd name="connsiteY402" fmla="*/ 181070 h 485775"/>
                <a:gd name="connsiteX403" fmla="*/ 308038 w 371475"/>
                <a:gd name="connsiteY403" fmla="*/ 182118 h 485775"/>
                <a:gd name="connsiteX404" fmla="*/ 307277 w 371475"/>
                <a:gd name="connsiteY404" fmla="*/ 182689 h 485775"/>
                <a:gd name="connsiteX405" fmla="*/ 306419 w 371475"/>
                <a:gd name="connsiteY405" fmla="*/ 182689 h 485775"/>
                <a:gd name="connsiteX406" fmla="*/ 299752 w 371475"/>
                <a:gd name="connsiteY406" fmla="*/ 181451 h 485775"/>
                <a:gd name="connsiteX407" fmla="*/ 298609 w 371475"/>
                <a:gd name="connsiteY407" fmla="*/ 181451 h 485775"/>
                <a:gd name="connsiteX408" fmla="*/ 298132 w 371475"/>
                <a:gd name="connsiteY408" fmla="*/ 181546 h 485775"/>
                <a:gd name="connsiteX409" fmla="*/ 297656 w 371475"/>
                <a:gd name="connsiteY409" fmla="*/ 181832 h 485775"/>
                <a:gd name="connsiteX410" fmla="*/ 296608 w 371475"/>
                <a:gd name="connsiteY410" fmla="*/ 182785 h 485775"/>
                <a:gd name="connsiteX411" fmla="*/ 296228 w 371475"/>
                <a:gd name="connsiteY411" fmla="*/ 183071 h 485775"/>
                <a:gd name="connsiteX412" fmla="*/ 295846 w 371475"/>
                <a:gd name="connsiteY412" fmla="*/ 183166 h 485775"/>
                <a:gd name="connsiteX413" fmla="*/ 284226 w 371475"/>
                <a:gd name="connsiteY413" fmla="*/ 181927 h 485775"/>
                <a:gd name="connsiteX414" fmla="*/ 283369 w 371475"/>
                <a:gd name="connsiteY414" fmla="*/ 182023 h 485775"/>
                <a:gd name="connsiteX415" fmla="*/ 282416 w 371475"/>
                <a:gd name="connsiteY415" fmla="*/ 182594 h 485775"/>
                <a:gd name="connsiteX416" fmla="*/ 281654 w 371475"/>
                <a:gd name="connsiteY416" fmla="*/ 182785 h 485775"/>
                <a:gd name="connsiteX417" fmla="*/ 280226 w 371475"/>
                <a:gd name="connsiteY417" fmla="*/ 182880 h 485775"/>
                <a:gd name="connsiteX418" fmla="*/ 279559 w 371475"/>
                <a:gd name="connsiteY418" fmla="*/ 182689 h 485775"/>
                <a:gd name="connsiteX419" fmla="*/ 279082 w 371475"/>
                <a:gd name="connsiteY419" fmla="*/ 182309 h 485775"/>
                <a:gd name="connsiteX420" fmla="*/ 278987 w 371475"/>
                <a:gd name="connsiteY420" fmla="*/ 181927 h 485775"/>
                <a:gd name="connsiteX421" fmla="*/ 278797 w 371475"/>
                <a:gd name="connsiteY421" fmla="*/ 181451 h 485775"/>
                <a:gd name="connsiteX422" fmla="*/ 278797 w 371475"/>
                <a:gd name="connsiteY422" fmla="*/ 180975 h 485775"/>
                <a:gd name="connsiteX423" fmla="*/ 273748 w 371475"/>
                <a:gd name="connsiteY423" fmla="*/ 178403 h 485775"/>
                <a:gd name="connsiteX424" fmla="*/ 273368 w 371475"/>
                <a:gd name="connsiteY424" fmla="*/ 178022 h 485775"/>
                <a:gd name="connsiteX425" fmla="*/ 273177 w 371475"/>
                <a:gd name="connsiteY425" fmla="*/ 177641 h 485775"/>
                <a:gd name="connsiteX426" fmla="*/ 272987 w 371475"/>
                <a:gd name="connsiteY426" fmla="*/ 177165 h 485775"/>
                <a:gd name="connsiteX427" fmla="*/ 272891 w 371475"/>
                <a:gd name="connsiteY427" fmla="*/ 176689 h 485775"/>
                <a:gd name="connsiteX428" fmla="*/ 272891 w 371475"/>
                <a:gd name="connsiteY428" fmla="*/ 175546 h 485775"/>
                <a:gd name="connsiteX429" fmla="*/ 272987 w 371475"/>
                <a:gd name="connsiteY429" fmla="*/ 174212 h 485775"/>
                <a:gd name="connsiteX430" fmla="*/ 272987 w 371475"/>
                <a:gd name="connsiteY430" fmla="*/ 173641 h 485775"/>
                <a:gd name="connsiteX431" fmla="*/ 272891 w 371475"/>
                <a:gd name="connsiteY431" fmla="*/ 173164 h 485775"/>
                <a:gd name="connsiteX432" fmla="*/ 272701 w 371475"/>
                <a:gd name="connsiteY432" fmla="*/ 172688 h 485775"/>
                <a:gd name="connsiteX433" fmla="*/ 272415 w 371475"/>
                <a:gd name="connsiteY433" fmla="*/ 172212 h 485775"/>
                <a:gd name="connsiteX434" fmla="*/ 272034 w 371475"/>
                <a:gd name="connsiteY434" fmla="*/ 171736 h 485775"/>
                <a:gd name="connsiteX435" fmla="*/ 270320 w 371475"/>
                <a:gd name="connsiteY435" fmla="*/ 170402 h 485775"/>
                <a:gd name="connsiteX436" fmla="*/ 270034 w 371475"/>
                <a:gd name="connsiteY436" fmla="*/ 170021 h 485775"/>
                <a:gd name="connsiteX437" fmla="*/ 269748 w 371475"/>
                <a:gd name="connsiteY437" fmla="*/ 169640 h 485775"/>
                <a:gd name="connsiteX438" fmla="*/ 269367 w 371475"/>
                <a:gd name="connsiteY438" fmla="*/ 168973 h 485775"/>
                <a:gd name="connsiteX439" fmla="*/ 269177 w 371475"/>
                <a:gd name="connsiteY439" fmla="*/ 168307 h 485775"/>
                <a:gd name="connsiteX440" fmla="*/ 268891 w 371475"/>
                <a:gd name="connsiteY440" fmla="*/ 167354 h 485775"/>
                <a:gd name="connsiteX441" fmla="*/ 268700 w 371475"/>
                <a:gd name="connsiteY441" fmla="*/ 166306 h 485775"/>
                <a:gd name="connsiteX442" fmla="*/ 268700 w 371475"/>
                <a:gd name="connsiteY442" fmla="*/ 165735 h 485775"/>
                <a:gd name="connsiteX443" fmla="*/ 268891 w 371475"/>
                <a:gd name="connsiteY443" fmla="*/ 164592 h 485775"/>
                <a:gd name="connsiteX444" fmla="*/ 269081 w 371475"/>
                <a:gd name="connsiteY444" fmla="*/ 164116 h 485775"/>
                <a:gd name="connsiteX445" fmla="*/ 269367 w 371475"/>
                <a:gd name="connsiteY445" fmla="*/ 163639 h 485775"/>
                <a:gd name="connsiteX446" fmla="*/ 270034 w 371475"/>
                <a:gd name="connsiteY446" fmla="*/ 163068 h 485775"/>
                <a:gd name="connsiteX447" fmla="*/ 273653 w 371475"/>
                <a:gd name="connsiteY447" fmla="*/ 160782 h 485775"/>
                <a:gd name="connsiteX448" fmla="*/ 273653 w 371475"/>
                <a:gd name="connsiteY448" fmla="*/ 160401 h 485775"/>
                <a:gd name="connsiteX449" fmla="*/ 273272 w 371475"/>
                <a:gd name="connsiteY449" fmla="*/ 159734 h 485775"/>
                <a:gd name="connsiteX450" fmla="*/ 270510 w 371475"/>
                <a:gd name="connsiteY450" fmla="*/ 157448 h 485775"/>
                <a:gd name="connsiteX451" fmla="*/ 270034 w 371475"/>
                <a:gd name="connsiteY451" fmla="*/ 156877 h 485775"/>
                <a:gd name="connsiteX452" fmla="*/ 269653 w 371475"/>
                <a:gd name="connsiteY452" fmla="*/ 156019 h 485775"/>
                <a:gd name="connsiteX453" fmla="*/ 267653 w 371475"/>
                <a:gd name="connsiteY453" fmla="*/ 149923 h 485775"/>
                <a:gd name="connsiteX454" fmla="*/ 267081 w 371475"/>
                <a:gd name="connsiteY454" fmla="*/ 147352 h 485775"/>
                <a:gd name="connsiteX455" fmla="*/ 267081 w 371475"/>
                <a:gd name="connsiteY455" fmla="*/ 146209 h 485775"/>
                <a:gd name="connsiteX456" fmla="*/ 267176 w 371475"/>
                <a:gd name="connsiteY456" fmla="*/ 143732 h 485775"/>
                <a:gd name="connsiteX457" fmla="*/ 267367 w 371475"/>
                <a:gd name="connsiteY457" fmla="*/ 142113 h 485775"/>
                <a:gd name="connsiteX458" fmla="*/ 267367 w 371475"/>
                <a:gd name="connsiteY458" fmla="*/ 141732 h 485775"/>
                <a:gd name="connsiteX459" fmla="*/ 267271 w 371475"/>
                <a:gd name="connsiteY459" fmla="*/ 140779 h 485775"/>
                <a:gd name="connsiteX460" fmla="*/ 267176 w 371475"/>
                <a:gd name="connsiteY460" fmla="*/ 140208 h 485775"/>
                <a:gd name="connsiteX461" fmla="*/ 266890 w 371475"/>
                <a:gd name="connsiteY461" fmla="*/ 139636 h 485775"/>
                <a:gd name="connsiteX462" fmla="*/ 266414 w 371475"/>
                <a:gd name="connsiteY462" fmla="*/ 138875 h 485775"/>
                <a:gd name="connsiteX463" fmla="*/ 265462 w 371475"/>
                <a:gd name="connsiteY463" fmla="*/ 137827 h 485775"/>
                <a:gd name="connsiteX464" fmla="*/ 264605 w 371475"/>
                <a:gd name="connsiteY464" fmla="*/ 137350 h 485775"/>
                <a:gd name="connsiteX465" fmla="*/ 263938 w 371475"/>
                <a:gd name="connsiteY465" fmla="*/ 137160 h 485775"/>
                <a:gd name="connsiteX466" fmla="*/ 263366 w 371475"/>
                <a:gd name="connsiteY466" fmla="*/ 137065 h 485775"/>
                <a:gd name="connsiteX467" fmla="*/ 263080 w 371475"/>
                <a:gd name="connsiteY467" fmla="*/ 137160 h 485775"/>
                <a:gd name="connsiteX468" fmla="*/ 262795 w 371475"/>
                <a:gd name="connsiteY468" fmla="*/ 137350 h 485775"/>
                <a:gd name="connsiteX469" fmla="*/ 262604 w 371475"/>
                <a:gd name="connsiteY469" fmla="*/ 137636 h 485775"/>
                <a:gd name="connsiteX470" fmla="*/ 262319 w 371475"/>
                <a:gd name="connsiteY470" fmla="*/ 138684 h 485775"/>
                <a:gd name="connsiteX471" fmla="*/ 262319 w 371475"/>
                <a:gd name="connsiteY471" fmla="*/ 139446 h 485775"/>
                <a:gd name="connsiteX472" fmla="*/ 262319 w 371475"/>
                <a:gd name="connsiteY472" fmla="*/ 139732 h 485775"/>
                <a:gd name="connsiteX473" fmla="*/ 262223 w 371475"/>
                <a:gd name="connsiteY473" fmla="*/ 140113 h 485775"/>
                <a:gd name="connsiteX474" fmla="*/ 262128 w 371475"/>
                <a:gd name="connsiteY474" fmla="*/ 140303 h 485775"/>
                <a:gd name="connsiteX475" fmla="*/ 261842 w 371475"/>
                <a:gd name="connsiteY475" fmla="*/ 140494 h 485775"/>
                <a:gd name="connsiteX476" fmla="*/ 259937 w 371475"/>
                <a:gd name="connsiteY476" fmla="*/ 140875 h 485775"/>
                <a:gd name="connsiteX477" fmla="*/ 257365 w 371475"/>
                <a:gd name="connsiteY477" fmla="*/ 142018 h 485775"/>
                <a:gd name="connsiteX478" fmla="*/ 257080 w 371475"/>
                <a:gd name="connsiteY478" fmla="*/ 142208 h 485775"/>
                <a:gd name="connsiteX479" fmla="*/ 256604 w 371475"/>
                <a:gd name="connsiteY479" fmla="*/ 142589 h 485775"/>
                <a:gd name="connsiteX480" fmla="*/ 256222 w 371475"/>
                <a:gd name="connsiteY480" fmla="*/ 143161 h 485775"/>
                <a:gd name="connsiteX481" fmla="*/ 250888 w 371475"/>
                <a:gd name="connsiteY481" fmla="*/ 141922 h 485775"/>
                <a:gd name="connsiteX482" fmla="*/ 249460 w 371475"/>
                <a:gd name="connsiteY482" fmla="*/ 141351 h 485775"/>
                <a:gd name="connsiteX483" fmla="*/ 248983 w 371475"/>
                <a:gd name="connsiteY483" fmla="*/ 140779 h 485775"/>
                <a:gd name="connsiteX484" fmla="*/ 248793 w 371475"/>
                <a:gd name="connsiteY484" fmla="*/ 140303 h 485775"/>
                <a:gd name="connsiteX485" fmla="*/ 248698 w 371475"/>
                <a:gd name="connsiteY485" fmla="*/ 139732 h 485775"/>
                <a:gd name="connsiteX486" fmla="*/ 248603 w 371475"/>
                <a:gd name="connsiteY486" fmla="*/ 139255 h 485775"/>
                <a:gd name="connsiteX487" fmla="*/ 248507 w 371475"/>
                <a:gd name="connsiteY487" fmla="*/ 138970 h 485775"/>
                <a:gd name="connsiteX488" fmla="*/ 248412 w 371475"/>
                <a:gd name="connsiteY488" fmla="*/ 138493 h 485775"/>
                <a:gd name="connsiteX489" fmla="*/ 248031 w 371475"/>
                <a:gd name="connsiteY489" fmla="*/ 137922 h 485775"/>
                <a:gd name="connsiteX490" fmla="*/ 247269 w 371475"/>
                <a:gd name="connsiteY490" fmla="*/ 136969 h 485775"/>
                <a:gd name="connsiteX491" fmla="*/ 245078 w 371475"/>
                <a:gd name="connsiteY491" fmla="*/ 136017 h 485775"/>
                <a:gd name="connsiteX492" fmla="*/ 244602 w 371475"/>
                <a:gd name="connsiteY492" fmla="*/ 135541 h 485775"/>
                <a:gd name="connsiteX493" fmla="*/ 244316 w 371475"/>
                <a:gd name="connsiteY493" fmla="*/ 134969 h 485775"/>
                <a:gd name="connsiteX494" fmla="*/ 244316 w 371475"/>
                <a:gd name="connsiteY494" fmla="*/ 134493 h 485775"/>
                <a:gd name="connsiteX495" fmla="*/ 244316 w 371475"/>
                <a:gd name="connsiteY495" fmla="*/ 133921 h 485775"/>
                <a:gd name="connsiteX496" fmla="*/ 244412 w 371475"/>
                <a:gd name="connsiteY496" fmla="*/ 133540 h 485775"/>
                <a:gd name="connsiteX497" fmla="*/ 244793 w 371475"/>
                <a:gd name="connsiteY497" fmla="*/ 132874 h 485775"/>
                <a:gd name="connsiteX498" fmla="*/ 245078 w 371475"/>
                <a:gd name="connsiteY498" fmla="*/ 132493 h 485775"/>
                <a:gd name="connsiteX499" fmla="*/ 245650 w 371475"/>
                <a:gd name="connsiteY499" fmla="*/ 131731 h 485775"/>
                <a:gd name="connsiteX500" fmla="*/ 248031 w 371475"/>
                <a:gd name="connsiteY500" fmla="*/ 129350 h 485775"/>
                <a:gd name="connsiteX501" fmla="*/ 248412 w 371475"/>
                <a:gd name="connsiteY501" fmla="*/ 128873 h 485775"/>
                <a:gd name="connsiteX502" fmla="*/ 249174 w 371475"/>
                <a:gd name="connsiteY502" fmla="*/ 124111 h 485775"/>
                <a:gd name="connsiteX503" fmla="*/ 252889 w 371475"/>
                <a:gd name="connsiteY503" fmla="*/ 114109 h 485775"/>
                <a:gd name="connsiteX504" fmla="*/ 253937 w 371475"/>
                <a:gd name="connsiteY504" fmla="*/ 111919 h 485775"/>
                <a:gd name="connsiteX505" fmla="*/ 254794 w 371475"/>
                <a:gd name="connsiteY505" fmla="*/ 110776 h 485775"/>
                <a:gd name="connsiteX506" fmla="*/ 255270 w 371475"/>
                <a:gd name="connsiteY506" fmla="*/ 110871 h 485775"/>
                <a:gd name="connsiteX507" fmla="*/ 256222 w 371475"/>
                <a:gd name="connsiteY507" fmla="*/ 111347 h 485775"/>
                <a:gd name="connsiteX508" fmla="*/ 256985 w 371475"/>
                <a:gd name="connsiteY508" fmla="*/ 111823 h 485775"/>
                <a:gd name="connsiteX509" fmla="*/ 257556 w 371475"/>
                <a:gd name="connsiteY509" fmla="*/ 112014 h 485775"/>
                <a:gd name="connsiteX510" fmla="*/ 258032 w 371475"/>
                <a:gd name="connsiteY510" fmla="*/ 112109 h 485775"/>
                <a:gd name="connsiteX511" fmla="*/ 258794 w 371475"/>
                <a:gd name="connsiteY511" fmla="*/ 111728 h 485775"/>
                <a:gd name="connsiteX512" fmla="*/ 258985 w 371475"/>
                <a:gd name="connsiteY512" fmla="*/ 111252 h 485775"/>
                <a:gd name="connsiteX513" fmla="*/ 258985 w 371475"/>
                <a:gd name="connsiteY513" fmla="*/ 110776 h 485775"/>
                <a:gd name="connsiteX514" fmla="*/ 258794 w 371475"/>
                <a:gd name="connsiteY514" fmla="*/ 109918 h 485775"/>
                <a:gd name="connsiteX515" fmla="*/ 258699 w 371475"/>
                <a:gd name="connsiteY515" fmla="*/ 109728 h 485775"/>
                <a:gd name="connsiteX516" fmla="*/ 258604 w 371475"/>
                <a:gd name="connsiteY516" fmla="*/ 106871 h 485775"/>
                <a:gd name="connsiteX517" fmla="*/ 259461 w 371475"/>
                <a:gd name="connsiteY517" fmla="*/ 99155 h 485775"/>
                <a:gd name="connsiteX518" fmla="*/ 259652 w 371475"/>
                <a:gd name="connsiteY518" fmla="*/ 98488 h 485775"/>
                <a:gd name="connsiteX519" fmla="*/ 259937 w 371475"/>
                <a:gd name="connsiteY519" fmla="*/ 97917 h 485775"/>
                <a:gd name="connsiteX520" fmla="*/ 260509 w 371475"/>
                <a:gd name="connsiteY520" fmla="*/ 97155 h 485775"/>
                <a:gd name="connsiteX521" fmla="*/ 261271 w 371475"/>
                <a:gd name="connsiteY521" fmla="*/ 96488 h 485775"/>
                <a:gd name="connsiteX522" fmla="*/ 262223 w 371475"/>
                <a:gd name="connsiteY522" fmla="*/ 95059 h 485775"/>
                <a:gd name="connsiteX523" fmla="*/ 263176 w 371475"/>
                <a:gd name="connsiteY523" fmla="*/ 93250 h 485775"/>
                <a:gd name="connsiteX524" fmla="*/ 263652 w 371475"/>
                <a:gd name="connsiteY524" fmla="*/ 92202 h 485775"/>
                <a:gd name="connsiteX525" fmla="*/ 263843 w 371475"/>
                <a:gd name="connsiteY525" fmla="*/ 91345 h 485775"/>
                <a:gd name="connsiteX526" fmla="*/ 263843 w 371475"/>
                <a:gd name="connsiteY526" fmla="*/ 90773 h 485775"/>
                <a:gd name="connsiteX527" fmla="*/ 263843 w 371475"/>
                <a:gd name="connsiteY527" fmla="*/ 90202 h 485775"/>
                <a:gd name="connsiteX528" fmla="*/ 263652 w 371475"/>
                <a:gd name="connsiteY528" fmla="*/ 89154 h 485775"/>
                <a:gd name="connsiteX529" fmla="*/ 263271 w 371475"/>
                <a:gd name="connsiteY529" fmla="*/ 88201 h 485775"/>
                <a:gd name="connsiteX530" fmla="*/ 262795 w 371475"/>
                <a:gd name="connsiteY530" fmla="*/ 87154 h 485775"/>
                <a:gd name="connsiteX531" fmla="*/ 261271 w 371475"/>
                <a:gd name="connsiteY531" fmla="*/ 85344 h 485775"/>
                <a:gd name="connsiteX532" fmla="*/ 260223 w 371475"/>
                <a:gd name="connsiteY532" fmla="*/ 84582 h 485775"/>
                <a:gd name="connsiteX533" fmla="*/ 259652 w 371475"/>
                <a:gd name="connsiteY533" fmla="*/ 84296 h 485775"/>
                <a:gd name="connsiteX534" fmla="*/ 258794 w 371475"/>
                <a:gd name="connsiteY534" fmla="*/ 84201 h 485775"/>
                <a:gd name="connsiteX535" fmla="*/ 258128 w 371475"/>
                <a:gd name="connsiteY535" fmla="*/ 84201 h 485775"/>
                <a:gd name="connsiteX536" fmla="*/ 256985 w 371475"/>
                <a:gd name="connsiteY536" fmla="*/ 84392 h 485775"/>
                <a:gd name="connsiteX537" fmla="*/ 254698 w 371475"/>
                <a:gd name="connsiteY537" fmla="*/ 85154 h 485775"/>
                <a:gd name="connsiteX538" fmla="*/ 246983 w 371475"/>
                <a:gd name="connsiteY538" fmla="*/ 85725 h 485775"/>
                <a:gd name="connsiteX539" fmla="*/ 246697 w 371475"/>
                <a:gd name="connsiteY539" fmla="*/ 85820 h 485775"/>
                <a:gd name="connsiteX540" fmla="*/ 245650 w 371475"/>
                <a:gd name="connsiteY540" fmla="*/ 86677 h 485775"/>
                <a:gd name="connsiteX541" fmla="*/ 244983 w 371475"/>
                <a:gd name="connsiteY541" fmla="*/ 86963 h 485775"/>
                <a:gd name="connsiteX542" fmla="*/ 243840 w 371475"/>
                <a:gd name="connsiteY542" fmla="*/ 87439 h 485775"/>
                <a:gd name="connsiteX543" fmla="*/ 241649 w 371475"/>
                <a:gd name="connsiteY543" fmla="*/ 87344 h 485775"/>
                <a:gd name="connsiteX544" fmla="*/ 240887 w 371475"/>
                <a:gd name="connsiteY544" fmla="*/ 87535 h 485775"/>
                <a:gd name="connsiteX545" fmla="*/ 240030 w 371475"/>
                <a:gd name="connsiteY545" fmla="*/ 88011 h 485775"/>
                <a:gd name="connsiteX546" fmla="*/ 239458 w 371475"/>
                <a:gd name="connsiteY546" fmla="*/ 88106 h 485775"/>
                <a:gd name="connsiteX547" fmla="*/ 238982 w 371475"/>
                <a:gd name="connsiteY547" fmla="*/ 88106 h 485775"/>
                <a:gd name="connsiteX548" fmla="*/ 236982 w 371475"/>
                <a:gd name="connsiteY548" fmla="*/ 87439 h 485775"/>
                <a:gd name="connsiteX549" fmla="*/ 236315 w 371475"/>
                <a:gd name="connsiteY549" fmla="*/ 87344 h 485775"/>
                <a:gd name="connsiteX550" fmla="*/ 229933 w 371475"/>
                <a:gd name="connsiteY550" fmla="*/ 88297 h 485775"/>
                <a:gd name="connsiteX551" fmla="*/ 228695 w 371475"/>
                <a:gd name="connsiteY551" fmla="*/ 88297 h 485775"/>
                <a:gd name="connsiteX552" fmla="*/ 227933 w 371475"/>
                <a:gd name="connsiteY552" fmla="*/ 88011 h 485775"/>
                <a:gd name="connsiteX553" fmla="*/ 227838 w 371475"/>
                <a:gd name="connsiteY553" fmla="*/ 87535 h 485775"/>
                <a:gd name="connsiteX554" fmla="*/ 227933 w 371475"/>
                <a:gd name="connsiteY554" fmla="*/ 87154 h 485775"/>
                <a:gd name="connsiteX555" fmla="*/ 228219 w 371475"/>
                <a:gd name="connsiteY555" fmla="*/ 86773 h 485775"/>
                <a:gd name="connsiteX556" fmla="*/ 229171 w 371475"/>
                <a:gd name="connsiteY556" fmla="*/ 85820 h 485775"/>
                <a:gd name="connsiteX557" fmla="*/ 229267 w 371475"/>
                <a:gd name="connsiteY557" fmla="*/ 85725 h 485775"/>
                <a:gd name="connsiteX558" fmla="*/ 229267 w 371475"/>
                <a:gd name="connsiteY558" fmla="*/ 85534 h 485775"/>
                <a:gd name="connsiteX559" fmla="*/ 229457 w 371475"/>
                <a:gd name="connsiteY559" fmla="*/ 85154 h 485775"/>
                <a:gd name="connsiteX560" fmla="*/ 229553 w 371475"/>
                <a:gd name="connsiteY560" fmla="*/ 84582 h 485775"/>
                <a:gd name="connsiteX561" fmla="*/ 229553 w 371475"/>
                <a:gd name="connsiteY561" fmla="*/ 83344 h 485775"/>
                <a:gd name="connsiteX562" fmla="*/ 229267 w 371475"/>
                <a:gd name="connsiteY562" fmla="*/ 78867 h 485775"/>
                <a:gd name="connsiteX563" fmla="*/ 229362 w 371475"/>
                <a:gd name="connsiteY563" fmla="*/ 76962 h 485775"/>
                <a:gd name="connsiteX564" fmla="*/ 229648 w 371475"/>
                <a:gd name="connsiteY564" fmla="*/ 74485 h 485775"/>
                <a:gd name="connsiteX565" fmla="*/ 229648 w 371475"/>
                <a:gd name="connsiteY565" fmla="*/ 73819 h 485775"/>
                <a:gd name="connsiteX566" fmla="*/ 229457 w 371475"/>
                <a:gd name="connsiteY566" fmla="*/ 73247 h 485775"/>
                <a:gd name="connsiteX567" fmla="*/ 228981 w 371475"/>
                <a:gd name="connsiteY567" fmla="*/ 72961 h 485775"/>
                <a:gd name="connsiteX568" fmla="*/ 228600 w 371475"/>
                <a:gd name="connsiteY568" fmla="*/ 73057 h 485775"/>
                <a:gd name="connsiteX569" fmla="*/ 227552 w 371475"/>
                <a:gd name="connsiteY569" fmla="*/ 73438 h 485775"/>
                <a:gd name="connsiteX570" fmla="*/ 226981 w 371475"/>
                <a:gd name="connsiteY570" fmla="*/ 73628 h 485775"/>
                <a:gd name="connsiteX571" fmla="*/ 226028 w 371475"/>
                <a:gd name="connsiteY571" fmla="*/ 73628 h 485775"/>
                <a:gd name="connsiteX572" fmla="*/ 225457 w 371475"/>
                <a:gd name="connsiteY572" fmla="*/ 73438 h 485775"/>
                <a:gd name="connsiteX573" fmla="*/ 225076 w 371475"/>
                <a:gd name="connsiteY573" fmla="*/ 73057 h 485775"/>
                <a:gd name="connsiteX574" fmla="*/ 224790 w 371475"/>
                <a:gd name="connsiteY574" fmla="*/ 72676 h 485775"/>
                <a:gd name="connsiteX575" fmla="*/ 224599 w 371475"/>
                <a:gd name="connsiteY575" fmla="*/ 72295 h 485775"/>
                <a:gd name="connsiteX576" fmla="*/ 224409 w 371475"/>
                <a:gd name="connsiteY576" fmla="*/ 71723 h 485775"/>
                <a:gd name="connsiteX577" fmla="*/ 224219 w 371475"/>
                <a:gd name="connsiteY577" fmla="*/ 70104 h 485775"/>
                <a:gd name="connsiteX578" fmla="*/ 224028 w 371475"/>
                <a:gd name="connsiteY578" fmla="*/ 69723 h 485775"/>
                <a:gd name="connsiteX579" fmla="*/ 223838 w 371475"/>
                <a:gd name="connsiteY579" fmla="*/ 69247 h 485775"/>
                <a:gd name="connsiteX580" fmla="*/ 223266 w 371475"/>
                <a:gd name="connsiteY580" fmla="*/ 68485 h 485775"/>
                <a:gd name="connsiteX581" fmla="*/ 222980 w 371475"/>
                <a:gd name="connsiteY581" fmla="*/ 68104 h 485775"/>
                <a:gd name="connsiteX582" fmla="*/ 222790 w 371475"/>
                <a:gd name="connsiteY582" fmla="*/ 67627 h 485775"/>
                <a:gd name="connsiteX583" fmla="*/ 221837 w 371475"/>
                <a:gd name="connsiteY583" fmla="*/ 63627 h 485775"/>
                <a:gd name="connsiteX584" fmla="*/ 221647 w 371475"/>
                <a:gd name="connsiteY584" fmla="*/ 63151 h 485775"/>
                <a:gd name="connsiteX585" fmla="*/ 221361 w 371475"/>
                <a:gd name="connsiteY585" fmla="*/ 62770 h 485775"/>
                <a:gd name="connsiteX586" fmla="*/ 221171 w 371475"/>
                <a:gd name="connsiteY586" fmla="*/ 62389 h 485775"/>
                <a:gd name="connsiteX587" fmla="*/ 220504 w 371475"/>
                <a:gd name="connsiteY587" fmla="*/ 61817 h 485775"/>
                <a:gd name="connsiteX588" fmla="*/ 219646 w 371475"/>
                <a:gd name="connsiteY588" fmla="*/ 61150 h 485775"/>
                <a:gd name="connsiteX589" fmla="*/ 219361 w 371475"/>
                <a:gd name="connsiteY589" fmla="*/ 61246 h 485775"/>
                <a:gd name="connsiteX590" fmla="*/ 219075 w 371475"/>
                <a:gd name="connsiteY590" fmla="*/ 61531 h 485775"/>
                <a:gd name="connsiteX591" fmla="*/ 219075 w 371475"/>
                <a:gd name="connsiteY591" fmla="*/ 61722 h 485775"/>
                <a:gd name="connsiteX592" fmla="*/ 219075 w 371475"/>
                <a:gd name="connsiteY592" fmla="*/ 61913 h 485775"/>
                <a:gd name="connsiteX593" fmla="*/ 219075 w 371475"/>
                <a:gd name="connsiteY593" fmla="*/ 62008 h 485775"/>
                <a:gd name="connsiteX594" fmla="*/ 218980 w 371475"/>
                <a:gd name="connsiteY594" fmla="*/ 62293 h 485775"/>
                <a:gd name="connsiteX595" fmla="*/ 218789 w 371475"/>
                <a:gd name="connsiteY595" fmla="*/ 62579 h 485775"/>
                <a:gd name="connsiteX596" fmla="*/ 218408 w 371475"/>
                <a:gd name="connsiteY596" fmla="*/ 62865 h 485775"/>
                <a:gd name="connsiteX597" fmla="*/ 217932 w 371475"/>
                <a:gd name="connsiteY597" fmla="*/ 63151 h 485775"/>
                <a:gd name="connsiteX598" fmla="*/ 217361 w 371475"/>
                <a:gd name="connsiteY598" fmla="*/ 63246 h 485775"/>
                <a:gd name="connsiteX599" fmla="*/ 216408 w 371475"/>
                <a:gd name="connsiteY599" fmla="*/ 63246 h 485775"/>
                <a:gd name="connsiteX600" fmla="*/ 215837 w 371475"/>
                <a:gd name="connsiteY600" fmla="*/ 63055 h 485775"/>
                <a:gd name="connsiteX601" fmla="*/ 215551 w 371475"/>
                <a:gd name="connsiteY601" fmla="*/ 62865 h 485775"/>
                <a:gd name="connsiteX602" fmla="*/ 215170 w 371475"/>
                <a:gd name="connsiteY602" fmla="*/ 62198 h 485775"/>
                <a:gd name="connsiteX603" fmla="*/ 214408 w 371475"/>
                <a:gd name="connsiteY603" fmla="*/ 60865 h 485775"/>
                <a:gd name="connsiteX604" fmla="*/ 213836 w 371475"/>
                <a:gd name="connsiteY604" fmla="*/ 59722 h 485775"/>
                <a:gd name="connsiteX605" fmla="*/ 213551 w 371475"/>
                <a:gd name="connsiteY605" fmla="*/ 59341 h 485775"/>
                <a:gd name="connsiteX606" fmla="*/ 212407 w 371475"/>
                <a:gd name="connsiteY606" fmla="*/ 58102 h 485775"/>
                <a:gd name="connsiteX607" fmla="*/ 211836 w 371475"/>
                <a:gd name="connsiteY607" fmla="*/ 57626 h 485775"/>
                <a:gd name="connsiteX608" fmla="*/ 211264 w 371475"/>
                <a:gd name="connsiteY608" fmla="*/ 57340 h 485775"/>
                <a:gd name="connsiteX609" fmla="*/ 210503 w 371475"/>
                <a:gd name="connsiteY609" fmla="*/ 57150 h 485775"/>
                <a:gd name="connsiteX610" fmla="*/ 210026 w 371475"/>
                <a:gd name="connsiteY610" fmla="*/ 57150 h 485775"/>
                <a:gd name="connsiteX611" fmla="*/ 208883 w 371475"/>
                <a:gd name="connsiteY611" fmla="*/ 57245 h 485775"/>
                <a:gd name="connsiteX612" fmla="*/ 208407 w 371475"/>
                <a:gd name="connsiteY612" fmla="*/ 57436 h 485775"/>
                <a:gd name="connsiteX613" fmla="*/ 207931 w 371475"/>
                <a:gd name="connsiteY613" fmla="*/ 57626 h 485775"/>
                <a:gd name="connsiteX614" fmla="*/ 205073 w 371475"/>
                <a:gd name="connsiteY614" fmla="*/ 59436 h 485775"/>
                <a:gd name="connsiteX615" fmla="*/ 204406 w 371475"/>
                <a:gd name="connsiteY615" fmla="*/ 59531 h 485775"/>
                <a:gd name="connsiteX616" fmla="*/ 203645 w 371475"/>
                <a:gd name="connsiteY616" fmla="*/ 59626 h 485775"/>
                <a:gd name="connsiteX617" fmla="*/ 202311 w 371475"/>
                <a:gd name="connsiteY617" fmla="*/ 59531 h 485775"/>
                <a:gd name="connsiteX618" fmla="*/ 201644 w 371475"/>
                <a:gd name="connsiteY618" fmla="*/ 59246 h 485775"/>
                <a:gd name="connsiteX619" fmla="*/ 201168 w 371475"/>
                <a:gd name="connsiteY619" fmla="*/ 58960 h 485775"/>
                <a:gd name="connsiteX620" fmla="*/ 200120 w 371475"/>
                <a:gd name="connsiteY620" fmla="*/ 57340 h 485775"/>
                <a:gd name="connsiteX621" fmla="*/ 199454 w 371475"/>
                <a:gd name="connsiteY621" fmla="*/ 56579 h 485775"/>
                <a:gd name="connsiteX622" fmla="*/ 197644 w 371475"/>
                <a:gd name="connsiteY622" fmla="*/ 55245 h 485775"/>
                <a:gd name="connsiteX623" fmla="*/ 196310 w 371475"/>
                <a:gd name="connsiteY623" fmla="*/ 54483 h 485775"/>
                <a:gd name="connsiteX624" fmla="*/ 195548 w 371475"/>
                <a:gd name="connsiteY624" fmla="*/ 54388 h 485775"/>
                <a:gd name="connsiteX625" fmla="*/ 189357 w 371475"/>
                <a:gd name="connsiteY625" fmla="*/ 54864 h 485775"/>
                <a:gd name="connsiteX626" fmla="*/ 188119 w 371475"/>
                <a:gd name="connsiteY626" fmla="*/ 54769 h 485775"/>
                <a:gd name="connsiteX627" fmla="*/ 184118 w 371475"/>
                <a:gd name="connsiteY627" fmla="*/ 53816 h 485775"/>
                <a:gd name="connsiteX628" fmla="*/ 182594 w 371475"/>
                <a:gd name="connsiteY628" fmla="*/ 53150 h 485775"/>
                <a:gd name="connsiteX629" fmla="*/ 180785 w 371475"/>
                <a:gd name="connsiteY629" fmla="*/ 51625 h 485775"/>
                <a:gd name="connsiteX630" fmla="*/ 172498 w 371475"/>
                <a:gd name="connsiteY630" fmla="*/ 46958 h 485775"/>
                <a:gd name="connsiteX631" fmla="*/ 171831 w 371475"/>
                <a:gd name="connsiteY631" fmla="*/ 46292 h 485775"/>
                <a:gd name="connsiteX632" fmla="*/ 171260 w 371475"/>
                <a:gd name="connsiteY632" fmla="*/ 45529 h 485775"/>
                <a:gd name="connsiteX633" fmla="*/ 171069 w 371475"/>
                <a:gd name="connsiteY633" fmla="*/ 45053 h 485775"/>
                <a:gd name="connsiteX634" fmla="*/ 170974 w 371475"/>
                <a:gd name="connsiteY634" fmla="*/ 44577 h 485775"/>
                <a:gd name="connsiteX635" fmla="*/ 170974 w 371475"/>
                <a:gd name="connsiteY635" fmla="*/ 44005 h 485775"/>
                <a:gd name="connsiteX636" fmla="*/ 170974 w 371475"/>
                <a:gd name="connsiteY636" fmla="*/ 43434 h 485775"/>
                <a:gd name="connsiteX637" fmla="*/ 171450 w 371475"/>
                <a:gd name="connsiteY637" fmla="*/ 39529 h 485775"/>
                <a:gd name="connsiteX638" fmla="*/ 171355 w 371475"/>
                <a:gd name="connsiteY638" fmla="*/ 39052 h 485775"/>
                <a:gd name="connsiteX639" fmla="*/ 171069 w 371475"/>
                <a:gd name="connsiteY639" fmla="*/ 38576 h 485775"/>
                <a:gd name="connsiteX640" fmla="*/ 170402 w 371475"/>
                <a:gd name="connsiteY640" fmla="*/ 38100 h 485775"/>
                <a:gd name="connsiteX641" fmla="*/ 168116 w 371475"/>
                <a:gd name="connsiteY641" fmla="*/ 36385 h 485775"/>
                <a:gd name="connsiteX642" fmla="*/ 167640 w 371475"/>
                <a:gd name="connsiteY642" fmla="*/ 35909 h 485775"/>
                <a:gd name="connsiteX643" fmla="*/ 167354 w 371475"/>
                <a:gd name="connsiteY643" fmla="*/ 35433 h 485775"/>
                <a:gd name="connsiteX644" fmla="*/ 167259 w 371475"/>
                <a:gd name="connsiteY644" fmla="*/ 34957 h 485775"/>
                <a:gd name="connsiteX645" fmla="*/ 167069 w 371475"/>
                <a:gd name="connsiteY645" fmla="*/ 34480 h 485775"/>
                <a:gd name="connsiteX646" fmla="*/ 167069 w 371475"/>
                <a:gd name="connsiteY646" fmla="*/ 33338 h 485775"/>
                <a:gd name="connsiteX647" fmla="*/ 167449 w 371475"/>
                <a:gd name="connsiteY647" fmla="*/ 31433 h 485775"/>
                <a:gd name="connsiteX648" fmla="*/ 168021 w 371475"/>
                <a:gd name="connsiteY648" fmla="*/ 29813 h 485775"/>
                <a:gd name="connsiteX649" fmla="*/ 168116 w 371475"/>
                <a:gd name="connsiteY649" fmla="*/ 29242 h 485775"/>
                <a:gd name="connsiteX650" fmla="*/ 168212 w 371475"/>
                <a:gd name="connsiteY650" fmla="*/ 28670 h 485775"/>
                <a:gd name="connsiteX651" fmla="*/ 168212 w 371475"/>
                <a:gd name="connsiteY651" fmla="*/ 28194 h 485775"/>
                <a:gd name="connsiteX652" fmla="*/ 168021 w 371475"/>
                <a:gd name="connsiteY652" fmla="*/ 27718 h 485775"/>
                <a:gd name="connsiteX653" fmla="*/ 166973 w 371475"/>
                <a:gd name="connsiteY653" fmla="*/ 25908 h 485775"/>
                <a:gd name="connsiteX654" fmla="*/ 165830 w 371475"/>
                <a:gd name="connsiteY654" fmla="*/ 24479 h 485775"/>
                <a:gd name="connsiteX655" fmla="*/ 165259 w 371475"/>
                <a:gd name="connsiteY655" fmla="*/ 24003 h 485775"/>
                <a:gd name="connsiteX656" fmla="*/ 164687 w 371475"/>
                <a:gd name="connsiteY656" fmla="*/ 23622 h 485775"/>
                <a:gd name="connsiteX657" fmla="*/ 164116 w 371475"/>
                <a:gd name="connsiteY657" fmla="*/ 23431 h 485775"/>
                <a:gd name="connsiteX658" fmla="*/ 163544 w 371475"/>
                <a:gd name="connsiteY658" fmla="*/ 23336 h 485775"/>
                <a:gd name="connsiteX659" fmla="*/ 162306 w 371475"/>
                <a:gd name="connsiteY659" fmla="*/ 23336 h 485775"/>
                <a:gd name="connsiteX660" fmla="*/ 157639 w 371475"/>
                <a:gd name="connsiteY660" fmla="*/ 24384 h 485775"/>
                <a:gd name="connsiteX661" fmla="*/ 156972 w 371475"/>
                <a:gd name="connsiteY661" fmla="*/ 24479 h 485775"/>
                <a:gd name="connsiteX662" fmla="*/ 156210 w 371475"/>
                <a:gd name="connsiteY662" fmla="*/ 24479 h 485775"/>
                <a:gd name="connsiteX663" fmla="*/ 154972 w 371475"/>
                <a:gd name="connsiteY663" fmla="*/ 24193 h 485775"/>
                <a:gd name="connsiteX664" fmla="*/ 154400 w 371475"/>
                <a:gd name="connsiteY664" fmla="*/ 23908 h 485775"/>
                <a:gd name="connsiteX665" fmla="*/ 154019 w 371475"/>
                <a:gd name="connsiteY665" fmla="*/ 23431 h 485775"/>
                <a:gd name="connsiteX666" fmla="*/ 153067 w 371475"/>
                <a:gd name="connsiteY666" fmla="*/ 20574 h 485775"/>
                <a:gd name="connsiteX667" fmla="*/ 152495 w 371475"/>
                <a:gd name="connsiteY667" fmla="*/ 19526 h 485775"/>
                <a:gd name="connsiteX668" fmla="*/ 151924 w 371475"/>
                <a:gd name="connsiteY668" fmla="*/ 18764 h 485775"/>
                <a:gd name="connsiteX669" fmla="*/ 151447 w 371475"/>
                <a:gd name="connsiteY669" fmla="*/ 18479 h 485775"/>
                <a:gd name="connsiteX670" fmla="*/ 147066 w 371475"/>
                <a:gd name="connsiteY670" fmla="*/ 16859 h 485775"/>
                <a:gd name="connsiteX671" fmla="*/ 139827 w 371475"/>
                <a:gd name="connsiteY671" fmla="*/ 15240 h 485775"/>
                <a:gd name="connsiteX672" fmla="*/ 138398 w 371475"/>
                <a:gd name="connsiteY672" fmla="*/ 14668 h 485775"/>
                <a:gd name="connsiteX673" fmla="*/ 137731 w 371475"/>
                <a:gd name="connsiteY673" fmla="*/ 14288 h 485775"/>
                <a:gd name="connsiteX674" fmla="*/ 137255 w 371475"/>
                <a:gd name="connsiteY674" fmla="*/ 13906 h 485775"/>
                <a:gd name="connsiteX675" fmla="*/ 137065 w 371475"/>
                <a:gd name="connsiteY675" fmla="*/ 13716 h 485775"/>
                <a:gd name="connsiteX676" fmla="*/ 136588 w 371475"/>
                <a:gd name="connsiteY676" fmla="*/ 12478 h 485775"/>
                <a:gd name="connsiteX677" fmla="*/ 136207 w 371475"/>
                <a:gd name="connsiteY677" fmla="*/ 11906 h 485775"/>
                <a:gd name="connsiteX678" fmla="*/ 135541 w 371475"/>
                <a:gd name="connsiteY678" fmla="*/ 11239 h 485775"/>
                <a:gd name="connsiteX679" fmla="*/ 130588 w 371475"/>
                <a:gd name="connsiteY679" fmla="*/ 7429 h 485775"/>
                <a:gd name="connsiteX680" fmla="*/ 130302 w 371475"/>
                <a:gd name="connsiteY680" fmla="*/ 7048 h 485775"/>
                <a:gd name="connsiteX681" fmla="*/ 130112 w 371475"/>
                <a:gd name="connsiteY681" fmla="*/ 6572 h 485775"/>
                <a:gd name="connsiteX682" fmla="*/ 129921 w 371475"/>
                <a:gd name="connsiteY682" fmla="*/ 6191 h 485775"/>
                <a:gd name="connsiteX683" fmla="*/ 129730 w 371475"/>
                <a:gd name="connsiteY683" fmla="*/ 5715 h 485775"/>
                <a:gd name="connsiteX684" fmla="*/ 129349 w 371475"/>
                <a:gd name="connsiteY684" fmla="*/ 5048 h 485775"/>
                <a:gd name="connsiteX685" fmla="*/ 128588 w 371475"/>
                <a:gd name="connsiteY685" fmla="*/ 4286 h 485775"/>
                <a:gd name="connsiteX686" fmla="*/ 125349 w 371475"/>
                <a:gd name="connsiteY686" fmla="*/ 1619 h 485775"/>
                <a:gd name="connsiteX687" fmla="*/ 124111 w 371475"/>
                <a:gd name="connsiteY687" fmla="*/ 286 h 485775"/>
                <a:gd name="connsiteX688" fmla="*/ 123444 w 371475"/>
                <a:gd name="connsiteY688" fmla="*/ 0 h 485775"/>
                <a:gd name="connsiteX689" fmla="*/ 122872 w 371475"/>
                <a:gd name="connsiteY689" fmla="*/ 0 h 485775"/>
                <a:gd name="connsiteX690" fmla="*/ 121729 w 371475"/>
                <a:gd name="connsiteY690" fmla="*/ 190 h 485775"/>
                <a:gd name="connsiteX691" fmla="*/ 120015 w 371475"/>
                <a:gd name="connsiteY691" fmla="*/ 286 h 485775"/>
                <a:gd name="connsiteX692" fmla="*/ 117348 w 371475"/>
                <a:gd name="connsiteY692" fmla="*/ 2572 h 485775"/>
                <a:gd name="connsiteX693" fmla="*/ 111252 w 371475"/>
                <a:gd name="connsiteY693" fmla="*/ 6382 h 485775"/>
                <a:gd name="connsiteX694" fmla="*/ 109347 w 371475"/>
                <a:gd name="connsiteY694" fmla="*/ 7144 h 485775"/>
                <a:gd name="connsiteX695" fmla="*/ 108109 w 371475"/>
                <a:gd name="connsiteY695" fmla="*/ 7429 h 485775"/>
                <a:gd name="connsiteX696" fmla="*/ 107728 w 371475"/>
                <a:gd name="connsiteY696" fmla="*/ 7144 h 485775"/>
                <a:gd name="connsiteX697" fmla="*/ 107061 w 371475"/>
                <a:gd name="connsiteY697" fmla="*/ 6477 h 485775"/>
                <a:gd name="connsiteX698" fmla="*/ 106680 w 371475"/>
                <a:gd name="connsiteY698" fmla="*/ 6096 h 485775"/>
                <a:gd name="connsiteX699" fmla="*/ 106299 w 371475"/>
                <a:gd name="connsiteY699" fmla="*/ 5810 h 485775"/>
                <a:gd name="connsiteX700" fmla="*/ 105442 w 371475"/>
                <a:gd name="connsiteY700" fmla="*/ 5620 h 485775"/>
                <a:gd name="connsiteX701" fmla="*/ 104775 w 371475"/>
                <a:gd name="connsiteY701" fmla="*/ 5715 h 485775"/>
                <a:gd name="connsiteX702" fmla="*/ 102013 w 371475"/>
                <a:gd name="connsiteY702" fmla="*/ 7334 h 485775"/>
                <a:gd name="connsiteX703" fmla="*/ 102965 w 371475"/>
                <a:gd name="connsiteY703" fmla="*/ 10477 h 485775"/>
                <a:gd name="connsiteX704" fmla="*/ 102965 w 371475"/>
                <a:gd name="connsiteY704" fmla="*/ 11144 h 485775"/>
                <a:gd name="connsiteX705" fmla="*/ 102870 w 371475"/>
                <a:gd name="connsiteY705" fmla="*/ 11906 h 485775"/>
                <a:gd name="connsiteX706" fmla="*/ 102679 w 371475"/>
                <a:gd name="connsiteY706" fmla="*/ 12383 h 485775"/>
                <a:gd name="connsiteX707" fmla="*/ 102489 w 371475"/>
                <a:gd name="connsiteY707" fmla="*/ 13335 h 485775"/>
                <a:gd name="connsiteX708" fmla="*/ 102013 w 371475"/>
                <a:gd name="connsiteY708" fmla="*/ 16954 h 485775"/>
                <a:gd name="connsiteX709" fmla="*/ 102203 w 371475"/>
                <a:gd name="connsiteY709" fmla="*/ 18097 h 485775"/>
                <a:gd name="connsiteX710" fmla="*/ 102394 w 371475"/>
                <a:gd name="connsiteY710" fmla="*/ 18859 h 485775"/>
                <a:gd name="connsiteX711" fmla="*/ 104870 w 371475"/>
                <a:gd name="connsiteY711" fmla="*/ 21526 h 485775"/>
                <a:gd name="connsiteX712" fmla="*/ 106108 w 371475"/>
                <a:gd name="connsiteY712" fmla="*/ 23241 h 485775"/>
                <a:gd name="connsiteX713" fmla="*/ 107632 w 371475"/>
                <a:gd name="connsiteY713" fmla="*/ 24479 h 485775"/>
                <a:gd name="connsiteX714" fmla="*/ 111252 w 371475"/>
                <a:gd name="connsiteY714" fmla="*/ 26479 h 485775"/>
                <a:gd name="connsiteX715" fmla="*/ 115062 w 371475"/>
                <a:gd name="connsiteY715" fmla="*/ 29527 h 485775"/>
                <a:gd name="connsiteX716" fmla="*/ 119444 w 371475"/>
                <a:gd name="connsiteY716" fmla="*/ 34385 h 485775"/>
                <a:gd name="connsiteX717" fmla="*/ 120110 w 371475"/>
                <a:gd name="connsiteY717" fmla="*/ 34957 h 485775"/>
                <a:gd name="connsiteX718" fmla="*/ 120777 w 371475"/>
                <a:gd name="connsiteY718" fmla="*/ 35338 h 485775"/>
                <a:gd name="connsiteX719" fmla="*/ 121348 w 371475"/>
                <a:gd name="connsiteY719" fmla="*/ 35433 h 485775"/>
                <a:gd name="connsiteX720" fmla="*/ 121920 w 371475"/>
                <a:gd name="connsiteY720" fmla="*/ 35528 h 485775"/>
                <a:gd name="connsiteX721" fmla="*/ 123063 w 371475"/>
                <a:gd name="connsiteY721" fmla="*/ 35338 h 485775"/>
                <a:gd name="connsiteX722" fmla="*/ 124492 w 371475"/>
                <a:gd name="connsiteY722" fmla="*/ 34957 h 485775"/>
                <a:gd name="connsiteX723" fmla="*/ 125063 w 371475"/>
                <a:gd name="connsiteY723" fmla="*/ 34957 h 485775"/>
                <a:gd name="connsiteX724" fmla="*/ 126778 w 371475"/>
                <a:gd name="connsiteY724" fmla="*/ 35242 h 485775"/>
                <a:gd name="connsiteX725" fmla="*/ 127254 w 371475"/>
                <a:gd name="connsiteY725" fmla="*/ 35147 h 485775"/>
                <a:gd name="connsiteX726" fmla="*/ 128302 w 371475"/>
                <a:gd name="connsiteY726" fmla="*/ 34861 h 485775"/>
                <a:gd name="connsiteX727" fmla="*/ 134017 w 371475"/>
                <a:gd name="connsiteY727" fmla="*/ 34385 h 485775"/>
                <a:gd name="connsiteX728" fmla="*/ 134683 w 371475"/>
                <a:gd name="connsiteY728" fmla="*/ 34480 h 485775"/>
                <a:gd name="connsiteX729" fmla="*/ 135446 w 371475"/>
                <a:gd name="connsiteY729" fmla="*/ 34766 h 485775"/>
                <a:gd name="connsiteX730" fmla="*/ 135731 w 371475"/>
                <a:gd name="connsiteY730" fmla="*/ 35147 h 485775"/>
                <a:gd name="connsiteX731" fmla="*/ 135827 w 371475"/>
                <a:gd name="connsiteY731" fmla="*/ 35528 h 485775"/>
                <a:gd name="connsiteX732" fmla="*/ 135731 w 371475"/>
                <a:gd name="connsiteY732" fmla="*/ 35909 h 485775"/>
                <a:gd name="connsiteX733" fmla="*/ 135255 w 371475"/>
                <a:gd name="connsiteY733" fmla="*/ 38005 h 485775"/>
                <a:gd name="connsiteX734" fmla="*/ 135160 w 371475"/>
                <a:gd name="connsiteY734" fmla="*/ 38767 h 485775"/>
                <a:gd name="connsiteX735" fmla="*/ 135160 w 371475"/>
                <a:gd name="connsiteY735" fmla="*/ 39338 h 485775"/>
                <a:gd name="connsiteX736" fmla="*/ 135255 w 371475"/>
                <a:gd name="connsiteY736" fmla="*/ 40481 h 485775"/>
                <a:gd name="connsiteX737" fmla="*/ 135731 w 371475"/>
                <a:gd name="connsiteY737" fmla="*/ 42481 h 485775"/>
                <a:gd name="connsiteX738" fmla="*/ 135827 w 371475"/>
                <a:gd name="connsiteY738" fmla="*/ 43434 h 485775"/>
                <a:gd name="connsiteX739" fmla="*/ 135827 w 371475"/>
                <a:gd name="connsiteY739" fmla="*/ 43815 h 485775"/>
                <a:gd name="connsiteX740" fmla="*/ 135827 w 371475"/>
                <a:gd name="connsiteY740" fmla="*/ 44291 h 485775"/>
                <a:gd name="connsiteX741" fmla="*/ 135731 w 371475"/>
                <a:gd name="connsiteY741" fmla="*/ 44767 h 485775"/>
                <a:gd name="connsiteX742" fmla="*/ 135541 w 371475"/>
                <a:gd name="connsiteY742" fmla="*/ 45244 h 485775"/>
                <a:gd name="connsiteX743" fmla="*/ 135255 w 371475"/>
                <a:gd name="connsiteY743" fmla="*/ 45720 h 485775"/>
                <a:gd name="connsiteX744" fmla="*/ 134874 w 371475"/>
                <a:gd name="connsiteY744" fmla="*/ 46006 h 485775"/>
                <a:gd name="connsiteX745" fmla="*/ 134493 w 371475"/>
                <a:gd name="connsiteY745" fmla="*/ 46292 h 485775"/>
                <a:gd name="connsiteX746" fmla="*/ 134207 w 371475"/>
                <a:gd name="connsiteY746" fmla="*/ 46672 h 485775"/>
                <a:gd name="connsiteX747" fmla="*/ 133921 w 371475"/>
                <a:gd name="connsiteY747" fmla="*/ 47054 h 485775"/>
                <a:gd name="connsiteX748" fmla="*/ 133636 w 371475"/>
                <a:gd name="connsiteY748" fmla="*/ 47530 h 485775"/>
                <a:gd name="connsiteX749" fmla="*/ 133445 w 371475"/>
                <a:gd name="connsiteY749" fmla="*/ 48101 h 485775"/>
                <a:gd name="connsiteX750" fmla="*/ 133350 w 371475"/>
                <a:gd name="connsiteY750" fmla="*/ 48673 h 485775"/>
                <a:gd name="connsiteX751" fmla="*/ 133255 w 371475"/>
                <a:gd name="connsiteY751" fmla="*/ 49244 h 485775"/>
                <a:gd name="connsiteX752" fmla="*/ 133255 w 371475"/>
                <a:gd name="connsiteY752" fmla="*/ 49816 h 485775"/>
                <a:gd name="connsiteX753" fmla="*/ 133255 w 371475"/>
                <a:gd name="connsiteY753" fmla="*/ 50292 h 485775"/>
                <a:gd name="connsiteX754" fmla="*/ 133921 w 371475"/>
                <a:gd name="connsiteY754" fmla="*/ 51721 h 485775"/>
                <a:gd name="connsiteX755" fmla="*/ 135541 w 371475"/>
                <a:gd name="connsiteY755" fmla="*/ 54388 h 485775"/>
                <a:gd name="connsiteX756" fmla="*/ 138017 w 371475"/>
                <a:gd name="connsiteY756" fmla="*/ 61150 h 485775"/>
                <a:gd name="connsiteX757" fmla="*/ 140589 w 371475"/>
                <a:gd name="connsiteY757" fmla="*/ 64770 h 485775"/>
                <a:gd name="connsiteX758" fmla="*/ 141161 w 371475"/>
                <a:gd name="connsiteY758" fmla="*/ 66389 h 485775"/>
                <a:gd name="connsiteX759" fmla="*/ 140875 w 371475"/>
                <a:gd name="connsiteY759" fmla="*/ 69723 h 485775"/>
                <a:gd name="connsiteX760" fmla="*/ 140779 w 371475"/>
                <a:gd name="connsiteY760" fmla="*/ 70580 h 485775"/>
                <a:gd name="connsiteX761" fmla="*/ 140494 w 371475"/>
                <a:gd name="connsiteY761" fmla="*/ 71056 h 485775"/>
                <a:gd name="connsiteX762" fmla="*/ 140018 w 371475"/>
                <a:gd name="connsiteY762" fmla="*/ 71342 h 485775"/>
                <a:gd name="connsiteX763" fmla="*/ 139446 w 371475"/>
                <a:gd name="connsiteY763" fmla="*/ 71342 h 485775"/>
                <a:gd name="connsiteX764" fmla="*/ 138970 w 371475"/>
                <a:gd name="connsiteY764" fmla="*/ 71247 h 485775"/>
                <a:gd name="connsiteX765" fmla="*/ 138494 w 371475"/>
                <a:gd name="connsiteY765" fmla="*/ 71056 h 485775"/>
                <a:gd name="connsiteX766" fmla="*/ 137160 w 371475"/>
                <a:gd name="connsiteY766" fmla="*/ 70294 h 485775"/>
                <a:gd name="connsiteX767" fmla="*/ 136588 w 371475"/>
                <a:gd name="connsiteY767" fmla="*/ 70390 h 485775"/>
                <a:gd name="connsiteX768" fmla="*/ 135922 w 371475"/>
                <a:gd name="connsiteY768" fmla="*/ 70866 h 485775"/>
                <a:gd name="connsiteX769" fmla="*/ 135160 w 371475"/>
                <a:gd name="connsiteY769" fmla="*/ 72009 h 485775"/>
                <a:gd name="connsiteX770" fmla="*/ 134588 w 371475"/>
                <a:gd name="connsiteY770" fmla="*/ 72676 h 485775"/>
                <a:gd name="connsiteX771" fmla="*/ 134112 w 371475"/>
                <a:gd name="connsiteY771" fmla="*/ 73057 h 485775"/>
                <a:gd name="connsiteX772" fmla="*/ 133540 w 371475"/>
                <a:gd name="connsiteY772" fmla="*/ 73152 h 485775"/>
                <a:gd name="connsiteX773" fmla="*/ 131731 w 371475"/>
                <a:gd name="connsiteY773" fmla="*/ 73247 h 485775"/>
                <a:gd name="connsiteX774" fmla="*/ 131254 w 371475"/>
                <a:gd name="connsiteY774" fmla="*/ 73342 h 485775"/>
                <a:gd name="connsiteX775" fmla="*/ 130873 w 371475"/>
                <a:gd name="connsiteY775" fmla="*/ 73628 h 485775"/>
                <a:gd name="connsiteX776" fmla="*/ 129826 w 371475"/>
                <a:gd name="connsiteY776" fmla="*/ 74295 h 485775"/>
                <a:gd name="connsiteX777" fmla="*/ 129540 w 371475"/>
                <a:gd name="connsiteY777" fmla="*/ 74485 h 485775"/>
                <a:gd name="connsiteX778" fmla="*/ 129159 w 371475"/>
                <a:gd name="connsiteY778" fmla="*/ 74581 h 485775"/>
                <a:gd name="connsiteX779" fmla="*/ 128683 w 371475"/>
                <a:gd name="connsiteY779" fmla="*/ 74676 h 485775"/>
                <a:gd name="connsiteX780" fmla="*/ 127349 w 371475"/>
                <a:gd name="connsiteY780" fmla="*/ 75152 h 485775"/>
                <a:gd name="connsiteX781" fmla="*/ 126397 w 371475"/>
                <a:gd name="connsiteY781" fmla="*/ 75724 h 485775"/>
                <a:gd name="connsiteX782" fmla="*/ 125825 w 371475"/>
                <a:gd name="connsiteY782" fmla="*/ 76295 h 485775"/>
                <a:gd name="connsiteX783" fmla="*/ 125444 w 371475"/>
                <a:gd name="connsiteY783" fmla="*/ 76771 h 485775"/>
                <a:gd name="connsiteX784" fmla="*/ 125063 w 371475"/>
                <a:gd name="connsiteY784" fmla="*/ 78486 h 485775"/>
                <a:gd name="connsiteX785" fmla="*/ 124873 w 371475"/>
                <a:gd name="connsiteY785" fmla="*/ 80010 h 485775"/>
                <a:gd name="connsiteX786" fmla="*/ 124587 w 371475"/>
                <a:gd name="connsiteY786" fmla="*/ 80772 h 485775"/>
                <a:gd name="connsiteX787" fmla="*/ 124301 w 371475"/>
                <a:gd name="connsiteY787" fmla="*/ 81248 h 485775"/>
                <a:gd name="connsiteX788" fmla="*/ 124015 w 371475"/>
                <a:gd name="connsiteY788" fmla="*/ 81629 h 485775"/>
                <a:gd name="connsiteX789" fmla="*/ 123730 w 371475"/>
                <a:gd name="connsiteY789" fmla="*/ 81820 h 485775"/>
                <a:gd name="connsiteX790" fmla="*/ 123539 w 371475"/>
                <a:gd name="connsiteY790" fmla="*/ 82010 h 485775"/>
                <a:gd name="connsiteX791" fmla="*/ 120396 w 371475"/>
                <a:gd name="connsiteY791" fmla="*/ 83153 h 485775"/>
                <a:gd name="connsiteX792" fmla="*/ 104394 w 371475"/>
                <a:gd name="connsiteY792" fmla="*/ 88868 h 485775"/>
                <a:gd name="connsiteX793" fmla="*/ 103156 w 371475"/>
                <a:gd name="connsiteY793" fmla="*/ 89059 h 485775"/>
                <a:gd name="connsiteX794" fmla="*/ 102489 w 371475"/>
                <a:gd name="connsiteY794" fmla="*/ 88963 h 485775"/>
                <a:gd name="connsiteX795" fmla="*/ 101632 w 371475"/>
                <a:gd name="connsiteY795" fmla="*/ 88678 h 485775"/>
                <a:gd name="connsiteX796" fmla="*/ 101060 w 371475"/>
                <a:gd name="connsiteY796" fmla="*/ 88392 h 485775"/>
                <a:gd name="connsiteX797" fmla="*/ 100679 w 371475"/>
                <a:gd name="connsiteY797" fmla="*/ 88106 h 485775"/>
                <a:gd name="connsiteX798" fmla="*/ 99536 w 371475"/>
                <a:gd name="connsiteY798" fmla="*/ 87154 h 485775"/>
                <a:gd name="connsiteX799" fmla="*/ 96298 w 371475"/>
                <a:gd name="connsiteY799" fmla="*/ 83153 h 485775"/>
                <a:gd name="connsiteX800" fmla="*/ 95250 w 371475"/>
                <a:gd name="connsiteY800" fmla="*/ 81534 h 485775"/>
                <a:gd name="connsiteX801" fmla="*/ 94679 w 371475"/>
                <a:gd name="connsiteY801" fmla="*/ 80200 h 485775"/>
                <a:gd name="connsiteX802" fmla="*/ 93821 w 371475"/>
                <a:gd name="connsiteY802" fmla="*/ 77629 h 485775"/>
                <a:gd name="connsiteX803" fmla="*/ 93154 w 371475"/>
                <a:gd name="connsiteY803" fmla="*/ 76390 h 485775"/>
                <a:gd name="connsiteX804" fmla="*/ 92202 w 371475"/>
                <a:gd name="connsiteY804" fmla="*/ 75247 h 485775"/>
                <a:gd name="connsiteX805" fmla="*/ 87535 w 371475"/>
                <a:gd name="connsiteY805" fmla="*/ 71056 h 485775"/>
                <a:gd name="connsiteX806" fmla="*/ 87344 w 371475"/>
                <a:gd name="connsiteY806" fmla="*/ 70675 h 485775"/>
                <a:gd name="connsiteX807" fmla="*/ 87058 w 371475"/>
                <a:gd name="connsiteY807" fmla="*/ 70294 h 485775"/>
                <a:gd name="connsiteX808" fmla="*/ 86963 w 371475"/>
                <a:gd name="connsiteY808" fmla="*/ 69723 h 485775"/>
                <a:gd name="connsiteX809" fmla="*/ 86963 w 371475"/>
                <a:gd name="connsiteY809" fmla="*/ 69247 h 485775"/>
                <a:gd name="connsiteX810" fmla="*/ 87058 w 371475"/>
                <a:gd name="connsiteY810" fmla="*/ 68675 h 485775"/>
                <a:gd name="connsiteX811" fmla="*/ 87821 w 371475"/>
                <a:gd name="connsiteY811" fmla="*/ 66484 h 485775"/>
                <a:gd name="connsiteX812" fmla="*/ 88011 w 371475"/>
                <a:gd name="connsiteY812" fmla="*/ 65246 h 485775"/>
                <a:gd name="connsiteX813" fmla="*/ 88011 w 371475"/>
                <a:gd name="connsiteY813" fmla="*/ 64103 h 485775"/>
                <a:gd name="connsiteX814" fmla="*/ 87821 w 371475"/>
                <a:gd name="connsiteY814" fmla="*/ 63436 h 485775"/>
                <a:gd name="connsiteX815" fmla="*/ 87535 w 371475"/>
                <a:gd name="connsiteY815" fmla="*/ 62770 h 485775"/>
                <a:gd name="connsiteX816" fmla="*/ 86773 w 371475"/>
                <a:gd name="connsiteY816" fmla="*/ 61913 h 485775"/>
                <a:gd name="connsiteX817" fmla="*/ 86201 w 371475"/>
                <a:gd name="connsiteY817" fmla="*/ 61531 h 485775"/>
                <a:gd name="connsiteX818" fmla="*/ 85535 w 371475"/>
                <a:gd name="connsiteY818" fmla="*/ 61341 h 485775"/>
                <a:gd name="connsiteX819" fmla="*/ 84391 w 371475"/>
                <a:gd name="connsiteY819" fmla="*/ 61627 h 485775"/>
                <a:gd name="connsiteX820" fmla="*/ 83629 w 371475"/>
                <a:gd name="connsiteY820" fmla="*/ 61531 h 485775"/>
                <a:gd name="connsiteX821" fmla="*/ 82391 w 371475"/>
                <a:gd name="connsiteY821" fmla="*/ 61246 h 485775"/>
                <a:gd name="connsiteX822" fmla="*/ 81153 w 371475"/>
                <a:gd name="connsiteY822" fmla="*/ 60484 h 485775"/>
                <a:gd name="connsiteX823" fmla="*/ 80201 w 371475"/>
                <a:gd name="connsiteY823" fmla="*/ 60198 h 485775"/>
                <a:gd name="connsiteX824" fmla="*/ 79629 w 371475"/>
                <a:gd name="connsiteY824" fmla="*/ 60198 h 485775"/>
                <a:gd name="connsiteX825" fmla="*/ 79248 w 371475"/>
                <a:gd name="connsiteY825" fmla="*/ 60388 h 485775"/>
                <a:gd name="connsiteX826" fmla="*/ 78867 w 371475"/>
                <a:gd name="connsiteY826" fmla="*/ 60769 h 485775"/>
                <a:gd name="connsiteX827" fmla="*/ 78486 w 371475"/>
                <a:gd name="connsiteY827" fmla="*/ 61055 h 485775"/>
                <a:gd name="connsiteX828" fmla="*/ 77914 w 371475"/>
                <a:gd name="connsiteY828" fmla="*/ 61246 h 485775"/>
                <a:gd name="connsiteX829" fmla="*/ 77153 w 371475"/>
                <a:gd name="connsiteY829" fmla="*/ 61246 h 485775"/>
                <a:gd name="connsiteX830" fmla="*/ 76676 w 371475"/>
                <a:gd name="connsiteY830" fmla="*/ 61055 h 485775"/>
                <a:gd name="connsiteX831" fmla="*/ 76295 w 371475"/>
                <a:gd name="connsiteY831" fmla="*/ 60769 h 485775"/>
                <a:gd name="connsiteX832" fmla="*/ 75152 w 371475"/>
                <a:gd name="connsiteY832" fmla="*/ 59246 h 485775"/>
                <a:gd name="connsiteX833" fmla="*/ 71533 w 371475"/>
                <a:gd name="connsiteY833" fmla="*/ 56579 h 485775"/>
                <a:gd name="connsiteX834" fmla="*/ 69723 w 371475"/>
                <a:gd name="connsiteY834" fmla="*/ 55626 h 485775"/>
                <a:gd name="connsiteX835" fmla="*/ 69247 w 371475"/>
                <a:gd name="connsiteY835" fmla="*/ 55531 h 485775"/>
                <a:gd name="connsiteX836" fmla="*/ 68866 w 371475"/>
                <a:gd name="connsiteY836" fmla="*/ 55531 h 485775"/>
                <a:gd name="connsiteX837" fmla="*/ 68580 w 371475"/>
                <a:gd name="connsiteY837" fmla="*/ 55626 h 485775"/>
                <a:gd name="connsiteX838" fmla="*/ 66770 w 371475"/>
                <a:gd name="connsiteY838" fmla="*/ 56293 h 485775"/>
                <a:gd name="connsiteX839" fmla="*/ 66199 w 371475"/>
                <a:gd name="connsiteY839" fmla="*/ 56483 h 485775"/>
                <a:gd name="connsiteX840" fmla="*/ 63913 w 371475"/>
                <a:gd name="connsiteY840" fmla="*/ 56483 h 485775"/>
                <a:gd name="connsiteX841" fmla="*/ 63246 w 371475"/>
                <a:gd name="connsiteY841" fmla="*/ 56579 h 485775"/>
                <a:gd name="connsiteX842" fmla="*/ 62865 w 371475"/>
                <a:gd name="connsiteY842" fmla="*/ 56769 h 485775"/>
                <a:gd name="connsiteX843" fmla="*/ 62198 w 371475"/>
                <a:gd name="connsiteY843" fmla="*/ 57245 h 485775"/>
                <a:gd name="connsiteX844" fmla="*/ 58769 w 371475"/>
                <a:gd name="connsiteY844" fmla="*/ 61436 h 485775"/>
                <a:gd name="connsiteX845" fmla="*/ 57721 w 371475"/>
                <a:gd name="connsiteY845" fmla="*/ 62484 h 485775"/>
                <a:gd name="connsiteX846" fmla="*/ 56769 w 371475"/>
                <a:gd name="connsiteY846" fmla="*/ 63913 h 485775"/>
                <a:gd name="connsiteX847" fmla="*/ 55816 w 371475"/>
                <a:gd name="connsiteY847" fmla="*/ 66484 h 485775"/>
                <a:gd name="connsiteX848" fmla="*/ 55150 w 371475"/>
                <a:gd name="connsiteY848" fmla="*/ 69151 h 485775"/>
                <a:gd name="connsiteX849" fmla="*/ 54864 w 371475"/>
                <a:gd name="connsiteY849" fmla="*/ 71723 h 485775"/>
                <a:gd name="connsiteX850" fmla="*/ 54959 w 371475"/>
                <a:gd name="connsiteY850" fmla="*/ 74200 h 485775"/>
                <a:gd name="connsiteX851" fmla="*/ 55054 w 371475"/>
                <a:gd name="connsiteY851" fmla="*/ 74581 h 485775"/>
                <a:gd name="connsiteX852" fmla="*/ 55245 w 371475"/>
                <a:gd name="connsiteY852" fmla="*/ 74962 h 485775"/>
                <a:gd name="connsiteX853" fmla="*/ 55436 w 371475"/>
                <a:gd name="connsiteY853" fmla="*/ 75343 h 485775"/>
                <a:gd name="connsiteX854" fmla="*/ 55816 w 371475"/>
                <a:gd name="connsiteY854" fmla="*/ 75629 h 485775"/>
                <a:gd name="connsiteX855" fmla="*/ 56197 w 371475"/>
                <a:gd name="connsiteY855" fmla="*/ 75724 h 485775"/>
                <a:gd name="connsiteX856" fmla="*/ 56674 w 371475"/>
                <a:gd name="connsiteY856" fmla="*/ 75724 h 485775"/>
                <a:gd name="connsiteX857" fmla="*/ 58293 w 371475"/>
                <a:gd name="connsiteY857" fmla="*/ 75533 h 485775"/>
                <a:gd name="connsiteX858" fmla="*/ 58864 w 371475"/>
                <a:gd name="connsiteY858" fmla="*/ 75533 h 485775"/>
                <a:gd name="connsiteX859" fmla="*/ 59436 w 371475"/>
                <a:gd name="connsiteY859" fmla="*/ 75724 h 485775"/>
                <a:gd name="connsiteX860" fmla="*/ 59817 w 371475"/>
                <a:gd name="connsiteY860" fmla="*/ 75914 h 485775"/>
                <a:gd name="connsiteX861" fmla="*/ 60103 w 371475"/>
                <a:gd name="connsiteY861" fmla="*/ 76295 h 485775"/>
                <a:gd name="connsiteX862" fmla="*/ 60293 w 371475"/>
                <a:gd name="connsiteY862" fmla="*/ 76771 h 485775"/>
                <a:gd name="connsiteX863" fmla="*/ 60293 w 371475"/>
                <a:gd name="connsiteY863" fmla="*/ 77343 h 485775"/>
                <a:gd name="connsiteX864" fmla="*/ 59817 w 371475"/>
                <a:gd name="connsiteY864" fmla="*/ 83725 h 485775"/>
                <a:gd name="connsiteX865" fmla="*/ 59722 w 371475"/>
                <a:gd name="connsiteY865" fmla="*/ 84296 h 485775"/>
                <a:gd name="connsiteX866" fmla="*/ 59436 w 371475"/>
                <a:gd name="connsiteY866" fmla="*/ 84772 h 485775"/>
                <a:gd name="connsiteX867" fmla="*/ 59150 w 371475"/>
                <a:gd name="connsiteY867" fmla="*/ 85058 h 485775"/>
                <a:gd name="connsiteX868" fmla="*/ 58579 w 371475"/>
                <a:gd name="connsiteY868" fmla="*/ 84963 h 485775"/>
                <a:gd name="connsiteX869" fmla="*/ 58198 w 371475"/>
                <a:gd name="connsiteY869" fmla="*/ 84677 h 485775"/>
                <a:gd name="connsiteX870" fmla="*/ 57912 w 371475"/>
                <a:gd name="connsiteY870" fmla="*/ 84296 h 485775"/>
                <a:gd name="connsiteX871" fmla="*/ 57531 w 371475"/>
                <a:gd name="connsiteY871" fmla="*/ 84106 h 485775"/>
                <a:gd name="connsiteX872" fmla="*/ 57055 w 371475"/>
                <a:gd name="connsiteY872" fmla="*/ 84010 h 485775"/>
                <a:gd name="connsiteX873" fmla="*/ 56579 w 371475"/>
                <a:gd name="connsiteY873" fmla="*/ 84296 h 485775"/>
                <a:gd name="connsiteX874" fmla="*/ 56197 w 371475"/>
                <a:gd name="connsiteY874" fmla="*/ 84677 h 485775"/>
                <a:gd name="connsiteX875" fmla="*/ 55912 w 371475"/>
                <a:gd name="connsiteY875" fmla="*/ 85344 h 485775"/>
                <a:gd name="connsiteX876" fmla="*/ 55816 w 371475"/>
                <a:gd name="connsiteY876" fmla="*/ 85630 h 485775"/>
                <a:gd name="connsiteX877" fmla="*/ 55816 w 371475"/>
                <a:gd name="connsiteY877" fmla="*/ 85820 h 485775"/>
                <a:gd name="connsiteX878" fmla="*/ 55816 w 371475"/>
                <a:gd name="connsiteY878" fmla="*/ 86296 h 485775"/>
                <a:gd name="connsiteX879" fmla="*/ 55912 w 371475"/>
                <a:gd name="connsiteY879" fmla="*/ 86677 h 485775"/>
                <a:gd name="connsiteX880" fmla="*/ 56102 w 371475"/>
                <a:gd name="connsiteY880" fmla="*/ 87154 h 485775"/>
                <a:gd name="connsiteX881" fmla="*/ 56388 w 371475"/>
                <a:gd name="connsiteY881" fmla="*/ 87535 h 485775"/>
                <a:gd name="connsiteX882" fmla="*/ 57245 w 371475"/>
                <a:gd name="connsiteY882" fmla="*/ 88678 h 485775"/>
                <a:gd name="connsiteX883" fmla="*/ 57436 w 371475"/>
                <a:gd name="connsiteY883" fmla="*/ 89154 h 485775"/>
                <a:gd name="connsiteX884" fmla="*/ 57912 w 371475"/>
                <a:gd name="connsiteY884" fmla="*/ 90583 h 485775"/>
                <a:gd name="connsiteX885" fmla="*/ 58674 w 371475"/>
                <a:gd name="connsiteY885" fmla="*/ 94774 h 485775"/>
                <a:gd name="connsiteX886" fmla="*/ 59722 w 371475"/>
                <a:gd name="connsiteY886" fmla="*/ 97536 h 485775"/>
                <a:gd name="connsiteX887" fmla="*/ 60674 w 371475"/>
                <a:gd name="connsiteY887" fmla="*/ 100965 h 485775"/>
                <a:gd name="connsiteX888" fmla="*/ 60674 w 371475"/>
                <a:gd name="connsiteY888" fmla="*/ 101346 h 485775"/>
                <a:gd name="connsiteX889" fmla="*/ 60674 w 371475"/>
                <a:gd name="connsiteY889" fmla="*/ 101632 h 485775"/>
                <a:gd name="connsiteX890" fmla="*/ 60388 w 371475"/>
                <a:gd name="connsiteY890" fmla="*/ 102013 h 485775"/>
                <a:gd name="connsiteX891" fmla="*/ 60007 w 371475"/>
                <a:gd name="connsiteY891" fmla="*/ 102298 h 485775"/>
                <a:gd name="connsiteX892" fmla="*/ 57340 w 371475"/>
                <a:gd name="connsiteY892" fmla="*/ 103251 h 485775"/>
                <a:gd name="connsiteX893" fmla="*/ 49721 w 371475"/>
                <a:gd name="connsiteY893" fmla="*/ 103918 h 485775"/>
                <a:gd name="connsiteX894" fmla="*/ 47149 w 371475"/>
                <a:gd name="connsiteY894" fmla="*/ 104489 h 485775"/>
                <a:gd name="connsiteX895" fmla="*/ 45339 w 371475"/>
                <a:gd name="connsiteY895" fmla="*/ 105156 h 485775"/>
                <a:gd name="connsiteX896" fmla="*/ 44863 w 371475"/>
                <a:gd name="connsiteY896" fmla="*/ 105537 h 485775"/>
                <a:gd name="connsiteX897" fmla="*/ 44196 w 371475"/>
                <a:gd name="connsiteY897" fmla="*/ 106108 h 485775"/>
                <a:gd name="connsiteX898" fmla="*/ 42958 w 371475"/>
                <a:gd name="connsiteY898" fmla="*/ 108013 h 485775"/>
                <a:gd name="connsiteX899" fmla="*/ 42196 w 371475"/>
                <a:gd name="connsiteY899" fmla="*/ 109442 h 485775"/>
                <a:gd name="connsiteX900" fmla="*/ 42005 w 371475"/>
                <a:gd name="connsiteY900" fmla="*/ 109728 h 485775"/>
                <a:gd name="connsiteX901" fmla="*/ 41815 w 371475"/>
                <a:gd name="connsiteY901" fmla="*/ 109823 h 485775"/>
                <a:gd name="connsiteX902" fmla="*/ 41529 w 371475"/>
                <a:gd name="connsiteY902" fmla="*/ 109823 h 485775"/>
                <a:gd name="connsiteX903" fmla="*/ 40957 w 371475"/>
                <a:gd name="connsiteY903" fmla="*/ 109823 h 485775"/>
                <a:gd name="connsiteX904" fmla="*/ 40481 w 371475"/>
                <a:gd name="connsiteY904" fmla="*/ 109728 h 485775"/>
                <a:gd name="connsiteX905" fmla="*/ 40386 w 371475"/>
                <a:gd name="connsiteY905" fmla="*/ 109728 h 485775"/>
                <a:gd name="connsiteX906" fmla="*/ 40005 w 371475"/>
                <a:gd name="connsiteY906" fmla="*/ 109347 h 485775"/>
                <a:gd name="connsiteX907" fmla="*/ 39148 w 371475"/>
                <a:gd name="connsiteY907" fmla="*/ 108204 h 485775"/>
                <a:gd name="connsiteX908" fmla="*/ 38862 w 371475"/>
                <a:gd name="connsiteY908" fmla="*/ 107823 h 485775"/>
                <a:gd name="connsiteX909" fmla="*/ 38386 w 371475"/>
                <a:gd name="connsiteY909" fmla="*/ 107823 h 485775"/>
                <a:gd name="connsiteX910" fmla="*/ 37910 w 371475"/>
                <a:gd name="connsiteY910" fmla="*/ 108109 h 485775"/>
                <a:gd name="connsiteX911" fmla="*/ 37529 w 371475"/>
                <a:gd name="connsiteY911" fmla="*/ 108966 h 485775"/>
                <a:gd name="connsiteX912" fmla="*/ 37338 w 371475"/>
                <a:gd name="connsiteY912" fmla="*/ 109728 h 485775"/>
                <a:gd name="connsiteX913" fmla="*/ 37719 w 371475"/>
                <a:gd name="connsiteY913" fmla="*/ 113062 h 485775"/>
                <a:gd name="connsiteX914" fmla="*/ 37719 w 371475"/>
                <a:gd name="connsiteY914" fmla="*/ 113633 h 485775"/>
                <a:gd name="connsiteX915" fmla="*/ 37624 w 371475"/>
                <a:gd name="connsiteY915" fmla="*/ 114205 h 485775"/>
                <a:gd name="connsiteX916" fmla="*/ 36100 w 371475"/>
                <a:gd name="connsiteY916" fmla="*/ 116681 h 485775"/>
                <a:gd name="connsiteX917" fmla="*/ 35814 w 371475"/>
                <a:gd name="connsiteY917" fmla="*/ 117443 h 485775"/>
                <a:gd name="connsiteX918" fmla="*/ 35814 w 371475"/>
                <a:gd name="connsiteY918" fmla="*/ 118110 h 485775"/>
                <a:gd name="connsiteX919" fmla="*/ 36100 w 371475"/>
                <a:gd name="connsiteY919" fmla="*/ 119063 h 485775"/>
                <a:gd name="connsiteX920" fmla="*/ 36195 w 371475"/>
                <a:gd name="connsiteY920" fmla="*/ 119539 h 485775"/>
                <a:gd name="connsiteX921" fmla="*/ 36100 w 371475"/>
                <a:gd name="connsiteY921" fmla="*/ 120205 h 485775"/>
                <a:gd name="connsiteX922" fmla="*/ 35147 w 371475"/>
                <a:gd name="connsiteY922" fmla="*/ 121729 h 485775"/>
                <a:gd name="connsiteX923" fmla="*/ 35147 w 371475"/>
                <a:gd name="connsiteY923" fmla="*/ 122396 h 485775"/>
                <a:gd name="connsiteX924" fmla="*/ 35338 w 371475"/>
                <a:gd name="connsiteY924" fmla="*/ 122777 h 485775"/>
                <a:gd name="connsiteX925" fmla="*/ 36195 w 371475"/>
                <a:gd name="connsiteY925" fmla="*/ 123349 h 485775"/>
                <a:gd name="connsiteX926" fmla="*/ 36576 w 371475"/>
                <a:gd name="connsiteY926" fmla="*/ 123634 h 485775"/>
                <a:gd name="connsiteX927" fmla="*/ 36766 w 371475"/>
                <a:gd name="connsiteY927" fmla="*/ 124015 h 485775"/>
                <a:gd name="connsiteX928" fmla="*/ 36957 w 371475"/>
                <a:gd name="connsiteY928" fmla="*/ 124492 h 485775"/>
                <a:gd name="connsiteX929" fmla="*/ 37243 w 371475"/>
                <a:gd name="connsiteY929" fmla="*/ 125539 h 485775"/>
                <a:gd name="connsiteX930" fmla="*/ 37719 w 371475"/>
                <a:gd name="connsiteY930" fmla="*/ 130111 h 485775"/>
                <a:gd name="connsiteX931" fmla="*/ 37719 w 371475"/>
                <a:gd name="connsiteY931" fmla="*/ 130302 h 485775"/>
                <a:gd name="connsiteX932" fmla="*/ 37814 w 371475"/>
                <a:gd name="connsiteY932" fmla="*/ 130778 h 485775"/>
                <a:gd name="connsiteX933" fmla="*/ 37910 w 371475"/>
                <a:gd name="connsiteY933" fmla="*/ 131254 h 485775"/>
                <a:gd name="connsiteX934" fmla="*/ 37910 w 371475"/>
                <a:gd name="connsiteY934" fmla="*/ 132302 h 485775"/>
                <a:gd name="connsiteX935" fmla="*/ 37719 w 371475"/>
                <a:gd name="connsiteY935" fmla="*/ 132969 h 485775"/>
                <a:gd name="connsiteX936" fmla="*/ 37529 w 371475"/>
                <a:gd name="connsiteY936" fmla="*/ 133540 h 485775"/>
                <a:gd name="connsiteX937" fmla="*/ 37529 w 371475"/>
                <a:gd name="connsiteY937" fmla="*/ 133540 h 485775"/>
                <a:gd name="connsiteX938" fmla="*/ 36957 w 371475"/>
                <a:gd name="connsiteY938" fmla="*/ 134207 h 485775"/>
                <a:gd name="connsiteX939" fmla="*/ 34766 w 371475"/>
                <a:gd name="connsiteY939" fmla="*/ 136303 h 485775"/>
                <a:gd name="connsiteX940" fmla="*/ 34290 w 371475"/>
                <a:gd name="connsiteY940" fmla="*/ 136874 h 485775"/>
                <a:gd name="connsiteX941" fmla="*/ 34004 w 371475"/>
                <a:gd name="connsiteY941" fmla="*/ 137350 h 485775"/>
                <a:gd name="connsiteX942" fmla="*/ 33814 w 371475"/>
                <a:gd name="connsiteY942" fmla="*/ 137922 h 485775"/>
                <a:gd name="connsiteX943" fmla="*/ 33338 w 371475"/>
                <a:gd name="connsiteY943" fmla="*/ 140970 h 485775"/>
                <a:gd name="connsiteX944" fmla="*/ 32766 w 371475"/>
                <a:gd name="connsiteY944" fmla="*/ 143256 h 485775"/>
                <a:gd name="connsiteX945" fmla="*/ 32576 w 371475"/>
                <a:gd name="connsiteY945" fmla="*/ 143732 h 485775"/>
                <a:gd name="connsiteX946" fmla="*/ 32290 w 371475"/>
                <a:gd name="connsiteY946" fmla="*/ 144209 h 485775"/>
                <a:gd name="connsiteX947" fmla="*/ 31813 w 371475"/>
                <a:gd name="connsiteY947" fmla="*/ 144685 h 485775"/>
                <a:gd name="connsiteX948" fmla="*/ 30575 w 371475"/>
                <a:gd name="connsiteY948" fmla="*/ 145637 h 485775"/>
                <a:gd name="connsiteX949" fmla="*/ 30004 w 371475"/>
                <a:gd name="connsiteY949" fmla="*/ 145828 h 485775"/>
                <a:gd name="connsiteX950" fmla="*/ 25622 w 371475"/>
                <a:gd name="connsiteY950" fmla="*/ 146875 h 485775"/>
                <a:gd name="connsiteX951" fmla="*/ 24955 w 371475"/>
                <a:gd name="connsiteY951" fmla="*/ 147066 h 485775"/>
                <a:gd name="connsiteX952" fmla="*/ 21336 w 371475"/>
                <a:gd name="connsiteY952" fmla="*/ 149352 h 485775"/>
                <a:gd name="connsiteX953" fmla="*/ 18383 w 371475"/>
                <a:gd name="connsiteY953" fmla="*/ 149447 h 485775"/>
                <a:gd name="connsiteX954" fmla="*/ 12573 w 371475"/>
                <a:gd name="connsiteY954" fmla="*/ 148780 h 485775"/>
                <a:gd name="connsiteX955" fmla="*/ 11430 w 371475"/>
                <a:gd name="connsiteY955" fmla="*/ 148400 h 485775"/>
                <a:gd name="connsiteX956" fmla="*/ 8858 w 371475"/>
                <a:gd name="connsiteY956" fmla="*/ 146304 h 485775"/>
                <a:gd name="connsiteX957" fmla="*/ 7525 w 371475"/>
                <a:gd name="connsiteY957" fmla="*/ 145542 h 485775"/>
                <a:gd name="connsiteX958" fmla="*/ 5620 w 371475"/>
                <a:gd name="connsiteY958" fmla="*/ 146018 h 485775"/>
                <a:gd name="connsiteX959" fmla="*/ 857 w 371475"/>
                <a:gd name="connsiteY959" fmla="*/ 149447 h 485775"/>
                <a:gd name="connsiteX960" fmla="*/ 1143 w 371475"/>
                <a:gd name="connsiteY960" fmla="*/ 151829 h 485775"/>
                <a:gd name="connsiteX961" fmla="*/ 1238 w 371475"/>
                <a:gd name="connsiteY961" fmla="*/ 152400 h 485775"/>
                <a:gd name="connsiteX962" fmla="*/ 1143 w 371475"/>
                <a:gd name="connsiteY962" fmla="*/ 152971 h 485775"/>
                <a:gd name="connsiteX963" fmla="*/ 1048 w 371475"/>
                <a:gd name="connsiteY963" fmla="*/ 153543 h 485775"/>
                <a:gd name="connsiteX964" fmla="*/ 857 w 371475"/>
                <a:gd name="connsiteY964" fmla="*/ 154019 h 485775"/>
                <a:gd name="connsiteX965" fmla="*/ 381 w 371475"/>
                <a:gd name="connsiteY965" fmla="*/ 154972 h 485775"/>
                <a:gd name="connsiteX966" fmla="*/ 190 w 371475"/>
                <a:gd name="connsiteY966" fmla="*/ 155448 h 485775"/>
                <a:gd name="connsiteX967" fmla="*/ 95 w 371475"/>
                <a:gd name="connsiteY967" fmla="*/ 156019 h 485775"/>
                <a:gd name="connsiteX968" fmla="*/ 0 w 371475"/>
                <a:gd name="connsiteY968" fmla="*/ 157258 h 485775"/>
                <a:gd name="connsiteX969" fmla="*/ 95 w 371475"/>
                <a:gd name="connsiteY969" fmla="*/ 157353 h 485775"/>
                <a:gd name="connsiteX970" fmla="*/ 95 w 371475"/>
                <a:gd name="connsiteY970" fmla="*/ 157448 h 485775"/>
                <a:gd name="connsiteX971" fmla="*/ 381 w 371475"/>
                <a:gd name="connsiteY971" fmla="*/ 157925 h 485775"/>
                <a:gd name="connsiteX972" fmla="*/ 857 w 371475"/>
                <a:gd name="connsiteY972" fmla="*/ 158591 h 485775"/>
                <a:gd name="connsiteX973" fmla="*/ 1905 w 371475"/>
                <a:gd name="connsiteY973" fmla="*/ 159734 h 485775"/>
                <a:gd name="connsiteX974" fmla="*/ 3143 w 371475"/>
                <a:gd name="connsiteY974" fmla="*/ 160782 h 485775"/>
                <a:gd name="connsiteX975" fmla="*/ 3524 w 371475"/>
                <a:gd name="connsiteY975" fmla="*/ 161068 h 485775"/>
                <a:gd name="connsiteX976" fmla="*/ 4001 w 371475"/>
                <a:gd name="connsiteY976" fmla="*/ 161258 h 485775"/>
                <a:gd name="connsiteX977" fmla="*/ 10954 w 371475"/>
                <a:gd name="connsiteY977" fmla="*/ 163544 h 485775"/>
                <a:gd name="connsiteX978" fmla="*/ 11335 w 371475"/>
                <a:gd name="connsiteY978" fmla="*/ 163830 h 485775"/>
                <a:gd name="connsiteX979" fmla="*/ 11716 w 371475"/>
                <a:gd name="connsiteY979" fmla="*/ 164116 h 485775"/>
                <a:gd name="connsiteX980" fmla="*/ 12382 w 371475"/>
                <a:gd name="connsiteY980" fmla="*/ 164783 h 485775"/>
                <a:gd name="connsiteX981" fmla="*/ 12668 w 371475"/>
                <a:gd name="connsiteY981" fmla="*/ 165068 h 485775"/>
                <a:gd name="connsiteX982" fmla="*/ 13145 w 371475"/>
                <a:gd name="connsiteY982" fmla="*/ 165354 h 485775"/>
                <a:gd name="connsiteX983" fmla="*/ 13621 w 371475"/>
                <a:gd name="connsiteY983" fmla="*/ 165544 h 485775"/>
                <a:gd name="connsiteX984" fmla="*/ 14097 w 371475"/>
                <a:gd name="connsiteY984" fmla="*/ 165735 h 485775"/>
                <a:gd name="connsiteX985" fmla="*/ 15812 w 371475"/>
                <a:gd name="connsiteY985" fmla="*/ 165830 h 485775"/>
                <a:gd name="connsiteX986" fmla="*/ 16383 w 371475"/>
                <a:gd name="connsiteY986" fmla="*/ 166021 h 485775"/>
                <a:gd name="connsiteX987" fmla="*/ 18288 w 371475"/>
                <a:gd name="connsiteY987" fmla="*/ 166878 h 485775"/>
                <a:gd name="connsiteX988" fmla="*/ 20383 w 371475"/>
                <a:gd name="connsiteY988" fmla="*/ 167545 h 485775"/>
                <a:gd name="connsiteX989" fmla="*/ 21146 w 371475"/>
                <a:gd name="connsiteY989" fmla="*/ 167926 h 485775"/>
                <a:gd name="connsiteX990" fmla="*/ 21336 w 371475"/>
                <a:gd name="connsiteY990" fmla="*/ 168116 h 485775"/>
                <a:gd name="connsiteX991" fmla="*/ 21717 w 371475"/>
                <a:gd name="connsiteY991" fmla="*/ 168402 h 485775"/>
                <a:gd name="connsiteX992" fmla="*/ 22860 w 371475"/>
                <a:gd name="connsiteY992" fmla="*/ 169640 h 485775"/>
                <a:gd name="connsiteX993" fmla="*/ 23336 w 371475"/>
                <a:gd name="connsiteY993" fmla="*/ 169926 h 485775"/>
                <a:gd name="connsiteX994" fmla="*/ 24765 w 371475"/>
                <a:gd name="connsiteY994" fmla="*/ 170688 h 485775"/>
                <a:gd name="connsiteX995" fmla="*/ 25146 w 371475"/>
                <a:gd name="connsiteY995" fmla="*/ 171164 h 485775"/>
                <a:gd name="connsiteX996" fmla="*/ 25337 w 371475"/>
                <a:gd name="connsiteY996" fmla="*/ 171831 h 485775"/>
                <a:gd name="connsiteX997" fmla="*/ 25241 w 371475"/>
                <a:gd name="connsiteY997" fmla="*/ 174308 h 485775"/>
                <a:gd name="connsiteX998" fmla="*/ 25337 w 371475"/>
                <a:gd name="connsiteY998" fmla="*/ 175069 h 485775"/>
                <a:gd name="connsiteX999" fmla="*/ 25622 w 371475"/>
                <a:gd name="connsiteY999" fmla="*/ 175927 h 485775"/>
                <a:gd name="connsiteX1000" fmla="*/ 25622 w 371475"/>
                <a:gd name="connsiteY1000" fmla="*/ 176498 h 485775"/>
                <a:gd name="connsiteX1001" fmla="*/ 25337 w 371475"/>
                <a:gd name="connsiteY1001" fmla="*/ 176975 h 485775"/>
                <a:gd name="connsiteX1002" fmla="*/ 24955 w 371475"/>
                <a:gd name="connsiteY1002" fmla="*/ 177355 h 485775"/>
                <a:gd name="connsiteX1003" fmla="*/ 24670 w 371475"/>
                <a:gd name="connsiteY1003" fmla="*/ 177736 h 485775"/>
                <a:gd name="connsiteX1004" fmla="*/ 24479 w 371475"/>
                <a:gd name="connsiteY1004" fmla="*/ 178689 h 485775"/>
                <a:gd name="connsiteX1005" fmla="*/ 24384 w 371475"/>
                <a:gd name="connsiteY1005" fmla="*/ 184404 h 485775"/>
                <a:gd name="connsiteX1006" fmla="*/ 24479 w 371475"/>
                <a:gd name="connsiteY1006" fmla="*/ 185547 h 485775"/>
                <a:gd name="connsiteX1007" fmla="*/ 24860 w 371475"/>
                <a:gd name="connsiteY1007" fmla="*/ 186404 h 485775"/>
                <a:gd name="connsiteX1008" fmla="*/ 26289 w 371475"/>
                <a:gd name="connsiteY1008" fmla="*/ 188595 h 485775"/>
                <a:gd name="connsiteX1009" fmla="*/ 26479 w 371475"/>
                <a:gd name="connsiteY1009" fmla="*/ 188976 h 485775"/>
                <a:gd name="connsiteX1010" fmla="*/ 26670 w 371475"/>
                <a:gd name="connsiteY1010" fmla="*/ 189357 h 485775"/>
                <a:gd name="connsiteX1011" fmla="*/ 26765 w 371475"/>
                <a:gd name="connsiteY1011" fmla="*/ 189833 h 485775"/>
                <a:gd name="connsiteX1012" fmla="*/ 26670 w 371475"/>
                <a:gd name="connsiteY1012" fmla="*/ 191262 h 485775"/>
                <a:gd name="connsiteX1013" fmla="*/ 25908 w 371475"/>
                <a:gd name="connsiteY1013" fmla="*/ 196025 h 485775"/>
                <a:gd name="connsiteX1014" fmla="*/ 30861 w 371475"/>
                <a:gd name="connsiteY1014" fmla="*/ 196691 h 485775"/>
                <a:gd name="connsiteX1015" fmla="*/ 32385 w 371475"/>
                <a:gd name="connsiteY1015" fmla="*/ 197358 h 485775"/>
                <a:gd name="connsiteX1016" fmla="*/ 32766 w 371475"/>
                <a:gd name="connsiteY1016" fmla="*/ 197739 h 485775"/>
                <a:gd name="connsiteX1017" fmla="*/ 33147 w 371475"/>
                <a:gd name="connsiteY1017" fmla="*/ 198025 h 485775"/>
                <a:gd name="connsiteX1018" fmla="*/ 33719 w 371475"/>
                <a:gd name="connsiteY1018" fmla="*/ 198215 h 485775"/>
                <a:gd name="connsiteX1019" fmla="*/ 39243 w 371475"/>
                <a:gd name="connsiteY1019" fmla="*/ 198977 h 485775"/>
                <a:gd name="connsiteX1020" fmla="*/ 40291 w 371475"/>
                <a:gd name="connsiteY1020" fmla="*/ 199549 h 485775"/>
                <a:gd name="connsiteX1021" fmla="*/ 40957 w 371475"/>
                <a:gd name="connsiteY1021" fmla="*/ 200025 h 485775"/>
                <a:gd name="connsiteX1022" fmla="*/ 41148 w 371475"/>
                <a:gd name="connsiteY1022" fmla="*/ 200406 h 485775"/>
                <a:gd name="connsiteX1023" fmla="*/ 41434 w 371475"/>
                <a:gd name="connsiteY1023" fmla="*/ 200787 h 485775"/>
                <a:gd name="connsiteX1024" fmla="*/ 41910 w 371475"/>
                <a:gd name="connsiteY1024" fmla="*/ 200977 h 485775"/>
                <a:gd name="connsiteX1025" fmla="*/ 42863 w 371475"/>
                <a:gd name="connsiteY1025" fmla="*/ 201454 h 485775"/>
                <a:gd name="connsiteX1026" fmla="*/ 44291 w 371475"/>
                <a:gd name="connsiteY1026" fmla="*/ 202692 h 485775"/>
                <a:gd name="connsiteX1027" fmla="*/ 46482 w 371475"/>
                <a:gd name="connsiteY1027" fmla="*/ 203930 h 485775"/>
                <a:gd name="connsiteX1028" fmla="*/ 46768 w 371475"/>
                <a:gd name="connsiteY1028" fmla="*/ 204216 h 485775"/>
                <a:gd name="connsiteX1029" fmla="*/ 47149 w 371475"/>
                <a:gd name="connsiteY1029" fmla="*/ 204597 h 485775"/>
                <a:gd name="connsiteX1030" fmla="*/ 47149 w 371475"/>
                <a:gd name="connsiteY1030" fmla="*/ 204692 h 485775"/>
                <a:gd name="connsiteX1031" fmla="*/ 47625 w 371475"/>
                <a:gd name="connsiteY1031" fmla="*/ 206026 h 485775"/>
                <a:gd name="connsiteX1032" fmla="*/ 47911 w 371475"/>
                <a:gd name="connsiteY1032" fmla="*/ 206407 h 485775"/>
                <a:gd name="connsiteX1033" fmla="*/ 48578 w 371475"/>
                <a:gd name="connsiteY1033" fmla="*/ 207073 h 485775"/>
                <a:gd name="connsiteX1034" fmla="*/ 48863 w 371475"/>
                <a:gd name="connsiteY1034" fmla="*/ 207454 h 485775"/>
                <a:gd name="connsiteX1035" fmla="*/ 49816 w 371475"/>
                <a:gd name="connsiteY1035" fmla="*/ 209550 h 485775"/>
                <a:gd name="connsiteX1036" fmla="*/ 50006 w 371475"/>
                <a:gd name="connsiteY1036" fmla="*/ 209836 h 485775"/>
                <a:gd name="connsiteX1037" fmla="*/ 50482 w 371475"/>
                <a:gd name="connsiteY1037" fmla="*/ 210407 h 485775"/>
                <a:gd name="connsiteX1038" fmla="*/ 52483 w 371475"/>
                <a:gd name="connsiteY1038" fmla="*/ 212312 h 485775"/>
                <a:gd name="connsiteX1039" fmla="*/ 53626 w 371475"/>
                <a:gd name="connsiteY1039" fmla="*/ 213169 h 485775"/>
                <a:gd name="connsiteX1040" fmla="*/ 55150 w 371475"/>
                <a:gd name="connsiteY1040" fmla="*/ 213836 h 485775"/>
                <a:gd name="connsiteX1041" fmla="*/ 56769 w 371475"/>
                <a:gd name="connsiteY1041" fmla="*/ 212884 h 485775"/>
                <a:gd name="connsiteX1042" fmla="*/ 58674 w 371475"/>
                <a:gd name="connsiteY1042" fmla="*/ 212503 h 485775"/>
                <a:gd name="connsiteX1043" fmla="*/ 60388 w 371475"/>
                <a:gd name="connsiteY1043" fmla="*/ 212788 h 485775"/>
                <a:gd name="connsiteX1044" fmla="*/ 61627 w 371475"/>
                <a:gd name="connsiteY1044" fmla="*/ 213836 h 485775"/>
                <a:gd name="connsiteX1045" fmla="*/ 64865 w 371475"/>
                <a:gd name="connsiteY1045" fmla="*/ 207740 h 485775"/>
                <a:gd name="connsiteX1046" fmla="*/ 65437 w 371475"/>
                <a:gd name="connsiteY1046" fmla="*/ 205359 h 485775"/>
                <a:gd name="connsiteX1047" fmla="*/ 68008 w 371475"/>
                <a:gd name="connsiteY1047" fmla="*/ 206407 h 485775"/>
                <a:gd name="connsiteX1048" fmla="*/ 69247 w 371475"/>
                <a:gd name="connsiteY1048" fmla="*/ 206597 h 485775"/>
                <a:gd name="connsiteX1049" fmla="*/ 70295 w 371475"/>
                <a:gd name="connsiteY1049" fmla="*/ 204788 h 485775"/>
                <a:gd name="connsiteX1050" fmla="*/ 71438 w 371475"/>
                <a:gd name="connsiteY1050" fmla="*/ 205454 h 485775"/>
                <a:gd name="connsiteX1051" fmla="*/ 73152 w 371475"/>
                <a:gd name="connsiteY1051" fmla="*/ 207359 h 485775"/>
                <a:gd name="connsiteX1052" fmla="*/ 74581 w 371475"/>
                <a:gd name="connsiteY1052" fmla="*/ 204311 h 485775"/>
                <a:gd name="connsiteX1053" fmla="*/ 77343 w 371475"/>
                <a:gd name="connsiteY1053" fmla="*/ 200596 h 485775"/>
                <a:gd name="connsiteX1054" fmla="*/ 80677 w 371475"/>
                <a:gd name="connsiteY1054" fmla="*/ 197834 h 485775"/>
                <a:gd name="connsiteX1055" fmla="*/ 83534 w 371475"/>
                <a:gd name="connsiteY1055" fmla="*/ 197644 h 485775"/>
                <a:gd name="connsiteX1056" fmla="*/ 83629 w 371475"/>
                <a:gd name="connsiteY1056" fmla="*/ 198215 h 485775"/>
                <a:gd name="connsiteX1057" fmla="*/ 82105 w 371475"/>
                <a:gd name="connsiteY1057" fmla="*/ 199072 h 485775"/>
                <a:gd name="connsiteX1058" fmla="*/ 79534 w 371475"/>
                <a:gd name="connsiteY1058" fmla="*/ 201549 h 485775"/>
                <a:gd name="connsiteX1059" fmla="*/ 79248 w 371475"/>
                <a:gd name="connsiteY1059" fmla="*/ 202025 h 485775"/>
                <a:gd name="connsiteX1060" fmla="*/ 78962 w 371475"/>
                <a:gd name="connsiteY1060" fmla="*/ 202501 h 485775"/>
                <a:gd name="connsiteX1061" fmla="*/ 78867 w 371475"/>
                <a:gd name="connsiteY1061" fmla="*/ 203168 h 485775"/>
                <a:gd name="connsiteX1062" fmla="*/ 78962 w 371475"/>
                <a:gd name="connsiteY1062" fmla="*/ 203644 h 485775"/>
                <a:gd name="connsiteX1063" fmla="*/ 79343 w 371475"/>
                <a:gd name="connsiteY1063" fmla="*/ 204025 h 485775"/>
                <a:gd name="connsiteX1064" fmla="*/ 79820 w 371475"/>
                <a:gd name="connsiteY1064" fmla="*/ 204502 h 485775"/>
                <a:gd name="connsiteX1065" fmla="*/ 79915 w 371475"/>
                <a:gd name="connsiteY1065" fmla="*/ 204597 h 485775"/>
                <a:gd name="connsiteX1066" fmla="*/ 79915 w 371475"/>
                <a:gd name="connsiteY1066" fmla="*/ 204692 h 485775"/>
                <a:gd name="connsiteX1067" fmla="*/ 79724 w 371475"/>
                <a:gd name="connsiteY1067" fmla="*/ 206311 h 485775"/>
                <a:gd name="connsiteX1068" fmla="*/ 78962 w 371475"/>
                <a:gd name="connsiteY1068" fmla="*/ 208883 h 485775"/>
                <a:gd name="connsiteX1069" fmla="*/ 78772 w 371475"/>
                <a:gd name="connsiteY1069" fmla="*/ 210121 h 485775"/>
                <a:gd name="connsiteX1070" fmla="*/ 78772 w 371475"/>
                <a:gd name="connsiteY1070" fmla="*/ 211074 h 485775"/>
                <a:gd name="connsiteX1071" fmla="*/ 78962 w 371475"/>
                <a:gd name="connsiteY1071" fmla="*/ 211455 h 485775"/>
                <a:gd name="connsiteX1072" fmla="*/ 79915 w 371475"/>
                <a:gd name="connsiteY1072" fmla="*/ 212503 h 485775"/>
                <a:gd name="connsiteX1073" fmla="*/ 80201 w 371475"/>
                <a:gd name="connsiteY1073" fmla="*/ 212884 h 485775"/>
                <a:gd name="connsiteX1074" fmla="*/ 80391 w 371475"/>
                <a:gd name="connsiteY1074" fmla="*/ 213265 h 485775"/>
                <a:gd name="connsiteX1075" fmla="*/ 80963 w 371475"/>
                <a:gd name="connsiteY1075" fmla="*/ 214598 h 485775"/>
                <a:gd name="connsiteX1076" fmla="*/ 81248 w 371475"/>
                <a:gd name="connsiteY1076" fmla="*/ 216884 h 485775"/>
                <a:gd name="connsiteX1077" fmla="*/ 81439 w 371475"/>
                <a:gd name="connsiteY1077" fmla="*/ 222599 h 485775"/>
                <a:gd name="connsiteX1078" fmla="*/ 81629 w 371475"/>
                <a:gd name="connsiteY1078" fmla="*/ 223742 h 485775"/>
                <a:gd name="connsiteX1079" fmla="*/ 82201 w 371475"/>
                <a:gd name="connsiteY1079" fmla="*/ 225647 h 485775"/>
                <a:gd name="connsiteX1080" fmla="*/ 82772 w 371475"/>
                <a:gd name="connsiteY1080" fmla="*/ 226981 h 485775"/>
                <a:gd name="connsiteX1081" fmla="*/ 82868 w 371475"/>
                <a:gd name="connsiteY1081" fmla="*/ 227362 h 485775"/>
                <a:gd name="connsiteX1082" fmla="*/ 83058 w 371475"/>
                <a:gd name="connsiteY1082" fmla="*/ 228124 h 485775"/>
                <a:gd name="connsiteX1083" fmla="*/ 84106 w 371475"/>
                <a:gd name="connsiteY1083" fmla="*/ 249364 h 485775"/>
                <a:gd name="connsiteX1084" fmla="*/ 84011 w 371475"/>
                <a:gd name="connsiteY1084" fmla="*/ 250126 h 485775"/>
                <a:gd name="connsiteX1085" fmla="*/ 83915 w 371475"/>
                <a:gd name="connsiteY1085" fmla="*/ 250698 h 485775"/>
                <a:gd name="connsiteX1086" fmla="*/ 83725 w 371475"/>
                <a:gd name="connsiteY1086" fmla="*/ 251460 h 485775"/>
                <a:gd name="connsiteX1087" fmla="*/ 83629 w 371475"/>
                <a:gd name="connsiteY1087" fmla="*/ 251746 h 485775"/>
                <a:gd name="connsiteX1088" fmla="*/ 83534 w 371475"/>
                <a:gd name="connsiteY1088" fmla="*/ 251936 h 485775"/>
                <a:gd name="connsiteX1089" fmla="*/ 82963 w 371475"/>
                <a:gd name="connsiteY1089" fmla="*/ 253936 h 485775"/>
                <a:gd name="connsiteX1090" fmla="*/ 82010 w 371475"/>
                <a:gd name="connsiteY1090" fmla="*/ 262318 h 485775"/>
                <a:gd name="connsiteX1091" fmla="*/ 82391 w 371475"/>
                <a:gd name="connsiteY1091" fmla="*/ 268605 h 485775"/>
                <a:gd name="connsiteX1092" fmla="*/ 82201 w 371475"/>
                <a:gd name="connsiteY1092" fmla="*/ 270034 h 485775"/>
                <a:gd name="connsiteX1093" fmla="*/ 82010 w 371475"/>
                <a:gd name="connsiteY1093" fmla="*/ 270891 h 485775"/>
                <a:gd name="connsiteX1094" fmla="*/ 81629 w 371475"/>
                <a:gd name="connsiteY1094" fmla="*/ 271177 h 485775"/>
                <a:gd name="connsiteX1095" fmla="*/ 81248 w 371475"/>
                <a:gd name="connsiteY1095" fmla="*/ 271367 h 485775"/>
                <a:gd name="connsiteX1096" fmla="*/ 80201 w 371475"/>
                <a:gd name="connsiteY1096" fmla="*/ 271653 h 485775"/>
                <a:gd name="connsiteX1097" fmla="*/ 79153 w 371475"/>
                <a:gd name="connsiteY1097" fmla="*/ 271748 h 485775"/>
                <a:gd name="connsiteX1098" fmla="*/ 76581 w 371475"/>
                <a:gd name="connsiteY1098" fmla="*/ 271558 h 485775"/>
                <a:gd name="connsiteX1099" fmla="*/ 73057 w 371475"/>
                <a:gd name="connsiteY1099" fmla="*/ 270796 h 485775"/>
                <a:gd name="connsiteX1100" fmla="*/ 70771 w 371475"/>
                <a:gd name="connsiteY1100" fmla="*/ 270700 h 485775"/>
                <a:gd name="connsiteX1101" fmla="*/ 70199 w 371475"/>
                <a:gd name="connsiteY1101" fmla="*/ 270700 h 485775"/>
                <a:gd name="connsiteX1102" fmla="*/ 69723 w 371475"/>
                <a:gd name="connsiteY1102" fmla="*/ 270891 h 485775"/>
                <a:gd name="connsiteX1103" fmla="*/ 68961 w 371475"/>
                <a:gd name="connsiteY1103" fmla="*/ 271367 h 485775"/>
                <a:gd name="connsiteX1104" fmla="*/ 68485 w 371475"/>
                <a:gd name="connsiteY1104" fmla="*/ 271463 h 485775"/>
                <a:gd name="connsiteX1105" fmla="*/ 67913 w 371475"/>
                <a:gd name="connsiteY1105" fmla="*/ 271558 h 485775"/>
                <a:gd name="connsiteX1106" fmla="*/ 66104 w 371475"/>
                <a:gd name="connsiteY1106" fmla="*/ 271367 h 485775"/>
                <a:gd name="connsiteX1107" fmla="*/ 64961 w 371475"/>
                <a:gd name="connsiteY1107" fmla="*/ 271367 h 485775"/>
                <a:gd name="connsiteX1108" fmla="*/ 62960 w 371475"/>
                <a:gd name="connsiteY1108" fmla="*/ 271843 h 485775"/>
                <a:gd name="connsiteX1109" fmla="*/ 56483 w 371475"/>
                <a:gd name="connsiteY1109" fmla="*/ 274796 h 485775"/>
                <a:gd name="connsiteX1110" fmla="*/ 56197 w 371475"/>
                <a:gd name="connsiteY1110" fmla="*/ 275082 h 485775"/>
                <a:gd name="connsiteX1111" fmla="*/ 55054 w 371475"/>
                <a:gd name="connsiteY1111" fmla="*/ 276130 h 485775"/>
                <a:gd name="connsiteX1112" fmla="*/ 54673 w 371475"/>
                <a:gd name="connsiteY1112" fmla="*/ 276415 h 485775"/>
                <a:gd name="connsiteX1113" fmla="*/ 54293 w 371475"/>
                <a:gd name="connsiteY1113" fmla="*/ 276511 h 485775"/>
                <a:gd name="connsiteX1114" fmla="*/ 53816 w 371475"/>
                <a:gd name="connsiteY1114" fmla="*/ 276415 h 485775"/>
                <a:gd name="connsiteX1115" fmla="*/ 53435 w 371475"/>
                <a:gd name="connsiteY1115" fmla="*/ 276225 h 485775"/>
                <a:gd name="connsiteX1116" fmla="*/ 52959 w 371475"/>
                <a:gd name="connsiteY1116" fmla="*/ 276130 h 485775"/>
                <a:gd name="connsiteX1117" fmla="*/ 52483 w 371475"/>
                <a:gd name="connsiteY1117" fmla="*/ 276320 h 485775"/>
                <a:gd name="connsiteX1118" fmla="*/ 50959 w 371475"/>
                <a:gd name="connsiteY1118" fmla="*/ 278606 h 485775"/>
                <a:gd name="connsiteX1119" fmla="*/ 50006 w 371475"/>
                <a:gd name="connsiteY1119" fmla="*/ 279749 h 485775"/>
                <a:gd name="connsiteX1120" fmla="*/ 48958 w 371475"/>
                <a:gd name="connsiteY1120" fmla="*/ 281368 h 485775"/>
                <a:gd name="connsiteX1121" fmla="*/ 48578 w 371475"/>
                <a:gd name="connsiteY1121" fmla="*/ 282130 h 485775"/>
                <a:gd name="connsiteX1122" fmla="*/ 48387 w 371475"/>
                <a:gd name="connsiteY1122" fmla="*/ 282797 h 485775"/>
                <a:gd name="connsiteX1123" fmla="*/ 47720 w 371475"/>
                <a:gd name="connsiteY1123" fmla="*/ 285845 h 485775"/>
                <a:gd name="connsiteX1124" fmla="*/ 47435 w 371475"/>
                <a:gd name="connsiteY1124" fmla="*/ 286607 h 485775"/>
                <a:gd name="connsiteX1125" fmla="*/ 47149 w 371475"/>
                <a:gd name="connsiteY1125" fmla="*/ 287179 h 485775"/>
                <a:gd name="connsiteX1126" fmla="*/ 46863 w 371475"/>
                <a:gd name="connsiteY1126" fmla="*/ 287560 h 485775"/>
                <a:gd name="connsiteX1127" fmla="*/ 43434 w 371475"/>
                <a:gd name="connsiteY1127" fmla="*/ 293656 h 485775"/>
                <a:gd name="connsiteX1128" fmla="*/ 41815 w 371475"/>
                <a:gd name="connsiteY1128" fmla="*/ 295561 h 485775"/>
                <a:gd name="connsiteX1129" fmla="*/ 41434 w 371475"/>
                <a:gd name="connsiteY1129" fmla="*/ 296132 h 485775"/>
                <a:gd name="connsiteX1130" fmla="*/ 41243 w 371475"/>
                <a:gd name="connsiteY1130" fmla="*/ 296799 h 485775"/>
                <a:gd name="connsiteX1131" fmla="*/ 41148 w 371475"/>
                <a:gd name="connsiteY1131" fmla="*/ 297275 h 485775"/>
                <a:gd name="connsiteX1132" fmla="*/ 41053 w 371475"/>
                <a:gd name="connsiteY1132" fmla="*/ 298323 h 485775"/>
                <a:gd name="connsiteX1133" fmla="*/ 41053 w 371475"/>
                <a:gd name="connsiteY1133" fmla="*/ 298513 h 485775"/>
                <a:gd name="connsiteX1134" fmla="*/ 41338 w 371475"/>
                <a:gd name="connsiteY1134" fmla="*/ 299466 h 485775"/>
                <a:gd name="connsiteX1135" fmla="*/ 41243 w 371475"/>
                <a:gd name="connsiteY1135" fmla="*/ 301180 h 485775"/>
                <a:gd name="connsiteX1136" fmla="*/ 39814 w 371475"/>
                <a:gd name="connsiteY1136" fmla="*/ 306134 h 485775"/>
                <a:gd name="connsiteX1137" fmla="*/ 39814 w 371475"/>
                <a:gd name="connsiteY1137" fmla="*/ 310896 h 485775"/>
                <a:gd name="connsiteX1138" fmla="*/ 40386 w 371475"/>
                <a:gd name="connsiteY1138" fmla="*/ 312325 h 485775"/>
                <a:gd name="connsiteX1139" fmla="*/ 40862 w 371475"/>
                <a:gd name="connsiteY1139" fmla="*/ 312610 h 485775"/>
                <a:gd name="connsiteX1140" fmla="*/ 43148 w 371475"/>
                <a:gd name="connsiteY1140" fmla="*/ 313277 h 485775"/>
                <a:gd name="connsiteX1141" fmla="*/ 43815 w 371475"/>
                <a:gd name="connsiteY1141" fmla="*/ 313753 h 485775"/>
                <a:gd name="connsiteX1142" fmla="*/ 44863 w 371475"/>
                <a:gd name="connsiteY1142" fmla="*/ 314611 h 485775"/>
                <a:gd name="connsiteX1143" fmla="*/ 45339 w 371475"/>
                <a:gd name="connsiteY1143" fmla="*/ 315277 h 485775"/>
                <a:gd name="connsiteX1144" fmla="*/ 45625 w 371475"/>
                <a:gd name="connsiteY1144" fmla="*/ 315849 h 485775"/>
                <a:gd name="connsiteX1145" fmla="*/ 46291 w 371475"/>
                <a:gd name="connsiteY1145" fmla="*/ 318325 h 485775"/>
                <a:gd name="connsiteX1146" fmla="*/ 46482 w 371475"/>
                <a:gd name="connsiteY1146" fmla="*/ 318897 h 485775"/>
                <a:gd name="connsiteX1147" fmla="*/ 46768 w 371475"/>
                <a:gd name="connsiteY1147" fmla="*/ 319278 h 485775"/>
                <a:gd name="connsiteX1148" fmla="*/ 47054 w 371475"/>
                <a:gd name="connsiteY1148" fmla="*/ 319468 h 485775"/>
                <a:gd name="connsiteX1149" fmla="*/ 48387 w 371475"/>
                <a:gd name="connsiteY1149" fmla="*/ 320040 h 485775"/>
                <a:gd name="connsiteX1150" fmla="*/ 49721 w 371475"/>
                <a:gd name="connsiteY1150" fmla="*/ 320992 h 485775"/>
                <a:gd name="connsiteX1151" fmla="*/ 50863 w 371475"/>
                <a:gd name="connsiteY1151" fmla="*/ 322040 h 485775"/>
                <a:gd name="connsiteX1152" fmla="*/ 51340 w 371475"/>
                <a:gd name="connsiteY1152" fmla="*/ 322707 h 485775"/>
                <a:gd name="connsiteX1153" fmla="*/ 51721 w 371475"/>
                <a:gd name="connsiteY1153" fmla="*/ 323278 h 485775"/>
                <a:gd name="connsiteX1154" fmla="*/ 52197 w 371475"/>
                <a:gd name="connsiteY1154" fmla="*/ 324612 h 485775"/>
                <a:gd name="connsiteX1155" fmla="*/ 53912 w 371475"/>
                <a:gd name="connsiteY1155" fmla="*/ 327946 h 485775"/>
                <a:gd name="connsiteX1156" fmla="*/ 54769 w 371475"/>
                <a:gd name="connsiteY1156" fmla="*/ 329089 h 485775"/>
                <a:gd name="connsiteX1157" fmla="*/ 55436 w 371475"/>
                <a:gd name="connsiteY1157" fmla="*/ 329756 h 485775"/>
                <a:gd name="connsiteX1158" fmla="*/ 56007 w 371475"/>
                <a:gd name="connsiteY1158" fmla="*/ 329946 h 485775"/>
                <a:gd name="connsiteX1159" fmla="*/ 56579 w 371475"/>
                <a:gd name="connsiteY1159" fmla="*/ 330041 h 485775"/>
                <a:gd name="connsiteX1160" fmla="*/ 57055 w 371475"/>
                <a:gd name="connsiteY1160" fmla="*/ 330041 h 485775"/>
                <a:gd name="connsiteX1161" fmla="*/ 57531 w 371475"/>
                <a:gd name="connsiteY1161" fmla="*/ 329946 h 485775"/>
                <a:gd name="connsiteX1162" fmla="*/ 57912 w 371475"/>
                <a:gd name="connsiteY1162" fmla="*/ 329660 h 485775"/>
                <a:gd name="connsiteX1163" fmla="*/ 58103 w 371475"/>
                <a:gd name="connsiteY1163" fmla="*/ 329184 h 485775"/>
                <a:gd name="connsiteX1164" fmla="*/ 58293 w 371475"/>
                <a:gd name="connsiteY1164" fmla="*/ 328612 h 485775"/>
                <a:gd name="connsiteX1165" fmla="*/ 58388 w 371475"/>
                <a:gd name="connsiteY1165" fmla="*/ 328041 h 485775"/>
                <a:gd name="connsiteX1166" fmla="*/ 58674 w 371475"/>
                <a:gd name="connsiteY1166" fmla="*/ 326993 h 485775"/>
                <a:gd name="connsiteX1167" fmla="*/ 58864 w 371475"/>
                <a:gd name="connsiteY1167" fmla="*/ 326517 h 485775"/>
                <a:gd name="connsiteX1168" fmla="*/ 59341 w 371475"/>
                <a:gd name="connsiteY1168" fmla="*/ 325565 h 485775"/>
                <a:gd name="connsiteX1169" fmla="*/ 59817 w 371475"/>
                <a:gd name="connsiteY1169" fmla="*/ 324802 h 485775"/>
                <a:gd name="connsiteX1170" fmla="*/ 60198 w 371475"/>
                <a:gd name="connsiteY1170" fmla="*/ 324421 h 485775"/>
                <a:gd name="connsiteX1171" fmla="*/ 60579 w 371475"/>
                <a:gd name="connsiteY1171" fmla="*/ 324231 h 485775"/>
                <a:gd name="connsiteX1172" fmla="*/ 61055 w 371475"/>
                <a:gd name="connsiteY1172" fmla="*/ 324041 h 485775"/>
                <a:gd name="connsiteX1173" fmla="*/ 61627 w 371475"/>
                <a:gd name="connsiteY1173" fmla="*/ 324136 h 485775"/>
                <a:gd name="connsiteX1174" fmla="*/ 62389 w 371475"/>
                <a:gd name="connsiteY1174" fmla="*/ 324326 h 485775"/>
                <a:gd name="connsiteX1175" fmla="*/ 63437 w 371475"/>
                <a:gd name="connsiteY1175" fmla="*/ 324802 h 485775"/>
                <a:gd name="connsiteX1176" fmla="*/ 65056 w 371475"/>
                <a:gd name="connsiteY1176" fmla="*/ 325660 h 485775"/>
                <a:gd name="connsiteX1177" fmla="*/ 66770 w 371475"/>
                <a:gd name="connsiteY1177" fmla="*/ 326993 h 485775"/>
                <a:gd name="connsiteX1178" fmla="*/ 71342 w 371475"/>
                <a:gd name="connsiteY1178" fmla="*/ 331565 h 485775"/>
                <a:gd name="connsiteX1179" fmla="*/ 73343 w 371475"/>
                <a:gd name="connsiteY1179" fmla="*/ 333089 h 485775"/>
                <a:gd name="connsiteX1180" fmla="*/ 74486 w 371475"/>
                <a:gd name="connsiteY1180" fmla="*/ 333375 h 485775"/>
                <a:gd name="connsiteX1181" fmla="*/ 75057 w 371475"/>
                <a:gd name="connsiteY1181" fmla="*/ 333375 h 485775"/>
                <a:gd name="connsiteX1182" fmla="*/ 75629 w 371475"/>
                <a:gd name="connsiteY1182" fmla="*/ 333375 h 485775"/>
                <a:gd name="connsiteX1183" fmla="*/ 76105 w 371475"/>
                <a:gd name="connsiteY1183" fmla="*/ 333280 h 485775"/>
                <a:gd name="connsiteX1184" fmla="*/ 77438 w 371475"/>
                <a:gd name="connsiteY1184" fmla="*/ 332613 h 485775"/>
                <a:gd name="connsiteX1185" fmla="*/ 77914 w 371475"/>
                <a:gd name="connsiteY1185" fmla="*/ 332518 h 485775"/>
                <a:gd name="connsiteX1186" fmla="*/ 78581 w 371475"/>
                <a:gd name="connsiteY1186" fmla="*/ 332423 h 485775"/>
                <a:gd name="connsiteX1187" fmla="*/ 79534 w 371475"/>
                <a:gd name="connsiteY1187" fmla="*/ 332613 h 485775"/>
                <a:gd name="connsiteX1188" fmla="*/ 80010 w 371475"/>
                <a:gd name="connsiteY1188" fmla="*/ 332899 h 485775"/>
                <a:gd name="connsiteX1189" fmla="*/ 80486 w 371475"/>
                <a:gd name="connsiteY1189" fmla="*/ 333280 h 485775"/>
                <a:gd name="connsiteX1190" fmla="*/ 80677 w 371475"/>
                <a:gd name="connsiteY1190" fmla="*/ 333661 h 485775"/>
                <a:gd name="connsiteX1191" fmla="*/ 80867 w 371475"/>
                <a:gd name="connsiteY1191" fmla="*/ 334137 h 485775"/>
                <a:gd name="connsiteX1192" fmla="*/ 81058 w 371475"/>
                <a:gd name="connsiteY1192" fmla="*/ 334613 h 485775"/>
                <a:gd name="connsiteX1193" fmla="*/ 81058 w 371475"/>
                <a:gd name="connsiteY1193" fmla="*/ 335090 h 485775"/>
                <a:gd name="connsiteX1194" fmla="*/ 81344 w 371475"/>
                <a:gd name="connsiteY1194" fmla="*/ 335756 h 485775"/>
                <a:gd name="connsiteX1195" fmla="*/ 81915 w 371475"/>
                <a:gd name="connsiteY1195" fmla="*/ 336518 h 485775"/>
                <a:gd name="connsiteX1196" fmla="*/ 83915 w 371475"/>
                <a:gd name="connsiteY1196" fmla="*/ 338423 h 485775"/>
                <a:gd name="connsiteX1197" fmla="*/ 84296 w 371475"/>
                <a:gd name="connsiteY1197" fmla="*/ 338995 h 485775"/>
                <a:gd name="connsiteX1198" fmla="*/ 84391 w 371475"/>
                <a:gd name="connsiteY1198" fmla="*/ 339471 h 485775"/>
                <a:gd name="connsiteX1199" fmla="*/ 84391 w 371475"/>
                <a:gd name="connsiteY1199" fmla="*/ 340709 h 485775"/>
                <a:gd name="connsiteX1200" fmla="*/ 84582 w 371475"/>
                <a:gd name="connsiteY1200" fmla="*/ 341376 h 485775"/>
                <a:gd name="connsiteX1201" fmla="*/ 85058 w 371475"/>
                <a:gd name="connsiteY1201" fmla="*/ 341662 h 485775"/>
                <a:gd name="connsiteX1202" fmla="*/ 85630 w 371475"/>
                <a:gd name="connsiteY1202" fmla="*/ 341757 h 485775"/>
                <a:gd name="connsiteX1203" fmla="*/ 86582 w 371475"/>
                <a:gd name="connsiteY1203" fmla="*/ 341567 h 485775"/>
                <a:gd name="connsiteX1204" fmla="*/ 87058 w 371475"/>
                <a:gd name="connsiteY1204" fmla="*/ 341376 h 485775"/>
                <a:gd name="connsiteX1205" fmla="*/ 89059 w 371475"/>
                <a:gd name="connsiteY1205" fmla="*/ 340900 h 485775"/>
                <a:gd name="connsiteX1206" fmla="*/ 90202 w 371475"/>
                <a:gd name="connsiteY1206" fmla="*/ 341090 h 485775"/>
                <a:gd name="connsiteX1207" fmla="*/ 92678 w 371475"/>
                <a:gd name="connsiteY1207" fmla="*/ 342043 h 485775"/>
                <a:gd name="connsiteX1208" fmla="*/ 93059 w 371475"/>
                <a:gd name="connsiteY1208" fmla="*/ 344710 h 485775"/>
                <a:gd name="connsiteX1209" fmla="*/ 92773 w 371475"/>
                <a:gd name="connsiteY1209" fmla="*/ 345948 h 485775"/>
                <a:gd name="connsiteX1210" fmla="*/ 92583 w 371475"/>
                <a:gd name="connsiteY1210" fmla="*/ 346424 h 485775"/>
                <a:gd name="connsiteX1211" fmla="*/ 91726 w 371475"/>
                <a:gd name="connsiteY1211" fmla="*/ 347758 h 485775"/>
                <a:gd name="connsiteX1212" fmla="*/ 91249 w 371475"/>
                <a:gd name="connsiteY1212" fmla="*/ 348234 h 485775"/>
                <a:gd name="connsiteX1213" fmla="*/ 88487 w 371475"/>
                <a:gd name="connsiteY1213" fmla="*/ 350520 h 485775"/>
                <a:gd name="connsiteX1214" fmla="*/ 85915 w 371475"/>
                <a:gd name="connsiteY1214" fmla="*/ 353092 h 485775"/>
                <a:gd name="connsiteX1215" fmla="*/ 85344 w 371475"/>
                <a:gd name="connsiteY1215" fmla="*/ 353568 h 485775"/>
                <a:gd name="connsiteX1216" fmla="*/ 84391 w 371475"/>
                <a:gd name="connsiteY1216" fmla="*/ 353854 h 485775"/>
                <a:gd name="connsiteX1217" fmla="*/ 82868 w 371475"/>
                <a:gd name="connsiteY1217" fmla="*/ 354235 h 485775"/>
                <a:gd name="connsiteX1218" fmla="*/ 81344 w 371475"/>
                <a:gd name="connsiteY1218" fmla="*/ 355187 h 485775"/>
                <a:gd name="connsiteX1219" fmla="*/ 79820 w 371475"/>
                <a:gd name="connsiteY1219" fmla="*/ 356425 h 485775"/>
                <a:gd name="connsiteX1220" fmla="*/ 79057 w 371475"/>
                <a:gd name="connsiteY1220" fmla="*/ 357187 h 485775"/>
                <a:gd name="connsiteX1221" fmla="*/ 78581 w 371475"/>
                <a:gd name="connsiteY1221" fmla="*/ 357854 h 485775"/>
                <a:gd name="connsiteX1222" fmla="*/ 78391 w 371475"/>
                <a:gd name="connsiteY1222" fmla="*/ 358331 h 485775"/>
                <a:gd name="connsiteX1223" fmla="*/ 78200 w 371475"/>
                <a:gd name="connsiteY1223" fmla="*/ 359474 h 485775"/>
                <a:gd name="connsiteX1224" fmla="*/ 78296 w 371475"/>
                <a:gd name="connsiteY1224" fmla="*/ 360521 h 485775"/>
                <a:gd name="connsiteX1225" fmla="*/ 78581 w 371475"/>
                <a:gd name="connsiteY1225" fmla="*/ 361569 h 485775"/>
                <a:gd name="connsiteX1226" fmla="*/ 79057 w 371475"/>
                <a:gd name="connsiteY1226" fmla="*/ 362902 h 485775"/>
                <a:gd name="connsiteX1227" fmla="*/ 79153 w 371475"/>
                <a:gd name="connsiteY1227" fmla="*/ 363379 h 485775"/>
                <a:gd name="connsiteX1228" fmla="*/ 79153 w 371475"/>
                <a:gd name="connsiteY1228" fmla="*/ 363855 h 485775"/>
                <a:gd name="connsiteX1229" fmla="*/ 78867 w 371475"/>
                <a:gd name="connsiteY1229" fmla="*/ 364903 h 485775"/>
                <a:gd name="connsiteX1230" fmla="*/ 78486 w 371475"/>
                <a:gd name="connsiteY1230" fmla="*/ 365379 h 485775"/>
                <a:gd name="connsiteX1231" fmla="*/ 78105 w 371475"/>
                <a:gd name="connsiteY1231" fmla="*/ 365855 h 485775"/>
                <a:gd name="connsiteX1232" fmla="*/ 77724 w 371475"/>
                <a:gd name="connsiteY1232" fmla="*/ 366046 h 485775"/>
                <a:gd name="connsiteX1233" fmla="*/ 77248 w 371475"/>
                <a:gd name="connsiteY1233" fmla="*/ 366141 h 485775"/>
                <a:gd name="connsiteX1234" fmla="*/ 76676 w 371475"/>
                <a:gd name="connsiteY1234" fmla="*/ 366236 h 485775"/>
                <a:gd name="connsiteX1235" fmla="*/ 76105 w 371475"/>
                <a:gd name="connsiteY1235" fmla="*/ 366141 h 485775"/>
                <a:gd name="connsiteX1236" fmla="*/ 75629 w 371475"/>
                <a:gd name="connsiteY1236" fmla="*/ 366046 h 485775"/>
                <a:gd name="connsiteX1237" fmla="*/ 74771 w 371475"/>
                <a:gd name="connsiteY1237" fmla="*/ 365760 h 485775"/>
                <a:gd name="connsiteX1238" fmla="*/ 74390 w 371475"/>
                <a:gd name="connsiteY1238" fmla="*/ 365760 h 485775"/>
                <a:gd name="connsiteX1239" fmla="*/ 73723 w 371475"/>
                <a:gd name="connsiteY1239" fmla="*/ 365855 h 485775"/>
                <a:gd name="connsiteX1240" fmla="*/ 72866 w 371475"/>
                <a:gd name="connsiteY1240" fmla="*/ 366427 h 485775"/>
                <a:gd name="connsiteX1241" fmla="*/ 72390 w 371475"/>
                <a:gd name="connsiteY1241" fmla="*/ 366808 h 485775"/>
                <a:gd name="connsiteX1242" fmla="*/ 72009 w 371475"/>
                <a:gd name="connsiteY1242" fmla="*/ 367284 h 485775"/>
                <a:gd name="connsiteX1243" fmla="*/ 71914 w 371475"/>
                <a:gd name="connsiteY1243" fmla="*/ 367665 h 485775"/>
                <a:gd name="connsiteX1244" fmla="*/ 71723 w 371475"/>
                <a:gd name="connsiteY1244" fmla="*/ 369189 h 485775"/>
                <a:gd name="connsiteX1245" fmla="*/ 71438 w 371475"/>
                <a:gd name="connsiteY1245" fmla="*/ 370332 h 485775"/>
                <a:gd name="connsiteX1246" fmla="*/ 71247 w 371475"/>
                <a:gd name="connsiteY1246" fmla="*/ 371666 h 485775"/>
                <a:gd name="connsiteX1247" fmla="*/ 71247 w 371475"/>
                <a:gd name="connsiteY1247" fmla="*/ 372523 h 485775"/>
                <a:gd name="connsiteX1248" fmla="*/ 71247 w 371475"/>
                <a:gd name="connsiteY1248" fmla="*/ 373285 h 485775"/>
                <a:gd name="connsiteX1249" fmla="*/ 71342 w 371475"/>
                <a:gd name="connsiteY1249" fmla="*/ 373856 h 485775"/>
                <a:gd name="connsiteX1250" fmla="*/ 72104 w 371475"/>
                <a:gd name="connsiteY1250" fmla="*/ 375571 h 485775"/>
                <a:gd name="connsiteX1251" fmla="*/ 73057 w 371475"/>
                <a:gd name="connsiteY1251" fmla="*/ 377095 h 485775"/>
                <a:gd name="connsiteX1252" fmla="*/ 73628 w 371475"/>
                <a:gd name="connsiteY1252" fmla="*/ 377761 h 485775"/>
                <a:gd name="connsiteX1253" fmla="*/ 75057 w 371475"/>
                <a:gd name="connsiteY1253" fmla="*/ 379095 h 485775"/>
                <a:gd name="connsiteX1254" fmla="*/ 75343 w 371475"/>
                <a:gd name="connsiteY1254" fmla="*/ 379476 h 485775"/>
                <a:gd name="connsiteX1255" fmla="*/ 75533 w 371475"/>
                <a:gd name="connsiteY1255" fmla="*/ 379857 h 485775"/>
                <a:gd name="connsiteX1256" fmla="*/ 75724 w 371475"/>
                <a:gd name="connsiteY1256" fmla="*/ 380333 h 485775"/>
                <a:gd name="connsiteX1257" fmla="*/ 76010 w 371475"/>
                <a:gd name="connsiteY1257" fmla="*/ 381857 h 485775"/>
                <a:gd name="connsiteX1258" fmla="*/ 76200 w 371475"/>
                <a:gd name="connsiteY1258" fmla="*/ 382238 h 485775"/>
                <a:gd name="connsiteX1259" fmla="*/ 76581 w 371475"/>
                <a:gd name="connsiteY1259" fmla="*/ 382524 h 485775"/>
                <a:gd name="connsiteX1260" fmla="*/ 77057 w 371475"/>
                <a:gd name="connsiteY1260" fmla="*/ 382619 h 485775"/>
                <a:gd name="connsiteX1261" fmla="*/ 78200 w 371475"/>
                <a:gd name="connsiteY1261" fmla="*/ 382715 h 485775"/>
                <a:gd name="connsiteX1262" fmla="*/ 78772 w 371475"/>
                <a:gd name="connsiteY1262" fmla="*/ 382905 h 485775"/>
                <a:gd name="connsiteX1263" fmla="*/ 79248 w 371475"/>
                <a:gd name="connsiteY1263" fmla="*/ 383095 h 485775"/>
                <a:gd name="connsiteX1264" fmla="*/ 79629 w 371475"/>
                <a:gd name="connsiteY1264" fmla="*/ 383381 h 485775"/>
                <a:gd name="connsiteX1265" fmla="*/ 80296 w 371475"/>
                <a:gd name="connsiteY1265" fmla="*/ 383953 h 485775"/>
                <a:gd name="connsiteX1266" fmla="*/ 83915 w 371475"/>
                <a:gd name="connsiteY1266" fmla="*/ 388715 h 485775"/>
                <a:gd name="connsiteX1267" fmla="*/ 85154 w 371475"/>
                <a:gd name="connsiteY1267" fmla="*/ 390716 h 485775"/>
                <a:gd name="connsiteX1268" fmla="*/ 85630 w 371475"/>
                <a:gd name="connsiteY1268" fmla="*/ 392335 h 485775"/>
                <a:gd name="connsiteX1269" fmla="*/ 85725 w 371475"/>
                <a:gd name="connsiteY1269" fmla="*/ 393097 h 485775"/>
                <a:gd name="connsiteX1270" fmla="*/ 85820 w 371475"/>
                <a:gd name="connsiteY1270" fmla="*/ 394716 h 485775"/>
                <a:gd name="connsiteX1271" fmla="*/ 85725 w 371475"/>
                <a:gd name="connsiteY1271" fmla="*/ 395573 h 485775"/>
                <a:gd name="connsiteX1272" fmla="*/ 85535 w 371475"/>
                <a:gd name="connsiteY1272" fmla="*/ 396240 h 485775"/>
                <a:gd name="connsiteX1273" fmla="*/ 85344 w 371475"/>
                <a:gd name="connsiteY1273" fmla="*/ 396621 h 485775"/>
                <a:gd name="connsiteX1274" fmla="*/ 84963 w 371475"/>
                <a:gd name="connsiteY1274" fmla="*/ 396907 h 485775"/>
                <a:gd name="connsiteX1275" fmla="*/ 84296 w 371475"/>
                <a:gd name="connsiteY1275" fmla="*/ 397478 h 485775"/>
                <a:gd name="connsiteX1276" fmla="*/ 81439 w 371475"/>
                <a:gd name="connsiteY1276" fmla="*/ 399098 h 485775"/>
                <a:gd name="connsiteX1277" fmla="*/ 81058 w 371475"/>
                <a:gd name="connsiteY1277" fmla="*/ 399574 h 485775"/>
                <a:gd name="connsiteX1278" fmla="*/ 80581 w 371475"/>
                <a:gd name="connsiteY1278" fmla="*/ 400145 h 485775"/>
                <a:gd name="connsiteX1279" fmla="*/ 80010 w 371475"/>
                <a:gd name="connsiteY1279" fmla="*/ 401384 h 485775"/>
                <a:gd name="connsiteX1280" fmla="*/ 79915 w 371475"/>
                <a:gd name="connsiteY1280" fmla="*/ 402050 h 485775"/>
                <a:gd name="connsiteX1281" fmla="*/ 80010 w 371475"/>
                <a:gd name="connsiteY1281" fmla="*/ 402717 h 485775"/>
                <a:gd name="connsiteX1282" fmla="*/ 80486 w 371475"/>
                <a:gd name="connsiteY1282" fmla="*/ 403479 h 485775"/>
                <a:gd name="connsiteX1283" fmla="*/ 81344 w 371475"/>
                <a:gd name="connsiteY1283" fmla="*/ 404527 h 485775"/>
                <a:gd name="connsiteX1284" fmla="*/ 81534 w 371475"/>
                <a:gd name="connsiteY1284" fmla="*/ 405098 h 485775"/>
                <a:gd name="connsiteX1285" fmla="*/ 81820 w 371475"/>
                <a:gd name="connsiteY1285" fmla="*/ 405860 h 485775"/>
                <a:gd name="connsiteX1286" fmla="*/ 82010 w 371475"/>
                <a:gd name="connsiteY1286" fmla="*/ 407194 h 485775"/>
                <a:gd name="connsiteX1287" fmla="*/ 82391 w 371475"/>
                <a:gd name="connsiteY1287" fmla="*/ 407765 h 485775"/>
                <a:gd name="connsiteX1288" fmla="*/ 82868 w 371475"/>
                <a:gd name="connsiteY1288" fmla="*/ 408242 h 485775"/>
                <a:gd name="connsiteX1289" fmla="*/ 84963 w 371475"/>
                <a:gd name="connsiteY1289" fmla="*/ 408908 h 485775"/>
                <a:gd name="connsiteX1290" fmla="*/ 86678 w 371475"/>
                <a:gd name="connsiteY1290" fmla="*/ 409861 h 485775"/>
                <a:gd name="connsiteX1291" fmla="*/ 86963 w 371475"/>
                <a:gd name="connsiteY1291" fmla="*/ 410146 h 485775"/>
                <a:gd name="connsiteX1292" fmla="*/ 87249 w 371475"/>
                <a:gd name="connsiteY1292" fmla="*/ 410527 h 485775"/>
                <a:gd name="connsiteX1293" fmla="*/ 87439 w 371475"/>
                <a:gd name="connsiteY1293" fmla="*/ 411004 h 485775"/>
                <a:gd name="connsiteX1294" fmla="*/ 88011 w 371475"/>
                <a:gd name="connsiteY1294" fmla="*/ 412813 h 485775"/>
                <a:gd name="connsiteX1295" fmla="*/ 88297 w 371475"/>
                <a:gd name="connsiteY1295" fmla="*/ 413194 h 485775"/>
                <a:gd name="connsiteX1296" fmla="*/ 88582 w 371475"/>
                <a:gd name="connsiteY1296" fmla="*/ 413480 h 485775"/>
                <a:gd name="connsiteX1297" fmla="*/ 91630 w 371475"/>
                <a:gd name="connsiteY1297" fmla="*/ 415195 h 485775"/>
                <a:gd name="connsiteX1298" fmla="*/ 92297 w 371475"/>
                <a:gd name="connsiteY1298" fmla="*/ 415766 h 485775"/>
                <a:gd name="connsiteX1299" fmla="*/ 92869 w 371475"/>
                <a:gd name="connsiteY1299" fmla="*/ 416528 h 485775"/>
                <a:gd name="connsiteX1300" fmla="*/ 93154 w 371475"/>
                <a:gd name="connsiteY1300" fmla="*/ 416909 h 485775"/>
                <a:gd name="connsiteX1301" fmla="*/ 93345 w 371475"/>
                <a:gd name="connsiteY1301" fmla="*/ 417671 h 485775"/>
                <a:gd name="connsiteX1302" fmla="*/ 94202 w 371475"/>
                <a:gd name="connsiteY1302" fmla="*/ 423577 h 485775"/>
                <a:gd name="connsiteX1303" fmla="*/ 94869 w 371475"/>
                <a:gd name="connsiteY1303" fmla="*/ 424625 h 485775"/>
                <a:gd name="connsiteX1304" fmla="*/ 94964 w 371475"/>
                <a:gd name="connsiteY1304" fmla="*/ 424910 h 485775"/>
                <a:gd name="connsiteX1305" fmla="*/ 95060 w 371475"/>
                <a:gd name="connsiteY1305" fmla="*/ 425386 h 485775"/>
                <a:gd name="connsiteX1306" fmla="*/ 95536 w 371475"/>
                <a:gd name="connsiteY1306" fmla="*/ 428339 h 485775"/>
                <a:gd name="connsiteX1307" fmla="*/ 95917 w 371475"/>
                <a:gd name="connsiteY1307" fmla="*/ 430054 h 485775"/>
                <a:gd name="connsiteX1308" fmla="*/ 96393 w 371475"/>
                <a:gd name="connsiteY1308" fmla="*/ 432911 h 485775"/>
                <a:gd name="connsiteX1309" fmla="*/ 96298 w 371475"/>
                <a:gd name="connsiteY1309" fmla="*/ 433768 h 485775"/>
                <a:gd name="connsiteX1310" fmla="*/ 95631 w 371475"/>
                <a:gd name="connsiteY1310" fmla="*/ 437578 h 485775"/>
                <a:gd name="connsiteX1311" fmla="*/ 95536 w 371475"/>
                <a:gd name="connsiteY1311" fmla="*/ 438531 h 485775"/>
                <a:gd name="connsiteX1312" fmla="*/ 95631 w 371475"/>
                <a:gd name="connsiteY1312" fmla="*/ 439198 h 485775"/>
                <a:gd name="connsiteX1313" fmla="*/ 96012 w 371475"/>
                <a:gd name="connsiteY1313" fmla="*/ 439960 h 485775"/>
                <a:gd name="connsiteX1314" fmla="*/ 96107 w 371475"/>
                <a:gd name="connsiteY1314" fmla="*/ 440150 h 485775"/>
                <a:gd name="connsiteX1315" fmla="*/ 99060 w 371475"/>
                <a:gd name="connsiteY1315" fmla="*/ 443579 h 485775"/>
                <a:gd name="connsiteX1316" fmla="*/ 99346 w 371475"/>
                <a:gd name="connsiteY1316" fmla="*/ 444151 h 485775"/>
                <a:gd name="connsiteX1317" fmla="*/ 99727 w 371475"/>
                <a:gd name="connsiteY1317" fmla="*/ 445199 h 485775"/>
                <a:gd name="connsiteX1318" fmla="*/ 99917 w 371475"/>
                <a:gd name="connsiteY1318" fmla="*/ 445675 h 485775"/>
                <a:gd name="connsiteX1319" fmla="*/ 99917 w 371475"/>
                <a:gd name="connsiteY1319" fmla="*/ 445960 h 485775"/>
                <a:gd name="connsiteX1320" fmla="*/ 99917 w 371475"/>
                <a:gd name="connsiteY1320" fmla="*/ 446342 h 485775"/>
                <a:gd name="connsiteX1321" fmla="*/ 99536 w 371475"/>
                <a:gd name="connsiteY1321" fmla="*/ 447484 h 485775"/>
                <a:gd name="connsiteX1322" fmla="*/ 99441 w 371475"/>
                <a:gd name="connsiteY1322" fmla="*/ 448627 h 485775"/>
                <a:gd name="connsiteX1323" fmla="*/ 99822 w 371475"/>
                <a:gd name="connsiteY1323" fmla="*/ 451866 h 485775"/>
                <a:gd name="connsiteX1324" fmla="*/ 100013 w 371475"/>
                <a:gd name="connsiteY1324" fmla="*/ 452533 h 485775"/>
                <a:gd name="connsiteX1325" fmla="*/ 100584 w 371475"/>
                <a:gd name="connsiteY1325" fmla="*/ 453676 h 485775"/>
                <a:gd name="connsiteX1326" fmla="*/ 101632 w 371475"/>
                <a:gd name="connsiteY1326" fmla="*/ 456628 h 485775"/>
                <a:gd name="connsiteX1327" fmla="*/ 106394 w 371475"/>
                <a:gd name="connsiteY1327" fmla="*/ 457295 h 485775"/>
                <a:gd name="connsiteX1328" fmla="*/ 108776 w 371475"/>
                <a:gd name="connsiteY1328" fmla="*/ 457295 h 485775"/>
                <a:gd name="connsiteX1329" fmla="*/ 111157 w 371475"/>
                <a:gd name="connsiteY1329" fmla="*/ 456628 h 485775"/>
                <a:gd name="connsiteX1330" fmla="*/ 113729 w 371475"/>
                <a:gd name="connsiteY1330" fmla="*/ 454819 h 485775"/>
                <a:gd name="connsiteX1331" fmla="*/ 118396 w 371475"/>
                <a:gd name="connsiteY1331" fmla="*/ 450247 h 485775"/>
                <a:gd name="connsiteX1332" fmla="*/ 121063 w 371475"/>
                <a:gd name="connsiteY1332" fmla="*/ 448627 h 485775"/>
                <a:gd name="connsiteX1333" fmla="*/ 123063 w 371475"/>
                <a:gd name="connsiteY1333" fmla="*/ 448151 h 485775"/>
                <a:gd name="connsiteX1334" fmla="*/ 127254 w 371475"/>
                <a:gd name="connsiteY1334" fmla="*/ 448246 h 485775"/>
                <a:gd name="connsiteX1335" fmla="*/ 129254 w 371475"/>
                <a:gd name="connsiteY1335" fmla="*/ 447866 h 485775"/>
                <a:gd name="connsiteX1336" fmla="*/ 130969 w 371475"/>
                <a:gd name="connsiteY1336" fmla="*/ 446913 h 485775"/>
                <a:gd name="connsiteX1337" fmla="*/ 132016 w 371475"/>
                <a:gd name="connsiteY1337" fmla="*/ 445770 h 485775"/>
                <a:gd name="connsiteX1338" fmla="*/ 132779 w 371475"/>
                <a:gd name="connsiteY1338" fmla="*/ 444246 h 485775"/>
                <a:gd name="connsiteX1339" fmla="*/ 133731 w 371475"/>
                <a:gd name="connsiteY1339" fmla="*/ 441484 h 485775"/>
                <a:gd name="connsiteX1340" fmla="*/ 135255 w 371475"/>
                <a:gd name="connsiteY1340" fmla="*/ 439388 h 485775"/>
                <a:gd name="connsiteX1341" fmla="*/ 135922 w 371475"/>
                <a:gd name="connsiteY1341" fmla="*/ 438055 h 485775"/>
                <a:gd name="connsiteX1342" fmla="*/ 136207 w 371475"/>
                <a:gd name="connsiteY1342" fmla="*/ 437674 h 485775"/>
                <a:gd name="connsiteX1343" fmla="*/ 136874 w 371475"/>
                <a:gd name="connsiteY1343" fmla="*/ 437007 h 485775"/>
                <a:gd name="connsiteX1344" fmla="*/ 137255 w 371475"/>
                <a:gd name="connsiteY1344" fmla="*/ 436721 h 485775"/>
                <a:gd name="connsiteX1345" fmla="*/ 137351 w 371475"/>
                <a:gd name="connsiteY1345" fmla="*/ 436245 h 485775"/>
                <a:gd name="connsiteX1346" fmla="*/ 138303 w 371475"/>
                <a:gd name="connsiteY1346" fmla="*/ 435578 h 485775"/>
                <a:gd name="connsiteX1347" fmla="*/ 140779 w 371475"/>
                <a:gd name="connsiteY1347" fmla="*/ 433292 h 485775"/>
                <a:gd name="connsiteX1348" fmla="*/ 141922 w 371475"/>
                <a:gd name="connsiteY1348" fmla="*/ 432625 h 485775"/>
                <a:gd name="connsiteX1349" fmla="*/ 142875 w 371475"/>
                <a:gd name="connsiteY1349" fmla="*/ 432435 h 485775"/>
                <a:gd name="connsiteX1350" fmla="*/ 145066 w 371475"/>
                <a:gd name="connsiteY1350" fmla="*/ 432244 h 485775"/>
                <a:gd name="connsiteX1351" fmla="*/ 146018 w 371475"/>
                <a:gd name="connsiteY1351" fmla="*/ 432054 h 485775"/>
                <a:gd name="connsiteX1352" fmla="*/ 147161 w 371475"/>
                <a:gd name="connsiteY1352" fmla="*/ 432530 h 485775"/>
                <a:gd name="connsiteX1353" fmla="*/ 148971 w 371475"/>
                <a:gd name="connsiteY1353" fmla="*/ 432721 h 485775"/>
                <a:gd name="connsiteX1354" fmla="*/ 152019 w 371475"/>
                <a:gd name="connsiteY1354" fmla="*/ 434340 h 485775"/>
                <a:gd name="connsiteX1355" fmla="*/ 153162 w 371475"/>
                <a:gd name="connsiteY1355" fmla="*/ 435197 h 485775"/>
                <a:gd name="connsiteX1356" fmla="*/ 159734 w 371475"/>
                <a:gd name="connsiteY1356" fmla="*/ 442150 h 485775"/>
                <a:gd name="connsiteX1357" fmla="*/ 160211 w 371475"/>
                <a:gd name="connsiteY1357" fmla="*/ 442817 h 485775"/>
                <a:gd name="connsiteX1358" fmla="*/ 160496 w 371475"/>
                <a:gd name="connsiteY1358" fmla="*/ 443293 h 485775"/>
                <a:gd name="connsiteX1359" fmla="*/ 160687 w 371475"/>
                <a:gd name="connsiteY1359" fmla="*/ 443770 h 485775"/>
                <a:gd name="connsiteX1360" fmla="*/ 160782 w 371475"/>
                <a:gd name="connsiteY1360" fmla="*/ 444532 h 485775"/>
                <a:gd name="connsiteX1361" fmla="*/ 160782 w 371475"/>
                <a:gd name="connsiteY1361" fmla="*/ 445199 h 485775"/>
                <a:gd name="connsiteX1362" fmla="*/ 160687 w 371475"/>
                <a:gd name="connsiteY1362" fmla="*/ 445770 h 485775"/>
                <a:gd name="connsiteX1363" fmla="*/ 158972 w 371475"/>
                <a:gd name="connsiteY1363" fmla="*/ 450913 h 485775"/>
                <a:gd name="connsiteX1364" fmla="*/ 153638 w 371475"/>
                <a:gd name="connsiteY1364" fmla="*/ 459581 h 485775"/>
                <a:gd name="connsiteX1365" fmla="*/ 153353 w 371475"/>
                <a:gd name="connsiteY1365" fmla="*/ 459962 h 485775"/>
                <a:gd name="connsiteX1366" fmla="*/ 153067 w 371475"/>
                <a:gd name="connsiteY1366" fmla="*/ 460248 h 485775"/>
                <a:gd name="connsiteX1367" fmla="*/ 152686 w 371475"/>
                <a:gd name="connsiteY1367" fmla="*/ 460438 h 485775"/>
                <a:gd name="connsiteX1368" fmla="*/ 152210 w 371475"/>
                <a:gd name="connsiteY1368" fmla="*/ 460438 h 485775"/>
                <a:gd name="connsiteX1369" fmla="*/ 151924 w 371475"/>
                <a:gd name="connsiteY1369" fmla="*/ 460248 h 485775"/>
                <a:gd name="connsiteX1370" fmla="*/ 151638 w 371475"/>
                <a:gd name="connsiteY1370" fmla="*/ 459867 h 485775"/>
                <a:gd name="connsiteX1371" fmla="*/ 151257 w 371475"/>
                <a:gd name="connsiteY1371" fmla="*/ 459581 h 485775"/>
                <a:gd name="connsiteX1372" fmla="*/ 150781 w 371475"/>
                <a:gd name="connsiteY1372" fmla="*/ 459486 h 485775"/>
                <a:gd name="connsiteX1373" fmla="*/ 150304 w 371475"/>
                <a:gd name="connsiteY1373" fmla="*/ 459486 h 485775"/>
                <a:gd name="connsiteX1374" fmla="*/ 149828 w 371475"/>
                <a:gd name="connsiteY1374" fmla="*/ 459581 h 485775"/>
                <a:gd name="connsiteX1375" fmla="*/ 149447 w 371475"/>
                <a:gd name="connsiteY1375" fmla="*/ 459867 h 485775"/>
                <a:gd name="connsiteX1376" fmla="*/ 149162 w 371475"/>
                <a:gd name="connsiteY1376" fmla="*/ 460248 h 485775"/>
                <a:gd name="connsiteX1377" fmla="*/ 148971 w 371475"/>
                <a:gd name="connsiteY1377" fmla="*/ 460629 h 485775"/>
                <a:gd name="connsiteX1378" fmla="*/ 148209 w 371475"/>
                <a:gd name="connsiteY1378" fmla="*/ 462725 h 485775"/>
                <a:gd name="connsiteX1379" fmla="*/ 148019 w 371475"/>
                <a:gd name="connsiteY1379" fmla="*/ 463106 h 485775"/>
                <a:gd name="connsiteX1380" fmla="*/ 147638 w 371475"/>
                <a:gd name="connsiteY1380" fmla="*/ 463391 h 485775"/>
                <a:gd name="connsiteX1381" fmla="*/ 147256 w 371475"/>
                <a:gd name="connsiteY1381" fmla="*/ 463391 h 485775"/>
                <a:gd name="connsiteX1382" fmla="*/ 146780 w 371475"/>
                <a:gd name="connsiteY1382" fmla="*/ 463296 h 485775"/>
                <a:gd name="connsiteX1383" fmla="*/ 146018 w 371475"/>
                <a:gd name="connsiteY1383" fmla="*/ 462820 h 485775"/>
                <a:gd name="connsiteX1384" fmla="*/ 145542 w 371475"/>
                <a:gd name="connsiteY1384" fmla="*/ 462629 h 485775"/>
                <a:gd name="connsiteX1385" fmla="*/ 144971 w 371475"/>
                <a:gd name="connsiteY1385" fmla="*/ 462534 h 485775"/>
                <a:gd name="connsiteX1386" fmla="*/ 144399 w 371475"/>
                <a:gd name="connsiteY1386" fmla="*/ 463010 h 485775"/>
                <a:gd name="connsiteX1387" fmla="*/ 143828 w 371475"/>
                <a:gd name="connsiteY1387" fmla="*/ 464058 h 485775"/>
                <a:gd name="connsiteX1388" fmla="*/ 142494 w 371475"/>
                <a:gd name="connsiteY1388" fmla="*/ 468820 h 485775"/>
                <a:gd name="connsiteX1389" fmla="*/ 141732 w 371475"/>
                <a:gd name="connsiteY1389" fmla="*/ 470249 h 485775"/>
                <a:gd name="connsiteX1390" fmla="*/ 141637 w 371475"/>
                <a:gd name="connsiteY1390" fmla="*/ 470821 h 485775"/>
                <a:gd name="connsiteX1391" fmla="*/ 141732 w 371475"/>
                <a:gd name="connsiteY1391" fmla="*/ 471392 h 485775"/>
                <a:gd name="connsiteX1392" fmla="*/ 141922 w 371475"/>
                <a:gd name="connsiteY1392" fmla="*/ 471773 h 485775"/>
                <a:gd name="connsiteX1393" fmla="*/ 142208 w 371475"/>
                <a:gd name="connsiteY1393" fmla="*/ 472154 h 485775"/>
                <a:gd name="connsiteX1394" fmla="*/ 143065 w 371475"/>
                <a:gd name="connsiteY1394" fmla="*/ 473011 h 485775"/>
                <a:gd name="connsiteX1395" fmla="*/ 145256 w 371475"/>
                <a:gd name="connsiteY1395" fmla="*/ 474535 h 485775"/>
                <a:gd name="connsiteX1396" fmla="*/ 146209 w 371475"/>
                <a:gd name="connsiteY1396" fmla="*/ 475774 h 485775"/>
                <a:gd name="connsiteX1397" fmla="*/ 146780 w 371475"/>
                <a:gd name="connsiteY1397" fmla="*/ 476631 h 485775"/>
                <a:gd name="connsiteX1398" fmla="*/ 147828 w 371475"/>
                <a:gd name="connsiteY1398" fmla="*/ 478250 h 485775"/>
                <a:gd name="connsiteX1399" fmla="*/ 148590 w 371475"/>
                <a:gd name="connsiteY1399" fmla="*/ 478822 h 485775"/>
                <a:gd name="connsiteX1400" fmla="*/ 149257 w 371475"/>
                <a:gd name="connsiteY1400" fmla="*/ 479012 h 485775"/>
                <a:gd name="connsiteX1401" fmla="*/ 149733 w 371475"/>
                <a:gd name="connsiteY1401" fmla="*/ 478917 h 485775"/>
                <a:gd name="connsiteX1402" fmla="*/ 150114 w 371475"/>
                <a:gd name="connsiteY1402" fmla="*/ 478726 h 485775"/>
                <a:gd name="connsiteX1403" fmla="*/ 150400 w 371475"/>
                <a:gd name="connsiteY1403" fmla="*/ 478345 h 485775"/>
                <a:gd name="connsiteX1404" fmla="*/ 150590 w 371475"/>
                <a:gd name="connsiteY1404" fmla="*/ 477965 h 485775"/>
                <a:gd name="connsiteX1405" fmla="*/ 150590 w 371475"/>
                <a:gd name="connsiteY1405" fmla="*/ 477679 h 485775"/>
                <a:gd name="connsiteX1406" fmla="*/ 150781 w 371475"/>
                <a:gd name="connsiteY1406" fmla="*/ 477202 h 485775"/>
                <a:gd name="connsiteX1407" fmla="*/ 151066 w 371475"/>
                <a:gd name="connsiteY1407" fmla="*/ 476821 h 485775"/>
                <a:gd name="connsiteX1408" fmla="*/ 151924 w 371475"/>
                <a:gd name="connsiteY1408" fmla="*/ 476536 h 485775"/>
                <a:gd name="connsiteX1409" fmla="*/ 152400 w 371475"/>
                <a:gd name="connsiteY1409" fmla="*/ 476631 h 485775"/>
                <a:gd name="connsiteX1410" fmla="*/ 152876 w 371475"/>
                <a:gd name="connsiteY1410" fmla="*/ 476821 h 485775"/>
                <a:gd name="connsiteX1411" fmla="*/ 155067 w 371475"/>
                <a:gd name="connsiteY1411" fmla="*/ 478536 h 485775"/>
                <a:gd name="connsiteX1412" fmla="*/ 155734 w 371475"/>
                <a:gd name="connsiteY1412" fmla="*/ 478917 h 485775"/>
                <a:gd name="connsiteX1413" fmla="*/ 156496 w 371475"/>
                <a:gd name="connsiteY1413" fmla="*/ 479012 h 485775"/>
                <a:gd name="connsiteX1414" fmla="*/ 158782 w 371475"/>
                <a:gd name="connsiteY1414" fmla="*/ 478822 h 485775"/>
                <a:gd name="connsiteX1415" fmla="*/ 159448 w 371475"/>
                <a:gd name="connsiteY1415" fmla="*/ 478726 h 485775"/>
                <a:gd name="connsiteX1416" fmla="*/ 159925 w 371475"/>
                <a:gd name="connsiteY1416" fmla="*/ 478536 h 485775"/>
                <a:gd name="connsiteX1417" fmla="*/ 160306 w 371475"/>
                <a:gd name="connsiteY1417" fmla="*/ 478250 h 485775"/>
                <a:gd name="connsiteX1418" fmla="*/ 160877 w 371475"/>
                <a:gd name="connsiteY1418" fmla="*/ 477488 h 485775"/>
                <a:gd name="connsiteX1419" fmla="*/ 164116 w 371475"/>
                <a:gd name="connsiteY1419" fmla="*/ 472821 h 485775"/>
                <a:gd name="connsiteX1420" fmla="*/ 166211 w 371475"/>
                <a:gd name="connsiteY1420" fmla="*/ 469011 h 485775"/>
                <a:gd name="connsiteX1421" fmla="*/ 166878 w 371475"/>
                <a:gd name="connsiteY1421" fmla="*/ 468249 h 485775"/>
                <a:gd name="connsiteX1422" fmla="*/ 167164 w 371475"/>
                <a:gd name="connsiteY1422" fmla="*/ 467963 h 485775"/>
                <a:gd name="connsiteX1423" fmla="*/ 168402 w 371475"/>
                <a:gd name="connsiteY1423" fmla="*/ 467296 h 485775"/>
                <a:gd name="connsiteX1424" fmla="*/ 171736 w 371475"/>
                <a:gd name="connsiteY1424" fmla="*/ 465868 h 485775"/>
                <a:gd name="connsiteX1425" fmla="*/ 176117 w 371475"/>
                <a:gd name="connsiteY1425" fmla="*/ 463772 h 485775"/>
                <a:gd name="connsiteX1426" fmla="*/ 176689 w 371475"/>
                <a:gd name="connsiteY1426" fmla="*/ 463296 h 485775"/>
                <a:gd name="connsiteX1427" fmla="*/ 177260 w 371475"/>
                <a:gd name="connsiteY1427" fmla="*/ 462629 h 485775"/>
                <a:gd name="connsiteX1428" fmla="*/ 177260 w 371475"/>
                <a:gd name="connsiteY1428" fmla="*/ 462058 h 485775"/>
                <a:gd name="connsiteX1429" fmla="*/ 177165 w 371475"/>
                <a:gd name="connsiteY1429" fmla="*/ 461582 h 485775"/>
                <a:gd name="connsiteX1430" fmla="*/ 177165 w 371475"/>
                <a:gd name="connsiteY1430" fmla="*/ 460819 h 485775"/>
                <a:gd name="connsiteX1431" fmla="*/ 177355 w 371475"/>
                <a:gd name="connsiteY1431" fmla="*/ 459962 h 485775"/>
                <a:gd name="connsiteX1432" fmla="*/ 178118 w 371475"/>
                <a:gd name="connsiteY1432" fmla="*/ 458343 h 485775"/>
                <a:gd name="connsiteX1433" fmla="*/ 178308 w 371475"/>
                <a:gd name="connsiteY1433" fmla="*/ 457486 h 485775"/>
                <a:gd name="connsiteX1434" fmla="*/ 178308 w 371475"/>
                <a:gd name="connsiteY1434" fmla="*/ 456819 h 485775"/>
                <a:gd name="connsiteX1435" fmla="*/ 177165 w 371475"/>
                <a:gd name="connsiteY1435" fmla="*/ 454247 h 485775"/>
                <a:gd name="connsiteX1436" fmla="*/ 176974 w 371475"/>
                <a:gd name="connsiteY1436" fmla="*/ 453961 h 485775"/>
                <a:gd name="connsiteX1437" fmla="*/ 176594 w 371475"/>
                <a:gd name="connsiteY1437" fmla="*/ 453581 h 485775"/>
                <a:gd name="connsiteX1438" fmla="*/ 175546 w 371475"/>
                <a:gd name="connsiteY1438" fmla="*/ 453295 h 485775"/>
                <a:gd name="connsiteX1439" fmla="*/ 175070 w 371475"/>
                <a:gd name="connsiteY1439" fmla="*/ 453104 h 485775"/>
                <a:gd name="connsiteX1440" fmla="*/ 174784 w 371475"/>
                <a:gd name="connsiteY1440" fmla="*/ 452628 h 485775"/>
                <a:gd name="connsiteX1441" fmla="*/ 174879 w 371475"/>
                <a:gd name="connsiteY1441" fmla="*/ 452247 h 485775"/>
                <a:gd name="connsiteX1442" fmla="*/ 175165 w 371475"/>
                <a:gd name="connsiteY1442" fmla="*/ 451866 h 485775"/>
                <a:gd name="connsiteX1443" fmla="*/ 176213 w 371475"/>
                <a:gd name="connsiteY1443" fmla="*/ 451009 h 485775"/>
                <a:gd name="connsiteX1444" fmla="*/ 177451 w 371475"/>
                <a:gd name="connsiteY1444" fmla="*/ 449294 h 485775"/>
                <a:gd name="connsiteX1445" fmla="*/ 179356 w 371475"/>
                <a:gd name="connsiteY1445" fmla="*/ 446151 h 485775"/>
                <a:gd name="connsiteX1446" fmla="*/ 179832 w 371475"/>
                <a:gd name="connsiteY1446" fmla="*/ 445484 h 485775"/>
                <a:gd name="connsiteX1447" fmla="*/ 180213 w 371475"/>
                <a:gd name="connsiteY1447" fmla="*/ 445199 h 485775"/>
                <a:gd name="connsiteX1448" fmla="*/ 180975 w 371475"/>
                <a:gd name="connsiteY1448" fmla="*/ 444722 h 485775"/>
                <a:gd name="connsiteX1449" fmla="*/ 182308 w 371475"/>
                <a:gd name="connsiteY1449" fmla="*/ 444151 h 485775"/>
                <a:gd name="connsiteX1450" fmla="*/ 183261 w 371475"/>
                <a:gd name="connsiteY1450" fmla="*/ 443960 h 485775"/>
                <a:gd name="connsiteX1451" fmla="*/ 184309 w 371475"/>
                <a:gd name="connsiteY1451" fmla="*/ 443960 h 485775"/>
                <a:gd name="connsiteX1452" fmla="*/ 185166 w 371475"/>
                <a:gd name="connsiteY1452" fmla="*/ 443960 h 485775"/>
                <a:gd name="connsiteX1453" fmla="*/ 187833 w 371475"/>
                <a:gd name="connsiteY1453" fmla="*/ 445770 h 485775"/>
                <a:gd name="connsiteX1454" fmla="*/ 188119 w 371475"/>
                <a:gd name="connsiteY1454" fmla="*/ 446342 h 485775"/>
                <a:gd name="connsiteX1455" fmla="*/ 188404 w 371475"/>
                <a:gd name="connsiteY1455" fmla="*/ 447008 h 485775"/>
                <a:gd name="connsiteX1456" fmla="*/ 188309 w 371475"/>
                <a:gd name="connsiteY1456" fmla="*/ 447580 h 485775"/>
                <a:gd name="connsiteX1457" fmla="*/ 187833 w 371475"/>
                <a:gd name="connsiteY1457" fmla="*/ 448723 h 485775"/>
                <a:gd name="connsiteX1458" fmla="*/ 187738 w 371475"/>
                <a:gd name="connsiteY1458" fmla="*/ 449294 h 485775"/>
                <a:gd name="connsiteX1459" fmla="*/ 187643 w 371475"/>
                <a:gd name="connsiteY1459" fmla="*/ 450247 h 485775"/>
                <a:gd name="connsiteX1460" fmla="*/ 187833 w 371475"/>
                <a:gd name="connsiteY1460" fmla="*/ 450818 h 485775"/>
                <a:gd name="connsiteX1461" fmla="*/ 188119 w 371475"/>
                <a:gd name="connsiteY1461" fmla="*/ 451294 h 485775"/>
                <a:gd name="connsiteX1462" fmla="*/ 188881 w 371475"/>
                <a:gd name="connsiteY1462" fmla="*/ 451961 h 485775"/>
                <a:gd name="connsiteX1463" fmla="*/ 189452 w 371475"/>
                <a:gd name="connsiteY1463" fmla="*/ 452342 h 485775"/>
                <a:gd name="connsiteX1464" fmla="*/ 190024 w 371475"/>
                <a:gd name="connsiteY1464" fmla="*/ 452533 h 485775"/>
                <a:gd name="connsiteX1465" fmla="*/ 190595 w 371475"/>
                <a:gd name="connsiteY1465" fmla="*/ 452723 h 485775"/>
                <a:gd name="connsiteX1466" fmla="*/ 191167 w 371475"/>
                <a:gd name="connsiteY1466" fmla="*/ 452818 h 485775"/>
                <a:gd name="connsiteX1467" fmla="*/ 191738 w 371475"/>
                <a:gd name="connsiteY1467" fmla="*/ 452914 h 485775"/>
                <a:gd name="connsiteX1468" fmla="*/ 192310 w 371475"/>
                <a:gd name="connsiteY1468" fmla="*/ 452818 h 485775"/>
                <a:gd name="connsiteX1469" fmla="*/ 192691 w 371475"/>
                <a:gd name="connsiteY1469" fmla="*/ 452628 h 485775"/>
                <a:gd name="connsiteX1470" fmla="*/ 194310 w 371475"/>
                <a:gd name="connsiteY1470" fmla="*/ 451771 h 485775"/>
                <a:gd name="connsiteX1471" fmla="*/ 194786 w 371475"/>
                <a:gd name="connsiteY1471" fmla="*/ 451580 h 485775"/>
                <a:gd name="connsiteX1472" fmla="*/ 195358 w 371475"/>
                <a:gd name="connsiteY1472" fmla="*/ 451485 h 485775"/>
                <a:gd name="connsiteX1473" fmla="*/ 196215 w 371475"/>
                <a:gd name="connsiteY1473" fmla="*/ 451675 h 485775"/>
                <a:gd name="connsiteX1474" fmla="*/ 196596 w 371475"/>
                <a:gd name="connsiteY1474" fmla="*/ 452057 h 485775"/>
                <a:gd name="connsiteX1475" fmla="*/ 196977 w 371475"/>
                <a:gd name="connsiteY1475" fmla="*/ 452533 h 485775"/>
                <a:gd name="connsiteX1476" fmla="*/ 197358 w 371475"/>
                <a:gd name="connsiteY1476" fmla="*/ 453200 h 485775"/>
                <a:gd name="connsiteX1477" fmla="*/ 197834 w 371475"/>
                <a:gd name="connsiteY1477" fmla="*/ 453390 h 485775"/>
                <a:gd name="connsiteX1478" fmla="*/ 198215 w 371475"/>
                <a:gd name="connsiteY1478" fmla="*/ 453295 h 485775"/>
                <a:gd name="connsiteX1479" fmla="*/ 200025 w 371475"/>
                <a:gd name="connsiteY1479" fmla="*/ 452247 h 485775"/>
                <a:gd name="connsiteX1480" fmla="*/ 200406 w 371475"/>
                <a:gd name="connsiteY1480" fmla="*/ 452152 h 485775"/>
                <a:gd name="connsiteX1481" fmla="*/ 200978 w 371475"/>
                <a:gd name="connsiteY1481" fmla="*/ 452057 h 485775"/>
                <a:gd name="connsiteX1482" fmla="*/ 201739 w 371475"/>
                <a:gd name="connsiteY1482" fmla="*/ 452152 h 485775"/>
                <a:gd name="connsiteX1483" fmla="*/ 202121 w 371475"/>
                <a:gd name="connsiteY1483" fmla="*/ 452437 h 485775"/>
                <a:gd name="connsiteX1484" fmla="*/ 202311 w 371475"/>
                <a:gd name="connsiteY1484" fmla="*/ 452723 h 485775"/>
                <a:gd name="connsiteX1485" fmla="*/ 201835 w 371475"/>
                <a:gd name="connsiteY1485" fmla="*/ 456819 h 485775"/>
                <a:gd name="connsiteX1486" fmla="*/ 201739 w 371475"/>
                <a:gd name="connsiteY1486" fmla="*/ 457391 h 485775"/>
                <a:gd name="connsiteX1487" fmla="*/ 201930 w 371475"/>
                <a:gd name="connsiteY1487" fmla="*/ 458057 h 485775"/>
                <a:gd name="connsiteX1488" fmla="*/ 202311 w 371475"/>
                <a:gd name="connsiteY1488" fmla="*/ 458819 h 485775"/>
                <a:gd name="connsiteX1489" fmla="*/ 203263 w 371475"/>
                <a:gd name="connsiteY1489" fmla="*/ 460058 h 485775"/>
                <a:gd name="connsiteX1490" fmla="*/ 203740 w 371475"/>
                <a:gd name="connsiteY1490" fmla="*/ 460724 h 485775"/>
                <a:gd name="connsiteX1491" fmla="*/ 204597 w 371475"/>
                <a:gd name="connsiteY1491" fmla="*/ 462915 h 485775"/>
                <a:gd name="connsiteX1492" fmla="*/ 208312 w 371475"/>
                <a:gd name="connsiteY1492" fmla="*/ 467677 h 485775"/>
                <a:gd name="connsiteX1493" fmla="*/ 210026 w 371475"/>
                <a:gd name="connsiteY1493" fmla="*/ 468916 h 485775"/>
                <a:gd name="connsiteX1494" fmla="*/ 210503 w 371475"/>
                <a:gd name="connsiteY1494" fmla="*/ 469297 h 485775"/>
                <a:gd name="connsiteX1495" fmla="*/ 210788 w 371475"/>
                <a:gd name="connsiteY1495" fmla="*/ 469773 h 485775"/>
                <a:gd name="connsiteX1496" fmla="*/ 211360 w 371475"/>
                <a:gd name="connsiteY1496" fmla="*/ 470916 h 485775"/>
                <a:gd name="connsiteX1497" fmla="*/ 211931 w 371475"/>
                <a:gd name="connsiteY1497" fmla="*/ 471868 h 485775"/>
                <a:gd name="connsiteX1498" fmla="*/ 212503 w 371475"/>
                <a:gd name="connsiteY1498" fmla="*/ 472345 h 485775"/>
                <a:gd name="connsiteX1499" fmla="*/ 213074 w 371475"/>
                <a:gd name="connsiteY1499" fmla="*/ 472631 h 485775"/>
                <a:gd name="connsiteX1500" fmla="*/ 214217 w 371475"/>
                <a:gd name="connsiteY1500" fmla="*/ 472821 h 485775"/>
                <a:gd name="connsiteX1501" fmla="*/ 214789 w 371475"/>
                <a:gd name="connsiteY1501" fmla="*/ 472916 h 485775"/>
                <a:gd name="connsiteX1502" fmla="*/ 218027 w 371475"/>
                <a:gd name="connsiteY1502" fmla="*/ 472726 h 485775"/>
                <a:gd name="connsiteX1503" fmla="*/ 218504 w 371475"/>
                <a:gd name="connsiteY1503" fmla="*/ 472631 h 485775"/>
                <a:gd name="connsiteX1504" fmla="*/ 219837 w 371475"/>
                <a:gd name="connsiteY1504" fmla="*/ 472535 h 485775"/>
                <a:gd name="connsiteX1505" fmla="*/ 220789 w 371475"/>
                <a:gd name="connsiteY1505" fmla="*/ 472726 h 485775"/>
                <a:gd name="connsiteX1506" fmla="*/ 221266 w 371475"/>
                <a:gd name="connsiteY1506" fmla="*/ 473011 h 485775"/>
                <a:gd name="connsiteX1507" fmla="*/ 221742 w 371475"/>
                <a:gd name="connsiteY1507" fmla="*/ 473392 h 485775"/>
                <a:gd name="connsiteX1508" fmla="*/ 223361 w 371475"/>
                <a:gd name="connsiteY1508" fmla="*/ 475678 h 485775"/>
                <a:gd name="connsiteX1509" fmla="*/ 224504 w 371475"/>
                <a:gd name="connsiteY1509" fmla="*/ 476821 h 485775"/>
                <a:gd name="connsiteX1510" fmla="*/ 225076 w 371475"/>
                <a:gd name="connsiteY1510" fmla="*/ 477393 h 485775"/>
                <a:gd name="connsiteX1511" fmla="*/ 226409 w 371475"/>
                <a:gd name="connsiteY1511" fmla="*/ 477965 h 485775"/>
                <a:gd name="connsiteX1512" fmla="*/ 227933 w 371475"/>
                <a:gd name="connsiteY1512" fmla="*/ 477965 h 485775"/>
                <a:gd name="connsiteX1513" fmla="*/ 231077 w 371475"/>
                <a:gd name="connsiteY1513" fmla="*/ 477584 h 485775"/>
                <a:gd name="connsiteX1514" fmla="*/ 233839 w 371475"/>
                <a:gd name="connsiteY1514" fmla="*/ 476726 h 485775"/>
                <a:gd name="connsiteX1515" fmla="*/ 234315 w 371475"/>
                <a:gd name="connsiteY1515" fmla="*/ 476631 h 485775"/>
                <a:gd name="connsiteX1516" fmla="*/ 235268 w 371475"/>
                <a:gd name="connsiteY1516" fmla="*/ 476821 h 485775"/>
                <a:gd name="connsiteX1517" fmla="*/ 239363 w 371475"/>
                <a:gd name="connsiteY1517" fmla="*/ 478155 h 485775"/>
                <a:gd name="connsiteX1518" fmla="*/ 241649 w 371475"/>
                <a:gd name="connsiteY1518" fmla="*/ 478536 h 485775"/>
                <a:gd name="connsiteX1519" fmla="*/ 242602 w 371475"/>
                <a:gd name="connsiteY1519" fmla="*/ 478345 h 485775"/>
                <a:gd name="connsiteX1520" fmla="*/ 245078 w 371475"/>
                <a:gd name="connsiteY1520" fmla="*/ 477107 h 485775"/>
                <a:gd name="connsiteX1521" fmla="*/ 246507 w 371475"/>
                <a:gd name="connsiteY1521" fmla="*/ 476726 h 485775"/>
                <a:gd name="connsiteX1522" fmla="*/ 248603 w 371475"/>
                <a:gd name="connsiteY1522" fmla="*/ 476441 h 485775"/>
                <a:gd name="connsiteX1523" fmla="*/ 249269 w 371475"/>
                <a:gd name="connsiteY1523" fmla="*/ 476536 h 485775"/>
                <a:gd name="connsiteX1524" fmla="*/ 249936 w 371475"/>
                <a:gd name="connsiteY1524" fmla="*/ 476631 h 485775"/>
                <a:gd name="connsiteX1525" fmla="*/ 251460 w 371475"/>
                <a:gd name="connsiteY1525" fmla="*/ 477298 h 485775"/>
                <a:gd name="connsiteX1526" fmla="*/ 253651 w 371475"/>
                <a:gd name="connsiteY1526" fmla="*/ 478917 h 485775"/>
                <a:gd name="connsiteX1527" fmla="*/ 257651 w 371475"/>
                <a:gd name="connsiteY1527" fmla="*/ 480060 h 485775"/>
                <a:gd name="connsiteX1528" fmla="*/ 258128 w 371475"/>
                <a:gd name="connsiteY1528" fmla="*/ 480250 h 485775"/>
                <a:gd name="connsiteX1529" fmla="*/ 258508 w 371475"/>
                <a:gd name="connsiteY1529" fmla="*/ 480727 h 485775"/>
                <a:gd name="connsiteX1530" fmla="*/ 258794 w 371475"/>
                <a:gd name="connsiteY1530" fmla="*/ 481298 h 485775"/>
                <a:gd name="connsiteX1531" fmla="*/ 259175 w 371475"/>
                <a:gd name="connsiteY1531" fmla="*/ 482441 h 485775"/>
                <a:gd name="connsiteX1532" fmla="*/ 259175 w 371475"/>
                <a:gd name="connsiteY1532" fmla="*/ 482822 h 485775"/>
                <a:gd name="connsiteX1533" fmla="*/ 259175 w 371475"/>
                <a:gd name="connsiteY1533" fmla="*/ 483203 h 485775"/>
                <a:gd name="connsiteX1534" fmla="*/ 258985 w 371475"/>
                <a:gd name="connsiteY1534" fmla="*/ 483489 h 485775"/>
                <a:gd name="connsiteX1535" fmla="*/ 258889 w 371475"/>
                <a:gd name="connsiteY1535" fmla="*/ 483870 h 485775"/>
                <a:gd name="connsiteX1536" fmla="*/ 258889 w 371475"/>
                <a:gd name="connsiteY1536" fmla="*/ 484537 h 485775"/>
                <a:gd name="connsiteX1537" fmla="*/ 259271 w 371475"/>
                <a:gd name="connsiteY1537" fmla="*/ 486442 h 485775"/>
                <a:gd name="connsiteX1538" fmla="*/ 259271 w 371475"/>
                <a:gd name="connsiteY1538" fmla="*/ 487870 h 485775"/>
                <a:gd name="connsiteX1539" fmla="*/ 260128 w 371475"/>
                <a:gd name="connsiteY1539" fmla="*/ 489109 h 485775"/>
                <a:gd name="connsiteX1540" fmla="*/ 263747 w 371475"/>
                <a:gd name="connsiteY1540" fmla="*/ 491490 h 485775"/>
                <a:gd name="connsiteX1541" fmla="*/ 272415 w 371475"/>
                <a:gd name="connsiteY1541" fmla="*/ 489013 h 485775"/>
                <a:gd name="connsiteX1542" fmla="*/ 274606 w 371475"/>
                <a:gd name="connsiteY1542" fmla="*/ 487870 h 485775"/>
                <a:gd name="connsiteX1543" fmla="*/ 274701 w 371475"/>
                <a:gd name="connsiteY1543" fmla="*/ 487394 h 485775"/>
                <a:gd name="connsiteX1544" fmla="*/ 274701 w 371475"/>
                <a:gd name="connsiteY1544" fmla="*/ 487013 h 485775"/>
                <a:gd name="connsiteX1545" fmla="*/ 274606 w 371475"/>
                <a:gd name="connsiteY1545" fmla="*/ 486537 h 485775"/>
                <a:gd name="connsiteX1546" fmla="*/ 274320 w 371475"/>
                <a:gd name="connsiteY1546" fmla="*/ 486156 h 485775"/>
                <a:gd name="connsiteX1547" fmla="*/ 274225 w 371475"/>
                <a:gd name="connsiteY1547" fmla="*/ 485584 h 485775"/>
                <a:gd name="connsiteX1548" fmla="*/ 274320 w 371475"/>
                <a:gd name="connsiteY1548" fmla="*/ 485013 h 485775"/>
                <a:gd name="connsiteX1549" fmla="*/ 274796 w 371475"/>
                <a:gd name="connsiteY1549" fmla="*/ 484156 h 485775"/>
                <a:gd name="connsiteX1550" fmla="*/ 275368 w 371475"/>
                <a:gd name="connsiteY1550" fmla="*/ 483870 h 485775"/>
                <a:gd name="connsiteX1551" fmla="*/ 275939 w 371475"/>
                <a:gd name="connsiteY1551" fmla="*/ 483775 h 485775"/>
                <a:gd name="connsiteX1552" fmla="*/ 276415 w 371475"/>
                <a:gd name="connsiteY1552" fmla="*/ 483870 h 485775"/>
                <a:gd name="connsiteX1553" fmla="*/ 276796 w 371475"/>
                <a:gd name="connsiteY1553" fmla="*/ 484156 h 485775"/>
                <a:gd name="connsiteX1554" fmla="*/ 277178 w 371475"/>
                <a:gd name="connsiteY1554" fmla="*/ 484442 h 485775"/>
                <a:gd name="connsiteX1555" fmla="*/ 277558 w 371475"/>
                <a:gd name="connsiteY1555" fmla="*/ 484727 h 485775"/>
                <a:gd name="connsiteX1556" fmla="*/ 277844 w 371475"/>
                <a:gd name="connsiteY1556" fmla="*/ 485108 h 485775"/>
                <a:gd name="connsiteX1557" fmla="*/ 278321 w 371475"/>
                <a:gd name="connsiteY1557" fmla="*/ 485870 h 485775"/>
                <a:gd name="connsiteX1558" fmla="*/ 278797 w 371475"/>
                <a:gd name="connsiteY1558" fmla="*/ 486632 h 485775"/>
                <a:gd name="connsiteX1559" fmla="*/ 279559 w 371475"/>
                <a:gd name="connsiteY1559" fmla="*/ 487394 h 485775"/>
                <a:gd name="connsiteX1560" fmla="*/ 280892 w 371475"/>
                <a:gd name="connsiteY1560" fmla="*/ 487013 h 485775"/>
                <a:gd name="connsiteX1561" fmla="*/ 281178 w 371475"/>
                <a:gd name="connsiteY1561" fmla="*/ 486727 h 485775"/>
                <a:gd name="connsiteX1562" fmla="*/ 281654 w 371475"/>
                <a:gd name="connsiteY1562" fmla="*/ 486156 h 485775"/>
                <a:gd name="connsiteX1563" fmla="*/ 282607 w 371475"/>
                <a:gd name="connsiteY1563" fmla="*/ 484537 h 485775"/>
                <a:gd name="connsiteX1564" fmla="*/ 282988 w 371475"/>
                <a:gd name="connsiteY1564" fmla="*/ 483965 h 485775"/>
                <a:gd name="connsiteX1565" fmla="*/ 283464 w 371475"/>
                <a:gd name="connsiteY1565" fmla="*/ 483584 h 485775"/>
                <a:gd name="connsiteX1566" fmla="*/ 286607 w 371475"/>
                <a:gd name="connsiteY1566" fmla="*/ 481489 h 485775"/>
                <a:gd name="connsiteX1567" fmla="*/ 287274 w 371475"/>
                <a:gd name="connsiteY1567" fmla="*/ 480822 h 485775"/>
                <a:gd name="connsiteX1568" fmla="*/ 289465 w 371475"/>
                <a:gd name="connsiteY1568" fmla="*/ 477488 h 485775"/>
                <a:gd name="connsiteX1569" fmla="*/ 294227 w 371475"/>
                <a:gd name="connsiteY1569" fmla="*/ 471583 h 485775"/>
                <a:gd name="connsiteX1570" fmla="*/ 297275 w 371475"/>
                <a:gd name="connsiteY1570" fmla="*/ 469487 h 485775"/>
                <a:gd name="connsiteX1571" fmla="*/ 298132 w 371475"/>
                <a:gd name="connsiteY1571" fmla="*/ 469106 h 485775"/>
                <a:gd name="connsiteX1572" fmla="*/ 298609 w 371475"/>
                <a:gd name="connsiteY1572" fmla="*/ 469011 h 485775"/>
                <a:gd name="connsiteX1573" fmla="*/ 300895 w 371475"/>
                <a:gd name="connsiteY1573" fmla="*/ 468725 h 485775"/>
                <a:gd name="connsiteX1574" fmla="*/ 301562 w 371475"/>
                <a:gd name="connsiteY1574" fmla="*/ 468535 h 485775"/>
                <a:gd name="connsiteX1575" fmla="*/ 307562 w 371475"/>
                <a:gd name="connsiteY1575" fmla="*/ 461962 h 485775"/>
                <a:gd name="connsiteX1576" fmla="*/ 307943 w 371475"/>
                <a:gd name="connsiteY1576" fmla="*/ 461391 h 485775"/>
                <a:gd name="connsiteX1577" fmla="*/ 308229 w 371475"/>
                <a:gd name="connsiteY1577" fmla="*/ 460724 h 485775"/>
                <a:gd name="connsiteX1578" fmla="*/ 308324 w 371475"/>
                <a:gd name="connsiteY1578" fmla="*/ 460153 h 485775"/>
                <a:gd name="connsiteX1579" fmla="*/ 308324 w 371475"/>
                <a:gd name="connsiteY1579" fmla="*/ 459581 h 485775"/>
                <a:gd name="connsiteX1580" fmla="*/ 308324 w 371475"/>
                <a:gd name="connsiteY1580" fmla="*/ 459010 h 485775"/>
                <a:gd name="connsiteX1581" fmla="*/ 308134 w 371475"/>
                <a:gd name="connsiteY1581" fmla="*/ 458057 h 485775"/>
                <a:gd name="connsiteX1582" fmla="*/ 307657 w 371475"/>
                <a:gd name="connsiteY1582" fmla="*/ 456724 h 485775"/>
                <a:gd name="connsiteX1583" fmla="*/ 307657 w 371475"/>
                <a:gd name="connsiteY1583" fmla="*/ 456057 h 485775"/>
                <a:gd name="connsiteX1584" fmla="*/ 307753 w 371475"/>
                <a:gd name="connsiteY1584" fmla="*/ 455295 h 485775"/>
                <a:gd name="connsiteX1585" fmla="*/ 308229 w 371475"/>
                <a:gd name="connsiteY1585" fmla="*/ 454152 h 485775"/>
                <a:gd name="connsiteX1586" fmla="*/ 308610 w 371475"/>
                <a:gd name="connsiteY1586" fmla="*/ 453485 h 485775"/>
                <a:gd name="connsiteX1587" fmla="*/ 308991 w 371475"/>
                <a:gd name="connsiteY1587" fmla="*/ 453009 h 485775"/>
                <a:gd name="connsiteX1588" fmla="*/ 315278 w 371475"/>
                <a:gd name="connsiteY1588" fmla="*/ 448246 h 485775"/>
                <a:gd name="connsiteX1589" fmla="*/ 315944 w 371475"/>
                <a:gd name="connsiteY1589" fmla="*/ 447675 h 485775"/>
                <a:gd name="connsiteX1590" fmla="*/ 316325 w 371475"/>
                <a:gd name="connsiteY1590" fmla="*/ 447008 h 485775"/>
                <a:gd name="connsiteX1591" fmla="*/ 316516 w 371475"/>
                <a:gd name="connsiteY1591" fmla="*/ 446532 h 485775"/>
                <a:gd name="connsiteX1592" fmla="*/ 316802 w 371475"/>
                <a:gd name="connsiteY1592" fmla="*/ 444722 h 485775"/>
                <a:gd name="connsiteX1593" fmla="*/ 316992 w 371475"/>
                <a:gd name="connsiteY1593" fmla="*/ 443960 h 485775"/>
                <a:gd name="connsiteX1594" fmla="*/ 317373 w 371475"/>
                <a:gd name="connsiteY1594" fmla="*/ 443008 h 485775"/>
                <a:gd name="connsiteX1595" fmla="*/ 317754 w 371475"/>
                <a:gd name="connsiteY1595" fmla="*/ 442532 h 485775"/>
                <a:gd name="connsiteX1596" fmla="*/ 320326 w 371475"/>
                <a:gd name="connsiteY1596" fmla="*/ 440245 h 485775"/>
                <a:gd name="connsiteX1597" fmla="*/ 320897 w 371475"/>
                <a:gd name="connsiteY1597" fmla="*/ 439484 h 485775"/>
                <a:gd name="connsiteX1598" fmla="*/ 321183 w 371475"/>
                <a:gd name="connsiteY1598" fmla="*/ 438817 h 485775"/>
                <a:gd name="connsiteX1599" fmla="*/ 321183 w 371475"/>
                <a:gd name="connsiteY1599" fmla="*/ 438245 h 485775"/>
                <a:gd name="connsiteX1600" fmla="*/ 321183 w 371475"/>
                <a:gd name="connsiteY1600" fmla="*/ 437102 h 485775"/>
                <a:gd name="connsiteX1601" fmla="*/ 321183 w 371475"/>
                <a:gd name="connsiteY1601" fmla="*/ 436626 h 485775"/>
                <a:gd name="connsiteX1602" fmla="*/ 319754 w 371475"/>
                <a:gd name="connsiteY1602" fmla="*/ 429673 h 485775"/>
                <a:gd name="connsiteX1603" fmla="*/ 319373 w 371475"/>
                <a:gd name="connsiteY1603" fmla="*/ 428244 h 485775"/>
                <a:gd name="connsiteX1604" fmla="*/ 319278 w 371475"/>
                <a:gd name="connsiteY1604" fmla="*/ 427768 h 485775"/>
                <a:gd name="connsiteX1605" fmla="*/ 319183 w 371475"/>
                <a:gd name="connsiteY1605" fmla="*/ 427292 h 485775"/>
                <a:gd name="connsiteX1606" fmla="*/ 319278 w 371475"/>
                <a:gd name="connsiteY1606" fmla="*/ 426720 h 485775"/>
                <a:gd name="connsiteX1607" fmla="*/ 319373 w 371475"/>
                <a:gd name="connsiteY1607" fmla="*/ 426053 h 485775"/>
                <a:gd name="connsiteX1608" fmla="*/ 319564 w 371475"/>
                <a:gd name="connsiteY1608" fmla="*/ 425482 h 485775"/>
                <a:gd name="connsiteX1609" fmla="*/ 320040 w 371475"/>
                <a:gd name="connsiteY1609" fmla="*/ 424148 h 485775"/>
                <a:gd name="connsiteX1610" fmla="*/ 320135 w 371475"/>
                <a:gd name="connsiteY1610" fmla="*/ 423672 h 485775"/>
                <a:gd name="connsiteX1611" fmla="*/ 319945 w 371475"/>
                <a:gd name="connsiteY1611" fmla="*/ 423291 h 485775"/>
                <a:gd name="connsiteX1612" fmla="*/ 319564 w 371475"/>
                <a:gd name="connsiteY1612" fmla="*/ 423005 h 485775"/>
                <a:gd name="connsiteX1613" fmla="*/ 319088 w 371475"/>
                <a:gd name="connsiteY1613" fmla="*/ 422815 h 485775"/>
                <a:gd name="connsiteX1614" fmla="*/ 317945 w 371475"/>
                <a:gd name="connsiteY1614" fmla="*/ 422624 h 485775"/>
                <a:gd name="connsiteX1615" fmla="*/ 318516 w 371475"/>
                <a:gd name="connsiteY1615" fmla="*/ 421291 h 485775"/>
                <a:gd name="connsiteX1616" fmla="*/ 321373 w 371475"/>
                <a:gd name="connsiteY1616" fmla="*/ 418624 h 485775"/>
                <a:gd name="connsiteX1617" fmla="*/ 322136 w 371475"/>
                <a:gd name="connsiteY1617" fmla="*/ 417576 h 485775"/>
                <a:gd name="connsiteX1618" fmla="*/ 322421 w 371475"/>
                <a:gd name="connsiteY1618" fmla="*/ 416814 h 485775"/>
                <a:gd name="connsiteX1619" fmla="*/ 321564 w 371475"/>
                <a:gd name="connsiteY1619" fmla="*/ 414147 h 485775"/>
                <a:gd name="connsiteX1620" fmla="*/ 320040 w 371475"/>
                <a:gd name="connsiteY1620" fmla="*/ 410813 h 485775"/>
                <a:gd name="connsiteX1621" fmla="*/ 319945 w 371475"/>
                <a:gd name="connsiteY1621" fmla="*/ 410337 h 485775"/>
                <a:gd name="connsiteX1622" fmla="*/ 319754 w 371475"/>
                <a:gd name="connsiteY1622" fmla="*/ 409766 h 485775"/>
                <a:gd name="connsiteX1623" fmla="*/ 319754 w 371475"/>
                <a:gd name="connsiteY1623" fmla="*/ 408623 h 485775"/>
                <a:gd name="connsiteX1624" fmla="*/ 319945 w 371475"/>
                <a:gd name="connsiteY1624" fmla="*/ 407956 h 485775"/>
                <a:gd name="connsiteX1625" fmla="*/ 320135 w 371475"/>
                <a:gd name="connsiteY1625" fmla="*/ 407384 h 485775"/>
                <a:gd name="connsiteX1626" fmla="*/ 320897 w 371475"/>
                <a:gd name="connsiteY1626" fmla="*/ 406813 h 485775"/>
                <a:gd name="connsiteX1627" fmla="*/ 321659 w 371475"/>
                <a:gd name="connsiteY1627" fmla="*/ 406241 h 485775"/>
                <a:gd name="connsiteX1628" fmla="*/ 324421 w 371475"/>
                <a:gd name="connsiteY1628" fmla="*/ 404812 h 485775"/>
                <a:gd name="connsiteX1629" fmla="*/ 324993 w 371475"/>
                <a:gd name="connsiteY1629" fmla="*/ 404717 h 485775"/>
                <a:gd name="connsiteX1630" fmla="*/ 325469 w 371475"/>
                <a:gd name="connsiteY1630" fmla="*/ 404622 h 485775"/>
                <a:gd name="connsiteX1631" fmla="*/ 326041 w 371475"/>
                <a:gd name="connsiteY1631" fmla="*/ 404622 h 485775"/>
                <a:gd name="connsiteX1632" fmla="*/ 326612 w 371475"/>
                <a:gd name="connsiteY1632" fmla="*/ 404717 h 485775"/>
                <a:gd name="connsiteX1633" fmla="*/ 327184 w 371475"/>
                <a:gd name="connsiteY1633" fmla="*/ 404812 h 485775"/>
                <a:gd name="connsiteX1634" fmla="*/ 327660 w 371475"/>
                <a:gd name="connsiteY1634" fmla="*/ 405003 h 485775"/>
                <a:gd name="connsiteX1635" fmla="*/ 328136 w 371475"/>
                <a:gd name="connsiteY1635" fmla="*/ 405289 h 485775"/>
                <a:gd name="connsiteX1636" fmla="*/ 330041 w 371475"/>
                <a:gd name="connsiteY1636" fmla="*/ 406717 h 485775"/>
                <a:gd name="connsiteX1637" fmla="*/ 332422 w 371475"/>
                <a:gd name="connsiteY1637" fmla="*/ 407765 h 485775"/>
                <a:gd name="connsiteX1638" fmla="*/ 333185 w 371475"/>
                <a:gd name="connsiteY1638" fmla="*/ 408242 h 485775"/>
                <a:gd name="connsiteX1639" fmla="*/ 333661 w 371475"/>
                <a:gd name="connsiteY1639" fmla="*/ 408432 h 485775"/>
                <a:gd name="connsiteX1640" fmla="*/ 334232 w 371475"/>
                <a:gd name="connsiteY1640" fmla="*/ 408527 h 485775"/>
                <a:gd name="connsiteX1641" fmla="*/ 339185 w 371475"/>
                <a:gd name="connsiteY1641" fmla="*/ 408242 h 485775"/>
                <a:gd name="connsiteX1642" fmla="*/ 342900 w 371475"/>
                <a:gd name="connsiteY1642" fmla="*/ 408718 h 485775"/>
                <a:gd name="connsiteX1643" fmla="*/ 343471 w 371475"/>
                <a:gd name="connsiteY1643" fmla="*/ 408718 h 485775"/>
                <a:gd name="connsiteX1644" fmla="*/ 345472 w 371475"/>
                <a:gd name="connsiteY1644" fmla="*/ 408337 h 485775"/>
                <a:gd name="connsiteX1645" fmla="*/ 346043 w 371475"/>
                <a:gd name="connsiteY1645" fmla="*/ 408337 h 485775"/>
                <a:gd name="connsiteX1646" fmla="*/ 346520 w 371475"/>
                <a:gd name="connsiteY1646" fmla="*/ 408337 h 485775"/>
                <a:gd name="connsiteX1647" fmla="*/ 346901 w 371475"/>
                <a:gd name="connsiteY1647" fmla="*/ 408623 h 485775"/>
                <a:gd name="connsiteX1648" fmla="*/ 347567 w 371475"/>
                <a:gd name="connsiteY1648" fmla="*/ 409289 h 485775"/>
                <a:gd name="connsiteX1649" fmla="*/ 348044 w 371475"/>
                <a:gd name="connsiteY1649" fmla="*/ 409575 h 485775"/>
                <a:gd name="connsiteX1650" fmla="*/ 348710 w 371475"/>
                <a:gd name="connsiteY1650" fmla="*/ 409766 h 485775"/>
                <a:gd name="connsiteX1651" fmla="*/ 349091 w 371475"/>
                <a:gd name="connsiteY1651" fmla="*/ 409575 h 485775"/>
                <a:gd name="connsiteX1652" fmla="*/ 349472 w 371475"/>
                <a:gd name="connsiteY1652" fmla="*/ 409194 h 485775"/>
                <a:gd name="connsiteX1653" fmla="*/ 350615 w 371475"/>
                <a:gd name="connsiteY1653" fmla="*/ 407003 h 485775"/>
                <a:gd name="connsiteX1654" fmla="*/ 351187 w 371475"/>
                <a:gd name="connsiteY1654" fmla="*/ 406241 h 485775"/>
                <a:gd name="connsiteX1655" fmla="*/ 352044 w 371475"/>
                <a:gd name="connsiteY1655" fmla="*/ 405384 h 485775"/>
                <a:gd name="connsiteX1656" fmla="*/ 354235 w 371475"/>
                <a:gd name="connsiteY1656" fmla="*/ 403860 h 485775"/>
                <a:gd name="connsiteX1657" fmla="*/ 355282 w 371475"/>
                <a:gd name="connsiteY1657" fmla="*/ 403288 h 485775"/>
                <a:gd name="connsiteX1658" fmla="*/ 356140 w 371475"/>
                <a:gd name="connsiteY1658" fmla="*/ 403003 h 485775"/>
                <a:gd name="connsiteX1659" fmla="*/ 357092 w 371475"/>
                <a:gd name="connsiteY1659" fmla="*/ 403003 h 485775"/>
                <a:gd name="connsiteX1660" fmla="*/ 360997 w 371475"/>
                <a:gd name="connsiteY1660" fmla="*/ 403384 h 485775"/>
                <a:gd name="connsiteX1661" fmla="*/ 361474 w 371475"/>
                <a:gd name="connsiteY1661" fmla="*/ 402336 h 485775"/>
                <a:gd name="connsiteX1662" fmla="*/ 361188 w 371475"/>
                <a:gd name="connsiteY1662" fmla="*/ 402050 h 485775"/>
                <a:gd name="connsiteX1663" fmla="*/ 360902 w 371475"/>
                <a:gd name="connsiteY1663" fmla="*/ 401765 h 485775"/>
                <a:gd name="connsiteX1664" fmla="*/ 359664 w 371475"/>
                <a:gd name="connsiteY1664" fmla="*/ 400907 h 485775"/>
                <a:gd name="connsiteX1665" fmla="*/ 358712 w 371475"/>
                <a:gd name="connsiteY1665" fmla="*/ 400050 h 485775"/>
                <a:gd name="connsiteX1666" fmla="*/ 358330 w 371475"/>
                <a:gd name="connsiteY1666" fmla="*/ 399288 h 485775"/>
                <a:gd name="connsiteX1667" fmla="*/ 358235 w 371475"/>
                <a:gd name="connsiteY1667" fmla="*/ 398526 h 485775"/>
                <a:gd name="connsiteX1668" fmla="*/ 358235 w 371475"/>
                <a:gd name="connsiteY1668" fmla="*/ 396621 h 485775"/>
                <a:gd name="connsiteX1669" fmla="*/ 357949 w 371475"/>
                <a:gd name="connsiteY1669" fmla="*/ 395954 h 485775"/>
                <a:gd name="connsiteX1670" fmla="*/ 357473 w 371475"/>
                <a:gd name="connsiteY1670" fmla="*/ 395192 h 485775"/>
                <a:gd name="connsiteX1671" fmla="*/ 356711 w 371475"/>
                <a:gd name="connsiteY1671" fmla="*/ 394144 h 485775"/>
                <a:gd name="connsiteX1672" fmla="*/ 356426 w 371475"/>
                <a:gd name="connsiteY1672" fmla="*/ 393383 h 485775"/>
                <a:gd name="connsiteX1673" fmla="*/ 356235 w 371475"/>
                <a:gd name="connsiteY1673" fmla="*/ 392811 h 485775"/>
                <a:gd name="connsiteX1674" fmla="*/ 356235 w 371475"/>
                <a:gd name="connsiteY1674" fmla="*/ 391382 h 485775"/>
                <a:gd name="connsiteX1675" fmla="*/ 356045 w 371475"/>
                <a:gd name="connsiteY1675" fmla="*/ 390334 h 485775"/>
                <a:gd name="connsiteX1676" fmla="*/ 355759 w 371475"/>
                <a:gd name="connsiteY1676" fmla="*/ 389858 h 485775"/>
                <a:gd name="connsiteX1677" fmla="*/ 355282 w 371475"/>
                <a:gd name="connsiteY1677" fmla="*/ 389573 h 485775"/>
                <a:gd name="connsiteX1678" fmla="*/ 354902 w 371475"/>
                <a:gd name="connsiteY1678" fmla="*/ 389477 h 485775"/>
                <a:gd name="connsiteX1679" fmla="*/ 354521 w 371475"/>
                <a:gd name="connsiteY1679" fmla="*/ 389382 h 485775"/>
                <a:gd name="connsiteX1680" fmla="*/ 354139 w 371475"/>
                <a:gd name="connsiteY1680" fmla="*/ 389477 h 485775"/>
                <a:gd name="connsiteX1681" fmla="*/ 352235 w 371475"/>
                <a:gd name="connsiteY1681" fmla="*/ 389953 h 485775"/>
                <a:gd name="connsiteX1682" fmla="*/ 351568 w 371475"/>
                <a:gd name="connsiteY1682" fmla="*/ 389953 h 485775"/>
                <a:gd name="connsiteX1683" fmla="*/ 350901 w 371475"/>
                <a:gd name="connsiteY1683" fmla="*/ 389668 h 485775"/>
                <a:gd name="connsiteX1684" fmla="*/ 350044 w 371475"/>
                <a:gd name="connsiteY1684" fmla="*/ 389001 h 485775"/>
                <a:gd name="connsiteX1685" fmla="*/ 349568 w 371475"/>
                <a:gd name="connsiteY1685" fmla="*/ 388525 h 485775"/>
                <a:gd name="connsiteX1686" fmla="*/ 349282 w 371475"/>
                <a:gd name="connsiteY1686" fmla="*/ 388049 h 485775"/>
                <a:gd name="connsiteX1687" fmla="*/ 349091 w 371475"/>
                <a:gd name="connsiteY1687" fmla="*/ 387572 h 485775"/>
                <a:gd name="connsiteX1688" fmla="*/ 348996 w 371475"/>
                <a:gd name="connsiteY1688" fmla="*/ 387001 h 485775"/>
                <a:gd name="connsiteX1689" fmla="*/ 348996 w 371475"/>
                <a:gd name="connsiteY1689" fmla="*/ 386525 h 485775"/>
                <a:gd name="connsiteX1690" fmla="*/ 349091 w 371475"/>
                <a:gd name="connsiteY1690" fmla="*/ 385953 h 485775"/>
                <a:gd name="connsiteX1691" fmla="*/ 349377 w 371475"/>
                <a:gd name="connsiteY1691" fmla="*/ 385572 h 485775"/>
                <a:gd name="connsiteX1692" fmla="*/ 349663 w 371475"/>
                <a:gd name="connsiteY1692" fmla="*/ 385286 h 485775"/>
                <a:gd name="connsiteX1693" fmla="*/ 350520 w 371475"/>
                <a:gd name="connsiteY1693" fmla="*/ 384905 h 485775"/>
                <a:gd name="connsiteX1694" fmla="*/ 350901 w 371475"/>
                <a:gd name="connsiteY1694" fmla="*/ 384524 h 485775"/>
                <a:gd name="connsiteX1695" fmla="*/ 351091 w 371475"/>
                <a:gd name="connsiteY1695" fmla="*/ 383858 h 485775"/>
                <a:gd name="connsiteX1696" fmla="*/ 350996 w 371475"/>
                <a:gd name="connsiteY1696" fmla="*/ 382429 h 485775"/>
                <a:gd name="connsiteX1697" fmla="*/ 351187 w 371475"/>
                <a:gd name="connsiteY1697" fmla="*/ 381667 h 485775"/>
                <a:gd name="connsiteX1698" fmla="*/ 351472 w 371475"/>
                <a:gd name="connsiteY1698" fmla="*/ 381191 h 485775"/>
                <a:gd name="connsiteX1699" fmla="*/ 351854 w 371475"/>
                <a:gd name="connsiteY1699" fmla="*/ 381000 h 485775"/>
                <a:gd name="connsiteX1700" fmla="*/ 354139 w 371475"/>
                <a:gd name="connsiteY1700" fmla="*/ 380238 h 485775"/>
                <a:gd name="connsiteX1701" fmla="*/ 354521 w 371475"/>
                <a:gd name="connsiteY1701" fmla="*/ 380048 h 485775"/>
                <a:gd name="connsiteX1702" fmla="*/ 354997 w 371475"/>
                <a:gd name="connsiteY1702" fmla="*/ 379762 h 485775"/>
                <a:gd name="connsiteX1703" fmla="*/ 355282 w 371475"/>
                <a:gd name="connsiteY1703" fmla="*/ 379476 h 485775"/>
                <a:gd name="connsiteX1704" fmla="*/ 355568 w 371475"/>
                <a:gd name="connsiteY1704" fmla="*/ 379000 h 485775"/>
                <a:gd name="connsiteX1705" fmla="*/ 356711 w 371475"/>
                <a:gd name="connsiteY1705" fmla="*/ 376047 h 485775"/>
                <a:gd name="connsiteX1706" fmla="*/ 356997 w 371475"/>
                <a:gd name="connsiteY1706" fmla="*/ 375571 h 485775"/>
                <a:gd name="connsiteX1707" fmla="*/ 357378 w 371475"/>
                <a:gd name="connsiteY1707" fmla="*/ 375285 h 485775"/>
                <a:gd name="connsiteX1708" fmla="*/ 357664 w 371475"/>
                <a:gd name="connsiteY1708" fmla="*/ 374999 h 485775"/>
                <a:gd name="connsiteX1709" fmla="*/ 358521 w 371475"/>
                <a:gd name="connsiteY1709" fmla="*/ 374523 h 485775"/>
                <a:gd name="connsiteX1710" fmla="*/ 359378 w 371475"/>
                <a:gd name="connsiteY1710" fmla="*/ 374142 h 485775"/>
                <a:gd name="connsiteX1711" fmla="*/ 359855 w 371475"/>
                <a:gd name="connsiteY1711" fmla="*/ 374047 h 485775"/>
                <a:gd name="connsiteX1712" fmla="*/ 360331 w 371475"/>
                <a:gd name="connsiteY1712" fmla="*/ 374047 h 485775"/>
                <a:gd name="connsiteX1713" fmla="*/ 360807 w 371475"/>
                <a:gd name="connsiteY1713" fmla="*/ 374237 h 485775"/>
                <a:gd name="connsiteX1714" fmla="*/ 361188 w 371475"/>
                <a:gd name="connsiteY1714" fmla="*/ 374523 h 485775"/>
                <a:gd name="connsiteX1715" fmla="*/ 361474 w 371475"/>
                <a:gd name="connsiteY1715" fmla="*/ 374904 h 485775"/>
                <a:gd name="connsiteX1716" fmla="*/ 361664 w 371475"/>
                <a:gd name="connsiteY1716" fmla="*/ 375380 h 485775"/>
                <a:gd name="connsiteX1717" fmla="*/ 361760 w 371475"/>
                <a:gd name="connsiteY1717" fmla="*/ 375761 h 485775"/>
                <a:gd name="connsiteX1718" fmla="*/ 361950 w 371475"/>
                <a:gd name="connsiteY1718" fmla="*/ 376809 h 485775"/>
                <a:gd name="connsiteX1719" fmla="*/ 362140 w 371475"/>
                <a:gd name="connsiteY1719" fmla="*/ 377285 h 485775"/>
                <a:gd name="connsiteX1720" fmla="*/ 362331 w 371475"/>
                <a:gd name="connsiteY1720" fmla="*/ 377666 h 485775"/>
                <a:gd name="connsiteX1721" fmla="*/ 362617 w 371475"/>
                <a:gd name="connsiteY1721" fmla="*/ 378047 h 485775"/>
                <a:gd name="connsiteX1722" fmla="*/ 363093 w 371475"/>
                <a:gd name="connsiteY1722" fmla="*/ 378238 h 485775"/>
                <a:gd name="connsiteX1723" fmla="*/ 363569 w 371475"/>
                <a:gd name="connsiteY1723" fmla="*/ 378428 h 485775"/>
                <a:gd name="connsiteX1724" fmla="*/ 364141 w 371475"/>
                <a:gd name="connsiteY1724" fmla="*/ 378524 h 485775"/>
                <a:gd name="connsiteX1725" fmla="*/ 364617 w 371475"/>
                <a:gd name="connsiteY1725" fmla="*/ 378524 h 485775"/>
                <a:gd name="connsiteX1726" fmla="*/ 365093 w 371475"/>
                <a:gd name="connsiteY1726" fmla="*/ 378333 h 485775"/>
                <a:gd name="connsiteX1727" fmla="*/ 365474 w 371475"/>
                <a:gd name="connsiteY1727" fmla="*/ 378047 h 485775"/>
                <a:gd name="connsiteX1728" fmla="*/ 365760 w 371475"/>
                <a:gd name="connsiteY1728" fmla="*/ 377571 h 485775"/>
                <a:gd name="connsiteX1729" fmla="*/ 366808 w 371475"/>
                <a:gd name="connsiteY1729" fmla="*/ 374713 h 485775"/>
                <a:gd name="connsiteX1730" fmla="*/ 368713 w 371475"/>
                <a:gd name="connsiteY1730" fmla="*/ 370999 h 485775"/>
                <a:gd name="connsiteX1731" fmla="*/ 368903 w 371475"/>
                <a:gd name="connsiteY1731" fmla="*/ 369951 h 485775"/>
                <a:gd name="connsiteX1732" fmla="*/ 368998 w 371475"/>
                <a:gd name="connsiteY1732" fmla="*/ 368999 h 485775"/>
                <a:gd name="connsiteX1733" fmla="*/ 369094 w 371475"/>
                <a:gd name="connsiteY1733" fmla="*/ 367760 h 485775"/>
                <a:gd name="connsiteX1734" fmla="*/ 369189 w 371475"/>
                <a:gd name="connsiteY1734" fmla="*/ 366998 h 485775"/>
                <a:gd name="connsiteX1735" fmla="*/ 369475 w 371475"/>
                <a:gd name="connsiteY1735" fmla="*/ 366522 h 485775"/>
                <a:gd name="connsiteX1736" fmla="*/ 369665 w 371475"/>
                <a:gd name="connsiteY1736" fmla="*/ 366332 h 485775"/>
                <a:gd name="connsiteX1737" fmla="*/ 371475 w 371475"/>
                <a:gd name="connsiteY1737" fmla="*/ 365284 h 485775"/>
                <a:gd name="connsiteX1738" fmla="*/ 372237 w 371475"/>
                <a:gd name="connsiteY1738" fmla="*/ 364712 h 485775"/>
                <a:gd name="connsiteX1739" fmla="*/ 372618 w 371475"/>
                <a:gd name="connsiteY1739" fmla="*/ 364331 h 485775"/>
                <a:gd name="connsiteX1740" fmla="*/ 372999 w 371475"/>
                <a:gd name="connsiteY1740" fmla="*/ 363855 h 485775"/>
                <a:gd name="connsiteX1741" fmla="*/ 373666 w 371475"/>
                <a:gd name="connsiteY1741" fmla="*/ 362236 h 485775"/>
                <a:gd name="connsiteX1742" fmla="*/ 374237 w 371475"/>
                <a:gd name="connsiteY1742" fmla="*/ 361188 h 485775"/>
                <a:gd name="connsiteX1743" fmla="*/ 374999 w 371475"/>
                <a:gd name="connsiteY1743" fmla="*/ 360140 h 485775"/>
                <a:gd name="connsiteX1744" fmla="*/ 375666 w 371475"/>
                <a:gd name="connsiteY1744" fmla="*/ 359092 h 485775"/>
                <a:gd name="connsiteX1745" fmla="*/ 375856 w 371475"/>
                <a:gd name="connsiteY1745" fmla="*/ 358331 h 485775"/>
                <a:gd name="connsiteX1746" fmla="*/ 376047 w 371475"/>
                <a:gd name="connsiteY1746" fmla="*/ 357664 h 485775"/>
                <a:gd name="connsiteX1747" fmla="*/ 375952 w 371475"/>
                <a:gd name="connsiteY1747" fmla="*/ 357187 h 485775"/>
                <a:gd name="connsiteX1748" fmla="*/ 375761 w 371475"/>
                <a:gd name="connsiteY1748" fmla="*/ 356140 h 485775"/>
                <a:gd name="connsiteX1749" fmla="*/ 379286 w 371475"/>
                <a:gd name="connsiteY1749" fmla="*/ 340328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</a:cxnLst>
              <a:rect l="l" t="t" r="r" b="b"/>
              <a:pathLst>
                <a:path w="371475" h="485775">
                  <a:moveTo>
                    <a:pt x="380047" y="332613"/>
                  </a:moveTo>
                  <a:lnTo>
                    <a:pt x="376999" y="332803"/>
                  </a:lnTo>
                  <a:lnTo>
                    <a:pt x="375666" y="332613"/>
                  </a:lnTo>
                  <a:lnTo>
                    <a:pt x="373475" y="331851"/>
                  </a:lnTo>
                  <a:lnTo>
                    <a:pt x="372618" y="331279"/>
                  </a:lnTo>
                  <a:lnTo>
                    <a:pt x="371761" y="330517"/>
                  </a:lnTo>
                  <a:lnTo>
                    <a:pt x="369094" y="330899"/>
                  </a:lnTo>
                  <a:lnTo>
                    <a:pt x="367951" y="330517"/>
                  </a:lnTo>
                  <a:lnTo>
                    <a:pt x="366998" y="329946"/>
                  </a:lnTo>
                  <a:lnTo>
                    <a:pt x="362140" y="328136"/>
                  </a:lnTo>
                  <a:lnTo>
                    <a:pt x="360140" y="327850"/>
                  </a:lnTo>
                  <a:lnTo>
                    <a:pt x="359283" y="327469"/>
                  </a:lnTo>
                  <a:lnTo>
                    <a:pt x="358712" y="327088"/>
                  </a:lnTo>
                  <a:lnTo>
                    <a:pt x="358521" y="326612"/>
                  </a:lnTo>
                  <a:lnTo>
                    <a:pt x="358330" y="326136"/>
                  </a:lnTo>
                  <a:lnTo>
                    <a:pt x="358235" y="325660"/>
                  </a:lnTo>
                  <a:lnTo>
                    <a:pt x="358140" y="324612"/>
                  </a:lnTo>
                  <a:lnTo>
                    <a:pt x="358426" y="321374"/>
                  </a:lnTo>
                  <a:lnTo>
                    <a:pt x="358426" y="320897"/>
                  </a:lnTo>
                  <a:lnTo>
                    <a:pt x="358330" y="320421"/>
                  </a:lnTo>
                  <a:lnTo>
                    <a:pt x="358235" y="319850"/>
                  </a:lnTo>
                  <a:lnTo>
                    <a:pt x="358045" y="319373"/>
                  </a:lnTo>
                  <a:lnTo>
                    <a:pt x="357854" y="318897"/>
                  </a:lnTo>
                  <a:lnTo>
                    <a:pt x="357569" y="318421"/>
                  </a:lnTo>
                  <a:lnTo>
                    <a:pt x="357188" y="318230"/>
                  </a:lnTo>
                  <a:lnTo>
                    <a:pt x="356902" y="318325"/>
                  </a:lnTo>
                  <a:lnTo>
                    <a:pt x="356521" y="318516"/>
                  </a:lnTo>
                  <a:lnTo>
                    <a:pt x="356235" y="318802"/>
                  </a:lnTo>
                  <a:lnTo>
                    <a:pt x="355759" y="319564"/>
                  </a:lnTo>
                  <a:lnTo>
                    <a:pt x="355378" y="319850"/>
                  </a:lnTo>
                  <a:lnTo>
                    <a:pt x="354997" y="320135"/>
                  </a:lnTo>
                  <a:lnTo>
                    <a:pt x="354521" y="320326"/>
                  </a:lnTo>
                  <a:lnTo>
                    <a:pt x="354044" y="320326"/>
                  </a:lnTo>
                  <a:lnTo>
                    <a:pt x="352330" y="320135"/>
                  </a:lnTo>
                  <a:lnTo>
                    <a:pt x="351758" y="320135"/>
                  </a:lnTo>
                  <a:lnTo>
                    <a:pt x="350806" y="320516"/>
                  </a:lnTo>
                  <a:lnTo>
                    <a:pt x="350044" y="320611"/>
                  </a:lnTo>
                  <a:lnTo>
                    <a:pt x="348520" y="320326"/>
                  </a:lnTo>
                  <a:lnTo>
                    <a:pt x="343757" y="318135"/>
                  </a:lnTo>
                  <a:lnTo>
                    <a:pt x="342710" y="318230"/>
                  </a:lnTo>
                  <a:lnTo>
                    <a:pt x="337376" y="321945"/>
                  </a:lnTo>
                  <a:lnTo>
                    <a:pt x="335661" y="322707"/>
                  </a:lnTo>
                  <a:lnTo>
                    <a:pt x="314992" y="323945"/>
                  </a:lnTo>
                  <a:lnTo>
                    <a:pt x="313944" y="323755"/>
                  </a:lnTo>
                  <a:lnTo>
                    <a:pt x="313658" y="323469"/>
                  </a:lnTo>
                  <a:lnTo>
                    <a:pt x="313468" y="323088"/>
                  </a:lnTo>
                  <a:lnTo>
                    <a:pt x="312991" y="321754"/>
                  </a:lnTo>
                  <a:lnTo>
                    <a:pt x="312706" y="321278"/>
                  </a:lnTo>
                  <a:lnTo>
                    <a:pt x="312515" y="320897"/>
                  </a:lnTo>
                  <a:lnTo>
                    <a:pt x="311087" y="319659"/>
                  </a:lnTo>
                  <a:lnTo>
                    <a:pt x="310801" y="319373"/>
                  </a:lnTo>
                  <a:lnTo>
                    <a:pt x="310134" y="318802"/>
                  </a:lnTo>
                  <a:lnTo>
                    <a:pt x="308991" y="316420"/>
                  </a:lnTo>
                  <a:lnTo>
                    <a:pt x="308610" y="315087"/>
                  </a:lnTo>
                  <a:lnTo>
                    <a:pt x="308610" y="314516"/>
                  </a:lnTo>
                  <a:lnTo>
                    <a:pt x="308705" y="313944"/>
                  </a:lnTo>
                  <a:lnTo>
                    <a:pt x="308801" y="313182"/>
                  </a:lnTo>
                  <a:lnTo>
                    <a:pt x="309086" y="312420"/>
                  </a:lnTo>
                  <a:lnTo>
                    <a:pt x="309372" y="311944"/>
                  </a:lnTo>
                  <a:lnTo>
                    <a:pt x="309753" y="311658"/>
                  </a:lnTo>
                  <a:lnTo>
                    <a:pt x="313468" y="310325"/>
                  </a:lnTo>
                  <a:lnTo>
                    <a:pt x="313944" y="310039"/>
                  </a:lnTo>
                  <a:lnTo>
                    <a:pt x="314515" y="309658"/>
                  </a:lnTo>
                  <a:lnTo>
                    <a:pt x="315278" y="308896"/>
                  </a:lnTo>
                  <a:lnTo>
                    <a:pt x="315849" y="307943"/>
                  </a:lnTo>
                  <a:lnTo>
                    <a:pt x="320135" y="296323"/>
                  </a:lnTo>
                  <a:lnTo>
                    <a:pt x="320230" y="295084"/>
                  </a:lnTo>
                  <a:lnTo>
                    <a:pt x="320230" y="294037"/>
                  </a:lnTo>
                  <a:lnTo>
                    <a:pt x="320040" y="293560"/>
                  </a:lnTo>
                  <a:lnTo>
                    <a:pt x="319469" y="292227"/>
                  </a:lnTo>
                  <a:lnTo>
                    <a:pt x="319373" y="291846"/>
                  </a:lnTo>
                  <a:lnTo>
                    <a:pt x="319183" y="291275"/>
                  </a:lnTo>
                  <a:lnTo>
                    <a:pt x="319183" y="290798"/>
                  </a:lnTo>
                  <a:lnTo>
                    <a:pt x="319183" y="288417"/>
                  </a:lnTo>
                  <a:lnTo>
                    <a:pt x="319088" y="287846"/>
                  </a:lnTo>
                  <a:lnTo>
                    <a:pt x="318992" y="287179"/>
                  </a:lnTo>
                  <a:lnTo>
                    <a:pt x="318706" y="286798"/>
                  </a:lnTo>
                  <a:lnTo>
                    <a:pt x="318516" y="286512"/>
                  </a:lnTo>
                  <a:lnTo>
                    <a:pt x="318230" y="286321"/>
                  </a:lnTo>
                  <a:lnTo>
                    <a:pt x="317754" y="286131"/>
                  </a:lnTo>
                  <a:lnTo>
                    <a:pt x="317182" y="286036"/>
                  </a:lnTo>
                  <a:lnTo>
                    <a:pt x="316706" y="286036"/>
                  </a:lnTo>
                  <a:lnTo>
                    <a:pt x="316230" y="286226"/>
                  </a:lnTo>
                  <a:lnTo>
                    <a:pt x="315468" y="286702"/>
                  </a:lnTo>
                  <a:lnTo>
                    <a:pt x="314992" y="286893"/>
                  </a:lnTo>
                  <a:lnTo>
                    <a:pt x="314515" y="286893"/>
                  </a:lnTo>
                  <a:lnTo>
                    <a:pt x="314039" y="286702"/>
                  </a:lnTo>
                  <a:lnTo>
                    <a:pt x="313658" y="286417"/>
                  </a:lnTo>
                  <a:lnTo>
                    <a:pt x="313468" y="286036"/>
                  </a:lnTo>
                  <a:lnTo>
                    <a:pt x="313372" y="285559"/>
                  </a:lnTo>
                  <a:lnTo>
                    <a:pt x="313182" y="283655"/>
                  </a:lnTo>
                  <a:lnTo>
                    <a:pt x="312801" y="282797"/>
                  </a:lnTo>
                  <a:lnTo>
                    <a:pt x="312420" y="282321"/>
                  </a:lnTo>
                  <a:lnTo>
                    <a:pt x="311848" y="282130"/>
                  </a:lnTo>
                  <a:lnTo>
                    <a:pt x="311372" y="282226"/>
                  </a:lnTo>
                  <a:lnTo>
                    <a:pt x="310896" y="282416"/>
                  </a:lnTo>
                  <a:lnTo>
                    <a:pt x="310610" y="282702"/>
                  </a:lnTo>
                  <a:lnTo>
                    <a:pt x="310229" y="283083"/>
                  </a:lnTo>
                  <a:lnTo>
                    <a:pt x="310039" y="283464"/>
                  </a:lnTo>
                  <a:lnTo>
                    <a:pt x="309563" y="284417"/>
                  </a:lnTo>
                  <a:lnTo>
                    <a:pt x="309277" y="284797"/>
                  </a:lnTo>
                  <a:lnTo>
                    <a:pt x="308991" y="285179"/>
                  </a:lnTo>
                  <a:lnTo>
                    <a:pt x="308610" y="285464"/>
                  </a:lnTo>
                  <a:lnTo>
                    <a:pt x="308038" y="285559"/>
                  </a:lnTo>
                  <a:lnTo>
                    <a:pt x="307562" y="285559"/>
                  </a:lnTo>
                  <a:lnTo>
                    <a:pt x="306514" y="285369"/>
                  </a:lnTo>
                  <a:lnTo>
                    <a:pt x="304133" y="284702"/>
                  </a:lnTo>
                  <a:lnTo>
                    <a:pt x="303657" y="284417"/>
                  </a:lnTo>
                  <a:lnTo>
                    <a:pt x="303181" y="284035"/>
                  </a:lnTo>
                  <a:lnTo>
                    <a:pt x="302609" y="283273"/>
                  </a:lnTo>
                  <a:lnTo>
                    <a:pt x="302514" y="282702"/>
                  </a:lnTo>
                  <a:lnTo>
                    <a:pt x="302609" y="282130"/>
                  </a:lnTo>
                  <a:lnTo>
                    <a:pt x="302895" y="281750"/>
                  </a:lnTo>
                  <a:lnTo>
                    <a:pt x="303181" y="281368"/>
                  </a:lnTo>
                  <a:lnTo>
                    <a:pt x="303847" y="280702"/>
                  </a:lnTo>
                  <a:lnTo>
                    <a:pt x="304133" y="280225"/>
                  </a:lnTo>
                  <a:lnTo>
                    <a:pt x="304419" y="279654"/>
                  </a:lnTo>
                  <a:lnTo>
                    <a:pt x="304419" y="279178"/>
                  </a:lnTo>
                  <a:lnTo>
                    <a:pt x="304133" y="278892"/>
                  </a:lnTo>
                  <a:lnTo>
                    <a:pt x="303752" y="278606"/>
                  </a:lnTo>
                  <a:lnTo>
                    <a:pt x="300704" y="277368"/>
                  </a:lnTo>
                  <a:lnTo>
                    <a:pt x="295180" y="276415"/>
                  </a:lnTo>
                  <a:lnTo>
                    <a:pt x="294227" y="276034"/>
                  </a:lnTo>
                  <a:lnTo>
                    <a:pt x="293751" y="275749"/>
                  </a:lnTo>
                  <a:lnTo>
                    <a:pt x="293465" y="275463"/>
                  </a:lnTo>
                  <a:lnTo>
                    <a:pt x="292894" y="274606"/>
                  </a:lnTo>
                  <a:lnTo>
                    <a:pt x="292513" y="274320"/>
                  </a:lnTo>
                  <a:lnTo>
                    <a:pt x="292132" y="274130"/>
                  </a:lnTo>
                  <a:lnTo>
                    <a:pt x="291179" y="273748"/>
                  </a:lnTo>
                  <a:lnTo>
                    <a:pt x="290608" y="273367"/>
                  </a:lnTo>
                  <a:lnTo>
                    <a:pt x="288417" y="271843"/>
                  </a:lnTo>
                  <a:lnTo>
                    <a:pt x="287846" y="271272"/>
                  </a:lnTo>
                  <a:lnTo>
                    <a:pt x="287464" y="270034"/>
                  </a:lnTo>
                  <a:lnTo>
                    <a:pt x="288227" y="266129"/>
                  </a:lnTo>
                  <a:lnTo>
                    <a:pt x="288227" y="264890"/>
                  </a:lnTo>
                  <a:lnTo>
                    <a:pt x="287750" y="264223"/>
                  </a:lnTo>
                  <a:lnTo>
                    <a:pt x="287083" y="262700"/>
                  </a:lnTo>
                  <a:lnTo>
                    <a:pt x="286512" y="261938"/>
                  </a:lnTo>
                  <a:lnTo>
                    <a:pt x="286131" y="261461"/>
                  </a:lnTo>
                  <a:lnTo>
                    <a:pt x="285655" y="261271"/>
                  </a:lnTo>
                  <a:lnTo>
                    <a:pt x="285179" y="261461"/>
                  </a:lnTo>
                  <a:lnTo>
                    <a:pt x="284797" y="261652"/>
                  </a:lnTo>
                  <a:lnTo>
                    <a:pt x="284226" y="261652"/>
                  </a:lnTo>
                  <a:lnTo>
                    <a:pt x="283559" y="261366"/>
                  </a:lnTo>
                  <a:lnTo>
                    <a:pt x="282226" y="260223"/>
                  </a:lnTo>
                  <a:lnTo>
                    <a:pt x="281369" y="259651"/>
                  </a:lnTo>
                  <a:lnTo>
                    <a:pt x="280226" y="258985"/>
                  </a:lnTo>
                  <a:lnTo>
                    <a:pt x="279749" y="258604"/>
                  </a:lnTo>
                  <a:lnTo>
                    <a:pt x="277844" y="256604"/>
                  </a:lnTo>
                  <a:lnTo>
                    <a:pt x="277749" y="256127"/>
                  </a:lnTo>
                  <a:lnTo>
                    <a:pt x="277939" y="255746"/>
                  </a:lnTo>
                  <a:lnTo>
                    <a:pt x="278797" y="255365"/>
                  </a:lnTo>
                  <a:lnTo>
                    <a:pt x="279082" y="254984"/>
                  </a:lnTo>
                  <a:lnTo>
                    <a:pt x="279178" y="254508"/>
                  </a:lnTo>
                  <a:lnTo>
                    <a:pt x="279178" y="254032"/>
                  </a:lnTo>
                  <a:lnTo>
                    <a:pt x="279368" y="253460"/>
                  </a:lnTo>
                  <a:lnTo>
                    <a:pt x="279559" y="253079"/>
                  </a:lnTo>
                  <a:lnTo>
                    <a:pt x="279940" y="252698"/>
                  </a:lnTo>
                  <a:lnTo>
                    <a:pt x="281273" y="252127"/>
                  </a:lnTo>
                  <a:lnTo>
                    <a:pt x="281654" y="251841"/>
                  </a:lnTo>
                  <a:lnTo>
                    <a:pt x="281940" y="251365"/>
                  </a:lnTo>
                  <a:lnTo>
                    <a:pt x="281845" y="250984"/>
                  </a:lnTo>
                  <a:lnTo>
                    <a:pt x="281559" y="250508"/>
                  </a:lnTo>
                  <a:lnTo>
                    <a:pt x="281083" y="250126"/>
                  </a:lnTo>
                  <a:lnTo>
                    <a:pt x="280511" y="249364"/>
                  </a:lnTo>
                  <a:lnTo>
                    <a:pt x="280321" y="248793"/>
                  </a:lnTo>
                  <a:lnTo>
                    <a:pt x="280130" y="248126"/>
                  </a:lnTo>
                  <a:lnTo>
                    <a:pt x="280226" y="247650"/>
                  </a:lnTo>
                  <a:lnTo>
                    <a:pt x="280416" y="246602"/>
                  </a:lnTo>
                  <a:lnTo>
                    <a:pt x="281559" y="244316"/>
                  </a:lnTo>
                  <a:lnTo>
                    <a:pt x="282607" y="243364"/>
                  </a:lnTo>
                  <a:lnTo>
                    <a:pt x="288322" y="240030"/>
                  </a:lnTo>
                  <a:lnTo>
                    <a:pt x="289179" y="239268"/>
                  </a:lnTo>
                  <a:lnTo>
                    <a:pt x="289655" y="238696"/>
                  </a:lnTo>
                  <a:lnTo>
                    <a:pt x="289655" y="238506"/>
                  </a:lnTo>
                  <a:lnTo>
                    <a:pt x="289751" y="238411"/>
                  </a:lnTo>
                  <a:lnTo>
                    <a:pt x="289751" y="237363"/>
                  </a:lnTo>
                  <a:lnTo>
                    <a:pt x="289655" y="235077"/>
                  </a:lnTo>
                  <a:lnTo>
                    <a:pt x="289655" y="234410"/>
                  </a:lnTo>
                  <a:lnTo>
                    <a:pt x="289941" y="233553"/>
                  </a:lnTo>
                  <a:lnTo>
                    <a:pt x="290322" y="233077"/>
                  </a:lnTo>
                  <a:lnTo>
                    <a:pt x="290894" y="232886"/>
                  </a:lnTo>
                  <a:lnTo>
                    <a:pt x="293084" y="232791"/>
                  </a:lnTo>
                  <a:lnTo>
                    <a:pt x="297656" y="231743"/>
                  </a:lnTo>
                  <a:lnTo>
                    <a:pt x="298513" y="231362"/>
                  </a:lnTo>
                  <a:lnTo>
                    <a:pt x="301752" y="229267"/>
                  </a:lnTo>
                  <a:lnTo>
                    <a:pt x="302895" y="228219"/>
                  </a:lnTo>
                  <a:lnTo>
                    <a:pt x="303181" y="227171"/>
                  </a:lnTo>
                  <a:lnTo>
                    <a:pt x="303276" y="226504"/>
                  </a:lnTo>
                  <a:lnTo>
                    <a:pt x="303181" y="226028"/>
                  </a:lnTo>
                  <a:lnTo>
                    <a:pt x="302895" y="225647"/>
                  </a:lnTo>
                  <a:lnTo>
                    <a:pt x="301943" y="225266"/>
                  </a:lnTo>
                  <a:lnTo>
                    <a:pt x="301752" y="224885"/>
                  </a:lnTo>
                  <a:lnTo>
                    <a:pt x="301752" y="224504"/>
                  </a:lnTo>
                  <a:lnTo>
                    <a:pt x="302133" y="223456"/>
                  </a:lnTo>
                  <a:lnTo>
                    <a:pt x="302609" y="222028"/>
                  </a:lnTo>
                  <a:lnTo>
                    <a:pt x="303086" y="221551"/>
                  </a:lnTo>
                  <a:lnTo>
                    <a:pt x="303943" y="220885"/>
                  </a:lnTo>
                  <a:lnTo>
                    <a:pt x="304324" y="220313"/>
                  </a:lnTo>
                  <a:lnTo>
                    <a:pt x="304419" y="219742"/>
                  </a:lnTo>
                  <a:lnTo>
                    <a:pt x="304324" y="218694"/>
                  </a:lnTo>
                  <a:lnTo>
                    <a:pt x="304229" y="218122"/>
                  </a:lnTo>
                  <a:lnTo>
                    <a:pt x="303657" y="216694"/>
                  </a:lnTo>
                  <a:lnTo>
                    <a:pt x="303276" y="214789"/>
                  </a:lnTo>
                  <a:lnTo>
                    <a:pt x="303086" y="213741"/>
                  </a:lnTo>
                  <a:lnTo>
                    <a:pt x="303181" y="211264"/>
                  </a:lnTo>
                  <a:lnTo>
                    <a:pt x="303181" y="209074"/>
                  </a:lnTo>
                  <a:lnTo>
                    <a:pt x="303086" y="208502"/>
                  </a:lnTo>
                  <a:lnTo>
                    <a:pt x="302895" y="208026"/>
                  </a:lnTo>
                  <a:lnTo>
                    <a:pt x="302609" y="207645"/>
                  </a:lnTo>
                  <a:lnTo>
                    <a:pt x="302228" y="207359"/>
                  </a:lnTo>
                  <a:lnTo>
                    <a:pt x="301657" y="207073"/>
                  </a:lnTo>
                  <a:lnTo>
                    <a:pt x="298609" y="206692"/>
                  </a:lnTo>
                  <a:lnTo>
                    <a:pt x="298132" y="206502"/>
                  </a:lnTo>
                  <a:lnTo>
                    <a:pt x="297752" y="206216"/>
                  </a:lnTo>
                  <a:lnTo>
                    <a:pt x="297466" y="205835"/>
                  </a:lnTo>
                  <a:lnTo>
                    <a:pt x="297275" y="205454"/>
                  </a:lnTo>
                  <a:lnTo>
                    <a:pt x="297180" y="205073"/>
                  </a:lnTo>
                  <a:lnTo>
                    <a:pt x="297085" y="204597"/>
                  </a:lnTo>
                  <a:lnTo>
                    <a:pt x="297180" y="203168"/>
                  </a:lnTo>
                  <a:lnTo>
                    <a:pt x="297180" y="202597"/>
                  </a:lnTo>
                  <a:lnTo>
                    <a:pt x="297085" y="202121"/>
                  </a:lnTo>
                  <a:lnTo>
                    <a:pt x="296894" y="201644"/>
                  </a:lnTo>
                  <a:lnTo>
                    <a:pt x="296513" y="201359"/>
                  </a:lnTo>
                  <a:lnTo>
                    <a:pt x="296132" y="200977"/>
                  </a:lnTo>
                  <a:lnTo>
                    <a:pt x="294418" y="199930"/>
                  </a:lnTo>
                  <a:lnTo>
                    <a:pt x="294132" y="199454"/>
                  </a:lnTo>
                  <a:lnTo>
                    <a:pt x="293941" y="198787"/>
                  </a:lnTo>
                  <a:lnTo>
                    <a:pt x="293846" y="197548"/>
                  </a:lnTo>
                  <a:lnTo>
                    <a:pt x="294037" y="196882"/>
                  </a:lnTo>
                  <a:lnTo>
                    <a:pt x="294418" y="196405"/>
                  </a:lnTo>
                  <a:lnTo>
                    <a:pt x="294989" y="196025"/>
                  </a:lnTo>
                  <a:lnTo>
                    <a:pt x="295561" y="195834"/>
                  </a:lnTo>
                  <a:lnTo>
                    <a:pt x="296132" y="195834"/>
                  </a:lnTo>
                  <a:lnTo>
                    <a:pt x="296704" y="195929"/>
                  </a:lnTo>
                  <a:lnTo>
                    <a:pt x="297085" y="196120"/>
                  </a:lnTo>
                  <a:lnTo>
                    <a:pt x="297942" y="196691"/>
                  </a:lnTo>
                  <a:lnTo>
                    <a:pt x="298323" y="196977"/>
                  </a:lnTo>
                  <a:lnTo>
                    <a:pt x="298895" y="196977"/>
                  </a:lnTo>
                  <a:lnTo>
                    <a:pt x="299371" y="196786"/>
                  </a:lnTo>
                  <a:lnTo>
                    <a:pt x="301180" y="195739"/>
                  </a:lnTo>
                  <a:lnTo>
                    <a:pt x="301657" y="195739"/>
                  </a:lnTo>
                  <a:lnTo>
                    <a:pt x="302133" y="195834"/>
                  </a:lnTo>
                  <a:lnTo>
                    <a:pt x="302514" y="196120"/>
                  </a:lnTo>
                  <a:lnTo>
                    <a:pt x="302990" y="196405"/>
                  </a:lnTo>
                  <a:lnTo>
                    <a:pt x="303657" y="196310"/>
                  </a:lnTo>
                  <a:lnTo>
                    <a:pt x="304229" y="196120"/>
                  </a:lnTo>
                  <a:lnTo>
                    <a:pt x="305181" y="195453"/>
                  </a:lnTo>
                  <a:lnTo>
                    <a:pt x="305848" y="195167"/>
                  </a:lnTo>
                  <a:lnTo>
                    <a:pt x="306514" y="195072"/>
                  </a:lnTo>
                  <a:lnTo>
                    <a:pt x="306991" y="195263"/>
                  </a:lnTo>
                  <a:lnTo>
                    <a:pt x="307657" y="195167"/>
                  </a:lnTo>
                  <a:lnTo>
                    <a:pt x="308324" y="194881"/>
                  </a:lnTo>
                  <a:lnTo>
                    <a:pt x="309181" y="194215"/>
                  </a:lnTo>
                  <a:lnTo>
                    <a:pt x="309848" y="194024"/>
                  </a:lnTo>
                  <a:lnTo>
                    <a:pt x="310420" y="194024"/>
                  </a:lnTo>
                  <a:lnTo>
                    <a:pt x="310705" y="194215"/>
                  </a:lnTo>
                  <a:lnTo>
                    <a:pt x="311848" y="195263"/>
                  </a:lnTo>
                  <a:lnTo>
                    <a:pt x="312325" y="195453"/>
                  </a:lnTo>
                  <a:lnTo>
                    <a:pt x="312896" y="195453"/>
                  </a:lnTo>
                  <a:lnTo>
                    <a:pt x="314325" y="194786"/>
                  </a:lnTo>
                  <a:lnTo>
                    <a:pt x="314801" y="194691"/>
                  </a:lnTo>
                  <a:lnTo>
                    <a:pt x="315182" y="194881"/>
                  </a:lnTo>
                  <a:lnTo>
                    <a:pt x="315468" y="195263"/>
                  </a:lnTo>
                  <a:lnTo>
                    <a:pt x="315658" y="195643"/>
                  </a:lnTo>
                  <a:lnTo>
                    <a:pt x="315944" y="196025"/>
                  </a:lnTo>
                  <a:lnTo>
                    <a:pt x="316421" y="196215"/>
                  </a:lnTo>
                  <a:lnTo>
                    <a:pt x="316897" y="196310"/>
                  </a:lnTo>
                  <a:lnTo>
                    <a:pt x="317468" y="196310"/>
                  </a:lnTo>
                  <a:lnTo>
                    <a:pt x="320993" y="195548"/>
                  </a:lnTo>
                  <a:lnTo>
                    <a:pt x="321469" y="195643"/>
                  </a:lnTo>
                  <a:lnTo>
                    <a:pt x="321945" y="195739"/>
                  </a:lnTo>
                  <a:lnTo>
                    <a:pt x="322136" y="196120"/>
                  </a:lnTo>
                  <a:lnTo>
                    <a:pt x="322040" y="196596"/>
                  </a:lnTo>
                  <a:lnTo>
                    <a:pt x="321945" y="197167"/>
                  </a:lnTo>
                  <a:lnTo>
                    <a:pt x="321850" y="197644"/>
                  </a:lnTo>
                  <a:lnTo>
                    <a:pt x="321945" y="198215"/>
                  </a:lnTo>
                  <a:lnTo>
                    <a:pt x="322136" y="198596"/>
                  </a:lnTo>
                  <a:lnTo>
                    <a:pt x="322516" y="198882"/>
                  </a:lnTo>
                  <a:lnTo>
                    <a:pt x="322993" y="198977"/>
                  </a:lnTo>
                  <a:lnTo>
                    <a:pt x="324040" y="198882"/>
                  </a:lnTo>
                  <a:lnTo>
                    <a:pt x="324517" y="198882"/>
                  </a:lnTo>
                  <a:lnTo>
                    <a:pt x="324898" y="199072"/>
                  </a:lnTo>
                  <a:lnTo>
                    <a:pt x="325279" y="199454"/>
                  </a:lnTo>
                  <a:lnTo>
                    <a:pt x="325564" y="199834"/>
                  </a:lnTo>
                  <a:lnTo>
                    <a:pt x="326612" y="201930"/>
                  </a:lnTo>
                  <a:lnTo>
                    <a:pt x="327184" y="202692"/>
                  </a:lnTo>
                  <a:lnTo>
                    <a:pt x="327470" y="202978"/>
                  </a:lnTo>
                  <a:lnTo>
                    <a:pt x="327946" y="203263"/>
                  </a:lnTo>
                  <a:lnTo>
                    <a:pt x="328327" y="203454"/>
                  </a:lnTo>
                  <a:lnTo>
                    <a:pt x="328898" y="203549"/>
                  </a:lnTo>
                  <a:lnTo>
                    <a:pt x="330041" y="203359"/>
                  </a:lnTo>
                  <a:lnTo>
                    <a:pt x="330422" y="203359"/>
                  </a:lnTo>
                  <a:lnTo>
                    <a:pt x="330898" y="203549"/>
                  </a:lnTo>
                  <a:lnTo>
                    <a:pt x="331375" y="203740"/>
                  </a:lnTo>
                  <a:lnTo>
                    <a:pt x="332041" y="204311"/>
                  </a:lnTo>
                  <a:lnTo>
                    <a:pt x="332327" y="204597"/>
                  </a:lnTo>
                  <a:lnTo>
                    <a:pt x="332422" y="204692"/>
                  </a:lnTo>
                  <a:lnTo>
                    <a:pt x="332613" y="205168"/>
                  </a:lnTo>
                  <a:lnTo>
                    <a:pt x="332804" y="205550"/>
                  </a:lnTo>
                  <a:lnTo>
                    <a:pt x="333089" y="205930"/>
                  </a:lnTo>
                  <a:lnTo>
                    <a:pt x="334137" y="206883"/>
                  </a:lnTo>
                  <a:lnTo>
                    <a:pt x="334423" y="207264"/>
                  </a:lnTo>
                  <a:lnTo>
                    <a:pt x="334708" y="207645"/>
                  </a:lnTo>
                  <a:lnTo>
                    <a:pt x="334804" y="208217"/>
                  </a:lnTo>
                  <a:lnTo>
                    <a:pt x="334994" y="209740"/>
                  </a:lnTo>
                  <a:lnTo>
                    <a:pt x="336137" y="209740"/>
                  </a:lnTo>
                  <a:lnTo>
                    <a:pt x="336899" y="209074"/>
                  </a:lnTo>
                  <a:lnTo>
                    <a:pt x="340138" y="205454"/>
                  </a:lnTo>
                  <a:lnTo>
                    <a:pt x="340614" y="204978"/>
                  </a:lnTo>
                  <a:lnTo>
                    <a:pt x="340805" y="204597"/>
                  </a:lnTo>
                  <a:lnTo>
                    <a:pt x="340805" y="204502"/>
                  </a:lnTo>
                  <a:lnTo>
                    <a:pt x="340900" y="204216"/>
                  </a:lnTo>
                  <a:lnTo>
                    <a:pt x="340995" y="202597"/>
                  </a:lnTo>
                  <a:lnTo>
                    <a:pt x="341090" y="201739"/>
                  </a:lnTo>
                  <a:lnTo>
                    <a:pt x="341376" y="200787"/>
                  </a:lnTo>
                  <a:lnTo>
                    <a:pt x="342233" y="198977"/>
                  </a:lnTo>
                  <a:lnTo>
                    <a:pt x="342710" y="198120"/>
                  </a:lnTo>
                  <a:lnTo>
                    <a:pt x="343186" y="197548"/>
                  </a:lnTo>
                  <a:lnTo>
                    <a:pt x="345662" y="195739"/>
                  </a:lnTo>
                  <a:lnTo>
                    <a:pt x="345853" y="192976"/>
                  </a:lnTo>
                  <a:lnTo>
                    <a:pt x="345662" y="191452"/>
                  </a:lnTo>
                  <a:lnTo>
                    <a:pt x="344996" y="188785"/>
                  </a:lnTo>
                  <a:lnTo>
                    <a:pt x="344900" y="184690"/>
                  </a:lnTo>
                  <a:lnTo>
                    <a:pt x="344710" y="183547"/>
                  </a:lnTo>
                  <a:lnTo>
                    <a:pt x="344424" y="182785"/>
                  </a:lnTo>
                  <a:lnTo>
                    <a:pt x="343471" y="181832"/>
                  </a:lnTo>
                  <a:lnTo>
                    <a:pt x="342995" y="181261"/>
                  </a:lnTo>
                  <a:lnTo>
                    <a:pt x="342614" y="180499"/>
                  </a:lnTo>
                  <a:lnTo>
                    <a:pt x="342043" y="178975"/>
                  </a:lnTo>
                  <a:lnTo>
                    <a:pt x="341757" y="178117"/>
                  </a:lnTo>
                  <a:lnTo>
                    <a:pt x="341757" y="177260"/>
                  </a:lnTo>
                  <a:lnTo>
                    <a:pt x="342043" y="175831"/>
                  </a:lnTo>
                  <a:lnTo>
                    <a:pt x="342233" y="174593"/>
                  </a:lnTo>
                  <a:lnTo>
                    <a:pt x="341947" y="173926"/>
                  </a:lnTo>
                  <a:lnTo>
                    <a:pt x="341471" y="173546"/>
                  </a:lnTo>
                  <a:lnTo>
                    <a:pt x="338423" y="173069"/>
                  </a:lnTo>
                  <a:lnTo>
                    <a:pt x="337852" y="172879"/>
                  </a:lnTo>
                  <a:lnTo>
                    <a:pt x="337280" y="172402"/>
                  </a:lnTo>
                  <a:lnTo>
                    <a:pt x="336232" y="170879"/>
                  </a:lnTo>
                  <a:lnTo>
                    <a:pt x="335852" y="170497"/>
                  </a:lnTo>
                  <a:lnTo>
                    <a:pt x="333661" y="168688"/>
                  </a:lnTo>
                  <a:lnTo>
                    <a:pt x="333470" y="168402"/>
                  </a:lnTo>
                  <a:lnTo>
                    <a:pt x="332899" y="167450"/>
                  </a:lnTo>
                  <a:lnTo>
                    <a:pt x="332518" y="167068"/>
                  </a:lnTo>
                  <a:lnTo>
                    <a:pt x="332137" y="166783"/>
                  </a:lnTo>
                  <a:lnTo>
                    <a:pt x="330994" y="166306"/>
                  </a:lnTo>
                  <a:lnTo>
                    <a:pt x="330422" y="165925"/>
                  </a:lnTo>
                  <a:lnTo>
                    <a:pt x="330137" y="165449"/>
                  </a:lnTo>
                  <a:lnTo>
                    <a:pt x="330041" y="164878"/>
                  </a:lnTo>
                  <a:lnTo>
                    <a:pt x="330232" y="163544"/>
                  </a:lnTo>
                  <a:lnTo>
                    <a:pt x="330232" y="162687"/>
                  </a:lnTo>
                  <a:lnTo>
                    <a:pt x="330041" y="162115"/>
                  </a:lnTo>
                  <a:lnTo>
                    <a:pt x="329851" y="161734"/>
                  </a:lnTo>
                  <a:lnTo>
                    <a:pt x="329660" y="161449"/>
                  </a:lnTo>
                  <a:lnTo>
                    <a:pt x="329470" y="161163"/>
                  </a:lnTo>
                  <a:lnTo>
                    <a:pt x="329089" y="160877"/>
                  </a:lnTo>
                  <a:lnTo>
                    <a:pt x="328613" y="160687"/>
                  </a:lnTo>
                  <a:lnTo>
                    <a:pt x="328136" y="160592"/>
                  </a:lnTo>
                  <a:lnTo>
                    <a:pt x="326898" y="160401"/>
                  </a:lnTo>
                  <a:lnTo>
                    <a:pt x="325755" y="160496"/>
                  </a:lnTo>
                  <a:lnTo>
                    <a:pt x="322516" y="161354"/>
                  </a:lnTo>
                  <a:lnTo>
                    <a:pt x="322231" y="161449"/>
                  </a:lnTo>
                  <a:lnTo>
                    <a:pt x="321564" y="161258"/>
                  </a:lnTo>
                  <a:lnTo>
                    <a:pt x="320802" y="160972"/>
                  </a:lnTo>
                  <a:lnTo>
                    <a:pt x="319659" y="160210"/>
                  </a:lnTo>
                  <a:lnTo>
                    <a:pt x="318897" y="160020"/>
                  </a:lnTo>
                  <a:lnTo>
                    <a:pt x="318326" y="159925"/>
                  </a:lnTo>
                  <a:lnTo>
                    <a:pt x="317373" y="160306"/>
                  </a:lnTo>
                  <a:lnTo>
                    <a:pt x="316992" y="160592"/>
                  </a:lnTo>
                  <a:lnTo>
                    <a:pt x="316706" y="160972"/>
                  </a:lnTo>
                  <a:lnTo>
                    <a:pt x="316325" y="162782"/>
                  </a:lnTo>
                  <a:lnTo>
                    <a:pt x="316135" y="163163"/>
                  </a:lnTo>
                  <a:lnTo>
                    <a:pt x="315849" y="163449"/>
                  </a:lnTo>
                  <a:lnTo>
                    <a:pt x="315182" y="163830"/>
                  </a:lnTo>
                  <a:lnTo>
                    <a:pt x="314992" y="164116"/>
                  </a:lnTo>
                  <a:lnTo>
                    <a:pt x="314706" y="164401"/>
                  </a:lnTo>
                  <a:lnTo>
                    <a:pt x="314515" y="164878"/>
                  </a:lnTo>
                  <a:lnTo>
                    <a:pt x="314230" y="165354"/>
                  </a:lnTo>
                  <a:lnTo>
                    <a:pt x="314135" y="165925"/>
                  </a:lnTo>
                  <a:lnTo>
                    <a:pt x="313849" y="169069"/>
                  </a:lnTo>
                  <a:lnTo>
                    <a:pt x="313754" y="169640"/>
                  </a:lnTo>
                  <a:lnTo>
                    <a:pt x="313468" y="170117"/>
                  </a:lnTo>
                  <a:lnTo>
                    <a:pt x="313182" y="170402"/>
                  </a:lnTo>
                  <a:lnTo>
                    <a:pt x="312706" y="170593"/>
                  </a:lnTo>
                  <a:lnTo>
                    <a:pt x="310991" y="171069"/>
                  </a:lnTo>
                  <a:lnTo>
                    <a:pt x="310705" y="171164"/>
                  </a:lnTo>
                  <a:lnTo>
                    <a:pt x="310324" y="171355"/>
                  </a:lnTo>
                  <a:lnTo>
                    <a:pt x="310039" y="171545"/>
                  </a:lnTo>
                  <a:lnTo>
                    <a:pt x="309848" y="171831"/>
                  </a:lnTo>
                  <a:lnTo>
                    <a:pt x="309658" y="172117"/>
                  </a:lnTo>
                  <a:lnTo>
                    <a:pt x="309563" y="172593"/>
                  </a:lnTo>
                  <a:lnTo>
                    <a:pt x="309372" y="175546"/>
                  </a:lnTo>
                  <a:lnTo>
                    <a:pt x="309277" y="176117"/>
                  </a:lnTo>
                  <a:lnTo>
                    <a:pt x="308896" y="177070"/>
                  </a:lnTo>
                  <a:lnTo>
                    <a:pt x="308705" y="177546"/>
                  </a:lnTo>
                  <a:lnTo>
                    <a:pt x="308705" y="178022"/>
                  </a:lnTo>
                  <a:lnTo>
                    <a:pt x="308801" y="178498"/>
                  </a:lnTo>
                  <a:lnTo>
                    <a:pt x="309277" y="179927"/>
                  </a:lnTo>
                  <a:lnTo>
                    <a:pt x="309372" y="180308"/>
                  </a:lnTo>
                  <a:lnTo>
                    <a:pt x="309277" y="180594"/>
                  </a:lnTo>
                  <a:lnTo>
                    <a:pt x="309086" y="180880"/>
                  </a:lnTo>
                  <a:lnTo>
                    <a:pt x="308991" y="181070"/>
                  </a:lnTo>
                  <a:lnTo>
                    <a:pt x="308038" y="182118"/>
                  </a:lnTo>
                  <a:lnTo>
                    <a:pt x="307277" y="182689"/>
                  </a:lnTo>
                  <a:lnTo>
                    <a:pt x="306419" y="182689"/>
                  </a:lnTo>
                  <a:lnTo>
                    <a:pt x="299752" y="181451"/>
                  </a:lnTo>
                  <a:lnTo>
                    <a:pt x="298609" y="181451"/>
                  </a:lnTo>
                  <a:lnTo>
                    <a:pt x="298132" y="181546"/>
                  </a:lnTo>
                  <a:lnTo>
                    <a:pt x="297656" y="181832"/>
                  </a:lnTo>
                  <a:lnTo>
                    <a:pt x="296608" y="182785"/>
                  </a:lnTo>
                  <a:lnTo>
                    <a:pt x="296228" y="183071"/>
                  </a:lnTo>
                  <a:lnTo>
                    <a:pt x="295846" y="183166"/>
                  </a:lnTo>
                  <a:lnTo>
                    <a:pt x="284226" y="181927"/>
                  </a:lnTo>
                  <a:lnTo>
                    <a:pt x="283369" y="182023"/>
                  </a:lnTo>
                  <a:lnTo>
                    <a:pt x="282416" y="182594"/>
                  </a:lnTo>
                  <a:lnTo>
                    <a:pt x="281654" y="182785"/>
                  </a:lnTo>
                  <a:lnTo>
                    <a:pt x="280226" y="182880"/>
                  </a:lnTo>
                  <a:lnTo>
                    <a:pt x="279559" y="182689"/>
                  </a:lnTo>
                  <a:lnTo>
                    <a:pt x="279082" y="182309"/>
                  </a:lnTo>
                  <a:lnTo>
                    <a:pt x="278987" y="181927"/>
                  </a:lnTo>
                  <a:lnTo>
                    <a:pt x="278797" y="181451"/>
                  </a:lnTo>
                  <a:lnTo>
                    <a:pt x="278797" y="180975"/>
                  </a:lnTo>
                  <a:lnTo>
                    <a:pt x="273748" y="178403"/>
                  </a:lnTo>
                  <a:lnTo>
                    <a:pt x="273368" y="178022"/>
                  </a:lnTo>
                  <a:lnTo>
                    <a:pt x="273177" y="177641"/>
                  </a:lnTo>
                  <a:lnTo>
                    <a:pt x="272987" y="177165"/>
                  </a:lnTo>
                  <a:lnTo>
                    <a:pt x="272891" y="176689"/>
                  </a:lnTo>
                  <a:lnTo>
                    <a:pt x="272891" y="175546"/>
                  </a:lnTo>
                  <a:lnTo>
                    <a:pt x="272987" y="174212"/>
                  </a:lnTo>
                  <a:lnTo>
                    <a:pt x="272987" y="173641"/>
                  </a:lnTo>
                  <a:lnTo>
                    <a:pt x="272891" y="173164"/>
                  </a:lnTo>
                  <a:lnTo>
                    <a:pt x="272701" y="172688"/>
                  </a:lnTo>
                  <a:lnTo>
                    <a:pt x="272415" y="172212"/>
                  </a:lnTo>
                  <a:lnTo>
                    <a:pt x="272034" y="171736"/>
                  </a:lnTo>
                  <a:lnTo>
                    <a:pt x="270320" y="170402"/>
                  </a:lnTo>
                  <a:lnTo>
                    <a:pt x="270034" y="170021"/>
                  </a:lnTo>
                  <a:lnTo>
                    <a:pt x="269748" y="169640"/>
                  </a:lnTo>
                  <a:lnTo>
                    <a:pt x="269367" y="168973"/>
                  </a:lnTo>
                  <a:lnTo>
                    <a:pt x="269177" y="168307"/>
                  </a:lnTo>
                  <a:lnTo>
                    <a:pt x="268891" y="167354"/>
                  </a:lnTo>
                  <a:lnTo>
                    <a:pt x="268700" y="166306"/>
                  </a:lnTo>
                  <a:lnTo>
                    <a:pt x="268700" y="165735"/>
                  </a:lnTo>
                  <a:lnTo>
                    <a:pt x="268891" y="164592"/>
                  </a:lnTo>
                  <a:lnTo>
                    <a:pt x="269081" y="164116"/>
                  </a:lnTo>
                  <a:lnTo>
                    <a:pt x="269367" y="163639"/>
                  </a:lnTo>
                  <a:lnTo>
                    <a:pt x="270034" y="163068"/>
                  </a:lnTo>
                  <a:lnTo>
                    <a:pt x="273653" y="160782"/>
                  </a:lnTo>
                  <a:lnTo>
                    <a:pt x="273653" y="160401"/>
                  </a:lnTo>
                  <a:lnTo>
                    <a:pt x="273272" y="159734"/>
                  </a:lnTo>
                  <a:lnTo>
                    <a:pt x="270510" y="157448"/>
                  </a:lnTo>
                  <a:lnTo>
                    <a:pt x="270034" y="156877"/>
                  </a:lnTo>
                  <a:lnTo>
                    <a:pt x="269653" y="156019"/>
                  </a:lnTo>
                  <a:lnTo>
                    <a:pt x="267653" y="149923"/>
                  </a:lnTo>
                  <a:lnTo>
                    <a:pt x="267081" y="147352"/>
                  </a:lnTo>
                  <a:lnTo>
                    <a:pt x="267081" y="146209"/>
                  </a:lnTo>
                  <a:lnTo>
                    <a:pt x="267176" y="143732"/>
                  </a:lnTo>
                  <a:lnTo>
                    <a:pt x="267367" y="142113"/>
                  </a:lnTo>
                  <a:lnTo>
                    <a:pt x="267367" y="141732"/>
                  </a:lnTo>
                  <a:lnTo>
                    <a:pt x="267271" y="140779"/>
                  </a:lnTo>
                  <a:lnTo>
                    <a:pt x="267176" y="140208"/>
                  </a:lnTo>
                  <a:lnTo>
                    <a:pt x="266890" y="139636"/>
                  </a:lnTo>
                  <a:lnTo>
                    <a:pt x="266414" y="138875"/>
                  </a:lnTo>
                  <a:lnTo>
                    <a:pt x="265462" y="137827"/>
                  </a:lnTo>
                  <a:lnTo>
                    <a:pt x="264605" y="137350"/>
                  </a:lnTo>
                  <a:lnTo>
                    <a:pt x="263938" y="137160"/>
                  </a:lnTo>
                  <a:lnTo>
                    <a:pt x="263366" y="137065"/>
                  </a:lnTo>
                  <a:lnTo>
                    <a:pt x="263080" y="137160"/>
                  </a:lnTo>
                  <a:lnTo>
                    <a:pt x="262795" y="137350"/>
                  </a:lnTo>
                  <a:lnTo>
                    <a:pt x="262604" y="137636"/>
                  </a:lnTo>
                  <a:lnTo>
                    <a:pt x="262319" y="138684"/>
                  </a:lnTo>
                  <a:lnTo>
                    <a:pt x="262319" y="139446"/>
                  </a:lnTo>
                  <a:lnTo>
                    <a:pt x="262319" y="139732"/>
                  </a:lnTo>
                  <a:lnTo>
                    <a:pt x="262223" y="140113"/>
                  </a:lnTo>
                  <a:lnTo>
                    <a:pt x="262128" y="140303"/>
                  </a:lnTo>
                  <a:lnTo>
                    <a:pt x="261842" y="140494"/>
                  </a:lnTo>
                  <a:lnTo>
                    <a:pt x="259937" y="140875"/>
                  </a:lnTo>
                  <a:lnTo>
                    <a:pt x="257365" y="142018"/>
                  </a:lnTo>
                  <a:lnTo>
                    <a:pt x="257080" y="142208"/>
                  </a:lnTo>
                  <a:lnTo>
                    <a:pt x="256604" y="142589"/>
                  </a:lnTo>
                  <a:lnTo>
                    <a:pt x="256222" y="143161"/>
                  </a:lnTo>
                  <a:lnTo>
                    <a:pt x="250888" y="141922"/>
                  </a:lnTo>
                  <a:lnTo>
                    <a:pt x="249460" y="141351"/>
                  </a:lnTo>
                  <a:lnTo>
                    <a:pt x="248983" y="140779"/>
                  </a:lnTo>
                  <a:lnTo>
                    <a:pt x="248793" y="140303"/>
                  </a:lnTo>
                  <a:lnTo>
                    <a:pt x="248698" y="139732"/>
                  </a:lnTo>
                  <a:lnTo>
                    <a:pt x="248603" y="139255"/>
                  </a:lnTo>
                  <a:lnTo>
                    <a:pt x="248507" y="138970"/>
                  </a:lnTo>
                  <a:lnTo>
                    <a:pt x="248412" y="138493"/>
                  </a:lnTo>
                  <a:lnTo>
                    <a:pt x="248031" y="137922"/>
                  </a:lnTo>
                  <a:lnTo>
                    <a:pt x="247269" y="136969"/>
                  </a:lnTo>
                  <a:lnTo>
                    <a:pt x="245078" y="136017"/>
                  </a:lnTo>
                  <a:lnTo>
                    <a:pt x="244602" y="135541"/>
                  </a:lnTo>
                  <a:lnTo>
                    <a:pt x="244316" y="134969"/>
                  </a:lnTo>
                  <a:lnTo>
                    <a:pt x="244316" y="134493"/>
                  </a:lnTo>
                  <a:lnTo>
                    <a:pt x="244316" y="133921"/>
                  </a:lnTo>
                  <a:lnTo>
                    <a:pt x="244412" y="133540"/>
                  </a:lnTo>
                  <a:lnTo>
                    <a:pt x="244793" y="132874"/>
                  </a:lnTo>
                  <a:lnTo>
                    <a:pt x="245078" y="132493"/>
                  </a:lnTo>
                  <a:lnTo>
                    <a:pt x="245650" y="131731"/>
                  </a:lnTo>
                  <a:lnTo>
                    <a:pt x="248031" y="129350"/>
                  </a:lnTo>
                  <a:lnTo>
                    <a:pt x="248412" y="128873"/>
                  </a:lnTo>
                  <a:lnTo>
                    <a:pt x="249174" y="124111"/>
                  </a:lnTo>
                  <a:lnTo>
                    <a:pt x="252889" y="114109"/>
                  </a:lnTo>
                  <a:lnTo>
                    <a:pt x="253937" y="111919"/>
                  </a:lnTo>
                  <a:lnTo>
                    <a:pt x="254794" y="110776"/>
                  </a:lnTo>
                  <a:lnTo>
                    <a:pt x="255270" y="110871"/>
                  </a:lnTo>
                  <a:lnTo>
                    <a:pt x="256222" y="111347"/>
                  </a:lnTo>
                  <a:lnTo>
                    <a:pt x="256985" y="111823"/>
                  </a:lnTo>
                  <a:lnTo>
                    <a:pt x="257556" y="112014"/>
                  </a:lnTo>
                  <a:lnTo>
                    <a:pt x="258032" y="112109"/>
                  </a:lnTo>
                  <a:lnTo>
                    <a:pt x="258794" y="111728"/>
                  </a:lnTo>
                  <a:lnTo>
                    <a:pt x="258985" y="111252"/>
                  </a:lnTo>
                  <a:lnTo>
                    <a:pt x="258985" y="110776"/>
                  </a:lnTo>
                  <a:lnTo>
                    <a:pt x="258794" y="109918"/>
                  </a:lnTo>
                  <a:lnTo>
                    <a:pt x="258699" y="109728"/>
                  </a:lnTo>
                  <a:lnTo>
                    <a:pt x="258604" y="106871"/>
                  </a:lnTo>
                  <a:lnTo>
                    <a:pt x="259461" y="99155"/>
                  </a:lnTo>
                  <a:lnTo>
                    <a:pt x="259652" y="98488"/>
                  </a:lnTo>
                  <a:lnTo>
                    <a:pt x="259937" y="97917"/>
                  </a:lnTo>
                  <a:lnTo>
                    <a:pt x="260509" y="97155"/>
                  </a:lnTo>
                  <a:lnTo>
                    <a:pt x="261271" y="96488"/>
                  </a:lnTo>
                  <a:lnTo>
                    <a:pt x="262223" y="95059"/>
                  </a:lnTo>
                  <a:lnTo>
                    <a:pt x="263176" y="93250"/>
                  </a:lnTo>
                  <a:lnTo>
                    <a:pt x="263652" y="92202"/>
                  </a:lnTo>
                  <a:lnTo>
                    <a:pt x="263843" y="91345"/>
                  </a:lnTo>
                  <a:lnTo>
                    <a:pt x="263843" y="90773"/>
                  </a:lnTo>
                  <a:lnTo>
                    <a:pt x="263843" y="90202"/>
                  </a:lnTo>
                  <a:lnTo>
                    <a:pt x="263652" y="89154"/>
                  </a:lnTo>
                  <a:lnTo>
                    <a:pt x="263271" y="88201"/>
                  </a:lnTo>
                  <a:lnTo>
                    <a:pt x="262795" y="87154"/>
                  </a:lnTo>
                  <a:lnTo>
                    <a:pt x="261271" y="85344"/>
                  </a:lnTo>
                  <a:lnTo>
                    <a:pt x="260223" y="84582"/>
                  </a:lnTo>
                  <a:lnTo>
                    <a:pt x="259652" y="84296"/>
                  </a:lnTo>
                  <a:lnTo>
                    <a:pt x="258794" y="84201"/>
                  </a:lnTo>
                  <a:lnTo>
                    <a:pt x="258128" y="84201"/>
                  </a:lnTo>
                  <a:lnTo>
                    <a:pt x="256985" y="84392"/>
                  </a:lnTo>
                  <a:lnTo>
                    <a:pt x="254698" y="85154"/>
                  </a:lnTo>
                  <a:lnTo>
                    <a:pt x="246983" y="85725"/>
                  </a:lnTo>
                  <a:lnTo>
                    <a:pt x="246697" y="85820"/>
                  </a:lnTo>
                  <a:lnTo>
                    <a:pt x="245650" y="86677"/>
                  </a:lnTo>
                  <a:lnTo>
                    <a:pt x="244983" y="86963"/>
                  </a:lnTo>
                  <a:lnTo>
                    <a:pt x="243840" y="87439"/>
                  </a:lnTo>
                  <a:lnTo>
                    <a:pt x="241649" y="87344"/>
                  </a:lnTo>
                  <a:lnTo>
                    <a:pt x="240887" y="87535"/>
                  </a:lnTo>
                  <a:lnTo>
                    <a:pt x="240030" y="88011"/>
                  </a:lnTo>
                  <a:lnTo>
                    <a:pt x="239458" y="88106"/>
                  </a:lnTo>
                  <a:lnTo>
                    <a:pt x="238982" y="88106"/>
                  </a:lnTo>
                  <a:lnTo>
                    <a:pt x="236982" y="87439"/>
                  </a:lnTo>
                  <a:lnTo>
                    <a:pt x="236315" y="87344"/>
                  </a:lnTo>
                  <a:lnTo>
                    <a:pt x="229933" y="88297"/>
                  </a:lnTo>
                  <a:lnTo>
                    <a:pt x="228695" y="88297"/>
                  </a:lnTo>
                  <a:lnTo>
                    <a:pt x="227933" y="88011"/>
                  </a:lnTo>
                  <a:lnTo>
                    <a:pt x="227838" y="87535"/>
                  </a:lnTo>
                  <a:lnTo>
                    <a:pt x="227933" y="87154"/>
                  </a:lnTo>
                  <a:lnTo>
                    <a:pt x="228219" y="86773"/>
                  </a:lnTo>
                  <a:lnTo>
                    <a:pt x="229171" y="85820"/>
                  </a:lnTo>
                  <a:lnTo>
                    <a:pt x="229267" y="85725"/>
                  </a:lnTo>
                  <a:lnTo>
                    <a:pt x="229267" y="85534"/>
                  </a:lnTo>
                  <a:lnTo>
                    <a:pt x="229457" y="85154"/>
                  </a:lnTo>
                  <a:lnTo>
                    <a:pt x="229553" y="84582"/>
                  </a:lnTo>
                  <a:lnTo>
                    <a:pt x="229553" y="83344"/>
                  </a:lnTo>
                  <a:lnTo>
                    <a:pt x="229267" y="78867"/>
                  </a:lnTo>
                  <a:lnTo>
                    <a:pt x="229362" y="76962"/>
                  </a:lnTo>
                  <a:lnTo>
                    <a:pt x="229648" y="74485"/>
                  </a:lnTo>
                  <a:lnTo>
                    <a:pt x="229648" y="73819"/>
                  </a:lnTo>
                  <a:lnTo>
                    <a:pt x="229457" y="73247"/>
                  </a:lnTo>
                  <a:lnTo>
                    <a:pt x="228981" y="72961"/>
                  </a:lnTo>
                  <a:lnTo>
                    <a:pt x="228600" y="73057"/>
                  </a:lnTo>
                  <a:lnTo>
                    <a:pt x="227552" y="73438"/>
                  </a:lnTo>
                  <a:lnTo>
                    <a:pt x="226981" y="73628"/>
                  </a:lnTo>
                  <a:lnTo>
                    <a:pt x="226028" y="73628"/>
                  </a:lnTo>
                  <a:lnTo>
                    <a:pt x="225457" y="73438"/>
                  </a:lnTo>
                  <a:lnTo>
                    <a:pt x="225076" y="73057"/>
                  </a:lnTo>
                  <a:lnTo>
                    <a:pt x="224790" y="72676"/>
                  </a:lnTo>
                  <a:lnTo>
                    <a:pt x="224599" y="72295"/>
                  </a:lnTo>
                  <a:lnTo>
                    <a:pt x="224409" y="71723"/>
                  </a:lnTo>
                  <a:lnTo>
                    <a:pt x="224219" y="70104"/>
                  </a:lnTo>
                  <a:lnTo>
                    <a:pt x="224028" y="69723"/>
                  </a:lnTo>
                  <a:lnTo>
                    <a:pt x="223838" y="69247"/>
                  </a:lnTo>
                  <a:lnTo>
                    <a:pt x="223266" y="68485"/>
                  </a:lnTo>
                  <a:lnTo>
                    <a:pt x="222980" y="68104"/>
                  </a:lnTo>
                  <a:lnTo>
                    <a:pt x="222790" y="67627"/>
                  </a:lnTo>
                  <a:lnTo>
                    <a:pt x="221837" y="63627"/>
                  </a:lnTo>
                  <a:lnTo>
                    <a:pt x="221647" y="63151"/>
                  </a:lnTo>
                  <a:lnTo>
                    <a:pt x="221361" y="62770"/>
                  </a:lnTo>
                  <a:lnTo>
                    <a:pt x="221171" y="62389"/>
                  </a:lnTo>
                  <a:lnTo>
                    <a:pt x="220504" y="61817"/>
                  </a:lnTo>
                  <a:lnTo>
                    <a:pt x="219646" y="61150"/>
                  </a:lnTo>
                  <a:lnTo>
                    <a:pt x="219361" y="61246"/>
                  </a:lnTo>
                  <a:lnTo>
                    <a:pt x="219075" y="61531"/>
                  </a:lnTo>
                  <a:lnTo>
                    <a:pt x="219075" y="61722"/>
                  </a:lnTo>
                  <a:lnTo>
                    <a:pt x="219075" y="61913"/>
                  </a:lnTo>
                  <a:lnTo>
                    <a:pt x="219075" y="62008"/>
                  </a:lnTo>
                  <a:lnTo>
                    <a:pt x="218980" y="62293"/>
                  </a:lnTo>
                  <a:lnTo>
                    <a:pt x="218789" y="62579"/>
                  </a:lnTo>
                  <a:lnTo>
                    <a:pt x="218408" y="62865"/>
                  </a:lnTo>
                  <a:lnTo>
                    <a:pt x="217932" y="63151"/>
                  </a:lnTo>
                  <a:lnTo>
                    <a:pt x="217361" y="63246"/>
                  </a:lnTo>
                  <a:lnTo>
                    <a:pt x="216408" y="63246"/>
                  </a:lnTo>
                  <a:lnTo>
                    <a:pt x="215837" y="63055"/>
                  </a:lnTo>
                  <a:lnTo>
                    <a:pt x="215551" y="62865"/>
                  </a:lnTo>
                  <a:lnTo>
                    <a:pt x="215170" y="62198"/>
                  </a:lnTo>
                  <a:lnTo>
                    <a:pt x="214408" y="60865"/>
                  </a:lnTo>
                  <a:lnTo>
                    <a:pt x="213836" y="59722"/>
                  </a:lnTo>
                  <a:lnTo>
                    <a:pt x="213551" y="59341"/>
                  </a:lnTo>
                  <a:lnTo>
                    <a:pt x="212407" y="58102"/>
                  </a:lnTo>
                  <a:lnTo>
                    <a:pt x="211836" y="57626"/>
                  </a:lnTo>
                  <a:lnTo>
                    <a:pt x="211264" y="57340"/>
                  </a:lnTo>
                  <a:lnTo>
                    <a:pt x="210503" y="57150"/>
                  </a:lnTo>
                  <a:lnTo>
                    <a:pt x="210026" y="57150"/>
                  </a:lnTo>
                  <a:lnTo>
                    <a:pt x="208883" y="57245"/>
                  </a:lnTo>
                  <a:lnTo>
                    <a:pt x="208407" y="57436"/>
                  </a:lnTo>
                  <a:lnTo>
                    <a:pt x="207931" y="57626"/>
                  </a:lnTo>
                  <a:lnTo>
                    <a:pt x="205073" y="59436"/>
                  </a:lnTo>
                  <a:lnTo>
                    <a:pt x="204406" y="59531"/>
                  </a:lnTo>
                  <a:lnTo>
                    <a:pt x="203645" y="59626"/>
                  </a:lnTo>
                  <a:lnTo>
                    <a:pt x="202311" y="59531"/>
                  </a:lnTo>
                  <a:lnTo>
                    <a:pt x="201644" y="59246"/>
                  </a:lnTo>
                  <a:lnTo>
                    <a:pt x="201168" y="58960"/>
                  </a:lnTo>
                  <a:lnTo>
                    <a:pt x="200120" y="57340"/>
                  </a:lnTo>
                  <a:lnTo>
                    <a:pt x="199454" y="56579"/>
                  </a:lnTo>
                  <a:lnTo>
                    <a:pt x="197644" y="55245"/>
                  </a:lnTo>
                  <a:lnTo>
                    <a:pt x="196310" y="54483"/>
                  </a:lnTo>
                  <a:lnTo>
                    <a:pt x="195548" y="54388"/>
                  </a:lnTo>
                  <a:lnTo>
                    <a:pt x="189357" y="54864"/>
                  </a:lnTo>
                  <a:lnTo>
                    <a:pt x="188119" y="54769"/>
                  </a:lnTo>
                  <a:lnTo>
                    <a:pt x="184118" y="53816"/>
                  </a:lnTo>
                  <a:lnTo>
                    <a:pt x="182594" y="53150"/>
                  </a:lnTo>
                  <a:lnTo>
                    <a:pt x="180785" y="51625"/>
                  </a:lnTo>
                  <a:lnTo>
                    <a:pt x="172498" y="46958"/>
                  </a:lnTo>
                  <a:lnTo>
                    <a:pt x="171831" y="46292"/>
                  </a:lnTo>
                  <a:lnTo>
                    <a:pt x="171260" y="45529"/>
                  </a:lnTo>
                  <a:lnTo>
                    <a:pt x="171069" y="45053"/>
                  </a:lnTo>
                  <a:lnTo>
                    <a:pt x="170974" y="44577"/>
                  </a:lnTo>
                  <a:lnTo>
                    <a:pt x="170974" y="44005"/>
                  </a:lnTo>
                  <a:lnTo>
                    <a:pt x="170974" y="43434"/>
                  </a:lnTo>
                  <a:lnTo>
                    <a:pt x="171450" y="39529"/>
                  </a:lnTo>
                  <a:lnTo>
                    <a:pt x="171355" y="39052"/>
                  </a:lnTo>
                  <a:lnTo>
                    <a:pt x="171069" y="38576"/>
                  </a:lnTo>
                  <a:lnTo>
                    <a:pt x="170402" y="38100"/>
                  </a:lnTo>
                  <a:lnTo>
                    <a:pt x="168116" y="36385"/>
                  </a:lnTo>
                  <a:lnTo>
                    <a:pt x="167640" y="35909"/>
                  </a:lnTo>
                  <a:lnTo>
                    <a:pt x="167354" y="35433"/>
                  </a:lnTo>
                  <a:lnTo>
                    <a:pt x="167259" y="34957"/>
                  </a:lnTo>
                  <a:lnTo>
                    <a:pt x="167069" y="34480"/>
                  </a:lnTo>
                  <a:lnTo>
                    <a:pt x="167069" y="33338"/>
                  </a:lnTo>
                  <a:lnTo>
                    <a:pt x="167449" y="31433"/>
                  </a:lnTo>
                  <a:lnTo>
                    <a:pt x="168021" y="29813"/>
                  </a:lnTo>
                  <a:lnTo>
                    <a:pt x="168116" y="29242"/>
                  </a:lnTo>
                  <a:lnTo>
                    <a:pt x="168212" y="28670"/>
                  </a:lnTo>
                  <a:lnTo>
                    <a:pt x="168212" y="28194"/>
                  </a:lnTo>
                  <a:lnTo>
                    <a:pt x="168021" y="27718"/>
                  </a:lnTo>
                  <a:lnTo>
                    <a:pt x="166973" y="25908"/>
                  </a:lnTo>
                  <a:lnTo>
                    <a:pt x="165830" y="24479"/>
                  </a:lnTo>
                  <a:lnTo>
                    <a:pt x="165259" y="24003"/>
                  </a:lnTo>
                  <a:lnTo>
                    <a:pt x="164687" y="23622"/>
                  </a:lnTo>
                  <a:lnTo>
                    <a:pt x="164116" y="23431"/>
                  </a:lnTo>
                  <a:lnTo>
                    <a:pt x="163544" y="23336"/>
                  </a:lnTo>
                  <a:lnTo>
                    <a:pt x="162306" y="23336"/>
                  </a:lnTo>
                  <a:lnTo>
                    <a:pt x="157639" y="24384"/>
                  </a:lnTo>
                  <a:lnTo>
                    <a:pt x="156972" y="24479"/>
                  </a:lnTo>
                  <a:lnTo>
                    <a:pt x="156210" y="24479"/>
                  </a:lnTo>
                  <a:lnTo>
                    <a:pt x="154972" y="24193"/>
                  </a:lnTo>
                  <a:lnTo>
                    <a:pt x="154400" y="23908"/>
                  </a:lnTo>
                  <a:lnTo>
                    <a:pt x="154019" y="23431"/>
                  </a:lnTo>
                  <a:lnTo>
                    <a:pt x="153067" y="20574"/>
                  </a:lnTo>
                  <a:lnTo>
                    <a:pt x="152495" y="19526"/>
                  </a:lnTo>
                  <a:lnTo>
                    <a:pt x="151924" y="18764"/>
                  </a:lnTo>
                  <a:lnTo>
                    <a:pt x="151447" y="18479"/>
                  </a:lnTo>
                  <a:lnTo>
                    <a:pt x="147066" y="16859"/>
                  </a:lnTo>
                  <a:lnTo>
                    <a:pt x="139827" y="15240"/>
                  </a:lnTo>
                  <a:lnTo>
                    <a:pt x="138398" y="14668"/>
                  </a:lnTo>
                  <a:lnTo>
                    <a:pt x="137731" y="14288"/>
                  </a:lnTo>
                  <a:lnTo>
                    <a:pt x="137255" y="13906"/>
                  </a:lnTo>
                  <a:lnTo>
                    <a:pt x="137065" y="13716"/>
                  </a:lnTo>
                  <a:lnTo>
                    <a:pt x="136588" y="12478"/>
                  </a:lnTo>
                  <a:lnTo>
                    <a:pt x="136207" y="11906"/>
                  </a:lnTo>
                  <a:lnTo>
                    <a:pt x="135541" y="11239"/>
                  </a:lnTo>
                  <a:lnTo>
                    <a:pt x="130588" y="7429"/>
                  </a:lnTo>
                  <a:lnTo>
                    <a:pt x="130302" y="7048"/>
                  </a:lnTo>
                  <a:lnTo>
                    <a:pt x="130112" y="6572"/>
                  </a:lnTo>
                  <a:lnTo>
                    <a:pt x="129921" y="6191"/>
                  </a:lnTo>
                  <a:lnTo>
                    <a:pt x="129730" y="5715"/>
                  </a:lnTo>
                  <a:lnTo>
                    <a:pt x="129349" y="5048"/>
                  </a:lnTo>
                  <a:lnTo>
                    <a:pt x="128588" y="4286"/>
                  </a:lnTo>
                  <a:lnTo>
                    <a:pt x="125349" y="1619"/>
                  </a:lnTo>
                  <a:lnTo>
                    <a:pt x="124111" y="286"/>
                  </a:lnTo>
                  <a:lnTo>
                    <a:pt x="123444" y="0"/>
                  </a:lnTo>
                  <a:lnTo>
                    <a:pt x="122872" y="0"/>
                  </a:lnTo>
                  <a:lnTo>
                    <a:pt x="121729" y="190"/>
                  </a:lnTo>
                  <a:lnTo>
                    <a:pt x="120015" y="286"/>
                  </a:lnTo>
                  <a:lnTo>
                    <a:pt x="117348" y="2572"/>
                  </a:lnTo>
                  <a:lnTo>
                    <a:pt x="111252" y="6382"/>
                  </a:lnTo>
                  <a:lnTo>
                    <a:pt x="109347" y="7144"/>
                  </a:lnTo>
                  <a:lnTo>
                    <a:pt x="108109" y="7429"/>
                  </a:lnTo>
                  <a:lnTo>
                    <a:pt x="107728" y="7144"/>
                  </a:lnTo>
                  <a:lnTo>
                    <a:pt x="107061" y="6477"/>
                  </a:lnTo>
                  <a:lnTo>
                    <a:pt x="106680" y="6096"/>
                  </a:lnTo>
                  <a:lnTo>
                    <a:pt x="106299" y="5810"/>
                  </a:lnTo>
                  <a:lnTo>
                    <a:pt x="105442" y="5620"/>
                  </a:lnTo>
                  <a:lnTo>
                    <a:pt x="104775" y="5715"/>
                  </a:lnTo>
                  <a:lnTo>
                    <a:pt x="102013" y="7334"/>
                  </a:lnTo>
                  <a:lnTo>
                    <a:pt x="102965" y="10477"/>
                  </a:lnTo>
                  <a:lnTo>
                    <a:pt x="102965" y="11144"/>
                  </a:lnTo>
                  <a:lnTo>
                    <a:pt x="102870" y="11906"/>
                  </a:lnTo>
                  <a:lnTo>
                    <a:pt x="102679" y="12383"/>
                  </a:lnTo>
                  <a:lnTo>
                    <a:pt x="102489" y="13335"/>
                  </a:lnTo>
                  <a:lnTo>
                    <a:pt x="102013" y="16954"/>
                  </a:lnTo>
                  <a:lnTo>
                    <a:pt x="102203" y="18097"/>
                  </a:lnTo>
                  <a:lnTo>
                    <a:pt x="102394" y="18859"/>
                  </a:lnTo>
                  <a:lnTo>
                    <a:pt x="104870" y="21526"/>
                  </a:lnTo>
                  <a:lnTo>
                    <a:pt x="106108" y="23241"/>
                  </a:lnTo>
                  <a:lnTo>
                    <a:pt x="107632" y="24479"/>
                  </a:lnTo>
                  <a:lnTo>
                    <a:pt x="111252" y="26479"/>
                  </a:lnTo>
                  <a:lnTo>
                    <a:pt x="115062" y="29527"/>
                  </a:lnTo>
                  <a:lnTo>
                    <a:pt x="119444" y="34385"/>
                  </a:lnTo>
                  <a:lnTo>
                    <a:pt x="120110" y="34957"/>
                  </a:lnTo>
                  <a:lnTo>
                    <a:pt x="120777" y="35338"/>
                  </a:lnTo>
                  <a:lnTo>
                    <a:pt x="121348" y="35433"/>
                  </a:lnTo>
                  <a:lnTo>
                    <a:pt x="121920" y="35528"/>
                  </a:lnTo>
                  <a:lnTo>
                    <a:pt x="123063" y="35338"/>
                  </a:lnTo>
                  <a:lnTo>
                    <a:pt x="124492" y="34957"/>
                  </a:lnTo>
                  <a:lnTo>
                    <a:pt x="125063" y="34957"/>
                  </a:lnTo>
                  <a:lnTo>
                    <a:pt x="126778" y="35242"/>
                  </a:lnTo>
                  <a:lnTo>
                    <a:pt x="127254" y="35147"/>
                  </a:lnTo>
                  <a:lnTo>
                    <a:pt x="128302" y="34861"/>
                  </a:lnTo>
                  <a:lnTo>
                    <a:pt x="134017" y="34385"/>
                  </a:lnTo>
                  <a:lnTo>
                    <a:pt x="134683" y="34480"/>
                  </a:lnTo>
                  <a:lnTo>
                    <a:pt x="135446" y="34766"/>
                  </a:lnTo>
                  <a:lnTo>
                    <a:pt x="135731" y="35147"/>
                  </a:lnTo>
                  <a:lnTo>
                    <a:pt x="135827" y="35528"/>
                  </a:lnTo>
                  <a:lnTo>
                    <a:pt x="135731" y="35909"/>
                  </a:lnTo>
                  <a:lnTo>
                    <a:pt x="135255" y="38005"/>
                  </a:lnTo>
                  <a:lnTo>
                    <a:pt x="135160" y="38767"/>
                  </a:lnTo>
                  <a:lnTo>
                    <a:pt x="135160" y="39338"/>
                  </a:lnTo>
                  <a:lnTo>
                    <a:pt x="135255" y="40481"/>
                  </a:lnTo>
                  <a:lnTo>
                    <a:pt x="135731" y="42481"/>
                  </a:lnTo>
                  <a:lnTo>
                    <a:pt x="135827" y="43434"/>
                  </a:lnTo>
                  <a:lnTo>
                    <a:pt x="135827" y="43815"/>
                  </a:lnTo>
                  <a:lnTo>
                    <a:pt x="135827" y="44291"/>
                  </a:lnTo>
                  <a:lnTo>
                    <a:pt x="135731" y="44767"/>
                  </a:lnTo>
                  <a:lnTo>
                    <a:pt x="135541" y="45244"/>
                  </a:lnTo>
                  <a:lnTo>
                    <a:pt x="135255" y="45720"/>
                  </a:lnTo>
                  <a:lnTo>
                    <a:pt x="134874" y="46006"/>
                  </a:lnTo>
                  <a:lnTo>
                    <a:pt x="134493" y="46292"/>
                  </a:lnTo>
                  <a:lnTo>
                    <a:pt x="134207" y="46672"/>
                  </a:lnTo>
                  <a:lnTo>
                    <a:pt x="133921" y="47054"/>
                  </a:lnTo>
                  <a:lnTo>
                    <a:pt x="133636" y="47530"/>
                  </a:lnTo>
                  <a:lnTo>
                    <a:pt x="133445" y="48101"/>
                  </a:lnTo>
                  <a:lnTo>
                    <a:pt x="133350" y="48673"/>
                  </a:lnTo>
                  <a:lnTo>
                    <a:pt x="133255" y="49244"/>
                  </a:lnTo>
                  <a:lnTo>
                    <a:pt x="133255" y="49816"/>
                  </a:lnTo>
                  <a:lnTo>
                    <a:pt x="133255" y="50292"/>
                  </a:lnTo>
                  <a:lnTo>
                    <a:pt x="133921" y="51721"/>
                  </a:lnTo>
                  <a:lnTo>
                    <a:pt x="135541" y="54388"/>
                  </a:lnTo>
                  <a:lnTo>
                    <a:pt x="138017" y="61150"/>
                  </a:lnTo>
                  <a:lnTo>
                    <a:pt x="140589" y="64770"/>
                  </a:lnTo>
                  <a:lnTo>
                    <a:pt x="141161" y="66389"/>
                  </a:lnTo>
                  <a:lnTo>
                    <a:pt x="140875" y="69723"/>
                  </a:lnTo>
                  <a:lnTo>
                    <a:pt x="140779" y="70580"/>
                  </a:lnTo>
                  <a:lnTo>
                    <a:pt x="140494" y="71056"/>
                  </a:lnTo>
                  <a:lnTo>
                    <a:pt x="140018" y="71342"/>
                  </a:lnTo>
                  <a:lnTo>
                    <a:pt x="139446" y="71342"/>
                  </a:lnTo>
                  <a:lnTo>
                    <a:pt x="138970" y="71247"/>
                  </a:lnTo>
                  <a:lnTo>
                    <a:pt x="138494" y="71056"/>
                  </a:lnTo>
                  <a:lnTo>
                    <a:pt x="137160" y="70294"/>
                  </a:lnTo>
                  <a:lnTo>
                    <a:pt x="136588" y="70390"/>
                  </a:lnTo>
                  <a:lnTo>
                    <a:pt x="135922" y="70866"/>
                  </a:lnTo>
                  <a:lnTo>
                    <a:pt x="135160" y="72009"/>
                  </a:lnTo>
                  <a:lnTo>
                    <a:pt x="134588" y="72676"/>
                  </a:lnTo>
                  <a:lnTo>
                    <a:pt x="134112" y="73057"/>
                  </a:lnTo>
                  <a:lnTo>
                    <a:pt x="133540" y="73152"/>
                  </a:lnTo>
                  <a:lnTo>
                    <a:pt x="131731" y="73247"/>
                  </a:lnTo>
                  <a:lnTo>
                    <a:pt x="131254" y="73342"/>
                  </a:lnTo>
                  <a:lnTo>
                    <a:pt x="130873" y="73628"/>
                  </a:lnTo>
                  <a:lnTo>
                    <a:pt x="129826" y="74295"/>
                  </a:lnTo>
                  <a:lnTo>
                    <a:pt x="129540" y="74485"/>
                  </a:lnTo>
                  <a:lnTo>
                    <a:pt x="129159" y="74581"/>
                  </a:lnTo>
                  <a:lnTo>
                    <a:pt x="128683" y="74676"/>
                  </a:lnTo>
                  <a:lnTo>
                    <a:pt x="127349" y="75152"/>
                  </a:lnTo>
                  <a:lnTo>
                    <a:pt x="126397" y="75724"/>
                  </a:lnTo>
                  <a:lnTo>
                    <a:pt x="125825" y="76295"/>
                  </a:lnTo>
                  <a:lnTo>
                    <a:pt x="125444" y="76771"/>
                  </a:lnTo>
                  <a:lnTo>
                    <a:pt x="125063" y="78486"/>
                  </a:lnTo>
                  <a:lnTo>
                    <a:pt x="124873" y="80010"/>
                  </a:lnTo>
                  <a:lnTo>
                    <a:pt x="124587" y="80772"/>
                  </a:lnTo>
                  <a:lnTo>
                    <a:pt x="124301" y="81248"/>
                  </a:lnTo>
                  <a:lnTo>
                    <a:pt x="124015" y="81629"/>
                  </a:lnTo>
                  <a:lnTo>
                    <a:pt x="123730" y="81820"/>
                  </a:lnTo>
                  <a:lnTo>
                    <a:pt x="123539" y="82010"/>
                  </a:lnTo>
                  <a:lnTo>
                    <a:pt x="120396" y="83153"/>
                  </a:lnTo>
                  <a:lnTo>
                    <a:pt x="104394" y="88868"/>
                  </a:lnTo>
                  <a:lnTo>
                    <a:pt x="103156" y="89059"/>
                  </a:lnTo>
                  <a:lnTo>
                    <a:pt x="102489" y="88963"/>
                  </a:lnTo>
                  <a:lnTo>
                    <a:pt x="101632" y="88678"/>
                  </a:lnTo>
                  <a:lnTo>
                    <a:pt x="101060" y="88392"/>
                  </a:lnTo>
                  <a:lnTo>
                    <a:pt x="100679" y="88106"/>
                  </a:lnTo>
                  <a:lnTo>
                    <a:pt x="99536" y="87154"/>
                  </a:lnTo>
                  <a:lnTo>
                    <a:pt x="96298" y="83153"/>
                  </a:lnTo>
                  <a:lnTo>
                    <a:pt x="95250" y="81534"/>
                  </a:lnTo>
                  <a:lnTo>
                    <a:pt x="94679" y="80200"/>
                  </a:lnTo>
                  <a:lnTo>
                    <a:pt x="93821" y="77629"/>
                  </a:lnTo>
                  <a:lnTo>
                    <a:pt x="93154" y="76390"/>
                  </a:lnTo>
                  <a:lnTo>
                    <a:pt x="92202" y="75247"/>
                  </a:lnTo>
                  <a:lnTo>
                    <a:pt x="87535" y="71056"/>
                  </a:lnTo>
                  <a:lnTo>
                    <a:pt x="87344" y="70675"/>
                  </a:lnTo>
                  <a:lnTo>
                    <a:pt x="87058" y="70294"/>
                  </a:lnTo>
                  <a:lnTo>
                    <a:pt x="86963" y="69723"/>
                  </a:lnTo>
                  <a:lnTo>
                    <a:pt x="86963" y="69247"/>
                  </a:lnTo>
                  <a:lnTo>
                    <a:pt x="87058" y="68675"/>
                  </a:lnTo>
                  <a:lnTo>
                    <a:pt x="87821" y="66484"/>
                  </a:lnTo>
                  <a:lnTo>
                    <a:pt x="88011" y="65246"/>
                  </a:lnTo>
                  <a:lnTo>
                    <a:pt x="88011" y="64103"/>
                  </a:lnTo>
                  <a:lnTo>
                    <a:pt x="87821" y="63436"/>
                  </a:lnTo>
                  <a:lnTo>
                    <a:pt x="87535" y="62770"/>
                  </a:lnTo>
                  <a:lnTo>
                    <a:pt x="86773" y="61913"/>
                  </a:lnTo>
                  <a:lnTo>
                    <a:pt x="86201" y="61531"/>
                  </a:lnTo>
                  <a:lnTo>
                    <a:pt x="85535" y="61341"/>
                  </a:lnTo>
                  <a:lnTo>
                    <a:pt x="84391" y="61627"/>
                  </a:lnTo>
                  <a:lnTo>
                    <a:pt x="83629" y="61531"/>
                  </a:lnTo>
                  <a:lnTo>
                    <a:pt x="82391" y="61246"/>
                  </a:lnTo>
                  <a:lnTo>
                    <a:pt x="81153" y="60484"/>
                  </a:lnTo>
                  <a:lnTo>
                    <a:pt x="80201" y="60198"/>
                  </a:lnTo>
                  <a:lnTo>
                    <a:pt x="79629" y="60198"/>
                  </a:lnTo>
                  <a:lnTo>
                    <a:pt x="79248" y="60388"/>
                  </a:lnTo>
                  <a:lnTo>
                    <a:pt x="78867" y="60769"/>
                  </a:lnTo>
                  <a:lnTo>
                    <a:pt x="78486" y="61055"/>
                  </a:lnTo>
                  <a:lnTo>
                    <a:pt x="77914" y="61246"/>
                  </a:lnTo>
                  <a:lnTo>
                    <a:pt x="77153" y="61246"/>
                  </a:lnTo>
                  <a:lnTo>
                    <a:pt x="76676" y="61055"/>
                  </a:lnTo>
                  <a:lnTo>
                    <a:pt x="76295" y="60769"/>
                  </a:lnTo>
                  <a:lnTo>
                    <a:pt x="75152" y="59246"/>
                  </a:lnTo>
                  <a:lnTo>
                    <a:pt x="71533" y="56579"/>
                  </a:lnTo>
                  <a:lnTo>
                    <a:pt x="69723" y="55626"/>
                  </a:lnTo>
                  <a:lnTo>
                    <a:pt x="69247" y="55531"/>
                  </a:lnTo>
                  <a:lnTo>
                    <a:pt x="68866" y="55531"/>
                  </a:lnTo>
                  <a:lnTo>
                    <a:pt x="68580" y="55626"/>
                  </a:lnTo>
                  <a:lnTo>
                    <a:pt x="66770" y="56293"/>
                  </a:lnTo>
                  <a:lnTo>
                    <a:pt x="66199" y="56483"/>
                  </a:lnTo>
                  <a:lnTo>
                    <a:pt x="63913" y="56483"/>
                  </a:lnTo>
                  <a:lnTo>
                    <a:pt x="63246" y="56579"/>
                  </a:lnTo>
                  <a:lnTo>
                    <a:pt x="62865" y="56769"/>
                  </a:lnTo>
                  <a:lnTo>
                    <a:pt x="62198" y="57245"/>
                  </a:lnTo>
                  <a:lnTo>
                    <a:pt x="58769" y="61436"/>
                  </a:lnTo>
                  <a:lnTo>
                    <a:pt x="57721" y="62484"/>
                  </a:lnTo>
                  <a:lnTo>
                    <a:pt x="56769" y="63913"/>
                  </a:lnTo>
                  <a:lnTo>
                    <a:pt x="55816" y="66484"/>
                  </a:lnTo>
                  <a:lnTo>
                    <a:pt x="55150" y="69151"/>
                  </a:lnTo>
                  <a:lnTo>
                    <a:pt x="54864" y="71723"/>
                  </a:lnTo>
                  <a:lnTo>
                    <a:pt x="54959" y="74200"/>
                  </a:lnTo>
                  <a:lnTo>
                    <a:pt x="55054" y="74581"/>
                  </a:lnTo>
                  <a:lnTo>
                    <a:pt x="55245" y="74962"/>
                  </a:lnTo>
                  <a:lnTo>
                    <a:pt x="55436" y="75343"/>
                  </a:lnTo>
                  <a:lnTo>
                    <a:pt x="55816" y="75629"/>
                  </a:lnTo>
                  <a:lnTo>
                    <a:pt x="56197" y="75724"/>
                  </a:lnTo>
                  <a:lnTo>
                    <a:pt x="56674" y="75724"/>
                  </a:lnTo>
                  <a:lnTo>
                    <a:pt x="58293" y="75533"/>
                  </a:lnTo>
                  <a:lnTo>
                    <a:pt x="58864" y="75533"/>
                  </a:lnTo>
                  <a:lnTo>
                    <a:pt x="59436" y="75724"/>
                  </a:lnTo>
                  <a:lnTo>
                    <a:pt x="59817" y="75914"/>
                  </a:lnTo>
                  <a:lnTo>
                    <a:pt x="60103" y="76295"/>
                  </a:lnTo>
                  <a:lnTo>
                    <a:pt x="60293" y="76771"/>
                  </a:lnTo>
                  <a:lnTo>
                    <a:pt x="60293" y="77343"/>
                  </a:lnTo>
                  <a:lnTo>
                    <a:pt x="59817" y="83725"/>
                  </a:lnTo>
                  <a:lnTo>
                    <a:pt x="59722" y="84296"/>
                  </a:lnTo>
                  <a:lnTo>
                    <a:pt x="59436" y="84772"/>
                  </a:lnTo>
                  <a:lnTo>
                    <a:pt x="59150" y="85058"/>
                  </a:lnTo>
                  <a:lnTo>
                    <a:pt x="58579" y="84963"/>
                  </a:lnTo>
                  <a:lnTo>
                    <a:pt x="58198" y="84677"/>
                  </a:lnTo>
                  <a:lnTo>
                    <a:pt x="57912" y="84296"/>
                  </a:lnTo>
                  <a:lnTo>
                    <a:pt x="57531" y="84106"/>
                  </a:lnTo>
                  <a:lnTo>
                    <a:pt x="57055" y="84010"/>
                  </a:lnTo>
                  <a:lnTo>
                    <a:pt x="56579" y="84296"/>
                  </a:lnTo>
                  <a:lnTo>
                    <a:pt x="56197" y="84677"/>
                  </a:lnTo>
                  <a:lnTo>
                    <a:pt x="55912" y="85344"/>
                  </a:lnTo>
                  <a:lnTo>
                    <a:pt x="55816" y="85630"/>
                  </a:lnTo>
                  <a:lnTo>
                    <a:pt x="55816" y="85820"/>
                  </a:lnTo>
                  <a:lnTo>
                    <a:pt x="55816" y="86296"/>
                  </a:lnTo>
                  <a:lnTo>
                    <a:pt x="55912" y="86677"/>
                  </a:lnTo>
                  <a:lnTo>
                    <a:pt x="56102" y="87154"/>
                  </a:lnTo>
                  <a:lnTo>
                    <a:pt x="56388" y="87535"/>
                  </a:lnTo>
                  <a:lnTo>
                    <a:pt x="57245" y="88678"/>
                  </a:lnTo>
                  <a:lnTo>
                    <a:pt x="57436" y="89154"/>
                  </a:lnTo>
                  <a:lnTo>
                    <a:pt x="57912" y="90583"/>
                  </a:lnTo>
                  <a:lnTo>
                    <a:pt x="58674" y="94774"/>
                  </a:lnTo>
                  <a:lnTo>
                    <a:pt x="59722" y="97536"/>
                  </a:lnTo>
                  <a:lnTo>
                    <a:pt x="60674" y="100965"/>
                  </a:lnTo>
                  <a:lnTo>
                    <a:pt x="60674" y="101346"/>
                  </a:lnTo>
                  <a:lnTo>
                    <a:pt x="60674" y="101632"/>
                  </a:lnTo>
                  <a:lnTo>
                    <a:pt x="60388" y="102013"/>
                  </a:lnTo>
                  <a:lnTo>
                    <a:pt x="60007" y="102298"/>
                  </a:lnTo>
                  <a:lnTo>
                    <a:pt x="57340" y="103251"/>
                  </a:lnTo>
                  <a:lnTo>
                    <a:pt x="49721" y="103918"/>
                  </a:lnTo>
                  <a:lnTo>
                    <a:pt x="47149" y="104489"/>
                  </a:lnTo>
                  <a:lnTo>
                    <a:pt x="45339" y="105156"/>
                  </a:lnTo>
                  <a:lnTo>
                    <a:pt x="44863" y="105537"/>
                  </a:lnTo>
                  <a:lnTo>
                    <a:pt x="44196" y="106108"/>
                  </a:lnTo>
                  <a:lnTo>
                    <a:pt x="42958" y="108013"/>
                  </a:lnTo>
                  <a:lnTo>
                    <a:pt x="42196" y="109442"/>
                  </a:lnTo>
                  <a:lnTo>
                    <a:pt x="42005" y="109728"/>
                  </a:lnTo>
                  <a:lnTo>
                    <a:pt x="41815" y="109823"/>
                  </a:lnTo>
                  <a:lnTo>
                    <a:pt x="41529" y="109823"/>
                  </a:lnTo>
                  <a:lnTo>
                    <a:pt x="40957" y="109823"/>
                  </a:lnTo>
                  <a:lnTo>
                    <a:pt x="40481" y="109728"/>
                  </a:lnTo>
                  <a:lnTo>
                    <a:pt x="40386" y="109728"/>
                  </a:lnTo>
                  <a:lnTo>
                    <a:pt x="40005" y="109347"/>
                  </a:lnTo>
                  <a:lnTo>
                    <a:pt x="39148" y="108204"/>
                  </a:lnTo>
                  <a:lnTo>
                    <a:pt x="38862" y="107823"/>
                  </a:lnTo>
                  <a:lnTo>
                    <a:pt x="38386" y="107823"/>
                  </a:lnTo>
                  <a:lnTo>
                    <a:pt x="37910" y="108109"/>
                  </a:lnTo>
                  <a:lnTo>
                    <a:pt x="37529" y="108966"/>
                  </a:lnTo>
                  <a:lnTo>
                    <a:pt x="37338" y="109728"/>
                  </a:lnTo>
                  <a:lnTo>
                    <a:pt x="37719" y="113062"/>
                  </a:lnTo>
                  <a:lnTo>
                    <a:pt x="37719" y="113633"/>
                  </a:lnTo>
                  <a:lnTo>
                    <a:pt x="37624" y="114205"/>
                  </a:lnTo>
                  <a:lnTo>
                    <a:pt x="36100" y="116681"/>
                  </a:lnTo>
                  <a:lnTo>
                    <a:pt x="35814" y="117443"/>
                  </a:lnTo>
                  <a:lnTo>
                    <a:pt x="35814" y="118110"/>
                  </a:lnTo>
                  <a:lnTo>
                    <a:pt x="36100" y="119063"/>
                  </a:lnTo>
                  <a:lnTo>
                    <a:pt x="36195" y="119539"/>
                  </a:lnTo>
                  <a:lnTo>
                    <a:pt x="36100" y="120205"/>
                  </a:lnTo>
                  <a:lnTo>
                    <a:pt x="35147" y="121729"/>
                  </a:lnTo>
                  <a:lnTo>
                    <a:pt x="35147" y="122396"/>
                  </a:lnTo>
                  <a:lnTo>
                    <a:pt x="35338" y="122777"/>
                  </a:lnTo>
                  <a:lnTo>
                    <a:pt x="36195" y="123349"/>
                  </a:lnTo>
                  <a:lnTo>
                    <a:pt x="36576" y="123634"/>
                  </a:lnTo>
                  <a:lnTo>
                    <a:pt x="36766" y="124015"/>
                  </a:lnTo>
                  <a:lnTo>
                    <a:pt x="36957" y="124492"/>
                  </a:lnTo>
                  <a:lnTo>
                    <a:pt x="37243" y="125539"/>
                  </a:lnTo>
                  <a:lnTo>
                    <a:pt x="37719" y="130111"/>
                  </a:lnTo>
                  <a:lnTo>
                    <a:pt x="37719" y="130302"/>
                  </a:lnTo>
                  <a:lnTo>
                    <a:pt x="37814" y="130778"/>
                  </a:lnTo>
                  <a:lnTo>
                    <a:pt x="37910" y="131254"/>
                  </a:lnTo>
                  <a:lnTo>
                    <a:pt x="37910" y="132302"/>
                  </a:lnTo>
                  <a:lnTo>
                    <a:pt x="37719" y="132969"/>
                  </a:lnTo>
                  <a:lnTo>
                    <a:pt x="37529" y="133540"/>
                  </a:lnTo>
                  <a:lnTo>
                    <a:pt x="37529" y="133540"/>
                  </a:lnTo>
                  <a:lnTo>
                    <a:pt x="36957" y="134207"/>
                  </a:lnTo>
                  <a:lnTo>
                    <a:pt x="34766" y="136303"/>
                  </a:lnTo>
                  <a:lnTo>
                    <a:pt x="34290" y="136874"/>
                  </a:lnTo>
                  <a:lnTo>
                    <a:pt x="34004" y="137350"/>
                  </a:lnTo>
                  <a:lnTo>
                    <a:pt x="33814" y="137922"/>
                  </a:lnTo>
                  <a:lnTo>
                    <a:pt x="33338" y="140970"/>
                  </a:lnTo>
                  <a:lnTo>
                    <a:pt x="32766" y="143256"/>
                  </a:lnTo>
                  <a:lnTo>
                    <a:pt x="32576" y="143732"/>
                  </a:lnTo>
                  <a:lnTo>
                    <a:pt x="32290" y="144209"/>
                  </a:lnTo>
                  <a:lnTo>
                    <a:pt x="31813" y="144685"/>
                  </a:lnTo>
                  <a:lnTo>
                    <a:pt x="30575" y="145637"/>
                  </a:lnTo>
                  <a:lnTo>
                    <a:pt x="30004" y="145828"/>
                  </a:lnTo>
                  <a:lnTo>
                    <a:pt x="25622" y="146875"/>
                  </a:lnTo>
                  <a:lnTo>
                    <a:pt x="24955" y="147066"/>
                  </a:lnTo>
                  <a:lnTo>
                    <a:pt x="21336" y="149352"/>
                  </a:lnTo>
                  <a:lnTo>
                    <a:pt x="18383" y="149447"/>
                  </a:lnTo>
                  <a:lnTo>
                    <a:pt x="12573" y="148780"/>
                  </a:lnTo>
                  <a:lnTo>
                    <a:pt x="11430" y="148400"/>
                  </a:lnTo>
                  <a:lnTo>
                    <a:pt x="8858" y="146304"/>
                  </a:lnTo>
                  <a:lnTo>
                    <a:pt x="7525" y="145542"/>
                  </a:lnTo>
                  <a:lnTo>
                    <a:pt x="5620" y="146018"/>
                  </a:lnTo>
                  <a:lnTo>
                    <a:pt x="857" y="149447"/>
                  </a:lnTo>
                  <a:lnTo>
                    <a:pt x="1143" y="151829"/>
                  </a:lnTo>
                  <a:lnTo>
                    <a:pt x="1238" y="152400"/>
                  </a:lnTo>
                  <a:lnTo>
                    <a:pt x="1143" y="152971"/>
                  </a:lnTo>
                  <a:lnTo>
                    <a:pt x="1048" y="153543"/>
                  </a:lnTo>
                  <a:lnTo>
                    <a:pt x="857" y="154019"/>
                  </a:lnTo>
                  <a:lnTo>
                    <a:pt x="381" y="154972"/>
                  </a:lnTo>
                  <a:lnTo>
                    <a:pt x="190" y="155448"/>
                  </a:lnTo>
                  <a:lnTo>
                    <a:pt x="95" y="156019"/>
                  </a:lnTo>
                  <a:lnTo>
                    <a:pt x="0" y="157258"/>
                  </a:lnTo>
                  <a:lnTo>
                    <a:pt x="95" y="157353"/>
                  </a:lnTo>
                  <a:lnTo>
                    <a:pt x="95" y="157448"/>
                  </a:lnTo>
                  <a:lnTo>
                    <a:pt x="381" y="157925"/>
                  </a:lnTo>
                  <a:lnTo>
                    <a:pt x="857" y="158591"/>
                  </a:lnTo>
                  <a:lnTo>
                    <a:pt x="1905" y="159734"/>
                  </a:lnTo>
                  <a:lnTo>
                    <a:pt x="3143" y="160782"/>
                  </a:lnTo>
                  <a:lnTo>
                    <a:pt x="3524" y="161068"/>
                  </a:lnTo>
                  <a:lnTo>
                    <a:pt x="4001" y="161258"/>
                  </a:lnTo>
                  <a:lnTo>
                    <a:pt x="10954" y="163544"/>
                  </a:lnTo>
                  <a:lnTo>
                    <a:pt x="11335" y="163830"/>
                  </a:lnTo>
                  <a:lnTo>
                    <a:pt x="11716" y="164116"/>
                  </a:lnTo>
                  <a:lnTo>
                    <a:pt x="12382" y="164783"/>
                  </a:lnTo>
                  <a:lnTo>
                    <a:pt x="12668" y="165068"/>
                  </a:lnTo>
                  <a:lnTo>
                    <a:pt x="13145" y="165354"/>
                  </a:lnTo>
                  <a:lnTo>
                    <a:pt x="13621" y="165544"/>
                  </a:lnTo>
                  <a:lnTo>
                    <a:pt x="14097" y="165735"/>
                  </a:lnTo>
                  <a:lnTo>
                    <a:pt x="15812" y="165830"/>
                  </a:lnTo>
                  <a:lnTo>
                    <a:pt x="16383" y="166021"/>
                  </a:lnTo>
                  <a:lnTo>
                    <a:pt x="18288" y="166878"/>
                  </a:lnTo>
                  <a:lnTo>
                    <a:pt x="20383" y="167545"/>
                  </a:lnTo>
                  <a:lnTo>
                    <a:pt x="21146" y="167926"/>
                  </a:lnTo>
                  <a:lnTo>
                    <a:pt x="21336" y="168116"/>
                  </a:lnTo>
                  <a:lnTo>
                    <a:pt x="21717" y="168402"/>
                  </a:lnTo>
                  <a:lnTo>
                    <a:pt x="22860" y="169640"/>
                  </a:lnTo>
                  <a:lnTo>
                    <a:pt x="23336" y="169926"/>
                  </a:lnTo>
                  <a:lnTo>
                    <a:pt x="24765" y="170688"/>
                  </a:lnTo>
                  <a:lnTo>
                    <a:pt x="25146" y="171164"/>
                  </a:lnTo>
                  <a:lnTo>
                    <a:pt x="25337" y="171831"/>
                  </a:lnTo>
                  <a:lnTo>
                    <a:pt x="25241" y="174308"/>
                  </a:lnTo>
                  <a:lnTo>
                    <a:pt x="25337" y="175069"/>
                  </a:lnTo>
                  <a:lnTo>
                    <a:pt x="25622" y="175927"/>
                  </a:lnTo>
                  <a:lnTo>
                    <a:pt x="25622" y="176498"/>
                  </a:lnTo>
                  <a:lnTo>
                    <a:pt x="25337" y="176975"/>
                  </a:lnTo>
                  <a:lnTo>
                    <a:pt x="24955" y="177355"/>
                  </a:lnTo>
                  <a:lnTo>
                    <a:pt x="24670" y="177736"/>
                  </a:lnTo>
                  <a:lnTo>
                    <a:pt x="24479" y="178689"/>
                  </a:lnTo>
                  <a:lnTo>
                    <a:pt x="24384" y="184404"/>
                  </a:lnTo>
                  <a:lnTo>
                    <a:pt x="24479" y="185547"/>
                  </a:lnTo>
                  <a:lnTo>
                    <a:pt x="24860" y="186404"/>
                  </a:lnTo>
                  <a:lnTo>
                    <a:pt x="26289" y="188595"/>
                  </a:lnTo>
                  <a:lnTo>
                    <a:pt x="26479" y="188976"/>
                  </a:lnTo>
                  <a:lnTo>
                    <a:pt x="26670" y="189357"/>
                  </a:lnTo>
                  <a:lnTo>
                    <a:pt x="26765" y="189833"/>
                  </a:lnTo>
                  <a:lnTo>
                    <a:pt x="26670" y="191262"/>
                  </a:lnTo>
                  <a:lnTo>
                    <a:pt x="25908" y="196025"/>
                  </a:lnTo>
                  <a:lnTo>
                    <a:pt x="30861" y="196691"/>
                  </a:lnTo>
                  <a:lnTo>
                    <a:pt x="32385" y="197358"/>
                  </a:lnTo>
                  <a:lnTo>
                    <a:pt x="32766" y="197739"/>
                  </a:lnTo>
                  <a:lnTo>
                    <a:pt x="33147" y="198025"/>
                  </a:lnTo>
                  <a:lnTo>
                    <a:pt x="33719" y="198215"/>
                  </a:lnTo>
                  <a:lnTo>
                    <a:pt x="39243" y="198977"/>
                  </a:lnTo>
                  <a:lnTo>
                    <a:pt x="40291" y="199549"/>
                  </a:lnTo>
                  <a:lnTo>
                    <a:pt x="40957" y="200025"/>
                  </a:lnTo>
                  <a:lnTo>
                    <a:pt x="41148" y="200406"/>
                  </a:lnTo>
                  <a:lnTo>
                    <a:pt x="41434" y="200787"/>
                  </a:lnTo>
                  <a:lnTo>
                    <a:pt x="41910" y="200977"/>
                  </a:lnTo>
                  <a:lnTo>
                    <a:pt x="42863" y="201454"/>
                  </a:lnTo>
                  <a:lnTo>
                    <a:pt x="44291" y="202692"/>
                  </a:lnTo>
                  <a:lnTo>
                    <a:pt x="46482" y="203930"/>
                  </a:lnTo>
                  <a:lnTo>
                    <a:pt x="46768" y="204216"/>
                  </a:lnTo>
                  <a:lnTo>
                    <a:pt x="47149" y="204597"/>
                  </a:lnTo>
                  <a:lnTo>
                    <a:pt x="47149" y="204692"/>
                  </a:lnTo>
                  <a:lnTo>
                    <a:pt x="47625" y="206026"/>
                  </a:lnTo>
                  <a:lnTo>
                    <a:pt x="47911" y="206407"/>
                  </a:lnTo>
                  <a:lnTo>
                    <a:pt x="48578" y="207073"/>
                  </a:lnTo>
                  <a:lnTo>
                    <a:pt x="48863" y="207454"/>
                  </a:lnTo>
                  <a:lnTo>
                    <a:pt x="49816" y="209550"/>
                  </a:lnTo>
                  <a:lnTo>
                    <a:pt x="50006" y="209836"/>
                  </a:lnTo>
                  <a:lnTo>
                    <a:pt x="50482" y="210407"/>
                  </a:lnTo>
                  <a:lnTo>
                    <a:pt x="52483" y="212312"/>
                  </a:lnTo>
                  <a:lnTo>
                    <a:pt x="53626" y="213169"/>
                  </a:lnTo>
                  <a:lnTo>
                    <a:pt x="55150" y="213836"/>
                  </a:lnTo>
                  <a:lnTo>
                    <a:pt x="56769" y="212884"/>
                  </a:lnTo>
                  <a:lnTo>
                    <a:pt x="58674" y="212503"/>
                  </a:lnTo>
                  <a:lnTo>
                    <a:pt x="60388" y="212788"/>
                  </a:lnTo>
                  <a:lnTo>
                    <a:pt x="61627" y="213836"/>
                  </a:lnTo>
                  <a:lnTo>
                    <a:pt x="64865" y="207740"/>
                  </a:lnTo>
                  <a:lnTo>
                    <a:pt x="65437" y="205359"/>
                  </a:lnTo>
                  <a:lnTo>
                    <a:pt x="68008" y="206407"/>
                  </a:lnTo>
                  <a:lnTo>
                    <a:pt x="69247" y="206597"/>
                  </a:lnTo>
                  <a:lnTo>
                    <a:pt x="70295" y="204788"/>
                  </a:lnTo>
                  <a:lnTo>
                    <a:pt x="71438" y="205454"/>
                  </a:lnTo>
                  <a:lnTo>
                    <a:pt x="73152" y="207359"/>
                  </a:lnTo>
                  <a:lnTo>
                    <a:pt x="74581" y="204311"/>
                  </a:lnTo>
                  <a:lnTo>
                    <a:pt x="77343" y="200596"/>
                  </a:lnTo>
                  <a:lnTo>
                    <a:pt x="80677" y="197834"/>
                  </a:lnTo>
                  <a:lnTo>
                    <a:pt x="83534" y="197644"/>
                  </a:lnTo>
                  <a:lnTo>
                    <a:pt x="83629" y="198215"/>
                  </a:lnTo>
                  <a:lnTo>
                    <a:pt x="82105" y="199072"/>
                  </a:lnTo>
                  <a:lnTo>
                    <a:pt x="79534" y="201549"/>
                  </a:lnTo>
                  <a:lnTo>
                    <a:pt x="79248" y="202025"/>
                  </a:lnTo>
                  <a:lnTo>
                    <a:pt x="78962" y="202501"/>
                  </a:lnTo>
                  <a:lnTo>
                    <a:pt x="78867" y="203168"/>
                  </a:lnTo>
                  <a:lnTo>
                    <a:pt x="78962" y="203644"/>
                  </a:lnTo>
                  <a:lnTo>
                    <a:pt x="79343" y="204025"/>
                  </a:lnTo>
                  <a:lnTo>
                    <a:pt x="79820" y="204502"/>
                  </a:lnTo>
                  <a:lnTo>
                    <a:pt x="79915" y="204597"/>
                  </a:lnTo>
                  <a:lnTo>
                    <a:pt x="79915" y="204692"/>
                  </a:lnTo>
                  <a:lnTo>
                    <a:pt x="79724" y="206311"/>
                  </a:lnTo>
                  <a:lnTo>
                    <a:pt x="78962" y="208883"/>
                  </a:lnTo>
                  <a:lnTo>
                    <a:pt x="78772" y="210121"/>
                  </a:lnTo>
                  <a:lnTo>
                    <a:pt x="78772" y="211074"/>
                  </a:lnTo>
                  <a:lnTo>
                    <a:pt x="78962" y="211455"/>
                  </a:lnTo>
                  <a:lnTo>
                    <a:pt x="79915" y="212503"/>
                  </a:lnTo>
                  <a:lnTo>
                    <a:pt x="80201" y="212884"/>
                  </a:lnTo>
                  <a:lnTo>
                    <a:pt x="80391" y="213265"/>
                  </a:lnTo>
                  <a:lnTo>
                    <a:pt x="80963" y="214598"/>
                  </a:lnTo>
                  <a:lnTo>
                    <a:pt x="81248" y="216884"/>
                  </a:lnTo>
                  <a:lnTo>
                    <a:pt x="81439" y="222599"/>
                  </a:lnTo>
                  <a:lnTo>
                    <a:pt x="81629" y="223742"/>
                  </a:lnTo>
                  <a:lnTo>
                    <a:pt x="82201" y="225647"/>
                  </a:lnTo>
                  <a:lnTo>
                    <a:pt x="82772" y="226981"/>
                  </a:lnTo>
                  <a:lnTo>
                    <a:pt x="82868" y="227362"/>
                  </a:lnTo>
                  <a:lnTo>
                    <a:pt x="83058" y="228124"/>
                  </a:lnTo>
                  <a:lnTo>
                    <a:pt x="84106" y="249364"/>
                  </a:lnTo>
                  <a:lnTo>
                    <a:pt x="84011" y="250126"/>
                  </a:lnTo>
                  <a:lnTo>
                    <a:pt x="83915" y="250698"/>
                  </a:lnTo>
                  <a:lnTo>
                    <a:pt x="83725" y="251460"/>
                  </a:lnTo>
                  <a:lnTo>
                    <a:pt x="83629" y="251746"/>
                  </a:lnTo>
                  <a:lnTo>
                    <a:pt x="83534" y="251936"/>
                  </a:lnTo>
                  <a:lnTo>
                    <a:pt x="82963" y="253936"/>
                  </a:lnTo>
                  <a:lnTo>
                    <a:pt x="82010" y="262318"/>
                  </a:lnTo>
                  <a:lnTo>
                    <a:pt x="82391" y="268605"/>
                  </a:lnTo>
                  <a:lnTo>
                    <a:pt x="82201" y="270034"/>
                  </a:lnTo>
                  <a:lnTo>
                    <a:pt x="82010" y="270891"/>
                  </a:lnTo>
                  <a:lnTo>
                    <a:pt x="81629" y="271177"/>
                  </a:lnTo>
                  <a:lnTo>
                    <a:pt x="81248" y="271367"/>
                  </a:lnTo>
                  <a:lnTo>
                    <a:pt x="80201" y="271653"/>
                  </a:lnTo>
                  <a:lnTo>
                    <a:pt x="79153" y="271748"/>
                  </a:lnTo>
                  <a:lnTo>
                    <a:pt x="76581" y="271558"/>
                  </a:lnTo>
                  <a:lnTo>
                    <a:pt x="73057" y="270796"/>
                  </a:lnTo>
                  <a:lnTo>
                    <a:pt x="70771" y="270700"/>
                  </a:lnTo>
                  <a:lnTo>
                    <a:pt x="70199" y="270700"/>
                  </a:lnTo>
                  <a:lnTo>
                    <a:pt x="69723" y="270891"/>
                  </a:lnTo>
                  <a:lnTo>
                    <a:pt x="68961" y="271367"/>
                  </a:lnTo>
                  <a:lnTo>
                    <a:pt x="68485" y="271463"/>
                  </a:lnTo>
                  <a:lnTo>
                    <a:pt x="67913" y="271558"/>
                  </a:lnTo>
                  <a:lnTo>
                    <a:pt x="66104" y="271367"/>
                  </a:lnTo>
                  <a:lnTo>
                    <a:pt x="64961" y="271367"/>
                  </a:lnTo>
                  <a:lnTo>
                    <a:pt x="62960" y="271843"/>
                  </a:lnTo>
                  <a:lnTo>
                    <a:pt x="56483" y="274796"/>
                  </a:lnTo>
                  <a:lnTo>
                    <a:pt x="56197" y="275082"/>
                  </a:lnTo>
                  <a:lnTo>
                    <a:pt x="55054" y="276130"/>
                  </a:lnTo>
                  <a:lnTo>
                    <a:pt x="54673" y="276415"/>
                  </a:lnTo>
                  <a:lnTo>
                    <a:pt x="54293" y="276511"/>
                  </a:lnTo>
                  <a:lnTo>
                    <a:pt x="53816" y="276415"/>
                  </a:lnTo>
                  <a:lnTo>
                    <a:pt x="53435" y="276225"/>
                  </a:lnTo>
                  <a:lnTo>
                    <a:pt x="52959" y="276130"/>
                  </a:lnTo>
                  <a:lnTo>
                    <a:pt x="52483" y="276320"/>
                  </a:lnTo>
                  <a:lnTo>
                    <a:pt x="50959" y="278606"/>
                  </a:lnTo>
                  <a:lnTo>
                    <a:pt x="50006" y="279749"/>
                  </a:lnTo>
                  <a:lnTo>
                    <a:pt x="48958" y="281368"/>
                  </a:lnTo>
                  <a:lnTo>
                    <a:pt x="48578" y="282130"/>
                  </a:lnTo>
                  <a:lnTo>
                    <a:pt x="48387" y="282797"/>
                  </a:lnTo>
                  <a:lnTo>
                    <a:pt x="47720" y="285845"/>
                  </a:lnTo>
                  <a:lnTo>
                    <a:pt x="47435" y="286607"/>
                  </a:lnTo>
                  <a:lnTo>
                    <a:pt x="47149" y="287179"/>
                  </a:lnTo>
                  <a:lnTo>
                    <a:pt x="46863" y="287560"/>
                  </a:lnTo>
                  <a:lnTo>
                    <a:pt x="43434" y="293656"/>
                  </a:lnTo>
                  <a:lnTo>
                    <a:pt x="41815" y="295561"/>
                  </a:lnTo>
                  <a:lnTo>
                    <a:pt x="41434" y="296132"/>
                  </a:lnTo>
                  <a:lnTo>
                    <a:pt x="41243" y="296799"/>
                  </a:lnTo>
                  <a:lnTo>
                    <a:pt x="41148" y="297275"/>
                  </a:lnTo>
                  <a:lnTo>
                    <a:pt x="41053" y="298323"/>
                  </a:lnTo>
                  <a:lnTo>
                    <a:pt x="41053" y="298513"/>
                  </a:lnTo>
                  <a:lnTo>
                    <a:pt x="41338" y="299466"/>
                  </a:lnTo>
                  <a:lnTo>
                    <a:pt x="41243" y="301180"/>
                  </a:lnTo>
                  <a:lnTo>
                    <a:pt x="39814" y="306134"/>
                  </a:lnTo>
                  <a:lnTo>
                    <a:pt x="39814" y="310896"/>
                  </a:lnTo>
                  <a:lnTo>
                    <a:pt x="40386" y="312325"/>
                  </a:lnTo>
                  <a:lnTo>
                    <a:pt x="40862" y="312610"/>
                  </a:lnTo>
                  <a:lnTo>
                    <a:pt x="43148" y="313277"/>
                  </a:lnTo>
                  <a:lnTo>
                    <a:pt x="43815" y="313753"/>
                  </a:lnTo>
                  <a:lnTo>
                    <a:pt x="44863" y="314611"/>
                  </a:lnTo>
                  <a:lnTo>
                    <a:pt x="45339" y="315277"/>
                  </a:lnTo>
                  <a:lnTo>
                    <a:pt x="45625" y="315849"/>
                  </a:lnTo>
                  <a:lnTo>
                    <a:pt x="46291" y="318325"/>
                  </a:lnTo>
                  <a:lnTo>
                    <a:pt x="46482" y="318897"/>
                  </a:lnTo>
                  <a:lnTo>
                    <a:pt x="46768" y="319278"/>
                  </a:lnTo>
                  <a:lnTo>
                    <a:pt x="47054" y="319468"/>
                  </a:lnTo>
                  <a:lnTo>
                    <a:pt x="48387" y="320040"/>
                  </a:lnTo>
                  <a:lnTo>
                    <a:pt x="49721" y="320992"/>
                  </a:lnTo>
                  <a:lnTo>
                    <a:pt x="50863" y="322040"/>
                  </a:lnTo>
                  <a:lnTo>
                    <a:pt x="51340" y="322707"/>
                  </a:lnTo>
                  <a:lnTo>
                    <a:pt x="51721" y="323278"/>
                  </a:lnTo>
                  <a:lnTo>
                    <a:pt x="52197" y="324612"/>
                  </a:lnTo>
                  <a:lnTo>
                    <a:pt x="53912" y="327946"/>
                  </a:lnTo>
                  <a:lnTo>
                    <a:pt x="54769" y="329089"/>
                  </a:lnTo>
                  <a:lnTo>
                    <a:pt x="55436" y="329756"/>
                  </a:lnTo>
                  <a:lnTo>
                    <a:pt x="56007" y="329946"/>
                  </a:lnTo>
                  <a:lnTo>
                    <a:pt x="56579" y="330041"/>
                  </a:lnTo>
                  <a:lnTo>
                    <a:pt x="57055" y="330041"/>
                  </a:lnTo>
                  <a:lnTo>
                    <a:pt x="57531" y="329946"/>
                  </a:lnTo>
                  <a:lnTo>
                    <a:pt x="57912" y="329660"/>
                  </a:lnTo>
                  <a:lnTo>
                    <a:pt x="58103" y="329184"/>
                  </a:lnTo>
                  <a:lnTo>
                    <a:pt x="58293" y="328612"/>
                  </a:lnTo>
                  <a:lnTo>
                    <a:pt x="58388" y="328041"/>
                  </a:lnTo>
                  <a:lnTo>
                    <a:pt x="58674" y="326993"/>
                  </a:lnTo>
                  <a:lnTo>
                    <a:pt x="58864" y="326517"/>
                  </a:lnTo>
                  <a:lnTo>
                    <a:pt x="59341" y="325565"/>
                  </a:lnTo>
                  <a:lnTo>
                    <a:pt x="59817" y="324802"/>
                  </a:lnTo>
                  <a:lnTo>
                    <a:pt x="60198" y="324421"/>
                  </a:lnTo>
                  <a:lnTo>
                    <a:pt x="60579" y="324231"/>
                  </a:lnTo>
                  <a:lnTo>
                    <a:pt x="61055" y="324041"/>
                  </a:lnTo>
                  <a:lnTo>
                    <a:pt x="61627" y="324136"/>
                  </a:lnTo>
                  <a:lnTo>
                    <a:pt x="62389" y="324326"/>
                  </a:lnTo>
                  <a:lnTo>
                    <a:pt x="63437" y="324802"/>
                  </a:lnTo>
                  <a:lnTo>
                    <a:pt x="65056" y="325660"/>
                  </a:lnTo>
                  <a:lnTo>
                    <a:pt x="66770" y="326993"/>
                  </a:lnTo>
                  <a:lnTo>
                    <a:pt x="71342" y="331565"/>
                  </a:lnTo>
                  <a:lnTo>
                    <a:pt x="73343" y="333089"/>
                  </a:lnTo>
                  <a:lnTo>
                    <a:pt x="74486" y="333375"/>
                  </a:lnTo>
                  <a:lnTo>
                    <a:pt x="75057" y="333375"/>
                  </a:lnTo>
                  <a:lnTo>
                    <a:pt x="75629" y="333375"/>
                  </a:lnTo>
                  <a:lnTo>
                    <a:pt x="76105" y="333280"/>
                  </a:lnTo>
                  <a:lnTo>
                    <a:pt x="77438" y="332613"/>
                  </a:lnTo>
                  <a:lnTo>
                    <a:pt x="77914" y="332518"/>
                  </a:lnTo>
                  <a:lnTo>
                    <a:pt x="78581" y="332423"/>
                  </a:lnTo>
                  <a:lnTo>
                    <a:pt x="79534" y="332613"/>
                  </a:lnTo>
                  <a:lnTo>
                    <a:pt x="80010" y="332899"/>
                  </a:lnTo>
                  <a:lnTo>
                    <a:pt x="80486" y="333280"/>
                  </a:lnTo>
                  <a:lnTo>
                    <a:pt x="80677" y="333661"/>
                  </a:lnTo>
                  <a:lnTo>
                    <a:pt x="80867" y="334137"/>
                  </a:lnTo>
                  <a:lnTo>
                    <a:pt x="81058" y="334613"/>
                  </a:lnTo>
                  <a:lnTo>
                    <a:pt x="81058" y="335090"/>
                  </a:lnTo>
                  <a:lnTo>
                    <a:pt x="81344" y="335756"/>
                  </a:lnTo>
                  <a:lnTo>
                    <a:pt x="81915" y="336518"/>
                  </a:lnTo>
                  <a:lnTo>
                    <a:pt x="83915" y="338423"/>
                  </a:lnTo>
                  <a:lnTo>
                    <a:pt x="84296" y="338995"/>
                  </a:lnTo>
                  <a:lnTo>
                    <a:pt x="84391" y="339471"/>
                  </a:lnTo>
                  <a:lnTo>
                    <a:pt x="84391" y="340709"/>
                  </a:lnTo>
                  <a:lnTo>
                    <a:pt x="84582" y="341376"/>
                  </a:lnTo>
                  <a:lnTo>
                    <a:pt x="85058" y="341662"/>
                  </a:lnTo>
                  <a:lnTo>
                    <a:pt x="85630" y="341757"/>
                  </a:lnTo>
                  <a:lnTo>
                    <a:pt x="86582" y="341567"/>
                  </a:lnTo>
                  <a:lnTo>
                    <a:pt x="87058" y="341376"/>
                  </a:lnTo>
                  <a:lnTo>
                    <a:pt x="89059" y="340900"/>
                  </a:lnTo>
                  <a:lnTo>
                    <a:pt x="90202" y="341090"/>
                  </a:lnTo>
                  <a:lnTo>
                    <a:pt x="92678" y="342043"/>
                  </a:lnTo>
                  <a:lnTo>
                    <a:pt x="93059" y="344710"/>
                  </a:lnTo>
                  <a:lnTo>
                    <a:pt x="92773" y="345948"/>
                  </a:lnTo>
                  <a:lnTo>
                    <a:pt x="92583" y="346424"/>
                  </a:lnTo>
                  <a:lnTo>
                    <a:pt x="91726" y="347758"/>
                  </a:lnTo>
                  <a:lnTo>
                    <a:pt x="91249" y="348234"/>
                  </a:lnTo>
                  <a:lnTo>
                    <a:pt x="88487" y="350520"/>
                  </a:lnTo>
                  <a:lnTo>
                    <a:pt x="85915" y="353092"/>
                  </a:lnTo>
                  <a:lnTo>
                    <a:pt x="85344" y="353568"/>
                  </a:lnTo>
                  <a:lnTo>
                    <a:pt x="84391" y="353854"/>
                  </a:lnTo>
                  <a:lnTo>
                    <a:pt x="82868" y="354235"/>
                  </a:lnTo>
                  <a:lnTo>
                    <a:pt x="81344" y="355187"/>
                  </a:lnTo>
                  <a:lnTo>
                    <a:pt x="79820" y="356425"/>
                  </a:lnTo>
                  <a:lnTo>
                    <a:pt x="79057" y="357187"/>
                  </a:lnTo>
                  <a:lnTo>
                    <a:pt x="78581" y="357854"/>
                  </a:lnTo>
                  <a:lnTo>
                    <a:pt x="78391" y="358331"/>
                  </a:lnTo>
                  <a:lnTo>
                    <a:pt x="78200" y="359474"/>
                  </a:lnTo>
                  <a:lnTo>
                    <a:pt x="78296" y="360521"/>
                  </a:lnTo>
                  <a:lnTo>
                    <a:pt x="78581" y="361569"/>
                  </a:lnTo>
                  <a:lnTo>
                    <a:pt x="79057" y="362902"/>
                  </a:lnTo>
                  <a:lnTo>
                    <a:pt x="79153" y="363379"/>
                  </a:lnTo>
                  <a:lnTo>
                    <a:pt x="79153" y="363855"/>
                  </a:lnTo>
                  <a:lnTo>
                    <a:pt x="78867" y="364903"/>
                  </a:lnTo>
                  <a:lnTo>
                    <a:pt x="78486" y="365379"/>
                  </a:lnTo>
                  <a:lnTo>
                    <a:pt x="78105" y="365855"/>
                  </a:lnTo>
                  <a:lnTo>
                    <a:pt x="77724" y="366046"/>
                  </a:lnTo>
                  <a:lnTo>
                    <a:pt x="77248" y="366141"/>
                  </a:lnTo>
                  <a:lnTo>
                    <a:pt x="76676" y="366236"/>
                  </a:lnTo>
                  <a:lnTo>
                    <a:pt x="76105" y="366141"/>
                  </a:lnTo>
                  <a:lnTo>
                    <a:pt x="75629" y="366046"/>
                  </a:lnTo>
                  <a:lnTo>
                    <a:pt x="74771" y="365760"/>
                  </a:lnTo>
                  <a:lnTo>
                    <a:pt x="74390" y="365760"/>
                  </a:lnTo>
                  <a:lnTo>
                    <a:pt x="73723" y="365855"/>
                  </a:lnTo>
                  <a:lnTo>
                    <a:pt x="72866" y="366427"/>
                  </a:lnTo>
                  <a:lnTo>
                    <a:pt x="72390" y="366808"/>
                  </a:lnTo>
                  <a:lnTo>
                    <a:pt x="72009" y="367284"/>
                  </a:lnTo>
                  <a:lnTo>
                    <a:pt x="71914" y="367665"/>
                  </a:lnTo>
                  <a:lnTo>
                    <a:pt x="71723" y="369189"/>
                  </a:lnTo>
                  <a:lnTo>
                    <a:pt x="71438" y="370332"/>
                  </a:lnTo>
                  <a:lnTo>
                    <a:pt x="71247" y="371666"/>
                  </a:lnTo>
                  <a:lnTo>
                    <a:pt x="71247" y="372523"/>
                  </a:lnTo>
                  <a:lnTo>
                    <a:pt x="71247" y="373285"/>
                  </a:lnTo>
                  <a:lnTo>
                    <a:pt x="71342" y="373856"/>
                  </a:lnTo>
                  <a:lnTo>
                    <a:pt x="72104" y="375571"/>
                  </a:lnTo>
                  <a:lnTo>
                    <a:pt x="73057" y="377095"/>
                  </a:lnTo>
                  <a:lnTo>
                    <a:pt x="73628" y="377761"/>
                  </a:lnTo>
                  <a:lnTo>
                    <a:pt x="75057" y="379095"/>
                  </a:lnTo>
                  <a:lnTo>
                    <a:pt x="75343" y="379476"/>
                  </a:lnTo>
                  <a:lnTo>
                    <a:pt x="75533" y="379857"/>
                  </a:lnTo>
                  <a:lnTo>
                    <a:pt x="75724" y="380333"/>
                  </a:lnTo>
                  <a:lnTo>
                    <a:pt x="76010" y="381857"/>
                  </a:lnTo>
                  <a:lnTo>
                    <a:pt x="76200" y="382238"/>
                  </a:lnTo>
                  <a:lnTo>
                    <a:pt x="76581" y="382524"/>
                  </a:lnTo>
                  <a:lnTo>
                    <a:pt x="77057" y="382619"/>
                  </a:lnTo>
                  <a:lnTo>
                    <a:pt x="78200" y="382715"/>
                  </a:lnTo>
                  <a:lnTo>
                    <a:pt x="78772" y="382905"/>
                  </a:lnTo>
                  <a:lnTo>
                    <a:pt x="79248" y="383095"/>
                  </a:lnTo>
                  <a:lnTo>
                    <a:pt x="79629" y="383381"/>
                  </a:lnTo>
                  <a:lnTo>
                    <a:pt x="80296" y="383953"/>
                  </a:lnTo>
                  <a:lnTo>
                    <a:pt x="83915" y="388715"/>
                  </a:lnTo>
                  <a:lnTo>
                    <a:pt x="85154" y="390716"/>
                  </a:lnTo>
                  <a:lnTo>
                    <a:pt x="85630" y="392335"/>
                  </a:lnTo>
                  <a:lnTo>
                    <a:pt x="85725" y="393097"/>
                  </a:lnTo>
                  <a:lnTo>
                    <a:pt x="85820" y="394716"/>
                  </a:lnTo>
                  <a:lnTo>
                    <a:pt x="85725" y="395573"/>
                  </a:lnTo>
                  <a:lnTo>
                    <a:pt x="85535" y="396240"/>
                  </a:lnTo>
                  <a:lnTo>
                    <a:pt x="85344" y="396621"/>
                  </a:lnTo>
                  <a:lnTo>
                    <a:pt x="84963" y="396907"/>
                  </a:lnTo>
                  <a:lnTo>
                    <a:pt x="84296" y="397478"/>
                  </a:lnTo>
                  <a:lnTo>
                    <a:pt x="81439" y="399098"/>
                  </a:lnTo>
                  <a:lnTo>
                    <a:pt x="81058" y="399574"/>
                  </a:lnTo>
                  <a:lnTo>
                    <a:pt x="80581" y="400145"/>
                  </a:lnTo>
                  <a:lnTo>
                    <a:pt x="80010" y="401384"/>
                  </a:lnTo>
                  <a:lnTo>
                    <a:pt x="79915" y="402050"/>
                  </a:lnTo>
                  <a:lnTo>
                    <a:pt x="80010" y="402717"/>
                  </a:lnTo>
                  <a:lnTo>
                    <a:pt x="80486" y="403479"/>
                  </a:lnTo>
                  <a:lnTo>
                    <a:pt x="81344" y="404527"/>
                  </a:lnTo>
                  <a:lnTo>
                    <a:pt x="81534" y="405098"/>
                  </a:lnTo>
                  <a:lnTo>
                    <a:pt x="81820" y="405860"/>
                  </a:lnTo>
                  <a:lnTo>
                    <a:pt x="82010" y="407194"/>
                  </a:lnTo>
                  <a:lnTo>
                    <a:pt x="82391" y="407765"/>
                  </a:lnTo>
                  <a:lnTo>
                    <a:pt x="82868" y="408242"/>
                  </a:lnTo>
                  <a:lnTo>
                    <a:pt x="84963" y="408908"/>
                  </a:lnTo>
                  <a:lnTo>
                    <a:pt x="86678" y="409861"/>
                  </a:lnTo>
                  <a:lnTo>
                    <a:pt x="86963" y="410146"/>
                  </a:lnTo>
                  <a:lnTo>
                    <a:pt x="87249" y="410527"/>
                  </a:lnTo>
                  <a:lnTo>
                    <a:pt x="87439" y="411004"/>
                  </a:lnTo>
                  <a:lnTo>
                    <a:pt x="88011" y="412813"/>
                  </a:lnTo>
                  <a:lnTo>
                    <a:pt x="88297" y="413194"/>
                  </a:lnTo>
                  <a:lnTo>
                    <a:pt x="88582" y="413480"/>
                  </a:lnTo>
                  <a:lnTo>
                    <a:pt x="91630" y="415195"/>
                  </a:lnTo>
                  <a:lnTo>
                    <a:pt x="92297" y="415766"/>
                  </a:lnTo>
                  <a:lnTo>
                    <a:pt x="92869" y="416528"/>
                  </a:lnTo>
                  <a:lnTo>
                    <a:pt x="93154" y="416909"/>
                  </a:lnTo>
                  <a:lnTo>
                    <a:pt x="93345" y="417671"/>
                  </a:lnTo>
                  <a:lnTo>
                    <a:pt x="94202" y="423577"/>
                  </a:lnTo>
                  <a:lnTo>
                    <a:pt x="94869" y="424625"/>
                  </a:lnTo>
                  <a:lnTo>
                    <a:pt x="94964" y="424910"/>
                  </a:lnTo>
                  <a:lnTo>
                    <a:pt x="95060" y="425386"/>
                  </a:lnTo>
                  <a:lnTo>
                    <a:pt x="95536" y="428339"/>
                  </a:lnTo>
                  <a:lnTo>
                    <a:pt x="95917" y="430054"/>
                  </a:lnTo>
                  <a:lnTo>
                    <a:pt x="96393" y="432911"/>
                  </a:lnTo>
                  <a:lnTo>
                    <a:pt x="96298" y="433768"/>
                  </a:lnTo>
                  <a:lnTo>
                    <a:pt x="95631" y="437578"/>
                  </a:lnTo>
                  <a:lnTo>
                    <a:pt x="95536" y="438531"/>
                  </a:lnTo>
                  <a:lnTo>
                    <a:pt x="95631" y="439198"/>
                  </a:lnTo>
                  <a:lnTo>
                    <a:pt x="96012" y="439960"/>
                  </a:lnTo>
                  <a:lnTo>
                    <a:pt x="96107" y="440150"/>
                  </a:lnTo>
                  <a:lnTo>
                    <a:pt x="99060" y="443579"/>
                  </a:lnTo>
                  <a:lnTo>
                    <a:pt x="99346" y="444151"/>
                  </a:lnTo>
                  <a:lnTo>
                    <a:pt x="99727" y="445199"/>
                  </a:lnTo>
                  <a:lnTo>
                    <a:pt x="99917" y="445675"/>
                  </a:lnTo>
                  <a:lnTo>
                    <a:pt x="99917" y="445960"/>
                  </a:lnTo>
                  <a:lnTo>
                    <a:pt x="99917" y="446342"/>
                  </a:lnTo>
                  <a:lnTo>
                    <a:pt x="99536" y="447484"/>
                  </a:lnTo>
                  <a:lnTo>
                    <a:pt x="99441" y="448627"/>
                  </a:lnTo>
                  <a:lnTo>
                    <a:pt x="99822" y="451866"/>
                  </a:lnTo>
                  <a:lnTo>
                    <a:pt x="100013" y="452533"/>
                  </a:lnTo>
                  <a:lnTo>
                    <a:pt x="100584" y="453676"/>
                  </a:lnTo>
                  <a:lnTo>
                    <a:pt x="101632" y="456628"/>
                  </a:lnTo>
                  <a:lnTo>
                    <a:pt x="106394" y="457295"/>
                  </a:lnTo>
                  <a:lnTo>
                    <a:pt x="108776" y="457295"/>
                  </a:lnTo>
                  <a:lnTo>
                    <a:pt x="111157" y="456628"/>
                  </a:lnTo>
                  <a:lnTo>
                    <a:pt x="113729" y="454819"/>
                  </a:lnTo>
                  <a:lnTo>
                    <a:pt x="118396" y="450247"/>
                  </a:lnTo>
                  <a:lnTo>
                    <a:pt x="121063" y="448627"/>
                  </a:lnTo>
                  <a:lnTo>
                    <a:pt x="123063" y="448151"/>
                  </a:lnTo>
                  <a:lnTo>
                    <a:pt x="127254" y="448246"/>
                  </a:lnTo>
                  <a:lnTo>
                    <a:pt x="129254" y="447866"/>
                  </a:lnTo>
                  <a:lnTo>
                    <a:pt x="130969" y="446913"/>
                  </a:lnTo>
                  <a:lnTo>
                    <a:pt x="132016" y="445770"/>
                  </a:lnTo>
                  <a:lnTo>
                    <a:pt x="132779" y="444246"/>
                  </a:lnTo>
                  <a:lnTo>
                    <a:pt x="133731" y="441484"/>
                  </a:lnTo>
                  <a:lnTo>
                    <a:pt x="135255" y="439388"/>
                  </a:lnTo>
                  <a:lnTo>
                    <a:pt x="135922" y="438055"/>
                  </a:lnTo>
                  <a:lnTo>
                    <a:pt x="136207" y="437674"/>
                  </a:lnTo>
                  <a:lnTo>
                    <a:pt x="136874" y="437007"/>
                  </a:lnTo>
                  <a:lnTo>
                    <a:pt x="137255" y="436721"/>
                  </a:lnTo>
                  <a:lnTo>
                    <a:pt x="137351" y="436245"/>
                  </a:lnTo>
                  <a:lnTo>
                    <a:pt x="138303" y="435578"/>
                  </a:lnTo>
                  <a:lnTo>
                    <a:pt x="140779" y="433292"/>
                  </a:lnTo>
                  <a:lnTo>
                    <a:pt x="141922" y="432625"/>
                  </a:lnTo>
                  <a:lnTo>
                    <a:pt x="142875" y="432435"/>
                  </a:lnTo>
                  <a:lnTo>
                    <a:pt x="145066" y="432244"/>
                  </a:lnTo>
                  <a:lnTo>
                    <a:pt x="146018" y="432054"/>
                  </a:lnTo>
                  <a:lnTo>
                    <a:pt x="147161" y="432530"/>
                  </a:lnTo>
                  <a:lnTo>
                    <a:pt x="148971" y="432721"/>
                  </a:lnTo>
                  <a:lnTo>
                    <a:pt x="152019" y="434340"/>
                  </a:lnTo>
                  <a:lnTo>
                    <a:pt x="153162" y="435197"/>
                  </a:lnTo>
                  <a:lnTo>
                    <a:pt x="159734" y="442150"/>
                  </a:lnTo>
                  <a:lnTo>
                    <a:pt x="160211" y="442817"/>
                  </a:lnTo>
                  <a:lnTo>
                    <a:pt x="160496" y="443293"/>
                  </a:lnTo>
                  <a:lnTo>
                    <a:pt x="160687" y="443770"/>
                  </a:lnTo>
                  <a:lnTo>
                    <a:pt x="160782" y="444532"/>
                  </a:lnTo>
                  <a:lnTo>
                    <a:pt x="160782" y="445199"/>
                  </a:lnTo>
                  <a:lnTo>
                    <a:pt x="160687" y="445770"/>
                  </a:lnTo>
                  <a:lnTo>
                    <a:pt x="158972" y="450913"/>
                  </a:lnTo>
                  <a:lnTo>
                    <a:pt x="153638" y="459581"/>
                  </a:lnTo>
                  <a:lnTo>
                    <a:pt x="153353" y="459962"/>
                  </a:lnTo>
                  <a:lnTo>
                    <a:pt x="153067" y="460248"/>
                  </a:lnTo>
                  <a:lnTo>
                    <a:pt x="152686" y="460438"/>
                  </a:lnTo>
                  <a:lnTo>
                    <a:pt x="152210" y="460438"/>
                  </a:lnTo>
                  <a:lnTo>
                    <a:pt x="151924" y="460248"/>
                  </a:lnTo>
                  <a:lnTo>
                    <a:pt x="151638" y="459867"/>
                  </a:lnTo>
                  <a:lnTo>
                    <a:pt x="151257" y="459581"/>
                  </a:lnTo>
                  <a:lnTo>
                    <a:pt x="150781" y="459486"/>
                  </a:lnTo>
                  <a:lnTo>
                    <a:pt x="150304" y="459486"/>
                  </a:lnTo>
                  <a:lnTo>
                    <a:pt x="149828" y="459581"/>
                  </a:lnTo>
                  <a:lnTo>
                    <a:pt x="149447" y="459867"/>
                  </a:lnTo>
                  <a:lnTo>
                    <a:pt x="149162" y="460248"/>
                  </a:lnTo>
                  <a:lnTo>
                    <a:pt x="148971" y="460629"/>
                  </a:lnTo>
                  <a:lnTo>
                    <a:pt x="148209" y="462725"/>
                  </a:lnTo>
                  <a:lnTo>
                    <a:pt x="148019" y="463106"/>
                  </a:lnTo>
                  <a:lnTo>
                    <a:pt x="147638" y="463391"/>
                  </a:lnTo>
                  <a:lnTo>
                    <a:pt x="147256" y="463391"/>
                  </a:lnTo>
                  <a:lnTo>
                    <a:pt x="146780" y="463296"/>
                  </a:lnTo>
                  <a:lnTo>
                    <a:pt x="146018" y="462820"/>
                  </a:lnTo>
                  <a:lnTo>
                    <a:pt x="145542" y="462629"/>
                  </a:lnTo>
                  <a:lnTo>
                    <a:pt x="144971" y="462534"/>
                  </a:lnTo>
                  <a:lnTo>
                    <a:pt x="144399" y="463010"/>
                  </a:lnTo>
                  <a:lnTo>
                    <a:pt x="143828" y="464058"/>
                  </a:lnTo>
                  <a:lnTo>
                    <a:pt x="142494" y="468820"/>
                  </a:lnTo>
                  <a:lnTo>
                    <a:pt x="141732" y="470249"/>
                  </a:lnTo>
                  <a:lnTo>
                    <a:pt x="141637" y="470821"/>
                  </a:lnTo>
                  <a:lnTo>
                    <a:pt x="141732" y="471392"/>
                  </a:lnTo>
                  <a:lnTo>
                    <a:pt x="141922" y="471773"/>
                  </a:lnTo>
                  <a:lnTo>
                    <a:pt x="142208" y="472154"/>
                  </a:lnTo>
                  <a:lnTo>
                    <a:pt x="143065" y="473011"/>
                  </a:lnTo>
                  <a:lnTo>
                    <a:pt x="145256" y="474535"/>
                  </a:lnTo>
                  <a:lnTo>
                    <a:pt x="146209" y="475774"/>
                  </a:lnTo>
                  <a:lnTo>
                    <a:pt x="146780" y="476631"/>
                  </a:lnTo>
                  <a:lnTo>
                    <a:pt x="147828" y="478250"/>
                  </a:lnTo>
                  <a:lnTo>
                    <a:pt x="148590" y="478822"/>
                  </a:lnTo>
                  <a:lnTo>
                    <a:pt x="149257" y="479012"/>
                  </a:lnTo>
                  <a:lnTo>
                    <a:pt x="149733" y="478917"/>
                  </a:lnTo>
                  <a:lnTo>
                    <a:pt x="150114" y="478726"/>
                  </a:lnTo>
                  <a:lnTo>
                    <a:pt x="150400" y="478345"/>
                  </a:lnTo>
                  <a:lnTo>
                    <a:pt x="150590" y="477965"/>
                  </a:lnTo>
                  <a:lnTo>
                    <a:pt x="150590" y="477679"/>
                  </a:lnTo>
                  <a:lnTo>
                    <a:pt x="150781" y="477202"/>
                  </a:lnTo>
                  <a:lnTo>
                    <a:pt x="151066" y="476821"/>
                  </a:lnTo>
                  <a:lnTo>
                    <a:pt x="151924" y="476536"/>
                  </a:lnTo>
                  <a:lnTo>
                    <a:pt x="152400" y="476631"/>
                  </a:lnTo>
                  <a:lnTo>
                    <a:pt x="152876" y="476821"/>
                  </a:lnTo>
                  <a:lnTo>
                    <a:pt x="155067" y="478536"/>
                  </a:lnTo>
                  <a:lnTo>
                    <a:pt x="155734" y="478917"/>
                  </a:lnTo>
                  <a:lnTo>
                    <a:pt x="156496" y="479012"/>
                  </a:lnTo>
                  <a:lnTo>
                    <a:pt x="158782" y="478822"/>
                  </a:lnTo>
                  <a:lnTo>
                    <a:pt x="159448" y="478726"/>
                  </a:lnTo>
                  <a:lnTo>
                    <a:pt x="159925" y="478536"/>
                  </a:lnTo>
                  <a:lnTo>
                    <a:pt x="160306" y="478250"/>
                  </a:lnTo>
                  <a:lnTo>
                    <a:pt x="160877" y="477488"/>
                  </a:lnTo>
                  <a:lnTo>
                    <a:pt x="164116" y="472821"/>
                  </a:lnTo>
                  <a:lnTo>
                    <a:pt x="166211" y="469011"/>
                  </a:lnTo>
                  <a:lnTo>
                    <a:pt x="166878" y="468249"/>
                  </a:lnTo>
                  <a:lnTo>
                    <a:pt x="167164" y="467963"/>
                  </a:lnTo>
                  <a:lnTo>
                    <a:pt x="168402" y="467296"/>
                  </a:lnTo>
                  <a:lnTo>
                    <a:pt x="171736" y="465868"/>
                  </a:lnTo>
                  <a:lnTo>
                    <a:pt x="176117" y="463772"/>
                  </a:lnTo>
                  <a:lnTo>
                    <a:pt x="176689" y="463296"/>
                  </a:lnTo>
                  <a:lnTo>
                    <a:pt x="177260" y="462629"/>
                  </a:lnTo>
                  <a:lnTo>
                    <a:pt x="177260" y="462058"/>
                  </a:lnTo>
                  <a:lnTo>
                    <a:pt x="177165" y="461582"/>
                  </a:lnTo>
                  <a:lnTo>
                    <a:pt x="177165" y="460819"/>
                  </a:lnTo>
                  <a:lnTo>
                    <a:pt x="177355" y="459962"/>
                  </a:lnTo>
                  <a:lnTo>
                    <a:pt x="178118" y="458343"/>
                  </a:lnTo>
                  <a:lnTo>
                    <a:pt x="178308" y="457486"/>
                  </a:lnTo>
                  <a:lnTo>
                    <a:pt x="178308" y="456819"/>
                  </a:lnTo>
                  <a:lnTo>
                    <a:pt x="177165" y="454247"/>
                  </a:lnTo>
                  <a:lnTo>
                    <a:pt x="176974" y="453961"/>
                  </a:lnTo>
                  <a:lnTo>
                    <a:pt x="176594" y="453581"/>
                  </a:lnTo>
                  <a:lnTo>
                    <a:pt x="175546" y="453295"/>
                  </a:lnTo>
                  <a:lnTo>
                    <a:pt x="175070" y="453104"/>
                  </a:lnTo>
                  <a:lnTo>
                    <a:pt x="174784" y="452628"/>
                  </a:lnTo>
                  <a:lnTo>
                    <a:pt x="174879" y="452247"/>
                  </a:lnTo>
                  <a:lnTo>
                    <a:pt x="175165" y="451866"/>
                  </a:lnTo>
                  <a:lnTo>
                    <a:pt x="176213" y="451009"/>
                  </a:lnTo>
                  <a:lnTo>
                    <a:pt x="177451" y="449294"/>
                  </a:lnTo>
                  <a:lnTo>
                    <a:pt x="179356" y="446151"/>
                  </a:lnTo>
                  <a:lnTo>
                    <a:pt x="179832" y="445484"/>
                  </a:lnTo>
                  <a:lnTo>
                    <a:pt x="180213" y="445199"/>
                  </a:lnTo>
                  <a:lnTo>
                    <a:pt x="180975" y="444722"/>
                  </a:lnTo>
                  <a:lnTo>
                    <a:pt x="182308" y="444151"/>
                  </a:lnTo>
                  <a:lnTo>
                    <a:pt x="183261" y="443960"/>
                  </a:lnTo>
                  <a:lnTo>
                    <a:pt x="184309" y="443960"/>
                  </a:lnTo>
                  <a:lnTo>
                    <a:pt x="185166" y="443960"/>
                  </a:lnTo>
                  <a:lnTo>
                    <a:pt x="187833" y="445770"/>
                  </a:lnTo>
                  <a:lnTo>
                    <a:pt x="188119" y="446342"/>
                  </a:lnTo>
                  <a:lnTo>
                    <a:pt x="188404" y="447008"/>
                  </a:lnTo>
                  <a:lnTo>
                    <a:pt x="188309" y="447580"/>
                  </a:lnTo>
                  <a:lnTo>
                    <a:pt x="187833" y="448723"/>
                  </a:lnTo>
                  <a:lnTo>
                    <a:pt x="187738" y="449294"/>
                  </a:lnTo>
                  <a:lnTo>
                    <a:pt x="187643" y="450247"/>
                  </a:lnTo>
                  <a:lnTo>
                    <a:pt x="187833" y="450818"/>
                  </a:lnTo>
                  <a:lnTo>
                    <a:pt x="188119" y="451294"/>
                  </a:lnTo>
                  <a:lnTo>
                    <a:pt x="188881" y="451961"/>
                  </a:lnTo>
                  <a:lnTo>
                    <a:pt x="189452" y="452342"/>
                  </a:lnTo>
                  <a:lnTo>
                    <a:pt x="190024" y="452533"/>
                  </a:lnTo>
                  <a:lnTo>
                    <a:pt x="190595" y="452723"/>
                  </a:lnTo>
                  <a:lnTo>
                    <a:pt x="191167" y="452818"/>
                  </a:lnTo>
                  <a:lnTo>
                    <a:pt x="191738" y="452914"/>
                  </a:lnTo>
                  <a:lnTo>
                    <a:pt x="192310" y="452818"/>
                  </a:lnTo>
                  <a:lnTo>
                    <a:pt x="192691" y="452628"/>
                  </a:lnTo>
                  <a:lnTo>
                    <a:pt x="194310" y="451771"/>
                  </a:lnTo>
                  <a:lnTo>
                    <a:pt x="194786" y="451580"/>
                  </a:lnTo>
                  <a:lnTo>
                    <a:pt x="195358" y="451485"/>
                  </a:lnTo>
                  <a:lnTo>
                    <a:pt x="196215" y="451675"/>
                  </a:lnTo>
                  <a:lnTo>
                    <a:pt x="196596" y="452057"/>
                  </a:lnTo>
                  <a:lnTo>
                    <a:pt x="196977" y="452533"/>
                  </a:lnTo>
                  <a:lnTo>
                    <a:pt x="197358" y="453200"/>
                  </a:lnTo>
                  <a:lnTo>
                    <a:pt x="197834" y="453390"/>
                  </a:lnTo>
                  <a:lnTo>
                    <a:pt x="198215" y="453295"/>
                  </a:lnTo>
                  <a:lnTo>
                    <a:pt x="200025" y="452247"/>
                  </a:lnTo>
                  <a:lnTo>
                    <a:pt x="200406" y="452152"/>
                  </a:lnTo>
                  <a:lnTo>
                    <a:pt x="200978" y="452057"/>
                  </a:lnTo>
                  <a:lnTo>
                    <a:pt x="201739" y="452152"/>
                  </a:lnTo>
                  <a:lnTo>
                    <a:pt x="202121" y="452437"/>
                  </a:lnTo>
                  <a:lnTo>
                    <a:pt x="202311" y="452723"/>
                  </a:lnTo>
                  <a:lnTo>
                    <a:pt x="201835" y="456819"/>
                  </a:lnTo>
                  <a:lnTo>
                    <a:pt x="201739" y="457391"/>
                  </a:lnTo>
                  <a:lnTo>
                    <a:pt x="201930" y="458057"/>
                  </a:lnTo>
                  <a:lnTo>
                    <a:pt x="202311" y="458819"/>
                  </a:lnTo>
                  <a:lnTo>
                    <a:pt x="203263" y="460058"/>
                  </a:lnTo>
                  <a:lnTo>
                    <a:pt x="203740" y="460724"/>
                  </a:lnTo>
                  <a:lnTo>
                    <a:pt x="204597" y="462915"/>
                  </a:lnTo>
                  <a:lnTo>
                    <a:pt x="208312" y="467677"/>
                  </a:lnTo>
                  <a:lnTo>
                    <a:pt x="210026" y="468916"/>
                  </a:lnTo>
                  <a:lnTo>
                    <a:pt x="210503" y="469297"/>
                  </a:lnTo>
                  <a:lnTo>
                    <a:pt x="210788" y="469773"/>
                  </a:lnTo>
                  <a:lnTo>
                    <a:pt x="211360" y="470916"/>
                  </a:lnTo>
                  <a:lnTo>
                    <a:pt x="211931" y="471868"/>
                  </a:lnTo>
                  <a:lnTo>
                    <a:pt x="212503" y="472345"/>
                  </a:lnTo>
                  <a:lnTo>
                    <a:pt x="213074" y="472631"/>
                  </a:lnTo>
                  <a:lnTo>
                    <a:pt x="214217" y="472821"/>
                  </a:lnTo>
                  <a:lnTo>
                    <a:pt x="214789" y="472916"/>
                  </a:lnTo>
                  <a:lnTo>
                    <a:pt x="218027" y="472726"/>
                  </a:lnTo>
                  <a:lnTo>
                    <a:pt x="218504" y="472631"/>
                  </a:lnTo>
                  <a:lnTo>
                    <a:pt x="219837" y="472535"/>
                  </a:lnTo>
                  <a:lnTo>
                    <a:pt x="220789" y="472726"/>
                  </a:lnTo>
                  <a:lnTo>
                    <a:pt x="221266" y="473011"/>
                  </a:lnTo>
                  <a:lnTo>
                    <a:pt x="221742" y="473392"/>
                  </a:lnTo>
                  <a:lnTo>
                    <a:pt x="223361" y="475678"/>
                  </a:lnTo>
                  <a:lnTo>
                    <a:pt x="224504" y="476821"/>
                  </a:lnTo>
                  <a:lnTo>
                    <a:pt x="225076" y="477393"/>
                  </a:lnTo>
                  <a:lnTo>
                    <a:pt x="226409" y="477965"/>
                  </a:lnTo>
                  <a:lnTo>
                    <a:pt x="227933" y="477965"/>
                  </a:lnTo>
                  <a:lnTo>
                    <a:pt x="231077" y="477584"/>
                  </a:lnTo>
                  <a:lnTo>
                    <a:pt x="233839" y="476726"/>
                  </a:lnTo>
                  <a:lnTo>
                    <a:pt x="234315" y="476631"/>
                  </a:lnTo>
                  <a:lnTo>
                    <a:pt x="235268" y="476821"/>
                  </a:lnTo>
                  <a:lnTo>
                    <a:pt x="239363" y="478155"/>
                  </a:lnTo>
                  <a:lnTo>
                    <a:pt x="241649" y="478536"/>
                  </a:lnTo>
                  <a:lnTo>
                    <a:pt x="242602" y="478345"/>
                  </a:lnTo>
                  <a:lnTo>
                    <a:pt x="245078" y="477107"/>
                  </a:lnTo>
                  <a:lnTo>
                    <a:pt x="246507" y="476726"/>
                  </a:lnTo>
                  <a:lnTo>
                    <a:pt x="248603" y="476441"/>
                  </a:lnTo>
                  <a:lnTo>
                    <a:pt x="249269" y="476536"/>
                  </a:lnTo>
                  <a:lnTo>
                    <a:pt x="249936" y="476631"/>
                  </a:lnTo>
                  <a:lnTo>
                    <a:pt x="251460" y="477298"/>
                  </a:lnTo>
                  <a:lnTo>
                    <a:pt x="253651" y="478917"/>
                  </a:lnTo>
                  <a:lnTo>
                    <a:pt x="257651" y="480060"/>
                  </a:lnTo>
                  <a:lnTo>
                    <a:pt x="258128" y="480250"/>
                  </a:lnTo>
                  <a:lnTo>
                    <a:pt x="258508" y="480727"/>
                  </a:lnTo>
                  <a:lnTo>
                    <a:pt x="258794" y="481298"/>
                  </a:lnTo>
                  <a:lnTo>
                    <a:pt x="259175" y="482441"/>
                  </a:lnTo>
                  <a:lnTo>
                    <a:pt x="259175" y="482822"/>
                  </a:lnTo>
                  <a:lnTo>
                    <a:pt x="259175" y="483203"/>
                  </a:lnTo>
                  <a:lnTo>
                    <a:pt x="258985" y="483489"/>
                  </a:lnTo>
                  <a:lnTo>
                    <a:pt x="258889" y="483870"/>
                  </a:lnTo>
                  <a:lnTo>
                    <a:pt x="258889" y="484537"/>
                  </a:lnTo>
                  <a:lnTo>
                    <a:pt x="259271" y="486442"/>
                  </a:lnTo>
                  <a:lnTo>
                    <a:pt x="259271" y="487870"/>
                  </a:lnTo>
                  <a:lnTo>
                    <a:pt x="260128" y="489109"/>
                  </a:lnTo>
                  <a:lnTo>
                    <a:pt x="263747" y="491490"/>
                  </a:lnTo>
                  <a:lnTo>
                    <a:pt x="272415" y="489013"/>
                  </a:lnTo>
                  <a:lnTo>
                    <a:pt x="274606" y="487870"/>
                  </a:lnTo>
                  <a:lnTo>
                    <a:pt x="274701" y="487394"/>
                  </a:lnTo>
                  <a:lnTo>
                    <a:pt x="274701" y="487013"/>
                  </a:lnTo>
                  <a:lnTo>
                    <a:pt x="274606" y="486537"/>
                  </a:lnTo>
                  <a:lnTo>
                    <a:pt x="274320" y="486156"/>
                  </a:lnTo>
                  <a:lnTo>
                    <a:pt x="274225" y="485584"/>
                  </a:lnTo>
                  <a:lnTo>
                    <a:pt x="274320" y="485013"/>
                  </a:lnTo>
                  <a:lnTo>
                    <a:pt x="274796" y="484156"/>
                  </a:lnTo>
                  <a:lnTo>
                    <a:pt x="275368" y="483870"/>
                  </a:lnTo>
                  <a:lnTo>
                    <a:pt x="275939" y="483775"/>
                  </a:lnTo>
                  <a:lnTo>
                    <a:pt x="276415" y="483870"/>
                  </a:lnTo>
                  <a:lnTo>
                    <a:pt x="276796" y="484156"/>
                  </a:lnTo>
                  <a:lnTo>
                    <a:pt x="277178" y="484442"/>
                  </a:lnTo>
                  <a:lnTo>
                    <a:pt x="277558" y="484727"/>
                  </a:lnTo>
                  <a:lnTo>
                    <a:pt x="277844" y="485108"/>
                  </a:lnTo>
                  <a:lnTo>
                    <a:pt x="278321" y="485870"/>
                  </a:lnTo>
                  <a:lnTo>
                    <a:pt x="278797" y="486632"/>
                  </a:lnTo>
                  <a:lnTo>
                    <a:pt x="279559" y="487394"/>
                  </a:lnTo>
                  <a:lnTo>
                    <a:pt x="280892" y="487013"/>
                  </a:lnTo>
                  <a:lnTo>
                    <a:pt x="281178" y="486727"/>
                  </a:lnTo>
                  <a:lnTo>
                    <a:pt x="281654" y="486156"/>
                  </a:lnTo>
                  <a:lnTo>
                    <a:pt x="282607" y="484537"/>
                  </a:lnTo>
                  <a:lnTo>
                    <a:pt x="282988" y="483965"/>
                  </a:lnTo>
                  <a:lnTo>
                    <a:pt x="283464" y="483584"/>
                  </a:lnTo>
                  <a:lnTo>
                    <a:pt x="286607" y="481489"/>
                  </a:lnTo>
                  <a:lnTo>
                    <a:pt x="287274" y="480822"/>
                  </a:lnTo>
                  <a:lnTo>
                    <a:pt x="289465" y="477488"/>
                  </a:lnTo>
                  <a:lnTo>
                    <a:pt x="294227" y="471583"/>
                  </a:lnTo>
                  <a:lnTo>
                    <a:pt x="297275" y="469487"/>
                  </a:lnTo>
                  <a:lnTo>
                    <a:pt x="298132" y="469106"/>
                  </a:lnTo>
                  <a:lnTo>
                    <a:pt x="298609" y="469011"/>
                  </a:lnTo>
                  <a:lnTo>
                    <a:pt x="300895" y="468725"/>
                  </a:lnTo>
                  <a:lnTo>
                    <a:pt x="301562" y="468535"/>
                  </a:lnTo>
                  <a:lnTo>
                    <a:pt x="307562" y="461962"/>
                  </a:lnTo>
                  <a:lnTo>
                    <a:pt x="307943" y="461391"/>
                  </a:lnTo>
                  <a:lnTo>
                    <a:pt x="308229" y="460724"/>
                  </a:lnTo>
                  <a:lnTo>
                    <a:pt x="308324" y="460153"/>
                  </a:lnTo>
                  <a:lnTo>
                    <a:pt x="308324" y="459581"/>
                  </a:lnTo>
                  <a:lnTo>
                    <a:pt x="308324" y="459010"/>
                  </a:lnTo>
                  <a:lnTo>
                    <a:pt x="308134" y="458057"/>
                  </a:lnTo>
                  <a:lnTo>
                    <a:pt x="307657" y="456724"/>
                  </a:lnTo>
                  <a:lnTo>
                    <a:pt x="307657" y="456057"/>
                  </a:lnTo>
                  <a:lnTo>
                    <a:pt x="307753" y="455295"/>
                  </a:lnTo>
                  <a:lnTo>
                    <a:pt x="308229" y="454152"/>
                  </a:lnTo>
                  <a:lnTo>
                    <a:pt x="308610" y="453485"/>
                  </a:lnTo>
                  <a:lnTo>
                    <a:pt x="308991" y="453009"/>
                  </a:lnTo>
                  <a:lnTo>
                    <a:pt x="315278" y="448246"/>
                  </a:lnTo>
                  <a:lnTo>
                    <a:pt x="315944" y="447675"/>
                  </a:lnTo>
                  <a:lnTo>
                    <a:pt x="316325" y="447008"/>
                  </a:lnTo>
                  <a:lnTo>
                    <a:pt x="316516" y="446532"/>
                  </a:lnTo>
                  <a:lnTo>
                    <a:pt x="316802" y="444722"/>
                  </a:lnTo>
                  <a:lnTo>
                    <a:pt x="316992" y="443960"/>
                  </a:lnTo>
                  <a:lnTo>
                    <a:pt x="317373" y="443008"/>
                  </a:lnTo>
                  <a:lnTo>
                    <a:pt x="317754" y="442532"/>
                  </a:lnTo>
                  <a:lnTo>
                    <a:pt x="320326" y="440245"/>
                  </a:lnTo>
                  <a:lnTo>
                    <a:pt x="320897" y="439484"/>
                  </a:lnTo>
                  <a:lnTo>
                    <a:pt x="321183" y="438817"/>
                  </a:lnTo>
                  <a:lnTo>
                    <a:pt x="321183" y="438245"/>
                  </a:lnTo>
                  <a:lnTo>
                    <a:pt x="321183" y="437102"/>
                  </a:lnTo>
                  <a:lnTo>
                    <a:pt x="321183" y="436626"/>
                  </a:lnTo>
                  <a:lnTo>
                    <a:pt x="319754" y="429673"/>
                  </a:lnTo>
                  <a:lnTo>
                    <a:pt x="319373" y="428244"/>
                  </a:lnTo>
                  <a:lnTo>
                    <a:pt x="319278" y="427768"/>
                  </a:lnTo>
                  <a:lnTo>
                    <a:pt x="319183" y="427292"/>
                  </a:lnTo>
                  <a:lnTo>
                    <a:pt x="319278" y="426720"/>
                  </a:lnTo>
                  <a:lnTo>
                    <a:pt x="319373" y="426053"/>
                  </a:lnTo>
                  <a:lnTo>
                    <a:pt x="319564" y="425482"/>
                  </a:lnTo>
                  <a:lnTo>
                    <a:pt x="320040" y="424148"/>
                  </a:lnTo>
                  <a:lnTo>
                    <a:pt x="320135" y="423672"/>
                  </a:lnTo>
                  <a:lnTo>
                    <a:pt x="319945" y="423291"/>
                  </a:lnTo>
                  <a:lnTo>
                    <a:pt x="319564" y="423005"/>
                  </a:lnTo>
                  <a:lnTo>
                    <a:pt x="319088" y="422815"/>
                  </a:lnTo>
                  <a:lnTo>
                    <a:pt x="317945" y="422624"/>
                  </a:lnTo>
                  <a:lnTo>
                    <a:pt x="318516" y="421291"/>
                  </a:lnTo>
                  <a:lnTo>
                    <a:pt x="321373" y="418624"/>
                  </a:lnTo>
                  <a:lnTo>
                    <a:pt x="322136" y="417576"/>
                  </a:lnTo>
                  <a:lnTo>
                    <a:pt x="322421" y="416814"/>
                  </a:lnTo>
                  <a:lnTo>
                    <a:pt x="321564" y="414147"/>
                  </a:lnTo>
                  <a:lnTo>
                    <a:pt x="320040" y="410813"/>
                  </a:lnTo>
                  <a:lnTo>
                    <a:pt x="319945" y="410337"/>
                  </a:lnTo>
                  <a:lnTo>
                    <a:pt x="319754" y="409766"/>
                  </a:lnTo>
                  <a:lnTo>
                    <a:pt x="319754" y="408623"/>
                  </a:lnTo>
                  <a:lnTo>
                    <a:pt x="319945" y="407956"/>
                  </a:lnTo>
                  <a:lnTo>
                    <a:pt x="320135" y="407384"/>
                  </a:lnTo>
                  <a:lnTo>
                    <a:pt x="320897" y="406813"/>
                  </a:lnTo>
                  <a:lnTo>
                    <a:pt x="321659" y="406241"/>
                  </a:lnTo>
                  <a:lnTo>
                    <a:pt x="324421" y="404812"/>
                  </a:lnTo>
                  <a:lnTo>
                    <a:pt x="324993" y="404717"/>
                  </a:lnTo>
                  <a:lnTo>
                    <a:pt x="325469" y="404622"/>
                  </a:lnTo>
                  <a:lnTo>
                    <a:pt x="326041" y="404622"/>
                  </a:lnTo>
                  <a:lnTo>
                    <a:pt x="326612" y="404717"/>
                  </a:lnTo>
                  <a:lnTo>
                    <a:pt x="327184" y="404812"/>
                  </a:lnTo>
                  <a:lnTo>
                    <a:pt x="327660" y="405003"/>
                  </a:lnTo>
                  <a:lnTo>
                    <a:pt x="328136" y="405289"/>
                  </a:lnTo>
                  <a:lnTo>
                    <a:pt x="330041" y="406717"/>
                  </a:lnTo>
                  <a:lnTo>
                    <a:pt x="332422" y="407765"/>
                  </a:lnTo>
                  <a:lnTo>
                    <a:pt x="333185" y="408242"/>
                  </a:lnTo>
                  <a:lnTo>
                    <a:pt x="333661" y="408432"/>
                  </a:lnTo>
                  <a:lnTo>
                    <a:pt x="334232" y="408527"/>
                  </a:lnTo>
                  <a:lnTo>
                    <a:pt x="339185" y="408242"/>
                  </a:lnTo>
                  <a:lnTo>
                    <a:pt x="342900" y="408718"/>
                  </a:lnTo>
                  <a:lnTo>
                    <a:pt x="343471" y="408718"/>
                  </a:lnTo>
                  <a:lnTo>
                    <a:pt x="345472" y="408337"/>
                  </a:lnTo>
                  <a:lnTo>
                    <a:pt x="346043" y="408337"/>
                  </a:lnTo>
                  <a:lnTo>
                    <a:pt x="346520" y="408337"/>
                  </a:lnTo>
                  <a:lnTo>
                    <a:pt x="346901" y="408623"/>
                  </a:lnTo>
                  <a:lnTo>
                    <a:pt x="347567" y="409289"/>
                  </a:lnTo>
                  <a:lnTo>
                    <a:pt x="348044" y="409575"/>
                  </a:lnTo>
                  <a:lnTo>
                    <a:pt x="348710" y="409766"/>
                  </a:lnTo>
                  <a:lnTo>
                    <a:pt x="349091" y="409575"/>
                  </a:lnTo>
                  <a:lnTo>
                    <a:pt x="349472" y="409194"/>
                  </a:lnTo>
                  <a:lnTo>
                    <a:pt x="350615" y="407003"/>
                  </a:lnTo>
                  <a:lnTo>
                    <a:pt x="351187" y="406241"/>
                  </a:lnTo>
                  <a:lnTo>
                    <a:pt x="352044" y="405384"/>
                  </a:lnTo>
                  <a:lnTo>
                    <a:pt x="354235" y="403860"/>
                  </a:lnTo>
                  <a:lnTo>
                    <a:pt x="355282" y="403288"/>
                  </a:lnTo>
                  <a:lnTo>
                    <a:pt x="356140" y="403003"/>
                  </a:lnTo>
                  <a:lnTo>
                    <a:pt x="357092" y="403003"/>
                  </a:lnTo>
                  <a:lnTo>
                    <a:pt x="360997" y="403384"/>
                  </a:lnTo>
                  <a:lnTo>
                    <a:pt x="361474" y="402336"/>
                  </a:lnTo>
                  <a:lnTo>
                    <a:pt x="361188" y="402050"/>
                  </a:lnTo>
                  <a:lnTo>
                    <a:pt x="360902" y="401765"/>
                  </a:lnTo>
                  <a:lnTo>
                    <a:pt x="359664" y="400907"/>
                  </a:lnTo>
                  <a:lnTo>
                    <a:pt x="358712" y="400050"/>
                  </a:lnTo>
                  <a:lnTo>
                    <a:pt x="358330" y="399288"/>
                  </a:lnTo>
                  <a:lnTo>
                    <a:pt x="358235" y="398526"/>
                  </a:lnTo>
                  <a:lnTo>
                    <a:pt x="358235" y="396621"/>
                  </a:lnTo>
                  <a:lnTo>
                    <a:pt x="357949" y="395954"/>
                  </a:lnTo>
                  <a:lnTo>
                    <a:pt x="357473" y="395192"/>
                  </a:lnTo>
                  <a:lnTo>
                    <a:pt x="356711" y="394144"/>
                  </a:lnTo>
                  <a:lnTo>
                    <a:pt x="356426" y="393383"/>
                  </a:lnTo>
                  <a:lnTo>
                    <a:pt x="356235" y="392811"/>
                  </a:lnTo>
                  <a:lnTo>
                    <a:pt x="356235" y="391382"/>
                  </a:lnTo>
                  <a:lnTo>
                    <a:pt x="356045" y="390334"/>
                  </a:lnTo>
                  <a:lnTo>
                    <a:pt x="355759" y="389858"/>
                  </a:lnTo>
                  <a:lnTo>
                    <a:pt x="355282" y="389573"/>
                  </a:lnTo>
                  <a:lnTo>
                    <a:pt x="354902" y="389477"/>
                  </a:lnTo>
                  <a:lnTo>
                    <a:pt x="354521" y="389382"/>
                  </a:lnTo>
                  <a:lnTo>
                    <a:pt x="354139" y="389477"/>
                  </a:lnTo>
                  <a:lnTo>
                    <a:pt x="352235" y="389953"/>
                  </a:lnTo>
                  <a:lnTo>
                    <a:pt x="351568" y="389953"/>
                  </a:lnTo>
                  <a:lnTo>
                    <a:pt x="350901" y="389668"/>
                  </a:lnTo>
                  <a:lnTo>
                    <a:pt x="350044" y="389001"/>
                  </a:lnTo>
                  <a:lnTo>
                    <a:pt x="349568" y="388525"/>
                  </a:lnTo>
                  <a:lnTo>
                    <a:pt x="349282" y="388049"/>
                  </a:lnTo>
                  <a:lnTo>
                    <a:pt x="349091" y="387572"/>
                  </a:lnTo>
                  <a:lnTo>
                    <a:pt x="348996" y="387001"/>
                  </a:lnTo>
                  <a:lnTo>
                    <a:pt x="348996" y="386525"/>
                  </a:lnTo>
                  <a:lnTo>
                    <a:pt x="349091" y="385953"/>
                  </a:lnTo>
                  <a:lnTo>
                    <a:pt x="349377" y="385572"/>
                  </a:lnTo>
                  <a:lnTo>
                    <a:pt x="349663" y="385286"/>
                  </a:lnTo>
                  <a:lnTo>
                    <a:pt x="350520" y="384905"/>
                  </a:lnTo>
                  <a:lnTo>
                    <a:pt x="350901" y="384524"/>
                  </a:lnTo>
                  <a:lnTo>
                    <a:pt x="351091" y="383858"/>
                  </a:lnTo>
                  <a:lnTo>
                    <a:pt x="350996" y="382429"/>
                  </a:lnTo>
                  <a:lnTo>
                    <a:pt x="351187" y="381667"/>
                  </a:lnTo>
                  <a:lnTo>
                    <a:pt x="351472" y="381191"/>
                  </a:lnTo>
                  <a:lnTo>
                    <a:pt x="351854" y="381000"/>
                  </a:lnTo>
                  <a:lnTo>
                    <a:pt x="354139" y="380238"/>
                  </a:lnTo>
                  <a:lnTo>
                    <a:pt x="354521" y="380048"/>
                  </a:lnTo>
                  <a:lnTo>
                    <a:pt x="354997" y="379762"/>
                  </a:lnTo>
                  <a:lnTo>
                    <a:pt x="355282" y="379476"/>
                  </a:lnTo>
                  <a:lnTo>
                    <a:pt x="355568" y="379000"/>
                  </a:lnTo>
                  <a:lnTo>
                    <a:pt x="356711" y="376047"/>
                  </a:lnTo>
                  <a:lnTo>
                    <a:pt x="356997" y="375571"/>
                  </a:lnTo>
                  <a:lnTo>
                    <a:pt x="357378" y="375285"/>
                  </a:lnTo>
                  <a:lnTo>
                    <a:pt x="357664" y="374999"/>
                  </a:lnTo>
                  <a:lnTo>
                    <a:pt x="358521" y="374523"/>
                  </a:lnTo>
                  <a:lnTo>
                    <a:pt x="359378" y="374142"/>
                  </a:lnTo>
                  <a:lnTo>
                    <a:pt x="359855" y="374047"/>
                  </a:lnTo>
                  <a:lnTo>
                    <a:pt x="360331" y="374047"/>
                  </a:lnTo>
                  <a:lnTo>
                    <a:pt x="360807" y="374237"/>
                  </a:lnTo>
                  <a:lnTo>
                    <a:pt x="361188" y="374523"/>
                  </a:lnTo>
                  <a:lnTo>
                    <a:pt x="361474" y="374904"/>
                  </a:lnTo>
                  <a:lnTo>
                    <a:pt x="361664" y="375380"/>
                  </a:lnTo>
                  <a:lnTo>
                    <a:pt x="361760" y="375761"/>
                  </a:lnTo>
                  <a:lnTo>
                    <a:pt x="361950" y="376809"/>
                  </a:lnTo>
                  <a:lnTo>
                    <a:pt x="362140" y="377285"/>
                  </a:lnTo>
                  <a:lnTo>
                    <a:pt x="362331" y="377666"/>
                  </a:lnTo>
                  <a:lnTo>
                    <a:pt x="362617" y="378047"/>
                  </a:lnTo>
                  <a:lnTo>
                    <a:pt x="363093" y="378238"/>
                  </a:lnTo>
                  <a:lnTo>
                    <a:pt x="363569" y="378428"/>
                  </a:lnTo>
                  <a:lnTo>
                    <a:pt x="364141" y="378524"/>
                  </a:lnTo>
                  <a:lnTo>
                    <a:pt x="364617" y="378524"/>
                  </a:lnTo>
                  <a:lnTo>
                    <a:pt x="365093" y="378333"/>
                  </a:lnTo>
                  <a:lnTo>
                    <a:pt x="365474" y="378047"/>
                  </a:lnTo>
                  <a:lnTo>
                    <a:pt x="365760" y="377571"/>
                  </a:lnTo>
                  <a:lnTo>
                    <a:pt x="366808" y="374713"/>
                  </a:lnTo>
                  <a:lnTo>
                    <a:pt x="368713" y="370999"/>
                  </a:lnTo>
                  <a:lnTo>
                    <a:pt x="368903" y="369951"/>
                  </a:lnTo>
                  <a:lnTo>
                    <a:pt x="368998" y="368999"/>
                  </a:lnTo>
                  <a:lnTo>
                    <a:pt x="369094" y="367760"/>
                  </a:lnTo>
                  <a:lnTo>
                    <a:pt x="369189" y="366998"/>
                  </a:lnTo>
                  <a:lnTo>
                    <a:pt x="369475" y="366522"/>
                  </a:lnTo>
                  <a:lnTo>
                    <a:pt x="369665" y="366332"/>
                  </a:lnTo>
                  <a:lnTo>
                    <a:pt x="371475" y="365284"/>
                  </a:lnTo>
                  <a:lnTo>
                    <a:pt x="372237" y="364712"/>
                  </a:lnTo>
                  <a:lnTo>
                    <a:pt x="372618" y="364331"/>
                  </a:lnTo>
                  <a:lnTo>
                    <a:pt x="372999" y="363855"/>
                  </a:lnTo>
                  <a:lnTo>
                    <a:pt x="373666" y="362236"/>
                  </a:lnTo>
                  <a:lnTo>
                    <a:pt x="374237" y="361188"/>
                  </a:lnTo>
                  <a:lnTo>
                    <a:pt x="374999" y="360140"/>
                  </a:lnTo>
                  <a:lnTo>
                    <a:pt x="375666" y="359092"/>
                  </a:lnTo>
                  <a:lnTo>
                    <a:pt x="375856" y="358331"/>
                  </a:lnTo>
                  <a:lnTo>
                    <a:pt x="376047" y="357664"/>
                  </a:lnTo>
                  <a:lnTo>
                    <a:pt x="375952" y="357187"/>
                  </a:lnTo>
                  <a:lnTo>
                    <a:pt x="375761" y="356140"/>
                  </a:lnTo>
                  <a:lnTo>
                    <a:pt x="379286" y="340328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</p:grpSp>
      <p:pic>
        <p:nvPicPr>
          <p:cNvPr id="37" name="Picture 73">
            <a:extLst>
              <a:ext uri="{FF2B5EF4-FFF2-40B4-BE49-F238E27FC236}">
                <a16:creationId xmlns:a16="http://schemas.microsoft.com/office/drawing/2014/main" id="{D5FA6867-00C8-6BB0-5BD8-6328194BE31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5" y="658685"/>
            <a:ext cx="840331" cy="560703"/>
          </a:xfrm>
          <a:prstGeom prst="rect">
            <a:avLst/>
          </a:prstGeom>
          <a:effectLst>
            <a:outerShdw blurRad="63500" algn="ctr" rotWithShape="0">
              <a:prstClr val="black">
                <a:alpha val="15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50387396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ia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제목 1">
            <a:extLst>
              <a:ext uri="{FF2B5EF4-FFF2-40B4-BE49-F238E27FC236}">
                <a16:creationId xmlns:a16="http://schemas.microsoft.com/office/drawing/2014/main" id="{CDB90050-671D-57B0-573C-588D1DEE68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3" name="矩形 22">
            <a:extLst>
              <a:ext uri="{FF2B5EF4-FFF2-40B4-BE49-F238E27FC236}">
                <a16:creationId xmlns:a16="http://schemas.microsoft.com/office/drawing/2014/main" id="{3E58CF20-8B24-F4AD-045E-0765795B1B6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grpSp>
        <p:nvGrpSpPr>
          <p:cNvPr id="73" name="Group 42">
            <a:extLst>
              <a:ext uri="{FF2B5EF4-FFF2-40B4-BE49-F238E27FC236}">
                <a16:creationId xmlns:a16="http://schemas.microsoft.com/office/drawing/2014/main" id="{57FC7ED6-4C78-1F4F-567A-7A94640B854F}"/>
              </a:ext>
            </a:extLst>
          </p:cNvPr>
          <p:cNvGrpSpPr/>
          <p:nvPr userDrawn="1"/>
        </p:nvGrpSpPr>
        <p:grpSpPr>
          <a:xfrm>
            <a:off x="910630" y="1412778"/>
            <a:ext cx="4085400" cy="4449733"/>
            <a:chOff x="6552093" y="695729"/>
            <a:chExt cx="4994980" cy="5440429"/>
          </a:xfrm>
          <a:solidFill>
            <a:schemeClr val="tx1">
              <a:alpha val="20000"/>
            </a:schemeClr>
          </a:solidFill>
        </p:grpSpPr>
        <p:sp>
          <p:nvSpPr>
            <p:cNvPr id="74" name="Freeform: Shape 6">
              <a:extLst>
                <a:ext uri="{FF2B5EF4-FFF2-40B4-BE49-F238E27FC236}">
                  <a16:creationId xmlns:a16="http://schemas.microsoft.com/office/drawing/2014/main" id="{F37B4B51-3D0F-41C6-2C68-F2DBF280B949}"/>
                </a:ext>
              </a:extLst>
            </p:cNvPr>
            <p:cNvSpPr/>
            <p:nvPr/>
          </p:nvSpPr>
          <p:spPr>
            <a:xfrm>
              <a:off x="9575369" y="2679998"/>
              <a:ext cx="691825" cy="1073035"/>
            </a:xfrm>
            <a:custGeom>
              <a:avLst/>
              <a:gdLst>
                <a:gd name="connsiteX0" fmla="*/ 355283 w 466725"/>
                <a:gd name="connsiteY0" fmla="*/ 719042 h 723900"/>
                <a:gd name="connsiteX1" fmla="*/ 353759 w 466725"/>
                <a:gd name="connsiteY1" fmla="*/ 717899 h 723900"/>
                <a:gd name="connsiteX2" fmla="*/ 351949 w 466725"/>
                <a:gd name="connsiteY2" fmla="*/ 717137 h 723900"/>
                <a:gd name="connsiteX3" fmla="*/ 348329 w 466725"/>
                <a:gd name="connsiteY3" fmla="*/ 714851 h 723900"/>
                <a:gd name="connsiteX4" fmla="*/ 347091 w 466725"/>
                <a:gd name="connsiteY4" fmla="*/ 719423 h 723900"/>
                <a:gd name="connsiteX5" fmla="*/ 348044 w 466725"/>
                <a:gd name="connsiteY5" fmla="*/ 725043 h 723900"/>
                <a:gd name="connsiteX6" fmla="*/ 350806 w 466725"/>
                <a:gd name="connsiteY6" fmla="*/ 726091 h 723900"/>
                <a:gd name="connsiteX7" fmla="*/ 352806 w 466725"/>
                <a:gd name="connsiteY7" fmla="*/ 725329 h 723900"/>
                <a:gd name="connsiteX8" fmla="*/ 354616 w 466725"/>
                <a:gd name="connsiteY8" fmla="*/ 725519 h 723900"/>
                <a:gd name="connsiteX9" fmla="*/ 356045 w 466725"/>
                <a:gd name="connsiteY9" fmla="*/ 725234 h 723900"/>
                <a:gd name="connsiteX10" fmla="*/ 356711 w 466725"/>
                <a:gd name="connsiteY10" fmla="*/ 723043 h 723900"/>
                <a:gd name="connsiteX11" fmla="*/ 356425 w 466725"/>
                <a:gd name="connsiteY11" fmla="*/ 720757 h 723900"/>
                <a:gd name="connsiteX12" fmla="*/ 355283 w 466725"/>
                <a:gd name="connsiteY12" fmla="*/ 719042 h 723900"/>
                <a:gd name="connsiteX13" fmla="*/ 264986 w 466725"/>
                <a:gd name="connsiteY13" fmla="*/ 684371 h 723900"/>
                <a:gd name="connsiteX14" fmla="*/ 261652 w 466725"/>
                <a:gd name="connsiteY14" fmla="*/ 690658 h 723900"/>
                <a:gd name="connsiteX15" fmla="*/ 257080 w 466725"/>
                <a:gd name="connsiteY15" fmla="*/ 703517 h 723900"/>
                <a:gd name="connsiteX16" fmla="*/ 256318 w 466725"/>
                <a:gd name="connsiteY16" fmla="*/ 706565 h 723900"/>
                <a:gd name="connsiteX17" fmla="*/ 256127 w 466725"/>
                <a:gd name="connsiteY17" fmla="*/ 708184 h 723900"/>
                <a:gd name="connsiteX18" fmla="*/ 256223 w 466725"/>
                <a:gd name="connsiteY18" fmla="*/ 709517 h 723900"/>
                <a:gd name="connsiteX19" fmla="*/ 257175 w 466725"/>
                <a:gd name="connsiteY19" fmla="*/ 711518 h 723900"/>
                <a:gd name="connsiteX20" fmla="*/ 258509 w 466725"/>
                <a:gd name="connsiteY20" fmla="*/ 712089 h 723900"/>
                <a:gd name="connsiteX21" fmla="*/ 261747 w 466725"/>
                <a:gd name="connsiteY21" fmla="*/ 712089 h 723900"/>
                <a:gd name="connsiteX22" fmla="*/ 264890 w 466725"/>
                <a:gd name="connsiteY22" fmla="*/ 713232 h 723900"/>
                <a:gd name="connsiteX23" fmla="*/ 266224 w 466725"/>
                <a:gd name="connsiteY23" fmla="*/ 713423 h 723900"/>
                <a:gd name="connsiteX24" fmla="*/ 267272 w 466725"/>
                <a:gd name="connsiteY24" fmla="*/ 712851 h 723900"/>
                <a:gd name="connsiteX25" fmla="*/ 268034 w 466725"/>
                <a:gd name="connsiteY25" fmla="*/ 711137 h 723900"/>
                <a:gd name="connsiteX26" fmla="*/ 267843 w 466725"/>
                <a:gd name="connsiteY26" fmla="*/ 709422 h 723900"/>
                <a:gd name="connsiteX27" fmla="*/ 266510 w 466725"/>
                <a:gd name="connsiteY27" fmla="*/ 706088 h 723900"/>
                <a:gd name="connsiteX28" fmla="*/ 270034 w 466725"/>
                <a:gd name="connsiteY28" fmla="*/ 703517 h 723900"/>
                <a:gd name="connsiteX29" fmla="*/ 270415 w 466725"/>
                <a:gd name="connsiteY29" fmla="*/ 696087 h 723900"/>
                <a:gd name="connsiteX30" fmla="*/ 268034 w 466725"/>
                <a:gd name="connsiteY30" fmla="*/ 683133 h 723900"/>
                <a:gd name="connsiteX31" fmla="*/ 264986 w 466725"/>
                <a:gd name="connsiteY31" fmla="*/ 684371 h 723900"/>
                <a:gd name="connsiteX32" fmla="*/ 326231 w 466725"/>
                <a:gd name="connsiteY32" fmla="*/ 675894 h 723900"/>
                <a:gd name="connsiteX33" fmla="*/ 324612 w 466725"/>
                <a:gd name="connsiteY33" fmla="*/ 676656 h 723900"/>
                <a:gd name="connsiteX34" fmla="*/ 322326 w 466725"/>
                <a:gd name="connsiteY34" fmla="*/ 679609 h 723900"/>
                <a:gd name="connsiteX35" fmla="*/ 320231 w 466725"/>
                <a:gd name="connsiteY35" fmla="*/ 683133 h 723900"/>
                <a:gd name="connsiteX36" fmla="*/ 318802 w 466725"/>
                <a:gd name="connsiteY36" fmla="*/ 686467 h 723900"/>
                <a:gd name="connsiteX37" fmla="*/ 318611 w 466725"/>
                <a:gd name="connsiteY37" fmla="*/ 687324 h 723900"/>
                <a:gd name="connsiteX38" fmla="*/ 318707 w 466725"/>
                <a:gd name="connsiteY38" fmla="*/ 688467 h 723900"/>
                <a:gd name="connsiteX39" fmla="*/ 319373 w 466725"/>
                <a:gd name="connsiteY39" fmla="*/ 690182 h 723900"/>
                <a:gd name="connsiteX40" fmla="*/ 319564 w 466725"/>
                <a:gd name="connsiteY40" fmla="*/ 691229 h 723900"/>
                <a:gd name="connsiteX41" fmla="*/ 320421 w 466725"/>
                <a:gd name="connsiteY41" fmla="*/ 691325 h 723900"/>
                <a:gd name="connsiteX42" fmla="*/ 324612 w 466725"/>
                <a:gd name="connsiteY42" fmla="*/ 692658 h 723900"/>
                <a:gd name="connsiteX43" fmla="*/ 325755 w 466725"/>
                <a:gd name="connsiteY43" fmla="*/ 693230 h 723900"/>
                <a:gd name="connsiteX44" fmla="*/ 326041 w 466725"/>
                <a:gd name="connsiteY44" fmla="*/ 686467 h 723900"/>
                <a:gd name="connsiteX45" fmla="*/ 326708 w 466725"/>
                <a:gd name="connsiteY45" fmla="*/ 683419 h 723900"/>
                <a:gd name="connsiteX46" fmla="*/ 328041 w 466725"/>
                <a:gd name="connsiteY46" fmla="*/ 680466 h 723900"/>
                <a:gd name="connsiteX47" fmla="*/ 328422 w 466725"/>
                <a:gd name="connsiteY47" fmla="*/ 678371 h 723900"/>
                <a:gd name="connsiteX48" fmla="*/ 327565 w 466725"/>
                <a:gd name="connsiteY48" fmla="*/ 676656 h 723900"/>
                <a:gd name="connsiteX49" fmla="*/ 326231 w 466725"/>
                <a:gd name="connsiteY49" fmla="*/ 675894 h 723900"/>
                <a:gd name="connsiteX50" fmla="*/ 263271 w 466725"/>
                <a:gd name="connsiteY50" fmla="*/ 684181 h 723900"/>
                <a:gd name="connsiteX51" fmla="*/ 265557 w 466725"/>
                <a:gd name="connsiteY51" fmla="*/ 680752 h 723900"/>
                <a:gd name="connsiteX52" fmla="*/ 266414 w 466725"/>
                <a:gd name="connsiteY52" fmla="*/ 676751 h 723900"/>
                <a:gd name="connsiteX53" fmla="*/ 264795 w 466725"/>
                <a:gd name="connsiteY53" fmla="*/ 673703 h 723900"/>
                <a:gd name="connsiteX54" fmla="*/ 263271 w 466725"/>
                <a:gd name="connsiteY54" fmla="*/ 673418 h 723900"/>
                <a:gd name="connsiteX55" fmla="*/ 261938 w 466725"/>
                <a:gd name="connsiteY55" fmla="*/ 674656 h 723900"/>
                <a:gd name="connsiteX56" fmla="*/ 260795 w 466725"/>
                <a:gd name="connsiteY56" fmla="*/ 676656 h 723900"/>
                <a:gd name="connsiteX57" fmla="*/ 259937 w 466725"/>
                <a:gd name="connsiteY57" fmla="*/ 678751 h 723900"/>
                <a:gd name="connsiteX58" fmla="*/ 259556 w 466725"/>
                <a:gd name="connsiteY58" fmla="*/ 680276 h 723900"/>
                <a:gd name="connsiteX59" fmla="*/ 259271 w 466725"/>
                <a:gd name="connsiteY59" fmla="*/ 682562 h 723900"/>
                <a:gd name="connsiteX60" fmla="*/ 259366 w 466725"/>
                <a:gd name="connsiteY60" fmla="*/ 684657 h 723900"/>
                <a:gd name="connsiteX61" fmla="*/ 260318 w 466725"/>
                <a:gd name="connsiteY61" fmla="*/ 685609 h 723900"/>
                <a:gd name="connsiteX62" fmla="*/ 263271 w 466725"/>
                <a:gd name="connsiteY62" fmla="*/ 684181 h 723900"/>
                <a:gd name="connsiteX63" fmla="*/ 467963 w 466725"/>
                <a:gd name="connsiteY63" fmla="*/ 79629 h 723900"/>
                <a:gd name="connsiteX64" fmla="*/ 467487 w 466725"/>
                <a:gd name="connsiteY64" fmla="*/ 77343 h 723900"/>
                <a:gd name="connsiteX65" fmla="*/ 465106 w 466725"/>
                <a:gd name="connsiteY65" fmla="*/ 70199 h 723900"/>
                <a:gd name="connsiteX66" fmla="*/ 465677 w 466725"/>
                <a:gd name="connsiteY66" fmla="*/ 68580 h 723900"/>
                <a:gd name="connsiteX67" fmla="*/ 464725 w 466725"/>
                <a:gd name="connsiteY67" fmla="*/ 68390 h 723900"/>
                <a:gd name="connsiteX68" fmla="*/ 464249 w 466725"/>
                <a:gd name="connsiteY68" fmla="*/ 68199 h 723900"/>
                <a:gd name="connsiteX69" fmla="*/ 463296 w 466725"/>
                <a:gd name="connsiteY69" fmla="*/ 67342 h 723900"/>
                <a:gd name="connsiteX70" fmla="*/ 462820 w 466725"/>
                <a:gd name="connsiteY70" fmla="*/ 67342 h 723900"/>
                <a:gd name="connsiteX71" fmla="*/ 462248 w 466725"/>
                <a:gd name="connsiteY71" fmla="*/ 67818 h 723900"/>
                <a:gd name="connsiteX72" fmla="*/ 462058 w 466725"/>
                <a:gd name="connsiteY72" fmla="*/ 68485 h 723900"/>
                <a:gd name="connsiteX73" fmla="*/ 461963 w 466725"/>
                <a:gd name="connsiteY73" fmla="*/ 69056 h 723900"/>
                <a:gd name="connsiteX74" fmla="*/ 461867 w 466725"/>
                <a:gd name="connsiteY74" fmla="*/ 69342 h 723900"/>
                <a:gd name="connsiteX75" fmla="*/ 461867 w 466725"/>
                <a:gd name="connsiteY75" fmla="*/ 69628 h 723900"/>
                <a:gd name="connsiteX76" fmla="*/ 461677 w 466725"/>
                <a:gd name="connsiteY76" fmla="*/ 70390 h 723900"/>
                <a:gd name="connsiteX77" fmla="*/ 461296 w 466725"/>
                <a:gd name="connsiteY77" fmla="*/ 71247 h 723900"/>
                <a:gd name="connsiteX78" fmla="*/ 460724 w 466725"/>
                <a:gd name="connsiteY78" fmla="*/ 71914 h 723900"/>
                <a:gd name="connsiteX79" fmla="*/ 460343 w 466725"/>
                <a:gd name="connsiteY79" fmla="*/ 71914 h 723900"/>
                <a:gd name="connsiteX80" fmla="*/ 459200 w 466725"/>
                <a:gd name="connsiteY80" fmla="*/ 71438 h 723900"/>
                <a:gd name="connsiteX81" fmla="*/ 458724 w 466725"/>
                <a:gd name="connsiteY81" fmla="*/ 71342 h 723900"/>
                <a:gd name="connsiteX82" fmla="*/ 454152 w 466725"/>
                <a:gd name="connsiteY82" fmla="*/ 71342 h 723900"/>
                <a:gd name="connsiteX83" fmla="*/ 453485 w 466725"/>
                <a:gd name="connsiteY83" fmla="*/ 71247 h 723900"/>
                <a:gd name="connsiteX84" fmla="*/ 451675 w 466725"/>
                <a:gd name="connsiteY84" fmla="*/ 70961 h 723900"/>
                <a:gd name="connsiteX85" fmla="*/ 445484 w 466725"/>
                <a:gd name="connsiteY85" fmla="*/ 68199 h 723900"/>
                <a:gd name="connsiteX86" fmla="*/ 442913 w 466725"/>
                <a:gd name="connsiteY86" fmla="*/ 68104 h 723900"/>
                <a:gd name="connsiteX87" fmla="*/ 438912 w 466725"/>
                <a:gd name="connsiteY87" fmla="*/ 69818 h 723900"/>
                <a:gd name="connsiteX88" fmla="*/ 436817 w 466725"/>
                <a:gd name="connsiteY88" fmla="*/ 69818 h 723900"/>
                <a:gd name="connsiteX89" fmla="*/ 435388 w 466725"/>
                <a:gd name="connsiteY89" fmla="*/ 68675 h 723900"/>
                <a:gd name="connsiteX90" fmla="*/ 437198 w 466725"/>
                <a:gd name="connsiteY90" fmla="*/ 65151 h 723900"/>
                <a:gd name="connsiteX91" fmla="*/ 436912 w 466725"/>
                <a:gd name="connsiteY91" fmla="*/ 62865 h 723900"/>
                <a:gd name="connsiteX92" fmla="*/ 433959 w 466725"/>
                <a:gd name="connsiteY92" fmla="*/ 60484 h 723900"/>
                <a:gd name="connsiteX93" fmla="*/ 429387 w 466725"/>
                <a:gd name="connsiteY93" fmla="*/ 58769 h 723900"/>
                <a:gd name="connsiteX94" fmla="*/ 424625 w 466725"/>
                <a:gd name="connsiteY94" fmla="*/ 58007 h 723900"/>
                <a:gd name="connsiteX95" fmla="*/ 417385 w 466725"/>
                <a:gd name="connsiteY95" fmla="*/ 58865 h 723900"/>
                <a:gd name="connsiteX96" fmla="*/ 413290 w 466725"/>
                <a:gd name="connsiteY96" fmla="*/ 56769 h 723900"/>
                <a:gd name="connsiteX97" fmla="*/ 408813 w 466725"/>
                <a:gd name="connsiteY97" fmla="*/ 53626 h 723900"/>
                <a:gd name="connsiteX98" fmla="*/ 405670 w 466725"/>
                <a:gd name="connsiteY98" fmla="*/ 51435 h 723900"/>
                <a:gd name="connsiteX99" fmla="*/ 400907 w 466725"/>
                <a:gd name="connsiteY99" fmla="*/ 52673 h 723900"/>
                <a:gd name="connsiteX100" fmla="*/ 399288 w 466725"/>
                <a:gd name="connsiteY100" fmla="*/ 52578 h 723900"/>
                <a:gd name="connsiteX101" fmla="*/ 397859 w 466725"/>
                <a:gd name="connsiteY101" fmla="*/ 52673 h 723900"/>
                <a:gd name="connsiteX102" fmla="*/ 396621 w 466725"/>
                <a:gd name="connsiteY102" fmla="*/ 53626 h 723900"/>
                <a:gd name="connsiteX103" fmla="*/ 395383 w 466725"/>
                <a:gd name="connsiteY103" fmla="*/ 54864 h 723900"/>
                <a:gd name="connsiteX104" fmla="*/ 394049 w 466725"/>
                <a:gd name="connsiteY104" fmla="*/ 55817 h 723900"/>
                <a:gd name="connsiteX105" fmla="*/ 390811 w 466725"/>
                <a:gd name="connsiteY105" fmla="*/ 56674 h 723900"/>
                <a:gd name="connsiteX106" fmla="*/ 387572 w 466725"/>
                <a:gd name="connsiteY106" fmla="*/ 56959 h 723900"/>
                <a:gd name="connsiteX107" fmla="*/ 381095 w 466725"/>
                <a:gd name="connsiteY107" fmla="*/ 56579 h 723900"/>
                <a:gd name="connsiteX108" fmla="*/ 377476 w 466725"/>
                <a:gd name="connsiteY108" fmla="*/ 55531 h 723900"/>
                <a:gd name="connsiteX109" fmla="*/ 375857 w 466725"/>
                <a:gd name="connsiteY109" fmla="*/ 53626 h 723900"/>
                <a:gd name="connsiteX110" fmla="*/ 374904 w 466725"/>
                <a:gd name="connsiteY110" fmla="*/ 50959 h 723900"/>
                <a:gd name="connsiteX111" fmla="*/ 373285 w 466725"/>
                <a:gd name="connsiteY111" fmla="*/ 47720 h 723900"/>
                <a:gd name="connsiteX112" fmla="*/ 371475 w 466725"/>
                <a:gd name="connsiteY112" fmla="*/ 45720 h 723900"/>
                <a:gd name="connsiteX113" fmla="*/ 368808 w 466725"/>
                <a:gd name="connsiteY113" fmla="*/ 43720 h 723900"/>
                <a:gd name="connsiteX114" fmla="*/ 365950 w 466725"/>
                <a:gd name="connsiteY114" fmla="*/ 42386 h 723900"/>
                <a:gd name="connsiteX115" fmla="*/ 363474 w 466725"/>
                <a:gd name="connsiteY115" fmla="*/ 42482 h 723900"/>
                <a:gd name="connsiteX116" fmla="*/ 362331 w 466725"/>
                <a:gd name="connsiteY116" fmla="*/ 43244 h 723900"/>
                <a:gd name="connsiteX117" fmla="*/ 360998 w 466725"/>
                <a:gd name="connsiteY117" fmla="*/ 43625 h 723900"/>
                <a:gd name="connsiteX118" fmla="*/ 359664 w 466725"/>
                <a:gd name="connsiteY118" fmla="*/ 43529 h 723900"/>
                <a:gd name="connsiteX119" fmla="*/ 358426 w 466725"/>
                <a:gd name="connsiteY119" fmla="*/ 42767 h 723900"/>
                <a:gd name="connsiteX120" fmla="*/ 357569 w 466725"/>
                <a:gd name="connsiteY120" fmla="*/ 41434 h 723900"/>
                <a:gd name="connsiteX121" fmla="*/ 357569 w 466725"/>
                <a:gd name="connsiteY121" fmla="*/ 40196 h 723900"/>
                <a:gd name="connsiteX122" fmla="*/ 357759 w 466725"/>
                <a:gd name="connsiteY122" fmla="*/ 38862 h 723900"/>
                <a:gd name="connsiteX123" fmla="*/ 357473 w 466725"/>
                <a:gd name="connsiteY123" fmla="*/ 37243 h 723900"/>
                <a:gd name="connsiteX124" fmla="*/ 355378 w 466725"/>
                <a:gd name="connsiteY124" fmla="*/ 34766 h 723900"/>
                <a:gd name="connsiteX125" fmla="*/ 353092 w 466725"/>
                <a:gd name="connsiteY125" fmla="*/ 35052 h 723900"/>
                <a:gd name="connsiteX126" fmla="*/ 350901 w 466725"/>
                <a:gd name="connsiteY126" fmla="*/ 36957 h 723900"/>
                <a:gd name="connsiteX127" fmla="*/ 349091 w 466725"/>
                <a:gd name="connsiteY127" fmla="*/ 39433 h 723900"/>
                <a:gd name="connsiteX128" fmla="*/ 348425 w 466725"/>
                <a:gd name="connsiteY128" fmla="*/ 33052 h 723900"/>
                <a:gd name="connsiteX129" fmla="*/ 348425 w 466725"/>
                <a:gd name="connsiteY129" fmla="*/ 26003 h 723900"/>
                <a:gd name="connsiteX130" fmla="*/ 347853 w 466725"/>
                <a:gd name="connsiteY130" fmla="*/ 22670 h 723900"/>
                <a:gd name="connsiteX131" fmla="*/ 346329 w 466725"/>
                <a:gd name="connsiteY131" fmla="*/ 19717 h 723900"/>
                <a:gd name="connsiteX132" fmla="*/ 343757 w 466725"/>
                <a:gd name="connsiteY132" fmla="*/ 17717 h 723900"/>
                <a:gd name="connsiteX133" fmla="*/ 336518 w 466725"/>
                <a:gd name="connsiteY133" fmla="*/ 13907 h 723900"/>
                <a:gd name="connsiteX134" fmla="*/ 335471 w 466725"/>
                <a:gd name="connsiteY134" fmla="*/ 13145 h 723900"/>
                <a:gd name="connsiteX135" fmla="*/ 335471 w 466725"/>
                <a:gd name="connsiteY135" fmla="*/ 13145 h 723900"/>
                <a:gd name="connsiteX136" fmla="*/ 333947 w 466725"/>
                <a:gd name="connsiteY136" fmla="*/ 13525 h 723900"/>
                <a:gd name="connsiteX137" fmla="*/ 330899 w 466725"/>
                <a:gd name="connsiteY137" fmla="*/ 12383 h 723900"/>
                <a:gd name="connsiteX138" fmla="*/ 328422 w 466725"/>
                <a:gd name="connsiteY138" fmla="*/ 10287 h 723900"/>
                <a:gd name="connsiteX139" fmla="*/ 327565 w 466725"/>
                <a:gd name="connsiteY139" fmla="*/ 10001 h 723900"/>
                <a:gd name="connsiteX140" fmla="*/ 321659 w 466725"/>
                <a:gd name="connsiteY140" fmla="*/ 10668 h 723900"/>
                <a:gd name="connsiteX141" fmla="*/ 313468 w 466725"/>
                <a:gd name="connsiteY141" fmla="*/ 9334 h 723900"/>
                <a:gd name="connsiteX142" fmla="*/ 310706 w 466725"/>
                <a:gd name="connsiteY142" fmla="*/ 9620 h 723900"/>
                <a:gd name="connsiteX143" fmla="*/ 302609 w 466725"/>
                <a:gd name="connsiteY143" fmla="*/ 17621 h 723900"/>
                <a:gd name="connsiteX144" fmla="*/ 299847 w 466725"/>
                <a:gd name="connsiteY144" fmla="*/ 19526 h 723900"/>
                <a:gd name="connsiteX145" fmla="*/ 297466 w 466725"/>
                <a:gd name="connsiteY145" fmla="*/ 20669 h 723900"/>
                <a:gd name="connsiteX146" fmla="*/ 293751 w 466725"/>
                <a:gd name="connsiteY146" fmla="*/ 21526 h 723900"/>
                <a:gd name="connsiteX147" fmla="*/ 292132 w 466725"/>
                <a:gd name="connsiteY147" fmla="*/ 21431 h 723900"/>
                <a:gd name="connsiteX148" fmla="*/ 291084 w 466725"/>
                <a:gd name="connsiteY148" fmla="*/ 21050 h 723900"/>
                <a:gd name="connsiteX149" fmla="*/ 290417 w 466725"/>
                <a:gd name="connsiteY149" fmla="*/ 20574 h 723900"/>
                <a:gd name="connsiteX150" fmla="*/ 289655 w 466725"/>
                <a:gd name="connsiteY150" fmla="*/ 19621 h 723900"/>
                <a:gd name="connsiteX151" fmla="*/ 277749 w 466725"/>
                <a:gd name="connsiteY151" fmla="*/ 14669 h 723900"/>
                <a:gd name="connsiteX152" fmla="*/ 273177 w 466725"/>
                <a:gd name="connsiteY152" fmla="*/ 13811 h 723900"/>
                <a:gd name="connsiteX153" fmla="*/ 268034 w 466725"/>
                <a:gd name="connsiteY153" fmla="*/ 14573 h 723900"/>
                <a:gd name="connsiteX154" fmla="*/ 264509 w 466725"/>
                <a:gd name="connsiteY154" fmla="*/ 14478 h 723900"/>
                <a:gd name="connsiteX155" fmla="*/ 262509 w 466725"/>
                <a:gd name="connsiteY155" fmla="*/ 13811 h 723900"/>
                <a:gd name="connsiteX156" fmla="*/ 261175 w 466725"/>
                <a:gd name="connsiteY156" fmla="*/ 12763 h 723900"/>
                <a:gd name="connsiteX157" fmla="*/ 260699 w 466725"/>
                <a:gd name="connsiteY157" fmla="*/ 11716 h 723900"/>
                <a:gd name="connsiteX158" fmla="*/ 260414 w 466725"/>
                <a:gd name="connsiteY158" fmla="*/ 10382 h 723900"/>
                <a:gd name="connsiteX159" fmla="*/ 260318 w 466725"/>
                <a:gd name="connsiteY159" fmla="*/ 7811 h 723900"/>
                <a:gd name="connsiteX160" fmla="*/ 259842 w 466725"/>
                <a:gd name="connsiteY160" fmla="*/ 6572 h 723900"/>
                <a:gd name="connsiteX161" fmla="*/ 258985 w 466725"/>
                <a:gd name="connsiteY161" fmla="*/ 5239 h 723900"/>
                <a:gd name="connsiteX162" fmla="*/ 255175 w 466725"/>
                <a:gd name="connsiteY162" fmla="*/ 2572 h 723900"/>
                <a:gd name="connsiteX163" fmla="*/ 253651 w 466725"/>
                <a:gd name="connsiteY163" fmla="*/ 857 h 723900"/>
                <a:gd name="connsiteX164" fmla="*/ 251555 w 466725"/>
                <a:gd name="connsiteY164" fmla="*/ 0 h 723900"/>
                <a:gd name="connsiteX165" fmla="*/ 249746 w 466725"/>
                <a:gd name="connsiteY165" fmla="*/ 4000 h 723900"/>
                <a:gd name="connsiteX166" fmla="*/ 249269 w 466725"/>
                <a:gd name="connsiteY166" fmla="*/ 13049 h 723900"/>
                <a:gd name="connsiteX167" fmla="*/ 247555 w 466725"/>
                <a:gd name="connsiteY167" fmla="*/ 16859 h 723900"/>
                <a:gd name="connsiteX168" fmla="*/ 247364 w 466725"/>
                <a:gd name="connsiteY168" fmla="*/ 17907 h 723900"/>
                <a:gd name="connsiteX169" fmla="*/ 247555 w 466725"/>
                <a:gd name="connsiteY169" fmla="*/ 18955 h 723900"/>
                <a:gd name="connsiteX170" fmla="*/ 248126 w 466725"/>
                <a:gd name="connsiteY170" fmla="*/ 19907 h 723900"/>
                <a:gd name="connsiteX171" fmla="*/ 249936 w 466725"/>
                <a:gd name="connsiteY171" fmla="*/ 21717 h 723900"/>
                <a:gd name="connsiteX172" fmla="*/ 252032 w 466725"/>
                <a:gd name="connsiteY172" fmla="*/ 26384 h 723900"/>
                <a:gd name="connsiteX173" fmla="*/ 254127 w 466725"/>
                <a:gd name="connsiteY173" fmla="*/ 27718 h 723900"/>
                <a:gd name="connsiteX174" fmla="*/ 255937 w 466725"/>
                <a:gd name="connsiteY174" fmla="*/ 28575 h 723900"/>
                <a:gd name="connsiteX175" fmla="*/ 257461 w 466725"/>
                <a:gd name="connsiteY175" fmla="*/ 30004 h 723900"/>
                <a:gd name="connsiteX176" fmla="*/ 259842 w 466725"/>
                <a:gd name="connsiteY176" fmla="*/ 33433 h 723900"/>
                <a:gd name="connsiteX177" fmla="*/ 262128 w 466725"/>
                <a:gd name="connsiteY177" fmla="*/ 37624 h 723900"/>
                <a:gd name="connsiteX178" fmla="*/ 263843 w 466725"/>
                <a:gd name="connsiteY178" fmla="*/ 42196 h 723900"/>
                <a:gd name="connsiteX179" fmla="*/ 264795 w 466725"/>
                <a:gd name="connsiteY179" fmla="*/ 44196 h 723900"/>
                <a:gd name="connsiteX180" fmla="*/ 267367 w 466725"/>
                <a:gd name="connsiteY180" fmla="*/ 48101 h 723900"/>
                <a:gd name="connsiteX181" fmla="*/ 268319 w 466725"/>
                <a:gd name="connsiteY181" fmla="*/ 50101 h 723900"/>
                <a:gd name="connsiteX182" fmla="*/ 268796 w 466725"/>
                <a:gd name="connsiteY182" fmla="*/ 52292 h 723900"/>
                <a:gd name="connsiteX183" fmla="*/ 269272 w 466725"/>
                <a:gd name="connsiteY183" fmla="*/ 57817 h 723900"/>
                <a:gd name="connsiteX184" fmla="*/ 270320 w 466725"/>
                <a:gd name="connsiteY184" fmla="*/ 62960 h 723900"/>
                <a:gd name="connsiteX185" fmla="*/ 270415 w 466725"/>
                <a:gd name="connsiteY185" fmla="*/ 65437 h 723900"/>
                <a:gd name="connsiteX186" fmla="*/ 270224 w 466725"/>
                <a:gd name="connsiteY186" fmla="*/ 67913 h 723900"/>
                <a:gd name="connsiteX187" fmla="*/ 269748 w 466725"/>
                <a:gd name="connsiteY187" fmla="*/ 70485 h 723900"/>
                <a:gd name="connsiteX188" fmla="*/ 267843 w 466725"/>
                <a:gd name="connsiteY188" fmla="*/ 76200 h 723900"/>
                <a:gd name="connsiteX189" fmla="*/ 262700 w 466725"/>
                <a:gd name="connsiteY189" fmla="*/ 86392 h 723900"/>
                <a:gd name="connsiteX190" fmla="*/ 260985 w 466725"/>
                <a:gd name="connsiteY190" fmla="*/ 91916 h 723900"/>
                <a:gd name="connsiteX191" fmla="*/ 262985 w 466725"/>
                <a:gd name="connsiteY191" fmla="*/ 92392 h 723900"/>
                <a:gd name="connsiteX192" fmla="*/ 264986 w 466725"/>
                <a:gd name="connsiteY192" fmla="*/ 93059 h 723900"/>
                <a:gd name="connsiteX193" fmla="*/ 266033 w 466725"/>
                <a:gd name="connsiteY193" fmla="*/ 92964 h 723900"/>
                <a:gd name="connsiteX194" fmla="*/ 268224 w 466725"/>
                <a:gd name="connsiteY194" fmla="*/ 92392 h 723900"/>
                <a:gd name="connsiteX195" fmla="*/ 273272 w 466725"/>
                <a:gd name="connsiteY195" fmla="*/ 90583 h 723900"/>
                <a:gd name="connsiteX196" fmla="*/ 274320 w 466725"/>
                <a:gd name="connsiteY196" fmla="*/ 90869 h 723900"/>
                <a:gd name="connsiteX197" fmla="*/ 274606 w 466725"/>
                <a:gd name="connsiteY197" fmla="*/ 91821 h 723900"/>
                <a:gd name="connsiteX198" fmla="*/ 273463 w 466725"/>
                <a:gd name="connsiteY198" fmla="*/ 95345 h 723900"/>
                <a:gd name="connsiteX199" fmla="*/ 273368 w 466725"/>
                <a:gd name="connsiteY199" fmla="*/ 96774 h 723900"/>
                <a:gd name="connsiteX200" fmla="*/ 273368 w 466725"/>
                <a:gd name="connsiteY200" fmla="*/ 96965 h 723900"/>
                <a:gd name="connsiteX201" fmla="*/ 273368 w 466725"/>
                <a:gd name="connsiteY201" fmla="*/ 96965 h 723900"/>
                <a:gd name="connsiteX202" fmla="*/ 273844 w 466725"/>
                <a:gd name="connsiteY202" fmla="*/ 97536 h 723900"/>
                <a:gd name="connsiteX203" fmla="*/ 274892 w 466725"/>
                <a:gd name="connsiteY203" fmla="*/ 98488 h 723900"/>
                <a:gd name="connsiteX204" fmla="*/ 275749 w 466725"/>
                <a:gd name="connsiteY204" fmla="*/ 98965 h 723900"/>
                <a:gd name="connsiteX205" fmla="*/ 277082 w 466725"/>
                <a:gd name="connsiteY205" fmla="*/ 99441 h 723900"/>
                <a:gd name="connsiteX206" fmla="*/ 278225 w 466725"/>
                <a:gd name="connsiteY206" fmla="*/ 100298 h 723900"/>
                <a:gd name="connsiteX207" fmla="*/ 282035 w 466725"/>
                <a:gd name="connsiteY207" fmla="*/ 104204 h 723900"/>
                <a:gd name="connsiteX208" fmla="*/ 282988 w 466725"/>
                <a:gd name="connsiteY208" fmla="*/ 105346 h 723900"/>
                <a:gd name="connsiteX209" fmla="*/ 283369 w 466725"/>
                <a:gd name="connsiteY209" fmla="*/ 106204 h 723900"/>
                <a:gd name="connsiteX210" fmla="*/ 282893 w 466725"/>
                <a:gd name="connsiteY210" fmla="*/ 106775 h 723900"/>
                <a:gd name="connsiteX211" fmla="*/ 282416 w 466725"/>
                <a:gd name="connsiteY211" fmla="*/ 107156 h 723900"/>
                <a:gd name="connsiteX212" fmla="*/ 281273 w 466725"/>
                <a:gd name="connsiteY212" fmla="*/ 107823 h 723900"/>
                <a:gd name="connsiteX213" fmla="*/ 280511 w 466725"/>
                <a:gd name="connsiteY213" fmla="*/ 108395 h 723900"/>
                <a:gd name="connsiteX214" fmla="*/ 280035 w 466725"/>
                <a:gd name="connsiteY214" fmla="*/ 109347 h 723900"/>
                <a:gd name="connsiteX215" fmla="*/ 280130 w 466725"/>
                <a:gd name="connsiteY215" fmla="*/ 110300 h 723900"/>
                <a:gd name="connsiteX216" fmla="*/ 280702 w 466725"/>
                <a:gd name="connsiteY216" fmla="*/ 110966 h 723900"/>
                <a:gd name="connsiteX217" fmla="*/ 282893 w 466725"/>
                <a:gd name="connsiteY217" fmla="*/ 111919 h 723900"/>
                <a:gd name="connsiteX218" fmla="*/ 284417 w 466725"/>
                <a:gd name="connsiteY218" fmla="*/ 112871 h 723900"/>
                <a:gd name="connsiteX219" fmla="*/ 285274 w 466725"/>
                <a:gd name="connsiteY219" fmla="*/ 113824 h 723900"/>
                <a:gd name="connsiteX220" fmla="*/ 285750 w 466725"/>
                <a:gd name="connsiteY220" fmla="*/ 114967 h 723900"/>
                <a:gd name="connsiteX221" fmla="*/ 285750 w 466725"/>
                <a:gd name="connsiteY221" fmla="*/ 116015 h 723900"/>
                <a:gd name="connsiteX222" fmla="*/ 285560 w 466725"/>
                <a:gd name="connsiteY222" fmla="*/ 117062 h 723900"/>
                <a:gd name="connsiteX223" fmla="*/ 285274 w 466725"/>
                <a:gd name="connsiteY223" fmla="*/ 117729 h 723900"/>
                <a:gd name="connsiteX224" fmla="*/ 284893 w 466725"/>
                <a:gd name="connsiteY224" fmla="*/ 118110 h 723900"/>
                <a:gd name="connsiteX225" fmla="*/ 284321 w 466725"/>
                <a:gd name="connsiteY225" fmla="*/ 118205 h 723900"/>
                <a:gd name="connsiteX226" fmla="*/ 282512 w 466725"/>
                <a:gd name="connsiteY226" fmla="*/ 118205 h 723900"/>
                <a:gd name="connsiteX227" fmla="*/ 280988 w 466725"/>
                <a:gd name="connsiteY227" fmla="*/ 118491 h 723900"/>
                <a:gd name="connsiteX228" fmla="*/ 279559 w 466725"/>
                <a:gd name="connsiteY228" fmla="*/ 119253 h 723900"/>
                <a:gd name="connsiteX229" fmla="*/ 275939 w 466725"/>
                <a:gd name="connsiteY229" fmla="*/ 122777 h 723900"/>
                <a:gd name="connsiteX230" fmla="*/ 274606 w 466725"/>
                <a:gd name="connsiteY230" fmla="*/ 123539 h 723900"/>
                <a:gd name="connsiteX231" fmla="*/ 271367 w 466725"/>
                <a:gd name="connsiteY231" fmla="*/ 124587 h 723900"/>
                <a:gd name="connsiteX232" fmla="*/ 269843 w 466725"/>
                <a:gd name="connsiteY232" fmla="*/ 125635 h 723900"/>
                <a:gd name="connsiteX233" fmla="*/ 268319 w 466725"/>
                <a:gd name="connsiteY233" fmla="*/ 127159 h 723900"/>
                <a:gd name="connsiteX234" fmla="*/ 264224 w 466725"/>
                <a:gd name="connsiteY234" fmla="*/ 132207 h 723900"/>
                <a:gd name="connsiteX235" fmla="*/ 261842 w 466725"/>
                <a:gd name="connsiteY235" fmla="*/ 134207 h 723900"/>
                <a:gd name="connsiteX236" fmla="*/ 259747 w 466725"/>
                <a:gd name="connsiteY236" fmla="*/ 136588 h 723900"/>
                <a:gd name="connsiteX237" fmla="*/ 258318 w 466725"/>
                <a:gd name="connsiteY237" fmla="*/ 137541 h 723900"/>
                <a:gd name="connsiteX238" fmla="*/ 255937 w 466725"/>
                <a:gd name="connsiteY238" fmla="*/ 138589 h 723900"/>
                <a:gd name="connsiteX239" fmla="*/ 254889 w 466725"/>
                <a:gd name="connsiteY239" fmla="*/ 139351 h 723900"/>
                <a:gd name="connsiteX240" fmla="*/ 252413 w 466725"/>
                <a:gd name="connsiteY240" fmla="*/ 141923 h 723900"/>
                <a:gd name="connsiteX241" fmla="*/ 251270 w 466725"/>
                <a:gd name="connsiteY241" fmla="*/ 142399 h 723900"/>
                <a:gd name="connsiteX242" fmla="*/ 250412 w 466725"/>
                <a:gd name="connsiteY242" fmla="*/ 142494 h 723900"/>
                <a:gd name="connsiteX243" fmla="*/ 249555 w 466725"/>
                <a:gd name="connsiteY243" fmla="*/ 142399 h 723900"/>
                <a:gd name="connsiteX244" fmla="*/ 248793 w 466725"/>
                <a:gd name="connsiteY244" fmla="*/ 142399 h 723900"/>
                <a:gd name="connsiteX245" fmla="*/ 248031 w 466725"/>
                <a:gd name="connsiteY245" fmla="*/ 142589 h 723900"/>
                <a:gd name="connsiteX246" fmla="*/ 246983 w 466725"/>
                <a:gd name="connsiteY246" fmla="*/ 143542 h 723900"/>
                <a:gd name="connsiteX247" fmla="*/ 243078 w 466725"/>
                <a:gd name="connsiteY247" fmla="*/ 148590 h 723900"/>
                <a:gd name="connsiteX248" fmla="*/ 235077 w 466725"/>
                <a:gd name="connsiteY248" fmla="*/ 154972 h 723900"/>
                <a:gd name="connsiteX249" fmla="*/ 231839 w 466725"/>
                <a:gd name="connsiteY249" fmla="*/ 158401 h 723900"/>
                <a:gd name="connsiteX250" fmla="*/ 230886 w 466725"/>
                <a:gd name="connsiteY250" fmla="*/ 159925 h 723900"/>
                <a:gd name="connsiteX251" fmla="*/ 230600 w 466725"/>
                <a:gd name="connsiteY251" fmla="*/ 161258 h 723900"/>
                <a:gd name="connsiteX252" fmla="*/ 230600 w 466725"/>
                <a:gd name="connsiteY252" fmla="*/ 161258 h 723900"/>
                <a:gd name="connsiteX253" fmla="*/ 230600 w 466725"/>
                <a:gd name="connsiteY253" fmla="*/ 161258 h 723900"/>
                <a:gd name="connsiteX254" fmla="*/ 230696 w 466725"/>
                <a:gd name="connsiteY254" fmla="*/ 162973 h 723900"/>
                <a:gd name="connsiteX255" fmla="*/ 230505 w 466725"/>
                <a:gd name="connsiteY255" fmla="*/ 164401 h 723900"/>
                <a:gd name="connsiteX256" fmla="*/ 230029 w 466725"/>
                <a:gd name="connsiteY256" fmla="*/ 165545 h 723900"/>
                <a:gd name="connsiteX257" fmla="*/ 229172 w 466725"/>
                <a:gd name="connsiteY257" fmla="*/ 169259 h 723900"/>
                <a:gd name="connsiteX258" fmla="*/ 228886 w 466725"/>
                <a:gd name="connsiteY258" fmla="*/ 169926 h 723900"/>
                <a:gd name="connsiteX259" fmla="*/ 228505 w 466725"/>
                <a:gd name="connsiteY259" fmla="*/ 170307 h 723900"/>
                <a:gd name="connsiteX260" fmla="*/ 227362 w 466725"/>
                <a:gd name="connsiteY260" fmla="*/ 170593 h 723900"/>
                <a:gd name="connsiteX261" fmla="*/ 226504 w 466725"/>
                <a:gd name="connsiteY261" fmla="*/ 170974 h 723900"/>
                <a:gd name="connsiteX262" fmla="*/ 226028 w 466725"/>
                <a:gd name="connsiteY262" fmla="*/ 171545 h 723900"/>
                <a:gd name="connsiteX263" fmla="*/ 225838 w 466725"/>
                <a:gd name="connsiteY263" fmla="*/ 172498 h 723900"/>
                <a:gd name="connsiteX264" fmla="*/ 225933 w 466725"/>
                <a:gd name="connsiteY264" fmla="*/ 173165 h 723900"/>
                <a:gd name="connsiteX265" fmla="*/ 226028 w 466725"/>
                <a:gd name="connsiteY265" fmla="*/ 173641 h 723900"/>
                <a:gd name="connsiteX266" fmla="*/ 226600 w 466725"/>
                <a:gd name="connsiteY266" fmla="*/ 174784 h 723900"/>
                <a:gd name="connsiteX267" fmla="*/ 226790 w 466725"/>
                <a:gd name="connsiteY267" fmla="*/ 175165 h 723900"/>
                <a:gd name="connsiteX268" fmla="*/ 226886 w 466725"/>
                <a:gd name="connsiteY268" fmla="*/ 175641 h 723900"/>
                <a:gd name="connsiteX269" fmla="*/ 226981 w 466725"/>
                <a:gd name="connsiteY269" fmla="*/ 176117 h 723900"/>
                <a:gd name="connsiteX270" fmla="*/ 227267 w 466725"/>
                <a:gd name="connsiteY270" fmla="*/ 176689 h 723900"/>
                <a:gd name="connsiteX271" fmla="*/ 227743 w 466725"/>
                <a:gd name="connsiteY271" fmla="*/ 177355 h 723900"/>
                <a:gd name="connsiteX272" fmla="*/ 229934 w 466725"/>
                <a:gd name="connsiteY272" fmla="*/ 178784 h 723900"/>
                <a:gd name="connsiteX273" fmla="*/ 233458 w 466725"/>
                <a:gd name="connsiteY273" fmla="*/ 180404 h 723900"/>
                <a:gd name="connsiteX274" fmla="*/ 234601 w 466725"/>
                <a:gd name="connsiteY274" fmla="*/ 181166 h 723900"/>
                <a:gd name="connsiteX275" fmla="*/ 236125 w 466725"/>
                <a:gd name="connsiteY275" fmla="*/ 183928 h 723900"/>
                <a:gd name="connsiteX276" fmla="*/ 236601 w 466725"/>
                <a:gd name="connsiteY276" fmla="*/ 184404 h 723900"/>
                <a:gd name="connsiteX277" fmla="*/ 237173 w 466725"/>
                <a:gd name="connsiteY277" fmla="*/ 185071 h 723900"/>
                <a:gd name="connsiteX278" fmla="*/ 237839 w 466725"/>
                <a:gd name="connsiteY278" fmla="*/ 186214 h 723900"/>
                <a:gd name="connsiteX279" fmla="*/ 238411 w 466725"/>
                <a:gd name="connsiteY279" fmla="*/ 188500 h 723900"/>
                <a:gd name="connsiteX280" fmla="*/ 239173 w 466725"/>
                <a:gd name="connsiteY280" fmla="*/ 190214 h 723900"/>
                <a:gd name="connsiteX281" fmla="*/ 239935 w 466725"/>
                <a:gd name="connsiteY281" fmla="*/ 191262 h 723900"/>
                <a:gd name="connsiteX282" fmla="*/ 242411 w 466725"/>
                <a:gd name="connsiteY282" fmla="*/ 193072 h 723900"/>
                <a:gd name="connsiteX283" fmla="*/ 243650 w 466725"/>
                <a:gd name="connsiteY283" fmla="*/ 195072 h 723900"/>
                <a:gd name="connsiteX284" fmla="*/ 250889 w 466725"/>
                <a:gd name="connsiteY284" fmla="*/ 198215 h 723900"/>
                <a:gd name="connsiteX285" fmla="*/ 254127 w 466725"/>
                <a:gd name="connsiteY285" fmla="*/ 200692 h 723900"/>
                <a:gd name="connsiteX286" fmla="*/ 255270 w 466725"/>
                <a:gd name="connsiteY286" fmla="*/ 202406 h 723900"/>
                <a:gd name="connsiteX287" fmla="*/ 255651 w 466725"/>
                <a:gd name="connsiteY287" fmla="*/ 203549 h 723900"/>
                <a:gd name="connsiteX288" fmla="*/ 256127 w 466725"/>
                <a:gd name="connsiteY288" fmla="*/ 206502 h 723900"/>
                <a:gd name="connsiteX289" fmla="*/ 256699 w 466725"/>
                <a:gd name="connsiteY289" fmla="*/ 208883 h 723900"/>
                <a:gd name="connsiteX290" fmla="*/ 256794 w 466725"/>
                <a:gd name="connsiteY290" fmla="*/ 209645 h 723900"/>
                <a:gd name="connsiteX291" fmla="*/ 256794 w 466725"/>
                <a:gd name="connsiteY291" fmla="*/ 210598 h 723900"/>
                <a:gd name="connsiteX292" fmla="*/ 256223 w 466725"/>
                <a:gd name="connsiteY292" fmla="*/ 214408 h 723900"/>
                <a:gd name="connsiteX293" fmla="*/ 255270 w 466725"/>
                <a:gd name="connsiteY293" fmla="*/ 217932 h 723900"/>
                <a:gd name="connsiteX294" fmla="*/ 255175 w 466725"/>
                <a:gd name="connsiteY294" fmla="*/ 219170 h 723900"/>
                <a:gd name="connsiteX295" fmla="*/ 255556 w 466725"/>
                <a:gd name="connsiteY295" fmla="*/ 219742 h 723900"/>
                <a:gd name="connsiteX296" fmla="*/ 256032 w 466725"/>
                <a:gd name="connsiteY296" fmla="*/ 220409 h 723900"/>
                <a:gd name="connsiteX297" fmla="*/ 256985 w 466725"/>
                <a:gd name="connsiteY297" fmla="*/ 221361 h 723900"/>
                <a:gd name="connsiteX298" fmla="*/ 257461 w 466725"/>
                <a:gd name="connsiteY298" fmla="*/ 222028 h 723900"/>
                <a:gd name="connsiteX299" fmla="*/ 257747 w 466725"/>
                <a:gd name="connsiteY299" fmla="*/ 222599 h 723900"/>
                <a:gd name="connsiteX300" fmla="*/ 257747 w 466725"/>
                <a:gd name="connsiteY300" fmla="*/ 224314 h 723900"/>
                <a:gd name="connsiteX301" fmla="*/ 258032 w 466725"/>
                <a:gd name="connsiteY301" fmla="*/ 226314 h 723900"/>
                <a:gd name="connsiteX302" fmla="*/ 250889 w 466725"/>
                <a:gd name="connsiteY302" fmla="*/ 224980 h 723900"/>
                <a:gd name="connsiteX303" fmla="*/ 249079 w 466725"/>
                <a:gd name="connsiteY303" fmla="*/ 224123 h 723900"/>
                <a:gd name="connsiteX304" fmla="*/ 249079 w 466725"/>
                <a:gd name="connsiteY304" fmla="*/ 223266 h 723900"/>
                <a:gd name="connsiteX305" fmla="*/ 248888 w 466725"/>
                <a:gd name="connsiteY305" fmla="*/ 222790 h 723900"/>
                <a:gd name="connsiteX306" fmla="*/ 247269 w 466725"/>
                <a:gd name="connsiteY306" fmla="*/ 221551 h 723900"/>
                <a:gd name="connsiteX307" fmla="*/ 245078 w 466725"/>
                <a:gd name="connsiteY307" fmla="*/ 220790 h 723900"/>
                <a:gd name="connsiteX308" fmla="*/ 243554 w 466725"/>
                <a:gd name="connsiteY308" fmla="*/ 221933 h 723900"/>
                <a:gd name="connsiteX309" fmla="*/ 241173 w 466725"/>
                <a:gd name="connsiteY309" fmla="*/ 223361 h 723900"/>
                <a:gd name="connsiteX310" fmla="*/ 236887 w 466725"/>
                <a:gd name="connsiteY310" fmla="*/ 224695 h 723900"/>
                <a:gd name="connsiteX311" fmla="*/ 236315 w 466725"/>
                <a:gd name="connsiteY311" fmla="*/ 224980 h 723900"/>
                <a:gd name="connsiteX312" fmla="*/ 236125 w 466725"/>
                <a:gd name="connsiteY312" fmla="*/ 225076 h 723900"/>
                <a:gd name="connsiteX313" fmla="*/ 236125 w 466725"/>
                <a:gd name="connsiteY313" fmla="*/ 225076 h 723900"/>
                <a:gd name="connsiteX314" fmla="*/ 236125 w 466725"/>
                <a:gd name="connsiteY314" fmla="*/ 225076 h 723900"/>
                <a:gd name="connsiteX315" fmla="*/ 235172 w 466725"/>
                <a:gd name="connsiteY315" fmla="*/ 226790 h 723900"/>
                <a:gd name="connsiteX316" fmla="*/ 234410 w 466725"/>
                <a:gd name="connsiteY316" fmla="*/ 227743 h 723900"/>
                <a:gd name="connsiteX317" fmla="*/ 232886 w 466725"/>
                <a:gd name="connsiteY317" fmla="*/ 228695 h 723900"/>
                <a:gd name="connsiteX318" fmla="*/ 229362 w 466725"/>
                <a:gd name="connsiteY318" fmla="*/ 230410 h 723900"/>
                <a:gd name="connsiteX319" fmla="*/ 225552 w 466725"/>
                <a:gd name="connsiteY319" fmla="*/ 231838 h 723900"/>
                <a:gd name="connsiteX320" fmla="*/ 223457 w 466725"/>
                <a:gd name="connsiteY320" fmla="*/ 233077 h 723900"/>
                <a:gd name="connsiteX321" fmla="*/ 223457 w 466725"/>
                <a:gd name="connsiteY321" fmla="*/ 233458 h 723900"/>
                <a:gd name="connsiteX322" fmla="*/ 223361 w 466725"/>
                <a:gd name="connsiteY322" fmla="*/ 233934 h 723900"/>
                <a:gd name="connsiteX323" fmla="*/ 223266 w 466725"/>
                <a:gd name="connsiteY323" fmla="*/ 234315 h 723900"/>
                <a:gd name="connsiteX324" fmla="*/ 222980 w 466725"/>
                <a:gd name="connsiteY324" fmla="*/ 234791 h 723900"/>
                <a:gd name="connsiteX325" fmla="*/ 222409 w 466725"/>
                <a:gd name="connsiteY325" fmla="*/ 235363 h 723900"/>
                <a:gd name="connsiteX326" fmla="*/ 221266 w 466725"/>
                <a:gd name="connsiteY326" fmla="*/ 236220 h 723900"/>
                <a:gd name="connsiteX327" fmla="*/ 220790 w 466725"/>
                <a:gd name="connsiteY327" fmla="*/ 236792 h 723900"/>
                <a:gd name="connsiteX328" fmla="*/ 220599 w 466725"/>
                <a:gd name="connsiteY328" fmla="*/ 237363 h 723900"/>
                <a:gd name="connsiteX329" fmla="*/ 220694 w 466725"/>
                <a:gd name="connsiteY329" fmla="*/ 237744 h 723900"/>
                <a:gd name="connsiteX330" fmla="*/ 220980 w 466725"/>
                <a:gd name="connsiteY330" fmla="*/ 238030 h 723900"/>
                <a:gd name="connsiteX331" fmla="*/ 222218 w 466725"/>
                <a:gd name="connsiteY331" fmla="*/ 238506 h 723900"/>
                <a:gd name="connsiteX332" fmla="*/ 222504 w 466725"/>
                <a:gd name="connsiteY332" fmla="*/ 238792 h 723900"/>
                <a:gd name="connsiteX333" fmla="*/ 222790 w 466725"/>
                <a:gd name="connsiteY333" fmla="*/ 239173 h 723900"/>
                <a:gd name="connsiteX334" fmla="*/ 223171 w 466725"/>
                <a:gd name="connsiteY334" fmla="*/ 240030 h 723900"/>
                <a:gd name="connsiteX335" fmla="*/ 223647 w 466725"/>
                <a:gd name="connsiteY335" fmla="*/ 241363 h 723900"/>
                <a:gd name="connsiteX336" fmla="*/ 223838 w 466725"/>
                <a:gd name="connsiteY336" fmla="*/ 241745 h 723900"/>
                <a:gd name="connsiteX337" fmla="*/ 224123 w 466725"/>
                <a:gd name="connsiteY337" fmla="*/ 242030 h 723900"/>
                <a:gd name="connsiteX338" fmla="*/ 224504 w 466725"/>
                <a:gd name="connsiteY338" fmla="*/ 242125 h 723900"/>
                <a:gd name="connsiteX339" fmla="*/ 224981 w 466725"/>
                <a:gd name="connsiteY339" fmla="*/ 242030 h 723900"/>
                <a:gd name="connsiteX340" fmla="*/ 225743 w 466725"/>
                <a:gd name="connsiteY340" fmla="*/ 241745 h 723900"/>
                <a:gd name="connsiteX341" fmla="*/ 226219 w 466725"/>
                <a:gd name="connsiteY341" fmla="*/ 241745 h 723900"/>
                <a:gd name="connsiteX342" fmla="*/ 226600 w 466725"/>
                <a:gd name="connsiteY342" fmla="*/ 241840 h 723900"/>
                <a:gd name="connsiteX343" fmla="*/ 226886 w 466725"/>
                <a:gd name="connsiteY343" fmla="*/ 242125 h 723900"/>
                <a:gd name="connsiteX344" fmla="*/ 227838 w 466725"/>
                <a:gd name="connsiteY344" fmla="*/ 243554 h 723900"/>
                <a:gd name="connsiteX345" fmla="*/ 228600 w 466725"/>
                <a:gd name="connsiteY345" fmla="*/ 244507 h 723900"/>
                <a:gd name="connsiteX346" fmla="*/ 228981 w 466725"/>
                <a:gd name="connsiteY346" fmla="*/ 245269 h 723900"/>
                <a:gd name="connsiteX347" fmla="*/ 229457 w 466725"/>
                <a:gd name="connsiteY347" fmla="*/ 247555 h 723900"/>
                <a:gd name="connsiteX348" fmla="*/ 230410 w 466725"/>
                <a:gd name="connsiteY348" fmla="*/ 250222 h 723900"/>
                <a:gd name="connsiteX349" fmla="*/ 231553 w 466725"/>
                <a:gd name="connsiteY349" fmla="*/ 252032 h 723900"/>
                <a:gd name="connsiteX350" fmla="*/ 231458 w 466725"/>
                <a:gd name="connsiteY350" fmla="*/ 253365 h 723900"/>
                <a:gd name="connsiteX351" fmla="*/ 229076 w 466725"/>
                <a:gd name="connsiteY351" fmla="*/ 257366 h 723900"/>
                <a:gd name="connsiteX352" fmla="*/ 225266 w 466725"/>
                <a:gd name="connsiteY352" fmla="*/ 261557 h 723900"/>
                <a:gd name="connsiteX353" fmla="*/ 225266 w 466725"/>
                <a:gd name="connsiteY353" fmla="*/ 263271 h 723900"/>
                <a:gd name="connsiteX354" fmla="*/ 224790 w 466725"/>
                <a:gd name="connsiteY354" fmla="*/ 264319 h 723900"/>
                <a:gd name="connsiteX355" fmla="*/ 224123 w 466725"/>
                <a:gd name="connsiteY355" fmla="*/ 265271 h 723900"/>
                <a:gd name="connsiteX356" fmla="*/ 223647 w 466725"/>
                <a:gd name="connsiteY356" fmla="*/ 266700 h 723900"/>
                <a:gd name="connsiteX357" fmla="*/ 223552 w 466725"/>
                <a:gd name="connsiteY357" fmla="*/ 268510 h 723900"/>
                <a:gd name="connsiteX358" fmla="*/ 223742 w 466725"/>
                <a:gd name="connsiteY358" fmla="*/ 269938 h 723900"/>
                <a:gd name="connsiteX359" fmla="*/ 224409 w 466725"/>
                <a:gd name="connsiteY359" fmla="*/ 272891 h 723900"/>
                <a:gd name="connsiteX360" fmla="*/ 224409 w 466725"/>
                <a:gd name="connsiteY360" fmla="*/ 273749 h 723900"/>
                <a:gd name="connsiteX361" fmla="*/ 224219 w 466725"/>
                <a:gd name="connsiteY361" fmla="*/ 275654 h 723900"/>
                <a:gd name="connsiteX362" fmla="*/ 224314 w 466725"/>
                <a:gd name="connsiteY362" fmla="*/ 276511 h 723900"/>
                <a:gd name="connsiteX363" fmla="*/ 224885 w 466725"/>
                <a:gd name="connsiteY363" fmla="*/ 277368 h 723900"/>
                <a:gd name="connsiteX364" fmla="*/ 225552 w 466725"/>
                <a:gd name="connsiteY364" fmla="*/ 277654 h 723900"/>
                <a:gd name="connsiteX365" fmla="*/ 226219 w 466725"/>
                <a:gd name="connsiteY365" fmla="*/ 277749 h 723900"/>
                <a:gd name="connsiteX366" fmla="*/ 226790 w 466725"/>
                <a:gd name="connsiteY366" fmla="*/ 278130 h 723900"/>
                <a:gd name="connsiteX367" fmla="*/ 231172 w 466725"/>
                <a:gd name="connsiteY367" fmla="*/ 282797 h 723900"/>
                <a:gd name="connsiteX368" fmla="*/ 232124 w 466725"/>
                <a:gd name="connsiteY368" fmla="*/ 283464 h 723900"/>
                <a:gd name="connsiteX369" fmla="*/ 232791 w 466725"/>
                <a:gd name="connsiteY369" fmla="*/ 284893 h 723900"/>
                <a:gd name="connsiteX370" fmla="*/ 233839 w 466725"/>
                <a:gd name="connsiteY370" fmla="*/ 287655 h 723900"/>
                <a:gd name="connsiteX371" fmla="*/ 236029 w 466725"/>
                <a:gd name="connsiteY371" fmla="*/ 296609 h 723900"/>
                <a:gd name="connsiteX372" fmla="*/ 236411 w 466725"/>
                <a:gd name="connsiteY372" fmla="*/ 299561 h 723900"/>
                <a:gd name="connsiteX373" fmla="*/ 236506 w 466725"/>
                <a:gd name="connsiteY373" fmla="*/ 302514 h 723900"/>
                <a:gd name="connsiteX374" fmla="*/ 236220 w 466725"/>
                <a:gd name="connsiteY374" fmla="*/ 304229 h 723900"/>
                <a:gd name="connsiteX375" fmla="*/ 234791 w 466725"/>
                <a:gd name="connsiteY375" fmla="*/ 306324 h 723900"/>
                <a:gd name="connsiteX376" fmla="*/ 234220 w 466725"/>
                <a:gd name="connsiteY376" fmla="*/ 307753 h 723900"/>
                <a:gd name="connsiteX377" fmla="*/ 233744 w 466725"/>
                <a:gd name="connsiteY377" fmla="*/ 314230 h 723900"/>
                <a:gd name="connsiteX378" fmla="*/ 233648 w 466725"/>
                <a:gd name="connsiteY378" fmla="*/ 314801 h 723900"/>
                <a:gd name="connsiteX379" fmla="*/ 233363 w 466725"/>
                <a:gd name="connsiteY379" fmla="*/ 315563 h 723900"/>
                <a:gd name="connsiteX380" fmla="*/ 232696 w 466725"/>
                <a:gd name="connsiteY380" fmla="*/ 315849 h 723900"/>
                <a:gd name="connsiteX381" fmla="*/ 231839 w 466725"/>
                <a:gd name="connsiteY381" fmla="*/ 315659 h 723900"/>
                <a:gd name="connsiteX382" fmla="*/ 230600 w 466725"/>
                <a:gd name="connsiteY382" fmla="*/ 314801 h 723900"/>
                <a:gd name="connsiteX383" fmla="*/ 229743 w 466725"/>
                <a:gd name="connsiteY383" fmla="*/ 314516 h 723900"/>
                <a:gd name="connsiteX384" fmla="*/ 228791 w 466725"/>
                <a:gd name="connsiteY384" fmla="*/ 314801 h 723900"/>
                <a:gd name="connsiteX385" fmla="*/ 228219 w 466725"/>
                <a:gd name="connsiteY385" fmla="*/ 315944 h 723900"/>
                <a:gd name="connsiteX386" fmla="*/ 228410 w 466725"/>
                <a:gd name="connsiteY386" fmla="*/ 317183 h 723900"/>
                <a:gd name="connsiteX387" fmla="*/ 228981 w 466725"/>
                <a:gd name="connsiteY387" fmla="*/ 318230 h 723900"/>
                <a:gd name="connsiteX388" fmla="*/ 229648 w 466725"/>
                <a:gd name="connsiteY388" fmla="*/ 318707 h 723900"/>
                <a:gd name="connsiteX389" fmla="*/ 230505 w 466725"/>
                <a:gd name="connsiteY389" fmla="*/ 318992 h 723900"/>
                <a:gd name="connsiteX390" fmla="*/ 233172 w 466725"/>
                <a:gd name="connsiteY390" fmla="*/ 319373 h 723900"/>
                <a:gd name="connsiteX391" fmla="*/ 233744 w 466725"/>
                <a:gd name="connsiteY391" fmla="*/ 319754 h 723900"/>
                <a:gd name="connsiteX392" fmla="*/ 234125 w 466725"/>
                <a:gd name="connsiteY392" fmla="*/ 320326 h 723900"/>
                <a:gd name="connsiteX393" fmla="*/ 234887 w 466725"/>
                <a:gd name="connsiteY393" fmla="*/ 322136 h 723900"/>
                <a:gd name="connsiteX394" fmla="*/ 235649 w 466725"/>
                <a:gd name="connsiteY394" fmla="*/ 323469 h 723900"/>
                <a:gd name="connsiteX395" fmla="*/ 235839 w 466725"/>
                <a:gd name="connsiteY395" fmla="*/ 324707 h 723900"/>
                <a:gd name="connsiteX396" fmla="*/ 235934 w 466725"/>
                <a:gd name="connsiteY396" fmla="*/ 326422 h 723900"/>
                <a:gd name="connsiteX397" fmla="*/ 236125 w 466725"/>
                <a:gd name="connsiteY397" fmla="*/ 327470 h 723900"/>
                <a:gd name="connsiteX398" fmla="*/ 236601 w 466725"/>
                <a:gd name="connsiteY398" fmla="*/ 328422 h 723900"/>
                <a:gd name="connsiteX399" fmla="*/ 237268 w 466725"/>
                <a:gd name="connsiteY399" fmla="*/ 329184 h 723900"/>
                <a:gd name="connsiteX400" fmla="*/ 238030 w 466725"/>
                <a:gd name="connsiteY400" fmla="*/ 330517 h 723900"/>
                <a:gd name="connsiteX401" fmla="*/ 238030 w 466725"/>
                <a:gd name="connsiteY401" fmla="*/ 331565 h 723900"/>
                <a:gd name="connsiteX402" fmla="*/ 237458 w 466725"/>
                <a:gd name="connsiteY402" fmla="*/ 332327 h 723900"/>
                <a:gd name="connsiteX403" fmla="*/ 236315 w 466725"/>
                <a:gd name="connsiteY403" fmla="*/ 333089 h 723900"/>
                <a:gd name="connsiteX404" fmla="*/ 235458 w 466725"/>
                <a:gd name="connsiteY404" fmla="*/ 333851 h 723900"/>
                <a:gd name="connsiteX405" fmla="*/ 235077 w 466725"/>
                <a:gd name="connsiteY405" fmla="*/ 335090 h 723900"/>
                <a:gd name="connsiteX406" fmla="*/ 235553 w 466725"/>
                <a:gd name="connsiteY406" fmla="*/ 335756 h 723900"/>
                <a:gd name="connsiteX407" fmla="*/ 236411 w 466725"/>
                <a:gd name="connsiteY407" fmla="*/ 336137 h 723900"/>
                <a:gd name="connsiteX408" fmla="*/ 237173 w 466725"/>
                <a:gd name="connsiteY408" fmla="*/ 336137 h 723900"/>
                <a:gd name="connsiteX409" fmla="*/ 238601 w 466725"/>
                <a:gd name="connsiteY409" fmla="*/ 336899 h 723900"/>
                <a:gd name="connsiteX410" fmla="*/ 238030 w 466725"/>
                <a:gd name="connsiteY410" fmla="*/ 338995 h 723900"/>
                <a:gd name="connsiteX411" fmla="*/ 237268 w 466725"/>
                <a:gd name="connsiteY411" fmla="*/ 339852 h 723900"/>
                <a:gd name="connsiteX412" fmla="*/ 236029 w 466725"/>
                <a:gd name="connsiteY412" fmla="*/ 340995 h 723900"/>
                <a:gd name="connsiteX413" fmla="*/ 234506 w 466725"/>
                <a:gd name="connsiteY413" fmla="*/ 341757 h 723900"/>
                <a:gd name="connsiteX414" fmla="*/ 232791 w 466725"/>
                <a:gd name="connsiteY414" fmla="*/ 342138 h 723900"/>
                <a:gd name="connsiteX415" fmla="*/ 231172 w 466725"/>
                <a:gd name="connsiteY415" fmla="*/ 342233 h 723900"/>
                <a:gd name="connsiteX416" fmla="*/ 229838 w 466725"/>
                <a:gd name="connsiteY416" fmla="*/ 341948 h 723900"/>
                <a:gd name="connsiteX417" fmla="*/ 228600 w 466725"/>
                <a:gd name="connsiteY417" fmla="*/ 341281 h 723900"/>
                <a:gd name="connsiteX418" fmla="*/ 227552 w 466725"/>
                <a:gd name="connsiteY418" fmla="*/ 340614 h 723900"/>
                <a:gd name="connsiteX419" fmla="*/ 226409 w 466725"/>
                <a:gd name="connsiteY419" fmla="*/ 340042 h 723900"/>
                <a:gd name="connsiteX420" fmla="*/ 225171 w 466725"/>
                <a:gd name="connsiteY420" fmla="*/ 339662 h 723900"/>
                <a:gd name="connsiteX421" fmla="*/ 223457 w 466725"/>
                <a:gd name="connsiteY421" fmla="*/ 339471 h 723900"/>
                <a:gd name="connsiteX422" fmla="*/ 222314 w 466725"/>
                <a:gd name="connsiteY422" fmla="*/ 339757 h 723900"/>
                <a:gd name="connsiteX423" fmla="*/ 221552 w 466725"/>
                <a:gd name="connsiteY423" fmla="*/ 340519 h 723900"/>
                <a:gd name="connsiteX424" fmla="*/ 221742 w 466725"/>
                <a:gd name="connsiteY424" fmla="*/ 341281 h 723900"/>
                <a:gd name="connsiteX425" fmla="*/ 222599 w 466725"/>
                <a:gd name="connsiteY425" fmla="*/ 342043 h 723900"/>
                <a:gd name="connsiteX426" fmla="*/ 223933 w 466725"/>
                <a:gd name="connsiteY426" fmla="*/ 342424 h 723900"/>
                <a:gd name="connsiteX427" fmla="*/ 225171 w 466725"/>
                <a:gd name="connsiteY427" fmla="*/ 342900 h 723900"/>
                <a:gd name="connsiteX428" fmla="*/ 225933 w 466725"/>
                <a:gd name="connsiteY428" fmla="*/ 343471 h 723900"/>
                <a:gd name="connsiteX429" fmla="*/ 226124 w 466725"/>
                <a:gd name="connsiteY429" fmla="*/ 344329 h 723900"/>
                <a:gd name="connsiteX430" fmla="*/ 225647 w 466725"/>
                <a:gd name="connsiteY430" fmla="*/ 347948 h 723900"/>
                <a:gd name="connsiteX431" fmla="*/ 225838 w 466725"/>
                <a:gd name="connsiteY431" fmla="*/ 348901 h 723900"/>
                <a:gd name="connsiteX432" fmla="*/ 226886 w 466725"/>
                <a:gd name="connsiteY432" fmla="*/ 350330 h 723900"/>
                <a:gd name="connsiteX433" fmla="*/ 227171 w 466725"/>
                <a:gd name="connsiteY433" fmla="*/ 351187 h 723900"/>
                <a:gd name="connsiteX434" fmla="*/ 227171 w 466725"/>
                <a:gd name="connsiteY434" fmla="*/ 352139 h 723900"/>
                <a:gd name="connsiteX435" fmla="*/ 226981 w 466725"/>
                <a:gd name="connsiteY435" fmla="*/ 352901 h 723900"/>
                <a:gd name="connsiteX436" fmla="*/ 226504 w 466725"/>
                <a:gd name="connsiteY436" fmla="*/ 354044 h 723900"/>
                <a:gd name="connsiteX437" fmla="*/ 225933 w 466725"/>
                <a:gd name="connsiteY437" fmla="*/ 354806 h 723900"/>
                <a:gd name="connsiteX438" fmla="*/ 224885 w 466725"/>
                <a:gd name="connsiteY438" fmla="*/ 355854 h 723900"/>
                <a:gd name="connsiteX439" fmla="*/ 224409 w 466725"/>
                <a:gd name="connsiteY439" fmla="*/ 356807 h 723900"/>
                <a:gd name="connsiteX440" fmla="*/ 224314 w 466725"/>
                <a:gd name="connsiteY440" fmla="*/ 357950 h 723900"/>
                <a:gd name="connsiteX441" fmla="*/ 224695 w 466725"/>
                <a:gd name="connsiteY441" fmla="*/ 359188 h 723900"/>
                <a:gd name="connsiteX442" fmla="*/ 224885 w 466725"/>
                <a:gd name="connsiteY442" fmla="*/ 360521 h 723900"/>
                <a:gd name="connsiteX443" fmla="*/ 224409 w 466725"/>
                <a:gd name="connsiteY443" fmla="*/ 362617 h 723900"/>
                <a:gd name="connsiteX444" fmla="*/ 219551 w 466725"/>
                <a:gd name="connsiteY444" fmla="*/ 373380 h 723900"/>
                <a:gd name="connsiteX445" fmla="*/ 218027 w 466725"/>
                <a:gd name="connsiteY445" fmla="*/ 375475 h 723900"/>
                <a:gd name="connsiteX446" fmla="*/ 214694 w 466725"/>
                <a:gd name="connsiteY446" fmla="*/ 378142 h 723900"/>
                <a:gd name="connsiteX447" fmla="*/ 211741 w 466725"/>
                <a:gd name="connsiteY447" fmla="*/ 380238 h 723900"/>
                <a:gd name="connsiteX448" fmla="*/ 210217 w 466725"/>
                <a:gd name="connsiteY448" fmla="*/ 380619 h 723900"/>
                <a:gd name="connsiteX449" fmla="*/ 207740 w 466725"/>
                <a:gd name="connsiteY449" fmla="*/ 381571 h 723900"/>
                <a:gd name="connsiteX450" fmla="*/ 206883 w 466725"/>
                <a:gd name="connsiteY450" fmla="*/ 382715 h 723900"/>
                <a:gd name="connsiteX451" fmla="*/ 206693 w 466725"/>
                <a:gd name="connsiteY451" fmla="*/ 383953 h 723900"/>
                <a:gd name="connsiteX452" fmla="*/ 206883 w 466725"/>
                <a:gd name="connsiteY452" fmla="*/ 385286 h 723900"/>
                <a:gd name="connsiteX453" fmla="*/ 206883 w 466725"/>
                <a:gd name="connsiteY453" fmla="*/ 386525 h 723900"/>
                <a:gd name="connsiteX454" fmla="*/ 207074 w 466725"/>
                <a:gd name="connsiteY454" fmla="*/ 387477 h 723900"/>
                <a:gd name="connsiteX455" fmla="*/ 207550 w 466725"/>
                <a:gd name="connsiteY455" fmla="*/ 387858 h 723900"/>
                <a:gd name="connsiteX456" fmla="*/ 208217 w 466725"/>
                <a:gd name="connsiteY456" fmla="*/ 387763 h 723900"/>
                <a:gd name="connsiteX457" fmla="*/ 208979 w 466725"/>
                <a:gd name="connsiteY457" fmla="*/ 387382 h 723900"/>
                <a:gd name="connsiteX458" fmla="*/ 209455 w 466725"/>
                <a:gd name="connsiteY458" fmla="*/ 387382 h 723900"/>
                <a:gd name="connsiteX459" fmla="*/ 210217 w 466725"/>
                <a:gd name="connsiteY459" fmla="*/ 387953 h 723900"/>
                <a:gd name="connsiteX460" fmla="*/ 211455 w 466725"/>
                <a:gd name="connsiteY460" fmla="*/ 390334 h 723900"/>
                <a:gd name="connsiteX461" fmla="*/ 211265 w 466725"/>
                <a:gd name="connsiteY461" fmla="*/ 392144 h 723900"/>
                <a:gd name="connsiteX462" fmla="*/ 210026 w 466725"/>
                <a:gd name="connsiteY462" fmla="*/ 393001 h 723900"/>
                <a:gd name="connsiteX463" fmla="*/ 208312 w 466725"/>
                <a:gd name="connsiteY463" fmla="*/ 393192 h 723900"/>
                <a:gd name="connsiteX464" fmla="*/ 204788 w 466725"/>
                <a:gd name="connsiteY464" fmla="*/ 392716 h 723900"/>
                <a:gd name="connsiteX465" fmla="*/ 203454 w 466725"/>
                <a:gd name="connsiteY465" fmla="*/ 393192 h 723900"/>
                <a:gd name="connsiteX466" fmla="*/ 202883 w 466725"/>
                <a:gd name="connsiteY466" fmla="*/ 394145 h 723900"/>
                <a:gd name="connsiteX467" fmla="*/ 202597 w 466725"/>
                <a:gd name="connsiteY467" fmla="*/ 396907 h 723900"/>
                <a:gd name="connsiteX468" fmla="*/ 202025 w 466725"/>
                <a:gd name="connsiteY468" fmla="*/ 398526 h 723900"/>
                <a:gd name="connsiteX469" fmla="*/ 200882 w 466725"/>
                <a:gd name="connsiteY469" fmla="*/ 400907 h 723900"/>
                <a:gd name="connsiteX470" fmla="*/ 199835 w 466725"/>
                <a:gd name="connsiteY470" fmla="*/ 401574 h 723900"/>
                <a:gd name="connsiteX471" fmla="*/ 198501 w 466725"/>
                <a:gd name="connsiteY471" fmla="*/ 401384 h 723900"/>
                <a:gd name="connsiteX472" fmla="*/ 195929 w 466725"/>
                <a:gd name="connsiteY472" fmla="*/ 399002 h 723900"/>
                <a:gd name="connsiteX473" fmla="*/ 194500 w 466725"/>
                <a:gd name="connsiteY473" fmla="*/ 398240 h 723900"/>
                <a:gd name="connsiteX474" fmla="*/ 193262 w 466725"/>
                <a:gd name="connsiteY474" fmla="*/ 398050 h 723900"/>
                <a:gd name="connsiteX475" fmla="*/ 192215 w 466725"/>
                <a:gd name="connsiteY475" fmla="*/ 398336 h 723900"/>
                <a:gd name="connsiteX476" fmla="*/ 191167 w 466725"/>
                <a:gd name="connsiteY476" fmla="*/ 399098 h 723900"/>
                <a:gd name="connsiteX477" fmla="*/ 190976 w 466725"/>
                <a:gd name="connsiteY477" fmla="*/ 400145 h 723900"/>
                <a:gd name="connsiteX478" fmla="*/ 191643 w 466725"/>
                <a:gd name="connsiteY478" fmla="*/ 403479 h 723900"/>
                <a:gd name="connsiteX479" fmla="*/ 191357 w 466725"/>
                <a:gd name="connsiteY479" fmla="*/ 405575 h 723900"/>
                <a:gd name="connsiteX480" fmla="*/ 191548 w 466725"/>
                <a:gd name="connsiteY480" fmla="*/ 408813 h 723900"/>
                <a:gd name="connsiteX481" fmla="*/ 191262 w 466725"/>
                <a:gd name="connsiteY481" fmla="*/ 409956 h 723900"/>
                <a:gd name="connsiteX482" fmla="*/ 190405 w 466725"/>
                <a:gd name="connsiteY482" fmla="*/ 410813 h 723900"/>
                <a:gd name="connsiteX483" fmla="*/ 189262 w 466725"/>
                <a:gd name="connsiteY483" fmla="*/ 411575 h 723900"/>
                <a:gd name="connsiteX484" fmla="*/ 187643 w 466725"/>
                <a:gd name="connsiteY484" fmla="*/ 413385 h 723900"/>
                <a:gd name="connsiteX485" fmla="*/ 186309 w 466725"/>
                <a:gd name="connsiteY485" fmla="*/ 413766 h 723900"/>
                <a:gd name="connsiteX486" fmla="*/ 182975 w 466725"/>
                <a:gd name="connsiteY486" fmla="*/ 412813 h 723900"/>
                <a:gd name="connsiteX487" fmla="*/ 180594 w 466725"/>
                <a:gd name="connsiteY487" fmla="*/ 412909 h 723900"/>
                <a:gd name="connsiteX488" fmla="*/ 173736 w 466725"/>
                <a:gd name="connsiteY488" fmla="*/ 415671 h 723900"/>
                <a:gd name="connsiteX489" fmla="*/ 173069 w 466725"/>
                <a:gd name="connsiteY489" fmla="*/ 415576 h 723900"/>
                <a:gd name="connsiteX490" fmla="*/ 172593 w 466725"/>
                <a:gd name="connsiteY490" fmla="*/ 415004 h 723900"/>
                <a:gd name="connsiteX491" fmla="*/ 172307 w 466725"/>
                <a:gd name="connsiteY491" fmla="*/ 413766 h 723900"/>
                <a:gd name="connsiteX492" fmla="*/ 172212 w 466725"/>
                <a:gd name="connsiteY492" fmla="*/ 412051 h 723900"/>
                <a:gd name="connsiteX493" fmla="*/ 171926 w 466725"/>
                <a:gd name="connsiteY493" fmla="*/ 410528 h 723900"/>
                <a:gd name="connsiteX494" fmla="*/ 171260 w 466725"/>
                <a:gd name="connsiteY494" fmla="*/ 409480 h 723900"/>
                <a:gd name="connsiteX495" fmla="*/ 170402 w 466725"/>
                <a:gd name="connsiteY495" fmla="*/ 408813 h 723900"/>
                <a:gd name="connsiteX496" fmla="*/ 169545 w 466725"/>
                <a:gd name="connsiteY496" fmla="*/ 408718 h 723900"/>
                <a:gd name="connsiteX497" fmla="*/ 164116 w 466725"/>
                <a:gd name="connsiteY497" fmla="*/ 410051 h 723900"/>
                <a:gd name="connsiteX498" fmla="*/ 161925 w 466725"/>
                <a:gd name="connsiteY498" fmla="*/ 410813 h 723900"/>
                <a:gd name="connsiteX499" fmla="*/ 160973 w 466725"/>
                <a:gd name="connsiteY499" fmla="*/ 411671 h 723900"/>
                <a:gd name="connsiteX500" fmla="*/ 160782 w 466725"/>
                <a:gd name="connsiteY500" fmla="*/ 412433 h 723900"/>
                <a:gd name="connsiteX501" fmla="*/ 161449 w 466725"/>
                <a:gd name="connsiteY501" fmla="*/ 413480 h 723900"/>
                <a:gd name="connsiteX502" fmla="*/ 163259 w 466725"/>
                <a:gd name="connsiteY502" fmla="*/ 415195 h 723900"/>
                <a:gd name="connsiteX503" fmla="*/ 163735 w 466725"/>
                <a:gd name="connsiteY503" fmla="*/ 415862 h 723900"/>
                <a:gd name="connsiteX504" fmla="*/ 163735 w 466725"/>
                <a:gd name="connsiteY504" fmla="*/ 416814 h 723900"/>
                <a:gd name="connsiteX505" fmla="*/ 163830 w 466725"/>
                <a:gd name="connsiteY505" fmla="*/ 417576 h 723900"/>
                <a:gd name="connsiteX506" fmla="*/ 164306 w 466725"/>
                <a:gd name="connsiteY506" fmla="*/ 418338 h 723900"/>
                <a:gd name="connsiteX507" fmla="*/ 166592 w 466725"/>
                <a:gd name="connsiteY507" fmla="*/ 420148 h 723900"/>
                <a:gd name="connsiteX508" fmla="*/ 167354 w 466725"/>
                <a:gd name="connsiteY508" fmla="*/ 421576 h 723900"/>
                <a:gd name="connsiteX509" fmla="*/ 167640 w 466725"/>
                <a:gd name="connsiteY509" fmla="*/ 423386 h 723900"/>
                <a:gd name="connsiteX510" fmla="*/ 167354 w 466725"/>
                <a:gd name="connsiteY510" fmla="*/ 425005 h 723900"/>
                <a:gd name="connsiteX511" fmla="*/ 166497 w 466725"/>
                <a:gd name="connsiteY511" fmla="*/ 426530 h 723900"/>
                <a:gd name="connsiteX512" fmla="*/ 165545 w 466725"/>
                <a:gd name="connsiteY512" fmla="*/ 427292 h 723900"/>
                <a:gd name="connsiteX513" fmla="*/ 164211 w 466725"/>
                <a:gd name="connsiteY513" fmla="*/ 427292 h 723900"/>
                <a:gd name="connsiteX514" fmla="*/ 163544 w 466725"/>
                <a:gd name="connsiteY514" fmla="*/ 427863 h 723900"/>
                <a:gd name="connsiteX515" fmla="*/ 163259 w 466725"/>
                <a:gd name="connsiteY515" fmla="*/ 428911 h 723900"/>
                <a:gd name="connsiteX516" fmla="*/ 163354 w 466725"/>
                <a:gd name="connsiteY516" fmla="*/ 431673 h 723900"/>
                <a:gd name="connsiteX517" fmla="*/ 163163 w 466725"/>
                <a:gd name="connsiteY517" fmla="*/ 433102 h 723900"/>
                <a:gd name="connsiteX518" fmla="*/ 162592 w 466725"/>
                <a:gd name="connsiteY518" fmla="*/ 434912 h 723900"/>
                <a:gd name="connsiteX519" fmla="*/ 161544 w 466725"/>
                <a:gd name="connsiteY519" fmla="*/ 435578 h 723900"/>
                <a:gd name="connsiteX520" fmla="*/ 160687 w 466725"/>
                <a:gd name="connsiteY520" fmla="*/ 435483 h 723900"/>
                <a:gd name="connsiteX521" fmla="*/ 159258 w 466725"/>
                <a:gd name="connsiteY521" fmla="*/ 433388 h 723900"/>
                <a:gd name="connsiteX522" fmla="*/ 158401 w 466725"/>
                <a:gd name="connsiteY522" fmla="*/ 432625 h 723900"/>
                <a:gd name="connsiteX523" fmla="*/ 157353 w 466725"/>
                <a:gd name="connsiteY523" fmla="*/ 432340 h 723900"/>
                <a:gd name="connsiteX524" fmla="*/ 156115 w 466725"/>
                <a:gd name="connsiteY524" fmla="*/ 432149 h 723900"/>
                <a:gd name="connsiteX525" fmla="*/ 153734 w 466725"/>
                <a:gd name="connsiteY525" fmla="*/ 431387 h 723900"/>
                <a:gd name="connsiteX526" fmla="*/ 152495 w 466725"/>
                <a:gd name="connsiteY526" fmla="*/ 431197 h 723900"/>
                <a:gd name="connsiteX527" fmla="*/ 151352 w 466725"/>
                <a:gd name="connsiteY527" fmla="*/ 431387 h 723900"/>
                <a:gd name="connsiteX528" fmla="*/ 150686 w 466725"/>
                <a:gd name="connsiteY528" fmla="*/ 431959 h 723900"/>
                <a:gd name="connsiteX529" fmla="*/ 150400 w 466725"/>
                <a:gd name="connsiteY529" fmla="*/ 432625 h 723900"/>
                <a:gd name="connsiteX530" fmla="*/ 150686 w 466725"/>
                <a:gd name="connsiteY530" fmla="*/ 433578 h 723900"/>
                <a:gd name="connsiteX531" fmla="*/ 151448 w 466725"/>
                <a:gd name="connsiteY531" fmla="*/ 434530 h 723900"/>
                <a:gd name="connsiteX532" fmla="*/ 153448 w 466725"/>
                <a:gd name="connsiteY532" fmla="*/ 436436 h 723900"/>
                <a:gd name="connsiteX533" fmla="*/ 154019 w 466725"/>
                <a:gd name="connsiteY533" fmla="*/ 437483 h 723900"/>
                <a:gd name="connsiteX534" fmla="*/ 154210 w 466725"/>
                <a:gd name="connsiteY534" fmla="*/ 438245 h 723900"/>
                <a:gd name="connsiteX535" fmla="*/ 153734 w 466725"/>
                <a:gd name="connsiteY535" fmla="*/ 439960 h 723900"/>
                <a:gd name="connsiteX536" fmla="*/ 149733 w 466725"/>
                <a:gd name="connsiteY536" fmla="*/ 440817 h 723900"/>
                <a:gd name="connsiteX537" fmla="*/ 143732 w 466725"/>
                <a:gd name="connsiteY537" fmla="*/ 439293 h 723900"/>
                <a:gd name="connsiteX538" fmla="*/ 141065 w 466725"/>
                <a:gd name="connsiteY538" fmla="*/ 437959 h 723900"/>
                <a:gd name="connsiteX539" fmla="*/ 138779 w 466725"/>
                <a:gd name="connsiteY539" fmla="*/ 436245 h 723900"/>
                <a:gd name="connsiteX540" fmla="*/ 136303 w 466725"/>
                <a:gd name="connsiteY540" fmla="*/ 433673 h 723900"/>
                <a:gd name="connsiteX541" fmla="*/ 135446 w 466725"/>
                <a:gd name="connsiteY541" fmla="*/ 433388 h 723900"/>
                <a:gd name="connsiteX542" fmla="*/ 134112 w 466725"/>
                <a:gd name="connsiteY542" fmla="*/ 433388 h 723900"/>
                <a:gd name="connsiteX543" fmla="*/ 132207 w 466725"/>
                <a:gd name="connsiteY543" fmla="*/ 433197 h 723900"/>
                <a:gd name="connsiteX544" fmla="*/ 129826 w 466725"/>
                <a:gd name="connsiteY544" fmla="*/ 432054 h 723900"/>
                <a:gd name="connsiteX545" fmla="*/ 123825 w 466725"/>
                <a:gd name="connsiteY545" fmla="*/ 427958 h 723900"/>
                <a:gd name="connsiteX546" fmla="*/ 121825 w 466725"/>
                <a:gd name="connsiteY546" fmla="*/ 427196 h 723900"/>
                <a:gd name="connsiteX547" fmla="*/ 120396 w 466725"/>
                <a:gd name="connsiteY547" fmla="*/ 427101 h 723900"/>
                <a:gd name="connsiteX548" fmla="*/ 119539 w 466725"/>
                <a:gd name="connsiteY548" fmla="*/ 427673 h 723900"/>
                <a:gd name="connsiteX549" fmla="*/ 118967 w 466725"/>
                <a:gd name="connsiteY549" fmla="*/ 428434 h 723900"/>
                <a:gd name="connsiteX550" fmla="*/ 118586 w 466725"/>
                <a:gd name="connsiteY550" fmla="*/ 429292 h 723900"/>
                <a:gd name="connsiteX551" fmla="*/ 118396 w 466725"/>
                <a:gd name="connsiteY551" fmla="*/ 430244 h 723900"/>
                <a:gd name="connsiteX552" fmla="*/ 118205 w 466725"/>
                <a:gd name="connsiteY552" fmla="*/ 430911 h 723900"/>
                <a:gd name="connsiteX553" fmla="*/ 117920 w 466725"/>
                <a:gd name="connsiteY553" fmla="*/ 431387 h 723900"/>
                <a:gd name="connsiteX554" fmla="*/ 116872 w 466725"/>
                <a:gd name="connsiteY554" fmla="*/ 432721 h 723900"/>
                <a:gd name="connsiteX555" fmla="*/ 114681 w 466725"/>
                <a:gd name="connsiteY555" fmla="*/ 434245 h 723900"/>
                <a:gd name="connsiteX556" fmla="*/ 114110 w 466725"/>
                <a:gd name="connsiteY556" fmla="*/ 435102 h 723900"/>
                <a:gd name="connsiteX557" fmla="*/ 113348 w 466725"/>
                <a:gd name="connsiteY557" fmla="*/ 436626 h 723900"/>
                <a:gd name="connsiteX558" fmla="*/ 112681 w 466725"/>
                <a:gd name="connsiteY558" fmla="*/ 439007 h 723900"/>
                <a:gd name="connsiteX559" fmla="*/ 112681 w 466725"/>
                <a:gd name="connsiteY559" fmla="*/ 439674 h 723900"/>
                <a:gd name="connsiteX560" fmla="*/ 112871 w 466725"/>
                <a:gd name="connsiteY560" fmla="*/ 440436 h 723900"/>
                <a:gd name="connsiteX561" fmla="*/ 113443 w 466725"/>
                <a:gd name="connsiteY561" fmla="*/ 441674 h 723900"/>
                <a:gd name="connsiteX562" fmla="*/ 114205 w 466725"/>
                <a:gd name="connsiteY562" fmla="*/ 444151 h 723900"/>
                <a:gd name="connsiteX563" fmla="*/ 113729 w 466725"/>
                <a:gd name="connsiteY563" fmla="*/ 447484 h 723900"/>
                <a:gd name="connsiteX564" fmla="*/ 112776 w 466725"/>
                <a:gd name="connsiteY564" fmla="*/ 450818 h 723900"/>
                <a:gd name="connsiteX565" fmla="*/ 108680 w 466725"/>
                <a:gd name="connsiteY565" fmla="*/ 452152 h 723900"/>
                <a:gd name="connsiteX566" fmla="*/ 95060 w 466725"/>
                <a:gd name="connsiteY566" fmla="*/ 454438 h 723900"/>
                <a:gd name="connsiteX567" fmla="*/ 87821 w 466725"/>
                <a:gd name="connsiteY567" fmla="*/ 456914 h 723900"/>
                <a:gd name="connsiteX568" fmla="*/ 83153 w 466725"/>
                <a:gd name="connsiteY568" fmla="*/ 459105 h 723900"/>
                <a:gd name="connsiteX569" fmla="*/ 73438 w 466725"/>
                <a:gd name="connsiteY569" fmla="*/ 461867 h 723900"/>
                <a:gd name="connsiteX570" fmla="*/ 67913 w 466725"/>
                <a:gd name="connsiteY570" fmla="*/ 464630 h 723900"/>
                <a:gd name="connsiteX571" fmla="*/ 64389 w 466725"/>
                <a:gd name="connsiteY571" fmla="*/ 467011 h 723900"/>
                <a:gd name="connsiteX572" fmla="*/ 62198 w 466725"/>
                <a:gd name="connsiteY572" fmla="*/ 469011 h 723900"/>
                <a:gd name="connsiteX573" fmla="*/ 60770 w 466725"/>
                <a:gd name="connsiteY573" fmla="*/ 470821 h 723900"/>
                <a:gd name="connsiteX574" fmla="*/ 60103 w 466725"/>
                <a:gd name="connsiteY574" fmla="*/ 472535 h 723900"/>
                <a:gd name="connsiteX575" fmla="*/ 59912 w 466725"/>
                <a:gd name="connsiteY575" fmla="*/ 474059 h 723900"/>
                <a:gd name="connsiteX576" fmla="*/ 59912 w 466725"/>
                <a:gd name="connsiteY576" fmla="*/ 475583 h 723900"/>
                <a:gd name="connsiteX577" fmla="*/ 59817 w 466725"/>
                <a:gd name="connsiteY577" fmla="*/ 477012 h 723900"/>
                <a:gd name="connsiteX578" fmla="*/ 59341 w 466725"/>
                <a:gd name="connsiteY578" fmla="*/ 478250 h 723900"/>
                <a:gd name="connsiteX579" fmla="*/ 58865 w 466725"/>
                <a:gd name="connsiteY579" fmla="*/ 479012 h 723900"/>
                <a:gd name="connsiteX580" fmla="*/ 58674 w 466725"/>
                <a:gd name="connsiteY580" fmla="*/ 479298 h 723900"/>
                <a:gd name="connsiteX581" fmla="*/ 58579 w 466725"/>
                <a:gd name="connsiteY581" fmla="*/ 479393 h 723900"/>
                <a:gd name="connsiteX582" fmla="*/ 58388 w 466725"/>
                <a:gd name="connsiteY582" fmla="*/ 479679 h 723900"/>
                <a:gd name="connsiteX583" fmla="*/ 57817 w 466725"/>
                <a:gd name="connsiteY583" fmla="*/ 480155 h 723900"/>
                <a:gd name="connsiteX584" fmla="*/ 56674 w 466725"/>
                <a:gd name="connsiteY584" fmla="*/ 481394 h 723900"/>
                <a:gd name="connsiteX585" fmla="*/ 55340 w 466725"/>
                <a:gd name="connsiteY585" fmla="*/ 482251 h 723900"/>
                <a:gd name="connsiteX586" fmla="*/ 51911 w 466725"/>
                <a:gd name="connsiteY586" fmla="*/ 485299 h 723900"/>
                <a:gd name="connsiteX587" fmla="*/ 48387 w 466725"/>
                <a:gd name="connsiteY587" fmla="*/ 486537 h 723900"/>
                <a:gd name="connsiteX588" fmla="*/ 46673 w 466725"/>
                <a:gd name="connsiteY588" fmla="*/ 486537 h 723900"/>
                <a:gd name="connsiteX589" fmla="*/ 45053 w 466725"/>
                <a:gd name="connsiteY589" fmla="*/ 485775 h 723900"/>
                <a:gd name="connsiteX590" fmla="*/ 43815 w 466725"/>
                <a:gd name="connsiteY590" fmla="*/ 484251 h 723900"/>
                <a:gd name="connsiteX591" fmla="*/ 41624 w 466725"/>
                <a:gd name="connsiteY591" fmla="*/ 482822 h 723900"/>
                <a:gd name="connsiteX592" fmla="*/ 38481 w 466725"/>
                <a:gd name="connsiteY592" fmla="*/ 481394 h 723900"/>
                <a:gd name="connsiteX593" fmla="*/ 37529 w 466725"/>
                <a:gd name="connsiteY593" fmla="*/ 481013 h 723900"/>
                <a:gd name="connsiteX594" fmla="*/ 35814 w 466725"/>
                <a:gd name="connsiteY594" fmla="*/ 480822 h 723900"/>
                <a:gd name="connsiteX595" fmla="*/ 34957 w 466725"/>
                <a:gd name="connsiteY595" fmla="*/ 480250 h 723900"/>
                <a:gd name="connsiteX596" fmla="*/ 34481 w 466725"/>
                <a:gd name="connsiteY596" fmla="*/ 479679 h 723900"/>
                <a:gd name="connsiteX597" fmla="*/ 34385 w 466725"/>
                <a:gd name="connsiteY597" fmla="*/ 479393 h 723900"/>
                <a:gd name="connsiteX598" fmla="*/ 34385 w 466725"/>
                <a:gd name="connsiteY598" fmla="*/ 479203 h 723900"/>
                <a:gd name="connsiteX599" fmla="*/ 34671 w 466725"/>
                <a:gd name="connsiteY599" fmla="*/ 477488 h 723900"/>
                <a:gd name="connsiteX600" fmla="*/ 35909 w 466725"/>
                <a:gd name="connsiteY600" fmla="*/ 471869 h 723900"/>
                <a:gd name="connsiteX601" fmla="*/ 35243 w 466725"/>
                <a:gd name="connsiteY601" fmla="*/ 469392 h 723900"/>
                <a:gd name="connsiteX602" fmla="*/ 31718 w 466725"/>
                <a:gd name="connsiteY602" fmla="*/ 469297 h 723900"/>
                <a:gd name="connsiteX603" fmla="*/ 26861 w 466725"/>
                <a:gd name="connsiteY603" fmla="*/ 466344 h 723900"/>
                <a:gd name="connsiteX604" fmla="*/ 24860 w 466725"/>
                <a:gd name="connsiteY604" fmla="*/ 465773 h 723900"/>
                <a:gd name="connsiteX605" fmla="*/ 23146 w 466725"/>
                <a:gd name="connsiteY605" fmla="*/ 465868 h 723900"/>
                <a:gd name="connsiteX606" fmla="*/ 22098 w 466725"/>
                <a:gd name="connsiteY606" fmla="*/ 466534 h 723900"/>
                <a:gd name="connsiteX607" fmla="*/ 21146 w 466725"/>
                <a:gd name="connsiteY607" fmla="*/ 467582 h 723900"/>
                <a:gd name="connsiteX608" fmla="*/ 20574 w 466725"/>
                <a:gd name="connsiteY608" fmla="*/ 468630 h 723900"/>
                <a:gd name="connsiteX609" fmla="*/ 20383 w 466725"/>
                <a:gd name="connsiteY609" fmla="*/ 469392 h 723900"/>
                <a:gd name="connsiteX610" fmla="*/ 20479 w 466725"/>
                <a:gd name="connsiteY610" fmla="*/ 470249 h 723900"/>
                <a:gd name="connsiteX611" fmla="*/ 22003 w 466725"/>
                <a:gd name="connsiteY611" fmla="*/ 474536 h 723900"/>
                <a:gd name="connsiteX612" fmla="*/ 22193 w 466725"/>
                <a:gd name="connsiteY612" fmla="*/ 475679 h 723900"/>
                <a:gd name="connsiteX613" fmla="*/ 21622 w 466725"/>
                <a:gd name="connsiteY613" fmla="*/ 477012 h 723900"/>
                <a:gd name="connsiteX614" fmla="*/ 20955 w 466725"/>
                <a:gd name="connsiteY614" fmla="*/ 477584 h 723900"/>
                <a:gd name="connsiteX615" fmla="*/ 20003 w 466725"/>
                <a:gd name="connsiteY615" fmla="*/ 477965 h 723900"/>
                <a:gd name="connsiteX616" fmla="*/ 13811 w 466725"/>
                <a:gd name="connsiteY616" fmla="*/ 479012 h 723900"/>
                <a:gd name="connsiteX617" fmla="*/ 11144 w 466725"/>
                <a:gd name="connsiteY617" fmla="*/ 479108 h 723900"/>
                <a:gd name="connsiteX618" fmla="*/ 9335 w 466725"/>
                <a:gd name="connsiteY618" fmla="*/ 479012 h 723900"/>
                <a:gd name="connsiteX619" fmla="*/ 3143 w 466725"/>
                <a:gd name="connsiteY619" fmla="*/ 480250 h 723900"/>
                <a:gd name="connsiteX620" fmla="*/ 762 w 466725"/>
                <a:gd name="connsiteY620" fmla="*/ 481489 h 723900"/>
                <a:gd name="connsiteX621" fmla="*/ 381 w 466725"/>
                <a:gd name="connsiteY621" fmla="*/ 481965 h 723900"/>
                <a:gd name="connsiteX622" fmla="*/ 0 w 466725"/>
                <a:gd name="connsiteY622" fmla="*/ 483108 h 723900"/>
                <a:gd name="connsiteX623" fmla="*/ 95 w 466725"/>
                <a:gd name="connsiteY623" fmla="*/ 485204 h 723900"/>
                <a:gd name="connsiteX624" fmla="*/ 953 w 466725"/>
                <a:gd name="connsiteY624" fmla="*/ 485870 h 723900"/>
                <a:gd name="connsiteX625" fmla="*/ 1715 w 466725"/>
                <a:gd name="connsiteY625" fmla="*/ 487013 h 723900"/>
                <a:gd name="connsiteX626" fmla="*/ 2286 w 466725"/>
                <a:gd name="connsiteY626" fmla="*/ 488156 h 723900"/>
                <a:gd name="connsiteX627" fmla="*/ 2953 w 466725"/>
                <a:gd name="connsiteY627" fmla="*/ 488728 h 723900"/>
                <a:gd name="connsiteX628" fmla="*/ 6572 w 466725"/>
                <a:gd name="connsiteY628" fmla="*/ 488442 h 723900"/>
                <a:gd name="connsiteX629" fmla="*/ 7334 w 466725"/>
                <a:gd name="connsiteY629" fmla="*/ 488728 h 723900"/>
                <a:gd name="connsiteX630" fmla="*/ 8477 w 466725"/>
                <a:gd name="connsiteY630" fmla="*/ 489871 h 723900"/>
                <a:gd name="connsiteX631" fmla="*/ 8382 w 466725"/>
                <a:gd name="connsiteY631" fmla="*/ 490728 h 723900"/>
                <a:gd name="connsiteX632" fmla="*/ 7811 w 466725"/>
                <a:gd name="connsiteY632" fmla="*/ 491680 h 723900"/>
                <a:gd name="connsiteX633" fmla="*/ 7334 w 466725"/>
                <a:gd name="connsiteY633" fmla="*/ 493109 h 723900"/>
                <a:gd name="connsiteX634" fmla="*/ 7144 w 466725"/>
                <a:gd name="connsiteY634" fmla="*/ 496062 h 723900"/>
                <a:gd name="connsiteX635" fmla="*/ 6858 w 466725"/>
                <a:gd name="connsiteY635" fmla="*/ 497491 h 723900"/>
                <a:gd name="connsiteX636" fmla="*/ 6191 w 466725"/>
                <a:gd name="connsiteY636" fmla="*/ 498729 h 723900"/>
                <a:gd name="connsiteX637" fmla="*/ 4382 w 466725"/>
                <a:gd name="connsiteY637" fmla="*/ 500920 h 723900"/>
                <a:gd name="connsiteX638" fmla="*/ 2572 w 466725"/>
                <a:gd name="connsiteY638" fmla="*/ 503682 h 723900"/>
                <a:gd name="connsiteX639" fmla="*/ 1238 w 466725"/>
                <a:gd name="connsiteY639" fmla="*/ 506730 h 723900"/>
                <a:gd name="connsiteX640" fmla="*/ 857 w 466725"/>
                <a:gd name="connsiteY640" fmla="*/ 509492 h 723900"/>
                <a:gd name="connsiteX641" fmla="*/ 1905 w 466725"/>
                <a:gd name="connsiteY641" fmla="*/ 512064 h 723900"/>
                <a:gd name="connsiteX642" fmla="*/ 5620 w 466725"/>
                <a:gd name="connsiteY642" fmla="*/ 515779 h 723900"/>
                <a:gd name="connsiteX643" fmla="*/ 6477 w 466725"/>
                <a:gd name="connsiteY643" fmla="*/ 518541 h 723900"/>
                <a:gd name="connsiteX644" fmla="*/ 6763 w 466725"/>
                <a:gd name="connsiteY644" fmla="*/ 520065 h 723900"/>
                <a:gd name="connsiteX645" fmla="*/ 7334 w 466725"/>
                <a:gd name="connsiteY645" fmla="*/ 521399 h 723900"/>
                <a:gd name="connsiteX646" fmla="*/ 7715 w 466725"/>
                <a:gd name="connsiteY646" fmla="*/ 521780 h 723900"/>
                <a:gd name="connsiteX647" fmla="*/ 9049 w 466725"/>
                <a:gd name="connsiteY647" fmla="*/ 521399 h 723900"/>
                <a:gd name="connsiteX648" fmla="*/ 13907 w 466725"/>
                <a:gd name="connsiteY648" fmla="*/ 519684 h 723900"/>
                <a:gd name="connsiteX649" fmla="*/ 15907 w 466725"/>
                <a:gd name="connsiteY649" fmla="*/ 519875 h 723900"/>
                <a:gd name="connsiteX650" fmla="*/ 18479 w 466725"/>
                <a:gd name="connsiteY650" fmla="*/ 520351 h 723900"/>
                <a:gd name="connsiteX651" fmla="*/ 20669 w 466725"/>
                <a:gd name="connsiteY651" fmla="*/ 521589 h 723900"/>
                <a:gd name="connsiteX652" fmla="*/ 22765 w 466725"/>
                <a:gd name="connsiteY652" fmla="*/ 523113 h 723900"/>
                <a:gd name="connsiteX653" fmla="*/ 36862 w 466725"/>
                <a:gd name="connsiteY653" fmla="*/ 538734 h 723900"/>
                <a:gd name="connsiteX654" fmla="*/ 39338 w 466725"/>
                <a:gd name="connsiteY654" fmla="*/ 540925 h 723900"/>
                <a:gd name="connsiteX655" fmla="*/ 41053 w 466725"/>
                <a:gd name="connsiteY655" fmla="*/ 541592 h 723900"/>
                <a:gd name="connsiteX656" fmla="*/ 42767 w 466725"/>
                <a:gd name="connsiteY656" fmla="*/ 541306 h 723900"/>
                <a:gd name="connsiteX657" fmla="*/ 44482 w 466725"/>
                <a:gd name="connsiteY657" fmla="*/ 540544 h 723900"/>
                <a:gd name="connsiteX658" fmla="*/ 45720 w 466725"/>
                <a:gd name="connsiteY658" fmla="*/ 539782 h 723900"/>
                <a:gd name="connsiteX659" fmla="*/ 50578 w 466725"/>
                <a:gd name="connsiteY659" fmla="*/ 539782 h 723900"/>
                <a:gd name="connsiteX660" fmla="*/ 56769 w 466725"/>
                <a:gd name="connsiteY660" fmla="*/ 541211 h 723900"/>
                <a:gd name="connsiteX661" fmla="*/ 72485 w 466725"/>
                <a:gd name="connsiteY661" fmla="*/ 541782 h 723900"/>
                <a:gd name="connsiteX662" fmla="*/ 73438 w 466725"/>
                <a:gd name="connsiteY662" fmla="*/ 541973 h 723900"/>
                <a:gd name="connsiteX663" fmla="*/ 73819 w 466725"/>
                <a:gd name="connsiteY663" fmla="*/ 542163 h 723900"/>
                <a:gd name="connsiteX664" fmla="*/ 73914 w 466725"/>
                <a:gd name="connsiteY664" fmla="*/ 542258 h 723900"/>
                <a:gd name="connsiteX665" fmla="*/ 74009 w 466725"/>
                <a:gd name="connsiteY665" fmla="*/ 542354 h 723900"/>
                <a:gd name="connsiteX666" fmla="*/ 74486 w 466725"/>
                <a:gd name="connsiteY666" fmla="*/ 542449 h 723900"/>
                <a:gd name="connsiteX667" fmla="*/ 75533 w 466725"/>
                <a:gd name="connsiteY667" fmla="*/ 542830 h 723900"/>
                <a:gd name="connsiteX668" fmla="*/ 77533 w 466725"/>
                <a:gd name="connsiteY668" fmla="*/ 542925 h 723900"/>
                <a:gd name="connsiteX669" fmla="*/ 78486 w 466725"/>
                <a:gd name="connsiteY669" fmla="*/ 543306 h 723900"/>
                <a:gd name="connsiteX670" fmla="*/ 78867 w 466725"/>
                <a:gd name="connsiteY670" fmla="*/ 543782 h 723900"/>
                <a:gd name="connsiteX671" fmla="*/ 78772 w 466725"/>
                <a:gd name="connsiteY671" fmla="*/ 544354 h 723900"/>
                <a:gd name="connsiteX672" fmla="*/ 78200 w 466725"/>
                <a:gd name="connsiteY672" fmla="*/ 544925 h 723900"/>
                <a:gd name="connsiteX673" fmla="*/ 77533 w 466725"/>
                <a:gd name="connsiteY673" fmla="*/ 545211 h 723900"/>
                <a:gd name="connsiteX674" fmla="*/ 76105 w 466725"/>
                <a:gd name="connsiteY674" fmla="*/ 545592 h 723900"/>
                <a:gd name="connsiteX675" fmla="*/ 74295 w 466725"/>
                <a:gd name="connsiteY675" fmla="*/ 545783 h 723900"/>
                <a:gd name="connsiteX676" fmla="*/ 72676 w 466725"/>
                <a:gd name="connsiteY676" fmla="*/ 546259 h 723900"/>
                <a:gd name="connsiteX677" fmla="*/ 71342 w 466725"/>
                <a:gd name="connsiteY677" fmla="*/ 546830 h 723900"/>
                <a:gd name="connsiteX678" fmla="*/ 68294 w 466725"/>
                <a:gd name="connsiteY678" fmla="*/ 549402 h 723900"/>
                <a:gd name="connsiteX679" fmla="*/ 67818 w 466725"/>
                <a:gd name="connsiteY679" fmla="*/ 550355 h 723900"/>
                <a:gd name="connsiteX680" fmla="*/ 67818 w 466725"/>
                <a:gd name="connsiteY680" fmla="*/ 551593 h 723900"/>
                <a:gd name="connsiteX681" fmla="*/ 68199 w 466725"/>
                <a:gd name="connsiteY681" fmla="*/ 552926 h 723900"/>
                <a:gd name="connsiteX682" fmla="*/ 68294 w 466725"/>
                <a:gd name="connsiteY682" fmla="*/ 554069 h 723900"/>
                <a:gd name="connsiteX683" fmla="*/ 67913 w 466725"/>
                <a:gd name="connsiteY683" fmla="*/ 555498 h 723900"/>
                <a:gd name="connsiteX684" fmla="*/ 66770 w 466725"/>
                <a:gd name="connsiteY684" fmla="*/ 558260 h 723900"/>
                <a:gd name="connsiteX685" fmla="*/ 66675 w 466725"/>
                <a:gd name="connsiteY685" fmla="*/ 559499 h 723900"/>
                <a:gd name="connsiteX686" fmla="*/ 66675 w 466725"/>
                <a:gd name="connsiteY686" fmla="*/ 562451 h 723900"/>
                <a:gd name="connsiteX687" fmla="*/ 66104 w 466725"/>
                <a:gd name="connsiteY687" fmla="*/ 565785 h 723900"/>
                <a:gd name="connsiteX688" fmla="*/ 66008 w 466725"/>
                <a:gd name="connsiteY688" fmla="*/ 567500 h 723900"/>
                <a:gd name="connsiteX689" fmla="*/ 66485 w 466725"/>
                <a:gd name="connsiteY689" fmla="*/ 569309 h 723900"/>
                <a:gd name="connsiteX690" fmla="*/ 72581 w 466725"/>
                <a:gd name="connsiteY690" fmla="*/ 574262 h 723900"/>
                <a:gd name="connsiteX691" fmla="*/ 74581 w 466725"/>
                <a:gd name="connsiteY691" fmla="*/ 574548 h 723900"/>
                <a:gd name="connsiteX692" fmla="*/ 76105 w 466725"/>
                <a:gd name="connsiteY692" fmla="*/ 574643 h 723900"/>
                <a:gd name="connsiteX693" fmla="*/ 77057 w 466725"/>
                <a:gd name="connsiteY693" fmla="*/ 574453 h 723900"/>
                <a:gd name="connsiteX694" fmla="*/ 78010 w 466725"/>
                <a:gd name="connsiteY694" fmla="*/ 574548 h 723900"/>
                <a:gd name="connsiteX695" fmla="*/ 80963 w 466725"/>
                <a:gd name="connsiteY695" fmla="*/ 576263 h 723900"/>
                <a:gd name="connsiteX696" fmla="*/ 88202 w 466725"/>
                <a:gd name="connsiteY696" fmla="*/ 582359 h 723900"/>
                <a:gd name="connsiteX697" fmla="*/ 89059 w 466725"/>
                <a:gd name="connsiteY697" fmla="*/ 588359 h 723900"/>
                <a:gd name="connsiteX698" fmla="*/ 89821 w 466725"/>
                <a:gd name="connsiteY698" fmla="*/ 590074 h 723900"/>
                <a:gd name="connsiteX699" fmla="*/ 90964 w 466725"/>
                <a:gd name="connsiteY699" fmla="*/ 591884 h 723900"/>
                <a:gd name="connsiteX700" fmla="*/ 92583 w 466725"/>
                <a:gd name="connsiteY700" fmla="*/ 592931 h 723900"/>
                <a:gd name="connsiteX701" fmla="*/ 94298 w 466725"/>
                <a:gd name="connsiteY701" fmla="*/ 593503 h 723900"/>
                <a:gd name="connsiteX702" fmla="*/ 99536 w 466725"/>
                <a:gd name="connsiteY702" fmla="*/ 593598 h 723900"/>
                <a:gd name="connsiteX703" fmla="*/ 101537 w 466725"/>
                <a:gd name="connsiteY703" fmla="*/ 594170 h 723900"/>
                <a:gd name="connsiteX704" fmla="*/ 104299 w 466725"/>
                <a:gd name="connsiteY704" fmla="*/ 595979 h 723900"/>
                <a:gd name="connsiteX705" fmla="*/ 105823 w 466725"/>
                <a:gd name="connsiteY705" fmla="*/ 597694 h 723900"/>
                <a:gd name="connsiteX706" fmla="*/ 106871 w 466725"/>
                <a:gd name="connsiteY706" fmla="*/ 599408 h 723900"/>
                <a:gd name="connsiteX707" fmla="*/ 107823 w 466725"/>
                <a:gd name="connsiteY707" fmla="*/ 601694 h 723900"/>
                <a:gd name="connsiteX708" fmla="*/ 108014 w 466725"/>
                <a:gd name="connsiteY708" fmla="*/ 602647 h 723900"/>
                <a:gd name="connsiteX709" fmla="*/ 108109 w 466725"/>
                <a:gd name="connsiteY709" fmla="*/ 603504 h 723900"/>
                <a:gd name="connsiteX710" fmla="*/ 107823 w 466725"/>
                <a:gd name="connsiteY710" fmla="*/ 604266 h 723900"/>
                <a:gd name="connsiteX711" fmla="*/ 107061 w 466725"/>
                <a:gd name="connsiteY711" fmla="*/ 604647 h 723900"/>
                <a:gd name="connsiteX712" fmla="*/ 105918 w 466725"/>
                <a:gd name="connsiteY712" fmla="*/ 604647 h 723900"/>
                <a:gd name="connsiteX713" fmla="*/ 103632 w 466725"/>
                <a:gd name="connsiteY713" fmla="*/ 604171 h 723900"/>
                <a:gd name="connsiteX714" fmla="*/ 102965 w 466725"/>
                <a:gd name="connsiteY714" fmla="*/ 604171 h 723900"/>
                <a:gd name="connsiteX715" fmla="*/ 102679 w 466725"/>
                <a:gd name="connsiteY715" fmla="*/ 604552 h 723900"/>
                <a:gd name="connsiteX716" fmla="*/ 102584 w 466725"/>
                <a:gd name="connsiteY716" fmla="*/ 604742 h 723900"/>
                <a:gd name="connsiteX717" fmla="*/ 102584 w 466725"/>
                <a:gd name="connsiteY717" fmla="*/ 604838 h 723900"/>
                <a:gd name="connsiteX718" fmla="*/ 102584 w 466725"/>
                <a:gd name="connsiteY718" fmla="*/ 605028 h 723900"/>
                <a:gd name="connsiteX719" fmla="*/ 102584 w 466725"/>
                <a:gd name="connsiteY719" fmla="*/ 605695 h 723900"/>
                <a:gd name="connsiteX720" fmla="*/ 102775 w 466725"/>
                <a:gd name="connsiteY720" fmla="*/ 606933 h 723900"/>
                <a:gd name="connsiteX721" fmla="*/ 103346 w 466725"/>
                <a:gd name="connsiteY721" fmla="*/ 608648 h 723900"/>
                <a:gd name="connsiteX722" fmla="*/ 103918 w 466725"/>
                <a:gd name="connsiteY722" fmla="*/ 609600 h 723900"/>
                <a:gd name="connsiteX723" fmla="*/ 104680 w 466725"/>
                <a:gd name="connsiteY723" fmla="*/ 610362 h 723900"/>
                <a:gd name="connsiteX724" fmla="*/ 108299 w 466725"/>
                <a:gd name="connsiteY724" fmla="*/ 612172 h 723900"/>
                <a:gd name="connsiteX725" fmla="*/ 109823 w 466725"/>
                <a:gd name="connsiteY725" fmla="*/ 613315 h 723900"/>
                <a:gd name="connsiteX726" fmla="*/ 111728 w 466725"/>
                <a:gd name="connsiteY726" fmla="*/ 615410 h 723900"/>
                <a:gd name="connsiteX727" fmla="*/ 112395 w 466725"/>
                <a:gd name="connsiteY727" fmla="*/ 617506 h 723900"/>
                <a:gd name="connsiteX728" fmla="*/ 112586 w 466725"/>
                <a:gd name="connsiteY728" fmla="*/ 621697 h 723900"/>
                <a:gd name="connsiteX729" fmla="*/ 113252 w 466725"/>
                <a:gd name="connsiteY729" fmla="*/ 623792 h 723900"/>
                <a:gd name="connsiteX730" fmla="*/ 114776 w 466725"/>
                <a:gd name="connsiteY730" fmla="*/ 625316 h 723900"/>
                <a:gd name="connsiteX731" fmla="*/ 116491 w 466725"/>
                <a:gd name="connsiteY731" fmla="*/ 626650 h 723900"/>
                <a:gd name="connsiteX732" fmla="*/ 118491 w 466725"/>
                <a:gd name="connsiteY732" fmla="*/ 628555 h 723900"/>
                <a:gd name="connsiteX733" fmla="*/ 118967 w 466725"/>
                <a:gd name="connsiteY733" fmla="*/ 629603 h 723900"/>
                <a:gd name="connsiteX734" fmla="*/ 118586 w 466725"/>
                <a:gd name="connsiteY734" fmla="*/ 630555 h 723900"/>
                <a:gd name="connsiteX735" fmla="*/ 116777 w 466725"/>
                <a:gd name="connsiteY735" fmla="*/ 631317 h 723900"/>
                <a:gd name="connsiteX736" fmla="*/ 112395 w 466725"/>
                <a:gd name="connsiteY736" fmla="*/ 631698 h 723900"/>
                <a:gd name="connsiteX737" fmla="*/ 110585 w 466725"/>
                <a:gd name="connsiteY737" fmla="*/ 631508 h 723900"/>
                <a:gd name="connsiteX738" fmla="*/ 109633 w 466725"/>
                <a:gd name="connsiteY738" fmla="*/ 631888 h 723900"/>
                <a:gd name="connsiteX739" fmla="*/ 109061 w 466725"/>
                <a:gd name="connsiteY739" fmla="*/ 632746 h 723900"/>
                <a:gd name="connsiteX740" fmla="*/ 109252 w 466725"/>
                <a:gd name="connsiteY740" fmla="*/ 635222 h 723900"/>
                <a:gd name="connsiteX741" fmla="*/ 108966 w 466725"/>
                <a:gd name="connsiteY741" fmla="*/ 636556 h 723900"/>
                <a:gd name="connsiteX742" fmla="*/ 108395 w 466725"/>
                <a:gd name="connsiteY742" fmla="*/ 637318 h 723900"/>
                <a:gd name="connsiteX743" fmla="*/ 107061 w 466725"/>
                <a:gd name="connsiteY743" fmla="*/ 637318 h 723900"/>
                <a:gd name="connsiteX744" fmla="*/ 105156 w 466725"/>
                <a:gd name="connsiteY744" fmla="*/ 636556 h 723900"/>
                <a:gd name="connsiteX745" fmla="*/ 104585 w 466725"/>
                <a:gd name="connsiteY745" fmla="*/ 636556 h 723900"/>
                <a:gd name="connsiteX746" fmla="*/ 104013 w 466725"/>
                <a:gd name="connsiteY746" fmla="*/ 637127 h 723900"/>
                <a:gd name="connsiteX747" fmla="*/ 102013 w 466725"/>
                <a:gd name="connsiteY747" fmla="*/ 638270 h 723900"/>
                <a:gd name="connsiteX748" fmla="*/ 100489 w 466725"/>
                <a:gd name="connsiteY748" fmla="*/ 639318 h 723900"/>
                <a:gd name="connsiteX749" fmla="*/ 99727 w 466725"/>
                <a:gd name="connsiteY749" fmla="*/ 640080 h 723900"/>
                <a:gd name="connsiteX750" fmla="*/ 101822 w 466725"/>
                <a:gd name="connsiteY750" fmla="*/ 643700 h 723900"/>
                <a:gd name="connsiteX751" fmla="*/ 103061 w 466725"/>
                <a:gd name="connsiteY751" fmla="*/ 644366 h 723900"/>
                <a:gd name="connsiteX752" fmla="*/ 104966 w 466725"/>
                <a:gd name="connsiteY752" fmla="*/ 645033 h 723900"/>
                <a:gd name="connsiteX753" fmla="*/ 106966 w 466725"/>
                <a:gd name="connsiteY753" fmla="*/ 645509 h 723900"/>
                <a:gd name="connsiteX754" fmla="*/ 108966 w 466725"/>
                <a:gd name="connsiteY754" fmla="*/ 646367 h 723900"/>
                <a:gd name="connsiteX755" fmla="*/ 110681 w 466725"/>
                <a:gd name="connsiteY755" fmla="*/ 647891 h 723900"/>
                <a:gd name="connsiteX756" fmla="*/ 116681 w 466725"/>
                <a:gd name="connsiteY756" fmla="*/ 652082 h 723900"/>
                <a:gd name="connsiteX757" fmla="*/ 118300 w 466725"/>
                <a:gd name="connsiteY757" fmla="*/ 652367 h 723900"/>
                <a:gd name="connsiteX758" fmla="*/ 119825 w 466725"/>
                <a:gd name="connsiteY758" fmla="*/ 652177 h 723900"/>
                <a:gd name="connsiteX759" fmla="*/ 121539 w 466725"/>
                <a:gd name="connsiteY759" fmla="*/ 652272 h 723900"/>
                <a:gd name="connsiteX760" fmla="*/ 123444 w 466725"/>
                <a:gd name="connsiteY760" fmla="*/ 652653 h 723900"/>
                <a:gd name="connsiteX761" fmla="*/ 129350 w 466725"/>
                <a:gd name="connsiteY761" fmla="*/ 655130 h 723900"/>
                <a:gd name="connsiteX762" fmla="*/ 132493 w 466725"/>
                <a:gd name="connsiteY762" fmla="*/ 657225 h 723900"/>
                <a:gd name="connsiteX763" fmla="*/ 134398 w 466725"/>
                <a:gd name="connsiteY763" fmla="*/ 658844 h 723900"/>
                <a:gd name="connsiteX764" fmla="*/ 135446 w 466725"/>
                <a:gd name="connsiteY764" fmla="*/ 660273 h 723900"/>
                <a:gd name="connsiteX765" fmla="*/ 135827 w 466725"/>
                <a:gd name="connsiteY765" fmla="*/ 660940 h 723900"/>
                <a:gd name="connsiteX766" fmla="*/ 136017 w 466725"/>
                <a:gd name="connsiteY766" fmla="*/ 661511 h 723900"/>
                <a:gd name="connsiteX767" fmla="*/ 136493 w 466725"/>
                <a:gd name="connsiteY767" fmla="*/ 663988 h 723900"/>
                <a:gd name="connsiteX768" fmla="*/ 136589 w 466725"/>
                <a:gd name="connsiteY768" fmla="*/ 665417 h 723900"/>
                <a:gd name="connsiteX769" fmla="*/ 136589 w 466725"/>
                <a:gd name="connsiteY769" fmla="*/ 666559 h 723900"/>
                <a:gd name="connsiteX770" fmla="*/ 136493 w 466725"/>
                <a:gd name="connsiteY770" fmla="*/ 667131 h 723900"/>
                <a:gd name="connsiteX771" fmla="*/ 135255 w 466725"/>
                <a:gd name="connsiteY771" fmla="*/ 670560 h 723900"/>
                <a:gd name="connsiteX772" fmla="*/ 135541 w 466725"/>
                <a:gd name="connsiteY772" fmla="*/ 672465 h 723900"/>
                <a:gd name="connsiteX773" fmla="*/ 136589 w 466725"/>
                <a:gd name="connsiteY773" fmla="*/ 674942 h 723900"/>
                <a:gd name="connsiteX774" fmla="*/ 139637 w 466725"/>
                <a:gd name="connsiteY774" fmla="*/ 678561 h 723900"/>
                <a:gd name="connsiteX775" fmla="*/ 141542 w 466725"/>
                <a:gd name="connsiteY775" fmla="*/ 679323 h 723900"/>
                <a:gd name="connsiteX776" fmla="*/ 142875 w 466725"/>
                <a:gd name="connsiteY776" fmla="*/ 678656 h 723900"/>
                <a:gd name="connsiteX777" fmla="*/ 143351 w 466725"/>
                <a:gd name="connsiteY777" fmla="*/ 677323 h 723900"/>
                <a:gd name="connsiteX778" fmla="*/ 144018 w 466725"/>
                <a:gd name="connsiteY778" fmla="*/ 676180 h 723900"/>
                <a:gd name="connsiteX779" fmla="*/ 144875 w 466725"/>
                <a:gd name="connsiteY779" fmla="*/ 675513 h 723900"/>
                <a:gd name="connsiteX780" fmla="*/ 145923 w 466725"/>
                <a:gd name="connsiteY780" fmla="*/ 675037 h 723900"/>
                <a:gd name="connsiteX781" fmla="*/ 146971 w 466725"/>
                <a:gd name="connsiteY781" fmla="*/ 674370 h 723900"/>
                <a:gd name="connsiteX782" fmla="*/ 147733 w 466725"/>
                <a:gd name="connsiteY782" fmla="*/ 673227 h 723900"/>
                <a:gd name="connsiteX783" fmla="*/ 148400 w 466725"/>
                <a:gd name="connsiteY783" fmla="*/ 671894 h 723900"/>
                <a:gd name="connsiteX784" fmla="*/ 149162 w 466725"/>
                <a:gd name="connsiteY784" fmla="*/ 670655 h 723900"/>
                <a:gd name="connsiteX785" fmla="*/ 150114 w 466725"/>
                <a:gd name="connsiteY785" fmla="*/ 669988 h 723900"/>
                <a:gd name="connsiteX786" fmla="*/ 151924 w 466725"/>
                <a:gd name="connsiteY786" fmla="*/ 669988 h 723900"/>
                <a:gd name="connsiteX787" fmla="*/ 154115 w 466725"/>
                <a:gd name="connsiteY787" fmla="*/ 670655 h 723900"/>
                <a:gd name="connsiteX788" fmla="*/ 158210 w 466725"/>
                <a:gd name="connsiteY788" fmla="*/ 672655 h 723900"/>
                <a:gd name="connsiteX789" fmla="*/ 160115 w 466725"/>
                <a:gd name="connsiteY789" fmla="*/ 674465 h 723900"/>
                <a:gd name="connsiteX790" fmla="*/ 161068 w 466725"/>
                <a:gd name="connsiteY790" fmla="*/ 676656 h 723900"/>
                <a:gd name="connsiteX791" fmla="*/ 161639 w 466725"/>
                <a:gd name="connsiteY791" fmla="*/ 681514 h 723900"/>
                <a:gd name="connsiteX792" fmla="*/ 162306 w 466725"/>
                <a:gd name="connsiteY792" fmla="*/ 684181 h 723900"/>
                <a:gd name="connsiteX793" fmla="*/ 162973 w 466725"/>
                <a:gd name="connsiteY793" fmla="*/ 686086 h 723900"/>
                <a:gd name="connsiteX794" fmla="*/ 163925 w 466725"/>
                <a:gd name="connsiteY794" fmla="*/ 687991 h 723900"/>
                <a:gd name="connsiteX795" fmla="*/ 165354 w 466725"/>
                <a:gd name="connsiteY795" fmla="*/ 689324 h 723900"/>
                <a:gd name="connsiteX796" fmla="*/ 168021 w 466725"/>
                <a:gd name="connsiteY796" fmla="*/ 690372 h 723900"/>
                <a:gd name="connsiteX797" fmla="*/ 183452 w 466725"/>
                <a:gd name="connsiteY797" fmla="*/ 693801 h 723900"/>
                <a:gd name="connsiteX798" fmla="*/ 185261 w 466725"/>
                <a:gd name="connsiteY798" fmla="*/ 695230 h 723900"/>
                <a:gd name="connsiteX799" fmla="*/ 186119 w 466725"/>
                <a:gd name="connsiteY799" fmla="*/ 696849 h 723900"/>
                <a:gd name="connsiteX800" fmla="*/ 186119 w 466725"/>
                <a:gd name="connsiteY800" fmla="*/ 698754 h 723900"/>
                <a:gd name="connsiteX801" fmla="*/ 185642 w 466725"/>
                <a:gd name="connsiteY801" fmla="*/ 702278 h 723900"/>
                <a:gd name="connsiteX802" fmla="*/ 185642 w 466725"/>
                <a:gd name="connsiteY802" fmla="*/ 704088 h 723900"/>
                <a:gd name="connsiteX803" fmla="*/ 186023 w 466725"/>
                <a:gd name="connsiteY803" fmla="*/ 705898 h 723900"/>
                <a:gd name="connsiteX804" fmla="*/ 186690 w 466725"/>
                <a:gd name="connsiteY804" fmla="*/ 707612 h 723900"/>
                <a:gd name="connsiteX805" fmla="*/ 190310 w 466725"/>
                <a:gd name="connsiteY805" fmla="*/ 713232 h 723900"/>
                <a:gd name="connsiteX806" fmla="*/ 191357 w 466725"/>
                <a:gd name="connsiteY806" fmla="*/ 715232 h 723900"/>
                <a:gd name="connsiteX807" fmla="*/ 207931 w 466725"/>
                <a:gd name="connsiteY807" fmla="*/ 710660 h 723900"/>
                <a:gd name="connsiteX808" fmla="*/ 210312 w 466725"/>
                <a:gd name="connsiteY808" fmla="*/ 710470 h 723900"/>
                <a:gd name="connsiteX809" fmla="*/ 215170 w 466725"/>
                <a:gd name="connsiteY809" fmla="*/ 710755 h 723900"/>
                <a:gd name="connsiteX810" fmla="*/ 217456 w 466725"/>
                <a:gd name="connsiteY810" fmla="*/ 710089 h 723900"/>
                <a:gd name="connsiteX811" fmla="*/ 223457 w 466725"/>
                <a:gd name="connsiteY811" fmla="*/ 705612 h 723900"/>
                <a:gd name="connsiteX812" fmla="*/ 232505 w 466725"/>
                <a:gd name="connsiteY812" fmla="*/ 700945 h 723900"/>
                <a:gd name="connsiteX813" fmla="*/ 236315 w 466725"/>
                <a:gd name="connsiteY813" fmla="*/ 698278 h 723900"/>
                <a:gd name="connsiteX814" fmla="*/ 239268 w 466725"/>
                <a:gd name="connsiteY814" fmla="*/ 695325 h 723900"/>
                <a:gd name="connsiteX815" fmla="*/ 239459 w 466725"/>
                <a:gd name="connsiteY815" fmla="*/ 694754 h 723900"/>
                <a:gd name="connsiteX816" fmla="*/ 239554 w 466725"/>
                <a:gd name="connsiteY816" fmla="*/ 693420 h 723900"/>
                <a:gd name="connsiteX817" fmla="*/ 239935 w 466725"/>
                <a:gd name="connsiteY817" fmla="*/ 692753 h 723900"/>
                <a:gd name="connsiteX818" fmla="*/ 240316 w 466725"/>
                <a:gd name="connsiteY818" fmla="*/ 692468 h 723900"/>
                <a:gd name="connsiteX819" fmla="*/ 241078 w 466725"/>
                <a:gd name="connsiteY819" fmla="*/ 692182 h 723900"/>
                <a:gd name="connsiteX820" fmla="*/ 245554 w 466725"/>
                <a:gd name="connsiteY820" fmla="*/ 688848 h 723900"/>
                <a:gd name="connsiteX821" fmla="*/ 246698 w 466725"/>
                <a:gd name="connsiteY821" fmla="*/ 688372 h 723900"/>
                <a:gd name="connsiteX822" fmla="*/ 248126 w 466725"/>
                <a:gd name="connsiteY822" fmla="*/ 687419 h 723900"/>
                <a:gd name="connsiteX823" fmla="*/ 249650 w 466725"/>
                <a:gd name="connsiteY823" fmla="*/ 685229 h 723900"/>
                <a:gd name="connsiteX824" fmla="*/ 255270 w 466725"/>
                <a:gd name="connsiteY824" fmla="*/ 672465 h 723900"/>
                <a:gd name="connsiteX825" fmla="*/ 256985 w 466725"/>
                <a:gd name="connsiteY825" fmla="*/ 670084 h 723900"/>
                <a:gd name="connsiteX826" fmla="*/ 257461 w 466725"/>
                <a:gd name="connsiteY826" fmla="*/ 668941 h 723900"/>
                <a:gd name="connsiteX827" fmla="*/ 257270 w 466725"/>
                <a:gd name="connsiteY827" fmla="*/ 667607 h 723900"/>
                <a:gd name="connsiteX828" fmla="*/ 256794 w 466725"/>
                <a:gd name="connsiteY828" fmla="*/ 666179 h 723900"/>
                <a:gd name="connsiteX829" fmla="*/ 256604 w 466725"/>
                <a:gd name="connsiteY829" fmla="*/ 664845 h 723900"/>
                <a:gd name="connsiteX830" fmla="*/ 257270 w 466725"/>
                <a:gd name="connsiteY830" fmla="*/ 664369 h 723900"/>
                <a:gd name="connsiteX831" fmla="*/ 261461 w 466725"/>
                <a:gd name="connsiteY831" fmla="*/ 664369 h 723900"/>
                <a:gd name="connsiteX832" fmla="*/ 264509 w 466725"/>
                <a:gd name="connsiteY832" fmla="*/ 662654 h 723900"/>
                <a:gd name="connsiteX833" fmla="*/ 267938 w 466725"/>
                <a:gd name="connsiteY833" fmla="*/ 659511 h 723900"/>
                <a:gd name="connsiteX834" fmla="*/ 270700 w 466725"/>
                <a:gd name="connsiteY834" fmla="*/ 655796 h 723900"/>
                <a:gd name="connsiteX835" fmla="*/ 271748 w 466725"/>
                <a:gd name="connsiteY835" fmla="*/ 652463 h 723900"/>
                <a:gd name="connsiteX836" fmla="*/ 270320 w 466725"/>
                <a:gd name="connsiteY836" fmla="*/ 647509 h 723900"/>
                <a:gd name="connsiteX837" fmla="*/ 267081 w 466725"/>
                <a:gd name="connsiteY837" fmla="*/ 644652 h 723900"/>
                <a:gd name="connsiteX838" fmla="*/ 262795 w 466725"/>
                <a:gd name="connsiteY838" fmla="*/ 643128 h 723900"/>
                <a:gd name="connsiteX839" fmla="*/ 258413 w 466725"/>
                <a:gd name="connsiteY839" fmla="*/ 642176 h 723900"/>
                <a:gd name="connsiteX840" fmla="*/ 254699 w 466725"/>
                <a:gd name="connsiteY840" fmla="*/ 641890 h 723900"/>
                <a:gd name="connsiteX841" fmla="*/ 252794 w 466725"/>
                <a:gd name="connsiteY841" fmla="*/ 641413 h 723900"/>
                <a:gd name="connsiteX842" fmla="*/ 250889 w 466725"/>
                <a:gd name="connsiteY842" fmla="*/ 640080 h 723900"/>
                <a:gd name="connsiteX843" fmla="*/ 247841 w 466725"/>
                <a:gd name="connsiteY843" fmla="*/ 636461 h 723900"/>
                <a:gd name="connsiteX844" fmla="*/ 246412 w 466725"/>
                <a:gd name="connsiteY844" fmla="*/ 634270 h 723900"/>
                <a:gd name="connsiteX845" fmla="*/ 245840 w 466725"/>
                <a:gd name="connsiteY845" fmla="*/ 632365 h 723900"/>
                <a:gd name="connsiteX846" fmla="*/ 244507 w 466725"/>
                <a:gd name="connsiteY846" fmla="*/ 622745 h 723900"/>
                <a:gd name="connsiteX847" fmla="*/ 242983 w 466725"/>
                <a:gd name="connsiteY847" fmla="*/ 617411 h 723900"/>
                <a:gd name="connsiteX848" fmla="*/ 241078 w 466725"/>
                <a:gd name="connsiteY848" fmla="*/ 614839 h 723900"/>
                <a:gd name="connsiteX849" fmla="*/ 241078 w 466725"/>
                <a:gd name="connsiteY849" fmla="*/ 614077 h 723900"/>
                <a:gd name="connsiteX850" fmla="*/ 243554 w 466725"/>
                <a:gd name="connsiteY850" fmla="*/ 614172 h 723900"/>
                <a:gd name="connsiteX851" fmla="*/ 244983 w 466725"/>
                <a:gd name="connsiteY851" fmla="*/ 615601 h 723900"/>
                <a:gd name="connsiteX852" fmla="*/ 245650 w 466725"/>
                <a:gd name="connsiteY852" fmla="*/ 617887 h 723900"/>
                <a:gd name="connsiteX853" fmla="*/ 245840 w 466725"/>
                <a:gd name="connsiteY853" fmla="*/ 620554 h 723900"/>
                <a:gd name="connsiteX854" fmla="*/ 246221 w 466725"/>
                <a:gd name="connsiteY854" fmla="*/ 622745 h 723900"/>
                <a:gd name="connsiteX855" fmla="*/ 247745 w 466725"/>
                <a:gd name="connsiteY855" fmla="*/ 627317 h 723900"/>
                <a:gd name="connsiteX856" fmla="*/ 248126 w 466725"/>
                <a:gd name="connsiteY856" fmla="*/ 629888 h 723900"/>
                <a:gd name="connsiteX857" fmla="*/ 248698 w 466725"/>
                <a:gd name="connsiteY857" fmla="*/ 631793 h 723900"/>
                <a:gd name="connsiteX858" fmla="*/ 250127 w 466725"/>
                <a:gd name="connsiteY858" fmla="*/ 633984 h 723900"/>
                <a:gd name="connsiteX859" fmla="*/ 252889 w 466725"/>
                <a:gd name="connsiteY859" fmla="*/ 637127 h 723900"/>
                <a:gd name="connsiteX860" fmla="*/ 254984 w 466725"/>
                <a:gd name="connsiteY860" fmla="*/ 638651 h 723900"/>
                <a:gd name="connsiteX861" fmla="*/ 256889 w 466725"/>
                <a:gd name="connsiteY861" fmla="*/ 639032 h 723900"/>
                <a:gd name="connsiteX862" fmla="*/ 258794 w 466725"/>
                <a:gd name="connsiteY862" fmla="*/ 638461 h 723900"/>
                <a:gd name="connsiteX863" fmla="*/ 260795 w 466725"/>
                <a:gd name="connsiteY863" fmla="*/ 637127 h 723900"/>
                <a:gd name="connsiteX864" fmla="*/ 261271 w 466725"/>
                <a:gd name="connsiteY864" fmla="*/ 639985 h 723900"/>
                <a:gd name="connsiteX865" fmla="*/ 265557 w 466725"/>
                <a:gd name="connsiteY865" fmla="*/ 642080 h 723900"/>
                <a:gd name="connsiteX866" fmla="*/ 270986 w 466725"/>
                <a:gd name="connsiteY866" fmla="*/ 643985 h 723900"/>
                <a:gd name="connsiteX867" fmla="*/ 274796 w 466725"/>
                <a:gd name="connsiteY867" fmla="*/ 646176 h 723900"/>
                <a:gd name="connsiteX868" fmla="*/ 275463 w 466725"/>
                <a:gd name="connsiteY868" fmla="*/ 648176 h 723900"/>
                <a:gd name="connsiteX869" fmla="*/ 276511 w 466725"/>
                <a:gd name="connsiteY869" fmla="*/ 654653 h 723900"/>
                <a:gd name="connsiteX870" fmla="*/ 277654 w 466725"/>
                <a:gd name="connsiteY870" fmla="*/ 657416 h 723900"/>
                <a:gd name="connsiteX871" fmla="*/ 275844 w 466725"/>
                <a:gd name="connsiteY871" fmla="*/ 660463 h 723900"/>
                <a:gd name="connsiteX872" fmla="*/ 270986 w 466725"/>
                <a:gd name="connsiteY872" fmla="*/ 666750 h 723900"/>
                <a:gd name="connsiteX873" fmla="*/ 270034 w 466725"/>
                <a:gd name="connsiteY873" fmla="*/ 668274 h 723900"/>
                <a:gd name="connsiteX874" fmla="*/ 269272 w 466725"/>
                <a:gd name="connsiteY874" fmla="*/ 670084 h 723900"/>
                <a:gd name="connsiteX875" fmla="*/ 268891 w 466725"/>
                <a:gd name="connsiteY875" fmla="*/ 672179 h 723900"/>
                <a:gd name="connsiteX876" fmla="*/ 270320 w 466725"/>
                <a:gd name="connsiteY876" fmla="*/ 678751 h 723900"/>
                <a:gd name="connsiteX877" fmla="*/ 269939 w 466725"/>
                <a:gd name="connsiteY877" fmla="*/ 679799 h 723900"/>
                <a:gd name="connsiteX878" fmla="*/ 269653 w 466725"/>
                <a:gd name="connsiteY878" fmla="*/ 681038 h 723900"/>
                <a:gd name="connsiteX879" fmla="*/ 275368 w 466725"/>
                <a:gd name="connsiteY879" fmla="*/ 691325 h 723900"/>
                <a:gd name="connsiteX880" fmla="*/ 276035 w 466725"/>
                <a:gd name="connsiteY880" fmla="*/ 693420 h 723900"/>
                <a:gd name="connsiteX881" fmla="*/ 275082 w 466725"/>
                <a:gd name="connsiteY881" fmla="*/ 695230 h 723900"/>
                <a:gd name="connsiteX882" fmla="*/ 276130 w 466725"/>
                <a:gd name="connsiteY882" fmla="*/ 698563 h 723900"/>
                <a:gd name="connsiteX883" fmla="*/ 275368 w 466725"/>
                <a:gd name="connsiteY883" fmla="*/ 701421 h 723900"/>
                <a:gd name="connsiteX884" fmla="*/ 273844 w 466725"/>
                <a:gd name="connsiteY884" fmla="*/ 703898 h 723900"/>
                <a:gd name="connsiteX885" fmla="*/ 272701 w 466725"/>
                <a:gd name="connsiteY885" fmla="*/ 706279 h 723900"/>
                <a:gd name="connsiteX886" fmla="*/ 272796 w 466725"/>
                <a:gd name="connsiteY886" fmla="*/ 708755 h 723900"/>
                <a:gd name="connsiteX887" fmla="*/ 273653 w 466725"/>
                <a:gd name="connsiteY887" fmla="*/ 711708 h 723900"/>
                <a:gd name="connsiteX888" fmla="*/ 275844 w 466725"/>
                <a:gd name="connsiteY888" fmla="*/ 716566 h 723900"/>
                <a:gd name="connsiteX889" fmla="*/ 277749 w 466725"/>
                <a:gd name="connsiteY889" fmla="*/ 715328 h 723900"/>
                <a:gd name="connsiteX890" fmla="*/ 279273 w 466725"/>
                <a:gd name="connsiteY890" fmla="*/ 716756 h 723900"/>
                <a:gd name="connsiteX891" fmla="*/ 280225 w 466725"/>
                <a:gd name="connsiteY891" fmla="*/ 719423 h 723900"/>
                <a:gd name="connsiteX892" fmla="*/ 280607 w 466725"/>
                <a:gd name="connsiteY892" fmla="*/ 722090 h 723900"/>
                <a:gd name="connsiteX893" fmla="*/ 281178 w 466725"/>
                <a:gd name="connsiteY893" fmla="*/ 722567 h 723900"/>
                <a:gd name="connsiteX894" fmla="*/ 282512 w 466725"/>
                <a:gd name="connsiteY894" fmla="*/ 722662 h 723900"/>
                <a:gd name="connsiteX895" fmla="*/ 284036 w 466725"/>
                <a:gd name="connsiteY895" fmla="*/ 722471 h 723900"/>
                <a:gd name="connsiteX896" fmla="*/ 284988 w 466725"/>
                <a:gd name="connsiteY896" fmla="*/ 722090 h 723900"/>
                <a:gd name="connsiteX897" fmla="*/ 286226 w 466725"/>
                <a:gd name="connsiteY897" fmla="*/ 721043 h 723900"/>
                <a:gd name="connsiteX898" fmla="*/ 286893 w 466725"/>
                <a:gd name="connsiteY898" fmla="*/ 720757 h 723900"/>
                <a:gd name="connsiteX899" fmla="*/ 287179 w 466725"/>
                <a:gd name="connsiteY899" fmla="*/ 720376 h 723900"/>
                <a:gd name="connsiteX900" fmla="*/ 286988 w 466725"/>
                <a:gd name="connsiteY900" fmla="*/ 719138 h 723900"/>
                <a:gd name="connsiteX901" fmla="*/ 286512 w 466725"/>
                <a:gd name="connsiteY901" fmla="*/ 718185 h 723900"/>
                <a:gd name="connsiteX902" fmla="*/ 284988 w 466725"/>
                <a:gd name="connsiteY902" fmla="*/ 716851 h 723900"/>
                <a:gd name="connsiteX903" fmla="*/ 284512 w 466725"/>
                <a:gd name="connsiteY903" fmla="*/ 715709 h 723900"/>
                <a:gd name="connsiteX904" fmla="*/ 284607 w 466725"/>
                <a:gd name="connsiteY904" fmla="*/ 714184 h 723900"/>
                <a:gd name="connsiteX905" fmla="*/ 285750 w 466725"/>
                <a:gd name="connsiteY905" fmla="*/ 711518 h 723900"/>
                <a:gd name="connsiteX906" fmla="*/ 286036 w 466725"/>
                <a:gd name="connsiteY906" fmla="*/ 710184 h 723900"/>
                <a:gd name="connsiteX907" fmla="*/ 285845 w 466725"/>
                <a:gd name="connsiteY907" fmla="*/ 707326 h 723900"/>
                <a:gd name="connsiteX908" fmla="*/ 282226 w 466725"/>
                <a:gd name="connsiteY908" fmla="*/ 695039 h 723900"/>
                <a:gd name="connsiteX909" fmla="*/ 281940 w 466725"/>
                <a:gd name="connsiteY909" fmla="*/ 692182 h 723900"/>
                <a:gd name="connsiteX910" fmla="*/ 283274 w 466725"/>
                <a:gd name="connsiteY910" fmla="*/ 692277 h 723900"/>
                <a:gd name="connsiteX911" fmla="*/ 285179 w 466725"/>
                <a:gd name="connsiteY911" fmla="*/ 694468 h 723900"/>
                <a:gd name="connsiteX912" fmla="*/ 286131 w 466725"/>
                <a:gd name="connsiteY912" fmla="*/ 696468 h 723900"/>
                <a:gd name="connsiteX913" fmla="*/ 286607 w 466725"/>
                <a:gd name="connsiteY913" fmla="*/ 698849 h 723900"/>
                <a:gd name="connsiteX914" fmla="*/ 286893 w 466725"/>
                <a:gd name="connsiteY914" fmla="*/ 712756 h 723900"/>
                <a:gd name="connsiteX915" fmla="*/ 287465 w 466725"/>
                <a:gd name="connsiteY915" fmla="*/ 715613 h 723900"/>
                <a:gd name="connsiteX916" fmla="*/ 288893 w 466725"/>
                <a:gd name="connsiteY916" fmla="*/ 716185 h 723900"/>
                <a:gd name="connsiteX917" fmla="*/ 290513 w 466725"/>
                <a:gd name="connsiteY917" fmla="*/ 714947 h 723900"/>
                <a:gd name="connsiteX918" fmla="*/ 291656 w 466725"/>
                <a:gd name="connsiteY918" fmla="*/ 712375 h 723900"/>
                <a:gd name="connsiteX919" fmla="*/ 292037 w 466725"/>
                <a:gd name="connsiteY919" fmla="*/ 710660 h 723900"/>
                <a:gd name="connsiteX920" fmla="*/ 292132 w 466725"/>
                <a:gd name="connsiteY920" fmla="*/ 709327 h 723900"/>
                <a:gd name="connsiteX921" fmla="*/ 291656 w 466725"/>
                <a:gd name="connsiteY921" fmla="*/ 708088 h 723900"/>
                <a:gd name="connsiteX922" fmla="*/ 289560 w 466725"/>
                <a:gd name="connsiteY922" fmla="*/ 705517 h 723900"/>
                <a:gd name="connsiteX923" fmla="*/ 289274 w 466725"/>
                <a:gd name="connsiteY923" fmla="*/ 704279 h 723900"/>
                <a:gd name="connsiteX924" fmla="*/ 289465 w 466725"/>
                <a:gd name="connsiteY924" fmla="*/ 703040 h 723900"/>
                <a:gd name="connsiteX925" fmla="*/ 290036 w 466725"/>
                <a:gd name="connsiteY925" fmla="*/ 702088 h 723900"/>
                <a:gd name="connsiteX926" fmla="*/ 290608 w 466725"/>
                <a:gd name="connsiteY926" fmla="*/ 703326 h 723900"/>
                <a:gd name="connsiteX927" fmla="*/ 291084 w 466725"/>
                <a:gd name="connsiteY927" fmla="*/ 704755 h 723900"/>
                <a:gd name="connsiteX928" fmla="*/ 291751 w 466725"/>
                <a:gd name="connsiteY928" fmla="*/ 705898 h 723900"/>
                <a:gd name="connsiteX929" fmla="*/ 292894 w 466725"/>
                <a:gd name="connsiteY929" fmla="*/ 706374 h 723900"/>
                <a:gd name="connsiteX930" fmla="*/ 293942 w 466725"/>
                <a:gd name="connsiteY930" fmla="*/ 706088 h 723900"/>
                <a:gd name="connsiteX931" fmla="*/ 295847 w 466725"/>
                <a:gd name="connsiteY931" fmla="*/ 704945 h 723900"/>
                <a:gd name="connsiteX932" fmla="*/ 297180 w 466725"/>
                <a:gd name="connsiteY932" fmla="*/ 704659 h 723900"/>
                <a:gd name="connsiteX933" fmla="*/ 296037 w 466725"/>
                <a:gd name="connsiteY933" fmla="*/ 707993 h 723900"/>
                <a:gd name="connsiteX934" fmla="*/ 296132 w 466725"/>
                <a:gd name="connsiteY934" fmla="*/ 712946 h 723900"/>
                <a:gd name="connsiteX935" fmla="*/ 297275 w 466725"/>
                <a:gd name="connsiteY935" fmla="*/ 716851 h 723900"/>
                <a:gd name="connsiteX936" fmla="*/ 299180 w 466725"/>
                <a:gd name="connsiteY936" fmla="*/ 716947 h 723900"/>
                <a:gd name="connsiteX937" fmla="*/ 301085 w 466725"/>
                <a:gd name="connsiteY937" fmla="*/ 715518 h 723900"/>
                <a:gd name="connsiteX938" fmla="*/ 302895 w 466725"/>
                <a:gd name="connsiteY938" fmla="*/ 714851 h 723900"/>
                <a:gd name="connsiteX939" fmla="*/ 304514 w 466725"/>
                <a:gd name="connsiteY939" fmla="*/ 713899 h 723900"/>
                <a:gd name="connsiteX940" fmla="*/ 305943 w 466725"/>
                <a:gd name="connsiteY940" fmla="*/ 711422 h 723900"/>
                <a:gd name="connsiteX941" fmla="*/ 306419 w 466725"/>
                <a:gd name="connsiteY941" fmla="*/ 709041 h 723900"/>
                <a:gd name="connsiteX942" fmla="*/ 306038 w 466725"/>
                <a:gd name="connsiteY942" fmla="*/ 707326 h 723900"/>
                <a:gd name="connsiteX943" fmla="*/ 304419 w 466725"/>
                <a:gd name="connsiteY943" fmla="*/ 703802 h 723900"/>
                <a:gd name="connsiteX944" fmla="*/ 304133 w 466725"/>
                <a:gd name="connsiteY944" fmla="*/ 701612 h 723900"/>
                <a:gd name="connsiteX945" fmla="*/ 304229 w 466725"/>
                <a:gd name="connsiteY945" fmla="*/ 699230 h 723900"/>
                <a:gd name="connsiteX946" fmla="*/ 304705 w 466725"/>
                <a:gd name="connsiteY946" fmla="*/ 697135 h 723900"/>
                <a:gd name="connsiteX947" fmla="*/ 305943 w 466725"/>
                <a:gd name="connsiteY947" fmla="*/ 694849 h 723900"/>
                <a:gd name="connsiteX948" fmla="*/ 306610 w 466725"/>
                <a:gd name="connsiteY948" fmla="*/ 691896 h 723900"/>
                <a:gd name="connsiteX949" fmla="*/ 307372 w 466725"/>
                <a:gd name="connsiteY949" fmla="*/ 691420 h 723900"/>
                <a:gd name="connsiteX950" fmla="*/ 308134 w 466725"/>
                <a:gd name="connsiteY950" fmla="*/ 691610 h 723900"/>
                <a:gd name="connsiteX951" fmla="*/ 308705 w 466725"/>
                <a:gd name="connsiteY951" fmla="*/ 691420 h 723900"/>
                <a:gd name="connsiteX952" fmla="*/ 308991 w 466725"/>
                <a:gd name="connsiteY952" fmla="*/ 689705 h 723900"/>
                <a:gd name="connsiteX953" fmla="*/ 308610 w 466725"/>
                <a:gd name="connsiteY953" fmla="*/ 687419 h 723900"/>
                <a:gd name="connsiteX954" fmla="*/ 306896 w 466725"/>
                <a:gd name="connsiteY954" fmla="*/ 683133 h 723900"/>
                <a:gd name="connsiteX955" fmla="*/ 306610 w 466725"/>
                <a:gd name="connsiteY955" fmla="*/ 680847 h 723900"/>
                <a:gd name="connsiteX956" fmla="*/ 307372 w 466725"/>
                <a:gd name="connsiteY956" fmla="*/ 678371 h 723900"/>
                <a:gd name="connsiteX957" fmla="*/ 308610 w 466725"/>
                <a:gd name="connsiteY957" fmla="*/ 676847 h 723900"/>
                <a:gd name="connsiteX958" fmla="*/ 309467 w 466725"/>
                <a:gd name="connsiteY958" fmla="*/ 675418 h 723900"/>
                <a:gd name="connsiteX959" fmla="*/ 308991 w 466725"/>
                <a:gd name="connsiteY959" fmla="*/ 673132 h 723900"/>
                <a:gd name="connsiteX960" fmla="*/ 311182 w 466725"/>
                <a:gd name="connsiteY960" fmla="*/ 674942 h 723900"/>
                <a:gd name="connsiteX961" fmla="*/ 311182 w 466725"/>
                <a:gd name="connsiteY961" fmla="*/ 677513 h 723900"/>
                <a:gd name="connsiteX962" fmla="*/ 308991 w 466725"/>
                <a:gd name="connsiteY962" fmla="*/ 682466 h 723900"/>
                <a:gd name="connsiteX963" fmla="*/ 311372 w 466725"/>
                <a:gd name="connsiteY963" fmla="*/ 685705 h 723900"/>
                <a:gd name="connsiteX964" fmla="*/ 313087 w 466725"/>
                <a:gd name="connsiteY964" fmla="*/ 689038 h 723900"/>
                <a:gd name="connsiteX965" fmla="*/ 313277 w 466725"/>
                <a:gd name="connsiteY965" fmla="*/ 692658 h 723900"/>
                <a:gd name="connsiteX966" fmla="*/ 310991 w 466725"/>
                <a:gd name="connsiteY966" fmla="*/ 696659 h 723900"/>
                <a:gd name="connsiteX967" fmla="*/ 310134 w 466725"/>
                <a:gd name="connsiteY967" fmla="*/ 699421 h 723900"/>
                <a:gd name="connsiteX968" fmla="*/ 310706 w 466725"/>
                <a:gd name="connsiteY968" fmla="*/ 703040 h 723900"/>
                <a:gd name="connsiteX969" fmla="*/ 312992 w 466725"/>
                <a:gd name="connsiteY969" fmla="*/ 709803 h 723900"/>
                <a:gd name="connsiteX970" fmla="*/ 312230 w 466725"/>
                <a:gd name="connsiteY970" fmla="*/ 710755 h 723900"/>
                <a:gd name="connsiteX971" fmla="*/ 311753 w 466725"/>
                <a:gd name="connsiteY971" fmla="*/ 712089 h 723900"/>
                <a:gd name="connsiteX972" fmla="*/ 311468 w 466725"/>
                <a:gd name="connsiteY972" fmla="*/ 713708 h 723900"/>
                <a:gd name="connsiteX973" fmla="*/ 311372 w 466725"/>
                <a:gd name="connsiteY973" fmla="*/ 715423 h 723900"/>
                <a:gd name="connsiteX974" fmla="*/ 311087 w 466725"/>
                <a:gd name="connsiteY974" fmla="*/ 716851 h 723900"/>
                <a:gd name="connsiteX975" fmla="*/ 310515 w 466725"/>
                <a:gd name="connsiteY975" fmla="*/ 717613 h 723900"/>
                <a:gd name="connsiteX976" fmla="*/ 309753 w 466725"/>
                <a:gd name="connsiteY976" fmla="*/ 718280 h 723900"/>
                <a:gd name="connsiteX977" fmla="*/ 308991 w 466725"/>
                <a:gd name="connsiteY977" fmla="*/ 719233 h 723900"/>
                <a:gd name="connsiteX978" fmla="*/ 308134 w 466725"/>
                <a:gd name="connsiteY978" fmla="*/ 722376 h 723900"/>
                <a:gd name="connsiteX979" fmla="*/ 308800 w 466725"/>
                <a:gd name="connsiteY979" fmla="*/ 725043 h 723900"/>
                <a:gd name="connsiteX980" fmla="*/ 310991 w 466725"/>
                <a:gd name="connsiteY980" fmla="*/ 726281 h 723900"/>
                <a:gd name="connsiteX981" fmla="*/ 314611 w 466725"/>
                <a:gd name="connsiteY981" fmla="*/ 725138 h 723900"/>
                <a:gd name="connsiteX982" fmla="*/ 313468 w 466725"/>
                <a:gd name="connsiteY982" fmla="*/ 724091 h 723900"/>
                <a:gd name="connsiteX983" fmla="*/ 312896 w 466725"/>
                <a:gd name="connsiteY983" fmla="*/ 722757 h 723900"/>
                <a:gd name="connsiteX984" fmla="*/ 312992 w 466725"/>
                <a:gd name="connsiteY984" fmla="*/ 721424 h 723900"/>
                <a:gd name="connsiteX985" fmla="*/ 313658 w 466725"/>
                <a:gd name="connsiteY985" fmla="*/ 720090 h 723900"/>
                <a:gd name="connsiteX986" fmla="*/ 314611 w 466725"/>
                <a:gd name="connsiteY986" fmla="*/ 721709 h 723900"/>
                <a:gd name="connsiteX987" fmla="*/ 316230 w 466725"/>
                <a:gd name="connsiteY987" fmla="*/ 722471 h 723900"/>
                <a:gd name="connsiteX988" fmla="*/ 317754 w 466725"/>
                <a:gd name="connsiteY988" fmla="*/ 722186 h 723900"/>
                <a:gd name="connsiteX989" fmla="*/ 318421 w 466725"/>
                <a:gd name="connsiteY989" fmla="*/ 720471 h 723900"/>
                <a:gd name="connsiteX990" fmla="*/ 318421 w 466725"/>
                <a:gd name="connsiteY990" fmla="*/ 714089 h 723900"/>
                <a:gd name="connsiteX991" fmla="*/ 320326 w 466725"/>
                <a:gd name="connsiteY991" fmla="*/ 715518 h 723900"/>
                <a:gd name="connsiteX992" fmla="*/ 320897 w 466725"/>
                <a:gd name="connsiteY992" fmla="*/ 712375 h 723900"/>
                <a:gd name="connsiteX993" fmla="*/ 320040 w 466725"/>
                <a:gd name="connsiteY993" fmla="*/ 703898 h 723900"/>
                <a:gd name="connsiteX994" fmla="*/ 320802 w 466725"/>
                <a:gd name="connsiteY994" fmla="*/ 703898 h 723900"/>
                <a:gd name="connsiteX995" fmla="*/ 322421 w 466725"/>
                <a:gd name="connsiteY995" fmla="*/ 704850 h 723900"/>
                <a:gd name="connsiteX996" fmla="*/ 323660 w 466725"/>
                <a:gd name="connsiteY996" fmla="*/ 703231 h 723900"/>
                <a:gd name="connsiteX997" fmla="*/ 324422 w 466725"/>
                <a:gd name="connsiteY997" fmla="*/ 700564 h 723900"/>
                <a:gd name="connsiteX998" fmla="*/ 324707 w 466725"/>
                <a:gd name="connsiteY998" fmla="*/ 698278 h 723900"/>
                <a:gd name="connsiteX999" fmla="*/ 323660 w 466725"/>
                <a:gd name="connsiteY999" fmla="*/ 694849 h 723900"/>
                <a:gd name="connsiteX1000" fmla="*/ 321374 w 466725"/>
                <a:gd name="connsiteY1000" fmla="*/ 694754 h 723900"/>
                <a:gd name="connsiteX1001" fmla="*/ 318707 w 466725"/>
                <a:gd name="connsiteY1001" fmla="*/ 695897 h 723900"/>
                <a:gd name="connsiteX1002" fmla="*/ 316802 w 466725"/>
                <a:gd name="connsiteY1002" fmla="*/ 696182 h 723900"/>
                <a:gd name="connsiteX1003" fmla="*/ 316897 w 466725"/>
                <a:gd name="connsiteY1003" fmla="*/ 695611 h 723900"/>
                <a:gd name="connsiteX1004" fmla="*/ 316802 w 466725"/>
                <a:gd name="connsiteY1004" fmla="*/ 687991 h 723900"/>
                <a:gd name="connsiteX1005" fmla="*/ 317087 w 466725"/>
                <a:gd name="connsiteY1005" fmla="*/ 685705 h 723900"/>
                <a:gd name="connsiteX1006" fmla="*/ 320707 w 466725"/>
                <a:gd name="connsiteY1006" fmla="*/ 675894 h 723900"/>
                <a:gd name="connsiteX1007" fmla="*/ 320897 w 466725"/>
                <a:gd name="connsiteY1007" fmla="*/ 673703 h 723900"/>
                <a:gd name="connsiteX1008" fmla="*/ 320707 w 466725"/>
                <a:gd name="connsiteY1008" fmla="*/ 668369 h 723900"/>
                <a:gd name="connsiteX1009" fmla="*/ 321183 w 466725"/>
                <a:gd name="connsiteY1009" fmla="*/ 666369 h 723900"/>
                <a:gd name="connsiteX1010" fmla="*/ 323279 w 466725"/>
                <a:gd name="connsiteY1010" fmla="*/ 663416 h 723900"/>
                <a:gd name="connsiteX1011" fmla="*/ 323945 w 466725"/>
                <a:gd name="connsiteY1011" fmla="*/ 661130 h 723900"/>
                <a:gd name="connsiteX1012" fmla="*/ 323850 w 466725"/>
                <a:gd name="connsiteY1012" fmla="*/ 659701 h 723900"/>
                <a:gd name="connsiteX1013" fmla="*/ 323183 w 466725"/>
                <a:gd name="connsiteY1013" fmla="*/ 657320 h 723900"/>
                <a:gd name="connsiteX1014" fmla="*/ 322993 w 466725"/>
                <a:gd name="connsiteY1014" fmla="*/ 654272 h 723900"/>
                <a:gd name="connsiteX1015" fmla="*/ 323088 w 466725"/>
                <a:gd name="connsiteY1015" fmla="*/ 653415 h 723900"/>
                <a:gd name="connsiteX1016" fmla="*/ 323469 w 466725"/>
                <a:gd name="connsiteY1016" fmla="*/ 652558 h 723900"/>
                <a:gd name="connsiteX1017" fmla="*/ 324517 w 466725"/>
                <a:gd name="connsiteY1017" fmla="*/ 651320 h 723900"/>
                <a:gd name="connsiteX1018" fmla="*/ 324993 w 466725"/>
                <a:gd name="connsiteY1018" fmla="*/ 648938 h 723900"/>
                <a:gd name="connsiteX1019" fmla="*/ 326041 w 466725"/>
                <a:gd name="connsiteY1019" fmla="*/ 646748 h 723900"/>
                <a:gd name="connsiteX1020" fmla="*/ 326231 w 466725"/>
                <a:gd name="connsiteY1020" fmla="*/ 646081 h 723900"/>
                <a:gd name="connsiteX1021" fmla="*/ 326612 w 466725"/>
                <a:gd name="connsiteY1021" fmla="*/ 645890 h 723900"/>
                <a:gd name="connsiteX1022" fmla="*/ 327374 w 466725"/>
                <a:gd name="connsiteY1022" fmla="*/ 644080 h 723900"/>
                <a:gd name="connsiteX1023" fmla="*/ 327946 w 466725"/>
                <a:gd name="connsiteY1023" fmla="*/ 642080 h 723900"/>
                <a:gd name="connsiteX1024" fmla="*/ 327850 w 466725"/>
                <a:gd name="connsiteY1024" fmla="*/ 641318 h 723900"/>
                <a:gd name="connsiteX1025" fmla="*/ 330137 w 466725"/>
                <a:gd name="connsiteY1025" fmla="*/ 641413 h 723900"/>
                <a:gd name="connsiteX1026" fmla="*/ 330518 w 466725"/>
                <a:gd name="connsiteY1026" fmla="*/ 643795 h 723900"/>
                <a:gd name="connsiteX1027" fmla="*/ 329470 w 466725"/>
                <a:gd name="connsiteY1027" fmla="*/ 646652 h 723900"/>
                <a:gd name="connsiteX1028" fmla="*/ 327470 w 466725"/>
                <a:gd name="connsiteY1028" fmla="*/ 647986 h 723900"/>
                <a:gd name="connsiteX1029" fmla="*/ 325469 w 466725"/>
                <a:gd name="connsiteY1029" fmla="*/ 653129 h 723900"/>
                <a:gd name="connsiteX1030" fmla="*/ 325469 w 466725"/>
                <a:gd name="connsiteY1030" fmla="*/ 654653 h 723900"/>
                <a:gd name="connsiteX1031" fmla="*/ 326136 w 466725"/>
                <a:gd name="connsiteY1031" fmla="*/ 657416 h 723900"/>
                <a:gd name="connsiteX1032" fmla="*/ 326612 w 466725"/>
                <a:gd name="connsiteY1032" fmla="*/ 661035 h 723900"/>
                <a:gd name="connsiteX1033" fmla="*/ 327089 w 466725"/>
                <a:gd name="connsiteY1033" fmla="*/ 662845 h 723900"/>
                <a:gd name="connsiteX1034" fmla="*/ 327184 w 466725"/>
                <a:gd name="connsiteY1034" fmla="*/ 664559 h 723900"/>
                <a:gd name="connsiteX1035" fmla="*/ 326327 w 466725"/>
                <a:gd name="connsiteY1035" fmla="*/ 666750 h 723900"/>
                <a:gd name="connsiteX1036" fmla="*/ 324612 w 466725"/>
                <a:gd name="connsiteY1036" fmla="*/ 669322 h 723900"/>
                <a:gd name="connsiteX1037" fmla="*/ 324136 w 466725"/>
                <a:gd name="connsiteY1037" fmla="*/ 670465 h 723900"/>
                <a:gd name="connsiteX1038" fmla="*/ 323945 w 466725"/>
                <a:gd name="connsiteY1038" fmla="*/ 672275 h 723900"/>
                <a:gd name="connsiteX1039" fmla="*/ 324517 w 466725"/>
                <a:gd name="connsiteY1039" fmla="*/ 673513 h 723900"/>
                <a:gd name="connsiteX1040" fmla="*/ 325850 w 466725"/>
                <a:gd name="connsiteY1040" fmla="*/ 674084 h 723900"/>
                <a:gd name="connsiteX1041" fmla="*/ 327470 w 466725"/>
                <a:gd name="connsiteY1041" fmla="*/ 674084 h 723900"/>
                <a:gd name="connsiteX1042" fmla="*/ 328708 w 466725"/>
                <a:gd name="connsiteY1042" fmla="*/ 673608 h 723900"/>
                <a:gd name="connsiteX1043" fmla="*/ 330041 w 466725"/>
                <a:gd name="connsiteY1043" fmla="*/ 674656 h 723900"/>
                <a:gd name="connsiteX1044" fmla="*/ 331375 w 466725"/>
                <a:gd name="connsiteY1044" fmla="*/ 673513 h 723900"/>
                <a:gd name="connsiteX1045" fmla="*/ 332327 w 466725"/>
                <a:gd name="connsiteY1045" fmla="*/ 671417 h 723900"/>
                <a:gd name="connsiteX1046" fmla="*/ 332708 w 466725"/>
                <a:gd name="connsiteY1046" fmla="*/ 669703 h 723900"/>
                <a:gd name="connsiteX1047" fmla="*/ 335185 w 466725"/>
                <a:gd name="connsiteY1047" fmla="*/ 665131 h 723900"/>
                <a:gd name="connsiteX1048" fmla="*/ 336042 w 466725"/>
                <a:gd name="connsiteY1048" fmla="*/ 662178 h 723900"/>
                <a:gd name="connsiteX1049" fmla="*/ 334613 w 466725"/>
                <a:gd name="connsiteY1049" fmla="*/ 660845 h 723900"/>
                <a:gd name="connsiteX1050" fmla="*/ 332423 w 466725"/>
                <a:gd name="connsiteY1050" fmla="*/ 660178 h 723900"/>
                <a:gd name="connsiteX1051" fmla="*/ 331661 w 466725"/>
                <a:gd name="connsiteY1051" fmla="*/ 658559 h 723900"/>
                <a:gd name="connsiteX1052" fmla="*/ 331851 w 466725"/>
                <a:gd name="connsiteY1052" fmla="*/ 656654 h 723900"/>
                <a:gd name="connsiteX1053" fmla="*/ 332613 w 466725"/>
                <a:gd name="connsiteY1053" fmla="*/ 654844 h 723900"/>
                <a:gd name="connsiteX1054" fmla="*/ 333851 w 466725"/>
                <a:gd name="connsiteY1054" fmla="*/ 653225 h 723900"/>
                <a:gd name="connsiteX1055" fmla="*/ 335471 w 466725"/>
                <a:gd name="connsiteY1055" fmla="*/ 651701 h 723900"/>
                <a:gd name="connsiteX1056" fmla="*/ 337471 w 466725"/>
                <a:gd name="connsiteY1056" fmla="*/ 650653 h 723900"/>
                <a:gd name="connsiteX1057" fmla="*/ 339662 w 466725"/>
                <a:gd name="connsiteY1057" fmla="*/ 650462 h 723900"/>
                <a:gd name="connsiteX1058" fmla="*/ 335852 w 466725"/>
                <a:gd name="connsiteY1058" fmla="*/ 653796 h 723900"/>
                <a:gd name="connsiteX1059" fmla="*/ 334042 w 466725"/>
                <a:gd name="connsiteY1059" fmla="*/ 655892 h 723900"/>
                <a:gd name="connsiteX1060" fmla="*/ 333280 w 466725"/>
                <a:gd name="connsiteY1060" fmla="*/ 657701 h 723900"/>
                <a:gd name="connsiteX1061" fmla="*/ 334232 w 466725"/>
                <a:gd name="connsiteY1061" fmla="*/ 659511 h 723900"/>
                <a:gd name="connsiteX1062" fmla="*/ 338614 w 466725"/>
                <a:gd name="connsiteY1062" fmla="*/ 662083 h 723900"/>
                <a:gd name="connsiteX1063" fmla="*/ 339566 w 466725"/>
                <a:gd name="connsiteY1063" fmla="*/ 664655 h 723900"/>
                <a:gd name="connsiteX1064" fmla="*/ 338995 w 466725"/>
                <a:gd name="connsiteY1064" fmla="*/ 666845 h 723900"/>
                <a:gd name="connsiteX1065" fmla="*/ 337661 w 466725"/>
                <a:gd name="connsiteY1065" fmla="*/ 668369 h 723900"/>
                <a:gd name="connsiteX1066" fmla="*/ 336042 w 466725"/>
                <a:gd name="connsiteY1066" fmla="*/ 669608 h 723900"/>
                <a:gd name="connsiteX1067" fmla="*/ 334804 w 466725"/>
                <a:gd name="connsiteY1067" fmla="*/ 670941 h 723900"/>
                <a:gd name="connsiteX1068" fmla="*/ 334232 w 466725"/>
                <a:gd name="connsiteY1068" fmla="*/ 672655 h 723900"/>
                <a:gd name="connsiteX1069" fmla="*/ 333947 w 466725"/>
                <a:gd name="connsiteY1069" fmla="*/ 679418 h 723900"/>
                <a:gd name="connsiteX1070" fmla="*/ 331661 w 466725"/>
                <a:gd name="connsiteY1070" fmla="*/ 686657 h 723900"/>
                <a:gd name="connsiteX1071" fmla="*/ 332042 w 466725"/>
                <a:gd name="connsiteY1071" fmla="*/ 688467 h 723900"/>
                <a:gd name="connsiteX1072" fmla="*/ 332708 w 466725"/>
                <a:gd name="connsiteY1072" fmla="*/ 690277 h 723900"/>
                <a:gd name="connsiteX1073" fmla="*/ 330518 w 466725"/>
                <a:gd name="connsiteY1073" fmla="*/ 704374 h 723900"/>
                <a:gd name="connsiteX1074" fmla="*/ 330899 w 466725"/>
                <a:gd name="connsiteY1074" fmla="*/ 706755 h 723900"/>
                <a:gd name="connsiteX1075" fmla="*/ 334804 w 466725"/>
                <a:gd name="connsiteY1075" fmla="*/ 715328 h 723900"/>
                <a:gd name="connsiteX1076" fmla="*/ 333089 w 466725"/>
                <a:gd name="connsiteY1076" fmla="*/ 719138 h 723900"/>
                <a:gd name="connsiteX1077" fmla="*/ 335471 w 466725"/>
                <a:gd name="connsiteY1077" fmla="*/ 721424 h 723900"/>
                <a:gd name="connsiteX1078" fmla="*/ 339471 w 466725"/>
                <a:gd name="connsiteY1078" fmla="*/ 721900 h 723900"/>
                <a:gd name="connsiteX1079" fmla="*/ 342710 w 466725"/>
                <a:gd name="connsiteY1079" fmla="*/ 720376 h 723900"/>
                <a:gd name="connsiteX1080" fmla="*/ 343376 w 466725"/>
                <a:gd name="connsiteY1080" fmla="*/ 718376 h 723900"/>
                <a:gd name="connsiteX1081" fmla="*/ 342710 w 466725"/>
                <a:gd name="connsiteY1081" fmla="*/ 716566 h 723900"/>
                <a:gd name="connsiteX1082" fmla="*/ 341662 w 466725"/>
                <a:gd name="connsiteY1082" fmla="*/ 714661 h 723900"/>
                <a:gd name="connsiteX1083" fmla="*/ 341090 w 466725"/>
                <a:gd name="connsiteY1083" fmla="*/ 712280 h 723900"/>
                <a:gd name="connsiteX1084" fmla="*/ 341090 w 466725"/>
                <a:gd name="connsiteY1084" fmla="*/ 711041 h 723900"/>
                <a:gd name="connsiteX1085" fmla="*/ 341281 w 466725"/>
                <a:gd name="connsiteY1085" fmla="*/ 710089 h 723900"/>
                <a:gd name="connsiteX1086" fmla="*/ 341852 w 466725"/>
                <a:gd name="connsiteY1086" fmla="*/ 709517 h 723900"/>
                <a:gd name="connsiteX1087" fmla="*/ 342995 w 466725"/>
                <a:gd name="connsiteY1087" fmla="*/ 709327 h 723900"/>
                <a:gd name="connsiteX1088" fmla="*/ 343757 w 466725"/>
                <a:gd name="connsiteY1088" fmla="*/ 708755 h 723900"/>
                <a:gd name="connsiteX1089" fmla="*/ 344234 w 466725"/>
                <a:gd name="connsiteY1089" fmla="*/ 707517 h 723900"/>
                <a:gd name="connsiteX1090" fmla="*/ 344900 w 466725"/>
                <a:gd name="connsiteY1090" fmla="*/ 705041 h 723900"/>
                <a:gd name="connsiteX1091" fmla="*/ 345567 w 466725"/>
                <a:gd name="connsiteY1091" fmla="*/ 707136 h 723900"/>
                <a:gd name="connsiteX1092" fmla="*/ 345758 w 466725"/>
                <a:gd name="connsiteY1092" fmla="*/ 708279 h 723900"/>
                <a:gd name="connsiteX1093" fmla="*/ 345758 w 466725"/>
                <a:gd name="connsiteY1093" fmla="*/ 709327 h 723900"/>
                <a:gd name="connsiteX1094" fmla="*/ 345377 w 466725"/>
                <a:gd name="connsiteY1094" fmla="*/ 709803 h 723900"/>
                <a:gd name="connsiteX1095" fmla="*/ 343376 w 466725"/>
                <a:gd name="connsiteY1095" fmla="*/ 711518 h 723900"/>
                <a:gd name="connsiteX1096" fmla="*/ 344329 w 466725"/>
                <a:gd name="connsiteY1096" fmla="*/ 713708 h 723900"/>
                <a:gd name="connsiteX1097" fmla="*/ 346424 w 466725"/>
                <a:gd name="connsiteY1097" fmla="*/ 714375 h 723900"/>
                <a:gd name="connsiteX1098" fmla="*/ 348806 w 466725"/>
                <a:gd name="connsiteY1098" fmla="*/ 713804 h 723900"/>
                <a:gd name="connsiteX1099" fmla="*/ 350425 w 466725"/>
                <a:gd name="connsiteY1099" fmla="*/ 711994 h 723900"/>
                <a:gd name="connsiteX1100" fmla="*/ 350520 w 466725"/>
                <a:gd name="connsiteY1100" fmla="*/ 709994 h 723900"/>
                <a:gd name="connsiteX1101" fmla="*/ 348615 w 466725"/>
                <a:gd name="connsiteY1101" fmla="*/ 706088 h 723900"/>
                <a:gd name="connsiteX1102" fmla="*/ 348044 w 466725"/>
                <a:gd name="connsiteY1102" fmla="*/ 703898 h 723900"/>
                <a:gd name="connsiteX1103" fmla="*/ 348425 w 466725"/>
                <a:gd name="connsiteY1103" fmla="*/ 702088 h 723900"/>
                <a:gd name="connsiteX1104" fmla="*/ 350044 w 466725"/>
                <a:gd name="connsiteY1104" fmla="*/ 698087 h 723900"/>
                <a:gd name="connsiteX1105" fmla="*/ 350425 w 466725"/>
                <a:gd name="connsiteY1105" fmla="*/ 695897 h 723900"/>
                <a:gd name="connsiteX1106" fmla="*/ 351282 w 466725"/>
                <a:gd name="connsiteY1106" fmla="*/ 695897 h 723900"/>
                <a:gd name="connsiteX1107" fmla="*/ 351949 w 466725"/>
                <a:gd name="connsiteY1107" fmla="*/ 698087 h 723900"/>
                <a:gd name="connsiteX1108" fmla="*/ 353092 w 466725"/>
                <a:gd name="connsiteY1108" fmla="*/ 707612 h 723900"/>
                <a:gd name="connsiteX1109" fmla="*/ 353568 w 466725"/>
                <a:gd name="connsiteY1109" fmla="*/ 708851 h 723900"/>
                <a:gd name="connsiteX1110" fmla="*/ 354235 w 466725"/>
                <a:gd name="connsiteY1110" fmla="*/ 709898 h 723900"/>
                <a:gd name="connsiteX1111" fmla="*/ 354902 w 466725"/>
                <a:gd name="connsiteY1111" fmla="*/ 710279 h 723900"/>
                <a:gd name="connsiteX1112" fmla="*/ 359188 w 466725"/>
                <a:gd name="connsiteY1112" fmla="*/ 711041 h 723900"/>
                <a:gd name="connsiteX1113" fmla="*/ 364046 w 466725"/>
                <a:gd name="connsiteY1113" fmla="*/ 714566 h 723900"/>
                <a:gd name="connsiteX1114" fmla="*/ 366903 w 466725"/>
                <a:gd name="connsiteY1114" fmla="*/ 716090 h 723900"/>
                <a:gd name="connsiteX1115" fmla="*/ 369189 w 466725"/>
                <a:gd name="connsiteY1115" fmla="*/ 715709 h 723900"/>
                <a:gd name="connsiteX1116" fmla="*/ 369380 w 466725"/>
                <a:gd name="connsiteY1116" fmla="*/ 715042 h 723900"/>
                <a:gd name="connsiteX1117" fmla="*/ 370046 w 466725"/>
                <a:gd name="connsiteY1117" fmla="*/ 713423 h 723900"/>
                <a:gd name="connsiteX1118" fmla="*/ 370808 w 466725"/>
                <a:gd name="connsiteY1118" fmla="*/ 712375 h 723900"/>
                <a:gd name="connsiteX1119" fmla="*/ 371189 w 466725"/>
                <a:gd name="connsiteY1119" fmla="*/ 713137 h 723900"/>
                <a:gd name="connsiteX1120" fmla="*/ 371380 w 466725"/>
                <a:gd name="connsiteY1120" fmla="*/ 714089 h 723900"/>
                <a:gd name="connsiteX1121" fmla="*/ 372047 w 466725"/>
                <a:gd name="connsiteY1121" fmla="*/ 714851 h 723900"/>
                <a:gd name="connsiteX1122" fmla="*/ 372999 w 466725"/>
                <a:gd name="connsiteY1122" fmla="*/ 715328 h 723900"/>
                <a:gd name="connsiteX1123" fmla="*/ 374237 w 466725"/>
                <a:gd name="connsiteY1123" fmla="*/ 715423 h 723900"/>
                <a:gd name="connsiteX1124" fmla="*/ 376333 w 466725"/>
                <a:gd name="connsiteY1124" fmla="*/ 714375 h 723900"/>
                <a:gd name="connsiteX1125" fmla="*/ 377000 w 466725"/>
                <a:gd name="connsiteY1125" fmla="*/ 712375 h 723900"/>
                <a:gd name="connsiteX1126" fmla="*/ 376619 w 466725"/>
                <a:gd name="connsiteY1126" fmla="*/ 707326 h 723900"/>
                <a:gd name="connsiteX1127" fmla="*/ 376333 w 466725"/>
                <a:gd name="connsiteY1127" fmla="*/ 706850 h 723900"/>
                <a:gd name="connsiteX1128" fmla="*/ 374618 w 466725"/>
                <a:gd name="connsiteY1128" fmla="*/ 703040 h 723900"/>
                <a:gd name="connsiteX1129" fmla="*/ 372332 w 466725"/>
                <a:gd name="connsiteY1129" fmla="*/ 700659 h 723900"/>
                <a:gd name="connsiteX1130" fmla="*/ 371856 w 466725"/>
                <a:gd name="connsiteY1130" fmla="*/ 699992 h 723900"/>
                <a:gd name="connsiteX1131" fmla="*/ 370427 w 466725"/>
                <a:gd name="connsiteY1131" fmla="*/ 695420 h 723900"/>
                <a:gd name="connsiteX1132" fmla="*/ 368713 w 466725"/>
                <a:gd name="connsiteY1132" fmla="*/ 685133 h 723900"/>
                <a:gd name="connsiteX1133" fmla="*/ 366427 w 466725"/>
                <a:gd name="connsiteY1133" fmla="*/ 681323 h 723900"/>
                <a:gd name="connsiteX1134" fmla="*/ 363284 w 466725"/>
                <a:gd name="connsiteY1134" fmla="*/ 678751 h 723900"/>
                <a:gd name="connsiteX1135" fmla="*/ 361379 w 466725"/>
                <a:gd name="connsiteY1135" fmla="*/ 677609 h 723900"/>
                <a:gd name="connsiteX1136" fmla="*/ 359759 w 466725"/>
                <a:gd name="connsiteY1136" fmla="*/ 677132 h 723900"/>
                <a:gd name="connsiteX1137" fmla="*/ 358140 w 466725"/>
                <a:gd name="connsiteY1137" fmla="*/ 676084 h 723900"/>
                <a:gd name="connsiteX1138" fmla="*/ 356616 w 466725"/>
                <a:gd name="connsiteY1138" fmla="*/ 673608 h 723900"/>
                <a:gd name="connsiteX1139" fmla="*/ 355949 w 466725"/>
                <a:gd name="connsiteY1139" fmla="*/ 670751 h 723900"/>
                <a:gd name="connsiteX1140" fmla="*/ 356997 w 466725"/>
                <a:gd name="connsiteY1140" fmla="*/ 668655 h 723900"/>
                <a:gd name="connsiteX1141" fmla="*/ 358712 w 466725"/>
                <a:gd name="connsiteY1141" fmla="*/ 668655 h 723900"/>
                <a:gd name="connsiteX1142" fmla="*/ 359378 w 466725"/>
                <a:gd name="connsiteY1142" fmla="*/ 670846 h 723900"/>
                <a:gd name="connsiteX1143" fmla="*/ 359759 w 466725"/>
                <a:gd name="connsiteY1143" fmla="*/ 673418 h 723900"/>
                <a:gd name="connsiteX1144" fmla="*/ 360521 w 466725"/>
                <a:gd name="connsiteY1144" fmla="*/ 674656 h 723900"/>
                <a:gd name="connsiteX1145" fmla="*/ 362331 w 466725"/>
                <a:gd name="connsiteY1145" fmla="*/ 675227 h 723900"/>
                <a:gd name="connsiteX1146" fmla="*/ 366046 w 466725"/>
                <a:gd name="connsiteY1146" fmla="*/ 677894 h 723900"/>
                <a:gd name="connsiteX1147" fmla="*/ 367951 w 466725"/>
                <a:gd name="connsiteY1147" fmla="*/ 678942 h 723900"/>
                <a:gd name="connsiteX1148" fmla="*/ 367760 w 466725"/>
                <a:gd name="connsiteY1148" fmla="*/ 676942 h 723900"/>
                <a:gd name="connsiteX1149" fmla="*/ 368332 w 466725"/>
                <a:gd name="connsiteY1149" fmla="*/ 675799 h 723900"/>
                <a:gd name="connsiteX1150" fmla="*/ 369475 w 466725"/>
                <a:gd name="connsiteY1150" fmla="*/ 675608 h 723900"/>
                <a:gd name="connsiteX1151" fmla="*/ 371094 w 466725"/>
                <a:gd name="connsiteY1151" fmla="*/ 676370 h 723900"/>
                <a:gd name="connsiteX1152" fmla="*/ 373856 w 466725"/>
                <a:gd name="connsiteY1152" fmla="*/ 674751 h 723900"/>
                <a:gd name="connsiteX1153" fmla="*/ 374428 w 466725"/>
                <a:gd name="connsiteY1153" fmla="*/ 671227 h 723900"/>
                <a:gd name="connsiteX1154" fmla="*/ 373475 w 466725"/>
                <a:gd name="connsiteY1154" fmla="*/ 663226 h 723900"/>
                <a:gd name="connsiteX1155" fmla="*/ 373094 w 466725"/>
                <a:gd name="connsiteY1155" fmla="*/ 661702 h 723900"/>
                <a:gd name="connsiteX1156" fmla="*/ 371475 w 466725"/>
                <a:gd name="connsiteY1156" fmla="*/ 658463 h 723900"/>
                <a:gd name="connsiteX1157" fmla="*/ 371094 w 466725"/>
                <a:gd name="connsiteY1157" fmla="*/ 656463 h 723900"/>
                <a:gd name="connsiteX1158" fmla="*/ 371475 w 466725"/>
                <a:gd name="connsiteY1158" fmla="*/ 654558 h 723900"/>
                <a:gd name="connsiteX1159" fmla="*/ 372142 w 466725"/>
                <a:gd name="connsiteY1159" fmla="*/ 653129 h 723900"/>
                <a:gd name="connsiteX1160" fmla="*/ 372523 w 466725"/>
                <a:gd name="connsiteY1160" fmla="*/ 651796 h 723900"/>
                <a:gd name="connsiteX1161" fmla="*/ 371951 w 466725"/>
                <a:gd name="connsiteY1161" fmla="*/ 649986 h 723900"/>
                <a:gd name="connsiteX1162" fmla="*/ 373856 w 466725"/>
                <a:gd name="connsiteY1162" fmla="*/ 650843 h 723900"/>
                <a:gd name="connsiteX1163" fmla="*/ 373856 w 466725"/>
                <a:gd name="connsiteY1163" fmla="*/ 650938 h 723900"/>
                <a:gd name="connsiteX1164" fmla="*/ 373856 w 466725"/>
                <a:gd name="connsiteY1164" fmla="*/ 650938 h 723900"/>
                <a:gd name="connsiteX1165" fmla="*/ 373856 w 466725"/>
                <a:gd name="connsiteY1165" fmla="*/ 650843 h 723900"/>
                <a:gd name="connsiteX1166" fmla="*/ 375857 w 466725"/>
                <a:gd name="connsiteY1166" fmla="*/ 648272 h 723900"/>
                <a:gd name="connsiteX1167" fmla="*/ 375666 w 466725"/>
                <a:gd name="connsiteY1167" fmla="*/ 645224 h 723900"/>
                <a:gd name="connsiteX1168" fmla="*/ 374999 w 466725"/>
                <a:gd name="connsiteY1168" fmla="*/ 642747 h 723900"/>
                <a:gd name="connsiteX1169" fmla="*/ 374047 w 466725"/>
                <a:gd name="connsiteY1169" fmla="*/ 640651 h 723900"/>
                <a:gd name="connsiteX1170" fmla="*/ 368999 w 466725"/>
                <a:gd name="connsiteY1170" fmla="*/ 633984 h 723900"/>
                <a:gd name="connsiteX1171" fmla="*/ 367856 w 466725"/>
                <a:gd name="connsiteY1171" fmla="*/ 631412 h 723900"/>
                <a:gd name="connsiteX1172" fmla="*/ 369475 w 466725"/>
                <a:gd name="connsiteY1172" fmla="*/ 630269 h 723900"/>
                <a:gd name="connsiteX1173" fmla="*/ 367570 w 466725"/>
                <a:gd name="connsiteY1173" fmla="*/ 626936 h 723900"/>
                <a:gd name="connsiteX1174" fmla="*/ 366903 w 466725"/>
                <a:gd name="connsiteY1174" fmla="*/ 625412 h 723900"/>
                <a:gd name="connsiteX1175" fmla="*/ 365570 w 466725"/>
                <a:gd name="connsiteY1175" fmla="*/ 618744 h 723900"/>
                <a:gd name="connsiteX1176" fmla="*/ 365570 w 466725"/>
                <a:gd name="connsiteY1176" fmla="*/ 617506 h 723900"/>
                <a:gd name="connsiteX1177" fmla="*/ 365855 w 466725"/>
                <a:gd name="connsiteY1177" fmla="*/ 616268 h 723900"/>
                <a:gd name="connsiteX1178" fmla="*/ 366808 w 466725"/>
                <a:gd name="connsiteY1178" fmla="*/ 614648 h 723900"/>
                <a:gd name="connsiteX1179" fmla="*/ 366998 w 466725"/>
                <a:gd name="connsiteY1179" fmla="*/ 613696 h 723900"/>
                <a:gd name="connsiteX1180" fmla="*/ 366522 w 466725"/>
                <a:gd name="connsiteY1180" fmla="*/ 610838 h 723900"/>
                <a:gd name="connsiteX1181" fmla="*/ 364427 w 466725"/>
                <a:gd name="connsiteY1181" fmla="*/ 605885 h 723900"/>
                <a:gd name="connsiteX1182" fmla="*/ 363379 w 466725"/>
                <a:gd name="connsiteY1182" fmla="*/ 601218 h 723900"/>
                <a:gd name="connsiteX1183" fmla="*/ 362045 w 466725"/>
                <a:gd name="connsiteY1183" fmla="*/ 600075 h 723900"/>
                <a:gd name="connsiteX1184" fmla="*/ 358426 w 466725"/>
                <a:gd name="connsiteY1184" fmla="*/ 598646 h 723900"/>
                <a:gd name="connsiteX1185" fmla="*/ 360998 w 466725"/>
                <a:gd name="connsiteY1185" fmla="*/ 596932 h 723900"/>
                <a:gd name="connsiteX1186" fmla="*/ 361664 w 466725"/>
                <a:gd name="connsiteY1186" fmla="*/ 594074 h 723900"/>
                <a:gd name="connsiteX1187" fmla="*/ 361188 w 466725"/>
                <a:gd name="connsiteY1187" fmla="*/ 590741 h 723900"/>
                <a:gd name="connsiteX1188" fmla="*/ 360045 w 466725"/>
                <a:gd name="connsiteY1188" fmla="*/ 587502 h 723900"/>
                <a:gd name="connsiteX1189" fmla="*/ 358616 w 466725"/>
                <a:gd name="connsiteY1189" fmla="*/ 584835 h 723900"/>
                <a:gd name="connsiteX1190" fmla="*/ 358140 w 466725"/>
                <a:gd name="connsiteY1190" fmla="*/ 582073 h 723900"/>
                <a:gd name="connsiteX1191" fmla="*/ 357759 w 466725"/>
                <a:gd name="connsiteY1191" fmla="*/ 580454 h 723900"/>
                <a:gd name="connsiteX1192" fmla="*/ 356425 w 466725"/>
                <a:gd name="connsiteY1192" fmla="*/ 576834 h 723900"/>
                <a:gd name="connsiteX1193" fmla="*/ 356140 w 466725"/>
                <a:gd name="connsiteY1193" fmla="*/ 574548 h 723900"/>
                <a:gd name="connsiteX1194" fmla="*/ 356902 w 466725"/>
                <a:gd name="connsiteY1194" fmla="*/ 572834 h 723900"/>
                <a:gd name="connsiteX1195" fmla="*/ 358235 w 466725"/>
                <a:gd name="connsiteY1195" fmla="*/ 571214 h 723900"/>
                <a:gd name="connsiteX1196" fmla="*/ 359474 w 466725"/>
                <a:gd name="connsiteY1196" fmla="*/ 569309 h 723900"/>
                <a:gd name="connsiteX1197" fmla="*/ 359950 w 466725"/>
                <a:gd name="connsiteY1197" fmla="*/ 567595 h 723900"/>
                <a:gd name="connsiteX1198" fmla="*/ 360426 w 466725"/>
                <a:gd name="connsiteY1198" fmla="*/ 565118 h 723900"/>
                <a:gd name="connsiteX1199" fmla="*/ 360617 w 466725"/>
                <a:gd name="connsiteY1199" fmla="*/ 562642 h 723900"/>
                <a:gd name="connsiteX1200" fmla="*/ 360331 w 466725"/>
                <a:gd name="connsiteY1200" fmla="*/ 560927 h 723900"/>
                <a:gd name="connsiteX1201" fmla="*/ 358997 w 466725"/>
                <a:gd name="connsiteY1201" fmla="*/ 559689 h 723900"/>
                <a:gd name="connsiteX1202" fmla="*/ 355759 w 466725"/>
                <a:gd name="connsiteY1202" fmla="*/ 558641 h 723900"/>
                <a:gd name="connsiteX1203" fmla="*/ 354425 w 466725"/>
                <a:gd name="connsiteY1203" fmla="*/ 557022 h 723900"/>
                <a:gd name="connsiteX1204" fmla="*/ 351949 w 466725"/>
                <a:gd name="connsiteY1204" fmla="*/ 551117 h 723900"/>
                <a:gd name="connsiteX1205" fmla="*/ 350711 w 466725"/>
                <a:gd name="connsiteY1205" fmla="*/ 549116 h 723900"/>
                <a:gd name="connsiteX1206" fmla="*/ 348520 w 466725"/>
                <a:gd name="connsiteY1206" fmla="*/ 546354 h 723900"/>
                <a:gd name="connsiteX1207" fmla="*/ 348044 w 466725"/>
                <a:gd name="connsiteY1207" fmla="*/ 544925 h 723900"/>
                <a:gd name="connsiteX1208" fmla="*/ 348139 w 466725"/>
                <a:gd name="connsiteY1208" fmla="*/ 542449 h 723900"/>
                <a:gd name="connsiteX1209" fmla="*/ 349187 w 466725"/>
                <a:gd name="connsiteY1209" fmla="*/ 538925 h 723900"/>
                <a:gd name="connsiteX1210" fmla="*/ 349472 w 466725"/>
                <a:gd name="connsiteY1210" fmla="*/ 532448 h 723900"/>
                <a:gd name="connsiteX1211" fmla="*/ 350996 w 466725"/>
                <a:gd name="connsiteY1211" fmla="*/ 529304 h 723900"/>
                <a:gd name="connsiteX1212" fmla="*/ 357283 w 466725"/>
                <a:gd name="connsiteY1212" fmla="*/ 522542 h 723900"/>
                <a:gd name="connsiteX1213" fmla="*/ 360331 w 466725"/>
                <a:gd name="connsiteY1213" fmla="*/ 519970 h 723900"/>
                <a:gd name="connsiteX1214" fmla="*/ 361379 w 466725"/>
                <a:gd name="connsiteY1214" fmla="*/ 518827 h 723900"/>
                <a:gd name="connsiteX1215" fmla="*/ 361950 w 466725"/>
                <a:gd name="connsiteY1215" fmla="*/ 517493 h 723900"/>
                <a:gd name="connsiteX1216" fmla="*/ 361950 w 466725"/>
                <a:gd name="connsiteY1216" fmla="*/ 516446 h 723900"/>
                <a:gd name="connsiteX1217" fmla="*/ 361283 w 466725"/>
                <a:gd name="connsiteY1217" fmla="*/ 515874 h 723900"/>
                <a:gd name="connsiteX1218" fmla="*/ 358140 w 466725"/>
                <a:gd name="connsiteY1218" fmla="*/ 515969 h 723900"/>
                <a:gd name="connsiteX1219" fmla="*/ 357092 w 466725"/>
                <a:gd name="connsiteY1219" fmla="*/ 515684 h 723900"/>
                <a:gd name="connsiteX1220" fmla="*/ 356140 w 466725"/>
                <a:gd name="connsiteY1220" fmla="*/ 515207 h 723900"/>
                <a:gd name="connsiteX1221" fmla="*/ 348044 w 466725"/>
                <a:gd name="connsiteY1221" fmla="*/ 512445 h 723900"/>
                <a:gd name="connsiteX1222" fmla="*/ 346043 w 466725"/>
                <a:gd name="connsiteY1222" fmla="*/ 512064 h 723900"/>
                <a:gd name="connsiteX1223" fmla="*/ 344519 w 466725"/>
                <a:gd name="connsiteY1223" fmla="*/ 512350 h 723900"/>
                <a:gd name="connsiteX1224" fmla="*/ 343567 w 466725"/>
                <a:gd name="connsiteY1224" fmla="*/ 513017 h 723900"/>
                <a:gd name="connsiteX1225" fmla="*/ 342805 w 466725"/>
                <a:gd name="connsiteY1225" fmla="*/ 513779 h 723900"/>
                <a:gd name="connsiteX1226" fmla="*/ 341852 w 466725"/>
                <a:gd name="connsiteY1226" fmla="*/ 514255 h 723900"/>
                <a:gd name="connsiteX1227" fmla="*/ 340614 w 466725"/>
                <a:gd name="connsiteY1227" fmla="*/ 514255 h 723900"/>
                <a:gd name="connsiteX1228" fmla="*/ 332994 w 466725"/>
                <a:gd name="connsiteY1228" fmla="*/ 511778 h 723900"/>
                <a:gd name="connsiteX1229" fmla="*/ 331470 w 466725"/>
                <a:gd name="connsiteY1229" fmla="*/ 510350 h 723900"/>
                <a:gd name="connsiteX1230" fmla="*/ 330327 w 466725"/>
                <a:gd name="connsiteY1230" fmla="*/ 507968 h 723900"/>
                <a:gd name="connsiteX1231" fmla="*/ 330232 w 466725"/>
                <a:gd name="connsiteY1231" fmla="*/ 505206 h 723900"/>
                <a:gd name="connsiteX1232" fmla="*/ 331280 w 466725"/>
                <a:gd name="connsiteY1232" fmla="*/ 502825 h 723900"/>
                <a:gd name="connsiteX1233" fmla="*/ 334042 w 466725"/>
                <a:gd name="connsiteY1233" fmla="*/ 498348 h 723900"/>
                <a:gd name="connsiteX1234" fmla="*/ 339662 w 466725"/>
                <a:gd name="connsiteY1234" fmla="*/ 483394 h 723900"/>
                <a:gd name="connsiteX1235" fmla="*/ 339947 w 466725"/>
                <a:gd name="connsiteY1235" fmla="*/ 480727 h 723900"/>
                <a:gd name="connsiteX1236" fmla="*/ 338519 w 466725"/>
                <a:gd name="connsiteY1236" fmla="*/ 479393 h 723900"/>
                <a:gd name="connsiteX1237" fmla="*/ 336995 w 466725"/>
                <a:gd name="connsiteY1237" fmla="*/ 480632 h 723900"/>
                <a:gd name="connsiteX1238" fmla="*/ 335661 w 466725"/>
                <a:gd name="connsiteY1238" fmla="*/ 482727 h 723900"/>
                <a:gd name="connsiteX1239" fmla="*/ 334232 w 466725"/>
                <a:gd name="connsiteY1239" fmla="*/ 483299 h 723900"/>
                <a:gd name="connsiteX1240" fmla="*/ 332518 w 466725"/>
                <a:gd name="connsiteY1240" fmla="*/ 479870 h 723900"/>
                <a:gd name="connsiteX1241" fmla="*/ 331280 w 466725"/>
                <a:gd name="connsiteY1241" fmla="*/ 479298 h 723900"/>
                <a:gd name="connsiteX1242" fmla="*/ 327946 w 466725"/>
                <a:gd name="connsiteY1242" fmla="*/ 477012 h 723900"/>
                <a:gd name="connsiteX1243" fmla="*/ 326041 w 466725"/>
                <a:gd name="connsiteY1243" fmla="*/ 474917 h 723900"/>
                <a:gd name="connsiteX1244" fmla="*/ 323374 w 466725"/>
                <a:gd name="connsiteY1244" fmla="*/ 470059 h 723900"/>
                <a:gd name="connsiteX1245" fmla="*/ 321659 w 466725"/>
                <a:gd name="connsiteY1245" fmla="*/ 468154 h 723900"/>
                <a:gd name="connsiteX1246" fmla="*/ 320707 w 466725"/>
                <a:gd name="connsiteY1246" fmla="*/ 467963 h 723900"/>
                <a:gd name="connsiteX1247" fmla="*/ 318421 w 466725"/>
                <a:gd name="connsiteY1247" fmla="*/ 468249 h 723900"/>
                <a:gd name="connsiteX1248" fmla="*/ 317278 w 466725"/>
                <a:gd name="connsiteY1248" fmla="*/ 467773 h 723900"/>
                <a:gd name="connsiteX1249" fmla="*/ 316135 w 466725"/>
                <a:gd name="connsiteY1249" fmla="*/ 466534 h 723900"/>
                <a:gd name="connsiteX1250" fmla="*/ 316040 w 466725"/>
                <a:gd name="connsiteY1250" fmla="*/ 465677 h 723900"/>
                <a:gd name="connsiteX1251" fmla="*/ 316421 w 466725"/>
                <a:gd name="connsiteY1251" fmla="*/ 464725 h 723900"/>
                <a:gd name="connsiteX1252" fmla="*/ 316611 w 466725"/>
                <a:gd name="connsiteY1252" fmla="*/ 463105 h 723900"/>
                <a:gd name="connsiteX1253" fmla="*/ 316040 w 466725"/>
                <a:gd name="connsiteY1253" fmla="*/ 462629 h 723900"/>
                <a:gd name="connsiteX1254" fmla="*/ 314897 w 466725"/>
                <a:gd name="connsiteY1254" fmla="*/ 462344 h 723900"/>
                <a:gd name="connsiteX1255" fmla="*/ 313849 w 466725"/>
                <a:gd name="connsiteY1255" fmla="*/ 461772 h 723900"/>
                <a:gd name="connsiteX1256" fmla="*/ 313658 w 466725"/>
                <a:gd name="connsiteY1256" fmla="*/ 460343 h 723900"/>
                <a:gd name="connsiteX1257" fmla="*/ 316135 w 466725"/>
                <a:gd name="connsiteY1257" fmla="*/ 448913 h 723900"/>
                <a:gd name="connsiteX1258" fmla="*/ 315944 w 466725"/>
                <a:gd name="connsiteY1258" fmla="*/ 447770 h 723900"/>
                <a:gd name="connsiteX1259" fmla="*/ 315087 w 466725"/>
                <a:gd name="connsiteY1259" fmla="*/ 445865 h 723900"/>
                <a:gd name="connsiteX1260" fmla="*/ 315087 w 466725"/>
                <a:gd name="connsiteY1260" fmla="*/ 444627 h 723900"/>
                <a:gd name="connsiteX1261" fmla="*/ 315659 w 466725"/>
                <a:gd name="connsiteY1261" fmla="*/ 443294 h 723900"/>
                <a:gd name="connsiteX1262" fmla="*/ 317373 w 466725"/>
                <a:gd name="connsiteY1262" fmla="*/ 440626 h 723900"/>
                <a:gd name="connsiteX1263" fmla="*/ 317945 w 466725"/>
                <a:gd name="connsiteY1263" fmla="*/ 439198 h 723900"/>
                <a:gd name="connsiteX1264" fmla="*/ 317945 w 466725"/>
                <a:gd name="connsiteY1264" fmla="*/ 438055 h 723900"/>
                <a:gd name="connsiteX1265" fmla="*/ 317659 w 466725"/>
                <a:gd name="connsiteY1265" fmla="*/ 436912 h 723900"/>
                <a:gd name="connsiteX1266" fmla="*/ 317564 w 466725"/>
                <a:gd name="connsiteY1266" fmla="*/ 435769 h 723900"/>
                <a:gd name="connsiteX1267" fmla="*/ 317945 w 466725"/>
                <a:gd name="connsiteY1267" fmla="*/ 434530 h 723900"/>
                <a:gd name="connsiteX1268" fmla="*/ 319754 w 466725"/>
                <a:gd name="connsiteY1268" fmla="*/ 433007 h 723900"/>
                <a:gd name="connsiteX1269" fmla="*/ 322040 w 466725"/>
                <a:gd name="connsiteY1269" fmla="*/ 432911 h 723900"/>
                <a:gd name="connsiteX1270" fmla="*/ 324422 w 466725"/>
                <a:gd name="connsiteY1270" fmla="*/ 433102 h 723900"/>
                <a:gd name="connsiteX1271" fmla="*/ 326612 w 466725"/>
                <a:gd name="connsiteY1271" fmla="*/ 432625 h 723900"/>
                <a:gd name="connsiteX1272" fmla="*/ 328136 w 466725"/>
                <a:gd name="connsiteY1272" fmla="*/ 431387 h 723900"/>
                <a:gd name="connsiteX1273" fmla="*/ 332518 w 466725"/>
                <a:gd name="connsiteY1273" fmla="*/ 427101 h 723900"/>
                <a:gd name="connsiteX1274" fmla="*/ 333661 w 466725"/>
                <a:gd name="connsiteY1274" fmla="*/ 425672 h 723900"/>
                <a:gd name="connsiteX1275" fmla="*/ 334042 w 466725"/>
                <a:gd name="connsiteY1275" fmla="*/ 423386 h 723900"/>
                <a:gd name="connsiteX1276" fmla="*/ 333756 w 466725"/>
                <a:gd name="connsiteY1276" fmla="*/ 420719 h 723900"/>
                <a:gd name="connsiteX1277" fmla="*/ 333089 w 466725"/>
                <a:gd name="connsiteY1277" fmla="*/ 418338 h 723900"/>
                <a:gd name="connsiteX1278" fmla="*/ 332327 w 466725"/>
                <a:gd name="connsiteY1278" fmla="*/ 416814 h 723900"/>
                <a:gd name="connsiteX1279" fmla="*/ 333756 w 466725"/>
                <a:gd name="connsiteY1279" fmla="*/ 414338 h 723900"/>
                <a:gd name="connsiteX1280" fmla="*/ 335090 w 466725"/>
                <a:gd name="connsiteY1280" fmla="*/ 412528 h 723900"/>
                <a:gd name="connsiteX1281" fmla="*/ 334994 w 466725"/>
                <a:gd name="connsiteY1281" fmla="*/ 411290 h 723900"/>
                <a:gd name="connsiteX1282" fmla="*/ 332232 w 466725"/>
                <a:gd name="connsiteY1282" fmla="*/ 410623 h 723900"/>
                <a:gd name="connsiteX1283" fmla="*/ 331851 w 466725"/>
                <a:gd name="connsiteY1283" fmla="*/ 409004 h 723900"/>
                <a:gd name="connsiteX1284" fmla="*/ 329660 w 466725"/>
                <a:gd name="connsiteY1284" fmla="*/ 407099 h 723900"/>
                <a:gd name="connsiteX1285" fmla="*/ 329089 w 466725"/>
                <a:gd name="connsiteY1285" fmla="*/ 405670 h 723900"/>
                <a:gd name="connsiteX1286" fmla="*/ 329279 w 466725"/>
                <a:gd name="connsiteY1286" fmla="*/ 404527 h 723900"/>
                <a:gd name="connsiteX1287" fmla="*/ 330041 w 466725"/>
                <a:gd name="connsiteY1287" fmla="*/ 401860 h 723900"/>
                <a:gd name="connsiteX1288" fmla="*/ 330137 w 466725"/>
                <a:gd name="connsiteY1288" fmla="*/ 400431 h 723900"/>
                <a:gd name="connsiteX1289" fmla="*/ 329565 w 466725"/>
                <a:gd name="connsiteY1289" fmla="*/ 397859 h 723900"/>
                <a:gd name="connsiteX1290" fmla="*/ 329565 w 466725"/>
                <a:gd name="connsiteY1290" fmla="*/ 396621 h 723900"/>
                <a:gd name="connsiteX1291" fmla="*/ 330232 w 466725"/>
                <a:gd name="connsiteY1291" fmla="*/ 395097 h 723900"/>
                <a:gd name="connsiteX1292" fmla="*/ 331375 w 466725"/>
                <a:gd name="connsiteY1292" fmla="*/ 393954 h 723900"/>
                <a:gd name="connsiteX1293" fmla="*/ 333947 w 466725"/>
                <a:gd name="connsiteY1293" fmla="*/ 393001 h 723900"/>
                <a:gd name="connsiteX1294" fmla="*/ 335756 w 466725"/>
                <a:gd name="connsiteY1294" fmla="*/ 392144 h 723900"/>
                <a:gd name="connsiteX1295" fmla="*/ 335756 w 466725"/>
                <a:gd name="connsiteY1295" fmla="*/ 392144 h 723900"/>
                <a:gd name="connsiteX1296" fmla="*/ 336137 w 466725"/>
                <a:gd name="connsiteY1296" fmla="*/ 391096 h 723900"/>
                <a:gd name="connsiteX1297" fmla="*/ 337471 w 466725"/>
                <a:gd name="connsiteY1297" fmla="*/ 389096 h 723900"/>
                <a:gd name="connsiteX1298" fmla="*/ 337852 w 466725"/>
                <a:gd name="connsiteY1298" fmla="*/ 387953 h 723900"/>
                <a:gd name="connsiteX1299" fmla="*/ 337566 w 466725"/>
                <a:gd name="connsiteY1299" fmla="*/ 387477 h 723900"/>
                <a:gd name="connsiteX1300" fmla="*/ 337280 w 466725"/>
                <a:gd name="connsiteY1300" fmla="*/ 385382 h 723900"/>
                <a:gd name="connsiteX1301" fmla="*/ 337090 w 466725"/>
                <a:gd name="connsiteY1301" fmla="*/ 384810 h 723900"/>
                <a:gd name="connsiteX1302" fmla="*/ 336423 w 466725"/>
                <a:gd name="connsiteY1302" fmla="*/ 379762 h 723900"/>
                <a:gd name="connsiteX1303" fmla="*/ 333756 w 466725"/>
                <a:gd name="connsiteY1303" fmla="*/ 376142 h 723900"/>
                <a:gd name="connsiteX1304" fmla="*/ 329946 w 466725"/>
                <a:gd name="connsiteY1304" fmla="*/ 373761 h 723900"/>
                <a:gd name="connsiteX1305" fmla="*/ 327470 w 466725"/>
                <a:gd name="connsiteY1305" fmla="*/ 373190 h 723900"/>
                <a:gd name="connsiteX1306" fmla="*/ 326231 w 466725"/>
                <a:gd name="connsiteY1306" fmla="*/ 376047 h 723900"/>
                <a:gd name="connsiteX1307" fmla="*/ 324517 w 466725"/>
                <a:gd name="connsiteY1307" fmla="*/ 378714 h 723900"/>
                <a:gd name="connsiteX1308" fmla="*/ 321945 w 466725"/>
                <a:gd name="connsiteY1308" fmla="*/ 378905 h 723900"/>
                <a:gd name="connsiteX1309" fmla="*/ 316230 w 466725"/>
                <a:gd name="connsiteY1309" fmla="*/ 377000 h 723900"/>
                <a:gd name="connsiteX1310" fmla="*/ 308800 w 466725"/>
                <a:gd name="connsiteY1310" fmla="*/ 376619 h 723900"/>
                <a:gd name="connsiteX1311" fmla="*/ 306134 w 466725"/>
                <a:gd name="connsiteY1311" fmla="*/ 376047 h 723900"/>
                <a:gd name="connsiteX1312" fmla="*/ 297561 w 466725"/>
                <a:gd name="connsiteY1312" fmla="*/ 369189 h 723900"/>
                <a:gd name="connsiteX1313" fmla="*/ 267272 w 466725"/>
                <a:gd name="connsiteY1313" fmla="*/ 353282 h 723900"/>
                <a:gd name="connsiteX1314" fmla="*/ 263938 w 466725"/>
                <a:gd name="connsiteY1314" fmla="*/ 352520 h 723900"/>
                <a:gd name="connsiteX1315" fmla="*/ 263747 w 466725"/>
                <a:gd name="connsiteY1315" fmla="*/ 351663 h 723900"/>
                <a:gd name="connsiteX1316" fmla="*/ 262700 w 466725"/>
                <a:gd name="connsiteY1316" fmla="*/ 349853 h 723900"/>
                <a:gd name="connsiteX1317" fmla="*/ 261652 w 466725"/>
                <a:gd name="connsiteY1317" fmla="*/ 348520 h 723900"/>
                <a:gd name="connsiteX1318" fmla="*/ 261175 w 466725"/>
                <a:gd name="connsiteY1318" fmla="*/ 348044 h 723900"/>
                <a:gd name="connsiteX1319" fmla="*/ 261080 w 466725"/>
                <a:gd name="connsiteY1319" fmla="*/ 347377 h 723900"/>
                <a:gd name="connsiteX1320" fmla="*/ 261080 w 466725"/>
                <a:gd name="connsiteY1320" fmla="*/ 340805 h 723900"/>
                <a:gd name="connsiteX1321" fmla="*/ 260699 w 466725"/>
                <a:gd name="connsiteY1321" fmla="*/ 340042 h 723900"/>
                <a:gd name="connsiteX1322" fmla="*/ 258985 w 466725"/>
                <a:gd name="connsiteY1322" fmla="*/ 338328 h 723900"/>
                <a:gd name="connsiteX1323" fmla="*/ 257842 w 466725"/>
                <a:gd name="connsiteY1323" fmla="*/ 335756 h 723900"/>
                <a:gd name="connsiteX1324" fmla="*/ 255937 w 466725"/>
                <a:gd name="connsiteY1324" fmla="*/ 334994 h 723900"/>
                <a:gd name="connsiteX1325" fmla="*/ 253746 w 466725"/>
                <a:gd name="connsiteY1325" fmla="*/ 334328 h 723900"/>
                <a:gd name="connsiteX1326" fmla="*/ 254413 w 466725"/>
                <a:gd name="connsiteY1326" fmla="*/ 330517 h 723900"/>
                <a:gd name="connsiteX1327" fmla="*/ 255365 w 466725"/>
                <a:gd name="connsiteY1327" fmla="*/ 328232 h 723900"/>
                <a:gd name="connsiteX1328" fmla="*/ 256889 w 466725"/>
                <a:gd name="connsiteY1328" fmla="*/ 326041 h 723900"/>
                <a:gd name="connsiteX1329" fmla="*/ 257461 w 466725"/>
                <a:gd name="connsiteY1329" fmla="*/ 320516 h 723900"/>
                <a:gd name="connsiteX1330" fmla="*/ 258699 w 466725"/>
                <a:gd name="connsiteY1330" fmla="*/ 319945 h 723900"/>
                <a:gd name="connsiteX1331" fmla="*/ 260128 w 466725"/>
                <a:gd name="connsiteY1331" fmla="*/ 319659 h 723900"/>
                <a:gd name="connsiteX1332" fmla="*/ 260985 w 466725"/>
                <a:gd name="connsiteY1332" fmla="*/ 318516 h 723900"/>
                <a:gd name="connsiteX1333" fmla="*/ 261175 w 466725"/>
                <a:gd name="connsiteY1333" fmla="*/ 316801 h 723900"/>
                <a:gd name="connsiteX1334" fmla="*/ 261557 w 466725"/>
                <a:gd name="connsiteY1334" fmla="*/ 315278 h 723900"/>
                <a:gd name="connsiteX1335" fmla="*/ 262319 w 466725"/>
                <a:gd name="connsiteY1335" fmla="*/ 314420 h 723900"/>
                <a:gd name="connsiteX1336" fmla="*/ 263843 w 466725"/>
                <a:gd name="connsiteY1336" fmla="*/ 314706 h 723900"/>
                <a:gd name="connsiteX1337" fmla="*/ 264986 w 466725"/>
                <a:gd name="connsiteY1337" fmla="*/ 312420 h 723900"/>
                <a:gd name="connsiteX1338" fmla="*/ 266605 w 466725"/>
                <a:gd name="connsiteY1338" fmla="*/ 310801 h 723900"/>
                <a:gd name="connsiteX1339" fmla="*/ 267748 w 466725"/>
                <a:gd name="connsiteY1339" fmla="*/ 309182 h 723900"/>
                <a:gd name="connsiteX1340" fmla="*/ 267367 w 466725"/>
                <a:gd name="connsiteY1340" fmla="*/ 306800 h 723900"/>
                <a:gd name="connsiteX1341" fmla="*/ 265843 w 466725"/>
                <a:gd name="connsiteY1341" fmla="*/ 302419 h 723900"/>
                <a:gd name="connsiteX1342" fmla="*/ 265271 w 466725"/>
                <a:gd name="connsiteY1342" fmla="*/ 301276 h 723900"/>
                <a:gd name="connsiteX1343" fmla="*/ 264605 w 466725"/>
                <a:gd name="connsiteY1343" fmla="*/ 300609 h 723900"/>
                <a:gd name="connsiteX1344" fmla="*/ 264605 w 466725"/>
                <a:gd name="connsiteY1344" fmla="*/ 300038 h 723900"/>
                <a:gd name="connsiteX1345" fmla="*/ 270320 w 466725"/>
                <a:gd name="connsiteY1345" fmla="*/ 296894 h 723900"/>
                <a:gd name="connsiteX1346" fmla="*/ 272415 w 466725"/>
                <a:gd name="connsiteY1346" fmla="*/ 296132 h 723900"/>
                <a:gd name="connsiteX1347" fmla="*/ 274701 w 466725"/>
                <a:gd name="connsiteY1347" fmla="*/ 296323 h 723900"/>
                <a:gd name="connsiteX1348" fmla="*/ 276606 w 466725"/>
                <a:gd name="connsiteY1348" fmla="*/ 297656 h 723900"/>
                <a:gd name="connsiteX1349" fmla="*/ 278225 w 466725"/>
                <a:gd name="connsiteY1349" fmla="*/ 299847 h 723900"/>
                <a:gd name="connsiteX1350" fmla="*/ 279273 w 466725"/>
                <a:gd name="connsiteY1350" fmla="*/ 302324 h 723900"/>
                <a:gd name="connsiteX1351" fmla="*/ 279368 w 466725"/>
                <a:gd name="connsiteY1351" fmla="*/ 304609 h 723900"/>
                <a:gd name="connsiteX1352" fmla="*/ 280797 w 466725"/>
                <a:gd name="connsiteY1352" fmla="*/ 304705 h 723900"/>
                <a:gd name="connsiteX1353" fmla="*/ 285655 w 466725"/>
                <a:gd name="connsiteY1353" fmla="*/ 306038 h 723900"/>
                <a:gd name="connsiteX1354" fmla="*/ 287560 w 466725"/>
                <a:gd name="connsiteY1354" fmla="*/ 306229 h 723900"/>
                <a:gd name="connsiteX1355" fmla="*/ 288608 w 466725"/>
                <a:gd name="connsiteY1355" fmla="*/ 305371 h 723900"/>
                <a:gd name="connsiteX1356" fmla="*/ 290703 w 466725"/>
                <a:gd name="connsiteY1356" fmla="*/ 301657 h 723900"/>
                <a:gd name="connsiteX1357" fmla="*/ 294704 w 466725"/>
                <a:gd name="connsiteY1357" fmla="*/ 296418 h 723900"/>
                <a:gd name="connsiteX1358" fmla="*/ 296132 w 466725"/>
                <a:gd name="connsiteY1358" fmla="*/ 293465 h 723900"/>
                <a:gd name="connsiteX1359" fmla="*/ 296513 w 466725"/>
                <a:gd name="connsiteY1359" fmla="*/ 290132 h 723900"/>
                <a:gd name="connsiteX1360" fmla="*/ 299180 w 466725"/>
                <a:gd name="connsiteY1360" fmla="*/ 286798 h 723900"/>
                <a:gd name="connsiteX1361" fmla="*/ 300514 w 466725"/>
                <a:gd name="connsiteY1361" fmla="*/ 283083 h 723900"/>
                <a:gd name="connsiteX1362" fmla="*/ 301466 w 466725"/>
                <a:gd name="connsiteY1362" fmla="*/ 274701 h 723900"/>
                <a:gd name="connsiteX1363" fmla="*/ 301181 w 466725"/>
                <a:gd name="connsiteY1363" fmla="*/ 267557 h 723900"/>
                <a:gd name="connsiteX1364" fmla="*/ 302324 w 466725"/>
                <a:gd name="connsiteY1364" fmla="*/ 265462 h 723900"/>
                <a:gd name="connsiteX1365" fmla="*/ 306229 w 466725"/>
                <a:gd name="connsiteY1365" fmla="*/ 264795 h 723900"/>
                <a:gd name="connsiteX1366" fmla="*/ 308134 w 466725"/>
                <a:gd name="connsiteY1366" fmla="*/ 265271 h 723900"/>
                <a:gd name="connsiteX1367" fmla="*/ 311753 w 466725"/>
                <a:gd name="connsiteY1367" fmla="*/ 266700 h 723900"/>
                <a:gd name="connsiteX1368" fmla="*/ 314897 w 466725"/>
                <a:gd name="connsiteY1368" fmla="*/ 267557 h 723900"/>
                <a:gd name="connsiteX1369" fmla="*/ 315468 w 466725"/>
                <a:gd name="connsiteY1369" fmla="*/ 267843 h 723900"/>
                <a:gd name="connsiteX1370" fmla="*/ 316040 w 466725"/>
                <a:gd name="connsiteY1370" fmla="*/ 267843 h 723900"/>
                <a:gd name="connsiteX1371" fmla="*/ 317373 w 466725"/>
                <a:gd name="connsiteY1371" fmla="*/ 267557 h 723900"/>
                <a:gd name="connsiteX1372" fmla="*/ 318230 w 466725"/>
                <a:gd name="connsiteY1372" fmla="*/ 266986 h 723900"/>
                <a:gd name="connsiteX1373" fmla="*/ 319659 w 466725"/>
                <a:gd name="connsiteY1373" fmla="*/ 265367 h 723900"/>
                <a:gd name="connsiteX1374" fmla="*/ 320707 w 466725"/>
                <a:gd name="connsiteY1374" fmla="*/ 264986 h 723900"/>
                <a:gd name="connsiteX1375" fmla="*/ 324803 w 466725"/>
                <a:gd name="connsiteY1375" fmla="*/ 265081 h 723900"/>
                <a:gd name="connsiteX1376" fmla="*/ 328327 w 466725"/>
                <a:gd name="connsiteY1376" fmla="*/ 265748 h 723900"/>
                <a:gd name="connsiteX1377" fmla="*/ 335280 w 466725"/>
                <a:gd name="connsiteY1377" fmla="*/ 268319 h 723900"/>
                <a:gd name="connsiteX1378" fmla="*/ 342138 w 466725"/>
                <a:gd name="connsiteY1378" fmla="*/ 268986 h 723900"/>
                <a:gd name="connsiteX1379" fmla="*/ 343091 w 466725"/>
                <a:gd name="connsiteY1379" fmla="*/ 268224 h 723900"/>
                <a:gd name="connsiteX1380" fmla="*/ 344234 w 466725"/>
                <a:gd name="connsiteY1380" fmla="*/ 265462 h 723900"/>
                <a:gd name="connsiteX1381" fmla="*/ 344996 w 466725"/>
                <a:gd name="connsiteY1381" fmla="*/ 264509 h 723900"/>
                <a:gd name="connsiteX1382" fmla="*/ 345948 w 466725"/>
                <a:gd name="connsiteY1382" fmla="*/ 264319 h 723900"/>
                <a:gd name="connsiteX1383" fmla="*/ 346710 w 466725"/>
                <a:gd name="connsiteY1383" fmla="*/ 264605 h 723900"/>
                <a:gd name="connsiteX1384" fmla="*/ 347472 w 466725"/>
                <a:gd name="connsiteY1384" fmla="*/ 265081 h 723900"/>
                <a:gd name="connsiteX1385" fmla="*/ 355378 w 466725"/>
                <a:gd name="connsiteY1385" fmla="*/ 267843 h 723900"/>
                <a:gd name="connsiteX1386" fmla="*/ 358331 w 466725"/>
                <a:gd name="connsiteY1386" fmla="*/ 268034 h 723900"/>
                <a:gd name="connsiteX1387" fmla="*/ 356616 w 466725"/>
                <a:gd name="connsiteY1387" fmla="*/ 265271 h 723900"/>
                <a:gd name="connsiteX1388" fmla="*/ 358712 w 466725"/>
                <a:gd name="connsiteY1388" fmla="*/ 264795 h 723900"/>
                <a:gd name="connsiteX1389" fmla="*/ 359093 w 466725"/>
                <a:gd name="connsiteY1389" fmla="*/ 263557 h 723900"/>
                <a:gd name="connsiteX1390" fmla="*/ 358807 w 466725"/>
                <a:gd name="connsiteY1390" fmla="*/ 261842 h 723900"/>
                <a:gd name="connsiteX1391" fmla="*/ 358902 w 466725"/>
                <a:gd name="connsiteY1391" fmla="*/ 260128 h 723900"/>
                <a:gd name="connsiteX1392" fmla="*/ 359950 w 466725"/>
                <a:gd name="connsiteY1392" fmla="*/ 258794 h 723900"/>
                <a:gd name="connsiteX1393" fmla="*/ 364331 w 466725"/>
                <a:gd name="connsiteY1393" fmla="*/ 255556 h 723900"/>
                <a:gd name="connsiteX1394" fmla="*/ 365189 w 466725"/>
                <a:gd name="connsiteY1394" fmla="*/ 254317 h 723900"/>
                <a:gd name="connsiteX1395" fmla="*/ 365474 w 466725"/>
                <a:gd name="connsiteY1395" fmla="*/ 253079 h 723900"/>
                <a:gd name="connsiteX1396" fmla="*/ 365189 w 466725"/>
                <a:gd name="connsiteY1396" fmla="*/ 251841 h 723900"/>
                <a:gd name="connsiteX1397" fmla="*/ 364331 w 466725"/>
                <a:gd name="connsiteY1397" fmla="*/ 250793 h 723900"/>
                <a:gd name="connsiteX1398" fmla="*/ 358712 w 466725"/>
                <a:gd name="connsiteY1398" fmla="*/ 251079 h 723900"/>
                <a:gd name="connsiteX1399" fmla="*/ 355949 w 466725"/>
                <a:gd name="connsiteY1399" fmla="*/ 250698 h 723900"/>
                <a:gd name="connsiteX1400" fmla="*/ 354044 w 466725"/>
                <a:gd name="connsiteY1400" fmla="*/ 248698 h 723900"/>
                <a:gd name="connsiteX1401" fmla="*/ 353378 w 466725"/>
                <a:gd name="connsiteY1401" fmla="*/ 248126 h 723900"/>
                <a:gd name="connsiteX1402" fmla="*/ 350996 w 466725"/>
                <a:gd name="connsiteY1402" fmla="*/ 247936 h 723900"/>
                <a:gd name="connsiteX1403" fmla="*/ 349853 w 466725"/>
                <a:gd name="connsiteY1403" fmla="*/ 247650 h 723900"/>
                <a:gd name="connsiteX1404" fmla="*/ 348996 w 466725"/>
                <a:gd name="connsiteY1404" fmla="*/ 246888 h 723900"/>
                <a:gd name="connsiteX1405" fmla="*/ 346234 w 466725"/>
                <a:gd name="connsiteY1405" fmla="*/ 243459 h 723900"/>
                <a:gd name="connsiteX1406" fmla="*/ 345758 w 466725"/>
                <a:gd name="connsiteY1406" fmla="*/ 242125 h 723900"/>
                <a:gd name="connsiteX1407" fmla="*/ 345662 w 466725"/>
                <a:gd name="connsiteY1407" fmla="*/ 240887 h 723900"/>
                <a:gd name="connsiteX1408" fmla="*/ 345281 w 466725"/>
                <a:gd name="connsiteY1408" fmla="*/ 239840 h 723900"/>
                <a:gd name="connsiteX1409" fmla="*/ 344043 w 466725"/>
                <a:gd name="connsiteY1409" fmla="*/ 238887 h 723900"/>
                <a:gd name="connsiteX1410" fmla="*/ 344043 w 466725"/>
                <a:gd name="connsiteY1410" fmla="*/ 238125 h 723900"/>
                <a:gd name="connsiteX1411" fmla="*/ 346043 w 466725"/>
                <a:gd name="connsiteY1411" fmla="*/ 233553 h 723900"/>
                <a:gd name="connsiteX1412" fmla="*/ 345853 w 466725"/>
                <a:gd name="connsiteY1412" fmla="*/ 230791 h 723900"/>
                <a:gd name="connsiteX1413" fmla="*/ 344805 w 466725"/>
                <a:gd name="connsiteY1413" fmla="*/ 229076 h 723900"/>
                <a:gd name="connsiteX1414" fmla="*/ 343376 w 466725"/>
                <a:gd name="connsiteY1414" fmla="*/ 227743 h 723900"/>
                <a:gd name="connsiteX1415" fmla="*/ 341948 w 466725"/>
                <a:gd name="connsiteY1415" fmla="*/ 226028 h 723900"/>
                <a:gd name="connsiteX1416" fmla="*/ 340995 w 466725"/>
                <a:gd name="connsiteY1416" fmla="*/ 225171 h 723900"/>
                <a:gd name="connsiteX1417" fmla="*/ 337471 w 466725"/>
                <a:gd name="connsiteY1417" fmla="*/ 223838 h 723900"/>
                <a:gd name="connsiteX1418" fmla="*/ 337566 w 466725"/>
                <a:gd name="connsiteY1418" fmla="*/ 226124 h 723900"/>
                <a:gd name="connsiteX1419" fmla="*/ 336423 w 466725"/>
                <a:gd name="connsiteY1419" fmla="*/ 226695 h 723900"/>
                <a:gd name="connsiteX1420" fmla="*/ 335280 w 466725"/>
                <a:gd name="connsiteY1420" fmla="*/ 226600 h 723900"/>
                <a:gd name="connsiteX1421" fmla="*/ 334232 w 466725"/>
                <a:gd name="connsiteY1421" fmla="*/ 226409 h 723900"/>
                <a:gd name="connsiteX1422" fmla="*/ 333280 w 466725"/>
                <a:gd name="connsiteY1422" fmla="*/ 226600 h 723900"/>
                <a:gd name="connsiteX1423" fmla="*/ 332042 w 466725"/>
                <a:gd name="connsiteY1423" fmla="*/ 227648 h 723900"/>
                <a:gd name="connsiteX1424" fmla="*/ 331089 w 466725"/>
                <a:gd name="connsiteY1424" fmla="*/ 228886 h 723900"/>
                <a:gd name="connsiteX1425" fmla="*/ 330041 w 466725"/>
                <a:gd name="connsiteY1425" fmla="*/ 229934 h 723900"/>
                <a:gd name="connsiteX1426" fmla="*/ 328708 w 466725"/>
                <a:gd name="connsiteY1426" fmla="*/ 230315 h 723900"/>
                <a:gd name="connsiteX1427" fmla="*/ 326327 w 466725"/>
                <a:gd name="connsiteY1427" fmla="*/ 229743 h 723900"/>
                <a:gd name="connsiteX1428" fmla="*/ 322612 w 466725"/>
                <a:gd name="connsiteY1428" fmla="*/ 227267 h 723900"/>
                <a:gd name="connsiteX1429" fmla="*/ 320326 w 466725"/>
                <a:gd name="connsiteY1429" fmla="*/ 226124 h 723900"/>
                <a:gd name="connsiteX1430" fmla="*/ 315373 w 466725"/>
                <a:gd name="connsiteY1430" fmla="*/ 225933 h 723900"/>
                <a:gd name="connsiteX1431" fmla="*/ 312992 w 466725"/>
                <a:gd name="connsiteY1431" fmla="*/ 225457 h 723900"/>
                <a:gd name="connsiteX1432" fmla="*/ 311849 w 466725"/>
                <a:gd name="connsiteY1432" fmla="*/ 224314 h 723900"/>
                <a:gd name="connsiteX1433" fmla="*/ 310991 w 466725"/>
                <a:gd name="connsiteY1433" fmla="*/ 222504 h 723900"/>
                <a:gd name="connsiteX1434" fmla="*/ 307848 w 466725"/>
                <a:gd name="connsiteY1434" fmla="*/ 220123 h 723900"/>
                <a:gd name="connsiteX1435" fmla="*/ 306705 w 466725"/>
                <a:gd name="connsiteY1435" fmla="*/ 217551 h 723900"/>
                <a:gd name="connsiteX1436" fmla="*/ 302324 w 466725"/>
                <a:gd name="connsiteY1436" fmla="*/ 215360 h 723900"/>
                <a:gd name="connsiteX1437" fmla="*/ 300704 w 466725"/>
                <a:gd name="connsiteY1437" fmla="*/ 213741 h 723900"/>
                <a:gd name="connsiteX1438" fmla="*/ 300228 w 466725"/>
                <a:gd name="connsiteY1438" fmla="*/ 205835 h 723900"/>
                <a:gd name="connsiteX1439" fmla="*/ 297180 w 466725"/>
                <a:gd name="connsiteY1439" fmla="*/ 202406 h 723900"/>
                <a:gd name="connsiteX1440" fmla="*/ 288798 w 466725"/>
                <a:gd name="connsiteY1440" fmla="*/ 196691 h 723900"/>
                <a:gd name="connsiteX1441" fmla="*/ 281845 w 466725"/>
                <a:gd name="connsiteY1441" fmla="*/ 188500 h 723900"/>
                <a:gd name="connsiteX1442" fmla="*/ 278130 w 466725"/>
                <a:gd name="connsiteY1442" fmla="*/ 186500 h 723900"/>
                <a:gd name="connsiteX1443" fmla="*/ 272987 w 466725"/>
                <a:gd name="connsiteY1443" fmla="*/ 188024 h 723900"/>
                <a:gd name="connsiteX1444" fmla="*/ 271082 w 466725"/>
                <a:gd name="connsiteY1444" fmla="*/ 189167 h 723900"/>
                <a:gd name="connsiteX1445" fmla="*/ 268796 w 466725"/>
                <a:gd name="connsiteY1445" fmla="*/ 190214 h 723900"/>
                <a:gd name="connsiteX1446" fmla="*/ 266605 w 466725"/>
                <a:gd name="connsiteY1446" fmla="*/ 190309 h 723900"/>
                <a:gd name="connsiteX1447" fmla="*/ 265081 w 466725"/>
                <a:gd name="connsiteY1447" fmla="*/ 188690 h 723900"/>
                <a:gd name="connsiteX1448" fmla="*/ 264319 w 466725"/>
                <a:gd name="connsiteY1448" fmla="*/ 186214 h 723900"/>
                <a:gd name="connsiteX1449" fmla="*/ 263747 w 466725"/>
                <a:gd name="connsiteY1449" fmla="*/ 185166 h 723900"/>
                <a:gd name="connsiteX1450" fmla="*/ 261938 w 466725"/>
                <a:gd name="connsiteY1450" fmla="*/ 183071 h 723900"/>
                <a:gd name="connsiteX1451" fmla="*/ 261938 w 466725"/>
                <a:gd name="connsiteY1451" fmla="*/ 181928 h 723900"/>
                <a:gd name="connsiteX1452" fmla="*/ 262128 w 466725"/>
                <a:gd name="connsiteY1452" fmla="*/ 180784 h 723900"/>
                <a:gd name="connsiteX1453" fmla="*/ 261366 w 466725"/>
                <a:gd name="connsiteY1453" fmla="*/ 178879 h 723900"/>
                <a:gd name="connsiteX1454" fmla="*/ 260509 w 466725"/>
                <a:gd name="connsiteY1454" fmla="*/ 173165 h 723900"/>
                <a:gd name="connsiteX1455" fmla="*/ 260890 w 466725"/>
                <a:gd name="connsiteY1455" fmla="*/ 172593 h 723900"/>
                <a:gd name="connsiteX1456" fmla="*/ 261461 w 466725"/>
                <a:gd name="connsiteY1456" fmla="*/ 172212 h 723900"/>
                <a:gd name="connsiteX1457" fmla="*/ 262128 w 466725"/>
                <a:gd name="connsiteY1457" fmla="*/ 171259 h 723900"/>
                <a:gd name="connsiteX1458" fmla="*/ 264224 w 466725"/>
                <a:gd name="connsiteY1458" fmla="*/ 164021 h 723900"/>
                <a:gd name="connsiteX1459" fmla="*/ 266414 w 466725"/>
                <a:gd name="connsiteY1459" fmla="*/ 159734 h 723900"/>
                <a:gd name="connsiteX1460" fmla="*/ 269272 w 466725"/>
                <a:gd name="connsiteY1460" fmla="*/ 157448 h 723900"/>
                <a:gd name="connsiteX1461" fmla="*/ 270034 w 466725"/>
                <a:gd name="connsiteY1461" fmla="*/ 154972 h 723900"/>
                <a:gd name="connsiteX1462" fmla="*/ 269843 w 466725"/>
                <a:gd name="connsiteY1462" fmla="*/ 153543 h 723900"/>
                <a:gd name="connsiteX1463" fmla="*/ 269177 w 466725"/>
                <a:gd name="connsiteY1463" fmla="*/ 152781 h 723900"/>
                <a:gd name="connsiteX1464" fmla="*/ 268415 w 466725"/>
                <a:gd name="connsiteY1464" fmla="*/ 152305 h 723900"/>
                <a:gd name="connsiteX1465" fmla="*/ 268034 w 466725"/>
                <a:gd name="connsiteY1465" fmla="*/ 151638 h 723900"/>
                <a:gd name="connsiteX1466" fmla="*/ 267938 w 466725"/>
                <a:gd name="connsiteY1466" fmla="*/ 150400 h 723900"/>
                <a:gd name="connsiteX1467" fmla="*/ 268129 w 466725"/>
                <a:gd name="connsiteY1467" fmla="*/ 149733 h 723900"/>
                <a:gd name="connsiteX1468" fmla="*/ 268510 w 466725"/>
                <a:gd name="connsiteY1468" fmla="*/ 149066 h 723900"/>
                <a:gd name="connsiteX1469" fmla="*/ 269843 w 466725"/>
                <a:gd name="connsiteY1469" fmla="*/ 144875 h 723900"/>
                <a:gd name="connsiteX1470" fmla="*/ 270796 w 466725"/>
                <a:gd name="connsiteY1470" fmla="*/ 143351 h 723900"/>
                <a:gd name="connsiteX1471" fmla="*/ 274606 w 466725"/>
                <a:gd name="connsiteY1471" fmla="*/ 140875 h 723900"/>
                <a:gd name="connsiteX1472" fmla="*/ 275654 w 466725"/>
                <a:gd name="connsiteY1472" fmla="*/ 140017 h 723900"/>
                <a:gd name="connsiteX1473" fmla="*/ 276416 w 466725"/>
                <a:gd name="connsiteY1473" fmla="*/ 139065 h 723900"/>
                <a:gd name="connsiteX1474" fmla="*/ 277178 w 466725"/>
                <a:gd name="connsiteY1474" fmla="*/ 138208 h 723900"/>
                <a:gd name="connsiteX1475" fmla="*/ 278416 w 466725"/>
                <a:gd name="connsiteY1475" fmla="*/ 137732 h 723900"/>
                <a:gd name="connsiteX1476" fmla="*/ 280797 w 466725"/>
                <a:gd name="connsiteY1476" fmla="*/ 137255 h 723900"/>
                <a:gd name="connsiteX1477" fmla="*/ 287560 w 466725"/>
                <a:gd name="connsiteY1477" fmla="*/ 134969 h 723900"/>
                <a:gd name="connsiteX1478" fmla="*/ 289560 w 466725"/>
                <a:gd name="connsiteY1478" fmla="*/ 133731 h 723900"/>
                <a:gd name="connsiteX1479" fmla="*/ 290513 w 466725"/>
                <a:gd name="connsiteY1479" fmla="*/ 131826 h 723900"/>
                <a:gd name="connsiteX1480" fmla="*/ 290322 w 466725"/>
                <a:gd name="connsiteY1480" fmla="*/ 127159 h 723900"/>
                <a:gd name="connsiteX1481" fmla="*/ 290703 w 466725"/>
                <a:gd name="connsiteY1481" fmla="*/ 125254 h 723900"/>
                <a:gd name="connsiteX1482" fmla="*/ 292418 w 466725"/>
                <a:gd name="connsiteY1482" fmla="*/ 122777 h 723900"/>
                <a:gd name="connsiteX1483" fmla="*/ 294132 w 466725"/>
                <a:gd name="connsiteY1483" fmla="*/ 121158 h 723900"/>
                <a:gd name="connsiteX1484" fmla="*/ 299561 w 466725"/>
                <a:gd name="connsiteY1484" fmla="*/ 117729 h 723900"/>
                <a:gd name="connsiteX1485" fmla="*/ 300419 w 466725"/>
                <a:gd name="connsiteY1485" fmla="*/ 116586 h 723900"/>
                <a:gd name="connsiteX1486" fmla="*/ 300990 w 466725"/>
                <a:gd name="connsiteY1486" fmla="*/ 115443 h 723900"/>
                <a:gd name="connsiteX1487" fmla="*/ 301657 w 466725"/>
                <a:gd name="connsiteY1487" fmla="*/ 114871 h 723900"/>
                <a:gd name="connsiteX1488" fmla="*/ 302895 w 466725"/>
                <a:gd name="connsiteY1488" fmla="*/ 115633 h 723900"/>
                <a:gd name="connsiteX1489" fmla="*/ 303657 w 466725"/>
                <a:gd name="connsiteY1489" fmla="*/ 116015 h 723900"/>
                <a:gd name="connsiteX1490" fmla="*/ 304705 w 466725"/>
                <a:gd name="connsiteY1490" fmla="*/ 116110 h 723900"/>
                <a:gd name="connsiteX1491" fmla="*/ 305848 w 466725"/>
                <a:gd name="connsiteY1491" fmla="*/ 116015 h 723900"/>
                <a:gd name="connsiteX1492" fmla="*/ 306705 w 466725"/>
                <a:gd name="connsiteY1492" fmla="*/ 115824 h 723900"/>
                <a:gd name="connsiteX1493" fmla="*/ 309277 w 466725"/>
                <a:gd name="connsiteY1493" fmla="*/ 116205 h 723900"/>
                <a:gd name="connsiteX1494" fmla="*/ 308991 w 466725"/>
                <a:gd name="connsiteY1494" fmla="*/ 112967 h 723900"/>
                <a:gd name="connsiteX1495" fmla="*/ 306705 w 466725"/>
                <a:gd name="connsiteY1495" fmla="*/ 106013 h 723900"/>
                <a:gd name="connsiteX1496" fmla="*/ 305086 w 466725"/>
                <a:gd name="connsiteY1496" fmla="*/ 103156 h 723900"/>
                <a:gd name="connsiteX1497" fmla="*/ 302038 w 466725"/>
                <a:gd name="connsiteY1497" fmla="*/ 101727 h 723900"/>
                <a:gd name="connsiteX1498" fmla="*/ 295370 w 466725"/>
                <a:gd name="connsiteY1498" fmla="*/ 100394 h 723900"/>
                <a:gd name="connsiteX1499" fmla="*/ 292703 w 466725"/>
                <a:gd name="connsiteY1499" fmla="*/ 99155 h 723900"/>
                <a:gd name="connsiteX1500" fmla="*/ 291846 w 466725"/>
                <a:gd name="connsiteY1500" fmla="*/ 99250 h 723900"/>
                <a:gd name="connsiteX1501" fmla="*/ 291465 w 466725"/>
                <a:gd name="connsiteY1501" fmla="*/ 100108 h 723900"/>
                <a:gd name="connsiteX1502" fmla="*/ 291179 w 466725"/>
                <a:gd name="connsiteY1502" fmla="*/ 103061 h 723900"/>
                <a:gd name="connsiteX1503" fmla="*/ 290608 w 466725"/>
                <a:gd name="connsiteY1503" fmla="*/ 103823 h 723900"/>
                <a:gd name="connsiteX1504" fmla="*/ 289084 w 466725"/>
                <a:gd name="connsiteY1504" fmla="*/ 103346 h 723900"/>
                <a:gd name="connsiteX1505" fmla="*/ 288227 w 466725"/>
                <a:gd name="connsiteY1505" fmla="*/ 101632 h 723900"/>
                <a:gd name="connsiteX1506" fmla="*/ 288036 w 466725"/>
                <a:gd name="connsiteY1506" fmla="*/ 99536 h 723900"/>
                <a:gd name="connsiteX1507" fmla="*/ 288703 w 466725"/>
                <a:gd name="connsiteY1507" fmla="*/ 97822 h 723900"/>
                <a:gd name="connsiteX1508" fmla="*/ 288703 w 466725"/>
                <a:gd name="connsiteY1508" fmla="*/ 97822 h 723900"/>
                <a:gd name="connsiteX1509" fmla="*/ 290227 w 466725"/>
                <a:gd name="connsiteY1509" fmla="*/ 95250 h 723900"/>
                <a:gd name="connsiteX1510" fmla="*/ 292608 w 466725"/>
                <a:gd name="connsiteY1510" fmla="*/ 86963 h 723900"/>
                <a:gd name="connsiteX1511" fmla="*/ 293465 w 466725"/>
                <a:gd name="connsiteY1511" fmla="*/ 85058 h 723900"/>
                <a:gd name="connsiteX1512" fmla="*/ 294894 w 466725"/>
                <a:gd name="connsiteY1512" fmla="*/ 82677 h 723900"/>
                <a:gd name="connsiteX1513" fmla="*/ 296323 w 466725"/>
                <a:gd name="connsiteY1513" fmla="*/ 81153 h 723900"/>
                <a:gd name="connsiteX1514" fmla="*/ 297371 w 466725"/>
                <a:gd name="connsiteY1514" fmla="*/ 81820 h 723900"/>
                <a:gd name="connsiteX1515" fmla="*/ 297561 w 466725"/>
                <a:gd name="connsiteY1515" fmla="*/ 84201 h 723900"/>
                <a:gd name="connsiteX1516" fmla="*/ 297466 w 466725"/>
                <a:gd name="connsiteY1516" fmla="*/ 86963 h 723900"/>
                <a:gd name="connsiteX1517" fmla="*/ 297847 w 466725"/>
                <a:gd name="connsiteY1517" fmla="*/ 89535 h 723900"/>
                <a:gd name="connsiteX1518" fmla="*/ 299371 w 466725"/>
                <a:gd name="connsiteY1518" fmla="*/ 91250 h 723900"/>
                <a:gd name="connsiteX1519" fmla="*/ 303467 w 466725"/>
                <a:gd name="connsiteY1519" fmla="*/ 92488 h 723900"/>
                <a:gd name="connsiteX1520" fmla="*/ 305276 w 466725"/>
                <a:gd name="connsiteY1520" fmla="*/ 93345 h 723900"/>
                <a:gd name="connsiteX1521" fmla="*/ 306800 w 466725"/>
                <a:gd name="connsiteY1521" fmla="*/ 95155 h 723900"/>
                <a:gd name="connsiteX1522" fmla="*/ 308229 w 466725"/>
                <a:gd name="connsiteY1522" fmla="*/ 96298 h 723900"/>
                <a:gd name="connsiteX1523" fmla="*/ 309467 w 466725"/>
                <a:gd name="connsiteY1523" fmla="*/ 97726 h 723900"/>
                <a:gd name="connsiteX1524" fmla="*/ 310420 w 466725"/>
                <a:gd name="connsiteY1524" fmla="*/ 98679 h 723900"/>
                <a:gd name="connsiteX1525" fmla="*/ 312706 w 466725"/>
                <a:gd name="connsiteY1525" fmla="*/ 100298 h 723900"/>
                <a:gd name="connsiteX1526" fmla="*/ 315373 w 466725"/>
                <a:gd name="connsiteY1526" fmla="*/ 101441 h 723900"/>
                <a:gd name="connsiteX1527" fmla="*/ 316325 w 466725"/>
                <a:gd name="connsiteY1527" fmla="*/ 101537 h 723900"/>
                <a:gd name="connsiteX1528" fmla="*/ 318802 w 466725"/>
                <a:gd name="connsiteY1528" fmla="*/ 101537 h 723900"/>
                <a:gd name="connsiteX1529" fmla="*/ 320231 w 466725"/>
                <a:gd name="connsiteY1529" fmla="*/ 102203 h 723900"/>
                <a:gd name="connsiteX1530" fmla="*/ 320993 w 466725"/>
                <a:gd name="connsiteY1530" fmla="*/ 103442 h 723900"/>
                <a:gd name="connsiteX1531" fmla="*/ 321659 w 466725"/>
                <a:gd name="connsiteY1531" fmla="*/ 104870 h 723900"/>
                <a:gd name="connsiteX1532" fmla="*/ 322612 w 466725"/>
                <a:gd name="connsiteY1532" fmla="*/ 106108 h 723900"/>
                <a:gd name="connsiteX1533" fmla="*/ 323850 w 466725"/>
                <a:gd name="connsiteY1533" fmla="*/ 106966 h 723900"/>
                <a:gd name="connsiteX1534" fmla="*/ 325088 w 466725"/>
                <a:gd name="connsiteY1534" fmla="*/ 107537 h 723900"/>
                <a:gd name="connsiteX1535" fmla="*/ 327755 w 466725"/>
                <a:gd name="connsiteY1535" fmla="*/ 108204 h 723900"/>
                <a:gd name="connsiteX1536" fmla="*/ 327279 w 466725"/>
                <a:gd name="connsiteY1536" fmla="*/ 109252 h 723900"/>
                <a:gd name="connsiteX1537" fmla="*/ 326993 w 466725"/>
                <a:gd name="connsiteY1537" fmla="*/ 110395 h 723900"/>
                <a:gd name="connsiteX1538" fmla="*/ 327279 w 466725"/>
                <a:gd name="connsiteY1538" fmla="*/ 111252 h 723900"/>
                <a:gd name="connsiteX1539" fmla="*/ 328327 w 466725"/>
                <a:gd name="connsiteY1539" fmla="*/ 111633 h 723900"/>
                <a:gd name="connsiteX1540" fmla="*/ 329184 w 466725"/>
                <a:gd name="connsiteY1540" fmla="*/ 112014 h 723900"/>
                <a:gd name="connsiteX1541" fmla="*/ 329089 w 466725"/>
                <a:gd name="connsiteY1541" fmla="*/ 114300 h 723900"/>
                <a:gd name="connsiteX1542" fmla="*/ 329756 w 466725"/>
                <a:gd name="connsiteY1542" fmla="*/ 115253 h 723900"/>
                <a:gd name="connsiteX1543" fmla="*/ 332423 w 466725"/>
                <a:gd name="connsiteY1543" fmla="*/ 116586 h 723900"/>
                <a:gd name="connsiteX1544" fmla="*/ 333947 w 466725"/>
                <a:gd name="connsiteY1544" fmla="*/ 117824 h 723900"/>
                <a:gd name="connsiteX1545" fmla="*/ 334232 w 466725"/>
                <a:gd name="connsiteY1545" fmla="*/ 119444 h 723900"/>
                <a:gd name="connsiteX1546" fmla="*/ 333185 w 466725"/>
                <a:gd name="connsiteY1546" fmla="*/ 121825 h 723900"/>
                <a:gd name="connsiteX1547" fmla="*/ 331661 w 466725"/>
                <a:gd name="connsiteY1547" fmla="*/ 123063 h 723900"/>
                <a:gd name="connsiteX1548" fmla="*/ 327374 w 466725"/>
                <a:gd name="connsiteY1548" fmla="*/ 125254 h 723900"/>
                <a:gd name="connsiteX1549" fmla="*/ 326517 w 466725"/>
                <a:gd name="connsiteY1549" fmla="*/ 126206 h 723900"/>
                <a:gd name="connsiteX1550" fmla="*/ 328517 w 466725"/>
                <a:gd name="connsiteY1550" fmla="*/ 127730 h 723900"/>
                <a:gd name="connsiteX1551" fmla="*/ 338233 w 466725"/>
                <a:gd name="connsiteY1551" fmla="*/ 124111 h 723900"/>
                <a:gd name="connsiteX1552" fmla="*/ 342424 w 466725"/>
                <a:gd name="connsiteY1552" fmla="*/ 125730 h 723900"/>
                <a:gd name="connsiteX1553" fmla="*/ 343376 w 466725"/>
                <a:gd name="connsiteY1553" fmla="*/ 127730 h 723900"/>
                <a:gd name="connsiteX1554" fmla="*/ 344138 w 466725"/>
                <a:gd name="connsiteY1554" fmla="*/ 129921 h 723900"/>
                <a:gd name="connsiteX1555" fmla="*/ 345281 w 466725"/>
                <a:gd name="connsiteY1555" fmla="*/ 131731 h 723900"/>
                <a:gd name="connsiteX1556" fmla="*/ 347186 w 466725"/>
                <a:gd name="connsiteY1556" fmla="*/ 132588 h 723900"/>
                <a:gd name="connsiteX1557" fmla="*/ 348996 w 466725"/>
                <a:gd name="connsiteY1557" fmla="*/ 131921 h 723900"/>
                <a:gd name="connsiteX1558" fmla="*/ 350711 w 466725"/>
                <a:gd name="connsiteY1558" fmla="*/ 127635 h 723900"/>
                <a:gd name="connsiteX1559" fmla="*/ 352997 w 466725"/>
                <a:gd name="connsiteY1559" fmla="*/ 126016 h 723900"/>
                <a:gd name="connsiteX1560" fmla="*/ 356140 w 466725"/>
                <a:gd name="connsiteY1560" fmla="*/ 126587 h 723900"/>
                <a:gd name="connsiteX1561" fmla="*/ 361188 w 466725"/>
                <a:gd name="connsiteY1561" fmla="*/ 131731 h 723900"/>
                <a:gd name="connsiteX1562" fmla="*/ 364427 w 466725"/>
                <a:gd name="connsiteY1562" fmla="*/ 132874 h 723900"/>
                <a:gd name="connsiteX1563" fmla="*/ 369475 w 466725"/>
                <a:gd name="connsiteY1563" fmla="*/ 131540 h 723900"/>
                <a:gd name="connsiteX1564" fmla="*/ 371856 w 466725"/>
                <a:gd name="connsiteY1564" fmla="*/ 129921 h 723900"/>
                <a:gd name="connsiteX1565" fmla="*/ 371189 w 466725"/>
                <a:gd name="connsiteY1565" fmla="*/ 127540 h 723900"/>
                <a:gd name="connsiteX1566" fmla="*/ 369951 w 466725"/>
                <a:gd name="connsiteY1566" fmla="*/ 127159 h 723900"/>
                <a:gd name="connsiteX1567" fmla="*/ 368618 w 466725"/>
                <a:gd name="connsiteY1567" fmla="*/ 127159 h 723900"/>
                <a:gd name="connsiteX1568" fmla="*/ 367760 w 466725"/>
                <a:gd name="connsiteY1568" fmla="*/ 126301 h 723900"/>
                <a:gd name="connsiteX1569" fmla="*/ 368141 w 466725"/>
                <a:gd name="connsiteY1569" fmla="*/ 123539 h 723900"/>
                <a:gd name="connsiteX1570" fmla="*/ 367094 w 466725"/>
                <a:gd name="connsiteY1570" fmla="*/ 124301 h 723900"/>
                <a:gd name="connsiteX1571" fmla="*/ 366046 w 466725"/>
                <a:gd name="connsiteY1571" fmla="*/ 124587 h 723900"/>
                <a:gd name="connsiteX1572" fmla="*/ 365093 w 466725"/>
                <a:gd name="connsiteY1572" fmla="*/ 124301 h 723900"/>
                <a:gd name="connsiteX1573" fmla="*/ 364331 w 466725"/>
                <a:gd name="connsiteY1573" fmla="*/ 123254 h 723900"/>
                <a:gd name="connsiteX1574" fmla="*/ 363284 w 466725"/>
                <a:gd name="connsiteY1574" fmla="*/ 119539 h 723900"/>
                <a:gd name="connsiteX1575" fmla="*/ 360426 w 466725"/>
                <a:gd name="connsiteY1575" fmla="*/ 118015 h 723900"/>
                <a:gd name="connsiteX1576" fmla="*/ 357092 w 466725"/>
                <a:gd name="connsiteY1576" fmla="*/ 116872 h 723900"/>
                <a:gd name="connsiteX1577" fmla="*/ 354711 w 466725"/>
                <a:gd name="connsiteY1577" fmla="*/ 114300 h 723900"/>
                <a:gd name="connsiteX1578" fmla="*/ 354616 w 466725"/>
                <a:gd name="connsiteY1578" fmla="*/ 112109 h 723900"/>
                <a:gd name="connsiteX1579" fmla="*/ 355568 w 466725"/>
                <a:gd name="connsiteY1579" fmla="*/ 109728 h 723900"/>
                <a:gd name="connsiteX1580" fmla="*/ 356997 w 466725"/>
                <a:gd name="connsiteY1580" fmla="*/ 107537 h 723900"/>
                <a:gd name="connsiteX1581" fmla="*/ 358426 w 466725"/>
                <a:gd name="connsiteY1581" fmla="*/ 106108 h 723900"/>
                <a:gd name="connsiteX1582" fmla="*/ 360331 w 466725"/>
                <a:gd name="connsiteY1582" fmla="*/ 105156 h 723900"/>
                <a:gd name="connsiteX1583" fmla="*/ 361379 w 466725"/>
                <a:gd name="connsiteY1583" fmla="*/ 105442 h 723900"/>
                <a:gd name="connsiteX1584" fmla="*/ 362426 w 466725"/>
                <a:gd name="connsiteY1584" fmla="*/ 106490 h 723900"/>
                <a:gd name="connsiteX1585" fmla="*/ 364236 w 466725"/>
                <a:gd name="connsiteY1585" fmla="*/ 107823 h 723900"/>
                <a:gd name="connsiteX1586" fmla="*/ 365570 w 466725"/>
                <a:gd name="connsiteY1586" fmla="*/ 108490 h 723900"/>
                <a:gd name="connsiteX1587" fmla="*/ 367284 w 466725"/>
                <a:gd name="connsiteY1587" fmla="*/ 110490 h 723900"/>
                <a:gd name="connsiteX1588" fmla="*/ 368332 w 466725"/>
                <a:gd name="connsiteY1588" fmla="*/ 111347 h 723900"/>
                <a:gd name="connsiteX1589" fmla="*/ 369570 w 466725"/>
                <a:gd name="connsiteY1589" fmla="*/ 111824 h 723900"/>
                <a:gd name="connsiteX1590" fmla="*/ 372142 w 466725"/>
                <a:gd name="connsiteY1590" fmla="*/ 112490 h 723900"/>
                <a:gd name="connsiteX1591" fmla="*/ 373190 w 466725"/>
                <a:gd name="connsiteY1591" fmla="*/ 113348 h 723900"/>
                <a:gd name="connsiteX1592" fmla="*/ 373761 w 466725"/>
                <a:gd name="connsiteY1592" fmla="*/ 114871 h 723900"/>
                <a:gd name="connsiteX1593" fmla="*/ 373380 w 466725"/>
                <a:gd name="connsiteY1593" fmla="*/ 116015 h 723900"/>
                <a:gd name="connsiteX1594" fmla="*/ 373475 w 466725"/>
                <a:gd name="connsiteY1594" fmla="*/ 116872 h 723900"/>
                <a:gd name="connsiteX1595" fmla="*/ 375380 w 466725"/>
                <a:gd name="connsiteY1595" fmla="*/ 117729 h 723900"/>
                <a:gd name="connsiteX1596" fmla="*/ 378143 w 466725"/>
                <a:gd name="connsiteY1596" fmla="*/ 118491 h 723900"/>
                <a:gd name="connsiteX1597" fmla="*/ 379000 w 466725"/>
                <a:gd name="connsiteY1597" fmla="*/ 119444 h 723900"/>
                <a:gd name="connsiteX1598" fmla="*/ 379095 w 466725"/>
                <a:gd name="connsiteY1598" fmla="*/ 121158 h 723900"/>
                <a:gd name="connsiteX1599" fmla="*/ 378047 w 466725"/>
                <a:gd name="connsiteY1599" fmla="*/ 121729 h 723900"/>
                <a:gd name="connsiteX1600" fmla="*/ 376333 w 466725"/>
                <a:gd name="connsiteY1600" fmla="*/ 120967 h 723900"/>
                <a:gd name="connsiteX1601" fmla="*/ 374999 w 466725"/>
                <a:gd name="connsiteY1601" fmla="*/ 121158 h 723900"/>
                <a:gd name="connsiteX1602" fmla="*/ 375095 w 466725"/>
                <a:gd name="connsiteY1602" fmla="*/ 124587 h 723900"/>
                <a:gd name="connsiteX1603" fmla="*/ 375857 w 466725"/>
                <a:gd name="connsiteY1603" fmla="*/ 126683 h 723900"/>
                <a:gd name="connsiteX1604" fmla="*/ 378143 w 466725"/>
                <a:gd name="connsiteY1604" fmla="*/ 130588 h 723900"/>
                <a:gd name="connsiteX1605" fmla="*/ 379000 w 466725"/>
                <a:gd name="connsiteY1605" fmla="*/ 132588 h 723900"/>
                <a:gd name="connsiteX1606" fmla="*/ 379952 w 466725"/>
                <a:gd name="connsiteY1606" fmla="*/ 140399 h 723900"/>
                <a:gd name="connsiteX1607" fmla="*/ 380810 w 466725"/>
                <a:gd name="connsiteY1607" fmla="*/ 142684 h 723900"/>
                <a:gd name="connsiteX1608" fmla="*/ 382238 w 466725"/>
                <a:gd name="connsiteY1608" fmla="*/ 144304 h 723900"/>
                <a:gd name="connsiteX1609" fmla="*/ 389858 w 466725"/>
                <a:gd name="connsiteY1609" fmla="*/ 147638 h 723900"/>
                <a:gd name="connsiteX1610" fmla="*/ 391573 w 466725"/>
                <a:gd name="connsiteY1610" fmla="*/ 148780 h 723900"/>
                <a:gd name="connsiteX1611" fmla="*/ 392811 w 466725"/>
                <a:gd name="connsiteY1611" fmla="*/ 150400 h 723900"/>
                <a:gd name="connsiteX1612" fmla="*/ 393573 w 466725"/>
                <a:gd name="connsiteY1612" fmla="*/ 152876 h 723900"/>
                <a:gd name="connsiteX1613" fmla="*/ 394525 w 466725"/>
                <a:gd name="connsiteY1613" fmla="*/ 154019 h 723900"/>
                <a:gd name="connsiteX1614" fmla="*/ 398621 w 466725"/>
                <a:gd name="connsiteY1614" fmla="*/ 155924 h 723900"/>
                <a:gd name="connsiteX1615" fmla="*/ 401384 w 466725"/>
                <a:gd name="connsiteY1615" fmla="*/ 159163 h 723900"/>
                <a:gd name="connsiteX1616" fmla="*/ 403479 w 466725"/>
                <a:gd name="connsiteY1616" fmla="*/ 160592 h 723900"/>
                <a:gd name="connsiteX1617" fmla="*/ 405765 w 466725"/>
                <a:gd name="connsiteY1617" fmla="*/ 161639 h 723900"/>
                <a:gd name="connsiteX1618" fmla="*/ 407670 w 466725"/>
                <a:gd name="connsiteY1618" fmla="*/ 161830 h 723900"/>
                <a:gd name="connsiteX1619" fmla="*/ 409575 w 466725"/>
                <a:gd name="connsiteY1619" fmla="*/ 160687 h 723900"/>
                <a:gd name="connsiteX1620" fmla="*/ 411004 w 466725"/>
                <a:gd name="connsiteY1620" fmla="*/ 159449 h 723900"/>
                <a:gd name="connsiteX1621" fmla="*/ 412337 w 466725"/>
                <a:gd name="connsiteY1621" fmla="*/ 159449 h 723900"/>
                <a:gd name="connsiteX1622" fmla="*/ 414052 w 466725"/>
                <a:gd name="connsiteY1622" fmla="*/ 162116 h 723900"/>
                <a:gd name="connsiteX1623" fmla="*/ 414623 w 466725"/>
                <a:gd name="connsiteY1623" fmla="*/ 162401 h 723900"/>
                <a:gd name="connsiteX1624" fmla="*/ 415195 w 466725"/>
                <a:gd name="connsiteY1624" fmla="*/ 162496 h 723900"/>
                <a:gd name="connsiteX1625" fmla="*/ 415766 w 466725"/>
                <a:gd name="connsiteY1625" fmla="*/ 162401 h 723900"/>
                <a:gd name="connsiteX1626" fmla="*/ 416338 w 466725"/>
                <a:gd name="connsiteY1626" fmla="*/ 162211 h 723900"/>
                <a:gd name="connsiteX1627" fmla="*/ 416338 w 466725"/>
                <a:gd name="connsiteY1627" fmla="*/ 162211 h 723900"/>
                <a:gd name="connsiteX1628" fmla="*/ 416338 w 466725"/>
                <a:gd name="connsiteY1628" fmla="*/ 162211 h 723900"/>
                <a:gd name="connsiteX1629" fmla="*/ 416338 w 466725"/>
                <a:gd name="connsiteY1629" fmla="*/ 162211 h 723900"/>
                <a:gd name="connsiteX1630" fmla="*/ 422624 w 466725"/>
                <a:gd name="connsiteY1630" fmla="*/ 161639 h 723900"/>
                <a:gd name="connsiteX1631" fmla="*/ 423196 w 466725"/>
                <a:gd name="connsiteY1631" fmla="*/ 161734 h 723900"/>
                <a:gd name="connsiteX1632" fmla="*/ 423767 w 466725"/>
                <a:gd name="connsiteY1632" fmla="*/ 161925 h 723900"/>
                <a:gd name="connsiteX1633" fmla="*/ 424339 w 466725"/>
                <a:gd name="connsiteY1633" fmla="*/ 162211 h 723900"/>
                <a:gd name="connsiteX1634" fmla="*/ 425958 w 466725"/>
                <a:gd name="connsiteY1634" fmla="*/ 165068 h 723900"/>
                <a:gd name="connsiteX1635" fmla="*/ 427006 w 466725"/>
                <a:gd name="connsiteY1635" fmla="*/ 166402 h 723900"/>
                <a:gd name="connsiteX1636" fmla="*/ 428149 w 466725"/>
                <a:gd name="connsiteY1636" fmla="*/ 167069 h 723900"/>
                <a:gd name="connsiteX1637" fmla="*/ 429673 w 466725"/>
                <a:gd name="connsiteY1637" fmla="*/ 166783 h 723900"/>
                <a:gd name="connsiteX1638" fmla="*/ 430530 w 466725"/>
                <a:gd name="connsiteY1638" fmla="*/ 165640 h 723900"/>
                <a:gd name="connsiteX1639" fmla="*/ 430816 w 466725"/>
                <a:gd name="connsiteY1639" fmla="*/ 164021 h 723900"/>
                <a:gd name="connsiteX1640" fmla="*/ 430721 w 466725"/>
                <a:gd name="connsiteY1640" fmla="*/ 162306 h 723900"/>
                <a:gd name="connsiteX1641" fmla="*/ 431673 w 466725"/>
                <a:gd name="connsiteY1641" fmla="*/ 158782 h 723900"/>
                <a:gd name="connsiteX1642" fmla="*/ 436721 w 466725"/>
                <a:gd name="connsiteY1642" fmla="*/ 154496 h 723900"/>
                <a:gd name="connsiteX1643" fmla="*/ 437674 w 466725"/>
                <a:gd name="connsiteY1643" fmla="*/ 152305 h 723900"/>
                <a:gd name="connsiteX1644" fmla="*/ 436817 w 466725"/>
                <a:gd name="connsiteY1644" fmla="*/ 150686 h 723900"/>
                <a:gd name="connsiteX1645" fmla="*/ 435292 w 466725"/>
                <a:gd name="connsiteY1645" fmla="*/ 150686 h 723900"/>
                <a:gd name="connsiteX1646" fmla="*/ 433673 w 466725"/>
                <a:gd name="connsiteY1646" fmla="*/ 150971 h 723900"/>
                <a:gd name="connsiteX1647" fmla="*/ 432530 w 466725"/>
                <a:gd name="connsiteY1647" fmla="*/ 150400 h 723900"/>
                <a:gd name="connsiteX1648" fmla="*/ 432530 w 466725"/>
                <a:gd name="connsiteY1648" fmla="*/ 148876 h 723900"/>
                <a:gd name="connsiteX1649" fmla="*/ 433768 w 466725"/>
                <a:gd name="connsiteY1649" fmla="*/ 147828 h 723900"/>
                <a:gd name="connsiteX1650" fmla="*/ 435483 w 466725"/>
                <a:gd name="connsiteY1650" fmla="*/ 146971 h 723900"/>
                <a:gd name="connsiteX1651" fmla="*/ 436817 w 466725"/>
                <a:gd name="connsiteY1651" fmla="*/ 146113 h 723900"/>
                <a:gd name="connsiteX1652" fmla="*/ 434721 w 466725"/>
                <a:gd name="connsiteY1652" fmla="*/ 145828 h 723900"/>
                <a:gd name="connsiteX1653" fmla="*/ 432816 w 466725"/>
                <a:gd name="connsiteY1653" fmla="*/ 144875 h 723900"/>
                <a:gd name="connsiteX1654" fmla="*/ 432054 w 466725"/>
                <a:gd name="connsiteY1654" fmla="*/ 143256 h 723900"/>
                <a:gd name="connsiteX1655" fmla="*/ 433292 w 466725"/>
                <a:gd name="connsiteY1655" fmla="*/ 140970 h 723900"/>
                <a:gd name="connsiteX1656" fmla="*/ 434054 w 466725"/>
                <a:gd name="connsiteY1656" fmla="*/ 140303 h 723900"/>
                <a:gd name="connsiteX1657" fmla="*/ 434816 w 466725"/>
                <a:gd name="connsiteY1657" fmla="*/ 139922 h 723900"/>
                <a:gd name="connsiteX1658" fmla="*/ 435674 w 466725"/>
                <a:gd name="connsiteY1658" fmla="*/ 139827 h 723900"/>
                <a:gd name="connsiteX1659" fmla="*/ 438055 w 466725"/>
                <a:gd name="connsiteY1659" fmla="*/ 140494 h 723900"/>
                <a:gd name="connsiteX1660" fmla="*/ 438150 w 466725"/>
                <a:gd name="connsiteY1660" fmla="*/ 139827 h 723900"/>
                <a:gd name="connsiteX1661" fmla="*/ 437388 w 466725"/>
                <a:gd name="connsiteY1661" fmla="*/ 138303 h 723900"/>
                <a:gd name="connsiteX1662" fmla="*/ 437198 w 466725"/>
                <a:gd name="connsiteY1662" fmla="*/ 134398 h 723900"/>
                <a:gd name="connsiteX1663" fmla="*/ 437959 w 466725"/>
                <a:gd name="connsiteY1663" fmla="*/ 133350 h 723900"/>
                <a:gd name="connsiteX1664" fmla="*/ 440436 w 466725"/>
                <a:gd name="connsiteY1664" fmla="*/ 132493 h 723900"/>
                <a:gd name="connsiteX1665" fmla="*/ 442532 w 466725"/>
                <a:gd name="connsiteY1665" fmla="*/ 132874 h 723900"/>
                <a:gd name="connsiteX1666" fmla="*/ 443198 w 466725"/>
                <a:gd name="connsiteY1666" fmla="*/ 134779 h 723900"/>
                <a:gd name="connsiteX1667" fmla="*/ 443103 w 466725"/>
                <a:gd name="connsiteY1667" fmla="*/ 137446 h 723900"/>
                <a:gd name="connsiteX1668" fmla="*/ 446437 w 466725"/>
                <a:gd name="connsiteY1668" fmla="*/ 136684 h 723900"/>
                <a:gd name="connsiteX1669" fmla="*/ 448913 w 466725"/>
                <a:gd name="connsiteY1669" fmla="*/ 135636 h 723900"/>
                <a:gd name="connsiteX1670" fmla="*/ 451104 w 466725"/>
                <a:gd name="connsiteY1670" fmla="*/ 134969 h 723900"/>
                <a:gd name="connsiteX1671" fmla="*/ 452057 w 466725"/>
                <a:gd name="connsiteY1671" fmla="*/ 134303 h 723900"/>
                <a:gd name="connsiteX1672" fmla="*/ 452438 w 466725"/>
                <a:gd name="connsiteY1672" fmla="*/ 133445 h 723900"/>
                <a:gd name="connsiteX1673" fmla="*/ 452342 w 466725"/>
                <a:gd name="connsiteY1673" fmla="*/ 131921 h 723900"/>
                <a:gd name="connsiteX1674" fmla="*/ 451771 w 466725"/>
                <a:gd name="connsiteY1674" fmla="*/ 130969 h 723900"/>
                <a:gd name="connsiteX1675" fmla="*/ 451485 w 466725"/>
                <a:gd name="connsiteY1675" fmla="*/ 130112 h 723900"/>
                <a:gd name="connsiteX1676" fmla="*/ 451771 w 466725"/>
                <a:gd name="connsiteY1676" fmla="*/ 129254 h 723900"/>
                <a:gd name="connsiteX1677" fmla="*/ 453009 w 466725"/>
                <a:gd name="connsiteY1677" fmla="*/ 128873 h 723900"/>
                <a:gd name="connsiteX1678" fmla="*/ 454819 w 466725"/>
                <a:gd name="connsiteY1678" fmla="*/ 127635 h 723900"/>
                <a:gd name="connsiteX1679" fmla="*/ 456629 w 466725"/>
                <a:gd name="connsiteY1679" fmla="*/ 123254 h 723900"/>
                <a:gd name="connsiteX1680" fmla="*/ 457105 w 466725"/>
                <a:gd name="connsiteY1680" fmla="*/ 122206 h 723900"/>
                <a:gd name="connsiteX1681" fmla="*/ 457486 w 466725"/>
                <a:gd name="connsiteY1681" fmla="*/ 121825 h 723900"/>
                <a:gd name="connsiteX1682" fmla="*/ 460343 w 466725"/>
                <a:gd name="connsiteY1682" fmla="*/ 120301 h 723900"/>
                <a:gd name="connsiteX1683" fmla="*/ 462153 w 466725"/>
                <a:gd name="connsiteY1683" fmla="*/ 119729 h 723900"/>
                <a:gd name="connsiteX1684" fmla="*/ 462915 w 466725"/>
                <a:gd name="connsiteY1684" fmla="*/ 119348 h 723900"/>
                <a:gd name="connsiteX1685" fmla="*/ 463010 w 466725"/>
                <a:gd name="connsiteY1685" fmla="*/ 118491 h 723900"/>
                <a:gd name="connsiteX1686" fmla="*/ 462534 w 466725"/>
                <a:gd name="connsiteY1686" fmla="*/ 117729 h 723900"/>
                <a:gd name="connsiteX1687" fmla="*/ 461296 w 466725"/>
                <a:gd name="connsiteY1687" fmla="*/ 116776 h 723900"/>
                <a:gd name="connsiteX1688" fmla="*/ 461296 w 466725"/>
                <a:gd name="connsiteY1688" fmla="*/ 115729 h 723900"/>
                <a:gd name="connsiteX1689" fmla="*/ 461391 w 466725"/>
                <a:gd name="connsiteY1689" fmla="*/ 115157 h 723900"/>
                <a:gd name="connsiteX1690" fmla="*/ 461772 w 466725"/>
                <a:gd name="connsiteY1690" fmla="*/ 114776 h 723900"/>
                <a:gd name="connsiteX1691" fmla="*/ 462725 w 466725"/>
                <a:gd name="connsiteY1691" fmla="*/ 114014 h 723900"/>
                <a:gd name="connsiteX1692" fmla="*/ 464153 w 466725"/>
                <a:gd name="connsiteY1692" fmla="*/ 113062 h 723900"/>
                <a:gd name="connsiteX1693" fmla="*/ 464439 w 466725"/>
                <a:gd name="connsiteY1693" fmla="*/ 112776 h 723900"/>
                <a:gd name="connsiteX1694" fmla="*/ 464630 w 466725"/>
                <a:gd name="connsiteY1694" fmla="*/ 112395 h 723900"/>
                <a:gd name="connsiteX1695" fmla="*/ 465773 w 466725"/>
                <a:gd name="connsiteY1695" fmla="*/ 103442 h 723900"/>
                <a:gd name="connsiteX1696" fmla="*/ 466344 w 466725"/>
                <a:gd name="connsiteY1696" fmla="*/ 100965 h 723900"/>
                <a:gd name="connsiteX1697" fmla="*/ 467677 w 466725"/>
                <a:gd name="connsiteY1697" fmla="*/ 97250 h 723900"/>
                <a:gd name="connsiteX1698" fmla="*/ 467773 w 466725"/>
                <a:gd name="connsiteY1698" fmla="*/ 96774 h 723900"/>
                <a:gd name="connsiteX1699" fmla="*/ 467868 w 466725"/>
                <a:gd name="connsiteY1699" fmla="*/ 96393 h 723900"/>
                <a:gd name="connsiteX1700" fmla="*/ 468059 w 466725"/>
                <a:gd name="connsiteY1700" fmla="*/ 95917 h 723900"/>
                <a:gd name="connsiteX1701" fmla="*/ 469773 w 466725"/>
                <a:gd name="connsiteY1701" fmla="*/ 93059 h 723900"/>
                <a:gd name="connsiteX1702" fmla="*/ 467963 w 466725"/>
                <a:gd name="connsiteY1702" fmla="*/ 79629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</a:cxnLst>
              <a:rect l="l" t="t" r="r" b="b"/>
              <a:pathLst>
                <a:path w="466725" h="723900">
                  <a:moveTo>
                    <a:pt x="355283" y="719042"/>
                  </a:moveTo>
                  <a:lnTo>
                    <a:pt x="353759" y="717899"/>
                  </a:lnTo>
                  <a:lnTo>
                    <a:pt x="351949" y="717137"/>
                  </a:lnTo>
                  <a:lnTo>
                    <a:pt x="348329" y="714851"/>
                  </a:lnTo>
                  <a:lnTo>
                    <a:pt x="347091" y="719423"/>
                  </a:lnTo>
                  <a:lnTo>
                    <a:pt x="348044" y="725043"/>
                  </a:lnTo>
                  <a:lnTo>
                    <a:pt x="350806" y="726091"/>
                  </a:lnTo>
                  <a:lnTo>
                    <a:pt x="352806" y="725329"/>
                  </a:lnTo>
                  <a:lnTo>
                    <a:pt x="354616" y="725519"/>
                  </a:lnTo>
                  <a:lnTo>
                    <a:pt x="356045" y="725234"/>
                  </a:lnTo>
                  <a:lnTo>
                    <a:pt x="356711" y="723043"/>
                  </a:lnTo>
                  <a:lnTo>
                    <a:pt x="356425" y="720757"/>
                  </a:lnTo>
                  <a:lnTo>
                    <a:pt x="355283" y="719042"/>
                  </a:lnTo>
                  <a:close/>
                  <a:moveTo>
                    <a:pt x="264986" y="684371"/>
                  </a:moveTo>
                  <a:lnTo>
                    <a:pt x="261652" y="690658"/>
                  </a:lnTo>
                  <a:lnTo>
                    <a:pt x="257080" y="703517"/>
                  </a:lnTo>
                  <a:lnTo>
                    <a:pt x="256318" y="706565"/>
                  </a:lnTo>
                  <a:lnTo>
                    <a:pt x="256127" y="708184"/>
                  </a:lnTo>
                  <a:lnTo>
                    <a:pt x="256223" y="709517"/>
                  </a:lnTo>
                  <a:lnTo>
                    <a:pt x="257175" y="711518"/>
                  </a:lnTo>
                  <a:lnTo>
                    <a:pt x="258509" y="712089"/>
                  </a:lnTo>
                  <a:lnTo>
                    <a:pt x="261747" y="712089"/>
                  </a:lnTo>
                  <a:lnTo>
                    <a:pt x="264890" y="713232"/>
                  </a:lnTo>
                  <a:lnTo>
                    <a:pt x="266224" y="713423"/>
                  </a:lnTo>
                  <a:lnTo>
                    <a:pt x="267272" y="712851"/>
                  </a:lnTo>
                  <a:lnTo>
                    <a:pt x="268034" y="711137"/>
                  </a:lnTo>
                  <a:lnTo>
                    <a:pt x="267843" y="709422"/>
                  </a:lnTo>
                  <a:lnTo>
                    <a:pt x="266510" y="706088"/>
                  </a:lnTo>
                  <a:lnTo>
                    <a:pt x="270034" y="703517"/>
                  </a:lnTo>
                  <a:lnTo>
                    <a:pt x="270415" y="696087"/>
                  </a:lnTo>
                  <a:lnTo>
                    <a:pt x="268034" y="683133"/>
                  </a:lnTo>
                  <a:lnTo>
                    <a:pt x="264986" y="684371"/>
                  </a:lnTo>
                  <a:close/>
                  <a:moveTo>
                    <a:pt x="326231" y="675894"/>
                  </a:moveTo>
                  <a:lnTo>
                    <a:pt x="324612" y="676656"/>
                  </a:lnTo>
                  <a:lnTo>
                    <a:pt x="322326" y="679609"/>
                  </a:lnTo>
                  <a:lnTo>
                    <a:pt x="320231" y="683133"/>
                  </a:lnTo>
                  <a:lnTo>
                    <a:pt x="318802" y="686467"/>
                  </a:lnTo>
                  <a:lnTo>
                    <a:pt x="318611" y="687324"/>
                  </a:lnTo>
                  <a:lnTo>
                    <a:pt x="318707" y="688467"/>
                  </a:lnTo>
                  <a:lnTo>
                    <a:pt x="319373" y="690182"/>
                  </a:lnTo>
                  <a:lnTo>
                    <a:pt x="319564" y="691229"/>
                  </a:lnTo>
                  <a:lnTo>
                    <a:pt x="320421" y="691325"/>
                  </a:lnTo>
                  <a:lnTo>
                    <a:pt x="324612" y="692658"/>
                  </a:lnTo>
                  <a:lnTo>
                    <a:pt x="325755" y="693230"/>
                  </a:lnTo>
                  <a:lnTo>
                    <a:pt x="326041" y="686467"/>
                  </a:lnTo>
                  <a:lnTo>
                    <a:pt x="326708" y="683419"/>
                  </a:lnTo>
                  <a:lnTo>
                    <a:pt x="328041" y="680466"/>
                  </a:lnTo>
                  <a:lnTo>
                    <a:pt x="328422" y="678371"/>
                  </a:lnTo>
                  <a:lnTo>
                    <a:pt x="327565" y="676656"/>
                  </a:lnTo>
                  <a:lnTo>
                    <a:pt x="326231" y="675894"/>
                  </a:lnTo>
                  <a:close/>
                  <a:moveTo>
                    <a:pt x="263271" y="684181"/>
                  </a:moveTo>
                  <a:lnTo>
                    <a:pt x="265557" y="680752"/>
                  </a:lnTo>
                  <a:lnTo>
                    <a:pt x="266414" y="676751"/>
                  </a:lnTo>
                  <a:lnTo>
                    <a:pt x="264795" y="673703"/>
                  </a:lnTo>
                  <a:lnTo>
                    <a:pt x="263271" y="673418"/>
                  </a:lnTo>
                  <a:lnTo>
                    <a:pt x="261938" y="674656"/>
                  </a:lnTo>
                  <a:lnTo>
                    <a:pt x="260795" y="676656"/>
                  </a:lnTo>
                  <a:lnTo>
                    <a:pt x="259937" y="678751"/>
                  </a:lnTo>
                  <a:lnTo>
                    <a:pt x="259556" y="680276"/>
                  </a:lnTo>
                  <a:lnTo>
                    <a:pt x="259271" y="682562"/>
                  </a:lnTo>
                  <a:lnTo>
                    <a:pt x="259366" y="684657"/>
                  </a:lnTo>
                  <a:lnTo>
                    <a:pt x="260318" y="685609"/>
                  </a:lnTo>
                  <a:lnTo>
                    <a:pt x="263271" y="684181"/>
                  </a:lnTo>
                  <a:close/>
                  <a:moveTo>
                    <a:pt x="467963" y="79629"/>
                  </a:moveTo>
                  <a:lnTo>
                    <a:pt x="467487" y="77343"/>
                  </a:lnTo>
                  <a:lnTo>
                    <a:pt x="465106" y="70199"/>
                  </a:lnTo>
                  <a:lnTo>
                    <a:pt x="465677" y="68580"/>
                  </a:lnTo>
                  <a:lnTo>
                    <a:pt x="464725" y="68390"/>
                  </a:lnTo>
                  <a:lnTo>
                    <a:pt x="464249" y="68199"/>
                  </a:lnTo>
                  <a:lnTo>
                    <a:pt x="463296" y="67342"/>
                  </a:lnTo>
                  <a:lnTo>
                    <a:pt x="462820" y="67342"/>
                  </a:lnTo>
                  <a:lnTo>
                    <a:pt x="462248" y="67818"/>
                  </a:lnTo>
                  <a:lnTo>
                    <a:pt x="462058" y="68485"/>
                  </a:lnTo>
                  <a:lnTo>
                    <a:pt x="461963" y="69056"/>
                  </a:lnTo>
                  <a:lnTo>
                    <a:pt x="461867" y="69342"/>
                  </a:lnTo>
                  <a:lnTo>
                    <a:pt x="461867" y="69628"/>
                  </a:lnTo>
                  <a:lnTo>
                    <a:pt x="461677" y="70390"/>
                  </a:lnTo>
                  <a:lnTo>
                    <a:pt x="461296" y="71247"/>
                  </a:lnTo>
                  <a:lnTo>
                    <a:pt x="460724" y="71914"/>
                  </a:lnTo>
                  <a:lnTo>
                    <a:pt x="460343" y="71914"/>
                  </a:lnTo>
                  <a:lnTo>
                    <a:pt x="459200" y="71438"/>
                  </a:lnTo>
                  <a:lnTo>
                    <a:pt x="458724" y="71342"/>
                  </a:lnTo>
                  <a:lnTo>
                    <a:pt x="454152" y="71342"/>
                  </a:lnTo>
                  <a:lnTo>
                    <a:pt x="453485" y="71247"/>
                  </a:lnTo>
                  <a:lnTo>
                    <a:pt x="451675" y="70961"/>
                  </a:lnTo>
                  <a:lnTo>
                    <a:pt x="445484" y="68199"/>
                  </a:lnTo>
                  <a:lnTo>
                    <a:pt x="442913" y="68104"/>
                  </a:lnTo>
                  <a:lnTo>
                    <a:pt x="438912" y="69818"/>
                  </a:lnTo>
                  <a:lnTo>
                    <a:pt x="436817" y="69818"/>
                  </a:lnTo>
                  <a:lnTo>
                    <a:pt x="435388" y="68675"/>
                  </a:lnTo>
                  <a:lnTo>
                    <a:pt x="437198" y="65151"/>
                  </a:lnTo>
                  <a:lnTo>
                    <a:pt x="436912" y="62865"/>
                  </a:lnTo>
                  <a:lnTo>
                    <a:pt x="433959" y="60484"/>
                  </a:lnTo>
                  <a:lnTo>
                    <a:pt x="429387" y="58769"/>
                  </a:lnTo>
                  <a:lnTo>
                    <a:pt x="424625" y="58007"/>
                  </a:lnTo>
                  <a:lnTo>
                    <a:pt x="417385" y="58865"/>
                  </a:lnTo>
                  <a:lnTo>
                    <a:pt x="413290" y="56769"/>
                  </a:lnTo>
                  <a:lnTo>
                    <a:pt x="408813" y="53626"/>
                  </a:lnTo>
                  <a:lnTo>
                    <a:pt x="405670" y="51435"/>
                  </a:lnTo>
                  <a:lnTo>
                    <a:pt x="400907" y="52673"/>
                  </a:lnTo>
                  <a:lnTo>
                    <a:pt x="399288" y="52578"/>
                  </a:lnTo>
                  <a:lnTo>
                    <a:pt x="397859" y="52673"/>
                  </a:lnTo>
                  <a:lnTo>
                    <a:pt x="396621" y="53626"/>
                  </a:lnTo>
                  <a:lnTo>
                    <a:pt x="395383" y="54864"/>
                  </a:lnTo>
                  <a:lnTo>
                    <a:pt x="394049" y="55817"/>
                  </a:lnTo>
                  <a:lnTo>
                    <a:pt x="390811" y="56674"/>
                  </a:lnTo>
                  <a:lnTo>
                    <a:pt x="387572" y="56959"/>
                  </a:lnTo>
                  <a:lnTo>
                    <a:pt x="381095" y="56579"/>
                  </a:lnTo>
                  <a:lnTo>
                    <a:pt x="377476" y="55531"/>
                  </a:lnTo>
                  <a:lnTo>
                    <a:pt x="375857" y="53626"/>
                  </a:lnTo>
                  <a:lnTo>
                    <a:pt x="374904" y="50959"/>
                  </a:lnTo>
                  <a:lnTo>
                    <a:pt x="373285" y="47720"/>
                  </a:lnTo>
                  <a:lnTo>
                    <a:pt x="371475" y="45720"/>
                  </a:lnTo>
                  <a:lnTo>
                    <a:pt x="368808" y="43720"/>
                  </a:lnTo>
                  <a:lnTo>
                    <a:pt x="365950" y="42386"/>
                  </a:lnTo>
                  <a:lnTo>
                    <a:pt x="363474" y="42482"/>
                  </a:lnTo>
                  <a:lnTo>
                    <a:pt x="362331" y="43244"/>
                  </a:lnTo>
                  <a:lnTo>
                    <a:pt x="360998" y="43625"/>
                  </a:lnTo>
                  <a:lnTo>
                    <a:pt x="359664" y="43529"/>
                  </a:lnTo>
                  <a:lnTo>
                    <a:pt x="358426" y="42767"/>
                  </a:lnTo>
                  <a:lnTo>
                    <a:pt x="357569" y="41434"/>
                  </a:lnTo>
                  <a:lnTo>
                    <a:pt x="357569" y="40196"/>
                  </a:lnTo>
                  <a:lnTo>
                    <a:pt x="357759" y="38862"/>
                  </a:lnTo>
                  <a:lnTo>
                    <a:pt x="357473" y="37243"/>
                  </a:lnTo>
                  <a:lnTo>
                    <a:pt x="355378" y="34766"/>
                  </a:lnTo>
                  <a:lnTo>
                    <a:pt x="353092" y="35052"/>
                  </a:lnTo>
                  <a:lnTo>
                    <a:pt x="350901" y="36957"/>
                  </a:lnTo>
                  <a:lnTo>
                    <a:pt x="349091" y="39433"/>
                  </a:lnTo>
                  <a:lnTo>
                    <a:pt x="348425" y="33052"/>
                  </a:lnTo>
                  <a:lnTo>
                    <a:pt x="348425" y="26003"/>
                  </a:lnTo>
                  <a:lnTo>
                    <a:pt x="347853" y="22670"/>
                  </a:lnTo>
                  <a:lnTo>
                    <a:pt x="346329" y="19717"/>
                  </a:lnTo>
                  <a:lnTo>
                    <a:pt x="343757" y="17717"/>
                  </a:lnTo>
                  <a:lnTo>
                    <a:pt x="336518" y="13907"/>
                  </a:lnTo>
                  <a:lnTo>
                    <a:pt x="335471" y="13145"/>
                  </a:lnTo>
                  <a:lnTo>
                    <a:pt x="335471" y="13145"/>
                  </a:lnTo>
                  <a:lnTo>
                    <a:pt x="333947" y="13525"/>
                  </a:lnTo>
                  <a:lnTo>
                    <a:pt x="330899" y="12383"/>
                  </a:lnTo>
                  <a:lnTo>
                    <a:pt x="328422" y="10287"/>
                  </a:lnTo>
                  <a:lnTo>
                    <a:pt x="327565" y="10001"/>
                  </a:lnTo>
                  <a:lnTo>
                    <a:pt x="321659" y="10668"/>
                  </a:lnTo>
                  <a:lnTo>
                    <a:pt x="313468" y="9334"/>
                  </a:lnTo>
                  <a:lnTo>
                    <a:pt x="310706" y="9620"/>
                  </a:lnTo>
                  <a:lnTo>
                    <a:pt x="302609" y="17621"/>
                  </a:lnTo>
                  <a:lnTo>
                    <a:pt x="299847" y="19526"/>
                  </a:lnTo>
                  <a:lnTo>
                    <a:pt x="297466" y="20669"/>
                  </a:lnTo>
                  <a:lnTo>
                    <a:pt x="293751" y="21526"/>
                  </a:lnTo>
                  <a:lnTo>
                    <a:pt x="292132" y="21431"/>
                  </a:lnTo>
                  <a:lnTo>
                    <a:pt x="291084" y="21050"/>
                  </a:lnTo>
                  <a:lnTo>
                    <a:pt x="290417" y="20574"/>
                  </a:lnTo>
                  <a:lnTo>
                    <a:pt x="289655" y="19621"/>
                  </a:lnTo>
                  <a:lnTo>
                    <a:pt x="277749" y="14669"/>
                  </a:lnTo>
                  <a:lnTo>
                    <a:pt x="273177" y="13811"/>
                  </a:lnTo>
                  <a:lnTo>
                    <a:pt x="268034" y="14573"/>
                  </a:lnTo>
                  <a:lnTo>
                    <a:pt x="264509" y="14478"/>
                  </a:lnTo>
                  <a:lnTo>
                    <a:pt x="262509" y="13811"/>
                  </a:lnTo>
                  <a:lnTo>
                    <a:pt x="261175" y="12763"/>
                  </a:lnTo>
                  <a:lnTo>
                    <a:pt x="260699" y="11716"/>
                  </a:lnTo>
                  <a:lnTo>
                    <a:pt x="260414" y="10382"/>
                  </a:lnTo>
                  <a:lnTo>
                    <a:pt x="260318" y="7811"/>
                  </a:lnTo>
                  <a:lnTo>
                    <a:pt x="259842" y="6572"/>
                  </a:lnTo>
                  <a:lnTo>
                    <a:pt x="258985" y="5239"/>
                  </a:lnTo>
                  <a:lnTo>
                    <a:pt x="255175" y="2572"/>
                  </a:lnTo>
                  <a:lnTo>
                    <a:pt x="253651" y="857"/>
                  </a:lnTo>
                  <a:lnTo>
                    <a:pt x="251555" y="0"/>
                  </a:lnTo>
                  <a:lnTo>
                    <a:pt x="249746" y="4000"/>
                  </a:lnTo>
                  <a:lnTo>
                    <a:pt x="249269" y="13049"/>
                  </a:lnTo>
                  <a:lnTo>
                    <a:pt x="247555" y="16859"/>
                  </a:lnTo>
                  <a:lnTo>
                    <a:pt x="247364" y="17907"/>
                  </a:lnTo>
                  <a:lnTo>
                    <a:pt x="247555" y="18955"/>
                  </a:lnTo>
                  <a:lnTo>
                    <a:pt x="248126" y="19907"/>
                  </a:lnTo>
                  <a:lnTo>
                    <a:pt x="249936" y="21717"/>
                  </a:lnTo>
                  <a:lnTo>
                    <a:pt x="252032" y="26384"/>
                  </a:lnTo>
                  <a:lnTo>
                    <a:pt x="254127" y="27718"/>
                  </a:lnTo>
                  <a:lnTo>
                    <a:pt x="255937" y="28575"/>
                  </a:lnTo>
                  <a:lnTo>
                    <a:pt x="257461" y="30004"/>
                  </a:lnTo>
                  <a:lnTo>
                    <a:pt x="259842" y="33433"/>
                  </a:lnTo>
                  <a:lnTo>
                    <a:pt x="262128" y="37624"/>
                  </a:lnTo>
                  <a:lnTo>
                    <a:pt x="263843" y="42196"/>
                  </a:lnTo>
                  <a:lnTo>
                    <a:pt x="264795" y="44196"/>
                  </a:lnTo>
                  <a:lnTo>
                    <a:pt x="267367" y="48101"/>
                  </a:lnTo>
                  <a:lnTo>
                    <a:pt x="268319" y="50101"/>
                  </a:lnTo>
                  <a:lnTo>
                    <a:pt x="268796" y="52292"/>
                  </a:lnTo>
                  <a:lnTo>
                    <a:pt x="269272" y="57817"/>
                  </a:lnTo>
                  <a:lnTo>
                    <a:pt x="270320" y="62960"/>
                  </a:lnTo>
                  <a:lnTo>
                    <a:pt x="270415" y="65437"/>
                  </a:lnTo>
                  <a:lnTo>
                    <a:pt x="270224" y="67913"/>
                  </a:lnTo>
                  <a:lnTo>
                    <a:pt x="269748" y="70485"/>
                  </a:lnTo>
                  <a:lnTo>
                    <a:pt x="267843" y="76200"/>
                  </a:lnTo>
                  <a:lnTo>
                    <a:pt x="262700" y="86392"/>
                  </a:lnTo>
                  <a:lnTo>
                    <a:pt x="260985" y="91916"/>
                  </a:lnTo>
                  <a:lnTo>
                    <a:pt x="262985" y="92392"/>
                  </a:lnTo>
                  <a:lnTo>
                    <a:pt x="264986" y="93059"/>
                  </a:lnTo>
                  <a:lnTo>
                    <a:pt x="266033" y="92964"/>
                  </a:lnTo>
                  <a:lnTo>
                    <a:pt x="268224" y="92392"/>
                  </a:lnTo>
                  <a:lnTo>
                    <a:pt x="273272" y="90583"/>
                  </a:lnTo>
                  <a:lnTo>
                    <a:pt x="274320" y="90869"/>
                  </a:lnTo>
                  <a:lnTo>
                    <a:pt x="274606" y="91821"/>
                  </a:lnTo>
                  <a:lnTo>
                    <a:pt x="273463" y="95345"/>
                  </a:lnTo>
                  <a:lnTo>
                    <a:pt x="273368" y="96774"/>
                  </a:lnTo>
                  <a:lnTo>
                    <a:pt x="273368" y="96965"/>
                  </a:lnTo>
                  <a:lnTo>
                    <a:pt x="273368" y="96965"/>
                  </a:lnTo>
                  <a:lnTo>
                    <a:pt x="273844" y="97536"/>
                  </a:lnTo>
                  <a:lnTo>
                    <a:pt x="274892" y="98488"/>
                  </a:lnTo>
                  <a:lnTo>
                    <a:pt x="275749" y="98965"/>
                  </a:lnTo>
                  <a:lnTo>
                    <a:pt x="277082" y="99441"/>
                  </a:lnTo>
                  <a:lnTo>
                    <a:pt x="278225" y="100298"/>
                  </a:lnTo>
                  <a:lnTo>
                    <a:pt x="282035" y="104204"/>
                  </a:lnTo>
                  <a:lnTo>
                    <a:pt x="282988" y="105346"/>
                  </a:lnTo>
                  <a:lnTo>
                    <a:pt x="283369" y="106204"/>
                  </a:lnTo>
                  <a:lnTo>
                    <a:pt x="282893" y="106775"/>
                  </a:lnTo>
                  <a:lnTo>
                    <a:pt x="282416" y="107156"/>
                  </a:lnTo>
                  <a:lnTo>
                    <a:pt x="281273" y="107823"/>
                  </a:lnTo>
                  <a:lnTo>
                    <a:pt x="280511" y="108395"/>
                  </a:lnTo>
                  <a:lnTo>
                    <a:pt x="280035" y="109347"/>
                  </a:lnTo>
                  <a:lnTo>
                    <a:pt x="280130" y="110300"/>
                  </a:lnTo>
                  <a:lnTo>
                    <a:pt x="280702" y="110966"/>
                  </a:lnTo>
                  <a:lnTo>
                    <a:pt x="282893" y="111919"/>
                  </a:lnTo>
                  <a:lnTo>
                    <a:pt x="284417" y="112871"/>
                  </a:lnTo>
                  <a:lnTo>
                    <a:pt x="285274" y="113824"/>
                  </a:lnTo>
                  <a:lnTo>
                    <a:pt x="285750" y="114967"/>
                  </a:lnTo>
                  <a:lnTo>
                    <a:pt x="285750" y="116015"/>
                  </a:lnTo>
                  <a:lnTo>
                    <a:pt x="285560" y="117062"/>
                  </a:lnTo>
                  <a:lnTo>
                    <a:pt x="285274" y="117729"/>
                  </a:lnTo>
                  <a:lnTo>
                    <a:pt x="284893" y="118110"/>
                  </a:lnTo>
                  <a:lnTo>
                    <a:pt x="284321" y="118205"/>
                  </a:lnTo>
                  <a:lnTo>
                    <a:pt x="282512" y="118205"/>
                  </a:lnTo>
                  <a:lnTo>
                    <a:pt x="280988" y="118491"/>
                  </a:lnTo>
                  <a:lnTo>
                    <a:pt x="279559" y="119253"/>
                  </a:lnTo>
                  <a:lnTo>
                    <a:pt x="275939" y="122777"/>
                  </a:lnTo>
                  <a:lnTo>
                    <a:pt x="274606" y="123539"/>
                  </a:lnTo>
                  <a:lnTo>
                    <a:pt x="271367" y="124587"/>
                  </a:lnTo>
                  <a:lnTo>
                    <a:pt x="269843" y="125635"/>
                  </a:lnTo>
                  <a:lnTo>
                    <a:pt x="268319" y="127159"/>
                  </a:lnTo>
                  <a:lnTo>
                    <a:pt x="264224" y="132207"/>
                  </a:lnTo>
                  <a:lnTo>
                    <a:pt x="261842" y="134207"/>
                  </a:lnTo>
                  <a:lnTo>
                    <a:pt x="259747" y="136588"/>
                  </a:lnTo>
                  <a:lnTo>
                    <a:pt x="258318" y="137541"/>
                  </a:lnTo>
                  <a:lnTo>
                    <a:pt x="255937" y="138589"/>
                  </a:lnTo>
                  <a:lnTo>
                    <a:pt x="254889" y="139351"/>
                  </a:lnTo>
                  <a:lnTo>
                    <a:pt x="252413" y="141923"/>
                  </a:lnTo>
                  <a:lnTo>
                    <a:pt x="251270" y="142399"/>
                  </a:lnTo>
                  <a:lnTo>
                    <a:pt x="250412" y="142494"/>
                  </a:lnTo>
                  <a:lnTo>
                    <a:pt x="249555" y="142399"/>
                  </a:lnTo>
                  <a:lnTo>
                    <a:pt x="248793" y="142399"/>
                  </a:lnTo>
                  <a:lnTo>
                    <a:pt x="248031" y="142589"/>
                  </a:lnTo>
                  <a:lnTo>
                    <a:pt x="246983" y="143542"/>
                  </a:lnTo>
                  <a:lnTo>
                    <a:pt x="243078" y="148590"/>
                  </a:lnTo>
                  <a:lnTo>
                    <a:pt x="235077" y="154972"/>
                  </a:lnTo>
                  <a:lnTo>
                    <a:pt x="231839" y="158401"/>
                  </a:lnTo>
                  <a:lnTo>
                    <a:pt x="230886" y="159925"/>
                  </a:lnTo>
                  <a:lnTo>
                    <a:pt x="230600" y="161258"/>
                  </a:lnTo>
                  <a:lnTo>
                    <a:pt x="230600" y="161258"/>
                  </a:lnTo>
                  <a:lnTo>
                    <a:pt x="230600" y="161258"/>
                  </a:lnTo>
                  <a:lnTo>
                    <a:pt x="230696" y="162973"/>
                  </a:lnTo>
                  <a:lnTo>
                    <a:pt x="230505" y="164401"/>
                  </a:lnTo>
                  <a:lnTo>
                    <a:pt x="230029" y="165545"/>
                  </a:lnTo>
                  <a:lnTo>
                    <a:pt x="229172" y="169259"/>
                  </a:lnTo>
                  <a:lnTo>
                    <a:pt x="228886" y="169926"/>
                  </a:lnTo>
                  <a:lnTo>
                    <a:pt x="228505" y="170307"/>
                  </a:lnTo>
                  <a:lnTo>
                    <a:pt x="227362" y="170593"/>
                  </a:lnTo>
                  <a:lnTo>
                    <a:pt x="226504" y="170974"/>
                  </a:lnTo>
                  <a:lnTo>
                    <a:pt x="226028" y="171545"/>
                  </a:lnTo>
                  <a:lnTo>
                    <a:pt x="225838" y="172498"/>
                  </a:lnTo>
                  <a:lnTo>
                    <a:pt x="225933" y="173165"/>
                  </a:lnTo>
                  <a:lnTo>
                    <a:pt x="226028" y="173641"/>
                  </a:lnTo>
                  <a:lnTo>
                    <a:pt x="226600" y="174784"/>
                  </a:lnTo>
                  <a:lnTo>
                    <a:pt x="226790" y="175165"/>
                  </a:lnTo>
                  <a:lnTo>
                    <a:pt x="226886" y="175641"/>
                  </a:lnTo>
                  <a:lnTo>
                    <a:pt x="226981" y="176117"/>
                  </a:lnTo>
                  <a:lnTo>
                    <a:pt x="227267" y="176689"/>
                  </a:lnTo>
                  <a:lnTo>
                    <a:pt x="227743" y="177355"/>
                  </a:lnTo>
                  <a:lnTo>
                    <a:pt x="229934" y="178784"/>
                  </a:lnTo>
                  <a:lnTo>
                    <a:pt x="233458" y="180404"/>
                  </a:lnTo>
                  <a:lnTo>
                    <a:pt x="234601" y="181166"/>
                  </a:lnTo>
                  <a:lnTo>
                    <a:pt x="236125" y="183928"/>
                  </a:lnTo>
                  <a:lnTo>
                    <a:pt x="236601" y="184404"/>
                  </a:lnTo>
                  <a:lnTo>
                    <a:pt x="237173" y="185071"/>
                  </a:lnTo>
                  <a:lnTo>
                    <a:pt x="237839" y="186214"/>
                  </a:lnTo>
                  <a:lnTo>
                    <a:pt x="238411" y="188500"/>
                  </a:lnTo>
                  <a:lnTo>
                    <a:pt x="239173" y="190214"/>
                  </a:lnTo>
                  <a:lnTo>
                    <a:pt x="239935" y="191262"/>
                  </a:lnTo>
                  <a:lnTo>
                    <a:pt x="242411" y="193072"/>
                  </a:lnTo>
                  <a:lnTo>
                    <a:pt x="243650" y="195072"/>
                  </a:lnTo>
                  <a:lnTo>
                    <a:pt x="250889" y="198215"/>
                  </a:lnTo>
                  <a:lnTo>
                    <a:pt x="254127" y="200692"/>
                  </a:lnTo>
                  <a:lnTo>
                    <a:pt x="255270" y="202406"/>
                  </a:lnTo>
                  <a:lnTo>
                    <a:pt x="255651" y="203549"/>
                  </a:lnTo>
                  <a:lnTo>
                    <a:pt x="256127" y="206502"/>
                  </a:lnTo>
                  <a:lnTo>
                    <a:pt x="256699" y="208883"/>
                  </a:lnTo>
                  <a:lnTo>
                    <a:pt x="256794" y="209645"/>
                  </a:lnTo>
                  <a:lnTo>
                    <a:pt x="256794" y="210598"/>
                  </a:lnTo>
                  <a:lnTo>
                    <a:pt x="256223" y="214408"/>
                  </a:lnTo>
                  <a:lnTo>
                    <a:pt x="255270" y="217932"/>
                  </a:lnTo>
                  <a:lnTo>
                    <a:pt x="255175" y="219170"/>
                  </a:lnTo>
                  <a:lnTo>
                    <a:pt x="255556" y="219742"/>
                  </a:lnTo>
                  <a:lnTo>
                    <a:pt x="256032" y="220409"/>
                  </a:lnTo>
                  <a:lnTo>
                    <a:pt x="256985" y="221361"/>
                  </a:lnTo>
                  <a:lnTo>
                    <a:pt x="257461" y="222028"/>
                  </a:lnTo>
                  <a:lnTo>
                    <a:pt x="257747" y="222599"/>
                  </a:lnTo>
                  <a:lnTo>
                    <a:pt x="257747" y="224314"/>
                  </a:lnTo>
                  <a:lnTo>
                    <a:pt x="258032" y="226314"/>
                  </a:lnTo>
                  <a:lnTo>
                    <a:pt x="250889" y="224980"/>
                  </a:lnTo>
                  <a:lnTo>
                    <a:pt x="249079" y="224123"/>
                  </a:lnTo>
                  <a:lnTo>
                    <a:pt x="249079" y="223266"/>
                  </a:lnTo>
                  <a:lnTo>
                    <a:pt x="248888" y="222790"/>
                  </a:lnTo>
                  <a:lnTo>
                    <a:pt x="247269" y="221551"/>
                  </a:lnTo>
                  <a:lnTo>
                    <a:pt x="245078" y="220790"/>
                  </a:lnTo>
                  <a:lnTo>
                    <a:pt x="243554" y="221933"/>
                  </a:lnTo>
                  <a:lnTo>
                    <a:pt x="241173" y="223361"/>
                  </a:lnTo>
                  <a:lnTo>
                    <a:pt x="236887" y="224695"/>
                  </a:lnTo>
                  <a:lnTo>
                    <a:pt x="236315" y="224980"/>
                  </a:lnTo>
                  <a:lnTo>
                    <a:pt x="236125" y="225076"/>
                  </a:lnTo>
                  <a:lnTo>
                    <a:pt x="236125" y="225076"/>
                  </a:lnTo>
                  <a:lnTo>
                    <a:pt x="236125" y="225076"/>
                  </a:lnTo>
                  <a:lnTo>
                    <a:pt x="235172" y="226790"/>
                  </a:lnTo>
                  <a:lnTo>
                    <a:pt x="234410" y="227743"/>
                  </a:lnTo>
                  <a:lnTo>
                    <a:pt x="232886" y="228695"/>
                  </a:lnTo>
                  <a:lnTo>
                    <a:pt x="229362" y="230410"/>
                  </a:lnTo>
                  <a:lnTo>
                    <a:pt x="225552" y="231838"/>
                  </a:lnTo>
                  <a:lnTo>
                    <a:pt x="223457" y="233077"/>
                  </a:lnTo>
                  <a:lnTo>
                    <a:pt x="223457" y="233458"/>
                  </a:lnTo>
                  <a:lnTo>
                    <a:pt x="223361" y="233934"/>
                  </a:lnTo>
                  <a:lnTo>
                    <a:pt x="223266" y="234315"/>
                  </a:lnTo>
                  <a:lnTo>
                    <a:pt x="222980" y="234791"/>
                  </a:lnTo>
                  <a:lnTo>
                    <a:pt x="222409" y="235363"/>
                  </a:lnTo>
                  <a:lnTo>
                    <a:pt x="221266" y="236220"/>
                  </a:lnTo>
                  <a:lnTo>
                    <a:pt x="220790" y="236792"/>
                  </a:lnTo>
                  <a:lnTo>
                    <a:pt x="220599" y="237363"/>
                  </a:lnTo>
                  <a:lnTo>
                    <a:pt x="220694" y="237744"/>
                  </a:lnTo>
                  <a:lnTo>
                    <a:pt x="220980" y="238030"/>
                  </a:lnTo>
                  <a:lnTo>
                    <a:pt x="222218" y="238506"/>
                  </a:lnTo>
                  <a:lnTo>
                    <a:pt x="222504" y="238792"/>
                  </a:lnTo>
                  <a:lnTo>
                    <a:pt x="222790" y="239173"/>
                  </a:lnTo>
                  <a:lnTo>
                    <a:pt x="223171" y="240030"/>
                  </a:lnTo>
                  <a:lnTo>
                    <a:pt x="223647" y="241363"/>
                  </a:lnTo>
                  <a:lnTo>
                    <a:pt x="223838" y="241745"/>
                  </a:lnTo>
                  <a:lnTo>
                    <a:pt x="224123" y="242030"/>
                  </a:lnTo>
                  <a:lnTo>
                    <a:pt x="224504" y="242125"/>
                  </a:lnTo>
                  <a:lnTo>
                    <a:pt x="224981" y="242030"/>
                  </a:lnTo>
                  <a:lnTo>
                    <a:pt x="225743" y="241745"/>
                  </a:lnTo>
                  <a:lnTo>
                    <a:pt x="226219" y="241745"/>
                  </a:lnTo>
                  <a:lnTo>
                    <a:pt x="226600" y="241840"/>
                  </a:lnTo>
                  <a:lnTo>
                    <a:pt x="226886" y="242125"/>
                  </a:lnTo>
                  <a:lnTo>
                    <a:pt x="227838" y="243554"/>
                  </a:lnTo>
                  <a:lnTo>
                    <a:pt x="228600" y="244507"/>
                  </a:lnTo>
                  <a:lnTo>
                    <a:pt x="228981" y="245269"/>
                  </a:lnTo>
                  <a:lnTo>
                    <a:pt x="229457" y="247555"/>
                  </a:lnTo>
                  <a:lnTo>
                    <a:pt x="230410" y="250222"/>
                  </a:lnTo>
                  <a:lnTo>
                    <a:pt x="231553" y="252032"/>
                  </a:lnTo>
                  <a:lnTo>
                    <a:pt x="231458" y="253365"/>
                  </a:lnTo>
                  <a:lnTo>
                    <a:pt x="229076" y="257366"/>
                  </a:lnTo>
                  <a:lnTo>
                    <a:pt x="225266" y="261557"/>
                  </a:lnTo>
                  <a:lnTo>
                    <a:pt x="225266" y="263271"/>
                  </a:lnTo>
                  <a:lnTo>
                    <a:pt x="224790" y="264319"/>
                  </a:lnTo>
                  <a:lnTo>
                    <a:pt x="224123" y="265271"/>
                  </a:lnTo>
                  <a:lnTo>
                    <a:pt x="223647" y="266700"/>
                  </a:lnTo>
                  <a:lnTo>
                    <a:pt x="223552" y="268510"/>
                  </a:lnTo>
                  <a:lnTo>
                    <a:pt x="223742" y="269938"/>
                  </a:lnTo>
                  <a:lnTo>
                    <a:pt x="224409" y="272891"/>
                  </a:lnTo>
                  <a:lnTo>
                    <a:pt x="224409" y="273749"/>
                  </a:lnTo>
                  <a:lnTo>
                    <a:pt x="224219" y="275654"/>
                  </a:lnTo>
                  <a:lnTo>
                    <a:pt x="224314" y="276511"/>
                  </a:lnTo>
                  <a:lnTo>
                    <a:pt x="224885" y="277368"/>
                  </a:lnTo>
                  <a:lnTo>
                    <a:pt x="225552" y="277654"/>
                  </a:lnTo>
                  <a:lnTo>
                    <a:pt x="226219" y="277749"/>
                  </a:lnTo>
                  <a:lnTo>
                    <a:pt x="226790" y="278130"/>
                  </a:lnTo>
                  <a:lnTo>
                    <a:pt x="231172" y="282797"/>
                  </a:lnTo>
                  <a:lnTo>
                    <a:pt x="232124" y="283464"/>
                  </a:lnTo>
                  <a:lnTo>
                    <a:pt x="232791" y="284893"/>
                  </a:lnTo>
                  <a:lnTo>
                    <a:pt x="233839" y="287655"/>
                  </a:lnTo>
                  <a:lnTo>
                    <a:pt x="236029" y="296609"/>
                  </a:lnTo>
                  <a:lnTo>
                    <a:pt x="236411" y="299561"/>
                  </a:lnTo>
                  <a:lnTo>
                    <a:pt x="236506" y="302514"/>
                  </a:lnTo>
                  <a:lnTo>
                    <a:pt x="236220" y="304229"/>
                  </a:lnTo>
                  <a:lnTo>
                    <a:pt x="234791" y="306324"/>
                  </a:lnTo>
                  <a:lnTo>
                    <a:pt x="234220" y="307753"/>
                  </a:lnTo>
                  <a:lnTo>
                    <a:pt x="233744" y="314230"/>
                  </a:lnTo>
                  <a:lnTo>
                    <a:pt x="233648" y="314801"/>
                  </a:lnTo>
                  <a:lnTo>
                    <a:pt x="233363" y="315563"/>
                  </a:lnTo>
                  <a:lnTo>
                    <a:pt x="232696" y="315849"/>
                  </a:lnTo>
                  <a:lnTo>
                    <a:pt x="231839" y="315659"/>
                  </a:lnTo>
                  <a:lnTo>
                    <a:pt x="230600" y="314801"/>
                  </a:lnTo>
                  <a:lnTo>
                    <a:pt x="229743" y="314516"/>
                  </a:lnTo>
                  <a:lnTo>
                    <a:pt x="228791" y="314801"/>
                  </a:lnTo>
                  <a:lnTo>
                    <a:pt x="228219" y="315944"/>
                  </a:lnTo>
                  <a:lnTo>
                    <a:pt x="228410" y="317183"/>
                  </a:lnTo>
                  <a:lnTo>
                    <a:pt x="228981" y="318230"/>
                  </a:lnTo>
                  <a:lnTo>
                    <a:pt x="229648" y="318707"/>
                  </a:lnTo>
                  <a:lnTo>
                    <a:pt x="230505" y="318992"/>
                  </a:lnTo>
                  <a:lnTo>
                    <a:pt x="233172" y="319373"/>
                  </a:lnTo>
                  <a:lnTo>
                    <a:pt x="233744" y="319754"/>
                  </a:lnTo>
                  <a:lnTo>
                    <a:pt x="234125" y="320326"/>
                  </a:lnTo>
                  <a:lnTo>
                    <a:pt x="234887" y="322136"/>
                  </a:lnTo>
                  <a:lnTo>
                    <a:pt x="235649" y="323469"/>
                  </a:lnTo>
                  <a:lnTo>
                    <a:pt x="235839" y="324707"/>
                  </a:lnTo>
                  <a:lnTo>
                    <a:pt x="235934" y="326422"/>
                  </a:lnTo>
                  <a:lnTo>
                    <a:pt x="236125" y="327470"/>
                  </a:lnTo>
                  <a:lnTo>
                    <a:pt x="236601" y="328422"/>
                  </a:lnTo>
                  <a:lnTo>
                    <a:pt x="237268" y="329184"/>
                  </a:lnTo>
                  <a:lnTo>
                    <a:pt x="238030" y="330517"/>
                  </a:lnTo>
                  <a:lnTo>
                    <a:pt x="238030" y="331565"/>
                  </a:lnTo>
                  <a:lnTo>
                    <a:pt x="237458" y="332327"/>
                  </a:lnTo>
                  <a:lnTo>
                    <a:pt x="236315" y="333089"/>
                  </a:lnTo>
                  <a:lnTo>
                    <a:pt x="235458" y="333851"/>
                  </a:lnTo>
                  <a:lnTo>
                    <a:pt x="235077" y="335090"/>
                  </a:lnTo>
                  <a:lnTo>
                    <a:pt x="235553" y="335756"/>
                  </a:lnTo>
                  <a:lnTo>
                    <a:pt x="236411" y="336137"/>
                  </a:lnTo>
                  <a:lnTo>
                    <a:pt x="237173" y="336137"/>
                  </a:lnTo>
                  <a:lnTo>
                    <a:pt x="238601" y="336899"/>
                  </a:lnTo>
                  <a:lnTo>
                    <a:pt x="238030" y="338995"/>
                  </a:lnTo>
                  <a:lnTo>
                    <a:pt x="237268" y="339852"/>
                  </a:lnTo>
                  <a:lnTo>
                    <a:pt x="236029" y="340995"/>
                  </a:lnTo>
                  <a:lnTo>
                    <a:pt x="234506" y="341757"/>
                  </a:lnTo>
                  <a:lnTo>
                    <a:pt x="232791" y="342138"/>
                  </a:lnTo>
                  <a:lnTo>
                    <a:pt x="231172" y="342233"/>
                  </a:lnTo>
                  <a:lnTo>
                    <a:pt x="229838" y="341948"/>
                  </a:lnTo>
                  <a:lnTo>
                    <a:pt x="228600" y="341281"/>
                  </a:lnTo>
                  <a:lnTo>
                    <a:pt x="227552" y="340614"/>
                  </a:lnTo>
                  <a:lnTo>
                    <a:pt x="226409" y="340042"/>
                  </a:lnTo>
                  <a:lnTo>
                    <a:pt x="225171" y="339662"/>
                  </a:lnTo>
                  <a:lnTo>
                    <a:pt x="223457" y="339471"/>
                  </a:lnTo>
                  <a:lnTo>
                    <a:pt x="222314" y="339757"/>
                  </a:lnTo>
                  <a:lnTo>
                    <a:pt x="221552" y="340519"/>
                  </a:lnTo>
                  <a:lnTo>
                    <a:pt x="221742" y="341281"/>
                  </a:lnTo>
                  <a:lnTo>
                    <a:pt x="222599" y="342043"/>
                  </a:lnTo>
                  <a:lnTo>
                    <a:pt x="223933" y="342424"/>
                  </a:lnTo>
                  <a:lnTo>
                    <a:pt x="225171" y="342900"/>
                  </a:lnTo>
                  <a:lnTo>
                    <a:pt x="225933" y="343471"/>
                  </a:lnTo>
                  <a:lnTo>
                    <a:pt x="226124" y="344329"/>
                  </a:lnTo>
                  <a:lnTo>
                    <a:pt x="225647" y="347948"/>
                  </a:lnTo>
                  <a:lnTo>
                    <a:pt x="225838" y="348901"/>
                  </a:lnTo>
                  <a:lnTo>
                    <a:pt x="226886" y="350330"/>
                  </a:lnTo>
                  <a:lnTo>
                    <a:pt x="227171" y="351187"/>
                  </a:lnTo>
                  <a:lnTo>
                    <a:pt x="227171" y="352139"/>
                  </a:lnTo>
                  <a:lnTo>
                    <a:pt x="226981" y="352901"/>
                  </a:lnTo>
                  <a:lnTo>
                    <a:pt x="226504" y="354044"/>
                  </a:lnTo>
                  <a:lnTo>
                    <a:pt x="225933" y="354806"/>
                  </a:lnTo>
                  <a:lnTo>
                    <a:pt x="224885" y="355854"/>
                  </a:lnTo>
                  <a:lnTo>
                    <a:pt x="224409" y="356807"/>
                  </a:lnTo>
                  <a:lnTo>
                    <a:pt x="224314" y="357950"/>
                  </a:lnTo>
                  <a:lnTo>
                    <a:pt x="224695" y="359188"/>
                  </a:lnTo>
                  <a:lnTo>
                    <a:pt x="224885" y="360521"/>
                  </a:lnTo>
                  <a:lnTo>
                    <a:pt x="224409" y="362617"/>
                  </a:lnTo>
                  <a:lnTo>
                    <a:pt x="219551" y="373380"/>
                  </a:lnTo>
                  <a:lnTo>
                    <a:pt x="218027" y="375475"/>
                  </a:lnTo>
                  <a:lnTo>
                    <a:pt x="214694" y="378142"/>
                  </a:lnTo>
                  <a:lnTo>
                    <a:pt x="211741" y="380238"/>
                  </a:lnTo>
                  <a:lnTo>
                    <a:pt x="210217" y="380619"/>
                  </a:lnTo>
                  <a:lnTo>
                    <a:pt x="207740" y="381571"/>
                  </a:lnTo>
                  <a:lnTo>
                    <a:pt x="206883" y="382715"/>
                  </a:lnTo>
                  <a:lnTo>
                    <a:pt x="206693" y="383953"/>
                  </a:lnTo>
                  <a:lnTo>
                    <a:pt x="206883" y="385286"/>
                  </a:lnTo>
                  <a:lnTo>
                    <a:pt x="206883" y="386525"/>
                  </a:lnTo>
                  <a:lnTo>
                    <a:pt x="207074" y="387477"/>
                  </a:lnTo>
                  <a:lnTo>
                    <a:pt x="207550" y="387858"/>
                  </a:lnTo>
                  <a:lnTo>
                    <a:pt x="208217" y="387763"/>
                  </a:lnTo>
                  <a:lnTo>
                    <a:pt x="208979" y="387382"/>
                  </a:lnTo>
                  <a:lnTo>
                    <a:pt x="209455" y="387382"/>
                  </a:lnTo>
                  <a:lnTo>
                    <a:pt x="210217" y="387953"/>
                  </a:lnTo>
                  <a:lnTo>
                    <a:pt x="211455" y="390334"/>
                  </a:lnTo>
                  <a:lnTo>
                    <a:pt x="211265" y="392144"/>
                  </a:lnTo>
                  <a:lnTo>
                    <a:pt x="210026" y="393001"/>
                  </a:lnTo>
                  <a:lnTo>
                    <a:pt x="208312" y="393192"/>
                  </a:lnTo>
                  <a:lnTo>
                    <a:pt x="204788" y="392716"/>
                  </a:lnTo>
                  <a:lnTo>
                    <a:pt x="203454" y="393192"/>
                  </a:lnTo>
                  <a:lnTo>
                    <a:pt x="202883" y="394145"/>
                  </a:lnTo>
                  <a:lnTo>
                    <a:pt x="202597" y="396907"/>
                  </a:lnTo>
                  <a:lnTo>
                    <a:pt x="202025" y="398526"/>
                  </a:lnTo>
                  <a:lnTo>
                    <a:pt x="200882" y="400907"/>
                  </a:lnTo>
                  <a:lnTo>
                    <a:pt x="199835" y="401574"/>
                  </a:lnTo>
                  <a:lnTo>
                    <a:pt x="198501" y="401384"/>
                  </a:lnTo>
                  <a:lnTo>
                    <a:pt x="195929" y="399002"/>
                  </a:lnTo>
                  <a:lnTo>
                    <a:pt x="194500" y="398240"/>
                  </a:lnTo>
                  <a:lnTo>
                    <a:pt x="193262" y="398050"/>
                  </a:lnTo>
                  <a:lnTo>
                    <a:pt x="192215" y="398336"/>
                  </a:lnTo>
                  <a:lnTo>
                    <a:pt x="191167" y="399098"/>
                  </a:lnTo>
                  <a:lnTo>
                    <a:pt x="190976" y="400145"/>
                  </a:lnTo>
                  <a:lnTo>
                    <a:pt x="191643" y="403479"/>
                  </a:lnTo>
                  <a:lnTo>
                    <a:pt x="191357" y="405575"/>
                  </a:lnTo>
                  <a:lnTo>
                    <a:pt x="191548" y="408813"/>
                  </a:lnTo>
                  <a:lnTo>
                    <a:pt x="191262" y="409956"/>
                  </a:lnTo>
                  <a:lnTo>
                    <a:pt x="190405" y="410813"/>
                  </a:lnTo>
                  <a:lnTo>
                    <a:pt x="189262" y="411575"/>
                  </a:lnTo>
                  <a:lnTo>
                    <a:pt x="187643" y="413385"/>
                  </a:lnTo>
                  <a:lnTo>
                    <a:pt x="186309" y="413766"/>
                  </a:lnTo>
                  <a:lnTo>
                    <a:pt x="182975" y="412813"/>
                  </a:lnTo>
                  <a:lnTo>
                    <a:pt x="180594" y="412909"/>
                  </a:lnTo>
                  <a:lnTo>
                    <a:pt x="173736" y="415671"/>
                  </a:lnTo>
                  <a:lnTo>
                    <a:pt x="173069" y="415576"/>
                  </a:lnTo>
                  <a:lnTo>
                    <a:pt x="172593" y="415004"/>
                  </a:lnTo>
                  <a:lnTo>
                    <a:pt x="172307" y="413766"/>
                  </a:lnTo>
                  <a:lnTo>
                    <a:pt x="172212" y="412051"/>
                  </a:lnTo>
                  <a:lnTo>
                    <a:pt x="171926" y="410528"/>
                  </a:lnTo>
                  <a:lnTo>
                    <a:pt x="171260" y="409480"/>
                  </a:lnTo>
                  <a:lnTo>
                    <a:pt x="170402" y="408813"/>
                  </a:lnTo>
                  <a:lnTo>
                    <a:pt x="169545" y="408718"/>
                  </a:lnTo>
                  <a:lnTo>
                    <a:pt x="164116" y="410051"/>
                  </a:lnTo>
                  <a:lnTo>
                    <a:pt x="161925" y="410813"/>
                  </a:lnTo>
                  <a:lnTo>
                    <a:pt x="160973" y="411671"/>
                  </a:lnTo>
                  <a:lnTo>
                    <a:pt x="160782" y="412433"/>
                  </a:lnTo>
                  <a:lnTo>
                    <a:pt x="161449" y="413480"/>
                  </a:lnTo>
                  <a:lnTo>
                    <a:pt x="163259" y="415195"/>
                  </a:lnTo>
                  <a:lnTo>
                    <a:pt x="163735" y="415862"/>
                  </a:lnTo>
                  <a:lnTo>
                    <a:pt x="163735" y="416814"/>
                  </a:lnTo>
                  <a:lnTo>
                    <a:pt x="163830" y="417576"/>
                  </a:lnTo>
                  <a:lnTo>
                    <a:pt x="164306" y="418338"/>
                  </a:lnTo>
                  <a:lnTo>
                    <a:pt x="166592" y="420148"/>
                  </a:lnTo>
                  <a:lnTo>
                    <a:pt x="167354" y="421576"/>
                  </a:lnTo>
                  <a:lnTo>
                    <a:pt x="167640" y="423386"/>
                  </a:lnTo>
                  <a:lnTo>
                    <a:pt x="167354" y="425005"/>
                  </a:lnTo>
                  <a:lnTo>
                    <a:pt x="166497" y="426530"/>
                  </a:lnTo>
                  <a:lnTo>
                    <a:pt x="165545" y="427292"/>
                  </a:lnTo>
                  <a:lnTo>
                    <a:pt x="164211" y="427292"/>
                  </a:lnTo>
                  <a:lnTo>
                    <a:pt x="163544" y="427863"/>
                  </a:lnTo>
                  <a:lnTo>
                    <a:pt x="163259" y="428911"/>
                  </a:lnTo>
                  <a:lnTo>
                    <a:pt x="163354" y="431673"/>
                  </a:lnTo>
                  <a:lnTo>
                    <a:pt x="163163" y="433102"/>
                  </a:lnTo>
                  <a:lnTo>
                    <a:pt x="162592" y="434912"/>
                  </a:lnTo>
                  <a:lnTo>
                    <a:pt x="161544" y="435578"/>
                  </a:lnTo>
                  <a:lnTo>
                    <a:pt x="160687" y="435483"/>
                  </a:lnTo>
                  <a:lnTo>
                    <a:pt x="159258" y="433388"/>
                  </a:lnTo>
                  <a:lnTo>
                    <a:pt x="158401" y="432625"/>
                  </a:lnTo>
                  <a:lnTo>
                    <a:pt x="157353" y="432340"/>
                  </a:lnTo>
                  <a:lnTo>
                    <a:pt x="156115" y="432149"/>
                  </a:lnTo>
                  <a:lnTo>
                    <a:pt x="153734" y="431387"/>
                  </a:lnTo>
                  <a:lnTo>
                    <a:pt x="152495" y="431197"/>
                  </a:lnTo>
                  <a:lnTo>
                    <a:pt x="151352" y="431387"/>
                  </a:lnTo>
                  <a:lnTo>
                    <a:pt x="150686" y="431959"/>
                  </a:lnTo>
                  <a:lnTo>
                    <a:pt x="150400" y="432625"/>
                  </a:lnTo>
                  <a:lnTo>
                    <a:pt x="150686" y="433578"/>
                  </a:lnTo>
                  <a:lnTo>
                    <a:pt x="151448" y="434530"/>
                  </a:lnTo>
                  <a:lnTo>
                    <a:pt x="153448" y="436436"/>
                  </a:lnTo>
                  <a:lnTo>
                    <a:pt x="154019" y="437483"/>
                  </a:lnTo>
                  <a:lnTo>
                    <a:pt x="154210" y="438245"/>
                  </a:lnTo>
                  <a:lnTo>
                    <a:pt x="153734" y="439960"/>
                  </a:lnTo>
                  <a:lnTo>
                    <a:pt x="149733" y="440817"/>
                  </a:lnTo>
                  <a:lnTo>
                    <a:pt x="143732" y="439293"/>
                  </a:lnTo>
                  <a:lnTo>
                    <a:pt x="141065" y="437959"/>
                  </a:lnTo>
                  <a:lnTo>
                    <a:pt x="138779" y="436245"/>
                  </a:lnTo>
                  <a:lnTo>
                    <a:pt x="136303" y="433673"/>
                  </a:lnTo>
                  <a:lnTo>
                    <a:pt x="135446" y="433388"/>
                  </a:lnTo>
                  <a:lnTo>
                    <a:pt x="134112" y="433388"/>
                  </a:lnTo>
                  <a:lnTo>
                    <a:pt x="132207" y="433197"/>
                  </a:lnTo>
                  <a:lnTo>
                    <a:pt x="129826" y="432054"/>
                  </a:lnTo>
                  <a:lnTo>
                    <a:pt x="123825" y="427958"/>
                  </a:lnTo>
                  <a:lnTo>
                    <a:pt x="121825" y="427196"/>
                  </a:lnTo>
                  <a:lnTo>
                    <a:pt x="120396" y="427101"/>
                  </a:lnTo>
                  <a:lnTo>
                    <a:pt x="119539" y="427673"/>
                  </a:lnTo>
                  <a:lnTo>
                    <a:pt x="118967" y="428434"/>
                  </a:lnTo>
                  <a:lnTo>
                    <a:pt x="118586" y="429292"/>
                  </a:lnTo>
                  <a:lnTo>
                    <a:pt x="118396" y="430244"/>
                  </a:lnTo>
                  <a:lnTo>
                    <a:pt x="118205" y="430911"/>
                  </a:lnTo>
                  <a:lnTo>
                    <a:pt x="117920" y="431387"/>
                  </a:lnTo>
                  <a:lnTo>
                    <a:pt x="116872" y="432721"/>
                  </a:lnTo>
                  <a:lnTo>
                    <a:pt x="114681" y="434245"/>
                  </a:lnTo>
                  <a:lnTo>
                    <a:pt x="114110" y="435102"/>
                  </a:lnTo>
                  <a:lnTo>
                    <a:pt x="113348" y="436626"/>
                  </a:lnTo>
                  <a:lnTo>
                    <a:pt x="112681" y="439007"/>
                  </a:lnTo>
                  <a:lnTo>
                    <a:pt x="112681" y="439674"/>
                  </a:lnTo>
                  <a:lnTo>
                    <a:pt x="112871" y="440436"/>
                  </a:lnTo>
                  <a:lnTo>
                    <a:pt x="113443" y="441674"/>
                  </a:lnTo>
                  <a:lnTo>
                    <a:pt x="114205" y="444151"/>
                  </a:lnTo>
                  <a:lnTo>
                    <a:pt x="113729" y="447484"/>
                  </a:lnTo>
                  <a:lnTo>
                    <a:pt x="112776" y="450818"/>
                  </a:lnTo>
                  <a:lnTo>
                    <a:pt x="108680" y="452152"/>
                  </a:lnTo>
                  <a:lnTo>
                    <a:pt x="95060" y="454438"/>
                  </a:lnTo>
                  <a:lnTo>
                    <a:pt x="87821" y="456914"/>
                  </a:lnTo>
                  <a:lnTo>
                    <a:pt x="83153" y="459105"/>
                  </a:lnTo>
                  <a:lnTo>
                    <a:pt x="73438" y="461867"/>
                  </a:lnTo>
                  <a:lnTo>
                    <a:pt x="67913" y="464630"/>
                  </a:lnTo>
                  <a:lnTo>
                    <a:pt x="64389" y="467011"/>
                  </a:lnTo>
                  <a:lnTo>
                    <a:pt x="62198" y="469011"/>
                  </a:lnTo>
                  <a:lnTo>
                    <a:pt x="60770" y="470821"/>
                  </a:lnTo>
                  <a:lnTo>
                    <a:pt x="60103" y="472535"/>
                  </a:lnTo>
                  <a:lnTo>
                    <a:pt x="59912" y="474059"/>
                  </a:lnTo>
                  <a:lnTo>
                    <a:pt x="59912" y="475583"/>
                  </a:lnTo>
                  <a:lnTo>
                    <a:pt x="59817" y="477012"/>
                  </a:lnTo>
                  <a:lnTo>
                    <a:pt x="59341" y="478250"/>
                  </a:lnTo>
                  <a:lnTo>
                    <a:pt x="58865" y="479012"/>
                  </a:lnTo>
                  <a:lnTo>
                    <a:pt x="58674" y="479298"/>
                  </a:lnTo>
                  <a:lnTo>
                    <a:pt x="58579" y="479393"/>
                  </a:lnTo>
                  <a:lnTo>
                    <a:pt x="58388" y="479679"/>
                  </a:lnTo>
                  <a:lnTo>
                    <a:pt x="57817" y="480155"/>
                  </a:lnTo>
                  <a:lnTo>
                    <a:pt x="56674" y="481394"/>
                  </a:lnTo>
                  <a:lnTo>
                    <a:pt x="55340" y="482251"/>
                  </a:lnTo>
                  <a:lnTo>
                    <a:pt x="51911" y="485299"/>
                  </a:lnTo>
                  <a:lnTo>
                    <a:pt x="48387" y="486537"/>
                  </a:lnTo>
                  <a:lnTo>
                    <a:pt x="46673" y="486537"/>
                  </a:lnTo>
                  <a:lnTo>
                    <a:pt x="45053" y="485775"/>
                  </a:lnTo>
                  <a:lnTo>
                    <a:pt x="43815" y="484251"/>
                  </a:lnTo>
                  <a:lnTo>
                    <a:pt x="41624" y="482822"/>
                  </a:lnTo>
                  <a:lnTo>
                    <a:pt x="38481" y="481394"/>
                  </a:lnTo>
                  <a:lnTo>
                    <a:pt x="37529" y="481013"/>
                  </a:lnTo>
                  <a:lnTo>
                    <a:pt x="35814" y="480822"/>
                  </a:lnTo>
                  <a:lnTo>
                    <a:pt x="34957" y="480250"/>
                  </a:lnTo>
                  <a:lnTo>
                    <a:pt x="34481" y="479679"/>
                  </a:lnTo>
                  <a:lnTo>
                    <a:pt x="34385" y="479393"/>
                  </a:lnTo>
                  <a:lnTo>
                    <a:pt x="34385" y="479203"/>
                  </a:lnTo>
                  <a:lnTo>
                    <a:pt x="34671" y="477488"/>
                  </a:lnTo>
                  <a:lnTo>
                    <a:pt x="35909" y="471869"/>
                  </a:lnTo>
                  <a:lnTo>
                    <a:pt x="35243" y="469392"/>
                  </a:lnTo>
                  <a:lnTo>
                    <a:pt x="31718" y="469297"/>
                  </a:lnTo>
                  <a:lnTo>
                    <a:pt x="26861" y="466344"/>
                  </a:lnTo>
                  <a:lnTo>
                    <a:pt x="24860" y="465773"/>
                  </a:lnTo>
                  <a:lnTo>
                    <a:pt x="23146" y="465868"/>
                  </a:lnTo>
                  <a:lnTo>
                    <a:pt x="22098" y="466534"/>
                  </a:lnTo>
                  <a:lnTo>
                    <a:pt x="21146" y="467582"/>
                  </a:lnTo>
                  <a:lnTo>
                    <a:pt x="20574" y="468630"/>
                  </a:lnTo>
                  <a:lnTo>
                    <a:pt x="20383" y="469392"/>
                  </a:lnTo>
                  <a:lnTo>
                    <a:pt x="20479" y="470249"/>
                  </a:lnTo>
                  <a:lnTo>
                    <a:pt x="22003" y="474536"/>
                  </a:lnTo>
                  <a:lnTo>
                    <a:pt x="22193" y="475679"/>
                  </a:lnTo>
                  <a:lnTo>
                    <a:pt x="21622" y="477012"/>
                  </a:lnTo>
                  <a:lnTo>
                    <a:pt x="20955" y="477584"/>
                  </a:lnTo>
                  <a:lnTo>
                    <a:pt x="20003" y="477965"/>
                  </a:lnTo>
                  <a:lnTo>
                    <a:pt x="13811" y="479012"/>
                  </a:lnTo>
                  <a:lnTo>
                    <a:pt x="11144" y="479108"/>
                  </a:lnTo>
                  <a:lnTo>
                    <a:pt x="9335" y="479012"/>
                  </a:lnTo>
                  <a:lnTo>
                    <a:pt x="3143" y="480250"/>
                  </a:lnTo>
                  <a:lnTo>
                    <a:pt x="762" y="481489"/>
                  </a:lnTo>
                  <a:lnTo>
                    <a:pt x="381" y="481965"/>
                  </a:lnTo>
                  <a:lnTo>
                    <a:pt x="0" y="483108"/>
                  </a:lnTo>
                  <a:lnTo>
                    <a:pt x="95" y="485204"/>
                  </a:lnTo>
                  <a:lnTo>
                    <a:pt x="953" y="485870"/>
                  </a:lnTo>
                  <a:lnTo>
                    <a:pt x="1715" y="487013"/>
                  </a:lnTo>
                  <a:lnTo>
                    <a:pt x="2286" y="488156"/>
                  </a:lnTo>
                  <a:lnTo>
                    <a:pt x="2953" y="488728"/>
                  </a:lnTo>
                  <a:lnTo>
                    <a:pt x="6572" y="488442"/>
                  </a:lnTo>
                  <a:lnTo>
                    <a:pt x="7334" y="488728"/>
                  </a:lnTo>
                  <a:lnTo>
                    <a:pt x="8477" y="489871"/>
                  </a:lnTo>
                  <a:lnTo>
                    <a:pt x="8382" y="490728"/>
                  </a:lnTo>
                  <a:lnTo>
                    <a:pt x="7811" y="491680"/>
                  </a:lnTo>
                  <a:lnTo>
                    <a:pt x="7334" y="493109"/>
                  </a:lnTo>
                  <a:lnTo>
                    <a:pt x="7144" y="496062"/>
                  </a:lnTo>
                  <a:lnTo>
                    <a:pt x="6858" y="497491"/>
                  </a:lnTo>
                  <a:lnTo>
                    <a:pt x="6191" y="498729"/>
                  </a:lnTo>
                  <a:lnTo>
                    <a:pt x="4382" y="500920"/>
                  </a:lnTo>
                  <a:lnTo>
                    <a:pt x="2572" y="503682"/>
                  </a:lnTo>
                  <a:lnTo>
                    <a:pt x="1238" y="506730"/>
                  </a:lnTo>
                  <a:lnTo>
                    <a:pt x="857" y="509492"/>
                  </a:lnTo>
                  <a:lnTo>
                    <a:pt x="1905" y="512064"/>
                  </a:lnTo>
                  <a:lnTo>
                    <a:pt x="5620" y="515779"/>
                  </a:lnTo>
                  <a:lnTo>
                    <a:pt x="6477" y="518541"/>
                  </a:lnTo>
                  <a:lnTo>
                    <a:pt x="6763" y="520065"/>
                  </a:lnTo>
                  <a:lnTo>
                    <a:pt x="7334" y="521399"/>
                  </a:lnTo>
                  <a:lnTo>
                    <a:pt x="7715" y="521780"/>
                  </a:lnTo>
                  <a:lnTo>
                    <a:pt x="9049" y="521399"/>
                  </a:lnTo>
                  <a:lnTo>
                    <a:pt x="13907" y="519684"/>
                  </a:lnTo>
                  <a:lnTo>
                    <a:pt x="15907" y="519875"/>
                  </a:lnTo>
                  <a:lnTo>
                    <a:pt x="18479" y="520351"/>
                  </a:lnTo>
                  <a:lnTo>
                    <a:pt x="20669" y="521589"/>
                  </a:lnTo>
                  <a:lnTo>
                    <a:pt x="22765" y="523113"/>
                  </a:lnTo>
                  <a:lnTo>
                    <a:pt x="36862" y="538734"/>
                  </a:lnTo>
                  <a:lnTo>
                    <a:pt x="39338" y="540925"/>
                  </a:lnTo>
                  <a:lnTo>
                    <a:pt x="41053" y="541592"/>
                  </a:lnTo>
                  <a:lnTo>
                    <a:pt x="42767" y="541306"/>
                  </a:lnTo>
                  <a:lnTo>
                    <a:pt x="44482" y="540544"/>
                  </a:lnTo>
                  <a:lnTo>
                    <a:pt x="45720" y="539782"/>
                  </a:lnTo>
                  <a:lnTo>
                    <a:pt x="50578" y="539782"/>
                  </a:lnTo>
                  <a:lnTo>
                    <a:pt x="56769" y="541211"/>
                  </a:lnTo>
                  <a:lnTo>
                    <a:pt x="72485" y="541782"/>
                  </a:lnTo>
                  <a:lnTo>
                    <a:pt x="73438" y="541973"/>
                  </a:lnTo>
                  <a:lnTo>
                    <a:pt x="73819" y="542163"/>
                  </a:lnTo>
                  <a:lnTo>
                    <a:pt x="73914" y="542258"/>
                  </a:lnTo>
                  <a:lnTo>
                    <a:pt x="74009" y="542354"/>
                  </a:lnTo>
                  <a:lnTo>
                    <a:pt x="74486" y="542449"/>
                  </a:lnTo>
                  <a:lnTo>
                    <a:pt x="75533" y="542830"/>
                  </a:lnTo>
                  <a:lnTo>
                    <a:pt x="77533" y="542925"/>
                  </a:lnTo>
                  <a:lnTo>
                    <a:pt x="78486" y="543306"/>
                  </a:lnTo>
                  <a:lnTo>
                    <a:pt x="78867" y="543782"/>
                  </a:lnTo>
                  <a:lnTo>
                    <a:pt x="78772" y="544354"/>
                  </a:lnTo>
                  <a:lnTo>
                    <a:pt x="78200" y="544925"/>
                  </a:lnTo>
                  <a:lnTo>
                    <a:pt x="77533" y="545211"/>
                  </a:lnTo>
                  <a:lnTo>
                    <a:pt x="76105" y="545592"/>
                  </a:lnTo>
                  <a:lnTo>
                    <a:pt x="74295" y="545783"/>
                  </a:lnTo>
                  <a:lnTo>
                    <a:pt x="72676" y="546259"/>
                  </a:lnTo>
                  <a:lnTo>
                    <a:pt x="71342" y="546830"/>
                  </a:lnTo>
                  <a:lnTo>
                    <a:pt x="68294" y="549402"/>
                  </a:lnTo>
                  <a:lnTo>
                    <a:pt x="67818" y="550355"/>
                  </a:lnTo>
                  <a:lnTo>
                    <a:pt x="67818" y="551593"/>
                  </a:lnTo>
                  <a:lnTo>
                    <a:pt x="68199" y="552926"/>
                  </a:lnTo>
                  <a:lnTo>
                    <a:pt x="68294" y="554069"/>
                  </a:lnTo>
                  <a:lnTo>
                    <a:pt x="67913" y="555498"/>
                  </a:lnTo>
                  <a:lnTo>
                    <a:pt x="66770" y="558260"/>
                  </a:lnTo>
                  <a:lnTo>
                    <a:pt x="66675" y="559499"/>
                  </a:lnTo>
                  <a:lnTo>
                    <a:pt x="66675" y="562451"/>
                  </a:lnTo>
                  <a:lnTo>
                    <a:pt x="66104" y="565785"/>
                  </a:lnTo>
                  <a:lnTo>
                    <a:pt x="66008" y="567500"/>
                  </a:lnTo>
                  <a:lnTo>
                    <a:pt x="66485" y="569309"/>
                  </a:lnTo>
                  <a:lnTo>
                    <a:pt x="72581" y="574262"/>
                  </a:lnTo>
                  <a:lnTo>
                    <a:pt x="74581" y="574548"/>
                  </a:lnTo>
                  <a:lnTo>
                    <a:pt x="76105" y="574643"/>
                  </a:lnTo>
                  <a:lnTo>
                    <a:pt x="77057" y="574453"/>
                  </a:lnTo>
                  <a:lnTo>
                    <a:pt x="78010" y="574548"/>
                  </a:lnTo>
                  <a:lnTo>
                    <a:pt x="80963" y="576263"/>
                  </a:lnTo>
                  <a:lnTo>
                    <a:pt x="88202" y="582359"/>
                  </a:lnTo>
                  <a:lnTo>
                    <a:pt x="89059" y="588359"/>
                  </a:lnTo>
                  <a:lnTo>
                    <a:pt x="89821" y="590074"/>
                  </a:lnTo>
                  <a:lnTo>
                    <a:pt x="90964" y="591884"/>
                  </a:lnTo>
                  <a:lnTo>
                    <a:pt x="92583" y="592931"/>
                  </a:lnTo>
                  <a:lnTo>
                    <a:pt x="94298" y="593503"/>
                  </a:lnTo>
                  <a:lnTo>
                    <a:pt x="99536" y="593598"/>
                  </a:lnTo>
                  <a:lnTo>
                    <a:pt x="101537" y="594170"/>
                  </a:lnTo>
                  <a:lnTo>
                    <a:pt x="104299" y="595979"/>
                  </a:lnTo>
                  <a:lnTo>
                    <a:pt x="105823" y="597694"/>
                  </a:lnTo>
                  <a:lnTo>
                    <a:pt x="106871" y="599408"/>
                  </a:lnTo>
                  <a:lnTo>
                    <a:pt x="107823" y="601694"/>
                  </a:lnTo>
                  <a:lnTo>
                    <a:pt x="108014" y="602647"/>
                  </a:lnTo>
                  <a:lnTo>
                    <a:pt x="108109" y="603504"/>
                  </a:lnTo>
                  <a:lnTo>
                    <a:pt x="107823" y="604266"/>
                  </a:lnTo>
                  <a:lnTo>
                    <a:pt x="107061" y="604647"/>
                  </a:lnTo>
                  <a:lnTo>
                    <a:pt x="105918" y="604647"/>
                  </a:lnTo>
                  <a:lnTo>
                    <a:pt x="103632" y="604171"/>
                  </a:lnTo>
                  <a:lnTo>
                    <a:pt x="102965" y="604171"/>
                  </a:lnTo>
                  <a:lnTo>
                    <a:pt x="102679" y="604552"/>
                  </a:lnTo>
                  <a:lnTo>
                    <a:pt x="102584" y="604742"/>
                  </a:lnTo>
                  <a:lnTo>
                    <a:pt x="102584" y="604838"/>
                  </a:lnTo>
                  <a:lnTo>
                    <a:pt x="102584" y="605028"/>
                  </a:lnTo>
                  <a:lnTo>
                    <a:pt x="102584" y="605695"/>
                  </a:lnTo>
                  <a:lnTo>
                    <a:pt x="102775" y="606933"/>
                  </a:lnTo>
                  <a:lnTo>
                    <a:pt x="103346" y="608648"/>
                  </a:lnTo>
                  <a:lnTo>
                    <a:pt x="103918" y="609600"/>
                  </a:lnTo>
                  <a:lnTo>
                    <a:pt x="104680" y="610362"/>
                  </a:lnTo>
                  <a:lnTo>
                    <a:pt x="108299" y="612172"/>
                  </a:lnTo>
                  <a:lnTo>
                    <a:pt x="109823" y="613315"/>
                  </a:lnTo>
                  <a:lnTo>
                    <a:pt x="111728" y="615410"/>
                  </a:lnTo>
                  <a:lnTo>
                    <a:pt x="112395" y="617506"/>
                  </a:lnTo>
                  <a:lnTo>
                    <a:pt x="112586" y="621697"/>
                  </a:lnTo>
                  <a:lnTo>
                    <a:pt x="113252" y="623792"/>
                  </a:lnTo>
                  <a:lnTo>
                    <a:pt x="114776" y="625316"/>
                  </a:lnTo>
                  <a:lnTo>
                    <a:pt x="116491" y="626650"/>
                  </a:lnTo>
                  <a:lnTo>
                    <a:pt x="118491" y="628555"/>
                  </a:lnTo>
                  <a:lnTo>
                    <a:pt x="118967" y="629603"/>
                  </a:lnTo>
                  <a:lnTo>
                    <a:pt x="118586" y="630555"/>
                  </a:lnTo>
                  <a:lnTo>
                    <a:pt x="116777" y="631317"/>
                  </a:lnTo>
                  <a:lnTo>
                    <a:pt x="112395" y="631698"/>
                  </a:lnTo>
                  <a:lnTo>
                    <a:pt x="110585" y="631508"/>
                  </a:lnTo>
                  <a:lnTo>
                    <a:pt x="109633" y="631888"/>
                  </a:lnTo>
                  <a:lnTo>
                    <a:pt x="109061" y="632746"/>
                  </a:lnTo>
                  <a:lnTo>
                    <a:pt x="109252" y="635222"/>
                  </a:lnTo>
                  <a:lnTo>
                    <a:pt x="108966" y="636556"/>
                  </a:lnTo>
                  <a:lnTo>
                    <a:pt x="108395" y="637318"/>
                  </a:lnTo>
                  <a:lnTo>
                    <a:pt x="107061" y="637318"/>
                  </a:lnTo>
                  <a:lnTo>
                    <a:pt x="105156" y="636556"/>
                  </a:lnTo>
                  <a:lnTo>
                    <a:pt x="104585" y="636556"/>
                  </a:lnTo>
                  <a:lnTo>
                    <a:pt x="104013" y="637127"/>
                  </a:lnTo>
                  <a:lnTo>
                    <a:pt x="102013" y="638270"/>
                  </a:lnTo>
                  <a:lnTo>
                    <a:pt x="100489" y="639318"/>
                  </a:lnTo>
                  <a:lnTo>
                    <a:pt x="99727" y="640080"/>
                  </a:lnTo>
                  <a:lnTo>
                    <a:pt x="101822" y="643700"/>
                  </a:lnTo>
                  <a:lnTo>
                    <a:pt x="103061" y="644366"/>
                  </a:lnTo>
                  <a:lnTo>
                    <a:pt x="104966" y="645033"/>
                  </a:lnTo>
                  <a:lnTo>
                    <a:pt x="106966" y="645509"/>
                  </a:lnTo>
                  <a:lnTo>
                    <a:pt x="108966" y="646367"/>
                  </a:lnTo>
                  <a:lnTo>
                    <a:pt x="110681" y="647891"/>
                  </a:lnTo>
                  <a:lnTo>
                    <a:pt x="116681" y="652082"/>
                  </a:lnTo>
                  <a:lnTo>
                    <a:pt x="118300" y="652367"/>
                  </a:lnTo>
                  <a:lnTo>
                    <a:pt x="119825" y="652177"/>
                  </a:lnTo>
                  <a:lnTo>
                    <a:pt x="121539" y="652272"/>
                  </a:lnTo>
                  <a:lnTo>
                    <a:pt x="123444" y="652653"/>
                  </a:lnTo>
                  <a:lnTo>
                    <a:pt x="129350" y="655130"/>
                  </a:lnTo>
                  <a:lnTo>
                    <a:pt x="132493" y="657225"/>
                  </a:lnTo>
                  <a:lnTo>
                    <a:pt x="134398" y="658844"/>
                  </a:lnTo>
                  <a:lnTo>
                    <a:pt x="135446" y="660273"/>
                  </a:lnTo>
                  <a:lnTo>
                    <a:pt x="135827" y="660940"/>
                  </a:lnTo>
                  <a:lnTo>
                    <a:pt x="136017" y="661511"/>
                  </a:lnTo>
                  <a:lnTo>
                    <a:pt x="136493" y="663988"/>
                  </a:lnTo>
                  <a:lnTo>
                    <a:pt x="136589" y="665417"/>
                  </a:lnTo>
                  <a:lnTo>
                    <a:pt x="136589" y="666559"/>
                  </a:lnTo>
                  <a:lnTo>
                    <a:pt x="136493" y="667131"/>
                  </a:lnTo>
                  <a:lnTo>
                    <a:pt x="135255" y="670560"/>
                  </a:lnTo>
                  <a:lnTo>
                    <a:pt x="135541" y="672465"/>
                  </a:lnTo>
                  <a:lnTo>
                    <a:pt x="136589" y="674942"/>
                  </a:lnTo>
                  <a:lnTo>
                    <a:pt x="139637" y="678561"/>
                  </a:lnTo>
                  <a:lnTo>
                    <a:pt x="141542" y="679323"/>
                  </a:lnTo>
                  <a:lnTo>
                    <a:pt x="142875" y="678656"/>
                  </a:lnTo>
                  <a:lnTo>
                    <a:pt x="143351" y="677323"/>
                  </a:lnTo>
                  <a:lnTo>
                    <a:pt x="144018" y="676180"/>
                  </a:lnTo>
                  <a:lnTo>
                    <a:pt x="144875" y="675513"/>
                  </a:lnTo>
                  <a:lnTo>
                    <a:pt x="145923" y="675037"/>
                  </a:lnTo>
                  <a:lnTo>
                    <a:pt x="146971" y="674370"/>
                  </a:lnTo>
                  <a:lnTo>
                    <a:pt x="147733" y="673227"/>
                  </a:lnTo>
                  <a:lnTo>
                    <a:pt x="148400" y="671894"/>
                  </a:lnTo>
                  <a:lnTo>
                    <a:pt x="149162" y="670655"/>
                  </a:lnTo>
                  <a:lnTo>
                    <a:pt x="150114" y="669988"/>
                  </a:lnTo>
                  <a:lnTo>
                    <a:pt x="151924" y="669988"/>
                  </a:lnTo>
                  <a:lnTo>
                    <a:pt x="154115" y="670655"/>
                  </a:lnTo>
                  <a:lnTo>
                    <a:pt x="158210" y="672655"/>
                  </a:lnTo>
                  <a:lnTo>
                    <a:pt x="160115" y="674465"/>
                  </a:lnTo>
                  <a:lnTo>
                    <a:pt x="161068" y="676656"/>
                  </a:lnTo>
                  <a:lnTo>
                    <a:pt x="161639" y="681514"/>
                  </a:lnTo>
                  <a:lnTo>
                    <a:pt x="162306" y="684181"/>
                  </a:lnTo>
                  <a:lnTo>
                    <a:pt x="162973" y="686086"/>
                  </a:lnTo>
                  <a:lnTo>
                    <a:pt x="163925" y="687991"/>
                  </a:lnTo>
                  <a:lnTo>
                    <a:pt x="165354" y="689324"/>
                  </a:lnTo>
                  <a:lnTo>
                    <a:pt x="168021" y="690372"/>
                  </a:lnTo>
                  <a:lnTo>
                    <a:pt x="183452" y="693801"/>
                  </a:lnTo>
                  <a:lnTo>
                    <a:pt x="185261" y="695230"/>
                  </a:lnTo>
                  <a:lnTo>
                    <a:pt x="186119" y="696849"/>
                  </a:lnTo>
                  <a:lnTo>
                    <a:pt x="186119" y="698754"/>
                  </a:lnTo>
                  <a:lnTo>
                    <a:pt x="185642" y="702278"/>
                  </a:lnTo>
                  <a:lnTo>
                    <a:pt x="185642" y="704088"/>
                  </a:lnTo>
                  <a:lnTo>
                    <a:pt x="186023" y="705898"/>
                  </a:lnTo>
                  <a:lnTo>
                    <a:pt x="186690" y="707612"/>
                  </a:lnTo>
                  <a:lnTo>
                    <a:pt x="190310" y="713232"/>
                  </a:lnTo>
                  <a:lnTo>
                    <a:pt x="191357" y="715232"/>
                  </a:lnTo>
                  <a:lnTo>
                    <a:pt x="207931" y="710660"/>
                  </a:lnTo>
                  <a:lnTo>
                    <a:pt x="210312" y="710470"/>
                  </a:lnTo>
                  <a:lnTo>
                    <a:pt x="215170" y="710755"/>
                  </a:lnTo>
                  <a:lnTo>
                    <a:pt x="217456" y="710089"/>
                  </a:lnTo>
                  <a:lnTo>
                    <a:pt x="223457" y="705612"/>
                  </a:lnTo>
                  <a:lnTo>
                    <a:pt x="232505" y="700945"/>
                  </a:lnTo>
                  <a:lnTo>
                    <a:pt x="236315" y="698278"/>
                  </a:lnTo>
                  <a:lnTo>
                    <a:pt x="239268" y="695325"/>
                  </a:lnTo>
                  <a:lnTo>
                    <a:pt x="239459" y="694754"/>
                  </a:lnTo>
                  <a:lnTo>
                    <a:pt x="239554" y="693420"/>
                  </a:lnTo>
                  <a:lnTo>
                    <a:pt x="239935" y="692753"/>
                  </a:lnTo>
                  <a:lnTo>
                    <a:pt x="240316" y="692468"/>
                  </a:lnTo>
                  <a:lnTo>
                    <a:pt x="241078" y="692182"/>
                  </a:lnTo>
                  <a:lnTo>
                    <a:pt x="245554" y="688848"/>
                  </a:lnTo>
                  <a:lnTo>
                    <a:pt x="246698" y="688372"/>
                  </a:lnTo>
                  <a:lnTo>
                    <a:pt x="248126" y="687419"/>
                  </a:lnTo>
                  <a:lnTo>
                    <a:pt x="249650" y="685229"/>
                  </a:lnTo>
                  <a:lnTo>
                    <a:pt x="255270" y="672465"/>
                  </a:lnTo>
                  <a:lnTo>
                    <a:pt x="256985" y="670084"/>
                  </a:lnTo>
                  <a:lnTo>
                    <a:pt x="257461" y="668941"/>
                  </a:lnTo>
                  <a:lnTo>
                    <a:pt x="257270" y="667607"/>
                  </a:lnTo>
                  <a:lnTo>
                    <a:pt x="256794" y="666179"/>
                  </a:lnTo>
                  <a:lnTo>
                    <a:pt x="256604" y="664845"/>
                  </a:lnTo>
                  <a:lnTo>
                    <a:pt x="257270" y="664369"/>
                  </a:lnTo>
                  <a:lnTo>
                    <a:pt x="261461" y="664369"/>
                  </a:lnTo>
                  <a:lnTo>
                    <a:pt x="264509" y="662654"/>
                  </a:lnTo>
                  <a:lnTo>
                    <a:pt x="267938" y="659511"/>
                  </a:lnTo>
                  <a:lnTo>
                    <a:pt x="270700" y="655796"/>
                  </a:lnTo>
                  <a:lnTo>
                    <a:pt x="271748" y="652463"/>
                  </a:lnTo>
                  <a:lnTo>
                    <a:pt x="270320" y="647509"/>
                  </a:lnTo>
                  <a:lnTo>
                    <a:pt x="267081" y="644652"/>
                  </a:lnTo>
                  <a:lnTo>
                    <a:pt x="262795" y="643128"/>
                  </a:lnTo>
                  <a:lnTo>
                    <a:pt x="258413" y="642176"/>
                  </a:lnTo>
                  <a:lnTo>
                    <a:pt x="254699" y="641890"/>
                  </a:lnTo>
                  <a:lnTo>
                    <a:pt x="252794" y="641413"/>
                  </a:lnTo>
                  <a:lnTo>
                    <a:pt x="250889" y="640080"/>
                  </a:lnTo>
                  <a:lnTo>
                    <a:pt x="247841" y="636461"/>
                  </a:lnTo>
                  <a:lnTo>
                    <a:pt x="246412" y="634270"/>
                  </a:lnTo>
                  <a:lnTo>
                    <a:pt x="245840" y="632365"/>
                  </a:lnTo>
                  <a:lnTo>
                    <a:pt x="244507" y="622745"/>
                  </a:lnTo>
                  <a:lnTo>
                    <a:pt x="242983" y="617411"/>
                  </a:lnTo>
                  <a:lnTo>
                    <a:pt x="241078" y="614839"/>
                  </a:lnTo>
                  <a:lnTo>
                    <a:pt x="241078" y="614077"/>
                  </a:lnTo>
                  <a:lnTo>
                    <a:pt x="243554" y="614172"/>
                  </a:lnTo>
                  <a:lnTo>
                    <a:pt x="244983" y="615601"/>
                  </a:lnTo>
                  <a:lnTo>
                    <a:pt x="245650" y="617887"/>
                  </a:lnTo>
                  <a:lnTo>
                    <a:pt x="245840" y="620554"/>
                  </a:lnTo>
                  <a:lnTo>
                    <a:pt x="246221" y="622745"/>
                  </a:lnTo>
                  <a:lnTo>
                    <a:pt x="247745" y="627317"/>
                  </a:lnTo>
                  <a:lnTo>
                    <a:pt x="248126" y="629888"/>
                  </a:lnTo>
                  <a:lnTo>
                    <a:pt x="248698" y="631793"/>
                  </a:lnTo>
                  <a:lnTo>
                    <a:pt x="250127" y="633984"/>
                  </a:lnTo>
                  <a:lnTo>
                    <a:pt x="252889" y="637127"/>
                  </a:lnTo>
                  <a:lnTo>
                    <a:pt x="254984" y="638651"/>
                  </a:lnTo>
                  <a:lnTo>
                    <a:pt x="256889" y="639032"/>
                  </a:lnTo>
                  <a:lnTo>
                    <a:pt x="258794" y="638461"/>
                  </a:lnTo>
                  <a:lnTo>
                    <a:pt x="260795" y="637127"/>
                  </a:lnTo>
                  <a:lnTo>
                    <a:pt x="261271" y="639985"/>
                  </a:lnTo>
                  <a:lnTo>
                    <a:pt x="265557" y="642080"/>
                  </a:lnTo>
                  <a:lnTo>
                    <a:pt x="270986" y="643985"/>
                  </a:lnTo>
                  <a:lnTo>
                    <a:pt x="274796" y="646176"/>
                  </a:lnTo>
                  <a:lnTo>
                    <a:pt x="275463" y="648176"/>
                  </a:lnTo>
                  <a:lnTo>
                    <a:pt x="276511" y="654653"/>
                  </a:lnTo>
                  <a:lnTo>
                    <a:pt x="277654" y="657416"/>
                  </a:lnTo>
                  <a:lnTo>
                    <a:pt x="275844" y="660463"/>
                  </a:lnTo>
                  <a:lnTo>
                    <a:pt x="270986" y="666750"/>
                  </a:lnTo>
                  <a:lnTo>
                    <a:pt x="270034" y="668274"/>
                  </a:lnTo>
                  <a:lnTo>
                    <a:pt x="269272" y="670084"/>
                  </a:lnTo>
                  <a:lnTo>
                    <a:pt x="268891" y="672179"/>
                  </a:lnTo>
                  <a:lnTo>
                    <a:pt x="270320" y="678751"/>
                  </a:lnTo>
                  <a:lnTo>
                    <a:pt x="269939" y="679799"/>
                  </a:lnTo>
                  <a:lnTo>
                    <a:pt x="269653" y="681038"/>
                  </a:lnTo>
                  <a:lnTo>
                    <a:pt x="275368" y="691325"/>
                  </a:lnTo>
                  <a:lnTo>
                    <a:pt x="276035" y="693420"/>
                  </a:lnTo>
                  <a:lnTo>
                    <a:pt x="275082" y="695230"/>
                  </a:lnTo>
                  <a:lnTo>
                    <a:pt x="276130" y="698563"/>
                  </a:lnTo>
                  <a:lnTo>
                    <a:pt x="275368" y="701421"/>
                  </a:lnTo>
                  <a:lnTo>
                    <a:pt x="273844" y="703898"/>
                  </a:lnTo>
                  <a:lnTo>
                    <a:pt x="272701" y="706279"/>
                  </a:lnTo>
                  <a:lnTo>
                    <a:pt x="272796" y="708755"/>
                  </a:lnTo>
                  <a:lnTo>
                    <a:pt x="273653" y="711708"/>
                  </a:lnTo>
                  <a:lnTo>
                    <a:pt x="275844" y="716566"/>
                  </a:lnTo>
                  <a:lnTo>
                    <a:pt x="277749" y="715328"/>
                  </a:lnTo>
                  <a:lnTo>
                    <a:pt x="279273" y="716756"/>
                  </a:lnTo>
                  <a:lnTo>
                    <a:pt x="280225" y="719423"/>
                  </a:lnTo>
                  <a:lnTo>
                    <a:pt x="280607" y="722090"/>
                  </a:lnTo>
                  <a:lnTo>
                    <a:pt x="281178" y="722567"/>
                  </a:lnTo>
                  <a:lnTo>
                    <a:pt x="282512" y="722662"/>
                  </a:lnTo>
                  <a:lnTo>
                    <a:pt x="284036" y="722471"/>
                  </a:lnTo>
                  <a:lnTo>
                    <a:pt x="284988" y="722090"/>
                  </a:lnTo>
                  <a:lnTo>
                    <a:pt x="286226" y="721043"/>
                  </a:lnTo>
                  <a:lnTo>
                    <a:pt x="286893" y="720757"/>
                  </a:lnTo>
                  <a:lnTo>
                    <a:pt x="287179" y="720376"/>
                  </a:lnTo>
                  <a:lnTo>
                    <a:pt x="286988" y="719138"/>
                  </a:lnTo>
                  <a:lnTo>
                    <a:pt x="286512" y="718185"/>
                  </a:lnTo>
                  <a:lnTo>
                    <a:pt x="284988" y="716851"/>
                  </a:lnTo>
                  <a:lnTo>
                    <a:pt x="284512" y="715709"/>
                  </a:lnTo>
                  <a:lnTo>
                    <a:pt x="284607" y="714184"/>
                  </a:lnTo>
                  <a:lnTo>
                    <a:pt x="285750" y="711518"/>
                  </a:lnTo>
                  <a:lnTo>
                    <a:pt x="286036" y="710184"/>
                  </a:lnTo>
                  <a:lnTo>
                    <a:pt x="285845" y="707326"/>
                  </a:lnTo>
                  <a:lnTo>
                    <a:pt x="282226" y="695039"/>
                  </a:lnTo>
                  <a:lnTo>
                    <a:pt x="281940" y="692182"/>
                  </a:lnTo>
                  <a:lnTo>
                    <a:pt x="283274" y="692277"/>
                  </a:lnTo>
                  <a:lnTo>
                    <a:pt x="285179" y="694468"/>
                  </a:lnTo>
                  <a:lnTo>
                    <a:pt x="286131" y="696468"/>
                  </a:lnTo>
                  <a:lnTo>
                    <a:pt x="286607" y="698849"/>
                  </a:lnTo>
                  <a:lnTo>
                    <a:pt x="286893" y="712756"/>
                  </a:lnTo>
                  <a:lnTo>
                    <a:pt x="287465" y="715613"/>
                  </a:lnTo>
                  <a:lnTo>
                    <a:pt x="288893" y="716185"/>
                  </a:lnTo>
                  <a:lnTo>
                    <a:pt x="290513" y="714947"/>
                  </a:lnTo>
                  <a:lnTo>
                    <a:pt x="291656" y="712375"/>
                  </a:lnTo>
                  <a:lnTo>
                    <a:pt x="292037" y="710660"/>
                  </a:lnTo>
                  <a:lnTo>
                    <a:pt x="292132" y="709327"/>
                  </a:lnTo>
                  <a:lnTo>
                    <a:pt x="291656" y="708088"/>
                  </a:lnTo>
                  <a:lnTo>
                    <a:pt x="289560" y="705517"/>
                  </a:lnTo>
                  <a:lnTo>
                    <a:pt x="289274" y="704279"/>
                  </a:lnTo>
                  <a:lnTo>
                    <a:pt x="289465" y="703040"/>
                  </a:lnTo>
                  <a:lnTo>
                    <a:pt x="290036" y="702088"/>
                  </a:lnTo>
                  <a:lnTo>
                    <a:pt x="290608" y="703326"/>
                  </a:lnTo>
                  <a:lnTo>
                    <a:pt x="291084" y="704755"/>
                  </a:lnTo>
                  <a:lnTo>
                    <a:pt x="291751" y="705898"/>
                  </a:lnTo>
                  <a:lnTo>
                    <a:pt x="292894" y="706374"/>
                  </a:lnTo>
                  <a:lnTo>
                    <a:pt x="293942" y="706088"/>
                  </a:lnTo>
                  <a:lnTo>
                    <a:pt x="295847" y="704945"/>
                  </a:lnTo>
                  <a:lnTo>
                    <a:pt x="297180" y="704659"/>
                  </a:lnTo>
                  <a:lnTo>
                    <a:pt x="296037" y="707993"/>
                  </a:lnTo>
                  <a:lnTo>
                    <a:pt x="296132" y="712946"/>
                  </a:lnTo>
                  <a:lnTo>
                    <a:pt x="297275" y="716851"/>
                  </a:lnTo>
                  <a:lnTo>
                    <a:pt x="299180" y="716947"/>
                  </a:lnTo>
                  <a:lnTo>
                    <a:pt x="301085" y="715518"/>
                  </a:lnTo>
                  <a:lnTo>
                    <a:pt x="302895" y="714851"/>
                  </a:lnTo>
                  <a:lnTo>
                    <a:pt x="304514" y="713899"/>
                  </a:lnTo>
                  <a:lnTo>
                    <a:pt x="305943" y="711422"/>
                  </a:lnTo>
                  <a:lnTo>
                    <a:pt x="306419" y="709041"/>
                  </a:lnTo>
                  <a:lnTo>
                    <a:pt x="306038" y="707326"/>
                  </a:lnTo>
                  <a:lnTo>
                    <a:pt x="304419" y="703802"/>
                  </a:lnTo>
                  <a:lnTo>
                    <a:pt x="304133" y="701612"/>
                  </a:lnTo>
                  <a:lnTo>
                    <a:pt x="304229" y="699230"/>
                  </a:lnTo>
                  <a:lnTo>
                    <a:pt x="304705" y="697135"/>
                  </a:lnTo>
                  <a:lnTo>
                    <a:pt x="305943" y="694849"/>
                  </a:lnTo>
                  <a:lnTo>
                    <a:pt x="306610" y="691896"/>
                  </a:lnTo>
                  <a:lnTo>
                    <a:pt x="307372" y="691420"/>
                  </a:lnTo>
                  <a:lnTo>
                    <a:pt x="308134" y="691610"/>
                  </a:lnTo>
                  <a:lnTo>
                    <a:pt x="308705" y="691420"/>
                  </a:lnTo>
                  <a:lnTo>
                    <a:pt x="308991" y="689705"/>
                  </a:lnTo>
                  <a:lnTo>
                    <a:pt x="308610" y="687419"/>
                  </a:lnTo>
                  <a:lnTo>
                    <a:pt x="306896" y="683133"/>
                  </a:lnTo>
                  <a:lnTo>
                    <a:pt x="306610" y="680847"/>
                  </a:lnTo>
                  <a:lnTo>
                    <a:pt x="307372" y="678371"/>
                  </a:lnTo>
                  <a:lnTo>
                    <a:pt x="308610" y="676847"/>
                  </a:lnTo>
                  <a:lnTo>
                    <a:pt x="309467" y="675418"/>
                  </a:lnTo>
                  <a:lnTo>
                    <a:pt x="308991" y="673132"/>
                  </a:lnTo>
                  <a:lnTo>
                    <a:pt x="311182" y="674942"/>
                  </a:lnTo>
                  <a:lnTo>
                    <a:pt x="311182" y="677513"/>
                  </a:lnTo>
                  <a:lnTo>
                    <a:pt x="308991" y="682466"/>
                  </a:lnTo>
                  <a:lnTo>
                    <a:pt x="311372" y="685705"/>
                  </a:lnTo>
                  <a:lnTo>
                    <a:pt x="313087" y="689038"/>
                  </a:lnTo>
                  <a:lnTo>
                    <a:pt x="313277" y="692658"/>
                  </a:lnTo>
                  <a:lnTo>
                    <a:pt x="310991" y="696659"/>
                  </a:lnTo>
                  <a:lnTo>
                    <a:pt x="310134" y="699421"/>
                  </a:lnTo>
                  <a:lnTo>
                    <a:pt x="310706" y="703040"/>
                  </a:lnTo>
                  <a:lnTo>
                    <a:pt x="312992" y="709803"/>
                  </a:lnTo>
                  <a:lnTo>
                    <a:pt x="312230" y="710755"/>
                  </a:lnTo>
                  <a:lnTo>
                    <a:pt x="311753" y="712089"/>
                  </a:lnTo>
                  <a:lnTo>
                    <a:pt x="311468" y="713708"/>
                  </a:lnTo>
                  <a:lnTo>
                    <a:pt x="311372" y="715423"/>
                  </a:lnTo>
                  <a:lnTo>
                    <a:pt x="311087" y="716851"/>
                  </a:lnTo>
                  <a:lnTo>
                    <a:pt x="310515" y="717613"/>
                  </a:lnTo>
                  <a:lnTo>
                    <a:pt x="309753" y="718280"/>
                  </a:lnTo>
                  <a:lnTo>
                    <a:pt x="308991" y="719233"/>
                  </a:lnTo>
                  <a:lnTo>
                    <a:pt x="308134" y="722376"/>
                  </a:lnTo>
                  <a:lnTo>
                    <a:pt x="308800" y="725043"/>
                  </a:lnTo>
                  <a:lnTo>
                    <a:pt x="310991" y="726281"/>
                  </a:lnTo>
                  <a:lnTo>
                    <a:pt x="314611" y="725138"/>
                  </a:lnTo>
                  <a:lnTo>
                    <a:pt x="313468" y="724091"/>
                  </a:lnTo>
                  <a:lnTo>
                    <a:pt x="312896" y="722757"/>
                  </a:lnTo>
                  <a:lnTo>
                    <a:pt x="312992" y="721424"/>
                  </a:lnTo>
                  <a:lnTo>
                    <a:pt x="313658" y="720090"/>
                  </a:lnTo>
                  <a:lnTo>
                    <a:pt x="314611" y="721709"/>
                  </a:lnTo>
                  <a:lnTo>
                    <a:pt x="316230" y="722471"/>
                  </a:lnTo>
                  <a:lnTo>
                    <a:pt x="317754" y="722186"/>
                  </a:lnTo>
                  <a:lnTo>
                    <a:pt x="318421" y="720471"/>
                  </a:lnTo>
                  <a:lnTo>
                    <a:pt x="318421" y="714089"/>
                  </a:lnTo>
                  <a:lnTo>
                    <a:pt x="320326" y="715518"/>
                  </a:lnTo>
                  <a:lnTo>
                    <a:pt x="320897" y="712375"/>
                  </a:lnTo>
                  <a:lnTo>
                    <a:pt x="320040" y="703898"/>
                  </a:lnTo>
                  <a:lnTo>
                    <a:pt x="320802" y="703898"/>
                  </a:lnTo>
                  <a:lnTo>
                    <a:pt x="322421" y="704850"/>
                  </a:lnTo>
                  <a:lnTo>
                    <a:pt x="323660" y="703231"/>
                  </a:lnTo>
                  <a:lnTo>
                    <a:pt x="324422" y="700564"/>
                  </a:lnTo>
                  <a:lnTo>
                    <a:pt x="324707" y="698278"/>
                  </a:lnTo>
                  <a:lnTo>
                    <a:pt x="323660" y="694849"/>
                  </a:lnTo>
                  <a:lnTo>
                    <a:pt x="321374" y="694754"/>
                  </a:lnTo>
                  <a:lnTo>
                    <a:pt x="318707" y="695897"/>
                  </a:lnTo>
                  <a:lnTo>
                    <a:pt x="316802" y="696182"/>
                  </a:lnTo>
                  <a:lnTo>
                    <a:pt x="316897" y="695611"/>
                  </a:lnTo>
                  <a:lnTo>
                    <a:pt x="316802" y="687991"/>
                  </a:lnTo>
                  <a:lnTo>
                    <a:pt x="317087" y="685705"/>
                  </a:lnTo>
                  <a:lnTo>
                    <a:pt x="320707" y="675894"/>
                  </a:lnTo>
                  <a:lnTo>
                    <a:pt x="320897" y="673703"/>
                  </a:lnTo>
                  <a:lnTo>
                    <a:pt x="320707" y="668369"/>
                  </a:lnTo>
                  <a:lnTo>
                    <a:pt x="321183" y="666369"/>
                  </a:lnTo>
                  <a:lnTo>
                    <a:pt x="323279" y="663416"/>
                  </a:lnTo>
                  <a:lnTo>
                    <a:pt x="323945" y="661130"/>
                  </a:lnTo>
                  <a:lnTo>
                    <a:pt x="323850" y="659701"/>
                  </a:lnTo>
                  <a:lnTo>
                    <a:pt x="323183" y="657320"/>
                  </a:lnTo>
                  <a:lnTo>
                    <a:pt x="322993" y="654272"/>
                  </a:lnTo>
                  <a:lnTo>
                    <a:pt x="323088" y="653415"/>
                  </a:lnTo>
                  <a:lnTo>
                    <a:pt x="323469" y="652558"/>
                  </a:lnTo>
                  <a:lnTo>
                    <a:pt x="324517" y="651320"/>
                  </a:lnTo>
                  <a:lnTo>
                    <a:pt x="324993" y="648938"/>
                  </a:lnTo>
                  <a:lnTo>
                    <a:pt x="326041" y="646748"/>
                  </a:lnTo>
                  <a:lnTo>
                    <a:pt x="326231" y="646081"/>
                  </a:lnTo>
                  <a:lnTo>
                    <a:pt x="326612" y="645890"/>
                  </a:lnTo>
                  <a:lnTo>
                    <a:pt x="327374" y="644080"/>
                  </a:lnTo>
                  <a:lnTo>
                    <a:pt x="327946" y="642080"/>
                  </a:lnTo>
                  <a:lnTo>
                    <a:pt x="327850" y="641318"/>
                  </a:lnTo>
                  <a:lnTo>
                    <a:pt x="330137" y="641413"/>
                  </a:lnTo>
                  <a:lnTo>
                    <a:pt x="330518" y="643795"/>
                  </a:lnTo>
                  <a:lnTo>
                    <a:pt x="329470" y="646652"/>
                  </a:lnTo>
                  <a:lnTo>
                    <a:pt x="327470" y="647986"/>
                  </a:lnTo>
                  <a:lnTo>
                    <a:pt x="325469" y="653129"/>
                  </a:lnTo>
                  <a:lnTo>
                    <a:pt x="325469" y="654653"/>
                  </a:lnTo>
                  <a:lnTo>
                    <a:pt x="326136" y="657416"/>
                  </a:lnTo>
                  <a:lnTo>
                    <a:pt x="326612" y="661035"/>
                  </a:lnTo>
                  <a:lnTo>
                    <a:pt x="327089" y="662845"/>
                  </a:lnTo>
                  <a:lnTo>
                    <a:pt x="327184" y="664559"/>
                  </a:lnTo>
                  <a:lnTo>
                    <a:pt x="326327" y="666750"/>
                  </a:lnTo>
                  <a:lnTo>
                    <a:pt x="324612" y="669322"/>
                  </a:lnTo>
                  <a:lnTo>
                    <a:pt x="324136" y="670465"/>
                  </a:lnTo>
                  <a:lnTo>
                    <a:pt x="323945" y="672275"/>
                  </a:lnTo>
                  <a:lnTo>
                    <a:pt x="324517" y="673513"/>
                  </a:lnTo>
                  <a:lnTo>
                    <a:pt x="325850" y="674084"/>
                  </a:lnTo>
                  <a:lnTo>
                    <a:pt x="327470" y="674084"/>
                  </a:lnTo>
                  <a:lnTo>
                    <a:pt x="328708" y="673608"/>
                  </a:lnTo>
                  <a:lnTo>
                    <a:pt x="330041" y="674656"/>
                  </a:lnTo>
                  <a:lnTo>
                    <a:pt x="331375" y="673513"/>
                  </a:lnTo>
                  <a:lnTo>
                    <a:pt x="332327" y="671417"/>
                  </a:lnTo>
                  <a:lnTo>
                    <a:pt x="332708" y="669703"/>
                  </a:lnTo>
                  <a:lnTo>
                    <a:pt x="335185" y="665131"/>
                  </a:lnTo>
                  <a:lnTo>
                    <a:pt x="336042" y="662178"/>
                  </a:lnTo>
                  <a:lnTo>
                    <a:pt x="334613" y="660845"/>
                  </a:lnTo>
                  <a:lnTo>
                    <a:pt x="332423" y="660178"/>
                  </a:lnTo>
                  <a:lnTo>
                    <a:pt x="331661" y="658559"/>
                  </a:lnTo>
                  <a:lnTo>
                    <a:pt x="331851" y="656654"/>
                  </a:lnTo>
                  <a:lnTo>
                    <a:pt x="332613" y="654844"/>
                  </a:lnTo>
                  <a:lnTo>
                    <a:pt x="333851" y="653225"/>
                  </a:lnTo>
                  <a:lnTo>
                    <a:pt x="335471" y="651701"/>
                  </a:lnTo>
                  <a:lnTo>
                    <a:pt x="337471" y="650653"/>
                  </a:lnTo>
                  <a:lnTo>
                    <a:pt x="339662" y="650462"/>
                  </a:lnTo>
                  <a:lnTo>
                    <a:pt x="335852" y="653796"/>
                  </a:lnTo>
                  <a:lnTo>
                    <a:pt x="334042" y="655892"/>
                  </a:lnTo>
                  <a:lnTo>
                    <a:pt x="333280" y="657701"/>
                  </a:lnTo>
                  <a:lnTo>
                    <a:pt x="334232" y="659511"/>
                  </a:lnTo>
                  <a:lnTo>
                    <a:pt x="338614" y="662083"/>
                  </a:lnTo>
                  <a:lnTo>
                    <a:pt x="339566" y="664655"/>
                  </a:lnTo>
                  <a:lnTo>
                    <a:pt x="338995" y="666845"/>
                  </a:lnTo>
                  <a:lnTo>
                    <a:pt x="337661" y="668369"/>
                  </a:lnTo>
                  <a:lnTo>
                    <a:pt x="336042" y="669608"/>
                  </a:lnTo>
                  <a:lnTo>
                    <a:pt x="334804" y="670941"/>
                  </a:lnTo>
                  <a:lnTo>
                    <a:pt x="334232" y="672655"/>
                  </a:lnTo>
                  <a:lnTo>
                    <a:pt x="333947" y="679418"/>
                  </a:lnTo>
                  <a:lnTo>
                    <a:pt x="331661" y="686657"/>
                  </a:lnTo>
                  <a:lnTo>
                    <a:pt x="332042" y="688467"/>
                  </a:lnTo>
                  <a:lnTo>
                    <a:pt x="332708" y="690277"/>
                  </a:lnTo>
                  <a:lnTo>
                    <a:pt x="330518" y="704374"/>
                  </a:lnTo>
                  <a:lnTo>
                    <a:pt x="330899" y="706755"/>
                  </a:lnTo>
                  <a:lnTo>
                    <a:pt x="334804" y="715328"/>
                  </a:lnTo>
                  <a:lnTo>
                    <a:pt x="333089" y="719138"/>
                  </a:lnTo>
                  <a:lnTo>
                    <a:pt x="335471" y="721424"/>
                  </a:lnTo>
                  <a:lnTo>
                    <a:pt x="339471" y="721900"/>
                  </a:lnTo>
                  <a:lnTo>
                    <a:pt x="342710" y="720376"/>
                  </a:lnTo>
                  <a:lnTo>
                    <a:pt x="343376" y="718376"/>
                  </a:lnTo>
                  <a:lnTo>
                    <a:pt x="342710" y="716566"/>
                  </a:lnTo>
                  <a:lnTo>
                    <a:pt x="341662" y="714661"/>
                  </a:lnTo>
                  <a:lnTo>
                    <a:pt x="341090" y="712280"/>
                  </a:lnTo>
                  <a:lnTo>
                    <a:pt x="341090" y="711041"/>
                  </a:lnTo>
                  <a:lnTo>
                    <a:pt x="341281" y="710089"/>
                  </a:lnTo>
                  <a:lnTo>
                    <a:pt x="341852" y="709517"/>
                  </a:lnTo>
                  <a:lnTo>
                    <a:pt x="342995" y="709327"/>
                  </a:lnTo>
                  <a:lnTo>
                    <a:pt x="343757" y="708755"/>
                  </a:lnTo>
                  <a:lnTo>
                    <a:pt x="344234" y="707517"/>
                  </a:lnTo>
                  <a:lnTo>
                    <a:pt x="344900" y="705041"/>
                  </a:lnTo>
                  <a:lnTo>
                    <a:pt x="345567" y="707136"/>
                  </a:lnTo>
                  <a:lnTo>
                    <a:pt x="345758" y="708279"/>
                  </a:lnTo>
                  <a:lnTo>
                    <a:pt x="345758" y="709327"/>
                  </a:lnTo>
                  <a:lnTo>
                    <a:pt x="345377" y="709803"/>
                  </a:lnTo>
                  <a:lnTo>
                    <a:pt x="343376" y="711518"/>
                  </a:lnTo>
                  <a:lnTo>
                    <a:pt x="344329" y="713708"/>
                  </a:lnTo>
                  <a:lnTo>
                    <a:pt x="346424" y="714375"/>
                  </a:lnTo>
                  <a:lnTo>
                    <a:pt x="348806" y="713804"/>
                  </a:lnTo>
                  <a:lnTo>
                    <a:pt x="350425" y="711994"/>
                  </a:lnTo>
                  <a:lnTo>
                    <a:pt x="350520" y="709994"/>
                  </a:lnTo>
                  <a:lnTo>
                    <a:pt x="348615" y="706088"/>
                  </a:lnTo>
                  <a:lnTo>
                    <a:pt x="348044" y="703898"/>
                  </a:lnTo>
                  <a:lnTo>
                    <a:pt x="348425" y="702088"/>
                  </a:lnTo>
                  <a:lnTo>
                    <a:pt x="350044" y="698087"/>
                  </a:lnTo>
                  <a:lnTo>
                    <a:pt x="350425" y="695897"/>
                  </a:lnTo>
                  <a:lnTo>
                    <a:pt x="351282" y="695897"/>
                  </a:lnTo>
                  <a:lnTo>
                    <a:pt x="351949" y="698087"/>
                  </a:lnTo>
                  <a:lnTo>
                    <a:pt x="353092" y="707612"/>
                  </a:lnTo>
                  <a:lnTo>
                    <a:pt x="353568" y="708851"/>
                  </a:lnTo>
                  <a:lnTo>
                    <a:pt x="354235" y="709898"/>
                  </a:lnTo>
                  <a:lnTo>
                    <a:pt x="354902" y="710279"/>
                  </a:lnTo>
                  <a:lnTo>
                    <a:pt x="359188" y="711041"/>
                  </a:lnTo>
                  <a:lnTo>
                    <a:pt x="364046" y="714566"/>
                  </a:lnTo>
                  <a:lnTo>
                    <a:pt x="366903" y="716090"/>
                  </a:lnTo>
                  <a:lnTo>
                    <a:pt x="369189" y="715709"/>
                  </a:lnTo>
                  <a:lnTo>
                    <a:pt x="369380" y="715042"/>
                  </a:lnTo>
                  <a:lnTo>
                    <a:pt x="370046" y="713423"/>
                  </a:lnTo>
                  <a:lnTo>
                    <a:pt x="370808" y="712375"/>
                  </a:lnTo>
                  <a:lnTo>
                    <a:pt x="371189" y="713137"/>
                  </a:lnTo>
                  <a:lnTo>
                    <a:pt x="371380" y="714089"/>
                  </a:lnTo>
                  <a:lnTo>
                    <a:pt x="372047" y="714851"/>
                  </a:lnTo>
                  <a:lnTo>
                    <a:pt x="372999" y="715328"/>
                  </a:lnTo>
                  <a:lnTo>
                    <a:pt x="374237" y="715423"/>
                  </a:lnTo>
                  <a:lnTo>
                    <a:pt x="376333" y="714375"/>
                  </a:lnTo>
                  <a:lnTo>
                    <a:pt x="377000" y="712375"/>
                  </a:lnTo>
                  <a:lnTo>
                    <a:pt x="376619" y="707326"/>
                  </a:lnTo>
                  <a:lnTo>
                    <a:pt x="376333" y="706850"/>
                  </a:lnTo>
                  <a:lnTo>
                    <a:pt x="374618" y="703040"/>
                  </a:lnTo>
                  <a:lnTo>
                    <a:pt x="372332" y="700659"/>
                  </a:lnTo>
                  <a:lnTo>
                    <a:pt x="371856" y="699992"/>
                  </a:lnTo>
                  <a:lnTo>
                    <a:pt x="370427" y="695420"/>
                  </a:lnTo>
                  <a:lnTo>
                    <a:pt x="368713" y="685133"/>
                  </a:lnTo>
                  <a:lnTo>
                    <a:pt x="366427" y="681323"/>
                  </a:lnTo>
                  <a:lnTo>
                    <a:pt x="363284" y="678751"/>
                  </a:lnTo>
                  <a:lnTo>
                    <a:pt x="361379" y="677609"/>
                  </a:lnTo>
                  <a:lnTo>
                    <a:pt x="359759" y="677132"/>
                  </a:lnTo>
                  <a:lnTo>
                    <a:pt x="358140" y="676084"/>
                  </a:lnTo>
                  <a:lnTo>
                    <a:pt x="356616" y="673608"/>
                  </a:lnTo>
                  <a:lnTo>
                    <a:pt x="355949" y="670751"/>
                  </a:lnTo>
                  <a:lnTo>
                    <a:pt x="356997" y="668655"/>
                  </a:lnTo>
                  <a:lnTo>
                    <a:pt x="358712" y="668655"/>
                  </a:lnTo>
                  <a:lnTo>
                    <a:pt x="359378" y="670846"/>
                  </a:lnTo>
                  <a:lnTo>
                    <a:pt x="359759" y="673418"/>
                  </a:lnTo>
                  <a:lnTo>
                    <a:pt x="360521" y="674656"/>
                  </a:lnTo>
                  <a:lnTo>
                    <a:pt x="362331" y="675227"/>
                  </a:lnTo>
                  <a:lnTo>
                    <a:pt x="366046" y="677894"/>
                  </a:lnTo>
                  <a:lnTo>
                    <a:pt x="367951" y="678942"/>
                  </a:lnTo>
                  <a:lnTo>
                    <a:pt x="367760" y="676942"/>
                  </a:lnTo>
                  <a:lnTo>
                    <a:pt x="368332" y="675799"/>
                  </a:lnTo>
                  <a:lnTo>
                    <a:pt x="369475" y="675608"/>
                  </a:lnTo>
                  <a:lnTo>
                    <a:pt x="371094" y="676370"/>
                  </a:lnTo>
                  <a:lnTo>
                    <a:pt x="373856" y="674751"/>
                  </a:lnTo>
                  <a:lnTo>
                    <a:pt x="374428" y="671227"/>
                  </a:lnTo>
                  <a:lnTo>
                    <a:pt x="373475" y="663226"/>
                  </a:lnTo>
                  <a:lnTo>
                    <a:pt x="373094" y="661702"/>
                  </a:lnTo>
                  <a:lnTo>
                    <a:pt x="371475" y="658463"/>
                  </a:lnTo>
                  <a:lnTo>
                    <a:pt x="371094" y="656463"/>
                  </a:lnTo>
                  <a:lnTo>
                    <a:pt x="371475" y="654558"/>
                  </a:lnTo>
                  <a:lnTo>
                    <a:pt x="372142" y="653129"/>
                  </a:lnTo>
                  <a:lnTo>
                    <a:pt x="372523" y="651796"/>
                  </a:lnTo>
                  <a:lnTo>
                    <a:pt x="371951" y="649986"/>
                  </a:lnTo>
                  <a:lnTo>
                    <a:pt x="373856" y="650843"/>
                  </a:lnTo>
                  <a:lnTo>
                    <a:pt x="373856" y="650938"/>
                  </a:lnTo>
                  <a:lnTo>
                    <a:pt x="373856" y="650938"/>
                  </a:lnTo>
                  <a:lnTo>
                    <a:pt x="373856" y="650843"/>
                  </a:lnTo>
                  <a:lnTo>
                    <a:pt x="375857" y="648272"/>
                  </a:lnTo>
                  <a:lnTo>
                    <a:pt x="375666" y="645224"/>
                  </a:lnTo>
                  <a:lnTo>
                    <a:pt x="374999" y="642747"/>
                  </a:lnTo>
                  <a:lnTo>
                    <a:pt x="374047" y="640651"/>
                  </a:lnTo>
                  <a:lnTo>
                    <a:pt x="368999" y="633984"/>
                  </a:lnTo>
                  <a:lnTo>
                    <a:pt x="367856" y="631412"/>
                  </a:lnTo>
                  <a:lnTo>
                    <a:pt x="369475" y="630269"/>
                  </a:lnTo>
                  <a:lnTo>
                    <a:pt x="367570" y="626936"/>
                  </a:lnTo>
                  <a:lnTo>
                    <a:pt x="366903" y="625412"/>
                  </a:lnTo>
                  <a:lnTo>
                    <a:pt x="365570" y="618744"/>
                  </a:lnTo>
                  <a:lnTo>
                    <a:pt x="365570" y="617506"/>
                  </a:lnTo>
                  <a:lnTo>
                    <a:pt x="365855" y="616268"/>
                  </a:lnTo>
                  <a:lnTo>
                    <a:pt x="366808" y="614648"/>
                  </a:lnTo>
                  <a:lnTo>
                    <a:pt x="366998" y="613696"/>
                  </a:lnTo>
                  <a:lnTo>
                    <a:pt x="366522" y="610838"/>
                  </a:lnTo>
                  <a:lnTo>
                    <a:pt x="364427" y="605885"/>
                  </a:lnTo>
                  <a:lnTo>
                    <a:pt x="363379" y="601218"/>
                  </a:lnTo>
                  <a:lnTo>
                    <a:pt x="362045" y="600075"/>
                  </a:lnTo>
                  <a:lnTo>
                    <a:pt x="358426" y="598646"/>
                  </a:lnTo>
                  <a:lnTo>
                    <a:pt x="360998" y="596932"/>
                  </a:lnTo>
                  <a:lnTo>
                    <a:pt x="361664" y="594074"/>
                  </a:lnTo>
                  <a:lnTo>
                    <a:pt x="361188" y="590741"/>
                  </a:lnTo>
                  <a:lnTo>
                    <a:pt x="360045" y="587502"/>
                  </a:lnTo>
                  <a:lnTo>
                    <a:pt x="358616" y="584835"/>
                  </a:lnTo>
                  <a:lnTo>
                    <a:pt x="358140" y="582073"/>
                  </a:lnTo>
                  <a:lnTo>
                    <a:pt x="357759" y="580454"/>
                  </a:lnTo>
                  <a:lnTo>
                    <a:pt x="356425" y="576834"/>
                  </a:lnTo>
                  <a:lnTo>
                    <a:pt x="356140" y="574548"/>
                  </a:lnTo>
                  <a:lnTo>
                    <a:pt x="356902" y="572834"/>
                  </a:lnTo>
                  <a:lnTo>
                    <a:pt x="358235" y="571214"/>
                  </a:lnTo>
                  <a:lnTo>
                    <a:pt x="359474" y="569309"/>
                  </a:lnTo>
                  <a:lnTo>
                    <a:pt x="359950" y="567595"/>
                  </a:lnTo>
                  <a:lnTo>
                    <a:pt x="360426" y="565118"/>
                  </a:lnTo>
                  <a:lnTo>
                    <a:pt x="360617" y="562642"/>
                  </a:lnTo>
                  <a:lnTo>
                    <a:pt x="360331" y="560927"/>
                  </a:lnTo>
                  <a:lnTo>
                    <a:pt x="358997" y="559689"/>
                  </a:lnTo>
                  <a:lnTo>
                    <a:pt x="355759" y="558641"/>
                  </a:lnTo>
                  <a:lnTo>
                    <a:pt x="354425" y="557022"/>
                  </a:lnTo>
                  <a:lnTo>
                    <a:pt x="351949" y="551117"/>
                  </a:lnTo>
                  <a:lnTo>
                    <a:pt x="350711" y="549116"/>
                  </a:lnTo>
                  <a:lnTo>
                    <a:pt x="348520" y="546354"/>
                  </a:lnTo>
                  <a:lnTo>
                    <a:pt x="348044" y="544925"/>
                  </a:lnTo>
                  <a:lnTo>
                    <a:pt x="348139" y="542449"/>
                  </a:lnTo>
                  <a:lnTo>
                    <a:pt x="349187" y="538925"/>
                  </a:lnTo>
                  <a:lnTo>
                    <a:pt x="349472" y="532448"/>
                  </a:lnTo>
                  <a:lnTo>
                    <a:pt x="350996" y="529304"/>
                  </a:lnTo>
                  <a:lnTo>
                    <a:pt x="357283" y="522542"/>
                  </a:lnTo>
                  <a:lnTo>
                    <a:pt x="360331" y="519970"/>
                  </a:lnTo>
                  <a:lnTo>
                    <a:pt x="361379" y="518827"/>
                  </a:lnTo>
                  <a:lnTo>
                    <a:pt x="361950" y="517493"/>
                  </a:lnTo>
                  <a:lnTo>
                    <a:pt x="361950" y="516446"/>
                  </a:lnTo>
                  <a:lnTo>
                    <a:pt x="361283" y="515874"/>
                  </a:lnTo>
                  <a:lnTo>
                    <a:pt x="358140" y="515969"/>
                  </a:lnTo>
                  <a:lnTo>
                    <a:pt x="357092" y="515684"/>
                  </a:lnTo>
                  <a:lnTo>
                    <a:pt x="356140" y="515207"/>
                  </a:lnTo>
                  <a:lnTo>
                    <a:pt x="348044" y="512445"/>
                  </a:lnTo>
                  <a:lnTo>
                    <a:pt x="346043" y="512064"/>
                  </a:lnTo>
                  <a:lnTo>
                    <a:pt x="344519" y="512350"/>
                  </a:lnTo>
                  <a:lnTo>
                    <a:pt x="343567" y="513017"/>
                  </a:lnTo>
                  <a:lnTo>
                    <a:pt x="342805" y="513779"/>
                  </a:lnTo>
                  <a:lnTo>
                    <a:pt x="341852" y="514255"/>
                  </a:lnTo>
                  <a:lnTo>
                    <a:pt x="340614" y="514255"/>
                  </a:lnTo>
                  <a:lnTo>
                    <a:pt x="332994" y="511778"/>
                  </a:lnTo>
                  <a:lnTo>
                    <a:pt x="331470" y="510350"/>
                  </a:lnTo>
                  <a:lnTo>
                    <a:pt x="330327" y="507968"/>
                  </a:lnTo>
                  <a:lnTo>
                    <a:pt x="330232" y="505206"/>
                  </a:lnTo>
                  <a:lnTo>
                    <a:pt x="331280" y="502825"/>
                  </a:lnTo>
                  <a:lnTo>
                    <a:pt x="334042" y="498348"/>
                  </a:lnTo>
                  <a:lnTo>
                    <a:pt x="339662" y="483394"/>
                  </a:lnTo>
                  <a:lnTo>
                    <a:pt x="339947" y="480727"/>
                  </a:lnTo>
                  <a:lnTo>
                    <a:pt x="338519" y="479393"/>
                  </a:lnTo>
                  <a:lnTo>
                    <a:pt x="336995" y="480632"/>
                  </a:lnTo>
                  <a:lnTo>
                    <a:pt x="335661" y="482727"/>
                  </a:lnTo>
                  <a:lnTo>
                    <a:pt x="334232" y="483299"/>
                  </a:lnTo>
                  <a:lnTo>
                    <a:pt x="332518" y="479870"/>
                  </a:lnTo>
                  <a:lnTo>
                    <a:pt x="331280" y="479298"/>
                  </a:lnTo>
                  <a:lnTo>
                    <a:pt x="327946" y="477012"/>
                  </a:lnTo>
                  <a:lnTo>
                    <a:pt x="326041" y="474917"/>
                  </a:lnTo>
                  <a:lnTo>
                    <a:pt x="323374" y="470059"/>
                  </a:lnTo>
                  <a:lnTo>
                    <a:pt x="321659" y="468154"/>
                  </a:lnTo>
                  <a:lnTo>
                    <a:pt x="320707" y="467963"/>
                  </a:lnTo>
                  <a:lnTo>
                    <a:pt x="318421" y="468249"/>
                  </a:lnTo>
                  <a:lnTo>
                    <a:pt x="317278" y="467773"/>
                  </a:lnTo>
                  <a:lnTo>
                    <a:pt x="316135" y="466534"/>
                  </a:lnTo>
                  <a:lnTo>
                    <a:pt x="316040" y="465677"/>
                  </a:lnTo>
                  <a:lnTo>
                    <a:pt x="316421" y="464725"/>
                  </a:lnTo>
                  <a:lnTo>
                    <a:pt x="316611" y="463105"/>
                  </a:lnTo>
                  <a:lnTo>
                    <a:pt x="316040" y="462629"/>
                  </a:lnTo>
                  <a:lnTo>
                    <a:pt x="314897" y="462344"/>
                  </a:lnTo>
                  <a:lnTo>
                    <a:pt x="313849" y="461772"/>
                  </a:lnTo>
                  <a:lnTo>
                    <a:pt x="313658" y="460343"/>
                  </a:lnTo>
                  <a:lnTo>
                    <a:pt x="316135" y="448913"/>
                  </a:lnTo>
                  <a:lnTo>
                    <a:pt x="315944" y="447770"/>
                  </a:lnTo>
                  <a:lnTo>
                    <a:pt x="315087" y="445865"/>
                  </a:lnTo>
                  <a:lnTo>
                    <a:pt x="315087" y="444627"/>
                  </a:lnTo>
                  <a:lnTo>
                    <a:pt x="315659" y="443294"/>
                  </a:lnTo>
                  <a:lnTo>
                    <a:pt x="317373" y="440626"/>
                  </a:lnTo>
                  <a:lnTo>
                    <a:pt x="317945" y="439198"/>
                  </a:lnTo>
                  <a:lnTo>
                    <a:pt x="317945" y="438055"/>
                  </a:lnTo>
                  <a:lnTo>
                    <a:pt x="317659" y="436912"/>
                  </a:lnTo>
                  <a:lnTo>
                    <a:pt x="317564" y="435769"/>
                  </a:lnTo>
                  <a:lnTo>
                    <a:pt x="317945" y="434530"/>
                  </a:lnTo>
                  <a:lnTo>
                    <a:pt x="319754" y="433007"/>
                  </a:lnTo>
                  <a:lnTo>
                    <a:pt x="322040" y="432911"/>
                  </a:lnTo>
                  <a:lnTo>
                    <a:pt x="324422" y="433102"/>
                  </a:lnTo>
                  <a:lnTo>
                    <a:pt x="326612" y="432625"/>
                  </a:lnTo>
                  <a:lnTo>
                    <a:pt x="328136" y="431387"/>
                  </a:lnTo>
                  <a:lnTo>
                    <a:pt x="332518" y="427101"/>
                  </a:lnTo>
                  <a:lnTo>
                    <a:pt x="333661" y="425672"/>
                  </a:lnTo>
                  <a:lnTo>
                    <a:pt x="334042" y="423386"/>
                  </a:lnTo>
                  <a:lnTo>
                    <a:pt x="333756" y="420719"/>
                  </a:lnTo>
                  <a:lnTo>
                    <a:pt x="333089" y="418338"/>
                  </a:lnTo>
                  <a:lnTo>
                    <a:pt x="332327" y="416814"/>
                  </a:lnTo>
                  <a:lnTo>
                    <a:pt x="333756" y="414338"/>
                  </a:lnTo>
                  <a:lnTo>
                    <a:pt x="335090" y="412528"/>
                  </a:lnTo>
                  <a:lnTo>
                    <a:pt x="334994" y="411290"/>
                  </a:lnTo>
                  <a:lnTo>
                    <a:pt x="332232" y="410623"/>
                  </a:lnTo>
                  <a:lnTo>
                    <a:pt x="331851" y="409004"/>
                  </a:lnTo>
                  <a:lnTo>
                    <a:pt x="329660" y="407099"/>
                  </a:lnTo>
                  <a:lnTo>
                    <a:pt x="329089" y="405670"/>
                  </a:lnTo>
                  <a:lnTo>
                    <a:pt x="329279" y="404527"/>
                  </a:lnTo>
                  <a:lnTo>
                    <a:pt x="330041" y="401860"/>
                  </a:lnTo>
                  <a:lnTo>
                    <a:pt x="330137" y="400431"/>
                  </a:lnTo>
                  <a:lnTo>
                    <a:pt x="329565" y="397859"/>
                  </a:lnTo>
                  <a:lnTo>
                    <a:pt x="329565" y="396621"/>
                  </a:lnTo>
                  <a:lnTo>
                    <a:pt x="330232" y="395097"/>
                  </a:lnTo>
                  <a:lnTo>
                    <a:pt x="331375" y="393954"/>
                  </a:lnTo>
                  <a:lnTo>
                    <a:pt x="333947" y="393001"/>
                  </a:lnTo>
                  <a:lnTo>
                    <a:pt x="335756" y="392144"/>
                  </a:lnTo>
                  <a:lnTo>
                    <a:pt x="335756" y="392144"/>
                  </a:lnTo>
                  <a:lnTo>
                    <a:pt x="336137" y="391096"/>
                  </a:lnTo>
                  <a:lnTo>
                    <a:pt x="337471" y="389096"/>
                  </a:lnTo>
                  <a:lnTo>
                    <a:pt x="337852" y="387953"/>
                  </a:lnTo>
                  <a:lnTo>
                    <a:pt x="337566" y="387477"/>
                  </a:lnTo>
                  <a:lnTo>
                    <a:pt x="337280" y="385382"/>
                  </a:lnTo>
                  <a:lnTo>
                    <a:pt x="337090" y="384810"/>
                  </a:lnTo>
                  <a:lnTo>
                    <a:pt x="336423" y="379762"/>
                  </a:lnTo>
                  <a:lnTo>
                    <a:pt x="333756" y="376142"/>
                  </a:lnTo>
                  <a:lnTo>
                    <a:pt x="329946" y="373761"/>
                  </a:lnTo>
                  <a:lnTo>
                    <a:pt x="327470" y="373190"/>
                  </a:lnTo>
                  <a:lnTo>
                    <a:pt x="326231" y="376047"/>
                  </a:lnTo>
                  <a:lnTo>
                    <a:pt x="324517" y="378714"/>
                  </a:lnTo>
                  <a:lnTo>
                    <a:pt x="321945" y="378905"/>
                  </a:lnTo>
                  <a:lnTo>
                    <a:pt x="316230" y="377000"/>
                  </a:lnTo>
                  <a:lnTo>
                    <a:pt x="308800" y="376619"/>
                  </a:lnTo>
                  <a:lnTo>
                    <a:pt x="306134" y="376047"/>
                  </a:lnTo>
                  <a:lnTo>
                    <a:pt x="297561" y="369189"/>
                  </a:lnTo>
                  <a:lnTo>
                    <a:pt x="267272" y="353282"/>
                  </a:lnTo>
                  <a:lnTo>
                    <a:pt x="263938" y="352520"/>
                  </a:lnTo>
                  <a:lnTo>
                    <a:pt x="263747" y="351663"/>
                  </a:lnTo>
                  <a:lnTo>
                    <a:pt x="262700" y="349853"/>
                  </a:lnTo>
                  <a:lnTo>
                    <a:pt x="261652" y="348520"/>
                  </a:lnTo>
                  <a:lnTo>
                    <a:pt x="261175" y="348044"/>
                  </a:lnTo>
                  <a:lnTo>
                    <a:pt x="261080" y="347377"/>
                  </a:lnTo>
                  <a:lnTo>
                    <a:pt x="261080" y="340805"/>
                  </a:lnTo>
                  <a:lnTo>
                    <a:pt x="260699" y="340042"/>
                  </a:lnTo>
                  <a:lnTo>
                    <a:pt x="258985" y="338328"/>
                  </a:lnTo>
                  <a:lnTo>
                    <a:pt x="257842" y="335756"/>
                  </a:lnTo>
                  <a:lnTo>
                    <a:pt x="255937" y="334994"/>
                  </a:lnTo>
                  <a:lnTo>
                    <a:pt x="253746" y="334328"/>
                  </a:lnTo>
                  <a:lnTo>
                    <a:pt x="254413" y="330517"/>
                  </a:lnTo>
                  <a:lnTo>
                    <a:pt x="255365" y="328232"/>
                  </a:lnTo>
                  <a:lnTo>
                    <a:pt x="256889" y="326041"/>
                  </a:lnTo>
                  <a:lnTo>
                    <a:pt x="257461" y="320516"/>
                  </a:lnTo>
                  <a:lnTo>
                    <a:pt x="258699" y="319945"/>
                  </a:lnTo>
                  <a:lnTo>
                    <a:pt x="260128" y="319659"/>
                  </a:lnTo>
                  <a:lnTo>
                    <a:pt x="260985" y="318516"/>
                  </a:lnTo>
                  <a:lnTo>
                    <a:pt x="261175" y="316801"/>
                  </a:lnTo>
                  <a:lnTo>
                    <a:pt x="261557" y="315278"/>
                  </a:lnTo>
                  <a:lnTo>
                    <a:pt x="262319" y="314420"/>
                  </a:lnTo>
                  <a:lnTo>
                    <a:pt x="263843" y="314706"/>
                  </a:lnTo>
                  <a:lnTo>
                    <a:pt x="264986" y="312420"/>
                  </a:lnTo>
                  <a:lnTo>
                    <a:pt x="266605" y="310801"/>
                  </a:lnTo>
                  <a:lnTo>
                    <a:pt x="267748" y="309182"/>
                  </a:lnTo>
                  <a:lnTo>
                    <a:pt x="267367" y="306800"/>
                  </a:lnTo>
                  <a:lnTo>
                    <a:pt x="265843" y="302419"/>
                  </a:lnTo>
                  <a:lnTo>
                    <a:pt x="265271" y="301276"/>
                  </a:lnTo>
                  <a:lnTo>
                    <a:pt x="264605" y="300609"/>
                  </a:lnTo>
                  <a:lnTo>
                    <a:pt x="264605" y="300038"/>
                  </a:lnTo>
                  <a:lnTo>
                    <a:pt x="270320" y="296894"/>
                  </a:lnTo>
                  <a:lnTo>
                    <a:pt x="272415" y="296132"/>
                  </a:lnTo>
                  <a:lnTo>
                    <a:pt x="274701" y="296323"/>
                  </a:lnTo>
                  <a:lnTo>
                    <a:pt x="276606" y="297656"/>
                  </a:lnTo>
                  <a:lnTo>
                    <a:pt x="278225" y="299847"/>
                  </a:lnTo>
                  <a:lnTo>
                    <a:pt x="279273" y="302324"/>
                  </a:lnTo>
                  <a:lnTo>
                    <a:pt x="279368" y="304609"/>
                  </a:lnTo>
                  <a:lnTo>
                    <a:pt x="280797" y="304705"/>
                  </a:lnTo>
                  <a:lnTo>
                    <a:pt x="285655" y="306038"/>
                  </a:lnTo>
                  <a:lnTo>
                    <a:pt x="287560" y="306229"/>
                  </a:lnTo>
                  <a:lnTo>
                    <a:pt x="288608" y="305371"/>
                  </a:lnTo>
                  <a:lnTo>
                    <a:pt x="290703" y="301657"/>
                  </a:lnTo>
                  <a:lnTo>
                    <a:pt x="294704" y="296418"/>
                  </a:lnTo>
                  <a:lnTo>
                    <a:pt x="296132" y="293465"/>
                  </a:lnTo>
                  <a:lnTo>
                    <a:pt x="296513" y="290132"/>
                  </a:lnTo>
                  <a:lnTo>
                    <a:pt x="299180" y="286798"/>
                  </a:lnTo>
                  <a:lnTo>
                    <a:pt x="300514" y="283083"/>
                  </a:lnTo>
                  <a:lnTo>
                    <a:pt x="301466" y="274701"/>
                  </a:lnTo>
                  <a:lnTo>
                    <a:pt x="301181" y="267557"/>
                  </a:lnTo>
                  <a:lnTo>
                    <a:pt x="302324" y="265462"/>
                  </a:lnTo>
                  <a:lnTo>
                    <a:pt x="306229" y="264795"/>
                  </a:lnTo>
                  <a:lnTo>
                    <a:pt x="308134" y="265271"/>
                  </a:lnTo>
                  <a:lnTo>
                    <a:pt x="311753" y="266700"/>
                  </a:lnTo>
                  <a:lnTo>
                    <a:pt x="314897" y="267557"/>
                  </a:lnTo>
                  <a:lnTo>
                    <a:pt x="315468" y="267843"/>
                  </a:lnTo>
                  <a:lnTo>
                    <a:pt x="316040" y="267843"/>
                  </a:lnTo>
                  <a:lnTo>
                    <a:pt x="317373" y="267557"/>
                  </a:lnTo>
                  <a:lnTo>
                    <a:pt x="318230" y="266986"/>
                  </a:lnTo>
                  <a:lnTo>
                    <a:pt x="319659" y="265367"/>
                  </a:lnTo>
                  <a:lnTo>
                    <a:pt x="320707" y="264986"/>
                  </a:lnTo>
                  <a:lnTo>
                    <a:pt x="324803" y="265081"/>
                  </a:lnTo>
                  <a:lnTo>
                    <a:pt x="328327" y="265748"/>
                  </a:lnTo>
                  <a:lnTo>
                    <a:pt x="335280" y="268319"/>
                  </a:lnTo>
                  <a:lnTo>
                    <a:pt x="342138" y="268986"/>
                  </a:lnTo>
                  <a:lnTo>
                    <a:pt x="343091" y="268224"/>
                  </a:lnTo>
                  <a:lnTo>
                    <a:pt x="344234" y="265462"/>
                  </a:lnTo>
                  <a:lnTo>
                    <a:pt x="344996" y="264509"/>
                  </a:lnTo>
                  <a:lnTo>
                    <a:pt x="345948" y="264319"/>
                  </a:lnTo>
                  <a:lnTo>
                    <a:pt x="346710" y="264605"/>
                  </a:lnTo>
                  <a:lnTo>
                    <a:pt x="347472" y="265081"/>
                  </a:lnTo>
                  <a:lnTo>
                    <a:pt x="355378" y="267843"/>
                  </a:lnTo>
                  <a:lnTo>
                    <a:pt x="358331" y="268034"/>
                  </a:lnTo>
                  <a:lnTo>
                    <a:pt x="356616" y="265271"/>
                  </a:lnTo>
                  <a:lnTo>
                    <a:pt x="358712" y="264795"/>
                  </a:lnTo>
                  <a:lnTo>
                    <a:pt x="359093" y="263557"/>
                  </a:lnTo>
                  <a:lnTo>
                    <a:pt x="358807" y="261842"/>
                  </a:lnTo>
                  <a:lnTo>
                    <a:pt x="358902" y="260128"/>
                  </a:lnTo>
                  <a:lnTo>
                    <a:pt x="359950" y="258794"/>
                  </a:lnTo>
                  <a:lnTo>
                    <a:pt x="364331" y="255556"/>
                  </a:lnTo>
                  <a:lnTo>
                    <a:pt x="365189" y="254317"/>
                  </a:lnTo>
                  <a:lnTo>
                    <a:pt x="365474" y="253079"/>
                  </a:lnTo>
                  <a:lnTo>
                    <a:pt x="365189" y="251841"/>
                  </a:lnTo>
                  <a:lnTo>
                    <a:pt x="364331" y="250793"/>
                  </a:lnTo>
                  <a:lnTo>
                    <a:pt x="358712" y="251079"/>
                  </a:lnTo>
                  <a:lnTo>
                    <a:pt x="355949" y="250698"/>
                  </a:lnTo>
                  <a:lnTo>
                    <a:pt x="354044" y="248698"/>
                  </a:lnTo>
                  <a:lnTo>
                    <a:pt x="353378" y="248126"/>
                  </a:lnTo>
                  <a:lnTo>
                    <a:pt x="350996" y="247936"/>
                  </a:lnTo>
                  <a:lnTo>
                    <a:pt x="349853" y="247650"/>
                  </a:lnTo>
                  <a:lnTo>
                    <a:pt x="348996" y="246888"/>
                  </a:lnTo>
                  <a:lnTo>
                    <a:pt x="346234" y="243459"/>
                  </a:lnTo>
                  <a:lnTo>
                    <a:pt x="345758" y="242125"/>
                  </a:lnTo>
                  <a:lnTo>
                    <a:pt x="345662" y="240887"/>
                  </a:lnTo>
                  <a:lnTo>
                    <a:pt x="345281" y="239840"/>
                  </a:lnTo>
                  <a:lnTo>
                    <a:pt x="344043" y="238887"/>
                  </a:lnTo>
                  <a:lnTo>
                    <a:pt x="344043" y="238125"/>
                  </a:lnTo>
                  <a:lnTo>
                    <a:pt x="346043" y="233553"/>
                  </a:lnTo>
                  <a:lnTo>
                    <a:pt x="345853" y="230791"/>
                  </a:lnTo>
                  <a:lnTo>
                    <a:pt x="344805" y="229076"/>
                  </a:lnTo>
                  <a:lnTo>
                    <a:pt x="343376" y="227743"/>
                  </a:lnTo>
                  <a:lnTo>
                    <a:pt x="341948" y="226028"/>
                  </a:lnTo>
                  <a:lnTo>
                    <a:pt x="340995" y="225171"/>
                  </a:lnTo>
                  <a:lnTo>
                    <a:pt x="337471" y="223838"/>
                  </a:lnTo>
                  <a:lnTo>
                    <a:pt x="337566" y="226124"/>
                  </a:lnTo>
                  <a:lnTo>
                    <a:pt x="336423" y="226695"/>
                  </a:lnTo>
                  <a:lnTo>
                    <a:pt x="335280" y="226600"/>
                  </a:lnTo>
                  <a:lnTo>
                    <a:pt x="334232" y="226409"/>
                  </a:lnTo>
                  <a:lnTo>
                    <a:pt x="333280" y="226600"/>
                  </a:lnTo>
                  <a:lnTo>
                    <a:pt x="332042" y="227648"/>
                  </a:lnTo>
                  <a:lnTo>
                    <a:pt x="331089" y="228886"/>
                  </a:lnTo>
                  <a:lnTo>
                    <a:pt x="330041" y="229934"/>
                  </a:lnTo>
                  <a:lnTo>
                    <a:pt x="328708" y="230315"/>
                  </a:lnTo>
                  <a:lnTo>
                    <a:pt x="326327" y="229743"/>
                  </a:lnTo>
                  <a:lnTo>
                    <a:pt x="322612" y="227267"/>
                  </a:lnTo>
                  <a:lnTo>
                    <a:pt x="320326" y="226124"/>
                  </a:lnTo>
                  <a:lnTo>
                    <a:pt x="315373" y="225933"/>
                  </a:lnTo>
                  <a:lnTo>
                    <a:pt x="312992" y="225457"/>
                  </a:lnTo>
                  <a:lnTo>
                    <a:pt x="311849" y="224314"/>
                  </a:lnTo>
                  <a:lnTo>
                    <a:pt x="310991" y="222504"/>
                  </a:lnTo>
                  <a:lnTo>
                    <a:pt x="307848" y="220123"/>
                  </a:lnTo>
                  <a:lnTo>
                    <a:pt x="306705" y="217551"/>
                  </a:lnTo>
                  <a:lnTo>
                    <a:pt x="302324" y="215360"/>
                  </a:lnTo>
                  <a:lnTo>
                    <a:pt x="300704" y="213741"/>
                  </a:lnTo>
                  <a:lnTo>
                    <a:pt x="300228" y="205835"/>
                  </a:lnTo>
                  <a:lnTo>
                    <a:pt x="297180" y="202406"/>
                  </a:lnTo>
                  <a:lnTo>
                    <a:pt x="288798" y="196691"/>
                  </a:lnTo>
                  <a:lnTo>
                    <a:pt x="281845" y="188500"/>
                  </a:lnTo>
                  <a:lnTo>
                    <a:pt x="278130" y="186500"/>
                  </a:lnTo>
                  <a:lnTo>
                    <a:pt x="272987" y="188024"/>
                  </a:lnTo>
                  <a:lnTo>
                    <a:pt x="271082" y="189167"/>
                  </a:lnTo>
                  <a:lnTo>
                    <a:pt x="268796" y="190214"/>
                  </a:lnTo>
                  <a:lnTo>
                    <a:pt x="266605" y="190309"/>
                  </a:lnTo>
                  <a:lnTo>
                    <a:pt x="265081" y="188690"/>
                  </a:lnTo>
                  <a:lnTo>
                    <a:pt x="264319" y="186214"/>
                  </a:lnTo>
                  <a:lnTo>
                    <a:pt x="263747" y="185166"/>
                  </a:lnTo>
                  <a:lnTo>
                    <a:pt x="261938" y="183071"/>
                  </a:lnTo>
                  <a:lnTo>
                    <a:pt x="261938" y="181928"/>
                  </a:lnTo>
                  <a:lnTo>
                    <a:pt x="262128" y="180784"/>
                  </a:lnTo>
                  <a:lnTo>
                    <a:pt x="261366" y="178879"/>
                  </a:lnTo>
                  <a:lnTo>
                    <a:pt x="260509" y="173165"/>
                  </a:lnTo>
                  <a:lnTo>
                    <a:pt x="260890" y="172593"/>
                  </a:lnTo>
                  <a:lnTo>
                    <a:pt x="261461" y="172212"/>
                  </a:lnTo>
                  <a:lnTo>
                    <a:pt x="262128" y="171259"/>
                  </a:lnTo>
                  <a:lnTo>
                    <a:pt x="264224" y="164021"/>
                  </a:lnTo>
                  <a:lnTo>
                    <a:pt x="266414" y="159734"/>
                  </a:lnTo>
                  <a:lnTo>
                    <a:pt x="269272" y="157448"/>
                  </a:lnTo>
                  <a:lnTo>
                    <a:pt x="270034" y="154972"/>
                  </a:lnTo>
                  <a:lnTo>
                    <a:pt x="269843" y="153543"/>
                  </a:lnTo>
                  <a:lnTo>
                    <a:pt x="269177" y="152781"/>
                  </a:lnTo>
                  <a:lnTo>
                    <a:pt x="268415" y="152305"/>
                  </a:lnTo>
                  <a:lnTo>
                    <a:pt x="268034" y="151638"/>
                  </a:lnTo>
                  <a:lnTo>
                    <a:pt x="267938" y="150400"/>
                  </a:lnTo>
                  <a:lnTo>
                    <a:pt x="268129" y="149733"/>
                  </a:lnTo>
                  <a:lnTo>
                    <a:pt x="268510" y="149066"/>
                  </a:lnTo>
                  <a:lnTo>
                    <a:pt x="269843" y="144875"/>
                  </a:lnTo>
                  <a:lnTo>
                    <a:pt x="270796" y="143351"/>
                  </a:lnTo>
                  <a:lnTo>
                    <a:pt x="274606" y="140875"/>
                  </a:lnTo>
                  <a:lnTo>
                    <a:pt x="275654" y="140017"/>
                  </a:lnTo>
                  <a:lnTo>
                    <a:pt x="276416" y="139065"/>
                  </a:lnTo>
                  <a:lnTo>
                    <a:pt x="277178" y="138208"/>
                  </a:lnTo>
                  <a:lnTo>
                    <a:pt x="278416" y="137732"/>
                  </a:lnTo>
                  <a:lnTo>
                    <a:pt x="280797" y="137255"/>
                  </a:lnTo>
                  <a:lnTo>
                    <a:pt x="287560" y="134969"/>
                  </a:lnTo>
                  <a:lnTo>
                    <a:pt x="289560" y="133731"/>
                  </a:lnTo>
                  <a:lnTo>
                    <a:pt x="290513" y="131826"/>
                  </a:lnTo>
                  <a:lnTo>
                    <a:pt x="290322" y="127159"/>
                  </a:lnTo>
                  <a:lnTo>
                    <a:pt x="290703" y="125254"/>
                  </a:lnTo>
                  <a:lnTo>
                    <a:pt x="292418" y="122777"/>
                  </a:lnTo>
                  <a:lnTo>
                    <a:pt x="294132" y="121158"/>
                  </a:lnTo>
                  <a:lnTo>
                    <a:pt x="299561" y="117729"/>
                  </a:lnTo>
                  <a:lnTo>
                    <a:pt x="300419" y="116586"/>
                  </a:lnTo>
                  <a:lnTo>
                    <a:pt x="300990" y="115443"/>
                  </a:lnTo>
                  <a:lnTo>
                    <a:pt x="301657" y="114871"/>
                  </a:lnTo>
                  <a:lnTo>
                    <a:pt x="302895" y="115633"/>
                  </a:lnTo>
                  <a:lnTo>
                    <a:pt x="303657" y="116015"/>
                  </a:lnTo>
                  <a:lnTo>
                    <a:pt x="304705" y="116110"/>
                  </a:lnTo>
                  <a:lnTo>
                    <a:pt x="305848" y="116015"/>
                  </a:lnTo>
                  <a:lnTo>
                    <a:pt x="306705" y="115824"/>
                  </a:lnTo>
                  <a:lnTo>
                    <a:pt x="309277" y="116205"/>
                  </a:lnTo>
                  <a:lnTo>
                    <a:pt x="308991" y="112967"/>
                  </a:lnTo>
                  <a:lnTo>
                    <a:pt x="306705" y="106013"/>
                  </a:lnTo>
                  <a:lnTo>
                    <a:pt x="305086" y="103156"/>
                  </a:lnTo>
                  <a:lnTo>
                    <a:pt x="302038" y="101727"/>
                  </a:lnTo>
                  <a:lnTo>
                    <a:pt x="295370" y="100394"/>
                  </a:lnTo>
                  <a:lnTo>
                    <a:pt x="292703" y="99155"/>
                  </a:lnTo>
                  <a:lnTo>
                    <a:pt x="291846" y="99250"/>
                  </a:lnTo>
                  <a:lnTo>
                    <a:pt x="291465" y="100108"/>
                  </a:lnTo>
                  <a:lnTo>
                    <a:pt x="291179" y="103061"/>
                  </a:lnTo>
                  <a:lnTo>
                    <a:pt x="290608" y="103823"/>
                  </a:lnTo>
                  <a:lnTo>
                    <a:pt x="289084" y="103346"/>
                  </a:lnTo>
                  <a:lnTo>
                    <a:pt x="288227" y="101632"/>
                  </a:lnTo>
                  <a:lnTo>
                    <a:pt x="288036" y="99536"/>
                  </a:lnTo>
                  <a:lnTo>
                    <a:pt x="288703" y="97822"/>
                  </a:lnTo>
                  <a:lnTo>
                    <a:pt x="288703" y="97822"/>
                  </a:lnTo>
                  <a:lnTo>
                    <a:pt x="290227" y="95250"/>
                  </a:lnTo>
                  <a:lnTo>
                    <a:pt x="292608" y="86963"/>
                  </a:lnTo>
                  <a:lnTo>
                    <a:pt x="293465" y="85058"/>
                  </a:lnTo>
                  <a:lnTo>
                    <a:pt x="294894" y="82677"/>
                  </a:lnTo>
                  <a:lnTo>
                    <a:pt x="296323" y="81153"/>
                  </a:lnTo>
                  <a:lnTo>
                    <a:pt x="297371" y="81820"/>
                  </a:lnTo>
                  <a:lnTo>
                    <a:pt x="297561" y="84201"/>
                  </a:lnTo>
                  <a:lnTo>
                    <a:pt x="297466" y="86963"/>
                  </a:lnTo>
                  <a:lnTo>
                    <a:pt x="297847" y="89535"/>
                  </a:lnTo>
                  <a:lnTo>
                    <a:pt x="299371" y="91250"/>
                  </a:lnTo>
                  <a:lnTo>
                    <a:pt x="303467" y="92488"/>
                  </a:lnTo>
                  <a:lnTo>
                    <a:pt x="305276" y="93345"/>
                  </a:lnTo>
                  <a:lnTo>
                    <a:pt x="306800" y="95155"/>
                  </a:lnTo>
                  <a:lnTo>
                    <a:pt x="308229" y="96298"/>
                  </a:lnTo>
                  <a:lnTo>
                    <a:pt x="309467" y="97726"/>
                  </a:lnTo>
                  <a:lnTo>
                    <a:pt x="310420" y="98679"/>
                  </a:lnTo>
                  <a:lnTo>
                    <a:pt x="312706" y="100298"/>
                  </a:lnTo>
                  <a:lnTo>
                    <a:pt x="315373" y="101441"/>
                  </a:lnTo>
                  <a:lnTo>
                    <a:pt x="316325" y="101537"/>
                  </a:lnTo>
                  <a:lnTo>
                    <a:pt x="318802" y="101537"/>
                  </a:lnTo>
                  <a:lnTo>
                    <a:pt x="320231" y="102203"/>
                  </a:lnTo>
                  <a:lnTo>
                    <a:pt x="320993" y="103442"/>
                  </a:lnTo>
                  <a:lnTo>
                    <a:pt x="321659" y="104870"/>
                  </a:lnTo>
                  <a:lnTo>
                    <a:pt x="322612" y="106108"/>
                  </a:lnTo>
                  <a:lnTo>
                    <a:pt x="323850" y="106966"/>
                  </a:lnTo>
                  <a:lnTo>
                    <a:pt x="325088" y="107537"/>
                  </a:lnTo>
                  <a:lnTo>
                    <a:pt x="327755" y="108204"/>
                  </a:lnTo>
                  <a:lnTo>
                    <a:pt x="327279" y="109252"/>
                  </a:lnTo>
                  <a:lnTo>
                    <a:pt x="326993" y="110395"/>
                  </a:lnTo>
                  <a:lnTo>
                    <a:pt x="327279" y="111252"/>
                  </a:lnTo>
                  <a:lnTo>
                    <a:pt x="328327" y="111633"/>
                  </a:lnTo>
                  <a:lnTo>
                    <a:pt x="329184" y="112014"/>
                  </a:lnTo>
                  <a:lnTo>
                    <a:pt x="329089" y="114300"/>
                  </a:lnTo>
                  <a:lnTo>
                    <a:pt x="329756" y="115253"/>
                  </a:lnTo>
                  <a:lnTo>
                    <a:pt x="332423" y="116586"/>
                  </a:lnTo>
                  <a:lnTo>
                    <a:pt x="333947" y="117824"/>
                  </a:lnTo>
                  <a:lnTo>
                    <a:pt x="334232" y="119444"/>
                  </a:lnTo>
                  <a:lnTo>
                    <a:pt x="333185" y="121825"/>
                  </a:lnTo>
                  <a:lnTo>
                    <a:pt x="331661" y="123063"/>
                  </a:lnTo>
                  <a:lnTo>
                    <a:pt x="327374" y="125254"/>
                  </a:lnTo>
                  <a:lnTo>
                    <a:pt x="326517" y="126206"/>
                  </a:lnTo>
                  <a:lnTo>
                    <a:pt x="328517" y="127730"/>
                  </a:lnTo>
                  <a:lnTo>
                    <a:pt x="338233" y="124111"/>
                  </a:lnTo>
                  <a:lnTo>
                    <a:pt x="342424" y="125730"/>
                  </a:lnTo>
                  <a:lnTo>
                    <a:pt x="343376" y="127730"/>
                  </a:lnTo>
                  <a:lnTo>
                    <a:pt x="344138" y="129921"/>
                  </a:lnTo>
                  <a:lnTo>
                    <a:pt x="345281" y="131731"/>
                  </a:lnTo>
                  <a:lnTo>
                    <a:pt x="347186" y="132588"/>
                  </a:lnTo>
                  <a:lnTo>
                    <a:pt x="348996" y="131921"/>
                  </a:lnTo>
                  <a:lnTo>
                    <a:pt x="350711" y="127635"/>
                  </a:lnTo>
                  <a:lnTo>
                    <a:pt x="352997" y="126016"/>
                  </a:lnTo>
                  <a:lnTo>
                    <a:pt x="356140" y="126587"/>
                  </a:lnTo>
                  <a:lnTo>
                    <a:pt x="361188" y="131731"/>
                  </a:lnTo>
                  <a:lnTo>
                    <a:pt x="364427" y="132874"/>
                  </a:lnTo>
                  <a:lnTo>
                    <a:pt x="369475" y="131540"/>
                  </a:lnTo>
                  <a:lnTo>
                    <a:pt x="371856" y="129921"/>
                  </a:lnTo>
                  <a:lnTo>
                    <a:pt x="371189" y="127540"/>
                  </a:lnTo>
                  <a:lnTo>
                    <a:pt x="369951" y="127159"/>
                  </a:lnTo>
                  <a:lnTo>
                    <a:pt x="368618" y="127159"/>
                  </a:lnTo>
                  <a:lnTo>
                    <a:pt x="367760" y="126301"/>
                  </a:lnTo>
                  <a:lnTo>
                    <a:pt x="368141" y="123539"/>
                  </a:lnTo>
                  <a:lnTo>
                    <a:pt x="367094" y="124301"/>
                  </a:lnTo>
                  <a:lnTo>
                    <a:pt x="366046" y="124587"/>
                  </a:lnTo>
                  <a:lnTo>
                    <a:pt x="365093" y="124301"/>
                  </a:lnTo>
                  <a:lnTo>
                    <a:pt x="364331" y="123254"/>
                  </a:lnTo>
                  <a:lnTo>
                    <a:pt x="363284" y="119539"/>
                  </a:lnTo>
                  <a:lnTo>
                    <a:pt x="360426" y="118015"/>
                  </a:lnTo>
                  <a:lnTo>
                    <a:pt x="357092" y="116872"/>
                  </a:lnTo>
                  <a:lnTo>
                    <a:pt x="354711" y="114300"/>
                  </a:lnTo>
                  <a:lnTo>
                    <a:pt x="354616" y="112109"/>
                  </a:lnTo>
                  <a:lnTo>
                    <a:pt x="355568" y="109728"/>
                  </a:lnTo>
                  <a:lnTo>
                    <a:pt x="356997" y="107537"/>
                  </a:lnTo>
                  <a:lnTo>
                    <a:pt x="358426" y="106108"/>
                  </a:lnTo>
                  <a:lnTo>
                    <a:pt x="360331" y="105156"/>
                  </a:lnTo>
                  <a:lnTo>
                    <a:pt x="361379" y="105442"/>
                  </a:lnTo>
                  <a:lnTo>
                    <a:pt x="362426" y="106490"/>
                  </a:lnTo>
                  <a:lnTo>
                    <a:pt x="364236" y="107823"/>
                  </a:lnTo>
                  <a:lnTo>
                    <a:pt x="365570" y="108490"/>
                  </a:lnTo>
                  <a:lnTo>
                    <a:pt x="367284" y="110490"/>
                  </a:lnTo>
                  <a:lnTo>
                    <a:pt x="368332" y="111347"/>
                  </a:lnTo>
                  <a:lnTo>
                    <a:pt x="369570" y="111824"/>
                  </a:lnTo>
                  <a:lnTo>
                    <a:pt x="372142" y="112490"/>
                  </a:lnTo>
                  <a:lnTo>
                    <a:pt x="373190" y="113348"/>
                  </a:lnTo>
                  <a:lnTo>
                    <a:pt x="373761" y="114871"/>
                  </a:lnTo>
                  <a:lnTo>
                    <a:pt x="373380" y="116015"/>
                  </a:lnTo>
                  <a:lnTo>
                    <a:pt x="373475" y="116872"/>
                  </a:lnTo>
                  <a:lnTo>
                    <a:pt x="375380" y="117729"/>
                  </a:lnTo>
                  <a:lnTo>
                    <a:pt x="378143" y="118491"/>
                  </a:lnTo>
                  <a:lnTo>
                    <a:pt x="379000" y="119444"/>
                  </a:lnTo>
                  <a:lnTo>
                    <a:pt x="379095" y="121158"/>
                  </a:lnTo>
                  <a:lnTo>
                    <a:pt x="378047" y="121729"/>
                  </a:lnTo>
                  <a:lnTo>
                    <a:pt x="376333" y="120967"/>
                  </a:lnTo>
                  <a:lnTo>
                    <a:pt x="374999" y="121158"/>
                  </a:lnTo>
                  <a:lnTo>
                    <a:pt x="375095" y="124587"/>
                  </a:lnTo>
                  <a:lnTo>
                    <a:pt x="375857" y="126683"/>
                  </a:lnTo>
                  <a:lnTo>
                    <a:pt x="378143" y="130588"/>
                  </a:lnTo>
                  <a:lnTo>
                    <a:pt x="379000" y="132588"/>
                  </a:lnTo>
                  <a:lnTo>
                    <a:pt x="379952" y="140399"/>
                  </a:lnTo>
                  <a:lnTo>
                    <a:pt x="380810" y="142684"/>
                  </a:lnTo>
                  <a:lnTo>
                    <a:pt x="382238" y="144304"/>
                  </a:lnTo>
                  <a:lnTo>
                    <a:pt x="389858" y="147638"/>
                  </a:lnTo>
                  <a:lnTo>
                    <a:pt x="391573" y="148780"/>
                  </a:lnTo>
                  <a:lnTo>
                    <a:pt x="392811" y="150400"/>
                  </a:lnTo>
                  <a:lnTo>
                    <a:pt x="393573" y="152876"/>
                  </a:lnTo>
                  <a:lnTo>
                    <a:pt x="394525" y="154019"/>
                  </a:lnTo>
                  <a:lnTo>
                    <a:pt x="398621" y="155924"/>
                  </a:lnTo>
                  <a:lnTo>
                    <a:pt x="401384" y="159163"/>
                  </a:lnTo>
                  <a:lnTo>
                    <a:pt x="403479" y="160592"/>
                  </a:lnTo>
                  <a:lnTo>
                    <a:pt x="405765" y="161639"/>
                  </a:lnTo>
                  <a:lnTo>
                    <a:pt x="407670" y="161830"/>
                  </a:lnTo>
                  <a:lnTo>
                    <a:pt x="409575" y="160687"/>
                  </a:lnTo>
                  <a:lnTo>
                    <a:pt x="411004" y="159449"/>
                  </a:lnTo>
                  <a:lnTo>
                    <a:pt x="412337" y="159449"/>
                  </a:lnTo>
                  <a:lnTo>
                    <a:pt x="414052" y="162116"/>
                  </a:lnTo>
                  <a:lnTo>
                    <a:pt x="414623" y="162401"/>
                  </a:lnTo>
                  <a:lnTo>
                    <a:pt x="415195" y="162496"/>
                  </a:lnTo>
                  <a:lnTo>
                    <a:pt x="415766" y="162401"/>
                  </a:lnTo>
                  <a:lnTo>
                    <a:pt x="416338" y="162211"/>
                  </a:lnTo>
                  <a:lnTo>
                    <a:pt x="416338" y="162211"/>
                  </a:lnTo>
                  <a:lnTo>
                    <a:pt x="416338" y="162211"/>
                  </a:lnTo>
                  <a:lnTo>
                    <a:pt x="416338" y="162211"/>
                  </a:lnTo>
                  <a:lnTo>
                    <a:pt x="422624" y="161639"/>
                  </a:lnTo>
                  <a:lnTo>
                    <a:pt x="423196" y="161734"/>
                  </a:lnTo>
                  <a:lnTo>
                    <a:pt x="423767" y="161925"/>
                  </a:lnTo>
                  <a:lnTo>
                    <a:pt x="424339" y="162211"/>
                  </a:lnTo>
                  <a:lnTo>
                    <a:pt x="425958" y="165068"/>
                  </a:lnTo>
                  <a:lnTo>
                    <a:pt x="427006" y="166402"/>
                  </a:lnTo>
                  <a:lnTo>
                    <a:pt x="428149" y="167069"/>
                  </a:lnTo>
                  <a:lnTo>
                    <a:pt x="429673" y="166783"/>
                  </a:lnTo>
                  <a:lnTo>
                    <a:pt x="430530" y="165640"/>
                  </a:lnTo>
                  <a:lnTo>
                    <a:pt x="430816" y="164021"/>
                  </a:lnTo>
                  <a:lnTo>
                    <a:pt x="430721" y="162306"/>
                  </a:lnTo>
                  <a:lnTo>
                    <a:pt x="431673" y="158782"/>
                  </a:lnTo>
                  <a:lnTo>
                    <a:pt x="436721" y="154496"/>
                  </a:lnTo>
                  <a:lnTo>
                    <a:pt x="437674" y="152305"/>
                  </a:lnTo>
                  <a:lnTo>
                    <a:pt x="436817" y="150686"/>
                  </a:lnTo>
                  <a:lnTo>
                    <a:pt x="435292" y="150686"/>
                  </a:lnTo>
                  <a:lnTo>
                    <a:pt x="433673" y="150971"/>
                  </a:lnTo>
                  <a:lnTo>
                    <a:pt x="432530" y="150400"/>
                  </a:lnTo>
                  <a:lnTo>
                    <a:pt x="432530" y="148876"/>
                  </a:lnTo>
                  <a:lnTo>
                    <a:pt x="433768" y="147828"/>
                  </a:lnTo>
                  <a:lnTo>
                    <a:pt x="435483" y="146971"/>
                  </a:lnTo>
                  <a:lnTo>
                    <a:pt x="436817" y="146113"/>
                  </a:lnTo>
                  <a:lnTo>
                    <a:pt x="434721" y="145828"/>
                  </a:lnTo>
                  <a:lnTo>
                    <a:pt x="432816" y="144875"/>
                  </a:lnTo>
                  <a:lnTo>
                    <a:pt x="432054" y="143256"/>
                  </a:lnTo>
                  <a:lnTo>
                    <a:pt x="433292" y="140970"/>
                  </a:lnTo>
                  <a:lnTo>
                    <a:pt x="434054" y="140303"/>
                  </a:lnTo>
                  <a:lnTo>
                    <a:pt x="434816" y="139922"/>
                  </a:lnTo>
                  <a:lnTo>
                    <a:pt x="435674" y="139827"/>
                  </a:lnTo>
                  <a:lnTo>
                    <a:pt x="438055" y="140494"/>
                  </a:lnTo>
                  <a:lnTo>
                    <a:pt x="438150" y="139827"/>
                  </a:lnTo>
                  <a:lnTo>
                    <a:pt x="437388" y="138303"/>
                  </a:lnTo>
                  <a:lnTo>
                    <a:pt x="437198" y="134398"/>
                  </a:lnTo>
                  <a:lnTo>
                    <a:pt x="437959" y="133350"/>
                  </a:lnTo>
                  <a:lnTo>
                    <a:pt x="440436" y="132493"/>
                  </a:lnTo>
                  <a:lnTo>
                    <a:pt x="442532" y="132874"/>
                  </a:lnTo>
                  <a:lnTo>
                    <a:pt x="443198" y="134779"/>
                  </a:lnTo>
                  <a:lnTo>
                    <a:pt x="443103" y="137446"/>
                  </a:lnTo>
                  <a:lnTo>
                    <a:pt x="446437" y="136684"/>
                  </a:lnTo>
                  <a:lnTo>
                    <a:pt x="448913" y="135636"/>
                  </a:lnTo>
                  <a:lnTo>
                    <a:pt x="451104" y="134969"/>
                  </a:lnTo>
                  <a:lnTo>
                    <a:pt x="452057" y="134303"/>
                  </a:lnTo>
                  <a:lnTo>
                    <a:pt x="452438" y="133445"/>
                  </a:lnTo>
                  <a:lnTo>
                    <a:pt x="452342" y="131921"/>
                  </a:lnTo>
                  <a:lnTo>
                    <a:pt x="451771" y="130969"/>
                  </a:lnTo>
                  <a:lnTo>
                    <a:pt x="451485" y="130112"/>
                  </a:lnTo>
                  <a:lnTo>
                    <a:pt x="451771" y="129254"/>
                  </a:lnTo>
                  <a:lnTo>
                    <a:pt x="453009" y="128873"/>
                  </a:lnTo>
                  <a:lnTo>
                    <a:pt x="454819" y="127635"/>
                  </a:lnTo>
                  <a:lnTo>
                    <a:pt x="456629" y="123254"/>
                  </a:lnTo>
                  <a:lnTo>
                    <a:pt x="457105" y="122206"/>
                  </a:lnTo>
                  <a:lnTo>
                    <a:pt x="457486" y="121825"/>
                  </a:lnTo>
                  <a:lnTo>
                    <a:pt x="460343" y="120301"/>
                  </a:lnTo>
                  <a:lnTo>
                    <a:pt x="462153" y="119729"/>
                  </a:lnTo>
                  <a:lnTo>
                    <a:pt x="462915" y="119348"/>
                  </a:lnTo>
                  <a:lnTo>
                    <a:pt x="463010" y="118491"/>
                  </a:lnTo>
                  <a:lnTo>
                    <a:pt x="462534" y="117729"/>
                  </a:lnTo>
                  <a:lnTo>
                    <a:pt x="461296" y="116776"/>
                  </a:lnTo>
                  <a:lnTo>
                    <a:pt x="461296" y="115729"/>
                  </a:lnTo>
                  <a:lnTo>
                    <a:pt x="461391" y="115157"/>
                  </a:lnTo>
                  <a:lnTo>
                    <a:pt x="461772" y="114776"/>
                  </a:lnTo>
                  <a:lnTo>
                    <a:pt x="462725" y="114014"/>
                  </a:lnTo>
                  <a:lnTo>
                    <a:pt x="464153" y="113062"/>
                  </a:lnTo>
                  <a:lnTo>
                    <a:pt x="464439" y="112776"/>
                  </a:lnTo>
                  <a:lnTo>
                    <a:pt x="464630" y="112395"/>
                  </a:lnTo>
                  <a:lnTo>
                    <a:pt x="465773" y="103442"/>
                  </a:lnTo>
                  <a:lnTo>
                    <a:pt x="466344" y="100965"/>
                  </a:lnTo>
                  <a:lnTo>
                    <a:pt x="467677" y="97250"/>
                  </a:lnTo>
                  <a:lnTo>
                    <a:pt x="467773" y="96774"/>
                  </a:lnTo>
                  <a:lnTo>
                    <a:pt x="467868" y="96393"/>
                  </a:lnTo>
                  <a:lnTo>
                    <a:pt x="468059" y="95917"/>
                  </a:lnTo>
                  <a:lnTo>
                    <a:pt x="469773" y="93059"/>
                  </a:lnTo>
                  <a:lnTo>
                    <a:pt x="467963" y="79629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 dirty="0"/>
            </a:p>
          </p:txBody>
        </p:sp>
        <p:sp>
          <p:nvSpPr>
            <p:cNvPr id="75" name="Freeform: Shape 7">
              <a:extLst>
                <a:ext uri="{FF2B5EF4-FFF2-40B4-BE49-F238E27FC236}">
                  <a16:creationId xmlns:a16="http://schemas.microsoft.com/office/drawing/2014/main" id="{E6B96150-AB66-F8D9-BDE9-58FD7586D5F6}"/>
                </a:ext>
              </a:extLst>
            </p:cNvPr>
            <p:cNvSpPr/>
            <p:nvPr/>
          </p:nvSpPr>
          <p:spPr>
            <a:xfrm>
              <a:off x="8163340" y="1859408"/>
              <a:ext cx="578874" cy="522399"/>
            </a:xfrm>
            <a:custGeom>
              <a:avLst/>
              <a:gdLst>
                <a:gd name="connsiteX0" fmla="*/ 395764 w 390525"/>
                <a:gd name="connsiteY0" fmla="*/ 162115 h 352425"/>
                <a:gd name="connsiteX1" fmla="*/ 393478 w 390525"/>
                <a:gd name="connsiteY1" fmla="*/ 158305 h 352425"/>
                <a:gd name="connsiteX2" fmla="*/ 389763 w 390525"/>
                <a:gd name="connsiteY2" fmla="*/ 156305 h 352425"/>
                <a:gd name="connsiteX3" fmla="*/ 380905 w 390525"/>
                <a:gd name="connsiteY3" fmla="*/ 153924 h 352425"/>
                <a:gd name="connsiteX4" fmla="*/ 370999 w 390525"/>
                <a:gd name="connsiteY4" fmla="*/ 149542 h 352425"/>
                <a:gd name="connsiteX5" fmla="*/ 369380 w 390525"/>
                <a:gd name="connsiteY5" fmla="*/ 148114 h 352425"/>
                <a:gd name="connsiteX6" fmla="*/ 367951 w 390525"/>
                <a:gd name="connsiteY6" fmla="*/ 146209 h 352425"/>
                <a:gd name="connsiteX7" fmla="*/ 365665 w 390525"/>
                <a:gd name="connsiteY7" fmla="*/ 141922 h 352425"/>
                <a:gd name="connsiteX8" fmla="*/ 364236 w 390525"/>
                <a:gd name="connsiteY8" fmla="*/ 140017 h 352425"/>
                <a:gd name="connsiteX9" fmla="*/ 360997 w 390525"/>
                <a:gd name="connsiteY9" fmla="*/ 137446 h 352425"/>
                <a:gd name="connsiteX10" fmla="*/ 349663 w 390525"/>
                <a:gd name="connsiteY10" fmla="*/ 130969 h 352425"/>
                <a:gd name="connsiteX11" fmla="*/ 347186 w 390525"/>
                <a:gd name="connsiteY11" fmla="*/ 130111 h 352425"/>
                <a:gd name="connsiteX12" fmla="*/ 345472 w 390525"/>
                <a:gd name="connsiteY12" fmla="*/ 130302 h 352425"/>
                <a:gd name="connsiteX13" fmla="*/ 343757 w 390525"/>
                <a:gd name="connsiteY13" fmla="*/ 130778 h 352425"/>
                <a:gd name="connsiteX14" fmla="*/ 341471 w 390525"/>
                <a:gd name="connsiteY14" fmla="*/ 131159 h 352425"/>
                <a:gd name="connsiteX15" fmla="*/ 339471 w 390525"/>
                <a:gd name="connsiteY15" fmla="*/ 130588 h 352425"/>
                <a:gd name="connsiteX16" fmla="*/ 335661 w 390525"/>
                <a:gd name="connsiteY16" fmla="*/ 128206 h 352425"/>
                <a:gd name="connsiteX17" fmla="*/ 329851 w 390525"/>
                <a:gd name="connsiteY17" fmla="*/ 125920 h 352425"/>
                <a:gd name="connsiteX18" fmla="*/ 318421 w 390525"/>
                <a:gd name="connsiteY18" fmla="*/ 119348 h 352425"/>
                <a:gd name="connsiteX19" fmla="*/ 310039 w 390525"/>
                <a:gd name="connsiteY19" fmla="*/ 116872 h 352425"/>
                <a:gd name="connsiteX20" fmla="*/ 305753 w 390525"/>
                <a:gd name="connsiteY20" fmla="*/ 116681 h 352425"/>
                <a:gd name="connsiteX21" fmla="*/ 301562 w 390525"/>
                <a:gd name="connsiteY21" fmla="*/ 117634 h 352425"/>
                <a:gd name="connsiteX22" fmla="*/ 302609 w 390525"/>
                <a:gd name="connsiteY22" fmla="*/ 115252 h 352425"/>
                <a:gd name="connsiteX23" fmla="*/ 303657 w 390525"/>
                <a:gd name="connsiteY23" fmla="*/ 113347 h 352425"/>
                <a:gd name="connsiteX24" fmla="*/ 304324 w 390525"/>
                <a:gd name="connsiteY24" fmla="*/ 111347 h 352425"/>
                <a:gd name="connsiteX25" fmla="*/ 303943 w 390525"/>
                <a:gd name="connsiteY25" fmla="*/ 108680 h 352425"/>
                <a:gd name="connsiteX26" fmla="*/ 302800 w 390525"/>
                <a:gd name="connsiteY26" fmla="*/ 107061 h 352425"/>
                <a:gd name="connsiteX27" fmla="*/ 301276 w 390525"/>
                <a:gd name="connsiteY27" fmla="*/ 105537 h 352425"/>
                <a:gd name="connsiteX28" fmla="*/ 300133 w 390525"/>
                <a:gd name="connsiteY28" fmla="*/ 103918 h 352425"/>
                <a:gd name="connsiteX29" fmla="*/ 300038 w 390525"/>
                <a:gd name="connsiteY29" fmla="*/ 102203 h 352425"/>
                <a:gd name="connsiteX30" fmla="*/ 300800 w 390525"/>
                <a:gd name="connsiteY30" fmla="*/ 101536 h 352425"/>
                <a:gd name="connsiteX31" fmla="*/ 301847 w 390525"/>
                <a:gd name="connsiteY31" fmla="*/ 101441 h 352425"/>
                <a:gd name="connsiteX32" fmla="*/ 302990 w 390525"/>
                <a:gd name="connsiteY32" fmla="*/ 101536 h 352425"/>
                <a:gd name="connsiteX33" fmla="*/ 303943 w 390525"/>
                <a:gd name="connsiteY33" fmla="*/ 101346 h 352425"/>
                <a:gd name="connsiteX34" fmla="*/ 304705 w 390525"/>
                <a:gd name="connsiteY34" fmla="*/ 100679 h 352425"/>
                <a:gd name="connsiteX35" fmla="*/ 307562 w 390525"/>
                <a:gd name="connsiteY35" fmla="*/ 95440 h 352425"/>
                <a:gd name="connsiteX36" fmla="*/ 306800 w 390525"/>
                <a:gd name="connsiteY36" fmla="*/ 94202 h 352425"/>
                <a:gd name="connsiteX37" fmla="*/ 303467 w 390525"/>
                <a:gd name="connsiteY37" fmla="*/ 92297 h 352425"/>
                <a:gd name="connsiteX38" fmla="*/ 300418 w 390525"/>
                <a:gd name="connsiteY38" fmla="*/ 87344 h 352425"/>
                <a:gd name="connsiteX39" fmla="*/ 298990 w 390525"/>
                <a:gd name="connsiteY39" fmla="*/ 86296 h 352425"/>
                <a:gd name="connsiteX40" fmla="*/ 297085 w 390525"/>
                <a:gd name="connsiteY40" fmla="*/ 86296 h 352425"/>
                <a:gd name="connsiteX41" fmla="*/ 293465 w 390525"/>
                <a:gd name="connsiteY41" fmla="*/ 88297 h 352425"/>
                <a:gd name="connsiteX42" fmla="*/ 291465 w 390525"/>
                <a:gd name="connsiteY42" fmla="*/ 88773 h 352425"/>
                <a:gd name="connsiteX43" fmla="*/ 288036 w 390525"/>
                <a:gd name="connsiteY43" fmla="*/ 87440 h 352425"/>
                <a:gd name="connsiteX44" fmla="*/ 285941 w 390525"/>
                <a:gd name="connsiteY44" fmla="*/ 84487 h 352425"/>
                <a:gd name="connsiteX45" fmla="*/ 284131 w 390525"/>
                <a:gd name="connsiteY45" fmla="*/ 81248 h 352425"/>
                <a:gd name="connsiteX46" fmla="*/ 281464 w 390525"/>
                <a:gd name="connsiteY46" fmla="*/ 78962 h 352425"/>
                <a:gd name="connsiteX47" fmla="*/ 273367 w 390525"/>
                <a:gd name="connsiteY47" fmla="*/ 75628 h 352425"/>
                <a:gd name="connsiteX48" fmla="*/ 271558 w 390525"/>
                <a:gd name="connsiteY48" fmla="*/ 74486 h 352425"/>
                <a:gd name="connsiteX49" fmla="*/ 270986 w 390525"/>
                <a:gd name="connsiteY49" fmla="*/ 74104 h 352425"/>
                <a:gd name="connsiteX50" fmla="*/ 269653 w 390525"/>
                <a:gd name="connsiteY50" fmla="*/ 73247 h 352425"/>
                <a:gd name="connsiteX51" fmla="*/ 267081 w 390525"/>
                <a:gd name="connsiteY51" fmla="*/ 70199 h 352425"/>
                <a:gd name="connsiteX52" fmla="*/ 264986 w 390525"/>
                <a:gd name="connsiteY52" fmla="*/ 66294 h 352425"/>
                <a:gd name="connsiteX53" fmla="*/ 263557 w 390525"/>
                <a:gd name="connsiteY53" fmla="*/ 64579 h 352425"/>
                <a:gd name="connsiteX54" fmla="*/ 261652 w 390525"/>
                <a:gd name="connsiteY54" fmla="*/ 63627 h 352425"/>
                <a:gd name="connsiteX55" fmla="*/ 253270 w 390525"/>
                <a:gd name="connsiteY55" fmla="*/ 61531 h 352425"/>
                <a:gd name="connsiteX56" fmla="*/ 250698 w 390525"/>
                <a:gd name="connsiteY56" fmla="*/ 61246 h 352425"/>
                <a:gd name="connsiteX57" fmla="*/ 244888 w 390525"/>
                <a:gd name="connsiteY57" fmla="*/ 62865 h 352425"/>
                <a:gd name="connsiteX58" fmla="*/ 240221 w 390525"/>
                <a:gd name="connsiteY58" fmla="*/ 63055 h 352425"/>
                <a:gd name="connsiteX59" fmla="*/ 238220 w 390525"/>
                <a:gd name="connsiteY59" fmla="*/ 63532 h 352425"/>
                <a:gd name="connsiteX60" fmla="*/ 233458 w 390525"/>
                <a:gd name="connsiteY60" fmla="*/ 66484 h 352425"/>
                <a:gd name="connsiteX61" fmla="*/ 232124 w 390525"/>
                <a:gd name="connsiteY61" fmla="*/ 66770 h 352425"/>
                <a:gd name="connsiteX62" fmla="*/ 230791 w 390525"/>
                <a:gd name="connsiteY62" fmla="*/ 66199 h 352425"/>
                <a:gd name="connsiteX63" fmla="*/ 228219 w 390525"/>
                <a:gd name="connsiteY63" fmla="*/ 65532 h 352425"/>
                <a:gd name="connsiteX64" fmla="*/ 226600 w 390525"/>
                <a:gd name="connsiteY64" fmla="*/ 64675 h 352425"/>
                <a:gd name="connsiteX65" fmla="*/ 224600 w 390525"/>
                <a:gd name="connsiteY65" fmla="*/ 63055 h 352425"/>
                <a:gd name="connsiteX66" fmla="*/ 222885 w 390525"/>
                <a:gd name="connsiteY66" fmla="*/ 60960 h 352425"/>
                <a:gd name="connsiteX67" fmla="*/ 221837 w 390525"/>
                <a:gd name="connsiteY67" fmla="*/ 59245 h 352425"/>
                <a:gd name="connsiteX68" fmla="*/ 221647 w 390525"/>
                <a:gd name="connsiteY68" fmla="*/ 58483 h 352425"/>
                <a:gd name="connsiteX69" fmla="*/ 221361 w 390525"/>
                <a:gd name="connsiteY69" fmla="*/ 57721 h 352425"/>
                <a:gd name="connsiteX70" fmla="*/ 220980 w 390525"/>
                <a:gd name="connsiteY70" fmla="*/ 57150 h 352425"/>
                <a:gd name="connsiteX71" fmla="*/ 220409 w 390525"/>
                <a:gd name="connsiteY71" fmla="*/ 56578 h 352425"/>
                <a:gd name="connsiteX72" fmla="*/ 218694 w 390525"/>
                <a:gd name="connsiteY72" fmla="*/ 55626 h 352425"/>
                <a:gd name="connsiteX73" fmla="*/ 216979 w 390525"/>
                <a:gd name="connsiteY73" fmla="*/ 55245 h 352425"/>
                <a:gd name="connsiteX74" fmla="*/ 215170 w 390525"/>
                <a:gd name="connsiteY74" fmla="*/ 55340 h 352425"/>
                <a:gd name="connsiteX75" fmla="*/ 213265 w 390525"/>
                <a:gd name="connsiteY75" fmla="*/ 55721 h 352425"/>
                <a:gd name="connsiteX76" fmla="*/ 211836 w 390525"/>
                <a:gd name="connsiteY76" fmla="*/ 55245 h 352425"/>
                <a:gd name="connsiteX77" fmla="*/ 211074 w 390525"/>
                <a:gd name="connsiteY77" fmla="*/ 53530 h 352425"/>
                <a:gd name="connsiteX78" fmla="*/ 210312 w 390525"/>
                <a:gd name="connsiteY78" fmla="*/ 49149 h 352425"/>
                <a:gd name="connsiteX79" fmla="*/ 209645 w 390525"/>
                <a:gd name="connsiteY79" fmla="*/ 47911 h 352425"/>
                <a:gd name="connsiteX80" fmla="*/ 208407 w 390525"/>
                <a:gd name="connsiteY80" fmla="*/ 45815 h 352425"/>
                <a:gd name="connsiteX81" fmla="*/ 205645 w 390525"/>
                <a:gd name="connsiteY81" fmla="*/ 44291 h 352425"/>
                <a:gd name="connsiteX82" fmla="*/ 202501 w 390525"/>
                <a:gd name="connsiteY82" fmla="*/ 43339 h 352425"/>
                <a:gd name="connsiteX83" fmla="*/ 199549 w 390525"/>
                <a:gd name="connsiteY83" fmla="*/ 41719 h 352425"/>
                <a:gd name="connsiteX84" fmla="*/ 198025 w 390525"/>
                <a:gd name="connsiteY84" fmla="*/ 39815 h 352425"/>
                <a:gd name="connsiteX85" fmla="*/ 197167 w 390525"/>
                <a:gd name="connsiteY85" fmla="*/ 37719 h 352425"/>
                <a:gd name="connsiteX86" fmla="*/ 196882 w 390525"/>
                <a:gd name="connsiteY86" fmla="*/ 35338 h 352425"/>
                <a:gd name="connsiteX87" fmla="*/ 196882 w 390525"/>
                <a:gd name="connsiteY87" fmla="*/ 32766 h 352425"/>
                <a:gd name="connsiteX88" fmla="*/ 196215 w 390525"/>
                <a:gd name="connsiteY88" fmla="*/ 29813 h 352425"/>
                <a:gd name="connsiteX89" fmla="*/ 194596 w 390525"/>
                <a:gd name="connsiteY89" fmla="*/ 28861 h 352425"/>
                <a:gd name="connsiteX90" fmla="*/ 192596 w 390525"/>
                <a:gd name="connsiteY90" fmla="*/ 28384 h 352425"/>
                <a:gd name="connsiteX91" fmla="*/ 190786 w 390525"/>
                <a:gd name="connsiteY91" fmla="*/ 26956 h 352425"/>
                <a:gd name="connsiteX92" fmla="*/ 190309 w 390525"/>
                <a:gd name="connsiteY92" fmla="*/ 25622 h 352425"/>
                <a:gd name="connsiteX93" fmla="*/ 190500 w 390525"/>
                <a:gd name="connsiteY93" fmla="*/ 24479 h 352425"/>
                <a:gd name="connsiteX94" fmla="*/ 190786 w 390525"/>
                <a:gd name="connsiteY94" fmla="*/ 23336 h 352425"/>
                <a:gd name="connsiteX95" fmla="*/ 190786 w 390525"/>
                <a:gd name="connsiteY95" fmla="*/ 22193 h 352425"/>
                <a:gd name="connsiteX96" fmla="*/ 190119 w 390525"/>
                <a:gd name="connsiteY96" fmla="*/ 21145 h 352425"/>
                <a:gd name="connsiteX97" fmla="*/ 188309 w 390525"/>
                <a:gd name="connsiteY97" fmla="*/ 19717 h 352425"/>
                <a:gd name="connsiteX98" fmla="*/ 187833 w 390525"/>
                <a:gd name="connsiteY98" fmla="*/ 18669 h 352425"/>
                <a:gd name="connsiteX99" fmla="*/ 187928 w 390525"/>
                <a:gd name="connsiteY99" fmla="*/ 17240 h 352425"/>
                <a:gd name="connsiteX100" fmla="*/ 188309 w 390525"/>
                <a:gd name="connsiteY100" fmla="*/ 15907 h 352425"/>
                <a:gd name="connsiteX101" fmla="*/ 188404 w 390525"/>
                <a:gd name="connsiteY101" fmla="*/ 14668 h 352425"/>
                <a:gd name="connsiteX102" fmla="*/ 187833 w 390525"/>
                <a:gd name="connsiteY102" fmla="*/ 13240 h 352425"/>
                <a:gd name="connsiteX103" fmla="*/ 186976 w 390525"/>
                <a:gd name="connsiteY103" fmla="*/ 12668 h 352425"/>
                <a:gd name="connsiteX104" fmla="*/ 184880 w 390525"/>
                <a:gd name="connsiteY104" fmla="*/ 12382 h 352425"/>
                <a:gd name="connsiteX105" fmla="*/ 183928 w 390525"/>
                <a:gd name="connsiteY105" fmla="*/ 12001 h 352425"/>
                <a:gd name="connsiteX106" fmla="*/ 182689 w 390525"/>
                <a:gd name="connsiteY106" fmla="*/ 10001 h 352425"/>
                <a:gd name="connsiteX107" fmla="*/ 182213 w 390525"/>
                <a:gd name="connsiteY107" fmla="*/ 7906 h 352425"/>
                <a:gd name="connsiteX108" fmla="*/ 181546 w 390525"/>
                <a:gd name="connsiteY108" fmla="*/ 6096 h 352425"/>
                <a:gd name="connsiteX109" fmla="*/ 177641 w 390525"/>
                <a:gd name="connsiteY109" fmla="*/ 3715 h 352425"/>
                <a:gd name="connsiteX110" fmla="*/ 174498 w 390525"/>
                <a:gd name="connsiteY110" fmla="*/ 857 h 352425"/>
                <a:gd name="connsiteX111" fmla="*/ 172784 w 390525"/>
                <a:gd name="connsiteY111" fmla="*/ 0 h 352425"/>
                <a:gd name="connsiteX112" fmla="*/ 167164 w 390525"/>
                <a:gd name="connsiteY112" fmla="*/ 1048 h 352425"/>
                <a:gd name="connsiteX113" fmla="*/ 164973 w 390525"/>
                <a:gd name="connsiteY113" fmla="*/ 6286 h 352425"/>
                <a:gd name="connsiteX114" fmla="*/ 164211 w 390525"/>
                <a:gd name="connsiteY114" fmla="*/ 12192 h 352425"/>
                <a:gd name="connsiteX115" fmla="*/ 162687 w 390525"/>
                <a:gd name="connsiteY115" fmla="*/ 15335 h 352425"/>
                <a:gd name="connsiteX116" fmla="*/ 160782 w 390525"/>
                <a:gd name="connsiteY116" fmla="*/ 14668 h 352425"/>
                <a:gd name="connsiteX117" fmla="*/ 157925 w 390525"/>
                <a:gd name="connsiteY117" fmla="*/ 11620 h 352425"/>
                <a:gd name="connsiteX118" fmla="*/ 156020 w 390525"/>
                <a:gd name="connsiteY118" fmla="*/ 10668 h 352425"/>
                <a:gd name="connsiteX119" fmla="*/ 154114 w 390525"/>
                <a:gd name="connsiteY119" fmla="*/ 14859 h 352425"/>
                <a:gd name="connsiteX120" fmla="*/ 152781 w 390525"/>
                <a:gd name="connsiteY120" fmla="*/ 16764 h 352425"/>
                <a:gd name="connsiteX121" fmla="*/ 151543 w 390525"/>
                <a:gd name="connsiteY121" fmla="*/ 18097 h 352425"/>
                <a:gd name="connsiteX122" fmla="*/ 153638 w 390525"/>
                <a:gd name="connsiteY122" fmla="*/ 21431 h 352425"/>
                <a:gd name="connsiteX123" fmla="*/ 154496 w 390525"/>
                <a:gd name="connsiteY123" fmla="*/ 22384 h 352425"/>
                <a:gd name="connsiteX124" fmla="*/ 158115 w 390525"/>
                <a:gd name="connsiteY124" fmla="*/ 26098 h 352425"/>
                <a:gd name="connsiteX125" fmla="*/ 161258 w 390525"/>
                <a:gd name="connsiteY125" fmla="*/ 31051 h 352425"/>
                <a:gd name="connsiteX126" fmla="*/ 164687 w 390525"/>
                <a:gd name="connsiteY126" fmla="*/ 36481 h 352425"/>
                <a:gd name="connsiteX127" fmla="*/ 165163 w 390525"/>
                <a:gd name="connsiteY127" fmla="*/ 38671 h 352425"/>
                <a:gd name="connsiteX128" fmla="*/ 164687 w 390525"/>
                <a:gd name="connsiteY128" fmla="*/ 40862 h 352425"/>
                <a:gd name="connsiteX129" fmla="*/ 161068 w 390525"/>
                <a:gd name="connsiteY129" fmla="*/ 42100 h 352425"/>
                <a:gd name="connsiteX130" fmla="*/ 159353 w 390525"/>
                <a:gd name="connsiteY130" fmla="*/ 42291 h 352425"/>
                <a:gd name="connsiteX131" fmla="*/ 157734 w 390525"/>
                <a:gd name="connsiteY131" fmla="*/ 42481 h 352425"/>
                <a:gd name="connsiteX132" fmla="*/ 150400 w 390525"/>
                <a:gd name="connsiteY132" fmla="*/ 42005 h 352425"/>
                <a:gd name="connsiteX133" fmla="*/ 147733 w 390525"/>
                <a:gd name="connsiteY133" fmla="*/ 40291 h 352425"/>
                <a:gd name="connsiteX134" fmla="*/ 146304 w 390525"/>
                <a:gd name="connsiteY134" fmla="*/ 38671 h 352425"/>
                <a:gd name="connsiteX135" fmla="*/ 144685 w 390525"/>
                <a:gd name="connsiteY135" fmla="*/ 36290 h 352425"/>
                <a:gd name="connsiteX136" fmla="*/ 142494 w 390525"/>
                <a:gd name="connsiteY136" fmla="*/ 31528 h 352425"/>
                <a:gd name="connsiteX137" fmla="*/ 141542 w 390525"/>
                <a:gd name="connsiteY137" fmla="*/ 30575 h 352425"/>
                <a:gd name="connsiteX138" fmla="*/ 139922 w 390525"/>
                <a:gd name="connsiteY138" fmla="*/ 30194 h 352425"/>
                <a:gd name="connsiteX139" fmla="*/ 137065 w 390525"/>
                <a:gd name="connsiteY139" fmla="*/ 30290 h 352425"/>
                <a:gd name="connsiteX140" fmla="*/ 133445 w 390525"/>
                <a:gd name="connsiteY140" fmla="*/ 29623 h 352425"/>
                <a:gd name="connsiteX141" fmla="*/ 129350 w 390525"/>
                <a:gd name="connsiteY141" fmla="*/ 29337 h 352425"/>
                <a:gd name="connsiteX142" fmla="*/ 126968 w 390525"/>
                <a:gd name="connsiteY142" fmla="*/ 29623 h 352425"/>
                <a:gd name="connsiteX143" fmla="*/ 125254 w 390525"/>
                <a:gd name="connsiteY143" fmla="*/ 29432 h 352425"/>
                <a:gd name="connsiteX144" fmla="*/ 123158 w 390525"/>
                <a:gd name="connsiteY144" fmla="*/ 28670 h 352425"/>
                <a:gd name="connsiteX145" fmla="*/ 121825 w 390525"/>
                <a:gd name="connsiteY145" fmla="*/ 28003 h 352425"/>
                <a:gd name="connsiteX146" fmla="*/ 119920 w 390525"/>
                <a:gd name="connsiteY146" fmla="*/ 27432 h 352425"/>
                <a:gd name="connsiteX147" fmla="*/ 117253 w 390525"/>
                <a:gd name="connsiteY147" fmla="*/ 27337 h 352425"/>
                <a:gd name="connsiteX148" fmla="*/ 112395 w 390525"/>
                <a:gd name="connsiteY148" fmla="*/ 27908 h 352425"/>
                <a:gd name="connsiteX149" fmla="*/ 110014 w 390525"/>
                <a:gd name="connsiteY149" fmla="*/ 28575 h 352425"/>
                <a:gd name="connsiteX150" fmla="*/ 107918 w 390525"/>
                <a:gd name="connsiteY150" fmla="*/ 28861 h 352425"/>
                <a:gd name="connsiteX151" fmla="*/ 106775 w 390525"/>
                <a:gd name="connsiteY151" fmla="*/ 28575 h 352425"/>
                <a:gd name="connsiteX152" fmla="*/ 104775 w 390525"/>
                <a:gd name="connsiteY152" fmla="*/ 27242 h 352425"/>
                <a:gd name="connsiteX153" fmla="*/ 101156 w 390525"/>
                <a:gd name="connsiteY153" fmla="*/ 23146 h 352425"/>
                <a:gd name="connsiteX154" fmla="*/ 100108 w 390525"/>
                <a:gd name="connsiteY154" fmla="*/ 22384 h 352425"/>
                <a:gd name="connsiteX155" fmla="*/ 99155 w 390525"/>
                <a:gd name="connsiteY155" fmla="*/ 22003 h 352425"/>
                <a:gd name="connsiteX156" fmla="*/ 97536 w 390525"/>
                <a:gd name="connsiteY156" fmla="*/ 22384 h 352425"/>
                <a:gd name="connsiteX157" fmla="*/ 96488 w 390525"/>
                <a:gd name="connsiteY157" fmla="*/ 22288 h 352425"/>
                <a:gd name="connsiteX158" fmla="*/ 95250 w 390525"/>
                <a:gd name="connsiteY158" fmla="*/ 21526 h 352425"/>
                <a:gd name="connsiteX159" fmla="*/ 94679 w 390525"/>
                <a:gd name="connsiteY159" fmla="*/ 20383 h 352425"/>
                <a:gd name="connsiteX160" fmla="*/ 93821 w 390525"/>
                <a:gd name="connsiteY160" fmla="*/ 19717 h 352425"/>
                <a:gd name="connsiteX161" fmla="*/ 92678 w 390525"/>
                <a:gd name="connsiteY161" fmla="*/ 19336 h 352425"/>
                <a:gd name="connsiteX162" fmla="*/ 90297 w 390525"/>
                <a:gd name="connsiteY162" fmla="*/ 19431 h 352425"/>
                <a:gd name="connsiteX163" fmla="*/ 86201 w 390525"/>
                <a:gd name="connsiteY163" fmla="*/ 18764 h 352425"/>
                <a:gd name="connsiteX164" fmla="*/ 84392 w 390525"/>
                <a:gd name="connsiteY164" fmla="*/ 18764 h 352425"/>
                <a:gd name="connsiteX165" fmla="*/ 82867 w 390525"/>
                <a:gd name="connsiteY165" fmla="*/ 19336 h 352425"/>
                <a:gd name="connsiteX166" fmla="*/ 77152 w 390525"/>
                <a:gd name="connsiteY166" fmla="*/ 23241 h 352425"/>
                <a:gd name="connsiteX167" fmla="*/ 71628 w 390525"/>
                <a:gd name="connsiteY167" fmla="*/ 25051 h 352425"/>
                <a:gd name="connsiteX168" fmla="*/ 63627 w 390525"/>
                <a:gd name="connsiteY168" fmla="*/ 29623 h 352425"/>
                <a:gd name="connsiteX169" fmla="*/ 58293 w 390525"/>
                <a:gd name="connsiteY169" fmla="*/ 33528 h 352425"/>
                <a:gd name="connsiteX170" fmla="*/ 54673 w 390525"/>
                <a:gd name="connsiteY170" fmla="*/ 35242 h 352425"/>
                <a:gd name="connsiteX171" fmla="*/ 53340 w 390525"/>
                <a:gd name="connsiteY171" fmla="*/ 35623 h 352425"/>
                <a:gd name="connsiteX172" fmla="*/ 51149 w 390525"/>
                <a:gd name="connsiteY172" fmla="*/ 35719 h 352425"/>
                <a:gd name="connsiteX173" fmla="*/ 45910 w 390525"/>
                <a:gd name="connsiteY173" fmla="*/ 34766 h 352425"/>
                <a:gd name="connsiteX174" fmla="*/ 44672 w 390525"/>
                <a:gd name="connsiteY174" fmla="*/ 34671 h 352425"/>
                <a:gd name="connsiteX175" fmla="*/ 43339 w 390525"/>
                <a:gd name="connsiteY175" fmla="*/ 35147 h 352425"/>
                <a:gd name="connsiteX176" fmla="*/ 41910 w 390525"/>
                <a:gd name="connsiteY176" fmla="*/ 36195 h 352425"/>
                <a:gd name="connsiteX177" fmla="*/ 38290 w 390525"/>
                <a:gd name="connsiteY177" fmla="*/ 39910 h 352425"/>
                <a:gd name="connsiteX178" fmla="*/ 34671 w 390525"/>
                <a:gd name="connsiteY178" fmla="*/ 44672 h 352425"/>
                <a:gd name="connsiteX179" fmla="*/ 27718 w 390525"/>
                <a:gd name="connsiteY179" fmla="*/ 51625 h 352425"/>
                <a:gd name="connsiteX180" fmla="*/ 26860 w 390525"/>
                <a:gd name="connsiteY180" fmla="*/ 52864 h 352425"/>
                <a:gd name="connsiteX181" fmla="*/ 26575 w 390525"/>
                <a:gd name="connsiteY181" fmla="*/ 54292 h 352425"/>
                <a:gd name="connsiteX182" fmla="*/ 27813 w 390525"/>
                <a:gd name="connsiteY182" fmla="*/ 56674 h 352425"/>
                <a:gd name="connsiteX183" fmla="*/ 28004 w 390525"/>
                <a:gd name="connsiteY183" fmla="*/ 57912 h 352425"/>
                <a:gd name="connsiteX184" fmla="*/ 27242 w 390525"/>
                <a:gd name="connsiteY184" fmla="*/ 59531 h 352425"/>
                <a:gd name="connsiteX185" fmla="*/ 26289 w 390525"/>
                <a:gd name="connsiteY185" fmla="*/ 60579 h 352425"/>
                <a:gd name="connsiteX186" fmla="*/ 25241 w 390525"/>
                <a:gd name="connsiteY186" fmla="*/ 61150 h 352425"/>
                <a:gd name="connsiteX187" fmla="*/ 24194 w 390525"/>
                <a:gd name="connsiteY187" fmla="*/ 61150 h 352425"/>
                <a:gd name="connsiteX188" fmla="*/ 23050 w 390525"/>
                <a:gd name="connsiteY188" fmla="*/ 60674 h 352425"/>
                <a:gd name="connsiteX189" fmla="*/ 22003 w 390525"/>
                <a:gd name="connsiteY189" fmla="*/ 60388 h 352425"/>
                <a:gd name="connsiteX190" fmla="*/ 21241 w 390525"/>
                <a:gd name="connsiteY190" fmla="*/ 61150 h 352425"/>
                <a:gd name="connsiteX191" fmla="*/ 21241 w 390525"/>
                <a:gd name="connsiteY191" fmla="*/ 62674 h 352425"/>
                <a:gd name="connsiteX192" fmla="*/ 22669 w 390525"/>
                <a:gd name="connsiteY192" fmla="*/ 65246 h 352425"/>
                <a:gd name="connsiteX193" fmla="*/ 23717 w 390525"/>
                <a:gd name="connsiteY193" fmla="*/ 66294 h 352425"/>
                <a:gd name="connsiteX194" fmla="*/ 24860 w 390525"/>
                <a:gd name="connsiteY194" fmla="*/ 66961 h 352425"/>
                <a:gd name="connsiteX195" fmla="*/ 25813 w 390525"/>
                <a:gd name="connsiteY195" fmla="*/ 67818 h 352425"/>
                <a:gd name="connsiteX196" fmla="*/ 26194 w 390525"/>
                <a:gd name="connsiteY196" fmla="*/ 69247 h 352425"/>
                <a:gd name="connsiteX197" fmla="*/ 26289 w 390525"/>
                <a:gd name="connsiteY197" fmla="*/ 72485 h 352425"/>
                <a:gd name="connsiteX198" fmla="*/ 25527 w 390525"/>
                <a:gd name="connsiteY198" fmla="*/ 75438 h 352425"/>
                <a:gd name="connsiteX199" fmla="*/ 24003 w 390525"/>
                <a:gd name="connsiteY199" fmla="*/ 75438 h 352425"/>
                <a:gd name="connsiteX200" fmla="*/ 23527 w 390525"/>
                <a:gd name="connsiteY200" fmla="*/ 75057 h 352425"/>
                <a:gd name="connsiteX201" fmla="*/ 22479 w 390525"/>
                <a:gd name="connsiteY201" fmla="*/ 74104 h 352425"/>
                <a:gd name="connsiteX202" fmla="*/ 21527 w 390525"/>
                <a:gd name="connsiteY202" fmla="*/ 74200 h 352425"/>
                <a:gd name="connsiteX203" fmla="*/ 20288 w 390525"/>
                <a:gd name="connsiteY203" fmla="*/ 76009 h 352425"/>
                <a:gd name="connsiteX204" fmla="*/ 18860 w 390525"/>
                <a:gd name="connsiteY204" fmla="*/ 80486 h 352425"/>
                <a:gd name="connsiteX205" fmla="*/ 16192 w 390525"/>
                <a:gd name="connsiteY205" fmla="*/ 86487 h 352425"/>
                <a:gd name="connsiteX206" fmla="*/ 15907 w 390525"/>
                <a:gd name="connsiteY206" fmla="*/ 88868 h 352425"/>
                <a:gd name="connsiteX207" fmla="*/ 16288 w 390525"/>
                <a:gd name="connsiteY207" fmla="*/ 90773 h 352425"/>
                <a:gd name="connsiteX208" fmla="*/ 19526 w 390525"/>
                <a:gd name="connsiteY208" fmla="*/ 94012 h 352425"/>
                <a:gd name="connsiteX209" fmla="*/ 20002 w 390525"/>
                <a:gd name="connsiteY209" fmla="*/ 96202 h 352425"/>
                <a:gd name="connsiteX210" fmla="*/ 20098 w 390525"/>
                <a:gd name="connsiteY210" fmla="*/ 99060 h 352425"/>
                <a:gd name="connsiteX211" fmla="*/ 20574 w 390525"/>
                <a:gd name="connsiteY211" fmla="*/ 100774 h 352425"/>
                <a:gd name="connsiteX212" fmla="*/ 22479 w 390525"/>
                <a:gd name="connsiteY212" fmla="*/ 102965 h 352425"/>
                <a:gd name="connsiteX213" fmla="*/ 22955 w 390525"/>
                <a:gd name="connsiteY213" fmla="*/ 104013 h 352425"/>
                <a:gd name="connsiteX214" fmla="*/ 23622 w 390525"/>
                <a:gd name="connsiteY214" fmla="*/ 107537 h 352425"/>
                <a:gd name="connsiteX215" fmla="*/ 23431 w 390525"/>
                <a:gd name="connsiteY215" fmla="*/ 108775 h 352425"/>
                <a:gd name="connsiteX216" fmla="*/ 22765 w 390525"/>
                <a:gd name="connsiteY216" fmla="*/ 110014 h 352425"/>
                <a:gd name="connsiteX217" fmla="*/ 20765 w 390525"/>
                <a:gd name="connsiteY217" fmla="*/ 111442 h 352425"/>
                <a:gd name="connsiteX218" fmla="*/ 20479 w 390525"/>
                <a:gd name="connsiteY218" fmla="*/ 112109 h 352425"/>
                <a:gd name="connsiteX219" fmla="*/ 23050 w 390525"/>
                <a:gd name="connsiteY219" fmla="*/ 116681 h 352425"/>
                <a:gd name="connsiteX220" fmla="*/ 24003 w 390525"/>
                <a:gd name="connsiteY220" fmla="*/ 117824 h 352425"/>
                <a:gd name="connsiteX221" fmla="*/ 25241 w 390525"/>
                <a:gd name="connsiteY221" fmla="*/ 118300 h 352425"/>
                <a:gd name="connsiteX222" fmla="*/ 26860 w 390525"/>
                <a:gd name="connsiteY222" fmla="*/ 118396 h 352425"/>
                <a:gd name="connsiteX223" fmla="*/ 28099 w 390525"/>
                <a:gd name="connsiteY223" fmla="*/ 118586 h 352425"/>
                <a:gd name="connsiteX224" fmla="*/ 28670 w 390525"/>
                <a:gd name="connsiteY224" fmla="*/ 119348 h 352425"/>
                <a:gd name="connsiteX225" fmla="*/ 28765 w 390525"/>
                <a:gd name="connsiteY225" fmla="*/ 120205 h 352425"/>
                <a:gd name="connsiteX226" fmla="*/ 28765 w 390525"/>
                <a:gd name="connsiteY226" fmla="*/ 121348 h 352425"/>
                <a:gd name="connsiteX227" fmla="*/ 28575 w 390525"/>
                <a:gd name="connsiteY227" fmla="*/ 122777 h 352425"/>
                <a:gd name="connsiteX228" fmla="*/ 27242 w 390525"/>
                <a:gd name="connsiteY228" fmla="*/ 124492 h 352425"/>
                <a:gd name="connsiteX229" fmla="*/ 26098 w 390525"/>
                <a:gd name="connsiteY229" fmla="*/ 124587 h 352425"/>
                <a:gd name="connsiteX230" fmla="*/ 23431 w 390525"/>
                <a:gd name="connsiteY230" fmla="*/ 125825 h 352425"/>
                <a:gd name="connsiteX231" fmla="*/ 14192 w 390525"/>
                <a:gd name="connsiteY231" fmla="*/ 131540 h 352425"/>
                <a:gd name="connsiteX232" fmla="*/ 11430 w 390525"/>
                <a:gd name="connsiteY232" fmla="*/ 132778 h 352425"/>
                <a:gd name="connsiteX233" fmla="*/ 9049 w 390525"/>
                <a:gd name="connsiteY233" fmla="*/ 133350 h 352425"/>
                <a:gd name="connsiteX234" fmla="*/ 6667 w 390525"/>
                <a:gd name="connsiteY234" fmla="*/ 133445 h 352425"/>
                <a:gd name="connsiteX235" fmla="*/ 3715 w 390525"/>
                <a:gd name="connsiteY235" fmla="*/ 134017 h 352425"/>
                <a:gd name="connsiteX236" fmla="*/ 1143 w 390525"/>
                <a:gd name="connsiteY236" fmla="*/ 135160 h 352425"/>
                <a:gd name="connsiteX237" fmla="*/ 0 w 390525"/>
                <a:gd name="connsiteY237" fmla="*/ 136969 h 352425"/>
                <a:gd name="connsiteX238" fmla="*/ 190 w 390525"/>
                <a:gd name="connsiteY238" fmla="*/ 138113 h 352425"/>
                <a:gd name="connsiteX239" fmla="*/ 1810 w 390525"/>
                <a:gd name="connsiteY239" fmla="*/ 140494 h 352425"/>
                <a:gd name="connsiteX240" fmla="*/ 2191 w 390525"/>
                <a:gd name="connsiteY240" fmla="*/ 141256 h 352425"/>
                <a:gd name="connsiteX241" fmla="*/ 6191 w 390525"/>
                <a:gd name="connsiteY241" fmla="*/ 138684 h 352425"/>
                <a:gd name="connsiteX242" fmla="*/ 8192 w 390525"/>
                <a:gd name="connsiteY242" fmla="*/ 138779 h 352425"/>
                <a:gd name="connsiteX243" fmla="*/ 11049 w 390525"/>
                <a:gd name="connsiteY243" fmla="*/ 139636 h 352425"/>
                <a:gd name="connsiteX244" fmla="*/ 21336 w 390525"/>
                <a:gd name="connsiteY244" fmla="*/ 148876 h 352425"/>
                <a:gd name="connsiteX245" fmla="*/ 28385 w 390525"/>
                <a:gd name="connsiteY245" fmla="*/ 153352 h 352425"/>
                <a:gd name="connsiteX246" fmla="*/ 41910 w 390525"/>
                <a:gd name="connsiteY246" fmla="*/ 159734 h 352425"/>
                <a:gd name="connsiteX247" fmla="*/ 43910 w 390525"/>
                <a:gd name="connsiteY247" fmla="*/ 161925 h 352425"/>
                <a:gd name="connsiteX248" fmla="*/ 43148 w 390525"/>
                <a:gd name="connsiteY248" fmla="*/ 163640 h 352425"/>
                <a:gd name="connsiteX249" fmla="*/ 40958 w 390525"/>
                <a:gd name="connsiteY249" fmla="*/ 165830 h 352425"/>
                <a:gd name="connsiteX250" fmla="*/ 35052 w 390525"/>
                <a:gd name="connsiteY250" fmla="*/ 170307 h 352425"/>
                <a:gd name="connsiteX251" fmla="*/ 31052 w 390525"/>
                <a:gd name="connsiteY251" fmla="*/ 174879 h 352425"/>
                <a:gd name="connsiteX252" fmla="*/ 25908 w 390525"/>
                <a:gd name="connsiteY252" fmla="*/ 187071 h 352425"/>
                <a:gd name="connsiteX253" fmla="*/ 20860 w 390525"/>
                <a:gd name="connsiteY253" fmla="*/ 195358 h 352425"/>
                <a:gd name="connsiteX254" fmla="*/ 20479 w 390525"/>
                <a:gd name="connsiteY254" fmla="*/ 197739 h 352425"/>
                <a:gd name="connsiteX255" fmla="*/ 21050 w 390525"/>
                <a:gd name="connsiteY255" fmla="*/ 203073 h 352425"/>
                <a:gd name="connsiteX256" fmla="*/ 20955 w 390525"/>
                <a:gd name="connsiteY256" fmla="*/ 208597 h 352425"/>
                <a:gd name="connsiteX257" fmla="*/ 21336 w 390525"/>
                <a:gd name="connsiteY257" fmla="*/ 210979 h 352425"/>
                <a:gd name="connsiteX258" fmla="*/ 23336 w 390525"/>
                <a:gd name="connsiteY258" fmla="*/ 216408 h 352425"/>
                <a:gd name="connsiteX259" fmla="*/ 24289 w 390525"/>
                <a:gd name="connsiteY259" fmla="*/ 223266 h 352425"/>
                <a:gd name="connsiteX260" fmla="*/ 25146 w 390525"/>
                <a:gd name="connsiteY260" fmla="*/ 226695 h 352425"/>
                <a:gd name="connsiteX261" fmla="*/ 30671 w 390525"/>
                <a:gd name="connsiteY261" fmla="*/ 237553 h 352425"/>
                <a:gd name="connsiteX262" fmla="*/ 41243 w 390525"/>
                <a:gd name="connsiteY262" fmla="*/ 232124 h 352425"/>
                <a:gd name="connsiteX263" fmla="*/ 44767 w 390525"/>
                <a:gd name="connsiteY263" fmla="*/ 229171 h 352425"/>
                <a:gd name="connsiteX264" fmla="*/ 46292 w 390525"/>
                <a:gd name="connsiteY264" fmla="*/ 229076 h 352425"/>
                <a:gd name="connsiteX265" fmla="*/ 48101 w 390525"/>
                <a:gd name="connsiteY265" fmla="*/ 229743 h 352425"/>
                <a:gd name="connsiteX266" fmla="*/ 54769 w 390525"/>
                <a:gd name="connsiteY266" fmla="*/ 233839 h 352425"/>
                <a:gd name="connsiteX267" fmla="*/ 58865 w 390525"/>
                <a:gd name="connsiteY267" fmla="*/ 237077 h 352425"/>
                <a:gd name="connsiteX268" fmla="*/ 59817 w 390525"/>
                <a:gd name="connsiteY268" fmla="*/ 237458 h 352425"/>
                <a:gd name="connsiteX269" fmla="*/ 62484 w 390525"/>
                <a:gd name="connsiteY269" fmla="*/ 238315 h 352425"/>
                <a:gd name="connsiteX270" fmla="*/ 68008 w 390525"/>
                <a:gd name="connsiteY270" fmla="*/ 235553 h 352425"/>
                <a:gd name="connsiteX271" fmla="*/ 71914 w 390525"/>
                <a:gd name="connsiteY271" fmla="*/ 231362 h 352425"/>
                <a:gd name="connsiteX272" fmla="*/ 72962 w 390525"/>
                <a:gd name="connsiteY272" fmla="*/ 225838 h 352425"/>
                <a:gd name="connsiteX273" fmla="*/ 72104 w 390525"/>
                <a:gd name="connsiteY273" fmla="*/ 219932 h 352425"/>
                <a:gd name="connsiteX274" fmla="*/ 68675 w 390525"/>
                <a:gd name="connsiteY274" fmla="*/ 208693 h 352425"/>
                <a:gd name="connsiteX275" fmla="*/ 68104 w 390525"/>
                <a:gd name="connsiteY275" fmla="*/ 205740 h 352425"/>
                <a:gd name="connsiteX276" fmla="*/ 68008 w 390525"/>
                <a:gd name="connsiteY276" fmla="*/ 202311 h 352425"/>
                <a:gd name="connsiteX277" fmla="*/ 68580 w 390525"/>
                <a:gd name="connsiteY277" fmla="*/ 200596 h 352425"/>
                <a:gd name="connsiteX278" fmla="*/ 69437 w 390525"/>
                <a:gd name="connsiteY278" fmla="*/ 199453 h 352425"/>
                <a:gd name="connsiteX279" fmla="*/ 70580 w 390525"/>
                <a:gd name="connsiteY279" fmla="*/ 198692 h 352425"/>
                <a:gd name="connsiteX280" fmla="*/ 72485 w 390525"/>
                <a:gd name="connsiteY280" fmla="*/ 198215 h 352425"/>
                <a:gd name="connsiteX281" fmla="*/ 74200 w 390525"/>
                <a:gd name="connsiteY281" fmla="*/ 198311 h 352425"/>
                <a:gd name="connsiteX282" fmla="*/ 75248 w 390525"/>
                <a:gd name="connsiteY282" fmla="*/ 198501 h 352425"/>
                <a:gd name="connsiteX283" fmla="*/ 76486 w 390525"/>
                <a:gd name="connsiteY283" fmla="*/ 199358 h 352425"/>
                <a:gd name="connsiteX284" fmla="*/ 83153 w 390525"/>
                <a:gd name="connsiteY284" fmla="*/ 206692 h 352425"/>
                <a:gd name="connsiteX285" fmla="*/ 87630 w 390525"/>
                <a:gd name="connsiteY285" fmla="*/ 213265 h 352425"/>
                <a:gd name="connsiteX286" fmla="*/ 90773 w 390525"/>
                <a:gd name="connsiteY286" fmla="*/ 220599 h 352425"/>
                <a:gd name="connsiteX287" fmla="*/ 91821 w 390525"/>
                <a:gd name="connsiteY287" fmla="*/ 222218 h 352425"/>
                <a:gd name="connsiteX288" fmla="*/ 94012 w 390525"/>
                <a:gd name="connsiteY288" fmla="*/ 224123 h 352425"/>
                <a:gd name="connsiteX289" fmla="*/ 105346 w 390525"/>
                <a:gd name="connsiteY289" fmla="*/ 229362 h 352425"/>
                <a:gd name="connsiteX290" fmla="*/ 109538 w 390525"/>
                <a:gd name="connsiteY290" fmla="*/ 233743 h 352425"/>
                <a:gd name="connsiteX291" fmla="*/ 111919 w 390525"/>
                <a:gd name="connsiteY291" fmla="*/ 239173 h 352425"/>
                <a:gd name="connsiteX292" fmla="*/ 114014 w 390525"/>
                <a:gd name="connsiteY292" fmla="*/ 242792 h 352425"/>
                <a:gd name="connsiteX293" fmla="*/ 118110 w 390525"/>
                <a:gd name="connsiteY293" fmla="*/ 248221 h 352425"/>
                <a:gd name="connsiteX294" fmla="*/ 124301 w 390525"/>
                <a:gd name="connsiteY294" fmla="*/ 253841 h 352425"/>
                <a:gd name="connsiteX295" fmla="*/ 143161 w 390525"/>
                <a:gd name="connsiteY295" fmla="*/ 264986 h 352425"/>
                <a:gd name="connsiteX296" fmla="*/ 146209 w 390525"/>
                <a:gd name="connsiteY296" fmla="*/ 266224 h 352425"/>
                <a:gd name="connsiteX297" fmla="*/ 154686 w 390525"/>
                <a:gd name="connsiteY297" fmla="*/ 268034 h 352425"/>
                <a:gd name="connsiteX298" fmla="*/ 156210 w 390525"/>
                <a:gd name="connsiteY298" fmla="*/ 269081 h 352425"/>
                <a:gd name="connsiteX299" fmla="*/ 156115 w 390525"/>
                <a:gd name="connsiteY299" fmla="*/ 270415 h 352425"/>
                <a:gd name="connsiteX300" fmla="*/ 155638 w 390525"/>
                <a:gd name="connsiteY300" fmla="*/ 272034 h 352425"/>
                <a:gd name="connsiteX301" fmla="*/ 154781 w 390525"/>
                <a:gd name="connsiteY301" fmla="*/ 273558 h 352425"/>
                <a:gd name="connsiteX302" fmla="*/ 149352 w 390525"/>
                <a:gd name="connsiteY302" fmla="*/ 278606 h 352425"/>
                <a:gd name="connsiteX303" fmla="*/ 147923 w 390525"/>
                <a:gd name="connsiteY303" fmla="*/ 279273 h 352425"/>
                <a:gd name="connsiteX304" fmla="*/ 146780 w 390525"/>
                <a:gd name="connsiteY304" fmla="*/ 279178 h 352425"/>
                <a:gd name="connsiteX305" fmla="*/ 146018 w 390525"/>
                <a:gd name="connsiteY305" fmla="*/ 278606 h 352425"/>
                <a:gd name="connsiteX306" fmla="*/ 145256 w 390525"/>
                <a:gd name="connsiteY306" fmla="*/ 278320 h 352425"/>
                <a:gd name="connsiteX307" fmla="*/ 144304 w 390525"/>
                <a:gd name="connsiteY307" fmla="*/ 278701 h 352425"/>
                <a:gd name="connsiteX308" fmla="*/ 143542 w 390525"/>
                <a:gd name="connsiteY308" fmla="*/ 279749 h 352425"/>
                <a:gd name="connsiteX309" fmla="*/ 142018 w 390525"/>
                <a:gd name="connsiteY309" fmla="*/ 282511 h 352425"/>
                <a:gd name="connsiteX310" fmla="*/ 140970 w 390525"/>
                <a:gd name="connsiteY310" fmla="*/ 282797 h 352425"/>
                <a:gd name="connsiteX311" fmla="*/ 139732 w 390525"/>
                <a:gd name="connsiteY311" fmla="*/ 282416 h 352425"/>
                <a:gd name="connsiteX312" fmla="*/ 138589 w 390525"/>
                <a:gd name="connsiteY312" fmla="*/ 281654 h 352425"/>
                <a:gd name="connsiteX313" fmla="*/ 137922 w 390525"/>
                <a:gd name="connsiteY313" fmla="*/ 281273 h 352425"/>
                <a:gd name="connsiteX314" fmla="*/ 137350 w 390525"/>
                <a:gd name="connsiteY314" fmla="*/ 281464 h 352425"/>
                <a:gd name="connsiteX315" fmla="*/ 136588 w 390525"/>
                <a:gd name="connsiteY315" fmla="*/ 282130 h 352425"/>
                <a:gd name="connsiteX316" fmla="*/ 134398 w 390525"/>
                <a:gd name="connsiteY316" fmla="*/ 282607 h 352425"/>
                <a:gd name="connsiteX317" fmla="*/ 133921 w 390525"/>
                <a:gd name="connsiteY317" fmla="*/ 283178 h 352425"/>
                <a:gd name="connsiteX318" fmla="*/ 133731 w 390525"/>
                <a:gd name="connsiteY318" fmla="*/ 283940 h 352425"/>
                <a:gd name="connsiteX319" fmla="*/ 133921 w 390525"/>
                <a:gd name="connsiteY319" fmla="*/ 284702 h 352425"/>
                <a:gd name="connsiteX320" fmla="*/ 133921 w 390525"/>
                <a:gd name="connsiteY320" fmla="*/ 285559 h 352425"/>
                <a:gd name="connsiteX321" fmla="*/ 132683 w 390525"/>
                <a:gd name="connsiteY321" fmla="*/ 286226 h 352425"/>
                <a:gd name="connsiteX322" fmla="*/ 132493 w 390525"/>
                <a:gd name="connsiteY322" fmla="*/ 286512 h 352425"/>
                <a:gd name="connsiteX323" fmla="*/ 133350 w 390525"/>
                <a:gd name="connsiteY323" fmla="*/ 287369 h 352425"/>
                <a:gd name="connsiteX324" fmla="*/ 150209 w 390525"/>
                <a:gd name="connsiteY324" fmla="*/ 296513 h 352425"/>
                <a:gd name="connsiteX325" fmla="*/ 152305 w 390525"/>
                <a:gd name="connsiteY325" fmla="*/ 298894 h 352425"/>
                <a:gd name="connsiteX326" fmla="*/ 153734 w 390525"/>
                <a:gd name="connsiteY326" fmla="*/ 301466 h 352425"/>
                <a:gd name="connsiteX327" fmla="*/ 154496 w 390525"/>
                <a:gd name="connsiteY327" fmla="*/ 303943 h 352425"/>
                <a:gd name="connsiteX328" fmla="*/ 155543 w 390525"/>
                <a:gd name="connsiteY328" fmla="*/ 310991 h 352425"/>
                <a:gd name="connsiteX329" fmla="*/ 159734 w 390525"/>
                <a:gd name="connsiteY329" fmla="*/ 308134 h 352425"/>
                <a:gd name="connsiteX330" fmla="*/ 167068 w 390525"/>
                <a:gd name="connsiteY330" fmla="*/ 306134 h 352425"/>
                <a:gd name="connsiteX331" fmla="*/ 169736 w 390525"/>
                <a:gd name="connsiteY331" fmla="*/ 304609 h 352425"/>
                <a:gd name="connsiteX332" fmla="*/ 170497 w 390525"/>
                <a:gd name="connsiteY332" fmla="*/ 304514 h 352425"/>
                <a:gd name="connsiteX333" fmla="*/ 171926 w 390525"/>
                <a:gd name="connsiteY333" fmla="*/ 304895 h 352425"/>
                <a:gd name="connsiteX334" fmla="*/ 180499 w 390525"/>
                <a:gd name="connsiteY334" fmla="*/ 309753 h 352425"/>
                <a:gd name="connsiteX335" fmla="*/ 181546 w 390525"/>
                <a:gd name="connsiteY335" fmla="*/ 310801 h 352425"/>
                <a:gd name="connsiteX336" fmla="*/ 181928 w 390525"/>
                <a:gd name="connsiteY336" fmla="*/ 312039 h 352425"/>
                <a:gd name="connsiteX337" fmla="*/ 182023 w 390525"/>
                <a:gd name="connsiteY337" fmla="*/ 313372 h 352425"/>
                <a:gd name="connsiteX338" fmla="*/ 182213 w 390525"/>
                <a:gd name="connsiteY338" fmla="*/ 314611 h 352425"/>
                <a:gd name="connsiteX339" fmla="*/ 183356 w 390525"/>
                <a:gd name="connsiteY339" fmla="*/ 316325 h 352425"/>
                <a:gd name="connsiteX340" fmla="*/ 185166 w 390525"/>
                <a:gd name="connsiteY340" fmla="*/ 318135 h 352425"/>
                <a:gd name="connsiteX341" fmla="*/ 199644 w 390525"/>
                <a:gd name="connsiteY341" fmla="*/ 328708 h 352425"/>
                <a:gd name="connsiteX342" fmla="*/ 202406 w 390525"/>
                <a:gd name="connsiteY342" fmla="*/ 329565 h 352425"/>
                <a:gd name="connsiteX343" fmla="*/ 204788 w 390525"/>
                <a:gd name="connsiteY343" fmla="*/ 329851 h 352425"/>
                <a:gd name="connsiteX344" fmla="*/ 206121 w 390525"/>
                <a:gd name="connsiteY344" fmla="*/ 329470 h 352425"/>
                <a:gd name="connsiteX345" fmla="*/ 207169 w 390525"/>
                <a:gd name="connsiteY345" fmla="*/ 328803 h 352425"/>
                <a:gd name="connsiteX346" fmla="*/ 208312 w 390525"/>
                <a:gd name="connsiteY346" fmla="*/ 328898 h 352425"/>
                <a:gd name="connsiteX347" fmla="*/ 209169 w 390525"/>
                <a:gd name="connsiteY347" fmla="*/ 329755 h 352425"/>
                <a:gd name="connsiteX348" fmla="*/ 210026 w 390525"/>
                <a:gd name="connsiteY348" fmla="*/ 330898 h 352425"/>
                <a:gd name="connsiteX349" fmla="*/ 211741 w 390525"/>
                <a:gd name="connsiteY349" fmla="*/ 332708 h 352425"/>
                <a:gd name="connsiteX350" fmla="*/ 212788 w 390525"/>
                <a:gd name="connsiteY350" fmla="*/ 333946 h 352425"/>
                <a:gd name="connsiteX351" fmla="*/ 213550 w 390525"/>
                <a:gd name="connsiteY351" fmla="*/ 335280 h 352425"/>
                <a:gd name="connsiteX352" fmla="*/ 215170 w 390525"/>
                <a:gd name="connsiteY352" fmla="*/ 341186 h 352425"/>
                <a:gd name="connsiteX353" fmla="*/ 216694 w 390525"/>
                <a:gd name="connsiteY353" fmla="*/ 344710 h 352425"/>
                <a:gd name="connsiteX354" fmla="*/ 226219 w 390525"/>
                <a:gd name="connsiteY354" fmla="*/ 340995 h 352425"/>
                <a:gd name="connsiteX355" fmla="*/ 230886 w 390525"/>
                <a:gd name="connsiteY355" fmla="*/ 340805 h 352425"/>
                <a:gd name="connsiteX356" fmla="*/ 231838 w 390525"/>
                <a:gd name="connsiteY356" fmla="*/ 341947 h 352425"/>
                <a:gd name="connsiteX357" fmla="*/ 232410 w 390525"/>
                <a:gd name="connsiteY357" fmla="*/ 343471 h 352425"/>
                <a:gd name="connsiteX358" fmla="*/ 233363 w 390525"/>
                <a:gd name="connsiteY358" fmla="*/ 344805 h 352425"/>
                <a:gd name="connsiteX359" fmla="*/ 234696 w 390525"/>
                <a:gd name="connsiteY359" fmla="*/ 344805 h 352425"/>
                <a:gd name="connsiteX360" fmla="*/ 236125 w 390525"/>
                <a:gd name="connsiteY360" fmla="*/ 344234 h 352425"/>
                <a:gd name="connsiteX361" fmla="*/ 238506 w 390525"/>
                <a:gd name="connsiteY361" fmla="*/ 342900 h 352425"/>
                <a:gd name="connsiteX362" fmla="*/ 246126 w 390525"/>
                <a:gd name="connsiteY362" fmla="*/ 344615 h 352425"/>
                <a:gd name="connsiteX363" fmla="*/ 249174 w 390525"/>
                <a:gd name="connsiteY363" fmla="*/ 343567 h 352425"/>
                <a:gd name="connsiteX364" fmla="*/ 249650 w 390525"/>
                <a:gd name="connsiteY364" fmla="*/ 342519 h 352425"/>
                <a:gd name="connsiteX365" fmla="*/ 249746 w 390525"/>
                <a:gd name="connsiteY365" fmla="*/ 341567 h 352425"/>
                <a:gd name="connsiteX366" fmla="*/ 249650 w 390525"/>
                <a:gd name="connsiteY366" fmla="*/ 340805 h 352425"/>
                <a:gd name="connsiteX367" fmla="*/ 251270 w 390525"/>
                <a:gd name="connsiteY367" fmla="*/ 340042 h 352425"/>
                <a:gd name="connsiteX368" fmla="*/ 253555 w 390525"/>
                <a:gd name="connsiteY368" fmla="*/ 340138 h 352425"/>
                <a:gd name="connsiteX369" fmla="*/ 259271 w 390525"/>
                <a:gd name="connsiteY369" fmla="*/ 341186 h 352425"/>
                <a:gd name="connsiteX370" fmla="*/ 261461 w 390525"/>
                <a:gd name="connsiteY370" fmla="*/ 342614 h 352425"/>
                <a:gd name="connsiteX371" fmla="*/ 262509 w 390525"/>
                <a:gd name="connsiteY371" fmla="*/ 344043 h 352425"/>
                <a:gd name="connsiteX372" fmla="*/ 262128 w 390525"/>
                <a:gd name="connsiteY372" fmla="*/ 345376 h 352425"/>
                <a:gd name="connsiteX373" fmla="*/ 261080 w 390525"/>
                <a:gd name="connsiteY373" fmla="*/ 348043 h 352425"/>
                <a:gd name="connsiteX374" fmla="*/ 260985 w 390525"/>
                <a:gd name="connsiteY374" fmla="*/ 349377 h 352425"/>
                <a:gd name="connsiteX375" fmla="*/ 261747 w 390525"/>
                <a:gd name="connsiteY375" fmla="*/ 350520 h 352425"/>
                <a:gd name="connsiteX376" fmla="*/ 262890 w 390525"/>
                <a:gd name="connsiteY376" fmla="*/ 350615 h 352425"/>
                <a:gd name="connsiteX377" fmla="*/ 266224 w 390525"/>
                <a:gd name="connsiteY377" fmla="*/ 349186 h 352425"/>
                <a:gd name="connsiteX378" fmla="*/ 267843 w 390525"/>
                <a:gd name="connsiteY378" fmla="*/ 348901 h 352425"/>
                <a:gd name="connsiteX379" fmla="*/ 268605 w 390525"/>
                <a:gd name="connsiteY379" fmla="*/ 349377 h 352425"/>
                <a:gd name="connsiteX380" fmla="*/ 268700 w 390525"/>
                <a:gd name="connsiteY380" fmla="*/ 350615 h 352425"/>
                <a:gd name="connsiteX381" fmla="*/ 268319 w 390525"/>
                <a:gd name="connsiteY381" fmla="*/ 352139 h 352425"/>
                <a:gd name="connsiteX382" fmla="*/ 268129 w 390525"/>
                <a:gd name="connsiteY382" fmla="*/ 353568 h 352425"/>
                <a:gd name="connsiteX383" fmla="*/ 268796 w 390525"/>
                <a:gd name="connsiteY383" fmla="*/ 354520 h 352425"/>
                <a:gd name="connsiteX384" fmla="*/ 270034 w 390525"/>
                <a:gd name="connsiteY384" fmla="*/ 354425 h 352425"/>
                <a:gd name="connsiteX385" fmla="*/ 271463 w 390525"/>
                <a:gd name="connsiteY385" fmla="*/ 353854 h 352425"/>
                <a:gd name="connsiteX386" fmla="*/ 272987 w 390525"/>
                <a:gd name="connsiteY386" fmla="*/ 353663 h 352425"/>
                <a:gd name="connsiteX387" fmla="*/ 273272 w 390525"/>
                <a:gd name="connsiteY387" fmla="*/ 354330 h 352425"/>
                <a:gd name="connsiteX388" fmla="*/ 272796 w 390525"/>
                <a:gd name="connsiteY388" fmla="*/ 355378 h 352425"/>
                <a:gd name="connsiteX389" fmla="*/ 272605 w 390525"/>
                <a:gd name="connsiteY389" fmla="*/ 356807 h 352425"/>
                <a:gd name="connsiteX390" fmla="*/ 273367 w 390525"/>
                <a:gd name="connsiteY390" fmla="*/ 358140 h 352425"/>
                <a:gd name="connsiteX391" fmla="*/ 275463 w 390525"/>
                <a:gd name="connsiteY391" fmla="*/ 359664 h 352425"/>
                <a:gd name="connsiteX392" fmla="*/ 277654 w 390525"/>
                <a:gd name="connsiteY392" fmla="*/ 360140 h 352425"/>
                <a:gd name="connsiteX393" fmla="*/ 279368 w 390525"/>
                <a:gd name="connsiteY393" fmla="*/ 360045 h 352425"/>
                <a:gd name="connsiteX394" fmla="*/ 280892 w 390525"/>
                <a:gd name="connsiteY394" fmla="*/ 359569 h 352425"/>
                <a:gd name="connsiteX395" fmla="*/ 282512 w 390525"/>
                <a:gd name="connsiteY395" fmla="*/ 358711 h 352425"/>
                <a:gd name="connsiteX396" fmla="*/ 284036 w 390525"/>
                <a:gd name="connsiteY396" fmla="*/ 357568 h 352425"/>
                <a:gd name="connsiteX397" fmla="*/ 287274 w 390525"/>
                <a:gd name="connsiteY397" fmla="*/ 354044 h 352425"/>
                <a:gd name="connsiteX398" fmla="*/ 288322 w 390525"/>
                <a:gd name="connsiteY398" fmla="*/ 352139 h 352425"/>
                <a:gd name="connsiteX399" fmla="*/ 288893 w 390525"/>
                <a:gd name="connsiteY399" fmla="*/ 350615 h 352425"/>
                <a:gd name="connsiteX400" fmla="*/ 289274 w 390525"/>
                <a:gd name="connsiteY400" fmla="*/ 348520 h 352425"/>
                <a:gd name="connsiteX401" fmla="*/ 287179 w 390525"/>
                <a:gd name="connsiteY401" fmla="*/ 348139 h 352425"/>
                <a:gd name="connsiteX402" fmla="*/ 285083 w 390525"/>
                <a:gd name="connsiteY402" fmla="*/ 346424 h 352425"/>
                <a:gd name="connsiteX403" fmla="*/ 284321 w 390525"/>
                <a:gd name="connsiteY403" fmla="*/ 341090 h 352425"/>
                <a:gd name="connsiteX404" fmla="*/ 284417 w 390525"/>
                <a:gd name="connsiteY404" fmla="*/ 338423 h 352425"/>
                <a:gd name="connsiteX405" fmla="*/ 284797 w 390525"/>
                <a:gd name="connsiteY405" fmla="*/ 336042 h 352425"/>
                <a:gd name="connsiteX406" fmla="*/ 285559 w 390525"/>
                <a:gd name="connsiteY406" fmla="*/ 333756 h 352425"/>
                <a:gd name="connsiteX407" fmla="*/ 286988 w 390525"/>
                <a:gd name="connsiteY407" fmla="*/ 331661 h 352425"/>
                <a:gd name="connsiteX408" fmla="*/ 288703 w 390525"/>
                <a:gd name="connsiteY408" fmla="*/ 330232 h 352425"/>
                <a:gd name="connsiteX409" fmla="*/ 290703 w 390525"/>
                <a:gd name="connsiteY409" fmla="*/ 329184 h 352425"/>
                <a:gd name="connsiteX410" fmla="*/ 292322 w 390525"/>
                <a:gd name="connsiteY410" fmla="*/ 327946 h 352425"/>
                <a:gd name="connsiteX411" fmla="*/ 293275 w 390525"/>
                <a:gd name="connsiteY411" fmla="*/ 325660 h 352425"/>
                <a:gd name="connsiteX412" fmla="*/ 293275 w 390525"/>
                <a:gd name="connsiteY412" fmla="*/ 325660 h 352425"/>
                <a:gd name="connsiteX413" fmla="*/ 292894 w 390525"/>
                <a:gd name="connsiteY413" fmla="*/ 321278 h 352425"/>
                <a:gd name="connsiteX414" fmla="*/ 293846 w 390525"/>
                <a:gd name="connsiteY414" fmla="*/ 315373 h 352425"/>
                <a:gd name="connsiteX415" fmla="*/ 296132 w 390525"/>
                <a:gd name="connsiteY415" fmla="*/ 310420 h 352425"/>
                <a:gd name="connsiteX416" fmla="*/ 299752 w 390525"/>
                <a:gd name="connsiteY416" fmla="*/ 308610 h 352425"/>
                <a:gd name="connsiteX417" fmla="*/ 301657 w 390525"/>
                <a:gd name="connsiteY417" fmla="*/ 308896 h 352425"/>
                <a:gd name="connsiteX418" fmla="*/ 304133 w 390525"/>
                <a:gd name="connsiteY418" fmla="*/ 308896 h 352425"/>
                <a:gd name="connsiteX419" fmla="*/ 306324 w 390525"/>
                <a:gd name="connsiteY419" fmla="*/ 308324 h 352425"/>
                <a:gd name="connsiteX420" fmla="*/ 307753 w 390525"/>
                <a:gd name="connsiteY420" fmla="*/ 306515 h 352425"/>
                <a:gd name="connsiteX421" fmla="*/ 307467 w 390525"/>
                <a:gd name="connsiteY421" fmla="*/ 304514 h 352425"/>
                <a:gd name="connsiteX422" fmla="*/ 305467 w 390525"/>
                <a:gd name="connsiteY422" fmla="*/ 298990 h 352425"/>
                <a:gd name="connsiteX423" fmla="*/ 306134 w 390525"/>
                <a:gd name="connsiteY423" fmla="*/ 297085 h 352425"/>
                <a:gd name="connsiteX424" fmla="*/ 308038 w 390525"/>
                <a:gd name="connsiteY424" fmla="*/ 296799 h 352425"/>
                <a:gd name="connsiteX425" fmla="*/ 309563 w 390525"/>
                <a:gd name="connsiteY425" fmla="*/ 297942 h 352425"/>
                <a:gd name="connsiteX426" fmla="*/ 310610 w 390525"/>
                <a:gd name="connsiteY426" fmla="*/ 298228 h 352425"/>
                <a:gd name="connsiteX427" fmla="*/ 312992 w 390525"/>
                <a:gd name="connsiteY427" fmla="*/ 289560 h 352425"/>
                <a:gd name="connsiteX428" fmla="*/ 313468 w 390525"/>
                <a:gd name="connsiteY428" fmla="*/ 286417 h 352425"/>
                <a:gd name="connsiteX429" fmla="*/ 313182 w 390525"/>
                <a:gd name="connsiteY429" fmla="*/ 283940 h 352425"/>
                <a:gd name="connsiteX430" fmla="*/ 312325 w 390525"/>
                <a:gd name="connsiteY430" fmla="*/ 283178 h 352425"/>
                <a:gd name="connsiteX431" fmla="*/ 311277 w 390525"/>
                <a:gd name="connsiteY431" fmla="*/ 283273 h 352425"/>
                <a:gd name="connsiteX432" fmla="*/ 310229 w 390525"/>
                <a:gd name="connsiteY432" fmla="*/ 283083 h 352425"/>
                <a:gd name="connsiteX433" fmla="*/ 309658 w 390525"/>
                <a:gd name="connsiteY433" fmla="*/ 281749 h 352425"/>
                <a:gd name="connsiteX434" fmla="*/ 308800 w 390525"/>
                <a:gd name="connsiteY434" fmla="*/ 276415 h 352425"/>
                <a:gd name="connsiteX435" fmla="*/ 306324 w 390525"/>
                <a:gd name="connsiteY435" fmla="*/ 272034 h 352425"/>
                <a:gd name="connsiteX436" fmla="*/ 305467 w 390525"/>
                <a:gd name="connsiteY436" fmla="*/ 269843 h 352425"/>
                <a:gd name="connsiteX437" fmla="*/ 305943 w 390525"/>
                <a:gd name="connsiteY437" fmla="*/ 267462 h 352425"/>
                <a:gd name="connsiteX438" fmla="*/ 307181 w 390525"/>
                <a:gd name="connsiteY438" fmla="*/ 266509 h 352425"/>
                <a:gd name="connsiteX439" fmla="*/ 310515 w 390525"/>
                <a:gd name="connsiteY439" fmla="*/ 265462 h 352425"/>
                <a:gd name="connsiteX440" fmla="*/ 311277 w 390525"/>
                <a:gd name="connsiteY440" fmla="*/ 264223 h 352425"/>
                <a:gd name="connsiteX441" fmla="*/ 311563 w 390525"/>
                <a:gd name="connsiteY441" fmla="*/ 262509 h 352425"/>
                <a:gd name="connsiteX442" fmla="*/ 312325 w 390525"/>
                <a:gd name="connsiteY442" fmla="*/ 261652 h 352425"/>
                <a:gd name="connsiteX443" fmla="*/ 313372 w 390525"/>
                <a:gd name="connsiteY443" fmla="*/ 260890 h 352425"/>
                <a:gd name="connsiteX444" fmla="*/ 314420 w 390525"/>
                <a:gd name="connsiteY444" fmla="*/ 259556 h 352425"/>
                <a:gd name="connsiteX445" fmla="*/ 314516 w 390525"/>
                <a:gd name="connsiteY445" fmla="*/ 259461 h 352425"/>
                <a:gd name="connsiteX446" fmla="*/ 316801 w 390525"/>
                <a:gd name="connsiteY446" fmla="*/ 257746 h 352425"/>
                <a:gd name="connsiteX447" fmla="*/ 317754 w 390525"/>
                <a:gd name="connsiteY447" fmla="*/ 256699 h 352425"/>
                <a:gd name="connsiteX448" fmla="*/ 318611 w 390525"/>
                <a:gd name="connsiteY448" fmla="*/ 255556 h 352425"/>
                <a:gd name="connsiteX449" fmla="*/ 318611 w 390525"/>
                <a:gd name="connsiteY449" fmla="*/ 254889 h 352425"/>
                <a:gd name="connsiteX450" fmla="*/ 318325 w 390525"/>
                <a:gd name="connsiteY450" fmla="*/ 254127 h 352425"/>
                <a:gd name="connsiteX451" fmla="*/ 318135 w 390525"/>
                <a:gd name="connsiteY451" fmla="*/ 253270 h 352425"/>
                <a:gd name="connsiteX452" fmla="*/ 318611 w 390525"/>
                <a:gd name="connsiteY452" fmla="*/ 252413 h 352425"/>
                <a:gd name="connsiteX453" fmla="*/ 319183 w 390525"/>
                <a:gd name="connsiteY453" fmla="*/ 251841 h 352425"/>
                <a:gd name="connsiteX454" fmla="*/ 320707 w 390525"/>
                <a:gd name="connsiteY454" fmla="*/ 251079 h 352425"/>
                <a:gd name="connsiteX455" fmla="*/ 321278 w 390525"/>
                <a:gd name="connsiteY455" fmla="*/ 250603 h 352425"/>
                <a:gd name="connsiteX456" fmla="*/ 323945 w 390525"/>
                <a:gd name="connsiteY456" fmla="*/ 247650 h 352425"/>
                <a:gd name="connsiteX457" fmla="*/ 325279 w 390525"/>
                <a:gd name="connsiteY457" fmla="*/ 244888 h 352425"/>
                <a:gd name="connsiteX458" fmla="*/ 325469 w 390525"/>
                <a:gd name="connsiteY458" fmla="*/ 242030 h 352425"/>
                <a:gd name="connsiteX459" fmla="*/ 324421 w 390525"/>
                <a:gd name="connsiteY459" fmla="*/ 238506 h 352425"/>
                <a:gd name="connsiteX460" fmla="*/ 322802 w 390525"/>
                <a:gd name="connsiteY460" fmla="*/ 234982 h 352425"/>
                <a:gd name="connsiteX461" fmla="*/ 321755 w 390525"/>
                <a:gd name="connsiteY461" fmla="*/ 231648 h 352425"/>
                <a:gd name="connsiteX462" fmla="*/ 321755 w 390525"/>
                <a:gd name="connsiteY462" fmla="*/ 228219 h 352425"/>
                <a:gd name="connsiteX463" fmla="*/ 323374 w 390525"/>
                <a:gd name="connsiteY463" fmla="*/ 224599 h 352425"/>
                <a:gd name="connsiteX464" fmla="*/ 326422 w 390525"/>
                <a:gd name="connsiteY464" fmla="*/ 222123 h 352425"/>
                <a:gd name="connsiteX465" fmla="*/ 333280 w 390525"/>
                <a:gd name="connsiteY465" fmla="*/ 220218 h 352425"/>
                <a:gd name="connsiteX466" fmla="*/ 335756 w 390525"/>
                <a:gd name="connsiteY466" fmla="*/ 218122 h 352425"/>
                <a:gd name="connsiteX467" fmla="*/ 341662 w 390525"/>
                <a:gd name="connsiteY467" fmla="*/ 210693 h 352425"/>
                <a:gd name="connsiteX468" fmla="*/ 344234 w 390525"/>
                <a:gd name="connsiteY468" fmla="*/ 206502 h 352425"/>
                <a:gd name="connsiteX469" fmla="*/ 345758 w 390525"/>
                <a:gd name="connsiteY469" fmla="*/ 201740 h 352425"/>
                <a:gd name="connsiteX470" fmla="*/ 346805 w 390525"/>
                <a:gd name="connsiteY470" fmla="*/ 199453 h 352425"/>
                <a:gd name="connsiteX471" fmla="*/ 348520 w 390525"/>
                <a:gd name="connsiteY471" fmla="*/ 198501 h 352425"/>
                <a:gd name="connsiteX472" fmla="*/ 352616 w 390525"/>
                <a:gd name="connsiteY472" fmla="*/ 197929 h 352425"/>
                <a:gd name="connsiteX473" fmla="*/ 354806 w 390525"/>
                <a:gd name="connsiteY473" fmla="*/ 197263 h 352425"/>
                <a:gd name="connsiteX474" fmla="*/ 356330 w 390525"/>
                <a:gd name="connsiteY474" fmla="*/ 196310 h 352425"/>
                <a:gd name="connsiteX475" fmla="*/ 359283 w 390525"/>
                <a:gd name="connsiteY475" fmla="*/ 193453 h 352425"/>
                <a:gd name="connsiteX476" fmla="*/ 363474 w 390525"/>
                <a:gd name="connsiteY476" fmla="*/ 190595 h 352425"/>
                <a:gd name="connsiteX477" fmla="*/ 364617 w 390525"/>
                <a:gd name="connsiteY477" fmla="*/ 189357 h 352425"/>
                <a:gd name="connsiteX478" fmla="*/ 368046 w 390525"/>
                <a:gd name="connsiteY478" fmla="*/ 183737 h 352425"/>
                <a:gd name="connsiteX479" fmla="*/ 369665 w 390525"/>
                <a:gd name="connsiteY479" fmla="*/ 182023 h 352425"/>
                <a:gd name="connsiteX480" fmla="*/ 376618 w 390525"/>
                <a:gd name="connsiteY480" fmla="*/ 176784 h 352425"/>
                <a:gd name="connsiteX481" fmla="*/ 378905 w 390525"/>
                <a:gd name="connsiteY481" fmla="*/ 173260 h 352425"/>
                <a:gd name="connsiteX482" fmla="*/ 377380 w 390525"/>
                <a:gd name="connsiteY482" fmla="*/ 169736 h 352425"/>
                <a:gd name="connsiteX483" fmla="*/ 379000 w 390525"/>
                <a:gd name="connsiteY483" fmla="*/ 168116 h 352425"/>
                <a:gd name="connsiteX484" fmla="*/ 381000 w 390525"/>
                <a:gd name="connsiteY484" fmla="*/ 165640 h 352425"/>
                <a:gd name="connsiteX485" fmla="*/ 382810 w 390525"/>
                <a:gd name="connsiteY485" fmla="*/ 164306 h 352425"/>
                <a:gd name="connsiteX486" fmla="*/ 383953 w 390525"/>
                <a:gd name="connsiteY486" fmla="*/ 165925 h 352425"/>
                <a:gd name="connsiteX487" fmla="*/ 385096 w 390525"/>
                <a:gd name="connsiteY487" fmla="*/ 168307 h 352425"/>
                <a:gd name="connsiteX488" fmla="*/ 387096 w 390525"/>
                <a:gd name="connsiteY488" fmla="*/ 168783 h 352425"/>
                <a:gd name="connsiteX489" fmla="*/ 394811 w 390525"/>
                <a:gd name="connsiteY489" fmla="*/ 166116 h 352425"/>
                <a:gd name="connsiteX490" fmla="*/ 395764 w 390525"/>
                <a:gd name="connsiteY490" fmla="*/ 166116 h 352425"/>
                <a:gd name="connsiteX491" fmla="*/ 396621 w 390525"/>
                <a:gd name="connsiteY491" fmla="*/ 164020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</a:cxnLst>
              <a:rect l="l" t="t" r="r" b="b"/>
              <a:pathLst>
                <a:path w="390525" h="352425">
                  <a:moveTo>
                    <a:pt x="395764" y="162115"/>
                  </a:moveTo>
                  <a:lnTo>
                    <a:pt x="393478" y="158305"/>
                  </a:lnTo>
                  <a:lnTo>
                    <a:pt x="389763" y="156305"/>
                  </a:lnTo>
                  <a:lnTo>
                    <a:pt x="380905" y="153924"/>
                  </a:lnTo>
                  <a:lnTo>
                    <a:pt x="370999" y="149542"/>
                  </a:lnTo>
                  <a:lnTo>
                    <a:pt x="369380" y="148114"/>
                  </a:lnTo>
                  <a:lnTo>
                    <a:pt x="367951" y="146209"/>
                  </a:lnTo>
                  <a:lnTo>
                    <a:pt x="365665" y="141922"/>
                  </a:lnTo>
                  <a:lnTo>
                    <a:pt x="364236" y="140017"/>
                  </a:lnTo>
                  <a:lnTo>
                    <a:pt x="360997" y="137446"/>
                  </a:lnTo>
                  <a:lnTo>
                    <a:pt x="349663" y="130969"/>
                  </a:lnTo>
                  <a:lnTo>
                    <a:pt x="347186" y="130111"/>
                  </a:lnTo>
                  <a:lnTo>
                    <a:pt x="345472" y="130302"/>
                  </a:lnTo>
                  <a:lnTo>
                    <a:pt x="343757" y="130778"/>
                  </a:lnTo>
                  <a:lnTo>
                    <a:pt x="341471" y="131159"/>
                  </a:lnTo>
                  <a:lnTo>
                    <a:pt x="339471" y="130588"/>
                  </a:lnTo>
                  <a:lnTo>
                    <a:pt x="335661" y="128206"/>
                  </a:lnTo>
                  <a:lnTo>
                    <a:pt x="329851" y="125920"/>
                  </a:lnTo>
                  <a:lnTo>
                    <a:pt x="318421" y="119348"/>
                  </a:lnTo>
                  <a:lnTo>
                    <a:pt x="310039" y="116872"/>
                  </a:lnTo>
                  <a:lnTo>
                    <a:pt x="305753" y="116681"/>
                  </a:lnTo>
                  <a:lnTo>
                    <a:pt x="301562" y="117634"/>
                  </a:lnTo>
                  <a:lnTo>
                    <a:pt x="302609" y="115252"/>
                  </a:lnTo>
                  <a:lnTo>
                    <a:pt x="303657" y="113347"/>
                  </a:lnTo>
                  <a:lnTo>
                    <a:pt x="304324" y="111347"/>
                  </a:lnTo>
                  <a:lnTo>
                    <a:pt x="303943" y="108680"/>
                  </a:lnTo>
                  <a:lnTo>
                    <a:pt x="302800" y="107061"/>
                  </a:lnTo>
                  <a:lnTo>
                    <a:pt x="301276" y="105537"/>
                  </a:lnTo>
                  <a:lnTo>
                    <a:pt x="300133" y="103918"/>
                  </a:lnTo>
                  <a:lnTo>
                    <a:pt x="300038" y="102203"/>
                  </a:lnTo>
                  <a:lnTo>
                    <a:pt x="300800" y="101536"/>
                  </a:lnTo>
                  <a:lnTo>
                    <a:pt x="301847" y="101441"/>
                  </a:lnTo>
                  <a:lnTo>
                    <a:pt x="302990" y="101536"/>
                  </a:lnTo>
                  <a:lnTo>
                    <a:pt x="303943" y="101346"/>
                  </a:lnTo>
                  <a:lnTo>
                    <a:pt x="304705" y="100679"/>
                  </a:lnTo>
                  <a:lnTo>
                    <a:pt x="307562" y="95440"/>
                  </a:lnTo>
                  <a:lnTo>
                    <a:pt x="306800" y="94202"/>
                  </a:lnTo>
                  <a:lnTo>
                    <a:pt x="303467" y="92297"/>
                  </a:lnTo>
                  <a:lnTo>
                    <a:pt x="300418" y="87344"/>
                  </a:lnTo>
                  <a:lnTo>
                    <a:pt x="298990" y="86296"/>
                  </a:lnTo>
                  <a:lnTo>
                    <a:pt x="297085" y="86296"/>
                  </a:lnTo>
                  <a:lnTo>
                    <a:pt x="293465" y="88297"/>
                  </a:lnTo>
                  <a:lnTo>
                    <a:pt x="291465" y="88773"/>
                  </a:lnTo>
                  <a:lnTo>
                    <a:pt x="288036" y="87440"/>
                  </a:lnTo>
                  <a:lnTo>
                    <a:pt x="285941" y="84487"/>
                  </a:lnTo>
                  <a:lnTo>
                    <a:pt x="284131" y="81248"/>
                  </a:lnTo>
                  <a:lnTo>
                    <a:pt x="281464" y="78962"/>
                  </a:lnTo>
                  <a:lnTo>
                    <a:pt x="273367" y="75628"/>
                  </a:lnTo>
                  <a:lnTo>
                    <a:pt x="271558" y="74486"/>
                  </a:lnTo>
                  <a:lnTo>
                    <a:pt x="270986" y="74104"/>
                  </a:lnTo>
                  <a:lnTo>
                    <a:pt x="269653" y="73247"/>
                  </a:lnTo>
                  <a:lnTo>
                    <a:pt x="267081" y="70199"/>
                  </a:lnTo>
                  <a:lnTo>
                    <a:pt x="264986" y="66294"/>
                  </a:lnTo>
                  <a:lnTo>
                    <a:pt x="263557" y="64579"/>
                  </a:lnTo>
                  <a:lnTo>
                    <a:pt x="261652" y="63627"/>
                  </a:lnTo>
                  <a:lnTo>
                    <a:pt x="253270" y="61531"/>
                  </a:lnTo>
                  <a:lnTo>
                    <a:pt x="250698" y="61246"/>
                  </a:lnTo>
                  <a:lnTo>
                    <a:pt x="244888" y="62865"/>
                  </a:lnTo>
                  <a:lnTo>
                    <a:pt x="240221" y="63055"/>
                  </a:lnTo>
                  <a:lnTo>
                    <a:pt x="238220" y="63532"/>
                  </a:lnTo>
                  <a:lnTo>
                    <a:pt x="233458" y="66484"/>
                  </a:lnTo>
                  <a:lnTo>
                    <a:pt x="232124" y="66770"/>
                  </a:lnTo>
                  <a:lnTo>
                    <a:pt x="230791" y="66199"/>
                  </a:lnTo>
                  <a:lnTo>
                    <a:pt x="228219" y="65532"/>
                  </a:lnTo>
                  <a:lnTo>
                    <a:pt x="226600" y="64675"/>
                  </a:lnTo>
                  <a:lnTo>
                    <a:pt x="224600" y="63055"/>
                  </a:lnTo>
                  <a:lnTo>
                    <a:pt x="222885" y="60960"/>
                  </a:lnTo>
                  <a:lnTo>
                    <a:pt x="221837" y="59245"/>
                  </a:lnTo>
                  <a:lnTo>
                    <a:pt x="221647" y="58483"/>
                  </a:lnTo>
                  <a:lnTo>
                    <a:pt x="221361" y="57721"/>
                  </a:lnTo>
                  <a:lnTo>
                    <a:pt x="220980" y="57150"/>
                  </a:lnTo>
                  <a:lnTo>
                    <a:pt x="220409" y="56578"/>
                  </a:lnTo>
                  <a:lnTo>
                    <a:pt x="218694" y="55626"/>
                  </a:lnTo>
                  <a:lnTo>
                    <a:pt x="216979" y="55245"/>
                  </a:lnTo>
                  <a:lnTo>
                    <a:pt x="215170" y="55340"/>
                  </a:lnTo>
                  <a:lnTo>
                    <a:pt x="213265" y="55721"/>
                  </a:lnTo>
                  <a:lnTo>
                    <a:pt x="211836" y="55245"/>
                  </a:lnTo>
                  <a:lnTo>
                    <a:pt x="211074" y="53530"/>
                  </a:lnTo>
                  <a:lnTo>
                    <a:pt x="210312" y="49149"/>
                  </a:lnTo>
                  <a:lnTo>
                    <a:pt x="209645" y="47911"/>
                  </a:lnTo>
                  <a:lnTo>
                    <a:pt x="208407" y="45815"/>
                  </a:lnTo>
                  <a:lnTo>
                    <a:pt x="205645" y="44291"/>
                  </a:lnTo>
                  <a:lnTo>
                    <a:pt x="202501" y="43339"/>
                  </a:lnTo>
                  <a:lnTo>
                    <a:pt x="199549" y="41719"/>
                  </a:lnTo>
                  <a:lnTo>
                    <a:pt x="198025" y="39815"/>
                  </a:lnTo>
                  <a:lnTo>
                    <a:pt x="197167" y="37719"/>
                  </a:lnTo>
                  <a:lnTo>
                    <a:pt x="196882" y="35338"/>
                  </a:lnTo>
                  <a:lnTo>
                    <a:pt x="196882" y="32766"/>
                  </a:lnTo>
                  <a:lnTo>
                    <a:pt x="196215" y="29813"/>
                  </a:lnTo>
                  <a:lnTo>
                    <a:pt x="194596" y="28861"/>
                  </a:lnTo>
                  <a:lnTo>
                    <a:pt x="192596" y="28384"/>
                  </a:lnTo>
                  <a:lnTo>
                    <a:pt x="190786" y="26956"/>
                  </a:lnTo>
                  <a:lnTo>
                    <a:pt x="190309" y="25622"/>
                  </a:lnTo>
                  <a:lnTo>
                    <a:pt x="190500" y="24479"/>
                  </a:lnTo>
                  <a:lnTo>
                    <a:pt x="190786" y="23336"/>
                  </a:lnTo>
                  <a:lnTo>
                    <a:pt x="190786" y="22193"/>
                  </a:lnTo>
                  <a:lnTo>
                    <a:pt x="190119" y="21145"/>
                  </a:lnTo>
                  <a:lnTo>
                    <a:pt x="188309" y="19717"/>
                  </a:lnTo>
                  <a:lnTo>
                    <a:pt x="187833" y="18669"/>
                  </a:lnTo>
                  <a:lnTo>
                    <a:pt x="187928" y="17240"/>
                  </a:lnTo>
                  <a:lnTo>
                    <a:pt x="188309" y="15907"/>
                  </a:lnTo>
                  <a:lnTo>
                    <a:pt x="188404" y="14668"/>
                  </a:lnTo>
                  <a:lnTo>
                    <a:pt x="187833" y="13240"/>
                  </a:lnTo>
                  <a:lnTo>
                    <a:pt x="186976" y="12668"/>
                  </a:lnTo>
                  <a:lnTo>
                    <a:pt x="184880" y="12382"/>
                  </a:lnTo>
                  <a:lnTo>
                    <a:pt x="183928" y="12001"/>
                  </a:lnTo>
                  <a:lnTo>
                    <a:pt x="182689" y="10001"/>
                  </a:lnTo>
                  <a:lnTo>
                    <a:pt x="182213" y="7906"/>
                  </a:lnTo>
                  <a:lnTo>
                    <a:pt x="181546" y="6096"/>
                  </a:lnTo>
                  <a:lnTo>
                    <a:pt x="177641" y="3715"/>
                  </a:lnTo>
                  <a:lnTo>
                    <a:pt x="174498" y="857"/>
                  </a:lnTo>
                  <a:lnTo>
                    <a:pt x="172784" y="0"/>
                  </a:lnTo>
                  <a:lnTo>
                    <a:pt x="167164" y="1048"/>
                  </a:lnTo>
                  <a:lnTo>
                    <a:pt x="164973" y="6286"/>
                  </a:lnTo>
                  <a:lnTo>
                    <a:pt x="164211" y="12192"/>
                  </a:lnTo>
                  <a:lnTo>
                    <a:pt x="162687" y="15335"/>
                  </a:lnTo>
                  <a:lnTo>
                    <a:pt x="160782" y="14668"/>
                  </a:lnTo>
                  <a:lnTo>
                    <a:pt x="157925" y="11620"/>
                  </a:lnTo>
                  <a:lnTo>
                    <a:pt x="156020" y="10668"/>
                  </a:lnTo>
                  <a:lnTo>
                    <a:pt x="154114" y="14859"/>
                  </a:lnTo>
                  <a:lnTo>
                    <a:pt x="152781" y="16764"/>
                  </a:lnTo>
                  <a:lnTo>
                    <a:pt x="151543" y="18097"/>
                  </a:lnTo>
                  <a:lnTo>
                    <a:pt x="153638" y="21431"/>
                  </a:lnTo>
                  <a:lnTo>
                    <a:pt x="154496" y="22384"/>
                  </a:lnTo>
                  <a:lnTo>
                    <a:pt x="158115" y="26098"/>
                  </a:lnTo>
                  <a:lnTo>
                    <a:pt x="161258" y="31051"/>
                  </a:lnTo>
                  <a:lnTo>
                    <a:pt x="164687" y="36481"/>
                  </a:lnTo>
                  <a:lnTo>
                    <a:pt x="165163" y="38671"/>
                  </a:lnTo>
                  <a:lnTo>
                    <a:pt x="164687" y="40862"/>
                  </a:lnTo>
                  <a:lnTo>
                    <a:pt x="161068" y="42100"/>
                  </a:lnTo>
                  <a:lnTo>
                    <a:pt x="159353" y="42291"/>
                  </a:lnTo>
                  <a:lnTo>
                    <a:pt x="157734" y="42481"/>
                  </a:lnTo>
                  <a:lnTo>
                    <a:pt x="150400" y="42005"/>
                  </a:lnTo>
                  <a:lnTo>
                    <a:pt x="147733" y="40291"/>
                  </a:lnTo>
                  <a:lnTo>
                    <a:pt x="146304" y="38671"/>
                  </a:lnTo>
                  <a:lnTo>
                    <a:pt x="144685" y="36290"/>
                  </a:lnTo>
                  <a:lnTo>
                    <a:pt x="142494" y="31528"/>
                  </a:lnTo>
                  <a:lnTo>
                    <a:pt x="141542" y="30575"/>
                  </a:lnTo>
                  <a:lnTo>
                    <a:pt x="139922" y="30194"/>
                  </a:lnTo>
                  <a:lnTo>
                    <a:pt x="137065" y="30290"/>
                  </a:lnTo>
                  <a:lnTo>
                    <a:pt x="133445" y="29623"/>
                  </a:lnTo>
                  <a:lnTo>
                    <a:pt x="129350" y="29337"/>
                  </a:lnTo>
                  <a:lnTo>
                    <a:pt x="126968" y="29623"/>
                  </a:lnTo>
                  <a:lnTo>
                    <a:pt x="125254" y="29432"/>
                  </a:lnTo>
                  <a:lnTo>
                    <a:pt x="123158" y="28670"/>
                  </a:lnTo>
                  <a:lnTo>
                    <a:pt x="121825" y="28003"/>
                  </a:lnTo>
                  <a:lnTo>
                    <a:pt x="119920" y="27432"/>
                  </a:lnTo>
                  <a:lnTo>
                    <a:pt x="117253" y="27337"/>
                  </a:lnTo>
                  <a:lnTo>
                    <a:pt x="112395" y="27908"/>
                  </a:lnTo>
                  <a:lnTo>
                    <a:pt x="110014" y="28575"/>
                  </a:lnTo>
                  <a:lnTo>
                    <a:pt x="107918" y="28861"/>
                  </a:lnTo>
                  <a:lnTo>
                    <a:pt x="106775" y="28575"/>
                  </a:lnTo>
                  <a:lnTo>
                    <a:pt x="104775" y="27242"/>
                  </a:lnTo>
                  <a:lnTo>
                    <a:pt x="101156" y="23146"/>
                  </a:lnTo>
                  <a:lnTo>
                    <a:pt x="100108" y="22384"/>
                  </a:lnTo>
                  <a:lnTo>
                    <a:pt x="99155" y="22003"/>
                  </a:lnTo>
                  <a:lnTo>
                    <a:pt x="97536" y="22384"/>
                  </a:lnTo>
                  <a:lnTo>
                    <a:pt x="96488" y="22288"/>
                  </a:lnTo>
                  <a:lnTo>
                    <a:pt x="95250" y="21526"/>
                  </a:lnTo>
                  <a:lnTo>
                    <a:pt x="94679" y="20383"/>
                  </a:lnTo>
                  <a:lnTo>
                    <a:pt x="93821" y="19717"/>
                  </a:lnTo>
                  <a:lnTo>
                    <a:pt x="92678" y="19336"/>
                  </a:lnTo>
                  <a:lnTo>
                    <a:pt x="90297" y="19431"/>
                  </a:lnTo>
                  <a:lnTo>
                    <a:pt x="86201" y="18764"/>
                  </a:lnTo>
                  <a:lnTo>
                    <a:pt x="84392" y="18764"/>
                  </a:lnTo>
                  <a:lnTo>
                    <a:pt x="82867" y="19336"/>
                  </a:lnTo>
                  <a:lnTo>
                    <a:pt x="77152" y="23241"/>
                  </a:lnTo>
                  <a:lnTo>
                    <a:pt x="71628" y="25051"/>
                  </a:lnTo>
                  <a:lnTo>
                    <a:pt x="63627" y="29623"/>
                  </a:lnTo>
                  <a:lnTo>
                    <a:pt x="58293" y="33528"/>
                  </a:lnTo>
                  <a:lnTo>
                    <a:pt x="54673" y="35242"/>
                  </a:lnTo>
                  <a:lnTo>
                    <a:pt x="53340" y="35623"/>
                  </a:lnTo>
                  <a:lnTo>
                    <a:pt x="51149" y="35719"/>
                  </a:lnTo>
                  <a:lnTo>
                    <a:pt x="45910" y="34766"/>
                  </a:lnTo>
                  <a:lnTo>
                    <a:pt x="44672" y="34671"/>
                  </a:lnTo>
                  <a:lnTo>
                    <a:pt x="43339" y="35147"/>
                  </a:lnTo>
                  <a:lnTo>
                    <a:pt x="41910" y="36195"/>
                  </a:lnTo>
                  <a:lnTo>
                    <a:pt x="38290" y="39910"/>
                  </a:lnTo>
                  <a:lnTo>
                    <a:pt x="34671" y="44672"/>
                  </a:lnTo>
                  <a:lnTo>
                    <a:pt x="27718" y="51625"/>
                  </a:lnTo>
                  <a:lnTo>
                    <a:pt x="26860" y="52864"/>
                  </a:lnTo>
                  <a:lnTo>
                    <a:pt x="26575" y="54292"/>
                  </a:lnTo>
                  <a:lnTo>
                    <a:pt x="27813" y="56674"/>
                  </a:lnTo>
                  <a:lnTo>
                    <a:pt x="28004" y="57912"/>
                  </a:lnTo>
                  <a:lnTo>
                    <a:pt x="27242" y="59531"/>
                  </a:lnTo>
                  <a:lnTo>
                    <a:pt x="26289" y="60579"/>
                  </a:lnTo>
                  <a:lnTo>
                    <a:pt x="25241" y="61150"/>
                  </a:lnTo>
                  <a:lnTo>
                    <a:pt x="24194" y="61150"/>
                  </a:lnTo>
                  <a:lnTo>
                    <a:pt x="23050" y="60674"/>
                  </a:lnTo>
                  <a:lnTo>
                    <a:pt x="22003" y="60388"/>
                  </a:lnTo>
                  <a:lnTo>
                    <a:pt x="21241" y="61150"/>
                  </a:lnTo>
                  <a:lnTo>
                    <a:pt x="21241" y="62674"/>
                  </a:lnTo>
                  <a:lnTo>
                    <a:pt x="22669" y="65246"/>
                  </a:lnTo>
                  <a:lnTo>
                    <a:pt x="23717" y="66294"/>
                  </a:lnTo>
                  <a:lnTo>
                    <a:pt x="24860" y="66961"/>
                  </a:lnTo>
                  <a:lnTo>
                    <a:pt x="25813" y="67818"/>
                  </a:lnTo>
                  <a:lnTo>
                    <a:pt x="26194" y="69247"/>
                  </a:lnTo>
                  <a:lnTo>
                    <a:pt x="26289" y="72485"/>
                  </a:lnTo>
                  <a:lnTo>
                    <a:pt x="25527" y="75438"/>
                  </a:lnTo>
                  <a:lnTo>
                    <a:pt x="24003" y="75438"/>
                  </a:lnTo>
                  <a:lnTo>
                    <a:pt x="23527" y="75057"/>
                  </a:lnTo>
                  <a:lnTo>
                    <a:pt x="22479" y="74104"/>
                  </a:lnTo>
                  <a:lnTo>
                    <a:pt x="21527" y="74200"/>
                  </a:lnTo>
                  <a:lnTo>
                    <a:pt x="20288" y="76009"/>
                  </a:lnTo>
                  <a:lnTo>
                    <a:pt x="18860" y="80486"/>
                  </a:lnTo>
                  <a:lnTo>
                    <a:pt x="16192" y="86487"/>
                  </a:lnTo>
                  <a:lnTo>
                    <a:pt x="15907" y="88868"/>
                  </a:lnTo>
                  <a:lnTo>
                    <a:pt x="16288" y="90773"/>
                  </a:lnTo>
                  <a:lnTo>
                    <a:pt x="19526" y="94012"/>
                  </a:lnTo>
                  <a:lnTo>
                    <a:pt x="20002" y="96202"/>
                  </a:lnTo>
                  <a:lnTo>
                    <a:pt x="20098" y="99060"/>
                  </a:lnTo>
                  <a:lnTo>
                    <a:pt x="20574" y="100774"/>
                  </a:lnTo>
                  <a:lnTo>
                    <a:pt x="22479" y="102965"/>
                  </a:lnTo>
                  <a:lnTo>
                    <a:pt x="22955" y="104013"/>
                  </a:lnTo>
                  <a:lnTo>
                    <a:pt x="23622" y="107537"/>
                  </a:lnTo>
                  <a:lnTo>
                    <a:pt x="23431" y="108775"/>
                  </a:lnTo>
                  <a:lnTo>
                    <a:pt x="22765" y="110014"/>
                  </a:lnTo>
                  <a:lnTo>
                    <a:pt x="20765" y="111442"/>
                  </a:lnTo>
                  <a:lnTo>
                    <a:pt x="20479" y="112109"/>
                  </a:lnTo>
                  <a:lnTo>
                    <a:pt x="23050" y="116681"/>
                  </a:lnTo>
                  <a:lnTo>
                    <a:pt x="24003" y="117824"/>
                  </a:lnTo>
                  <a:lnTo>
                    <a:pt x="25241" y="118300"/>
                  </a:lnTo>
                  <a:lnTo>
                    <a:pt x="26860" y="118396"/>
                  </a:lnTo>
                  <a:lnTo>
                    <a:pt x="28099" y="118586"/>
                  </a:lnTo>
                  <a:lnTo>
                    <a:pt x="28670" y="119348"/>
                  </a:lnTo>
                  <a:lnTo>
                    <a:pt x="28765" y="120205"/>
                  </a:lnTo>
                  <a:lnTo>
                    <a:pt x="28765" y="121348"/>
                  </a:lnTo>
                  <a:lnTo>
                    <a:pt x="28575" y="122777"/>
                  </a:lnTo>
                  <a:lnTo>
                    <a:pt x="27242" y="124492"/>
                  </a:lnTo>
                  <a:lnTo>
                    <a:pt x="26098" y="124587"/>
                  </a:lnTo>
                  <a:lnTo>
                    <a:pt x="23431" y="125825"/>
                  </a:lnTo>
                  <a:lnTo>
                    <a:pt x="14192" y="131540"/>
                  </a:lnTo>
                  <a:lnTo>
                    <a:pt x="11430" y="132778"/>
                  </a:lnTo>
                  <a:lnTo>
                    <a:pt x="9049" y="133350"/>
                  </a:lnTo>
                  <a:lnTo>
                    <a:pt x="6667" y="133445"/>
                  </a:lnTo>
                  <a:lnTo>
                    <a:pt x="3715" y="134017"/>
                  </a:lnTo>
                  <a:lnTo>
                    <a:pt x="1143" y="135160"/>
                  </a:lnTo>
                  <a:lnTo>
                    <a:pt x="0" y="136969"/>
                  </a:lnTo>
                  <a:lnTo>
                    <a:pt x="190" y="138113"/>
                  </a:lnTo>
                  <a:lnTo>
                    <a:pt x="1810" y="140494"/>
                  </a:lnTo>
                  <a:lnTo>
                    <a:pt x="2191" y="141256"/>
                  </a:lnTo>
                  <a:lnTo>
                    <a:pt x="6191" y="138684"/>
                  </a:lnTo>
                  <a:lnTo>
                    <a:pt x="8192" y="138779"/>
                  </a:lnTo>
                  <a:lnTo>
                    <a:pt x="11049" y="139636"/>
                  </a:lnTo>
                  <a:lnTo>
                    <a:pt x="21336" y="148876"/>
                  </a:lnTo>
                  <a:lnTo>
                    <a:pt x="28385" y="153352"/>
                  </a:lnTo>
                  <a:lnTo>
                    <a:pt x="41910" y="159734"/>
                  </a:lnTo>
                  <a:lnTo>
                    <a:pt x="43910" y="161925"/>
                  </a:lnTo>
                  <a:lnTo>
                    <a:pt x="43148" y="163640"/>
                  </a:lnTo>
                  <a:lnTo>
                    <a:pt x="40958" y="165830"/>
                  </a:lnTo>
                  <a:lnTo>
                    <a:pt x="35052" y="170307"/>
                  </a:lnTo>
                  <a:lnTo>
                    <a:pt x="31052" y="174879"/>
                  </a:lnTo>
                  <a:lnTo>
                    <a:pt x="25908" y="187071"/>
                  </a:lnTo>
                  <a:lnTo>
                    <a:pt x="20860" y="195358"/>
                  </a:lnTo>
                  <a:lnTo>
                    <a:pt x="20479" y="197739"/>
                  </a:lnTo>
                  <a:lnTo>
                    <a:pt x="21050" y="203073"/>
                  </a:lnTo>
                  <a:lnTo>
                    <a:pt x="20955" y="208597"/>
                  </a:lnTo>
                  <a:lnTo>
                    <a:pt x="21336" y="210979"/>
                  </a:lnTo>
                  <a:lnTo>
                    <a:pt x="23336" y="216408"/>
                  </a:lnTo>
                  <a:lnTo>
                    <a:pt x="24289" y="223266"/>
                  </a:lnTo>
                  <a:lnTo>
                    <a:pt x="25146" y="226695"/>
                  </a:lnTo>
                  <a:lnTo>
                    <a:pt x="30671" y="237553"/>
                  </a:lnTo>
                  <a:lnTo>
                    <a:pt x="41243" y="232124"/>
                  </a:lnTo>
                  <a:lnTo>
                    <a:pt x="44767" y="229171"/>
                  </a:lnTo>
                  <a:lnTo>
                    <a:pt x="46292" y="229076"/>
                  </a:lnTo>
                  <a:lnTo>
                    <a:pt x="48101" y="229743"/>
                  </a:lnTo>
                  <a:lnTo>
                    <a:pt x="54769" y="233839"/>
                  </a:lnTo>
                  <a:lnTo>
                    <a:pt x="58865" y="237077"/>
                  </a:lnTo>
                  <a:lnTo>
                    <a:pt x="59817" y="237458"/>
                  </a:lnTo>
                  <a:lnTo>
                    <a:pt x="62484" y="238315"/>
                  </a:lnTo>
                  <a:lnTo>
                    <a:pt x="68008" y="235553"/>
                  </a:lnTo>
                  <a:lnTo>
                    <a:pt x="71914" y="231362"/>
                  </a:lnTo>
                  <a:lnTo>
                    <a:pt x="72962" y="225838"/>
                  </a:lnTo>
                  <a:lnTo>
                    <a:pt x="72104" y="219932"/>
                  </a:lnTo>
                  <a:lnTo>
                    <a:pt x="68675" y="208693"/>
                  </a:lnTo>
                  <a:lnTo>
                    <a:pt x="68104" y="205740"/>
                  </a:lnTo>
                  <a:lnTo>
                    <a:pt x="68008" y="202311"/>
                  </a:lnTo>
                  <a:lnTo>
                    <a:pt x="68580" y="200596"/>
                  </a:lnTo>
                  <a:lnTo>
                    <a:pt x="69437" y="199453"/>
                  </a:lnTo>
                  <a:lnTo>
                    <a:pt x="70580" y="198692"/>
                  </a:lnTo>
                  <a:lnTo>
                    <a:pt x="72485" y="198215"/>
                  </a:lnTo>
                  <a:lnTo>
                    <a:pt x="74200" y="198311"/>
                  </a:lnTo>
                  <a:lnTo>
                    <a:pt x="75248" y="198501"/>
                  </a:lnTo>
                  <a:lnTo>
                    <a:pt x="76486" y="199358"/>
                  </a:lnTo>
                  <a:lnTo>
                    <a:pt x="83153" y="206692"/>
                  </a:lnTo>
                  <a:lnTo>
                    <a:pt x="87630" y="213265"/>
                  </a:lnTo>
                  <a:lnTo>
                    <a:pt x="90773" y="220599"/>
                  </a:lnTo>
                  <a:lnTo>
                    <a:pt x="91821" y="222218"/>
                  </a:lnTo>
                  <a:lnTo>
                    <a:pt x="94012" y="224123"/>
                  </a:lnTo>
                  <a:lnTo>
                    <a:pt x="105346" y="229362"/>
                  </a:lnTo>
                  <a:lnTo>
                    <a:pt x="109538" y="233743"/>
                  </a:lnTo>
                  <a:lnTo>
                    <a:pt x="111919" y="239173"/>
                  </a:lnTo>
                  <a:lnTo>
                    <a:pt x="114014" y="242792"/>
                  </a:lnTo>
                  <a:lnTo>
                    <a:pt x="118110" y="248221"/>
                  </a:lnTo>
                  <a:lnTo>
                    <a:pt x="124301" y="253841"/>
                  </a:lnTo>
                  <a:lnTo>
                    <a:pt x="143161" y="264986"/>
                  </a:lnTo>
                  <a:lnTo>
                    <a:pt x="146209" y="266224"/>
                  </a:lnTo>
                  <a:lnTo>
                    <a:pt x="154686" y="268034"/>
                  </a:lnTo>
                  <a:lnTo>
                    <a:pt x="156210" y="269081"/>
                  </a:lnTo>
                  <a:lnTo>
                    <a:pt x="156115" y="270415"/>
                  </a:lnTo>
                  <a:lnTo>
                    <a:pt x="155638" y="272034"/>
                  </a:lnTo>
                  <a:lnTo>
                    <a:pt x="154781" y="273558"/>
                  </a:lnTo>
                  <a:lnTo>
                    <a:pt x="149352" y="278606"/>
                  </a:lnTo>
                  <a:lnTo>
                    <a:pt x="147923" y="279273"/>
                  </a:lnTo>
                  <a:lnTo>
                    <a:pt x="146780" y="279178"/>
                  </a:lnTo>
                  <a:lnTo>
                    <a:pt x="146018" y="278606"/>
                  </a:lnTo>
                  <a:lnTo>
                    <a:pt x="145256" y="278320"/>
                  </a:lnTo>
                  <a:lnTo>
                    <a:pt x="144304" y="278701"/>
                  </a:lnTo>
                  <a:lnTo>
                    <a:pt x="143542" y="279749"/>
                  </a:lnTo>
                  <a:lnTo>
                    <a:pt x="142018" y="282511"/>
                  </a:lnTo>
                  <a:lnTo>
                    <a:pt x="140970" y="282797"/>
                  </a:lnTo>
                  <a:lnTo>
                    <a:pt x="139732" y="282416"/>
                  </a:lnTo>
                  <a:lnTo>
                    <a:pt x="138589" y="281654"/>
                  </a:lnTo>
                  <a:lnTo>
                    <a:pt x="137922" y="281273"/>
                  </a:lnTo>
                  <a:lnTo>
                    <a:pt x="137350" y="281464"/>
                  </a:lnTo>
                  <a:lnTo>
                    <a:pt x="136588" y="282130"/>
                  </a:lnTo>
                  <a:lnTo>
                    <a:pt x="134398" y="282607"/>
                  </a:lnTo>
                  <a:lnTo>
                    <a:pt x="133921" y="283178"/>
                  </a:lnTo>
                  <a:lnTo>
                    <a:pt x="133731" y="283940"/>
                  </a:lnTo>
                  <a:lnTo>
                    <a:pt x="133921" y="284702"/>
                  </a:lnTo>
                  <a:lnTo>
                    <a:pt x="133921" y="285559"/>
                  </a:lnTo>
                  <a:lnTo>
                    <a:pt x="132683" y="286226"/>
                  </a:lnTo>
                  <a:lnTo>
                    <a:pt x="132493" y="286512"/>
                  </a:lnTo>
                  <a:lnTo>
                    <a:pt x="133350" y="287369"/>
                  </a:lnTo>
                  <a:lnTo>
                    <a:pt x="150209" y="296513"/>
                  </a:lnTo>
                  <a:lnTo>
                    <a:pt x="152305" y="298894"/>
                  </a:lnTo>
                  <a:lnTo>
                    <a:pt x="153734" y="301466"/>
                  </a:lnTo>
                  <a:lnTo>
                    <a:pt x="154496" y="303943"/>
                  </a:lnTo>
                  <a:lnTo>
                    <a:pt x="155543" y="310991"/>
                  </a:lnTo>
                  <a:lnTo>
                    <a:pt x="159734" y="308134"/>
                  </a:lnTo>
                  <a:lnTo>
                    <a:pt x="167068" y="306134"/>
                  </a:lnTo>
                  <a:lnTo>
                    <a:pt x="169736" y="304609"/>
                  </a:lnTo>
                  <a:lnTo>
                    <a:pt x="170497" y="304514"/>
                  </a:lnTo>
                  <a:lnTo>
                    <a:pt x="171926" y="304895"/>
                  </a:lnTo>
                  <a:lnTo>
                    <a:pt x="180499" y="309753"/>
                  </a:lnTo>
                  <a:lnTo>
                    <a:pt x="181546" y="310801"/>
                  </a:lnTo>
                  <a:lnTo>
                    <a:pt x="181928" y="312039"/>
                  </a:lnTo>
                  <a:lnTo>
                    <a:pt x="182023" y="313372"/>
                  </a:lnTo>
                  <a:lnTo>
                    <a:pt x="182213" y="314611"/>
                  </a:lnTo>
                  <a:lnTo>
                    <a:pt x="183356" y="316325"/>
                  </a:lnTo>
                  <a:lnTo>
                    <a:pt x="185166" y="318135"/>
                  </a:lnTo>
                  <a:lnTo>
                    <a:pt x="199644" y="328708"/>
                  </a:lnTo>
                  <a:lnTo>
                    <a:pt x="202406" y="329565"/>
                  </a:lnTo>
                  <a:lnTo>
                    <a:pt x="204788" y="329851"/>
                  </a:lnTo>
                  <a:lnTo>
                    <a:pt x="206121" y="329470"/>
                  </a:lnTo>
                  <a:lnTo>
                    <a:pt x="207169" y="328803"/>
                  </a:lnTo>
                  <a:lnTo>
                    <a:pt x="208312" y="328898"/>
                  </a:lnTo>
                  <a:lnTo>
                    <a:pt x="209169" y="329755"/>
                  </a:lnTo>
                  <a:lnTo>
                    <a:pt x="210026" y="330898"/>
                  </a:lnTo>
                  <a:lnTo>
                    <a:pt x="211741" y="332708"/>
                  </a:lnTo>
                  <a:lnTo>
                    <a:pt x="212788" y="333946"/>
                  </a:lnTo>
                  <a:lnTo>
                    <a:pt x="213550" y="335280"/>
                  </a:lnTo>
                  <a:lnTo>
                    <a:pt x="215170" y="341186"/>
                  </a:lnTo>
                  <a:lnTo>
                    <a:pt x="216694" y="344710"/>
                  </a:lnTo>
                  <a:lnTo>
                    <a:pt x="226219" y="340995"/>
                  </a:lnTo>
                  <a:lnTo>
                    <a:pt x="230886" y="340805"/>
                  </a:lnTo>
                  <a:lnTo>
                    <a:pt x="231838" y="341947"/>
                  </a:lnTo>
                  <a:lnTo>
                    <a:pt x="232410" y="343471"/>
                  </a:lnTo>
                  <a:lnTo>
                    <a:pt x="233363" y="344805"/>
                  </a:lnTo>
                  <a:lnTo>
                    <a:pt x="234696" y="344805"/>
                  </a:lnTo>
                  <a:lnTo>
                    <a:pt x="236125" y="344234"/>
                  </a:lnTo>
                  <a:lnTo>
                    <a:pt x="238506" y="342900"/>
                  </a:lnTo>
                  <a:lnTo>
                    <a:pt x="246126" y="344615"/>
                  </a:lnTo>
                  <a:lnTo>
                    <a:pt x="249174" y="343567"/>
                  </a:lnTo>
                  <a:lnTo>
                    <a:pt x="249650" y="342519"/>
                  </a:lnTo>
                  <a:lnTo>
                    <a:pt x="249746" y="341567"/>
                  </a:lnTo>
                  <a:lnTo>
                    <a:pt x="249650" y="340805"/>
                  </a:lnTo>
                  <a:lnTo>
                    <a:pt x="251270" y="340042"/>
                  </a:lnTo>
                  <a:lnTo>
                    <a:pt x="253555" y="340138"/>
                  </a:lnTo>
                  <a:lnTo>
                    <a:pt x="259271" y="341186"/>
                  </a:lnTo>
                  <a:lnTo>
                    <a:pt x="261461" y="342614"/>
                  </a:lnTo>
                  <a:lnTo>
                    <a:pt x="262509" y="344043"/>
                  </a:lnTo>
                  <a:lnTo>
                    <a:pt x="262128" y="345376"/>
                  </a:lnTo>
                  <a:lnTo>
                    <a:pt x="261080" y="348043"/>
                  </a:lnTo>
                  <a:lnTo>
                    <a:pt x="260985" y="349377"/>
                  </a:lnTo>
                  <a:lnTo>
                    <a:pt x="261747" y="350520"/>
                  </a:lnTo>
                  <a:lnTo>
                    <a:pt x="262890" y="350615"/>
                  </a:lnTo>
                  <a:lnTo>
                    <a:pt x="266224" y="349186"/>
                  </a:lnTo>
                  <a:lnTo>
                    <a:pt x="267843" y="348901"/>
                  </a:lnTo>
                  <a:lnTo>
                    <a:pt x="268605" y="349377"/>
                  </a:lnTo>
                  <a:lnTo>
                    <a:pt x="268700" y="350615"/>
                  </a:lnTo>
                  <a:lnTo>
                    <a:pt x="268319" y="352139"/>
                  </a:lnTo>
                  <a:lnTo>
                    <a:pt x="268129" y="353568"/>
                  </a:lnTo>
                  <a:lnTo>
                    <a:pt x="268796" y="354520"/>
                  </a:lnTo>
                  <a:lnTo>
                    <a:pt x="270034" y="354425"/>
                  </a:lnTo>
                  <a:lnTo>
                    <a:pt x="271463" y="353854"/>
                  </a:lnTo>
                  <a:lnTo>
                    <a:pt x="272987" y="353663"/>
                  </a:lnTo>
                  <a:lnTo>
                    <a:pt x="273272" y="354330"/>
                  </a:lnTo>
                  <a:lnTo>
                    <a:pt x="272796" y="355378"/>
                  </a:lnTo>
                  <a:lnTo>
                    <a:pt x="272605" y="356807"/>
                  </a:lnTo>
                  <a:lnTo>
                    <a:pt x="273367" y="358140"/>
                  </a:lnTo>
                  <a:lnTo>
                    <a:pt x="275463" y="359664"/>
                  </a:lnTo>
                  <a:lnTo>
                    <a:pt x="277654" y="360140"/>
                  </a:lnTo>
                  <a:lnTo>
                    <a:pt x="279368" y="360045"/>
                  </a:lnTo>
                  <a:lnTo>
                    <a:pt x="280892" y="359569"/>
                  </a:lnTo>
                  <a:lnTo>
                    <a:pt x="282512" y="358711"/>
                  </a:lnTo>
                  <a:lnTo>
                    <a:pt x="284036" y="357568"/>
                  </a:lnTo>
                  <a:lnTo>
                    <a:pt x="287274" y="354044"/>
                  </a:lnTo>
                  <a:lnTo>
                    <a:pt x="288322" y="352139"/>
                  </a:lnTo>
                  <a:lnTo>
                    <a:pt x="288893" y="350615"/>
                  </a:lnTo>
                  <a:lnTo>
                    <a:pt x="289274" y="348520"/>
                  </a:lnTo>
                  <a:lnTo>
                    <a:pt x="287179" y="348139"/>
                  </a:lnTo>
                  <a:lnTo>
                    <a:pt x="285083" y="346424"/>
                  </a:lnTo>
                  <a:lnTo>
                    <a:pt x="284321" y="341090"/>
                  </a:lnTo>
                  <a:lnTo>
                    <a:pt x="284417" y="338423"/>
                  </a:lnTo>
                  <a:lnTo>
                    <a:pt x="284797" y="336042"/>
                  </a:lnTo>
                  <a:lnTo>
                    <a:pt x="285559" y="333756"/>
                  </a:lnTo>
                  <a:lnTo>
                    <a:pt x="286988" y="331661"/>
                  </a:lnTo>
                  <a:lnTo>
                    <a:pt x="288703" y="330232"/>
                  </a:lnTo>
                  <a:lnTo>
                    <a:pt x="290703" y="329184"/>
                  </a:lnTo>
                  <a:lnTo>
                    <a:pt x="292322" y="327946"/>
                  </a:lnTo>
                  <a:lnTo>
                    <a:pt x="293275" y="325660"/>
                  </a:lnTo>
                  <a:lnTo>
                    <a:pt x="293275" y="325660"/>
                  </a:lnTo>
                  <a:lnTo>
                    <a:pt x="292894" y="321278"/>
                  </a:lnTo>
                  <a:lnTo>
                    <a:pt x="293846" y="315373"/>
                  </a:lnTo>
                  <a:lnTo>
                    <a:pt x="296132" y="310420"/>
                  </a:lnTo>
                  <a:lnTo>
                    <a:pt x="299752" y="308610"/>
                  </a:lnTo>
                  <a:lnTo>
                    <a:pt x="301657" y="308896"/>
                  </a:lnTo>
                  <a:lnTo>
                    <a:pt x="304133" y="308896"/>
                  </a:lnTo>
                  <a:lnTo>
                    <a:pt x="306324" y="308324"/>
                  </a:lnTo>
                  <a:lnTo>
                    <a:pt x="307753" y="306515"/>
                  </a:lnTo>
                  <a:lnTo>
                    <a:pt x="307467" y="304514"/>
                  </a:lnTo>
                  <a:lnTo>
                    <a:pt x="305467" y="298990"/>
                  </a:lnTo>
                  <a:lnTo>
                    <a:pt x="306134" y="297085"/>
                  </a:lnTo>
                  <a:lnTo>
                    <a:pt x="308038" y="296799"/>
                  </a:lnTo>
                  <a:lnTo>
                    <a:pt x="309563" y="297942"/>
                  </a:lnTo>
                  <a:lnTo>
                    <a:pt x="310610" y="298228"/>
                  </a:lnTo>
                  <a:lnTo>
                    <a:pt x="312992" y="289560"/>
                  </a:lnTo>
                  <a:lnTo>
                    <a:pt x="313468" y="286417"/>
                  </a:lnTo>
                  <a:lnTo>
                    <a:pt x="313182" y="283940"/>
                  </a:lnTo>
                  <a:lnTo>
                    <a:pt x="312325" y="283178"/>
                  </a:lnTo>
                  <a:lnTo>
                    <a:pt x="311277" y="283273"/>
                  </a:lnTo>
                  <a:lnTo>
                    <a:pt x="310229" y="283083"/>
                  </a:lnTo>
                  <a:lnTo>
                    <a:pt x="309658" y="281749"/>
                  </a:lnTo>
                  <a:lnTo>
                    <a:pt x="308800" y="276415"/>
                  </a:lnTo>
                  <a:lnTo>
                    <a:pt x="306324" y="272034"/>
                  </a:lnTo>
                  <a:lnTo>
                    <a:pt x="305467" y="269843"/>
                  </a:lnTo>
                  <a:lnTo>
                    <a:pt x="305943" y="267462"/>
                  </a:lnTo>
                  <a:lnTo>
                    <a:pt x="307181" y="266509"/>
                  </a:lnTo>
                  <a:lnTo>
                    <a:pt x="310515" y="265462"/>
                  </a:lnTo>
                  <a:lnTo>
                    <a:pt x="311277" y="264223"/>
                  </a:lnTo>
                  <a:lnTo>
                    <a:pt x="311563" y="262509"/>
                  </a:lnTo>
                  <a:lnTo>
                    <a:pt x="312325" y="261652"/>
                  </a:lnTo>
                  <a:lnTo>
                    <a:pt x="313372" y="260890"/>
                  </a:lnTo>
                  <a:lnTo>
                    <a:pt x="314420" y="259556"/>
                  </a:lnTo>
                  <a:lnTo>
                    <a:pt x="314516" y="259461"/>
                  </a:lnTo>
                  <a:lnTo>
                    <a:pt x="316801" y="257746"/>
                  </a:lnTo>
                  <a:lnTo>
                    <a:pt x="317754" y="256699"/>
                  </a:lnTo>
                  <a:lnTo>
                    <a:pt x="318611" y="255556"/>
                  </a:lnTo>
                  <a:lnTo>
                    <a:pt x="318611" y="254889"/>
                  </a:lnTo>
                  <a:lnTo>
                    <a:pt x="318325" y="254127"/>
                  </a:lnTo>
                  <a:lnTo>
                    <a:pt x="318135" y="253270"/>
                  </a:lnTo>
                  <a:lnTo>
                    <a:pt x="318611" y="252413"/>
                  </a:lnTo>
                  <a:lnTo>
                    <a:pt x="319183" y="251841"/>
                  </a:lnTo>
                  <a:lnTo>
                    <a:pt x="320707" y="251079"/>
                  </a:lnTo>
                  <a:lnTo>
                    <a:pt x="321278" y="250603"/>
                  </a:lnTo>
                  <a:lnTo>
                    <a:pt x="323945" y="247650"/>
                  </a:lnTo>
                  <a:lnTo>
                    <a:pt x="325279" y="244888"/>
                  </a:lnTo>
                  <a:lnTo>
                    <a:pt x="325469" y="242030"/>
                  </a:lnTo>
                  <a:lnTo>
                    <a:pt x="324421" y="238506"/>
                  </a:lnTo>
                  <a:lnTo>
                    <a:pt x="322802" y="234982"/>
                  </a:lnTo>
                  <a:lnTo>
                    <a:pt x="321755" y="231648"/>
                  </a:lnTo>
                  <a:lnTo>
                    <a:pt x="321755" y="228219"/>
                  </a:lnTo>
                  <a:lnTo>
                    <a:pt x="323374" y="224599"/>
                  </a:lnTo>
                  <a:lnTo>
                    <a:pt x="326422" y="222123"/>
                  </a:lnTo>
                  <a:lnTo>
                    <a:pt x="333280" y="220218"/>
                  </a:lnTo>
                  <a:lnTo>
                    <a:pt x="335756" y="218122"/>
                  </a:lnTo>
                  <a:lnTo>
                    <a:pt x="341662" y="210693"/>
                  </a:lnTo>
                  <a:lnTo>
                    <a:pt x="344234" y="206502"/>
                  </a:lnTo>
                  <a:lnTo>
                    <a:pt x="345758" y="201740"/>
                  </a:lnTo>
                  <a:lnTo>
                    <a:pt x="346805" y="199453"/>
                  </a:lnTo>
                  <a:lnTo>
                    <a:pt x="348520" y="198501"/>
                  </a:lnTo>
                  <a:lnTo>
                    <a:pt x="352616" y="197929"/>
                  </a:lnTo>
                  <a:lnTo>
                    <a:pt x="354806" y="197263"/>
                  </a:lnTo>
                  <a:lnTo>
                    <a:pt x="356330" y="196310"/>
                  </a:lnTo>
                  <a:lnTo>
                    <a:pt x="359283" y="193453"/>
                  </a:lnTo>
                  <a:lnTo>
                    <a:pt x="363474" y="190595"/>
                  </a:lnTo>
                  <a:lnTo>
                    <a:pt x="364617" y="189357"/>
                  </a:lnTo>
                  <a:lnTo>
                    <a:pt x="368046" y="183737"/>
                  </a:lnTo>
                  <a:lnTo>
                    <a:pt x="369665" y="182023"/>
                  </a:lnTo>
                  <a:lnTo>
                    <a:pt x="376618" y="176784"/>
                  </a:lnTo>
                  <a:lnTo>
                    <a:pt x="378905" y="173260"/>
                  </a:lnTo>
                  <a:lnTo>
                    <a:pt x="377380" y="169736"/>
                  </a:lnTo>
                  <a:lnTo>
                    <a:pt x="379000" y="168116"/>
                  </a:lnTo>
                  <a:lnTo>
                    <a:pt x="381000" y="165640"/>
                  </a:lnTo>
                  <a:lnTo>
                    <a:pt x="382810" y="164306"/>
                  </a:lnTo>
                  <a:lnTo>
                    <a:pt x="383953" y="165925"/>
                  </a:lnTo>
                  <a:lnTo>
                    <a:pt x="385096" y="168307"/>
                  </a:lnTo>
                  <a:lnTo>
                    <a:pt x="387096" y="168783"/>
                  </a:lnTo>
                  <a:lnTo>
                    <a:pt x="394811" y="166116"/>
                  </a:lnTo>
                  <a:lnTo>
                    <a:pt x="395764" y="166116"/>
                  </a:lnTo>
                  <a:lnTo>
                    <a:pt x="396621" y="164020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6" name="Freeform: Shape 8">
              <a:extLst>
                <a:ext uri="{FF2B5EF4-FFF2-40B4-BE49-F238E27FC236}">
                  <a16:creationId xmlns:a16="http://schemas.microsoft.com/office/drawing/2014/main" id="{72B468FE-267F-13B9-10D2-3523851A958F}"/>
                </a:ext>
              </a:extLst>
            </p:cNvPr>
            <p:cNvSpPr/>
            <p:nvPr/>
          </p:nvSpPr>
          <p:spPr>
            <a:xfrm>
              <a:off x="8076509" y="2064979"/>
              <a:ext cx="1284818" cy="1242462"/>
            </a:xfrm>
            <a:custGeom>
              <a:avLst/>
              <a:gdLst>
                <a:gd name="connsiteX0" fmla="*/ 871538 w 866775"/>
                <a:gd name="connsiteY0" fmla="*/ 603885 h 838200"/>
                <a:gd name="connsiteX1" fmla="*/ 871347 w 866775"/>
                <a:gd name="connsiteY1" fmla="*/ 603218 h 838200"/>
                <a:gd name="connsiteX2" fmla="*/ 870776 w 866775"/>
                <a:gd name="connsiteY2" fmla="*/ 602171 h 838200"/>
                <a:gd name="connsiteX3" fmla="*/ 862203 w 866775"/>
                <a:gd name="connsiteY3" fmla="*/ 594170 h 838200"/>
                <a:gd name="connsiteX4" fmla="*/ 860870 w 866775"/>
                <a:gd name="connsiteY4" fmla="*/ 593598 h 838200"/>
                <a:gd name="connsiteX5" fmla="*/ 858869 w 866775"/>
                <a:gd name="connsiteY5" fmla="*/ 593503 h 838200"/>
                <a:gd name="connsiteX6" fmla="*/ 855155 w 866775"/>
                <a:gd name="connsiteY6" fmla="*/ 593693 h 838200"/>
                <a:gd name="connsiteX7" fmla="*/ 853535 w 866775"/>
                <a:gd name="connsiteY7" fmla="*/ 593217 h 838200"/>
                <a:gd name="connsiteX8" fmla="*/ 849344 w 866775"/>
                <a:gd name="connsiteY8" fmla="*/ 590645 h 838200"/>
                <a:gd name="connsiteX9" fmla="*/ 848487 w 866775"/>
                <a:gd name="connsiteY9" fmla="*/ 589883 h 838200"/>
                <a:gd name="connsiteX10" fmla="*/ 847915 w 866775"/>
                <a:gd name="connsiteY10" fmla="*/ 588169 h 838200"/>
                <a:gd name="connsiteX11" fmla="*/ 846677 w 866775"/>
                <a:gd name="connsiteY11" fmla="*/ 586264 h 838200"/>
                <a:gd name="connsiteX12" fmla="*/ 845153 w 866775"/>
                <a:gd name="connsiteY12" fmla="*/ 584835 h 838200"/>
                <a:gd name="connsiteX13" fmla="*/ 844106 w 866775"/>
                <a:gd name="connsiteY13" fmla="*/ 584168 h 838200"/>
                <a:gd name="connsiteX14" fmla="*/ 840677 w 866775"/>
                <a:gd name="connsiteY14" fmla="*/ 584168 h 838200"/>
                <a:gd name="connsiteX15" fmla="*/ 839343 w 866775"/>
                <a:gd name="connsiteY15" fmla="*/ 584359 h 838200"/>
                <a:gd name="connsiteX16" fmla="*/ 835343 w 866775"/>
                <a:gd name="connsiteY16" fmla="*/ 585692 h 838200"/>
                <a:gd name="connsiteX17" fmla="*/ 833247 w 866775"/>
                <a:gd name="connsiteY17" fmla="*/ 585883 h 838200"/>
                <a:gd name="connsiteX18" fmla="*/ 831056 w 866775"/>
                <a:gd name="connsiteY18" fmla="*/ 585311 h 838200"/>
                <a:gd name="connsiteX19" fmla="*/ 828961 w 866775"/>
                <a:gd name="connsiteY19" fmla="*/ 583692 h 838200"/>
                <a:gd name="connsiteX20" fmla="*/ 827532 w 866775"/>
                <a:gd name="connsiteY20" fmla="*/ 582073 h 838200"/>
                <a:gd name="connsiteX21" fmla="*/ 826961 w 866775"/>
                <a:gd name="connsiteY21" fmla="*/ 581216 h 838200"/>
                <a:gd name="connsiteX22" fmla="*/ 826294 w 866775"/>
                <a:gd name="connsiteY22" fmla="*/ 579787 h 838200"/>
                <a:gd name="connsiteX23" fmla="*/ 825246 w 866775"/>
                <a:gd name="connsiteY23" fmla="*/ 575596 h 838200"/>
                <a:gd name="connsiteX24" fmla="*/ 824674 w 866775"/>
                <a:gd name="connsiteY24" fmla="*/ 574548 h 838200"/>
                <a:gd name="connsiteX25" fmla="*/ 823532 w 866775"/>
                <a:gd name="connsiteY25" fmla="*/ 573976 h 838200"/>
                <a:gd name="connsiteX26" fmla="*/ 822293 w 866775"/>
                <a:gd name="connsiteY26" fmla="*/ 573881 h 838200"/>
                <a:gd name="connsiteX27" fmla="*/ 821150 w 866775"/>
                <a:gd name="connsiteY27" fmla="*/ 573596 h 838200"/>
                <a:gd name="connsiteX28" fmla="*/ 820388 w 866775"/>
                <a:gd name="connsiteY28" fmla="*/ 571024 h 838200"/>
                <a:gd name="connsiteX29" fmla="*/ 819436 w 866775"/>
                <a:gd name="connsiteY29" fmla="*/ 569405 h 838200"/>
                <a:gd name="connsiteX30" fmla="*/ 818293 w 866775"/>
                <a:gd name="connsiteY30" fmla="*/ 568071 h 838200"/>
                <a:gd name="connsiteX31" fmla="*/ 817150 w 866775"/>
                <a:gd name="connsiteY31" fmla="*/ 567404 h 838200"/>
                <a:gd name="connsiteX32" fmla="*/ 815816 w 866775"/>
                <a:gd name="connsiteY32" fmla="*/ 567023 h 838200"/>
                <a:gd name="connsiteX33" fmla="*/ 813340 w 866775"/>
                <a:gd name="connsiteY33" fmla="*/ 565309 h 838200"/>
                <a:gd name="connsiteX34" fmla="*/ 812006 w 866775"/>
                <a:gd name="connsiteY34" fmla="*/ 564833 h 838200"/>
                <a:gd name="connsiteX35" fmla="*/ 811054 w 866775"/>
                <a:gd name="connsiteY35" fmla="*/ 564737 h 838200"/>
                <a:gd name="connsiteX36" fmla="*/ 809435 w 866775"/>
                <a:gd name="connsiteY36" fmla="*/ 563594 h 838200"/>
                <a:gd name="connsiteX37" fmla="*/ 808387 w 866775"/>
                <a:gd name="connsiteY37" fmla="*/ 563213 h 838200"/>
                <a:gd name="connsiteX38" fmla="*/ 805339 w 866775"/>
                <a:gd name="connsiteY38" fmla="*/ 555688 h 838200"/>
                <a:gd name="connsiteX39" fmla="*/ 803434 w 866775"/>
                <a:gd name="connsiteY39" fmla="*/ 552926 h 838200"/>
                <a:gd name="connsiteX40" fmla="*/ 800672 w 866775"/>
                <a:gd name="connsiteY40" fmla="*/ 550831 h 838200"/>
                <a:gd name="connsiteX41" fmla="*/ 799528 w 866775"/>
                <a:gd name="connsiteY41" fmla="*/ 549688 h 838200"/>
                <a:gd name="connsiteX42" fmla="*/ 799148 w 866775"/>
                <a:gd name="connsiteY42" fmla="*/ 548545 h 838200"/>
                <a:gd name="connsiteX43" fmla="*/ 799148 w 866775"/>
                <a:gd name="connsiteY43" fmla="*/ 547307 h 838200"/>
                <a:gd name="connsiteX44" fmla="*/ 799528 w 866775"/>
                <a:gd name="connsiteY44" fmla="*/ 546354 h 838200"/>
                <a:gd name="connsiteX45" fmla="*/ 800100 w 866775"/>
                <a:gd name="connsiteY45" fmla="*/ 545497 h 838200"/>
                <a:gd name="connsiteX46" fmla="*/ 800672 w 866775"/>
                <a:gd name="connsiteY46" fmla="*/ 544925 h 838200"/>
                <a:gd name="connsiteX47" fmla="*/ 801053 w 866775"/>
                <a:gd name="connsiteY47" fmla="*/ 544639 h 838200"/>
                <a:gd name="connsiteX48" fmla="*/ 801815 w 866775"/>
                <a:gd name="connsiteY48" fmla="*/ 544259 h 838200"/>
                <a:gd name="connsiteX49" fmla="*/ 803529 w 866775"/>
                <a:gd name="connsiteY49" fmla="*/ 543782 h 838200"/>
                <a:gd name="connsiteX50" fmla="*/ 810197 w 866775"/>
                <a:gd name="connsiteY50" fmla="*/ 543211 h 838200"/>
                <a:gd name="connsiteX51" fmla="*/ 811244 w 866775"/>
                <a:gd name="connsiteY51" fmla="*/ 542830 h 838200"/>
                <a:gd name="connsiteX52" fmla="*/ 812006 w 866775"/>
                <a:gd name="connsiteY52" fmla="*/ 542449 h 838200"/>
                <a:gd name="connsiteX53" fmla="*/ 813340 w 866775"/>
                <a:gd name="connsiteY53" fmla="*/ 541210 h 838200"/>
                <a:gd name="connsiteX54" fmla="*/ 814007 w 866775"/>
                <a:gd name="connsiteY54" fmla="*/ 540734 h 838200"/>
                <a:gd name="connsiteX55" fmla="*/ 814769 w 866775"/>
                <a:gd name="connsiteY55" fmla="*/ 540449 h 838200"/>
                <a:gd name="connsiteX56" fmla="*/ 815626 w 866775"/>
                <a:gd name="connsiteY56" fmla="*/ 540449 h 838200"/>
                <a:gd name="connsiteX57" fmla="*/ 816769 w 866775"/>
                <a:gd name="connsiteY57" fmla="*/ 540639 h 838200"/>
                <a:gd name="connsiteX58" fmla="*/ 817721 w 866775"/>
                <a:gd name="connsiteY58" fmla="*/ 540925 h 838200"/>
                <a:gd name="connsiteX59" fmla="*/ 820198 w 866775"/>
                <a:gd name="connsiteY59" fmla="*/ 541210 h 838200"/>
                <a:gd name="connsiteX60" fmla="*/ 822293 w 866775"/>
                <a:gd name="connsiteY60" fmla="*/ 539877 h 838200"/>
                <a:gd name="connsiteX61" fmla="*/ 822484 w 866775"/>
                <a:gd name="connsiteY61" fmla="*/ 539496 h 838200"/>
                <a:gd name="connsiteX62" fmla="*/ 822484 w 866775"/>
                <a:gd name="connsiteY62" fmla="*/ 538829 h 838200"/>
                <a:gd name="connsiteX63" fmla="*/ 820674 w 866775"/>
                <a:gd name="connsiteY63" fmla="*/ 536258 h 838200"/>
                <a:gd name="connsiteX64" fmla="*/ 819722 w 866775"/>
                <a:gd name="connsiteY64" fmla="*/ 534257 h 838200"/>
                <a:gd name="connsiteX65" fmla="*/ 819531 w 866775"/>
                <a:gd name="connsiteY65" fmla="*/ 533019 h 838200"/>
                <a:gd name="connsiteX66" fmla="*/ 819722 w 866775"/>
                <a:gd name="connsiteY66" fmla="*/ 532067 h 838200"/>
                <a:gd name="connsiteX67" fmla="*/ 821531 w 866775"/>
                <a:gd name="connsiteY67" fmla="*/ 529209 h 838200"/>
                <a:gd name="connsiteX68" fmla="*/ 822389 w 866775"/>
                <a:gd name="connsiteY68" fmla="*/ 527304 h 838200"/>
                <a:gd name="connsiteX69" fmla="*/ 822389 w 866775"/>
                <a:gd name="connsiteY69" fmla="*/ 525780 h 838200"/>
                <a:gd name="connsiteX70" fmla="*/ 822103 w 866775"/>
                <a:gd name="connsiteY70" fmla="*/ 524923 h 838200"/>
                <a:gd name="connsiteX71" fmla="*/ 821436 w 866775"/>
                <a:gd name="connsiteY71" fmla="*/ 524542 h 838200"/>
                <a:gd name="connsiteX72" fmla="*/ 812864 w 866775"/>
                <a:gd name="connsiteY72" fmla="*/ 522637 h 838200"/>
                <a:gd name="connsiteX73" fmla="*/ 810863 w 866775"/>
                <a:gd name="connsiteY73" fmla="*/ 521684 h 838200"/>
                <a:gd name="connsiteX74" fmla="*/ 808673 w 866775"/>
                <a:gd name="connsiteY74" fmla="*/ 520351 h 838200"/>
                <a:gd name="connsiteX75" fmla="*/ 805529 w 866775"/>
                <a:gd name="connsiteY75" fmla="*/ 517398 h 838200"/>
                <a:gd name="connsiteX76" fmla="*/ 803910 w 866775"/>
                <a:gd name="connsiteY76" fmla="*/ 516160 h 838200"/>
                <a:gd name="connsiteX77" fmla="*/ 802767 w 866775"/>
                <a:gd name="connsiteY77" fmla="*/ 515588 h 838200"/>
                <a:gd name="connsiteX78" fmla="*/ 802100 w 866775"/>
                <a:gd name="connsiteY78" fmla="*/ 515779 h 838200"/>
                <a:gd name="connsiteX79" fmla="*/ 801624 w 866775"/>
                <a:gd name="connsiteY79" fmla="*/ 516255 h 838200"/>
                <a:gd name="connsiteX80" fmla="*/ 801148 w 866775"/>
                <a:gd name="connsiteY80" fmla="*/ 516826 h 838200"/>
                <a:gd name="connsiteX81" fmla="*/ 800672 w 866775"/>
                <a:gd name="connsiteY81" fmla="*/ 517208 h 838200"/>
                <a:gd name="connsiteX82" fmla="*/ 799814 w 866775"/>
                <a:gd name="connsiteY82" fmla="*/ 517684 h 838200"/>
                <a:gd name="connsiteX83" fmla="*/ 798671 w 866775"/>
                <a:gd name="connsiteY83" fmla="*/ 518065 h 838200"/>
                <a:gd name="connsiteX84" fmla="*/ 797338 w 866775"/>
                <a:gd name="connsiteY84" fmla="*/ 518255 h 838200"/>
                <a:gd name="connsiteX85" fmla="*/ 795719 w 866775"/>
                <a:gd name="connsiteY85" fmla="*/ 518160 h 838200"/>
                <a:gd name="connsiteX86" fmla="*/ 794195 w 866775"/>
                <a:gd name="connsiteY86" fmla="*/ 517779 h 838200"/>
                <a:gd name="connsiteX87" fmla="*/ 792385 w 866775"/>
                <a:gd name="connsiteY87" fmla="*/ 516731 h 838200"/>
                <a:gd name="connsiteX88" fmla="*/ 791718 w 866775"/>
                <a:gd name="connsiteY88" fmla="*/ 515493 h 838200"/>
                <a:gd name="connsiteX89" fmla="*/ 791528 w 866775"/>
                <a:gd name="connsiteY89" fmla="*/ 514159 h 838200"/>
                <a:gd name="connsiteX90" fmla="*/ 791623 w 866775"/>
                <a:gd name="connsiteY90" fmla="*/ 512159 h 838200"/>
                <a:gd name="connsiteX91" fmla="*/ 791623 w 866775"/>
                <a:gd name="connsiteY91" fmla="*/ 512064 h 838200"/>
                <a:gd name="connsiteX92" fmla="*/ 791718 w 866775"/>
                <a:gd name="connsiteY92" fmla="*/ 507968 h 838200"/>
                <a:gd name="connsiteX93" fmla="*/ 791909 w 866775"/>
                <a:gd name="connsiteY93" fmla="*/ 507016 h 838200"/>
                <a:gd name="connsiteX94" fmla="*/ 792385 w 866775"/>
                <a:gd name="connsiteY94" fmla="*/ 506254 h 838200"/>
                <a:gd name="connsiteX95" fmla="*/ 793147 w 866775"/>
                <a:gd name="connsiteY95" fmla="*/ 505682 h 838200"/>
                <a:gd name="connsiteX96" fmla="*/ 793909 w 866775"/>
                <a:gd name="connsiteY96" fmla="*/ 505587 h 838200"/>
                <a:gd name="connsiteX97" fmla="*/ 794480 w 866775"/>
                <a:gd name="connsiteY97" fmla="*/ 505778 h 838200"/>
                <a:gd name="connsiteX98" fmla="*/ 794861 w 866775"/>
                <a:gd name="connsiteY98" fmla="*/ 506254 h 838200"/>
                <a:gd name="connsiteX99" fmla="*/ 795242 w 866775"/>
                <a:gd name="connsiteY99" fmla="*/ 506825 h 838200"/>
                <a:gd name="connsiteX100" fmla="*/ 795433 w 866775"/>
                <a:gd name="connsiteY100" fmla="*/ 507683 h 838200"/>
                <a:gd name="connsiteX101" fmla="*/ 795623 w 866775"/>
                <a:gd name="connsiteY101" fmla="*/ 508635 h 838200"/>
                <a:gd name="connsiteX102" fmla="*/ 795814 w 866775"/>
                <a:gd name="connsiteY102" fmla="*/ 509492 h 838200"/>
                <a:gd name="connsiteX103" fmla="*/ 796195 w 866775"/>
                <a:gd name="connsiteY103" fmla="*/ 509968 h 838200"/>
                <a:gd name="connsiteX104" fmla="*/ 796671 w 866775"/>
                <a:gd name="connsiteY104" fmla="*/ 510159 h 838200"/>
                <a:gd name="connsiteX105" fmla="*/ 797147 w 866775"/>
                <a:gd name="connsiteY105" fmla="*/ 509873 h 838200"/>
                <a:gd name="connsiteX106" fmla="*/ 797624 w 866775"/>
                <a:gd name="connsiteY106" fmla="*/ 509492 h 838200"/>
                <a:gd name="connsiteX107" fmla="*/ 798957 w 866775"/>
                <a:gd name="connsiteY107" fmla="*/ 507206 h 838200"/>
                <a:gd name="connsiteX108" fmla="*/ 799433 w 866775"/>
                <a:gd name="connsiteY108" fmla="*/ 506539 h 838200"/>
                <a:gd name="connsiteX109" fmla="*/ 799814 w 866775"/>
                <a:gd name="connsiteY109" fmla="*/ 506254 h 838200"/>
                <a:gd name="connsiteX110" fmla="*/ 800290 w 866775"/>
                <a:gd name="connsiteY110" fmla="*/ 506063 h 838200"/>
                <a:gd name="connsiteX111" fmla="*/ 804958 w 866775"/>
                <a:gd name="connsiteY111" fmla="*/ 505016 h 838200"/>
                <a:gd name="connsiteX112" fmla="*/ 806101 w 866775"/>
                <a:gd name="connsiteY112" fmla="*/ 504539 h 838200"/>
                <a:gd name="connsiteX113" fmla="*/ 807149 w 866775"/>
                <a:gd name="connsiteY113" fmla="*/ 503872 h 838200"/>
                <a:gd name="connsiteX114" fmla="*/ 807815 w 866775"/>
                <a:gd name="connsiteY114" fmla="*/ 502920 h 838200"/>
                <a:gd name="connsiteX115" fmla="*/ 808577 w 866775"/>
                <a:gd name="connsiteY115" fmla="*/ 501682 h 838200"/>
                <a:gd name="connsiteX116" fmla="*/ 809149 w 866775"/>
                <a:gd name="connsiteY116" fmla="*/ 500348 h 838200"/>
                <a:gd name="connsiteX117" fmla="*/ 810197 w 866775"/>
                <a:gd name="connsiteY117" fmla="*/ 496157 h 838200"/>
                <a:gd name="connsiteX118" fmla="*/ 810863 w 866775"/>
                <a:gd name="connsiteY118" fmla="*/ 494443 h 838200"/>
                <a:gd name="connsiteX119" fmla="*/ 811530 w 866775"/>
                <a:gd name="connsiteY119" fmla="*/ 493490 h 838200"/>
                <a:gd name="connsiteX120" fmla="*/ 812387 w 866775"/>
                <a:gd name="connsiteY120" fmla="*/ 492919 h 838200"/>
                <a:gd name="connsiteX121" fmla="*/ 813149 w 866775"/>
                <a:gd name="connsiteY121" fmla="*/ 492728 h 838200"/>
                <a:gd name="connsiteX122" fmla="*/ 816769 w 866775"/>
                <a:gd name="connsiteY122" fmla="*/ 492824 h 838200"/>
                <a:gd name="connsiteX123" fmla="*/ 818769 w 866775"/>
                <a:gd name="connsiteY123" fmla="*/ 492347 h 838200"/>
                <a:gd name="connsiteX124" fmla="*/ 819912 w 866775"/>
                <a:gd name="connsiteY124" fmla="*/ 492347 h 838200"/>
                <a:gd name="connsiteX125" fmla="*/ 823055 w 866775"/>
                <a:gd name="connsiteY125" fmla="*/ 493300 h 838200"/>
                <a:gd name="connsiteX126" fmla="*/ 827342 w 866775"/>
                <a:gd name="connsiteY126" fmla="*/ 494062 h 838200"/>
                <a:gd name="connsiteX127" fmla="*/ 845058 w 866775"/>
                <a:gd name="connsiteY127" fmla="*/ 493871 h 838200"/>
                <a:gd name="connsiteX128" fmla="*/ 846296 w 866775"/>
                <a:gd name="connsiteY128" fmla="*/ 492919 h 838200"/>
                <a:gd name="connsiteX129" fmla="*/ 846392 w 866775"/>
                <a:gd name="connsiteY129" fmla="*/ 492252 h 838200"/>
                <a:gd name="connsiteX130" fmla="*/ 846201 w 866775"/>
                <a:gd name="connsiteY130" fmla="*/ 491300 h 838200"/>
                <a:gd name="connsiteX131" fmla="*/ 845725 w 866775"/>
                <a:gd name="connsiteY131" fmla="*/ 490347 h 838200"/>
                <a:gd name="connsiteX132" fmla="*/ 844868 w 866775"/>
                <a:gd name="connsiteY132" fmla="*/ 489299 h 838200"/>
                <a:gd name="connsiteX133" fmla="*/ 836200 w 866775"/>
                <a:gd name="connsiteY133" fmla="*/ 480632 h 838200"/>
                <a:gd name="connsiteX134" fmla="*/ 834771 w 866775"/>
                <a:gd name="connsiteY134" fmla="*/ 479679 h 838200"/>
                <a:gd name="connsiteX135" fmla="*/ 833628 w 866775"/>
                <a:gd name="connsiteY135" fmla="*/ 479203 h 838200"/>
                <a:gd name="connsiteX136" fmla="*/ 832580 w 866775"/>
                <a:gd name="connsiteY136" fmla="*/ 479203 h 838200"/>
                <a:gd name="connsiteX137" fmla="*/ 830485 w 866775"/>
                <a:gd name="connsiteY137" fmla="*/ 479393 h 838200"/>
                <a:gd name="connsiteX138" fmla="*/ 829342 w 866775"/>
                <a:gd name="connsiteY138" fmla="*/ 479012 h 838200"/>
                <a:gd name="connsiteX139" fmla="*/ 828770 w 866775"/>
                <a:gd name="connsiteY139" fmla="*/ 478155 h 838200"/>
                <a:gd name="connsiteX140" fmla="*/ 828580 w 866775"/>
                <a:gd name="connsiteY140" fmla="*/ 477012 h 838200"/>
                <a:gd name="connsiteX141" fmla="*/ 829437 w 866775"/>
                <a:gd name="connsiteY141" fmla="*/ 470630 h 838200"/>
                <a:gd name="connsiteX142" fmla="*/ 829437 w 866775"/>
                <a:gd name="connsiteY142" fmla="*/ 468725 h 838200"/>
                <a:gd name="connsiteX143" fmla="*/ 829342 w 866775"/>
                <a:gd name="connsiteY143" fmla="*/ 466534 h 838200"/>
                <a:gd name="connsiteX144" fmla="*/ 828675 w 866775"/>
                <a:gd name="connsiteY144" fmla="*/ 463867 h 838200"/>
                <a:gd name="connsiteX145" fmla="*/ 827913 w 866775"/>
                <a:gd name="connsiteY145" fmla="*/ 462439 h 838200"/>
                <a:gd name="connsiteX146" fmla="*/ 826961 w 866775"/>
                <a:gd name="connsiteY146" fmla="*/ 461582 h 838200"/>
                <a:gd name="connsiteX147" fmla="*/ 825913 w 866775"/>
                <a:gd name="connsiteY147" fmla="*/ 461200 h 838200"/>
                <a:gd name="connsiteX148" fmla="*/ 824865 w 866775"/>
                <a:gd name="connsiteY148" fmla="*/ 461105 h 838200"/>
                <a:gd name="connsiteX149" fmla="*/ 823722 w 866775"/>
                <a:gd name="connsiteY149" fmla="*/ 461105 h 838200"/>
                <a:gd name="connsiteX150" fmla="*/ 822579 w 866775"/>
                <a:gd name="connsiteY150" fmla="*/ 461296 h 838200"/>
                <a:gd name="connsiteX151" fmla="*/ 821531 w 866775"/>
                <a:gd name="connsiteY151" fmla="*/ 461772 h 838200"/>
                <a:gd name="connsiteX152" fmla="*/ 820769 w 866775"/>
                <a:gd name="connsiteY152" fmla="*/ 462343 h 838200"/>
                <a:gd name="connsiteX153" fmla="*/ 819912 w 866775"/>
                <a:gd name="connsiteY153" fmla="*/ 463010 h 838200"/>
                <a:gd name="connsiteX154" fmla="*/ 819245 w 866775"/>
                <a:gd name="connsiteY154" fmla="*/ 463582 h 838200"/>
                <a:gd name="connsiteX155" fmla="*/ 818102 w 866775"/>
                <a:gd name="connsiteY155" fmla="*/ 463582 h 838200"/>
                <a:gd name="connsiteX156" fmla="*/ 815054 w 866775"/>
                <a:gd name="connsiteY156" fmla="*/ 461391 h 838200"/>
                <a:gd name="connsiteX157" fmla="*/ 813626 w 866775"/>
                <a:gd name="connsiteY157" fmla="*/ 459867 h 838200"/>
                <a:gd name="connsiteX158" fmla="*/ 812292 w 866775"/>
                <a:gd name="connsiteY158" fmla="*/ 459105 h 838200"/>
                <a:gd name="connsiteX159" fmla="*/ 810863 w 866775"/>
                <a:gd name="connsiteY159" fmla="*/ 458534 h 838200"/>
                <a:gd name="connsiteX160" fmla="*/ 809053 w 866775"/>
                <a:gd name="connsiteY160" fmla="*/ 457486 h 838200"/>
                <a:gd name="connsiteX161" fmla="*/ 807815 w 866775"/>
                <a:gd name="connsiteY161" fmla="*/ 455485 h 838200"/>
                <a:gd name="connsiteX162" fmla="*/ 804005 w 866775"/>
                <a:gd name="connsiteY162" fmla="*/ 447675 h 838200"/>
                <a:gd name="connsiteX163" fmla="*/ 804005 w 866775"/>
                <a:gd name="connsiteY163" fmla="*/ 447294 h 838200"/>
                <a:gd name="connsiteX164" fmla="*/ 804196 w 866775"/>
                <a:gd name="connsiteY164" fmla="*/ 443675 h 838200"/>
                <a:gd name="connsiteX165" fmla="*/ 804101 w 866775"/>
                <a:gd name="connsiteY165" fmla="*/ 441865 h 838200"/>
                <a:gd name="connsiteX166" fmla="*/ 803624 w 866775"/>
                <a:gd name="connsiteY166" fmla="*/ 439864 h 838200"/>
                <a:gd name="connsiteX167" fmla="*/ 802767 w 866775"/>
                <a:gd name="connsiteY167" fmla="*/ 438626 h 838200"/>
                <a:gd name="connsiteX168" fmla="*/ 800672 w 866775"/>
                <a:gd name="connsiteY168" fmla="*/ 436912 h 838200"/>
                <a:gd name="connsiteX169" fmla="*/ 800005 w 866775"/>
                <a:gd name="connsiteY169" fmla="*/ 435769 h 838200"/>
                <a:gd name="connsiteX170" fmla="*/ 798576 w 866775"/>
                <a:gd name="connsiteY170" fmla="*/ 432054 h 838200"/>
                <a:gd name="connsiteX171" fmla="*/ 797624 w 866775"/>
                <a:gd name="connsiteY171" fmla="*/ 431006 h 838200"/>
                <a:gd name="connsiteX172" fmla="*/ 794957 w 866775"/>
                <a:gd name="connsiteY172" fmla="*/ 428911 h 838200"/>
                <a:gd name="connsiteX173" fmla="*/ 794099 w 866775"/>
                <a:gd name="connsiteY173" fmla="*/ 427672 h 838200"/>
                <a:gd name="connsiteX174" fmla="*/ 793814 w 866775"/>
                <a:gd name="connsiteY174" fmla="*/ 426244 h 838200"/>
                <a:gd name="connsiteX175" fmla="*/ 793909 w 866775"/>
                <a:gd name="connsiteY175" fmla="*/ 423005 h 838200"/>
                <a:gd name="connsiteX176" fmla="*/ 794290 w 866775"/>
                <a:gd name="connsiteY176" fmla="*/ 420910 h 838200"/>
                <a:gd name="connsiteX177" fmla="*/ 794290 w 866775"/>
                <a:gd name="connsiteY177" fmla="*/ 418719 h 838200"/>
                <a:gd name="connsiteX178" fmla="*/ 792766 w 866775"/>
                <a:gd name="connsiteY178" fmla="*/ 416147 h 838200"/>
                <a:gd name="connsiteX179" fmla="*/ 792099 w 866775"/>
                <a:gd name="connsiteY179" fmla="*/ 415385 h 838200"/>
                <a:gd name="connsiteX180" fmla="*/ 790861 w 866775"/>
                <a:gd name="connsiteY180" fmla="*/ 414338 h 838200"/>
                <a:gd name="connsiteX181" fmla="*/ 789813 w 866775"/>
                <a:gd name="connsiteY181" fmla="*/ 413671 h 838200"/>
                <a:gd name="connsiteX182" fmla="*/ 788289 w 866775"/>
                <a:gd name="connsiteY182" fmla="*/ 412147 h 838200"/>
                <a:gd name="connsiteX183" fmla="*/ 787718 w 866775"/>
                <a:gd name="connsiteY183" fmla="*/ 411289 h 838200"/>
                <a:gd name="connsiteX184" fmla="*/ 787527 w 866775"/>
                <a:gd name="connsiteY184" fmla="*/ 410432 h 838200"/>
                <a:gd name="connsiteX185" fmla="*/ 788480 w 866775"/>
                <a:gd name="connsiteY185" fmla="*/ 406908 h 838200"/>
                <a:gd name="connsiteX186" fmla="*/ 788575 w 866775"/>
                <a:gd name="connsiteY186" fmla="*/ 405575 h 838200"/>
                <a:gd name="connsiteX187" fmla="*/ 788194 w 866775"/>
                <a:gd name="connsiteY187" fmla="*/ 405003 h 838200"/>
                <a:gd name="connsiteX188" fmla="*/ 787432 w 866775"/>
                <a:gd name="connsiteY188" fmla="*/ 404813 h 838200"/>
                <a:gd name="connsiteX189" fmla="*/ 783527 w 866775"/>
                <a:gd name="connsiteY189" fmla="*/ 405193 h 838200"/>
                <a:gd name="connsiteX190" fmla="*/ 783336 w 866775"/>
                <a:gd name="connsiteY190" fmla="*/ 404908 h 838200"/>
                <a:gd name="connsiteX191" fmla="*/ 783431 w 866775"/>
                <a:gd name="connsiteY191" fmla="*/ 404432 h 838200"/>
                <a:gd name="connsiteX192" fmla="*/ 783717 w 866775"/>
                <a:gd name="connsiteY192" fmla="*/ 403765 h 838200"/>
                <a:gd name="connsiteX193" fmla="*/ 784003 w 866775"/>
                <a:gd name="connsiteY193" fmla="*/ 402717 h 838200"/>
                <a:gd name="connsiteX194" fmla="*/ 784003 w 866775"/>
                <a:gd name="connsiteY194" fmla="*/ 402717 h 838200"/>
                <a:gd name="connsiteX195" fmla="*/ 783336 w 866775"/>
                <a:gd name="connsiteY195" fmla="*/ 402050 h 838200"/>
                <a:gd name="connsiteX196" fmla="*/ 778097 w 866775"/>
                <a:gd name="connsiteY196" fmla="*/ 400145 h 838200"/>
                <a:gd name="connsiteX197" fmla="*/ 762095 w 866775"/>
                <a:gd name="connsiteY197" fmla="*/ 391478 h 838200"/>
                <a:gd name="connsiteX198" fmla="*/ 753618 w 866775"/>
                <a:gd name="connsiteY198" fmla="*/ 388334 h 838200"/>
                <a:gd name="connsiteX199" fmla="*/ 741045 w 866775"/>
                <a:gd name="connsiteY199" fmla="*/ 386620 h 838200"/>
                <a:gd name="connsiteX200" fmla="*/ 730186 w 866775"/>
                <a:gd name="connsiteY200" fmla="*/ 386525 h 838200"/>
                <a:gd name="connsiteX201" fmla="*/ 727139 w 866775"/>
                <a:gd name="connsiteY201" fmla="*/ 387572 h 838200"/>
                <a:gd name="connsiteX202" fmla="*/ 726567 w 866775"/>
                <a:gd name="connsiteY202" fmla="*/ 388906 h 838200"/>
                <a:gd name="connsiteX203" fmla="*/ 726377 w 866775"/>
                <a:gd name="connsiteY203" fmla="*/ 390430 h 838200"/>
                <a:gd name="connsiteX204" fmla="*/ 726567 w 866775"/>
                <a:gd name="connsiteY204" fmla="*/ 391954 h 838200"/>
                <a:gd name="connsiteX205" fmla="*/ 728377 w 866775"/>
                <a:gd name="connsiteY205" fmla="*/ 394335 h 838200"/>
                <a:gd name="connsiteX206" fmla="*/ 728186 w 866775"/>
                <a:gd name="connsiteY206" fmla="*/ 395954 h 838200"/>
                <a:gd name="connsiteX207" fmla="*/ 727424 w 866775"/>
                <a:gd name="connsiteY207" fmla="*/ 397574 h 838200"/>
                <a:gd name="connsiteX208" fmla="*/ 724853 w 866775"/>
                <a:gd name="connsiteY208" fmla="*/ 401288 h 838200"/>
                <a:gd name="connsiteX209" fmla="*/ 722948 w 866775"/>
                <a:gd name="connsiteY209" fmla="*/ 403288 h 838200"/>
                <a:gd name="connsiteX210" fmla="*/ 720661 w 866775"/>
                <a:gd name="connsiteY210" fmla="*/ 404527 h 838200"/>
                <a:gd name="connsiteX211" fmla="*/ 718090 w 866775"/>
                <a:gd name="connsiteY211" fmla="*/ 404717 h 838200"/>
                <a:gd name="connsiteX212" fmla="*/ 715518 w 866775"/>
                <a:gd name="connsiteY212" fmla="*/ 403765 h 838200"/>
                <a:gd name="connsiteX213" fmla="*/ 714280 w 866775"/>
                <a:gd name="connsiteY213" fmla="*/ 402431 h 838200"/>
                <a:gd name="connsiteX214" fmla="*/ 713613 w 866775"/>
                <a:gd name="connsiteY214" fmla="*/ 400621 h 838200"/>
                <a:gd name="connsiteX215" fmla="*/ 712280 w 866775"/>
                <a:gd name="connsiteY215" fmla="*/ 398145 h 838200"/>
                <a:gd name="connsiteX216" fmla="*/ 710851 w 866775"/>
                <a:gd name="connsiteY216" fmla="*/ 396526 h 838200"/>
                <a:gd name="connsiteX217" fmla="*/ 705136 w 866775"/>
                <a:gd name="connsiteY217" fmla="*/ 391668 h 838200"/>
                <a:gd name="connsiteX218" fmla="*/ 700849 w 866775"/>
                <a:gd name="connsiteY218" fmla="*/ 389954 h 838200"/>
                <a:gd name="connsiteX219" fmla="*/ 686753 w 866775"/>
                <a:gd name="connsiteY219" fmla="*/ 390049 h 838200"/>
                <a:gd name="connsiteX220" fmla="*/ 679418 w 866775"/>
                <a:gd name="connsiteY220" fmla="*/ 388239 h 838200"/>
                <a:gd name="connsiteX221" fmla="*/ 674180 w 866775"/>
                <a:gd name="connsiteY221" fmla="*/ 385286 h 838200"/>
                <a:gd name="connsiteX222" fmla="*/ 671227 w 866775"/>
                <a:gd name="connsiteY222" fmla="*/ 384334 h 838200"/>
                <a:gd name="connsiteX223" fmla="*/ 656939 w 866775"/>
                <a:gd name="connsiteY223" fmla="*/ 383381 h 838200"/>
                <a:gd name="connsiteX224" fmla="*/ 654368 w 866775"/>
                <a:gd name="connsiteY224" fmla="*/ 380333 h 838200"/>
                <a:gd name="connsiteX225" fmla="*/ 653129 w 866775"/>
                <a:gd name="connsiteY225" fmla="*/ 375380 h 838200"/>
                <a:gd name="connsiteX226" fmla="*/ 651986 w 866775"/>
                <a:gd name="connsiteY226" fmla="*/ 365665 h 838200"/>
                <a:gd name="connsiteX227" fmla="*/ 650557 w 866775"/>
                <a:gd name="connsiteY227" fmla="*/ 360617 h 838200"/>
                <a:gd name="connsiteX228" fmla="*/ 648557 w 866775"/>
                <a:gd name="connsiteY228" fmla="*/ 357378 h 838200"/>
                <a:gd name="connsiteX229" fmla="*/ 647890 w 866775"/>
                <a:gd name="connsiteY229" fmla="*/ 357092 h 838200"/>
                <a:gd name="connsiteX230" fmla="*/ 645414 w 866775"/>
                <a:gd name="connsiteY230" fmla="*/ 356140 h 838200"/>
                <a:gd name="connsiteX231" fmla="*/ 630841 w 866775"/>
                <a:gd name="connsiteY231" fmla="*/ 359855 h 838200"/>
                <a:gd name="connsiteX232" fmla="*/ 621030 w 866775"/>
                <a:gd name="connsiteY232" fmla="*/ 360997 h 838200"/>
                <a:gd name="connsiteX233" fmla="*/ 616553 w 866775"/>
                <a:gd name="connsiteY233" fmla="*/ 359664 h 838200"/>
                <a:gd name="connsiteX234" fmla="*/ 610267 w 866775"/>
                <a:gd name="connsiteY234" fmla="*/ 353282 h 838200"/>
                <a:gd name="connsiteX235" fmla="*/ 601409 w 866775"/>
                <a:gd name="connsiteY235" fmla="*/ 348805 h 838200"/>
                <a:gd name="connsiteX236" fmla="*/ 587597 w 866775"/>
                <a:gd name="connsiteY236" fmla="*/ 337375 h 838200"/>
                <a:gd name="connsiteX237" fmla="*/ 582549 w 866775"/>
                <a:gd name="connsiteY237" fmla="*/ 335375 h 838200"/>
                <a:gd name="connsiteX238" fmla="*/ 580549 w 866775"/>
                <a:gd name="connsiteY238" fmla="*/ 334232 h 838200"/>
                <a:gd name="connsiteX239" fmla="*/ 578453 w 866775"/>
                <a:gd name="connsiteY239" fmla="*/ 331851 h 838200"/>
                <a:gd name="connsiteX240" fmla="*/ 576072 w 866775"/>
                <a:gd name="connsiteY240" fmla="*/ 329946 h 838200"/>
                <a:gd name="connsiteX241" fmla="*/ 575977 w 866775"/>
                <a:gd name="connsiteY241" fmla="*/ 329851 h 838200"/>
                <a:gd name="connsiteX242" fmla="*/ 573310 w 866775"/>
                <a:gd name="connsiteY242" fmla="*/ 328993 h 838200"/>
                <a:gd name="connsiteX243" fmla="*/ 567404 w 866775"/>
                <a:gd name="connsiteY243" fmla="*/ 328327 h 838200"/>
                <a:gd name="connsiteX244" fmla="*/ 563975 w 866775"/>
                <a:gd name="connsiteY244" fmla="*/ 329851 h 838200"/>
                <a:gd name="connsiteX245" fmla="*/ 559308 w 866775"/>
                <a:gd name="connsiteY245" fmla="*/ 335375 h 838200"/>
                <a:gd name="connsiteX246" fmla="*/ 556641 w 866775"/>
                <a:gd name="connsiteY246" fmla="*/ 337185 h 838200"/>
                <a:gd name="connsiteX247" fmla="*/ 553498 w 866775"/>
                <a:gd name="connsiteY247" fmla="*/ 336995 h 838200"/>
                <a:gd name="connsiteX248" fmla="*/ 550259 w 866775"/>
                <a:gd name="connsiteY248" fmla="*/ 335089 h 838200"/>
                <a:gd name="connsiteX249" fmla="*/ 547116 w 866775"/>
                <a:gd name="connsiteY249" fmla="*/ 332613 h 838200"/>
                <a:gd name="connsiteX250" fmla="*/ 541306 w 866775"/>
                <a:gd name="connsiteY250" fmla="*/ 329279 h 838200"/>
                <a:gd name="connsiteX251" fmla="*/ 536734 w 866775"/>
                <a:gd name="connsiteY251" fmla="*/ 324421 h 838200"/>
                <a:gd name="connsiteX252" fmla="*/ 534257 w 866775"/>
                <a:gd name="connsiteY252" fmla="*/ 322326 h 838200"/>
                <a:gd name="connsiteX253" fmla="*/ 531590 w 866775"/>
                <a:gd name="connsiteY253" fmla="*/ 321374 h 838200"/>
                <a:gd name="connsiteX254" fmla="*/ 525780 w 866775"/>
                <a:gd name="connsiteY254" fmla="*/ 319945 h 838200"/>
                <a:gd name="connsiteX255" fmla="*/ 523494 w 866775"/>
                <a:gd name="connsiteY255" fmla="*/ 318230 h 838200"/>
                <a:gd name="connsiteX256" fmla="*/ 523494 w 866775"/>
                <a:gd name="connsiteY256" fmla="*/ 318230 h 838200"/>
                <a:gd name="connsiteX257" fmla="*/ 523494 w 866775"/>
                <a:gd name="connsiteY257" fmla="*/ 318230 h 838200"/>
                <a:gd name="connsiteX258" fmla="*/ 521970 w 866775"/>
                <a:gd name="connsiteY258" fmla="*/ 315754 h 838200"/>
                <a:gd name="connsiteX259" fmla="*/ 519589 w 866775"/>
                <a:gd name="connsiteY259" fmla="*/ 314134 h 838200"/>
                <a:gd name="connsiteX260" fmla="*/ 509397 w 866775"/>
                <a:gd name="connsiteY260" fmla="*/ 308800 h 838200"/>
                <a:gd name="connsiteX261" fmla="*/ 507682 w 866775"/>
                <a:gd name="connsiteY261" fmla="*/ 307467 h 838200"/>
                <a:gd name="connsiteX262" fmla="*/ 507206 w 866775"/>
                <a:gd name="connsiteY262" fmla="*/ 306229 h 838200"/>
                <a:gd name="connsiteX263" fmla="*/ 507016 w 866775"/>
                <a:gd name="connsiteY263" fmla="*/ 304800 h 838200"/>
                <a:gd name="connsiteX264" fmla="*/ 506540 w 866775"/>
                <a:gd name="connsiteY264" fmla="*/ 302990 h 838200"/>
                <a:gd name="connsiteX265" fmla="*/ 505015 w 866775"/>
                <a:gd name="connsiteY265" fmla="*/ 300514 h 838200"/>
                <a:gd name="connsiteX266" fmla="*/ 502920 w 866775"/>
                <a:gd name="connsiteY266" fmla="*/ 298323 h 838200"/>
                <a:gd name="connsiteX267" fmla="*/ 500444 w 866775"/>
                <a:gd name="connsiteY267" fmla="*/ 296513 h 838200"/>
                <a:gd name="connsiteX268" fmla="*/ 497872 w 866775"/>
                <a:gd name="connsiteY268" fmla="*/ 295561 h 838200"/>
                <a:gd name="connsiteX269" fmla="*/ 496062 w 866775"/>
                <a:gd name="connsiteY269" fmla="*/ 295846 h 838200"/>
                <a:gd name="connsiteX270" fmla="*/ 495300 w 866775"/>
                <a:gd name="connsiteY270" fmla="*/ 296989 h 838200"/>
                <a:gd name="connsiteX271" fmla="*/ 494824 w 866775"/>
                <a:gd name="connsiteY271" fmla="*/ 298609 h 838200"/>
                <a:gd name="connsiteX272" fmla="*/ 493776 w 866775"/>
                <a:gd name="connsiteY272" fmla="*/ 300133 h 838200"/>
                <a:gd name="connsiteX273" fmla="*/ 492157 w 866775"/>
                <a:gd name="connsiteY273" fmla="*/ 300990 h 838200"/>
                <a:gd name="connsiteX274" fmla="*/ 490252 w 866775"/>
                <a:gd name="connsiteY274" fmla="*/ 301371 h 838200"/>
                <a:gd name="connsiteX275" fmla="*/ 489014 w 866775"/>
                <a:gd name="connsiteY275" fmla="*/ 300704 h 838200"/>
                <a:gd name="connsiteX276" fmla="*/ 489299 w 866775"/>
                <a:gd name="connsiteY276" fmla="*/ 298895 h 838200"/>
                <a:gd name="connsiteX277" fmla="*/ 487490 w 866775"/>
                <a:gd name="connsiteY277" fmla="*/ 298418 h 838200"/>
                <a:gd name="connsiteX278" fmla="*/ 486728 w 866775"/>
                <a:gd name="connsiteY278" fmla="*/ 297371 h 838200"/>
                <a:gd name="connsiteX279" fmla="*/ 487204 w 866775"/>
                <a:gd name="connsiteY279" fmla="*/ 296323 h 838200"/>
                <a:gd name="connsiteX280" fmla="*/ 488918 w 866775"/>
                <a:gd name="connsiteY280" fmla="*/ 295656 h 838200"/>
                <a:gd name="connsiteX281" fmla="*/ 487394 w 866775"/>
                <a:gd name="connsiteY281" fmla="*/ 292417 h 838200"/>
                <a:gd name="connsiteX282" fmla="*/ 480632 w 866775"/>
                <a:gd name="connsiteY282" fmla="*/ 284702 h 838200"/>
                <a:gd name="connsiteX283" fmla="*/ 479107 w 866775"/>
                <a:gd name="connsiteY283" fmla="*/ 281083 h 838200"/>
                <a:gd name="connsiteX284" fmla="*/ 476726 w 866775"/>
                <a:gd name="connsiteY284" fmla="*/ 273272 h 838200"/>
                <a:gd name="connsiteX285" fmla="*/ 474345 w 866775"/>
                <a:gd name="connsiteY285" fmla="*/ 270224 h 838200"/>
                <a:gd name="connsiteX286" fmla="*/ 471678 w 866775"/>
                <a:gd name="connsiteY286" fmla="*/ 268796 h 838200"/>
                <a:gd name="connsiteX287" fmla="*/ 460248 w 866775"/>
                <a:gd name="connsiteY287" fmla="*/ 266605 h 838200"/>
                <a:gd name="connsiteX288" fmla="*/ 454819 w 866775"/>
                <a:gd name="connsiteY288" fmla="*/ 265557 h 838200"/>
                <a:gd name="connsiteX289" fmla="*/ 453961 w 866775"/>
                <a:gd name="connsiteY289" fmla="*/ 264128 h 838200"/>
                <a:gd name="connsiteX290" fmla="*/ 453771 w 866775"/>
                <a:gd name="connsiteY290" fmla="*/ 262509 h 838200"/>
                <a:gd name="connsiteX291" fmla="*/ 453390 w 866775"/>
                <a:gd name="connsiteY291" fmla="*/ 261080 h 838200"/>
                <a:gd name="connsiteX292" fmla="*/ 452057 w 866775"/>
                <a:gd name="connsiteY292" fmla="*/ 260318 h 838200"/>
                <a:gd name="connsiteX293" fmla="*/ 450247 w 866775"/>
                <a:gd name="connsiteY293" fmla="*/ 260890 h 838200"/>
                <a:gd name="connsiteX294" fmla="*/ 448056 w 866775"/>
                <a:gd name="connsiteY294" fmla="*/ 260890 h 838200"/>
                <a:gd name="connsiteX295" fmla="*/ 445675 w 866775"/>
                <a:gd name="connsiteY295" fmla="*/ 260413 h 838200"/>
                <a:gd name="connsiteX296" fmla="*/ 443865 w 866775"/>
                <a:gd name="connsiteY296" fmla="*/ 259842 h 838200"/>
                <a:gd name="connsiteX297" fmla="*/ 441674 w 866775"/>
                <a:gd name="connsiteY297" fmla="*/ 258223 h 838200"/>
                <a:gd name="connsiteX298" fmla="*/ 441198 w 866775"/>
                <a:gd name="connsiteY298" fmla="*/ 256413 h 838200"/>
                <a:gd name="connsiteX299" fmla="*/ 441007 w 866775"/>
                <a:gd name="connsiteY299" fmla="*/ 254413 h 838200"/>
                <a:gd name="connsiteX300" fmla="*/ 440055 w 866775"/>
                <a:gd name="connsiteY300" fmla="*/ 252413 h 838200"/>
                <a:gd name="connsiteX301" fmla="*/ 438436 w 866775"/>
                <a:gd name="connsiteY301" fmla="*/ 251746 h 838200"/>
                <a:gd name="connsiteX302" fmla="*/ 433673 w 866775"/>
                <a:gd name="connsiteY302" fmla="*/ 251746 h 838200"/>
                <a:gd name="connsiteX303" fmla="*/ 431578 w 866775"/>
                <a:gd name="connsiteY303" fmla="*/ 251269 h 838200"/>
                <a:gd name="connsiteX304" fmla="*/ 429578 w 866775"/>
                <a:gd name="connsiteY304" fmla="*/ 250127 h 838200"/>
                <a:gd name="connsiteX305" fmla="*/ 425196 w 866775"/>
                <a:gd name="connsiteY305" fmla="*/ 245459 h 838200"/>
                <a:gd name="connsiteX306" fmla="*/ 423291 w 866775"/>
                <a:gd name="connsiteY306" fmla="*/ 244221 h 838200"/>
                <a:gd name="connsiteX307" fmla="*/ 419672 w 866775"/>
                <a:gd name="connsiteY307" fmla="*/ 243173 h 838200"/>
                <a:gd name="connsiteX308" fmla="*/ 417671 w 866775"/>
                <a:gd name="connsiteY308" fmla="*/ 242221 h 838200"/>
                <a:gd name="connsiteX309" fmla="*/ 416528 w 866775"/>
                <a:gd name="connsiteY309" fmla="*/ 240697 h 838200"/>
                <a:gd name="connsiteX310" fmla="*/ 414242 w 866775"/>
                <a:gd name="connsiteY310" fmla="*/ 236315 h 838200"/>
                <a:gd name="connsiteX311" fmla="*/ 412718 w 866775"/>
                <a:gd name="connsiteY311" fmla="*/ 235267 h 838200"/>
                <a:gd name="connsiteX312" fmla="*/ 408432 w 866775"/>
                <a:gd name="connsiteY312" fmla="*/ 234506 h 838200"/>
                <a:gd name="connsiteX313" fmla="*/ 406527 w 866775"/>
                <a:gd name="connsiteY313" fmla="*/ 233744 h 838200"/>
                <a:gd name="connsiteX314" fmla="*/ 404432 w 866775"/>
                <a:gd name="connsiteY314" fmla="*/ 232696 h 838200"/>
                <a:gd name="connsiteX315" fmla="*/ 403669 w 866775"/>
                <a:gd name="connsiteY315" fmla="*/ 231648 h 838200"/>
                <a:gd name="connsiteX316" fmla="*/ 403765 w 866775"/>
                <a:gd name="connsiteY316" fmla="*/ 230410 h 838200"/>
                <a:gd name="connsiteX317" fmla="*/ 403955 w 866775"/>
                <a:gd name="connsiteY317" fmla="*/ 229267 h 838200"/>
                <a:gd name="connsiteX318" fmla="*/ 403574 w 866775"/>
                <a:gd name="connsiteY318" fmla="*/ 228505 h 838200"/>
                <a:gd name="connsiteX319" fmla="*/ 401098 w 866775"/>
                <a:gd name="connsiteY319" fmla="*/ 228409 h 838200"/>
                <a:gd name="connsiteX320" fmla="*/ 399098 w 866775"/>
                <a:gd name="connsiteY320" fmla="*/ 228409 h 838200"/>
                <a:gd name="connsiteX321" fmla="*/ 396811 w 866775"/>
                <a:gd name="connsiteY321" fmla="*/ 229648 h 838200"/>
                <a:gd name="connsiteX322" fmla="*/ 395669 w 866775"/>
                <a:gd name="connsiteY322" fmla="*/ 231458 h 838200"/>
                <a:gd name="connsiteX323" fmla="*/ 395383 w 866775"/>
                <a:gd name="connsiteY323" fmla="*/ 233744 h 838200"/>
                <a:gd name="connsiteX324" fmla="*/ 396335 w 866775"/>
                <a:gd name="connsiteY324" fmla="*/ 242125 h 838200"/>
                <a:gd name="connsiteX325" fmla="*/ 395764 w 866775"/>
                <a:gd name="connsiteY325" fmla="*/ 243840 h 838200"/>
                <a:gd name="connsiteX326" fmla="*/ 393478 w 866775"/>
                <a:gd name="connsiteY326" fmla="*/ 242602 h 838200"/>
                <a:gd name="connsiteX327" fmla="*/ 388620 w 866775"/>
                <a:gd name="connsiteY327" fmla="*/ 236696 h 838200"/>
                <a:gd name="connsiteX328" fmla="*/ 386524 w 866775"/>
                <a:gd name="connsiteY328" fmla="*/ 235458 h 838200"/>
                <a:gd name="connsiteX329" fmla="*/ 384239 w 866775"/>
                <a:gd name="connsiteY329" fmla="*/ 235363 h 838200"/>
                <a:gd name="connsiteX330" fmla="*/ 382048 w 866775"/>
                <a:gd name="connsiteY330" fmla="*/ 235934 h 838200"/>
                <a:gd name="connsiteX331" fmla="*/ 379762 w 866775"/>
                <a:gd name="connsiteY331" fmla="*/ 236220 h 838200"/>
                <a:gd name="connsiteX332" fmla="*/ 377476 w 866775"/>
                <a:gd name="connsiteY332" fmla="*/ 235267 h 838200"/>
                <a:gd name="connsiteX333" fmla="*/ 376142 w 866775"/>
                <a:gd name="connsiteY333" fmla="*/ 233648 h 838200"/>
                <a:gd name="connsiteX334" fmla="*/ 372999 w 866775"/>
                <a:gd name="connsiteY334" fmla="*/ 227076 h 838200"/>
                <a:gd name="connsiteX335" fmla="*/ 372142 w 866775"/>
                <a:gd name="connsiteY335" fmla="*/ 226409 h 838200"/>
                <a:gd name="connsiteX336" fmla="*/ 370046 w 866775"/>
                <a:gd name="connsiteY336" fmla="*/ 225838 h 838200"/>
                <a:gd name="connsiteX337" fmla="*/ 369094 w 866775"/>
                <a:gd name="connsiteY337" fmla="*/ 225361 h 838200"/>
                <a:gd name="connsiteX338" fmla="*/ 368236 w 866775"/>
                <a:gd name="connsiteY338" fmla="*/ 224409 h 838200"/>
                <a:gd name="connsiteX339" fmla="*/ 366998 w 866775"/>
                <a:gd name="connsiteY339" fmla="*/ 222313 h 838200"/>
                <a:gd name="connsiteX340" fmla="*/ 366332 w 866775"/>
                <a:gd name="connsiteY340" fmla="*/ 221456 h 838200"/>
                <a:gd name="connsiteX341" fmla="*/ 364427 w 866775"/>
                <a:gd name="connsiteY341" fmla="*/ 220218 h 838200"/>
                <a:gd name="connsiteX342" fmla="*/ 360331 w 866775"/>
                <a:gd name="connsiteY342" fmla="*/ 219551 h 838200"/>
                <a:gd name="connsiteX343" fmla="*/ 358140 w 866775"/>
                <a:gd name="connsiteY343" fmla="*/ 218789 h 838200"/>
                <a:gd name="connsiteX344" fmla="*/ 356426 w 866775"/>
                <a:gd name="connsiteY344" fmla="*/ 217456 h 838200"/>
                <a:gd name="connsiteX345" fmla="*/ 352615 w 866775"/>
                <a:gd name="connsiteY345" fmla="*/ 212217 h 838200"/>
                <a:gd name="connsiteX346" fmla="*/ 348901 w 866775"/>
                <a:gd name="connsiteY346" fmla="*/ 210026 h 838200"/>
                <a:gd name="connsiteX347" fmla="*/ 347853 w 866775"/>
                <a:gd name="connsiteY347" fmla="*/ 209836 h 838200"/>
                <a:gd name="connsiteX348" fmla="*/ 347472 w 866775"/>
                <a:gd name="connsiteY348" fmla="*/ 211931 h 838200"/>
                <a:gd name="connsiteX349" fmla="*/ 346901 w 866775"/>
                <a:gd name="connsiteY349" fmla="*/ 213455 h 838200"/>
                <a:gd name="connsiteX350" fmla="*/ 345853 w 866775"/>
                <a:gd name="connsiteY350" fmla="*/ 215360 h 838200"/>
                <a:gd name="connsiteX351" fmla="*/ 342614 w 866775"/>
                <a:gd name="connsiteY351" fmla="*/ 218884 h 838200"/>
                <a:gd name="connsiteX352" fmla="*/ 341090 w 866775"/>
                <a:gd name="connsiteY352" fmla="*/ 220027 h 838200"/>
                <a:gd name="connsiteX353" fmla="*/ 339471 w 866775"/>
                <a:gd name="connsiteY353" fmla="*/ 220885 h 838200"/>
                <a:gd name="connsiteX354" fmla="*/ 337947 w 866775"/>
                <a:gd name="connsiteY354" fmla="*/ 221361 h 838200"/>
                <a:gd name="connsiteX355" fmla="*/ 336232 w 866775"/>
                <a:gd name="connsiteY355" fmla="*/ 221456 h 838200"/>
                <a:gd name="connsiteX356" fmla="*/ 334042 w 866775"/>
                <a:gd name="connsiteY356" fmla="*/ 220980 h 838200"/>
                <a:gd name="connsiteX357" fmla="*/ 331946 w 866775"/>
                <a:gd name="connsiteY357" fmla="*/ 219456 h 838200"/>
                <a:gd name="connsiteX358" fmla="*/ 331184 w 866775"/>
                <a:gd name="connsiteY358" fmla="*/ 218123 h 838200"/>
                <a:gd name="connsiteX359" fmla="*/ 331375 w 866775"/>
                <a:gd name="connsiteY359" fmla="*/ 216694 h 838200"/>
                <a:gd name="connsiteX360" fmla="*/ 331851 w 866775"/>
                <a:gd name="connsiteY360" fmla="*/ 215646 h 838200"/>
                <a:gd name="connsiteX361" fmla="*/ 331565 w 866775"/>
                <a:gd name="connsiteY361" fmla="*/ 214979 h 838200"/>
                <a:gd name="connsiteX362" fmla="*/ 330041 w 866775"/>
                <a:gd name="connsiteY362" fmla="*/ 215170 h 838200"/>
                <a:gd name="connsiteX363" fmla="*/ 328613 w 866775"/>
                <a:gd name="connsiteY363" fmla="*/ 215741 h 838200"/>
                <a:gd name="connsiteX364" fmla="*/ 327374 w 866775"/>
                <a:gd name="connsiteY364" fmla="*/ 215836 h 838200"/>
                <a:gd name="connsiteX365" fmla="*/ 326707 w 866775"/>
                <a:gd name="connsiteY365" fmla="*/ 214884 h 838200"/>
                <a:gd name="connsiteX366" fmla="*/ 326898 w 866775"/>
                <a:gd name="connsiteY366" fmla="*/ 213455 h 838200"/>
                <a:gd name="connsiteX367" fmla="*/ 327279 w 866775"/>
                <a:gd name="connsiteY367" fmla="*/ 211931 h 838200"/>
                <a:gd name="connsiteX368" fmla="*/ 327184 w 866775"/>
                <a:gd name="connsiteY368" fmla="*/ 210693 h 838200"/>
                <a:gd name="connsiteX369" fmla="*/ 326422 w 866775"/>
                <a:gd name="connsiteY369" fmla="*/ 210217 h 838200"/>
                <a:gd name="connsiteX370" fmla="*/ 324803 w 866775"/>
                <a:gd name="connsiteY370" fmla="*/ 210502 h 838200"/>
                <a:gd name="connsiteX371" fmla="*/ 321469 w 866775"/>
                <a:gd name="connsiteY371" fmla="*/ 211931 h 838200"/>
                <a:gd name="connsiteX372" fmla="*/ 320326 w 866775"/>
                <a:gd name="connsiteY372" fmla="*/ 211836 h 838200"/>
                <a:gd name="connsiteX373" fmla="*/ 319564 w 866775"/>
                <a:gd name="connsiteY373" fmla="*/ 210693 h 838200"/>
                <a:gd name="connsiteX374" fmla="*/ 319659 w 866775"/>
                <a:gd name="connsiteY374" fmla="*/ 209359 h 838200"/>
                <a:gd name="connsiteX375" fmla="*/ 320707 w 866775"/>
                <a:gd name="connsiteY375" fmla="*/ 206692 h 838200"/>
                <a:gd name="connsiteX376" fmla="*/ 321088 w 866775"/>
                <a:gd name="connsiteY376" fmla="*/ 205359 h 838200"/>
                <a:gd name="connsiteX377" fmla="*/ 320040 w 866775"/>
                <a:gd name="connsiteY377" fmla="*/ 203930 h 838200"/>
                <a:gd name="connsiteX378" fmla="*/ 317849 w 866775"/>
                <a:gd name="connsiteY378" fmla="*/ 202502 h 838200"/>
                <a:gd name="connsiteX379" fmla="*/ 312134 w 866775"/>
                <a:gd name="connsiteY379" fmla="*/ 201454 h 838200"/>
                <a:gd name="connsiteX380" fmla="*/ 309848 w 866775"/>
                <a:gd name="connsiteY380" fmla="*/ 201359 h 838200"/>
                <a:gd name="connsiteX381" fmla="*/ 308229 w 866775"/>
                <a:gd name="connsiteY381" fmla="*/ 202121 h 838200"/>
                <a:gd name="connsiteX382" fmla="*/ 308324 w 866775"/>
                <a:gd name="connsiteY382" fmla="*/ 202883 h 838200"/>
                <a:gd name="connsiteX383" fmla="*/ 308229 w 866775"/>
                <a:gd name="connsiteY383" fmla="*/ 203835 h 838200"/>
                <a:gd name="connsiteX384" fmla="*/ 307753 w 866775"/>
                <a:gd name="connsiteY384" fmla="*/ 204883 h 838200"/>
                <a:gd name="connsiteX385" fmla="*/ 304705 w 866775"/>
                <a:gd name="connsiteY385" fmla="*/ 205931 h 838200"/>
                <a:gd name="connsiteX386" fmla="*/ 297085 w 866775"/>
                <a:gd name="connsiteY386" fmla="*/ 204216 h 838200"/>
                <a:gd name="connsiteX387" fmla="*/ 294703 w 866775"/>
                <a:gd name="connsiteY387" fmla="*/ 205550 h 838200"/>
                <a:gd name="connsiteX388" fmla="*/ 293275 w 866775"/>
                <a:gd name="connsiteY388" fmla="*/ 206121 h 838200"/>
                <a:gd name="connsiteX389" fmla="*/ 291941 w 866775"/>
                <a:gd name="connsiteY389" fmla="*/ 206121 h 838200"/>
                <a:gd name="connsiteX390" fmla="*/ 290989 w 866775"/>
                <a:gd name="connsiteY390" fmla="*/ 204788 h 838200"/>
                <a:gd name="connsiteX391" fmla="*/ 290417 w 866775"/>
                <a:gd name="connsiteY391" fmla="*/ 203263 h 838200"/>
                <a:gd name="connsiteX392" fmla="*/ 289465 w 866775"/>
                <a:gd name="connsiteY392" fmla="*/ 202121 h 838200"/>
                <a:gd name="connsiteX393" fmla="*/ 284798 w 866775"/>
                <a:gd name="connsiteY393" fmla="*/ 202311 h 838200"/>
                <a:gd name="connsiteX394" fmla="*/ 275273 w 866775"/>
                <a:gd name="connsiteY394" fmla="*/ 206026 h 838200"/>
                <a:gd name="connsiteX395" fmla="*/ 273748 w 866775"/>
                <a:gd name="connsiteY395" fmla="*/ 202502 h 838200"/>
                <a:gd name="connsiteX396" fmla="*/ 272129 w 866775"/>
                <a:gd name="connsiteY396" fmla="*/ 196596 h 838200"/>
                <a:gd name="connsiteX397" fmla="*/ 271367 w 866775"/>
                <a:gd name="connsiteY397" fmla="*/ 195263 h 838200"/>
                <a:gd name="connsiteX398" fmla="*/ 270319 w 866775"/>
                <a:gd name="connsiteY398" fmla="*/ 194024 h 838200"/>
                <a:gd name="connsiteX399" fmla="*/ 268605 w 866775"/>
                <a:gd name="connsiteY399" fmla="*/ 192215 h 838200"/>
                <a:gd name="connsiteX400" fmla="*/ 267748 w 866775"/>
                <a:gd name="connsiteY400" fmla="*/ 191071 h 838200"/>
                <a:gd name="connsiteX401" fmla="*/ 266890 w 866775"/>
                <a:gd name="connsiteY401" fmla="*/ 190214 h 838200"/>
                <a:gd name="connsiteX402" fmla="*/ 265748 w 866775"/>
                <a:gd name="connsiteY402" fmla="*/ 190119 h 838200"/>
                <a:gd name="connsiteX403" fmla="*/ 264700 w 866775"/>
                <a:gd name="connsiteY403" fmla="*/ 190786 h 838200"/>
                <a:gd name="connsiteX404" fmla="*/ 263366 w 866775"/>
                <a:gd name="connsiteY404" fmla="*/ 191167 h 838200"/>
                <a:gd name="connsiteX405" fmla="*/ 260985 w 866775"/>
                <a:gd name="connsiteY405" fmla="*/ 190881 h 838200"/>
                <a:gd name="connsiteX406" fmla="*/ 258223 w 866775"/>
                <a:gd name="connsiteY406" fmla="*/ 190024 h 838200"/>
                <a:gd name="connsiteX407" fmla="*/ 243745 w 866775"/>
                <a:gd name="connsiteY407" fmla="*/ 179451 h 838200"/>
                <a:gd name="connsiteX408" fmla="*/ 241935 w 866775"/>
                <a:gd name="connsiteY408" fmla="*/ 177641 h 838200"/>
                <a:gd name="connsiteX409" fmla="*/ 240792 w 866775"/>
                <a:gd name="connsiteY409" fmla="*/ 175927 h 838200"/>
                <a:gd name="connsiteX410" fmla="*/ 240602 w 866775"/>
                <a:gd name="connsiteY410" fmla="*/ 174688 h 838200"/>
                <a:gd name="connsiteX411" fmla="*/ 240506 w 866775"/>
                <a:gd name="connsiteY411" fmla="*/ 173355 h 838200"/>
                <a:gd name="connsiteX412" fmla="*/ 240125 w 866775"/>
                <a:gd name="connsiteY412" fmla="*/ 172117 h 838200"/>
                <a:gd name="connsiteX413" fmla="*/ 239077 w 866775"/>
                <a:gd name="connsiteY413" fmla="*/ 171069 h 838200"/>
                <a:gd name="connsiteX414" fmla="*/ 230505 w 866775"/>
                <a:gd name="connsiteY414" fmla="*/ 166211 h 838200"/>
                <a:gd name="connsiteX415" fmla="*/ 229076 w 866775"/>
                <a:gd name="connsiteY415" fmla="*/ 165830 h 838200"/>
                <a:gd name="connsiteX416" fmla="*/ 228314 w 866775"/>
                <a:gd name="connsiteY416" fmla="*/ 165925 h 838200"/>
                <a:gd name="connsiteX417" fmla="*/ 225647 w 866775"/>
                <a:gd name="connsiteY417" fmla="*/ 167450 h 838200"/>
                <a:gd name="connsiteX418" fmla="*/ 218313 w 866775"/>
                <a:gd name="connsiteY418" fmla="*/ 169450 h 838200"/>
                <a:gd name="connsiteX419" fmla="*/ 214122 w 866775"/>
                <a:gd name="connsiteY419" fmla="*/ 172307 h 838200"/>
                <a:gd name="connsiteX420" fmla="*/ 213074 w 866775"/>
                <a:gd name="connsiteY420" fmla="*/ 165259 h 838200"/>
                <a:gd name="connsiteX421" fmla="*/ 212312 w 866775"/>
                <a:gd name="connsiteY421" fmla="*/ 162782 h 838200"/>
                <a:gd name="connsiteX422" fmla="*/ 210884 w 866775"/>
                <a:gd name="connsiteY422" fmla="*/ 160211 h 838200"/>
                <a:gd name="connsiteX423" fmla="*/ 208788 w 866775"/>
                <a:gd name="connsiteY423" fmla="*/ 157829 h 838200"/>
                <a:gd name="connsiteX424" fmla="*/ 191929 w 866775"/>
                <a:gd name="connsiteY424" fmla="*/ 148685 h 838200"/>
                <a:gd name="connsiteX425" fmla="*/ 191072 w 866775"/>
                <a:gd name="connsiteY425" fmla="*/ 147828 h 838200"/>
                <a:gd name="connsiteX426" fmla="*/ 191262 w 866775"/>
                <a:gd name="connsiteY426" fmla="*/ 147542 h 838200"/>
                <a:gd name="connsiteX427" fmla="*/ 192500 w 866775"/>
                <a:gd name="connsiteY427" fmla="*/ 146875 h 838200"/>
                <a:gd name="connsiteX428" fmla="*/ 192500 w 866775"/>
                <a:gd name="connsiteY428" fmla="*/ 146018 h 838200"/>
                <a:gd name="connsiteX429" fmla="*/ 192310 w 866775"/>
                <a:gd name="connsiteY429" fmla="*/ 145256 h 838200"/>
                <a:gd name="connsiteX430" fmla="*/ 192500 w 866775"/>
                <a:gd name="connsiteY430" fmla="*/ 144494 h 838200"/>
                <a:gd name="connsiteX431" fmla="*/ 192977 w 866775"/>
                <a:gd name="connsiteY431" fmla="*/ 143923 h 838200"/>
                <a:gd name="connsiteX432" fmla="*/ 195167 w 866775"/>
                <a:gd name="connsiteY432" fmla="*/ 143446 h 838200"/>
                <a:gd name="connsiteX433" fmla="*/ 195929 w 866775"/>
                <a:gd name="connsiteY433" fmla="*/ 142780 h 838200"/>
                <a:gd name="connsiteX434" fmla="*/ 196501 w 866775"/>
                <a:gd name="connsiteY434" fmla="*/ 142589 h 838200"/>
                <a:gd name="connsiteX435" fmla="*/ 197168 w 866775"/>
                <a:gd name="connsiteY435" fmla="*/ 142970 h 838200"/>
                <a:gd name="connsiteX436" fmla="*/ 198311 w 866775"/>
                <a:gd name="connsiteY436" fmla="*/ 143732 h 838200"/>
                <a:gd name="connsiteX437" fmla="*/ 199549 w 866775"/>
                <a:gd name="connsiteY437" fmla="*/ 144113 h 838200"/>
                <a:gd name="connsiteX438" fmla="*/ 200597 w 866775"/>
                <a:gd name="connsiteY438" fmla="*/ 143827 h 838200"/>
                <a:gd name="connsiteX439" fmla="*/ 202121 w 866775"/>
                <a:gd name="connsiteY439" fmla="*/ 141065 h 838200"/>
                <a:gd name="connsiteX440" fmla="*/ 202882 w 866775"/>
                <a:gd name="connsiteY440" fmla="*/ 140017 h 838200"/>
                <a:gd name="connsiteX441" fmla="*/ 203835 w 866775"/>
                <a:gd name="connsiteY441" fmla="*/ 139636 h 838200"/>
                <a:gd name="connsiteX442" fmla="*/ 204597 w 866775"/>
                <a:gd name="connsiteY442" fmla="*/ 139922 h 838200"/>
                <a:gd name="connsiteX443" fmla="*/ 205359 w 866775"/>
                <a:gd name="connsiteY443" fmla="*/ 140494 h 838200"/>
                <a:gd name="connsiteX444" fmla="*/ 206502 w 866775"/>
                <a:gd name="connsiteY444" fmla="*/ 140589 h 838200"/>
                <a:gd name="connsiteX445" fmla="*/ 207931 w 866775"/>
                <a:gd name="connsiteY445" fmla="*/ 139922 h 838200"/>
                <a:gd name="connsiteX446" fmla="*/ 213360 w 866775"/>
                <a:gd name="connsiteY446" fmla="*/ 134874 h 838200"/>
                <a:gd name="connsiteX447" fmla="*/ 214217 w 866775"/>
                <a:gd name="connsiteY447" fmla="*/ 133350 h 838200"/>
                <a:gd name="connsiteX448" fmla="*/ 214694 w 866775"/>
                <a:gd name="connsiteY448" fmla="*/ 131731 h 838200"/>
                <a:gd name="connsiteX449" fmla="*/ 214789 w 866775"/>
                <a:gd name="connsiteY449" fmla="*/ 130397 h 838200"/>
                <a:gd name="connsiteX450" fmla="*/ 213265 w 866775"/>
                <a:gd name="connsiteY450" fmla="*/ 129350 h 838200"/>
                <a:gd name="connsiteX451" fmla="*/ 204788 w 866775"/>
                <a:gd name="connsiteY451" fmla="*/ 127540 h 838200"/>
                <a:gd name="connsiteX452" fmla="*/ 201740 w 866775"/>
                <a:gd name="connsiteY452" fmla="*/ 126302 h 838200"/>
                <a:gd name="connsiteX453" fmla="*/ 182880 w 866775"/>
                <a:gd name="connsiteY453" fmla="*/ 115157 h 838200"/>
                <a:gd name="connsiteX454" fmla="*/ 176689 w 866775"/>
                <a:gd name="connsiteY454" fmla="*/ 109538 h 838200"/>
                <a:gd name="connsiteX455" fmla="*/ 172593 w 866775"/>
                <a:gd name="connsiteY455" fmla="*/ 104108 h 838200"/>
                <a:gd name="connsiteX456" fmla="*/ 170498 w 866775"/>
                <a:gd name="connsiteY456" fmla="*/ 100489 h 838200"/>
                <a:gd name="connsiteX457" fmla="*/ 168116 w 866775"/>
                <a:gd name="connsiteY457" fmla="*/ 95059 h 838200"/>
                <a:gd name="connsiteX458" fmla="*/ 163925 w 866775"/>
                <a:gd name="connsiteY458" fmla="*/ 90678 h 838200"/>
                <a:gd name="connsiteX459" fmla="*/ 152591 w 866775"/>
                <a:gd name="connsiteY459" fmla="*/ 85439 h 838200"/>
                <a:gd name="connsiteX460" fmla="*/ 150400 w 866775"/>
                <a:gd name="connsiteY460" fmla="*/ 83534 h 838200"/>
                <a:gd name="connsiteX461" fmla="*/ 149352 w 866775"/>
                <a:gd name="connsiteY461" fmla="*/ 81915 h 838200"/>
                <a:gd name="connsiteX462" fmla="*/ 146209 w 866775"/>
                <a:gd name="connsiteY462" fmla="*/ 74581 h 838200"/>
                <a:gd name="connsiteX463" fmla="*/ 141732 w 866775"/>
                <a:gd name="connsiteY463" fmla="*/ 68008 h 838200"/>
                <a:gd name="connsiteX464" fmla="*/ 135065 w 866775"/>
                <a:gd name="connsiteY464" fmla="*/ 60674 h 838200"/>
                <a:gd name="connsiteX465" fmla="*/ 133826 w 866775"/>
                <a:gd name="connsiteY465" fmla="*/ 59817 h 838200"/>
                <a:gd name="connsiteX466" fmla="*/ 132779 w 866775"/>
                <a:gd name="connsiteY466" fmla="*/ 59627 h 838200"/>
                <a:gd name="connsiteX467" fmla="*/ 131064 w 866775"/>
                <a:gd name="connsiteY467" fmla="*/ 59531 h 838200"/>
                <a:gd name="connsiteX468" fmla="*/ 129159 w 866775"/>
                <a:gd name="connsiteY468" fmla="*/ 60008 h 838200"/>
                <a:gd name="connsiteX469" fmla="*/ 128016 w 866775"/>
                <a:gd name="connsiteY469" fmla="*/ 60769 h 838200"/>
                <a:gd name="connsiteX470" fmla="*/ 127159 w 866775"/>
                <a:gd name="connsiteY470" fmla="*/ 61913 h 838200"/>
                <a:gd name="connsiteX471" fmla="*/ 126587 w 866775"/>
                <a:gd name="connsiteY471" fmla="*/ 63627 h 838200"/>
                <a:gd name="connsiteX472" fmla="*/ 126683 w 866775"/>
                <a:gd name="connsiteY472" fmla="*/ 67056 h 838200"/>
                <a:gd name="connsiteX473" fmla="*/ 127254 w 866775"/>
                <a:gd name="connsiteY473" fmla="*/ 70009 h 838200"/>
                <a:gd name="connsiteX474" fmla="*/ 130683 w 866775"/>
                <a:gd name="connsiteY474" fmla="*/ 81248 h 838200"/>
                <a:gd name="connsiteX475" fmla="*/ 131540 w 866775"/>
                <a:gd name="connsiteY475" fmla="*/ 87154 h 838200"/>
                <a:gd name="connsiteX476" fmla="*/ 130493 w 866775"/>
                <a:gd name="connsiteY476" fmla="*/ 92678 h 838200"/>
                <a:gd name="connsiteX477" fmla="*/ 126587 w 866775"/>
                <a:gd name="connsiteY477" fmla="*/ 96869 h 838200"/>
                <a:gd name="connsiteX478" fmla="*/ 121063 w 866775"/>
                <a:gd name="connsiteY478" fmla="*/ 99631 h 838200"/>
                <a:gd name="connsiteX479" fmla="*/ 118396 w 866775"/>
                <a:gd name="connsiteY479" fmla="*/ 98774 h 838200"/>
                <a:gd name="connsiteX480" fmla="*/ 117443 w 866775"/>
                <a:gd name="connsiteY480" fmla="*/ 98393 h 838200"/>
                <a:gd name="connsiteX481" fmla="*/ 113348 w 866775"/>
                <a:gd name="connsiteY481" fmla="*/ 95155 h 838200"/>
                <a:gd name="connsiteX482" fmla="*/ 106680 w 866775"/>
                <a:gd name="connsiteY482" fmla="*/ 91059 h 838200"/>
                <a:gd name="connsiteX483" fmla="*/ 104870 w 866775"/>
                <a:gd name="connsiteY483" fmla="*/ 90392 h 838200"/>
                <a:gd name="connsiteX484" fmla="*/ 103346 w 866775"/>
                <a:gd name="connsiteY484" fmla="*/ 90488 h 838200"/>
                <a:gd name="connsiteX485" fmla="*/ 99822 w 866775"/>
                <a:gd name="connsiteY485" fmla="*/ 93440 h 838200"/>
                <a:gd name="connsiteX486" fmla="*/ 89249 w 866775"/>
                <a:gd name="connsiteY486" fmla="*/ 98869 h 838200"/>
                <a:gd name="connsiteX487" fmla="*/ 83725 w 866775"/>
                <a:gd name="connsiteY487" fmla="*/ 88011 h 838200"/>
                <a:gd name="connsiteX488" fmla="*/ 82868 w 866775"/>
                <a:gd name="connsiteY488" fmla="*/ 84582 h 838200"/>
                <a:gd name="connsiteX489" fmla="*/ 81915 w 866775"/>
                <a:gd name="connsiteY489" fmla="*/ 77724 h 838200"/>
                <a:gd name="connsiteX490" fmla="*/ 79915 w 866775"/>
                <a:gd name="connsiteY490" fmla="*/ 72295 h 838200"/>
                <a:gd name="connsiteX491" fmla="*/ 79534 w 866775"/>
                <a:gd name="connsiteY491" fmla="*/ 69913 h 838200"/>
                <a:gd name="connsiteX492" fmla="*/ 79629 w 866775"/>
                <a:gd name="connsiteY492" fmla="*/ 64389 h 838200"/>
                <a:gd name="connsiteX493" fmla="*/ 79058 w 866775"/>
                <a:gd name="connsiteY493" fmla="*/ 59055 h 838200"/>
                <a:gd name="connsiteX494" fmla="*/ 79439 w 866775"/>
                <a:gd name="connsiteY494" fmla="*/ 56674 h 838200"/>
                <a:gd name="connsiteX495" fmla="*/ 84487 w 866775"/>
                <a:gd name="connsiteY495" fmla="*/ 48387 h 838200"/>
                <a:gd name="connsiteX496" fmla="*/ 89630 w 866775"/>
                <a:gd name="connsiteY496" fmla="*/ 36195 h 838200"/>
                <a:gd name="connsiteX497" fmla="*/ 93631 w 866775"/>
                <a:gd name="connsiteY497" fmla="*/ 31623 h 838200"/>
                <a:gd name="connsiteX498" fmla="*/ 99536 w 866775"/>
                <a:gd name="connsiteY498" fmla="*/ 27146 h 838200"/>
                <a:gd name="connsiteX499" fmla="*/ 101727 w 866775"/>
                <a:gd name="connsiteY499" fmla="*/ 24956 h 838200"/>
                <a:gd name="connsiteX500" fmla="*/ 102489 w 866775"/>
                <a:gd name="connsiteY500" fmla="*/ 23241 h 838200"/>
                <a:gd name="connsiteX501" fmla="*/ 100489 w 866775"/>
                <a:gd name="connsiteY501" fmla="*/ 21050 h 838200"/>
                <a:gd name="connsiteX502" fmla="*/ 86963 w 866775"/>
                <a:gd name="connsiteY502" fmla="*/ 14669 h 838200"/>
                <a:gd name="connsiteX503" fmla="*/ 79915 w 866775"/>
                <a:gd name="connsiteY503" fmla="*/ 10192 h 838200"/>
                <a:gd name="connsiteX504" fmla="*/ 69628 w 866775"/>
                <a:gd name="connsiteY504" fmla="*/ 952 h 838200"/>
                <a:gd name="connsiteX505" fmla="*/ 66770 w 866775"/>
                <a:gd name="connsiteY505" fmla="*/ 95 h 838200"/>
                <a:gd name="connsiteX506" fmla="*/ 64770 w 866775"/>
                <a:gd name="connsiteY506" fmla="*/ 0 h 838200"/>
                <a:gd name="connsiteX507" fmla="*/ 60770 w 866775"/>
                <a:gd name="connsiteY507" fmla="*/ 2572 h 838200"/>
                <a:gd name="connsiteX508" fmla="*/ 60960 w 866775"/>
                <a:gd name="connsiteY508" fmla="*/ 2858 h 838200"/>
                <a:gd name="connsiteX509" fmla="*/ 61150 w 866775"/>
                <a:gd name="connsiteY509" fmla="*/ 4286 h 838200"/>
                <a:gd name="connsiteX510" fmla="*/ 60770 w 866775"/>
                <a:gd name="connsiteY510" fmla="*/ 10287 h 838200"/>
                <a:gd name="connsiteX511" fmla="*/ 59055 w 866775"/>
                <a:gd name="connsiteY511" fmla="*/ 16573 h 838200"/>
                <a:gd name="connsiteX512" fmla="*/ 56960 w 866775"/>
                <a:gd name="connsiteY512" fmla="*/ 18859 h 838200"/>
                <a:gd name="connsiteX513" fmla="*/ 52102 w 866775"/>
                <a:gd name="connsiteY513" fmla="*/ 22669 h 838200"/>
                <a:gd name="connsiteX514" fmla="*/ 44577 w 866775"/>
                <a:gd name="connsiteY514" fmla="*/ 30480 h 838200"/>
                <a:gd name="connsiteX515" fmla="*/ 41148 w 866775"/>
                <a:gd name="connsiteY515" fmla="*/ 33338 h 838200"/>
                <a:gd name="connsiteX516" fmla="*/ 40100 w 866775"/>
                <a:gd name="connsiteY516" fmla="*/ 34766 h 838200"/>
                <a:gd name="connsiteX517" fmla="*/ 39815 w 866775"/>
                <a:gd name="connsiteY517" fmla="*/ 38671 h 838200"/>
                <a:gd name="connsiteX518" fmla="*/ 36004 w 866775"/>
                <a:gd name="connsiteY518" fmla="*/ 40862 h 838200"/>
                <a:gd name="connsiteX519" fmla="*/ 32385 w 866775"/>
                <a:gd name="connsiteY519" fmla="*/ 44386 h 838200"/>
                <a:gd name="connsiteX520" fmla="*/ 30575 w 866775"/>
                <a:gd name="connsiteY520" fmla="*/ 45148 h 838200"/>
                <a:gd name="connsiteX521" fmla="*/ 30290 w 866775"/>
                <a:gd name="connsiteY521" fmla="*/ 45720 h 838200"/>
                <a:gd name="connsiteX522" fmla="*/ 30099 w 866775"/>
                <a:gd name="connsiteY522" fmla="*/ 46387 h 838200"/>
                <a:gd name="connsiteX523" fmla="*/ 30004 w 866775"/>
                <a:gd name="connsiteY523" fmla="*/ 48292 h 838200"/>
                <a:gd name="connsiteX524" fmla="*/ 29718 w 866775"/>
                <a:gd name="connsiteY524" fmla="*/ 48387 h 838200"/>
                <a:gd name="connsiteX525" fmla="*/ 29147 w 866775"/>
                <a:gd name="connsiteY525" fmla="*/ 48292 h 838200"/>
                <a:gd name="connsiteX526" fmla="*/ 28575 w 866775"/>
                <a:gd name="connsiteY526" fmla="*/ 48577 h 838200"/>
                <a:gd name="connsiteX527" fmla="*/ 28004 w 866775"/>
                <a:gd name="connsiteY527" fmla="*/ 48768 h 838200"/>
                <a:gd name="connsiteX528" fmla="*/ 26670 w 866775"/>
                <a:gd name="connsiteY528" fmla="*/ 48482 h 838200"/>
                <a:gd name="connsiteX529" fmla="*/ 26194 w 866775"/>
                <a:gd name="connsiteY529" fmla="*/ 48577 h 838200"/>
                <a:gd name="connsiteX530" fmla="*/ 25622 w 866775"/>
                <a:gd name="connsiteY530" fmla="*/ 49340 h 838200"/>
                <a:gd name="connsiteX531" fmla="*/ 25527 w 866775"/>
                <a:gd name="connsiteY531" fmla="*/ 50102 h 838200"/>
                <a:gd name="connsiteX532" fmla="*/ 25527 w 866775"/>
                <a:gd name="connsiteY532" fmla="*/ 50768 h 838200"/>
                <a:gd name="connsiteX533" fmla="*/ 25337 w 866775"/>
                <a:gd name="connsiteY533" fmla="*/ 51340 h 838200"/>
                <a:gd name="connsiteX534" fmla="*/ 21050 w 866775"/>
                <a:gd name="connsiteY534" fmla="*/ 55912 h 838200"/>
                <a:gd name="connsiteX535" fmla="*/ 19812 w 866775"/>
                <a:gd name="connsiteY535" fmla="*/ 56769 h 838200"/>
                <a:gd name="connsiteX536" fmla="*/ 18764 w 866775"/>
                <a:gd name="connsiteY536" fmla="*/ 58960 h 838200"/>
                <a:gd name="connsiteX537" fmla="*/ 17526 w 866775"/>
                <a:gd name="connsiteY537" fmla="*/ 63151 h 838200"/>
                <a:gd name="connsiteX538" fmla="*/ 14097 w 866775"/>
                <a:gd name="connsiteY538" fmla="*/ 79724 h 838200"/>
                <a:gd name="connsiteX539" fmla="*/ 12002 w 866775"/>
                <a:gd name="connsiteY539" fmla="*/ 84106 h 838200"/>
                <a:gd name="connsiteX540" fmla="*/ 11335 w 866775"/>
                <a:gd name="connsiteY540" fmla="*/ 84392 h 838200"/>
                <a:gd name="connsiteX541" fmla="*/ 10477 w 866775"/>
                <a:gd name="connsiteY541" fmla="*/ 84296 h 838200"/>
                <a:gd name="connsiteX542" fmla="*/ 9525 w 866775"/>
                <a:gd name="connsiteY542" fmla="*/ 84296 h 838200"/>
                <a:gd name="connsiteX543" fmla="*/ 8763 w 866775"/>
                <a:gd name="connsiteY543" fmla="*/ 85058 h 838200"/>
                <a:gd name="connsiteX544" fmla="*/ 8573 w 866775"/>
                <a:gd name="connsiteY544" fmla="*/ 86201 h 838200"/>
                <a:gd name="connsiteX545" fmla="*/ 8858 w 866775"/>
                <a:gd name="connsiteY545" fmla="*/ 87249 h 838200"/>
                <a:gd name="connsiteX546" fmla="*/ 9430 w 866775"/>
                <a:gd name="connsiteY546" fmla="*/ 88297 h 838200"/>
                <a:gd name="connsiteX547" fmla="*/ 9620 w 866775"/>
                <a:gd name="connsiteY547" fmla="*/ 89154 h 838200"/>
                <a:gd name="connsiteX548" fmla="*/ 9144 w 866775"/>
                <a:gd name="connsiteY548" fmla="*/ 90583 h 838200"/>
                <a:gd name="connsiteX549" fmla="*/ 8096 w 866775"/>
                <a:gd name="connsiteY549" fmla="*/ 91726 h 838200"/>
                <a:gd name="connsiteX550" fmla="*/ 5620 w 866775"/>
                <a:gd name="connsiteY550" fmla="*/ 93250 h 838200"/>
                <a:gd name="connsiteX551" fmla="*/ 6477 w 866775"/>
                <a:gd name="connsiteY551" fmla="*/ 95917 h 838200"/>
                <a:gd name="connsiteX552" fmla="*/ 3429 w 866775"/>
                <a:gd name="connsiteY552" fmla="*/ 99060 h 838200"/>
                <a:gd name="connsiteX553" fmla="*/ 4096 w 866775"/>
                <a:gd name="connsiteY553" fmla="*/ 101441 h 838200"/>
                <a:gd name="connsiteX554" fmla="*/ 3239 w 866775"/>
                <a:gd name="connsiteY554" fmla="*/ 103632 h 838200"/>
                <a:gd name="connsiteX555" fmla="*/ 3620 w 866775"/>
                <a:gd name="connsiteY555" fmla="*/ 105346 h 838200"/>
                <a:gd name="connsiteX556" fmla="*/ 4381 w 866775"/>
                <a:gd name="connsiteY556" fmla="*/ 106775 h 838200"/>
                <a:gd name="connsiteX557" fmla="*/ 4858 w 866775"/>
                <a:gd name="connsiteY557" fmla="*/ 108299 h 838200"/>
                <a:gd name="connsiteX558" fmla="*/ 4096 w 866775"/>
                <a:gd name="connsiteY558" fmla="*/ 109347 h 838200"/>
                <a:gd name="connsiteX559" fmla="*/ 2477 w 866775"/>
                <a:gd name="connsiteY559" fmla="*/ 110014 h 838200"/>
                <a:gd name="connsiteX560" fmla="*/ 762 w 866775"/>
                <a:gd name="connsiteY560" fmla="*/ 110871 h 838200"/>
                <a:gd name="connsiteX561" fmla="*/ 0 w 866775"/>
                <a:gd name="connsiteY561" fmla="*/ 112776 h 838200"/>
                <a:gd name="connsiteX562" fmla="*/ 286 w 866775"/>
                <a:gd name="connsiteY562" fmla="*/ 113729 h 838200"/>
                <a:gd name="connsiteX563" fmla="*/ 1429 w 866775"/>
                <a:gd name="connsiteY563" fmla="*/ 115348 h 838200"/>
                <a:gd name="connsiteX564" fmla="*/ 1715 w 866775"/>
                <a:gd name="connsiteY564" fmla="*/ 116396 h 838200"/>
                <a:gd name="connsiteX565" fmla="*/ 1524 w 866775"/>
                <a:gd name="connsiteY565" fmla="*/ 118681 h 838200"/>
                <a:gd name="connsiteX566" fmla="*/ 1238 w 866775"/>
                <a:gd name="connsiteY566" fmla="*/ 119729 h 838200"/>
                <a:gd name="connsiteX567" fmla="*/ 857 w 866775"/>
                <a:gd name="connsiteY567" fmla="*/ 119634 h 838200"/>
                <a:gd name="connsiteX568" fmla="*/ 2286 w 866775"/>
                <a:gd name="connsiteY568" fmla="*/ 121158 h 838200"/>
                <a:gd name="connsiteX569" fmla="*/ 5429 w 866775"/>
                <a:gd name="connsiteY569" fmla="*/ 120777 h 838200"/>
                <a:gd name="connsiteX570" fmla="*/ 7239 w 866775"/>
                <a:gd name="connsiteY570" fmla="*/ 122301 h 838200"/>
                <a:gd name="connsiteX571" fmla="*/ 5715 w 866775"/>
                <a:gd name="connsiteY571" fmla="*/ 124206 h 838200"/>
                <a:gd name="connsiteX572" fmla="*/ 1715 w 866775"/>
                <a:gd name="connsiteY572" fmla="*/ 128111 h 838200"/>
                <a:gd name="connsiteX573" fmla="*/ 857 w 866775"/>
                <a:gd name="connsiteY573" fmla="*/ 130111 h 838200"/>
                <a:gd name="connsiteX574" fmla="*/ 2191 w 866775"/>
                <a:gd name="connsiteY574" fmla="*/ 130207 h 838200"/>
                <a:gd name="connsiteX575" fmla="*/ 5144 w 866775"/>
                <a:gd name="connsiteY575" fmla="*/ 129826 h 838200"/>
                <a:gd name="connsiteX576" fmla="*/ 8382 w 866775"/>
                <a:gd name="connsiteY576" fmla="*/ 129921 h 838200"/>
                <a:gd name="connsiteX577" fmla="*/ 10382 w 866775"/>
                <a:gd name="connsiteY577" fmla="*/ 131445 h 838200"/>
                <a:gd name="connsiteX578" fmla="*/ 10573 w 866775"/>
                <a:gd name="connsiteY578" fmla="*/ 132969 h 838200"/>
                <a:gd name="connsiteX579" fmla="*/ 10097 w 866775"/>
                <a:gd name="connsiteY579" fmla="*/ 133921 h 838200"/>
                <a:gd name="connsiteX580" fmla="*/ 9335 w 866775"/>
                <a:gd name="connsiteY580" fmla="*/ 134874 h 838200"/>
                <a:gd name="connsiteX581" fmla="*/ 8763 w 866775"/>
                <a:gd name="connsiteY581" fmla="*/ 136017 h 838200"/>
                <a:gd name="connsiteX582" fmla="*/ 8668 w 866775"/>
                <a:gd name="connsiteY582" fmla="*/ 137065 h 838200"/>
                <a:gd name="connsiteX583" fmla="*/ 8763 w 866775"/>
                <a:gd name="connsiteY583" fmla="*/ 140970 h 838200"/>
                <a:gd name="connsiteX584" fmla="*/ 9239 w 866775"/>
                <a:gd name="connsiteY584" fmla="*/ 142208 h 838200"/>
                <a:gd name="connsiteX585" fmla="*/ 10097 w 866775"/>
                <a:gd name="connsiteY585" fmla="*/ 143446 h 838200"/>
                <a:gd name="connsiteX586" fmla="*/ 10668 w 866775"/>
                <a:gd name="connsiteY586" fmla="*/ 144875 h 838200"/>
                <a:gd name="connsiteX587" fmla="*/ 10001 w 866775"/>
                <a:gd name="connsiteY587" fmla="*/ 146399 h 838200"/>
                <a:gd name="connsiteX588" fmla="*/ 8763 w 866775"/>
                <a:gd name="connsiteY588" fmla="*/ 148019 h 838200"/>
                <a:gd name="connsiteX589" fmla="*/ 8382 w 866775"/>
                <a:gd name="connsiteY589" fmla="*/ 149161 h 838200"/>
                <a:gd name="connsiteX590" fmla="*/ 9620 w 866775"/>
                <a:gd name="connsiteY590" fmla="*/ 169069 h 838200"/>
                <a:gd name="connsiteX591" fmla="*/ 9525 w 866775"/>
                <a:gd name="connsiteY591" fmla="*/ 169831 h 838200"/>
                <a:gd name="connsiteX592" fmla="*/ 9239 w 866775"/>
                <a:gd name="connsiteY592" fmla="*/ 170307 h 838200"/>
                <a:gd name="connsiteX593" fmla="*/ 8858 w 866775"/>
                <a:gd name="connsiteY593" fmla="*/ 170498 h 838200"/>
                <a:gd name="connsiteX594" fmla="*/ 8763 w 866775"/>
                <a:gd name="connsiteY594" fmla="*/ 170879 h 838200"/>
                <a:gd name="connsiteX595" fmla="*/ 8954 w 866775"/>
                <a:gd name="connsiteY595" fmla="*/ 171926 h 838200"/>
                <a:gd name="connsiteX596" fmla="*/ 9525 w 866775"/>
                <a:gd name="connsiteY596" fmla="*/ 172402 h 838200"/>
                <a:gd name="connsiteX597" fmla="*/ 10001 w 866775"/>
                <a:gd name="connsiteY597" fmla="*/ 172688 h 838200"/>
                <a:gd name="connsiteX598" fmla="*/ 10382 w 866775"/>
                <a:gd name="connsiteY598" fmla="*/ 173069 h 838200"/>
                <a:gd name="connsiteX599" fmla="*/ 12859 w 866775"/>
                <a:gd name="connsiteY599" fmla="*/ 181451 h 838200"/>
                <a:gd name="connsiteX600" fmla="*/ 15907 w 866775"/>
                <a:gd name="connsiteY600" fmla="*/ 186595 h 838200"/>
                <a:gd name="connsiteX601" fmla="*/ 15240 w 866775"/>
                <a:gd name="connsiteY601" fmla="*/ 187833 h 838200"/>
                <a:gd name="connsiteX602" fmla="*/ 13811 w 866775"/>
                <a:gd name="connsiteY602" fmla="*/ 188786 h 838200"/>
                <a:gd name="connsiteX603" fmla="*/ 13525 w 866775"/>
                <a:gd name="connsiteY603" fmla="*/ 191071 h 838200"/>
                <a:gd name="connsiteX604" fmla="*/ 16669 w 866775"/>
                <a:gd name="connsiteY604" fmla="*/ 193834 h 838200"/>
                <a:gd name="connsiteX605" fmla="*/ 17526 w 866775"/>
                <a:gd name="connsiteY605" fmla="*/ 194786 h 838200"/>
                <a:gd name="connsiteX606" fmla="*/ 18383 w 866775"/>
                <a:gd name="connsiteY606" fmla="*/ 196310 h 838200"/>
                <a:gd name="connsiteX607" fmla="*/ 18764 w 866775"/>
                <a:gd name="connsiteY607" fmla="*/ 197548 h 838200"/>
                <a:gd name="connsiteX608" fmla="*/ 18669 w 866775"/>
                <a:gd name="connsiteY608" fmla="*/ 198596 h 838200"/>
                <a:gd name="connsiteX609" fmla="*/ 17907 w 866775"/>
                <a:gd name="connsiteY609" fmla="*/ 199739 h 838200"/>
                <a:gd name="connsiteX610" fmla="*/ 16478 w 866775"/>
                <a:gd name="connsiteY610" fmla="*/ 202502 h 838200"/>
                <a:gd name="connsiteX611" fmla="*/ 18288 w 866775"/>
                <a:gd name="connsiteY611" fmla="*/ 206883 h 838200"/>
                <a:gd name="connsiteX612" fmla="*/ 17145 w 866775"/>
                <a:gd name="connsiteY612" fmla="*/ 209740 h 838200"/>
                <a:gd name="connsiteX613" fmla="*/ 18669 w 866775"/>
                <a:gd name="connsiteY613" fmla="*/ 211931 h 838200"/>
                <a:gd name="connsiteX614" fmla="*/ 19526 w 866775"/>
                <a:gd name="connsiteY614" fmla="*/ 214789 h 838200"/>
                <a:gd name="connsiteX615" fmla="*/ 28766 w 866775"/>
                <a:gd name="connsiteY615" fmla="*/ 223075 h 838200"/>
                <a:gd name="connsiteX616" fmla="*/ 29432 w 866775"/>
                <a:gd name="connsiteY616" fmla="*/ 224790 h 838200"/>
                <a:gd name="connsiteX617" fmla="*/ 29908 w 866775"/>
                <a:gd name="connsiteY617" fmla="*/ 226314 h 838200"/>
                <a:gd name="connsiteX618" fmla="*/ 30004 w 866775"/>
                <a:gd name="connsiteY618" fmla="*/ 227457 h 838200"/>
                <a:gd name="connsiteX619" fmla="*/ 30099 w 866775"/>
                <a:gd name="connsiteY619" fmla="*/ 228219 h 838200"/>
                <a:gd name="connsiteX620" fmla="*/ 31814 w 866775"/>
                <a:gd name="connsiteY620" fmla="*/ 233077 h 838200"/>
                <a:gd name="connsiteX621" fmla="*/ 32195 w 866775"/>
                <a:gd name="connsiteY621" fmla="*/ 234410 h 838200"/>
                <a:gd name="connsiteX622" fmla="*/ 32290 w 866775"/>
                <a:gd name="connsiteY622" fmla="*/ 235458 h 838200"/>
                <a:gd name="connsiteX623" fmla="*/ 32004 w 866775"/>
                <a:gd name="connsiteY623" fmla="*/ 236315 h 838200"/>
                <a:gd name="connsiteX624" fmla="*/ 31528 w 866775"/>
                <a:gd name="connsiteY624" fmla="*/ 237077 h 838200"/>
                <a:gd name="connsiteX625" fmla="*/ 30956 w 866775"/>
                <a:gd name="connsiteY625" fmla="*/ 237744 h 838200"/>
                <a:gd name="connsiteX626" fmla="*/ 29242 w 866775"/>
                <a:gd name="connsiteY626" fmla="*/ 239363 h 838200"/>
                <a:gd name="connsiteX627" fmla="*/ 28480 w 866775"/>
                <a:gd name="connsiteY627" fmla="*/ 240125 h 838200"/>
                <a:gd name="connsiteX628" fmla="*/ 28004 w 866775"/>
                <a:gd name="connsiteY628" fmla="*/ 241078 h 838200"/>
                <a:gd name="connsiteX629" fmla="*/ 27718 w 866775"/>
                <a:gd name="connsiteY629" fmla="*/ 242888 h 838200"/>
                <a:gd name="connsiteX630" fmla="*/ 28289 w 866775"/>
                <a:gd name="connsiteY630" fmla="*/ 243745 h 838200"/>
                <a:gd name="connsiteX631" fmla="*/ 31052 w 866775"/>
                <a:gd name="connsiteY631" fmla="*/ 249460 h 838200"/>
                <a:gd name="connsiteX632" fmla="*/ 32004 w 866775"/>
                <a:gd name="connsiteY632" fmla="*/ 250984 h 838200"/>
                <a:gd name="connsiteX633" fmla="*/ 32956 w 866775"/>
                <a:gd name="connsiteY633" fmla="*/ 252222 h 838200"/>
                <a:gd name="connsiteX634" fmla="*/ 34004 w 866775"/>
                <a:gd name="connsiteY634" fmla="*/ 253079 h 838200"/>
                <a:gd name="connsiteX635" fmla="*/ 35243 w 866775"/>
                <a:gd name="connsiteY635" fmla="*/ 253460 h 838200"/>
                <a:gd name="connsiteX636" fmla="*/ 36767 w 866775"/>
                <a:gd name="connsiteY636" fmla="*/ 254127 h 838200"/>
                <a:gd name="connsiteX637" fmla="*/ 36957 w 866775"/>
                <a:gd name="connsiteY637" fmla="*/ 255651 h 838200"/>
                <a:gd name="connsiteX638" fmla="*/ 36671 w 866775"/>
                <a:gd name="connsiteY638" fmla="*/ 257175 h 838200"/>
                <a:gd name="connsiteX639" fmla="*/ 36862 w 866775"/>
                <a:gd name="connsiteY639" fmla="*/ 257937 h 838200"/>
                <a:gd name="connsiteX640" fmla="*/ 37719 w 866775"/>
                <a:gd name="connsiteY640" fmla="*/ 257556 h 838200"/>
                <a:gd name="connsiteX641" fmla="*/ 39719 w 866775"/>
                <a:gd name="connsiteY641" fmla="*/ 256318 h 838200"/>
                <a:gd name="connsiteX642" fmla="*/ 40386 w 866775"/>
                <a:gd name="connsiteY642" fmla="*/ 256127 h 838200"/>
                <a:gd name="connsiteX643" fmla="*/ 41243 w 866775"/>
                <a:gd name="connsiteY643" fmla="*/ 256604 h 838200"/>
                <a:gd name="connsiteX644" fmla="*/ 41434 w 866775"/>
                <a:gd name="connsiteY644" fmla="*/ 257365 h 838200"/>
                <a:gd name="connsiteX645" fmla="*/ 41434 w 866775"/>
                <a:gd name="connsiteY645" fmla="*/ 258127 h 838200"/>
                <a:gd name="connsiteX646" fmla="*/ 42291 w 866775"/>
                <a:gd name="connsiteY646" fmla="*/ 259652 h 838200"/>
                <a:gd name="connsiteX647" fmla="*/ 42386 w 866775"/>
                <a:gd name="connsiteY647" fmla="*/ 260509 h 838200"/>
                <a:gd name="connsiteX648" fmla="*/ 42672 w 866775"/>
                <a:gd name="connsiteY648" fmla="*/ 261175 h 838200"/>
                <a:gd name="connsiteX649" fmla="*/ 43910 w 866775"/>
                <a:gd name="connsiteY649" fmla="*/ 261366 h 838200"/>
                <a:gd name="connsiteX650" fmla="*/ 46006 w 866775"/>
                <a:gd name="connsiteY650" fmla="*/ 260604 h 838200"/>
                <a:gd name="connsiteX651" fmla="*/ 47054 w 866775"/>
                <a:gd name="connsiteY651" fmla="*/ 260699 h 838200"/>
                <a:gd name="connsiteX652" fmla="*/ 47530 w 866775"/>
                <a:gd name="connsiteY652" fmla="*/ 261842 h 838200"/>
                <a:gd name="connsiteX653" fmla="*/ 47339 w 866775"/>
                <a:gd name="connsiteY653" fmla="*/ 265557 h 838200"/>
                <a:gd name="connsiteX654" fmla="*/ 48197 w 866775"/>
                <a:gd name="connsiteY654" fmla="*/ 266319 h 838200"/>
                <a:gd name="connsiteX655" fmla="*/ 50673 w 866775"/>
                <a:gd name="connsiteY655" fmla="*/ 266033 h 838200"/>
                <a:gd name="connsiteX656" fmla="*/ 47816 w 866775"/>
                <a:gd name="connsiteY656" fmla="*/ 272986 h 838200"/>
                <a:gd name="connsiteX657" fmla="*/ 47149 w 866775"/>
                <a:gd name="connsiteY657" fmla="*/ 276225 h 838200"/>
                <a:gd name="connsiteX658" fmla="*/ 49625 w 866775"/>
                <a:gd name="connsiteY658" fmla="*/ 278416 h 838200"/>
                <a:gd name="connsiteX659" fmla="*/ 49816 w 866775"/>
                <a:gd name="connsiteY659" fmla="*/ 280035 h 838200"/>
                <a:gd name="connsiteX660" fmla="*/ 49721 w 866775"/>
                <a:gd name="connsiteY660" fmla="*/ 281845 h 838200"/>
                <a:gd name="connsiteX661" fmla="*/ 49911 w 866775"/>
                <a:gd name="connsiteY661" fmla="*/ 283083 h 838200"/>
                <a:gd name="connsiteX662" fmla="*/ 51435 w 866775"/>
                <a:gd name="connsiteY662" fmla="*/ 283940 h 838200"/>
                <a:gd name="connsiteX663" fmla="*/ 54388 w 866775"/>
                <a:gd name="connsiteY663" fmla="*/ 284321 h 838200"/>
                <a:gd name="connsiteX664" fmla="*/ 55435 w 866775"/>
                <a:gd name="connsiteY664" fmla="*/ 285750 h 838200"/>
                <a:gd name="connsiteX665" fmla="*/ 54769 w 866775"/>
                <a:gd name="connsiteY665" fmla="*/ 285940 h 838200"/>
                <a:gd name="connsiteX666" fmla="*/ 54293 w 866775"/>
                <a:gd name="connsiteY666" fmla="*/ 286417 h 838200"/>
                <a:gd name="connsiteX667" fmla="*/ 54007 w 866775"/>
                <a:gd name="connsiteY667" fmla="*/ 287084 h 838200"/>
                <a:gd name="connsiteX668" fmla="*/ 53912 w 866775"/>
                <a:gd name="connsiteY668" fmla="*/ 288036 h 838200"/>
                <a:gd name="connsiteX669" fmla="*/ 53340 w 866775"/>
                <a:gd name="connsiteY669" fmla="*/ 289084 h 838200"/>
                <a:gd name="connsiteX670" fmla="*/ 52292 w 866775"/>
                <a:gd name="connsiteY670" fmla="*/ 289560 h 838200"/>
                <a:gd name="connsiteX671" fmla="*/ 51149 w 866775"/>
                <a:gd name="connsiteY671" fmla="*/ 289846 h 838200"/>
                <a:gd name="connsiteX672" fmla="*/ 50673 w 866775"/>
                <a:gd name="connsiteY672" fmla="*/ 290227 h 838200"/>
                <a:gd name="connsiteX673" fmla="*/ 51149 w 866775"/>
                <a:gd name="connsiteY673" fmla="*/ 291846 h 838200"/>
                <a:gd name="connsiteX674" fmla="*/ 54293 w 866775"/>
                <a:gd name="connsiteY674" fmla="*/ 292322 h 838200"/>
                <a:gd name="connsiteX675" fmla="*/ 55435 w 866775"/>
                <a:gd name="connsiteY675" fmla="*/ 293846 h 838200"/>
                <a:gd name="connsiteX676" fmla="*/ 51816 w 866775"/>
                <a:gd name="connsiteY676" fmla="*/ 295275 h 838200"/>
                <a:gd name="connsiteX677" fmla="*/ 50387 w 866775"/>
                <a:gd name="connsiteY677" fmla="*/ 297656 h 838200"/>
                <a:gd name="connsiteX678" fmla="*/ 50483 w 866775"/>
                <a:gd name="connsiteY678" fmla="*/ 301085 h 838200"/>
                <a:gd name="connsiteX679" fmla="*/ 51435 w 866775"/>
                <a:gd name="connsiteY679" fmla="*/ 305371 h 838200"/>
                <a:gd name="connsiteX680" fmla="*/ 47530 w 866775"/>
                <a:gd name="connsiteY680" fmla="*/ 302800 h 838200"/>
                <a:gd name="connsiteX681" fmla="*/ 47625 w 866775"/>
                <a:gd name="connsiteY681" fmla="*/ 304514 h 838200"/>
                <a:gd name="connsiteX682" fmla="*/ 48292 w 866775"/>
                <a:gd name="connsiteY682" fmla="*/ 308134 h 838200"/>
                <a:gd name="connsiteX683" fmla="*/ 47339 w 866775"/>
                <a:gd name="connsiteY683" fmla="*/ 311372 h 838200"/>
                <a:gd name="connsiteX684" fmla="*/ 48673 w 866775"/>
                <a:gd name="connsiteY684" fmla="*/ 312801 h 838200"/>
                <a:gd name="connsiteX685" fmla="*/ 50483 w 866775"/>
                <a:gd name="connsiteY685" fmla="*/ 313849 h 838200"/>
                <a:gd name="connsiteX686" fmla="*/ 51435 w 866775"/>
                <a:gd name="connsiteY686" fmla="*/ 314896 h 838200"/>
                <a:gd name="connsiteX687" fmla="*/ 52388 w 866775"/>
                <a:gd name="connsiteY687" fmla="*/ 317563 h 838200"/>
                <a:gd name="connsiteX688" fmla="*/ 54007 w 866775"/>
                <a:gd name="connsiteY688" fmla="*/ 320897 h 838200"/>
                <a:gd name="connsiteX689" fmla="*/ 54388 w 866775"/>
                <a:gd name="connsiteY689" fmla="*/ 323755 h 838200"/>
                <a:gd name="connsiteX690" fmla="*/ 51911 w 866775"/>
                <a:gd name="connsiteY690" fmla="*/ 324898 h 838200"/>
                <a:gd name="connsiteX691" fmla="*/ 50292 w 866775"/>
                <a:gd name="connsiteY691" fmla="*/ 327184 h 838200"/>
                <a:gd name="connsiteX692" fmla="*/ 49721 w 866775"/>
                <a:gd name="connsiteY692" fmla="*/ 327946 h 838200"/>
                <a:gd name="connsiteX693" fmla="*/ 48673 w 866775"/>
                <a:gd name="connsiteY693" fmla="*/ 330803 h 838200"/>
                <a:gd name="connsiteX694" fmla="*/ 47530 w 866775"/>
                <a:gd name="connsiteY694" fmla="*/ 332137 h 838200"/>
                <a:gd name="connsiteX695" fmla="*/ 46292 w 866775"/>
                <a:gd name="connsiteY695" fmla="*/ 332518 h 838200"/>
                <a:gd name="connsiteX696" fmla="*/ 44863 w 866775"/>
                <a:gd name="connsiteY696" fmla="*/ 331946 h 838200"/>
                <a:gd name="connsiteX697" fmla="*/ 43529 w 866775"/>
                <a:gd name="connsiteY697" fmla="*/ 331565 h 838200"/>
                <a:gd name="connsiteX698" fmla="*/ 42291 w 866775"/>
                <a:gd name="connsiteY698" fmla="*/ 331756 h 838200"/>
                <a:gd name="connsiteX699" fmla="*/ 39148 w 866775"/>
                <a:gd name="connsiteY699" fmla="*/ 335185 h 838200"/>
                <a:gd name="connsiteX700" fmla="*/ 38386 w 866775"/>
                <a:gd name="connsiteY700" fmla="*/ 335756 h 838200"/>
                <a:gd name="connsiteX701" fmla="*/ 34004 w 866775"/>
                <a:gd name="connsiteY701" fmla="*/ 336613 h 838200"/>
                <a:gd name="connsiteX702" fmla="*/ 32766 w 866775"/>
                <a:gd name="connsiteY702" fmla="*/ 337661 h 838200"/>
                <a:gd name="connsiteX703" fmla="*/ 31814 w 866775"/>
                <a:gd name="connsiteY703" fmla="*/ 338233 h 838200"/>
                <a:gd name="connsiteX704" fmla="*/ 30956 w 866775"/>
                <a:gd name="connsiteY704" fmla="*/ 338423 h 838200"/>
                <a:gd name="connsiteX705" fmla="*/ 30385 w 866775"/>
                <a:gd name="connsiteY705" fmla="*/ 338518 h 838200"/>
                <a:gd name="connsiteX706" fmla="*/ 29432 w 866775"/>
                <a:gd name="connsiteY706" fmla="*/ 338900 h 838200"/>
                <a:gd name="connsiteX707" fmla="*/ 28670 w 866775"/>
                <a:gd name="connsiteY707" fmla="*/ 339471 h 838200"/>
                <a:gd name="connsiteX708" fmla="*/ 25718 w 866775"/>
                <a:gd name="connsiteY708" fmla="*/ 342424 h 838200"/>
                <a:gd name="connsiteX709" fmla="*/ 27146 w 866775"/>
                <a:gd name="connsiteY709" fmla="*/ 347663 h 838200"/>
                <a:gd name="connsiteX710" fmla="*/ 27432 w 866775"/>
                <a:gd name="connsiteY710" fmla="*/ 350901 h 838200"/>
                <a:gd name="connsiteX711" fmla="*/ 27242 w 866775"/>
                <a:gd name="connsiteY711" fmla="*/ 353759 h 838200"/>
                <a:gd name="connsiteX712" fmla="*/ 27527 w 866775"/>
                <a:gd name="connsiteY712" fmla="*/ 354616 h 838200"/>
                <a:gd name="connsiteX713" fmla="*/ 28004 w 866775"/>
                <a:gd name="connsiteY713" fmla="*/ 355092 h 838200"/>
                <a:gd name="connsiteX714" fmla="*/ 28480 w 866775"/>
                <a:gd name="connsiteY714" fmla="*/ 355283 h 838200"/>
                <a:gd name="connsiteX715" fmla="*/ 29051 w 866775"/>
                <a:gd name="connsiteY715" fmla="*/ 355473 h 838200"/>
                <a:gd name="connsiteX716" fmla="*/ 29623 w 866775"/>
                <a:gd name="connsiteY716" fmla="*/ 355854 h 838200"/>
                <a:gd name="connsiteX717" fmla="*/ 30194 w 866775"/>
                <a:gd name="connsiteY717" fmla="*/ 356425 h 838200"/>
                <a:gd name="connsiteX718" fmla="*/ 31052 w 866775"/>
                <a:gd name="connsiteY718" fmla="*/ 357950 h 838200"/>
                <a:gd name="connsiteX719" fmla="*/ 31718 w 866775"/>
                <a:gd name="connsiteY719" fmla="*/ 360426 h 838200"/>
                <a:gd name="connsiteX720" fmla="*/ 31909 w 866775"/>
                <a:gd name="connsiteY720" fmla="*/ 362712 h 838200"/>
                <a:gd name="connsiteX721" fmla="*/ 31909 w 866775"/>
                <a:gd name="connsiteY721" fmla="*/ 363569 h 838200"/>
                <a:gd name="connsiteX722" fmla="*/ 31528 w 866775"/>
                <a:gd name="connsiteY722" fmla="*/ 364141 h 838200"/>
                <a:gd name="connsiteX723" fmla="*/ 30671 w 866775"/>
                <a:gd name="connsiteY723" fmla="*/ 365188 h 838200"/>
                <a:gd name="connsiteX724" fmla="*/ 30194 w 866775"/>
                <a:gd name="connsiteY724" fmla="*/ 365855 h 838200"/>
                <a:gd name="connsiteX725" fmla="*/ 29908 w 866775"/>
                <a:gd name="connsiteY725" fmla="*/ 366808 h 838200"/>
                <a:gd name="connsiteX726" fmla="*/ 30004 w 866775"/>
                <a:gd name="connsiteY726" fmla="*/ 367475 h 838200"/>
                <a:gd name="connsiteX727" fmla="*/ 30480 w 866775"/>
                <a:gd name="connsiteY727" fmla="*/ 368046 h 838200"/>
                <a:gd name="connsiteX728" fmla="*/ 31909 w 866775"/>
                <a:gd name="connsiteY728" fmla="*/ 369094 h 838200"/>
                <a:gd name="connsiteX729" fmla="*/ 32575 w 866775"/>
                <a:gd name="connsiteY729" fmla="*/ 369856 h 838200"/>
                <a:gd name="connsiteX730" fmla="*/ 32766 w 866775"/>
                <a:gd name="connsiteY730" fmla="*/ 370713 h 838200"/>
                <a:gd name="connsiteX731" fmla="*/ 32671 w 866775"/>
                <a:gd name="connsiteY731" fmla="*/ 371570 h 838200"/>
                <a:gd name="connsiteX732" fmla="*/ 32290 w 866775"/>
                <a:gd name="connsiteY732" fmla="*/ 372809 h 838200"/>
                <a:gd name="connsiteX733" fmla="*/ 32195 w 866775"/>
                <a:gd name="connsiteY733" fmla="*/ 374809 h 838200"/>
                <a:gd name="connsiteX734" fmla="*/ 32575 w 866775"/>
                <a:gd name="connsiteY734" fmla="*/ 376142 h 838200"/>
                <a:gd name="connsiteX735" fmla="*/ 33147 w 866775"/>
                <a:gd name="connsiteY735" fmla="*/ 377285 h 838200"/>
                <a:gd name="connsiteX736" fmla="*/ 38100 w 866775"/>
                <a:gd name="connsiteY736" fmla="*/ 383096 h 838200"/>
                <a:gd name="connsiteX737" fmla="*/ 39815 w 866775"/>
                <a:gd name="connsiteY737" fmla="*/ 386239 h 838200"/>
                <a:gd name="connsiteX738" fmla="*/ 41243 w 866775"/>
                <a:gd name="connsiteY738" fmla="*/ 387953 h 838200"/>
                <a:gd name="connsiteX739" fmla="*/ 42672 w 866775"/>
                <a:gd name="connsiteY739" fmla="*/ 393383 h 838200"/>
                <a:gd name="connsiteX740" fmla="*/ 43434 w 866775"/>
                <a:gd name="connsiteY740" fmla="*/ 394907 h 838200"/>
                <a:gd name="connsiteX741" fmla="*/ 44387 w 866775"/>
                <a:gd name="connsiteY741" fmla="*/ 396240 h 838200"/>
                <a:gd name="connsiteX742" fmla="*/ 45339 w 866775"/>
                <a:gd name="connsiteY742" fmla="*/ 397002 h 838200"/>
                <a:gd name="connsiteX743" fmla="*/ 46387 w 866775"/>
                <a:gd name="connsiteY743" fmla="*/ 397669 h 838200"/>
                <a:gd name="connsiteX744" fmla="*/ 47244 w 866775"/>
                <a:gd name="connsiteY744" fmla="*/ 397955 h 838200"/>
                <a:gd name="connsiteX745" fmla="*/ 49244 w 866775"/>
                <a:gd name="connsiteY745" fmla="*/ 398240 h 838200"/>
                <a:gd name="connsiteX746" fmla="*/ 50387 w 866775"/>
                <a:gd name="connsiteY746" fmla="*/ 398526 h 838200"/>
                <a:gd name="connsiteX747" fmla="*/ 51245 w 866775"/>
                <a:gd name="connsiteY747" fmla="*/ 399002 h 838200"/>
                <a:gd name="connsiteX748" fmla="*/ 57531 w 866775"/>
                <a:gd name="connsiteY748" fmla="*/ 403670 h 838200"/>
                <a:gd name="connsiteX749" fmla="*/ 58198 w 866775"/>
                <a:gd name="connsiteY749" fmla="*/ 404050 h 838200"/>
                <a:gd name="connsiteX750" fmla="*/ 59150 w 866775"/>
                <a:gd name="connsiteY750" fmla="*/ 404432 h 838200"/>
                <a:gd name="connsiteX751" fmla="*/ 61817 w 866775"/>
                <a:gd name="connsiteY751" fmla="*/ 404527 h 838200"/>
                <a:gd name="connsiteX752" fmla="*/ 62770 w 866775"/>
                <a:gd name="connsiteY752" fmla="*/ 404908 h 838200"/>
                <a:gd name="connsiteX753" fmla="*/ 63246 w 866775"/>
                <a:gd name="connsiteY753" fmla="*/ 405670 h 838200"/>
                <a:gd name="connsiteX754" fmla="*/ 63341 w 866775"/>
                <a:gd name="connsiteY754" fmla="*/ 406337 h 838200"/>
                <a:gd name="connsiteX755" fmla="*/ 63341 w 866775"/>
                <a:gd name="connsiteY755" fmla="*/ 407575 h 838200"/>
                <a:gd name="connsiteX756" fmla="*/ 63151 w 866775"/>
                <a:gd name="connsiteY756" fmla="*/ 408908 h 838200"/>
                <a:gd name="connsiteX757" fmla="*/ 63722 w 866775"/>
                <a:gd name="connsiteY757" fmla="*/ 411385 h 838200"/>
                <a:gd name="connsiteX758" fmla="*/ 64389 w 866775"/>
                <a:gd name="connsiteY758" fmla="*/ 412813 h 838200"/>
                <a:gd name="connsiteX759" fmla="*/ 65437 w 866775"/>
                <a:gd name="connsiteY759" fmla="*/ 414242 h 838200"/>
                <a:gd name="connsiteX760" fmla="*/ 65913 w 866775"/>
                <a:gd name="connsiteY760" fmla="*/ 415671 h 838200"/>
                <a:gd name="connsiteX761" fmla="*/ 66675 w 866775"/>
                <a:gd name="connsiteY761" fmla="*/ 418338 h 838200"/>
                <a:gd name="connsiteX762" fmla="*/ 67247 w 866775"/>
                <a:gd name="connsiteY762" fmla="*/ 419005 h 838200"/>
                <a:gd name="connsiteX763" fmla="*/ 67723 w 866775"/>
                <a:gd name="connsiteY763" fmla="*/ 419386 h 838200"/>
                <a:gd name="connsiteX764" fmla="*/ 68580 w 866775"/>
                <a:gd name="connsiteY764" fmla="*/ 419767 h 838200"/>
                <a:gd name="connsiteX765" fmla="*/ 69152 w 866775"/>
                <a:gd name="connsiteY765" fmla="*/ 421291 h 838200"/>
                <a:gd name="connsiteX766" fmla="*/ 67151 w 866775"/>
                <a:gd name="connsiteY766" fmla="*/ 424625 h 838200"/>
                <a:gd name="connsiteX767" fmla="*/ 64579 w 866775"/>
                <a:gd name="connsiteY767" fmla="*/ 426149 h 838200"/>
                <a:gd name="connsiteX768" fmla="*/ 63056 w 866775"/>
                <a:gd name="connsiteY768" fmla="*/ 426815 h 838200"/>
                <a:gd name="connsiteX769" fmla="*/ 62579 w 866775"/>
                <a:gd name="connsiteY769" fmla="*/ 427863 h 838200"/>
                <a:gd name="connsiteX770" fmla="*/ 62389 w 866775"/>
                <a:gd name="connsiteY770" fmla="*/ 429006 h 838200"/>
                <a:gd name="connsiteX771" fmla="*/ 61531 w 866775"/>
                <a:gd name="connsiteY771" fmla="*/ 430625 h 838200"/>
                <a:gd name="connsiteX772" fmla="*/ 59627 w 866775"/>
                <a:gd name="connsiteY772" fmla="*/ 431578 h 838200"/>
                <a:gd name="connsiteX773" fmla="*/ 52578 w 866775"/>
                <a:gd name="connsiteY773" fmla="*/ 433483 h 838200"/>
                <a:gd name="connsiteX774" fmla="*/ 51625 w 866775"/>
                <a:gd name="connsiteY774" fmla="*/ 433959 h 838200"/>
                <a:gd name="connsiteX775" fmla="*/ 51054 w 866775"/>
                <a:gd name="connsiteY775" fmla="*/ 434721 h 838200"/>
                <a:gd name="connsiteX776" fmla="*/ 50959 w 866775"/>
                <a:gd name="connsiteY776" fmla="*/ 435292 h 838200"/>
                <a:gd name="connsiteX777" fmla="*/ 50959 w 866775"/>
                <a:gd name="connsiteY777" fmla="*/ 436055 h 838200"/>
                <a:gd name="connsiteX778" fmla="*/ 51149 w 866775"/>
                <a:gd name="connsiteY778" fmla="*/ 436531 h 838200"/>
                <a:gd name="connsiteX779" fmla="*/ 51435 w 866775"/>
                <a:gd name="connsiteY779" fmla="*/ 437197 h 838200"/>
                <a:gd name="connsiteX780" fmla="*/ 51816 w 866775"/>
                <a:gd name="connsiteY780" fmla="*/ 437769 h 838200"/>
                <a:gd name="connsiteX781" fmla="*/ 52388 w 866775"/>
                <a:gd name="connsiteY781" fmla="*/ 438150 h 838200"/>
                <a:gd name="connsiteX782" fmla="*/ 53054 w 866775"/>
                <a:gd name="connsiteY782" fmla="*/ 438436 h 838200"/>
                <a:gd name="connsiteX783" fmla="*/ 54293 w 866775"/>
                <a:gd name="connsiteY783" fmla="*/ 438341 h 838200"/>
                <a:gd name="connsiteX784" fmla="*/ 54769 w 866775"/>
                <a:gd name="connsiteY784" fmla="*/ 438531 h 838200"/>
                <a:gd name="connsiteX785" fmla="*/ 55245 w 866775"/>
                <a:gd name="connsiteY785" fmla="*/ 439007 h 838200"/>
                <a:gd name="connsiteX786" fmla="*/ 55626 w 866775"/>
                <a:gd name="connsiteY786" fmla="*/ 440817 h 838200"/>
                <a:gd name="connsiteX787" fmla="*/ 56007 w 866775"/>
                <a:gd name="connsiteY787" fmla="*/ 441770 h 838200"/>
                <a:gd name="connsiteX788" fmla="*/ 56864 w 866775"/>
                <a:gd name="connsiteY788" fmla="*/ 442436 h 838200"/>
                <a:gd name="connsiteX789" fmla="*/ 57912 w 866775"/>
                <a:gd name="connsiteY789" fmla="*/ 442817 h 838200"/>
                <a:gd name="connsiteX790" fmla="*/ 61913 w 866775"/>
                <a:gd name="connsiteY790" fmla="*/ 443579 h 838200"/>
                <a:gd name="connsiteX791" fmla="*/ 64770 w 866775"/>
                <a:gd name="connsiteY791" fmla="*/ 443675 h 838200"/>
                <a:gd name="connsiteX792" fmla="*/ 65246 w 866775"/>
                <a:gd name="connsiteY792" fmla="*/ 443579 h 838200"/>
                <a:gd name="connsiteX793" fmla="*/ 65723 w 866775"/>
                <a:gd name="connsiteY793" fmla="*/ 443008 h 838200"/>
                <a:gd name="connsiteX794" fmla="*/ 66008 w 866775"/>
                <a:gd name="connsiteY794" fmla="*/ 442436 h 838200"/>
                <a:gd name="connsiteX795" fmla="*/ 66485 w 866775"/>
                <a:gd name="connsiteY795" fmla="*/ 441865 h 838200"/>
                <a:gd name="connsiteX796" fmla="*/ 66961 w 866775"/>
                <a:gd name="connsiteY796" fmla="*/ 441579 h 838200"/>
                <a:gd name="connsiteX797" fmla="*/ 67532 w 866775"/>
                <a:gd name="connsiteY797" fmla="*/ 441579 h 838200"/>
                <a:gd name="connsiteX798" fmla="*/ 68104 w 866775"/>
                <a:gd name="connsiteY798" fmla="*/ 441865 h 838200"/>
                <a:gd name="connsiteX799" fmla="*/ 68580 w 866775"/>
                <a:gd name="connsiteY799" fmla="*/ 442532 h 838200"/>
                <a:gd name="connsiteX800" fmla="*/ 70390 w 866775"/>
                <a:gd name="connsiteY800" fmla="*/ 446056 h 838200"/>
                <a:gd name="connsiteX801" fmla="*/ 71056 w 866775"/>
                <a:gd name="connsiteY801" fmla="*/ 446818 h 838200"/>
                <a:gd name="connsiteX802" fmla="*/ 71628 w 866775"/>
                <a:gd name="connsiteY802" fmla="*/ 446913 h 838200"/>
                <a:gd name="connsiteX803" fmla="*/ 72200 w 866775"/>
                <a:gd name="connsiteY803" fmla="*/ 446627 h 838200"/>
                <a:gd name="connsiteX804" fmla="*/ 73152 w 866775"/>
                <a:gd name="connsiteY804" fmla="*/ 445199 h 838200"/>
                <a:gd name="connsiteX805" fmla="*/ 73628 w 866775"/>
                <a:gd name="connsiteY805" fmla="*/ 444722 h 838200"/>
                <a:gd name="connsiteX806" fmla="*/ 74200 w 866775"/>
                <a:gd name="connsiteY806" fmla="*/ 444341 h 838200"/>
                <a:gd name="connsiteX807" fmla="*/ 74962 w 866775"/>
                <a:gd name="connsiteY807" fmla="*/ 444151 h 838200"/>
                <a:gd name="connsiteX808" fmla="*/ 75629 w 866775"/>
                <a:gd name="connsiteY808" fmla="*/ 444532 h 838200"/>
                <a:gd name="connsiteX809" fmla="*/ 76295 w 866775"/>
                <a:gd name="connsiteY809" fmla="*/ 445580 h 838200"/>
                <a:gd name="connsiteX810" fmla="*/ 76295 w 866775"/>
                <a:gd name="connsiteY810" fmla="*/ 447199 h 838200"/>
                <a:gd name="connsiteX811" fmla="*/ 75533 w 866775"/>
                <a:gd name="connsiteY811" fmla="*/ 448246 h 838200"/>
                <a:gd name="connsiteX812" fmla="*/ 74104 w 866775"/>
                <a:gd name="connsiteY812" fmla="*/ 449009 h 838200"/>
                <a:gd name="connsiteX813" fmla="*/ 68294 w 866775"/>
                <a:gd name="connsiteY813" fmla="*/ 450247 h 838200"/>
                <a:gd name="connsiteX814" fmla="*/ 65818 w 866775"/>
                <a:gd name="connsiteY814" fmla="*/ 451104 h 838200"/>
                <a:gd name="connsiteX815" fmla="*/ 46482 w 866775"/>
                <a:gd name="connsiteY815" fmla="*/ 459962 h 838200"/>
                <a:gd name="connsiteX816" fmla="*/ 42196 w 866775"/>
                <a:gd name="connsiteY816" fmla="*/ 462534 h 838200"/>
                <a:gd name="connsiteX817" fmla="*/ 40481 w 866775"/>
                <a:gd name="connsiteY817" fmla="*/ 464058 h 838200"/>
                <a:gd name="connsiteX818" fmla="*/ 39719 w 866775"/>
                <a:gd name="connsiteY818" fmla="*/ 465201 h 838200"/>
                <a:gd name="connsiteX819" fmla="*/ 39433 w 866775"/>
                <a:gd name="connsiteY819" fmla="*/ 466249 h 838200"/>
                <a:gd name="connsiteX820" fmla="*/ 39338 w 866775"/>
                <a:gd name="connsiteY820" fmla="*/ 467201 h 838200"/>
                <a:gd name="connsiteX821" fmla="*/ 39529 w 866775"/>
                <a:gd name="connsiteY821" fmla="*/ 469297 h 838200"/>
                <a:gd name="connsiteX822" fmla="*/ 39338 w 866775"/>
                <a:gd name="connsiteY822" fmla="*/ 472154 h 838200"/>
                <a:gd name="connsiteX823" fmla="*/ 38862 w 866775"/>
                <a:gd name="connsiteY823" fmla="*/ 474917 h 838200"/>
                <a:gd name="connsiteX824" fmla="*/ 38957 w 866775"/>
                <a:gd name="connsiteY824" fmla="*/ 475774 h 838200"/>
                <a:gd name="connsiteX825" fmla="*/ 39243 w 866775"/>
                <a:gd name="connsiteY825" fmla="*/ 476155 h 838200"/>
                <a:gd name="connsiteX826" fmla="*/ 40291 w 866775"/>
                <a:gd name="connsiteY826" fmla="*/ 476631 h 838200"/>
                <a:gd name="connsiteX827" fmla="*/ 43148 w 866775"/>
                <a:gd name="connsiteY827" fmla="*/ 475869 h 838200"/>
                <a:gd name="connsiteX828" fmla="*/ 44768 w 866775"/>
                <a:gd name="connsiteY828" fmla="*/ 474059 h 838200"/>
                <a:gd name="connsiteX829" fmla="*/ 45720 w 866775"/>
                <a:gd name="connsiteY829" fmla="*/ 472535 h 838200"/>
                <a:gd name="connsiteX830" fmla="*/ 47149 w 866775"/>
                <a:gd name="connsiteY830" fmla="*/ 469106 h 838200"/>
                <a:gd name="connsiteX831" fmla="*/ 47816 w 866775"/>
                <a:gd name="connsiteY831" fmla="*/ 468725 h 838200"/>
                <a:gd name="connsiteX832" fmla="*/ 48482 w 866775"/>
                <a:gd name="connsiteY832" fmla="*/ 468821 h 838200"/>
                <a:gd name="connsiteX833" fmla="*/ 50102 w 866775"/>
                <a:gd name="connsiteY833" fmla="*/ 469487 h 838200"/>
                <a:gd name="connsiteX834" fmla="*/ 51054 w 866775"/>
                <a:gd name="connsiteY834" fmla="*/ 469392 h 838200"/>
                <a:gd name="connsiteX835" fmla="*/ 52197 w 866775"/>
                <a:gd name="connsiteY835" fmla="*/ 469201 h 838200"/>
                <a:gd name="connsiteX836" fmla="*/ 67342 w 866775"/>
                <a:gd name="connsiteY836" fmla="*/ 462725 h 838200"/>
                <a:gd name="connsiteX837" fmla="*/ 70009 w 866775"/>
                <a:gd name="connsiteY837" fmla="*/ 460915 h 838200"/>
                <a:gd name="connsiteX838" fmla="*/ 73152 w 866775"/>
                <a:gd name="connsiteY838" fmla="*/ 457676 h 838200"/>
                <a:gd name="connsiteX839" fmla="*/ 74581 w 866775"/>
                <a:gd name="connsiteY839" fmla="*/ 456724 h 838200"/>
                <a:gd name="connsiteX840" fmla="*/ 76391 w 866775"/>
                <a:gd name="connsiteY840" fmla="*/ 456152 h 838200"/>
                <a:gd name="connsiteX841" fmla="*/ 78010 w 866775"/>
                <a:gd name="connsiteY841" fmla="*/ 456152 h 838200"/>
                <a:gd name="connsiteX842" fmla="*/ 81058 w 866775"/>
                <a:gd name="connsiteY842" fmla="*/ 457105 h 838200"/>
                <a:gd name="connsiteX843" fmla="*/ 88106 w 866775"/>
                <a:gd name="connsiteY843" fmla="*/ 458057 h 838200"/>
                <a:gd name="connsiteX844" fmla="*/ 89345 w 866775"/>
                <a:gd name="connsiteY844" fmla="*/ 458438 h 838200"/>
                <a:gd name="connsiteX845" fmla="*/ 90106 w 866775"/>
                <a:gd name="connsiteY845" fmla="*/ 458819 h 838200"/>
                <a:gd name="connsiteX846" fmla="*/ 90678 w 866775"/>
                <a:gd name="connsiteY846" fmla="*/ 459296 h 838200"/>
                <a:gd name="connsiteX847" fmla="*/ 91059 w 866775"/>
                <a:gd name="connsiteY847" fmla="*/ 459772 h 838200"/>
                <a:gd name="connsiteX848" fmla="*/ 91726 w 866775"/>
                <a:gd name="connsiteY848" fmla="*/ 460153 h 838200"/>
                <a:gd name="connsiteX849" fmla="*/ 92202 w 866775"/>
                <a:gd name="connsiteY849" fmla="*/ 459867 h 838200"/>
                <a:gd name="connsiteX850" fmla="*/ 93631 w 866775"/>
                <a:gd name="connsiteY850" fmla="*/ 458819 h 838200"/>
                <a:gd name="connsiteX851" fmla="*/ 94774 w 866775"/>
                <a:gd name="connsiteY851" fmla="*/ 458629 h 838200"/>
                <a:gd name="connsiteX852" fmla="*/ 95822 w 866775"/>
                <a:gd name="connsiteY852" fmla="*/ 458629 h 838200"/>
                <a:gd name="connsiteX853" fmla="*/ 99155 w 866775"/>
                <a:gd name="connsiteY853" fmla="*/ 459486 h 838200"/>
                <a:gd name="connsiteX854" fmla="*/ 106013 w 866775"/>
                <a:gd name="connsiteY854" fmla="*/ 459962 h 838200"/>
                <a:gd name="connsiteX855" fmla="*/ 107442 w 866775"/>
                <a:gd name="connsiteY855" fmla="*/ 460343 h 838200"/>
                <a:gd name="connsiteX856" fmla="*/ 108395 w 866775"/>
                <a:gd name="connsiteY856" fmla="*/ 461200 h 838200"/>
                <a:gd name="connsiteX857" fmla="*/ 108775 w 866775"/>
                <a:gd name="connsiteY857" fmla="*/ 461772 h 838200"/>
                <a:gd name="connsiteX858" fmla="*/ 109156 w 866775"/>
                <a:gd name="connsiteY858" fmla="*/ 463010 h 838200"/>
                <a:gd name="connsiteX859" fmla="*/ 109442 w 866775"/>
                <a:gd name="connsiteY859" fmla="*/ 463772 h 838200"/>
                <a:gd name="connsiteX860" fmla="*/ 109823 w 866775"/>
                <a:gd name="connsiteY860" fmla="*/ 464439 h 838200"/>
                <a:gd name="connsiteX861" fmla="*/ 110585 w 866775"/>
                <a:gd name="connsiteY861" fmla="*/ 464820 h 838200"/>
                <a:gd name="connsiteX862" fmla="*/ 110871 w 866775"/>
                <a:gd name="connsiteY862" fmla="*/ 464630 h 838200"/>
                <a:gd name="connsiteX863" fmla="*/ 111157 w 866775"/>
                <a:gd name="connsiteY863" fmla="*/ 463772 h 838200"/>
                <a:gd name="connsiteX864" fmla="*/ 111062 w 866775"/>
                <a:gd name="connsiteY864" fmla="*/ 461486 h 838200"/>
                <a:gd name="connsiteX865" fmla="*/ 111157 w 866775"/>
                <a:gd name="connsiteY865" fmla="*/ 460534 h 838200"/>
                <a:gd name="connsiteX866" fmla="*/ 111347 w 866775"/>
                <a:gd name="connsiteY866" fmla="*/ 459867 h 838200"/>
                <a:gd name="connsiteX867" fmla="*/ 112109 w 866775"/>
                <a:gd name="connsiteY867" fmla="*/ 459200 h 838200"/>
                <a:gd name="connsiteX868" fmla="*/ 112967 w 866775"/>
                <a:gd name="connsiteY868" fmla="*/ 459105 h 838200"/>
                <a:gd name="connsiteX869" fmla="*/ 115348 w 866775"/>
                <a:gd name="connsiteY869" fmla="*/ 459200 h 838200"/>
                <a:gd name="connsiteX870" fmla="*/ 116300 w 866775"/>
                <a:gd name="connsiteY870" fmla="*/ 458914 h 838200"/>
                <a:gd name="connsiteX871" fmla="*/ 116872 w 866775"/>
                <a:gd name="connsiteY871" fmla="*/ 458343 h 838200"/>
                <a:gd name="connsiteX872" fmla="*/ 117348 w 866775"/>
                <a:gd name="connsiteY872" fmla="*/ 457486 h 838200"/>
                <a:gd name="connsiteX873" fmla="*/ 117824 w 866775"/>
                <a:gd name="connsiteY873" fmla="*/ 456819 h 838200"/>
                <a:gd name="connsiteX874" fmla="*/ 118872 w 866775"/>
                <a:gd name="connsiteY874" fmla="*/ 456057 h 838200"/>
                <a:gd name="connsiteX875" fmla="*/ 119539 w 866775"/>
                <a:gd name="connsiteY875" fmla="*/ 455390 h 838200"/>
                <a:gd name="connsiteX876" fmla="*/ 121063 w 866775"/>
                <a:gd name="connsiteY876" fmla="*/ 454438 h 838200"/>
                <a:gd name="connsiteX877" fmla="*/ 122777 w 866775"/>
                <a:gd name="connsiteY877" fmla="*/ 454152 h 838200"/>
                <a:gd name="connsiteX878" fmla="*/ 126206 w 866775"/>
                <a:gd name="connsiteY878" fmla="*/ 453962 h 838200"/>
                <a:gd name="connsiteX879" fmla="*/ 128206 w 866775"/>
                <a:gd name="connsiteY879" fmla="*/ 454247 h 838200"/>
                <a:gd name="connsiteX880" fmla="*/ 129635 w 866775"/>
                <a:gd name="connsiteY880" fmla="*/ 454628 h 838200"/>
                <a:gd name="connsiteX881" fmla="*/ 130683 w 866775"/>
                <a:gd name="connsiteY881" fmla="*/ 455105 h 838200"/>
                <a:gd name="connsiteX882" fmla="*/ 131826 w 866775"/>
                <a:gd name="connsiteY882" fmla="*/ 455485 h 838200"/>
                <a:gd name="connsiteX883" fmla="*/ 134398 w 866775"/>
                <a:gd name="connsiteY883" fmla="*/ 455771 h 838200"/>
                <a:gd name="connsiteX884" fmla="*/ 135350 w 866775"/>
                <a:gd name="connsiteY884" fmla="*/ 456057 h 838200"/>
                <a:gd name="connsiteX885" fmla="*/ 136017 w 866775"/>
                <a:gd name="connsiteY885" fmla="*/ 456438 h 838200"/>
                <a:gd name="connsiteX886" fmla="*/ 136684 w 866775"/>
                <a:gd name="connsiteY886" fmla="*/ 457009 h 838200"/>
                <a:gd name="connsiteX887" fmla="*/ 137065 w 866775"/>
                <a:gd name="connsiteY887" fmla="*/ 457581 h 838200"/>
                <a:gd name="connsiteX888" fmla="*/ 137160 w 866775"/>
                <a:gd name="connsiteY888" fmla="*/ 458248 h 838200"/>
                <a:gd name="connsiteX889" fmla="*/ 136493 w 866775"/>
                <a:gd name="connsiteY889" fmla="*/ 459010 h 838200"/>
                <a:gd name="connsiteX890" fmla="*/ 132683 w 866775"/>
                <a:gd name="connsiteY890" fmla="*/ 462820 h 838200"/>
                <a:gd name="connsiteX891" fmla="*/ 131445 w 866775"/>
                <a:gd name="connsiteY891" fmla="*/ 463582 h 838200"/>
                <a:gd name="connsiteX892" fmla="*/ 130397 w 866775"/>
                <a:gd name="connsiteY892" fmla="*/ 463772 h 838200"/>
                <a:gd name="connsiteX893" fmla="*/ 129445 w 866775"/>
                <a:gd name="connsiteY893" fmla="*/ 463772 h 838200"/>
                <a:gd name="connsiteX894" fmla="*/ 128873 w 866775"/>
                <a:gd name="connsiteY894" fmla="*/ 463963 h 838200"/>
                <a:gd name="connsiteX895" fmla="*/ 128588 w 866775"/>
                <a:gd name="connsiteY895" fmla="*/ 464630 h 838200"/>
                <a:gd name="connsiteX896" fmla="*/ 128683 w 866775"/>
                <a:gd name="connsiteY896" fmla="*/ 465296 h 838200"/>
                <a:gd name="connsiteX897" fmla="*/ 129159 w 866775"/>
                <a:gd name="connsiteY897" fmla="*/ 466058 h 838200"/>
                <a:gd name="connsiteX898" fmla="*/ 130302 w 866775"/>
                <a:gd name="connsiteY898" fmla="*/ 467296 h 838200"/>
                <a:gd name="connsiteX899" fmla="*/ 131064 w 866775"/>
                <a:gd name="connsiteY899" fmla="*/ 468344 h 838200"/>
                <a:gd name="connsiteX900" fmla="*/ 131540 w 866775"/>
                <a:gd name="connsiteY900" fmla="*/ 469392 h 838200"/>
                <a:gd name="connsiteX901" fmla="*/ 131731 w 866775"/>
                <a:gd name="connsiteY901" fmla="*/ 470440 h 838200"/>
                <a:gd name="connsiteX902" fmla="*/ 134017 w 866775"/>
                <a:gd name="connsiteY902" fmla="*/ 470345 h 838200"/>
                <a:gd name="connsiteX903" fmla="*/ 135636 w 866775"/>
                <a:gd name="connsiteY903" fmla="*/ 470916 h 838200"/>
                <a:gd name="connsiteX904" fmla="*/ 138113 w 866775"/>
                <a:gd name="connsiteY904" fmla="*/ 471202 h 838200"/>
                <a:gd name="connsiteX905" fmla="*/ 138494 w 866775"/>
                <a:gd name="connsiteY905" fmla="*/ 470725 h 838200"/>
                <a:gd name="connsiteX906" fmla="*/ 140113 w 866775"/>
                <a:gd name="connsiteY906" fmla="*/ 467678 h 838200"/>
                <a:gd name="connsiteX907" fmla="*/ 141065 w 866775"/>
                <a:gd name="connsiteY907" fmla="*/ 466820 h 838200"/>
                <a:gd name="connsiteX908" fmla="*/ 141637 w 866775"/>
                <a:gd name="connsiteY908" fmla="*/ 466344 h 838200"/>
                <a:gd name="connsiteX909" fmla="*/ 146304 w 866775"/>
                <a:gd name="connsiteY909" fmla="*/ 465772 h 838200"/>
                <a:gd name="connsiteX910" fmla="*/ 149162 w 866775"/>
                <a:gd name="connsiteY910" fmla="*/ 465868 h 838200"/>
                <a:gd name="connsiteX911" fmla="*/ 151543 w 866775"/>
                <a:gd name="connsiteY911" fmla="*/ 466820 h 838200"/>
                <a:gd name="connsiteX912" fmla="*/ 153067 w 866775"/>
                <a:gd name="connsiteY912" fmla="*/ 469963 h 838200"/>
                <a:gd name="connsiteX913" fmla="*/ 154400 w 866775"/>
                <a:gd name="connsiteY913" fmla="*/ 470345 h 838200"/>
                <a:gd name="connsiteX914" fmla="*/ 156972 w 866775"/>
                <a:gd name="connsiteY914" fmla="*/ 470249 h 838200"/>
                <a:gd name="connsiteX915" fmla="*/ 158115 w 866775"/>
                <a:gd name="connsiteY915" fmla="*/ 470535 h 838200"/>
                <a:gd name="connsiteX916" fmla="*/ 158687 w 866775"/>
                <a:gd name="connsiteY916" fmla="*/ 471297 h 838200"/>
                <a:gd name="connsiteX917" fmla="*/ 159258 w 866775"/>
                <a:gd name="connsiteY917" fmla="*/ 472345 h 838200"/>
                <a:gd name="connsiteX918" fmla="*/ 160115 w 866775"/>
                <a:gd name="connsiteY918" fmla="*/ 473488 h 838200"/>
                <a:gd name="connsiteX919" fmla="*/ 161925 w 866775"/>
                <a:gd name="connsiteY919" fmla="*/ 474440 h 838200"/>
                <a:gd name="connsiteX920" fmla="*/ 166211 w 866775"/>
                <a:gd name="connsiteY920" fmla="*/ 475012 h 838200"/>
                <a:gd name="connsiteX921" fmla="*/ 168497 w 866775"/>
                <a:gd name="connsiteY921" fmla="*/ 475679 h 838200"/>
                <a:gd name="connsiteX922" fmla="*/ 173736 w 866775"/>
                <a:gd name="connsiteY922" fmla="*/ 478822 h 838200"/>
                <a:gd name="connsiteX923" fmla="*/ 175927 w 866775"/>
                <a:gd name="connsiteY923" fmla="*/ 479203 h 838200"/>
                <a:gd name="connsiteX924" fmla="*/ 177356 w 866775"/>
                <a:gd name="connsiteY924" fmla="*/ 478822 h 838200"/>
                <a:gd name="connsiteX925" fmla="*/ 178118 w 866775"/>
                <a:gd name="connsiteY925" fmla="*/ 478060 h 838200"/>
                <a:gd name="connsiteX926" fmla="*/ 178689 w 866775"/>
                <a:gd name="connsiteY926" fmla="*/ 477203 h 838200"/>
                <a:gd name="connsiteX927" fmla="*/ 179546 w 866775"/>
                <a:gd name="connsiteY927" fmla="*/ 476536 h 838200"/>
                <a:gd name="connsiteX928" fmla="*/ 180499 w 866775"/>
                <a:gd name="connsiteY928" fmla="*/ 476441 h 838200"/>
                <a:gd name="connsiteX929" fmla="*/ 182785 w 866775"/>
                <a:gd name="connsiteY929" fmla="*/ 476631 h 838200"/>
                <a:gd name="connsiteX930" fmla="*/ 184309 w 866775"/>
                <a:gd name="connsiteY930" fmla="*/ 476536 h 838200"/>
                <a:gd name="connsiteX931" fmla="*/ 188690 w 866775"/>
                <a:gd name="connsiteY931" fmla="*/ 473774 h 838200"/>
                <a:gd name="connsiteX932" fmla="*/ 190595 w 866775"/>
                <a:gd name="connsiteY932" fmla="*/ 473583 h 838200"/>
                <a:gd name="connsiteX933" fmla="*/ 192215 w 866775"/>
                <a:gd name="connsiteY933" fmla="*/ 476536 h 838200"/>
                <a:gd name="connsiteX934" fmla="*/ 193357 w 866775"/>
                <a:gd name="connsiteY934" fmla="*/ 475297 h 838200"/>
                <a:gd name="connsiteX935" fmla="*/ 194691 w 866775"/>
                <a:gd name="connsiteY935" fmla="*/ 474821 h 838200"/>
                <a:gd name="connsiteX936" fmla="*/ 195739 w 866775"/>
                <a:gd name="connsiteY936" fmla="*/ 475297 h 838200"/>
                <a:gd name="connsiteX937" fmla="*/ 196215 w 866775"/>
                <a:gd name="connsiteY937" fmla="*/ 476917 h 838200"/>
                <a:gd name="connsiteX938" fmla="*/ 196596 w 866775"/>
                <a:gd name="connsiteY938" fmla="*/ 477964 h 838200"/>
                <a:gd name="connsiteX939" fmla="*/ 197644 w 866775"/>
                <a:gd name="connsiteY939" fmla="*/ 478155 h 838200"/>
                <a:gd name="connsiteX940" fmla="*/ 198882 w 866775"/>
                <a:gd name="connsiteY940" fmla="*/ 478155 h 838200"/>
                <a:gd name="connsiteX941" fmla="*/ 200120 w 866775"/>
                <a:gd name="connsiteY941" fmla="*/ 478346 h 838200"/>
                <a:gd name="connsiteX942" fmla="*/ 202406 w 866775"/>
                <a:gd name="connsiteY942" fmla="*/ 480250 h 838200"/>
                <a:gd name="connsiteX943" fmla="*/ 205835 w 866775"/>
                <a:gd name="connsiteY943" fmla="*/ 484822 h 838200"/>
                <a:gd name="connsiteX944" fmla="*/ 208026 w 866775"/>
                <a:gd name="connsiteY944" fmla="*/ 486251 h 838200"/>
                <a:gd name="connsiteX945" fmla="*/ 209455 w 866775"/>
                <a:gd name="connsiteY945" fmla="*/ 486346 h 838200"/>
                <a:gd name="connsiteX946" fmla="*/ 213074 w 866775"/>
                <a:gd name="connsiteY946" fmla="*/ 485299 h 838200"/>
                <a:gd name="connsiteX947" fmla="*/ 214789 w 866775"/>
                <a:gd name="connsiteY947" fmla="*/ 485394 h 838200"/>
                <a:gd name="connsiteX948" fmla="*/ 215551 w 866775"/>
                <a:gd name="connsiteY948" fmla="*/ 485584 h 838200"/>
                <a:gd name="connsiteX949" fmla="*/ 216694 w 866775"/>
                <a:gd name="connsiteY949" fmla="*/ 487109 h 838200"/>
                <a:gd name="connsiteX950" fmla="*/ 216884 w 866775"/>
                <a:gd name="connsiteY950" fmla="*/ 488061 h 838200"/>
                <a:gd name="connsiteX951" fmla="*/ 216884 w 866775"/>
                <a:gd name="connsiteY951" fmla="*/ 489299 h 838200"/>
                <a:gd name="connsiteX952" fmla="*/ 216980 w 866775"/>
                <a:gd name="connsiteY952" fmla="*/ 489490 h 838200"/>
                <a:gd name="connsiteX953" fmla="*/ 216884 w 866775"/>
                <a:gd name="connsiteY953" fmla="*/ 490538 h 838200"/>
                <a:gd name="connsiteX954" fmla="*/ 217837 w 866775"/>
                <a:gd name="connsiteY954" fmla="*/ 494729 h 838200"/>
                <a:gd name="connsiteX955" fmla="*/ 219456 w 866775"/>
                <a:gd name="connsiteY955" fmla="*/ 499682 h 838200"/>
                <a:gd name="connsiteX956" fmla="*/ 221075 w 866775"/>
                <a:gd name="connsiteY956" fmla="*/ 502920 h 838200"/>
                <a:gd name="connsiteX957" fmla="*/ 227267 w 866775"/>
                <a:gd name="connsiteY957" fmla="*/ 512540 h 838200"/>
                <a:gd name="connsiteX958" fmla="*/ 228790 w 866775"/>
                <a:gd name="connsiteY958" fmla="*/ 516350 h 838200"/>
                <a:gd name="connsiteX959" fmla="*/ 229743 w 866775"/>
                <a:gd name="connsiteY959" fmla="*/ 519875 h 838200"/>
                <a:gd name="connsiteX960" fmla="*/ 230029 w 866775"/>
                <a:gd name="connsiteY960" fmla="*/ 523589 h 838200"/>
                <a:gd name="connsiteX961" fmla="*/ 228600 w 866775"/>
                <a:gd name="connsiteY961" fmla="*/ 528257 h 838200"/>
                <a:gd name="connsiteX962" fmla="*/ 229743 w 866775"/>
                <a:gd name="connsiteY962" fmla="*/ 529685 h 838200"/>
                <a:gd name="connsiteX963" fmla="*/ 230219 w 866775"/>
                <a:gd name="connsiteY963" fmla="*/ 529971 h 838200"/>
                <a:gd name="connsiteX964" fmla="*/ 230696 w 866775"/>
                <a:gd name="connsiteY964" fmla="*/ 530447 h 838200"/>
                <a:gd name="connsiteX965" fmla="*/ 231077 w 866775"/>
                <a:gd name="connsiteY965" fmla="*/ 530828 h 838200"/>
                <a:gd name="connsiteX966" fmla="*/ 231077 w 866775"/>
                <a:gd name="connsiteY966" fmla="*/ 531590 h 838200"/>
                <a:gd name="connsiteX967" fmla="*/ 230791 w 866775"/>
                <a:gd name="connsiteY967" fmla="*/ 532447 h 838200"/>
                <a:gd name="connsiteX968" fmla="*/ 228219 w 866775"/>
                <a:gd name="connsiteY968" fmla="*/ 536638 h 838200"/>
                <a:gd name="connsiteX969" fmla="*/ 227362 w 866775"/>
                <a:gd name="connsiteY969" fmla="*/ 537782 h 838200"/>
                <a:gd name="connsiteX970" fmla="*/ 226314 w 866775"/>
                <a:gd name="connsiteY970" fmla="*/ 538734 h 838200"/>
                <a:gd name="connsiteX971" fmla="*/ 224981 w 866775"/>
                <a:gd name="connsiteY971" fmla="*/ 539305 h 838200"/>
                <a:gd name="connsiteX972" fmla="*/ 221837 w 866775"/>
                <a:gd name="connsiteY972" fmla="*/ 539972 h 838200"/>
                <a:gd name="connsiteX973" fmla="*/ 220694 w 866775"/>
                <a:gd name="connsiteY973" fmla="*/ 540353 h 838200"/>
                <a:gd name="connsiteX974" fmla="*/ 219837 w 866775"/>
                <a:gd name="connsiteY974" fmla="*/ 540734 h 838200"/>
                <a:gd name="connsiteX975" fmla="*/ 218980 w 866775"/>
                <a:gd name="connsiteY975" fmla="*/ 541401 h 838200"/>
                <a:gd name="connsiteX976" fmla="*/ 217361 w 866775"/>
                <a:gd name="connsiteY976" fmla="*/ 542925 h 838200"/>
                <a:gd name="connsiteX977" fmla="*/ 216884 w 866775"/>
                <a:gd name="connsiteY977" fmla="*/ 543782 h 838200"/>
                <a:gd name="connsiteX978" fmla="*/ 216694 w 866775"/>
                <a:gd name="connsiteY978" fmla="*/ 545021 h 838200"/>
                <a:gd name="connsiteX979" fmla="*/ 216980 w 866775"/>
                <a:gd name="connsiteY979" fmla="*/ 546926 h 838200"/>
                <a:gd name="connsiteX980" fmla="*/ 217646 w 866775"/>
                <a:gd name="connsiteY980" fmla="*/ 548259 h 838200"/>
                <a:gd name="connsiteX981" fmla="*/ 218980 w 866775"/>
                <a:gd name="connsiteY981" fmla="*/ 550355 h 838200"/>
                <a:gd name="connsiteX982" fmla="*/ 219075 w 866775"/>
                <a:gd name="connsiteY982" fmla="*/ 551117 h 838200"/>
                <a:gd name="connsiteX983" fmla="*/ 218789 w 866775"/>
                <a:gd name="connsiteY983" fmla="*/ 551879 h 838200"/>
                <a:gd name="connsiteX984" fmla="*/ 217742 w 866775"/>
                <a:gd name="connsiteY984" fmla="*/ 552831 h 838200"/>
                <a:gd name="connsiteX985" fmla="*/ 215646 w 866775"/>
                <a:gd name="connsiteY985" fmla="*/ 553593 h 838200"/>
                <a:gd name="connsiteX986" fmla="*/ 214979 w 866775"/>
                <a:gd name="connsiteY986" fmla="*/ 554355 h 838200"/>
                <a:gd name="connsiteX987" fmla="*/ 214598 w 866775"/>
                <a:gd name="connsiteY987" fmla="*/ 555498 h 838200"/>
                <a:gd name="connsiteX988" fmla="*/ 214789 w 866775"/>
                <a:gd name="connsiteY988" fmla="*/ 557879 h 838200"/>
                <a:gd name="connsiteX989" fmla="*/ 215360 w 866775"/>
                <a:gd name="connsiteY989" fmla="*/ 559403 h 838200"/>
                <a:gd name="connsiteX990" fmla="*/ 216313 w 866775"/>
                <a:gd name="connsiteY990" fmla="*/ 560451 h 838200"/>
                <a:gd name="connsiteX991" fmla="*/ 218218 w 866775"/>
                <a:gd name="connsiteY991" fmla="*/ 561689 h 838200"/>
                <a:gd name="connsiteX992" fmla="*/ 218789 w 866775"/>
                <a:gd name="connsiteY992" fmla="*/ 562356 h 838200"/>
                <a:gd name="connsiteX993" fmla="*/ 218694 w 866775"/>
                <a:gd name="connsiteY993" fmla="*/ 563594 h 838200"/>
                <a:gd name="connsiteX994" fmla="*/ 217932 w 866775"/>
                <a:gd name="connsiteY994" fmla="*/ 565213 h 838200"/>
                <a:gd name="connsiteX995" fmla="*/ 214217 w 866775"/>
                <a:gd name="connsiteY995" fmla="*/ 571024 h 838200"/>
                <a:gd name="connsiteX996" fmla="*/ 211741 w 866775"/>
                <a:gd name="connsiteY996" fmla="*/ 576453 h 838200"/>
                <a:gd name="connsiteX997" fmla="*/ 211455 w 866775"/>
                <a:gd name="connsiteY997" fmla="*/ 579215 h 838200"/>
                <a:gd name="connsiteX998" fmla="*/ 210979 w 866775"/>
                <a:gd name="connsiteY998" fmla="*/ 580454 h 838200"/>
                <a:gd name="connsiteX999" fmla="*/ 210217 w 866775"/>
                <a:gd name="connsiteY999" fmla="*/ 582168 h 838200"/>
                <a:gd name="connsiteX1000" fmla="*/ 205073 w 866775"/>
                <a:gd name="connsiteY1000" fmla="*/ 588645 h 838200"/>
                <a:gd name="connsiteX1001" fmla="*/ 203740 w 866775"/>
                <a:gd name="connsiteY1001" fmla="*/ 592360 h 838200"/>
                <a:gd name="connsiteX1002" fmla="*/ 201930 w 866775"/>
                <a:gd name="connsiteY1002" fmla="*/ 596837 h 838200"/>
                <a:gd name="connsiteX1003" fmla="*/ 199930 w 866775"/>
                <a:gd name="connsiteY1003" fmla="*/ 598742 h 838200"/>
                <a:gd name="connsiteX1004" fmla="*/ 198025 w 866775"/>
                <a:gd name="connsiteY1004" fmla="*/ 600170 h 838200"/>
                <a:gd name="connsiteX1005" fmla="*/ 196501 w 866775"/>
                <a:gd name="connsiteY1005" fmla="*/ 601028 h 838200"/>
                <a:gd name="connsiteX1006" fmla="*/ 195072 w 866775"/>
                <a:gd name="connsiteY1006" fmla="*/ 602075 h 838200"/>
                <a:gd name="connsiteX1007" fmla="*/ 194024 w 866775"/>
                <a:gd name="connsiteY1007" fmla="*/ 603504 h 838200"/>
                <a:gd name="connsiteX1008" fmla="*/ 193262 w 866775"/>
                <a:gd name="connsiteY1008" fmla="*/ 605504 h 838200"/>
                <a:gd name="connsiteX1009" fmla="*/ 192881 w 866775"/>
                <a:gd name="connsiteY1009" fmla="*/ 607219 h 838200"/>
                <a:gd name="connsiteX1010" fmla="*/ 192691 w 866775"/>
                <a:gd name="connsiteY1010" fmla="*/ 608552 h 838200"/>
                <a:gd name="connsiteX1011" fmla="*/ 192596 w 866775"/>
                <a:gd name="connsiteY1011" fmla="*/ 609791 h 838200"/>
                <a:gd name="connsiteX1012" fmla="*/ 192691 w 866775"/>
                <a:gd name="connsiteY1012" fmla="*/ 611029 h 838200"/>
                <a:gd name="connsiteX1013" fmla="*/ 193167 w 866775"/>
                <a:gd name="connsiteY1013" fmla="*/ 612267 h 838200"/>
                <a:gd name="connsiteX1014" fmla="*/ 194596 w 866775"/>
                <a:gd name="connsiteY1014" fmla="*/ 615220 h 838200"/>
                <a:gd name="connsiteX1015" fmla="*/ 195263 w 866775"/>
                <a:gd name="connsiteY1015" fmla="*/ 616744 h 838200"/>
                <a:gd name="connsiteX1016" fmla="*/ 195644 w 866775"/>
                <a:gd name="connsiteY1016" fmla="*/ 618268 h 838200"/>
                <a:gd name="connsiteX1017" fmla="*/ 195739 w 866775"/>
                <a:gd name="connsiteY1017" fmla="*/ 619411 h 838200"/>
                <a:gd name="connsiteX1018" fmla="*/ 195739 w 866775"/>
                <a:gd name="connsiteY1018" fmla="*/ 620363 h 838200"/>
                <a:gd name="connsiteX1019" fmla="*/ 195644 w 866775"/>
                <a:gd name="connsiteY1019" fmla="*/ 620839 h 838200"/>
                <a:gd name="connsiteX1020" fmla="*/ 195453 w 866775"/>
                <a:gd name="connsiteY1020" fmla="*/ 621506 h 838200"/>
                <a:gd name="connsiteX1021" fmla="*/ 194977 w 866775"/>
                <a:gd name="connsiteY1021" fmla="*/ 622268 h 838200"/>
                <a:gd name="connsiteX1022" fmla="*/ 191072 w 866775"/>
                <a:gd name="connsiteY1022" fmla="*/ 624459 h 838200"/>
                <a:gd name="connsiteX1023" fmla="*/ 179737 w 866775"/>
                <a:gd name="connsiteY1023" fmla="*/ 626745 h 838200"/>
                <a:gd name="connsiteX1024" fmla="*/ 175927 w 866775"/>
                <a:gd name="connsiteY1024" fmla="*/ 629031 h 838200"/>
                <a:gd name="connsiteX1025" fmla="*/ 174689 w 866775"/>
                <a:gd name="connsiteY1025" fmla="*/ 629984 h 838200"/>
                <a:gd name="connsiteX1026" fmla="*/ 173069 w 866775"/>
                <a:gd name="connsiteY1026" fmla="*/ 630936 h 838200"/>
                <a:gd name="connsiteX1027" fmla="*/ 171736 w 866775"/>
                <a:gd name="connsiteY1027" fmla="*/ 631317 h 838200"/>
                <a:gd name="connsiteX1028" fmla="*/ 169450 w 866775"/>
                <a:gd name="connsiteY1028" fmla="*/ 631222 h 838200"/>
                <a:gd name="connsiteX1029" fmla="*/ 165830 w 866775"/>
                <a:gd name="connsiteY1029" fmla="*/ 630555 h 838200"/>
                <a:gd name="connsiteX1030" fmla="*/ 164306 w 866775"/>
                <a:gd name="connsiteY1030" fmla="*/ 630650 h 838200"/>
                <a:gd name="connsiteX1031" fmla="*/ 161830 w 866775"/>
                <a:gd name="connsiteY1031" fmla="*/ 631031 h 838200"/>
                <a:gd name="connsiteX1032" fmla="*/ 151448 w 866775"/>
                <a:gd name="connsiteY1032" fmla="*/ 633793 h 838200"/>
                <a:gd name="connsiteX1033" fmla="*/ 149828 w 866775"/>
                <a:gd name="connsiteY1033" fmla="*/ 635508 h 838200"/>
                <a:gd name="connsiteX1034" fmla="*/ 148685 w 866775"/>
                <a:gd name="connsiteY1034" fmla="*/ 642271 h 838200"/>
                <a:gd name="connsiteX1035" fmla="*/ 146780 w 866775"/>
                <a:gd name="connsiteY1035" fmla="*/ 645033 h 838200"/>
                <a:gd name="connsiteX1036" fmla="*/ 138875 w 866775"/>
                <a:gd name="connsiteY1036" fmla="*/ 651796 h 838200"/>
                <a:gd name="connsiteX1037" fmla="*/ 138113 w 866775"/>
                <a:gd name="connsiteY1037" fmla="*/ 652843 h 838200"/>
                <a:gd name="connsiteX1038" fmla="*/ 137636 w 866775"/>
                <a:gd name="connsiteY1038" fmla="*/ 653605 h 838200"/>
                <a:gd name="connsiteX1039" fmla="*/ 137731 w 866775"/>
                <a:gd name="connsiteY1039" fmla="*/ 654844 h 838200"/>
                <a:gd name="connsiteX1040" fmla="*/ 138303 w 866775"/>
                <a:gd name="connsiteY1040" fmla="*/ 656272 h 838200"/>
                <a:gd name="connsiteX1041" fmla="*/ 140113 w 866775"/>
                <a:gd name="connsiteY1041" fmla="*/ 658939 h 838200"/>
                <a:gd name="connsiteX1042" fmla="*/ 141446 w 866775"/>
                <a:gd name="connsiteY1042" fmla="*/ 660368 h 838200"/>
                <a:gd name="connsiteX1043" fmla="*/ 143066 w 866775"/>
                <a:gd name="connsiteY1043" fmla="*/ 662559 h 838200"/>
                <a:gd name="connsiteX1044" fmla="*/ 148876 w 866775"/>
                <a:gd name="connsiteY1044" fmla="*/ 675227 h 838200"/>
                <a:gd name="connsiteX1045" fmla="*/ 150304 w 866775"/>
                <a:gd name="connsiteY1045" fmla="*/ 677513 h 838200"/>
                <a:gd name="connsiteX1046" fmla="*/ 150781 w 866775"/>
                <a:gd name="connsiteY1046" fmla="*/ 679228 h 838200"/>
                <a:gd name="connsiteX1047" fmla="*/ 150971 w 866775"/>
                <a:gd name="connsiteY1047" fmla="*/ 680657 h 838200"/>
                <a:gd name="connsiteX1048" fmla="*/ 150209 w 866775"/>
                <a:gd name="connsiteY1048" fmla="*/ 684085 h 838200"/>
                <a:gd name="connsiteX1049" fmla="*/ 148590 w 866775"/>
                <a:gd name="connsiteY1049" fmla="*/ 686562 h 838200"/>
                <a:gd name="connsiteX1050" fmla="*/ 148209 w 866775"/>
                <a:gd name="connsiteY1050" fmla="*/ 687705 h 838200"/>
                <a:gd name="connsiteX1051" fmla="*/ 147733 w 866775"/>
                <a:gd name="connsiteY1051" fmla="*/ 689705 h 838200"/>
                <a:gd name="connsiteX1052" fmla="*/ 147352 w 866775"/>
                <a:gd name="connsiteY1052" fmla="*/ 693134 h 838200"/>
                <a:gd name="connsiteX1053" fmla="*/ 146780 w 866775"/>
                <a:gd name="connsiteY1053" fmla="*/ 693896 h 838200"/>
                <a:gd name="connsiteX1054" fmla="*/ 146780 w 866775"/>
                <a:gd name="connsiteY1054" fmla="*/ 695897 h 838200"/>
                <a:gd name="connsiteX1055" fmla="*/ 148019 w 866775"/>
                <a:gd name="connsiteY1055" fmla="*/ 698468 h 838200"/>
                <a:gd name="connsiteX1056" fmla="*/ 147542 w 866775"/>
                <a:gd name="connsiteY1056" fmla="*/ 701421 h 838200"/>
                <a:gd name="connsiteX1057" fmla="*/ 146209 w 866775"/>
                <a:gd name="connsiteY1057" fmla="*/ 704088 h 838200"/>
                <a:gd name="connsiteX1058" fmla="*/ 144780 w 866775"/>
                <a:gd name="connsiteY1058" fmla="*/ 705898 h 838200"/>
                <a:gd name="connsiteX1059" fmla="*/ 138398 w 866775"/>
                <a:gd name="connsiteY1059" fmla="*/ 711899 h 838200"/>
                <a:gd name="connsiteX1060" fmla="*/ 134779 w 866775"/>
                <a:gd name="connsiteY1060" fmla="*/ 713708 h 838200"/>
                <a:gd name="connsiteX1061" fmla="*/ 129540 w 866775"/>
                <a:gd name="connsiteY1061" fmla="*/ 717995 h 838200"/>
                <a:gd name="connsiteX1062" fmla="*/ 128206 w 866775"/>
                <a:gd name="connsiteY1062" fmla="*/ 719900 h 838200"/>
                <a:gd name="connsiteX1063" fmla="*/ 128206 w 866775"/>
                <a:gd name="connsiteY1063" fmla="*/ 721424 h 838200"/>
                <a:gd name="connsiteX1064" fmla="*/ 128683 w 866775"/>
                <a:gd name="connsiteY1064" fmla="*/ 722852 h 838200"/>
                <a:gd name="connsiteX1065" fmla="*/ 129635 w 866775"/>
                <a:gd name="connsiteY1065" fmla="*/ 723805 h 838200"/>
                <a:gd name="connsiteX1066" fmla="*/ 130969 w 866775"/>
                <a:gd name="connsiteY1066" fmla="*/ 724186 h 838200"/>
                <a:gd name="connsiteX1067" fmla="*/ 131540 w 866775"/>
                <a:gd name="connsiteY1067" fmla="*/ 724757 h 838200"/>
                <a:gd name="connsiteX1068" fmla="*/ 134588 w 866775"/>
                <a:gd name="connsiteY1068" fmla="*/ 730472 h 838200"/>
                <a:gd name="connsiteX1069" fmla="*/ 134874 w 866775"/>
                <a:gd name="connsiteY1069" fmla="*/ 733139 h 838200"/>
                <a:gd name="connsiteX1070" fmla="*/ 134874 w 866775"/>
                <a:gd name="connsiteY1070" fmla="*/ 735806 h 838200"/>
                <a:gd name="connsiteX1071" fmla="*/ 135350 w 866775"/>
                <a:gd name="connsiteY1071" fmla="*/ 738092 h 838200"/>
                <a:gd name="connsiteX1072" fmla="*/ 136493 w 866775"/>
                <a:gd name="connsiteY1072" fmla="*/ 740093 h 838200"/>
                <a:gd name="connsiteX1073" fmla="*/ 137827 w 866775"/>
                <a:gd name="connsiteY1073" fmla="*/ 741521 h 838200"/>
                <a:gd name="connsiteX1074" fmla="*/ 138875 w 866775"/>
                <a:gd name="connsiteY1074" fmla="*/ 743426 h 838200"/>
                <a:gd name="connsiteX1075" fmla="*/ 139256 w 866775"/>
                <a:gd name="connsiteY1075" fmla="*/ 746379 h 838200"/>
                <a:gd name="connsiteX1076" fmla="*/ 139160 w 866775"/>
                <a:gd name="connsiteY1076" fmla="*/ 747236 h 838200"/>
                <a:gd name="connsiteX1077" fmla="*/ 138494 w 866775"/>
                <a:gd name="connsiteY1077" fmla="*/ 749427 h 838200"/>
                <a:gd name="connsiteX1078" fmla="*/ 138779 w 866775"/>
                <a:gd name="connsiteY1078" fmla="*/ 750189 h 838200"/>
                <a:gd name="connsiteX1079" fmla="*/ 139827 w 866775"/>
                <a:gd name="connsiteY1079" fmla="*/ 751522 h 838200"/>
                <a:gd name="connsiteX1080" fmla="*/ 140113 w 866775"/>
                <a:gd name="connsiteY1080" fmla="*/ 752094 h 838200"/>
                <a:gd name="connsiteX1081" fmla="*/ 139922 w 866775"/>
                <a:gd name="connsiteY1081" fmla="*/ 754761 h 838200"/>
                <a:gd name="connsiteX1082" fmla="*/ 139256 w 866775"/>
                <a:gd name="connsiteY1082" fmla="*/ 757238 h 838200"/>
                <a:gd name="connsiteX1083" fmla="*/ 138017 w 866775"/>
                <a:gd name="connsiteY1083" fmla="*/ 759619 h 838200"/>
                <a:gd name="connsiteX1084" fmla="*/ 135065 w 866775"/>
                <a:gd name="connsiteY1084" fmla="*/ 763714 h 838200"/>
                <a:gd name="connsiteX1085" fmla="*/ 134493 w 866775"/>
                <a:gd name="connsiteY1085" fmla="*/ 765429 h 838200"/>
                <a:gd name="connsiteX1086" fmla="*/ 134874 w 866775"/>
                <a:gd name="connsiteY1086" fmla="*/ 765524 h 838200"/>
                <a:gd name="connsiteX1087" fmla="*/ 136684 w 866775"/>
                <a:gd name="connsiteY1087" fmla="*/ 768763 h 838200"/>
                <a:gd name="connsiteX1088" fmla="*/ 136874 w 866775"/>
                <a:gd name="connsiteY1088" fmla="*/ 769430 h 838200"/>
                <a:gd name="connsiteX1089" fmla="*/ 138017 w 866775"/>
                <a:gd name="connsiteY1089" fmla="*/ 770096 h 838200"/>
                <a:gd name="connsiteX1090" fmla="*/ 139065 w 866775"/>
                <a:gd name="connsiteY1090" fmla="*/ 770287 h 838200"/>
                <a:gd name="connsiteX1091" fmla="*/ 139827 w 866775"/>
                <a:gd name="connsiteY1091" fmla="*/ 770668 h 838200"/>
                <a:gd name="connsiteX1092" fmla="*/ 140113 w 866775"/>
                <a:gd name="connsiteY1092" fmla="*/ 772001 h 838200"/>
                <a:gd name="connsiteX1093" fmla="*/ 140684 w 866775"/>
                <a:gd name="connsiteY1093" fmla="*/ 773811 h 838200"/>
                <a:gd name="connsiteX1094" fmla="*/ 142399 w 866775"/>
                <a:gd name="connsiteY1094" fmla="*/ 775240 h 838200"/>
                <a:gd name="connsiteX1095" fmla="*/ 144399 w 866775"/>
                <a:gd name="connsiteY1095" fmla="*/ 776573 h 838200"/>
                <a:gd name="connsiteX1096" fmla="*/ 147352 w 866775"/>
                <a:gd name="connsiteY1096" fmla="*/ 778002 h 838200"/>
                <a:gd name="connsiteX1097" fmla="*/ 148400 w 866775"/>
                <a:gd name="connsiteY1097" fmla="*/ 778669 h 838200"/>
                <a:gd name="connsiteX1098" fmla="*/ 149162 w 866775"/>
                <a:gd name="connsiteY1098" fmla="*/ 779526 h 838200"/>
                <a:gd name="connsiteX1099" fmla="*/ 149352 w 866775"/>
                <a:gd name="connsiteY1099" fmla="*/ 780383 h 838200"/>
                <a:gd name="connsiteX1100" fmla="*/ 149066 w 866775"/>
                <a:gd name="connsiteY1100" fmla="*/ 781431 h 838200"/>
                <a:gd name="connsiteX1101" fmla="*/ 146971 w 866775"/>
                <a:gd name="connsiteY1101" fmla="*/ 785146 h 838200"/>
                <a:gd name="connsiteX1102" fmla="*/ 146685 w 866775"/>
                <a:gd name="connsiteY1102" fmla="*/ 786384 h 838200"/>
                <a:gd name="connsiteX1103" fmla="*/ 146780 w 866775"/>
                <a:gd name="connsiteY1103" fmla="*/ 787908 h 838200"/>
                <a:gd name="connsiteX1104" fmla="*/ 147447 w 866775"/>
                <a:gd name="connsiteY1104" fmla="*/ 789242 h 838200"/>
                <a:gd name="connsiteX1105" fmla="*/ 148590 w 866775"/>
                <a:gd name="connsiteY1105" fmla="*/ 790766 h 838200"/>
                <a:gd name="connsiteX1106" fmla="*/ 149828 w 866775"/>
                <a:gd name="connsiteY1106" fmla="*/ 792004 h 838200"/>
                <a:gd name="connsiteX1107" fmla="*/ 151448 w 866775"/>
                <a:gd name="connsiteY1107" fmla="*/ 792861 h 838200"/>
                <a:gd name="connsiteX1108" fmla="*/ 153162 w 866775"/>
                <a:gd name="connsiteY1108" fmla="*/ 793051 h 838200"/>
                <a:gd name="connsiteX1109" fmla="*/ 155734 w 866775"/>
                <a:gd name="connsiteY1109" fmla="*/ 792099 h 838200"/>
                <a:gd name="connsiteX1110" fmla="*/ 157544 w 866775"/>
                <a:gd name="connsiteY1110" fmla="*/ 790861 h 838200"/>
                <a:gd name="connsiteX1111" fmla="*/ 158877 w 866775"/>
                <a:gd name="connsiteY1111" fmla="*/ 789622 h 838200"/>
                <a:gd name="connsiteX1112" fmla="*/ 159734 w 866775"/>
                <a:gd name="connsiteY1112" fmla="*/ 788480 h 838200"/>
                <a:gd name="connsiteX1113" fmla="*/ 160211 w 866775"/>
                <a:gd name="connsiteY1113" fmla="*/ 787432 h 838200"/>
                <a:gd name="connsiteX1114" fmla="*/ 160306 w 866775"/>
                <a:gd name="connsiteY1114" fmla="*/ 786384 h 838200"/>
                <a:gd name="connsiteX1115" fmla="*/ 160401 w 866775"/>
                <a:gd name="connsiteY1115" fmla="*/ 785146 h 838200"/>
                <a:gd name="connsiteX1116" fmla="*/ 160496 w 866775"/>
                <a:gd name="connsiteY1116" fmla="*/ 783812 h 838200"/>
                <a:gd name="connsiteX1117" fmla="*/ 160877 w 866775"/>
                <a:gd name="connsiteY1117" fmla="*/ 782479 h 838200"/>
                <a:gd name="connsiteX1118" fmla="*/ 161449 w 866775"/>
                <a:gd name="connsiteY1118" fmla="*/ 781431 h 838200"/>
                <a:gd name="connsiteX1119" fmla="*/ 162116 w 866775"/>
                <a:gd name="connsiteY1119" fmla="*/ 780288 h 838200"/>
                <a:gd name="connsiteX1120" fmla="*/ 162782 w 866775"/>
                <a:gd name="connsiteY1120" fmla="*/ 779526 h 838200"/>
                <a:gd name="connsiteX1121" fmla="*/ 163830 w 866775"/>
                <a:gd name="connsiteY1121" fmla="*/ 779050 h 838200"/>
                <a:gd name="connsiteX1122" fmla="*/ 165164 w 866775"/>
                <a:gd name="connsiteY1122" fmla="*/ 779145 h 838200"/>
                <a:gd name="connsiteX1123" fmla="*/ 167450 w 866775"/>
                <a:gd name="connsiteY1123" fmla="*/ 780097 h 838200"/>
                <a:gd name="connsiteX1124" fmla="*/ 170498 w 866775"/>
                <a:gd name="connsiteY1124" fmla="*/ 782003 h 838200"/>
                <a:gd name="connsiteX1125" fmla="*/ 176784 w 866775"/>
                <a:gd name="connsiteY1125" fmla="*/ 787432 h 838200"/>
                <a:gd name="connsiteX1126" fmla="*/ 179165 w 866775"/>
                <a:gd name="connsiteY1126" fmla="*/ 789051 h 838200"/>
                <a:gd name="connsiteX1127" fmla="*/ 182594 w 866775"/>
                <a:gd name="connsiteY1127" fmla="*/ 792575 h 838200"/>
                <a:gd name="connsiteX1128" fmla="*/ 184404 w 866775"/>
                <a:gd name="connsiteY1128" fmla="*/ 793909 h 838200"/>
                <a:gd name="connsiteX1129" fmla="*/ 186404 w 866775"/>
                <a:gd name="connsiteY1129" fmla="*/ 794861 h 838200"/>
                <a:gd name="connsiteX1130" fmla="*/ 188119 w 866775"/>
                <a:gd name="connsiteY1130" fmla="*/ 795338 h 838200"/>
                <a:gd name="connsiteX1131" fmla="*/ 191834 w 866775"/>
                <a:gd name="connsiteY1131" fmla="*/ 795718 h 838200"/>
                <a:gd name="connsiteX1132" fmla="*/ 193643 w 866775"/>
                <a:gd name="connsiteY1132" fmla="*/ 795623 h 838200"/>
                <a:gd name="connsiteX1133" fmla="*/ 194786 w 866775"/>
                <a:gd name="connsiteY1133" fmla="*/ 795814 h 838200"/>
                <a:gd name="connsiteX1134" fmla="*/ 195358 w 866775"/>
                <a:gd name="connsiteY1134" fmla="*/ 796195 h 838200"/>
                <a:gd name="connsiteX1135" fmla="*/ 195644 w 866775"/>
                <a:gd name="connsiteY1135" fmla="*/ 796957 h 838200"/>
                <a:gd name="connsiteX1136" fmla="*/ 195644 w 866775"/>
                <a:gd name="connsiteY1136" fmla="*/ 798195 h 838200"/>
                <a:gd name="connsiteX1137" fmla="*/ 195929 w 866775"/>
                <a:gd name="connsiteY1137" fmla="*/ 799624 h 838200"/>
                <a:gd name="connsiteX1138" fmla="*/ 196596 w 866775"/>
                <a:gd name="connsiteY1138" fmla="*/ 801338 h 838200"/>
                <a:gd name="connsiteX1139" fmla="*/ 198120 w 866775"/>
                <a:gd name="connsiteY1139" fmla="*/ 802767 h 838200"/>
                <a:gd name="connsiteX1140" fmla="*/ 200120 w 866775"/>
                <a:gd name="connsiteY1140" fmla="*/ 803624 h 838200"/>
                <a:gd name="connsiteX1141" fmla="*/ 202121 w 866775"/>
                <a:gd name="connsiteY1141" fmla="*/ 803243 h 838200"/>
                <a:gd name="connsiteX1142" fmla="*/ 203930 w 866775"/>
                <a:gd name="connsiteY1142" fmla="*/ 802005 h 838200"/>
                <a:gd name="connsiteX1143" fmla="*/ 206978 w 866775"/>
                <a:gd name="connsiteY1143" fmla="*/ 798957 h 838200"/>
                <a:gd name="connsiteX1144" fmla="*/ 208693 w 866775"/>
                <a:gd name="connsiteY1144" fmla="*/ 796671 h 838200"/>
                <a:gd name="connsiteX1145" fmla="*/ 210217 w 866775"/>
                <a:gd name="connsiteY1145" fmla="*/ 793623 h 838200"/>
                <a:gd name="connsiteX1146" fmla="*/ 211265 w 866775"/>
                <a:gd name="connsiteY1146" fmla="*/ 790099 h 838200"/>
                <a:gd name="connsiteX1147" fmla="*/ 212789 w 866775"/>
                <a:gd name="connsiteY1147" fmla="*/ 787337 h 838200"/>
                <a:gd name="connsiteX1148" fmla="*/ 216598 w 866775"/>
                <a:gd name="connsiteY1148" fmla="*/ 783622 h 838200"/>
                <a:gd name="connsiteX1149" fmla="*/ 217932 w 866775"/>
                <a:gd name="connsiteY1149" fmla="*/ 782479 h 838200"/>
                <a:gd name="connsiteX1150" fmla="*/ 218885 w 866775"/>
                <a:gd name="connsiteY1150" fmla="*/ 781431 h 838200"/>
                <a:gd name="connsiteX1151" fmla="*/ 219932 w 866775"/>
                <a:gd name="connsiteY1151" fmla="*/ 779812 h 838200"/>
                <a:gd name="connsiteX1152" fmla="*/ 220885 w 866775"/>
                <a:gd name="connsiteY1152" fmla="*/ 777621 h 838200"/>
                <a:gd name="connsiteX1153" fmla="*/ 221552 w 866775"/>
                <a:gd name="connsiteY1153" fmla="*/ 775430 h 838200"/>
                <a:gd name="connsiteX1154" fmla="*/ 221552 w 866775"/>
                <a:gd name="connsiteY1154" fmla="*/ 772001 h 838200"/>
                <a:gd name="connsiteX1155" fmla="*/ 219456 w 866775"/>
                <a:gd name="connsiteY1155" fmla="*/ 770763 h 838200"/>
                <a:gd name="connsiteX1156" fmla="*/ 216980 w 866775"/>
                <a:gd name="connsiteY1156" fmla="*/ 770382 h 838200"/>
                <a:gd name="connsiteX1157" fmla="*/ 215836 w 866775"/>
                <a:gd name="connsiteY1157" fmla="*/ 770287 h 838200"/>
                <a:gd name="connsiteX1158" fmla="*/ 214884 w 866775"/>
                <a:gd name="connsiteY1158" fmla="*/ 770001 h 838200"/>
                <a:gd name="connsiteX1159" fmla="*/ 214408 w 866775"/>
                <a:gd name="connsiteY1159" fmla="*/ 769525 h 838200"/>
                <a:gd name="connsiteX1160" fmla="*/ 214122 w 866775"/>
                <a:gd name="connsiteY1160" fmla="*/ 768477 h 838200"/>
                <a:gd name="connsiteX1161" fmla="*/ 214122 w 866775"/>
                <a:gd name="connsiteY1161" fmla="*/ 768096 h 838200"/>
                <a:gd name="connsiteX1162" fmla="*/ 214122 w 866775"/>
                <a:gd name="connsiteY1162" fmla="*/ 767810 h 838200"/>
                <a:gd name="connsiteX1163" fmla="*/ 214122 w 866775"/>
                <a:gd name="connsiteY1163" fmla="*/ 767525 h 838200"/>
                <a:gd name="connsiteX1164" fmla="*/ 214217 w 866775"/>
                <a:gd name="connsiteY1164" fmla="*/ 766858 h 838200"/>
                <a:gd name="connsiteX1165" fmla="*/ 214979 w 866775"/>
                <a:gd name="connsiteY1165" fmla="*/ 764858 h 838200"/>
                <a:gd name="connsiteX1166" fmla="*/ 215074 w 866775"/>
                <a:gd name="connsiteY1166" fmla="*/ 763619 h 838200"/>
                <a:gd name="connsiteX1167" fmla="*/ 214027 w 866775"/>
                <a:gd name="connsiteY1167" fmla="*/ 761809 h 838200"/>
                <a:gd name="connsiteX1168" fmla="*/ 211741 w 866775"/>
                <a:gd name="connsiteY1168" fmla="*/ 758762 h 838200"/>
                <a:gd name="connsiteX1169" fmla="*/ 211074 w 866775"/>
                <a:gd name="connsiteY1169" fmla="*/ 757333 h 838200"/>
                <a:gd name="connsiteX1170" fmla="*/ 210693 w 866775"/>
                <a:gd name="connsiteY1170" fmla="*/ 755333 h 838200"/>
                <a:gd name="connsiteX1171" fmla="*/ 210026 w 866775"/>
                <a:gd name="connsiteY1171" fmla="*/ 753523 h 838200"/>
                <a:gd name="connsiteX1172" fmla="*/ 209169 w 866775"/>
                <a:gd name="connsiteY1172" fmla="*/ 751904 h 838200"/>
                <a:gd name="connsiteX1173" fmla="*/ 207455 w 866775"/>
                <a:gd name="connsiteY1173" fmla="*/ 750284 h 838200"/>
                <a:gd name="connsiteX1174" fmla="*/ 205835 w 866775"/>
                <a:gd name="connsiteY1174" fmla="*/ 749522 h 838200"/>
                <a:gd name="connsiteX1175" fmla="*/ 204121 w 866775"/>
                <a:gd name="connsiteY1175" fmla="*/ 749141 h 838200"/>
                <a:gd name="connsiteX1176" fmla="*/ 202597 w 866775"/>
                <a:gd name="connsiteY1176" fmla="*/ 749332 h 838200"/>
                <a:gd name="connsiteX1177" fmla="*/ 200025 w 866775"/>
                <a:gd name="connsiteY1177" fmla="*/ 749808 h 838200"/>
                <a:gd name="connsiteX1178" fmla="*/ 196596 w 866775"/>
                <a:gd name="connsiteY1178" fmla="*/ 751046 h 838200"/>
                <a:gd name="connsiteX1179" fmla="*/ 195263 w 866775"/>
                <a:gd name="connsiteY1179" fmla="*/ 751332 h 838200"/>
                <a:gd name="connsiteX1180" fmla="*/ 194119 w 866775"/>
                <a:gd name="connsiteY1180" fmla="*/ 751237 h 838200"/>
                <a:gd name="connsiteX1181" fmla="*/ 193262 w 866775"/>
                <a:gd name="connsiteY1181" fmla="*/ 750665 h 838200"/>
                <a:gd name="connsiteX1182" fmla="*/ 192500 w 866775"/>
                <a:gd name="connsiteY1182" fmla="*/ 749618 h 838200"/>
                <a:gd name="connsiteX1183" fmla="*/ 191738 w 866775"/>
                <a:gd name="connsiteY1183" fmla="*/ 747998 h 838200"/>
                <a:gd name="connsiteX1184" fmla="*/ 191167 w 866775"/>
                <a:gd name="connsiteY1184" fmla="*/ 746474 h 838200"/>
                <a:gd name="connsiteX1185" fmla="*/ 191262 w 866775"/>
                <a:gd name="connsiteY1185" fmla="*/ 744379 h 838200"/>
                <a:gd name="connsiteX1186" fmla="*/ 191643 w 866775"/>
                <a:gd name="connsiteY1186" fmla="*/ 743236 h 838200"/>
                <a:gd name="connsiteX1187" fmla="*/ 193072 w 866775"/>
                <a:gd name="connsiteY1187" fmla="*/ 741426 h 838200"/>
                <a:gd name="connsiteX1188" fmla="*/ 193453 w 866775"/>
                <a:gd name="connsiteY1188" fmla="*/ 740474 h 838200"/>
                <a:gd name="connsiteX1189" fmla="*/ 193643 w 866775"/>
                <a:gd name="connsiteY1189" fmla="*/ 739235 h 838200"/>
                <a:gd name="connsiteX1190" fmla="*/ 193548 w 866775"/>
                <a:gd name="connsiteY1190" fmla="*/ 737711 h 838200"/>
                <a:gd name="connsiteX1191" fmla="*/ 193072 w 866775"/>
                <a:gd name="connsiteY1191" fmla="*/ 733711 h 838200"/>
                <a:gd name="connsiteX1192" fmla="*/ 193167 w 866775"/>
                <a:gd name="connsiteY1192" fmla="*/ 727901 h 838200"/>
                <a:gd name="connsiteX1193" fmla="*/ 192881 w 866775"/>
                <a:gd name="connsiteY1193" fmla="*/ 725900 h 838200"/>
                <a:gd name="connsiteX1194" fmla="*/ 192215 w 866775"/>
                <a:gd name="connsiteY1194" fmla="*/ 723614 h 838200"/>
                <a:gd name="connsiteX1195" fmla="*/ 190595 w 866775"/>
                <a:gd name="connsiteY1195" fmla="*/ 720376 h 838200"/>
                <a:gd name="connsiteX1196" fmla="*/ 189167 w 866775"/>
                <a:gd name="connsiteY1196" fmla="*/ 718471 h 838200"/>
                <a:gd name="connsiteX1197" fmla="*/ 184690 w 866775"/>
                <a:gd name="connsiteY1197" fmla="*/ 713994 h 838200"/>
                <a:gd name="connsiteX1198" fmla="*/ 183547 w 866775"/>
                <a:gd name="connsiteY1198" fmla="*/ 711899 h 838200"/>
                <a:gd name="connsiteX1199" fmla="*/ 182499 w 866775"/>
                <a:gd name="connsiteY1199" fmla="*/ 708851 h 838200"/>
                <a:gd name="connsiteX1200" fmla="*/ 180118 w 866775"/>
                <a:gd name="connsiteY1200" fmla="*/ 696087 h 838200"/>
                <a:gd name="connsiteX1201" fmla="*/ 179927 w 866775"/>
                <a:gd name="connsiteY1201" fmla="*/ 690467 h 838200"/>
                <a:gd name="connsiteX1202" fmla="*/ 179070 w 866775"/>
                <a:gd name="connsiteY1202" fmla="*/ 686943 h 838200"/>
                <a:gd name="connsiteX1203" fmla="*/ 174879 w 866775"/>
                <a:gd name="connsiteY1203" fmla="*/ 677323 h 838200"/>
                <a:gd name="connsiteX1204" fmla="*/ 173546 w 866775"/>
                <a:gd name="connsiteY1204" fmla="*/ 675513 h 838200"/>
                <a:gd name="connsiteX1205" fmla="*/ 172022 w 866775"/>
                <a:gd name="connsiteY1205" fmla="*/ 673989 h 838200"/>
                <a:gd name="connsiteX1206" fmla="*/ 169736 w 866775"/>
                <a:gd name="connsiteY1206" fmla="*/ 672179 h 838200"/>
                <a:gd name="connsiteX1207" fmla="*/ 168878 w 866775"/>
                <a:gd name="connsiteY1207" fmla="*/ 671417 h 838200"/>
                <a:gd name="connsiteX1208" fmla="*/ 168212 w 866775"/>
                <a:gd name="connsiteY1208" fmla="*/ 670370 h 838200"/>
                <a:gd name="connsiteX1209" fmla="*/ 167926 w 866775"/>
                <a:gd name="connsiteY1209" fmla="*/ 669512 h 838200"/>
                <a:gd name="connsiteX1210" fmla="*/ 167926 w 866775"/>
                <a:gd name="connsiteY1210" fmla="*/ 668464 h 838200"/>
                <a:gd name="connsiteX1211" fmla="*/ 168212 w 866775"/>
                <a:gd name="connsiteY1211" fmla="*/ 667512 h 838200"/>
                <a:gd name="connsiteX1212" fmla="*/ 168688 w 866775"/>
                <a:gd name="connsiteY1212" fmla="*/ 666274 h 838200"/>
                <a:gd name="connsiteX1213" fmla="*/ 169926 w 866775"/>
                <a:gd name="connsiteY1213" fmla="*/ 664083 h 838200"/>
                <a:gd name="connsiteX1214" fmla="*/ 172688 w 866775"/>
                <a:gd name="connsiteY1214" fmla="*/ 659987 h 838200"/>
                <a:gd name="connsiteX1215" fmla="*/ 173546 w 866775"/>
                <a:gd name="connsiteY1215" fmla="*/ 659130 h 838200"/>
                <a:gd name="connsiteX1216" fmla="*/ 175070 w 866775"/>
                <a:gd name="connsiteY1216" fmla="*/ 657892 h 838200"/>
                <a:gd name="connsiteX1217" fmla="*/ 175546 w 866775"/>
                <a:gd name="connsiteY1217" fmla="*/ 657130 h 838200"/>
                <a:gd name="connsiteX1218" fmla="*/ 175641 w 866775"/>
                <a:gd name="connsiteY1218" fmla="*/ 656463 h 838200"/>
                <a:gd name="connsiteX1219" fmla="*/ 175450 w 866775"/>
                <a:gd name="connsiteY1219" fmla="*/ 655606 h 838200"/>
                <a:gd name="connsiteX1220" fmla="*/ 175260 w 866775"/>
                <a:gd name="connsiteY1220" fmla="*/ 654939 h 838200"/>
                <a:gd name="connsiteX1221" fmla="*/ 175070 w 866775"/>
                <a:gd name="connsiteY1221" fmla="*/ 654082 h 838200"/>
                <a:gd name="connsiteX1222" fmla="*/ 175355 w 866775"/>
                <a:gd name="connsiteY1222" fmla="*/ 653225 h 838200"/>
                <a:gd name="connsiteX1223" fmla="*/ 175831 w 866775"/>
                <a:gd name="connsiteY1223" fmla="*/ 652463 h 838200"/>
                <a:gd name="connsiteX1224" fmla="*/ 176594 w 866775"/>
                <a:gd name="connsiteY1224" fmla="*/ 651986 h 838200"/>
                <a:gd name="connsiteX1225" fmla="*/ 177546 w 866775"/>
                <a:gd name="connsiteY1225" fmla="*/ 651510 h 838200"/>
                <a:gd name="connsiteX1226" fmla="*/ 179261 w 866775"/>
                <a:gd name="connsiteY1226" fmla="*/ 651320 h 838200"/>
                <a:gd name="connsiteX1227" fmla="*/ 181547 w 866775"/>
                <a:gd name="connsiteY1227" fmla="*/ 651320 h 838200"/>
                <a:gd name="connsiteX1228" fmla="*/ 183928 w 866775"/>
                <a:gd name="connsiteY1228" fmla="*/ 652082 h 838200"/>
                <a:gd name="connsiteX1229" fmla="*/ 184975 w 866775"/>
                <a:gd name="connsiteY1229" fmla="*/ 652558 h 838200"/>
                <a:gd name="connsiteX1230" fmla="*/ 185356 w 866775"/>
                <a:gd name="connsiteY1230" fmla="*/ 653129 h 838200"/>
                <a:gd name="connsiteX1231" fmla="*/ 186023 w 866775"/>
                <a:gd name="connsiteY1231" fmla="*/ 654749 h 838200"/>
                <a:gd name="connsiteX1232" fmla="*/ 186595 w 866775"/>
                <a:gd name="connsiteY1232" fmla="*/ 655606 h 838200"/>
                <a:gd name="connsiteX1233" fmla="*/ 188404 w 866775"/>
                <a:gd name="connsiteY1233" fmla="*/ 656749 h 838200"/>
                <a:gd name="connsiteX1234" fmla="*/ 189262 w 866775"/>
                <a:gd name="connsiteY1234" fmla="*/ 657606 h 838200"/>
                <a:gd name="connsiteX1235" fmla="*/ 190690 w 866775"/>
                <a:gd name="connsiteY1235" fmla="*/ 659225 h 838200"/>
                <a:gd name="connsiteX1236" fmla="*/ 191643 w 866775"/>
                <a:gd name="connsiteY1236" fmla="*/ 659987 h 838200"/>
                <a:gd name="connsiteX1237" fmla="*/ 192596 w 866775"/>
                <a:gd name="connsiteY1237" fmla="*/ 660178 h 838200"/>
                <a:gd name="connsiteX1238" fmla="*/ 193643 w 866775"/>
                <a:gd name="connsiteY1238" fmla="*/ 659511 h 838200"/>
                <a:gd name="connsiteX1239" fmla="*/ 193834 w 866775"/>
                <a:gd name="connsiteY1239" fmla="*/ 658463 h 838200"/>
                <a:gd name="connsiteX1240" fmla="*/ 193739 w 866775"/>
                <a:gd name="connsiteY1240" fmla="*/ 657416 h 838200"/>
                <a:gd name="connsiteX1241" fmla="*/ 193167 w 866775"/>
                <a:gd name="connsiteY1241" fmla="*/ 655796 h 838200"/>
                <a:gd name="connsiteX1242" fmla="*/ 192977 w 866775"/>
                <a:gd name="connsiteY1242" fmla="*/ 654844 h 838200"/>
                <a:gd name="connsiteX1243" fmla="*/ 193072 w 866775"/>
                <a:gd name="connsiteY1243" fmla="*/ 653891 h 838200"/>
                <a:gd name="connsiteX1244" fmla="*/ 193548 w 866775"/>
                <a:gd name="connsiteY1244" fmla="*/ 652939 h 838200"/>
                <a:gd name="connsiteX1245" fmla="*/ 194691 w 866775"/>
                <a:gd name="connsiteY1245" fmla="*/ 651224 h 838200"/>
                <a:gd name="connsiteX1246" fmla="*/ 195072 w 866775"/>
                <a:gd name="connsiteY1246" fmla="*/ 649986 h 838200"/>
                <a:gd name="connsiteX1247" fmla="*/ 194977 w 866775"/>
                <a:gd name="connsiteY1247" fmla="*/ 649034 h 838200"/>
                <a:gd name="connsiteX1248" fmla="*/ 194691 w 866775"/>
                <a:gd name="connsiteY1248" fmla="*/ 648272 h 838200"/>
                <a:gd name="connsiteX1249" fmla="*/ 192500 w 866775"/>
                <a:gd name="connsiteY1249" fmla="*/ 646271 h 838200"/>
                <a:gd name="connsiteX1250" fmla="*/ 192024 w 866775"/>
                <a:gd name="connsiteY1250" fmla="*/ 645414 h 838200"/>
                <a:gd name="connsiteX1251" fmla="*/ 192215 w 866775"/>
                <a:gd name="connsiteY1251" fmla="*/ 642557 h 838200"/>
                <a:gd name="connsiteX1252" fmla="*/ 192596 w 866775"/>
                <a:gd name="connsiteY1252" fmla="*/ 641223 h 838200"/>
                <a:gd name="connsiteX1253" fmla="*/ 193357 w 866775"/>
                <a:gd name="connsiteY1253" fmla="*/ 640271 h 838200"/>
                <a:gd name="connsiteX1254" fmla="*/ 194501 w 866775"/>
                <a:gd name="connsiteY1254" fmla="*/ 639699 h 838200"/>
                <a:gd name="connsiteX1255" fmla="*/ 195739 w 866775"/>
                <a:gd name="connsiteY1255" fmla="*/ 639509 h 838200"/>
                <a:gd name="connsiteX1256" fmla="*/ 196691 w 866775"/>
                <a:gd name="connsiteY1256" fmla="*/ 639128 h 838200"/>
                <a:gd name="connsiteX1257" fmla="*/ 198882 w 866775"/>
                <a:gd name="connsiteY1257" fmla="*/ 637508 h 838200"/>
                <a:gd name="connsiteX1258" fmla="*/ 200120 w 866775"/>
                <a:gd name="connsiteY1258" fmla="*/ 639318 h 838200"/>
                <a:gd name="connsiteX1259" fmla="*/ 200501 w 866775"/>
                <a:gd name="connsiteY1259" fmla="*/ 640080 h 838200"/>
                <a:gd name="connsiteX1260" fmla="*/ 200692 w 866775"/>
                <a:gd name="connsiteY1260" fmla="*/ 640556 h 838200"/>
                <a:gd name="connsiteX1261" fmla="*/ 200977 w 866775"/>
                <a:gd name="connsiteY1261" fmla="*/ 643414 h 838200"/>
                <a:gd name="connsiteX1262" fmla="*/ 200882 w 866775"/>
                <a:gd name="connsiteY1262" fmla="*/ 648367 h 838200"/>
                <a:gd name="connsiteX1263" fmla="*/ 201073 w 866775"/>
                <a:gd name="connsiteY1263" fmla="*/ 649891 h 838200"/>
                <a:gd name="connsiteX1264" fmla="*/ 201740 w 866775"/>
                <a:gd name="connsiteY1264" fmla="*/ 650653 h 838200"/>
                <a:gd name="connsiteX1265" fmla="*/ 202978 w 866775"/>
                <a:gd name="connsiteY1265" fmla="*/ 651129 h 838200"/>
                <a:gd name="connsiteX1266" fmla="*/ 205073 w 866775"/>
                <a:gd name="connsiteY1266" fmla="*/ 650843 h 838200"/>
                <a:gd name="connsiteX1267" fmla="*/ 206311 w 866775"/>
                <a:gd name="connsiteY1267" fmla="*/ 649986 h 838200"/>
                <a:gd name="connsiteX1268" fmla="*/ 207073 w 866775"/>
                <a:gd name="connsiteY1268" fmla="*/ 648938 h 838200"/>
                <a:gd name="connsiteX1269" fmla="*/ 207264 w 866775"/>
                <a:gd name="connsiteY1269" fmla="*/ 647605 h 838200"/>
                <a:gd name="connsiteX1270" fmla="*/ 206978 w 866775"/>
                <a:gd name="connsiteY1270" fmla="*/ 642938 h 838200"/>
                <a:gd name="connsiteX1271" fmla="*/ 207073 w 866775"/>
                <a:gd name="connsiteY1271" fmla="*/ 641699 h 838200"/>
                <a:gd name="connsiteX1272" fmla="*/ 207169 w 866775"/>
                <a:gd name="connsiteY1272" fmla="*/ 640937 h 838200"/>
                <a:gd name="connsiteX1273" fmla="*/ 207359 w 866775"/>
                <a:gd name="connsiteY1273" fmla="*/ 640271 h 838200"/>
                <a:gd name="connsiteX1274" fmla="*/ 208121 w 866775"/>
                <a:gd name="connsiteY1274" fmla="*/ 638651 h 838200"/>
                <a:gd name="connsiteX1275" fmla="*/ 209074 w 866775"/>
                <a:gd name="connsiteY1275" fmla="*/ 637318 h 838200"/>
                <a:gd name="connsiteX1276" fmla="*/ 210122 w 866775"/>
                <a:gd name="connsiteY1276" fmla="*/ 636175 h 838200"/>
                <a:gd name="connsiteX1277" fmla="*/ 211455 w 866775"/>
                <a:gd name="connsiteY1277" fmla="*/ 635699 h 838200"/>
                <a:gd name="connsiteX1278" fmla="*/ 212693 w 866775"/>
                <a:gd name="connsiteY1278" fmla="*/ 635889 h 838200"/>
                <a:gd name="connsiteX1279" fmla="*/ 214027 w 866775"/>
                <a:gd name="connsiteY1279" fmla="*/ 637318 h 838200"/>
                <a:gd name="connsiteX1280" fmla="*/ 214503 w 866775"/>
                <a:gd name="connsiteY1280" fmla="*/ 638747 h 838200"/>
                <a:gd name="connsiteX1281" fmla="*/ 214694 w 866775"/>
                <a:gd name="connsiteY1281" fmla="*/ 639985 h 838200"/>
                <a:gd name="connsiteX1282" fmla="*/ 214789 w 866775"/>
                <a:gd name="connsiteY1282" fmla="*/ 642461 h 838200"/>
                <a:gd name="connsiteX1283" fmla="*/ 214503 w 866775"/>
                <a:gd name="connsiteY1283" fmla="*/ 643890 h 838200"/>
                <a:gd name="connsiteX1284" fmla="*/ 214027 w 866775"/>
                <a:gd name="connsiteY1284" fmla="*/ 645319 h 838200"/>
                <a:gd name="connsiteX1285" fmla="*/ 213455 w 866775"/>
                <a:gd name="connsiteY1285" fmla="*/ 646367 h 838200"/>
                <a:gd name="connsiteX1286" fmla="*/ 213265 w 866775"/>
                <a:gd name="connsiteY1286" fmla="*/ 647414 h 838200"/>
                <a:gd name="connsiteX1287" fmla="*/ 213551 w 866775"/>
                <a:gd name="connsiteY1287" fmla="*/ 648081 h 838200"/>
                <a:gd name="connsiteX1288" fmla="*/ 214408 w 866775"/>
                <a:gd name="connsiteY1288" fmla="*/ 648462 h 838200"/>
                <a:gd name="connsiteX1289" fmla="*/ 215836 w 866775"/>
                <a:gd name="connsiteY1289" fmla="*/ 648367 h 838200"/>
                <a:gd name="connsiteX1290" fmla="*/ 217075 w 866775"/>
                <a:gd name="connsiteY1290" fmla="*/ 647986 h 838200"/>
                <a:gd name="connsiteX1291" fmla="*/ 218123 w 866775"/>
                <a:gd name="connsiteY1291" fmla="*/ 647795 h 838200"/>
                <a:gd name="connsiteX1292" fmla="*/ 218694 w 866775"/>
                <a:gd name="connsiteY1292" fmla="*/ 647891 h 838200"/>
                <a:gd name="connsiteX1293" fmla="*/ 219265 w 866775"/>
                <a:gd name="connsiteY1293" fmla="*/ 648462 h 838200"/>
                <a:gd name="connsiteX1294" fmla="*/ 219456 w 866775"/>
                <a:gd name="connsiteY1294" fmla="*/ 649034 h 838200"/>
                <a:gd name="connsiteX1295" fmla="*/ 219456 w 866775"/>
                <a:gd name="connsiteY1295" fmla="*/ 649891 h 838200"/>
                <a:gd name="connsiteX1296" fmla="*/ 219170 w 866775"/>
                <a:gd name="connsiteY1296" fmla="*/ 653605 h 838200"/>
                <a:gd name="connsiteX1297" fmla="*/ 218885 w 866775"/>
                <a:gd name="connsiteY1297" fmla="*/ 655130 h 838200"/>
                <a:gd name="connsiteX1298" fmla="*/ 216789 w 866775"/>
                <a:gd name="connsiteY1298" fmla="*/ 658749 h 838200"/>
                <a:gd name="connsiteX1299" fmla="*/ 216408 w 866775"/>
                <a:gd name="connsiteY1299" fmla="*/ 660178 h 838200"/>
                <a:gd name="connsiteX1300" fmla="*/ 216503 w 866775"/>
                <a:gd name="connsiteY1300" fmla="*/ 661321 h 838200"/>
                <a:gd name="connsiteX1301" fmla="*/ 216789 w 866775"/>
                <a:gd name="connsiteY1301" fmla="*/ 663321 h 838200"/>
                <a:gd name="connsiteX1302" fmla="*/ 216884 w 866775"/>
                <a:gd name="connsiteY1302" fmla="*/ 664464 h 838200"/>
                <a:gd name="connsiteX1303" fmla="*/ 216598 w 866775"/>
                <a:gd name="connsiteY1303" fmla="*/ 665607 h 838200"/>
                <a:gd name="connsiteX1304" fmla="*/ 215836 w 866775"/>
                <a:gd name="connsiteY1304" fmla="*/ 666559 h 838200"/>
                <a:gd name="connsiteX1305" fmla="*/ 215170 w 866775"/>
                <a:gd name="connsiteY1305" fmla="*/ 667226 h 838200"/>
                <a:gd name="connsiteX1306" fmla="*/ 212407 w 866775"/>
                <a:gd name="connsiteY1306" fmla="*/ 669036 h 838200"/>
                <a:gd name="connsiteX1307" fmla="*/ 210788 w 866775"/>
                <a:gd name="connsiteY1307" fmla="*/ 670465 h 838200"/>
                <a:gd name="connsiteX1308" fmla="*/ 209645 w 866775"/>
                <a:gd name="connsiteY1308" fmla="*/ 672179 h 838200"/>
                <a:gd name="connsiteX1309" fmla="*/ 208788 w 866775"/>
                <a:gd name="connsiteY1309" fmla="*/ 673989 h 838200"/>
                <a:gd name="connsiteX1310" fmla="*/ 208312 w 866775"/>
                <a:gd name="connsiteY1310" fmla="*/ 676180 h 838200"/>
                <a:gd name="connsiteX1311" fmla="*/ 208121 w 866775"/>
                <a:gd name="connsiteY1311" fmla="*/ 677989 h 838200"/>
                <a:gd name="connsiteX1312" fmla="*/ 208407 w 866775"/>
                <a:gd name="connsiteY1312" fmla="*/ 679895 h 838200"/>
                <a:gd name="connsiteX1313" fmla="*/ 209074 w 866775"/>
                <a:gd name="connsiteY1313" fmla="*/ 681323 h 838200"/>
                <a:gd name="connsiteX1314" fmla="*/ 210122 w 866775"/>
                <a:gd name="connsiteY1314" fmla="*/ 682085 h 838200"/>
                <a:gd name="connsiteX1315" fmla="*/ 211455 w 866775"/>
                <a:gd name="connsiteY1315" fmla="*/ 681990 h 838200"/>
                <a:gd name="connsiteX1316" fmla="*/ 213360 w 866775"/>
                <a:gd name="connsiteY1316" fmla="*/ 680561 h 838200"/>
                <a:gd name="connsiteX1317" fmla="*/ 214503 w 866775"/>
                <a:gd name="connsiteY1317" fmla="*/ 679323 h 838200"/>
                <a:gd name="connsiteX1318" fmla="*/ 216027 w 866775"/>
                <a:gd name="connsiteY1318" fmla="*/ 677132 h 838200"/>
                <a:gd name="connsiteX1319" fmla="*/ 216884 w 866775"/>
                <a:gd name="connsiteY1319" fmla="*/ 676370 h 838200"/>
                <a:gd name="connsiteX1320" fmla="*/ 218027 w 866775"/>
                <a:gd name="connsiteY1320" fmla="*/ 675799 h 838200"/>
                <a:gd name="connsiteX1321" fmla="*/ 219647 w 866775"/>
                <a:gd name="connsiteY1321" fmla="*/ 675608 h 838200"/>
                <a:gd name="connsiteX1322" fmla="*/ 220980 w 866775"/>
                <a:gd name="connsiteY1322" fmla="*/ 675227 h 838200"/>
                <a:gd name="connsiteX1323" fmla="*/ 222123 w 866775"/>
                <a:gd name="connsiteY1323" fmla="*/ 674084 h 838200"/>
                <a:gd name="connsiteX1324" fmla="*/ 222409 w 866775"/>
                <a:gd name="connsiteY1324" fmla="*/ 672751 h 838200"/>
                <a:gd name="connsiteX1325" fmla="*/ 222504 w 866775"/>
                <a:gd name="connsiteY1325" fmla="*/ 671417 h 838200"/>
                <a:gd name="connsiteX1326" fmla="*/ 222409 w 866775"/>
                <a:gd name="connsiteY1326" fmla="*/ 670084 h 838200"/>
                <a:gd name="connsiteX1327" fmla="*/ 222504 w 866775"/>
                <a:gd name="connsiteY1327" fmla="*/ 669131 h 838200"/>
                <a:gd name="connsiteX1328" fmla="*/ 222980 w 866775"/>
                <a:gd name="connsiteY1328" fmla="*/ 668560 h 838200"/>
                <a:gd name="connsiteX1329" fmla="*/ 223933 w 866775"/>
                <a:gd name="connsiteY1329" fmla="*/ 668274 h 838200"/>
                <a:gd name="connsiteX1330" fmla="*/ 225743 w 866775"/>
                <a:gd name="connsiteY1330" fmla="*/ 668464 h 838200"/>
                <a:gd name="connsiteX1331" fmla="*/ 226505 w 866775"/>
                <a:gd name="connsiteY1331" fmla="*/ 668941 h 838200"/>
                <a:gd name="connsiteX1332" fmla="*/ 227076 w 866775"/>
                <a:gd name="connsiteY1332" fmla="*/ 669417 h 838200"/>
                <a:gd name="connsiteX1333" fmla="*/ 227362 w 866775"/>
                <a:gd name="connsiteY1333" fmla="*/ 669703 h 838200"/>
                <a:gd name="connsiteX1334" fmla="*/ 227743 w 866775"/>
                <a:gd name="connsiteY1334" fmla="*/ 670179 h 838200"/>
                <a:gd name="connsiteX1335" fmla="*/ 229076 w 866775"/>
                <a:gd name="connsiteY1335" fmla="*/ 670846 h 838200"/>
                <a:gd name="connsiteX1336" fmla="*/ 229362 w 866775"/>
                <a:gd name="connsiteY1336" fmla="*/ 671132 h 838200"/>
                <a:gd name="connsiteX1337" fmla="*/ 229552 w 866775"/>
                <a:gd name="connsiteY1337" fmla="*/ 671608 h 838200"/>
                <a:gd name="connsiteX1338" fmla="*/ 229172 w 866775"/>
                <a:gd name="connsiteY1338" fmla="*/ 672370 h 838200"/>
                <a:gd name="connsiteX1339" fmla="*/ 226123 w 866775"/>
                <a:gd name="connsiteY1339" fmla="*/ 675513 h 838200"/>
                <a:gd name="connsiteX1340" fmla="*/ 225361 w 866775"/>
                <a:gd name="connsiteY1340" fmla="*/ 677037 h 838200"/>
                <a:gd name="connsiteX1341" fmla="*/ 224981 w 866775"/>
                <a:gd name="connsiteY1341" fmla="*/ 678466 h 838200"/>
                <a:gd name="connsiteX1342" fmla="*/ 225076 w 866775"/>
                <a:gd name="connsiteY1342" fmla="*/ 679895 h 838200"/>
                <a:gd name="connsiteX1343" fmla="*/ 225457 w 866775"/>
                <a:gd name="connsiteY1343" fmla="*/ 680847 h 838200"/>
                <a:gd name="connsiteX1344" fmla="*/ 226028 w 866775"/>
                <a:gd name="connsiteY1344" fmla="*/ 681609 h 838200"/>
                <a:gd name="connsiteX1345" fmla="*/ 226790 w 866775"/>
                <a:gd name="connsiteY1345" fmla="*/ 682085 h 838200"/>
                <a:gd name="connsiteX1346" fmla="*/ 228124 w 866775"/>
                <a:gd name="connsiteY1346" fmla="*/ 681895 h 838200"/>
                <a:gd name="connsiteX1347" fmla="*/ 230029 w 866775"/>
                <a:gd name="connsiteY1347" fmla="*/ 681228 h 838200"/>
                <a:gd name="connsiteX1348" fmla="*/ 233839 w 866775"/>
                <a:gd name="connsiteY1348" fmla="*/ 679418 h 838200"/>
                <a:gd name="connsiteX1349" fmla="*/ 235648 w 866775"/>
                <a:gd name="connsiteY1349" fmla="*/ 679228 h 838200"/>
                <a:gd name="connsiteX1350" fmla="*/ 236601 w 866775"/>
                <a:gd name="connsiteY1350" fmla="*/ 679513 h 838200"/>
                <a:gd name="connsiteX1351" fmla="*/ 236982 w 866775"/>
                <a:gd name="connsiteY1351" fmla="*/ 680657 h 838200"/>
                <a:gd name="connsiteX1352" fmla="*/ 237458 w 866775"/>
                <a:gd name="connsiteY1352" fmla="*/ 684752 h 838200"/>
                <a:gd name="connsiteX1353" fmla="*/ 237839 w 866775"/>
                <a:gd name="connsiteY1353" fmla="*/ 685514 h 838200"/>
                <a:gd name="connsiteX1354" fmla="*/ 238601 w 866775"/>
                <a:gd name="connsiteY1354" fmla="*/ 685991 h 838200"/>
                <a:gd name="connsiteX1355" fmla="*/ 239459 w 866775"/>
                <a:gd name="connsiteY1355" fmla="*/ 685800 h 838200"/>
                <a:gd name="connsiteX1356" fmla="*/ 240506 w 866775"/>
                <a:gd name="connsiteY1356" fmla="*/ 685133 h 838200"/>
                <a:gd name="connsiteX1357" fmla="*/ 241649 w 866775"/>
                <a:gd name="connsiteY1357" fmla="*/ 683133 h 838200"/>
                <a:gd name="connsiteX1358" fmla="*/ 242506 w 866775"/>
                <a:gd name="connsiteY1358" fmla="*/ 682085 h 838200"/>
                <a:gd name="connsiteX1359" fmla="*/ 243840 w 866775"/>
                <a:gd name="connsiteY1359" fmla="*/ 681228 h 838200"/>
                <a:gd name="connsiteX1360" fmla="*/ 245078 w 866775"/>
                <a:gd name="connsiteY1360" fmla="*/ 681133 h 838200"/>
                <a:gd name="connsiteX1361" fmla="*/ 246221 w 866775"/>
                <a:gd name="connsiteY1361" fmla="*/ 681323 h 838200"/>
                <a:gd name="connsiteX1362" fmla="*/ 248317 w 866775"/>
                <a:gd name="connsiteY1362" fmla="*/ 682276 h 838200"/>
                <a:gd name="connsiteX1363" fmla="*/ 249269 w 866775"/>
                <a:gd name="connsiteY1363" fmla="*/ 682085 h 838200"/>
                <a:gd name="connsiteX1364" fmla="*/ 250127 w 866775"/>
                <a:gd name="connsiteY1364" fmla="*/ 681990 h 838200"/>
                <a:gd name="connsiteX1365" fmla="*/ 251174 w 866775"/>
                <a:gd name="connsiteY1365" fmla="*/ 681990 h 838200"/>
                <a:gd name="connsiteX1366" fmla="*/ 252413 w 866775"/>
                <a:gd name="connsiteY1366" fmla="*/ 682371 h 838200"/>
                <a:gd name="connsiteX1367" fmla="*/ 255080 w 866775"/>
                <a:gd name="connsiteY1367" fmla="*/ 683419 h 838200"/>
                <a:gd name="connsiteX1368" fmla="*/ 256318 w 866775"/>
                <a:gd name="connsiteY1368" fmla="*/ 683419 h 838200"/>
                <a:gd name="connsiteX1369" fmla="*/ 257175 w 866775"/>
                <a:gd name="connsiteY1369" fmla="*/ 682752 h 838200"/>
                <a:gd name="connsiteX1370" fmla="*/ 257556 w 866775"/>
                <a:gd name="connsiteY1370" fmla="*/ 681704 h 838200"/>
                <a:gd name="connsiteX1371" fmla="*/ 257556 w 866775"/>
                <a:gd name="connsiteY1371" fmla="*/ 680276 h 838200"/>
                <a:gd name="connsiteX1372" fmla="*/ 257175 w 866775"/>
                <a:gd name="connsiteY1372" fmla="*/ 678180 h 838200"/>
                <a:gd name="connsiteX1373" fmla="*/ 254413 w 866775"/>
                <a:gd name="connsiteY1373" fmla="*/ 669322 h 838200"/>
                <a:gd name="connsiteX1374" fmla="*/ 254222 w 866775"/>
                <a:gd name="connsiteY1374" fmla="*/ 667703 h 838200"/>
                <a:gd name="connsiteX1375" fmla="*/ 254318 w 866775"/>
                <a:gd name="connsiteY1375" fmla="*/ 666655 h 838200"/>
                <a:gd name="connsiteX1376" fmla="*/ 254508 w 866775"/>
                <a:gd name="connsiteY1376" fmla="*/ 664940 h 838200"/>
                <a:gd name="connsiteX1377" fmla="*/ 255842 w 866775"/>
                <a:gd name="connsiteY1377" fmla="*/ 661702 h 838200"/>
                <a:gd name="connsiteX1378" fmla="*/ 258985 w 866775"/>
                <a:gd name="connsiteY1378" fmla="*/ 657892 h 838200"/>
                <a:gd name="connsiteX1379" fmla="*/ 260032 w 866775"/>
                <a:gd name="connsiteY1379" fmla="*/ 657892 h 838200"/>
                <a:gd name="connsiteX1380" fmla="*/ 260699 w 866775"/>
                <a:gd name="connsiteY1380" fmla="*/ 658178 h 838200"/>
                <a:gd name="connsiteX1381" fmla="*/ 261366 w 866775"/>
                <a:gd name="connsiteY1381" fmla="*/ 658939 h 838200"/>
                <a:gd name="connsiteX1382" fmla="*/ 261556 w 866775"/>
                <a:gd name="connsiteY1382" fmla="*/ 659701 h 838200"/>
                <a:gd name="connsiteX1383" fmla="*/ 261176 w 866775"/>
                <a:gd name="connsiteY1383" fmla="*/ 661035 h 838200"/>
                <a:gd name="connsiteX1384" fmla="*/ 258318 w 866775"/>
                <a:gd name="connsiteY1384" fmla="*/ 665702 h 838200"/>
                <a:gd name="connsiteX1385" fmla="*/ 257842 w 866775"/>
                <a:gd name="connsiteY1385" fmla="*/ 666941 h 838200"/>
                <a:gd name="connsiteX1386" fmla="*/ 257651 w 866775"/>
                <a:gd name="connsiteY1386" fmla="*/ 667703 h 838200"/>
                <a:gd name="connsiteX1387" fmla="*/ 257461 w 866775"/>
                <a:gd name="connsiteY1387" fmla="*/ 668750 h 838200"/>
                <a:gd name="connsiteX1388" fmla="*/ 257556 w 866775"/>
                <a:gd name="connsiteY1388" fmla="*/ 669988 h 838200"/>
                <a:gd name="connsiteX1389" fmla="*/ 258032 w 866775"/>
                <a:gd name="connsiteY1389" fmla="*/ 671227 h 838200"/>
                <a:gd name="connsiteX1390" fmla="*/ 259080 w 866775"/>
                <a:gd name="connsiteY1390" fmla="*/ 672655 h 838200"/>
                <a:gd name="connsiteX1391" fmla="*/ 259842 w 866775"/>
                <a:gd name="connsiteY1391" fmla="*/ 673227 h 838200"/>
                <a:gd name="connsiteX1392" fmla="*/ 260699 w 866775"/>
                <a:gd name="connsiteY1392" fmla="*/ 673418 h 838200"/>
                <a:gd name="connsiteX1393" fmla="*/ 261461 w 866775"/>
                <a:gd name="connsiteY1393" fmla="*/ 673227 h 838200"/>
                <a:gd name="connsiteX1394" fmla="*/ 261938 w 866775"/>
                <a:gd name="connsiteY1394" fmla="*/ 672751 h 838200"/>
                <a:gd name="connsiteX1395" fmla="*/ 262414 w 866775"/>
                <a:gd name="connsiteY1395" fmla="*/ 672084 h 838200"/>
                <a:gd name="connsiteX1396" fmla="*/ 262795 w 866775"/>
                <a:gd name="connsiteY1396" fmla="*/ 671227 h 838200"/>
                <a:gd name="connsiteX1397" fmla="*/ 263366 w 866775"/>
                <a:gd name="connsiteY1397" fmla="*/ 670370 h 838200"/>
                <a:gd name="connsiteX1398" fmla="*/ 264223 w 866775"/>
                <a:gd name="connsiteY1398" fmla="*/ 669512 h 838200"/>
                <a:gd name="connsiteX1399" fmla="*/ 265462 w 866775"/>
                <a:gd name="connsiteY1399" fmla="*/ 668846 h 838200"/>
                <a:gd name="connsiteX1400" fmla="*/ 266700 w 866775"/>
                <a:gd name="connsiteY1400" fmla="*/ 668560 h 838200"/>
                <a:gd name="connsiteX1401" fmla="*/ 267843 w 866775"/>
                <a:gd name="connsiteY1401" fmla="*/ 668655 h 838200"/>
                <a:gd name="connsiteX1402" fmla="*/ 268986 w 866775"/>
                <a:gd name="connsiteY1402" fmla="*/ 669226 h 838200"/>
                <a:gd name="connsiteX1403" fmla="*/ 269939 w 866775"/>
                <a:gd name="connsiteY1403" fmla="*/ 669322 h 838200"/>
                <a:gd name="connsiteX1404" fmla="*/ 270796 w 866775"/>
                <a:gd name="connsiteY1404" fmla="*/ 668941 h 838200"/>
                <a:gd name="connsiteX1405" fmla="*/ 272796 w 866775"/>
                <a:gd name="connsiteY1405" fmla="*/ 666845 h 838200"/>
                <a:gd name="connsiteX1406" fmla="*/ 273748 w 866775"/>
                <a:gd name="connsiteY1406" fmla="*/ 666179 h 838200"/>
                <a:gd name="connsiteX1407" fmla="*/ 274606 w 866775"/>
                <a:gd name="connsiteY1407" fmla="*/ 665797 h 838200"/>
                <a:gd name="connsiteX1408" fmla="*/ 274987 w 866775"/>
                <a:gd name="connsiteY1408" fmla="*/ 666464 h 838200"/>
                <a:gd name="connsiteX1409" fmla="*/ 274796 w 866775"/>
                <a:gd name="connsiteY1409" fmla="*/ 667798 h 838200"/>
                <a:gd name="connsiteX1410" fmla="*/ 273082 w 866775"/>
                <a:gd name="connsiteY1410" fmla="*/ 671513 h 838200"/>
                <a:gd name="connsiteX1411" fmla="*/ 269081 w 866775"/>
                <a:gd name="connsiteY1411" fmla="*/ 676942 h 838200"/>
                <a:gd name="connsiteX1412" fmla="*/ 267653 w 866775"/>
                <a:gd name="connsiteY1412" fmla="*/ 680371 h 838200"/>
                <a:gd name="connsiteX1413" fmla="*/ 266605 w 866775"/>
                <a:gd name="connsiteY1413" fmla="*/ 681990 h 838200"/>
                <a:gd name="connsiteX1414" fmla="*/ 263747 w 866775"/>
                <a:gd name="connsiteY1414" fmla="*/ 684657 h 838200"/>
                <a:gd name="connsiteX1415" fmla="*/ 263176 w 866775"/>
                <a:gd name="connsiteY1415" fmla="*/ 685514 h 838200"/>
                <a:gd name="connsiteX1416" fmla="*/ 262795 w 866775"/>
                <a:gd name="connsiteY1416" fmla="*/ 686753 h 838200"/>
                <a:gd name="connsiteX1417" fmla="*/ 262509 w 866775"/>
                <a:gd name="connsiteY1417" fmla="*/ 688086 h 838200"/>
                <a:gd name="connsiteX1418" fmla="*/ 262223 w 866775"/>
                <a:gd name="connsiteY1418" fmla="*/ 690086 h 838200"/>
                <a:gd name="connsiteX1419" fmla="*/ 262223 w 866775"/>
                <a:gd name="connsiteY1419" fmla="*/ 691705 h 838200"/>
                <a:gd name="connsiteX1420" fmla="*/ 262414 w 866775"/>
                <a:gd name="connsiteY1420" fmla="*/ 693039 h 838200"/>
                <a:gd name="connsiteX1421" fmla="*/ 262985 w 866775"/>
                <a:gd name="connsiteY1421" fmla="*/ 693992 h 838200"/>
                <a:gd name="connsiteX1422" fmla="*/ 264128 w 866775"/>
                <a:gd name="connsiteY1422" fmla="*/ 694754 h 838200"/>
                <a:gd name="connsiteX1423" fmla="*/ 265367 w 866775"/>
                <a:gd name="connsiteY1423" fmla="*/ 695230 h 838200"/>
                <a:gd name="connsiteX1424" fmla="*/ 269272 w 866775"/>
                <a:gd name="connsiteY1424" fmla="*/ 694849 h 838200"/>
                <a:gd name="connsiteX1425" fmla="*/ 269748 w 866775"/>
                <a:gd name="connsiteY1425" fmla="*/ 693420 h 838200"/>
                <a:gd name="connsiteX1426" fmla="*/ 269748 w 866775"/>
                <a:gd name="connsiteY1426" fmla="*/ 691705 h 838200"/>
                <a:gd name="connsiteX1427" fmla="*/ 269462 w 866775"/>
                <a:gd name="connsiteY1427" fmla="*/ 689801 h 838200"/>
                <a:gd name="connsiteX1428" fmla="*/ 269367 w 866775"/>
                <a:gd name="connsiteY1428" fmla="*/ 687705 h 838200"/>
                <a:gd name="connsiteX1429" fmla="*/ 269462 w 866775"/>
                <a:gd name="connsiteY1429" fmla="*/ 686943 h 838200"/>
                <a:gd name="connsiteX1430" fmla="*/ 270129 w 866775"/>
                <a:gd name="connsiteY1430" fmla="*/ 686372 h 838200"/>
                <a:gd name="connsiteX1431" fmla="*/ 271177 w 866775"/>
                <a:gd name="connsiteY1431" fmla="*/ 685895 h 838200"/>
                <a:gd name="connsiteX1432" fmla="*/ 273272 w 866775"/>
                <a:gd name="connsiteY1432" fmla="*/ 685895 h 838200"/>
                <a:gd name="connsiteX1433" fmla="*/ 274606 w 866775"/>
                <a:gd name="connsiteY1433" fmla="*/ 686276 h 838200"/>
                <a:gd name="connsiteX1434" fmla="*/ 275463 w 866775"/>
                <a:gd name="connsiteY1434" fmla="*/ 686943 h 838200"/>
                <a:gd name="connsiteX1435" fmla="*/ 275749 w 866775"/>
                <a:gd name="connsiteY1435" fmla="*/ 687705 h 838200"/>
                <a:gd name="connsiteX1436" fmla="*/ 275939 w 866775"/>
                <a:gd name="connsiteY1436" fmla="*/ 688467 h 838200"/>
                <a:gd name="connsiteX1437" fmla="*/ 276035 w 866775"/>
                <a:gd name="connsiteY1437" fmla="*/ 689420 h 838200"/>
                <a:gd name="connsiteX1438" fmla="*/ 276320 w 866775"/>
                <a:gd name="connsiteY1438" fmla="*/ 690182 h 838200"/>
                <a:gd name="connsiteX1439" fmla="*/ 276987 w 866775"/>
                <a:gd name="connsiteY1439" fmla="*/ 690848 h 838200"/>
                <a:gd name="connsiteX1440" fmla="*/ 278035 w 866775"/>
                <a:gd name="connsiteY1440" fmla="*/ 691134 h 838200"/>
                <a:gd name="connsiteX1441" fmla="*/ 279368 w 866775"/>
                <a:gd name="connsiteY1441" fmla="*/ 690848 h 838200"/>
                <a:gd name="connsiteX1442" fmla="*/ 280988 w 866775"/>
                <a:gd name="connsiteY1442" fmla="*/ 689801 h 838200"/>
                <a:gd name="connsiteX1443" fmla="*/ 281845 w 866775"/>
                <a:gd name="connsiteY1443" fmla="*/ 689038 h 838200"/>
                <a:gd name="connsiteX1444" fmla="*/ 282416 w 866775"/>
                <a:gd name="connsiteY1444" fmla="*/ 688086 h 838200"/>
                <a:gd name="connsiteX1445" fmla="*/ 284321 w 866775"/>
                <a:gd name="connsiteY1445" fmla="*/ 684181 h 838200"/>
                <a:gd name="connsiteX1446" fmla="*/ 285369 w 866775"/>
                <a:gd name="connsiteY1446" fmla="*/ 682847 h 838200"/>
                <a:gd name="connsiteX1447" fmla="*/ 286512 w 866775"/>
                <a:gd name="connsiteY1447" fmla="*/ 681800 h 838200"/>
                <a:gd name="connsiteX1448" fmla="*/ 287941 w 866775"/>
                <a:gd name="connsiteY1448" fmla="*/ 681514 h 838200"/>
                <a:gd name="connsiteX1449" fmla="*/ 288703 w 866775"/>
                <a:gd name="connsiteY1449" fmla="*/ 681514 h 838200"/>
                <a:gd name="connsiteX1450" fmla="*/ 289369 w 866775"/>
                <a:gd name="connsiteY1450" fmla="*/ 681609 h 838200"/>
                <a:gd name="connsiteX1451" fmla="*/ 290798 w 866775"/>
                <a:gd name="connsiteY1451" fmla="*/ 682085 h 838200"/>
                <a:gd name="connsiteX1452" fmla="*/ 295275 w 866775"/>
                <a:gd name="connsiteY1452" fmla="*/ 684276 h 838200"/>
                <a:gd name="connsiteX1453" fmla="*/ 298894 w 866775"/>
                <a:gd name="connsiteY1453" fmla="*/ 685324 h 838200"/>
                <a:gd name="connsiteX1454" fmla="*/ 300323 w 866775"/>
                <a:gd name="connsiteY1454" fmla="*/ 685514 h 838200"/>
                <a:gd name="connsiteX1455" fmla="*/ 309086 w 866775"/>
                <a:gd name="connsiteY1455" fmla="*/ 684943 h 838200"/>
                <a:gd name="connsiteX1456" fmla="*/ 312039 w 866775"/>
                <a:gd name="connsiteY1456" fmla="*/ 684371 h 838200"/>
                <a:gd name="connsiteX1457" fmla="*/ 312611 w 866775"/>
                <a:gd name="connsiteY1457" fmla="*/ 684467 h 838200"/>
                <a:gd name="connsiteX1458" fmla="*/ 313277 w 866775"/>
                <a:gd name="connsiteY1458" fmla="*/ 684752 h 838200"/>
                <a:gd name="connsiteX1459" fmla="*/ 313944 w 866775"/>
                <a:gd name="connsiteY1459" fmla="*/ 685324 h 838200"/>
                <a:gd name="connsiteX1460" fmla="*/ 315373 w 866775"/>
                <a:gd name="connsiteY1460" fmla="*/ 687324 h 838200"/>
                <a:gd name="connsiteX1461" fmla="*/ 316516 w 866775"/>
                <a:gd name="connsiteY1461" fmla="*/ 687514 h 838200"/>
                <a:gd name="connsiteX1462" fmla="*/ 318040 w 866775"/>
                <a:gd name="connsiteY1462" fmla="*/ 687134 h 838200"/>
                <a:gd name="connsiteX1463" fmla="*/ 320802 w 866775"/>
                <a:gd name="connsiteY1463" fmla="*/ 685609 h 838200"/>
                <a:gd name="connsiteX1464" fmla="*/ 322231 w 866775"/>
                <a:gd name="connsiteY1464" fmla="*/ 685133 h 838200"/>
                <a:gd name="connsiteX1465" fmla="*/ 323660 w 866775"/>
                <a:gd name="connsiteY1465" fmla="*/ 684847 h 838200"/>
                <a:gd name="connsiteX1466" fmla="*/ 324040 w 866775"/>
                <a:gd name="connsiteY1466" fmla="*/ 684467 h 838200"/>
                <a:gd name="connsiteX1467" fmla="*/ 324326 w 866775"/>
                <a:gd name="connsiteY1467" fmla="*/ 683419 h 838200"/>
                <a:gd name="connsiteX1468" fmla="*/ 324136 w 866775"/>
                <a:gd name="connsiteY1468" fmla="*/ 682562 h 838200"/>
                <a:gd name="connsiteX1469" fmla="*/ 323755 w 866775"/>
                <a:gd name="connsiteY1469" fmla="*/ 681704 h 838200"/>
                <a:gd name="connsiteX1470" fmla="*/ 321850 w 866775"/>
                <a:gd name="connsiteY1470" fmla="*/ 679513 h 838200"/>
                <a:gd name="connsiteX1471" fmla="*/ 321183 w 866775"/>
                <a:gd name="connsiteY1471" fmla="*/ 678466 h 838200"/>
                <a:gd name="connsiteX1472" fmla="*/ 320611 w 866775"/>
                <a:gd name="connsiteY1472" fmla="*/ 677418 h 838200"/>
                <a:gd name="connsiteX1473" fmla="*/ 320326 w 866775"/>
                <a:gd name="connsiteY1473" fmla="*/ 676561 h 838200"/>
                <a:gd name="connsiteX1474" fmla="*/ 320231 w 866775"/>
                <a:gd name="connsiteY1474" fmla="*/ 675799 h 838200"/>
                <a:gd name="connsiteX1475" fmla="*/ 320231 w 866775"/>
                <a:gd name="connsiteY1475" fmla="*/ 675132 h 838200"/>
                <a:gd name="connsiteX1476" fmla="*/ 320326 w 866775"/>
                <a:gd name="connsiteY1476" fmla="*/ 674465 h 838200"/>
                <a:gd name="connsiteX1477" fmla="*/ 320993 w 866775"/>
                <a:gd name="connsiteY1477" fmla="*/ 673703 h 838200"/>
                <a:gd name="connsiteX1478" fmla="*/ 322326 w 866775"/>
                <a:gd name="connsiteY1478" fmla="*/ 672751 h 838200"/>
                <a:gd name="connsiteX1479" fmla="*/ 325184 w 866775"/>
                <a:gd name="connsiteY1479" fmla="*/ 671893 h 838200"/>
                <a:gd name="connsiteX1480" fmla="*/ 328041 w 866775"/>
                <a:gd name="connsiteY1480" fmla="*/ 671703 h 838200"/>
                <a:gd name="connsiteX1481" fmla="*/ 329660 w 866775"/>
                <a:gd name="connsiteY1481" fmla="*/ 671227 h 838200"/>
                <a:gd name="connsiteX1482" fmla="*/ 331946 w 866775"/>
                <a:gd name="connsiteY1482" fmla="*/ 669893 h 838200"/>
                <a:gd name="connsiteX1483" fmla="*/ 336328 w 866775"/>
                <a:gd name="connsiteY1483" fmla="*/ 666464 h 838200"/>
                <a:gd name="connsiteX1484" fmla="*/ 339281 w 866775"/>
                <a:gd name="connsiteY1484" fmla="*/ 663512 h 838200"/>
                <a:gd name="connsiteX1485" fmla="*/ 341186 w 866775"/>
                <a:gd name="connsiteY1485" fmla="*/ 662178 h 838200"/>
                <a:gd name="connsiteX1486" fmla="*/ 349472 w 866775"/>
                <a:gd name="connsiteY1486" fmla="*/ 658273 h 838200"/>
                <a:gd name="connsiteX1487" fmla="*/ 352139 w 866775"/>
                <a:gd name="connsiteY1487" fmla="*/ 659606 h 838200"/>
                <a:gd name="connsiteX1488" fmla="*/ 352901 w 866775"/>
                <a:gd name="connsiteY1488" fmla="*/ 659797 h 838200"/>
                <a:gd name="connsiteX1489" fmla="*/ 353378 w 866775"/>
                <a:gd name="connsiteY1489" fmla="*/ 659797 h 838200"/>
                <a:gd name="connsiteX1490" fmla="*/ 353759 w 866775"/>
                <a:gd name="connsiteY1490" fmla="*/ 659606 h 838200"/>
                <a:gd name="connsiteX1491" fmla="*/ 358807 w 866775"/>
                <a:gd name="connsiteY1491" fmla="*/ 655892 h 838200"/>
                <a:gd name="connsiteX1492" fmla="*/ 359664 w 866775"/>
                <a:gd name="connsiteY1492" fmla="*/ 654939 h 838200"/>
                <a:gd name="connsiteX1493" fmla="*/ 360331 w 866775"/>
                <a:gd name="connsiteY1493" fmla="*/ 654082 h 838200"/>
                <a:gd name="connsiteX1494" fmla="*/ 360998 w 866775"/>
                <a:gd name="connsiteY1494" fmla="*/ 652272 h 838200"/>
                <a:gd name="connsiteX1495" fmla="*/ 361474 w 866775"/>
                <a:gd name="connsiteY1495" fmla="*/ 651605 h 838200"/>
                <a:gd name="connsiteX1496" fmla="*/ 362236 w 866775"/>
                <a:gd name="connsiteY1496" fmla="*/ 651224 h 838200"/>
                <a:gd name="connsiteX1497" fmla="*/ 363188 w 866775"/>
                <a:gd name="connsiteY1497" fmla="*/ 651320 h 838200"/>
                <a:gd name="connsiteX1498" fmla="*/ 364903 w 866775"/>
                <a:gd name="connsiteY1498" fmla="*/ 652082 h 838200"/>
                <a:gd name="connsiteX1499" fmla="*/ 365760 w 866775"/>
                <a:gd name="connsiteY1499" fmla="*/ 652177 h 838200"/>
                <a:gd name="connsiteX1500" fmla="*/ 366522 w 866775"/>
                <a:gd name="connsiteY1500" fmla="*/ 652082 h 838200"/>
                <a:gd name="connsiteX1501" fmla="*/ 368713 w 866775"/>
                <a:gd name="connsiteY1501" fmla="*/ 651415 h 838200"/>
                <a:gd name="connsiteX1502" fmla="*/ 370332 w 866775"/>
                <a:gd name="connsiteY1502" fmla="*/ 651129 h 838200"/>
                <a:gd name="connsiteX1503" fmla="*/ 371285 w 866775"/>
                <a:gd name="connsiteY1503" fmla="*/ 651224 h 838200"/>
                <a:gd name="connsiteX1504" fmla="*/ 372142 w 866775"/>
                <a:gd name="connsiteY1504" fmla="*/ 651510 h 838200"/>
                <a:gd name="connsiteX1505" fmla="*/ 372904 w 866775"/>
                <a:gd name="connsiteY1505" fmla="*/ 652748 h 838200"/>
                <a:gd name="connsiteX1506" fmla="*/ 374714 w 866775"/>
                <a:gd name="connsiteY1506" fmla="*/ 655320 h 838200"/>
                <a:gd name="connsiteX1507" fmla="*/ 375094 w 866775"/>
                <a:gd name="connsiteY1507" fmla="*/ 656177 h 838200"/>
                <a:gd name="connsiteX1508" fmla="*/ 375476 w 866775"/>
                <a:gd name="connsiteY1508" fmla="*/ 657320 h 838200"/>
                <a:gd name="connsiteX1509" fmla="*/ 376047 w 866775"/>
                <a:gd name="connsiteY1509" fmla="*/ 661321 h 838200"/>
                <a:gd name="connsiteX1510" fmla="*/ 376238 w 866775"/>
                <a:gd name="connsiteY1510" fmla="*/ 666274 h 838200"/>
                <a:gd name="connsiteX1511" fmla="*/ 376619 w 866775"/>
                <a:gd name="connsiteY1511" fmla="*/ 667607 h 838200"/>
                <a:gd name="connsiteX1512" fmla="*/ 377095 w 866775"/>
                <a:gd name="connsiteY1512" fmla="*/ 668369 h 838200"/>
                <a:gd name="connsiteX1513" fmla="*/ 378905 w 866775"/>
                <a:gd name="connsiteY1513" fmla="*/ 669036 h 838200"/>
                <a:gd name="connsiteX1514" fmla="*/ 380428 w 866775"/>
                <a:gd name="connsiteY1514" fmla="*/ 669988 h 838200"/>
                <a:gd name="connsiteX1515" fmla="*/ 380905 w 866775"/>
                <a:gd name="connsiteY1515" fmla="*/ 670370 h 838200"/>
                <a:gd name="connsiteX1516" fmla="*/ 381381 w 866775"/>
                <a:gd name="connsiteY1516" fmla="*/ 670941 h 838200"/>
                <a:gd name="connsiteX1517" fmla="*/ 382334 w 866775"/>
                <a:gd name="connsiteY1517" fmla="*/ 672846 h 838200"/>
                <a:gd name="connsiteX1518" fmla="*/ 382810 w 866775"/>
                <a:gd name="connsiteY1518" fmla="*/ 673227 h 838200"/>
                <a:gd name="connsiteX1519" fmla="*/ 383286 w 866775"/>
                <a:gd name="connsiteY1519" fmla="*/ 673227 h 838200"/>
                <a:gd name="connsiteX1520" fmla="*/ 383857 w 866775"/>
                <a:gd name="connsiteY1520" fmla="*/ 673037 h 838200"/>
                <a:gd name="connsiteX1521" fmla="*/ 384429 w 866775"/>
                <a:gd name="connsiteY1521" fmla="*/ 672846 h 838200"/>
                <a:gd name="connsiteX1522" fmla="*/ 385001 w 866775"/>
                <a:gd name="connsiteY1522" fmla="*/ 672941 h 838200"/>
                <a:gd name="connsiteX1523" fmla="*/ 385477 w 866775"/>
                <a:gd name="connsiteY1523" fmla="*/ 673227 h 838200"/>
                <a:gd name="connsiteX1524" fmla="*/ 385953 w 866775"/>
                <a:gd name="connsiteY1524" fmla="*/ 673703 h 838200"/>
                <a:gd name="connsiteX1525" fmla="*/ 386239 w 866775"/>
                <a:gd name="connsiteY1525" fmla="*/ 674370 h 838200"/>
                <a:gd name="connsiteX1526" fmla="*/ 386429 w 866775"/>
                <a:gd name="connsiteY1526" fmla="*/ 675132 h 838200"/>
                <a:gd name="connsiteX1527" fmla="*/ 386715 w 866775"/>
                <a:gd name="connsiteY1527" fmla="*/ 677323 h 838200"/>
                <a:gd name="connsiteX1528" fmla="*/ 387001 w 866775"/>
                <a:gd name="connsiteY1528" fmla="*/ 677989 h 838200"/>
                <a:gd name="connsiteX1529" fmla="*/ 387953 w 866775"/>
                <a:gd name="connsiteY1529" fmla="*/ 679990 h 838200"/>
                <a:gd name="connsiteX1530" fmla="*/ 388144 w 866775"/>
                <a:gd name="connsiteY1530" fmla="*/ 680657 h 838200"/>
                <a:gd name="connsiteX1531" fmla="*/ 388144 w 866775"/>
                <a:gd name="connsiteY1531" fmla="*/ 681323 h 838200"/>
                <a:gd name="connsiteX1532" fmla="*/ 387763 w 866775"/>
                <a:gd name="connsiteY1532" fmla="*/ 681895 h 838200"/>
                <a:gd name="connsiteX1533" fmla="*/ 387096 w 866775"/>
                <a:gd name="connsiteY1533" fmla="*/ 682562 h 838200"/>
                <a:gd name="connsiteX1534" fmla="*/ 385858 w 866775"/>
                <a:gd name="connsiteY1534" fmla="*/ 683228 h 838200"/>
                <a:gd name="connsiteX1535" fmla="*/ 383953 w 866775"/>
                <a:gd name="connsiteY1535" fmla="*/ 683990 h 838200"/>
                <a:gd name="connsiteX1536" fmla="*/ 382429 w 866775"/>
                <a:gd name="connsiteY1536" fmla="*/ 684943 h 838200"/>
                <a:gd name="connsiteX1537" fmla="*/ 381762 w 866775"/>
                <a:gd name="connsiteY1537" fmla="*/ 685324 h 838200"/>
                <a:gd name="connsiteX1538" fmla="*/ 381000 w 866775"/>
                <a:gd name="connsiteY1538" fmla="*/ 685609 h 838200"/>
                <a:gd name="connsiteX1539" fmla="*/ 380333 w 866775"/>
                <a:gd name="connsiteY1539" fmla="*/ 685991 h 838200"/>
                <a:gd name="connsiteX1540" fmla="*/ 379857 w 866775"/>
                <a:gd name="connsiteY1540" fmla="*/ 686562 h 838200"/>
                <a:gd name="connsiteX1541" fmla="*/ 379286 w 866775"/>
                <a:gd name="connsiteY1541" fmla="*/ 687610 h 838200"/>
                <a:gd name="connsiteX1542" fmla="*/ 378619 w 866775"/>
                <a:gd name="connsiteY1542" fmla="*/ 688467 h 838200"/>
                <a:gd name="connsiteX1543" fmla="*/ 376333 w 866775"/>
                <a:gd name="connsiteY1543" fmla="*/ 690848 h 838200"/>
                <a:gd name="connsiteX1544" fmla="*/ 375380 w 866775"/>
                <a:gd name="connsiteY1544" fmla="*/ 692182 h 838200"/>
                <a:gd name="connsiteX1545" fmla="*/ 374618 w 866775"/>
                <a:gd name="connsiteY1545" fmla="*/ 692944 h 838200"/>
                <a:gd name="connsiteX1546" fmla="*/ 372809 w 866775"/>
                <a:gd name="connsiteY1546" fmla="*/ 693515 h 838200"/>
                <a:gd name="connsiteX1547" fmla="*/ 371951 w 866775"/>
                <a:gd name="connsiteY1547" fmla="*/ 693420 h 838200"/>
                <a:gd name="connsiteX1548" fmla="*/ 371380 w 866775"/>
                <a:gd name="connsiteY1548" fmla="*/ 693230 h 838200"/>
                <a:gd name="connsiteX1549" fmla="*/ 370999 w 866775"/>
                <a:gd name="connsiteY1549" fmla="*/ 692944 h 838200"/>
                <a:gd name="connsiteX1550" fmla="*/ 370523 w 866775"/>
                <a:gd name="connsiteY1550" fmla="*/ 693039 h 838200"/>
                <a:gd name="connsiteX1551" fmla="*/ 370237 w 866775"/>
                <a:gd name="connsiteY1551" fmla="*/ 693610 h 838200"/>
                <a:gd name="connsiteX1552" fmla="*/ 370046 w 866775"/>
                <a:gd name="connsiteY1552" fmla="*/ 695134 h 838200"/>
                <a:gd name="connsiteX1553" fmla="*/ 370046 w 866775"/>
                <a:gd name="connsiteY1553" fmla="*/ 696182 h 838200"/>
                <a:gd name="connsiteX1554" fmla="*/ 370808 w 866775"/>
                <a:gd name="connsiteY1554" fmla="*/ 699135 h 838200"/>
                <a:gd name="connsiteX1555" fmla="*/ 371380 w 866775"/>
                <a:gd name="connsiteY1555" fmla="*/ 700373 h 838200"/>
                <a:gd name="connsiteX1556" fmla="*/ 372713 w 866775"/>
                <a:gd name="connsiteY1556" fmla="*/ 702278 h 838200"/>
                <a:gd name="connsiteX1557" fmla="*/ 373666 w 866775"/>
                <a:gd name="connsiteY1557" fmla="*/ 702755 h 838200"/>
                <a:gd name="connsiteX1558" fmla="*/ 374999 w 866775"/>
                <a:gd name="connsiteY1558" fmla="*/ 702850 h 838200"/>
                <a:gd name="connsiteX1559" fmla="*/ 378333 w 866775"/>
                <a:gd name="connsiteY1559" fmla="*/ 701612 h 838200"/>
                <a:gd name="connsiteX1560" fmla="*/ 379952 w 866775"/>
                <a:gd name="connsiteY1560" fmla="*/ 701421 h 838200"/>
                <a:gd name="connsiteX1561" fmla="*/ 381762 w 866775"/>
                <a:gd name="connsiteY1561" fmla="*/ 701707 h 838200"/>
                <a:gd name="connsiteX1562" fmla="*/ 382810 w 866775"/>
                <a:gd name="connsiteY1562" fmla="*/ 702088 h 838200"/>
                <a:gd name="connsiteX1563" fmla="*/ 383762 w 866775"/>
                <a:gd name="connsiteY1563" fmla="*/ 702469 h 838200"/>
                <a:gd name="connsiteX1564" fmla="*/ 384619 w 866775"/>
                <a:gd name="connsiteY1564" fmla="*/ 702755 h 838200"/>
                <a:gd name="connsiteX1565" fmla="*/ 385572 w 866775"/>
                <a:gd name="connsiteY1565" fmla="*/ 702850 h 838200"/>
                <a:gd name="connsiteX1566" fmla="*/ 386334 w 866775"/>
                <a:gd name="connsiteY1566" fmla="*/ 702659 h 838200"/>
                <a:gd name="connsiteX1567" fmla="*/ 386906 w 866775"/>
                <a:gd name="connsiteY1567" fmla="*/ 701802 h 838200"/>
                <a:gd name="connsiteX1568" fmla="*/ 386906 w 866775"/>
                <a:gd name="connsiteY1568" fmla="*/ 700850 h 838200"/>
                <a:gd name="connsiteX1569" fmla="*/ 386048 w 866775"/>
                <a:gd name="connsiteY1569" fmla="*/ 697801 h 838200"/>
                <a:gd name="connsiteX1570" fmla="*/ 385953 w 866775"/>
                <a:gd name="connsiteY1570" fmla="*/ 697039 h 838200"/>
                <a:gd name="connsiteX1571" fmla="*/ 386048 w 866775"/>
                <a:gd name="connsiteY1571" fmla="*/ 696468 h 838200"/>
                <a:gd name="connsiteX1572" fmla="*/ 386334 w 866775"/>
                <a:gd name="connsiteY1572" fmla="*/ 696182 h 838200"/>
                <a:gd name="connsiteX1573" fmla="*/ 387096 w 866775"/>
                <a:gd name="connsiteY1573" fmla="*/ 696373 h 838200"/>
                <a:gd name="connsiteX1574" fmla="*/ 389001 w 866775"/>
                <a:gd name="connsiteY1574" fmla="*/ 698563 h 838200"/>
                <a:gd name="connsiteX1575" fmla="*/ 391001 w 866775"/>
                <a:gd name="connsiteY1575" fmla="*/ 701326 h 838200"/>
                <a:gd name="connsiteX1576" fmla="*/ 391573 w 866775"/>
                <a:gd name="connsiteY1576" fmla="*/ 701993 h 838200"/>
                <a:gd name="connsiteX1577" fmla="*/ 392335 w 866775"/>
                <a:gd name="connsiteY1577" fmla="*/ 702374 h 838200"/>
                <a:gd name="connsiteX1578" fmla="*/ 393573 w 866775"/>
                <a:gd name="connsiteY1578" fmla="*/ 702278 h 838200"/>
                <a:gd name="connsiteX1579" fmla="*/ 394621 w 866775"/>
                <a:gd name="connsiteY1579" fmla="*/ 701993 h 838200"/>
                <a:gd name="connsiteX1580" fmla="*/ 398812 w 866775"/>
                <a:gd name="connsiteY1580" fmla="*/ 699135 h 838200"/>
                <a:gd name="connsiteX1581" fmla="*/ 398717 w 866775"/>
                <a:gd name="connsiteY1581" fmla="*/ 697897 h 838200"/>
                <a:gd name="connsiteX1582" fmla="*/ 398431 w 866775"/>
                <a:gd name="connsiteY1582" fmla="*/ 697516 h 838200"/>
                <a:gd name="connsiteX1583" fmla="*/ 397669 w 866775"/>
                <a:gd name="connsiteY1583" fmla="*/ 697039 h 838200"/>
                <a:gd name="connsiteX1584" fmla="*/ 394621 w 866775"/>
                <a:gd name="connsiteY1584" fmla="*/ 695706 h 838200"/>
                <a:gd name="connsiteX1585" fmla="*/ 393668 w 866775"/>
                <a:gd name="connsiteY1585" fmla="*/ 694944 h 838200"/>
                <a:gd name="connsiteX1586" fmla="*/ 393097 w 866775"/>
                <a:gd name="connsiteY1586" fmla="*/ 693992 h 838200"/>
                <a:gd name="connsiteX1587" fmla="*/ 392811 w 866775"/>
                <a:gd name="connsiteY1587" fmla="*/ 692468 h 838200"/>
                <a:gd name="connsiteX1588" fmla="*/ 392525 w 866775"/>
                <a:gd name="connsiteY1588" fmla="*/ 691801 h 838200"/>
                <a:gd name="connsiteX1589" fmla="*/ 392240 w 866775"/>
                <a:gd name="connsiteY1589" fmla="*/ 690372 h 838200"/>
                <a:gd name="connsiteX1590" fmla="*/ 392240 w 866775"/>
                <a:gd name="connsiteY1590" fmla="*/ 689801 h 838200"/>
                <a:gd name="connsiteX1591" fmla="*/ 392335 w 866775"/>
                <a:gd name="connsiteY1591" fmla="*/ 689420 h 838200"/>
                <a:gd name="connsiteX1592" fmla="*/ 392811 w 866775"/>
                <a:gd name="connsiteY1592" fmla="*/ 689324 h 838200"/>
                <a:gd name="connsiteX1593" fmla="*/ 393954 w 866775"/>
                <a:gd name="connsiteY1593" fmla="*/ 689515 h 838200"/>
                <a:gd name="connsiteX1594" fmla="*/ 395764 w 866775"/>
                <a:gd name="connsiteY1594" fmla="*/ 690467 h 838200"/>
                <a:gd name="connsiteX1595" fmla="*/ 399478 w 866775"/>
                <a:gd name="connsiteY1595" fmla="*/ 691134 h 838200"/>
                <a:gd name="connsiteX1596" fmla="*/ 400622 w 866775"/>
                <a:gd name="connsiteY1596" fmla="*/ 691039 h 838200"/>
                <a:gd name="connsiteX1597" fmla="*/ 401574 w 866775"/>
                <a:gd name="connsiteY1597" fmla="*/ 690943 h 838200"/>
                <a:gd name="connsiteX1598" fmla="*/ 402431 w 866775"/>
                <a:gd name="connsiteY1598" fmla="*/ 690658 h 838200"/>
                <a:gd name="connsiteX1599" fmla="*/ 403098 w 866775"/>
                <a:gd name="connsiteY1599" fmla="*/ 690182 h 838200"/>
                <a:gd name="connsiteX1600" fmla="*/ 403384 w 866775"/>
                <a:gd name="connsiteY1600" fmla="*/ 689420 h 838200"/>
                <a:gd name="connsiteX1601" fmla="*/ 403289 w 866775"/>
                <a:gd name="connsiteY1601" fmla="*/ 688276 h 838200"/>
                <a:gd name="connsiteX1602" fmla="*/ 403098 w 866775"/>
                <a:gd name="connsiteY1602" fmla="*/ 687134 h 838200"/>
                <a:gd name="connsiteX1603" fmla="*/ 403003 w 866775"/>
                <a:gd name="connsiteY1603" fmla="*/ 686181 h 838200"/>
                <a:gd name="connsiteX1604" fmla="*/ 403193 w 866775"/>
                <a:gd name="connsiteY1604" fmla="*/ 685514 h 838200"/>
                <a:gd name="connsiteX1605" fmla="*/ 403860 w 866775"/>
                <a:gd name="connsiteY1605" fmla="*/ 685133 h 838200"/>
                <a:gd name="connsiteX1606" fmla="*/ 404527 w 866775"/>
                <a:gd name="connsiteY1606" fmla="*/ 684943 h 838200"/>
                <a:gd name="connsiteX1607" fmla="*/ 405574 w 866775"/>
                <a:gd name="connsiteY1607" fmla="*/ 685038 h 838200"/>
                <a:gd name="connsiteX1608" fmla="*/ 406241 w 866775"/>
                <a:gd name="connsiteY1608" fmla="*/ 685514 h 838200"/>
                <a:gd name="connsiteX1609" fmla="*/ 407098 w 866775"/>
                <a:gd name="connsiteY1609" fmla="*/ 686562 h 838200"/>
                <a:gd name="connsiteX1610" fmla="*/ 408051 w 866775"/>
                <a:gd name="connsiteY1610" fmla="*/ 689134 h 838200"/>
                <a:gd name="connsiteX1611" fmla="*/ 408623 w 866775"/>
                <a:gd name="connsiteY1611" fmla="*/ 690277 h 838200"/>
                <a:gd name="connsiteX1612" fmla="*/ 409289 w 866775"/>
                <a:gd name="connsiteY1612" fmla="*/ 691420 h 838200"/>
                <a:gd name="connsiteX1613" fmla="*/ 412242 w 866775"/>
                <a:gd name="connsiteY1613" fmla="*/ 694372 h 838200"/>
                <a:gd name="connsiteX1614" fmla="*/ 413099 w 866775"/>
                <a:gd name="connsiteY1614" fmla="*/ 694944 h 838200"/>
                <a:gd name="connsiteX1615" fmla="*/ 414052 w 866775"/>
                <a:gd name="connsiteY1615" fmla="*/ 695420 h 838200"/>
                <a:gd name="connsiteX1616" fmla="*/ 415290 w 866775"/>
                <a:gd name="connsiteY1616" fmla="*/ 695230 h 838200"/>
                <a:gd name="connsiteX1617" fmla="*/ 417386 w 866775"/>
                <a:gd name="connsiteY1617" fmla="*/ 694468 h 838200"/>
                <a:gd name="connsiteX1618" fmla="*/ 418624 w 866775"/>
                <a:gd name="connsiteY1618" fmla="*/ 694182 h 838200"/>
                <a:gd name="connsiteX1619" fmla="*/ 421100 w 866775"/>
                <a:gd name="connsiteY1619" fmla="*/ 694087 h 838200"/>
                <a:gd name="connsiteX1620" fmla="*/ 422243 w 866775"/>
                <a:gd name="connsiteY1620" fmla="*/ 693896 h 838200"/>
                <a:gd name="connsiteX1621" fmla="*/ 423196 w 866775"/>
                <a:gd name="connsiteY1621" fmla="*/ 693134 h 838200"/>
                <a:gd name="connsiteX1622" fmla="*/ 423577 w 866775"/>
                <a:gd name="connsiteY1622" fmla="*/ 692182 h 838200"/>
                <a:gd name="connsiteX1623" fmla="*/ 423196 w 866775"/>
                <a:gd name="connsiteY1623" fmla="*/ 691039 h 838200"/>
                <a:gd name="connsiteX1624" fmla="*/ 422148 w 866775"/>
                <a:gd name="connsiteY1624" fmla="*/ 690086 h 838200"/>
                <a:gd name="connsiteX1625" fmla="*/ 417100 w 866775"/>
                <a:gd name="connsiteY1625" fmla="*/ 686657 h 838200"/>
                <a:gd name="connsiteX1626" fmla="*/ 416528 w 866775"/>
                <a:gd name="connsiteY1626" fmla="*/ 686181 h 838200"/>
                <a:gd name="connsiteX1627" fmla="*/ 416243 w 866775"/>
                <a:gd name="connsiteY1627" fmla="*/ 685705 h 838200"/>
                <a:gd name="connsiteX1628" fmla="*/ 416338 w 866775"/>
                <a:gd name="connsiteY1628" fmla="*/ 685229 h 838200"/>
                <a:gd name="connsiteX1629" fmla="*/ 416719 w 866775"/>
                <a:gd name="connsiteY1629" fmla="*/ 684943 h 838200"/>
                <a:gd name="connsiteX1630" fmla="*/ 417481 w 866775"/>
                <a:gd name="connsiteY1630" fmla="*/ 684657 h 838200"/>
                <a:gd name="connsiteX1631" fmla="*/ 418624 w 866775"/>
                <a:gd name="connsiteY1631" fmla="*/ 684467 h 838200"/>
                <a:gd name="connsiteX1632" fmla="*/ 427196 w 866775"/>
                <a:gd name="connsiteY1632" fmla="*/ 684181 h 838200"/>
                <a:gd name="connsiteX1633" fmla="*/ 428244 w 866775"/>
                <a:gd name="connsiteY1633" fmla="*/ 683990 h 838200"/>
                <a:gd name="connsiteX1634" fmla="*/ 429101 w 866775"/>
                <a:gd name="connsiteY1634" fmla="*/ 683514 h 838200"/>
                <a:gd name="connsiteX1635" fmla="*/ 429863 w 866775"/>
                <a:gd name="connsiteY1635" fmla="*/ 682943 h 838200"/>
                <a:gd name="connsiteX1636" fmla="*/ 430340 w 866775"/>
                <a:gd name="connsiteY1636" fmla="*/ 682180 h 838200"/>
                <a:gd name="connsiteX1637" fmla="*/ 431006 w 866775"/>
                <a:gd name="connsiteY1637" fmla="*/ 679133 h 838200"/>
                <a:gd name="connsiteX1638" fmla="*/ 431292 w 866775"/>
                <a:gd name="connsiteY1638" fmla="*/ 678466 h 838200"/>
                <a:gd name="connsiteX1639" fmla="*/ 431578 w 866775"/>
                <a:gd name="connsiteY1639" fmla="*/ 677989 h 838200"/>
                <a:gd name="connsiteX1640" fmla="*/ 431959 w 866775"/>
                <a:gd name="connsiteY1640" fmla="*/ 677609 h 838200"/>
                <a:gd name="connsiteX1641" fmla="*/ 432435 w 866775"/>
                <a:gd name="connsiteY1641" fmla="*/ 677323 h 838200"/>
                <a:gd name="connsiteX1642" fmla="*/ 433102 w 866775"/>
                <a:gd name="connsiteY1642" fmla="*/ 677037 h 838200"/>
                <a:gd name="connsiteX1643" fmla="*/ 434054 w 866775"/>
                <a:gd name="connsiteY1643" fmla="*/ 676751 h 838200"/>
                <a:gd name="connsiteX1644" fmla="*/ 435007 w 866775"/>
                <a:gd name="connsiteY1644" fmla="*/ 676561 h 838200"/>
                <a:gd name="connsiteX1645" fmla="*/ 435769 w 866775"/>
                <a:gd name="connsiteY1645" fmla="*/ 676561 h 838200"/>
                <a:gd name="connsiteX1646" fmla="*/ 436721 w 866775"/>
                <a:gd name="connsiteY1646" fmla="*/ 676751 h 838200"/>
                <a:gd name="connsiteX1647" fmla="*/ 437293 w 866775"/>
                <a:gd name="connsiteY1647" fmla="*/ 677037 h 838200"/>
                <a:gd name="connsiteX1648" fmla="*/ 438245 w 866775"/>
                <a:gd name="connsiteY1648" fmla="*/ 677799 h 838200"/>
                <a:gd name="connsiteX1649" fmla="*/ 438626 w 866775"/>
                <a:gd name="connsiteY1649" fmla="*/ 678751 h 838200"/>
                <a:gd name="connsiteX1650" fmla="*/ 438531 w 866775"/>
                <a:gd name="connsiteY1650" fmla="*/ 680466 h 838200"/>
                <a:gd name="connsiteX1651" fmla="*/ 435197 w 866775"/>
                <a:gd name="connsiteY1651" fmla="*/ 688467 h 838200"/>
                <a:gd name="connsiteX1652" fmla="*/ 434911 w 866775"/>
                <a:gd name="connsiteY1652" fmla="*/ 689515 h 838200"/>
                <a:gd name="connsiteX1653" fmla="*/ 434531 w 866775"/>
                <a:gd name="connsiteY1653" fmla="*/ 693230 h 838200"/>
                <a:gd name="connsiteX1654" fmla="*/ 434245 w 866775"/>
                <a:gd name="connsiteY1654" fmla="*/ 693706 h 838200"/>
                <a:gd name="connsiteX1655" fmla="*/ 432149 w 866775"/>
                <a:gd name="connsiteY1655" fmla="*/ 695420 h 838200"/>
                <a:gd name="connsiteX1656" fmla="*/ 431673 w 866775"/>
                <a:gd name="connsiteY1656" fmla="*/ 695992 h 838200"/>
                <a:gd name="connsiteX1657" fmla="*/ 431197 w 866775"/>
                <a:gd name="connsiteY1657" fmla="*/ 696659 h 838200"/>
                <a:gd name="connsiteX1658" fmla="*/ 431006 w 866775"/>
                <a:gd name="connsiteY1658" fmla="*/ 697325 h 838200"/>
                <a:gd name="connsiteX1659" fmla="*/ 430816 w 866775"/>
                <a:gd name="connsiteY1659" fmla="*/ 697897 h 838200"/>
                <a:gd name="connsiteX1660" fmla="*/ 430816 w 866775"/>
                <a:gd name="connsiteY1660" fmla="*/ 699326 h 838200"/>
                <a:gd name="connsiteX1661" fmla="*/ 430625 w 866775"/>
                <a:gd name="connsiteY1661" fmla="*/ 700183 h 838200"/>
                <a:gd name="connsiteX1662" fmla="*/ 430149 w 866775"/>
                <a:gd name="connsiteY1662" fmla="*/ 701230 h 838200"/>
                <a:gd name="connsiteX1663" fmla="*/ 429768 w 866775"/>
                <a:gd name="connsiteY1663" fmla="*/ 701897 h 838200"/>
                <a:gd name="connsiteX1664" fmla="*/ 429006 w 866775"/>
                <a:gd name="connsiteY1664" fmla="*/ 702945 h 838200"/>
                <a:gd name="connsiteX1665" fmla="*/ 427673 w 866775"/>
                <a:gd name="connsiteY1665" fmla="*/ 704279 h 838200"/>
                <a:gd name="connsiteX1666" fmla="*/ 427673 w 866775"/>
                <a:gd name="connsiteY1666" fmla="*/ 704469 h 838200"/>
                <a:gd name="connsiteX1667" fmla="*/ 427387 w 866775"/>
                <a:gd name="connsiteY1667" fmla="*/ 705517 h 838200"/>
                <a:gd name="connsiteX1668" fmla="*/ 427292 w 866775"/>
                <a:gd name="connsiteY1668" fmla="*/ 706469 h 838200"/>
                <a:gd name="connsiteX1669" fmla="*/ 427958 w 866775"/>
                <a:gd name="connsiteY1669" fmla="*/ 707231 h 838200"/>
                <a:gd name="connsiteX1670" fmla="*/ 429292 w 866775"/>
                <a:gd name="connsiteY1670" fmla="*/ 707993 h 838200"/>
                <a:gd name="connsiteX1671" fmla="*/ 432340 w 866775"/>
                <a:gd name="connsiteY1671" fmla="*/ 708279 h 838200"/>
                <a:gd name="connsiteX1672" fmla="*/ 435578 w 866775"/>
                <a:gd name="connsiteY1672" fmla="*/ 708184 h 838200"/>
                <a:gd name="connsiteX1673" fmla="*/ 436340 w 866775"/>
                <a:gd name="connsiteY1673" fmla="*/ 708088 h 838200"/>
                <a:gd name="connsiteX1674" fmla="*/ 442436 w 866775"/>
                <a:gd name="connsiteY1674" fmla="*/ 706374 h 838200"/>
                <a:gd name="connsiteX1675" fmla="*/ 443294 w 866775"/>
                <a:gd name="connsiteY1675" fmla="*/ 706374 h 838200"/>
                <a:gd name="connsiteX1676" fmla="*/ 444151 w 866775"/>
                <a:gd name="connsiteY1676" fmla="*/ 706660 h 838200"/>
                <a:gd name="connsiteX1677" fmla="*/ 445008 w 866775"/>
                <a:gd name="connsiteY1677" fmla="*/ 707612 h 838200"/>
                <a:gd name="connsiteX1678" fmla="*/ 446151 w 866775"/>
                <a:gd name="connsiteY1678" fmla="*/ 709136 h 838200"/>
                <a:gd name="connsiteX1679" fmla="*/ 447008 w 866775"/>
                <a:gd name="connsiteY1679" fmla="*/ 709803 h 838200"/>
                <a:gd name="connsiteX1680" fmla="*/ 448342 w 866775"/>
                <a:gd name="connsiteY1680" fmla="*/ 710279 h 838200"/>
                <a:gd name="connsiteX1681" fmla="*/ 450247 w 866775"/>
                <a:gd name="connsiteY1681" fmla="*/ 710279 h 838200"/>
                <a:gd name="connsiteX1682" fmla="*/ 451580 w 866775"/>
                <a:gd name="connsiteY1682" fmla="*/ 709898 h 838200"/>
                <a:gd name="connsiteX1683" fmla="*/ 454628 w 866775"/>
                <a:gd name="connsiteY1683" fmla="*/ 708660 h 838200"/>
                <a:gd name="connsiteX1684" fmla="*/ 455295 w 866775"/>
                <a:gd name="connsiteY1684" fmla="*/ 708565 h 838200"/>
                <a:gd name="connsiteX1685" fmla="*/ 456533 w 866775"/>
                <a:gd name="connsiteY1685" fmla="*/ 709136 h 838200"/>
                <a:gd name="connsiteX1686" fmla="*/ 458343 w 866775"/>
                <a:gd name="connsiteY1686" fmla="*/ 710279 h 838200"/>
                <a:gd name="connsiteX1687" fmla="*/ 462724 w 866775"/>
                <a:gd name="connsiteY1687" fmla="*/ 714375 h 838200"/>
                <a:gd name="connsiteX1688" fmla="*/ 466153 w 866775"/>
                <a:gd name="connsiteY1688" fmla="*/ 715994 h 838200"/>
                <a:gd name="connsiteX1689" fmla="*/ 469106 w 866775"/>
                <a:gd name="connsiteY1689" fmla="*/ 712089 h 838200"/>
                <a:gd name="connsiteX1690" fmla="*/ 469964 w 866775"/>
                <a:gd name="connsiteY1690" fmla="*/ 711232 h 838200"/>
                <a:gd name="connsiteX1691" fmla="*/ 470630 w 866775"/>
                <a:gd name="connsiteY1691" fmla="*/ 710851 h 838200"/>
                <a:gd name="connsiteX1692" fmla="*/ 471869 w 866775"/>
                <a:gd name="connsiteY1692" fmla="*/ 710565 h 838200"/>
                <a:gd name="connsiteX1693" fmla="*/ 474440 w 866775"/>
                <a:gd name="connsiteY1693" fmla="*/ 710470 h 838200"/>
                <a:gd name="connsiteX1694" fmla="*/ 475012 w 866775"/>
                <a:gd name="connsiteY1694" fmla="*/ 710184 h 838200"/>
                <a:gd name="connsiteX1695" fmla="*/ 475678 w 866775"/>
                <a:gd name="connsiteY1695" fmla="*/ 709613 h 838200"/>
                <a:gd name="connsiteX1696" fmla="*/ 476060 w 866775"/>
                <a:gd name="connsiteY1696" fmla="*/ 708660 h 838200"/>
                <a:gd name="connsiteX1697" fmla="*/ 476155 w 866775"/>
                <a:gd name="connsiteY1697" fmla="*/ 707803 h 838200"/>
                <a:gd name="connsiteX1698" fmla="*/ 475964 w 866775"/>
                <a:gd name="connsiteY1698" fmla="*/ 706850 h 838200"/>
                <a:gd name="connsiteX1699" fmla="*/ 475678 w 866775"/>
                <a:gd name="connsiteY1699" fmla="*/ 706184 h 838200"/>
                <a:gd name="connsiteX1700" fmla="*/ 475298 w 866775"/>
                <a:gd name="connsiteY1700" fmla="*/ 705136 h 838200"/>
                <a:gd name="connsiteX1701" fmla="*/ 474821 w 866775"/>
                <a:gd name="connsiteY1701" fmla="*/ 704374 h 838200"/>
                <a:gd name="connsiteX1702" fmla="*/ 474821 w 866775"/>
                <a:gd name="connsiteY1702" fmla="*/ 704279 h 838200"/>
                <a:gd name="connsiteX1703" fmla="*/ 474821 w 866775"/>
                <a:gd name="connsiteY1703" fmla="*/ 704183 h 838200"/>
                <a:gd name="connsiteX1704" fmla="*/ 474917 w 866775"/>
                <a:gd name="connsiteY1704" fmla="*/ 702945 h 838200"/>
                <a:gd name="connsiteX1705" fmla="*/ 475202 w 866775"/>
                <a:gd name="connsiteY1705" fmla="*/ 701897 h 838200"/>
                <a:gd name="connsiteX1706" fmla="*/ 475583 w 866775"/>
                <a:gd name="connsiteY1706" fmla="*/ 701135 h 838200"/>
                <a:gd name="connsiteX1707" fmla="*/ 478631 w 866775"/>
                <a:gd name="connsiteY1707" fmla="*/ 698087 h 838200"/>
                <a:gd name="connsiteX1708" fmla="*/ 480441 w 866775"/>
                <a:gd name="connsiteY1708" fmla="*/ 695611 h 838200"/>
                <a:gd name="connsiteX1709" fmla="*/ 481965 w 866775"/>
                <a:gd name="connsiteY1709" fmla="*/ 692944 h 838200"/>
                <a:gd name="connsiteX1710" fmla="*/ 482346 w 866775"/>
                <a:gd name="connsiteY1710" fmla="*/ 691801 h 838200"/>
                <a:gd name="connsiteX1711" fmla="*/ 482536 w 866775"/>
                <a:gd name="connsiteY1711" fmla="*/ 691039 h 838200"/>
                <a:gd name="connsiteX1712" fmla="*/ 482632 w 866775"/>
                <a:gd name="connsiteY1712" fmla="*/ 689705 h 838200"/>
                <a:gd name="connsiteX1713" fmla="*/ 482632 w 866775"/>
                <a:gd name="connsiteY1713" fmla="*/ 688372 h 838200"/>
                <a:gd name="connsiteX1714" fmla="*/ 481774 w 866775"/>
                <a:gd name="connsiteY1714" fmla="*/ 684371 h 838200"/>
                <a:gd name="connsiteX1715" fmla="*/ 482060 w 866775"/>
                <a:gd name="connsiteY1715" fmla="*/ 683324 h 838200"/>
                <a:gd name="connsiteX1716" fmla="*/ 482822 w 866775"/>
                <a:gd name="connsiteY1716" fmla="*/ 682752 h 838200"/>
                <a:gd name="connsiteX1717" fmla="*/ 484442 w 866775"/>
                <a:gd name="connsiteY1717" fmla="*/ 682847 h 838200"/>
                <a:gd name="connsiteX1718" fmla="*/ 485775 w 866775"/>
                <a:gd name="connsiteY1718" fmla="*/ 683324 h 838200"/>
                <a:gd name="connsiteX1719" fmla="*/ 487204 w 866775"/>
                <a:gd name="connsiteY1719" fmla="*/ 683324 h 838200"/>
                <a:gd name="connsiteX1720" fmla="*/ 489014 w 866775"/>
                <a:gd name="connsiteY1720" fmla="*/ 682657 h 838200"/>
                <a:gd name="connsiteX1721" fmla="*/ 490442 w 866775"/>
                <a:gd name="connsiteY1721" fmla="*/ 682466 h 838200"/>
                <a:gd name="connsiteX1722" fmla="*/ 492347 w 866775"/>
                <a:gd name="connsiteY1722" fmla="*/ 682943 h 838200"/>
                <a:gd name="connsiteX1723" fmla="*/ 493776 w 866775"/>
                <a:gd name="connsiteY1723" fmla="*/ 683514 h 838200"/>
                <a:gd name="connsiteX1724" fmla="*/ 496348 w 866775"/>
                <a:gd name="connsiteY1724" fmla="*/ 684371 h 838200"/>
                <a:gd name="connsiteX1725" fmla="*/ 497205 w 866775"/>
                <a:gd name="connsiteY1725" fmla="*/ 684847 h 838200"/>
                <a:gd name="connsiteX1726" fmla="*/ 497586 w 866775"/>
                <a:gd name="connsiteY1726" fmla="*/ 685419 h 838200"/>
                <a:gd name="connsiteX1727" fmla="*/ 497681 w 866775"/>
                <a:gd name="connsiteY1727" fmla="*/ 685895 h 838200"/>
                <a:gd name="connsiteX1728" fmla="*/ 497586 w 866775"/>
                <a:gd name="connsiteY1728" fmla="*/ 686372 h 838200"/>
                <a:gd name="connsiteX1729" fmla="*/ 497015 w 866775"/>
                <a:gd name="connsiteY1729" fmla="*/ 687991 h 838200"/>
                <a:gd name="connsiteX1730" fmla="*/ 496919 w 866775"/>
                <a:gd name="connsiteY1730" fmla="*/ 688848 h 838200"/>
                <a:gd name="connsiteX1731" fmla="*/ 497015 w 866775"/>
                <a:gd name="connsiteY1731" fmla="*/ 689610 h 838200"/>
                <a:gd name="connsiteX1732" fmla="*/ 497396 w 866775"/>
                <a:gd name="connsiteY1732" fmla="*/ 690086 h 838200"/>
                <a:gd name="connsiteX1733" fmla="*/ 498539 w 866775"/>
                <a:gd name="connsiteY1733" fmla="*/ 690563 h 838200"/>
                <a:gd name="connsiteX1734" fmla="*/ 499967 w 866775"/>
                <a:gd name="connsiteY1734" fmla="*/ 690943 h 838200"/>
                <a:gd name="connsiteX1735" fmla="*/ 503111 w 866775"/>
                <a:gd name="connsiteY1735" fmla="*/ 691039 h 838200"/>
                <a:gd name="connsiteX1736" fmla="*/ 506254 w 866775"/>
                <a:gd name="connsiteY1736" fmla="*/ 690658 h 838200"/>
                <a:gd name="connsiteX1737" fmla="*/ 507492 w 866775"/>
                <a:gd name="connsiteY1737" fmla="*/ 690182 h 838200"/>
                <a:gd name="connsiteX1738" fmla="*/ 508540 w 866775"/>
                <a:gd name="connsiteY1738" fmla="*/ 689420 h 838200"/>
                <a:gd name="connsiteX1739" fmla="*/ 508921 w 866775"/>
                <a:gd name="connsiteY1739" fmla="*/ 688181 h 838200"/>
                <a:gd name="connsiteX1740" fmla="*/ 508730 w 866775"/>
                <a:gd name="connsiteY1740" fmla="*/ 687324 h 838200"/>
                <a:gd name="connsiteX1741" fmla="*/ 508064 w 866775"/>
                <a:gd name="connsiteY1741" fmla="*/ 686467 h 838200"/>
                <a:gd name="connsiteX1742" fmla="*/ 504825 w 866775"/>
                <a:gd name="connsiteY1742" fmla="*/ 684371 h 838200"/>
                <a:gd name="connsiteX1743" fmla="*/ 504253 w 866775"/>
                <a:gd name="connsiteY1743" fmla="*/ 683800 h 838200"/>
                <a:gd name="connsiteX1744" fmla="*/ 503873 w 866775"/>
                <a:gd name="connsiteY1744" fmla="*/ 683324 h 838200"/>
                <a:gd name="connsiteX1745" fmla="*/ 506063 w 866775"/>
                <a:gd name="connsiteY1745" fmla="*/ 682085 h 838200"/>
                <a:gd name="connsiteX1746" fmla="*/ 516731 w 866775"/>
                <a:gd name="connsiteY1746" fmla="*/ 678847 h 838200"/>
                <a:gd name="connsiteX1747" fmla="*/ 519208 w 866775"/>
                <a:gd name="connsiteY1747" fmla="*/ 682562 h 838200"/>
                <a:gd name="connsiteX1748" fmla="*/ 519779 w 866775"/>
                <a:gd name="connsiteY1748" fmla="*/ 686086 h 838200"/>
                <a:gd name="connsiteX1749" fmla="*/ 520256 w 866775"/>
                <a:gd name="connsiteY1749" fmla="*/ 687229 h 838200"/>
                <a:gd name="connsiteX1750" fmla="*/ 521303 w 866775"/>
                <a:gd name="connsiteY1750" fmla="*/ 688562 h 838200"/>
                <a:gd name="connsiteX1751" fmla="*/ 521684 w 866775"/>
                <a:gd name="connsiteY1751" fmla="*/ 689515 h 838200"/>
                <a:gd name="connsiteX1752" fmla="*/ 521780 w 866775"/>
                <a:gd name="connsiteY1752" fmla="*/ 690086 h 838200"/>
                <a:gd name="connsiteX1753" fmla="*/ 521494 w 866775"/>
                <a:gd name="connsiteY1753" fmla="*/ 690563 h 838200"/>
                <a:gd name="connsiteX1754" fmla="*/ 521113 w 866775"/>
                <a:gd name="connsiteY1754" fmla="*/ 691134 h 838200"/>
                <a:gd name="connsiteX1755" fmla="*/ 520922 w 866775"/>
                <a:gd name="connsiteY1755" fmla="*/ 691801 h 838200"/>
                <a:gd name="connsiteX1756" fmla="*/ 520922 w 866775"/>
                <a:gd name="connsiteY1756" fmla="*/ 692658 h 838200"/>
                <a:gd name="connsiteX1757" fmla="*/ 521494 w 866775"/>
                <a:gd name="connsiteY1757" fmla="*/ 693610 h 838200"/>
                <a:gd name="connsiteX1758" fmla="*/ 522351 w 866775"/>
                <a:gd name="connsiteY1758" fmla="*/ 694182 h 838200"/>
                <a:gd name="connsiteX1759" fmla="*/ 523970 w 866775"/>
                <a:gd name="connsiteY1759" fmla="*/ 694563 h 838200"/>
                <a:gd name="connsiteX1760" fmla="*/ 526923 w 866775"/>
                <a:gd name="connsiteY1760" fmla="*/ 694849 h 838200"/>
                <a:gd name="connsiteX1761" fmla="*/ 531495 w 866775"/>
                <a:gd name="connsiteY1761" fmla="*/ 696087 h 838200"/>
                <a:gd name="connsiteX1762" fmla="*/ 536448 w 866775"/>
                <a:gd name="connsiteY1762" fmla="*/ 695992 h 838200"/>
                <a:gd name="connsiteX1763" fmla="*/ 537210 w 866775"/>
                <a:gd name="connsiteY1763" fmla="*/ 696659 h 838200"/>
                <a:gd name="connsiteX1764" fmla="*/ 537782 w 866775"/>
                <a:gd name="connsiteY1764" fmla="*/ 698087 h 838200"/>
                <a:gd name="connsiteX1765" fmla="*/ 538067 w 866775"/>
                <a:gd name="connsiteY1765" fmla="*/ 699516 h 838200"/>
                <a:gd name="connsiteX1766" fmla="*/ 538639 w 866775"/>
                <a:gd name="connsiteY1766" fmla="*/ 700564 h 838200"/>
                <a:gd name="connsiteX1767" fmla="*/ 539496 w 866775"/>
                <a:gd name="connsiteY1767" fmla="*/ 701230 h 838200"/>
                <a:gd name="connsiteX1768" fmla="*/ 541687 w 866775"/>
                <a:gd name="connsiteY1768" fmla="*/ 701707 h 838200"/>
                <a:gd name="connsiteX1769" fmla="*/ 543115 w 866775"/>
                <a:gd name="connsiteY1769" fmla="*/ 701707 h 838200"/>
                <a:gd name="connsiteX1770" fmla="*/ 544449 w 866775"/>
                <a:gd name="connsiteY1770" fmla="*/ 701230 h 838200"/>
                <a:gd name="connsiteX1771" fmla="*/ 546259 w 866775"/>
                <a:gd name="connsiteY1771" fmla="*/ 700278 h 838200"/>
                <a:gd name="connsiteX1772" fmla="*/ 547116 w 866775"/>
                <a:gd name="connsiteY1772" fmla="*/ 699992 h 838200"/>
                <a:gd name="connsiteX1773" fmla="*/ 547973 w 866775"/>
                <a:gd name="connsiteY1773" fmla="*/ 699802 h 838200"/>
                <a:gd name="connsiteX1774" fmla="*/ 549021 w 866775"/>
                <a:gd name="connsiteY1774" fmla="*/ 699802 h 838200"/>
                <a:gd name="connsiteX1775" fmla="*/ 550640 w 866775"/>
                <a:gd name="connsiteY1775" fmla="*/ 700183 h 838200"/>
                <a:gd name="connsiteX1776" fmla="*/ 551974 w 866775"/>
                <a:gd name="connsiteY1776" fmla="*/ 700850 h 838200"/>
                <a:gd name="connsiteX1777" fmla="*/ 553307 w 866775"/>
                <a:gd name="connsiteY1777" fmla="*/ 702564 h 838200"/>
                <a:gd name="connsiteX1778" fmla="*/ 553974 w 866775"/>
                <a:gd name="connsiteY1778" fmla="*/ 704183 h 838200"/>
                <a:gd name="connsiteX1779" fmla="*/ 553974 w 866775"/>
                <a:gd name="connsiteY1779" fmla="*/ 704279 h 838200"/>
                <a:gd name="connsiteX1780" fmla="*/ 554165 w 866775"/>
                <a:gd name="connsiteY1780" fmla="*/ 704659 h 838200"/>
                <a:gd name="connsiteX1781" fmla="*/ 555593 w 866775"/>
                <a:gd name="connsiteY1781" fmla="*/ 706850 h 838200"/>
                <a:gd name="connsiteX1782" fmla="*/ 555784 w 866775"/>
                <a:gd name="connsiteY1782" fmla="*/ 707993 h 838200"/>
                <a:gd name="connsiteX1783" fmla="*/ 555593 w 866775"/>
                <a:gd name="connsiteY1783" fmla="*/ 709136 h 838200"/>
                <a:gd name="connsiteX1784" fmla="*/ 555117 w 866775"/>
                <a:gd name="connsiteY1784" fmla="*/ 710184 h 838200"/>
                <a:gd name="connsiteX1785" fmla="*/ 554831 w 866775"/>
                <a:gd name="connsiteY1785" fmla="*/ 710946 h 838200"/>
                <a:gd name="connsiteX1786" fmla="*/ 554736 w 866775"/>
                <a:gd name="connsiteY1786" fmla="*/ 711613 h 838200"/>
                <a:gd name="connsiteX1787" fmla="*/ 555022 w 866775"/>
                <a:gd name="connsiteY1787" fmla="*/ 712375 h 838200"/>
                <a:gd name="connsiteX1788" fmla="*/ 555498 w 866775"/>
                <a:gd name="connsiteY1788" fmla="*/ 713232 h 838200"/>
                <a:gd name="connsiteX1789" fmla="*/ 556451 w 866775"/>
                <a:gd name="connsiteY1789" fmla="*/ 714280 h 838200"/>
                <a:gd name="connsiteX1790" fmla="*/ 565118 w 866775"/>
                <a:gd name="connsiteY1790" fmla="*/ 720757 h 838200"/>
                <a:gd name="connsiteX1791" fmla="*/ 566547 w 866775"/>
                <a:gd name="connsiteY1791" fmla="*/ 721519 h 838200"/>
                <a:gd name="connsiteX1792" fmla="*/ 567881 w 866775"/>
                <a:gd name="connsiteY1792" fmla="*/ 721900 h 838200"/>
                <a:gd name="connsiteX1793" fmla="*/ 570167 w 866775"/>
                <a:gd name="connsiteY1793" fmla="*/ 722185 h 838200"/>
                <a:gd name="connsiteX1794" fmla="*/ 572929 w 866775"/>
                <a:gd name="connsiteY1794" fmla="*/ 722090 h 838200"/>
                <a:gd name="connsiteX1795" fmla="*/ 573977 w 866775"/>
                <a:gd name="connsiteY1795" fmla="*/ 722185 h 838200"/>
                <a:gd name="connsiteX1796" fmla="*/ 576739 w 866775"/>
                <a:gd name="connsiteY1796" fmla="*/ 723519 h 838200"/>
                <a:gd name="connsiteX1797" fmla="*/ 582359 w 866775"/>
                <a:gd name="connsiteY1797" fmla="*/ 728091 h 838200"/>
                <a:gd name="connsiteX1798" fmla="*/ 583787 w 866775"/>
                <a:gd name="connsiteY1798" fmla="*/ 728663 h 838200"/>
                <a:gd name="connsiteX1799" fmla="*/ 584264 w 866775"/>
                <a:gd name="connsiteY1799" fmla="*/ 728758 h 838200"/>
                <a:gd name="connsiteX1800" fmla="*/ 585121 w 866775"/>
                <a:gd name="connsiteY1800" fmla="*/ 728758 h 838200"/>
                <a:gd name="connsiteX1801" fmla="*/ 585978 w 866775"/>
                <a:gd name="connsiteY1801" fmla="*/ 728567 h 838200"/>
                <a:gd name="connsiteX1802" fmla="*/ 587121 w 866775"/>
                <a:gd name="connsiteY1802" fmla="*/ 728186 h 838200"/>
                <a:gd name="connsiteX1803" fmla="*/ 588074 w 866775"/>
                <a:gd name="connsiteY1803" fmla="*/ 727710 h 838200"/>
                <a:gd name="connsiteX1804" fmla="*/ 592741 w 866775"/>
                <a:gd name="connsiteY1804" fmla="*/ 724186 h 838200"/>
                <a:gd name="connsiteX1805" fmla="*/ 593407 w 866775"/>
                <a:gd name="connsiteY1805" fmla="*/ 723900 h 838200"/>
                <a:gd name="connsiteX1806" fmla="*/ 593789 w 866775"/>
                <a:gd name="connsiteY1806" fmla="*/ 723995 h 838200"/>
                <a:gd name="connsiteX1807" fmla="*/ 594265 w 866775"/>
                <a:gd name="connsiteY1807" fmla="*/ 724281 h 838200"/>
                <a:gd name="connsiteX1808" fmla="*/ 594646 w 866775"/>
                <a:gd name="connsiteY1808" fmla="*/ 725043 h 838200"/>
                <a:gd name="connsiteX1809" fmla="*/ 595027 w 866775"/>
                <a:gd name="connsiteY1809" fmla="*/ 726281 h 838200"/>
                <a:gd name="connsiteX1810" fmla="*/ 595122 w 866775"/>
                <a:gd name="connsiteY1810" fmla="*/ 728948 h 838200"/>
                <a:gd name="connsiteX1811" fmla="*/ 594741 w 866775"/>
                <a:gd name="connsiteY1811" fmla="*/ 730472 h 838200"/>
                <a:gd name="connsiteX1812" fmla="*/ 594265 w 866775"/>
                <a:gd name="connsiteY1812" fmla="*/ 731615 h 838200"/>
                <a:gd name="connsiteX1813" fmla="*/ 593789 w 866775"/>
                <a:gd name="connsiteY1813" fmla="*/ 732568 h 838200"/>
                <a:gd name="connsiteX1814" fmla="*/ 593789 w 866775"/>
                <a:gd name="connsiteY1814" fmla="*/ 733520 h 838200"/>
                <a:gd name="connsiteX1815" fmla="*/ 594170 w 866775"/>
                <a:gd name="connsiteY1815" fmla="*/ 734282 h 838200"/>
                <a:gd name="connsiteX1816" fmla="*/ 595408 w 866775"/>
                <a:gd name="connsiteY1816" fmla="*/ 735235 h 838200"/>
                <a:gd name="connsiteX1817" fmla="*/ 596265 w 866775"/>
                <a:gd name="connsiteY1817" fmla="*/ 735330 h 838200"/>
                <a:gd name="connsiteX1818" fmla="*/ 597027 w 866775"/>
                <a:gd name="connsiteY1818" fmla="*/ 735044 h 838200"/>
                <a:gd name="connsiteX1819" fmla="*/ 597694 w 866775"/>
                <a:gd name="connsiteY1819" fmla="*/ 734378 h 838200"/>
                <a:gd name="connsiteX1820" fmla="*/ 598170 w 866775"/>
                <a:gd name="connsiteY1820" fmla="*/ 733711 h 838200"/>
                <a:gd name="connsiteX1821" fmla="*/ 599027 w 866775"/>
                <a:gd name="connsiteY1821" fmla="*/ 731996 h 838200"/>
                <a:gd name="connsiteX1822" fmla="*/ 599408 w 866775"/>
                <a:gd name="connsiteY1822" fmla="*/ 731425 h 838200"/>
                <a:gd name="connsiteX1823" fmla="*/ 599885 w 866775"/>
                <a:gd name="connsiteY1823" fmla="*/ 730853 h 838200"/>
                <a:gd name="connsiteX1824" fmla="*/ 600551 w 866775"/>
                <a:gd name="connsiteY1824" fmla="*/ 730853 h 838200"/>
                <a:gd name="connsiteX1825" fmla="*/ 600932 w 866775"/>
                <a:gd name="connsiteY1825" fmla="*/ 731615 h 838200"/>
                <a:gd name="connsiteX1826" fmla="*/ 601028 w 866775"/>
                <a:gd name="connsiteY1826" fmla="*/ 734092 h 838200"/>
                <a:gd name="connsiteX1827" fmla="*/ 600551 w 866775"/>
                <a:gd name="connsiteY1827" fmla="*/ 739616 h 838200"/>
                <a:gd name="connsiteX1828" fmla="*/ 600742 w 866775"/>
                <a:gd name="connsiteY1828" fmla="*/ 740474 h 838200"/>
                <a:gd name="connsiteX1829" fmla="*/ 601123 w 866775"/>
                <a:gd name="connsiteY1829" fmla="*/ 741045 h 838200"/>
                <a:gd name="connsiteX1830" fmla="*/ 601980 w 866775"/>
                <a:gd name="connsiteY1830" fmla="*/ 741807 h 838200"/>
                <a:gd name="connsiteX1831" fmla="*/ 602552 w 866775"/>
                <a:gd name="connsiteY1831" fmla="*/ 741902 h 838200"/>
                <a:gd name="connsiteX1832" fmla="*/ 603028 w 866775"/>
                <a:gd name="connsiteY1832" fmla="*/ 741807 h 838200"/>
                <a:gd name="connsiteX1833" fmla="*/ 603504 w 866775"/>
                <a:gd name="connsiteY1833" fmla="*/ 741521 h 838200"/>
                <a:gd name="connsiteX1834" fmla="*/ 604171 w 866775"/>
                <a:gd name="connsiteY1834" fmla="*/ 741235 h 838200"/>
                <a:gd name="connsiteX1835" fmla="*/ 605028 w 866775"/>
                <a:gd name="connsiteY1835" fmla="*/ 741331 h 838200"/>
                <a:gd name="connsiteX1836" fmla="*/ 605981 w 866775"/>
                <a:gd name="connsiteY1836" fmla="*/ 741617 h 838200"/>
                <a:gd name="connsiteX1837" fmla="*/ 606933 w 866775"/>
                <a:gd name="connsiteY1837" fmla="*/ 742188 h 838200"/>
                <a:gd name="connsiteX1838" fmla="*/ 607505 w 866775"/>
                <a:gd name="connsiteY1838" fmla="*/ 743236 h 838200"/>
                <a:gd name="connsiteX1839" fmla="*/ 607790 w 866775"/>
                <a:gd name="connsiteY1839" fmla="*/ 745046 h 838200"/>
                <a:gd name="connsiteX1840" fmla="*/ 605790 w 866775"/>
                <a:gd name="connsiteY1840" fmla="*/ 749237 h 838200"/>
                <a:gd name="connsiteX1841" fmla="*/ 605123 w 866775"/>
                <a:gd name="connsiteY1841" fmla="*/ 750284 h 838200"/>
                <a:gd name="connsiteX1842" fmla="*/ 605599 w 866775"/>
                <a:gd name="connsiteY1842" fmla="*/ 751142 h 838200"/>
                <a:gd name="connsiteX1843" fmla="*/ 611315 w 866775"/>
                <a:gd name="connsiteY1843" fmla="*/ 750475 h 838200"/>
                <a:gd name="connsiteX1844" fmla="*/ 615791 w 866775"/>
                <a:gd name="connsiteY1844" fmla="*/ 751046 h 838200"/>
                <a:gd name="connsiteX1845" fmla="*/ 617411 w 866775"/>
                <a:gd name="connsiteY1845" fmla="*/ 750665 h 838200"/>
                <a:gd name="connsiteX1846" fmla="*/ 619030 w 866775"/>
                <a:gd name="connsiteY1846" fmla="*/ 749141 h 838200"/>
                <a:gd name="connsiteX1847" fmla="*/ 619506 w 866775"/>
                <a:gd name="connsiteY1847" fmla="*/ 747713 h 838200"/>
                <a:gd name="connsiteX1848" fmla="*/ 619506 w 866775"/>
                <a:gd name="connsiteY1848" fmla="*/ 746570 h 838200"/>
                <a:gd name="connsiteX1849" fmla="*/ 619125 w 866775"/>
                <a:gd name="connsiteY1849" fmla="*/ 744474 h 838200"/>
                <a:gd name="connsiteX1850" fmla="*/ 619030 w 866775"/>
                <a:gd name="connsiteY1850" fmla="*/ 743426 h 838200"/>
                <a:gd name="connsiteX1851" fmla="*/ 619030 w 866775"/>
                <a:gd name="connsiteY1851" fmla="*/ 742188 h 838200"/>
                <a:gd name="connsiteX1852" fmla="*/ 619125 w 866775"/>
                <a:gd name="connsiteY1852" fmla="*/ 741140 h 838200"/>
                <a:gd name="connsiteX1853" fmla="*/ 619411 w 866775"/>
                <a:gd name="connsiteY1853" fmla="*/ 740093 h 838200"/>
                <a:gd name="connsiteX1854" fmla="*/ 621125 w 866775"/>
                <a:gd name="connsiteY1854" fmla="*/ 739712 h 838200"/>
                <a:gd name="connsiteX1855" fmla="*/ 622459 w 866775"/>
                <a:gd name="connsiteY1855" fmla="*/ 739712 h 838200"/>
                <a:gd name="connsiteX1856" fmla="*/ 633508 w 866775"/>
                <a:gd name="connsiteY1856" fmla="*/ 743522 h 838200"/>
                <a:gd name="connsiteX1857" fmla="*/ 638842 w 866775"/>
                <a:gd name="connsiteY1857" fmla="*/ 743998 h 838200"/>
                <a:gd name="connsiteX1858" fmla="*/ 640747 w 866775"/>
                <a:gd name="connsiteY1858" fmla="*/ 743903 h 838200"/>
                <a:gd name="connsiteX1859" fmla="*/ 642176 w 866775"/>
                <a:gd name="connsiteY1859" fmla="*/ 743522 h 838200"/>
                <a:gd name="connsiteX1860" fmla="*/ 649986 w 866775"/>
                <a:gd name="connsiteY1860" fmla="*/ 739997 h 838200"/>
                <a:gd name="connsiteX1861" fmla="*/ 651034 w 866775"/>
                <a:gd name="connsiteY1861" fmla="*/ 739712 h 838200"/>
                <a:gd name="connsiteX1862" fmla="*/ 651891 w 866775"/>
                <a:gd name="connsiteY1862" fmla="*/ 739712 h 838200"/>
                <a:gd name="connsiteX1863" fmla="*/ 652558 w 866775"/>
                <a:gd name="connsiteY1863" fmla="*/ 740188 h 838200"/>
                <a:gd name="connsiteX1864" fmla="*/ 652939 w 866775"/>
                <a:gd name="connsiteY1864" fmla="*/ 741045 h 838200"/>
                <a:gd name="connsiteX1865" fmla="*/ 652653 w 866775"/>
                <a:gd name="connsiteY1865" fmla="*/ 743998 h 838200"/>
                <a:gd name="connsiteX1866" fmla="*/ 652844 w 866775"/>
                <a:gd name="connsiteY1866" fmla="*/ 744950 h 838200"/>
                <a:gd name="connsiteX1867" fmla="*/ 653606 w 866775"/>
                <a:gd name="connsiteY1867" fmla="*/ 745808 h 838200"/>
                <a:gd name="connsiteX1868" fmla="*/ 654558 w 866775"/>
                <a:gd name="connsiteY1868" fmla="*/ 746093 h 838200"/>
                <a:gd name="connsiteX1869" fmla="*/ 658368 w 866775"/>
                <a:gd name="connsiteY1869" fmla="*/ 746284 h 838200"/>
                <a:gd name="connsiteX1870" fmla="*/ 659225 w 866775"/>
                <a:gd name="connsiteY1870" fmla="*/ 746474 h 838200"/>
                <a:gd name="connsiteX1871" fmla="*/ 659987 w 866775"/>
                <a:gd name="connsiteY1871" fmla="*/ 747332 h 838200"/>
                <a:gd name="connsiteX1872" fmla="*/ 660559 w 866775"/>
                <a:gd name="connsiteY1872" fmla="*/ 748665 h 838200"/>
                <a:gd name="connsiteX1873" fmla="*/ 661226 w 866775"/>
                <a:gd name="connsiteY1873" fmla="*/ 751618 h 838200"/>
                <a:gd name="connsiteX1874" fmla="*/ 661892 w 866775"/>
                <a:gd name="connsiteY1874" fmla="*/ 753047 h 838200"/>
                <a:gd name="connsiteX1875" fmla="*/ 662654 w 866775"/>
                <a:gd name="connsiteY1875" fmla="*/ 754189 h 838200"/>
                <a:gd name="connsiteX1876" fmla="*/ 664178 w 866775"/>
                <a:gd name="connsiteY1876" fmla="*/ 755618 h 838200"/>
                <a:gd name="connsiteX1877" fmla="*/ 664559 w 866775"/>
                <a:gd name="connsiteY1877" fmla="*/ 756476 h 838200"/>
                <a:gd name="connsiteX1878" fmla="*/ 664464 w 866775"/>
                <a:gd name="connsiteY1878" fmla="*/ 757618 h 838200"/>
                <a:gd name="connsiteX1879" fmla="*/ 663416 w 866775"/>
                <a:gd name="connsiteY1879" fmla="*/ 759428 h 838200"/>
                <a:gd name="connsiteX1880" fmla="*/ 662083 w 866775"/>
                <a:gd name="connsiteY1880" fmla="*/ 760095 h 838200"/>
                <a:gd name="connsiteX1881" fmla="*/ 660464 w 866775"/>
                <a:gd name="connsiteY1881" fmla="*/ 760285 h 838200"/>
                <a:gd name="connsiteX1882" fmla="*/ 657415 w 866775"/>
                <a:gd name="connsiteY1882" fmla="*/ 759143 h 838200"/>
                <a:gd name="connsiteX1883" fmla="*/ 656749 w 866775"/>
                <a:gd name="connsiteY1883" fmla="*/ 759238 h 838200"/>
                <a:gd name="connsiteX1884" fmla="*/ 656082 w 866775"/>
                <a:gd name="connsiteY1884" fmla="*/ 759619 h 838200"/>
                <a:gd name="connsiteX1885" fmla="*/ 655511 w 866775"/>
                <a:gd name="connsiteY1885" fmla="*/ 760285 h 838200"/>
                <a:gd name="connsiteX1886" fmla="*/ 654939 w 866775"/>
                <a:gd name="connsiteY1886" fmla="*/ 761333 h 838200"/>
                <a:gd name="connsiteX1887" fmla="*/ 654844 w 866775"/>
                <a:gd name="connsiteY1887" fmla="*/ 762476 h 838200"/>
                <a:gd name="connsiteX1888" fmla="*/ 655034 w 866775"/>
                <a:gd name="connsiteY1888" fmla="*/ 764381 h 838200"/>
                <a:gd name="connsiteX1889" fmla="*/ 655892 w 866775"/>
                <a:gd name="connsiteY1889" fmla="*/ 766953 h 838200"/>
                <a:gd name="connsiteX1890" fmla="*/ 655892 w 866775"/>
                <a:gd name="connsiteY1890" fmla="*/ 769620 h 838200"/>
                <a:gd name="connsiteX1891" fmla="*/ 654749 w 866775"/>
                <a:gd name="connsiteY1891" fmla="*/ 775430 h 838200"/>
                <a:gd name="connsiteX1892" fmla="*/ 654653 w 866775"/>
                <a:gd name="connsiteY1892" fmla="*/ 777050 h 838200"/>
                <a:gd name="connsiteX1893" fmla="*/ 654844 w 866775"/>
                <a:gd name="connsiteY1893" fmla="*/ 778002 h 838200"/>
                <a:gd name="connsiteX1894" fmla="*/ 655511 w 866775"/>
                <a:gd name="connsiteY1894" fmla="*/ 778764 h 838200"/>
                <a:gd name="connsiteX1895" fmla="*/ 657511 w 866775"/>
                <a:gd name="connsiteY1895" fmla="*/ 779621 h 838200"/>
                <a:gd name="connsiteX1896" fmla="*/ 658273 w 866775"/>
                <a:gd name="connsiteY1896" fmla="*/ 780669 h 838200"/>
                <a:gd name="connsiteX1897" fmla="*/ 658654 w 866775"/>
                <a:gd name="connsiteY1897" fmla="*/ 782288 h 838200"/>
                <a:gd name="connsiteX1898" fmla="*/ 658368 w 866775"/>
                <a:gd name="connsiteY1898" fmla="*/ 789337 h 838200"/>
                <a:gd name="connsiteX1899" fmla="*/ 658082 w 866775"/>
                <a:gd name="connsiteY1899" fmla="*/ 790956 h 838200"/>
                <a:gd name="connsiteX1900" fmla="*/ 657606 w 866775"/>
                <a:gd name="connsiteY1900" fmla="*/ 792575 h 838200"/>
                <a:gd name="connsiteX1901" fmla="*/ 655701 w 866775"/>
                <a:gd name="connsiteY1901" fmla="*/ 796004 h 838200"/>
                <a:gd name="connsiteX1902" fmla="*/ 654749 w 866775"/>
                <a:gd name="connsiteY1902" fmla="*/ 804005 h 838200"/>
                <a:gd name="connsiteX1903" fmla="*/ 653415 w 866775"/>
                <a:gd name="connsiteY1903" fmla="*/ 805720 h 838200"/>
                <a:gd name="connsiteX1904" fmla="*/ 651986 w 866775"/>
                <a:gd name="connsiteY1904" fmla="*/ 806577 h 838200"/>
                <a:gd name="connsiteX1905" fmla="*/ 649605 w 866775"/>
                <a:gd name="connsiteY1905" fmla="*/ 806768 h 838200"/>
                <a:gd name="connsiteX1906" fmla="*/ 648653 w 866775"/>
                <a:gd name="connsiteY1906" fmla="*/ 806958 h 838200"/>
                <a:gd name="connsiteX1907" fmla="*/ 648081 w 866775"/>
                <a:gd name="connsiteY1907" fmla="*/ 807530 h 838200"/>
                <a:gd name="connsiteX1908" fmla="*/ 647890 w 866775"/>
                <a:gd name="connsiteY1908" fmla="*/ 808292 h 838200"/>
                <a:gd name="connsiteX1909" fmla="*/ 648557 w 866775"/>
                <a:gd name="connsiteY1909" fmla="*/ 810006 h 838200"/>
                <a:gd name="connsiteX1910" fmla="*/ 649415 w 866775"/>
                <a:gd name="connsiteY1910" fmla="*/ 811435 h 838200"/>
                <a:gd name="connsiteX1911" fmla="*/ 650939 w 866775"/>
                <a:gd name="connsiteY1911" fmla="*/ 813149 h 838200"/>
                <a:gd name="connsiteX1912" fmla="*/ 653034 w 866775"/>
                <a:gd name="connsiteY1912" fmla="*/ 814864 h 838200"/>
                <a:gd name="connsiteX1913" fmla="*/ 654463 w 866775"/>
                <a:gd name="connsiteY1913" fmla="*/ 815816 h 838200"/>
                <a:gd name="connsiteX1914" fmla="*/ 655130 w 866775"/>
                <a:gd name="connsiteY1914" fmla="*/ 816578 h 838200"/>
                <a:gd name="connsiteX1915" fmla="*/ 655415 w 866775"/>
                <a:gd name="connsiteY1915" fmla="*/ 817531 h 838200"/>
                <a:gd name="connsiteX1916" fmla="*/ 655415 w 866775"/>
                <a:gd name="connsiteY1916" fmla="*/ 819245 h 838200"/>
                <a:gd name="connsiteX1917" fmla="*/ 654939 w 866775"/>
                <a:gd name="connsiteY1917" fmla="*/ 820674 h 838200"/>
                <a:gd name="connsiteX1918" fmla="*/ 654653 w 866775"/>
                <a:gd name="connsiteY1918" fmla="*/ 821912 h 838200"/>
                <a:gd name="connsiteX1919" fmla="*/ 654939 w 866775"/>
                <a:gd name="connsiteY1919" fmla="*/ 822770 h 838200"/>
                <a:gd name="connsiteX1920" fmla="*/ 655701 w 866775"/>
                <a:gd name="connsiteY1920" fmla="*/ 823341 h 838200"/>
                <a:gd name="connsiteX1921" fmla="*/ 656653 w 866775"/>
                <a:gd name="connsiteY1921" fmla="*/ 823722 h 838200"/>
                <a:gd name="connsiteX1922" fmla="*/ 658940 w 866775"/>
                <a:gd name="connsiteY1922" fmla="*/ 825913 h 838200"/>
                <a:gd name="connsiteX1923" fmla="*/ 662559 w 866775"/>
                <a:gd name="connsiteY1923" fmla="*/ 831247 h 838200"/>
                <a:gd name="connsiteX1924" fmla="*/ 667036 w 866775"/>
                <a:gd name="connsiteY1924" fmla="*/ 832390 h 838200"/>
                <a:gd name="connsiteX1925" fmla="*/ 673322 w 866775"/>
                <a:gd name="connsiteY1925" fmla="*/ 838391 h 838200"/>
                <a:gd name="connsiteX1926" fmla="*/ 675418 w 866775"/>
                <a:gd name="connsiteY1926" fmla="*/ 839819 h 838200"/>
                <a:gd name="connsiteX1927" fmla="*/ 678180 w 866775"/>
                <a:gd name="connsiteY1927" fmla="*/ 841153 h 838200"/>
                <a:gd name="connsiteX1928" fmla="*/ 681419 w 866775"/>
                <a:gd name="connsiteY1928" fmla="*/ 842010 h 838200"/>
                <a:gd name="connsiteX1929" fmla="*/ 682657 w 866775"/>
                <a:gd name="connsiteY1929" fmla="*/ 842010 h 838200"/>
                <a:gd name="connsiteX1930" fmla="*/ 686086 w 866775"/>
                <a:gd name="connsiteY1930" fmla="*/ 841534 h 838200"/>
                <a:gd name="connsiteX1931" fmla="*/ 690277 w 866775"/>
                <a:gd name="connsiteY1931" fmla="*/ 841629 h 838200"/>
                <a:gd name="connsiteX1932" fmla="*/ 695801 w 866775"/>
                <a:gd name="connsiteY1932" fmla="*/ 842391 h 838200"/>
                <a:gd name="connsiteX1933" fmla="*/ 697516 w 866775"/>
                <a:gd name="connsiteY1933" fmla="*/ 842201 h 838200"/>
                <a:gd name="connsiteX1934" fmla="*/ 698945 w 866775"/>
                <a:gd name="connsiteY1934" fmla="*/ 841820 h 838200"/>
                <a:gd name="connsiteX1935" fmla="*/ 702374 w 866775"/>
                <a:gd name="connsiteY1935" fmla="*/ 840200 h 838200"/>
                <a:gd name="connsiteX1936" fmla="*/ 703517 w 866775"/>
                <a:gd name="connsiteY1936" fmla="*/ 839819 h 838200"/>
                <a:gd name="connsiteX1937" fmla="*/ 706755 w 866775"/>
                <a:gd name="connsiteY1937" fmla="*/ 839153 h 838200"/>
                <a:gd name="connsiteX1938" fmla="*/ 709327 w 866775"/>
                <a:gd name="connsiteY1938" fmla="*/ 838200 h 838200"/>
                <a:gd name="connsiteX1939" fmla="*/ 710374 w 866775"/>
                <a:gd name="connsiteY1939" fmla="*/ 837533 h 838200"/>
                <a:gd name="connsiteX1940" fmla="*/ 711041 w 866775"/>
                <a:gd name="connsiteY1940" fmla="*/ 836867 h 838200"/>
                <a:gd name="connsiteX1941" fmla="*/ 711803 w 866775"/>
                <a:gd name="connsiteY1941" fmla="*/ 836009 h 838200"/>
                <a:gd name="connsiteX1942" fmla="*/ 714185 w 866775"/>
                <a:gd name="connsiteY1942" fmla="*/ 831913 h 838200"/>
                <a:gd name="connsiteX1943" fmla="*/ 714565 w 866775"/>
                <a:gd name="connsiteY1943" fmla="*/ 831151 h 838200"/>
                <a:gd name="connsiteX1944" fmla="*/ 714756 w 866775"/>
                <a:gd name="connsiteY1944" fmla="*/ 830389 h 838200"/>
                <a:gd name="connsiteX1945" fmla="*/ 714947 w 866775"/>
                <a:gd name="connsiteY1945" fmla="*/ 826770 h 838200"/>
                <a:gd name="connsiteX1946" fmla="*/ 715518 w 866775"/>
                <a:gd name="connsiteY1946" fmla="*/ 825055 h 838200"/>
                <a:gd name="connsiteX1947" fmla="*/ 716566 w 866775"/>
                <a:gd name="connsiteY1947" fmla="*/ 823627 h 838200"/>
                <a:gd name="connsiteX1948" fmla="*/ 720376 w 866775"/>
                <a:gd name="connsiteY1948" fmla="*/ 821341 h 838200"/>
                <a:gd name="connsiteX1949" fmla="*/ 721233 w 866775"/>
                <a:gd name="connsiteY1949" fmla="*/ 820484 h 838200"/>
                <a:gd name="connsiteX1950" fmla="*/ 721900 w 866775"/>
                <a:gd name="connsiteY1950" fmla="*/ 819341 h 838200"/>
                <a:gd name="connsiteX1951" fmla="*/ 723138 w 866775"/>
                <a:gd name="connsiteY1951" fmla="*/ 815435 h 838200"/>
                <a:gd name="connsiteX1952" fmla="*/ 724376 w 866775"/>
                <a:gd name="connsiteY1952" fmla="*/ 813435 h 838200"/>
                <a:gd name="connsiteX1953" fmla="*/ 727043 w 866775"/>
                <a:gd name="connsiteY1953" fmla="*/ 806005 h 838200"/>
                <a:gd name="connsiteX1954" fmla="*/ 727805 w 866775"/>
                <a:gd name="connsiteY1954" fmla="*/ 804482 h 838200"/>
                <a:gd name="connsiteX1955" fmla="*/ 729424 w 866775"/>
                <a:gd name="connsiteY1955" fmla="*/ 801814 h 838200"/>
                <a:gd name="connsiteX1956" fmla="*/ 732568 w 866775"/>
                <a:gd name="connsiteY1956" fmla="*/ 798195 h 838200"/>
                <a:gd name="connsiteX1957" fmla="*/ 733044 w 866775"/>
                <a:gd name="connsiteY1957" fmla="*/ 797243 h 838200"/>
                <a:gd name="connsiteX1958" fmla="*/ 733425 w 866775"/>
                <a:gd name="connsiteY1958" fmla="*/ 796100 h 838200"/>
                <a:gd name="connsiteX1959" fmla="*/ 733520 w 866775"/>
                <a:gd name="connsiteY1959" fmla="*/ 794576 h 838200"/>
                <a:gd name="connsiteX1960" fmla="*/ 733425 w 866775"/>
                <a:gd name="connsiteY1960" fmla="*/ 793623 h 838200"/>
                <a:gd name="connsiteX1961" fmla="*/ 733520 w 866775"/>
                <a:gd name="connsiteY1961" fmla="*/ 792480 h 838200"/>
                <a:gd name="connsiteX1962" fmla="*/ 733997 w 866775"/>
                <a:gd name="connsiteY1962" fmla="*/ 791432 h 838200"/>
                <a:gd name="connsiteX1963" fmla="*/ 737045 w 866775"/>
                <a:gd name="connsiteY1963" fmla="*/ 787337 h 838200"/>
                <a:gd name="connsiteX1964" fmla="*/ 737616 w 866775"/>
                <a:gd name="connsiteY1964" fmla="*/ 786384 h 838200"/>
                <a:gd name="connsiteX1965" fmla="*/ 737902 w 866775"/>
                <a:gd name="connsiteY1965" fmla="*/ 785432 h 838200"/>
                <a:gd name="connsiteX1966" fmla="*/ 737711 w 866775"/>
                <a:gd name="connsiteY1966" fmla="*/ 784193 h 838200"/>
                <a:gd name="connsiteX1967" fmla="*/ 737330 w 866775"/>
                <a:gd name="connsiteY1967" fmla="*/ 782955 h 838200"/>
                <a:gd name="connsiteX1968" fmla="*/ 735806 w 866775"/>
                <a:gd name="connsiteY1968" fmla="*/ 780764 h 838200"/>
                <a:gd name="connsiteX1969" fmla="*/ 734187 w 866775"/>
                <a:gd name="connsiteY1969" fmla="*/ 778764 h 838200"/>
                <a:gd name="connsiteX1970" fmla="*/ 733425 w 866775"/>
                <a:gd name="connsiteY1970" fmla="*/ 777716 h 838200"/>
                <a:gd name="connsiteX1971" fmla="*/ 732663 w 866775"/>
                <a:gd name="connsiteY1971" fmla="*/ 776383 h 838200"/>
                <a:gd name="connsiteX1972" fmla="*/ 731425 w 866775"/>
                <a:gd name="connsiteY1972" fmla="*/ 773239 h 838200"/>
                <a:gd name="connsiteX1973" fmla="*/ 731139 w 866775"/>
                <a:gd name="connsiteY1973" fmla="*/ 772001 h 838200"/>
                <a:gd name="connsiteX1974" fmla="*/ 731044 w 866775"/>
                <a:gd name="connsiteY1974" fmla="*/ 771049 h 838200"/>
                <a:gd name="connsiteX1975" fmla="*/ 731044 w 866775"/>
                <a:gd name="connsiteY1975" fmla="*/ 770192 h 838200"/>
                <a:gd name="connsiteX1976" fmla="*/ 731234 w 866775"/>
                <a:gd name="connsiteY1976" fmla="*/ 769430 h 838200"/>
                <a:gd name="connsiteX1977" fmla="*/ 731520 w 866775"/>
                <a:gd name="connsiteY1977" fmla="*/ 768668 h 838200"/>
                <a:gd name="connsiteX1978" fmla="*/ 731901 w 866775"/>
                <a:gd name="connsiteY1978" fmla="*/ 768096 h 838200"/>
                <a:gd name="connsiteX1979" fmla="*/ 732473 w 866775"/>
                <a:gd name="connsiteY1979" fmla="*/ 767525 h 838200"/>
                <a:gd name="connsiteX1980" fmla="*/ 734092 w 866775"/>
                <a:gd name="connsiteY1980" fmla="*/ 766286 h 838200"/>
                <a:gd name="connsiteX1981" fmla="*/ 736092 w 866775"/>
                <a:gd name="connsiteY1981" fmla="*/ 765238 h 838200"/>
                <a:gd name="connsiteX1982" fmla="*/ 745903 w 866775"/>
                <a:gd name="connsiteY1982" fmla="*/ 764096 h 838200"/>
                <a:gd name="connsiteX1983" fmla="*/ 746093 w 866775"/>
                <a:gd name="connsiteY1983" fmla="*/ 760381 h 838200"/>
                <a:gd name="connsiteX1984" fmla="*/ 745522 w 866775"/>
                <a:gd name="connsiteY1984" fmla="*/ 756095 h 838200"/>
                <a:gd name="connsiteX1985" fmla="*/ 745807 w 866775"/>
                <a:gd name="connsiteY1985" fmla="*/ 753142 h 838200"/>
                <a:gd name="connsiteX1986" fmla="*/ 746189 w 866775"/>
                <a:gd name="connsiteY1986" fmla="*/ 751522 h 838200"/>
                <a:gd name="connsiteX1987" fmla="*/ 745903 w 866775"/>
                <a:gd name="connsiteY1987" fmla="*/ 750284 h 838200"/>
                <a:gd name="connsiteX1988" fmla="*/ 744665 w 866775"/>
                <a:gd name="connsiteY1988" fmla="*/ 747522 h 838200"/>
                <a:gd name="connsiteX1989" fmla="*/ 744474 w 866775"/>
                <a:gd name="connsiteY1989" fmla="*/ 746570 h 838200"/>
                <a:gd name="connsiteX1990" fmla="*/ 744665 w 866775"/>
                <a:gd name="connsiteY1990" fmla="*/ 745617 h 838200"/>
                <a:gd name="connsiteX1991" fmla="*/ 746760 w 866775"/>
                <a:gd name="connsiteY1991" fmla="*/ 741997 h 838200"/>
                <a:gd name="connsiteX1992" fmla="*/ 746855 w 866775"/>
                <a:gd name="connsiteY1992" fmla="*/ 740759 h 838200"/>
                <a:gd name="connsiteX1993" fmla="*/ 746665 w 866775"/>
                <a:gd name="connsiteY1993" fmla="*/ 739140 h 838200"/>
                <a:gd name="connsiteX1994" fmla="*/ 745903 w 866775"/>
                <a:gd name="connsiteY1994" fmla="*/ 736568 h 838200"/>
                <a:gd name="connsiteX1995" fmla="*/ 745236 w 866775"/>
                <a:gd name="connsiteY1995" fmla="*/ 735425 h 838200"/>
                <a:gd name="connsiteX1996" fmla="*/ 744284 w 866775"/>
                <a:gd name="connsiteY1996" fmla="*/ 734568 h 838200"/>
                <a:gd name="connsiteX1997" fmla="*/ 739997 w 866775"/>
                <a:gd name="connsiteY1997" fmla="*/ 733520 h 838200"/>
                <a:gd name="connsiteX1998" fmla="*/ 738378 w 866775"/>
                <a:gd name="connsiteY1998" fmla="*/ 732854 h 838200"/>
                <a:gd name="connsiteX1999" fmla="*/ 736854 w 866775"/>
                <a:gd name="connsiteY1999" fmla="*/ 731901 h 838200"/>
                <a:gd name="connsiteX2000" fmla="*/ 735425 w 866775"/>
                <a:gd name="connsiteY2000" fmla="*/ 730758 h 838200"/>
                <a:gd name="connsiteX2001" fmla="*/ 734473 w 866775"/>
                <a:gd name="connsiteY2001" fmla="*/ 729425 h 838200"/>
                <a:gd name="connsiteX2002" fmla="*/ 732187 w 866775"/>
                <a:gd name="connsiteY2002" fmla="*/ 725710 h 838200"/>
                <a:gd name="connsiteX2003" fmla="*/ 731520 w 866775"/>
                <a:gd name="connsiteY2003" fmla="*/ 725043 h 838200"/>
                <a:gd name="connsiteX2004" fmla="*/ 730758 w 866775"/>
                <a:gd name="connsiteY2004" fmla="*/ 724567 h 838200"/>
                <a:gd name="connsiteX2005" fmla="*/ 729615 w 866775"/>
                <a:gd name="connsiteY2005" fmla="*/ 724186 h 838200"/>
                <a:gd name="connsiteX2006" fmla="*/ 727043 w 866775"/>
                <a:gd name="connsiteY2006" fmla="*/ 721709 h 838200"/>
                <a:gd name="connsiteX2007" fmla="*/ 726472 w 866775"/>
                <a:gd name="connsiteY2007" fmla="*/ 720185 h 838200"/>
                <a:gd name="connsiteX2008" fmla="*/ 726186 w 866775"/>
                <a:gd name="connsiteY2008" fmla="*/ 718566 h 838200"/>
                <a:gd name="connsiteX2009" fmla="*/ 726567 w 866775"/>
                <a:gd name="connsiteY2009" fmla="*/ 717423 h 838200"/>
                <a:gd name="connsiteX2010" fmla="*/ 726948 w 866775"/>
                <a:gd name="connsiteY2010" fmla="*/ 716661 h 838200"/>
                <a:gd name="connsiteX2011" fmla="*/ 727424 w 866775"/>
                <a:gd name="connsiteY2011" fmla="*/ 715137 h 838200"/>
                <a:gd name="connsiteX2012" fmla="*/ 727710 w 866775"/>
                <a:gd name="connsiteY2012" fmla="*/ 713042 h 838200"/>
                <a:gd name="connsiteX2013" fmla="*/ 727805 w 866775"/>
                <a:gd name="connsiteY2013" fmla="*/ 708279 h 838200"/>
                <a:gd name="connsiteX2014" fmla="*/ 727520 w 866775"/>
                <a:gd name="connsiteY2014" fmla="*/ 704564 h 838200"/>
                <a:gd name="connsiteX2015" fmla="*/ 727520 w 866775"/>
                <a:gd name="connsiteY2015" fmla="*/ 704183 h 838200"/>
                <a:gd name="connsiteX2016" fmla="*/ 727043 w 866775"/>
                <a:gd name="connsiteY2016" fmla="*/ 703231 h 838200"/>
                <a:gd name="connsiteX2017" fmla="*/ 724472 w 866775"/>
                <a:gd name="connsiteY2017" fmla="*/ 699421 h 838200"/>
                <a:gd name="connsiteX2018" fmla="*/ 723233 w 866775"/>
                <a:gd name="connsiteY2018" fmla="*/ 696849 h 838200"/>
                <a:gd name="connsiteX2019" fmla="*/ 722852 w 866775"/>
                <a:gd name="connsiteY2019" fmla="*/ 695706 h 838200"/>
                <a:gd name="connsiteX2020" fmla="*/ 722757 w 866775"/>
                <a:gd name="connsiteY2020" fmla="*/ 694277 h 838200"/>
                <a:gd name="connsiteX2021" fmla="*/ 723043 w 866775"/>
                <a:gd name="connsiteY2021" fmla="*/ 692944 h 838200"/>
                <a:gd name="connsiteX2022" fmla="*/ 723614 w 866775"/>
                <a:gd name="connsiteY2022" fmla="*/ 685800 h 838200"/>
                <a:gd name="connsiteX2023" fmla="*/ 724090 w 866775"/>
                <a:gd name="connsiteY2023" fmla="*/ 682371 h 838200"/>
                <a:gd name="connsiteX2024" fmla="*/ 724472 w 866775"/>
                <a:gd name="connsiteY2024" fmla="*/ 680942 h 838200"/>
                <a:gd name="connsiteX2025" fmla="*/ 724948 w 866775"/>
                <a:gd name="connsiteY2025" fmla="*/ 679895 h 838200"/>
                <a:gd name="connsiteX2026" fmla="*/ 725424 w 866775"/>
                <a:gd name="connsiteY2026" fmla="*/ 678942 h 838200"/>
                <a:gd name="connsiteX2027" fmla="*/ 726757 w 866775"/>
                <a:gd name="connsiteY2027" fmla="*/ 677228 h 838200"/>
                <a:gd name="connsiteX2028" fmla="*/ 728472 w 866775"/>
                <a:gd name="connsiteY2028" fmla="*/ 675418 h 838200"/>
                <a:gd name="connsiteX2029" fmla="*/ 729806 w 866775"/>
                <a:gd name="connsiteY2029" fmla="*/ 674275 h 838200"/>
                <a:gd name="connsiteX2030" fmla="*/ 733520 w 866775"/>
                <a:gd name="connsiteY2030" fmla="*/ 671893 h 838200"/>
                <a:gd name="connsiteX2031" fmla="*/ 739711 w 866775"/>
                <a:gd name="connsiteY2031" fmla="*/ 669036 h 838200"/>
                <a:gd name="connsiteX2032" fmla="*/ 741331 w 866775"/>
                <a:gd name="connsiteY2032" fmla="*/ 668084 h 838200"/>
                <a:gd name="connsiteX2033" fmla="*/ 745046 w 866775"/>
                <a:gd name="connsiteY2033" fmla="*/ 665226 h 838200"/>
                <a:gd name="connsiteX2034" fmla="*/ 746951 w 866775"/>
                <a:gd name="connsiteY2034" fmla="*/ 664083 h 838200"/>
                <a:gd name="connsiteX2035" fmla="*/ 762857 w 866775"/>
                <a:gd name="connsiteY2035" fmla="*/ 654844 h 838200"/>
                <a:gd name="connsiteX2036" fmla="*/ 774954 w 866775"/>
                <a:gd name="connsiteY2036" fmla="*/ 647605 h 838200"/>
                <a:gd name="connsiteX2037" fmla="*/ 778002 w 866775"/>
                <a:gd name="connsiteY2037" fmla="*/ 645128 h 838200"/>
                <a:gd name="connsiteX2038" fmla="*/ 778478 w 866775"/>
                <a:gd name="connsiteY2038" fmla="*/ 643604 h 838200"/>
                <a:gd name="connsiteX2039" fmla="*/ 779145 w 866775"/>
                <a:gd name="connsiteY2039" fmla="*/ 642366 h 838200"/>
                <a:gd name="connsiteX2040" fmla="*/ 779907 w 866775"/>
                <a:gd name="connsiteY2040" fmla="*/ 641795 h 838200"/>
                <a:gd name="connsiteX2041" fmla="*/ 784193 w 866775"/>
                <a:gd name="connsiteY2041" fmla="*/ 640271 h 838200"/>
                <a:gd name="connsiteX2042" fmla="*/ 787813 w 866775"/>
                <a:gd name="connsiteY2042" fmla="*/ 638366 h 838200"/>
                <a:gd name="connsiteX2043" fmla="*/ 789813 w 866775"/>
                <a:gd name="connsiteY2043" fmla="*/ 636746 h 838200"/>
                <a:gd name="connsiteX2044" fmla="*/ 790289 w 866775"/>
                <a:gd name="connsiteY2044" fmla="*/ 635699 h 838200"/>
                <a:gd name="connsiteX2045" fmla="*/ 791432 w 866775"/>
                <a:gd name="connsiteY2045" fmla="*/ 634270 h 838200"/>
                <a:gd name="connsiteX2046" fmla="*/ 798767 w 866775"/>
                <a:gd name="connsiteY2046" fmla="*/ 629126 h 838200"/>
                <a:gd name="connsiteX2047" fmla="*/ 801338 w 866775"/>
                <a:gd name="connsiteY2047" fmla="*/ 626745 h 838200"/>
                <a:gd name="connsiteX2048" fmla="*/ 807625 w 866775"/>
                <a:gd name="connsiteY2048" fmla="*/ 618363 h 838200"/>
                <a:gd name="connsiteX2049" fmla="*/ 817436 w 866775"/>
                <a:gd name="connsiteY2049" fmla="*/ 610362 h 838200"/>
                <a:gd name="connsiteX2050" fmla="*/ 821627 w 866775"/>
                <a:gd name="connsiteY2050" fmla="*/ 609124 h 838200"/>
                <a:gd name="connsiteX2051" fmla="*/ 825436 w 866775"/>
                <a:gd name="connsiteY2051" fmla="*/ 611410 h 838200"/>
                <a:gd name="connsiteX2052" fmla="*/ 825722 w 866775"/>
                <a:gd name="connsiteY2052" fmla="*/ 612172 h 838200"/>
                <a:gd name="connsiteX2053" fmla="*/ 825722 w 866775"/>
                <a:gd name="connsiteY2053" fmla="*/ 613886 h 838200"/>
                <a:gd name="connsiteX2054" fmla="*/ 825627 w 866775"/>
                <a:gd name="connsiteY2054" fmla="*/ 615029 h 838200"/>
                <a:gd name="connsiteX2055" fmla="*/ 825532 w 866775"/>
                <a:gd name="connsiteY2055" fmla="*/ 615696 h 838200"/>
                <a:gd name="connsiteX2056" fmla="*/ 825436 w 866775"/>
                <a:gd name="connsiteY2056" fmla="*/ 616363 h 838200"/>
                <a:gd name="connsiteX2057" fmla="*/ 825532 w 866775"/>
                <a:gd name="connsiteY2057" fmla="*/ 617125 h 838200"/>
                <a:gd name="connsiteX2058" fmla="*/ 825722 w 866775"/>
                <a:gd name="connsiteY2058" fmla="*/ 617887 h 838200"/>
                <a:gd name="connsiteX2059" fmla="*/ 825913 w 866775"/>
                <a:gd name="connsiteY2059" fmla="*/ 618649 h 838200"/>
                <a:gd name="connsiteX2060" fmla="*/ 826199 w 866775"/>
                <a:gd name="connsiteY2060" fmla="*/ 619316 h 838200"/>
                <a:gd name="connsiteX2061" fmla="*/ 826580 w 866775"/>
                <a:gd name="connsiteY2061" fmla="*/ 619982 h 838200"/>
                <a:gd name="connsiteX2062" fmla="*/ 826961 w 866775"/>
                <a:gd name="connsiteY2062" fmla="*/ 620459 h 838200"/>
                <a:gd name="connsiteX2063" fmla="*/ 827437 w 866775"/>
                <a:gd name="connsiteY2063" fmla="*/ 620935 h 838200"/>
                <a:gd name="connsiteX2064" fmla="*/ 828485 w 866775"/>
                <a:gd name="connsiteY2064" fmla="*/ 621601 h 838200"/>
                <a:gd name="connsiteX2065" fmla="*/ 829056 w 866775"/>
                <a:gd name="connsiteY2065" fmla="*/ 621887 h 838200"/>
                <a:gd name="connsiteX2066" fmla="*/ 829818 w 866775"/>
                <a:gd name="connsiteY2066" fmla="*/ 622173 h 838200"/>
                <a:gd name="connsiteX2067" fmla="*/ 830771 w 866775"/>
                <a:gd name="connsiteY2067" fmla="*/ 622459 h 838200"/>
                <a:gd name="connsiteX2068" fmla="*/ 832771 w 866775"/>
                <a:gd name="connsiteY2068" fmla="*/ 622459 h 838200"/>
                <a:gd name="connsiteX2069" fmla="*/ 834390 w 866775"/>
                <a:gd name="connsiteY2069" fmla="*/ 622173 h 838200"/>
                <a:gd name="connsiteX2070" fmla="*/ 836581 w 866775"/>
                <a:gd name="connsiteY2070" fmla="*/ 621411 h 838200"/>
                <a:gd name="connsiteX2071" fmla="*/ 837628 w 866775"/>
                <a:gd name="connsiteY2071" fmla="*/ 620839 h 838200"/>
                <a:gd name="connsiteX2072" fmla="*/ 838295 w 866775"/>
                <a:gd name="connsiteY2072" fmla="*/ 620268 h 838200"/>
                <a:gd name="connsiteX2073" fmla="*/ 838581 w 866775"/>
                <a:gd name="connsiteY2073" fmla="*/ 619697 h 838200"/>
                <a:gd name="connsiteX2074" fmla="*/ 838772 w 866775"/>
                <a:gd name="connsiteY2074" fmla="*/ 619030 h 838200"/>
                <a:gd name="connsiteX2075" fmla="*/ 838772 w 866775"/>
                <a:gd name="connsiteY2075" fmla="*/ 618268 h 838200"/>
                <a:gd name="connsiteX2076" fmla="*/ 838676 w 866775"/>
                <a:gd name="connsiteY2076" fmla="*/ 617506 h 838200"/>
                <a:gd name="connsiteX2077" fmla="*/ 838581 w 866775"/>
                <a:gd name="connsiteY2077" fmla="*/ 616744 h 838200"/>
                <a:gd name="connsiteX2078" fmla="*/ 838390 w 866775"/>
                <a:gd name="connsiteY2078" fmla="*/ 615982 h 838200"/>
                <a:gd name="connsiteX2079" fmla="*/ 836962 w 866775"/>
                <a:gd name="connsiteY2079" fmla="*/ 612458 h 838200"/>
                <a:gd name="connsiteX2080" fmla="*/ 837248 w 866775"/>
                <a:gd name="connsiteY2080" fmla="*/ 609600 h 838200"/>
                <a:gd name="connsiteX2081" fmla="*/ 838486 w 866775"/>
                <a:gd name="connsiteY2081" fmla="*/ 608743 h 838200"/>
                <a:gd name="connsiteX2082" fmla="*/ 840105 w 866775"/>
                <a:gd name="connsiteY2082" fmla="*/ 608267 h 838200"/>
                <a:gd name="connsiteX2083" fmla="*/ 842010 w 866775"/>
                <a:gd name="connsiteY2083" fmla="*/ 607219 h 838200"/>
                <a:gd name="connsiteX2084" fmla="*/ 843915 w 866775"/>
                <a:gd name="connsiteY2084" fmla="*/ 606647 h 838200"/>
                <a:gd name="connsiteX2085" fmla="*/ 845630 w 866775"/>
                <a:gd name="connsiteY2085" fmla="*/ 607314 h 838200"/>
                <a:gd name="connsiteX2086" fmla="*/ 849249 w 866775"/>
                <a:gd name="connsiteY2086" fmla="*/ 611029 h 838200"/>
                <a:gd name="connsiteX2087" fmla="*/ 851440 w 866775"/>
                <a:gd name="connsiteY2087" fmla="*/ 612553 h 838200"/>
                <a:gd name="connsiteX2088" fmla="*/ 854393 w 866775"/>
                <a:gd name="connsiteY2088" fmla="*/ 613410 h 838200"/>
                <a:gd name="connsiteX2089" fmla="*/ 856202 w 866775"/>
                <a:gd name="connsiteY2089" fmla="*/ 614553 h 838200"/>
                <a:gd name="connsiteX2090" fmla="*/ 857060 w 866775"/>
                <a:gd name="connsiteY2090" fmla="*/ 614839 h 838200"/>
                <a:gd name="connsiteX2091" fmla="*/ 858488 w 866775"/>
                <a:gd name="connsiteY2091" fmla="*/ 615125 h 838200"/>
                <a:gd name="connsiteX2092" fmla="*/ 861346 w 866775"/>
                <a:gd name="connsiteY2092" fmla="*/ 614934 h 838200"/>
                <a:gd name="connsiteX2093" fmla="*/ 862679 w 866775"/>
                <a:gd name="connsiteY2093" fmla="*/ 614553 h 838200"/>
                <a:gd name="connsiteX2094" fmla="*/ 863441 w 866775"/>
                <a:gd name="connsiteY2094" fmla="*/ 614267 h 838200"/>
                <a:gd name="connsiteX2095" fmla="*/ 868490 w 866775"/>
                <a:gd name="connsiteY2095" fmla="*/ 610457 h 838200"/>
                <a:gd name="connsiteX2096" fmla="*/ 869252 w 866775"/>
                <a:gd name="connsiteY2096" fmla="*/ 610076 h 838200"/>
                <a:gd name="connsiteX2097" fmla="*/ 870204 w 866775"/>
                <a:gd name="connsiteY2097" fmla="*/ 608933 h 838200"/>
                <a:gd name="connsiteX2098" fmla="*/ 870014 w 866775"/>
                <a:gd name="connsiteY2098" fmla="*/ 607124 h 838200"/>
                <a:gd name="connsiteX2099" fmla="*/ 871347 w 866775"/>
                <a:gd name="connsiteY2099" fmla="*/ 60550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</a:cxnLst>
              <a:rect l="l" t="t" r="r" b="b"/>
              <a:pathLst>
                <a:path w="866775" h="838200">
                  <a:moveTo>
                    <a:pt x="871538" y="603885"/>
                  </a:moveTo>
                  <a:lnTo>
                    <a:pt x="871347" y="603218"/>
                  </a:lnTo>
                  <a:lnTo>
                    <a:pt x="870776" y="602171"/>
                  </a:lnTo>
                  <a:lnTo>
                    <a:pt x="862203" y="594170"/>
                  </a:lnTo>
                  <a:lnTo>
                    <a:pt x="860870" y="593598"/>
                  </a:lnTo>
                  <a:lnTo>
                    <a:pt x="858869" y="593503"/>
                  </a:lnTo>
                  <a:lnTo>
                    <a:pt x="855155" y="593693"/>
                  </a:lnTo>
                  <a:lnTo>
                    <a:pt x="853535" y="593217"/>
                  </a:lnTo>
                  <a:lnTo>
                    <a:pt x="849344" y="590645"/>
                  </a:lnTo>
                  <a:lnTo>
                    <a:pt x="848487" y="589883"/>
                  </a:lnTo>
                  <a:lnTo>
                    <a:pt x="847915" y="588169"/>
                  </a:lnTo>
                  <a:lnTo>
                    <a:pt x="846677" y="586264"/>
                  </a:lnTo>
                  <a:lnTo>
                    <a:pt x="845153" y="584835"/>
                  </a:lnTo>
                  <a:lnTo>
                    <a:pt x="844106" y="584168"/>
                  </a:lnTo>
                  <a:lnTo>
                    <a:pt x="840677" y="584168"/>
                  </a:lnTo>
                  <a:lnTo>
                    <a:pt x="839343" y="584359"/>
                  </a:lnTo>
                  <a:lnTo>
                    <a:pt x="835343" y="585692"/>
                  </a:lnTo>
                  <a:lnTo>
                    <a:pt x="833247" y="585883"/>
                  </a:lnTo>
                  <a:lnTo>
                    <a:pt x="831056" y="585311"/>
                  </a:lnTo>
                  <a:lnTo>
                    <a:pt x="828961" y="583692"/>
                  </a:lnTo>
                  <a:lnTo>
                    <a:pt x="827532" y="582073"/>
                  </a:lnTo>
                  <a:lnTo>
                    <a:pt x="826961" y="581216"/>
                  </a:lnTo>
                  <a:lnTo>
                    <a:pt x="826294" y="579787"/>
                  </a:lnTo>
                  <a:lnTo>
                    <a:pt x="825246" y="575596"/>
                  </a:lnTo>
                  <a:lnTo>
                    <a:pt x="824674" y="574548"/>
                  </a:lnTo>
                  <a:lnTo>
                    <a:pt x="823532" y="573976"/>
                  </a:lnTo>
                  <a:lnTo>
                    <a:pt x="822293" y="573881"/>
                  </a:lnTo>
                  <a:lnTo>
                    <a:pt x="821150" y="573596"/>
                  </a:lnTo>
                  <a:lnTo>
                    <a:pt x="820388" y="571024"/>
                  </a:lnTo>
                  <a:lnTo>
                    <a:pt x="819436" y="569405"/>
                  </a:lnTo>
                  <a:lnTo>
                    <a:pt x="818293" y="568071"/>
                  </a:lnTo>
                  <a:lnTo>
                    <a:pt x="817150" y="567404"/>
                  </a:lnTo>
                  <a:lnTo>
                    <a:pt x="815816" y="567023"/>
                  </a:lnTo>
                  <a:lnTo>
                    <a:pt x="813340" y="565309"/>
                  </a:lnTo>
                  <a:lnTo>
                    <a:pt x="812006" y="564833"/>
                  </a:lnTo>
                  <a:lnTo>
                    <a:pt x="811054" y="564737"/>
                  </a:lnTo>
                  <a:lnTo>
                    <a:pt x="809435" y="563594"/>
                  </a:lnTo>
                  <a:lnTo>
                    <a:pt x="808387" y="563213"/>
                  </a:lnTo>
                  <a:lnTo>
                    <a:pt x="805339" y="555688"/>
                  </a:lnTo>
                  <a:lnTo>
                    <a:pt x="803434" y="552926"/>
                  </a:lnTo>
                  <a:lnTo>
                    <a:pt x="800672" y="550831"/>
                  </a:lnTo>
                  <a:lnTo>
                    <a:pt x="799528" y="549688"/>
                  </a:lnTo>
                  <a:lnTo>
                    <a:pt x="799148" y="548545"/>
                  </a:lnTo>
                  <a:lnTo>
                    <a:pt x="799148" y="547307"/>
                  </a:lnTo>
                  <a:lnTo>
                    <a:pt x="799528" y="546354"/>
                  </a:lnTo>
                  <a:lnTo>
                    <a:pt x="800100" y="545497"/>
                  </a:lnTo>
                  <a:lnTo>
                    <a:pt x="800672" y="544925"/>
                  </a:lnTo>
                  <a:lnTo>
                    <a:pt x="801053" y="544639"/>
                  </a:lnTo>
                  <a:lnTo>
                    <a:pt x="801815" y="544259"/>
                  </a:lnTo>
                  <a:lnTo>
                    <a:pt x="803529" y="543782"/>
                  </a:lnTo>
                  <a:lnTo>
                    <a:pt x="810197" y="543211"/>
                  </a:lnTo>
                  <a:lnTo>
                    <a:pt x="811244" y="542830"/>
                  </a:lnTo>
                  <a:lnTo>
                    <a:pt x="812006" y="542449"/>
                  </a:lnTo>
                  <a:lnTo>
                    <a:pt x="813340" y="541210"/>
                  </a:lnTo>
                  <a:lnTo>
                    <a:pt x="814007" y="540734"/>
                  </a:lnTo>
                  <a:lnTo>
                    <a:pt x="814769" y="540449"/>
                  </a:lnTo>
                  <a:lnTo>
                    <a:pt x="815626" y="540449"/>
                  </a:lnTo>
                  <a:lnTo>
                    <a:pt x="816769" y="540639"/>
                  </a:lnTo>
                  <a:lnTo>
                    <a:pt x="817721" y="540925"/>
                  </a:lnTo>
                  <a:lnTo>
                    <a:pt x="820198" y="541210"/>
                  </a:lnTo>
                  <a:lnTo>
                    <a:pt x="822293" y="539877"/>
                  </a:lnTo>
                  <a:lnTo>
                    <a:pt x="822484" y="539496"/>
                  </a:lnTo>
                  <a:lnTo>
                    <a:pt x="822484" y="538829"/>
                  </a:lnTo>
                  <a:lnTo>
                    <a:pt x="820674" y="536258"/>
                  </a:lnTo>
                  <a:lnTo>
                    <a:pt x="819722" y="534257"/>
                  </a:lnTo>
                  <a:lnTo>
                    <a:pt x="819531" y="533019"/>
                  </a:lnTo>
                  <a:lnTo>
                    <a:pt x="819722" y="532067"/>
                  </a:lnTo>
                  <a:lnTo>
                    <a:pt x="821531" y="529209"/>
                  </a:lnTo>
                  <a:lnTo>
                    <a:pt x="822389" y="527304"/>
                  </a:lnTo>
                  <a:lnTo>
                    <a:pt x="822389" y="525780"/>
                  </a:lnTo>
                  <a:lnTo>
                    <a:pt x="822103" y="524923"/>
                  </a:lnTo>
                  <a:lnTo>
                    <a:pt x="821436" y="524542"/>
                  </a:lnTo>
                  <a:lnTo>
                    <a:pt x="812864" y="522637"/>
                  </a:lnTo>
                  <a:lnTo>
                    <a:pt x="810863" y="521684"/>
                  </a:lnTo>
                  <a:lnTo>
                    <a:pt x="808673" y="520351"/>
                  </a:lnTo>
                  <a:lnTo>
                    <a:pt x="805529" y="517398"/>
                  </a:lnTo>
                  <a:lnTo>
                    <a:pt x="803910" y="516160"/>
                  </a:lnTo>
                  <a:lnTo>
                    <a:pt x="802767" y="515588"/>
                  </a:lnTo>
                  <a:lnTo>
                    <a:pt x="802100" y="515779"/>
                  </a:lnTo>
                  <a:lnTo>
                    <a:pt x="801624" y="516255"/>
                  </a:lnTo>
                  <a:lnTo>
                    <a:pt x="801148" y="516826"/>
                  </a:lnTo>
                  <a:lnTo>
                    <a:pt x="800672" y="517208"/>
                  </a:lnTo>
                  <a:lnTo>
                    <a:pt x="799814" y="517684"/>
                  </a:lnTo>
                  <a:lnTo>
                    <a:pt x="798671" y="518065"/>
                  </a:lnTo>
                  <a:lnTo>
                    <a:pt x="797338" y="518255"/>
                  </a:lnTo>
                  <a:lnTo>
                    <a:pt x="795719" y="518160"/>
                  </a:lnTo>
                  <a:lnTo>
                    <a:pt x="794195" y="517779"/>
                  </a:lnTo>
                  <a:lnTo>
                    <a:pt x="792385" y="516731"/>
                  </a:lnTo>
                  <a:lnTo>
                    <a:pt x="791718" y="515493"/>
                  </a:lnTo>
                  <a:lnTo>
                    <a:pt x="791528" y="514159"/>
                  </a:lnTo>
                  <a:lnTo>
                    <a:pt x="791623" y="512159"/>
                  </a:lnTo>
                  <a:lnTo>
                    <a:pt x="791623" y="512064"/>
                  </a:lnTo>
                  <a:lnTo>
                    <a:pt x="791718" y="507968"/>
                  </a:lnTo>
                  <a:lnTo>
                    <a:pt x="791909" y="507016"/>
                  </a:lnTo>
                  <a:lnTo>
                    <a:pt x="792385" y="506254"/>
                  </a:lnTo>
                  <a:lnTo>
                    <a:pt x="793147" y="505682"/>
                  </a:lnTo>
                  <a:lnTo>
                    <a:pt x="793909" y="505587"/>
                  </a:lnTo>
                  <a:lnTo>
                    <a:pt x="794480" y="505778"/>
                  </a:lnTo>
                  <a:lnTo>
                    <a:pt x="794861" y="506254"/>
                  </a:lnTo>
                  <a:lnTo>
                    <a:pt x="795242" y="506825"/>
                  </a:lnTo>
                  <a:lnTo>
                    <a:pt x="795433" y="507683"/>
                  </a:lnTo>
                  <a:lnTo>
                    <a:pt x="795623" y="508635"/>
                  </a:lnTo>
                  <a:lnTo>
                    <a:pt x="795814" y="509492"/>
                  </a:lnTo>
                  <a:lnTo>
                    <a:pt x="796195" y="509968"/>
                  </a:lnTo>
                  <a:lnTo>
                    <a:pt x="796671" y="510159"/>
                  </a:lnTo>
                  <a:lnTo>
                    <a:pt x="797147" y="509873"/>
                  </a:lnTo>
                  <a:lnTo>
                    <a:pt x="797624" y="509492"/>
                  </a:lnTo>
                  <a:lnTo>
                    <a:pt x="798957" y="507206"/>
                  </a:lnTo>
                  <a:lnTo>
                    <a:pt x="799433" y="506539"/>
                  </a:lnTo>
                  <a:lnTo>
                    <a:pt x="799814" y="506254"/>
                  </a:lnTo>
                  <a:lnTo>
                    <a:pt x="800290" y="506063"/>
                  </a:lnTo>
                  <a:lnTo>
                    <a:pt x="804958" y="505016"/>
                  </a:lnTo>
                  <a:lnTo>
                    <a:pt x="806101" y="504539"/>
                  </a:lnTo>
                  <a:lnTo>
                    <a:pt x="807149" y="503872"/>
                  </a:lnTo>
                  <a:lnTo>
                    <a:pt x="807815" y="502920"/>
                  </a:lnTo>
                  <a:lnTo>
                    <a:pt x="808577" y="501682"/>
                  </a:lnTo>
                  <a:lnTo>
                    <a:pt x="809149" y="500348"/>
                  </a:lnTo>
                  <a:lnTo>
                    <a:pt x="810197" y="496157"/>
                  </a:lnTo>
                  <a:lnTo>
                    <a:pt x="810863" y="494443"/>
                  </a:lnTo>
                  <a:lnTo>
                    <a:pt x="811530" y="493490"/>
                  </a:lnTo>
                  <a:lnTo>
                    <a:pt x="812387" y="492919"/>
                  </a:lnTo>
                  <a:lnTo>
                    <a:pt x="813149" y="492728"/>
                  </a:lnTo>
                  <a:lnTo>
                    <a:pt x="816769" y="492824"/>
                  </a:lnTo>
                  <a:lnTo>
                    <a:pt x="818769" y="492347"/>
                  </a:lnTo>
                  <a:lnTo>
                    <a:pt x="819912" y="492347"/>
                  </a:lnTo>
                  <a:lnTo>
                    <a:pt x="823055" y="493300"/>
                  </a:lnTo>
                  <a:lnTo>
                    <a:pt x="827342" y="494062"/>
                  </a:lnTo>
                  <a:lnTo>
                    <a:pt x="845058" y="493871"/>
                  </a:lnTo>
                  <a:lnTo>
                    <a:pt x="846296" y="492919"/>
                  </a:lnTo>
                  <a:lnTo>
                    <a:pt x="846392" y="492252"/>
                  </a:lnTo>
                  <a:lnTo>
                    <a:pt x="846201" y="491300"/>
                  </a:lnTo>
                  <a:lnTo>
                    <a:pt x="845725" y="490347"/>
                  </a:lnTo>
                  <a:lnTo>
                    <a:pt x="844868" y="489299"/>
                  </a:lnTo>
                  <a:lnTo>
                    <a:pt x="836200" y="480632"/>
                  </a:lnTo>
                  <a:lnTo>
                    <a:pt x="834771" y="479679"/>
                  </a:lnTo>
                  <a:lnTo>
                    <a:pt x="833628" y="479203"/>
                  </a:lnTo>
                  <a:lnTo>
                    <a:pt x="832580" y="479203"/>
                  </a:lnTo>
                  <a:lnTo>
                    <a:pt x="830485" y="479393"/>
                  </a:lnTo>
                  <a:lnTo>
                    <a:pt x="829342" y="479012"/>
                  </a:lnTo>
                  <a:lnTo>
                    <a:pt x="828770" y="478155"/>
                  </a:lnTo>
                  <a:lnTo>
                    <a:pt x="828580" y="477012"/>
                  </a:lnTo>
                  <a:lnTo>
                    <a:pt x="829437" y="470630"/>
                  </a:lnTo>
                  <a:lnTo>
                    <a:pt x="829437" y="468725"/>
                  </a:lnTo>
                  <a:lnTo>
                    <a:pt x="829342" y="466534"/>
                  </a:lnTo>
                  <a:lnTo>
                    <a:pt x="828675" y="463867"/>
                  </a:lnTo>
                  <a:lnTo>
                    <a:pt x="827913" y="462439"/>
                  </a:lnTo>
                  <a:lnTo>
                    <a:pt x="826961" y="461582"/>
                  </a:lnTo>
                  <a:lnTo>
                    <a:pt x="825913" y="461200"/>
                  </a:lnTo>
                  <a:lnTo>
                    <a:pt x="824865" y="461105"/>
                  </a:lnTo>
                  <a:lnTo>
                    <a:pt x="823722" y="461105"/>
                  </a:lnTo>
                  <a:lnTo>
                    <a:pt x="822579" y="461296"/>
                  </a:lnTo>
                  <a:lnTo>
                    <a:pt x="821531" y="461772"/>
                  </a:lnTo>
                  <a:lnTo>
                    <a:pt x="820769" y="462343"/>
                  </a:lnTo>
                  <a:lnTo>
                    <a:pt x="819912" y="463010"/>
                  </a:lnTo>
                  <a:lnTo>
                    <a:pt x="819245" y="463582"/>
                  </a:lnTo>
                  <a:lnTo>
                    <a:pt x="818102" y="463582"/>
                  </a:lnTo>
                  <a:lnTo>
                    <a:pt x="815054" y="461391"/>
                  </a:lnTo>
                  <a:lnTo>
                    <a:pt x="813626" y="459867"/>
                  </a:lnTo>
                  <a:lnTo>
                    <a:pt x="812292" y="459105"/>
                  </a:lnTo>
                  <a:lnTo>
                    <a:pt x="810863" y="458534"/>
                  </a:lnTo>
                  <a:lnTo>
                    <a:pt x="809053" y="457486"/>
                  </a:lnTo>
                  <a:lnTo>
                    <a:pt x="807815" y="455485"/>
                  </a:lnTo>
                  <a:lnTo>
                    <a:pt x="804005" y="447675"/>
                  </a:lnTo>
                  <a:lnTo>
                    <a:pt x="804005" y="447294"/>
                  </a:lnTo>
                  <a:lnTo>
                    <a:pt x="804196" y="443675"/>
                  </a:lnTo>
                  <a:lnTo>
                    <a:pt x="804101" y="441865"/>
                  </a:lnTo>
                  <a:lnTo>
                    <a:pt x="803624" y="439864"/>
                  </a:lnTo>
                  <a:lnTo>
                    <a:pt x="802767" y="438626"/>
                  </a:lnTo>
                  <a:lnTo>
                    <a:pt x="800672" y="436912"/>
                  </a:lnTo>
                  <a:lnTo>
                    <a:pt x="800005" y="435769"/>
                  </a:lnTo>
                  <a:lnTo>
                    <a:pt x="798576" y="432054"/>
                  </a:lnTo>
                  <a:lnTo>
                    <a:pt x="797624" y="431006"/>
                  </a:lnTo>
                  <a:lnTo>
                    <a:pt x="794957" y="428911"/>
                  </a:lnTo>
                  <a:lnTo>
                    <a:pt x="794099" y="427672"/>
                  </a:lnTo>
                  <a:lnTo>
                    <a:pt x="793814" y="426244"/>
                  </a:lnTo>
                  <a:lnTo>
                    <a:pt x="793909" y="423005"/>
                  </a:lnTo>
                  <a:lnTo>
                    <a:pt x="794290" y="420910"/>
                  </a:lnTo>
                  <a:lnTo>
                    <a:pt x="794290" y="418719"/>
                  </a:lnTo>
                  <a:lnTo>
                    <a:pt x="792766" y="416147"/>
                  </a:lnTo>
                  <a:lnTo>
                    <a:pt x="792099" y="415385"/>
                  </a:lnTo>
                  <a:lnTo>
                    <a:pt x="790861" y="414338"/>
                  </a:lnTo>
                  <a:lnTo>
                    <a:pt x="789813" y="413671"/>
                  </a:lnTo>
                  <a:lnTo>
                    <a:pt x="788289" y="412147"/>
                  </a:lnTo>
                  <a:lnTo>
                    <a:pt x="787718" y="411289"/>
                  </a:lnTo>
                  <a:lnTo>
                    <a:pt x="787527" y="410432"/>
                  </a:lnTo>
                  <a:lnTo>
                    <a:pt x="788480" y="406908"/>
                  </a:lnTo>
                  <a:lnTo>
                    <a:pt x="788575" y="405575"/>
                  </a:lnTo>
                  <a:lnTo>
                    <a:pt x="788194" y="405003"/>
                  </a:lnTo>
                  <a:lnTo>
                    <a:pt x="787432" y="404813"/>
                  </a:lnTo>
                  <a:lnTo>
                    <a:pt x="783527" y="405193"/>
                  </a:lnTo>
                  <a:lnTo>
                    <a:pt x="783336" y="404908"/>
                  </a:lnTo>
                  <a:lnTo>
                    <a:pt x="783431" y="404432"/>
                  </a:lnTo>
                  <a:lnTo>
                    <a:pt x="783717" y="403765"/>
                  </a:lnTo>
                  <a:lnTo>
                    <a:pt x="784003" y="402717"/>
                  </a:lnTo>
                  <a:lnTo>
                    <a:pt x="784003" y="402717"/>
                  </a:lnTo>
                  <a:lnTo>
                    <a:pt x="783336" y="402050"/>
                  </a:lnTo>
                  <a:lnTo>
                    <a:pt x="778097" y="400145"/>
                  </a:lnTo>
                  <a:lnTo>
                    <a:pt x="762095" y="391478"/>
                  </a:lnTo>
                  <a:lnTo>
                    <a:pt x="753618" y="388334"/>
                  </a:lnTo>
                  <a:lnTo>
                    <a:pt x="741045" y="386620"/>
                  </a:lnTo>
                  <a:lnTo>
                    <a:pt x="730186" y="386525"/>
                  </a:lnTo>
                  <a:lnTo>
                    <a:pt x="727139" y="387572"/>
                  </a:lnTo>
                  <a:lnTo>
                    <a:pt x="726567" y="388906"/>
                  </a:lnTo>
                  <a:lnTo>
                    <a:pt x="726377" y="390430"/>
                  </a:lnTo>
                  <a:lnTo>
                    <a:pt x="726567" y="391954"/>
                  </a:lnTo>
                  <a:lnTo>
                    <a:pt x="728377" y="394335"/>
                  </a:lnTo>
                  <a:lnTo>
                    <a:pt x="728186" y="395954"/>
                  </a:lnTo>
                  <a:lnTo>
                    <a:pt x="727424" y="397574"/>
                  </a:lnTo>
                  <a:lnTo>
                    <a:pt x="724853" y="401288"/>
                  </a:lnTo>
                  <a:lnTo>
                    <a:pt x="722948" y="403288"/>
                  </a:lnTo>
                  <a:lnTo>
                    <a:pt x="720661" y="404527"/>
                  </a:lnTo>
                  <a:lnTo>
                    <a:pt x="718090" y="404717"/>
                  </a:lnTo>
                  <a:lnTo>
                    <a:pt x="715518" y="403765"/>
                  </a:lnTo>
                  <a:lnTo>
                    <a:pt x="714280" y="402431"/>
                  </a:lnTo>
                  <a:lnTo>
                    <a:pt x="713613" y="400621"/>
                  </a:lnTo>
                  <a:lnTo>
                    <a:pt x="712280" y="398145"/>
                  </a:lnTo>
                  <a:lnTo>
                    <a:pt x="710851" y="396526"/>
                  </a:lnTo>
                  <a:lnTo>
                    <a:pt x="705136" y="391668"/>
                  </a:lnTo>
                  <a:lnTo>
                    <a:pt x="700849" y="389954"/>
                  </a:lnTo>
                  <a:lnTo>
                    <a:pt x="686753" y="390049"/>
                  </a:lnTo>
                  <a:lnTo>
                    <a:pt x="679418" y="388239"/>
                  </a:lnTo>
                  <a:lnTo>
                    <a:pt x="674180" y="385286"/>
                  </a:lnTo>
                  <a:lnTo>
                    <a:pt x="671227" y="384334"/>
                  </a:lnTo>
                  <a:lnTo>
                    <a:pt x="656939" y="383381"/>
                  </a:lnTo>
                  <a:lnTo>
                    <a:pt x="654368" y="380333"/>
                  </a:lnTo>
                  <a:lnTo>
                    <a:pt x="653129" y="375380"/>
                  </a:lnTo>
                  <a:lnTo>
                    <a:pt x="651986" y="365665"/>
                  </a:lnTo>
                  <a:lnTo>
                    <a:pt x="650557" y="360617"/>
                  </a:lnTo>
                  <a:lnTo>
                    <a:pt x="648557" y="357378"/>
                  </a:lnTo>
                  <a:lnTo>
                    <a:pt x="647890" y="357092"/>
                  </a:lnTo>
                  <a:lnTo>
                    <a:pt x="645414" y="356140"/>
                  </a:lnTo>
                  <a:lnTo>
                    <a:pt x="630841" y="359855"/>
                  </a:lnTo>
                  <a:lnTo>
                    <a:pt x="621030" y="360997"/>
                  </a:lnTo>
                  <a:lnTo>
                    <a:pt x="616553" y="359664"/>
                  </a:lnTo>
                  <a:lnTo>
                    <a:pt x="610267" y="353282"/>
                  </a:lnTo>
                  <a:lnTo>
                    <a:pt x="601409" y="348805"/>
                  </a:lnTo>
                  <a:lnTo>
                    <a:pt x="587597" y="337375"/>
                  </a:lnTo>
                  <a:lnTo>
                    <a:pt x="582549" y="335375"/>
                  </a:lnTo>
                  <a:lnTo>
                    <a:pt x="580549" y="334232"/>
                  </a:lnTo>
                  <a:lnTo>
                    <a:pt x="578453" y="331851"/>
                  </a:lnTo>
                  <a:lnTo>
                    <a:pt x="576072" y="329946"/>
                  </a:lnTo>
                  <a:lnTo>
                    <a:pt x="575977" y="329851"/>
                  </a:lnTo>
                  <a:lnTo>
                    <a:pt x="573310" y="328993"/>
                  </a:lnTo>
                  <a:lnTo>
                    <a:pt x="567404" y="328327"/>
                  </a:lnTo>
                  <a:lnTo>
                    <a:pt x="563975" y="329851"/>
                  </a:lnTo>
                  <a:lnTo>
                    <a:pt x="559308" y="335375"/>
                  </a:lnTo>
                  <a:lnTo>
                    <a:pt x="556641" y="337185"/>
                  </a:lnTo>
                  <a:lnTo>
                    <a:pt x="553498" y="336995"/>
                  </a:lnTo>
                  <a:lnTo>
                    <a:pt x="550259" y="335089"/>
                  </a:lnTo>
                  <a:lnTo>
                    <a:pt x="547116" y="332613"/>
                  </a:lnTo>
                  <a:lnTo>
                    <a:pt x="541306" y="329279"/>
                  </a:lnTo>
                  <a:lnTo>
                    <a:pt x="536734" y="324421"/>
                  </a:lnTo>
                  <a:lnTo>
                    <a:pt x="534257" y="322326"/>
                  </a:lnTo>
                  <a:lnTo>
                    <a:pt x="531590" y="321374"/>
                  </a:lnTo>
                  <a:lnTo>
                    <a:pt x="525780" y="319945"/>
                  </a:lnTo>
                  <a:lnTo>
                    <a:pt x="523494" y="318230"/>
                  </a:lnTo>
                  <a:lnTo>
                    <a:pt x="523494" y="318230"/>
                  </a:lnTo>
                  <a:lnTo>
                    <a:pt x="523494" y="318230"/>
                  </a:lnTo>
                  <a:lnTo>
                    <a:pt x="521970" y="315754"/>
                  </a:lnTo>
                  <a:lnTo>
                    <a:pt x="519589" y="314134"/>
                  </a:lnTo>
                  <a:lnTo>
                    <a:pt x="509397" y="308800"/>
                  </a:lnTo>
                  <a:lnTo>
                    <a:pt x="507682" y="307467"/>
                  </a:lnTo>
                  <a:lnTo>
                    <a:pt x="507206" y="306229"/>
                  </a:lnTo>
                  <a:lnTo>
                    <a:pt x="507016" y="304800"/>
                  </a:lnTo>
                  <a:lnTo>
                    <a:pt x="506540" y="302990"/>
                  </a:lnTo>
                  <a:lnTo>
                    <a:pt x="505015" y="300514"/>
                  </a:lnTo>
                  <a:lnTo>
                    <a:pt x="502920" y="298323"/>
                  </a:lnTo>
                  <a:lnTo>
                    <a:pt x="500444" y="296513"/>
                  </a:lnTo>
                  <a:lnTo>
                    <a:pt x="497872" y="295561"/>
                  </a:lnTo>
                  <a:lnTo>
                    <a:pt x="496062" y="295846"/>
                  </a:lnTo>
                  <a:lnTo>
                    <a:pt x="495300" y="296989"/>
                  </a:lnTo>
                  <a:lnTo>
                    <a:pt x="494824" y="298609"/>
                  </a:lnTo>
                  <a:lnTo>
                    <a:pt x="493776" y="300133"/>
                  </a:lnTo>
                  <a:lnTo>
                    <a:pt x="492157" y="300990"/>
                  </a:lnTo>
                  <a:lnTo>
                    <a:pt x="490252" y="301371"/>
                  </a:lnTo>
                  <a:lnTo>
                    <a:pt x="489014" y="300704"/>
                  </a:lnTo>
                  <a:lnTo>
                    <a:pt x="489299" y="298895"/>
                  </a:lnTo>
                  <a:lnTo>
                    <a:pt x="487490" y="298418"/>
                  </a:lnTo>
                  <a:lnTo>
                    <a:pt x="486728" y="297371"/>
                  </a:lnTo>
                  <a:lnTo>
                    <a:pt x="487204" y="296323"/>
                  </a:lnTo>
                  <a:lnTo>
                    <a:pt x="488918" y="295656"/>
                  </a:lnTo>
                  <a:lnTo>
                    <a:pt x="487394" y="292417"/>
                  </a:lnTo>
                  <a:lnTo>
                    <a:pt x="480632" y="284702"/>
                  </a:lnTo>
                  <a:lnTo>
                    <a:pt x="479107" y="281083"/>
                  </a:lnTo>
                  <a:lnTo>
                    <a:pt x="476726" y="273272"/>
                  </a:lnTo>
                  <a:lnTo>
                    <a:pt x="474345" y="270224"/>
                  </a:lnTo>
                  <a:lnTo>
                    <a:pt x="471678" y="268796"/>
                  </a:lnTo>
                  <a:lnTo>
                    <a:pt x="460248" y="266605"/>
                  </a:lnTo>
                  <a:lnTo>
                    <a:pt x="454819" y="265557"/>
                  </a:lnTo>
                  <a:lnTo>
                    <a:pt x="453961" y="264128"/>
                  </a:lnTo>
                  <a:lnTo>
                    <a:pt x="453771" y="262509"/>
                  </a:lnTo>
                  <a:lnTo>
                    <a:pt x="453390" y="261080"/>
                  </a:lnTo>
                  <a:lnTo>
                    <a:pt x="452057" y="260318"/>
                  </a:lnTo>
                  <a:lnTo>
                    <a:pt x="450247" y="260890"/>
                  </a:lnTo>
                  <a:lnTo>
                    <a:pt x="448056" y="260890"/>
                  </a:lnTo>
                  <a:lnTo>
                    <a:pt x="445675" y="260413"/>
                  </a:lnTo>
                  <a:lnTo>
                    <a:pt x="443865" y="259842"/>
                  </a:lnTo>
                  <a:lnTo>
                    <a:pt x="441674" y="258223"/>
                  </a:lnTo>
                  <a:lnTo>
                    <a:pt x="441198" y="256413"/>
                  </a:lnTo>
                  <a:lnTo>
                    <a:pt x="441007" y="254413"/>
                  </a:lnTo>
                  <a:lnTo>
                    <a:pt x="440055" y="252413"/>
                  </a:lnTo>
                  <a:lnTo>
                    <a:pt x="438436" y="251746"/>
                  </a:lnTo>
                  <a:lnTo>
                    <a:pt x="433673" y="251746"/>
                  </a:lnTo>
                  <a:lnTo>
                    <a:pt x="431578" y="251269"/>
                  </a:lnTo>
                  <a:lnTo>
                    <a:pt x="429578" y="250127"/>
                  </a:lnTo>
                  <a:lnTo>
                    <a:pt x="425196" y="245459"/>
                  </a:lnTo>
                  <a:lnTo>
                    <a:pt x="423291" y="244221"/>
                  </a:lnTo>
                  <a:lnTo>
                    <a:pt x="419672" y="243173"/>
                  </a:lnTo>
                  <a:lnTo>
                    <a:pt x="417671" y="242221"/>
                  </a:lnTo>
                  <a:lnTo>
                    <a:pt x="416528" y="240697"/>
                  </a:lnTo>
                  <a:lnTo>
                    <a:pt x="414242" y="236315"/>
                  </a:lnTo>
                  <a:lnTo>
                    <a:pt x="412718" y="235267"/>
                  </a:lnTo>
                  <a:lnTo>
                    <a:pt x="408432" y="234506"/>
                  </a:lnTo>
                  <a:lnTo>
                    <a:pt x="406527" y="233744"/>
                  </a:lnTo>
                  <a:lnTo>
                    <a:pt x="404432" y="232696"/>
                  </a:lnTo>
                  <a:lnTo>
                    <a:pt x="403669" y="231648"/>
                  </a:lnTo>
                  <a:lnTo>
                    <a:pt x="403765" y="230410"/>
                  </a:lnTo>
                  <a:lnTo>
                    <a:pt x="403955" y="229267"/>
                  </a:lnTo>
                  <a:lnTo>
                    <a:pt x="403574" y="228505"/>
                  </a:lnTo>
                  <a:lnTo>
                    <a:pt x="401098" y="228409"/>
                  </a:lnTo>
                  <a:lnTo>
                    <a:pt x="399098" y="228409"/>
                  </a:lnTo>
                  <a:lnTo>
                    <a:pt x="396811" y="229648"/>
                  </a:lnTo>
                  <a:lnTo>
                    <a:pt x="395669" y="231458"/>
                  </a:lnTo>
                  <a:lnTo>
                    <a:pt x="395383" y="233744"/>
                  </a:lnTo>
                  <a:lnTo>
                    <a:pt x="396335" y="242125"/>
                  </a:lnTo>
                  <a:lnTo>
                    <a:pt x="395764" y="243840"/>
                  </a:lnTo>
                  <a:lnTo>
                    <a:pt x="393478" y="242602"/>
                  </a:lnTo>
                  <a:lnTo>
                    <a:pt x="388620" y="236696"/>
                  </a:lnTo>
                  <a:lnTo>
                    <a:pt x="386524" y="235458"/>
                  </a:lnTo>
                  <a:lnTo>
                    <a:pt x="384239" y="235363"/>
                  </a:lnTo>
                  <a:lnTo>
                    <a:pt x="382048" y="235934"/>
                  </a:lnTo>
                  <a:lnTo>
                    <a:pt x="379762" y="236220"/>
                  </a:lnTo>
                  <a:lnTo>
                    <a:pt x="377476" y="235267"/>
                  </a:lnTo>
                  <a:lnTo>
                    <a:pt x="376142" y="233648"/>
                  </a:lnTo>
                  <a:lnTo>
                    <a:pt x="372999" y="227076"/>
                  </a:lnTo>
                  <a:lnTo>
                    <a:pt x="372142" y="226409"/>
                  </a:lnTo>
                  <a:lnTo>
                    <a:pt x="370046" y="225838"/>
                  </a:lnTo>
                  <a:lnTo>
                    <a:pt x="369094" y="225361"/>
                  </a:lnTo>
                  <a:lnTo>
                    <a:pt x="368236" y="224409"/>
                  </a:lnTo>
                  <a:lnTo>
                    <a:pt x="366998" y="222313"/>
                  </a:lnTo>
                  <a:lnTo>
                    <a:pt x="366332" y="221456"/>
                  </a:lnTo>
                  <a:lnTo>
                    <a:pt x="364427" y="220218"/>
                  </a:lnTo>
                  <a:lnTo>
                    <a:pt x="360331" y="219551"/>
                  </a:lnTo>
                  <a:lnTo>
                    <a:pt x="358140" y="218789"/>
                  </a:lnTo>
                  <a:lnTo>
                    <a:pt x="356426" y="217456"/>
                  </a:lnTo>
                  <a:lnTo>
                    <a:pt x="352615" y="212217"/>
                  </a:lnTo>
                  <a:lnTo>
                    <a:pt x="348901" y="210026"/>
                  </a:lnTo>
                  <a:lnTo>
                    <a:pt x="347853" y="209836"/>
                  </a:lnTo>
                  <a:lnTo>
                    <a:pt x="347472" y="211931"/>
                  </a:lnTo>
                  <a:lnTo>
                    <a:pt x="346901" y="213455"/>
                  </a:lnTo>
                  <a:lnTo>
                    <a:pt x="345853" y="215360"/>
                  </a:lnTo>
                  <a:lnTo>
                    <a:pt x="342614" y="218884"/>
                  </a:lnTo>
                  <a:lnTo>
                    <a:pt x="341090" y="220027"/>
                  </a:lnTo>
                  <a:lnTo>
                    <a:pt x="339471" y="220885"/>
                  </a:lnTo>
                  <a:lnTo>
                    <a:pt x="337947" y="221361"/>
                  </a:lnTo>
                  <a:lnTo>
                    <a:pt x="336232" y="221456"/>
                  </a:lnTo>
                  <a:lnTo>
                    <a:pt x="334042" y="220980"/>
                  </a:lnTo>
                  <a:lnTo>
                    <a:pt x="331946" y="219456"/>
                  </a:lnTo>
                  <a:lnTo>
                    <a:pt x="331184" y="218123"/>
                  </a:lnTo>
                  <a:lnTo>
                    <a:pt x="331375" y="216694"/>
                  </a:lnTo>
                  <a:lnTo>
                    <a:pt x="331851" y="215646"/>
                  </a:lnTo>
                  <a:lnTo>
                    <a:pt x="331565" y="214979"/>
                  </a:lnTo>
                  <a:lnTo>
                    <a:pt x="330041" y="215170"/>
                  </a:lnTo>
                  <a:lnTo>
                    <a:pt x="328613" y="215741"/>
                  </a:lnTo>
                  <a:lnTo>
                    <a:pt x="327374" y="215836"/>
                  </a:lnTo>
                  <a:lnTo>
                    <a:pt x="326707" y="214884"/>
                  </a:lnTo>
                  <a:lnTo>
                    <a:pt x="326898" y="213455"/>
                  </a:lnTo>
                  <a:lnTo>
                    <a:pt x="327279" y="211931"/>
                  </a:lnTo>
                  <a:lnTo>
                    <a:pt x="327184" y="210693"/>
                  </a:lnTo>
                  <a:lnTo>
                    <a:pt x="326422" y="210217"/>
                  </a:lnTo>
                  <a:lnTo>
                    <a:pt x="324803" y="210502"/>
                  </a:lnTo>
                  <a:lnTo>
                    <a:pt x="321469" y="211931"/>
                  </a:lnTo>
                  <a:lnTo>
                    <a:pt x="320326" y="211836"/>
                  </a:lnTo>
                  <a:lnTo>
                    <a:pt x="319564" y="210693"/>
                  </a:lnTo>
                  <a:lnTo>
                    <a:pt x="319659" y="209359"/>
                  </a:lnTo>
                  <a:lnTo>
                    <a:pt x="320707" y="206692"/>
                  </a:lnTo>
                  <a:lnTo>
                    <a:pt x="321088" y="205359"/>
                  </a:lnTo>
                  <a:lnTo>
                    <a:pt x="320040" y="203930"/>
                  </a:lnTo>
                  <a:lnTo>
                    <a:pt x="317849" y="202502"/>
                  </a:lnTo>
                  <a:lnTo>
                    <a:pt x="312134" y="201454"/>
                  </a:lnTo>
                  <a:lnTo>
                    <a:pt x="309848" y="201359"/>
                  </a:lnTo>
                  <a:lnTo>
                    <a:pt x="308229" y="202121"/>
                  </a:lnTo>
                  <a:lnTo>
                    <a:pt x="308324" y="202883"/>
                  </a:lnTo>
                  <a:lnTo>
                    <a:pt x="308229" y="203835"/>
                  </a:lnTo>
                  <a:lnTo>
                    <a:pt x="307753" y="204883"/>
                  </a:lnTo>
                  <a:lnTo>
                    <a:pt x="304705" y="205931"/>
                  </a:lnTo>
                  <a:lnTo>
                    <a:pt x="297085" y="204216"/>
                  </a:lnTo>
                  <a:lnTo>
                    <a:pt x="294703" y="205550"/>
                  </a:lnTo>
                  <a:lnTo>
                    <a:pt x="293275" y="206121"/>
                  </a:lnTo>
                  <a:lnTo>
                    <a:pt x="291941" y="206121"/>
                  </a:lnTo>
                  <a:lnTo>
                    <a:pt x="290989" y="204788"/>
                  </a:lnTo>
                  <a:lnTo>
                    <a:pt x="290417" y="203263"/>
                  </a:lnTo>
                  <a:lnTo>
                    <a:pt x="289465" y="202121"/>
                  </a:lnTo>
                  <a:lnTo>
                    <a:pt x="284798" y="202311"/>
                  </a:lnTo>
                  <a:lnTo>
                    <a:pt x="275273" y="206026"/>
                  </a:lnTo>
                  <a:lnTo>
                    <a:pt x="273748" y="202502"/>
                  </a:lnTo>
                  <a:lnTo>
                    <a:pt x="272129" y="196596"/>
                  </a:lnTo>
                  <a:lnTo>
                    <a:pt x="271367" y="195263"/>
                  </a:lnTo>
                  <a:lnTo>
                    <a:pt x="270319" y="194024"/>
                  </a:lnTo>
                  <a:lnTo>
                    <a:pt x="268605" y="192215"/>
                  </a:lnTo>
                  <a:lnTo>
                    <a:pt x="267748" y="191071"/>
                  </a:lnTo>
                  <a:lnTo>
                    <a:pt x="266890" y="190214"/>
                  </a:lnTo>
                  <a:lnTo>
                    <a:pt x="265748" y="190119"/>
                  </a:lnTo>
                  <a:lnTo>
                    <a:pt x="264700" y="190786"/>
                  </a:lnTo>
                  <a:lnTo>
                    <a:pt x="263366" y="191167"/>
                  </a:lnTo>
                  <a:lnTo>
                    <a:pt x="260985" y="190881"/>
                  </a:lnTo>
                  <a:lnTo>
                    <a:pt x="258223" y="190024"/>
                  </a:lnTo>
                  <a:lnTo>
                    <a:pt x="243745" y="179451"/>
                  </a:lnTo>
                  <a:lnTo>
                    <a:pt x="241935" y="177641"/>
                  </a:lnTo>
                  <a:lnTo>
                    <a:pt x="240792" y="175927"/>
                  </a:lnTo>
                  <a:lnTo>
                    <a:pt x="240602" y="174688"/>
                  </a:lnTo>
                  <a:lnTo>
                    <a:pt x="240506" y="173355"/>
                  </a:lnTo>
                  <a:lnTo>
                    <a:pt x="240125" y="172117"/>
                  </a:lnTo>
                  <a:lnTo>
                    <a:pt x="239077" y="171069"/>
                  </a:lnTo>
                  <a:lnTo>
                    <a:pt x="230505" y="166211"/>
                  </a:lnTo>
                  <a:lnTo>
                    <a:pt x="229076" y="165830"/>
                  </a:lnTo>
                  <a:lnTo>
                    <a:pt x="228314" y="165925"/>
                  </a:lnTo>
                  <a:lnTo>
                    <a:pt x="225647" y="167450"/>
                  </a:lnTo>
                  <a:lnTo>
                    <a:pt x="218313" y="169450"/>
                  </a:lnTo>
                  <a:lnTo>
                    <a:pt x="214122" y="172307"/>
                  </a:lnTo>
                  <a:lnTo>
                    <a:pt x="213074" y="165259"/>
                  </a:lnTo>
                  <a:lnTo>
                    <a:pt x="212312" y="162782"/>
                  </a:lnTo>
                  <a:lnTo>
                    <a:pt x="210884" y="160211"/>
                  </a:lnTo>
                  <a:lnTo>
                    <a:pt x="208788" y="157829"/>
                  </a:lnTo>
                  <a:lnTo>
                    <a:pt x="191929" y="148685"/>
                  </a:lnTo>
                  <a:lnTo>
                    <a:pt x="191072" y="147828"/>
                  </a:lnTo>
                  <a:lnTo>
                    <a:pt x="191262" y="147542"/>
                  </a:lnTo>
                  <a:lnTo>
                    <a:pt x="192500" y="146875"/>
                  </a:lnTo>
                  <a:lnTo>
                    <a:pt x="192500" y="146018"/>
                  </a:lnTo>
                  <a:lnTo>
                    <a:pt x="192310" y="145256"/>
                  </a:lnTo>
                  <a:lnTo>
                    <a:pt x="192500" y="144494"/>
                  </a:lnTo>
                  <a:lnTo>
                    <a:pt x="192977" y="143923"/>
                  </a:lnTo>
                  <a:lnTo>
                    <a:pt x="195167" y="143446"/>
                  </a:lnTo>
                  <a:lnTo>
                    <a:pt x="195929" y="142780"/>
                  </a:lnTo>
                  <a:lnTo>
                    <a:pt x="196501" y="142589"/>
                  </a:lnTo>
                  <a:lnTo>
                    <a:pt x="197168" y="142970"/>
                  </a:lnTo>
                  <a:lnTo>
                    <a:pt x="198311" y="143732"/>
                  </a:lnTo>
                  <a:lnTo>
                    <a:pt x="199549" y="144113"/>
                  </a:lnTo>
                  <a:lnTo>
                    <a:pt x="200597" y="143827"/>
                  </a:lnTo>
                  <a:lnTo>
                    <a:pt x="202121" y="141065"/>
                  </a:lnTo>
                  <a:lnTo>
                    <a:pt x="202882" y="140017"/>
                  </a:lnTo>
                  <a:lnTo>
                    <a:pt x="203835" y="139636"/>
                  </a:lnTo>
                  <a:lnTo>
                    <a:pt x="204597" y="139922"/>
                  </a:lnTo>
                  <a:lnTo>
                    <a:pt x="205359" y="140494"/>
                  </a:lnTo>
                  <a:lnTo>
                    <a:pt x="206502" y="140589"/>
                  </a:lnTo>
                  <a:lnTo>
                    <a:pt x="207931" y="139922"/>
                  </a:lnTo>
                  <a:lnTo>
                    <a:pt x="213360" y="134874"/>
                  </a:lnTo>
                  <a:lnTo>
                    <a:pt x="214217" y="133350"/>
                  </a:lnTo>
                  <a:lnTo>
                    <a:pt x="214694" y="131731"/>
                  </a:lnTo>
                  <a:lnTo>
                    <a:pt x="214789" y="130397"/>
                  </a:lnTo>
                  <a:lnTo>
                    <a:pt x="213265" y="129350"/>
                  </a:lnTo>
                  <a:lnTo>
                    <a:pt x="204788" y="127540"/>
                  </a:lnTo>
                  <a:lnTo>
                    <a:pt x="201740" y="126302"/>
                  </a:lnTo>
                  <a:lnTo>
                    <a:pt x="182880" y="115157"/>
                  </a:lnTo>
                  <a:lnTo>
                    <a:pt x="176689" y="109538"/>
                  </a:lnTo>
                  <a:lnTo>
                    <a:pt x="172593" y="104108"/>
                  </a:lnTo>
                  <a:lnTo>
                    <a:pt x="170498" y="100489"/>
                  </a:lnTo>
                  <a:lnTo>
                    <a:pt x="168116" y="95059"/>
                  </a:lnTo>
                  <a:lnTo>
                    <a:pt x="163925" y="90678"/>
                  </a:lnTo>
                  <a:lnTo>
                    <a:pt x="152591" y="85439"/>
                  </a:lnTo>
                  <a:lnTo>
                    <a:pt x="150400" y="83534"/>
                  </a:lnTo>
                  <a:lnTo>
                    <a:pt x="149352" y="81915"/>
                  </a:lnTo>
                  <a:lnTo>
                    <a:pt x="146209" y="74581"/>
                  </a:lnTo>
                  <a:lnTo>
                    <a:pt x="141732" y="68008"/>
                  </a:lnTo>
                  <a:lnTo>
                    <a:pt x="135065" y="60674"/>
                  </a:lnTo>
                  <a:lnTo>
                    <a:pt x="133826" y="59817"/>
                  </a:lnTo>
                  <a:lnTo>
                    <a:pt x="132779" y="59627"/>
                  </a:lnTo>
                  <a:lnTo>
                    <a:pt x="131064" y="59531"/>
                  </a:lnTo>
                  <a:lnTo>
                    <a:pt x="129159" y="60008"/>
                  </a:lnTo>
                  <a:lnTo>
                    <a:pt x="128016" y="60769"/>
                  </a:lnTo>
                  <a:lnTo>
                    <a:pt x="127159" y="61913"/>
                  </a:lnTo>
                  <a:lnTo>
                    <a:pt x="126587" y="63627"/>
                  </a:lnTo>
                  <a:lnTo>
                    <a:pt x="126683" y="67056"/>
                  </a:lnTo>
                  <a:lnTo>
                    <a:pt x="127254" y="70009"/>
                  </a:lnTo>
                  <a:lnTo>
                    <a:pt x="130683" y="81248"/>
                  </a:lnTo>
                  <a:lnTo>
                    <a:pt x="131540" y="87154"/>
                  </a:lnTo>
                  <a:lnTo>
                    <a:pt x="130493" y="92678"/>
                  </a:lnTo>
                  <a:lnTo>
                    <a:pt x="126587" y="96869"/>
                  </a:lnTo>
                  <a:lnTo>
                    <a:pt x="121063" y="99631"/>
                  </a:lnTo>
                  <a:lnTo>
                    <a:pt x="118396" y="98774"/>
                  </a:lnTo>
                  <a:lnTo>
                    <a:pt x="117443" y="98393"/>
                  </a:lnTo>
                  <a:lnTo>
                    <a:pt x="113348" y="95155"/>
                  </a:lnTo>
                  <a:lnTo>
                    <a:pt x="106680" y="91059"/>
                  </a:lnTo>
                  <a:lnTo>
                    <a:pt x="104870" y="90392"/>
                  </a:lnTo>
                  <a:lnTo>
                    <a:pt x="103346" y="90488"/>
                  </a:lnTo>
                  <a:lnTo>
                    <a:pt x="99822" y="93440"/>
                  </a:lnTo>
                  <a:lnTo>
                    <a:pt x="89249" y="98869"/>
                  </a:lnTo>
                  <a:lnTo>
                    <a:pt x="83725" y="88011"/>
                  </a:lnTo>
                  <a:lnTo>
                    <a:pt x="82868" y="84582"/>
                  </a:lnTo>
                  <a:lnTo>
                    <a:pt x="81915" y="77724"/>
                  </a:lnTo>
                  <a:lnTo>
                    <a:pt x="79915" y="72295"/>
                  </a:lnTo>
                  <a:lnTo>
                    <a:pt x="79534" y="69913"/>
                  </a:lnTo>
                  <a:lnTo>
                    <a:pt x="79629" y="64389"/>
                  </a:lnTo>
                  <a:lnTo>
                    <a:pt x="79058" y="59055"/>
                  </a:lnTo>
                  <a:lnTo>
                    <a:pt x="79439" y="56674"/>
                  </a:lnTo>
                  <a:lnTo>
                    <a:pt x="84487" y="48387"/>
                  </a:lnTo>
                  <a:lnTo>
                    <a:pt x="89630" y="36195"/>
                  </a:lnTo>
                  <a:lnTo>
                    <a:pt x="93631" y="31623"/>
                  </a:lnTo>
                  <a:lnTo>
                    <a:pt x="99536" y="27146"/>
                  </a:lnTo>
                  <a:lnTo>
                    <a:pt x="101727" y="24956"/>
                  </a:lnTo>
                  <a:lnTo>
                    <a:pt x="102489" y="23241"/>
                  </a:lnTo>
                  <a:lnTo>
                    <a:pt x="100489" y="21050"/>
                  </a:lnTo>
                  <a:lnTo>
                    <a:pt x="86963" y="14669"/>
                  </a:lnTo>
                  <a:lnTo>
                    <a:pt x="79915" y="10192"/>
                  </a:lnTo>
                  <a:lnTo>
                    <a:pt x="69628" y="952"/>
                  </a:lnTo>
                  <a:lnTo>
                    <a:pt x="66770" y="95"/>
                  </a:lnTo>
                  <a:lnTo>
                    <a:pt x="64770" y="0"/>
                  </a:lnTo>
                  <a:lnTo>
                    <a:pt x="60770" y="2572"/>
                  </a:lnTo>
                  <a:lnTo>
                    <a:pt x="60960" y="2858"/>
                  </a:lnTo>
                  <a:lnTo>
                    <a:pt x="61150" y="4286"/>
                  </a:lnTo>
                  <a:lnTo>
                    <a:pt x="60770" y="10287"/>
                  </a:lnTo>
                  <a:lnTo>
                    <a:pt x="59055" y="16573"/>
                  </a:lnTo>
                  <a:lnTo>
                    <a:pt x="56960" y="18859"/>
                  </a:lnTo>
                  <a:lnTo>
                    <a:pt x="52102" y="22669"/>
                  </a:lnTo>
                  <a:lnTo>
                    <a:pt x="44577" y="30480"/>
                  </a:lnTo>
                  <a:lnTo>
                    <a:pt x="41148" y="33338"/>
                  </a:lnTo>
                  <a:lnTo>
                    <a:pt x="40100" y="34766"/>
                  </a:lnTo>
                  <a:lnTo>
                    <a:pt x="39815" y="38671"/>
                  </a:lnTo>
                  <a:lnTo>
                    <a:pt x="36004" y="40862"/>
                  </a:lnTo>
                  <a:lnTo>
                    <a:pt x="32385" y="44386"/>
                  </a:lnTo>
                  <a:lnTo>
                    <a:pt x="30575" y="45148"/>
                  </a:lnTo>
                  <a:lnTo>
                    <a:pt x="30290" y="45720"/>
                  </a:lnTo>
                  <a:lnTo>
                    <a:pt x="30099" y="46387"/>
                  </a:lnTo>
                  <a:lnTo>
                    <a:pt x="30004" y="48292"/>
                  </a:lnTo>
                  <a:lnTo>
                    <a:pt x="29718" y="48387"/>
                  </a:lnTo>
                  <a:lnTo>
                    <a:pt x="29147" y="48292"/>
                  </a:lnTo>
                  <a:lnTo>
                    <a:pt x="28575" y="48577"/>
                  </a:lnTo>
                  <a:lnTo>
                    <a:pt x="28004" y="48768"/>
                  </a:lnTo>
                  <a:lnTo>
                    <a:pt x="26670" y="48482"/>
                  </a:lnTo>
                  <a:lnTo>
                    <a:pt x="26194" y="48577"/>
                  </a:lnTo>
                  <a:lnTo>
                    <a:pt x="25622" y="49340"/>
                  </a:lnTo>
                  <a:lnTo>
                    <a:pt x="25527" y="50102"/>
                  </a:lnTo>
                  <a:lnTo>
                    <a:pt x="25527" y="50768"/>
                  </a:lnTo>
                  <a:lnTo>
                    <a:pt x="25337" y="51340"/>
                  </a:lnTo>
                  <a:lnTo>
                    <a:pt x="21050" y="55912"/>
                  </a:lnTo>
                  <a:lnTo>
                    <a:pt x="19812" y="56769"/>
                  </a:lnTo>
                  <a:lnTo>
                    <a:pt x="18764" y="58960"/>
                  </a:lnTo>
                  <a:lnTo>
                    <a:pt x="17526" y="63151"/>
                  </a:lnTo>
                  <a:lnTo>
                    <a:pt x="14097" y="79724"/>
                  </a:lnTo>
                  <a:lnTo>
                    <a:pt x="12002" y="84106"/>
                  </a:lnTo>
                  <a:lnTo>
                    <a:pt x="11335" y="84392"/>
                  </a:lnTo>
                  <a:lnTo>
                    <a:pt x="10477" y="84296"/>
                  </a:lnTo>
                  <a:lnTo>
                    <a:pt x="9525" y="84296"/>
                  </a:lnTo>
                  <a:lnTo>
                    <a:pt x="8763" y="85058"/>
                  </a:lnTo>
                  <a:lnTo>
                    <a:pt x="8573" y="86201"/>
                  </a:lnTo>
                  <a:lnTo>
                    <a:pt x="8858" y="87249"/>
                  </a:lnTo>
                  <a:lnTo>
                    <a:pt x="9430" y="88297"/>
                  </a:lnTo>
                  <a:lnTo>
                    <a:pt x="9620" y="89154"/>
                  </a:lnTo>
                  <a:lnTo>
                    <a:pt x="9144" y="90583"/>
                  </a:lnTo>
                  <a:lnTo>
                    <a:pt x="8096" y="91726"/>
                  </a:lnTo>
                  <a:lnTo>
                    <a:pt x="5620" y="93250"/>
                  </a:lnTo>
                  <a:lnTo>
                    <a:pt x="6477" y="95917"/>
                  </a:lnTo>
                  <a:lnTo>
                    <a:pt x="3429" y="99060"/>
                  </a:lnTo>
                  <a:lnTo>
                    <a:pt x="4096" y="101441"/>
                  </a:lnTo>
                  <a:lnTo>
                    <a:pt x="3239" y="103632"/>
                  </a:lnTo>
                  <a:lnTo>
                    <a:pt x="3620" y="105346"/>
                  </a:lnTo>
                  <a:lnTo>
                    <a:pt x="4381" y="106775"/>
                  </a:lnTo>
                  <a:lnTo>
                    <a:pt x="4858" y="108299"/>
                  </a:lnTo>
                  <a:lnTo>
                    <a:pt x="4096" y="109347"/>
                  </a:lnTo>
                  <a:lnTo>
                    <a:pt x="2477" y="110014"/>
                  </a:lnTo>
                  <a:lnTo>
                    <a:pt x="762" y="110871"/>
                  </a:lnTo>
                  <a:lnTo>
                    <a:pt x="0" y="112776"/>
                  </a:lnTo>
                  <a:lnTo>
                    <a:pt x="286" y="113729"/>
                  </a:lnTo>
                  <a:lnTo>
                    <a:pt x="1429" y="115348"/>
                  </a:lnTo>
                  <a:lnTo>
                    <a:pt x="1715" y="116396"/>
                  </a:lnTo>
                  <a:lnTo>
                    <a:pt x="1524" y="118681"/>
                  </a:lnTo>
                  <a:lnTo>
                    <a:pt x="1238" y="119729"/>
                  </a:lnTo>
                  <a:lnTo>
                    <a:pt x="857" y="119634"/>
                  </a:lnTo>
                  <a:lnTo>
                    <a:pt x="2286" y="121158"/>
                  </a:lnTo>
                  <a:lnTo>
                    <a:pt x="5429" y="120777"/>
                  </a:lnTo>
                  <a:lnTo>
                    <a:pt x="7239" y="122301"/>
                  </a:lnTo>
                  <a:lnTo>
                    <a:pt x="5715" y="124206"/>
                  </a:lnTo>
                  <a:lnTo>
                    <a:pt x="1715" y="128111"/>
                  </a:lnTo>
                  <a:lnTo>
                    <a:pt x="857" y="130111"/>
                  </a:lnTo>
                  <a:lnTo>
                    <a:pt x="2191" y="130207"/>
                  </a:lnTo>
                  <a:lnTo>
                    <a:pt x="5144" y="129826"/>
                  </a:lnTo>
                  <a:lnTo>
                    <a:pt x="8382" y="129921"/>
                  </a:lnTo>
                  <a:lnTo>
                    <a:pt x="10382" y="131445"/>
                  </a:lnTo>
                  <a:lnTo>
                    <a:pt x="10573" y="132969"/>
                  </a:lnTo>
                  <a:lnTo>
                    <a:pt x="10097" y="133921"/>
                  </a:lnTo>
                  <a:lnTo>
                    <a:pt x="9335" y="134874"/>
                  </a:lnTo>
                  <a:lnTo>
                    <a:pt x="8763" y="136017"/>
                  </a:lnTo>
                  <a:lnTo>
                    <a:pt x="8668" y="137065"/>
                  </a:lnTo>
                  <a:lnTo>
                    <a:pt x="8763" y="140970"/>
                  </a:lnTo>
                  <a:lnTo>
                    <a:pt x="9239" y="142208"/>
                  </a:lnTo>
                  <a:lnTo>
                    <a:pt x="10097" y="143446"/>
                  </a:lnTo>
                  <a:lnTo>
                    <a:pt x="10668" y="144875"/>
                  </a:lnTo>
                  <a:lnTo>
                    <a:pt x="10001" y="146399"/>
                  </a:lnTo>
                  <a:lnTo>
                    <a:pt x="8763" y="148019"/>
                  </a:lnTo>
                  <a:lnTo>
                    <a:pt x="8382" y="149161"/>
                  </a:lnTo>
                  <a:lnTo>
                    <a:pt x="9620" y="169069"/>
                  </a:lnTo>
                  <a:lnTo>
                    <a:pt x="9525" y="169831"/>
                  </a:lnTo>
                  <a:lnTo>
                    <a:pt x="9239" y="170307"/>
                  </a:lnTo>
                  <a:lnTo>
                    <a:pt x="8858" y="170498"/>
                  </a:lnTo>
                  <a:lnTo>
                    <a:pt x="8763" y="170879"/>
                  </a:lnTo>
                  <a:lnTo>
                    <a:pt x="8954" y="171926"/>
                  </a:lnTo>
                  <a:lnTo>
                    <a:pt x="9525" y="172402"/>
                  </a:lnTo>
                  <a:lnTo>
                    <a:pt x="10001" y="172688"/>
                  </a:lnTo>
                  <a:lnTo>
                    <a:pt x="10382" y="173069"/>
                  </a:lnTo>
                  <a:lnTo>
                    <a:pt x="12859" y="181451"/>
                  </a:lnTo>
                  <a:lnTo>
                    <a:pt x="15907" y="186595"/>
                  </a:lnTo>
                  <a:lnTo>
                    <a:pt x="15240" y="187833"/>
                  </a:lnTo>
                  <a:lnTo>
                    <a:pt x="13811" y="188786"/>
                  </a:lnTo>
                  <a:lnTo>
                    <a:pt x="13525" y="191071"/>
                  </a:lnTo>
                  <a:lnTo>
                    <a:pt x="16669" y="193834"/>
                  </a:lnTo>
                  <a:lnTo>
                    <a:pt x="17526" y="194786"/>
                  </a:lnTo>
                  <a:lnTo>
                    <a:pt x="18383" y="196310"/>
                  </a:lnTo>
                  <a:lnTo>
                    <a:pt x="18764" y="197548"/>
                  </a:lnTo>
                  <a:lnTo>
                    <a:pt x="18669" y="198596"/>
                  </a:lnTo>
                  <a:lnTo>
                    <a:pt x="17907" y="199739"/>
                  </a:lnTo>
                  <a:lnTo>
                    <a:pt x="16478" y="202502"/>
                  </a:lnTo>
                  <a:lnTo>
                    <a:pt x="18288" y="206883"/>
                  </a:lnTo>
                  <a:lnTo>
                    <a:pt x="17145" y="209740"/>
                  </a:lnTo>
                  <a:lnTo>
                    <a:pt x="18669" y="211931"/>
                  </a:lnTo>
                  <a:lnTo>
                    <a:pt x="19526" y="214789"/>
                  </a:lnTo>
                  <a:lnTo>
                    <a:pt x="28766" y="223075"/>
                  </a:lnTo>
                  <a:lnTo>
                    <a:pt x="29432" y="224790"/>
                  </a:lnTo>
                  <a:lnTo>
                    <a:pt x="29908" y="226314"/>
                  </a:lnTo>
                  <a:lnTo>
                    <a:pt x="30004" y="227457"/>
                  </a:lnTo>
                  <a:lnTo>
                    <a:pt x="30099" y="228219"/>
                  </a:lnTo>
                  <a:lnTo>
                    <a:pt x="31814" y="233077"/>
                  </a:lnTo>
                  <a:lnTo>
                    <a:pt x="32195" y="234410"/>
                  </a:lnTo>
                  <a:lnTo>
                    <a:pt x="32290" y="235458"/>
                  </a:lnTo>
                  <a:lnTo>
                    <a:pt x="32004" y="236315"/>
                  </a:lnTo>
                  <a:lnTo>
                    <a:pt x="31528" y="237077"/>
                  </a:lnTo>
                  <a:lnTo>
                    <a:pt x="30956" y="237744"/>
                  </a:lnTo>
                  <a:lnTo>
                    <a:pt x="29242" y="239363"/>
                  </a:lnTo>
                  <a:lnTo>
                    <a:pt x="28480" y="240125"/>
                  </a:lnTo>
                  <a:lnTo>
                    <a:pt x="28004" y="241078"/>
                  </a:lnTo>
                  <a:lnTo>
                    <a:pt x="27718" y="242888"/>
                  </a:lnTo>
                  <a:lnTo>
                    <a:pt x="28289" y="243745"/>
                  </a:lnTo>
                  <a:lnTo>
                    <a:pt x="31052" y="249460"/>
                  </a:lnTo>
                  <a:lnTo>
                    <a:pt x="32004" y="250984"/>
                  </a:lnTo>
                  <a:lnTo>
                    <a:pt x="32956" y="252222"/>
                  </a:lnTo>
                  <a:lnTo>
                    <a:pt x="34004" y="253079"/>
                  </a:lnTo>
                  <a:lnTo>
                    <a:pt x="35243" y="253460"/>
                  </a:lnTo>
                  <a:lnTo>
                    <a:pt x="36767" y="254127"/>
                  </a:lnTo>
                  <a:lnTo>
                    <a:pt x="36957" y="255651"/>
                  </a:lnTo>
                  <a:lnTo>
                    <a:pt x="36671" y="257175"/>
                  </a:lnTo>
                  <a:lnTo>
                    <a:pt x="36862" y="257937"/>
                  </a:lnTo>
                  <a:lnTo>
                    <a:pt x="37719" y="257556"/>
                  </a:lnTo>
                  <a:lnTo>
                    <a:pt x="39719" y="256318"/>
                  </a:lnTo>
                  <a:lnTo>
                    <a:pt x="40386" y="256127"/>
                  </a:lnTo>
                  <a:lnTo>
                    <a:pt x="41243" y="256604"/>
                  </a:lnTo>
                  <a:lnTo>
                    <a:pt x="41434" y="257365"/>
                  </a:lnTo>
                  <a:lnTo>
                    <a:pt x="41434" y="258127"/>
                  </a:lnTo>
                  <a:lnTo>
                    <a:pt x="42291" y="259652"/>
                  </a:lnTo>
                  <a:lnTo>
                    <a:pt x="42386" y="260509"/>
                  </a:lnTo>
                  <a:lnTo>
                    <a:pt x="42672" y="261175"/>
                  </a:lnTo>
                  <a:lnTo>
                    <a:pt x="43910" y="261366"/>
                  </a:lnTo>
                  <a:lnTo>
                    <a:pt x="46006" y="260604"/>
                  </a:lnTo>
                  <a:lnTo>
                    <a:pt x="47054" y="260699"/>
                  </a:lnTo>
                  <a:lnTo>
                    <a:pt x="47530" y="261842"/>
                  </a:lnTo>
                  <a:lnTo>
                    <a:pt x="47339" y="265557"/>
                  </a:lnTo>
                  <a:lnTo>
                    <a:pt x="48197" y="266319"/>
                  </a:lnTo>
                  <a:lnTo>
                    <a:pt x="50673" y="266033"/>
                  </a:lnTo>
                  <a:lnTo>
                    <a:pt x="47816" y="272986"/>
                  </a:lnTo>
                  <a:lnTo>
                    <a:pt x="47149" y="276225"/>
                  </a:lnTo>
                  <a:lnTo>
                    <a:pt x="49625" y="278416"/>
                  </a:lnTo>
                  <a:lnTo>
                    <a:pt x="49816" y="280035"/>
                  </a:lnTo>
                  <a:lnTo>
                    <a:pt x="49721" y="281845"/>
                  </a:lnTo>
                  <a:lnTo>
                    <a:pt x="49911" y="283083"/>
                  </a:lnTo>
                  <a:lnTo>
                    <a:pt x="51435" y="283940"/>
                  </a:lnTo>
                  <a:lnTo>
                    <a:pt x="54388" y="284321"/>
                  </a:lnTo>
                  <a:lnTo>
                    <a:pt x="55435" y="285750"/>
                  </a:lnTo>
                  <a:lnTo>
                    <a:pt x="54769" y="285940"/>
                  </a:lnTo>
                  <a:lnTo>
                    <a:pt x="54293" y="286417"/>
                  </a:lnTo>
                  <a:lnTo>
                    <a:pt x="54007" y="287084"/>
                  </a:lnTo>
                  <a:lnTo>
                    <a:pt x="53912" y="288036"/>
                  </a:lnTo>
                  <a:lnTo>
                    <a:pt x="53340" y="289084"/>
                  </a:lnTo>
                  <a:lnTo>
                    <a:pt x="52292" y="289560"/>
                  </a:lnTo>
                  <a:lnTo>
                    <a:pt x="51149" y="289846"/>
                  </a:lnTo>
                  <a:lnTo>
                    <a:pt x="50673" y="290227"/>
                  </a:lnTo>
                  <a:lnTo>
                    <a:pt x="51149" y="291846"/>
                  </a:lnTo>
                  <a:lnTo>
                    <a:pt x="54293" y="292322"/>
                  </a:lnTo>
                  <a:lnTo>
                    <a:pt x="55435" y="293846"/>
                  </a:lnTo>
                  <a:lnTo>
                    <a:pt x="51816" y="295275"/>
                  </a:lnTo>
                  <a:lnTo>
                    <a:pt x="50387" y="297656"/>
                  </a:lnTo>
                  <a:lnTo>
                    <a:pt x="50483" y="301085"/>
                  </a:lnTo>
                  <a:lnTo>
                    <a:pt x="51435" y="305371"/>
                  </a:lnTo>
                  <a:lnTo>
                    <a:pt x="47530" y="302800"/>
                  </a:lnTo>
                  <a:lnTo>
                    <a:pt x="47625" y="304514"/>
                  </a:lnTo>
                  <a:lnTo>
                    <a:pt x="48292" y="308134"/>
                  </a:lnTo>
                  <a:lnTo>
                    <a:pt x="47339" y="311372"/>
                  </a:lnTo>
                  <a:lnTo>
                    <a:pt x="48673" y="312801"/>
                  </a:lnTo>
                  <a:lnTo>
                    <a:pt x="50483" y="313849"/>
                  </a:lnTo>
                  <a:lnTo>
                    <a:pt x="51435" y="314896"/>
                  </a:lnTo>
                  <a:lnTo>
                    <a:pt x="52388" y="317563"/>
                  </a:lnTo>
                  <a:lnTo>
                    <a:pt x="54007" y="320897"/>
                  </a:lnTo>
                  <a:lnTo>
                    <a:pt x="54388" y="323755"/>
                  </a:lnTo>
                  <a:lnTo>
                    <a:pt x="51911" y="324898"/>
                  </a:lnTo>
                  <a:lnTo>
                    <a:pt x="50292" y="327184"/>
                  </a:lnTo>
                  <a:lnTo>
                    <a:pt x="49721" y="327946"/>
                  </a:lnTo>
                  <a:lnTo>
                    <a:pt x="48673" y="330803"/>
                  </a:lnTo>
                  <a:lnTo>
                    <a:pt x="47530" y="332137"/>
                  </a:lnTo>
                  <a:lnTo>
                    <a:pt x="46292" y="332518"/>
                  </a:lnTo>
                  <a:lnTo>
                    <a:pt x="44863" y="331946"/>
                  </a:lnTo>
                  <a:lnTo>
                    <a:pt x="43529" y="331565"/>
                  </a:lnTo>
                  <a:lnTo>
                    <a:pt x="42291" y="331756"/>
                  </a:lnTo>
                  <a:lnTo>
                    <a:pt x="39148" y="335185"/>
                  </a:lnTo>
                  <a:lnTo>
                    <a:pt x="38386" y="335756"/>
                  </a:lnTo>
                  <a:lnTo>
                    <a:pt x="34004" y="336613"/>
                  </a:lnTo>
                  <a:lnTo>
                    <a:pt x="32766" y="337661"/>
                  </a:lnTo>
                  <a:lnTo>
                    <a:pt x="31814" y="338233"/>
                  </a:lnTo>
                  <a:lnTo>
                    <a:pt x="30956" y="338423"/>
                  </a:lnTo>
                  <a:lnTo>
                    <a:pt x="30385" y="338518"/>
                  </a:lnTo>
                  <a:lnTo>
                    <a:pt x="29432" y="338900"/>
                  </a:lnTo>
                  <a:lnTo>
                    <a:pt x="28670" y="339471"/>
                  </a:lnTo>
                  <a:lnTo>
                    <a:pt x="25718" y="342424"/>
                  </a:lnTo>
                  <a:lnTo>
                    <a:pt x="27146" y="347663"/>
                  </a:lnTo>
                  <a:lnTo>
                    <a:pt x="27432" y="350901"/>
                  </a:lnTo>
                  <a:lnTo>
                    <a:pt x="27242" y="353759"/>
                  </a:lnTo>
                  <a:lnTo>
                    <a:pt x="27527" y="354616"/>
                  </a:lnTo>
                  <a:lnTo>
                    <a:pt x="28004" y="355092"/>
                  </a:lnTo>
                  <a:lnTo>
                    <a:pt x="28480" y="355283"/>
                  </a:lnTo>
                  <a:lnTo>
                    <a:pt x="29051" y="355473"/>
                  </a:lnTo>
                  <a:lnTo>
                    <a:pt x="29623" y="355854"/>
                  </a:lnTo>
                  <a:lnTo>
                    <a:pt x="30194" y="356425"/>
                  </a:lnTo>
                  <a:lnTo>
                    <a:pt x="31052" y="357950"/>
                  </a:lnTo>
                  <a:lnTo>
                    <a:pt x="31718" y="360426"/>
                  </a:lnTo>
                  <a:lnTo>
                    <a:pt x="31909" y="362712"/>
                  </a:lnTo>
                  <a:lnTo>
                    <a:pt x="31909" y="363569"/>
                  </a:lnTo>
                  <a:lnTo>
                    <a:pt x="31528" y="364141"/>
                  </a:lnTo>
                  <a:lnTo>
                    <a:pt x="30671" y="365188"/>
                  </a:lnTo>
                  <a:lnTo>
                    <a:pt x="30194" y="365855"/>
                  </a:lnTo>
                  <a:lnTo>
                    <a:pt x="29908" y="366808"/>
                  </a:lnTo>
                  <a:lnTo>
                    <a:pt x="30004" y="367475"/>
                  </a:lnTo>
                  <a:lnTo>
                    <a:pt x="30480" y="368046"/>
                  </a:lnTo>
                  <a:lnTo>
                    <a:pt x="31909" y="369094"/>
                  </a:lnTo>
                  <a:lnTo>
                    <a:pt x="32575" y="369856"/>
                  </a:lnTo>
                  <a:lnTo>
                    <a:pt x="32766" y="370713"/>
                  </a:lnTo>
                  <a:lnTo>
                    <a:pt x="32671" y="371570"/>
                  </a:lnTo>
                  <a:lnTo>
                    <a:pt x="32290" y="372809"/>
                  </a:lnTo>
                  <a:lnTo>
                    <a:pt x="32195" y="374809"/>
                  </a:lnTo>
                  <a:lnTo>
                    <a:pt x="32575" y="376142"/>
                  </a:lnTo>
                  <a:lnTo>
                    <a:pt x="33147" y="377285"/>
                  </a:lnTo>
                  <a:lnTo>
                    <a:pt x="38100" y="383096"/>
                  </a:lnTo>
                  <a:lnTo>
                    <a:pt x="39815" y="386239"/>
                  </a:lnTo>
                  <a:lnTo>
                    <a:pt x="41243" y="387953"/>
                  </a:lnTo>
                  <a:lnTo>
                    <a:pt x="42672" y="393383"/>
                  </a:lnTo>
                  <a:lnTo>
                    <a:pt x="43434" y="394907"/>
                  </a:lnTo>
                  <a:lnTo>
                    <a:pt x="44387" y="396240"/>
                  </a:lnTo>
                  <a:lnTo>
                    <a:pt x="45339" y="397002"/>
                  </a:lnTo>
                  <a:lnTo>
                    <a:pt x="46387" y="397669"/>
                  </a:lnTo>
                  <a:lnTo>
                    <a:pt x="47244" y="397955"/>
                  </a:lnTo>
                  <a:lnTo>
                    <a:pt x="49244" y="398240"/>
                  </a:lnTo>
                  <a:lnTo>
                    <a:pt x="50387" y="398526"/>
                  </a:lnTo>
                  <a:lnTo>
                    <a:pt x="51245" y="399002"/>
                  </a:lnTo>
                  <a:lnTo>
                    <a:pt x="57531" y="403670"/>
                  </a:lnTo>
                  <a:lnTo>
                    <a:pt x="58198" y="404050"/>
                  </a:lnTo>
                  <a:lnTo>
                    <a:pt x="59150" y="404432"/>
                  </a:lnTo>
                  <a:lnTo>
                    <a:pt x="61817" y="404527"/>
                  </a:lnTo>
                  <a:lnTo>
                    <a:pt x="62770" y="404908"/>
                  </a:lnTo>
                  <a:lnTo>
                    <a:pt x="63246" y="405670"/>
                  </a:lnTo>
                  <a:lnTo>
                    <a:pt x="63341" y="406337"/>
                  </a:lnTo>
                  <a:lnTo>
                    <a:pt x="63341" y="407575"/>
                  </a:lnTo>
                  <a:lnTo>
                    <a:pt x="63151" y="408908"/>
                  </a:lnTo>
                  <a:lnTo>
                    <a:pt x="63722" y="411385"/>
                  </a:lnTo>
                  <a:lnTo>
                    <a:pt x="64389" y="412813"/>
                  </a:lnTo>
                  <a:lnTo>
                    <a:pt x="65437" y="414242"/>
                  </a:lnTo>
                  <a:lnTo>
                    <a:pt x="65913" y="415671"/>
                  </a:lnTo>
                  <a:lnTo>
                    <a:pt x="66675" y="418338"/>
                  </a:lnTo>
                  <a:lnTo>
                    <a:pt x="67247" y="419005"/>
                  </a:lnTo>
                  <a:lnTo>
                    <a:pt x="67723" y="419386"/>
                  </a:lnTo>
                  <a:lnTo>
                    <a:pt x="68580" y="419767"/>
                  </a:lnTo>
                  <a:lnTo>
                    <a:pt x="69152" y="421291"/>
                  </a:lnTo>
                  <a:lnTo>
                    <a:pt x="67151" y="424625"/>
                  </a:lnTo>
                  <a:lnTo>
                    <a:pt x="64579" y="426149"/>
                  </a:lnTo>
                  <a:lnTo>
                    <a:pt x="63056" y="426815"/>
                  </a:lnTo>
                  <a:lnTo>
                    <a:pt x="62579" y="427863"/>
                  </a:lnTo>
                  <a:lnTo>
                    <a:pt x="62389" y="429006"/>
                  </a:lnTo>
                  <a:lnTo>
                    <a:pt x="61531" y="430625"/>
                  </a:lnTo>
                  <a:lnTo>
                    <a:pt x="59627" y="431578"/>
                  </a:lnTo>
                  <a:lnTo>
                    <a:pt x="52578" y="433483"/>
                  </a:lnTo>
                  <a:lnTo>
                    <a:pt x="51625" y="433959"/>
                  </a:lnTo>
                  <a:lnTo>
                    <a:pt x="51054" y="434721"/>
                  </a:lnTo>
                  <a:lnTo>
                    <a:pt x="50959" y="435292"/>
                  </a:lnTo>
                  <a:lnTo>
                    <a:pt x="50959" y="436055"/>
                  </a:lnTo>
                  <a:lnTo>
                    <a:pt x="51149" y="436531"/>
                  </a:lnTo>
                  <a:lnTo>
                    <a:pt x="51435" y="437197"/>
                  </a:lnTo>
                  <a:lnTo>
                    <a:pt x="51816" y="437769"/>
                  </a:lnTo>
                  <a:lnTo>
                    <a:pt x="52388" y="438150"/>
                  </a:lnTo>
                  <a:lnTo>
                    <a:pt x="53054" y="438436"/>
                  </a:lnTo>
                  <a:lnTo>
                    <a:pt x="54293" y="438341"/>
                  </a:lnTo>
                  <a:lnTo>
                    <a:pt x="54769" y="438531"/>
                  </a:lnTo>
                  <a:lnTo>
                    <a:pt x="55245" y="439007"/>
                  </a:lnTo>
                  <a:lnTo>
                    <a:pt x="55626" y="440817"/>
                  </a:lnTo>
                  <a:lnTo>
                    <a:pt x="56007" y="441770"/>
                  </a:lnTo>
                  <a:lnTo>
                    <a:pt x="56864" y="442436"/>
                  </a:lnTo>
                  <a:lnTo>
                    <a:pt x="57912" y="442817"/>
                  </a:lnTo>
                  <a:lnTo>
                    <a:pt x="61913" y="443579"/>
                  </a:lnTo>
                  <a:lnTo>
                    <a:pt x="64770" y="443675"/>
                  </a:lnTo>
                  <a:lnTo>
                    <a:pt x="65246" y="443579"/>
                  </a:lnTo>
                  <a:lnTo>
                    <a:pt x="65723" y="443008"/>
                  </a:lnTo>
                  <a:lnTo>
                    <a:pt x="66008" y="442436"/>
                  </a:lnTo>
                  <a:lnTo>
                    <a:pt x="66485" y="441865"/>
                  </a:lnTo>
                  <a:lnTo>
                    <a:pt x="66961" y="441579"/>
                  </a:lnTo>
                  <a:lnTo>
                    <a:pt x="67532" y="441579"/>
                  </a:lnTo>
                  <a:lnTo>
                    <a:pt x="68104" y="441865"/>
                  </a:lnTo>
                  <a:lnTo>
                    <a:pt x="68580" y="442532"/>
                  </a:lnTo>
                  <a:lnTo>
                    <a:pt x="70390" y="446056"/>
                  </a:lnTo>
                  <a:lnTo>
                    <a:pt x="71056" y="446818"/>
                  </a:lnTo>
                  <a:lnTo>
                    <a:pt x="71628" y="446913"/>
                  </a:lnTo>
                  <a:lnTo>
                    <a:pt x="72200" y="446627"/>
                  </a:lnTo>
                  <a:lnTo>
                    <a:pt x="73152" y="445199"/>
                  </a:lnTo>
                  <a:lnTo>
                    <a:pt x="73628" y="444722"/>
                  </a:lnTo>
                  <a:lnTo>
                    <a:pt x="74200" y="444341"/>
                  </a:lnTo>
                  <a:lnTo>
                    <a:pt x="74962" y="444151"/>
                  </a:lnTo>
                  <a:lnTo>
                    <a:pt x="75629" y="444532"/>
                  </a:lnTo>
                  <a:lnTo>
                    <a:pt x="76295" y="445580"/>
                  </a:lnTo>
                  <a:lnTo>
                    <a:pt x="76295" y="447199"/>
                  </a:lnTo>
                  <a:lnTo>
                    <a:pt x="75533" y="448246"/>
                  </a:lnTo>
                  <a:lnTo>
                    <a:pt x="74104" y="449009"/>
                  </a:lnTo>
                  <a:lnTo>
                    <a:pt x="68294" y="450247"/>
                  </a:lnTo>
                  <a:lnTo>
                    <a:pt x="65818" y="451104"/>
                  </a:lnTo>
                  <a:lnTo>
                    <a:pt x="46482" y="459962"/>
                  </a:lnTo>
                  <a:lnTo>
                    <a:pt x="42196" y="462534"/>
                  </a:lnTo>
                  <a:lnTo>
                    <a:pt x="40481" y="464058"/>
                  </a:lnTo>
                  <a:lnTo>
                    <a:pt x="39719" y="465201"/>
                  </a:lnTo>
                  <a:lnTo>
                    <a:pt x="39433" y="466249"/>
                  </a:lnTo>
                  <a:lnTo>
                    <a:pt x="39338" y="467201"/>
                  </a:lnTo>
                  <a:lnTo>
                    <a:pt x="39529" y="469297"/>
                  </a:lnTo>
                  <a:lnTo>
                    <a:pt x="39338" y="472154"/>
                  </a:lnTo>
                  <a:lnTo>
                    <a:pt x="38862" y="474917"/>
                  </a:lnTo>
                  <a:lnTo>
                    <a:pt x="38957" y="475774"/>
                  </a:lnTo>
                  <a:lnTo>
                    <a:pt x="39243" y="476155"/>
                  </a:lnTo>
                  <a:lnTo>
                    <a:pt x="40291" y="476631"/>
                  </a:lnTo>
                  <a:lnTo>
                    <a:pt x="43148" y="475869"/>
                  </a:lnTo>
                  <a:lnTo>
                    <a:pt x="44768" y="474059"/>
                  </a:lnTo>
                  <a:lnTo>
                    <a:pt x="45720" y="472535"/>
                  </a:lnTo>
                  <a:lnTo>
                    <a:pt x="47149" y="469106"/>
                  </a:lnTo>
                  <a:lnTo>
                    <a:pt x="47816" y="468725"/>
                  </a:lnTo>
                  <a:lnTo>
                    <a:pt x="48482" y="468821"/>
                  </a:lnTo>
                  <a:lnTo>
                    <a:pt x="50102" y="469487"/>
                  </a:lnTo>
                  <a:lnTo>
                    <a:pt x="51054" y="469392"/>
                  </a:lnTo>
                  <a:lnTo>
                    <a:pt x="52197" y="469201"/>
                  </a:lnTo>
                  <a:lnTo>
                    <a:pt x="67342" y="462725"/>
                  </a:lnTo>
                  <a:lnTo>
                    <a:pt x="70009" y="460915"/>
                  </a:lnTo>
                  <a:lnTo>
                    <a:pt x="73152" y="457676"/>
                  </a:lnTo>
                  <a:lnTo>
                    <a:pt x="74581" y="456724"/>
                  </a:lnTo>
                  <a:lnTo>
                    <a:pt x="76391" y="456152"/>
                  </a:lnTo>
                  <a:lnTo>
                    <a:pt x="78010" y="456152"/>
                  </a:lnTo>
                  <a:lnTo>
                    <a:pt x="81058" y="457105"/>
                  </a:lnTo>
                  <a:lnTo>
                    <a:pt x="88106" y="458057"/>
                  </a:lnTo>
                  <a:lnTo>
                    <a:pt x="89345" y="458438"/>
                  </a:lnTo>
                  <a:lnTo>
                    <a:pt x="90106" y="458819"/>
                  </a:lnTo>
                  <a:lnTo>
                    <a:pt x="90678" y="459296"/>
                  </a:lnTo>
                  <a:lnTo>
                    <a:pt x="91059" y="459772"/>
                  </a:lnTo>
                  <a:lnTo>
                    <a:pt x="91726" y="460153"/>
                  </a:lnTo>
                  <a:lnTo>
                    <a:pt x="92202" y="459867"/>
                  </a:lnTo>
                  <a:lnTo>
                    <a:pt x="93631" y="458819"/>
                  </a:lnTo>
                  <a:lnTo>
                    <a:pt x="94774" y="458629"/>
                  </a:lnTo>
                  <a:lnTo>
                    <a:pt x="95822" y="458629"/>
                  </a:lnTo>
                  <a:lnTo>
                    <a:pt x="99155" y="459486"/>
                  </a:lnTo>
                  <a:lnTo>
                    <a:pt x="106013" y="459962"/>
                  </a:lnTo>
                  <a:lnTo>
                    <a:pt x="107442" y="460343"/>
                  </a:lnTo>
                  <a:lnTo>
                    <a:pt x="108395" y="461200"/>
                  </a:lnTo>
                  <a:lnTo>
                    <a:pt x="108775" y="461772"/>
                  </a:lnTo>
                  <a:lnTo>
                    <a:pt x="109156" y="463010"/>
                  </a:lnTo>
                  <a:lnTo>
                    <a:pt x="109442" y="463772"/>
                  </a:lnTo>
                  <a:lnTo>
                    <a:pt x="109823" y="464439"/>
                  </a:lnTo>
                  <a:lnTo>
                    <a:pt x="110585" y="464820"/>
                  </a:lnTo>
                  <a:lnTo>
                    <a:pt x="110871" y="464630"/>
                  </a:lnTo>
                  <a:lnTo>
                    <a:pt x="111157" y="463772"/>
                  </a:lnTo>
                  <a:lnTo>
                    <a:pt x="111062" y="461486"/>
                  </a:lnTo>
                  <a:lnTo>
                    <a:pt x="111157" y="460534"/>
                  </a:lnTo>
                  <a:lnTo>
                    <a:pt x="111347" y="459867"/>
                  </a:lnTo>
                  <a:lnTo>
                    <a:pt x="112109" y="459200"/>
                  </a:lnTo>
                  <a:lnTo>
                    <a:pt x="112967" y="459105"/>
                  </a:lnTo>
                  <a:lnTo>
                    <a:pt x="115348" y="459200"/>
                  </a:lnTo>
                  <a:lnTo>
                    <a:pt x="116300" y="458914"/>
                  </a:lnTo>
                  <a:lnTo>
                    <a:pt x="116872" y="458343"/>
                  </a:lnTo>
                  <a:lnTo>
                    <a:pt x="117348" y="457486"/>
                  </a:lnTo>
                  <a:lnTo>
                    <a:pt x="117824" y="456819"/>
                  </a:lnTo>
                  <a:lnTo>
                    <a:pt x="118872" y="456057"/>
                  </a:lnTo>
                  <a:lnTo>
                    <a:pt x="119539" y="455390"/>
                  </a:lnTo>
                  <a:lnTo>
                    <a:pt x="121063" y="454438"/>
                  </a:lnTo>
                  <a:lnTo>
                    <a:pt x="122777" y="454152"/>
                  </a:lnTo>
                  <a:lnTo>
                    <a:pt x="126206" y="453962"/>
                  </a:lnTo>
                  <a:lnTo>
                    <a:pt x="128206" y="454247"/>
                  </a:lnTo>
                  <a:lnTo>
                    <a:pt x="129635" y="454628"/>
                  </a:lnTo>
                  <a:lnTo>
                    <a:pt x="130683" y="455105"/>
                  </a:lnTo>
                  <a:lnTo>
                    <a:pt x="131826" y="455485"/>
                  </a:lnTo>
                  <a:lnTo>
                    <a:pt x="134398" y="455771"/>
                  </a:lnTo>
                  <a:lnTo>
                    <a:pt x="135350" y="456057"/>
                  </a:lnTo>
                  <a:lnTo>
                    <a:pt x="136017" y="456438"/>
                  </a:lnTo>
                  <a:lnTo>
                    <a:pt x="136684" y="457009"/>
                  </a:lnTo>
                  <a:lnTo>
                    <a:pt x="137065" y="457581"/>
                  </a:lnTo>
                  <a:lnTo>
                    <a:pt x="137160" y="458248"/>
                  </a:lnTo>
                  <a:lnTo>
                    <a:pt x="136493" y="459010"/>
                  </a:lnTo>
                  <a:lnTo>
                    <a:pt x="132683" y="462820"/>
                  </a:lnTo>
                  <a:lnTo>
                    <a:pt x="131445" y="463582"/>
                  </a:lnTo>
                  <a:lnTo>
                    <a:pt x="130397" y="463772"/>
                  </a:lnTo>
                  <a:lnTo>
                    <a:pt x="129445" y="463772"/>
                  </a:lnTo>
                  <a:lnTo>
                    <a:pt x="128873" y="463963"/>
                  </a:lnTo>
                  <a:lnTo>
                    <a:pt x="128588" y="464630"/>
                  </a:lnTo>
                  <a:lnTo>
                    <a:pt x="128683" y="465296"/>
                  </a:lnTo>
                  <a:lnTo>
                    <a:pt x="129159" y="466058"/>
                  </a:lnTo>
                  <a:lnTo>
                    <a:pt x="130302" y="467296"/>
                  </a:lnTo>
                  <a:lnTo>
                    <a:pt x="131064" y="468344"/>
                  </a:lnTo>
                  <a:lnTo>
                    <a:pt x="131540" y="469392"/>
                  </a:lnTo>
                  <a:lnTo>
                    <a:pt x="131731" y="470440"/>
                  </a:lnTo>
                  <a:lnTo>
                    <a:pt x="134017" y="470345"/>
                  </a:lnTo>
                  <a:lnTo>
                    <a:pt x="135636" y="470916"/>
                  </a:lnTo>
                  <a:lnTo>
                    <a:pt x="138113" y="471202"/>
                  </a:lnTo>
                  <a:lnTo>
                    <a:pt x="138494" y="470725"/>
                  </a:lnTo>
                  <a:lnTo>
                    <a:pt x="140113" y="467678"/>
                  </a:lnTo>
                  <a:lnTo>
                    <a:pt x="141065" y="466820"/>
                  </a:lnTo>
                  <a:lnTo>
                    <a:pt x="141637" y="466344"/>
                  </a:lnTo>
                  <a:lnTo>
                    <a:pt x="146304" y="465772"/>
                  </a:lnTo>
                  <a:lnTo>
                    <a:pt x="149162" y="465868"/>
                  </a:lnTo>
                  <a:lnTo>
                    <a:pt x="151543" y="466820"/>
                  </a:lnTo>
                  <a:lnTo>
                    <a:pt x="153067" y="469963"/>
                  </a:lnTo>
                  <a:lnTo>
                    <a:pt x="154400" y="470345"/>
                  </a:lnTo>
                  <a:lnTo>
                    <a:pt x="156972" y="470249"/>
                  </a:lnTo>
                  <a:lnTo>
                    <a:pt x="158115" y="470535"/>
                  </a:lnTo>
                  <a:lnTo>
                    <a:pt x="158687" y="471297"/>
                  </a:lnTo>
                  <a:lnTo>
                    <a:pt x="159258" y="472345"/>
                  </a:lnTo>
                  <a:lnTo>
                    <a:pt x="160115" y="473488"/>
                  </a:lnTo>
                  <a:lnTo>
                    <a:pt x="161925" y="474440"/>
                  </a:lnTo>
                  <a:lnTo>
                    <a:pt x="166211" y="475012"/>
                  </a:lnTo>
                  <a:lnTo>
                    <a:pt x="168497" y="475679"/>
                  </a:lnTo>
                  <a:lnTo>
                    <a:pt x="173736" y="478822"/>
                  </a:lnTo>
                  <a:lnTo>
                    <a:pt x="175927" y="479203"/>
                  </a:lnTo>
                  <a:lnTo>
                    <a:pt x="177356" y="478822"/>
                  </a:lnTo>
                  <a:lnTo>
                    <a:pt x="178118" y="478060"/>
                  </a:lnTo>
                  <a:lnTo>
                    <a:pt x="178689" y="477203"/>
                  </a:lnTo>
                  <a:lnTo>
                    <a:pt x="179546" y="476536"/>
                  </a:lnTo>
                  <a:lnTo>
                    <a:pt x="180499" y="476441"/>
                  </a:lnTo>
                  <a:lnTo>
                    <a:pt x="182785" y="476631"/>
                  </a:lnTo>
                  <a:lnTo>
                    <a:pt x="184309" y="476536"/>
                  </a:lnTo>
                  <a:lnTo>
                    <a:pt x="188690" y="473774"/>
                  </a:lnTo>
                  <a:lnTo>
                    <a:pt x="190595" y="473583"/>
                  </a:lnTo>
                  <a:lnTo>
                    <a:pt x="192215" y="476536"/>
                  </a:lnTo>
                  <a:lnTo>
                    <a:pt x="193357" y="475297"/>
                  </a:lnTo>
                  <a:lnTo>
                    <a:pt x="194691" y="474821"/>
                  </a:lnTo>
                  <a:lnTo>
                    <a:pt x="195739" y="475297"/>
                  </a:lnTo>
                  <a:lnTo>
                    <a:pt x="196215" y="476917"/>
                  </a:lnTo>
                  <a:lnTo>
                    <a:pt x="196596" y="477964"/>
                  </a:lnTo>
                  <a:lnTo>
                    <a:pt x="197644" y="478155"/>
                  </a:lnTo>
                  <a:lnTo>
                    <a:pt x="198882" y="478155"/>
                  </a:lnTo>
                  <a:lnTo>
                    <a:pt x="200120" y="478346"/>
                  </a:lnTo>
                  <a:lnTo>
                    <a:pt x="202406" y="480250"/>
                  </a:lnTo>
                  <a:lnTo>
                    <a:pt x="205835" y="484822"/>
                  </a:lnTo>
                  <a:lnTo>
                    <a:pt x="208026" y="486251"/>
                  </a:lnTo>
                  <a:lnTo>
                    <a:pt x="209455" y="486346"/>
                  </a:lnTo>
                  <a:lnTo>
                    <a:pt x="213074" y="485299"/>
                  </a:lnTo>
                  <a:lnTo>
                    <a:pt x="214789" y="485394"/>
                  </a:lnTo>
                  <a:lnTo>
                    <a:pt x="215551" y="485584"/>
                  </a:lnTo>
                  <a:lnTo>
                    <a:pt x="216694" y="487109"/>
                  </a:lnTo>
                  <a:lnTo>
                    <a:pt x="216884" y="488061"/>
                  </a:lnTo>
                  <a:lnTo>
                    <a:pt x="216884" y="489299"/>
                  </a:lnTo>
                  <a:lnTo>
                    <a:pt x="216980" y="489490"/>
                  </a:lnTo>
                  <a:lnTo>
                    <a:pt x="216884" y="490538"/>
                  </a:lnTo>
                  <a:lnTo>
                    <a:pt x="217837" y="494729"/>
                  </a:lnTo>
                  <a:lnTo>
                    <a:pt x="219456" y="499682"/>
                  </a:lnTo>
                  <a:lnTo>
                    <a:pt x="221075" y="502920"/>
                  </a:lnTo>
                  <a:lnTo>
                    <a:pt x="227267" y="512540"/>
                  </a:lnTo>
                  <a:lnTo>
                    <a:pt x="228790" y="516350"/>
                  </a:lnTo>
                  <a:lnTo>
                    <a:pt x="229743" y="519875"/>
                  </a:lnTo>
                  <a:lnTo>
                    <a:pt x="230029" y="523589"/>
                  </a:lnTo>
                  <a:lnTo>
                    <a:pt x="228600" y="528257"/>
                  </a:lnTo>
                  <a:lnTo>
                    <a:pt x="229743" y="529685"/>
                  </a:lnTo>
                  <a:lnTo>
                    <a:pt x="230219" y="529971"/>
                  </a:lnTo>
                  <a:lnTo>
                    <a:pt x="230696" y="530447"/>
                  </a:lnTo>
                  <a:lnTo>
                    <a:pt x="231077" y="530828"/>
                  </a:lnTo>
                  <a:lnTo>
                    <a:pt x="231077" y="531590"/>
                  </a:lnTo>
                  <a:lnTo>
                    <a:pt x="230791" y="532447"/>
                  </a:lnTo>
                  <a:lnTo>
                    <a:pt x="228219" y="536638"/>
                  </a:lnTo>
                  <a:lnTo>
                    <a:pt x="227362" y="537782"/>
                  </a:lnTo>
                  <a:lnTo>
                    <a:pt x="226314" y="538734"/>
                  </a:lnTo>
                  <a:lnTo>
                    <a:pt x="224981" y="539305"/>
                  </a:lnTo>
                  <a:lnTo>
                    <a:pt x="221837" y="539972"/>
                  </a:lnTo>
                  <a:lnTo>
                    <a:pt x="220694" y="540353"/>
                  </a:lnTo>
                  <a:lnTo>
                    <a:pt x="219837" y="540734"/>
                  </a:lnTo>
                  <a:lnTo>
                    <a:pt x="218980" y="541401"/>
                  </a:lnTo>
                  <a:lnTo>
                    <a:pt x="217361" y="542925"/>
                  </a:lnTo>
                  <a:lnTo>
                    <a:pt x="216884" y="543782"/>
                  </a:lnTo>
                  <a:lnTo>
                    <a:pt x="216694" y="545021"/>
                  </a:lnTo>
                  <a:lnTo>
                    <a:pt x="216980" y="546926"/>
                  </a:lnTo>
                  <a:lnTo>
                    <a:pt x="217646" y="548259"/>
                  </a:lnTo>
                  <a:lnTo>
                    <a:pt x="218980" y="550355"/>
                  </a:lnTo>
                  <a:lnTo>
                    <a:pt x="219075" y="551117"/>
                  </a:lnTo>
                  <a:lnTo>
                    <a:pt x="218789" y="551879"/>
                  </a:lnTo>
                  <a:lnTo>
                    <a:pt x="217742" y="552831"/>
                  </a:lnTo>
                  <a:lnTo>
                    <a:pt x="215646" y="553593"/>
                  </a:lnTo>
                  <a:lnTo>
                    <a:pt x="214979" y="554355"/>
                  </a:lnTo>
                  <a:lnTo>
                    <a:pt x="214598" y="555498"/>
                  </a:lnTo>
                  <a:lnTo>
                    <a:pt x="214789" y="557879"/>
                  </a:lnTo>
                  <a:lnTo>
                    <a:pt x="215360" y="559403"/>
                  </a:lnTo>
                  <a:lnTo>
                    <a:pt x="216313" y="560451"/>
                  </a:lnTo>
                  <a:lnTo>
                    <a:pt x="218218" y="561689"/>
                  </a:lnTo>
                  <a:lnTo>
                    <a:pt x="218789" y="562356"/>
                  </a:lnTo>
                  <a:lnTo>
                    <a:pt x="218694" y="563594"/>
                  </a:lnTo>
                  <a:lnTo>
                    <a:pt x="217932" y="565213"/>
                  </a:lnTo>
                  <a:lnTo>
                    <a:pt x="214217" y="571024"/>
                  </a:lnTo>
                  <a:lnTo>
                    <a:pt x="211741" y="576453"/>
                  </a:lnTo>
                  <a:lnTo>
                    <a:pt x="211455" y="579215"/>
                  </a:lnTo>
                  <a:lnTo>
                    <a:pt x="210979" y="580454"/>
                  </a:lnTo>
                  <a:lnTo>
                    <a:pt x="210217" y="582168"/>
                  </a:lnTo>
                  <a:lnTo>
                    <a:pt x="205073" y="588645"/>
                  </a:lnTo>
                  <a:lnTo>
                    <a:pt x="203740" y="592360"/>
                  </a:lnTo>
                  <a:lnTo>
                    <a:pt x="201930" y="596837"/>
                  </a:lnTo>
                  <a:lnTo>
                    <a:pt x="199930" y="598742"/>
                  </a:lnTo>
                  <a:lnTo>
                    <a:pt x="198025" y="600170"/>
                  </a:lnTo>
                  <a:lnTo>
                    <a:pt x="196501" y="601028"/>
                  </a:lnTo>
                  <a:lnTo>
                    <a:pt x="195072" y="602075"/>
                  </a:lnTo>
                  <a:lnTo>
                    <a:pt x="194024" y="603504"/>
                  </a:lnTo>
                  <a:lnTo>
                    <a:pt x="193262" y="605504"/>
                  </a:lnTo>
                  <a:lnTo>
                    <a:pt x="192881" y="607219"/>
                  </a:lnTo>
                  <a:lnTo>
                    <a:pt x="192691" y="608552"/>
                  </a:lnTo>
                  <a:lnTo>
                    <a:pt x="192596" y="609791"/>
                  </a:lnTo>
                  <a:lnTo>
                    <a:pt x="192691" y="611029"/>
                  </a:lnTo>
                  <a:lnTo>
                    <a:pt x="193167" y="612267"/>
                  </a:lnTo>
                  <a:lnTo>
                    <a:pt x="194596" y="615220"/>
                  </a:lnTo>
                  <a:lnTo>
                    <a:pt x="195263" y="616744"/>
                  </a:lnTo>
                  <a:lnTo>
                    <a:pt x="195644" y="618268"/>
                  </a:lnTo>
                  <a:lnTo>
                    <a:pt x="195739" y="619411"/>
                  </a:lnTo>
                  <a:lnTo>
                    <a:pt x="195739" y="620363"/>
                  </a:lnTo>
                  <a:lnTo>
                    <a:pt x="195644" y="620839"/>
                  </a:lnTo>
                  <a:lnTo>
                    <a:pt x="195453" y="621506"/>
                  </a:lnTo>
                  <a:lnTo>
                    <a:pt x="194977" y="622268"/>
                  </a:lnTo>
                  <a:lnTo>
                    <a:pt x="191072" y="624459"/>
                  </a:lnTo>
                  <a:lnTo>
                    <a:pt x="179737" y="626745"/>
                  </a:lnTo>
                  <a:lnTo>
                    <a:pt x="175927" y="629031"/>
                  </a:lnTo>
                  <a:lnTo>
                    <a:pt x="174689" y="629984"/>
                  </a:lnTo>
                  <a:lnTo>
                    <a:pt x="173069" y="630936"/>
                  </a:lnTo>
                  <a:lnTo>
                    <a:pt x="171736" y="631317"/>
                  </a:lnTo>
                  <a:lnTo>
                    <a:pt x="169450" y="631222"/>
                  </a:lnTo>
                  <a:lnTo>
                    <a:pt x="165830" y="630555"/>
                  </a:lnTo>
                  <a:lnTo>
                    <a:pt x="164306" y="630650"/>
                  </a:lnTo>
                  <a:lnTo>
                    <a:pt x="161830" y="631031"/>
                  </a:lnTo>
                  <a:lnTo>
                    <a:pt x="151448" y="633793"/>
                  </a:lnTo>
                  <a:lnTo>
                    <a:pt x="149828" y="635508"/>
                  </a:lnTo>
                  <a:lnTo>
                    <a:pt x="148685" y="642271"/>
                  </a:lnTo>
                  <a:lnTo>
                    <a:pt x="146780" y="645033"/>
                  </a:lnTo>
                  <a:lnTo>
                    <a:pt x="138875" y="651796"/>
                  </a:lnTo>
                  <a:lnTo>
                    <a:pt x="138113" y="652843"/>
                  </a:lnTo>
                  <a:lnTo>
                    <a:pt x="137636" y="653605"/>
                  </a:lnTo>
                  <a:lnTo>
                    <a:pt x="137731" y="654844"/>
                  </a:lnTo>
                  <a:lnTo>
                    <a:pt x="138303" y="656272"/>
                  </a:lnTo>
                  <a:lnTo>
                    <a:pt x="140113" y="658939"/>
                  </a:lnTo>
                  <a:lnTo>
                    <a:pt x="141446" y="660368"/>
                  </a:lnTo>
                  <a:lnTo>
                    <a:pt x="143066" y="662559"/>
                  </a:lnTo>
                  <a:lnTo>
                    <a:pt x="148876" y="675227"/>
                  </a:lnTo>
                  <a:lnTo>
                    <a:pt x="150304" y="677513"/>
                  </a:lnTo>
                  <a:lnTo>
                    <a:pt x="150781" y="679228"/>
                  </a:lnTo>
                  <a:lnTo>
                    <a:pt x="150971" y="680657"/>
                  </a:lnTo>
                  <a:lnTo>
                    <a:pt x="150209" y="684085"/>
                  </a:lnTo>
                  <a:lnTo>
                    <a:pt x="148590" y="686562"/>
                  </a:lnTo>
                  <a:lnTo>
                    <a:pt x="148209" y="687705"/>
                  </a:lnTo>
                  <a:lnTo>
                    <a:pt x="147733" y="689705"/>
                  </a:lnTo>
                  <a:lnTo>
                    <a:pt x="147352" y="693134"/>
                  </a:lnTo>
                  <a:lnTo>
                    <a:pt x="146780" y="693896"/>
                  </a:lnTo>
                  <a:lnTo>
                    <a:pt x="146780" y="695897"/>
                  </a:lnTo>
                  <a:lnTo>
                    <a:pt x="148019" y="698468"/>
                  </a:lnTo>
                  <a:lnTo>
                    <a:pt x="147542" y="701421"/>
                  </a:lnTo>
                  <a:lnTo>
                    <a:pt x="146209" y="704088"/>
                  </a:lnTo>
                  <a:lnTo>
                    <a:pt x="144780" y="705898"/>
                  </a:lnTo>
                  <a:lnTo>
                    <a:pt x="138398" y="711899"/>
                  </a:lnTo>
                  <a:lnTo>
                    <a:pt x="134779" y="713708"/>
                  </a:lnTo>
                  <a:lnTo>
                    <a:pt x="129540" y="717995"/>
                  </a:lnTo>
                  <a:lnTo>
                    <a:pt x="128206" y="719900"/>
                  </a:lnTo>
                  <a:lnTo>
                    <a:pt x="128206" y="721424"/>
                  </a:lnTo>
                  <a:lnTo>
                    <a:pt x="128683" y="722852"/>
                  </a:lnTo>
                  <a:lnTo>
                    <a:pt x="129635" y="723805"/>
                  </a:lnTo>
                  <a:lnTo>
                    <a:pt x="130969" y="724186"/>
                  </a:lnTo>
                  <a:lnTo>
                    <a:pt x="131540" y="724757"/>
                  </a:lnTo>
                  <a:lnTo>
                    <a:pt x="134588" y="730472"/>
                  </a:lnTo>
                  <a:lnTo>
                    <a:pt x="134874" y="733139"/>
                  </a:lnTo>
                  <a:lnTo>
                    <a:pt x="134874" y="735806"/>
                  </a:lnTo>
                  <a:lnTo>
                    <a:pt x="135350" y="738092"/>
                  </a:lnTo>
                  <a:lnTo>
                    <a:pt x="136493" y="740093"/>
                  </a:lnTo>
                  <a:lnTo>
                    <a:pt x="137827" y="741521"/>
                  </a:lnTo>
                  <a:lnTo>
                    <a:pt x="138875" y="743426"/>
                  </a:lnTo>
                  <a:lnTo>
                    <a:pt x="139256" y="746379"/>
                  </a:lnTo>
                  <a:lnTo>
                    <a:pt x="139160" y="747236"/>
                  </a:lnTo>
                  <a:lnTo>
                    <a:pt x="138494" y="749427"/>
                  </a:lnTo>
                  <a:lnTo>
                    <a:pt x="138779" y="750189"/>
                  </a:lnTo>
                  <a:lnTo>
                    <a:pt x="139827" y="751522"/>
                  </a:lnTo>
                  <a:lnTo>
                    <a:pt x="140113" y="752094"/>
                  </a:lnTo>
                  <a:lnTo>
                    <a:pt x="139922" y="754761"/>
                  </a:lnTo>
                  <a:lnTo>
                    <a:pt x="139256" y="757238"/>
                  </a:lnTo>
                  <a:lnTo>
                    <a:pt x="138017" y="759619"/>
                  </a:lnTo>
                  <a:lnTo>
                    <a:pt x="135065" y="763714"/>
                  </a:lnTo>
                  <a:lnTo>
                    <a:pt x="134493" y="765429"/>
                  </a:lnTo>
                  <a:lnTo>
                    <a:pt x="134874" y="765524"/>
                  </a:lnTo>
                  <a:lnTo>
                    <a:pt x="136684" y="768763"/>
                  </a:lnTo>
                  <a:lnTo>
                    <a:pt x="136874" y="769430"/>
                  </a:lnTo>
                  <a:lnTo>
                    <a:pt x="138017" y="770096"/>
                  </a:lnTo>
                  <a:lnTo>
                    <a:pt x="139065" y="770287"/>
                  </a:lnTo>
                  <a:lnTo>
                    <a:pt x="139827" y="770668"/>
                  </a:lnTo>
                  <a:lnTo>
                    <a:pt x="140113" y="772001"/>
                  </a:lnTo>
                  <a:lnTo>
                    <a:pt x="140684" y="773811"/>
                  </a:lnTo>
                  <a:lnTo>
                    <a:pt x="142399" y="775240"/>
                  </a:lnTo>
                  <a:lnTo>
                    <a:pt x="144399" y="776573"/>
                  </a:lnTo>
                  <a:lnTo>
                    <a:pt x="147352" y="778002"/>
                  </a:lnTo>
                  <a:lnTo>
                    <a:pt x="148400" y="778669"/>
                  </a:lnTo>
                  <a:lnTo>
                    <a:pt x="149162" y="779526"/>
                  </a:lnTo>
                  <a:lnTo>
                    <a:pt x="149352" y="780383"/>
                  </a:lnTo>
                  <a:lnTo>
                    <a:pt x="149066" y="781431"/>
                  </a:lnTo>
                  <a:lnTo>
                    <a:pt x="146971" y="785146"/>
                  </a:lnTo>
                  <a:lnTo>
                    <a:pt x="146685" y="786384"/>
                  </a:lnTo>
                  <a:lnTo>
                    <a:pt x="146780" y="787908"/>
                  </a:lnTo>
                  <a:lnTo>
                    <a:pt x="147447" y="789242"/>
                  </a:lnTo>
                  <a:lnTo>
                    <a:pt x="148590" y="790766"/>
                  </a:lnTo>
                  <a:lnTo>
                    <a:pt x="149828" y="792004"/>
                  </a:lnTo>
                  <a:lnTo>
                    <a:pt x="151448" y="792861"/>
                  </a:lnTo>
                  <a:lnTo>
                    <a:pt x="153162" y="793051"/>
                  </a:lnTo>
                  <a:lnTo>
                    <a:pt x="155734" y="792099"/>
                  </a:lnTo>
                  <a:lnTo>
                    <a:pt x="157544" y="790861"/>
                  </a:lnTo>
                  <a:lnTo>
                    <a:pt x="158877" y="789622"/>
                  </a:lnTo>
                  <a:lnTo>
                    <a:pt x="159734" y="788480"/>
                  </a:lnTo>
                  <a:lnTo>
                    <a:pt x="160211" y="787432"/>
                  </a:lnTo>
                  <a:lnTo>
                    <a:pt x="160306" y="786384"/>
                  </a:lnTo>
                  <a:lnTo>
                    <a:pt x="160401" y="785146"/>
                  </a:lnTo>
                  <a:lnTo>
                    <a:pt x="160496" y="783812"/>
                  </a:lnTo>
                  <a:lnTo>
                    <a:pt x="160877" y="782479"/>
                  </a:lnTo>
                  <a:lnTo>
                    <a:pt x="161449" y="781431"/>
                  </a:lnTo>
                  <a:lnTo>
                    <a:pt x="162116" y="780288"/>
                  </a:lnTo>
                  <a:lnTo>
                    <a:pt x="162782" y="779526"/>
                  </a:lnTo>
                  <a:lnTo>
                    <a:pt x="163830" y="779050"/>
                  </a:lnTo>
                  <a:lnTo>
                    <a:pt x="165164" y="779145"/>
                  </a:lnTo>
                  <a:lnTo>
                    <a:pt x="167450" y="780097"/>
                  </a:lnTo>
                  <a:lnTo>
                    <a:pt x="170498" y="782003"/>
                  </a:lnTo>
                  <a:lnTo>
                    <a:pt x="176784" y="787432"/>
                  </a:lnTo>
                  <a:lnTo>
                    <a:pt x="179165" y="789051"/>
                  </a:lnTo>
                  <a:lnTo>
                    <a:pt x="182594" y="792575"/>
                  </a:lnTo>
                  <a:lnTo>
                    <a:pt x="184404" y="793909"/>
                  </a:lnTo>
                  <a:lnTo>
                    <a:pt x="186404" y="794861"/>
                  </a:lnTo>
                  <a:lnTo>
                    <a:pt x="188119" y="795338"/>
                  </a:lnTo>
                  <a:lnTo>
                    <a:pt x="191834" y="795718"/>
                  </a:lnTo>
                  <a:lnTo>
                    <a:pt x="193643" y="795623"/>
                  </a:lnTo>
                  <a:lnTo>
                    <a:pt x="194786" y="795814"/>
                  </a:lnTo>
                  <a:lnTo>
                    <a:pt x="195358" y="796195"/>
                  </a:lnTo>
                  <a:lnTo>
                    <a:pt x="195644" y="796957"/>
                  </a:lnTo>
                  <a:lnTo>
                    <a:pt x="195644" y="798195"/>
                  </a:lnTo>
                  <a:lnTo>
                    <a:pt x="195929" y="799624"/>
                  </a:lnTo>
                  <a:lnTo>
                    <a:pt x="196596" y="801338"/>
                  </a:lnTo>
                  <a:lnTo>
                    <a:pt x="198120" y="802767"/>
                  </a:lnTo>
                  <a:lnTo>
                    <a:pt x="200120" y="803624"/>
                  </a:lnTo>
                  <a:lnTo>
                    <a:pt x="202121" y="803243"/>
                  </a:lnTo>
                  <a:lnTo>
                    <a:pt x="203930" y="802005"/>
                  </a:lnTo>
                  <a:lnTo>
                    <a:pt x="206978" y="798957"/>
                  </a:lnTo>
                  <a:lnTo>
                    <a:pt x="208693" y="796671"/>
                  </a:lnTo>
                  <a:lnTo>
                    <a:pt x="210217" y="793623"/>
                  </a:lnTo>
                  <a:lnTo>
                    <a:pt x="211265" y="790099"/>
                  </a:lnTo>
                  <a:lnTo>
                    <a:pt x="212789" y="787337"/>
                  </a:lnTo>
                  <a:lnTo>
                    <a:pt x="216598" y="783622"/>
                  </a:lnTo>
                  <a:lnTo>
                    <a:pt x="217932" y="782479"/>
                  </a:lnTo>
                  <a:lnTo>
                    <a:pt x="218885" y="781431"/>
                  </a:lnTo>
                  <a:lnTo>
                    <a:pt x="219932" y="779812"/>
                  </a:lnTo>
                  <a:lnTo>
                    <a:pt x="220885" y="777621"/>
                  </a:lnTo>
                  <a:lnTo>
                    <a:pt x="221552" y="775430"/>
                  </a:lnTo>
                  <a:lnTo>
                    <a:pt x="221552" y="772001"/>
                  </a:lnTo>
                  <a:lnTo>
                    <a:pt x="219456" y="770763"/>
                  </a:lnTo>
                  <a:lnTo>
                    <a:pt x="216980" y="770382"/>
                  </a:lnTo>
                  <a:lnTo>
                    <a:pt x="215836" y="770287"/>
                  </a:lnTo>
                  <a:lnTo>
                    <a:pt x="214884" y="770001"/>
                  </a:lnTo>
                  <a:lnTo>
                    <a:pt x="214408" y="769525"/>
                  </a:lnTo>
                  <a:lnTo>
                    <a:pt x="214122" y="768477"/>
                  </a:lnTo>
                  <a:lnTo>
                    <a:pt x="214122" y="768096"/>
                  </a:lnTo>
                  <a:lnTo>
                    <a:pt x="214122" y="767810"/>
                  </a:lnTo>
                  <a:lnTo>
                    <a:pt x="214122" y="767525"/>
                  </a:lnTo>
                  <a:lnTo>
                    <a:pt x="214217" y="766858"/>
                  </a:lnTo>
                  <a:lnTo>
                    <a:pt x="214979" y="764858"/>
                  </a:lnTo>
                  <a:lnTo>
                    <a:pt x="215074" y="763619"/>
                  </a:lnTo>
                  <a:lnTo>
                    <a:pt x="214027" y="761809"/>
                  </a:lnTo>
                  <a:lnTo>
                    <a:pt x="211741" y="758762"/>
                  </a:lnTo>
                  <a:lnTo>
                    <a:pt x="211074" y="757333"/>
                  </a:lnTo>
                  <a:lnTo>
                    <a:pt x="210693" y="755333"/>
                  </a:lnTo>
                  <a:lnTo>
                    <a:pt x="210026" y="753523"/>
                  </a:lnTo>
                  <a:lnTo>
                    <a:pt x="209169" y="751904"/>
                  </a:lnTo>
                  <a:lnTo>
                    <a:pt x="207455" y="750284"/>
                  </a:lnTo>
                  <a:lnTo>
                    <a:pt x="205835" y="749522"/>
                  </a:lnTo>
                  <a:lnTo>
                    <a:pt x="204121" y="749141"/>
                  </a:lnTo>
                  <a:lnTo>
                    <a:pt x="202597" y="749332"/>
                  </a:lnTo>
                  <a:lnTo>
                    <a:pt x="200025" y="749808"/>
                  </a:lnTo>
                  <a:lnTo>
                    <a:pt x="196596" y="751046"/>
                  </a:lnTo>
                  <a:lnTo>
                    <a:pt x="195263" y="751332"/>
                  </a:lnTo>
                  <a:lnTo>
                    <a:pt x="194119" y="751237"/>
                  </a:lnTo>
                  <a:lnTo>
                    <a:pt x="193262" y="750665"/>
                  </a:lnTo>
                  <a:lnTo>
                    <a:pt x="192500" y="749618"/>
                  </a:lnTo>
                  <a:lnTo>
                    <a:pt x="191738" y="747998"/>
                  </a:lnTo>
                  <a:lnTo>
                    <a:pt x="191167" y="746474"/>
                  </a:lnTo>
                  <a:lnTo>
                    <a:pt x="191262" y="744379"/>
                  </a:lnTo>
                  <a:lnTo>
                    <a:pt x="191643" y="743236"/>
                  </a:lnTo>
                  <a:lnTo>
                    <a:pt x="193072" y="741426"/>
                  </a:lnTo>
                  <a:lnTo>
                    <a:pt x="193453" y="740474"/>
                  </a:lnTo>
                  <a:lnTo>
                    <a:pt x="193643" y="739235"/>
                  </a:lnTo>
                  <a:lnTo>
                    <a:pt x="193548" y="737711"/>
                  </a:lnTo>
                  <a:lnTo>
                    <a:pt x="193072" y="733711"/>
                  </a:lnTo>
                  <a:lnTo>
                    <a:pt x="193167" y="727901"/>
                  </a:lnTo>
                  <a:lnTo>
                    <a:pt x="192881" y="725900"/>
                  </a:lnTo>
                  <a:lnTo>
                    <a:pt x="192215" y="723614"/>
                  </a:lnTo>
                  <a:lnTo>
                    <a:pt x="190595" y="720376"/>
                  </a:lnTo>
                  <a:lnTo>
                    <a:pt x="189167" y="718471"/>
                  </a:lnTo>
                  <a:lnTo>
                    <a:pt x="184690" y="713994"/>
                  </a:lnTo>
                  <a:lnTo>
                    <a:pt x="183547" y="711899"/>
                  </a:lnTo>
                  <a:lnTo>
                    <a:pt x="182499" y="708851"/>
                  </a:lnTo>
                  <a:lnTo>
                    <a:pt x="180118" y="696087"/>
                  </a:lnTo>
                  <a:lnTo>
                    <a:pt x="179927" y="690467"/>
                  </a:lnTo>
                  <a:lnTo>
                    <a:pt x="179070" y="686943"/>
                  </a:lnTo>
                  <a:lnTo>
                    <a:pt x="174879" y="677323"/>
                  </a:lnTo>
                  <a:lnTo>
                    <a:pt x="173546" y="675513"/>
                  </a:lnTo>
                  <a:lnTo>
                    <a:pt x="172022" y="673989"/>
                  </a:lnTo>
                  <a:lnTo>
                    <a:pt x="169736" y="672179"/>
                  </a:lnTo>
                  <a:lnTo>
                    <a:pt x="168878" y="671417"/>
                  </a:lnTo>
                  <a:lnTo>
                    <a:pt x="168212" y="670370"/>
                  </a:lnTo>
                  <a:lnTo>
                    <a:pt x="167926" y="669512"/>
                  </a:lnTo>
                  <a:lnTo>
                    <a:pt x="167926" y="668464"/>
                  </a:lnTo>
                  <a:lnTo>
                    <a:pt x="168212" y="667512"/>
                  </a:lnTo>
                  <a:lnTo>
                    <a:pt x="168688" y="666274"/>
                  </a:lnTo>
                  <a:lnTo>
                    <a:pt x="169926" y="664083"/>
                  </a:lnTo>
                  <a:lnTo>
                    <a:pt x="172688" y="659987"/>
                  </a:lnTo>
                  <a:lnTo>
                    <a:pt x="173546" y="659130"/>
                  </a:lnTo>
                  <a:lnTo>
                    <a:pt x="175070" y="657892"/>
                  </a:lnTo>
                  <a:lnTo>
                    <a:pt x="175546" y="657130"/>
                  </a:lnTo>
                  <a:lnTo>
                    <a:pt x="175641" y="656463"/>
                  </a:lnTo>
                  <a:lnTo>
                    <a:pt x="175450" y="655606"/>
                  </a:lnTo>
                  <a:lnTo>
                    <a:pt x="175260" y="654939"/>
                  </a:lnTo>
                  <a:lnTo>
                    <a:pt x="175070" y="654082"/>
                  </a:lnTo>
                  <a:lnTo>
                    <a:pt x="175355" y="653225"/>
                  </a:lnTo>
                  <a:lnTo>
                    <a:pt x="175831" y="652463"/>
                  </a:lnTo>
                  <a:lnTo>
                    <a:pt x="176594" y="651986"/>
                  </a:lnTo>
                  <a:lnTo>
                    <a:pt x="177546" y="651510"/>
                  </a:lnTo>
                  <a:lnTo>
                    <a:pt x="179261" y="651320"/>
                  </a:lnTo>
                  <a:lnTo>
                    <a:pt x="181547" y="651320"/>
                  </a:lnTo>
                  <a:lnTo>
                    <a:pt x="183928" y="652082"/>
                  </a:lnTo>
                  <a:lnTo>
                    <a:pt x="184975" y="652558"/>
                  </a:lnTo>
                  <a:lnTo>
                    <a:pt x="185356" y="653129"/>
                  </a:lnTo>
                  <a:lnTo>
                    <a:pt x="186023" y="654749"/>
                  </a:lnTo>
                  <a:lnTo>
                    <a:pt x="186595" y="655606"/>
                  </a:lnTo>
                  <a:lnTo>
                    <a:pt x="188404" y="656749"/>
                  </a:lnTo>
                  <a:lnTo>
                    <a:pt x="189262" y="657606"/>
                  </a:lnTo>
                  <a:lnTo>
                    <a:pt x="190690" y="659225"/>
                  </a:lnTo>
                  <a:lnTo>
                    <a:pt x="191643" y="659987"/>
                  </a:lnTo>
                  <a:lnTo>
                    <a:pt x="192596" y="660178"/>
                  </a:lnTo>
                  <a:lnTo>
                    <a:pt x="193643" y="659511"/>
                  </a:lnTo>
                  <a:lnTo>
                    <a:pt x="193834" y="658463"/>
                  </a:lnTo>
                  <a:lnTo>
                    <a:pt x="193739" y="657416"/>
                  </a:lnTo>
                  <a:lnTo>
                    <a:pt x="193167" y="655796"/>
                  </a:lnTo>
                  <a:lnTo>
                    <a:pt x="192977" y="654844"/>
                  </a:lnTo>
                  <a:lnTo>
                    <a:pt x="193072" y="653891"/>
                  </a:lnTo>
                  <a:lnTo>
                    <a:pt x="193548" y="652939"/>
                  </a:lnTo>
                  <a:lnTo>
                    <a:pt x="194691" y="651224"/>
                  </a:lnTo>
                  <a:lnTo>
                    <a:pt x="195072" y="649986"/>
                  </a:lnTo>
                  <a:lnTo>
                    <a:pt x="194977" y="649034"/>
                  </a:lnTo>
                  <a:lnTo>
                    <a:pt x="194691" y="648272"/>
                  </a:lnTo>
                  <a:lnTo>
                    <a:pt x="192500" y="646271"/>
                  </a:lnTo>
                  <a:lnTo>
                    <a:pt x="192024" y="645414"/>
                  </a:lnTo>
                  <a:lnTo>
                    <a:pt x="192215" y="642557"/>
                  </a:lnTo>
                  <a:lnTo>
                    <a:pt x="192596" y="641223"/>
                  </a:lnTo>
                  <a:lnTo>
                    <a:pt x="193357" y="640271"/>
                  </a:lnTo>
                  <a:lnTo>
                    <a:pt x="194501" y="639699"/>
                  </a:lnTo>
                  <a:lnTo>
                    <a:pt x="195739" y="639509"/>
                  </a:lnTo>
                  <a:lnTo>
                    <a:pt x="196691" y="639128"/>
                  </a:lnTo>
                  <a:lnTo>
                    <a:pt x="198882" y="637508"/>
                  </a:lnTo>
                  <a:lnTo>
                    <a:pt x="200120" y="639318"/>
                  </a:lnTo>
                  <a:lnTo>
                    <a:pt x="200501" y="640080"/>
                  </a:lnTo>
                  <a:lnTo>
                    <a:pt x="200692" y="640556"/>
                  </a:lnTo>
                  <a:lnTo>
                    <a:pt x="200977" y="643414"/>
                  </a:lnTo>
                  <a:lnTo>
                    <a:pt x="200882" y="648367"/>
                  </a:lnTo>
                  <a:lnTo>
                    <a:pt x="201073" y="649891"/>
                  </a:lnTo>
                  <a:lnTo>
                    <a:pt x="201740" y="650653"/>
                  </a:lnTo>
                  <a:lnTo>
                    <a:pt x="202978" y="651129"/>
                  </a:lnTo>
                  <a:lnTo>
                    <a:pt x="205073" y="650843"/>
                  </a:lnTo>
                  <a:lnTo>
                    <a:pt x="206311" y="649986"/>
                  </a:lnTo>
                  <a:lnTo>
                    <a:pt x="207073" y="648938"/>
                  </a:lnTo>
                  <a:lnTo>
                    <a:pt x="207264" y="647605"/>
                  </a:lnTo>
                  <a:lnTo>
                    <a:pt x="206978" y="642938"/>
                  </a:lnTo>
                  <a:lnTo>
                    <a:pt x="207073" y="641699"/>
                  </a:lnTo>
                  <a:lnTo>
                    <a:pt x="207169" y="640937"/>
                  </a:lnTo>
                  <a:lnTo>
                    <a:pt x="207359" y="640271"/>
                  </a:lnTo>
                  <a:lnTo>
                    <a:pt x="208121" y="638651"/>
                  </a:lnTo>
                  <a:lnTo>
                    <a:pt x="209074" y="637318"/>
                  </a:lnTo>
                  <a:lnTo>
                    <a:pt x="210122" y="636175"/>
                  </a:lnTo>
                  <a:lnTo>
                    <a:pt x="211455" y="635699"/>
                  </a:lnTo>
                  <a:lnTo>
                    <a:pt x="212693" y="635889"/>
                  </a:lnTo>
                  <a:lnTo>
                    <a:pt x="214027" y="637318"/>
                  </a:lnTo>
                  <a:lnTo>
                    <a:pt x="214503" y="638747"/>
                  </a:lnTo>
                  <a:lnTo>
                    <a:pt x="214694" y="639985"/>
                  </a:lnTo>
                  <a:lnTo>
                    <a:pt x="214789" y="642461"/>
                  </a:lnTo>
                  <a:lnTo>
                    <a:pt x="214503" y="643890"/>
                  </a:lnTo>
                  <a:lnTo>
                    <a:pt x="214027" y="645319"/>
                  </a:lnTo>
                  <a:lnTo>
                    <a:pt x="213455" y="646367"/>
                  </a:lnTo>
                  <a:lnTo>
                    <a:pt x="213265" y="647414"/>
                  </a:lnTo>
                  <a:lnTo>
                    <a:pt x="213551" y="648081"/>
                  </a:lnTo>
                  <a:lnTo>
                    <a:pt x="214408" y="648462"/>
                  </a:lnTo>
                  <a:lnTo>
                    <a:pt x="215836" y="648367"/>
                  </a:lnTo>
                  <a:lnTo>
                    <a:pt x="217075" y="647986"/>
                  </a:lnTo>
                  <a:lnTo>
                    <a:pt x="218123" y="647795"/>
                  </a:lnTo>
                  <a:lnTo>
                    <a:pt x="218694" y="647891"/>
                  </a:lnTo>
                  <a:lnTo>
                    <a:pt x="219265" y="648462"/>
                  </a:lnTo>
                  <a:lnTo>
                    <a:pt x="219456" y="649034"/>
                  </a:lnTo>
                  <a:lnTo>
                    <a:pt x="219456" y="649891"/>
                  </a:lnTo>
                  <a:lnTo>
                    <a:pt x="219170" y="653605"/>
                  </a:lnTo>
                  <a:lnTo>
                    <a:pt x="218885" y="655130"/>
                  </a:lnTo>
                  <a:lnTo>
                    <a:pt x="216789" y="658749"/>
                  </a:lnTo>
                  <a:lnTo>
                    <a:pt x="216408" y="660178"/>
                  </a:lnTo>
                  <a:lnTo>
                    <a:pt x="216503" y="661321"/>
                  </a:lnTo>
                  <a:lnTo>
                    <a:pt x="216789" y="663321"/>
                  </a:lnTo>
                  <a:lnTo>
                    <a:pt x="216884" y="664464"/>
                  </a:lnTo>
                  <a:lnTo>
                    <a:pt x="216598" y="665607"/>
                  </a:lnTo>
                  <a:lnTo>
                    <a:pt x="215836" y="666559"/>
                  </a:lnTo>
                  <a:lnTo>
                    <a:pt x="215170" y="667226"/>
                  </a:lnTo>
                  <a:lnTo>
                    <a:pt x="212407" y="669036"/>
                  </a:lnTo>
                  <a:lnTo>
                    <a:pt x="210788" y="670465"/>
                  </a:lnTo>
                  <a:lnTo>
                    <a:pt x="209645" y="672179"/>
                  </a:lnTo>
                  <a:lnTo>
                    <a:pt x="208788" y="673989"/>
                  </a:lnTo>
                  <a:lnTo>
                    <a:pt x="208312" y="676180"/>
                  </a:lnTo>
                  <a:lnTo>
                    <a:pt x="208121" y="677989"/>
                  </a:lnTo>
                  <a:lnTo>
                    <a:pt x="208407" y="679895"/>
                  </a:lnTo>
                  <a:lnTo>
                    <a:pt x="209074" y="681323"/>
                  </a:lnTo>
                  <a:lnTo>
                    <a:pt x="210122" y="682085"/>
                  </a:lnTo>
                  <a:lnTo>
                    <a:pt x="211455" y="681990"/>
                  </a:lnTo>
                  <a:lnTo>
                    <a:pt x="213360" y="680561"/>
                  </a:lnTo>
                  <a:lnTo>
                    <a:pt x="214503" y="679323"/>
                  </a:lnTo>
                  <a:lnTo>
                    <a:pt x="216027" y="677132"/>
                  </a:lnTo>
                  <a:lnTo>
                    <a:pt x="216884" y="676370"/>
                  </a:lnTo>
                  <a:lnTo>
                    <a:pt x="218027" y="675799"/>
                  </a:lnTo>
                  <a:lnTo>
                    <a:pt x="219647" y="675608"/>
                  </a:lnTo>
                  <a:lnTo>
                    <a:pt x="220980" y="675227"/>
                  </a:lnTo>
                  <a:lnTo>
                    <a:pt x="222123" y="674084"/>
                  </a:lnTo>
                  <a:lnTo>
                    <a:pt x="222409" y="672751"/>
                  </a:lnTo>
                  <a:lnTo>
                    <a:pt x="222504" y="671417"/>
                  </a:lnTo>
                  <a:lnTo>
                    <a:pt x="222409" y="670084"/>
                  </a:lnTo>
                  <a:lnTo>
                    <a:pt x="222504" y="669131"/>
                  </a:lnTo>
                  <a:lnTo>
                    <a:pt x="222980" y="668560"/>
                  </a:lnTo>
                  <a:lnTo>
                    <a:pt x="223933" y="668274"/>
                  </a:lnTo>
                  <a:lnTo>
                    <a:pt x="225743" y="668464"/>
                  </a:lnTo>
                  <a:lnTo>
                    <a:pt x="226505" y="668941"/>
                  </a:lnTo>
                  <a:lnTo>
                    <a:pt x="227076" y="669417"/>
                  </a:lnTo>
                  <a:lnTo>
                    <a:pt x="227362" y="669703"/>
                  </a:lnTo>
                  <a:lnTo>
                    <a:pt x="227743" y="670179"/>
                  </a:lnTo>
                  <a:lnTo>
                    <a:pt x="229076" y="670846"/>
                  </a:lnTo>
                  <a:lnTo>
                    <a:pt x="229362" y="671132"/>
                  </a:lnTo>
                  <a:lnTo>
                    <a:pt x="229552" y="671608"/>
                  </a:lnTo>
                  <a:lnTo>
                    <a:pt x="229172" y="672370"/>
                  </a:lnTo>
                  <a:lnTo>
                    <a:pt x="226123" y="675513"/>
                  </a:lnTo>
                  <a:lnTo>
                    <a:pt x="225361" y="677037"/>
                  </a:lnTo>
                  <a:lnTo>
                    <a:pt x="224981" y="678466"/>
                  </a:lnTo>
                  <a:lnTo>
                    <a:pt x="225076" y="679895"/>
                  </a:lnTo>
                  <a:lnTo>
                    <a:pt x="225457" y="680847"/>
                  </a:lnTo>
                  <a:lnTo>
                    <a:pt x="226028" y="681609"/>
                  </a:lnTo>
                  <a:lnTo>
                    <a:pt x="226790" y="682085"/>
                  </a:lnTo>
                  <a:lnTo>
                    <a:pt x="228124" y="681895"/>
                  </a:lnTo>
                  <a:lnTo>
                    <a:pt x="230029" y="681228"/>
                  </a:lnTo>
                  <a:lnTo>
                    <a:pt x="233839" y="679418"/>
                  </a:lnTo>
                  <a:lnTo>
                    <a:pt x="235648" y="679228"/>
                  </a:lnTo>
                  <a:lnTo>
                    <a:pt x="236601" y="679513"/>
                  </a:lnTo>
                  <a:lnTo>
                    <a:pt x="236982" y="680657"/>
                  </a:lnTo>
                  <a:lnTo>
                    <a:pt x="237458" y="684752"/>
                  </a:lnTo>
                  <a:lnTo>
                    <a:pt x="237839" y="685514"/>
                  </a:lnTo>
                  <a:lnTo>
                    <a:pt x="238601" y="685991"/>
                  </a:lnTo>
                  <a:lnTo>
                    <a:pt x="239459" y="685800"/>
                  </a:lnTo>
                  <a:lnTo>
                    <a:pt x="240506" y="685133"/>
                  </a:lnTo>
                  <a:lnTo>
                    <a:pt x="241649" y="683133"/>
                  </a:lnTo>
                  <a:lnTo>
                    <a:pt x="242506" y="682085"/>
                  </a:lnTo>
                  <a:lnTo>
                    <a:pt x="243840" y="681228"/>
                  </a:lnTo>
                  <a:lnTo>
                    <a:pt x="245078" y="681133"/>
                  </a:lnTo>
                  <a:lnTo>
                    <a:pt x="246221" y="681323"/>
                  </a:lnTo>
                  <a:lnTo>
                    <a:pt x="248317" y="682276"/>
                  </a:lnTo>
                  <a:lnTo>
                    <a:pt x="249269" y="682085"/>
                  </a:lnTo>
                  <a:lnTo>
                    <a:pt x="250127" y="681990"/>
                  </a:lnTo>
                  <a:lnTo>
                    <a:pt x="251174" y="681990"/>
                  </a:lnTo>
                  <a:lnTo>
                    <a:pt x="252413" y="682371"/>
                  </a:lnTo>
                  <a:lnTo>
                    <a:pt x="255080" y="683419"/>
                  </a:lnTo>
                  <a:lnTo>
                    <a:pt x="256318" y="683419"/>
                  </a:lnTo>
                  <a:lnTo>
                    <a:pt x="257175" y="682752"/>
                  </a:lnTo>
                  <a:lnTo>
                    <a:pt x="257556" y="681704"/>
                  </a:lnTo>
                  <a:lnTo>
                    <a:pt x="257556" y="680276"/>
                  </a:lnTo>
                  <a:lnTo>
                    <a:pt x="257175" y="678180"/>
                  </a:lnTo>
                  <a:lnTo>
                    <a:pt x="254413" y="669322"/>
                  </a:lnTo>
                  <a:lnTo>
                    <a:pt x="254222" y="667703"/>
                  </a:lnTo>
                  <a:lnTo>
                    <a:pt x="254318" y="666655"/>
                  </a:lnTo>
                  <a:lnTo>
                    <a:pt x="254508" y="664940"/>
                  </a:lnTo>
                  <a:lnTo>
                    <a:pt x="255842" y="661702"/>
                  </a:lnTo>
                  <a:lnTo>
                    <a:pt x="258985" y="657892"/>
                  </a:lnTo>
                  <a:lnTo>
                    <a:pt x="260032" y="657892"/>
                  </a:lnTo>
                  <a:lnTo>
                    <a:pt x="260699" y="658178"/>
                  </a:lnTo>
                  <a:lnTo>
                    <a:pt x="261366" y="658939"/>
                  </a:lnTo>
                  <a:lnTo>
                    <a:pt x="261556" y="659701"/>
                  </a:lnTo>
                  <a:lnTo>
                    <a:pt x="261176" y="661035"/>
                  </a:lnTo>
                  <a:lnTo>
                    <a:pt x="258318" y="665702"/>
                  </a:lnTo>
                  <a:lnTo>
                    <a:pt x="257842" y="666941"/>
                  </a:lnTo>
                  <a:lnTo>
                    <a:pt x="257651" y="667703"/>
                  </a:lnTo>
                  <a:lnTo>
                    <a:pt x="257461" y="668750"/>
                  </a:lnTo>
                  <a:lnTo>
                    <a:pt x="257556" y="669988"/>
                  </a:lnTo>
                  <a:lnTo>
                    <a:pt x="258032" y="671227"/>
                  </a:lnTo>
                  <a:lnTo>
                    <a:pt x="259080" y="672655"/>
                  </a:lnTo>
                  <a:lnTo>
                    <a:pt x="259842" y="673227"/>
                  </a:lnTo>
                  <a:lnTo>
                    <a:pt x="260699" y="673418"/>
                  </a:lnTo>
                  <a:lnTo>
                    <a:pt x="261461" y="673227"/>
                  </a:lnTo>
                  <a:lnTo>
                    <a:pt x="261938" y="672751"/>
                  </a:lnTo>
                  <a:lnTo>
                    <a:pt x="262414" y="672084"/>
                  </a:lnTo>
                  <a:lnTo>
                    <a:pt x="262795" y="671227"/>
                  </a:lnTo>
                  <a:lnTo>
                    <a:pt x="263366" y="670370"/>
                  </a:lnTo>
                  <a:lnTo>
                    <a:pt x="264223" y="669512"/>
                  </a:lnTo>
                  <a:lnTo>
                    <a:pt x="265462" y="668846"/>
                  </a:lnTo>
                  <a:lnTo>
                    <a:pt x="266700" y="668560"/>
                  </a:lnTo>
                  <a:lnTo>
                    <a:pt x="267843" y="668655"/>
                  </a:lnTo>
                  <a:lnTo>
                    <a:pt x="268986" y="669226"/>
                  </a:lnTo>
                  <a:lnTo>
                    <a:pt x="269939" y="669322"/>
                  </a:lnTo>
                  <a:lnTo>
                    <a:pt x="270796" y="668941"/>
                  </a:lnTo>
                  <a:lnTo>
                    <a:pt x="272796" y="666845"/>
                  </a:lnTo>
                  <a:lnTo>
                    <a:pt x="273748" y="666179"/>
                  </a:lnTo>
                  <a:lnTo>
                    <a:pt x="274606" y="665797"/>
                  </a:lnTo>
                  <a:lnTo>
                    <a:pt x="274987" y="666464"/>
                  </a:lnTo>
                  <a:lnTo>
                    <a:pt x="274796" y="667798"/>
                  </a:lnTo>
                  <a:lnTo>
                    <a:pt x="273082" y="671513"/>
                  </a:lnTo>
                  <a:lnTo>
                    <a:pt x="269081" y="676942"/>
                  </a:lnTo>
                  <a:lnTo>
                    <a:pt x="267653" y="680371"/>
                  </a:lnTo>
                  <a:lnTo>
                    <a:pt x="266605" y="681990"/>
                  </a:lnTo>
                  <a:lnTo>
                    <a:pt x="263747" y="684657"/>
                  </a:lnTo>
                  <a:lnTo>
                    <a:pt x="263176" y="685514"/>
                  </a:lnTo>
                  <a:lnTo>
                    <a:pt x="262795" y="686753"/>
                  </a:lnTo>
                  <a:lnTo>
                    <a:pt x="262509" y="688086"/>
                  </a:lnTo>
                  <a:lnTo>
                    <a:pt x="262223" y="690086"/>
                  </a:lnTo>
                  <a:lnTo>
                    <a:pt x="262223" y="691705"/>
                  </a:lnTo>
                  <a:lnTo>
                    <a:pt x="262414" y="693039"/>
                  </a:lnTo>
                  <a:lnTo>
                    <a:pt x="262985" y="693992"/>
                  </a:lnTo>
                  <a:lnTo>
                    <a:pt x="264128" y="694754"/>
                  </a:lnTo>
                  <a:lnTo>
                    <a:pt x="265367" y="695230"/>
                  </a:lnTo>
                  <a:lnTo>
                    <a:pt x="269272" y="694849"/>
                  </a:lnTo>
                  <a:lnTo>
                    <a:pt x="269748" y="693420"/>
                  </a:lnTo>
                  <a:lnTo>
                    <a:pt x="269748" y="691705"/>
                  </a:lnTo>
                  <a:lnTo>
                    <a:pt x="269462" y="689801"/>
                  </a:lnTo>
                  <a:lnTo>
                    <a:pt x="269367" y="687705"/>
                  </a:lnTo>
                  <a:lnTo>
                    <a:pt x="269462" y="686943"/>
                  </a:lnTo>
                  <a:lnTo>
                    <a:pt x="270129" y="686372"/>
                  </a:lnTo>
                  <a:lnTo>
                    <a:pt x="271177" y="685895"/>
                  </a:lnTo>
                  <a:lnTo>
                    <a:pt x="273272" y="685895"/>
                  </a:lnTo>
                  <a:lnTo>
                    <a:pt x="274606" y="686276"/>
                  </a:lnTo>
                  <a:lnTo>
                    <a:pt x="275463" y="686943"/>
                  </a:lnTo>
                  <a:lnTo>
                    <a:pt x="275749" y="687705"/>
                  </a:lnTo>
                  <a:lnTo>
                    <a:pt x="275939" y="688467"/>
                  </a:lnTo>
                  <a:lnTo>
                    <a:pt x="276035" y="689420"/>
                  </a:lnTo>
                  <a:lnTo>
                    <a:pt x="276320" y="690182"/>
                  </a:lnTo>
                  <a:lnTo>
                    <a:pt x="276987" y="690848"/>
                  </a:lnTo>
                  <a:lnTo>
                    <a:pt x="278035" y="691134"/>
                  </a:lnTo>
                  <a:lnTo>
                    <a:pt x="279368" y="690848"/>
                  </a:lnTo>
                  <a:lnTo>
                    <a:pt x="280988" y="689801"/>
                  </a:lnTo>
                  <a:lnTo>
                    <a:pt x="281845" y="689038"/>
                  </a:lnTo>
                  <a:lnTo>
                    <a:pt x="282416" y="688086"/>
                  </a:lnTo>
                  <a:lnTo>
                    <a:pt x="284321" y="684181"/>
                  </a:lnTo>
                  <a:lnTo>
                    <a:pt x="285369" y="682847"/>
                  </a:lnTo>
                  <a:lnTo>
                    <a:pt x="286512" y="681800"/>
                  </a:lnTo>
                  <a:lnTo>
                    <a:pt x="287941" y="681514"/>
                  </a:lnTo>
                  <a:lnTo>
                    <a:pt x="288703" y="681514"/>
                  </a:lnTo>
                  <a:lnTo>
                    <a:pt x="289369" y="681609"/>
                  </a:lnTo>
                  <a:lnTo>
                    <a:pt x="290798" y="682085"/>
                  </a:lnTo>
                  <a:lnTo>
                    <a:pt x="295275" y="684276"/>
                  </a:lnTo>
                  <a:lnTo>
                    <a:pt x="298894" y="685324"/>
                  </a:lnTo>
                  <a:lnTo>
                    <a:pt x="300323" y="685514"/>
                  </a:lnTo>
                  <a:lnTo>
                    <a:pt x="309086" y="684943"/>
                  </a:lnTo>
                  <a:lnTo>
                    <a:pt x="312039" y="684371"/>
                  </a:lnTo>
                  <a:lnTo>
                    <a:pt x="312611" y="684467"/>
                  </a:lnTo>
                  <a:lnTo>
                    <a:pt x="313277" y="684752"/>
                  </a:lnTo>
                  <a:lnTo>
                    <a:pt x="313944" y="685324"/>
                  </a:lnTo>
                  <a:lnTo>
                    <a:pt x="315373" y="687324"/>
                  </a:lnTo>
                  <a:lnTo>
                    <a:pt x="316516" y="687514"/>
                  </a:lnTo>
                  <a:lnTo>
                    <a:pt x="318040" y="687134"/>
                  </a:lnTo>
                  <a:lnTo>
                    <a:pt x="320802" y="685609"/>
                  </a:lnTo>
                  <a:lnTo>
                    <a:pt x="322231" y="685133"/>
                  </a:lnTo>
                  <a:lnTo>
                    <a:pt x="323660" y="684847"/>
                  </a:lnTo>
                  <a:lnTo>
                    <a:pt x="324040" y="684467"/>
                  </a:lnTo>
                  <a:lnTo>
                    <a:pt x="324326" y="683419"/>
                  </a:lnTo>
                  <a:lnTo>
                    <a:pt x="324136" y="682562"/>
                  </a:lnTo>
                  <a:lnTo>
                    <a:pt x="323755" y="681704"/>
                  </a:lnTo>
                  <a:lnTo>
                    <a:pt x="321850" y="679513"/>
                  </a:lnTo>
                  <a:lnTo>
                    <a:pt x="321183" y="678466"/>
                  </a:lnTo>
                  <a:lnTo>
                    <a:pt x="320611" y="677418"/>
                  </a:lnTo>
                  <a:lnTo>
                    <a:pt x="320326" y="676561"/>
                  </a:lnTo>
                  <a:lnTo>
                    <a:pt x="320231" y="675799"/>
                  </a:lnTo>
                  <a:lnTo>
                    <a:pt x="320231" y="675132"/>
                  </a:lnTo>
                  <a:lnTo>
                    <a:pt x="320326" y="674465"/>
                  </a:lnTo>
                  <a:lnTo>
                    <a:pt x="320993" y="673703"/>
                  </a:lnTo>
                  <a:lnTo>
                    <a:pt x="322326" y="672751"/>
                  </a:lnTo>
                  <a:lnTo>
                    <a:pt x="325184" y="671893"/>
                  </a:lnTo>
                  <a:lnTo>
                    <a:pt x="328041" y="671703"/>
                  </a:lnTo>
                  <a:lnTo>
                    <a:pt x="329660" y="671227"/>
                  </a:lnTo>
                  <a:lnTo>
                    <a:pt x="331946" y="669893"/>
                  </a:lnTo>
                  <a:lnTo>
                    <a:pt x="336328" y="666464"/>
                  </a:lnTo>
                  <a:lnTo>
                    <a:pt x="339281" y="663512"/>
                  </a:lnTo>
                  <a:lnTo>
                    <a:pt x="341186" y="662178"/>
                  </a:lnTo>
                  <a:lnTo>
                    <a:pt x="349472" y="658273"/>
                  </a:lnTo>
                  <a:lnTo>
                    <a:pt x="352139" y="659606"/>
                  </a:lnTo>
                  <a:lnTo>
                    <a:pt x="352901" y="659797"/>
                  </a:lnTo>
                  <a:lnTo>
                    <a:pt x="353378" y="659797"/>
                  </a:lnTo>
                  <a:lnTo>
                    <a:pt x="353759" y="659606"/>
                  </a:lnTo>
                  <a:lnTo>
                    <a:pt x="358807" y="655892"/>
                  </a:lnTo>
                  <a:lnTo>
                    <a:pt x="359664" y="654939"/>
                  </a:lnTo>
                  <a:lnTo>
                    <a:pt x="360331" y="654082"/>
                  </a:lnTo>
                  <a:lnTo>
                    <a:pt x="360998" y="652272"/>
                  </a:lnTo>
                  <a:lnTo>
                    <a:pt x="361474" y="651605"/>
                  </a:lnTo>
                  <a:lnTo>
                    <a:pt x="362236" y="651224"/>
                  </a:lnTo>
                  <a:lnTo>
                    <a:pt x="363188" y="651320"/>
                  </a:lnTo>
                  <a:lnTo>
                    <a:pt x="364903" y="652082"/>
                  </a:lnTo>
                  <a:lnTo>
                    <a:pt x="365760" y="652177"/>
                  </a:lnTo>
                  <a:lnTo>
                    <a:pt x="366522" y="652082"/>
                  </a:lnTo>
                  <a:lnTo>
                    <a:pt x="368713" y="651415"/>
                  </a:lnTo>
                  <a:lnTo>
                    <a:pt x="370332" y="651129"/>
                  </a:lnTo>
                  <a:lnTo>
                    <a:pt x="371285" y="651224"/>
                  </a:lnTo>
                  <a:lnTo>
                    <a:pt x="372142" y="651510"/>
                  </a:lnTo>
                  <a:lnTo>
                    <a:pt x="372904" y="652748"/>
                  </a:lnTo>
                  <a:lnTo>
                    <a:pt x="374714" y="655320"/>
                  </a:lnTo>
                  <a:lnTo>
                    <a:pt x="375094" y="656177"/>
                  </a:lnTo>
                  <a:lnTo>
                    <a:pt x="375476" y="657320"/>
                  </a:lnTo>
                  <a:lnTo>
                    <a:pt x="376047" y="661321"/>
                  </a:lnTo>
                  <a:lnTo>
                    <a:pt x="376238" y="666274"/>
                  </a:lnTo>
                  <a:lnTo>
                    <a:pt x="376619" y="667607"/>
                  </a:lnTo>
                  <a:lnTo>
                    <a:pt x="377095" y="668369"/>
                  </a:lnTo>
                  <a:lnTo>
                    <a:pt x="378905" y="669036"/>
                  </a:lnTo>
                  <a:lnTo>
                    <a:pt x="380428" y="669988"/>
                  </a:lnTo>
                  <a:lnTo>
                    <a:pt x="380905" y="670370"/>
                  </a:lnTo>
                  <a:lnTo>
                    <a:pt x="381381" y="670941"/>
                  </a:lnTo>
                  <a:lnTo>
                    <a:pt x="382334" y="672846"/>
                  </a:lnTo>
                  <a:lnTo>
                    <a:pt x="382810" y="673227"/>
                  </a:lnTo>
                  <a:lnTo>
                    <a:pt x="383286" y="673227"/>
                  </a:lnTo>
                  <a:lnTo>
                    <a:pt x="383857" y="673037"/>
                  </a:lnTo>
                  <a:lnTo>
                    <a:pt x="384429" y="672846"/>
                  </a:lnTo>
                  <a:lnTo>
                    <a:pt x="385001" y="672941"/>
                  </a:lnTo>
                  <a:lnTo>
                    <a:pt x="385477" y="673227"/>
                  </a:lnTo>
                  <a:lnTo>
                    <a:pt x="385953" y="673703"/>
                  </a:lnTo>
                  <a:lnTo>
                    <a:pt x="386239" y="674370"/>
                  </a:lnTo>
                  <a:lnTo>
                    <a:pt x="386429" y="675132"/>
                  </a:lnTo>
                  <a:lnTo>
                    <a:pt x="386715" y="677323"/>
                  </a:lnTo>
                  <a:lnTo>
                    <a:pt x="387001" y="677989"/>
                  </a:lnTo>
                  <a:lnTo>
                    <a:pt x="387953" y="679990"/>
                  </a:lnTo>
                  <a:lnTo>
                    <a:pt x="388144" y="680657"/>
                  </a:lnTo>
                  <a:lnTo>
                    <a:pt x="388144" y="681323"/>
                  </a:lnTo>
                  <a:lnTo>
                    <a:pt x="387763" y="681895"/>
                  </a:lnTo>
                  <a:lnTo>
                    <a:pt x="387096" y="682562"/>
                  </a:lnTo>
                  <a:lnTo>
                    <a:pt x="385858" y="683228"/>
                  </a:lnTo>
                  <a:lnTo>
                    <a:pt x="383953" y="683990"/>
                  </a:lnTo>
                  <a:lnTo>
                    <a:pt x="382429" y="684943"/>
                  </a:lnTo>
                  <a:lnTo>
                    <a:pt x="381762" y="685324"/>
                  </a:lnTo>
                  <a:lnTo>
                    <a:pt x="381000" y="685609"/>
                  </a:lnTo>
                  <a:lnTo>
                    <a:pt x="380333" y="685991"/>
                  </a:lnTo>
                  <a:lnTo>
                    <a:pt x="379857" y="686562"/>
                  </a:lnTo>
                  <a:lnTo>
                    <a:pt x="379286" y="687610"/>
                  </a:lnTo>
                  <a:lnTo>
                    <a:pt x="378619" y="688467"/>
                  </a:lnTo>
                  <a:lnTo>
                    <a:pt x="376333" y="690848"/>
                  </a:lnTo>
                  <a:lnTo>
                    <a:pt x="375380" y="692182"/>
                  </a:lnTo>
                  <a:lnTo>
                    <a:pt x="374618" y="692944"/>
                  </a:lnTo>
                  <a:lnTo>
                    <a:pt x="372809" y="693515"/>
                  </a:lnTo>
                  <a:lnTo>
                    <a:pt x="371951" y="693420"/>
                  </a:lnTo>
                  <a:lnTo>
                    <a:pt x="371380" y="693230"/>
                  </a:lnTo>
                  <a:lnTo>
                    <a:pt x="370999" y="692944"/>
                  </a:lnTo>
                  <a:lnTo>
                    <a:pt x="370523" y="693039"/>
                  </a:lnTo>
                  <a:lnTo>
                    <a:pt x="370237" y="693610"/>
                  </a:lnTo>
                  <a:lnTo>
                    <a:pt x="370046" y="695134"/>
                  </a:lnTo>
                  <a:lnTo>
                    <a:pt x="370046" y="696182"/>
                  </a:lnTo>
                  <a:lnTo>
                    <a:pt x="370808" y="699135"/>
                  </a:lnTo>
                  <a:lnTo>
                    <a:pt x="371380" y="700373"/>
                  </a:lnTo>
                  <a:lnTo>
                    <a:pt x="372713" y="702278"/>
                  </a:lnTo>
                  <a:lnTo>
                    <a:pt x="373666" y="702755"/>
                  </a:lnTo>
                  <a:lnTo>
                    <a:pt x="374999" y="702850"/>
                  </a:lnTo>
                  <a:lnTo>
                    <a:pt x="378333" y="701612"/>
                  </a:lnTo>
                  <a:lnTo>
                    <a:pt x="379952" y="701421"/>
                  </a:lnTo>
                  <a:lnTo>
                    <a:pt x="381762" y="701707"/>
                  </a:lnTo>
                  <a:lnTo>
                    <a:pt x="382810" y="702088"/>
                  </a:lnTo>
                  <a:lnTo>
                    <a:pt x="383762" y="702469"/>
                  </a:lnTo>
                  <a:lnTo>
                    <a:pt x="384619" y="702755"/>
                  </a:lnTo>
                  <a:lnTo>
                    <a:pt x="385572" y="702850"/>
                  </a:lnTo>
                  <a:lnTo>
                    <a:pt x="386334" y="702659"/>
                  </a:lnTo>
                  <a:lnTo>
                    <a:pt x="386906" y="701802"/>
                  </a:lnTo>
                  <a:lnTo>
                    <a:pt x="386906" y="700850"/>
                  </a:lnTo>
                  <a:lnTo>
                    <a:pt x="386048" y="697801"/>
                  </a:lnTo>
                  <a:lnTo>
                    <a:pt x="385953" y="697039"/>
                  </a:lnTo>
                  <a:lnTo>
                    <a:pt x="386048" y="696468"/>
                  </a:lnTo>
                  <a:lnTo>
                    <a:pt x="386334" y="696182"/>
                  </a:lnTo>
                  <a:lnTo>
                    <a:pt x="387096" y="696373"/>
                  </a:lnTo>
                  <a:lnTo>
                    <a:pt x="389001" y="698563"/>
                  </a:lnTo>
                  <a:lnTo>
                    <a:pt x="391001" y="701326"/>
                  </a:lnTo>
                  <a:lnTo>
                    <a:pt x="391573" y="701993"/>
                  </a:lnTo>
                  <a:lnTo>
                    <a:pt x="392335" y="702374"/>
                  </a:lnTo>
                  <a:lnTo>
                    <a:pt x="393573" y="702278"/>
                  </a:lnTo>
                  <a:lnTo>
                    <a:pt x="394621" y="701993"/>
                  </a:lnTo>
                  <a:lnTo>
                    <a:pt x="398812" y="699135"/>
                  </a:lnTo>
                  <a:lnTo>
                    <a:pt x="398717" y="697897"/>
                  </a:lnTo>
                  <a:lnTo>
                    <a:pt x="398431" y="697516"/>
                  </a:lnTo>
                  <a:lnTo>
                    <a:pt x="397669" y="697039"/>
                  </a:lnTo>
                  <a:lnTo>
                    <a:pt x="394621" y="695706"/>
                  </a:lnTo>
                  <a:lnTo>
                    <a:pt x="393668" y="694944"/>
                  </a:lnTo>
                  <a:lnTo>
                    <a:pt x="393097" y="693992"/>
                  </a:lnTo>
                  <a:lnTo>
                    <a:pt x="392811" y="692468"/>
                  </a:lnTo>
                  <a:lnTo>
                    <a:pt x="392525" y="691801"/>
                  </a:lnTo>
                  <a:lnTo>
                    <a:pt x="392240" y="690372"/>
                  </a:lnTo>
                  <a:lnTo>
                    <a:pt x="392240" y="689801"/>
                  </a:lnTo>
                  <a:lnTo>
                    <a:pt x="392335" y="689420"/>
                  </a:lnTo>
                  <a:lnTo>
                    <a:pt x="392811" y="689324"/>
                  </a:lnTo>
                  <a:lnTo>
                    <a:pt x="393954" y="689515"/>
                  </a:lnTo>
                  <a:lnTo>
                    <a:pt x="395764" y="690467"/>
                  </a:lnTo>
                  <a:lnTo>
                    <a:pt x="399478" y="691134"/>
                  </a:lnTo>
                  <a:lnTo>
                    <a:pt x="400622" y="691039"/>
                  </a:lnTo>
                  <a:lnTo>
                    <a:pt x="401574" y="690943"/>
                  </a:lnTo>
                  <a:lnTo>
                    <a:pt x="402431" y="690658"/>
                  </a:lnTo>
                  <a:lnTo>
                    <a:pt x="403098" y="690182"/>
                  </a:lnTo>
                  <a:lnTo>
                    <a:pt x="403384" y="689420"/>
                  </a:lnTo>
                  <a:lnTo>
                    <a:pt x="403289" y="688276"/>
                  </a:lnTo>
                  <a:lnTo>
                    <a:pt x="403098" y="687134"/>
                  </a:lnTo>
                  <a:lnTo>
                    <a:pt x="403003" y="686181"/>
                  </a:lnTo>
                  <a:lnTo>
                    <a:pt x="403193" y="685514"/>
                  </a:lnTo>
                  <a:lnTo>
                    <a:pt x="403860" y="685133"/>
                  </a:lnTo>
                  <a:lnTo>
                    <a:pt x="404527" y="684943"/>
                  </a:lnTo>
                  <a:lnTo>
                    <a:pt x="405574" y="685038"/>
                  </a:lnTo>
                  <a:lnTo>
                    <a:pt x="406241" y="685514"/>
                  </a:lnTo>
                  <a:lnTo>
                    <a:pt x="407098" y="686562"/>
                  </a:lnTo>
                  <a:lnTo>
                    <a:pt x="408051" y="689134"/>
                  </a:lnTo>
                  <a:lnTo>
                    <a:pt x="408623" y="690277"/>
                  </a:lnTo>
                  <a:lnTo>
                    <a:pt x="409289" y="691420"/>
                  </a:lnTo>
                  <a:lnTo>
                    <a:pt x="412242" y="694372"/>
                  </a:lnTo>
                  <a:lnTo>
                    <a:pt x="413099" y="694944"/>
                  </a:lnTo>
                  <a:lnTo>
                    <a:pt x="414052" y="695420"/>
                  </a:lnTo>
                  <a:lnTo>
                    <a:pt x="415290" y="695230"/>
                  </a:lnTo>
                  <a:lnTo>
                    <a:pt x="417386" y="694468"/>
                  </a:lnTo>
                  <a:lnTo>
                    <a:pt x="418624" y="694182"/>
                  </a:lnTo>
                  <a:lnTo>
                    <a:pt x="421100" y="694087"/>
                  </a:lnTo>
                  <a:lnTo>
                    <a:pt x="422243" y="693896"/>
                  </a:lnTo>
                  <a:lnTo>
                    <a:pt x="423196" y="693134"/>
                  </a:lnTo>
                  <a:lnTo>
                    <a:pt x="423577" y="692182"/>
                  </a:lnTo>
                  <a:lnTo>
                    <a:pt x="423196" y="691039"/>
                  </a:lnTo>
                  <a:lnTo>
                    <a:pt x="422148" y="690086"/>
                  </a:lnTo>
                  <a:lnTo>
                    <a:pt x="417100" y="686657"/>
                  </a:lnTo>
                  <a:lnTo>
                    <a:pt x="416528" y="686181"/>
                  </a:lnTo>
                  <a:lnTo>
                    <a:pt x="416243" y="685705"/>
                  </a:lnTo>
                  <a:lnTo>
                    <a:pt x="416338" y="685229"/>
                  </a:lnTo>
                  <a:lnTo>
                    <a:pt x="416719" y="684943"/>
                  </a:lnTo>
                  <a:lnTo>
                    <a:pt x="417481" y="684657"/>
                  </a:lnTo>
                  <a:lnTo>
                    <a:pt x="418624" y="684467"/>
                  </a:lnTo>
                  <a:lnTo>
                    <a:pt x="427196" y="684181"/>
                  </a:lnTo>
                  <a:lnTo>
                    <a:pt x="428244" y="683990"/>
                  </a:lnTo>
                  <a:lnTo>
                    <a:pt x="429101" y="683514"/>
                  </a:lnTo>
                  <a:lnTo>
                    <a:pt x="429863" y="682943"/>
                  </a:lnTo>
                  <a:lnTo>
                    <a:pt x="430340" y="682180"/>
                  </a:lnTo>
                  <a:lnTo>
                    <a:pt x="431006" y="679133"/>
                  </a:lnTo>
                  <a:lnTo>
                    <a:pt x="431292" y="678466"/>
                  </a:lnTo>
                  <a:lnTo>
                    <a:pt x="431578" y="677989"/>
                  </a:lnTo>
                  <a:lnTo>
                    <a:pt x="431959" y="677609"/>
                  </a:lnTo>
                  <a:lnTo>
                    <a:pt x="432435" y="677323"/>
                  </a:lnTo>
                  <a:lnTo>
                    <a:pt x="433102" y="677037"/>
                  </a:lnTo>
                  <a:lnTo>
                    <a:pt x="434054" y="676751"/>
                  </a:lnTo>
                  <a:lnTo>
                    <a:pt x="435007" y="676561"/>
                  </a:lnTo>
                  <a:lnTo>
                    <a:pt x="435769" y="676561"/>
                  </a:lnTo>
                  <a:lnTo>
                    <a:pt x="436721" y="676751"/>
                  </a:lnTo>
                  <a:lnTo>
                    <a:pt x="437293" y="677037"/>
                  </a:lnTo>
                  <a:lnTo>
                    <a:pt x="438245" y="677799"/>
                  </a:lnTo>
                  <a:lnTo>
                    <a:pt x="438626" y="678751"/>
                  </a:lnTo>
                  <a:lnTo>
                    <a:pt x="438531" y="680466"/>
                  </a:lnTo>
                  <a:lnTo>
                    <a:pt x="435197" y="688467"/>
                  </a:lnTo>
                  <a:lnTo>
                    <a:pt x="434911" y="689515"/>
                  </a:lnTo>
                  <a:lnTo>
                    <a:pt x="434531" y="693230"/>
                  </a:lnTo>
                  <a:lnTo>
                    <a:pt x="434245" y="693706"/>
                  </a:lnTo>
                  <a:lnTo>
                    <a:pt x="432149" y="695420"/>
                  </a:lnTo>
                  <a:lnTo>
                    <a:pt x="431673" y="695992"/>
                  </a:lnTo>
                  <a:lnTo>
                    <a:pt x="431197" y="696659"/>
                  </a:lnTo>
                  <a:lnTo>
                    <a:pt x="431006" y="697325"/>
                  </a:lnTo>
                  <a:lnTo>
                    <a:pt x="430816" y="697897"/>
                  </a:lnTo>
                  <a:lnTo>
                    <a:pt x="430816" y="699326"/>
                  </a:lnTo>
                  <a:lnTo>
                    <a:pt x="430625" y="700183"/>
                  </a:lnTo>
                  <a:lnTo>
                    <a:pt x="430149" y="701230"/>
                  </a:lnTo>
                  <a:lnTo>
                    <a:pt x="429768" y="701897"/>
                  </a:lnTo>
                  <a:lnTo>
                    <a:pt x="429006" y="702945"/>
                  </a:lnTo>
                  <a:lnTo>
                    <a:pt x="427673" y="704279"/>
                  </a:lnTo>
                  <a:lnTo>
                    <a:pt x="427673" y="704469"/>
                  </a:lnTo>
                  <a:lnTo>
                    <a:pt x="427387" y="705517"/>
                  </a:lnTo>
                  <a:lnTo>
                    <a:pt x="427292" y="706469"/>
                  </a:lnTo>
                  <a:lnTo>
                    <a:pt x="427958" y="707231"/>
                  </a:lnTo>
                  <a:lnTo>
                    <a:pt x="429292" y="707993"/>
                  </a:lnTo>
                  <a:lnTo>
                    <a:pt x="432340" y="708279"/>
                  </a:lnTo>
                  <a:lnTo>
                    <a:pt x="435578" y="708184"/>
                  </a:lnTo>
                  <a:lnTo>
                    <a:pt x="436340" y="708088"/>
                  </a:lnTo>
                  <a:lnTo>
                    <a:pt x="442436" y="706374"/>
                  </a:lnTo>
                  <a:lnTo>
                    <a:pt x="443294" y="706374"/>
                  </a:lnTo>
                  <a:lnTo>
                    <a:pt x="444151" y="706660"/>
                  </a:lnTo>
                  <a:lnTo>
                    <a:pt x="445008" y="707612"/>
                  </a:lnTo>
                  <a:lnTo>
                    <a:pt x="446151" y="709136"/>
                  </a:lnTo>
                  <a:lnTo>
                    <a:pt x="447008" y="709803"/>
                  </a:lnTo>
                  <a:lnTo>
                    <a:pt x="448342" y="710279"/>
                  </a:lnTo>
                  <a:lnTo>
                    <a:pt x="450247" y="710279"/>
                  </a:lnTo>
                  <a:lnTo>
                    <a:pt x="451580" y="709898"/>
                  </a:lnTo>
                  <a:lnTo>
                    <a:pt x="454628" y="708660"/>
                  </a:lnTo>
                  <a:lnTo>
                    <a:pt x="455295" y="708565"/>
                  </a:lnTo>
                  <a:lnTo>
                    <a:pt x="456533" y="709136"/>
                  </a:lnTo>
                  <a:lnTo>
                    <a:pt x="458343" y="710279"/>
                  </a:lnTo>
                  <a:lnTo>
                    <a:pt x="462724" y="714375"/>
                  </a:lnTo>
                  <a:lnTo>
                    <a:pt x="466153" y="715994"/>
                  </a:lnTo>
                  <a:lnTo>
                    <a:pt x="469106" y="712089"/>
                  </a:lnTo>
                  <a:lnTo>
                    <a:pt x="469964" y="711232"/>
                  </a:lnTo>
                  <a:lnTo>
                    <a:pt x="470630" y="710851"/>
                  </a:lnTo>
                  <a:lnTo>
                    <a:pt x="471869" y="710565"/>
                  </a:lnTo>
                  <a:lnTo>
                    <a:pt x="474440" y="710470"/>
                  </a:lnTo>
                  <a:lnTo>
                    <a:pt x="475012" y="710184"/>
                  </a:lnTo>
                  <a:lnTo>
                    <a:pt x="475678" y="709613"/>
                  </a:lnTo>
                  <a:lnTo>
                    <a:pt x="476060" y="708660"/>
                  </a:lnTo>
                  <a:lnTo>
                    <a:pt x="476155" y="707803"/>
                  </a:lnTo>
                  <a:lnTo>
                    <a:pt x="475964" y="706850"/>
                  </a:lnTo>
                  <a:lnTo>
                    <a:pt x="475678" y="706184"/>
                  </a:lnTo>
                  <a:lnTo>
                    <a:pt x="475298" y="705136"/>
                  </a:lnTo>
                  <a:lnTo>
                    <a:pt x="474821" y="704374"/>
                  </a:lnTo>
                  <a:lnTo>
                    <a:pt x="474821" y="704279"/>
                  </a:lnTo>
                  <a:lnTo>
                    <a:pt x="474821" y="704183"/>
                  </a:lnTo>
                  <a:lnTo>
                    <a:pt x="474917" y="702945"/>
                  </a:lnTo>
                  <a:lnTo>
                    <a:pt x="475202" y="701897"/>
                  </a:lnTo>
                  <a:lnTo>
                    <a:pt x="475583" y="701135"/>
                  </a:lnTo>
                  <a:lnTo>
                    <a:pt x="478631" y="698087"/>
                  </a:lnTo>
                  <a:lnTo>
                    <a:pt x="480441" y="695611"/>
                  </a:lnTo>
                  <a:lnTo>
                    <a:pt x="481965" y="692944"/>
                  </a:lnTo>
                  <a:lnTo>
                    <a:pt x="482346" y="691801"/>
                  </a:lnTo>
                  <a:lnTo>
                    <a:pt x="482536" y="691039"/>
                  </a:lnTo>
                  <a:lnTo>
                    <a:pt x="482632" y="689705"/>
                  </a:lnTo>
                  <a:lnTo>
                    <a:pt x="482632" y="688372"/>
                  </a:lnTo>
                  <a:lnTo>
                    <a:pt x="481774" y="684371"/>
                  </a:lnTo>
                  <a:lnTo>
                    <a:pt x="482060" y="683324"/>
                  </a:lnTo>
                  <a:lnTo>
                    <a:pt x="482822" y="682752"/>
                  </a:lnTo>
                  <a:lnTo>
                    <a:pt x="484442" y="682847"/>
                  </a:lnTo>
                  <a:lnTo>
                    <a:pt x="485775" y="683324"/>
                  </a:lnTo>
                  <a:lnTo>
                    <a:pt x="487204" y="683324"/>
                  </a:lnTo>
                  <a:lnTo>
                    <a:pt x="489014" y="682657"/>
                  </a:lnTo>
                  <a:lnTo>
                    <a:pt x="490442" y="682466"/>
                  </a:lnTo>
                  <a:lnTo>
                    <a:pt x="492347" y="682943"/>
                  </a:lnTo>
                  <a:lnTo>
                    <a:pt x="493776" y="683514"/>
                  </a:lnTo>
                  <a:lnTo>
                    <a:pt x="496348" y="684371"/>
                  </a:lnTo>
                  <a:lnTo>
                    <a:pt x="497205" y="684847"/>
                  </a:lnTo>
                  <a:lnTo>
                    <a:pt x="497586" y="685419"/>
                  </a:lnTo>
                  <a:lnTo>
                    <a:pt x="497681" y="685895"/>
                  </a:lnTo>
                  <a:lnTo>
                    <a:pt x="497586" y="686372"/>
                  </a:lnTo>
                  <a:lnTo>
                    <a:pt x="497015" y="687991"/>
                  </a:lnTo>
                  <a:lnTo>
                    <a:pt x="496919" y="688848"/>
                  </a:lnTo>
                  <a:lnTo>
                    <a:pt x="497015" y="689610"/>
                  </a:lnTo>
                  <a:lnTo>
                    <a:pt x="497396" y="690086"/>
                  </a:lnTo>
                  <a:lnTo>
                    <a:pt x="498539" y="690563"/>
                  </a:lnTo>
                  <a:lnTo>
                    <a:pt x="499967" y="690943"/>
                  </a:lnTo>
                  <a:lnTo>
                    <a:pt x="503111" y="691039"/>
                  </a:lnTo>
                  <a:lnTo>
                    <a:pt x="506254" y="690658"/>
                  </a:lnTo>
                  <a:lnTo>
                    <a:pt x="507492" y="690182"/>
                  </a:lnTo>
                  <a:lnTo>
                    <a:pt x="508540" y="689420"/>
                  </a:lnTo>
                  <a:lnTo>
                    <a:pt x="508921" y="688181"/>
                  </a:lnTo>
                  <a:lnTo>
                    <a:pt x="508730" y="687324"/>
                  </a:lnTo>
                  <a:lnTo>
                    <a:pt x="508064" y="686467"/>
                  </a:lnTo>
                  <a:lnTo>
                    <a:pt x="504825" y="684371"/>
                  </a:lnTo>
                  <a:lnTo>
                    <a:pt x="504253" y="683800"/>
                  </a:lnTo>
                  <a:lnTo>
                    <a:pt x="503873" y="683324"/>
                  </a:lnTo>
                  <a:lnTo>
                    <a:pt x="506063" y="682085"/>
                  </a:lnTo>
                  <a:lnTo>
                    <a:pt x="516731" y="678847"/>
                  </a:lnTo>
                  <a:lnTo>
                    <a:pt x="519208" y="682562"/>
                  </a:lnTo>
                  <a:lnTo>
                    <a:pt x="519779" y="686086"/>
                  </a:lnTo>
                  <a:lnTo>
                    <a:pt x="520256" y="687229"/>
                  </a:lnTo>
                  <a:lnTo>
                    <a:pt x="521303" y="688562"/>
                  </a:lnTo>
                  <a:lnTo>
                    <a:pt x="521684" y="689515"/>
                  </a:lnTo>
                  <a:lnTo>
                    <a:pt x="521780" y="690086"/>
                  </a:lnTo>
                  <a:lnTo>
                    <a:pt x="521494" y="690563"/>
                  </a:lnTo>
                  <a:lnTo>
                    <a:pt x="521113" y="691134"/>
                  </a:lnTo>
                  <a:lnTo>
                    <a:pt x="520922" y="691801"/>
                  </a:lnTo>
                  <a:lnTo>
                    <a:pt x="520922" y="692658"/>
                  </a:lnTo>
                  <a:lnTo>
                    <a:pt x="521494" y="693610"/>
                  </a:lnTo>
                  <a:lnTo>
                    <a:pt x="522351" y="694182"/>
                  </a:lnTo>
                  <a:lnTo>
                    <a:pt x="523970" y="694563"/>
                  </a:lnTo>
                  <a:lnTo>
                    <a:pt x="526923" y="694849"/>
                  </a:lnTo>
                  <a:lnTo>
                    <a:pt x="531495" y="696087"/>
                  </a:lnTo>
                  <a:lnTo>
                    <a:pt x="536448" y="695992"/>
                  </a:lnTo>
                  <a:lnTo>
                    <a:pt x="537210" y="696659"/>
                  </a:lnTo>
                  <a:lnTo>
                    <a:pt x="537782" y="698087"/>
                  </a:lnTo>
                  <a:lnTo>
                    <a:pt x="538067" y="699516"/>
                  </a:lnTo>
                  <a:lnTo>
                    <a:pt x="538639" y="700564"/>
                  </a:lnTo>
                  <a:lnTo>
                    <a:pt x="539496" y="701230"/>
                  </a:lnTo>
                  <a:lnTo>
                    <a:pt x="541687" y="701707"/>
                  </a:lnTo>
                  <a:lnTo>
                    <a:pt x="543115" y="701707"/>
                  </a:lnTo>
                  <a:lnTo>
                    <a:pt x="544449" y="701230"/>
                  </a:lnTo>
                  <a:lnTo>
                    <a:pt x="546259" y="700278"/>
                  </a:lnTo>
                  <a:lnTo>
                    <a:pt x="547116" y="699992"/>
                  </a:lnTo>
                  <a:lnTo>
                    <a:pt x="547973" y="699802"/>
                  </a:lnTo>
                  <a:lnTo>
                    <a:pt x="549021" y="699802"/>
                  </a:lnTo>
                  <a:lnTo>
                    <a:pt x="550640" y="700183"/>
                  </a:lnTo>
                  <a:lnTo>
                    <a:pt x="551974" y="700850"/>
                  </a:lnTo>
                  <a:lnTo>
                    <a:pt x="553307" y="702564"/>
                  </a:lnTo>
                  <a:lnTo>
                    <a:pt x="553974" y="704183"/>
                  </a:lnTo>
                  <a:lnTo>
                    <a:pt x="553974" y="704279"/>
                  </a:lnTo>
                  <a:lnTo>
                    <a:pt x="554165" y="704659"/>
                  </a:lnTo>
                  <a:lnTo>
                    <a:pt x="555593" y="706850"/>
                  </a:lnTo>
                  <a:lnTo>
                    <a:pt x="555784" y="707993"/>
                  </a:lnTo>
                  <a:lnTo>
                    <a:pt x="555593" y="709136"/>
                  </a:lnTo>
                  <a:lnTo>
                    <a:pt x="555117" y="710184"/>
                  </a:lnTo>
                  <a:lnTo>
                    <a:pt x="554831" y="710946"/>
                  </a:lnTo>
                  <a:lnTo>
                    <a:pt x="554736" y="711613"/>
                  </a:lnTo>
                  <a:lnTo>
                    <a:pt x="555022" y="712375"/>
                  </a:lnTo>
                  <a:lnTo>
                    <a:pt x="555498" y="713232"/>
                  </a:lnTo>
                  <a:lnTo>
                    <a:pt x="556451" y="714280"/>
                  </a:lnTo>
                  <a:lnTo>
                    <a:pt x="565118" y="720757"/>
                  </a:lnTo>
                  <a:lnTo>
                    <a:pt x="566547" y="721519"/>
                  </a:lnTo>
                  <a:lnTo>
                    <a:pt x="567881" y="721900"/>
                  </a:lnTo>
                  <a:lnTo>
                    <a:pt x="570167" y="722185"/>
                  </a:lnTo>
                  <a:lnTo>
                    <a:pt x="572929" y="722090"/>
                  </a:lnTo>
                  <a:lnTo>
                    <a:pt x="573977" y="722185"/>
                  </a:lnTo>
                  <a:lnTo>
                    <a:pt x="576739" y="723519"/>
                  </a:lnTo>
                  <a:lnTo>
                    <a:pt x="582359" y="728091"/>
                  </a:lnTo>
                  <a:lnTo>
                    <a:pt x="583787" y="728663"/>
                  </a:lnTo>
                  <a:lnTo>
                    <a:pt x="584264" y="728758"/>
                  </a:lnTo>
                  <a:lnTo>
                    <a:pt x="585121" y="728758"/>
                  </a:lnTo>
                  <a:lnTo>
                    <a:pt x="585978" y="728567"/>
                  </a:lnTo>
                  <a:lnTo>
                    <a:pt x="587121" y="728186"/>
                  </a:lnTo>
                  <a:lnTo>
                    <a:pt x="588074" y="727710"/>
                  </a:lnTo>
                  <a:lnTo>
                    <a:pt x="592741" y="724186"/>
                  </a:lnTo>
                  <a:lnTo>
                    <a:pt x="593407" y="723900"/>
                  </a:lnTo>
                  <a:lnTo>
                    <a:pt x="593789" y="723995"/>
                  </a:lnTo>
                  <a:lnTo>
                    <a:pt x="594265" y="724281"/>
                  </a:lnTo>
                  <a:lnTo>
                    <a:pt x="594646" y="725043"/>
                  </a:lnTo>
                  <a:lnTo>
                    <a:pt x="595027" y="726281"/>
                  </a:lnTo>
                  <a:lnTo>
                    <a:pt x="595122" y="728948"/>
                  </a:lnTo>
                  <a:lnTo>
                    <a:pt x="594741" y="730472"/>
                  </a:lnTo>
                  <a:lnTo>
                    <a:pt x="594265" y="731615"/>
                  </a:lnTo>
                  <a:lnTo>
                    <a:pt x="593789" y="732568"/>
                  </a:lnTo>
                  <a:lnTo>
                    <a:pt x="593789" y="733520"/>
                  </a:lnTo>
                  <a:lnTo>
                    <a:pt x="594170" y="734282"/>
                  </a:lnTo>
                  <a:lnTo>
                    <a:pt x="595408" y="735235"/>
                  </a:lnTo>
                  <a:lnTo>
                    <a:pt x="596265" y="735330"/>
                  </a:lnTo>
                  <a:lnTo>
                    <a:pt x="597027" y="735044"/>
                  </a:lnTo>
                  <a:lnTo>
                    <a:pt x="597694" y="734378"/>
                  </a:lnTo>
                  <a:lnTo>
                    <a:pt x="598170" y="733711"/>
                  </a:lnTo>
                  <a:lnTo>
                    <a:pt x="599027" y="731996"/>
                  </a:lnTo>
                  <a:lnTo>
                    <a:pt x="599408" y="731425"/>
                  </a:lnTo>
                  <a:lnTo>
                    <a:pt x="599885" y="730853"/>
                  </a:lnTo>
                  <a:lnTo>
                    <a:pt x="600551" y="730853"/>
                  </a:lnTo>
                  <a:lnTo>
                    <a:pt x="600932" y="731615"/>
                  </a:lnTo>
                  <a:lnTo>
                    <a:pt x="601028" y="734092"/>
                  </a:lnTo>
                  <a:lnTo>
                    <a:pt x="600551" y="739616"/>
                  </a:lnTo>
                  <a:lnTo>
                    <a:pt x="600742" y="740474"/>
                  </a:lnTo>
                  <a:lnTo>
                    <a:pt x="601123" y="741045"/>
                  </a:lnTo>
                  <a:lnTo>
                    <a:pt x="601980" y="741807"/>
                  </a:lnTo>
                  <a:lnTo>
                    <a:pt x="602552" y="741902"/>
                  </a:lnTo>
                  <a:lnTo>
                    <a:pt x="603028" y="741807"/>
                  </a:lnTo>
                  <a:lnTo>
                    <a:pt x="603504" y="741521"/>
                  </a:lnTo>
                  <a:lnTo>
                    <a:pt x="604171" y="741235"/>
                  </a:lnTo>
                  <a:lnTo>
                    <a:pt x="605028" y="741331"/>
                  </a:lnTo>
                  <a:lnTo>
                    <a:pt x="605981" y="741617"/>
                  </a:lnTo>
                  <a:lnTo>
                    <a:pt x="606933" y="742188"/>
                  </a:lnTo>
                  <a:lnTo>
                    <a:pt x="607505" y="743236"/>
                  </a:lnTo>
                  <a:lnTo>
                    <a:pt x="607790" y="745046"/>
                  </a:lnTo>
                  <a:lnTo>
                    <a:pt x="605790" y="749237"/>
                  </a:lnTo>
                  <a:lnTo>
                    <a:pt x="605123" y="750284"/>
                  </a:lnTo>
                  <a:lnTo>
                    <a:pt x="605599" y="751142"/>
                  </a:lnTo>
                  <a:lnTo>
                    <a:pt x="611315" y="750475"/>
                  </a:lnTo>
                  <a:lnTo>
                    <a:pt x="615791" y="751046"/>
                  </a:lnTo>
                  <a:lnTo>
                    <a:pt x="617411" y="750665"/>
                  </a:lnTo>
                  <a:lnTo>
                    <a:pt x="619030" y="749141"/>
                  </a:lnTo>
                  <a:lnTo>
                    <a:pt x="619506" y="747713"/>
                  </a:lnTo>
                  <a:lnTo>
                    <a:pt x="619506" y="746570"/>
                  </a:lnTo>
                  <a:lnTo>
                    <a:pt x="619125" y="744474"/>
                  </a:lnTo>
                  <a:lnTo>
                    <a:pt x="619030" y="743426"/>
                  </a:lnTo>
                  <a:lnTo>
                    <a:pt x="619030" y="742188"/>
                  </a:lnTo>
                  <a:lnTo>
                    <a:pt x="619125" y="741140"/>
                  </a:lnTo>
                  <a:lnTo>
                    <a:pt x="619411" y="740093"/>
                  </a:lnTo>
                  <a:lnTo>
                    <a:pt x="621125" y="739712"/>
                  </a:lnTo>
                  <a:lnTo>
                    <a:pt x="622459" y="739712"/>
                  </a:lnTo>
                  <a:lnTo>
                    <a:pt x="633508" y="743522"/>
                  </a:lnTo>
                  <a:lnTo>
                    <a:pt x="638842" y="743998"/>
                  </a:lnTo>
                  <a:lnTo>
                    <a:pt x="640747" y="743903"/>
                  </a:lnTo>
                  <a:lnTo>
                    <a:pt x="642176" y="743522"/>
                  </a:lnTo>
                  <a:lnTo>
                    <a:pt x="649986" y="739997"/>
                  </a:lnTo>
                  <a:lnTo>
                    <a:pt x="651034" y="739712"/>
                  </a:lnTo>
                  <a:lnTo>
                    <a:pt x="651891" y="739712"/>
                  </a:lnTo>
                  <a:lnTo>
                    <a:pt x="652558" y="740188"/>
                  </a:lnTo>
                  <a:lnTo>
                    <a:pt x="652939" y="741045"/>
                  </a:lnTo>
                  <a:lnTo>
                    <a:pt x="652653" y="743998"/>
                  </a:lnTo>
                  <a:lnTo>
                    <a:pt x="652844" y="744950"/>
                  </a:lnTo>
                  <a:lnTo>
                    <a:pt x="653606" y="745808"/>
                  </a:lnTo>
                  <a:lnTo>
                    <a:pt x="654558" y="746093"/>
                  </a:lnTo>
                  <a:lnTo>
                    <a:pt x="658368" y="746284"/>
                  </a:lnTo>
                  <a:lnTo>
                    <a:pt x="659225" y="746474"/>
                  </a:lnTo>
                  <a:lnTo>
                    <a:pt x="659987" y="747332"/>
                  </a:lnTo>
                  <a:lnTo>
                    <a:pt x="660559" y="748665"/>
                  </a:lnTo>
                  <a:lnTo>
                    <a:pt x="661226" y="751618"/>
                  </a:lnTo>
                  <a:lnTo>
                    <a:pt x="661892" y="753047"/>
                  </a:lnTo>
                  <a:lnTo>
                    <a:pt x="662654" y="754189"/>
                  </a:lnTo>
                  <a:lnTo>
                    <a:pt x="664178" y="755618"/>
                  </a:lnTo>
                  <a:lnTo>
                    <a:pt x="664559" y="756476"/>
                  </a:lnTo>
                  <a:lnTo>
                    <a:pt x="664464" y="757618"/>
                  </a:lnTo>
                  <a:lnTo>
                    <a:pt x="663416" y="759428"/>
                  </a:lnTo>
                  <a:lnTo>
                    <a:pt x="662083" y="760095"/>
                  </a:lnTo>
                  <a:lnTo>
                    <a:pt x="660464" y="760285"/>
                  </a:lnTo>
                  <a:lnTo>
                    <a:pt x="657415" y="759143"/>
                  </a:lnTo>
                  <a:lnTo>
                    <a:pt x="656749" y="759238"/>
                  </a:lnTo>
                  <a:lnTo>
                    <a:pt x="656082" y="759619"/>
                  </a:lnTo>
                  <a:lnTo>
                    <a:pt x="655511" y="760285"/>
                  </a:lnTo>
                  <a:lnTo>
                    <a:pt x="654939" y="761333"/>
                  </a:lnTo>
                  <a:lnTo>
                    <a:pt x="654844" y="762476"/>
                  </a:lnTo>
                  <a:lnTo>
                    <a:pt x="655034" y="764381"/>
                  </a:lnTo>
                  <a:lnTo>
                    <a:pt x="655892" y="766953"/>
                  </a:lnTo>
                  <a:lnTo>
                    <a:pt x="655892" y="769620"/>
                  </a:lnTo>
                  <a:lnTo>
                    <a:pt x="654749" y="775430"/>
                  </a:lnTo>
                  <a:lnTo>
                    <a:pt x="654653" y="777050"/>
                  </a:lnTo>
                  <a:lnTo>
                    <a:pt x="654844" y="778002"/>
                  </a:lnTo>
                  <a:lnTo>
                    <a:pt x="655511" y="778764"/>
                  </a:lnTo>
                  <a:lnTo>
                    <a:pt x="657511" y="779621"/>
                  </a:lnTo>
                  <a:lnTo>
                    <a:pt x="658273" y="780669"/>
                  </a:lnTo>
                  <a:lnTo>
                    <a:pt x="658654" y="782288"/>
                  </a:lnTo>
                  <a:lnTo>
                    <a:pt x="658368" y="789337"/>
                  </a:lnTo>
                  <a:lnTo>
                    <a:pt x="658082" y="790956"/>
                  </a:lnTo>
                  <a:lnTo>
                    <a:pt x="657606" y="792575"/>
                  </a:lnTo>
                  <a:lnTo>
                    <a:pt x="655701" y="796004"/>
                  </a:lnTo>
                  <a:lnTo>
                    <a:pt x="654749" y="804005"/>
                  </a:lnTo>
                  <a:lnTo>
                    <a:pt x="653415" y="805720"/>
                  </a:lnTo>
                  <a:lnTo>
                    <a:pt x="651986" y="806577"/>
                  </a:lnTo>
                  <a:lnTo>
                    <a:pt x="649605" y="806768"/>
                  </a:lnTo>
                  <a:lnTo>
                    <a:pt x="648653" y="806958"/>
                  </a:lnTo>
                  <a:lnTo>
                    <a:pt x="648081" y="807530"/>
                  </a:lnTo>
                  <a:lnTo>
                    <a:pt x="647890" y="808292"/>
                  </a:lnTo>
                  <a:lnTo>
                    <a:pt x="648557" y="810006"/>
                  </a:lnTo>
                  <a:lnTo>
                    <a:pt x="649415" y="811435"/>
                  </a:lnTo>
                  <a:lnTo>
                    <a:pt x="650939" y="813149"/>
                  </a:lnTo>
                  <a:lnTo>
                    <a:pt x="653034" y="814864"/>
                  </a:lnTo>
                  <a:lnTo>
                    <a:pt x="654463" y="815816"/>
                  </a:lnTo>
                  <a:lnTo>
                    <a:pt x="655130" y="816578"/>
                  </a:lnTo>
                  <a:lnTo>
                    <a:pt x="655415" y="817531"/>
                  </a:lnTo>
                  <a:lnTo>
                    <a:pt x="655415" y="819245"/>
                  </a:lnTo>
                  <a:lnTo>
                    <a:pt x="654939" y="820674"/>
                  </a:lnTo>
                  <a:lnTo>
                    <a:pt x="654653" y="821912"/>
                  </a:lnTo>
                  <a:lnTo>
                    <a:pt x="654939" y="822770"/>
                  </a:lnTo>
                  <a:lnTo>
                    <a:pt x="655701" y="823341"/>
                  </a:lnTo>
                  <a:lnTo>
                    <a:pt x="656653" y="823722"/>
                  </a:lnTo>
                  <a:lnTo>
                    <a:pt x="658940" y="825913"/>
                  </a:lnTo>
                  <a:lnTo>
                    <a:pt x="662559" y="831247"/>
                  </a:lnTo>
                  <a:lnTo>
                    <a:pt x="667036" y="832390"/>
                  </a:lnTo>
                  <a:lnTo>
                    <a:pt x="673322" y="838391"/>
                  </a:lnTo>
                  <a:lnTo>
                    <a:pt x="675418" y="839819"/>
                  </a:lnTo>
                  <a:lnTo>
                    <a:pt x="678180" y="841153"/>
                  </a:lnTo>
                  <a:lnTo>
                    <a:pt x="681419" y="842010"/>
                  </a:lnTo>
                  <a:lnTo>
                    <a:pt x="682657" y="842010"/>
                  </a:lnTo>
                  <a:lnTo>
                    <a:pt x="686086" y="841534"/>
                  </a:lnTo>
                  <a:lnTo>
                    <a:pt x="690277" y="841629"/>
                  </a:lnTo>
                  <a:lnTo>
                    <a:pt x="695801" y="842391"/>
                  </a:lnTo>
                  <a:lnTo>
                    <a:pt x="697516" y="842201"/>
                  </a:lnTo>
                  <a:lnTo>
                    <a:pt x="698945" y="841820"/>
                  </a:lnTo>
                  <a:lnTo>
                    <a:pt x="702374" y="840200"/>
                  </a:lnTo>
                  <a:lnTo>
                    <a:pt x="703517" y="839819"/>
                  </a:lnTo>
                  <a:lnTo>
                    <a:pt x="706755" y="839153"/>
                  </a:lnTo>
                  <a:lnTo>
                    <a:pt x="709327" y="838200"/>
                  </a:lnTo>
                  <a:lnTo>
                    <a:pt x="710374" y="837533"/>
                  </a:lnTo>
                  <a:lnTo>
                    <a:pt x="711041" y="836867"/>
                  </a:lnTo>
                  <a:lnTo>
                    <a:pt x="711803" y="836009"/>
                  </a:lnTo>
                  <a:lnTo>
                    <a:pt x="714185" y="831913"/>
                  </a:lnTo>
                  <a:lnTo>
                    <a:pt x="714565" y="831151"/>
                  </a:lnTo>
                  <a:lnTo>
                    <a:pt x="714756" y="830389"/>
                  </a:lnTo>
                  <a:lnTo>
                    <a:pt x="714947" y="826770"/>
                  </a:lnTo>
                  <a:lnTo>
                    <a:pt x="715518" y="825055"/>
                  </a:lnTo>
                  <a:lnTo>
                    <a:pt x="716566" y="823627"/>
                  </a:lnTo>
                  <a:lnTo>
                    <a:pt x="720376" y="821341"/>
                  </a:lnTo>
                  <a:lnTo>
                    <a:pt x="721233" y="820484"/>
                  </a:lnTo>
                  <a:lnTo>
                    <a:pt x="721900" y="819341"/>
                  </a:lnTo>
                  <a:lnTo>
                    <a:pt x="723138" y="815435"/>
                  </a:lnTo>
                  <a:lnTo>
                    <a:pt x="724376" y="813435"/>
                  </a:lnTo>
                  <a:lnTo>
                    <a:pt x="727043" y="806005"/>
                  </a:lnTo>
                  <a:lnTo>
                    <a:pt x="727805" y="804482"/>
                  </a:lnTo>
                  <a:lnTo>
                    <a:pt x="729424" y="801814"/>
                  </a:lnTo>
                  <a:lnTo>
                    <a:pt x="732568" y="798195"/>
                  </a:lnTo>
                  <a:lnTo>
                    <a:pt x="733044" y="797243"/>
                  </a:lnTo>
                  <a:lnTo>
                    <a:pt x="733425" y="796100"/>
                  </a:lnTo>
                  <a:lnTo>
                    <a:pt x="733520" y="794576"/>
                  </a:lnTo>
                  <a:lnTo>
                    <a:pt x="733425" y="793623"/>
                  </a:lnTo>
                  <a:lnTo>
                    <a:pt x="733520" y="792480"/>
                  </a:lnTo>
                  <a:lnTo>
                    <a:pt x="733997" y="791432"/>
                  </a:lnTo>
                  <a:lnTo>
                    <a:pt x="737045" y="787337"/>
                  </a:lnTo>
                  <a:lnTo>
                    <a:pt x="737616" y="786384"/>
                  </a:lnTo>
                  <a:lnTo>
                    <a:pt x="737902" y="785432"/>
                  </a:lnTo>
                  <a:lnTo>
                    <a:pt x="737711" y="784193"/>
                  </a:lnTo>
                  <a:lnTo>
                    <a:pt x="737330" y="782955"/>
                  </a:lnTo>
                  <a:lnTo>
                    <a:pt x="735806" y="780764"/>
                  </a:lnTo>
                  <a:lnTo>
                    <a:pt x="734187" y="778764"/>
                  </a:lnTo>
                  <a:lnTo>
                    <a:pt x="733425" y="777716"/>
                  </a:lnTo>
                  <a:lnTo>
                    <a:pt x="732663" y="776383"/>
                  </a:lnTo>
                  <a:lnTo>
                    <a:pt x="731425" y="773239"/>
                  </a:lnTo>
                  <a:lnTo>
                    <a:pt x="731139" y="772001"/>
                  </a:lnTo>
                  <a:lnTo>
                    <a:pt x="731044" y="771049"/>
                  </a:lnTo>
                  <a:lnTo>
                    <a:pt x="731044" y="770192"/>
                  </a:lnTo>
                  <a:lnTo>
                    <a:pt x="731234" y="769430"/>
                  </a:lnTo>
                  <a:lnTo>
                    <a:pt x="731520" y="768668"/>
                  </a:lnTo>
                  <a:lnTo>
                    <a:pt x="731901" y="768096"/>
                  </a:lnTo>
                  <a:lnTo>
                    <a:pt x="732473" y="767525"/>
                  </a:lnTo>
                  <a:lnTo>
                    <a:pt x="734092" y="766286"/>
                  </a:lnTo>
                  <a:lnTo>
                    <a:pt x="736092" y="765238"/>
                  </a:lnTo>
                  <a:lnTo>
                    <a:pt x="745903" y="764096"/>
                  </a:lnTo>
                  <a:lnTo>
                    <a:pt x="746093" y="760381"/>
                  </a:lnTo>
                  <a:lnTo>
                    <a:pt x="745522" y="756095"/>
                  </a:lnTo>
                  <a:lnTo>
                    <a:pt x="745807" y="753142"/>
                  </a:lnTo>
                  <a:lnTo>
                    <a:pt x="746189" y="751522"/>
                  </a:lnTo>
                  <a:lnTo>
                    <a:pt x="745903" y="750284"/>
                  </a:lnTo>
                  <a:lnTo>
                    <a:pt x="744665" y="747522"/>
                  </a:lnTo>
                  <a:lnTo>
                    <a:pt x="744474" y="746570"/>
                  </a:lnTo>
                  <a:lnTo>
                    <a:pt x="744665" y="745617"/>
                  </a:lnTo>
                  <a:lnTo>
                    <a:pt x="746760" y="741997"/>
                  </a:lnTo>
                  <a:lnTo>
                    <a:pt x="746855" y="740759"/>
                  </a:lnTo>
                  <a:lnTo>
                    <a:pt x="746665" y="739140"/>
                  </a:lnTo>
                  <a:lnTo>
                    <a:pt x="745903" y="736568"/>
                  </a:lnTo>
                  <a:lnTo>
                    <a:pt x="745236" y="735425"/>
                  </a:lnTo>
                  <a:lnTo>
                    <a:pt x="744284" y="734568"/>
                  </a:lnTo>
                  <a:lnTo>
                    <a:pt x="739997" y="733520"/>
                  </a:lnTo>
                  <a:lnTo>
                    <a:pt x="738378" y="732854"/>
                  </a:lnTo>
                  <a:lnTo>
                    <a:pt x="736854" y="731901"/>
                  </a:lnTo>
                  <a:lnTo>
                    <a:pt x="735425" y="730758"/>
                  </a:lnTo>
                  <a:lnTo>
                    <a:pt x="734473" y="729425"/>
                  </a:lnTo>
                  <a:lnTo>
                    <a:pt x="732187" y="725710"/>
                  </a:lnTo>
                  <a:lnTo>
                    <a:pt x="731520" y="725043"/>
                  </a:lnTo>
                  <a:lnTo>
                    <a:pt x="730758" y="724567"/>
                  </a:lnTo>
                  <a:lnTo>
                    <a:pt x="729615" y="724186"/>
                  </a:lnTo>
                  <a:lnTo>
                    <a:pt x="727043" y="721709"/>
                  </a:lnTo>
                  <a:lnTo>
                    <a:pt x="726472" y="720185"/>
                  </a:lnTo>
                  <a:lnTo>
                    <a:pt x="726186" y="718566"/>
                  </a:lnTo>
                  <a:lnTo>
                    <a:pt x="726567" y="717423"/>
                  </a:lnTo>
                  <a:lnTo>
                    <a:pt x="726948" y="716661"/>
                  </a:lnTo>
                  <a:lnTo>
                    <a:pt x="727424" y="715137"/>
                  </a:lnTo>
                  <a:lnTo>
                    <a:pt x="727710" y="713042"/>
                  </a:lnTo>
                  <a:lnTo>
                    <a:pt x="727805" y="708279"/>
                  </a:lnTo>
                  <a:lnTo>
                    <a:pt x="727520" y="704564"/>
                  </a:lnTo>
                  <a:lnTo>
                    <a:pt x="727520" y="704183"/>
                  </a:lnTo>
                  <a:lnTo>
                    <a:pt x="727043" y="703231"/>
                  </a:lnTo>
                  <a:lnTo>
                    <a:pt x="724472" y="699421"/>
                  </a:lnTo>
                  <a:lnTo>
                    <a:pt x="723233" y="696849"/>
                  </a:lnTo>
                  <a:lnTo>
                    <a:pt x="722852" y="695706"/>
                  </a:lnTo>
                  <a:lnTo>
                    <a:pt x="722757" y="694277"/>
                  </a:lnTo>
                  <a:lnTo>
                    <a:pt x="723043" y="692944"/>
                  </a:lnTo>
                  <a:lnTo>
                    <a:pt x="723614" y="685800"/>
                  </a:lnTo>
                  <a:lnTo>
                    <a:pt x="724090" y="682371"/>
                  </a:lnTo>
                  <a:lnTo>
                    <a:pt x="724472" y="680942"/>
                  </a:lnTo>
                  <a:lnTo>
                    <a:pt x="724948" y="679895"/>
                  </a:lnTo>
                  <a:lnTo>
                    <a:pt x="725424" y="678942"/>
                  </a:lnTo>
                  <a:lnTo>
                    <a:pt x="726757" y="677228"/>
                  </a:lnTo>
                  <a:lnTo>
                    <a:pt x="728472" y="675418"/>
                  </a:lnTo>
                  <a:lnTo>
                    <a:pt x="729806" y="674275"/>
                  </a:lnTo>
                  <a:lnTo>
                    <a:pt x="733520" y="671893"/>
                  </a:lnTo>
                  <a:lnTo>
                    <a:pt x="739711" y="669036"/>
                  </a:lnTo>
                  <a:lnTo>
                    <a:pt x="741331" y="668084"/>
                  </a:lnTo>
                  <a:lnTo>
                    <a:pt x="745046" y="665226"/>
                  </a:lnTo>
                  <a:lnTo>
                    <a:pt x="746951" y="664083"/>
                  </a:lnTo>
                  <a:lnTo>
                    <a:pt x="762857" y="654844"/>
                  </a:lnTo>
                  <a:lnTo>
                    <a:pt x="774954" y="647605"/>
                  </a:lnTo>
                  <a:lnTo>
                    <a:pt x="778002" y="645128"/>
                  </a:lnTo>
                  <a:lnTo>
                    <a:pt x="778478" y="643604"/>
                  </a:lnTo>
                  <a:lnTo>
                    <a:pt x="779145" y="642366"/>
                  </a:lnTo>
                  <a:lnTo>
                    <a:pt x="779907" y="641795"/>
                  </a:lnTo>
                  <a:lnTo>
                    <a:pt x="784193" y="640271"/>
                  </a:lnTo>
                  <a:lnTo>
                    <a:pt x="787813" y="638366"/>
                  </a:lnTo>
                  <a:lnTo>
                    <a:pt x="789813" y="636746"/>
                  </a:lnTo>
                  <a:lnTo>
                    <a:pt x="790289" y="635699"/>
                  </a:lnTo>
                  <a:lnTo>
                    <a:pt x="791432" y="634270"/>
                  </a:lnTo>
                  <a:lnTo>
                    <a:pt x="798767" y="629126"/>
                  </a:lnTo>
                  <a:lnTo>
                    <a:pt x="801338" y="626745"/>
                  </a:lnTo>
                  <a:lnTo>
                    <a:pt x="807625" y="618363"/>
                  </a:lnTo>
                  <a:lnTo>
                    <a:pt x="817436" y="610362"/>
                  </a:lnTo>
                  <a:lnTo>
                    <a:pt x="821627" y="609124"/>
                  </a:lnTo>
                  <a:lnTo>
                    <a:pt x="825436" y="611410"/>
                  </a:lnTo>
                  <a:lnTo>
                    <a:pt x="825722" y="612172"/>
                  </a:lnTo>
                  <a:lnTo>
                    <a:pt x="825722" y="613886"/>
                  </a:lnTo>
                  <a:lnTo>
                    <a:pt x="825627" y="615029"/>
                  </a:lnTo>
                  <a:lnTo>
                    <a:pt x="825532" y="615696"/>
                  </a:lnTo>
                  <a:lnTo>
                    <a:pt x="825436" y="616363"/>
                  </a:lnTo>
                  <a:lnTo>
                    <a:pt x="825532" y="617125"/>
                  </a:lnTo>
                  <a:lnTo>
                    <a:pt x="825722" y="617887"/>
                  </a:lnTo>
                  <a:lnTo>
                    <a:pt x="825913" y="618649"/>
                  </a:lnTo>
                  <a:lnTo>
                    <a:pt x="826199" y="619316"/>
                  </a:lnTo>
                  <a:lnTo>
                    <a:pt x="826580" y="619982"/>
                  </a:lnTo>
                  <a:lnTo>
                    <a:pt x="826961" y="620459"/>
                  </a:lnTo>
                  <a:lnTo>
                    <a:pt x="827437" y="620935"/>
                  </a:lnTo>
                  <a:lnTo>
                    <a:pt x="828485" y="621601"/>
                  </a:lnTo>
                  <a:lnTo>
                    <a:pt x="829056" y="621887"/>
                  </a:lnTo>
                  <a:lnTo>
                    <a:pt x="829818" y="622173"/>
                  </a:lnTo>
                  <a:lnTo>
                    <a:pt x="830771" y="622459"/>
                  </a:lnTo>
                  <a:lnTo>
                    <a:pt x="832771" y="622459"/>
                  </a:lnTo>
                  <a:lnTo>
                    <a:pt x="834390" y="622173"/>
                  </a:lnTo>
                  <a:lnTo>
                    <a:pt x="836581" y="621411"/>
                  </a:lnTo>
                  <a:lnTo>
                    <a:pt x="837628" y="620839"/>
                  </a:lnTo>
                  <a:lnTo>
                    <a:pt x="838295" y="620268"/>
                  </a:lnTo>
                  <a:lnTo>
                    <a:pt x="838581" y="619697"/>
                  </a:lnTo>
                  <a:lnTo>
                    <a:pt x="838772" y="619030"/>
                  </a:lnTo>
                  <a:lnTo>
                    <a:pt x="838772" y="618268"/>
                  </a:lnTo>
                  <a:lnTo>
                    <a:pt x="838676" y="617506"/>
                  </a:lnTo>
                  <a:lnTo>
                    <a:pt x="838581" y="616744"/>
                  </a:lnTo>
                  <a:lnTo>
                    <a:pt x="838390" y="615982"/>
                  </a:lnTo>
                  <a:lnTo>
                    <a:pt x="836962" y="612458"/>
                  </a:lnTo>
                  <a:lnTo>
                    <a:pt x="837248" y="609600"/>
                  </a:lnTo>
                  <a:lnTo>
                    <a:pt x="838486" y="608743"/>
                  </a:lnTo>
                  <a:lnTo>
                    <a:pt x="840105" y="608267"/>
                  </a:lnTo>
                  <a:lnTo>
                    <a:pt x="842010" y="607219"/>
                  </a:lnTo>
                  <a:lnTo>
                    <a:pt x="843915" y="606647"/>
                  </a:lnTo>
                  <a:lnTo>
                    <a:pt x="845630" y="607314"/>
                  </a:lnTo>
                  <a:lnTo>
                    <a:pt x="849249" y="611029"/>
                  </a:lnTo>
                  <a:lnTo>
                    <a:pt x="851440" y="612553"/>
                  </a:lnTo>
                  <a:lnTo>
                    <a:pt x="854393" y="613410"/>
                  </a:lnTo>
                  <a:lnTo>
                    <a:pt x="856202" y="614553"/>
                  </a:lnTo>
                  <a:lnTo>
                    <a:pt x="857060" y="614839"/>
                  </a:lnTo>
                  <a:lnTo>
                    <a:pt x="858488" y="615125"/>
                  </a:lnTo>
                  <a:lnTo>
                    <a:pt x="861346" y="614934"/>
                  </a:lnTo>
                  <a:lnTo>
                    <a:pt x="862679" y="614553"/>
                  </a:lnTo>
                  <a:lnTo>
                    <a:pt x="863441" y="614267"/>
                  </a:lnTo>
                  <a:lnTo>
                    <a:pt x="868490" y="610457"/>
                  </a:lnTo>
                  <a:lnTo>
                    <a:pt x="869252" y="610076"/>
                  </a:lnTo>
                  <a:lnTo>
                    <a:pt x="870204" y="608933"/>
                  </a:lnTo>
                  <a:lnTo>
                    <a:pt x="870014" y="607124"/>
                  </a:lnTo>
                  <a:lnTo>
                    <a:pt x="871347" y="605504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7" name="Freeform: Shape 9">
              <a:extLst>
                <a:ext uri="{FF2B5EF4-FFF2-40B4-BE49-F238E27FC236}">
                  <a16:creationId xmlns:a16="http://schemas.microsoft.com/office/drawing/2014/main" id="{27EFB7F7-FC16-F92A-2707-A4A54F0C34F6}"/>
                </a:ext>
              </a:extLst>
            </p:cNvPr>
            <p:cNvSpPr/>
            <p:nvPr/>
          </p:nvSpPr>
          <p:spPr>
            <a:xfrm>
              <a:off x="10483355" y="3195195"/>
              <a:ext cx="197664" cy="296497"/>
            </a:xfrm>
            <a:custGeom>
              <a:avLst/>
              <a:gdLst>
                <a:gd name="connsiteX0" fmla="*/ 136398 w 133350"/>
                <a:gd name="connsiteY0" fmla="*/ 75629 h 200025"/>
                <a:gd name="connsiteX1" fmla="*/ 136588 w 133350"/>
                <a:gd name="connsiteY1" fmla="*/ 74962 h 200025"/>
                <a:gd name="connsiteX2" fmla="*/ 138017 w 133350"/>
                <a:gd name="connsiteY2" fmla="*/ 71152 h 200025"/>
                <a:gd name="connsiteX3" fmla="*/ 138398 w 133350"/>
                <a:gd name="connsiteY3" fmla="*/ 69247 h 200025"/>
                <a:gd name="connsiteX4" fmla="*/ 138303 w 133350"/>
                <a:gd name="connsiteY4" fmla="*/ 68675 h 200025"/>
                <a:gd name="connsiteX5" fmla="*/ 138017 w 133350"/>
                <a:gd name="connsiteY5" fmla="*/ 67913 h 200025"/>
                <a:gd name="connsiteX6" fmla="*/ 137350 w 133350"/>
                <a:gd name="connsiteY6" fmla="*/ 66389 h 200025"/>
                <a:gd name="connsiteX7" fmla="*/ 137160 w 133350"/>
                <a:gd name="connsiteY7" fmla="*/ 66008 h 200025"/>
                <a:gd name="connsiteX8" fmla="*/ 136970 w 133350"/>
                <a:gd name="connsiteY8" fmla="*/ 65246 h 200025"/>
                <a:gd name="connsiteX9" fmla="*/ 136874 w 133350"/>
                <a:gd name="connsiteY9" fmla="*/ 64103 h 200025"/>
                <a:gd name="connsiteX10" fmla="*/ 136874 w 133350"/>
                <a:gd name="connsiteY10" fmla="*/ 61341 h 200025"/>
                <a:gd name="connsiteX11" fmla="*/ 137922 w 133350"/>
                <a:gd name="connsiteY11" fmla="*/ 56674 h 200025"/>
                <a:gd name="connsiteX12" fmla="*/ 138017 w 133350"/>
                <a:gd name="connsiteY12" fmla="*/ 55626 h 200025"/>
                <a:gd name="connsiteX13" fmla="*/ 137636 w 133350"/>
                <a:gd name="connsiteY13" fmla="*/ 44863 h 200025"/>
                <a:gd name="connsiteX14" fmla="*/ 137541 w 133350"/>
                <a:gd name="connsiteY14" fmla="*/ 43815 h 200025"/>
                <a:gd name="connsiteX15" fmla="*/ 137160 w 133350"/>
                <a:gd name="connsiteY15" fmla="*/ 42958 h 200025"/>
                <a:gd name="connsiteX16" fmla="*/ 136779 w 133350"/>
                <a:gd name="connsiteY16" fmla="*/ 42291 h 200025"/>
                <a:gd name="connsiteX17" fmla="*/ 136207 w 133350"/>
                <a:gd name="connsiteY17" fmla="*/ 41719 h 200025"/>
                <a:gd name="connsiteX18" fmla="*/ 135922 w 133350"/>
                <a:gd name="connsiteY18" fmla="*/ 41434 h 200025"/>
                <a:gd name="connsiteX19" fmla="*/ 135255 w 133350"/>
                <a:gd name="connsiteY19" fmla="*/ 40576 h 200025"/>
                <a:gd name="connsiteX20" fmla="*/ 134588 w 133350"/>
                <a:gd name="connsiteY20" fmla="*/ 38576 h 200025"/>
                <a:gd name="connsiteX21" fmla="*/ 126778 w 133350"/>
                <a:gd name="connsiteY21" fmla="*/ 37243 h 200025"/>
                <a:gd name="connsiteX22" fmla="*/ 126111 w 133350"/>
                <a:gd name="connsiteY22" fmla="*/ 36385 h 200025"/>
                <a:gd name="connsiteX23" fmla="*/ 125539 w 133350"/>
                <a:gd name="connsiteY23" fmla="*/ 35242 h 200025"/>
                <a:gd name="connsiteX24" fmla="*/ 129445 w 133350"/>
                <a:gd name="connsiteY24" fmla="*/ 26003 h 200025"/>
                <a:gd name="connsiteX25" fmla="*/ 129921 w 133350"/>
                <a:gd name="connsiteY25" fmla="*/ 24098 h 200025"/>
                <a:gd name="connsiteX26" fmla="*/ 130207 w 133350"/>
                <a:gd name="connsiteY26" fmla="*/ 22193 h 200025"/>
                <a:gd name="connsiteX27" fmla="*/ 130112 w 133350"/>
                <a:gd name="connsiteY27" fmla="*/ 19907 h 200025"/>
                <a:gd name="connsiteX28" fmla="*/ 129826 w 133350"/>
                <a:gd name="connsiteY28" fmla="*/ 18574 h 200025"/>
                <a:gd name="connsiteX29" fmla="*/ 127730 w 133350"/>
                <a:gd name="connsiteY29" fmla="*/ 14383 h 200025"/>
                <a:gd name="connsiteX30" fmla="*/ 127349 w 133350"/>
                <a:gd name="connsiteY30" fmla="*/ 13240 h 200025"/>
                <a:gd name="connsiteX31" fmla="*/ 127254 w 133350"/>
                <a:gd name="connsiteY31" fmla="*/ 11906 h 200025"/>
                <a:gd name="connsiteX32" fmla="*/ 127159 w 133350"/>
                <a:gd name="connsiteY32" fmla="*/ 8001 h 200025"/>
                <a:gd name="connsiteX33" fmla="*/ 126873 w 133350"/>
                <a:gd name="connsiteY33" fmla="*/ 6858 h 200025"/>
                <a:gd name="connsiteX34" fmla="*/ 126397 w 133350"/>
                <a:gd name="connsiteY34" fmla="*/ 6001 h 200025"/>
                <a:gd name="connsiteX35" fmla="*/ 125730 w 133350"/>
                <a:gd name="connsiteY35" fmla="*/ 5334 h 200025"/>
                <a:gd name="connsiteX36" fmla="*/ 118491 w 133350"/>
                <a:gd name="connsiteY36" fmla="*/ 476 h 200025"/>
                <a:gd name="connsiteX37" fmla="*/ 117443 w 133350"/>
                <a:gd name="connsiteY37" fmla="*/ 0 h 200025"/>
                <a:gd name="connsiteX38" fmla="*/ 116110 w 133350"/>
                <a:gd name="connsiteY38" fmla="*/ 1048 h 200025"/>
                <a:gd name="connsiteX39" fmla="*/ 114300 w 133350"/>
                <a:gd name="connsiteY39" fmla="*/ 2191 h 200025"/>
                <a:gd name="connsiteX40" fmla="*/ 112966 w 133350"/>
                <a:gd name="connsiteY40" fmla="*/ 3524 h 200025"/>
                <a:gd name="connsiteX41" fmla="*/ 112395 w 133350"/>
                <a:gd name="connsiteY41" fmla="*/ 6001 h 200025"/>
                <a:gd name="connsiteX42" fmla="*/ 112966 w 133350"/>
                <a:gd name="connsiteY42" fmla="*/ 13716 h 200025"/>
                <a:gd name="connsiteX43" fmla="*/ 112586 w 133350"/>
                <a:gd name="connsiteY43" fmla="*/ 17240 h 200025"/>
                <a:gd name="connsiteX44" fmla="*/ 110299 w 133350"/>
                <a:gd name="connsiteY44" fmla="*/ 20383 h 200025"/>
                <a:gd name="connsiteX45" fmla="*/ 107347 w 133350"/>
                <a:gd name="connsiteY45" fmla="*/ 21717 h 200025"/>
                <a:gd name="connsiteX46" fmla="*/ 104013 w 133350"/>
                <a:gd name="connsiteY46" fmla="*/ 22003 h 200025"/>
                <a:gd name="connsiteX47" fmla="*/ 94393 w 133350"/>
                <a:gd name="connsiteY47" fmla="*/ 21146 h 200025"/>
                <a:gd name="connsiteX48" fmla="*/ 94202 w 133350"/>
                <a:gd name="connsiteY48" fmla="*/ 22669 h 200025"/>
                <a:gd name="connsiteX49" fmla="*/ 96869 w 133350"/>
                <a:gd name="connsiteY49" fmla="*/ 26956 h 200025"/>
                <a:gd name="connsiteX50" fmla="*/ 96964 w 133350"/>
                <a:gd name="connsiteY50" fmla="*/ 28670 h 200025"/>
                <a:gd name="connsiteX51" fmla="*/ 94679 w 133350"/>
                <a:gd name="connsiteY51" fmla="*/ 27813 h 200025"/>
                <a:gd name="connsiteX52" fmla="*/ 92202 w 133350"/>
                <a:gd name="connsiteY52" fmla="*/ 26003 h 200025"/>
                <a:gd name="connsiteX53" fmla="*/ 91154 w 133350"/>
                <a:gd name="connsiteY53" fmla="*/ 25051 h 200025"/>
                <a:gd name="connsiteX54" fmla="*/ 88582 w 133350"/>
                <a:gd name="connsiteY54" fmla="*/ 25908 h 200025"/>
                <a:gd name="connsiteX55" fmla="*/ 88201 w 133350"/>
                <a:gd name="connsiteY55" fmla="*/ 28194 h 200025"/>
                <a:gd name="connsiteX56" fmla="*/ 89345 w 133350"/>
                <a:gd name="connsiteY56" fmla="*/ 33242 h 200025"/>
                <a:gd name="connsiteX57" fmla="*/ 89249 w 133350"/>
                <a:gd name="connsiteY57" fmla="*/ 35719 h 200025"/>
                <a:gd name="connsiteX58" fmla="*/ 86773 w 133350"/>
                <a:gd name="connsiteY58" fmla="*/ 46482 h 200025"/>
                <a:gd name="connsiteX59" fmla="*/ 85915 w 133350"/>
                <a:gd name="connsiteY59" fmla="*/ 48673 h 200025"/>
                <a:gd name="connsiteX60" fmla="*/ 84487 w 133350"/>
                <a:gd name="connsiteY60" fmla="*/ 49625 h 200025"/>
                <a:gd name="connsiteX61" fmla="*/ 82201 w 133350"/>
                <a:gd name="connsiteY61" fmla="*/ 49054 h 200025"/>
                <a:gd name="connsiteX62" fmla="*/ 78676 w 133350"/>
                <a:gd name="connsiteY62" fmla="*/ 45529 h 200025"/>
                <a:gd name="connsiteX63" fmla="*/ 78391 w 133350"/>
                <a:gd name="connsiteY63" fmla="*/ 44387 h 200025"/>
                <a:gd name="connsiteX64" fmla="*/ 78200 w 133350"/>
                <a:gd name="connsiteY64" fmla="*/ 41529 h 200025"/>
                <a:gd name="connsiteX65" fmla="*/ 77819 w 133350"/>
                <a:gd name="connsiteY65" fmla="*/ 40672 h 200025"/>
                <a:gd name="connsiteX66" fmla="*/ 76676 w 133350"/>
                <a:gd name="connsiteY66" fmla="*/ 40672 h 200025"/>
                <a:gd name="connsiteX67" fmla="*/ 69342 w 133350"/>
                <a:gd name="connsiteY67" fmla="*/ 39052 h 200025"/>
                <a:gd name="connsiteX68" fmla="*/ 68199 w 133350"/>
                <a:gd name="connsiteY68" fmla="*/ 40672 h 200025"/>
                <a:gd name="connsiteX69" fmla="*/ 68485 w 133350"/>
                <a:gd name="connsiteY69" fmla="*/ 43053 h 200025"/>
                <a:gd name="connsiteX70" fmla="*/ 69247 w 133350"/>
                <a:gd name="connsiteY70" fmla="*/ 45720 h 200025"/>
                <a:gd name="connsiteX71" fmla="*/ 69247 w 133350"/>
                <a:gd name="connsiteY71" fmla="*/ 47911 h 200025"/>
                <a:gd name="connsiteX72" fmla="*/ 67913 w 133350"/>
                <a:gd name="connsiteY72" fmla="*/ 49816 h 200025"/>
                <a:gd name="connsiteX73" fmla="*/ 65913 w 133350"/>
                <a:gd name="connsiteY73" fmla="*/ 50578 h 200025"/>
                <a:gd name="connsiteX74" fmla="*/ 63722 w 133350"/>
                <a:gd name="connsiteY74" fmla="*/ 50292 h 200025"/>
                <a:gd name="connsiteX75" fmla="*/ 61627 w 133350"/>
                <a:gd name="connsiteY75" fmla="*/ 48958 h 200025"/>
                <a:gd name="connsiteX76" fmla="*/ 60579 w 133350"/>
                <a:gd name="connsiteY76" fmla="*/ 46958 h 200025"/>
                <a:gd name="connsiteX77" fmla="*/ 58579 w 133350"/>
                <a:gd name="connsiteY77" fmla="*/ 41910 h 200025"/>
                <a:gd name="connsiteX78" fmla="*/ 57340 w 133350"/>
                <a:gd name="connsiteY78" fmla="*/ 41434 h 200025"/>
                <a:gd name="connsiteX79" fmla="*/ 56769 w 133350"/>
                <a:gd name="connsiteY79" fmla="*/ 42958 h 200025"/>
                <a:gd name="connsiteX80" fmla="*/ 55531 w 133350"/>
                <a:gd name="connsiteY80" fmla="*/ 50959 h 200025"/>
                <a:gd name="connsiteX81" fmla="*/ 54673 w 133350"/>
                <a:gd name="connsiteY81" fmla="*/ 53626 h 200025"/>
                <a:gd name="connsiteX82" fmla="*/ 53626 w 133350"/>
                <a:gd name="connsiteY82" fmla="*/ 55340 h 200025"/>
                <a:gd name="connsiteX83" fmla="*/ 51911 w 133350"/>
                <a:gd name="connsiteY83" fmla="*/ 56483 h 200025"/>
                <a:gd name="connsiteX84" fmla="*/ 49244 w 133350"/>
                <a:gd name="connsiteY84" fmla="*/ 57340 h 200025"/>
                <a:gd name="connsiteX85" fmla="*/ 44482 w 133350"/>
                <a:gd name="connsiteY85" fmla="*/ 57912 h 200025"/>
                <a:gd name="connsiteX86" fmla="*/ 40196 w 133350"/>
                <a:gd name="connsiteY86" fmla="*/ 57531 h 200025"/>
                <a:gd name="connsiteX87" fmla="*/ 31432 w 133350"/>
                <a:gd name="connsiteY87" fmla="*/ 55626 h 200025"/>
                <a:gd name="connsiteX88" fmla="*/ 26670 w 133350"/>
                <a:gd name="connsiteY88" fmla="*/ 56007 h 200025"/>
                <a:gd name="connsiteX89" fmla="*/ 25241 w 133350"/>
                <a:gd name="connsiteY89" fmla="*/ 59246 h 200025"/>
                <a:gd name="connsiteX90" fmla="*/ 25051 w 133350"/>
                <a:gd name="connsiteY90" fmla="*/ 64103 h 200025"/>
                <a:gd name="connsiteX91" fmla="*/ 23908 w 133350"/>
                <a:gd name="connsiteY91" fmla="*/ 69247 h 200025"/>
                <a:gd name="connsiteX92" fmla="*/ 22479 w 133350"/>
                <a:gd name="connsiteY92" fmla="*/ 70199 h 200025"/>
                <a:gd name="connsiteX93" fmla="*/ 21241 w 133350"/>
                <a:gd name="connsiteY93" fmla="*/ 70009 h 200025"/>
                <a:gd name="connsiteX94" fmla="*/ 20383 w 133350"/>
                <a:gd name="connsiteY94" fmla="*/ 69628 h 200025"/>
                <a:gd name="connsiteX95" fmla="*/ 19907 w 133350"/>
                <a:gd name="connsiteY95" fmla="*/ 69437 h 200025"/>
                <a:gd name="connsiteX96" fmla="*/ 18383 w 133350"/>
                <a:gd name="connsiteY96" fmla="*/ 69247 h 200025"/>
                <a:gd name="connsiteX97" fmla="*/ 16383 w 133350"/>
                <a:gd name="connsiteY97" fmla="*/ 70104 h 200025"/>
                <a:gd name="connsiteX98" fmla="*/ 14859 w 133350"/>
                <a:gd name="connsiteY98" fmla="*/ 71533 h 200025"/>
                <a:gd name="connsiteX99" fmla="*/ 13621 w 133350"/>
                <a:gd name="connsiteY99" fmla="*/ 73152 h 200025"/>
                <a:gd name="connsiteX100" fmla="*/ 9715 w 133350"/>
                <a:gd name="connsiteY100" fmla="*/ 80200 h 200025"/>
                <a:gd name="connsiteX101" fmla="*/ 9239 w 133350"/>
                <a:gd name="connsiteY101" fmla="*/ 81915 h 200025"/>
                <a:gd name="connsiteX102" fmla="*/ 9334 w 133350"/>
                <a:gd name="connsiteY102" fmla="*/ 83725 h 200025"/>
                <a:gd name="connsiteX103" fmla="*/ 10573 w 133350"/>
                <a:gd name="connsiteY103" fmla="*/ 86582 h 200025"/>
                <a:gd name="connsiteX104" fmla="*/ 11049 w 133350"/>
                <a:gd name="connsiteY104" fmla="*/ 88201 h 200025"/>
                <a:gd name="connsiteX105" fmla="*/ 10763 w 133350"/>
                <a:gd name="connsiteY105" fmla="*/ 90583 h 200025"/>
                <a:gd name="connsiteX106" fmla="*/ 8477 w 133350"/>
                <a:gd name="connsiteY106" fmla="*/ 97441 h 200025"/>
                <a:gd name="connsiteX107" fmla="*/ 7239 w 133350"/>
                <a:gd name="connsiteY107" fmla="*/ 99536 h 200025"/>
                <a:gd name="connsiteX108" fmla="*/ 5143 w 133350"/>
                <a:gd name="connsiteY108" fmla="*/ 100584 h 200025"/>
                <a:gd name="connsiteX109" fmla="*/ 2953 w 133350"/>
                <a:gd name="connsiteY109" fmla="*/ 100775 h 200025"/>
                <a:gd name="connsiteX110" fmla="*/ 1143 w 133350"/>
                <a:gd name="connsiteY110" fmla="*/ 101441 h 200025"/>
                <a:gd name="connsiteX111" fmla="*/ 0 w 133350"/>
                <a:gd name="connsiteY111" fmla="*/ 103918 h 200025"/>
                <a:gd name="connsiteX112" fmla="*/ 476 w 133350"/>
                <a:gd name="connsiteY112" fmla="*/ 106585 h 200025"/>
                <a:gd name="connsiteX113" fmla="*/ 2381 w 133350"/>
                <a:gd name="connsiteY113" fmla="*/ 107633 h 200025"/>
                <a:gd name="connsiteX114" fmla="*/ 4286 w 133350"/>
                <a:gd name="connsiteY114" fmla="*/ 108299 h 200025"/>
                <a:gd name="connsiteX115" fmla="*/ 4953 w 133350"/>
                <a:gd name="connsiteY115" fmla="*/ 110204 h 200025"/>
                <a:gd name="connsiteX116" fmla="*/ 4000 w 133350"/>
                <a:gd name="connsiteY116" fmla="*/ 112300 h 200025"/>
                <a:gd name="connsiteX117" fmla="*/ 2286 w 133350"/>
                <a:gd name="connsiteY117" fmla="*/ 112109 h 200025"/>
                <a:gd name="connsiteX118" fmla="*/ 857 w 133350"/>
                <a:gd name="connsiteY118" fmla="*/ 112300 h 200025"/>
                <a:gd name="connsiteX119" fmla="*/ 476 w 133350"/>
                <a:gd name="connsiteY119" fmla="*/ 115348 h 200025"/>
                <a:gd name="connsiteX120" fmla="*/ 1048 w 133350"/>
                <a:gd name="connsiteY120" fmla="*/ 117538 h 200025"/>
                <a:gd name="connsiteX121" fmla="*/ 4381 w 133350"/>
                <a:gd name="connsiteY121" fmla="*/ 123825 h 200025"/>
                <a:gd name="connsiteX122" fmla="*/ 5239 w 133350"/>
                <a:gd name="connsiteY122" fmla="*/ 126111 h 200025"/>
                <a:gd name="connsiteX123" fmla="*/ 6191 w 133350"/>
                <a:gd name="connsiteY123" fmla="*/ 130207 h 200025"/>
                <a:gd name="connsiteX124" fmla="*/ 7239 w 133350"/>
                <a:gd name="connsiteY124" fmla="*/ 132302 h 200025"/>
                <a:gd name="connsiteX125" fmla="*/ 8191 w 133350"/>
                <a:gd name="connsiteY125" fmla="*/ 133159 h 200025"/>
                <a:gd name="connsiteX126" fmla="*/ 10192 w 133350"/>
                <a:gd name="connsiteY126" fmla="*/ 134398 h 200025"/>
                <a:gd name="connsiteX127" fmla="*/ 10954 w 133350"/>
                <a:gd name="connsiteY127" fmla="*/ 135636 h 200025"/>
                <a:gd name="connsiteX128" fmla="*/ 11239 w 133350"/>
                <a:gd name="connsiteY128" fmla="*/ 136588 h 200025"/>
                <a:gd name="connsiteX129" fmla="*/ 11811 w 133350"/>
                <a:gd name="connsiteY129" fmla="*/ 139637 h 200025"/>
                <a:gd name="connsiteX130" fmla="*/ 13335 w 133350"/>
                <a:gd name="connsiteY130" fmla="*/ 145066 h 200025"/>
                <a:gd name="connsiteX131" fmla="*/ 14573 w 133350"/>
                <a:gd name="connsiteY131" fmla="*/ 147542 h 200025"/>
                <a:gd name="connsiteX132" fmla="*/ 16002 w 133350"/>
                <a:gd name="connsiteY132" fmla="*/ 148685 h 200025"/>
                <a:gd name="connsiteX133" fmla="*/ 17526 w 133350"/>
                <a:gd name="connsiteY133" fmla="*/ 149066 h 200025"/>
                <a:gd name="connsiteX134" fmla="*/ 17907 w 133350"/>
                <a:gd name="connsiteY134" fmla="*/ 149828 h 200025"/>
                <a:gd name="connsiteX135" fmla="*/ 17431 w 133350"/>
                <a:gd name="connsiteY135" fmla="*/ 150781 h 200025"/>
                <a:gd name="connsiteX136" fmla="*/ 16288 w 133350"/>
                <a:gd name="connsiteY136" fmla="*/ 151924 h 200025"/>
                <a:gd name="connsiteX137" fmla="*/ 15430 w 133350"/>
                <a:gd name="connsiteY137" fmla="*/ 153162 h 200025"/>
                <a:gd name="connsiteX138" fmla="*/ 15621 w 133350"/>
                <a:gd name="connsiteY138" fmla="*/ 154114 h 200025"/>
                <a:gd name="connsiteX139" fmla="*/ 16288 w 133350"/>
                <a:gd name="connsiteY139" fmla="*/ 155067 h 200025"/>
                <a:gd name="connsiteX140" fmla="*/ 16764 w 133350"/>
                <a:gd name="connsiteY140" fmla="*/ 156400 h 200025"/>
                <a:gd name="connsiteX141" fmla="*/ 19431 w 133350"/>
                <a:gd name="connsiteY141" fmla="*/ 176593 h 200025"/>
                <a:gd name="connsiteX142" fmla="*/ 20955 w 133350"/>
                <a:gd name="connsiteY142" fmla="*/ 181737 h 200025"/>
                <a:gd name="connsiteX143" fmla="*/ 23717 w 133350"/>
                <a:gd name="connsiteY143" fmla="*/ 185547 h 200025"/>
                <a:gd name="connsiteX144" fmla="*/ 27527 w 133350"/>
                <a:gd name="connsiteY144" fmla="*/ 186595 h 200025"/>
                <a:gd name="connsiteX145" fmla="*/ 28004 w 133350"/>
                <a:gd name="connsiteY145" fmla="*/ 182404 h 200025"/>
                <a:gd name="connsiteX146" fmla="*/ 25813 w 133350"/>
                <a:gd name="connsiteY146" fmla="*/ 171926 h 200025"/>
                <a:gd name="connsiteX147" fmla="*/ 25813 w 133350"/>
                <a:gd name="connsiteY147" fmla="*/ 166306 h 200025"/>
                <a:gd name="connsiteX148" fmla="*/ 26384 w 133350"/>
                <a:gd name="connsiteY148" fmla="*/ 163354 h 200025"/>
                <a:gd name="connsiteX149" fmla="*/ 27718 w 133350"/>
                <a:gd name="connsiteY149" fmla="*/ 161544 h 200025"/>
                <a:gd name="connsiteX150" fmla="*/ 30289 w 133350"/>
                <a:gd name="connsiteY150" fmla="*/ 161449 h 200025"/>
                <a:gd name="connsiteX151" fmla="*/ 32480 w 133350"/>
                <a:gd name="connsiteY151" fmla="*/ 163259 h 200025"/>
                <a:gd name="connsiteX152" fmla="*/ 34195 w 133350"/>
                <a:gd name="connsiteY152" fmla="*/ 165640 h 200025"/>
                <a:gd name="connsiteX153" fmla="*/ 35147 w 133350"/>
                <a:gd name="connsiteY153" fmla="*/ 167450 h 200025"/>
                <a:gd name="connsiteX154" fmla="*/ 35052 w 133350"/>
                <a:gd name="connsiteY154" fmla="*/ 167354 h 200025"/>
                <a:gd name="connsiteX155" fmla="*/ 35433 w 133350"/>
                <a:gd name="connsiteY155" fmla="*/ 166497 h 200025"/>
                <a:gd name="connsiteX156" fmla="*/ 35528 w 133350"/>
                <a:gd name="connsiteY156" fmla="*/ 166402 h 200025"/>
                <a:gd name="connsiteX157" fmla="*/ 36290 w 133350"/>
                <a:gd name="connsiteY157" fmla="*/ 167450 h 200025"/>
                <a:gd name="connsiteX158" fmla="*/ 36290 w 133350"/>
                <a:gd name="connsiteY158" fmla="*/ 168212 h 200025"/>
                <a:gd name="connsiteX159" fmla="*/ 36100 w 133350"/>
                <a:gd name="connsiteY159" fmla="*/ 168973 h 200025"/>
                <a:gd name="connsiteX160" fmla="*/ 36290 w 133350"/>
                <a:gd name="connsiteY160" fmla="*/ 169640 h 200025"/>
                <a:gd name="connsiteX161" fmla="*/ 38005 w 133350"/>
                <a:gd name="connsiteY161" fmla="*/ 171355 h 200025"/>
                <a:gd name="connsiteX162" fmla="*/ 38290 w 133350"/>
                <a:gd name="connsiteY162" fmla="*/ 171355 h 200025"/>
                <a:gd name="connsiteX163" fmla="*/ 39053 w 133350"/>
                <a:gd name="connsiteY163" fmla="*/ 175260 h 200025"/>
                <a:gd name="connsiteX164" fmla="*/ 39529 w 133350"/>
                <a:gd name="connsiteY164" fmla="*/ 176498 h 200025"/>
                <a:gd name="connsiteX165" fmla="*/ 42196 w 133350"/>
                <a:gd name="connsiteY165" fmla="*/ 185642 h 200025"/>
                <a:gd name="connsiteX166" fmla="*/ 42863 w 133350"/>
                <a:gd name="connsiteY166" fmla="*/ 188881 h 200025"/>
                <a:gd name="connsiteX167" fmla="*/ 43148 w 133350"/>
                <a:gd name="connsiteY167" fmla="*/ 189262 h 200025"/>
                <a:gd name="connsiteX168" fmla="*/ 44196 w 133350"/>
                <a:gd name="connsiteY168" fmla="*/ 189547 h 200025"/>
                <a:gd name="connsiteX169" fmla="*/ 44577 w 133350"/>
                <a:gd name="connsiteY169" fmla="*/ 190024 h 200025"/>
                <a:gd name="connsiteX170" fmla="*/ 44672 w 133350"/>
                <a:gd name="connsiteY170" fmla="*/ 193738 h 200025"/>
                <a:gd name="connsiteX171" fmla="*/ 45148 w 133350"/>
                <a:gd name="connsiteY171" fmla="*/ 195072 h 200025"/>
                <a:gd name="connsiteX172" fmla="*/ 46672 w 133350"/>
                <a:gd name="connsiteY172" fmla="*/ 196691 h 200025"/>
                <a:gd name="connsiteX173" fmla="*/ 48196 w 133350"/>
                <a:gd name="connsiteY173" fmla="*/ 197263 h 200025"/>
                <a:gd name="connsiteX174" fmla="*/ 49721 w 133350"/>
                <a:gd name="connsiteY174" fmla="*/ 197548 h 200025"/>
                <a:gd name="connsiteX175" fmla="*/ 51340 w 133350"/>
                <a:gd name="connsiteY175" fmla="*/ 198310 h 200025"/>
                <a:gd name="connsiteX176" fmla="*/ 52006 w 133350"/>
                <a:gd name="connsiteY176" fmla="*/ 199739 h 200025"/>
                <a:gd name="connsiteX177" fmla="*/ 52006 w 133350"/>
                <a:gd name="connsiteY177" fmla="*/ 200977 h 200025"/>
                <a:gd name="connsiteX178" fmla="*/ 52388 w 133350"/>
                <a:gd name="connsiteY178" fmla="*/ 201359 h 200025"/>
                <a:gd name="connsiteX179" fmla="*/ 54292 w 133350"/>
                <a:gd name="connsiteY179" fmla="*/ 200311 h 200025"/>
                <a:gd name="connsiteX180" fmla="*/ 54959 w 133350"/>
                <a:gd name="connsiteY180" fmla="*/ 199454 h 200025"/>
                <a:gd name="connsiteX181" fmla="*/ 55340 w 133350"/>
                <a:gd name="connsiteY181" fmla="*/ 198215 h 200025"/>
                <a:gd name="connsiteX182" fmla="*/ 55912 w 133350"/>
                <a:gd name="connsiteY182" fmla="*/ 197167 h 200025"/>
                <a:gd name="connsiteX183" fmla="*/ 56959 w 133350"/>
                <a:gd name="connsiteY183" fmla="*/ 196787 h 200025"/>
                <a:gd name="connsiteX184" fmla="*/ 57721 w 133350"/>
                <a:gd name="connsiteY184" fmla="*/ 196882 h 200025"/>
                <a:gd name="connsiteX185" fmla="*/ 58579 w 133350"/>
                <a:gd name="connsiteY185" fmla="*/ 197167 h 200025"/>
                <a:gd name="connsiteX186" fmla="*/ 59436 w 133350"/>
                <a:gd name="connsiteY186" fmla="*/ 197358 h 200025"/>
                <a:gd name="connsiteX187" fmla="*/ 60198 w 133350"/>
                <a:gd name="connsiteY187" fmla="*/ 197167 h 200025"/>
                <a:gd name="connsiteX188" fmla="*/ 61817 w 133350"/>
                <a:gd name="connsiteY188" fmla="*/ 196596 h 200025"/>
                <a:gd name="connsiteX189" fmla="*/ 64865 w 133350"/>
                <a:gd name="connsiteY189" fmla="*/ 195929 h 200025"/>
                <a:gd name="connsiteX190" fmla="*/ 66294 w 133350"/>
                <a:gd name="connsiteY190" fmla="*/ 195072 h 200025"/>
                <a:gd name="connsiteX191" fmla="*/ 67151 w 133350"/>
                <a:gd name="connsiteY191" fmla="*/ 194024 h 200025"/>
                <a:gd name="connsiteX192" fmla="*/ 69151 w 133350"/>
                <a:gd name="connsiteY192" fmla="*/ 192310 h 200025"/>
                <a:gd name="connsiteX193" fmla="*/ 69913 w 133350"/>
                <a:gd name="connsiteY193" fmla="*/ 191357 h 200025"/>
                <a:gd name="connsiteX194" fmla="*/ 71914 w 133350"/>
                <a:gd name="connsiteY194" fmla="*/ 188404 h 200025"/>
                <a:gd name="connsiteX195" fmla="*/ 72009 w 133350"/>
                <a:gd name="connsiteY195" fmla="*/ 187928 h 200025"/>
                <a:gd name="connsiteX196" fmla="*/ 71914 w 133350"/>
                <a:gd name="connsiteY196" fmla="*/ 187357 h 200025"/>
                <a:gd name="connsiteX197" fmla="*/ 72009 w 133350"/>
                <a:gd name="connsiteY197" fmla="*/ 186690 h 200025"/>
                <a:gd name="connsiteX198" fmla="*/ 72580 w 133350"/>
                <a:gd name="connsiteY198" fmla="*/ 186214 h 200025"/>
                <a:gd name="connsiteX199" fmla="*/ 72962 w 133350"/>
                <a:gd name="connsiteY199" fmla="*/ 186214 h 200025"/>
                <a:gd name="connsiteX200" fmla="*/ 74009 w 133350"/>
                <a:gd name="connsiteY200" fmla="*/ 186309 h 200025"/>
                <a:gd name="connsiteX201" fmla="*/ 74295 w 133350"/>
                <a:gd name="connsiteY201" fmla="*/ 186309 h 200025"/>
                <a:gd name="connsiteX202" fmla="*/ 76009 w 133350"/>
                <a:gd name="connsiteY202" fmla="*/ 184404 h 200025"/>
                <a:gd name="connsiteX203" fmla="*/ 76581 w 133350"/>
                <a:gd name="connsiteY203" fmla="*/ 183261 h 200025"/>
                <a:gd name="connsiteX204" fmla="*/ 76105 w 133350"/>
                <a:gd name="connsiteY204" fmla="*/ 181737 h 200025"/>
                <a:gd name="connsiteX205" fmla="*/ 74676 w 133350"/>
                <a:gd name="connsiteY205" fmla="*/ 177927 h 200025"/>
                <a:gd name="connsiteX206" fmla="*/ 72866 w 133350"/>
                <a:gd name="connsiteY206" fmla="*/ 169259 h 200025"/>
                <a:gd name="connsiteX207" fmla="*/ 71152 w 133350"/>
                <a:gd name="connsiteY207" fmla="*/ 165259 h 200025"/>
                <a:gd name="connsiteX208" fmla="*/ 70580 w 133350"/>
                <a:gd name="connsiteY208" fmla="*/ 160306 h 200025"/>
                <a:gd name="connsiteX209" fmla="*/ 72771 w 133350"/>
                <a:gd name="connsiteY209" fmla="*/ 154114 h 200025"/>
                <a:gd name="connsiteX210" fmla="*/ 76105 w 133350"/>
                <a:gd name="connsiteY210" fmla="*/ 148209 h 200025"/>
                <a:gd name="connsiteX211" fmla="*/ 79057 w 133350"/>
                <a:gd name="connsiteY211" fmla="*/ 144113 h 200025"/>
                <a:gd name="connsiteX212" fmla="*/ 80963 w 133350"/>
                <a:gd name="connsiteY212" fmla="*/ 142494 h 200025"/>
                <a:gd name="connsiteX213" fmla="*/ 87344 w 133350"/>
                <a:gd name="connsiteY213" fmla="*/ 139732 h 200025"/>
                <a:gd name="connsiteX214" fmla="*/ 89154 w 133350"/>
                <a:gd name="connsiteY214" fmla="*/ 138398 h 200025"/>
                <a:gd name="connsiteX215" fmla="*/ 90678 w 133350"/>
                <a:gd name="connsiteY215" fmla="*/ 136684 h 200025"/>
                <a:gd name="connsiteX216" fmla="*/ 93250 w 133350"/>
                <a:gd name="connsiteY216" fmla="*/ 132302 h 200025"/>
                <a:gd name="connsiteX217" fmla="*/ 93440 w 133350"/>
                <a:gd name="connsiteY217" fmla="*/ 127349 h 200025"/>
                <a:gd name="connsiteX218" fmla="*/ 90392 w 133350"/>
                <a:gd name="connsiteY218" fmla="*/ 112776 h 200025"/>
                <a:gd name="connsiteX219" fmla="*/ 90297 w 133350"/>
                <a:gd name="connsiteY219" fmla="*/ 107918 h 200025"/>
                <a:gd name="connsiteX220" fmla="*/ 90488 w 133350"/>
                <a:gd name="connsiteY220" fmla="*/ 105251 h 200025"/>
                <a:gd name="connsiteX221" fmla="*/ 91249 w 133350"/>
                <a:gd name="connsiteY221" fmla="*/ 103632 h 200025"/>
                <a:gd name="connsiteX222" fmla="*/ 92773 w 133350"/>
                <a:gd name="connsiteY222" fmla="*/ 103537 h 200025"/>
                <a:gd name="connsiteX223" fmla="*/ 94297 w 133350"/>
                <a:gd name="connsiteY223" fmla="*/ 105251 h 200025"/>
                <a:gd name="connsiteX224" fmla="*/ 95726 w 133350"/>
                <a:gd name="connsiteY224" fmla="*/ 107633 h 200025"/>
                <a:gd name="connsiteX225" fmla="*/ 100489 w 133350"/>
                <a:gd name="connsiteY225" fmla="*/ 113062 h 200025"/>
                <a:gd name="connsiteX226" fmla="*/ 102298 w 133350"/>
                <a:gd name="connsiteY226" fmla="*/ 114014 h 200025"/>
                <a:gd name="connsiteX227" fmla="*/ 105061 w 133350"/>
                <a:gd name="connsiteY227" fmla="*/ 113347 h 200025"/>
                <a:gd name="connsiteX228" fmla="*/ 106966 w 133350"/>
                <a:gd name="connsiteY228" fmla="*/ 111538 h 200025"/>
                <a:gd name="connsiteX229" fmla="*/ 110776 w 133350"/>
                <a:gd name="connsiteY229" fmla="*/ 106299 h 200025"/>
                <a:gd name="connsiteX230" fmla="*/ 112681 w 133350"/>
                <a:gd name="connsiteY230" fmla="*/ 104204 h 200025"/>
                <a:gd name="connsiteX231" fmla="*/ 117538 w 133350"/>
                <a:gd name="connsiteY231" fmla="*/ 102489 h 200025"/>
                <a:gd name="connsiteX232" fmla="*/ 119824 w 133350"/>
                <a:gd name="connsiteY232" fmla="*/ 106013 h 200025"/>
                <a:gd name="connsiteX233" fmla="*/ 120967 w 133350"/>
                <a:gd name="connsiteY233" fmla="*/ 110871 h 200025"/>
                <a:gd name="connsiteX234" fmla="*/ 122587 w 133350"/>
                <a:gd name="connsiteY234" fmla="*/ 112967 h 200025"/>
                <a:gd name="connsiteX235" fmla="*/ 124301 w 133350"/>
                <a:gd name="connsiteY235" fmla="*/ 111347 h 200025"/>
                <a:gd name="connsiteX236" fmla="*/ 125730 w 133350"/>
                <a:gd name="connsiteY236" fmla="*/ 105537 h 200025"/>
                <a:gd name="connsiteX237" fmla="*/ 127635 w 133350"/>
                <a:gd name="connsiteY237" fmla="*/ 104394 h 200025"/>
                <a:gd name="connsiteX238" fmla="*/ 130016 w 133350"/>
                <a:gd name="connsiteY238" fmla="*/ 105632 h 200025"/>
                <a:gd name="connsiteX239" fmla="*/ 130112 w 133350"/>
                <a:gd name="connsiteY239" fmla="*/ 106108 h 200025"/>
                <a:gd name="connsiteX240" fmla="*/ 131064 w 133350"/>
                <a:gd name="connsiteY240" fmla="*/ 104013 h 200025"/>
                <a:gd name="connsiteX241" fmla="*/ 130207 w 133350"/>
                <a:gd name="connsiteY241" fmla="*/ 96964 h 200025"/>
                <a:gd name="connsiteX242" fmla="*/ 130969 w 133350"/>
                <a:gd name="connsiteY242" fmla="*/ 94297 h 200025"/>
                <a:gd name="connsiteX243" fmla="*/ 131350 w 133350"/>
                <a:gd name="connsiteY243" fmla="*/ 93250 h 200025"/>
                <a:gd name="connsiteX244" fmla="*/ 131350 w 133350"/>
                <a:gd name="connsiteY244" fmla="*/ 92583 h 200025"/>
                <a:gd name="connsiteX245" fmla="*/ 131064 w 133350"/>
                <a:gd name="connsiteY245" fmla="*/ 91821 h 200025"/>
                <a:gd name="connsiteX246" fmla="*/ 131064 w 133350"/>
                <a:gd name="connsiteY246" fmla="*/ 91059 h 200025"/>
                <a:gd name="connsiteX247" fmla="*/ 131350 w 133350"/>
                <a:gd name="connsiteY247" fmla="*/ 90202 h 200025"/>
                <a:gd name="connsiteX248" fmla="*/ 131826 w 133350"/>
                <a:gd name="connsiteY248" fmla="*/ 89154 h 200025"/>
                <a:gd name="connsiteX249" fmla="*/ 132302 w 133350"/>
                <a:gd name="connsiteY249" fmla="*/ 88583 h 200025"/>
                <a:gd name="connsiteX250" fmla="*/ 133255 w 133350"/>
                <a:gd name="connsiteY250" fmla="*/ 87630 h 200025"/>
                <a:gd name="connsiteX251" fmla="*/ 133540 w 133350"/>
                <a:gd name="connsiteY251" fmla="*/ 87344 h 200025"/>
                <a:gd name="connsiteX252" fmla="*/ 133826 w 133350"/>
                <a:gd name="connsiteY252" fmla="*/ 87154 h 200025"/>
                <a:gd name="connsiteX253" fmla="*/ 134207 w 133350"/>
                <a:gd name="connsiteY253" fmla="*/ 86963 h 200025"/>
                <a:gd name="connsiteX254" fmla="*/ 134683 w 133350"/>
                <a:gd name="connsiteY254" fmla="*/ 87058 h 200025"/>
                <a:gd name="connsiteX255" fmla="*/ 134969 w 133350"/>
                <a:gd name="connsiteY255" fmla="*/ 87249 h 200025"/>
                <a:gd name="connsiteX256" fmla="*/ 135255 w 133350"/>
                <a:gd name="connsiteY256" fmla="*/ 87535 h 200025"/>
                <a:gd name="connsiteX257" fmla="*/ 135541 w 133350"/>
                <a:gd name="connsiteY257" fmla="*/ 87821 h 200025"/>
                <a:gd name="connsiteX258" fmla="*/ 135826 w 133350"/>
                <a:gd name="connsiteY258" fmla="*/ 88106 h 200025"/>
                <a:gd name="connsiteX259" fmla="*/ 136207 w 133350"/>
                <a:gd name="connsiteY259" fmla="*/ 88201 h 200025"/>
                <a:gd name="connsiteX260" fmla="*/ 136684 w 133350"/>
                <a:gd name="connsiteY260" fmla="*/ 87916 h 200025"/>
                <a:gd name="connsiteX261" fmla="*/ 136874 w 133350"/>
                <a:gd name="connsiteY261" fmla="*/ 87535 h 200025"/>
                <a:gd name="connsiteX262" fmla="*/ 137065 w 133350"/>
                <a:gd name="connsiteY262" fmla="*/ 86677 h 200025"/>
                <a:gd name="connsiteX263" fmla="*/ 137160 w 133350"/>
                <a:gd name="connsiteY263" fmla="*/ 85439 h 200025"/>
                <a:gd name="connsiteX264" fmla="*/ 137160 w 133350"/>
                <a:gd name="connsiteY264" fmla="*/ 84296 h 200025"/>
                <a:gd name="connsiteX265" fmla="*/ 137160 w 133350"/>
                <a:gd name="connsiteY265" fmla="*/ 83344 h 200025"/>
                <a:gd name="connsiteX266" fmla="*/ 137160 w 133350"/>
                <a:gd name="connsiteY266" fmla="*/ 82677 h 200025"/>
                <a:gd name="connsiteX267" fmla="*/ 137065 w 133350"/>
                <a:gd name="connsiteY267" fmla="*/ 82105 h 200025"/>
                <a:gd name="connsiteX268" fmla="*/ 136493 w 133350"/>
                <a:gd name="connsiteY268" fmla="*/ 80963 h 200025"/>
                <a:gd name="connsiteX269" fmla="*/ 136398 w 133350"/>
                <a:gd name="connsiteY269" fmla="*/ 80486 h 200025"/>
                <a:gd name="connsiteX270" fmla="*/ 136303 w 133350"/>
                <a:gd name="connsiteY270" fmla="*/ 79724 h 200025"/>
                <a:gd name="connsiteX271" fmla="*/ 136303 w 133350"/>
                <a:gd name="connsiteY271" fmla="*/ 76676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</a:cxnLst>
              <a:rect l="l" t="t" r="r" b="b"/>
              <a:pathLst>
                <a:path w="133350" h="200025">
                  <a:moveTo>
                    <a:pt x="136398" y="75629"/>
                  </a:moveTo>
                  <a:lnTo>
                    <a:pt x="136588" y="74962"/>
                  </a:lnTo>
                  <a:lnTo>
                    <a:pt x="138017" y="71152"/>
                  </a:lnTo>
                  <a:lnTo>
                    <a:pt x="138398" y="69247"/>
                  </a:lnTo>
                  <a:lnTo>
                    <a:pt x="138303" y="68675"/>
                  </a:lnTo>
                  <a:lnTo>
                    <a:pt x="138017" y="67913"/>
                  </a:lnTo>
                  <a:lnTo>
                    <a:pt x="137350" y="66389"/>
                  </a:lnTo>
                  <a:lnTo>
                    <a:pt x="137160" y="66008"/>
                  </a:lnTo>
                  <a:lnTo>
                    <a:pt x="136970" y="65246"/>
                  </a:lnTo>
                  <a:lnTo>
                    <a:pt x="136874" y="64103"/>
                  </a:lnTo>
                  <a:lnTo>
                    <a:pt x="136874" y="61341"/>
                  </a:lnTo>
                  <a:lnTo>
                    <a:pt x="137922" y="56674"/>
                  </a:lnTo>
                  <a:lnTo>
                    <a:pt x="138017" y="55626"/>
                  </a:lnTo>
                  <a:lnTo>
                    <a:pt x="137636" y="44863"/>
                  </a:lnTo>
                  <a:lnTo>
                    <a:pt x="137541" y="43815"/>
                  </a:lnTo>
                  <a:lnTo>
                    <a:pt x="137160" y="42958"/>
                  </a:lnTo>
                  <a:lnTo>
                    <a:pt x="136779" y="42291"/>
                  </a:lnTo>
                  <a:lnTo>
                    <a:pt x="136207" y="41719"/>
                  </a:lnTo>
                  <a:lnTo>
                    <a:pt x="135922" y="41434"/>
                  </a:lnTo>
                  <a:lnTo>
                    <a:pt x="135255" y="40576"/>
                  </a:lnTo>
                  <a:lnTo>
                    <a:pt x="134588" y="38576"/>
                  </a:lnTo>
                  <a:lnTo>
                    <a:pt x="126778" y="37243"/>
                  </a:lnTo>
                  <a:lnTo>
                    <a:pt x="126111" y="36385"/>
                  </a:lnTo>
                  <a:lnTo>
                    <a:pt x="125539" y="35242"/>
                  </a:lnTo>
                  <a:lnTo>
                    <a:pt x="129445" y="26003"/>
                  </a:lnTo>
                  <a:lnTo>
                    <a:pt x="129921" y="24098"/>
                  </a:lnTo>
                  <a:lnTo>
                    <a:pt x="130207" y="22193"/>
                  </a:lnTo>
                  <a:lnTo>
                    <a:pt x="130112" y="19907"/>
                  </a:lnTo>
                  <a:lnTo>
                    <a:pt x="129826" y="18574"/>
                  </a:lnTo>
                  <a:lnTo>
                    <a:pt x="127730" y="14383"/>
                  </a:lnTo>
                  <a:lnTo>
                    <a:pt x="127349" y="13240"/>
                  </a:lnTo>
                  <a:lnTo>
                    <a:pt x="127254" y="11906"/>
                  </a:lnTo>
                  <a:lnTo>
                    <a:pt x="127159" y="8001"/>
                  </a:lnTo>
                  <a:lnTo>
                    <a:pt x="126873" y="6858"/>
                  </a:lnTo>
                  <a:lnTo>
                    <a:pt x="126397" y="6001"/>
                  </a:lnTo>
                  <a:lnTo>
                    <a:pt x="125730" y="5334"/>
                  </a:lnTo>
                  <a:lnTo>
                    <a:pt x="118491" y="476"/>
                  </a:lnTo>
                  <a:lnTo>
                    <a:pt x="117443" y="0"/>
                  </a:lnTo>
                  <a:lnTo>
                    <a:pt x="116110" y="1048"/>
                  </a:lnTo>
                  <a:lnTo>
                    <a:pt x="114300" y="2191"/>
                  </a:lnTo>
                  <a:lnTo>
                    <a:pt x="112966" y="3524"/>
                  </a:lnTo>
                  <a:lnTo>
                    <a:pt x="112395" y="6001"/>
                  </a:lnTo>
                  <a:lnTo>
                    <a:pt x="112966" y="13716"/>
                  </a:lnTo>
                  <a:lnTo>
                    <a:pt x="112586" y="17240"/>
                  </a:lnTo>
                  <a:lnTo>
                    <a:pt x="110299" y="20383"/>
                  </a:lnTo>
                  <a:lnTo>
                    <a:pt x="107347" y="21717"/>
                  </a:lnTo>
                  <a:lnTo>
                    <a:pt x="104013" y="22003"/>
                  </a:lnTo>
                  <a:lnTo>
                    <a:pt x="94393" y="21146"/>
                  </a:lnTo>
                  <a:lnTo>
                    <a:pt x="94202" y="22669"/>
                  </a:lnTo>
                  <a:lnTo>
                    <a:pt x="96869" y="26956"/>
                  </a:lnTo>
                  <a:lnTo>
                    <a:pt x="96964" y="28670"/>
                  </a:lnTo>
                  <a:lnTo>
                    <a:pt x="94679" y="27813"/>
                  </a:lnTo>
                  <a:lnTo>
                    <a:pt x="92202" y="26003"/>
                  </a:lnTo>
                  <a:lnTo>
                    <a:pt x="91154" y="25051"/>
                  </a:lnTo>
                  <a:lnTo>
                    <a:pt x="88582" y="25908"/>
                  </a:lnTo>
                  <a:lnTo>
                    <a:pt x="88201" y="28194"/>
                  </a:lnTo>
                  <a:lnTo>
                    <a:pt x="89345" y="33242"/>
                  </a:lnTo>
                  <a:lnTo>
                    <a:pt x="89249" y="35719"/>
                  </a:lnTo>
                  <a:lnTo>
                    <a:pt x="86773" y="46482"/>
                  </a:lnTo>
                  <a:lnTo>
                    <a:pt x="85915" y="48673"/>
                  </a:lnTo>
                  <a:lnTo>
                    <a:pt x="84487" y="49625"/>
                  </a:lnTo>
                  <a:lnTo>
                    <a:pt x="82201" y="49054"/>
                  </a:lnTo>
                  <a:lnTo>
                    <a:pt x="78676" y="45529"/>
                  </a:lnTo>
                  <a:lnTo>
                    <a:pt x="78391" y="44387"/>
                  </a:lnTo>
                  <a:lnTo>
                    <a:pt x="78200" y="41529"/>
                  </a:lnTo>
                  <a:lnTo>
                    <a:pt x="77819" y="40672"/>
                  </a:lnTo>
                  <a:lnTo>
                    <a:pt x="76676" y="40672"/>
                  </a:lnTo>
                  <a:lnTo>
                    <a:pt x="69342" y="39052"/>
                  </a:lnTo>
                  <a:lnTo>
                    <a:pt x="68199" y="40672"/>
                  </a:lnTo>
                  <a:lnTo>
                    <a:pt x="68485" y="43053"/>
                  </a:lnTo>
                  <a:lnTo>
                    <a:pt x="69247" y="45720"/>
                  </a:lnTo>
                  <a:lnTo>
                    <a:pt x="69247" y="47911"/>
                  </a:lnTo>
                  <a:lnTo>
                    <a:pt x="67913" y="49816"/>
                  </a:lnTo>
                  <a:lnTo>
                    <a:pt x="65913" y="50578"/>
                  </a:lnTo>
                  <a:lnTo>
                    <a:pt x="63722" y="50292"/>
                  </a:lnTo>
                  <a:lnTo>
                    <a:pt x="61627" y="48958"/>
                  </a:lnTo>
                  <a:lnTo>
                    <a:pt x="60579" y="46958"/>
                  </a:lnTo>
                  <a:lnTo>
                    <a:pt x="58579" y="41910"/>
                  </a:lnTo>
                  <a:lnTo>
                    <a:pt x="57340" y="41434"/>
                  </a:lnTo>
                  <a:lnTo>
                    <a:pt x="56769" y="42958"/>
                  </a:lnTo>
                  <a:lnTo>
                    <a:pt x="55531" y="50959"/>
                  </a:lnTo>
                  <a:lnTo>
                    <a:pt x="54673" y="53626"/>
                  </a:lnTo>
                  <a:lnTo>
                    <a:pt x="53626" y="55340"/>
                  </a:lnTo>
                  <a:lnTo>
                    <a:pt x="51911" y="56483"/>
                  </a:lnTo>
                  <a:lnTo>
                    <a:pt x="49244" y="57340"/>
                  </a:lnTo>
                  <a:lnTo>
                    <a:pt x="44482" y="57912"/>
                  </a:lnTo>
                  <a:lnTo>
                    <a:pt x="40196" y="57531"/>
                  </a:lnTo>
                  <a:lnTo>
                    <a:pt x="31432" y="55626"/>
                  </a:lnTo>
                  <a:lnTo>
                    <a:pt x="26670" y="56007"/>
                  </a:lnTo>
                  <a:lnTo>
                    <a:pt x="25241" y="59246"/>
                  </a:lnTo>
                  <a:lnTo>
                    <a:pt x="25051" y="64103"/>
                  </a:lnTo>
                  <a:lnTo>
                    <a:pt x="23908" y="69247"/>
                  </a:lnTo>
                  <a:lnTo>
                    <a:pt x="22479" y="70199"/>
                  </a:lnTo>
                  <a:lnTo>
                    <a:pt x="21241" y="70009"/>
                  </a:lnTo>
                  <a:lnTo>
                    <a:pt x="20383" y="69628"/>
                  </a:lnTo>
                  <a:lnTo>
                    <a:pt x="19907" y="69437"/>
                  </a:lnTo>
                  <a:lnTo>
                    <a:pt x="18383" y="69247"/>
                  </a:lnTo>
                  <a:lnTo>
                    <a:pt x="16383" y="70104"/>
                  </a:lnTo>
                  <a:lnTo>
                    <a:pt x="14859" y="71533"/>
                  </a:lnTo>
                  <a:lnTo>
                    <a:pt x="13621" y="73152"/>
                  </a:lnTo>
                  <a:lnTo>
                    <a:pt x="9715" y="80200"/>
                  </a:lnTo>
                  <a:lnTo>
                    <a:pt x="9239" y="81915"/>
                  </a:lnTo>
                  <a:lnTo>
                    <a:pt x="9334" y="83725"/>
                  </a:lnTo>
                  <a:lnTo>
                    <a:pt x="10573" y="86582"/>
                  </a:lnTo>
                  <a:lnTo>
                    <a:pt x="11049" y="88201"/>
                  </a:lnTo>
                  <a:lnTo>
                    <a:pt x="10763" y="90583"/>
                  </a:lnTo>
                  <a:lnTo>
                    <a:pt x="8477" y="97441"/>
                  </a:lnTo>
                  <a:lnTo>
                    <a:pt x="7239" y="99536"/>
                  </a:lnTo>
                  <a:lnTo>
                    <a:pt x="5143" y="100584"/>
                  </a:lnTo>
                  <a:lnTo>
                    <a:pt x="2953" y="100775"/>
                  </a:lnTo>
                  <a:lnTo>
                    <a:pt x="1143" y="101441"/>
                  </a:lnTo>
                  <a:lnTo>
                    <a:pt x="0" y="103918"/>
                  </a:lnTo>
                  <a:lnTo>
                    <a:pt x="476" y="106585"/>
                  </a:lnTo>
                  <a:lnTo>
                    <a:pt x="2381" y="107633"/>
                  </a:lnTo>
                  <a:lnTo>
                    <a:pt x="4286" y="108299"/>
                  </a:lnTo>
                  <a:lnTo>
                    <a:pt x="4953" y="110204"/>
                  </a:lnTo>
                  <a:lnTo>
                    <a:pt x="4000" y="112300"/>
                  </a:lnTo>
                  <a:lnTo>
                    <a:pt x="2286" y="112109"/>
                  </a:lnTo>
                  <a:lnTo>
                    <a:pt x="857" y="112300"/>
                  </a:lnTo>
                  <a:lnTo>
                    <a:pt x="476" y="115348"/>
                  </a:lnTo>
                  <a:lnTo>
                    <a:pt x="1048" y="117538"/>
                  </a:lnTo>
                  <a:lnTo>
                    <a:pt x="4381" y="123825"/>
                  </a:lnTo>
                  <a:lnTo>
                    <a:pt x="5239" y="126111"/>
                  </a:lnTo>
                  <a:lnTo>
                    <a:pt x="6191" y="130207"/>
                  </a:lnTo>
                  <a:lnTo>
                    <a:pt x="7239" y="132302"/>
                  </a:lnTo>
                  <a:lnTo>
                    <a:pt x="8191" y="133159"/>
                  </a:lnTo>
                  <a:lnTo>
                    <a:pt x="10192" y="134398"/>
                  </a:lnTo>
                  <a:lnTo>
                    <a:pt x="10954" y="135636"/>
                  </a:lnTo>
                  <a:lnTo>
                    <a:pt x="11239" y="136588"/>
                  </a:lnTo>
                  <a:lnTo>
                    <a:pt x="11811" y="139637"/>
                  </a:lnTo>
                  <a:lnTo>
                    <a:pt x="13335" y="145066"/>
                  </a:lnTo>
                  <a:lnTo>
                    <a:pt x="14573" y="147542"/>
                  </a:lnTo>
                  <a:lnTo>
                    <a:pt x="16002" y="148685"/>
                  </a:lnTo>
                  <a:lnTo>
                    <a:pt x="17526" y="149066"/>
                  </a:lnTo>
                  <a:lnTo>
                    <a:pt x="17907" y="149828"/>
                  </a:lnTo>
                  <a:lnTo>
                    <a:pt x="17431" y="150781"/>
                  </a:lnTo>
                  <a:lnTo>
                    <a:pt x="16288" y="151924"/>
                  </a:lnTo>
                  <a:lnTo>
                    <a:pt x="15430" y="153162"/>
                  </a:lnTo>
                  <a:lnTo>
                    <a:pt x="15621" y="154114"/>
                  </a:lnTo>
                  <a:lnTo>
                    <a:pt x="16288" y="155067"/>
                  </a:lnTo>
                  <a:lnTo>
                    <a:pt x="16764" y="156400"/>
                  </a:lnTo>
                  <a:lnTo>
                    <a:pt x="19431" y="176593"/>
                  </a:lnTo>
                  <a:lnTo>
                    <a:pt x="20955" y="181737"/>
                  </a:lnTo>
                  <a:lnTo>
                    <a:pt x="23717" y="185547"/>
                  </a:lnTo>
                  <a:lnTo>
                    <a:pt x="27527" y="186595"/>
                  </a:lnTo>
                  <a:lnTo>
                    <a:pt x="28004" y="182404"/>
                  </a:lnTo>
                  <a:lnTo>
                    <a:pt x="25813" y="171926"/>
                  </a:lnTo>
                  <a:lnTo>
                    <a:pt x="25813" y="166306"/>
                  </a:lnTo>
                  <a:lnTo>
                    <a:pt x="26384" y="163354"/>
                  </a:lnTo>
                  <a:lnTo>
                    <a:pt x="27718" y="161544"/>
                  </a:lnTo>
                  <a:lnTo>
                    <a:pt x="30289" y="161449"/>
                  </a:lnTo>
                  <a:lnTo>
                    <a:pt x="32480" y="163259"/>
                  </a:lnTo>
                  <a:lnTo>
                    <a:pt x="34195" y="165640"/>
                  </a:lnTo>
                  <a:lnTo>
                    <a:pt x="35147" y="167450"/>
                  </a:lnTo>
                  <a:lnTo>
                    <a:pt x="35052" y="167354"/>
                  </a:lnTo>
                  <a:lnTo>
                    <a:pt x="35433" y="166497"/>
                  </a:lnTo>
                  <a:lnTo>
                    <a:pt x="35528" y="166402"/>
                  </a:lnTo>
                  <a:lnTo>
                    <a:pt x="36290" y="167450"/>
                  </a:lnTo>
                  <a:lnTo>
                    <a:pt x="36290" y="168212"/>
                  </a:lnTo>
                  <a:lnTo>
                    <a:pt x="36100" y="168973"/>
                  </a:lnTo>
                  <a:lnTo>
                    <a:pt x="36290" y="169640"/>
                  </a:lnTo>
                  <a:lnTo>
                    <a:pt x="38005" y="171355"/>
                  </a:lnTo>
                  <a:lnTo>
                    <a:pt x="38290" y="171355"/>
                  </a:lnTo>
                  <a:lnTo>
                    <a:pt x="39053" y="175260"/>
                  </a:lnTo>
                  <a:lnTo>
                    <a:pt x="39529" y="176498"/>
                  </a:lnTo>
                  <a:lnTo>
                    <a:pt x="42196" y="185642"/>
                  </a:lnTo>
                  <a:lnTo>
                    <a:pt x="42863" y="188881"/>
                  </a:lnTo>
                  <a:lnTo>
                    <a:pt x="43148" y="189262"/>
                  </a:lnTo>
                  <a:lnTo>
                    <a:pt x="44196" y="189547"/>
                  </a:lnTo>
                  <a:lnTo>
                    <a:pt x="44577" y="190024"/>
                  </a:lnTo>
                  <a:lnTo>
                    <a:pt x="44672" y="193738"/>
                  </a:lnTo>
                  <a:lnTo>
                    <a:pt x="45148" y="195072"/>
                  </a:lnTo>
                  <a:lnTo>
                    <a:pt x="46672" y="196691"/>
                  </a:lnTo>
                  <a:lnTo>
                    <a:pt x="48196" y="197263"/>
                  </a:lnTo>
                  <a:lnTo>
                    <a:pt x="49721" y="197548"/>
                  </a:lnTo>
                  <a:lnTo>
                    <a:pt x="51340" y="198310"/>
                  </a:lnTo>
                  <a:lnTo>
                    <a:pt x="52006" y="199739"/>
                  </a:lnTo>
                  <a:lnTo>
                    <a:pt x="52006" y="200977"/>
                  </a:lnTo>
                  <a:lnTo>
                    <a:pt x="52388" y="201359"/>
                  </a:lnTo>
                  <a:lnTo>
                    <a:pt x="54292" y="200311"/>
                  </a:lnTo>
                  <a:lnTo>
                    <a:pt x="54959" y="199454"/>
                  </a:lnTo>
                  <a:lnTo>
                    <a:pt x="55340" y="198215"/>
                  </a:lnTo>
                  <a:lnTo>
                    <a:pt x="55912" y="197167"/>
                  </a:lnTo>
                  <a:lnTo>
                    <a:pt x="56959" y="196787"/>
                  </a:lnTo>
                  <a:lnTo>
                    <a:pt x="57721" y="196882"/>
                  </a:lnTo>
                  <a:lnTo>
                    <a:pt x="58579" y="197167"/>
                  </a:lnTo>
                  <a:lnTo>
                    <a:pt x="59436" y="197358"/>
                  </a:lnTo>
                  <a:lnTo>
                    <a:pt x="60198" y="197167"/>
                  </a:lnTo>
                  <a:lnTo>
                    <a:pt x="61817" y="196596"/>
                  </a:lnTo>
                  <a:lnTo>
                    <a:pt x="64865" y="195929"/>
                  </a:lnTo>
                  <a:lnTo>
                    <a:pt x="66294" y="195072"/>
                  </a:lnTo>
                  <a:lnTo>
                    <a:pt x="67151" y="194024"/>
                  </a:lnTo>
                  <a:lnTo>
                    <a:pt x="69151" y="192310"/>
                  </a:lnTo>
                  <a:lnTo>
                    <a:pt x="69913" y="191357"/>
                  </a:lnTo>
                  <a:lnTo>
                    <a:pt x="71914" y="188404"/>
                  </a:lnTo>
                  <a:lnTo>
                    <a:pt x="72009" y="187928"/>
                  </a:lnTo>
                  <a:lnTo>
                    <a:pt x="71914" y="187357"/>
                  </a:lnTo>
                  <a:lnTo>
                    <a:pt x="72009" y="186690"/>
                  </a:lnTo>
                  <a:lnTo>
                    <a:pt x="72580" y="186214"/>
                  </a:lnTo>
                  <a:lnTo>
                    <a:pt x="72962" y="186214"/>
                  </a:lnTo>
                  <a:lnTo>
                    <a:pt x="74009" y="186309"/>
                  </a:lnTo>
                  <a:lnTo>
                    <a:pt x="74295" y="186309"/>
                  </a:lnTo>
                  <a:lnTo>
                    <a:pt x="76009" y="184404"/>
                  </a:lnTo>
                  <a:lnTo>
                    <a:pt x="76581" y="183261"/>
                  </a:lnTo>
                  <a:lnTo>
                    <a:pt x="76105" y="181737"/>
                  </a:lnTo>
                  <a:lnTo>
                    <a:pt x="74676" y="177927"/>
                  </a:lnTo>
                  <a:lnTo>
                    <a:pt x="72866" y="169259"/>
                  </a:lnTo>
                  <a:lnTo>
                    <a:pt x="71152" y="165259"/>
                  </a:lnTo>
                  <a:lnTo>
                    <a:pt x="70580" y="160306"/>
                  </a:lnTo>
                  <a:lnTo>
                    <a:pt x="72771" y="154114"/>
                  </a:lnTo>
                  <a:lnTo>
                    <a:pt x="76105" y="148209"/>
                  </a:lnTo>
                  <a:lnTo>
                    <a:pt x="79057" y="144113"/>
                  </a:lnTo>
                  <a:lnTo>
                    <a:pt x="80963" y="142494"/>
                  </a:lnTo>
                  <a:lnTo>
                    <a:pt x="87344" y="139732"/>
                  </a:lnTo>
                  <a:lnTo>
                    <a:pt x="89154" y="138398"/>
                  </a:lnTo>
                  <a:lnTo>
                    <a:pt x="90678" y="136684"/>
                  </a:lnTo>
                  <a:lnTo>
                    <a:pt x="93250" y="132302"/>
                  </a:lnTo>
                  <a:lnTo>
                    <a:pt x="93440" y="127349"/>
                  </a:lnTo>
                  <a:lnTo>
                    <a:pt x="90392" y="112776"/>
                  </a:lnTo>
                  <a:lnTo>
                    <a:pt x="90297" y="107918"/>
                  </a:lnTo>
                  <a:lnTo>
                    <a:pt x="90488" y="105251"/>
                  </a:lnTo>
                  <a:lnTo>
                    <a:pt x="91249" y="103632"/>
                  </a:lnTo>
                  <a:lnTo>
                    <a:pt x="92773" y="103537"/>
                  </a:lnTo>
                  <a:lnTo>
                    <a:pt x="94297" y="105251"/>
                  </a:lnTo>
                  <a:lnTo>
                    <a:pt x="95726" y="107633"/>
                  </a:lnTo>
                  <a:lnTo>
                    <a:pt x="100489" y="113062"/>
                  </a:lnTo>
                  <a:lnTo>
                    <a:pt x="102298" y="114014"/>
                  </a:lnTo>
                  <a:lnTo>
                    <a:pt x="105061" y="113347"/>
                  </a:lnTo>
                  <a:lnTo>
                    <a:pt x="106966" y="111538"/>
                  </a:lnTo>
                  <a:lnTo>
                    <a:pt x="110776" y="106299"/>
                  </a:lnTo>
                  <a:lnTo>
                    <a:pt x="112681" y="104204"/>
                  </a:lnTo>
                  <a:lnTo>
                    <a:pt x="117538" y="102489"/>
                  </a:lnTo>
                  <a:lnTo>
                    <a:pt x="119824" y="106013"/>
                  </a:lnTo>
                  <a:lnTo>
                    <a:pt x="120967" y="110871"/>
                  </a:lnTo>
                  <a:lnTo>
                    <a:pt x="122587" y="112967"/>
                  </a:lnTo>
                  <a:lnTo>
                    <a:pt x="124301" y="111347"/>
                  </a:lnTo>
                  <a:lnTo>
                    <a:pt x="125730" y="105537"/>
                  </a:lnTo>
                  <a:lnTo>
                    <a:pt x="127635" y="104394"/>
                  </a:lnTo>
                  <a:lnTo>
                    <a:pt x="130016" y="105632"/>
                  </a:lnTo>
                  <a:lnTo>
                    <a:pt x="130112" y="106108"/>
                  </a:lnTo>
                  <a:lnTo>
                    <a:pt x="131064" y="104013"/>
                  </a:lnTo>
                  <a:lnTo>
                    <a:pt x="130207" y="96964"/>
                  </a:lnTo>
                  <a:lnTo>
                    <a:pt x="130969" y="94297"/>
                  </a:lnTo>
                  <a:lnTo>
                    <a:pt x="131350" y="93250"/>
                  </a:lnTo>
                  <a:lnTo>
                    <a:pt x="131350" y="92583"/>
                  </a:lnTo>
                  <a:lnTo>
                    <a:pt x="131064" y="91821"/>
                  </a:lnTo>
                  <a:lnTo>
                    <a:pt x="131064" y="91059"/>
                  </a:lnTo>
                  <a:lnTo>
                    <a:pt x="131350" y="90202"/>
                  </a:lnTo>
                  <a:lnTo>
                    <a:pt x="131826" y="89154"/>
                  </a:lnTo>
                  <a:lnTo>
                    <a:pt x="132302" y="88583"/>
                  </a:lnTo>
                  <a:lnTo>
                    <a:pt x="133255" y="87630"/>
                  </a:lnTo>
                  <a:lnTo>
                    <a:pt x="133540" y="87344"/>
                  </a:lnTo>
                  <a:lnTo>
                    <a:pt x="133826" y="87154"/>
                  </a:lnTo>
                  <a:lnTo>
                    <a:pt x="134207" y="86963"/>
                  </a:lnTo>
                  <a:lnTo>
                    <a:pt x="134683" y="87058"/>
                  </a:lnTo>
                  <a:lnTo>
                    <a:pt x="134969" y="87249"/>
                  </a:lnTo>
                  <a:lnTo>
                    <a:pt x="135255" y="87535"/>
                  </a:lnTo>
                  <a:lnTo>
                    <a:pt x="135541" y="87821"/>
                  </a:lnTo>
                  <a:lnTo>
                    <a:pt x="135826" y="88106"/>
                  </a:lnTo>
                  <a:lnTo>
                    <a:pt x="136207" y="88201"/>
                  </a:lnTo>
                  <a:lnTo>
                    <a:pt x="136684" y="87916"/>
                  </a:lnTo>
                  <a:lnTo>
                    <a:pt x="136874" y="87535"/>
                  </a:lnTo>
                  <a:lnTo>
                    <a:pt x="137065" y="86677"/>
                  </a:lnTo>
                  <a:lnTo>
                    <a:pt x="137160" y="85439"/>
                  </a:lnTo>
                  <a:lnTo>
                    <a:pt x="137160" y="84296"/>
                  </a:lnTo>
                  <a:lnTo>
                    <a:pt x="137160" y="83344"/>
                  </a:lnTo>
                  <a:lnTo>
                    <a:pt x="137160" y="82677"/>
                  </a:lnTo>
                  <a:lnTo>
                    <a:pt x="137065" y="82105"/>
                  </a:lnTo>
                  <a:lnTo>
                    <a:pt x="136493" y="80963"/>
                  </a:lnTo>
                  <a:lnTo>
                    <a:pt x="136398" y="80486"/>
                  </a:lnTo>
                  <a:lnTo>
                    <a:pt x="136303" y="79724"/>
                  </a:lnTo>
                  <a:lnTo>
                    <a:pt x="136303" y="76676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8" name="Freeform: Shape 10">
              <a:extLst>
                <a:ext uri="{FF2B5EF4-FFF2-40B4-BE49-F238E27FC236}">
                  <a16:creationId xmlns:a16="http://schemas.microsoft.com/office/drawing/2014/main" id="{F30A74C2-E1CC-4373-3BAA-F5CF6C0C36D8}"/>
                </a:ext>
              </a:extLst>
            </p:cNvPr>
            <p:cNvSpPr/>
            <p:nvPr/>
          </p:nvSpPr>
          <p:spPr>
            <a:xfrm>
              <a:off x="8110677" y="4054612"/>
              <a:ext cx="762420" cy="720063"/>
            </a:xfrm>
            <a:custGeom>
              <a:avLst/>
              <a:gdLst>
                <a:gd name="connsiteX0" fmla="*/ 523208 w 514350"/>
                <a:gd name="connsiteY0" fmla="*/ 248603 h 485775"/>
                <a:gd name="connsiteX1" fmla="*/ 522637 w 514350"/>
                <a:gd name="connsiteY1" fmla="*/ 247460 h 485775"/>
                <a:gd name="connsiteX2" fmla="*/ 521875 w 514350"/>
                <a:gd name="connsiteY2" fmla="*/ 246412 h 485775"/>
                <a:gd name="connsiteX3" fmla="*/ 520446 w 514350"/>
                <a:gd name="connsiteY3" fmla="*/ 245459 h 485775"/>
                <a:gd name="connsiteX4" fmla="*/ 519779 w 514350"/>
                <a:gd name="connsiteY4" fmla="*/ 244697 h 485775"/>
                <a:gd name="connsiteX5" fmla="*/ 519303 w 514350"/>
                <a:gd name="connsiteY5" fmla="*/ 241840 h 485775"/>
                <a:gd name="connsiteX6" fmla="*/ 519303 w 514350"/>
                <a:gd name="connsiteY6" fmla="*/ 241840 h 485775"/>
                <a:gd name="connsiteX7" fmla="*/ 519303 w 514350"/>
                <a:gd name="connsiteY7" fmla="*/ 241840 h 485775"/>
                <a:gd name="connsiteX8" fmla="*/ 517017 w 514350"/>
                <a:gd name="connsiteY8" fmla="*/ 243173 h 485775"/>
                <a:gd name="connsiteX9" fmla="*/ 515398 w 514350"/>
                <a:gd name="connsiteY9" fmla="*/ 244697 h 485775"/>
                <a:gd name="connsiteX10" fmla="*/ 514445 w 514350"/>
                <a:gd name="connsiteY10" fmla="*/ 246126 h 485775"/>
                <a:gd name="connsiteX11" fmla="*/ 513017 w 514350"/>
                <a:gd name="connsiteY11" fmla="*/ 247650 h 485775"/>
                <a:gd name="connsiteX12" fmla="*/ 511397 w 514350"/>
                <a:gd name="connsiteY12" fmla="*/ 248317 h 485775"/>
                <a:gd name="connsiteX13" fmla="*/ 507397 w 514350"/>
                <a:gd name="connsiteY13" fmla="*/ 248793 h 485775"/>
                <a:gd name="connsiteX14" fmla="*/ 505587 w 514350"/>
                <a:gd name="connsiteY14" fmla="*/ 249841 h 485775"/>
                <a:gd name="connsiteX15" fmla="*/ 503587 w 514350"/>
                <a:gd name="connsiteY15" fmla="*/ 251555 h 485775"/>
                <a:gd name="connsiteX16" fmla="*/ 501682 w 514350"/>
                <a:gd name="connsiteY16" fmla="*/ 253651 h 485775"/>
                <a:gd name="connsiteX17" fmla="*/ 498443 w 514350"/>
                <a:gd name="connsiteY17" fmla="*/ 255365 h 485775"/>
                <a:gd name="connsiteX18" fmla="*/ 496062 w 514350"/>
                <a:gd name="connsiteY18" fmla="*/ 254603 h 485775"/>
                <a:gd name="connsiteX19" fmla="*/ 492252 w 514350"/>
                <a:gd name="connsiteY19" fmla="*/ 252127 h 485775"/>
                <a:gd name="connsiteX20" fmla="*/ 490728 w 514350"/>
                <a:gd name="connsiteY20" fmla="*/ 251841 h 485775"/>
                <a:gd name="connsiteX21" fmla="*/ 489776 w 514350"/>
                <a:gd name="connsiteY21" fmla="*/ 252031 h 485775"/>
                <a:gd name="connsiteX22" fmla="*/ 489204 w 514350"/>
                <a:gd name="connsiteY22" fmla="*/ 252794 h 485775"/>
                <a:gd name="connsiteX23" fmla="*/ 488537 w 514350"/>
                <a:gd name="connsiteY23" fmla="*/ 254889 h 485775"/>
                <a:gd name="connsiteX24" fmla="*/ 487966 w 514350"/>
                <a:gd name="connsiteY24" fmla="*/ 255842 h 485775"/>
                <a:gd name="connsiteX25" fmla="*/ 487109 w 514350"/>
                <a:gd name="connsiteY25" fmla="*/ 256508 h 485775"/>
                <a:gd name="connsiteX26" fmla="*/ 486251 w 514350"/>
                <a:gd name="connsiteY26" fmla="*/ 256508 h 485775"/>
                <a:gd name="connsiteX27" fmla="*/ 484823 w 514350"/>
                <a:gd name="connsiteY27" fmla="*/ 256127 h 485775"/>
                <a:gd name="connsiteX28" fmla="*/ 483680 w 514350"/>
                <a:gd name="connsiteY28" fmla="*/ 255651 h 485775"/>
                <a:gd name="connsiteX29" fmla="*/ 477203 w 514350"/>
                <a:gd name="connsiteY29" fmla="*/ 254222 h 485775"/>
                <a:gd name="connsiteX30" fmla="*/ 468630 w 514350"/>
                <a:gd name="connsiteY30" fmla="*/ 253937 h 485775"/>
                <a:gd name="connsiteX31" fmla="*/ 463391 w 514350"/>
                <a:gd name="connsiteY31" fmla="*/ 254508 h 485775"/>
                <a:gd name="connsiteX32" fmla="*/ 460058 w 514350"/>
                <a:gd name="connsiteY32" fmla="*/ 254508 h 485775"/>
                <a:gd name="connsiteX33" fmla="*/ 457295 w 514350"/>
                <a:gd name="connsiteY33" fmla="*/ 253937 h 485775"/>
                <a:gd name="connsiteX34" fmla="*/ 455200 w 514350"/>
                <a:gd name="connsiteY34" fmla="*/ 252984 h 485775"/>
                <a:gd name="connsiteX35" fmla="*/ 452247 w 514350"/>
                <a:gd name="connsiteY35" fmla="*/ 251174 h 485775"/>
                <a:gd name="connsiteX36" fmla="*/ 451009 w 514350"/>
                <a:gd name="connsiteY36" fmla="*/ 250603 h 485775"/>
                <a:gd name="connsiteX37" fmla="*/ 449866 w 514350"/>
                <a:gd name="connsiteY37" fmla="*/ 250412 h 485775"/>
                <a:gd name="connsiteX38" fmla="*/ 448818 w 514350"/>
                <a:gd name="connsiteY38" fmla="*/ 250603 h 485775"/>
                <a:gd name="connsiteX39" fmla="*/ 447389 w 514350"/>
                <a:gd name="connsiteY39" fmla="*/ 251365 h 485775"/>
                <a:gd name="connsiteX40" fmla="*/ 444246 w 514350"/>
                <a:gd name="connsiteY40" fmla="*/ 253555 h 485775"/>
                <a:gd name="connsiteX41" fmla="*/ 441293 w 514350"/>
                <a:gd name="connsiteY41" fmla="*/ 254984 h 485775"/>
                <a:gd name="connsiteX42" fmla="*/ 438436 w 514350"/>
                <a:gd name="connsiteY42" fmla="*/ 257175 h 485775"/>
                <a:gd name="connsiteX43" fmla="*/ 436912 w 514350"/>
                <a:gd name="connsiteY43" fmla="*/ 257937 h 485775"/>
                <a:gd name="connsiteX44" fmla="*/ 435102 w 514350"/>
                <a:gd name="connsiteY44" fmla="*/ 257746 h 485775"/>
                <a:gd name="connsiteX45" fmla="*/ 433483 w 514350"/>
                <a:gd name="connsiteY45" fmla="*/ 256794 h 485775"/>
                <a:gd name="connsiteX46" fmla="*/ 431768 w 514350"/>
                <a:gd name="connsiteY46" fmla="*/ 254127 h 485775"/>
                <a:gd name="connsiteX47" fmla="*/ 430054 w 514350"/>
                <a:gd name="connsiteY47" fmla="*/ 250127 h 485775"/>
                <a:gd name="connsiteX48" fmla="*/ 429292 w 514350"/>
                <a:gd name="connsiteY48" fmla="*/ 235172 h 485775"/>
                <a:gd name="connsiteX49" fmla="*/ 428720 w 514350"/>
                <a:gd name="connsiteY49" fmla="*/ 233172 h 485775"/>
                <a:gd name="connsiteX50" fmla="*/ 426530 w 514350"/>
                <a:gd name="connsiteY50" fmla="*/ 229171 h 485775"/>
                <a:gd name="connsiteX51" fmla="*/ 425768 w 514350"/>
                <a:gd name="connsiteY51" fmla="*/ 227267 h 485775"/>
                <a:gd name="connsiteX52" fmla="*/ 425006 w 514350"/>
                <a:gd name="connsiteY52" fmla="*/ 224885 h 485775"/>
                <a:gd name="connsiteX53" fmla="*/ 424625 w 514350"/>
                <a:gd name="connsiteY53" fmla="*/ 222695 h 485775"/>
                <a:gd name="connsiteX54" fmla="*/ 424529 w 514350"/>
                <a:gd name="connsiteY54" fmla="*/ 220313 h 485775"/>
                <a:gd name="connsiteX55" fmla="*/ 425006 w 514350"/>
                <a:gd name="connsiteY55" fmla="*/ 218313 h 485775"/>
                <a:gd name="connsiteX56" fmla="*/ 425863 w 514350"/>
                <a:gd name="connsiteY56" fmla="*/ 216503 h 485775"/>
                <a:gd name="connsiteX57" fmla="*/ 426815 w 514350"/>
                <a:gd name="connsiteY57" fmla="*/ 214979 h 485775"/>
                <a:gd name="connsiteX58" fmla="*/ 427292 w 514350"/>
                <a:gd name="connsiteY58" fmla="*/ 213741 h 485775"/>
                <a:gd name="connsiteX59" fmla="*/ 427006 w 514350"/>
                <a:gd name="connsiteY59" fmla="*/ 212788 h 485775"/>
                <a:gd name="connsiteX60" fmla="*/ 426148 w 514350"/>
                <a:gd name="connsiteY60" fmla="*/ 212217 h 485775"/>
                <a:gd name="connsiteX61" fmla="*/ 424148 w 514350"/>
                <a:gd name="connsiteY61" fmla="*/ 211931 h 485775"/>
                <a:gd name="connsiteX62" fmla="*/ 422719 w 514350"/>
                <a:gd name="connsiteY62" fmla="*/ 212407 h 485775"/>
                <a:gd name="connsiteX63" fmla="*/ 419862 w 514350"/>
                <a:gd name="connsiteY63" fmla="*/ 213646 h 485775"/>
                <a:gd name="connsiteX64" fmla="*/ 418433 w 514350"/>
                <a:gd name="connsiteY64" fmla="*/ 214122 h 485775"/>
                <a:gd name="connsiteX65" fmla="*/ 417195 w 514350"/>
                <a:gd name="connsiteY65" fmla="*/ 214027 h 485775"/>
                <a:gd name="connsiteX66" fmla="*/ 416052 w 514350"/>
                <a:gd name="connsiteY66" fmla="*/ 213360 h 485775"/>
                <a:gd name="connsiteX67" fmla="*/ 415290 w 514350"/>
                <a:gd name="connsiteY67" fmla="*/ 211836 h 485775"/>
                <a:gd name="connsiteX68" fmla="*/ 415004 w 514350"/>
                <a:gd name="connsiteY68" fmla="*/ 210217 h 485775"/>
                <a:gd name="connsiteX69" fmla="*/ 414909 w 514350"/>
                <a:gd name="connsiteY69" fmla="*/ 208502 h 485775"/>
                <a:gd name="connsiteX70" fmla="*/ 414719 w 514350"/>
                <a:gd name="connsiteY70" fmla="*/ 206883 h 485775"/>
                <a:gd name="connsiteX71" fmla="*/ 414147 w 514350"/>
                <a:gd name="connsiteY71" fmla="*/ 205549 h 485775"/>
                <a:gd name="connsiteX72" fmla="*/ 412909 w 514350"/>
                <a:gd name="connsiteY72" fmla="*/ 204788 h 485775"/>
                <a:gd name="connsiteX73" fmla="*/ 411956 w 514350"/>
                <a:gd name="connsiteY73" fmla="*/ 204597 h 485775"/>
                <a:gd name="connsiteX74" fmla="*/ 411004 w 514350"/>
                <a:gd name="connsiteY74" fmla="*/ 204883 h 485775"/>
                <a:gd name="connsiteX75" fmla="*/ 410528 w 514350"/>
                <a:gd name="connsiteY75" fmla="*/ 205359 h 485775"/>
                <a:gd name="connsiteX76" fmla="*/ 410242 w 514350"/>
                <a:gd name="connsiteY76" fmla="*/ 206026 h 485775"/>
                <a:gd name="connsiteX77" fmla="*/ 409765 w 514350"/>
                <a:gd name="connsiteY77" fmla="*/ 208597 h 485775"/>
                <a:gd name="connsiteX78" fmla="*/ 409480 w 514350"/>
                <a:gd name="connsiteY78" fmla="*/ 209264 h 485775"/>
                <a:gd name="connsiteX79" fmla="*/ 409194 w 514350"/>
                <a:gd name="connsiteY79" fmla="*/ 209836 h 485775"/>
                <a:gd name="connsiteX80" fmla="*/ 408623 w 514350"/>
                <a:gd name="connsiteY80" fmla="*/ 210312 h 485775"/>
                <a:gd name="connsiteX81" fmla="*/ 407670 w 514350"/>
                <a:gd name="connsiteY81" fmla="*/ 210598 h 485775"/>
                <a:gd name="connsiteX82" fmla="*/ 406241 w 514350"/>
                <a:gd name="connsiteY82" fmla="*/ 210788 h 485775"/>
                <a:gd name="connsiteX83" fmla="*/ 403289 w 514350"/>
                <a:gd name="connsiteY83" fmla="*/ 210788 h 485775"/>
                <a:gd name="connsiteX84" fmla="*/ 402050 w 514350"/>
                <a:gd name="connsiteY84" fmla="*/ 210503 h 485775"/>
                <a:gd name="connsiteX85" fmla="*/ 401193 w 514350"/>
                <a:gd name="connsiteY85" fmla="*/ 209645 h 485775"/>
                <a:gd name="connsiteX86" fmla="*/ 400526 w 514350"/>
                <a:gd name="connsiteY86" fmla="*/ 208026 h 485775"/>
                <a:gd name="connsiteX87" fmla="*/ 400526 w 514350"/>
                <a:gd name="connsiteY87" fmla="*/ 206693 h 485775"/>
                <a:gd name="connsiteX88" fmla="*/ 400812 w 514350"/>
                <a:gd name="connsiteY88" fmla="*/ 205549 h 485775"/>
                <a:gd name="connsiteX89" fmla="*/ 401384 w 514350"/>
                <a:gd name="connsiteY89" fmla="*/ 204788 h 485775"/>
                <a:gd name="connsiteX90" fmla="*/ 402336 w 514350"/>
                <a:gd name="connsiteY90" fmla="*/ 204121 h 485775"/>
                <a:gd name="connsiteX91" fmla="*/ 404527 w 514350"/>
                <a:gd name="connsiteY91" fmla="*/ 203073 h 485775"/>
                <a:gd name="connsiteX92" fmla="*/ 405479 w 514350"/>
                <a:gd name="connsiteY92" fmla="*/ 202502 h 485775"/>
                <a:gd name="connsiteX93" fmla="*/ 405765 w 514350"/>
                <a:gd name="connsiteY93" fmla="*/ 201739 h 485775"/>
                <a:gd name="connsiteX94" fmla="*/ 405670 w 514350"/>
                <a:gd name="connsiteY94" fmla="*/ 200596 h 485775"/>
                <a:gd name="connsiteX95" fmla="*/ 405194 w 514350"/>
                <a:gd name="connsiteY95" fmla="*/ 199358 h 485775"/>
                <a:gd name="connsiteX96" fmla="*/ 402336 w 514350"/>
                <a:gd name="connsiteY96" fmla="*/ 194691 h 485775"/>
                <a:gd name="connsiteX97" fmla="*/ 399479 w 514350"/>
                <a:gd name="connsiteY97" fmla="*/ 188023 h 485775"/>
                <a:gd name="connsiteX98" fmla="*/ 398526 w 514350"/>
                <a:gd name="connsiteY98" fmla="*/ 184404 h 485775"/>
                <a:gd name="connsiteX99" fmla="*/ 397764 w 514350"/>
                <a:gd name="connsiteY99" fmla="*/ 182594 h 485775"/>
                <a:gd name="connsiteX100" fmla="*/ 396716 w 514350"/>
                <a:gd name="connsiteY100" fmla="*/ 180689 h 485775"/>
                <a:gd name="connsiteX101" fmla="*/ 394716 w 514350"/>
                <a:gd name="connsiteY101" fmla="*/ 178403 h 485775"/>
                <a:gd name="connsiteX102" fmla="*/ 393097 w 514350"/>
                <a:gd name="connsiteY102" fmla="*/ 176117 h 485775"/>
                <a:gd name="connsiteX103" fmla="*/ 390715 w 514350"/>
                <a:gd name="connsiteY103" fmla="*/ 173641 h 485775"/>
                <a:gd name="connsiteX104" fmla="*/ 389001 w 514350"/>
                <a:gd name="connsiteY104" fmla="*/ 171164 h 485775"/>
                <a:gd name="connsiteX105" fmla="*/ 383667 w 514350"/>
                <a:gd name="connsiteY105" fmla="*/ 164973 h 485775"/>
                <a:gd name="connsiteX106" fmla="*/ 381095 w 514350"/>
                <a:gd name="connsiteY106" fmla="*/ 162687 h 485775"/>
                <a:gd name="connsiteX107" fmla="*/ 380048 w 514350"/>
                <a:gd name="connsiteY107" fmla="*/ 161830 h 485775"/>
                <a:gd name="connsiteX108" fmla="*/ 377476 w 514350"/>
                <a:gd name="connsiteY108" fmla="*/ 160687 h 485775"/>
                <a:gd name="connsiteX109" fmla="*/ 376428 w 514350"/>
                <a:gd name="connsiteY109" fmla="*/ 159829 h 485775"/>
                <a:gd name="connsiteX110" fmla="*/ 374333 w 514350"/>
                <a:gd name="connsiteY110" fmla="*/ 157829 h 485775"/>
                <a:gd name="connsiteX111" fmla="*/ 372523 w 514350"/>
                <a:gd name="connsiteY111" fmla="*/ 157067 h 485775"/>
                <a:gd name="connsiteX112" fmla="*/ 369951 w 514350"/>
                <a:gd name="connsiteY112" fmla="*/ 157067 h 485775"/>
                <a:gd name="connsiteX113" fmla="*/ 365760 w 514350"/>
                <a:gd name="connsiteY113" fmla="*/ 158210 h 485775"/>
                <a:gd name="connsiteX114" fmla="*/ 363569 w 514350"/>
                <a:gd name="connsiteY114" fmla="*/ 159163 h 485775"/>
                <a:gd name="connsiteX115" fmla="*/ 361855 w 514350"/>
                <a:gd name="connsiteY115" fmla="*/ 158687 h 485775"/>
                <a:gd name="connsiteX116" fmla="*/ 361474 w 514350"/>
                <a:gd name="connsiteY116" fmla="*/ 157353 h 485775"/>
                <a:gd name="connsiteX117" fmla="*/ 360617 w 514350"/>
                <a:gd name="connsiteY117" fmla="*/ 156305 h 485775"/>
                <a:gd name="connsiteX118" fmla="*/ 359283 w 514350"/>
                <a:gd name="connsiteY118" fmla="*/ 155924 h 485775"/>
                <a:gd name="connsiteX119" fmla="*/ 358997 w 514350"/>
                <a:gd name="connsiteY119" fmla="*/ 156591 h 485775"/>
                <a:gd name="connsiteX120" fmla="*/ 358045 w 514350"/>
                <a:gd name="connsiteY120" fmla="*/ 157925 h 485775"/>
                <a:gd name="connsiteX121" fmla="*/ 356997 w 514350"/>
                <a:gd name="connsiteY121" fmla="*/ 158782 h 485775"/>
                <a:gd name="connsiteX122" fmla="*/ 356521 w 514350"/>
                <a:gd name="connsiteY122" fmla="*/ 158115 h 485775"/>
                <a:gd name="connsiteX123" fmla="*/ 356140 w 514350"/>
                <a:gd name="connsiteY123" fmla="*/ 156496 h 485775"/>
                <a:gd name="connsiteX124" fmla="*/ 355187 w 514350"/>
                <a:gd name="connsiteY124" fmla="*/ 155258 h 485775"/>
                <a:gd name="connsiteX125" fmla="*/ 354140 w 514350"/>
                <a:gd name="connsiteY125" fmla="*/ 154115 h 485775"/>
                <a:gd name="connsiteX126" fmla="*/ 353282 w 514350"/>
                <a:gd name="connsiteY126" fmla="*/ 152686 h 485775"/>
                <a:gd name="connsiteX127" fmla="*/ 352997 w 514350"/>
                <a:gd name="connsiteY127" fmla="*/ 151543 h 485775"/>
                <a:gd name="connsiteX128" fmla="*/ 352806 w 514350"/>
                <a:gd name="connsiteY128" fmla="*/ 148876 h 485775"/>
                <a:gd name="connsiteX129" fmla="*/ 352520 w 514350"/>
                <a:gd name="connsiteY129" fmla="*/ 147733 h 485775"/>
                <a:gd name="connsiteX130" fmla="*/ 352044 w 514350"/>
                <a:gd name="connsiteY130" fmla="*/ 146399 h 485775"/>
                <a:gd name="connsiteX131" fmla="*/ 351377 w 514350"/>
                <a:gd name="connsiteY131" fmla="*/ 145066 h 485775"/>
                <a:gd name="connsiteX132" fmla="*/ 350330 w 514350"/>
                <a:gd name="connsiteY132" fmla="*/ 144018 h 485775"/>
                <a:gd name="connsiteX133" fmla="*/ 348996 w 514350"/>
                <a:gd name="connsiteY133" fmla="*/ 143637 h 485775"/>
                <a:gd name="connsiteX134" fmla="*/ 347567 w 514350"/>
                <a:gd name="connsiteY134" fmla="*/ 144018 h 485775"/>
                <a:gd name="connsiteX135" fmla="*/ 345377 w 514350"/>
                <a:gd name="connsiteY135" fmla="*/ 145637 h 485775"/>
                <a:gd name="connsiteX136" fmla="*/ 344234 w 514350"/>
                <a:gd name="connsiteY136" fmla="*/ 146018 h 485775"/>
                <a:gd name="connsiteX137" fmla="*/ 335947 w 514350"/>
                <a:gd name="connsiteY137" fmla="*/ 146875 h 485775"/>
                <a:gd name="connsiteX138" fmla="*/ 326803 w 514350"/>
                <a:gd name="connsiteY138" fmla="*/ 146018 h 485775"/>
                <a:gd name="connsiteX139" fmla="*/ 326041 w 514350"/>
                <a:gd name="connsiteY139" fmla="*/ 145542 h 485775"/>
                <a:gd name="connsiteX140" fmla="*/ 324040 w 514350"/>
                <a:gd name="connsiteY140" fmla="*/ 141922 h 485775"/>
                <a:gd name="connsiteX141" fmla="*/ 323374 w 514350"/>
                <a:gd name="connsiteY141" fmla="*/ 141161 h 485775"/>
                <a:gd name="connsiteX142" fmla="*/ 320897 w 514350"/>
                <a:gd name="connsiteY142" fmla="*/ 139351 h 485775"/>
                <a:gd name="connsiteX143" fmla="*/ 316611 w 514350"/>
                <a:gd name="connsiteY143" fmla="*/ 135255 h 485775"/>
                <a:gd name="connsiteX144" fmla="*/ 312706 w 514350"/>
                <a:gd name="connsiteY144" fmla="*/ 133921 h 485775"/>
                <a:gd name="connsiteX145" fmla="*/ 306991 w 514350"/>
                <a:gd name="connsiteY145" fmla="*/ 130492 h 485775"/>
                <a:gd name="connsiteX146" fmla="*/ 306800 w 514350"/>
                <a:gd name="connsiteY146" fmla="*/ 130207 h 485775"/>
                <a:gd name="connsiteX147" fmla="*/ 310610 w 514350"/>
                <a:gd name="connsiteY147" fmla="*/ 126778 h 485775"/>
                <a:gd name="connsiteX148" fmla="*/ 311753 w 514350"/>
                <a:gd name="connsiteY148" fmla="*/ 125349 h 485775"/>
                <a:gd name="connsiteX149" fmla="*/ 312230 w 514350"/>
                <a:gd name="connsiteY149" fmla="*/ 123063 h 485775"/>
                <a:gd name="connsiteX150" fmla="*/ 312325 w 514350"/>
                <a:gd name="connsiteY150" fmla="*/ 116967 h 485775"/>
                <a:gd name="connsiteX151" fmla="*/ 311086 w 514350"/>
                <a:gd name="connsiteY151" fmla="*/ 112967 h 485775"/>
                <a:gd name="connsiteX152" fmla="*/ 309658 w 514350"/>
                <a:gd name="connsiteY152" fmla="*/ 104489 h 485775"/>
                <a:gd name="connsiteX153" fmla="*/ 308705 w 514350"/>
                <a:gd name="connsiteY153" fmla="*/ 102584 h 485775"/>
                <a:gd name="connsiteX154" fmla="*/ 302800 w 514350"/>
                <a:gd name="connsiteY154" fmla="*/ 104013 h 485775"/>
                <a:gd name="connsiteX155" fmla="*/ 300800 w 514350"/>
                <a:gd name="connsiteY155" fmla="*/ 103156 h 485775"/>
                <a:gd name="connsiteX156" fmla="*/ 300419 w 514350"/>
                <a:gd name="connsiteY156" fmla="*/ 99155 h 485775"/>
                <a:gd name="connsiteX157" fmla="*/ 301657 w 514350"/>
                <a:gd name="connsiteY157" fmla="*/ 95631 h 485775"/>
                <a:gd name="connsiteX158" fmla="*/ 304133 w 514350"/>
                <a:gd name="connsiteY158" fmla="*/ 92297 h 485775"/>
                <a:gd name="connsiteX159" fmla="*/ 307086 w 514350"/>
                <a:gd name="connsiteY159" fmla="*/ 89725 h 485775"/>
                <a:gd name="connsiteX160" fmla="*/ 309848 w 514350"/>
                <a:gd name="connsiteY160" fmla="*/ 88392 h 485775"/>
                <a:gd name="connsiteX161" fmla="*/ 308896 w 514350"/>
                <a:gd name="connsiteY161" fmla="*/ 85725 h 485775"/>
                <a:gd name="connsiteX162" fmla="*/ 308324 w 514350"/>
                <a:gd name="connsiteY162" fmla="*/ 83249 h 485775"/>
                <a:gd name="connsiteX163" fmla="*/ 308229 w 514350"/>
                <a:gd name="connsiteY163" fmla="*/ 80867 h 485775"/>
                <a:gd name="connsiteX164" fmla="*/ 308419 w 514350"/>
                <a:gd name="connsiteY164" fmla="*/ 78676 h 485775"/>
                <a:gd name="connsiteX165" fmla="*/ 308134 w 514350"/>
                <a:gd name="connsiteY165" fmla="*/ 77248 h 485775"/>
                <a:gd name="connsiteX166" fmla="*/ 308134 w 514350"/>
                <a:gd name="connsiteY166" fmla="*/ 76867 h 485775"/>
                <a:gd name="connsiteX167" fmla="*/ 308324 w 514350"/>
                <a:gd name="connsiteY167" fmla="*/ 76105 h 485775"/>
                <a:gd name="connsiteX168" fmla="*/ 308705 w 514350"/>
                <a:gd name="connsiteY168" fmla="*/ 75629 h 485775"/>
                <a:gd name="connsiteX169" fmla="*/ 310134 w 514350"/>
                <a:gd name="connsiteY169" fmla="*/ 74486 h 485775"/>
                <a:gd name="connsiteX170" fmla="*/ 310610 w 514350"/>
                <a:gd name="connsiteY170" fmla="*/ 73819 h 485775"/>
                <a:gd name="connsiteX171" fmla="*/ 310991 w 514350"/>
                <a:gd name="connsiteY171" fmla="*/ 72771 h 485775"/>
                <a:gd name="connsiteX172" fmla="*/ 311372 w 514350"/>
                <a:gd name="connsiteY172" fmla="*/ 70866 h 485775"/>
                <a:gd name="connsiteX173" fmla="*/ 311277 w 514350"/>
                <a:gd name="connsiteY173" fmla="*/ 68390 h 485775"/>
                <a:gd name="connsiteX174" fmla="*/ 311468 w 514350"/>
                <a:gd name="connsiteY174" fmla="*/ 66199 h 485775"/>
                <a:gd name="connsiteX175" fmla="*/ 311848 w 514350"/>
                <a:gd name="connsiteY175" fmla="*/ 64484 h 485775"/>
                <a:gd name="connsiteX176" fmla="*/ 312420 w 514350"/>
                <a:gd name="connsiteY176" fmla="*/ 60008 h 485775"/>
                <a:gd name="connsiteX177" fmla="*/ 312420 w 514350"/>
                <a:gd name="connsiteY177" fmla="*/ 58388 h 485775"/>
                <a:gd name="connsiteX178" fmla="*/ 312230 w 514350"/>
                <a:gd name="connsiteY178" fmla="*/ 57055 h 485775"/>
                <a:gd name="connsiteX179" fmla="*/ 311468 w 514350"/>
                <a:gd name="connsiteY179" fmla="*/ 54674 h 485775"/>
                <a:gd name="connsiteX180" fmla="*/ 311086 w 514350"/>
                <a:gd name="connsiteY180" fmla="*/ 53912 h 485775"/>
                <a:gd name="connsiteX181" fmla="*/ 310706 w 514350"/>
                <a:gd name="connsiteY181" fmla="*/ 53245 h 485775"/>
                <a:gd name="connsiteX182" fmla="*/ 309848 w 514350"/>
                <a:gd name="connsiteY182" fmla="*/ 52388 h 485775"/>
                <a:gd name="connsiteX183" fmla="*/ 308419 w 514350"/>
                <a:gd name="connsiteY183" fmla="*/ 50101 h 485775"/>
                <a:gd name="connsiteX184" fmla="*/ 308039 w 514350"/>
                <a:gd name="connsiteY184" fmla="*/ 49721 h 485775"/>
                <a:gd name="connsiteX185" fmla="*/ 307562 w 514350"/>
                <a:gd name="connsiteY185" fmla="*/ 49340 h 485775"/>
                <a:gd name="connsiteX186" fmla="*/ 306991 w 514350"/>
                <a:gd name="connsiteY186" fmla="*/ 49149 h 485775"/>
                <a:gd name="connsiteX187" fmla="*/ 305753 w 514350"/>
                <a:gd name="connsiteY187" fmla="*/ 48768 h 485775"/>
                <a:gd name="connsiteX188" fmla="*/ 304133 w 514350"/>
                <a:gd name="connsiteY188" fmla="*/ 48006 h 485775"/>
                <a:gd name="connsiteX189" fmla="*/ 301847 w 514350"/>
                <a:gd name="connsiteY189" fmla="*/ 47434 h 485775"/>
                <a:gd name="connsiteX190" fmla="*/ 301276 w 514350"/>
                <a:gd name="connsiteY190" fmla="*/ 47244 h 485775"/>
                <a:gd name="connsiteX191" fmla="*/ 300800 w 514350"/>
                <a:gd name="connsiteY191" fmla="*/ 46863 h 485775"/>
                <a:gd name="connsiteX192" fmla="*/ 300419 w 514350"/>
                <a:gd name="connsiteY192" fmla="*/ 46482 h 485775"/>
                <a:gd name="connsiteX193" fmla="*/ 299657 w 514350"/>
                <a:gd name="connsiteY193" fmla="*/ 45434 h 485775"/>
                <a:gd name="connsiteX194" fmla="*/ 298133 w 514350"/>
                <a:gd name="connsiteY194" fmla="*/ 42291 h 485775"/>
                <a:gd name="connsiteX195" fmla="*/ 297371 w 514350"/>
                <a:gd name="connsiteY195" fmla="*/ 41243 h 485775"/>
                <a:gd name="connsiteX196" fmla="*/ 294704 w 514350"/>
                <a:gd name="connsiteY196" fmla="*/ 38957 h 485775"/>
                <a:gd name="connsiteX197" fmla="*/ 293846 w 514350"/>
                <a:gd name="connsiteY197" fmla="*/ 37909 h 485775"/>
                <a:gd name="connsiteX198" fmla="*/ 292798 w 514350"/>
                <a:gd name="connsiteY198" fmla="*/ 36481 h 485775"/>
                <a:gd name="connsiteX199" fmla="*/ 285845 w 514350"/>
                <a:gd name="connsiteY199" fmla="*/ 35338 h 485775"/>
                <a:gd name="connsiteX200" fmla="*/ 283940 w 514350"/>
                <a:gd name="connsiteY200" fmla="*/ 35814 h 485775"/>
                <a:gd name="connsiteX201" fmla="*/ 283464 w 514350"/>
                <a:gd name="connsiteY201" fmla="*/ 36386 h 485775"/>
                <a:gd name="connsiteX202" fmla="*/ 282797 w 514350"/>
                <a:gd name="connsiteY202" fmla="*/ 36767 h 485775"/>
                <a:gd name="connsiteX203" fmla="*/ 274415 w 514350"/>
                <a:gd name="connsiteY203" fmla="*/ 39433 h 485775"/>
                <a:gd name="connsiteX204" fmla="*/ 272415 w 514350"/>
                <a:gd name="connsiteY204" fmla="*/ 40291 h 485775"/>
                <a:gd name="connsiteX205" fmla="*/ 271748 w 514350"/>
                <a:gd name="connsiteY205" fmla="*/ 40862 h 485775"/>
                <a:gd name="connsiteX206" fmla="*/ 271272 w 514350"/>
                <a:gd name="connsiteY206" fmla="*/ 41529 h 485775"/>
                <a:gd name="connsiteX207" fmla="*/ 271082 w 514350"/>
                <a:gd name="connsiteY207" fmla="*/ 42767 h 485775"/>
                <a:gd name="connsiteX208" fmla="*/ 271082 w 514350"/>
                <a:gd name="connsiteY208" fmla="*/ 44101 h 485775"/>
                <a:gd name="connsiteX209" fmla="*/ 270796 w 514350"/>
                <a:gd name="connsiteY209" fmla="*/ 44863 h 485775"/>
                <a:gd name="connsiteX210" fmla="*/ 270319 w 514350"/>
                <a:gd name="connsiteY210" fmla="*/ 45720 h 485775"/>
                <a:gd name="connsiteX211" fmla="*/ 269081 w 514350"/>
                <a:gd name="connsiteY211" fmla="*/ 46672 h 485775"/>
                <a:gd name="connsiteX212" fmla="*/ 268224 w 514350"/>
                <a:gd name="connsiteY212" fmla="*/ 46958 h 485775"/>
                <a:gd name="connsiteX213" fmla="*/ 267462 w 514350"/>
                <a:gd name="connsiteY213" fmla="*/ 46958 h 485775"/>
                <a:gd name="connsiteX214" fmla="*/ 266986 w 514350"/>
                <a:gd name="connsiteY214" fmla="*/ 46768 h 485775"/>
                <a:gd name="connsiteX215" fmla="*/ 265938 w 514350"/>
                <a:gd name="connsiteY215" fmla="*/ 46292 h 485775"/>
                <a:gd name="connsiteX216" fmla="*/ 265462 w 514350"/>
                <a:gd name="connsiteY216" fmla="*/ 45911 h 485775"/>
                <a:gd name="connsiteX217" fmla="*/ 265081 w 514350"/>
                <a:gd name="connsiteY217" fmla="*/ 45434 h 485775"/>
                <a:gd name="connsiteX218" fmla="*/ 264795 w 514350"/>
                <a:gd name="connsiteY218" fmla="*/ 44767 h 485775"/>
                <a:gd name="connsiteX219" fmla="*/ 264128 w 514350"/>
                <a:gd name="connsiteY219" fmla="*/ 44196 h 485775"/>
                <a:gd name="connsiteX220" fmla="*/ 263176 w 514350"/>
                <a:gd name="connsiteY220" fmla="*/ 43815 h 485775"/>
                <a:gd name="connsiteX221" fmla="*/ 260033 w 514350"/>
                <a:gd name="connsiteY221" fmla="*/ 43720 h 485775"/>
                <a:gd name="connsiteX222" fmla="*/ 259271 w 514350"/>
                <a:gd name="connsiteY222" fmla="*/ 43625 h 485775"/>
                <a:gd name="connsiteX223" fmla="*/ 258794 w 514350"/>
                <a:gd name="connsiteY223" fmla="*/ 43434 h 485775"/>
                <a:gd name="connsiteX224" fmla="*/ 249460 w 514350"/>
                <a:gd name="connsiteY224" fmla="*/ 43529 h 485775"/>
                <a:gd name="connsiteX225" fmla="*/ 247650 w 514350"/>
                <a:gd name="connsiteY225" fmla="*/ 43339 h 485775"/>
                <a:gd name="connsiteX226" fmla="*/ 246793 w 514350"/>
                <a:gd name="connsiteY226" fmla="*/ 43053 h 485775"/>
                <a:gd name="connsiteX227" fmla="*/ 245936 w 514350"/>
                <a:gd name="connsiteY227" fmla="*/ 42577 h 485775"/>
                <a:gd name="connsiteX228" fmla="*/ 245364 w 514350"/>
                <a:gd name="connsiteY228" fmla="*/ 41910 h 485775"/>
                <a:gd name="connsiteX229" fmla="*/ 243745 w 514350"/>
                <a:gd name="connsiteY229" fmla="*/ 39815 h 485775"/>
                <a:gd name="connsiteX230" fmla="*/ 242983 w 514350"/>
                <a:gd name="connsiteY230" fmla="*/ 38957 h 485775"/>
                <a:gd name="connsiteX231" fmla="*/ 241268 w 514350"/>
                <a:gd name="connsiteY231" fmla="*/ 38195 h 485775"/>
                <a:gd name="connsiteX232" fmla="*/ 231362 w 514350"/>
                <a:gd name="connsiteY232" fmla="*/ 36862 h 485775"/>
                <a:gd name="connsiteX233" fmla="*/ 229934 w 514350"/>
                <a:gd name="connsiteY233" fmla="*/ 36481 h 485775"/>
                <a:gd name="connsiteX234" fmla="*/ 229362 w 514350"/>
                <a:gd name="connsiteY234" fmla="*/ 36004 h 485775"/>
                <a:gd name="connsiteX235" fmla="*/ 228790 w 514350"/>
                <a:gd name="connsiteY235" fmla="*/ 35338 h 485775"/>
                <a:gd name="connsiteX236" fmla="*/ 227267 w 514350"/>
                <a:gd name="connsiteY236" fmla="*/ 32575 h 485775"/>
                <a:gd name="connsiteX237" fmla="*/ 226505 w 514350"/>
                <a:gd name="connsiteY237" fmla="*/ 31718 h 485775"/>
                <a:gd name="connsiteX238" fmla="*/ 225552 w 514350"/>
                <a:gd name="connsiteY238" fmla="*/ 31051 h 485775"/>
                <a:gd name="connsiteX239" fmla="*/ 223361 w 514350"/>
                <a:gd name="connsiteY239" fmla="*/ 30194 h 485775"/>
                <a:gd name="connsiteX240" fmla="*/ 222028 w 514350"/>
                <a:gd name="connsiteY240" fmla="*/ 30004 h 485775"/>
                <a:gd name="connsiteX241" fmla="*/ 220694 w 514350"/>
                <a:gd name="connsiteY241" fmla="*/ 30004 h 485775"/>
                <a:gd name="connsiteX242" fmla="*/ 213265 w 514350"/>
                <a:gd name="connsiteY242" fmla="*/ 31337 h 485775"/>
                <a:gd name="connsiteX243" fmla="*/ 208693 w 514350"/>
                <a:gd name="connsiteY243" fmla="*/ 33433 h 485775"/>
                <a:gd name="connsiteX244" fmla="*/ 208026 w 514350"/>
                <a:gd name="connsiteY244" fmla="*/ 34004 h 485775"/>
                <a:gd name="connsiteX245" fmla="*/ 207550 w 514350"/>
                <a:gd name="connsiteY245" fmla="*/ 34480 h 485775"/>
                <a:gd name="connsiteX246" fmla="*/ 206216 w 514350"/>
                <a:gd name="connsiteY246" fmla="*/ 37338 h 485775"/>
                <a:gd name="connsiteX247" fmla="*/ 205359 w 514350"/>
                <a:gd name="connsiteY247" fmla="*/ 37909 h 485775"/>
                <a:gd name="connsiteX248" fmla="*/ 203930 w 514350"/>
                <a:gd name="connsiteY248" fmla="*/ 38576 h 485775"/>
                <a:gd name="connsiteX249" fmla="*/ 200882 w 514350"/>
                <a:gd name="connsiteY249" fmla="*/ 39053 h 485775"/>
                <a:gd name="connsiteX250" fmla="*/ 199549 w 514350"/>
                <a:gd name="connsiteY250" fmla="*/ 39148 h 485775"/>
                <a:gd name="connsiteX251" fmla="*/ 198692 w 514350"/>
                <a:gd name="connsiteY251" fmla="*/ 38957 h 485775"/>
                <a:gd name="connsiteX252" fmla="*/ 198501 w 514350"/>
                <a:gd name="connsiteY252" fmla="*/ 38576 h 485775"/>
                <a:gd name="connsiteX253" fmla="*/ 198406 w 514350"/>
                <a:gd name="connsiteY253" fmla="*/ 38100 h 485775"/>
                <a:gd name="connsiteX254" fmla="*/ 197834 w 514350"/>
                <a:gd name="connsiteY254" fmla="*/ 37624 h 485775"/>
                <a:gd name="connsiteX255" fmla="*/ 196882 w 514350"/>
                <a:gd name="connsiteY255" fmla="*/ 37052 h 485775"/>
                <a:gd name="connsiteX256" fmla="*/ 194596 w 514350"/>
                <a:gd name="connsiteY256" fmla="*/ 36481 h 485775"/>
                <a:gd name="connsiteX257" fmla="*/ 193453 w 514350"/>
                <a:gd name="connsiteY257" fmla="*/ 36004 h 485775"/>
                <a:gd name="connsiteX258" fmla="*/ 192691 w 514350"/>
                <a:gd name="connsiteY258" fmla="*/ 35338 h 485775"/>
                <a:gd name="connsiteX259" fmla="*/ 192405 w 514350"/>
                <a:gd name="connsiteY259" fmla="*/ 34576 h 485775"/>
                <a:gd name="connsiteX260" fmla="*/ 192215 w 514350"/>
                <a:gd name="connsiteY260" fmla="*/ 33242 h 485775"/>
                <a:gd name="connsiteX261" fmla="*/ 191929 w 514350"/>
                <a:gd name="connsiteY261" fmla="*/ 32766 h 485775"/>
                <a:gd name="connsiteX262" fmla="*/ 191167 w 514350"/>
                <a:gd name="connsiteY262" fmla="*/ 32290 h 485775"/>
                <a:gd name="connsiteX263" fmla="*/ 188214 w 514350"/>
                <a:gd name="connsiteY263" fmla="*/ 31242 h 485775"/>
                <a:gd name="connsiteX264" fmla="*/ 187261 w 514350"/>
                <a:gd name="connsiteY264" fmla="*/ 30766 h 485775"/>
                <a:gd name="connsiteX265" fmla="*/ 186690 w 514350"/>
                <a:gd name="connsiteY265" fmla="*/ 30290 h 485775"/>
                <a:gd name="connsiteX266" fmla="*/ 186309 w 514350"/>
                <a:gd name="connsiteY266" fmla="*/ 29623 h 485775"/>
                <a:gd name="connsiteX267" fmla="*/ 183452 w 514350"/>
                <a:gd name="connsiteY267" fmla="*/ 20479 h 485775"/>
                <a:gd name="connsiteX268" fmla="*/ 183166 w 514350"/>
                <a:gd name="connsiteY268" fmla="*/ 20003 h 485775"/>
                <a:gd name="connsiteX269" fmla="*/ 182975 w 514350"/>
                <a:gd name="connsiteY269" fmla="*/ 19526 h 485775"/>
                <a:gd name="connsiteX270" fmla="*/ 182499 w 514350"/>
                <a:gd name="connsiteY270" fmla="*/ 18955 h 485775"/>
                <a:gd name="connsiteX271" fmla="*/ 181451 w 514350"/>
                <a:gd name="connsiteY271" fmla="*/ 18288 h 485775"/>
                <a:gd name="connsiteX272" fmla="*/ 180975 w 514350"/>
                <a:gd name="connsiteY272" fmla="*/ 18002 h 485775"/>
                <a:gd name="connsiteX273" fmla="*/ 179451 w 514350"/>
                <a:gd name="connsiteY273" fmla="*/ 16669 h 485775"/>
                <a:gd name="connsiteX274" fmla="*/ 178594 w 514350"/>
                <a:gd name="connsiteY274" fmla="*/ 15716 h 485775"/>
                <a:gd name="connsiteX275" fmla="*/ 175641 w 514350"/>
                <a:gd name="connsiteY275" fmla="*/ 14097 h 485775"/>
                <a:gd name="connsiteX276" fmla="*/ 171069 w 514350"/>
                <a:gd name="connsiteY276" fmla="*/ 14002 h 485775"/>
                <a:gd name="connsiteX277" fmla="*/ 168497 w 514350"/>
                <a:gd name="connsiteY277" fmla="*/ 14478 h 485775"/>
                <a:gd name="connsiteX278" fmla="*/ 167735 w 514350"/>
                <a:gd name="connsiteY278" fmla="*/ 14383 h 485775"/>
                <a:gd name="connsiteX279" fmla="*/ 163925 w 514350"/>
                <a:gd name="connsiteY279" fmla="*/ 12097 h 485775"/>
                <a:gd name="connsiteX280" fmla="*/ 156782 w 514350"/>
                <a:gd name="connsiteY280" fmla="*/ 9334 h 485775"/>
                <a:gd name="connsiteX281" fmla="*/ 155162 w 514350"/>
                <a:gd name="connsiteY281" fmla="*/ 9049 h 485775"/>
                <a:gd name="connsiteX282" fmla="*/ 153067 w 514350"/>
                <a:gd name="connsiteY282" fmla="*/ 9430 h 485775"/>
                <a:gd name="connsiteX283" fmla="*/ 151352 w 514350"/>
                <a:gd name="connsiteY283" fmla="*/ 9620 h 485775"/>
                <a:gd name="connsiteX284" fmla="*/ 150305 w 514350"/>
                <a:gd name="connsiteY284" fmla="*/ 9334 h 485775"/>
                <a:gd name="connsiteX285" fmla="*/ 149352 w 514350"/>
                <a:gd name="connsiteY285" fmla="*/ 8954 h 485775"/>
                <a:gd name="connsiteX286" fmla="*/ 148114 w 514350"/>
                <a:gd name="connsiteY286" fmla="*/ 8287 h 485775"/>
                <a:gd name="connsiteX287" fmla="*/ 147257 w 514350"/>
                <a:gd name="connsiteY287" fmla="*/ 8192 h 485775"/>
                <a:gd name="connsiteX288" fmla="*/ 146399 w 514350"/>
                <a:gd name="connsiteY288" fmla="*/ 8382 h 485775"/>
                <a:gd name="connsiteX289" fmla="*/ 145733 w 514350"/>
                <a:gd name="connsiteY289" fmla="*/ 8572 h 485775"/>
                <a:gd name="connsiteX290" fmla="*/ 144780 w 514350"/>
                <a:gd name="connsiteY290" fmla="*/ 8763 h 485775"/>
                <a:gd name="connsiteX291" fmla="*/ 144113 w 514350"/>
                <a:gd name="connsiteY291" fmla="*/ 8954 h 485775"/>
                <a:gd name="connsiteX292" fmla="*/ 143542 w 514350"/>
                <a:gd name="connsiteY292" fmla="*/ 9239 h 485775"/>
                <a:gd name="connsiteX293" fmla="*/ 143351 w 514350"/>
                <a:gd name="connsiteY293" fmla="*/ 9620 h 485775"/>
                <a:gd name="connsiteX294" fmla="*/ 143161 w 514350"/>
                <a:gd name="connsiteY294" fmla="*/ 10001 h 485775"/>
                <a:gd name="connsiteX295" fmla="*/ 142875 w 514350"/>
                <a:gd name="connsiteY295" fmla="*/ 10478 h 485775"/>
                <a:gd name="connsiteX296" fmla="*/ 142399 w 514350"/>
                <a:gd name="connsiteY296" fmla="*/ 10954 h 485775"/>
                <a:gd name="connsiteX297" fmla="*/ 141446 w 514350"/>
                <a:gd name="connsiteY297" fmla="*/ 11335 h 485775"/>
                <a:gd name="connsiteX298" fmla="*/ 140780 w 514350"/>
                <a:gd name="connsiteY298" fmla="*/ 11335 h 485775"/>
                <a:gd name="connsiteX299" fmla="*/ 133541 w 514350"/>
                <a:gd name="connsiteY299" fmla="*/ 8477 h 485775"/>
                <a:gd name="connsiteX300" fmla="*/ 132969 w 514350"/>
                <a:gd name="connsiteY300" fmla="*/ 8192 h 485775"/>
                <a:gd name="connsiteX301" fmla="*/ 132588 w 514350"/>
                <a:gd name="connsiteY301" fmla="*/ 7811 h 485775"/>
                <a:gd name="connsiteX302" fmla="*/ 132207 w 514350"/>
                <a:gd name="connsiteY302" fmla="*/ 7239 h 485775"/>
                <a:gd name="connsiteX303" fmla="*/ 130969 w 514350"/>
                <a:gd name="connsiteY303" fmla="*/ 4763 h 485775"/>
                <a:gd name="connsiteX304" fmla="*/ 130302 w 514350"/>
                <a:gd name="connsiteY304" fmla="*/ 3620 h 485775"/>
                <a:gd name="connsiteX305" fmla="*/ 129826 w 514350"/>
                <a:gd name="connsiteY305" fmla="*/ 3143 h 485775"/>
                <a:gd name="connsiteX306" fmla="*/ 128302 w 514350"/>
                <a:gd name="connsiteY306" fmla="*/ 2000 h 485775"/>
                <a:gd name="connsiteX307" fmla="*/ 123635 w 514350"/>
                <a:gd name="connsiteY307" fmla="*/ 0 h 485775"/>
                <a:gd name="connsiteX308" fmla="*/ 122777 w 514350"/>
                <a:gd name="connsiteY308" fmla="*/ 3524 h 485775"/>
                <a:gd name="connsiteX309" fmla="*/ 123635 w 514350"/>
                <a:gd name="connsiteY309" fmla="*/ 6477 h 485775"/>
                <a:gd name="connsiteX310" fmla="*/ 127540 w 514350"/>
                <a:gd name="connsiteY310" fmla="*/ 16097 h 485775"/>
                <a:gd name="connsiteX311" fmla="*/ 128397 w 514350"/>
                <a:gd name="connsiteY311" fmla="*/ 17240 h 485775"/>
                <a:gd name="connsiteX312" fmla="*/ 129826 w 514350"/>
                <a:gd name="connsiteY312" fmla="*/ 17621 h 485775"/>
                <a:gd name="connsiteX313" fmla="*/ 130683 w 514350"/>
                <a:gd name="connsiteY313" fmla="*/ 18097 h 485775"/>
                <a:gd name="connsiteX314" fmla="*/ 131731 w 514350"/>
                <a:gd name="connsiteY314" fmla="*/ 19050 h 485775"/>
                <a:gd name="connsiteX315" fmla="*/ 132112 w 514350"/>
                <a:gd name="connsiteY315" fmla="*/ 20098 h 485775"/>
                <a:gd name="connsiteX316" fmla="*/ 132207 w 514350"/>
                <a:gd name="connsiteY316" fmla="*/ 21146 h 485775"/>
                <a:gd name="connsiteX317" fmla="*/ 131921 w 514350"/>
                <a:gd name="connsiteY317" fmla="*/ 22384 h 485775"/>
                <a:gd name="connsiteX318" fmla="*/ 131445 w 514350"/>
                <a:gd name="connsiteY318" fmla="*/ 23527 h 485775"/>
                <a:gd name="connsiteX319" fmla="*/ 130874 w 514350"/>
                <a:gd name="connsiteY319" fmla="*/ 24479 h 485775"/>
                <a:gd name="connsiteX320" fmla="*/ 129921 w 514350"/>
                <a:gd name="connsiteY320" fmla="*/ 25432 h 485775"/>
                <a:gd name="connsiteX321" fmla="*/ 126206 w 514350"/>
                <a:gd name="connsiteY321" fmla="*/ 27527 h 485775"/>
                <a:gd name="connsiteX322" fmla="*/ 124968 w 514350"/>
                <a:gd name="connsiteY322" fmla="*/ 28861 h 485775"/>
                <a:gd name="connsiteX323" fmla="*/ 124111 w 514350"/>
                <a:gd name="connsiteY323" fmla="*/ 30480 h 485775"/>
                <a:gd name="connsiteX324" fmla="*/ 123539 w 514350"/>
                <a:gd name="connsiteY324" fmla="*/ 33052 h 485775"/>
                <a:gd name="connsiteX325" fmla="*/ 121444 w 514350"/>
                <a:gd name="connsiteY325" fmla="*/ 37052 h 485775"/>
                <a:gd name="connsiteX326" fmla="*/ 120872 w 514350"/>
                <a:gd name="connsiteY326" fmla="*/ 38862 h 485775"/>
                <a:gd name="connsiteX327" fmla="*/ 120587 w 514350"/>
                <a:gd name="connsiteY327" fmla="*/ 41720 h 485775"/>
                <a:gd name="connsiteX328" fmla="*/ 120968 w 514350"/>
                <a:gd name="connsiteY328" fmla="*/ 47816 h 485775"/>
                <a:gd name="connsiteX329" fmla="*/ 120872 w 514350"/>
                <a:gd name="connsiteY329" fmla="*/ 49054 h 485775"/>
                <a:gd name="connsiteX330" fmla="*/ 120587 w 514350"/>
                <a:gd name="connsiteY330" fmla="*/ 50101 h 485775"/>
                <a:gd name="connsiteX331" fmla="*/ 119920 w 514350"/>
                <a:gd name="connsiteY331" fmla="*/ 50959 h 485775"/>
                <a:gd name="connsiteX332" fmla="*/ 119158 w 514350"/>
                <a:gd name="connsiteY332" fmla="*/ 51625 h 485775"/>
                <a:gd name="connsiteX333" fmla="*/ 118110 w 514350"/>
                <a:gd name="connsiteY333" fmla="*/ 52102 h 485775"/>
                <a:gd name="connsiteX334" fmla="*/ 113348 w 514350"/>
                <a:gd name="connsiteY334" fmla="*/ 52864 h 485775"/>
                <a:gd name="connsiteX335" fmla="*/ 112300 w 514350"/>
                <a:gd name="connsiteY335" fmla="*/ 53340 h 485775"/>
                <a:gd name="connsiteX336" fmla="*/ 111252 w 514350"/>
                <a:gd name="connsiteY336" fmla="*/ 54007 h 485775"/>
                <a:gd name="connsiteX337" fmla="*/ 110109 w 514350"/>
                <a:gd name="connsiteY337" fmla="*/ 55340 h 485775"/>
                <a:gd name="connsiteX338" fmla="*/ 109252 w 514350"/>
                <a:gd name="connsiteY338" fmla="*/ 56769 h 485775"/>
                <a:gd name="connsiteX339" fmla="*/ 107728 w 514350"/>
                <a:gd name="connsiteY339" fmla="*/ 60388 h 485775"/>
                <a:gd name="connsiteX340" fmla="*/ 107156 w 514350"/>
                <a:gd name="connsiteY340" fmla="*/ 61341 h 485775"/>
                <a:gd name="connsiteX341" fmla="*/ 106490 w 514350"/>
                <a:gd name="connsiteY341" fmla="*/ 62198 h 485775"/>
                <a:gd name="connsiteX342" fmla="*/ 105728 w 514350"/>
                <a:gd name="connsiteY342" fmla="*/ 63341 h 485775"/>
                <a:gd name="connsiteX343" fmla="*/ 105537 w 514350"/>
                <a:gd name="connsiteY343" fmla="*/ 64484 h 485775"/>
                <a:gd name="connsiteX344" fmla="*/ 105537 w 514350"/>
                <a:gd name="connsiteY344" fmla="*/ 65437 h 485775"/>
                <a:gd name="connsiteX345" fmla="*/ 106585 w 514350"/>
                <a:gd name="connsiteY345" fmla="*/ 71247 h 485775"/>
                <a:gd name="connsiteX346" fmla="*/ 106585 w 514350"/>
                <a:gd name="connsiteY346" fmla="*/ 72676 h 485775"/>
                <a:gd name="connsiteX347" fmla="*/ 106394 w 514350"/>
                <a:gd name="connsiteY347" fmla="*/ 75057 h 485775"/>
                <a:gd name="connsiteX348" fmla="*/ 105823 w 514350"/>
                <a:gd name="connsiteY348" fmla="*/ 76200 h 485775"/>
                <a:gd name="connsiteX349" fmla="*/ 104966 w 514350"/>
                <a:gd name="connsiteY349" fmla="*/ 76867 h 485775"/>
                <a:gd name="connsiteX350" fmla="*/ 103823 w 514350"/>
                <a:gd name="connsiteY350" fmla="*/ 77057 h 485775"/>
                <a:gd name="connsiteX351" fmla="*/ 100584 w 514350"/>
                <a:gd name="connsiteY351" fmla="*/ 76962 h 485775"/>
                <a:gd name="connsiteX352" fmla="*/ 99346 w 514350"/>
                <a:gd name="connsiteY352" fmla="*/ 76676 h 485775"/>
                <a:gd name="connsiteX353" fmla="*/ 97822 w 514350"/>
                <a:gd name="connsiteY353" fmla="*/ 76200 h 485775"/>
                <a:gd name="connsiteX354" fmla="*/ 97250 w 514350"/>
                <a:gd name="connsiteY354" fmla="*/ 76105 h 485775"/>
                <a:gd name="connsiteX355" fmla="*/ 96488 w 514350"/>
                <a:gd name="connsiteY355" fmla="*/ 76200 h 485775"/>
                <a:gd name="connsiteX356" fmla="*/ 94393 w 514350"/>
                <a:gd name="connsiteY356" fmla="*/ 76676 h 485775"/>
                <a:gd name="connsiteX357" fmla="*/ 92964 w 514350"/>
                <a:gd name="connsiteY357" fmla="*/ 76867 h 485775"/>
                <a:gd name="connsiteX358" fmla="*/ 91535 w 514350"/>
                <a:gd name="connsiteY358" fmla="*/ 76676 h 485775"/>
                <a:gd name="connsiteX359" fmla="*/ 89916 w 514350"/>
                <a:gd name="connsiteY359" fmla="*/ 76009 h 485775"/>
                <a:gd name="connsiteX360" fmla="*/ 88487 w 514350"/>
                <a:gd name="connsiteY360" fmla="*/ 75057 h 485775"/>
                <a:gd name="connsiteX361" fmla="*/ 87344 w 514350"/>
                <a:gd name="connsiteY361" fmla="*/ 73819 h 485775"/>
                <a:gd name="connsiteX362" fmla="*/ 84773 w 514350"/>
                <a:gd name="connsiteY362" fmla="*/ 69723 h 485775"/>
                <a:gd name="connsiteX363" fmla="*/ 84392 w 514350"/>
                <a:gd name="connsiteY363" fmla="*/ 69437 h 485775"/>
                <a:gd name="connsiteX364" fmla="*/ 83820 w 514350"/>
                <a:gd name="connsiteY364" fmla="*/ 69342 h 485775"/>
                <a:gd name="connsiteX365" fmla="*/ 81344 w 514350"/>
                <a:gd name="connsiteY365" fmla="*/ 69723 h 485775"/>
                <a:gd name="connsiteX366" fmla="*/ 80296 w 514350"/>
                <a:gd name="connsiteY366" fmla="*/ 69533 h 485775"/>
                <a:gd name="connsiteX367" fmla="*/ 78296 w 514350"/>
                <a:gd name="connsiteY367" fmla="*/ 68866 h 485775"/>
                <a:gd name="connsiteX368" fmla="*/ 77248 w 514350"/>
                <a:gd name="connsiteY368" fmla="*/ 68580 h 485775"/>
                <a:gd name="connsiteX369" fmla="*/ 76391 w 514350"/>
                <a:gd name="connsiteY369" fmla="*/ 68580 h 485775"/>
                <a:gd name="connsiteX370" fmla="*/ 75438 w 514350"/>
                <a:gd name="connsiteY370" fmla="*/ 68771 h 485775"/>
                <a:gd name="connsiteX371" fmla="*/ 74486 w 514350"/>
                <a:gd name="connsiteY371" fmla="*/ 69056 h 485775"/>
                <a:gd name="connsiteX372" fmla="*/ 73247 w 514350"/>
                <a:gd name="connsiteY372" fmla="*/ 69723 h 485775"/>
                <a:gd name="connsiteX373" fmla="*/ 72200 w 514350"/>
                <a:gd name="connsiteY373" fmla="*/ 70580 h 485775"/>
                <a:gd name="connsiteX374" fmla="*/ 70580 w 514350"/>
                <a:gd name="connsiteY374" fmla="*/ 72104 h 485775"/>
                <a:gd name="connsiteX375" fmla="*/ 70104 w 514350"/>
                <a:gd name="connsiteY375" fmla="*/ 72771 h 485775"/>
                <a:gd name="connsiteX376" fmla="*/ 70104 w 514350"/>
                <a:gd name="connsiteY376" fmla="*/ 73342 h 485775"/>
                <a:gd name="connsiteX377" fmla="*/ 70580 w 514350"/>
                <a:gd name="connsiteY377" fmla="*/ 73628 h 485775"/>
                <a:gd name="connsiteX378" fmla="*/ 72581 w 514350"/>
                <a:gd name="connsiteY378" fmla="*/ 74581 h 485775"/>
                <a:gd name="connsiteX379" fmla="*/ 73057 w 514350"/>
                <a:gd name="connsiteY379" fmla="*/ 74962 h 485775"/>
                <a:gd name="connsiteX380" fmla="*/ 72962 w 514350"/>
                <a:gd name="connsiteY380" fmla="*/ 75914 h 485775"/>
                <a:gd name="connsiteX381" fmla="*/ 70485 w 514350"/>
                <a:gd name="connsiteY381" fmla="*/ 78772 h 485775"/>
                <a:gd name="connsiteX382" fmla="*/ 69533 w 514350"/>
                <a:gd name="connsiteY382" fmla="*/ 80010 h 485775"/>
                <a:gd name="connsiteX383" fmla="*/ 68866 w 514350"/>
                <a:gd name="connsiteY383" fmla="*/ 81248 h 485775"/>
                <a:gd name="connsiteX384" fmla="*/ 67818 w 514350"/>
                <a:gd name="connsiteY384" fmla="*/ 85154 h 485775"/>
                <a:gd name="connsiteX385" fmla="*/ 66675 w 514350"/>
                <a:gd name="connsiteY385" fmla="*/ 88201 h 485775"/>
                <a:gd name="connsiteX386" fmla="*/ 66294 w 514350"/>
                <a:gd name="connsiteY386" fmla="*/ 89725 h 485775"/>
                <a:gd name="connsiteX387" fmla="*/ 66199 w 514350"/>
                <a:gd name="connsiteY387" fmla="*/ 90869 h 485775"/>
                <a:gd name="connsiteX388" fmla="*/ 66580 w 514350"/>
                <a:gd name="connsiteY388" fmla="*/ 91726 h 485775"/>
                <a:gd name="connsiteX389" fmla="*/ 66770 w 514350"/>
                <a:gd name="connsiteY389" fmla="*/ 92583 h 485775"/>
                <a:gd name="connsiteX390" fmla="*/ 66770 w 514350"/>
                <a:gd name="connsiteY390" fmla="*/ 93631 h 485775"/>
                <a:gd name="connsiteX391" fmla="*/ 66485 w 514350"/>
                <a:gd name="connsiteY391" fmla="*/ 94297 h 485775"/>
                <a:gd name="connsiteX392" fmla="*/ 65723 w 514350"/>
                <a:gd name="connsiteY392" fmla="*/ 94774 h 485775"/>
                <a:gd name="connsiteX393" fmla="*/ 64580 w 514350"/>
                <a:gd name="connsiteY393" fmla="*/ 95250 h 485775"/>
                <a:gd name="connsiteX394" fmla="*/ 63722 w 514350"/>
                <a:gd name="connsiteY394" fmla="*/ 95917 h 485775"/>
                <a:gd name="connsiteX395" fmla="*/ 62770 w 514350"/>
                <a:gd name="connsiteY395" fmla="*/ 96965 h 485775"/>
                <a:gd name="connsiteX396" fmla="*/ 61246 w 514350"/>
                <a:gd name="connsiteY396" fmla="*/ 98870 h 485775"/>
                <a:gd name="connsiteX397" fmla="*/ 60008 w 514350"/>
                <a:gd name="connsiteY397" fmla="*/ 100203 h 485775"/>
                <a:gd name="connsiteX398" fmla="*/ 58865 w 514350"/>
                <a:gd name="connsiteY398" fmla="*/ 101155 h 485775"/>
                <a:gd name="connsiteX399" fmla="*/ 57531 w 514350"/>
                <a:gd name="connsiteY399" fmla="*/ 101917 h 485775"/>
                <a:gd name="connsiteX400" fmla="*/ 57055 w 514350"/>
                <a:gd name="connsiteY400" fmla="*/ 102584 h 485775"/>
                <a:gd name="connsiteX401" fmla="*/ 57055 w 514350"/>
                <a:gd name="connsiteY401" fmla="*/ 103537 h 485775"/>
                <a:gd name="connsiteX402" fmla="*/ 57817 w 514350"/>
                <a:gd name="connsiteY402" fmla="*/ 105632 h 485775"/>
                <a:gd name="connsiteX403" fmla="*/ 58103 w 514350"/>
                <a:gd name="connsiteY403" fmla="*/ 106871 h 485775"/>
                <a:gd name="connsiteX404" fmla="*/ 58293 w 514350"/>
                <a:gd name="connsiteY404" fmla="*/ 108013 h 485775"/>
                <a:gd name="connsiteX405" fmla="*/ 58293 w 514350"/>
                <a:gd name="connsiteY405" fmla="*/ 109157 h 485775"/>
                <a:gd name="connsiteX406" fmla="*/ 58484 w 514350"/>
                <a:gd name="connsiteY406" fmla="*/ 109919 h 485775"/>
                <a:gd name="connsiteX407" fmla="*/ 58674 w 514350"/>
                <a:gd name="connsiteY407" fmla="*/ 110395 h 485775"/>
                <a:gd name="connsiteX408" fmla="*/ 59055 w 514350"/>
                <a:gd name="connsiteY408" fmla="*/ 110776 h 485775"/>
                <a:gd name="connsiteX409" fmla="*/ 59912 w 514350"/>
                <a:gd name="connsiteY409" fmla="*/ 110871 h 485775"/>
                <a:gd name="connsiteX410" fmla="*/ 61341 w 514350"/>
                <a:gd name="connsiteY410" fmla="*/ 110585 h 485775"/>
                <a:gd name="connsiteX411" fmla="*/ 62008 w 514350"/>
                <a:gd name="connsiteY411" fmla="*/ 110680 h 485775"/>
                <a:gd name="connsiteX412" fmla="*/ 62579 w 514350"/>
                <a:gd name="connsiteY412" fmla="*/ 111062 h 485775"/>
                <a:gd name="connsiteX413" fmla="*/ 63056 w 514350"/>
                <a:gd name="connsiteY413" fmla="*/ 111728 h 485775"/>
                <a:gd name="connsiteX414" fmla="*/ 63151 w 514350"/>
                <a:gd name="connsiteY414" fmla="*/ 112300 h 485775"/>
                <a:gd name="connsiteX415" fmla="*/ 63056 w 514350"/>
                <a:gd name="connsiteY415" fmla="*/ 113443 h 485775"/>
                <a:gd name="connsiteX416" fmla="*/ 63151 w 514350"/>
                <a:gd name="connsiteY416" fmla="*/ 114014 h 485775"/>
                <a:gd name="connsiteX417" fmla="*/ 63437 w 514350"/>
                <a:gd name="connsiteY417" fmla="*/ 114491 h 485775"/>
                <a:gd name="connsiteX418" fmla="*/ 64103 w 514350"/>
                <a:gd name="connsiteY418" fmla="*/ 114967 h 485775"/>
                <a:gd name="connsiteX419" fmla="*/ 64770 w 514350"/>
                <a:gd name="connsiteY419" fmla="*/ 115157 h 485775"/>
                <a:gd name="connsiteX420" fmla="*/ 65627 w 514350"/>
                <a:gd name="connsiteY420" fmla="*/ 115062 h 485775"/>
                <a:gd name="connsiteX421" fmla="*/ 66485 w 514350"/>
                <a:gd name="connsiteY421" fmla="*/ 115062 h 485775"/>
                <a:gd name="connsiteX422" fmla="*/ 67056 w 514350"/>
                <a:gd name="connsiteY422" fmla="*/ 115538 h 485775"/>
                <a:gd name="connsiteX423" fmla="*/ 67342 w 514350"/>
                <a:gd name="connsiteY423" fmla="*/ 116586 h 485775"/>
                <a:gd name="connsiteX424" fmla="*/ 67151 w 514350"/>
                <a:gd name="connsiteY424" fmla="*/ 118110 h 485775"/>
                <a:gd name="connsiteX425" fmla="*/ 67247 w 514350"/>
                <a:gd name="connsiteY425" fmla="*/ 119348 h 485775"/>
                <a:gd name="connsiteX426" fmla="*/ 67437 w 514350"/>
                <a:gd name="connsiteY426" fmla="*/ 120205 h 485775"/>
                <a:gd name="connsiteX427" fmla="*/ 68866 w 514350"/>
                <a:gd name="connsiteY427" fmla="*/ 121634 h 485775"/>
                <a:gd name="connsiteX428" fmla="*/ 73724 w 514350"/>
                <a:gd name="connsiteY428" fmla="*/ 125158 h 485775"/>
                <a:gd name="connsiteX429" fmla="*/ 74486 w 514350"/>
                <a:gd name="connsiteY429" fmla="*/ 125921 h 485775"/>
                <a:gd name="connsiteX430" fmla="*/ 75343 w 514350"/>
                <a:gd name="connsiteY430" fmla="*/ 126968 h 485775"/>
                <a:gd name="connsiteX431" fmla="*/ 75533 w 514350"/>
                <a:gd name="connsiteY431" fmla="*/ 127730 h 485775"/>
                <a:gd name="connsiteX432" fmla="*/ 75533 w 514350"/>
                <a:gd name="connsiteY432" fmla="*/ 129159 h 485775"/>
                <a:gd name="connsiteX433" fmla="*/ 74771 w 514350"/>
                <a:gd name="connsiteY433" fmla="*/ 129540 h 485775"/>
                <a:gd name="connsiteX434" fmla="*/ 72485 w 514350"/>
                <a:gd name="connsiteY434" fmla="*/ 130302 h 485775"/>
                <a:gd name="connsiteX435" fmla="*/ 71057 w 514350"/>
                <a:gd name="connsiteY435" fmla="*/ 130207 h 485775"/>
                <a:gd name="connsiteX436" fmla="*/ 70009 w 514350"/>
                <a:gd name="connsiteY436" fmla="*/ 130778 h 485775"/>
                <a:gd name="connsiteX437" fmla="*/ 68390 w 514350"/>
                <a:gd name="connsiteY437" fmla="*/ 131731 h 485775"/>
                <a:gd name="connsiteX438" fmla="*/ 67056 w 514350"/>
                <a:gd name="connsiteY438" fmla="*/ 132302 h 485775"/>
                <a:gd name="connsiteX439" fmla="*/ 66104 w 514350"/>
                <a:gd name="connsiteY439" fmla="*/ 133731 h 485775"/>
                <a:gd name="connsiteX440" fmla="*/ 64865 w 514350"/>
                <a:gd name="connsiteY440" fmla="*/ 135922 h 485775"/>
                <a:gd name="connsiteX441" fmla="*/ 61341 w 514350"/>
                <a:gd name="connsiteY441" fmla="*/ 143828 h 485775"/>
                <a:gd name="connsiteX442" fmla="*/ 60389 w 514350"/>
                <a:gd name="connsiteY442" fmla="*/ 145256 h 485775"/>
                <a:gd name="connsiteX443" fmla="*/ 59722 w 514350"/>
                <a:gd name="connsiteY443" fmla="*/ 145351 h 485775"/>
                <a:gd name="connsiteX444" fmla="*/ 59150 w 514350"/>
                <a:gd name="connsiteY444" fmla="*/ 145351 h 485775"/>
                <a:gd name="connsiteX445" fmla="*/ 56388 w 514350"/>
                <a:gd name="connsiteY445" fmla="*/ 145066 h 485775"/>
                <a:gd name="connsiteX446" fmla="*/ 55245 w 514350"/>
                <a:gd name="connsiteY446" fmla="*/ 145161 h 485775"/>
                <a:gd name="connsiteX447" fmla="*/ 53912 w 514350"/>
                <a:gd name="connsiteY447" fmla="*/ 145637 h 485775"/>
                <a:gd name="connsiteX448" fmla="*/ 52483 w 514350"/>
                <a:gd name="connsiteY448" fmla="*/ 146971 h 485775"/>
                <a:gd name="connsiteX449" fmla="*/ 51721 w 514350"/>
                <a:gd name="connsiteY449" fmla="*/ 148209 h 485775"/>
                <a:gd name="connsiteX450" fmla="*/ 51435 w 514350"/>
                <a:gd name="connsiteY450" fmla="*/ 149447 h 485775"/>
                <a:gd name="connsiteX451" fmla="*/ 51626 w 514350"/>
                <a:gd name="connsiteY451" fmla="*/ 150686 h 485775"/>
                <a:gd name="connsiteX452" fmla="*/ 52007 w 514350"/>
                <a:gd name="connsiteY452" fmla="*/ 151733 h 485775"/>
                <a:gd name="connsiteX453" fmla="*/ 52197 w 514350"/>
                <a:gd name="connsiteY453" fmla="*/ 153257 h 485775"/>
                <a:gd name="connsiteX454" fmla="*/ 52197 w 514350"/>
                <a:gd name="connsiteY454" fmla="*/ 155067 h 485775"/>
                <a:gd name="connsiteX455" fmla="*/ 51340 w 514350"/>
                <a:gd name="connsiteY455" fmla="*/ 158115 h 485775"/>
                <a:gd name="connsiteX456" fmla="*/ 50673 w 514350"/>
                <a:gd name="connsiteY456" fmla="*/ 159734 h 485775"/>
                <a:gd name="connsiteX457" fmla="*/ 49721 w 514350"/>
                <a:gd name="connsiteY457" fmla="*/ 160877 h 485775"/>
                <a:gd name="connsiteX458" fmla="*/ 48673 w 514350"/>
                <a:gd name="connsiteY458" fmla="*/ 161544 h 485775"/>
                <a:gd name="connsiteX459" fmla="*/ 47530 w 514350"/>
                <a:gd name="connsiteY459" fmla="*/ 161830 h 485775"/>
                <a:gd name="connsiteX460" fmla="*/ 46482 w 514350"/>
                <a:gd name="connsiteY460" fmla="*/ 162020 h 485775"/>
                <a:gd name="connsiteX461" fmla="*/ 41720 w 514350"/>
                <a:gd name="connsiteY461" fmla="*/ 162401 h 485775"/>
                <a:gd name="connsiteX462" fmla="*/ 40672 w 514350"/>
                <a:gd name="connsiteY462" fmla="*/ 162687 h 485775"/>
                <a:gd name="connsiteX463" fmla="*/ 39719 w 514350"/>
                <a:gd name="connsiteY463" fmla="*/ 163163 h 485775"/>
                <a:gd name="connsiteX464" fmla="*/ 38576 w 514350"/>
                <a:gd name="connsiteY464" fmla="*/ 164116 h 485775"/>
                <a:gd name="connsiteX465" fmla="*/ 37910 w 514350"/>
                <a:gd name="connsiteY465" fmla="*/ 165163 h 485775"/>
                <a:gd name="connsiteX466" fmla="*/ 37243 w 514350"/>
                <a:gd name="connsiteY466" fmla="*/ 166497 h 485775"/>
                <a:gd name="connsiteX467" fmla="*/ 36671 w 514350"/>
                <a:gd name="connsiteY467" fmla="*/ 167259 h 485775"/>
                <a:gd name="connsiteX468" fmla="*/ 34766 w 514350"/>
                <a:gd name="connsiteY468" fmla="*/ 169069 h 485775"/>
                <a:gd name="connsiteX469" fmla="*/ 34290 w 514350"/>
                <a:gd name="connsiteY469" fmla="*/ 169926 h 485775"/>
                <a:gd name="connsiteX470" fmla="*/ 34671 w 514350"/>
                <a:gd name="connsiteY470" fmla="*/ 170879 h 485775"/>
                <a:gd name="connsiteX471" fmla="*/ 34862 w 514350"/>
                <a:gd name="connsiteY471" fmla="*/ 171545 h 485775"/>
                <a:gd name="connsiteX472" fmla="*/ 34576 w 514350"/>
                <a:gd name="connsiteY472" fmla="*/ 172593 h 485775"/>
                <a:gd name="connsiteX473" fmla="*/ 34004 w 514350"/>
                <a:gd name="connsiteY473" fmla="*/ 173355 h 485775"/>
                <a:gd name="connsiteX474" fmla="*/ 33719 w 514350"/>
                <a:gd name="connsiteY474" fmla="*/ 174307 h 485775"/>
                <a:gd name="connsiteX475" fmla="*/ 33528 w 514350"/>
                <a:gd name="connsiteY475" fmla="*/ 176974 h 485775"/>
                <a:gd name="connsiteX476" fmla="*/ 33052 w 514350"/>
                <a:gd name="connsiteY476" fmla="*/ 178879 h 485775"/>
                <a:gd name="connsiteX477" fmla="*/ 32290 w 514350"/>
                <a:gd name="connsiteY477" fmla="*/ 180118 h 485775"/>
                <a:gd name="connsiteX478" fmla="*/ 31337 w 514350"/>
                <a:gd name="connsiteY478" fmla="*/ 180975 h 485775"/>
                <a:gd name="connsiteX479" fmla="*/ 30194 w 514350"/>
                <a:gd name="connsiteY479" fmla="*/ 181737 h 485775"/>
                <a:gd name="connsiteX480" fmla="*/ 28956 w 514350"/>
                <a:gd name="connsiteY480" fmla="*/ 182785 h 485775"/>
                <a:gd name="connsiteX481" fmla="*/ 28385 w 514350"/>
                <a:gd name="connsiteY481" fmla="*/ 183452 h 485775"/>
                <a:gd name="connsiteX482" fmla="*/ 28289 w 514350"/>
                <a:gd name="connsiteY482" fmla="*/ 184404 h 485775"/>
                <a:gd name="connsiteX483" fmla="*/ 33433 w 514350"/>
                <a:gd name="connsiteY483" fmla="*/ 188023 h 485775"/>
                <a:gd name="connsiteX484" fmla="*/ 34004 w 514350"/>
                <a:gd name="connsiteY484" fmla="*/ 188786 h 485775"/>
                <a:gd name="connsiteX485" fmla="*/ 34671 w 514350"/>
                <a:gd name="connsiteY485" fmla="*/ 189833 h 485775"/>
                <a:gd name="connsiteX486" fmla="*/ 34576 w 514350"/>
                <a:gd name="connsiteY486" fmla="*/ 190690 h 485775"/>
                <a:gd name="connsiteX487" fmla="*/ 33814 w 514350"/>
                <a:gd name="connsiteY487" fmla="*/ 193357 h 485775"/>
                <a:gd name="connsiteX488" fmla="*/ 37529 w 514350"/>
                <a:gd name="connsiteY488" fmla="*/ 195358 h 485775"/>
                <a:gd name="connsiteX489" fmla="*/ 37624 w 514350"/>
                <a:gd name="connsiteY489" fmla="*/ 196215 h 485775"/>
                <a:gd name="connsiteX490" fmla="*/ 37433 w 514350"/>
                <a:gd name="connsiteY490" fmla="*/ 197453 h 485775"/>
                <a:gd name="connsiteX491" fmla="*/ 36671 w 514350"/>
                <a:gd name="connsiteY491" fmla="*/ 198977 h 485775"/>
                <a:gd name="connsiteX492" fmla="*/ 36100 w 514350"/>
                <a:gd name="connsiteY492" fmla="*/ 200501 h 485775"/>
                <a:gd name="connsiteX493" fmla="*/ 35814 w 514350"/>
                <a:gd name="connsiteY493" fmla="*/ 202406 h 485775"/>
                <a:gd name="connsiteX494" fmla="*/ 36005 w 514350"/>
                <a:gd name="connsiteY494" fmla="*/ 203645 h 485775"/>
                <a:gd name="connsiteX495" fmla="*/ 38386 w 514350"/>
                <a:gd name="connsiteY495" fmla="*/ 209455 h 485775"/>
                <a:gd name="connsiteX496" fmla="*/ 39624 w 514350"/>
                <a:gd name="connsiteY496" fmla="*/ 215551 h 485775"/>
                <a:gd name="connsiteX497" fmla="*/ 39529 w 514350"/>
                <a:gd name="connsiteY497" fmla="*/ 216789 h 485775"/>
                <a:gd name="connsiteX498" fmla="*/ 39053 w 514350"/>
                <a:gd name="connsiteY498" fmla="*/ 217265 h 485775"/>
                <a:gd name="connsiteX499" fmla="*/ 38481 w 514350"/>
                <a:gd name="connsiteY499" fmla="*/ 217646 h 485775"/>
                <a:gd name="connsiteX500" fmla="*/ 37814 w 514350"/>
                <a:gd name="connsiteY500" fmla="*/ 217837 h 485775"/>
                <a:gd name="connsiteX501" fmla="*/ 36290 w 514350"/>
                <a:gd name="connsiteY501" fmla="*/ 218122 h 485775"/>
                <a:gd name="connsiteX502" fmla="*/ 35528 w 514350"/>
                <a:gd name="connsiteY502" fmla="*/ 218504 h 485775"/>
                <a:gd name="connsiteX503" fmla="*/ 34957 w 514350"/>
                <a:gd name="connsiteY503" fmla="*/ 219170 h 485775"/>
                <a:gd name="connsiteX504" fmla="*/ 34576 w 514350"/>
                <a:gd name="connsiteY504" fmla="*/ 220313 h 485775"/>
                <a:gd name="connsiteX505" fmla="*/ 34766 w 514350"/>
                <a:gd name="connsiteY505" fmla="*/ 221266 h 485775"/>
                <a:gd name="connsiteX506" fmla="*/ 35243 w 514350"/>
                <a:gd name="connsiteY506" fmla="*/ 222123 h 485775"/>
                <a:gd name="connsiteX507" fmla="*/ 38862 w 514350"/>
                <a:gd name="connsiteY507" fmla="*/ 225362 h 485775"/>
                <a:gd name="connsiteX508" fmla="*/ 39910 w 514350"/>
                <a:gd name="connsiteY508" fmla="*/ 226695 h 485775"/>
                <a:gd name="connsiteX509" fmla="*/ 40767 w 514350"/>
                <a:gd name="connsiteY509" fmla="*/ 228695 h 485775"/>
                <a:gd name="connsiteX510" fmla="*/ 41910 w 514350"/>
                <a:gd name="connsiteY510" fmla="*/ 232315 h 485775"/>
                <a:gd name="connsiteX511" fmla="*/ 42482 w 514350"/>
                <a:gd name="connsiteY511" fmla="*/ 235934 h 485775"/>
                <a:gd name="connsiteX512" fmla="*/ 42577 w 514350"/>
                <a:gd name="connsiteY512" fmla="*/ 237744 h 485775"/>
                <a:gd name="connsiteX513" fmla="*/ 42291 w 514350"/>
                <a:gd name="connsiteY513" fmla="*/ 238982 h 485775"/>
                <a:gd name="connsiteX514" fmla="*/ 41815 w 514350"/>
                <a:gd name="connsiteY514" fmla="*/ 239744 h 485775"/>
                <a:gd name="connsiteX515" fmla="*/ 34766 w 514350"/>
                <a:gd name="connsiteY515" fmla="*/ 246507 h 485775"/>
                <a:gd name="connsiteX516" fmla="*/ 33719 w 514350"/>
                <a:gd name="connsiteY516" fmla="*/ 247364 h 485775"/>
                <a:gd name="connsiteX517" fmla="*/ 32576 w 514350"/>
                <a:gd name="connsiteY517" fmla="*/ 247936 h 485775"/>
                <a:gd name="connsiteX518" fmla="*/ 31433 w 514350"/>
                <a:gd name="connsiteY518" fmla="*/ 248317 h 485775"/>
                <a:gd name="connsiteX519" fmla="*/ 30671 w 514350"/>
                <a:gd name="connsiteY519" fmla="*/ 248698 h 485775"/>
                <a:gd name="connsiteX520" fmla="*/ 29813 w 514350"/>
                <a:gd name="connsiteY520" fmla="*/ 249460 h 485775"/>
                <a:gd name="connsiteX521" fmla="*/ 28861 w 514350"/>
                <a:gd name="connsiteY521" fmla="*/ 250793 h 485775"/>
                <a:gd name="connsiteX522" fmla="*/ 28194 w 514350"/>
                <a:gd name="connsiteY522" fmla="*/ 252317 h 485775"/>
                <a:gd name="connsiteX523" fmla="*/ 28004 w 514350"/>
                <a:gd name="connsiteY523" fmla="*/ 253079 h 485775"/>
                <a:gd name="connsiteX524" fmla="*/ 28004 w 514350"/>
                <a:gd name="connsiteY524" fmla="*/ 253555 h 485775"/>
                <a:gd name="connsiteX525" fmla="*/ 28194 w 514350"/>
                <a:gd name="connsiteY525" fmla="*/ 253841 h 485775"/>
                <a:gd name="connsiteX526" fmla="*/ 28670 w 514350"/>
                <a:gd name="connsiteY526" fmla="*/ 254413 h 485775"/>
                <a:gd name="connsiteX527" fmla="*/ 30194 w 514350"/>
                <a:gd name="connsiteY527" fmla="*/ 255746 h 485775"/>
                <a:gd name="connsiteX528" fmla="*/ 30956 w 514350"/>
                <a:gd name="connsiteY528" fmla="*/ 256604 h 485775"/>
                <a:gd name="connsiteX529" fmla="*/ 31528 w 514350"/>
                <a:gd name="connsiteY529" fmla="*/ 257746 h 485775"/>
                <a:gd name="connsiteX530" fmla="*/ 31814 w 514350"/>
                <a:gd name="connsiteY530" fmla="*/ 259461 h 485775"/>
                <a:gd name="connsiteX531" fmla="*/ 31528 w 514350"/>
                <a:gd name="connsiteY531" fmla="*/ 260604 h 485775"/>
                <a:gd name="connsiteX532" fmla="*/ 30861 w 514350"/>
                <a:gd name="connsiteY532" fmla="*/ 261556 h 485775"/>
                <a:gd name="connsiteX533" fmla="*/ 29813 w 514350"/>
                <a:gd name="connsiteY533" fmla="*/ 262223 h 485775"/>
                <a:gd name="connsiteX534" fmla="*/ 25718 w 514350"/>
                <a:gd name="connsiteY534" fmla="*/ 263938 h 485775"/>
                <a:gd name="connsiteX535" fmla="*/ 24575 w 514350"/>
                <a:gd name="connsiteY535" fmla="*/ 264700 h 485775"/>
                <a:gd name="connsiteX536" fmla="*/ 23717 w 514350"/>
                <a:gd name="connsiteY536" fmla="*/ 265462 h 485775"/>
                <a:gd name="connsiteX537" fmla="*/ 22479 w 514350"/>
                <a:gd name="connsiteY537" fmla="*/ 268414 h 485775"/>
                <a:gd name="connsiteX538" fmla="*/ 19145 w 514350"/>
                <a:gd name="connsiteY538" fmla="*/ 272891 h 485775"/>
                <a:gd name="connsiteX539" fmla="*/ 17717 w 514350"/>
                <a:gd name="connsiteY539" fmla="*/ 275463 h 485775"/>
                <a:gd name="connsiteX540" fmla="*/ 19050 w 514350"/>
                <a:gd name="connsiteY540" fmla="*/ 277749 h 485775"/>
                <a:gd name="connsiteX541" fmla="*/ 22955 w 514350"/>
                <a:gd name="connsiteY541" fmla="*/ 279368 h 485775"/>
                <a:gd name="connsiteX542" fmla="*/ 24479 w 514350"/>
                <a:gd name="connsiteY542" fmla="*/ 280226 h 485775"/>
                <a:gd name="connsiteX543" fmla="*/ 26194 w 514350"/>
                <a:gd name="connsiteY543" fmla="*/ 281464 h 485775"/>
                <a:gd name="connsiteX544" fmla="*/ 27146 w 514350"/>
                <a:gd name="connsiteY544" fmla="*/ 281940 h 485775"/>
                <a:gd name="connsiteX545" fmla="*/ 28385 w 514350"/>
                <a:gd name="connsiteY545" fmla="*/ 282130 h 485775"/>
                <a:gd name="connsiteX546" fmla="*/ 29718 w 514350"/>
                <a:gd name="connsiteY546" fmla="*/ 282035 h 485775"/>
                <a:gd name="connsiteX547" fmla="*/ 32099 w 514350"/>
                <a:gd name="connsiteY547" fmla="*/ 282416 h 485775"/>
                <a:gd name="connsiteX548" fmla="*/ 33623 w 514350"/>
                <a:gd name="connsiteY548" fmla="*/ 282321 h 485775"/>
                <a:gd name="connsiteX549" fmla="*/ 37433 w 514350"/>
                <a:gd name="connsiteY549" fmla="*/ 281749 h 485775"/>
                <a:gd name="connsiteX550" fmla="*/ 38195 w 514350"/>
                <a:gd name="connsiteY550" fmla="*/ 284797 h 485775"/>
                <a:gd name="connsiteX551" fmla="*/ 38672 w 514350"/>
                <a:gd name="connsiteY551" fmla="*/ 285274 h 485775"/>
                <a:gd name="connsiteX552" fmla="*/ 39434 w 514350"/>
                <a:gd name="connsiteY552" fmla="*/ 285655 h 485775"/>
                <a:gd name="connsiteX553" fmla="*/ 40481 w 514350"/>
                <a:gd name="connsiteY553" fmla="*/ 285464 h 485775"/>
                <a:gd name="connsiteX554" fmla="*/ 41815 w 514350"/>
                <a:gd name="connsiteY554" fmla="*/ 284893 h 485775"/>
                <a:gd name="connsiteX555" fmla="*/ 44387 w 514350"/>
                <a:gd name="connsiteY555" fmla="*/ 283369 h 485775"/>
                <a:gd name="connsiteX556" fmla="*/ 45815 w 514350"/>
                <a:gd name="connsiteY556" fmla="*/ 282607 h 485775"/>
                <a:gd name="connsiteX557" fmla="*/ 48101 w 514350"/>
                <a:gd name="connsiteY557" fmla="*/ 282035 h 485775"/>
                <a:gd name="connsiteX558" fmla="*/ 49054 w 514350"/>
                <a:gd name="connsiteY558" fmla="*/ 282321 h 485775"/>
                <a:gd name="connsiteX559" fmla="*/ 49435 w 514350"/>
                <a:gd name="connsiteY559" fmla="*/ 283178 h 485775"/>
                <a:gd name="connsiteX560" fmla="*/ 48959 w 514350"/>
                <a:gd name="connsiteY560" fmla="*/ 284702 h 485775"/>
                <a:gd name="connsiteX561" fmla="*/ 45625 w 514350"/>
                <a:gd name="connsiteY561" fmla="*/ 291274 h 485775"/>
                <a:gd name="connsiteX562" fmla="*/ 45434 w 514350"/>
                <a:gd name="connsiteY562" fmla="*/ 291465 h 485775"/>
                <a:gd name="connsiteX563" fmla="*/ 45053 w 514350"/>
                <a:gd name="connsiteY563" fmla="*/ 291655 h 485775"/>
                <a:gd name="connsiteX564" fmla="*/ 39434 w 514350"/>
                <a:gd name="connsiteY564" fmla="*/ 292894 h 485775"/>
                <a:gd name="connsiteX565" fmla="*/ 38291 w 514350"/>
                <a:gd name="connsiteY565" fmla="*/ 293561 h 485775"/>
                <a:gd name="connsiteX566" fmla="*/ 37338 w 514350"/>
                <a:gd name="connsiteY566" fmla="*/ 294704 h 485775"/>
                <a:gd name="connsiteX567" fmla="*/ 36957 w 514350"/>
                <a:gd name="connsiteY567" fmla="*/ 296704 h 485775"/>
                <a:gd name="connsiteX568" fmla="*/ 36100 w 514350"/>
                <a:gd name="connsiteY568" fmla="*/ 297942 h 485775"/>
                <a:gd name="connsiteX569" fmla="*/ 34957 w 514350"/>
                <a:gd name="connsiteY569" fmla="*/ 298799 h 485775"/>
                <a:gd name="connsiteX570" fmla="*/ 33528 w 514350"/>
                <a:gd name="connsiteY570" fmla="*/ 299085 h 485775"/>
                <a:gd name="connsiteX571" fmla="*/ 32099 w 514350"/>
                <a:gd name="connsiteY571" fmla="*/ 299180 h 485775"/>
                <a:gd name="connsiteX572" fmla="*/ 30861 w 514350"/>
                <a:gd name="connsiteY572" fmla="*/ 299752 h 485775"/>
                <a:gd name="connsiteX573" fmla="*/ 29813 w 514350"/>
                <a:gd name="connsiteY573" fmla="*/ 301085 h 485775"/>
                <a:gd name="connsiteX574" fmla="*/ 28861 w 514350"/>
                <a:gd name="connsiteY574" fmla="*/ 303847 h 485775"/>
                <a:gd name="connsiteX575" fmla="*/ 27527 w 514350"/>
                <a:gd name="connsiteY575" fmla="*/ 306514 h 485775"/>
                <a:gd name="connsiteX576" fmla="*/ 13430 w 514350"/>
                <a:gd name="connsiteY576" fmla="*/ 324898 h 485775"/>
                <a:gd name="connsiteX577" fmla="*/ 12383 w 514350"/>
                <a:gd name="connsiteY577" fmla="*/ 328327 h 485775"/>
                <a:gd name="connsiteX578" fmla="*/ 12573 w 514350"/>
                <a:gd name="connsiteY578" fmla="*/ 329946 h 485775"/>
                <a:gd name="connsiteX579" fmla="*/ 12954 w 514350"/>
                <a:gd name="connsiteY579" fmla="*/ 331280 h 485775"/>
                <a:gd name="connsiteX580" fmla="*/ 13907 w 514350"/>
                <a:gd name="connsiteY580" fmla="*/ 332232 h 485775"/>
                <a:gd name="connsiteX581" fmla="*/ 14954 w 514350"/>
                <a:gd name="connsiteY581" fmla="*/ 332708 h 485775"/>
                <a:gd name="connsiteX582" fmla="*/ 17145 w 514350"/>
                <a:gd name="connsiteY582" fmla="*/ 333280 h 485775"/>
                <a:gd name="connsiteX583" fmla="*/ 18193 w 514350"/>
                <a:gd name="connsiteY583" fmla="*/ 333756 h 485775"/>
                <a:gd name="connsiteX584" fmla="*/ 19336 w 514350"/>
                <a:gd name="connsiteY584" fmla="*/ 334518 h 485775"/>
                <a:gd name="connsiteX585" fmla="*/ 19717 w 514350"/>
                <a:gd name="connsiteY585" fmla="*/ 335280 h 485775"/>
                <a:gd name="connsiteX586" fmla="*/ 20288 w 514350"/>
                <a:gd name="connsiteY586" fmla="*/ 340043 h 485775"/>
                <a:gd name="connsiteX587" fmla="*/ 21146 w 514350"/>
                <a:gd name="connsiteY587" fmla="*/ 341947 h 485775"/>
                <a:gd name="connsiteX588" fmla="*/ 23908 w 514350"/>
                <a:gd name="connsiteY588" fmla="*/ 346615 h 485775"/>
                <a:gd name="connsiteX589" fmla="*/ 24194 w 514350"/>
                <a:gd name="connsiteY589" fmla="*/ 348615 h 485775"/>
                <a:gd name="connsiteX590" fmla="*/ 23813 w 514350"/>
                <a:gd name="connsiteY590" fmla="*/ 350330 h 485775"/>
                <a:gd name="connsiteX591" fmla="*/ 22289 w 514350"/>
                <a:gd name="connsiteY591" fmla="*/ 352615 h 485775"/>
                <a:gd name="connsiteX592" fmla="*/ 21241 w 514350"/>
                <a:gd name="connsiteY592" fmla="*/ 354806 h 485775"/>
                <a:gd name="connsiteX593" fmla="*/ 20574 w 514350"/>
                <a:gd name="connsiteY593" fmla="*/ 357188 h 485775"/>
                <a:gd name="connsiteX594" fmla="*/ 20288 w 514350"/>
                <a:gd name="connsiteY594" fmla="*/ 359569 h 485775"/>
                <a:gd name="connsiteX595" fmla="*/ 20384 w 514350"/>
                <a:gd name="connsiteY595" fmla="*/ 374332 h 485775"/>
                <a:gd name="connsiteX596" fmla="*/ 20098 w 514350"/>
                <a:gd name="connsiteY596" fmla="*/ 375856 h 485775"/>
                <a:gd name="connsiteX597" fmla="*/ 19241 w 514350"/>
                <a:gd name="connsiteY597" fmla="*/ 376428 h 485775"/>
                <a:gd name="connsiteX598" fmla="*/ 18574 w 514350"/>
                <a:gd name="connsiteY598" fmla="*/ 377095 h 485775"/>
                <a:gd name="connsiteX599" fmla="*/ 18098 w 514350"/>
                <a:gd name="connsiteY599" fmla="*/ 378333 h 485775"/>
                <a:gd name="connsiteX600" fmla="*/ 17526 w 514350"/>
                <a:gd name="connsiteY600" fmla="*/ 383286 h 485775"/>
                <a:gd name="connsiteX601" fmla="*/ 17526 w 514350"/>
                <a:gd name="connsiteY601" fmla="*/ 384715 h 485775"/>
                <a:gd name="connsiteX602" fmla="*/ 17717 w 514350"/>
                <a:gd name="connsiteY602" fmla="*/ 385381 h 485775"/>
                <a:gd name="connsiteX603" fmla="*/ 18193 w 514350"/>
                <a:gd name="connsiteY603" fmla="*/ 385763 h 485775"/>
                <a:gd name="connsiteX604" fmla="*/ 20479 w 514350"/>
                <a:gd name="connsiteY604" fmla="*/ 387191 h 485775"/>
                <a:gd name="connsiteX605" fmla="*/ 21527 w 514350"/>
                <a:gd name="connsiteY605" fmla="*/ 388334 h 485775"/>
                <a:gd name="connsiteX606" fmla="*/ 21622 w 514350"/>
                <a:gd name="connsiteY606" fmla="*/ 389096 h 485775"/>
                <a:gd name="connsiteX607" fmla="*/ 21146 w 514350"/>
                <a:gd name="connsiteY607" fmla="*/ 389763 h 485775"/>
                <a:gd name="connsiteX608" fmla="*/ 19241 w 514350"/>
                <a:gd name="connsiteY608" fmla="*/ 391382 h 485775"/>
                <a:gd name="connsiteX609" fmla="*/ 18383 w 514350"/>
                <a:gd name="connsiteY609" fmla="*/ 392239 h 485775"/>
                <a:gd name="connsiteX610" fmla="*/ 17717 w 514350"/>
                <a:gd name="connsiteY610" fmla="*/ 393573 h 485775"/>
                <a:gd name="connsiteX611" fmla="*/ 17717 w 514350"/>
                <a:gd name="connsiteY611" fmla="*/ 394145 h 485775"/>
                <a:gd name="connsiteX612" fmla="*/ 18002 w 514350"/>
                <a:gd name="connsiteY612" fmla="*/ 394240 h 485775"/>
                <a:gd name="connsiteX613" fmla="*/ 19241 w 514350"/>
                <a:gd name="connsiteY613" fmla="*/ 393859 h 485775"/>
                <a:gd name="connsiteX614" fmla="*/ 20098 w 514350"/>
                <a:gd name="connsiteY614" fmla="*/ 393668 h 485775"/>
                <a:gd name="connsiteX615" fmla="*/ 20860 w 514350"/>
                <a:gd name="connsiteY615" fmla="*/ 393859 h 485775"/>
                <a:gd name="connsiteX616" fmla="*/ 21622 w 514350"/>
                <a:gd name="connsiteY616" fmla="*/ 394430 h 485775"/>
                <a:gd name="connsiteX617" fmla="*/ 21717 w 514350"/>
                <a:gd name="connsiteY617" fmla="*/ 395002 h 485775"/>
                <a:gd name="connsiteX618" fmla="*/ 21527 w 514350"/>
                <a:gd name="connsiteY618" fmla="*/ 395954 h 485775"/>
                <a:gd name="connsiteX619" fmla="*/ 20955 w 514350"/>
                <a:gd name="connsiteY619" fmla="*/ 397288 h 485775"/>
                <a:gd name="connsiteX620" fmla="*/ 20479 w 514350"/>
                <a:gd name="connsiteY620" fmla="*/ 399288 h 485775"/>
                <a:gd name="connsiteX621" fmla="*/ 20098 w 514350"/>
                <a:gd name="connsiteY621" fmla="*/ 400717 h 485775"/>
                <a:gd name="connsiteX622" fmla="*/ 19526 w 514350"/>
                <a:gd name="connsiteY622" fmla="*/ 401669 h 485775"/>
                <a:gd name="connsiteX623" fmla="*/ 18479 w 514350"/>
                <a:gd name="connsiteY623" fmla="*/ 402336 h 485775"/>
                <a:gd name="connsiteX624" fmla="*/ 16097 w 514350"/>
                <a:gd name="connsiteY624" fmla="*/ 403384 h 485775"/>
                <a:gd name="connsiteX625" fmla="*/ 15240 w 514350"/>
                <a:gd name="connsiteY625" fmla="*/ 404051 h 485775"/>
                <a:gd name="connsiteX626" fmla="*/ 14573 w 514350"/>
                <a:gd name="connsiteY626" fmla="*/ 405194 h 485775"/>
                <a:gd name="connsiteX627" fmla="*/ 14478 w 514350"/>
                <a:gd name="connsiteY627" fmla="*/ 406813 h 485775"/>
                <a:gd name="connsiteX628" fmla="*/ 13907 w 514350"/>
                <a:gd name="connsiteY628" fmla="*/ 408051 h 485775"/>
                <a:gd name="connsiteX629" fmla="*/ 13049 w 514350"/>
                <a:gd name="connsiteY629" fmla="*/ 409004 h 485775"/>
                <a:gd name="connsiteX630" fmla="*/ 10097 w 514350"/>
                <a:gd name="connsiteY630" fmla="*/ 410718 h 485775"/>
                <a:gd name="connsiteX631" fmla="*/ 6191 w 514350"/>
                <a:gd name="connsiteY631" fmla="*/ 413671 h 485775"/>
                <a:gd name="connsiteX632" fmla="*/ 1810 w 514350"/>
                <a:gd name="connsiteY632" fmla="*/ 416147 h 485775"/>
                <a:gd name="connsiteX633" fmla="*/ 286 w 514350"/>
                <a:gd name="connsiteY633" fmla="*/ 417386 h 485775"/>
                <a:gd name="connsiteX634" fmla="*/ 0 w 514350"/>
                <a:gd name="connsiteY634" fmla="*/ 418052 h 485775"/>
                <a:gd name="connsiteX635" fmla="*/ 3143 w 514350"/>
                <a:gd name="connsiteY635" fmla="*/ 422148 h 485775"/>
                <a:gd name="connsiteX636" fmla="*/ 4191 w 514350"/>
                <a:gd name="connsiteY636" fmla="*/ 423196 h 485775"/>
                <a:gd name="connsiteX637" fmla="*/ 15716 w 514350"/>
                <a:gd name="connsiteY637" fmla="*/ 426244 h 485775"/>
                <a:gd name="connsiteX638" fmla="*/ 17621 w 514350"/>
                <a:gd name="connsiteY638" fmla="*/ 426434 h 485775"/>
                <a:gd name="connsiteX639" fmla="*/ 24860 w 514350"/>
                <a:gd name="connsiteY639" fmla="*/ 426244 h 485775"/>
                <a:gd name="connsiteX640" fmla="*/ 27146 w 514350"/>
                <a:gd name="connsiteY640" fmla="*/ 426625 h 485775"/>
                <a:gd name="connsiteX641" fmla="*/ 31814 w 514350"/>
                <a:gd name="connsiteY641" fmla="*/ 428720 h 485775"/>
                <a:gd name="connsiteX642" fmla="*/ 32385 w 514350"/>
                <a:gd name="connsiteY642" fmla="*/ 429959 h 485775"/>
                <a:gd name="connsiteX643" fmla="*/ 33433 w 514350"/>
                <a:gd name="connsiteY643" fmla="*/ 430816 h 485775"/>
                <a:gd name="connsiteX644" fmla="*/ 34004 w 514350"/>
                <a:gd name="connsiteY644" fmla="*/ 432149 h 485775"/>
                <a:gd name="connsiteX645" fmla="*/ 33909 w 514350"/>
                <a:gd name="connsiteY645" fmla="*/ 433864 h 485775"/>
                <a:gd name="connsiteX646" fmla="*/ 33338 w 514350"/>
                <a:gd name="connsiteY646" fmla="*/ 435102 h 485775"/>
                <a:gd name="connsiteX647" fmla="*/ 32576 w 514350"/>
                <a:gd name="connsiteY647" fmla="*/ 436055 h 485775"/>
                <a:gd name="connsiteX648" fmla="*/ 31528 w 514350"/>
                <a:gd name="connsiteY648" fmla="*/ 436912 h 485775"/>
                <a:gd name="connsiteX649" fmla="*/ 28099 w 514350"/>
                <a:gd name="connsiteY649" fmla="*/ 439007 h 485775"/>
                <a:gd name="connsiteX650" fmla="*/ 27527 w 514350"/>
                <a:gd name="connsiteY650" fmla="*/ 439579 h 485775"/>
                <a:gd name="connsiteX651" fmla="*/ 26860 w 514350"/>
                <a:gd name="connsiteY651" fmla="*/ 440627 h 485775"/>
                <a:gd name="connsiteX652" fmla="*/ 26670 w 514350"/>
                <a:gd name="connsiteY652" fmla="*/ 441960 h 485775"/>
                <a:gd name="connsiteX653" fmla="*/ 26860 w 514350"/>
                <a:gd name="connsiteY653" fmla="*/ 445294 h 485775"/>
                <a:gd name="connsiteX654" fmla="*/ 26575 w 514350"/>
                <a:gd name="connsiteY654" fmla="*/ 446818 h 485775"/>
                <a:gd name="connsiteX655" fmla="*/ 26099 w 514350"/>
                <a:gd name="connsiteY655" fmla="*/ 448056 h 485775"/>
                <a:gd name="connsiteX656" fmla="*/ 25718 w 514350"/>
                <a:gd name="connsiteY656" fmla="*/ 449961 h 485775"/>
                <a:gd name="connsiteX657" fmla="*/ 25527 w 514350"/>
                <a:gd name="connsiteY657" fmla="*/ 452342 h 485775"/>
                <a:gd name="connsiteX658" fmla="*/ 26194 w 514350"/>
                <a:gd name="connsiteY658" fmla="*/ 458724 h 485775"/>
                <a:gd name="connsiteX659" fmla="*/ 26194 w 514350"/>
                <a:gd name="connsiteY659" fmla="*/ 460915 h 485775"/>
                <a:gd name="connsiteX660" fmla="*/ 25813 w 514350"/>
                <a:gd name="connsiteY660" fmla="*/ 463772 h 485775"/>
                <a:gd name="connsiteX661" fmla="*/ 25718 w 514350"/>
                <a:gd name="connsiteY661" fmla="*/ 466535 h 485775"/>
                <a:gd name="connsiteX662" fmla="*/ 26099 w 514350"/>
                <a:gd name="connsiteY662" fmla="*/ 471773 h 485775"/>
                <a:gd name="connsiteX663" fmla="*/ 25622 w 514350"/>
                <a:gd name="connsiteY663" fmla="*/ 472821 h 485775"/>
                <a:gd name="connsiteX664" fmla="*/ 24956 w 514350"/>
                <a:gd name="connsiteY664" fmla="*/ 474059 h 485775"/>
                <a:gd name="connsiteX665" fmla="*/ 22955 w 514350"/>
                <a:gd name="connsiteY665" fmla="*/ 476060 h 485775"/>
                <a:gd name="connsiteX666" fmla="*/ 21812 w 514350"/>
                <a:gd name="connsiteY666" fmla="*/ 477679 h 485775"/>
                <a:gd name="connsiteX667" fmla="*/ 21812 w 514350"/>
                <a:gd name="connsiteY667" fmla="*/ 477679 h 485775"/>
                <a:gd name="connsiteX668" fmla="*/ 26670 w 514350"/>
                <a:gd name="connsiteY668" fmla="*/ 480536 h 485775"/>
                <a:gd name="connsiteX669" fmla="*/ 31718 w 514350"/>
                <a:gd name="connsiteY669" fmla="*/ 482346 h 485775"/>
                <a:gd name="connsiteX670" fmla="*/ 34100 w 514350"/>
                <a:gd name="connsiteY670" fmla="*/ 483108 h 485775"/>
                <a:gd name="connsiteX671" fmla="*/ 37243 w 514350"/>
                <a:gd name="connsiteY671" fmla="*/ 482822 h 485775"/>
                <a:gd name="connsiteX672" fmla="*/ 38195 w 514350"/>
                <a:gd name="connsiteY672" fmla="*/ 483203 h 485775"/>
                <a:gd name="connsiteX673" fmla="*/ 39338 w 514350"/>
                <a:gd name="connsiteY673" fmla="*/ 483013 h 485775"/>
                <a:gd name="connsiteX674" fmla="*/ 40196 w 514350"/>
                <a:gd name="connsiteY674" fmla="*/ 482632 h 485775"/>
                <a:gd name="connsiteX675" fmla="*/ 41053 w 514350"/>
                <a:gd name="connsiteY675" fmla="*/ 483108 h 485775"/>
                <a:gd name="connsiteX676" fmla="*/ 41624 w 514350"/>
                <a:gd name="connsiteY676" fmla="*/ 483584 h 485775"/>
                <a:gd name="connsiteX677" fmla="*/ 42482 w 514350"/>
                <a:gd name="connsiteY677" fmla="*/ 484156 h 485775"/>
                <a:gd name="connsiteX678" fmla="*/ 43148 w 514350"/>
                <a:gd name="connsiteY678" fmla="*/ 485013 h 485775"/>
                <a:gd name="connsiteX679" fmla="*/ 44101 w 514350"/>
                <a:gd name="connsiteY679" fmla="*/ 486061 h 485775"/>
                <a:gd name="connsiteX680" fmla="*/ 45053 w 514350"/>
                <a:gd name="connsiteY680" fmla="*/ 486537 h 485775"/>
                <a:gd name="connsiteX681" fmla="*/ 46292 w 514350"/>
                <a:gd name="connsiteY681" fmla="*/ 486823 h 485775"/>
                <a:gd name="connsiteX682" fmla="*/ 49149 w 514350"/>
                <a:gd name="connsiteY682" fmla="*/ 487204 h 485775"/>
                <a:gd name="connsiteX683" fmla="*/ 50197 w 514350"/>
                <a:gd name="connsiteY683" fmla="*/ 487013 h 485775"/>
                <a:gd name="connsiteX684" fmla="*/ 50959 w 514350"/>
                <a:gd name="connsiteY684" fmla="*/ 486442 h 485775"/>
                <a:gd name="connsiteX685" fmla="*/ 51911 w 514350"/>
                <a:gd name="connsiteY685" fmla="*/ 485965 h 485775"/>
                <a:gd name="connsiteX686" fmla="*/ 52864 w 514350"/>
                <a:gd name="connsiteY686" fmla="*/ 485680 h 485775"/>
                <a:gd name="connsiteX687" fmla="*/ 53912 w 514350"/>
                <a:gd name="connsiteY687" fmla="*/ 485870 h 485775"/>
                <a:gd name="connsiteX688" fmla="*/ 54674 w 514350"/>
                <a:gd name="connsiteY688" fmla="*/ 486156 h 485775"/>
                <a:gd name="connsiteX689" fmla="*/ 55531 w 514350"/>
                <a:gd name="connsiteY689" fmla="*/ 486632 h 485775"/>
                <a:gd name="connsiteX690" fmla="*/ 56769 w 514350"/>
                <a:gd name="connsiteY690" fmla="*/ 486918 h 485775"/>
                <a:gd name="connsiteX691" fmla="*/ 57912 w 514350"/>
                <a:gd name="connsiteY691" fmla="*/ 486823 h 485775"/>
                <a:gd name="connsiteX692" fmla="*/ 59150 w 514350"/>
                <a:gd name="connsiteY692" fmla="*/ 487299 h 485775"/>
                <a:gd name="connsiteX693" fmla="*/ 60103 w 514350"/>
                <a:gd name="connsiteY693" fmla="*/ 487775 h 485775"/>
                <a:gd name="connsiteX694" fmla="*/ 61341 w 514350"/>
                <a:gd name="connsiteY694" fmla="*/ 488061 h 485775"/>
                <a:gd name="connsiteX695" fmla="*/ 62484 w 514350"/>
                <a:gd name="connsiteY695" fmla="*/ 488252 h 485775"/>
                <a:gd name="connsiteX696" fmla="*/ 63627 w 514350"/>
                <a:gd name="connsiteY696" fmla="*/ 487966 h 485775"/>
                <a:gd name="connsiteX697" fmla="*/ 64580 w 514350"/>
                <a:gd name="connsiteY697" fmla="*/ 487680 h 485775"/>
                <a:gd name="connsiteX698" fmla="*/ 65532 w 514350"/>
                <a:gd name="connsiteY698" fmla="*/ 487204 h 485775"/>
                <a:gd name="connsiteX699" fmla="*/ 66485 w 514350"/>
                <a:gd name="connsiteY699" fmla="*/ 487013 h 485775"/>
                <a:gd name="connsiteX700" fmla="*/ 67151 w 514350"/>
                <a:gd name="connsiteY700" fmla="*/ 487204 h 485775"/>
                <a:gd name="connsiteX701" fmla="*/ 68390 w 514350"/>
                <a:gd name="connsiteY701" fmla="*/ 487204 h 485775"/>
                <a:gd name="connsiteX702" fmla="*/ 68961 w 514350"/>
                <a:gd name="connsiteY702" fmla="*/ 486918 h 485775"/>
                <a:gd name="connsiteX703" fmla="*/ 70295 w 514350"/>
                <a:gd name="connsiteY703" fmla="*/ 484918 h 485775"/>
                <a:gd name="connsiteX704" fmla="*/ 71342 w 514350"/>
                <a:gd name="connsiteY704" fmla="*/ 484537 h 485775"/>
                <a:gd name="connsiteX705" fmla="*/ 72676 w 514350"/>
                <a:gd name="connsiteY705" fmla="*/ 484537 h 485775"/>
                <a:gd name="connsiteX706" fmla="*/ 74962 w 514350"/>
                <a:gd name="connsiteY706" fmla="*/ 485870 h 485775"/>
                <a:gd name="connsiteX707" fmla="*/ 77343 w 514350"/>
                <a:gd name="connsiteY707" fmla="*/ 486823 h 485775"/>
                <a:gd name="connsiteX708" fmla="*/ 79153 w 514350"/>
                <a:gd name="connsiteY708" fmla="*/ 487013 h 485775"/>
                <a:gd name="connsiteX709" fmla="*/ 81344 w 514350"/>
                <a:gd name="connsiteY709" fmla="*/ 486918 h 485775"/>
                <a:gd name="connsiteX710" fmla="*/ 82487 w 514350"/>
                <a:gd name="connsiteY710" fmla="*/ 487109 h 485775"/>
                <a:gd name="connsiteX711" fmla="*/ 84868 w 514350"/>
                <a:gd name="connsiteY711" fmla="*/ 488728 h 485775"/>
                <a:gd name="connsiteX712" fmla="*/ 85820 w 514350"/>
                <a:gd name="connsiteY712" fmla="*/ 488918 h 485775"/>
                <a:gd name="connsiteX713" fmla="*/ 86392 w 514350"/>
                <a:gd name="connsiteY713" fmla="*/ 487394 h 485775"/>
                <a:gd name="connsiteX714" fmla="*/ 87344 w 514350"/>
                <a:gd name="connsiteY714" fmla="*/ 485394 h 485775"/>
                <a:gd name="connsiteX715" fmla="*/ 87630 w 514350"/>
                <a:gd name="connsiteY715" fmla="*/ 484632 h 485775"/>
                <a:gd name="connsiteX716" fmla="*/ 88392 w 514350"/>
                <a:gd name="connsiteY716" fmla="*/ 484251 h 485775"/>
                <a:gd name="connsiteX717" fmla="*/ 88964 w 514350"/>
                <a:gd name="connsiteY717" fmla="*/ 483775 h 485775"/>
                <a:gd name="connsiteX718" fmla="*/ 89821 w 514350"/>
                <a:gd name="connsiteY718" fmla="*/ 483775 h 485775"/>
                <a:gd name="connsiteX719" fmla="*/ 90202 w 514350"/>
                <a:gd name="connsiteY719" fmla="*/ 484251 h 485775"/>
                <a:gd name="connsiteX720" fmla="*/ 90297 w 514350"/>
                <a:gd name="connsiteY720" fmla="*/ 487394 h 485775"/>
                <a:gd name="connsiteX721" fmla="*/ 91250 w 514350"/>
                <a:gd name="connsiteY721" fmla="*/ 487585 h 485775"/>
                <a:gd name="connsiteX722" fmla="*/ 92393 w 514350"/>
                <a:gd name="connsiteY722" fmla="*/ 489966 h 485775"/>
                <a:gd name="connsiteX723" fmla="*/ 92964 w 514350"/>
                <a:gd name="connsiteY723" fmla="*/ 490728 h 485775"/>
                <a:gd name="connsiteX724" fmla="*/ 97346 w 514350"/>
                <a:gd name="connsiteY724" fmla="*/ 492728 h 485775"/>
                <a:gd name="connsiteX725" fmla="*/ 98298 w 514350"/>
                <a:gd name="connsiteY725" fmla="*/ 492823 h 485775"/>
                <a:gd name="connsiteX726" fmla="*/ 99441 w 514350"/>
                <a:gd name="connsiteY726" fmla="*/ 492443 h 485775"/>
                <a:gd name="connsiteX727" fmla="*/ 100298 w 514350"/>
                <a:gd name="connsiteY727" fmla="*/ 491871 h 485775"/>
                <a:gd name="connsiteX728" fmla="*/ 100203 w 514350"/>
                <a:gd name="connsiteY728" fmla="*/ 490156 h 485775"/>
                <a:gd name="connsiteX729" fmla="*/ 101537 w 514350"/>
                <a:gd name="connsiteY729" fmla="*/ 490061 h 485775"/>
                <a:gd name="connsiteX730" fmla="*/ 102775 w 514350"/>
                <a:gd name="connsiteY730" fmla="*/ 490061 h 485775"/>
                <a:gd name="connsiteX731" fmla="*/ 103061 w 514350"/>
                <a:gd name="connsiteY731" fmla="*/ 490156 h 485775"/>
                <a:gd name="connsiteX732" fmla="*/ 104680 w 514350"/>
                <a:gd name="connsiteY732" fmla="*/ 490156 h 485775"/>
                <a:gd name="connsiteX733" fmla="*/ 105061 w 514350"/>
                <a:gd name="connsiteY733" fmla="*/ 489680 h 485775"/>
                <a:gd name="connsiteX734" fmla="*/ 105347 w 514350"/>
                <a:gd name="connsiteY734" fmla="*/ 488061 h 485775"/>
                <a:gd name="connsiteX735" fmla="*/ 105728 w 514350"/>
                <a:gd name="connsiteY735" fmla="*/ 487394 h 485775"/>
                <a:gd name="connsiteX736" fmla="*/ 106299 w 514350"/>
                <a:gd name="connsiteY736" fmla="*/ 486442 h 485775"/>
                <a:gd name="connsiteX737" fmla="*/ 106585 w 514350"/>
                <a:gd name="connsiteY737" fmla="*/ 485489 h 485775"/>
                <a:gd name="connsiteX738" fmla="*/ 106299 w 514350"/>
                <a:gd name="connsiteY738" fmla="*/ 484632 h 485775"/>
                <a:gd name="connsiteX739" fmla="*/ 106394 w 514350"/>
                <a:gd name="connsiteY739" fmla="*/ 483965 h 485775"/>
                <a:gd name="connsiteX740" fmla="*/ 108299 w 514350"/>
                <a:gd name="connsiteY740" fmla="*/ 482537 h 485775"/>
                <a:gd name="connsiteX741" fmla="*/ 109347 w 514350"/>
                <a:gd name="connsiteY741" fmla="*/ 481965 h 485775"/>
                <a:gd name="connsiteX742" fmla="*/ 111919 w 514350"/>
                <a:gd name="connsiteY742" fmla="*/ 481203 h 485775"/>
                <a:gd name="connsiteX743" fmla="*/ 113062 w 514350"/>
                <a:gd name="connsiteY743" fmla="*/ 480536 h 485775"/>
                <a:gd name="connsiteX744" fmla="*/ 113633 w 514350"/>
                <a:gd name="connsiteY744" fmla="*/ 479584 h 485775"/>
                <a:gd name="connsiteX745" fmla="*/ 113824 w 514350"/>
                <a:gd name="connsiteY745" fmla="*/ 478441 h 485775"/>
                <a:gd name="connsiteX746" fmla="*/ 114205 w 514350"/>
                <a:gd name="connsiteY746" fmla="*/ 476821 h 485775"/>
                <a:gd name="connsiteX747" fmla="*/ 114300 w 514350"/>
                <a:gd name="connsiteY747" fmla="*/ 475869 h 485775"/>
                <a:gd name="connsiteX748" fmla="*/ 114586 w 514350"/>
                <a:gd name="connsiteY748" fmla="*/ 475583 h 485775"/>
                <a:gd name="connsiteX749" fmla="*/ 114776 w 514350"/>
                <a:gd name="connsiteY749" fmla="*/ 474631 h 485775"/>
                <a:gd name="connsiteX750" fmla="*/ 115634 w 514350"/>
                <a:gd name="connsiteY750" fmla="*/ 472726 h 485775"/>
                <a:gd name="connsiteX751" fmla="*/ 115443 w 514350"/>
                <a:gd name="connsiteY751" fmla="*/ 471488 h 485775"/>
                <a:gd name="connsiteX752" fmla="*/ 114681 w 514350"/>
                <a:gd name="connsiteY752" fmla="*/ 469011 h 485775"/>
                <a:gd name="connsiteX753" fmla="*/ 115253 w 514350"/>
                <a:gd name="connsiteY753" fmla="*/ 468249 h 485775"/>
                <a:gd name="connsiteX754" fmla="*/ 116586 w 514350"/>
                <a:gd name="connsiteY754" fmla="*/ 467868 h 485775"/>
                <a:gd name="connsiteX755" fmla="*/ 118110 w 514350"/>
                <a:gd name="connsiteY755" fmla="*/ 468154 h 485775"/>
                <a:gd name="connsiteX756" fmla="*/ 119348 w 514350"/>
                <a:gd name="connsiteY756" fmla="*/ 468630 h 485775"/>
                <a:gd name="connsiteX757" fmla="*/ 122111 w 514350"/>
                <a:gd name="connsiteY757" fmla="*/ 468535 h 485775"/>
                <a:gd name="connsiteX758" fmla="*/ 122968 w 514350"/>
                <a:gd name="connsiteY758" fmla="*/ 467582 h 485775"/>
                <a:gd name="connsiteX759" fmla="*/ 123825 w 514350"/>
                <a:gd name="connsiteY759" fmla="*/ 466439 h 485775"/>
                <a:gd name="connsiteX760" fmla="*/ 124873 w 514350"/>
                <a:gd name="connsiteY760" fmla="*/ 465677 h 485775"/>
                <a:gd name="connsiteX761" fmla="*/ 126397 w 514350"/>
                <a:gd name="connsiteY761" fmla="*/ 465487 h 485775"/>
                <a:gd name="connsiteX762" fmla="*/ 128302 w 514350"/>
                <a:gd name="connsiteY762" fmla="*/ 464915 h 485775"/>
                <a:gd name="connsiteX763" fmla="*/ 130016 w 514350"/>
                <a:gd name="connsiteY763" fmla="*/ 463391 h 485775"/>
                <a:gd name="connsiteX764" fmla="*/ 132398 w 514350"/>
                <a:gd name="connsiteY764" fmla="*/ 462344 h 485775"/>
                <a:gd name="connsiteX765" fmla="*/ 134207 w 514350"/>
                <a:gd name="connsiteY765" fmla="*/ 462153 h 485775"/>
                <a:gd name="connsiteX766" fmla="*/ 137636 w 514350"/>
                <a:gd name="connsiteY766" fmla="*/ 462344 h 485775"/>
                <a:gd name="connsiteX767" fmla="*/ 142780 w 514350"/>
                <a:gd name="connsiteY767" fmla="*/ 463296 h 485775"/>
                <a:gd name="connsiteX768" fmla="*/ 145733 w 514350"/>
                <a:gd name="connsiteY768" fmla="*/ 464248 h 485775"/>
                <a:gd name="connsiteX769" fmla="*/ 147161 w 514350"/>
                <a:gd name="connsiteY769" fmla="*/ 464534 h 485775"/>
                <a:gd name="connsiteX770" fmla="*/ 148781 w 514350"/>
                <a:gd name="connsiteY770" fmla="*/ 465296 h 485775"/>
                <a:gd name="connsiteX771" fmla="*/ 150114 w 514350"/>
                <a:gd name="connsiteY771" fmla="*/ 465296 h 485775"/>
                <a:gd name="connsiteX772" fmla="*/ 151067 w 514350"/>
                <a:gd name="connsiteY772" fmla="*/ 464630 h 485775"/>
                <a:gd name="connsiteX773" fmla="*/ 152114 w 514350"/>
                <a:gd name="connsiteY773" fmla="*/ 463582 h 485775"/>
                <a:gd name="connsiteX774" fmla="*/ 154019 w 514350"/>
                <a:gd name="connsiteY774" fmla="*/ 461581 h 485775"/>
                <a:gd name="connsiteX775" fmla="*/ 155258 w 514350"/>
                <a:gd name="connsiteY775" fmla="*/ 460438 h 485775"/>
                <a:gd name="connsiteX776" fmla="*/ 156782 w 514350"/>
                <a:gd name="connsiteY776" fmla="*/ 460153 h 485775"/>
                <a:gd name="connsiteX777" fmla="*/ 159068 w 514350"/>
                <a:gd name="connsiteY777" fmla="*/ 461105 h 485775"/>
                <a:gd name="connsiteX778" fmla="*/ 160211 w 514350"/>
                <a:gd name="connsiteY778" fmla="*/ 462153 h 485775"/>
                <a:gd name="connsiteX779" fmla="*/ 161544 w 514350"/>
                <a:gd name="connsiteY779" fmla="*/ 463487 h 485775"/>
                <a:gd name="connsiteX780" fmla="*/ 162782 w 514350"/>
                <a:gd name="connsiteY780" fmla="*/ 465392 h 485775"/>
                <a:gd name="connsiteX781" fmla="*/ 163544 w 514350"/>
                <a:gd name="connsiteY781" fmla="*/ 466154 h 485775"/>
                <a:gd name="connsiteX782" fmla="*/ 164878 w 514350"/>
                <a:gd name="connsiteY782" fmla="*/ 467201 h 485775"/>
                <a:gd name="connsiteX783" fmla="*/ 168021 w 514350"/>
                <a:gd name="connsiteY783" fmla="*/ 468821 h 485775"/>
                <a:gd name="connsiteX784" fmla="*/ 169355 w 514350"/>
                <a:gd name="connsiteY784" fmla="*/ 469297 h 485775"/>
                <a:gd name="connsiteX785" fmla="*/ 170879 w 514350"/>
                <a:gd name="connsiteY785" fmla="*/ 469487 h 485775"/>
                <a:gd name="connsiteX786" fmla="*/ 172593 w 514350"/>
                <a:gd name="connsiteY786" fmla="*/ 469487 h 485775"/>
                <a:gd name="connsiteX787" fmla="*/ 175069 w 514350"/>
                <a:gd name="connsiteY787" fmla="*/ 469202 h 485775"/>
                <a:gd name="connsiteX788" fmla="*/ 176784 w 514350"/>
                <a:gd name="connsiteY788" fmla="*/ 468154 h 485775"/>
                <a:gd name="connsiteX789" fmla="*/ 178880 w 514350"/>
                <a:gd name="connsiteY789" fmla="*/ 466535 h 485775"/>
                <a:gd name="connsiteX790" fmla="*/ 179546 w 514350"/>
                <a:gd name="connsiteY790" fmla="*/ 465772 h 485775"/>
                <a:gd name="connsiteX791" fmla="*/ 180404 w 514350"/>
                <a:gd name="connsiteY791" fmla="*/ 464630 h 485775"/>
                <a:gd name="connsiteX792" fmla="*/ 182118 w 514350"/>
                <a:gd name="connsiteY792" fmla="*/ 461581 h 485775"/>
                <a:gd name="connsiteX793" fmla="*/ 182499 w 514350"/>
                <a:gd name="connsiteY793" fmla="*/ 460724 h 485775"/>
                <a:gd name="connsiteX794" fmla="*/ 182594 w 514350"/>
                <a:gd name="connsiteY794" fmla="*/ 459677 h 485775"/>
                <a:gd name="connsiteX795" fmla="*/ 182309 w 514350"/>
                <a:gd name="connsiteY795" fmla="*/ 458724 h 485775"/>
                <a:gd name="connsiteX796" fmla="*/ 181832 w 514350"/>
                <a:gd name="connsiteY796" fmla="*/ 457676 h 485775"/>
                <a:gd name="connsiteX797" fmla="*/ 181547 w 514350"/>
                <a:gd name="connsiteY797" fmla="*/ 456057 h 485775"/>
                <a:gd name="connsiteX798" fmla="*/ 181451 w 514350"/>
                <a:gd name="connsiteY798" fmla="*/ 455009 h 485775"/>
                <a:gd name="connsiteX799" fmla="*/ 181642 w 514350"/>
                <a:gd name="connsiteY799" fmla="*/ 453866 h 485775"/>
                <a:gd name="connsiteX800" fmla="*/ 182309 w 514350"/>
                <a:gd name="connsiteY800" fmla="*/ 453199 h 485775"/>
                <a:gd name="connsiteX801" fmla="*/ 183261 w 514350"/>
                <a:gd name="connsiteY801" fmla="*/ 452914 h 485775"/>
                <a:gd name="connsiteX802" fmla="*/ 184404 w 514350"/>
                <a:gd name="connsiteY802" fmla="*/ 453009 h 485775"/>
                <a:gd name="connsiteX803" fmla="*/ 185166 w 514350"/>
                <a:gd name="connsiteY803" fmla="*/ 453676 h 485775"/>
                <a:gd name="connsiteX804" fmla="*/ 185547 w 514350"/>
                <a:gd name="connsiteY804" fmla="*/ 454819 h 485775"/>
                <a:gd name="connsiteX805" fmla="*/ 185738 w 514350"/>
                <a:gd name="connsiteY805" fmla="*/ 455771 h 485775"/>
                <a:gd name="connsiteX806" fmla="*/ 185928 w 514350"/>
                <a:gd name="connsiteY806" fmla="*/ 457486 h 485775"/>
                <a:gd name="connsiteX807" fmla="*/ 186309 w 514350"/>
                <a:gd name="connsiteY807" fmla="*/ 458819 h 485775"/>
                <a:gd name="connsiteX808" fmla="*/ 188214 w 514350"/>
                <a:gd name="connsiteY808" fmla="*/ 460248 h 485775"/>
                <a:gd name="connsiteX809" fmla="*/ 189643 w 514350"/>
                <a:gd name="connsiteY809" fmla="*/ 460343 h 485775"/>
                <a:gd name="connsiteX810" fmla="*/ 190690 w 514350"/>
                <a:gd name="connsiteY810" fmla="*/ 459391 h 485775"/>
                <a:gd name="connsiteX811" fmla="*/ 190976 w 514350"/>
                <a:gd name="connsiteY811" fmla="*/ 459010 h 485775"/>
                <a:gd name="connsiteX812" fmla="*/ 191452 w 514350"/>
                <a:gd name="connsiteY812" fmla="*/ 458438 h 485775"/>
                <a:gd name="connsiteX813" fmla="*/ 192024 w 514350"/>
                <a:gd name="connsiteY813" fmla="*/ 457390 h 485775"/>
                <a:gd name="connsiteX814" fmla="*/ 191834 w 514350"/>
                <a:gd name="connsiteY814" fmla="*/ 455962 h 485775"/>
                <a:gd name="connsiteX815" fmla="*/ 190119 w 514350"/>
                <a:gd name="connsiteY815" fmla="*/ 452247 h 485775"/>
                <a:gd name="connsiteX816" fmla="*/ 190119 w 514350"/>
                <a:gd name="connsiteY816" fmla="*/ 450247 h 485775"/>
                <a:gd name="connsiteX817" fmla="*/ 190405 w 514350"/>
                <a:gd name="connsiteY817" fmla="*/ 449104 h 485775"/>
                <a:gd name="connsiteX818" fmla="*/ 192405 w 514350"/>
                <a:gd name="connsiteY818" fmla="*/ 447770 h 485775"/>
                <a:gd name="connsiteX819" fmla="*/ 194215 w 514350"/>
                <a:gd name="connsiteY819" fmla="*/ 446818 h 485775"/>
                <a:gd name="connsiteX820" fmla="*/ 196310 w 514350"/>
                <a:gd name="connsiteY820" fmla="*/ 445961 h 485775"/>
                <a:gd name="connsiteX821" fmla="*/ 198501 w 514350"/>
                <a:gd name="connsiteY821" fmla="*/ 445294 h 485775"/>
                <a:gd name="connsiteX822" fmla="*/ 200120 w 514350"/>
                <a:gd name="connsiteY822" fmla="*/ 444627 h 485775"/>
                <a:gd name="connsiteX823" fmla="*/ 202216 w 514350"/>
                <a:gd name="connsiteY823" fmla="*/ 443198 h 485775"/>
                <a:gd name="connsiteX824" fmla="*/ 203359 w 514350"/>
                <a:gd name="connsiteY824" fmla="*/ 442722 h 485775"/>
                <a:gd name="connsiteX825" fmla="*/ 204597 w 514350"/>
                <a:gd name="connsiteY825" fmla="*/ 442531 h 485775"/>
                <a:gd name="connsiteX826" fmla="*/ 205931 w 514350"/>
                <a:gd name="connsiteY826" fmla="*/ 442627 h 485775"/>
                <a:gd name="connsiteX827" fmla="*/ 207264 w 514350"/>
                <a:gd name="connsiteY827" fmla="*/ 442913 h 485775"/>
                <a:gd name="connsiteX828" fmla="*/ 208883 w 514350"/>
                <a:gd name="connsiteY828" fmla="*/ 443484 h 485775"/>
                <a:gd name="connsiteX829" fmla="*/ 215170 w 514350"/>
                <a:gd name="connsiteY829" fmla="*/ 443484 h 485775"/>
                <a:gd name="connsiteX830" fmla="*/ 216408 w 514350"/>
                <a:gd name="connsiteY830" fmla="*/ 443674 h 485775"/>
                <a:gd name="connsiteX831" fmla="*/ 217456 w 514350"/>
                <a:gd name="connsiteY831" fmla="*/ 444532 h 485775"/>
                <a:gd name="connsiteX832" fmla="*/ 218408 w 514350"/>
                <a:gd name="connsiteY832" fmla="*/ 445103 h 485775"/>
                <a:gd name="connsiteX833" fmla="*/ 219742 w 514350"/>
                <a:gd name="connsiteY833" fmla="*/ 445580 h 485775"/>
                <a:gd name="connsiteX834" fmla="*/ 221361 w 514350"/>
                <a:gd name="connsiteY834" fmla="*/ 445961 h 485775"/>
                <a:gd name="connsiteX835" fmla="*/ 223171 w 514350"/>
                <a:gd name="connsiteY835" fmla="*/ 445294 h 485775"/>
                <a:gd name="connsiteX836" fmla="*/ 224981 w 514350"/>
                <a:gd name="connsiteY836" fmla="*/ 444341 h 485775"/>
                <a:gd name="connsiteX837" fmla="*/ 226219 w 514350"/>
                <a:gd name="connsiteY837" fmla="*/ 443294 h 485775"/>
                <a:gd name="connsiteX838" fmla="*/ 226981 w 514350"/>
                <a:gd name="connsiteY838" fmla="*/ 442055 h 485775"/>
                <a:gd name="connsiteX839" fmla="*/ 227552 w 514350"/>
                <a:gd name="connsiteY839" fmla="*/ 435959 h 485775"/>
                <a:gd name="connsiteX840" fmla="*/ 227267 w 514350"/>
                <a:gd name="connsiteY840" fmla="*/ 431578 h 485775"/>
                <a:gd name="connsiteX841" fmla="*/ 226790 w 514350"/>
                <a:gd name="connsiteY841" fmla="*/ 429959 h 485775"/>
                <a:gd name="connsiteX842" fmla="*/ 225361 w 514350"/>
                <a:gd name="connsiteY842" fmla="*/ 428435 h 485775"/>
                <a:gd name="connsiteX843" fmla="*/ 225647 w 514350"/>
                <a:gd name="connsiteY843" fmla="*/ 427101 h 485775"/>
                <a:gd name="connsiteX844" fmla="*/ 225552 w 514350"/>
                <a:gd name="connsiteY844" fmla="*/ 424720 h 485775"/>
                <a:gd name="connsiteX845" fmla="*/ 225838 w 514350"/>
                <a:gd name="connsiteY845" fmla="*/ 422148 h 485775"/>
                <a:gd name="connsiteX846" fmla="*/ 226314 w 514350"/>
                <a:gd name="connsiteY846" fmla="*/ 419386 h 485775"/>
                <a:gd name="connsiteX847" fmla="*/ 227076 w 514350"/>
                <a:gd name="connsiteY847" fmla="*/ 417671 h 485775"/>
                <a:gd name="connsiteX848" fmla="*/ 228219 w 514350"/>
                <a:gd name="connsiteY848" fmla="*/ 416909 h 485775"/>
                <a:gd name="connsiteX849" fmla="*/ 228124 w 514350"/>
                <a:gd name="connsiteY849" fmla="*/ 415480 h 485775"/>
                <a:gd name="connsiteX850" fmla="*/ 227648 w 514350"/>
                <a:gd name="connsiteY850" fmla="*/ 414147 h 485775"/>
                <a:gd name="connsiteX851" fmla="*/ 226886 w 514350"/>
                <a:gd name="connsiteY851" fmla="*/ 412909 h 485775"/>
                <a:gd name="connsiteX852" fmla="*/ 226981 w 514350"/>
                <a:gd name="connsiteY852" fmla="*/ 411004 h 485775"/>
                <a:gd name="connsiteX853" fmla="*/ 227552 w 514350"/>
                <a:gd name="connsiteY853" fmla="*/ 409670 h 485775"/>
                <a:gd name="connsiteX854" fmla="*/ 231077 w 514350"/>
                <a:gd name="connsiteY854" fmla="*/ 406337 h 485775"/>
                <a:gd name="connsiteX855" fmla="*/ 231743 w 514350"/>
                <a:gd name="connsiteY855" fmla="*/ 404527 h 485775"/>
                <a:gd name="connsiteX856" fmla="*/ 233553 w 514350"/>
                <a:gd name="connsiteY856" fmla="*/ 404051 h 485775"/>
                <a:gd name="connsiteX857" fmla="*/ 235077 w 514350"/>
                <a:gd name="connsiteY857" fmla="*/ 403860 h 485775"/>
                <a:gd name="connsiteX858" fmla="*/ 237935 w 514350"/>
                <a:gd name="connsiteY858" fmla="*/ 402812 h 485775"/>
                <a:gd name="connsiteX859" fmla="*/ 239459 w 514350"/>
                <a:gd name="connsiteY859" fmla="*/ 402527 h 485775"/>
                <a:gd name="connsiteX860" fmla="*/ 240887 w 514350"/>
                <a:gd name="connsiteY860" fmla="*/ 402431 h 485775"/>
                <a:gd name="connsiteX861" fmla="*/ 247460 w 514350"/>
                <a:gd name="connsiteY861" fmla="*/ 402241 h 485775"/>
                <a:gd name="connsiteX862" fmla="*/ 250222 w 514350"/>
                <a:gd name="connsiteY862" fmla="*/ 402050 h 485775"/>
                <a:gd name="connsiteX863" fmla="*/ 251174 w 514350"/>
                <a:gd name="connsiteY863" fmla="*/ 401669 h 485775"/>
                <a:gd name="connsiteX864" fmla="*/ 252127 w 514350"/>
                <a:gd name="connsiteY864" fmla="*/ 400717 h 485775"/>
                <a:gd name="connsiteX865" fmla="*/ 252984 w 514350"/>
                <a:gd name="connsiteY865" fmla="*/ 398812 h 485775"/>
                <a:gd name="connsiteX866" fmla="*/ 255270 w 514350"/>
                <a:gd name="connsiteY866" fmla="*/ 397669 h 485775"/>
                <a:gd name="connsiteX867" fmla="*/ 258413 w 514350"/>
                <a:gd name="connsiteY867" fmla="*/ 396240 h 485775"/>
                <a:gd name="connsiteX868" fmla="*/ 260128 w 514350"/>
                <a:gd name="connsiteY868" fmla="*/ 395859 h 485775"/>
                <a:gd name="connsiteX869" fmla="*/ 262890 w 514350"/>
                <a:gd name="connsiteY869" fmla="*/ 396145 h 485775"/>
                <a:gd name="connsiteX870" fmla="*/ 264890 w 514350"/>
                <a:gd name="connsiteY870" fmla="*/ 395764 h 485775"/>
                <a:gd name="connsiteX871" fmla="*/ 266033 w 514350"/>
                <a:gd name="connsiteY871" fmla="*/ 395383 h 485775"/>
                <a:gd name="connsiteX872" fmla="*/ 267272 w 514350"/>
                <a:gd name="connsiteY872" fmla="*/ 394716 h 485775"/>
                <a:gd name="connsiteX873" fmla="*/ 268605 w 514350"/>
                <a:gd name="connsiteY873" fmla="*/ 393763 h 485775"/>
                <a:gd name="connsiteX874" fmla="*/ 270224 w 514350"/>
                <a:gd name="connsiteY874" fmla="*/ 392335 h 485775"/>
                <a:gd name="connsiteX875" fmla="*/ 272129 w 514350"/>
                <a:gd name="connsiteY875" fmla="*/ 392144 h 485775"/>
                <a:gd name="connsiteX876" fmla="*/ 274034 w 514350"/>
                <a:gd name="connsiteY876" fmla="*/ 392621 h 485775"/>
                <a:gd name="connsiteX877" fmla="*/ 275749 w 514350"/>
                <a:gd name="connsiteY877" fmla="*/ 392430 h 485775"/>
                <a:gd name="connsiteX878" fmla="*/ 276606 w 514350"/>
                <a:gd name="connsiteY878" fmla="*/ 391001 h 485775"/>
                <a:gd name="connsiteX879" fmla="*/ 278130 w 514350"/>
                <a:gd name="connsiteY879" fmla="*/ 389858 h 485775"/>
                <a:gd name="connsiteX880" fmla="*/ 279844 w 514350"/>
                <a:gd name="connsiteY880" fmla="*/ 389096 h 485775"/>
                <a:gd name="connsiteX881" fmla="*/ 284417 w 514350"/>
                <a:gd name="connsiteY881" fmla="*/ 388811 h 485775"/>
                <a:gd name="connsiteX882" fmla="*/ 285655 w 514350"/>
                <a:gd name="connsiteY882" fmla="*/ 388144 h 485775"/>
                <a:gd name="connsiteX883" fmla="*/ 287560 w 514350"/>
                <a:gd name="connsiteY883" fmla="*/ 385477 h 485775"/>
                <a:gd name="connsiteX884" fmla="*/ 289084 w 514350"/>
                <a:gd name="connsiteY884" fmla="*/ 384620 h 485775"/>
                <a:gd name="connsiteX885" fmla="*/ 290417 w 514350"/>
                <a:gd name="connsiteY885" fmla="*/ 384334 h 485775"/>
                <a:gd name="connsiteX886" fmla="*/ 291370 w 514350"/>
                <a:gd name="connsiteY886" fmla="*/ 384905 h 485775"/>
                <a:gd name="connsiteX887" fmla="*/ 294513 w 514350"/>
                <a:gd name="connsiteY887" fmla="*/ 389001 h 485775"/>
                <a:gd name="connsiteX888" fmla="*/ 296323 w 514350"/>
                <a:gd name="connsiteY888" fmla="*/ 388906 h 485775"/>
                <a:gd name="connsiteX889" fmla="*/ 298418 w 514350"/>
                <a:gd name="connsiteY889" fmla="*/ 388334 h 485775"/>
                <a:gd name="connsiteX890" fmla="*/ 300419 w 514350"/>
                <a:gd name="connsiteY890" fmla="*/ 388144 h 485775"/>
                <a:gd name="connsiteX891" fmla="*/ 301752 w 514350"/>
                <a:gd name="connsiteY891" fmla="*/ 389287 h 485775"/>
                <a:gd name="connsiteX892" fmla="*/ 302609 w 514350"/>
                <a:gd name="connsiteY892" fmla="*/ 390715 h 485775"/>
                <a:gd name="connsiteX893" fmla="*/ 303752 w 514350"/>
                <a:gd name="connsiteY893" fmla="*/ 393954 h 485775"/>
                <a:gd name="connsiteX894" fmla="*/ 305086 w 514350"/>
                <a:gd name="connsiteY894" fmla="*/ 395383 h 485775"/>
                <a:gd name="connsiteX895" fmla="*/ 306419 w 514350"/>
                <a:gd name="connsiteY895" fmla="*/ 395954 h 485775"/>
                <a:gd name="connsiteX896" fmla="*/ 307562 w 514350"/>
                <a:gd name="connsiteY896" fmla="*/ 396240 h 485775"/>
                <a:gd name="connsiteX897" fmla="*/ 309753 w 514350"/>
                <a:gd name="connsiteY897" fmla="*/ 396049 h 485775"/>
                <a:gd name="connsiteX898" fmla="*/ 311563 w 514350"/>
                <a:gd name="connsiteY898" fmla="*/ 394906 h 485775"/>
                <a:gd name="connsiteX899" fmla="*/ 313277 w 514350"/>
                <a:gd name="connsiteY899" fmla="*/ 392811 h 485775"/>
                <a:gd name="connsiteX900" fmla="*/ 315373 w 514350"/>
                <a:gd name="connsiteY900" fmla="*/ 388811 h 485775"/>
                <a:gd name="connsiteX901" fmla="*/ 315659 w 514350"/>
                <a:gd name="connsiteY901" fmla="*/ 388525 h 485775"/>
                <a:gd name="connsiteX902" fmla="*/ 316611 w 514350"/>
                <a:gd name="connsiteY902" fmla="*/ 387572 h 485775"/>
                <a:gd name="connsiteX903" fmla="*/ 318326 w 514350"/>
                <a:gd name="connsiteY903" fmla="*/ 386429 h 485775"/>
                <a:gd name="connsiteX904" fmla="*/ 319088 w 514350"/>
                <a:gd name="connsiteY904" fmla="*/ 385667 h 485775"/>
                <a:gd name="connsiteX905" fmla="*/ 320135 w 514350"/>
                <a:gd name="connsiteY905" fmla="*/ 384048 h 485775"/>
                <a:gd name="connsiteX906" fmla="*/ 321373 w 514350"/>
                <a:gd name="connsiteY906" fmla="*/ 383096 h 485775"/>
                <a:gd name="connsiteX907" fmla="*/ 321945 w 514350"/>
                <a:gd name="connsiteY907" fmla="*/ 382429 h 485775"/>
                <a:gd name="connsiteX908" fmla="*/ 322326 w 514350"/>
                <a:gd name="connsiteY908" fmla="*/ 379286 h 485775"/>
                <a:gd name="connsiteX909" fmla="*/ 322993 w 514350"/>
                <a:gd name="connsiteY909" fmla="*/ 378047 h 485775"/>
                <a:gd name="connsiteX910" fmla="*/ 323850 w 514350"/>
                <a:gd name="connsiteY910" fmla="*/ 375571 h 485775"/>
                <a:gd name="connsiteX911" fmla="*/ 324422 w 514350"/>
                <a:gd name="connsiteY911" fmla="*/ 374237 h 485775"/>
                <a:gd name="connsiteX912" fmla="*/ 321183 w 514350"/>
                <a:gd name="connsiteY912" fmla="*/ 372713 h 485775"/>
                <a:gd name="connsiteX913" fmla="*/ 320611 w 514350"/>
                <a:gd name="connsiteY913" fmla="*/ 371951 h 485775"/>
                <a:gd name="connsiteX914" fmla="*/ 320326 w 514350"/>
                <a:gd name="connsiteY914" fmla="*/ 371094 h 485775"/>
                <a:gd name="connsiteX915" fmla="*/ 320326 w 514350"/>
                <a:gd name="connsiteY915" fmla="*/ 370046 h 485775"/>
                <a:gd name="connsiteX916" fmla="*/ 320231 w 514350"/>
                <a:gd name="connsiteY916" fmla="*/ 369475 h 485775"/>
                <a:gd name="connsiteX917" fmla="*/ 317944 w 514350"/>
                <a:gd name="connsiteY917" fmla="*/ 369475 h 485775"/>
                <a:gd name="connsiteX918" fmla="*/ 315659 w 514350"/>
                <a:gd name="connsiteY918" fmla="*/ 368332 h 485775"/>
                <a:gd name="connsiteX919" fmla="*/ 315373 w 514350"/>
                <a:gd name="connsiteY919" fmla="*/ 368237 h 485775"/>
                <a:gd name="connsiteX920" fmla="*/ 315849 w 514350"/>
                <a:gd name="connsiteY920" fmla="*/ 366522 h 485775"/>
                <a:gd name="connsiteX921" fmla="*/ 316706 w 514350"/>
                <a:gd name="connsiteY921" fmla="*/ 364807 h 485775"/>
                <a:gd name="connsiteX922" fmla="*/ 317468 w 514350"/>
                <a:gd name="connsiteY922" fmla="*/ 362903 h 485775"/>
                <a:gd name="connsiteX923" fmla="*/ 318516 w 514350"/>
                <a:gd name="connsiteY923" fmla="*/ 361474 h 485775"/>
                <a:gd name="connsiteX924" fmla="*/ 319659 w 514350"/>
                <a:gd name="connsiteY924" fmla="*/ 360521 h 485775"/>
                <a:gd name="connsiteX925" fmla="*/ 320611 w 514350"/>
                <a:gd name="connsiteY925" fmla="*/ 359378 h 485775"/>
                <a:gd name="connsiteX926" fmla="*/ 321659 w 514350"/>
                <a:gd name="connsiteY926" fmla="*/ 355949 h 485775"/>
                <a:gd name="connsiteX927" fmla="*/ 326136 w 514350"/>
                <a:gd name="connsiteY927" fmla="*/ 356140 h 485775"/>
                <a:gd name="connsiteX928" fmla="*/ 326041 w 514350"/>
                <a:gd name="connsiteY928" fmla="*/ 354425 h 485775"/>
                <a:gd name="connsiteX929" fmla="*/ 326517 w 514350"/>
                <a:gd name="connsiteY929" fmla="*/ 353282 h 485775"/>
                <a:gd name="connsiteX930" fmla="*/ 327851 w 514350"/>
                <a:gd name="connsiteY930" fmla="*/ 353759 h 485775"/>
                <a:gd name="connsiteX931" fmla="*/ 328613 w 514350"/>
                <a:gd name="connsiteY931" fmla="*/ 353949 h 485775"/>
                <a:gd name="connsiteX932" fmla="*/ 329375 w 514350"/>
                <a:gd name="connsiteY932" fmla="*/ 353854 h 485775"/>
                <a:gd name="connsiteX933" fmla="*/ 329565 w 514350"/>
                <a:gd name="connsiteY933" fmla="*/ 353473 h 485775"/>
                <a:gd name="connsiteX934" fmla="*/ 330232 w 514350"/>
                <a:gd name="connsiteY934" fmla="*/ 353282 h 485775"/>
                <a:gd name="connsiteX935" fmla="*/ 330994 w 514350"/>
                <a:gd name="connsiteY935" fmla="*/ 353473 h 485775"/>
                <a:gd name="connsiteX936" fmla="*/ 331851 w 514350"/>
                <a:gd name="connsiteY936" fmla="*/ 353473 h 485775"/>
                <a:gd name="connsiteX937" fmla="*/ 332613 w 514350"/>
                <a:gd name="connsiteY937" fmla="*/ 352520 h 485775"/>
                <a:gd name="connsiteX938" fmla="*/ 332804 w 514350"/>
                <a:gd name="connsiteY938" fmla="*/ 351568 h 485775"/>
                <a:gd name="connsiteX939" fmla="*/ 333565 w 514350"/>
                <a:gd name="connsiteY939" fmla="*/ 350711 h 485775"/>
                <a:gd name="connsiteX940" fmla="*/ 335661 w 514350"/>
                <a:gd name="connsiteY940" fmla="*/ 348901 h 485775"/>
                <a:gd name="connsiteX941" fmla="*/ 336042 w 514350"/>
                <a:gd name="connsiteY941" fmla="*/ 348044 h 485775"/>
                <a:gd name="connsiteX942" fmla="*/ 337376 w 514350"/>
                <a:gd name="connsiteY942" fmla="*/ 346329 h 485775"/>
                <a:gd name="connsiteX943" fmla="*/ 338804 w 514350"/>
                <a:gd name="connsiteY943" fmla="*/ 346615 h 485775"/>
                <a:gd name="connsiteX944" fmla="*/ 338995 w 514350"/>
                <a:gd name="connsiteY944" fmla="*/ 348615 h 485775"/>
                <a:gd name="connsiteX945" fmla="*/ 338900 w 514350"/>
                <a:gd name="connsiteY945" fmla="*/ 349568 h 485775"/>
                <a:gd name="connsiteX946" fmla="*/ 339566 w 514350"/>
                <a:gd name="connsiteY946" fmla="*/ 350139 h 485775"/>
                <a:gd name="connsiteX947" fmla="*/ 340995 w 514350"/>
                <a:gd name="connsiteY947" fmla="*/ 349377 h 485775"/>
                <a:gd name="connsiteX948" fmla="*/ 341471 w 514350"/>
                <a:gd name="connsiteY948" fmla="*/ 349377 h 485775"/>
                <a:gd name="connsiteX949" fmla="*/ 343186 w 514350"/>
                <a:gd name="connsiteY949" fmla="*/ 351092 h 485775"/>
                <a:gd name="connsiteX950" fmla="*/ 343567 w 514350"/>
                <a:gd name="connsiteY950" fmla="*/ 351472 h 485775"/>
                <a:gd name="connsiteX951" fmla="*/ 344234 w 514350"/>
                <a:gd name="connsiteY951" fmla="*/ 351377 h 485775"/>
                <a:gd name="connsiteX952" fmla="*/ 345281 w 514350"/>
                <a:gd name="connsiteY952" fmla="*/ 350806 h 485775"/>
                <a:gd name="connsiteX953" fmla="*/ 346615 w 514350"/>
                <a:gd name="connsiteY953" fmla="*/ 350425 h 485775"/>
                <a:gd name="connsiteX954" fmla="*/ 348234 w 514350"/>
                <a:gd name="connsiteY954" fmla="*/ 352520 h 485775"/>
                <a:gd name="connsiteX955" fmla="*/ 349758 w 514350"/>
                <a:gd name="connsiteY955" fmla="*/ 354521 h 485775"/>
                <a:gd name="connsiteX956" fmla="*/ 351187 w 514350"/>
                <a:gd name="connsiteY956" fmla="*/ 357092 h 485775"/>
                <a:gd name="connsiteX957" fmla="*/ 351473 w 514350"/>
                <a:gd name="connsiteY957" fmla="*/ 358997 h 485775"/>
                <a:gd name="connsiteX958" fmla="*/ 351854 w 514350"/>
                <a:gd name="connsiteY958" fmla="*/ 360902 h 485775"/>
                <a:gd name="connsiteX959" fmla="*/ 352806 w 514350"/>
                <a:gd name="connsiteY959" fmla="*/ 362331 h 485775"/>
                <a:gd name="connsiteX960" fmla="*/ 352520 w 514350"/>
                <a:gd name="connsiteY960" fmla="*/ 362331 h 485775"/>
                <a:gd name="connsiteX961" fmla="*/ 352806 w 514350"/>
                <a:gd name="connsiteY961" fmla="*/ 364427 h 485775"/>
                <a:gd name="connsiteX962" fmla="*/ 352806 w 514350"/>
                <a:gd name="connsiteY962" fmla="*/ 365760 h 485775"/>
                <a:gd name="connsiteX963" fmla="*/ 353092 w 514350"/>
                <a:gd name="connsiteY963" fmla="*/ 366522 h 485775"/>
                <a:gd name="connsiteX964" fmla="*/ 353187 w 514350"/>
                <a:gd name="connsiteY964" fmla="*/ 367284 h 485775"/>
                <a:gd name="connsiteX965" fmla="*/ 354140 w 514350"/>
                <a:gd name="connsiteY965" fmla="*/ 367284 h 485775"/>
                <a:gd name="connsiteX966" fmla="*/ 355283 w 514350"/>
                <a:gd name="connsiteY966" fmla="*/ 367760 h 485775"/>
                <a:gd name="connsiteX967" fmla="*/ 354997 w 514350"/>
                <a:gd name="connsiteY967" fmla="*/ 369094 h 485775"/>
                <a:gd name="connsiteX968" fmla="*/ 356902 w 514350"/>
                <a:gd name="connsiteY968" fmla="*/ 369380 h 485775"/>
                <a:gd name="connsiteX969" fmla="*/ 357759 w 514350"/>
                <a:gd name="connsiteY969" fmla="*/ 369189 h 485775"/>
                <a:gd name="connsiteX970" fmla="*/ 358045 w 514350"/>
                <a:gd name="connsiteY970" fmla="*/ 369761 h 485775"/>
                <a:gd name="connsiteX971" fmla="*/ 358426 w 514350"/>
                <a:gd name="connsiteY971" fmla="*/ 371189 h 485775"/>
                <a:gd name="connsiteX972" fmla="*/ 358711 w 514350"/>
                <a:gd name="connsiteY972" fmla="*/ 372618 h 485775"/>
                <a:gd name="connsiteX973" fmla="*/ 359378 w 514350"/>
                <a:gd name="connsiteY973" fmla="*/ 374523 h 485775"/>
                <a:gd name="connsiteX974" fmla="*/ 359759 w 514350"/>
                <a:gd name="connsiteY974" fmla="*/ 374523 h 485775"/>
                <a:gd name="connsiteX975" fmla="*/ 359950 w 514350"/>
                <a:gd name="connsiteY975" fmla="*/ 374332 h 485775"/>
                <a:gd name="connsiteX976" fmla="*/ 360140 w 514350"/>
                <a:gd name="connsiteY976" fmla="*/ 373475 h 485775"/>
                <a:gd name="connsiteX977" fmla="*/ 361855 w 514350"/>
                <a:gd name="connsiteY977" fmla="*/ 372809 h 485775"/>
                <a:gd name="connsiteX978" fmla="*/ 362426 w 514350"/>
                <a:gd name="connsiteY978" fmla="*/ 372046 h 485775"/>
                <a:gd name="connsiteX979" fmla="*/ 362522 w 514350"/>
                <a:gd name="connsiteY979" fmla="*/ 371380 h 485775"/>
                <a:gd name="connsiteX980" fmla="*/ 362522 w 514350"/>
                <a:gd name="connsiteY980" fmla="*/ 369856 h 485775"/>
                <a:gd name="connsiteX981" fmla="*/ 364712 w 514350"/>
                <a:gd name="connsiteY981" fmla="*/ 370713 h 485775"/>
                <a:gd name="connsiteX982" fmla="*/ 364998 w 514350"/>
                <a:gd name="connsiteY982" fmla="*/ 371380 h 485775"/>
                <a:gd name="connsiteX983" fmla="*/ 365189 w 514350"/>
                <a:gd name="connsiteY983" fmla="*/ 372332 h 485775"/>
                <a:gd name="connsiteX984" fmla="*/ 366236 w 514350"/>
                <a:gd name="connsiteY984" fmla="*/ 372523 h 485775"/>
                <a:gd name="connsiteX985" fmla="*/ 366236 w 514350"/>
                <a:gd name="connsiteY985" fmla="*/ 372999 h 485775"/>
                <a:gd name="connsiteX986" fmla="*/ 367665 w 514350"/>
                <a:gd name="connsiteY986" fmla="*/ 373475 h 485775"/>
                <a:gd name="connsiteX987" fmla="*/ 368618 w 514350"/>
                <a:gd name="connsiteY987" fmla="*/ 374047 h 485775"/>
                <a:gd name="connsiteX988" fmla="*/ 368903 w 514350"/>
                <a:gd name="connsiteY988" fmla="*/ 375095 h 485775"/>
                <a:gd name="connsiteX989" fmla="*/ 368998 w 514350"/>
                <a:gd name="connsiteY989" fmla="*/ 376999 h 485775"/>
                <a:gd name="connsiteX990" fmla="*/ 370713 w 514350"/>
                <a:gd name="connsiteY990" fmla="*/ 377285 h 485775"/>
                <a:gd name="connsiteX991" fmla="*/ 371665 w 514350"/>
                <a:gd name="connsiteY991" fmla="*/ 377666 h 485775"/>
                <a:gd name="connsiteX992" fmla="*/ 372332 w 514350"/>
                <a:gd name="connsiteY992" fmla="*/ 378143 h 485775"/>
                <a:gd name="connsiteX993" fmla="*/ 372809 w 514350"/>
                <a:gd name="connsiteY993" fmla="*/ 378714 h 485775"/>
                <a:gd name="connsiteX994" fmla="*/ 375285 w 514350"/>
                <a:gd name="connsiteY994" fmla="*/ 379476 h 485775"/>
                <a:gd name="connsiteX995" fmla="*/ 376142 w 514350"/>
                <a:gd name="connsiteY995" fmla="*/ 379571 h 485775"/>
                <a:gd name="connsiteX996" fmla="*/ 377571 w 514350"/>
                <a:gd name="connsiteY996" fmla="*/ 379476 h 485775"/>
                <a:gd name="connsiteX997" fmla="*/ 379381 w 514350"/>
                <a:gd name="connsiteY997" fmla="*/ 379762 h 485775"/>
                <a:gd name="connsiteX998" fmla="*/ 381286 w 514350"/>
                <a:gd name="connsiteY998" fmla="*/ 380333 h 485775"/>
                <a:gd name="connsiteX999" fmla="*/ 382048 w 514350"/>
                <a:gd name="connsiteY999" fmla="*/ 379381 h 485775"/>
                <a:gd name="connsiteX1000" fmla="*/ 385286 w 514350"/>
                <a:gd name="connsiteY1000" fmla="*/ 377666 h 485775"/>
                <a:gd name="connsiteX1001" fmla="*/ 386048 w 514350"/>
                <a:gd name="connsiteY1001" fmla="*/ 377285 h 485775"/>
                <a:gd name="connsiteX1002" fmla="*/ 385382 w 514350"/>
                <a:gd name="connsiteY1002" fmla="*/ 376809 h 485775"/>
                <a:gd name="connsiteX1003" fmla="*/ 384905 w 514350"/>
                <a:gd name="connsiteY1003" fmla="*/ 376047 h 485775"/>
                <a:gd name="connsiteX1004" fmla="*/ 383953 w 514350"/>
                <a:gd name="connsiteY1004" fmla="*/ 374999 h 485775"/>
                <a:gd name="connsiteX1005" fmla="*/ 382334 w 514350"/>
                <a:gd name="connsiteY1005" fmla="*/ 374428 h 485775"/>
                <a:gd name="connsiteX1006" fmla="*/ 381762 w 514350"/>
                <a:gd name="connsiteY1006" fmla="*/ 373761 h 485775"/>
                <a:gd name="connsiteX1007" fmla="*/ 381095 w 514350"/>
                <a:gd name="connsiteY1007" fmla="*/ 373761 h 485775"/>
                <a:gd name="connsiteX1008" fmla="*/ 380524 w 514350"/>
                <a:gd name="connsiteY1008" fmla="*/ 373666 h 485775"/>
                <a:gd name="connsiteX1009" fmla="*/ 380333 w 514350"/>
                <a:gd name="connsiteY1009" fmla="*/ 372809 h 485775"/>
                <a:gd name="connsiteX1010" fmla="*/ 381286 w 514350"/>
                <a:gd name="connsiteY1010" fmla="*/ 371475 h 485775"/>
                <a:gd name="connsiteX1011" fmla="*/ 381476 w 514350"/>
                <a:gd name="connsiteY1011" fmla="*/ 370713 h 485775"/>
                <a:gd name="connsiteX1012" fmla="*/ 381572 w 514350"/>
                <a:gd name="connsiteY1012" fmla="*/ 369856 h 485775"/>
                <a:gd name="connsiteX1013" fmla="*/ 381572 w 514350"/>
                <a:gd name="connsiteY1013" fmla="*/ 367474 h 485775"/>
                <a:gd name="connsiteX1014" fmla="*/ 382905 w 514350"/>
                <a:gd name="connsiteY1014" fmla="*/ 366998 h 485775"/>
                <a:gd name="connsiteX1015" fmla="*/ 384048 w 514350"/>
                <a:gd name="connsiteY1015" fmla="*/ 366903 h 485775"/>
                <a:gd name="connsiteX1016" fmla="*/ 383953 w 514350"/>
                <a:gd name="connsiteY1016" fmla="*/ 365379 h 485775"/>
                <a:gd name="connsiteX1017" fmla="*/ 383667 w 514350"/>
                <a:gd name="connsiteY1017" fmla="*/ 364903 h 485775"/>
                <a:gd name="connsiteX1018" fmla="*/ 383477 w 514350"/>
                <a:gd name="connsiteY1018" fmla="*/ 364141 h 485775"/>
                <a:gd name="connsiteX1019" fmla="*/ 383572 w 514350"/>
                <a:gd name="connsiteY1019" fmla="*/ 363379 h 485775"/>
                <a:gd name="connsiteX1020" fmla="*/ 383953 w 514350"/>
                <a:gd name="connsiteY1020" fmla="*/ 363284 h 485775"/>
                <a:gd name="connsiteX1021" fmla="*/ 384334 w 514350"/>
                <a:gd name="connsiteY1021" fmla="*/ 362903 h 485775"/>
                <a:gd name="connsiteX1022" fmla="*/ 384524 w 514350"/>
                <a:gd name="connsiteY1022" fmla="*/ 362426 h 485775"/>
                <a:gd name="connsiteX1023" fmla="*/ 384334 w 514350"/>
                <a:gd name="connsiteY1023" fmla="*/ 361760 h 485775"/>
                <a:gd name="connsiteX1024" fmla="*/ 383762 w 514350"/>
                <a:gd name="connsiteY1024" fmla="*/ 360617 h 485775"/>
                <a:gd name="connsiteX1025" fmla="*/ 382048 w 514350"/>
                <a:gd name="connsiteY1025" fmla="*/ 360521 h 485775"/>
                <a:gd name="connsiteX1026" fmla="*/ 377761 w 514350"/>
                <a:gd name="connsiteY1026" fmla="*/ 357759 h 485775"/>
                <a:gd name="connsiteX1027" fmla="*/ 376428 w 514350"/>
                <a:gd name="connsiteY1027" fmla="*/ 359378 h 485775"/>
                <a:gd name="connsiteX1028" fmla="*/ 375190 w 514350"/>
                <a:gd name="connsiteY1028" fmla="*/ 358712 h 485775"/>
                <a:gd name="connsiteX1029" fmla="*/ 373094 w 514350"/>
                <a:gd name="connsiteY1029" fmla="*/ 357949 h 485775"/>
                <a:gd name="connsiteX1030" fmla="*/ 372523 w 514350"/>
                <a:gd name="connsiteY1030" fmla="*/ 359378 h 485775"/>
                <a:gd name="connsiteX1031" fmla="*/ 372428 w 514350"/>
                <a:gd name="connsiteY1031" fmla="*/ 360521 h 485775"/>
                <a:gd name="connsiteX1032" fmla="*/ 372618 w 514350"/>
                <a:gd name="connsiteY1032" fmla="*/ 361664 h 485775"/>
                <a:gd name="connsiteX1033" fmla="*/ 371380 w 514350"/>
                <a:gd name="connsiteY1033" fmla="*/ 361188 h 485775"/>
                <a:gd name="connsiteX1034" fmla="*/ 370618 w 514350"/>
                <a:gd name="connsiteY1034" fmla="*/ 360617 h 485775"/>
                <a:gd name="connsiteX1035" fmla="*/ 369856 w 514350"/>
                <a:gd name="connsiteY1035" fmla="*/ 360140 h 485775"/>
                <a:gd name="connsiteX1036" fmla="*/ 368618 w 514350"/>
                <a:gd name="connsiteY1036" fmla="*/ 359188 h 485775"/>
                <a:gd name="connsiteX1037" fmla="*/ 367475 w 514350"/>
                <a:gd name="connsiteY1037" fmla="*/ 358330 h 485775"/>
                <a:gd name="connsiteX1038" fmla="*/ 363950 w 514350"/>
                <a:gd name="connsiteY1038" fmla="*/ 357283 h 485775"/>
                <a:gd name="connsiteX1039" fmla="*/ 362236 w 514350"/>
                <a:gd name="connsiteY1039" fmla="*/ 356902 h 485775"/>
                <a:gd name="connsiteX1040" fmla="*/ 360331 w 514350"/>
                <a:gd name="connsiteY1040" fmla="*/ 356235 h 485775"/>
                <a:gd name="connsiteX1041" fmla="*/ 357950 w 514350"/>
                <a:gd name="connsiteY1041" fmla="*/ 355282 h 485775"/>
                <a:gd name="connsiteX1042" fmla="*/ 357664 w 514350"/>
                <a:gd name="connsiteY1042" fmla="*/ 355282 h 485775"/>
                <a:gd name="connsiteX1043" fmla="*/ 358045 w 514350"/>
                <a:gd name="connsiteY1043" fmla="*/ 354806 h 485775"/>
                <a:gd name="connsiteX1044" fmla="*/ 358997 w 514350"/>
                <a:gd name="connsiteY1044" fmla="*/ 353759 h 485775"/>
                <a:gd name="connsiteX1045" fmla="*/ 359283 w 514350"/>
                <a:gd name="connsiteY1045" fmla="*/ 353282 h 485775"/>
                <a:gd name="connsiteX1046" fmla="*/ 359188 w 514350"/>
                <a:gd name="connsiteY1046" fmla="*/ 352520 h 485775"/>
                <a:gd name="connsiteX1047" fmla="*/ 359188 w 514350"/>
                <a:gd name="connsiteY1047" fmla="*/ 352235 h 485775"/>
                <a:gd name="connsiteX1048" fmla="*/ 360426 w 514350"/>
                <a:gd name="connsiteY1048" fmla="*/ 351758 h 485775"/>
                <a:gd name="connsiteX1049" fmla="*/ 360998 w 514350"/>
                <a:gd name="connsiteY1049" fmla="*/ 351377 h 485775"/>
                <a:gd name="connsiteX1050" fmla="*/ 361093 w 514350"/>
                <a:gd name="connsiteY1050" fmla="*/ 350806 h 485775"/>
                <a:gd name="connsiteX1051" fmla="*/ 361188 w 514350"/>
                <a:gd name="connsiteY1051" fmla="*/ 350044 h 485775"/>
                <a:gd name="connsiteX1052" fmla="*/ 360617 w 514350"/>
                <a:gd name="connsiteY1052" fmla="*/ 349377 h 485775"/>
                <a:gd name="connsiteX1053" fmla="*/ 359950 w 514350"/>
                <a:gd name="connsiteY1053" fmla="*/ 348901 h 485775"/>
                <a:gd name="connsiteX1054" fmla="*/ 359855 w 514350"/>
                <a:gd name="connsiteY1054" fmla="*/ 348329 h 485775"/>
                <a:gd name="connsiteX1055" fmla="*/ 360045 w 514350"/>
                <a:gd name="connsiteY1055" fmla="*/ 347567 h 485775"/>
                <a:gd name="connsiteX1056" fmla="*/ 359283 w 514350"/>
                <a:gd name="connsiteY1056" fmla="*/ 345948 h 485775"/>
                <a:gd name="connsiteX1057" fmla="*/ 358807 w 514350"/>
                <a:gd name="connsiteY1057" fmla="*/ 345377 h 485775"/>
                <a:gd name="connsiteX1058" fmla="*/ 358711 w 514350"/>
                <a:gd name="connsiteY1058" fmla="*/ 344900 h 485775"/>
                <a:gd name="connsiteX1059" fmla="*/ 359569 w 514350"/>
                <a:gd name="connsiteY1059" fmla="*/ 344138 h 485775"/>
                <a:gd name="connsiteX1060" fmla="*/ 360140 w 514350"/>
                <a:gd name="connsiteY1060" fmla="*/ 343757 h 485775"/>
                <a:gd name="connsiteX1061" fmla="*/ 361379 w 514350"/>
                <a:gd name="connsiteY1061" fmla="*/ 342519 h 485775"/>
                <a:gd name="connsiteX1062" fmla="*/ 361760 w 514350"/>
                <a:gd name="connsiteY1062" fmla="*/ 342329 h 485775"/>
                <a:gd name="connsiteX1063" fmla="*/ 361950 w 514350"/>
                <a:gd name="connsiteY1063" fmla="*/ 342329 h 485775"/>
                <a:gd name="connsiteX1064" fmla="*/ 362236 w 514350"/>
                <a:gd name="connsiteY1064" fmla="*/ 342805 h 485775"/>
                <a:gd name="connsiteX1065" fmla="*/ 362522 w 514350"/>
                <a:gd name="connsiteY1065" fmla="*/ 343853 h 485775"/>
                <a:gd name="connsiteX1066" fmla="*/ 362426 w 514350"/>
                <a:gd name="connsiteY1066" fmla="*/ 344519 h 485775"/>
                <a:gd name="connsiteX1067" fmla="*/ 362617 w 514350"/>
                <a:gd name="connsiteY1067" fmla="*/ 345186 h 485775"/>
                <a:gd name="connsiteX1068" fmla="*/ 364141 w 514350"/>
                <a:gd name="connsiteY1068" fmla="*/ 346710 h 485775"/>
                <a:gd name="connsiteX1069" fmla="*/ 364617 w 514350"/>
                <a:gd name="connsiteY1069" fmla="*/ 348234 h 485775"/>
                <a:gd name="connsiteX1070" fmla="*/ 364903 w 514350"/>
                <a:gd name="connsiteY1070" fmla="*/ 348710 h 485775"/>
                <a:gd name="connsiteX1071" fmla="*/ 366332 w 514350"/>
                <a:gd name="connsiteY1071" fmla="*/ 349091 h 485775"/>
                <a:gd name="connsiteX1072" fmla="*/ 367856 w 514350"/>
                <a:gd name="connsiteY1072" fmla="*/ 349663 h 485775"/>
                <a:gd name="connsiteX1073" fmla="*/ 368618 w 514350"/>
                <a:gd name="connsiteY1073" fmla="*/ 347281 h 485775"/>
                <a:gd name="connsiteX1074" fmla="*/ 369951 w 514350"/>
                <a:gd name="connsiteY1074" fmla="*/ 347281 h 485775"/>
                <a:gd name="connsiteX1075" fmla="*/ 370808 w 514350"/>
                <a:gd name="connsiteY1075" fmla="*/ 347091 h 485775"/>
                <a:gd name="connsiteX1076" fmla="*/ 371189 w 514350"/>
                <a:gd name="connsiteY1076" fmla="*/ 346520 h 485775"/>
                <a:gd name="connsiteX1077" fmla="*/ 372047 w 514350"/>
                <a:gd name="connsiteY1077" fmla="*/ 345662 h 485775"/>
                <a:gd name="connsiteX1078" fmla="*/ 372332 w 514350"/>
                <a:gd name="connsiteY1078" fmla="*/ 344900 h 485775"/>
                <a:gd name="connsiteX1079" fmla="*/ 372332 w 514350"/>
                <a:gd name="connsiteY1079" fmla="*/ 343567 h 485775"/>
                <a:gd name="connsiteX1080" fmla="*/ 372523 w 514350"/>
                <a:gd name="connsiteY1080" fmla="*/ 341757 h 485775"/>
                <a:gd name="connsiteX1081" fmla="*/ 372713 w 514350"/>
                <a:gd name="connsiteY1081" fmla="*/ 341186 h 485775"/>
                <a:gd name="connsiteX1082" fmla="*/ 373190 w 514350"/>
                <a:gd name="connsiteY1082" fmla="*/ 340614 h 485775"/>
                <a:gd name="connsiteX1083" fmla="*/ 373666 w 514350"/>
                <a:gd name="connsiteY1083" fmla="*/ 339471 h 485775"/>
                <a:gd name="connsiteX1084" fmla="*/ 373571 w 514350"/>
                <a:gd name="connsiteY1084" fmla="*/ 338709 h 485775"/>
                <a:gd name="connsiteX1085" fmla="*/ 375380 w 514350"/>
                <a:gd name="connsiteY1085" fmla="*/ 338899 h 485775"/>
                <a:gd name="connsiteX1086" fmla="*/ 376333 w 514350"/>
                <a:gd name="connsiteY1086" fmla="*/ 338709 h 485775"/>
                <a:gd name="connsiteX1087" fmla="*/ 377381 w 514350"/>
                <a:gd name="connsiteY1087" fmla="*/ 338042 h 485775"/>
                <a:gd name="connsiteX1088" fmla="*/ 378143 w 514350"/>
                <a:gd name="connsiteY1088" fmla="*/ 337280 h 485775"/>
                <a:gd name="connsiteX1089" fmla="*/ 378905 w 514350"/>
                <a:gd name="connsiteY1089" fmla="*/ 337185 h 485775"/>
                <a:gd name="connsiteX1090" fmla="*/ 379762 w 514350"/>
                <a:gd name="connsiteY1090" fmla="*/ 336804 h 485775"/>
                <a:gd name="connsiteX1091" fmla="*/ 381000 w 514350"/>
                <a:gd name="connsiteY1091" fmla="*/ 335089 h 485775"/>
                <a:gd name="connsiteX1092" fmla="*/ 382524 w 514350"/>
                <a:gd name="connsiteY1092" fmla="*/ 335375 h 485775"/>
                <a:gd name="connsiteX1093" fmla="*/ 383286 w 514350"/>
                <a:gd name="connsiteY1093" fmla="*/ 335947 h 485775"/>
                <a:gd name="connsiteX1094" fmla="*/ 385001 w 514350"/>
                <a:gd name="connsiteY1094" fmla="*/ 337280 h 485775"/>
                <a:gd name="connsiteX1095" fmla="*/ 386048 w 514350"/>
                <a:gd name="connsiteY1095" fmla="*/ 337756 h 485775"/>
                <a:gd name="connsiteX1096" fmla="*/ 387096 w 514350"/>
                <a:gd name="connsiteY1096" fmla="*/ 337661 h 485775"/>
                <a:gd name="connsiteX1097" fmla="*/ 387477 w 514350"/>
                <a:gd name="connsiteY1097" fmla="*/ 337756 h 485775"/>
                <a:gd name="connsiteX1098" fmla="*/ 388334 w 514350"/>
                <a:gd name="connsiteY1098" fmla="*/ 338233 h 485775"/>
                <a:gd name="connsiteX1099" fmla="*/ 389001 w 514350"/>
                <a:gd name="connsiteY1099" fmla="*/ 338423 h 485775"/>
                <a:gd name="connsiteX1100" fmla="*/ 388525 w 514350"/>
                <a:gd name="connsiteY1100" fmla="*/ 339471 h 485775"/>
                <a:gd name="connsiteX1101" fmla="*/ 389763 w 514350"/>
                <a:gd name="connsiteY1101" fmla="*/ 340043 h 485775"/>
                <a:gd name="connsiteX1102" fmla="*/ 390906 w 514350"/>
                <a:gd name="connsiteY1102" fmla="*/ 340328 h 485775"/>
                <a:gd name="connsiteX1103" fmla="*/ 392144 w 514350"/>
                <a:gd name="connsiteY1103" fmla="*/ 341186 h 485775"/>
                <a:gd name="connsiteX1104" fmla="*/ 391954 w 514350"/>
                <a:gd name="connsiteY1104" fmla="*/ 341567 h 485775"/>
                <a:gd name="connsiteX1105" fmla="*/ 390715 w 514350"/>
                <a:gd name="connsiteY1105" fmla="*/ 342424 h 485775"/>
                <a:gd name="connsiteX1106" fmla="*/ 389954 w 514350"/>
                <a:gd name="connsiteY1106" fmla="*/ 343090 h 485775"/>
                <a:gd name="connsiteX1107" fmla="*/ 389954 w 514350"/>
                <a:gd name="connsiteY1107" fmla="*/ 343853 h 485775"/>
                <a:gd name="connsiteX1108" fmla="*/ 389477 w 514350"/>
                <a:gd name="connsiteY1108" fmla="*/ 344614 h 485775"/>
                <a:gd name="connsiteX1109" fmla="*/ 390144 w 514350"/>
                <a:gd name="connsiteY1109" fmla="*/ 345091 h 485775"/>
                <a:gd name="connsiteX1110" fmla="*/ 391287 w 514350"/>
                <a:gd name="connsiteY1110" fmla="*/ 345186 h 485775"/>
                <a:gd name="connsiteX1111" fmla="*/ 392621 w 514350"/>
                <a:gd name="connsiteY1111" fmla="*/ 344900 h 485775"/>
                <a:gd name="connsiteX1112" fmla="*/ 393383 w 514350"/>
                <a:gd name="connsiteY1112" fmla="*/ 344519 h 485775"/>
                <a:gd name="connsiteX1113" fmla="*/ 394335 w 514350"/>
                <a:gd name="connsiteY1113" fmla="*/ 344329 h 485775"/>
                <a:gd name="connsiteX1114" fmla="*/ 395002 w 514350"/>
                <a:gd name="connsiteY1114" fmla="*/ 343948 h 485775"/>
                <a:gd name="connsiteX1115" fmla="*/ 395288 w 514350"/>
                <a:gd name="connsiteY1115" fmla="*/ 343471 h 485775"/>
                <a:gd name="connsiteX1116" fmla="*/ 396621 w 514350"/>
                <a:gd name="connsiteY1116" fmla="*/ 343471 h 485775"/>
                <a:gd name="connsiteX1117" fmla="*/ 398621 w 514350"/>
                <a:gd name="connsiteY1117" fmla="*/ 343853 h 485775"/>
                <a:gd name="connsiteX1118" fmla="*/ 400145 w 514350"/>
                <a:gd name="connsiteY1118" fmla="*/ 343948 h 485775"/>
                <a:gd name="connsiteX1119" fmla="*/ 402527 w 514350"/>
                <a:gd name="connsiteY1119" fmla="*/ 345091 h 485775"/>
                <a:gd name="connsiteX1120" fmla="*/ 404717 w 514350"/>
                <a:gd name="connsiteY1120" fmla="*/ 345662 h 485775"/>
                <a:gd name="connsiteX1121" fmla="*/ 406432 w 514350"/>
                <a:gd name="connsiteY1121" fmla="*/ 345853 h 485775"/>
                <a:gd name="connsiteX1122" fmla="*/ 407003 w 514350"/>
                <a:gd name="connsiteY1122" fmla="*/ 345948 h 485775"/>
                <a:gd name="connsiteX1123" fmla="*/ 407861 w 514350"/>
                <a:gd name="connsiteY1123" fmla="*/ 346520 h 485775"/>
                <a:gd name="connsiteX1124" fmla="*/ 409004 w 514350"/>
                <a:gd name="connsiteY1124" fmla="*/ 346615 h 485775"/>
                <a:gd name="connsiteX1125" fmla="*/ 411385 w 514350"/>
                <a:gd name="connsiteY1125" fmla="*/ 347186 h 485775"/>
                <a:gd name="connsiteX1126" fmla="*/ 412052 w 514350"/>
                <a:gd name="connsiteY1126" fmla="*/ 347853 h 485775"/>
                <a:gd name="connsiteX1127" fmla="*/ 412433 w 514350"/>
                <a:gd name="connsiteY1127" fmla="*/ 348615 h 485775"/>
                <a:gd name="connsiteX1128" fmla="*/ 413861 w 514350"/>
                <a:gd name="connsiteY1128" fmla="*/ 347758 h 485775"/>
                <a:gd name="connsiteX1129" fmla="*/ 414528 w 514350"/>
                <a:gd name="connsiteY1129" fmla="*/ 346901 h 485775"/>
                <a:gd name="connsiteX1130" fmla="*/ 415004 w 514350"/>
                <a:gd name="connsiteY1130" fmla="*/ 346424 h 485775"/>
                <a:gd name="connsiteX1131" fmla="*/ 415481 w 514350"/>
                <a:gd name="connsiteY1131" fmla="*/ 345567 h 485775"/>
                <a:gd name="connsiteX1132" fmla="*/ 415195 w 514350"/>
                <a:gd name="connsiteY1132" fmla="*/ 343471 h 485775"/>
                <a:gd name="connsiteX1133" fmla="*/ 415861 w 514350"/>
                <a:gd name="connsiteY1133" fmla="*/ 341852 h 485775"/>
                <a:gd name="connsiteX1134" fmla="*/ 415861 w 514350"/>
                <a:gd name="connsiteY1134" fmla="*/ 341376 h 485775"/>
                <a:gd name="connsiteX1135" fmla="*/ 416052 w 514350"/>
                <a:gd name="connsiteY1135" fmla="*/ 340138 h 485775"/>
                <a:gd name="connsiteX1136" fmla="*/ 415004 w 514350"/>
                <a:gd name="connsiteY1136" fmla="*/ 338328 h 485775"/>
                <a:gd name="connsiteX1137" fmla="*/ 415957 w 514350"/>
                <a:gd name="connsiteY1137" fmla="*/ 337471 h 485775"/>
                <a:gd name="connsiteX1138" fmla="*/ 416338 w 514350"/>
                <a:gd name="connsiteY1138" fmla="*/ 336709 h 485775"/>
                <a:gd name="connsiteX1139" fmla="*/ 416814 w 514350"/>
                <a:gd name="connsiteY1139" fmla="*/ 334042 h 485775"/>
                <a:gd name="connsiteX1140" fmla="*/ 417481 w 514350"/>
                <a:gd name="connsiteY1140" fmla="*/ 334232 h 485775"/>
                <a:gd name="connsiteX1141" fmla="*/ 418910 w 514350"/>
                <a:gd name="connsiteY1141" fmla="*/ 334709 h 485775"/>
                <a:gd name="connsiteX1142" fmla="*/ 419767 w 514350"/>
                <a:gd name="connsiteY1142" fmla="*/ 334709 h 485775"/>
                <a:gd name="connsiteX1143" fmla="*/ 420624 w 514350"/>
                <a:gd name="connsiteY1143" fmla="*/ 334709 h 485775"/>
                <a:gd name="connsiteX1144" fmla="*/ 421291 w 514350"/>
                <a:gd name="connsiteY1144" fmla="*/ 334518 h 485775"/>
                <a:gd name="connsiteX1145" fmla="*/ 421767 w 514350"/>
                <a:gd name="connsiteY1145" fmla="*/ 334137 h 485775"/>
                <a:gd name="connsiteX1146" fmla="*/ 421577 w 514350"/>
                <a:gd name="connsiteY1146" fmla="*/ 333185 h 485775"/>
                <a:gd name="connsiteX1147" fmla="*/ 421862 w 514350"/>
                <a:gd name="connsiteY1147" fmla="*/ 332327 h 485775"/>
                <a:gd name="connsiteX1148" fmla="*/ 421958 w 514350"/>
                <a:gd name="connsiteY1148" fmla="*/ 331184 h 485775"/>
                <a:gd name="connsiteX1149" fmla="*/ 421672 w 514350"/>
                <a:gd name="connsiteY1149" fmla="*/ 330708 h 485775"/>
                <a:gd name="connsiteX1150" fmla="*/ 421196 w 514350"/>
                <a:gd name="connsiteY1150" fmla="*/ 330232 h 485775"/>
                <a:gd name="connsiteX1151" fmla="*/ 421005 w 514350"/>
                <a:gd name="connsiteY1151" fmla="*/ 329565 h 485775"/>
                <a:gd name="connsiteX1152" fmla="*/ 421100 w 514350"/>
                <a:gd name="connsiteY1152" fmla="*/ 328422 h 485775"/>
                <a:gd name="connsiteX1153" fmla="*/ 420815 w 514350"/>
                <a:gd name="connsiteY1153" fmla="*/ 327470 h 485775"/>
                <a:gd name="connsiteX1154" fmla="*/ 421767 w 514350"/>
                <a:gd name="connsiteY1154" fmla="*/ 326993 h 485775"/>
                <a:gd name="connsiteX1155" fmla="*/ 422624 w 514350"/>
                <a:gd name="connsiteY1155" fmla="*/ 326898 h 485775"/>
                <a:gd name="connsiteX1156" fmla="*/ 423767 w 514350"/>
                <a:gd name="connsiteY1156" fmla="*/ 326993 h 485775"/>
                <a:gd name="connsiteX1157" fmla="*/ 424720 w 514350"/>
                <a:gd name="connsiteY1157" fmla="*/ 327565 h 485775"/>
                <a:gd name="connsiteX1158" fmla="*/ 425672 w 514350"/>
                <a:gd name="connsiteY1158" fmla="*/ 328422 h 485775"/>
                <a:gd name="connsiteX1159" fmla="*/ 426625 w 514350"/>
                <a:gd name="connsiteY1159" fmla="*/ 328994 h 485775"/>
                <a:gd name="connsiteX1160" fmla="*/ 427863 w 514350"/>
                <a:gd name="connsiteY1160" fmla="*/ 329470 h 485775"/>
                <a:gd name="connsiteX1161" fmla="*/ 430054 w 514350"/>
                <a:gd name="connsiteY1161" fmla="*/ 330041 h 485775"/>
                <a:gd name="connsiteX1162" fmla="*/ 430721 w 514350"/>
                <a:gd name="connsiteY1162" fmla="*/ 330041 h 485775"/>
                <a:gd name="connsiteX1163" fmla="*/ 431483 w 514350"/>
                <a:gd name="connsiteY1163" fmla="*/ 329755 h 485775"/>
                <a:gd name="connsiteX1164" fmla="*/ 432340 w 514350"/>
                <a:gd name="connsiteY1164" fmla="*/ 329470 h 485775"/>
                <a:gd name="connsiteX1165" fmla="*/ 434721 w 514350"/>
                <a:gd name="connsiteY1165" fmla="*/ 329184 h 485775"/>
                <a:gd name="connsiteX1166" fmla="*/ 435388 w 514350"/>
                <a:gd name="connsiteY1166" fmla="*/ 328517 h 485775"/>
                <a:gd name="connsiteX1167" fmla="*/ 435769 w 514350"/>
                <a:gd name="connsiteY1167" fmla="*/ 327946 h 485775"/>
                <a:gd name="connsiteX1168" fmla="*/ 436340 w 514350"/>
                <a:gd name="connsiteY1168" fmla="*/ 327565 h 485775"/>
                <a:gd name="connsiteX1169" fmla="*/ 436817 w 514350"/>
                <a:gd name="connsiteY1169" fmla="*/ 326993 h 485775"/>
                <a:gd name="connsiteX1170" fmla="*/ 437102 w 514350"/>
                <a:gd name="connsiteY1170" fmla="*/ 325946 h 485775"/>
                <a:gd name="connsiteX1171" fmla="*/ 437960 w 514350"/>
                <a:gd name="connsiteY1171" fmla="*/ 326327 h 485775"/>
                <a:gd name="connsiteX1172" fmla="*/ 438912 w 514350"/>
                <a:gd name="connsiteY1172" fmla="*/ 327088 h 485775"/>
                <a:gd name="connsiteX1173" fmla="*/ 441484 w 514350"/>
                <a:gd name="connsiteY1173" fmla="*/ 325946 h 485775"/>
                <a:gd name="connsiteX1174" fmla="*/ 445389 w 514350"/>
                <a:gd name="connsiteY1174" fmla="*/ 324612 h 485775"/>
                <a:gd name="connsiteX1175" fmla="*/ 448532 w 514350"/>
                <a:gd name="connsiteY1175" fmla="*/ 323755 h 485775"/>
                <a:gd name="connsiteX1176" fmla="*/ 450533 w 514350"/>
                <a:gd name="connsiteY1176" fmla="*/ 323660 h 485775"/>
                <a:gd name="connsiteX1177" fmla="*/ 451104 w 514350"/>
                <a:gd name="connsiteY1177" fmla="*/ 322517 h 485775"/>
                <a:gd name="connsiteX1178" fmla="*/ 452533 w 514350"/>
                <a:gd name="connsiteY1178" fmla="*/ 320993 h 485775"/>
                <a:gd name="connsiteX1179" fmla="*/ 451866 w 514350"/>
                <a:gd name="connsiteY1179" fmla="*/ 320326 h 485775"/>
                <a:gd name="connsiteX1180" fmla="*/ 451485 w 514350"/>
                <a:gd name="connsiteY1180" fmla="*/ 319564 h 485775"/>
                <a:gd name="connsiteX1181" fmla="*/ 451390 w 514350"/>
                <a:gd name="connsiteY1181" fmla="*/ 315944 h 485775"/>
                <a:gd name="connsiteX1182" fmla="*/ 451580 w 514350"/>
                <a:gd name="connsiteY1182" fmla="*/ 314801 h 485775"/>
                <a:gd name="connsiteX1183" fmla="*/ 452342 w 514350"/>
                <a:gd name="connsiteY1183" fmla="*/ 313754 h 485775"/>
                <a:gd name="connsiteX1184" fmla="*/ 452723 w 514350"/>
                <a:gd name="connsiteY1184" fmla="*/ 312801 h 485775"/>
                <a:gd name="connsiteX1185" fmla="*/ 453676 w 514350"/>
                <a:gd name="connsiteY1185" fmla="*/ 312230 h 485775"/>
                <a:gd name="connsiteX1186" fmla="*/ 457010 w 514350"/>
                <a:gd name="connsiteY1186" fmla="*/ 312896 h 485775"/>
                <a:gd name="connsiteX1187" fmla="*/ 458819 w 514350"/>
                <a:gd name="connsiteY1187" fmla="*/ 312706 h 485775"/>
                <a:gd name="connsiteX1188" fmla="*/ 461486 w 514350"/>
                <a:gd name="connsiteY1188" fmla="*/ 312801 h 485775"/>
                <a:gd name="connsiteX1189" fmla="*/ 461963 w 514350"/>
                <a:gd name="connsiteY1189" fmla="*/ 312896 h 485775"/>
                <a:gd name="connsiteX1190" fmla="*/ 462534 w 514350"/>
                <a:gd name="connsiteY1190" fmla="*/ 313087 h 485775"/>
                <a:gd name="connsiteX1191" fmla="*/ 464248 w 514350"/>
                <a:gd name="connsiteY1191" fmla="*/ 311944 h 485775"/>
                <a:gd name="connsiteX1192" fmla="*/ 465106 w 514350"/>
                <a:gd name="connsiteY1192" fmla="*/ 310991 h 485775"/>
                <a:gd name="connsiteX1193" fmla="*/ 466249 w 514350"/>
                <a:gd name="connsiteY1193" fmla="*/ 309181 h 485775"/>
                <a:gd name="connsiteX1194" fmla="*/ 466535 w 514350"/>
                <a:gd name="connsiteY1194" fmla="*/ 308324 h 485775"/>
                <a:gd name="connsiteX1195" fmla="*/ 467678 w 514350"/>
                <a:gd name="connsiteY1195" fmla="*/ 306514 h 485775"/>
                <a:gd name="connsiteX1196" fmla="*/ 468916 w 514350"/>
                <a:gd name="connsiteY1196" fmla="*/ 304705 h 485775"/>
                <a:gd name="connsiteX1197" fmla="*/ 469202 w 514350"/>
                <a:gd name="connsiteY1197" fmla="*/ 304514 h 485775"/>
                <a:gd name="connsiteX1198" fmla="*/ 469868 w 514350"/>
                <a:gd name="connsiteY1198" fmla="*/ 304419 h 485775"/>
                <a:gd name="connsiteX1199" fmla="*/ 470630 w 514350"/>
                <a:gd name="connsiteY1199" fmla="*/ 304610 h 485775"/>
                <a:gd name="connsiteX1200" fmla="*/ 471297 w 514350"/>
                <a:gd name="connsiteY1200" fmla="*/ 305181 h 485775"/>
                <a:gd name="connsiteX1201" fmla="*/ 471392 w 514350"/>
                <a:gd name="connsiteY1201" fmla="*/ 306324 h 485775"/>
                <a:gd name="connsiteX1202" fmla="*/ 472059 w 514350"/>
                <a:gd name="connsiteY1202" fmla="*/ 307181 h 485775"/>
                <a:gd name="connsiteX1203" fmla="*/ 473773 w 514350"/>
                <a:gd name="connsiteY1203" fmla="*/ 308229 h 485775"/>
                <a:gd name="connsiteX1204" fmla="*/ 474631 w 514350"/>
                <a:gd name="connsiteY1204" fmla="*/ 308610 h 485775"/>
                <a:gd name="connsiteX1205" fmla="*/ 475393 w 514350"/>
                <a:gd name="connsiteY1205" fmla="*/ 308705 h 485775"/>
                <a:gd name="connsiteX1206" fmla="*/ 476155 w 514350"/>
                <a:gd name="connsiteY1206" fmla="*/ 308801 h 485775"/>
                <a:gd name="connsiteX1207" fmla="*/ 478631 w 514350"/>
                <a:gd name="connsiteY1207" fmla="*/ 308038 h 485775"/>
                <a:gd name="connsiteX1208" fmla="*/ 479679 w 514350"/>
                <a:gd name="connsiteY1208" fmla="*/ 308038 h 485775"/>
                <a:gd name="connsiteX1209" fmla="*/ 479965 w 514350"/>
                <a:gd name="connsiteY1209" fmla="*/ 307467 h 485775"/>
                <a:gd name="connsiteX1210" fmla="*/ 480251 w 514350"/>
                <a:gd name="connsiteY1210" fmla="*/ 306800 h 485775"/>
                <a:gd name="connsiteX1211" fmla="*/ 481775 w 514350"/>
                <a:gd name="connsiteY1211" fmla="*/ 306419 h 485775"/>
                <a:gd name="connsiteX1212" fmla="*/ 482727 w 514350"/>
                <a:gd name="connsiteY1212" fmla="*/ 305657 h 485775"/>
                <a:gd name="connsiteX1213" fmla="*/ 483203 w 514350"/>
                <a:gd name="connsiteY1213" fmla="*/ 304514 h 485775"/>
                <a:gd name="connsiteX1214" fmla="*/ 483870 w 514350"/>
                <a:gd name="connsiteY1214" fmla="*/ 303657 h 485775"/>
                <a:gd name="connsiteX1215" fmla="*/ 484537 w 514350"/>
                <a:gd name="connsiteY1215" fmla="*/ 302800 h 485775"/>
                <a:gd name="connsiteX1216" fmla="*/ 486251 w 514350"/>
                <a:gd name="connsiteY1216" fmla="*/ 301085 h 485775"/>
                <a:gd name="connsiteX1217" fmla="*/ 487394 w 514350"/>
                <a:gd name="connsiteY1217" fmla="*/ 299561 h 485775"/>
                <a:gd name="connsiteX1218" fmla="*/ 488633 w 514350"/>
                <a:gd name="connsiteY1218" fmla="*/ 297561 h 485775"/>
                <a:gd name="connsiteX1219" fmla="*/ 488918 w 514350"/>
                <a:gd name="connsiteY1219" fmla="*/ 296894 h 485775"/>
                <a:gd name="connsiteX1220" fmla="*/ 488918 w 514350"/>
                <a:gd name="connsiteY1220" fmla="*/ 296132 h 485775"/>
                <a:gd name="connsiteX1221" fmla="*/ 488728 w 514350"/>
                <a:gd name="connsiteY1221" fmla="*/ 295465 h 485775"/>
                <a:gd name="connsiteX1222" fmla="*/ 488728 w 514350"/>
                <a:gd name="connsiteY1222" fmla="*/ 294132 h 485775"/>
                <a:gd name="connsiteX1223" fmla="*/ 489204 w 514350"/>
                <a:gd name="connsiteY1223" fmla="*/ 292513 h 485775"/>
                <a:gd name="connsiteX1224" fmla="*/ 489394 w 514350"/>
                <a:gd name="connsiteY1224" fmla="*/ 291179 h 485775"/>
                <a:gd name="connsiteX1225" fmla="*/ 489204 w 514350"/>
                <a:gd name="connsiteY1225" fmla="*/ 290131 h 485775"/>
                <a:gd name="connsiteX1226" fmla="*/ 489394 w 514350"/>
                <a:gd name="connsiteY1226" fmla="*/ 287464 h 485775"/>
                <a:gd name="connsiteX1227" fmla="*/ 489585 w 514350"/>
                <a:gd name="connsiteY1227" fmla="*/ 286607 h 485775"/>
                <a:gd name="connsiteX1228" fmla="*/ 490442 w 514350"/>
                <a:gd name="connsiteY1228" fmla="*/ 285369 h 485775"/>
                <a:gd name="connsiteX1229" fmla="*/ 491014 w 514350"/>
                <a:gd name="connsiteY1229" fmla="*/ 284417 h 485775"/>
                <a:gd name="connsiteX1230" fmla="*/ 491776 w 514350"/>
                <a:gd name="connsiteY1230" fmla="*/ 283464 h 485775"/>
                <a:gd name="connsiteX1231" fmla="*/ 492157 w 514350"/>
                <a:gd name="connsiteY1231" fmla="*/ 282893 h 485775"/>
                <a:gd name="connsiteX1232" fmla="*/ 492157 w 514350"/>
                <a:gd name="connsiteY1232" fmla="*/ 282512 h 485775"/>
                <a:gd name="connsiteX1233" fmla="*/ 491871 w 514350"/>
                <a:gd name="connsiteY1233" fmla="*/ 282130 h 485775"/>
                <a:gd name="connsiteX1234" fmla="*/ 490919 w 514350"/>
                <a:gd name="connsiteY1234" fmla="*/ 281273 h 485775"/>
                <a:gd name="connsiteX1235" fmla="*/ 489776 w 514350"/>
                <a:gd name="connsiteY1235" fmla="*/ 280416 h 485775"/>
                <a:gd name="connsiteX1236" fmla="*/ 490347 w 514350"/>
                <a:gd name="connsiteY1236" fmla="*/ 279749 h 485775"/>
                <a:gd name="connsiteX1237" fmla="*/ 490538 w 514350"/>
                <a:gd name="connsiteY1237" fmla="*/ 279463 h 485775"/>
                <a:gd name="connsiteX1238" fmla="*/ 490538 w 514350"/>
                <a:gd name="connsiteY1238" fmla="*/ 278797 h 485775"/>
                <a:gd name="connsiteX1239" fmla="*/ 490823 w 514350"/>
                <a:gd name="connsiteY1239" fmla="*/ 278035 h 485775"/>
                <a:gd name="connsiteX1240" fmla="*/ 491585 w 514350"/>
                <a:gd name="connsiteY1240" fmla="*/ 276987 h 485775"/>
                <a:gd name="connsiteX1241" fmla="*/ 493395 w 514350"/>
                <a:gd name="connsiteY1241" fmla="*/ 275558 h 485775"/>
                <a:gd name="connsiteX1242" fmla="*/ 494538 w 514350"/>
                <a:gd name="connsiteY1242" fmla="*/ 273748 h 485775"/>
                <a:gd name="connsiteX1243" fmla="*/ 494729 w 514350"/>
                <a:gd name="connsiteY1243" fmla="*/ 273082 h 485775"/>
                <a:gd name="connsiteX1244" fmla="*/ 495586 w 514350"/>
                <a:gd name="connsiteY1244" fmla="*/ 271177 h 485775"/>
                <a:gd name="connsiteX1245" fmla="*/ 496348 w 514350"/>
                <a:gd name="connsiteY1245" fmla="*/ 269938 h 485775"/>
                <a:gd name="connsiteX1246" fmla="*/ 497300 w 514350"/>
                <a:gd name="connsiteY1246" fmla="*/ 269177 h 485775"/>
                <a:gd name="connsiteX1247" fmla="*/ 497681 w 514350"/>
                <a:gd name="connsiteY1247" fmla="*/ 268605 h 485775"/>
                <a:gd name="connsiteX1248" fmla="*/ 497586 w 514350"/>
                <a:gd name="connsiteY1248" fmla="*/ 266795 h 485775"/>
                <a:gd name="connsiteX1249" fmla="*/ 497777 w 514350"/>
                <a:gd name="connsiteY1249" fmla="*/ 265652 h 485775"/>
                <a:gd name="connsiteX1250" fmla="*/ 497872 w 514350"/>
                <a:gd name="connsiteY1250" fmla="*/ 264890 h 485775"/>
                <a:gd name="connsiteX1251" fmla="*/ 498253 w 514350"/>
                <a:gd name="connsiteY1251" fmla="*/ 263938 h 485775"/>
                <a:gd name="connsiteX1252" fmla="*/ 498919 w 514350"/>
                <a:gd name="connsiteY1252" fmla="*/ 263366 h 485775"/>
                <a:gd name="connsiteX1253" fmla="*/ 502063 w 514350"/>
                <a:gd name="connsiteY1253" fmla="*/ 261842 h 485775"/>
                <a:gd name="connsiteX1254" fmla="*/ 502444 w 514350"/>
                <a:gd name="connsiteY1254" fmla="*/ 261461 h 485775"/>
                <a:gd name="connsiteX1255" fmla="*/ 503111 w 514350"/>
                <a:gd name="connsiteY1255" fmla="*/ 260032 h 485775"/>
                <a:gd name="connsiteX1256" fmla="*/ 503587 w 514350"/>
                <a:gd name="connsiteY1256" fmla="*/ 259556 h 485775"/>
                <a:gd name="connsiteX1257" fmla="*/ 505778 w 514350"/>
                <a:gd name="connsiteY1257" fmla="*/ 259175 h 485775"/>
                <a:gd name="connsiteX1258" fmla="*/ 507111 w 514350"/>
                <a:gd name="connsiteY1258" fmla="*/ 259175 h 485775"/>
                <a:gd name="connsiteX1259" fmla="*/ 509588 w 514350"/>
                <a:gd name="connsiteY1259" fmla="*/ 258985 h 485775"/>
                <a:gd name="connsiteX1260" fmla="*/ 510731 w 514350"/>
                <a:gd name="connsiteY1260" fmla="*/ 258604 h 485775"/>
                <a:gd name="connsiteX1261" fmla="*/ 511493 w 514350"/>
                <a:gd name="connsiteY1261" fmla="*/ 257937 h 485775"/>
                <a:gd name="connsiteX1262" fmla="*/ 512255 w 514350"/>
                <a:gd name="connsiteY1262" fmla="*/ 256889 h 485775"/>
                <a:gd name="connsiteX1263" fmla="*/ 512921 w 514350"/>
                <a:gd name="connsiteY1263" fmla="*/ 255079 h 485775"/>
                <a:gd name="connsiteX1264" fmla="*/ 513588 w 514350"/>
                <a:gd name="connsiteY1264" fmla="*/ 254413 h 485775"/>
                <a:gd name="connsiteX1265" fmla="*/ 515207 w 514350"/>
                <a:gd name="connsiteY1265" fmla="*/ 253174 h 485775"/>
                <a:gd name="connsiteX1266" fmla="*/ 515874 w 514350"/>
                <a:gd name="connsiteY1266" fmla="*/ 252698 h 485775"/>
                <a:gd name="connsiteX1267" fmla="*/ 517017 w 514350"/>
                <a:gd name="connsiteY1267" fmla="*/ 252413 h 485775"/>
                <a:gd name="connsiteX1268" fmla="*/ 518636 w 514350"/>
                <a:gd name="connsiteY1268" fmla="*/ 252794 h 485775"/>
                <a:gd name="connsiteX1269" fmla="*/ 519875 w 514350"/>
                <a:gd name="connsiteY1269" fmla="*/ 251365 h 485775"/>
                <a:gd name="connsiteX1270" fmla="*/ 521970 w 514350"/>
                <a:gd name="connsiteY1270" fmla="*/ 251174 h 485775"/>
                <a:gd name="connsiteX1271" fmla="*/ 522637 w 514350"/>
                <a:gd name="connsiteY1271" fmla="*/ 250222 h 485775"/>
                <a:gd name="connsiteX1272" fmla="*/ 523399 w 514350"/>
                <a:gd name="connsiteY1272" fmla="*/ 249650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</a:cxnLst>
              <a:rect l="l" t="t" r="r" b="b"/>
              <a:pathLst>
                <a:path w="514350" h="485775">
                  <a:moveTo>
                    <a:pt x="523208" y="248603"/>
                  </a:moveTo>
                  <a:lnTo>
                    <a:pt x="522637" y="247460"/>
                  </a:lnTo>
                  <a:lnTo>
                    <a:pt x="521875" y="246412"/>
                  </a:lnTo>
                  <a:lnTo>
                    <a:pt x="520446" y="245459"/>
                  </a:lnTo>
                  <a:lnTo>
                    <a:pt x="519779" y="244697"/>
                  </a:lnTo>
                  <a:lnTo>
                    <a:pt x="519303" y="241840"/>
                  </a:lnTo>
                  <a:lnTo>
                    <a:pt x="519303" y="241840"/>
                  </a:lnTo>
                  <a:lnTo>
                    <a:pt x="519303" y="241840"/>
                  </a:lnTo>
                  <a:lnTo>
                    <a:pt x="517017" y="243173"/>
                  </a:lnTo>
                  <a:lnTo>
                    <a:pt x="515398" y="244697"/>
                  </a:lnTo>
                  <a:lnTo>
                    <a:pt x="514445" y="246126"/>
                  </a:lnTo>
                  <a:lnTo>
                    <a:pt x="513017" y="247650"/>
                  </a:lnTo>
                  <a:lnTo>
                    <a:pt x="511397" y="248317"/>
                  </a:lnTo>
                  <a:lnTo>
                    <a:pt x="507397" y="248793"/>
                  </a:lnTo>
                  <a:lnTo>
                    <a:pt x="505587" y="249841"/>
                  </a:lnTo>
                  <a:lnTo>
                    <a:pt x="503587" y="251555"/>
                  </a:lnTo>
                  <a:lnTo>
                    <a:pt x="501682" y="253651"/>
                  </a:lnTo>
                  <a:lnTo>
                    <a:pt x="498443" y="255365"/>
                  </a:lnTo>
                  <a:lnTo>
                    <a:pt x="496062" y="254603"/>
                  </a:lnTo>
                  <a:lnTo>
                    <a:pt x="492252" y="252127"/>
                  </a:lnTo>
                  <a:lnTo>
                    <a:pt x="490728" y="251841"/>
                  </a:lnTo>
                  <a:lnTo>
                    <a:pt x="489776" y="252031"/>
                  </a:lnTo>
                  <a:lnTo>
                    <a:pt x="489204" y="252794"/>
                  </a:lnTo>
                  <a:lnTo>
                    <a:pt x="488537" y="254889"/>
                  </a:lnTo>
                  <a:lnTo>
                    <a:pt x="487966" y="255842"/>
                  </a:lnTo>
                  <a:lnTo>
                    <a:pt x="487109" y="256508"/>
                  </a:lnTo>
                  <a:lnTo>
                    <a:pt x="486251" y="256508"/>
                  </a:lnTo>
                  <a:lnTo>
                    <a:pt x="484823" y="256127"/>
                  </a:lnTo>
                  <a:lnTo>
                    <a:pt x="483680" y="255651"/>
                  </a:lnTo>
                  <a:lnTo>
                    <a:pt x="477203" y="254222"/>
                  </a:lnTo>
                  <a:lnTo>
                    <a:pt x="468630" y="253937"/>
                  </a:lnTo>
                  <a:lnTo>
                    <a:pt x="463391" y="254508"/>
                  </a:lnTo>
                  <a:lnTo>
                    <a:pt x="460058" y="254508"/>
                  </a:lnTo>
                  <a:lnTo>
                    <a:pt x="457295" y="253937"/>
                  </a:lnTo>
                  <a:lnTo>
                    <a:pt x="455200" y="252984"/>
                  </a:lnTo>
                  <a:lnTo>
                    <a:pt x="452247" y="251174"/>
                  </a:lnTo>
                  <a:lnTo>
                    <a:pt x="451009" y="250603"/>
                  </a:lnTo>
                  <a:lnTo>
                    <a:pt x="449866" y="250412"/>
                  </a:lnTo>
                  <a:lnTo>
                    <a:pt x="448818" y="250603"/>
                  </a:lnTo>
                  <a:lnTo>
                    <a:pt x="447389" y="251365"/>
                  </a:lnTo>
                  <a:lnTo>
                    <a:pt x="444246" y="253555"/>
                  </a:lnTo>
                  <a:lnTo>
                    <a:pt x="441293" y="254984"/>
                  </a:lnTo>
                  <a:lnTo>
                    <a:pt x="438436" y="257175"/>
                  </a:lnTo>
                  <a:lnTo>
                    <a:pt x="436912" y="257937"/>
                  </a:lnTo>
                  <a:lnTo>
                    <a:pt x="435102" y="257746"/>
                  </a:lnTo>
                  <a:lnTo>
                    <a:pt x="433483" y="256794"/>
                  </a:lnTo>
                  <a:lnTo>
                    <a:pt x="431768" y="254127"/>
                  </a:lnTo>
                  <a:lnTo>
                    <a:pt x="430054" y="250127"/>
                  </a:lnTo>
                  <a:lnTo>
                    <a:pt x="429292" y="235172"/>
                  </a:lnTo>
                  <a:lnTo>
                    <a:pt x="428720" y="233172"/>
                  </a:lnTo>
                  <a:lnTo>
                    <a:pt x="426530" y="229171"/>
                  </a:lnTo>
                  <a:lnTo>
                    <a:pt x="425768" y="227267"/>
                  </a:lnTo>
                  <a:lnTo>
                    <a:pt x="425006" y="224885"/>
                  </a:lnTo>
                  <a:lnTo>
                    <a:pt x="424625" y="222695"/>
                  </a:lnTo>
                  <a:lnTo>
                    <a:pt x="424529" y="220313"/>
                  </a:lnTo>
                  <a:lnTo>
                    <a:pt x="425006" y="218313"/>
                  </a:lnTo>
                  <a:lnTo>
                    <a:pt x="425863" y="216503"/>
                  </a:lnTo>
                  <a:lnTo>
                    <a:pt x="426815" y="214979"/>
                  </a:lnTo>
                  <a:lnTo>
                    <a:pt x="427292" y="213741"/>
                  </a:lnTo>
                  <a:lnTo>
                    <a:pt x="427006" y="212788"/>
                  </a:lnTo>
                  <a:lnTo>
                    <a:pt x="426148" y="212217"/>
                  </a:lnTo>
                  <a:lnTo>
                    <a:pt x="424148" y="211931"/>
                  </a:lnTo>
                  <a:lnTo>
                    <a:pt x="422719" y="212407"/>
                  </a:lnTo>
                  <a:lnTo>
                    <a:pt x="419862" y="213646"/>
                  </a:lnTo>
                  <a:lnTo>
                    <a:pt x="418433" y="214122"/>
                  </a:lnTo>
                  <a:lnTo>
                    <a:pt x="417195" y="214027"/>
                  </a:lnTo>
                  <a:lnTo>
                    <a:pt x="416052" y="213360"/>
                  </a:lnTo>
                  <a:lnTo>
                    <a:pt x="415290" y="211836"/>
                  </a:lnTo>
                  <a:lnTo>
                    <a:pt x="415004" y="210217"/>
                  </a:lnTo>
                  <a:lnTo>
                    <a:pt x="414909" y="208502"/>
                  </a:lnTo>
                  <a:lnTo>
                    <a:pt x="414719" y="206883"/>
                  </a:lnTo>
                  <a:lnTo>
                    <a:pt x="414147" y="205549"/>
                  </a:lnTo>
                  <a:lnTo>
                    <a:pt x="412909" y="204788"/>
                  </a:lnTo>
                  <a:lnTo>
                    <a:pt x="411956" y="204597"/>
                  </a:lnTo>
                  <a:lnTo>
                    <a:pt x="411004" y="204883"/>
                  </a:lnTo>
                  <a:lnTo>
                    <a:pt x="410528" y="205359"/>
                  </a:lnTo>
                  <a:lnTo>
                    <a:pt x="410242" y="206026"/>
                  </a:lnTo>
                  <a:lnTo>
                    <a:pt x="409765" y="208597"/>
                  </a:lnTo>
                  <a:lnTo>
                    <a:pt x="409480" y="209264"/>
                  </a:lnTo>
                  <a:lnTo>
                    <a:pt x="409194" y="209836"/>
                  </a:lnTo>
                  <a:lnTo>
                    <a:pt x="408623" y="210312"/>
                  </a:lnTo>
                  <a:lnTo>
                    <a:pt x="407670" y="210598"/>
                  </a:lnTo>
                  <a:lnTo>
                    <a:pt x="406241" y="210788"/>
                  </a:lnTo>
                  <a:lnTo>
                    <a:pt x="403289" y="210788"/>
                  </a:lnTo>
                  <a:lnTo>
                    <a:pt x="402050" y="210503"/>
                  </a:lnTo>
                  <a:lnTo>
                    <a:pt x="401193" y="209645"/>
                  </a:lnTo>
                  <a:lnTo>
                    <a:pt x="400526" y="208026"/>
                  </a:lnTo>
                  <a:lnTo>
                    <a:pt x="400526" y="206693"/>
                  </a:lnTo>
                  <a:lnTo>
                    <a:pt x="400812" y="205549"/>
                  </a:lnTo>
                  <a:lnTo>
                    <a:pt x="401384" y="204788"/>
                  </a:lnTo>
                  <a:lnTo>
                    <a:pt x="402336" y="204121"/>
                  </a:lnTo>
                  <a:lnTo>
                    <a:pt x="404527" y="203073"/>
                  </a:lnTo>
                  <a:lnTo>
                    <a:pt x="405479" y="202502"/>
                  </a:lnTo>
                  <a:lnTo>
                    <a:pt x="405765" y="201739"/>
                  </a:lnTo>
                  <a:lnTo>
                    <a:pt x="405670" y="200596"/>
                  </a:lnTo>
                  <a:lnTo>
                    <a:pt x="405194" y="199358"/>
                  </a:lnTo>
                  <a:lnTo>
                    <a:pt x="402336" y="194691"/>
                  </a:lnTo>
                  <a:lnTo>
                    <a:pt x="399479" y="188023"/>
                  </a:lnTo>
                  <a:lnTo>
                    <a:pt x="398526" y="184404"/>
                  </a:lnTo>
                  <a:lnTo>
                    <a:pt x="397764" y="182594"/>
                  </a:lnTo>
                  <a:lnTo>
                    <a:pt x="396716" y="180689"/>
                  </a:lnTo>
                  <a:lnTo>
                    <a:pt x="394716" y="178403"/>
                  </a:lnTo>
                  <a:lnTo>
                    <a:pt x="393097" y="176117"/>
                  </a:lnTo>
                  <a:lnTo>
                    <a:pt x="390715" y="173641"/>
                  </a:lnTo>
                  <a:lnTo>
                    <a:pt x="389001" y="171164"/>
                  </a:lnTo>
                  <a:lnTo>
                    <a:pt x="383667" y="164973"/>
                  </a:lnTo>
                  <a:lnTo>
                    <a:pt x="381095" y="162687"/>
                  </a:lnTo>
                  <a:lnTo>
                    <a:pt x="380048" y="161830"/>
                  </a:lnTo>
                  <a:lnTo>
                    <a:pt x="377476" y="160687"/>
                  </a:lnTo>
                  <a:lnTo>
                    <a:pt x="376428" y="159829"/>
                  </a:lnTo>
                  <a:lnTo>
                    <a:pt x="374333" y="157829"/>
                  </a:lnTo>
                  <a:lnTo>
                    <a:pt x="372523" y="157067"/>
                  </a:lnTo>
                  <a:lnTo>
                    <a:pt x="369951" y="157067"/>
                  </a:lnTo>
                  <a:lnTo>
                    <a:pt x="365760" y="158210"/>
                  </a:lnTo>
                  <a:lnTo>
                    <a:pt x="363569" y="159163"/>
                  </a:lnTo>
                  <a:lnTo>
                    <a:pt x="361855" y="158687"/>
                  </a:lnTo>
                  <a:lnTo>
                    <a:pt x="361474" y="157353"/>
                  </a:lnTo>
                  <a:lnTo>
                    <a:pt x="360617" y="156305"/>
                  </a:lnTo>
                  <a:lnTo>
                    <a:pt x="359283" y="155924"/>
                  </a:lnTo>
                  <a:lnTo>
                    <a:pt x="358997" y="156591"/>
                  </a:lnTo>
                  <a:lnTo>
                    <a:pt x="358045" y="157925"/>
                  </a:lnTo>
                  <a:lnTo>
                    <a:pt x="356997" y="158782"/>
                  </a:lnTo>
                  <a:lnTo>
                    <a:pt x="356521" y="158115"/>
                  </a:lnTo>
                  <a:lnTo>
                    <a:pt x="356140" y="156496"/>
                  </a:lnTo>
                  <a:lnTo>
                    <a:pt x="355187" y="155258"/>
                  </a:lnTo>
                  <a:lnTo>
                    <a:pt x="354140" y="154115"/>
                  </a:lnTo>
                  <a:lnTo>
                    <a:pt x="353282" y="152686"/>
                  </a:lnTo>
                  <a:lnTo>
                    <a:pt x="352997" y="151543"/>
                  </a:lnTo>
                  <a:lnTo>
                    <a:pt x="352806" y="148876"/>
                  </a:lnTo>
                  <a:lnTo>
                    <a:pt x="352520" y="147733"/>
                  </a:lnTo>
                  <a:lnTo>
                    <a:pt x="352044" y="146399"/>
                  </a:lnTo>
                  <a:lnTo>
                    <a:pt x="351377" y="145066"/>
                  </a:lnTo>
                  <a:lnTo>
                    <a:pt x="350330" y="144018"/>
                  </a:lnTo>
                  <a:lnTo>
                    <a:pt x="348996" y="143637"/>
                  </a:lnTo>
                  <a:lnTo>
                    <a:pt x="347567" y="144018"/>
                  </a:lnTo>
                  <a:lnTo>
                    <a:pt x="345377" y="145637"/>
                  </a:lnTo>
                  <a:lnTo>
                    <a:pt x="344234" y="146018"/>
                  </a:lnTo>
                  <a:lnTo>
                    <a:pt x="335947" y="146875"/>
                  </a:lnTo>
                  <a:lnTo>
                    <a:pt x="326803" y="146018"/>
                  </a:lnTo>
                  <a:lnTo>
                    <a:pt x="326041" y="145542"/>
                  </a:lnTo>
                  <a:lnTo>
                    <a:pt x="324040" y="141922"/>
                  </a:lnTo>
                  <a:lnTo>
                    <a:pt x="323374" y="141161"/>
                  </a:lnTo>
                  <a:lnTo>
                    <a:pt x="320897" y="139351"/>
                  </a:lnTo>
                  <a:lnTo>
                    <a:pt x="316611" y="135255"/>
                  </a:lnTo>
                  <a:lnTo>
                    <a:pt x="312706" y="133921"/>
                  </a:lnTo>
                  <a:lnTo>
                    <a:pt x="306991" y="130492"/>
                  </a:lnTo>
                  <a:lnTo>
                    <a:pt x="306800" y="130207"/>
                  </a:lnTo>
                  <a:lnTo>
                    <a:pt x="310610" y="126778"/>
                  </a:lnTo>
                  <a:lnTo>
                    <a:pt x="311753" y="125349"/>
                  </a:lnTo>
                  <a:lnTo>
                    <a:pt x="312230" y="123063"/>
                  </a:lnTo>
                  <a:lnTo>
                    <a:pt x="312325" y="116967"/>
                  </a:lnTo>
                  <a:lnTo>
                    <a:pt x="311086" y="112967"/>
                  </a:lnTo>
                  <a:lnTo>
                    <a:pt x="309658" y="104489"/>
                  </a:lnTo>
                  <a:lnTo>
                    <a:pt x="308705" y="102584"/>
                  </a:lnTo>
                  <a:lnTo>
                    <a:pt x="302800" y="104013"/>
                  </a:lnTo>
                  <a:lnTo>
                    <a:pt x="300800" y="103156"/>
                  </a:lnTo>
                  <a:lnTo>
                    <a:pt x="300419" y="99155"/>
                  </a:lnTo>
                  <a:lnTo>
                    <a:pt x="301657" y="95631"/>
                  </a:lnTo>
                  <a:lnTo>
                    <a:pt x="304133" y="92297"/>
                  </a:lnTo>
                  <a:lnTo>
                    <a:pt x="307086" y="89725"/>
                  </a:lnTo>
                  <a:lnTo>
                    <a:pt x="309848" y="88392"/>
                  </a:lnTo>
                  <a:lnTo>
                    <a:pt x="308896" y="85725"/>
                  </a:lnTo>
                  <a:lnTo>
                    <a:pt x="308324" y="83249"/>
                  </a:lnTo>
                  <a:lnTo>
                    <a:pt x="308229" y="80867"/>
                  </a:lnTo>
                  <a:lnTo>
                    <a:pt x="308419" y="78676"/>
                  </a:lnTo>
                  <a:lnTo>
                    <a:pt x="308134" y="77248"/>
                  </a:lnTo>
                  <a:lnTo>
                    <a:pt x="308134" y="76867"/>
                  </a:lnTo>
                  <a:lnTo>
                    <a:pt x="308324" y="76105"/>
                  </a:lnTo>
                  <a:lnTo>
                    <a:pt x="308705" y="75629"/>
                  </a:lnTo>
                  <a:lnTo>
                    <a:pt x="310134" y="74486"/>
                  </a:lnTo>
                  <a:lnTo>
                    <a:pt x="310610" y="73819"/>
                  </a:lnTo>
                  <a:lnTo>
                    <a:pt x="310991" y="72771"/>
                  </a:lnTo>
                  <a:lnTo>
                    <a:pt x="311372" y="70866"/>
                  </a:lnTo>
                  <a:lnTo>
                    <a:pt x="311277" y="68390"/>
                  </a:lnTo>
                  <a:lnTo>
                    <a:pt x="311468" y="66199"/>
                  </a:lnTo>
                  <a:lnTo>
                    <a:pt x="311848" y="64484"/>
                  </a:lnTo>
                  <a:lnTo>
                    <a:pt x="312420" y="60008"/>
                  </a:lnTo>
                  <a:lnTo>
                    <a:pt x="312420" y="58388"/>
                  </a:lnTo>
                  <a:lnTo>
                    <a:pt x="312230" y="57055"/>
                  </a:lnTo>
                  <a:lnTo>
                    <a:pt x="311468" y="54674"/>
                  </a:lnTo>
                  <a:lnTo>
                    <a:pt x="311086" y="53912"/>
                  </a:lnTo>
                  <a:lnTo>
                    <a:pt x="310706" y="53245"/>
                  </a:lnTo>
                  <a:lnTo>
                    <a:pt x="309848" y="52388"/>
                  </a:lnTo>
                  <a:lnTo>
                    <a:pt x="308419" y="50101"/>
                  </a:lnTo>
                  <a:lnTo>
                    <a:pt x="308039" y="49721"/>
                  </a:lnTo>
                  <a:lnTo>
                    <a:pt x="307562" y="49340"/>
                  </a:lnTo>
                  <a:lnTo>
                    <a:pt x="306991" y="49149"/>
                  </a:lnTo>
                  <a:lnTo>
                    <a:pt x="305753" y="48768"/>
                  </a:lnTo>
                  <a:lnTo>
                    <a:pt x="304133" y="48006"/>
                  </a:lnTo>
                  <a:lnTo>
                    <a:pt x="301847" y="47434"/>
                  </a:lnTo>
                  <a:lnTo>
                    <a:pt x="301276" y="47244"/>
                  </a:lnTo>
                  <a:lnTo>
                    <a:pt x="300800" y="46863"/>
                  </a:lnTo>
                  <a:lnTo>
                    <a:pt x="300419" y="46482"/>
                  </a:lnTo>
                  <a:lnTo>
                    <a:pt x="299657" y="45434"/>
                  </a:lnTo>
                  <a:lnTo>
                    <a:pt x="298133" y="42291"/>
                  </a:lnTo>
                  <a:lnTo>
                    <a:pt x="297371" y="41243"/>
                  </a:lnTo>
                  <a:lnTo>
                    <a:pt x="294704" y="38957"/>
                  </a:lnTo>
                  <a:lnTo>
                    <a:pt x="293846" y="37909"/>
                  </a:lnTo>
                  <a:lnTo>
                    <a:pt x="292798" y="36481"/>
                  </a:lnTo>
                  <a:lnTo>
                    <a:pt x="285845" y="35338"/>
                  </a:lnTo>
                  <a:lnTo>
                    <a:pt x="283940" y="35814"/>
                  </a:lnTo>
                  <a:lnTo>
                    <a:pt x="283464" y="36386"/>
                  </a:lnTo>
                  <a:lnTo>
                    <a:pt x="282797" y="36767"/>
                  </a:lnTo>
                  <a:lnTo>
                    <a:pt x="274415" y="39433"/>
                  </a:lnTo>
                  <a:lnTo>
                    <a:pt x="272415" y="40291"/>
                  </a:lnTo>
                  <a:lnTo>
                    <a:pt x="271748" y="40862"/>
                  </a:lnTo>
                  <a:lnTo>
                    <a:pt x="271272" y="41529"/>
                  </a:lnTo>
                  <a:lnTo>
                    <a:pt x="271082" y="42767"/>
                  </a:lnTo>
                  <a:lnTo>
                    <a:pt x="271082" y="44101"/>
                  </a:lnTo>
                  <a:lnTo>
                    <a:pt x="270796" y="44863"/>
                  </a:lnTo>
                  <a:lnTo>
                    <a:pt x="270319" y="45720"/>
                  </a:lnTo>
                  <a:lnTo>
                    <a:pt x="269081" y="46672"/>
                  </a:lnTo>
                  <a:lnTo>
                    <a:pt x="268224" y="46958"/>
                  </a:lnTo>
                  <a:lnTo>
                    <a:pt x="267462" y="46958"/>
                  </a:lnTo>
                  <a:lnTo>
                    <a:pt x="266986" y="46768"/>
                  </a:lnTo>
                  <a:lnTo>
                    <a:pt x="265938" y="46292"/>
                  </a:lnTo>
                  <a:lnTo>
                    <a:pt x="265462" y="45911"/>
                  </a:lnTo>
                  <a:lnTo>
                    <a:pt x="265081" y="45434"/>
                  </a:lnTo>
                  <a:lnTo>
                    <a:pt x="264795" y="44767"/>
                  </a:lnTo>
                  <a:lnTo>
                    <a:pt x="264128" y="44196"/>
                  </a:lnTo>
                  <a:lnTo>
                    <a:pt x="263176" y="43815"/>
                  </a:lnTo>
                  <a:lnTo>
                    <a:pt x="260033" y="43720"/>
                  </a:lnTo>
                  <a:lnTo>
                    <a:pt x="259271" y="43625"/>
                  </a:lnTo>
                  <a:lnTo>
                    <a:pt x="258794" y="43434"/>
                  </a:lnTo>
                  <a:lnTo>
                    <a:pt x="249460" y="43529"/>
                  </a:lnTo>
                  <a:lnTo>
                    <a:pt x="247650" y="43339"/>
                  </a:lnTo>
                  <a:lnTo>
                    <a:pt x="246793" y="43053"/>
                  </a:lnTo>
                  <a:lnTo>
                    <a:pt x="245936" y="42577"/>
                  </a:lnTo>
                  <a:lnTo>
                    <a:pt x="245364" y="41910"/>
                  </a:lnTo>
                  <a:lnTo>
                    <a:pt x="243745" y="39815"/>
                  </a:lnTo>
                  <a:lnTo>
                    <a:pt x="242983" y="38957"/>
                  </a:lnTo>
                  <a:lnTo>
                    <a:pt x="241268" y="38195"/>
                  </a:lnTo>
                  <a:lnTo>
                    <a:pt x="231362" y="36862"/>
                  </a:lnTo>
                  <a:lnTo>
                    <a:pt x="229934" y="36481"/>
                  </a:lnTo>
                  <a:lnTo>
                    <a:pt x="229362" y="36004"/>
                  </a:lnTo>
                  <a:lnTo>
                    <a:pt x="228790" y="35338"/>
                  </a:lnTo>
                  <a:lnTo>
                    <a:pt x="227267" y="32575"/>
                  </a:lnTo>
                  <a:lnTo>
                    <a:pt x="226505" y="31718"/>
                  </a:lnTo>
                  <a:lnTo>
                    <a:pt x="225552" y="31051"/>
                  </a:lnTo>
                  <a:lnTo>
                    <a:pt x="223361" y="30194"/>
                  </a:lnTo>
                  <a:lnTo>
                    <a:pt x="222028" y="30004"/>
                  </a:lnTo>
                  <a:lnTo>
                    <a:pt x="220694" y="30004"/>
                  </a:lnTo>
                  <a:lnTo>
                    <a:pt x="213265" y="31337"/>
                  </a:lnTo>
                  <a:lnTo>
                    <a:pt x="208693" y="33433"/>
                  </a:lnTo>
                  <a:lnTo>
                    <a:pt x="208026" y="34004"/>
                  </a:lnTo>
                  <a:lnTo>
                    <a:pt x="207550" y="34480"/>
                  </a:lnTo>
                  <a:lnTo>
                    <a:pt x="206216" y="37338"/>
                  </a:lnTo>
                  <a:lnTo>
                    <a:pt x="205359" y="37909"/>
                  </a:lnTo>
                  <a:lnTo>
                    <a:pt x="203930" y="38576"/>
                  </a:lnTo>
                  <a:lnTo>
                    <a:pt x="200882" y="39053"/>
                  </a:lnTo>
                  <a:lnTo>
                    <a:pt x="199549" y="39148"/>
                  </a:lnTo>
                  <a:lnTo>
                    <a:pt x="198692" y="38957"/>
                  </a:lnTo>
                  <a:lnTo>
                    <a:pt x="198501" y="38576"/>
                  </a:lnTo>
                  <a:lnTo>
                    <a:pt x="198406" y="38100"/>
                  </a:lnTo>
                  <a:lnTo>
                    <a:pt x="197834" y="37624"/>
                  </a:lnTo>
                  <a:lnTo>
                    <a:pt x="196882" y="37052"/>
                  </a:lnTo>
                  <a:lnTo>
                    <a:pt x="194596" y="36481"/>
                  </a:lnTo>
                  <a:lnTo>
                    <a:pt x="193453" y="36004"/>
                  </a:lnTo>
                  <a:lnTo>
                    <a:pt x="192691" y="35338"/>
                  </a:lnTo>
                  <a:lnTo>
                    <a:pt x="192405" y="34576"/>
                  </a:lnTo>
                  <a:lnTo>
                    <a:pt x="192215" y="33242"/>
                  </a:lnTo>
                  <a:lnTo>
                    <a:pt x="191929" y="32766"/>
                  </a:lnTo>
                  <a:lnTo>
                    <a:pt x="191167" y="32290"/>
                  </a:lnTo>
                  <a:lnTo>
                    <a:pt x="188214" y="31242"/>
                  </a:lnTo>
                  <a:lnTo>
                    <a:pt x="187261" y="30766"/>
                  </a:lnTo>
                  <a:lnTo>
                    <a:pt x="186690" y="30290"/>
                  </a:lnTo>
                  <a:lnTo>
                    <a:pt x="186309" y="29623"/>
                  </a:lnTo>
                  <a:lnTo>
                    <a:pt x="183452" y="20479"/>
                  </a:lnTo>
                  <a:lnTo>
                    <a:pt x="183166" y="20003"/>
                  </a:lnTo>
                  <a:lnTo>
                    <a:pt x="182975" y="19526"/>
                  </a:lnTo>
                  <a:lnTo>
                    <a:pt x="182499" y="18955"/>
                  </a:lnTo>
                  <a:lnTo>
                    <a:pt x="181451" y="18288"/>
                  </a:lnTo>
                  <a:lnTo>
                    <a:pt x="180975" y="18002"/>
                  </a:lnTo>
                  <a:lnTo>
                    <a:pt x="179451" y="16669"/>
                  </a:lnTo>
                  <a:lnTo>
                    <a:pt x="178594" y="15716"/>
                  </a:lnTo>
                  <a:lnTo>
                    <a:pt x="175641" y="14097"/>
                  </a:lnTo>
                  <a:lnTo>
                    <a:pt x="171069" y="14002"/>
                  </a:lnTo>
                  <a:lnTo>
                    <a:pt x="168497" y="14478"/>
                  </a:lnTo>
                  <a:lnTo>
                    <a:pt x="167735" y="14383"/>
                  </a:lnTo>
                  <a:lnTo>
                    <a:pt x="163925" y="12097"/>
                  </a:lnTo>
                  <a:lnTo>
                    <a:pt x="156782" y="9334"/>
                  </a:lnTo>
                  <a:lnTo>
                    <a:pt x="155162" y="9049"/>
                  </a:lnTo>
                  <a:lnTo>
                    <a:pt x="153067" y="9430"/>
                  </a:lnTo>
                  <a:lnTo>
                    <a:pt x="151352" y="9620"/>
                  </a:lnTo>
                  <a:lnTo>
                    <a:pt x="150305" y="9334"/>
                  </a:lnTo>
                  <a:lnTo>
                    <a:pt x="149352" y="8954"/>
                  </a:lnTo>
                  <a:lnTo>
                    <a:pt x="148114" y="8287"/>
                  </a:lnTo>
                  <a:lnTo>
                    <a:pt x="147257" y="8192"/>
                  </a:lnTo>
                  <a:lnTo>
                    <a:pt x="146399" y="8382"/>
                  </a:lnTo>
                  <a:lnTo>
                    <a:pt x="145733" y="8572"/>
                  </a:lnTo>
                  <a:lnTo>
                    <a:pt x="144780" y="8763"/>
                  </a:lnTo>
                  <a:lnTo>
                    <a:pt x="144113" y="8954"/>
                  </a:lnTo>
                  <a:lnTo>
                    <a:pt x="143542" y="9239"/>
                  </a:lnTo>
                  <a:lnTo>
                    <a:pt x="143351" y="9620"/>
                  </a:lnTo>
                  <a:lnTo>
                    <a:pt x="143161" y="10001"/>
                  </a:lnTo>
                  <a:lnTo>
                    <a:pt x="142875" y="10478"/>
                  </a:lnTo>
                  <a:lnTo>
                    <a:pt x="142399" y="10954"/>
                  </a:lnTo>
                  <a:lnTo>
                    <a:pt x="141446" y="11335"/>
                  </a:lnTo>
                  <a:lnTo>
                    <a:pt x="140780" y="11335"/>
                  </a:lnTo>
                  <a:lnTo>
                    <a:pt x="133541" y="8477"/>
                  </a:lnTo>
                  <a:lnTo>
                    <a:pt x="132969" y="8192"/>
                  </a:lnTo>
                  <a:lnTo>
                    <a:pt x="132588" y="7811"/>
                  </a:lnTo>
                  <a:lnTo>
                    <a:pt x="132207" y="7239"/>
                  </a:lnTo>
                  <a:lnTo>
                    <a:pt x="130969" y="4763"/>
                  </a:lnTo>
                  <a:lnTo>
                    <a:pt x="130302" y="3620"/>
                  </a:lnTo>
                  <a:lnTo>
                    <a:pt x="129826" y="3143"/>
                  </a:lnTo>
                  <a:lnTo>
                    <a:pt x="128302" y="2000"/>
                  </a:lnTo>
                  <a:lnTo>
                    <a:pt x="123635" y="0"/>
                  </a:lnTo>
                  <a:lnTo>
                    <a:pt x="122777" y="3524"/>
                  </a:lnTo>
                  <a:lnTo>
                    <a:pt x="123635" y="6477"/>
                  </a:lnTo>
                  <a:lnTo>
                    <a:pt x="127540" y="16097"/>
                  </a:lnTo>
                  <a:lnTo>
                    <a:pt x="128397" y="17240"/>
                  </a:lnTo>
                  <a:lnTo>
                    <a:pt x="129826" y="17621"/>
                  </a:lnTo>
                  <a:lnTo>
                    <a:pt x="130683" y="18097"/>
                  </a:lnTo>
                  <a:lnTo>
                    <a:pt x="131731" y="19050"/>
                  </a:lnTo>
                  <a:lnTo>
                    <a:pt x="132112" y="20098"/>
                  </a:lnTo>
                  <a:lnTo>
                    <a:pt x="132207" y="21146"/>
                  </a:lnTo>
                  <a:lnTo>
                    <a:pt x="131921" y="22384"/>
                  </a:lnTo>
                  <a:lnTo>
                    <a:pt x="131445" y="23527"/>
                  </a:lnTo>
                  <a:lnTo>
                    <a:pt x="130874" y="24479"/>
                  </a:lnTo>
                  <a:lnTo>
                    <a:pt x="129921" y="25432"/>
                  </a:lnTo>
                  <a:lnTo>
                    <a:pt x="126206" y="27527"/>
                  </a:lnTo>
                  <a:lnTo>
                    <a:pt x="124968" y="28861"/>
                  </a:lnTo>
                  <a:lnTo>
                    <a:pt x="124111" y="30480"/>
                  </a:lnTo>
                  <a:lnTo>
                    <a:pt x="123539" y="33052"/>
                  </a:lnTo>
                  <a:lnTo>
                    <a:pt x="121444" y="37052"/>
                  </a:lnTo>
                  <a:lnTo>
                    <a:pt x="120872" y="38862"/>
                  </a:lnTo>
                  <a:lnTo>
                    <a:pt x="120587" y="41720"/>
                  </a:lnTo>
                  <a:lnTo>
                    <a:pt x="120968" y="47816"/>
                  </a:lnTo>
                  <a:lnTo>
                    <a:pt x="120872" y="49054"/>
                  </a:lnTo>
                  <a:lnTo>
                    <a:pt x="120587" y="50101"/>
                  </a:lnTo>
                  <a:lnTo>
                    <a:pt x="119920" y="50959"/>
                  </a:lnTo>
                  <a:lnTo>
                    <a:pt x="119158" y="51625"/>
                  </a:lnTo>
                  <a:lnTo>
                    <a:pt x="118110" y="52102"/>
                  </a:lnTo>
                  <a:lnTo>
                    <a:pt x="113348" y="52864"/>
                  </a:lnTo>
                  <a:lnTo>
                    <a:pt x="112300" y="53340"/>
                  </a:lnTo>
                  <a:lnTo>
                    <a:pt x="111252" y="54007"/>
                  </a:lnTo>
                  <a:lnTo>
                    <a:pt x="110109" y="55340"/>
                  </a:lnTo>
                  <a:lnTo>
                    <a:pt x="109252" y="56769"/>
                  </a:lnTo>
                  <a:lnTo>
                    <a:pt x="107728" y="60388"/>
                  </a:lnTo>
                  <a:lnTo>
                    <a:pt x="107156" y="61341"/>
                  </a:lnTo>
                  <a:lnTo>
                    <a:pt x="106490" y="62198"/>
                  </a:lnTo>
                  <a:lnTo>
                    <a:pt x="105728" y="63341"/>
                  </a:lnTo>
                  <a:lnTo>
                    <a:pt x="105537" y="64484"/>
                  </a:lnTo>
                  <a:lnTo>
                    <a:pt x="105537" y="65437"/>
                  </a:lnTo>
                  <a:lnTo>
                    <a:pt x="106585" y="71247"/>
                  </a:lnTo>
                  <a:lnTo>
                    <a:pt x="106585" y="72676"/>
                  </a:lnTo>
                  <a:lnTo>
                    <a:pt x="106394" y="75057"/>
                  </a:lnTo>
                  <a:lnTo>
                    <a:pt x="105823" y="76200"/>
                  </a:lnTo>
                  <a:lnTo>
                    <a:pt x="104966" y="76867"/>
                  </a:lnTo>
                  <a:lnTo>
                    <a:pt x="103823" y="77057"/>
                  </a:lnTo>
                  <a:lnTo>
                    <a:pt x="100584" y="76962"/>
                  </a:lnTo>
                  <a:lnTo>
                    <a:pt x="99346" y="76676"/>
                  </a:lnTo>
                  <a:lnTo>
                    <a:pt x="97822" y="76200"/>
                  </a:lnTo>
                  <a:lnTo>
                    <a:pt x="97250" y="76105"/>
                  </a:lnTo>
                  <a:lnTo>
                    <a:pt x="96488" y="76200"/>
                  </a:lnTo>
                  <a:lnTo>
                    <a:pt x="94393" y="76676"/>
                  </a:lnTo>
                  <a:lnTo>
                    <a:pt x="92964" y="76867"/>
                  </a:lnTo>
                  <a:lnTo>
                    <a:pt x="91535" y="76676"/>
                  </a:lnTo>
                  <a:lnTo>
                    <a:pt x="89916" y="76009"/>
                  </a:lnTo>
                  <a:lnTo>
                    <a:pt x="88487" y="75057"/>
                  </a:lnTo>
                  <a:lnTo>
                    <a:pt x="87344" y="73819"/>
                  </a:lnTo>
                  <a:lnTo>
                    <a:pt x="84773" y="69723"/>
                  </a:lnTo>
                  <a:lnTo>
                    <a:pt x="84392" y="69437"/>
                  </a:lnTo>
                  <a:lnTo>
                    <a:pt x="83820" y="69342"/>
                  </a:lnTo>
                  <a:lnTo>
                    <a:pt x="81344" y="69723"/>
                  </a:lnTo>
                  <a:lnTo>
                    <a:pt x="80296" y="69533"/>
                  </a:lnTo>
                  <a:lnTo>
                    <a:pt x="78296" y="68866"/>
                  </a:lnTo>
                  <a:lnTo>
                    <a:pt x="77248" y="68580"/>
                  </a:lnTo>
                  <a:lnTo>
                    <a:pt x="76391" y="68580"/>
                  </a:lnTo>
                  <a:lnTo>
                    <a:pt x="75438" y="68771"/>
                  </a:lnTo>
                  <a:lnTo>
                    <a:pt x="74486" y="69056"/>
                  </a:lnTo>
                  <a:lnTo>
                    <a:pt x="73247" y="69723"/>
                  </a:lnTo>
                  <a:lnTo>
                    <a:pt x="72200" y="70580"/>
                  </a:lnTo>
                  <a:lnTo>
                    <a:pt x="70580" y="72104"/>
                  </a:lnTo>
                  <a:lnTo>
                    <a:pt x="70104" y="72771"/>
                  </a:lnTo>
                  <a:lnTo>
                    <a:pt x="70104" y="73342"/>
                  </a:lnTo>
                  <a:lnTo>
                    <a:pt x="70580" y="73628"/>
                  </a:lnTo>
                  <a:lnTo>
                    <a:pt x="72581" y="74581"/>
                  </a:lnTo>
                  <a:lnTo>
                    <a:pt x="73057" y="74962"/>
                  </a:lnTo>
                  <a:lnTo>
                    <a:pt x="72962" y="75914"/>
                  </a:lnTo>
                  <a:lnTo>
                    <a:pt x="70485" y="78772"/>
                  </a:lnTo>
                  <a:lnTo>
                    <a:pt x="69533" y="80010"/>
                  </a:lnTo>
                  <a:lnTo>
                    <a:pt x="68866" y="81248"/>
                  </a:lnTo>
                  <a:lnTo>
                    <a:pt x="67818" y="85154"/>
                  </a:lnTo>
                  <a:lnTo>
                    <a:pt x="66675" y="88201"/>
                  </a:lnTo>
                  <a:lnTo>
                    <a:pt x="66294" y="89725"/>
                  </a:lnTo>
                  <a:lnTo>
                    <a:pt x="66199" y="90869"/>
                  </a:lnTo>
                  <a:lnTo>
                    <a:pt x="66580" y="91726"/>
                  </a:lnTo>
                  <a:lnTo>
                    <a:pt x="66770" y="92583"/>
                  </a:lnTo>
                  <a:lnTo>
                    <a:pt x="66770" y="93631"/>
                  </a:lnTo>
                  <a:lnTo>
                    <a:pt x="66485" y="94297"/>
                  </a:lnTo>
                  <a:lnTo>
                    <a:pt x="65723" y="94774"/>
                  </a:lnTo>
                  <a:lnTo>
                    <a:pt x="64580" y="95250"/>
                  </a:lnTo>
                  <a:lnTo>
                    <a:pt x="63722" y="95917"/>
                  </a:lnTo>
                  <a:lnTo>
                    <a:pt x="62770" y="96965"/>
                  </a:lnTo>
                  <a:lnTo>
                    <a:pt x="61246" y="98870"/>
                  </a:lnTo>
                  <a:lnTo>
                    <a:pt x="60008" y="100203"/>
                  </a:lnTo>
                  <a:lnTo>
                    <a:pt x="58865" y="101155"/>
                  </a:lnTo>
                  <a:lnTo>
                    <a:pt x="57531" y="101917"/>
                  </a:lnTo>
                  <a:lnTo>
                    <a:pt x="57055" y="102584"/>
                  </a:lnTo>
                  <a:lnTo>
                    <a:pt x="57055" y="103537"/>
                  </a:lnTo>
                  <a:lnTo>
                    <a:pt x="57817" y="105632"/>
                  </a:lnTo>
                  <a:lnTo>
                    <a:pt x="58103" y="106871"/>
                  </a:lnTo>
                  <a:lnTo>
                    <a:pt x="58293" y="108013"/>
                  </a:lnTo>
                  <a:lnTo>
                    <a:pt x="58293" y="109157"/>
                  </a:lnTo>
                  <a:lnTo>
                    <a:pt x="58484" y="109919"/>
                  </a:lnTo>
                  <a:lnTo>
                    <a:pt x="58674" y="110395"/>
                  </a:lnTo>
                  <a:lnTo>
                    <a:pt x="59055" y="110776"/>
                  </a:lnTo>
                  <a:lnTo>
                    <a:pt x="59912" y="110871"/>
                  </a:lnTo>
                  <a:lnTo>
                    <a:pt x="61341" y="110585"/>
                  </a:lnTo>
                  <a:lnTo>
                    <a:pt x="62008" y="110680"/>
                  </a:lnTo>
                  <a:lnTo>
                    <a:pt x="62579" y="111062"/>
                  </a:lnTo>
                  <a:lnTo>
                    <a:pt x="63056" y="111728"/>
                  </a:lnTo>
                  <a:lnTo>
                    <a:pt x="63151" y="112300"/>
                  </a:lnTo>
                  <a:lnTo>
                    <a:pt x="63056" y="113443"/>
                  </a:lnTo>
                  <a:lnTo>
                    <a:pt x="63151" y="114014"/>
                  </a:lnTo>
                  <a:lnTo>
                    <a:pt x="63437" y="114491"/>
                  </a:lnTo>
                  <a:lnTo>
                    <a:pt x="64103" y="114967"/>
                  </a:lnTo>
                  <a:lnTo>
                    <a:pt x="64770" y="115157"/>
                  </a:lnTo>
                  <a:lnTo>
                    <a:pt x="65627" y="115062"/>
                  </a:lnTo>
                  <a:lnTo>
                    <a:pt x="66485" y="115062"/>
                  </a:lnTo>
                  <a:lnTo>
                    <a:pt x="67056" y="115538"/>
                  </a:lnTo>
                  <a:lnTo>
                    <a:pt x="67342" y="116586"/>
                  </a:lnTo>
                  <a:lnTo>
                    <a:pt x="67151" y="118110"/>
                  </a:lnTo>
                  <a:lnTo>
                    <a:pt x="67247" y="119348"/>
                  </a:lnTo>
                  <a:lnTo>
                    <a:pt x="67437" y="120205"/>
                  </a:lnTo>
                  <a:lnTo>
                    <a:pt x="68866" y="121634"/>
                  </a:lnTo>
                  <a:lnTo>
                    <a:pt x="73724" y="125158"/>
                  </a:lnTo>
                  <a:lnTo>
                    <a:pt x="74486" y="125921"/>
                  </a:lnTo>
                  <a:lnTo>
                    <a:pt x="75343" y="126968"/>
                  </a:lnTo>
                  <a:lnTo>
                    <a:pt x="75533" y="127730"/>
                  </a:lnTo>
                  <a:lnTo>
                    <a:pt x="75533" y="129159"/>
                  </a:lnTo>
                  <a:lnTo>
                    <a:pt x="74771" y="129540"/>
                  </a:lnTo>
                  <a:lnTo>
                    <a:pt x="72485" y="130302"/>
                  </a:lnTo>
                  <a:lnTo>
                    <a:pt x="71057" y="130207"/>
                  </a:lnTo>
                  <a:lnTo>
                    <a:pt x="70009" y="130778"/>
                  </a:lnTo>
                  <a:lnTo>
                    <a:pt x="68390" y="131731"/>
                  </a:lnTo>
                  <a:lnTo>
                    <a:pt x="67056" y="132302"/>
                  </a:lnTo>
                  <a:lnTo>
                    <a:pt x="66104" y="133731"/>
                  </a:lnTo>
                  <a:lnTo>
                    <a:pt x="64865" y="135922"/>
                  </a:lnTo>
                  <a:lnTo>
                    <a:pt x="61341" y="143828"/>
                  </a:lnTo>
                  <a:lnTo>
                    <a:pt x="60389" y="145256"/>
                  </a:lnTo>
                  <a:lnTo>
                    <a:pt x="59722" y="145351"/>
                  </a:lnTo>
                  <a:lnTo>
                    <a:pt x="59150" y="145351"/>
                  </a:lnTo>
                  <a:lnTo>
                    <a:pt x="56388" y="145066"/>
                  </a:lnTo>
                  <a:lnTo>
                    <a:pt x="55245" y="145161"/>
                  </a:lnTo>
                  <a:lnTo>
                    <a:pt x="53912" y="145637"/>
                  </a:lnTo>
                  <a:lnTo>
                    <a:pt x="52483" y="146971"/>
                  </a:lnTo>
                  <a:lnTo>
                    <a:pt x="51721" y="148209"/>
                  </a:lnTo>
                  <a:lnTo>
                    <a:pt x="51435" y="149447"/>
                  </a:lnTo>
                  <a:lnTo>
                    <a:pt x="51626" y="150686"/>
                  </a:lnTo>
                  <a:lnTo>
                    <a:pt x="52007" y="151733"/>
                  </a:lnTo>
                  <a:lnTo>
                    <a:pt x="52197" y="153257"/>
                  </a:lnTo>
                  <a:lnTo>
                    <a:pt x="52197" y="155067"/>
                  </a:lnTo>
                  <a:lnTo>
                    <a:pt x="51340" y="158115"/>
                  </a:lnTo>
                  <a:lnTo>
                    <a:pt x="50673" y="159734"/>
                  </a:lnTo>
                  <a:lnTo>
                    <a:pt x="49721" y="160877"/>
                  </a:lnTo>
                  <a:lnTo>
                    <a:pt x="48673" y="161544"/>
                  </a:lnTo>
                  <a:lnTo>
                    <a:pt x="47530" y="161830"/>
                  </a:lnTo>
                  <a:lnTo>
                    <a:pt x="46482" y="162020"/>
                  </a:lnTo>
                  <a:lnTo>
                    <a:pt x="41720" y="162401"/>
                  </a:lnTo>
                  <a:lnTo>
                    <a:pt x="40672" y="162687"/>
                  </a:lnTo>
                  <a:lnTo>
                    <a:pt x="39719" y="163163"/>
                  </a:lnTo>
                  <a:lnTo>
                    <a:pt x="38576" y="164116"/>
                  </a:lnTo>
                  <a:lnTo>
                    <a:pt x="37910" y="165163"/>
                  </a:lnTo>
                  <a:lnTo>
                    <a:pt x="37243" y="166497"/>
                  </a:lnTo>
                  <a:lnTo>
                    <a:pt x="36671" y="167259"/>
                  </a:lnTo>
                  <a:lnTo>
                    <a:pt x="34766" y="169069"/>
                  </a:lnTo>
                  <a:lnTo>
                    <a:pt x="34290" y="169926"/>
                  </a:lnTo>
                  <a:lnTo>
                    <a:pt x="34671" y="170879"/>
                  </a:lnTo>
                  <a:lnTo>
                    <a:pt x="34862" y="171545"/>
                  </a:lnTo>
                  <a:lnTo>
                    <a:pt x="34576" y="172593"/>
                  </a:lnTo>
                  <a:lnTo>
                    <a:pt x="34004" y="173355"/>
                  </a:lnTo>
                  <a:lnTo>
                    <a:pt x="33719" y="174307"/>
                  </a:lnTo>
                  <a:lnTo>
                    <a:pt x="33528" y="176974"/>
                  </a:lnTo>
                  <a:lnTo>
                    <a:pt x="33052" y="178879"/>
                  </a:lnTo>
                  <a:lnTo>
                    <a:pt x="32290" y="180118"/>
                  </a:lnTo>
                  <a:lnTo>
                    <a:pt x="31337" y="180975"/>
                  </a:lnTo>
                  <a:lnTo>
                    <a:pt x="30194" y="181737"/>
                  </a:lnTo>
                  <a:lnTo>
                    <a:pt x="28956" y="182785"/>
                  </a:lnTo>
                  <a:lnTo>
                    <a:pt x="28385" y="183452"/>
                  </a:lnTo>
                  <a:lnTo>
                    <a:pt x="28289" y="184404"/>
                  </a:lnTo>
                  <a:lnTo>
                    <a:pt x="33433" y="188023"/>
                  </a:lnTo>
                  <a:lnTo>
                    <a:pt x="34004" y="188786"/>
                  </a:lnTo>
                  <a:lnTo>
                    <a:pt x="34671" y="189833"/>
                  </a:lnTo>
                  <a:lnTo>
                    <a:pt x="34576" y="190690"/>
                  </a:lnTo>
                  <a:lnTo>
                    <a:pt x="33814" y="193357"/>
                  </a:lnTo>
                  <a:lnTo>
                    <a:pt x="37529" y="195358"/>
                  </a:lnTo>
                  <a:lnTo>
                    <a:pt x="37624" y="196215"/>
                  </a:lnTo>
                  <a:lnTo>
                    <a:pt x="37433" y="197453"/>
                  </a:lnTo>
                  <a:lnTo>
                    <a:pt x="36671" y="198977"/>
                  </a:lnTo>
                  <a:lnTo>
                    <a:pt x="36100" y="200501"/>
                  </a:lnTo>
                  <a:lnTo>
                    <a:pt x="35814" y="202406"/>
                  </a:lnTo>
                  <a:lnTo>
                    <a:pt x="36005" y="203645"/>
                  </a:lnTo>
                  <a:lnTo>
                    <a:pt x="38386" y="209455"/>
                  </a:lnTo>
                  <a:lnTo>
                    <a:pt x="39624" y="215551"/>
                  </a:lnTo>
                  <a:lnTo>
                    <a:pt x="39529" y="216789"/>
                  </a:lnTo>
                  <a:lnTo>
                    <a:pt x="39053" y="217265"/>
                  </a:lnTo>
                  <a:lnTo>
                    <a:pt x="38481" y="217646"/>
                  </a:lnTo>
                  <a:lnTo>
                    <a:pt x="37814" y="217837"/>
                  </a:lnTo>
                  <a:lnTo>
                    <a:pt x="36290" y="218122"/>
                  </a:lnTo>
                  <a:lnTo>
                    <a:pt x="35528" y="218504"/>
                  </a:lnTo>
                  <a:lnTo>
                    <a:pt x="34957" y="219170"/>
                  </a:lnTo>
                  <a:lnTo>
                    <a:pt x="34576" y="220313"/>
                  </a:lnTo>
                  <a:lnTo>
                    <a:pt x="34766" y="221266"/>
                  </a:lnTo>
                  <a:lnTo>
                    <a:pt x="35243" y="222123"/>
                  </a:lnTo>
                  <a:lnTo>
                    <a:pt x="38862" y="225362"/>
                  </a:lnTo>
                  <a:lnTo>
                    <a:pt x="39910" y="226695"/>
                  </a:lnTo>
                  <a:lnTo>
                    <a:pt x="40767" y="228695"/>
                  </a:lnTo>
                  <a:lnTo>
                    <a:pt x="41910" y="232315"/>
                  </a:lnTo>
                  <a:lnTo>
                    <a:pt x="42482" y="235934"/>
                  </a:lnTo>
                  <a:lnTo>
                    <a:pt x="42577" y="237744"/>
                  </a:lnTo>
                  <a:lnTo>
                    <a:pt x="42291" y="238982"/>
                  </a:lnTo>
                  <a:lnTo>
                    <a:pt x="41815" y="239744"/>
                  </a:lnTo>
                  <a:lnTo>
                    <a:pt x="34766" y="246507"/>
                  </a:lnTo>
                  <a:lnTo>
                    <a:pt x="33719" y="247364"/>
                  </a:lnTo>
                  <a:lnTo>
                    <a:pt x="32576" y="247936"/>
                  </a:lnTo>
                  <a:lnTo>
                    <a:pt x="31433" y="248317"/>
                  </a:lnTo>
                  <a:lnTo>
                    <a:pt x="30671" y="248698"/>
                  </a:lnTo>
                  <a:lnTo>
                    <a:pt x="29813" y="249460"/>
                  </a:lnTo>
                  <a:lnTo>
                    <a:pt x="28861" y="250793"/>
                  </a:lnTo>
                  <a:lnTo>
                    <a:pt x="28194" y="252317"/>
                  </a:lnTo>
                  <a:lnTo>
                    <a:pt x="28004" y="253079"/>
                  </a:lnTo>
                  <a:lnTo>
                    <a:pt x="28004" y="253555"/>
                  </a:lnTo>
                  <a:lnTo>
                    <a:pt x="28194" y="253841"/>
                  </a:lnTo>
                  <a:lnTo>
                    <a:pt x="28670" y="254413"/>
                  </a:lnTo>
                  <a:lnTo>
                    <a:pt x="30194" y="255746"/>
                  </a:lnTo>
                  <a:lnTo>
                    <a:pt x="30956" y="256604"/>
                  </a:lnTo>
                  <a:lnTo>
                    <a:pt x="31528" y="257746"/>
                  </a:lnTo>
                  <a:lnTo>
                    <a:pt x="31814" y="259461"/>
                  </a:lnTo>
                  <a:lnTo>
                    <a:pt x="31528" y="260604"/>
                  </a:lnTo>
                  <a:lnTo>
                    <a:pt x="30861" y="261556"/>
                  </a:lnTo>
                  <a:lnTo>
                    <a:pt x="29813" y="262223"/>
                  </a:lnTo>
                  <a:lnTo>
                    <a:pt x="25718" y="263938"/>
                  </a:lnTo>
                  <a:lnTo>
                    <a:pt x="24575" y="264700"/>
                  </a:lnTo>
                  <a:lnTo>
                    <a:pt x="23717" y="265462"/>
                  </a:lnTo>
                  <a:lnTo>
                    <a:pt x="22479" y="268414"/>
                  </a:lnTo>
                  <a:lnTo>
                    <a:pt x="19145" y="272891"/>
                  </a:lnTo>
                  <a:lnTo>
                    <a:pt x="17717" y="275463"/>
                  </a:lnTo>
                  <a:lnTo>
                    <a:pt x="19050" y="277749"/>
                  </a:lnTo>
                  <a:lnTo>
                    <a:pt x="22955" y="279368"/>
                  </a:lnTo>
                  <a:lnTo>
                    <a:pt x="24479" y="280226"/>
                  </a:lnTo>
                  <a:lnTo>
                    <a:pt x="26194" y="281464"/>
                  </a:lnTo>
                  <a:lnTo>
                    <a:pt x="27146" y="281940"/>
                  </a:lnTo>
                  <a:lnTo>
                    <a:pt x="28385" y="282130"/>
                  </a:lnTo>
                  <a:lnTo>
                    <a:pt x="29718" y="282035"/>
                  </a:lnTo>
                  <a:lnTo>
                    <a:pt x="32099" y="282416"/>
                  </a:lnTo>
                  <a:lnTo>
                    <a:pt x="33623" y="282321"/>
                  </a:lnTo>
                  <a:lnTo>
                    <a:pt x="37433" y="281749"/>
                  </a:lnTo>
                  <a:lnTo>
                    <a:pt x="38195" y="284797"/>
                  </a:lnTo>
                  <a:lnTo>
                    <a:pt x="38672" y="285274"/>
                  </a:lnTo>
                  <a:lnTo>
                    <a:pt x="39434" y="285655"/>
                  </a:lnTo>
                  <a:lnTo>
                    <a:pt x="40481" y="285464"/>
                  </a:lnTo>
                  <a:lnTo>
                    <a:pt x="41815" y="284893"/>
                  </a:lnTo>
                  <a:lnTo>
                    <a:pt x="44387" y="283369"/>
                  </a:lnTo>
                  <a:lnTo>
                    <a:pt x="45815" y="282607"/>
                  </a:lnTo>
                  <a:lnTo>
                    <a:pt x="48101" y="282035"/>
                  </a:lnTo>
                  <a:lnTo>
                    <a:pt x="49054" y="282321"/>
                  </a:lnTo>
                  <a:lnTo>
                    <a:pt x="49435" y="283178"/>
                  </a:lnTo>
                  <a:lnTo>
                    <a:pt x="48959" y="284702"/>
                  </a:lnTo>
                  <a:lnTo>
                    <a:pt x="45625" y="291274"/>
                  </a:lnTo>
                  <a:lnTo>
                    <a:pt x="45434" y="291465"/>
                  </a:lnTo>
                  <a:lnTo>
                    <a:pt x="45053" y="291655"/>
                  </a:lnTo>
                  <a:lnTo>
                    <a:pt x="39434" y="292894"/>
                  </a:lnTo>
                  <a:lnTo>
                    <a:pt x="38291" y="293561"/>
                  </a:lnTo>
                  <a:lnTo>
                    <a:pt x="37338" y="294704"/>
                  </a:lnTo>
                  <a:lnTo>
                    <a:pt x="36957" y="296704"/>
                  </a:lnTo>
                  <a:lnTo>
                    <a:pt x="36100" y="297942"/>
                  </a:lnTo>
                  <a:lnTo>
                    <a:pt x="34957" y="298799"/>
                  </a:lnTo>
                  <a:lnTo>
                    <a:pt x="33528" y="299085"/>
                  </a:lnTo>
                  <a:lnTo>
                    <a:pt x="32099" y="299180"/>
                  </a:lnTo>
                  <a:lnTo>
                    <a:pt x="30861" y="299752"/>
                  </a:lnTo>
                  <a:lnTo>
                    <a:pt x="29813" y="301085"/>
                  </a:lnTo>
                  <a:lnTo>
                    <a:pt x="28861" y="303847"/>
                  </a:lnTo>
                  <a:lnTo>
                    <a:pt x="27527" y="306514"/>
                  </a:lnTo>
                  <a:lnTo>
                    <a:pt x="13430" y="324898"/>
                  </a:lnTo>
                  <a:lnTo>
                    <a:pt x="12383" y="328327"/>
                  </a:lnTo>
                  <a:lnTo>
                    <a:pt x="12573" y="329946"/>
                  </a:lnTo>
                  <a:lnTo>
                    <a:pt x="12954" y="331280"/>
                  </a:lnTo>
                  <a:lnTo>
                    <a:pt x="13907" y="332232"/>
                  </a:lnTo>
                  <a:lnTo>
                    <a:pt x="14954" y="332708"/>
                  </a:lnTo>
                  <a:lnTo>
                    <a:pt x="17145" y="333280"/>
                  </a:lnTo>
                  <a:lnTo>
                    <a:pt x="18193" y="333756"/>
                  </a:lnTo>
                  <a:lnTo>
                    <a:pt x="19336" y="334518"/>
                  </a:lnTo>
                  <a:lnTo>
                    <a:pt x="19717" y="335280"/>
                  </a:lnTo>
                  <a:lnTo>
                    <a:pt x="20288" y="340043"/>
                  </a:lnTo>
                  <a:lnTo>
                    <a:pt x="21146" y="341947"/>
                  </a:lnTo>
                  <a:lnTo>
                    <a:pt x="23908" y="346615"/>
                  </a:lnTo>
                  <a:lnTo>
                    <a:pt x="24194" y="348615"/>
                  </a:lnTo>
                  <a:lnTo>
                    <a:pt x="23813" y="350330"/>
                  </a:lnTo>
                  <a:lnTo>
                    <a:pt x="22289" y="352615"/>
                  </a:lnTo>
                  <a:lnTo>
                    <a:pt x="21241" y="354806"/>
                  </a:lnTo>
                  <a:lnTo>
                    <a:pt x="20574" y="357188"/>
                  </a:lnTo>
                  <a:lnTo>
                    <a:pt x="20288" y="359569"/>
                  </a:lnTo>
                  <a:lnTo>
                    <a:pt x="20384" y="374332"/>
                  </a:lnTo>
                  <a:lnTo>
                    <a:pt x="20098" y="375856"/>
                  </a:lnTo>
                  <a:lnTo>
                    <a:pt x="19241" y="376428"/>
                  </a:lnTo>
                  <a:lnTo>
                    <a:pt x="18574" y="377095"/>
                  </a:lnTo>
                  <a:lnTo>
                    <a:pt x="18098" y="378333"/>
                  </a:lnTo>
                  <a:lnTo>
                    <a:pt x="17526" y="383286"/>
                  </a:lnTo>
                  <a:lnTo>
                    <a:pt x="17526" y="384715"/>
                  </a:lnTo>
                  <a:lnTo>
                    <a:pt x="17717" y="385381"/>
                  </a:lnTo>
                  <a:lnTo>
                    <a:pt x="18193" y="385763"/>
                  </a:lnTo>
                  <a:lnTo>
                    <a:pt x="20479" y="387191"/>
                  </a:lnTo>
                  <a:lnTo>
                    <a:pt x="21527" y="388334"/>
                  </a:lnTo>
                  <a:lnTo>
                    <a:pt x="21622" y="389096"/>
                  </a:lnTo>
                  <a:lnTo>
                    <a:pt x="21146" y="389763"/>
                  </a:lnTo>
                  <a:lnTo>
                    <a:pt x="19241" y="391382"/>
                  </a:lnTo>
                  <a:lnTo>
                    <a:pt x="18383" y="392239"/>
                  </a:lnTo>
                  <a:lnTo>
                    <a:pt x="17717" y="393573"/>
                  </a:lnTo>
                  <a:lnTo>
                    <a:pt x="17717" y="394145"/>
                  </a:lnTo>
                  <a:lnTo>
                    <a:pt x="18002" y="394240"/>
                  </a:lnTo>
                  <a:lnTo>
                    <a:pt x="19241" y="393859"/>
                  </a:lnTo>
                  <a:lnTo>
                    <a:pt x="20098" y="393668"/>
                  </a:lnTo>
                  <a:lnTo>
                    <a:pt x="20860" y="393859"/>
                  </a:lnTo>
                  <a:lnTo>
                    <a:pt x="21622" y="394430"/>
                  </a:lnTo>
                  <a:lnTo>
                    <a:pt x="21717" y="395002"/>
                  </a:lnTo>
                  <a:lnTo>
                    <a:pt x="21527" y="395954"/>
                  </a:lnTo>
                  <a:lnTo>
                    <a:pt x="20955" y="397288"/>
                  </a:lnTo>
                  <a:lnTo>
                    <a:pt x="20479" y="399288"/>
                  </a:lnTo>
                  <a:lnTo>
                    <a:pt x="20098" y="400717"/>
                  </a:lnTo>
                  <a:lnTo>
                    <a:pt x="19526" y="401669"/>
                  </a:lnTo>
                  <a:lnTo>
                    <a:pt x="18479" y="402336"/>
                  </a:lnTo>
                  <a:lnTo>
                    <a:pt x="16097" y="403384"/>
                  </a:lnTo>
                  <a:lnTo>
                    <a:pt x="15240" y="404051"/>
                  </a:lnTo>
                  <a:lnTo>
                    <a:pt x="14573" y="405194"/>
                  </a:lnTo>
                  <a:lnTo>
                    <a:pt x="14478" y="406813"/>
                  </a:lnTo>
                  <a:lnTo>
                    <a:pt x="13907" y="408051"/>
                  </a:lnTo>
                  <a:lnTo>
                    <a:pt x="13049" y="409004"/>
                  </a:lnTo>
                  <a:lnTo>
                    <a:pt x="10097" y="410718"/>
                  </a:lnTo>
                  <a:lnTo>
                    <a:pt x="6191" y="413671"/>
                  </a:lnTo>
                  <a:lnTo>
                    <a:pt x="1810" y="416147"/>
                  </a:lnTo>
                  <a:lnTo>
                    <a:pt x="286" y="417386"/>
                  </a:lnTo>
                  <a:lnTo>
                    <a:pt x="0" y="418052"/>
                  </a:lnTo>
                  <a:lnTo>
                    <a:pt x="3143" y="422148"/>
                  </a:lnTo>
                  <a:lnTo>
                    <a:pt x="4191" y="423196"/>
                  </a:lnTo>
                  <a:lnTo>
                    <a:pt x="15716" y="426244"/>
                  </a:lnTo>
                  <a:lnTo>
                    <a:pt x="17621" y="426434"/>
                  </a:lnTo>
                  <a:lnTo>
                    <a:pt x="24860" y="426244"/>
                  </a:lnTo>
                  <a:lnTo>
                    <a:pt x="27146" y="426625"/>
                  </a:lnTo>
                  <a:lnTo>
                    <a:pt x="31814" y="428720"/>
                  </a:lnTo>
                  <a:lnTo>
                    <a:pt x="32385" y="429959"/>
                  </a:lnTo>
                  <a:lnTo>
                    <a:pt x="33433" y="430816"/>
                  </a:lnTo>
                  <a:lnTo>
                    <a:pt x="34004" y="432149"/>
                  </a:lnTo>
                  <a:lnTo>
                    <a:pt x="33909" y="433864"/>
                  </a:lnTo>
                  <a:lnTo>
                    <a:pt x="33338" y="435102"/>
                  </a:lnTo>
                  <a:lnTo>
                    <a:pt x="32576" y="436055"/>
                  </a:lnTo>
                  <a:lnTo>
                    <a:pt x="31528" y="436912"/>
                  </a:lnTo>
                  <a:lnTo>
                    <a:pt x="28099" y="439007"/>
                  </a:lnTo>
                  <a:lnTo>
                    <a:pt x="27527" y="439579"/>
                  </a:lnTo>
                  <a:lnTo>
                    <a:pt x="26860" y="440627"/>
                  </a:lnTo>
                  <a:lnTo>
                    <a:pt x="26670" y="441960"/>
                  </a:lnTo>
                  <a:lnTo>
                    <a:pt x="26860" y="445294"/>
                  </a:lnTo>
                  <a:lnTo>
                    <a:pt x="26575" y="446818"/>
                  </a:lnTo>
                  <a:lnTo>
                    <a:pt x="26099" y="448056"/>
                  </a:lnTo>
                  <a:lnTo>
                    <a:pt x="25718" y="449961"/>
                  </a:lnTo>
                  <a:lnTo>
                    <a:pt x="25527" y="452342"/>
                  </a:lnTo>
                  <a:lnTo>
                    <a:pt x="26194" y="458724"/>
                  </a:lnTo>
                  <a:lnTo>
                    <a:pt x="26194" y="460915"/>
                  </a:lnTo>
                  <a:lnTo>
                    <a:pt x="25813" y="463772"/>
                  </a:lnTo>
                  <a:lnTo>
                    <a:pt x="25718" y="466535"/>
                  </a:lnTo>
                  <a:lnTo>
                    <a:pt x="26099" y="471773"/>
                  </a:lnTo>
                  <a:lnTo>
                    <a:pt x="25622" y="472821"/>
                  </a:lnTo>
                  <a:lnTo>
                    <a:pt x="24956" y="474059"/>
                  </a:lnTo>
                  <a:lnTo>
                    <a:pt x="22955" y="476060"/>
                  </a:lnTo>
                  <a:lnTo>
                    <a:pt x="21812" y="477679"/>
                  </a:lnTo>
                  <a:lnTo>
                    <a:pt x="21812" y="477679"/>
                  </a:lnTo>
                  <a:lnTo>
                    <a:pt x="26670" y="480536"/>
                  </a:lnTo>
                  <a:lnTo>
                    <a:pt x="31718" y="482346"/>
                  </a:lnTo>
                  <a:lnTo>
                    <a:pt x="34100" y="483108"/>
                  </a:lnTo>
                  <a:lnTo>
                    <a:pt x="37243" y="482822"/>
                  </a:lnTo>
                  <a:lnTo>
                    <a:pt x="38195" y="483203"/>
                  </a:lnTo>
                  <a:lnTo>
                    <a:pt x="39338" y="483013"/>
                  </a:lnTo>
                  <a:lnTo>
                    <a:pt x="40196" y="482632"/>
                  </a:lnTo>
                  <a:lnTo>
                    <a:pt x="41053" y="483108"/>
                  </a:lnTo>
                  <a:lnTo>
                    <a:pt x="41624" y="483584"/>
                  </a:lnTo>
                  <a:lnTo>
                    <a:pt x="42482" y="484156"/>
                  </a:lnTo>
                  <a:lnTo>
                    <a:pt x="43148" y="485013"/>
                  </a:lnTo>
                  <a:lnTo>
                    <a:pt x="44101" y="486061"/>
                  </a:lnTo>
                  <a:lnTo>
                    <a:pt x="45053" y="486537"/>
                  </a:lnTo>
                  <a:lnTo>
                    <a:pt x="46292" y="486823"/>
                  </a:lnTo>
                  <a:lnTo>
                    <a:pt x="49149" y="487204"/>
                  </a:lnTo>
                  <a:lnTo>
                    <a:pt x="50197" y="487013"/>
                  </a:lnTo>
                  <a:lnTo>
                    <a:pt x="50959" y="486442"/>
                  </a:lnTo>
                  <a:lnTo>
                    <a:pt x="51911" y="485965"/>
                  </a:lnTo>
                  <a:lnTo>
                    <a:pt x="52864" y="485680"/>
                  </a:lnTo>
                  <a:lnTo>
                    <a:pt x="53912" y="485870"/>
                  </a:lnTo>
                  <a:lnTo>
                    <a:pt x="54674" y="486156"/>
                  </a:lnTo>
                  <a:lnTo>
                    <a:pt x="55531" y="486632"/>
                  </a:lnTo>
                  <a:lnTo>
                    <a:pt x="56769" y="486918"/>
                  </a:lnTo>
                  <a:lnTo>
                    <a:pt x="57912" y="486823"/>
                  </a:lnTo>
                  <a:lnTo>
                    <a:pt x="59150" y="487299"/>
                  </a:lnTo>
                  <a:lnTo>
                    <a:pt x="60103" y="487775"/>
                  </a:lnTo>
                  <a:lnTo>
                    <a:pt x="61341" y="488061"/>
                  </a:lnTo>
                  <a:lnTo>
                    <a:pt x="62484" y="488252"/>
                  </a:lnTo>
                  <a:lnTo>
                    <a:pt x="63627" y="487966"/>
                  </a:lnTo>
                  <a:lnTo>
                    <a:pt x="64580" y="487680"/>
                  </a:lnTo>
                  <a:lnTo>
                    <a:pt x="65532" y="487204"/>
                  </a:lnTo>
                  <a:lnTo>
                    <a:pt x="66485" y="487013"/>
                  </a:lnTo>
                  <a:lnTo>
                    <a:pt x="67151" y="487204"/>
                  </a:lnTo>
                  <a:lnTo>
                    <a:pt x="68390" y="487204"/>
                  </a:lnTo>
                  <a:lnTo>
                    <a:pt x="68961" y="486918"/>
                  </a:lnTo>
                  <a:lnTo>
                    <a:pt x="70295" y="484918"/>
                  </a:lnTo>
                  <a:lnTo>
                    <a:pt x="71342" y="484537"/>
                  </a:lnTo>
                  <a:lnTo>
                    <a:pt x="72676" y="484537"/>
                  </a:lnTo>
                  <a:lnTo>
                    <a:pt x="74962" y="485870"/>
                  </a:lnTo>
                  <a:lnTo>
                    <a:pt x="77343" y="486823"/>
                  </a:lnTo>
                  <a:lnTo>
                    <a:pt x="79153" y="487013"/>
                  </a:lnTo>
                  <a:lnTo>
                    <a:pt x="81344" y="486918"/>
                  </a:lnTo>
                  <a:lnTo>
                    <a:pt x="82487" y="487109"/>
                  </a:lnTo>
                  <a:lnTo>
                    <a:pt x="84868" y="488728"/>
                  </a:lnTo>
                  <a:lnTo>
                    <a:pt x="85820" y="488918"/>
                  </a:lnTo>
                  <a:lnTo>
                    <a:pt x="86392" y="487394"/>
                  </a:lnTo>
                  <a:lnTo>
                    <a:pt x="87344" y="485394"/>
                  </a:lnTo>
                  <a:lnTo>
                    <a:pt x="87630" y="484632"/>
                  </a:lnTo>
                  <a:lnTo>
                    <a:pt x="88392" y="484251"/>
                  </a:lnTo>
                  <a:lnTo>
                    <a:pt x="88964" y="483775"/>
                  </a:lnTo>
                  <a:lnTo>
                    <a:pt x="89821" y="483775"/>
                  </a:lnTo>
                  <a:lnTo>
                    <a:pt x="90202" y="484251"/>
                  </a:lnTo>
                  <a:lnTo>
                    <a:pt x="90297" y="487394"/>
                  </a:lnTo>
                  <a:lnTo>
                    <a:pt x="91250" y="487585"/>
                  </a:lnTo>
                  <a:lnTo>
                    <a:pt x="92393" y="489966"/>
                  </a:lnTo>
                  <a:lnTo>
                    <a:pt x="92964" y="490728"/>
                  </a:lnTo>
                  <a:lnTo>
                    <a:pt x="97346" y="492728"/>
                  </a:lnTo>
                  <a:lnTo>
                    <a:pt x="98298" y="492823"/>
                  </a:lnTo>
                  <a:lnTo>
                    <a:pt x="99441" y="492443"/>
                  </a:lnTo>
                  <a:lnTo>
                    <a:pt x="100298" y="491871"/>
                  </a:lnTo>
                  <a:lnTo>
                    <a:pt x="100203" y="490156"/>
                  </a:lnTo>
                  <a:lnTo>
                    <a:pt x="101537" y="490061"/>
                  </a:lnTo>
                  <a:lnTo>
                    <a:pt x="102775" y="490061"/>
                  </a:lnTo>
                  <a:lnTo>
                    <a:pt x="103061" y="490156"/>
                  </a:lnTo>
                  <a:lnTo>
                    <a:pt x="104680" y="490156"/>
                  </a:lnTo>
                  <a:lnTo>
                    <a:pt x="105061" y="489680"/>
                  </a:lnTo>
                  <a:lnTo>
                    <a:pt x="105347" y="488061"/>
                  </a:lnTo>
                  <a:lnTo>
                    <a:pt x="105728" y="487394"/>
                  </a:lnTo>
                  <a:lnTo>
                    <a:pt x="106299" y="486442"/>
                  </a:lnTo>
                  <a:lnTo>
                    <a:pt x="106585" y="485489"/>
                  </a:lnTo>
                  <a:lnTo>
                    <a:pt x="106299" y="484632"/>
                  </a:lnTo>
                  <a:lnTo>
                    <a:pt x="106394" y="483965"/>
                  </a:lnTo>
                  <a:lnTo>
                    <a:pt x="108299" y="482537"/>
                  </a:lnTo>
                  <a:lnTo>
                    <a:pt x="109347" y="481965"/>
                  </a:lnTo>
                  <a:lnTo>
                    <a:pt x="111919" y="481203"/>
                  </a:lnTo>
                  <a:lnTo>
                    <a:pt x="113062" y="480536"/>
                  </a:lnTo>
                  <a:lnTo>
                    <a:pt x="113633" y="479584"/>
                  </a:lnTo>
                  <a:lnTo>
                    <a:pt x="113824" y="478441"/>
                  </a:lnTo>
                  <a:lnTo>
                    <a:pt x="114205" y="476821"/>
                  </a:lnTo>
                  <a:lnTo>
                    <a:pt x="114300" y="475869"/>
                  </a:lnTo>
                  <a:lnTo>
                    <a:pt x="114586" y="475583"/>
                  </a:lnTo>
                  <a:lnTo>
                    <a:pt x="114776" y="474631"/>
                  </a:lnTo>
                  <a:lnTo>
                    <a:pt x="115634" y="472726"/>
                  </a:lnTo>
                  <a:lnTo>
                    <a:pt x="115443" y="471488"/>
                  </a:lnTo>
                  <a:lnTo>
                    <a:pt x="114681" y="469011"/>
                  </a:lnTo>
                  <a:lnTo>
                    <a:pt x="115253" y="468249"/>
                  </a:lnTo>
                  <a:lnTo>
                    <a:pt x="116586" y="467868"/>
                  </a:lnTo>
                  <a:lnTo>
                    <a:pt x="118110" y="468154"/>
                  </a:lnTo>
                  <a:lnTo>
                    <a:pt x="119348" y="468630"/>
                  </a:lnTo>
                  <a:lnTo>
                    <a:pt x="122111" y="468535"/>
                  </a:lnTo>
                  <a:lnTo>
                    <a:pt x="122968" y="467582"/>
                  </a:lnTo>
                  <a:lnTo>
                    <a:pt x="123825" y="466439"/>
                  </a:lnTo>
                  <a:lnTo>
                    <a:pt x="124873" y="465677"/>
                  </a:lnTo>
                  <a:lnTo>
                    <a:pt x="126397" y="465487"/>
                  </a:lnTo>
                  <a:lnTo>
                    <a:pt x="128302" y="464915"/>
                  </a:lnTo>
                  <a:lnTo>
                    <a:pt x="130016" y="463391"/>
                  </a:lnTo>
                  <a:lnTo>
                    <a:pt x="132398" y="462344"/>
                  </a:lnTo>
                  <a:lnTo>
                    <a:pt x="134207" y="462153"/>
                  </a:lnTo>
                  <a:lnTo>
                    <a:pt x="137636" y="462344"/>
                  </a:lnTo>
                  <a:lnTo>
                    <a:pt x="142780" y="463296"/>
                  </a:lnTo>
                  <a:lnTo>
                    <a:pt x="145733" y="464248"/>
                  </a:lnTo>
                  <a:lnTo>
                    <a:pt x="147161" y="464534"/>
                  </a:lnTo>
                  <a:lnTo>
                    <a:pt x="148781" y="465296"/>
                  </a:lnTo>
                  <a:lnTo>
                    <a:pt x="150114" y="465296"/>
                  </a:lnTo>
                  <a:lnTo>
                    <a:pt x="151067" y="464630"/>
                  </a:lnTo>
                  <a:lnTo>
                    <a:pt x="152114" y="463582"/>
                  </a:lnTo>
                  <a:lnTo>
                    <a:pt x="154019" y="461581"/>
                  </a:lnTo>
                  <a:lnTo>
                    <a:pt x="155258" y="460438"/>
                  </a:lnTo>
                  <a:lnTo>
                    <a:pt x="156782" y="460153"/>
                  </a:lnTo>
                  <a:lnTo>
                    <a:pt x="159068" y="461105"/>
                  </a:lnTo>
                  <a:lnTo>
                    <a:pt x="160211" y="462153"/>
                  </a:lnTo>
                  <a:lnTo>
                    <a:pt x="161544" y="463487"/>
                  </a:lnTo>
                  <a:lnTo>
                    <a:pt x="162782" y="465392"/>
                  </a:lnTo>
                  <a:lnTo>
                    <a:pt x="163544" y="466154"/>
                  </a:lnTo>
                  <a:lnTo>
                    <a:pt x="164878" y="467201"/>
                  </a:lnTo>
                  <a:lnTo>
                    <a:pt x="168021" y="468821"/>
                  </a:lnTo>
                  <a:lnTo>
                    <a:pt x="169355" y="469297"/>
                  </a:lnTo>
                  <a:lnTo>
                    <a:pt x="170879" y="469487"/>
                  </a:lnTo>
                  <a:lnTo>
                    <a:pt x="172593" y="469487"/>
                  </a:lnTo>
                  <a:lnTo>
                    <a:pt x="175069" y="469202"/>
                  </a:lnTo>
                  <a:lnTo>
                    <a:pt x="176784" y="468154"/>
                  </a:lnTo>
                  <a:lnTo>
                    <a:pt x="178880" y="466535"/>
                  </a:lnTo>
                  <a:lnTo>
                    <a:pt x="179546" y="465772"/>
                  </a:lnTo>
                  <a:lnTo>
                    <a:pt x="180404" y="464630"/>
                  </a:lnTo>
                  <a:lnTo>
                    <a:pt x="182118" y="461581"/>
                  </a:lnTo>
                  <a:lnTo>
                    <a:pt x="182499" y="460724"/>
                  </a:lnTo>
                  <a:lnTo>
                    <a:pt x="182594" y="459677"/>
                  </a:lnTo>
                  <a:lnTo>
                    <a:pt x="182309" y="458724"/>
                  </a:lnTo>
                  <a:lnTo>
                    <a:pt x="181832" y="457676"/>
                  </a:lnTo>
                  <a:lnTo>
                    <a:pt x="181547" y="456057"/>
                  </a:lnTo>
                  <a:lnTo>
                    <a:pt x="181451" y="455009"/>
                  </a:lnTo>
                  <a:lnTo>
                    <a:pt x="181642" y="453866"/>
                  </a:lnTo>
                  <a:lnTo>
                    <a:pt x="182309" y="453199"/>
                  </a:lnTo>
                  <a:lnTo>
                    <a:pt x="183261" y="452914"/>
                  </a:lnTo>
                  <a:lnTo>
                    <a:pt x="184404" y="453009"/>
                  </a:lnTo>
                  <a:lnTo>
                    <a:pt x="185166" y="453676"/>
                  </a:lnTo>
                  <a:lnTo>
                    <a:pt x="185547" y="454819"/>
                  </a:lnTo>
                  <a:lnTo>
                    <a:pt x="185738" y="455771"/>
                  </a:lnTo>
                  <a:lnTo>
                    <a:pt x="185928" y="457486"/>
                  </a:lnTo>
                  <a:lnTo>
                    <a:pt x="186309" y="458819"/>
                  </a:lnTo>
                  <a:lnTo>
                    <a:pt x="188214" y="460248"/>
                  </a:lnTo>
                  <a:lnTo>
                    <a:pt x="189643" y="460343"/>
                  </a:lnTo>
                  <a:lnTo>
                    <a:pt x="190690" y="459391"/>
                  </a:lnTo>
                  <a:lnTo>
                    <a:pt x="190976" y="459010"/>
                  </a:lnTo>
                  <a:lnTo>
                    <a:pt x="191452" y="458438"/>
                  </a:lnTo>
                  <a:lnTo>
                    <a:pt x="192024" y="457390"/>
                  </a:lnTo>
                  <a:lnTo>
                    <a:pt x="191834" y="455962"/>
                  </a:lnTo>
                  <a:lnTo>
                    <a:pt x="190119" y="452247"/>
                  </a:lnTo>
                  <a:lnTo>
                    <a:pt x="190119" y="450247"/>
                  </a:lnTo>
                  <a:lnTo>
                    <a:pt x="190405" y="449104"/>
                  </a:lnTo>
                  <a:lnTo>
                    <a:pt x="192405" y="447770"/>
                  </a:lnTo>
                  <a:lnTo>
                    <a:pt x="194215" y="446818"/>
                  </a:lnTo>
                  <a:lnTo>
                    <a:pt x="196310" y="445961"/>
                  </a:lnTo>
                  <a:lnTo>
                    <a:pt x="198501" y="445294"/>
                  </a:lnTo>
                  <a:lnTo>
                    <a:pt x="200120" y="444627"/>
                  </a:lnTo>
                  <a:lnTo>
                    <a:pt x="202216" y="443198"/>
                  </a:lnTo>
                  <a:lnTo>
                    <a:pt x="203359" y="442722"/>
                  </a:lnTo>
                  <a:lnTo>
                    <a:pt x="204597" y="442531"/>
                  </a:lnTo>
                  <a:lnTo>
                    <a:pt x="205931" y="442627"/>
                  </a:lnTo>
                  <a:lnTo>
                    <a:pt x="207264" y="442913"/>
                  </a:lnTo>
                  <a:lnTo>
                    <a:pt x="208883" y="443484"/>
                  </a:lnTo>
                  <a:lnTo>
                    <a:pt x="215170" y="443484"/>
                  </a:lnTo>
                  <a:lnTo>
                    <a:pt x="216408" y="443674"/>
                  </a:lnTo>
                  <a:lnTo>
                    <a:pt x="217456" y="444532"/>
                  </a:lnTo>
                  <a:lnTo>
                    <a:pt x="218408" y="445103"/>
                  </a:lnTo>
                  <a:lnTo>
                    <a:pt x="219742" y="445580"/>
                  </a:lnTo>
                  <a:lnTo>
                    <a:pt x="221361" y="445961"/>
                  </a:lnTo>
                  <a:lnTo>
                    <a:pt x="223171" y="445294"/>
                  </a:lnTo>
                  <a:lnTo>
                    <a:pt x="224981" y="444341"/>
                  </a:lnTo>
                  <a:lnTo>
                    <a:pt x="226219" y="443294"/>
                  </a:lnTo>
                  <a:lnTo>
                    <a:pt x="226981" y="442055"/>
                  </a:lnTo>
                  <a:lnTo>
                    <a:pt x="227552" y="435959"/>
                  </a:lnTo>
                  <a:lnTo>
                    <a:pt x="227267" y="431578"/>
                  </a:lnTo>
                  <a:lnTo>
                    <a:pt x="226790" y="429959"/>
                  </a:lnTo>
                  <a:lnTo>
                    <a:pt x="225361" y="428435"/>
                  </a:lnTo>
                  <a:lnTo>
                    <a:pt x="225647" y="427101"/>
                  </a:lnTo>
                  <a:lnTo>
                    <a:pt x="225552" y="424720"/>
                  </a:lnTo>
                  <a:lnTo>
                    <a:pt x="225838" y="422148"/>
                  </a:lnTo>
                  <a:lnTo>
                    <a:pt x="226314" y="419386"/>
                  </a:lnTo>
                  <a:lnTo>
                    <a:pt x="227076" y="417671"/>
                  </a:lnTo>
                  <a:lnTo>
                    <a:pt x="228219" y="416909"/>
                  </a:lnTo>
                  <a:lnTo>
                    <a:pt x="228124" y="415480"/>
                  </a:lnTo>
                  <a:lnTo>
                    <a:pt x="227648" y="414147"/>
                  </a:lnTo>
                  <a:lnTo>
                    <a:pt x="226886" y="412909"/>
                  </a:lnTo>
                  <a:lnTo>
                    <a:pt x="226981" y="411004"/>
                  </a:lnTo>
                  <a:lnTo>
                    <a:pt x="227552" y="409670"/>
                  </a:lnTo>
                  <a:lnTo>
                    <a:pt x="231077" y="406337"/>
                  </a:lnTo>
                  <a:lnTo>
                    <a:pt x="231743" y="404527"/>
                  </a:lnTo>
                  <a:lnTo>
                    <a:pt x="233553" y="404051"/>
                  </a:lnTo>
                  <a:lnTo>
                    <a:pt x="235077" y="403860"/>
                  </a:lnTo>
                  <a:lnTo>
                    <a:pt x="237935" y="402812"/>
                  </a:lnTo>
                  <a:lnTo>
                    <a:pt x="239459" y="402527"/>
                  </a:lnTo>
                  <a:lnTo>
                    <a:pt x="240887" y="402431"/>
                  </a:lnTo>
                  <a:lnTo>
                    <a:pt x="247460" y="402241"/>
                  </a:lnTo>
                  <a:lnTo>
                    <a:pt x="250222" y="402050"/>
                  </a:lnTo>
                  <a:lnTo>
                    <a:pt x="251174" y="401669"/>
                  </a:lnTo>
                  <a:lnTo>
                    <a:pt x="252127" y="400717"/>
                  </a:lnTo>
                  <a:lnTo>
                    <a:pt x="252984" y="398812"/>
                  </a:lnTo>
                  <a:lnTo>
                    <a:pt x="255270" y="397669"/>
                  </a:lnTo>
                  <a:lnTo>
                    <a:pt x="258413" y="396240"/>
                  </a:lnTo>
                  <a:lnTo>
                    <a:pt x="260128" y="395859"/>
                  </a:lnTo>
                  <a:lnTo>
                    <a:pt x="262890" y="396145"/>
                  </a:lnTo>
                  <a:lnTo>
                    <a:pt x="264890" y="395764"/>
                  </a:lnTo>
                  <a:lnTo>
                    <a:pt x="266033" y="395383"/>
                  </a:lnTo>
                  <a:lnTo>
                    <a:pt x="267272" y="394716"/>
                  </a:lnTo>
                  <a:lnTo>
                    <a:pt x="268605" y="393763"/>
                  </a:lnTo>
                  <a:lnTo>
                    <a:pt x="270224" y="392335"/>
                  </a:lnTo>
                  <a:lnTo>
                    <a:pt x="272129" y="392144"/>
                  </a:lnTo>
                  <a:lnTo>
                    <a:pt x="274034" y="392621"/>
                  </a:lnTo>
                  <a:lnTo>
                    <a:pt x="275749" y="392430"/>
                  </a:lnTo>
                  <a:lnTo>
                    <a:pt x="276606" y="391001"/>
                  </a:lnTo>
                  <a:lnTo>
                    <a:pt x="278130" y="389858"/>
                  </a:lnTo>
                  <a:lnTo>
                    <a:pt x="279844" y="389096"/>
                  </a:lnTo>
                  <a:lnTo>
                    <a:pt x="284417" y="388811"/>
                  </a:lnTo>
                  <a:lnTo>
                    <a:pt x="285655" y="388144"/>
                  </a:lnTo>
                  <a:lnTo>
                    <a:pt x="287560" y="385477"/>
                  </a:lnTo>
                  <a:lnTo>
                    <a:pt x="289084" y="384620"/>
                  </a:lnTo>
                  <a:lnTo>
                    <a:pt x="290417" y="384334"/>
                  </a:lnTo>
                  <a:lnTo>
                    <a:pt x="291370" y="384905"/>
                  </a:lnTo>
                  <a:lnTo>
                    <a:pt x="294513" y="389001"/>
                  </a:lnTo>
                  <a:lnTo>
                    <a:pt x="296323" y="388906"/>
                  </a:lnTo>
                  <a:lnTo>
                    <a:pt x="298418" y="388334"/>
                  </a:lnTo>
                  <a:lnTo>
                    <a:pt x="300419" y="388144"/>
                  </a:lnTo>
                  <a:lnTo>
                    <a:pt x="301752" y="389287"/>
                  </a:lnTo>
                  <a:lnTo>
                    <a:pt x="302609" y="390715"/>
                  </a:lnTo>
                  <a:lnTo>
                    <a:pt x="303752" y="393954"/>
                  </a:lnTo>
                  <a:lnTo>
                    <a:pt x="305086" y="395383"/>
                  </a:lnTo>
                  <a:lnTo>
                    <a:pt x="306419" y="395954"/>
                  </a:lnTo>
                  <a:lnTo>
                    <a:pt x="307562" y="396240"/>
                  </a:lnTo>
                  <a:lnTo>
                    <a:pt x="309753" y="396049"/>
                  </a:lnTo>
                  <a:lnTo>
                    <a:pt x="311563" y="394906"/>
                  </a:lnTo>
                  <a:lnTo>
                    <a:pt x="313277" y="392811"/>
                  </a:lnTo>
                  <a:lnTo>
                    <a:pt x="315373" y="388811"/>
                  </a:lnTo>
                  <a:lnTo>
                    <a:pt x="315659" y="388525"/>
                  </a:lnTo>
                  <a:lnTo>
                    <a:pt x="316611" y="387572"/>
                  </a:lnTo>
                  <a:lnTo>
                    <a:pt x="318326" y="386429"/>
                  </a:lnTo>
                  <a:lnTo>
                    <a:pt x="319088" y="385667"/>
                  </a:lnTo>
                  <a:lnTo>
                    <a:pt x="320135" y="384048"/>
                  </a:lnTo>
                  <a:lnTo>
                    <a:pt x="321373" y="383096"/>
                  </a:lnTo>
                  <a:lnTo>
                    <a:pt x="321945" y="382429"/>
                  </a:lnTo>
                  <a:lnTo>
                    <a:pt x="322326" y="379286"/>
                  </a:lnTo>
                  <a:lnTo>
                    <a:pt x="322993" y="378047"/>
                  </a:lnTo>
                  <a:lnTo>
                    <a:pt x="323850" y="375571"/>
                  </a:lnTo>
                  <a:lnTo>
                    <a:pt x="324422" y="374237"/>
                  </a:lnTo>
                  <a:lnTo>
                    <a:pt x="321183" y="372713"/>
                  </a:lnTo>
                  <a:lnTo>
                    <a:pt x="320611" y="371951"/>
                  </a:lnTo>
                  <a:lnTo>
                    <a:pt x="320326" y="371094"/>
                  </a:lnTo>
                  <a:lnTo>
                    <a:pt x="320326" y="370046"/>
                  </a:lnTo>
                  <a:lnTo>
                    <a:pt x="320231" y="369475"/>
                  </a:lnTo>
                  <a:lnTo>
                    <a:pt x="317944" y="369475"/>
                  </a:lnTo>
                  <a:lnTo>
                    <a:pt x="315659" y="368332"/>
                  </a:lnTo>
                  <a:lnTo>
                    <a:pt x="315373" y="368237"/>
                  </a:lnTo>
                  <a:lnTo>
                    <a:pt x="315849" y="366522"/>
                  </a:lnTo>
                  <a:lnTo>
                    <a:pt x="316706" y="364807"/>
                  </a:lnTo>
                  <a:lnTo>
                    <a:pt x="317468" y="362903"/>
                  </a:lnTo>
                  <a:lnTo>
                    <a:pt x="318516" y="361474"/>
                  </a:lnTo>
                  <a:lnTo>
                    <a:pt x="319659" y="360521"/>
                  </a:lnTo>
                  <a:lnTo>
                    <a:pt x="320611" y="359378"/>
                  </a:lnTo>
                  <a:lnTo>
                    <a:pt x="321659" y="355949"/>
                  </a:lnTo>
                  <a:lnTo>
                    <a:pt x="326136" y="356140"/>
                  </a:lnTo>
                  <a:lnTo>
                    <a:pt x="326041" y="354425"/>
                  </a:lnTo>
                  <a:lnTo>
                    <a:pt x="326517" y="353282"/>
                  </a:lnTo>
                  <a:lnTo>
                    <a:pt x="327851" y="353759"/>
                  </a:lnTo>
                  <a:lnTo>
                    <a:pt x="328613" y="353949"/>
                  </a:lnTo>
                  <a:lnTo>
                    <a:pt x="329375" y="353854"/>
                  </a:lnTo>
                  <a:lnTo>
                    <a:pt x="329565" y="353473"/>
                  </a:lnTo>
                  <a:lnTo>
                    <a:pt x="330232" y="353282"/>
                  </a:lnTo>
                  <a:lnTo>
                    <a:pt x="330994" y="353473"/>
                  </a:lnTo>
                  <a:lnTo>
                    <a:pt x="331851" y="353473"/>
                  </a:lnTo>
                  <a:lnTo>
                    <a:pt x="332613" y="352520"/>
                  </a:lnTo>
                  <a:lnTo>
                    <a:pt x="332804" y="351568"/>
                  </a:lnTo>
                  <a:lnTo>
                    <a:pt x="333565" y="350711"/>
                  </a:lnTo>
                  <a:lnTo>
                    <a:pt x="335661" y="348901"/>
                  </a:lnTo>
                  <a:lnTo>
                    <a:pt x="336042" y="348044"/>
                  </a:lnTo>
                  <a:lnTo>
                    <a:pt x="337376" y="346329"/>
                  </a:lnTo>
                  <a:lnTo>
                    <a:pt x="338804" y="346615"/>
                  </a:lnTo>
                  <a:lnTo>
                    <a:pt x="338995" y="348615"/>
                  </a:lnTo>
                  <a:lnTo>
                    <a:pt x="338900" y="349568"/>
                  </a:lnTo>
                  <a:lnTo>
                    <a:pt x="339566" y="350139"/>
                  </a:lnTo>
                  <a:lnTo>
                    <a:pt x="340995" y="349377"/>
                  </a:lnTo>
                  <a:lnTo>
                    <a:pt x="341471" y="349377"/>
                  </a:lnTo>
                  <a:lnTo>
                    <a:pt x="343186" y="351092"/>
                  </a:lnTo>
                  <a:lnTo>
                    <a:pt x="343567" y="351472"/>
                  </a:lnTo>
                  <a:lnTo>
                    <a:pt x="344234" y="351377"/>
                  </a:lnTo>
                  <a:lnTo>
                    <a:pt x="345281" y="350806"/>
                  </a:lnTo>
                  <a:lnTo>
                    <a:pt x="346615" y="350425"/>
                  </a:lnTo>
                  <a:lnTo>
                    <a:pt x="348234" y="352520"/>
                  </a:lnTo>
                  <a:lnTo>
                    <a:pt x="349758" y="354521"/>
                  </a:lnTo>
                  <a:lnTo>
                    <a:pt x="351187" y="357092"/>
                  </a:lnTo>
                  <a:lnTo>
                    <a:pt x="351473" y="358997"/>
                  </a:lnTo>
                  <a:lnTo>
                    <a:pt x="351854" y="360902"/>
                  </a:lnTo>
                  <a:lnTo>
                    <a:pt x="352806" y="362331"/>
                  </a:lnTo>
                  <a:lnTo>
                    <a:pt x="352520" y="362331"/>
                  </a:lnTo>
                  <a:lnTo>
                    <a:pt x="352806" y="364427"/>
                  </a:lnTo>
                  <a:lnTo>
                    <a:pt x="352806" y="365760"/>
                  </a:lnTo>
                  <a:lnTo>
                    <a:pt x="353092" y="366522"/>
                  </a:lnTo>
                  <a:lnTo>
                    <a:pt x="353187" y="367284"/>
                  </a:lnTo>
                  <a:lnTo>
                    <a:pt x="354140" y="367284"/>
                  </a:lnTo>
                  <a:lnTo>
                    <a:pt x="355283" y="367760"/>
                  </a:lnTo>
                  <a:lnTo>
                    <a:pt x="354997" y="369094"/>
                  </a:lnTo>
                  <a:lnTo>
                    <a:pt x="356902" y="369380"/>
                  </a:lnTo>
                  <a:lnTo>
                    <a:pt x="357759" y="369189"/>
                  </a:lnTo>
                  <a:lnTo>
                    <a:pt x="358045" y="369761"/>
                  </a:lnTo>
                  <a:lnTo>
                    <a:pt x="358426" y="371189"/>
                  </a:lnTo>
                  <a:lnTo>
                    <a:pt x="358711" y="372618"/>
                  </a:lnTo>
                  <a:lnTo>
                    <a:pt x="359378" y="374523"/>
                  </a:lnTo>
                  <a:lnTo>
                    <a:pt x="359759" y="374523"/>
                  </a:lnTo>
                  <a:lnTo>
                    <a:pt x="359950" y="374332"/>
                  </a:lnTo>
                  <a:lnTo>
                    <a:pt x="360140" y="373475"/>
                  </a:lnTo>
                  <a:lnTo>
                    <a:pt x="361855" y="372809"/>
                  </a:lnTo>
                  <a:lnTo>
                    <a:pt x="362426" y="372046"/>
                  </a:lnTo>
                  <a:lnTo>
                    <a:pt x="362522" y="371380"/>
                  </a:lnTo>
                  <a:lnTo>
                    <a:pt x="362522" y="369856"/>
                  </a:lnTo>
                  <a:lnTo>
                    <a:pt x="364712" y="370713"/>
                  </a:lnTo>
                  <a:lnTo>
                    <a:pt x="364998" y="371380"/>
                  </a:lnTo>
                  <a:lnTo>
                    <a:pt x="365189" y="372332"/>
                  </a:lnTo>
                  <a:lnTo>
                    <a:pt x="366236" y="372523"/>
                  </a:lnTo>
                  <a:lnTo>
                    <a:pt x="366236" y="372999"/>
                  </a:lnTo>
                  <a:lnTo>
                    <a:pt x="367665" y="373475"/>
                  </a:lnTo>
                  <a:lnTo>
                    <a:pt x="368618" y="374047"/>
                  </a:lnTo>
                  <a:lnTo>
                    <a:pt x="368903" y="375095"/>
                  </a:lnTo>
                  <a:lnTo>
                    <a:pt x="368998" y="376999"/>
                  </a:lnTo>
                  <a:lnTo>
                    <a:pt x="370713" y="377285"/>
                  </a:lnTo>
                  <a:lnTo>
                    <a:pt x="371665" y="377666"/>
                  </a:lnTo>
                  <a:lnTo>
                    <a:pt x="372332" y="378143"/>
                  </a:lnTo>
                  <a:lnTo>
                    <a:pt x="372809" y="378714"/>
                  </a:lnTo>
                  <a:lnTo>
                    <a:pt x="375285" y="379476"/>
                  </a:lnTo>
                  <a:lnTo>
                    <a:pt x="376142" y="379571"/>
                  </a:lnTo>
                  <a:lnTo>
                    <a:pt x="377571" y="379476"/>
                  </a:lnTo>
                  <a:lnTo>
                    <a:pt x="379381" y="379762"/>
                  </a:lnTo>
                  <a:lnTo>
                    <a:pt x="381286" y="380333"/>
                  </a:lnTo>
                  <a:lnTo>
                    <a:pt x="382048" y="379381"/>
                  </a:lnTo>
                  <a:lnTo>
                    <a:pt x="385286" y="377666"/>
                  </a:lnTo>
                  <a:lnTo>
                    <a:pt x="386048" y="377285"/>
                  </a:lnTo>
                  <a:lnTo>
                    <a:pt x="385382" y="376809"/>
                  </a:lnTo>
                  <a:lnTo>
                    <a:pt x="384905" y="376047"/>
                  </a:lnTo>
                  <a:lnTo>
                    <a:pt x="383953" y="374999"/>
                  </a:lnTo>
                  <a:lnTo>
                    <a:pt x="382334" y="374428"/>
                  </a:lnTo>
                  <a:lnTo>
                    <a:pt x="381762" y="373761"/>
                  </a:lnTo>
                  <a:lnTo>
                    <a:pt x="381095" y="373761"/>
                  </a:lnTo>
                  <a:lnTo>
                    <a:pt x="380524" y="373666"/>
                  </a:lnTo>
                  <a:lnTo>
                    <a:pt x="380333" y="372809"/>
                  </a:lnTo>
                  <a:lnTo>
                    <a:pt x="381286" y="371475"/>
                  </a:lnTo>
                  <a:lnTo>
                    <a:pt x="381476" y="370713"/>
                  </a:lnTo>
                  <a:lnTo>
                    <a:pt x="381572" y="369856"/>
                  </a:lnTo>
                  <a:lnTo>
                    <a:pt x="381572" y="367474"/>
                  </a:lnTo>
                  <a:lnTo>
                    <a:pt x="382905" y="366998"/>
                  </a:lnTo>
                  <a:lnTo>
                    <a:pt x="384048" y="366903"/>
                  </a:lnTo>
                  <a:lnTo>
                    <a:pt x="383953" y="365379"/>
                  </a:lnTo>
                  <a:lnTo>
                    <a:pt x="383667" y="364903"/>
                  </a:lnTo>
                  <a:lnTo>
                    <a:pt x="383477" y="364141"/>
                  </a:lnTo>
                  <a:lnTo>
                    <a:pt x="383572" y="363379"/>
                  </a:lnTo>
                  <a:lnTo>
                    <a:pt x="383953" y="363284"/>
                  </a:lnTo>
                  <a:lnTo>
                    <a:pt x="384334" y="362903"/>
                  </a:lnTo>
                  <a:lnTo>
                    <a:pt x="384524" y="362426"/>
                  </a:lnTo>
                  <a:lnTo>
                    <a:pt x="384334" y="361760"/>
                  </a:lnTo>
                  <a:lnTo>
                    <a:pt x="383762" y="360617"/>
                  </a:lnTo>
                  <a:lnTo>
                    <a:pt x="382048" y="360521"/>
                  </a:lnTo>
                  <a:lnTo>
                    <a:pt x="377761" y="357759"/>
                  </a:lnTo>
                  <a:lnTo>
                    <a:pt x="376428" y="359378"/>
                  </a:lnTo>
                  <a:lnTo>
                    <a:pt x="375190" y="358712"/>
                  </a:lnTo>
                  <a:lnTo>
                    <a:pt x="373094" y="357949"/>
                  </a:lnTo>
                  <a:lnTo>
                    <a:pt x="372523" y="359378"/>
                  </a:lnTo>
                  <a:lnTo>
                    <a:pt x="372428" y="360521"/>
                  </a:lnTo>
                  <a:lnTo>
                    <a:pt x="372618" y="361664"/>
                  </a:lnTo>
                  <a:lnTo>
                    <a:pt x="371380" y="361188"/>
                  </a:lnTo>
                  <a:lnTo>
                    <a:pt x="370618" y="360617"/>
                  </a:lnTo>
                  <a:lnTo>
                    <a:pt x="369856" y="360140"/>
                  </a:lnTo>
                  <a:lnTo>
                    <a:pt x="368618" y="359188"/>
                  </a:lnTo>
                  <a:lnTo>
                    <a:pt x="367475" y="358330"/>
                  </a:lnTo>
                  <a:lnTo>
                    <a:pt x="363950" y="357283"/>
                  </a:lnTo>
                  <a:lnTo>
                    <a:pt x="362236" y="356902"/>
                  </a:lnTo>
                  <a:lnTo>
                    <a:pt x="360331" y="356235"/>
                  </a:lnTo>
                  <a:lnTo>
                    <a:pt x="357950" y="355282"/>
                  </a:lnTo>
                  <a:lnTo>
                    <a:pt x="357664" y="355282"/>
                  </a:lnTo>
                  <a:lnTo>
                    <a:pt x="358045" y="354806"/>
                  </a:lnTo>
                  <a:lnTo>
                    <a:pt x="358997" y="353759"/>
                  </a:lnTo>
                  <a:lnTo>
                    <a:pt x="359283" y="353282"/>
                  </a:lnTo>
                  <a:lnTo>
                    <a:pt x="359188" y="352520"/>
                  </a:lnTo>
                  <a:lnTo>
                    <a:pt x="359188" y="352235"/>
                  </a:lnTo>
                  <a:lnTo>
                    <a:pt x="360426" y="351758"/>
                  </a:lnTo>
                  <a:lnTo>
                    <a:pt x="360998" y="351377"/>
                  </a:lnTo>
                  <a:lnTo>
                    <a:pt x="361093" y="350806"/>
                  </a:lnTo>
                  <a:lnTo>
                    <a:pt x="361188" y="350044"/>
                  </a:lnTo>
                  <a:lnTo>
                    <a:pt x="360617" y="349377"/>
                  </a:lnTo>
                  <a:lnTo>
                    <a:pt x="359950" y="348901"/>
                  </a:lnTo>
                  <a:lnTo>
                    <a:pt x="359855" y="348329"/>
                  </a:lnTo>
                  <a:lnTo>
                    <a:pt x="360045" y="347567"/>
                  </a:lnTo>
                  <a:lnTo>
                    <a:pt x="359283" y="345948"/>
                  </a:lnTo>
                  <a:lnTo>
                    <a:pt x="358807" y="345377"/>
                  </a:lnTo>
                  <a:lnTo>
                    <a:pt x="358711" y="344900"/>
                  </a:lnTo>
                  <a:lnTo>
                    <a:pt x="359569" y="344138"/>
                  </a:lnTo>
                  <a:lnTo>
                    <a:pt x="360140" y="343757"/>
                  </a:lnTo>
                  <a:lnTo>
                    <a:pt x="361379" y="342519"/>
                  </a:lnTo>
                  <a:lnTo>
                    <a:pt x="361760" y="342329"/>
                  </a:lnTo>
                  <a:lnTo>
                    <a:pt x="361950" y="342329"/>
                  </a:lnTo>
                  <a:lnTo>
                    <a:pt x="362236" y="342805"/>
                  </a:lnTo>
                  <a:lnTo>
                    <a:pt x="362522" y="343853"/>
                  </a:lnTo>
                  <a:lnTo>
                    <a:pt x="362426" y="344519"/>
                  </a:lnTo>
                  <a:lnTo>
                    <a:pt x="362617" y="345186"/>
                  </a:lnTo>
                  <a:lnTo>
                    <a:pt x="364141" y="346710"/>
                  </a:lnTo>
                  <a:lnTo>
                    <a:pt x="364617" y="348234"/>
                  </a:lnTo>
                  <a:lnTo>
                    <a:pt x="364903" y="348710"/>
                  </a:lnTo>
                  <a:lnTo>
                    <a:pt x="366332" y="349091"/>
                  </a:lnTo>
                  <a:lnTo>
                    <a:pt x="367856" y="349663"/>
                  </a:lnTo>
                  <a:lnTo>
                    <a:pt x="368618" y="347281"/>
                  </a:lnTo>
                  <a:lnTo>
                    <a:pt x="369951" y="347281"/>
                  </a:lnTo>
                  <a:lnTo>
                    <a:pt x="370808" y="347091"/>
                  </a:lnTo>
                  <a:lnTo>
                    <a:pt x="371189" y="346520"/>
                  </a:lnTo>
                  <a:lnTo>
                    <a:pt x="372047" y="345662"/>
                  </a:lnTo>
                  <a:lnTo>
                    <a:pt x="372332" y="344900"/>
                  </a:lnTo>
                  <a:lnTo>
                    <a:pt x="372332" y="343567"/>
                  </a:lnTo>
                  <a:lnTo>
                    <a:pt x="372523" y="341757"/>
                  </a:lnTo>
                  <a:lnTo>
                    <a:pt x="372713" y="341186"/>
                  </a:lnTo>
                  <a:lnTo>
                    <a:pt x="373190" y="340614"/>
                  </a:lnTo>
                  <a:lnTo>
                    <a:pt x="373666" y="339471"/>
                  </a:lnTo>
                  <a:lnTo>
                    <a:pt x="373571" y="338709"/>
                  </a:lnTo>
                  <a:lnTo>
                    <a:pt x="375380" y="338899"/>
                  </a:lnTo>
                  <a:lnTo>
                    <a:pt x="376333" y="338709"/>
                  </a:lnTo>
                  <a:lnTo>
                    <a:pt x="377381" y="338042"/>
                  </a:lnTo>
                  <a:lnTo>
                    <a:pt x="378143" y="337280"/>
                  </a:lnTo>
                  <a:lnTo>
                    <a:pt x="378905" y="337185"/>
                  </a:lnTo>
                  <a:lnTo>
                    <a:pt x="379762" y="336804"/>
                  </a:lnTo>
                  <a:lnTo>
                    <a:pt x="381000" y="335089"/>
                  </a:lnTo>
                  <a:lnTo>
                    <a:pt x="382524" y="335375"/>
                  </a:lnTo>
                  <a:lnTo>
                    <a:pt x="383286" y="335947"/>
                  </a:lnTo>
                  <a:lnTo>
                    <a:pt x="385001" y="337280"/>
                  </a:lnTo>
                  <a:lnTo>
                    <a:pt x="386048" y="337756"/>
                  </a:lnTo>
                  <a:lnTo>
                    <a:pt x="387096" y="337661"/>
                  </a:lnTo>
                  <a:lnTo>
                    <a:pt x="387477" y="337756"/>
                  </a:lnTo>
                  <a:lnTo>
                    <a:pt x="388334" y="338233"/>
                  </a:lnTo>
                  <a:lnTo>
                    <a:pt x="389001" y="338423"/>
                  </a:lnTo>
                  <a:lnTo>
                    <a:pt x="388525" y="339471"/>
                  </a:lnTo>
                  <a:lnTo>
                    <a:pt x="389763" y="340043"/>
                  </a:lnTo>
                  <a:lnTo>
                    <a:pt x="390906" y="340328"/>
                  </a:lnTo>
                  <a:lnTo>
                    <a:pt x="392144" y="341186"/>
                  </a:lnTo>
                  <a:lnTo>
                    <a:pt x="391954" y="341567"/>
                  </a:lnTo>
                  <a:lnTo>
                    <a:pt x="390715" y="342424"/>
                  </a:lnTo>
                  <a:lnTo>
                    <a:pt x="389954" y="343090"/>
                  </a:lnTo>
                  <a:lnTo>
                    <a:pt x="389954" y="343853"/>
                  </a:lnTo>
                  <a:lnTo>
                    <a:pt x="389477" y="344614"/>
                  </a:lnTo>
                  <a:lnTo>
                    <a:pt x="390144" y="345091"/>
                  </a:lnTo>
                  <a:lnTo>
                    <a:pt x="391287" y="345186"/>
                  </a:lnTo>
                  <a:lnTo>
                    <a:pt x="392621" y="344900"/>
                  </a:lnTo>
                  <a:lnTo>
                    <a:pt x="393383" y="344519"/>
                  </a:lnTo>
                  <a:lnTo>
                    <a:pt x="394335" y="344329"/>
                  </a:lnTo>
                  <a:lnTo>
                    <a:pt x="395002" y="343948"/>
                  </a:lnTo>
                  <a:lnTo>
                    <a:pt x="395288" y="343471"/>
                  </a:lnTo>
                  <a:lnTo>
                    <a:pt x="396621" y="343471"/>
                  </a:lnTo>
                  <a:lnTo>
                    <a:pt x="398621" y="343853"/>
                  </a:lnTo>
                  <a:lnTo>
                    <a:pt x="400145" y="343948"/>
                  </a:lnTo>
                  <a:lnTo>
                    <a:pt x="402527" y="345091"/>
                  </a:lnTo>
                  <a:lnTo>
                    <a:pt x="404717" y="345662"/>
                  </a:lnTo>
                  <a:lnTo>
                    <a:pt x="406432" y="345853"/>
                  </a:lnTo>
                  <a:lnTo>
                    <a:pt x="407003" y="345948"/>
                  </a:lnTo>
                  <a:lnTo>
                    <a:pt x="407861" y="346520"/>
                  </a:lnTo>
                  <a:lnTo>
                    <a:pt x="409004" y="346615"/>
                  </a:lnTo>
                  <a:lnTo>
                    <a:pt x="411385" y="347186"/>
                  </a:lnTo>
                  <a:lnTo>
                    <a:pt x="412052" y="347853"/>
                  </a:lnTo>
                  <a:lnTo>
                    <a:pt x="412433" y="348615"/>
                  </a:lnTo>
                  <a:lnTo>
                    <a:pt x="413861" y="347758"/>
                  </a:lnTo>
                  <a:lnTo>
                    <a:pt x="414528" y="346901"/>
                  </a:lnTo>
                  <a:lnTo>
                    <a:pt x="415004" y="346424"/>
                  </a:lnTo>
                  <a:lnTo>
                    <a:pt x="415481" y="345567"/>
                  </a:lnTo>
                  <a:lnTo>
                    <a:pt x="415195" y="343471"/>
                  </a:lnTo>
                  <a:lnTo>
                    <a:pt x="415861" y="341852"/>
                  </a:lnTo>
                  <a:lnTo>
                    <a:pt x="415861" y="341376"/>
                  </a:lnTo>
                  <a:lnTo>
                    <a:pt x="416052" y="340138"/>
                  </a:lnTo>
                  <a:lnTo>
                    <a:pt x="415004" y="338328"/>
                  </a:lnTo>
                  <a:lnTo>
                    <a:pt x="415957" y="337471"/>
                  </a:lnTo>
                  <a:lnTo>
                    <a:pt x="416338" y="336709"/>
                  </a:lnTo>
                  <a:lnTo>
                    <a:pt x="416814" y="334042"/>
                  </a:lnTo>
                  <a:lnTo>
                    <a:pt x="417481" y="334232"/>
                  </a:lnTo>
                  <a:lnTo>
                    <a:pt x="418910" y="334709"/>
                  </a:lnTo>
                  <a:lnTo>
                    <a:pt x="419767" y="334709"/>
                  </a:lnTo>
                  <a:lnTo>
                    <a:pt x="420624" y="334709"/>
                  </a:lnTo>
                  <a:lnTo>
                    <a:pt x="421291" y="334518"/>
                  </a:lnTo>
                  <a:lnTo>
                    <a:pt x="421767" y="334137"/>
                  </a:lnTo>
                  <a:lnTo>
                    <a:pt x="421577" y="333185"/>
                  </a:lnTo>
                  <a:lnTo>
                    <a:pt x="421862" y="332327"/>
                  </a:lnTo>
                  <a:lnTo>
                    <a:pt x="421958" y="331184"/>
                  </a:lnTo>
                  <a:lnTo>
                    <a:pt x="421672" y="330708"/>
                  </a:lnTo>
                  <a:lnTo>
                    <a:pt x="421196" y="330232"/>
                  </a:lnTo>
                  <a:lnTo>
                    <a:pt x="421005" y="329565"/>
                  </a:lnTo>
                  <a:lnTo>
                    <a:pt x="421100" y="328422"/>
                  </a:lnTo>
                  <a:lnTo>
                    <a:pt x="420815" y="327470"/>
                  </a:lnTo>
                  <a:lnTo>
                    <a:pt x="421767" y="326993"/>
                  </a:lnTo>
                  <a:lnTo>
                    <a:pt x="422624" y="326898"/>
                  </a:lnTo>
                  <a:lnTo>
                    <a:pt x="423767" y="326993"/>
                  </a:lnTo>
                  <a:lnTo>
                    <a:pt x="424720" y="327565"/>
                  </a:lnTo>
                  <a:lnTo>
                    <a:pt x="425672" y="328422"/>
                  </a:lnTo>
                  <a:lnTo>
                    <a:pt x="426625" y="328994"/>
                  </a:lnTo>
                  <a:lnTo>
                    <a:pt x="427863" y="329470"/>
                  </a:lnTo>
                  <a:lnTo>
                    <a:pt x="430054" y="330041"/>
                  </a:lnTo>
                  <a:lnTo>
                    <a:pt x="430721" y="330041"/>
                  </a:lnTo>
                  <a:lnTo>
                    <a:pt x="431483" y="329755"/>
                  </a:lnTo>
                  <a:lnTo>
                    <a:pt x="432340" y="329470"/>
                  </a:lnTo>
                  <a:lnTo>
                    <a:pt x="434721" y="329184"/>
                  </a:lnTo>
                  <a:lnTo>
                    <a:pt x="435388" y="328517"/>
                  </a:lnTo>
                  <a:lnTo>
                    <a:pt x="435769" y="327946"/>
                  </a:lnTo>
                  <a:lnTo>
                    <a:pt x="436340" y="327565"/>
                  </a:lnTo>
                  <a:lnTo>
                    <a:pt x="436817" y="326993"/>
                  </a:lnTo>
                  <a:lnTo>
                    <a:pt x="437102" y="325946"/>
                  </a:lnTo>
                  <a:lnTo>
                    <a:pt x="437960" y="326327"/>
                  </a:lnTo>
                  <a:lnTo>
                    <a:pt x="438912" y="327088"/>
                  </a:lnTo>
                  <a:lnTo>
                    <a:pt x="441484" y="325946"/>
                  </a:lnTo>
                  <a:lnTo>
                    <a:pt x="445389" y="324612"/>
                  </a:lnTo>
                  <a:lnTo>
                    <a:pt x="448532" y="323755"/>
                  </a:lnTo>
                  <a:lnTo>
                    <a:pt x="450533" y="323660"/>
                  </a:lnTo>
                  <a:lnTo>
                    <a:pt x="451104" y="322517"/>
                  </a:lnTo>
                  <a:lnTo>
                    <a:pt x="452533" y="320993"/>
                  </a:lnTo>
                  <a:lnTo>
                    <a:pt x="451866" y="320326"/>
                  </a:lnTo>
                  <a:lnTo>
                    <a:pt x="451485" y="319564"/>
                  </a:lnTo>
                  <a:lnTo>
                    <a:pt x="451390" y="315944"/>
                  </a:lnTo>
                  <a:lnTo>
                    <a:pt x="451580" y="314801"/>
                  </a:lnTo>
                  <a:lnTo>
                    <a:pt x="452342" y="313754"/>
                  </a:lnTo>
                  <a:lnTo>
                    <a:pt x="452723" y="312801"/>
                  </a:lnTo>
                  <a:lnTo>
                    <a:pt x="453676" y="312230"/>
                  </a:lnTo>
                  <a:lnTo>
                    <a:pt x="457010" y="312896"/>
                  </a:lnTo>
                  <a:lnTo>
                    <a:pt x="458819" y="312706"/>
                  </a:lnTo>
                  <a:lnTo>
                    <a:pt x="461486" y="312801"/>
                  </a:lnTo>
                  <a:lnTo>
                    <a:pt x="461963" y="312896"/>
                  </a:lnTo>
                  <a:lnTo>
                    <a:pt x="462534" y="313087"/>
                  </a:lnTo>
                  <a:lnTo>
                    <a:pt x="464248" y="311944"/>
                  </a:lnTo>
                  <a:lnTo>
                    <a:pt x="465106" y="310991"/>
                  </a:lnTo>
                  <a:lnTo>
                    <a:pt x="466249" y="309181"/>
                  </a:lnTo>
                  <a:lnTo>
                    <a:pt x="466535" y="308324"/>
                  </a:lnTo>
                  <a:lnTo>
                    <a:pt x="467678" y="306514"/>
                  </a:lnTo>
                  <a:lnTo>
                    <a:pt x="468916" y="304705"/>
                  </a:lnTo>
                  <a:lnTo>
                    <a:pt x="469202" y="304514"/>
                  </a:lnTo>
                  <a:lnTo>
                    <a:pt x="469868" y="304419"/>
                  </a:lnTo>
                  <a:lnTo>
                    <a:pt x="470630" y="304610"/>
                  </a:lnTo>
                  <a:lnTo>
                    <a:pt x="471297" y="305181"/>
                  </a:lnTo>
                  <a:lnTo>
                    <a:pt x="471392" y="306324"/>
                  </a:lnTo>
                  <a:lnTo>
                    <a:pt x="472059" y="307181"/>
                  </a:lnTo>
                  <a:lnTo>
                    <a:pt x="473773" y="308229"/>
                  </a:lnTo>
                  <a:lnTo>
                    <a:pt x="474631" y="308610"/>
                  </a:lnTo>
                  <a:lnTo>
                    <a:pt x="475393" y="308705"/>
                  </a:lnTo>
                  <a:lnTo>
                    <a:pt x="476155" y="308801"/>
                  </a:lnTo>
                  <a:lnTo>
                    <a:pt x="478631" y="308038"/>
                  </a:lnTo>
                  <a:lnTo>
                    <a:pt x="479679" y="308038"/>
                  </a:lnTo>
                  <a:lnTo>
                    <a:pt x="479965" y="307467"/>
                  </a:lnTo>
                  <a:lnTo>
                    <a:pt x="480251" y="306800"/>
                  </a:lnTo>
                  <a:lnTo>
                    <a:pt x="481775" y="306419"/>
                  </a:lnTo>
                  <a:lnTo>
                    <a:pt x="482727" y="305657"/>
                  </a:lnTo>
                  <a:lnTo>
                    <a:pt x="483203" y="304514"/>
                  </a:lnTo>
                  <a:lnTo>
                    <a:pt x="483870" y="303657"/>
                  </a:lnTo>
                  <a:lnTo>
                    <a:pt x="484537" y="302800"/>
                  </a:lnTo>
                  <a:lnTo>
                    <a:pt x="486251" y="301085"/>
                  </a:lnTo>
                  <a:lnTo>
                    <a:pt x="487394" y="299561"/>
                  </a:lnTo>
                  <a:lnTo>
                    <a:pt x="488633" y="297561"/>
                  </a:lnTo>
                  <a:lnTo>
                    <a:pt x="488918" y="296894"/>
                  </a:lnTo>
                  <a:lnTo>
                    <a:pt x="488918" y="296132"/>
                  </a:lnTo>
                  <a:lnTo>
                    <a:pt x="488728" y="295465"/>
                  </a:lnTo>
                  <a:lnTo>
                    <a:pt x="488728" y="294132"/>
                  </a:lnTo>
                  <a:lnTo>
                    <a:pt x="489204" y="292513"/>
                  </a:lnTo>
                  <a:lnTo>
                    <a:pt x="489394" y="291179"/>
                  </a:lnTo>
                  <a:lnTo>
                    <a:pt x="489204" y="290131"/>
                  </a:lnTo>
                  <a:lnTo>
                    <a:pt x="489394" y="287464"/>
                  </a:lnTo>
                  <a:lnTo>
                    <a:pt x="489585" y="286607"/>
                  </a:lnTo>
                  <a:lnTo>
                    <a:pt x="490442" y="285369"/>
                  </a:lnTo>
                  <a:lnTo>
                    <a:pt x="491014" y="284417"/>
                  </a:lnTo>
                  <a:lnTo>
                    <a:pt x="491776" y="283464"/>
                  </a:lnTo>
                  <a:lnTo>
                    <a:pt x="492157" y="282893"/>
                  </a:lnTo>
                  <a:lnTo>
                    <a:pt x="492157" y="282512"/>
                  </a:lnTo>
                  <a:lnTo>
                    <a:pt x="491871" y="282130"/>
                  </a:lnTo>
                  <a:lnTo>
                    <a:pt x="490919" y="281273"/>
                  </a:lnTo>
                  <a:lnTo>
                    <a:pt x="489776" y="280416"/>
                  </a:lnTo>
                  <a:lnTo>
                    <a:pt x="490347" y="279749"/>
                  </a:lnTo>
                  <a:lnTo>
                    <a:pt x="490538" y="279463"/>
                  </a:lnTo>
                  <a:lnTo>
                    <a:pt x="490538" y="278797"/>
                  </a:lnTo>
                  <a:lnTo>
                    <a:pt x="490823" y="278035"/>
                  </a:lnTo>
                  <a:lnTo>
                    <a:pt x="491585" y="276987"/>
                  </a:lnTo>
                  <a:lnTo>
                    <a:pt x="493395" y="275558"/>
                  </a:lnTo>
                  <a:lnTo>
                    <a:pt x="494538" y="273748"/>
                  </a:lnTo>
                  <a:lnTo>
                    <a:pt x="494729" y="273082"/>
                  </a:lnTo>
                  <a:lnTo>
                    <a:pt x="495586" y="271177"/>
                  </a:lnTo>
                  <a:lnTo>
                    <a:pt x="496348" y="269938"/>
                  </a:lnTo>
                  <a:lnTo>
                    <a:pt x="497300" y="269177"/>
                  </a:lnTo>
                  <a:lnTo>
                    <a:pt x="497681" y="268605"/>
                  </a:lnTo>
                  <a:lnTo>
                    <a:pt x="497586" y="266795"/>
                  </a:lnTo>
                  <a:lnTo>
                    <a:pt x="497777" y="265652"/>
                  </a:lnTo>
                  <a:lnTo>
                    <a:pt x="497872" y="264890"/>
                  </a:lnTo>
                  <a:lnTo>
                    <a:pt x="498253" y="263938"/>
                  </a:lnTo>
                  <a:lnTo>
                    <a:pt x="498919" y="263366"/>
                  </a:lnTo>
                  <a:lnTo>
                    <a:pt x="502063" y="261842"/>
                  </a:lnTo>
                  <a:lnTo>
                    <a:pt x="502444" y="261461"/>
                  </a:lnTo>
                  <a:lnTo>
                    <a:pt x="503111" y="260032"/>
                  </a:lnTo>
                  <a:lnTo>
                    <a:pt x="503587" y="259556"/>
                  </a:lnTo>
                  <a:lnTo>
                    <a:pt x="505778" y="259175"/>
                  </a:lnTo>
                  <a:lnTo>
                    <a:pt x="507111" y="259175"/>
                  </a:lnTo>
                  <a:lnTo>
                    <a:pt x="509588" y="258985"/>
                  </a:lnTo>
                  <a:lnTo>
                    <a:pt x="510731" y="258604"/>
                  </a:lnTo>
                  <a:lnTo>
                    <a:pt x="511493" y="257937"/>
                  </a:lnTo>
                  <a:lnTo>
                    <a:pt x="512255" y="256889"/>
                  </a:lnTo>
                  <a:lnTo>
                    <a:pt x="512921" y="255079"/>
                  </a:lnTo>
                  <a:lnTo>
                    <a:pt x="513588" y="254413"/>
                  </a:lnTo>
                  <a:lnTo>
                    <a:pt x="515207" y="253174"/>
                  </a:lnTo>
                  <a:lnTo>
                    <a:pt x="515874" y="252698"/>
                  </a:lnTo>
                  <a:lnTo>
                    <a:pt x="517017" y="252413"/>
                  </a:lnTo>
                  <a:lnTo>
                    <a:pt x="518636" y="252794"/>
                  </a:lnTo>
                  <a:lnTo>
                    <a:pt x="519875" y="251365"/>
                  </a:lnTo>
                  <a:lnTo>
                    <a:pt x="521970" y="251174"/>
                  </a:lnTo>
                  <a:lnTo>
                    <a:pt x="522637" y="250222"/>
                  </a:lnTo>
                  <a:lnTo>
                    <a:pt x="523399" y="249650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9" name="Freeform: Shape 11">
              <a:extLst>
                <a:ext uri="{FF2B5EF4-FFF2-40B4-BE49-F238E27FC236}">
                  <a16:creationId xmlns:a16="http://schemas.microsoft.com/office/drawing/2014/main" id="{2B6D56C1-BA7C-1DC1-B294-C86ED30C604D}"/>
                </a:ext>
              </a:extLst>
            </p:cNvPr>
            <p:cNvSpPr/>
            <p:nvPr/>
          </p:nvSpPr>
          <p:spPr>
            <a:xfrm>
              <a:off x="7932638" y="5190193"/>
              <a:ext cx="705944" cy="945965"/>
            </a:xfrm>
            <a:custGeom>
              <a:avLst/>
              <a:gdLst>
                <a:gd name="connsiteX0" fmla="*/ 471868 w 476250"/>
                <a:gd name="connsiteY0" fmla="*/ 11240 h 638175"/>
                <a:gd name="connsiteX1" fmla="*/ 472630 w 476250"/>
                <a:gd name="connsiteY1" fmla="*/ 11240 h 638175"/>
                <a:gd name="connsiteX2" fmla="*/ 472154 w 476250"/>
                <a:gd name="connsiteY2" fmla="*/ 6668 h 638175"/>
                <a:gd name="connsiteX3" fmla="*/ 469678 w 476250"/>
                <a:gd name="connsiteY3" fmla="*/ 1048 h 638175"/>
                <a:gd name="connsiteX4" fmla="*/ 469297 w 476250"/>
                <a:gd name="connsiteY4" fmla="*/ 1524 h 638175"/>
                <a:gd name="connsiteX5" fmla="*/ 468535 w 476250"/>
                <a:gd name="connsiteY5" fmla="*/ 2572 h 638175"/>
                <a:gd name="connsiteX6" fmla="*/ 468439 w 476250"/>
                <a:gd name="connsiteY6" fmla="*/ 2762 h 638175"/>
                <a:gd name="connsiteX7" fmla="*/ 468439 w 476250"/>
                <a:gd name="connsiteY7" fmla="*/ 2762 h 638175"/>
                <a:gd name="connsiteX8" fmla="*/ 471868 w 476250"/>
                <a:gd name="connsiteY8" fmla="*/ 11240 h 638175"/>
                <a:gd name="connsiteX9" fmla="*/ 476155 w 476250"/>
                <a:gd name="connsiteY9" fmla="*/ 19050 h 638175"/>
                <a:gd name="connsiteX10" fmla="*/ 475012 w 476250"/>
                <a:gd name="connsiteY10" fmla="*/ 14573 h 638175"/>
                <a:gd name="connsiteX11" fmla="*/ 474250 w 476250"/>
                <a:gd name="connsiteY11" fmla="*/ 12478 h 638175"/>
                <a:gd name="connsiteX12" fmla="*/ 472726 w 476250"/>
                <a:gd name="connsiteY12" fmla="*/ 12859 h 638175"/>
                <a:gd name="connsiteX13" fmla="*/ 472535 w 476250"/>
                <a:gd name="connsiteY13" fmla="*/ 13335 h 638175"/>
                <a:gd name="connsiteX14" fmla="*/ 471868 w 476250"/>
                <a:gd name="connsiteY14" fmla="*/ 14573 h 638175"/>
                <a:gd name="connsiteX15" fmla="*/ 470249 w 476250"/>
                <a:gd name="connsiteY15" fmla="*/ 12668 h 638175"/>
                <a:gd name="connsiteX16" fmla="*/ 468154 w 476250"/>
                <a:gd name="connsiteY16" fmla="*/ 11335 h 638175"/>
                <a:gd name="connsiteX17" fmla="*/ 466725 w 476250"/>
                <a:gd name="connsiteY17" fmla="*/ 10001 h 638175"/>
                <a:gd name="connsiteX18" fmla="*/ 467106 w 476250"/>
                <a:gd name="connsiteY18" fmla="*/ 8001 h 638175"/>
                <a:gd name="connsiteX19" fmla="*/ 466439 w 476250"/>
                <a:gd name="connsiteY19" fmla="*/ 8001 h 638175"/>
                <a:gd name="connsiteX20" fmla="*/ 466439 w 476250"/>
                <a:gd name="connsiteY20" fmla="*/ 8001 h 638175"/>
                <a:gd name="connsiteX21" fmla="*/ 466439 w 476250"/>
                <a:gd name="connsiteY21" fmla="*/ 8001 h 638175"/>
                <a:gd name="connsiteX22" fmla="*/ 466439 w 476250"/>
                <a:gd name="connsiteY22" fmla="*/ 8001 h 638175"/>
                <a:gd name="connsiteX23" fmla="*/ 466344 w 476250"/>
                <a:gd name="connsiteY23" fmla="*/ 8287 h 638175"/>
                <a:gd name="connsiteX24" fmla="*/ 462439 w 476250"/>
                <a:gd name="connsiteY24" fmla="*/ 10096 h 638175"/>
                <a:gd name="connsiteX25" fmla="*/ 459772 w 476250"/>
                <a:gd name="connsiteY25" fmla="*/ 10382 h 638175"/>
                <a:gd name="connsiteX26" fmla="*/ 454057 w 476250"/>
                <a:gd name="connsiteY26" fmla="*/ 9049 h 638175"/>
                <a:gd name="connsiteX27" fmla="*/ 452152 w 476250"/>
                <a:gd name="connsiteY27" fmla="*/ 9049 h 638175"/>
                <a:gd name="connsiteX28" fmla="*/ 449294 w 476250"/>
                <a:gd name="connsiteY28" fmla="*/ 9335 h 638175"/>
                <a:gd name="connsiteX29" fmla="*/ 448151 w 476250"/>
                <a:gd name="connsiteY29" fmla="*/ 9144 h 638175"/>
                <a:gd name="connsiteX30" fmla="*/ 447580 w 476250"/>
                <a:gd name="connsiteY30" fmla="*/ 8668 h 638175"/>
                <a:gd name="connsiteX31" fmla="*/ 447675 w 476250"/>
                <a:gd name="connsiteY31" fmla="*/ 8001 h 638175"/>
                <a:gd name="connsiteX32" fmla="*/ 447865 w 476250"/>
                <a:gd name="connsiteY32" fmla="*/ 7334 h 638175"/>
                <a:gd name="connsiteX33" fmla="*/ 448056 w 476250"/>
                <a:gd name="connsiteY33" fmla="*/ 6858 h 638175"/>
                <a:gd name="connsiteX34" fmla="*/ 448723 w 476250"/>
                <a:gd name="connsiteY34" fmla="*/ 5810 h 638175"/>
                <a:gd name="connsiteX35" fmla="*/ 449009 w 476250"/>
                <a:gd name="connsiteY35" fmla="*/ 5048 h 638175"/>
                <a:gd name="connsiteX36" fmla="*/ 449104 w 476250"/>
                <a:gd name="connsiteY36" fmla="*/ 4477 h 638175"/>
                <a:gd name="connsiteX37" fmla="*/ 449104 w 476250"/>
                <a:gd name="connsiteY37" fmla="*/ 3238 h 638175"/>
                <a:gd name="connsiteX38" fmla="*/ 448913 w 476250"/>
                <a:gd name="connsiteY38" fmla="*/ 2858 h 638175"/>
                <a:gd name="connsiteX39" fmla="*/ 446151 w 476250"/>
                <a:gd name="connsiteY39" fmla="*/ 2762 h 638175"/>
                <a:gd name="connsiteX40" fmla="*/ 444437 w 476250"/>
                <a:gd name="connsiteY40" fmla="*/ 2000 h 638175"/>
                <a:gd name="connsiteX41" fmla="*/ 441960 w 476250"/>
                <a:gd name="connsiteY41" fmla="*/ 191 h 638175"/>
                <a:gd name="connsiteX42" fmla="*/ 441198 w 476250"/>
                <a:gd name="connsiteY42" fmla="*/ 0 h 638175"/>
                <a:gd name="connsiteX43" fmla="*/ 440341 w 476250"/>
                <a:gd name="connsiteY43" fmla="*/ 191 h 638175"/>
                <a:gd name="connsiteX44" fmla="*/ 439864 w 476250"/>
                <a:gd name="connsiteY44" fmla="*/ 762 h 638175"/>
                <a:gd name="connsiteX45" fmla="*/ 439674 w 476250"/>
                <a:gd name="connsiteY45" fmla="*/ 1429 h 638175"/>
                <a:gd name="connsiteX46" fmla="*/ 439769 w 476250"/>
                <a:gd name="connsiteY46" fmla="*/ 2000 h 638175"/>
                <a:gd name="connsiteX47" fmla="*/ 440341 w 476250"/>
                <a:gd name="connsiteY47" fmla="*/ 2762 h 638175"/>
                <a:gd name="connsiteX48" fmla="*/ 441103 w 476250"/>
                <a:gd name="connsiteY48" fmla="*/ 3429 h 638175"/>
                <a:gd name="connsiteX49" fmla="*/ 442055 w 476250"/>
                <a:gd name="connsiteY49" fmla="*/ 4001 h 638175"/>
                <a:gd name="connsiteX50" fmla="*/ 442531 w 476250"/>
                <a:gd name="connsiteY50" fmla="*/ 4572 h 638175"/>
                <a:gd name="connsiteX51" fmla="*/ 442722 w 476250"/>
                <a:gd name="connsiteY51" fmla="*/ 5144 h 638175"/>
                <a:gd name="connsiteX52" fmla="*/ 442627 w 476250"/>
                <a:gd name="connsiteY52" fmla="*/ 6096 h 638175"/>
                <a:gd name="connsiteX53" fmla="*/ 442150 w 476250"/>
                <a:gd name="connsiteY53" fmla="*/ 7049 h 638175"/>
                <a:gd name="connsiteX54" fmla="*/ 441388 w 476250"/>
                <a:gd name="connsiteY54" fmla="*/ 7525 h 638175"/>
                <a:gd name="connsiteX55" fmla="*/ 438721 w 476250"/>
                <a:gd name="connsiteY55" fmla="*/ 8287 h 638175"/>
                <a:gd name="connsiteX56" fmla="*/ 436435 w 476250"/>
                <a:gd name="connsiteY56" fmla="*/ 9335 h 638175"/>
                <a:gd name="connsiteX57" fmla="*/ 434626 w 476250"/>
                <a:gd name="connsiteY57" fmla="*/ 10859 h 638175"/>
                <a:gd name="connsiteX58" fmla="*/ 432911 w 476250"/>
                <a:gd name="connsiteY58" fmla="*/ 12859 h 638175"/>
                <a:gd name="connsiteX59" fmla="*/ 432054 w 476250"/>
                <a:gd name="connsiteY59" fmla="*/ 14097 h 638175"/>
                <a:gd name="connsiteX60" fmla="*/ 431863 w 476250"/>
                <a:gd name="connsiteY60" fmla="*/ 15145 h 638175"/>
                <a:gd name="connsiteX61" fmla="*/ 431959 w 476250"/>
                <a:gd name="connsiteY61" fmla="*/ 15812 h 638175"/>
                <a:gd name="connsiteX62" fmla="*/ 432244 w 476250"/>
                <a:gd name="connsiteY62" fmla="*/ 16669 h 638175"/>
                <a:gd name="connsiteX63" fmla="*/ 432435 w 476250"/>
                <a:gd name="connsiteY63" fmla="*/ 17621 h 638175"/>
                <a:gd name="connsiteX64" fmla="*/ 432340 w 476250"/>
                <a:gd name="connsiteY64" fmla="*/ 18669 h 638175"/>
                <a:gd name="connsiteX65" fmla="*/ 431387 w 476250"/>
                <a:gd name="connsiteY65" fmla="*/ 20193 h 638175"/>
                <a:gd name="connsiteX66" fmla="*/ 421767 w 476250"/>
                <a:gd name="connsiteY66" fmla="*/ 25908 h 638175"/>
                <a:gd name="connsiteX67" fmla="*/ 415195 w 476250"/>
                <a:gd name="connsiteY67" fmla="*/ 28575 h 638175"/>
                <a:gd name="connsiteX68" fmla="*/ 413194 w 476250"/>
                <a:gd name="connsiteY68" fmla="*/ 28956 h 638175"/>
                <a:gd name="connsiteX69" fmla="*/ 411575 w 476250"/>
                <a:gd name="connsiteY69" fmla="*/ 28670 h 638175"/>
                <a:gd name="connsiteX70" fmla="*/ 410623 w 476250"/>
                <a:gd name="connsiteY70" fmla="*/ 28194 h 638175"/>
                <a:gd name="connsiteX71" fmla="*/ 409289 w 476250"/>
                <a:gd name="connsiteY71" fmla="*/ 28194 h 638175"/>
                <a:gd name="connsiteX72" fmla="*/ 408622 w 476250"/>
                <a:gd name="connsiteY72" fmla="*/ 28766 h 638175"/>
                <a:gd name="connsiteX73" fmla="*/ 408242 w 476250"/>
                <a:gd name="connsiteY73" fmla="*/ 29718 h 638175"/>
                <a:gd name="connsiteX74" fmla="*/ 408242 w 476250"/>
                <a:gd name="connsiteY74" fmla="*/ 30671 h 638175"/>
                <a:gd name="connsiteX75" fmla="*/ 408432 w 476250"/>
                <a:gd name="connsiteY75" fmla="*/ 31528 h 638175"/>
                <a:gd name="connsiteX76" fmla="*/ 408908 w 476250"/>
                <a:gd name="connsiteY76" fmla="*/ 32195 h 638175"/>
                <a:gd name="connsiteX77" fmla="*/ 409670 w 476250"/>
                <a:gd name="connsiteY77" fmla="*/ 32671 h 638175"/>
                <a:gd name="connsiteX78" fmla="*/ 410527 w 476250"/>
                <a:gd name="connsiteY78" fmla="*/ 33052 h 638175"/>
                <a:gd name="connsiteX79" fmla="*/ 411289 w 476250"/>
                <a:gd name="connsiteY79" fmla="*/ 33528 h 638175"/>
                <a:gd name="connsiteX80" fmla="*/ 412051 w 476250"/>
                <a:gd name="connsiteY80" fmla="*/ 34100 h 638175"/>
                <a:gd name="connsiteX81" fmla="*/ 412433 w 476250"/>
                <a:gd name="connsiteY81" fmla="*/ 34766 h 638175"/>
                <a:gd name="connsiteX82" fmla="*/ 412433 w 476250"/>
                <a:gd name="connsiteY82" fmla="*/ 35528 h 638175"/>
                <a:gd name="connsiteX83" fmla="*/ 411766 w 476250"/>
                <a:gd name="connsiteY83" fmla="*/ 36862 h 638175"/>
                <a:gd name="connsiteX84" fmla="*/ 410718 w 476250"/>
                <a:gd name="connsiteY84" fmla="*/ 37243 h 638175"/>
                <a:gd name="connsiteX85" fmla="*/ 409384 w 476250"/>
                <a:gd name="connsiteY85" fmla="*/ 37243 h 638175"/>
                <a:gd name="connsiteX86" fmla="*/ 408337 w 476250"/>
                <a:gd name="connsiteY86" fmla="*/ 36862 h 638175"/>
                <a:gd name="connsiteX87" fmla="*/ 406146 w 476250"/>
                <a:gd name="connsiteY87" fmla="*/ 36862 h 638175"/>
                <a:gd name="connsiteX88" fmla="*/ 404336 w 476250"/>
                <a:gd name="connsiteY88" fmla="*/ 37052 h 638175"/>
                <a:gd name="connsiteX89" fmla="*/ 401574 w 476250"/>
                <a:gd name="connsiteY89" fmla="*/ 35433 h 638175"/>
                <a:gd name="connsiteX90" fmla="*/ 400907 w 476250"/>
                <a:gd name="connsiteY90" fmla="*/ 34576 h 638175"/>
                <a:gd name="connsiteX91" fmla="*/ 400717 w 476250"/>
                <a:gd name="connsiteY91" fmla="*/ 33814 h 638175"/>
                <a:gd name="connsiteX92" fmla="*/ 400907 w 476250"/>
                <a:gd name="connsiteY92" fmla="*/ 32957 h 638175"/>
                <a:gd name="connsiteX93" fmla="*/ 401002 w 476250"/>
                <a:gd name="connsiteY93" fmla="*/ 31813 h 638175"/>
                <a:gd name="connsiteX94" fmla="*/ 400621 w 476250"/>
                <a:gd name="connsiteY94" fmla="*/ 29909 h 638175"/>
                <a:gd name="connsiteX95" fmla="*/ 399669 w 476250"/>
                <a:gd name="connsiteY95" fmla="*/ 29146 h 638175"/>
                <a:gd name="connsiteX96" fmla="*/ 398240 w 476250"/>
                <a:gd name="connsiteY96" fmla="*/ 28861 h 638175"/>
                <a:gd name="connsiteX97" fmla="*/ 390430 w 476250"/>
                <a:gd name="connsiteY97" fmla="*/ 30480 h 638175"/>
                <a:gd name="connsiteX98" fmla="*/ 388334 w 476250"/>
                <a:gd name="connsiteY98" fmla="*/ 30385 h 638175"/>
                <a:gd name="connsiteX99" fmla="*/ 387096 w 476250"/>
                <a:gd name="connsiteY99" fmla="*/ 29623 h 638175"/>
                <a:gd name="connsiteX100" fmla="*/ 386239 w 476250"/>
                <a:gd name="connsiteY100" fmla="*/ 28480 h 638175"/>
                <a:gd name="connsiteX101" fmla="*/ 385381 w 476250"/>
                <a:gd name="connsiteY101" fmla="*/ 26861 h 638175"/>
                <a:gd name="connsiteX102" fmla="*/ 383953 w 476250"/>
                <a:gd name="connsiteY102" fmla="*/ 24955 h 638175"/>
                <a:gd name="connsiteX103" fmla="*/ 382714 w 476250"/>
                <a:gd name="connsiteY103" fmla="*/ 24098 h 638175"/>
                <a:gd name="connsiteX104" fmla="*/ 381381 w 476250"/>
                <a:gd name="connsiteY104" fmla="*/ 23527 h 638175"/>
                <a:gd name="connsiteX105" fmla="*/ 379381 w 476250"/>
                <a:gd name="connsiteY105" fmla="*/ 23146 h 638175"/>
                <a:gd name="connsiteX106" fmla="*/ 377666 w 476250"/>
                <a:gd name="connsiteY106" fmla="*/ 23051 h 638175"/>
                <a:gd name="connsiteX107" fmla="*/ 374904 w 476250"/>
                <a:gd name="connsiteY107" fmla="*/ 23336 h 638175"/>
                <a:gd name="connsiteX108" fmla="*/ 372904 w 476250"/>
                <a:gd name="connsiteY108" fmla="*/ 24098 h 638175"/>
                <a:gd name="connsiteX109" fmla="*/ 372332 w 476250"/>
                <a:gd name="connsiteY109" fmla="*/ 24575 h 638175"/>
                <a:gd name="connsiteX110" fmla="*/ 371856 w 476250"/>
                <a:gd name="connsiteY110" fmla="*/ 25241 h 638175"/>
                <a:gd name="connsiteX111" fmla="*/ 371570 w 476250"/>
                <a:gd name="connsiteY111" fmla="*/ 26099 h 638175"/>
                <a:gd name="connsiteX112" fmla="*/ 371380 w 476250"/>
                <a:gd name="connsiteY112" fmla="*/ 28194 h 638175"/>
                <a:gd name="connsiteX113" fmla="*/ 371189 w 476250"/>
                <a:gd name="connsiteY113" fmla="*/ 29242 h 638175"/>
                <a:gd name="connsiteX114" fmla="*/ 370046 w 476250"/>
                <a:gd name="connsiteY114" fmla="*/ 31623 h 638175"/>
                <a:gd name="connsiteX115" fmla="*/ 369856 w 476250"/>
                <a:gd name="connsiteY115" fmla="*/ 32480 h 638175"/>
                <a:gd name="connsiteX116" fmla="*/ 369951 w 476250"/>
                <a:gd name="connsiteY116" fmla="*/ 33338 h 638175"/>
                <a:gd name="connsiteX117" fmla="*/ 370237 w 476250"/>
                <a:gd name="connsiteY117" fmla="*/ 34480 h 638175"/>
                <a:gd name="connsiteX118" fmla="*/ 370142 w 476250"/>
                <a:gd name="connsiteY118" fmla="*/ 35814 h 638175"/>
                <a:gd name="connsiteX119" fmla="*/ 369380 w 476250"/>
                <a:gd name="connsiteY119" fmla="*/ 37243 h 638175"/>
                <a:gd name="connsiteX120" fmla="*/ 365474 w 476250"/>
                <a:gd name="connsiteY120" fmla="*/ 39148 h 638175"/>
                <a:gd name="connsiteX121" fmla="*/ 364522 w 476250"/>
                <a:gd name="connsiteY121" fmla="*/ 39815 h 638175"/>
                <a:gd name="connsiteX122" fmla="*/ 363379 w 476250"/>
                <a:gd name="connsiteY122" fmla="*/ 41243 h 638175"/>
                <a:gd name="connsiteX123" fmla="*/ 361283 w 476250"/>
                <a:gd name="connsiteY123" fmla="*/ 43148 h 638175"/>
                <a:gd name="connsiteX124" fmla="*/ 358807 w 476250"/>
                <a:gd name="connsiteY124" fmla="*/ 46292 h 638175"/>
                <a:gd name="connsiteX125" fmla="*/ 357092 w 476250"/>
                <a:gd name="connsiteY125" fmla="*/ 47625 h 638175"/>
                <a:gd name="connsiteX126" fmla="*/ 355759 w 476250"/>
                <a:gd name="connsiteY126" fmla="*/ 47911 h 638175"/>
                <a:gd name="connsiteX127" fmla="*/ 354711 w 476250"/>
                <a:gd name="connsiteY127" fmla="*/ 47530 h 638175"/>
                <a:gd name="connsiteX128" fmla="*/ 353854 w 476250"/>
                <a:gd name="connsiteY128" fmla="*/ 46577 h 638175"/>
                <a:gd name="connsiteX129" fmla="*/ 352806 w 476250"/>
                <a:gd name="connsiteY129" fmla="*/ 45625 h 638175"/>
                <a:gd name="connsiteX130" fmla="*/ 351092 w 476250"/>
                <a:gd name="connsiteY130" fmla="*/ 45339 h 638175"/>
                <a:gd name="connsiteX131" fmla="*/ 349663 w 476250"/>
                <a:gd name="connsiteY131" fmla="*/ 45720 h 638175"/>
                <a:gd name="connsiteX132" fmla="*/ 348329 w 476250"/>
                <a:gd name="connsiteY132" fmla="*/ 46863 h 638175"/>
                <a:gd name="connsiteX133" fmla="*/ 344329 w 476250"/>
                <a:gd name="connsiteY133" fmla="*/ 52769 h 638175"/>
                <a:gd name="connsiteX134" fmla="*/ 341376 w 476250"/>
                <a:gd name="connsiteY134" fmla="*/ 56388 h 638175"/>
                <a:gd name="connsiteX135" fmla="*/ 340614 w 476250"/>
                <a:gd name="connsiteY135" fmla="*/ 57055 h 638175"/>
                <a:gd name="connsiteX136" fmla="*/ 339376 w 476250"/>
                <a:gd name="connsiteY136" fmla="*/ 57912 h 638175"/>
                <a:gd name="connsiteX137" fmla="*/ 338042 w 476250"/>
                <a:gd name="connsiteY137" fmla="*/ 58198 h 638175"/>
                <a:gd name="connsiteX138" fmla="*/ 333946 w 476250"/>
                <a:gd name="connsiteY138" fmla="*/ 58579 h 638175"/>
                <a:gd name="connsiteX139" fmla="*/ 331470 w 476250"/>
                <a:gd name="connsiteY139" fmla="*/ 59246 h 638175"/>
                <a:gd name="connsiteX140" fmla="*/ 329755 w 476250"/>
                <a:gd name="connsiteY140" fmla="*/ 59055 h 638175"/>
                <a:gd name="connsiteX141" fmla="*/ 328422 w 476250"/>
                <a:gd name="connsiteY141" fmla="*/ 58388 h 638175"/>
                <a:gd name="connsiteX142" fmla="*/ 327374 w 476250"/>
                <a:gd name="connsiteY142" fmla="*/ 57721 h 638175"/>
                <a:gd name="connsiteX143" fmla="*/ 326136 w 476250"/>
                <a:gd name="connsiteY143" fmla="*/ 57341 h 638175"/>
                <a:gd name="connsiteX144" fmla="*/ 323183 w 476250"/>
                <a:gd name="connsiteY144" fmla="*/ 57055 h 638175"/>
                <a:gd name="connsiteX145" fmla="*/ 322231 w 476250"/>
                <a:gd name="connsiteY145" fmla="*/ 56674 h 638175"/>
                <a:gd name="connsiteX146" fmla="*/ 321755 w 476250"/>
                <a:gd name="connsiteY146" fmla="*/ 55912 h 638175"/>
                <a:gd name="connsiteX147" fmla="*/ 321373 w 476250"/>
                <a:gd name="connsiteY147" fmla="*/ 54197 h 638175"/>
                <a:gd name="connsiteX148" fmla="*/ 321088 w 476250"/>
                <a:gd name="connsiteY148" fmla="*/ 53626 h 638175"/>
                <a:gd name="connsiteX149" fmla="*/ 320612 w 476250"/>
                <a:gd name="connsiteY149" fmla="*/ 53245 h 638175"/>
                <a:gd name="connsiteX150" fmla="*/ 319945 w 476250"/>
                <a:gd name="connsiteY150" fmla="*/ 52864 h 638175"/>
                <a:gd name="connsiteX151" fmla="*/ 319088 w 476250"/>
                <a:gd name="connsiteY151" fmla="*/ 52578 h 638175"/>
                <a:gd name="connsiteX152" fmla="*/ 316230 w 476250"/>
                <a:gd name="connsiteY152" fmla="*/ 52102 h 638175"/>
                <a:gd name="connsiteX153" fmla="*/ 314230 w 476250"/>
                <a:gd name="connsiteY153" fmla="*/ 52102 h 638175"/>
                <a:gd name="connsiteX154" fmla="*/ 313277 w 476250"/>
                <a:gd name="connsiteY154" fmla="*/ 52292 h 638175"/>
                <a:gd name="connsiteX155" fmla="*/ 312610 w 476250"/>
                <a:gd name="connsiteY155" fmla="*/ 52864 h 638175"/>
                <a:gd name="connsiteX156" fmla="*/ 312134 w 476250"/>
                <a:gd name="connsiteY156" fmla="*/ 54578 h 638175"/>
                <a:gd name="connsiteX157" fmla="*/ 312039 w 476250"/>
                <a:gd name="connsiteY157" fmla="*/ 55626 h 638175"/>
                <a:gd name="connsiteX158" fmla="*/ 311563 w 476250"/>
                <a:gd name="connsiteY158" fmla="*/ 56674 h 638175"/>
                <a:gd name="connsiteX159" fmla="*/ 310705 w 476250"/>
                <a:gd name="connsiteY159" fmla="*/ 57721 h 638175"/>
                <a:gd name="connsiteX160" fmla="*/ 309086 w 476250"/>
                <a:gd name="connsiteY160" fmla="*/ 58674 h 638175"/>
                <a:gd name="connsiteX161" fmla="*/ 307943 w 476250"/>
                <a:gd name="connsiteY161" fmla="*/ 58769 h 638175"/>
                <a:gd name="connsiteX162" fmla="*/ 306991 w 476250"/>
                <a:gd name="connsiteY162" fmla="*/ 58198 h 638175"/>
                <a:gd name="connsiteX163" fmla="*/ 306419 w 476250"/>
                <a:gd name="connsiteY163" fmla="*/ 56960 h 638175"/>
                <a:gd name="connsiteX164" fmla="*/ 306038 w 476250"/>
                <a:gd name="connsiteY164" fmla="*/ 55531 h 638175"/>
                <a:gd name="connsiteX165" fmla="*/ 305371 w 476250"/>
                <a:gd name="connsiteY165" fmla="*/ 54293 h 638175"/>
                <a:gd name="connsiteX166" fmla="*/ 304133 w 476250"/>
                <a:gd name="connsiteY166" fmla="*/ 53626 h 638175"/>
                <a:gd name="connsiteX167" fmla="*/ 298990 w 476250"/>
                <a:gd name="connsiteY167" fmla="*/ 54197 h 638175"/>
                <a:gd name="connsiteX168" fmla="*/ 297371 w 476250"/>
                <a:gd name="connsiteY168" fmla="*/ 54578 h 638175"/>
                <a:gd name="connsiteX169" fmla="*/ 294704 w 476250"/>
                <a:gd name="connsiteY169" fmla="*/ 55436 h 638175"/>
                <a:gd name="connsiteX170" fmla="*/ 290036 w 476250"/>
                <a:gd name="connsiteY170" fmla="*/ 56007 h 638175"/>
                <a:gd name="connsiteX171" fmla="*/ 288703 w 476250"/>
                <a:gd name="connsiteY171" fmla="*/ 56388 h 638175"/>
                <a:gd name="connsiteX172" fmla="*/ 287846 w 476250"/>
                <a:gd name="connsiteY172" fmla="*/ 57055 h 638175"/>
                <a:gd name="connsiteX173" fmla="*/ 286893 w 476250"/>
                <a:gd name="connsiteY173" fmla="*/ 59150 h 638175"/>
                <a:gd name="connsiteX174" fmla="*/ 286226 w 476250"/>
                <a:gd name="connsiteY174" fmla="*/ 60198 h 638175"/>
                <a:gd name="connsiteX175" fmla="*/ 285274 w 476250"/>
                <a:gd name="connsiteY175" fmla="*/ 60865 h 638175"/>
                <a:gd name="connsiteX176" fmla="*/ 283845 w 476250"/>
                <a:gd name="connsiteY176" fmla="*/ 61055 h 638175"/>
                <a:gd name="connsiteX177" fmla="*/ 282416 w 476250"/>
                <a:gd name="connsiteY177" fmla="*/ 61055 h 638175"/>
                <a:gd name="connsiteX178" fmla="*/ 281368 w 476250"/>
                <a:gd name="connsiteY178" fmla="*/ 61532 h 638175"/>
                <a:gd name="connsiteX179" fmla="*/ 280511 w 476250"/>
                <a:gd name="connsiteY179" fmla="*/ 62389 h 638175"/>
                <a:gd name="connsiteX180" fmla="*/ 279368 w 476250"/>
                <a:gd name="connsiteY180" fmla="*/ 64103 h 638175"/>
                <a:gd name="connsiteX181" fmla="*/ 279082 w 476250"/>
                <a:gd name="connsiteY181" fmla="*/ 65056 h 638175"/>
                <a:gd name="connsiteX182" fmla="*/ 278797 w 476250"/>
                <a:gd name="connsiteY182" fmla="*/ 66485 h 638175"/>
                <a:gd name="connsiteX183" fmla="*/ 278606 w 476250"/>
                <a:gd name="connsiteY183" fmla="*/ 69818 h 638175"/>
                <a:gd name="connsiteX184" fmla="*/ 278320 w 476250"/>
                <a:gd name="connsiteY184" fmla="*/ 71057 h 638175"/>
                <a:gd name="connsiteX185" fmla="*/ 277463 w 476250"/>
                <a:gd name="connsiteY185" fmla="*/ 73152 h 638175"/>
                <a:gd name="connsiteX186" fmla="*/ 275463 w 476250"/>
                <a:gd name="connsiteY186" fmla="*/ 80963 h 638175"/>
                <a:gd name="connsiteX187" fmla="*/ 272224 w 476250"/>
                <a:gd name="connsiteY187" fmla="*/ 89440 h 638175"/>
                <a:gd name="connsiteX188" fmla="*/ 271653 w 476250"/>
                <a:gd name="connsiteY188" fmla="*/ 90392 h 638175"/>
                <a:gd name="connsiteX189" fmla="*/ 270891 w 476250"/>
                <a:gd name="connsiteY189" fmla="*/ 91059 h 638175"/>
                <a:gd name="connsiteX190" fmla="*/ 266509 w 476250"/>
                <a:gd name="connsiteY190" fmla="*/ 94488 h 638175"/>
                <a:gd name="connsiteX191" fmla="*/ 265462 w 476250"/>
                <a:gd name="connsiteY191" fmla="*/ 94679 h 638175"/>
                <a:gd name="connsiteX192" fmla="*/ 264605 w 476250"/>
                <a:gd name="connsiteY192" fmla="*/ 94297 h 638175"/>
                <a:gd name="connsiteX193" fmla="*/ 263938 w 476250"/>
                <a:gd name="connsiteY193" fmla="*/ 93631 h 638175"/>
                <a:gd name="connsiteX194" fmla="*/ 263176 w 476250"/>
                <a:gd name="connsiteY194" fmla="*/ 93250 h 638175"/>
                <a:gd name="connsiteX195" fmla="*/ 262699 w 476250"/>
                <a:gd name="connsiteY195" fmla="*/ 93440 h 638175"/>
                <a:gd name="connsiteX196" fmla="*/ 262414 w 476250"/>
                <a:gd name="connsiteY196" fmla="*/ 94012 h 638175"/>
                <a:gd name="connsiteX197" fmla="*/ 262223 w 476250"/>
                <a:gd name="connsiteY197" fmla="*/ 95060 h 638175"/>
                <a:gd name="connsiteX198" fmla="*/ 262318 w 476250"/>
                <a:gd name="connsiteY198" fmla="*/ 96488 h 638175"/>
                <a:gd name="connsiteX199" fmla="*/ 262128 w 476250"/>
                <a:gd name="connsiteY199" fmla="*/ 98108 h 638175"/>
                <a:gd name="connsiteX200" fmla="*/ 261556 w 476250"/>
                <a:gd name="connsiteY200" fmla="*/ 100013 h 638175"/>
                <a:gd name="connsiteX201" fmla="*/ 256603 w 476250"/>
                <a:gd name="connsiteY201" fmla="*/ 105346 h 638175"/>
                <a:gd name="connsiteX202" fmla="*/ 255270 w 476250"/>
                <a:gd name="connsiteY202" fmla="*/ 106013 h 638175"/>
                <a:gd name="connsiteX203" fmla="*/ 254127 w 476250"/>
                <a:gd name="connsiteY203" fmla="*/ 106490 h 638175"/>
                <a:gd name="connsiteX204" fmla="*/ 253365 w 476250"/>
                <a:gd name="connsiteY204" fmla="*/ 106585 h 638175"/>
                <a:gd name="connsiteX205" fmla="*/ 250984 w 476250"/>
                <a:gd name="connsiteY205" fmla="*/ 106680 h 638175"/>
                <a:gd name="connsiteX206" fmla="*/ 249841 w 476250"/>
                <a:gd name="connsiteY206" fmla="*/ 106585 h 638175"/>
                <a:gd name="connsiteX207" fmla="*/ 248793 w 476250"/>
                <a:gd name="connsiteY207" fmla="*/ 106394 h 638175"/>
                <a:gd name="connsiteX208" fmla="*/ 245745 w 476250"/>
                <a:gd name="connsiteY208" fmla="*/ 105537 h 638175"/>
                <a:gd name="connsiteX209" fmla="*/ 239554 w 476250"/>
                <a:gd name="connsiteY209" fmla="*/ 101537 h 638175"/>
                <a:gd name="connsiteX210" fmla="*/ 236696 w 476250"/>
                <a:gd name="connsiteY210" fmla="*/ 98870 h 638175"/>
                <a:gd name="connsiteX211" fmla="*/ 231553 w 476250"/>
                <a:gd name="connsiteY211" fmla="*/ 91440 h 638175"/>
                <a:gd name="connsiteX212" fmla="*/ 223933 w 476250"/>
                <a:gd name="connsiteY212" fmla="*/ 89630 h 638175"/>
                <a:gd name="connsiteX213" fmla="*/ 220409 w 476250"/>
                <a:gd name="connsiteY213" fmla="*/ 87821 h 638175"/>
                <a:gd name="connsiteX214" fmla="*/ 215265 w 476250"/>
                <a:gd name="connsiteY214" fmla="*/ 83629 h 638175"/>
                <a:gd name="connsiteX215" fmla="*/ 211455 w 476250"/>
                <a:gd name="connsiteY215" fmla="*/ 81248 h 638175"/>
                <a:gd name="connsiteX216" fmla="*/ 209645 w 476250"/>
                <a:gd name="connsiteY216" fmla="*/ 80772 h 638175"/>
                <a:gd name="connsiteX217" fmla="*/ 208407 w 476250"/>
                <a:gd name="connsiteY217" fmla="*/ 80963 h 638175"/>
                <a:gd name="connsiteX218" fmla="*/ 206597 w 476250"/>
                <a:gd name="connsiteY218" fmla="*/ 83439 h 638175"/>
                <a:gd name="connsiteX219" fmla="*/ 206216 w 476250"/>
                <a:gd name="connsiteY219" fmla="*/ 84106 h 638175"/>
                <a:gd name="connsiteX220" fmla="*/ 206121 w 476250"/>
                <a:gd name="connsiteY220" fmla="*/ 84582 h 638175"/>
                <a:gd name="connsiteX221" fmla="*/ 205930 w 476250"/>
                <a:gd name="connsiteY221" fmla="*/ 85344 h 638175"/>
                <a:gd name="connsiteX222" fmla="*/ 205359 w 476250"/>
                <a:gd name="connsiteY222" fmla="*/ 85820 h 638175"/>
                <a:gd name="connsiteX223" fmla="*/ 203644 w 476250"/>
                <a:gd name="connsiteY223" fmla="*/ 86106 h 638175"/>
                <a:gd name="connsiteX224" fmla="*/ 202311 w 476250"/>
                <a:gd name="connsiteY224" fmla="*/ 85535 h 638175"/>
                <a:gd name="connsiteX225" fmla="*/ 201073 w 476250"/>
                <a:gd name="connsiteY225" fmla="*/ 84582 h 638175"/>
                <a:gd name="connsiteX226" fmla="*/ 199072 w 476250"/>
                <a:gd name="connsiteY226" fmla="*/ 82296 h 638175"/>
                <a:gd name="connsiteX227" fmla="*/ 198311 w 476250"/>
                <a:gd name="connsiteY227" fmla="*/ 81153 h 638175"/>
                <a:gd name="connsiteX228" fmla="*/ 197548 w 476250"/>
                <a:gd name="connsiteY228" fmla="*/ 80201 h 638175"/>
                <a:gd name="connsiteX229" fmla="*/ 196596 w 476250"/>
                <a:gd name="connsiteY229" fmla="*/ 79343 h 638175"/>
                <a:gd name="connsiteX230" fmla="*/ 195263 w 476250"/>
                <a:gd name="connsiteY230" fmla="*/ 78486 h 638175"/>
                <a:gd name="connsiteX231" fmla="*/ 194119 w 476250"/>
                <a:gd name="connsiteY231" fmla="*/ 78105 h 638175"/>
                <a:gd name="connsiteX232" fmla="*/ 192976 w 476250"/>
                <a:gd name="connsiteY232" fmla="*/ 77915 h 638175"/>
                <a:gd name="connsiteX233" fmla="*/ 187261 w 476250"/>
                <a:gd name="connsiteY233" fmla="*/ 78105 h 638175"/>
                <a:gd name="connsiteX234" fmla="*/ 182118 w 476250"/>
                <a:gd name="connsiteY234" fmla="*/ 79915 h 638175"/>
                <a:gd name="connsiteX235" fmla="*/ 180784 w 476250"/>
                <a:gd name="connsiteY235" fmla="*/ 85344 h 638175"/>
                <a:gd name="connsiteX236" fmla="*/ 179451 w 476250"/>
                <a:gd name="connsiteY236" fmla="*/ 88011 h 638175"/>
                <a:gd name="connsiteX237" fmla="*/ 177355 w 476250"/>
                <a:gd name="connsiteY237" fmla="*/ 90964 h 638175"/>
                <a:gd name="connsiteX238" fmla="*/ 176879 w 476250"/>
                <a:gd name="connsiteY238" fmla="*/ 92107 h 638175"/>
                <a:gd name="connsiteX239" fmla="*/ 176784 w 476250"/>
                <a:gd name="connsiteY239" fmla="*/ 93059 h 638175"/>
                <a:gd name="connsiteX240" fmla="*/ 177070 w 476250"/>
                <a:gd name="connsiteY240" fmla="*/ 93726 h 638175"/>
                <a:gd name="connsiteX241" fmla="*/ 177546 w 476250"/>
                <a:gd name="connsiteY241" fmla="*/ 94488 h 638175"/>
                <a:gd name="connsiteX242" fmla="*/ 177927 w 476250"/>
                <a:gd name="connsiteY242" fmla="*/ 95155 h 638175"/>
                <a:gd name="connsiteX243" fmla="*/ 178022 w 476250"/>
                <a:gd name="connsiteY243" fmla="*/ 96203 h 638175"/>
                <a:gd name="connsiteX244" fmla="*/ 177451 w 476250"/>
                <a:gd name="connsiteY244" fmla="*/ 96774 h 638175"/>
                <a:gd name="connsiteX245" fmla="*/ 176689 w 476250"/>
                <a:gd name="connsiteY245" fmla="*/ 97155 h 638175"/>
                <a:gd name="connsiteX246" fmla="*/ 175641 w 476250"/>
                <a:gd name="connsiteY246" fmla="*/ 97536 h 638175"/>
                <a:gd name="connsiteX247" fmla="*/ 170688 w 476250"/>
                <a:gd name="connsiteY247" fmla="*/ 100489 h 638175"/>
                <a:gd name="connsiteX248" fmla="*/ 169354 w 476250"/>
                <a:gd name="connsiteY248" fmla="*/ 100965 h 638175"/>
                <a:gd name="connsiteX249" fmla="*/ 168021 w 476250"/>
                <a:gd name="connsiteY249" fmla="*/ 101155 h 638175"/>
                <a:gd name="connsiteX250" fmla="*/ 166878 w 476250"/>
                <a:gd name="connsiteY250" fmla="*/ 101060 h 638175"/>
                <a:gd name="connsiteX251" fmla="*/ 164782 w 476250"/>
                <a:gd name="connsiteY251" fmla="*/ 100489 h 638175"/>
                <a:gd name="connsiteX252" fmla="*/ 163544 w 476250"/>
                <a:gd name="connsiteY252" fmla="*/ 100394 h 638175"/>
                <a:gd name="connsiteX253" fmla="*/ 162687 w 476250"/>
                <a:gd name="connsiteY253" fmla="*/ 100489 h 638175"/>
                <a:gd name="connsiteX254" fmla="*/ 160020 w 476250"/>
                <a:gd name="connsiteY254" fmla="*/ 101441 h 638175"/>
                <a:gd name="connsiteX255" fmla="*/ 157258 w 476250"/>
                <a:gd name="connsiteY255" fmla="*/ 107156 h 638175"/>
                <a:gd name="connsiteX256" fmla="*/ 155638 w 476250"/>
                <a:gd name="connsiteY256" fmla="*/ 112204 h 638175"/>
                <a:gd name="connsiteX257" fmla="*/ 155257 w 476250"/>
                <a:gd name="connsiteY257" fmla="*/ 114871 h 638175"/>
                <a:gd name="connsiteX258" fmla="*/ 155543 w 476250"/>
                <a:gd name="connsiteY258" fmla="*/ 116586 h 638175"/>
                <a:gd name="connsiteX259" fmla="*/ 156115 w 476250"/>
                <a:gd name="connsiteY259" fmla="*/ 117348 h 638175"/>
                <a:gd name="connsiteX260" fmla="*/ 156686 w 476250"/>
                <a:gd name="connsiteY260" fmla="*/ 118777 h 638175"/>
                <a:gd name="connsiteX261" fmla="*/ 156686 w 476250"/>
                <a:gd name="connsiteY261" fmla="*/ 119729 h 638175"/>
                <a:gd name="connsiteX262" fmla="*/ 155924 w 476250"/>
                <a:gd name="connsiteY262" fmla="*/ 122015 h 638175"/>
                <a:gd name="connsiteX263" fmla="*/ 155924 w 476250"/>
                <a:gd name="connsiteY263" fmla="*/ 122111 h 638175"/>
                <a:gd name="connsiteX264" fmla="*/ 156210 w 476250"/>
                <a:gd name="connsiteY264" fmla="*/ 122587 h 638175"/>
                <a:gd name="connsiteX265" fmla="*/ 156591 w 476250"/>
                <a:gd name="connsiteY265" fmla="*/ 122872 h 638175"/>
                <a:gd name="connsiteX266" fmla="*/ 157258 w 476250"/>
                <a:gd name="connsiteY266" fmla="*/ 122968 h 638175"/>
                <a:gd name="connsiteX267" fmla="*/ 158115 w 476250"/>
                <a:gd name="connsiteY267" fmla="*/ 122872 h 638175"/>
                <a:gd name="connsiteX268" fmla="*/ 159067 w 476250"/>
                <a:gd name="connsiteY268" fmla="*/ 122587 h 638175"/>
                <a:gd name="connsiteX269" fmla="*/ 159925 w 476250"/>
                <a:gd name="connsiteY269" fmla="*/ 122587 h 638175"/>
                <a:gd name="connsiteX270" fmla="*/ 160496 w 476250"/>
                <a:gd name="connsiteY270" fmla="*/ 122968 h 638175"/>
                <a:gd name="connsiteX271" fmla="*/ 160972 w 476250"/>
                <a:gd name="connsiteY271" fmla="*/ 124301 h 638175"/>
                <a:gd name="connsiteX272" fmla="*/ 160877 w 476250"/>
                <a:gd name="connsiteY272" fmla="*/ 125921 h 638175"/>
                <a:gd name="connsiteX273" fmla="*/ 159258 w 476250"/>
                <a:gd name="connsiteY273" fmla="*/ 133064 h 638175"/>
                <a:gd name="connsiteX274" fmla="*/ 158496 w 476250"/>
                <a:gd name="connsiteY274" fmla="*/ 134969 h 638175"/>
                <a:gd name="connsiteX275" fmla="*/ 157639 w 476250"/>
                <a:gd name="connsiteY275" fmla="*/ 136303 h 638175"/>
                <a:gd name="connsiteX276" fmla="*/ 155543 w 476250"/>
                <a:gd name="connsiteY276" fmla="*/ 138684 h 638175"/>
                <a:gd name="connsiteX277" fmla="*/ 154210 w 476250"/>
                <a:gd name="connsiteY277" fmla="*/ 140875 h 638175"/>
                <a:gd name="connsiteX278" fmla="*/ 150590 w 476250"/>
                <a:gd name="connsiteY278" fmla="*/ 144590 h 638175"/>
                <a:gd name="connsiteX279" fmla="*/ 146113 w 476250"/>
                <a:gd name="connsiteY279" fmla="*/ 146876 h 638175"/>
                <a:gd name="connsiteX280" fmla="*/ 144970 w 476250"/>
                <a:gd name="connsiteY280" fmla="*/ 147638 h 638175"/>
                <a:gd name="connsiteX281" fmla="*/ 144018 w 476250"/>
                <a:gd name="connsiteY281" fmla="*/ 148590 h 638175"/>
                <a:gd name="connsiteX282" fmla="*/ 143351 w 476250"/>
                <a:gd name="connsiteY282" fmla="*/ 149733 h 638175"/>
                <a:gd name="connsiteX283" fmla="*/ 143161 w 476250"/>
                <a:gd name="connsiteY283" fmla="*/ 150114 h 638175"/>
                <a:gd name="connsiteX284" fmla="*/ 143161 w 476250"/>
                <a:gd name="connsiteY284" fmla="*/ 151543 h 638175"/>
                <a:gd name="connsiteX285" fmla="*/ 144494 w 476250"/>
                <a:gd name="connsiteY285" fmla="*/ 152400 h 638175"/>
                <a:gd name="connsiteX286" fmla="*/ 144970 w 476250"/>
                <a:gd name="connsiteY286" fmla="*/ 153638 h 638175"/>
                <a:gd name="connsiteX287" fmla="*/ 144780 w 476250"/>
                <a:gd name="connsiteY287" fmla="*/ 155638 h 638175"/>
                <a:gd name="connsiteX288" fmla="*/ 145351 w 476250"/>
                <a:gd name="connsiteY288" fmla="*/ 156496 h 638175"/>
                <a:gd name="connsiteX289" fmla="*/ 146399 w 476250"/>
                <a:gd name="connsiteY289" fmla="*/ 156782 h 638175"/>
                <a:gd name="connsiteX290" fmla="*/ 166688 w 476250"/>
                <a:gd name="connsiteY290" fmla="*/ 156972 h 638175"/>
                <a:gd name="connsiteX291" fmla="*/ 170212 w 476250"/>
                <a:gd name="connsiteY291" fmla="*/ 157639 h 638175"/>
                <a:gd name="connsiteX292" fmla="*/ 173164 w 476250"/>
                <a:gd name="connsiteY292" fmla="*/ 159163 h 638175"/>
                <a:gd name="connsiteX293" fmla="*/ 173641 w 476250"/>
                <a:gd name="connsiteY293" fmla="*/ 159734 h 638175"/>
                <a:gd name="connsiteX294" fmla="*/ 174593 w 476250"/>
                <a:gd name="connsiteY294" fmla="*/ 160401 h 638175"/>
                <a:gd name="connsiteX295" fmla="*/ 177832 w 476250"/>
                <a:gd name="connsiteY295" fmla="*/ 165735 h 638175"/>
                <a:gd name="connsiteX296" fmla="*/ 178213 w 476250"/>
                <a:gd name="connsiteY296" fmla="*/ 166783 h 638175"/>
                <a:gd name="connsiteX297" fmla="*/ 178213 w 476250"/>
                <a:gd name="connsiteY297" fmla="*/ 167354 h 638175"/>
                <a:gd name="connsiteX298" fmla="*/ 178117 w 476250"/>
                <a:gd name="connsiteY298" fmla="*/ 167926 h 638175"/>
                <a:gd name="connsiteX299" fmla="*/ 177832 w 476250"/>
                <a:gd name="connsiteY299" fmla="*/ 169069 h 638175"/>
                <a:gd name="connsiteX300" fmla="*/ 177641 w 476250"/>
                <a:gd name="connsiteY300" fmla="*/ 169545 h 638175"/>
                <a:gd name="connsiteX301" fmla="*/ 177355 w 476250"/>
                <a:gd name="connsiteY301" fmla="*/ 170021 h 638175"/>
                <a:gd name="connsiteX302" fmla="*/ 177070 w 476250"/>
                <a:gd name="connsiteY302" fmla="*/ 170497 h 638175"/>
                <a:gd name="connsiteX303" fmla="*/ 176689 w 476250"/>
                <a:gd name="connsiteY303" fmla="*/ 170974 h 638175"/>
                <a:gd name="connsiteX304" fmla="*/ 176308 w 476250"/>
                <a:gd name="connsiteY304" fmla="*/ 171260 h 638175"/>
                <a:gd name="connsiteX305" fmla="*/ 175450 w 476250"/>
                <a:gd name="connsiteY305" fmla="*/ 172117 h 638175"/>
                <a:gd name="connsiteX306" fmla="*/ 174403 w 476250"/>
                <a:gd name="connsiteY306" fmla="*/ 173165 h 638175"/>
                <a:gd name="connsiteX307" fmla="*/ 173260 w 476250"/>
                <a:gd name="connsiteY307" fmla="*/ 174022 h 638175"/>
                <a:gd name="connsiteX308" fmla="*/ 172212 w 476250"/>
                <a:gd name="connsiteY308" fmla="*/ 176308 h 638175"/>
                <a:gd name="connsiteX309" fmla="*/ 168211 w 476250"/>
                <a:gd name="connsiteY309" fmla="*/ 181261 h 638175"/>
                <a:gd name="connsiteX310" fmla="*/ 166878 w 476250"/>
                <a:gd name="connsiteY310" fmla="*/ 184309 h 638175"/>
                <a:gd name="connsiteX311" fmla="*/ 165544 w 476250"/>
                <a:gd name="connsiteY311" fmla="*/ 185261 h 638175"/>
                <a:gd name="connsiteX312" fmla="*/ 164592 w 476250"/>
                <a:gd name="connsiteY312" fmla="*/ 185833 h 638175"/>
                <a:gd name="connsiteX313" fmla="*/ 163544 w 476250"/>
                <a:gd name="connsiteY313" fmla="*/ 186309 h 638175"/>
                <a:gd name="connsiteX314" fmla="*/ 161258 w 476250"/>
                <a:gd name="connsiteY314" fmla="*/ 186785 h 638175"/>
                <a:gd name="connsiteX315" fmla="*/ 149161 w 476250"/>
                <a:gd name="connsiteY315" fmla="*/ 187928 h 638175"/>
                <a:gd name="connsiteX316" fmla="*/ 147828 w 476250"/>
                <a:gd name="connsiteY316" fmla="*/ 188500 h 638175"/>
                <a:gd name="connsiteX317" fmla="*/ 145923 w 476250"/>
                <a:gd name="connsiteY317" fmla="*/ 189547 h 638175"/>
                <a:gd name="connsiteX318" fmla="*/ 145351 w 476250"/>
                <a:gd name="connsiteY318" fmla="*/ 190786 h 638175"/>
                <a:gd name="connsiteX319" fmla="*/ 143542 w 476250"/>
                <a:gd name="connsiteY319" fmla="*/ 193262 h 638175"/>
                <a:gd name="connsiteX320" fmla="*/ 142684 w 476250"/>
                <a:gd name="connsiteY320" fmla="*/ 194691 h 638175"/>
                <a:gd name="connsiteX321" fmla="*/ 140494 w 476250"/>
                <a:gd name="connsiteY321" fmla="*/ 201073 h 638175"/>
                <a:gd name="connsiteX322" fmla="*/ 139446 w 476250"/>
                <a:gd name="connsiteY322" fmla="*/ 203073 h 638175"/>
                <a:gd name="connsiteX323" fmla="*/ 137731 w 476250"/>
                <a:gd name="connsiteY323" fmla="*/ 204978 h 638175"/>
                <a:gd name="connsiteX324" fmla="*/ 136493 w 476250"/>
                <a:gd name="connsiteY324" fmla="*/ 205454 h 638175"/>
                <a:gd name="connsiteX325" fmla="*/ 133159 w 476250"/>
                <a:gd name="connsiteY325" fmla="*/ 205550 h 638175"/>
                <a:gd name="connsiteX326" fmla="*/ 130302 w 476250"/>
                <a:gd name="connsiteY326" fmla="*/ 206407 h 638175"/>
                <a:gd name="connsiteX327" fmla="*/ 128492 w 476250"/>
                <a:gd name="connsiteY327" fmla="*/ 206407 h 638175"/>
                <a:gd name="connsiteX328" fmla="*/ 126873 w 476250"/>
                <a:gd name="connsiteY328" fmla="*/ 205930 h 638175"/>
                <a:gd name="connsiteX329" fmla="*/ 124777 w 476250"/>
                <a:gd name="connsiteY329" fmla="*/ 204216 h 638175"/>
                <a:gd name="connsiteX330" fmla="*/ 123825 w 476250"/>
                <a:gd name="connsiteY330" fmla="*/ 203740 h 638175"/>
                <a:gd name="connsiteX331" fmla="*/ 121825 w 476250"/>
                <a:gd name="connsiteY331" fmla="*/ 203073 h 638175"/>
                <a:gd name="connsiteX332" fmla="*/ 120777 w 476250"/>
                <a:gd name="connsiteY332" fmla="*/ 202502 h 638175"/>
                <a:gd name="connsiteX333" fmla="*/ 119253 w 476250"/>
                <a:gd name="connsiteY333" fmla="*/ 202406 h 638175"/>
                <a:gd name="connsiteX334" fmla="*/ 117919 w 476250"/>
                <a:gd name="connsiteY334" fmla="*/ 202978 h 638175"/>
                <a:gd name="connsiteX335" fmla="*/ 116395 w 476250"/>
                <a:gd name="connsiteY335" fmla="*/ 203740 h 638175"/>
                <a:gd name="connsiteX336" fmla="*/ 114776 w 476250"/>
                <a:gd name="connsiteY336" fmla="*/ 204121 h 638175"/>
                <a:gd name="connsiteX337" fmla="*/ 109252 w 476250"/>
                <a:gd name="connsiteY337" fmla="*/ 203930 h 638175"/>
                <a:gd name="connsiteX338" fmla="*/ 106013 w 476250"/>
                <a:gd name="connsiteY338" fmla="*/ 204407 h 638175"/>
                <a:gd name="connsiteX339" fmla="*/ 104394 w 476250"/>
                <a:gd name="connsiteY339" fmla="*/ 204883 h 638175"/>
                <a:gd name="connsiteX340" fmla="*/ 103346 w 476250"/>
                <a:gd name="connsiteY340" fmla="*/ 205359 h 638175"/>
                <a:gd name="connsiteX341" fmla="*/ 102965 w 476250"/>
                <a:gd name="connsiteY341" fmla="*/ 206121 h 638175"/>
                <a:gd name="connsiteX342" fmla="*/ 102489 w 476250"/>
                <a:gd name="connsiteY342" fmla="*/ 208597 h 638175"/>
                <a:gd name="connsiteX343" fmla="*/ 101632 w 476250"/>
                <a:gd name="connsiteY343" fmla="*/ 210121 h 638175"/>
                <a:gd name="connsiteX344" fmla="*/ 100298 w 476250"/>
                <a:gd name="connsiteY344" fmla="*/ 210407 h 638175"/>
                <a:gd name="connsiteX345" fmla="*/ 98679 w 476250"/>
                <a:gd name="connsiteY345" fmla="*/ 209645 h 638175"/>
                <a:gd name="connsiteX346" fmla="*/ 92202 w 476250"/>
                <a:gd name="connsiteY346" fmla="*/ 202883 h 638175"/>
                <a:gd name="connsiteX347" fmla="*/ 90583 w 476250"/>
                <a:gd name="connsiteY347" fmla="*/ 201930 h 638175"/>
                <a:gd name="connsiteX348" fmla="*/ 88773 w 476250"/>
                <a:gd name="connsiteY348" fmla="*/ 201454 h 638175"/>
                <a:gd name="connsiteX349" fmla="*/ 87630 w 476250"/>
                <a:gd name="connsiteY349" fmla="*/ 201740 h 638175"/>
                <a:gd name="connsiteX350" fmla="*/ 85344 w 476250"/>
                <a:gd name="connsiteY350" fmla="*/ 202787 h 638175"/>
                <a:gd name="connsiteX351" fmla="*/ 83629 w 476250"/>
                <a:gd name="connsiteY351" fmla="*/ 202978 h 638175"/>
                <a:gd name="connsiteX352" fmla="*/ 81153 w 476250"/>
                <a:gd name="connsiteY352" fmla="*/ 203073 h 638175"/>
                <a:gd name="connsiteX353" fmla="*/ 79629 w 476250"/>
                <a:gd name="connsiteY353" fmla="*/ 203645 h 638175"/>
                <a:gd name="connsiteX354" fmla="*/ 78391 w 476250"/>
                <a:gd name="connsiteY354" fmla="*/ 204502 h 638175"/>
                <a:gd name="connsiteX355" fmla="*/ 73819 w 476250"/>
                <a:gd name="connsiteY355" fmla="*/ 210979 h 638175"/>
                <a:gd name="connsiteX356" fmla="*/ 71056 w 476250"/>
                <a:gd name="connsiteY356" fmla="*/ 215837 h 638175"/>
                <a:gd name="connsiteX357" fmla="*/ 69723 w 476250"/>
                <a:gd name="connsiteY357" fmla="*/ 223266 h 638175"/>
                <a:gd name="connsiteX358" fmla="*/ 69056 w 476250"/>
                <a:gd name="connsiteY358" fmla="*/ 224314 h 638175"/>
                <a:gd name="connsiteX359" fmla="*/ 68294 w 476250"/>
                <a:gd name="connsiteY359" fmla="*/ 225171 h 638175"/>
                <a:gd name="connsiteX360" fmla="*/ 62103 w 476250"/>
                <a:gd name="connsiteY360" fmla="*/ 223457 h 638175"/>
                <a:gd name="connsiteX361" fmla="*/ 60198 w 476250"/>
                <a:gd name="connsiteY361" fmla="*/ 223266 h 638175"/>
                <a:gd name="connsiteX362" fmla="*/ 43434 w 476250"/>
                <a:gd name="connsiteY362" fmla="*/ 224600 h 638175"/>
                <a:gd name="connsiteX363" fmla="*/ 40862 w 476250"/>
                <a:gd name="connsiteY363" fmla="*/ 224600 h 638175"/>
                <a:gd name="connsiteX364" fmla="*/ 38957 w 476250"/>
                <a:gd name="connsiteY364" fmla="*/ 224314 h 638175"/>
                <a:gd name="connsiteX365" fmla="*/ 37814 w 476250"/>
                <a:gd name="connsiteY365" fmla="*/ 223742 h 638175"/>
                <a:gd name="connsiteX366" fmla="*/ 37052 w 476250"/>
                <a:gd name="connsiteY366" fmla="*/ 222980 h 638175"/>
                <a:gd name="connsiteX367" fmla="*/ 36766 w 476250"/>
                <a:gd name="connsiteY367" fmla="*/ 221933 h 638175"/>
                <a:gd name="connsiteX368" fmla="*/ 36766 w 476250"/>
                <a:gd name="connsiteY368" fmla="*/ 220790 h 638175"/>
                <a:gd name="connsiteX369" fmla="*/ 37052 w 476250"/>
                <a:gd name="connsiteY369" fmla="*/ 218313 h 638175"/>
                <a:gd name="connsiteX370" fmla="*/ 36481 w 476250"/>
                <a:gd name="connsiteY370" fmla="*/ 216789 h 638175"/>
                <a:gd name="connsiteX371" fmla="*/ 35147 w 476250"/>
                <a:gd name="connsiteY371" fmla="*/ 215360 h 638175"/>
                <a:gd name="connsiteX372" fmla="*/ 31813 w 476250"/>
                <a:gd name="connsiteY372" fmla="*/ 214217 h 638175"/>
                <a:gd name="connsiteX373" fmla="*/ 29527 w 476250"/>
                <a:gd name="connsiteY373" fmla="*/ 214217 h 638175"/>
                <a:gd name="connsiteX374" fmla="*/ 27432 w 476250"/>
                <a:gd name="connsiteY374" fmla="*/ 214789 h 638175"/>
                <a:gd name="connsiteX375" fmla="*/ 25813 w 476250"/>
                <a:gd name="connsiteY375" fmla="*/ 215741 h 638175"/>
                <a:gd name="connsiteX376" fmla="*/ 24479 w 476250"/>
                <a:gd name="connsiteY376" fmla="*/ 216789 h 638175"/>
                <a:gd name="connsiteX377" fmla="*/ 23527 w 476250"/>
                <a:gd name="connsiteY377" fmla="*/ 217742 h 638175"/>
                <a:gd name="connsiteX378" fmla="*/ 22860 w 476250"/>
                <a:gd name="connsiteY378" fmla="*/ 218504 h 638175"/>
                <a:gd name="connsiteX379" fmla="*/ 22384 w 476250"/>
                <a:gd name="connsiteY379" fmla="*/ 219170 h 638175"/>
                <a:gd name="connsiteX380" fmla="*/ 21717 w 476250"/>
                <a:gd name="connsiteY380" fmla="*/ 220409 h 638175"/>
                <a:gd name="connsiteX381" fmla="*/ 22098 w 476250"/>
                <a:gd name="connsiteY381" fmla="*/ 221266 h 638175"/>
                <a:gd name="connsiteX382" fmla="*/ 22098 w 476250"/>
                <a:gd name="connsiteY382" fmla="*/ 221552 h 638175"/>
                <a:gd name="connsiteX383" fmla="*/ 22003 w 476250"/>
                <a:gd name="connsiteY383" fmla="*/ 222123 h 638175"/>
                <a:gd name="connsiteX384" fmla="*/ 21717 w 476250"/>
                <a:gd name="connsiteY384" fmla="*/ 222504 h 638175"/>
                <a:gd name="connsiteX385" fmla="*/ 21145 w 476250"/>
                <a:gd name="connsiteY385" fmla="*/ 222790 h 638175"/>
                <a:gd name="connsiteX386" fmla="*/ 20193 w 476250"/>
                <a:gd name="connsiteY386" fmla="*/ 223171 h 638175"/>
                <a:gd name="connsiteX387" fmla="*/ 18288 w 476250"/>
                <a:gd name="connsiteY387" fmla="*/ 223552 h 638175"/>
                <a:gd name="connsiteX388" fmla="*/ 16859 w 476250"/>
                <a:gd name="connsiteY388" fmla="*/ 224504 h 638175"/>
                <a:gd name="connsiteX389" fmla="*/ 15907 w 476250"/>
                <a:gd name="connsiteY389" fmla="*/ 225647 h 638175"/>
                <a:gd name="connsiteX390" fmla="*/ 15240 w 476250"/>
                <a:gd name="connsiteY390" fmla="*/ 226790 h 638175"/>
                <a:gd name="connsiteX391" fmla="*/ 14192 w 476250"/>
                <a:gd name="connsiteY391" fmla="*/ 228124 h 638175"/>
                <a:gd name="connsiteX392" fmla="*/ 12763 w 476250"/>
                <a:gd name="connsiteY392" fmla="*/ 229171 h 638175"/>
                <a:gd name="connsiteX393" fmla="*/ 10001 w 476250"/>
                <a:gd name="connsiteY393" fmla="*/ 229743 h 638175"/>
                <a:gd name="connsiteX394" fmla="*/ 8096 w 476250"/>
                <a:gd name="connsiteY394" fmla="*/ 229648 h 638175"/>
                <a:gd name="connsiteX395" fmla="*/ 5524 w 476250"/>
                <a:gd name="connsiteY395" fmla="*/ 228695 h 638175"/>
                <a:gd name="connsiteX396" fmla="*/ 4191 w 476250"/>
                <a:gd name="connsiteY396" fmla="*/ 228029 h 638175"/>
                <a:gd name="connsiteX397" fmla="*/ 1238 w 476250"/>
                <a:gd name="connsiteY397" fmla="*/ 227647 h 638175"/>
                <a:gd name="connsiteX398" fmla="*/ 476 w 476250"/>
                <a:gd name="connsiteY398" fmla="*/ 228791 h 638175"/>
                <a:gd name="connsiteX399" fmla="*/ 190 w 476250"/>
                <a:gd name="connsiteY399" fmla="*/ 229838 h 638175"/>
                <a:gd name="connsiteX400" fmla="*/ 286 w 476250"/>
                <a:gd name="connsiteY400" fmla="*/ 230886 h 638175"/>
                <a:gd name="connsiteX401" fmla="*/ 857 w 476250"/>
                <a:gd name="connsiteY401" fmla="*/ 232886 h 638175"/>
                <a:gd name="connsiteX402" fmla="*/ 762 w 476250"/>
                <a:gd name="connsiteY402" fmla="*/ 233744 h 638175"/>
                <a:gd name="connsiteX403" fmla="*/ 95 w 476250"/>
                <a:gd name="connsiteY403" fmla="*/ 235649 h 638175"/>
                <a:gd name="connsiteX404" fmla="*/ 0 w 476250"/>
                <a:gd name="connsiteY404" fmla="*/ 236506 h 638175"/>
                <a:gd name="connsiteX405" fmla="*/ 286 w 476250"/>
                <a:gd name="connsiteY405" fmla="*/ 237363 h 638175"/>
                <a:gd name="connsiteX406" fmla="*/ 762 w 476250"/>
                <a:gd name="connsiteY406" fmla="*/ 238220 h 638175"/>
                <a:gd name="connsiteX407" fmla="*/ 1048 w 476250"/>
                <a:gd name="connsiteY407" fmla="*/ 238792 h 638175"/>
                <a:gd name="connsiteX408" fmla="*/ 1238 w 476250"/>
                <a:gd name="connsiteY408" fmla="*/ 239459 h 638175"/>
                <a:gd name="connsiteX409" fmla="*/ 1333 w 476250"/>
                <a:gd name="connsiteY409" fmla="*/ 239935 h 638175"/>
                <a:gd name="connsiteX410" fmla="*/ 1333 w 476250"/>
                <a:gd name="connsiteY410" fmla="*/ 240125 h 638175"/>
                <a:gd name="connsiteX411" fmla="*/ 1429 w 476250"/>
                <a:gd name="connsiteY411" fmla="*/ 240506 h 638175"/>
                <a:gd name="connsiteX412" fmla="*/ 1905 w 476250"/>
                <a:gd name="connsiteY412" fmla="*/ 241459 h 638175"/>
                <a:gd name="connsiteX413" fmla="*/ 2953 w 476250"/>
                <a:gd name="connsiteY413" fmla="*/ 242507 h 638175"/>
                <a:gd name="connsiteX414" fmla="*/ 8096 w 476250"/>
                <a:gd name="connsiteY414" fmla="*/ 243459 h 638175"/>
                <a:gd name="connsiteX415" fmla="*/ 20574 w 476250"/>
                <a:gd name="connsiteY415" fmla="*/ 247364 h 638175"/>
                <a:gd name="connsiteX416" fmla="*/ 21717 w 476250"/>
                <a:gd name="connsiteY416" fmla="*/ 247936 h 638175"/>
                <a:gd name="connsiteX417" fmla="*/ 24098 w 476250"/>
                <a:gd name="connsiteY417" fmla="*/ 250127 h 638175"/>
                <a:gd name="connsiteX418" fmla="*/ 25146 w 476250"/>
                <a:gd name="connsiteY418" fmla="*/ 250888 h 638175"/>
                <a:gd name="connsiteX419" fmla="*/ 26670 w 476250"/>
                <a:gd name="connsiteY419" fmla="*/ 251460 h 638175"/>
                <a:gd name="connsiteX420" fmla="*/ 28003 w 476250"/>
                <a:gd name="connsiteY420" fmla="*/ 251841 h 638175"/>
                <a:gd name="connsiteX421" fmla="*/ 29432 w 476250"/>
                <a:gd name="connsiteY421" fmla="*/ 252508 h 638175"/>
                <a:gd name="connsiteX422" fmla="*/ 30575 w 476250"/>
                <a:gd name="connsiteY422" fmla="*/ 253460 h 638175"/>
                <a:gd name="connsiteX423" fmla="*/ 33052 w 476250"/>
                <a:gd name="connsiteY423" fmla="*/ 257270 h 638175"/>
                <a:gd name="connsiteX424" fmla="*/ 36100 w 476250"/>
                <a:gd name="connsiteY424" fmla="*/ 258890 h 638175"/>
                <a:gd name="connsiteX425" fmla="*/ 35052 w 476250"/>
                <a:gd name="connsiteY425" fmla="*/ 261842 h 638175"/>
                <a:gd name="connsiteX426" fmla="*/ 28099 w 476250"/>
                <a:gd name="connsiteY426" fmla="*/ 266795 h 638175"/>
                <a:gd name="connsiteX427" fmla="*/ 27051 w 476250"/>
                <a:gd name="connsiteY427" fmla="*/ 267748 h 638175"/>
                <a:gd name="connsiteX428" fmla="*/ 24670 w 476250"/>
                <a:gd name="connsiteY428" fmla="*/ 271082 h 638175"/>
                <a:gd name="connsiteX429" fmla="*/ 24193 w 476250"/>
                <a:gd name="connsiteY429" fmla="*/ 272320 h 638175"/>
                <a:gd name="connsiteX430" fmla="*/ 24289 w 476250"/>
                <a:gd name="connsiteY430" fmla="*/ 273368 h 638175"/>
                <a:gd name="connsiteX431" fmla="*/ 25146 w 476250"/>
                <a:gd name="connsiteY431" fmla="*/ 274225 h 638175"/>
                <a:gd name="connsiteX432" fmla="*/ 26098 w 476250"/>
                <a:gd name="connsiteY432" fmla="*/ 274511 h 638175"/>
                <a:gd name="connsiteX433" fmla="*/ 27241 w 476250"/>
                <a:gd name="connsiteY433" fmla="*/ 274415 h 638175"/>
                <a:gd name="connsiteX434" fmla="*/ 30004 w 476250"/>
                <a:gd name="connsiteY434" fmla="*/ 273368 h 638175"/>
                <a:gd name="connsiteX435" fmla="*/ 30670 w 476250"/>
                <a:gd name="connsiteY435" fmla="*/ 273272 h 638175"/>
                <a:gd name="connsiteX436" fmla="*/ 31242 w 476250"/>
                <a:gd name="connsiteY436" fmla="*/ 273272 h 638175"/>
                <a:gd name="connsiteX437" fmla="*/ 31909 w 476250"/>
                <a:gd name="connsiteY437" fmla="*/ 273463 h 638175"/>
                <a:gd name="connsiteX438" fmla="*/ 34671 w 476250"/>
                <a:gd name="connsiteY438" fmla="*/ 274701 h 638175"/>
                <a:gd name="connsiteX439" fmla="*/ 35814 w 476250"/>
                <a:gd name="connsiteY439" fmla="*/ 274987 h 638175"/>
                <a:gd name="connsiteX440" fmla="*/ 36957 w 476250"/>
                <a:gd name="connsiteY440" fmla="*/ 274987 h 638175"/>
                <a:gd name="connsiteX441" fmla="*/ 39624 w 476250"/>
                <a:gd name="connsiteY441" fmla="*/ 274415 h 638175"/>
                <a:gd name="connsiteX442" fmla="*/ 47434 w 476250"/>
                <a:gd name="connsiteY442" fmla="*/ 274034 h 638175"/>
                <a:gd name="connsiteX443" fmla="*/ 49149 w 476250"/>
                <a:gd name="connsiteY443" fmla="*/ 273653 h 638175"/>
                <a:gd name="connsiteX444" fmla="*/ 49911 w 476250"/>
                <a:gd name="connsiteY444" fmla="*/ 273177 h 638175"/>
                <a:gd name="connsiteX445" fmla="*/ 53149 w 476250"/>
                <a:gd name="connsiteY445" fmla="*/ 270701 h 638175"/>
                <a:gd name="connsiteX446" fmla="*/ 54007 w 476250"/>
                <a:gd name="connsiteY446" fmla="*/ 270224 h 638175"/>
                <a:gd name="connsiteX447" fmla="*/ 54483 w 476250"/>
                <a:gd name="connsiteY447" fmla="*/ 270415 h 638175"/>
                <a:gd name="connsiteX448" fmla="*/ 54578 w 476250"/>
                <a:gd name="connsiteY448" fmla="*/ 271272 h 638175"/>
                <a:gd name="connsiteX449" fmla="*/ 54292 w 476250"/>
                <a:gd name="connsiteY449" fmla="*/ 273368 h 638175"/>
                <a:gd name="connsiteX450" fmla="*/ 53721 w 476250"/>
                <a:gd name="connsiteY450" fmla="*/ 274796 h 638175"/>
                <a:gd name="connsiteX451" fmla="*/ 52959 w 476250"/>
                <a:gd name="connsiteY451" fmla="*/ 276130 h 638175"/>
                <a:gd name="connsiteX452" fmla="*/ 52673 w 476250"/>
                <a:gd name="connsiteY452" fmla="*/ 277082 h 638175"/>
                <a:gd name="connsiteX453" fmla="*/ 52768 w 476250"/>
                <a:gd name="connsiteY453" fmla="*/ 277940 h 638175"/>
                <a:gd name="connsiteX454" fmla="*/ 53626 w 476250"/>
                <a:gd name="connsiteY454" fmla="*/ 279273 h 638175"/>
                <a:gd name="connsiteX455" fmla="*/ 54388 w 476250"/>
                <a:gd name="connsiteY455" fmla="*/ 280035 h 638175"/>
                <a:gd name="connsiteX456" fmla="*/ 55340 w 476250"/>
                <a:gd name="connsiteY456" fmla="*/ 280702 h 638175"/>
                <a:gd name="connsiteX457" fmla="*/ 56388 w 476250"/>
                <a:gd name="connsiteY457" fmla="*/ 282035 h 638175"/>
                <a:gd name="connsiteX458" fmla="*/ 57245 w 476250"/>
                <a:gd name="connsiteY458" fmla="*/ 284036 h 638175"/>
                <a:gd name="connsiteX459" fmla="*/ 58483 w 476250"/>
                <a:gd name="connsiteY459" fmla="*/ 288131 h 638175"/>
                <a:gd name="connsiteX460" fmla="*/ 59436 w 476250"/>
                <a:gd name="connsiteY460" fmla="*/ 290036 h 638175"/>
                <a:gd name="connsiteX461" fmla="*/ 60388 w 476250"/>
                <a:gd name="connsiteY461" fmla="*/ 291275 h 638175"/>
                <a:gd name="connsiteX462" fmla="*/ 61246 w 476250"/>
                <a:gd name="connsiteY462" fmla="*/ 291655 h 638175"/>
                <a:gd name="connsiteX463" fmla="*/ 61817 w 476250"/>
                <a:gd name="connsiteY463" fmla="*/ 292227 h 638175"/>
                <a:gd name="connsiteX464" fmla="*/ 61913 w 476250"/>
                <a:gd name="connsiteY464" fmla="*/ 292989 h 638175"/>
                <a:gd name="connsiteX465" fmla="*/ 61341 w 476250"/>
                <a:gd name="connsiteY465" fmla="*/ 294132 h 638175"/>
                <a:gd name="connsiteX466" fmla="*/ 60579 w 476250"/>
                <a:gd name="connsiteY466" fmla="*/ 294704 h 638175"/>
                <a:gd name="connsiteX467" fmla="*/ 59531 w 476250"/>
                <a:gd name="connsiteY467" fmla="*/ 294989 h 638175"/>
                <a:gd name="connsiteX468" fmla="*/ 58483 w 476250"/>
                <a:gd name="connsiteY468" fmla="*/ 294799 h 638175"/>
                <a:gd name="connsiteX469" fmla="*/ 56197 w 476250"/>
                <a:gd name="connsiteY469" fmla="*/ 293751 h 638175"/>
                <a:gd name="connsiteX470" fmla="*/ 55150 w 476250"/>
                <a:gd name="connsiteY470" fmla="*/ 293465 h 638175"/>
                <a:gd name="connsiteX471" fmla="*/ 54197 w 476250"/>
                <a:gd name="connsiteY471" fmla="*/ 293465 h 638175"/>
                <a:gd name="connsiteX472" fmla="*/ 53340 w 476250"/>
                <a:gd name="connsiteY472" fmla="*/ 293846 h 638175"/>
                <a:gd name="connsiteX473" fmla="*/ 52768 w 476250"/>
                <a:gd name="connsiteY473" fmla="*/ 294418 h 638175"/>
                <a:gd name="connsiteX474" fmla="*/ 52197 w 476250"/>
                <a:gd name="connsiteY474" fmla="*/ 295370 h 638175"/>
                <a:gd name="connsiteX475" fmla="*/ 51721 w 476250"/>
                <a:gd name="connsiteY475" fmla="*/ 296418 h 638175"/>
                <a:gd name="connsiteX476" fmla="*/ 51244 w 476250"/>
                <a:gd name="connsiteY476" fmla="*/ 298133 h 638175"/>
                <a:gd name="connsiteX477" fmla="*/ 51054 w 476250"/>
                <a:gd name="connsiteY477" fmla="*/ 299752 h 638175"/>
                <a:gd name="connsiteX478" fmla="*/ 51149 w 476250"/>
                <a:gd name="connsiteY478" fmla="*/ 301466 h 638175"/>
                <a:gd name="connsiteX479" fmla="*/ 51625 w 476250"/>
                <a:gd name="connsiteY479" fmla="*/ 303657 h 638175"/>
                <a:gd name="connsiteX480" fmla="*/ 53149 w 476250"/>
                <a:gd name="connsiteY480" fmla="*/ 306324 h 638175"/>
                <a:gd name="connsiteX481" fmla="*/ 54673 w 476250"/>
                <a:gd name="connsiteY481" fmla="*/ 307658 h 638175"/>
                <a:gd name="connsiteX482" fmla="*/ 56483 w 476250"/>
                <a:gd name="connsiteY482" fmla="*/ 308610 h 638175"/>
                <a:gd name="connsiteX483" fmla="*/ 62198 w 476250"/>
                <a:gd name="connsiteY483" fmla="*/ 310325 h 638175"/>
                <a:gd name="connsiteX484" fmla="*/ 68104 w 476250"/>
                <a:gd name="connsiteY484" fmla="*/ 313087 h 638175"/>
                <a:gd name="connsiteX485" fmla="*/ 69151 w 476250"/>
                <a:gd name="connsiteY485" fmla="*/ 313849 h 638175"/>
                <a:gd name="connsiteX486" fmla="*/ 69818 w 476250"/>
                <a:gd name="connsiteY486" fmla="*/ 314801 h 638175"/>
                <a:gd name="connsiteX487" fmla="*/ 70390 w 476250"/>
                <a:gd name="connsiteY487" fmla="*/ 316040 h 638175"/>
                <a:gd name="connsiteX488" fmla="*/ 70961 w 476250"/>
                <a:gd name="connsiteY488" fmla="*/ 317945 h 638175"/>
                <a:gd name="connsiteX489" fmla="*/ 71438 w 476250"/>
                <a:gd name="connsiteY489" fmla="*/ 319088 h 638175"/>
                <a:gd name="connsiteX490" fmla="*/ 72199 w 476250"/>
                <a:gd name="connsiteY490" fmla="*/ 320326 h 638175"/>
                <a:gd name="connsiteX491" fmla="*/ 73152 w 476250"/>
                <a:gd name="connsiteY491" fmla="*/ 321183 h 638175"/>
                <a:gd name="connsiteX492" fmla="*/ 74104 w 476250"/>
                <a:gd name="connsiteY492" fmla="*/ 321659 h 638175"/>
                <a:gd name="connsiteX493" fmla="*/ 74962 w 476250"/>
                <a:gd name="connsiteY493" fmla="*/ 321945 h 638175"/>
                <a:gd name="connsiteX494" fmla="*/ 75628 w 476250"/>
                <a:gd name="connsiteY494" fmla="*/ 322421 h 638175"/>
                <a:gd name="connsiteX495" fmla="*/ 76009 w 476250"/>
                <a:gd name="connsiteY495" fmla="*/ 323088 h 638175"/>
                <a:gd name="connsiteX496" fmla="*/ 76295 w 476250"/>
                <a:gd name="connsiteY496" fmla="*/ 324421 h 638175"/>
                <a:gd name="connsiteX497" fmla="*/ 76295 w 476250"/>
                <a:gd name="connsiteY497" fmla="*/ 325660 h 638175"/>
                <a:gd name="connsiteX498" fmla="*/ 76009 w 476250"/>
                <a:gd name="connsiteY498" fmla="*/ 326898 h 638175"/>
                <a:gd name="connsiteX499" fmla="*/ 75343 w 476250"/>
                <a:gd name="connsiteY499" fmla="*/ 328803 h 638175"/>
                <a:gd name="connsiteX500" fmla="*/ 75057 w 476250"/>
                <a:gd name="connsiteY500" fmla="*/ 330232 h 638175"/>
                <a:gd name="connsiteX501" fmla="*/ 75057 w 476250"/>
                <a:gd name="connsiteY501" fmla="*/ 334613 h 638175"/>
                <a:gd name="connsiteX502" fmla="*/ 74676 w 476250"/>
                <a:gd name="connsiteY502" fmla="*/ 336328 h 638175"/>
                <a:gd name="connsiteX503" fmla="*/ 73342 w 476250"/>
                <a:gd name="connsiteY503" fmla="*/ 338042 h 638175"/>
                <a:gd name="connsiteX504" fmla="*/ 71914 w 476250"/>
                <a:gd name="connsiteY504" fmla="*/ 338804 h 638175"/>
                <a:gd name="connsiteX505" fmla="*/ 70485 w 476250"/>
                <a:gd name="connsiteY505" fmla="*/ 339185 h 638175"/>
                <a:gd name="connsiteX506" fmla="*/ 69342 w 476250"/>
                <a:gd name="connsiteY506" fmla="*/ 339376 h 638175"/>
                <a:gd name="connsiteX507" fmla="*/ 68580 w 476250"/>
                <a:gd name="connsiteY507" fmla="*/ 340233 h 638175"/>
                <a:gd name="connsiteX508" fmla="*/ 68389 w 476250"/>
                <a:gd name="connsiteY508" fmla="*/ 341757 h 638175"/>
                <a:gd name="connsiteX509" fmla="*/ 69056 w 476250"/>
                <a:gd name="connsiteY509" fmla="*/ 351377 h 638175"/>
                <a:gd name="connsiteX510" fmla="*/ 68580 w 476250"/>
                <a:gd name="connsiteY510" fmla="*/ 357473 h 638175"/>
                <a:gd name="connsiteX511" fmla="*/ 68485 w 476250"/>
                <a:gd name="connsiteY511" fmla="*/ 357854 h 638175"/>
                <a:gd name="connsiteX512" fmla="*/ 68389 w 476250"/>
                <a:gd name="connsiteY512" fmla="*/ 358426 h 638175"/>
                <a:gd name="connsiteX513" fmla="*/ 67246 w 476250"/>
                <a:gd name="connsiteY513" fmla="*/ 360997 h 638175"/>
                <a:gd name="connsiteX514" fmla="*/ 66865 w 476250"/>
                <a:gd name="connsiteY514" fmla="*/ 364712 h 638175"/>
                <a:gd name="connsiteX515" fmla="*/ 67056 w 476250"/>
                <a:gd name="connsiteY515" fmla="*/ 366141 h 638175"/>
                <a:gd name="connsiteX516" fmla="*/ 67342 w 476250"/>
                <a:gd name="connsiteY516" fmla="*/ 367284 h 638175"/>
                <a:gd name="connsiteX517" fmla="*/ 67913 w 476250"/>
                <a:gd name="connsiteY517" fmla="*/ 368522 h 638175"/>
                <a:gd name="connsiteX518" fmla="*/ 69532 w 476250"/>
                <a:gd name="connsiteY518" fmla="*/ 370904 h 638175"/>
                <a:gd name="connsiteX519" fmla="*/ 70294 w 476250"/>
                <a:gd name="connsiteY519" fmla="*/ 372332 h 638175"/>
                <a:gd name="connsiteX520" fmla="*/ 70580 w 476250"/>
                <a:gd name="connsiteY520" fmla="*/ 373761 h 638175"/>
                <a:gd name="connsiteX521" fmla="*/ 70294 w 476250"/>
                <a:gd name="connsiteY521" fmla="*/ 376904 h 638175"/>
                <a:gd name="connsiteX522" fmla="*/ 70294 w 476250"/>
                <a:gd name="connsiteY522" fmla="*/ 378428 h 638175"/>
                <a:gd name="connsiteX523" fmla="*/ 70675 w 476250"/>
                <a:gd name="connsiteY523" fmla="*/ 379667 h 638175"/>
                <a:gd name="connsiteX524" fmla="*/ 71533 w 476250"/>
                <a:gd name="connsiteY524" fmla="*/ 380524 h 638175"/>
                <a:gd name="connsiteX525" fmla="*/ 73914 w 476250"/>
                <a:gd name="connsiteY525" fmla="*/ 382048 h 638175"/>
                <a:gd name="connsiteX526" fmla="*/ 75247 w 476250"/>
                <a:gd name="connsiteY526" fmla="*/ 383096 h 638175"/>
                <a:gd name="connsiteX527" fmla="*/ 76676 w 476250"/>
                <a:gd name="connsiteY527" fmla="*/ 384429 h 638175"/>
                <a:gd name="connsiteX528" fmla="*/ 78962 w 476250"/>
                <a:gd name="connsiteY528" fmla="*/ 387096 h 638175"/>
                <a:gd name="connsiteX529" fmla="*/ 80010 w 476250"/>
                <a:gd name="connsiteY529" fmla="*/ 388049 h 638175"/>
                <a:gd name="connsiteX530" fmla="*/ 80772 w 476250"/>
                <a:gd name="connsiteY530" fmla="*/ 388430 h 638175"/>
                <a:gd name="connsiteX531" fmla="*/ 81820 w 476250"/>
                <a:gd name="connsiteY531" fmla="*/ 388715 h 638175"/>
                <a:gd name="connsiteX532" fmla="*/ 82391 w 476250"/>
                <a:gd name="connsiteY532" fmla="*/ 388906 h 638175"/>
                <a:gd name="connsiteX533" fmla="*/ 84106 w 476250"/>
                <a:gd name="connsiteY533" fmla="*/ 389858 h 638175"/>
                <a:gd name="connsiteX534" fmla="*/ 85630 w 476250"/>
                <a:gd name="connsiteY534" fmla="*/ 389668 h 638175"/>
                <a:gd name="connsiteX535" fmla="*/ 87535 w 476250"/>
                <a:gd name="connsiteY535" fmla="*/ 388906 h 638175"/>
                <a:gd name="connsiteX536" fmla="*/ 91440 w 476250"/>
                <a:gd name="connsiteY536" fmla="*/ 386144 h 638175"/>
                <a:gd name="connsiteX537" fmla="*/ 96583 w 476250"/>
                <a:gd name="connsiteY537" fmla="*/ 381286 h 638175"/>
                <a:gd name="connsiteX538" fmla="*/ 97726 w 476250"/>
                <a:gd name="connsiteY538" fmla="*/ 380429 h 638175"/>
                <a:gd name="connsiteX539" fmla="*/ 99155 w 476250"/>
                <a:gd name="connsiteY539" fmla="*/ 379667 h 638175"/>
                <a:gd name="connsiteX540" fmla="*/ 104299 w 476250"/>
                <a:gd name="connsiteY540" fmla="*/ 377857 h 638175"/>
                <a:gd name="connsiteX541" fmla="*/ 108490 w 476250"/>
                <a:gd name="connsiteY541" fmla="*/ 375571 h 638175"/>
                <a:gd name="connsiteX542" fmla="*/ 111252 w 476250"/>
                <a:gd name="connsiteY542" fmla="*/ 374809 h 638175"/>
                <a:gd name="connsiteX543" fmla="*/ 113157 w 476250"/>
                <a:gd name="connsiteY543" fmla="*/ 376333 h 638175"/>
                <a:gd name="connsiteX544" fmla="*/ 113633 w 476250"/>
                <a:gd name="connsiteY544" fmla="*/ 376904 h 638175"/>
                <a:gd name="connsiteX545" fmla="*/ 116300 w 476250"/>
                <a:gd name="connsiteY545" fmla="*/ 381571 h 638175"/>
                <a:gd name="connsiteX546" fmla="*/ 117062 w 476250"/>
                <a:gd name="connsiteY546" fmla="*/ 382619 h 638175"/>
                <a:gd name="connsiteX547" fmla="*/ 117729 w 476250"/>
                <a:gd name="connsiteY547" fmla="*/ 384905 h 638175"/>
                <a:gd name="connsiteX548" fmla="*/ 117919 w 476250"/>
                <a:gd name="connsiteY548" fmla="*/ 387287 h 638175"/>
                <a:gd name="connsiteX549" fmla="*/ 118586 w 476250"/>
                <a:gd name="connsiteY549" fmla="*/ 388906 h 638175"/>
                <a:gd name="connsiteX550" fmla="*/ 119253 w 476250"/>
                <a:gd name="connsiteY550" fmla="*/ 389858 h 638175"/>
                <a:gd name="connsiteX551" fmla="*/ 120682 w 476250"/>
                <a:gd name="connsiteY551" fmla="*/ 390811 h 638175"/>
                <a:gd name="connsiteX552" fmla="*/ 121158 w 476250"/>
                <a:gd name="connsiteY552" fmla="*/ 391287 h 638175"/>
                <a:gd name="connsiteX553" fmla="*/ 121444 w 476250"/>
                <a:gd name="connsiteY553" fmla="*/ 392144 h 638175"/>
                <a:gd name="connsiteX554" fmla="*/ 121444 w 476250"/>
                <a:gd name="connsiteY554" fmla="*/ 393478 h 638175"/>
                <a:gd name="connsiteX555" fmla="*/ 120967 w 476250"/>
                <a:gd name="connsiteY555" fmla="*/ 395573 h 638175"/>
                <a:gd name="connsiteX556" fmla="*/ 115538 w 476250"/>
                <a:gd name="connsiteY556" fmla="*/ 407003 h 638175"/>
                <a:gd name="connsiteX557" fmla="*/ 115157 w 476250"/>
                <a:gd name="connsiteY557" fmla="*/ 408242 h 638175"/>
                <a:gd name="connsiteX558" fmla="*/ 115157 w 476250"/>
                <a:gd name="connsiteY558" fmla="*/ 409194 h 638175"/>
                <a:gd name="connsiteX559" fmla="*/ 116967 w 476250"/>
                <a:gd name="connsiteY559" fmla="*/ 413004 h 638175"/>
                <a:gd name="connsiteX560" fmla="*/ 119348 w 476250"/>
                <a:gd name="connsiteY560" fmla="*/ 420434 h 638175"/>
                <a:gd name="connsiteX561" fmla="*/ 119348 w 476250"/>
                <a:gd name="connsiteY561" fmla="*/ 421577 h 638175"/>
                <a:gd name="connsiteX562" fmla="*/ 118967 w 476250"/>
                <a:gd name="connsiteY562" fmla="*/ 423386 h 638175"/>
                <a:gd name="connsiteX563" fmla="*/ 115824 w 476250"/>
                <a:gd name="connsiteY563" fmla="*/ 429578 h 638175"/>
                <a:gd name="connsiteX564" fmla="*/ 115538 w 476250"/>
                <a:gd name="connsiteY564" fmla="*/ 430911 h 638175"/>
                <a:gd name="connsiteX565" fmla="*/ 115443 w 476250"/>
                <a:gd name="connsiteY565" fmla="*/ 432435 h 638175"/>
                <a:gd name="connsiteX566" fmla="*/ 116110 w 476250"/>
                <a:gd name="connsiteY566" fmla="*/ 437102 h 638175"/>
                <a:gd name="connsiteX567" fmla="*/ 116872 w 476250"/>
                <a:gd name="connsiteY567" fmla="*/ 439674 h 638175"/>
                <a:gd name="connsiteX568" fmla="*/ 116872 w 476250"/>
                <a:gd name="connsiteY568" fmla="*/ 441770 h 638175"/>
                <a:gd name="connsiteX569" fmla="*/ 116586 w 476250"/>
                <a:gd name="connsiteY569" fmla="*/ 443389 h 638175"/>
                <a:gd name="connsiteX570" fmla="*/ 111061 w 476250"/>
                <a:gd name="connsiteY570" fmla="*/ 461201 h 638175"/>
                <a:gd name="connsiteX571" fmla="*/ 110966 w 476250"/>
                <a:gd name="connsiteY571" fmla="*/ 462248 h 638175"/>
                <a:gd name="connsiteX572" fmla="*/ 110966 w 476250"/>
                <a:gd name="connsiteY572" fmla="*/ 463105 h 638175"/>
                <a:gd name="connsiteX573" fmla="*/ 111252 w 476250"/>
                <a:gd name="connsiteY573" fmla="*/ 463772 h 638175"/>
                <a:gd name="connsiteX574" fmla="*/ 111633 w 476250"/>
                <a:gd name="connsiteY574" fmla="*/ 464153 h 638175"/>
                <a:gd name="connsiteX575" fmla="*/ 112204 w 476250"/>
                <a:gd name="connsiteY575" fmla="*/ 464439 h 638175"/>
                <a:gd name="connsiteX576" fmla="*/ 112966 w 476250"/>
                <a:gd name="connsiteY576" fmla="*/ 464725 h 638175"/>
                <a:gd name="connsiteX577" fmla="*/ 113919 w 476250"/>
                <a:gd name="connsiteY577" fmla="*/ 465011 h 638175"/>
                <a:gd name="connsiteX578" fmla="*/ 114681 w 476250"/>
                <a:gd name="connsiteY578" fmla="*/ 465296 h 638175"/>
                <a:gd name="connsiteX579" fmla="*/ 115348 w 476250"/>
                <a:gd name="connsiteY579" fmla="*/ 465677 h 638175"/>
                <a:gd name="connsiteX580" fmla="*/ 115824 w 476250"/>
                <a:gd name="connsiteY580" fmla="*/ 466058 h 638175"/>
                <a:gd name="connsiteX581" fmla="*/ 116872 w 476250"/>
                <a:gd name="connsiteY581" fmla="*/ 467106 h 638175"/>
                <a:gd name="connsiteX582" fmla="*/ 117538 w 476250"/>
                <a:gd name="connsiteY582" fmla="*/ 467678 h 638175"/>
                <a:gd name="connsiteX583" fmla="*/ 118777 w 476250"/>
                <a:gd name="connsiteY583" fmla="*/ 467773 h 638175"/>
                <a:gd name="connsiteX584" fmla="*/ 119824 w 476250"/>
                <a:gd name="connsiteY584" fmla="*/ 467773 h 638175"/>
                <a:gd name="connsiteX585" fmla="*/ 125063 w 476250"/>
                <a:gd name="connsiteY585" fmla="*/ 465296 h 638175"/>
                <a:gd name="connsiteX586" fmla="*/ 125920 w 476250"/>
                <a:gd name="connsiteY586" fmla="*/ 465106 h 638175"/>
                <a:gd name="connsiteX587" fmla="*/ 128016 w 476250"/>
                <a:gd name="connsiteY587" fmla="*/ 465011 h 638175"/>
                <a:gd name="connsiteX588" fmla="*/ 128778 w 476250"/>
                <a:gd name="connsiteY588" fmla="*/ 465106 h 638175"/>
                <a:gd name="connsiteX589" fmla="*/ 129540 w 476250"/>
                <a:gd name="connsiteY589" fmla="*/ 465582 h 638175"/>
                <a:gd name="connsiteX590" fmla="*/ 130111 w 476250"/>
                <a:gd name="connsiteY590" fmla="*/ 466439 h 638175"/>
                <a:gd name="connsiteX591" fmla="*/ 131064 w 476250"/>
                <a:gd name="connsiteY591" fmla="*/ 468630 h 638175"/>
                <a:gd name="connsiteX592" fmla="*/ 131921 w 476250"/>
                <a:gd name="connsiteY592" fmla="*/ 470154 h 638175"/>
                <a:gd name="connsiteX593" fmla="*/ 135541 w 476250"/>
                <a:gd name="connsiteY593" fmla="*/ 474440 h 638175"/>
                <a:gd name="connsiteX594" fmla="*/ 136207 w 476250"/>
                <a:gd name="connsiteY594" fmla="*/ 476060 h 638175"/>
                <a:gd name="connsiteX595" fmla="*/ 136112 w 476250"/>
                <a:gd name="connsiteY595" fmla="*/ 479012 h 638175"/>
                <a:gd name="connsiteX596" fmla="*/ 132874 w 476250"/>
                <a:gd name="connsiteY596" fmla="*/ 481775 h 638175"/>
                <a:gd name="connsiteX597" fmla="*/ 132207 w 476250"/>
                <a:gd name="connsiteY597" fmla="*/ 482727 h 638175"/>
                <a:gd name="connsiteX598" fmla="*/ 131445 w 476250"/>
                <a:gd name="connsiteY598" fmla="*/ 484251 h 638175"/>
                <a:gd name="connsiteX599" fmla="*/ 128588 w 476250"/>
                <a:gd name="connsiteY599" fmla="*/ 492728 h 638175"/>
                <a:gd name="connsiteX600" fmla="*/ 125539 w 476250"/>
                <a:gd name="connsiteY600" fmla="*/ 497777 h 638175"/>
                <a:gd name="connsiteX601" fmla="*/ 118872 w 476250"/>
                <a:gd name="connsiteY601" fmla="*/ 518636 h 638175"/>
                <a:gd name="connsiteX602" fmla="*/ 116014 w 476250"/>
                <a:gd name="connsiteY602" fmla="*/ 525399 h 638175"/>
                <a:gd name="connsiteX603" fmla="*/ 113728 w 476250"/>
                <a:gd name="connsiteY603" fmla="*/ 528828 h 638175"/>
                <a:gd name="connsiteX604" fmla="*/ 109538 w 476250"/>
                <a:gd name="connsiteY604" fmla="*/ 531781 h 638175"/>
                <a:gd name="connsiteX605" fmla="*/ 108775 w 476250"/>
                <a:gd name="connsiteY605" fmla="*/ 532447 h 638175"/>
                <a:gd name="connsiteX606" fmla="*/ 108585 w 476250"/>
                <a:gd name="connsiteY606" fmla="*/ 532829 h 638175"/>
                <a:gd name="connsiteX607" fmla="*/ 108966 w 476250"/>
                <a:gd name="connsiteY607" fmla="*/ 534829 h 638175"/>
                <a:gd name="connsiteX608" fmla="*/ 111633 w 476250"/>
                <a:gd name="connsiteY608" fmla="*/ 542163 h 638175"/>
                <a:gd name="connsiteX609" fmla="*/ 112966 w 476250"/>
                <a:gd name="connsiteY609" fmla="*/ 545306 h 638175"/>
                <a:gd name="connsiteX610" fmla="*/ 114681 w 476250"/>
                <a:gd name="connsiteY610" fmla="*/ 546830 h 638175"/>
                <a:gd name="connsiteX611" fmla="*/ 116776 w 476250"/>
                <a:gd name="connsiteY611" fmla="*/ 547973 h 638175"/>
                <a:gd name="connsiteX612" fmla="*/ 117729 w 476250"/>
                <a:gd name="connsiteY612" fmla="*/ 548735 h 638175"/>
                <a:gd name="connsiteX613" fmla="*/ 118300 w 476250"/>
                <a:gd name="connsiteY613" fmla="*/ 549402 h 638175"/>
                <a:gd name="connsiteX614" fmla="*/ 118681 w 476250"/>
                <a:gd name="connsiteY614" fmla="*/ 549974 h 638175"/>
                <a:gd name="connsiteX615" fmla="*/ 118777 w 476250"/>
                <a:gd name="connsiteY615" fmla="*/ 550450 h 638175"/>
                <a:gd name="connsiteX616" fmla="*/ 118681 w 476250"/>
                <a:gd name="connsiteY616" fmla="*/ 551688 h 638175"/>
                <a:gd name="connsiteX617" fmla="*/ 116681 w 476250"/>
                <a:gd name="connsiteY617" fmla="*/ 558165 h 638175"/>
                <a:gd name="connsiteX618" fmla="*/ 111728 w 476250"/>
                <a:gd name="connsiteY618" fmla="*/ 565785 h 638175"/>
                <a:gd name="connsiteX619" fmla="*/ 110395 w 476250"/>
                <a:gd name="connsiteY619" fmla="*/ 567500 h 638175"/>
                <a:gd name="connsiteX620" fmla="*/ 110204 w 476250"/>
                <a:gd name="connsiteY620" fmla="*/ 568452 h 638175"/>
                <a:gd name="connsiteX621" fmla="*/ 110395 w 476250"/>
                <a:gd name="connsiteY621" fmla="*/ 569881 h 638175"/>
                <a:gd name="connsiteX622" fmla="*/ 110776 w 476250"/>
                <a:gd name="connsiteY622" fmla="*/ 570929 h 638175"/>
                <a:gd name="connsiteX623" fmla="*/ 110966 w 476250"/>
                <a:gd name="connsiteY623" fmla="*/ 571881 h 638175"/>
                <a:gd name="connsiteX624" fmla="*/ 111061 w 476250"/>
                <a:gd name="connsiteY624" fmla="*/ 573786 h 638175"/>
                <a:gd name="connsiteX625" fmla="*/ 111252 w 476250"/>
                <a:gd name="connsiteY625" fmla="*/ 574929 h 638175"/>
                <a:gd name="connsiteX626" fmla="*/ 111633 w 476250"/>
                <a:gd name="connsiteY626" fmla="*/ 576072 h 638175"/>
                <a:gd name="connsiteX627" fmla="*/ 112204 w 476250"/>
                <a:gd name="connsiteY627" fmla="*/ 577120 h 638175"/>
                <a:gd name="connsiteX628" fmla="*/ 113062 w 476250"/>
                <a:gd name="connsiteY628" fmla="*/ 578168 h 638175"/>
                <a:gd name="connsiteX629" fmla="*/ 118491 w 476250"/>
                <a:gd name="connsiteY629" fmla="*/ 582454 h 638175"/>
                <a:gd name="connsiteX630" fmla="*/ 120586 w 476250"/>
                <a:gd name="connsiteY630" fmla="*/ 584740 h 638175"/>
                <a:gd name="connsiteX631" fmla="*/ 121253 w 476250"/>
                <a:gd name="connsiteY631" fmla="*/ 585788 h 638175"/>
                <a:gd name="connsiteX632" fmla="*/ 121729 w 476250"/>
                <a:gd name="connsiteY632" fmla="*/ 587026 h 638175"/>
                <a:gd name="connsiteX633" fmla="*/ 121729 w 476250"/>
                <a:gd name="connsiteY633" fmla="*/ 588169 h 638175"/>
                <a:gd name="connsiteX634" fmla="*/ 120967 w 476250"/>
                <a:gd name="connsiteY634" fmla="*/ 589979 h 638175"/>
                <a:gd name="connsiteX635" fmla="*/ 119824 w 476250"/>
                <a:gd name="connsiteY635" fmla="*/ 591693 h 638175"/>
                <a:gd name="connsiteX636" fmla="*/ 117634 w 476250"/>
                <a:gd name="connsiteY636" fmla="*/ 593979 h 638175"/>
                <a:gd name="connsiteX637" fmla="*/ 116300 w 476250"/>
                <a:gd name="connsiteY637" fmla="*/ 594836 h 638175"/>
                <a:gd name="connsiteX638" fmla="*/ 115348 w 476250"/>
                <a:gd name="connsiteY638" fmla="*/ 595027 h 638175"/>
                <a:gd name="connsiteX639" fmla="*/ 114776 w 476250"/>
                <a:gd name="connsiteY639" fmla="*/ 594551 h 638175"/>
                <a:gd name="connsiteX640" fmla="*/ 114014 w 476250"/>
                <a:gd name="connsiteY640" fmla="*/ 593788 h 638175"/>
                <a:gd name="connsiteX641" fmla="*/ 113728 w 476250"/>
                <a:gd name="connsiteY641" fmla="*/ 593598 h 638175"/>
                <a:gd name="connsiteX642" fmla="*/ 113443 w 476250"/>
                <a:gd name="connsiteY642" fmla="*/ 593503 h 638175"/>
                <a:gd name="connsiteX643" fmla="*/ 113252 w 476250"/>
                <a:gd name="connsiteY643" fmla="*/ 593693 h 638175"/>
                <a:gd name="connsiteX644" fmla="*/ 113157 w 476250"/>
                <a:gd name="connsiteY644" fmla="*/ 594170 h 638175"/>
                <a:gd name="connsiteX645" fmla="*/ 113157 w 476250"/>
                <a:gd name="connsiteY645" fmla="*/ 595217 h 638175"/>
                <a:gd name="connsiteX646" fmla="*/ 113347 w 476250"/>
                <a:gd name="connsiteY646" fmla="*/ 596265 h 638175"/>
                <a:gd name="connsiteX647" fmla="*/ 114300 w 476250"/>
                <a:gd name="connsiteY647" fmla="*/ 599599 h 638175"/>
                <a:gd name="connsiteX648" fmla="*/ 114490 w 476250"/>
                <a:gd name="connsiteY648" fmla="*/ 600647 h 638175"/>
                <a:gd name="connsiteX649" fmla="*/ 114014 w 476250"/>
                <a:gd name="connsiteY649" fmla="*/ 601885 h 638175"/>
                <a:gd name="connsiteX650" fmla="*/ 112966 w 476250"/>
                <a:gd name="connsiteY650" fmla="*/ 603504 h 638175"/>
                <a:gd name="connsiteX651" fmla="*/ 110490 w 476250"/>
                <a:gd name="connsiteY651" fmla="*/ 606457 h 638175"/>
                <a:gd name="connsiteX652" fmla="*/ 109156 w 476250"/>
                <a:gd name="connsiteY652" fmla="*/ 608838 h 638175"/>
                <a:gd name="connsiteX653" fmla="*/ 108585 w 476250"/>
                <a:gd name="connsiteY653" fmla="*/ 610172 h 638175"/>
                <a:gd name="connsiteX654" fmla="*/ 108585 w 476250"/>
                <a:gd name="connsiteY654" fmla="*/ 610838 h 638175"/>
                <a:gd name="connsiteX655" fmla="*/ 108775 w 476250"/>
                <a:gd name="connsiteY655" fmla="*/ 612077 h 638175"/>
                <a:gd name="connsiteX656" fmla="*/ 108775 w 476250"/>
                <a:gd name="connsiteY656" fmla="*/ 612838 h 638175"/>
                <a:gd name="connsiteX657" fmla="*/ 108585 w 476250"/>
                <a:gd name="connsiteY657" fmla="*/ 613601 h 638175"/>
                <a:gd name="connsiteX658" fmla="*/ 108204 w 476250"/>
                <a:gd name="connsiteY658" fmla="*/ 614267 h 638175"/>
                <a:gd name="connsiteX659" fmla="*/ 107347 w 476250"/>
                <a:gd name="connsiteY659" fmla="*/ 614934 h 638175"/>
                <a:gd name="connsiteX660" fmla="*/ 106299 w 476250"/>
                <a:gd name="connsiteY660" fmla="*/ 615220 h 638175"/>
                <a:gd name="connsiteX661" fmla="*/ 104108 w 476250"/>
                <a:gd name="connsiteY661" fmla="*/ 615029 h 638175"/>
                <a:gd name="connsiteX662" fmla="*/ 103441 w 476250"/>
                <a:gd name="connsiteY662" fmla="*/ 615125 h 638175"/>
                <a:gd name="connsiteX663" fmla="*/ 103156 w 476250"/>
                <a:gd name="connsiteY663" fmla="*/ 615220 h 638175"/>
                <a:gd name="connsiteX664" fmla="*/ 102203 w 476250"/>
                <a:gd name="connsiteY664" fmla="*/ 616172 h 638175"/>
                <a:gd name="connsiteX665" fmla="*/ 102203 w 476250"/>
                <a:gd name="connsiteY665" fmla="*/ 616172 h 638175"/>
                <a:gd name="connsiteX666" fmla="*/ 104299 w 476250"/>
                <a:gd name="connsiteY666" fmla="*/ 617696 h 638175"/>
                <a:gd name="connsiteX667" fmla="*/ 115443 w 476250"/>
                <a:gd name="connsiteY667" fmla="*/ 627888 h 638175"/>
                <a:gd name="connsiteX668" fmla="*/ 117062 w 476250"/>
                <a:gd name="connsiteY668" fmla="*/ 628936 h 638175"/>
                <a:gd name="connsiteX669" fmla="*/ 119824 w 476250"/>
                <a:gd name="connsiteY669" fmla="*/ 629698 h 638175"/>
                <a:gd name="connsiteX670" fmla="*/ 122587 w 476250"/>
                <a:gd name="connsiteY670" fmla="*/ 631412 h 638175"/>
                <a:gd name="connsiteX671" fmla="*/ 123539 w 476250"/>
                <a:gd name="connsiteY671" fmla="*/ 632174 h 638175"/>
                <a:gd name="connsiteX672" fmla="*/ 125158 w 476250"/>
                <a:gd name="connsiteY672" fmla="*/ 634079 h 638175"/>
                <a:gd name="connsiteX673" fmla="*/ 125920 w 476250"/>
                <a:gd name="connsiteY673" fmla="*/ 634460 h 638175"/>
                <a:gd name="connsiteX674" fmla="*/ 141351 w 476250"/>
                <a:gd name="connsiteY674" fmla="*/ 639128 h 638175"/>
                <a:gd name="connsiteX675" fmla="*/ 148399 w 476250"/>
                <a:gd name="connsiteY675" fmla="*/ 640461 h 638175"/>
                <a:gd name="connsiteX676" fmla="*/ 154686 w 476250"/>
                <a:gd name="connsiteY676" fmla="*/ 639699 h 638175"/>
                <a:gd name="connsiteX677" fmla="*/ 154210 w 476250"/>
                <a:gd name="connsiteY677" fmla="*/ 635984 h 638175"/>
                <a:gd name="connsiteX678" fmla="*/ 158115 w 476250"/>
                <a:gd name="connsiteY678" fmla="*/ 633127 h 638175"/>
                <a:gd name="connsiteX679" fmla="*/ 163735 w 476250"/>
                <a:gd name="connsiteY679" fmla="*/ 631222 h 638175"/>
                <a:gd name="connsiteX680" fmla="*/ 176308 w 476250"/>
                <a:gd name="connsiteY680" fmla="*/ 629126 h 638175"/>
                <a:gd name="connsiteX681" fmla="*/ 178117 w 476250"/>
                <a:gd name="connsiteY681" fmla="*/ 628269 h 638175"/>
                <a:gd name="connsiteX682" fmla="*/ 180975 w 476250"/>
                <a:gd name="connsiteY682" fmla="*/ 624364 h 638175"/>
                <a:gd name="connsiteX683" fmla="*/ 182404 w 476250"/>
                <a:gd name="connsiteY683" fmla="*/ 622840 h 638175"/>
                <a:gd name="connsiteX684" fmla="*/ 204692 w 476250"/>
                <a:gd name="connsiteY684" fmla="*/ 609314 h 638175"/>
                <a:gd name="connsiteX685" fmla="*/ 209169 w 476250"/>
                <a:gd name="connsiteY685" fmla="*/ 607409 h 638175"/>
                <a:gd name="connsiteX686" fmla="*/ 211169 w 476250"/>
                <a:gd name="connsiteY686" fmla="*/ 607124 h 638175"/>
                <a:gd name="connsiteX687" fmla="*/ 211931 w 476250"/>
                <a:gd name="connsiteY687" fmla="*/ 605980 h 638175"/>
                <a:gd name="connsiteX688" fmla="*/ 213931 w 476250"/>
                <a:gd name="connsiteY688" fmla="*/ 599122 h 638175"/>
                <a:gd name="connsiteX689" fmla="*/ 214789 w 476250"/>
                <a:gd name="connsiteY689" fmla="*/ 598170 h 638175"/>
                <a:gd name="connsiteX690" fmla="*/ 217932 w 476250"/>
                <a:gd name="connsiteY690" fmla="*/ 595217 h 638175"/>
                <a:gd name="connsiteX691" fmla="*/ 218980 w 476250"/>
                <a:gd name="connsiteY691" fmla="*/ 593884 h 638175"/>
                <a:gd name="connsiteX692" fmla="*/ 219551 w 476250"/>
                <a:gd name="connsiteY692" fmla="*/ 592646 h 638175"/>
                <a:gd name="connsiteX693" fmla="*/ 221170 w 476250"/>
                <a:gd name="connsiteY693" fmla="*/ 580359 h 638175"/>
                <a:gd name="connsiteX694" fmla="*/ 220409 w 476250"/>
                <a:gd name="connsiteY694" fmla="*/ 576548 h 638175"/>
                <a:gd name="connsiteX695" fmla="*/ 218027 w 476250"/>
                <a:gd name="connsiteY695" fmla="*/ 572834 h 638175"/>
                <a:gd name="connsiteX696" fmla="*/ 221266 w 476250"/>
                <a:gd name="connsiteY696" fmla="*/ 572834 h 638175"/>
                <a:gd name="connsiteX697" fmla="*/ 220599 w 476250"/>
                <a:gd name="connsiteY697" fmla="*/ 571405 h 638175"/>
                <a:gd name="connsiteX698" fmla="*/ 221075 w 476250"/>
                <a:gd name="connsiteY698" fmla="*/ 570167 h 638175"/>
                <a:gd name="connsiteX699" fmla="*/ 222790 w 476250"/>
                <a:gd name="connsiteY699" fmla="*/ 568071 h 638175"/>
                <a:gd name="connsiteX700" fmla="*/ 223933 w 476250"/>
                <a:gd name="connsiteY700" fmla="*/ 564833 h 638175"/>
                <a:gd name="connsiteX701" fmla="*/ 224409 w 476250"/>
                <a:gd name="connsiteY701" fmla="*/ 563975 h 638175"/>
                <a:gd name="connsiteX702" fmla="*/ 226409 w 476250"/>
                <a:gd name="connsiteY702" fmla="*/ 562642 h 638175"/>
                <a:gd name="connsiteX703" fmla="*/ 228505 w 476250"/>
                <a:gd name="connsiteY703" fmla="*/ 561689 h 638175"/>
                <a:gd name="connsiteX704" fmla="*/ 229743 w 476250"/>
                <a:gd name="connsiteY704" fmla="*/ 560261 h 638175"/>
                <a:gd name="connsiteX705" fmla="*/ 229171 w 476250"/>
                <a:gd name="connsiteY705" fmla="*/ 557594 h 638175"/>
                <a:gd name="connsiteX706" fmla="*/ 228028 w 476250"/>
                <a:gd name="connsiteY706" fmla="*/ 559784 h 638175"/>
                <a:gd name="connsiteX707" fmla="*/ 226695 w 476250"/>
                <a:gd name="connsiteY707" fmla="*/ 560261 h 638175"/>
                <a:gd name="connsiteX708" fmla="*/ 225171 w 476250"/>
                <a:gd name="connsiteY708" fmla="*/ 560451 h 638175"/>
                <a:gd name="connsiteX709" fmla="*/ 223647 w 476250"/>
                <a:gd name="connsiteY709" fmla="*/ 561689 h 638175"/>
                <a:gd name="connsiteX710" fmla="*/ 224599 w 476250"/>
                <a:gd name="connsiteY710" fmla="*/ 559499 h 638175"/>
                <a:gd name="connsiteX711" fmla="*/ 225076 w 476250"/>
                <a:gd name="connsiteY711" fmla="*/ 556832 h 638175"/>
                <a:gd name="connsiteX712" fmla="*/ 225457 w 476250"/>
                <a:gd name="connsiteY712" fmla="*/ 549021 h 638175"/>
                <a:gd name="connsiteX713" fmla="*/ 226028 w 476250"/>
                <a:gd name="connsiteY713" fmla="*/ 547116 h 638175"/>
                <a:gd name="connsiteX714" fmla="*/ 230029 w 476250"/>
                <a:gd name="connsiteY714" fmla="*/ 539877 h 638175"/>
                <a:gd name="connsiteX715" fmla="*/ 232600 w 476250"/>
                <a:gd name="connsiteY715" fmla="*/ 536734 h 638175"/>
                <a:gd name="connsiteX716" fmla="*/ 248507 w 476250"/>
                <a:gd name="connsiteY716" fmla="*/ 523685 h 638175"/>
                <a:gd name="connsiteX717" fmla="*/ 252508 w 476250"/>
                <a:gd name="connsiteY717" fmla="*/ 521113 h 638175"/>
                <a:gd name="connsiteX718" fmla="*/ 256889 w 476250"/>
                <a:gd name="connsiteY718" fmla="*/ 519113 h 638175"/>
                <a:gd name="connsiteX719" fmla="*/ 261080 w 476250"/>
                <a:gd name="connsiteY719" fmla="*/ 518160 h 638175"/>
                <a:gd name="connsiteX720" fmla="*/ 276415 w 476250"/>
                <a:gd name="connsiteY720" fmla="*/ 516350 h 638175"/>
                <a:gd name="connsiteX721" fmla="*/ 278225 w 476250"/>
                <a:gd name="connsiteY721" fmla="*/ 515874 h 638175"/>
                <a:gd name="connsiteX722" fmla="*/ 279844 w 476250"/>
                <a:gd name="connsiteY722" fmla="*/ 515112 h 638175"/>
                <a:gd name="connsiteX723" fmla="*/ 280511 w 476250"/>
                <a:gd name="connsiteY723" fmla="*/ 513969 h 638175"/>
                <a:gd name="connsiteX724" fmla="*/ 281178 w 476250"/>
                <a:gd name="connsiteY724" fmla="*/ 512159 h 638175"/>
                <a:gd name="connsiteX725" fmla="*/ 282892 w 476250"/>
                <a:gd name="connsiteY725" fmla="*/ 511302 h 638175"/>
                <a:gd name="connsiteX726" fmla="*/ 288798 w 476250"/>
                <a:gd name="connsiteY726" fmla="*/ 510921 h 638175"/>
                <a:gd name="connsiteX727" fmla="*/ 290322 w 476250"/>
                <a:gd name="connsiteY727" fmla="*/ 510254 h 638175"/>
                <a:gd name="connsiteX728" fmla="*/ 291655 w 476250"/>
                <a:gd name="connsiteY728" fmla="*/ 509302 h 638175"/>
                <a:gd name="connsiteX729" fmla="*/ 292798 w 476250"/>
                <a:gd name="connsiteY729" fmla="*/ 508254 h 638175"/>
                <a:gd name="connsiteX730" fmla="*/ 294608 w 476250"/>
                <a:gd name="connsiteY730" fmla="*/ 507111 h 638175"/>
                <a:gd name="connsiteX731" fmla="*/ 298990 w 476250"/>
                <a:gd name="connsiteY731" fmla="*/ 506063 h 638175"/>
                <a:gd name="connsiteX732" fmla="*/ 302323 w 476250"/>
                <a:gd name="connsiteY732" fmla="*/ 504254 h 638175"/>
                <a:gd name="connsiteX733" fmla="*/ 304324 w 476250"/>
                <a:gd name="connsiteY733" fmla="*/ 503682 h 638175"/>
                <a:gd name="connsiteX734" fmla="*/ 308324 w 476250"/>
                <a:gd name="connsiteY734" fmla="*/ 503111 h 638175"/>
                <a:gd name="connsiteX735" fmla="*/ 309372 w 476250"/>
                <a:gd name="connsiteY735" fmla="*/ 503111 h 638175"/>
                <a:gd name="connsiteX736" fmla="*/ 310134 w 476250"/>
                <a:gd name="connsiteY736" fmla="*/ 503301 h 638175"/>
                <a:gd name="connsiteX737" fmla="*/ 310991 w 476250"/>
                <a:gd name="connsiteY737" fmla="*/ 503396 h 638175"/>
                <a:gd name="connsiteX738" fmla="*/ 312230 w 476250"/>
                <a:gd name="connsiteY738" fmla="*/ 503111 h 638175"/>
                <a:gd name="connsiteX739" fmla="*/ 314515 w 476250"/>
                <a:gd name="connsiteY739" fmla="*/ 501205 h 638175"/>
                <a:gd name="connsiteX740" fmla="*/ 315373 w 476250"/>
                <a:gd name="connsiteY740" fmla="*/ 500729 h 638175"/>
                <a:gd name="connsiteX741" fmla="*/ 319088 w 476250"/>
                <a:gd name="connsiteY741" fmla="*/ 500348 h 638175"/>
                <a:gd name="connsiteX742" fmla="*/ 323374 w 476250"/>
                <a:gd name="connsiteY742" fmla="*/ 500920 h 638175"/>
                <a:gd name="connsiteX743" fmla="*/ 327374 w 476250"/>
                <a:gd name="connsiteY743" fmla="*/ 501968 h 638175"/>
                <a:gd name="connsiteX744" fmla="*/ 330422 w 476250"/>
                <a:gd name="connsiteY744" fmla="*/ 503206 h 638175"/>
                <a:gd name="connsiteX745" fmla="*/ 331756 w 476250"/>
                <a:gd name="connsiteY745" fmla="*/ 502825 h 638175"/>
                <a:gd name="connsiteX746" fmla="*/ 335280 w 476250"/>
                <a:gd name="connsiteY746" fmla="*/ 502920 h 638175"/>
                <a:gd name="connsiteX747" fmla="*/ 339471 w 476250"/>
                <a:gd name="connsiteY747" fmla="*/ 500825 h 638175"/>
                <a:gd name="connsiteX748" fmla="*/ 341662 w 476250"/>
                <a:gd name="connsiteY748" fmla="*/ 501110 h 638175"/>
                <a:gd name="connsiteX749" fmla="*/ 343662 w 476250"/>
                <a:gd name="connsiteY749" fmla="*/ 501682 h 638175"/>
                <a:gd name="connsiteX750" fmla="*/ 345472 w 476250"/>
                <a:gd name="connsiteY750" fmla="*/ 501587 h 638175"/>
                <a:gd name="connsiteX751" fmla="*/ 347281 w 476250"/>
                <a:gd name="connsiteY751" fmla="*/ 502730 h 638175"/>
                <a:gd name="connsiteX752" fmla="*/ 354235 w 476250"/>
                <a:gd name="connsiteY752" fmla="*/ 503587 h 638175"/>
                <a:gd name="connsiteX753" fmla="*/ 362140 w 476250"/>
                <a:gd name="connsiteY753" fmla="*/ 507873 h 638175"/>
                <a:gd name="connsiteX754" fmla="*/ 369380 w 476250"/>
                <a:gd name="connsiteY754" fmla="*/ 514255 h 638175"/>
                <a:gd name="connsiteX755" fmla="*/ 371284 w 476250"/>
                <a:gd name="connsiteY755" fmla="*/ 515112 h 638175"/>
                <a:gd name="connsiteX756" fmla="*/ 372809 w 476250"/>
                <a:gd name="connsiteY756" fmla="*/ 514255 h 638175"/>
                <a:gd name="connsiteX757" fmla="*/ 370999 w 476250"/>
                <a:gd name="connsiteY757" fmla="*/ 512255 h 638175"/>
                <a:gd name="connsiteX758" fmla="*/ 362902 w 476250"/>
                <a:gd name="connsiteY758" fmla="*/ 506254 h 638175"/>
                <a:gd name="connsiteX759" fmla="*/ 361283 w 476250"/>
                <a:gd name="connsiteY759" fmla="*/ 504730 h 638175"/>
                <a:gd name="connsiteX760" fmla="*/ 360617 w 476250"/>
                <a:gd name="connsiteY760" fmla="*/ 503587 h 638175"/>
                <a:gd name="connsiteX761" fmla="*/ 360331 w 476250"/>
                <a:gd name="connsiteY761" fmla="*/ 502920 h 638175"/>
                <a:gd name="connsiteX762" fmla="*/ 359759 w 476250"/>
                <a:gd name="connsiteY762" fmla="*/ 502349 h 638175"/>
                <a:gd name="connsiteX763" fmla="*/ 359188 w 476250"/>
                <a:gd name="connsiteY763" fmla="*/ 501587 h 638175"/>
                <a:gd name="connsiteX764" fmla="*/ 358997 w 476250"/>
                <a:gd name="connsiteY764" fmla="*/ 500348 h 638175"/>
                <a:gd name="connsiteX765" fmla="*/ 359378 w 476250"/>
                <a:gd name="connsiteY765" fmla="*/ 498920 h 638175"/>
                <a:gd name="connsiteX766" fmla="*/ 360045 w 476250"/>
                <a:gd name="connsiteY766" fmla="*/ 497967 h 638175"/>
                <a:gd name="connsiteX767" fmla="*/ 360426 w 476250"/>
                <a:gd name="connsiteY767" fmla="*/ 497110 h 638175"/>
                <a:gd name="connsiteX768" fmla="*/ 359855 w 476250"/>
                <a:gd name="connsiteY768" fmla="*/ 496062 h 638175"/>
                <a:gd name="connsiteX769" fmla="*/ 357473 w 476250"/>
                <a:gd name="connsiteY769" fmla="*/ 495205 h 638175"/>
                <a:gd name="connsiteX770" fmla="*/ 354806 w 476250"/>
                <a:gd name="connsiteY770" fmla="*/ 496443 h 638175"/>
                <a:gd name="connsiteX771" fmla="*/ 352139 w 476250"/>
                <a:gd name="connsiteY771" fmla="*/ 498348 h 638175"/>
                <a:gd name="connsiteX772" fmla="*/ 349567 w 476250"/>
                <a:gd name="connsiteY772" fmla="*/ 499301 h 638175"/>
                <a:gd name="connsiteX773" fmla="*/ 333851 w 476250"/>
                <a:gd name="connsiteY773" fmla="*/ 499015 h 638175"/>
                <a:gd name="connsiteX774" fmla="*/ 329184 w 476250"/>
                <a:gd name="connsiteY774" fmla="*/ 497967 h 638175"/>
                <a:gd name="connsiteX775" fmla="*/ 325184 w 476250"/>
                <a:gd name="connsiteY775" fmla="*/ 496253 h 638175"/>
                <a:gd name="connsiteX776" fmla="*/ 315944 w 476250"/>
                <a:gd name="connsiteY776" fmla="*/ 488061 h 638175"/>
                <a:gd name="connsiteX777" fmla="*/ 312896 w 476250"/>
                <a:gd name="connsiteY777" fmla="*/ 484346 h 638175"/>
                <a:gd name="connsiteX778" fmla="*/ 310801 w 476250"/>
                <a:gd name="connsiteY778" fmla="*/ 480060 h 638175"/>
                <a:gd name="connsiteX779" fmla="*/ 310610 w 476250"/>
                <a:gd name="connsiteY779" fmla="*/ 477584 h 638175"/>
                <a:gd name="connsiteX780" fmla="*/ 312039 w 476250"/>
                <a:gd name="connsiteY780" fmla="*/ 473012 h 638175"/>
                <a:gd name="connsiteX781" fmla="*/ 312706 w 476250"/>
                <a:gd name="connsiteY781" fmla="*/ 467392 h 638175"/>
                <a:gd name="connsiteX782" fmla="*/ 313468 w 476250"/>
                <a:gd name="connsiteY782" fmla="*/ 464820 h 638175"/>
                <a:gd name="connsiteX783" fmla="*/ 314515 w 476250"/>
                <a:gd name="connsiteY783" fmla="*/ 462534 h 638175"/>
                <a:gd name="connsiteX784" fmla="*/ 315563 w 476250"/>
                <a:gd name="connsiteY784" fmla="*/ 460820 h 638175"/>
                <a:gd name="connsiteX785" fmla="*/ 316135 w 476250"/>
                <a:gd name="connsiteY785" fmla="*/ 460248 h 638175"/>
                <a:gd name="connsiteX786" fmla="*/ 317373 w 476250"/>
                <a:gd name="connsiteY786" fmla="*/ 459200 h 638175"/>
                <a:gd name="connsiteX787" fmla="*/ 317849 w 476250"/>
                <a:gd name="connsiteY787" fmla="*/ 458438 h 638175"/>
                <a:gd name="connsiteX788" fmla="*/ 318230 w 476250"/>
                <a:gd name="connsiteY788" fmla="*/ 457105 h 638175"/>
                <a:gd name="connsiteX789" fmla="*/ 318230 w 476250"/>
                <a:gd name="connsiteY789" fmla="*/ 455962 h 638175"/>
                <a:gd name="connsiteX790" fmla="*/ 318325 w 476250"/>
                <a:gd name="connsiteY790" fmla="*/ 454914 h 638175"/>
                <a:gd name="connsiteX791" fmla="*/ 324993 w 476250"/>
                <a:gd name="connsiteY791" fmla="*/ 445580 h 638175"/>
                <a:gd name="connsiteX792" fmla="*/ 329470 w 476250"/>
                <a:gd name="connsiteY792" fmla="*/ 441484 h 638175"/>
                <a:gd name="connsiteX793" fmla="*/ 331375 w 476250"/>
                <a:gd name="connsiteY793" fmla="*/ 439103 h 638175"/>
                <a:gd name="connsiteX794" fmla="*/ 332137 w 476250"/>
                <a:gd name="connsiteY794" fmla="*/ 436340 h 638175"/>
                <a:gd name="connsiteX795" fmla="*/ 332422 w 476250"/>
                <a:gd name="connsiteY795" fmla="*/ 435864 h 638175"/>
                <a:gd name="connsiteX796" fmla="*/ 334518 w 476250"/>
                <a:gd name="connsiteY796" fmla="*/ 433483 h 638175"/>
                <a:gd name="connsiteX797" fmla="*/ 336899 w 476250"/>
                <a:gd name="connsiteY797" fmla="*/ 428720 h 638175"/>
                <a:gd name="connsiteX798" fmla="*/ 343662 w 476250"/>
                <a:gd name="connsiteY798" fmla="*/ 419481 h 638175"/>
                <a:gd name="connsiteX799" fmla="*/ 348329 w 476250"/>
                <a:gd name="connsiteY799" fmla="*/ 414719 h 638175"/>
                <a:gd name="connsiteX800" fmla="*/ 352711 w 476250"/>
                <a:gd name="connsiteY800" fmla="*/ 411766 h 638175"/>
                <a:gd name="connsiteX801" fmla="*/ 349853 w 476250"/>
                <a:gd name="connsiteY801" fmla="*/ 409575 h 638175"/>
                <a:gd name="connsiteX802" fmla="*/ 348710 w 476250"/>
                <a:gd name="connsiteY802" fmla="*/ 405955 h 638175"/>
                <a:gd name="connsiteX803" fmla="*/ 347948 w 476250"/>
                <a:gd name="connsiteY803" fmla="*/ 398145 h 638175"/>
                <a:gd name="connsiteX804" fmla="*/ 347853 w 476250"/>
                <a:gd name="connsiteY804" fmla="*/ 396430 h 638175"/>
                <a:gd name="connsiteX805" fmla="*/ 348234 w 476250"/>
                <a:gd name="connsiteY805" fmla="*/ 394907 h 638175"/>
                <a:gd name="connsiteX806" fmla="*/ 349187 w 476250"/>
                <a:gd name="connsiteY806" fmla="*/ 393763 h 638175"/>
                <a:gd name="connsiteX807" fmla="*/ 350806 w 476250"/>
                <a:gd name="connsiteY807" fmla="*/ 393287 h 638175"/>
                <a:gd name="connsiteX808" fmla="*/ 351663 w 476250"/>
                <a:gd name="connsiteY808" fmla="*/ 392716 h 638175"/>
                <a:gd name="connsiteX809" fmla="*/ 351854 w 476250"/>
                <a:gd name="connsiteY809" fmla="*/ 391382 h 638175"/>
                <a:gd name="connsiteX810" fmla="*/ 351854 w 476250"/>
                <a:gd name="connsiteY810" fmla="*/ 389763 h 638175"/>
                <a:gd name="connsiteX811" fmla="*/ 352044 w 476250"/>
                <a:gd name="connsiteY811" fmla="*/ 388430 h 638175"/>
                <a:gd name="connsiteX812" fmla="*/ 353663 w 476250"/>
                <a:gd name="connsiteY812" fmla="*/ 386239 h 638175"/>
                <a:gd name="connsiteX813" fmla="*/ 355854 w 476250"/>
                <a:gd name="connsiteY813" fmla="*/ 384429 h 638175"/>
                <a:gd name="connsiteX814" fmla="*/ 362617 w 476250"/>
                <a:gd name="connsiteY814" fmla="*/ 380429 h 638175"/>
                <a:gd name="connsiteX815" fmla="*/ 365093 w 476250"/>
                <a:gd name="connsiteY815" fmla="*/ 378333 h 638175"/>
                <a:gd name="connsiteX816" fmla="*/ 366522 w 476250"/>
                <a:gd name="connsiteY816" fmla="*/ 377762 h 638175"/>
                <a:gd name="connsiteX817" fmla="*/ 368141 w 476250"/>
                <a:gd name="connsiteY817" fmla="*/ 378143 h 638175"/>
                <a:gd name="connsiteX818" fmla="*/ 371094 w 476250"/>
                <a:gd name="connsiteY818" fmla="*/ 379476 h 638175"/>
                <a:gd name="connsiteX819" fmla="*/ 373666 w 476250"/>
                <a:gd name="connsiteY819" fmla="*/ 379667 h 638175"/>
                <a:gd name="connsiteX820" fmla="*/ 379667 w 476250"/>
                <a:gd name="connsiteY820" fmla="*/ 378714 h 638175"/>
                <a:gd name="connsiteX821" fmla="*/ 382048 w 476250"/>
                <a:gd name="connsiteY821" fmla="*/ 377952 h 638175"/>
                <a:gd name="connsiteX822" fmla="*/ 382048 w 476250"/>
                <a:gd name="connsiteY822" fmla="*/ 377190 h 638175"/>
                <a:gd name="connsiteX823" fmla="*/ 381667 w 476250"/>
                <a:gd name="connsiteY823" fmla="*/ 376238 h 638175"/>
                <a:gd name="connsiteX824" fmla="*/ 386143 w 476250"/>
                <a:gd name="connsiteY824" fmla="*/ 376523 h 638175"/>
                <a:gd name="connsiteX825" fmla="*/ 388334 w 476250"/>
                <a:gd name="connsiteY825" fmla="*/ 375571 h 638175"/>
                <a:gd name="connsiteX826" fmla="*/ 390620 w 476250"/>
                <a:gd name="connsiteY826" fmla="*/ 376428 h 638175"/>
                <a:gd name="connsiteX827" fmla="*/ 390239 w 476250"/>
                <a:gd name="connsiteY827" fmla="*/ 377285 h 638175"/>
                <a:gd name="connsiteX828" fmla="*/ 386810 w 476250"/>
                <a:gd name="connsiteY828" fmla="*/ 378714 h 638175"/>
                <a:gd name="connsiteX829" fmla="*/ 385763 w 476250"/>
                <a:gd name="connsiteY829" fmla="*/ 378905 h 638175"/>
                <a:gd name="connsiteX830" fmla="*/ 384810 w 476250"/>
                <a:gd name="connsiteY830" fmla="*/ 378905 h 638175"/>
                <a:gd name="connsiteX831" fmla="*/ 384238 w 476250"/>
                <a:gd name="connsiteY831" fmla="*/ 379190 h 638175"/>
                <a:gd name="connsiteX832" fmla="*/ 384334 w 476250"/>
                <a:gd name="connsiteY832" fmla="*/ 380429 h 638175"/>
                <a:gd name="connsiteX833" fmla="*/ 384810 w 476250"/>
                <a:gd name="connsiteY833" fmla="*/ 380905 h 638175"/>
                <a:gd name="connsiteX834" fmla="*/ 385572 w 476250"/>
                <a:gd name="connsiteY834" fmla="*/ 381095 h 638175"/>
                <a:gd name="connsiteX835" fmla="*/ 387477 w 476250"/>
                <a:gd name="connsiteY835" fmla="*/ 381191 h 638175"/>
                <a:gd name="connsiteX836" fmla="*/ 408242 w 476250"/>
                <a:gd name="connsiteY836" fmla="*/ 385572 h 638175"/>
                <a:gd name="connsiteX837" fmla="*/ 409670 w 476250"/>
                <a:gd name="connsiteY837" fmla="*/ 385191 h 638175"/>
                <a:gd name="connsiteX838" fmla="*/ 409765 w 476250"/>
                <a:gd name="connsiteY838" fmla="*/ 383762 h 638175"/>
                <a:gd name="connsiteX839" fmla="*/ 408051 w 476250"/>
                <a:gd name="connsiteY839" fmla="*/ 382715 h 638175"/>
                <a:gd name="connsiteX840" fmla="*/ 404813 w 476250"/>
                <a:gd name="connsiteY840" fmla="*/ 381953 h 638175"/>
                <a:gd name="connsiteX841" fmla="*/ 401669 w 476250"/>
                <a:gd name="connsiteY841" fmla="*/ 381953 h 638175"/>
                <a:gd name="connsiteX842" fmla="*/ 400621 w 476250"/>
                <a:gd name="connsiteY842" fmla="*/ 381667 h 638175"/>
                <a:gd name="connsiteX843" fmla="*/ 399479 w 476250"/>
                <a:gd name="connsiteY843" fmla="*/ 380810 h 638175"/>
                <a:gd name="connsiteX844" fmla="*/ 398526 w 476250"/>
                <a:gd name="connsiteY844" fmla="*/ 380333 h 638175"/>
                <a:gd name="connsiteX845" fmla="*/ 396812 w 476250"/>
                <a:gd name="connsiteY845" fmla="*/ 379857 h 638175"/>
                <a:gd name="connsiteX846" fmla="*/ 395002 w 476250"/>
                <a:gd name="connsiteY846" fmla="*/ 379571 h 638175"/>
                <a:gd name="connsiteX847" fmla="*/ 393097 w 476250"/>
                <a:gd name="connsiteY847" fmla="*/ 379476 h 638175"/>
                <a:gd name="connsiteX848" fmla="*/ 391192 w 476250"/>
                <a:gd name="connsiteY848" fmla="*/ 379571 h 638175"/>
                <a:gd name="connsiteX849" fmla="*/ 392049 w 476250"/>
                <a:gd name="connsiteY849" fmla="*/ 377857 h 638175"/>
                <a:gd name="connsiteX850" fmla="*/ 393383 w 476250"/>
                <a:gd name="connsiteY850" fmla="*/ 377380 h 638175"/>
                <a:gd name="connsiteX851" fmla="*/ 407670 w 476250"/>
                <a:gd name="connsiteY851" fmla="*/ 379667 h 638175"/>
                <a:gd name="connsiteX852" fmla="*/ 410337 w 476250"/>
                <a:gd name="connsiteY852" fmla="*/ 381095 h 638175"/>
                <a:gd name="connsiteX853" fmla="*/ 410146 w 476250"/>
                <a:gd name="connsiteY853" fmla="*/ 383572 h 638175"/>
                <a:gd name="connsiteX854" fmla="*/ 412051 w 476250"/>
                <a:gd name="connsiteY854" fmla="*/ 384334 h 638175"/>
                <a:gd name="connsiteX855" fmla="*/ 414338 w 476250"/>
                <a:gd name="connsiteY855" fmla="*/ 383953 h 638175"/>
                <a:gd name="connsiteX856" fmla="*/ 416623 w 476250"/>
                <a:gd name="connsiteY856" fmla="*/ 383191 h 638175"/>
                <a:gd name="connsiteX857" fmla="*/ 418624 w 476250"/>
                <a:gd name="connsiteY857" fmla="*/ 382810 h 638175"/>
                <a:gd name="connsiteX858" fmla="*/ 419290 w 476250"/>
                <a:gd name="connsiteY858" fmla="*/ 381476 h 638175"/>
                <a:gd name="connsiteX859" fmla="*/ 420148 w 476250"/>
                <a:gd name="connsiteY859" fmla="*/ 371475 h 638175"/>
                <a:gd name="connsiteX860" fmla="*/ 419671 w 476250"/>
                <a:gd name="connsiteY860" fmla="*/ 351187 h 638175"/>
                <a:gd name="connsiteX861" fmla="*/ 418624 w 476250"/>
                <a:gd name="connsiteY861" fmla="*/ 346424 h 638175"/>
                <a:gd name="connsiteX862" fmla="*/ 418529 w 476250"/>
                <a:gd name="connsiteY862" fmla="*/ 327279 h 638175"/>
                <a:gd name="connsiteX863" fmla="*/ 418243 w 476250"/>
                <a:gd name="connsiteY863" fmla="*/ 320897 h 638175"/>
                <a:gd name="connsiteX864" fmla="*/ 417385 w 476250"/>
                <a:gd name="connsiteY864" fmla="*/ 320993 h 638175"/>
                <a:gd name="connsiteX865" fmla="*/ 414433 w 476250"/>
                <a:gd name="connsiteY865" fmla="*/ 319850 h 638175"/>
                <a:gd name="connsiteX866" fmla="*/ 414242 w 476250"/>
                <a:gd name="connsiteY866" fmla="*/ 318992 h 638175"/>
                <a:gd name="connsiteX867" fmla="*/ 413575 w 476250"/>
                <a:gd name="connsiteY867" fmla="*/ 318516 h 638175"/>
                <a:gd name="connsiteX868" fmla="*/ 412433 w 476250"/>
                <a:gd name="connsiteY868" fmla="*/ 317849 h 638175"/>
                <a:gd name="connsiteX869" fmla="*/ 411956 w 476250"/>
                <a:gd name="connsiteY869" fmla="*/ 316802 h 638175"/>
                <a:gd name="connsiteX870" fmla="*/ 412528 w 476250"/>
                <a:gd name="connsiteY870" fmla="*/ 316135 h 638175"/>
                <a:gd name="connsiteX871" fmla="*/ 412337 w 476250"/>
                <a:gd name="connsiteY871" fmla="*/ 315659 h 638175"/>
                <a:gd name="connsiteX872" fmla="*/ 412242 w 476250"/>
                <a:gd name="connsiteY872" fmla="*/ 315182 h 638175"/>
                <a:gd name="connsiteX873" fmla="*/ 413194 w 476250"/>
                <a:gd name="connsiteY873" fmla="*/ 314420 h 638175"/>
                <a:gd name="connsiteX874" fmla="*/ 413099 w 476250"/>
                <a:gd name="connsiteY874" fmla="*/ 313754 h 638175"/>
                <a:gd name="connsiteX875" fmla="*/ 412242 w 476250"/>
                <a:gd name="connsiteY875" fmla="*/ 313468 h 638175"/>
                <a:gd name="connsiteX876" fmla="*/ 411575 w 476250"/>
                <a:gd name="connsiteY876" fmla="*/ 313277 h 638175"/>
                <a:gd name="connsiteX877" fmla="*/ 410909 w 476250"/>
                <a:gd name="connsiteY877" fmla="*/ 313277 h 638175"/>
                <a:gd name="connsiteX878" fmla="*/ 409765 w 476250"/>
                <a:gd name="connsiteY878" fmla="*/ 313658 h 638175"/>
                <a:gd name="connsiteX879" fmla="*/ 409480 w 476250"/>
                <a:gd name="connsiteY879" fmla="*/ 313182 h 638175"/>
                <a:gd name="connsiteX880" fmla="*/ 409575 w 476250"/>
                <a:gd name="connsiteY880" fmla="*/ 312515 h 638175"/>
                <a:gd name="connsiteX881" fmla="*/ 409384 w 476250"/>
                <a:gd name="connsiteY881" fmla="*/ 312039 h 638175"/>
                <a:gd name="connsiteX882" fmla="*/ 409004 w 476250"/>
                <a:gd name="connsiteY882" fmla="*/ 311658 h 638175"/>
                <a:gd name="connsiteX883" fmla="*/ 408051 w 476250"/>
                <a:gd name="connsiteY883" fmla="*/ 311658 h 638175"/>
                <a:gd name="connsiteX884" fmla="*/ 407003 w 476250"/>
                <a:gd name="connsiteY884" fmla="*/ 312230 h 638175"/>
                <a:gd name="connsiteX885" fmla="*/ 406146 w 476250"/>
                <a:gd name="connsiteY885" fmla="*/ 311849 h 638175"/>
                <a:gd name="connsiteX886" fmla="*/ 405765 w 476250"/>
                <a:gd name="connsiteY886" fmla="*/ 310801 h 638175"/>
                <a:gd name="connsiteX887" fmla="*/ 404717 w 476250"/>
                <a:gd name="connsiteY887" fmla="*/ 310325 h 638175"/>
                <a:gd name="connsiteX888" fmla="*/ 403574 w 476250"/>
                <a:gd name="connsiteY888" fmla="*/ 310325 h 638175"/>
                <a:gd name="connsiteX889" fmla="*/ 402526 w 476250"/>
                <a:gd name="connsiteY889" fmla="*/ 309848 h 638175"/>
                <a:gd name="connsiteX890" fmla="*/ 401764 w 476250"/>
                <a:gd name="connsiteY890" fmla="*/ 309086 h 638175"/>
                <a:gd name="connsiteX891" fmla="*/ 401860 w 476250"/>
                <a:gd name="connsiteY891" fmla="*/ 307848 h 638175"/>
                <a:gd name="connsiteX892" fmla="*/ 402812 w 476250"/>
                <a:gd name="connsiteY892" fmla="*/ 306896 h 638175"/>
                <a:gd name="connsiteX893" fmla="*/ 403193 w 476250"/>
                <a:gd name="connsiteY893" fmla="*/ 306134 h 638175"/>
                <a:gd name="connsiteX894" fmla="*/ 402336 w 476250"/>
                <a:gd name="connsiteY894" fmla="*/ 305943 h 638175"/>
                <a:gd name="connsiteX895" fmla="*/ 401669 w 476250"/>
                <a:gd name="connsiteY895" fmla="*/ 305181 h 638175"/>
                <a:gd name="connsiteX896" fmla="*/ 401764 w 476250"/>
                <a:gd name="connsiteY896" fmla="*/ 304229 h 638175"/>
                <a:gd name="connsiteX897" fmla="*/ 403574 w 476250"/>
                <a:gd name="connsiteY897" fmla="*/ 304229 h 638175"/>
                <a:gd name="connsiteX898" fmla="*/ 404908 w 476250"/>
                <a:gd name="connsiteY898" fmla="*/ 305467 h 638175"/>
                <a:gd name="connsiteX899" fmla="*/ 405479 w 476250"/>
                <a:gd name="connsiteY899" fmla="*/ 305371 h 638175"/>
                <a:gd name="connsiteX900" fmla="*/ 406146 w 476250"/>
                <a:gd name="connsiteY900" fmla="*/ 305086 h 638175"/>
                <a:gd name="connsiteX901" fmla="*/ 406337 w 476250"/>
                <a:gd name="connsiteY901" fmla="*/ 304800 h 638175"/>
                <a:gd name="connsiteX902" fmla="*/ 406241 w 476250"/>
                <a:gd name="connsiteY902" fmla="*/ 303276 h 638175"/>
                <a:gd name="connsiteX903" fmla="*/ 405860 w 476250"/>
                <a:gd name="connsiteY903" fmla="*/ 302228 h 638175"/>
                <a:gd name="connsiteX904" fmla="*/ 405098 w 476250"/>
                <a:gd name="connsiteY904" fmla="*/ 301847 h 638175"/>
                <a:gd name="connsiteX905" fmla="*/ 404622 w 476250"/>
                <a:gd name="connsiteY905" fmla="*/ 301276 h 638175"/>
                <a:gd name="connsiteX906" fmla="*/ 404908 w 476250"/>
                <a:gd name="connsiteY906" fmla="*/ 300419 h 638175"/>
                <a:gd name="connsiteX907" fmla="*/ 405670 w 476250"/>
                <a:gd name="connsiteY907" fmla="*/ 300038 h 638175"/>
                <a:gd name="connsiteX908" fmla="*/ 407956 w 476250"/>
                <a:gd name="connsiteY908" fmla="*/ 300704 h 638175"/>
                <a:gd name="connsiteX909" fmla="*/ 410242 w 476250"/>
                <a:gd name="connsiteY909" fmla="*/ 301752 h 638175"/>
                <a:gd name="connsiteX910" fmla="*/ 411099 w 476250"/>
                <a:gd name="connsiteY910" fmla="*/ 301847 h 638175"/>
                <a:gd name="connsiteX911" fmla="*/ 411671 w 476250"/>
                <a:gd name="connsiteY911" fmla="*/ 301276 h 638175"/>
                <a:gd name="connsiteX912" fmla="*/ 413575 w 476250"/>
                <a:gd name="connsiteY912" fmla="*/ 300133 h 638175"/>
                <a:gd name="connsiteX913" fmla="*/ 415766 w 476250"/>
                <a:gd name="connsiteY913" fmla="*/ 300228 h 638175"/>
                <a:gd name="connsiteX914" fmla="*/ 418243 w 476250"/>
                <a:gd name="connsiteY914" fmla="*/ 300800 h 638175"/>
                <a:gd name="connsiteX915" fmla="*/ 418243 w 476250"/>
                <a:gd name="connsiteY915" fmla="*/ 300800 h 638175"/>
                <a:gd name="connsiteX916" fmla="*/ 418909 w 476250"/>
                <a:gd name="connsiteY916" fmla="*/ 297656 h 638175"/>
                <a:gd name="connsiteX917" fmla="*/ 419290 w 476250"/>
                <a:gd name="connsiteY917" fmla="*/ 279654 h 638175"/>
                <a:gd name="connsiteX918" fmla="*/ 416909 w 476250"/>
                <a:gd name="connsiteY918" fmla="*/ 267462 h 638175"/>
                <a:gd name="connsiteX919" fmla="*/ 416719 w 476250"/>
                <a:gd name="connsiteY919" fmla="*/ 258318 h 638175"/>
                <a:gd name="connsiteX920" fmla="*/ 416338 w 476250"/>
                <a:gd name="connsiteY920" fmla="*/ 257842 h 638175"/>
                <a:gd name="connsiteX921" fmla="*/ 415671 w 476250"/>
                <a:gd name="connsiteY921" fmla="*/ 257746 h 638175"/>
                <a:gd name="connsiteX922" fmla="*/ 412528 w 476250"/>
                <a:gd name="connsiteY922" fmla="*/ 256318 h 638175"/>
                <a:gd name="connsiteX923" fmla="*/ 410146 w 476250"/>
                <a:gd name="connsiteY923" fmla="*/ 255842 h 638175"/>
                <a:gd name="connsiteX924" fmla="*/ 408146 w 476250"/>
                <a:gd name="connsiteY924" fmla="*/ 256413 h 638175"/>
                <a:gd name="connsiteX925" fmla="*/ 407289 w 476250"/>
                <a:gd name="connsiteY925" fmla="*/ 258509 h 638175"/>
                <a:gd name="connsiteX926" fmla="*/ 406146 w 476250"/>
                <a:gd name="connsiteY926" fmla="*/ 259080 h 638175"/>
                <a:gd name="connsiteX927" fmla="*/ 400907 w 476250"/>
                <a:gd name="connsiteY927" fmla="*/ 262890 h 638175"/>
                <a:gd name="connsiteX928" fmla="*/ 399383 w 476250"/>
                <a:gd name="connsiteY928" fmla="*/ 263747 h 638175"/>
                <a:gd name="connsiteX929" fmla="*/ 398621 w 476250"/>
                <a:gd name="connsiteY929" fmla="*/ 263747 h 638175"/>
                <a:gd name="connsiteX930" fmla="*/ 399574 w 476250"/>
                <a:gd name="connsiteY930" fmla="*/ 261938 h 638175"/>
                <a:gd name="connsiteX931" fmla="*/ 406051 w 476250"/>
                <a:gd name="connsiteY931" fmla="*/ 255556 h 638175"/>
                <a:gd name="connsiteX932" fmla="*/ 407098 w 476250"/>
                <a:gd name="connsiteY932" fmla="*/ 254699 h 638175"/>
                <a:gd name="connsiteX933" fmla="*/ 408146 w 476250"/>
                <a:gd name="connsiteY933" fmla="*/ 254127 h 638175"/>
                <a:gd name="connsiteX934" fmla="*/ 409384 w 476250"/>
                <a:gd name="connsiteY934" fmla="*/ 253841 h 638175"/>
                <a:gd name="connsiteX935" fmla="*/ 410146 w 476250"/>
                <a:gd name="connsiteY935" fmla="*/ 253937 h 638175"/>
                <a:gd name="connsiteX936" fmla="*/ 410909 w 476250"/>
                <a:gd name="connsiteY936" fmla="*/ 254127 h 638175"/>
                <a:gd name="connsiteX937" fmla="*/ 414052 w 476250"/>
                <a:gd name="connsiteY937" fmla="*/ 254127 h 638175"/>
                <a:gd name="connsiteX938" fmla="*/ 415100 w 476250"/>
                <a:gd name="connsiteY938" fmla="*/ 253841 h 638175"/>
                <a:gd name="connsiteX939" fmla="*/ 415385 w 476250"/>
                <a:gd name="connsiteY939" fmla="*/ 252698 h 638175"/>
                <a:gd name="connsiteX940" fmla="*/ 414814 w 476250"/>
                <a:gd name="connsiteY940" fmla="*/ 246602 h 638175"/>
                <a:gd name="connsiteX941" fmla="*/ 413956 w 476250"/>
                <a:gd name="connsiteY941" fmla="*/ 245650 h 638175"/>
                <a:gd name="connsiteX942" fmla="*/ 412051 w 476250"/>
                <a:gd name="connsiteY942" fmla="*/ 245364 h 638175"/>
                <a:gd name="connsiteX943" fmla="*/ 412623 w 476250"/>
                <a:gd name="connsiteY943" fmla="*/ 245936 h 638175"/>
                <a:gd name="connsiteX944" fmla="*/ 412813 w 476250"/>
                <a:gd name="connsiteY944" fmla="*/ 246697 h 638175"/>
                <a:gd name="connsiteX945" fmla="*/ 412623 w 476250"/>
                <a:gd name="connsiteY945" fmla="*/ 247555 h 638175"/>
                <a:gd name="connsiteX946" fmla="*/ 412147 w 476250"/>
                <a:gd name="connsiteY946" fmla="*/ 248603 h 638175"/>
                <a:gd name="connsiteX947" fmla="*/ 411385 w 476250"/>
                <a:gd name="connsiteY947" fmla="*/ 248603 h 638175"/>
                <a:gd name="connsiteX948" fmla="*/ 410813 w 476250"/>
                <a:gd name="connsiteY948" fmla="*/ 244030 h 638175"/>
                <a:gd name="connsiteX949" fmla="*/ 408146 w 476250"/>
                <a:gd name="connsiteY949" fmla="*/ 235649 h 638175"/>
                <a:gd name="connsiteX950" fmla="*/ 407480 w 476250"/>
                <a:gd name="connsiteY950" fmla="*/ 230791 h 638175"/>
                <a:gd name="connsiteX951" fmla="*/ 407765 w 476250"/>
                <a:gd name="connsiteY951" fmla="*/ 228410 h 638175"/>
                <a:gd name="connsiteX952" fmla="*/ 408813 w 476250"/>
                <a:gd name="connsiteY952" fmla="*/ 224028 h 638175"/>
                <a:gd name="connsiteX953" fmla="*/ 409194 w 476250"/>
                <a:gd name="connsiteY953" fmla="*/ 219361 h 638175"/>
                <a:gd name="connsiteX954" fmla="*/ 411385 w 476250"/>
                <a:gd name="connsiteY954" fmla="*/ 208121 h 638175"/>
                <a:gd name="connsiteX955" fmla="*/ 412147 w 476250"/>
                <a:gd name="connsiteY955" fmla="*/ 205930 h 638175"/>
                <a:gd name="connsiteX956" fmla="*/ 413385 w 476250"/>
                <a:gd name="connsiteY956" fmla="*/ 204978 h 638175"/>
                <a:gd name="connsiteX957" fmla="*/ 414242 w 476250"/>
                <a:gd name="connsiteY957" fmla="*/ 200596 h 638175"/>
                <a:gd name="connsiteX958" fmla="*/ 414242 w 476250"/>
                <a:gd name="connsiteY958" fmla="*/ 200596 h 638175"/>
                <a:gd name="connsiteX959" fmla="*/ 413480 w 476250"/>
                <a:gd name="connsiteY959" fmla="*/ 200596 h 638175"/>
                <a:gd name="connsiteX960" fmla="*/ 410337 w 476250"/>
                <a:gd name="connsiteY960" fmla="*/ 200596 h 638175"/>
                <a:gd name="connsiteX961" fmla="*/ 407860 w 476250"/>
                <a:gd name="connsiteY961" fmla="*/ 200120 h 638175"/>
                <a:gd name="connsiteX962" fmla="*/ 407194 w 476250"/>
                <a:gd name="connsiteY962" fmla="*/ 199930 h 638175"/>
                <a:gd name="connsiteX963" fmla="*/ 406622 w 476250"/>
                <a:gd name="connsiteY963" fmla="*/ 199835 h 638175"/>
                <a:gd name="connsiteX964" fmla="*/ 406051 w 476250"/>
                <a:gd name="connsiteY964" fmla="*/ 199835 h 638175"/>
                <a:gd name="connsiteX965" fmla="*/ 405479 w 476250"/>
                <a:gd name="connsiteY965" fmla="*/ 199930 h 638175"/>
                <a:gd name="connsiteX966" fmla="*/ 405003 w 476250"/>
                <a:gd name="connsiteY966" fmla="*/ 199835 h 638175"/>
                <a:gd name="connsiteX967" fmla="*/ 404527 w 476250"/>
                <a:gd name="connsiteY967" fmla="*/ 199549 h 638175"/>
                <a:gd name="connsiteX968" fmla="*/ 403574 w 476250"/>
                <a:gd name="connsiteY968" fmla="*/ 198406 h 638175"/>
                <a:gd name="connsiteX969" fmla="*/ 403003 w 476250"/>
                <a:gd name="connsiteY969" fmla="*/ 198025 h 638175"/>
                <a:gd name="connsiteX970" fmla="*/ 402336 w 476250"/>
                <a:gd name="connsiteY970" fmla="*/ 197739 h 638175"/>
                <a:gd name="connsiteX971" fmla="*/ 401669 w 476250"/>
                <a:gd name="connsiteY971" fmla="*/ 197549 h 638175"/>
                <a:gd name="connsiteX972" fmla="*/ 401288 w 476250"/>
                <a:gd name="connsiteY972" fmla="*/ 197072 h 638175"/>
                <a:gd name="connsiteX973" fmla="*/ 401288 w 476250"/>
                <a:gd name="connsiteY973" fmla="*/ 196310 h 638175"/>
                <a:gd name="connsiteX974" fmla="*/ 401955 w 476250"/>
                <a:gd name="connsiteY974" fmla="*/ 195167 h 638175"/>
                <a:gd name="connsiteX975" fmla="*/ 402336 w 476250"/>
                <a:gd name="connsiteY975" fmla="*/ 194310 h 638175"/>
                <a:gd name="connsiteX976" fmla="*/ 402622 w 476250"/>
                <a:gd name="connsiteY976" fmla="*/ 193167 h 638175"/>
                <a:gd name="connsiteX977" fmla="*/ 402622 w 476250"/>
                <a:gd name="connsiteY977" fmla="*/ 192119 h 638175"/>
                <a:gd name="connsiteX978" fmla="*/ 402431 w 476250"/>
                <a:gd name="connsiteY978" fmla="*/ 191071 h 638175"/>
                <a:gd name="connsiteX979" fmla="*/ 402050 w 476250"/>
                <a:gd name="connsiteY979" fmla="*/ 190595 h 638175"/>
                <a:gd name="connsiteX980" fmla="*/ 401098 w 476250"/>
                <a:gd name="connsiteY980" fmla="*/ 190214 h 638175"/>
                <a:gd name="connsiteX981" fmla="*/ 400717 w 476250"/>
                <a:gd name="connsiteY981" fmla="*/ 189738 h 638175"/>
                <a:gd name="connsiteX982" fmla="*/ 400621 w 476250"/>
                <a:gd name="connsiteY982" fmla="*/ 189167 h 638175"/>
                <a:gd name="connsiteX983" fmla="*/ 400621 w 476250"/>
                <a:gd name="connsiteY983" fmla="*/ 188404 h 638175"/>
                <a:gd name="connsiteX984" fmla="*/ 400717 w 476250"/>
                <a:gd name="connsiteY984" fmla="*/ 187643 h 638175"/>
                <a:gd name="connsiteX985" fmla="*/ 400621 w 476250"/>
                <a:gd name="connsiteY985" fmla="*/ 187071 h 638175"/>
                <a:gd name="connsiteX986" fmla="*/ 400336 w 476250"/>
                <a:gd name="connsiteY986" fmla="*/ 186309 h 638175"/>
                <a:gd name="connsiteX987" fmla="*/ 398240 w 476250"/>
                <a:gd name="connsiteY987" fmla="*/ 184404 h 638175"/>
                <a:gd name="connsiteX988" fmla="*/ 398050 w 476250"/>
                <a:gd name="connsiteY988" fmla="*/ 183642 h 638175"/>
                <a:gd name="connsiteX989" fmla="*/ 398240 w 476250"/>
                <a:gd name="connsiteY989" fmla="*/ 182880 h 638175"/>
                <a:gd name="connsiteX990" fmla="*/ 398717 w 476250"/>
                <a:gd name="connsiteY990" fmla="*/ 182118 h 638175"/>
                <a:gd name="connsiteX991" fmla="*/ 399859 w 476250"/>
                <a:gd name="connsiteY991" fmla="*/ 180785 h 638175"/>
                <a:gd name="connsiteX992" fmla="*/ 399955 w 476250"/>
                <a:gd name="connsiteY992" fmla="*/ 180689 h 638175"/>
                <a:gd name="connsiteX993" fmla="*/ 400145 w 476250"/>
                <a:gd name="connsiteY993" fmla="*/ 180594 h 638175"/>
                <a:gd name="connsiteX994" fmla="*/ 400621 w 476250"/>
                <a:gd name="connsiteY994" fmla="*/ 180499 h 638175"/>
                <a:gd name="connsiteX995" fmla="*/ 401288 w 476250"/>
                <a:gd name="connsiteY995" fmla="*/ 180880 h 638175"/>
                <a:gd name="connsiteX996" fmla="*/ 402241 w 476250"/>
                <a:gd name="connsiteY996" fmla="*/ 182023 h 638175"/>
                <a:gd name="connsiteX997" fmla="*/ 402908 w 476250"/>
                <a:gd name="connsiteY997" fmla="*/ 183071 h 638175"/>
                <a:gd name="connsiteX998" fmla="*/ 403860 w 476250"/>
                <a:gd name="connsiteY998" fmla="*/ 183737 h 638175"/>
                <a:gd name="connsiteX999" fmla="*/ 405003 w 476250"/>
                <a:gd name="connsiteY999" fmla="*/ 183928 h 638175"/>
                <a:gd name="connsiteX1000" fmla="*/ 408432 w 476250"/>
                <a:gd name="connsiteY1000" fmla="*/ 183356 h 638175"/>
                <a:gd name="connsiteX1001" fmla="*/ 409289 w 476250"/>
                <a:gd name="connsiteY1001" fmla="*/ 183452 h 638175"/>
                <a:gd name="connsiteX1002" fmla="*/ 409765 w 476250"/>
                <a:gd name="connsiteY1002" fmla="*/ 184118 h 638175"/>
                <a:gd name="connsiteX1003" fmla="*/ 409765 w 476250"/>
                <a:gd name="connsiteY1003" fmla="*/ 184690 h 638175"/>
                <a:gd name="connsiteX1004" fmla="*/ 409575 w 476250"/>
                <a:gd name="connsiteY1004" fmla="*/ 185357 h 638175"/>
                <a:gd name="connsiteX1005" fmla="*/ 409289 w 476250"/>
                <a:gd name="connsiteY1005" fmla="*/ 185833 h 638175"/>
                <a:gd name="connsiteX1006" fmla="*/ 407670 w 476250"/>
                <a:gd name="connsiteY1006" fmla="*/ 187547 h 638175"/>
                <a:gd name="connsiteX1007" fmla="*/ 407480 w 476250"/>
                <a:gd name="connsiteY1007" fmla="*/ 188119 h 638175"/>
                <a:gd name="connsiteX1008" fmla="*/ 407670 w 476250"/>
                <a:gd name="connsiteY1008" fmla="*/ 188595 h 638175"/>
                <a:gd name="connsiteX1009" fmla="*/ 408051 w 476250"/>
                <a:gd name="connsiteY1009" fmla="*/ 188976 h 638175"/>
                <a:gd name="connsiteX1010" fmla="*/ 409099 w 476250"/>
                <a:gd name="connsiteY1010" fmla="*/ 189643 h 638175"/>
                <a:gd name="connsiteX1011" fmla="*/ 409575 w 476250"/>
                <a:gd name="connsiteY1011" fmla="*/ 190024 h 638175"/>
                <a:gd name="connsiteX1012" fmla="*/ 410337 w 476250"/>
                <a:gd name="connsiteY1012" fmla="*/ 190881 h 638175"/>
                <a:gd name="connsiteX1013" fmla="*/ 411099 w 476250"/>
                <a:gd name="connsiteY1013" fmla="*/ 190976 h 638175"/>
                <a:gd name="connsiteX1014" fmla="*/ 411956 w 476250"/>
                <a:gd name="connsiteY1014" fmla="*/ 190595 h 638175"/>
                <a:gd name="connsiteX1015" fmla="*/ 414338 w 476250"/>
                <a:gd name="connsiteY1015" fmla="*/ 188309 h 638175"/>
                <a:gd name="connsiteX1016" fmla="*/ 416052 w 476250"/>
                <a:gd name="connsiteY1016" fmla="*/ 187071 h 638175"/>
                <a:gd name="connsiteX1017" fmla="*/ 418719 w 476250"/>
                <a:gd name="connsiteY1017" fmla="*/ 186119 h 638175"/>
                <a:gd name="connsiteX1018" fmla="*/ 418814 w 476250"/>
                <a:gd name="connsiteY1018" fmla="*/ 186119 h 638175"/>
                <a:gd name="connsiteX1019" fmla="*/ 418909 w 476250"/>
                <a:gd name="connsiteY1019" fmla="*/ 185642 h 638175"/>
                <a:gd name="connsiteX1020" fmla="*/ 419957 w 476250"/>
                <a:gd name="connsiteY1020" fmla="*/ 184023 h 638175"/>
                <a:gd name="connsiteX1021" fmla="*/ 420243 w 476250"/>
                <a:gd name="connsiteY1021" fmla="*/ 183356 h 638175"/>
                <a:gd name="connsiteX1022" fmla="*/ 420052 w 476250"/>
                <a:gd name="connsiteY1022" fmla="*/ 179356 h 638175"/>
                <a:gd name="connsiteX1023" fmla="*/ 420243 w 476250"/>
                <a:gd name="connsiteY1023" fmla="*/ 178118 h 638175"/>
                <a:gd name="connsiteX1024" fmla="*/ 421196 w 476250"/>
                <a:gd name="connsiteY1024" fmla="*/ 176308 h 638175"/>
                <a:gd name="connsiteX1025" fmla="*/ 424339 w 476250"/>
                <a:gd name="connsiteY1025" fmla="*/ 172593 h 638175"/>
                <a:gd name="connsiteX1026" fmla="*/ 427863 w 476250"/>
                <a:gd name="connsiteY1026" fmla="*/ 165354 h 638175"/>
                <a:gd name="connsiteX1027" fmla="*/ 428530 w 476250"/>
                <a:gd name="connsiteY1027" fmla="*/ 164306 h 638175"/>
                <a:gd name="connsiteX1028" fmla="*/ 430149 w 476250"/>
                <a:gd name="connsiteY1028" fmla="*/ 162592 h 638175"/>
                <a:gd name="connsiteX1029" fmla="*/ 436817 w 476250"/>
                <a:gd name="connsiteY1029" fmla="*/ 152210 h 638175"/>
                <a:gd name="connsiteX1030" fmla="*/ 433197 w 476250"/>
                <a:gd name="connsiteY1030" fmla="*/ 154496 h 638175"/>
                <a:gd name="connsiteX1031" fmla="*/ 430816 w 476250"/>
                <a:gd name="connsiteY1031" fmla="*/ 155543 h 638175"/>
                <a:gd name="connsiteX1032" fmla="*/ 429768 w 476250"/>
                <a:gd name="connsiteY1032" fmla="*/ 155067 h 638175"/>
                <a:gd name="connsiteX1033" fmla="*/ 430721 w 476250"/>
                <a:gd name="connsiteY1033" fmla="*/ 153638 h 638175"/>
                <a:gd name="connsiteX1034" fmla="*/ 436817 w 476250"/>
                <a:gd name="connsiteY1034" fmla="*/ 150590 h 638175"/>
                <a:gd name="connsiteX1035" fmla="*/ 439198 w 476250"/>
                <a:gd name="connsiteY1035" fmla="*/ 148209 h 638175"/>
                <a:gd name="connsiteX1036" fmla="*/ 442817 w 476250"/>
                <a:gd name="connsiteY1036" fmla="*/ 141732 h 638175"/>
                <a:gd name="connsiteX1037" fmla="*/ 443103 w 476250"/>
                <a:gd name="connsiteY1037" fmla="*/ 141351 h 638175"/>
                <a:gd name="connsiteX1038" fmla="*/ 443579 w 476250"/>
                <a:gd name="connsiteY1038" fmla="*/ 140970 h 638175"/>
                <a:gd name="connsiteX1039" fmla="*/ 446246 w 476250"/>
                <a:gd name="connsiteY1039" fmla="*/ 139351 h 638175"/>
                <a:gd name="connsiteX1040" fmla="*/ 447294 w 476250"/>
                <a:gd name="connsiteY1040" fmla="*/ 138017 h 638175"/>
                <a:gd name="connsiteX1041" fmla="*/ 449771 w 476250"/>
                <a:gd name="connsiteY1041" fmla="*/ 133445 h 638175"/>
                <a:gd name="connsiteX1042" fmla="*/ 450247 w 476250"/>
                <a:gd name="connsiteY1042" fmla="*/ 131540 h 638175"/>
                <a:gd name="connsiteX1043" fmla="*/ 454247 w 476250"/>
                <a:gd name="connsiteY1043" fmla="*/ 124682 h 638175"/>
                <a:gd name="connsiteX1044" fmla="*/ 457009 w 476250"/>
                <a:gd name="connsiteY1044" fmla="*/ 117824 h 638175"/>
                <a:gd name="connsiteX1045" fmla="*/ 457390 w 476250"/>
                <a:gd name="connsiteY1045" fmla="*/ 116110 h 638175"/>
                <a:gd name="connsiteX1046" fmla="*/ 457581 w 476250"/>
                <a:gd name="connsiteY1046" fmla="*/ 113729 h 638175"/>
                <a:gd name="connsiteX1047" fmla="*/ 458914 w 476250"/>
                <a:gd name="connsiteY1047" fmla="*/ 108204 h 638175"/>
                <a:gd name="connsiteX1048" fmla="*/ 459772 w 476250"/>
                <a:gd name="connsiteY1048" fmla="*/ 106013 h 638175"/>
                <a:gd name="connsiteX1049" fmla="*/ 461867 w 476250"/>
                <a:gd name="connsiteY1049" fmla="*/ 102679 h 638175"/>
                <a:gd name="connsiteX1050" fmla="*/ 462629 w 476250"/>
                <a:gd name="connsiteY1050" fmla="*/ 100870 h 638175"/>
                <a:gd name="connsiteX1051" fmla="*/ 463201 w 476250"/>
                <a:gd name="connsiteY1051" fmla="*/ 96584 h 638175"/>
                <a:gd name="connsiteX1052" fmla="*/ 465296 w 476250"/>
                <a:gd name="connsiteY1052" fmla="*/ 90488 h 638175"/>
                <a:gd name="connsiteX1053" fmla="*/ 466630 w 476250"/>
                <a:gd name="connsiteY1053" fmla="*/ 81915 h 638175"/>
                <a:gd name="connsiteX1054" fmla="*/ 467296 w 476250"/>
                <a:gd name="connsiteY1054" fmla="*/ 67532 h 638175"/>
                <a:gd name="connsiteX1055" fmla="*/ 468916 w 476250"/>
                <a:gd name="connsiteY1055" fmla="*/ 58960 h 638175"/>
                <a:gd name="connsiteX1056" fmla="*/ 469297 w 476250"/>
                <a:gd name="connsiteY1056" fmla="*/ 54388 h 638175"/>
                <a:gd name="connsiteX1057" fmla="*/ 469773 w 476250"/>
                <a:gd name="connsiteY1057" fmla="*/ 53340 h 638175"/>
                <a:gd name="connsiteX1058" fmla="*/ 471868 w 476250"/>
                <a:gd name="connsiteY1058" fmla="*/ 51054 h 638175"/>
                <a:gd name="connsiteX1059" fmla="*/ 472535 w 476250"/>
                <a:gd name="connsiteY1059" fmla="*/ 49911 h 638175"/>
                <a:gd name="connsiteX1060" fmla="*/ 471773 w 476250"/>
                <a:gd name="connsiteY1060" fmla="*/ 46387 h 638175"/>
                <a:gd name="connsiteX1061" fmla="*/ 471773 w 476250"/>
                <a:gd name="connsiteY1061" fmla="*/ 45149 h 638175"/>
                <a:gd name="connsiteX1062" fmla="*/ 472535 w 476250"/>
                <a:gd name="connsiteY1062" fmla="*/ 42958 h 638175"/>
                <a:gd name="connsiteX1063" fmla="*/ 473773 w 476250"/>
                <a:gd name="connsiteY1063" fmla="*/ 41053 h 638175"/>
                <a:gd name="connsiteX1064" fmla="*/ 474726 w 476250"/>
                <a:gd name="connsiteY1064" fmla="*/ 38957 h 638175"/>
                <a:gd name="connsiteX1065" fmla="*/ 474917 w 476250"/>
                <a:gd name="connsiteY1065" fmla="*/ 36195 h 638175"/>
                <a:gd name="connsiteX1066" fmla="*/ 473107 w 476250"/>
                <a:gd name="connsiteY1066" fmla="*/ 36671 h 638175"/>
                <a:gd name="connsiteX1067" fmla="*/ 472630 w 476250"/>
                <a:gd name="connsiteY1067" fmla="*/ 36862 h 638175"/>
                <a:gd name="connsiteX1068" fmla="*/ 473107 w 476250"/>
                <a:gd name="connsiteY1068" fmla="*/ 34957 h 638175"/>
                <a:gd name="connsiteX1069" fmla="*/ 473297 w 476250"/>
                <a:gd name="connsiteY1069" fmla="*/ 32766 h 638175"/>
                <a:gd name="connsiteX1070" fmla="*/ 473773 w 476250"/>
                <a:gd name="connsiteY1070" fmla="*/ 33052 h 638175"/>
                <a:gd name="connsiteX1071" fmla="*/ 475012 w 476250"/>
                <a:gd name="connsiteY1071" fmla="*/ 33528 h 638175"/>
                <a:gd name="connsiteX1072" fmla="*/ 475297 w 476250"/>
                <a:gd name="connsiteY1072" fmla="*/ 30194 h 638175"/>
                <a:gd name="connsiteX1073" fmla="*/ 476345 w 476250"/>
                <a:gd name="connsiteY1073" fmla="*/ 24194 h 638175"/>
                <a:gd name="connsiteX1074" fmla="*/ 476631 w 476250"/>
                <a:gd name="connsiteY1074" fmla="*/ 20860 h 638175"/>
                <a:gd name="connsiteX1075" fmla="*/ 476155 w 476250"/>
                <a:gd name="connsiteY1075" fmla="*/ 19050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</a:cxnLst>
              <a:rect l="l" t="t" r="r" b="b"/>
              <a:pathLst>
                <a:path w="476250" h="638175">
                  <a:moveTo>
                    <a:pt x="471868" y="11240"/>
                  </a:moveTo>
                  <a:lnTo>
                    <a:pt x="472630" y="11240"/>
                  </a:lnTo>
                  <a:lnTo>
                    <a:pt x="472154" y="6668"/>
                  </a:lnTo>
                  <a:lnTo>
                    <a:pt x="469678" y="1048"/>
                  </a:lnTo>
                  <a:lnTo>
                    <a:pt x="469297" y="1524"/>
                  </a:lnTo>
                  <a:lnTo>
                    <a:pt x="468535" y="2572"/>
                  </a:lnTo>
                  <a:lnTo>
                    <a:pt x="468439" y="2762"/>
                  </a:lnTo>
                  <a:lnTo>
                    <a:pt x="468439" y="2762"/>
                  </a:lnTo>
                  <a:lnTo>
                    <a:pt x="471868" y="11240"/>
                  </a:lnTo>
                  <a:close/>
                  <a:moveTo>
                    <a:pt x="476155" y="19050"/>
                  </a:moveTo>
                  <a:lnTo>
                    <a:pt x="475012" y="14573"/>
                  </a:lnTo>
                  <a:lnTo>
                    <a:pt x="474250" y="12478"/>
                  </a:lnTo>
                  <a:lnTo>
                    <a:pt x="472726" y="12859"/>
                  </a:lnTo>
                  <a:lnTo>
                    <a:pt x="472535" y="13335"/>
                  </a:lnTo>
                  <a:lnTo>
                    <a:pt x="471868" y="14573"/>
                  </a:lnTo>
                  <a:lnTo>
                    <a:pt x="470249" y="12668"/>
                  </a:lnTo>
                  <a:lnTo>
                    <a:pt x="468154" y="11335"/>
                  </a:lnTo>
                  <a:lnTo>
                    <a:pt x="466725" y="10001"/>
                  </a:lnTo>
                  <a:lnTo>
                    <a:pt x="467106" y="8001"/>
                  </a:lnTo>
                  <a:lnTo>
                    <a:pt x="466439" y="8001"/>
                  </a:lnTo>
                  <a:lnTo>
                    <a:pt x="466439" y="8001"/>
                  </a:lnTo>
                  <a:lnTo>
                    <a:pt x="466439" y="8001"/>
                  </a:lnTo>
                  <a:lnTo>
                    <a:pt x="466439" y="8001"/>
                  </a:lnTo>
                  <a:lnTo>
                    <a:pt x="466344" y="8287"/>
                  </a:lnTo>
                  <a:lnTo>
                    <a:pt x="462439" y="10096"/>
                  </a:lnTo>
                  <a:lnTo>
                    <a:pt x="459772" y="10382"/>
                  </a:lnTo>
                  <a:lnTo>
                    <a:pt x="454057" y="9049"/>
                  </a:lnTo>
                  <a:lnTo>
                    <a:pt x="452152" y="9049"/>
                  </a:lnTo>
                  <a:lnTo>
                    <a:pt x="449294" y="9335"/>
                  </a:lnTo>
                  <a:lnTo>
                    <a:pt x="448151" y="9144"/>
                  </a:lnTo>
                  <a:lnTo>
                    <a:pt x="447580" y="8668"/>
                  </a:lnTo>
                  <a:lnTo>
                    <a:pt x="447675" y="8001"/>
                  </a:lnTo>
                  <a:lnTo>
                    <a:pt x="447865" y="7334"/>
                  </a:lnTo>
                  <a:lnTo>
                    <a:pt x="448056" y="6858"/>
                  </a:lnTo>
                  <a:lnTo>
                    <a:pt x="448723" y="5810"/>
                  </a:lnTo>
                  <a:lnTo>
                    <a:pt x="449009" y="5048"/>
                  </a:lnTo>
                  <a:lnTo>
                    <a:pt x="449104" y="4477"/>
                  </a:lnTo>
                  <a:lnTo>
                    <a:pt x="449104" y="3238"/>
                  </a:lnTo>
                  <a:lnTo>
                    <a:pt x="448913" y="2858"/>
                  </a:lnTo>
                  <a:lnTo>
                    <a:pt x="446151" y="2762"/>
                  </a:lnTo>
                  <a:lnTo>
                    <a:pt x="444437" y="2000"/>
                  </a:lnTo>
                  <a:lnTo>
                    <a:pt x="441960" y="191"/>
                  </a:lnTo>
                  <a:lnTo>
                    <a:pt x="441198" y="0"/>
                  </a:lnTo>
                  <a:lnTo>
                    <a:pt x="440341" y="191"/>
                  </a:lnTo>
                  <a:lnTo>
                    <a:pt x="439864" y="762"/>
                  </a:lnTo>
                  <a:lnTo>
                    <a:pt x="439674" y="1429"/>
                  </a:lnTo>
                  <a:lnTo>
                    <a:pt x="439769" y="2000"/>
                  </a:lnTo>
                  <a:lnTo>
                    <a:pt x="440341" y="2762"/>
                  </a:lnTo>
                  <a:lnTo>
                    <a:pt x="441103" y="3429"/>
                  </a:lnTo>
                  <a:lnTo>
                    <a:pt x="442055" y="4001"/>
                  </a:lnTo>
                  <a:lnTo>
                    <a:pt x="442531" y="4572"/>
                  </a:lnTo>
                  <a:lnTo>
                    <a:pt x="442722" y="5144"/>
                  </a:lnTo>
                  <a:lnTo>
                    <a:pt x="442627" y="6096"/>
                  </a:lnTo>
                  <a:lnTo>
                    <a:pt x="442150" y="7049"/>
                  </a:lnTo>
                  <a:lnTo>
                    <a:pt x="441388" y="7525"/>
                  </a:lnTo>
                  <a:lnTo>
                    <a:pt x="438721" y="8287"/>
                  </a:lnTo>
                  <a:lnTo>
                    <a:pt x="436435" y="9335"/>
                  </a:lnTo>
                  <a:lnTo>
                    <a:pt x="434626" y="10859"/>
                  </a:lnTo>
                  <a:lnTo>
                    <a:pt x="432911" y="12859"/>
                  </a:lnTo>
                  <a:lnTo>
                    <a:pt x="432054" y="14097"/>
                  </a:lnTo>
                  <a:lnTo>
                    <a:pt x="431863" y="15145"/>
                  </a:lnTo>
                  <a:lnTo>
                    <a:pt x="431959" y="15812"/>
                  </a:lnTo>
                  <a:lnTo>
                    <a:pt x="432244" y="16669"/>
                  </a:lnTo>
                  <a:lnTo>
                    <a:pt x="432435" y="17621"/>
                  </a:lnTo>
                  <a:lnTo>
                    <a:pt x="432340" y="18669"/>
                  </a:lnTo>
                  <a:lnTo>
                    <a:pt x="431387" y="20193"/>
                  </a:lnTo>
                  <a:lnTo>
                    <a:pt x="421767" y="25908"/>
                  </a:lnTo>
                  <a:lnTo>
                    <a:pt x="415195" y="28575"/>
                  </a:lnTo>
                  <a:lnTo>
                    <a:pt x="413194" y="28956"/>
                  </a:lnTo>
                  <a:lnTo>
                    <a:pt x="411575" y="28670"/>
                  </a:lnTo>
                  <a:lnTo>
                    <a:pt x="410623" y="28194"/>
                  </a:lnTo>
                  <a:lnTo>
                    <a:pt x="409289" y="28194"/>
                  </a:lnTo>
                  <a:lnTo>
                    <a:pt x="408622" y="28766"/>
                  </a:lnTo>
                  <a:lnTo>
                    <a:pt x="408242" y="29718"/>
                  </a:lnTo>
                  <a:lnTo>
                    <a:pt x="408242" y="30671"/>
                  </a:lnTo>
                  <a:lnTo>
                    <a:pt x="408432" y="31528"/>
                  </a:lnTo>
                  <a:lnTo>
                    <a:pt x="408908" y="32195"/>
                  </a:lnTo>
                  <a:lnTo>
                    <a:pt x="409670" y="32671"/>
                  </a:lnTo>
                  <a:lnTo>
                    <a:pt x="410527" y="33052"/>
                  </a:lnTo>
                  <a:lnTo>
                    <a:pt x="411289" y="33528"/>
                  </a:lnTo>
                  <a:lnTo>
                    <a:pt x="412051" y="34100"/>
                  </a:lnTo>
                  <a:lnTo>
                    <a:pt x="412433" y="34766"/>
                  </a:lnTo>
                  <a:lnTo>
                    <a:pt x="412433" y="35528"/>
                  </a:lnTo>
                  <a:lnTo>
                    <a:pt x="411766" y="36862"/>
                  </a:lnTo>
                  <a:lnTo>
                    <a:pt x="410718" y="37243"/>
                  </a:lnTo>
                  <a:lnTo>
                    <a:pt x="409384" y="37243"/>
                  </a:lnTo>
                  <a:lnTo>
                    <a:pt x="408337" y="36862"/>
                  </a:lnTo>
                  <a:lnTo>
                    <a:pt x="406146" y="36862"/>
                  </a:lnTo>
                  <a:lnTo>
                    <a:pt x="404336" y="37052"/>
                  </a:lnTo>
                  <a:lnTo>
                    <a:pt x="401574" y="35433"/>
                  </a:lnTo>
                  <a:lnTo>
                    <a:pt x="400907" y="34576"/>
                  </a:lnTo>
                  <a:lnTo>
                    <a:pt x="400717" y="33814"/>
                  </a:lnTo>
                  <a:lnTo>
                    <a:pt x="400907" y="32957"/>
                  </a:lnTo>
                  <a:lnTo>
                    <a:pt x="401002" y="31813"/>
                  </a:lnTo>
                  <a:lnTo>
                    <a:pt x="400621" y="29909"/>
                  </a:lnTo>
                  <a:lnTo>
                    <a:pt x="399669" y="29146"/>
                  </a:lnTo>
                  <a:lnTo>
                    <a:pt x="398240" y="28861"/>
                  </a:lnTo>
                  <a:lnTo>
                    <a:pt x="390430" y="30480"/>
                  </a:lnTo>
                  <a:lnTo>
                    <a:pt x="388334" y="30385"/>
                  </a:lnTo>
                  <a:lnTo>
                    <a:pt x="387096" y="29623"/>
                  </a:lnTo>
                  <a:lnTo>
                    <a:pt x="386239" y="28480"/>
                  </a:lnTo>
                  <a:lnTo>
                    <a:pt x="385381" y="26861"/>
                  </a:lnTo>
                  <a:lnTo>
                    <a:pt x="383953" y="24955"/>
                  </a:lnTo>
                  <a:lnTo>
                    <a:pt x="382714" y="24098"/>
                  </a:lnTo>
                  <a:lnTo>
                    <a:pt x="381381" y="23527"/>
                  </a:lnTo>
                  <a:lnTo>
                    <a:pt x="379381" y="23146"/>
                  </a:lnTo>
                  <a:lnTo>
                    <a:pt x="377666" y="23051"/>
                  </a:lnTo>
                  <a:lnTo>
                    <a:pt x="374904" y="23336"/>
                  </a:lnTo>
                  <a:lnTo>
                    <a:pt x="372904" y="24098"/>
                  </a:lnTo>
                  <a:lnTo>
                    <a:pt x="372332" y="24575"/>
                  </a:lnTo>
                  <a:lnTo>
                    <a:pt x="371856" y="25241"/>
                  </a:lnTo>
                  <a:lnTo>
                    <a:pt x="371570" y="26099"/>
                  </a:lnTo>
                  <a:lnTo>
                    <a:pt x="371380" y="28194"/>
                  </a:lnTo>
                  <a:lnTo>
                    <a:pt x="371189" y="29242"/>
                  </a:lnTo>
                  <a:lnTo>
                    <a:pt x="370046" y="31623"/>
                  </a:lnTo>
                  <a:lnTo>
                    <a:pt x="369856" y="32480"/>
                  </a:lnTo>
                  <a:lnTo>
                    <a:pt x="369951" y="33338"/>
                  </a:lnTo>
                  <a:lnTo>
                    <a:pt x="370237" y="34480"/>
                  </a:lnTo>
                  <a:lnTo>
                    <a:pt x="370142" y="35814"/>
                  </a:lnTo>
                  <a:lnTo>
                    <a:pt x="369380" y="37243"/>
                  </a:lnTo>
                  <a:lnTo>
                    <a:pt x="365474" y="39148"/>
                  </a:lnTo>
                  <a:lnTo>
                    <a:pt x="364522" y="39815"/>
                  </a:lnTo>
                  <a:lnTo>
                    <a:pt x="363379" y="41243"/>
                  </a:lnTo>
                  <a:lnTo>
                    <a:pt x="361283" y="43148"/>
                  </a:lnTo>
                  <a:lnTo>
                    <a:pt x="358807" y="46292"/>
                  </a:lnTo>
                  <a:lnTo>
                    <a:pt x="357092" y="47625"/>
                  </a:lnTo>
                  <a:lnTo>
                    <a:pt x="355759" y="47911"/>
                  </a:lnTo>
                  <a:lnTo>
                    <a:pt x="354711" y="47530"/>
                  </a:lnTo>
                  <a:lnTo>
                    <a:pt x="353854" y="46577"/>
                  </a:lnTo>
                  <a:lnTo>
                    <a:pt x="352806" y="45625"/>
                  </a:lnTo>
                  <a:lnTo>
                    <a:pt x="351092" y="45339"/>
                  </a:lnTo>
                  <a:lnTo>
                    <a:pt x="349663" y="45720"/>
                  </a:lnTo>
                  <a:lnTo>
                    <a:pt x="348329" y="46863"/>
                  </a:lnTo>
                  <a:lnTo>
                    <a:pt x="344329" y="52769"/>
                  </a:lnTo>
                  <a:lnTo>
                    <a:pt x="341376" y="56388"/>
                  </a:lnTo>
                  <a:lnTo>
                    <a:pt x="340614" y="57055"/>
                  </a:lnTo>
                  <a:lnTo>
                    <a:pt x="339376" y="57912"/>
                  </a:lnTo>
                  <a:lnTo>
                    <a:pt x="338042" y="58198"/>
                  </a:lnTo>
                  <a:lnTo>
                    <a:pt x="333946" y="58579"/>
                  </a:lnTo>
                  <a:lnTo>
                    <a:pt x="331470" y="59246"/>
                  </a:lnTo>
                  <a:lnTo>
                    <a:pt x="329755" y="59055"/>
                  </a:lnTo>
                  <a:lnTo>
                    <a:pt x="328422" y="58388"/>
                  </a:lnTo>
                  <a:lnTo>
                    <a:pt x="327374" y="57721"/>
                  </a:lnTo>
                  <a:lnTo>
                    <a:pt x="326136" y="57341"/>
                  </a:lnTo>
                  <a:lnTo>
                    <a:pt x="323183" y="57055"/>
                  </a:lnTo>
                  <a:lnTo>
                    <a:pt x="322231" y="56674"/>
                  </a:lnTo>
                  <a:lnTo>
                    <a:pt x="321755" y="55912"/>
                  </a:lnTo>
                  <a:lnTo>
                    <a:pt x="321373" y="54197"/>
                  </a:lnTo>
                  <a:lnTo>
                    <a:pt x="321088" y="53626"/>
                  </a:lnTo>
                  <a:lnTo>
                    <a:pt x="320612" y="53245"/>
                  </a:lnTo>
                  <a:lnTo>
                    <a:pt x="319945" y="52864"/>
                  </a:lnTo>
                  <a:lnTo>
                    <a:pt x="319088" y="52578"/>
                  </a:lnTo>
                  <a:lnTo>
                    <a:pt x="316230" y="52102"/>
                  </a:lnTo>
                  <a:lnTo>
                    <a:pt x="314230" y="52102"/>
                  </a:lnTo>
                  <a:lnTo>
                    <a:pt x="313277" y="52292"/>
                  </a:lnTo>
                  <a:lnTo>
                    <a:pt x="312610" y="52864"/>
                  </a:lnTo>
                  <a:lnTo>
                    <a:pt x="312134" y="54578"/>
                  </a:lnTo>
                  <a:lnTo>
                    <a:pt x="312039" y="55626"/>
                  </a:lnTo>
                  <a:lnTo>
                    <a:pt x="311563" y="56674"/>
                  </a:lnTo>
                  <a:lnTo>
                    <a:pt x="310705" y="57721"/>
                  </a:lnTo>
                  <a:lnTo>
                    <a:pt x="309086" y="58674"/>
                  </a:lnTo>
                  <a:lnTo>
                    <a:pt x="307943" y="58769"/>
                  </a:lnTo>
                  <a:lnTo>
                    <a:pt x="306991" y="58198"/>
                  </a:lnTo>
                  <a:lnTo>
                    <a:pt x="306419" y="56960"/>
                  </a:lnTo>
                  <a:lnTo>
                    <a:pt x="306038" y="55531"/>
                  </a:lnTo>
                  <a:lnTo>
                    <a:pt x="305371" y="54293"/>
                  </a:lnTo>
                  <a:lnTo>
                    <a:pt x="304133" y="53626"/>
                  </a:lnTo>
                  <a:lnTo>
                    <a:pt x="298990" y="54197"/>
                  </a:lnTo>
                  <a:lnTo>
                    <a:pt x="297371" y="54578"/>
                  </a:lnTo>
                  <a:lnTo>
                    <a:pt x="294704" y="55436"/>
                  </a:lnTo>
                  <a:lnTo>
                    <a:pt x="290036" y="56007"/>
                  </a:lnTo>
                  <a:lnTo>
                    <a:pt x="288703" y="56388"/>
                  </a:lnTo>
                  <a:lnTo>
                    <a:pt x="287846" y="57055"/>
                  </a:lnTo>
                  <a:lnTo>
                    <a:pt x="286893" y="59150"/>
                  </a:lnTo>
                  <a:lnTo>
                    <a:pt x="286226" y="60198"/>
                  </a:lnTo>
                  <a:lnTo>
                    <a:pt x="285274" y="60865"/>
                  </a:lnTo>
                  <a:lnTo>
                    <a:pt x="283845" y="61055"/>
                  </a:lnTo>
                  <a:lnTo>
                    <a:pt x="282416" y="61055"/>
                  </a:lnTo>
                  <a:lnTo>
                    <a:pt x="281368" y="61532"/>
                  </a:lnTo>
                  <a:lnTo>
                    <a:pt x="280511" y="62389"/>
                  </a:lnTo>
                  <a:lnTo>
                    <a:pt x="279368" y="64103"/>
                  </a:lnTo>
                  <a:lnTo>
                    <a:pt x="279082" y="65056"/>
                  </a:lnTo>
                  <a:lnTo>
                    <a:pt x="278797" y="66485"/>
                  </a:lnTo>
                  <a:lnTo>
                    <a:pt x="278606" y="69818"/>
                  </a:lnTo>
                  <a:lnTo>
                    <a:pt x="278320" y="71057"/>
                  </a:lnTo>
                  <a:lnTo>
                    <a:pt x="277463" y="73152"/>
                  </a:lnTo>
                  <a:lnTo>
                    <a:pt x="275463" y="80963"/>
                  </a:lnTo>
                  <a:lnTo>
                    <a:pt x="272224" y="89440"/>
                  </a:lnTo>
                  <a:lnTo>
                    <a:pt x="271653" y="90392"/>
                  </a:lnTo>
                  <a:lnTo>
                    <a:pt x="270891" y="91059"/>
                  </a:lnTo>
                  <a:lnTo>
                    <a:pt x="266509" y="94488"/>
                  </a:lnTo>
                  <a:lnTo>
                    <a:pt x="265462" y="94679"/>
                  </a:lnTo>
                  <a:lnTo>
                    <a:pt x="264605" y="94297"/>
                  </a:lnTo>
                  <a:lnTo>
                    <a:pt x="263938" y="93631"/>
                  </a:lnTo>
                  <a:lnTo>
                    <a:pt x="263176" y="93250"/>
                  </a:lnTo>
                  <a:lnTo>
                    <a:pt x="262699" y="93440"/>
                  </a:lnTo>
                  <a:lnTo>
                    <a:pt x="262414" y="94012"/>
                  </a:lnTo>
                  <a:lnTo>
                    <a:pt x="262223" y="95060"/>
                  </a:lnTo>
                  <a:lnTo>
                    <a:pt x="262318" y="96488"/>
                  </a:lnTo>
                  <a:lnTo>
                    <a:pt x="262128" y="98108"/>
                  </a:lnTo>
                  <a:lnTo>
                    <a:pt x="261556" y="100013"/>
                  </a:lnTo>
                  <a:lnTo>
                    <a:pt x="256603" y="105346"/>
                  </a:lnTo>
                  <a:lnTo>
                    <a:pt x="255270" y="106013"/>
                  </a:lnTo>
                  <a:lnTo>
                    <a:pt x="254127" y="106490"/>
                  </a:lnTo>
                  <a:lnTo>
                    <a:pt x="253365" y="106585"/>
                  </a:lnTo>
                  <a:lnTo>
                    <a:pt x="250984" y="106680"/>
                  </a:lnTo>
                  <a:lnTo>
                    <a:pt x="249841" y="106585"/>
                  </a:lnTo>
                  <a:lnTo>
                    <a:pt x="248793" y="106394"/>
                  </a:lnTo>
                  <a:lnTo>
                    <a:pt x="245745" y="105537"/>
                  </a:lnTo>
                  <a:lnTo>
                    <a:pt x="239554" y="101537"/>
                  </a:lnTo>
                  <a:lnTo>
                    <a:pt x="236696" y="98870"/>
                  </a:lnTo>
                  <a:lnTo>
                    <a:pt x="231553" y="91440"/>
                  </a:lnTo>
                  <a:lnTo>
                    <a:pt x="223933" y="89630"/>
                  </a:lnTo>
                  <a:lnTo>
                    <a:pt x="220409" y="87821"/>
                  </a:lnTo>
                  <a:lnTo>
                    <a:pt x="215265" y="83629"/>
                  </a:lnTo>
                  <a:lnTo>
                    <a:pt x="211455" y="81248"/>
                  </a:lnTo>
                  <a:lnTo>
                    <a:pt x="209645" y="80772"/>
                  </a:lnTo>
                  <a:lnTo>
                    <a:pt x="208407" y="80963"/>
                  </a:lnTo>
                  <a:lnTo>
                    <a:pt x="206597" y="83439"/>
                  </a:lnTo>
                  <a:lnTo>
                    <a:pt x="206216" y="84106"/>
                  </a:lnTo>
                  <a:lnTo>
                    <a:pt x="206121" y="84582"/>
                  </a:lnTo>
                  <a:lnTo>
                    <a:pt x="205930" y="85344"/>
                  </a:lnTo>
                  <a:lnTo>
                    <a:pt x="205359" y="85820"/>
                  </a:lnTo>
                  <a:lnTo>
                    <a:pt x="203644" y="86106"/>
                  </a:lnTo>
                  <a:lnTo>
                    <a:pt x="202311" y="85535"/>
                  </a:lnTo>
                  <a:lnTo>
                    <a:pt x="201073" y="84582"/>
                  </a:lnTo>
                  <a:lnTo>
                    <a:pt x="199072" y="82296"/>
                  </a:lnTo>
                  <a:lnTo>
                    <a:pt x="198311" y="81153"/>
                  </a:lnTo>
                  <a:lnTo>
                    <a:pt x="197548" y="80201"/>
                  </a:lnTo>
                  <a:lnTo>
                    <a:pt x="196596" y="79343"/>
                  </a:lnTo>
                  <a:lnTo>
                    <a:pt x="195263" y="78486"/>
                  </a:lnTo>
                  <a:lnTo>
                    <a:pt x="194119" y="78105"/>
                  </a:lnTo>
                  <a:lnTo>
                    <a:pt x="192976" y="77915"/>
                  </a:lnTo>
                  <a:lnTo>
                    <a:pt x="187261" y="78105"/>
                  </a:lnTo>
                  <a:lnTo>
                    <a:pt x="182118" y="79915"/>
                  </a:lnTo>
                  <a:lnTo>
                    <a:pt x="180784" y="85344"/>
                  </a:lnTo>
                  <a:lnTo>
                    <a:pt x="179451" y="88011"/>
                  </a:lnTo>
                  <a:lnTo>
                    <a:pt x="177355" y="90964"/>
                  </a:lnTo>
                  <a:lnTo>
                    <a:pt x="176879" y="92107"/>
                  </a:lnTo>
                  <a:lnTo>
                    <a:pt x="176784" y="93059"/>
                  </a:lnTo>
                  <a:lnTo>
                    <a:pt x="177070" y="93726"/>
                  </a:lnTo>
                  <a:lnTo>
                    <a:pt x="177546" y="94488"/>
                  </a:lnTo>
                  <a:lnTo>
                    <a:pt x="177927" y="95155"/>
                  </a:lnTo>
                  <a:lnTo>
                    <a:pt x="178022" y="96203"/>
                  </a:lnTo>
                  <a:lnTo>
                    <a:pt x="177451" y="96774"/>
                  </a:lnTo>
                  <a:lnTo>
                    <a:pt x="176689" y="97155"/>
                  </a:lnTo>
                  <a:lnTo>
                    <a:pt x="175641" y="97536"/>
                  </a:lnTo>
                  <a:lnTo>
                    <a:pt x="170688" y="100489"/>
                  </a:lnTo>
                  <a:lnTo>
                    <a:pt x="169354" y="100965"/>
                  </a:lnTo>
                  <a:lnTo>
                    <a:pt x="168021" y="101155"/>
                  </a:lnTo>
                  <a:lnTo>
                    <a:pt x="166878" y="101060"/>
                  </a:lnTo>
                  <a:lnTo>
                    <a:pt x="164782" y="100489"/>
                  </a:lnTo>
                  <a:lnTo>
                    <a:pt x="163544" y="100394"/>
                  </a:lnTo>
                  <a:lnTo>
                    <a:pt x="162687" y="100489"/>
                  </a:lnTo>
                  <a:lnTo>
                    <a:pt x="160020" y="101441"/>
                  </a:lnTo>
                  <a:lnTo>
                    <a:pt x="157258" y="107156"/>
                  </a:lnTo>
                  <a:lnTo>
                    <a:pt x="155638" y="112204"/>
                  </a:lnTo>
                  <a:lnTo>
                    <a:pt x="155257" y="114871"/>
                  </a:lnTo>
                  <a:lnTo>
                    <a:pt x="155543" y="116586"/>
                  </a:lnTo>
                  <a:lnTo>
                    <a:pt x="156115" y="117348"/>
                  </a:lnTo>
                  <a:lnTo>
                    <a:pt x="156686" y="118777"/>
                  </a:lnTo>
                  <a:lnTo>
                    <a:pt x="156686" y="119729"/>
                  </a:lnTo>
                  <a:lnTo>
                    <a:pt x="155924" y="122015"/>
                  </a:lnTo>
                  <a:lnTo>
                    <a:pt x="155924" y="122111"/>
                  </a:lnTo>
                  <a:lnTo>
                    <a:pt x="156210" y="122587"/>
                  </a:lnTo>
                  <a:lnTo>
                    <a:pt x="156591" y="122872"/>
                  </a:lnTo>
                  <a:lnTo>
                    <a:pt x="157258" y="122968"/>
                  </a:lnTo>
                  <a:lnTo>
                    <a:pt x="158115" y="122872"/>
                  </a:lnTo>
                  <a:lnTo>
                    <a:pt x="159067" y="122587"/>
                  </a:lnTo>
                  <a:lnTo>
                    <a:pt x="159925" y="122587"/>
                  </a:lnTo>
                  <a:lnTo>
                    <a:pt x="160496" y="122968"/>
                  </a:lnTo>
                  <a:lnTo>
                    <a:pt x="160972" y="124301"/>
                  </a:lnTo>
                  <a:lnTo>
                    <a:pt x="160877" y="125921"/>
                  </a:lnTo>
                  <a:lnTo>
                    <a:pt x="159258" y="133064"/>
                  </a:lnTo>
                  <a:lnTo>
                    <a:pt x="158496" y="134969"/>
                  </a:lnTo>
                  <a:lnTo>
                    <a:pt x="157639" y="136303"/>
                  </a:lnTo>
                  <a:lnTo>
                    <a:pt x="155543" y="138684"/>
                  </a:lnTo>
                  <a:lnTo>
                    <a:pt x="154210" y="140875"/>
                  </a:lnTo>
                  <a:lnTo>
                    <a:pt x="150590" y="144590"/>
                  </a:lnTo>
                  <a:lnTo>
                    <a:pt x="146113" y="146876"/>
                  </a:lnTo>
                  <a:lnTo>
                    <a:pt x="144970" y="147638"/>
                  </a:lnTo>
                  <a:lnTo>
                    <a:pt x="144018" y="148590"/>
                  </a:lnTo>
                  <a:lnTo>
                    <a:pt x="143351" y="149733"/>
                  </a:lnTo>
                  <a:lnTo>
                    <a:pt x="143161" y="150114"/>
                  </a:lnTo>
                  <a:lnTo>
                    <a:pt x="143161" y="151543"/>
                  </a:lnTo>
                  <a:lnTo>
                    <a:pt x="144494" y="152400"/>
                  </a:lnTo>
                  <a:lnTo>
                    <a:pt x="144970" y="153638"/>
                  </a:lnTo>
                  <a:lnTo>
                    <a:pt x="144780" y="155638"/>
                  </a:lnTo>
                  <a:lnTo>
                    <a:pt x="145351" y="156496"/>
                  </a:lnTo>
                  <a:lnTo>
                    <a:pt x="146399" y="156782"/>
                  </a:lnTo>
                  <a:lnTo>
                    <a:pt x="166688" y="156972"/>
                  </a:lnTo>
                  <a:lnTo>
                    <a:pt x="170212" y="157639"/>
                  </a:lnTo>
                  <a:lnTo>
                    <a:pt x="173164" y="159163"/>
                  </a:lnTo>
                  <a:lnTo>
                    <a:pt x="173641" y="159734"/>
                  </a:lnTo>
                  <a:lnTo>
                    <a:pt x="174593" y="160401"/>
                  </a:lnTo>
                  <a:lnTo>
                    <a:pt x="177832" y="165735"/>
                  </a:lnTo>
                  <a:lnTo>
                    <a:pt x="178213" y="166783"/>
                  </a:lnTo>
                  <a:lnTo>
                    <a:pt x="178213" y="167354"/>
                  </a:lnTo>
                  <a:lnTo>
                    <a:pt x="178117" y="167926"/>
                  </a:lnTo>
                  <a:lnTo>
                    <a:pt x="177832" y="169069"/>
                  </a:lnTo>
                  <a:lnTo>
                    <a:pt x="177641" y="169545"/>
                  </a:lnTo>
                  <a:lnTo>
                    <a:pt x="177355" y="170021"/>
                  </a:lnTo>
                  <a:lnTo>
                    <a:pt x="177070" y="170497"/>
                  </a:lnTo>
                  <a:lnTo>
                    <a:pt x="176689" y="170974"/>
                  </a:lnTo>
                  <a:lnTo>
                    <a:pt x="176308" y="171260"/>
                  </a:lnTo>
                  <a:lnTo>
                    <a:pt x="175450" y="172117"/>
                  </a:lnTo>
                  <a:lnTo>
                    <a:pt x="174403" y="173165"/>
                  </a:lnTo>
                  <a:lnTo>
                    <a:pt x="173260" y="174022"/>
                  </a:lnTo>
                  <a:lnTo>
                    <a:pt x="172212" y="176308"/>
                  </a:lnTo>
                  <a:lnTo>
                    <a:pt x="168211" y="181261"/>
                  </a:lnTo>
                  <a:lnTo>
                    <a:pt x="166878" y="184309"/>
                  </a:lnTo>
                  <a:lnTo>
                    <a:pt x="165544" y="185261"/>
                  </a:lnTo>
                  <a:lnTo>
                    <a:pt x="164592" y="185833"/>
                  </a:lnTo>
                  <a:lnTo>
                    <a:pt x="163544" y="186309"/>
                  </a:lnTo>
                  <a:lnTo>
                    <a:pt x="161258" y="186785"/>
                  </a:lnTo>
                  <a:lnTo>
                    <a:pt x="149161" y="187928"/>
                  </a:lnTo>
                  <a:lnTo>
                    <a:pt x="147828" y="188500"/>
                  </a:lnTo>
                  <a:lnTo>
                    <a:pt x="145923" y="189547"/>
                  </a:lnTo>
                  <a:lnTo>
                    <a:pt x="145351" y="190786"/>
                  </a:lnTo>
                  <a:lnTo>
                    <a:pt x="143542" y="193262"/>
                  </a:lnTo>
                  <a:lnTo>
                    <a:pt x="142684" y="194691"/>
                  </a:lnTo>
                  <a:lnTo>
                    <a:pt x="140494" y="201073"/>
                  </a:lnTo>
                  <a:lnTo>
                    <a:pt x="139446" y="203073"/>
                  </a:lnTo>
                  <a:lnTo>
                    <a:pt x="137731" y="204978"/>
                  </a:lnTo>
                  <a:lnTo>
                    <a:pt x="136493" y="205454"/>
                  </a:lnTo>
                  <a:lnTo>
                    <a:pt x="133159" y="205550"/>
                  </a:lnTo>
                  <a:lnTo>
                    <a:pt x="130302" y="206407"/>
                  </a:lnTo>
                  <a:lnTo>
                    <a:pt x="128492" y="206407"/>
                  </a:lnTo>
                  <a:lnTo>
                    <a:pt x="126873" y="205930"/>
                  </a:lnTo>
                  <a:lnTo>
                    <a:pt x="124777" y="204216"/>
                  </a:lnTo>
                  <a:lnTo>
                    <a:pt x="123825" y="203740"/>
                  </a:lnTo>
                  <a:lnTo>
                    <a:pt x="121825" y="203073"/>
                  </a:lnTo>
                  <a:lnTo>
                    <a:pt x="120777" y="202502"/>
                  </a:lnTo>
                  <a:lnTo>
                    <a:pt x="119253" y="202406"/>
                  </a:lnTo>
                  <a:lnTo>
                    <a:pt x="117919" y="202978"/>
                  </a:lnTo>
                  <a:lnTo>
                    <a:pt x="116395" y="203740"/>
                  </a:lnTo>
                  <a:lnTo>
                    <a:pt x="114776" y="204121"/>
                  </a:lnTo>
                  <a:lnTo>
                    <a:pt x="109252" y="203930"/>
                  </a:lnTo>
                  <a:lnTo>
                    <a:pt x="106013" y="204407"/>
                  </a:lnTo>
                  <a:lnTo>
                    <a:pt x="104394" y="204883"/>
                  </a:lnTo>
                  <a:lnTo>
                    <a:pt x="103346" y="205359"/>
                  </a:lnTo>
                  <a:lnTo>
                    <a:pt x="102965" y="206121"/>
                  </a:lnTo>
                  <a:lnTo>
                    <a:pt x="102489" y="208597"/>
                  </a:lnTo>
                  <a:lnTo>
                    <a:pt x="101632" y="210121"/>
                  </a:lnTo>
                  <a:lnTo>
                    <a:pt x="100298" y="210407"/>
                  </a:lnTo>
                  <a:lnTo>
                    <a:pt x="98679" y="209645"/>
                  </a:lnTo>
                  <a:lnTo>
                    <a:pt x="92202" y="202883"/>
                  </a:lnTo>
                  <a:lnTo>
                    <a:pt x="90583" y="201930"/>
                  </a:lnTo>
                  <a:lnTo>
                    <a:pt x="88773" y="201454"/>
                  </a:lnTo>
                  <a:lnTo>
                    <a:pt x="87630" y="201740"/>
                  </a:lnTo>
                  <a:lnTo>
                    <a:pt x="85344" y="202787"/>
                  </a:lnTo>
                  <a:lnTo>
                    <a:pt x="83629" y="202978"/>
                  </a:lnTo>
                  <a:lnTo>
                    <a:pt x="81153" y="203073"/>
                  </a:lnTo>
                  <a:lnTo>
                    <a:pt x="79629" y="203645"/>
                  </a:lnTo>
                  <a:lnTo>
                    <a:pt x="78391" y="204502"/>
                  </a:lnTo>
                  <a:lnTo>
                    <a:pt x="73819" y="210979"/>
                  </a:lnTo>
                  <a:lnTo>
                    <a:pt x="71056" y="215837"/>
                  </a:lnTo>
                  <a:lnTo>
                    <a:pt x="69723" y="223266"/>
                  </a:lnTo>
                  <a:lnTo>
                    <a:pt x="69056" y="224314"/>
                  </a:lnTo>
                  <a:lnTo>
                    <a:pt x="68294" y="225171"/>
                  </a:lnTo>
                  <a:lnTo>
                    <a:pt x="62103" y="223457"/>
                  </a:lnTo>
                  <a:lnTo>
                    <a:pt x="60198" y="223266"/>
                  </a:lnTo>
                  <a:lnTo>
                    <a:pt x="43434" y="224600"/>
                  </a:lnTo>
                  <a:lnTo>
                    <a:pt x="40862" y="224600"/>
                  </a:lnTo>
                  <a:lnTo>
                    <a:pt x="38957" y="224314"/>
                  </a:lnTo>
                  <a:lnTo>
                    <a:pt x="37814" y="223742"/>
                  </a:lnTo>
                  <a:lnTo>
                    <a:pt x="37052" y="222980"/>
                  </a:lnTo>
                  <a:lnTo>
                    <a:pt x="36766" y="221933"/>
                  </a:lnTo>
                  <a:lnTo>
                    <a:pt x="36766" y="220790"/>
                  </a:lnTo>
                  <a:lnTo>
                    <a:pt x="37052" y="218313"/>
                  </a:lnTo>
                  <a:lnTo>
                    <a:pt x="36481" y="216789"/>
                  </a:lnTo>
                  <a:lnTo>
                    <a:pt x="35147" y="215360"/>
                  </a:lnTo>
                  <a:lnTo>
                    <a:pt x="31813" y="214217"/>
                  </a:lnTo>
                  <a:lnTo>
                    <a:pt x="29527" y="214217"/>
                  </a:lnTo>
                  <a:lnTo>
                    <a:pt x="27432" y="214789"/>
                  </a:lnTo>
                  <a:lnTo>
                    <a:pt x="25813" y="215741"/>
                  </a:lnTo>
                  <a:lnTo>
                    <a:pt x="24479" y="216789"/>
                  </a:lnTo>
                  <a:lnTo>
                    <a:pt x="23527" y="217742"/>
                  </a:lnTo>
                  <a:lnTo>
                    <a:pt x="22860" y="218504"/>
                  </a:lnTo>
                  <a:lnTo>
                    <a:pt x="22384" y="219170"/>
                  </a:lnTo>
                  <a:lnTo>
                    <a:pt x="21717" y="220409"/>
                  </a:lnTo>
                  <a:lnTo>
                    <a:pt x="22098" y="221266"/>
                  </a:lnTo>
                  <a:lnTo>
                    <a:pt x="22098" y="221552"/>
                  </a:lnTo>
                  <a:lnTo>
                    <a:pt x="22003" y="222123"/>
                  </a:lnTo>
                  <a:lnTo>
                    <a:pt x="21717" y="222504"/>
                  </a:lnTo>
                  <a:lnTo>
                    <a:pt x="21145" y="222790"/>
                  </a:lnTo>
                  <a:lnTo>
                    <a:pt x="20193" y="223171"/>
                  </a:lnTo>
                  <a:lnTo>
                    <a:pt x="18288" y="223552"/>
                  </a:lnTo>
                  <a:lnTo>
                    <a:pt x="16859" y="224504"/>
                  </a:lnTo>
                  <a:lnTo>
                    <a:pt x="15907" y="225647"/>
                  </a:lnTo>
                  <a:lnTo>
                    <a:pt x="15240" y="226790"/>
                  </a:lnTo>
                  <a:lnTo>
                    <a:pt x="14192" y="228124"/>
                  </a:lnTo>
                  <a:lnTo>
                    <a:pt x="12763" y="229171"/>
                  </a:lnTo>
                  <a:lnTo>
                    <a:pt x="10001" y="229743"/>
                  </a:lnTo>
                  <a:lnTo>
                    <a:pt x="8096" y="229648"/>
                  </a:lnTo>
                  <a:lnTo>
                    <a:pt x="5524" y="228695"/>
                  </a:lnTo>
                  <a:lnTo>
                    <a:pt x="4191" y="228029"/>
                  </a:lnTo>
                  <a:lnTo>
                    <a:pt x="1238" y="227647"/>
                  </a:lnTo>
                  <a:lnTo>
                    <a:pt x="476" y="228791"/>
                  </a:lnTo>
                  <a:lnTo>
                    <a:pt x="190" y="229838"/>
                  </a:lnTo>
                  <a:lnTo>
                    <a:pt x="286" y="230886"/>
                  </a:lnTo>
                  <a:lnTo>
                    <a:pt x="857" y="232886"/>
                  </a:lnTo>
                  <a:lnTo>
                    <a:pt x="762" y="233744"/>
                  </a:lnTo>
                  <a:lnTo>
                    <a:pt x="95" y="235649"/>
                  </a:lnTo>
                  <a:lnTo>
                    <a:pt x="0" y="236506"/>
                  </a:lnTo>
                  <a:lnTo>
                    <a:pt x="286" y="237363"/>
                  </a:lnTo>
                  <a:lnTo>
                    <a:pt x="762" y="238220"/>
                  </a:lnTo>
                  <a:lnTo>
                    <a:pt x="1048" y="238792"/>
                  </a:lnTo>
                  <a:lnTo>
                    <a:pt x="1238" y="239459"/>
                  </a:lnTo>
                  <a:lnTo>
                    <a:pt x="1333" y="239935"/>
                  </a:lnTo>
                  <a:lnTo>
                    <a:pt x="1333" y="240125"/>
                  </a:lnTo>
                  <a:lnTo>
                    <a:pt x="1429" y="240506"/>
                  </a:lnTo>
                  <a:lnTo>
                    <a:pt x="1905" y="241459"/>
                  </a:lnTo>
                  <a:lnTo>
                    <a:pt x="2953" y="242507"/>
                  </a:lnTo>
                  <a:lnTo>
                    <a:pt x="8096" y="243459"/>
                  </a:lnTo>
                  <a:lnTo>
                    <a:pt x="20574" y="247364"/>
                  </a:lnTo>
                  <a:lnTo>
                    <a:pt x="21717" y="247936"/>
                  </a:lnTo>
                  <a:lnTo>
                    <a:pt x="24098" y="250127"/>
                  </a:lnTo>
                  <a:lnTo>
                    <a:pt x="25146" y="250888"/>
                  </a:lnTo>
                  <a:lnTo>
                    <a:pt x="26670" y="251460"/>
                  </a:lnTo>
                  <a:lnTo>
                    <a:pt x="28003" y="251841"/>
                  </a:lnTo>
                  <a:lnTo>
                    <a:pt x="29432" y="252508"/>
                  </a:lnTo>
                  <a:lnTo>
                    <a:pt x="30575" y="253460"/>
                  </a:lnTo>
                  <a:lnTo>
                    <a:pt x="33052" y="257270"/>
                  </a:lnTo>
                  <a:lnTo>
                    <a:pt x="36100" y="258890"/>
                  </a:lnTo>
                  <a:lnTo>
                    <a:pt x="35052" y="261842"/>
                  </a:lnTo>
                  <a:lnTo>
                    <a:pt x="28099" y="266795"/>
                  </a:lnTo>
                  <a:lnTo>
                    <a:pt x="27051" y="267748"/>
                  </a:lnTo>
                  <a:lnTo>
                    <a:pt x="24670" y="271082"/>
                  </a:lnTo>
                  <a:lnTo>
                    <a:pt x="24193" y="272320"/>
                  </a:lnTo>
                  <a:lnTo>
                    <a:pt x="24289" y="273368"/>
                  </a:lnTo>
                  <a:lnTo>
                    <a:pt x="25146" y="274225"/>
                  </a:lnTo>
                  <a:lnTo>
                    <a:pt x="26098" y="274511"/>
                  </a:lnTo>
                  <a:lnTo>
                    <a:pt x="27241" y="274415"/>
                  </a:lnTo>
                  <a:lnTo>
                    <a:pt x="30004" y="273368"/>
                  </a:lnTo>
                  <a:lnTo>
                    <a:pt x="30670" y="273272"/>
                  </a:lnTo>
                  <a:lnTo>
                    <a:pt x="31242" y="273272"/>
                  </a:lnTo>
                  <a:lnTo>
                    <a:pt x="31909" y="273463"/>
                  </a:lnTo>
                  <a:lnTo>
                    <a:pt x="34671" y="274701"/>
                  </a:lnTo>
                  <a:lnTo>
                    <a:pt x="35814" y="274987"/>
                  </a:lnTo>
                  <a:lnTo>
                    <a:pt x="36957" y="274987"/>
                  </a:lnTo>
                  <a:lnTo>
                    <a:pt x="39624" y="274415"/>
                  </a:lnTo>
                  <a:lnTo>
                    <a:pt x="47434" y="274034"/>
                  </a:lnTo>
                  <a:lnTo>
                    <a:pt x="49149" y="273653"/>
                  </a:lnTo>
                  <a:lnTo>
                    <a:pt x="49911" y="273177"/>
                  </a:lnTo>
                  <a:lnTo>
                    <a:pt x="53149" y="270701"/>
                  </a:lnTo>
                  <a:lnTo>
                    <a:pt x="54007" y="270224"/>
                  </a:lnTo>
                  <a:lnTo>
                    <a:pt x="54483" y="270415"/>
                  </a:lnTo>
                  <a:lnTo>
                    <a:pt x="54578" y="271272"/>
                  </a:lnTo>
                  <a:lnTo>
                    <a:pt x="54292" y="273368"/>
                  </a:lnTo>
                  <a:lnTo>
                    <a:pt x="53721" y="274796"/>
                  </a:lnTo>
                  <a:lnTo>
                    <a:pt x="52959" y="276130"/>
                  </a:lnTo>
                  <a:lnTo>
                    <a:pt x="52673" y="277082"/>
                  </a:lnTo>
                  <a:lnTo>
                    <a:pt x="52768" y="277940"/>
                  </a:lnTo>
                  <a:lnTo>
                    <a:pt x="53626" y="279273"/>
                  </a:lnTo>
                  <a:lnTo>
                    <a:pt x="54388" y="280035"/>
                  </a:lnTo>
                  <a:lnTo>
                    <a:pt x="55340" y="280702"/>
                  </a:lnTo>
                  <a:lnTo>
                    <a:pt x="56388" y="282035"/>
                  </a:lnTo>
                  <a:lnTo>
                    <a:pt x="57245" y="284036"/>
                  </a:lnTo>
                  <a:lnTo>
                    <a:pt x="58483" y="288131"/>
                  </a:lnTo>
                  <a:lnTo>
                    <a:pt x="59436" y="290036"/>
                  </a:lnTo>
                  <a:lnTo>
                    <a:pt x="60388" y="291275"/>
                  </a:lnTo>
                  <a:lnTo>
                    <a:pt x="61246" y="291655"/>
                  </a:lnTo>
                  <a:lnTo>
                    <a:pt x="61817" y="292227"/>
                  </a:lnTo>
                  <a:lnTo>
                    <a:pt x="61913" y="292989"/>
                  </a:lnTo>
                  <a:lnTo>
                    <a:pt x="61341" y="294132"/>
                  </a:lnTo>
                  <a:lnTo>
                    <a:pt x="60579" y="294704"/>
                  </a:lnTo>
                  <a:lnTo>
                    <a:pt x="59531" y="294989"/>
                  </a:lnTo>
                  <a:lnTo>
                    <a:pt x="58483" y="294799"/>
                  </a:lnTo>
                  <a:lnTo>
                    <a:pt x="56197" y="293751"/>
                  </a:lnTo>
                  <a:lnTo>
                    <a:pt x="55150" y="293465"/>
                  </a:lnTo>
                  <a:lnTo>
                    <a:pt x="54197" y="293465"/>
                  </a:lnTo>
                  <a:lnTo>
                    <a:pt x="53340" y="293846"/>
                  </a:lnTo>
                  <a:lnTo>
                    <a:pt x="52768" y="294418"/>
                  </a:lnTo>
                  <a:lnTo>
                    <a:pt x="52197" y="295370"/>
                  </a:lnTo>
                  <a:lnTo>
                    <a:pt x="51721" y="296418"/>
                  </a:lnTo>
                  <a:lnTo>
                    <a:pt x="51244" y="298133"/>
                  </a:lnTo>
                  <a:lnTo>
                    <a:pt x="51054" y="299752"/>
                  </a:lnTo>
                  <a:lnTo>
                    <a:pt x="51149" y="301466"/>
                  </a:lnTo>
                  <a:lnTo>
                    <a:pt x="51625" y="303657"/>
                  </a:lnTo>
                  <a:lnTo>
                    <a:pt x="53149" y="306324"/>
                  </a:lnTo>
                  <a:lnTo>
                    <a:pt x="54673" y="307658"/>
                  </a:lnTo>
                  <a:lnTo>
                    <a:pt x="56483" y="308610"/>
                  </a:lnTo>
                  <a:lnTo>
                    <a:pt x="62198" y="310325"/>
                  </a:lnTo>
                  <a:lnTo>
                    <a:pt x="68104" y="313087"/>
                  </a:lnTo>
                  <a:lnTo>
                    <a:pt x="69151" y="313849"/>
                  </a:lnTo>
                  <a:lnTo>
                    <a:pt x="69818" y="314801"/>
                  </a:lnTo>
                  <a:lnTo>
                    <a:pt x="70390" y="316040"/>
                  </a:lnTo>
                  <a:lnTo>
                    <a:pt x="70961" y="317945"/>
                  </a:lnTo>
                  <a:lnTo>
                    <a:pt x="71438" y="319088"/>
                  </a:lnTo>
                  <a:lnTo>
                    <a:pt x="72199" y="320326"/>
                  </a:lnTo>
                  <a:lnTo>
                    <a:pt x="73152" y="321183"/>
                  </a:lnTo>
                  <a:lnTo>
                    <a:pt x="74104" y="321659"/>
                  </a:lnTo>
                  <a:lnTo>
                    <a:pt x="74962" y="321945"/>
                  </a:lnTo>
                  <a:lnTo>
                    <a:pt x="75628" y="322421"/>
                  </a:lnTo>
                  <a:lnTo>
                    <a:pt x="76009" y="323088"/>
                  </a:lnTo>
                  <a:lnTo>
                    <a:pt x="76295" y="324421"/>
                  </a:lnTo>
                  <a:lnTo>
                    <a:pt x="76295" y="325660"/>
                  </a:lnTo>
                  <a:lnTo>
                    <a:pt x="76009" y="326898"/>
                  </a:lnTo>
                  <a:lnTo>
                    <a:pt x="75343" y="328803"/>
                  </a:lnTo>
                  <a:lnTo>
                    <a:pt x="75057" y="330232"/>
                  </a:lnTo>
                  <a:lnTo>
                    <a:pt x="75057" y="334613"/>
                  </a:lnTo>
                  <a:lnTo>
                    <a:pt x="74676" y="336328"/>
                  </a:lnTo>
                  <a:lnTo>
                    <a:pt x="73342" y="338042"/>
                  </a:lnTo>
                  <a:lnTo>
                    <a:pt x="71914" y="338804"/>
                  </a:lnTo>
                  <a:lnTo>
                    <a:pt x="70485" y="339185"/>
                  </a:lnTo>
                  <a:lnTo>
                    <a:pt x="69342" y="339376"/>
                  </a:lnTo>
                  <a:lnTo>
                    <a:pt x="68580" y="340233"/>
                  </a:lnTo>
                  <a:lnTo>
                    <a:pt x="68389" y="341757"/>
                  </a:lnTo>
                  <a:lnTo>
                    <a:pt x="69056" y="351377"/>
                  </a:lnTo>
                  <a:lnTo>
                    <a:pt x="68580" y="357473"/>
                  </a:lnTo>
                  <a:lnTo>
                    <a:pt x="68485" y="357854"/>
                  </a:lnTo>
                  <a:lnTo>
                    <a:pt x="68389" y="358426"/>
                  </a:lnTo>
                  <a:lnTo>
                    <a:pt x="67246" y="360997"/>
                  </a:lnTo>
                  <a:lnTo>
                    <a:pt x="66865" y="364712"/>
                  </a:lnTo>
                  <a:lnTo>
                    <a:pt x="67056" y="366141"/>
                  </a:lnTo>
                  <a:lnTo>
                    <a:pt x="67342" y="367284"/>
                  </a:lnTo>
                  <a:lnTo>
                    <a:pt x="67913" y="368522"/>
                  </a:lnTo>
                  <a:lnTo>
                    <a:pt x="69532" y="370904"/>
                  </a:lnTo>
                  <a:lnTo>
                    <a:pt x="70294" y="372332"/>
                  </a:lnTo>
                  <a:lnTo>
                    <a:pt x="70580" y="373761"/>
                  </a:lnTo>
                  <a:lnTo>
                    <a:pt x="70294" y="376904"/>
                  </a:lnTo>
                  <a:lnTo>
                    <a:pt x="70294" y="378428"/>
                  </a:lnTo>
                  <a:lnTo>
                    <a:pt x="70675" y="379667"/>
                  </a:lnTo>
                  <a:lnTo>
                    <a:pt x="71533" y="380524"/>
                  </a:lnTo>
                  <a:lnTo>
                    <a:pt x="73914" y="382048"/>
                  </a:lnTo>
                  <a:lnTo>
                    <a:pt x="75247" y="383096"/>
                  </a:lnTo>
                  <a:lnTo>
                    <a:pt x="76676" y="384429"/>
                  </a:lnTo>
                  <a:lnTo>
                    <a:pt x="78962" y="387096"/>
                  </a:lnTo>
                  <a:lnTo>
                    <a:pt x="80010" y="388049"/>
                  </a:lnTo>
                  <a:lnTo>
                    <a:pt x="80772" y="388430"/>
                  </a:lnTo>
                  <a:lnTo>
                    <a:pt x="81820" y="388715"/>
                  </a:lnTo>
                  <a:lnTo>
                    <a:pt x="82391" y="388906"/>
                  </a:lnTo>
                  <a:lnTo>
                    <a:pt x="84106" y="389858"/>
                  </a:lnTo>
                  <a:lnTo>
                    <a:pt x="85630" y="389668"/>
                  </a:lnTo>
                  <a:lnTo>
                    <a:pt x="87535" y="388906"/>
                  </a:lnTo>
                  <a:lnTo>
                    <a:pt x="91440" y="386144"/>
                  </a:lnTo>
                  <a:lnTo>
                    <a:pt x="96583" y="381286"/>
                  </a:lnTo>
                  <a:lnTo>
                    <a:pt x="97726" y="380429"/>
                  </a:lnTo>
                  <a:lnTo>
                    <a:pt x="99155" y="379667"/>
                  </a:lnTo>
                  <a:lnTo>
                    <a:pt x="104299" y="377857"/>
                  </a:lnTo>
                  <a:lnTo>
                    <a:pt x="108490" y="375571"/>
                  </a:lnTo>
                  <a:lnTo>
                    <a:pt x="111252" y="374809"/>
                  </a:lnTo>
                  <a:lnTo>
                    <a:pt x="113157" y="376333"/>
                  </a:lnTo>
                  <a:lnTo>
                    <a:pt x="113633" y="376904"/>
                  </a:lnTo>
                  <a:lnTo>
                    <a:pt x="116300" y="381571"/>
                  </a:lnTo>
                  <a:lnTo>
                    <a:pt x="117062" y="382619"/>
                  </a:lnTo>
                  <a:lnTo>
                    <a:pt x="117729" y="384905"/>
                  </a:lnTo>
                  <a:lnTo>
                    <a:pt x="117919" y="387287"/>
                  </a:lnTo>
                  <a:lnTo>
                    <a:pt x="118586" y="388906"/>
                  </a:lnTo>
                  <a:lnTo>
                    <a:pt x="119253" y="389858"/>
                  </a:lnTo>
                  <a:lnTo>
                    <a:pt x="120682" y="390811"/>
                  </a:lnTo>
                  <a:lnTo>
                    <a:pt x="121158" y="391287"/>
                  </a:lnTo>
                  <a:lnTo>
                    <a:pt x="121444" y="392144"/>
                  </a:lnTo>
                  <a:lnTo>
                    <a:pt x="121444" y="393478"/>
                  </a:lnTo>
                  <a:lnTo>
                    <a:pt x="120967" y="395573"/>
                  </a:lnTo>
                  <a:lnTo>
                    <a:pt x="115538" y="407003"/>
                  </a:lnTo>
                  <a:lnTo>
                    <a:pt x="115157" y="408242"/>
                  </a:lnTo>
                  <a:lnTo>
                    <a:pt x="115157" y="409194"/>
                  </a:lnTo>
                  <a:lnTo>
                    <a:pt x="116967" y="413004"/>
                  </a:lnTo>
                  <a:lnTo>
                    <a:pt x="119348" y="420434"/>
                  </a:lnTo>
                  <a:lnTo>
                    <a:pt x="119348" y="421577"/>
                  </a:lnTo>
                  <a:lnTo>
                    <a:pt x="118967" y="423386"/>
                  </a:lnTo>
                  <a:lnTo>
                    <a:pt x="115824" y="429578"/>
                  </a:lnTo>
                  <a:lnTo>
                    <a:pt x="115538" y="430911"/>
                  </a:lnTo>
                  <a:lnTo>
                    <a:pt x="115443" y="432435"/>
                  </a:lnTo>
                  <a:lnTo>
                    <a:pt x="116110" y="437102"/>
                  </a:lnTo>
                  <a:lnTo>
                    <a:pt x="116872" y="439674"/>
                  </a:lnTo>
                  <a:lnTo>
                    <a:pt x="116872" y="441770"/>
                  </a:lnTo>
                  <a:lnTo>
                    <a:pt x="116586" y="443389"/>
                  </a:lnTo>
                  <a:lnTo>
                    <a:pt x="111061" y="461201"/>
                  </a:lnTo>
                  <a:lnTo>
                    <a:pt x="110966" y="462248"/>
                  </a:lnTo>
                  <a:lnTo>
                    <a:pt x="110966" y="463105"/>
                  </a:lnTo>
                  <a:lnTo>
                    <a:pt x="111252" y="463772"/>
                  </a:lnTo>
                  <a:lnTo>
                    <a:pt x="111633" y="464153"/>
                  </a:lnTo>
                  <a:lnTo>
                    <a:pt x="112204" y="464439"/>
                  </a:lnTo>
                  <a:lnTo>
                    <a:pt x="112966" y="464725"/>
                  </a:lnTo>
                  <a:lnTo>
                    <a:pt x="113919" y="465011"/>
                  </a:lnTo>
                  <a:lnTo>
                    <a:pt x="114681" y="465296"/>
                  </a:lnTo>
                  <a:lnTo>
                    <a:pt x="115348" y="465677"/>
                  </a:lnTo>
                  <a:lnTo>
                    <a:pt x="115824" y="466058"/>
                  </a:lnTo>
                  <a:lnTo>
                    <a:pt x="116872" y="467106"/>
                  </a:lnTo>
                  <a:lnTo>
                    <a:pt x="117538" y="467678"/>
                  </a:lnTo>
                  <a:lnTo>
                    <a:pt x="118777" y="467773"/>
                  </a:lnTo>
                  <a:lnTo>
                    <a:pt x="119824" y="467773"/>
                  </a:lnTo>
                  <a:lnTo>
                    <a:pt x="125063" y="465296"/>
                  </a:lnTo>
                  <a:lnTo>
                    <a:pt x="125920" y="465106"/>
                  </a:lnTo>
                  <a:lnTo>
                    <a:pt x="128016" y="465011"/>
                  </a:lnTo>
                  <a:lnTo>
                    <a:pt x="128778" y="465106"/>
                  </a:lnTo>
                  <a:lnTo>
                    <a:pt x="129540" y="465582"/>
                  </a:lnTo>
                  <a:lnTo>
                    <a:pt x="130111" y="466439"/>
                  </a:lnTo>
                  <a:lnTo>
                    <a:pt x="131064" y="468630"/>
                  </a:lnTo>
                  <a:lnTo>
                    <a:pt x="131921" y="470154"/>
                  </a:lnTo>
                  <a:lnTo>
                    <a:pt x="135541" y="474440"/>
                  </a:lnTo>
                  <a:lnTo>
                    <a:pt x="136207" y="476060"/>
                  </a:lnTo>
                  <a:lnTo>
                    <a:pt x="136112" y="479012"/>
                  </a:lnTo>
                  <a:lnTo>
                    <a:pt x="132874" y="481775"/>
                  </a:lnTo>
                  <a:lnTo>
                    <a:pt x="132207" y="482727"/>
                  </a:lnTo>
                  <a:lnTo>
                    <a:pt x="131445" y="484251"/>
                  </a:lnTo>
                  <a:lnTo>
                    <a:pt x="128588" y="492728"/>
                  </a:lnTo>
                  <a:lnTo>
                    <a:pt x="125539" y="497777"/>
                  </a:lnTo>
                  <a:lnTo>
                    <a:pt x="118872" y="518636"/>
                  </a:lnTo>
                  <a:lnTo>
                    <a:pt x="116014" y="525399"/>
                  </a:lnTo>
                  <a:lnTo>
                    <a:pt x="113728" y="528828"/>
                  </a:lnTo>
                  <a:lnTo>
                    <a:pt x="109538" y="531781"/>
                  </a:lnTo>
                  <a:lnTo>
                    <a:pt x="108775" y="532447"/>
                  </a:lnTo>
                  <a:lnTo>
                    <a:pt x="108585" y="532829"/>
                  </a:lnTo>
                  <a:lnTo>
                    <a:pt x="108966" y="534829"/>
                  </a:lnTo>
                  <a:lnTo>
                    <a:pt x="111633" y="542163"/>
                  </a:lnTo>
                  <a:lnTo>
                    <a:pt x="112966" y="545306"/>
                  </a:lnTo>
                  <a:lnTo>
                    <a:pt x="114681" y="546830"/>
                  </a:lnTo>
                  <a:lnTo>
                    <a:pt x="116776" y="547973"/>
                  </a:lnTo>
                  <a:lnTo>
                    <a:pt x="117729" y="548735"/>
                  </a:lnTo>
                  <a:lnTo>
                    <a:pt x="118300" y="549402"/>
                  </a:lnTo>
                  <a:lnTo>
                    <a:pt x="118681" y="549974"/>
                  </a:lnTo>
                  <a:lnTo>
                    <a:pt x="118777" y="550450"/>
                  </a:lnTo>
                  <a:lnTo>
                    <a:pt x="118681" y="551688"/>
                  </a:lnTo>
                  <a:lnTo>
                    <a:pt x="116681" y="558165"/>
                  </a:lnTo>
                  <a:lnTo>
                    <a:pt x="111728" y="565785"/>
                  </a:lnTo>
                  <a:lnTo>
                    <a:pt x="110395" y="567500"/>
                  </a:lnTo>
                  <a:lnTo>
                    <a:pt x="110204" y="568452"/>
                  </a:lnTo>
                  <a:lnTo>
                    <a:pt x="110395" y="569881"/>
                  </a:lnTo>
                  <a:lnTo>
                    <a:pt x="110776" y="570929"/>
                  </a:lnTo>
                  <a:lnTo>
                    <a:pt x="110966" y="571881"/>
                  </a:lnTo>
                  <a:lnTo>
                    <a:pt x="111061" y="573786"/>
                  </a:lnTo>
                  <a:lnTo>
                    <a:pt x="111252" y="574929"/>
                  </a:lnTo>
                  <a:lnTo>
                    <a:pt x="111633" y="576072"/>
                  </a:lnTo>
                  <a:lnTo>
                    <a:pt x="112204" y="577120"/>
                  </a:lnTo>
                  <a:lnTo>
                    <a:pt x="113062" y="578168"/>
                  </a:lnTo>
                  <a:lnTo>
                    <a:pt x="118491" y="582454"/>
                  </a:lnTo>
                  <a:lnTo>
                    <a:pt x="120586" y="584740"/>
                  </a:lnTo>
                  <a:lnTo>
                    <a:pt x="121253" y="585788"/>
                  </a:lnTo>
                  <a:lnTo>
                    <a:pt x="121729" y="587026"/>
                  </a:lnTo>
                  <a:lnTo>
                    <a:pt x="121729" y="588169"/>
                  </a:lnTo>
                  <a:lnTo>
                    <a:pt x="120967" y="589979"/>
                  </a:lnTo>
                  <a:lnTo>
                    <a:pt x="119824" y="591693"/>
                  </a:lnTo>
                  <a:lnTo>
                    <a:pt x="117634" y="593979"/>
                  </a:lnTo>
                  <a:lnTo>
                    <a:pt x="116300" y="594836"/>
                  </a:lnTo>
                  <a:lnTo>
                    <a:pt x="115348" y="595027"/>
                  </a:lnTo>
                  <a:lnTo>
                    <a:pt x="114776" y="594551"/>
                  </a:lnTo>
                  <a:lnTo>
                    <a:pt x="114014" y="593788"/>
                  </a:lnTo>
                  <a:lnTo>
                    <a:pt x="113728" y="593598"/>
                  </a:lnTo>
                  <a:lnTo>
                    <a:pt x="113443" y="593503"/>
                  </a:lnTo>
                  <a:lnTo>
                    <a:pt x="113252" y="593693"/>
                  </a:lnTo>
                  <a:lnTo>
                    <a:pt x="113157" y="594170"/>
                  </a:lnTo>
                  <a:lnTo>
                    <a:pt x="113157" y="595217"/>
                  </a:lnTo>
                  <a:lnTo>
                    <a:pt x="113347" y="596265"/>
                  </a:lnTo>
                  <a:lnTo>
                    <a:pt x="114300" y="599599"/>
                  </a:lnTo>
                  <a:lnTo>
                    <a:pt x="114490" y="600647"/>
                  </a:lnTo>
                  <a:lnTo>
                    <a:pt x="114014" y="601885"/>
                  </a:lnTo>
                  <a:lnTo>
                    <a:pt x="112966" y="603504"/>
                  </a:lnTo>
                  <a:lnTo>
                    <a:pt x="110490" y="606457"/>
                  </a:lnTo>
                  <a:lnTo>
                    <a:pt x="109156" y="608838"/>
                  </a:lnTo>
                  <a:lnTo>
                    <a:pt x="108585" y="610172"/>
                  </a:lnTo>
                  <a:lnTo>
                    <a:pt x="108585" y="610838"/>
                  </a:lnTo>
                  <a:lnTo>
                    <a:pt x="108775" y="612077"/>
                  </a:lnTo>
                  <a:lnTo>
                    <a:pt x="108775" y="612838"/>
                  </a:lnTo>
                  <a:lnTo>
                    <a:pt x="108585" y="613601"/>
                  </a:lnTo>
                  <a:lnTo>
                    <a:pt x="108204" y="614267"/>
                  </a:lnTo>
                  <a:lnTo>
                    <a:pt x="107347" y="614934"/>
                  </a:lnTo>
                  <a:lnTo>
                    <a:pt x="106299" y="615220"/>
                  </a:lnTo>
                  <a:lnTo>
                    <a:pt x="104108" y="615029"/>
                  </a:lnTo>
                  <a:lnTo>
                    <a:pt x="103441" y="615125"/>
                  </a:lnTo>
                  <a:lnTo>
                    <a:pt x="103156" y="615220"/>
                  </a:lnTo>
                  <a:lnTo>
                    <a:pt x="102203" y="616172"/>
                  </a:lnTo>
                  <a:lnTo>
                    <a:pt x="102203" y="616172"/>
                  </a:lnTo>
                  <a:lnTo>
                    <a:pt x="104299" y="617696"/>
                  </a:lnTo>
                  <a:lnTo>
                    <a:pt x="115443" y="627888"/>
                  </a:lnTo>
                  <a:lnTo>
                    <a:pt x="117062" y="628936"/>
                  </a:lnTo>
                  <a:lnTo>
                    <a:pt x="119824" y="629698"/>
                  </a:lnTo>
                  <a:lnTo>
                    <a:pt x="122587" y="631412"/>
                  </a:lnTo>
                  <a:lnTo>
                    <a:pt x="123539" y="632174"/>
                  </a:lnTo>
                  <a:lnTo>
                    <a:pt x="125158" y="634079"/>
                  </a:lnTo>
                  <a:lnTo>
                    <a:pt x="125920" y="634460"/>
                  </a:lnTo>
                  <a:lnTo>
                    <a:pt x="141351" y="639128"/>
                  </a:lnTo>
                  <a:lnTo>
                    <a:pt x="148399" y="640461"/>
                  </a:lnTo>
                  <a:lnTo>
                    <a:pt x="154686" y="639699"/>
                  </a:lnTo>
                  <a:lnTo>
                    <a:pt x="154210" y="635984"/>
                  </a:lnTo>
                  <a:lnTo>
                    <a:pt x="158115" y="633127"/>
                  </a:lnTo>
                  <a:lnTo>
                    <a:pt x="163735" y="631222"/>
                  </a:lnTo>
                  <a:lnTo>
                    <a:pt x="176308" y="629126"/>
                  </a:lnTo>
                  <a:lnTo>
                    <a:pt x="178117" y="628269"/>
                  </a:lnTo>
                  <a:lnTo>
                    <a:pt x="180975" y="624364"/>
                  </a:lnTo>
                  <a:lnTo>
                    <a:pt x="182404" y="622840"/>
                  </a:lnTo>
                  <a:lnTo>
                    <a:pt x="204692" y="609314"/>
                  </a:lnTo>
                  <a:lnTo>
                    <a:pt x="209169" y="607409"/>
                  </a:lnTo>
                  <a:lnTo>
                    <a:pt x="211169" y="607124"/>
                  </a:lnTo>
                  <a:lnTo>
                    <a:pt x="211931" y="605980"/>
                  </a:lnTo>
                  <a:lnTo>
                    <a:pt x="213931" y="599122"/>
                  </a:lnTo>
                  <a:lnTo>
                    <a:pt x="214789" y="598170"/>
                  </a:lnTo>
                  <a:lnTo>
                    <a:pt x="217932" y="595217"/>
                  </a:lnTo>
                  <a:lnTo>
                    <a:pt x="218980" y="593884"/>
                  </a:lnTo>
                  <a:lnTo>
                    <a:pt x="219551" y="592646"/>
                  </a:lnTo>
                  <a:lnTo>
                    <a:pt x="221170" y="580359"/>
                  </a:lnTo>
                  <a:lnTo>
                    <a:pt x="220409" y="576548"/>
                  </a:lnTo>
                  <a:lnTo>
                    <a:pt x="218027" y="572834"/>
                  </a:lnTo>
                  <a:lnTo>
                    <a:pt x="221266" y="572834"/>
                  </a:lnTo>
                  <a:lnTo>
                    <a:pt x="220599" y="571405"/>
                  </a:lnTo>
                  <a:lnTo>
                    <a:pt x="221075" y="570167"/>
                  </a:lnTo>
                  <a:lnTo>
                    <a:pt x="222790" y="568071"/>
                  </a:lnTo>
                  <a:lnTo>
                    <a:pt x="223933" y="564833"/>
                  </a:lnTo>
                  <a:lnTo>
                    <a:pt x="224409" y="563975"/>
                  </a:lnTo>
                  <a:lnTo>
                    <a:pt x="226409" y="562642"/>
                  </a:lnTo>
                  <a:lnTo>
                    <a:pt x="228505" y="561689"/>
                  </a:lnTo>
                  <a:lnTo>
                    <a:pt x="229743" y="560261"/>
                  </a:lnTo>
                  <a:lnTo>
                    <a:pt x="229171" y="557594"/>
                  </a:lnTo>
                  <a:lnTo>
                    <a:pt x="228028" y="559784"/>
                  </a:lnTo>
                  <a:lnTo>
                    <a:pt x="226695" y="560261"/>
                  </a:lnTo>
                  <a:lnTo>
                    <a:pt x="225171" y="560451"/>
                  </a:lnTo>
                  <a:lnTo>
                    <a:pt x="223647" y="561689"/>
                  </a:lnTo>
                  <a:lnTo>
                    <a:pt x="224599" y="559499"/>
                  </a:lnTo>
                  <a:lnTo>
                    <a:pt x="225076" y="556832"/>
                  </a:lnTo>
                  <a:lnTo>
                    <a:pt x="225457" y="549021"/>
                  </a:lnTo>
                  <a:lnTo>
                    <a:pt x="226028" y="547116"/>
                  </a:lnTo>
                  <a:lnTo>
                    <a:pt x="230029" y="539877"/>
                  </a:lnTo>
                  <a:lnTo>
                    <a:pt x="232600" y="536734"/>
                  </a:lnTo>
                  <a:lnTo>
                    <a:pt x="248507" y="523685"/>
                  </a:lnTo>
                  <a:lnTo>
                    <a:pt x="252508" y="521113"/>
                  </a:lnTo>
                  <a:lnTo>
                    <a:pt x="256889" y="519113"/>
                  </a:lnTo>
                  <a:lnTo>
                    <a:pt x="261080" y="518160"/>
                  </a:lnTo>
                  <a:lnTo>
                    <a:pt x="276415" y="516350"/>
                  </a:lnTo>
                  <a:lnTo>
                    <a:pt x="278225" y="515874"/>
                  </a:lnTo>
                  <a:lnTo>
                    <a:pt x="279844" y="515112"/>
                  </a:lnTo>
                  <a:lnTo>
                    <a:pt x="280511" y="513969"/>
                  </a:lnTo>
                  <a:lnTo>
                    <a:pt x="281178" y="512159"/>
                  </a:lnTo>
                  <a:lnTo>
                    <a:pt x="282892" y="511302"/>
                  </a:lnTo>
                  <a:lnTo>
                    <a:pt x="288798" y="510921"/>
                  </a:lnTo>
                  <a:lnTo>
                    <a:pt x="290322" y="510254"/>
                  </a:lnTo>
                  <a:lnTo>
                    <a:pt x="291655" y="509302"/>
                  </a:lnTo>
                  <a:lnTo>
                    <a:pt x="292798" y="508254"/>
                  </a:lnTo>
                  <a:lnTo>
                    <a:pt x="294608" y="507111"/>
                  </a:lnTo>
                  <a:lnTo>
                    <a:pt x="298990" y="506063"/>
                  </a:lnTo>
                  <a:lnTo>
                    <a:pt x="302323" y="504254"/>
                  </a:lnTo>
                  <a:lnTo>
                    <a:pt x="304324" y="503682"/>
                  </a:lnTo>
                  <a:lnTo>
                    <a:pt x="308324" y="503111"/>
                  </a:lnTo>
                  <a:lnTo>
                    <a:pt x="309372" y="503111"/>
                  </a:lnTo>
                  <a:lnTo>
                    <a:pt x="310134" y="503301"/>
                  </a:lnTo>
                  <a:lnTo>
                    <a:pt x="310991" y="503396"/>
                  </a:lnTo>
                  <a:lnTo>
                    <a:pt x="312230" y="503111"/>
                  </a:lnTo>
                  <a:lnTo>
                    <a:pt x="314515" y="501205"/>
                  </a:lnTo>
                  <a:lnTo>
                    <a:pt x="315373" y="500729"/>
                  </a:lnTo>
                  <a:lnTo>
                    <a:pt x="319088" y="500348"/>
                  </a:lnTo>
                  <a:lnTo>
                    <a:pt x="323374" y="500920"/>
                  </a:lnTo>
                  <a:lnTo>
                    <a:pt x="327374" y="501968"/>
                  </a:lnTo>
                  <a:lnTo>
                    <a:pt x="330422" y="503206"/>
                  </a:lnTo>
                  <a:lnTo>
                    <a:pt x="331756" y="502825"/>
                  </a:lnTo>
                  <a:lnTo>
                    <a:pt x="335280" y="502920"/>
                  </a:lnTo>
                  <a:lnTo>
                    <a:pt x="339471" y="500825"/>
                  </a:lnTo>
                  <a:lnTo>
                    <a:pt x="341662" y="501110"/>
                  </a:lnTo>
                  <a:lnTo>
                    <a:pt x="343662" y="501682"/>
                  </a:lnTo>
                  <a:lnTo>
                    <a:pt x="345472" y="501587"/>
                  </a:lnTo>
                  <a:lnTo>
                    <a:pt x="347281" y="502730"/>
                  </a:lnTo>
                  <a:lnTo>
                    <a:pt x="354235" y="503587"/>
                  </a:lnTo>
                  <a:lnTo>
                    <a:pt x="362140" y="507873"/>
                  </a:lnTo>
                  <a:lnTo>
                    <a:pt x="369380" y="514255"/>
                  </a:lnTo>
                  <a:lnTo>
                    <a:pt x="371284" y="515112"/>
                  </a:lnTo>
                  <a:lnTo>
                    <a:pt x="372809" y="514255"/>
                  </a:lnTo>
                  <a:lnTo>
                    <a:pt x="370999" y="512255"/>
                  </a:lnTo>
                  <a:lnTo>
                    <a:pt x="362902" y="506254"/>
                  </a:lnTo>
                  <a:lnTo>
                    <a:pt x="361283" y="504730"/>
                  </a:lnTo>
                  <a:lnTo>
                    <a:pt x="360617" y="503587"/>
                  </a:lnTo>
                  <a:lnTo>
                    <a:pt x="360331" y="502920"/>
                  </a:lnTo>
                  <a:lnTo>
                    <a:pt x="359759" y="502349"/>
                  </a:lnTo>
                  <a:lnTo>
                    <a:pt x="359188" y="501587"/>
                  </a:lnTo>
                  <a:lnTo>
                    <a:pt x="358997" y="500348"/>
                  </a:lnTo>
                  <a:lnTo>
                    <a:pt x="359378" y="498920"/>
                  </a:lnTo>
                  <a:lnTo>
                    <a:pt x="360045" y="497967"/>
                  </a:lnTo>
                  <a:lnTo>
                    <a:pt x="360426" y="497110"/>
                  </a:lnTo>
                  <a:lnTo>
                    <a:pt x="359855" y="496062"/>
                  </a:lnTo>
                  <a:lnTo>
                    <a:pt x="357473" y="495205"/>
                  </a:lnTo>
                  <a:lnTo>
                    <a:pt x="354806" y="496443"/>
                  </a:lnTo>
                  <a:lnTo>
                    <a:pt x="352139" y="498348"/>
                  </a:lnTo>
                  <a:lnTo>
                    <a:pt x="349567" y="499301"/>
                  </a:lnTo>
                  <a:lnTo>
                    <a:pt x="333851" y="499015"/>
                  </a:lnTo>
                  <a:lnTo>
                    <a:pt x="329184" y="497967"/>
                  </a:lnTo>
                  <a:lnTo>
                    <a:pt x="325184" y="496253"/>
                  </a:lnTo>
                  <a:lnTo>
                    <a:pt x="315944" y="488061"/>
                  </a:lnTo>
                  <a:lnTo>
                    <a:pt x="312896" y="484346"/>
                  </a:lnTo>
                  <a:lnTo>
                    <a:pt x="310801" y="480060"/>
                  </a:lnTo>
                  <a:lnTo>
                    <a:pt x="310610" y="477584"/>
                  </a:lnTo>
                  <a:lnTo>
                    <a:pt x="312039" y="473012"/>
                  </a:lnTo>
                  <a:lnTo>
                    <a:pt x="312706" y="467392"/>
                  </a:lnTo>
                  <a:lnTo>
                    <a:pt x="313468" y="464820"/>
                  </a:lnTo>
                  <a:lnTo>
                    <a:pt x="314515" y="462534"/>
                  </a:lnTo>
                  <a:lnTo>
                    <a:pt x="315563" y="460820"/>
                  </a:lnTo>
                  <a:lnTo>
                    <a:pt x="316135" y="460248"/>
                  </a:lnTo>
                  <a:lnTo>
                    <a:pt x="317373" y="459200"/>
                  </a:lnTo>
                  <a:lnTo>
                    <a:pt x="317849" y="458438"/>
                  </a:lnTo>
                  <a:lnTo>
                    <a:pt x="318230" y="457105"/>
                  </a:lnTo>
                  <a:lnTo>
                    <a:pt x="318230" y="455962"/>
                  </a:lnTo>
                  <a:lnTo>
                    <a:pt x="318325" y="454914"/>
                  </a:lnTo>
                  <a:lnTo>
                    <a:pt x="324993" y="445580"/>
                  </a:lnTo>
                  <a:lnTo>
                    <a:pt x="329470" y="441484"/>
                  </a:lnTo>
                  <a:lnTo>
                    <a:pt x="331375" y="439103"/>
                  </a:lnTo>
                  <a:lnTo>
                    <a:pt x="332137" y="436340"/>
                  </a:lnTo>
                  <a:lnTo>
                    <a:pt x="332422" y="435864"/>
                  </a:lnTo>
                  <a:lnTo>
                    <a:pt x="334518" y="433483"/>
                  </a:lnTo>
                  <a:lnTo>
                    <a:pt x="336899" y="428720"/>
                  </a:lnTo>
                  <a:lnTo>
                    <a:pt x="343662" y="419481"/>
                  </a:lnTo>
                  <a:lnTo>
                    <a:pt x="348329" y="414719"/>
                  </a:lnTo>
                  <a:lnTo>
                    <a:pt x="352711" y="411766"/>
                  </a:lnTo>
                  <a:lnTo>
                    <a:pt x="349853" y="409575"/>
                  </a:lnTo>
                  <a:lnTo>
                    <a:pt x="348710" y="405955"/>
                  </a:lnTo>
                  <a:lnTo>
                    <a:pt x="347948" y="398145"/>
                  </a:lnTo>
                  <a:lnTo>
                    <a:pt x="347853" y="396430"/>
                  </a:lnTo>
                  <a:lnTo>
                    <a:pt x="348234" y="394907"/>
                  </a:lnTo>
                  <a:lnTo>
                    <a:pt x="349187" y="393763"/>
                  </a:lnTo>
                  <a:lnTo>
                    <a:pt x="350806" y="393287"/>
                  </a:lnTo>
                  <a:lnTo>
                    <a:pt x="351663" y="392716"/>
                  </a:lnTo>
                  <a:lnTo>
                    <a:pt x="351854" y="391382"/>
                  </a:lnTo>
                  <a:lnTo>
                    <a:pt x="351854" y="389763"/>
                  </a:lnTo>
                  <a:lnTo>
                    <a:pt x="352044" y="388430"/>
                  </a:lnTo>
                  <a:lnTo>
                    <a:pt x="353663" y="386239"/>
                  </a:lnTo>
                  <a:lnTo>
                    <a:pt x="355854" y="384429"/>
                  </a:lnTo>
                  <a:lnTo>
                    <a:pt x="362617" y="380429"/>
                  </a:lnTo>
                  <a:lnTo>
                    <a:pt x="365093" y="378333"/>
                  </a:lnTo>
                  <a:lnTo>
                    <a:pt x="366522" y="377762"/>
                  </a:lnTo>
                  <a:lnTo>
                    <a:pt x="368141" y="378143"/>
                  </a:lnTo>
                  <a:lnTo>
                    <a:pt x="371094" y="379476"/>
                  </a:lnTo>
                  <a:lnTo>
                    <a:pt x="373666" y="379667"/>
                  </a:lnTo>
                  <a:lnTo>
                    <a:pt x="379667" y="378714"/>
                  </a:lnTo>
                  <a:lnTo>
                    <a:pt x="382048" y="377952"/>
                  </a:lnTo>
                  <a:lnTo>
                    <a:pt x="382048" y="377190"/>
                  </a:lnTo>
                  <a:lnTo>
                    <a:pt x="381667" y="376238"/>
                  </a:lnTo>
                  <a:lnTo>
                    <a:pt x="386143" y="376523"/>
                  </a:lnTo>
                  <a:lnTo>
                    <a:pt x="388334" y="375571"/>
                  </a:lnTo>
                  <a:lnTo>
                    <a:pt x="390620" y="376428"/>
                  </a:lnTo>
                  <a:lnTo>
                    <a:pt x="390239" y="377285"/>
                  </a:lnTo>
                  <a:lnTo>
                    <a:pt x="386810" y="378714"/>
                  </a:lnTo>
                  <a:lnTo>
                    <a:pt x="385763" y="378905"/>
                  </a:lnTo>
                  <a:lnTo>
                    <a:pt x="384810" y="378905"/>
                  </a:lnTo>
                  <a:lnTo>
                    <a:pt x="384238" y="379190"/>
                  </a:lnTo>
                  <a:lnTo>
                    <a:pt x="384334" y="380429"/>
                  </a:lnTo>
                  <a:lnTo>
                    <a:pt x="384810" y="380905"/>
                  </a:lnTo>
                  <a:lnTo>
                    <a:pt x="385572" y="381095"/>
                  </a:lnTo>
                  <a:lnTo>
                    <a:pt x="387477" y="381191"/>
                  </a:lnTo>
                  <a:lnTo>
                    <a:pt x="408242" y="385572"/>
                  </a:lnTo>
                  <a:lnTo>
                    <a:pt x="409670" y="385191"/>
                  </a:lnTo>
                  <a:lnTo>
                    <a:pt x="409765" y="383762"/>
                  </a:lnTo>
                  <a:lnTo>
                    <a:pt x="408051" y="382715"/>
                  </a:lnTo>
                  <a:lnTo>
                    <a:pt x="404813" y="381953"/>
                  </a:lnTo>
                  <a:lnTo>
                    <a:pt x="401669" y="381953"/>
                  </a:lnTo>
                  <a:lnTo>
                    <a:pt x="400621" y="381667"/>
                  </a:lnTo>
                  <a:lnTo>
                    <a:pt x="399479" y="380810"/>
                  </a:lnTo>
                  <a:lnTo>
                    <a:pt x="398526" y="380333"/>
                  </a:lnTo>
                  <a:lnTo>
                    <a:pt x="396812" y="379857"/>
                  </a:lnTo>
                  <a:lnTo>
                    <a:pt x="395002" y="379571"/>
                  </a:lnTo>
                  <a:lnTo>
                    <a:pt x="393097" y="379476"/>
                  </a:lnTo>
                  <a:lnTo>
                    <a:pt x="391192" y="379571"/>
                  </a:lnTo>
                  <a:lnTo>
                    <a:pt x="392049" y="377857"/>
                  </a:lnTo>
                  <a:lnTo>
                    <a:pt x="393383" y="377380"/>
                  </a:lnTo>
                  <a:lnTo>
                    <a:pt x="407670" y="379667"/>
                  </a:lnTo>
                  <a:lnTo>
                    <a:pt x="410337" y="381095"/>
                  </a:lnTo>
                  <a:lnTo>
                    <a:pt x="410146" y="383572"/>
                  </a:lnTo>
                  <a:lnTo>
                    <a:pt x="412051" y="384334"/>
                  </a:lnTo>
                  <a:lnTo>
                    <a:pt x="414338" y="383953"/>
                  </a:lnTo>
                  <a:lnTo>
                    <a:pt x="416623" y="383191"/>
                  </a:lnTo>
                  <a:lnTo>
                    <a:pt x="418624" y="382810"/>
                  </a:lnTo>
                  <a:lnTo>
                    <a:pt x="419290" y="381476"/>
                  </a:lnTo>
                  <a:lnTo>
                    <a:pt x="420148" y="371475"/>
                  </a:lnTo>
                  <a:lnTo>
                    <a:pt x="419671" y="351187"/>
                  </a:lnTo>
                  <a:lnTo>
                    <a:pt x="418624" y="346424"/>
                  </a:lnTo>
                  <a:lnTo>
                    <a:pt x="418529" y="327279"/>
                  </a:lnTo>
                  <a:lnTo>
                    <a:pt x="418243" y="320897"/>
                  </a:lnTo>
                  <a:lnTo>
                    <a:pt x="417385" y="320993"/>
                  </a:lnTo>
                  <a:lnTo>
                    <a:pt x="414433" y="319850"/>
                  </a:lnTo>
                  <a:lnTo>
                    <a:pt x="414242" y="318992"/>
                  </a:lnTo>
                  <a:lnTo>
                    <a:pt x="413575" y="318516"/>
                  </a:lnTo>
                  <a:lnTo>
                    <a:pt x="412433" y="317849"/>
                  </a:lnTo>
                  <a:lnTo>
                    <a:pt x="411956" y="316802"/>
                  </a:lnTo>
                  <a:lnTo>
                    <a:pt x="412528" y="316135"/>
                  </a:lnTo>
                  <a:lnTo>
                    <a:pt x="412337" y="315659"/>
                  </a:lnTo>
                  <a:lnTo>
                    <a:pt x="412242" y="315182"/>
                  </a:lnTo>
                  <a:lnTo>
                    <a:pt x="413194" y="314420"/>
                  </a:lnTo>
                  <a:lnTo>
                    <a:pt x="413099" y="313754"/>
                  </a:lnTo>
                  <a:lnTo>
                    <a:pt x="412242" y="313468"/>
                  </a:lnTo>
                  <a:lnTo>
                    <a:pt x="411575" y="313277"/>
                  </a:lnTo>
                  <a:lnTo>
                    <a:pt x="410909" y="313277"/>
                  </a:lnTo>
                  <a:lnTo>
                    <a:pt x="409765" y="313658"/>
                  </a:lnTo>
                  <a:lnTo>
                    <a:pt x="409480" y="313182"/>
                  </a:lnTo>
                  <a:lnTo>
                    <a:pt x="409575" y="312515"/>
                  </a:lnTo>
                  <a:lnTo>
                    <a:pt x="409384" y="312039"/>
                  </a:lnTo>
                  <a:lnTo>
                    <a:pt x="409004" y="311658"/>
                  </a:lnTo>
                  <a:lnTo>
                    <a:pt x="408051" y="311658"/>
                  </a:lnTo>
                  <a:lnTo>
                    <a:pt x="407003" y="312230"/>
                  </a:lnTo>
                  <a:lnTo>
                    <a:pt x="406146" y="311849"/>
                  </a:lnTo>
                  <a:lnTo>
                    <a:pt x="405765" y="310801"/>
                  </a:lnTo>
                  <a:lnTo>
                    <a:pt x="404717" y="310325"/>
                  </a:lnTo>
                  <a:lnTo>
                    <a:pt x="403574" y="310325"/>
                  </a:lnTo>
                  <a:lnTo>
                    <a:pt x="402526" y="309848"/>
                  </a:lnTo>
                  <a:lnTo>
                    <a:pt x="401764" y="309086"/>
                  </a:lnTo>
                  <a:lnTo>
                    <a:pt x="401860" y="307848"/>
                  </a:lnTo>
                  <a:lnTo>
                    <a:pt x="402812" y="306896"/>
                  </a:lnTo>
                  <a:lnTo>
                    <a:pt x="403193" y="306134"/>
                  </a:lnTo>
                  <a:lnTo>
                    <a:pt x="402336" y="305943"/>
                  </a:lnTo>
                  <a:lnTo>
                    <a:pt x="401669" y="305181"/>
                  </a:lnTo>
                  <a:lnTo>
                    <a:pt x="401764" y="304229"/>
                  </a:lnTo>
                  <a:lnTo>
                    <a:pt x="403574" y="304229"/>
                  </a:lnTo>
                  <a:lnTo>
                    <a:pt x="404908" y="305467"/>
                  </a:lnTo>
                  <a:lnTo>
                    <a:pt x="405479" y="305371"/>
                  </a:lnTo>
                  <a:lnTo>
                    <a:pt x="406146" y="305086"/>
                  </a:lnTo>
                  <a:lnTo>
                    <a:pt x="406337" y="304800"/>
                  </a:lnTo>
                  <a:lnTo>
                    <a:pt x="406241" y="303276"/>
                  </a:lnTo>
                  <a:lnTo>
                    <a:pt x="405860" y="302228"/>
                  </a:lnTo>
                  <a:lnTo>
                    <a:pt x="405098" y="301847"/>
                  </a:lnTo>
                  <a:lnTo>
                    <a:pt x="404622" y="301276"/>
                  </a:lnTo>
                  <a:lnTo>
                    <a:pt x="404908" y="300419"/>
                  </a:lnTo>
                  <a:lnTo>
                    <a:pt x="405670" y="300038"/>
                  </a:lnTo>
                  <a:lnTo>
                    <a:pt x="407956" y="300704"/>
                  </a:lnTo>
                  <a:lnTo>
                    <a:pt x="410242" y="301752"/>
                  </a:lnTo>
                  <a:lnTo>
                    <a:pt x="411099" y="301847"/>
                  </a:lnTo>
                  <a:lnTo>
                    <a:pt x="411671" y="301276"/>
                  </a:lnTo>
                  <a:lnTo>
                    <a:pt x="413575" y="300133"/>
                  </a:lnTo>
                  <a:lnTo>
                    <a:pt x="415766" y="300228"/>
                  </a:lnTo>
                  <a:lnTo>
                    <a:pt x="418243" y="300800"/>
                  </a:lnTo>
                  <a:lnTo>
                    <a:pt x="418243" y="300800"/>
                  </a:lnTo>
                  <a:lnTo>
                    <a:pt x="418909" y="297656"/>
                  </a:lnTo>
                  <a:lnTo>
                    <a:pt x="419290" y="279654"/>
                  </a:lnTo>
                  <a:lnTo>
                    <a:pt x="416909" y="267462"/>
                  </a:lnTo>
                  <a:lnTo>
                    <a:pt x="416719" y="258318"/>
                  </a:lnTo>
                  <a:lnTo>
                    <a:pt x="416338" y="257842"/>
                  </a:lnTo>
                  <a:lnTo>
                    <a:pt x="415671" y="257746"/>
                  </a:lnTo>
                  <a:lnTo>
                    <a:pt x="412528" y="256318"/>
                  </a:lnTo>
                  <a:lnTo>
                    <a:pt x="410146" y="255842"/>
                  </a:lnTo>
                  <a:lnTo>
                    <a:pt x="408146" y="256413"/>
                  </a:lnTo>
                  <a:lnTo>
                    <a:pt x="407289" y="258509"/>
                  </a:lnTo>
                  <a:lnTo>
                    <a:pt x="406146" y="259080"/>
                  </a:lnTo>
                  <a:lnTo>
                    <a:pt x="400907" y="262890"/>
                  </a:lnTo>
                  <a:lnTo>
                    <a:pt x="399383" y="263747"/>
                  </a:lnTo>
                  <a:lnTo>
                    <a:pt x="398621" y="263747"/>
                  </a:lnTo>
                  <a:lnTo>
                    <a:pt x="399574" y="261938"/>
                  </a:lnTo>
                  <a:lnTo>
                    <a:pt x="406051" y="255556"/>
                  </a:lnTo>
                  <a:lnTo>
                    <a:pt x="407098" y="254699"/>
                  </a:lnTo>
                  <a:lnTo>
                    <a:pt x="408146" y="254127"/>
                  </a:lnTo>
                  <a:lnTo>
                    <a:pt x="409384" y="253841"/>
                  </a:lnTo>
                  <a:lnTo>
                    <a:pt x="410146" y="253937"/>
                  </a:lnTo>
                  <a:lnTo>
                    <a:pt x="410909" y="254127"/>
                  </a:lnTo>
                  <a:lnTo>
                    <a:pt x="414052" y="254127"/>
                  </a:lnTo>
                  <a:lnTo>
                    <a:pt x="415100" y="253841"/>
                  </a:lnTo>
                  <a:lnTo>
                    <a:pt x="415385" y="252698"/>
                  </a:lnTo>
                  <a:lnTo>
                    <a:pt x="414814" y="246602"/>
                  </a:lnTo>
                  <a:lnTo>
                    <a:pt x="413956" y="245650"/>
                  </a:lnTo>
                  <a:lnTo>
                    <a:pt x="412051" y="245364"/>
                  </a:lnTo>
                  <a:lnTo>
                    <a:pt x="412623" y="245936"/>
                  </a:lnTo>
                  <a:lnTo>
                    <a:pt x="412813" y="246697"/>
                  </a:lnTo>
                  <a:lnTo>
                    <a:pt x="412623" y="247555"/>
                  </a:lnTo>
                  <a:lnTo>
                    <a:pt x="412147" y="248603"/>
                  </a:lnTo>
                  <a:lnTo>
                    <a:pt x="411385" y="248603"/>
                  </a:lnTo>
                  <a:lnTo>
                    <a:pt x="410813" y="244030"/>
                  </a:lnTo>
                  <a:lnTo>
                    <a:pt x="408146" y="235649"/>
                  </a:lnTo>
                  <a:lnTo>
                    <a:pt x="407480" y="230791"/>
                  </a:lnTo>
                  <a:lnTo>
                    <a:pt x="407765" y="228410"/>
                  </a:lnTo>
                  <a:lnTo>
                    <a:pt x="408813" y="224028"/>
                  </a:lnTo>
                  <a:lnTo>
                    <a:pt x="409194" y="219361"/>
                  </a:lnTo>
                  <a:lnTo>
                    <a:pt x="411385" y="208121"/>
                  </a:lnTo>
                  <a:lnTo>
                    <a:pt x="412147" y="205930"/>
                  </a:lnTo>
                  <a:lnTo>
                    <a:pt x="413385" y="204978"/>
                  </a:lnTo>
                  <a:lnTo>
                    <a:pt x="414242" y="200596"/>
                  </a:lnTo>
                  <a:lnTo>
                    <a:pt x="414242" y="200596"/>
                  </a:lnTo>
                  <a:lnTo>
                    <a:pt x="413480" y="200596"/>
                  </a:lnTo>
                  <a:lnTo>
                    <a:pt x="410337" y="200596"/>
                  </a:lnTo>
                  <a:lnTo>
                    <a:pt x="407860" y="200120"/>
                  </a:lnTo>
                  <a:lnTo>
                    <a:pt x="407194" y="199930"/>
                  </a:lnTo>
                  <a:lnTo>
                    <a:pt x="406622" y="199835"/>
                  </a:lnTo>
                  <a:lnTo>
                    <a:pt x="406051" y="199835"/>
                  </a:lnTo>
                  <a:lnTo>
                    <a:pt x="405479" y="199930"/>
                  </a:lnTo>
                  <a:lnTo>
                    <a:pt x="405003" y="199835"/>
                  </a:lnTo>
                  <a:lnTo>
                    <a:pt x="404527" y="199549"/>
                  </a:lnTo>
                  <a:lnTo>
                    <a:pt x="403574" y="198406"/>
                  </a:lnTo>
                  <a:lnTo>
                    <a:pt x="403003" y="198025"/>
                  </a:lnTo>
                  <a:lnTo>
                    <a:pt x="402336" y="197739"/>
                  </a:lnTo>
                  <a:lnTo>
                    <a:pt x="401669" y="197549"/>
                  </a:lnTo>
                  <a:lnTo>
                    <a:pt x="401288" y="197072"/>
                  </a:lnTo>
                  <a:lnTo>
                    <a:pt x="401288" y="196310"/>
                  </a:lnTo>
                  <a:lnTo>
                    <a:pt x="401955" y="195167"/>
                  </a:lnTo>
                  <a:lnTo>
                    <a:pt x="402336" y="194310"/>
                  </a:lnTo>
                  <a:lnTo>
                    <a:pt x="402622" y="193167"/>
                  </a:lnTo>
                  <a:lnTo>
                    <a:pt x="402622" y="192119"/>
                  </a:lnTo>
                  <a:lnTo>
                    <a:pt x="402431" y="191071"/>
                  </a:lnTo>
                  <a:lnTo>
                    <a:pt x="402050" y="190595"/>
                  </a:lnTo>
                  <a:lnTo>
                    <a:pt x="401098" y="190214"/>
                  </a:lnTo>
                  <a:lnTo>
                    <a:pt x="400717" y="189738"/>
                  </a:lnTo>
                  <a:lnTo>
                    <a:pt x="400621" y="189167"/>
                  </a:lnTo>
                  <a:lnTo>
                    <a:pt x="400621" y="188404"/>
                  </a:lnTo>
                  <a:lnTo>
                    <a:pt x="400717" y="187643"/>
                  </a:lnTo>
                  <a:lnTo>
                    <a:pt x="400621" y="187071"/>
                  </a:lnTo>
                  <a:lnTo>
                    <a:pt x="400336" y="186309"/>
                  </a:lnTo>
                  <a:lnTo>
                    <a:pt x="398240" y="184404"/>
                  </a:lnTo>
                  <a:lnTo>
                    <a:pt x="398050" y="183642"/>
                  </a:lnTo>
                  <a:lnTo>
                    <a:pt x="398240" y="182880"/>
                  </a:lnTo>
                  <a:lnTo>
                    <a:pt x="398717" y="182118"/>
                  </a:lnTo>
                  <a:lnTo>
                    <a:pt x="399859" y="180785"/>
                  </a:lnTo>
                  <a:lnTo>
                    <a:pt x="399955" y="180689"/>
                  </a:lnTo>
                  <a:lnTo>
                    <a:pt x="400145" y="180594"/>
                  </a:lnTo>
                  <a:lnTo>
                    <a:pt x="400621" y="180499"/>
                  </a:lnTo>
                  <a:lnTo>
                    <a:pt x="401288" y="180880"/>
                  </a:lnTo>
                  <a:lnTo>
                    <a:pt x="402241" y="182023"/>
                  </a:lnTo>
                  <a:lnTo>
                    <a:pt x="402908" y="183071"/>
                  </a:lnTo>
                  <a:lnTo>
                    <a:pt x="403860" y="183737"/>
                  </a:lnTo>
                  <a:lnTo>
                    <a:pt x="405003" y="183928"/>
                  </a:lnTo>
                  <a:lnTo>
                    <a:pt x="408432" y="183356"/>
                  </a:lnTo>
                  <a:lnTo>
                    <a:pt x="409289" y="183452"/>
                  </a:lnTo>
                  <a:lnTo>
                    <a:pt x="409765" y="184118"/>
                  </a:lnTo>
                  <a:lnTo>
                    <a:pt x="409765" y="184690"/>
                  </a:lnTo>
                  <a:lnTo>
                    <a:pt x="409575" y="185357"/>
                  </a:lnTo>
                  <a:lnTo>
                    <a:pt x="409289" y="185833"/>
                  </a:lnTo>
                  <a:lnTo>
                    <a:pt x="407670" y="187547"/>
                  </a:lnTo>
                  <a:lnTo>
                    <a:pt x="407480" y="188119"/>
                  </a:lnTo>
                  <a:lnTo>
                    <a:pt x="407670" y="188595"/>
                  </a:lnTo>
                  <a:lnTo>
                    <a:pt x="408051" y="188976"/>
                  </a:lnTo>
                  <a:lnTo>
                    <a:pt x="409099" y="189643"/>
                  </a:lnTo>
                  <a:lnTo>
                    <a:pt x="409575" y="190024"/>
                  </a:lnTo>
                  <a:lnTo>
                    <a:pt x="410337" y="190881"/>
                  </a:lnTo>
                  <a:lnTo>
                    <a:pt x="411099" y="190976"/>
                  </a:lnTo>
                  <a:lnTo>
                    <a:pt x="411956" y="190595"/>
                  </a:lnTo>
                  <a:lnTo>
                    <a:pt x="414338" y="188309"/>
                  </a:lnTo>
                  <a:lnTo>
                    <a:pt x="416052" y="187071"/>
                  </a:lnTo>
                  <a:lnTo>
                    <a:pt x="418719" y="186119"/>
                  </a:lnTo>
                  <a:lnTo>
                    <a:pt x="418814" y="186119"/>
                  </a:lnTo>
                  <a:lnTo>
                    <a:pt x="418909" y="185642"/>
                  </a:lnTo>
                  <a:lnTo>
                    <a:pt x="419957" y="184023"/>
                  </a:lnTo>
                  <a:lnTo>
                    <a:pt x="420243" y="183356"/>
                  </a:lnTo>
                  <a:lnTo>
                    <a:pt x="420052" y="179356"/>
                  </a:lnTo>
                  <a:lnTo>
                    <a:pt x="420243" y="178118"/>
                  </a:lnTo>
                  <a:lnTo>
                    <a:pt x="421196" y="176308"/>
                  </a:lnTo>
                  <a:lnTo>
                    <a:pt x="424339" y="172593"/>
                  </a:lnTo>
                  <a:lnTo>
                    <a:pt x="427863" y="165354"/>
                  </a:lnTo>
                  <a:lnTo>
                    <a:pt x="428530" y="164306"/>
                  </a:lnTo>
                  <a:lnTo>
                    <a:pt x="430149" y="162592"/>
                  </a:lnTo>
                  <a:lnTo>
                    <a:pt x="436817" y="152210"/>
                  </a:lnTo>
                  <a:lnTo>
                    <a:pt x="433197" y="154496"/>
                  </a:lnTo>
                  <a:lnTo>
                    <a:pt x="430816" y="155543"/>
                  </a:lnTo>
                  <a:lnTo>
                    <a:pt x="429768" y="155067"/>
                  </a:lnTo>
                  <a:lnTo>
                    <a:pt x="430721" y="153638"/>
                  </a:lnTo>
                  <a:lnTo>
                    <a:pt x="436817" y="150590"/>
                  </a:lnTo>
                  <a:lnTo>
                    <a:pt x="439198" y="148209"/>
                  </a:lnTo>
                  <a:lnTo>
                    <a:pt x="442817" y="141732"/>
                  </a:lnTo>
                  <a:lnTo>
                    <a:pt x="443103" y="141351"/>
                  </a:lnTo>
                  <a:lnTo>
                    <a:pt x="443579" y="140970"/>
                  </a:lnTo>
                  <a:lnTo>
                    <a:pt x="446246" y="139351"/>
                  </a:lnTo>
                  <a:lnTo>
                    <a:pt x="447294" y="138017"/>
                  </a:lnTo>
                  <a:lnTo>
                    <a:pt x="449771" y="133445"/>
                  </a:lnTo>
                  <a:lnTo>
                    <a:pt x="450247" y="131540"/>
                  </a:lnTo>
                  <a:lnTo>
                    <a:pt x="454247" y="124682"/>
                  </a:lnTo>
                  <a:lnTo>
                    <a:pt x="457009" y="117824"/>
                  </a:lnTo>
                  <a:lnTo>
                    <a:pt x="457390" y="116110"/>
                  </a:lnTo>
                  <a:lnTo>
                    <a:pt x="457581" y="113729"/>
                  </a:lnTo>
                  <a:lnTo>
                    <a:pt x="458914" y="108204"/>
                  </a:lnTo>
                  <a:lnTo>
                    <a:pt x="459772" y="106013"/>
                  </a:lnTo>
                  <a:lnTo>
                    <a:pt x="461867" y="102679"/>
                  </a:lnTo>
                  <a:lnTo>
                    <a:pt x="462629" y="100870"/>
                  </a:lnTo>
                  <a:lnTo>
                    <a:pt x="463201" y="96584"/>
                  </a:lnTo>
                  <a:lnTo>
                    <a:pt x="465296" y="90488"/>
                  </a:lnTo>
                  <a:lnTo>
                    <a:pt x="466630" y="81915"/>
                  </a:lnTo>
                  <a:lnTo>
                    <a:pt x="467296" y="67532"/>
                  </a:lnTo>
                  <a:lnTo>
                    <a:pt x="468916" y="58960"/>
                  </a:lnTo>
                  <a:lnTo>
                    <a:pt x="469297" y="54388"/>
                  </a:lnTo>
                  <a:lnTo>
                    <a:pt x="469773" y="53340"/>
                  </a:lnTo>
                  <a:lnTo>
                    <a:pt x="471868" y="51054"/>
                  </a:lnTo>
                  <a:lnTo>
                    <a:pt x="472535" y="49911"/>
                  </a:lnTo>
                  <a:lnTo>
                    <a:pt x="471773" y="46387"/>
                  </a:lnTo>
                  <a:lnTo>
                    <a:pt x="471773" y="45149"/>
                  </a:lnTo>
                  <a:lnTo>
                    <a:pt x="472535" y="42958"/>
                  </a:lnTo>
                  <a:lnTo>
                    <a:pt x="473773" y="41053"/>
                  </a:lnTo>
                  <a:lnTo>
                    <a:pt x="474726" y="38957"/>
                  </a:lnTo>
                  <a:lnTo>
                    <a:pt x="474917" y="36195"/>
                  </a:lnTo>
                  <a:lnTo>
                    <a:pt x="473107" y="36671"/>
                  </a:lnTo>
                  <a:lnTo>
                    <a:pt x="472630" y="36862"/>
                  </a:lnTo>
                  <a:lnTo>
                    <a:pt x="473107" y="34957"/>
                  </a:lnTo>
                  <a:lnTo>
                    <a:pt x="473297" y="32766"/>
                  </a:lnTo>
                  <a:lnTo>
                    <a:pt x="473773" y="33052"/>
                  </a:lnTo>
                  <a:lnTo>
                    <a:pt x="475012" y="33528"/>
                  </a:lnTo>
                  <a:lnTo>
                    <a:pt x="475297" y="30194"/>
                  </a:lnTo>
                  <a:lnTo>
                    <a:pt x="476345" y="24194"/>
                  </a:lnTo>
                  <a:lnTo>
                    <a:pt x="476631" y="20860"/>
                  </a:lnTo>
                  <a:lnTo>
                    <a:pt x="476155" y="1905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0" name="Freeform: Shape 12">
              <a:extLst>
                <a:ext uri="{FF2B5EF4-FFF2-40B4-BE49-F238E27FC236}">
                  <a16:creationId xmlns:a16="http://schemas.microsoft.com/office/drawing/2014/main" id="{EAF98CD1-99D8-6AB8-DEE7-A4899BBC7A42}"/>
                </a:ext>
              </a:extLst>
            </p:cNvPr>
            <p:cNvSpPr/>
            <p:nvPr/>
          </p:nvSpPr>
          <p:spPr>
            <a:xfrm>
              <a:off x="9948532" y="2514947"/>
              <a:ext cx="141189" cy="183545"/>
            </a:xfrm>
            <a:custGeom>
              <a:avLst/>
              <a:gdLst>
                <a:gd name="connsiteX0" fmla="*/ 99250 w 95250"/>
                <a:gd name="connsiteY0" fmla="*/ 100965 h 123825"/>
                <a:gd name="connsiteX1" fmla="*/ 97726 w 95250"/>
                <a:gd name="connsiteY1" fmla="*/ 99632 h 123825"/>
                <a:gd name="connsiteX2" fmla="*/ 95345 w 95250"/>
                <a:gd name="connsiteY2" fmla="*/ 96393 h 123825"/>
                <a:gd name="connsiteX3" fmla="*/ 94012 w 95250"/>
                <a:gd name="connsiteY3" fmla="*/ 95536 h 123825"/>
                <a:gd name="connsiteX4" fmla="*/ 92678 w 95250"/>
                <a:gd name="connsiteY4" fmla="*/ 94964 h 123825"/>
                <a:gd name="connsiteX5" fmla="*/ 91250 w 95250"/>
                <a:gd name="connsiteY5" fmla="*/ 94012 h 123825"/>
                <a:gd name="connsiteX6" fmla="*/ 88678 w 95250"/>
                <a:gd name="connsiteY6" fmla="*/ 91059 h 123825"/>
                <a:gd name="connsiteX7" fmla="*/ 87154 w 95250"/>
                <a:gd name="connsiteY7" fmla="*/ 87630 h 123825"/>
                <a:gd name="connsiteX8" fmla="*/ 86487 w 95250"/>
                <a:gd name="connsiteY8" fmla="*/ 83820 h 123825"/>
                <a:gd name="connsiteX9" fmla="*/ 86773 w 95250"/>
                <a:gd name="connsiteY9" fmla="*/ 79820 h 123825"/>
                <a:gd name="connsiteX10" fmla="*/ 86868 w 95250"/>
                <a:gd name="connsiteY10" fmla="*/ 77629 h 123825"/>
                <a:gd name="connsiteX11" fmla="*/ 85058 w 95250"/>
                <a:gd name="connsiteY11" fmla="*/ 75057 h 123825"/>
                <a:gd name="connsiteX12" fmla="*/ 84963 w 95250"/>
                <a:gd name="connsiteY12" fmla="*/ 73152 h 123825"/>
                <a:gd name="connsiteX13" fmla="*/ 85725 w 95250"/>
                <a:gd name="connsiteY13" fmla="*/ 71342 h 123825"/>
                <a:gd name="connsiteX14" fmla="*/ 88011 w 95250"/>
                <a:gd name="connsiteY14" fmla="*/ 67913 h 123825"/>
                <a:gd name="connsiteX15" fmla="*/ 89821 w 95250"/>
                <a:gd name="connsiteY15" fmla="*/ 63246 h 123825"/>
                <a:gd name="connsiteX16" fmla="*/ 92392 w 95250"/>
                <a:gd name="connsiteY16" fmla="*/ 58960 h 123825"/>
                <a:gd name="connsiteX17" fmla="*/ 98012 w 95250"/>
                <a:gd name="connsiteY17" fmla="*/ 34385 h 123825"/>
                <a:gd name="connsiteX18" fmla="*/ 98108 w 95250"/>
                <a:gd name="connsiteY18" fmla="*/ 32385 h 123825"/>
                <a:gd name="connsiteX19" fmla="*/ 97726 w 95250"/>
                <a:gd name="connsiteY19" fmla="*/ 30004 h 123825"/>
                <a:gd name="connsiteX20" fmla="*/ 96679 w 95250"/>
                <a:gd name="connsiteY20" fmla="*/ 28004 h 123825"/>
                <a:gd name="connsiteX21" fmla="*/ 93917 w 95250"/>
                <a:gd name="connsiteY21" fmla="*/ 25051 h 123825"/>
                <a:gd name="connsiteX22" fmla="*/ 92964 w 95250"/>
                <a:gd name="connsiteY22" fmla="*/ 23336 h 123825"/>
                <a:gd name="connsiteX23" fmla="*/ 92869 w 95250"/>
                <a:gd name="connsiteY23" fmla="*/ 21241 h 123825"/>
                <a:gd name="connsiteX24" fmla="*/ 94012 w 95250"/>
                <a:gd name="connsiteY24" fmla="*/ 16954 h 123825"/>
                <a:gd name="connsiteX25" fmla="*/ 93821 w 95250"/>
                <a:gd name="connsiteY25" fmla="*/ 14669 h 123825"/>
                <a:gd name="connsiteX26" fmla="*/ 93821 w 95250"/>
                <a:gd name="connsiteY26" fmla="*/ 14669 h 123825"/>
                <a:gd name="connsiteX27" fmla="*/ 93726 w 95250"/>
                <a:gd name="connsiteY27" fmla="*/ 14669 h 123825"/>
                <a:gd name="connsiteX28" fmla="*/ 92107 w 95250"/>
                <a:gd name="connsiteY28" fmla="*/ 12478 h 123825"/>
                <a:gd name="connsiteX29" fmla="*/ 89440 w 95250"/>
                <a:gd name="connsiteY29" fmla="*/ 10287 h 123825"/>
                <a:gd name="connsiteX30" fmla="*/ 84296 w 95250"/>
                <a:gd name="connsiteY30" fmla="*/ 6763 h 123825"/>
                <a:gd name="connsiteX31" fmla="*/ 81343 w 95250"/>
                <a:gd name="connsiteY31" fmla="*/ 5906 h 123825"/>
                <a:gd name="connsiteX32" fmla="*/ 74676 w 95250"/>
                <a:gd name="connsiteY32" fmla="*/ 4858 h 123825"/>
                <a:gd name="connsiteX33" fmla="*/ 72295 w 95250"/>
                <a:gd name="connsiteY33" fmla="*/ 3048 h 123825"/>
                <a:gd name="connsiteX34" fmla="*/ 69913 w 95250"/>
                <a:gd name="connsiteY34" fmla="*/ 95 h 123825"/>
                <a:gd name="connsiteX35" fmla="*/ 68008 w 95250"/>
                <a:gd name="connsiteY35" fmla="*/ 0 h 123825"/>
                <a:gd name="connsiteX36" fmla="*/ 63246 w 95250"/>
                <a:gd name="connsiteY36" fmla="*/ 3715 h 123825"/>
                <a:gd name="connsiteX37" fmla="*/ 60674 w 95250"/>
                <a:gd name="connsiteY37" fmla="*/ 6287 h 123825"/>
                <a:gd name="connsiteX38" fmla="*/ 59150 w 95250"/>
                <a:gd name="connsiteY38" fmla="*/ 8763 h 123825"/>
                <a:gd name="connsiteX39" fmla="*/ 57341 w 95250"/>
                <a:gd name="connsiteY39" fmla="*/ 10192 h 123825"/>
                <a:gd name="connsiteX40" fmla="*/ 54292 w 95250"/>
                <a:gd name="connsiteY40" fmla="*/ 9239 h 123825"/>
                <a:gd name="connsiteX41" fmla="*/ 52006 w 95250"/>
                <a:gd name="connsiteY41" fmla="*/ 9811 h 123825"/>
                <a:gd name="connsiteX42" fmla="*/ 45625 w 95250"/>
                <a:gd name="connsiteY42" fmla="*/ 14669 h 123825"/>
                <a:gd name="connsiteX43" fmla="*/ 45625 w 95250"/>
                <a:gd name="connsiteY43" fmla="*/ 14669 h 123825"/>
                <a:gd name="connsiteX44" fmla="*/ 45625 w 95250"/>
                <a:gd name="connsiteY44" fmla="*/ 14669 h 123825"/>
                <a:gd name="connsiteX45" fmla="*/ 43148 w 95250"/>
                <a:gd name="connsiteY45" fmla="*/ 16192 h 123825"/>
                <a:gd name="connsiteX46" fmla="*/ 22288 w 95250"/>
                <a:gd name="connsiteY46" fmla="*/ 19431 h 123825"/>
                <a:gd name="connsiteX47" fmla="*/ 19621 w 95250"/>
                <a:gd name="connsiteY47" fmla="*/ 20479 h 123825"/>
                <a:gd name="connsiteX48" fmla="*/ 18288 w 95250"/>
                <a:gd name="connsiteY48" fmla="*/ 20860 h 123825"/>
                <a:gd name="connsiteX49" fmla="*/ 16859 w 95250"/>
                <a:gd name="connsiteY49" fmla="*/ 20860 h 123825"/>
                <a:gd name="connsiteX50" fmla="*/ 14097 w 95250"/>
                <a:gd name="connsiteY50" fmla="*/ 20479 h 123825"/>
                <a:gd name="connsiteX51" fmla="*/ 12859 w 95250"/>
                <a:gd name="connsiteY51" fmla="*/ 20860 h 123825"/>
                <a:gd name="connsiteX52" fmla="*/ 10954 w 95250"/>
                <a:gd name="connsiteY52" fmla="*/ 23336 h 123825"/>
                <a:gd name="connsiteX53" fmla="*/ 10668 w 95250"/>
                <a:gd name="connsiteY53" fmla="*/ 26479 h 123825"/>
                <a:gd name="connsiteX54" fmla="*/ 11525 w 95250"/>
                <a:gd name="connsiteY54" fmla="*/ 29623 h 123825"/>
                <a:gd name="connsiteX55" fmla="*/ 13145 w 95250"/>
                <a:gd name="connsiteY55" fmla="*/ 32099 h 123825"/>
                <a:gd name="connsiteX56" fmla="*/ 16002 w 95250"/>
                <a:gd name="connsiteY56" fmla="*/ 32766 h 123825"/>
                <a:gd name="connsiteX57" fmla="*/ 17526 w 95250"/>
                <a:gd name="connsiteY57" fmla="*/ 33338 h 123825"/>
                <a:gd name="connsiteX58" fmla="*/ 18479 w 95250"/>
                <a:gd name="connsiteY58" fmla="*/ 34195 h 123825"/>
                <a:gd name="connsiteX59" fmla="*/ 18669 w 95250"/>
                <a:gd name="connsiteY59" fmla="*/ 35719 h 123825"/>
                <a:gd name="connsiteX60" fmla="*/ 17335 w 95250"/>
                <a:gd name="connsiteY60" fmla="*/ 38100 h 123825"/>
                <a:gd name="connsiteX61" fmla="*/ 17907 w 95250"/>
                <a:gd name="connsiteY61" fmla="*/ 43434 h 123825"/>
                <a:gd name="connsiteX62" fmla="*/ 16669 w 95250"/>
                <a:gd name="connsiteY62" fmla="*/ 46768 h 123825"/>
                <a:gd name="connsiteX63" fmla="*/ 15050 w 95250"/>
                <a:gd name="connsiteY63" fmla="*/ 50102 h 123825"/>
                <a:gd name="connsiteX64" fmla="*/ 12287 w 95250"/>
                <a:gd name="connsiteY64" fmla="*/ 60960 h 123825"/>
                <a:gd name="connsiteX65" fmla="*/ 5048 w 95250"/>
                <a:gd name="connsiteY65" fmla="*/ 73247 h 123825"/>
                <a:gd name="connsiteX66" fmla="*/ 2191 w 95250"/>
                <a:gd name="connsiteY66" fmla="*/ 79820 h 123825"/>
                <a:gd name="connsiteX67" fmla="*/ 2000 w 95250"/>
                <a:gd name="connsiteY67" fmla="*/ 81153 h 123825"/>
                <a:gd name="connsiteX68" fmla="*/ 2191 w 95250"/>
                <a:gd name="connsiteY68" fmla="*/ 82391 h 123825"/>
                <a:gd name="connsiteX69" fmla="*/ 2667 w 95250"/>
                <a:gd name="connsiteY69" fmla="*/ 84963 h 123825"/>
                <a:gd name="connsiteX70" fmla="*/ 3048 w 95250"/>
                <a:gd name="connsiteY70" fmla="*/ 85535 h 123825"/>
                <a:gd name="connsiteX71" fmla="*/ 4000 w 95250"/>
                <a:gd name="connsiteY71" fmla="*/ 86678 h 123825"/>
                <a:gd name="connsiteX72" fmla="*/ 4286 w 95250"/>
                <a:gd name="connsiteY72" fmla="*/ 87154 h 123825"/>
                <a:gd name="connsiteX73" fmla="*/ 4000 w 95250"/>
                <a:gd name="connsiteY73" fmla="*/ 88297 h 123825"/>
                <a:gd name="connsiteX74" fmla="*/ 3429 w 95250"/>
                <a:gd name="connsiteY74" fmla="*/ 89059 h 123825"/>
                <a:gd name="connsiteX75" fmla="*/ 2858 w 95250"/>
                <a:gd name="connsiteY75" fmla="*/ 89725 h 123825"/>
                <a:gd name="connsiteX76" fmla="*/ 2476 w 95250"/>
                <a:gd name="connsiteY76" fmla="*/ 90583 h 123825"/>
                <a:gd name="connsiteX77" fmla="*/ 1429 w 95250"/>
                <a:gd name="connsiteY77" fmla="*/ 93536 h 123825"/>
                <a:gd name="connsiteX78" fmla="*/ 1143 w 95250"/>
                <a:gd name="connsiteY78" fmla="*/ 94964 h 123825"/>
                <a:gd name="connsiteX79" fmla="*/ 1238 w 95250"/>
                <a:gd name="connsiteY79" fmla="*/ 96774 h 123825"/>
                <a:gd name="connsiteX80" fmla="*/ 1810 w 95250"/>
                <a:gd name="connsiteY80" fmla="*/ 98203 h 123825"/>
                <a:gd name="connsiteX81" fmla="*/ 3238 w 95250"/>
                <a:gd name="connsiteY81" fmla="*/ 100775 h 123825"/>
                <a:gd name="connsiteX82" fmla="*/ 3524 w 95250"/>
                <a:gd name="connsiteY82" fmla="*/ 102203 h 123825"/>
                <a:gd name="connsiteX83" fmla="*/ 2762 w 95250"/>
                <a:gd name="connsiteY83" fmla="*/ 105346 h 123825"/>
                <a:gd name="connsiteX84" fmla="*/ 0 w 95250"/>
                <a:gd name="connsiteY84" fmla="*/ 111728 h 123825"/>
                <a:gd name="connsiteX85" fmla="*/ 2096 w 95250"/>
                <a:gd name="connsiteY85" fmla="*/ 112586 h 123825"/>
                <a:gd name="connsiteX86" fmla="*/ 3620 w 95250"/>
                <a:gd name="connsiteY86" fmla="*/ 114300 h 123825"/>
                <a:gd name="connsiteX87" fmla="*/ 7525 w 95250"/>
                <a:gd name="connsiteY87" fmla="*/ 116967 h 123825"/>
                <a:gd name="connsiteX88" fmla="*/ 8382 w 95250"/>
                <a:gd name="connsiteY88" fmla="*/ 118300 h 123825"/>
                <a:gd name="connsiteX89" fmla="*/ 8858 w 95250"/>
                <a:gd name="connsiteY89" fmla="*/ 119444 h 123825"/>
                <a:gd name="connsiteX90" fmla="*/ 8954 w 95250"/>
                <a:gd name="connsiteY90" fmla="*/ 122015 h 123825"/>
                <a:gd name="connsiteX91" fmla="*/ 9239 w 95250"/>
                <a:gd name="connsiteY91" fmla="*/ 123349 h 123825"/>
                <a:gd name="connsiteX92" fmla="*/ 9716 w 95250"/>
                <a:gd name="connsiteY92" fmla="*/ 124396 h 123825"/>
                <a:gd name="connsiteX93" fmla="*/ 11049 w 95250"/>
                <a:gd name="connsiteY93" fmla="*/ 125444 h 123825"/>
                <a:gd name="connsiteX94" fmla="*/ 13049 w 95250"/>
                <a:gd name="connsiteY94" fmla="*/ 126111 h 123825"/>
                <a:gd name="connsiteX95" fmla="*/ 16573 w 95250"/>
                <a:gd name="connsiteY95" fmla="*/ 126206 h 123825"/>
                <a:gd name="connsiteX96" fmla="*/ 21812 w 95250"/>
                <a:gd name="connsiteY96" fmla="*/ 125444 h 123825"/>
                <a:gd name="connsiteX97" fmla="*/ 26384 w 95250"/>
                <a:gd name="connsiteY97" fmla="*/ 126302 h 123825"/>
                <a:gd name="connsiteX98" fmla="*/ 38291 w 95250"/>
                <a:gd name="connsiteY98" fmla="*/ 131159 h 123825"/>
                <a:gd name="connsiteX99" fmla="*/ 39052 w 95250"/>
                <a:gd name="connsiteY99" fmla="*/ 132207 h 123825"/>
                <a:gd name="connsiteX100" fmla="*/ 39624 w 95250"/>
                <a:gd name="connsiteY100" fmla="*/ 132588 h 123825"/>
                <a:gd name="connsiteX101" fmla="*/ 40672 w 95250"/>
                <a:gd name="connsiteY101" fmla="*/ 132969 h 123825"/>
                <a:gd name="connsiteX102" fmla="*/ 42386 w 95250"/>
                <a:gd name="connsiteY102" fmla="*/ 133064 h 123825"/>
                <a:gd name="connsiteX103" fmla="*/ 46006 w 95250"/>
                <a:gd name="connsiteY103" fmla="*/ 132302 h 123825"/>
                <a:gd name="connsiteX104" fmla="*/ 48387 w 95250"/>
                <a:gd name="connsiteY104" fmla="*/ 131064 h 123825"/>
                <a:gd name="connsiteX105" fmla="*/ 51149 w 95250"/>
                <a:gd name="connsiteY105" fmla="*/ 129159 h 123825"/>
                <a:gd name="connsiteX106" fmla="*/ 59246 w 95250"/>
                <a:gd name="connsiteY106" fmla="*/ 121158 h 123825"/>
                <a:gd name="connsiteX107" fmla="*/ 62008 w 95250"/>
                <a:gd name="connsiteY107" fmla="*/ 120967 h 123825"/>
                <a:gd name="connsiteX108" fmla="*/ 70199 w 95250"/>
                <a:gd name="connsiteY108" fmla="*/ 122206 h 123825"/>
                <a:gd name="connsiteX109" fmla="*/ 76105 w 95250"/>
                <a:gd name="connsiteY109" fmla="*/ 121539 h 123825"/>
                <a:gd name="connsiteX110" fmla="*/ 76962 w 95250"/>
                <a:gd name="connsiteY110" fmla="*/ 121825 h 123825"/>
                <a:gd name="connsiteX111" fmla="*/ 79438 w 95250"/>
                <a:gd name="connsiteY111" fmla="*/ 123920 h 123825"/>
                <a:gd name="connsiteX112" fmla="*/ 82487 w 95250"/>
                <a:gd name="connsiteY112" fmla="*/ 125063 h 123825"/>
                <a:gd name="connsiteX113" fmla="*/ 84010 w 95250"/>
                <a:gd name="connsiteY113" fmla="*/ 124682 h 123825"/>
                <a:gd name="connsiteX114" fmla="*/ 84010 w 95250"/>
                <a:gd name="connsiteY114" fmla="*/ 124682 h 123825"/>
                <a:gd name="connsiteX115" fmla="*/ 83725 w 95250"/>
                <a:gd name="connsiteY115" fmla="*/ 124492 h 123825"/>
                <a:gd name="connsiteX116" fmla="*/ 84677 w 95250"/>
                <a:gd name="connsiteY116" fmla="*/ 120682 h 123825"/>
                <a:gd name="connsiteX117" fmla="*/ 86487 w 95250"/>
                <a:gd name="connsiteY117" fmla="*/ 116491 h 123825"/>
                <a:gd name="connsiteX118" fmla="*/ 88963 w 95250"/>
                <a:gd name="connsiteY118" fmla="*/ 112776 h 123825"/>
                <a:gd name="connsiteX119" fmla="*/ 91916 w 95250"/>
                <a:gd name="connsiteY119" fmla="*/ 110776 h 123825"/>
                <a:gd name="connsiteX120" fmla="*/ 98870 w 95250"/>
                <a:gd name="connsiteY120" fmla="*/ 108966 h 123825"/>
                <a:gd name="connsiteX121" fmla="*/ 100489 w 95250"/>
                <a:gd name="connsiteY121" fmla="*/ 107633 h 123825"/>
                <a:gd name="connsiteX122" fmla="*/ 101537 w 95250"/>
                <a:gd name="connsiteY122" fmla="*/ 106871 h 123825"/>
                <a:gd name="connsiteX123" fmla="*/ 102394 w 95250"/>
                <a:gd name="connsiteY123" fmla="*/ 103156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95250" h="123825">
                  <a:moveTo>
                    <a:pt x="99250" y="100965"/>
                  </a:moveTo>
                  <a:lnTo>
                    <a:pt x="97726" y="99632"/>
                  </a:lnTo>
                  <a:lnTo>
                    <a:pt x="95345" y="96393"/>
                  </a:lnTo>
                  <a:lnTo>
                    <a:pt x="94012" y="95536"/>
                  </a:lnTo>
                  <a:lnTo>
                    <a:pt x="92678" y="94964"/>
                  </a:lnTo>
                  <a:lnTo>
                    <a:pt x="91250" y="94012"/>
                  </a:lnTo>
                  <a:lnTo>
                    <a:pt x="88678" y="91059"/>
                  </a:lnTo>
                  <a:lnTo>
                    <a:pt x="87154" y="87630"/>
                  </a:lnTo>
                  <a:lnTo>
                    <a:pt x="86487" y="83820"/>
                  </a:lnTo>
                  <a:lnTo>
                    <a:pt x="86773" y="79820"/>
                  </a:lnTo>
                  <a:lnTo>
                    <a:pt x="86868" y="77629"/>
                  </a:lnTo>
                  <a:lnTo>
                    <a:pt x="85058" y="75057"/>
                  </a:lnTo>
                  <a:lnTo>
                    <a:pt x="84963" y="73152"/>
                  </a:lnTo>
                  <a:lnTo>
                    <a:pt x="85725" y="71342"/>
                  </a:lnTo>
                  <a:lnTo>
                    <a:pt x="88011" y="67913"/>
                  </a:lnTo>
                  <a:lnTo>
                    <a:pt x="89821" y="63246"/>
                  </a:lnTo>
                  <a:lnTo>
                    <a:pt x="92392" y="58960"/>
                  </a:lnTo>
                  <a:lnTo>
                    <a:pt x="98012" y="34385"/>
                  </a:lnTo>
                  <a:lnTo>
                    <a:pt x="98108" y="32385"/>
                  </a:lnTo>
                  <a:lnTo>
                    <a:pt x="97726" y="30004"/>
                  </a:lnTo>
                  <a:lnTo>
                    <a:pt x="96679" y="28004"/>
                  </a:lnTo>
                  <a:lnTo>
                    <a:pt x="93917" y="25051"/>
                  </a:lnTo>
                  <a:lnTo>
                    <a:pt x="92964" y="23336"/>
                  </a:lnTo>
                  <a:lnTo>
                    <a:pt x="92869" y="21241"/>
                  </a:lnTo>
                  <a:lnTo>
                    <a:pt x="94012" y="16954"/>
                  </a:lnTo>
                  <a:lnTo>
                    <a:pt x="93821" y="14669"/>
                  </a:lnTo>
                  <a:lnTo>
                    <a:pt x="93821" y="14669"/>
                  </a:lnTo>
                  <a:lnTo>
                    <a:pt x="93726" y="14669"/>
                  </a:lnTo>
                  <a:lnTo>
                    <a:pt x="92107" y="12478"/>
                  </a:lnTo>
                  <a:lnTo>
                    <a:pt x="89440" y="10287"/>
                  </a:lnTo>
                  <a:lnTo>
                    <a:pt x="84296" y="6763"/>
                  </a:lnTo>
                  <a:lnTo>
                    <a:pt x="81343" y="5906"/>
                  </a:lnTo>
                  <a:lnTo>
                    <a:pt x="74676" y="4858"/>
                  </a:lnTo>
                  <a:lnTo>
                    <a:pt x="72295" y="3048"/>
                  </a:lnTo>
                  <a:lnTo>
                    <a:pt x="69913" y="95"/>
                  </a:lnTo>
                  <a:lnTo>
                    <a:pt x="68008" y="0"/>
                  </a:lnTo>
                  <a:lnTo>
                    <a:pt x="63246" y="3715"/>
                  </a:lnTo>
                  <a:lnTo>
                    <a:pt x="60674" y="6287"/>
                  </a:lnTo>
                  <a:lnTo>
                    <a:pt x="59150" y="8763"/>
                  </a:lnTo>
                  <a:lnTo>
                    <a:pt x="57341" y="10192"/>
                  </a:lnTo>
                  <a:lnTo>
                    <a:pt x="54292" y="9239"/>
                  </a:lnTo>
                  <a:lnTo>
                    <a:pt x="52006" y="9811"/>
                  </a:lnTo>
                  <a:lnTo>
                    <a:pt x="45625" y="14669"/>
                  </a:lnTo>
                  <a:lnTo>
                    <a:pt x="45625" y="14669"/>
                  </a:lnTo>
                  <a:lnTo>
                    <a:pt x="45625" y="14669"/>
                  </a:lnTo>
                  <a:lnTo>
                    <a:pt x="43148" y="16192"/>
                  </a:lnTo>
                  <a:lnTo>
                    <a:pt x="22288" y="19431"/>
                  </a:lnTo>
                  <a:lnTo>
                    <a:pt x="19621" y="20479"/>
                  </a:lnTo>
                  <a:lnTo>
                    <a:pt x="18288" y="20860"/>
                  </a:lnTo>
                  <a:lnTo>
                    <a:pt x="16859" y="20860"/>
                  </a:lnTo>
                  <a:lnTo>
                    <a:pt x="14097" y="20479"/>
                  </a:lnTo>
                  <a:lnTo>
                    <a:pt x="12859" y="20860"/>
                  </a:lnTo>
                  <a:lnTo>
                    <a:pt x="10954" y="23336"/>
                  </a:lnTo>
                  <a:lnTo>
                    <a:pt x="10668" y="26479"/>
                  </a:lnTo>
                  <a:lnTo>
                    <a:pt x="11525" y="29623"/>
                  </a:lnTo>
                  <a:lnTo>
                    <a:pt x="13145" y="32099"/>
                  </a:lnTo>
                  <a:lnTo>
                    <a:pt x="16002" y="32766"/>
                  </a:lnTo>
                  <a:lnTo>
                    <a:pt x="17526" y="33338"/>
                  </a:lnTo>
                  <a:lnTo>
                    <a:pt x="18479" y="34195"/>
                  </a:lnTo>
                  <a:lnTo>
                    <a:pt x="18669" y="35719"/>
                  </a:lnTo>
                  <a:lnTo>
                    <a:pt x="17335" y="38100"/>
                  </a:lnTo>
                  <a:lnTo>
                    <a:pt x="17907" y="43434"/>
                  </a:lnTo>
                  <a:lnTo>
                    <a:pt x="16669" y="46768"/>
                  </a:lnTo>
                  <a:lnTo>
                    <a:pt x="15050" y="50102"/>
                  </a:lnTo>
                  <a:lnTo>
                    <a:pt x="12287" y="60960"/>
                  </a:lnTo>
                  <a:lnTo>
                    <a:pt x="5048" y="73247"/>
                  </a:lnTo>
                  <a:lnTo>
                    <a:pt x="2191" y="79820"/>
                  </a:lnTo>
                  <a:lnTo>
                    <a:pt x="2000" y="81153"/>
                  </a:lnTo>
                  <a:lnTo>
                    <a:pt x="2191" y="82391"/>
                  </a:lnTo>
                  <a:lnTo>
                    <a:pt x="2667" y="84963"/>
                  </a:lnTo>
                  <a:lnTo>
                    <a:pt x="3048" y="85535"/>
                  </a:lnTo>
                  <a:lnTo>
                    <a:pt x="4000" y="86678"/>
                  </a:lnTo>
                  <a:lnTo>
                    <a:pt x="4286" y="87154"/>
                  </a:lnTo>
                  <a:lnTo>
                    <a:pt x="4000" y="88297"/>
                  </a:lnTo>
                  <a:lnTo>
                    <a:pt x="3429" y="89059"/>
                  </a:lnTo>
                  <a:lnTo>
                    <a:pt x="2858" y="89725"/>
                  </a:lnTo>
                  <a:lnTo>
                    <a:pt x="2476" y="90583"/>
                  </a:lnTo>
                  <a:lnTo>
                    <a:pt x="1429" y="93536"/>
                  </a:lnTo>
                  <a:lnTo>
                    <a:pt x="1143" y="94964"/>
                  </a:lnTo>
                  <a:lnTo>
                    <a:pt x="1238" y="96774"/>
                  </a:lnTo>
                  <a:lnTo>
                    <a:pt x="1810" y="98203"/>
                  </a:lnTo>
                  <a:lnTo>
                    <a:pt x="3238" y="100775"/>
                  </a:lnTo>
                  <a:lnTo>
                    <a:pt x="3524" y="102203"/>
                  </a:lnTo>
                  <a:lnTo>
                    <a:pt x="2762" y="105346"/>
                  </a:lnTo>
                  <a:lnTo>
                    <a:pt x="0" y="111728"/>
                  </a:lnTo>
                  <a:lnTo>
                    <a:pt x="2096" y="112586"/>
                  </a:lnTo>
                  <a:lnTo>
                    <a:pt x="3620" y="114300"/>
                  </a:lnTo>
                  <a:lnTo>
                    <a:pt x="7525" y="116967"/>
                  </a:lnTo>
                  <a:lnTo>
                    <a:pt x="8382" y="118300"/>
                  </a:lnTo>
                  <a:lnTo>
                    <a:pt x="8858" y="119444"/>
                  </a:lnTo>
                  <a:lnTo>
                    <a:pt x="8954" y="122015"/>
                  </a:lnTo>
                  <a:lnTo>
                    <a:pt x="9239" y="123349"/>
                  </a:lnTo>
                  <a:lnTo>
                    <a:pt x="9716" y="124396"/>
                  </a:lnTo>
                  <a:lnTo>
                    <a:pt x="11049" y="125444"/>
                  </a:lnTo>
                  <a:lnTo>
                    <a:pt x="13049" y="126111"/>
                  </a:lnTo>
                  <a:lnTo>
                    <a:pt x="16573" y="126206"/>
                  </a:lnTo>
                  <a:lnTo>
                    <a:pt x="21812" y="125444"/>
                  </a:lnTo>
                  <a:lnTo>
                    <a:pt x="26384" y="126302"/>
                  </a:lnTo>
                  <a:lnTo>
                    <a:pt x="38291" y="131159"/>
                  </a:lnTo>
                  <a:lnTo>
                    <a:pt x="39052" y="132207"/>
                  </a:lnTo>
                  <a:lnTo>
                    <a:pt x="39624" y="132588"/>
                  </a:lnTo>
                  <a:lnTo>
                    <a:pt x="40672" y="132969"/>
                  </a:lnTo>
                  <a:lnTo>
                    <a:pt x="42386" y="133064"/>
                  </a:lnTo>
                  <a:lnTo>
                    <a:pt x="46006" y="132302"/>
                  </a:lnTo>
                  <a:lnTo>
                    <a:pt x="48387" y="131064"/>
                  </a:lnTo>
                  <a:lnTo>
                    <a:pt x="51149" y="129159"/>
                  </a:lnTo>
                  <a:lnTo>
                    <a:pt x="59246" y="121158"/>
                  </a:lnTo>
                  <a:lnTo>
                    <a:pt x="62008" y="120967"/>
                  </a:lnTo>
                  <a:lnTo>
                    <a:pt x="70199" y="122206"/>
                  </a:lnTo>
                  <a:lnTo>
                    <a:pt x="76105" y="121539"/>
                  </a:lnTo>
                  <a:lnTo>
                    <a:pt x="76962" y="121825"/>
                  </a:lnTo>
                  <a:lnTo>
                    <a:pt x="79438" y="123920"/>
                  </a:lnTo>
                  <a:lnTo>
                    <a:pt x="82487" y="125063"/>
                  </a:lnTo>
                  <a:lnTo>
                    <a:pt x="84010" y="124682"/>
                  </a:lnTo>
                  <a:lnTo>
                    <a:pt x="84010" y="124682"/>
                  </a:lnTo>
                  <a:lnTo>
                    <a:pt x="83725" y="124492"/>
                  </a:lnTo>
                  <a:lnTo>
                    <a:pt x="84677" y="120682"/>
                  </a:lnTo>
                  <a:lnTo>
                    <a:pt x="86487" y="116491"/>
                  </a:lnTo>
                  <a:lnTo>
                    <a:pt x="88963" y="112776"/>
                  </a:lnTo>
                  <a:lnTo>
                    <a:pt x="91916" y="110776"/>
                  </a:lnTo>
                  <a:lnTo>
                    <a:pt x="98870" y="108966"/>
                  </a:lnTo>
                  <a:lnTo>
                    <a:pt x="100489" y="107633"/>
                  </a:lnTo>
                  <a:lnTo>
                    <a:pt x="101537" y="106871"/>
                  </a:lnTo>
                  <a:lnTo>
                    <a:pt x="102394" y="103156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1" name="Freeform: Shape 13">
              <a:extLst>
                <a:ext uri="{FF2B5EF4-FFF2-40B4-BE49-F238E27FC236}">
                  <a16:creationId xmlns:a16="http://schemas.microsoft.com/office/drawing/2014/main" id="{AA10906D-327B-C0BE-E210-DFA4CA015404}"/>
                </a:ext>
              </a:extLst>
            </p:cNvPr>
            <p:cNvSpPr/>
            <p:nvPr/>
          </p:nvSpPr>
          <p:spPr>
            <a:xfrm>
              <a:off x="6777995" y="2104229"/>
              <a:ext cx="1496602" cy="1369532"/>
            </a:xfrm>
            <a:custGeom>
              <a:avLst/>
              <a:gdLst>
                <a:gd name="connsiteX0" fmla="*/ 1013079 w 1009650"/>
                <a:gd name="connsiteY0" fmla="*/ 431101 h 923925"/>
                <a:gd name="connsiteX1" fmla="*/ 1012698 w 1009650"/>
                <a:gd name="connsiteY1" fmla="*/ 430530 h 923925"/>
                <a:gd name="connsiteX2" fmla="*/ 1012031 w 1009650"/>
                <a:gd name="connsiteY2" fmla="*/ 429959 h 923925"/>
                <a:gd name="connsiteX3" fmla="*/ 1011365 w 1009650"/>
                <a:gd name="connsiteY3" fmla="*/ 429578 h 923925"/>
                <a:gd name="connsiteX4" fmla="*/ 1010412 w 1009650"/>
                <a:gd name="connsiteY4" fmla="*/ 429292 h 923925"/>
                <a:gd name="connsiteX5" fmla="*/ 1007840 w 1009650"/>
                <a:gd name="connsiteY5" fmla="*/ 429006 h 923925"/>
                <a:gd name="connsiteX6" fmla="*/ 1006697 w 1009650"/>
                <a:gd name="connsiteY6" fmla="*/ 428625 h 923925"/>
                <a:gd name="connsiteX7" fmla="*/ 1005650 w 1009650"/>
                <a:gd name="connsiteY7" fmla="*/ 428149 h 923925"/>
                <a:gd name="connsiteX8" fmla="*/ 1004221 w 1009650"/>
                <a:gd name="connsiteY8" fmla="*/ 427768 h 923925"/>
                <a:gd name="connsiteX9" fmla="*/ 1002221 w 1009650"/>
                <a:gd name="connsiteY9" fmla="*/ 427482 h 923925"/>
                <a:gd name="connsiteX10" fmla="*/ 998792 w 1009650"/>
                <a:gd name="connsiteY10" fmla="*/ 427672 h 923925"/>
                <a:gd name="connsiteX11" fmla="*/ 997077 w 1009650"/>
                <a:gd name="connsiteY11" fmla="*/ 427958 h 923925"/>
                <a:gd name="connsiteX12" fmla="*/ 995553 w 1009650"/>
                <a:gd name="connsiteY12" fmla="*/ 428911 h 923925"/>
                <a:gd name="connsiteX13" fmla="*/ 994886 w 1009650"/>
                <a:gd name="connsiteY13" fmla="*/ 429578 h 923925"/>
                <a:gd name="connsiteX14" fmla="*/ 993839 w 1009650"/>
                <a:gd name="connsiteY14" fmla="*/ 430340 h 923925"/>
                <a:gd name="connsiteX15" fmla="*/ 993362 w 1009650"/>
                <a:gd name="connsiteY15" fmla="*/ 431006 h 923925"/>
                <a:gd name="connsiteX16" fmla="*/ 992886 w 1009650"/>
                <a:gd name="connsiteY16" fmla="*/ 431863 h 923925"/>
                <a:gd name="connsiteX17" fmla="*/ 992315 w 1009650"/>
                <a:gd name="connsiteY17" fmla="*/ 432435 h 923925"/>
                <a:gd name="connsiteX18" fmla="*/ 991362 w 1009650"/>
                <a:gd name="connsiteY18" fmla="*/ 432721 h 923925"/>
                <a:gd name="connsiteX19" fmla="*/ 988981 w 1009650"/>
                <a:gd name="connsiteY19" fmla="*/ 432625 h 923925"/>
                <a:gd name="connsiteX20" fmla="*/ 988124 w 1009650"/>
                <a:gd name="connsiteY20" fmla="*/ 432721 h 923925"/>
                <a:gd name="connsiteX21" fmla="*/ 987362 w 1009650"/>
                <a:gd name="connsiteY21" fmla="*/ 433388 h 923925"/>
                <a:gd name="connsiteX22" fmla="*/ 987171 w 1009650"/>
                <a:gd name="connsiteY22" fmla="*/ 434054 h 923925"/>
                <a:gd name="connsiteX23" fmla="*/ 987076 w 1009650"/>
                <a:gd name="connsiteY23" fmla="*/ 435007 h 923925"/>
                <a:gd name="connsiteX24" fmla="*/ 987171 w 1009650"/>
                <a:gd name="connsiteY24" fmla="*/ 437293 h 923925"/>
                <a:gd name="connsiteX25" fmla="*/ 986885 w 1009650"/>
                <a:gd name="connsiteY25" fmla="*/ 438150 h 923925"/>
                <a:gd name="connsiteX26" fmla="*/ 986600 w 1009650"/>
                <a:gd name="connsiteY26" fmla="*/ 438341 h 923925"/>
                <a:gd name="connsiteX27" fmla="*/ 985838 w 1009650"/>
                <a:gd name="connsiteY27" fmla="*/ 437959 h 923925"/>
                <a:gd name="connsiteX28" fmla="*/ 985457 w 1009650"/>
                <a:gd name="connsiteY28" fmla="*/ 437293 h 923925"/>
                <a:gd name="connsiteX29" fmla="*/ 985171 w 1009650"/>
                <a:gd name="connsiteY29" fmla="*/ 436531 h 923925"/>
                <a:gd name="connsiteX30" fmla="*/ 984790 w 1009650"/>
                <a:gd name="connsiteY30" fmla="*/ 435292 h 923925"/>
                <a:gd name="connsiteX31" fmla="*/ 984409 w 1009650"/>
                <a:gd name="connsiteY31" fmla="*/ 434721 h 923925"/>
                <a:gd name="connsiteX32" fmla="*/ 983456 w 1009650"/>
                <a:gd name="connsiteY32" fmla="*/ 433864 h 923925"/>
                <a:gd name="connsiteX33" fmla="*/ 982028 w 1009650"/>
                <a:gd name="connsiteY33" fmla="*/ 433483 h 923925"/>
                <a:gd name="connsiteX34" fmla="*/ 975170 w 1009650"/>
                <a:gd name="connsiteY34" fmla="*/ 433007 h 923925"/>
                <a:gd name="connsiteX35" fmla="*/ 971836 w 1009650"/>
                <a:gd name="connsiteY35" fmla="*/ 432149 h 923925"/>
                <a:gd name="connsiteX36" fmla="*/ 970788 w 1009650"/>
                <a:gd name="connsiteY36" fmla="*/ 432149 h 923925"/>
                <a:gd name="connsiteX37" fmla="*/ 969645 w 1009650"/>
                <a:gd name="connsiteY37" fmla="*/ 432340 h 923925"/>
                <a:gd name="connsiteX38" fmla="*/ 968216 w 1009650"/>
                <a:gd name="connsiteY38" fmla="*/ 433388 h 923925"/>
                <a:gd name="connsiteX39" fmla="*/ 967740 w 1009650"/>
                <a:gd name="connsiteY39" fmla="*/ 433673 h 923925"/>
                <a:gd name="connsiteX40" fmla="*/ 967073 w 1009650"/>
                <a:gd name="connsiteY40" fmla="*/ 433292 h 923925"/>
                <a:gd name="connsiteX41" fmla="*/ 966692 w 1009650"/>
                <a:gd name="connsiteY41" fmla="*/ 432816 h 923925"/>
                <a:gd name="connsiteX42" fmla="*/ 966121 w 1009650"/>
                <a:gd name="connsiteY42" fmla="*/ 432340 h 923925"/>
                <a:gd name="connsiteX43" fmla="*/ 965359 w 1009650"/>
                <a:gd name="connsiteY43" fmla="*/ 431959 h 923925"/>
                <a:gd name="connsiteX44" fmla="*/ 964121 w 1009650"/>
                <a:gd name="connsiteY44" fmla="*/ 431578 h 923925"/>
                <a:gd name="connsiteX45" fmla="*/ 957072 w 1009650"/>
                <a:gd name="connsiteY45" fmla="*/ 430625 h 923925"/>
                <a:gd name="connsiteX46" fmla="*/ 954024 w 1009650"/>
                <a:gd name="connsiteY46" fmla="*/ 429673 h 923925"/>
                <a:gd name="connsiteX47" fmla="*/ 952405 w 1009650"/>
                <a:gd name="connsiteY47" fmla="*/ 429673 h 923925"/>
                <a:gd name="connsiteX48" fmla="*/ 950595 w 1009650"/>
                <a:gd name="connsiteY48" fmla="*/ 430244 h 923925"/>
                <a:gd name="connsiteX49" fmla="*/ 949166 w 1009650"/>
                <a:gd name="connsiteY49" fmla="*/ 431197 h 923925"/>
                <a:gd name="connsiteX50" fmla="*/ 946023 w 1009650"/>
                <a:gd name="connsiteY50" fmla="*/ 434435 h 923925"/>
                <a:gd name="connsiteX51" fmla="*/ 943356 w 1009650"/>
                <a:gd name="connsiteY51" fmla="*/ 436245 h 923925"/>
                <a:gd name="connsiteX52" fmla="*/ 928211 w 1009650"/>
                <a:gd name="connsiteY52" fmla="*/ 442722 h 923925"/>
                <a:gd name="connsiteX53" fmla="*/ 927068 w 1009650"/>
                <a:gd name="connsiteY53" fmla="*/ 442913 h 923925"/>
                <a:gd name="connsiteX54" fmla="*/ 926116 w 1009650"/>
                <a:gd name="connsiteY54" fmla="*/ 443008 h 923925"/>
                <a:gd name="connsiteX55" fmla="*/ 924497 w 1009650"/>
                <a:gd name="connsiteY55" fmla="*/ 442341 h 923925"/>
                <a:gd name="connsiteX56" fmla="*/ 923830 w 1009650"/>
                <a:gd name="connsiteY56" fmla="*/ 442246 h 923925"/>
                <a:gd name="connsiteX57" fmla="*/ 923163 w 1009650"/>
                <a:gd name="connsiteY57" fmla="*/ 442627 h 923925"/>
                <a:gd name="connsiteX58" fmla="*/ 921734 w 1009650"/>
                <a:gd name="connsiteY58" fmla="*/ 446056 h 923925"/>
                <a:gd name="connsiteX59" fmla="*/ 920782 w 1009650"/>
                <a:gd name="connsiteY59" fmla="*/ 447580 h 923925"/>
                <a:gd name="connsiteX60" fmla="*/ 919163 w 1009650"/>
                <a:gd name="connsiteY60" fmla="*/ 449390 h 923925"/>
                <a:gd name="connsiteX61" fmla="*/ 916305 w 1009650"/>
                <a:gd name="connsiteY61" fmla="*/ 450151 h 923925"/>
                <a:gd name="connsiteX62" fmla="*/ 915257 w 1009650"/>
                <a:gd name="connsiteY62" fmla="*/ 449675 h 923925"/>
                <a:gd name="connsiteX63" fmla="*/ 914972 w 1009650"/>
                <a:gd name="connsiteY63" fmla="*/ 449294 h 923925"/>
                <a:gd name="connsiteX64" fmla="*/ 914876 w 1009650"/>
                <a:gd name="connsiteY64" fmla="*/ 448437 h 923925"/>
                <a:gd name="connsiteX65" fmla="*/ 915353 w 1009650"/>
                <a:gd name="connsiteY65" fmla="*/ 445675 h 923925"/>
                <a:gd name="connsiteX66" fmla="*/ 915543 w 1009650"/>
                <a:gd name="connsiteY66" fmla="*/ 442817 h 923925"/>
                <a:gd name="connsiteX67" fmla="*/ 915353 w 1009650"/>
                <a:gd name="connsiteY67" fmla="*/ 440722 h 923925"/>
                <a:gd name="connsiteX68" fmla="*/ 915448 w 1009650"/>
                <a:gd name="connsiteY68" fmla="*/ 439769 h 923925"/>
                <a:gd name="connsiteX69" fmla="*/ 915734 w 1009650"/>
                <a:gd name="connsiteY69" fmla="*/ 438721 h 923925"/>
                <a:gd name="connsiteX70" fmla="*/ 916496 w 1009650"/>
                <a:gd name="connsiteY70" fmla="*/ 437579 h 923925"/>
                <a:gd name="connsiteX71" fmla="*/ 918210 w 1009650"/>
                <a:gd name="connsiteY71" fmla="*/ 436055 h 923925"/>
                <a:gd name="connsiteX72" fmla="*/ 922496 w 1009650"/>
                <a:gd name="connsiteY72" fmla="*/ 433483 h 923925"/>
                <a:gd name="connsiteX73" fmla="*/ 941832 w 1009650"/>
                <a:gd name="connsiteY73" fmla="*/ 424625 h 923925"/>
                <a:gd name="connsiteX74" fmla="*/ 944309 w 1009650"/>
                <a:gd name="connsiteY74" fmla="*/ 423767 h 923925"/>
                <a:gd name="connsiteX75" fmla="*/ 950119 w 1009650"/>
                <a:gd name="connsiteY75" fmla="*/ 422529 h 923925"/>
                <a:gd name="connsiteX76" fmla="*/ 951548 w 1009650"/>
                <a:gd name="connsiteY76" fmla="*/ 421767 h 923925"/>
                <a:gd name="connsiteX77" fmla="*/ 952310 w 1009650"/>
                <a:gd name="connsiteY77" fmla="*/ 420719 h 923925"/>
                <a:gd name="connsiteX78" fmla="*/ 952310 w 1009650"/>
                <a:gd name="connsiteY78" fmla="*/ 419100 h 923925"/>
                <a:gd name="connsiteX79" fmla="*/ 951643 w 1009650"/>
                <a:gd name="connsiteY79" fmla="*/ 418052 h 923925"/>
                <a:gd name="connsiteX80" fmla="*/ 950976 w 1009650"/>
                <a:gd name="connsiteY80" fmla="*/ 417671 h 923925"/>
                <a:gd name="connsiteX81" fmla="*/ 950214 w 1009650"/>
                <a:gd name="connsiteY81" fmla="*/ 417862 h 923925"/>
                <a:gd name="connsiteX82" fmla="*/ 949643 w 1009650"/>
                <a:gd name="connsiteY82" fmla="*/ 418243 h 923925"/>
                <a:gd name="connsiteX83" fmla="*/ 949166 w 1009650"/>
                <a:gd name="connsiteY83" fmla="*/ 418719 h 923925"/>
                <a:gd name="connsiteX84" fmla="*/ 948214 w 1009650"/>
                <a:gd name="connsiteY84" fmla="*/ 420148 h 923925"/>
                <a:gd name="connsiteX85" fmla="*/ 947642 w 1009650"/>
                <a:gd name="connsiteY85" fmla="*/ 420434 h 923925"/>
                <a:gd name="connsiteX86" fmla="*/ 947071 w 1009650"/>
                <a:gd name="connsiteY86" fmla="*/ 420338 h 923925"/>
                <a:gd name="connsiteX87" fmla="*/ 946404 w 1009650"/>
                <a:gd name="connsiteY87" fmla="*/ 419576 h 923925"/>
                <a:gd name="connsiteX88" fmla="*/ 944594 w 1009650"/>
                <a:gd name="connsiteY88" fmla="*/ 416052 h 923925"/>
                <a:gd name="connsiteX89" fmla="*/ 944118 w 1009650"/>
                <a:gd name="connsiteY89" fmla="*/ 415385 h 923925"/>
                <a:gd name="connsiteX90" fmla="*/ 943547 w 1009650"/>
                <a:gd name="connsiteY90" fmla="*/ 415100 h 923925"/>
                <a:gd name="connsiteX91" fmla="*/ 942975 w 1009650"/>
                <a:gd name="connsiteY91" fmla="*/ 415100 h 923925"/>
                <a:gd name="connsiteX92" fmla="*/ 942499 w 1009650"/>
                <a:gd name="connsiteY92" fmla="*/ 415385 h 923925"/>
                <a:gd name="connsiteX93" fmla="*/ 942023 w 1009650"/>
                <a:gd name="connsiteY93" fmla="*/ 415957 h 923925"/>
                <a:gd name="connsiteX94" fmla="*/ 941737 w 1009650"/>
                <a:gd name="connsiteY94" fmla="*/ 416528 h 923925"/>
                <a:gd name="connsiteX95" fmla="*/ 941261 w 1009650"/>
                <a:gd name="connsiteY95" fmla="*/ 417100 h 923925"/>
                <a:gd name="connsiteX96" fmla="*/ 940784 w 1009650"/>
                <a:gd name="connsiteY96" fmla="*/ 417195 h 923925"/>
                <a:gd name="connsiteX97" fmla="*/ 937927 w 1009650"/>
                <a:gd name="connsiteY97" fmla="*/ 417100 h 923925"/>
                <a:gd name="connsiteX98" fmla="*/ 933926 w 1009650"/>
                <a:gd name="connsiteY98" fmla="*/ 416338 h 923925"/>
                <a:gd name="connsiteX99" fmla="*/ 932879 w 1009650"/>
                <a:gd name="connsiteY99" fmla="*/ 415957 h 923925"/>
                <a:gd name="connsiteX100" fmla="*/ 932021 w 1009650"/>
                <a:gd name="connsiteY100" fmla="*/ 415290 h 923925"/>
                <a:gd name="connsiteX101" fmla="*/ 931640 w 1009650"/>
                <a:gd name="connsiteY101" fmla="*/ 414338 h 923925"/>
                <a:gd name="connsiteX102" fmla="*/ 931259 w 1009650"/>
                <a:gd name="connsiteY102" fmla="*/ 412528 h 923925"/>
                <a:gd name="connsiteX103" fmla="*/ 930783 w 1009650"/>
                <a:gd name="connsiteY103" fmla="*/ 412051 h 923925"/>
                <a:gd name="connsiteX104" fmla="*/ 930307 w 1009650"/>
                <a:gd name="connsiteY104" fmla="*/ 411861 h 923925"/>
                <a:gd name="connsiteX105" fmla="*/ 929069 w 1009650"/>
                <a:gd name="connsiteY105" fmla="*/ 411956 h 923925"/>
                <a:gd name="connsiteX106" fmla="*/ 928402 w 1009650"/>
                <a:gd name="connsiteY106" fmla="*/ 411671 h 923925"/>
                <a:gd name="connsiteX107" fmla="*/ 927830 w 1009650"/>
                <a:gd name="connsiteY107" fmla="*/ 411290 h 923925"/>
                <a:gd name="connsiteX108" fmla="*/ 927449 w 1009650"/>
                <a:gd name="connsiteY108" fmla="*/ 410718 h 923925"/>
                <a:gd name="connsiteX109" fmla="*/ 927164 w 1009650"/>
                <a:gd name="connsiteY109" fmla="*/ 410051 h 923925"/>
                <a:gd name="connsiteX110" fmla="*/ 926973 w 1009650"/>
                <a:gd name="connsiteY110" fmla="*/ 409575 h 923925"/>
                <a:gd name="connsiteX111" fmla="*/ 926973 w 1009650"/>
                <a:gd name="connsiteY111" fmla="*/ 408813 h 923925"/>
                <a:gd name="connsiteX112" fmla="*/ 927068 w 1009650"/>
                <a:gd name="connsiteY112" fmla="*/ 408242 h 923925"/>
                <a:gd name="connsiteX113" fmla="*/ 927640 w 1009650"/>
                <a:gd name="connsiteY113" fmla="*/ 407480 h 923925"/>
                <a:gd name="connsiteX114" fmla="*/ 928592 w 1009650"/>
                <a:gd name="connsiteY114" fmla="*/ 407003 h 923925"/>
                <a:gd name="connsiteX115" fmla="*/ 935641 w 1009650"/>
                <a:gd name="connsiteY115" fmla="*/ 405098 h 923925"/>
                <a:gd name="connsiteX116" fmla="*/ 937546 w 1009650"/>
                <a:gd name="connsiteY116" fmla="*/ 404146 h 923925"/>
                <a:gd name="connsiteX117" fmla="*/ 938403 w 1009650"/>
                <a:gd name="connsiteY117" fmla="*/ 402526 h 923925"/>
                <a:gd name="connsiteX118" fmla="*/ 938594 w 1009650"/>
                <a:gd name="connsiteY118" fmla="*/ 401384 h 923925"/>
                <a:gd name="connsiteX119" fmla="*/ 939070 w 1009650"/>
                <a:gd name="connsiteY119" fmla="*/ 400336 h 923925"/>
                <a:gd name="connsiteX120" fmla="*/ 940594 w 1009650"/>
                <a:gd name="connsiteY120" fmla="*/ 399669 h 923925"/>
                <a:gd name="connsiteX121" fmla="*/ 943166 w 1009650"/>
                <a:gd name="connsiteY121" fmla="*/ 398145 h 923925"/>
                <a:gd name="connsiteX122" fmla="*/ 945166 w 1009650"/>
                <a:gd name="connsiteY122" fmla="*/ 394811 h 923925"/>
                <a:gd name="connsiteX123" fmla="*/ 944594 w 1009650"/>
                <a:gd name="connsiteY123" fmla="*/ 393287 h 923925"/>
                <a:gd name="connsiteX124" fmla="*/ 943737 w 1009650"/>
                <a:gd name="connsiteY124" fmla="*/ 392906 h 923925"/>
                <a:gd name="connsiteX125" fmla="*/ 943261 w 1009650"/>
                <a:gd name="connsiteY125" fmla="*/ 392525 h 923925"/>
                <a:gd name="connsiteX126" fmla="*/ 942689 w 1009650"/>
                <a:gd name="connsiteY126" fmla="*/ 391859 h 923925"/>
                <a:gd name="connsiteX127" fmla="*/ 941927 w 1009650"/>
                <a:gd name="connsiteY127" fmla="*/ 389192 h 923925"/>
                <a:gd name="connsiteX128" fmla="*/ 941451 w 1009650"/>
                <a:gd name="connsiteY128" fmla="*/ 387763 h 923925"/>
                <a:gd name="connsiteX129" fmla="*/ 940403 w 1009650"/>
                <a:gd name="connsiteY129" fmla="*/ 386334 h 923925"/>
                <a:gd name="connsiteX130" fmla="*/ 939737 w 1009650"/>
                <a:gd name="connsiteY130" fmla="*/ 384905 h 923925"/>
                <a:gd name="connsiteX131" fmla="*/ 939165 w 1009650"/>
                <a:gd name="connsiteY131" fmla="*/ 382429 h 923925"/>
                <a:gd name="connsiteX132" fmla="*/ 939356 w 1009650"/>
                <a:gd name="connsiteY132" fmla="*/ 381095 h 923925"/>
                <a:gd name="connsiteX133" fmla="*/ 939356 w 1009650"/>
                <a:gd name="connsiteY133" fmla="*/ 379857 h 923925"/>
                <a:gd name="connsiteX134" fmla="*/ 939260 w 1009650"/>
                <a:gd name="connsiteY134" fmla="*/ 379190 h 923925"/>
                <a:gd name="connsiteX135" fmla="*/ 938784 w 1009650"/>
                <a:gd name="connsiteY135" fmla="*/ 378428 h 923925"/>
                <a:gd name="connsiteX136" fmla="*/ 937832 w 1009650"/>
                <a:gd name="connsiteY136" fmla="*/ 378047 h 923925"/>
                <a:gd name="connsiteX137" fmla="*/ 935165 w 1009650"/>
                <a:gd name="connsiteY137" fmla="*/ 377952 h 923925"/>
                <a:gd name="connsiteX138" fmla="*/ 934212 w 1009650"/>
                <a:gd name="connsiteY138" fmla="*/ 377571 h 923925"/>
                <a:gd name="connsiteX139" fmla="*/ 933545 w 1009650"/>
                <a:gd name="connsiteY139" fmla="*/ 377190 h 923925"/>
                <a:gd name="connsiteX140" fmla="*/ 927259 w 1009650"/>
                <a:gd name="connsiteY140" fmla="*/ 372523 h 923925"/>
                <a:gd name="connsiteX141" fmla="*/ 926402 w 1009650"/>
                <a:gd name="connsiteY141" fmla="*/ 372046 h 923925"/>
                <a:gd name="connsiteX142" fmla="*/ 925259 w 1009650"/>
                <a:gd name="connsiteY142" fmla="*/ 371761 h 923925"/>
                <a:gd name="connsiteX143" fmla="*/ 923258 w 1009650"/>
                <a:gd name="connsiteY143" fmla="*/ 371475 h 923925"/>
                <a:gd name="connsiteX144" fmla="*/ 922401 w 1009650"/>
                <a:gd name="connsiteY144" fmla="*/ 371189 h 923925"/>
                <a:gd name="connsiteX145" fmla="*/ 921353 w 1009650"/>
                <a:gd name="connsiteY145" fmla="*/ 370522 h 923925"/>
                <a:gd name="connsiteX146" fmla="*/ 920401 w 1009650"/>
                <a:gd name="connsiteY146" fmla="*/ 369761 h 923925"/>
                <a:gd name="connsiteX147" fmla="*/ 919448 w 1009650"/>
                <a:gd name="connsiteY147" fmla="*/ 368427 h 923925"/>
                <a:gd name="connsiteX148" fmla="*/ 918686 w 1009650"/>
                <a:gd name="connsiteY148" fmla="*/ 366903 h 923925"/>
                <a:gd name="connsiteX149" fmla="*/ 917258 w 1009650"/>
                <a:gd name="connsiteY149" fmla="*/ 361474 h 923925"/>
                <a:gd name="connsiteX150" fmla="*/ 915829 w 1009650"/>
                <a:gd name="connsiteY150" fmla="*/ 359759 h 923925"/>
                <a:gd name="connsiteX151" fmla="*/ 914114 w 1009650"/>
                <a:gd name="connsiteY151" fmla="*/ 356616 h 923925"/>
                <a:gd name="connsiteX152" fmla="*/ 909161 w 1009650"/>
                <a:gd name="connsiteY152" fmla="*/ 350806 h 923925"/>
                <a:gd name="connsiteX153" fmla="*/ 908590 w 1009650"/>
                <a:gd name="connsiteY153" fmla="*/ 349663 h 923925"/>
                <a:gd name="connsiteX154" fmla="*/ 908209 w 1009650"/>
                <a:gd name="connsiteY154" fmla="*/ 348329 h 923925"/>
                <a:gd name="connsiteX155" fmla="*/ 908304 w 1009650"/>
                <a:gd name="connsiteY155" fmla="*/ 346329 h 923925"/>
                <a:gd name="connsiteX156" fmla="*/ 908685 w 1009650"/>
                <a:gd name="connsiteY156" fmla="*/ 345091 h 923925"/>
                <a:gd name="connsiteX157" fmla="*/ 908780 w 1009650"/>
                <a:gd name="connsiteY157" fmla="*/ 344234 h 923925"/>
                <a:gd name="connsiteX158" fmla="*/ 908590 w 1009650"/>
                <a:gd name="connsiteY158" fmla="*/ 343376 h 923925"/>
                <a:gd name="connsiteX159" fmla="*/ 907923 w 1009650"/>
                <a:gd name="connsiteY159" fmla="*/ 342614 h 923925"/>
                <a:gd name="connsiteX160" fmla="*/ 906494 w 1009650"/>
                <a:gd name="connsiteY160" fmla="*/ 341567 h 923925"/>
                <a:gd name="connsiteX161" fmla="*/ 906018 w 1009650"/>
                <a:gd name="connsiteY161" fmla="*/ 340995 h 923925"/>
                <a:gd name="connsiteX162" fmla="*/ 905923 w 1009650"/>
                <a:gd name="connsiteY162" fmla="*/ 340328 h 923925"/>
                <a:gd name="connsiteX163" fmla="*/ 906209 w 1009650"/>
                <a:gd name="connsiteY163" fmla="*/ 339376 h 923925"/>
                <a:gd name="connsiteX164" fmla="*/ 906685 w 1009650"/>
                <a:gd name="connsiteY164" fmla="*/ 338709 h 923925"/>
                <a:gd name="connsiteX165" fmla="*/ 907542 w 1009650"/>
                <a:gd name="connsiteY165" fmla="*/ 337661 h 923925"/>
                <a:gd name="connsiteX166" fmla="*/ 907923 w 1009650"/>
                <a:gd name="connsiteY166" fmla="*/ 337090 h 923925"/>
                <a:gd name="connsiteX167" fmla="*/ 907923 w 1009650"/>
                <a:gd name="connsiteY167" fmla="*/ 336233 h 923925"/>
                <a:gd name="connsiteX168" fmla="*/ 907733 w 1009650"/>
                <a:gd name="connsiteY168" fmla="*/ 333946 h 923925"/>
                <a:gd name="connsiteX169" fmla="*/ 907066 w 1009650"/>
                <a:gd name="connsiteY169" fmla="*/ 331470 h 923925"/>
                <a:gd name="connsiteX170" fmla="*/ 906209 w 1009650"/>
                <a:gd name="connsiteY170" fmla="*/ 329946 h 923925"/>
                <a:gd name="connsiteX171" fmla="*/ 905637 w 1009650"/>
                <a:gd name="connsiteY171" fmla="*/ 329375 h 923925"/>
                <a:gd name="connsiteX172" fmla="*/ 905066 w 1009650"/>
                <a:gd name="connsiteY172" fmla="*/ 328993 h 923925"/>
                <a:gd name="connsiteX173" fmla="*/ 904494 w 1009650"/>
                <a:gd name="connsiteY173" fmla="*/ 328803 h 923925"/>
                <a:gd name="connsiteX174" fmla="*/ 904018 w 1009650"/>
                <a:gd name="connsiteY174" fmla="*/ 328613 h 923925"/>
                <a:gd name="connsiteX175" fmla="*/ 903542 w 1009650"/>
                <a:gd name="connsiteY175" fmla="*/ 328136 h 923925"/>
                <a:gd name="connsiteX176" fmla="*/ 903256 w 1009650"/>
                <a:gd name="connsiteY176" fmla="*/ 327279 h 923925"/>
                <a:gd name="connsiteX177" fmla="*/ 903446 w 1009650"/>
                <a:gd name="connsiteY177" fmla="*/ 324421 h 923925"/>
                <a:gd name="connsiteX178" fmla="*/ 903161 w 1009650"/>
                <a:gd name="connsiteY178" fmla="*/ 321183 h 923925"/>
                <a:gd name="connsiteX179" fmla="*/ 901732 w 1009650"/>
                <a:gd name="connsiteY179" fmla="*/ 315944 h 923925"/>
                <a:gd name="connsiteX180" fmla="*/ 898493 w 1009650"/>
                <a:gd name="connsiteY180" fmla="*/ 315278 h 923925"/>
                <a:gd name="connsiteX181" fmla="*/ 896779 w 1009650"/>
                <a:gd name="connsiteY181" fmla="*/ 317563 h 923925"/>
                <a:gd name="connsiteX182" fmla="*/ 896303 w 1009650"/>
                <a:gd name="connsiteY182" fmla="*/ 318040 h 923925"/>
                <a:gd name="connsiteX183" fmla="*/ 895826 w 1009650"/>
                <a:gd name="connsiteY183" fmla="*/ 318135 h 923925"/>
                <a:gd name="connsiteX184" fmla="*/ 895064 w 1009650"/>
                <a:gd name="connsiteY184" fmla="*/ 317659 h 923925"/>
                <a:gd name="connsiteX185" fmla="*/ 894493 w 1009650"/>
                <a:gd name="connsiteY185" fmla="*/ 316801 h 923925"/>
                <a:gd name="connsiteX186" fmla="*/ 893731 w 1009650"/>
                <a:gd name="connsiteY186" fmla="*/ 315468 h 923925"/>
                <a:gd name="connsiteX187" fmla="*/ 893064 w 1009650"/>
                <a:gd name="connsiteY187" fmla="*/ 314896 h 923925"/>
                <a:gd name="connsiteX188" fmla="*/ 892302 w 1009650"/>
                <a:gd name="connsiteY188" fmla="*/ 314992 h 923925"/>
                <a:gd name="connsiteX189" fmla="*/ 891635 w 1009650"/>
                <a:gd name="connsiteY189" fmla="*/ 316801 h 923925"/>
                <a:gd name="connsiteX190" fmla="*/ 891064 w 1009650"/>
                <a:gd name="connsiteY190" fmla="*/ 317373 h 923925"/>
                <a:gd name="connsiteX191" fmla="*/ 889826 w 1009650"/>
                <a:gd name="connsiteY191" fmla="*/ 317278 h 923925"/>
                <a:gd name="connsiteX192" fmla="*/ 889254 w 1009650"/>
                <a:gd name="connsiteY192" fmla="*/ 316421 h 923925"/>
                <a:gd name="connsiteX193" fmla="*/ 888873 w 1009650"/>
                <a:gd name="connsiteY193" fmla="*/ 315468 h 923925"/>
                <a:gd name="connsiteX194" fmla="*/ 888302 w 1009650"/>
                <a:gd name="connsiteY194" fmla="*/ 314896 h 923925"/>
                <a:gd name="connsiteX195" fmla="*/ 887540 w 1009650"/>
                <a:gd name="connsiteY195" fmla="*/ 314896 h 923925"/>
                <a:gd name="connsiteX196" fmla="*/ 885825 w 1009650"/>
                <a:gd name="connsiteY196" fmla="*/ 317183 h 923925"/>
                <a:gd name="connsiteX197" fmla="*/ 884777 w 1009650"/>
                <a:gd name="connsiteY197" fmla="*/ 317945 h 923925"/>
                <a:gd name="connsiteX198" fmla="*/ 882872 w 1009650"/>
                <a:gd name="connsiteY198" fmla="*/ 318040 h 923925"/>
                <a:gd name="connsiteX199" fmla="*/ 880777 w 1009650"/>
                <a:gd name="connsiteY199" fmla="*/ 317468 h 923925"/>
                <a:gd name="connsiteX200" fmla="*/ 876967 w 1009650"/>
                <a:gd name="connsiteY200" fmla="*/ 315849 h 923925"/>
                <a:gd name="connsiteX201" fmla="*/ 875348 w 1009650"/>
                <a:gd name="connsiteY201" fmla="*/ 315659 h 923925"/>
                <a:gd name="connsiteX202" fmla="*/ 874014 w 1009650"/>
                <a:gd name="connsiteY202" fmla="*/ 316230 h 923925"/>
                <a:gd name="connsiteX203" fmla="*/ 872966 w 1009650"/>
                <a:gd name="connsiteY203" fmla="*/ 318230 h 923925"/>
                <a:gd name="connsiteX204" fmla="*/ 873062 w 1009650"/>
                <a:gd name="connsiteY204" fmla="*/ 319564 h 923925"/>
                <a:gd name="connsiteX205" fmla="*/ 873728 w 1009650"/>
                <a:gd name="connsiteY205" fmla="*/ 320612 h 923925"/>
                <a:gd name="connsiteX206" fmla="*/ 877253 w 1009650"/>
                <a:gd name="connsiteY206" fmla="*/ 322231 h 923925"/>
                <a:gd name="connsiteX207" fmla="*/ 878110 w 1009650"/>
                <a:gd name="connsiteY207" fmla="*/ 323183 h 923925"/>
                <a:gd name="connsiteX208" fmla="*/ 878300 w 1009650"/>
                <a:gd name="connsiteY208" fmla="*/ 324136 h 923925"/>
                <a:gd name="connsiteX209" fmla="*/ 877634 w 1009650"/>
                <a:gd name="connsiteY209" fmla="*/ 324803 h 923925"/>
                <a:gd name="connsiteX210" fmla="*/ 871633 w 1009650"/>
                <a:gd name="connsiteY210" fmla="*/ 325469 h 923925"/>
                <a:gd name="connsiteX211" fmla="*/ 870014 w 1009650"/>
                <a:gd name="connsiteY211" fmla="*/ 326231 h 923925"/>
                <a:gd name="connsiteX212" fmla="*/ 868585 w 1009650"/>
                <a:gd name="connsiteY212" fmla="*/ 327946 h 923925"/>
                <a:gd name="connsiteX213" fmla="*/ 867156 w 1009650"/>
                <a:gd name="connsiteY213" fmla="*/ 331565 h 923925"/>
                <a:gd name="connsiteX214" fmla="*/ 866204 w 1009650"/>
                <a:gd name="connsiteY214" fmla="*/ 332899 h 923925"/>
                <a:gd name="connsiteX215" fmla="*/ 862489 w 1009650"/>
                <a:gd name="connsiteY215" fmla="*/ 332708 h 923925"/>
                <a:gd name="connsiteX216" fmla="*/ 858965 w 1009650"/>
                <a:gd name="connsiteY216" fmla="*/ 334042 h 923925"/>
                <a:gd name="connsiteX217" fmla="*/ 857726 w 1009650"/>
                <a:gd name="connsiteY217" fmla="*/ 333375 h 923925"/>
                <a:gd name="connsiteX218" fmla="*/ 857250 w 1009650"/>
                <a:gd name="connsiteY218" fmla="*/ 332994 h 923925"/>
                <a:gd name="connsiteX219" fmla="*/ 856774 w 1009650"/>
                <a:gd name="connsiteY219" fmla="*/ 332327 h 923925"/>
                <a:gd name="connsiteX220" fmla="*/ 856679 w 1009650"/>
                <a:gd name="connsiteY220" fmla="*/ 331565 h 923925"/>
                <a:gd name="connsiteX221" fmla="*/ 857060 w 1009650"/>
                <a:gd name="connsiteY221" fmla="*/ 330708 h 923925"/>
                <a:gd name="connsiteX222" fmla="*/ 857536 w 1009650"/>
                <a:gd name="connsiteY222" fmla="*/ 330232 h 923925"/>
                <a:gd name="connsiteX223" fmla="*/ 859822 w 1009650"/>
                <a:gd name="connsiteY223" fmla="*/ 329565 h 923925"/>
                <a:gd name="connsiteX224" fmla="*/ 860012 w 1009650"/>
                <a:gd name="connsiteY224" fmla="*/ 329184 h 923925"/>
                <a:gd name="connsiteX225" fmla="*/ 860012 w 1009650"/>
                <a:gd name="connsiteY225" fmla="*/ 328613 h 923925"/>
                <a:gd name="connsiteX226" fmla="*/ 859441 w 1009650"/>
                <a:gd name="connsiteY226" fmla="*/ 327850 h 923925"/>
                <a:gd name="connsiteX227" fmla="*/ 858869 w 1009650"/>
                <a:gd name="connsiteY227" fmla="*/ 327279 h 923925"/>
                <a:gd name="connsiteX228" fmla="*/ 858298 w 1009650"/>
                <a:gd name="connsiteY228" fmla="*/ 326517 h 923925"/>
                <a:gd name="connsiteX229" fmla="*/ 857917 w 1009650"/>
                <a:gd name="connsiteY229" fmla="*/ 325660 h 923925"/>
                <a:gd name="connsiteX230" fmla="*/ 857917 w 1009650"/>
                <a:gd name="connsiteY230" fmla="*/ 324421 h 923925"/>
                <a:gd name="connsiteX231" fmla="*/ 859536 w 1009650"/>
                <a:gd name="connsiteY231" fmla="*/ 315182 h 923925"/>
                <a:gd name="connsiteX232" fmla="*/ 860012 w 1009650"/>
                <a:gd name="connsiteY232" fmla="*/ 314134 h 923925"/>
                <a:gd name="connsiteX233" fmla="*/ 862108 w 1009650"/>
                <a:gd name="connsiteY233" fmla="*/ 311087 h 923925"/>
                <a:gd name="connsiteX234" fmla="*/ 862489 w 1009650"/>
                <a:gd name="connsiteY234" fmla="*/ 310325 h 923925"/>
                <a:gd name="connsiteX235" fmla="*/ 862679 w 1009650"/>
                <a:gd name="connsiteY235" fmla="*/ 309658 h 923925"/>
                <a:gd name="connsiteX236" fmla="*/ 862775 w 1009650"/>
                <a:gd name="connsiteY236" fmla="*/ 308610 h 923925"/>
                <a:gd name="connsiteX237" fmla="*/ 862394 w 1009650"/>
                <a:gd name="connsiteY237" fmla="*/ 304038 h 923925"/>
                <a:gd name="connsiteX238" fmla="*/ 862775 w 1009650"/>
                <a:gd name="connsiteY238" fmla="*/ 302133 h 923925"/>
                <a:gd name="connsiteX239" fmla="*/ 862679 w 1009650"/>
                <a:gd name="connsiteY239" fmla="*/ 300990 h 923925"/>
                <a:gd name="connsiteX240" fmla="*/ 862489 w 1009650"/>
                <a:gd name="connsiteY240" fmla="*/ 299752 h 923925"/>
                <a:gd name="connsiteX241" fmla="*/ 861822 w 1009650"/>
                <a:gd name="connsiteY241" fmla="*/ 297656 h 923925"/>
                <a:gd name="connsiteX242" fmla="*/ 861727 w 1009650"/>
                <a:gd name="connsiteY242" fmla="*/ 296323 h 923925"/>
                <a:gd name="connsiteX243" fmla="*/ 861727 w 1009650"/>
                <a:gd name="connsiteY243" fmla="*/ 295275 h 923925"/>
                <a:gd name="connsiteX244" fmla="*/ 862013 w 1009650"/>
                <a:gd name="connsiteY244" fmla="*/ 294418 h 923925"/>
                <a:gd name="connsiteX245" fmla="*/ 862108 w 1009650"/>
                <a:gd name="connsiteY245" fmla="*/ 293561 h 923925"/>
                <a:gd name="connsiteX246" fmla="*/ 861917 w 1009650"/>
                <a:gd name="connsiteY246" fmla="*/ 292513 h 923925"/>
                <a:gd name="connsiteX247" fmla="*/ 861632 w 1009650"/>
                <a:gd name="connsiteY247" fmla="*/ 291275 h 923925"/>
                <a:gd name="connsiteX248" fmla="*/ 860679 w 1009650"/>
                <a:gd name="connsiteY248" fmla="*/ 288893 h 923925"/>
                <a:gd name="connsiteX249" fmla="*/ 860203 w 1009650"/>
                <a:gd name="connsiteY249" fmla="*/ 286703 h 923925"/>
                <a:gd name="connsiteX250" fmla="*/ 860108 w 1009650"/>
                <a:gd name="connsiteY250" fmla="*/ 284321 h 923925"/>
                <a:gd name="connsiteX251" fmla="*/ 860489 w 1009650"/>
                <a:gd name="connsiteY251" fmla="*/ 282130 h 923925"/>
                <a:gd name="connsiteX252" fmla="*/ 862489 w 1009650"/>
                <a:gd name="connsiteY252" fmla="*/ 274987 h 923925"/>
                <a:gd name="connsiteX253" fmla="*/ 862584 w 1009650"/>
                <a:gd name="connsiteY253" fmla="*/ 273367 h 923925"/>
                <a:gd name="connsiteX254" fmla="*/ 862394 w 1009650"/>
                <a:gd name="connsiteY254" fmla="*/ 271939 h 923925"/>
                <a:gd name="connsiteX255" fmla="*/ 861822 w 1009650"/>
                <a:gd name="connsiteY255" fmla="*/ 270510 h 923925"/>
                <a:gd name="connsiteX256" fmla="*/ 860679 w 1009650"/>
                <a:gd name="connsiteY256" fmla="*/ 269272 h 923925"/>
                <a:gd name="connsiteX257" fmla="*/ 856298 w 1009650"/>
                <a:gd name="connsiteY257" fmla="*/ 265652 h 923925"/>
                <a:gd name="connsiteX258" fmla="*/ 855250 w 1009650"/>
                <a:gd name="connsiteY258" fmla="*/ 264509 h 923925"/>
                <a:gd name="connsiteX259" fmla="*/ 854107 w 1009650"/>
                <a:gd name="connsiteY259" fmla="*/ 262509 h 923925"/>
                <a:gd name="connsiteX260" fmla="*/ 853631 w 1009650"/>
                <a:gd name="connsiteY260" fmla="*/ 261938 h 923925"/>
                <a:gd name="connsiteX261" fmla="*/ 852773 w 1009650"/>
                <a:gd name="connsiteY261" fmla="*/ 261080 h 923925"/>
                <a:gd name="connsiteX262" fmla="*/ 852011 w 1009650"/>
                <a:gd name="connsiteY262" fmla="*/ 260699 h 923925"/>
                <a:gd name="connsiteX263" fmla="*/ 851154 w 1009650"/>
                <a:gd name="connsiteY263" fmla="*/ 260414 h 923925"/>
                <a:gd name="connsiteX264" fmla="*/ 850106 w 1009650"/>
                <a:gd name="connsiteY264" fmla="*/ 260509 h 923925"/>
                <a:gd name="connsiteX265" fmla="*/ 849154 w 1009650"/>
                <a:gd name="connsiteY265" fmla="*/ 260794 h 923925"/>
                <a:gd name="connsiteX266" fmla="*/ 846677 w 1009650"/>
                <a:gd name="connsiteY266" fmla="*/ 262414 h 923925"/>
                <a:gd name="connsiteX267" fmla="*/ 845820 w 1009650"/>
                <a:gd name="connsiteY267" fmla="*/ 263366 h 923925"/>
                <a:gd name="connsiteX268" fmla="*/ 845058 w 1009650"/>
                <a:gd name="connsiteY268" fmla="*/ 264509 h 923925"/>
                <a:gd name="connsiteX269" fmla="*/ 844296 w 1009650"/>
                <a:gd name="connsiteY269" fmla="*/ 266605 h 923925"/>
                <a:gd name="connsiteX270" fmla="*/ 841439 w 1009650"/>
                <a:gd name="connsiteY270" fmla="*/ 270129 h 923925"/>
                <a:gd name="connsiteX271" fmla="*/ 838962 w 1009650"/>
                <a:gd name="connsiteY271" fmla="*/ 271748 h 923925"/>
                <a:gd name="connsiteX272" fmla="*/ 838105 w 1009650"/>
                <a:gd name="connsiteY272" fmla="*/ 272510 h 923925"/>
                <a:gd name="connsiteX273" fmla="*/ 836009 w 1009650"/>
                <a:gd name="connsiteY273" fmla="*/ 274225 h 923925"/>
                <a:gd name="connsiteX274" fmla="*/ 834771 w 1009650"/>
                <a:gd name="connsiteY274" fmla="*/ 274796 h 923925"/>
                <a:gd name="connsiteX275" fmla="*/ 834009 w 1009650"/>
                <a:gd name="connsiteY275" fmla="*/ 275272 h 923925"/>
                <a:gd name="connsiteX276" fmla="*/ 832771 w 1009650"/>
                <a:gd name="connsiteY276" fmla="*/ 276606 h 923925"/>
                <a:gd name="connsiteX277" fmla="*/ 831818 w 1009650"/>
                <a:gd name="connsiteY277" fmla="*/ 277463 h 923925"/>
                <a:gd name="connsiteX278" fmla="*/ 830104 w 1009650"/>
                <a:gd name="connsiteY278" fmla="*/ 278416 h 923925"/>
                <a:gd name="connsiteX279" fmla="*/ 829151 w 1009650"/>
                <a:gd name="connsiteY279" fmla="*/ 279273 h 923925"/>
                <a:gd name="connsiteX280" fmla="*/ 828580 w 1009650"/>
                <a:gd name="connsiteY280" fmla="*/ 279845 h 923925"/>
                <a:gd name="connsiteX281" fmla="*/ 828294 w 1009650"/>
                <a:gd name="connsiteY281" fmla="*/ 280607 h 923925"/>
                <a:gd name="connsiteX282" fmla="*/ 828104 w 1009650"/>
                <a:gd name="connsiteY282" fmla="*/ 281368 h 923925"/>
                <a:gd name="connsiteX283" fmla="*/ 828104 w 1009650"/>
                <a:gd name="connsiteY283" fmla="*/ 282226 h 923925"/>
                <a:gd name="connsiteX284" fmla="*/ 828294 w 1009650"/>
                <a:gd name="connsiteY284" fmla="*/ 283274 h 923925"/>
                <a:gd name="connsiteX285" fmla="*/ 828675 w 1009650"/>
                <a:gd name="connsiteY285" fmla="*/ 284417 h 923925"/>
                <a:gd name="connsiteX286" fmla="*/ 829913 w 1009650"/>
                <a:gd name="connsiteY286" fmla="*/ 287274 h 923925"/>
                <a:gd name="connsiteX287" fmla="*/ 830009 w 1009650"/>
                <a:gd name="connsiteY287" fmla="*/ 288226 h 923925"/>
                <a:gd name="connsiteX288" fmla="*/ 829913 w 1009650"/>
                <a:gd name="connsiteY288" fmla="*/ 288798 h 923925"/>
                <a:gd name="connsiteX289" fmla="*/ 828866 w 1009650"/>
                <a:gd name="connsiteY289" fmla="*/ 289274 h 923925"/>
                <a:gd name="connsiteX290" fmla="*/ 827437 w 1009650"/>
                <a:gd name="connsiteY290" fmla="*/ 289560 h 923925"/>
                <a:gd name="connsiteX291" fmla="*/ 824865 w 1009650"/>
                <a:gd name="connsiteY291" fmla="*/ 289846 h 923925"/>
                <a:gd name="connsiteX292" fmla="*/ 823627 w 1009650"/>
                <a:gd name="connsiteY292" fmla="*/ 290227 h 923925"/>
                <a:gd name="connsiteX293" fmla="*/ 822103 w 1009650"/>
                <a:gd name="connsiteY293" fmla="*/ 290893 h 923925"/>
                <a:gd name="connsiteX294" fmla="*/ 821722 w 1009650"/>
                <a:gd name="connsiteY294" fmla="*/ 291179 h 923925"/>
                <a:gd name="connsiteX295" fmla="*/ 821246 w 1009650"/>
                <a:gd name="connsiteY295" fmla="*/ 291655 h 923925"/>
                <a:gd name="connsiteX296" fmla="*/ 819436 w 1009650"/>
                <a:gd name="connsiteY296" fmla="*/ 294132 h 923925"/>
                <a:gd name="connsiteX297" fmla="*/ 818483 w 1009650"/>
                <a:gd name="connsiteY297" fmla="*/ 294799 h 923925"/>
                <a:gd name="connsiteX298" fmla="*/ 817817 w 1009650"/>
                <a:gd name="connsiteY298" fmla="*/ 294799 h 923925"/>
                <a:gd name="connsiteX299" fmla="*/ 816674 w 1009650"/>
                <a:gd name="connsiteY299" fmla="*/ 293846 h 923925"/>
                <a:gd name="connsiteX300" fmla="*/ 816102 w 1009650"/>
                <a:gd name="connsiteY300" fmla="*/ 292989 h 923925"/>
                <a:gd name="connsiteX301" fmla="*/ 815721 w 1009650"/>
                <a:gd name="connsiteY301" fmla="*/ 291941 h 923925"/>
                <a:gd name="connsiteX302" fmla="*/ 814578 w 1009650"/>
                <a:gd name="connsiteY302" fmla="*/ 287179 h 923925"/>
                <a:gd name="connsiteX303" fmla="*/ 814197 w 1009650"/>
                <a:gd name="connsiteY303" fmla="*/ 286036 h 923925"/>
                <a:gd name="connsiteX304" fmla="*/ 813530 w 1009650"/>
                <a:gd name="connsiteY304" fmla="*/ 285559 h 923925"/>
                <a:gd name="connsiteX305" fmla="*/ 812768 w 1009650"/>
                <a:gd name="connsiteY305" fmla="*/ 285369 h 923925"/>
                <a:gd name="connsiteX306" fmla="*/ 811244 w 1009650"/>
                <a:gd name="connsiteY306" fmla="*/ 285464 h 923925"/>
                <a:gd name="connsiteX307" fmla="*/ 810101 w 1009650"/>
                <a:gd name="connsiteY307" fmla="*/ 285369 h 923925"/>
                <a:gd name="connsiteX308" fmla="*/ 805910 w 1009650"/>
                <a:gd name="connsiteY308" fmla="*/ 283274 h 923925"/>
                <a:gd name="connsiteX309" fmla="*/ 805339 w 1009650"/>
                <a:gd name="connsiteY309" fmla="*/ 282607 h 923925"/>
                <a:gd name="connsiteX310" fmla="*/ 805529 w 1009650"/>
                <a:gd name="connsiteY310" fmla="*/ 281845 h 923925"/>
                <a:gd name="connsiteX311" fmla="*/ 806196 w 1009650"/>
                <a:gd name="connsiteY311" fmla="*/ 281368 h 923925"/>
                <a:gd name="connsiteX312" fmla="*/ 808387 w 1009650"/>
                <a:gd name="connsiteY312" fmla="*/ 280607 h 923925"/>
                <a:gd name="connsiteX313" fmla="*/ 808863 w 1009650"/>
                <a:gd name="connsiteY313" fmla="*/ 280321 h 923925"/>
                <a:gd name="connsiteX314" fmla="*/ 808958 w 1009650"/>
                <a:gd name="connsiteY314" fmla="*/ 279940 h 923925"/>
                <a:gd name="connsiteX315" fmla="*/ 808577 w 1009650"/>
                <a:gd name="connsiteY315" fmla="*/ 279559 h 923925"/>
                <a:gd name="connsiteX316" fmla="*/ 808101 w 1009650"/>
                <a:gd name="connsiteY316" fmla="*/ 279083 h 923925"/>
                <a:gd name="connsiteX317" fmla="*/ 805434 w 1009650"/>
                <a:gd name="connsiteY317" fmla="*/ 277463 h 923925"/>
                <a:gd name="connsiteX318" fmla="*/ 804958 w 1009650"/>
                <a:gd name="connsiteY318" fmla="*/ 276606 h 923925"/>
                <a:gd name="connsiteX319" fmla="*/ 804767 w 1009650"/>
                <a:gd name="connsiteY319" fmla="*/ 275749 h 923925"/>
                <a:gd name="connsiteX320" fmla="*/ 804863 w 1009650"/>
                <a:gd name="connsiteY320" fmla="*/ 275082 h 923925"/>
                <a:gd name="connsiteX321" fmla="*/ 805339 w 1009650"/>
                <a:gd name="connsiteY321" fmla="*/ 274892 h 923925"/>
                <a:gd name="connsiteX322" fmla="*/ 806101 w 1009650"/>
                <a:gd name="connsiteY322" fmla="*/ 274987 h 923925"/>
                <a:gd name="connsiteX323" fmla="*/ 807434 w 1009650"/>
                <a:gd name="connsiteY323" fmla="*/ 275558 h 923925"/>
                <a:gd name="connsiteX324" fmla="*/ 808387 w 1009650"/>
                <a:gd name="connsiteY324" fmla="*/ 275844 h 923925"/>
                <a:gd name="connsiteX325" fmla="*/ 809339 w 1009650"/>
                <a:gd name="connsiteY325" fmla="*/ 275939 h 923925"/>
                <a:gd name="connsiteX326" fmla="*/ 809720 w 1009650"/>
                <a:gd name="connsiteY326" fmla="*/ 275654 h 923925"/>
                <a:gd name="connsiteX327" fmla="*/ 809625 w 1009650"/>
                <a:gd name="connsiteY327" fmla="*/ 275082 h 923925"/>
                <a:gd name="connsiteX328" fmla="*/ 809244 w 1009650"/>
                <a:gd name="connsiteY328" fmla="*/ 274225 h 923925"/>
                <a:gd name="connsiteX329" fmla="*/ 806291 w 1009650"/>
                <a:gd name="connsiteY329" fmla="*/ 269748 h 923925"/>
                <a:gd name="connsiteX330" fmla="*/ 805244 w 1009650"/>
                <a:gd name="connsiteY330" fmla="*/ 269081 h 923925"/>
                <a:gd name="connsiteX331" fmla="*/ 803815 w 1009650"/>
                <a:gd name="connsiteY331" fmla="*/ 269081 h 923925"/>
                <a:gd name="connsiteX332" fmla="*/ 801815 w 1009650"/>
                <a:gd name="connsiteY332" fmla="*/ 269653 h 923925"/>
                <a:gd name="connsiteX333" fmla="*/ 796385 w 1009650"/>
                <a:gd name="connsiteY333" fmla="*/ 270605 h 923925"/>
                <a:gd name="connsiteX334" fmla="*/ 795814 w 1009650"/>
                <a:gd name="connsiteY334" fmla="*/ 270415 h 923925"/>
                <a:gd name="connsiteX335" fmla="*/ 795242 w 1009650"/>
                <a:gd name="connsiteY335" fmla="*/ 269938 h 923925"/>
                <a:gd name="connsiteX336" fmla="*/ 794766 w 1009650"/>
                <a:gd name="connsiteY336" fmla="*/ 269367 h 923925"/>
                <a:gd name="connsiteX337" fmla="*/ 794385 w 1009650"/>
                <a:gd name="connsiteY337" fmla="*/ 268605 h 923925"/>
                <a:gd name="connsiteX338" fmla="*/ 794004 w 1009650"/>
                <a:gd name="connsiteY338" fmla="*/ 267748 h 923925"/>
                <a:gd name="connsiteX339" fmla="*/ 793623 w 1009650"/>
                <a:gd name="connsiteY339" fmla="*/ 266986 h 923925"/>
                <a:gd name="connsiteX340" fmla="*/ 793052 w 1009650"/>
                <a:gd name="connsiteY340" fmla="*/ 266319 h 923925"/>
                <a:gd name="connsiteX341" fmla="*/ 792290 w 1009650"/>
                <a:gd name="connsiteY341" fmla="*/ 265843 h 923925"/>
                <a:gd name="connsiteX342" fmla="*/ 790861 w 1009650"/>
                <a:gd name="connsiteY342" fmla="*/ 265367 h 923925"/>
                <a:gd name="connsiteX343" fmla="*/ 789623 w 1009650"/>
                <a:gd name="connsiteY343" fmla="*/ 264795 h 923925"/>
                <a:gd name="connsiteX344" fmla="*/ 788861 w 1009650"/>
                <a:gd name="connsiteY344" fmla="*/ 264986 h 923925"/>
                <a:gd name="connsiteX345" fmla="*/ 788289 w 1009650"/>
                <a:gd name="connsiteY345" fmla="*/ 265843 h 923925"/>
                <a:gd name="connsiteX346" fmla="*/ 788480 w 1009650"/>
                <a:gd name="connsiteY346" fmla="*/ 267938 h 923925"/>
                <a:gd name="connsiteX347" fmla="*/ 789242 w 1009650"/>
                <a:gd name="connsiteY347" fmla="*/ 269176 h 923925"/>
                <a:gd name="connsiteX348" fmla="*/ 790194 w 1009650"/>
                <a:gd name="connsiteY348" fmla="*/ 270129 h 923925"/>
                <a:gd name="connsiteX349" fmla="*/ 792194 w 1009650"/>
                <a:gd name="connsiteY349" fmla="*/ 271272 h 923925"/>
                <a:gd name="connsiteX350" fmla="*/ 792956 w 1009650"/>
                <a:gd name="connsiteY350" fmla="*/ 271843 h 923925"/>
                <a:gd name="connsiteX351" fmla="*/ 793242 w 1009650"/>
                <a:gd name="connsiteY351" fmla="*/ 272796 h 923925"/>
                <a:gd name="connsiteX352" fmla="*/ 793052 w 1009650"/>
                <a:gd name="connsiteY352" fmla="*/ 273653 h 923925"/>
                <a:gd name="connsiteX353" fmla="*/ 792480 w 1009650"/>
                <a:gd name="connsiteY353" fmla="*/ 274225 h 923925"/>
                <a:gd name="connsiteX354" fmla="*/ 790385 w 1009650"/>
                <a:gd name="connsiteY354" fmla="*/ 274701 h 923925"/>
                <a:gd name="connsiteX355" fmla="*/ 789623 w 1009650"/>
                <a:gd name="connsiteY355" fmla="*/ 274987 h 923925"/>
                <a:gd name="connsiteX356" fmla="*/ 789051 w 1009650"/>
                <a:gd name="connsiteY356" fmla="*/ 275654 h 923925"/>
                <a:gd name="connsiteX357" fmla="*/ 789337 w 1009650"/>
                <a:gd name="connsiteY357" fmla="*/ 276892 h 923925"/>
                <a:gd name="connsiteX358" fmla="*/ 790004 w 1009650"/>
                <a:gd name="connsiteY358" fmla="*/ 277559 h 923925"/>
                <a:gd name="connsiteX359" fmla="*/ 791813 w 1009650"/>
                <a:gd name="connsiteY359" fmla="*/ 278225 h 923925"/>
                <a:gd name="connsiteX360" fmla="*/ 792766 w 1009650"/>
                <a:gd name="connsiteY360" fmla="*/ 278797 h 923925"/>
                <a:gd name="connsiteX361" fmla="*/ 793623 w 1009650"/>
                <a:gd name="connsiteY361" fmla="*/ 279845 h 923925"/>
                <a:gd name="connsiteX362" fmla="*/ 793909 w 1009650"/>
                <a:gd name="connsiteY362" fmla="*/ 281083 h 923925"/>
                <a:gd name="connsiteX363" fmla="*/ 793528 w 1009650"/>
                <a:gd name="connsiteY363" fmla="*/ 282702 h 923925"/>
                <a:gd name="connsiteX364" fmla="*/ 792385 w 1009650"/>
                <a:gd name="connsiteY364" fmla="*/ 284226 h 923925"/>
                <a:gd name="connsiteX365" fmla="*/ 790670 w 1009650"/>
                <a:gd name="connsiteY365" fmla="*/ 284702 h 923925"/>
                <a:gd name="connsiteX366" fmla="*/ 789146 w 1009650"/>
                <a:gd name="connsiteY366" fmla="*/ 284702 h 923925"/>
                <a:gd name="connsiteX367" fmla="*/ 784765 w 1009650"/>
                <a:gd name="connsiteY367" fmla="*/ 280892 h 923925"/>
                <a:gd name="connsiteX368" fmla="*/ 783241 w 1009650"/>
                <a:gd name="connsiteY368" fmla="*/ 280607 h 923925"/>
                <a:gd name="connsiteX369" fmla="*/ 782479 w 1009650"/>
                <a:gd name="connsiteY369" fmla="*/ 280607 h 923925"/>
                <a:gd name="connsiteX370" fmla="*/ 781907 w 1009650"/>
                <a:gd name="connsiteY370" fmla="*/ 280892 h 923925"/>
                <a:gd name="connsiteX371" fmla="*/ 780764 w 1009650"/>
                <a:gd name="connsiteY371" fmla="*/ 281750 h 923925"/>
                <a:gd name="connsiteX372" fmla="*/ 779907 w 1009650"/>
                <a:gd name="connsiteY372" fmla="*/ 282035 h 923925"/>
                <a:gd name="connsiteX373" fmla="*/ 778859 w 1009650"/>
                <a:gd name="connsiteY373" fmla="*/ 282130 h 923925"/>
                <a:gd name="connsiteX374" fmla="*/ 778002 w 1009650"/>
                <a:gd name="connsiteY374" fmla="*/ 282035 h 923925"/>
                <a:gd name="connsiteX375" fmla="*/ 775526 w 1009650"/>
                <a:gd name="connsiteY375" fmla="*/ 281273 h 923925"/>
                <a:gd name="connsiteX376" fmla="*/ 774859 w 1009650"/>
                <a:gd name="connsiteY376" fmla="*/ 281368 h 923925"/>
                <a:gd name="connsiteX377" fmla="*/ 774192 w 1009650"/>
                <a:gd name="connsiteY377" fmla="*/ 281559 h 923925"/>
                <a:gd name="connsiteX378" fmla="*/ 773525 w 1009650"/>
                <a:gd name="connsiteY378" fmla="*/ 281845 h 923925"/>
                <a:gd name="connsiteX379" fmla="*/ 773144 w 1009650"/>
                <a:gd name="connsiteY379" fmla="*/ 282512 h 923925"/>
                <a:gd name="connsiteX380" fmla="*/ 772763 w 1009650"/>
                <a:gd name="connsiteY380" fmla="*/ 283464 h 923925"/>
                <a:gd name="connsiteX381" fmla="*/ 772382 w 1009650"/>
                <a:gd name="connsiteY381" fmla="*/ 285274 h 923925"/>
                <a:gd name="connsiteX382" fmla="*/ 772097 w 1009650"/>
                <a:gd name="connsiteY382" fmla="*/ 286703 h 923925"/>
                <a:gd name="connsiteX383" fmla="*/ 772192 w 1009650"/>
                <a:gd name="connsiteY383" fmla="*/ 288512 h 923925"/>
                <a:gd name="connsiteX384" fmla="*/ 773049 w 1009650"/>
                <a:gd name="connsiteY384" fmla="*/ 292132 h 923925"/>
                <a:gd name="connsiteX385" fmla="*/ 774573 w 1009650"/>
                <a:gd name="connsiteY385" fmla="*/ 296609 h 923925"/>
                <a:gd name="connsiteX386" fmla="*/ 774859 w 1009650"/>
                <a:gd name="connsiteY386" fmla="*/ 298418 h 923925"/>
                <a:gd name="connsiteX387" fmla="*/ 774668 w 1009650"/>
                <a:gd name="connsiteY387" fmla="*/ 301085 h 923925"/>
                <a:gd name="connsiteX388" fmla="*/ 774764 w 1009650"/>
                <a:gd name="connsiteY388" fmla="*/ 302895 h 923925"/>
                <a:gd name="connsiteX389" fmla="*/ 775430 w 1009650"/>
                <a:gd name="connsiteY389" fmla="*/ 304324 h 923925"/>
                <a:gd name="connsiteX390" fmla="*/ 776859 w 1009650"/>
                <a:gd name="connsiteY390" fmla="*/ 305371 h 923925"/>
                <a:gd name="connsiteX391" fmla="*/ 777240 w 1009650"/>
                <a:gd name="connsiteY391" fmla="*/ 305943 h 923925"/>
                <a:gd name="connsiteX392" fmla="*/ 777526 w 1009650"/>
                <a:gd name="connsiteY392" fmla="*/ 306991 h 923925"/>
                <a:gd name="connsiteX393" fmla="*/ 777621 w 1009650"/>
                <a:gd name="connsiteY393" fmla="*/ 308705 h 923925"/>
                <a:gd name="connsiteX394" fmla="*/ 778002 w 1009650"/>
                <a:gd name="connsiteY394" fmla="*/ 310039 h 923925"/>
                <a:gd name="connsiteX395" fmla="*/ 778383 w 1009650"/>
                <a:gd name="connsiteY395" fmla="*/ 310991 h 923925"/>
                <a:gd name="connsiteX396" fmla="*/ 778764 w 1009650"/>
                <a:gd name="connsiteY396" fmla="*/ 311753 h 923925"/>
                <a:gd name="connsiteX397" fmla="*/ 778574 w 1009650"/>
                <a:gd name="connsiteY397" fmla="*/ 312611 h 923925"/>
                <a:gd name="connsiteX398" fmla="*/ 778097 w 1009650"/>
                <a:gd name="connsiteY398" fmla="*/ 313563 h 923925"/>
                <a:gd name="connsiteX399" fmla="*/ 774573 w 1009650"/>
                <a:gd name="connsiteY399" fmla="*/ 316135 h 923925"/>
                <a:gd name="connsiteX400" fmla="*/ 770477 w 1009650"/>
                <a:gd name="connsiteY400" fmla="*/ 313087 h 923925"/>
                <a:gd name="connsiteX401" fmla="*/ 767810 w 1009650"/>
                <a:gd name="connsiteY401" fmla="*/ 310420 h 923925"/>
                <a:gd name="connsiteX402" fmla="*/ 764572 w 1009650"/>
                <a:gd name="connsiteY402" fmla="*/ 310039 h 923925"/>
                <a:gd name="connsiteX403" fmla="*/ 753999 w 1009650"/>
                <a:gd name="connsiteY403" fmla="*/ 311563 h 923925"/>
                <a:gd name="connsiteX404" fmla="*/ 752570 w 1009650"/>
                <a:gd name="connsiteY404" fmla="*/ 310896 h 923925"/>
                <a:gd name="connsiteX405" fmla="*/ 751713 w 1009650"/>
                <a:gd name="connsiteY405" fmla="*/ 309848 h 923925"/>
                <a:gd name="connsiteX406" fmla="*/ 751142 w 1009650"/>
                <a:gd name="connsiteY406" fmla="*/ 307943 h 923925"/>
                <a:gd name="connsiteX407" fmla="*/ 750951 w 1009650"/>
                <a:gd name="connsiteY407" fmla="*/ 306705 h 923925"/>
                <a:gd name="connsiteX408" fmla="*/ 750856 w 1009650"/>
                <a:gd name="connsiteY408" fmla="*/ 305562 h 923925"/>
                <a:gd name="connsiteX409" fmla="*/ 750380 w 1009650"/>
                <a:gd name="connsiteY409" fmla="*/ 304800 h 923925"/>
                <a:gd name="connsiteX410" fmla="*/ 749713 w 1009650"/>
                <a:gd name="connsiteY410" fmla="*/ 304038 h 923925"/>
                <a:gd name="connsiteX411" fmla="*/ 746093 w 1009650"/>
                <a:gd name="connsiteY411" fmla="*/ 301752 h 923925"/>
                <a:gd name="connsiteX412" fmla="*/ 745427 w 1009650"/>
                <a:gd name="connsiteY412" fmla="*/ 299180 h 923925"/>
                <a:gd name="connsiteX413" fmla="*/ 746093 w 1009650"/>
                <a:gd name="connsiteY413" fmla="*/ 297085 h 923925"/>
                <a:gd name="connsiteX414" fmla="*/ 746570 w 1009650"/>
                <a:gd name="connsiteY414" fmla="*/ 296799 h 923925"/>
                <a:gd name="connsiteX415" fmla="*/ 749237 w 1009650"/>
                <a:gd name="connsiteY415" fmla="*/ 297275 h 923925"/>
                <a:gd name="connsiteX416" fmla="*/ 750284 w 1009650"/>
                <a:gd name="connsiteY416" fmla="*/ 296990 h 923925"/>
                <a:gd name="connsiteX417" fmla="*/ 750856 w 1009650"/>
                <a:gd name="connsiteY417" fmla="*/ 296513 h 923925"/>
                <a:gd name="connsiteX418" fmla="*/ 751237 w 1009650"/>
                <a:gd name="connsiteY418" fmla="*/ 295846 h 923925"/>
                <a:gd name="connsiteX419" fmla="*/ 752380 w 1009650"/>
                <a:gd name="connsiteY419" fmla="*/ 294894 h 923925"/>
                <a:gd name="connsiteX420" fmla="*/ 752475 w 1009650"/>
                <a:gd name="connsiteY420" fmla="*/ 293942 h 923925"/>
                <a:gd name="connsiteX421" fmla="*/ 751904 w 1009650"/>
                <a:gd name="connsiteY421" fmla="*/ 292608 h 923925"/>
                <a:gd name="connsiteX422" fmla="*/ 751142 w 1009650"/>
                <a:gd name="connsiteY422" fmla="*/ 291941 h 923925"/>
                <a:gd name="connsiteX423" fmla="*/ 750094 w 1009650"/>
                <a:gd name="connsiteY423" fmla="*/ 291084 h 923925"/>
                <a:gd name="connsiteX424" fmla="*/ 750094 w 1009650"/>
                <a:gd name="connsiteY424" fmla="*/ 290893 h 923925"/>
                <a:gd name="connsiteX425" fmla="*/ 750189 w 1009650"/>
                <a:gd name="connsiteY425" fmla="*/ 290513 h 923925"/>
                <a:gd name="connsiteX426" fmla="*/ 750665 w 1009650"/>
                <a:gd name="connsiteY426" fmla="*/ 289655 h 923925"/>
                <a:gd name="connsiteX427" fmla="*/ 751237 w 1009650"/>
                <a:gd name="connsiteY427" fmla="*/ 289179 h 923925"/>
                <a:gd name="connsiteX428" fmla="*/ 751999 w 1009650"/>
                <a:gd name="connsiteY428" fmla="*/ 288417 h 923925"/>
                <a:gd name="connsiteX429" fmla="*/ 752380 w 1009650"/>
                <a:gd name="connsiteY429" fmla="*/ 287465 h 923925"/>
                <a:gd name="connsiteX430" fmla="*/ 752666 w 1009650"/>
                <a:gd name="connsiteY430" fmla="*/ 285464 h 923925"/>
                <a:gd name="connsiteX431" fmla="*/ 753142 w 1009650"/>
                <a:gd name="connsiteY431" fmla="*/ 284417 h 923925"/>
                <a:gd name="connsiteX432" fmla="*/ 755333 w 1009650"/>
                <a:gd name="connsiteY432" fmla="*/ 282416 h 923925"/>
                <a:gd name="connsiteX433" fmla="*/ 757047 w 1009650"/>
                <a:gd name="connsiteY433" fmla="*/ 280225 h 923925"/>
                <a:gd name="connsiteX434" fmla="*/ 757523 w 1009650"/>
                <a:gd name="connsiteY434" fmla="*/ 278987 h 923925"/>
                <a:gd name="connsiteX435" fmla="*/ 757428 w 1009650"/>
                <a:gd name="connsiteY435" fmla="*/ 277654 h 923925"/>
                <a:gd name="connsiteX436" fmla="*/ 756571 w 1009650"/>
                <a:gd name="connsiteY436" fmla="*/ 276892 h 923925"/>
                <a:gd name="connsiteX437" fmla="*/ 755714 w 1009650"/>
                <a:gd name="connsiteY437" fmla="*/ 276606 h 923925"/>
                <a:gd name="connsiteX438" fmla="*/ 754856 w 1009650"/>
                <a:gd name="connsiteY438" fmla="*/ 276892 h 923925"/>
                <a:gd name="connsiteX439" fmla="*/ 754190 w 1009650"/>
                <a:gd name="connsiteY439" fmla="*/ 277273 h 923925"/>
                <a:gd name="connsiteX440" fmla="*/ 753809 w 1009650"/>
                <a:gd name="connsiteY440" fmla="*/ 277749 h 923925"/>
                <a:gd name="connsiteX441" fmla="*/ 752856 w 1009650"/>
                <a:gd name="connsiteY441" fmla="*/ 279178 h 923925"/>
                <a:gd name="connsiteX442" fmla="*/ 752285 w 1009650"/>
                <a:gd name="connsiteY442" fmla="*/ 279654 h 923925"/>
                <a:gd name="connsiteX443" fmla="*/ 751618 w 1009650"/>
                <a:gd name="connsiteY443" fmla="*/ 279940 h 923925"/>
                <a:gd name="connsiteX444" fmla="*/ 750951 w 1009650"/>
                <a:gd name="connsiteY444" fmla="*/ 279749 h 923925"/>
                <a:gd name="connsiteX445" fmla="*/ 747998 w 1009650"/>
                <a:gd name="connsiteY445" fmla="*/ 277559 h 923925"/>
                <a:gd name="connsiteX446" fmla="*/ 747427 w 1009650"/>
                <a:gd name="connsiteY446" fmla="*/ 276606 h 923925"/>
                <a:gd name="connsiteX447" fmla="*/ 747236 w 1009650"/>
                <a:gd name="connsiteY447" fmla="*/ 275654 h 923925"/>
                <a:gd name="connsiteX448" fmla="*/ 747713 w 1009650"/>
                <a:gd name="connsiteY448" fmla="*/ 274320 h 923925"/>
                <a:gd name="connsiteX449" fmla="*/ 748475 w 1009650"/>
                <a:gd name="connsiteY449" fmla="*/ 273558 h 923925"/>
                <a:gd name="connsiteX450" fmla="*/ 749522 w 1009650"/>
                <a:gd name="connsiteY450" fmla="*/ 272796 h 923925"/>
                <a:gd name="connsiteX451" fmla="*/ 750856 w 1009650"/>
                <a:gd name="connsiteY451" fmla="*/ 272225 h 923925"/>
                <a:gd name="connsiteX452" fmla="*/ 753332 w 1009650"/>
                <a:gd name="connsiteY452" fmla="*/ 271272 h 923925"/>
                <a:gd name="connsiteX453" fmla="*/ 754094 w 1009650"/>
                <a:gd name="connsiteY453" fmla="*/ 270796 h 923925"/>
                <a:gd name="connsiteX454" fmla="*/ 754952 w 1009650"/>
                <a:gd name="connsiteY454" fmla="*/ 269938 h 923925"/>
                <a:gd name="connsiteX455" fmla="*/ 756190 w 1009650"/>
                <a:gd name="connsiteY455" fmla="*/ 267748 h 923925"/>
                <a:gd name="connsiteX456" fmla="*/ 756952 w 1009650"/>
                <a:gd name="connsiteY456" fmla="*/ 266795 h 923925"/>
                <a:gd name="connsiteX457" fmla="*/ 757714 w 1009650"/>
                <a:gd name="connsiteY457" fmla="*/ 266510 h 923925"/>
                <a:gd name="connsiteX458" fmla="*/ 758476 w 1009650"/>
                <a:gd name="connsiteY458" fmla="*/ 266795 h 923925"/>
                <a:gd name="connsiteX459" fmla="*/ 760286 w 1009650"/>
                <a:gd name="connsiteY459" fmla="*/ 268891 h 923925"/>
                <a:gd name="connsiteX460" fmla="*/ 761333 w 1009650"/>
                <a:gd name="connsiteY460" fmla="*/ 269843 h 923925"/>
                <a:gd name="connsiteX461" fmla="*/ 762476 w 1009650"/>
                <a:gd name="connsiteY461" fmla="*/ 270320 h 923925"/>
                <a:gd name="connsiteX462" fmla="*/ 763238 w 1009650"/>
                <a:gd name="connsiteY462" fmla="*/ 269653 h 923925"/>
                <a:gd name="connsiteX463" fmla="*/ 763334 w 1009650"/>
                <a:gd name="connsiteY463" fmla="*/ 268224 h 923925"/>
                <a:gd name="connsiteX464" fmla="*/ 762095 w 1009650"/>
                <a:gd name="connsiteY464" fmla="*/ 265462 h 923925"/>
                <a:gd name="connsiteX465" fmla="*/ 761333 w 1009650"/>
                <a:gd name="connsiteY465" fmla="*/ 264128 h 923925"/>
                <a:gd name="connsiteX466" fmla="*/ 760095 w 1009650"/>
                <a:gd name="connsiteY466" fmla="*/ 262795 h 923925"/>
                <a:gd name="connsiteX467" fmla="*/ 759524 w 1009650"/>
                <a:gd name="connsiteY467" fmla="*/ 262128 h 923925"/>
                <a:gd name="connsiteX468" fmla="*/ 758476 w 1009650"/>
                <a:gd name="connsiteY468" fmla="*/ 259366 h 923925"/>
                <a:gd name="connsiteX469" fmla="*/ 756952 w 1009650"/>
                <a:gd name="connsiteY469" fmla="*/ 256699 h 923925"/>
                <a:gd name="connsiteX470" fmla="*/ 749046 w 1009650"/>
                <a:gd name="connsiteY470" fmla="*/ 246126 h 923925"/>
                <a:gd name="connsiteX471" fmla="*/ 743807 w 1009650"/>
                <a:gd name="connsiteY471" fmla="*/ 240697 h 923925"/>
                <a:gd name="connsiteX472" fmla="*/ 740950 w 1009650"/>
                <a:gd name="connsiteY472" fmla="*/ 238220 h 923925"/>
                <a:gd name="connsiteX473" fmla="*/ 739426 w 1009650"/>
                <a:gd name="connsiteY473" fmla="*/ 237649 h 923925"/>
                <a:gd name="connsiteX474" fmla="*/ 737711 w 1009650"/>
                <a:gd name="connsiteY474" fmla="*/ 237268 h 923925"/>
                <a:gd name="connsiteX475" fmla="*/ 734854 w 1009650"/>
                <a:gd name="connsiteY475" fmla="*/ 236125 h 923925"/>
                <a:gd name="connsiteX476" fmla="*/ 732949 w 1009650"/>
                <a:gd name="connsiteY476" fmla="*/ 234601 h 923925"/>
                <a:gd name="connsiteX477" fmla="*/ 731615 w 1009650"/>
                <a:gd name="connsiteY477" fmla="*/ 234315 h 923925"/>
                <a:gd name="connsiteX478" fmla="*/ 730853 w 1009650"/>
                <a:gd name="connsiteY478" fmla="*/ 234315 h 923925"/>
                <a:gd name="connsiteX479" fmla="*/ 729901 w 1009650"/>
                <a:gd name="connsiteY479" fmla="*/ 234887 h 923925"/>
                <a:gd name="connsiteX480" fmla="*/ 728758 w 1009650"/>
                <a:gd name="connsiteY480" fmla="*/ 234982 h 923925"/>
                <a:gd name="connsiteX481" fmla="*/ 727805 w 1009650"/>
                <a:gd name="connsiteY481" fmla="*/ 234410 h 923925"/>
                <a:gd name="connsiteX482" fmla="*/ 727329 w 1009650"/>
                <a:gd name="connsiteY482" fmla="*/ 232696 h 923925"/>
                <a:gd name="connsiteX483" fmla="*/ 727520 w 1009650"/>
                <a:gd name="connsiteY483" fmla="*/ 231362 h 923925"/>
                <a:gd name="connsiteX484" fmla="*/ 727901 w 1009650"/>
                <a:gd name="connsiteY484" fmla="*/ 230410 h 923925"/>
                <a:gd name="connsiteX485" fmla="*/ 727805 w 1009650"/>
                <a:gd name="connsiteY485" fmla="*/ 229552 h 923925"/>
                <a:gd name="connsiteX486" fmla="*/ 726662 w 1009650"/>
                <a:gd name="connsiteY486" fmla="*/ 228410 h 923925"/>
                <a:gd name="connsiteX487" fmla="*/ 724376 w 1009650"/>
                <a:gd name="connsiteY487" fmla="*/ 227171 h 923925"/>
                <a:gd name="connsiteX488" fmla="*/ 719138 w 1009650"/>
                <a:gd name="connsiteY488" fmla="*/ 222885 h 923925"/>
                <a:gd name="connsiteX489" fmla="*/ 716185 w 1009650"/>
                <a:gd name="connsiteY489" fmla="*/ 218313 h 923925"/>
                <a:gd name="connsiteX490" fmla="*/ 714851 w 1009650"/>
                <a:gd name="connsiteY490" fmla="*/ 217075 h 923925"/>
                <a:gd name="connsiteX491" fmla="*/ 714375 w 1009650"/>
                <a:gd name="connsiteY491" fmla="*/ 216694 h 923925"/>
                <a:gd name="connsiteX492" fmla="*/ 713518 w 1009650"/>
                <a:gd name="connsiteY492" fmla="*/ 215646 h 923925"/>
                <a:gd name="connsiteX493" fmla="*/ 710565 w 1009650"/>
                <a:gd name="connsiteY493" fmla="*/ 211455 h 923925"/>
                <a:gd name="connsiteX494" fmla="*/ 709041 w 1009650"/>
                <a:gd name="connsiteY494" fmla="*/ 209645 h 923925"/>
                <a:gd name="connsiteX495" fmla="*/ 707041 w 1009650"/>
                <a:gd name="connsiteY495" fmla="*/ 206788 h 923925"/>
                <a:gd name="connsiteX496" fmla="*/ 705517 w 1009650"/>
                <a:gd name="connsiteY496" fmla="*/ 203454 h 923925"/>
                <a:gd name="connsiteX497" fmla="*/ 702088 w 1009650"/>
                <a:gd name="connsiteY497" fmla="*/ 192119 h 923925"/>
                <a:gd name="connsiteX498" fmla="*/ 699707 w 1009650"/>
                <a:gd name="connsiteY498" fmla="*/ 187071 h 923925"/>
                <a:gd name="connsiteX499" fmla="*/ 699326 w 1009650"/>
                <a:gd name="connsiteY499" fmla="*/ 185547 h 923925"/>
                <a:gd name="connsiteX500" fmla="*/ 699516 w 1009650"/>
                <a:gd name="connsiteY500" fmla="*/ 183452 h 923925"/>
                <a:gd name="connsiteX501" fmla="*/ 699230 w 1009650"/>
                <a:gd name="connsiteY501" fmla="*/ 181546 h 923925"/>
                <a:gd name="connsiteX502" fmla="*/ 697135 w 1009650"/>
                <a:gd name="connsiteY502" fmla="*/ 178117 h 923925"/>
                <a:gd name="connsiteX503" fmla="*/ 696468 w 1009650"/>
                <a:gd name="connsiteY503" fmla="*/ 175831 h 923925"/>
                <a:gd name="connsiteX504" fmla="*/ 695420 w 1009650"/>
                <a:gd name="connsiteY504" fmla="*/ 172021 h 923925"/>
                <a:gd name="connsiteX505" fmla="*/ 694658 w 1009650"/>
                <a:gd name="connsiteY505" fmla="*/ 169450 h 923925"/>
                <a:gd name="connsiteX506" fmla="*/ 694754 w 1009650"/>
                <a:gd name="connsiteY506" fmla="*/ 168592 h 923925"/>
                <a:gd name="connsiteX507" fmla="*/ 695039 w 1009650"/>
                <a:gd name="connsiteY507" fmla="*/ 167735 h 923925"/>
                <a:gd name="connsiteX508" fmla="*/ 695706 w 1009650"/>
                <a:gd name="connsiteY508" fmla="*/ 167164 h 923925"/>
                <a:gd name="connsiteX509" fmla="*/ 697135 w 1009650"/>
                <a:gd name="connsiteY509" fmla="*/ 166211 h 923925"/>
                <a:gd name="connsiteX510" fmla="*/ 698183 w 1009650"/>
                <a:gd name="connsiteY510" fmla="*/ 165354 h 923925"/>
                <a:gd name="connsiteX511" fmla="*/ 698659 w 1009650"/>
                <a:gd name="connsiteY511" fmla="*/ 164211 h 923925"/>
                <a:gd name="connsiteX512" fmla="*/ 698754 w 1009650"/>
                <a:gd name="connsiteY512" fmla="*/ 162687 h 923925"/>
                <a:gd name="connsiteX513" fmla="*/ 698468 w 1009650"/>
                <a:gd name="connsiteY513" fmla="*/ 161258 h 923925"/>
                <a:gd name="connsiteX514" fmla="*/ 697992 w 1009650"/>
                <a:gd name="connsiteY514" fmla="*/ 160211 h 923925"/>
                <a:gd name="connsiteX515" fmla="*/ 697516 w 1009650"/>
                <a:gd name="connsiteY515" fmla="*/ 159734 h 923925"/>
                <a:gd name="connsiteX516" fmla="*/ 696659 w 1009650"/>
                <a:gd name="connsiteY516" fmla="*/ 159258 h 923925"/>
                <a:gd name="connsiteX517" fmla="*/ 691706 w 1009650"/>
                <a:gd name="connsiteY517" fmla="*/ 157448 h 923925"/>
                <a:gd name="connsiteX518" fmla="*/ 690753 w 1009650"/>
                <a:gd name="connsiteY518" fmla="*/ 156591 h 923925"/>
                <a:gd name="connsiteX519" fmla="*/ 687515 w 1009650"/>
                <a:gd name="connsiteY519" fmla="*/ 151352 h 923925"/>
                <a:gd name="connsiteX520" fmla="*/ 685514 w 1009650"/>
                <a:gd name="connsiteY520" fmla="*/ 148781 h 923925"/>
                <a:gd name="connsiteX521" fmla="*/ 684562 w 1009650"/>
                <a:gd name="connsiteY521" fmla="*/ 147256 h 923925"/>
                <a:gd name="connsiteX522" fmla="*/ 683895 w 1009650"/>
                <a:gd name="connsiteY522" fmla="*/ 145733 h 923925"/>
                <a:gd name="connsiteX523" fmla="*/ 683800 w 1009650"/>
                <a:gd name="connsiteY523" fmla="*/ 144590 h 923925"/>
                <a:gd name="connsiteX524" fmla="*/ 683895 w 1009650"/>
                <a:gd name="connsiteY524" fmla="*/ 143446 h 923925"/>
                <a:gd name="connsiteX525" fmla="*/ 684086 w 1009650"/>
                <a:gd name="connsiteY525" fmla="*/ 142494 h 923925"/>
                <a:gd name="connsiteX526" fmla="*/ 683990 w 1009650"/>
                <a:gd name="connsiteY526" fmla="*/ 141732 h 923925"/>
                <a:gd name="connsiteX527" fmla="*/ 683609 w 1009650"/>
                <a:gd name="connsiteY527" fmla="*/ 140875 h 923925"/>
                <a:gd name="connsiteX528" fmla="*/ 682562 w 1009650"/>
                <a:gd name="connsiteY528" fmla="*/ 139446 h 923925"/>
                <a:gd name="connsiteX529" fmla="*/ 682181 w 1009650"/>
                <a:gd name="connsiteY529" fmla="*/ 138303 h 923925"/>
                <a:gd name="connsiteX530" fmla="*/ 681990 w 1009650"/>
                <a:gd name="connsiteY530" fmla="*/ 137255 h 923925"/>
                <a:gd name="connsiteX531" fmla="*/ 682181 w 1009650"/>
                <a:gd name="connsiteY531" fmla="*/ 136493 h 923925"/>
                <a:gd name="connsiteX532" fmla="*/ 682562 w 1009650"/>
                <a:gd name="connsiteY532" fmla="*/ 135922 h 923925"/>
                <a:gd name="connsiteX533" fmla="*/ 683228 w 1009650"/>
                <a:gd name="connsiteY533" fmla="*/ 135541 h 923925"/>
                <a:gd name="connsiteX534" fmla="*/ 684943 w 1009650"/>
                <a:gd name="connsiteY534" fmla="*/ 135255 h 923925"/>
                <a:gd name="connsiteX535" fmla="*/ 685419 w 1009650"/>
                <a:gd name="connsiteY535" fmla="*/ 134969 h 923925"/>
                <a:gd name="connsiteX536" fmla="*/ 685705 w 1009650"/>
                <a:gd name="connsiteY536" fmla="*/ 134588 h 923925"/>
                <a:gd name="connsiteX537" fmla="*/ 685895 w 1009650"/>
                <a:gd name="connsiteY537" fmla="*/ 133921 h 923925"/>
                <a:gd name="connsiteX538" fmla="*/ 685895 w 1009650"/>
                <a:gd name="connsiteY538" fmla="*/ 133160 h 923925"/>
                <a:gd name="connsiteX539" fmla="*/ 685800 w 1009650"/>
                <a:gd name="connsiteY539" fmla="*/ 132398 h 923925"/>
                <a:gd name="connsiteX540" fmla="*/ 685514 w 1009650"/>
                <a:gd name="connsiteY540" fmla="*/ 131540 h 923925"/>
                <a:gd name="connsiteX541" fmla="*/ 684086 w 1009650"/>
                <a:gd name="connsiteY541" fmla="*/ 128873 h 923925"/>
                <a:gd name="connsiteX542" fmla="*/ 683800 w 1009650"/>
                <a:gd name="connsiteY542" fmla="*/ 126397 h 923925"/>
                <a:gd name="connsiteX543" fmla="*/ 683324 w 1009650"/>
                <a:gd name="connsiteY543" fmla="*/ 125730 h 923925"/>
                <a:gd name="connsiteX544" fmla="*/ 682562 w 1009650"/>
                <a:gd name="connsiteY544" fmla="*/ 125635 h 923925"/>
                <a:gd name="connsiteX545" fmla="*/ 680657 w 1009650"/>
                <a:gd name="connsiteY545" fmla="*/ 126492 h 923925"/>
                <a:gd name="connsiteX546" fmla="*/ 679609 w 1009650"/>
                <a:gd name="connsiteY546" fmla="*/ 127349 h 923925"/>
                <a:gd name="connsiteX547" fmla="*/ 678847 w 1009650"/>
                <a:gd name="connsiteY547" fmla="*/ 128206 h 923925"/>
                <a:gd name="connsiteX548" fmla="*/ 678180 w 1009650"/>
                <a:gd name="connsiteY548" fmla="*/ 128778 h 923925"/>
                <a:gd name="connsiteX549" fmla="*/ 677609 w 1009650"/>
                <a:gd name="connsiteY549" fmla="*/ 128778 h 923925"/>
                <a:gd name="connsiteX550" fmla="*/ 676561 w 1009650"/>
                <a:gd name="connsiteY550" fmla="*/ 128111 h 923925"/>
                <a:gd name="connsiteX551" fmla="*/ 676085 w 1009650"/>
                <a:gd name="connsiteY551" fmla="*/ 127254 h 923925"/>
                <a:gd name="connsiteX552" fmla="*/ 675894 w 1009650"/>
                <a:gd name="connsiteY552" fmla="*/ 126206 h 923925"/>
                <a:gd name="connsiteX553" fmla="*/ 675989 w 1009650"/>
                <a:gd name="connsiteY553" fmla="*/ 125349 h 923925"/>
                <a:gd name="connsiteX554" fmla="*/ 676751 w 1009650"/>
                <a:gd name="connsiteY554" fmla="*/ 122396 h 923925"/>
                <a:gd name="connsiteX555" fmla="*/ 676751 w 1009650"/>
                <a:gd name="connsiteY555" fmla="*/ 121444 h 923925"/>
                <a:gd name="connsiteX556" fmla="*/ 676466 w 1009650"/>
                <a:gd name="connsiteY556" fmla="*/ 120587 h 923925"/>
                <a:gd name="connsiteX557" fmla="*/ 675799 w 1009650"/>
                <a:gd name="connsiteY557" fmla="*/ 120206 h 923925"/>
                <a:gd name="connsiteX558" fmla="*/ 674751 w 1009650"/>
                <a:gd name="connsiteY558" fmla="*/ 120301 h 923925"/>
                <a:gd name="connsiteX559" fmla="*/ 670560 w 1009650"/>
                <a:gd name="connsiteY559" fmla="*/ 122492 h 923925"/>
                <a:gd name="connsiteX560" fmla="*/ 670084 w 1009650"/>
                <a:gd name="connsiteY560" fmla="*/ 122968 h 923925"/>
                <a:gd name="connsiteX561" fmla="*/ 669798 w 1009650"/>
                <a:gd name="connsiteY561" fmla="*/ 123539 h 923925"/>
                <a:gd name="connsiteX562" fmla="*/ 669703 w 1009650"/>
                <a:gd name="connsiteY562" fmla="*/ 124206 h 923925"/>
                <a:gd name="connsiteX563" fmla="*/ 669512 w 1009650"/>
                <a:gd name="connsiteY563" fmla="*/ 124873 h 923925"/>
                <a:gd name="connsiteX564" fmla="*/ 668750 w 1009650"/>
                <a:gd name="connsiteY564" fmla="*/ 125349 h 923925"/>
                <a:gd name="connsiteX565" fmla="*/ 667417 w 1009650"/>
                <a:gd name="connsiteY565" fmla="*/ 125921 h 923925"/>
                <a:gd name="connsiteX566" fmla="*/ 664940 w 1009650"/>
                <a:gd name="connsiteY566" fmla="*/ 126302 h 923925"/>
                <a:gd name="connsiteX567" fmla="*/ 663321 w 1009650"/>
                <a:gd name="connsiteY567" fmla="*/ 126302 h 923925"/>
                <a:gd name="connsiteX568" fmla="*/ 661416 w 1009650"/>
                <a:gd name="connsiteY568" fmla="*/ 124873 h 923925"/>
                <a:gd name="connsiteX569" fmla="*/ 660464 w 1009650"/>
                <a:gd name="connsiteY569" fmla="*/ 124111 h 923925"/>
                <a:gd name="connsiteX570" fmla="*/ 659511 w 1009650"/>
                <a:gd name="connsiteY570" fmla="*/ 123635 h 923925"/>
                <a:gd name="connsiteX571" fmla="*/ 658654 w 1009650"/>
                <a:gd name="connsiteY571" fmla="*/ 123825 h 923925"/>
                <a:gd name="connsiteX572" fmla="*/ 656939 w 1009650"/>
                <a:gd name="connsiteY572" fmla="*/ 125635 h 923925"/>
                <a:gd name="connsiteX573" fmla="*/ 655892 w 1009650"/>
                <a:gd name="connsiteY573" fmla="*/ 126397 h 923925"/>
                <a:gd name="connsiteX574" fmla="*/ 653606 w 1009650"/>
                <a:gd name="connsiteY574" fmla="*/ 126778 h 923925"/>
                <a:gd name="connsiteX575" fmla="*/ 652558 w 1009650"/>
                <a:gd name="connsiteY575" fmla="*/ 127254 h 923925"/>
                <a:gd name="connsiteX576" fmla="*/ 650843 w 1009650"/>
                <a:gd name="connsiteY576" fmla="*/ 128302 h 923925"/>
                <a:gd name="connsiteX577" fmla="*/ 649986 w 1009650"/>
                <a:gd name="connsiteY577" fmla="*/ 128492 h 923925"/>
                <a:gd name="connsiteX578" fmla="*/ 648843 w 1009650"/>
                <a:gd name="connsiteY578" fmla="*/ 128683 h 923925"/>
                <a:gd name="connsiteX579" fmla="*/ 647795 w 1009650"/>
                <a:gd name="connsiteY579" fmla="*/ 128588 h 923925"/>
                <a:gd name="connsiteX580" fmla="*/ 646843 w 1009650"/>
                <a:gd name="connsiteY580" fmla="*/ 128016 h 923925"/>
                <a:gd name="connsiteX581" fmla="*/ 646081 w 1009650"/>
                <a:gd name="connsiteY581" fmla="*/ 127159 h 923925"/>
                <a:gd name="connsiteX582" fmla="*/ 644938 w 1009650"/>
                <a:gd name="connsiteY582" fmla="*/ 124301 h 923925"/>
                <a:gd name="connsiteX583" fmla="*/ 644271 w 1009650"/>
                <a:gd name="connsiteY583" fmla="*/ 122968 h 923925"/>
                <a:gd name="connsiteX584" fmla="*/ 643414 w 1009650"/>
                <a:gd name="connsiteY584" fmla="*/ 122015 h 923925"/>
                <a:gd name="connsiteX585" fmla="*/ 641985 w 1009650"/>
                <a:gd name="connsiteY585" fmla="*/ 121348 h 923925"/>
                <a:gd name="connsiteX586" fmla="*/ 640652 w 1009650"/>
                <a:gd name="connsiteY586" fmla="*/ 121444 h 923925"/>
                <a:gd name="connsiteX587" fmla="*/ 638366 w 1009650"/>
                <a:gd name="connsiteY587" fmla="*/ 122777 h 923925"/>
                <a:gd name="connsiteX588" fmla="*/ 637794 w 1009650"/>
                <a:gd name="connsiteY588" fmla="*/ 122873 h 923925"/>
                <a:gd name="connsiteX589" fmla="*/ 636937 w 1009650"/>
                <a:gd name="connsiteY589" fmla="*/ 122777 h 923925"/>
                <a:gd name="connsiteX590" fmla="*/ 635794 w 1009650"/>
                <a:gd name="connsiteY590" fmla="*/ 122492 h 923925"/>
                <a:gd name="connsiteX591" fmla="*/ 635127 w 1009650"/>
                <a:gd name="connsiteY591" fmla="*/ 122206 h 923925"/>
                <a:gd name="connsiteX592" fmla="*/ 634270 w 1009650"/>
                <a:gd name="connsiteY592" fmla="*/ 121348 h 923925"/>
                <a:gd name="connsiteX593" fmla="*/ 633508 w 1009650"/>
                <a:gd name="connsiteY593" fmla="*/ 120110 h 923925"/>
                <a:gd name="connsiteX594" fmla="*/ 632174 w 1009650"/>
                <a:gd name="connsiteY594" fmla="*/ 117253 h 923925"/>
                <a:gd name="connsiteX595" fmla="*/ 631127 w 1009650"/>
                <a:gd name="connsiteY595" fmla="*/ 114205 h 923925"/>
                <a:gd name="connsiteX596" fmla="*/ 630936 w 1009650"/>
                <a:gd name="connsiteY596" fmla="*/ 113157 h 923925"/>
                <a:gd name="connsiteX597" fmla="*/ 630650 w 1009650"/>
                <a:gd name="connsiteY597" fmla="*/ 112300 h 923925"/>
                <a:gd name="connsiteX598" fmla="*/ 629984 w 1009650"/>
                <a:gd name="connsiteY598" fmla="*/ 111442 h 923925"/>
                <a:gd name="connsiteX599" fmla="*/ 627888 w 1009650"/>
                <a:gd name="connsiteY599" fmla="*/ 109728 h 923925"/>
                <a:gd name="connsiteX600" fmla="*/ 626840 w 1009650"/>
                <a:gd name="connsiteY600" fmla="*/ 109156 h 923925"/>
                <a:gd name="connsiteX601" fmla="*/ 625316 w 1009650"/>
                <a:gd name="connsiteY601" fmla="*/ 108585 h 923925"/>
                <a:gd name="connsiteX602" fmla="*/ 623030 w 1009650"/>
                <a:gd name="connsiteY602" fmla="*/ 108109 h 923925"/>
                <a:gd name="connsiteX603" fmla="*/ 622078 w 1009650"/>
                <a:gd name="connsiteY603" fmla="*/ 107728 h 923925"/>
                <a:gd name="connsiteX604" fmla="*/ 620268 w 1009650"/>
                <a:gd name="connsiteY604" fmla="*/ 106585 h 923925"/>
                <a:gd name="connsiteX605" fmla="*/ 619125 w 1009650"/>
                <a:gd name="connsiteY605" fmla="*/ 106394 h 923925"/>
                <a:gd name="connsiteX606" fmla="*/ 617982 w 1009650"/>
                <a:gd name="connsiteY606" fmla="*/ 106490 h 923925"/>
                <a:gd name="connsiteX607" fmla="*/ 616553 w 1009650"/>
                <a:gd name="connsiteY607" fmla="*/ 107156 h 923925"/>
                <a:gd name="connsiteX608" fmla="*/ 615315 w 1009650"/>
                <a:gd name="connsiteY608" fmla="*/ 108014 h 923925"/>
                <a:gd name="connsiteX609" fmla="*/ 613886 w 1009650"/>
                <a:gd name="connsiteY609" fmla="*/ 109347 h 923925"/>
                <a:gd name="connsiteX610" fmla="*/ 612839 w 1009650"/>
                <a:gd name="connsiteY610" fmla="*/ 110585 h 923925"/>
                <a:gd name="connsiteX611" fmla="*/ 611696 w 1009650"/>
                <a:gd name="connsiteY611" fmla="*/ 111347 h 923925"/>
                <a:gd name="connsiteX612" fmla="*/ 610743 w 1009650"/>
                <a:gd name="connsiteY612" fmla="*/ 111633 h 923925"/>
                <a:gd name="connsiteX613" fmla="*/ 608933 w 1009650"/>
                <a:gd name="connsiteY613" fmla="*/ 111538 h 923925"/>
                <a:gd name="connsiteX614" fmla="*/ 605028 w 1009650"/>
                <a:gd name="connsiteY614" fmla="*/ 110681 h 923925"/>
                <a:gd name="connsiteX615" fmla="*/ 604457 w 1009650"/>
                <a:gd name="connsiteY615" fmla="*/ 110776 h 923925"/>
                <a:gd name="connsiteX616" fmla="*/ 601123 w 1009650"/>
                <a:gd name="connsiteY616" fmla="*/ 111252 h 923925"/>
                <a:gd name="connsiteX617" fmla="*/ 599599 w 1009650"/>
                <a:gd name="connsiteY617" fmla="*/ 111252 h 923925"/>
                <a:gd name="connsiteX618" fmla="*/ 598932 w 1009650"/>
                <a:gd name="connsiteY618" fmla="*/ 111442 h 923925"/>
                <a:gd name="connsiteX619" fmla="*/ 598075 w 1009650"/>
                <a:gd name="connsiteY619" fmla="*/ 111728 h 923925"/>
                <a:gd name="connsiteX620" fmla="*/ 597599 w 1009650"/>
                <a:gd name="connsiteY620" fmla="*/ 112395 h 923925"/>
                <a:gd name="connsiteX621" fmla="*/ 597408 w 1009650"/>
                <a:gd name="connsiteY621" fmla="*/ 113252 h 923925"/>
                <a:gd name="connsiteX622" fmla="*/ 597027 w 1009650"/>
                <a:gd name="connsiteY622" fmla="*/ 114967 h 923925"/>
                <a:gd name="connsiteX623" fmla="*/ 596646 w 1009650"/>
                <a:gd name="connsiteY623" fmla="*/ 115633 h 923925"/>
                <a:gd name="connsiteX624" fmla="*/ 596075 w 1009650"/>
                <a:gd name="connsiteY624" fmla="*/ 116015 h 923925"/>
                <a:gd name="connsiteX625" fmla="*/ 595027 w 1009650"/>
                <a:gd name="connsiteY625" fmla="*/ 116015 h 923925"/>
                <a:gd name="connsiteX626" fmla="*/ 593884 w 1009650"/>
                <a:gd name="connsiteY626" fmla="*/ 115824 h 923925"/>
                <a:gd name="connsiteX627" fmla="*/ 593027 w 1009650"/>
                <a:gd name="connsiteY627" fmla="*/ 115062 h 923925"/>
                <a:gd name="connsiteX628" fmla="*/ 592360 w 1009650"/>
                <a:gd name="connsiteY628" fmla="*/ 113919 h 923925"/>
                <a:gd name="connsiteX629" fmla="*/ 591217 w 1009650"/>
                <a:gd name="connsiteY629" fmla="*/ 111252 h 923925"/>
                <a:gd name="connsiteX630" fmla="*/ 590360 w 1009650"/>
                <a:gd name="connsiteY630" fmla="*/ 109823 h 923925"/>
                <a:gd name="connsiteX631" fmla="*/ 588550 w 1009650"/>
                <a:gd name="connsiteY631" fmla="*/ 107537 h 923925"/>
                <a:gd name="connsiteX632" fmla="*/ 588074 w 1009650"/>
                <a:gd name="connsiteY632" fmla="*/ 106490 h 923925"/>
                <a:gd name="connsiteX633" fmla="*/ 587312 w 1009650"/>
                <a:gd name="connsiteY633" fmla="*/ 104775 h 923925"/>
                <a:gd name="connsiteX634" fmla="*/ 585978 w 1009650"/>
                <a:gd name="connsiteY634" fmla="*/ 102775 h 923925"/>
                <a:gd name="connsiteX635" fmla="*/ 585407 w 1009650"/>
                <a:gd name="connsiteY635" fmla="*/ 102203 h 923925"/>
                <a:gd name="connsiteX636" fmla="*/ 585216 w 1009650"/>
                <a:gd name="connsiteY636" fmla="*/ 101441 h 923925"/>
                <a:gd name="connsiteX637" fmla="*/ 585216 w 1009650"/>
                <a:gd name="connsiteY637" fmla="*/ 100394 h 923925"/>
                <a:gd name="connsiteX638" fmla="*/ 585788 w 1009650"/>
                <a:gd name="connsiteY638" fmla="*/ 98869 h 923925"/>
                <a:gd name="connsiteX639" fmla="*/ 586740 w 1009650"/>
                <a:gd name="connsiteY639" fmla="*/ 98203 h 923925"/>
                <a:gd name="connsiteX640" fmla="*/ 587597 w 1009650"/>
                <a:gd name="connsiteY640" fmla="*/ 97917 h 923925"/>
                <a:gd name="connsiteX641" fmla="*/ 590931 w 1009650"/>
                <a:gd name="connsiteY641" fmla="*/ 98108 h 923925"/>
                <a:gd name="connsiteX642" fmla="*/ 591884 w 1009650"/>
                <a:gd name="connsiteY642" fmla="*/ 97917 h 923925"/>
                <a:gd name="connsiteX643" fmla="*/ 592646 w 1009650"/>
                <a:gd name="connsiteY643" fmla="*/ 97536 h 923925"/>
                <a:gd name="connsiteX644" fmla="*/ 593217 w 1009650"/>
                <a:gd name="connsiteY644" fmla="*/ 96583 h 923925"/>
                <a:gd name="connsiteX645" fmla="*/ 593598 w 1009650"/>
                <a:gd name="connsiteY645" fmla="*/ 95250 h 923925"/>
                <a:gd name="connsiteX646" fmla="*/ 594074 w 1009650"/>
                <a:gd name="connsiteY646" fmla="*/ 90964 h 923925"/>
                <a:gd name="connsiteX647" fmla="*/ 593789 w 1009650"/>
                <a:gd name="connsiteY647" fmla="*/ 89535 h 923925"/>
                <a:gd name="connsiteX648" fmla="*/ 592741 w 1009650"/>
                <a:gd name="connsiteY648" fmla="*/ 87821 h 923925"/>
                <a:gd name="connsiteX649" fmla="*/ 590741 w 1009650"/>
                <a:gd name="connsiteY649" fmla="*/ 85535 h 923925"/>
                <a:gd name="connsiteX650" fmla="*/ 589979 w 1009650"/>
                <a:gd name="connsiteY650" fmla="*/ 84011 h 923925"/>
                <a:gd name="connsiteX651" fmla="*/ 589502 w 1009650"/>
                <a:gd name="connsiteY651" fmla="*/ 81725 h 923925"/>
                <a:gd name="connsiteX652" fmla="*/ 590550 w 1009650"/>
                <a:gd name="connsiteY652" fmla="*/ 70485 h 923925"/>
                <a:gd name="connsiteX653" fmla="*/ 591122 w 1009650"/>
                <a:gd name="connsiteY653" fmla="*/ 68294 h 923925"/>
                <a:gd name="connsiteX654" fmla="*/ 592741 w 1009650"/>
                <a:gd name="connsiteY654" fmla="*/ 63627 h 923925"/>
                <a:gd name="connsiteX655" fmla="*/ 593122 w 1009650"/>
                <a:gd name="connsiteY655" fmla="*/ 61531 h 923925"/>
                <a:gd name="connsiteX656" fmla="*/ 593027 w 1009650"/>
                <a:gd name="connsiteY656" fmla="*/ 59817 h 923925"/>
                <a:gd name="connsiteX657" fmla="*/ 592169 w 1009650"/>
                <a:gd name="connsiteY657" fmla="*/ 58483 h 923925"/>
                <a:gd name="connsiteX658" fmla="*/ 591503 w 1009650"/>
                <a:gd name="connsiteY658" fmla="*/ 57912 h 923925"/>
                <a:gd name="connsiteX659" fmla="*/ 590645 w 1009650"/>
                <a:gd name="connsiteY659" fmla="*/ 57817 h 923925"/>
                <a:gd name="connsiteX660" fmla="*/ 590074 w 1009650"/>
                <a:gd name="connsiteY660" fmla="*/ 58007 h 923925"/>
                <a:gd name="connsiteX661" fmla="*/ 589598 w 1009650"/>
                <a:gd name="connsiteY661" fmla="*/ 58483 h 923925"/>
                <a:gd name="connsiteX662" fmla="*/ 588836 w 1009650"/>
                <a:gd name="connsiteY662" fmla="*/ 59436 h 923925"/>
                <a:gd name="connsiteX663" fmla="*/ 588455 w 1009650"/>
                <a:gd name="connsiteY663" fmla="*/ 59627 h 923925"/>
                <a:gd name="connsiteX664" fmla="*/ 587883 w 1009650"/>
                <a:gd name="connsiteY664" fmla="*/ 59722 h 923925"/>
                <a:gd name="connsiteX665" fmla="*/ 586454 w 1009650"/>
                <a:gd name="connsiteY665" fmla="*/ 59722 h 923925"/>
                <a:gd name="connsiteX666" fmla="*/ 585597 w 1009650"/>
                <a:gd name="connsiteY666" fmla="*/ 59912 h 923925"/>
                <a:gd name="connsiteX667" fmla="*/ 584835 w 1009650"/>
                <a:gd name="connsiteY667" fmla="*/ 60389 h 923925"/>
                <a:gd name="connsiteX668" fmla="*/ 583597 w 1009650"/>
                <a:gd name="connsiteY668" fmla="*/ 61436 h 923925"/>
                <a:gd name="connsiteX669" fmla="*/ 582644 w 1009650"/>
                <a:gd name="connsiteY669" fmla="*/ 61913 h 923925"/>
                <a:gd name="connsiteX670" fmla="*/ 581597 w 1009650"/>
                <a:gd name="connsiteY670" fmla="*/ 62198 h 923925"/>
                <a:gd name="connsiteX671" fmla="*/ 580739 w 1009650"/>
                <a:gd name="connsiteY671" fmla="*/ 62294 h 923925"/>
                <a:gd name="connsiteX672" fmla="*/ 579596 w 1009650"/>
                <a:gd name="connsiteY672" fmla="*/ 62198 h 923925"/>
                <a:gd name="connsiteX673" fmla="*/ 578358 w 1009650"/>
                <a:gd name="connsiteY673" fmla="*/ 61817 h 923925"/>
                <a:gd name="connsiteX674" fmla="*/ 577215 w 1009650"/>
                <a:gd name="connsiteY674" fmla="*/ 61246 h 923925"/>
                <a:gd name="connsiteX675" fmla="*/ 576453 w 1009650"/>
                <a:gd name="connsiteY675" fmla="*/ 60198 h 923925"/>
                <a:gd name="connsiteX676" fmla="*/ 576263 w 1009650"/>
                <a:gd name="connsiteY676" fmla="*/ 58769 h 923925"/>
                <a:gd name="connsiteX677" fmla="*/ 576453 w 1009650"/>
                <a:gd name="connsiteY677" fmla="*/ 56198 h 923925"/>
                <a:gd name="connsiteX678" fmla="*/ 577025 w 1009650"/>
                <a:gd name="connsiteY678" fmla="*/ 54007 h 923925"/>
                <a:gd name="connsiteX679" fmla="*/ 578168 w 1009650"/>
                <a:gd name="connsiteY679" fmla="*/ 51625 h 923925"/>
                <a:gd name="connsiteX680" fmla="*/ 578834 w 1009650"/>
                <a:gd name="connsiteY680" fmla="*/ 50673 h 923925"/>
                <a:gd name="connsiteX681" fmla="*/ 579215 w 1009650"/>
                <a:gd name="connsiteY681" fmla="*/ 50292 h 923925"/>
                <a:gd name="connsiteX682" fmla="*/ 580263 w 1009650"/>
                <a:gd name="connsiteY682" fmla="*/ 50006 h 923925"/>
                <a:gd name="connsiteX683" fmla="*/ 583787 w 1009650"/>
                <a:gd name="connsiteY683" fmla="*/ 48387 h 923925"/>
                <a:gd name="connsiteX684" fmla="*/ 584930 w 1009650"/>
                <a:gd name="connsiteY684" fmla="*/ 47625 h 923925"/>
                <a:gd name="connsiteX685" fmla="*/ 585692 w 1009650"/>
                <a:gd name="connsiteY685" fmla="*/ 46768 h 923925"/>
                <a:gd name="connsiteX686" fmla="*/ 586359 w 1009650"/>
                <a:gd name="connsiteY686" fmla="*/ 45720 h 923925"/>
                <a:gd name="connsiteX687" fmla="*/ 586645 w 1009650"/>
                <a:gd name="connsiteY687" fmla="*/ 44577 h 923925"/>
                <a:gd name="connsiteX688" fmla="*/ 586550 w 1009650"/>
                <a:gd name="connsiteY688" fmla="*/ 43339 h 923925"/>
                <a:gd name="connsiteX689" fmla="*/ 586073 w 1009650"/>
                <a:gd name="connsiteY689" fmla="*/ 42100 h 923925"/>
                <a:gd name="connsiteX690" fmla="*/ 584930 w 1009650"/>
                <a:gd name="connsiteY690" fmla="*/ 40958 h 923925"/>
                <a:gd name="connsiteX691" fmla="*/ 583978 w 1009650"/>
                <a:gd name="connsiteY691" fmla="*/ 40291 h 923925"/>
                <a:gd name="connsiteX692" fmla="*/ 583025 w 1009650"/>
                <a:gd name="connsiteY692" fmla="*/ 39243 h 923925"/>
                <a:gd name="connsiteX693" fmla="*/ 582549 w 1009650"/>
                <a:gd name="connsiteY693" fmla="*/ 38481 h 923925"/>
                <a:gd name="connsiteX694" fmla="*/ 582835 w 1009650"/>
                <a:gd name="connsiteY694" fmla="*/ 34195 h 923925"/>
                <a:gd name="connsiteX695" fmla="*/ 567690 w 1009650"/>
                <a:gd name="connsiteY695" fmla="*/ 32099 h 923925"/>
                <a:gd name="connsiteX696" fmla="*/ 556736 w 1009650"/>
                <a:gd name="connsiteY696" fmla="*/ 32194 h 923925"/>
                <a:gd name="connsiteX697" fmla="*/ 513493 w 1009650"/>
                <a:gd name="connsiteY697" fmla="*/ 29908 h 923925"/>
                <a:gd name="connsiteX698" fmla="*/ 510159 w 1009650"/>
                <a:gd name="connsiteY698" fmla="*/ 29337 h 923925"/>
                <a:gd name="connsiteX699" fmla="*/ 509873 w 1009650"/>
                <a:gd name="connsiteY699" fmla="*/ 27242 h 923925"/>
                <a:gd name="connsiteX700" fmla="*/ 509873 w 1009650"/>
                <a:gd name="connsiteY700" fmla="*/ 27242 h 923925"/>
                <a:gd name="connsiteX701" fmla="*/ 510159 w 1009650"/>
                <a:gd name="connsiteY701" fmla="*/ 26289 h 923925"/>
                <a:gd name="connsiteX702" fmla="*/ 511493 w 1009650"/>
                <a:gd name="connsiteY702" fmla="*/ 22574 h 923925"/>
                <a:gd name="connsiteX703" fmla="*/ 519684 w 1009650"/>
                <a:gd name="connsiteY703" fmla="*/ 8858 h 923925"/>
                <a:gd name="connsiteX704" fmla="*/ 519875 w 1009650"/>
                <a:gd name="connsiteY704" fmla="*/ 8287 h 923925"/>
                <a:gd name="connsiteX705" fmla="*/ 520446 w 1009650"/>
                <a:gd name="connsiteY705" fmla="*/ 5715 h 923925"/>
                <a:gd name="connsiteX706" fmla="*/ 520541 w 1009650"/>
                <a:gd name="connsiteY706" fmla="*/ 3429 h 923925"/>
                <a:gd name="connsiteX707" fmla="*/ 519779 w 1009650"/>
                <a:gd name="connsiteY707" fmla="*/ 1048 h 923925"/>
                <a:gd name="connsiteX708" fmla="*/ 517112 w 1009650"/>
                <a:gd name="connsiteY708" fmla="*/ 0 h 923925"/>
                <a:gd name="connsiteX709" fmla="*/ 516827 w 1009650"/>
                <a:gd name="connsiteY709" fmla="*/ 2096 h 923925"/>
                <a:gd name="connsiteX710" fmla="*/ 497681 w 1009650"/>
                <a:gd name="connsiteY710" fmla="*/ 18193 h 923925"/>
                <a:gd name="connsiteX711" fmla="*/ 493205 w 1009650"/>
                <a:gd name="connsiteY711" fmla="*/ 20765 h 923925"/>
                <a:gd name="connsiteX712" fmla="*/ 472250 w 1009650"/>
                <a:gd name="connsiteY712" fmla="*/ 25527 h 923925"/>
                <a:gd name="connsiteX713" fmla="*/ 452342 w 1009650"/>
                <a:gd name="connsiteY713" fmla="*/ 34862 h 923925"/>
                <a:gd name="connsiteX714" fmla="*/ 450533 w 1009650"/>
                <a:gd name="connsiteY714" fmla="*/ 36862 h 923925"/>
                <a:gd name="connsiteX715" fmla="*/ 445675 w 1009650"/>
                <a:gd name="connsiteY715" fmla="*/ 53150 h 923925"/>
                <a:gd name="connsiteX716" fmla="*/ 440722 w 1009650"/>
                <a:gd name="connsiteY716" fmla="*/ 69247 h 923925"/>
                <a:gd name="connsiteX717" fmla="*/ 434721 w 1009650"/>
                <a:gd name="connsiteY717" fmla="*/ 88773 h 923925"/>
                <a:gd name="connsiteX718" fmla="*/ 428435 w 1009650"/>
                <a:gd name="connsiteY718" fmla="*/ 101156 h 923925"/>
                <a:gd name="connsiteX719" fmla="*/ 422720 w 1009650"/>
                <a:gd name="connsiteY719" fmla="*/ 112109 h 923925"/>
                <a:gd name="connsiteX720" fmla="*/ 413766 w 1009650"/>
                <a:gd name="connsiteY720" fmla="*/ 129635 h 923925"/>
                <a:gd name="connsiteX721" fmla="*/ 406527 w 1009650"/>
                <a:gd name="connsiteY721" fmla="*/ 139351 h 923925"/>
                <a:gd name="connsiteX722" fmla="*/ 403574 w 1009650"/>
                <a:gd name="connsiteY722" fmla="*/ 144304 h 923925"/>
                <a:gd name="connsiteX723" fmla="*/ 399860 w 1009650"/>
                <a:gd name="connsiteY723" fmla="*/ 153448 h 923925"/>
                <a:gd name="connsiteX724" fmla="*/ 398431 w 1009650"/>
                <a:gd name="connsiteY724" fmla="*/ 155448 h 923925"/>
                <a:gd name="connsiteX725" fmla="*/ 396526 w 1009650"/>
                <a:gd name="connsiteY725" fmla="*/ 156781 h 923925"/>
                <a:gd name="connsiteX726" fmla="*/ 381572 w 1009650"/>
                <a:gd name="connsiteY726" fmla="*/ 164592 h 923925"/>
                <a:gd name="connsiteX727" fmla="*/ 368427 w 1009650"/>
                <a:gd name="connsiteY727" fmla="*/ 171450 h 923925"/>
                <a:gd name="connsiteX728" fmla="*/ 353092 w 1009650"/>
                <a:gd name="connsiteY728" fmla="*/ 179546 h 923925"/>
                <a:gd name="connsiteX729" fmla="*/ 336614 w 1009650"/>
                <a:gd name="connsiteY729" fmla="*/ 188214 h 923925"/>
                <a:gd name="connsiteX730" fmla="*/ 333375 w 1009650"/>
                <a:gd name="connsiteY730" fmla="*/ 190405 h 923925"/>
                <a:gd name="connsiteX731" fmla="*/ 324803 w 1009650"/>
                <a:gd name="connsiteY731" fmla="*/ 200977 h 923925"/>
                <a:gd name="connsiteX732" fmla="*/ 322040 w 1009650"/>
                <a:gd name="connsiteY732" fmla="*/ 206407 h 923925"/>
                <a:gd name="connsiteX733" fmla="*/ 315278 w 1009650"/>
                <a:gd name="connsiteY733" fmla="*/ 232791 h 923925"/>
                <a:gd name="connsiteX734" fmla="*/ 312992 w 1009650"/>
                <a:gd name="connsiteY734" fmla="*/ 239077 h 923925"/>
                <a:gd name="connsiteX735" fmla="*/ 309753 w 1009650"/>
                <a:gd name="connsiteY735" fmla="*/ 244697 h 923925"/>
                <a:gd name="connsiteX736" fmla="*/ 305276 w 1009650"/>
                <a:gd name="connsiteY736" fmla="*/ 249460 h 923925"/>
                <a:gd name="connsiteX737" fmla="*/ 291084 w 1009650"/>
                <a:gd name="connsiteY737" fmla="*/ 261175 h 923925"/>
                <a:gd name="connsiteX738" fmla="*/ 281940 w 1009650"/>
                <a:gd name="connsiteY738" fmla="*/ 273272 h 923925"/>
                <a:gd name="connsiteX739" fmla="*/ 280607 w 1009650"/>
                <a:gd name="connsiteY739" fmla="*/ 275939 h 923925"/>
                <a:gd name="connsiteX740" fmla="*/ 279940 w 1009650"/>
                <a:gd name="connsiteY740" fmla="*/ 278321 h 923925"/>
                <a:gd name="connsiteX741" fmla="*/ 278606 w 1009650"/>
                <a:gd name="connsiteY741" fmla="*/ 294322 h 923925"/>
                <a:gd name="connsiteX742" fmla="*/ 278035 w 1009650"/>
                <a:gd name="connsiteY742" fmla="*/ 296323 h 923925"/>
                <a:gd name="connsiteX743" fmla="*/ 276416 w 1009650"/>
                <a:gd name="connsiteY743" fmla="*/ 297561 h 923925"/>
                <a:gd name="connsiteX744" fmla="*/ 258032 w 1009650"/>
                <a:gd name="connsiteY744" fmla="*/ 303181 h 923925"/>
                <a:gd name="connsiteX745" fmla="*/ 241840 w 1009650"/>
                <a:gd name="connsiteY745" fmla="*/ 308229 h 923925"/>
                <a:gd name="connsiteX746" fmla="*/ 232124 w 1009650"/>
                <a:gd name="connsiteY746" fmla="*/ 308991 h 923925"/>
                <a:gd name="connsiteX747" fmla="*/ 222980 w 1009650"/>
                <a:gd name="connsiteY747" fmla="*/ 308229 h 923925"/>
                <a:gd name="connsiteX748" fmla="*/ 213074 w 1009650"/>
                <a:gd name="connsiteY748" fmla="*/ 309086 h 923925"/>
                <a:gd name="connsiteX749" fmla="*/ 203264 w 1009650"/>
                <a:gd name="connsiteY749" fmla="*/ 311277 h 923925"/>
                <a:gd name="connsiteX750" fmla="*/ 194501 w 1009650"/>
                <a:gd name="connsiteY750" fmla="*/ 314230 h 923925"/>
                <a:gd name="connsiteX751" fmla="*/ 180308 w 1009650"/>
                <a:gd name="connsiteY751" fmla="*/ 321278 h 923925"/>
                <a:gd name="connsiteX752" fmla="*/ 167164 w 1009650"/>
                <a:gd name="connsiteY752" fmla="*/ 327850 h 923925"/>
                <a:gd name="connsiteX753" fmla="*/ 157639 w 1009650"/>
                <a:gd name="connsiteY753" fmla="*/ 330041 h 923925"/>
                <a:gd name="connsiteX754" fmla="*/ 149638 w 1009650"/>
                <a:gd name="connsiteY754" fmla="*/ 328898 h 923925"/>
                <a:gd name="connsiteX755" fmla="*/ 143732 w 1009650"/>
                <a:gd name="connsiteY755" fmla="*/ 324803 h 923925"/>
                <a:gd name="connsiteX756" fmla="*/ 139256 w 1009650"/>
                <a:gd name="connsiteY756" fmla="*/ 318325 h 923925"/>
                <a:gd name="connsiteX757" fmla="*/ 135636 w 1009650"/>
                <a:gd name="connsiteY757" fmla="*/ 310039 h 923925"/>
                <a:gd name="connsiteX758" fmla="*/ 135350 w 1009650"/>
                <a:gd name="connsiteY758" fmla="*/ 307467 h 923925"/>
                <a:gd name="connsiteX759" fmla="*/ 135731 w 1009650"/>
                <a:gd name="connsiteY759" fmla="*/ 302609 h 923925"/>
                <a:gd name="connsiteX760" fmla="*/ 134779 w 1009650"/>
                <a:gd name="connsiteY760" fmla="*/ 299942 h 923925"/>
                <a:gd name="connsiteX761" fmla="*/ 133445 w 1009650"/>
                <a:gd name="connsiteY761" fmla="*/ 298323 h 923925"/>
                <a:gd name="connsiteX762" fmla="*/ 130112 w 1009650"/>
                <a:gd name="connsiteY762" fmla="*/ 295656 h 923925"/>
                <a:gd name="connsiteX763" fmla="*/ 126302 w 1009650"/>
                <a:gd name="connsiteY763" fmla="*/ 291275 h 923925"/>
                <a:gd name="connsiteX764" fmla="*/ 123444 w 1009650"/>
                <a:gd name="connsiteY764" fmla="*/ 288988 h 923925"/>
                <a:gd name="connsiteX765" fmla="*/ 120206 w 1009650"/>
                <a:gd name="connsiteY765" fmla="*/ 287274 h 923925"/>
                <a:gd name="connsiteX766" fmla="*/ 116777 w 1009650"/>
                <a:gd name="connsiteY766" fmla="*/ 286131 h 923925"/>
                <a:gd name="connsiteX767" fmla="*/ 114395 w 1009650"/>
                <a:gd name="connsiteY767" fmla="*/ 285845 h 923925"/>
                <a:gd name="connsiteX768" fmla="*/ 112109 w 1009650"/>
                <a:gd name="connsiteY768" fmla="*/ 286417 h 923925"/>
                <a:gd name="connsiteX769" fmla="*/ 107728 w 1009650"/>
                <a:gd name="connsiteY769" fmla="*/ 288226 h 923925"/>
                <a:gd name="connsiteX770" fmla="*/ 103251 w 1009650"/>
                <a:gd name="connsiteY770" fmla="*/ 288893 h 923925"/>
                <a:gd name="connsiteX771" fmla="*/ 101156 w 1009650"/>
                <a:gd name="connsiteY771" fmla="*/ 289560 h 923925"/>
                <a:gd name="connsiteX772" fmla="*/ 99155 w 1009650"/>
                <a:gd name="connsiteY772" fmla="*/ 290989 h 923925"/>
                <a:gd name="connsiteX773" fmla="*/ 92678 w 1009650"/>
                <a:gd name="connsiteY773" fmla="*/ 298228 h 923925"/>
                <a:gd name="connsiteX774" fmla="*/ 84677 w 1009650"/>
                <a:gd name="connsiteY774" fmla="*/ 303943 h 923925"/>
                <a:gd name="connsiteX775" fmla="*/ 83534 w 1009650"/>
                <a:gd name="connsiteY775" fmla="*/ 305181 h 923925"/>
                <a:gd name="connsiteX776" fmla="*/ 73533 w 1009650"/>
                <a:gd name="connsiteY776" fmla="*/ 315659 h 923925"/>
                <a:gd name="connsiteX777" fmla="*/ 72200 w 1009650"/>
                <a:gd name="connsiteY777" fmla="*/ 317945 h 923925"/>
                <a:gd name="connsiteX778" fmla="*/ 63722 w 1009650"/>
                <a:gd name="connsiteY778" fmla="*/ 343091 h 923925"/>
                <a:gd name="connsiteX779" fmla="*/ 60960 w 1009650"/>
                <a:gd name="connsiteY779" fmla="*/ 346996 h 923925"/>
                <a:gd name="connsiteX780" fmla="*/ 51149 w 1009650"/>
                <a:gd name="connsiteY780" fmla="*/ 356616 h 923925"/>
                <a:gd name="connsiteX781" fmla="*/ 44196 w 1009650"/>
                <a:gd name="connsiteY781" fmla="*/ 367855 h 923925"/>
                <a:gd name="connsiteX782" fmla="*/ 30671 w 1009650"/>
                <a:gd name="connsiteY782" fmla="*/ 380905 h 923925"/>
                <a:gd name="connsiteX783" fmla="*/ 23241 w 1009650"/>
                <a:gd name="connsiteY783" fmla="*/ 386143 h 923925"/>
                <a:gd name="connsiteX784" fmla="*/ 12764 w 1009650"/>
                <a:gd name="connsiteY784" fmla="*/ 396716 h 923925"/>
                <a:gd name="connsiteX785" fmla="*/ 8001 w 1009650"/>
                <a:gd name="connsiteY785" fmla="*/ 404813 h 923925"/>
                <a:gd name="connsiteX786" fmla="*/ 4953 w 1009650"/>
                <a:gd name="connsiteY786" fmla="*/ 414623 h 923925"/>
                <a:gd name="connsiteX787" fmla="*/ 2477 w 1009650"/>
                <a:gd name="connsiteY787" fmla="*/ 430625 h 923925"/>
                <a:gd name="connsiteX788" fmla="*/ 0 w 1009650"/>
                <a:gd name="connsiteY788" fmla="*/ 445961 h 923925"/>
                <a:gd name="connsiteX789" fmla="*/ 953 w 1009650"/>
                <a:gd name="connsiteY789" fmla="*/ 451295 h 923925"/>
                <a:gd name="connsiteX790" fmla="*/ 4572 w 1009650"/>
                <a:gd name="connsiteY790" fmla="*/ 455390 h 923925"/>
                <a:gd name="connsiteX791" fmla="*/ 22479 w 1009650"/>
                <a:gd name="connsiteY791" fmla="*/ 462820 h 923925"/>
                <a:gd name="connsiteX792" fmla="*/ 27146 w 1009650"/>
                <a:gd name="connsiteY792" fmla="*/ 465963 h 923925"/>
                <a:gd name="connsiteX793" fmla="*/ 35433 w 1009650"/>
                <a:gd name="connsiteY793" fmla="*/ 473488 h 923925"/>
                <a:gd name="connsiteX794" fmla="*/ 40481 w 1009650"/>
                <a:gd name="connsiteY794" fmla="*/ 475393 h 923925"/>
                <a:gd name="connsiteX795" fmla="*/ 68199 w 1009650"/>
                <a:gd name="connsiteY795" fmla="*/ 474250 h 923925"/>
                <a:gd name="connsiteX796" fmla="*/ 72581 w 1009650"/>
                <a:gd name="connsiteY796" fmla="*/ 475297 h 923925"/>
                <a:gd name="connsiteX797" fmla="*/ 76676 w 1009650"/>
                <a:gd name="connsiteY797" fmla="*/ 477679 h 923925"/>
                <a:gd name="connsiteX798" fmla="*/ 80010 w 1009650"/>
                <a:gd name="connsiteY798" fmla="*/ 481870 h 923925"/>
                <a:gd name="connsiteX799" fmla="*/ 80582 w 1009650"/>
                <a:gd name="connsiteY799" fmla="*/ 486537 h 923925"/>
                <a:gd name="connsiteX800" fmla="*/ 79820 w 1009650"/>
                <a:gd name="connsiteY800" fmla="*/ 497205 h 923925"/>
                <a:gd name="connsiteX801" fmla="*/ 80296 w 1009650"/>
                <a:gd name="connsiteY801" fmla="*/ 502253 h 923925"/>
                <a:gd name="connsiteX802" fmla="*/ 79915 w 1009650"/>
                <a:gd name="connsiteY802" fmla="*/ 504539 h 923925"/>
                <a:gd name="connsiteX803" fmla="*/ 78772 w 1009650"/>
                <a:gd name="connsiteY803" fmla="*/ 507206 h 923925"/>
                <a:gd name="connsiteX804" fmla="*/ 78200 w 1009650"/>
                <a:gd name="connsiteY804" fmla="*/ 509683 h 923925"/>
                <a:gd name="connsiteX805" fmla="*/ 78391 w 1009650"/>
                <a:gd name="connsiteY805" fmla="*/ 512159 h 923925"/>
                <a:gd name="connsiteX806" fmla="*/ 79248 w 1009650"/>
                <a:gd name="connsiteY806" fmla="*/ 517398 h 923925"/>
                <a:gd name="connsiteX807" fmla="*/ 78677 w 1009650"/>
                <a:gd name="connsiteY807" fmla="*/ 522065 h 923925"/>
                <a:gd name="connsiteX808" fmla="*/ 76962 w 1009650"/>
                <a:gd name="connsiteY808" fmla="*/ 526828 h 923925"/>
                <a:gd name="connsiteX809" fmla="*/ 70771 w 1009650"/>
                <a:gd name="connsiteY809" fmla="*/ 537210 h 923925"/>
                <a:gd name="connsiteX810" fmla="*/ 70295 w 1009650"/>
                <a:gd name="connsiteY810" fmla="*/ 539401 h 923925"/>
                <a:gd name="connsiteX811" fmla="*/ 70199 w 1009650"/>
                <a:gd name="connsiteY811" fmla="*/ 543973 h 923925"/>
                <a:gd name="connsiteX812" fmla="*/ 69152 w 1009650"/>
                <a:gd name="connsiteY812" fmla="*/ 550640 h 923925"/>
                <a:gd name="connsiteX813" fmla="*/ 69247 w 1009650"/>
                <a:gd name="connsiteY813" fmla="*/ 552545 h 923925"/>
                <a:gd name="connsiteX814" fmla="*/ 71342 w 1009650"/>
                <a:gd name="connsiteY814" fmla="*/ 559022 h 923925"/>
                <a:gd name="connsiteX815" fmla="*/ 75057 w 1009650"/>
                <a:gd name="connsiteY815" fmla="*/ 565213 h 923925"/>
                <a:gd name="connsiteX816" fmla="*/ 79534 w 1009650"/>
                <a:gd name="connsiteY816" fmla="*/ 570643 h 923925"/>
                <a:gd name="connsiteX817" fmla="*/ 84296 w 1009650"/>
                <a:gd name="connsiteY817" fmla="*/ 574738 h 923925"/>
                <a:gd name="connsiteX818" fmla="*/ 86392 w 1009650"/>
                <a:gd name="connsiteY818" fmla="*/ 577405 h 923925"/>
                <a:gd name="connsiteX819" fmla="*/ 88773 w 1009650"/>
                <a:gd name="connsiteY819" fmla="*/ 584549 h 923925"/>
                <a:gd name="connsiteX820" fmla="*/ 90488 w 1009650"/>
                <a:gd name="connsiteY820" fmla="*/ 587502 h 923925"/>
                <a:gd name="connsiteX821" fmla="*/ 92297 w 1009650"/>
                <a:gd name="connsiteY821" fmla="*/ 588836 h 923925"/>
                <a:gd name="connsiteX822" fmla="*/ 96774 w 1009650"/>
                <a:gd name="connsiteY822" fmla="*/ 590455 h 923925"/>
                <a:gd name="connsiteX823" fmla="*/ 103251 w 1009650"/>
                <a:gd name="connsiteY823" fmla="*/ 591884 h 923925"/>
                <a:gd name="connsiteX824" fmla="*/ 116777 w 1009650"/>
                <a:gd name="connsiteY824" fmla="*/ 591503 h 923925"/>
                <a:gd name="connsiteX825" fmla="*/ 121349 w 1009650"/>
                <a:gd name="connsiteY825" fmla="*/ 590550 h 923925"/>
                <a:gd name="connsiteX826" fmla="*/ 125730 w 1009650"/>
                <a:gd name="connsiteY826" fmla="*/ 588645 h 923925"/>
                <a:gd name="connsiteX827" fmla="*/ 130112 w 1009650"/>
                <a:gd name="connsiteY827" fmla="*/ 587312 h 923925"/>
                <a:gd name="connsiteX828" fmla="*/ 134684 w 1009650"/>
                <a:gd name="connsiteY828" fmla="*/ 588264 h 923925"/>
                <a:gd name="connsiteX829" fmla="*/ 137160 w 1009650"/>
                <a:gd name="connsiteY829" fmla="*/ 591788 h 923925"/>
                <a:gd name="connsiteX830" fmla="*/ 137636 w 1009650"/>
                <a:gd name="connsiteY830" fmla="*/ 597027 h 923925"/>
                <a:gd name="connsiteX831" fmla="*/ 137065 w 1009650"/>
                <a:gd name="connsiteY831" fmla="*/ 608171 h 923925"/>
                <a:gd name="connsiteX832" fmla="*/ 136303 w 1009650"/>
                <a:gd name="connsiteY832" fmla="*/ 622840 h 923925"/>
                <a:gd name="connsiteX833" fmla="*/ 137255 w 1009650"/>
                <a:gd name="connsiteY833" fmla="*/ 627317 h 923925"/>
                <a:gd name="connsiteX834" fmla="*/ 139065 w 1009650"/>
                <a:gd name="connsiteY834" fmla="*/ 629984 h 923925"/>
                <a:gd name="connsiteX835" fmla="*/ 143732 w 1009650"/>
                <a:gd name="connsiteY835" fmla="*/ 635032 h 923925"/>
                <a:gd name="connsiteX836" fmla="*/ 144685 w 1009650"/>
                <a:gd name="connsiteY836" fmla="*/ 638270 h 923925"/>
                <a:gd name="connsiteX837" fmla="*/ 145161 w 1009650"/>
                <a:gd name="connsiteY837" fmla="*/ 641223 h 923925"/>
                <a:gd name="connsiteX838" fmla="*/ 146495 w 1009650"/>
                <a:gd name="connsiteY838" fmla="*/ 643795 h 923925"/>
                <a:gd name="connsiteX839" fmla="*/ 150400 w 1009650"/>
                <a:gd name="connsiteY839" fmla="*/ 648176 h 923925"/>
                <a:gd name="connsiteX840" fmla="*/ 157639 w 1009650"/>
                <a:gd name="connsiteY840" fmla="*/ 654463 h 923925"/>
                <a:gd name="connsiteX841" fmla="*/ 159639 w 1009650"/>
                <a:gd name="connsiteY841" fmla="*/ 657034 h 923925"/>
                <a:gd name="connsiteX842" fmla="*/ 160973 w 1009650"/>
                <a:gd name="connsiteY842" fmla="*/ 660083 h 923925"/>
                <a:gd name="connsiteX843" fmla="*/ 164783 w 1009650"/>
                <a:gd name="connsiteY843" fmla="*/ 677609 h 923925"/>
                <a:gd name="connsiteX844" fmla="*/ 167354 w 1009650"/>
                <a:gd name="connsiteY844" fmla="*/ 684657 h 923925"/>
                <a:gd name="connsiteX845" fmla="*/ 170498 w 1009650"/>
                <a:gd name="connsiteY845" fmla="*/ 691325 h 923925"/>
                <a:gd name="connsiteX846" fmla="*/ 177451 w 1009650"/>
                <a:gd name="connsiteY846" fmla="*/ 702278 h 923925"/>
                <a:gd name="connsiteX847" fmla="*/ 181356 w 1009650"/>
                <a:gd name="connsiteY847" fmla="*/ 713327 h 923925"/>
                <a:gd name="connsiteX848" fmla="*/ 183642 w 1009650"/>
                <a:gd name="connsiteY848" fmla="*/ 716947 h 923925"/>
                <a:gd name="connsiteX849" fmla="*/ 187166 w 1009650"/>
                <a:gd name="connsiteY849" fmla="*/ 717613 h 923925"/>
                <a:gd name="connsiteX850" fmla="*/ 192119 w 1009650"/>
                <a:gd name="connsiteY850" fmla="*/ 720947 h 923925"/>
                <a:gd name="connsiteX851" fmla="*/ 202787 w 1009650"/>
                <a:gd name="connsiteY851" fmla="*/ 723995 h 923925"/>
                <a:gd name="connsiteX852" fmla="*/ 204216 w 1009650"/>
                <a:gd name="connsiteY852" fmla="*/ 724091 h 923925"/>
                <a:gd name="connsiteX853" fmla="*/ 206121 w 1009650"/>
                <a:gd name="connsiteY853" fmla="*/ 723995 h 923925"/>
                <a:gd name="connsiteX854" fmla="*/ 207931 w 1009650"/>
                <a:gd name="connsiteY854" fmla="*/ 722662 h 923925"/>
                <a:gd name="connsiteX855" fmla="*/ 209455 w 1009650"/>
                <a:gd name="connsiteY855" fmla="*/ 721900 h 923925"/>
                <a:gd name="connsiteX856" fmla="*/ 211265 w 1009650"/>
                <a:gd name="connsiteY856" fmla="*/ 721328 h 923925"/>
                <a:gd name="connsiteX857" fmla="*/ 214217 w 1009650"/>
                <a:gd name="connsiteY857" fmla="*/ 720757 h 923925"/>
                <a:gd name="connsiteX858" fmla="*/ 215837 w 1009650"/>
                <a:gd name="connsiteY858" fmla="*/ 721043 h 923925"/>
                <a:gd name="connsiteX859" fmla="*/ 218408 w 1009650"/>
                <a:gd name="connsiteY859" fmla="*/ 722281 h 923925"/>
                <a:gd name="connsiteX860" fmla="*/ 220790 w 1009650"/>
                <a:gd name="connsiteY860" fmla="*/ 722757 h 923925"/>
                <a:gd name="connsiteX861" fmla="*/ 222504 w 1009650"/>
                <a:gd name="connsiteY861" fmla="*/ 722471 h 923925"/>
                <a:gd name="connsiteX862" fmla="*/ 224314 w 1009650"/>
                <a:gd name="connsiteY862" fmla="*/ 721709 h 923925"/>
                <a:gd name="connsiteX863" fmla="*/ 227743 w 1009650"/>
                <a:gd name="connsiteY863" fmla="*/ 719042 h 923925"/>
                <a:gd name="connsiteX864" fmla="*/ 228981 w 1009650"/>
                <a:gd name="connsiteY864" fmla="*/ 718280 h 923925"/>
                <a:gd name="connsiteX865" fmla="*/ 231267 w 1009650"/>
                <a:gd name="connsiteY865" fmla="*/ 717709 h 923925"/>
                <a:gd name="connsiteX866" fmla="*/ 240125 w 1009650"/>
                <a:gd name="connsiteY866" fmla="*/ 717518 h 923925"/>
                <a:gd name="connsiteX867" fmla="*/ 243078 w 1009650"/>
                <a:gd name="connsiteY867" fmla="*/ 717709 h 923925"/>
                <a:gd name="connsiteX868" fmla="*/ 245269 w 1009650"/>
                <a:gd name="connsiteY868" fmla="*/ 718280 h 923925"/>
                <a:gd name="connsiteX869" fmla="*/ 247460 w 1009650"/>
                <a:gd name="connsiteY869" fmla="*/ 720090 h 923925"/>
                <a:gd name="connsiteX870" fmla="*/ 248698 w 1009650"/>
                <a:gd name="connsiteY870" fmla="*/ 720852 h 923925"/>
                <a:gd name="connsiteX871" fmla="*/ 250603 w 1009650"/>
                <a:gd name="connsiteY871" fmla="*/ 721328 h 923925"/>
                <a:gd name="connsiteX872" fmla="*/ 252317 w 1009650"/>
                <a:gd name="connsiteY872" fmla="*/ 721328 h 923925"/>
                <a:gd name="connsiteX873" fmla="*/ 263747 w 1009650"/>
                <a:gd name="connsiteY873" fmla="*/ 718757 h 923925"/>
                <a:gd name="connsiteX874" fmla="*/ 265081 w 1009650"/>
                <a:gd name="connsiteY874" fmla="*/ 718947 h 923925"/>
                <a:gd name="connsiteX875" fmla="*/ 265843 w 1009650"/>
                <a:gd name="connsiteY875" fmla="*/ 719709 h 923925"/>
                <a:gd name="connsiteX876" fmla="*/ 266129 w 1009650"/>
                <a:gd name="connsiteY876" fmla="*/ 720947 h 923925"/>
                <a:gd name="connsiteX877" fmla="*/ 266605 w 1009650"/>
                <a:gd name="connsiteY877" fmla="*/ 722281 h 923925"/>
                <a:gd name="connsiteX878" fmla="*/ 267653 w 1009650"/>
                <a:gd name="connsiteY878" fmla="*/ 723233 h 923925"/>
                <a:gd name="connsiteX879" fmla="*/ 270320 w 1009650"/>
                <a:gd name="connsiteY879" fmla="*/ 724091 h 923925"/>
                <a:gd name="connsiteX880" fmla="*/ 271844 w 1009650"/>
                <a:gd name="connsiteY880" fmla="*/ 724186 h 923925"/>
                <a:gd name="connsiteX881" fmla="*/ 272701 w 1009650"/>
                <a:gd name="connsiteY881" fmla="*/ 723805 h 923925"/>
                <a:gd name="connsiteX882" fmla="*/ 272891 w 1009650"/>
                <a:gd name="connsiteY882" fmla="*/ 723138 h 923925"/>
                <a:gd name="connsiteX883" fmla="*/ 272796 w 1009650"/>
                <a:gd name="connsiteY883" fmla="*/ 721424 h 923925"/>
                <a:gd name="connsiteX884" fmla="*/ 272796 w 1009650"/>
                <a:gd name="connsiteY884" fmla="*/ 720662 h 923925"/>
                <a:gd name="connsiteX885" fmla="*/ 273272 w 1009650"/>
                <a:gd name="connsiteY885" fmla="*/ 719614 h 923925"/>
                <a:gd name="connsiteX886" fmla="*/ 274225 w 1009650"/>
                <a:gd name="connsiteY886" fmla="*/ 718757 h 923925"/>
                <a:gd name="connsiteX887" fmla="*/ 275939 w 1009650"/>
                <a:gd name="connsiteY887" fmla="*/ 717899 h 923925"/>
                <a:gd name="connsiteX888" fmla="*/ 277178 w 1009650"/>
                <a:gd name="connsiteY888" fmla="*/ 717709 h 923925"/>
                <a:gd name="connsiteX889" fmla="*/ 278225 w 1009650"/>
                <a:gd name="connsiteY889" fmla="*/ 717804 h 923925"/>
                <a:gd name="connsiteX890" fmla="*/ 278987 w 1009650"/>
                <a:gd name="connsiteY890" fmla="*/ 718280 h 923925"/>
                <a:gd name="connsiteX891" fmla="*/ 280130 w 1009650"/>
                <a:gd name="connsiteY891" fmla="*/ 720090 h 923925"/>
                <a:gd name="connsiteX892" fmla="*/ 281083 w 1009650"/>
                <a:gd name="connsiteY892" fmla="*/ 720852 h 923925"/>
                <a:gd name="connsiteX893" fmla="*/ 283274 w 1009650"/>
                <a:gd name="connsiteY893" fmla="*/ 721424 h 923925"/>
                <a:gd name="connsiteX894" fmla="*/ 284988 w 1009650"/>
                <a:gd name="connsiteY894" fmla="*/ 721328 h 923925"/>
                <a:gd name="connsiteX895" fmla="*/ 286512 w 1009650"/>
                <a:gd name="connsiteY895" fmla="*/ 720757 h 923925"/>
                <a:gd name="connsiteX896" fmla="*/ 287560 w 1009650"/>
                <a:gd name="connsiteY896" fmla="*/ 719804 h 923925"/>
                <a:gd name="connsiteX897" fmla="*/ 289465 w 1009650"/>
                <a:gd name="connsiteY897" fmla="*/ 717613 h 923925"/>
                <a:gd name="connsiteX898" fmla="*/ 290036 w 1009650"/>
                <a:gd name="connsiteY898" fmla="*/ 717042 h 923925"/>
                <a:gd name="connsiteX899" fmla="*/ 290989 w 1009650"/>
                <a:gd name="connsiteY899" fmla="*/ 716566 h 923925"/>
                <a:gd name="connsiteX900" fmla="*/ 296418 w 1009650"/>
                <a:gd name="connsiteY900" fmla="*/ 715137 h 923925"/>
                <a:gd name="connsiteX901" fmla="*/ 298323 w 1009650"/>
                <a:gd name="connsiteY901" fmla="*/ 714947 h 923925"/>
                <a:gd name="connsiteX902" fmla="*/ 299561 w 1009650"/>
                <a:gd name="connsiteY902" fmla="*/ 715804 h 923925"/>
                <a:gd name="connsiteX903" fmla="*/ 300419 w 1009650"/>
                <a:gd name="connsiteY903" fmla="*/ 717233 h 923925"/>
                <a:gd name="connsiteX904" fmla="*/ 301752 w 1009650"/>
                <a:gd name="connsiteY904" fmla="*/ 719995 h 923925"/>
                <a:gd name="connsiteX905" fmla="*/ 303943 w 1009650"/>
                <a:gd name="connsiteY905" fmla="*/ 721519 h 923925"/>
                <a:gd name="connsiteX906" fmla="*/ 312420 w 1009650"/>
                <a:gd name="connsiteY906" fmla="*/ 724376 h 923925"/>
                <a:gd name="connsiteX907" fmla="*/ 316325 w 1009650"/>
                <a:gd name="connsiteY907" fmla="*/ 724853 h 923925"/>
                <a:gd name="connsiteX908" fmla="*/ 323183 w 1009650"/>
                <a:gd name="connsiteY908" fmla="*/ 724186 h 923925"/>
                <a:gd name="connsiteX909" fmla="*/ 327374 w 1009650"/>
                <a:gd name="connsiteY909" fmla="*/ 723138 h 923925"/>
                <a:gd name="connsiteX910" fmla="*/ 329184 w 1009650"/>
                <a:gd name="connsiteY910" fmla="*/ 722947 h 923925"/>
                <a:gd name="connsiteX911" fmla="*/ 330232 w 1009650"/>
                <a:gd name="connsiteY911" fmla="*/ 723329 h 923925"/>
                <a:gd name="connsiteX912" fmla="*/ 330803 w 1009650"/>
                <a:gd name="connsiteY912" fmla="*/ 724186 h 923925"/>
                <a:gd name="connsiteX913" fmla="*/ 330994 w 1009650"/>
                <a:gd name="connsiteY913" fmla="*/ 725234 h 923925"/>
                <a:gd name="connsiteX914" fmla="*/ 330803 w 1009650"/>
                <a:gd name="connsiteY914" fmla="*/ 725996 h 923925"/>
                <a:gd name="connsiteX915" fmla="*/ 330422 w 1009650"/>
                <a:gd name="connsiteY915" fmla="*/ 726472 h 923925"/>
                <a:gd name="connsiteX916" fmla="*/ 329375 w 1009650"/>
                <a:gd name="connsiteY916" fmla="*/ 726948 h 923925"/>
                <a:gd name="connsiteX917" fmla="*/ 328041 w 1009650"/>
                <a:gd name="connsiteY917" fmla="*/ 727234 h 923925"/>
                <a:gd name="connsiteX918" fmla="*/ 322707 w 1009650"/>
                <a:gd name="connsiteY918" fmla="*/ 727615 h 923925"/>
                <a:gd name="connsiteX919" fmla="*/ 322040 w 1009650"/>
                <a:gd name="connsiteY919" fmla="*/ 727901 h 923925"/>
                <a:gd name="connsiteX920" fmla="*/ 321374 w 1009650"/>
                <a:gd name="connsiteY920" fmla="*/ 728186 h 923925"/>
                <a:gd name="connsiteX921" fmla="*/ 320993 w 1009650"/>
                <a:gd name="connsiteY921" fmla="*/ 728758 h 923925"/>
                <a:gd name="connsiteX922" fmla="*/ 321183 w 1009650"/>
                <a:gd name="connsiteY922" fmla="*/ 729615 h 923925"/>
                <a:gd name="connsiteX923" fmla="*/ 321945 w 1009650"/>
                <a:gd name="connsiteY923" fmla="*/ 730663 h 923925"/>
                <a:gd name="connsiteX924" fmla="*/ 324231 w 1009650"/>
                <a:gd name="connsiteY924" fmla="*/ 732663 h 923925"/>
                <a:gd name="connsiteX925" fmla="*/ 325850 w 1009650"/>
                <a:gd name="connsiteY925" fmla="*/ 733616 h 923925"/>
                <a:gd name="connsiteX926" fmla="*/ 327470 w 1009650"/>
                <a:gd name="connsiteY926" fmla="*/ 734092 h 923925"/>
                <a:gd name="connsiteX927" fmla="*/ 328803 w 1009650"/>
                <a:gd name="connsiteY927" fmla="*/ 734092 h 923925"/>
                <a:gd name="connsiteX928" fmla="*/ 330613 w 1009650"/>
                <a:gd name="connsiteY928" fmla="*/ 734282 h 923925"/>
                <a:gd name="connsiteX929" fmla="*/ 331565 w 1009650"/>
                <a:gd name="connsiteY929" fmla="*/ 734663 h 923925"/>
                <a:gd name="connsiteX930" fmla="*/ 331946 w 1009650"/>
                <a:gd name="connsiteY930" fmla="*/ 735235 h 923925"/>
                <a:gd name="connsiteX931" fmla="*/ 332327 w 1009650"/>
                <a:gd name="connsiteY931" fmla="*/ 736283 h 923925"/>
                <a:gd name="connsiteX932" fmla="*/ 332804 w 1009650"/>
                <a:gd name="connsiteY932" fmla="*/ 737235 h 923925"/>
                <a:gd name="connsiteX933" fmla="*/ 333566 w 1009650"/>
                <a:gd name="connsiteY933" fmla="*/ 738283 h 923925"/>
                <a:gd name="connsiteX934" fmla="*/ 334518 w 1009650"/>
                <a:gd name="connsiteY934" fmla="*/ 738568 h 923925"/>
                <a:gd name="connsiteX935" fmla="*/ 335566 w 1009650"/>
                <a:gd name="connsiteY935" fmla="*/ 738568 h 923925"/>
                <a:gd name="connsiteX936" fmla="*/ 336995 w 1009650"/>
                <a:gd name="connsiteY936" fmla="*/ 738283 h 923925"/>
                <a:gd name="connsiteX937" fmla="*/ 338328 w 1009650"/>
                <a:gd name="connsiteY937" fmla="*/ 738188 h 923925"/>
                <a:gd name="connsiteX938" fmla="*/ 340233 w 1009650"/>
                <a:gd name="connsiteY938" fmla="*/ 738473 h 923925"/>
                <a:gd name="connsiteX939" fmla="*/ 340805 w 1009650"/>
                <a:gd name="connsiteY939" fmla="*/ 739140 h 923925"/>
                <a:gd name="connsiteX940" fmla="*/ 340900 w 1009650"/>
                <a:gd name="connsiteY940" fmla="*/ 740093 h 923925"/>
                <a:gd name="connsiteX941" fmla="*/ 340709 w 1009650"/>
                <a:gd name="connsiteY941" fmla="*/ 741236 h 923925"/>
                <a:gd name="connsiteX942" fmla="*/ 340614 w 1009650"/>
                <a:gd name="connsiteY942" fmla="*/ 741521 h 923925"/>
                <a:gd name="connsiteX943" fmla="*/ 340805 w 1009650"/>
                <a:gd name="connsiteY943" fmla="*/ 742759 h 923925"/>
                <a:gd name="connsiteX944" fmla="*/ 341186 w 1009650"/>
                <a:gd name="connsiteY944" fmla="*/ 743712 h 923925"/>
                <a:gd name="connsiteX945" fmla="*/ 342329 w 1009650"/>
                <a:gd name="connsiteY945" fmla="*/ 745903 h 923925"/>
                <a:gd name="connsiteX946" fmla="*/ 343376 w 1009650"/>
                <a:gd name="connsiteY946" fmla="*/ 748189 h 923925"/>
                <a:gd name="connsiteX947" fmla="*/ 344329 w 1009650"/>
                <a:gd name="connsiteY947" fmla="*/ 749618 h 923925"/>
                <a:gd name="connsiteX948" fmla="*/ 345186 w 1009650"/>
                <a:gd name="connsiteY948" fmla="*/ 750189 h 923925"/>
                <a:gd name="connsiteX949" fmla="*/ 346139 w 1009650"/>
                <a:gd name="connsiteY949" fmla="*/ 750284 h 923925"/>
                <a:gd name="connsiteX950" fmla="*/ 346901 w 1009650"/>
                <a:gd name="connsiteY950" fmla="*/ 750094 h 923925"/>
                <a:gd name="connsiteX951" fmla="*/ 347472 w 1009650"/>
                <a:gd name="connsiteY951" fmla="*/ 749713 h 923925"/>
                <a:gd name="connsiteX952" fmla="*/ 347853 w 1009650"/>
                <a:gd name="connsiteY952" fmla="*/ 749427 h 923925"/>
                <a:gd name="connsiteX953" fmla="*/ 348139 w 1009650"/>
                <a:gd name="connsiteY953" fmla="*/ 748951 h 923925"/>
                <a:gd name="connsiteX954" fmla="*/ 348425 w 1009650"/>
                <a:gd name="connsiteY954" fmla="*/ 748475 h 923925"/>
                <a:gd name="connsiteX955" fmla="*/ 350234 w 1009650"/>
                <a:gd name="connsiteY955" fmla="*/ 741902 h 923925"/>
                <a:gd name="connsiteX956" fmla="*/ 350615 w 1009650"/>
                <a:gd name="connsiteY956" fmla="*/ 741236 h 923925"/>
                <a:gd name="connsiteX957" fmla="*/ 350806 w 1009650"/>
                <a:gd name="connsiteY957" fmla="*/ 740855 h 923925"/>
                <a:gd name="connsiteX958" fmla="*/ 351092 w 1009650"/>
                <a:gd name="connsiteY958" fmla="*/ 740569 h 923925"/>
                <a:gd name="connsiteX959" fmla="*/ 351854 w 1009650"/>
                <a:gd name="connsiteY959" fmla="*/ 740188 h 923925"/>
                <a:gd name="connsiteX960" fmla="*/ 353092 w 1009650"/>
                <a:gd name="connsiteY960" fmla="*/ 739902 h 923925"/>
                <a:gd name="connsiteX961" fmla="*/ 355283 w 1009650"/>
                <a:gd name="connsiteY961" fmla="*/ 740093 h 923925"/>
                <a:gd name="connsiteX962" fmla="*/ 356616 w 1009650"/>
                <a:gd name="connsiteY962" fmla="*/ 740569 h 923925"/>
                <a:gd name="connsiteX963" fmla="*/ 361664 w 1009650"/>
                <a:gd name="connsiteY963" fmla="*/ 743903 h 923925"/>
                <a:gd name="connsiteX964" fmla="*/ 363474 w 1009650"/>
                <a:gd name="connsiteY964" fmla="*/ 744569 h 923925"/>
                <a:gd name="connsiteX965" fmla="*/ 365189 w 1009650"/>
                <a:gd name="connsiteY965" fmla="*/ 744950 h 923925"/>
                <a:gd name="connsiteX966" fmla="*/ 367379 w 1009650"/>
                <a:gd name="connsiteY966" fmla="*/ 745236 h 923925"/>
                <a:gd name="connsiteX967" fmla="*/ 368427 w 1009650"/>
                <a:gd name="connsiteY967" fmla="*/ 745617 h 923925"/>
                <a:gd name="connsiteX968" fmla="*/ 369475 w 1009650"/>
                <a:gd name="connsiteY968" fmla="*/ 746284 h 923925"/>
                <a:gd name="connsiteX969" fmla="*/ 370237 w 1009650"/>
                <a:gd name="connsiteY969" fmla="*/ 747236 h 923925"/>
                <a:gd name="connsiteX970" fmla="*/ 370808 w 1009650"/>
                <a:gd name="connsiteY970" fmla="*/ 748379 h 923925"/>
                <a:gd name="connsiteX971" fmla="*/ 372142 w 1009650"/>
                <a:gd name="connsiteY971" fmla="*/ 751904 h 923925"/>
                <a:gd name="connsiteX972" fmla="*/ 372809 w 1009650"/>
                <a:gd name="connsiteY972" fmla="*/ 753047 h 923925"/>
                <a:gd name="connsiteX973" fmla="*/ 373666 w 1009650"/>
                <a:gd name="connsiteY973" fmla="*/ 754094 h 923925"/>
                <a:gd name="connsiteX974" fmla="*/ 375285 w 1009650"/>
                <a:gd name="connsiteY974" fmla="*/ 755237 h 923925"/>
                <a:gd name="connsiteX975" fmla="*/ 377095 w 1009650"/>
                <a:gd name="connsiteY975" fmla="*/ 755999 h 923925"/>
                <a:gd name="connsiteX976" fmla="*/ 378714 w 1009650"/>
                <a:gd name="connsiteY976" fmla="*/ 756476 h 923925"/>
                <a:gd name="connsiteX977" fmla="*/ 384334 w 1009650"/>
                <a:gd name="connsiteY977" fmla="*/ 756857 h 923925"/>
                <a:gd name="connsiteX978" fmla="*/ 388906 w 1009650"/>
                <a:gd name="connsiteY978" fmla="*/ 756952 h 923925"/>
                <a:gd name="connsiteX979" fmla="*/ 391763 w 1009650"/>
                <a:gd name="connsiteY979" fmla="*/ 757618 h 923925"/>
                <a:gd name="connsiteX980" fmla="*/ 396050 w 1009650"/>
                <a:gd name="connsiteY980" fmla="*/ 759047 h 923925"/>
                <a:gd name="connsiteX981" fmla="*/ 397574 w 1009650"/>
                <a:gd name="connsiteY981" fmla="*/ 759047 h 923925"/>
                <a:gd name="connsiteX982" fmla="*/ 399193 w 1009650"/>
                <a:gd name="connsiteY982" fmla="*/ 758666 h 923925"/>
                <a:gd name="connsiteX983" fmla="*/ 402050 w 1009650"/>
                <a:gd name="connsiteY983" fmla="*/ 756666 h 923925"/>
                <a:gd name="connsiteX984" fmla="*/ 402622 w 1009650"/>
                <a:gd name="connsiteY984" fmla="*/ 755904 h 923925"/>
                <a:gd name="connsiteX985" fmla="*/ 403098 w 1009650"/>
                <a:gd name="connsiteY985" fmla="*/ 755333 h 923925"/>
                <a:gd name="connsiteX986" fmla="*/ 403289 w 1009650"/>
                <a:gd name="connsiteY986" fmla="*/ 754571 h 923925"/>
                <a:gd name="connsiteX987" fmla="*/ 403384 w 1009650"/>
                <a:gd name="connsiteY987" fmla="*/ 753904 h 923925"/>
                <a:gd name="connsiteX988" fmla="*/ 403384 w 1009650"/>
                <a:gd name="connsiteY988" fmla="*/ 752570 h 923925"/>
                <a:gd name="connsiteX989" fmla="*/ 403479 w 1009650"/>
                <a:gd name="connsiteY989" fmla="*/ 752094 h 923925"/>
                <a:gd name="connsiteX990" fmla="*/ 403670 w 1009650"/>
                <a:gd name="connsiteY990" fmla="*/ 751427 h 923925"/>
                <a:gd name="connsiteX991" fmla="*/ 404051 w 1009650"/>
                <a:gd name="connsiteY991" fmla="*/ 751046 h 923925"/>
                <a:gd name="connsiteX992" fmla="*/ 404336 w 1009650"/>
                <a:gd name="connsiteY992" fmla="*/ 750475 h 923925"/>
                <a:gd name="connsiteX993" fmla="*/ 404527 w 1009650"/>
                <a:gd name="connsiteY993" fmla="*/ 749903 h 923925"/>
                <a:gd name="connsiteX994" fmla="*/ 404622 w 1009650"/>
                <a:gd name="connsiteY994" fmla="*/ 749046 h 923925"/>
                <a:gd name="connsiteX995" fmla="*/ 404622 w 1009650"/>
                <a:gd name="connsiteY995" fmla="*/ 747236 h 923925"/>
                <a:gd name="connsiteX996" fmla="*/ 404717 w 1009650"/>
                <a:gd name="connsiteY996" fmla="*/ 746665 h 923925"/>
                <a:gd name="connsiteX997" fmla="*/ 404908 w 1009650"/>
                <a:gd name="connsiteY997" fmla="*/ 745903 h 923925"/>
                <a:gd name="connsiteX998" fmla="*/ 405384 w 1009650"/>
                <a:gd name="connsiteY998" fmla="*/ 744855 h 923925"/>
                <a:gd name="connsiteX999" fmla="*/ 406051 w 1009650"/>
                <a:gd name="connsiteY999" fmla="*/ 743903 h 923925"/>
                <a:gd name="connsiteX1000" fmla="*/ 407194 w 1009650"/>
                <a:gd name="connsiteY1000" fmla="*/ 742664 h 923925"/>
                <a:gd name="connsiteX1001" fmla="*/ 407861 w 1009650"/>
                <a:gd name="connsiteY1001" fmla="*/ 742188 h 923925"/>
                <a:gd name="connsiteX1002" fmla="*/ 408432 w 1009650"/>
                <a:gd name="connsiteY1002" fmla="*/ 742093 h 923925"/>
                <a:gd name="connsiteX1003" fmla="*/ 409575 w 1009650"/>
                <a:gd name="connsiteY1003" fmla="*/ 741997 h 923925"/>
                <a:gd name="connsiteX1004" fmla="*/ 411290 w 1009650"/>
                <a:gd name="connsiteY1004" fmla="*/ 741712 h 923925"/>
                <a:gd name="connsiteX1005" fmla="*/ 415004 w 1009650"/>
                <a:gd name="connsiteY1005" fmla="*/ 740474 h 923925"/>
                <a:gd name="connsiteX1006" fmla="*/ 417005 w 1009650"/>
                <a:gd name="connsiteY1006" fmla="*/ 740188 h 923925"/>
                <a:gd name="connsiteX1007" fmla="*/ 418338 w 1009650"/>
                <a:gd name="connsiteY1007" fmla="*/ 740474 h 923925"/>
                <a:gd name="connsiteX1008" fmla="*/ 418814 w 1009650"/>
                <a:gd name="connsiteY1008" fmla="*/ 740950 h 923925"/>
                <a:gd name="connsiteX1009" fmla="*/ 419005 w 1009650"/>
                <a:gd name="connsiteY1009" fmla="*/ 741236 h 923925"/>
                <a:gd name="connsiteX1010" fmla="*/ 419100 w 1009650"/>
                <a:gd name="connsiteY1010" fmla="*/ 741426 h 923925"/>
                <a:gd name="connsiteX1011" fmla="*/ 419386 w 1009650"/>
                <a:gd name="connsiteY1011" fmla="*/ 742283 h 923925"/>
                <a:gd name="connsiteX1012" fmla="*/ 419481 w 1009650"/>
                <a:gd name="connsiteY1012" fmla="*/ 743236 h 923925"/>
                <a:gd name="connsiteX1013" fmla="*/ 419481 w 1009650"/>
                <a:gd name="connsiteY1013" fmla="*/ 745998 h 923925"/>
                <a:gd name="connsiteX1014" fmla="*/ 419291 w 1009650"/>
                <a:gd name="connsiteY1014" fmla="*/ 748665 h 923925"/>
                <a:gd name="connsiteX1015" fmla="*/ 418243 w 1009650"/>
                <a:gd name="connsiteY1015" fmla="*/ 751427 h 923925"/>
                <a:gd name="connsiteX1016" fmla="*/ 418243 w 1009650"/>
                <a:gd name="connsiteY1016" fmla="*/ 751999 h 923925"/>
                <a:gd name="connsiteX1017" fmla="*/ 418433 w 1009650"/>
                <a:gd name="connsiteY1017" fmla="*/ 752666 h 923925"/>
                <a:gd name="connsiteX1018" fmla="*/ 419100 w 1009650"/>
                <a:gd name="connsiteY1018" fmla="*/ 753523 h 923925"/>
                <a:gd name="connsiteX1019" fmla="*/ 419957 w 1009650"/>
                <a:gd name="connsiteY1019" fmla="*/ 754190 h 923925"/>
                <a:gd name="connsiteX1020" fmla="*/ 421100 w 1009650"/>
                <a:gd name="connsiteY1020" fmla="*/ 754761 h 923925"/>
                <a:gd name="connsiteX1021" fmla="*/ 427006 w 1009650"/>
                <a:gd name="connsiteY1021" fmla="*/ 756761 h 923925"/>
                <a:gd name="connsiteX1022" fmla="*/ 427863 w 1009650"/>
                <a:gd name="connsiteY1022" fmla="*/ 756857 h 923925"/>
                <a:gd name="connsiteX1023" fmla="*/ 428530 w 1009650"/>
                <a:gd name="connsiteY1023" fmla="*/ 756666 h 923925"/>
                <a:gd name="connsiteX1024" fmla="*/ 429292 w 1009650"/>
                <a:gd name="connsiteY1024" fmla="*/ 755999 h 923925"/>
                <a:gd name="connsiteX1025" fmla="*/ 430530 w 1009650"/>
                <a:gd name="connsiteY1025" fmla="*/ 755237 h 923925"/>
                <a:gd name="connsiteX1026" fmla="*/ 431387 w 1009650"/>
                <a:gd name="connsiteY1026" fmla="*/ 755142 h 923925"/>
                <a:gd name="connsiteX1027" fmla="*/ 432340 w 1009650"/>
                <a:gd name="connsiteY1027" fmla="*/ 755618 h 923925"/>
                <a:gd name="connsiteX1028" fmla="*/ 432816 w 1009650"/>
                <a:gd name="connsiteY1028" fmla="*/ 756571 h 923925"/>
                <a:gd name="connsiteX1029" fmla="*/ 432816 w 1009650"/>
                <a:gd name="connsiteY1029" fmla="*/ 758000 h 923925"/>
                <a:gd name="connsiteX1030" fmla="*/ 432435 w 1009650"/>
                <a:gd name="connsiteY1030" fmla="*/ 759619 h 923925"/>
                <a:gd name="connsiteX1031" fmla="*/ 431864 w 1009650"/>
                <a:gd name="connsiteY1031" fmla="*/ 760762 h 923925"/>
                <a:gd name="connsiteX1032" fmla="*/ 431006 w 1009650"/>
                <a:gd name="connsiteY1032" fmla="*/ 761714 h 923925"/>
                <a:gd name="connsiteX1033" fmla="*/ 430054 w 1009650"/>
                <a:gd name="connsiteY1033" fmla="*/ 762095 h 923925"/>
                <a:gd name="connsiteX1034" fmla="*/ 428720 w 1009650"/>
                <a:gd name="connsiteY1034" fmla="*/ 762476 h 923925"/>
                <a:gd name="connsiteX1035" fmla="*/ 427006 w 1009650"/>
                <a:gd name="connsiteY1035" fmla="*/ 762476 h 923925"/>
                <a:gd name="connsiteX1036" fmla="*/ 425387 w 1009650"/>
                <a:gd name="connsiteY1036" fmla="*/ 762286 h 923925"/>
                <a:gd name="connsiteX1037" fmla="*/ 424148 w 1009650"/>
                <a:gd name="connsiteY1037" fmla="*/ 762095 h 923925"/>
                <a:gd name="connsiteX1038" fmla="*/ 423672 w 1009650"/>
                <a:gd name="connsiteY1038" fmla="*/ 762191 h 923925"/>
                <a:gd name="connsiteX1039" fmla="*/ 423482 w 1009650"/>
                <a:gd name="connsiteY1039" fmla="*/ 762857 h 923925"/>
                <a:gd name="connsiteX1040" fmla="*/ 423291 w 1009650"/>
                <a:gd name="connsiteY1040" fmla="*/ 764000 h 923925"/>
                <a:gd name="connsiteX1041" fmla="*/ 422910 w 1009650"/>
                <a:gd name="connsiteY1041" fmla="*/ 764953 h 923925"/>
                <a:gd name="connsiteX1042" fmla="*/ 421958 w 1009650"/>
                <a:gd name="connsiteY1042" fmla="*/ 766001 h 923925"/>
                <a:gd name="connsiteX1043" fmla="*/ 421005 w 1009650"/>
                <a:gd name="connsiteY1043" fmla="*/ 766763 h 923925"/>
                <a:gd name="connsiteX1044" fmla="*/ 420243 w 1009650"/>
                <a:gd name="connsiteY1044" fmla="*/ 767715 h 923925"/>
                <a:gd name="connsiteX1045" fmla="*/ 417100 w 1009650"/>
                <a:gd name="connsiteY1045" fmla="*/ 776002 h 923925"/>
                <a:gd name="connsiteX1046" fmla="*/ 416814 w 1009650"/>
                <a:gd name="connsiteY1046" fmla="*/ 777526 h 923925"/>
                <a:gd name="connsiteX1047" fmla="*/ 417005 w 1009650"/>
                <a:gd name="connsiteY1047" fmla="*/ 778859 h 923925"/>
                <a:gd name="connsiteX1048" fmla="*/ 418719 w 1009650"/>
                <a:gd name="connsiteY1048" fmla="*/ 781907 h 923925"/>
                <a:gd name="connsiteX1049" fmla="*/ 419576 w 1009650"/>
                <a:gd name="connsiteY1049" fmla="*/ 784479 h 923925"/>
                <a:gd name="connsiteX1050" fmla="*/ 420243 w 1009650"/>
                <a:gd name="connsiteY1050" fmla="*/ 785717 h 923925"/>
                <a:gd name="connsiteX1051" fmla="*/ 421386 w 1009650"/>
                <a:gd name="connsiteY1051" fmla="*/ 787051 h 923925"/>
                <a:gd name="connsiteX1052" fmla="*/ 424053 w 1009650"/>
                <a:gd name="connsiteY1052" fmla="*/ 788384 h 923925"/>
                <a:gd name="connsiteX1053" fmla="*/ 424910 w 1009650"/>
                <a:gd name="connsiteY1053" fmla="*/ 789146 h 923925"/>
                <a:gd name="connsiteX1054" fmla="*/ 426530 w 1009650"/>
                <a:gd name="connsiteY1054" fmla="*/ 791147 h 923925"/>
                <a:gd name="connsiteX1055" fmla="*/ 427387 w 1009650"/>
                <a:gd name="connsiteY1055" fmla="*/ 791718 h 923925"/>
                <a:gd name="connsiteX1056" fmla="*/ 429673 w 1009650"/>
                <a:gd name="connsiteY1056" fmla="*/ 792766 h 923925"/>
                <a:gd name="connsiteX1057" fmla="*/ 430530 w 1009650"/>
                <a:gd name="connsiteY1057" fmla="*/ 793718 h 923925"/>
                <a:gd name="connsiteX1058" fmla="*/ 431006 w 1009650"/>
                <a:gd name="connsiteY1058" fmla="*/ 794671 h 923925"/>
                <a:gd name="connsiteX1059" fmla="*/ 431387 w 1009650"/>
                <a:gd name="connsiteY1059" fmla="*/ 796671 h 923925"/>
                <a:gd name="connsiteX1060" fmla="*/ 431864 w 1009650"/>
                <a:gd name="connsiteY1060" fmla="*/ 797814 h 923925"/>
                <a:gd name="connsiteX1061" fmla="*/ 434340 w 1009650"/>
                <a:gd name="connsiteY1061" fmla="*/ 800862 h 923925"/>
                <a:gd name="connsiteX1062" fmla="*/ 436150 w 1009650"/>
                <a:gd name="connsiteY1062" fmla="*/ 802672 h 923925"/>
                <a:gd name="connsiteX1063" fmla="*/ 437388 w 1009650"/>
                <a:gd name="connsiteY1063" fmla="*/ 802767 h 923925"/>
                <a:gd name="connsiteX1064" fmla="*/ 441865 w 1009650"/>
                <a:gd name="connsiteY1064" fmla="*/ 799719 h 923925"/>
                <a:gd name="connsiteX1065" fmla="*/ 442913 w 1009650"/>
                <a:gd name="connsiteY1065" fmla="*/ 798862 h 923925"/>
                <a:gd name="connsiteX1066" fmla="*/ 443960 w 1009650"/>
                <a:gd name="connsiteY1066" fmla="*/ 797528 h 923925"/>
                <a:gd name="connsiteX1067" fmla="*/ 444722 w 1009650"/>
                <a:gd name="connsiteY1067" fmla="*/ 796100 h 923925"/>
                <a:gd name="connsiteX1068" fmla="*/ 446056 w 1009650"/>
                <a:gd name="connsiteY1068" fmla="*/ 792766 h 923925"/>
                <a:gd name="connsiteX1069" fmla="*/ 446818 w 1009650"/>
                <a:gd name="connsiteY1069" fmla="*/ 791623 h 923925"/>
                <a:gd name="connsiteX1070" fmla="*/ 447866 w 1009650"/>
                <a:gd name="connsiteY1070" fmla="*/ 790956 h 923925"/>
                <a:gd name="connsiteX1071" fmla="*/ 448723 w 1009650"/>
                <a:gd name="connsiteY1071" fmla="*/ 791432 h 923925"/>
                <a:gd name="connsiteX1072" fmla="*/ 452723 w 1009650"/>
                <a:gd name="connsiteY1072" fmla="*/ 797338 h 923925"/>
                <a:gd name="connsiteX1073" fmla="*/ 453581 w 1009650"/>
                <a:gd name="connsiteY1073" fmla="*/ 799338 h 923925"/>
                <a:gd name="connsiteX1074" fmla="*/ 453866 w 1009650"/>
                <a:gd name="connsiteY1074" fmla="*/ 800957 h 923925"/>
                <a:gd name="connsiteX1075" fmla="*/ 453771 w 1009650"/>
                <a:gd name="connsiteY1075" fmla="*/ 803720 h 923925"/>
                <a:gd name="connsiteX1076" fmla="*/ 453866 w 1009650"/>
                <a:gd name="connsiteY1076" fmla="*/ 804386 h 923925"/>
                <a:gd name="connsiteX1077" fmla="*/ 453962 w 1009650"/>
                <a:gd name="connsiteY1077" fmla="*/ 804672 h 923925"/>
                <a:gd name="connsiteX1078" fmla="*/ 454724 w 1009650"/>
                <a:gd name="connsiteY1078" fmla="*/ 806482 h 923925"/>
                <a:gd name="connsiteX1079" fmla="*/ 456057 w 1009650"/>
                <a:gd name="connsiteY1079" fmla="*/ 808577 h 923925"/>
                <a:gd name="connsiteX1080" fmla="*/ 456724 w 1009650"/>
                <a:gd name="connsiteY1080" fmla="*/ 812101 h 923925"/>
                <a:gd name="connsiteX1081" fmla="*/ 456152 w 1009650"/>
                <a:gd name="connsiteY1081" fmla="*/ 812768 h 923925"/>
                <a:gd name="connsiteX1082" fmla="*/ 454628 w 1009650"/>
                <a:gd name="connsiteY1082" fmla="*/ 813911 h 923925"/>
                <a:gd name="connsiteX1083" fmla="*/ 453009 w 1009650"/>
                <a:gd name="connsiteY1083" fmla="*/ 814768 h 923925"/>
                <a:gd name="connsiteX1084" fmla="*/ 451199 w 1009650"/>
                <a:gd name="connsiteY1084" fmla="*/ 816102 h 923925"/>
                <a:gd name="connsiteX1085" fmla="*/ 450342 w 1009650"/>
                <a:gd name="connsiteY1085" fmla="*/ 817340 h 923925"/>
                <a:gd name="connsiteX1086" fmla="*/ 449866 w 1009650"/>
                <a:gd name="connsiteY1086" fmla="*/ 818674 h 923925"/>
                <a:gd name="connsiteX1087" fmla="*/ 449771 w 1009650"/>
                <a:gd name="connsiteY1087" fmla="*/ 820198 h 923925"/>
                <a:gd name="connsiteX1088" fmla="*/ 450056 w 1009650"/>
                <a:gd name="connsiteY1088" fmla="*/ 823341 h 923925"/>
                <a:gd name="connsiteX1089" fmla="*/ 449961 w 1009650"/>
                <a:gd name="connsiteY1089" fmla="*/ 824865 h 923925"/>
                <a:gd name="connsiteX1090" fmla="*/ 449009 w 1009650"/>
                <a:gd name="connsiteY1090" fmla="*/ 830580 h 923925"/>
                <a:gd name="connsiteX1091" fmla="*/ 449199 w 1009650"/>
                <a:gd name="connsiteY1091" fmla="*/ 831437 h 923925"/>
                <a:gd name="connsiteX1092" fmla="*/ 449580 w 1009650"/>
                <a:gd name="connsiteY1092" fmla="*/ 831818 h 923925"/>
                <a:gd name="connsiteX1093" fmla="*/ 453390 w 1009650"/>
                <a:gd name="connsiteY1093" fmla="*/ 831628 h 923925"/>
                <a:gd name="connsiteX1094" fmla="*/ 454343 w 1009650"/>
                <a:gd name="connsiteY1094" fmla="*/ 831913 h 923925"/>
                <a:gd name="connsiteX1095" fmla="*/ 455390 w 1009650"/>
                <a:gd name="connsiteY1095" fmla="*/ 832485 h 923925"/>
                <a:gd name="connsiteX1096" fmla="*/ 456152 w 1009650"/>
                <a:gd name="connsiteY1096" fmla="*/ 833533 h 923925"/>
                <a:gd name="connsiteX1097" fmla="*/ 456819 w 1009650"/>
                <a:gd name="connsiteY1097" fmla="*/ 834866 h 923925"/>
                <a:gd name="connsiteX1098" fmla="*/ 457581 w 1009650"/>
                <a:gd name="connsiteY1098" fmla="*/ 837057 h 923925"/>
                <a:gd name="connsiteX1099" fmla="*/ 458533 w 1009650"/>
                <a:gd name="connsiteY1099" fmla="*/ 838772 h 923925"/>
                <a:gd name="connsiteX1100" fmla="*/ 459772 w 1009650"/>
                <a:gd name="connsiteY1100" fmla="*/ 840010 h 923925"/>
                <a:gd name="connsiteX1101" fmla="*/ 461201 w 1009650"/>
                <a:gd name="connsiteY1101" fmla="*/ 840581 h 923925"/>
                <a:gd name="connsiteX1102" fmla="*/ 464249 w 1009650"/>
                <a:gd name="connsiteY1102" fmla="*/ 841153 h 923925"/>
                <a:gd name="connsiteX1103" fmla="*/ 465296 w 1009650"/>
                <a:gd name="connsiteY1103" fmla="*/ 841629 h 923925"/>
                <a:gd name="connsiteX1104" fmla="*/ 465868 w 1009650"/>
                <a:gd name="connsiteY1104" fmla="*/ 842296 h 923925"/>
                <a:gd name="connsiteX1105" fmla="*/ 466630 w 1009650"/>
                <a:gd name="connsiteY1105" fmla="*/ 843534 h 923925"/>
                <a:gd name="connsiteX1106" fmla="*/ 466820 w 1009650"/>
                <a:gd name="connsiteY1106" fmla="*/ 844391 h 923925"/>
                <a:gd name="connsiteX1107" fmla="*/ 466535 w 1009650"/>
                <a:gd name="connsiteY1107" fmla="*/ 845249 h 923925"/>
                <a:gd name="connsiteX1108" fmla="*/ 466058 w 1009650"/>
                <a:gd name="connsiteY1108" fmla="*/ 846296 h 923925"/>
                <a:gd name="connsiteX1109" fmla="*/ 465773 w 1009650"/>
                <a:gd name="connsiteY1109" fmla="*/ 847630 h 923925"/>
                <a:gd name="connsiteX1110" fmla="*/ 465773 w 1009650"/>
                <a:gd name="connsiteY1110" fmla="*/ 850773 h 923925"/>
                <a:gd name="connsiteX1111" fmla="*/ 465487 w 1009650"/>
                <a:gd name="connsiteY1111" fmla="*/ 852583 h 923925"/>
                <a:gd name="connsiteX1112" fmla="*/ 465582 w 1009650"/>
                <a:gd name="connsiteY1112" fmla="*/ 854107 h 923925"/>
                <a:gd name="connsiteX1113" fmla="*/ 466058 w 1009650"/>
                <a:gd name="connsiteY1113" fmla="*/ 854774 h 923925"/>
                <a:gd name="connsiteX1114" fmla="*/ 467106 w 1009650"/>
                <a:gd name="connsiteY1114" fmla="*/ 855059 h 923925"/>
                <a:gd name="connsiteX1115" fmla="*/ 468344 w 1009650"/>
                <a:gd name="connsiteY1115" fmla="*/ 854678 h 923925"/>
                <a:gd name="connsiteX1116" fmla="*/ 469773 w 1009650"/>
                <a:gd name="connsiteY1116" fmla="*/ 853630 h 923925"/>
                <a:gd name="connsiteX1117" fmla="*/ 472059 w 1009650"/>
                <a:gd name="connsiteY1117" fmla="*/ 851440 h 923925"/>
                <a:gd name="connsiteX1118" fmla="*/ 473202 w 1009650"/>
                <a:gd name="connsiteY1118" fmla="*/ 850583 h 923925"/>
                <a:gd name="connsiteX1119" fmla="*/ 474726 w 1009650"/>
                <a:gd name="connsiteY1119" fmla="*/ 850678 h 923925"/>
                <a:gd name="connsiteX1120" fmla="*/ 476441 w 1009650"/>
                <a:gd name="connsiteY1120" fmla="*/ 851630 h 923925"/>
                <a:gd name="connsiteX1121" fmla="*/ 478822 w 1009650"/>
                <a:gd name="connsiteY1121" fmla="*/ 854869 h 923925"/>
                <a:gd name="connsiteX1122" fmla="*/ 479489 w 1009650"/>
                <a:gd name="connsiteY1122" fmla="*/ 857250 h 923925"/>
                <a:gd name="connsiteX1123" fmla="*/ 479298 w 1009650"/>
                <a:gd name="connsiteY1123" fmla="*/ 859917 h 923925"/>
                <a:gd name="connsiteX1124" fmla="*/ 478822 w 1009650"/>
                <a:gd name="connsiteY1124" fmla="*/ 862108 h 923925"/>
                <a:gd name="connsiteX1125" fmla="*/ 479012 w 1009650"/>
                <a:gd name="connsiteY1125" fmla="*/ 864489 h 923925"/>
                <a:gd name="connsiteX1126" fmla="*/ 479584 w 1009650"/>
                <a:gd name="connsiteY1126" fmla="*/ 866108 h 923925"/>
                <a:gd name="connsiteX1127" fmla="*/ 480441 w 1009650"/>
                <a:gd name="connsiteY1127" fmla="*/ 867918 h 923925"/>
                <a:gd name="connsiteX1128" fmla="*/ 480727 w 1009650"/>
                <a:gd name="connsiteY1128" fmla="*/ 869156 h 923925"/>
                <a:gd name="connsiteX1129" fmla="*/ 480536 w 1009650"/>
                <a:gd name="connsiteY1129" fmla="*/ 870871 h 923925"/>
                <a:gd name="connsiteX1130" fmla="*/ 479203 w 1009650"/>
                <a:gd name="connsiteY1130" fmla="*/ 873728 h 923925"/>
                <a:gd name="connsiteX1131" fmla="*/ 480251 w 1009650"/>
                <a:gd name="connsiteY1131" fmla="*/ 875347 h 923925"/>
                <a:gd name="connsiteX1132" fmla="*/ 484727 w 1009650"/>
                <a:gd name="connsiteY1132" fmla="*/ 874967 h 923925"/>
                <a:gd name="connsiteX1133" fmla="*/ 485966 w 1009650"/>
                <a:gd name="connsiteY1133" fmla="*/ 875633 h 923925"/>
                <a:gd name="connsiteX1134" fmla="*/ 488442 w 1009650"/>
                <a:gd name="connsiteY1134" fmla="*/ 878205 h 923925"/>
                <a:gd name="connsiteX1135" fmla="*/ 489871 w 1009650"/>
                <a:gd name="connsiteY1135" fmla="*/ 878300 h 923925"/>
                <a:gd name="connsiteX1136" fmla="*/ 498920 w 1009650"/>
                <a:gd name="connsiteY1136" fmla="*/ 875252 h 923925"/>
                <a:gd name="connsiteX1137" fmla="*/ 500539 w 1009650"/>
                <a:gd name="connsiteY1137" fmla="*/ 875347 h 923925"/>
                <a:gd name="connsiteX1138" fmla="*/ 501491 w 1009650"/>
                <a:gd name="connsiteY1138" fmla="*/ 875919 h 923925"/>
                <a:gd name="connsiteX1139" fmla="*/ 502253 w 1009650"/>
                <a:gd name="connsiteY1139" fmla="*/ 877157 h 923925"/>
                <a:gd name="connsiteX1140" fmla="*/ 506540 w 1009650"/>
                <a:gd name="connsiteY1140" fmla="*/ 884015 h 923925"/>
                <a:gd name="connsiteX1141" fmla="*/ 509969 w 1009650"/>
                <a:gd name="connsiteY1141" fmla="*/ 887825 h 923925"/>
                <a:gd name="connsiteX1142" fmla="*/ 511207 w 1009650"/>
                <a:gd name="connsiteY1142" fmla="*/ 888397 h 923925"/>
                <a:gd name="connsiteX1143" fmla="*/ 512159 w 1009650"/>
                <a:gd name="connsiteY1143" fmla="*/ 888587 h 923925"/>
                <a:gd name="connsiteX1144" fmla="*/ 513017 w 1009650"/>
                <a:gd name="connsiteY1144" fmla="*/ 888492 h 923925"/>
                <a:gd name="connsiteX1145" fmla="*/ 513969 w 1009650"/>
                <a:gd name="connsiteY1145" fmla="*/ 888111 h 923925"/>
                <a:gd name="connsiteX1146" fmla="*/ 514636 w 1009650"/>
                <a:gd name="connsiteY1146" fmla="*/ 887730 h 923925"/>
                <a:gd name="connsiteX1147" fmla="*/ 515017 w 1009650"/>
                <a:gd name="connsiteY1147" fmla="*/ 887254 h 923925"/>
                <a:gd name="connsiteX1148" fmla="*/ 515303 w 1009650"/>
                <a:gd name="connsiteY1148" fmla="*/ 886682 h 923925"/>
                <a:gd name="connsiteX1149" fmla="*/ 515779 w 1009650"/>
                <a:gd name="connsiteY1149" fmla="*/ 885539 h 923925"/>
                <a:gd name="connsiteX1150" fmla="*/ 516160 w 1009650"/>
                <a:gd name="connsiteY1150" fmla="*/ 884968 h 923925"/>
                <a:gd name="connsiteX1151" fmla="*/ 517017 w 1009650"/>
                <a:gd name="connsiteY1151" fmla="*/ 884968 h 923925"/>
                <a:gd name="connsiteX1152" fmla="*/ 518541 w 1009650"/>
                <a:gd name="connsiteY1152" fmla="*/ 885444 h 923925"/>
                <a:gd name="connsiteX1153" fmla="*/ 522732 w 1009650"/>
                <a:gd name="connsiteY1153" fmla="*/ 888968 h 923925"/>
                <a:gd name="connsiteX1154" fmla="*/ 526733 w 1009650"/>
                <a:gd name="connsiteY1154" fmla="*/ 893064 h 923925"/>
                <a:gd name="connsiteX1155" fmla="*/ 532924 w 1009650"/>
                <a:gd name="connsiteY1155" fmla="*/ 896398 h 923925"/>
                <a:gd name="connsiteX1156" fmla="*/ 534448 w 1009650"/>
                <a:gd name="connsiteY1156" fmla="*/ 897826 h 923925"/>
                <a:gd name="connsiteX1157" fmla="*/ 535400 w 1009650"/>
                <a:gd name="connsiteY1157" fmla="*/ 899351 h 923925"/>
                <a:gd name="connsiteX1158" fmla="*/ 535591 w 1009650"/>
                <a:gd name="connsiteY1158" fmla="*/ 900875 h 923925"/>
                <a:gd name="connsiteX1159" fmla="*/ 535496 w 1009650"/>
                <a:gd name="connsiteY1159" fmla="*/ 902589 h 923925"/>
                <a:gd name="connsiteX1160" fmla="*/ 535496 w 1009650"/>
                <a:gd name="connsiteY1160" fmla="*/ 904399 h 923925"/>
                <a:gd name="connsiteX1161" fmla="*/ 535781 w 1009650"/>
                <a:gd name="connsiteY1161" fmla="*/ 906494 h 923925"/>
                <a:gd name="connsiteX1162" fmla="*/ 537305 w 1009650"/>
                <a:gd name="connsiteY1162" fmla="*/ 909066 h 923925"/>
                <a:gd name="connsiteX1163" fmla="*/ 538734 w 1009650"/>
                <a:gd name="connsiteY1163" fmla="*/ 910209 h 923925"/>
                <a:gd name="connsiteX1164" fmla="*/ 540163 w 1009650"/>
                <a:gd name="connsiteY1164" fmla="*/ 910590 h 923925"/>
                <a:gd name="connsiteX1165" fmla="*/ 541401 w 1009650"/>
                <a:gd name="connsiteY1165" fmla="*/ 910400 h 923925"/>
                <a:gd name="connsiteX1166" fmla="*/ 542258 w 1009650"/>
                <a:gd name="connsiteY1166" fmla="*/ 910018 h 923925"/>
                <a:gd name="connsiteX1167" fmla="*/ 543020 w 1009650"/>
                <a:gd name="connsiteY1167" fmla="*/ 909542 h 923925"/>
                <a:gd name="connsiteX1168" fmla="*/ 544544 w 1009650"/>
                <a:gd name="connsiteY1168" fmla="*/ 908209 h 923925"/>
                <a:gd name="connsiteX1169" fmla="*/ 545497 w 1009650"/>
                <a:gd name="connsiteY1169" fmla="*/ 908209 h 923925"/>
                <a:gd name="connsiteX1170" fmla="*/ 547021 w 1009650"/>
                <a:gd name="connsiteY1170" fmla="*/ 908876 h 923925"/>
                <a:gd name="connsiteX1171" fmla="*/ 550164 w 1009650"/>
                <a:gd name="connsiteY1171" fmla="*/ 910876 h 923925"/>
                <a:gd name="connsiteX1172" fmla="*/ 551498 w 1009650"/>
                <a:gd name="connsiteY1172" fmla="*/ 912686 h 923925"/>
                <a:gd name="connsiteX1173" fmla="*/ 552355 w 1009650"/>
                <a:gd name="connsiteY1173" fmla="*/ 914305 h 923925"/>
                <a:gd name="connsiteX1174" fmla="*/ 552831 w 1009650"/>
                <a:gd name="connsiteY1174" fmla="*/ 915638 h 923925"/>
                <a:gd name="connsiteX1175" fmla="*/ 554831 w 1009650"/>
                <a:gd name="connsiteY1175" fmla="*/ 919163 h 923925"/>
                <a:gd name="connsiteX1176" fmla="*/ 555689 w 1009650"/>
                <a:gd name="connsiteY1176" fmla="*/ 919734 h 923925"/>
                <a:gd name="connsiteX1177" fmla="*/ 557022 w 1009650"/>
                <a:gd name="connsiteY1177" fmla="*/ 920305 h 923925"/>
                <a:gd name="connsiteX1178" fmla="*/ 557975 w 1009650"/>
                <a:gd name="connsiteY1178" fmla="*/ 920972 h 923925"/>
                <a:gd name="connsiteX1179" fmla="*/ 558737 w 1009650"/>
                <a:gd name="connsiteY1179" fmla="*/ 921734 h 923925"/>
                <a:gd name="connsiteX1180" fmla="*/ 559689 w 1009650"/>
                <a:gd name="connsiteY1180" fmla="*/ 923544 h 923925"/>
                <a:gd name="connsiteX1181" fmla="*/ 560546 w 1009650"/>
                <a:gd name="connsiteY1181" fmla="*/ 925925 h 923925"/>
                <a:gd name="connsiteX1182" fmla="*/ 562547 w 1009650"/>
                <a:gd name="connsiteY1182" fmla="*/ 924592 h 923925"/>
                <a:gd name="connsiteX1183" fmla="*/ 564166 w 1009650"/>
                <a:gd name="connsiteY1183" fmla="*/ 922972 h 923925"/>
                <a:gd name="connsiteX1184" fmla="*/ 565118 w 1009650"/>
                <a:gd name="connsiteY1184" fmla="*/ 922306 h 923925"/>
                <a:gd name="connsiteX1185" fmla="*/ 566452 w 1009650"/>
                <a:gd name="connsiteY1185" fmla="*/ 921639 h 923925"/>
                <a:gd name="connsiteX1186" fmla="*/ 567881 w 1009650"/>
                <a:gd name="connsiteY1186" fmla="*/ 921353 h 923925"/>
                <a:gd name="connsiteX1187" fmla="*/ 570262 w 1009650"/>
                <a:gd name="connsiteY1187" fmla="*/ 921353 h 923925"/>
                <a:gd name="connsiteX1188" fmla="*/ 571976 w 1009650"/>
                <a:gd name="connsiteY1188" fmla="*/ 921830 h 923925"/>
                <a:gd name="connsiteX1189" fmla="*/ 573786 w 1009650"/>
                <a:gd name="connsiteY1189" fmla="*/ 922496 h 923925"/>
                <a:gd name="connsiteX1190" fmla="*/ 575882 w 1009650"/>
                <a:gd name="connsiteY1190" fmla="*/ 922877 h 923925"/>
                <a:gd name="connsiteX1191" fmla="*/ 578168 w 1009650"/>
                <a:gd name="connsiteY1191" fmla="*/ 922592 h 923925"/>
                <a:gd name="connsiteX1192" fmla="*/ 586645 w 1009650"/>
                <a:gd name="connsiteY1192" fmla="*/ 918020 h 923925"/>
                <a:gd name="connsiteX1193" fmla="*/ 593789 w 1009650"/>
                <a:gd name="connsiteY1193" fmla="*/ 916305 h 923925"/>
                <a:gd name="connsiteX1194" fmla="*/ 600170 w 1009650"/>
                <a:gd name="connsiteY1194" fmla="*/ 912019 h 923925"/>
                <a:gd name="connsiteX1195" fmla="*/ 605219 w 1009650"/>
                <a:gd name="connsiteY1195" fmla="*/ 910114 h 923925"/>
                <a:gd name="connsiteX1196" fmla="*/ 606266 w 1009650"/>
                <a:gd name="connsiteY1196" fmla="*/ 909161 h 923925"/>
                <a:gd name="connsiteX1197" fmla="*/ 605790 w 1009650"/>
                <a:gd name="connsiteY1197" fmla="*/ 907923 h 923925"/>
                <a:gd name="connsiteX1198" fmla="*/ 603409 w 1009650"/>
                <a:gd name="connsiteY1198" fmla="*/ 906304 h 923925"/>
                <a:gd name="connsiteX1199" fmla="*/ 602552 w 1009650"/>
                <a:gd name="connsiteY1199" fmla="*/ 905351 h 923925"/>
                <a:gd name="connsiteX1200" fmla="*/ 601313 w 1009650"/>
                <a:gd name="connsiteY1200" fmla="*/ 903446 h 923925"/>
                <a:gd name="connsiteX1201" fmla="*/ 600456 w 1009650"/>
                <a:gd name="connsiteY1201" fmla="*/ 902684 h 923925"/>
                <a:gd name="connsiteX1202" fmla="*/ 599218 w 1009650"/>
                <a:gd name="connsiteY1202" fmla="*/ 902018 h 923925"/>
                <a:gd name="connsiteX1203" fmla="*/ 597789 w 1009650"/>
                <a:gd name="connsiteY1203" fmla="*/ 901827 h 923925"/>
                <a:gd name="connsiteX1204" fmla="*/ 595027 w 1009650"/>
                <a:gd name="connsiteY1204" fmla="*/ 902018 h 923925"/>
                <a:gd name="connsiteX1205" fmla="*/ 593789 w 1009650"/>
                <a:gd name="connsiteY1205" fmla="*/ 901827 h 923925"/>
                <a:gd name="connsiteX1206" fmla="*/ 590264 w 1009650"/>
                <a:gd name="connsiteY1206" fmla="*/ 900398 h 923925"/>
                <a:gd name="connsiteX1207" fmla="*/ 586740 w 1009650"/>
                <a:gd name="connsiteY1207" fmla="*/ 899732 h 923925"/>
                <a:gd name="connsiteX1208" fmla="*/ 585788 w 1009650"/>
                <a:gd name="connsiteY1208" fmla="*/ 899351 h 923925"/>
                <a:gd name="connsiteX1209" fmla="*/ 585121 w 1009650"/>
                <a:gd name="connsiteY1209" fmla="*/ 898970 h 923925"/>
                <a:gd name="connsiteX1210" fmla="*/ 584454 w 1009650"/>
                <a:gd name="connsiteY1210" fmla="*/ 898303 h 923925"/>
                <a:gd name="connsiteX1211" fmla="*/ 583597 w 1009650"/>
                <a:gd name="connsiteY1211" fmla="*/ 897160 h 923925"/>
                <a:gd name="connsiteX1212" fmla="*/ 583216 w 1009650"/>
                <a:gd name="connsiteY1212" fmla="*/ 895731 h 923925"/>
                <a:gd name="connsiteX1213" fmla="*/ 583406 w 1009650"/>
                <a:gd name="connsiteY1213" fmla="*/ 894112 h 923925"/>
                <a:gd name="connsiteX1214" fmla="*/ 587407 w 1009650"/>
                <a:gd name="connsiteY1214" fmla="*/ 886301 h 923925"/>
                <a:gd name="connsiteX1215" fmla="*/ 588931 w 1009650"/>
                <a:gd name="connsiteY1215" fmla="*/ 884301 h 923925"/>
                <a:gd name="connsiteX1216" fmla="*/ 596075 w 1009650"/>
                <a:gd name="connsiteY1216" fmla="*/ 877634 h 923925"/>
                <a:gd name="connsiteX1217" fmla="*/ 597980 w 1009650"/>
                <a:gd name="connsiteY1217" fmla="*/ 876395 h 923925"/>
                <a:gd name="connsiteX1218" fmla="*/ 603885 w 1009650"/>
                <a:gd name="connsiteY1218" fmla="*/ 874586 h 923925"/>
                <a:gd name="connsiteX1219" fmla="*/ 606552 w 1009650"/>
                <a:gd name="connsiteY1219" fmla="*/ 873633 h 923925"/>
                <a:gd name="connsiteX1220" fmla="*/ 613124 w 1009650"/>
                <a:gd name="connsiteY1220" fmla="*/ 869251 h 923925"/>
                <a:gd name="connsiteX1221" fmla="*/ 614363 w 1009650"/>
                <a:gd name="connsiteY1221" fmla="*/ 868775 h 923925"/>
                <a:gd name="connsiteX1222" fmla="*/ 617220 w 1009650"/>
                <a:gd name="connsiteY1222" fmla="*/ 868109 h 923925"/>
                <a:gd name="connsiteX1223" fmla="*/ 618173 w 1009650"/>
                <a:gd name="connsiteY1223" fmla="*/ 867632 h 923925"/>
                <a:gd name="connsiteX1224" fmla="*/ 621697 w 1009650"/>
                <a:gd name="connsiteY1224" fmla="*/ 864299 h 923925"/>
                <a:gd name="connsiteX1225" fmla="*/ 622745 w 1009650"/>
                <a:gd name="connsiteY1225" fmla="*/ 862870 h 923925"/>
                <a:gd name="connsiteX1226" fmla="*/ 623792 w 1009650"/>
                <a:gd name="connsiteY1226" fmla="*/ 861155 h 923925"/>
                <a:gd name="connsiteX1227" fmla="*/ 624745 w 1009650"/>
                <a:gd name="connsiteY1227" fmla="*/ 858869 h 923925"/>
                <a:gd name="connsiteX1228" fmla="*/ 626269 w 1009650"/>
                <a:gd name="connsiteY1228" fmla="*/ 853821 h 923925"/>
                <a:gd name="connsiteX1229" fmla="*/ 627031 w 1009650"/>
                <a:gd name="connsiteY1229" fmla="*/ 852488 h 923925"/>
                <a:gd name="connsiteX1230" fmla="*/ 627983 w 1009650"/>
                <a:gd name="connsiteY1230" fmla="*/ 851154 h 923925"/>
                <a:gd name="connsiteX1231" fmla="*/ 629031 w 1009650"/>
                <a:gd name="connsiteY1231" fmla="*/ 850011 h 923925"/>
                <a:gd name="connsiteX1232" fmla="*/ 630174 w 1009650"/>
                <a:gd name="connsiteY1232" fmla="*/ 848582 h 923925"/>
                <a:gd name="connsiteX1233" fmla="*/ 631127 w 1009650"/>
                <a:gd name="connsiteY1233" fmla="*/ 846677 h 923925"/>
                <a:gd name="connsiteX1234" fmla="*/ 631603 w 1009650"/>
                <a:gd name="connsiteY1234" fmla="*/ 844105 h 923925"/>
                <a:gd name="connsiteX1235" fmla="*/ 631603 w 1009650"/>
                <a:gd name="connsiteY1235" fmla="*/ 841820 h 923925"/>
                <a:gd name="connsiteX1236" fmla="*/ 631508 w 1009650"/>
                <a:gd name="connsiteY1236" fmla="*/ 839724 h 923925"/>
                <a:gd name="connsiteX1237" fmla="*/ 630746 w 1009650"/>
                <a:gd name="connsiteY1237" fmla="*/ 835914 h 923925"/>
                <a:gd name="connsiteX1238" fmla="*/ 628936 w 1009650"/>
                <a:gd name="connsiteY1238" fmla="*/ 832485 h 923925"/>
                <a:gd name="connsiteX1239" fmla="*/ 627793 w 1009650"/>
                <a:gd name="connsiteY1239" fmla="*/ 830961 h 923925"/>
                <a:gd name="connsiteX1240" fmla="*/ 627507 w 1009650"/>
                <a:gd name="connsiteY1240" fmla="*/ 829151 h 923925"/>
                <a:gd name="connsiteX1241" fmla="*/ 627317 w 1009650"/>
                <a:gd name="connsiteY1241" fmla="*/ 826865 h 923925"/>
                <a:gd name="connsiteX1242" fmla="*/ 627412 w 1009650"/>
                <a:gd name="connsiteY1242" fmla="*/ 822865 h 923925"/>
                <a:gd name="connsiteX1243" fmla="*/ 627983 w 1009650"/>
                <a:gd name="connsiteY1243" fmla="*/ 817626 h 923925"/>
                <a:gd name="connsiteX1244" fmla="*/ 632460 w 1009650"/>
                <a:gd name="connsiteY1244" fmla="*/ 804386 h 923925"/>
                <a:gd name="connsiteX1245" fmla="*/ 633413 w 1009650"/>
                <a:gd name="connsiteY1245" fmla="*/ 802672 h 923925"/>
                <a:gd name="connsiteX1246" fmla="*/ 634270 w 1009650"/>
                <a:gd name="connsiteY1246" fmla="*/ 801624 h 923925"/>
                <a:gd name="connsiteX1247" fmla="*/ 634937 w 1009650"/>
                <a:gd name="connsiteY1247" fmla="*/ 800481 h 923925"/>
                <a:gd name="connsiteX1248" fmla="*/ 634937 w 1009650"/>
                <a:gd name="connsiteY1248" fmla="*/ 799433 h 923925"/>
                <a:gd name="connsiteX1249" fmla="*/ 634079 w 1009650"/>
                <a:gd name="connsiteY1249" fmla="*/ 798005 h 923925"/>
                <a:gd name="connsiteX1250" fmla="*/ 632936 w 1009650"/>
                <a:gd name="connsiteY1250" fmla="*/ 796957 h 923925"/>
                <a:gd name="connsiteX1251" fmla="*/ 630460 w 1009650"/>
                <a:gd name="connsiteY1251" fmla="*/ 794861 h 923925"/>
                <a:gd name="connsiteX1252" fmla="*/ 629222 w 1009650"/>
                <a:gd name="connsiteY1252" fmla="*/ 793528 h 923925"/>
                <a:gd name="connsiteX1253" fmla="*/ 628174 w 1009650"/>
                <a:gd name="connsiteY1253" fmla="*/ 791813 h 923925"/>
                <a:gd name="connsiteX1254" fmla="*/ 627126 w 1009650"/>
                <a:gd name="connsiteY1254" fmla="*/ 789813 h 923925"/>
                <a:gd name="connsiteX1255" fmla="*/ 626269 w 1009650"/>
                <a:gd name="connsiteY1255" fmla="*/ 787622 h 923925"/>
                <a:gd name="connsiteX1256" fmla="*/ 625697 w 1009650"/>
                <a:gd name="connsiteY1256" fmla="*/ 785051 h 923925"/>
                <a:gd name="connsiteX1257" fmla="*/ 625316 w 1009650"/>
                <a:gd name="connsiteY1257" fmla="*/ 778764 h 923925"/>
                <a:gd name="connsiteX1258" fmla="*/ 624745 w 1009650"/>
                <a:gd name="connsiteY1258" fmla="*/ 776573 h 923925"/>
                <a:gd name="connsiteX1259" fmla="*/ 623602 w 1009650"/>
                <a:gd name="connsiteY1259" fmla="*/ 774763 h 923925"/>
                <a:gd name="connsiteX1260" fmla="*/ 621983 w 1009650"/>
                <a:gd name="connsiteY1260" fmla="*/ 773430 h 923925"/>
                <a:gd name="connsiteX1261" fmla="*/ 620173 w 1009650"/>
                <a:gd name="connsiteY1261" fmla="*/ 772287 h 923925"/>
                <a:gd name="connsiteX1262" fmla="*/ 618268 w 1009650"/>
                <a:gd name="connsiteY1262" fmla="*/ 771620 h 923925"/>
                <a:gd name="connsiteX1263" fmla="*/ 616363 w 1009650"/>
                <a:gd name="connsiteY1263" fmla="*/ 771430 h 923925"/>
                <a:gd name="connsiteX1264" fmla="*/ 610838 w 1009650"/>
                <a:gd name="connsiteY1264" fmla="*/ 772192 h 923925"/>
                <a:gd name="connsiteX1265" fmla="*/ 609219 w 1009650"/>
                <a:gd name="connsiteY1265" fmla="*/ 772097 h 923925"/>
                <a:gd name="connsiteX1266" fmla="*/ 607981 w 1009650"/>
                <a:gd name="connsiteY1266" fmla="*/ 771716 h 923925"/>
                <a:gd name="connsiteX1267" fmla="*/ 607600 w 1009650"/>
                <a:gd name="connsiteY1267" fmla="*/ 770763 h 923925"/>
                <a:gd name="connsiteX1268" fmla="*/ 607886 w 1009650"/>
                <a:gd name="connsiteY1268" fmla="*/ 769620 h 923925"/>
                <a:gd name="connsiteX1269" fmla="*/ 609219 w 1009650"/>
                <a:gd name="connsiteY1269" fmla="*/ 767810 h 923925"/>
                <a:gd name="connsiteX1270" fmla="*/ 610172 w 1009650"/>
                <a:gd name="connsiteY1270" fmla="*/ 766191 h 923925"/>
                <a:gd name="connsiteX1271" fmla="*/ 610743 w 1009650"/>
                <a:gd name="connsiteY1271" fmla="*/ 764000 h 923925"/>
                <a:gd name="connsiteX1272" fmla="*/ 610838 w 1009650"/>
                <a:gd name="connsiteY1272" fmla="*/ 762191 h 923925"/>
                <a:gd name="connsiteX1273" fmla="*/ 611029 w 1009650"/>
                <a:gd name="connsiteY1273" fmla="*/ 760571 h 923925"/>
                <a:gd name="connsiteX1274" fmla="*/ 611600 w 1009650"/>
                <a:gd name="connsiteY1274" fmla="*/ 759238 h 923925"/>
                <a:gd name="connsiteX1275" fmla="*/ 618268 w 1009650"/>
                <a:gd name="connsiteY1275" fmla="*/ 753428 h 923925"/>
                <a:gd name="connsiteX1276" fmla="*/ 619982 w 1009650"/>
                <a:gd name="connsiteY1276" fmla="*/ 751522 h 923925"/>
                <a:gd name="connsiteX1277" fmla="*/ 620935 w 1009650"/>
                <a:gd name="connsiteY1277" fmla="*/ 749522 h 923925"/>
                <a:gd name="connsiteX1278" fmla="*/ 620649 w 1009650"/>
                <a:gd name="connsiteY1278" fmla="*/ 747046 h 923925"/>
                <a:gd name="connsiteX1279" fmla="*/ 619411 w 1009650"/>
                <a:gd name="connsiteY1279" fmla="*/ 745617 h 923925"/>
                <a:gd name="connsiteX1280" fmla="*/ 617506 w 1009650"/>
                <a:gd name="connsiteY1280" fmla="*/ 744569 h 923925"/>
                <a:gd name="connsiteX1281" fmla="*/ 606362 w 1009650"/>
                <a:gd name="connsiteY1281" fmla="*/ 741331 h 923925"/>
                <a:gd name="connsiteX1282" fmla="*/ 605695 w 1009650"/>
                <a:gd name="connsiteY1282" fmla="*/ 740569 h 923925"/>
                <a:gd name="connsiteX1283" fmla="*/ 605314 w 1009650"/>
                <a:gd name="connsiteY1283" fmla="*/ 739426 h 923925"/>
                <a:gd name="connsiteX1284" fmla="*/ 605314 w 1009650"/>
                <a:gd name="connsiteY1284" fmla="*/ 738378 h 923925"/>
                <a:gd name="connsiteX1285" fmla="*/ 605790 w 1009650"/>
                <a:gd name="connsiteY1285" fmla="*/ 736759 h 923925"/>
                <a:gd name="connsiteX1286" fmla="*/ 606171 w 1009650"/>
                <a:gd name="connsiteY1286" fmla="*/ 735616 h 923925"/>
                <a:gd name="connsiteX1287" fmla="*/ 609600 w 1009650"/>
                <a:gd name="connsiteY1287" fmla="*/ 729805 h 923925"/>
                <a:gd name="connsiteX1288" fmla="*/ 613696 w 1009650"/>
                <a:gd name="connsiteY1288" fmla="*/ 719995 h 923925"/>
                <a:gd name="connsiteX1289" fmla="*/ 613601 w 1009650"/>
                <a:gd name="connsiteY1289" fmla="*/ 718661 h 923925"/>
                <a:gd name="connsiteX1290" fmla="*/ 612458 w 1009650"/>
                <a:gd name="connsiteY1290" fmla="*/ 716566 h 923925"/>
                <a:gd name="connsiteX1291" fmla="*/ 612077 w 1009650"/>
                <a:gd name="connsiteY1291" fmla="*/ 715423 h 923925"/>
                <a:gd name="connsiteX1292" fmla="*/ 611981 w 1009650"/>
                <a:gd name="connsiteY1292" fmla="*/ 712089 h 923925"/>
                <a:gd name="connsiteX1293" fmla="*/ 612172 w 1009650"/>
                <a:gd name="connsiteY1293" fmla="*/ 707898 h 923925"/>
                <a:gd name="connsiteX1294" fmla="*/ 612743 w 1009650"/>
                <a:gd name="connsiteY1294" fmla="*/ 706374 h 923925"/>
                <a:gd name="connsiteX1295" fmla="*/ 613410 w 1009650"/>
                <a:gd name="connsiteY1295" fmla="*/ 705612 h 923925"/>
                <a:gd name="connsiteX1296" fmla="*/ 614553 w 1009650"/>
                <a:gd name="connsiteY1296" fmla="*/ 705612 h 923925"/>
                <a:gd name="connsiteX1297" fmla="*/ 615220 w 1009650"/>
                <a:gd name="connsiteY1297" fmla="*/ 706565 h 923925"/>
                <a:gd name="connsiteX1298" fmla="*/ 615791 w 1009650"/>
                <a:gd name="connsiteY1298" fmla="*/ 708184 h 923925"/>
                <a:gd name="connsiteX1299" fmla="*/ 616268 w 1009650"/>
                <a:gd name="connsiteY1299" fmla="*/ 711422 h 923925"/>
                <a:gd name="connsiteX1300" fmla="*/ 616744 w 1009650"/>
                <a:gd name="connsiteY1300" fmla="*/ 712565 h 923925"/>
                <a:gd name="connsiteX1301" fmla="*/ 617411 w 1009650"/>
                <a:gd name="connsiteY1301" fmla="*/ 713422 h 923925"/>
                <a:gd name="connsiteX1302" fmla="*/ 619411 w 1009650"/>
                <a:gd name="connsiteY1302" fmla="*/ 714566 h 923925"/>
                <a:gd name="connsiteX1303" fmla="*/ 620078 w 1009650"/>
                <a:gd name="connsiteY1303" fmla="*/ 715423 h 923925"/>
                <a:gd name="connsiteX1304" fmla="*/ 621411 w 1009650"/>
                <a:gd name="connsiteY1304" fmla="*/ 718280 h 923925"/>
                <a:gd name="connsiteX1305" fmla="*/ 622268 w 1009650"/>
                <a:gd name="connsiteY1305" fmla="*/ 719518 h 923925"/>
                <a:gd name="connsiteX1306" fmla="*/ 623602 w 1009650"/>
                <a:gd name="connsiteY1306" fmla="*/ 720376 h 923925"/>
                <a:gd name="connsiteX1307" fmla="*/ 624840 w 1009650"/>
                <a:gd name="connsiteY1307" fmla="*/ 720471 h 923925"/>
                <a:gd name="connsiteX1308" fmla="*/ 629222 w 1009650"/>
                <a:gd name="connsiteY1308" fmla="*/ 720280 h 923925"/>
                <a:gd name="connsiteX1309" fmla="*/ 630746 w 1009650"/>
                <a:gd name="connsiteY1309" fmla="*/ 719900 h 923925"/>
                <a:gd name="connsiteX1310" fmla="*/ 632270 w 1009650"/>
                <a:gd name="connsiteY1310" fmla="*/ 719233 h 923925"/>
                <a:gd name="connsiteX1311" fmla="*/ 633603 w 1009650"/>
                <a:gd name="connsiteY1311" fmla="*/ 718185 h 923925"/>
                <a:gd name="connsiteX1312" fmla="*/ 634556 w 1009650"/>
                <a:gd name="connsiteY1312" fmla="*/ 716756 h 923925"/>
                <a:gd name="connsiteX1313" fmla="*/ 634937 w 1009650"/>
                <a:gd name="connsiteY1313" fmla="*/ 714375 h 923925"/>
                <a:gd name="connsiteX1314" fmla="*/ 634841 w 1009650"/>
                <a:gd name="connsiteY1314" fmla="*/ 712756 h 923925"/>
                <a:gd name="connsiteX1315" fmla="*/ 634841 w 1009650"/>
                <a:gd name="connsiteY1315" fmla="*/ 711232 h 923925"/>
                <a:gd name="connsiteX1316" fmla="*/ 635318 w 1009650"/>
                <a:gd name="connsiteY1316" fmla="*/ 709803 h 923925"/>
                <a:gd name="connsiteX1317" fmla="*/ 636080 w 1009650"/>
                <a:gd name="connsiteY1317" fmla="*/ 707898 h 923925"/>
                <a:gd name="connsiteX1318" fmla="*/ 636175 w 1009650"/>
                <a:gd name="connsiteY1318" fmla="*/ 706184 h 923925"/>
                <a:gd name="connsiteX1319" fmla="*/ 635603 w 1009650"/>
                <a:gd name="connsiteY1319" fmla="*/ 705136 h 923925"/>
                <a:gd name="connsiteX1320" fmla="*/ 634746 w 1009650"/>
                <a:gd name="connsiteY1320" fmla="*/ 704564 h 923925"/>
                <a:gd name="connsiteX1321" fmla="*/ 633794 w 1009650"/>
                <a:gd name="connsiteY1321" fmla="*/ 704469 h 923925"/>
                <a:gd name="connsiteX1322" fmla="*/ 632651 w 1009650"/>
                <a:gd name="connsiteY1322" fmla="*/ 704564 h 923925"/>
                <a:gd name="connsiteX1323" fmla="*/ 631603 w 1009650"/>
                <a:gd name="connsiteY1323" fmla="*/ 704945 h 923925"/>
                <a:gd name="connsiteX1324" fmla="*/ 630365 w 1009650"/>
                <a:gd name="connsiteY1324" fmla="*/ 705136 h 923925"/>
                <a:gd name="connsiteX1325" fmla="*/ 629222 w 1009650"/>
                <a:gd name="connsiteY1325" fmla="*/ 704850 h 923925"/>
                <a:gd name="connsiteX1326" fmla="*/ 626459 w 1009650"/>
                <a:gd name="connsiteY1326" fmla="*/ 703993 h 923925"/>
                <a:gd name="connsiteX1327" fmla="*/ 624650 w 1009650"/>
                <a:gd name="connsiteY1327" fmla="*/ 703802 h 923925"/>
                <a:gd name="connsiteX1328" fmla="*/ 621221 w 1009650"/>
                <a:gd name="connsiteY1328" fmla="*/ 703897 h 923925"/>
                <a:gd name="connsiteX1329" fmla="*/ 619887 w 1009650"/>
                <a:gd name="connsiteY1329" fmla="*/ 703612 h 923925"/>
                <a:gd name="connsiteX1330" fmla="*/ 619316 w 1009650"/>
                <a:gd name="connsiteY1330" fmla="*/ 703231 h 923925"/>
                <a:gd name="connsiteX1331" fmla="*/ 619125 w 1009650"/>
                <a:gd name="connsiteY1331" fmla="*/ 702469 h 923925"/>
                <a:gd name="connsiteX1332" fmla="*/ 619792 w 1009650"/>
                <a:gd name="connsiteY1332" fmla="*/ 698659 h 923925"/>
                <a:gd name="connsiteX1333" fmla="*/ 619982 w 1009650"/>
                <a:gd name="connsiteY1333" fmla="*/ 697135 h 923925"/>
                <a:gd name="connsiteX1334" fmla="*/ 619887 w 1009650"/>
                <a:gd name="connsiteY1334" fmla="*/ 695706 h 923925"/>
                <a:gd name="connsiteX1335" fmla="*/ 619411 w 1009650"/>
                <a:gd name="connsiteY1335" fmla="*/ 694182 h 923925"/>
                <a:gd name="connsiteX1336" fmla="*/ 617315 w 1009650"/>
                <a:gd name="connsiteY1336" fmla="*/ 688467 h 923925"/>
                <a:gd name="connsiteX1337" fmla="*/ 617506 w 1009650"/>
                <a:gd name="connsiteY1337" fmla="*/ 687038 h 923925"/>
                <a:gd name="connsiteX1338" fmla="*/ 618363 w 1009650"/>
                <a:gd name="connsiteY1338" fmla="*/ 686467 h 923925"/>
                <a:gd name="connsiteX1339" fmla="*/ 620744 w 1009650"/>
                <a:gd name="connsiteY1339" fmla="*/ 686467 h 923925"/>
                <a:gd name="connsiteX1340" fmla="*/ 622649 w 1009650"/>
                <a:gd name="connsiteY1340" fmla="*/ 687134 h 923925"/>
                <a:gd name="connsiteX1341" fmla="*/ 624269 w 1009650"/>
                <a:gd name="connsiteY1341" fmla="*/ 688086 h 923925"/>
                <a:gd name="connsiteX1342" fmla="*/ 626174 w 1009650"/>
                <a:gd name="connsiteY1342" fmla="*/ 690182 h 923925"/>
                <a:gd name="connsiteX1343" fmla="*/ 627031 w 1009650"/>
                <a:gd name="connsiteY1343" fmla="*/ 690943 h 923925"/>
                <a:gd name="connsiteX1344" fmla="*/ 628174 w 1009650"/>
                <a:gd name="connsiteY1344" fmla="*/ 691420 h 923925"/>
                <a:gd name="connsiteX1345" fmla="*/ 629317 w 1009650"/>
                <a:gd name="connsiteY1345" fmla="*/ 691705 h 923925"/>
                <a:gd name="connsiteX1346" fmla="*/ 630555 w 1009650"/>
                <a:gd name="connsiteY1346" fmla="*/ 692182 h 923925"/>
                <a:gd name="connsiteX1347" fmla="*/ 633032 w 1009650"/>
                <a:gd name="connsiteY1347" fmla="*/ 693992 h 923925"/>
                <a:gd name="connsiteX1348" fmla="*/ 634746 w 1009650"/>
                <a:gd name="connsiteY1348" fmla="*/ 694849 h 923925"/>
                <a:gd name="connsiteX1349" fmla="*/ 636461 w 1009650"/>
                <a:gd name="connsiteY1349" fmla="*/ 695230 h 923925"/>
                <a:gd name="connsiteX1350" fmla="*/ 638080 w 1009650"/>
                <a:gd name="connsiteY1350" fmla="*/ 695134 h 923925"/>
                <a:gd name="connsiteX1351" fmla="*/ 638937 w 1009650"/>
                <a:gd name="connsiteY1351" fmla="*/ 694849 h 923925"/>
                <a:gd name="connsiteX1352" fmla="*/ 640271 w 1009650"/>
                <a:gd name="connsiteY1352" fmla="*/ 694087 h 923925"/>
                <a:gd name="connsiteX1353" fmla="*/ 643509 w 1009650"/>
                <a:gd name="connsiteY1353" fmla="*/ 691134 h 923925"/>
                <a:gd name="connsiteX1354" fmla="*/ 644271 w 1009650"/>
                <a:gd name="connsiteY1354" fmla="*/ 690753 h 923925"/>
                <a:gd name="connsiteX1355" fmla="*/ 644938 w 1009650"/>
                <a:gd name="connsiteY1355" fmla="*/ 690848 h 923925"/>
                <a:gd name="connsiteX1356" fmla="*/ 646843 w 1009650"/>
                <a:gd name="connsiteY1356" fmla="*/ 691705 h 923925"/>
                <a:gd name="connsiteX1357" fmla="*/ 647605 w 1009650"/>
                <a:gd name="connsiteY1357" fmla="*/ 691991 h 923925"/>
                <a:gd name="connsiteX1358" fmla="*/ 648367 w 1009650"/>
                <a:gd name="connsiteY1358" fmla="*/ 691991 h 923925"/>
                <a:gd name="connsiteX1359" fmla="*/ 649034 w 1009650"/>
                <a:gd name="connsiteY1359" fmla="*/ 691610 h 923925"/>
                <a:gd name="connsiteX1360" fmla="*/ 649605 w 1009650"/>
                <a:gd name="connsiteY1360" fmla="*/ 691039 h 923925"/>
                <a:gd name="connsiteX1361" fmla="*/ 650081 w 1009650"/>
                <a:gd name="connsiteY1361" fmla="*/ 689896 h 923925"/>
                <a:gd name="connsiteX1362" fmla="*/ 650558 w 1009650"/>
                <a:gd name="connsiteY1362" fmla="*/ 687038 h 923925"/>
                <a:gd name="connsiteX1363" fmla="*/ 650462 w 1009650"/>
                <a:gd name="connsiteY1363" fmla="*/ 685419 h 923925"/>
                <a:gd name="connsiteX1364" fmla="*/ 649415 w 1009650"/>
                <a:gd name="connsiteY1364" fmla="*/ 680657 h 923925"/>
                <a:gd name="connsiteX1365" fmla="*/ 649700 w 1009650"/>
                <a:gd name="connsiteY1365" fmla="*/ 679799 h 923925"/>
                <a:gd name="connsiteX1366" fmla="*/ 649891 w 1009650"/>
                <a:gd name="connsiteY1366" fmla="*/ 679418 h 923925"/>
                <a:gd name="connsiteX1367" fmla="*/ 650272 w 1009650"/>
                <a:gd name="connsiteY1367" fmla="*/ 678942 h 923925"/>
                <a:gd name="connsiteX1368" fmla="*/ 651701 w 1009650"/>
                <a:gd name="connsiteY1368" fmla="*/ 677609 h 923925"/>
                <a:gd name="connsiteX1369" fmla="*/ 652367 w 1009650"/>
                <a:gd name="connsiteY1369" fmla="*/ 676942 h 923925"/>
                <a:gd name="connsiteX1370" fmla="*/ 652748 w 1009650"/>
                <a:gd name="connsiteY1370" fmla="*/ 676275 h 923925"/>
                <a:gd name="connsiteX1371" fmla="*/ 653129 w 1009650"/>
                <a:gd name="connsiteY1371" fmla="*/ 675513 h 923925"/>
                <a:gd name="connsiteX1372" fmla="*/ 653510 w 1009650"/>
                <a:gd name="connsiteY1372" fmla="*/ 673894 h 923925"/>
                <a:gd name="connsiteX1373" fmla="*/ 653701 w 1009650"/>
                <a:gd name="connsiteY1373" fmla="*/ 673322 h 923925"/>
                <a:gd name="connsiteX1374" fmla="*/ 653987 w 1009650"/>
                <a:gd name="connsiteY1374" fmla="*/ 672751 h 923925"/>
                <a:gd name="connsiteX1375" fmla="*/ 655034 w 1009650"/>
                <a:gd name="connsiteY1375" fmla="*/ 672275 h 923925"/>
                <a:gd name="connsiteX1376" fmla="*/ 656844 w 1009650"/>
                <a:gd name="connsiteY1376" fmla="*/ 671989 h 923925"/>
                <a:gd name="connsiteX1377" fmla="*/ 662369 w 1009650"/>
                <a:gd name="connsiteY1377" fmla="*/ 672655 h 923925"/>
                <a:gd name="connsiteX1378" fmla="*/ 665702 w 1009650"/>
                <a:gd name="connsiteY1378" fmla="*/ 672751 h 923925"/>
                <a:gd name="connsiteX1379" fmla="*/ 669893 w 1009650"/>
                <a:gd name="connsiteY1379" fmla="*/ 671703 h 923925"/>
                <a:gd name="connsiteX1380" fmla="*/ 673799 w 1009650"/>
                <a:gd name="connsiteY1380" fmla="*/ 670465 h 923925"/>
                <a:gd name="connsiteX1381" fmla="*/ 674751 w 1009650"/>
                <a:gd name="connsiteY1381" fmla="*/ 670274 h 923925"/>
                <a:gd name="connsiteX1382" fmla="*/ 675418 w 1009650"/>
                <a:gd name="connsiteY1382" fmla="*/ 670274 h 923925"/>
                <a:gd name="connsiteX1383" fmla="*/ 675894 w 1009650"/>
                <a:gd name="connsiteY1383" fmla="*/ 670465 h 923925"/>
                <a:gd name="connsiteX1384" fmla="*/ 675989 w 1009650"/>
                <a:gd name="connsiteY1384" fmla="*/ 671036 h 923925"/>
                <a:gd name="connsiteX1385" fmla="*/ 675608 w 1009650"/>
                <a:gd name="connsiteY1385" fmla="*/ 672275 h 923925"/>
                <a:gd name="connsiteX1386" fmla="*/ 674370 w 1009650"/>
                <a:gd name="connsiteY1386" fmla="*/ 674084 h 923925"/>
                <a:gd name="connsiteX1387" fmla="*/ 672275 w 1009650"/>
                <a:gd name="connsiteY1387" fmla="*/ 678275 h 923925"/>
                <a:gd name="connsiteX1388" fmla="*/ 672370 w 1009650"/>
                <a:gd name="connsiteY1388" fmla="*/ 679513 h 923925"/>
                <a:gd name="connsiteX1389" fmla="*/ 672560 w 1009650"/>
                <a:gd name="connsiteY1389" fmla="*/ 679990 h 923925"/>
                <a:gd name="connsiteX1390" fmla="*/ 673132 w 1009650"/>
                <a:gd name="connsiteY1390" fmla="*/ 680942 h 923925"/>
                <a:gd name="connsiteX1391" fmla="*/ 675227 w 1009650"/>
                <a:gd name="connsiteY1391" fmla="*/ 683514 h 923925"/>
                <a:gd name="connsiteX1392" fmla="*/ 675704 w 1009650"/>
                <a:gd name="connsiteY1392" fmla="*/ 684943 h 923925"/>
                <a:gd name="connsiteX1393" fmla="*/ 675513 w 1009650"/>
                <a:gd name="connsiteY1393" fmla="*/ 686086 h 923925"/>
                <a:gd name="connsiteX1394" fmla="*/ 674846 w 1009650"/>
                <a:gd name="connsiteY1394" fmla="*/ 686848 h 923925"/>
                <a:gd name="connsiteX1395" fmla="*/ 673799 w 1009650"/>
                <a:gd name="connsiteY1395" fmla="*/ 687229 h 923925"/>
                <a:gd name="connsiteX1396" fmla="*/ 672656 w 1009650"/>
                <a:gd name="connsiteY1396" fmla="*/ 687134 h 923925"/>
                <a:gd name="connsiteX1397" fmla="*/ 671227 w 1009650"/>
                <a:gd name="connsiteY1397" fmla="*/ 686657 h 923925"/>
                <a:gd name="connsiteX1398" fmla="*/ 669512 w 1009650"/>
                <a:gd name="connsiteY1398" fmla="*/ 685895 h 923925"/>
                <a:gd name="connsiteX1399" fmla="*/ 668369 w 1009650"/>
                <a:gd name="connsiteY1399" fmla="*/ 685705 h 923925"/>
                <a:gd name="connsiteX1400" fmla="*/ 667607 w 1009650"/>
                <a:gd name="connsiteY1400" fmla="*/ 685895 h 923925"/>
                <a:gd name="connsiteX1401" fmla="*/ 667226 w 1009650"/>
                <a:gd name="connsiteY1401" fmla="*/ 686467 h 923925"/>
                <a:gd name="connsiteX1402" fmla="*/ 666941 w 1009650"/>
                <a:gd name="connsiteY1402" fmla="*/ 687134 h 923925"/>
                <a:gd name="connsiteX1403" fmla="*/ 666750 w 1009650"/>
                <a:gd name="connsiteY1403" fmla="*/ 688086 h 923925"/>
                <a:gd name="connsiteX1404" fmla="*/ 666845 w 1009650"/>
                <a:gd name="connsiteY1404" fmla="*/ 689134 h 923925"/>
                <a:gd name="connsiteX1405" fmla="*/ 667798 w 1009650"/>
                <a:gd name="connsiteY1405" fmla="*/ 690467 h 923925"/>
                <a:gd name="connsiteX1406" fmla="*/ 669512 w 1009650"/>
                <a:gd name="connsiteY1406" fmla="*/ 691420 h 923925"/>
                <a:gd name="connsiteX1407" fmla="*/ 672941 w 1009650"/>
                <a:gd name="connsiteY1407" fmla="*/ 692182 h 923925"/>
                <a:gd name="connsiteX1408" fmla="*/ 675704 w 1009650"/>
                <a:gd name="connsiteY1408" fmla="*/ 692087 h 923925"/>
                <a:gd name="connsiteX1409" fmla="*/ 678275 w 1009650"/>
                <a:gd name="connsiteY1409" fmla="*/ 691610 h 923925"/>
                <a:gd name="connsiteX1410" fmla="*/ 683228 w 1009650"/>
                <a:gd name="connsiteY1410" fmla="*/ 689991 h 923925"/>
                <a:gd name="connsiteX1411" fmla="*/ 684467 w 1009650"/>
                <a:gd name="connsiteY1411" fmla="*/ 689991 h 923925"/>
                <a:gd name="connsiteX1412" fmla="*/ 685324 w 1009650"/>
                <a:gd name="connsiteY1412" fmla="*/ 690372 h 923925"/>
                <a:gd name="connsiteX1413" fmla="*/ 685514 w 1009650"/>
                <a:gd name="connsiteY1413" fmla="*/ 691134 h 923925"/>
                <a:gd name="connsiteX1414" fmla="*/ 685419 w 1009650"/>
                <a:gd name="connsiteY1414" fmla="*/ 691801 h 923925"/>
                <a:gd name="connsiteX1415" fmla="*/ 684943 w 1009650"/>
                <a:gd name="connsiteY1415" fmla="*/ 692849 h 923925"/>
                <a:gd name="connsiteX1416" fmla="*/ 684086 w 1009650"/>
                <a:gd name="connsiteY1416" fmla="*/ 693992 h 923925"/>
                <a:gd name="connsiteX1417" fmla="*/ 682943 w 1009650"/>
                <a:gd name="connsiteY1417" fmla="*/ 695134 h 923925"/>
                <a:gd name="connsiteX1418" fmla="*/ 681419 w 1009650"/>
                <a:gd name="connsiteY1418" fmla="*/ 696278 h 923925"/>
                <a:gd name="connsiteX1419" fmla="*/ 679514 w 1009650"/>
                <a:gd name="connsiteY1419" fmla="*/ 697230 h 923925"/>
                <a:gd name="connsiteX1420" fmla="*/ 677513 w 1009650"/>
                <a:gd name="connsiteY1420" fmla="*/ 697897 h 923925"/>
                <a:gd name="connsiteX1421" fmla="*/ 675418 w 1009650"/>
                <a:gd name="connsiteY1421" fmla="*/ 698183 h 923925"/>
                <a:gd name="connsiteX1422" fmla="*/ 672941 w 1009650"/>
                <a:gd name="connsiteY1422" fmla="*/ 698278 h 923925"/>
                <a:gd name="connsiteX1423" fmla="*/ 670846 w 1009650"/>
                <a:gd name="connsiteY1423" fmla="*/ 698087 h 923925"/>
                <a:gd name="connsiteX1424" fmla="*/ 668846 w 1009650"/>
                <a:gd name="connsiteY1424" fmla="*/ 697516 h 923925"/>
                <a:gd name="connsiteX1425" fmla="*/ 667131 w 1009650"/>
                <a:gd name="connsiteY1425" fmla="*/ 696659 h 923925"/>
                <a:gd name="connsiteX1426" fmla="*/ 665702 w 1009650"/>
                <a:gd name="connsiteY1426" fmla="*/ 695420 h 923925"/>
                <a:gd name="connsiteX1427" fmla="*/ 663131 w 1009650"/>
                <a:gd name="connsiteY1427" fmla="*/ 692468 h 923925"/>
                <a:gd name="connsiteX1428" fmla="*/ 661988 w 1009650"/>
                <a:gd name="connsiteY1428" fmla="*/ 691515 h 923925"/>
                <a:gd name="connsiteX1429" fmla="*/ 660940 w 1009650"/>
                <a:gd name="connsiteY1429" fmla="*/ 691134 h 923925"/>
                <a:gd name="connsiteX1430" fmla="*/ 660178 w 1009650"/>
                <a:gd name="connsiteY1430" fmla="*/ 691515 h 923925"/>
                <a:gd name="connsiteX1431" fmla="*/ 659702 w 1009650"/>
                <a:gd name="connsiteY1431" fmla="*/ 692372 h 923925"/>
                <a:gd name="connsiteX1432" fmla="*/ 659797 w 1009650"/>
                <a:gd name="connsiteY1432" fmla="*/ 693420 h 923925"/>
                <a:gd name="connsiteX1433" fmla="*/ 660273 w 1009650"/>
                <a:gd name="connsiteY1433" fmla="*/ 694754 h 923925"/>
                <a:gd name="connsiteX1434" fmla="*/ 661892 w 1009650"/>
                <a:gd name="connsiteY1434" fmla="*/ 697421 h 923925"/>
                <a:gd name="connsiteX1435" fmla="*/ 662559 w 1009650"/>
                <a:gd name="connsiteY1435" fmla="*/ 698849 h 923925"/>
                <a:gd name="connsiteX1436" fmla="*/ 662845 w 1009650"/>
                <a:gd name="connsiteY1436" fmla="*/ 700659 h 923925"/>
                <a:gd name="connsiteX1437" fmla="*/ 662559 w 1009650"/>
                <a:gd name="connsiteY1437" fmla="*/ 702088 h 923925"/>
                <a:gd name="connsiteX1438" fmla="*/ 661797 w 1009650"/>
                <a:gd name="connsiteY1438" fmla="*/ 703136 h 923925"/>
                <a:gd name="connsiteX1439" fmla="*/ 659416 w 1009650"/>
                <a:gd name="connsiteY1439" fmla="*/ 705041 h 923925"/>
                <a:gd name="connsiteX1440" fmla="*/ 658654 w 1009650"/>
                <a:gd name="connsiteY1440" fmla="*/ 706469 h 923925"/>
                <a:gd name="connsiteX1441" fmla="*/ 658463 w 1009650"/>
                <a:gd name="connsiteY1441" fmla="*/ 708088 h 923925"/>
                <a:gd name="connsiteX1442" fmla="*/ 658749 w 1009650"/>
                <a:gd name="connsiteY1442" fmla="*/ 709613 h 923925"/>
                <a:gd name="connsiteX1443" fmla="*/ 659606 w 1009650"/>
                <a:gd name="connsiteY1443" fmla="*/ 710851 h 923925"/>
                <a:gd name="connsiteX1444" fmla="*/ 660749 w 1009650"/>
                <a:gd name="connsiteY1444" fmla="*/ 711899 h 923925"/>
                <a:gd name="connsiteX1445" fmla="*/ 662083 w 1009650"/>
                <a:gd name="connsiteY1445" fmla="*/ 712851 h 923925"/>
                <a:gd name="connsiteX1446" fmla="*/ 664083 w 1009650"/>
                <a:gd name="connsiteY1446" fmla="*/ 713327 h 923925"/>
                <a:gd name="connsiteX1447" fmla="*/ 666560 w 1009650"/>
                <a:gd name="connsiteY1447" fmla="*/ 713422 h 923925"/>
                <a:gd name="connsiteX1448" fmla="*/ 670751 w 1009650"/>
                <a:gd name="connsiteY1448" fmla="*/ 712946 h 923925"/>
                <a:gd name="connsiteX1449" fmla="*/ 674180 w 1009650"/>
                <a:gd name="connsiteY1449" fmla="*/ 712851 h 923925"/>
                <a:gd name="connsiteX1450" fmla="*/ 677990 w 1009650"/>
                <a:gd name="connsiteY1450" fmla="*/ 713518 h 923925"/>
                <a:gd name="connsiteX1451" fmla="*/ 683324 w 1009650"/>
                <a:gd name="connsiteY1451" fmla="*/ 715423 h 923925"/>
                <a:gd name="connsiteX1452" fmla="*/ 686657 w 1009650"/>
                <a:gd name="connsiteY1452" fmla="*/ 715899 h 923925"/>
                <a:gd name="connsiteX1453" fmla="*/ 690277 w 1009650"/>
                <a:gd name="connsiteY1453" fmla="*/ 715613 h 923925"/>
                <a:gd name="connsiteX1454" fmla="*/ 701993 w 1009650"/>
                <a:gd name="connsiteY1454" fmla="*/ 712756 h 923925"/>
                <a:gd name="connsiteX1455" fmla="*/ 707612 w 1009650"/>
                <a:gd name="connsiteY1455" fmla="*/ 712470 h 923925"/>
                <a:gd name="connsiteX1456" fmla="*/ 713423 w 1009650"/>
                <a:gd name="connsiteY1456" fmla="*/ 711137 h 923925"/>
                <a:gd name="connsiteX1457" fmla="*/ 721328 w 1009650"/>
                <a:gd name="connsiteY1457" fmla="*/ 706469 h 923925"/>
                <a:gd name="connsiteX1458" fmla="*/ 723043 w 1009650"/>
                <a:gd name="connsiteY1458" fmla="*/ 705898 h 923925"/>
                <a:gd name="connsiteX1459" fmla="*/ 724757 w 1009650"/>
                <a:gd name="connsiteY1459" fmla="*/ 705803 h 923925"/>
                <a:gd name="connsiteX1460" fmla="*/ 726091 w 1009650"/>
                <a:gd name="connsiteY1460" fmla="*/ 706184 h 923925"/>
                <a:gd name="connsiteX1461" fmla="*/ 727139 w 1009650"/>
                <a:gd name="connsiteY1461" fmla="*/ 706850 h 923925"/>
                <a:gd name="connsiteX1462" fmla="*/ 728758 w 1009650"/>
                <a:gd name="connsiteY1462" fmla="*/ 708470 h 923925"/>
                <a:gd name="connsiteX1463" fmla="*/ 732473 w 1009650"/>
                <a:gd name="connsiteY1463" fmla="*/ 713708 h 923925"/>
                <a:gd name="connsiteX1464" fmla="*/ 733044 w 1009650"/>
                <a:gd name="connsiteY1464" fmla="*/ 716280 h 923925"/>
                <a:gd name="connsiteX1465" fmla="*/ 732949 w 1009650"/>
                <a:gd name="connsiteY1465" fmla="*/ 717899 h 923925"/>
                <a:gd name="connsiteX1466" fmla="*/ 732473 w 1009650"/>
                <a:gd name="connsiteY1466" fmla="*/ 719138 h 923925"/>
                <a:gd name="connsiteX1467" fmla="*/ 732473 w 1009650"/>
                <a:gd name="connsiteY1467" fmla="*/ 720566 h 923925"/>
                <a:gd name="connsiteX1468" fmla="*/ 733235 w 1009650"/>
                <a:gd name="connsiteY1468" fmla="*/ 722186 h 923925"/>
                <a:gd name="connsiteX1469" fmla="*/ 735521 w 1009650"/>
                <a:gd name="connsiteY1469" fmla="*/ 724567 h 923925"/>
                <a:gd name="connsiteX1470" fmla="*/ 738854 w 1009650"/>
                <a:gd name="connsiteY1470" fmla="*/ 728758 h 923925"/>
                <a:gd name="connsiteX1471" fmla="*/ 739521 w 1009650"/>
                <a:gd name="connsiteY1471" fmla="*/ 739521 h 923925"/>
                <a:gd name="connsiteX1472" fmla="*/ 739426 w 1009650"/>
                <a:gd name="connsiteY1472" fmla="*/ 741236 h 923925"/>
                <a:gd name="connsiteX1473" fmla="*/ 739331 w 1009650"/>
                <a:gd name="connsiteY1473" fmla="*/ 741712 h 923925"/>
                <a:gd name="connsiteX1474" fmla="*/ 738854 w 1009650"/>
                <a:gd name="connsiteY1474" fmla="*/ 742379 h 923925"/>
                <a:gd name="connsiteX1475" fmla="*/ 737902 w 1009650"/>
                <a:gd name="connsiteY1475" fmla="*/ 743807 h 923925"/>
                <a:gd name="connsiteX1476" fmla="*/ 736568 w 1009650"/>
                <a:gd name="connsiteY1476" fmla="*/ 744855 h 923925"/>
                <a:gd name="connsiteX1477" fmla="*/ 735235 w 1009650"/>
                <a:gd name="connsiteY1477" fmla="*/ 745141 h 923925"/>
                <a:gd name="connsiteX1478" fmla="*/ 733806 w 1009650"/>
                <a:gd name="connsiteY1478" fmla="*/ 744760 h 923925"/>
                <a:gd name="connsiteX1479" fmla="*/ 729996 w 1009650"/>
                <a:gd name="connsiteY1479" fmla="*/ 742093 h 923925"/>
                <a:gd name="connsiteX1480" fmla="*/ 728282 w 1009650"/>
                <a:gd name="connsiteY1480" fmla="*/ 741807 h 923925"/>
                <a:gd name="connsiteX1481" fmla="*/ 726853 w 1009650"/>
                <a:gd name="connsiteY1481" fmla="*/ 742188 h 923925"/>
                <a:gd name="connsiteX1482" fmla="*/ 725615 w 1009650"/>
                <a:gd name="connsiteY1482" fmla="*/ 743426 h 923925"/>
                <a:gd name="connsiteX1483" fmla="*/ 724567 w 1009650"/>
                <a:gd name="connsiteY1483" fmla="*/ 745331 h 923925"/>
                <a:gd name="connsiteX1484" fmla="*/ 723424 w 1009650"/>
                <a:gd name="connsiteY1484" fmla="*/ 748951 h 923925"/>
                <a:gd name="connsiteX1485" fmla="*/ 723329 w 1009650"/>
                <a:gd name="connsiteY1485" fmla="*/ 751046 h 923925"/>
                <a:gd name="connsiteX1486" fmla="*/ 723710 w 1009650"/>
                <a:gd name="connsiteY1486" fmla="*/ 752666 h 923925"/>
                <a:gd name="connsiteX1487" fmla="*/ 724091 w 1009650"/>
                <a:gd name="connsiteY1487" fmla="*/ 754094 h 923925"/>
                <a:gd name="connsiteX1488" fmla="*/ 724662 w 1009650"/>
                <a:gd name="connsiteY1488" fmla="*/ 759428 h 923925"/>
                <a:gd name="connsiteX1489" fmla="*/ 725329 w 1009650"/>
                <a:gd name="connsiteY1489" fmla="*/ 761333 h 923925"/>
                <a:gd name="connsiteX1490" fmla="*/ 726186 w 1009650"/>
                <a:gd name="connsiteY1490" fmla="*/ 762381 h 923925"/>
                <a:gd name="connsiteX1491" fmla="*/ 727424 w 1009650"/>
                <a:gd name="connsiteY1491" fmla="*/ 763048 h 923925"/>
                <a:gd name="connsiteX1492" fmla="*/ 728663 w 1009650"/>
                <a:gd name="connsiteY1492" fmla="*/ 763524 h 923925"/>
                <a:gd name="connsiteX1493" fmla="*/ 729710 w 1009650"/>
                <a:gd name="connsiteY1493" fmla="*/ 764096 h 923925"/>
                <a:gd name="connsiteX1494" fmla="*/ 730472 w 1009650"/>
                <a:gd name="connsiteY1494" fmla="*/ 764953 h 923925"/>
                <a:gd name="connsiteX1495" fmla="*/ 730949 w 1009650"/>
                <a:gd name="connsiteY1495" fmla="*/ 765905 h 923925"/>
                <a:gd name="connsiteX1496" fmla="*/ 731330 w 1009650"/>
                <a:gd name="connsiteY1496" fmla="*/ 767620 h 923925"/>
                <a:gd name="connsiteX1497" fmla="*/ 731139 w 1009650"/>
                <a:gd name="connsiteY1497" fmla="*/ 770192 h 923925"/>
                <a:gd name="connsiteX1498" fmla="*/ 730282 w 1009650"/>
                <a:gd name="connsiteY1498" fmla="*/ 772859 h 923925"/>
                <a:gd name="connsiteX1499" fmla="*/ 726186 w 1009650"/>
                <a:gd name="connsiteY1499" fmla="*/ 777907 h 923925"/>
                <a:gd name="connsiteX1500" fmla="*/ 724853 w 1009650"/>
                <a:gd name="connsiteY1500" fmla="*/ 780574 h 923925"/>
                <a:gd name="connsiteX1501" fmla="*/ 724662 w 1009650"/>
                <a:gd name="connsiteY1501" fmla="*/ 782955 h 923925"/>
                <a:gd name="connsiteX1502" fmla="*/ 725329 w 1009650"/>
                <a:gd name="connsiteY1502" fmla="*/ 785241 h 923925"/>
                <a:gd name="connsiteX1503" fmla="*/ 726662 w 1009650"/>
                <a:gd name="connsiteY1503" fmla="*/ 786860 h 923925"/>
                <a:gd name="connsiteX1504" fmla="*/ 731425 w 1009650"/>
                <a:gd name="connsiteY1504" fmla="*/ 789622 h 923925"/>
                <a:gd name="connsiteX1505" fmla="*/ 732092 w 1009650"/>
                <a:gd name="connsiteY1505" fmla="*/ 790956 h 923925"/>
                <a:gd name="connsiteX1506" fmla="*/ 731615 w 1009650"/>
                <a:gd name="connsiteY1506" fmla="*/ 792290 h 923925"/>
                <a:gd name="connsiteX1507" fmla="*/ 730187 w 1009650"/>
                <a:gd name="connsiteY1507" fmla="*/ 794480 h 923925"/>
                <a:gd name="connsiteX1508" fmla="*/ 726853 w 1009650"/>
                <a:gd name="connsiteY1508" fmla="*/ 797624 h 923925"/>
                <a:gd name="connsiteX1509" fmla="*/ 725234 w 1009650"/>
                <a:gd name="connsiteY1509" fmla="*/ 800195 h 923925"/>
                <a:gd name="connsiteX1510" fmla="*/ 724281 w 1009650"/>
                <a:gd name="connsiteY1510" fmla="*/ 802005 h 923925"/>
                <a:gd name="connsiteX1511" fmla="*/ 723805 w 1009650"/>
                <a:gd name="connsiteY1511" fmla="*/ 803338 h 923925"/>
                <a:gd name="connsiteX1512" fmla="*/ 722852 w 1009650"/>
                <a:gd name="connsiteY1512" fmla="*/ 804577 h 923925"/>
                <a:gd name="connsiteX1513" fmla="*/ 722471 w 1009650"/>
                <a:gd name="connsiteY1513" fmla="*/ 804672 h 923925"/>
                <a:gd name="connsiteX1514" fmla="*/ 721995 w 1009650"/>
                <a:gd name="connsiteY1514" fmla="*/ 804482 h 923925"/>
                <a:gd name="connsiteX1515" fmla="*/ 720852 w 1009650"/>
                <a:gd name="connsiteY1515" fmla="*/ 803910 h 923925"/>
                <a:gd name="connsiteX1516" fmla="*/ 718566 w 1009650"/>
                <a:gd name="connsiteY1516" fmla="*/ 801910 h 923925"/>
                <a:gd name="connsiteX1517" fmla="*/ 717423 w 1009650"/>
                <a:gd name="connsiteY1517" fmla="*/ 801529 h 923925"/>
                <a:gd name="connsiteX1518" fmla="*/ 716185 w 1009650"/>
                <a:gd name="connsiteY1518" fmla="*/ 801815 h 923925"/>
                <a:gd name="connsiteX1519" fmla="*/ 713042 w 1009650"/>
                <a:gd name="connsiteY1519" fmla="*/ 804672 h 923925"/>
                <a:gd name="connsiteX1520" fmla="*/ 711708 w 1009650"/>
                <a:gd name="connsiteY1520" fmla="*/ 805243 h 923925"/>
                <a:gd name="connsiteX1521" fmla="*/ 710279 w 1009650"/>
                <a:gd name="connsiteY1521" fmla="*/ 805243 h 923925"/>
                <a:gd name="connsiteX1522" fmla="*/ 708851 w 1009650"/>
                <a:gd name="connsiteY1522" fmla="*/ 804672 h 923925"/>
                <a:gd name="connsiteX1523" fmla="*/ 707422 w 1009650"/>
                <a:gd name="connsiteY1523" fmla="*/ 803434 h 923925"/>
                <a:gd name="connsiteX1524" fmla="*/ 706565 w 1009650"/>
                <a:gd name="connsiteY1524" fmla="*/ 802958 h 923925"/>
                <a:gd name="connsiteX1525" fmla="*/ 704850 w 1009650"/>
                <a:gd name="connsiteY1525" fmla="*/ 802481 h 923925"/>
                <a:gd name="connsiteX1526" fmla="*/ 703993 w 1009650"/>
                <a:gd name="connsiteY1526" fmla="*/ 802005 h 923925"/>
                <a:gd name="connsiteX1527" fmla="*/ 701897 w 1009650"/>
                <a:gd name="connsiteY1527" fmla="*/ 800195 h 923925"/>
                <a:gd name="connsiteX1528" fmla="*/ 700754 w 1009650"/>
                <a:gd name="connsiteY1528" fmla="*/ 799433 h 923925"/>
                <a:gd name="connsiteX1529" fmla="*/ 699707 w 1009650"/>
                <a:gd name="connsiteY1529" fmla="*/ 799243 h 923925"/>
                <a:gd name="connsiteX1530" fmla="*/ 699040 w 1009650"/>
                <a:gd name="connsiteY1530" fmla="*/ 799433 h 923925"/>
                <a:gd name="connsiteX1531" fmla="*/ 697802 w 1009650"/>
                <a:gd name="connsiteY1531" fmla="*/ 800100 h 923925"/>
                <a:gd name="connsiteX1532" fmla="*/ 696659 w 1009650"/>
                <a:gd name="connsiteY1532" fmla="*/ 802862 h 923925"/>
                <a:gd name="connsiteX1533" fmla="*/ 694658 w 1009650"/>
                <a:gd name="connsiteY1533" fmla="*/ 806005 h 923925"/>
                <a:gd name="connsiteX1534" fmla="*/ 694754 w 1009650"/>
                <a:gd name="connsiteY1534" fmla="*/ 807244 h 923925"/>
                <a:gd name="connsiteX1535" fmla="*/ 695135 w 1009650"/>
                <a:gd name="connsiteY1535" fmla="*/ 812197 h 923925"/>
                <a:gd name="connsiteX1536" fmla="*/ 696468 w 1009650"/>
                <a:gd name="connsiteY1536" fmla="*/ 814483 h 923925"/>
                <a:gd name="connsiteX1537" fmla="*/ 697135 w 1009650"/>
                <a:gd name="connsiteY1537" fmla="*/ 815150 h 923925"/>
                <a:gd name="connsiteX1538" fmla="*/ 699040 w 1009650"/>
                <a:gd name="connsiteY1538" fmla="*/ 816674 h 923925"/>
                <a:gd name="connsiteX1539" fmla="*/ 705326 w 1009650"/>
                <a:gd name="connsiteY1539" fmla="*/ 820293 h 923925"/>
                <a:gd name="connsiteX1540" fmla="*/ 705898 w 1009650"/>
                <a:gd name="connsiteY1540" fmla="*/ 821341 h 923925"/>
                <a:gd name="connsiteX1541" fmla="*/ 706565 w 1009650"/>
                <a:gd name="connsiteY1541" fmla="*/ 822865 h 923925"/>
                <a:gd name="connsiteX1542" fmla="*/ 706660 w 1009650"/>
                <a:gd name="connsiteY1542" fmla="*/ 825341 h 923925"/>
                <a:gd name="connsiteX1543" fmla="*/ 707517 w 1009650"/>
                <a:gd name="connsiteY1543" fmla="*/ 827627 h 923925"/>
                <a:gd name="connsiteX1544" fmla="*/ 712184 w 1009650"/>
                <a:gd name="connsiteY1544" fmla="*/ 828104 h 923925"/>
                <a:gd name="connsiteX1545" fmla="*/ 713899 w 1009650"/>
                <a:gd name="connsiteY1545" fmla="*/ 828580 h 923925"/>
                <a:gd name="connsiteX1546" fmla="*/ 715423 w 1009650"/>
                <a:gd name="connsiteY1546" fmla="*/ 829247 h 923925"/>
                <a:gd name="connsiteX1547" fmla="*/ 717614 w 1009650"/>
                <a:gd name="connsiteY1547" fmla="*/ 831151 h 923925"/>
                <a:gd name="connsiteX1548" fmla="*/ 718566 w 1009650"/>
                <a:gd name="connsiteY1548" fmla="*/ 831247 h 923925"/>
                <a:gd name="connsiteX1549" fmla="*/ 719328 w 1009650"/>
                <a:gd name="connsiteY1549" fmla="*/ 830771 h 923925"/>
                <a:gd name="connsiteX1550" fmla="*/ 719995 w 1009650"/>
                <a:gd name="connsiteY1550" fmla="*/ 829437 h 923925"/>
                <a:gd name="connsiteX1551" fmla="*/ 720281 w 1009650"/>
                <a:gd name="connsiteY1551" fmla="*/ 828199 h 923925"/>
                <a:gd name="connsiteX1552" fmla="*/ 720471 w 1009650"/>
                <a:gd name="connsiteY1552" fmla="*/ 827056 h 923925"/>
                <a:gd name="connsiteX1553" fmla="*/ 720757 w 1009650"/>
                <a:gd name="connsiteY1553" fmla="*/ 825913 h 923925"/>
                <a:gd name="connsiteX1554" fmla="*/ 722471 w 1009650"/>
                <a:gd name="connsiteY1554" fmla="*/ 822484 h 923925"/>
                <a:gd name="connsiteX1555" fmla="*/ 722662 w 1009650"/>
                <a:gd name="connsiteY1555" fmla="*/ 821341 h 923925"/>
                <a:gd name="connsiteX1556" fmla="*/ 722471 w 1009650"/>
                <a:gd name="connsiteY1556" fmla="*/ 820103 h 923925"/>
                <a:gd name="connsiteX1557" fmla="*/ 721805 w 1009650"/>
                <a:gd name="connsiteY1557" fmla="*/ 817436 h 923925"/>
                <a:gd name="connsiteX1558" fmla="*/ 721709 w 1009650"/>
                <a:gd name="connsiteY1558" fmla="*/ 816483 h 923925"/>
                <a:gd name="connsiteX1559" fmla="*/ 721995 w 1009650"/>
                <a:gd name="connsiteY1559" fmla="*/ 815721 h 923925"/>
                <a:gd name="connsiteX1560" fmla="*/ 722662 w 1009650"/>
                <a:gd name="connsiteY1560" fmla="*/ 815245 h 923925"/>
                <a:gd name="connsiteX1561" fmla="*/ 723900 w 1009650"/>
                <a:gd name="connsiteY1561" fmla="*/ 815150 h 923925"/>
                <a:gd name="connsiteX1562" fmla="*/ 724948 w 1009650"/>
                <a:gd name="connsiteY1562" fmla="*/ 815721 h 923925"/>
                <a:gd name="connsiteX1563" fmla="*/ 725996 w 1009650"/>
                <a:gd name="connsiteY1563" fmla="*/ 816864 h 923925"/>
                <a:gd name="connsiteX1564" fmla="*/ 727043 w 1009650"/>
                <a:gd name="connsiteY1564" fmla="*/ 818197 h 923925"/>
                <a:gd name="connsiteX1565" fmla="*/ 728186 w 1009650"/>
                <a:gd name="connsiteY1565" fmla="*/ 819341 h 923925"/>
                <a:gd name="connsiteX1566" fmla="*/ 729996 w 1009650"/>
                <a:gd name="connsiteY1566" fmla="*/ 819531 h 923925"/>
                <a:gd name="connsiteX1567" fmla="*/ 732282 w 1009650"/>
                <a:gd name="connsiteY1567" fmla="*/ 818864 h 923925"/>
                <a:gd name="connsiteX1568" fmla="*/ 736378 w 1009650"/>
                <a:gd name="connsiteY1568" fmla="*/ 816674 h 923925"/>
                <a:gd name="connsiteX1569" fmla="*/ 742379 w 1009650"/>
                <a:gd name="connsiteY1569" fmla="*/ 814959 h 923925"/>
                <a:gd name="connsiteX1570" fmla="*/ 750856 w 1009650"/>
                <a:gd name="connsiteY1570" fmla="*/ 810292 h 923925"/>
                <a:gd name="connsiteX1571" fmla="*/ 752475 w 1009650"/>
                <a:gd name="connsiteY1571" fmla="*/ 809054 h 923925"/>
                <a:gd name="connsiteX1572" fmla="*/ 753332 w 1009650"/>
                <a:gd name="connsiteY1572" fmla="*/ 807625 h 923925"/>
                <a:gd name="connsiteX1573" fmla="*/ 753713 w 1009650"/>
                <a:gd name="connsiteY1573" fmla="*/ 806672 h 923925"/>
                <a:gd name="connsiteX1574" fmla="*/ 754094 w 1009650"/>
                <a:gd name="connsiteY1574" fmla="*/ 805434 h 923925"/>
                <a:gd name="connsiteX1575" fmla="*/ 754190 w 1009650"/>
                <a:gd name="connsiteY1575" fmla="*/ 804863 h 923925"/>
                <a:gd name="connsiteX1576" fmla="*/ 754190 w 1009650"/>
                <a:gd name="connsiteY1576" fmla="*/ 804577 h 923925"/>
                <a:gd name="connsiteX1577" fmla="*/ 753999 w 1009650"/>
                <a:gd name="connsiteY1577" fmla="*/ 804101 h 923925"/>
                <a:gd name="connsiteX1578" fmla="*/ 752380 w 1009650"/>
                <a:gd name="connsiteY1578" fmla="*/ 802386 h 923925"/>
                <a:gd name="connsiteX1579" fmla="*/ 751713 w 1009650"/>
                <a:gd name="connsiteY1579" fmla="*/ 801338 h 923925"/>
                <a:gd name="connsiteX1580" fmla="*/ 752189 w 1009650"/>
                <a:gd name="connsiteY1580" fmla="*/ 800005 h 923925"/>
                <a:gd name="connsiteX1581" fmla="*/ 753809 w 1009650"/>
                <a:gd name="connsiteY1581" fmla="*/ 798195 h 923925"/>
                <a:gd name="connsiteX1582" fmla="*/ 763524 w 1009650"/>
                <a:gd name="connsiteY1582" fmla="*/ 792194 h 923925"/>
                <a:gd name="connsiteX1583" fmla="*/ 767429 w 1009650"/>
                <a:gd name="connsiteY1583" fmla="*/ 787718 h 923925"/>
                <a:gd name="connsiteX1584" fmla="*/ 767715 w 1009650"/>
                <a:gd name="connsiteY1584" fmla="*/ 785622 h 923925"/>
                <a:gd name="connsiteX1585" fmla="*/ 767715 w 1009650"/>
                <a:gd name="connsiteY1585" fmla="*/ 784384 h 923925"/>
                <a:gd name="connsiteX1586" fmla="*/ 767334 w 1009650"/>
                <a:gd name="connsiteY1586" fmla="*/ 781431 h 923925"/>
                <a:gd name="connsiteX1587" fmla="*/ 767334 w 1009650"/>
                <a:gd name="connsiteY1587" fmla="*/ 779812 h 923925"/>
                <a:gd name="connsiteX1588" fmla="*/ 767715 w 1009650"/>
                <a:gd name="connsiteY1588" fmla="*/ 775335 h 923925"/>
                <a:gd name="connsiteX1589" fmla="*/ 767429 w 1009650"/>
                <a:gd name="connsiteY1589" fmla="*/ 772859 h 923925"/>
                <a:gd name="connsiteX1590" fmla="*/ 767525 w 1009650"/>
                <a:gd name="connsiteY1590" fmla="*/ 771525 h 923925"/>
                <a:gd name="connsiteX1591" fmla="*/ 768096 w 1009650"/>
                <a:gd name="connsiteY1591" fmla="*/ 768953 h 923925"/>
                <a:gd name="connsiteX1592" fmla="*/ 768287 w 1009650"/>
                <a:gd name="connsiteY1592" fmla="*/ 765143 h 923925"/>
                <a:gd name="connsiteX1593" fmla="*/ 768668 w 1009650"/>
                <a:gd name="connsiteY1593" fmla="*/ 763905 h 923925"/>
                <a:gd name="connsiteX1594" fmla="*/ 769239 w 1009650"/>
                <a:gd name="connsiteY1594" fmla="*/ 762953 h 923925"/>
                <a:gd name="connsiteX1595" fmla="*/ 770192 w 1009650"/>
                <a:gd name="connsiteY1595" fmla="*/ 762191 h 923925"/>
                <a:gd name="connsiteX1596" fmla="*/ 771811 w 1009650"/>
                <a:gd name="connsiteY1596" fmla="*/ 761238 h 923925"/>
                <a:gd name="connsiteX1597" fmla="*/ 774002 w 1009650"/>
                <a:gd name="connsiteY1597" fmla="*/ 760190 h 923925"/>
                <a:gd name="connsiteX1598" fmla="*/ 775049 w 1009650"/>
                <a:gd name="connsiteY1598" fmla="*/ 760000 h 923925"/>
                <a:gd name="connsiteX1599" fmla="*/ 775716 w 1009650"/>
                <a:gd name="connsiteY1599" fmla="*/ 760095 h 923925"/>
                <a:gd name="connsiteX1600" fmla="*/ 776097 w 1009650"/>
                <a:gd name="connsiteY1600" fmla="*/ 760952 h 923925"/>
                <a:gd name="connsiteX1601" fmla="*/ 776192 w 1009650"/>
                <a:gd name="connsiteY1601" fmla="*/ 761809 h 923925"/>
                <a:gd name="connsiteX1602" fmla="*/ 775811 w 1009650"/>
                <a:gd name="connsiteY1602" fmla="*/ 763715 h 923925"/>
                <a:gd name="connsiteX1603" fmla="*/ 775716 w 1009650"/>
                <a:gd name="connsiteY1603" fmla="*/ 764476 h 923925"/>
                <a:gd name="connsiteX1604" fmla="*/ 775907 w 1009650"/>
                <a:gd name="connsiteY1604" fmla="*/ 765334 h 923925"/>
                <a:gd name="connsiteX1605" fmla="*/ 776478 w 1009650"/>
                <a:gd name="connsiteY1605" fmla="*/ 766477 h 923925"/>
                <a:gd name="connsiteX1606" fmla="*/ 777335 w 1009650"/>
                <a:gd name="connsiteY1606" fmla="*/ 767620 h 923925"/>
                <a:gd name="connsiteX1607" fmla="*/ 778669 w 1009650"/>
                <a:gd name="connsiteY1607" fmla="*/ 768763 h 923925"/>
                <a:gd name="connsiteX1608" fmla="*/ 780574 w 1009650"/>
                <a:gd name="connsiteY1608" fmla="*/ 769525 h 923925"/>
                <a:gd name="connsiteX1609" fmla="*/ 783241 w 1009650"/>
                <a:gd name="connsiteY1609" fmla="*/ 769334 h 923925"/>
                <a:gd name="connsiteX1610" fmla="*/ 787051 w 1009650"/>
                <a:gd name="connsiteY1610" fmla="*/ 768572 h 923925"/>
                <a:gd name="connsiteX1611" fmla="*/ 789146 w 1009650"/>
                <a:gd name="connsiteY1611" fmla="*/ 768858 h 923925"/>
                <a:gd name="connsiteX1612" fmla="*/ 795338 w 1009650"/>
                <a:gd name="connsiteY1612" fmla="*/ 771144 h 923925"/>
                <a:gd name="connsiteX1613" fmla="*/ 798005 w 1009650"/>
                <a:gd name="connsiteY1613" fmla="*/ 771811 h 923925"/>
                <a:gd name="connsiteX1614" fmla="*/ 801053 w 1009650"/>
                <a:gd name="connsiteY1614" fmla="*/ 771811 h 923925"/>
                <a:gd name="connsiteX1615" fmla="*/ 806577 w 1009650"/>
                <a:gd name="connsiteY1615" fmla="*/ 771144 h 923925"/>
                <a:gd name="connsiteX1616" fmla="*/ 807815 w 1009650"/>
                <a:gd name="connsiteY1616" fmla="*/ 771525 h 923925"/>
                <a:gd name="connsiteX1617" fmla="*/ 809054 w 1009650"/>
                <a:gd name="connsiteY1617" fmla="*/ 772573 h 923925"/>
                <a:gd name="connsiteX1618" fmla="*/ 809720 w 1009650"/>
                <a:gd name="connsiteY1618" fmla="*/ 774001 h 923925"/>
                <a:gd name="connsiteX1619" fmla="*/ 810578 w 1009650"/>
                <a:gd name="connsiteY1619" fmla="*/ 776668 h 923925"/>
                <a:gd name="connsiteX1620" fmla="*/ 811054 w 1009650"/>
                <a:gd name="connsiteY1620" fmla="*/ 777526 h 923925"/>
                <a:gd name="connsiteX1621" fmla="*/ 811911 w 1009650"/>
                <a:gd name="connsiteY1621" fmla="*/ 778002 h 923925"/>
                <a:gd name="connsiteX1622" fmla="*/ 812959 w 1009650"/>
                <a:gd name="connsiteY1622" fmla="*/ 778193 h 923925"/>
                <a:gd name="connsiteX1623" fmla="*/ 815150 w 1009650"/>
                <a:gd name="connsiteY1623" fmla="*/ 777907 h 923925"/>
                <a:gd name="connsiteX1624" fmla="*/ 816578 w 1009650"/>
                <a:gd name="connsiteY1624" fmla="*/ 777430 h 923925"/>
                <a:gd name="connsiteX1625" fmla="*/ 817626 w 1009650"/>
                <a:gd name="connsiteY1625" fmla="*/ 776668 h 923925"/>
                <a:gd name="connsiteX1626" fmla="*/ 818102 w 1009650"/>
                <a:gd name="connsiteY1626" fmla="*/ 775811 h 923925"/>
                <a:gd name="connsiteX1627" fmla="*/ 819245 w 1009650"/>
                <a:gd name="connsiteY1627" fmla="*/ 771525 h 923925"/>
                <a:gd name="connsiteX1628" fmla="*/ 820007 w 1009650"/>
                <a:gd name="connsiteY1628" fmla="*/ 770096 h 923925"/>
                <a:gd name="connsiteX1629" fmla="*/ 821055 w 1009650"/>
                <a:gd name="connsiteY1629" fmla="*/ 768953 h 923925"/>
                <a:gd name="connsiteX1630" fmla="*/ 822389 w 1009650"/>
                <a:gd name="connsiteY1630" fmla="*/ 768096 h 923925"/>
                <a:gd name="connsiteX1631" fmla="*/ 825627 w 1009650"/>
                <a:gd name="connsiteY1631" fmla="*/ 766572 h 923925"/>
                <a:gd name="connsiteX1632" fmla="*/ 828866 w 1009650"/>
                <a:gd name="connsiteY1632" fmla="*/ 765524 h 923925"/>
                <a:gd name="connsiteX1633" fmla="*/ 830199 w 1009650"/>
                <a:gd name="connsiteY1633" fmla="*/ 765524 h 923925"/>
                <a:gd name="connsiteX1634" fmla="*/ 831247 w 1009650"/>
                <a:gd name="connsiteY1634" fmla="*/ 766001 h 923925"/>
                <a:gd name="connsiteX1635" fmla="*/ 831723 w 1009650"/>
                <a:gd name="connsiteY1635" fmla="*/ 767334 h 923925"/>
                <a:gd name="connsiteX1636" fmla="*/ 831628 w 1009650"/>
                <a:gd name="connsiteY1636" fmla="*/ 768763 h 923925"/>
                <a:gd name="connsiteX1637" fmla="*/ 831152 w 1009650"/>
                <a:gd name="connsiteY1637" fmla="*/ 770001 h 923925"/>
                <a:gd name="connsiteX1638" fmla="*/ 830009 w 1009650"/>
                <a:gd name="connsiteY1638" fmla="*/ 772192 h 923925"/>
                <a:gd name="connsiteX1639" fmla="*/ 829532 w 1009650"/>
                <a:gd name="connsiteY1639" fmla="*/ 773240 h 923925"/>
                <a:gd name="connsiteX1640" fmla="*/ 829437 w 1009650"/>
                <a:gd name="connsiteY1640" fmla="*/ 774192 h 923925"/>
                <a:gd name="connsiteX1641" fmla="*/ 829628 w 1009650"/>
                <a:gd name="connsiteY1641" fmla="*/ 774954 h 923925"/>
                <a:gd name="connsiteX1642" fmla="*/ 831152 w 1009650"/>
                <a:gd name="connsiteY1642" fmla="*/ 776383 h 923925"/>
                <a:gd name="connsiteX1643" fmla="*/ 837629 w 1009650"/>
                <a:gd name="connsiteY1643" fmla="*/ 780764 h 923925"/>
                <a:gd name="connsiteX1644" fmla="*/ 839629 w 1009650"/>
                <a:gd name="connsiteY1644" fmla="*/ 782574 h 923925"/>
                <a:gd name="connsiteX1645" fmla="*/ 842391 w 1009650"/>
                <a:gd name="connsiteY1645" fmla="*/ 784384 h 923925"/>
                <a:gd name="connsiteX1646" fmla="*/ 845630 w 1009650"/>
                <a:gd name="connsiteY1646" fmla="*/ 784193 h 923925"/>
                <a:gd name="connsiteX1647" fmla="*/ 847916 w 1009650"/>
                <a:gd name="connsiteY1647" fmla="*/ 782860 h 923925"/>
                <a:gd name="connsiteX1648" fmla="*/ 848773 w 1009650"/>
                <a:gd name="connsiteY1648" fmla="*/ 782574 h 923925"/>
                <a:gd name="connsiteX1649" fmla="*/ 849630 w 1009650"/>
                <a:gd name="connsiteY1649" fmla="*/ 782574 h 923925"/>
                <a:gd name="connsiteX1650" fmla="*/ 850868 w 1009650"/>
                <a:gd name="connsiteY1650" fmla="*/ 782765 h 923925"/>
                <a:gd name="connsiteX1651" fmla="*/ 852297 w 1009650"/>
                <a:gd name="connsiteY1651" fmla="*/ 782765 h 923925"/>
                <a:gd name="connsiteX1652" fmla="*/ 853535 w 1009650"/>
                <a:gd name="connsiteY1652" fmla="*/ 782479 h 923925"/>
                <a:gd name="connsiteX1653" fmla="*/ 854393 w 1009650"/>
                <a:gd name="connsiteY1653" fmla="*/ 781717 h 923925"/>
                <a:gd name="connsiteX1654" fmla="*/ 854869 w 1009650"/>
                <a:gd name="connsiteY1654" fmla="*/ 780574 h 923925"/>
                <a:gd name="connsiteX1655" fmla="*/ 855345 w 1009650"/>
                <a:gd name="connsiteY1655" fmla="*/ 778955 h 923925"/>
                <a:gd name="connsiteX1656" fmla="*/ 856107 w 1009650"/>
                <a:gd name="connsiteY1656" fmla="*/ 777716 h 923925"/>
                <a:gd name="connsiteX1657" fmla="*/ 856869 w 1009650"/>
                <a:gd name="connsiteY1657" fmla="*/ 776764 h 923925"/>
                <a:gd name="connsiteX1658" fmla="*/ 857155 w 1009650"/>
                <a:gd name="connsiteY1658" fmla="*/ 775621 h 923925"/>
                <a:gd name="connsiteX1659" fmla="*/ 856774 w 1009650"/>
                <a:gd name="connsiteY1659" fmla="*/ 774192 h 923925"/>
                <a:gd name="connsiteX1660" fmla="*/ 855250 w 1009650"/>
                <a:gd name="connsiteY1660" fmla="*/ 771620 h 923925"/>
                <a:gd name="connsiteX1661" fmla="*/ 849916 w 1009650"/>
                <a:gd name="connsiteY1661" fmla="*/ 764667 h 923925"/>
                <a:gd name="connsiteX1662" fmla="*/ 848582 w 1009650"/>
                <a:gd name="connsiteY1662" fmla="*/ 762000 h 923925"/>
                <a:gd name="connsiteX1663" fmla="*/ 847916 w 1009650"/>
                <a:gd name="connsiteY1663" fmla="*/ 759047 h 923925"/>
                <a:gd name="connsiteX1664" fmla="*/ 848106 w 1009650"/>
                <a:gd name="connsiteY1664" fmla="*/ 750761 h 923925"/>
                <a:gd name="connsiteX1665" fmla="*/ 847249 w 1009650"/>
                <a:gd name="connsiteY1665" fmla="*/ 747332 h 923925"/>
                <a:gd name="connsiteX1666" fmla="*/ 846963 w 1009650"/>
                <a:gd name="connsiteY1666" fmla="*/ 746188 h 923925"/>
                <a:gd name="connsiteX1667" fmla="*/ 846868 w 1009650"/>
                <a:gd name="connsiteY1667" fmla="*/ 745331 h 923925"/>
                <a:gd name="connsiteX1668" fmla="*/ 846963 w 1009650"/>
                <a:gd name="connsiteY1668" fmla="*/ 744379 h 923925"/>
                <a:gd name="connsiteX1669" fmla="*/ 847916 w 1009650"/>
                <a:gd name="connsiteY1669" fmla="*/ 741140 h 923925"/>
                <a:gd name="connsiteX1670" fmla="*/ 847916 w 1009650"/>
                <a:gd name="connsiteY1670" fmla="*/ 740664 h 923925"/>
                <a:gd name="connsiteX1671" fmla="*/ 847916 w 1009650"/>
                <a:gd name="connsiteY1671" fmla="*/ 739712 h 923925"/>
                <a:gd name="connsiteX1672" fmla="*/ 847820 w 1009650"/>
                <a:gd name="connsiteY1672" fmla="*/ 738664 h 923925"/>
                <a:gd name="connsiteX1673" fmla="*/ 846963 w 1009650"/>
                <a:gd name="connsiteY1673" fmla="*/ 734282 h 923925"/>
                <a:gd name="connsiteX1674" fmla="*/ 847058 w 1009650"/>
                <a:gd name="connsiteY1674" fmla="*/ 733044 h 923925"/>
                <a:gd name="connsiteX1675" fmla="*/ 847535 w 1009650"/>
                <a:gd name="connsiteY1675" fmla="*/ 732282 h 923925"/>
                <a:gd name="connsiteX1676" fmla="*/ 848773 w 1009650"/>
                <a:gd name="connsiteY1676" fmla="*/ 731711 h 923925"/>
                <a:gd name="connsiteX1677" fmla="*/ 849535 w 1009650"/>
                <a:gd name="connsiteY1677" fmla="*/ 731615 h 923925"/>
                <a:gd name="connsiteX1678" fmla="*/ 850297 w 1009650"/>
                <a:gd name="connsiteY1678" fmla="*/ 731901 h 923925"/>
                <a:gd name="connsiteX1679" fmla="*/ 851154 w 1009650"/>
                <a:gd name="connsiteY1679" fmla="*/ 732377 h 923925"/>
                <a:gd name="connsiteX1680" fmla="*/ 851916 w 1009650"/>
                <a:gd name="connsiteY1680" fmla="*/ 732663 h 923925"/>
                <a:gd name="connsiteX1681" fmla="*/ 852678 w 1009650"/>
                <a:gd name="connsiteY1681" fmla="*/ 732854 h 923925"/>
                <a:gd name="connsiteX1682" fmla="*/ 854297 w 1009650"/>
                <a:gd name="connsiteY1682" fmla="*/ 732854 h 923925"/>
                <a:gd name="connsiteX1683" fmla="*/ 854964 w 1009650"/>
                <a:gd name="connsiteY1683" fmla="*/ 733044 h 923925"/>
                <a:gd name="connsiteX1684" fmla="*/ 855536 w 1009650"/>
                <a:gd name="connsiteY1684" fmla="*/ 733520 h 923925"/>
                <a:gd name="connsiteX1685" fmla="*/ 856107 w 1009650"/>
                <a:gd name="connsiteY1685" fmla="*/ 734187 h 923925"/>
                <a:gd name="connsiteX1686" fmla="*/ 856583 w 1009650"/>
                <a:gd name="connsiteY1686" fmla="*/ 735044 h 923925"/>
                <a:gd name="connsiteX1687" fmla="*/ 857345 w 1009650"/>
                <a:gd name="connsiteY1687" fmla="*/ 737045 h 923925"/>
                <a:gd name="connsiteX1688" fmla="*/ 857536 w 1009650"/>
                <a:gd name="connsiteY1688" fmla="*/ 737997 h 923925"/>
                <a:gd name="connsiteX1689" fmla="*/ 857631 w 1009650"/>
                <a:gd name="connsiteY1689" fmla="*/ 738759 h 923925"/>
                <a:gd name="connsiteX1690" fmla="*/ 857536 w 1009650"/>
                <a:gd name="connsiteY1690" fmla="*/ 740855 h 923925"/>
                <a:gd name="connsiteX1691" fmla="*/ 857631 w 1009650"/>
                <a:gd name="connsiteY1691" fmla="*/ 741331 h 923925"/>
                <a:gd name="connsiteX1692" fmla="*/ 857822 w 1009650"/>
                <a:gd name="connsiteY1692" fmla="*/ 741521 h 923925"/>
                <a:gd name="connsiteX1693" fmla="*/ 858298 w 1009650"/>
                <a:gd name="connsiteY1693" fmla="*/ 741712 h 923925"/>
                <a:gd name="connsiteX1694" fmla="*/ 859155 w 1009650"/>
                <a:gd name="connsiteY1694" fmla="*/ 741807 h 923925"/>
                <a:gd name="connsiteX1695" fmla="*/ 860393 w 1009650"/>
                <a:gd name="connsiteY1695" fmla="*/ 741902 h 923925"/>
                <a:gd name="connsiteX1696" fmla="*/ 862203 w 1009650"/>
                <a:gd name="connsiteY1696" fmla="*/ 741521 h 923925"/>
                <a:gd name="connsiteX1697" fmla="*/ 862775 w 1009650"/>
                <a:gd name="connsiteY1697" fmla="*/ 741331 h 923925"/>
                <a:gd name="connsiteX1698" fmla="*/ 873347 w 1009650"/>
                <a:gd name="connsiteY1698" fmla="*/ 736473 h 923925"/>
                <a:gd name="connsiteX1699" fmla="*/ 874967 w 1009650"/>
                <a:gd name="connsiteY1699" fmla="*/ 735330 h 923925"/>
                <a:gd name="connsiteX1700" fmla="*/ 875348 w 1009650"/>
                <a:gd name="connsiteY1700" fmla="*/ 734663 h 923925"/>
                <a:gd name="connsiteX1701" fmla="*/ 876110 w 1009650"/>
                <a:gd name="connsiteY1701" fmla="*/ 733520 h 923925"/>
                <a:gd name="connsiteX1702" fmla="*/ 876395 w 1009650"/>
                <a:gd name="connsiteY1702" fmla="*/ 731520 h 923925"/>
                <a:gd name="connsiteX1703" fmla="*/ 876110 w 1009650"/>
                <a:gd name="connsiteY1703" fmla="*/ 728377 h 923925"/>
                <a:gd name="connsiteX1704" fmla="*/ 874681 w 1009650"/>
                <a:gd name="connsiteY1704" fmla="*/ 722376 h 923925"/>
                <a:gd name="connsiteX1705" fmla="*/ 873633 w 1009650"/>
                <a:gd name="connsiteY1705" fmla="*/ 719804 h 923925"/>
                <a:gd name="connsiteX1706" fmla="*/ 872490 w 1009650"/>
                <a:gd name="connsiteY1706" fmla="*/ 717804 h 923925"/>
                <a:gd name="connsiteX1707" fmla="*/ 870966 w 1009650"/>
                <a:gd name="connsiteY1707" fmla="*/ 716090 h 923925"/>
                <a:gd name="connsiteX1708" fmla="*/ 865537 w 1009650"/>
                <a:gd name="connsiteY1708" fmla="*/ 711232 h 923925"/>
                <a:gd name="connsiteX1709" fmla="*/ 864299 w 1009650"/>
                <a:gd name="connsiteY1709" fmla="*/ 710565 h 923925"/>
                <a:gd name="connsiteX1710" fmla="*/ 863060 w 1009650"/>
                <a:gd name="connsiteY1710" fmla="*/ 710375 h 923925"/>
                <a:gd name="connsiteX1711" fmla="*/ 862203 w 1009650"/>
                <a:gd name="connsiteY1711" fmla="*/ 710470 h 923925"/>
                <a:gd name="connsiteX1712" fmla="*/ 861346 w 1009650"/>
                <a:gd name="connsiteY1712" fmla="*/ 710755 h 923925"/>
                <a:gd name="connsiteX1713" fmla="*/ 860298 w 1009650"/>
                <a:gd name="connsiteY1713" fmla="*/ 710946 h 923925"/>
                <a:gd name="connsiteX1714" fmla="*/ 855250 w 1009650"/>
                <a:gd name="connsiteY1714" fmla="*/ 710375 h 923925"/>
                <a:gd name="connsiteX1715" fmla="*/ 851821 w 1009650"/>
                <a:gd name="connsiteY1715" fmla="*/ 708374 h 923925"/>
                <a:gd name="connsiteX1716" fmla="*/ 845725 w 1009650"/>
                <a:gd name="connsiteY1716" fmla="*/ 701135 h 923925"/>
                <a:gd name="connsiteX1717" fmla="*/ 844296 w 1009650"/>
                <a:gd name="connsiteY1717" fmla="*/ 699897 h 923925"/>
                <a:gd name="connsiteX1718" fmla="*/ 844010 w 1009650"/>
                <a:gd name="connsiteY1718" fmla="*/ 698563 h 923925"/>
                <a:gd name="connsiteX1719" fmla="*/ 844772 w 1009650"/>
                <a:gd name="connsiteY1719" fmla="*/ 697421 h 923925"/>
                <a:gd name="connsiteX1720" fmla="*/ 845344 w 1009650"/>
                <a:gd name="connsiteY1720" fmla="*/ 696754 h 923925"/>
                <a:gd name="connsiteX1721" fmla="*/ 845915 w 1009650"/>
                <a:gd name="connsiteY1721" fmla="*/ 696278 h 923925"/>
                <a:gd name="connsiteX1722" fmla="*/ 846868 w 1009650"/>
                <a:gd name="connsiteY1722" fmla="*/ 696087 h 923925"/>
                <a:gd name="connsiteX1723" fmla="*/ 849344 w 1009650"/>
                <a:gd name="connsiteY1723" fmla="*/ 695897 h 923925"/>
                <a:gd name="connsiteX1724" fmla="*/ 851726 w 1009650"/>
                <a:gd name="connsiteY1724" fmla="*/ 695325 h 923925"/>
                <a:gd name="connsiteX1725" fmla="*/ 852869 w 1009650"/>
                <a:gd name="connsiteY1725" fmla="*/ 694849 h 923925"/>
                <a:gd name="connsiteX1726" fmla="*/ 854202 w 1009650"/>
                <a:gd name="connsiteY1726" fmla="*/ 693992 h 923925"/>
                <a:gd name="connsiteX1727" fmla="*/ 855250 w 1009650"/>
                <a:gd name="connsiteY1727" fmla="*/ 692753 h 923925"/>
                <a:gd name="connsiteX1728" fmla="*/ 855726 w 1009650"/>
                <a:gd name="connsiteY1728" fmla="*/ 691801 h 923925"/>
                <a:gd name="connsiteX1729" fmla="*/ 855821 w 1009650"/>
                <a:gd name="connsiteY1729" fmla="*/ 690943 h 923925"/>
                <a:gd name="connsiteX1730" fmla="*/ 855726 w 1009650"/>
                <a:gd name="connsiteY1730" fmla="*/ 688086 h 923925"/>
                <a:gd name="connsiteX1731" fmla="*/ 855250 w 1009650"/>
                <a:gd name="connsiteY1731" fmla="*/ 686086 h 923925"/>
                <a:gd name="connsiteX1732" fmla="*/ 853631 w 1009650"/>
                <a:gd name="connsiteY1732" fmla="*/ 681990 h 923925"/>
                <a:gd name="connsiteX1733" fmla="*/ 851821 w 1009650"/>
                <a:gd name="connsiteY1733" fmla="*/ 678561 h 923925"/>
                <a:gd name="connsiteX1734" fmla="*/ 851535 w 1009650"/>
                <a:gd name="connsiteY1734" fmla="*/ 677799 h 923925"/>
                <a:gd name="connsiteX1735" fmla="*/ 851535 w 1009650"/>
                <a:gd name="connsiteY1735" fmla="*/ 677609 h 923925"/>
                <a:gd name="connsiteX1736" fmla="*/ 851535 w 1009650"/>
                <a:gd name="connsiteY1736" fmla="*/ 677037 h 923925"/>
                <a:gd name="connsiteX1737" fmla="*/ 851726 w 1009650"/>
                <a:gd name="connsiteY1737" fmla="*/ 676275 h 923925"/>
                <a:gd name="connsiteX1738" fmla="*/ 852107 w 1009650"/>
                <a:gd name="connsiteY1738" fmla="*/ 675418 h 923925"/>
                <a:gd name="connsiteX1739" fmla="*/ 853250 w 1009650"/>
                <a:gd name="connsiteY1739" fmla="*/ 673513 h 923925"/>
                <a:gd name="connsiteX1740" fmla="*/ 854202 w 1009650"/>
                <a:gd name="connsiteY1740" fmla="*/ 672751 h 923925"/>
                <a:gd name="connsiteX1741" fmla="*/ 855917 w 1009650"/>
                <a:gd name="connsiteY1741" fmla="*/ 671893 h 923925"/>
                <a:gd name="connsiteX1742" fmla="*/ 859536 w 1009650"/>
                <a:gd name="connsiteY1742" fmla="*/ 671132 h 923925"/>
                <a:gd name="connsiteX1743" fmla="*/ 869252 w 1009650"/>
                <a:gd name="connsiteY1743" fmla="*/ 666655 h 923925"/>
                <a:gd name="connsiteX1744" fmla="*/ 870109 w 1009650"/>
                <a:gd name="connsiteY1744" fmla="*/ 666559 h 923925"/>
                <a:gd name="connsiteX1745" fmla="*/ 871347 w 1009650"/>
                <a:gd name="connsiteY1745" fmla="*/ 666464 h 923925"/>
                <a:gd name="connsiteX1746" fmla="*/ 873728 w 1009650"/>
                <a:gd name="connsiteY1746" fmla="*/ 666750 h 923925"/>
                <a:gd name="connsiteX1747" fmla="*/ 879443 w 1009650"/>
                <a:gd name="connsiteY1747" fmla="*/ 665893 h 923925"/>
                <a:gd name="connsiteX1748" fmla="*/ 890969 w 1009650"/>
                <a:gd name="connsiteY1748" fmla="*/ 661607 h 923925"/>
                <a:gd name="connsiteX1749" fmla="*/ 892493 w 1009650"/>
                <a:gd name="connsiteY1749" fmla="*/ 661416 h 923925"/>
                <a:gd name="connsiteX1750" fmla="*/ 894493 w 1009650"/>
                <a:gd name="connsiteY1750" fmla="*/ 662083 h 923925"/>
                <a:gd name="connsiteX1751" fmla="*/ 896398 w 1009650"/>
                <a:gd name="connsiteY1751" fmla="*/ 662273 h 923925"/>
                <a:gd name="connsiteX1752" fmla="*/ 898684 w 1009650"/>
                <a:gd name="connsiteY1752" fmla="*/ 661321 h 923925"/>
                <a:gd name="connsiteX1753" fmla="*/ 900017 w 1009650"/>
                <a:gd name="connsiteY1753" fmla="*/ 661226 h 923925"/>
                <a:gd name="connsiteX1754" fmla="*/ 901637 w 1009650"/>
                <a:gd name="connsiteY1754" fmla="*/ 661702 h 923925"/>
                <a:gd name="connsiteX1755" fmla="*/ 903351 w 1009650"/>
                <a:gd name="connsiteY1755" fmla="*/ 662940 h 923925"/>
                <a:gd name="connsiteX1756" fmla="*/ 905066 w 1009650"/>
                <a:gd name="connsiteY1756" fmla="*/ 663797 h 923925"/>
                <a:gd name="connsiteX1757" fmla="*/ 907256 w 1009650"/>
                <a:gd name="connsiteY1757" fmla="*/ 663988 h 923925"/>
                <a:gd name="connsiteX1758" fmla="*/ 908685 w 1009650"/>
                <a:gd name="connsiteY1758" fmla="*/ 663321 h 923925"/>
                <a:gd name="connsiteX1759" fmla="*/ 909828 w 1009650"/>
                <a:gd name="connsiteY1759" fmla="*/ 662178 h 923925"/>
                <a:gd name="connsiteX1760" fmla="*/ 910304 w 1009650"/>
                <a:gd name="connsiteY1760" fmla="*/ 661321 h 923925"/>
                <a:gd name="connsiteX1761" fmla="*/ 910876 w 1009650"/>
                <a:gd name="connsiteY1761" fmla="*/ 660749 h 923925"/>
                <a:gd name="connsiteX1762" fmla="*/ 911543 w 1009650"/>
                <a:gd name="connsiteY1762" fmla="*/ 660463 h 923925"/>
                <a:gd name="connsiteX1763" fmla="*/ 912495 w 1009650"/>
                <a:gd name="connsiteY1763" fmla="*/ 660178 h 923925"/>
                <a:gd name="connsiteX1764" fmla="*/ 913448 w 1009650"/>
                <a:gd name="connsiteY1764" fmla="*/ 659606 h 923925"/>
                <a:gd name="connsiteX1765" fmla="*/ 914114 w 1009650"/>
                <a:gd name="connsiteY1765" fmla="*/ 658559 h 923925"/>
                <a:gd name="connsiteX1766" fmla="*/ 914210 w 1009650"/>
                <a:gd name="connsiteY1766" fmla="*/ 657225 h 923925"/>
                <a:gd name="connsiteX1767" fmla="*/ 913924 w 1009650"/>
                <a:gd name="connsiteY1767" fmla="*/ 654558 h 923925"/>
                <a:gd name="connsiteX1768" fmla="*/ 914114 w 1009650"/>
                <a:gd name="connsiteY1768" fmla="*/ 653510 h 923925"/>
                <a:gd name="connsiteX1769" fmla="*/ 914495 w 1009650"/>
                <a:gd name="connsiteY1769" fmla="*/ 652558 h 923925"/>
                <a:gd name="connsiteX1770" fmla="*/ 915162 w 1009650"/>
                <a:gd name="connsiteY1770" fmla="*/ 651701 h 923925"/>
                <a:gd name="connsiteX1771" fmla="*/ 915353 w 1009650"/>
                <a:gd name="connsiteY1771" fmla="*/ 650843 h 923925"/>
                <a:gd name="connsiteX1772" fmla="*/ 915067 w 1009650"/>
                <a:gd name="connsiteY1772" fmla="*/ 649700 h 923925"/>
                <a:gd name="connsiteX1773" fmla="*/ 914495 w 1009650"/>
                <a:gd name="connsiteY1773" fmla="*/ 648653 h 923925"/>
                <a:gd name="connsiteX1774" fmla="*/ 912019 w 1009650"/>
                <a:gd name="connsiteY1774" fmla="*/ 645795 h 923925"/>
                <a:gd name="connsiteX1775" fmla="*/ 911162 w 1009650"/>
                <a:gd name="connsiteY1775" fmla="*/ 644462 h 923925"/>
                <a:gd name="connsiteX1776" fmla="*/ 910876 w 1009650"/>
                <a:gd name="connsiteY1776" fmla="*/ 643509 h 923925"/>
                <a:gd name="connsiteX1777" fmla="*/ 910590 w 1009650"/>
                <a:gd name="connsiteY1777" fmla="*/ 642176 h 923925"/>
                <a:gd name="connsiteX1778" fmla="*/ 910590 w 1009650"/>
                <a:gd name="connsiteY1778" fmla="*/ 640937 h 923925"/>
                <a:gd name="connsiteX1779" fmla="*/ 910685 w 1009650"/>
                <a:gd name="connsiteY1779" fmla="*/ 640080 h 923925"/>
                <a:gd name="connsiteX1780" fmla="*/ 910971 w 1009650"/>
                <a:gd name="connsiteY1780" fmla="*/ 639128 h 923925"/>
                <a:gd name="connsiteX1781" fmla="*/ 911447 w 1009650"/>
                <a:gd name="connsiteY1781" fmla="*/ 638175 h 923925"/>
                <a:gd name="connsiteX1782" fmla="*/ 911543 w 1009650"/>
                <a:gd name="connsiteY1782" fmla="*/ 637508 h 923925"/>
                <a:gd name="connsiteX1783" fmla="*/ 911447 w 1009650"/>
                <a:gd name="connsiteY1783" fmla="*/ 636461 h 923925"/>
                <a:gd name="connsiteX1784" fmla="*/ 911066 w 1009650"/>
                <a:gd name="connsiteY1784" fmla="*/ 635508 h 923925"/>
                <a:gd name="connsiteX1785" fmla="*/ 909638 w 1009650"/>
                <a:gd name="connsiteY1785" fmla="*/ 633413 h 923925"/>
                <a:gd name="connsiteX1786" fmla="*/ 909066 w 1009650"/>
                <a:gd name="connsiteY1786" fmla="*/ 632174 h 923925"/>
                <a:gd name="connsiteX1787" fmla="*/ 908876 w 1009650"/>
                <a:gd name="connsiteY1787" fmla="*/ 630936 h 923925"/>
                <a:gd name="connsiteX1788" fmla="*/ 908971 w 1009650"/>
                <a:gd name="connsiteY1788" fmla="*/ 629507 h 923925"/>
                <a:gd name="connsiteX1789" fmla="*/ 909257 w 1009650"/>
                <a:gd name="connsiteY1789" fmla="*/ 628364 h 923925"/>
                <a:gd name="connsiteX1790" fmla="*/ 909828 w 1009650"/>
                <a:gd name="connsiteY1790" fmla="*/ 627317 h 923925"/>
                <a:gd name="connsiteX1791" fmla="*/ 910304 w 1009650"/>
                <a:gd name="connsiteY1791" fmla="*/ 626650 h 923925"/>
                <a:gd name="connsiteX1792" fmla="*/ 910685 w 1009650"/>
                <a:gd name="connsiteY1792" fmla="*/ 625983 h 923925"/>
                <a:gd name="connsiteX1793" fmla="*/ 910685 w 1009650"/>
                <a:gd name="connsiteY1793" fmla="*/ 625316 h 923925"/>
                <a:gd name="connsiteX1794" fmla="*/ 910304 w 1009650"/>
                <a:gd name="connsiteY1794" fmla="*/ 624459 h 923925"/>
                <a:gd name="connsiteX1795" fmla="*/ 909923 w 1009650"/>
                <a:gd name="connsiteY1795" fmla="*/ 623602 h 923925"/>
                <a:gd name="connsiteX1796" fmla="*/ 909352 w 1009650"/>
                <a:gd name="connsiteY1796" fmla="*/ 622840 h 923925"/>
                <a:gd name="connsiteX1797" fmla="*/ 908685 w 1009650"/>
                <a:gd name="connsiteY1797" fmla="*/ 622268 h 923925"/>
                <a:gd name="connsiteX1798" fmla="*/ 907923 w 1009650"/>
                <a:gd name="connsiteY1798" fmla="*/ 621697 h 923925"/>
                <a:gd name="connsiteX1799" fmla="*/ 907161 w 1009650"/>
                <a:gd name="connsiteY1799" fmla="*/ 621316 h 923925"/>
                <a:gd name="connsiteX1800" fmla="*/ 905256 w 1009650"/>
                <a:gd name="connsiteY1800" fmla="*/ 621030 h 923925"/>
                <a:gd name="connsiteX1801" fmla="*/ 904208 w 1009650"/>
                <a:gd name="connsiteY1801" fmla="*/ 621030 h 923925"/>
                <a:gd name="connsiteX1802" fmla="*/ 901732 w 1009650"/>
                <a:gd name="connsiteY1802" fmla="*/ 621411 h 923925"/>
                <a:gd name="connsiteX1803" fmla="*/ 898779 w 1009650"/>
                <a:gd name="connsiteY1803" fmla="*/ 622554 h 923925"/>
                <a:gd name="connsiteX1804" fmla="*/ 896684 w 1009650"/>
                <a:gd name="connsiteY1804" fmla="*/ 623983 h 923925"/>
                <a:gd name="connsiteX1805" fmla="*/ 895636 w 1009650"/>
                <a:gd name="connsiteY1805" fmla="*/ 625126 h 923925"/>
                <a:gd name="connsiteX1806" fmla="*/ 894969 w 1009650"/>
                <a:gd name="connsiteY1806" fmla="*/ 626459 h 923925"/>
                <a:gd name="connsiteX1807" fmla="*/ 893921 w 1009650"/>
                <a:gd name="connsiteY1807" fmla="*/ 630174 h 923925"/>
                <a:gd name="connsiteX1808" fmla="*/ 893350 w 1009650"/>
                <a:gd name="connsiteY1808" fmla="*/ 631317 h 923925"/>
                <a:gd name="connsiteX1809" fmla="*/ 892588 w 1009650"/>
                <a:gd name="connsiteY1809" fmla="*/ 632555 h 923925"/>
                <a:gd name="connsiteX1810" fmla="*/ 891635 w 1009650"/>
                <a:gd name="connsiteY1810" fmla="*/ 633413 h 923925"/>
                <a:gd name="connsiteX1811" fmla="*/ 890207 w 1009650"/>
                <a:gd name="connsiteY1811" fmla="*/ 634175 h 923925"/>
                <a:gd name="connsiteX1812" fmla="*/ 888302 w 1009650"/>
                <a:gd name="connsiteY1812" fmla="*/ 634555 h 923925"/>
                <a:gd name="connsiteX1813" fmla="*/ 885635 w 1009650"/>
                <a:gd name="connsiteY1813" fmla="*/ 634270 h 923925"/>
                <a:gd name="connsiteX1814" fmla="*/ 883920 w 1009650"/>
                <a:gd name="connsiteY1814" fmla="*/ 633793 h 923925"/>
                <a:gd name="connsiteX1815" fmla="*/ 881729 w 1009650"/>
                <a:gd name="connsiteY1815" fmla="*/ 632651 h 923925"/>
                <a:gd name="connsiteX1816" fmla="*/ 880396 w 1009650"/>
                <a:gd name="connsiteY1816" fmla="*/ 632555 h 923925"/>
                <a:gd name="connsiteX1817" fmla="*/ 878586 w 1009650"/>
                <a:gd name="connsiteY1817" fmla="*/ 632841 h 923925"/>
                <a:gd name="connsiteX1818" fmla="*/ 876014 w 1009650"/>
                <a:gd name="connsiteY1818" fmla="*/ 633984 h 923925"/>
                <a:gd name="connsiteX1819" fmla="*/ 872776 w 1009650"/>
                <a:gd name="connsiteY1819" fmla="*/ 636080 h 923925"/>
                <a:gd name="connsiteX1820" fmla="*/ 869537 w 1009650"/>
                <a:gd name="connsiteY1820" fmla="*/ 637413 h 923925"/>
                <a:gd name="connsiteX1821" fmla="*/ 863251 w 1009650"/>
                <a:gd name="connsiteY1821" fmla="*/ 637222 h 923925"/>
                <a:gd name="connsiteX1822" fmla="*/ 861060 w 1009650"/>
                <a:gd name="connsiteY1822" fmla="*/ 638651 h 923925"/>
                <a:gd name="connsiteX1823" fmla="*/ 860393 w 1009650"/>
                <a:gd name="connsiteY1823" fmla="*/ 638842 h 923925"/>
                <a:gd name="connsiteX1824" fmla="*/ 859346 w 1009650"/>
                <a:gd name="connsiteY1824" fmla="*/ 638461 h 923925"/>
                <a:gd name="connsiteX1825" fmla="*/ 855345 w 1009650"/>
                <a:gd name="connsiteY1825" fmla="*/ 635222 h 923925"/>
                <a:gd name="connsiteX1826" fmla="*/ 854297 w 1009650"/>
                <a:gd name="connsiteY1826" fmla="*/ 634746 h 923925"/>
                <a:gd name="connsiteX1827" fmla="*/ 849440 w 1009650"/>
                <a:gd name="connsiteY1827" fmla="*/ 633889 h 923925"/>
                <a:gd name="connsiteX1828" fmla="*/ 848487 w 1009650"/>
                <a:gd name="connsiteY1828" fmla="*/ 633889 h 923925"/>
                <a:gd name="connsiteX1829" fmla="*/ 847630 w 1009650"/>
                <a:gd name="connsiteY1829" fmla="*/ 634175 h 923925"/>
                <a:gd name="connsiteX1830" fmla="*/ 844010 w 1009650"/>
                <a:gd name="connsiteY1830" fmla="*/ 635508 h 923925"/>
                <a:gd name="connsiteX1831" fmla="*/ 843153 w 1009650"/>
                <a:gd name="connsiteY1831" fmla="*/ 635508 h 923925"/>
                <a:gd name="connsiteX1832" fmla="*/ 842296 w 1009650"/>
                <a:gd name="connsiteY1832" fmla="*/ 635222 h 923925"/>
                <a:gd name="connsiteX1833" fmla="*/ 841534 w 1009650"/>
                <a:gd name="connsiteY1833" fmla="*/ 634746 h 923925"/>
                <a:gd name="connsiteX1834" fmla="*/ 836676 w 1009650"/>
                <a:gd name="connsiteY1834" fmla="*/ 630936 h 923925"/>
                <a:gd name="connsiteX1835" fmla="*/ 835438 w 1009650"/>
                <a:gd name="connsiteY1835" fmla="*/ 630365 h 923925"/>
                <a:gd name="connsiteX1836" fmla="*/ 834009 w 1009650"/>
                <a:gd name="connsiteY1836" fmla="*/ 629888 h 923925"/>
                <a:gd name="connsiteX1837" fmla="*/ 832676 w 1009650"/>
                <a:gd name="connsiteY1837" fmla="*/ 629698 h 923925"/>
                <a:gd name="connsiteX1838" fmla="*/ 830294 w 1009650"/>
                <a:gd name="connsiteY1838" fmla="*/ 629698 h 923925"/>
                <a:gd name="connsiteX1839" fmla="*/ 829247 w 1009650"/>
                <a:gd name="connsiteY1839" fmla="*/ 629507 h 923925"/>
                <a:gd name="connsiteX1840" fmla="*/ 828008 w 1009650"/>
                <a:gd name="connsiteY1840" fmla="*/ 628745 h 923925"/>
                <a:gd name="connsiteX1841" fmla="*/ 827056 w 1009650"/>
                <a:gd name="connsiteY1841" fmla="*/ 627793 h 923925"/>
                <a:gd name="connsiteX1842" fmla="*/ 824389 w 1009650"/>
                <a:gd name="connsiteY1842" fmla="*/ 622935 h 923925"/>
                <a:gd name="connsiteX1843" fmla="*/ 823532 w 1009650"/>
                <a:gd name="connsiteY1843" fmla="*/ 622078 h 923925"/>
                <a:gd name="connsiteX1844" fmla="*/ 822198 w 1009650"/>
                <a:gd name="connsiteY1844" fmla="*/ 621221 h 923925"/>
                <a:gd name="connsiteX1845" fmla="*/ 820579 w 1009650"/>
                <a:gd name="connsiteY1845" fmla="*/ 620935 h 923925"/>
                <a:gd name="connsiteX1846" fmla="*/ 819436 w 1009650"/>
                <a:gd name="connsiteY1846" fmla="*/ 620744 h 923925"/>
                <a:gd name="connsiteX1847" fmla="*/ 818483 w 1009650"/>
                <a:gd name="connsiteY1847" fmla="*/ 620173 h 923925"/>
                <a:gd name="connsiteX1848" fmla="*/ 817626 w 1009650"/>
                <a:gd name="connsiteY1848" fmla="*/ 619125 h 923925"/>
                <a:gd name="connsiteX1849" fmla="*/ 817055 w 1009650"/>
                <a:gd name="connsiteY1849" fmla="*/ 617792 h 923925"/>
                <a:gd name="connsiteX1850" fmla="*/ 816388 w 1009650"/>
                <a:gd name="connsiteY1850" fmla="*/ 614839 h 923925"/>
                <a:gd name="connsiteX1851" fmla="*/ 814102 w 1009650"/>
                <a:gd name="connsiteY1851" fmla="*/ 607695 h 923925"/>
                <a:gd name="connsiteX1852" fmla="*/ 810768 w 1009650"/>
                <a:gd name="connsiteY1852" fmla="*/ 590169 h 923925"/>
                <a:gd name="connsiteX1853" fmla="*/ 810197 w 1009650"/>
                <a:gd name="connsiteY1853" fmla="*/ 588740 h 923925"/>
                <a:gd name="connsiteX1854" fmla="*/ 809530 w 1009650"/>
                <a:gd name="connsiteY1854" fmla="*/ 587312 h 923925"/>
                <a:gd name="connsiteX1855" fmla="*/ 809149 w 1009650"/>
                <a:gd name="connsiteY1855" fmla="*/ 585978 h 923925"/>
                <a:gd name="connsiteX1856" fmla="*/ 809435 w 1009650"/>
                <a:gd name="connsiteY1856" fmla="*/ 584359 h 923925"/>
                <a:gd name="connsiteX1857" fmla="*/ 810197 w 1009650"/>
                <a:gd name="connsiteY1857" fmla="*/ 583692 h 923925"/>
                <a:gd name="connsiteX1858" fmla="*/ 812292 w 1009650"/>
                <a:gd name="connsiteY1858" fmla="*/ 583311 h 923925"/>
                <a:gd name="connsiteX1859" fmla="*/ 813149 w 1009650"/>
                <a:gd name="connsiteY1859" fmla="*/ 582740 h 923925"/>
                <a:gd name="connsiteX1860" fmla="*/ 813626 w 1009650"/>
                <a:gd name="connsiteY1860" fmla="*/ 581120 h 923925"/>
                <a:gd name="connsiteX1861" fmla="*/ 813530 w 1009650"/>
                <a:gd name="connsiteY1861" fmla="*/ 577596 h 923925"/>
                <a:gd name="connsiteX1862" fmla="*/ 813721 w 1009650"/>
                <a:gd name="connsiteY1862" fmla="*/ 575786 h 923925"/>
                <a:gd name="connsiteX1863" fmla="*/ 814292 w 1009650"/>
                <a:gd name="connsiteY1863" fmla="*/ 574072 h 923925"/>
                <a:gd name="connsiteX1864" fmla="*/ 816959 w 1009650"/>
                <a:gd name="connsiteY1864" fmla="*/ 569500 h 923925"/>
                <a:gd name="connsiteX1865" fmla="*/ 818007 w 1009650"/>
                <a:gd name="connsiteY1865" fmla="*/ 569024 h 923925"/>
                <a:gd name="connsiteX1866" fmla="*/ 818483 w 1009650"/>
                <a:gd name="connsiteY1866" fmla="*/ 568738 h 923925"/>
                <a:gd name="connsiteX1867" fmla="*/ 821150 w 1009650"/>
                <a:gd name="connsiteY1867" fmla="*/ 565976 h 923925"/>
                <a:gd name="connsiteX1868" fmla="*/ 822293 w 1009650"/>
                <a:gd name="connsiteY1868" fmla="*/ 565309 h 923925"/>
                <a:gd name="connsiteX1869" fmla="*/ 824389 w 1009650"/>
                <a:gd name="connsiteY1869" fmla="*/ 565213 h 923925"/>
                <a:gd name="connsiteX1870" fmla="*/ 825532 w 1009650"/>
                <a:gd name="connsiteY1870" fmla="*/ 564737 h 923925"/>
                <a:gd name="connsiteX1871" fmla="*/ 826389 w 1009650"/>
                <a:gd name="connsiteY1871" fmla="*/ 563785 h 923925"/>
                <a:gd name="connsiteX1872" fmla="*/ 827342 w 1009650"/>
                <a:gd name="connsiteY1872" fmla="*/ 561022 h 923925"/>
                <a:gd name="connsiteX1873" fmla="*/ 827913 w 1009650"/>
                <a:gd name="connsiteY1873" fmla="*/ 560261 h 923925"/>
                <a:gd name="connsiteX1874" fmla="*/ 829151 w 1009650"/>
                <a:gd name="connsiteY1874" fmla="*/ 559975 h 923925"/>
                <a:gd name="connsiteX1875" fmla="*/ 835247 w 1009650"/>
                <a:gd name="connsiteY1875" fmla="*/ 560451 h 923925"/>
                <a:gd name="connsiteX1876" fmla="*/ 836486 w 1009650"/>
                <a:gd name="connsiteY1876" fmla="*/ 560832 h 923925"/>
                <a:gd name="connsiteX1877" fmla="*/ 837819 w 1009650"/>
                <a:gd name="connsiteY1877" fmla="*/ 560737 h 923925"/>
                <a:gd name="connsiteX1878" fmla="*/ 839343 w 1009650"/>
                <a:gd name="connsiteY1878" fmla="*/ 559880 h 923925"/>
                <a:gd name="connsiteX1879" fmla="*/ 841629 w 1009650"/>
                <a:gd name="connsiteY1879" fmla="*/ 556927 h 923925"/>
                <a:gd name="connsiteX1880" fmla="*/ 842867 w 1009650"/>
                <a:gd name="connsiteY1880" fmla="*/ 555974 h 923925"/>
                <a:gd name="connsiteX1881" fmla="*/ 843820 w 1009650"/>
                <a:gd name="connsiteY1881" fmla="*/ 555403 h 923925"/>
                <a:gd name="connsiteX1882" fmla="*/ 844868 w 1009650"/>
                <a:gd name="connsiteY1882" fmla="*/ 555117 h 923925"/>
                <a:gd name="connsiteX1883" fmla="*/ 845820 w 1009650"/>
                <a:gd name="connsiteY1883" fmla="*/ 554546 h 923925"/>
                <a:gd name="connsiteX1884" fmla="*/ 846773 w 1009650"/>
                <a:gd name="connsiteY1884" fmla="*/ 553307 h 923925"/>
                <a:gd name="connsiteX1885" fmla="*/ 847154 w 1009650"/>
                <a:gd name="connsiteY1885" fmla="*/ 551879 h 923925"/>
                <a:gd name="connsiteX1886" fmla="*/ 847154 w 1009650"/>
                <a:gd name="connsiteY1886" fmla="*/ 550450 h 923925"/>
                <a:gd name="connsiteX1887" fmla="*/ 847249 w 1009650"/>
                <a:gd name="connsiteY1887" fmla="*/ 548926 h 923925"/>
                <a:gd name="connsiteX1888" fmla="*/ 848011 w 1009650"/>
                <a:gd name="connsiteY1888" fmla="*/ 547592 h 923925"/>
                <a:gd name="connsiteX1889" fmla="*/ 854678 w 1009650"/>
                <a:gd name="connsiteY1889" fmla="*/ 543401 h 923925"/>
                <a:gd name="connsiteX1890" fmla="*/ 856393 w 1009650"/>
                <a:gd name="connsiteY1890" fmla="*/ 541877 h 923925"/>
                <a:gd name="connsiteX1891" fmla="*/ 856964 w 1009650"/>
                <a:gd name="connsiteY1891" fmla="*/ 540544 h 923925"/>
                <a:gd name="connsiteX1892" fmla="*/ 857250 w 1009650"/>
                <a:gd name="connsiteY1892" fmla="*/ 539401 h 923925"/>
                <a:gd name="connsiteX1893" fmla="*/ 857726 w 1009650"/>
                <a:gd name="connsiteY1893" fmla="*/ 538353 h 923925"/>
                <a:gd name="connsiteX1894" fmla="*/ 858679 w 1009650"/>
                <a:gd name="connsiteY1894" fmla="*/ 537401 h 923925"/>
                <a:gd name="connsiteX1895" fmla="*/ 862108 w 1009650"/>
                <a:gd name="connsiteY1895" fmla="*/ 536638 h 923925"/>
                <a:gd name="connsiteX1896" fmla="*/ 863060 w 1009650"/>
                <a:gd name="connsiteY1896" fmla="*/ 536162 h 923925"/>
                <a:gd name="connsiteX1897" fmla="*/ 864680 w 1009650"/>
                <a:gd name="connsiteY1897" fmla="*/ 534257 h 923925"/>
                <a:gd name="connsiteX1898" fmla="*/ 865823 w 1009650"/>
                <a:gd name="connsiteY1898" fmla="*/ 533400 h 923925"/>
                <a:gd name="connsiteX1899" fmla="*/ 868394 w 1009650"/>
                <a:gd name="connsiteY1899" fmla="*/ 532543 h 923925"/>
                <a:gd name="connsiteX1900" fmla="*/ 869156 w 1009650"/>
                <a:gd name="connsiteY1900" fmla="*/ 531400 h 923925"/>
                <a:gd name="connsiteX1901" fmla="*/ 869728 w 1009650"/>
                <a:gd name="connsiteY1901" fmla="*/ 529971 h 923925"/>
                <a:gd name="connsiteX1902" fmla="*/ 870490 w 1009650"/>
                <a:gd name="connsiteY1902" fmla="*/ 528638 h 923925"/>
                <a:gd name="connsiteX1903" fmla="*/ 871538 w 1009650"/>
                <a:gd name="connsiteY1903" fmla="*/ 527971 h 923925"/>
                <a:gd name="connsiteX1904" fmla="*/ 874967 w 1009650"/>
                <a:gd name="connsiteY1904" fmla="*/ 526351 h 923925"/>
                <a:gd name="connsiteX1905" fmla="*/ 876491 w 1009650"/>
                <a:gd name="connsiteY1905" fmla="*/ 526066 h 923925"/>
                <a:gd name="connsiteX1906" fmla="*/ 878110 w 1009650"/>
                <a:gd name="connsiteY1906" fmla="*/ 526351 h 923925"/>
                <a:gd name="connsiteX1907" fmla="*/ 878872 w 1009650"/>
                <a:gd name="connsiteY1907" fmla="*/ 526256 h 923925"/>
                <a:gd name="connsiteX1908" fmla="*/ 879729 w 1009650"/>
                <a:gd name="connsiteY1908" fmla="*/ 525590 h 923925"/>
                <a:gd name="connsiteX1909" fmla="*/ 880301 w 1009650"/>
                <a:gd name="connsiteY1909" fmla="*/ 524542 h 923925"/>
                <a:gd name="connsiteX1910" fmla="*/ 880491 w 1009650"/>
                <a:gd name="connsiteY1910" fmla="*/ 522446 h 923925"/>
                <a:gd name="connsiteX1911" fmla="*/ 880872 w 1009650"/>
                <a:gd name="connsiteY1911" fmla="*/ 521589 h 923925"/>
                <a:gd name="connsiteX1912" fmla="*/ 883730 w 1009650"/>
                <a:gd name="connsiteY1912" fmla="*/ 519493 h 923925"/>
                <a:gd name="connsiteX1913" fmla="*/ 886873 w 1009650"/>
                <a:gd name="connsiteY1913" fmla="*/ 519208 h 923925"/>
                <a:gd name="connsiteX1914" fmla="*/ 890207 w 1009650"/>
                <a:gd name="connsiteY1914" fmla="*/ 519493 h 923925"/>
                <a:gd name="connsiteX1915" fmla="*/ 893540 w 1009650"/>
                <a:gd name="connsiteY1915" fmla="*/ 518922 h 923925"/>
                <a:gd name="connsiteX1916" fmla="*/ 895922 w 1009650"/>
                <a:gd name="connsiteY1916" fmla="*/ 516255 h 923925"/>
                <a:gd name="connsiteX1917" fmla="*/ 898684 w 1009650"/>
                <a:gd name="connsiteY1917" fmla="*/ 514731 h 923925"/>
                <a:gd name="connsiteX1918" fmla="*/ 900017 w 1009650"/>
                <a:gd name="connsiteY1918" fmla="*/ 513493 h 923925"/>
                <a:gd name="connsiteX1919" fmla="*/ 901732 w 1009650"/>
                <a:gd name="connsiteY1919" fmla="*/ 512255 h 923925"/>
                <a:gd name="connsiteX1920" fmla="*/ 902589 w 1009650"/>
                <a:gd name="connsiteY1920" fmla="*/ 511492 h 923925"/>
                <a:gd name="connsiteX1921" fmla="*/ 903256 w 1009650"/>
                <a:gd name="connsiteY1921" fmla="*/ 510445 h 923925"/>
                <a:gd name="connsiteX1922" fmla="*/ 904113 w 1009650"/>
                <a:gd name="connsiteY1922" fmla="*/ 508349 h 923925"/>
                <a:gd name="connsiteX1923" fmla="*/ 904589 w 1009650"/>
                <a:gd name="connsiteY1923" fmla="*/ 507397 h 923925"/>
                <a:gd name="connsiteX1924" fmla="*/ 906685 w 1009650"/>
                <a:gd name="connsiteY1924" fmla="*/ 504730 h 923925"/>
                <a:gd name="connsiteX1925" fmla="*/ 908114 w 1009650"/>
                <a:gd name="connsiteY1925" fmla="*/ 503587 h 923925"/>
                <a:gd name="connsiteX1926" fmla="*/ 909638 w 1009650"/>
                <a:gd name="connsiteY1926" fmla="*/ 503111 h 923925"/>
                <a:gd name="connsiteX1927" fmla="*/ 913257 w 1009650"/>
                <a:gd name="connsiteY1927" fmla="*/ 503206 h 923925"/>
                <a:gd name="connsiteX1928" fmla="*/ 914876 w 1009650"/>
                <a:gd name="connsiteY1928" fmla="*/ 502920 h 923925"/>
                <a:gd name="connsiteX1929" fmla="*/ 916400 w 1009650"/>
                <a:gd name="connsiteY1929" fmla="*/ 502158 h 923925"/>
                <a:gd name="connsiteX1930" fmla="*/ 917258 w 1009650"/>
                <a:gd name="connsiteY1930" fmla="*/ 503111 h 923925"/>
                <a:gd name="connsiteX1931" fmla="*/ 919067 w 1009650"/>
                <a:gd name="connsiteY1931" fmla="*/ 501967 h 923925"/>
                <a:gd name="connsiteX1932" fmla="*/ 919163 w 1009650"/>
                <a:gd name="connsiteY1932" fmla="*/ 500348 h 923925"/>
                <a:gd name="connsiteX1933" fmla="*/ 919067 w 1009650"/>
                <a:gd name="connsiteY1933" fmla="*/ 498538 h 923925"/>
                <a:gd name="connsiteX1934" fmla="*/ 920306 w 1009650"/>
                <a:gd name="connsiteY1934" fmla="*/ 496919 h 923925"/>
                <a:gd name="connsiteX1935" fmla="*/ 922401 w 1009650"/>
                <a:gd name="connsiteY1935" fmla="*/ 496443 h 923925"/>
                <a:gd name="connsiteX1936" fmla="*/ 926973 w 1009650"/>
                <a:gd name="connsiteY1936" fmla="*/ 497110 h 923925"/>
                <a:gd name="connsiteX1937" fmla="*/ 928688 w 1009650"/>
                <a:gd name="connsiteY1937" fmla="*/ 496443 h 923925"/>
                <a:gd name="connsiteX1938" fmla="*/ 930021 w 1009650"/>
                <a:gd name="connsiteY1938" fmla="*/ 495205 h 923925"/>
                <a:gd name="connsiteX1939" fmla="*/ 934593 w 1009650"/>
                <a:gd name="connsiteY1939" fmla="*/ 492442 h 923925"/>
                <a:gd name="connsiteX1940" fmla="*/ 940499 w 1009650"/>
                <a:gd name="connsiteY1940" fmla="*/ 487871 h 923925"/>
                <a:gd name="connsiteX1941" fmla="*/ 942118 w 1009650"/>
                <a:gd name="connsiteY1941" fmla="*/ 487204 h 923925"/>
                <a:gd name="connsiteX1942" fmla="*/ 943832 w 1009650"/>
                <a:gd name="connsiteY1942" fmla="*/ 486918 h 923925"/>
                <a:gd name="connsiteX1943" fmla="*/ 947833 w 1009650"/>
                <a:gd name="connsiteY1943" fmla="*/ 485680 h 923925"/>
                <a:gd name="connsiteX1944" fmla="*/ 950024 w 1009650"/>
                <a:gd name="connsiteY1944" fmla="*/ 485489 h 923925"/>
                <a:gd name="connsiteX1945" fmla="*/ 951833 w 1009650"/>
                <a:gd name="connsiteY1945" fmla="*/ 484918 h 923925"/>
                <a:gd name="connsiteX1946" fmla="*/ 953167 w 1009650"/>
                <a:gd name="connsiteY1946" fmla="*/ 483680 h 923925"/>
                <a:gd name="connsiteX1947" fmla="*/ 955167 w 1009650"/>
                <a:gd name="connsiteY1947" fmla="*/ 481013 h 923925"/>
                <a:gd name="connsiteX1948" fmla="*/ 958501 w 1009650"/>
                <a:gd name="connsiteY1948" fmla="*/ 479488 h 923925"/>
                <a:gd name="connsiteX1949" fmla="*/ 962692 w 1009650"/>
                <a:gd name="connsiteY1949" fmla="*/ 478060 h 923925"/>
                <a:gd name="connsiteX1950" fmla="*/ 965264 w 1009650"/>
                <a:gd name="connsiteY1950" fmla="*/ 475964 h 923925"/>
                <a:gd name="connsiteX1951" fmla="*/ 963835 w 1009650"/>
                <a:gd name="connsiteY1951" fmla="*/ 472154 h 923925"/>
                <a:gd name="connsiteX1952" fmla="*/ 969645 w 1009650"/>
                <a:gd name="connsiteY1952" fmla="*/ 470345 h 923925"/>
                <a:gd name="connsiteX1953" fmla="*/ 970979 w 1009650"/>
                <a:gd name="connsiteY1953" fmla="*/ 469487 h 923925"/>
                <a:gd name="connsiteX1954" fmla="*/ 971550 w 1009650"/>
                <a:gd name="connsiteY1954" fmla="*/ 468440 h 923925"/>
                <a:gd name="connsiteX1955" fmla="*/ 971931 w 1009650"/>
                <a:gd name="connsiteY1955" fmla="*/ 466154 h 923925"/>
                <a:gd name="connsiteX1956" fmla="*/ 972503 w 1009650"/>
                <a:gd name="connsiteY1956" fmla="*/ 465106 h 923925"/>
                <a:gd name="connsiteX1957" fmla="*/ 973455 w 1009650"/>
                <a:gd name="connsiteY1957" fmla="*/ 464534 h 923925"/>
                <a:gd name="connsiteX1958" fmla="*/ 974693 w 1009650"/>
                <a:gd name="connsiteY1958" fmla="*/ 464344 h 923925"/>
                <a:gd name="connsiteX1959" fmla="*/ 976884 w 1009650"/>
                <a:gd name="connsiteY1959" fmla="*/ 464249 h 923925"/>
                <a:gd name="connsiteX1960" fmla="*/ 978884 w 1009650"/>
                <a:gd name="connsiteY1960" fmla="*/ 463772 h 923925"/>
                <a:gd name="connsiteX1961" fmla="*/ 982218 w 1009650"/>
                <a:gd name="connsiteY1961" fmla="*/ 461963 h 923925"/>
                <a:gd name="connsiteX1962" fmla="*/ 985076 w 1009650"/>
                <a:gd name="connsiteY1962" fmla="*/ 460724 h 923925"/>
                <a:gd name="connsiteX1963" fmla="*/ 986219 w 1009650"/>
                <a:gd name="connsiteY1963" fmla="*/ 460438 h 923925"/>
                <a:gd name="connsiteX1964" fmla="*/ 987171 w 1009650"/>
                <a:gd name="connsiteY1964" fmla="*/ 461105 h 923925"/>
                <a:gd name="connsiteX1965" fmla="*/ 988028 w 1009650"/>
                <a:gd name="connsiteY1965" fmla="*/ 461772 h 923925"/>
                <a:gd name="connsiteX1966" fmla="*/ 989171 w 1009650"/>
                <a:gd name="connsiteY1966" fmla="*/ 462248 h 923925"/>
                <a:gd name="connsiteX1967" fmla="*/ 990314 w 1009650"/>
                <a:gd name="connsiteY1967" fmla="*/ 462439 h 923925"/>
                <a:gd name="connsiteX1968" fmla="*/ 991553 w 1009650"/>
                <a:gd name="connsiteY1968" fmla="*/ 462439 h 923925"/>
                <a:gd name="connsiteX1969" fmla="*/ 993839 w 1009650"/>
                <a:gd name="connsiteY1969" fmla="*/ 462153 h 923925"/>
                <a:gd name="connsiteX1970" fmla="*/ 994505 w 1009650"/>
                <a:gd name="connsiteY1970" fmla="*/ 461296 h 923925"/>
                <a:gd name="connsiteX1971" fmla="*/ 994505 w 1009650"/>
                <a:gd name="connsiteY1971" fmla="*/ 459676 h 923925"/>
                <a:gd name="connsiteX1972" fmla="*/ 994791 w 1009650"/>
                <a:gd name="connsiteY1972" fmla="*/ 457200 h 923925"/>
                <a:gd name="connsiteX1973" fmla="*/ 995077 w 1009650"/>
                <a:gd name="connsiteY1973" fmla="*/ 456247 h 923925"/>
                <a:gd name="connsiteX1974" fmla="*/ 996029 w 1009650"/>
                <a:gd name="connsiteY1974" fmla="*/ 454628 h 923925"/>
                <a:gd name="connsiteX1975" fmla="*/ 996315 w 1009650"/>
                <a:gd name="connsiteY1975" fmla="*/ 454342 h 923925"/>
                <a:gd name="connsiteX1976" fmla="*/ 996220 w 1009650"/>
                <a:gd name="connsiteY1976" fmla="*/ 453009 h 923925"/>
                <a:gd name="connsiteX1977" fmla="*/ 995553 w 1009650"/>
                <a:gd name="connsiteY1977" fmla="*/ 450818 h 923925"/>
                <a:gd name="connsiteX1978" fmla="*/ 995458 w 1009650"/>
                <a:gd name="connsiteY1978" fmla="*/ 449580 h 923925"/>
                <a:gd name="connsiteX1979" fmla="*/ 996410 w 1009650"/>
                <a:gd name="connsiteY1979" fmla="*/ 447580 h 923925"/>
                <a:gd name="connsiteX1980" fmla="*/ 998506 w 1009650"/>
                <a:gd name="connsiteY1980" fmla="*/ 447675 h 923925"/>
                <a:gd name="connsiteX1981" fmla="*/ 1002221 w 1009650"/>
                <a:gd name="connsiteY1981" fmla="*/ 449199 h 923925"/>
                <a:gd name="connsiteX1982" fmla="*/ 1003745 w 1009650"/>
                <a:gd name="connsiteY1982" fmla="*/ 448056 h 923925"/>
                <a:gd name="connsiteX1983" fmla="*/ 1004221 w 1009650"/>
                <a:gd name="connsiteY1983" fmla="*/ 444151 h 923925"/>
                <a:gd name="connsiteX1984" fmla="*/ 1005745 w 1009650"/>
                <a:gd name="connsiteY1984" fmla="*/ 444722 h 923925"/>
                <a:gd name="connsiteX1985" fmla="*/ 1007745 w 1009650"/>
                <a:gd name="connsiteY1985" fmla="*/ 443960 h 923925"/>
                <a:gd name="connsiteX1986" fmla="*/ 1007555 w 1009650"/>
                <a:gd name="connsiteY1986" fmla="*/ 442913 h 923925"/>
                <a:gd name="connsiteX1987" fmla="*/ 1007078 w 1009650"/>
                <a:gd name="connsiteY1987" fmla="*/ 441865 h 923925"/>
                <a:gd name="connsiteX1988" fmla="*/ 1006316 w 1009650"/>
                <a:gd name="connsiteY1988" fmla="*/ 440817 h 923925"/>
                <a:gd name="connsiteX1989" fmla="*/ 1005173 w 1009650"/>
                <a:gd name="connsiteY1989" fmla="*/ 439579 h 923925"/>
                <a:gd name="connsiteX1990" fmla="*/ 1004697 w 1009650"/>
                <a:gd name="connsiteY1990" fmla="*/ 438817 h 923925"/>
                <a:gd name="connsiteX1991" fmla="*/ 1004602 w 1009650"/>
                <a:gd name="connsiteY1991" fmla="*/ 438150 h 923925"/>
                <a:gd name="connsiteX1992" fmla="*/ 1004888 w 1009650"/>
                <a:gd name="connsiteY1992" fmla="*/ 437483 h 923925"/>
                <a:gd name="connsiteX1993" fmla="*/ 1005459 w 1009650"/>
                <a:gd name="connsiteY1993" fmla="*/ 437293 h 923925"/>
                <a:gd name="connsiteX1994" fmla="*/ 1006412 w 1009650"/>
                <a:gd name="connsiteY1994" fmla="*/ 437293 h 923925"/>
                <a:gd name="connsiteX1995" fmla="*/ 1007459 w 1009650"/>
                <a:gd name="connsiteY1995" fmla="*/ 437102 h 923925"/>
                <a:gd name="connsiteX1996" fmla="*/ 1008698 w 1009650"/>
                <a:gd name="connsiteY1996" fmla="*/ 436340 h 923925"/>
                <a:gd name="connsiteX1997" fmla="*/ 1012508 w 1009650"/>
                <a:gd name="connsiteY1997" fmla="*/ 432530 h 923925"/>
                <a:gd name="connsiteX1998" fmla="*/ 1013174 w 1009650"/>
                <a:gd name="connsiteY1998" fmla="*/ 43176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</a:cxnLst>
              <a:rect l="l" t="t" r="r" b="b"/>
              <a:pathLst>
                <a:path w="1009650" h="923925">
                  <a:moveTo>
                    <a:pt x="1013079" y="431101"/>
                  </a:moveTo>
                  <a:lnTo>
                    <a:pt x="1012698" y="430530"/>
                  </a:lnTo>
                  <a:lnTo>
                    <a:pt x="1012031" y="429959"/>
                  </a:lnTo>
                  <a:lnTo>
                    <a:pt x="1011365" y="429578"/>
                  </a:lnTo>
                  <a:lnTo>
                    <a:pt x="1010412" y="429292"/>
                  </a:lnTo>
                  <a:lnTo>
                    <a:pt x="1007840" y="429006"/>
                  </a:lnTo>
                  <a:lnTo>
                    <a:pt x="1006697" y="428625"/>
                  </a:lnTo>
                  <a:lnTo>
                    <a:pt x="1005650" y="428149"/>
                  </a:lnTo>
                  <a:lnTo>
                    <a:pt x="1004221" y="427768"/>
                  </a:lnTo>
                  <a:lnTo>
                    <a:pt x="1002221" y="427482"/>
                  </a:lnTo>
                  <a:lnTo>
                    <a:pt x="998792" y="427672"/>
                  </a:lnTo>
                  <a:lnTo>
                    <a:pt x="997077" y="427958"/>
                  </a:lnTo>
                  <a:lnTo>
                    <a:pt x="995553" y="428911"/>
                  </a:lnTo>
                  <a:lnTo>
                    <a:pt x="994886" y="429578"/>
                  </a:lnTo>
                  <a:lnTo>
                    <a:pt x="993839" y="430340"/>
                  </a:lnTo>
                  <a:lnTo>
                    <a:pt x="993362" y="431006"/>
                  </a:lnTo>
                  <a:lnTo>
                    <a:pt x="992886" y="431863"/>
                  </a:lnTo>
                  <a:lnTo>
                    <a:pt x="992315" y="432435"/>
                  </a:lnTo>
                  <a:lnTo>
                    <a:pt x="991362" y="432721"/>
                  </a:lnTo>
                  <a:lnTo>
                    <a:pt x="988981" y="432625"/>
                  </a:lnTo>
                  <a:lnTo>
                    <a:pt x="988124" y="432721"/>
                  </a:lnTo>
                  <a:lnTo>
                    <a:pt x="987362" y="433388"/>
                  </a:lnTo>
                  <a:lnTo>
                    <a:pt x="987171" y="434054"/>
                  </a:lnTo>
                  <a:lnTo>
                    <a:pt x="987076" y="435007"/>
                  </a:lnTo>
                  <a:lnTo>
                    <a:pt x="987171" y="437293"/>
                  </a:lnTo>
                  <a:lnTo>
                    <a:pt x="986885" y="438150"/>
                  </a:lnTo>
                  <a:lnTo>
                    <a:pt x="986600" y="438341"/>
                  </a:lnTo>
                  <a:lnTo>
                    <a:pt x="985838" y="437959"/>
                  </a:lnTo>
                  <a:lnTo>
                    <a:pt x="985457" y="437293"/>
                  </a:lnTo>
                  <a:lnTo>
                    <a:pt x="985171" y="436531"/>
                  </a:lnTo>
                  <a:lnTo>
                    <a:pt x="984790" y="435292"/>
                  </a:lnTo>
                  <a:lnTo>
                    <a:pt x="984409" y="434721"/>
                  </a:lnTo>
                  <a:lnTo>
                    <a:pt x="983456" y="433864"/>
                  </a:lnTo>
                  <a:lnTo>
                    <a:pt x="982028" y="433483"/>
                  </a:lnTo>
                  <a:lnTo>
                    <a:pt x="975170" y="433007"/>
                  </a:lnTo>
                  <a:lnTo>
                    <a:pt x="971836" y="432149"/>
                  </a:lnTo>
                  <a:lnTo>
                    <a:pt x="970788" y="432149"/>
                  </a:lnTo>
                  <a:lnTo>
                    <a:pt x="969645" y="432340"/>
                  </a:lnTo>
                  <a:lnTo>
                    <a:pt x="968216" y="433388"/>
                  </a:lnTo>
                  <a:lnTo>
                    <a:pt x="967740" y="433673"/>
                  </a:lnTo>
                  <a:lnTo>
                    <a:pt x="967073" y="433292"/>
                  </a:lnTo>
                  <a:lnTo>
                    <a:pt x="966692" y="432816"/>
                  </a:lnTo>
                  <a:lnTo>
                    <a:pt x="966121" y="432340"/>
                  </a:lnTo>
                  <a:lnTo>
                    <a:pt x="965359" y="431959"/>
                  </a:lnTo>
                  <a:lnTo>
                    <a:pt x="964121" y="431578"/>
                  </a:lnTo>
                  <a:lnTo>
                    <a:pt x="957072" y="430625"/>
                  </a:lnTo>
                  <a:lnTo>
                    <a:pt x="954024" y="429673"/>
                  </a:lnTo>
                  <a:lnTo>
                    <a:pt x="952405" y="429673"/>
                  </a:lnTo>
                  <a:lnTo>
                    <a:pt x="950595" y="430244"/>
                  </a:lnTo>
                  <a:lnTo>
                    <a:pt x="949166" y="431197"/>
                  </a:lnTo>
                  <a:lnTo>
                    <a:pt x="946023" y="434435"/>
                  </a:lnTo>
                  <a:lnTo>
                    <a:pt x="943356" y="436245"/>
                  </a:lnTo>
                  <a:lnTo>
                    <a:pt x="928211" y="442722"/>
                  </a:lnTo>
                  <a:lnTo>
                    <a:pt x="927068" y="442913"/>
                  </a:lnTo>
                  <a:lnTo>
                    <a:pt x="926116" y="443008"/>
                  </a:lnTo>
                  <a:lnTo>
                    <a:pt x="924497" y="442341"/>
                  </a:lnTo>
                  <a:lnTo>
                    <a:pt x="923830" y="442246"/>
                  </a:lnTo>
                  <a:lnTo>
                    <a:pt x="923163" y="442627"/>
                  </a:lnTo>
                  <a:lnTo>
                    <a:pt x="921734" y="446056"/>
                  </a:lnTo>
                  <a:lnTo>
                    <a:pt x="920782" y="447580"/>
                  </a:lnTo>
                  <a:lnTo>
                    <a:pt x="919163" y="449390"/>
                  </a:lnTo>
                  <a:lnTo>
                    <a:pt x="916305" y="450151"/>
                  </a:lnTo>
                  <a:lnTo>
                    <a:pt x="915257" y="449675"/>
                  </a:lnTo>
                  <a:lnTo>
                    <a:pt x="914972" y="449294"/>
                  </a:lnTo>
                  <a:lnTo>
                    <a:pt x="914876" y="448437"/>
                  </a:lnTo>
                  <a:lnTo>
                    <a:pt x="915353" y="445675"/>
                  </a:lnTo>
                  <a:lnTo>
                    <a:pt x="915543" y="442817"/>
                  </a:lnTo>
                  <a:lnTo>
                    <a:pt x="915353" y="440722"/>
                  </a:lnTo>
                  <a:lnTo>
                    <a:pt x="915448" y="439769"/>
                  </a:lnTo>
                  <a:lnTo>
                    <a:pt x="915734" y="438721"/>
                  </a:lnTo>
                  <a:lnTo>
                    <a:pt x="916496" y="437579"/>
                  </a:lnTo>
                  <a:lnTo>
                    <a:pt x="918210" y="436055"/>
                  </a:lnTo>
                  <a:lnTo>
                    <a:pt x="922496" y="433483"/>
                  </a:lnTo>
                  <a:lnTo>
                    <a:pt x="941832" y="424625"/>
                  </a:lnTo>
                  <a:lnTo>
                    <a:pt x="944309" y="423767"/>
                  </a:lnTo>
                  <a:lnTo>
                    <a:pt x="950119" y="422529"/>
                  </a:lnTo>
                  <a:lnTo>
                    <a:pt x="951548" y="421767"/>
                  </a:lnTo>
                  <a:lnTo>
                    <a:pt x="952310" y="420719"/>
                  </a:lnTo>
                  <a:lnTo>
                    <a:pt x="952310" y="419100"/>
                  </a:lnTo>
                  <a:lnTo>
                    <a:pt x="951643" y="418052"/>
                  </a:lnTo>
                  <a:lnTo>
                    <a:pt x="950976" y="417671"/>
                  </a:lnTo>
                  <a:lnTo>
                    <a:pt x="950214" y="417862"/>
                  </a:lnTo>
                  <a:lnTo>
                    <a:pt x="949643" y="418243"/>
                  </a:lnTo>
                  <a:lnTo>
                    <a:pt x="949166" y="418719"/>
                  </a:lnTo>
                  <a:lnTo>
                    <a:pt x="948214" y="420148"/>
                  </a:lnTo>
                  <a:lnTo>
                    <a:pt x="947642" y="420434"/>
                  </a:lnTo>
                  <a:lnTo>
                    <a:pt x="947071" y="420338"/>
                  </a:lnTo>
                  <a:lnTo>
                    <a:pt x="946404" y="419576"/>
                  </a:lnTo>
                  <a:lnTo>
                    <a:pt x="944594" y="416052"/>
                  </a:lnTo>
                  <a:lnTo>
                    <a:pt x="944118" y="415385"/>
                  </a:lnTo>
                  <a:lnTo>
                    <a:pt x="943547" y="415100"/>
                  </a:lnTo>
                  <a:lnTo>
                    <a:pt x="942975" y="415100"/>
                  </a:lnTo>
                  <a:lnTo>
                    <a:pt x="942499" y="415385"/>
                  </a:lnTo>
                  <a:lnTo>
                    <a:pt x="942023" y="415957"/>
                  </a:lnTo>
                  <a:lnTo>
                    <a:pt x="941737" y="416528"/>
                  </a:lnTo>
                  <a:lnTo>
                    <a:pt x="941261" y="417100"/>
                  </a:lnTo>
                  <a:lnTo>
                    <a:pt x="940784" y="417195"/>
                  </a:lnTo>
                  <a:lnTo>
                    <a:pt x="937927" y="417100"/>
                  </a:lnTo>
                  <a:lnTo>
                    <a:pt x="933926" y="416338"/>
                  </a:lnTo>
                  <a:lnTo>
                    <a:pt x="932879" y="415957"/>
                  </a:lnTo>
                  <a:lnTo>
                    <a:pt x="932021" y="415290"/>
                  </a:lnTo>
                  <a:lnTo>
                    <a:pt x="931640" y="414338"/>
                  </a:lnTo>
                  <a:lnTo>
                    <a:pt x="931259" y="412528"/>
                  </a:lnTo>
                  <a:lnTo>
                    <a:pt x="930783" y="412051"/>
                  </a:lnTo>
                  <a:lnTo>
                    <a:pt x="930307" y="411861"/>
                  </a:lnTo>
                  <a:lnTo>
                    <a:pt x="929069" y="411956"/>
                  </a:lnTo>
                  <a:lnTo>
                    <a:pt x="928402" y="411671"/>
                  </a:lnTo>
                  <a:lnTo>
                    <a:pt x="927830" y="411290"/>
                  </a:lnTo>
                  <a:lnTo>
                    <a:pt x="927449" y="410718"/>
                  </a:lnTo>
                  <a:lnTo>
                    <a:pt x="927164" y="410051"/>
                  </a:lnTo>
                  <a:lnTo>
                    <a:pt x="926973" y="409575"/>
                  </a:lnTo>
                  <a:lnTo>
                    <a:pt x="926973" y="408813"/>
                  </a:lnTo>
                  <a:lnTo>
                    <a:pt x="927068" y="408242"/>
                  </a:lnTo>
                  <a:lnTo>
                    <a:pt x="927640" y="407480"/>
                  </a:lnTo>
                  <a:lnTo>
                    <a:pt x="928592" y="407003"/>
                  </a:lnTo>
                  <a:lnTo>
                    <a:pt x="935641" y="405098"/>
                  </a:lnTo>
                  <a:lnTo>
                    <a:pt x="937546" y="404146"/>
                  </a:lnTo>
                  <a:lnTo>
                    <a:pt x="938403" y="402526"/>
                  </a:lnTo>
                  <a:lnTo>
                    <a:pt x="938594" y="401384"/>
                  </a:lnTo>
                  <a:lnTo>
                    <a:pt x="939070" y="400336"/>
                  </a:lnTo>
                  <a:lnTo>
                    <a:pt x="940594" y="399669"/>
                  </a:lnTo>
                  <a:lnTo>
                    <a:pt x="943166" y="398145"/>
                  </a:lnTo>
                  <a:lnTo>
                    <a:pt x="945166" y="394811"/>
                  </a:lnTo>
                  <a:lnTo>
                    <a:pt x="944594" y="393287"/>
                  </a:lnTo>
                  <a:lnTo>
                    <a:pt x="943737" y="392906"/>
                  </a:lnTo>
                  <a:lnTo>
                    <a:pt x="943261" y="392525"/>
                  </a:lnTo>
                  <a:lnTo>
                    <a:pt x="942689" y="391859"/>
                  </a:lnTo>
                  <a:lnTo>
                    <a:pt x="941927" y="389192"/>
                  </a:lnTo>
                  <a:lnTo>
                    <a:pt x="941451" y="387763"/>
                  </a:lnTo>
                  <a:lnTo>
                    <a:pt x="940403" y="386334"/>
                  </a:lnTo>
                  <a:lnTo>
                    <a:pt x="939737" y="384905"/>
                  </a:lnTo>
                  <a:lnTo>
                    <a:pt x="939165" y="382429"/>
                  </a:lnTo>
                  <a:lnTo>
                    <a:pt x="939356" y="381095"/>
                  </a:lnTo>
                  <a:lnTo>
                    <a:pt x="939356" y="379857"/>
                  </a:lnTo>
                  <a:lnTo>
                    <a:pt x="939260" y="379190"/>
                  </a:lnTo>
                  <a:lnTo>
                    <a:pt x="938784" y="378428"/>
                  </a:lnTo>
                  <a:lnTo>
                    <a:pt x="937832" y="378047"/>
                  </a:lnTo>
                  <a:lnTo>
                    <a:pt x="935165" y="377952"/>
                  </a:lnTo>
                  <a:lnTo>
                    <a:pt x="934212" y="377571"/>
                  </a:lnTo>
                  <a:lnTo>
                    <a:pt x="933545" y="377190"/>
                  </a:lnTo>
                  <a:lnTo>
                    <a:pt x="927259" y="372523"/>
                  </a:lnTo>
                  <a:lnTo>
                    <a:pt x="926402" y="372046"/>
                  </a:lnTo>
                  <a:lnTo>
                    <a:pt x="925259" y="371761"/>
                  </a:lnTo>
                  <a:lnTo>
                    <a:pt x="923258" y="371475"/>
                  </a:lnTo>
                  <a:lnTo>
                    <a:pt x="922401" y="371189"/>
                  </a:lnTo>
                  <a:lnTo>
                    <a:pt x="921353" y="370522"/>
                  </a:lnTo>
                  <a:lnTo>
                    <a:pt x="920401" y="369761"/>
                  </a:lnTo>
                  <a:lnTo>
                    <a:pt x="919448" y="368427"/>
                  </a:lnTo>
                  <a:lnTo>
                    <a:pt x="918686" y="366903"/>
                  </a:lnTo>
                  <a:lnTo>
                    <a:pt x="917258" y="361474"/>
                  </a:lnTo>
                  <a:lnTo>
                    <a:pt x="915829" y="359759"/>
                  </a:lnTo>
                  <a:lnTo>
                    <a:pt x="914114" y="356616"/>
                  </a:lnTo>
                  <a:lnTo>
                    <a:pt x="909161" y="350806"/>
                  </a:lnTo>
                  <a:lnTo>
                    <a:pt x="908590" y="349663"/>
                  </a:lnTo>
                  <a:lnTo>
                    <a:pt x="908209" y="348329"/>
                  </a:lnTo>
                  <a:lnTo>
                    <a:pt x="908304" y="346329"/>
                  </a:lnTo>
                  <a:lnTo>
                    <a:pt x="908685" y="345091"/>
                  </a:lnTo>
                  <a:lnTo>
                    <a:pt x="908780" y="344234"/>
                  </a:lnTo>
                  <a:lnTo>
                    <a:pt x="908590" y="343376"/>
                  </a:lnTo>
                  <a:lnTo>
                    <a:pt x="907923" y="342614"/>
                  </a:lnTo>
                  <a:lnTo>
                    <a:pt x="906494" y="341567"/>
                  </a:lnTo>
                  <a:lnTo>
                    <a:pt x="906018" y="340995"/>
                  </a:lnTo>
                  <a:lnTo>
                    <a:pt x="905923" y="340328"/>
                  </a:lnTo>
                  <a:lnTo>
                    <a:pt x="906209" y="339376"/>
                  </a:lnTo>
                  <a:lnTo>
                    <a:pt x="906685" y="338709"/>
                  </a:lnTo>
                  <a:lnTo>
                    <a:pt x="907542" y="337661"/>
                  </a:lnTo>
                  <a:lnTo>
                    <a:pt x="907923" y="337090"/>
                  </a:lnTo>
                  <a:lnTo>
                    <a:pt x="907923" y="336233"/>
                  </a:lnTo>
                  <a:lnTo>
                    <a:pt x="907733" y="333946"/>
                  </a:lnTo>
                  <a:lnTo>
                    <a:pt x="907066" y="331470"/>
                  </a:lnTo>
                  <a:lnTo>
                    <a:pt x="906209" y="329946"/>
                  </a:lnTo>
                  <a:lnTo>
                    <a:pt x="905637" y="329375"/>
                  </a:lnTo>
                  <a:lnTo>
                    <a:pt x="905066" y="328993"/>
                  </a:lnTo>
                  <a:lnTo>
                    <a:pt x="904494" y="328803"/>
                  </a:lnTo>
                  <a:lnTo>
                    <a:pt x="904018" y="328613"/>
                  </a:lnTo>
                  <a:lnTo>
                    <a:pt x="903542" y="328136"/>
                  </a:lnTo>
                  <a:lnTo>
                    <a:pt x="903256" y="327279"/>
                  </a:lnTo>
                  <a:lnTo>
                    <a:pt x="903446" y="324421"/>
                  </a:lnTo>
                  <a:lnTo>
                    <a:pt x="903161" y="321183"/>
                  </a:lnTo>
                  <a:lnTo>
                    <a:pt x="901732" y="315944"/>
                  </a:lnTo>
                  <a:lnTo>
                    <a:pt x="898493" y="315278"/>
                  </a:lnTo>
                  <a:lnTo>
                    <a:pt x="896779" y="317563"/>
                  </a:lnTo>
                  <a:lnTo>
                    <a:pt x="896303" y="318040"/>
                  </a:lnTo>
                  <a:lnTo>
                    <a:pt x="895826" y="318135"/>
                  </a:lnTo>
                  <a:lnTo>
                    <a:pt x="895064" y="317659"/>
                  </a:lnTo>
                  <a:lnTo>
                    <a:pt x="894493" y="316801"/>
                  </a:lnTo>
                  <a:lnTo>
                    <a:pt x="893731" y="315468"/>
                  </a:lnTo>
                  <a:lnTo>
                    <a:pt x="893064" y="314896"/>
                  </a:lnTo>
                  <a:lnTo>
                    <a:pt x="892302" y="314992"/>
                  </a:lnTo>
                  <a:lnTo>
                    <a:pt x="891635" y="316801"/>
                  </a:lnTo>
                  <a:lnTo>
                    <a:pt x="891064" y="317373"/>
                  </a:lnTo>
                  <a:lnTo>
                    <a:pt x="889826" y="317278"/>
                  </a:lnTo>
                  <a:lnTo>
                    <a:pt x="889254" y="316421"/>
                  </a:lnTo>
                  <a:lnTo>
                    <a:pt x="888873" y="315468"/>
                  </a:lnTo>
                  <a:lnTo>
                    <a:pt x="888302" y="314896"/>
                  </a:lnTo>
                  <a:lnTo>
                    <a:pt x="887540" y="314896"/>
                  </a:lnTo>
                  <a:lnTo>
                    <a:pt x="885825" y="317183"/>
                  </a:lnTo>
                  <a:lnTo>
                    <a:pt x="884777" y="317945"/>
                  </a:lnTo>
                  <a:lnTo>
                    <a:pt x="882872" y="318040"/>
                  </a:lnTo>
                  <a:lnTo>
                    <a:pt x="880777" y="317468"/>
                  </a:lnTo>
                  <a:lnTo>
                    <a:pt x="876967" y="315849"/>
                  </a:lnTo>
                  <a:lnTo>
                    <a:pt x="875348" y="315659"/>
                  </a:lnTo>
                  <a:lnTo>
                    <a:pt x="874014" y="316230"/>
                  </a:lnTo>
                  <a:lnTo>
                    <a:pt x="872966" y="318230"/>
                  </a:lnTo>
                  <a:lnTo>
                    <a:pt x="873062" y="319564"/>
                  </a:lnTo>
                  <a:lnTo>
                    <a:pt x="873728" y="320612"/>
                  </a:lnTo>
                  <a:lnTo>
                    <a:pt x="877253" y="322231"/>
                  </a:lnTo>
                  <a:lnTo>
                    <a:pt x="878110" y="323183"/>
                  </a:lnTo>
                  <a:lnTo>
                    <a:pt x="878300" y="324136"/>
                  </a:lnTo>
                  <a:lnTo>
                    <a:pt x="877634" y="324803"/>
                  </a:lnTo>
                  <a:lnTo>
                    <a:pt x="871633" y="325469"/>
                  </a:lnTo>
                  <a:lnTo>
                    <a:pt x="870014" y="326231"/>
                  </a:lnTo>
                  <a:lnTo>
                    <a:pt x="868585" y="327946"/>
                  </a:lnTo>
                  <a:lnTo>
                    <a:pt x="867156" y="331565"/>
                  </a:lnTo>
                  <a:lnTo>
                    <a:pt x="866204" y="332899"/>
                  </a:lnTo>
                  <a:lnTo>
                    <a:pt x="862489" y="332708"/>
                  </a:lnTo>
                  <a:lnTo>
                    <a:pt x="858965" y="334042"/>
                  </a:lnTo>
                  <a:lnTo>
                    <a:pt x="857726" y="333375"/>
                  </a:lnTo>
                  <a:lnTo>
                    <a:pt x="857250" y="332994"/>
                  </a:lnTo>
                  <a:lnTo>
                    <a:pt x="856774" y="332327"/>
                  </a:lnTo>
                  <a:lnTo>
                    <a:pt x="856679" y="331565"/>
                  </a:lnTo>
                  <a:lnTo>
                    <a:pt x="857060" y="330708"/>
                  </a:lnTo>
                  <a:lnTo>
                    <a:pt x="857536" y="330232"/>
                  </a:lnTo>
                  <a:lnTo>
                    <a:pt x="859822" y="329565"/>
                  </a:lnTo>
                  <a:lnTo>
                    <a:pt x="860012" y="329184"/>
                  </a:lnTo>
                  <a:lnTo>
                    <a:pt x="860012" y="328613"/>
                  </a:lnTo>
                  <a:lnTo>
                    <a:pt x="859441" y="327850"/>
                  </a:lnTo>
                  <a:lnTo>
                    <a:pt x="858869" y="327279"/>
                  </a:lnTo>
                  <a:lnTo>
                    <a:pt x="858298" y="326517"/>
                  </a:lnTo>
                  <a:lnTo>
                    <a:pt x="857917" y="325660"/>
                  </a:lnTo>
                  <a:lnTo>
                    <a:pt x="857917" y="324421"/>
                  </a:lnTo>
                  <a:lnTo>
                    <a:pt x="859536" y="315182"/>
                  </a:lnTo>
                  <a:lnTo>
                    <a:pt x="860012" y="314134"/>
                  </a:lnTo>
                  <a:lnTo>
                    <a:pt x="862108" y="311087"/>
                  </a:lnTo>
                  <a:lnTo>
                    <a:pt x="862489" y="310325"/>
                  </a:lnTo>
                  <a:lnTo>
                    <a:pt x="862679" y="309658"/>
                  </a:lnTo>
                  <a:lnTo>
                    <a:pt x="862775" y="308610"/>
                  </a:lnTo>
                  <a:lnTo>
                    <a:pt x="862394" y="304038"/>
                  </a:lnTo>
                  <a:lnTo>
                    <a:pt x="862775" y="302133"/>
                  </a:lnTo>
                  <a:lnTo>
                    <a:pt x="862679" y="300990"/>
                  </a:lnTo>
                  <a:lnTo>
                    <a:pt x="862489" y="299752"/>
                  </a:lnTo>
                  <a:lnTo>
                    <a:pt x="861822" y="297656"/>
                  </a:lnTo>
                  <a:lnTo>
                    <a:pt x="861727" y="296323"/>
                  </a:lnTo>
                  <a:lnTo>
                    <a:pt x="861727" y="295275"/>
                  </a:lnTo>
                  <a:lnTo>
                    <a:pt x="862013" y="294418"/>
                  </a:lnTo>
                  <a:lnTo>
                    <a:pt x="862108" y="293561"/>
                  </a:lnTo>
                  <a:lnTo>
                    <a:pt x="861917" y="292513"/>
                  </a:lnTo>
                  <a:lnTo>
                    <a:pt x="861632" y="291275"/>
                  </a:lnTo>
                  <a:lnTo>
                    <a:pt x="860679" y="288893"/>
                  </a:lnTo>
                  <a:lnTo>
                    <a:pt x="860203" y="286703"/>
                  </a:lnTo>
                  <a:lnTo>
                    <a:pt x="860108" y="284321"/>
                  </a:lnTo>
                  <a:lnTo>
                    <a:pt x="860489" y="282130"/>
                  </a:lnTo>
                  <a:lnTo>
                    <a:pt x="862489" y="274987"/>
                  </a:lnTo>
                  <a:lnTo>
                    <a:pt x="862584" y="273367"/>
                  </a:lnTo>
                  <a:lnTo>
                    <a:pt x="862394" y="271939"/>
                  </a:lnTo>
                  <a:lnTo>
                    <a:pt x="861822" y="270510"/>
                  </a:lnTo>
                  <a:lnTo>
                    <a:pt x="860679" y="269272"/>
                  </a:lnTo>
                  <a:lnTo>
                    <a:pt x="856298" y="265652"/>
                  </a:lnTo>
                  <a:lnTo>
                    <a:pt x="855250" y="264509"/>
                  </a:lnTo>
                  <a:lnTo>
                    <a:pt x="854107" y="262509"/>
                  </a:lnTo>
                  <a:lnTo>
                    <a:pt x="853631" y="261938"/>
                  </a:lnTo>
                  <a:lnTo>
                    <a:pt x="852773" y="261080"/>
                  </a:lnTo>
                  <a:lnTo>
                    <a:pt x="852011" y="260699"/>
                  </a:lnTo>
                  <a:lnTo>
                    <a:pt x="851154" y="260414"/>
                  </a:lnTo>
                  <a:lnTo>
                    <a:pt x="850106" y="260509"/>
                  </a:lnTo>
                  <a:lnTo>
                    <a:pt x="849154" y="260794"/>
                  </a:lnTo>
                  <a:lnTo>
                    <a:pt x="846677" y="262414"/>
                  </a:lnTo>
                  <a:lnTo>
                    <a:pt x="845820" y="263366"/>
                  </a:lnTo>
                  <a:lnTo>
                    <a:pt x="845058" y="264509"/>
                  </a:lnTo>
                  <a:lnTo>
                    <a:pt x="844296" y="266605"/>
                  </a:lnTo>
                  <a:lnTo>
                    <a:pt x="841439" y="270129"/>
                  </a:lnTo>
                  <a:lnTo>
                    <a:pt x="838962" y="271748"/>
                  </a:lnTo>
                  <a:lnTo>
                    <a:pt x="838105" y="272510"/>
                  </a:lnTo>
                  <a:lnTo>
                    <a:pt x="836009" y="274225"/>
                  </a:lnTo>
                  <a:lnTo>
                    <a:pt x="834771" y="274796"/>
                  </a:lnTo>
                  <a:lnTo>
                    <a:pt x="834009" y="275272"/>
                  </a:lnTo>
                  <a:lnTo>
                    <a:pt x="832771" y="276606"/>
                  </a:lnTo>
                  <a:lnTo>
                    <a:pt x="831818" y="277463"/>
                  </a:lnTo>
                  <a:lnTo>
                    <a:pt x="830104" y="278416"/>
                  </a:lnTo>
                  <a:lnTo>
                    <a:pt x="829151" y="279273"/>
                  </a:lnTo>
                  <a:lnTo>
                    <a:pt x="828580" y="279845"/>
                  </a:lnTo>
                  <a:lnTo>
                    <a:pt x="828294" y="280607"/>
                  </a:lnTo>
                  <a:lnTo>
                    <a:pt x="828104" y="281368"/>
                  </a:lnTo>
                  <a:lnTo>
                    <a:pt x="828104" y="282226"/>
                  </a:lnTo>
                  <a:lnTo>
                    <a:pt x="828294" y="283274"/>
                  </a:lnTo>
                  <a:lnTo>
                    <a:pt x="828675" y="284417"/>
                  </a:lnTo>
                  <a:lnTo>
                    <a:pt x="829913" y="287274"/>
                  </a:lnTo>
                  <a:lnTo>
                    <a:pt x="830009" y="288226"/>
                  </a:lnTo>
                  <a:lnTo>
                    <a:pt x="829913" y="288798"/>
                  </a:lnTo>
                  <a:lnTo>
                    <a:pt x="828866" y="289274"/>
                  </a:lnTo>
                  <a:lnTo>
                    <a:pt x="827437" y="289560"/>
                  </a:lnTo>
                  <a:lnTo>
                    <a:pt x="824865" y="289846"/>
                  </a:lnTo>
                  <a:lnTo>
                    <a:pt x="823627" y="290227"/>
                  </a:lnTo>
                  <a:lnTo>
                    <a:pt x="822103" y="290893"/>
                  </a:lnTo>
                  <a:lnTo>
                    <a:pt x="821722" y="291179"/>
                  </a:lnTo>
                  <a:lnTo>
                    <a:pt x="821246" y="291655"/>
                  </a:lnTo>
                  <a:lnTo>
                    <a:pt x="819436" y="294132"/>
                  </a:lnTo>
                  <a:lnTo>
                    <a:pt x="818483" y="294799"/>
                  </a:lnTo>
                  <a:lnTo>
                    <a:pt x="817817" y="294799"/>
                  </a:lnTo>
                  <a:lnTo>
                    <a:pt x="816674" y="293846"/>
                  </a:lnTo>
                  <a:lnTo>
                    <a:pt x="816102" y="292989"/>
                  </a:lnTo>
                  <a:lnTo>
                    <a:pt x="815721" y="291941"/>
                  </a:lnTo>
                  <a:lnTo>
                    <a:pt x="814578" y="287179"/>
                  </a:lnTo>
                  <a:lnTo>
                    <a:pt x="814197" y="286036"/>
                  </a:lnTo>
                  <a:lnTo>
                    <a:pt x="813530" y="285559"/>
                  </a:lnTo>
                  <a:lnTo>
                    <a:pt x="812768" y="285369"/>
                  </a:lnTo>
                  <a:lnTo>
                    <a:pt x="811244" y="285464"/>
                  </a:lnTo>
                  <a:lnTo>
                    <a:pt x="810101" y="285369"/>
                  </a:lnTo>
                  <a:lnTo>
                    <a:pt x="805910" y="283274"/>
                  </a:lnTo>
                  <a:lnTo>
                    <a:pt x="805339" y="282607"/>
                  </a:lnTo>
                  <a:lnTo>
                    <a:pt x="805529" y="281845"/>
                  </a:lnTo>
                  <a:lnTo>
                    <a:pt x="806196" y="281368"/>
                  </a:lnTo>
                  <a:lnTo>
                    <a:pt x="808387" y="280607"/>
                  </a:lnTo>
                  <a:lnTo>
                    <a:pt x="808863" y="280321"/>
                  </a:lnTo>
                  <a:lnTo>
                    <a:pt x="808958" y="279940"/>
                  </a:lnTo>
                  <a:lnTo>
                    <a:pt x="808577" y="279559"/>
                  </a:lnTo>
                  <a:lnTo>
                    <a:pt x="808101" y="279083"/>
                  </a:lnTo>
                  <a:lnTo>
                    <a:pt x="805434" y="277463"/>
                  </a:lnTo>
                  <a:lnTo>
                    <a:pt x="804958" y="276606"/>
                  </a:lnTo>
                  <a:lnTo>
                    <a:pt x="804767" y="275749"/>
                  </a:lnTo>
                  <a:lnTo>
                    <a:pt x="804863" y="275082"/>
                  </a:lnTo>
                  <a:lnTo>
                    <a:pt x="805339" y="274892"/>
                  </a:lnTo>
                  <a:lnTo>
                    <a:pt x="806101" y="274987"/>
                  </a:lnTo>
                  <a:lnTo>
                    <a:pt x="807434" y="275558"/>
                  </a:lnTo>
                  <a:lnTo>
                    <a:pt x="808387" y="275844"/>
                  </a:lnTo>
                  <a:lnTo>
                    <a:pt x="809339" y="275939"/>
                  </a:lnTo>
                  <a:lnTo>
                    <a:pt x="809720" y="275654"/>
                  </a:lnTo>
                  <a:lnTo>
                    <a:pt x="809625" y="275082"/>
                  </a:lnTo>
                  <a:lnTo>
                    <a:pt x="809244" y="274225"/>
                  </a:lnTo>
                  <a:lnTo>
                    <a:pt x="806291" y="269748"/>
                  </a:lnTo>
                  <a:lnTo>
                    <a:pt x="805244" y="269081"/>
                  </a:lnTo>
                  <a:lnTo>
                    <a:pt x="803815" y="269081"/>
                  </a:lnTo>
                  <a:lnTo>
                    <a:pt x="801815" y="269653"/>
                  </a:lnTo>
                  <a:lnTo>
                    <a:pt x="796385" y="270605"/>
                  </a:lnTo>
                  <a:lnTo>
                    <a:pt x="795814" y="270415"/>
                  </a:lnTo>
                  <a:lnTo>
                    <a:pt x="795242" y="269938"/>
                  </a:lnTo>
                  <a:lnTo>
                    <a:pt x="794766" y="269367"/>
                  </a:lnTo>
                  <a:lnTo>
                    <a:pt x="794385" y="268605"/>
                  </a:lnTo>
                  <a:lnTo>
                    <a:pt x="794004" y="267748"/>
                  </a:lnTo>
                  <a:lnTo>
                    <a:pt x="793623" y="266986"/>
                  </a:lnTo>
                  <a:lnTo>
                    <a:pt x="793052" y="266319"/>
                  </a:lnTo>
                  <a:lnTo>
                    <a:pt x="792290" y="265843"/>
                  </a:lnTo>
                  <a:lnTo>
                    <a:pt x="790861" y="265367"/>
                  </a:lnTo>
                  <a:lnTo>
                    <a:pt x="789623" y="264795"/>
                  </a:lnTo>
                  <a:lnTo>
                    <a:pt x="788861" y="264986"/>
                  </a:lnTo>
                  <a:lnTo>
                    <a:pt x="788289" y="265843"/>
                  </a:lnTo>
                  <a:lnTo>
                    <a:pt x="788480" y="267938"/>
                  </a:lnTo>
                  <a:lnTo>
                    <a:pt x="789242" y="269176"/>
                  </a:lnTo>
                  <a:lnTo>
                    <a:pt x="790194" y="270129"/>
                  </a:lnTo>
                  <a:lnTo>
                    <a:pt x="792194" y="271272"/>
                  </a:lnTo>
                  <a:lnTo>
                    <a:pt x="792956" y="271843"/>
                  </a:lnTo>
                  <a:lnTo>
                    <a:pt x="793242" y="272796"/>
                  </a:lnTo>
                  <a:lnTo>
                    <a:pt x="793052" y="273653"/>
                  </a:lnTo>
                  <a:lnTo>
                    <a:pt x="792480" y="274225"/>
                  </a:lnTo>
                  <a:lnTo>
                    <a:pt x="790385" y="274701"/>
                  </a:lnTo>
                  <a:lnTo>
                    <a:pt x="789623" y="274987"/>
                  </a:lnTo>
                  <a:lnTo>
                    <a:pt x="789051" y="275654"/>
                  </a:lnTo>
                  <a:lnTo>
                    <a:pt x="789337" y="276892"/>
                  </a:lnTo>
                  <a:lnTo>
                    <a:pt x="790004" y="277559"/>
                  </a:lnTo>
                  <a:lnTo>
                    <a:pt x="791813" y="278225"/>
                  </a:lnTo>
                  <a:lnTo>
                    <a:pt x="792766" y="278797"/>
                  </a:lnTo>
                  <a:lnTo>
                    <a:pt x="793623" y="279845"/>
                  </a:lnTo>
                  <a:lnTo>
                    <a:pt x="793909" y="281083"/>
                  </a:lnTo>
                  <a:lnTo>
                    <a:pt x="793528" y="282702"/>
                  </a:lnTo>
                  <a:lnTo>
                    <a:pt x="792385" y="284226"/>
                  </a:lnTo>
                  <a:lnTo>
                    <a:pt x="790670" y="284702"/>
                  </a:lnTo>
                  <a:lnTo>
                    <a:pt x="789146" y="284702"/>
                  </a:lnTo>
                  <a:lnTo>
                    <a:pt x="784765" y="280892"/>
                  </a:lnTo>
                  <a:lnTo>
                    <a:pt x="783241" y="280607"/>
                  </a:lnTo>
                  <a:lnTo>
                    <a:pt x="782479" y="280607"/>
                  </a:lnTo>
                  <a:lnTo>
                    <a:pt x="781907" y="280892"/>
                  </a:lnTo>
                  <a:lnTo>
                    <a:pt x="780764" y="281750"/>
                  </a:lnTo>
                  <a:lnTo>
                    <a:pt x="779907" y="282035"/>
                  </a:lnTo>
                  <a:lnTo>
                    <a:pt x="778859" y="282130"/>
                  </a:lnTo>
                  <a:lnTo>
                    <a:pt x="778002" y="282035"/>
                  </a:lnTo>
                  <a:lnTo>
                    <a:pt x="775526" y="281273"/>
                  </a:lnTo>
                  <a:lnTo>
                    <a:pt x="774859" y="281368"/>
                  </a:lnTo>
                  <a:lnTo>
                    <a:pt x="774192" y="281559"/>
                  </a:lnTo>
                  <a:lnTo>
                    <a:pt x="773525" y="281845"/>
                  </a:lnTo>
                  <a:lnTo>
                    <a:pt x="773144" y="282512"/>
                  </a:lnTo>
                  <a:lnTo>
                    <a:pt x="772763" y="283464"/>
                  </a:lnTo>
                  <a:lnTo>
                    <a:pt x="772382" y="285274"/>
                  </a:lnTo>
                  <a:lnTo>
                    <a:pt x="772097" y="286703"/>
                  </a:lnTo>
                  <a:lnTo>
                    <a:pt x="772192" y="288512"/>
                  </a:lnTo>
                  <a:lnTo>
                    <a:pt x="773049" y="292132"/>
                  </a:lnTo>
                  <a:lnTo>
                    <a:pt x="774573" y="296609"/>
                  </a:lnTo>
                  <a:lnTo>
                    <a:pt x="774859" y="298418"/>
                  </a:lnTo>
                  <a:lnTo>
                    <a:pt x="774668" y="301085"/>
                  </a:lnTo>
                  <a:lnTo>
                    <a:pt x="774764" y="302895"/>
                  </a:lnTo>
                  <a:lnTo>
                    <a:pt x="775430" y="304324"/>
                  </a:lnTo>
                  <a:lnTo>
                    <a:pt x="776859" y="305371"/>
                  </a:lnTo>
                  <a:lnTo>
                    <a:pt x="777240" y="305943"/>
                  </a:lnTo>
                  <a:lnTo>
                    <a:pt x="777526" y="306991"/>
                  </a:lnTo>
                  <a:lnTo>
                    <a:pt x="777621" y="308705"/>
                  </a:lnTo>
                  <a:lnTo>
                    <a:pt x="778002" y="310039"/>
                  </a:lnTo>
                  <a:lnTo>
                    <a:pt x="778383" y="310991"/>
                  </a:lnTo>
                  <a:lnTo>
                    <a:pt x="778764" y="311753"/>
                  </a:lnTo>
                  <a:lnTo>
                    <a:pt x="778574" y="312611"/>
                  </a:lnTo>
                  <a:lnTo>
                    <a:pt x="778097" y="313563"/>
                  </a:lnTo>
                  <a:lnTo>
                    <a:pt x="774573" y="316135"/>
                  </a:lnTo>
                  <a:lnTo>
                    <a:pt x="770477" y="313087"/>
                  </a:lnTo>
                  <a:lnTo>
                    <a:pt x="767810" y="310420"/>
                  </a:lnTo>
                  <a:lnTo>
                    <a:pt x="764572" y="310039"/>
                  </a:lnTo>
                  <a:lnTo>
                    <a:pt x="753999" y="311563"/>
                  </a:lnTo>
                  <a:lnTo>
                    <a:pt x="752570" y="310896"/>
                  </a:lnTo>
                  <a:lnTo>
                    <a:pt x="751713" y="309848"/>
                  </a:lnTo>
                  <a:lnTo>
                    <a:pt x="751142" y="307943"/>
                  </a:lnTo>
                  <a:lnTo>
                    <a:pt x="750951" y="306705"/>
                  </a:lnTo>
                  <a:lnTo>
                    <a:pt x="750856" y="305562"/>
                  </a:lnTo>
                  <a:lnTo>
                    <a:pt x="750380" y="304800"/>
                  </a:lnTo>
                  <a:lnTo>
                    <a:pt x="749713" y="304038"/>
                  </a:lnTo>
                  <a:lnTo>
                    <a:pt x="746093" y="301752"/>
                  </a:lnTo>
                  <a:lnTo>
                    <a:pt x="745427" y="299180"/>
                  </a:lnTo>
                  <a:lnTo>
                    <a:pt x="746093" y="297085"/>
                  </a:lnTo>
                  <a:lnTo>
                    <a:pt x="746570" y="296799"/>
                  </a:lnTo>
                  <a:lnTo>
                    <a:pt x="749237" y="297275"/>
                  </a:lnTo>
                  <a:lnTo>
                    <a:pt x="750284" y="296990"/>
                  </a:lnTo>
                  <a:lnTo>
                    <a:pt x="750856" y="296513"/>
                  </a:lnTo>
                  <a:lnTo>
                    <a:pt x="751237" y="295846"/>
                  </a:lnTo>
                  <a:lnTo>
                    <a:pt x="752380" y="294894"/>
                  </a:lnTo>
                  <a:lnTo>
                    <a:pt x="752475" y="293942"/>
                  </a:lnTo>
                  <a:lnTo>
                    <a:pt x="751904" y="292608"/>
                  </a:lnTo>
                  <a:lnTo>
                    <a:pt x="751142" y="291941"/>
                  </a:lnTo>
                  <a:lnTo>
                    <a:pt x="750094" y="291084"/>
                  </a:lnTo>
                  <a:lnTo>
                    <a:pt x="750094" y="290893"/>
                  </a:lnTo>
                  <a:lnTo>
                    <a:pt x="750189" y="290513"/>
                  </a:lnTo>
                  <a:lnTo>
                    <a:pt x="750665" y="289655"/>
                  </a:lnTo>
                  <a:lnTo>
                    <a:pt x="751237" y="289179"/>
                  </a:lnTo>
                  <a:lnTo>
                    <a:pt x="751999" y="288417"/>
                  </a:lnTo>
                  <a:lnTo>
                    <a:pt x="752380" y="287465"/>
                  </a:lnTo>
                  <a:lnTo>
                    <a:pt x="752666" y="285464"/>
                  </a:lnTo>
                  <a:lnTo>
                    <a:pt x="753142" y="284417"/>
                  </a:lnTo>
                  <a:lnTo>
                    <a:pt x="755333" y="282416"/>
                  </a:lnTo>
                  <a:lnTo>
                    <a:pt x="757047" y="280225"/>
                  </a:lnTo>
                  <a:lnTo>
                    <a:pt x="757523" y="278987"/>
                  </a:lnTo>
                  <a:lnTo>
                    <a:pt x="757428" y="277654"/>
                  </a:lnTo>
                  <a:lnTo>
                    <a:pt x="756571" y="276892"/>
                  </a:lnTo>
                  <a:lnTo>
                    <a:pt x="755714" y="276606"/>
                  </a:lnTo>
                  <a:lnTo>
                    <a:pt x="754856" y="276892"/>
                  </a:lnTo>
                  <a:lnTo>
                    <a:pt x="754190" y="277273"/>
                  </a:lnTo>
                  <a:lnTo>
                    <a:pt x="753809" y="277749"/>
                  </a:lnTo>
                  <a:lnTo>
                    <a:pt x="752856" y="279178"/>
                  </a:lnTo>
                  <a:lnTo>
                    <a:pt x="752285" y="279654"/>
                  </a:lnTo>
                  <a:lnTo>
                    <a:pt x="751618" y="279940"/>
                  </a:lnTo>
                  <a:lnTo>
                    <a:pt x="750951" y="279749"/>
                  </a:lnTo>
                  <a:lnTo>
                    <a:pt x="747998" y="277559"/>
                  </a:lnTo>
                  <a:lnTo>
                    <a:pt x="747427" y="276606"/>
                  </a:lnTo>
                  <a:lnTo>
                    <a:pt x="747236" y="275654"/>
                  </a:lnTo>
                  <a:lnTo>
                    <a:pt x="747713" y="274320"/>
                  </a:lnTo>
                  <a:lnTo>
                    <a:pt x="748475" y="273558"/>
                  </a:lnTo>
                  <a:lnTo>
                    <a:pt x="749522" y="272796"/>
                  </a:lnTo>
                  <a:lnTo>
                    <a:pt x="750856" y="272225"/>
                  </a:lnTo>
                  <a:lnTo>
                    <a:pt x="753332" y="271272"/>
                  </a:lnTo>
                  <a:lnTo>
                    <a:pt x="754094" y="270796"/>
                  </a:lnTo>
                  <a:lnTo>
                    <a:pt x="754952" y="269938"/>
                  </a:lnTo>
                  <a:lnTo>
                    <a:pt x="756190" y="267748"/>
                  </a:lnTo>
                  <a:lnTo>
                    <a:pt x="756952" y="266795"/>
                  </a:lnTo>
                  <a:lnTo>
                    <a:pt x="757714" y="266510"/>
                  </a:lnTo>
                  <a:lnTo>
                    <a:pt x="758476" y="266795"/>
                  </a:lnTo>
                  <a:lnTo>
                    <a:pt x="760286" y="268891"/>
                  </a:lnTo>
                  <a:lnTo>
                    <a:pt x="761333" y="269843"/>
                  </a:lnTo>
                  <a:lnTo>
                    <a:pt x="762476" y="270320"/>
                  </a:lnTo>
                  <a:lnTo>
                    <a:pt x="763238" y="269653"/>
                  </a:lnTo>
                  <a:lnTo>
                    <a:pt x="763334" y="268224"/>
                  </a:lnTo>
                  <a:lnTo>
                    <a:pt x="762095" y="265462"/>
                  </a:lnTo>
                  <a:lnTo>
                    <a:pt x="761333" y="264128"/>
                  </a:lnTo>
                  <a:lnTo>
                    <a:pt x="760095" y="262795"/>
                  </a:lnTo>
                  <a:lnTo>
                    <a:pt x="759524" y="262128"/>
                  </a:lnTo>
                  <a:lnTo>
                    <a:pt x="758476" y="259366"/>
                  </a:lnTo>
                  <a:lnTo>
                    <a:pt x="756952" y="256699"/>
                  </a:lnTo>
                  <a:lnTo>
                    <a:pt x="749046" y="246126"/>
                  </a:lnTo>
                  <a:lnTo>
                    <a:pt x="743807" y="240697"/>
                  </a:lnTo>
                  <a:lnTo>
                    <a:pt x="740950" y="238220"/>
                  </a:lnTo>
                  <a:lnTo>
                    <a:pt x="739426" y="237649"/>
                  </a:lnTo>
                  <a:lnTo>
                    <a:pt x="737711" y="237268"/>
                  </a:lnTo>
                  <a:lnTo>
                    <a:pt x="734854" y="236125"/>
                  </a:lnTo>
                  <a:lnTo>
                    <a:pt x="732949" y="234601"/>
                  </a:lnTo>
                  <a:lnTo>
                    <a:pt x="731615" y="234315"/>
                  </a:lnTo>
                  <a:lnTo>
                    <a:pt x="730853" y="234315"/>
                  </a:lnTo>
                  <a:lnTo>
                    <a:pt x="729901" y="234887"/>
                  </a:lnTo>
                  <a:lnTo>
                    <a:pt x="728758" y="234982"/>
                  </a:lnTo>
                  <a:lnTo>
                    <a:pt x="727805" y="234410"/>
                  </a:lnTo>
                  <a:lnTo>
                    <a:pt x="727329" y="232696"/>
                  </a:lnTo>
                  <a:lnTo>
                    <a:pt x="727520" y="231362"/>
                  </a:lnTo>
                  <a:lnTo>
                    <a:pt x="727901" y="230410"/>
                  </a:lnTo>
                  <a:lnTo>
                    <a:pt x="727805" y="229552"/>
                  </a:lnTo>
                  <a:lnTo>
                    <a:pt x="726662" y="228410"/>
                  </a:lnTo>
                  <a:lnTo>
                    <a:pt x="724376" y="227171"/>
                  </a:lnTo>
                  <a:lnTo>
                    <a:pt x="719138" y="222885"/>
                  </a:lnTo>
                  <a:lnTo>
                    <a:pt x="716185" y="218313"/>
                  </a:lnTo>
                  <a:lnTo>
                    <a:pt x="714851" y="217075"/>
                  </a:lnTo>
                  <a:lnTo>
                    <a:pt x="714375" y="216694"/>
                  </a:lnTo>
                  <a:lnTo>
                    <a:pt x="713518" y="215646"/>
                  </a:lnTo>
                  <a:lnTo>
                    <a:pt x="710565" y="211455"/>
                  </a:lnTo>
                  <a:lnTo>
                    <a:pt x="709041" y="209645"/>
                  </a:lnTo>
                  <a:lnTo>
                    <a:pt x="707041" y="206788"/>
                  </a:lnTo>
                  <a:lnTo>
                    <a:pt x="705517" y="203454"/>
                  </a:lnTo>
                  <a:lnTo>
                    <a:pt x="702088" y="192119"/>
                  </a:lnTo>
                  <a:lnTo>
                    <a:pt x="699707" y="187071"/>
                  </a:lnTo>
                  <a:lnTo>
                    <a:pt x="699326" y="185547"/>
                  </a:lnTo>
                  <a:lnTo>
                    <a:pt x="699516" y="183452"/>
                  </a:lnTo>
                  <a:lnTo>
                    <a:pt x="699230" y="181546"/>
                  </a:lnTo>
                  <a:lnTo>
                    <a:pt x="697135" y="178117"/>
                  </a:lnTo>
                  <a:lnTo>
                    <a:pt x="696468" y="175831"/>
                  </a:lnTo>
                  <a:lnTo>
                    <a:pt x="695420" y="172021"/>
                  </a:lnTo>
                  <a:lnTo>
                    <a:pt x="694658" y="169450"/>
                  </a:lnTo>
                  <a:lnTo>
                    <a:pt x="694754" y="168592"/>
                  </a:lnTo>
                  <a:lnTo>
                    <a:pt x="695039" y="167735"/>
                  </a:lnTo>
                  <a:lnTo>
                    <a:pt x="695706" y="167164"/>
                  </a:lnTo>
                  <a:lnTo>
                    <a:pt x="697135" y="166211"/>
                  </a:lnTo>
                  <a:lnTo>
                    <a:pt x="698183" y="165354"/>
                  </a:lnTo>
                  <a:lnTo>
                    <a:pt x="698659" y="164211"/>
                  </a:lnTo>
                  <a:lnTo>
                    <a:pt x="698754" y="162687"/>
                  </a:lnTo>
                  <a:lnTo>
                    <a:pt x="698468" y="161258"/>
                  </a:lnTo>
                  <a:lnTo>
                    <a:pt x="697992" y="160211"/>
                  </a:lnTo>
                  <a:lnTo>
                    <a:pt x="697516" y="159734"/>
                  </a:lnTo>
                  <a:lnTo>
                    <a:pt x="696659" y="159258"/>
                  </a:lnTo>
                  <a:lnTo>
                    <a:pt x="691706" y="157448"/>
                  </a:lnTo>
                  <a:lnTo>
                    <a:pt x="690753" y="156591"/>
                  </a:lnTo>
                  <a:lnTo>
                    <a:pt x="687515" y="151352"/>
                  </a:lnTo>
                  <a:lnTo>
                    <a:pt x="685514" y="148781"/>
                  </a:lnTo>
                  <a:lnTo>
                    <a:pt x="684562" y="147256"/>
                  </a:lnTo>
                  <a:lnTo>
                    <a:pt x="683895" y="145733"/>
                  </a:lnTo>
                  <a:lnTo>
                    <a:pt x="683800" y="144590"/>
                  </a:lnTo>
                  <a:lnTo>
                    <a:pt x="683895" y="143446"/>
                  </a:lnTo>
                  <a:lnTo>
                    <a:pt x="684086" y="142494"/>
                  </a:lnTo>
                  <a:lnTo>
                    <a:pt x="683990" y="141732"/>
                  </a:lnTo>
                  <a:lnTo>
                    <a:pt x="683609" y="140875"/>
                  </a:lnTo>
                  <a:lnTo>
                    <a:pt x="682562" y="139446"/>
                  </a:lnTo>
                  <a:lnTo>
                    <a:pt x="682181" y="138303"/>
                  </a:lnTo>
                  <a:lnTo>
                    <a:pt x="681990" y="137255"/>
                  </a:lnTo>
                  <a:lnTo>
                    <a:pt x="682181" y="136493"/>
                  </a:lnTo>
                  <a:lnTo>
                    <a:pt x="682562" y="135922"/>
                  </a:lnTo>
                  <a:lnTo>
                    <a:pt x="683228" y="135541"/>
                  </a:lnTo>
                  <a:lnTo>
                    <a:pt x="684943" y="135255"/>
                  </a:lnTo>
                  <a:lnTo>
                    <a:pt x="685419" y="134969"/>
                  </a:lnTo>
                  <a:lnTo>
                    <a:pt x="685705" y="134588"/>
                  </a:lnTo>
                  <a:lnTo>
                    <a:pt x="685895" y="133921"/>
                  </a:lnTo>
                  <a:lnTo>
                    <a:pt x="685895" y="133160"/>
                  </a:lnTo>
                  <a:lnTo>
                    <a:pt x="685800" y="132398"/>
                  </a:lnTo>
                  <a:lnTo>
                    <a:pt x="685514" y="131540"/>
                  </a:lnTo>
                  <a:lnTo>
                    <a:pt x="684086" y="128873"/>
                  </a:lnTo>
                  <a:lnTo>
                    <a:pt x="683800" y="126397"/>
                  </a:lnTo>
                  <a:lnTo>
                    <a:pt x="683324" y="125730"/>
                  </a:lnTo>
                  <a:lnTo>
                    <a:pt x="682562" y="125635"/>
                  </a:lnTo>
                  <a:lnTo>
                    <a:pt x="680657" y="126492"/>
                  </a:lnTo>
                  <a:lnTo>
                    <a:pt x="679609" y="127349"/>
                  </a:lnTo>
                  <a:lnTo>
                    <a:pt x="678847" y="128206"/>
                  </a:lnTo>
                  <a:lnTo>
                    <a:pt x="678180" y="128778"/>
                  </a:lnTo>
                  <a:lnTo>
                    <a:pt x="677609" y="128778"/>
                  </a:lnTo>
                  <a:lnTo>
                    <a:pt x="676561" y="128111"/>
                  </a:lnTo>
                  <a:lnTo>
                    <a:pt x="676085" y="127254"/>
                  </a:lnTo>
                  <a:lnTo>
                    <a:pt x="675894" y="126206"/>
                  </a:lnTo>
                  <a:lnTo>
                    <a:pt x="675989" y="125349"/>
                  </a:lnTo>
                  <a:lnTo>
                    <a:pt x="676751" y="122396"/>
                  </a:lnTo>
                  <a:lnTo>
                    <a:pt x="676751" y="121444"/>
                  </a:lnTo>
                  <a:lnTo>
                    <a:pt x="676466" y="120587"/>
                  </a:lnTo>
                  <a:lnTo>
                    <a:pt x="675799" y="120206"/>
                  </a:lnTo>
                  <a:lnTo>
                    <a:pt x="674751" y="120301"/>
                  </a:lnTo>
                  <a:lnTo>
                    <a:pt x="670560" y="122492"/>
                  </a:lnTo>
                  <a:lnTo>
                    <a:pt x="670084" y="122968"/>
                  </a:lnTo>
                  <a:lnTo>
                    <a:pt x="669798" y="123539"/>
                  </a:lnTo>
                  <a:lnTo>
                    <a:pt x="669703" y="124206"/>
                  </a:lnTo>
                  <a:lnTo>
                    <a:pt x="669512" y="124873"/>
                  </a:lnTo>
                  <a:lnTo>
                    <a:pt x="668750" y="125349"/>
                  </a:lnTo>
                  <a:lnTo>
                    <a:pt x="667417" y="125921"/>
                  </a:lnTo>
                  <a:lnTo>
                    <a:pt x="664940" y="126302"/>
                  </a:lnTo>
                  <a:lnTo>
                    <a:pt x="663321" y="126302"/>
                  </a:lnTo>
                  <a:lnTo>
                    <a:pt x="661416" y="124873"/>
                  </a:lnTo>
                  <a:lnTo>
                    <a:pt x="660464" y="124111"/>
                  </a:lnTo>
                  <a:lnTo>
                    <a:pt x="659511" y="123635"/>
                  </a:lnTo>
                  <a:lnTo>
                    <a:pt x="658654" y="123825"/>
                  </a:lnTo>
                  <a:lnTo>
                    <a:pt x="656939" y="125635"/>
                  </a:lnTo>
                  <a:lnTo>
                    <a:pt x="655892" y="126397"/>
                  </a:lnTo>
                  <a:lnTo>
                    <a:pt x="653606" y="126778"/>
                  </a:lnTo>
                  <a:lnTo>
                    <a:pt x="652558" y="127254"/>
                  </a:lnTo>
                  <a:lnTo>
                    <a:pt x="650843" y="128302"/>
                  </a:lnTo>
                  <a:lnTo>
                    <a:pt x="649986" y="128492"/>
                  </a:lnTo>
                  <a:lnTo>
                    <a:pt x="648843" y="128683"/>
                  </a:lnTo>
                  <a:lnTo>
                    <a:pt x="647795" y="128588"/>
                  </a:lnTo>
                  <a:lnTo>
                    <a:pt x="646843" y="128016"/>
                  </a:lnTo>
                  <a:lnTo>
                    <a:pt x="646081" y="127159"/>
                  </a:lnTo>
                  <a:lnTo>
                    <a:pt x="644938" y="124301"/>
                  </a:lnTo>
                  <a:lnTo>
                    <a:pt x="644271" y="122968"/>
                  </a:lnTo>
                  <a:lnTo>
                    <a:pt x="643414" y="122015"/>
                  </a:lnTo>
                  <a:lnTo>
                    <a:pt x="641985" y="121348"/>
                  </a:lnTo>
                  <a:lnTo>
                    <a:pt x="640652" y="121444"/>
                  </a:lnTo>
                  <a:lnTo>
                    <a:pt x="638366" y="122777"/>
                  </a:lnTo>
                  <a:lnTo>
                    <a:pt x="637794" y="122873"/>
                  </a:lnTo>
                  <a:lnTo>
                    <a:pt x="636937" y="122777"/>
                  </a:lnTo>
                  <a:lnTo>
                    <a:pt x="635794" y="122492"/>
                  </a:lnTo>
                  <a:lnTo>
                    <a:pt x="635127" y="122206"/>
                  </a:lnTo>
                  <a:lnTo>
                    <a:pt x="634270" y="121348"/>
                  </a:lnTo>
                  <a:lnTo>
                    <a:pt x="633508" y="120110"/>
                  </a:lnTo>
                  <a:lnTo>
                    <a:pt x="632174" y="117253"/>
                  </a:lnTo>
                  <a:lnTo>
                    <a:pt x="631127" y="114205"/>
                  </a:lnTo>
                  <a:lnTo>
                    <a:pt x="630936" y="113157"/>
                  </a:lnTo>
                  <a:lnTo>
                    <a:pt x="630650" y="112300"/>
                  </a:lnTo>
                  <a:lnTo>
                    <a:pt x="629984" y="111442"/>
                  </a:lnTo>
                  <a:lnTo>
                    <a:pt x="627888" y="109728"/>
                  </a:lnTo>
                  <a:lnTo>
                    <a:pt x="626840" y="109156"/>
                  </a:lnTo>
                  <a:lnTo>
                    <a:pt x="625316" y="108585"/>
                  </a:lnTo>
                  <a:lnTo>
                    <a:pt x="623030" y="108109"/>
                  </a:lnTo>
                  <a:lnTo>
                    <a:pt x="622078" y="107728"/>
                  </a:lnTo>
                  <a:lnTo>
                    <a:pt x="620268" y="106585"/>
                  </a:lnTo>
                  <a:lnTo>
                    <a:pt x="619125" y="106394"/>
                  </a:lnTo>
                  <a:lnTo>
                    <a:pt x="617982" y="106490"/>
                  </a:lnTo>
                  <a:lnTo>
                    <a:pt x="616553" y="107156"/>
                  </a:lnTo>
                  <a:lnTo>
                    <a:pt x="615315" y="108014"/>
                  </a:lnTo>
                  <a:lnTo>
                    <a:pt x="613886" y="109347"/>
                  </a:lnTo>
                  <a:lnTo>
                    <a:pt x="612839" y="110585"/>
                  </a:lnTo>
                  <a:lnTo>
                    <a:pt x="611696" y="111347"/>
                  </a:lnTo>
                  <a:lnTo>
                    <a:pt x="610743" y="111633"/>
                  </a:lnTo>
                  <a:lnTo>
                    <a:pt x="608933" y="111538"/>
                  </a:lnTo>
                  <a:lnTo>
                    <a:pt x="605028" y="110681"/>
                  </a:lnTo>
                  <a:lnTo>
                    <a:pt x="604457" y="110776"/>
                  </a:lnTo>
                  <a:lnTo>
                    <a:pt x="601123" y="111252"/>
                  </a:lnTo>
                  <a:lnTo>
                    <a:pt x="599599" y="111252"/>
                  </a:lnTo>
                  <a:lnTo>
                    <a:pt x="598932" y="111442"/>
                  </a:lnTo>
                  <a:lnTo>
                    <a:pt x="598075" y="111728"/>
                  </a:lnTo>
                  <a:lnTo>
                    <a:pt x="597599" y="112395"/>
                  </a:lnTo>
                  <a:lnTo>
                    <a:pt x="597408" y="113252"/>
                  </a:lnTo>
                  <a:lnTo>
                    <a:pt x="597027" y="114967"/>
                  </a:lnTo>
                  <a:lnTo>
                    <a:pt x="596646" y="115633"/>
                  </a:lnTo>
                  <a:lnTo>
                    <a:pt x="596075" y="116015"/>
                  </a:lnTo>
                  <a:lnTo>
                    <a:pt x="595027" y="116015"/>
                  </a:lnTo>
                  <a:lnTo>
                    <a:pt x="593884" y="115824"/>
                  </a:lnTo>
                  <a:lnTo>
                    <a:pt x="593027" y="115062"/>
                  </a:lnTo>
                  <a:lnTo>
                    <a:pt x="592360" y="113919"/>
                  </a:lnTo>
                  <a:lnTo>
                    <a:pt x="591217" y="111252"/>
                  </a:lnTo>
                  <a:lnTo>
                    <a:pt x="590360" y="109823"/>
                  </a:lnTo>
                  <a:lnTo>
                    <a:pt x="588550" y="107537"/>
                  </a:lnTo>
                  <a:lnTo>
                    <a:pt x="588074" y="106490"/>
                  </a:lnTo>
                  <a:lnTo>
                    <a:pt x="587312" y="104775"/>
                  </a:lnTo>
                  <a:lnTo>
                    <a:pt x="585978" y="102775"/>
                  </a:lnTo>
                  <a:lnTo>
                    <a:pt x="585407" y="102203"/>
                  </a:lnTo>
                  <a:lnTo>
                    <a:pt x="585216" y="101441"/>
                  </a:lnTo>
                  <a:lnTo>
                    <a:pt x="585216" y="100394"/>
                  </a:lnTo>
                  <a:lnTo>
                    <a:pt x="585788" y="98869"/>
                  </a:lnTo>
                  <a:lnTo>
                    <a:pt x="586740" y="98203"/>
                  </a:lnTo>
                  <a:lnTo>
                    <a:pt x="587597" y="97917"/>
                  </a:lnTo>
                  <a:lnTo>
                    <a:pt x="590931" y="98108"/>
                  </a:lnTo>
                  <a:lnTo>
                    <a:pt x="591884" y="97917"/>
                  </a:lnTo>
                  <a:lnTo>
                    <a:pt x="592646" y="97536"/>
                  </a:lnTo>
                  <a:lnTo>
                    <a:pt x="593217" y="96583"/>
                  </a:lnTo>
                  <a:lnTo>
                    <a:pt x="593598" y="95250"/>
                  </a:lnTo>
                  <a:lnTo>
                    <a:pt x="594074" y="90964"/>
                  </a:lnTo>
                  <a:lnTo>
                    <a:pt x="593789" y="89535"/>
                  </a:lnTo>
                  <a:lnTo>
                    <a:pt x="592741" y="87821"/>
                  </a:lnTo>
                  <a:lnTo>
                    <a:pt x="590741" y="85535"/>
                  </a:lnTo>
                  <a:lnTo>
                    <a:pt x="589979" y="84011"/>
                  </a:lnTo>
                  <a:lnTo>
                    <a:pt x="589502" y="81725"/>
                  </a:lnTo>
                  <a:lnTo>
                    <a:pt x="590550" y="70485"/>
                  </a:lnTo>
                  <a:lnTo>
                    <a:pt x="591122" y="68294"/>
                  </a:lnTo>
                  <a:lnTo>
                    <a:pt x="592741" y="63627"/>
                  </a:lnTo>
                  <a:lnTo>
                    <a:pt x="593122" y="61531"/>
                  </a:lnTo>
                  <a:lnTo>
                    <a:pt x="593027" y="59817"/>
                  </a:lnTo>
                  <a:lnTo>
                    <a:pt x="592169" y="58483"/>
                  </a:lnTo>
                  <a:lnTo>
                    <a:pt x="591503" y="57912"/>
                  </a:lnTo>
                  <a:lnTo>
                    <a:pt x="590645" y="57817"/>
                  </a:lnTo>
                  <a:lnTo>
                    <a:pt x="590074" y="58007"/>
                  </a:lnTo>
                  <a:lnTo>
                    <a:pt x="589598" y="58483"/>
                  </a:lnTo>
                  <a:lnTo>
                    <a:pt x="588836" y="59436"/>
                  </a:lnTo>
                  <a:lnTo>
                    <a:pt x="588455" y="59627"/>
                  </a:lnTo>
                  <a:lnTo>
                    <a:pt x="587883" y="59722"/>
                  </a:lnTo>
                  <a:lnTo>
                    <a:pt x="586454" y="59722"/>
                  </a:lnTo>
                  <a:lnTo>
                    <a:pt x="585597" y="59912"/>
                  </a:lnTo>
                  <a:lnTo>
                    <a:pt x="584835" y="60389"/>
                  </a:lnTo>
                  <a:lnTo>
                    <a:pt x="583597" y="61436"/>
                  </a:lnTo>
                  <a:lnTo>
                    <a:pt x="582644" y="61913"/>
                  </a:lnTo>
                  <a:lnTo>
                    <a:pt x="581597" y="62198"/>
                  </a:lnTo>
                  <a:lnTo>
                    <a:pt x="580739" y="62294"/>
                  </a:lnTo>
                  <a:lnTo>
                    <a:pt x="579596" y="62198"/>
                  </a:lnTo>
                  <a:lnTo>
                    <a:pt x="578358" y="61817"/>
                  </a:lnTo>
                  <a:lnTo>
                    <a:pt x="577215" y="61246"/>
                  </a:lnTo>
                  <a:lnTo>
                    <a:pt x="576453" y="60198"/>
                  </a:lnTo>
                  <a:lnTo>
                    <a:pt x="576263" y="58769"/>
                  </a:lnTo>
                  <a:lnTo>
                    <a:pt x="576453" y="56198"/>
                  </a:lnTo>
                  <a:lnTo>
                    <a:pt x="577025" y="54007"/>
                  </a:lnTo>
                  <a:lnTo>
                    <a:pt x="578168" y="51625"/>
                  </a:lnTo>
                  <a:lnTo>
                    <a:pt x="578834" y="50673"/>
                  </a:lnTo>
                  <a:lnTo>
                    <a:pt x="579215" y="50292"/>
                  </a:lnTo>
                  <a:lnTo>
                    <a:pt x="580263" y="50006"/>
                  </a:lnTo>
                  <a:lnTo>
                    <a:pt x="583787" y="48387"/>
                  </a:lnTo>
                  <a:lnTo>
                    <a:pt x="584930" y="47625"/>
                  </a:lnTo>
                  <a:lnTo>
                    <a:pt x="585692" y="46768"/>
                  </a:lnTo>
                  <a:lnTo>
                    <a:pt x="586359" y="45720"/>
                  </a:lnTo>
                  <a:lnTo>
                    <a:pt x="586645" y="44577"/>
                  </a:lnTo>
                  <a:lnTo>
                    <a:pt x="586550" y="43339"/>
                  </a:lnTo>
                  <a:lnTo>
                    <a:pt x="586073" y="42100"/>
                  </a:lnTo>
                  <a:lnTo>
                    <a:pt x="584930" y="40958"/>
                  </a:lnTo>
                  <a:lnTo>
                    <a:pt x="583978" y="40291"/>
                  </a:lnTo>
                  <a:lnTo>
                    <a:pt x="583025" y="39243"/>
                  </a:lnTo>
                  <a:lnTo>
                    <a:pt x="582549" y="38481"/>
                  </a:lnTo>
                  <a:lnTo>
                    <a:pt x="582835" y="34195"/>
                  </a:lnTo>
                  <a:lnTo>
                    <a:pt x="567690" y="32099"/>
                  </a:lnTo>
                  <a:lnTo>
                    <a:pt x="556736" y="32194"/>
                  </a:lnTo>
                  <a:lnTo>
                    <a:pt x="513493" y="29908"/>
                  </a:lnTo>
                  <a:lnTo>
                    <a:pt x="510159" y="29337"/>
                  </a:lnTo>
                  <a:lnTo>
                    <a:pt x="509873" y="27242"/>
                  </a:lnTo>
                  <a:lnTo>
                    <a:pt x="509873" y="27242"/>
                  </a:lnTo>
                  <a:lnTo>
                    <a:pt x="510159" y="26289"/>
                  </a:lnTo>
                  <a:lnTo>
                    <a:pt x="511493" y="22574"/>
                  </a:lnTo>
                  <a:lnTo>
                    <a:pt x="519684" y="8858"/>
                  </a:lnTo>
                  <a:lnTo>
                    <a:pt x="519875" y="8287"/>
                  </a:lnTo>
                  <a:lnTo>
                    <a:pt x="520446" y="5715"/>
                  </a:lnTo>
                  <a:lnTo>
                    <a:pt x="520541" y="3429"/>
                  </a:lnTo>
                  <a:lnTo>
                    <a:pt x="519779" y="1048"/>
                  </a:lnTo>
                  <a:lnTo>
                    <a:pt x="517112" y="0"/>
                  </a:lnTo>
                  <a:lnTo>
                    <a:pt x="516827" y="2096"/>
                  </a:lnTo>
                  <a:lnTo>
                    <a:pt x="497681" y="18193"/>
                  </a:lnTo>
                  <a:lnTo>
                    <a:pt x="493205" y="20765"/>
                  </a:lnTo>
                  <a:lnTo>
                    <a:pt x="472250" y="25527"/>
                  </a:lnTo>
                  <a:lnTo>
                    <a:pt x="452342" y="34862"/>
                  </a:lnTo>
                  <a:lnTo>
                    <a:pt x="450533" y="36862"/>
                  </a:lnTo>
                  <a:lnTo>
                    <a:pt x="445675" y="53150"/>
                  </a:lnTo>
                  <a:lnTo>
                    <a:pt x="440722" y="69247"/>
                  </a:lnTo>
                  <a:lnTo>
                    <a:pt x="434721" y="88773"/>
                  </a:lnTo>
                  <a:lnTo>
                    <a:pt x="428435" y="101156"/>
                  </a:lnTo>
                  <a:lnTo>
                    <a:pt x="422720" y="112109"/>
                  </a:lnTo>
                  <a:lnTo>
                    <a:pt x="413766" y="129635"/>
                  </a:lnTo>
                  <a:lnTo>
                    <a:pt x="406527" y="139351"/>
                  </a:lnTo>
                  <a:lnTo>
                    <a:pt x="403574" y="144304"/>
                  </a:lnTo>
                  <a:lnTo>
                    <a:pt x="399860" y="153448"/>
                  </a:lnTo>
                  <a:lnTo>
                    <a:pt x="398431" y="155448"/>
                  </a:lnTo>
                  <a:lnTo>
                    <a:pt x="396526" y="156781"/>
                  </a:lnTo>
                  <a:lnTo>
                    <a:pt x="381572" y="164592"/>
                  </a:lnTo>
                  <a:lnTo>
                    <a:pt x="368427" y="171450"/>
                  </a:lnTo>
                  <a:lnTo>
                    <a:pt x="353092" y="179546"/>
                  </a:lnTo>
                  <a:lnTo>
                    <a:pt x="336614" y="188214"/>
                  </a:lnTo>
                  <a:lnTo>
                    <a:pt x="333375" y="190405"/>
                  </a:lnTo>
                  <a:lnTo>
                    <a:pt x="324803" y="200977"/>
                  </a:lnTo>
                  <a:lnTo>
                    <a:pt x="322040" y="206407"/>
                  </a:lnTo>
                  <a:lnTo>
                    <a:pt x="315278" y="232791"/>
                  </a:lnTo>
                  <a:lnTo>
                    <a:pt x="312992" y="239077"/>
                  </a:lnTo>
                  <a:lnTo>
                    <a:pt x="309753" y="244697"/>
                  </a:lnTo>
                  <a:lnTo>
                    <a:pt x="305276" y="249460"/>
                  </a:lnTo>
                  <a:lnTo>
                    <a:pt x="291084" y="261175"/>
                  </a:lnTo>
                  <a:lnTo>
                    <a:pt x="281940" y="273272"/>
                  </a:lnTo>
                  <a:lnTo>
                    <a:pt x="280607" y="275939"/>
                  </a:lnTo>
                  <a:lnTo>
                    <a:pt x="279940" y="278321"/>
                  </a:lnTo>
                  <a:lnTo>
                    <a:pt x="278606" y="294322"/>
                  </a:lnTo>
                  <a:lnTo>
                    <a:pt x="278035" y="296323"/>
                  </a:lnTo>
                  <a:lnTo>
                    <a:pt x="276416" y="297561"/>
                  </a:lnTo>
                  <a:lnTo>
                    <a:pt x="258032" y="303181"/>
                  </a:lnTo>
                  <a:lnTo>
                    <a:pt x="241840" y="308229"/>
                  </a:lnTo>
                  <a:lnTo>
                    <a:pt x="232124" y="308991"/>
                  </a:lnTo>
                  <a:lnTo>
                    <a:pt x="222980" y="308229"/>
                  </a:lnTo>
                  <a:lnTo>
                    <a:pt x="213074" y="309086"/>
                  </a:lnTo>
                  <a:lnTo>
                    <a:pt x="203264" y="311277"/>
                  </a:lnTo>
                  <a:lnTo>
                    <a:pt x="194501" y="314230"/>
                  </a:lnTo>
                  <a:lnTo>
                    <a:pt x="180308" y="321278"/>
                  </a:lnTo>
                  <a:lnTo>
                    <a:pt x="167164" y="327850"/>
                  </a:lnTo>
                  <a:lnTo>
                    <a:pt x="157639" y="330041"/>
                  </a:lnTo>
                  <a:lnTo>
                    <a:pt x="149638" y="328898"/>
                  </a:lnTo>
                  <a:lnTo>
                    <a:pt x="143732" y="324803"/>
                  </a:lnTo>
                  <a:lnTo>
                    <a:pt x="139256" y="318325"/>
                  </a:lnTo>
                  <a:lnTo>
                    <a:pt x="135636" y="310039"/>
                  </a:lnTo>
                  <a:lnTo>
                    <a:pt x="135350" y="307467"/>
                  </a:lnTo>
                  <a:lnTo>
                    <a:pt x="135731" y="302609"/>
                  </a:lnTo>
                  <a:lnTo>
                    <a:pt x="134779" y="299942"/>
                  </a:lnTo>
                  <a:lnTo>
                    <a:pt x="133445" y="298323"/>
                  </a:lnTo>
                  <a:lnTo>
                    <a:pt x="130112" y="295656"/>
                  </a:lnTo>
                  <a:lnTo>
                    <a:pt x="126302" y="291275"/>
                  </a:lnTo>
                  <a:lnTo>
                    <a:pt x="123444" y="288988"/>
                  </a:lnTo>
                  <a:lnTo>
                    <a:pt x="120206" y="287274"/>
                  </a:lnTo>
                  <a:lnTo>
                    <a:pt x="116777" y="286131"/>
                  </a:lnTo>
                  <a:lnTo>
                    <a:pt x="114395" y="285845"/>
                  </a:lnTo>
                  <a:lnTo>
                    <a:pt x="112109" y="286417"/>
                  </a:lnTo>
                  <a:lnTo>
                    <a:pt x="107728" y="288226"/>
                  </a:lnTo>
                  <a:lnTo>
                    <a:pt x="103251" y="288893"/>
                  </a:lnTo>
                  <a:lnTo>
                    <a:pt x="101156" y="289560"/>
                  </a:lnTo>
                  <a:lnTo>
                    <a:pt x="99155" y="290989"/>
                  </a:lnTo>
                  <a:lnTo>
                    <a:pt x="92678" y="298228"/>
                  </a:lnTo>
                  <a:lnTo>
                    <a:pt x="84677" y="303943"/>
                  </a:lnTo>
                  <a:lnTo>
                    <a:pt x="83534" y="305181"/>
                  </a:lnTo>
                  <a:lnTo>
                    <a:pt x="73533" y="315659"/>
                  </a:lnTo>
                  <a:lnTo>
                    <a:pt x="72200" y="317945"/>
                  </a:lnTo>
                  <a:lnTo>
                    <a:pt x="63722" y="343091"/>
                  </a:lnTo>
                  <a:lnTo>
                    <a:pt x="60960" y="346996"/>
                  </a:lnTo>
                  <a:lnTo>
                    <a:pt x="51149" y="356616"/>
                  </a:lnTo>
                  <a:lnTo>
                    <a:pt x="44196" y="367855"/>
                  </a:lnTo>
                  <a:lnTo>
                    <a:pt x="30671" y="380905"/>
                  </a:lnTo>
                  <a:lnTo>
                    <a:pt x="23241" y="386143"/>
                  </a:lnTo>
                  <a:lnTo>
                    <a:pt x="12764" y="396716"/>
                  </a:lnTo>
                  <a:lnTo>
                    <a:pt x="8001" y="404813"/>
                  </a:lnTo>
                  <a:lnTo>
                    <a:pt x="4953" y="414623"/>
                  </a:lnTo>
                  <a:lnTo>
                    <a:pt x="2477" y="430625"/>
                  </a:lnTo>
                  <a:lnTo>
                    <a:pt x="0" y="445961"/>
                  </a:lnTo>
                  <a:lnTo>
                    <a:pt x="953" y="451295"/>
                  </a:lnTo>
                  <a:lnTo>
                    <a:pt x="4572" y="455390"/>
                  </a:lnTo>
                  <a:lnTo>
                    <a:pt x="22479" y="462820"/>
                  </a:lnTo>
                  <a:lnTo>
                    <a:pt x="27146" y="465963"/>
                  </a:lnTo>
                  <a:lnTo>
                    <a:pt x="35433" y="473488"/>
                  </a:lnTo>
                  <a:lnTo>
                    <a:pt x="40481" y="475393"/>
                  </a:lnTo>
                  <a:lnTo>
                    <a:pt x="68199" y="474250"/>
                  </a:lnTo>
                  <a:lnTo>
                    <a:pt x="72581" y="475297"/>
                  </a:lnTo>
                  <a:lnTo>
                    <a:pt x="76676" y="477679"/>
                  </a:lnTo>
                  <a:lnTo>
                    <a:pt x="80010" y="481870"/>
                  </a:lnTo>
                  <a:lnTo>
                    <a:pt x="80582" y="486537"/>
                  </a:lnTo>
                  <a:lnTo>
                    <a:pt x="79820" y="497205"/>
                  </a:lnTo>
                  <a:lnTo>
                    <a:pt x="80296" y="502253"/>
                  </a:lnTo>
                  <a:lnTo>
                    <a:pt x="79915" y="504539"/>
                  </a:lnTo>
                  <a:lnTo>
                    <a:pt x="78772" y="507206"/>
                  </a:lnTo>
                  <a:lnTo>
                    <a:pt x="78200" y="509683"/>
                  </a:lnTo>
                  <a:lnTo>
                    <a:pt x="78391" y="512159"/>
                  </a:lnTo>
                  <a:lnTo>
                    <a:pt x="79248" y="517398"/>
                  </a:lnTo>
                  <a:lnTo>
                    <a:pt x="78677" y="522065"/>
                  </a:lnTo>
                  <a:lnTo>
                    <a:pt x="76962" y="526828"/>
                  </a:lnTo>
                  <a:lnTo>
                    <a:pt x="70771" y="537210"/>
                  </a:lnTo>
                  <a:lnTo>
                    <a:pt x="70295" y="539401"/>
                  </a:lnTo>
                  <a:lnTo>
                    <a:pt x="70199" y="543973"/>
                  </a:lnTo>
                  <a:lnTo>
                    <a:pt x="69152" y="550640"/>
                  </a:lnTo>
                  <a:lnTo>
                    <a:pt x="69247" y="552545"/>
                  </a:lnTo>
                  <a:lnTo>
                    <a:pt x="71342" y="559022"/>
                  </a:lnTo>
                  <a:lnTo>
                    <a:pt x="75057" y="565213"/>
                  </a:lnTo>
                  <a:lnTo>
                    <a:pt x="79534" y="570643"/>
                  </a:lnTo>
                  <a:lnTo>
                    <a:pt x="84296" y="574738"/>
                  </a:lnTo>
                  <a:lnTo>
                    <a:pt x="86392" y="577405"/>
                  </a:lnTo>
                  <a:lnTo>
                    <a:pt x="88773" y="584549"/>
                  </a:lnTo>
                  <a:lnTo>
                    <a:pt x="90488" y="587502"/>
                  </a:lnTo>
                  <a:lnTo>
                    <a:pt x="92297" y="588836"/>
                  </a:lnTo>
                  <a:lnTo>
                    <a:pt x="96774" y="590455"/>
                  </a:lnTo>
                  <a:lnTo>
                    <a:pt x="103251" y="591884"/>
                  </a:lnTo>
                  <a:lnTo>
                    <a:pt x="116777" y="591503"/>
                  </a:lnTo>
                  <a:lnTo>
                    <a:pt x="121349" y="590550"/>
                  </a:lnTo>
                  <a:lnTo>
                    <a:pt x="125730" y="588645"/>
                  </a:lnTo>
                  <a:lnTo>
                    <a:pt x="130112" y="587312"/>
                  </a:lnTo>
                  <a:lnTo>
                    <a:pt x="134684" y="588264"/>
                  </a:lnTo>
                  <a:lnTo>
                    <a:pt x="137160" y="591788"/>
                  </a:lnTo>
                  <a:lnTo>
                    <a:pt x="137636" y="597027"/>
                  </a:lnTo>
                  <a:lnTo>
                    <a:pt x="137065" y="608171"/>
                  </a:lnTo>
                  <a:lnTo>
                    <a:pt x="136303" y="622840"/>
                  </a:lnTo>
                  <a:lnTo>
                    <a:pt x="137255" y="627317"/>
                  </a:lnTo>
                  <a:lnTo>
                    <a:pt x="139065" y="629984"/>
                  </a:lnTo>
                  <a:lnTo>
                    <a:pt x="143732" y="635032"/>
                  </a:lnTo>
                  <a:lnTo>
                    <a:pt x="144685" y="638270"/>
                  </a:lnTo>
                  <a:lnTo>
                    <a:pt x="145161" y="641223"/>
                  </a:lnTo>
                  <a:lnTo>
                    <a:pt x="146495" y="643795"/>
                  </a:lnTo>
                  <a:lnTo>
                    <a:pt x="150400" y="648176"/>
                  </a:lnTo>
                  <a:lnTo>
                    <a:pt x="157639" y="654463"/>
                  </a:lnTo>
                  <a:lnTo>
                    <a:pt x="159639" y="657034"/>
                  </a:lnTo>
                  <a:lnTo>
                    <a:pt x="160973" y="660083"/>
                  </a:lnTo>
                  <a:lnTo>
                    <a:pt x="164783" y="677609"/>
                  </a:lnTo>
                  <a:lnTo>
                    <a:pt x="167354" y="684657"/>
                  </a:lnTo>
                  <a:lnTo>
                    <a:pt x="170498" y="691325"/>
                  </a:lnTo>
                  <a:lnTo>
                    <a:pt x="177451" y="702278"/>
                  </a:lnTo>
                  <a:lnTo>
                    <a:pt x="181356" y="713327"/>
                  </a:lnTo>
                  <a:lnTo>
                    <a:pt x="183642" y="716947"/>
                  </a:lnTo>
                  <a:lnTo>
                    <a:pt x="187166" y="717613"/>
                  </a:lnTo>
                  <a:lnTo>
                    <a:pt x="192119" y="720947"/>
                  </a:lnTo>
                  <a:lnTo>
                    <a:pt x="202787" y="723995"/>
                  </a:lnTo>
                  <a:lnTo>
                    <a:pt x="204216" y="724091"/>
                  </a:lnTo>
                  <a:lnTo>
                    <a:pt x="206121" y="723995"/>
                  </a:lnTo>
                  <a:lnTo>
                    <a:pt x="207931" y="722662"/>
                  </a:lnTo>
                  <a:lnTo>
                    <a:pt x="209455" y="721900"/>
                  </a:lnTo>
                  <a:lnTo>
                    <a:pt x="211265" y="721328"/>
                  </a:lnTo>
                  <a:lnTo>
                    <a:pt x="214217" y="720757"/>
                  </a:lnTo>
                  <a:lnTo>
                    <a:pt x="215837" y="721043"/>
                  </a:lnTo>
                  <a:lnTo>
                    <a:pt x="218408" y="722281"/>
                  </a:lnTo>
                  <a:lnTo>
                    <a:pt x="220790" y="722757"/>
                  </a:lnTo>
                  <a:lnTo>
                    <a:pt x="222504" y="722471"/>
                  </a:lnTo>
                  <a:lnTo>
                    <a:pt x="224314" y="721709"/>
                  </a:lnTo>
                  <a:lnTo>
                    <a:pt x="227743" y="719042"/>
                  </a:lnTo>
                  <a:lnTo>
                    <a:pt x="228981" y="718280"/>
                  </a:lnTo>
                  <a:lnTo>
                    <a:pt x="231267" y="717709"/>
                  </a:lnTo>
                  <a:lnTo>
                    <a:pt x="240125" y="717518"/>
                  </a:lnTo>
                  <a:lnTo>
                    <a:pt x="243078" y="717709"/>
                  </a:lnTo>
                  <a:lnTo>
                    <a:pt x="245269" y="718280"/>
                  </a:lnTo>
                  <a:lnTo>
                    <a:pt x="247460" y="720090"/>
                  </a:lnTo>
                  <a:lnTo>
                    <a:pt x="248698" y="720852"/>
                  </a:lnTo>
                  <a:lnTo>
                    <a:pt x="250603" y="721328"/>
                  </a:lnTo>
                  <a:lnTo>
                    <a:pt x="252317" y="721328"/>
                  </a:lnTo>
                  <a:lnTo>
                    <a:pt x="263747" y="718757"/>
                  </a:lnTo>
                  <a:lnTo>
                    <a:pt x="265081" y="718947"/>
                  </a:lnTo>
                  <a:lnTo>
                    <a:pt x="265843" y="719709"/>
                  </a:lnTo>
                  <a:lnTo>
                    <a:pt x="266129" y="720947"/>
                  </a:lnTo>
                  <a:lnTo>
                    <a:pt x="266605" y="722281"/>
                  </a:lnTo>
                  <a:lnTo>
                    <a:pt x="267653" y="723233"/>
                  </a:lnTo>
                  <a:lnTo>
                    <a:pt x="270320" y="724091"/>
                  </a:lnTo>
                  <a:lnTo>
                    <a:pt x="271844" y="724186"/>
                  </a:lnTo>
                  <a:lnTo>
                    <a:pt x="272701" y="723805"/>
                  </a:lnTo>
                  <a:lnTo>
                    <a:pt x="272891" y="723138"/>
                  </a:lnTo>
                  <a:lnTo>
                    <a:pt x="272796" y="721424"/>
                  </a:lnTo>
                  <a:lnTo>
                    <a:pt x="272796" y="720662"/>
                  </a:lnTo>
                  <a:lnTo>
                    <a:pt x="273272" y="719614"/>
                  </a:lnTo>
                  <a:lnTo>
                    <a:pt x="274225" y="718757"/>
                  </a:lnTo>
                  <a:lnTo>
                    <a:pt x="275939" y="717899"/>
                  </a:lnTo>
                  <a:lnTo>
                    <a:pt x="277178" y="717709"/>
                  </a:lnTo>
                  <a:lnTo>
                    <a:pt x="278225" y="717804"/>
                  </a:lnTo>
                  <a:lnTo>
                    <a:pt x="278987" y="718280"/>
                  </a:lnTo>
                  <a:lnTo>
                    <a:pt x="280130" y="720090"/>
                  </a:lnTo>
                  <a:lnTo>
                    <a:pt x="281083" y="720852"/>
                  </a:lnTo>
                  <a:lnTo>
                    <a:pt x="283274" y="721424"/>
                  </a:lnTo>
                  <a:lnTo>
                    <a:pt x="284988" y="721328"/>
                  </a:lnTo>
                  <a:lnTo>
                    <a:pt x="286512" y="720757"/>
                  </a:lnTo>
                  <a:lnTo>
                    <a:pt x="287560" y="719804"/>
                  </a:lnTo>
                  <a:lnTo>
                    <a:pt x="289465" y="717613"/>
                  </a:lnTo>
                  <a:lnTo>
                    <a:pt x="290036" y="717042"/>
                  </a:lnTo>
                  <a:lnTo>
                    <a:pt x="290989" y="716566"/>
                  </a:lnTo>
                  <a:lnTo>
                    <a:pt x="296418" y="715137"/>
                  </a:lnTo>
                  <a:lnTo>
                    <a:pt x="298323" y="714947"/>
                  </a:lnTo>
                  <a:lnTo>
                    <a:pt x="299561" y="715804"/>
                  </a:lnTo>
                  <a:lnTo>
                    <a:pt x="300419" y="717233"/>
                  </a:lnTo>
                  <a:lnTo>
                    <a:pt x="301752" y="719995"/>
                  </a:lnTo>
                  <a:lnTo>
                    <a:pt x="303943" y="721519"/>
                  </a:lnTo>
                  <a:lnTo>
                    <a:pt x="312420" y="724376"/>
                  </a:lnTo>
                  <a:lnTo>
                    <a:pt x="316325" y="724853"/>
                  </a:lnTo>
                  <a:lnTo>
                    <a:pt x="323183" y="724186"/>
                  </a:lnTo>
                  <a:lnTo>
                    <a:pt x="327374" y="723138"/>
                  </a:lnTo>
                  <a:lnTo>
                    <a:pt x="329184" y="722947"/>
                  </a:lnTo>
                  <a:lnTo>
                    <a:pt x="330232" y="723329"/>
                  </a:lnTo>
                  <a:lnTo>
                    <a:pt x="330803" y="724186"/>
                  </a:lnTo>
                  <a:lnTo>
                    <a:pt x="330994" y="725234"/>
                  </a:lnTo>
                  <a:lnTo>
                    <a:pt x="330803" y="725996"/>
                  </a:lnTo>
                  <a:lnTo>
                    <a:pt x="330422" y="726472"/>
                  </a:lnTo>
                  <a:lnTo>
                    <a:pt x="329375" y="726948"/>
                  </a:lnTo>
                  <a:lnTo>
                    <a:pt x="328041" y="727234"/>
                  </a:lnTo>
                  <a:lnTo>
                    <a:pt x="322707" y="727615"/>
                  </a:lnTo>
                  <a:lnTo>
                    <a:pt x="322040" y="727901"/>
                  </a:lnTo>
                  <a:lnTo>
                    <a:pt x="321374" y="728186"/>
                  </a:lnTo>
                  <a:lnTo>
                    <a:pt x="320993" y="728758"/>
                  </a:lnTo>
                  <a:lnTo>
                    <a:pt x="321183" y="729615"/>
                  </a:lnTo>
                  <a:lnTo>
                    <a:pt x="321945" y="730663"/>
                  </a:lnTo>
                  <a:lnTo>
                    <a:pt x="324231" y="732663"/>
                  </a:lnTo>
                  <a:lnTo>
                    <a:pt x="325850" y="733616"/>
                  </a:lnTo>
                  <a:lnTo>
                    <a:pt x="327470" y="734092"/>
                  </a:lnTo>
                  <a:lnTo>
                    <a:pt x="328803" y="734092"/>
                  </a:lnTo>
                  <a:lnTo>
                    <a:pt x="330613" y="734282"/>
                  </a:lnTo>
                  <a:lnTo>
                    <a:pt x="331565" y="734663"/>
                  </a:lnTo>
                  <a:lnTo>
                    <a:pt x="331946" y="735235"/>
                  </a:lnTo>
                  <a:lnTo>
                    <a:pt x="332327" y="736283"/>
                  </a:lnTo>
                  <a:lnTo>
                    <a:pt x="332804" y="737235"/>
                  </a:lnTo>
                  <a:lnTo>
                    <a:pt x="333566" y="738283"/>
                  </a:lnTo>
                  <a:lnTo>
                    <a:pt x="334518" y="738568"/>
                  </a:lnTo>
                  <a:lnTo>
                    <a:pt x="335566" y="738568"/>
                  </a:lnTo>
                  <a:lnTo>
                    <a:pt x="336995" y="738283"/>
                  </a:lnTo>
                  <a:lnTo>
                    <a:pt x="338328" y="738188"/>
                  </a:lnTo>
                  <a:lnTo>
                    <a:pt x="340233" y="738473"/>
                  </a:lnTo>
                  <a:lnTo>
                    <a:pt x="340805" y="739140"/>
                  </a:lnTo>
                  <a:lnTo>
                    <a:pt x="340900" y="740093"/>
                  </a:lnTo>
                  <a:lnTo>
                    <a:pt x="340709" y="741236"/>
                  </a:lnTo>
                  <a:lnTo>
                    <a:pt x="340614" y="741521"/>
                  </a:lnTo>
                  <a:lnTo>
                    <a:pt x="340805" y="742759"/>
                  </a:lnTo>
                  <a:lnTo>
                    <a:pt x="341186" y="743712"/>
                  </a:lnTo>
                  <a:lnTo>
                    <a:pt x="342329" y="745903"/>
                  </a:lnTo>
                  <a:lnTo>
                    <a:pt x="343376" y="748189"/>
                  </a:lnTo>
                  <a:lnTo>
                    <a:pt x="344329" y="749618"/>
                  </a:lnTo>
                  <a:lnTo>
                    <a:pt x="345186" y="750189"/>
                  </a:lnTo>
                  <a:lnTo>
                    <a:pt x="346139" y="750284"/>
                  </a:lnTo>
                  <a:lnTo>
                    <a:pt x="346901" y="750094"/>
                  </a:lnTo>
                  <a:lnTo>
                    <a:pt x="347472" y="749713"/>
                  </a:lnTo>
                  <a:lnTo>
                    <a:pt x="347853" y="749427"/>
                  </a:lnTo>
                  <a:lnTo>
                    <a:pt x="348139" y="748951"/>
                  </a:lnTo>
                  <a:lnTo>
                    <a:pt x="348425" y="748475"/>
                  </a:lnTo>
                  <a:lnTo>
                    <a:pt x="350234" y="741902"/>
                  </a:lnTo>
                  <a:lnTo>
                    <a:pt x="350615" y="741236"/>
                  </a:lnTo>
                  <a:lnTo>
                    <a:pt x="350806" y="740855"/>
                  </a:lnTo>
                  <a:lnTo>
                    <a:pt x="351092" y="740569"/>
                  </a:lnTo>
                  <a:lnTo>
                    <a:pt x="351854" y="740188"/>
                  </a:lnTo>
                  <a:lnTo>
                    <a:pt x="353092" y="739902"/>
                  </a:lnTo>
                  <a:lnTo>
                    <a:pt x="355283" y="740093"/>
                  </a:lnTo>
                  <a:lnTo>
                    <a:pt x="356616" y="740569"/>
                  </a:lnTo>
                  <a:lnTo>
                    <a:pt x="361664" y="743903"/>
                  </a:lnTo>
                  <a:lnTo>
                    <a:pt x="363474" y="744569"/>
                  </a:lnTo>
                  <a:lnTo>
                    <a:pt x="365189" y="744950"/>
                  </a:lnTo>
                  <a:lnTo>
                    <a:pt x="367379" y="745236"/>
                  </a:lnTo>
                  <a:lnTo>
                    <a:pt x="368427" y="745617"/>
                  </a:lnTo>
                  <a:lnTo>
                    <a:pt x="369475" y="746284"/>
                  </a:lnTo>
                  <a:lnTo>
                    <a:pt x="370237" y="747236"/>
                  </a:lnTo>
                  <a:lnTo>
                    <a:pt x="370808" y="748379"/>
                  </a:lnTo>
                  <a:lnTo>
                    <a:pt x="372142" y="751904"/>
                  </a:lnTo>
                  <a:lnTo>
                    <a:pt x="372809" y="753047"/>
                  </a:lnTo>
                  <a:lnTo>
                    <a:pt x="373666" y="754094"/>
                  </a:lnTo>
                  <a:lnTo>
                    <a:pt x="375285" y="755237"/>
                  </a:lnTo>
                  <a:lnTo>
                    <a:pt x="377095" y="755999"/>
                  </a:lnTo>
                  <a:lnTo>
                    <a:pt x="378714" y="756476"/>
                  </a:lnTo>
                  <a:lnTo>
                    <a:pt x="384334" y="756857"/>
                  </a:lnTo>
                  <a:lnTo>
                    <a:pt x="388906" y="756952"/>
                  </a:lnTo>
                  <a:lnTo>
                    <a:pt x="391763" y="757618"/>
                  </a:lnTo>
                  <a:lnTo>
                    <a:pt x="396050" y="759047"/>
                  </a:lnTo>
                  <a:lnTo>
                    <a:pt x="397574" y="759047"/>
                  </a:lnTo>
                  <a:lnTo>
                    <a:pt x="399193" y="758666"/>
                  </a:lnTo>
                  <a:lnTo>
                    <a:pt x="402050" y="756666"/>
                  </a:lnTo>
                  <a:lnTo>
                    <a:pt x="402622" y="755904"/>
                  </a:lnTo>
                  <a:lnTo>
                    <a:pt x="403098" y="755333"/>
                  </a:lnTo>
                  <a:lnTo>
                    <a:pt x="403289" y="754571"/>
                  </a:lnTo>
                  <a:lnTo>
                    <a:pt x="403384" y="753904"/>
                  </a:lnTo>
                  <a:lnTo>
                    <a:pt x="403384" y="752570"/>
                  </a:lnTo>
                  <a:lnTo>
                    <a:pt x="403479" y="752094"/>
                  </a:lnTo>
                  <a:lnTo>
                    <a:pt x="403670" y="751427"/>
                  </a:lnTo>
                  <a:lnTo>
                    <a:pt x="404051" y="751046"/>
                  </a:lnTo>
                  <a:lnTo>
                    <a:pt x="404336" y="750475"/>
                  </a:lnTo>
                  <a:lnTo>
                    <a:pt x="404527" y="749903"/>
                  </a:lnTo>
                  <a:lnTo>
                    <a:pt x="404622" y="749046"/>
                  </a:lnTo>
                  <a:lnTo>
                    <a:pt x="404622" y="747236"/>
                  </a:lnTo>
                  <a:lnTo>
                    <a:pt x="404717" y="746665"/>
                  </a:lnTo>
                  <a:lnTo>
                    <a:pt x="404908" y="745903"/>
                  </a:lnTo>
                  <a:lnTo>
                    <a:pt x="405384" y="744855"/>
                  </a:lnTo>
                  <a:lnTo>
                    <a:pt x="406051" y="743903"/>
                  </a:lnTo>
                  <a:lnTo>
                    <a:pt x="407194" y="742664"/>
                  </a:lnTo>
                  <a:lnTo>
                    <a:pt x="407861" y="742188"/>
                  </a:lnTo>
                  <a:lnTo>
                    <a:pt x="408432" y="742093"/>
                  </a:lnTo>
                  <a:lnTo>
                    <a:pt x="409575" y="741997"/>
                  </a:lnTo>
                  <a:lnTo>
                    <a:pt x="411290" y="741712"/>
                  </a:lnTo>
                  <a:lnTo>
                    <a:pt x="415004" y="740474"/>
                  </a:lnTo>
                  <a:lnTo>
                    <a:pt x="417005" y="740188"/>
                  </a:lnTo>
                  <a:lnTo>
                    <a:pt x="418338" y="740474"/>
                  </a:lnTo>
                  <a:lnTo>
                    <a:pt x="418814" y="740950"/>
                  </a:lnTo>
                  <a:lnTo>
                    <a:pt x="419005" y="741236"/>
                  </a:lnTo>
                  <a:lnTo>
                    <a:pt x="419100" y="741426"/>
                  </a:lnTo>
                  <a:lnTo>
                    <a:pt x="419386" y="742283"/>
                  </a:lnTo>
                  <a:lnTo>
                    <a:pt x="419481" y="743236"/>
                  </a:lnTo>
                  <a:lnTo>
                    <a:pt x="419481" y="745998"/>
                  </a:lnTo>
                  <a:lnTo>
                    <a:pt x="419291" y="748665"/>
                  </a:lnTo>
                  <a:lnTo>
                    <a:pt x="418243" y="751427"/>
                  </a:lnTo>
                  <a:lnTo>
                    <a:pt x="418243" y="751999"/>
                  </a:lnTo>
                  <a:lnTo>
                    <a:pt x="418433" y="752666"/>
                  </a:lnTo>
                  <a:lnTo>
                    <a:pt x="419100" y="753523"/>
                  </a:lnTo>
                  <a:lnTo>
                    <a:pt x="419957" y="754190"/>
                  </a:lnTo>
                  <a:lnTo>
                    <a:pt x="421100" y="754761"/>
                  </a:lnTo>
                  <a:lnTo>
                    <a:pt x="427006" y="756761"/>
                  </a:lnTo>
                  <a:lnTo>
                    <a:pt x="427863" y="756857"/>
                  </a:lnTo>
                  <a:lnTo>
                    <a:pt x="428530" y="756666"/>
                  </a:lnTo>
                  <a:lnTo>
                    <a:pt x="429292" y="755999"/>
                  </a:lnTo>
                  <a:lnTo>
                    <a:pt x="430530" y="755237"/>
                  </a:lnTo>
                  <a:lnTo>
                    <a:pt x="431387" y="755142"/>
                  </a:lnTo>
                  <a:lnTo>
                    <a:pt x="432340" y="755618"/>
                  </a:lnTo>
                  <a:lnTo>
                    <a:pt x="432816" y="756571"/>
                  </a:lnTo>
                  <a:lnTo>
                    <a:pt x="432816" y="758000"/>
                  </a:lnTo>
                  <a:lnTo>
                    <a:pt x="432435" y="759619"/>
                  </a:lnTo>
                  <a:lnTo>
                    <a:pt x="431864" y="760762"/>
                  </a:lnTo>
                  <a:lnTo>
                    <a:pt x="431006" y="761714"/>
                  </a:lnTo>
                  <a:lnTo>
                    <a:pt x="430054" y="762095"/>
                  </a:lnTo>
                  <a:lnTo>
                    <a:pt x="428720" y="762476"/>
                  </a:lnTo>
                  <a:lnTo>
                    <a:pt x="427006" y="762476"/>
                  </a:lnTo>
                  <a:lnTo>
                    <a:pt x="425387" y="762286"/>
                  </a:lnTo>
                  <a:lnTo>
                    <a:pt x="424148" y="762095"/>
                  </a:lnTo>
                  <a:lnTo>
                    <a:pt x="423672" y="762191"/>
                  </a:lnTo>
                  <a:lnTo>
                    <a:pt x="423482" y="762857"/>
                  </a:lnTo>
                  <a:lnTo>
                    <a:pt x="423291" y="764000"/>
                  </a:lnTo>
                  <a:lnTo>
                    <a:pt x="422910" y="764953"/>
                  </a:lnTo>
                  <a:lnTo>
                    <a:pt x="421958" y="766001"/>
                  </a:lnTo>
                  <a:lnTo>
                    <a:pt x="421005" y="766763"/>
                  </a:lnTo>
                  <a:lnTo>
                    <a:pt x="420243" y="767715"/>
                  </a:lnTo>
                  <a:lnTo>
                    <a:pt x="417100" y="776002"/>
                  </a:lnTo>
                  <a:lnTo>
                    <a:pt x="416814" y="777526"/>
                  </a:lnTo>
                  <a:lnTo>
                    <a:pt x="417005" y="778859"/>
                  </a:lnTo>
                  <a:lnTo>
                    <a:pt x="418719" y="781907"/>
                  </a:lnTo>
                  <a:lnTo>
                    <a:pt x="419576" y="784479"/>
                  </a:lnTo>
                  <a:lnTo>
                    <a:pt x="420243" y="785717"/>
                  </a:lnTo>
                  <a:lnTo>
                    <a:pt x="421386" y="787051"/>
                  </a:lnTo>
                  <a:lnTo>
                    <a:pt x="424053" y="788384"/>
                  </a:lnTo>
                  <a:lnTo>
                    <a:pt x="424910" y="789146"/>
                  </a:lnTo>
                  <a:lnTo>
                    <a:pt x="426530" y="791147"/>
                  </a:lnTo>
                  <a:lnTo>
                    <a:pt x="427387" y="791718"/>
                  </a:lnTo>
                  <a:lnTo>
                    <a:pt x="429673" y="792766"/>
                  </a:lnTo>
                  <a:lnTo>
                    <a:pt x="430530" y="793718"/>
                  </a:lnTo>
                  <a:lnTo>
                    <a:pt x="431006" y="794671"/>
                  </a:lnTo>
                  <a:lnTo>
                    <a:pt x="431387" y="796671"/>
                  </a:lnTo>
                  <a:lnTo>
                    <a:pt x="431864" y="797814"/>
                  </a:lnTo>
                  <a:lnTo>
                    <a:pt x="434340" y="800862"/>
                  </a:lnTo>
                  <a:lnTo>
                    <a:pt x="436150" y="802672"/>
                  </a:lnTo>
                  <a:lnTo>
                    <a:pt x="437388" y="802767"/>
                  </a:lnTo>
                  <a:lnTo>
                    <a:pt x="441865" y="799719"/>
                  </a:lnTo>
                  <a:lnTo>
                    <a:pt x="442913" y="798862"/>
                  </a:lnTo>
                  <a:lnTo>
                    <a:pt x="443960" y="797528"/>
                  </a:lnTo>
                  <a:lnTo>
                    <a:pt x="444722" y="796100"/>
                  </a:lnTo>
                  <a:lnTo>
                    <a:pt x="446056" y="792766"/>
                  </a:lnTo>
                  <a:lnTo>
                    <a:pt x="446818" y="791623"/>
                  </a:lnTo>
                  <a:lnTo>
                    <a:pt x="447866" y="790956"/>
                  </a:lnTo>
                  <a:lnTo>
                    <a:pt x="448723" y="791432"/>
                  </a:lnTo>
                  <a:lnTo>
                    <a:pt x="452723" y="797338"/>
                  </a:lnTo>
                  <a:lnTo>
                    <a:pt x="453581" y="799338"/>
                  </a:lnTo>
                  <a:lnTo>
                    <a:pt x="453866" y="800957"/>
                  </a:lnTo>
                  <a:lnTo>
                    <a:pt x="453771" y="803720"/>
                  </a:lnTo>
                  <a:lnTo>
                    <a:pt x="453866" y="804386"/>
                  </a:lnTo>
                  <a:lnTo>
                    <a:pt x="453962" y="804672"/>
                  </a:lnTo>
                  <a:lnTo>
                    <a:pt x="454724" y="806482"/>
                  </a:lnTo>
                  <a:lnTo>
                    <a:pt x="456057" y="808577"/>
                  </a:lnTo>
                  <a:lnTo>
                    <a:pt x="456724" y="812101"/>
                  </a:lnTo>
                  <a:lnTo>
                    <a:pt x="456152" y="812768"/>
                  </a:lnTo>
                  <a:lnTo>
                    <a:pt x="454628" y="813911"/>
                  </a:lnTo>
                  <a:lnTo>
                    <a:pt x="453009" y="814768"/>
                  </a:lnTo>
                  <a:lnTo>
                    <a:pt x="451199" y="816102"/>
                  </a:lnTo>
                  <a:lnTo>
                    <a:pt x="450342" y="817340"/>
                  </a:lnTo>
                  <a:lnTo>
                    <a:pt x="449866" y="818674"/>
                  </a:lnTo>
                  <a:lnTo>
                    <a:pt x="449771" y="820198"/>
                  </a:lnTo>
                  <a:lnTo>
                    <a:pt x="450056" y="823341"/>
                  </a:lnTo>
                  <a:lnTo>
                    <a:pt x="449961" y="824865"/>
                  </a:lnTo>
                  <a:lnTo>
                    <a:pt x="449009" y="830580"/>
                  </a:lnTo>
                  <a:lnTo>
                    <a:pt x="449199" y="831437"/>
                  </a:lnTo>
                  <a:lnTo>
                    <a:pt x="449580" y="831818"/>
                  </a:lnTo>
                  <a:lnTo>
                    <a:pt x="453390" y="831628"/>
                  </a:lnTo>
                  <a:lnTo>
                    <a:pt x="454343" y="831913"/>
                  </a:lnTo>
                  <a:lnTo>
                    <a:pt x="455390" y="832485"/>
                  </a:lnTo>
                  <a:lnTo>
                    <a:pt x="456152" y="833533"/>
                  </a:lnTo>
                  <a:lnTo>
                    <a:pt x="456819" y="834866"/>
                  </a:lnTo>
                  <a:lnTo>
                    <a:pt x="457581" y="837057"/>
                  </a:lnTo>
                  <a:lnTo>
                    <a:pt x="458533" y="838772"/>
                  </a:lnTo>
                  <a:lnTo>
                    <a:pt x="459772" y="840010"/>
                  </a:lnTo>
                  <a:lnTo>
                    <a:pt x="461201" y="840581"/>
                  </a:lnTo>
                  <a:lnTo>
                    <a:pt x="464249" y="841153"/>
                  </a:lnTo>
                  <a:lnTo>
                    <a:pt x="465296" y="841629"/>
                  </a:lnTo>
                  <a:lnTo>
                    <a:pt x="465868" y="842296"/>
                  </a:lnTo>
                  <a:lnTo>
                    <a:pt x="466630" y="843534"/>
                  </a:lnTo>
                  <a:lnTo>
                    <a:pt x="466820" y="844391"/>
                  </a:lnTo>
                  <a:lnTo>
                    <a:pt x="466535" y="845249"/>
                  </a:lnTo>
                  <a:lnTo>
                    <a:pt x="466058" y="846296"/>
                  </a:lnTo>
                  <a:lnTo>
                    <a:pt x="465773" y="847630"/>
                  </a:lnTo>
                  <a:lnTo>
                    <a:pt x="465773" y="850773"/>
                  </a:lnTo>
                  <a:lnTo>
                    <a:pt x="465487" y="852583"/>
                  </a:lnTo>
                  <a:lnTo>
                    <a:pt x="465582" y="854107"/>
                  </a:lnTo>
                  <a:lnTo>
                    <a:pt x="466058" y="854774"/>
                  </a:lnTo>
                  <a:lnTo>
                    <a:pt x="467106" y="855059"/>
                  </a:lnTo>
                  <a:lnTo>
                    <a:pt x="468344" y="854678"/>
                  </a:lnTo>
                  <a:lnTo>
                    <a:pt x="469773" y="853630"/>
                  </a:lnTo>
                  <a:lnTo>
                    <a:pt x="472059" y="851440"/>
                  </a:lnTo>
                  <a:lnTo>
                    <a:pt x="473202" y="850583"/>
                  </a:lnTo>
                  <a:lnTo>
                    <a:pt x="474726" y="850678"/>
                  </a:lnTo>
                  <a:lnTo>
                    <a:pt x="476441" y="851630"/>
                  </a:lnTo>
                  <a:lnTo>
                    <a:pt x="478822" y="854869"/>
                  </a:lnTo>
                  <a:lnTo>
                    <a:pt x="479489" y="857250"/>
                  </a:lnTo>
                  <a:lnTo>
                    <a:pt x="479298" y="859917"/>
                  </a:lnTo>
                  <a:lnTo>
                    <a:pt x="478822" y="862108"/>
                  </a:lnTo>
                  <a:lnTo>
                    <a:pt x="479012" y="864489"/>
                  </a:lnTo>
                  <a:lnTo>
                    <a:pt x="479584" y="866108"/>
                  </a:lnTo>
                  <a:lnTo>
                    <a:pt x="480441" y="867918"/>
                  </a:lnTo>
                  <a:lnTo>
                    <a:pt x="480727" y="869156"/>
                  </a:lnTo>
                  <a:lnTo>
                    <a:pt x="480536" y="870871"/>
                  </a:lnTo>
                  <a:lnTo>
                    <a:pt x="479203" y="873728"/>
                  </a:lnTo>
                  <a:lnTo>
                    <a:pt x="480251" y="875347"/>
                  </a:lnTo>
                  <a:lnTo>
                    <a:pt x="484727" y="874967"/>
                  </a:lnTo>
                  <a:lnTo>
                    <a:pt x="485966" y="875633"/>
                  </a:lnTo>
                  <a:lnTo>
                    <a:pt x="488442" y="878205"/>
                  </a:lnTo>
                  <a:lnTo>
                    <a:pt x="489871" y="878300"/>
                  </a:lnTo>
                  <a:lnTo>
                    <a:pt x="498920" y="875252"/>
                  </a:lnTo>
                  <a:lnTo>
                    <a:pt x="500539" y="875347"/>
                  </a:lnTo>
                  <a:lnTo>
                    <a:pt x="501491" y="875919"/>
                  </a:lnTo>
                  <a:lnTo>
                    <a:pt x="502253" y="877157"/>
                  </a:lnTo>
                  <a:lnTo>
                    <a:pt x="506540" y="884015"/>
                  </a:lnTo>
                  <a:lnTo>
                    <a:pt x="509969" y="887825"/>
                  </a:lnTo>
                  <a:lnTo>
                    <a:pt x="511207" y="888397"/>
                  </a:lnTo>
                  <a:lnTo>
                    <a:pt x="512159" y="888587"/>
                  </a:lnTo>
                  <a:lnTo>
                    <a:pt x="513017" y="888492"/>
                  </a:lnTo>
                  <a:lnTo>
                    <a:pt x="513969" y="888111"/>
                  </a:lnTo>
                  <a:lnTo>
                    <a:pt x="514636" y="887730"/>
                  </a:lnTo>
                  <a:lnTo>
                    <a:pt x="515017" y="887254"/>
                  </a:lnTo>
                  <a:lnTo>
                    <a:pt x="515303" y="886682"/>
                  </a:lnTo>
                  <a:lnTo>
                    <a:pt x="515779" y="885539"/>
                  </a:lnTo>
                  <a:lnTo>
                    <a:pt x="516160" y="884968"/>
                  </a:lnTo>
                  <a:lnTo>
                    <a:pt x="517017" y="884968"/>
                  </a:lnTo>
                  <a:lnTo>
                    <a:pt x="518541" y="885444"/>
                  </a:lnTo>
                  <a:lnTo>
                    <a:pt x="522732" y="888968"/>
                  </a:lnTo>
                  <a:lnTo>
                    <a:pt x="526733" y="893064"/>
                  </a:lnTo>
                  <a:lnTo>
                    <a:pt x="532924" y="896398"/>
                  </a:lnTo>
                  <a:lnTo>
                    <a:pt x="534448" y="897826"/>
                  </a:lnTo>
                  <a:lnTo>
                    <a:pt x="535400" y="899351"/>
                  </a:lnTo>
                  <a:lnTo>
                    <a:pt x="535591" y="900875"/>
                  </a:lnTo>
                  <a:lnTo>
                    <a:pt x="535496" y="902589"/>
                  </a:lnTo>
                  <a:lnTo>
                    <a:pt x="535496" y="904399"/>
                  </a:lnTo>
                  <a:lnTo>
                    <a:pt x="535781" y="906494"/>
                  </a:lnTo>
                  <a:lnTo>
                    <a:pt x="537305" y="909066"/>
                  </a:lnTo>
                  <a:lnTo>
                    <a:pt x="538734" y="910209"/>
                  </a:lnTo>
                  <a:lnTo>
                    <a:pt x="540163" y="910590"/>
                  </a:lnTo>
                  <a:lnTo>
                    <a:pt x="541401" y="910400"/>
                  </a:lnTo>
                  <a:lnTo>
                    <a:pt x="542258" y="910018"/>
                  </a:lnTo>
                  <a:lnTo>
                    <a:pt x="543020" y="909542"/>
                  </a:lnTo>
                  <a:lnTo>
                    <a:pt x="544544" y="908209"/>
                  </a:lnTo>
                  <a:lnTo>
                    <a:pt x="545497" y="908209"/>
                  </a:lnTo>
                  <a:lnTo>
                    <a:pt x="547021" y="908876"/>
                  </a:lnTo>
                  <a:lnTo>
                    <a:pt x="550164" y="910876"/>
                  </a:lnTo>
                  <a:lnTo>
                    <a:pt x="551498" y="912686"/>
                  </a:lnTo>
                  <a:lnTo>
                    <a:pt x="552355" y="914305"/>
                  </a:lnTo>
                  <a:lnTo>
                    <a:pt x="552831" y="915638"/>
                  </a:lnTo>
                  <a:lnTo>
                    <a:pt x="554831" y="919163"/>
                  </a:lnTo>
                  <a:lnTo>
                    <a:pt x="555689" y="919734"/>
                  </a:lnTo>
                  <a:lnTo>
                    <a:pt x="557022" y="920305"/>
                  </a:lnTo>
                  <a:lnTo>
                    <a:pt x="557975" y="920972"/>
                  </a:lnTo>
                  <a:lnTo>
                    <a:pt x="558737" y="921734"/>
                  </a:lnTo>
                  <a:lnTo>
                    <a:pt x="559689" y="923544"/>
                  </a:lnTo>
                  <a:lnTo>
                    <a:pt x="560546" y="925925"/>
                  </a:lnTo>
                  <a:lnTo>
                    <a:pt x="562547" y="924592"/>
                  </a:lnTo>
                  <a:lnTo>
                    <a:pt x="564166" y="922972"/>
                  </a:lnTo>
                  <a:lnTo>
                    <a:pt x="565118" y="922306"/>
                  </a:lnTo>
                  <a:lnTo>
                    <a:pt x="566452" y="921639"/>
                  </a:lnTo>
                  <a:lnTo>
                    <a:pt x="567881" y="921353"/>
                  </a:lnTo>
                  <a:lnTo>
                    <a:pt x="570262" y="921353"/>
                  </a:lnTo>
                  <a:lnTo>
                    <a:pt x="571976" y="921830"/>
                  </a:lnTo>
                  <a:lnTo>
                    <a:pt x="573786" y="922496"/>
                  </a:lnTo>
                  <a:lnTo>
                    <a:pt x="575882" y="922877"/>
                  </a:lnTo>
                  <a:lnTo>
                    <a:pt x="578168" y="922592"/>
                  </a:lnTo>
                  <a:lnTo>
                    <a:pt x="586645" y="918020"/>
                  </a:lnTo>
                  <a:lnTo>
                    <a:pt x="593789" y="916305"/>
                  </a:lnTo>
                  <a:lnTo>
                    <a:pt x="600170" y="912019"/>
                  </a:lnTo>
                  <a:lnTo>
                    <a:pt x="605219" y="910114"/>
                  </a:lnTo>
                  <a:lnTo>
                    <a:pt x="606266" y="909161"/>
                  </a:lnTo>
                  <a:lnTo>
                    <a:pt x="605790" y="907923"/>
                  </a:lnTo>
                  <a:lnTo>
                    <a:pt x="603409" y="906304"/>
                  </a:lnTo>
                  <a:lnTo>
                    <a:pt x="602552" y="905351"/>
                  </a:lnTo>
                  <a:lnTo>
                    <a:pt x="601313" y="903446"/>
                  </a:lnTo>
                  <a:lnTo>
                    <a:pt x="600456" y="902684"/>
                  </a:lnTo>
                  <a:lnTo>
                    <a:pt x="599218" y="902018"/>
                  </a:lnTo>
                  <a:lnTo>
                    <a:pt x="597789" y="901827"/>
                  </a:lnTo>
                  <a:lnTo>
                    <a:pt x="595027" y="902018"/>
                  </a:lnTo>
                  <a:lnTo>
                    <a:pt x="593789" y="901827"/>
                  </a:lnTo>
                  <a:lnTo>
                    <a:pt x="590264" y="900398"/>
                  </a:lnTo>
                  <a:lnTo>
                    <a:pt x="586740" y="899732"/>
                  </a:lnTo>
                  <a:lnTo>
                    <a:pt x="585788" y="899351"/>
                  </a:lnTo>
                  <a:lnTo>
                    <a:pt x="585121" y="898970"/>
                  </a:lnTo>
                  <a:lnTo>
                    <a:pt x="584454" y="898303"/>
                  </a:lnTo>
                  <a:lnTo>
                    <a:pt x="583597" y="897160"/>
                  </a:lnTo>
                  <a:lnTo>
                    <a:pt x="583216" y="895731"/>
                  </a:lnTo>
                  <a:lnTo>
                    <a:pt x="583406" y="894112"/>
                  </a:lnTo>
                  <a:lnTo>
                    <a:pt x="587407" y="886301"/>
                  </a:lnTo>
                  <a:lnTo>
                    <a:pt x="588931" y="884301"/>
                  </a:lnTo>
                  <a:lnTo>
                    <a:pt x="596075" y="877634"/>
                  </a:lnTo>
                  <a:lnTo>
                    <a:pt x="597980" y="876395"/>
                  </a:lnTo>
                  <a:lnTo>
                    <a:pt x="603885" y="874586"/>
                  </a:lnTo>
                  <a:lnTo>
                    <a:pt x="606552" y="873633"/>
                  </a:lnTo>
                  <a:lnTo>
                    <a:pt x="613124" y="869251"/>
                  </a:lnTo>
                  <a:lnTo>
                    <a:pt x="614363" y="868775"/>
                  </a:lnTo>
                  <a:lnTo>
                    <a:pt x="617220" y="868109"/>
                  </a:lnTo>
                  <a:lnTo>
                    <a:pt x="618173" y="867632"/>
                  </a:lnTo>
                  <a:lnTo>
                    <a:pt x="621697" y="864299"/>
                  </a:lnTo>
                  <a:lnTo>
                    <a:pt x="622745" y="862870"/>
                  </a:lnTo>
                  <a:lnTo>
                    <a:pt x="623792" y="861155"/>
                  </a:lnTo>
                  <a:lnTo>
                    <a:pt x="624745" y="858869"/>
                  </a:lnTo>
                  <a:lnTo>
                    <a:pt x="626269" y="853821"/>
                  </a:lnTo>
                  <a:lnTo>
                    <a:pt x="627031" y="852488"/>
                  </a:lnTo>
                  <a:lnTo>
                    <a:pt x="627983" y="851154"/>
                  </a:lnTo>
                  <a:lnTo>
                    <a:pt x="629031" y="850011"/>
                  </a:lnTo>
                  <a:lnTo>
                    <a:pt x="630174" y="848582"/>
                  </a:lnTo>
                  <a:lnTo>
                    <a:pt x="631127" y="846677"/>
                  </a:lnTo>
                  <a:lnTo>
                    <a:pt x="631603" y="844105"/>
                  </a:lnTo>
                  <a:lnTo>
                    <a:pt x="631603" y="841820"/>
                  </a:lnTo>
                  <a:lnTo>
                    <a:pt x="631508" y="839724"/>
                  </a:lnTo>
                  <a:lnTo>
                    <a:pt x="630746" y="835914"/>
                  </a:lnTo>
                  <a:lnTo>
                    <a:pt x="628936" y="832485"/>
                  </a:lnTo>
                  <a:lnTo>
                    <a:pt x="627793" y="830961"/>
                  </a:lnTo>
                  <a:lnTo>
                    <a:pt x="627507" y="829151"/>
                  </a:lnTo>
                  <a:lnTo>
                    <a:pt x="627317" y="826865"/>
                  </a:lnTo>
                  <a:lnTo>
                    <a:pt x="627412" y="822865"/>
                  </a:lnTo>
                  <a:lnTo>
                    <a:pt x="627983" y="817626"/>
                  </a:lnTo>
                  <a:lnTo>
                    <a:pt x="632460" y="804386"/>
                  </a:lnTo>
                  <a:lnTo>
                    <a:pt x="633413" y="802672"/>
                  </a:lnTo>
                  <a:lnTo>
                    <a:pt x="634270" y="801624"/>
                  </a:lnTo>
                  <a:lnTo>
                    <a:pt x="634937" y="800481"/>
                  </a:lnTo>
                  <a:lnTo>
                    <a:pt x="634937" y="799433"/>
                  </a:lnTo>
                  <a:lnTo>
                    <a:pt x="634079" y="798005"/>
                  </a:lnTo>
                  <a:lnTo>
                    <a:pt x="632936" y="796957"/>
                  </a:lnTo>
                  <a:lnTo>
                    <a:pt x="630460" y="794861"/>
                  </a:lnTo>
                  <a:lnTo>
                    <a:pt x="629222" y="793528"/>
                  </a:lnTo>
                  <a:lnTo>
                    <a:pt x="628174" y="791813"/>
                  </a:lnTo>
                  <a:lnTo>
                    <a:pt x="627126" y="789813"/>
                  </a:lnTo>
                  <a:lnTo>
                    <a:pt x="626269" y="787622"/>
                  </a:lnTo>
                  <a:lnTo>
                    <a:pt x="625697" y="785051"/>
                  </a:lnTo>
                  <a:lnTo>
                    <a:pt x="625316" y="778764"/>
                  </a:lnTo>
                  <a:lnTo>
                    <a:pt x="624745" y="776573"/>
                  </a:lnTo>
                  <a:lnTo>
                    <a:pt x="623602" y="774763"/>
                  </a:lnTo>
                  <a:lnTo>
                    <a:pt x="621983" y="773430"/>
                  </a:lnTo>
                  <a:lnTo>
                    <a:pt x="620173" y="772287"/>
                  </a:lnTo>
                  <a:lnTo>
                    <a:pt x="618268" y="771620"/>
                  </a:lnTo>
                  <a:lnTo>
                    <a:pt x="616363" y="771430"/>
                  </a:lnTo>
                  <a:lnTo>
                    <a:pt x="610838" y="772192"/>
                  </a:lnTo>
                  <a:lnTo>
                    <a:pt x="609219" y="772097"/>
                  </a:lnTo>
                  <a:lnTo>
                    <a:pt x="607981" y="771716"/>
                  </a:lnTo>
                  <a:lnTo>
                    <a:pt x="607600" y="770763"/>
                  </a:lnTo>
                  <a:lnTo>
                    <a:pt x="607886" y="769620"/>
                  </a:lnTo>
                  <a:lnTo>
                    <a:pt x="609219" y="767810"/>
                  </a:lnTo>
                  <a:lnTo>
                    <a:pt x="610172" y="766191"/>
                  </a:lnTo>
                  <a:lnTo>
                    <a:pt x="610743" y="764000"/>
                  </a:lnTo>
                  <a:lnTo>
                    <a:pt x="610838" y="762191"/>
                  </a:lnTo>
                  <a:lnTo>
                    <a:pt x="611029" y="760571"/>
                  </a:lnTo>
                  <a:lnTo>
                    <a:pt x="611600" y="759238"/>
                  </a:lnTo>
                  <a:lnTo>
                    <a:pt x="618268" y="753428"/>
                  </a:lnTo>
                  <a:lnTo>
                    <a:pt x="619982" y="751522"/>
                  </a:lnTo>
                  <a:lnTo>
                    <a:pt x="620935" y="749522"/>
                  </a:lnTo>
                  <a:lnTo>
                    <a:pt x="620649" y="747046"/>
                  </a:lnTo>
                  <a:lnTo>
                    <a:pt x="619411" y="745617"/>
                  </a:lnTo>
                  <a:lnTo>
                    <a:pt x="617506" y="744569"/>
                  </a:lnTo>
                  <a:lnTo>
                    <a:pt x="606362" y="741331"/>
                  </a:lnTo>
                  <a:lnTo>
                    <a:pt x="605695" y="740569"/>
                  </a:lnTo>
                  <a:lnTo>
                    <a:pt x="605314" y="739426"/>
                  </a:lnTo>
                  <a:lnTo>
                    <a:pt x="605314" y="738378"/>
                  </a:lnTo>
                  <a:lnTo>
                    <a:pt x="605790" y="736759"/>
                  </a:lnTo>
                  <a:lnTo>
                    <a:pt x="606171" y="735616"/>
                  </a:lnTo>
                  <a:lnTo>
                    <a:pt x="609600" y="729805"/>
                  </a:lnTo>
                  <a:lnTo>
                    <a:pt x="613696" y="719995"/>
                  </a:lnTo>
                  <a:lnTo>
                    <a:pt x="613601" y="718661"/>
                  </a:lnTo>
                  <a:lnTo>
                    <a:pt x="612458" y="716566"/>
                  </a:lnTo>
                  <a:lnTo>
                    <a:pt x="612077" y="715423"/>
                  </a:lnTo>
                  <a:lnTo>
                    <a:pt x="611981" y="712089"/>
                  </a:lnTo>
                  <a:lnTo>
                    <a:pt x="612172" y="707898"/>
                  </a:lnTo>
                  <a:lnTo>
                    <a:pt x="612743" y="706374"/>
                  </a:lnTo>
                  <a:lnTo>
                    <a:pt x="613410" y="705612"/>
                  </a:lnTo>
                  <a:lnTo>
                    <a:pt x="614553" y="705612"/>
                  </a:lnTo>
                  <a:lnTo>
                    <a:pt x="615220" y="706565"/>
                  </a:lnTo>
                  <a:lnTo>
                    <a:pt x="615791" y="708184"/>
                  </a:lnTo>
                  <a:lnTo>
                    <a:pt x="616268" y="711422"/>
                  </a:lnTo>
                  <a:lnTo>
                    <a:pt x="616744" y="712565"/>
                  </a:lnTo>
                  <a:lnTo>
                    <a:pt x="617411" y="713422"/>
                  </a:lnTo>
                  <a:lnTo>
                    <a:pt x="619411" y="714566"/>
                  </a:lnTo>
                  <a:lnTo>
                    <a:pt x="620078" y="715423"/>
                  </a:lnTo>
                  <a:lnTo>
                    <a:pt x="621411" y="718280"/>
                  </a:lnTo>
                  <a:lnTo>
                    <a:pt x="622268" y="719518"/>
                  </a:lnTo>
                  <a:lnTo>
                    <a:pt x="623602" y="720376"/>
                  </a:lnTo>
                  <a:lnTo>
                    <a:pt x="624840" y="720471"/>
                  </a:lnTo>
                  <a:lnTo>
                    <a:pt x="629222" y="720280"/>
                  </a:lnTo>
                  <a:lnTo>
                    <a:pt x="630746" y="719900"/>
                  </a:lnTo>
                  <a:lnTo>
                    <a:pt x="632270" y="719233"/>
                  </a:lnTo>
                  <a:lnTo>
                    <a:pt x="633603" y="718185"/>
                  </a:lnTo>
                  <a:lnTo>
                    <a:pt x="634556" y="716756"/>
                  </a:lnTo>
                  <a:lnTo>
                    <a:pt x="634937" y="714375"/>
                  </a:lnTo>
                  <a:lnTo>
                    <a:pt x="634841" y="712756"/>
                  </a:lnTo>
                  <a:lnTo>
                    <a:pt x="634841" y="711232"/>
                  </a:lnTo>
                  <a:lnTo>
                    <a:pt x="635318" y="709803"/>
                  </a:lnTo>
                  <a:lnTo>
                    <a:pt x="636080" y="707898"/>
                  </a:lnTo>
                  <a:lnTo>
                    <a:pt x="636175" y="706184"/>
                  </a:lnTo>
                  <a:lnTo>
                    <a:pt x="635603" y="705136"/>
                  </a:lnTo>
                  <a:lnTo>
                    <a:pt x="634746" y="704564"/>
                  </a:lnTo>
                  <a:lnTo>
                    <a:pt x="633794" y="704469"/>
                  </a:lnTo>
                  <a:lnTo>
                    <a:pt x="632651" y="704564"/>
                  </a:lnTo>
                  <a:lnTo>
                    <a:pt x="631603" y="704945"/>
                  </a:lnTo>
                  <a:lnTo>
                    <a:pt x="630365" y="705136"/>
                  </a:lnTo>
                  <a:lnTo>
                    <a:pt x="629222" y="704850"/>
                  </a:lnTo>
                  <a:lnTo>
                    <a:pt x="626459" y="703993"/>
                  </a:lnTo>
                  <a:lnTo>
                    <a:pt x="624650" y="703802"/>
                  </a:lnTo>
                  <a:lnTo>
                    <a:pt x="621221" y="703897"/>
                  </a:lnTo>
                  <a:lnTo>
                    <a:pt x="619887" y="703612"/>
                  </a:lnTo>
                  <a:lnTo>
                    <a:pt x="619316" y="703231"/>
                  </a:lnTo>
                  <a:lnTo>
                    <a:pt x="619125" y="702469"/>
                  </a:lnTo>
                  <a:lnTo>
                    <a:pt x="619792" y="698659"/>
                  </a:lnTo>
                  <a:lnTo>
                    <a:pt x="619982" y="697135"/>
                  </a:lnTo>
                  <a:lnTo>
                    <a:pt x="619887" y="695706"/>
                  </a:lnTo>
                  <a:lnTo>
                    <a:pt x="619411" y="694182"/>
                  </a:lnTo>
                  <a:lnTo>
                    <a:pt x="617315" y="688467"/>
                  </a:lnTo>
                  <a:lnTo>
                    <a:pt x="617506" y="687038"/>
                  </a:lnTo>
                  <a:lnTo>
                    <a:pt x="618363" y="686467"/>
                  </a:lnTo>
                  <a:lnTo>
                    <a:pt x="620744" y="686467"/>
                  </a:lnTo>
                  <a:lnTo>
                    <a:pt x="622649" y="687134"/>
                  </a:lnTo>
                  <a:lnTo>
                    <a:pt x="624269" y="688086"/>
                  </a:lnTo>
                  <a:lnTo>
                    <a:pt x="626174" y="690182"/>
                  </a:lnTo>
                  <a:lnTo>
                    <a:pt x="627031" y="690943"/>
                  </a:lnTo>
                  <a:lnTo>
                    <a:pt x="628174" y="691420"/>
                  </a:lnTo>
                  <a:lnTo>
                    <a:pt x="629317" y="691705"/>
                  </a:lnTo>
                  <a:lnTo>
                    <a:pt x="630555" y="692182"/>
                  </a:lnTo>
                  <a:lnTo>
                    <a:pt x="633032" y="693992"/>
                  </a:lnTo>
                  <a:lnTo>
                    <a:pt x="634746" y="694849"/>
                  </a:lnTo>
                  <a:lnTo>
                    <a:pt x="636461" y="695230"/>
                  </a:lnTo>
                  <a:lnTo>
                    <a:pt x="638080" y="695134"/>
                  </a:lnTo>
                  <a:lnTo>
                    <a:pt x="638937" y="694849"/>
                  </a:lnTo>
                  <a:lnTo>
                    <a:pt x="640271" y="694087"/>
                  </a:lnTo>
                  <a:lnTo>
                    <a:pt x="643509" y="691134"/>
                  </a:lnTo>
                  <a:lnTo>
                    <a:pt x="644271" y="690753"/>
                  </a:lnTo>
                  <a:lnTo>
                    <a:pt x="644938" y="690848"/>
                  </a:lnTo>
                  <a:lnTo>
                    <a:pt x="646843" y="691705"/>
                  </a:lnTo>
                  <a:lnTo>
                    <a:pt x="647605" y="691991"/>
                  </a:lnTo>
                  <a:lnTo>
                    <a:pt x="648367" y="691991"/>
                  </a:lnTo>
                  <a:lnTo>
                    <a:pt x="649034" y="691610"/>
                  </a:lnTo>
                  <a:lnTo>
                    <a:pt x="649605" y="691039"/>
                  </a:lnTo>
                  <a:lnTo>
                    <a:pt x="650081" y="689896"/>
                  </a:lnTo>
                  <a:lnTo>
                    <a:pt x="650558" y="687038"/>
                  </a:lnTo>
                  <a:lnTo>
                    <a:pt x="650462" y="685419"/>
                  </a:lnTo>
                  <a:lnTo>
                    <a:pt x="649415" y="680657"/>
                  </a:lnTo>
                  <a:lnTo>
                    <a:pt x="649700" y="679799"/>
                  </a:lnTo>
                  <a:lnTo>
                    <a:pt x="649891" y="679418"/>
                  </a:lnTo>
                  <a:lnTo>
                    <a:pt x="650272" y="678942"/>
                  </a:lnTo>
                  <a:lnTo>
                    <a:pt x="651701" y="677609"/>
                  </a:lnTo>
                  <a:lnTo>
                    <a:pt x="652367" y="676942"/>
                  </a:lnTo>
                  <a:lnTo>
                    <a:pt x="652748" y="676275"/>
                  </a:lnTo>
                  <a:lnTo>
                    <a:pt x="653129" y="675513"/>
                  </a:lnTo>
                  <a:lnTo>
                    <a:pt x="653510" y="673894"/>
                  </a:lnTo>
                  <a:lnTo>
                    <a:pt x="653701" y="673322"/>
                  </a:lnTo>
                  <a:lnTo>
                    <a:pt x="653987" y="672751"/>
                  </a:lnTo>
                  <a:lnTo>
                    <a:pt x="655034" y="672275"/>
                  </a:lnTo>
                  <a:lnTo>
                    <a:pt x="656844" y="671989"/>
                  </a:lnTo>
                  <a:lnTo>
                    <a:pt x="662369" y="672655"/>
                  </a:lnTo>
                  <a:lnTo>
                    <a:pt x="665702" y="672751"/>
                  </a:lnTo>
                  <a:lnTo>
                    <a:pt x="669893" y="671703"/>
                  </a:lnTo>
                  <a:lnTo>
                    <a:pt x="673799" y="670465"/>
                  </a:lnTo>
                  <a:lnTo>
                    <a:pt x="674751" y="670274"/>
                  </a:lnTo>
                  <a:lnTo>
                    <a:pt x="675418" y="670274"/>
                  </a:lnTo>
                  <a:lnTo>
                    <a:pt x="675894" y="670465"/>
                  </a:lnTo>
                  <a:lnTo>
                    <a:pt x="675989" y="671036"/>
                  </a:lnTo>
                  <a:lnTo>
                    <a:pt x="675608" y="672275"/>
                  </a:lnTo>
                  <a:lnTo>
                    <a:pt x="674370" y="674084"/>
                  </a:lnTo>
                  <a:lnTo>
                    <a:pt x="672275" y="678275"/>
                  </a:lnTo>
                  <a:lnTo>
                    <a:pt x="672370" y="679513"/>
                  </a:lnTo>
                  <a:lnTo>
                    <a:pt x="672560" y="679990"/>
                  </a:lnTo>
                  <a:lnTo>
                    <a:pt x="673132" y="680942"/>
                  </a:lnTo>
                  <a:lnTo>
                    <a:pt x="675227" y="683514"/>
                  </a:lnTo>
                  <a:lnTo>
                    <a:pt x="675704" y="684943"/>
                  </a:lnTo>
                  <a:lnTo>
                    <a:pt x="675513" y="686086"/>
                  </a:lnTo>
                  <a:lnTo>
                    <a:pt x="674846" y="686848"/>
                  </a:lnTo>
                  <a:lnTo>
                    <a:pt x="673799" y="687229"/>
                  </a:lnTo>
                  <a:lnTo>
                    <a:pt x="672656" y="687134"/>
                  </a:lnTo>
                  <a:lnTo>
                    <a:pt x="671227" y="686657"/>
                  </a:lnTo>
                  <a:lnTo>
                    <a:pt x="669512" y="685895"/>
                  </a:lnTo>
                  <a:lnTo>
                    <a:pt x="668369" y="685705"/>
                  </a:lnTo>
                  <a:lnTo>
                    <a:pt x="667607" y="685895"/>
                  </a:lnTo>
                  <a:lnTo>
                    <a:pt x="667226" y="686467"/>
                  </a:lnTo>
                  <a:lnTo>
                    <a:pt x="666941" y="687134"/>
                  </a:lnTo>
                  <a:lnTo>
                    <a:pt x="666750" y="688086"/>
                  </a:lnTo>
                  <a:lnTo>
                    <a:pt x="666845" y="689134"/>
                  </a:lnTo>
                  <a:lnTo>
                    <a:pt x="667798" y="690467"/>
                  </a:lnTo>
                  <a:lnTo>
                    <a:pt x="669512" y="691420"/>
                  </a:lnTo>
                  <a:lnTo>
                    <a:pt x="672941" y="692182"/>
                  </a:lnTo>
                  <a:lnTo>
                    <a:pt x="675704" y="692087"/>
                  </a:lnTo>
                  <a:lnTo>
                    <a:pt x="678275" y="691610"/>
                  </a:lnTo>
                  <a:lnTo>
                    <a:pt x="683228" y="689991"/>
                  </a:lnTo>
                  <a:lnTo>
                    <a:pt x="684467" y="689991"/>
                  </a:lnTo>
                  <a:lnTo>
                    <a:pt x="685324" y="690372"/>
                  </a:lnTo>
                  <a:lnTo>
                    <a:pt x="685514" y="691134"/>
                  </a:lnTo>
                  <a:lnTo>
                    <a:pt x="685419" y="691801"/>
                  </a:lnTo>
                  <a:lnTo>
                    <a:pt x="684943" y="692849"/>
                  </a:lnTo>
                  <a:lnTo>
                    <a:pt x="684086" y="693992"/>
                  </a:lnTo>
                  <a:lnTo>
                    <a:pt x="682943" y="695134"/>
                  </a:lnTo>
                  <a:lnTo>
                    <a:pt x="681419" y="696278"/>
                  </a:lnTo>
                  <a:lnTo>
                    <a:pt x="679514" y="697230"/>
                  </a:lnTo>
                  <a:lnTo>
                    <a:pt x="677513" y="697897"/>
                  </a:lnTo>
                  <a:lnTo>
                    <a:pt x="675418" y="698183"/>
                  </a:lnTo>
                  <a:lnTo>
                    <a:pt x="672941" y="698278"/>
                  </a:lnTo>
                  <a:lnTo>
                    <a:pt x="670846" y="698087"/>
                  </a:lnTo>
                  <a:lnTo>
                    <a:pt x="668846" y="697516"/>
                  </a:lnTo>
                  <a:lnTo>
                    <a:pt x="667131" y="696659"/>
                  </a:lnTo>
                  <a:lnTo>
                    <a:pt x="665702" y="695420"/>
                  </a:lnTo>
                  <a:lnTo>
                    <a:pt x="663131" y="692468"/>
                  </a:lnTo>
                  <a:lnTo>
                    <a:pt x="661988" y="691515"/>
                  </a:lnTo>
                  <a:lnTo>
                    <a:pt x="660940" y="691134"/>
                  </a:lnTo>
                  <a:lnTo>
                    <a:pt x="660178" y="691515"/>
                  </a:lnTo>
                  <a:lnTo>
                    <a:pt x="659702" y="692372"/>
                  </a:lnTo>
                  <a:lnTo>
                    <a:pt x="659797" y="693420"/>
                  </a:lnTo>
                  <a:lnTo>
                    <a:pt x="660273" y="694754"/>
                  </a:lnTo>
                  <a:lnTo>
                    <a:pt x="661892" y="697421"/>
                  </a:lnTo>
                  <a:lnTo>
                    <a:pt x="662559" y="698849"/>
                  </a:lnTo>
                  <a:lnTo>
                    <a:pt x="662845" y="700659"/>
                  </a:lnTo>
                  <a:lnTo>
                    <a:pt x="662559" y="702088"/>
                  </a:lnTo>
                  <a:lnTo>
                    <a:pt x="661797" y="703136"/>
                  </a:lnTo>
                  <a:lnTo>
                    <a:pt x="659416" y="705041"/>
                  </a:lnTo>
                  <a:lnTo>
                    <a:pt x="658654" y="706469"/>
                  </a:lnTo>
                  <a:lnTo>
                    <a:pt x="658463" y="708088"/>
                  </a:lnTo>
                  <a:lnTo>
                    <a:pt x="658749" y="709613"/>
                  </a:lnTo>
                  <a:lnTo>
                    <a:pt x="659606" y="710851"/>
                  </a:lnTo>
                  <a:lnTo>
                    <a:pt x="660749" y="711899"/>
                  </a:lnTo>
                  <a:lnTo>
                    <a:pt x="662083" y="712851"/>
                  </a:lnTo>
                  <a:lnTo>
                    <a:pt x="664083" y="713327"/>
                  </a:lnTo>
                  <a:lnTo>
                    <a:pt x="666560" y="713422"/>
                  </a:lnTo>
                  <a:lnTo>
                    <a:pt x="670751" y="712946"/>
                  </a:lnTo>
                  <a:lnTo>
                    <a:pt x="674180" y="712851"/>
                  </a:lnTo>
                  <a:lnTo>
                    <a:pt x="677990" y="713518"/>
                  </a:lnTo>
                  <a:lnTo>
                    <a:pt x="683324" y="715423"/>
                  </a:lnTo>
                  <a:lnTo>
                    <a:pt x="686657" y="715899"/>
                  </a:lnTo>
                  <a:lnTo>
                    <a:pt x="690277" y="715613"/>
                  </a:lnTo>
                  <a:lnTo>
                    <a:pt x="701993" y="712756"/>
                  </a:lnTo>
                  <a:lnTo>
                    <a:pt x="707612" y="712470"/>
                  </a:lnTo>
                  <a:lnTo>
                    <a:pt x="713423" y="711137"/>
                  </a:lnTo>
                  <a:lnTo>
                    <a:pt x="721328" y="706469"/>
                  </a:lnTo>
                  <a:lnTo>
                    <a:pt x="723043" y="705898"/>
                  </a:lnTo>
                  <a:lnTo>
                    <a:pt x="724757" y="705803"/>
                  </a:lnTo>
                  <a:lnTo>
                    <a:pt x="726091" y="706184"/>
                  </a:lnTo>
                  <a:lnTo>
                    <a:pt x="727139" y="706850"/>
                  </a:lnTo>
                  <a:lnTo>
                    <a:pt x="728758" y="708470"/>
                  </a:lnTo>
                  <a:lnTo>
                    <a:pt x="732473" y="713708"/>
                  </a:lnTo>
                  <a:lnTo>
                    <a:pt x="733044" y="716280"/>
                  </a:lnTo>
                  <a:lnTo>
                    <a:pt x="732949" y="717899"/>
                  </a:lnTo>
                  <a:lnTo>
                    <a:pt x="732473" y="719138"/>
                  </a:lnTo>
                  <a:lnTo>
                    <a:pt x="732473" y="720566"/>
                  </a:lnTo>
                  <a:lnTo>
                    <a:pt x="733235" y="722186"/>
                  </a:lnTo>
                  <a:lnTo>
                    <a:pt x="735521" y="724567"/>
                  </a:lnTo>
                  <a:lnTo>
                    <a:pt x="738854" y="728758"/>
                  </a:lnTo>
                  <a:lnTo>
                    <a:pt x="739521" y="739521"/>
                  </a:lnTo>
                  <a:lnTo>
                    <a:pt x="739426" y="741236"/>
                  </a:lnTo>
                  <a:lnTo>
                    <a:pt x="739331" y="741712"/>
                  </a:lnTo>
                  <a:lnTo>
                    <a:pt x="738854" y="742379"/>
                  </a:lnTo>
                  <a:lnTo>
                    <a:pt x="737902" y="743807"/>
                  </a:lnTo>
                  <a:lnTo>
                    <a:pt x="736568" y="744855"/>
                  </a:lnTo>
                  <a:lnTo>
                    <a:pt x="735235" y="745141"/>
                  </a:lnTo>
                  <a:lnTo>
                    <a:pt x="733806" y="744760"/>
                  </a:lnTo>
                  <a:lnTo>
                    <a:pt x="729996" y="742093"/>
                  </a:lnTo>
                  <a:lnTo>
                    <a:pt x="728282" y="741807"/>
                  </a:lnTo>
                  <a:lnTo>
                    <a:pt x="726853" y="742188"/>
                  </a:lnTo>
                  <a:lnTo>
                    <a:pt x="725615" y="743426"/>
                  </a:lnTo>
                  <a:lnTo>
                    <a:pt x="724567" y="745331"/>
                  </a:lnTo>
                  <a:lnTo>
                    <a:pt x="723424" y="748951"/>
                  </a:lnTo>
                  <a:lnTo>
                    <a:pt x="723329" y="751046"/>
                  </a:lnTo>
                  <a:lnTo>
                    <a:pt x="723710" y="752666"/>
                  </a:lnTo>
                  <a:lnTo>
                    <a:pt x="724091" y="754094"/>
                  </a:lnTo>
                  <a:lnTo>
                    <a:pt x="724662" y="759428"/>
                  </a:lnTo>
                  <a:lnTo>
                    <a:pt x="725329" y="761333"/>
                  </a:lnTo>
                  <a:lnTo>
                    <a:pt x="726186" y="762381"/>
                  </a:lnTo>
                  <a:lnTo>
                    <a:pt x="727424" y="763048"/>
                  </a:lnTo>
                  <a:lnTo>
                    <a:pt x="728663" y="763524"/>
                  </a:lnTo>
                  <a:lnTo>
                    <a:pt x="729710" y="764096"/>
                  </a:lnTo>
                  <a:lnTo>
                    <a:pt x="730472" y="764953"/>
                  </a:lnTo>
                  <a:lnTo>
                    <a:pt x="730949" y="765905"/>
                  </a:lnTo>
                  <a:lnTo>
                    <a:pt x="731330" y="767620"/>
                  </a:lnTo>
                  <a:lnTo>
                    <a:pt x="731139" y="770192"/>
                  </a:lnTo>
                  <a:lnTo>
                    <a:pt x="730282" y="772859"/>
                  </a:lnTo>
                  <a:lnTo>
                    <a:pt x="726186" y="777907"/>
                  </a:lnTo>
                  <a:lnTo>
                    <a:pt x="724853" y="780574"/>
                  </a:lnTo>
                  <a:lnTo>
                    <a:pt x="724662" y="782955"/>
                  </a:lnTo>
                  <a:lnTo>
                    <a:pt x="725329" y="785241"/>
                  </a:lnTo>
                  <a:lnTo>
                    <a:pt x="726662" y="786860"/>
                  </a:lnTo>
                  <a:lnTo>
                    <a:pt x="731425" y="789622"/>
                  </a:lnTo>
                  <a:lnTo>
                    <a:pt x="732092" y="790956"/>
                  </a:lnTo>
                  <a:lnTo>
                    <a:pt x="731615" y="792290"/>
                  </a:lnTo>
                  <a:lnTo>
                    <a:pt x="730187" y="794480"/>
                  </a:lnTo>
                  <a:lnTo>
                    <a:pt x="726853" y="797624"/>
                  </a:lnTo>
                  <a:lnTo>
                    <a:pt x="725234" y="800195"/>
                  </a:lnTo>
                  <a:lnTo>
                    <a:pt x="724281" y="802005"/>
                  </a:lnTo>
                  <a:lnTo>
                    <a:pt x="723805" y="803338"/>
                  </a:lnTo>
                  <a:lnTo>
                    <a:pt x="722852" y="804577"/>
                  </a:lnTo>
                  <a:lnTo>
                    <a:pt x="722471" y="804672"/>
                  </a:lnTo>
                  <a:lnTo>
                    <a:pt x="721995" y="804482"/>
                  </a:lnTo>
                  <a:lnTo>
                    <a:pt x="720852" y="803910"/>
                  </a:lnTo>
                  <a:lnTo>
                    <a:pt x="718566" y="801910"/>
                  </a:lnTo>
                  <a:lnTo>
                    <a:pt x="717423" y="801529"/>
                  </a:lnTo>
                  <a:lnTo>
                    <a:pt x="716185" y="801815"/>
                  </a:lnTo>
                  <a:lnTo>
                    <a:pt x="713042" y="804672"/>
                  </a:lnTo>
                  <a:lnTo>
                    <a:pt x="711708" y="805243"/>
                  </a:lnTo>
                  <a:lnTo>
                    <a:pt x="710279" y="805243"/>
                  </a:lnTo>
                  <a:lnTo>
                    <a:pt x="708851" y="804672"/>
                  </a:lnTo>
                  <a:lnTo>
                    <a:pt x="707422" y="803434"/>
                  </a:lnTo>
                  <a:lnTo>
                    <a:pt x="706565" y="802958"/>
                  </a:lnTo>
                  <a:lnTo>
                    <a:pt x="704850" y="802481"/>
                  </a:lnTo>
                  <a:lnTo>
                    <a:pt x="703993" y="802005"/>
                  </a:lnTo>
                  <a:lnTo>
                    <a:pt x="701897" y="800195"/>
                  </a:lnTo>
                  <a:lnTo>
                    <a:pt x="700754" y="799433"/>
                  </a:lnTo>
                  <a:lnTo>
                    <a:pt x="699707" y="799243"/>
                  </a:lnTo>
                  <a:lnTo>
                    <a:pt x="699040" y="799433"/>
                  </a:lnTo>
                  <a:lnTo>
                    <a:pt x="697802" y="800100"/>
                  </a:lnTo>
                  <a:lnTo>
                    <a:pt x="696659" y="802862"/>
                  </a:lnTo>
                  <a:lnTo>
                    <a:pt x="694658" y="806005"/>
                  </a:lnTo>
                  <a:lnTo>
                    <a:pt x="694754" y="807244"/>
                  </a:lnTo>
                  <a:lnTo>
                    <a:pt x="695135" y="812197"/>
                  </a:lnTo>
                  <a:lnTo>
                    <a:pt x="696468" y="814483"/>
                  </a:lnTo>
                  <a:lnTo>
                    <a:pt x="697135" y="815150"/>
                  </a:lnTo>
                  <a:lnTo>
                    <a:pt x="699040" y="816674"/>
                  </a:lnTo>
                  <a:lnTo>
                    <a:pt x="705326" y="820293"/>
                  </a:lnTo>
                  <a:lnTo>
                    <a:pt x="705898" y="821341"/>
                  </a:lnTo>
                  <a:lnTo>
                    <a:pt x="706565" y="822865"/>
                  </a:lnTo>
                  <a:lnTo>
                    <a:pt x="706660" y="825341"/>
                  </a:lnTo>
                  <a:lnTo>
                    <a:pt x="707517" y="827627"/>
                  </a:lnTo>
                  <a:lnTo>
                    <a:pt x="712184" y="828104"/>
                  </a:lnTo>
                  <a:lnTo>
                    <a:pt x="713899" y="828580"/>
                  </a:lnTo>
                  <a:lnTo>
                    <a:pt x="715423" y="829247"/>
                  </a:lnTo>
                  <a:lnTo>
                    <a:pt x="717614" y="831151"/>
                  </a:lnTo>
                  <a:lnTo>
                    <a:pt x="718566" y="831247"/>
                  </a:lnTo>
                  <a:lnTo>
                    <a:pt x="719328" y="830771"/>
                  </a:lnTo>
                  <a:lnTo>
                    <a:pt x="719995" y="829437"/>
                  </a:lnTo>
                  <a:lnTo>
                    <a:pt x="720281" y="828199"/>
                  </a:lnTo>
                  <a:lnTo>
                    <a:pt x="720471" y="827056"/>
                  </a:lnTo>
                  <a:lnTo>
                    <a:pt x="720757" y="825913"/>
                  </a:lnTo>
                  <a:lnTo>
                    <a:pt x="722471" y="822484"/>
                  </a:lnTo>
                  <a:lnTo>
                    <a:pt x="722662" y="821341"/>
                  </a:lnTo>
                  <a:lnTo>
                    <a:pt x="722471" y="820103"/>
                  </a:lnTo>
                  <a:lnTo>
                    <a:pt x="721805" y="817436"/>
                  </a:lnTo>
                  <a:lnTo>
                    <a:pt x="721709" y="816483"/>
                  </a:lnTo>
                  <a:lnTo>
                    <a:pt x="721995" y="815721"/>
                  </a:lnTo>
                  <a:lnTo>
                    <a:pt x="722662" y="815245"/>
                  </a:lnTo>
                  <a:lnTo>
                    <a:pt x="723900" y="815150"/>
                  </a:lnTo>
                  <a:lnTo>
                    <a:pt x="724948" y="815721"/>
                  </a:lnTo>
                  <a:lnTo>
                    <a:pt x="725996" y="816864"/>
                  </a:lnTo>
                  <a:lnTo>
                    <a:pt x="727043" y="818197"/>
                  </a:lnTo>
                  <a:lnTo>
                    <a:pt x="728186" y="819341"/>
                  </a:lnTo>
                  <a:lnTo>
                    <a:pt x="729996" y="819531"/>
                  </a:lnTo>
                  <a:lnTo>
                    <a:pt x="732282" y="818864"/>
                  </a:lnTo>
                  <a:lnTo>
                    <a:pt x="736378" y="816674"/>
                  </a:lnTo>
                  <a:lnTo>
                    <a:pt x="742379" y="814959"/>
                  </a:lnTo>
                  <a:lnTo>
                    <a:pt x="750856" y="810292"/>
                  </a:lnTo>
                  <a:lnTo>
                    <a:pt x="752475" y="809054"/>
                  </a:lnTo>
                  <a:lnTo>
                    <a:pt x="753332" y="807625"/>
                  </a:lnTo>
                  <a:lnTo>
                    <a:pt x="753713" y="806672"/>
                  </a:lnTo>
                  <a:lnTo>
                    <a:pt x="754094" y="805434"/>
                  </a:lnTo>
                  <a:lnTo>
                    <a:pt x="754190" y="804863"/>
                  </a:lnTo>
                  <a:lnTo>
                    <a:pt x="754190" y="804577"/>
                  </a:lnTo>
                  <a:lnTo>
                    <a:pt x="753999" y="804101"/>
                  </a:lnTo>
                  <a:lnTo>
                    <a:pt x="752380" y="802386"/>
                  </a:lnTo>
                  <a:lnTo>
                    <a:pt x="751713" y="801338"/>
                  </a:lnTo>
                  <a:lnTo>
                    <a:pt x="752189" y="800005"/>
                  </a:lnTo>
                  <a:lnTo>
                    <a:pt x="753809" y="798195"/>
                  </a:lnTo>
                  <a:lnTo>
                    <a:pt x="763524" y="792194"/>
                  </a:lnTo>
                  <a:lnTo>
                    <a:pt x="767429" y="787718"/>
                  </a:lnTo>
                  <a:lnTo>
                    <a:pt x="767715" y="785622"/>
                  </a:lnTo>
                  <a:lnTo>
                    <a:pt x="767715" y="784384"/>
                  </a:lnTo>
                  <a:lnTo>
                    <a:pt x="767334" y="781431"/>
                  </a:lnTo>
                  <a:lnTo>
                    <a:pt x="767334" y="779812"/>
                  </a:lnTo>
                  <a:lnTo>
                    <a:pt x="767715" y="775335"/>
                  </a:lnTo>
                  <a:lnTo>
                    <a:pt x="767429" y="772859"/>
                  </a:lnTo>
                  <a:lnTo>
                    <a:pt x="767525" y="771525"/>
                  </a:lnTo>
                  <a:lnTo>
                    <a:pt x="768096" y="768953"/>
                  </a:lnTo>
                  <a:lnTo>
                    <a:pt x="768287" y="765143"/>
                  </a:lnTo>
                  <a:lnTo>
                    <a:pt x="768668" y="763905"/>
                  </a:lnTo>
                  <a:lnTo>
                    <a:pt x="769239" y="762953"/>
                  </a:lnTo>
                  <a:lnTo>
                    <a:pt x="770192" y="762191"/>
                  </a:lnTo>
                  <a:lnTo>
                    <a:pt x="771811" y="761238"/>
                  </a:lnTo>
                  <a:lnTo>
                    <a:pt x="774002" y="760190"/>
                  </a:lnTo>
                  <a:lnTo>
                    <a:pt x="775049" y="760000"/>
                  </a:lnTo>
                  <a:lnTo>
                    <a:pt x="775716" y="760095"/>
                  </a:lnTo>
                  <a:lnTo>
                    <a:pt x="776097" y="760952"/>
                  </a:lnTo>
                  <a:lnTo>
                    <a:pt x="776192" y="761809"/>
                  </a:lnTo>
                  <a:lnTo>
                    <a:pt x="775811" y="763715"/>
                  </a:lnTo>
                  <a:lnTo>
                    <a:pt x="775716" y="764476"/>
                  </a:lnTo>
                  <a:lnTo>
                    <a:pt x="775907" y="765334"/>
                  </a:lnTo>
                  <a:lnTo>
                    <a:pt x="776478" y="766477"/>
                  </a:lnTo>
                  <a:lnTo>
                    <a:pt x="777335" y="767620"/>
                  </a:lnTo>
                  <a:lnTo>
                    <a:pt x="778669" y="768763"/>
                  </a:lnTo>
                  <a:lnTo>
                    <a:pt x="780574" y="769525"/>
                  </a:lnTo>
                  <a:lnTo>
                    <a:pt x="783241" y="769334"/>
                  </a:lnTo>
                  <a:lnTo>
                    <a:pt x="787051" y="768572"/>
                  </a:lnTo>
                  <a:lnTo>
                    <a:pt x="789146" y="768858"/>
                  </a:lnTo>
                  <a:lnTo>
                    <a:pt x="795338" y="771144"/>
                  </a:lnTo>
                  <a:lnTo>
                    <a:pt x="798005" y="771811"/>
                  </a:lnTo>
                  <a:lnTo>
                    <a:pt x="801053" y="771811"/>
                  </a:lnTo>
                  <a:lnTo>
                    <a:pt x="806577" y="771144"/>
                  </a:lnTo>
                  <a:lnTo>
                    <a:pt x="807815" y="771525"/>
                  </a:lnTo>
                  <a:lnTo>
                    <a:pt x="809054" y="772573"/>
                  </a:lnTo>
                  <a:lnTo>
                    <a:pt x="809720" y="774001"/>
                  </a:lnTo>
                  <a:lnTo>
                    <a:pt x="810578" y="776668"/>
                  </a:lnTo>
                  <a:lnTo>
                    <a:pt x="811054" y="777526"/>
                  </a:lnTo>
                  <a:lnTo>
                    <a:pt x="811911" y="778002"/>
                  </a:lnTo>
                  <a:lnTo>
                    <a:pt x="812959" y="778193"/>
                  </a:lnTo>
                  <a:lnTo>
                    <a:pt x="815150" y="777907"/>
                  </a:lnTo>
                  <a:lnTo>
                    <a:pt x="816578" y="777430"/>
                  </a:lnTo>
                  <a:lnTo>
                    <a:pt x="817626" y="776668"/>
                  </a:lnTo>
                  <a:lnTo>
                    <a:pt x="818102" y="775811"/>
                  </a:lnTo>
                  <a:lnTo>
                    <a:pt x="819245" y="771525"/>
                  </a:lnTo>
                  <a:lnTo>
                    <a:pt x="820007" y="770096"/>
                  </a:lnTo>
                  <a:lnTo>
                    <a:pt x="821055" y="768953"/>
                  </a:lnTo>
                  <a:lnTo>
                    <a:pt x="822389" y="768096"/>
                  </a:lnTo>
                  <a:lnTo>
                    <a:pt x="825627" y="766572"/>
                  </a:lnTo>
                  <a:lnTo>
                    <a:pt x="828866" y="765524"/>
                  </a:lnTo>
                  <a:lnTo>
                    <a:pt x="830199" y="765524"/>
                  </a:lnTo>
                  <a:lnTo>
                    <a:pt x="831247" y="766001"/>
                  </a:lnTo>
                  <a:lnTo>
                    <a:pt x="831723" y="767334"/>
                  </a:lnTo>
                  <a:lnTo>
                    <a:pt x="831628" y="768763"/>
                  </a:lnTo>
                  <a:lnTo>
                    <a:pt x="831152" y="770001"/>
                  </a:lnTo>
                  <a:lnTo>
                    <a:pt x="830009" y="772192"/>
                  </a:lnTo>
                  <a:lnTo>
                    <a:pt x="829532" y="773240"/>
                  </a:lnTo>
                  <a:lnTo>
                    <a:pt x="829437" y="774192"/>
                  </a:lnTo>
                  <a:lnTo>
                    <a:pt x="829628" y="774954"/>
                  </a:lnTo>
                  <a:lnTo>
                    <a:pt x="831152" y="776383"/>
                  </a:lnTo>
                  <a:lnTo>
                    <a:pt x="837629" y="780764"/>
                  </a:lnTo>
                  <a:lnTo>
                    <a:pt x="839629" y="782574"/>
                  </a:lnTo>
                  <a:lnTo>
                    <a:pt x="842391" y="784384"/>
                  </a:lnTo>
                  <a:lnTo>
                    <a:pt x="845630" y="784193"/>
                  </a:lnTo>
                  <a:lnTo>
                    <a:pt x="847916" y="782860"/>
                  </a:lnTo>
                  <a:lnTo>
                    <a:pt x="848773" y="782574"/>
                  </a:lnTo>
                  <a:lnTo>
                    <a:pt x="849630" y="782574"/>
                  </a:lnTo>
                  <a:lnTo>
                    <a:pt x="850868" y="782765"/>
                  </a:lnTo>
                  <a:lnTo>
                    <a:pt x="852297" y="782765"/>
                  </a:lnTo>
                  <a:lnTo>
                    <a:pt x="853535" y="782479"/>
                  </a:lnTo>
                  <a:lnTo>
                    <a:pt x="854393" y="781717"/>
                  </a:lnTo>
                  <a:lnTo>
                    <a:pt x="854869" y="780574"/>
                  </a:lnTo>
                  <a:lnTo>
                    <a:pt x="855345" y="778955"/>
                  </a:lnTo>
                  <a:lnTo>
                    <a:pt x="856107" y="777716"/>
                  </a:lnTo>
                  <a:lnTo>
                    <a:pt x="856869" y="776764"/>
                  </a:lnTo>
                  <a:lnTo>
                    <a:pt x="857155" y="775621"/>
                  </a:lnTo>
                  <a:lnTo>
                    <a:pt x="856774" y="774192"/>
                  </a:lnTo>
                  <a:lnTo>
                    <a:pt x="855250" y="771620"/>
                  </a:lnTo>
                  <a:lnTo>
                    <a:pt x="849916" y="764667"/>
                  </a:lnTo>
                  <a:lnTo>
                    <a:pt x="848582" y="762000"/>
                  </a:lnTo>
                  <a:lnTo>
                    <a:pt x="847916" y="759047"/>
                  </a:lnTo>
                  <a:lnTo>
                    <a:pt x="848106" y="750761"/>
                  </a:lnTo>
                  <a:lnTo>
                    <a:pt x="847249" y="747332"/>
                  </a:lnTo>
                  <a:lnTo>
                    <a:pt x="846963" y="746188"/>
                  </a:lnTo>
                  <a:lnTo>
                    <a:pt x="846868" y="745331"/>
                  </a:lnTo>
                  <a:lnTo>
                    <a:pt x="846963" y="744379"/>
                  </a:lnTo>
                  <a:lnTo>
                    <a:pt x="847916" y="741140"/>
                  </a:lnTo>
                  <a:lnTo>
                    <a:pt x="847916" y="740664"/>
                  </a:lnTo>
                  <a:lnTo>
                    <a:pt x="847916" y="739712"/>
                  </a:lnTo>
                  <a:lnTo>
                    <a:pt x="847820" y="738664"/>
                  </a:lnTo>
                  <a:lnTo>
                    <a:pt x="846963" y="734282"/>
                  </a:lnTo>
                  <a:lnTo>
                    <a:pt x="847058" y="733044"/>
                  </a:lnTo>
                  <a:lnTo>
                    <a:pt x="847535" y="732282"/>
                  </a:lnTo>
                  <a:lnTo>
                    <a:pt x="848773" y="731711"/>
                  </a:lnTo>
                  <a:lnTo>
                    <a:pt x="849535" y="731615"/>
                  </a:lnTo>
                  <a:lnTo>
                    <a:pt x="850297" y="731901"/>
                  </a:lnTo>
                  <a:lnTo>
                    <a:pt x="851154" y="732377"/>
                  </a:lnTo>
                  <a:lnTo>
                    <a:pt x="851916" y="732663"/>
                  </a:lnTo>
                  <a:lnTo>
                    <a:pt x="852678" y="732854"/>
                  </a:lnTo>
                  <a:lnTo>
                    <a:pt x="854297" y="732854"/>
                  </a:lnTo>
                  <a:lnTo>
                    <a:pt x="854964" y="733044"/>
                  </a:lnTo>
                  <a:lnTo>
                    <a:pt x="855536" y="733520"/>
                  </a:lnTo>
                  <a:lnTo>
                    <a:pt x="856107" y="734187"/>
                  </a:lnTo>
                  <a:lnTo>
                    <a:pt x="856583" y="735044"/>
                  </a:lnTo>
                  <a:lnTo>
                    <a:pt x="857345" y="737045"/>
                  </a:lnTo>
                  <a:lnTo>
                    <a:pt x="857536" y="737997"/>
                  </a:lnTo>
                  <a:lnTo>
                    <a:pt x="857631" y="738759"/>
                  </a:lnTo>
                  <a:lnTo>
                    <a:pt x="857536" y="740855"/>
                  </a:lnTo>
                  <a:lnTo>
                    <a:pt x="857631" y="741331"/>
                  </a:lnTo>
                  <a:lnTo>
                    <a:pt x="857822" y="741521"/>
                  </a:lnTo>
                  <a:lnTo>
                    <a:pt x="858298" y="741712"/>
                  </a:lnTo>
                  <a:lnTo>
                    <a:pt x="859155" y="741807"/>
                  </a:lnTo>
                  <a:lnTo>
                    <a:pt x="860393" y="741902"/>
                  </a:lnTo>
                  <a:lnTo>
                    <a:pt x="862203" y="741521"/>
                  </a:lnTo>
                  <a:lnTo>
                    <a:pt x="862775" y="741331"/>
                  </a:lnTo>
                  <a:lnTo>
                    <a:pt x="873347" y="736473"/>
                  </a:lnTo>
                  <a:lnTo>
                    <a:pt x="874967" y="735330"/>
                  </a:lnTo>
                  <a:lnTo>
                    <a:pt x="875348" y="734663"/>
                  </a:lnTo>
                  <a:lnTo>
                    <a:pt x="876110" y="733520"/>
                  </a:lnTo>
                  <a:lnTo>
                    <a:pt x="876395" y="731520"/>
                  </a:lnTo>
                  <a:lnTo>
                    <a:pt x="876110" y="728377"/>
                  </a:lnTo>
                  <a:lnTo>
                    <a:pt x="874681" y="722376"/>
                  </a:lnTo>
                  <a:lnTo>
                    <a:pt x="873633" y="719804"/>
                  </a:lnTo>
                  <a:lnTo>
                    <a:pt x="872490" y="717804"/>
                  </a:lnTo>
                  <a:lnTo>
                    <a:pt x="870966" y="716090"/>
                  </a:lnTo>
                  <a:lnTo>
                    <a:pt x="865537" y="711232"/>
                  </a:lnTo>
                  <a:lnTo>
                    <a:pt x="864299" y="710565"/>
                  </a:lnTo>
                  <a:lnTo>
                    <a:pt x="863060" y="710375"/>
                  </a:lnTo>
                  <a:lnTo>
                    <a:pt x="862203" y="710470"/>
                  </a:lnTo>
                  <a:lnTo>
                    <a:pt x="861346" y="710755"/>
                  </a:lnTo>
                  <a:lnTo>
                    <a:pt x="860298" y="710946"/>
                  </a:lnTo>
                  <a:lnTo>
                    <a:pt x="855250" y="710375"/>
                  </a:lnTo>
                  <a:lnTo>
                    <a:pt x="851821" y="708374"/>
                  </a:lnTo>
                  <a:lnTo>
                    <a:pt x="845725" y="701135"/>
                  </a:lnTo>
                  <a:lnTo>
                    <a:pt x="844296" y="699897"/>
                  </a:lnTo>
                  <a:lnTo>
                    <a:pt x="844010" y="698563"/>
                  </a:lnTo>
                  <a:lnTo>
                    <a:pt x="844772" y="697421"/>
                  </a:lnTo>
                  <a:lnTo>
                    <a:pt x="845344" y="696754"/>
                  </a:lnTo>
                  <a:lnTo>
                    <a:pt x="845915" y="696278"/>
                  </a:lnTo>
                  <a:lnTo>
                    <a:pt x="846868" y="696087"/>
                  </a:lnTo>
                  <a:lnTo>
                    <a:pt x="849344" y="695897"/>
                  </a:lnTo>
                  <a:lnTo>
                    <a:pt x="851726" y="695325"/>
                  </a:lnTo>
                  <a:lnTo>
                    <a:pt x="852869" y="694849"/>
                  </a:lnTo>
                  <a:lnTo>
                    <a:pt x="854202" y="693992"/>
                  </a:lnTo>
                  <a:lnTo>
                    <a:pt x="855250" y="692753"/>
                  </a:lnTo>
                  <a:lnTo>
                    <a:pt x="855726" y="691801"/>
                  </a:lnTo>
                  <a:lnTo>
                    <a:pt x="855821" y="690943"/>
                  </a:lnTo>
                  <a:lnTo>
                    <a:pt x="855726" y="688086"/>
                  </a:lnTo>
                  <a:lnTo>
                    <a:pt x="855250" y="686086"/>
                  </a:lnTo>
                  <a:lnTo>
                    <a:pt x="853631" y="681990"/>
                  </a:lnTo>
                  <a:lnTo>
                    <a:pt x="851821" y="678561"/>
                  </a:lnTo>
                  <a:lnTo>
                    <a:pt x="851535" y="677799"/>
                  </a:lnTo>
                  <a:lnTo>
                    <a:pt x="851535" y="677609"/>
                  </a:lnTo>
                  <a:lnTo>
                    <a:pt x="851535" y="677037"/>
                  </a:lnTo>
                  <a:lnTo>
                    <a:pt x="851726" y="676275"/>
                  </a:lnTo>
                  <a:lnTo>
                    <a:pt x="852107" y="675418"/>
                  </a:lnTo>
                  <a:lnTo>
                    <a:pt x="853250" y="673513"/>
                  </a:lnTo>
                  <a:lnTo>
                    <a:pt x="854202" y="672751"/>
                  </a:lnTo>
                  <a:lnTo>
                    <a:pt x="855917" y="671893"/>
                  </a:lnTo>
                  <a:lnTo>
                    <a:pt x="859536" y="671132"/>
                  </a:lnTo>
                  <a:lnTo>
                    <a:pt x="869252" y="666655"/>
                  </a:lnTo>
                  <a:lnTo>
                    <a:pt x="870109" y="666559"/>
                  </a:lnTo>
                  <a:lnTo>
                    <a:pt x="871347" y="666464"/>
                  </a:lnTo>
                  <a:lnTo>
                    <a:pt x="873728" y="666750"/>
                  </a:lnTo>
                  <a:lnTo>
                    <a:pt x="879443" y="665893"/>
                  </a:lnTo>
                  <a:lnTo>
                    <a:pt x="890969" y="661607"/>
                  </a:lnTo>
                  <a:lnTo>
                    <a:pt x="892493" y="661416"/>
                  </a:lnTo>
                  <a:lnTo>
                    <a:pt x="894493" y="662083"/>
                  </a:lnTo>
                  <a:lnTo>
                    <a:pt x="896398" y="662273"/>
                  </a:lnTo>
                  <a:lnTo>
                    <a:pt x="898684" y="661321"/>
                  </a:lnTo>
                  <a:lnTo>
                    <a:pt x="900017" y="661226"/>
                  </a:lnTo>
                  <a:lnTo>
                    <a:pt x="901637" y="661702"/>
                  </a:lnTo>
                  <a:lnTo>
                    <a:pt x="903351" y="662940"/>
                  </a:lnTo>
                  <a:lnTo>
                    <a:pt x="905066" y="663797"/>
                  </a:lnTo>
                  <a:lnTo>
                    <a:pt x="907256" y="663988"/>
                  </a:lnTo>
                  <a:lnTo>
                    <a:pt x="908685" y="663321"/>
                  </a:lnTo>
                  <a:lnTo>
                    <a:pt x="909828" y="662178"/>
                  </a:lnTo>
                  <a:lnTo>
                    <a:pt x="910304" y="661321"/>
                  </a:lnTo>
                  <a:lnTo>
                    <a:pt x="910876" y="660749"/>
                  </a:lnTo>
                  <a:lnTo>
                    <a:pt x="911543" y="660463"/>
                  </a:lnTo>
                  <a:lnTo>
                    <a:pt x="912495" y="660178"/>
                  </a:lnTo>
                  <a:lnTo>
                    <a:pt x="913448" y="659606"/>
                  </a:lnTo>
                  <a:lnTo>
                    <a:pt x="914114" y="658559"/>
                  </a:lnTo>
                  <a:lnTo>
                    <a:pt x="914210" y="657225"/>
                  </a:lnTo>
                  <a:lnTo>
                    <a:pt x="913924" y="654558"/>
                  </a:lnTo>
                  <a:lnTo>
                    <a:pt x="914114" y="653510"/>
                  </a:lnTo>
                  <a:lnTo>
                    <a:pt x="914495" y="652558"/>
                  </a:lnTo>
                  <a:lnTo>
                    <a:pt x="915162" y="651701"/>
                  </a:lnTo>
                  <a:lnTo>
                    <a:pt x="915353" y="650843"/>
                  </a:lnTo>
                  <a:lnTo>
                    <a:pt x="915067" y="649700"/>
                  </a:lnTo>
                  <a:lnTo>
                    <a:pt x="914495" y="648653"/>
                  </a:lnTo>
                  <a:lnTo>
                    <a:pt x="912019" y="645795"/>
                  </a:lnTo>
                  <a:lnTo>
                    <a:pt x="911162" y="644462"/>
                  </a:lnTo>
                  <a:lnTo>
                    <a:pt x="910876" y="643509"/>
                  </a:lnTo>
                  <a:lnTo>
                    <a:pt x="910590" y="642176"/>
                  </a:lnTo>
                  <a:lnTo>
                    <a:pt x="910590" y="640937"/>
                  </a:lnTo>
                  <a:lnTo>
                    <a:pt x="910685" y="640080"/>
                  </a:lnTo>
                  <a:lnTo>
                    <a:pt x="910971" y="639128"/>
                  </a:lnTo>
                  <a:lnTo>
                    <a:pt x="911447" y="638175"/>
                  </a:lnTo>
                  <a:lnTo>
                    <a:pt x="911543" y="637508"/>
                  </a:lnTo>
                  <a:lnTo>
                    <a:pt x="911447" y="636461"/>
                  </a:lnTo>
                  <a:lnTo>
                    <a:pt x="911066" y="635508"/>
                  </a:lnTo>
                  <a:lnTo>
                    <a:pt x="909638" y="633413"/>
                  </a:lnTo>
                  <a:lnTo>
                    <a:pt x="909066" y="632174"/>
                  </a:lnTo>
                  <a:lnTo>
                    <a:pt x="908876" y="630936"/>
                  </a:lnTo>
                  <a:lnTo>
                    <a:pt x="908971" y="629507"/>
                  </a:lnTo>
                  <a:lnTo>
                    <a:pt x="909257" y="628364"/>
                  </a:lnTo>
                  <a:lnTo>
                    <a:pt x="909828" y="627317"/>
                  </a:lnTo>
                  <a:lnTo>
                    <a:pt x="910304" y="626650"/>
                  </a:lnTo>
                  <a:lnTo>
                    <a:pt x="910685" y="625983"/>
                  </a:lnTo>
                  <a:lnTo>
                    <a:pt x="910685" y="625316"/>
                  </a:lnTo>
                  <a:lnTo>
                    <a:pt x="910304" y="624459"/>
                  </a:lnTo>
                  <a:lnTo>
                    <a:pt x="909923" y="623602"/>
                  </a:lnTo>
                  <a:lnTo>
                    <a:pt x="909352" y="622840"/>
                  </a:lnTo>
                  <a:lnTo>
                    <a:pt x="908685" y="622268"/>
                  </a:lnTo>
                  <a:lnTo>
                    <a:pt x="907923" y="621697"/>
                  </a:lnTo>
                  <a:lnTo>
                    <a:pt x="907161" y="621316"/>
                  </a:lnTo>
                  <a:lnTo>
                    <a:pt x="905256" y="621030"/>
                  </a:lnTo>
                  <a:lnTo>
                    <a:pt x="904208" y="621030"/>
                  </a:lnTo>
                  <a:lnTo>
                    <a:pt x="901732" y="621411"/>
                  </a:lnTo>
                  <a:lnTo>
                    <a:pt x="898779" y="622554"/>
                  </a:lnTo>
                  <a:lnTo>
                    <a:pt x="896684" y="623983"/>
                  </a:lnTo>
                  <a:lnTo>
                    <a:pt x="895636" y="625126"/>
                  </a:lnTo>
                  <a:lnTo>
                    <a:pt x="894969" y="626459"/>
                  </a:lnTo>
                  <a:lnTo>
                    <a:pt x="893921" y="630174"/>
                  </a:lnTo>
                  <a:lnTo>
                    <a:pt x="893350" y="631317"/>
                  </a:lnTo>
                  <a:lnTo>
                    <a:pt x="892588" y="632555"/>
                  </a:lnTo>
                  <a:lnTo>
                    <a:pt x="891635" y="633413"/>
                  </a:lnTo>
                  <a:lnTo>
                    <a:pt x="890207" y="634175"/>
                  </a:lnTo>
                  <a:lnTo>
                    <a:pt x="888302" y="634555"/>
                  </a:lnTo>
                  <a:lnTo>
                    <a:pt x="885635" y="634270"/>
                  </a:lnTo>
                  <a:lnTo>
                    <a:pt x="883920" y="633793"/>
                  </a:lnTo>
                  <a:lnTo>
                    <a:pt x="881729" y="632651"/>
                  </a:lnTo>
                  <a:lnTo>
                    <a:pt x="880396" y="632555"/>
                  </a:lnTo>
                  <a:lnTo>
                    <a:pt x="878586" y="632841"/>
                  </a:lnTo>
                  <a:lnTo>
                    <a:pt x="876014" y="633984"/>
                  </a:lnTo>
                  <a:lnTo>
                    <a:pt x="872776" y="636080"/>
                  </a:lnTo>
                  <a:lnTo>
                    <a:pt x="869537" y="637413"/>
                  </a:lnTo>
                  <a:lnTo>
                    <a:pt x="863251" y="637222"/>
                  </a:lnTo>
                  <a:lnTo>
                    <a:pt x="861060" y="638651"/>
                  </a:lnTo>
                  <a:lnTo>
                    <a:pt x="860393" y="638842"/>
                  </a:lnTo>
                  <a:lnTo>
                    <a:pt x="859346" y="638461"/>
                  </a:lnTo>
                  <a:lnTo>
                    <a:pt x="855345" y="635222"/>
                  </a:lnTo>
                  <a:lnTo>
                    <a:pt x="854297" y="634746"/>
                  </a:lnTo>
                  <a:lnTo>
                    <a:pt x="849440" y="633889"/>
                  </a:lnTo>
                  <a:lnTo>
                    <a:pt x="848487" y="633889"/>
                  </a:lnTo>
                  <a:lnTo>
                    <a:pt x="847630" y="634175"/>
                  </a:lnTo>
                  <a:lnTo>
                    <a:pt x="844010" y="635508"/>
                  </a:lnTo>
                  <a:lnTo>
                    <a:pt x="843153" y="635508"/>
                  </a:lnTo>
                  <a:lnTo>
                    <a:pt x="842296" y="635222"/>
                  </a:lnTo>
                  <a:lnTo>
                    <a:pt x="841534" y="634746"/>
                  </a:lnTo>
                  <a:lnTo>
                    <a:pt x="836676" y="630936"/>
                  </a:lnTo>
                  <a:lnTo>
                    <a:pt x="835438" y="630365"/>
                  </a:lnTo>
                  <a:lnTo>
                    <a:pt x="834009" y="629888"/>
                  </a:lnTo>
                  <a:lnTo>
                    <a:pt x="832676" y="629698"/>
                  </a:lnTo>
                  <a:lnTo>
                    <a:pt x="830294" y="629698"/>
                  </a:lnTo>
                  <a:lnTo>
                    <a:pt x="829247" y="629507"/>
                  </a:lnTo>
                  <a:lnTo>
                    <a:pt x="828008" y="628745"/>
                  </a:lnTo>
                  <a:lnTo>
                    <a:pt x="827056" y="627793"/>
                  </a:lnTo>
                  <a:lnTo>
                    <a:pt x="824389" y="622935"/>
                  </a:lnTo>
                  <a:lnTo>
                    <a:pt x="823532" y="622078"/>
                  </a:lnTo>
                  <a:lnTo>
                    <a:pt x="822198" y="621221"/>
                  </a:lnTo>
                  <a:lnTo>
                    <a:pt x="820579" y="620935"/>
                  </a:lnTo>
                  <a:lnTo>
                    <a:pt x="819436" y="620744"/>
                  </a:lnTo>
                  <a:lnTo>
                    <a:pt x="818483" y="620173"/>
                  </a:lnTo>
                  <a:lnTo>
                    <a:pt x="817626" y="619125"/>
                  </a:lnTo>
                  <a:lnTo>
                    <a:pt x="817055" y="617792"/>
                  </a:lnTo>
                  <a:lnTo>
                    <a:pt x="816388" y="614839"/>
                  </a:lnTo>
                  <a:lnTo>
                    <a:pt x="814102" y="607695"/>
                  </a:lnTo>
                  <a:lnTo>
                    <a:pt x="810768" y="590169"/>
                  </a:lnTo>
                  <a:lnTo>
                    <a:pt x="810197" y="588740"/>
                  </a:lnTo>
                  <a:lnTo>
                    <a:pt x="809530" y="587312"/>
                  </a:lnTo>
                  <a:lnTo>
                    <a:pt x="809149" y="585978"/>
                  </a:lnTo>
                  <a:lnTo>
                    <a:pt x="809435" y="584359"/>
                  </a:lnTo>
                  <a:lnTo>
                    <a:pt x="810197" y="583692"/>
                  </a:lnTo>
                  <a:lnTo>
                    <a:pt x="812292" y="583311"/>
                  </a:lnTo>
                  <a:lnTo>
                    <a:pt x="813149" y="582740"/>
                  </a:lnTo>
                  <a:lnTo>
                    <a:pt x="813626" y="581120"/>
                  </a:lnTo>
                  <a:lnTo>
                    <a:pt x="813530" y="577596"/>
                  </a:lnTo>
                  <a:lnTo>
                    <a:pt x="813721" y="575786"/>
                  </a:lnTo>
                  <a:lnTo>
                    <a:pt x="814292" y="574072"/>
                  </a:lnTo>
                  <a:lnTo>
                    <a:pt x="816959" y="569500"/>
                  </a:lnTo>
                  <a:lnTo>
                    <a:pt x="818007" y="569024"/>
                  </a:lnTo>
                  <a:lnTo>
                    <a:pt x="818483" y="568738"/>
                  </a:lnTo>
                  <a:lnTo>
                    <a:pt x="821150" y="565976"/>
                  </a:lnTo>
                  <a:lnTo>
                    <a:pt x="822293" y="565309"/>
                  </a:lnTo>
                  <a:lnTo>
                    <a:pt x="824389" y="565213"/>
                  </a:lnTo>
                  <a:lnTo>
                    <a:pt x="825532" y="564737"/>
                  </a:lnTo>
                  <a:lnTo>
                    <a:pt x="826389" y="563785"/>
                  </a:lnTo>
                  <a:lnTo>
                    <a:pt x="827342" y="561022"/>
                  </a:lnTo>
                  <a:lnTo>
                    <a:pt x="827913" y="560261"/>
                  </a:lnTo>
                  <a:lnTo>
                    <a:pt x="829151" y="559975"/>
                  </a:lnTo>
                  <a:lnTo>
                    <a:pt x="835247" y="560451"/>
                  </a:lnTo>
                  <a:lnTo>
                    <a:pt x="836486" y="560832"/>
                  </a:lnTo>
                  <a:lnTo>
                    <a:pt x="837819" y="560737"/>
                  </a:lnTo>
                  <a:lnTo>
                    <a:pt x="839343" y="559880"/>
                  </a:lnTo>
                  <a:lnTo>
                    <a:pt x="841629" y="556927"/>
                  </a:lnTo>
                  <a:lnTo>
                    <a:pt x="842867" y="555974"/>
                  </a:lnTo>
                  <a:lnTo>
                    <a:pt x="843820" y="555403"/>
                  </a:lnTo>
                  <a:lnTo>
                    <a:pt x="844868" y="555117"/>
                  </a:lnTo>
                  <a:lnTo>
                    <a:pt x="845820" y="554546"/>
                  </a:lnTo>
                  <a:lnTo>
                    <a:pt x="846773" y="553307"/>
                  </a:lnTo>
                  <a:lnTo>
                    <a:pt x="847154" y="551879"/>
                  </a:lnTo>
                  <a:lnTo>
                    <a:pt x="847154" y="550450"/>
                  </a:lnTo>
                  <a:lnTo>
                    <a:pt x="847249" y="548926"/>
                  </a:lnTo>
                  <a:lnTo>
                    <a:pt x="848011" y="547592"/>
                  </a:lnTo>
                  <a:lnTo>
                    <a:pt x="854678" y="543401"/>
                  </a:lnTo>
                  <a:lnTo>
                    <a:pt x="856393" y="541877"/>
                  </a:lnTo>
                  <a:lnTo>
                    <a:pt x="856964" y="540544"/>
                  </a:lnTo>
                  <a:lnTo>
                    <a:pt x="857250" y="539401"/>
                  </a:lnTo>
                  <a:lnTo>
                    <a:pt x="857726" y="538353"/>
                  </a:lnTo>
                  <a:lnTo>
                    <a:pt x="858679" y="537401"/>
                  </a:lnTo>
                  <a:lnTo>
                    <a:pt x="862108" y="536638"/>
                  </a:lnTo>
                  <a:lnTo>
                    <a:pt x="863060" y="536162"/>
                  </a:lnTo>
                  <a:lnTo>
                    <a:pt x="864680" y="534257"/>
                  </a:lnTo>
                  <a:lnTo>
                    <a:pt x="865823" y="533400"/>
                  </a:lnTo>
                  <a:lnTo>
                    <a:pt x="868394" y="532543"/>
                  </a:lnTo>
                  <a:lnTo>
                    <a:pt x="869156" y="531400"/>
                  </a:lnTo>
                  <a:lnTo>
                    <a:pt x="869728" y="529971"/>
                  </a:lnTo>
                  <a:lnTo>
                    <a:pt x="870490" y="528638"/>
                  </a:lnTo>
                  <a:lnTo>
                    <a:pt x="871538" y="527971"/>
                  </a:lnTo>
                  <a:lnTo>
                    <a:pt x="874967" y="526351"/>
                  </a:lnTo>
                  <a:lnTo>
                    <a:pt x="876491" y="526066"/>
                  </a:lnTo>
                  <a:lnTo>
                    <a:pt x="878110" y="526351"/>
                  </a:lnTo>
                  <a:lnTo>
                    <a:pt x="878872" y="526256"/>
                  </a:lnTo>
                  <a:lnTo>
                    <a:pt x="879729" y="525590"/>
                  </a:lnTo>
                  <a:lnTo>
                    <a:pt x="880301" y="524542"/>
                  </a:lnTo>
                  <a:lnTo>
                    <a:pt x="880491" y="522446"/>
                  </a:lnTo>
                  <a:lnTo>
                    <a:pt x="880872" y="521589"/>
                  </a:lnTo>
                  <a:lnTo>
                    <a:pt x="883730" y="519493"/>
                  </a:lnTo>
                  <a:lnTo>
                    <a:pt x="886873" y="519208"/>
                  </a:lnTo>
                  <a:lnTo>
                    <a:pt x="890207" y="519493"/>
                  </a:lnTo>
                  <a:lnTo>
                    <a:pt x="893540" y="518922"/>
                  </a:lnTo>
                  <a:lnTo>
                    <a:pt x="895922" y="516255"/>
                  </a:lnTo>
                  <a:lnTo>
                    <a:pt x="898684" y="514731"/>
                  </a:lnTo>
                  <a:lnTo>
                    <a:pt x="900017" y="513493"/>
                  </a:lnTo>
                  <a:lnTo>
                    <a:pt x="901732" y="512255"/>
                  </a:lnTo>
                  <a:lnTo>
                    <a:pt x="902589" y="511492"/>
                  </a:lnTo>
                  <a:lnTo>
                    <a:pt x="903256" y="510445"/>
                  </a:lnTo>
                  <a:lnTo>
                    <a:pt x="904113" y="508349"/>
                  </a:lnTo>
                  <a:lnTo>
                    <a:pt x="904589" y="507397"/>
                  </a:lnTo>
                  <a:lnTo>
                    <a:pt x="906685" y="504730"/>
                  </a:lnTo>
                  <a:lnTo>
                    <a:pt x="908114" y="503587"/>
                  </a:lnTo>
                  <a:lnTo>
                    <a:pt x="909638" y="503111"/>
                  </a:lnTo>
                  <a:lnTo>
                    <a:pt x="913257" y="503206"/>
                  </a:lnTo>
                  <a:lnTo>
                    <a:pt x="914876" y="502920"/>
                  </a:lnTo>
                  <a:lnTo>
                    <a:pt x="916400" y="502158"/>
                  </a:lnTo>
                  <a:lnTo>
                    <a:pt x="917258" y="503111"/>
                  </a:lnTo>
                  <a:lnTo>
                    <a:pt x="919067" y="501967"/>
                  </a:lnTo>
                  <a:lnTo>
                    <a:pt x="919163" y="500348"/>
                  </a:lnTo>
                  <a:lnTo>
                    <a:pt x="919067" y="498538"/>
                  </a:lnTo>
                  <a:lnTo>
                    <a:pt x="920306" y="496919"/>
                  </a:lnTo>
                  <a:lnTo>
                    <a:pt x="922401" y="496443"/>
                  </a:lnTo>
                  <a:lnTo>
                    <a:pt x="926973" y="497110"/>
                  </a:lnTo>
                  <a:lnTo>
                    <a:pt x="928688" y="496443"/>
                  </a:lnTo>
                  <a:lnTo>
                    <a:pt x="930021" y="495205"/>
                  </a:lnTo>
                  <a:lnTo>
                    <a:pt x="934593" y="492442"/>
                  </a:lnTo>
                  <a:lnTo>
                    <a:pt x="940499" y="487871"/>
                  </a:lnTo>
                  <a:lnTo>
                    <a:pt x="942118" y="487204"/>
                  </a:lnTo>
                  <a:lnTo>
                    <a:pt x="943832" y="486918"/>
                  </a:lnTo>
                  <a:lnTo>
                    <a:pt x="947833" y="485680"/>
                  </a:lnTo>
                  <a:lnTo>
                    <a:pt x="950024" y="485489"/>
                  </a:lnTo>
                  <a:lnTo>
                    <a:pt x="951833" y="484918"/>
                  </a:lnTo>
                  <a:lnTo>
                    <a:pt x="953167" y="483680"/>
                  </a:lnTo>
                  <a:lnTo>
                    <a:pt x="955167" y="481013"/>
                  </a:lnTo>
                  <a:lnTo>
                    <a:pt x="958501" y="479488"/>
                  </a:lnTo>
                  <a:lnTo>
                    <a:pt x="962692" y="478060"/>
                  </a:lnTo>
                  <a:lnTo>
                    <a:pt x="965264" y="475964"/>
                  </a:lnTo>
                  <a:lnTo>
                    <a:pt x="963835" y="472154"/>
                  </a:lnTo>
                  <a:lnTo>
                    <a:pt x="969645" y="470345"/>
                  </a:lnTo>
                  <a:lnTo>
                    <a:pt x="970979" y="469487"/>
                  </a:lnTo>
                  <a:lnTo>
                    <a:pt x="971550" y="468440"/>
                  </a:lnTo>
                  <a:lnTo>
                    <a:pt x="971931" y="466154"/>
                  </a:lnTo>
                  <a:lnTo>
                    <a:pt x="972503" y="465106"/>
                  </a:lnTo>
                  <a:lnTo>
                    <a:pt x="973455" y="464534"/>
                  </a:lnTo>
                  <a:lnTo>
                    <a:pt x="974693" y="464344"/>
                  </a:lnTo>
                  <a:lnTo>
                    <a:pt x="976884" y="464249"/>
                  </a:lnTo>
                  <a:lnTo>
                    <a:pt x="978884" y="463772"/>
                  </a:lnTo>
                  <a:lnTo>
                    <a:pt x="982218" y="461963"/>
                  </a:lnTo>
                  <a:lnTo>
                    <a:pt x="985076" y="460724"/>
                  </a:lnTo>
                  <a:lnTo>
                    <a:pt x="986219" y="460438"/>
                  </a:lnTo>
                  <a:lnTo>
                    <a:pt x="987171" y="461105"/>
                  </a:lnTo>
                  <a:lnTo>
                    <a:pt x="988028" y="461772"/>
                  </a:lnTo>
                  <a:lnTo>
                    <a:pt x="989171" y="462248"/>
                  </a:lnTo>
                  <a:lnTo>
                    <a:pt x="990314" y="462439"/>
                  </a:lnTo>
                  <a:lnTo>
                    <a:pt x="991553" y="462439"/>
                  </a:lnTo>
                  <a:lnTo>
                    <a:pt x="993839" y="462153"/>
                  </a:lnTo>
                  <a:lnTo>
                    <a:pt x="994505" y="461296"/>
                  </a:lnTo>
                  <a:lnTo>
                    <a:pt x="994505" y="459676"/>
                  </a:lnTo>
                  <a:lnTo>
                    <a:pt x="994791" y="457200"/>
                  </a:lnTo>
                  <a:lnTo>
                    <a:pt x="995077" y="456247"/>
                  </a:lnTo>
                  <a:lnTo>
                    <a:pt x="996029" y="454628"/>
                  </a:lnTo>
                  <a:lnTo>
                    <a:pt x="996315" y="454342"/>
                  </a:lnTo>
                  <a:lnTo>
                    <a:pt x="996220" y="453009"/>
                  </a:lnTo>
                  <a:lnTo>
                    <a:pt x="995553" y="450818"/>
                  </a:lnTo>
                  <a:lnTo>
                    <a:pt x="995458" y="449580"/>
                  </a:lnTo>
                  <a:lnTo>
                    <a:pt x="996410" y="447580"/>
                  </a:lnTo>
                  <a:lnTo>
                    <a:pt x="998506" y="447675"/>
                  </a:lnTo>
                  <a:lnTo>
                    <a:pt x="1002221" y="449199"/>
                  </a:lnTo>
                  <a:lnTo>
                    <a:pt x="1003745" y="448056"/>
                  </a:lnTo>
                  <a:lnTo>
                    <a:pt x="1004221" y="444151"/>
                  </a:lnTo>
                  <a:lnTo>
                    <a:pt x="1005745" y="444722"/>
                  </a:lnTo>
                  <a:lnTo>
                    <a:pt x="1007745" y="443960"/>
                  </a:lnTo>
                  <a:lnTo>
                    <a:pt x="1007555" y="442913"/>
                  </a:lnTo>
                  <a:lnTo>
                    <a:pt x="1007078" y="441865"/>
                  </a:lnTo>
                  <a:lnTo>
                    <a:pt x="1006316" y="440817"/>
                  </a:lnTo>
                  <a:lnTo>
                    <a:pt x="1005173" y="439579"/>
                  </a:lnTo>
                  <a:lnTo>
                    <a:pt x="1004697" y="438817"/>
                  </a:lnTo>
                  <a:lnTo>
                    <a:pt x="1004602" y="438150"/>
                  </a:lnTo>
                  <a:lnTo>
                    <a:pt x="1004888" y="437483"/>
                  </a:lnTo>
                  <a:lnTo>
                    <a:pt x="1005459" y="437293"/>
                  </a:lnTo>
                  <a:lnTo>
                    <a:pt x="1006412" y="437293"/>
                  </a:lnTo>
                  <a:lnTo>
                    <a:pt x="1007459" y="437102"/>
                  </a:lnTo>
                  <a:lnTo>
                    <a:pt x="1008698" y="436340"/>
                  </a:lnTo>
                  <a:lnTo>
                    <a:pt x="1012508" y="432530"/>
                  </a:lnTo>
                  <a:lnTo>
                    <a:pt x="1013174" y="431768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2" name="Freeform: Shape 14">
              <a:extLst>
                <a:ext uri="{FF2B5EF4-FFF2-40B4-BE49-F238E27FC236}">
                  <a16:creationId xmlns:a16="http://schemas.microsoft.com/office/drawing/2014/main" id="{7624825D-3FF6-18BF-F33E-FFB2B698DBE6}"/>
                </a:ext>
              </a:extLst>
            </p:cNvPr>
            <p:cNvSpPr/>
            <p:nvPr/>
          </p:nvSpPr>
          <p:spPr>
            <a:xfrm>
              <a:off x="7526579" y="1640989"/>
              <a:ext cx="522399" cy="578874"/>
            </a:xfrm>
            <a:custGeom>
              <a:avLst/>
              <a:gdLst>
                <a:gd name="connsiteX0" fmla="*/ 352425 w 352425"/>
                <a:gd name="connsiteY0" fmla="*/ 280702 h 390525"/>
                <a:gd name="connsiteX1" fmla="*/ 352234 w 352425"/>
                <a:gd name="connsiteY1" fmla="*/ 278892 h 390525"/>
                <a:gd name="connsiteX2" fmla="*/ 352330 w 352425"/>
                <a:gd name="connsiteY2" fmla="*/ 274701 h 390525"/>
                <a:gd name="connsiteX3" fmla="*/ 352520 w 352425"/>
                <a:gd name="connsiteY3" fmla="*/ 273748 h 390525"/>
                <a:gd name="connsiteX4" fmla="*/ 352806 w 352425"/>
                <a:gd name="connsiteY4" fmla="*/ 273177 h 390525"/>
                <a:gd name="connsiteX5" fmla="*/ 353473 w 352425"/>
                <a:gd name="connsiteY5" fmla="*/ 272129 h 390525"/>
                <a:gd name="connsiteX6" fmla="*/ 353949 w 352425"/>
                <a:gd name="connsiteY6" fmla="*/ 271082 h 390525"/>
                <a:gd name="connsiteX7" fmla="*/ 353949 w 352425"/>
                <a:gd name="connsiteY7" fmla="*/ 270224 h 390525"/>
                <a:gd name="connsiteX8" fmla="*/ 353378 w 352425"/>
                <a:gd name="connsiteY8" fmla="*/ 269367 h 390525"/>
                <a:gd name="connsiteX9" fmla="*/ 352520 w 352425"/>
                <a:gd name="connsiteY9" fmla="*/ 268224 h 390525"/>
                <a:gd name="connsiteX10" fmla="*/ 351949 w 352425"/>
                <a:gd name="connsiteY10" fmla="*/ 267081 h 390525"/>
                <a:gd name="connsiteX11" fmla="*/ 352139 w 352425"/>
                <a:gd name="connsiteY11" fmla="*/ 264795 h 390525"/>
                <a:gd name="connsiteX12" fmla="*/ 352996 w 352425"/>
                <a:gd name="connsiteY12" fmla="*/ 260509 h 390525"/>
                <a:gd name="connsiteX13" fmla="*/ 352996 w 352425"/>
                <a:gd name="connsiteY13" fmla="*/ 259747 h 390525"/>
                <a:gd name="connsiteX14" fmla="*/ 352711 w 352425"/>
                <a:gd name="connsiteY14" fmla="*/ 258890 h 390525"/>
                <a:gd name="connsiteX15" fmla="*/ 352330 w 352425"/>
                <a:gd name="connsiteY15" fmla="*/ 258127 h 390525"/>
                <a:gd name="connsiteX16" fmla="*/ 351758 w 352425"/>
                <a:gd name="connsiteY16" fmla="*/ 255842 h 390525"/>
                <a:gd name="connsiteX17" fmla="*/ 351187 w 352425"/>
                <a:gd name="connsiteY17" fmla="*/ 254984 h 390525"/>
                <a:gd name="connsiteX18" fmla="*/ 350425 w 352425"/>
                <a:gd name="connsiteY18" fmla="*/ 254508 h 390525"/>
                <a:gd name="connsiteX19" fmla="*/ 349472 w 352425"/>
                <a:gd name="connsiteY19" fmla="*/ 254413 h 390525"/>
                <a:gd name="connsiteX20" fmla="*/ 348805 w 352425"/>
                <a:gd name="connsiteY20" fmla="*/ 254032 h 390525"/>
                <a:gd name="connsiteX21" fmla="*/ 348234 w 352425"/>
                <a:gd name="connsiteY21" fmla="*/ 253460 h 390525"/>
                <a:gd name="connsiteX22" fmla="*/ 347472 w 352425"/>
                <a:gd name="connsiteY22" fmla="*/ 249460 h 390525"/>
                <a:gd name="connsiteX23" fmla="*/ 347377 w 352425"/>
                <a:gd name="connsiteY23" fmla="*/ 248984 h 390525"/>
                <a:gd name="connsiteX24" fmla="*/ 347186 w 352425"/>
                <a:gd name="connsiteY24" fmla="*/ 248602 h 390525"/>
                <a:gd name="connsiteX25" fmla="*/ 346900 w 352425"/>
                <a:gd name="connsiteY25" fmla="*/ 248507 h 390525"/>
                <a:gd name="connsiteX26" fmla="*/ 346615 w 352425"/>
                <a:gd name="connsiteY26" fmla="*/ 248507 h 390525"/>
                <a:gd name="connsiteX27" fmla="*/ 346043 w 352425"/>
                <a:gd name="connsiteY27" fmla="*/ 248888 h 390525"/>
                <a:gd name="connsiteX28" fmla="*/ 345662 w 352425"/>
                <a:gd name="connsiteY28" fmla="*/ 248984 h 390525"/>
                <a:gd name="connsiteX29" fmla="*/ 344424 w 352425"/>
                <a:gd name="connsiteY29" fmla="*/ 248698 h 390525"/>
                <a:gd name="connsiteX30" fmla="*/ 342614 w 352425"/>
                <a:gd name="connsiteY30" fmla="*/ 248412 h 390525"/>
                <a:gd name="connsiteX31" fmla="*/ 342043 w 352425"/>
                <a:gd name="connsiteY31" fmla="*/ 248412 h 390525"/>
                <a:gd name="connsiteX32" fmla="*/ 341281 w 352425"/>
                <a:gd name="connsiteY32" fmla="*/ 248507 h 390525"/>
                <a:gd name="connsiteX33" fmla="*/ 340614 w 352425"/>
                <a:gd name="connsiteY33" fmla="*/ 248888 h 390525"/>
                <a:gd name="connsiteX34" fmla="*/ 339566 w 352425"/>
                <a:gd name="connsiteY34" fmla="*/ 249841 h 390525"/>
                <a:gd name="connsiteX35" fmla="*/ 338995 w 352425"/>
                <a:gd name="connsiteY35" fmla="*/ 249650 h 390525"/>
                <a:gd name="connsiteX36" fmla="*/ 338423 w 352425"/>
                <a:gd name="connsiteY36" fmla="*/ 249174 h 390525"/>
                <a:gd name="connsiteX37" fmla="*/ 337757 w 352425"/>
                <a:gd name="connsiteY37" fmla="*/ 248221 h 390525"/>
                <a:gd name="connsiteX38" fmla="*/ 336613 w 352425"/>
                <a:gd name="connsiteY38" fmla="*/ 247174 h 390525"/>
                <a:gd name="connsiteX39" fmla="*/ 333280 w 352425"/>
                <a:gd name="connsiteY39" fmla="*/ 242983 h 390525"/>
                <a:gd name="connsiteX40" fmla="*/ 329946 w 352425"/>
                <a:gd name="connsiteY40" fmla="*/ 240125 h 390525"/>
                <a:gd name="connsiteX41" fmla="*/ 329470 w 352425"/>
                <a:gd name="connsiteY41" fmla="*/ 239554 h 390525"/>
                <a:gd name="connsiteX42" fmla="*/ 329184 w 352425"/>
                <a:gd name="connsiteY42" fmla="*/ 238601 h 390525"/>
                <a:gd name="connsiteX43" fmla="*/ 328994 w 352425"/>
                <a:gd name="connsiteY43" fmla="*/ 237649 h 390525"/>
                <a:gd name="connsiteX44" fmla="*/ 329089 w 352425"/>
                <a:gd name="connsiteY44" fmla="*/ 236506 h 390525"/>
                <a:gd name="connsiteX45" fmla="*/ 329375 w 352425"/>
                <a:gd name="connsiteY45" fmla="*/ 235934 h 390525"/>
                <a:gd name="connsiteX46" fmla="*/ 330136 w 352425"/>
                <a:gd name="connsiteY46" fmla="*/ 235172 h 390525"/>
                <a:gd name="connsiteX47" fmla="*/ 334518 w 352425"/>
                <a:gd name="connsiteY47" fmla="*/ 233172 h 390525"/>
                <a:gd name="connsiteX48" fmla="*/ 336423 w 352425"/>
                <a:gd name="connsiteY48" fmla="*/ 232886 h 390525"/>
                <a:gd name="connsiteX49" fmla="*/ 338233 w 352425"/>
                <a:gd name="connsiteY49" fmla="*/ 232886 h 390525"/>
                <a:gd name="connsiteX50" fmla="*/ 342900 w 352425"/>
                <a:gd name="connsiteY50" fmla="*/ 234125 h 390525"/>
                <a:gd name="connsiteX51" fmla="*/ 344710 w 352425"/>
                <a:gd name="connsiteY51" fmla="*/ 231553 h 390525"/>
                <a:gd name="connsiteX52" fmla="*/ 345281 w 352425"/>
                <a:gd name="connsiteY52" fmla="*/ 229648 h 390525"/>
                <a:gd name="connsiteX53" fmla="*/ 345377 w 352425"/>
                <a:gd name="connsiteY53" fmla="*/ 228790 h 390525"/>
                <a:gd name="connsiteX54" fmla="*/ 345281 w 352425"/>
                <a:gd name="connsiteY54" fmla="*/ 227933 h 390525"/>
                <a:gd name="connsiteX55" fmla="*/ 344996 w 352425"/>
                <a:gd name="connsiteY55" fmla="*/ 227076 h 390525"/>
                <a:gd name="connsiteX56" fmla="*/ 344519 w 352425"/>
                <a:gd name="connsiteY56" fmla="*/ 226504 h 390525"/>
                <a:gd name="connsiteX57" fmla="*/ 343853 w 352425"/>
                <a:gd name="connsiteY57" fmla="*/ 226123 h 390525"/>
                <a:gd name="connsiteX58" fmla="*/ 342233 w 352425"/>
                <a:gd name="connsiteY58" fmla="*/ 225647 h 390525"/>
                <a:gd name="connsiteX59" fmla="*/ 341471 w 352425"/>
                <a:gd name="connsiteY59" fmla="*/ 225171 h 390525"/>
                <a:gd name="connsiteX60" fmla="*/ 340900 w 352425"/>
                <a:gd name="connsiteY60" fmla="*/ 224409 h 390525"/>
                <a:gd name="connsiteX61" fmla="*/ 339566 w 352425"/>
                <a:gd name="connsiteY61" fmla="*/ 221266 h 390525"/>
                <a:gd name="connsiteX62" fmla="*/ 338709 w 352425"/>
                <a:gd name="connsiteY62" fmla="*/ 219646 h 390525"/>
                <a:gd name="connsiteX63" fmla="*/ 337566 w 352425"/>
                <a:gd name="connsiteY63" fmla="*/ 218218 h 390525"/>
                <a:gd name="connsiteX64" fmla="*/ 332232 w 352425"/>
                <a:gd name="connsiteY64" fmla="*/ 213741 h 390525"/>
                <a:gd name="connsiteX65" fmla="*/ 329755 w 352425"/>
                <a:gd name="connsiteY65" fmla="*/ 210979 h 390525"/>
                <a:gd name="connsiteX66" fmla="*/ 323374 w 352425"/>
                <a:gd name="connsiteY66" fmla="*/ 205930 h 390525"/>
                <a:gd name="connsiteX67" fmla="*/ 321088 w 352425"/>
                <a:gd name="connsiteY67" fmla="*/ 203549 h 390525"/>
                <a:gd name="connsiteX68" fmla="*/ 319945 w 352425"/>
                <a:gd name="connsiteY68" fmla="*/ 201740 h 390525"/>
                <a:gd name="connsiteX69" fmla="*/ 319373 w 352425"/>
                <a:gd name="connsiteY69" fmla="*/ 200311 h 390525"/>
                <a:gd name="connsiteX70" fmla="*/ 318992 w 352425"/>
                <a:gd name="connsiteY70" fmla="*/ 198787 h 390525"/>
                <a:gd name="connsiteX71" fmla="*/ 318802 w 352425"/>
                <a:gd name="connsiteY71" fmla="*/ 197453 h 390525"/>
                <a:gd name="connsiteX72" fmla="*/ 318897 w 352425"/>
                <a:gd name="connsiteY72" fmla="*/ 196025 h 390525"/>
                <a:gd name="connsiteX73" fmla="*/ 319088 w 352425"/>
                <a:gd name="connsiteY73" fmla="*/ 194881 h 390525"/>
                <a:gd name="connsiteX74" fmla="*/ 319469 w 352425"/>
                <a:gd name="connsiteY74" fmla="*/ 193834 h 390525"/>
                <a:gd name="connsiteX75" fmla="*/ 320802 w 352425"/>
                <a:gd name="connsiteY75" fmla="*/ 191357 h 390525"/>
                <a:gd name="connsiteX76" fmla="*/ 320707 w 352425"/>
                <a:gd name="connsiteY76" fmla="*/ 190119 h 390525"/>
                <a:gd name="connsiteX77" fmla="*/ 318421 w 352425"/>
                <a:gd name="connsiteY77" fmla="*/ 188690 h 390525"/>
                <a:gd name="connsiteX78" fmla="*/ 318135 w 352425"/>
                <a:gd name="connsiteY78" fmla="*/ 187642 h 390525"/>
                <a:gd name="connsiteX79" fmla="*/ 318325 w 352425"/>
                <a:gd name="connsiteY79" fmla="*/ 181927 h 390525"/>
                <a:gd name="connsiteX80" fmla="*/ 318516 w 352425"/>
                <a:gd name="connsiteY80" fmla="*/ 180784 h 390525"/>
                <a:gd name="connsiteX81" fmla="*/ 318897 w 352425"/>
                <a:gd name="connsiteY81" fmla="*/ 179832 h 390525"/>
                <a:gd name="connsiteX82" fmla="*/ 320707 w 352425"/>
                <a:gd name="connsiteY82" fmla="*/ 177736 h 390525"/>
                <a:gd name="connsiteX83" fmla="*/ 321469 w 352425"/>
                <a:gd name="connsiteY83" fmla="*/ 176117 h 390525"/>
                <a:gd name="connsiteX84" fmla="*/ 320897 w 352425"/>
                <a:gd name="connsiteY84" fmla="*/ 175260 h 390525"/>
                <a:gd name="connsiteX85" fmla="*/ 319850 w 352425"/>
                <a:gd name="connsiteY85" fmla="*/ 174974 h 390525"/>
                <a:gd name="connsiteX86" fmla="*/ 316992 w 352425"/>
                <a:gd name="connsiteY86" fmla="*/ 175260 h 390525"/>
                <a:gd name="connsiteX87" fmla="*/ 316135 w 352425"/>
                <a:gd name="connsiteY87" fmla="*/ 175165 h 390525"/>
                <a:gd name="connsiteX88" fmla="*/ 316040 w 352425"/>
                <a:gd name="connsiteY88" fmla="*/ 174688 h 390525"/>
                <a:gd name="connsiteX89" fmla="*/ 316706 w 352425"/>
                <a:gd name="connsiteY89" fmla="*/ 172117 h 390525"/>
                <a:gd name="connsiteX90" fmla="*/ 316325 w 352425"/>
                <a:gd name="connsiteY90" fmla="*/ 170783 h 390525"/>
                <a:gd name="connsiteX91" fmla="*/ 315468 w 352425"/>
                <a:gd name="connsiteY91" fmla="*/ 169164 h 390525"/>
                <a:gd name="connsiteX92" fmla="*/ 314896 w 352425"/>
                <a:gd name="connsiteY92" fmla="*/ 168402 h 390525"/>
                <a:gd name="connsiteX93" fmla="*/ 314420 w 352425"/>
                <a:gd name="connsiteY93" fmla="*/ 168021 h 390525"/>
                <a:gd name="connsiteX94" fmla="*/ 314039 w 352425"/>
                <a:gd name="connsiteY94" fmla="*/ 168116 h 390525"/>
                <a:gd name="connsiteX95" fmla="*/ 313658 w 352425"/>
                <a:gd name="connsiteY95" fmla="*/ 168497 h 390525"/>
                <a:gd name="connsiteX96" fmla="*/ 312992 w 352425"/>
                <a:gd name="connsiteY96" fmla="*/ 170021 h 390525"/>
                <a:gd name="connsiteX97" fmla="*/ 312515 w 352425"/>
                <a:gd name="connsiteY97" fmla="*/ 170783 h 390525"/>
                <a:gd name="connsiteX98" fmla="*/ 312039 w 352425"/>
                <a:gd name="connsiteY98" fmla="*/ 171259 h 390525"/>
                <a:gd name="connsiteX99" fmla="*/ 311467 w 352425"/>
                <a:gd name="connsiteY99" fmla="*/ 171355 h 390525"/>
                <a:gd name="connsiteX100" fmla="*/ 310896 w 352425"/>
                <a:gd name="connsiteY100" fmla="*/ 170783 h 390525"/>
                <a:gd name="connsiteX101" fmla="*/ 310515 w 352425"/>
                <a:gd name="connsiteY101" fmla="*/ 169831 h 390525"/>
                <a:gd name="connsiteX102" fmla="*/ 310229 w 352425"/>
                <a:gd name="connsiteY102" fmla="*/ 168211 h 390525"/>
                <a:gd name="connsiteX103" fmla="*/ 309658 w 352425"/>
                <a:gd name="connsiteY103" fmla="*/ 167259 h 390525"/>
                <a:gd name="connsiteX104" fmla="*/ 308991 w 352425"/>
                <a:gd name="connsiteY104" fmla="*/ 166878 h 390525"/>
                <a:gd name="connsiteX105" fmla="*/ 307467 w 352425"/>
                <a:gd name="connsiteY105" fmla="*/ 166592 h 390525"/>
                <a:gd name="connsiteX106" fmla="*/ 306991 w 352425"/>
                <a:gd name="connsiteY106" fmla="*/ 166592 h 390525"/>
                <a:gd name="connsiteX107" fmla="*/ 306705 w 352425"/>
                <a:gd name="connsiteY107" fmla="*/ 166878 h 390525"/>
                <a:gd name="connsiteX108" fmla="*/ 306515 w 352425"/>
                <a:gd name="connsiteY108" fmla="*/ 167259 h 390525"/>
                <a:gd name="connsiteX109" fmla="*/ 306229 w 352425"/>
                <a:gd name="connsiteY109" fmla="*/ 167640 h 390525"/>
                <a:gd name="connsiteX110" fmla="*/ 305657 w 352425"/>
                <a:gd name="connsiteY110" fmla="*/ 167450 h 390525"/>
                <a:gd name="connsiteX111" fmla="*/ 304705 w 352425"/>
                <a:gd name="connsiteY111" fmla="*/ 166592 h 390525"/>
                <a:gd name="connsiteX112" fmla="*/ 303752 w 352425"/>
                <a:gd name="connsiteY112" fmla="*/ 164878 h 390525"/>
                <a:gd name="connsiteX113" fmla="*/ 303086 w 352425"/>
                <a:gd name="connsiteY113" fmla="*/ 164306 h 390525"/>
                <a:gd name="connsiteX114" fmla="*/ 302419 w 352425"/>
                <a:gd name="connsiteY114" fmla="*/ 164401 h 390525"/>
                <a:gd name="connsiteX115" fmla="*/ 301942 w 352425"/>
                <a:gd name="connsiteY115" fmla="*/ 164973 h 390525"/>
                <a:gd name="connsiteX116" fmla="*/ 301180 w 352425"/>
                <a:gd name="connsiteY116" fmla="*/ 165640 h 390525"/>
                <a:gd name="connsiteX117" fmla="*/ 300609 w 352425"/>
                <a:gd name="connsiteY117" fmla="*/ 165735 h 390525"/>
                <a:gd name="connsiteX118" fmla="*/ 299657 w 352425"/>
                <a:gd name="connsiteY118" fmla="*/ 165449 h 390525"/>
                <a:gd name="connsiteX119" fmla="*/ 298990 w 352425"/>
                <a:gd name="connsiteY119" fmla="*/ 162973 h 390525"/>
                <a:gd name="connsiteX120" fmla="*/ 296609 w 352425"/>
                <a:gd name="connsiteY120" fmla="*/ 157925 h 390525"/>
                <a:gd name="connsiteX121" fmla="*/ 292036 w 352425"/>
                <a:gd name="connsiteY121" fmla="*/ 149257 h 390525"/>
                <a:gd name="connsiteX122" fmla="*/ 290513 w 352425"/>
                <a:gd name="connsiteY122" fmla="*/ 147733 h 390525"/>
                <a:gd name="connsiteX123" fmla="*/ 290036 w 352425"/>
                <a:gd name="connsiteY123" fmla="*/ 148304 h 390525"/>
                <a:gd name="connsiteX124" fmla="*/ 289655 w 352425"/>
                <a:gd name="connsiteY124" fmla="*/ 148876 h 390525"/>
                <a:gd name="connsiteX125" fmla="*/ 289274 w 352425"/>
                <a:gd name="connsiteY125" fmla="*/ 149161 h 390525"/>
                <a:gd name="connsiteX126" fmla="*/ 288798 w 352425"/>
                <a:gd name="connsiteY126" fmla="*/ 149447 h 390525"/>
                <a:gd name="connsiteX127" fmla="*/ 286131 w 352425"/>
                <a:gd name="connsiteY127" fmla="*/ 150114 h 390525"/>
                <a:gd name="connsiteX128" fmla="*/ 285464 w 352425"/>
                <a:gd name="connsiteY128" fmla="*/ 151638 h 390525"/>
                <a:gd name="connsiteX129" fmla="*/ 286226 w 352425"/>
                <a:gd name="connsiteY129" fmla="*/ 156686 h 390525"/>
                <a:gd name="connsiteX130" fmla="*/ 285845 w 352425"/>
                <a:gd name="connsiteY130" fmla="*/ 158115 h 390525"/>
                <a:gd name="connsiteX131" fmla="*/ 285178 w 352425"/>
                <a:gd name="connsiteY131" fmla="*/ 158591 h 390525"/>
                <a:gd name="connsiteX132" fmla="*/ 283655 w 352425"/>
                <a:gd name="connsiteY132" fmla="*/ 158401 h 390525"/>
                <a:gd name="connsiteX133" fmla="*/ 282892 w 352425"/>
                <a:gd name="connsiteY133" fmla="*/ 158972 h 390525"/>
                <a:gd name="connsiteX134" fmla="*/ 282511 w 352425"/>
                <a:gd name="connsiteY134" fmla="*/ 160115 h 390525"/>
                <a:gd name="connsiteX135" fmla="*/ 282130 w 352425"/>
                <a:gd name="connsiteY135" fmla="*/ 162115 h 390525"/>
                <a:gd name="connsiteX136" fmla="*/ 281464 w 352425"/>
                <a:gd name="connsiteY136" fmla="*/ 163259 h 390525"/>
                <a:gd name="connsiteX137" fmla="*/ 280702 w 352425"/>
                <a:gd name="connsiteY137" fmla="*/ 163925 h 390525"/>
                <a:gd name="connsiteX138" fmla="*/ 279940 w 352425"/>
                <a:gd name="connsiteY138" fmla="*/ 164116 h 390525"/>
                <a:gd name="connsiteX139" fmla="*/ 279082 w 352425"/>
                <a:gd name="connsiteY139" fmla="*/ 163925 h 390525"/>
                <a:gd name="connsiteX140" fmla="*/ 276987 w 352425"/>
                <a:gd name="connsiteY140" fmla="*/ 162973 h 390525"/>
                <a:gd name="connsiteX141" fmla="*/ 275653 w 352425"/>
                <a:gd name="connsiteY141" fmla="*/ 162973 h 390525"/>
                <a:gd name="connsiteX142" fmla="*/ 274701 w 352425"/>
                <a:gd name="connsiteY142" fmla="*/ 163259 h 390525"/>
                <a:gd name="connsiteX143" fmla="*/ 272129 w 352425"/>
                <a:gd name="connsiteY143" fmla="*/ 164401 h 390525"/>
                <a:gd name="connsiteX144" fmla="*/ 269653 w 352425"/>
                <a:gd name="connsiteY144" fmla="*/ 162877 h 390525"/>
                <a:gd name="connsiteX145" fmla="*/ 267271 w 352425"/>
                <a:gd name="connsiteY145" fmla="*/ 160211 h 390525"/>
                <a:gd name="connsiteX146" fmla="*/ 265938 w 352425"/>
                <a:gd name="connsiteY146" fmla="*/ 158020 h 390525"/>
                <a:gd name="connsiteX147" fmla="*/ 265176 w 352425"/>
                <a:gd name="connsiteY147" fmla="*/ 156019 h 390525"/>
                <a:gd name="connsiteX148" fmla="*/ 263461 w 352425"/>
                <a:gd name="connsiteY148" fmla="*/ 147733 h 390525"/>
                <a:gd name="connsiteX149" fmla="*/ 257080 w 352425"/>
                <a:gd name="connsiteY149" fmla="*/ 129635 h 390525"/>
                <a:gd name="connsiteX150" fmla="*/ 242411 w 352425"/>
                <a:gd name="connsiteY150" fmla="*/ 101536 h 390525"/>
                <a:gd name="connsiteX151" fmla="*/ 240125 w 352425"/>
                <a:gd name="connsiteY151" fmla="*/ 96869 h 390525"/>
                <a:gd name="connsiteX152" fmla="*/ 239935 w 352425"/>
                <a:gd name="connsiteY152" fmla="*/ 95726 h 390525"/>
                <a:gd name="connsiteX153" fmla="*/ 240030 w 352425"/>
                <a:gd name="connsiteY153" fmla="*/ 94298 h 390525"/>
                <a:gd name="connsiteX154" fmla="*/ 240602 w 352425"/>
                <a:gd name="connsiteY154" fmla="*/ 93631 h 390525"/>
                <a:gd name="connsiteX155" fmla="*/ 241459 w 352425"/>
                <a:gd name="connsiteY155" fmla="*/ 93250 h 390525"/>
                <a:gd name="connsiteX156" fmla="*/ 242316 w 352425"/>
                <a:gd name="connsiteY156" fmla="*/ 93154 h 390525"/>
                <a:gd name="connsiteX157" fmla="*/ 243840 w 352425"/>
                <a:gd name="connsiteY157" fmla="*/ 93440 h 390525"/>
                <a:gd name="connsiteX158" fmla="*/ 244507 w 352425"/>
                <a:gd name="connsiteY158" fmla="*/ 93440 h 390525"/>
                <a:gd name="connsiteX159" fmla="*/ 245269 w 352425"/>
                <a:gd name="connsiteY159" fmla="*/ 92869 h 390525"/>
                <a:gd name="connsiteX160" fmla="*/ 245269 w 352425"/>
                <a:gd name="connsiteY160" fmla="*/ 92107 h 390525"/>
                <a:gd name="connsiteX161" fmla="*/ 244792 w 352425"/>
                <a:gd name="connsiteY161" fmla="*/ 91059 h 390525"/>
                <a:gd name="connsiteX162" fmla="*/ 240602 w 352425"/>
                <a:gd name="connsiteY162" fmla="*/ 83058 h 390525"/>
                <a:gd name="connsiteX163" fmla="*/ 236411 w 352425"/>
                <a:gd name="connsiteY163" fmla="*/ 76771 h 390525"/>
                <a:gd name="connsiteX164" fmla="*/ 235077 w 352425"/>
                <a:gd name="connsiteY164" fmla="*/ 74295 h 390525"/>
                <a:gd name="connsiteX165" fmla="*/ 232981 w 352425"/>
                <a:gd name="connsiteY165" fmla="*/ 72866 h 390525"/>
                <a:gd name="connsiteX166" fmla="*/ 226123 w 352425"/>
                <a:gd name="connsiteY166" fmla="*/ 69723 h 390525"/>
                <a:gd name="connsiteX167" fmla="*/ 220409 w 352425"/>
                <a:gd name="connsiteY167" fmla="*/ 66103 h 390525"/>
                <a:gd name="connsiteX168" fmla="*/ 215075 w 352425"/>
                <a:gd name="connsiteY168" fmla="*/ 63722 h 390525"/>
                <a:gd name="connsiteX169" fmla="*/ 214313 w 352425"/>
                <a:gd name="connsiteY169" fmla="*/ 62865 h 390525"/>
                <a:gd name="connsiteX170" fmla="*/ 212503 w 352425"/>
                <a:gd name="connsiteY170" fmla="*/ 63246 h 390525"/>
                <a:gd name="connsiteX171" fmla="*/ 210026 w 352425"/>
                <a:gd name="connsiteY171" fmla="*/ 62294 h 390525"/>
                <a:gd name="connsiteX172" fmla="*/ 202978 w 352425"/>
                <a:gd name="connsiteY172" fmla="*/ 61150 h 390525"/>
                <a:gd name="connsiteX173" fmla="*/ 201835 w 352425"/>
                <a:gd name="connsiteY173" fmla="*/ 60674 h 390525"/>
                <a:gd name="connsiteX174" fmla="*/ 200596 w 352425"/>
                <a:gd name="connsiteY174" fmla="*/ 60103 h 390525"/>
                <a:gd name="connsiteX175" fmla="*/ 200215 w 352425"/>
                <a:gd name="connsiteY175" fmla="*/ 59150 h 390525"/>
                <a:gd name="connsiteX176" fmla="*/ 200787 w 352425"/>
                <a:gd name="connsiteY176" fmla="*/ 57912 h 390525"/>
                <a:gd name="connsiteX177" fmla="*/ 207359 w 352425"/>
                <a:gd name="connsiteY177" fmla="*/ 50482 h 390525"/>
                <a:gd name="connsiteX178" fmla="*/ 208502 w 352425"/>
                <a:gd name="connsiteY178" fmla="*/ 48482 h 390525"/>
                <a:gd name="connsiteX179" fmla="*/ 209264 w 352425"/>
                <a:gd name="connsiteY179" fmla="*/ 46768 h 390525"/>
                <a:gd name="connsiteX180" fmla="*/ 209836 w 352425"/>
                <a:gd name="connsiteY180" fmla="*/ 44767 h 390525"/>
                <a:gd name="connsiteX181" fmla="*/ 209740 w 352425"/>
                <a:gd name="connsiteY181" fmla="*/ 43910 h 390525"/>
                <a:gd name="connsiteX182" fmla="*/ 209074 w 352425"/>
                <a:gd name="connsiteY182" fmla="*/ 43529 h 390525"/>
                <a:gd name="connsiteX183" fmla="*/ 208312 w 352425"/>
                <a:gd name="connsiteY183" fmla="*/ 43625 h 390525"/>
                <a:gd name="connsiteX184" fmla="*/ 207645 w 352425"/>
                <a:gd name="connsiteY184" fmla="*/ 43910 h 390525"/>
                <a:gd name="connsiteX185" fmla="*/ 207169 w 352425"/>
                <a:gd name="connsiteY185" fmla="*/ 44196 h 390525"/>
                <a:gd name="connsiteX186" fmla="*/ 206502 w 352425"/>
                <a:gd name="connsiteY186" fmla="*/ 44482 h 390525"/>
                <a:gd name="connsiteX187" fmla="*/ 205740 w 352425"/>
                <a:gd name="connsiteY187" fmla="*/ 44482 h 390525"/>
                <a:gd name="connsiteX188" fmla="*/ 204502 w 352425"/>
                <a:gd name="connsiteY188" fmla="*/ 43720 h 390525"/>
                <a:gd name="connsiteX189" fmla="*/ 203740 w 352425"/>
                <a:gd name="connsiteY189" fmla="*/ 41910 h 390525"/>
                <a:gd name="connsiteX190" fmla="*/ 203549 w 352425"/>
                <a:gd name="connsiteY190" fmla="*/ 39719 h 390525"/>
                <a:gd name="connsiteX191" fmla="*/ 203740 w 352425"/>
                <a:gd name="connsiteY191" fmla="*/ 37814 h 390525"/>
                <a:gd name="connsiteX192" fmla="*/ 204311 w 352425"/>
                <a:gd name="connsiteY192" fmla="*/ 36290 h 390525"/>
                <a:gd name="connsiteX193" fmla="*/ 204978 w 352425"/>
                <a:gd name="connsiteY193" fmla="*/ 35623 h 390525"/>
                <a:gd name="connsiteX194" fmla="*/ 205454 w 352425"/>
                <a:gd name="connsiteY194" fmla="*/ 35242 h 390525"/>
                <a:gd name="connsiteX195" fmla="*/ 213455 w 352425"/>
                <a:gd name="connsiteY195" fmla="*/ 33433 h 390525"/>
                <a:gd name="connsiteX196" fmla="*/ 215741 w 352425"/>
                <a:gd name="connsiteY196" fmla="*/ 32480 h 390525"/>
                <a:gd name="connsiteX197" fmla="*/ 217551 w 352425"/>
                <a:gd name="connsiteY197" fmla="*/ 31242 h 390525"/>
                <a:gd name="connsiteX198" fmla="*/ 219265 w 352425"/>
                <a:gd name="connsiteY198" fmla="*/ 29718 h 390525"/>
                <a:gd name="connsiteX199" fmla="*/ 223456 w 352425"/>
                <a:gd name="connsiteY199" fmla="*/ 24670 h 390525"/>
                <a:gd name="connsiteX200" fmla="*/ 232505 w 352425"/>
                <a:gd name="connsiteY200" fmla="*/ 17335 h 390525"/>
                <a:gd name="connsiteX201" fmla="*/ 238030 w 352425"/>
                <a:gd name="connsiteY201" fmla="*/ 14192 h 390525"/>
                <a:gd name="connsiteX202" fmla="*/ 238887 w 352425"/>
                <a:gd name="connsiteY202" fmla="*/ 13335 h 390525"/>
                <a:gd name="connsiteX203" fmla="*/ 238982 w 352425"/>
                <a:gd name="connsiteY203" fmla="*/ 12478 h 390525"/>
                <a:gd name="connsiteX204" fmla="*/ 238792 w 352425"/>
                <a:gd name="connsiteY204" fmla="*/ 11716 h 390525"/>
                <a:gd name="connsiteX205" fmla="*/ 234029 w 352425"/>
                <a:gd name="connsiteY205" fmla="*/ 2381 h 390525"/>
                <a:gd name="connsiteX206" fmla="*/ 233553 w 352425"/>
                <a:gd name="connsiteY206" fmla="*/ 1619 h 390525"/>
                <a:gd name="connsiteX207" fmla="*/ 232410 w 352425"/>
                <a:gd name="connsiteY207" fmla="*/ 286 h 390525"/>
                <a:gd name="connsiteX208" fmla="*/ 231362 w 352425"/>
                <a:gd name="connsiteY208" fmla="*/ 0 h 390525"/>
                <a:gd name="connsiteX209" fmla="*/ 230410 w 352425"/>
                <a:gd name="connsiteY209" fmla="*/ 1429 h 390525"/>
                <a:gd name="connsiteX210" fmla="*/ 229171 w 352425"/>
                <a:gd name="connsiteY210" fmla="*/ 2572 h 390525"/>
                <a:gd name="connsiteX211" fmla="*/ 227933 w 352425"/>
                <a:gd name="connsiteY211" fmla="*/ 3048 h 390525"/>
                <a:gd name="connsiteX212" fmla="*/ 225647 w 352425"/>
                <a:gd name="connsiteY212" fmla="*/ 4858 h 390525"/>
                <a:gd name="connsiteX213" fmla="*/ 219265 w 352425"/>
                <a:gd name="connsiteY213" fmla="*/ 7144 h 390525"/>
                <a:gd name="connsiteX214" fmla="*/ 218599 w 352425"/>
                <a:gd name="connsiteY214" fmla="*/ 8287 h 390525"/>
                <a:gd name="connsiteX215" fmla="*/ 218123 w 352425"/>
                <a:gd name="connsiteY215" fmla="*/ 10858 h 390525"/>
                <a:gd name="connsiteX216" fmla="*/ 217742 w 352425"/>
                <a:gd name="connsiteY216" fmla="*/ 11906 h 390525"/>
                <a:gd name="connsiteX217" fmla="*/ 216979 w 352425"/>
                <a:gd name="connsiteY217" fmla="*/ 12668 h 390525"/>
                <a:gd name="connsiteX218" fmla="*/ 214979 w 352425"/>
                <a:gd name="connsiteY218" fmla="*/ 14192 h 390525"/>
                <a:gd name="connsiteX219" fmla="*/ 214122 w 352425"/>
                <a:gd name="connsiteY219" fmla="*/ 15145 h 390525"/>
                <a:gd name="connsiteX220" fmla="*/ 212312 w 352425"/>
                <a:gd name="connsiteY220" fmla="*/ 16002 h 390525"/>
                <a:gd name="connsiteX221" fmla="*/ 204216 w 352425"/>
                <a:gd name="connsiteY221" fmla="*/ 16573 h 390525"/>
                <a:gd name="connsiteX222" fmla="*/ 199739 w 352425"/>
                <a:gd name="connsiteY222" fmla="*/ 19431 h 390525"/>
                <a:gd name="connsiteX223" fmla="*/ 195644 w 352425"/>
                <a:gd name="connsiteY223" fmla="*/ 23431 h 390525"/>
                <a:gd name="connsiteX224" fmla="*/ 191548 w 352425"/>
                <a:gd name="connsiteY224" fmla="*/ 29527 h 390525"/>
                <a:gd name="connsiteX225" fmla="*/ 189071 w 352425"/>
                <a:gd name="connsiteY225" fmla="*/ 28575 h 390525"/>
                <a:gd name="connsiteX226" fmla="*/ 188309 w 352425"/>
                <a:gd name="connsiteY226" fmla="*/ 28003 h 390525"/>
                <a:gd name="connsiteX227" fmla="*/ 187166 w 352425"/>
                <a:gd name="connsiteY227" fmla="*/ 27242 h 390525"/>
                <a:gd name="connsiteX228" fmla="*/ 185642 w 352425"/>
                <a:gd name="connsiteY228" fmla="*/ 26384 h 390525"/>
                <a:gd name="connsiteX229" fmla="*/ 184880 w 352425"/>
                <a:gd name="connsiteY229" fmla="*/ 25527 h 390525"/>
                <a:gd name="connsiteX230" fmla="*/ 184594 w 352425"/>
                <a:gd name="connsiteY230" fmla="*/ 24670 h 390525"/>
                <a:gd name="connsiteX231" fmla="*/ 184880 w 352425"/>
                <a:gd name="connsiteY231" fmla="*/ 22384 h 390525"/>
                <a:gd name="connsiteX232" fmla="*/ 184594 w 352425"/>
                <a:gd name="connsiteY232" fmla="*/ 21431 h 390525"/>
                <a:gd name="connsiteX233" fmla="*/ 183928 w 352425"/>
                <a:gd name="connsiteY233" fmla="*/ 21431 h 390525"/>
                <a:gd name="connsiteX234" fmla="*/ 182309 w 352425"/>
                <a:gd name="connsiteY234" fmla="*/ 22288 h 390525"/>
                <a:gd name="connsiteX235" fmla="*/ 181356 w 352425"/>
                <a:gd name="connsiteY235" fmla="*/ 23336 h 390525"/>
                <a:gd name="connsiteX236" fmla="*/ 178594 w 352425"/>
                <a:gd name="connsiteY236" fmla="*/ 24765 h 390525"/>
                <a:gd name="connsiteX237" fmla="*/ 171355 w 352425"/>
                <a:gd name="connsiteY237" fmla="*/ 24194 h 390525"/>
                <a:gd name="connsiteX238" fmla="*/ 168021 w 352425"/>
                <a:gd name="connsiteY238" fmla="*/ 25241 h 390525"/>
                <a:gd name="connsiteX239" fmla="*/ 171259 w 352425"/>
                <a:gd name="connsiteY239" fmla="*/ 27908 h 390525"/>
                <a:gd name="connsiteX240" fmla="*/ 174307 w 352425"/>
                <a:gd name="connsiteY240" fmla="*/ 31718 h 390525"/>
                <a:gd name="connsiteX241" fmla="*/ 174974 w 352425"/>
                <a:gd name="connsiteY241" fmla="*/ 34861 h 390525"/>
                <a:gd name="connsiteX242" fmla="*/ 173831 w 352425"/>
                <a:gd name="connsiteY242" fmla="*/ 37528 h 390525"/>
                <a:gd name="connsiteX243" fmla="*/ 170117 w 352425"/>
                <a:gd name="connsiteY243" fmla="*/ 41815 h 390525"/>
                <a:gd name="connsiteX244" fmla="*/ 169164 w 352425"/>
                <a:gd name="connsiteY244" fmla="*/ 44101 h 390525"/>
                <a:gd name="connsiteX245" fmla="*/ 167926 w 352425"/>
                <a:gd name="connsiteY245" fmla="*/ 48768 h 390525"/>
                <a:gd name="connsiteX246" fmla="*/ 167545 w 352425"/>
                <a:gd name="connsiteY246" fmla="*/ 50197 h 390525"/>
                <a:gd name="connsiteX247" fmla="*/ 163925 w 352425"/>
                <a:gd name="connsiteY247" fmla="*/ 50006 h 390525"/>
                <a:gd name="connsiteX248" fmla="*/ 162401 w 352425"/>
                <a:gd name="connsiteY248" fmla="*/ 50197 h 390525"/>
                <a:gd name="connsiteX249" fmla="*/ 159734 w 352425"/>
                <a:gd name="connsiteY249" fmla="*/ 51149 h 390525"/>
                <a:gd name="connsiteX250" fmla="*/ 156115 w 352425"/>
                <a:gd name="connsiteY250" fmla="*/ 52959 h 390525"/>
                <a:gd name="connsiteX251" fmla="*/ 153543 w 352425"/>
                <a:gd name="connsiteY251" fmla="*/ 55531 h 390525"/>
                <a:gd name="connsiteX252" fmla="*/ 153638 w 352425"/>
                <a:gd name="connsiteY252" fmla="*/ 58674 h 390525"/>
                <a:gd name="connsiteX253" fmla="*/ 152209 w 352425"/>
                <a:gd name="connsiteY253" fmla="*/ 58579 h 390525"/>
                <a:gd name="connsiteX254" fmla="*/ 149542 w 352425"/>
                <a:gd name="connsiteY254" fmla="*/ 57817 h 390525"/>
                <a:gd name="connsiteX255" fmla="*/ 148590 w 352425"/>
                <a:gd name="connsiteY255" fmla="*/ 58198 h 390525"/>
                <a:gd name="connsiteX256" fmla="*/ 147256 w 352425"/>
                <a:gd name="connsiteY256" fmla="*/ 59436 h 390525"/>
                <a:gd name="connsiteX257" fmla="*/ 146304 w 352425"/>
                <a:gd name="connsiteY257" fmla="*/ 59912 h 390525"/>
                <a:gd name="connsiteX258" fmla="*/ 145352 w 352425"/>
                <a:gd name="connsiteY258" fmla="*/ 59912 h 390525"/>
                <a:gd name="connsiteX259" fmla="*/ 138303 w 352425"/>
                <a:gd name="connsiteY259" fmla="*/ 57150 h 390525"/>
                <a:gd name="connsiteX260" fmla="*/ 136207 w 352425"/>
                <a:gd name="connsiteY260" fmla="*/ 57626 h 390525"/>
                <a:gd name="connsiteX261" fmla="*/ 137065 w 352425"/>
                <a:gd name="connsiteY261" fmla="*/ 61436 h 390525"/>
                <a:gd name="connsiteX262" fmla="*/ 135922 w 352425"/>
                <a:gd name="connsiteY262" fmla="*/ 61531 h 390525"/>
                <a:gd name="connsiteX263" fmla="*/ 133064 w 352425"/>
                <a:gd name="connsiteY263" fmla="*/ 61341 h 390525"/>
                <a:gd name="connsiteX264" fmla="*/ 132017 w 352425"/>
                <a:gd name="connsiteY264" fmla="*/ 61913 h 390525"/>
                <a:gd name="connsiteX265" fmla="*/ 131064 w 352425"/>
                <a:gd name="connsiteY265" fmla="*/ 63246 h 390525"/>
                <a:gd name="connsiteX266" fmla="*/ 130588 w 352425"/>
                <a:gd name="connsiteY266" fmla="*/ 64389 h 390525"/>
                <a:gd name="connsiteX267" fmla="*/ 129826 w 352425"/>
                <a:gd name="connsiteY267" fmla="*/ 65342 h 390525"/>
                <a:gd name="connsiteX268" fmla="*/ 128492 w 352425"/>
                <a:gd name="connsiteY268" fmla="*/ 66103 h 390525"/>
                <a:gd name="connsiteX269" fmla="*/ 125635 w 352425"/>
                <a:gd name="connsiteY269" fmla="*/ 66484 h 390525"/>
                <a:gd name="connsiteX270" fmla="*/ 123063 w 352425"/>
                <a:gd name="connsiteY270" fmla="*/ 66199 h 390525"/>
                <a:gd name="connsiteX271" fmla="*/ 120777 w 352425"/>
                <a:gd name="connsiteY271" fmla="*/ 66580 h 390525"/>
                <a:gd name="connsiteX272" fmla="*/ 118967 w 352425"/>
                <a:gd name="connsiteY272" fmla="*/ 68961 h 390525"/>
                <a:gd name="connsiteX273" fmla="*/ 113824 w 352425"/>
                <a:gd name="connsiteY273" fmla="*/ 67056 h 390525"/>
                <a:gd name="connsiteX274" fmla="*/ 111823 w 352425"/>
                <a:gd name="connsiteY274" fmla="*/ 70009 h 390525"/>
                <a:gd name="connsiteX275" fmla="*/ 110776 w 352425"/>
                <a:gd name="connsiteY275" fmla="*/ 74771 h 390525"/>
                <a:gd name="connsiteX276" fmla="*/ 108585 w 352425"/>
                <a:gd name="connsiteY276" fmla="*/ 78296 h 390525"/>
                <a:gd name="connsiteX277" fmla="*/ 106204 w 352425"/>
                <a:gd name="connsiteY277" fmla="*/ 78772 h 390525"/>
                <a:gd name="connsiteX278" fmla="*/ 98774 w 352425"/>
                <a:gd name="connsiteY278" fmla="*/ 77248 h 390525"/>
                <a:gd name="connsiteX279" fmla="*/ 95536 w 352425"/>
                <a:gd name="connsiteY279" fmla="*/ 83534 h 390525"/>
                <a:gd name="connsiteX280" fmla="*/ 94012 w 352425"/>
                <a:gd name="connsiteY280" fmla="*/ 84677 h 390525"/>
                <a:gd name="connsiteX281" fmla="*/ 92202 w 352425"/>
                <a:gd name="connsiteY281" fmla="*/ 85344 h 390525"/>
                <a:gd name="connsiteX282" fmla="*/ 83439 w 352425"/>
                <a:gd name="connsiteY282" fmla="*/ 92202 h 390525"/>
                <a:gd name="connsiteX283" fmla="*/ 81725 w 352425"/>
                <a:gd name="connsiteY283" fmla="*/ 94012 h 390525"/>
                <a:gd name="connsiteX284" fmla="*/ 80581 w 352425"/>
                <a:gd name="connsiteY284" fmla="*/ 96202 h 390525"/>
                <a:gd name="connsiteX285" fmla="*/ 80200 w 352425"/>
                <a:gd name="connsiteY285" fmla="*/ 99155 h 390525"/>
                <a:gd name="connsiteX286" fmla="*/ 80200 w 352425"/>
                <a:gd name="connsiteY286" fmla="*/ 100965 h 390525"/>
                <a:gd name="connsiteX287" fmla="*/ 79915 w 352425"/>
                <a:gd name="connsiteY287" fmla="*/ 101632 h 390525"/>
                <a:gd name="connsiteX288" fmla="*/ 79438 w 352425"/>
                <a:gd name="connsiteY288" fmla="*/ 102013 h 390525"/>
                <a:gd name="connsiteX289" fmla="*/ 78581 w 352425"/>
                <a:gd name="connsiteY289" fmla="*/ 103346 h 390525"/>
                <a:gd name="connsiteX290" fmla="*/ 78296 w 352425"/>
                <a:gd name="connsiteY290" fmla="*/ 103918 h 390525"/>
                <a:gd name="connsiteX291" fmla="*/ 78010 w 352425"/>
                <a:gd name="connsiteY291" fmla="*/ 105537 h 390525"/>
                <a:gd name="connsiteX292" fmla="*/ 77724 w 352425"/>
                <a:gd name="connsiteY292" fmla="*/ 106204 h 390525"/>
                <a:gd name="connsiteX293" fmla="*/ 77438 w 352425"/>
                <a:gd name="connsiteY293" fmla="*/ 106490 h 390525"/>
                <a:gd name="connsiteX294" fmla="*/ 76486 w 352425"/>
                <a:gd name="connsiteY294" fmla="*/ 106871 h 390525"/>
                <a:gd name="connsiteX295" fmla="*/ 76295 w 352425"/>
                <a:gd name="connsiteY295" fmla="*/ 107061 h 390525"/>
                <a:gd name="connsiteX296" fmla="*/ 75057 w 352425"/>
                <a:gd name="connsiteY296" fmla="*/ 109252 h 390525"/>
                <a:gd name="connsiteX297" fmla="*/ 74676 w 352425"/>
                <a:gd name="connsiteY297" fmla="*/ 109728 h 390525"/>
                <a:gd name="connsiteX298" fmla="*/ 75819 w 352425"/>
                <a:gd name="connsiteY298" fmla="*/ 111252 h 390525"/>
                <a:gd name="connsiteX299" fmla="*/ 82296 w 352425"/>
                <a:gd name="connsiteY299" fmla="*/ 123158 h 390525"/>
                <a:gd name="connsiteX300" fmla="*/ 85630 w 352425"/>
                <a:gd name="connsiteY300" fmla="*/ 136017 h 390525"/>
                <a:gd name="connsiteX301" fmla="*/ 89154 w 352425"/>
                <a:gd name="connsiteY301" fmla="*/ 141351 h 390525"/>
                <a:gd name="connsiteX302" fmla="*/ 89440 w 352425"/>
                <a:gd name="connsiteY302" fmla="*/ 143923 h 390525"/>
                <a:gd name="connsiteX303" fmla="*/ 88773 w 352425"/>
                <a:gd name="connsiteY303" fmla="*/ 146399 h 390525"/>
                <a:gd name="connsiteX304" fmla="*/ 87440 w 352425"/>
                <a:gd name="connsiteY304" fmla="*/ 148590 h 390525"/>
                <a:gd name="connsiteX305" fmla="*/ 85534 w 352425"/>
                <a:gd name="connsiteY305" fmla="*/ 150971 h 390525"/>
                <a:gd name="connsiteX306" fmla="*/ 84201 w 352425"/>
                <a:gd name="connsiteY306" fmla="*/ 153352 h 390525"/>
                <a:gd name="connsiteX307" fmla="*/ 79629 w 352425"/>
                <a:gd name="connsiteY307" fmla="*/ 164973 h 390525"/>
                <a:gd name="connsiteX308" fmla="*/ 78772 w 352425"/>
                <a:gd name="connsiteY308" fmla="*/ 168021 h 390525"/>
                <a:gd name="connsiteX309" fmla="*/ 78772 w 352425"/>
                <a:gd name="connsiteY309" fmla="*/ 174117 h 390525"/>
                <a:gd name="connsiteX310" fmla="*/ 76962 w 352425"/>
                <a:gd name="connsiteY310" fmla="*/ 179451 h 390525"/>
                <a:gd name="connsiteX311" fmla="*/ 76676 w 352425"/>
                <a:gd name="connsiteY311" fmla="*/ 182213 h 390525"/>
                <a:gd name="connsiteX312" fmla="*/ 76962 w 352425"/>
                <a:gd name="connsiteY312" fmla="*/ 184785 h 390525"/>
                <a:gd name="connsiteX313" fmla="*/ 77629 w 352425"/>
                <a:gd name="connsiteY313" fmla="*/ 186690 h 390525"/>
                <a:gd name="connsiteX314" fmla="*/ 78581 w 352425"/>
                <a:gd name="connsiteY314" fmla="*/ 188404 h 390525"/>
                <a:gd name="connsiteX315" fmla="*/ 80105 w 352425"/>
                <a:gd name="connsiteY315" fmla="*/ 190309 h 390525"/>
                <a:gd name="connsiteX316" fmla="*/ 82010 w 352425"/>
                <a:gd name="connsiteY316" fmla="*/ 191167 h 390525"/>
                <a:gd name="connsiteX317" fmla="*/ 87058 w 352425"/>
                <a:gd name="connsiteY317" fmla="*/ 190214 h 390525"/>
                <a:gd name="connsiteX318" fmla="*/ 89344 w 352425"/>
                <a:gd name="connsiteY318" fmla="*/ 190309 h 390525"/>
                <a:gd name="connsiteX319" fmla="*/ 91154 w 352425"/>
                <a:gd name="connsiteY319" fmla="*/ 191357 h 390525"/>
                <a:gd name="connsiteX320" fmla="*/ 93250 w 352425"/>
                <a:gd name="connsiteY320" fmla="*/ 193262 h 390525"/>
                <a:gd name="connsiteX321" fmla="*/ 94202 w 352425"/>
                <a:gd name="connsiteY321" fmla="*/ 194500 h 390525"/>
                <a:gd name="connsiteX322" fmla="*/ 87535 w 352425"/>
                <a:gd name="connsiteY322" fmla="*/ 198215 h 390525"/>
                <a:gd name="connsiteX323" fmla="*/ 85058 w 352425"/>
                <a:gd name="connsiteY323" fmla="*/ 200025 h 390525"/>
                <a:gd name="connsiteX324" fmla="*/ 83344 w 352425"/>
                <a:gd name="connsiteY324" fmla="*/ 202406 h 390525"/>
                <a:gd name="connsiteX325" fmla="*/ 83248 w 352425"/>
                <a:gd name="connsiteY325" fmla="*/ 205264 h 390525"/>
                <a:gd name="connsiteX326" fmla="*/ 81534 w 352425"/>
                <a:gd name="connsiteY326" fmla="*/ 206883 h 390525"/>
                <a:gd name="connsiteX327" fmla="*/ 79915 w 352425"/>
                <a:gd name="connsiteY327" fmla="*/ 208978 h 390525"/>
                <a:gd name="connsiteX328" fmla="*/ 78105 w 352425"/>
                <a:gd name="connsiteY328" fmla="*/ 210884 h 390525"/>
                <a:gd name="connsiteX329" fmla="*/ 75819 w 352425"/>
                <a:gd name="connsiteY329" fmla="*/ 211646 h 390525"/>
                <a:gd name="connsiteX330" fmla="*/ 73247 w 352425"/>
                <a:gd name="connsiteY330" fmla="*/ 211741 h 390525"/>
                <a:gd name="connsiteX331" fmla="*/ 71152 w 352425"/>
                <a:gd name="connsiteY331" fmla="*/ 212122 h 390525"/>
                <a:gd name="connsiteX332" fmla="*/ 69152 w 352425"/>
                <a:gd name="connsiteY332" fmla="*/ 213074 h 390525"/>
                <a:gd name="connsiteX333" fmla="*/ 67151 w 352425"/>
                <a:gd name="connsiteY333" fmla="*/ 214884 h 390525"/>
                <a:gd name="connsiteX334" fmla="*/ 65913 w 352425"/>
                <a:gd name="connsiteY334" fmla="*/ 217265 h 390525"/>
                <a:gd name="connsiteX335" fmla="*/ 65437 w 352425"/>
                <a:gd name="connsiteY335" fmla="*/ 219170 h 390525"/>
                <a:gd name="connsiteX336" fmla="*/ 64484 w 352425"/>
                <a:gd name="connsiteY336" fmla="*/ 220218 h 390525"/>
                <a:gd name="connsiteX337" fmla="*/ 62008 w 352425"/>
                <a:gd name="connsiteY337" fmla="*/ 220027 h 390525"/>
                <a:gd name="connsiteX338" fmla="*/ 58960 w 352425"/>
                <a:gd name="connsiteY338" fmla="*/ 219075 h 390525"/>
                <a:gd name="connsiteX339" fmla="*/ 57721 w 352425"/>
                <a:gd name="connsiteY339" fmla="*/ 218980 h 390525"/>
                <a:gd name="connsiteX340" fmla="*/ 56293 w 352425"/>
                <a:gd name="connsiteY340" fmla="*/ 219361 h 390525"/>
                <a:gd name="connsiteX341" fmla="*/ 55054 w 352425"/>
                <a:gd name="connsiteY341" fmla="*/ 220123 h 390525"/>
                <a:gd name="connsiteX342" fmla="*/ 54102 w 352425"/>
                <a:gd name="connsiteY342" fmla="*/ 221361 h 390525"/>
                <a:gd name="connsiteX343" fmla="*/ 53245 w 352425"/>
                <a:gd name="connsiteY343" fmla="*/ 222790 h 390525"/>
                <a:gd name="connsiteX344" fmla="*/ 54102 w 352425"/>
                <a:gd name="connsiteY344" fmla="*/ 225171 h 390525"/>
                <a:gd name="connsiteX345" fmla="*/ 52864 w 352425"/>
                <a:gd name="connsiteY345" fmla="*/ 227552 h 390525"/>
                <a:gd name="connsiteX346" fmla="*/ 50482 w 352425"/>
                <a:gd name="connsiteY346" fmla="*/ 229362 h 390525"/>
                <a:gd name="connsiteX347" fmla="*/ 48196 w 352425"/>
                <a:gd name="connsiteY347" fmla="*/ 230124 h 390525"/>
                <a:gd name="connsiteX348" fmla="*/ 47815 w 352425"/>
                <a:gd name="connsiteY348" fmla="*/ 230696 h 390525"/>
                <a:gd name="connsiteX349" fmla="*/ 48863 w 352425"/>
                <a:gd name="connsiteY349" fmla="*/ 233363 h 390525"/>
                <a:gd name="connsiteX350" fmla="*/ 48958 w 352425"/>
                <a:gd name="connsiteY350" fmla="*/ 234315 h 390525"/>
                <a:gd name="connsiteX351" fmla="*/ 48101 w 352425"/>
                <a:gd name="connsiteY351" fmla="*/ 235267 h 390525"/>
                <a:gd name="connsiteX352" fmla="*/ 46387 w 352425"/>
                <a:gd name="connsiteY352" fmla="*/ 236601 h 390525"/>
                <a:gd name="connsiteX353" fmla="*/ 45434 w 352425"/>
                <a:gd name="connsiteY353" fmla="*/ 237553 h 390525"/>
                <a:gd name="connsiteX354" fmla="*/ 43053 w 352425"/>
                <a:gd name="connsiteY354" fmla="*/ 241078 h 390525"/>
                <a:gd name="connsiteX355" fmla="*/ 41148 w 352425"/>
                <a:gd name="connsiteY355" fmla="*/ 242792 h 390525"/>
                <a:gd name="connsiteX356" fmla="*/ 40291 w 352425"/>
                <a:gd name="connsiteY356" fmla="*/ 243840 h 390525"/>
                <a:gd name="connsiteX357" fmla="*/ 39529 w 352425"/>
                <a:gd name="connsiteY357" fmla="*/ 246602 h 390525"/>
                <a:gd name="connsiteX358" fmla="*/ 37814 w 352425"/>
                <a:gd name="connsiteY358" fmla="*/ 247840 h 390525"/>
                <a:gd name="connsiteX359" fmla="*/ 37433 w 352425"/>
                <a:gd name="connsiteY359" fmla="*/ 248984 h 390525"/>
                <a:gd name="connsiteX360" fmla="*/ 37052 w 352425"/>
                <a:gd name="connsiteY360" fmla="*/ 250888 h 390525"/>
                <a:gd name="connsiteX361" fmla="*/ 36195 w 352425"/>
                <a:gd name="connsiteY361" fmla="*/ 251555 h 390525"/>
                <a:gd name="connsiteX362" fmla="*/ 33528 w 352425"/>
                <a:gd name="connsiteY362" fmla="*/ 252127 h 390525"/>
                <a:gd name="connsiteX363" fmla="*/ 31052 w 352425"/>
                <a:gd name="connsiteY363" fmla="*/ 253365 h 390525"/>
                <a:gd name="connsiteX364" fmla="*/ 29242 w 352425"/>
                <a:gd name="connsiteY364" fmla="*/ 254603 h 390525"/>
                <a:gd name="connsiteX365" fmla="*/ 27718 w 352425"/>
                <a:gd name="connsiteY365" fmla="*/ 256032 h 390525"/>
                <a:gd name="connsiteX366" fmla="*/ 26003 w 352425"/>
                <a:gd name="connsiteY366" fmla="*/ 258127 h 390525"/>
                <a:gd name="connsiteX367" fmla="*/ 24765 w 352425"/>
                <a:gd name="connsiteY367" fmla="*/ 260699 h 390525"/>
                <a:gd name="connsiteX368" fmla="*/ 24955 w 352425"/>
                <a:gd name="connsiteY368" fmla="*/ 262985 h 390525"/>
                <a:gd name="connsiteX369" fmla="*/ 25336 w 352425"/>
                <a:gd name="connsiteY369" fmla="*/ 265462 h 390525"/>
                <a:gd name="connsiteX370" fmla="*/ 24860 w 352425"/>
                <a:gd name="connsiteY370" fmla="*/ 268700 h 390525"/>
                <a:gd name="connsiteX371" fmla="*/ 23336 w 352425"/>
                <a:gd name="connsiteY371" fmla="*/ 270415 h 390525"/>
                <a:gd name="connsiteX372" fmla="*/ 18669 w 352425"/>
                <a:gd name="connsiteY372" fmla="*/ 271748 h 390525"/>
                <a:gd name="connsiteX373" fmla="*/ 17717 w 352425"/>
                <a:gd name="connsiteY373" fmla="*/ 272796 h 390525"/>
                <a:gd name="connsiteX374" fmla="*/ 17050 w 352425"/>
                <a:gd name="connsiteY374" fmla="*/ 274606 h 390525"/>
                <a:gd name="connsiteX375" fmla="*/ 11144 w 352425"/>
                <a:gd name="connsiteY375" fmla="*/ 282797 h 390525"/>
                <a:gd name="connsiteX376" fmla="*/ 10001 w 352425"/>
                <a:gd name="connsiteY376" fmla="*/ 283750 h 390525"/>
                <a:gd name="connsiteX377" fmla="*/ 8573 w 352425"/>
                <a:gd name="connsiteY377" fmla="*/ 284036 h 390525"/>
                <a:gd name="connsiteX378" fmla="*/ 6667 w 352425"/>
                <a:gd name="connsiteY378" fmla="*/ 283369 h 390525"/>
                <a:gd name="connsiteX379" fmla="*/ 6953 w 352425"/>
                <a:gd name="connsiteY379" fmla="*/ 284226 h 390525"/>
                <a:gd name="connsiteX380" fmla="*/ 7144 w 352425"/>
                <a:gd name="connsiteY380" fmla="*/ 286131 h 390525"/>
                <a:gd name="connsiteX381" fmla="*/ 7334 w 352425"/>
                <a:gd name="connsiteY381" fmla="*/ 286988 h 390525"/>
                <a:gd name="connsiteX382" fmla="*/ 5239 w 352425"/>
                <a:gd name="connsiteY382" fmla="*/ 286798 h 390525"/>
                <a:gd name="connsiteX383" fmla="*/ 2953 w 352425"/>
                <a:gd name="connsiteY383" fmla="*/ 288036 h 390525"/>
                <a:gd name="connsiteX384" fmla="*/ 1143 w 352425"/>
                <a:gd name="connsiteY384" fmla="*/ 289941 h 390525"/>
                <a:gd name="connsiteX385" fmla="*/ 381 w 352425"/>
                <a:gd name="connsiteY385" fmla="*/ 292036 h 390525"/>
                <a:gd name="connsiteX386" fmla="*/ 0 w 352425"/>
                <a:gd name="connsiteY386" fmla="*/ 292608 h 390525"/>
                <a:gd name="connsiteX387" fmla="*/ 5715 w 352425"/>
                <a:gd name="connsiteY387" fmla="*/ 295751 h 390525"/>
                <a:gd name="connsiteX388" fmla="*/ 8001 w 352425"/>
                <a:gd name="connsiteY388" fmla="*/ 299180 h 390525"/>
                <a:gd name="connsiteX389" fmla="*/ 10668 w 352425"/>
                <a:gd name="connsiteY389" fmla="*/ 304895 h 390525"/>
                <a:gd name="connsiteX390" fmla="*/ 12287 w 352425"/>
                <a:gd name="connsiteY390" fmla="*/ 310705 h 390525"/>
                <a:gd name="connsiteX391" fmla="*/ 12097 w 352425"/>
                <a:gd name="connsiteY391" fmla="*/ 312515 h 390525"/>
                <a:gd name="connsiteX392" fmla="*/ 14764 w 352425"/>
                <a:gd name="connsiteY392" fmla="*/ 313563 h 390525"/>
                <a:gd name="connsiteX393" fmla="*/ 15526 w 352425"/>
                <a:gd name="connsiteY393" fmla="*/ 315944 h 390525"/>
                <a:gd name="connsiteX394" fmla="*/ 15430 w 352425"/>
                <a:gd name="connsiteY394" fmla="*/ 318230 h 390525"/>
                <a:gd name="connsiteX395" fmla="*/ 14859 w 352425"/>
                <a:gd name="connsiteY395" fmla="*/ 320802 h 390525"/>
                <a:gd name="connsiteX396" fmla="*/ 14669 w 352425"/>
                <a:gd name="connsiteY396" fmla="*/ 321373 h 390525"/>
                <a:gd name="connsiteX397" fmla="*/ 6477 w 352425"/>
                <a:gd name="connsiteY397" fmla="*/ 335090 h 390525"/>
                <a:gd name="connsiteX398" fmla="*/ 5144 w 352425"/>
                <a:gd name="connsiteY398" fmla="*/ 338804 h 390525"/>
                <a:gd name="connsiteX399" fmla="*/ 4858 w 352425"/>
                <a:gd name="connsiteY399" fmla="*/ 339757 h 390525"/>
                <a:gd name="connsiteX400" fmla="*/ 4858 w 352425"/>
                <a:gd name="connsiteY400" fmla="*/ 339757 h 390525"/>
                <a:gd name="connsiteX401" fmla="*/ 5144 w 352425"/>
                <a:gd name="connsiteY401" fmla="*/ 341852 h 390525"/>
                <a:gd name="connsiteX402" fmla="*/ 8477 w 352425"/>
                <a:gd name="connsiteY402" fmla="*/ 342424 h 390525"/>
                <a:gd name="connsiteX403" fmla="*/ 51721 w 352425"/>
                <a:gd name="connsiteY403" fmla="*/ 344710 h 390525"/>
                <a:gd name="connsiteX404" fmla="*/ 62675 w 352425"/>
                <a:gd name="connsiteY404" fmla="*/ 344615 h 390525"/>
                <a:gd name="connsiteX405" fmla="*/ 77819 w 352425"/>
                <a:gd name="connsiteY405" fmla="*/ 346710 h 390525"/>
                <a:gd name="connsiteX406" fmla="*/ 84868 w 352425"/>
                <a:gd name="connsiteY406" fmla="*/ 348520 h 390525"/>
                <a:gd name="connsiteX407" fmla="*/ 91154 w 352425"/>
                <a:gd name="connsiteY407" fmla="*/ 351092 h 390525"/>
                <a:gd name="connsiteX408" fmla="*/ 93250 w 352425"/>
                <a:gd name="connsiteY408" fmla="*/ 351187 h 390525"/>
                <a:gd name="connsiteX409" fmla="*/ 93726 w 352425"/>
                <a:gd name="connsiteY409" fmla="*/ 350806 h 390525"/>
                <a:gd name="connsiteX410" fmla="*/ 94298 w 352425"/>
                <a:gd name="connsiteY410" fmla="*/ 349853 h 390525"/>
                <a:gd name="connsiteX411" fmla="*/ 95155 w 352425"/>
                <a:gd name="connsiteY411" fmla="*/ 348044 h 390525"/>
                <a:gd name="connsiteX412" fmla="*/ 95726 w 352425"/>
                <a:gd name="connsiteY412" fmla="*/ 347282 h 390525"/>
                <a:gd name="connsiteX413" fmla="*/ 96393 w 352425"/>
                <a:gd name="connsiteY413" fmla="*/ 346615 h 390525"/>
                <a:gd name="connsiteX414" fmla="*/ 100203 w 352425"/>
                <a:gd name="connsiteY414" fmla="*/ 343948 h 390525"/>
                <a:gd name="connsiteX415" fmla="*/ 101155 w 352425"/>
                <a:gd name="connsiteY415" fmla="*/ 343567 h 390525"/>
                <a:gd name="connsiteX416" fmla="*/ 102013 w 352425"/>
                <a:gd name="connsiteY416" fmla="*/ 343376 h 390525"/>
                <a:gd name="connsiteX417" fmla="*/ 104203 w 352425"/>
                <a:gd name="connsiteY417" fmla="*/ 343376 h 390525"/>
                <a:gd name="connsiteX418" fmla="*/ 106680 w 352425"/>
                <a:gd name="connsiteY418" fmla="*/ 343090 h 390525"/>
                <a:gd name="connsiteX419" fmla="*/ 111252 w 352425"/>
                <a:gd name="connsiteY419" fmla="*/ 341662 h 390525"/>
                <a:gd name="connsiteX420" fmla="*/ 112395 w 352425"/>
                <a:gd name="connsiteY420" fmla="*/ 341567 h 390525"/>
                <a:gd name="connsiteX421" fmla="*/ 113157 w 352425"/>
                <a:gd name="connsiteY421" fmla="*/ 341757 h 390525"/>
                <a:gd name="connsiteX422" fmla="*/ 113633 w 352425"/>
                <a:gd name="connsiteY422" fmla="*/ 342233 h 390525"/>
                <a:gd name="connsiteX423" fmla="*/ 114300 w 352425"/>
                <a:gd name="connsiteY423" fmla="*/ 343281 h 390525"/>
                <a:gd name="connsiteX424" fmla="*/ 114776 w 352425"/>
                <a:gd name="connsiteY424" fmla="*/ 343948 h 390525"/>
                <a:gd name="connsiteX425" fmla="*/ 115252 w 352425"/>
                <a:gd name="connsiteY425" fmla="*/ 344329 h 390525"/>
                <a:gd name="connsiteX426" fmla="*/ 116586 w 352425"/>
                <a:gd name="connsiteY426" fmla="*/ 344710 h 390525"/>
                <a:gd name="connsiteX427" fmla="*/ 122396 w 352425"/>
                <a:gd name="connsiteY427" fmla="*/ 345757 h 390525"/>
                <a:gd name="connsiteX428" fmla="*/ 123539 w 352425"/>
                <a:gd name="connsiteY428" fmla="*/ 346234 h 390525"/>
                <a:gd name="connsiteX429" fmla="*/ 124206 w 352425"/>
                <a:gd name="connsiteY429" fmla="*/ 346615 h 390525"/>
                <a:gd name="connsiteX430" fmla="*/ 125254 w 352425"/>
                <a:gd name="connsiteY430" fmla="*/ 347567 h 390525"/>
                <a:gd name="connsiteX431" fmla="*/ 125635 w 352425"/>
                <a:gd name="connsiteY431" fmla="*/ 348139 h 390525"/>
                <a:gd name="connsiteX432" fmla="*/ 125825 w 352425"/>
                <a:gd name="connsiteY432" fmla="*/ 348615 h 390525"/>
                <a:gd name="connsiteX433" fmla="*/ 126111 w 352425"/>
                <a:gd name="connsiteY433" fmla="*/ 350139 h 390525"/>
                <a:gd name="connsiteX434" fmla="*/ 126397 w 352425"/>
                <a:gd name="connsiteY434" fmla="*/ 350996 h 390525"/>
                <a:gd name="connsiteX435" fmla="*/ 126778 w 352425"/>
                <a:gd name="connsiteY435" fmla="*/ 351758 h 390525"/>
                <a:gd name="connsiteX436" fmla="*/ 127349 w 352425"/>
                <a:gd name="connsiteY436" fmla="*/ 352330 h 390525"/>
                <a:gd name="connsiteX437" fmla="*/ 130016 w 352425"/>
                <a:gd name="connsiteY437" fmla="*/ 354044 h 390525"/>
                <a:gd name="connsiteX438" fmla="*/ 130683 w 352425"/>
                <a:gd name="connsiteY438" fmla="*/ 354616 h 390525"/>
                <a:gd name="connsiteX439" fmla="*/ 131254 w 352425"/>
                <a:gd name="connsiteY439" fmla="*/ 355282 h 390525"/>
                <a:gd name="connsiteX440" fmla="*/ 131826 w 352425"/>
                <a:gd name="connsiteY440" fmla="*/ 355854 h 390525"/>
                <a:gd name="connsiteX441" fmla="*/ 133064 w 352425"/>
                <a:gd name="connsiteY441" fmla="*/ 356616 h 390525"/>
                <a:gd name="connsiteX442" fmla="*/ 134112 w 352425"/>
                <a:gd name="connsiteY442" fmla="*/ 356616 h 390525"/>
                <a:gd name="connsiteX443" fmla="*/ 135827 w 352425"/>
                <a:gd name="connsiteY443" fmla="*/ 356235 h 390525"/>
                <a:gd name="connsiteX444" fmla="*/ 139065 w 352425"/>
                <a:gd name="connsiteY444" fmla="*/ 355187 h 390525"/>
                <a:gd name="connsiteX445" fmla="*/ 140494 w 352425"/>
                <a:gd name="connsiteY445" fmla="*/ 354901 h 390525"/>
                <a:gd name="connsiteX446" fmla="*/ 141446 w 352425"/>
                <a:gd name="connsiteY446" fmla="*/ 354616 h 390525"/>
                <a:gd name="connsiteX447" fmla="*/ 142018 w 352425"/>
                <a:gd name="connsiteY447" fmla="*/ 354235 h 390525"/>
                <a:gd name="connsiteX448" fmla="*/ 142399 w 352425"/>
                <a:gd name="connsiteY448" fmla="*/ 353568 h 390525"/>
                <a:gd name="connsiteX449" fmla="*/ 142589 w 352425"/>
                <a:gd name="connsiteY449" fmla="*/ 352901 h 390525"/>
                <a:gd name="connsiteX450" fmla="*/ 142780 w 352425"/>
                <a:gd name="connsiteY450" fmla="*/ 352044 h 390525"/>
                <a:gd name="connsiteX451" fmla="*/ 142780 w 352425"/>
                <a:gd name="connsiteY451" fmla="*/ 351282 h 390525"/>
                <a:gd name="connsiteX452" fmla="*/ 142970 w 352425"/>
                <a:gd name="connsiteY452" fmla="*/ 350425 h 390525"/>
                <a:gd name="connsiteX453" fmla="*/ 143446 w 352425"/>
                <a:gd name="connsiteY453" fmla="*/ 349758 h 390525"/>
                <a:gd name="connsiteX454" fmla="*/ 144590 w 352425"/>
                <a:gd name="connsiteY454" fmla="*/ 349377 h 390525"/>
                <a:gd name="connsiteX455" fmla="*/ 145352 w 352425"/>
                <a:gd name="connsiteY455" fmla="*/ 349853 h 390525"/>
                <a:gd name="connsiteX456" fmla="*/ 145732 w 352425"/>
                <a:gd name="connsiteY456" fmla="*/ 350615 h 390525"/>
                <a:gd name="connsiteX457" fmla="*/ 145828 w 352425"/>
                <a:gd name="connsiteY457" fmla="*/ 351663 h 390525"/>
                <a:gd name="connsiteX458" fmla="*/ 145923 w 352425"/>
                <a:gd name="connsiteY458" fmla="*/ 352711 h 390525"/>
                <a:gd name="connsiteX459" fmla="*/ 145828 w 352425"/>
                <a:gd name="connsiteY459" fmla="*/ 353949 h 390525"/>
                <a:gd name="connsiteX460" fmla="*/ 145637 w 352425"/>
                <a:gd name="connsiteY460" fmla="*/ 354997 h 390525"/>
                <a:gd name="connsiteX461" fmla="*/ 145352 w 352425"/>
                <a:gd name="connsiteY461" fmla="*/ 355759 h 390525"/>
                <a:gd name="connsiteX462" fmla="*/ 144971 w 352425"/>
                <a:gd name="connsiteY462" fmla="*/ 356140 h 390525"/>
                <a:gd name="connsiteX463" fmla="*/ 144590 w 352425"/>
                <a:gd name="connsiteY463" fmla="*/ 356521 h 390525"/>
                <a:gd name="connsiteX464" fmla="*/ 144304 w 352425"/>
                <a:gd name="connsiteY464" fmla="*/ 356711 h 390525"/>
                <a:gd name="connsiteX465" fmla="*/ 144304 w 352425"/>
                <a:gd name="connsiteY465" fmla="*/ 357092 h 390525"/>
                <a:gd name="connsiteX466" fmla="*/ 144399 w 352425"/>
                <a:gd name="connsiteY466" fmla="*/ 357378 h 390525"/>
                <a:gd name="connsiteX467" fmla="*/ 144971 w 352425"/>
                <a:gd name="connsiteY467" fmla="*/ 358426 h 390525"/>
                <a:gd name="connsiteX468" fmla="*/ 145161 w 352425"/>
                <a:gd name="connsiteY468" fmla="*/ 358902 h 390525"/>
                <a:gd name="connsiteX469" fmla="*/ 145256 w 352425"/>
                <a:gd name="connsiteY469" fmla="*/ 359569 h 390525"/>
                <a:gd name="connsiteX470" fmla="*/ 144875 w 352425"/>
                <a:gd name="connsiteY470" fmla="*/ 361855 h 390525"/>
                <a:gd name="connsiteX471" fmla="*/ 145161 w 352425"/>
                <a:gd name="connsiteY471" fmla="*/ 362712 h 390525"/>
                <a:gd name="connsiteX472" fmla="*/ 145732 w 352425"/>
                <a:gd name="connsiteY472" fmla="*/ 363474 h 390525"/>
                <a:gd name="connsiteX473" fmla="*/ 148400 w 352425"/>
                <a:gd name="connsiteY473" fmla="*/ 364903 h 390525"/>
                <a:gd name="connsiteX474" fmla="*/ 149066 w 352425"/>
                <a:gd name="connsiteY474" fmla="*/ 365569 h 390525"/>
                <a:gd name="connsiteX475" fmla="*/ 149733 w 352425"/>
                <a:gd name="connsiteY475" fmla="*/ 366617 h 390525"/>
                <a:gd name="connsiteX476" fmla="*/ 150304 w 352425"/>
                <a:gd name="connsiteY476" fmla="*/ 367189 h 390525"/>
                <a:gd name="connsiteX477" fmla="*/ 150590 w 352425"/>
                <a:gd name="connsiteY477" fmla="*/ 367284 h 390525"/>
                <a:gd name="connsiteX478" fmla="*/ 150876 w 352425"/>
                <a:gd name="connsiteY478" fmla="*/ 367189 h 390525"/>
                <a:gd name="connsiteX479" fmla="*/ 151067 w 352425"/>
                <a:gd name="connsiteY479" fmla="*/ 366808 h 390525"/>
                <a:gd name="connsiteX480" fmla="*/ 151448 w 352425"/>
                <a:gd name="connsiteY480" fmla="*/ 364046 h 390525"/>
                <a:gd name="connsiteX481" fmla="*/ 151733 w 352425"/>
                <a:gd name="connsiteY481" fmla="*/ 363569 h 390525"/>
                <a:gd name="connsiteX482" fmla="*/ 152019 w 352425"/>
                <a:gd name="connsiteY482" fmla="*/ 363093 h 390525"/>
                <a:gd name="connsiteX483" fmla="*/ 152686 w 352425"/>
                <a:gd name="connsiteY483" fmla="*/ 362712 h 390525"/>
                <a:gd name="connsiteX484" fmla="*/ 154305 w 352425"/>
                <a:gd name="connsiteY484" fmla="*/ 361950 h 390525"/>
                <a:gd name="connsiteX485" fmla="*/ 155257 w 352425"/>
                <a:gd name="connsiteY485" fmla="*/ 361759 h 390525"/>
                <a:gd name="connsiteX486" fmla="*/ 155829 w 352425"/>
                <a:gd name="connsiteY486" fmla="*/ 361950 h 390525"/>
                <a:gd name="connsiteX487" fmla="*/ 156210 w 352425"/>
                <a:gd name="connsiteY487" fmla="*/ 362617 h 390525"/>
                <a:gd name="connsiteX488" fmla="*/ 156400 w 352425"/>
                <a:gd name="connsiteY488" fmla="*/ 364426 h 390525"/>
                <a:gd name="connsiteX489" fmla="*/ 156686 w 352425"/>
                <a:gd name="connsiteY489" fmla="*/ 365379 h 390525"/>
                <a:gd name="connsiteX490" fmla="*/ 157067 w 352425"/>
                <a:gd name="connsiteY490" fmla="*/ 366332 h 390525"/>
                <a:gd name="connsiteX491" fmla="*/ 158115 w 352425"/>
                <a:gd name="connsiteY491" fmla="*/ 368046 h 390525"/>
                <a:gd name="connsiteX492" fmla="*/ 160211 w 352425"/>
                <a:gd name="connsiteY492" fmla="*/ 370903 h 390525"/>
                <a:gd name="connsiteX493" fmla="*/ 160782 w 352425"/>
                <a:gd name="connsiteY493" fmla="*/ 372046 h 390525"/>
                <a:gd name="connsiteX494" fmla="*/ 161068 w 352425"/>
                <a:gd name="connsiteY494" fmla="*/ 372713 h 390525"/>
                <a:gd name="connsiteX495" fmla="*/ 161068 w 352425"/>
                <a:gd name="connsiteY495" fmla="*/ 373190 h 390525"/>
                <a:gd name="connsiteX496" fmla="*/ 160782 w 352425"/>
                <a:gd name="connsiteY496" fmla="*/ 373285 h 390525"/>
                <a:gd name="connsiteX497" fmla="*/ 160401 w 352425"/>
                <a:gd name="connsiteY497" fmla="*/ 373475 h 390525"/>
                <a:gd name="connsiteX498" fmla="*/ 159829 w 352425"/>
                <a:gd name="connsiteY498" fmla="*/ 373475 h 390525"/>
                <a:gd name="connsiteX499" fmla="*/ 159163 w 352425"/>
                <a:gd name="connsiteY499" fmla="*/ 373475 h 390525"/>
                <a:gd name="connsiteX500" fmla="*/ 158782 w 352425"/>
                <a:gd name="connsiteY500" fmla="*/ 373475 h 390525"/>
                <a:gd name="connsiteX501" fmla="*/ 158305 w 352425"/>
                <a:gd name="connsiteY501" fmla="*/ 373380 h 390525"/>
                <a:gd name="connsiteX502" fmla="*/ 157829 w 352425"/>
                <a:gd name="connsiteY502" fmla="*/ 373285 h 390525"/>
                <a:gd name="connsiteX503" fmla="*/ 157544 w 352425"/>
                <a:gd name="connsiteY503" fmla="*/ 373380 h 390525"/>
                <a:gd name="connsiteX504" fmla="*/ 157353 w 352425"/>
                <a:gd name="connsiteY504" fmla="*/ 373666 h 390525"/>
                <a:gd name="connsiteX505" fmla="*/ 157258 w 352425"/>
                <a:gd name="connsiteY505" fmla="*/ 374142 h 390525"/>
                <a:gd name="connsiteX506" fmla="*/ 157163 w 352425"/>
                <a:gd name="connsiteY506" fmla="*/ 375094 h 390525"/>
                <a:gd name="connsiteX507" fmla="*/ 157448 w 352425"/>
                <a:gd name="connsiteY507" fmla="*/ 377190 h 390525"/>
                <a:gd name="connsiteX508" fmla="*/ 157544 w 352425"/>
                <a:gd name="connsiteY508" fmla="*/ 378142 h 390525"/>
                <a:gd name="connsiteX509" fmla="*/ 157448 w 352425"/>
                <a:gd name="connsiteY509" fmla="*/ 378619 h 390525"/>
                <a:gd name="connsiteX510" fmla="*/ 157258 w 352425"/>
                <a:gd name="connsiteY510" fmla="*/ 378905 h 390525"/>
                <a:gd name="connsiteX511" fmla="*/ 156591 w 352425"/>
                <a:gd name="connsiteY511" fmla="*/ 379476 h 390525"/>
                <a:gd name="connsiteX512" fmla="*/ 154781 w 352425"/>
                <a:gd name="connsiteY512" fmla="*/ 380428 h 390525"/>
                <a:gd name="connsiteX513" fmla="*/ 154305 w 352425"/>
                <a:gd name="connsiteY513" fmla="*/ 380619 h 390525"/>
                <a:gd name="connsiteX514" fmla="*/ 153638 w 352425"/>
                <a:gd name="connsiteY514" fmla="*/ 380905 h 390525"/>
                <a:gd name="connsiteX515" fmla="*/ 153448 w 352425"/>
                <a:gd name="connsiteY515" fmla="*/ 381190 h 390525"/>
                <a:gd name="connsiteX516" fmla="*/ 153448 w 352425"/>
                <a:gd name="connsiteY516" fmla="*/ 381667 h 390525"/>
                <a:gd name="connsiteX517" fmla="*/ 153734 w 352425"/>
                <a:gd name="connsiteY517" fmla="*/ 382334 h 390525"/>
                <a:gd name="connsiteX518" fmla="*/ 155829 w 352425"/>
                <a:gd name="connsiteY518" fmla="*/ 384524 h 390525"/>
                <a:gd name="connsiteX519" fmla="*/ 155924 w 352425"/>
                <a:gd name="connsiteY519" fmla="*/ 385000 h 390525"/>
                <a:gd name="connsiteX520" fmla="*/ 155924 w 352425"/>
                <a:gd name="connsiteY520" fmla="*/ 385477 h 390525"/>
                <a:gd name="connsiteX521" fmla="*/ 155829 w 352425"/>
                <a:gd name="connsiteY521" fmla="*/ 385858 h 390525"/>
                <a:gd name="connsiteX522" fmla="*/ 155448 w 352425"/>
                <a:gd name="connsiteY522" fmla="*/ 386525 h 390525"/>
                <a:gd name="connsiteX523" fmla="*/ 155543 w 352425"/>
                <a:gd name="connsiteY523" fmla="*/ 387001 h 390525"/>
                <a:gd name="connsiteX524" fmla="*/ 156019 w 352425"/>
                <a:gd name="connsiteY524" fmla="*/ 387763 h 390525"/>
                <a:gd name="connsiteX525" fmla="*/ 157448 w 352425"/>
                <a:gd name="connsiteY525" fmla="*/ 389096 h 390525"/>
                <a:gd name="connsiteX526" fmla="*/ 158210 w 352425"/>
                <a:gd name="connsiteY526" fmla="*/ 390049 h 390525"/>
                <a:gd name="connsiteX527" fmla="*/ 158686 w 352425"/>
                <a:gd name="connsiteY527" fmla="*/ 390906 h 390525"/>
                <a:gd name="connsiteX528" fmla="*/ 158877 w 352425"/>
                <a:gd name="connsiteY528" fmla="*/ 391573 h 390525"/>
                <a:gd name="connsiteX529" fmla="*/ 158877 w 352425"/>
                <a:gd name="connsiteY529" fmla="*/ 392240 h 390525"/>
                <a:gd name="connsiteX530" fmla="*/ 159067 w 352425"/>
                <a:gd name="connsiteY530" fmla="*/ 392716 h 390525"/>
                <a:gd name="connsiteX531" fmla="*/ 159734 w 352425"/>
                <a:gd name="connsiteY531" fmla="*/ 394144 h 390525"/>
                <a:gd name="connsiteX532" fmla="*/ 159925 w 352425"/>
                <a:gd name="connsiteY532" fmla="*/ 394907 h 390525"/>
                <a:gd name="connsiteX533" fmla="*/ 160687 w 352425"/>
                <a:gd name="connsiteY533" fmla="*/ 397955 h 390525"/>
                <a:gd name="connsiteX534" fmla="*/ 162211 w 352425"/>
                <a:gd name="connsiteY534" fmla="*/ 398240 h 390525"/>
                <a:gd name="connsiteX535" fmla="*/ 164497 w 352425"/>
                <a:gd name="connsiteY535" fmla="*/ 396907 h 390525"/>
                <a:gd name="connsiteX536" fmla="*/ 167640 w 352425"/>
                <a:gd name="connsiteY536" fmla="*/ 396240 h 390525"/>
                <a:gd name="connsiteX537" fmla="*/ 168402 w 352425"/>
                <a:gd name="connsiteY537" fmla="*/ 395478 h 390525"/>
                <a:gd name="connsiteX538" fmla="*/ 168592 w 352425"/>
                <a:gd name="connsiteY538" fmla="*/ 394335 h 390525"/>
                <a:gd name="connsiteX539" fmla="*/ 168116 w 352425"/>
                <a:gd name="connsiteY539" fmla="*/ 393192 h 390525"/>
                <a:gd name="connsiteX540" fmla="*/ 167450 w 352425"/>
                <a:gd name="connsiteY540" fmla="*/ 392240 h 390525"/>
                <a:gd name="connsiteX541" fmla="*/ 167069 w 352425"/>
                <a:gd name="connsiteY541" fmla="*/ 391382 h 390525"/>
                <a:gd name="connsiteX542" fmla="*/ 167069 w 352425"/>
                <a:gd name="connsiteY542" fmla="*/ 390049 h 390525"/>
                <a:gd name="connsiteX543" fmla="*/ 167830 w 352425"/>
                <a:gd name="connsiteY543" fmla="*/ 388430 h 390525"/>
                <a:gd name="connsiteX544" fmla="*/ 169545 w 352425"/>
                <a:gd name="connsiteY544" fmla="*/ 385477 h 390525"/>
                <a:gd name="connsiteX545" fmla="*/ 170688 w 352425"/>
                <a:gd name="connsiteY545" fmla="*/ 384619 h 390525"/>
                <a:gd name="connsiteX546" fmla="*/ 171640 w 352425"/>
                <a:gd name="connsiteY546" fmla="*/ 384524 h 390525"/>
                <a:gd name="connsiteX547" fmla="*/ 172307 w 352425"/>
                <a:gd name="connsiteY547" fmla="*/ 384810 h 390525"/>
                <a:gd name="connsiteX548" fmla="*/ 173165 w 352425"/>
                <a:gd name="connsiteY548" fmla="*/ 384524 h 390525"/>
                <a:gd name="connsiteX549" fmla="*/ 173355 w 352425"/>
                <a:gd name="connsiteY549" fmla="*/ 383476 h 390525"/>
                <a:gd name="connsiteX550" fmla="*/ 173260 w 352425"/>
                <a:gd name="connsiteY550" fmla="*/ 382334 h 390525"/>
                <a:gd name="connsiteX551" fmla="*/ 173450 w 352425"/>
                <a:gd name="connsiteY551" fmla="*/ 381381 h 390525"/>
                <a:gd name="connsiteX552" fmla="*/ 174403 w 352425"/>
                <a:gd name="connsiteY552" fmla="*/ 380238 h 390525"/>
                <a:gd name="connsiteX553" fmla="*/ 177070 w 352425"/>
                <a:gd name="connsiteY553" fmla="*/ 377952 h 390525"/>
                <a:gd name="connsiteX554" fmla="*/ 177927 w 352425"/>
                <a:gd name="connsiteY554" fmla="*/ 376714 h 390525"/>
                <a:gd name="connsiteX555" fmla="*/ 180689 w 352425"/>
                <a:gd name="connsiteY555" fmla="*/ 371475 h 390525"/>
                <a:gd name="connsiteX556" fmla="*/ 183356 w 352425"/>
                <a:gd name="connsiteY556" fmla="*/ 368236 h 390525"/>
                <a:gd name="connsiteX557" fmla="*/ 184975 w 352425"/>
                <a:gd name="connsiteY557" fmla="*/ 365474 h 390525"/>
                <a:gd name="connsiteX558" fmla="*/ 185738 w 352425"/>
                <a:gd name="connsiteY558" fmla="*/ 365093 h 390525"/>
                <a:gd name="connsiteX559" fmla="*/ 186785 w 352425"/>
                <a:gd name="connsiteY559" fmla="*/ 365284 h 390525"/>
                <a:gd name="connsiteX560" fmla="*/ 188690 w 352425"/>
                <a:gd name="connsiteY560" fmla="*/ 366236 h 390525"/>
                <a:gd name="connsiteX561" fmla="*/ 192596 w 352425"/>
                <a:gd name="connsiteY561" fmla="*/ 367951 h 390525"/>
                <a:gd name="connsiteX562" fmla="*/ 194786 w 352425"/>
                <a:gd name="connsiteY562" fmla="*/ 368141 h 390525"/>
                <a:gd name="connsiteX563" fmla="*/ 195834 w 352425"/>
                <a:gd name="connsiteY563" fmla="*/ 368046 h 390525"/>
                <a:gd name="connsiteX564" fmla="*/ 196786 w 352425"/>
                <a:gd name="connsiteY564" fmla="*/ 368427 h 390525"/>
                <a:gd name="connsiteX565" fmla="*/ 199930 w 352425"/>
                <a:gd name="connsiteY565" fmla="*/ 370427 h 390525"/>
                <a:gd name="connsiteX566" fmla="*/ 203263 w 352425"/>
                <a:gd name="connsiteY566" fmla="*/ 370999 h 390525"/>
                <a:gd name="connsiteX567" fmla="*/ 205550 w 352425"/>
                <a:gd name="connsiteY567" fmla="*/ 370713 h 390525"/>
                <a:gd name="connsiteX568" fmla="*/ 207645 w 352425"/>
                <a:gd name="connsiteY568" fmla="*/ 369951 h 390525"/>
                <a:gd name="connsiteX569" fmla="*/ 210121 w 352425"/>
                <a:gd name="connsiteY569" fmla="*/ 369665 h 390525"/>
                <a:gd name="connsiteX570" fmla="*/ 214122 w 352425"/>
                <a:gd name="connsiteY570" fmla="*/ 370427 h 390525"/>
                <a:gd name="connsiteX571" fmla="*/ 215551 w 352425"/>
                <a:gd name="connsiteY571" fmla="*/ 370142 h 390525"/>
                <a:gd name="connsiteX572" fmla="*/ 216408 w 352425"/>
                <a:gd name="connsiteY572" fmla="*/ 369284 h 390525"/>
                <a:gd name="connsiteX573" fmla="*/ 216503 w 352425"/>
                <a:gd name="connsiteY573" fmla="*/ 368236 h 390525"/>
                <a:gd name="connsiteX574" fmla="*/ 216313 w 352425"/>
                <a:gd name="connsiteY574" fmla="*/ 367094 h 390525"/>
                <a:gd name="connsiteX575" fmla="*/ 216694 w 352425"/>
                <a:gd name="connsiteY575" fmla="*/ 365950 h 390525"/>
                <a:gd name="connsiteX576" fmla="*/ 217551 w 352425"/>
                <a:gd name="connsiteY576" fmla="*/ 364998 h 390525"/>
                <a:gd name="connsiteX577" fmla="*/ 221171 w 352425"/>
                <a:gd name="connsiteY577" fmla="*/ 363188 h 390525"/>
                <a:gd name="connsiteX578" fmla="*/ 224219 w 352425"/>
                <a:gd name="connsiteY578" fmla="*/ 362236 h 390525"/>
                <a:gd name="connsiteX579" fmla="*/ 225552 w 352425"/>
                <a:gd name="connsiteY579" fmla="*/ 362331 h 390525"/>
                <a:gd name="connsiteX580" fmla="*/ 226600 w 352425"/>
                <a:gd name="connsiteY580" fmla="*/ 362521 h 390525"/>
                <a:gd name="connsiteX581" fmla="*/ 228314 w 352425"/>
                <a:gd name="connsiteY581" fmla="*/ 362998 h 390525"/>
                <a:gd name="connsiteX582" fmla="*/ 229267 w 352425"/>
                <a:gd name="connsiteY582" fmla="*/ 363569 h 390525"/>
                <a:gd name="connsiteX583" fmla="*/ 231838 w 352425"/>
                <a:gd name="connsiteY583" fmla="*/ 365665 h 390525"/>
                <a:gd name="connsiteX584" fmla="*/ 232600 w 352425"/>
                <a:gd name="connsiteY584" fmla="*/ 366808 h 390525"/>
                <a:gd name="connsiteX585" fmla="*/ 234315 w 352425"/>
                <a:gd name="connsiteY585" fmla="*/ 371094 h 390525"/>
                <a:gd name="connsiteX586" fmla="*/ 234601 w 352425"/>
                <a:gd name="connsiteY586" fmla="*/ 371570 h 390525"/>
                <a:gd name="connsiteX587" fmla="*/ 235839 w 352425"/>
                <a:gd name="connsiteY587" fmla="*/ 373094 h 390525"/>
                <a:gd name="connsiteX588" fmla="*/ 238315 w 352425"/>
                <a:gd name="connsiteY588" fmla="*/ 373190 h 390525"/>
                <a:gd name="connsiteX589" fmla="*/ 242030 w 352425"/>
                <a:gd name="connsiteY589" fmla="*/ 374523 h 390525"/>
                <a:gd name="connsiteX590" fmla="*/ 243935 w 352425"/>
                <a:gd name="connsiteY590" fmla="*/ 374523 h 390525"/>
                <a:gd name="connsiteX591" fmla="*/ 245554 w 352425"/>
                <a:gd name="connsiteY591" fmla="*/ 373951 h 390525"/>
                <a:gd name="connsiteX592" fmla="*/ 247936 w 352425"/>
                <a:gd name="connsiteY592" fmla="*/ 372618 h 390525"/>
                <a:gd name="connsiteX593" fmla="*/ 249365 w 352425"/>
                <a:gd name="connsiteY593" fmla="*/ 372142 h 390525"/>
                <a:gd name="connsiteX594" fmla="*/ 252603 w 352425"/>
                <a:gd name="connsiteY594" fmla="*/ 372332 h 390525"/>
                <a:gd name="connsiteX595" fmla="*/ 254032 w 352425"/>
                <a:gd name="connsiteY595" fmla="*/ 371856 h 390525"/>
                <a:gd name="connsiteX596" fmla="*/ 254984 w 352425"/>
                <a:gd name="connsiteY596" fmla="*/ 371094 h 390525"/>
                <a:gd name="connsiteX597" fmla="*/ 258699 w 352425"/>
                <a:gd name="connsiteY597" fmla="*/ 366046 h 390525"/>
                <a:gd name="connsiteX598" fmla="*/ 263461 w 352425"/>
                <a:gd name="connsiteY598" fmla="*/ 363855 h 390525"/>
                <a:gd name="connsiteX599" fmla="*/ 265938 w 352425"/>
                <a:gd name="connsiteY599" fmla="*/ 363284 h 390525"/>
                <a:gd name="connsiteX600" fmla="*/ 267557 w 352425"/>
                <a:gd name="connsiteY600" fmla="*/ 362331 h 390525"/>
                <a:gd name="connsiteX601" fmla="*/ 270224 w 352425"/>
                <a:gd name="connsiteY601" fmla="*/ 360331 h 390525"/>
                <a:gd name="connsiteX602" fmla="*/ 273653 w 352425"/>
                <a:gd name="connsiteY602" fmla="*/ 358521 h 390525"/>
                <a:gd name="connsiteX603" fmla="*/ 274987 w 352425"/>
                <a:gd name="connsiteY603" fmla="*/ 357188 h 390525"/>
                <a:gd name="connsiteX604" fmla="*/ 275082 w 352425"/>
                <a:gd name="connsiteY604" fmla="*/ 355949 h 390525"/>
                <a:gd name="connsiteX605" fmla="*/ 274225 w 352425"/>
                <a:gd name="connsiteY605" fmla="*/ 354997 h 390525"/>
                <a:gd name="connsiteX606" fmla="*/ 272034 w 352425"/>
                <a:gd name="connsiteY606" fmla="*/ 353663 h 390525"/>
                <a:gd name="connsiteX607" fmla="*/ 271272 w 352425"/>
                <a:gd name="connsiteY607" fmla="*/ 352901 h 390525"/>
                <a:gd name="connsiteX608" fmla="*/ 270605 w 352425"/>
                <a:gd name="connsiteY608" fmla="*/ 351758 h 390525"/>
                <a:gd name="connsiteX609" fmla="*/ 270319 w 352425"/>
                <a:gd name="connsiteY609" fmla="*/ 350615 h 390525"/>
                <a:gd name="connsiteX610" fmla="*/ 269843 w 352425"/>
                <a:gd name="connsiteY610" fmla="*/ 349282 h 390525"/>
                <a:gd name="connsiteX611" fmla="*/ 269557 w 352425"/>
                <a:gd name="connsiteY611" fmla="*/ 348234 h 390525"/>
                <a:gd name="connsiteX612" fmla="*/ 269367 w 352425"/>
                <a:gd name="connsiteY612" fmla="*/ 346996 h 390525"/>
                <a:gd name="connsiteX613" fmla="*/ 269462 w 352425"/>
                <a:gd name="connsiteY613" fmla="*/ 345757 h 390525"/>
                <a:gd name="connsiteX614" fmla="*/ 270129 w 352425"/>
                <a:gd name="connsiteY614" fmla="*/ 343281 h 390525"/>
                <a:gd name="connsiteX615" fmla="*/ 272415 w 352425"/>
                <a:gd name="connsiteY615" fmla="*/ 336804 h 390525"/>
                <a:gd name="connsiteX616" fmla="*/ 273272 w 352425"/>
                <a:gd name="connsiteY616" fmla="*/ 335280 h 390525"/>
                <a:gd name="connsiteX617" fmla="*/ 274225 w 352425"/>
                <a:gd name="connsiteY617" fmla="*/ 334042 h 390525"/>
                <a:gd name="connsiteX618" fmla="*/ 274511 w 352425"/>
                <a:gd name="connsiteY618" fmla="*/ 333565 h 390525"/>
                <a:gd name="connsiteX619" fmla="*/ 274701 w 352425"/>
                <a:gd name="connsiteY619" fmla="*/ 332994 h 390525"/>
                <a:gd name="connsiteX620" fmla="*/ 274511 w 352425"/>
                <a:gd name="connsiteY620" fmla="*/ 332423 h 390525"/>
                <a:gd name="connsiteX621" fmla="*/ 274225 w 352425"/>
                <a:gd name="connsiteY621" fmla="*/ 331756 h 390525"/>
                <a:gd name="connsiteX622" fmla="*/ 273939 w 352425"/>
                <a:gd name="connsiteY622" fmla="*/ 331184 h 390525"/>
                <a:gd name="connsiteX623" fmla="*/ 273939 w 352425"/>
                <a:gd name="connsiteY623" fmla="*/ 330517 h 390525"/>
                <a:gd name="connsiteX624" fmla="*/ 273939 w 352425"/>
                <a:gd name="connsiteY624" fmla="*/ 329660 h 390525"/>
                <a:gd name="connsiteX625" fmla="*/ 274320 w 352425"/>
                <a:gd name="connsiteY625" fmla="*/ 329184 h 390525"/>
                <a:gd name="connsiteX626" fmla="*/ 274892 w 352425"/>
                <a:gd name="connsiteY626" fmla="*/ 328803 h 390525"/>
                <a:gd name="connsiteX627" fmla="*/ 277368 w 352425"/>
                <a:gd name="connsiteY627" fmla="*/ 328422 h 390525"/>
                <a:gd name="connsiteX628" fmla="*/ 278130 w 352425"/>
                <a:gd name="connsiteY628" fmla="*/ 327946 h 390525"/>
                <a:gd name="connsiteX629" fmla="*/ 277940 w 352425"/>
                <a:gd name="connsiteY629" fmla="*/ 327374 h 390525"/>
                <a:gd name="connsiteX630" fmla="*/ 277178 w 352425"/>
                <a:gd name="connsiteY630" fmla="*/ 326898 h 390525"/>
                <a:gd name="connsiteX631" fmla="*/ 274034 w 352425"/>
                <a:gd name="connsiteY631" fmla="*/ 325660 h 390525"/>
                <a:gd name="connsiteX632" fmla="*/ 273367 w 352425"/>
                <a:gd name="connsiteY632" fmla="*/ 325279 h 390525"/>
                <a:gd name="connsiteX633" fmla="*/ 272701 w 352425"/>
                <a:gd name="connsiteY633" fmla="*/ 324612 h 390525"/>
                <a:gd name="connsiteX634" fmla="*/ 272320 w 352425"/>
                <a:gd name="connsiteY634" fmla="*/ 323945 h 390525"/>
                <a:gd name="connsiteX635" fmla="*/ 272225 w 352425"/>
                <a:gd name="connsiteY635" fmla="*/ 322993 h 390525"/>
                <a:gd name="connsiteX636" fmla="*/ 272701 w 352425"/>
                <a:gd name="connsiteY636" fmla="*/ 322231 h 390525"/>
                <a:gd name="connsiteX637" fmla="*/ 273653 w 352425"/>
                <a:gd name="connsiteY637" fmla="*/ 321373 h 390525"/>
                <a:gd name="connsiteX638" fmla="*/ 274415 w 352425"/>
                <a:gd name="connsiteY638" fmla="*/ 321088 h 390525"/>
                <a:gd name="connsiteX639" fmla="*/ 275368 w 352425"/>
                <a:gd name="connsiteY639" fmla="*/ 321278 h 390525"/>
                <a:gd name="connsiteX640" fmla="*/ 278702 w 352425"/>
                <a:gd name="connsiteY640" fmla="*/ 323945 h 390525"/>
                <a:gd name="connsiteX641" fmla="*/ 279749 w 352425"/>
                <a:gd name="connsiteY641" fmla="*/ 324612 h 390525"/>
                <a:gd name="connsiteX642" fmla="*/ 280607 w 352425"/>
                <a:gd name="connsiteY642" fmla="*/ 324803 h 390525"/>
                <a:gd name="connsiteX643" fmla="*/ 282035 w 352425"/>
                <a:gd name="connsiteY643" fmla="*/ 324993 h 390525"/>
                <a:gd name="connsiteX644" fmla="*/ 283464 w 352425"/>
                <a:gd name="connsiteY644" fmla="*/ 325469 h 390525"/>
                <a:gd name="connsiteX645" fmla="*/ 284512 w 352425"/>
                <a:gd name="connsiteY645" fmla="*/ 325565 h 390525"/>
                <a:gd name="connsiteX646" fmla="*/ 285559 w 352425"/>
                <a:gd name="connsiteY646" fmla="*/ 325469 h 390525"/>
                <a:gd name="connsiteX647" fmla="*/ 286607 w 352425"/>
                <a:gd name="connsiteY647" fmla="*/ 324803 h 390525"/>
                <a:gd name="connsiteX648" fmla="*/ 286988 w 352425"/>
                <a:gd name="connsiteY648" fmla="*/ 324136 h 390525"/>
                <a:gd name="connsiteX649" fmla="*/ 286988 w 352425"/>
                <a:gd name="connsiteY649" fmla="*/ 323278 h 390525"/>
                <a:gd name="connsiteX650" fmla="*/ 286798 w 352425"/>
                <a:gd name="connsiteY650" fmla="*/ 322326 h 390525"/>
                <a:gd name="connsiteX651" fmla="*/ 286798 w 352425"/>
                <a:gd name="connsiteY651" fmla="*/ 321183 h 390525"/>
                <a:gd name="connsiteX652" fmla="*/ 287369 w 352425"/>
                <a:gd name="connsiteY652" fmla="*/ 320802 h 390525"/>
                <a:gd name="connsiteX653" fmla="*/ 288036 w 352425"/>
                <a:gd name="connsiteY653" fmla="*/ 320897 h 390525"/>
                <a:gd name="connsiteX654" fmla="*/ 288893 w 352425"/>
                <a:gd name="connsiteY654" fmla="*/ 321469 h 390525"/>
                <a:gd name="connsiteX655" fmla="*/ 290227 w 352425"/>
                <a:gd name="connsiteY655" fmla="*/ 323183 h 390525"/>
                <a:gd name="connsiteX656" fmla="*/ 290894 w 352425"/>
                <a:gd name="connsiteY656" fmla="*/ 323945 h 390525"/>
                <a:gd name="connsiteX657" fmla="*/ 291465 w 352425"/>
                <a:gd name="connsiteY657" fmla="*/ 324231 h 390525"/>
                <a:gd name="connsiteX658" fmla="*/ 292036 w 352425"/>
                <a:gd name="connsiteY658" fmla="*/ 324136 h 390525"/>
                <a:gd name="connsiteX659" fmla="*/ 292703 w 352425"/>
                <a:gd name="connsiteY659" fmla="*/ 323755 h 390525"/>
                <a:gd name="connsiteX660" fmla="*/ 293180 w 352425"/>
                <a:gd name="connsiteY660" fmla="*/ 322993 h 390525"/>
                <a:gd name="connsiteX661" fmla="*/ 294227 w 352425"/>
                <a:gd name="connsiteY661" fmla="*/ 320421 h 390525"/>
                <a:gd name="connsiteX662" fmla="*/ 294418 w 352425"/>
                <a:gd name="connsiteY662" fmla="*/ 319754 h 390525"/>
                <a:gd name="connsiteX663" fmla="*/ 294418 w 352425"/>
                <a:gd name="connsiteY663" fmla="*/ 319088 h 390525"/>
                <a:gd name="connsiteX664" fmla="*/ 294132 w 352425"/>
                <a:gd name="connsiteY664" fmla="*/ 318421 h 390525"/>
                <a:gd name="connsiteX665" fmla="*/ 293751 w 352425"/>
                <a:gd name="connsiteY665" fmla="*/ 317659 h 390525"/>
                <a:gd name="connsiteX666" fmla="*/ 293465 w 352425"/>
                <a:gd name="connsiteY666" fmla="*/ 316801 h 390525"/>
                <a:gd name="connsiteX667" fmla="*/ 293656 w 352425"/>
                <a:gd name="connsiteY667" fmla="*/ 315754 h 390525"/>
                <a:gd name="connsiteX668" fmla="*/ 294418 w 352425"/>
                <a:gd name="connsiteY668" fmla="*/ 315087 h 390525"/>
                <a:gd name="connsiteX669" fmla="*/ 295370 w 352425"/>
                <a:gd name="connsiteY669" fmla="*/ 314896 h 390525"/>
                <a:gd name="connsiteX670" fmla="*/ 296132 w 352425"/>
                <a:gd name="connsiteY670" fmla="*/ 314896 h 390525"/>
                <a:gd name="connsiteX671" fmla="*/ 296894 w 352425"/>
                <a:gd name="connsiteY671" fmla="*/ 315373 h 390525"/>
                <a:gd name="connsiteX672" fmla="*/ 297371 w 352425"/>
                <a:gd name="connsiteY672" fmla="*/ 316135 h 390525"/>
                <a:gd name="connsiteX673" fmla="*/ 298513 w 352425"/>
                <a:gd name="connsiteY673" fmla="*/ 320992 h 390525"/>
                <a:gd name="connsiteX674" fmla="*/ 299466 w 352425"/>
                <a:gd name="connsiteY674" fmla="*/ 323183 h 390525"/>
                <a:gd name="connsiteX675" fmla="*/ 300704 w 352425"/>
                <a:gd name="connsiteY675" fmla="*/ 325279 h 390525"/>
                <a:gd name="connsiteX676" fmla="*/ 301371 w 352425"/>
                <a:gd name="connsiteY676" fmla="*/ 326136 h 390525"/>
                <a:gd name="connsiteX677" fmla="*/ 302228 w 352425"/>
                <a:gd name="connsiteY677" fmla="*/ 326803 h 390525"/>
                <a:gd name="connsiteX678" fmla="*/ 305086 w 352425"/>
                <a:gd name="connsiteY678" fmla="*/ 327660 h 390525"/>
                <a:gd name="connsiteX679" fmla="*/ 306324 w 352425"/>
                <a:gd name="connsiteY679" fmla="*/ 328327 h 390525"/>
                <a:gd name="connsiteX680" fmla="*/ 310229 w 352425"/>
                <a:gd name="connsiteY680" fmla="*/ 328517 h 390525"/>
                <a:gd name="connsiteX681" fmla="*/ 316992 w 352425"/>
                <a:gd name="connsiteY681" fmla="*/ 323183 h 390525"/>
                <a:gd name="connsiteX682" fmla="*/ 320992 w 352425"/>
                <a:gd name="connsiteY682" fmla="*/ 320707 h 390525"/>
                <a:gd name="connsiteX683" fmla="*/ 321564 w 352425"/>
                <a:gd name="connsiteY683" fmla="*/ 320040 h 390525"/>
                <a:gd name="connsiteX684" fmla="*/ 321469 w 352425"/>
                <a:gd name="connsiteY684" fmla="*/ 318611 h 390525"/>
                <a:gd name="connsiteX685" fmla="*/ 321659 w 352425"/>
                <a:gd name="connsiteY685" fmla="*/ 317468 h 390525"/>
                <a:gd name="connsiteX686" fmla="*/ 322612 w 352425"/>
                <a:gd name="connsiteY686" fmla="*/ 315468 h 390525"/>
                <a:gd name="connsiteX687" fmla="*/ 322898 w 352425"/>
                <a:gd name="connsiteY687" fmla="*/ 314325 h 390525"/>
                <a:gd name="connsiteX688" fmla="*/ 322993 w 352425"/>
                <a:gd name="connsiteY688" fmla="*/ 313277 h 390525"/>
                <a:gd name="connsiteX689" fmla="*/ 322707 w 352425"/>
                <a:gd name="connsiteY689" fmla="*/ 312801 h 390525"/>
                <a:gd name="connsiteX690" fmla="*/ 322517 w 352425"/>
                <a:gd name="connsiteY690" fmla="*/ 312325 h 390525"/>
                <a:gd name="connsiteX691" fmla="*/ 322040 w 352425"/>
                <a:gd name="connsiteY691" fmla="*/ 311944 h 390525"/>
                <a:gd name="connsiteX692" fmla="*/ 321469 w 352425"/>
                <a:gd name="connsiteY692" fmla="*/ 311658 h 390525"/>
                <a:gd name="connsiteX693" fmla="*/ 319945 w 352425"/>
                <a:gd name="connsiteY693" fmla="*/ 311182 h 390525"/>
                <a:gd name="connsiteX694" fmla="*/ 319278 w 352425"/>
                <a:gd name="connsiteY694" fmla="*/ 310705 h 390525"/>
                <a:gd name="connsiteX695" fmla="*/ 318802 w 352425"/>
                <a:gd name="connsiteY695" fmla="*/ 310134 h 390525"/>
                <a:gd name="connsiteX696" fmla="*/ 318421 w 352425"/>
                <a:gd name="connsiteY696" fmla="*/ 309563 h 390525"/>
                <a:gd name="connsiteX697" fmla="*/ 318230 w 352425"/>
                <a:gd name="connsiteY697" fmla="*/ 308896 h 390525"/>
                <a:gd name="connsiteX698" fmla="*/ 318040 w 352425"/>
                <a:gd name="connsiteY698" fmla="*/ 308134 h 390525"/>
                <a:gd name="connsiteX699" fmla="*/ 317849 w 352425"/>
                <a:gd name="connsiteY699" fmla="*/ 307657 h 390525"/>
                <a:gd name="connsiteX700" fmla="*/ 317563 w 352425"/>
                <a:gd name="connsiteY700" fmla="*/ 307181 h 390525"/>
                <a:gd name="connsiteX701" fmla="*/ 317087 w 352425"/>
                <a:gd name="connsiteY701" fmla="*/ 306800 h 390525"/>
                <a:gd name="connsiteX702" fmla="*/ 316611 w 352425"/>
                <a:gd name="connsiteY702" fmla="*/ 306610 h 390525"/>
                <a:gd name="connsiteX703" fmla="*/ 316135 w 352425"/>
                <a:gd name="connsiteY703" fmla="*/ 306705 h 390525"/>
                <a:gd name="connsiteX704" fmla="*/ 315563 w 352425"/>
                <a:gd name="connsiteY704" fmla="*/ 307181 h 390525"/>
                <a:gd name="connsiteX705" fmla="*/ 313658 w 352425"/>
                <a:gd name="connsiteY705" fmla="*/ 309753 h 390525"/>
                <a:gd name="connsiteX706" fmla="*/ 313087 w 352425"/>
                <a:gd name="connsiteY706" fmla="*/ 310229 h 390525"/>
                <a:gd name="connsiteX707" fmla="*/ 312420 w 352425"/>
                <a:gd name="connsiteY707" fmla="*/ 310610 h 390525"/>
                <a:gd name="connsiteX708" fmla="*/ 311848 w 352425"/>
                <a:gd name="connsiteY708" fmla="*/ 310705 h 390525"/>
                <a:gd name="connsiteX709" fmla="*/ 311182 w 352425"/>
                <a:gd name="connsiteY709" fmla="*/ 310420 h 390525"/>
                <a:gd name="connsiteX710" fmla="*/ 310705 w 352425"/>
                <a:gd name="connsiteY710" fmla="*/ 309753 h 390525"/>
                <a:gd name="connsiteX711" fmla="*/ 310420 w 352425"/>
                <a:gd name="connsiteY711" fmla="*/ 308419 h 390525"/>
                <a:gd name="connsiteX712" fmla="*/ 311182 w 352425"/>
                <a:gd name="connsiteY712" fmla="*/ 306991 h 390525"/>
                <a:gd name="connsiteX713" fmla="*/ 312420 w 352425"/>
                <a:gd name="connsiteY713" fmla="*/ 305753 h 390525"/>
                <a:gd name="connsiteX714" fmla="*/ 314039 w 352425"/>
                <a:gd name="connsiteY714" fmla="*/ 304800 h 390525"/>
                <a:gd name="connsiteX715" fmla="*/ 318802 w 352425"/>
                <a:gd name="connsiteY715" fmla="*/ 303086 h 390525"/>
                <a:gd name="connsiteX716" fmla="*/ 320135 w 352425"/>
                <a:gd name="connsiteY716" fmla="*/ 302419 h 390525"/>
                <a:gd name="connsiteX717" fmla="*/ 322421 w 352425"/>
                <a:gd name="connsiteY717" fmla="*/ 300895 h 390525"/>
                <a:gd name="connsiteX718" fmla="*/ 323945 w 352425"/>
                <a:gd name="connsiteY718" fmla="*/ 300133 h 390525"/>
                <a:gd name="connsiteX719" fmla="*/ 331375 w 352425"/>
                <a:gd name="connsiteY719" fmla="*/ 294703 h 390525"/>
                <a:gd name="connsiteX720" fmla="*/ 333089 w 352425"/>
                <a:gd name="connsiteY720" fmla="*/ 293084 h 390525"/>
                <a:gd name="connsiteX721" fmla="*/ 333946 w 352425"/>
                <a:gd name="connsiteY721" fmla="*/ 292036 h 390525"/>
                <a:gd name="connsiteX722" fmla="*/ 334328 w 352425"/>
                <a:gd name="connsiteY722" fmla="*/ 291275 h 390525"/>
                <a:gd name="connsiteX723" fmla="*/ 334232 w 352425"/>
                <a:gd name="connsiteY723" fmla="*/ 290798 h 390525"/>
                <a:gd name="connsiteX724" fmla="*/ 333661 w 352425"/>
                <a:gd name="connsiteY724" fmla="*/ 290417 h 390525"/>
                <a:gd name="connsiteX725" fmla="*/ 332232 w 352425"/>
                <a:gd name="connsiteY725" fmla="*/ 290132 h 390525"/>
                <a:gd name="connsiteX726" fmla="*/ 331851 w 352425"/>
                <a:gd name="connsiteY726" fmla="*/ 289846 h 390525"/>
                <a:gd name="connsiteX727" fmla="*/ 331661 w 352425"/>
                <a:gd name="connsiteY727" fmla="*/ 289465 h 390525"/>
                <a:gd name="connsiteX728" fmla="*/ 331565 w 352425"/>
                <a:gd name="connsiteY728" fmla="*/ 288798 h 390525"/>
                <a:gd name="connsiteX729" fmla="*/ 332137 w 352425"/>
                <a:gd name="connsiteY729" fmla="*/ 284893 h 390525"/>
                <a:gd name="connsiteX730" fmla="*/ 332518 w 352425"/>
                <a:gd name="connsiteY730" fmla="*/ 284131 h 390525"/>
                <a:gd name="connsiteX731" fmla="*/ 332899 w 352425"/>
                <a:gd name="connsiteY731" fmla="*/ 283655 h 390525"/>
                <a:gd name="connsiteX732" fmla="*/ 335756 w 352425"/>
                <a:gd name="connsiteY732" fmla="*/ 282226 h 390525"/>
                <a:gd name="connsiteX733" fmla="*/ 337471 w 352425"/>
                <a:gd name="connsiteY733" fmla="*/ 282226 h 390525"/>
                <a:gd name="connsiteX734" fmla="*/ 339661 w 352425"/>
                <a:gd name="connsiteY734" fmla="*/ 283273 h 390525"/>
                <a:gd name="connsiteX735" fmla="*/ 341090 w 352425"/>
                <a:gd name="connsiteY735" fmla="*/ 283273 h 390525"/>
                <a:gd name="connsiteX736" fmla="*/ 344615 w 352425"/>
                <a:gd name="connsiteY736" fmla="*/ 282702 h 390525"/>
                <a:gd name="connsiteX737" fmla="*/ 345757 w 352425"/>
                <a:gd name="connsiteY737" fmla="*/ 283083 h 390525"/>
                <a:gd name="connsiteX738" fmla="*/ 346424 w 352425"/>
                <a:gd name="connsiteY738" fmla="*/ 283940 h 390525"/>
                <a:gd name="connsiteX739" fmla="*/ 347091 w 352425"/>
                <a:gd name="connsiteY739" fmla="*/ 285655 h 390525"/>
                <a:gd name="connsiteX740" fmla="*/ 348139 w 352425"/>
                <a:gd name="connsiteY740" fmla="*/ 289465 h 390525"/>
                <a:gd name="connsiteX741" fmla="*/ 349186 w 352425"/>
                <a:gd name="connsiteY741" fmla="*/ 291370 h 390525"/>
                <a:gd name="connsiteX742" fmla="*/ 350520 w 352425"/>
                <a:gd name="connsiteY742" fmla="*/ 291941 h 390525"/>
                <a:gd name="connsiteX743" fmla="*/ 351758 w 352425"/>
                <a:gd name="connsiteY743" fmla="*/ 291465 h 390525"/>
                <a:gd name="connsiteX744" fmla="*/ 352806 w 352425"/>
                <a:gd name="connsiteY744" fmla="*/ 290036 h 390525"/>
                <a:gd name="connsiteX745" fmla="*/ 353378 w 352425"/>
                <a:gd name="connsiteY745" fmla="*/ 288417 h 390525"/>
                <a:gd name="connsiteX746" fmla="*/ 353568 w 352425"/>
                <a:gd name="connsiteY746" fmla="*/ 286893 h 390525"/>
                <a:gd name="connsiteX747" fmla="*/ 353473 w 352425"/>
                <a:gd name="connsiteY747" fmla="*/ 285559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</a:cxnLst>
              <a:rect l="l" t="t" r="r" b="b"/>
              <a:pathLst>
                <a:path w="352425" h="390525">
                  <a:moveTo>
                    <a:pt x="352425" y="280702"/>
                  </a:moveTo>
                  <a:lnTo>
                    <a:pt x="352234" y="278892"/>
                  </a:lnTo>
                  <a:lnTo>
                    <a:pt x="352330" y="274701"/>
                  </a:lnTo>
                  <a:lnTo>
                    <a:pt x="352520" y="273748"/>
                  </a:lnTo>
                  <a:lnTo>
                    <a:pt x="352806" y="273177"/>
                  </a:lnTo>
                  <a:lnTo>
                    <a:pt x="353473" y="272129"/>
                  </a:lnTo>
                  <a:lnTo>
                    <a:pt x="353949" y="271082"/>
                  </a:lnTo>
                  <a:lnTo>
                    <a:pt x="353949" y="270224"/>
                  </a:lnTo>
                  <a:lnTo>
                    <a:pt x="353378" y="269367"/>
                  </a:lnTo>
                  <a:lnTo>
                    <a:pt x="352520" y="268224"/>
                  </a:lnTo>
                  <a:lnTo>
                    <a:pt x="351949" y="267081"/>
                  </a:lnTo>
                  <a:lnTo>
                    <a:pt x="352139" y="264795"/>
                  </a:lnTo>
                  <a:lnTo>
                    <a:pt x="352996" y="260509"/>
                  </a:lnTo>
                  <a:lnTo>
                    <a:pt x="352996" y="259747"/>
                  </a:lnTo>
                  <a:lnTo>
                    <a:pt x="352711" y="258890"/>
                  </a:lnTo>
                  <a:lnTo>
                    <a:pt x="352330" y="258127"/>
                  </a:lnTo>
                  <a:lnTo>
                    <a:pt x="351758" y="255842"/>
                  </a:lnTo>
                  <a:lnTo>
                    <a:pt x="351187" y="254984"/>
                  </a:lnTo>
                  <a:lnTo>
                    <a:pt x="350425" y="254508"/>
                  </a:lnTo>
                  <a:lnTo>
                    <a:pt x="349472" y="254413"/>
                  </a:lnTo>
                  <a:lnTo>
                    <a:pt x="348805" y="254032"/>
                  </a:lnTo>
                  <a:lnTo>
                    <a:pt x="348234" y="253460"/>
                  </a:lnTo>
                  <a:lnTo>
                    <a:pt x="347472" y="249460"/>
                  </a:lnTo>
                  <a:lnTo>
                    <a:pt x="347377" y="248984"/>
                  </a:lnTo>
                  <a:lnTo>
                    <a:pt x="347186" y="248602"/>
                  </a:lnTo>
                  <a:lnTo>
                    <a:pt x="346900" y="248507"/>
                  </a:lnTo>
                  <a:lnTo>
                    <a:pt x="346615" y="248507"/>
                  </a:lnTo>
                  <a:lnTo>
                    <a:pt x="346043" y="248888"/>
                  </a:lnTo>
                  <a:lnTo>
                    <a:pt x="345662" y="248984"/>
                  </a:lnTo>
                  <a:lnTo>
                    <a:pt x="344424" y="248698"/>
                  </a:lnTo>
                  <a:lnTo>
                    <a:pt x="342614" y="248412"/>
                  </a:lnTo>
                  <a:lnTo>
                    <a:pt x="342043" y="248412"/>
                  </a:lnTo>
                  <a:lnTo>
                    <a:pt x="341281" y="248507"/>
                  </a:lnTo>
                  <a:lnTo>
                    <a:pt x="340614" y="248888"/>
                  </a:lnTo>
                  <a:lnTo>
                    <a:pt x="339566" y="249841"/>
                  </a:lnTo>
                  <a:lnTo>
                    <a:pt x="338995" y="249650"/>
                  </a:lnTo>
                  <a:lnTo>
                    <a:pt x="338423" y="249174"/>
                  </a:lnTo>
                  <a:lnTo>
                    <a:pt x="337757" y="248221"/>
                  </a:lnTo>
                  <a:lnTo>
                    <a:pt x="336613" y="247174"/>
                  </a:lnTo>
                  <a:lnTo>
                    <a:pt x="333280" y="242983"/>
                  </a:lnTo>
                  <a:lnTo>
                    <a:pt x="329946" y="240125"/>
                  </a:lnTo>
                  <a:lnTo>
                    <a:pt x="329470" y="239554"/>
                  </a:lnTo>
                  <a:lnTo>
                    <a:pt x="329184" y="238601"/>
                  </a:lnTo>
                  <a:lnTo>
                    <a:pt x="328994" y="237649"/>
                  </a:lnTo>
                  <a:lnTo>
                    <a:pt x="329089" y="236506"/>
                  </a:lnTo>
                  <a:lnTo>
                    <a:pt x="329375" y="235934"/>
                  </a:lnTo>
                  <a:lnTo>
                    <a:pt x="330136" y="235172"/>
                  </a:lnTo>
                  <a:lnTo>
                    <a:pt x="334518" y="233172"/>
                  </a:lnTo>
                  <a:lnTo>
                    <a:pt x="336423" y="232886"/>
                  </a:lnTo>
                  <a:lnTo>
                    <a:pt x="338233" y="232886"/>
                  </a:lnTo>
                  <a:lnTo>
                    <a:pt x="342900" y="234125"/>
                  </a:lnTo>
                  <a:lnTo>
                    <a:pt x="344710" y="231553"/>
                  </a:lnTo>
                  <a:lnTo>
                    <a:pt x="345281" y="229648"/>
                  </a:lnTo>
                  <a:lnTo>
                    <a:pt x="345377" y="228790"/>
                  </a:lnTo>
                  <a:lnTo>
                    <a:pt x="345281" y="227933"/>
                  </a:lnTo>
                  <a:lnTo>
                    <a:pt x="344996" y="227076"/>
                  </a:lnTo>
                  <a:lnTo>
                    <a:pt x="344519" y="226504"/>
                  </a:lnTo>
                  <a:lnTo>
                    <a:pt x="343853" y="226123"/>
                  </a:lnTo>
                  <a:lnTo>
                    <a:pt x="342233" y="225647"/>
                  </a:lnTo>
                  <a:lnTo>
                    <a:pt x="341471" y="225171"/>
                  </a:lnTo>
                  <a:lnTo>
                    <a:pt x="340900" y="224409"/>
                  </a:lnTo>
                  <a:lnTo>
                    <a:pt x="339566" y="221266"/>
                  </a:lnTo>
                  <a:lnTo>
                    <a:pt x="338709" y="219646"/>
                  </a:lnTo>
                  <a:lnTo>
                    <a:pt x="337566" y="218218"/>
                  </a:lnTo>
                  <a:lnTo>
                    <a:pt x="332232" y="213741"/>
                  </a:lnTo>
                  <a:lnTo>
                    <a:pt x="329755" y="210979"/>
                  </a:lnTo>
                  <a:lnTo>
                    <a:pt x="323374" y="205930"/>
                  </a:lnTo>
                  <a:lnTo>
                    <a:pt x="321088" y="203549"/>
                  </a:lnTo>
                  <a:lnTo>
                    <a:pt x="319945" y="201740"/>
                  </a:lnTo>
                  <a:lnTo>
                    <a:pt x="319373" y="200311"/>
                  </a:lnTo>
                  <a:lnTo>
                    <a:pt x="318992" y="198787"/>
                  </a:lnTo>
                  <a:lnTo>
                    <a:pt x="318802" y="197453"/>
                  </a:lnTo>
                  <a:lnTo>
                    <a:pt x="318897" y="196025"/>
                  </a:lnTo>
                  <a:lnTo>
                    <a:pt x="319088" y="194881"/>
                  </a:lnTo>
                  <a:lnTo>
                    <a:pt x="319469" y="193834"/>
                  </a:lnTo>
                  <a:lnTo>
                    <a:pt x="320802" y="191357"/>
                  </a:lnTo>
                  <a:lnTo>
                    <a:pt x="320707" y="190119"/>
                  </a:lnTo>
                  <a:lnTo>
                    <a:pt x="318421" y="188690"/>
                  </a:lnTo>
                  <a:lnTo>
                    <a:pt x="318135" y="187642"/>
                  </a:lnTo>
                  <a:lnTo>
                    <a:pt x="318325" y="181927"/>
                  </a:lnTo>
                  <a:lnTo>
                    <a:pt x="318516" y="180784"/>
                  </a:lnTo>
                  <a:lnTo>
                    <a:pt x="318897" y="179832"/>
                  </a:lnTo>
                  <a:lnTo>
                    <a:pt x="320707" y="177736"/>
                  </a:lnTo>
                  <a:lnTo>
                    <a:pt x="321469" y="176117"/>
                  </a:lnTo>
                  <a:lnTo>
                    <a:pt x="320897" y="175260"/>
                  </a:lnTo>
                  <a:lnTo>
                    <a:pt x="319850" y="174974"/>
                  </a:lnTo>
                  <a:lnTo>
                    <a:pt x="316992" y="175260"/>
                  </a:lnTo>
                  <a:lnTo>
                    <a:pt x="316135" y="175165"/>
                  </a:lnTo>
                  <a:lnTo>
                    <a:pt x="316040" y="174688"/>
                  </a:lnTo>
                  <a:lnTo>
                    <a:pt x="316706" y="172117"/>
                  </a:lnTo>
                  <a:lnTo>
                    <a:pt x="316325" y="170783"/>
                  </a:lnTo>
                  <a:lnTo>
                    <a:pt x="315468" y="169164"/>
                  </a:lnTo>
                  <a:lnTo>
                    <a:pt x="314896" y="168402"/>
                  </a:lnTo>
                  <a:lnTo>
                    <a:pt x="314420" y="168021"/>
                  </a:lnTo>
                  <a:lnTo>
                    <a:pt x="314039" y="168116"/>
                  </a:lnTo>
                  <a:lnTo>
                    <a:pt x="313658" y="168497"/>
                  </a:lnTo>
                  <a:lnTo>
                    <a:pt x="312992" y="170021"/>
                  </a:lnTo>
                  <a:lnTo>
                    <a:pt x="312515" y="170783"/>
                  </a:lnTo>
                  <a:lnTo>
                    <a:pt x="312039" y="171259"/>
                  </a:lnTo>
                  <a:lnTo>
                    <a:pt x="311467" y="171355"/>
                  </a:lnTo>
                  <a:lnTo>
                    <a:pt x="310896" y="170783"/>
                  </a:lnTo>
                  <a:lnTo>
                    <a:pt x="310515" y="169831"/>
                  </a:lnTo>
                  <a:lnTo>
                    <a:pt x="310229" y="168211"/>
                  </a:lnTo>
                  <a:lnTo>
                    <a:pt x="309658" y="167259"/>
                  </a:lnTo>
                  <a:lnTo>
                    <a:pt x="308991" y="166878"/>
                  </a:lnTo>
                  <a:lnTo>
                    <a:pt x="307467" y="166592"/>
                  </a:lnTo>
                  <a:lnTo>
                    <a:pt x="306991" y="166592"/>
                  </a:lnTo>
                  <a:lnTo>
                    <a:pt x="306705" y="166878"/>
                  </a:lnTo>
                  <a:lnTo>
                    <a:pt x="306515" y="167259"/>
                  </a:lnTo>
                  <a:lnTo>
                    <a:pt x="306229" y="167640"/>
                  </a:lnTo>
                  <a:lnTo>
                    <a:pt x="305657" y="167450"/>
                  </a:lnTo>
                  <a:lnTo>
                    <a:pt x="304705" y="166592"/>
                  </a:lnTo>
                  <a:lnTo>
                    <a:pt x="303752" y="164878"/>
                  </a:lnTo>
                  <a:lnTo>
                    <a:pt x="303086" y="164306"/>
                  </a:lnTo>
                  <a:lnTo>
                    <a:pt x="302419" y="164401"/>
                  </a:lnTo>
                  <a:lnTo>
                    <a:pt x="301942" y="164973"/>
                  </a:lnTo>
                  <a:lnTo>
                    <a:pt x="301180" y="165640"/>
                  </a:lnTo>
                  <a:lnTo>
                    <a:pt x="300609" y="165735"/>
                  </a:lnTo>
                  <a:lnTo>
                    <a:pt x="299657" y="165449"/>
                  </a:lnTo>
                  <a:lnTo>
                    <a:pt x="298990" y="162973"/>
                  </a:lnTo>
                  <a:lnTo>
                    <a:pt x="296609" y="157925"/>
                  </a:lnTo>
                  <a:lnTo>
                    <a:pt x="292036" y="149257"/>
                  </a:lnTo>
                  <a:lnTo>
                    <a:pt x="290513" y="147733"/>
                  </a:lnTo>
                  <a:lnTo>
                    <a:pt x="290036" y="148304"/>
                  </a:lnTo>
                  <a:lnTo>
                    <a:pt x="289655" y="148876"/>
                  </a:lnTo>
                  <a:lnTo>
                    <a:pt x="289274" y="149161"/>
                  </a:lnTo>
                  <a:lnTo>
                    <a:pt x="288798" y="149447"/>
                  </a:lnTo>
                  <a:lnTo>
                    <a:pt x="286131" y="150114"/>
                  </a:lnTo>
                  <a:lnTo>
                    <a:pt x="285464" y="151638"/>
                  </a:lnTo>
                  <a:lnTo>
                    <a:pt x="286226" y="156686"/>
                  </a:lnTo>
                  <a:lnTo>
                    <a:pt x="285845" y="158115"/>
                  </a:lnTo>
                  <a:lnTo>
                    <a:pt x="285178" y="158591"/>
                  </a:lnTo>
                  <a:lnTo>
                    <a:pt x="283655" y="158401"/>
                  </a:lnTo>
                  <a:lnTo>
                    <a:pt x="282892" y="158972"/>
                  </a:lnTo>
                  <a:lnTo>
                    <a:pt x="282511" y="160115"/>
                  </a:lnTo>
                  <a:lnTo>
                    <a:pt x="282130" y="162115"/>
                  </a:lnTo>
                  <a:lnTo>
                    <a:pt x="281464" y="163259"/>
                  </a:lnTo>
                  <a:lnTo>
                    <a:pt x="280702" y="163925"/>
                  </a:lnTo>
                  <a:lnTo>
                    <a:pt x="279940" y="164116"/>
                  </a:lnTo>
                  <a:lnTo>
                    <a:pt x="279082" y="163925"/>
                  </a:lnTo>
                  <a:lnTo>
                    <a:pt x="276987" y="162973"/>
                  </a:lnTo>
                  <a:lnTo>
                    <a:pt x="275653" y="162973"/>
                  </a:lnTo>
                  <a:lnTo>
                    <a:pt x="274701" y="163259"/>
                  </a:lnTo>
                  <a:lnTo>
                    <a:pt x="272129" y="164401"/>
                  </a:lnTo>
                  <a:lnTo>
                    <a:pt x="269653" y="162877"/>
                  </a:lnTo>
                  <a:lnTo>
                    <a:pt x="267271" y="160211"/>
                  </a:lnTo>
                  <a:lnTo>
                    <a:pt x="265938" y="158020"/>
                  </a:lnTo>
                  <a:lnTo>
                    <a:pt x="265176" y="156019"/>
                  </a:lnTo>
                  <a:lnTo>
                    <a:pt x="263461" y="147733"/>
                  </a:lnTo>
                  <a:lnTo>
                    <a:pt x="257080" y="129635"/>
                  </a:lnTo>
                  <a:lnTo>
                    <a:pt x="242411" y="101536"/>
                  </a:lnTo>
                  <a:lnTo>
                    <a:pt x="240125" y="96869"/>
                  </a:lnTo>
                  <a:lnTo>
                    <a:pt x="239935" y="95726"/>
                  </a:lnTo>
                  <a:lnTo>
                    <a:pt x="240030" y="94298"/>
                  </a:lnTo>
                  <a:lnTo>
                    <a:pt x="240602" y="93631"/>
                  </a:lnTo>
                  <a:lnTo>
                    <a:pt x="241459" y="93250"/>
                  </a:lnTo>
                  <a:lnTo>
                    <a:pt x="242316" y="93154"/>
                  </a:lnTo>
                  <a:lnTo>
                    <a:pt x="243840" y="93440"/>
                  </a:lnTo>
                  <a:lnTo>
                    <a:pt x="244507" y="93440"/>
                  </a:lnTo>
                  <a:lnTo>
                    <a:pt x="245269" y="92869"/>
                  </a:lnTo>
                  <a:lnTo>
                    <a:pt x="245269" y="92107"/>
                  </a:lnTo>
                  <a:lnTo>
                    <a:pt x="244792" y="91059"/>
                  </a:lnTo>
                  <a:lnTo>
                    <a:pt x="240602" y="83058"/>
                  </a:lnTo>
                  <a:lnTo>
                    <a:pt x="236411" y="76771"/>
                  </a:lnTo>
                  <a:lnTo>
                    <a:pt x="235077" y="74295"/>
                  </a:lnTo>
                  <a:lnTo>
                    <a:pt x="232981" y="72866"/>
                  </a:lnTo>
                  <a:lnTo>
                    <a:pt x="226123" y="69723"/>
                  </a:lnTo>
                  <a:lnTo>
                    <a:pt x="220409" y="66103"/>
                  </a:lnTo>
                  <a:lnTo>
                    <a:pt x="215075" y="63722"/>
                  </a:lnTo>
                  <a:lnTo>
                    <a:pt x="214313" y="62865"/>
                  </a:lnTo>
                  <a:lnTo>
                    <a:pt x="212503" y="63246"/>
                  </a:lnTo>
                  <a:lnTo>
                    <a:pt x="210026" y="62294"/>
                  </a:lnTo>
                  <a:lnTo>
                    <a:pt x="202978" y="61150"/>
                  </a:lnTo>
                  <a:lnTo>
                    <a:pt x="201835" y="60674"/>
                  </a:lnTo>
                  <a:lnTo>
                    <a:pt x="200596" y="60103"/>
                  </a:lnTo>
                  <a:lnTo>
                    <a:pt x="200215" y="59150"/>
                  </a:lnTo>
                  <a:lnTo>
                    <a:pt x="200787" y="57912"/>
                  </a:lnTo>
                  <a:lnTo>
                    <a:pt x="207359" y="50482"/>
                  </a:lnTo>
                  <a:lnTo>
                    <a:pt x="208502" y="48482"/>
                  </a:lnTo>
                  <a:lnTo>
                    <a:pt x="209264" y="46768"/>
                  </a:lnTo>
                  <a:lnTo>
                    <a:pt x="209836" y="44767"/>
                  </a:lnTo>
                  <a:lnTo>
                    <a:pt x="209740" y="43910"/>
                  </a:lnTo>
                  <a:lnTo>
                    <a:pt x="209074" y="43529"/>
                  </a:lnTo>
                  <a:lnTo>
                    <a:pt x="208312" y="43625"/>
                  </a:lnTo>
                  <a:lnTo>
                    <a:pt x="207645" y="43910"/>
                  </a:lnTo>
                  <a:lnTo>
                    <a:pt x="207169" y="44196"/>
                  </a:lnTo>
                  <a:lnTo>
                    <a:pt x="206502" y="44482"/>
                  </a:lnTo>
                  <a:lnTo>
                    <a:pt x="205740" y="44482"/>
                  </a:lnTo>
                  <a:lnTo>
                    <a:pt x="204502" y="43720"/>
                  </a:lnTo>
                  <a:lnTo>
                    <a:pt x="203740" y="41910"/>
                  </a:lnTo>
                  <a:lnTo>
                    <a:pt x="203549" y="39719"/>
                  </a:lnTo>
                  <a:lnTo>
                    <a:pt x="203740" y="37814"/>
                  </a:lnTo>
                  <a:lnTo>
                    <a:pt x="204311" y="36290"/>
                  </a:lnTo>
                  <a:lnTo>
                    <a:pt x="204978" y="35623"/>
                  </a:lnTo>
                  <a:lnTo>
                    <a:pt x="205454" y="35242"/>
                  </a:lnTo>
                  <a:lnTo>
                    <a:pt x="213455" y="33433"/>
                  </a:lnTo>
                  <a:lnTo>
                    <a:pt x="215741" y="32480"/>
                  </a:lnTo>
                  <a:lnTo>
                    <a:pt x="217551" y="31242"/>
                  </a:lnTo>
                  <a:lnTo>
                    <a:pt x="219265" y="29718"/>
                  </a:lnTo>
                  <a:lnTo>
                    <a:pt x="223456" y="24670"/>
                  </a:lnTo>
                  <a:lnTo>
                    <a:pt x="232505" y="17335"/>
                  </a:lnTo>
                  <a:lnTo>
                    <a:pt x="238030" y="14192"/>
                  </a:lnTo>
                  <a:lnTo>
                    <a:pt x="238887" y="13335"/>
                  </a:lnTo>
                  <a:lnTo>
                    <a:pt x="238982" y="12478"/>
                  </a:lnTo>
                  <a:lnTo>
                    <a:pt x="238792" y="11716"/>
                  </a:lnTo>
                  <a:lnTo>
                    <a:pt x="234029" y="2381"/>
                  </a:lnTo>
                  <a:lnTo>
                    <a:pt x="233553" y="1619"/>
                  </a:lnTo>
                  <a:lnTo>
                    <a:pt x="232410" y="286"/>
                  </a:lnTo>
                  <a:lnTo>
                    <a:pt x="231362" y="0"/>
                  </a:lnTo>
                  <a:lnTo>
                    <a:pt x="230410" y="1429"/>
                  </a:lnTo>
                  <a:lnTo>
                    <a:pt x="229171" y="2572"/>
                  </a:lnTo>
                  <a:lnTo>
                    <a:pt x="227933" y="3048"/>
                  </a:lnTo>
                  <a:lnTo>
                    <a:pt x="225647" y="4858"/>
                  </a:lnTo>
                  <a:lnTo>
                    <a:pt x="219265" y="7144"/>
                  </a:lnTo>
                  <a:lnTo>
                    <a:pt x="218599" y="8287"/>
                  </a:lnTo>
                  <a:lnTo>
                    <a:pt x="218123" y="10858"/>
                  </a:lnTo>
                  <a:lnTo>
                    <a:pt x="217742" y="11906"/>
                  </a:lnTo>
                  <a:lnTo>
                    <a:pt x="216979" y="12668"/>
                  </a:lnTo>
                  <a:lnTo>
                    <a:pt x="214979" y="14192"/>
                  </a:lnTo>
                  <a:lnTo>
                    <a:pt x="214122" y="15145"/>
                  </a:lnTo>
                  <a:lnTo>
                    <a:pt x="212312" y="16002"/>
                  </a:lnTo>
                  <a:lnTo>
                    <a:pt x="204216" y="16573"/>
                  </a:lnTo>
                  <a:lnTo>
                    <a:pt x="199739" y="19431"/>
                  </a:lnTo>
                  <a:lnTo>
                    <a:pt x="195644" y="23431"/>
                  </a:lnTo>
                  <a:lnTo>
                    <a:pt x="191548" y="29527"/>
                  </a:lnTo>
                  <a:lnTo>
                    <a:pt x="189071" y="28575"/>
                  </a:lnTo>
                  <a:lnTo>
                    <a:pt x="188309" y="28003"/>
                  </a:lnTo>
                  <a:lnTo>
                    <a:pt x="187166" y="27242"/>
                  </a:lnTo>
                  <a:lnTo>
                    <a:pt x="185642" y="26384"/>
                  </a:lnTo>
                  <a:lnTo>
                    <a:pt x="184880" y="25527"/>
                  </a:lnTo>
                  <a:lnTo>
                    <a:pt x="184594" y="24670"/>
                  </a:lnTo>
                  <a:lnTo>
                    <a:pt x="184880" y="22384"/>
                  </a:lnTo>
                  <a:lnTo>
                    <a:pt x="184594" y="21431"/>
                  </a:lnTo>
                  <a:lnTo>
                    <a:pt x="183928" y="21431"/>
                  </a:lnTo>
                  <a:lnTo>
                    <a:pt x="182309" y="22288"/>
                  </a:lnTo>
                  <a:lnTo>
                    <a:pt x="181356" y="23336"/>
                  </a:lnTo>
                  <a:lnTo>
                    <a:pt x="178594" y="24765"/>
                  </a:lnTo>
                  <a:lnTo>
                    <a:pt x="171355" y="24194"/>
                  </a:lnTo>
                  <a:lnTo>
                    <a:pt x="168021" y="25241"/>
                  </a:lnTo>
                  <a:lnTo>
                    <a:pt x="171259" y="27908"/>
                  </a:lnTo>
                  <a:lnTo>
                    <a:pt x="174307" y="31718"/>
                  </a:lnTo>
                  <a:lnTo>
                    <a:pt x="174974" y="34861"/>
                  </a:lnTo>
                  <a:lnTo>
                    <a:pt x="173831" y="37528"/>
                  </a:lnTo>
                  <a:lnTo>
                    <a:pt x="170117" y="41815"/>
                  </a:lnTo>
                  <a:lnTo>
                    <a:pt x="169164" y="44101"/>
                  </a:lnTo>
                  <a:lnTo>
                    <a:pt x="167926" y="48768"/>
                  </a:lnTo>
                  <a:lnTo>
                    <a:pt x="167545" y="50197"/>
                  </a:lnTo>
                  <a:lnTo>
                    <a:pt x="163925" y="50006"/>
                  </a:lnTo>
                  <a:lnTo>
                    <a:pt x="162401" y="50197"/>
                  </a:lnTo>
                  <a:lnTo>
                    <a:pt x="159734" y="51149"/>
                  </a:lnTo>
                  <a:lnTo>
                    <a:pt x="156115" y="52959"/>
                  </a:lnTo>
                  <a:lnTo>
                    <a:pt x="153543" y="55531"/>
                  </a:lnTo>
                  <a:lnTo>
                    <a:pt x="153638" y="58674"/>
                  </a:lnTo>
                  <a:lnTo>
                    <a:pt x="152209" y="58579"/>
                  </a:lnTo>
                  <a:lnTo>
                    <a:pt x="149542" y="57817"/>
                  </a:lnTo>
                  <a:lnTo>
                    <a:pt x="148590" y="58198"/>
                  </a:lnTo>
                  <a:lnTo>
                    <a:pt x="147256" y="59436"/>
                  </a:lnTo>
                  <a:lnTo>
                    <a:pt x="146304" y="59912"/>
                  </a:lnTo>
                  <a:lnTo>
                    <a:pt x="145352" y="59912"/>
                  </a:lnTo>
                  <a:lnTo>
                    <a:pt x="138303" y="57150"/>
                  </a:lnTo>
                  <a:lnTo>
                    <a:pt x="136207" y="57626"/>
                  </a:lnTo>
                  <a:lnTo>
                    <a:pt x="137065" y="61436"/>
                  </a:lnTo>
                  <a:lnTo>
                    <a:pt x="135922" y="61531"/>
                  </a:lnTo>
                  <a:lnTo>
                    <a:pt x="133064" y="61341"/>
                  </a:lnTo>
                  <a:lnTo>
                    <a:pt x="132017" y="61913"/>
                  </a:lnTo>
                  <a:lnTo>
                    <a:pt x="131064" y="63246"/>
                  </a:lnTo>
                  <a:lnTo>
                    <a:pt x="130588" y="64389"/>
                  </a:lnTo>
                  <a:lnTo>
                    <a:pt x="129826" y="65342"/>
                  </a:lnTo>
                  <a:lnTo>
                    <a:pt x="128492" y="66103"/>
                  </a:lnTo>
                  <a:lnTo>
                    <a:pt x="125635" y="66484"/>
                  </a:lnTo>
                  <a:lnTo>
                    <a:pt x="123063" y="66199"/>
                  </a:lnTo>
                  <a:lnTo>
                    <a:pt x="120777" y="66580"/>
                  </a:lnTo>
                  <a:lnTo>
                    <a:pt x="118967" y="68961"/>
                  </a:lnTo>
                  <a:lnTo>
                    <a:pt x="113824" y="67056"/>
                  </a:lnTo>
                  <a:lnTo>
                    <a:pt x="111823" y="70009"/>
                  </a:lnTo>
                  <a:lnTo>
                    <a:pt x="110776" y="74771"/>
                  </a:lnTo>
                  <a:lnTo>
                    <a:pt x="108585" y="78296"/>
                  </a:lnTo>
                  <a:lnTo>
                    <a:pt x="106204" y="78772"/>
                  </a:lnTo>
                  <a:lnTo>
                    <a:pt x="98774" y="77248"/>
                  </a:lnTo>
                  <a:lnTo>
                    <a:pt x="95536" y="83534"/>
                  </a:lnTo>
                  <a:lnTo>
                    <a:pt x="94012" y="84677"/>
                  </a:lnTo>
                  <a:lnTo>
                    <a:pt x="92202" y="85344"/>
                  </a:lnTo>
                  <a:lnTo>
                    <a:pt x="83439" y="92202"/>
                  </a:lnTo>
                  <a:lnTo>
                    <a:pt x="81725" y="94012"/>
                  </a:lnTo>
                  <a:lnTo>
                    <a:pt x="80581" y="96202"/>
                  </a:lnTo>
                  <a:lnTo>
                    <a:pt x="80200" y="99155"/>
                  </a:lnTo>
                  <a:lnTo>
                    <a:pt x="80200" y="100965"/>
                  </a:lnTo>
                  <a:lnTo>
                    <a:pt x="79915" y="101632"/>
                  </a:lnTo>
                  <a:lnTo>
                    <a:pt x="79438" y="102013"/>
                  </a:lnTo>
                  <a:lnTo>
                    <a:pt x="78581" y="103346"/>
                  </a:lnTo>
                  <a:lnTo>
                    <a:pt x="78296" y="103918"/>
                  </a:lnTo>
                  <a:lnTo>
                    <a:pt x="78010" y="105537"/>
                  </a:lnTo>
                  <a:lnTo>
                    <a:pt x="77724" y="106204"/>
                  </a:lnTo>
                  <a:lnTo>
                    <a:pt x="77438" y="106490"/>
                  </a:lnTo>
                  <a:lnTo>
                    <a:pt x="76486" y="106871"/>
                  </a:lnTo>
                  <a:lnTo>
                    <a:pt x="76295" y="107061"/>
                  </a:lnTo>
                  <a:lnTo>
                    <a:pt x="75057" y="109252"/>
                  </a:lnTo>
                  <a:lnTo>
                    <a:pt x="74676" y="109728"/>
                  </a:lnTo>
                  <a:lnTo>
                    <a:pt x="75819" y="111252"/>
                  </a:lnTo>
                  <a:lnTo>
                    <a:pt x="82296" y="123158"/>
                  </a:lnTo>
                  <a:lnTo>
                    <a:pt x="85630" y="136017"/>
                  </a:lnTo>
                  <a:lnTo>
                    <a:pt x="89154" y="141351"/>
                  </a:lnTo>
                  <a:lnTo>
                    <a:pt x="89440" y="143923"/>
                  </a:lnTo>
                  <a:lnTo>
                    <a:pt x="88773" y="146399"/>
                  </a:lnTo>
                  <a:lnTo>
                    <a:pt x="87440" y="148590"/>
                  </a:lnTo>
                  <a:lnTo>
                    <a:pt x="85534" y="150971"/>
                  </a:lnTo>
                  <a:lnTo>
                    <a:pt x="84201" y="153352"/>
                  </a:lnTo>
                  <a:lnTo>
                    <a:pt x="79629" y="164973"/>
                  </a:lnTo>
                  <a:lnTo>
                    <a:pt x="78772" y="168021"/>
                  </a:lnTo>
                  <a:lnTo>
                    <a:pt x="78772" y="174117"/>
                  </a:lnTo>
                  <a:lnTo>
                    <a:pt x="76962" y="179451"/>
                  </a:lnTo>
                  <a:lnTo>
                    <a:pt x="76676" y="182213"/>
                  </a:lnTo>
                  <a:lnTo>
                    <a:pt x="76962" y="184785"/>
                  </a:lnTo>
                  <a:lnTo>
                    <a:pt x="77629" y="186690"/>
                  </a:lnTo>
                  <a:lnTo>
                    <a:pt x="78581" y="188404"/>
                  </a:lnTo>
                  <a:lnTo>
                    <a:pt x="80105" y="190309"/>
                  </a:lnTo>
                  <a:lnTo>
                    <a:pt x="82010" y="191167"/>
                  </a:lnTo>
                  <a:lnTo>
                    <a:pt x="87058" y="190214"/>
                  </a:lnTo>
                  <a:lnTo>
                    <a:pt x="89344" y="190309"/>
                  </a:lnTo>
                  <a:lnTo>
                    <a:pt x="91154" y="191357"/>
                  </a:lnTo>
                  <a:lnTo>
                    <a:pt x="93250" y="193262"/>
                  </a:lnTo>
                  <a:lnTo>
                    <a:pt x="94202" y="194500"/>
                  </a:lnTo>
                  <a:lnTo>
                    <a:pt x="87535" y="198215"/>
                  </a:lnTo>
                  <a:lnTo>
                    <a:pt x="85058" y="200025"/>
                  </a:lnTo>
                  <a:lnTo>
                    <a:pt x="83344" y="202406"/>
                  </a:lnTo>
                  <a:lnTo>
                    <a:pt x="83248" y="205264"/>
                  </a:lnTo>
                  <a:lnTo>
                    <a:pt x="81534" y="206883"/>
                  </a:lnTo>
                  <a:lnTo>
                    <a:pt x="79915" y="208978"/>
                  </a:lnTo>
                  <a:lnTo>
                    <a:pt x="78105" y="210884"/>
                  </a:lnTo>
                  <a:lnTo>
                    <a:pt x="75819" y="211646"/>
                  </a:lnTo>
                  <a:lnTo>
                    <a:pt x="73247" y="211741"/>
                  </a:lnTo>
                  <a:lnTo>
                    <a:pt x="71152" y="212122"/>
                  </a:lnTo>
                  <a:lnTo>
                    <a:pt x="69152" y="213074"/>
                  </a:lnTo>
                  <a:lnTo>
                    <a:pt x="67151" y="214884"/>
                  </a:lnTo>
                  <a:lnTo>
                    <a:pt x="65913" y="217265"/>
                  </a:lnTo>
                  <a:lnTo>
                    <a:pt x="65437" y="219170"/>
                  </a:lnTo>
                  <a:lnTo>
                    <a:pt x="64484" y="220218"/>
                  </a:lnTo>
                  <a:lnTo>
                    <a:pt x="62008" y="220027"/>
                  </a:lnTo>
                  <a:lnTo>
                    <a:pt x="58960" y="219075"/>
                  </a:lnTo>
                  <a:lnTo>
                    <a:pt x="57721" y="218980"/>
                  </a:lnTo>
                  <a:lnTo>
                    <a:pt x="56293" y="219361"/>
                  </a:lnTo>
                  <a:lnTo>
                    <a:pt x="55054" y="220123"/>
                  </a:lnTo>
                  <a:lnTo>
                    <a:pt x="54102" y="221361"/>
                  </a:lnTo>
                  <a:lnTo>
                    <a:pt x="53245" y="222790"/>
                  </a:lnTo>
                  <a:lnTo>
                    <a:pt x="54102" y="225171"/>
                  </a:lnTo>
                  <a:lnTo>
                    <a:pt x="52864" y="227552"/>
                  </a:lnTo>
                  <a:lnTo>
                    <a:pt x="50482" y="229362"/>
                  </a:lnTo>
                  <a:lnTo>
                    <a:pt x="48196" y="230124"/>
                  </a:lnTo>
                  <a:lnTo>
                    <a:pt x="47815" y="230696"/>
                  </a:lnTo>
                  <a:lnTo>
                    <a:pt x="48863" y="233363"/>
                  </a:lnTo>
                  <a:lnTo>
                    <a:pt x="48958" y="234315"/>
                  </a:lnTo>
                  <a:lnTo>
                    <a:pt x="48101" y="235267"/>
                  </a:lnTo>
                  <a:lnTo>
                    <a:pt x="46387" y="236601"/>
                  </a:lnTo>
                  <a:lnTo>
                    <a:pt x="45434" y="237553"/>
                  </a:lnTo>
                  <a:lnTo>
                    <a:pt x="43053" y="241078"/>
                  </a:lnTo>
                  <a:lnTo>
                    <a:pt x="41148" y="242792"/>
                  </a:lnTo>
                  <a:lnTo>
                    <a:pt x="40291" y="243840"/>
                  </a:lnTo>
                  <a:lnTo>
                    <a:pt x="39529" y="246602"/>
                  </a:lnTo>
                  <a:lnTo>
                    <a:pt x="37814" y="247840"/>
                  </a:lnTo>
                  <a:lnTo>
                    <a:pt x="37433" y="248984"/>
                  </a:lnTo>
                  <a:lnTo>
                    <a:pt x="37052" y="250888"/>
                  </a:lnTo>
                  <a:lnTo>
                    <a:pt x="36195" y="251555"/>
                  </a:lnTo>
                  <a:lnTo>
                    <a:pt x="33528" y="252127"/>
                  </a:lnTo>
                  <a:lnTo>
                    <a:pt x="31052" y="253365"/>
                  </a:lnTo>
                  <a:lnTo>
                    <a:pt x="29242" y="254603"/>
                  </a:lnTo>
                  <a:lnTo>
                    <a:pt x="27718" y="256032"/>
                  </a:lnTo>
                  <a:lnTo>
                    <a:pt x="26003" y="258127"/>
                  </a:lnTo>
                  <a:lnTo>
                    <a:pt x="24765" y="260699"/>
                  </a:lnTo>
                  <a:lnTo>
                    <a:pt x="24955" y="262985"/>
                  </a:lnTo>
                  <a:lnTo>
                    <a:pt x="25336" y="265462"/>
                  </a:lnTo>
                  <a:lnTo>
                    <a:pt x="24860" y="268700"/>
                  </a:lnTo>
                  <a:lnTo>
                    <a:pt x="23336" y="270415"/>
                  </a:lnTo>
                  <a:lnTo>
                    <a:pt x="18669" y="271748"/>
                  </a:lnTo>
                  <a:lnTo>
                    <a:pt x="17717" y="272796"/>
                  </a:lnTo>
                  <a:lnTo>
                    <a:pt x="17050" y="274606"/>
                  </a:lnTo>
                  <a:lnTo>
                    <a:pt x="11144" y="282797"/>
                  </a:lnTo>
                  <a:lnTo>
                    <a:pt x="10001" y="283750"/>
                  </a:lnTo>
                  <a:lnTo>
                    <a:pt x="8573" y="284036"/>
                  </a:lnTo>
                  <a:lnTo>
                    <a:pt x="6667" y="283369"/>
                  </a:lnTo>
                  <a:lnTo>
                    <a:pt x="6953" y="284226"/>
                  </a:lnTo>
                  <a:lnTo>
                    <a:pt x="7144" y="286131"/>
                  </a:lnTo>
                  <a:lnTo>
                    <a:pt x="7334" y="286988"/>
                  </a:lnTo>
                  <a:lnTo>
                    <a:pt x="5239" y="286798"/>
                  </a:lnTo>
                  <a:lnTo>
                    <a:pt x="2953" y="288036"/>
                  </a:lnTo>
                  <a:lnTo>
                    <a:pt x="1143" y="289941"/>
                  </a:lnTo>
                  <a:lnTo>
                    <a:pt x="381" y="292036"/>
                  </a:lnTo>
                  <a:lnTo>
                    <a:pt x="0" y="292608"/>
                  </a:lnTo>
                  <a:lnTo>
                    <a:pt x="5715" y="295751"/>
                  </a:lnTo>
                  <a:lnTo>
                    <a:pt x="8001" y="299180"/>
                  </a:lnTo>
                  <a:lnTo>
                    <a:pt x="10668" y="304895"/>
                  </a:lnTo>
                  <a:lnTo>
                    <a:pt x="12287" y="310705"/>
                  </a:lnTo>
                  <a:lnTo>
                    <a:pt x="12097" y="312515"/>
                  </a:lnTo>
                  <a:lnTo>
                    <a:pt x="14764" y="313563"/>
                  </a:lnTo>
                  <a:lnTo>
                    <a:pt x="15526" y="315944"/>
                  </a:lnTo>
                  <a:lnTo>
                    <a:pt x="15430" y="318230"/>
                  </a:lnTo>
                  <a:lnTo>
                    <a:pt x="14859" y="320802"/>
                  </a:lnTo>
                  <a:lnTo>
                    <a:pt x="14669" y="321373"/>
                  </a:lnTo>
                  <a:lnTo>
                    <a:pt x="6477" y="335090"/>
                  </a:lnTo>
                  <a:lnTo>
                    <a:pt x="5144" y="338804"/>
                  </a:lnTo>
                  <a:lnTo>
                    <a:pt x="4858" y="339757"/>
                  </a:lnTo>
                  <a:lnTo>
                    <a:pt x="4858" y="339757"/>
                  </a:lnTo>
                  <a:lnTo>
                    <a:pt x="5144" y="341852"/>
                  </a:lnTo>
                  <a:lnTo>
                    <a:pt x="8477" y="342424"/>
                  </a:lnTo>
                  <a:lnTo>
                    <a:pt x="51721" y="344710"/>
                  </a:lnTo>
                  <a:lnTo>
                    <a:pt x="62675" y="344615"/>
                  </a:lnTo>
                  <a:lnTo>
                    <a:pt x="77819" y="346710"/>
                  </a:lnTo>
                  <a:lnTo>
                    <a:pt x="84868" y="348520"/>
                  </a:lnTo>
                  <a:lnTo>
                    <a:pt x="91154" y="351092"/>
                  </a:lnTo>
                  <a:lnTo>
                    <a:pt x="93250" y="351187"/>
                  </a:lnTo>
                  <a:lnTo>
                    <a:pt x="93726" y="350806"/>
                  </a:lnTo>
                  <a:lnTo>
                    <a:pt x="94298" y="349853"/>
                  </a:lnTo>
                  <a:lnTo>
                    <a:pt x="95155" y="348044"/>
                  </a:lnTo>
                  <a:lnTo>
                    <a:pt x="95726" y="347282"/>
                  </a:lnTo>
                  <a:lnTo>
                    <a:pt x="96393" y="346615"/>
                  </a:lnTo>
                  <a:lnTo>
                    <a:pt x="100203" y="343948"/>
                  </a:lnTo>
                  <a:lnTo>
                    <a:pt x="101155" y="343567"/>
                  </a:lnTo>
                  <a:lnTo>
                    <a:pt x="102013" y="343376"/>
                  </a:lnTo>
                  <a:lnTo>
                    <a:pt x="104203" y="343376"/>
                  </a:lnTo>
                  <a:lnTo>
                    <a:pt x="106680" y="343090"/>
                  </a:lnTo>
                  <a:lnTo>
                    <a:pt x="111252" y="341662"/>
                  </a:lnTo>
                  <a:lnTo>
                    <a:pt x="112395" y="341567"/>
                  </a:lnTo>
                  <a:lnTo>
                    <a:pt x="113157" y="341757"/>
                  </a:lnTo>
                  <a:lnTo>
                    <a:pt x="113633" y="342233"/>
                  </a:lnTo>
                  <a:lnTo>
                    <a:pt x="114300" y="343281"/>
                  </a:lnTo>
                  <a:lnTo>
                    <a:pt x="114776" y="343948"/>
                  </a:lnTo>
                  <a:lnTo>
                    <a:pt x="115252" y="344329"/>
                  </a:lnTo>
                  <a:lnTo>
                    <a:pt x="116586" y="344710"/>
                  </a:lnTo>
                  <a:lnTo>
                    <a:pt x="122396" y="345757"/>
                  </a:lnTo>
                  <a:lnTo>
                    <a:pt x="123539" y="346234"/>
                  </a:lnTo>
                  <a:lnTo>
                    <a:pt x="124206" y="346615"/>
                  </a:lnTo>
                  <a:lnTo>
                    <a:pt x="125254" y="347567"/>
                  </a:lnTo>
                  <a:lnTo>
                    <a:pt x="125635" y="348139"/>
                  </a:lnTo>
                  <a:lnTo>
                    <a:pt x="125825" y="348615"/>
                  </a:lnTo>
                  <a:lnTo>
                    <a:pt x="126111" y="350139"/>
                  </a:lnTo>
                  <a:lnTo>
                    <a:pt x="126397" y="350996"/>
                  </a:lnTo>
                  <a:lnTo>
                    <a:pt x="126778" y="351758"/>
                  </a:lnTo>
                  <a:lnTo>
                    <a:pt x="127349" y="352330"/>
                  </a:lnTo>
                  <a:lnTo>
                    <a:pt x="130016" y="354044"/>
                  </a:lnTo>
                  <a:lnTo>
                    <a:pt x="130683" y="354616"/>
                  </a:lnTo>
                  <a:lnTo>
                    <a:pt x="131254" y="355282"/>
                  </a:lnTo>
                  <a:lnTo>
                    <a:pt x="131826" y="355854"/>
                  </a:lnTo>
                  <a:lnTo>
                    <a:pt x="133064" y="356616"/>
                  </a:lnTo>
                  <a:lnTo>
                    <a:pt x="134112" y="356616"/>
                  </a:lnTo>
                  <a:lnTo>
                    <a:pt x="135827" y="356235"/>
                  </a:lnTo>
                  <a:lnTo>
                    <a:pt x="139065" y="355187"/>
                  </a:lnTo>
                  <a:lnTo>
                    <a:pt x="140494" y="354901"/>
                  </a:lnTo>
                  <a:lnTo>
                    <a:pt x="141446" y="354616"/>
                  </a:lnTo>
                  <a:lnTo>
                    <a:pt x="142018" y="354235"/>
                  </a:lnTo>
                  <a:lnTo>
                    <a:pt x="142399" y="353568"/>
                  </a:lnTo>
                  <a:lnTo>
                    <a:pt x="142589" y="352901"/>
                  </a:lnTo>
                  <a:lnTo>
                    <a:pt x="142780" y="352044"/>
                  </a:lnTo>
                  <a:lnTo>
                    <a:pt x="142780" y="351282"/>
                  </a:lnTo>
                  <a:lnTo>
                    <a:pt x="142970" y="350425"/>
                  </a:lnTo>
                  <a:lnTo>
                    <a:pt x="143446" y="349758"/>
                  </a:lnTo>
                  <a:lnTo>
                    <a:pt x="144590" y="349377"/>
                  </a:lnTo>
                  <a:lnTo>
                    <a:pt x="145352" y="349853"/>
                  </a:lnTo>
                  <a:lnTo>
                    <a:pt x="145732" y="350615"/>
                  </a:lnTo>
                  <a:lnTo>
                    <a:pt x="145828" y="351663"/>
                  </a:lnTo>
                  <a:lnTo>
                    <a:pt x="145923" y="352711"/>
                  </a:lnTo>
                  <a:lnTo>
                    <a:pt x="145828" y="353949"/>
                  </a:lnTo>
                  <a:lnTo>
                    <a:pt x="145637" y="354997"/>
                  </a:lnTo>
                  <a:lnTo>
                    <a:pt x="145352" y="355759"/>
                  </a:lnTo>
                  <a:lnTo>
                    <a:pt x="144971" y="356140"/>
                  </a:lnTo>
                  <a:lnTo>
                    <a:pt x="144590" y="356521"/>
                  </a:lnTo>
                  <a:lnTo>
                    <a:pt x="144304" y="356711"/>
                  </a:lnTo>
                  <a:lnTo>
                    <a:pt x="144304" y="357092"/>
                  </a:lnTo>
                  <a:lnTo>
                    <a:pt x="144399" y="357378"/>
                  </a:lnTo>
                  <a:lnTo>
                    <a:pt x="144971" y="358426"/>
                  </a:lnTo>
                  <a:lnTo>
                    <a:pt x="145161" y="358902"/>
                  </a:lnTo>
                  <a:lnTo>
                    <a:pt x="145256" y="359569"/>
                  </a:lnTo>
                  <a:lnTo>
                    <a:pt x="144875" y="361855"/>
                  </a:lnTo>
                  <a:lnTo>
                    <a:pt x="145161" y="362712"/>
                  </a:lnTo>
                  <a:lnTo>
                    <a:pt x="145732" y="363474"/>
                  </a:lnTo>
                  <a:lnTo>
                    <a:pt x="148400" y="364903"/>
                  </a:lnTo>
                  <a:lnTo>
                    <a:pt x="149066" y="365569"/>
                  </a:lnTo>
                  <a:lnTo>
                    <a:pt x="149733" y="366617"/>
                  </a:lnTo>
                  <a:lnTo>
                    <a:pt x="150304" y="367189"/>
                  </a:lnTo>
                  <a:lnTo>
                    <a:pt x="150590" y="367284"/>
                  </a:lnTo>
                  <a:lnTo>
                    <a:pt x="150876" y="367189"/>
                  </a:lnTo>
                  <a:lnTo>
                    <a:pt x="151067" y="366808"/>
                  </a:lnTo>
                  <a:lnTo>
                    <a:pt x="151448" y="364046"/>
                  </a:lnTo>
                  <a:lnTo>
                    <a:pt x="151733" y="363569"/>
                  </a:lnTo>
                  <a:lnTo>
                    <a:pt x="152019" y="363093"/>
                  </a:lnTo>
                  <a:lnTo>
                    <a:pt x="152686" y="362712"/>
                  </a:lnTo>
                  <a:lnTo>
                    <a:pt x="154305" y="361950"/>
                  </a:lnTo>
                  <a:lnTo>
                    <a:pt x="155257" y="361759"/>
                  </a:lnTo>
                  <a:lnTo>
                    <a:pt x="155829" y="361950"/>
                  </a:lnTo>
                  <a:lnTo>
                    <a:pt x="156210" y="362617"/>
                  </a:lnTo>
                  <a:lnTo>
                    <a:pt x="156400" y="364426"/>
                  </a:lnTo>
                  <a:lnTo>
                    <a:pt x="156686" y="365379"/>
                  </a:lnTo>
                  <a:lnTo>
                    <a:pt x="157067" y="366332"/>
                  </a:lnTo>
                  <a:lnTo>
                    <a:pt x="158115" y="368046"/>
                  </a:lnTo>
                  <a:lnTo>
                    <a:pt x="160211" y="370903"/>
                  </a:lnTo>
                  <a:lnTo>
                    <a:pt x="160782" y="372046"/>
                  </a:lnTo>
                  <a:lnTo>
                    <a:pt x="161068" y="372713"/>
                  </a:lnTo>
                  <a:lnTo>
                    <a:pt x="161068" y="373190"/>
                  </a:lnTo>
                  <a:lnTo>
                    <a:pt x="160782" y="373285"/>
                  </a:lnTo>
                  <a:lnTo>
                    <a:pt x="160401" y="373475"/>
                  </a:lnTo>
                  <a:lnTo>
                    <a:pt x="159829" y="373475"/>
                  </a:lnTo>
                  <a:lnTo>
                    <a:pt x="159163" y="373475"/>
                  </a:lnTo>
                  <a:lnTo>
                    <a:pt x="158782" y="373475"/>
                  </a:lnTo>
                  <a:lnTo>
                    <a:pt x="158305" y="373380"/>
                  </a:lnTo>
                  <a:lnTo>
                    <a:pt x="157829" y="373285"/>
                  </a:lnTo>
                  <a:lnTo>
                    <a:pt x="157544" y="373380"/>
                  </a:lnTo>
                  <a:lnTo>
                    <a:pt x="157353" y="373666"/>
                  </a:lnTo>
                  <a:lnTo>
                    <a:pt x="157258" y="374142"/>
                  </a:lnTo>
                  <a:lnTo>
                    <a:pt x="157163" y="375094"/>
                  </a:lnTo>
                  <a:lnTo>
                    <a:pt x="157448" y="377190"/>
                  </a:lnTo>
                  <a:lnTo>
                    <a:pt x="157544" y="378142"/>
                  </a:lnTo>
                  <a:lnTo>
                    <a:pt x="157448" y="378619"/>
                  </a:lnTo>
                  <a:lnTo>
                    <a:pt x="157258" y="378905"/>
                  </a:lnTo>
                  <a:lnTo>
                    <a:pt x="156591" y="379476"/>
                  </a:lnTo>
                  <a:lnTo>
                    <a:pt x="154781" y="380428"/>
                  </a:lnTo>
                  <a:lnTo>
                    <a:pt x="154305" y="380619"/>
                  </a:lnTo>
                  <a:lnTo>
                    <a:pt x="153638" y="380905"/>
                  </a:lnTo>
                  <a:lnTo>
                    <a:pt x="153448" y="381190"/>
                  </a:lnTo>
                  <a:lnTo>
                    <a:pt x="153448" y="381667"/>
                  </a:lnTo>
                  <a:lnTo>
                    <a:pt x="153734" y="382334"/>
                  </a:lnTo>
                  <a:lnTo>
                    <a:pt x="155829" y="384524"/>
                  </a:lnTo>
                  <a:lnTo>
                    <a:pt x="155924" y="385000"/>
                  </a:lnTo>
                  <a:lnTo>
                    <a:pt x="155924" y="385477"/>
                  </a:lnTo>
                  <a:lnTo>
                    <a:pt x="155829" y="385858"/>
                  </a:lnTo>
                  <a:lnTo>
                    <a:pt x="155448" y="386525"/>
                  </a:lnTo>
                  <a:lnTo>
                    <a:pt x="155543" y="387001"/>
                  </a:lnTo>
                  <a:lnTo>
                    <a:pt x="156019" y="387763"/>
                  </a:lnTo>
                  <a:lnTo>
                    <a:pt x="157448" y="389096"/>
                  </a:lnTo>
                  <a:lnTo>
                    <a:pt x="158210" y="390049"/>
                  </a:lnTo>
                  <a:lnTo>
                    <a:pt x="158686" y="390906"/>
                  </a:lnTo>
                  <a:lnTo>
                    <a:pt x="158877" y="391573"/>
                  </a:lnTo>
                  <a:lnTo>
                    <a:pt x="158877" y="392240"/>
                  </a:lnTo>
                  <a:lnTo>
                    <a:pt x="159067" y="392716"/>
                  </a:lnTo>
                  <a:lnTo>
                    <a:pt x="159734" y="394144"/>
                  </a:lnTo>
                  <a:lnTo>
                    <a:pt x="159925" y="394907"/>
                  </a:lnTo>
                  <a:lnTo>
                    <a:pt x="160687" y="397955"/>
                  </a:lnTo>
                  <a:lnTo>
                    <a:pt x="162211" y="398240"/>
                  </a:lnTo>
                  <a:lnTo>
                    <a:pt x="164497" y="396907"/>
                  </a:lnTo>
                  <a:lnTo>
                    <a:pt x="167640" y="396240"/>
                  </a:lnTo>
                  <a:lnTo>
                    <a:pt x="168402" y="395478"/>
                  </a:lnTo>
                  <a:lnTo>
                    <a:pt x="168592" y="394335"/>
                  </a:lnTo>
                  <a:lnTo>
                    <a:pt x="168116" y="393192"/>
                  </a:lnTo>
                  <a:lnTo>
                    <a:pt x="167450" y="392240"/>
                  </a:lnTo>
                  <a:lnTo>
                    <a:pt x="167069" y="391382"/>
                  </a:lnTo>
                  <a:lnTo>
                    <a:pt x="167069" y="390049"/>
                  </a:lnTo>
                  <a:lnTo>
                    <a:pt x="167830" y="388430"/>
                  </a:lnTo>
                  <a:lnTo>
                    <a:pt x="169545" y="385477"/>
                  </a:lnTo>
                  <a:lnTo>
                    <a:pt x="170688" y="384619"/>
                  </a:lnTo>
                  <a:lnTo>
                    <a:pt x="171640" y="384524"/>
                  </a:lnTo>
                  <a:lnTo>
                    <a:pt x="172307" y="384810"/>
                  </a:lnTo>
                  <a:lnTo>
                    <a:pt x="173165" y="384524"/>
                  </a:lnTo>
                  <a:lnTo>
                    <a:pt x="173355" y="383476"/>
                  </a:lnTo>
                  <a:lnTo>
                    <a:pt x="173260" y="382334"/>
                  </a:lnTo>
                  <a:lnTo>
                    <a:pt x="173450" y="381381"/>
                  </a:lnTo>
                  <a:lnTo>
                    <a:pt x="174403" y="380238"/>
                  </a:lnTo>
                  <a:lnTo>
                    <a:pt x="177070" y="377952"/>
                  </a:lnTo>
                  <a:lnTo>
                    <a:pt x="177927" y="376714"/>
                  </a:lnTo>
                  <a:lnTo>
                    <a:pt x="180689" y="371475"/>
                  </a:lnTo>
                  <a:lnTo>
                    <a:pt x="183356" y="368236"/>
                  </a:lnTo>
                  <a:lnTo>
                    <a:pt x="184975" y="365474"/>
                  </a:lnTo>
                  <a:lnTo>
                    <a:pt x="185738" y="365093"/>
                  </a:lnTo>
                  <a:lnTo>
                    <a:pt x="186785" y="365284"/>
                  </a:lnTo>
                  <a:lnTo>
                    <a:pt x="188690" y="366236"/>
                  </a:lnTo>
                  <a:lnTo>
                    <a:pt x="192596" y="367951"/>
                  </a:lnTo>
                  <a:lnTo>
                    <a:pt x="194786" y="368141"/>
                  </a:lnTo>
                  <a:lnTo>
                    <a:pt x="195834" y="368046"/>
                  </a:lnTo>
                  <a:lnTo>
                    <a:pt x="196786" y="368427"/>
                  </a:lnTo>
                  <a:lnTo>
                    <a:pt x="199930" y="370427"/>
                  </a:lnTo>
                  <a:lnTo>
                    <a:pt x="203263" y="370999"/>
                  </a:lnTo>
                  <a:lnTo>
                    <a:pt x="205550" y="370713"/>
                  </a:lnTo>
                  <a:lnTo>
                    <a:pt x="207645" y="369951"/>
                  </a:lnTo>
                  <a:lnTo>
                    <a:pt x="210121" y="369665"/>
                  </a:lnTo>
                  <a:lnTo>
                    <a:pt x="214122" y="370427"/>
                  </a:lnTo>
                  <a:lnTo>
                    <a:pt x="215551" y="370142"/>
                  </a:lnTo>
                  <a:lnTo>
                    <a:pt x="216408" y="369284"/>
                  </a:lnTo>
                  <a:lnTo>
                    <a:pt x="216503" y="368236"/>
                  </a:lnTo>
                  <a:lnTo>
                    <a:pt x="216313" y="367094"/>
                  </a:lnTo>
                  <a:lnTo>
                    <a:pt x="216694" y="365950"/>
                  </a:lnTo>
                  <a:lnTo>
                    <a:pt x="217551" y="364998"/>
                  </a:lnTo>
                  <a:lnTo>
                    <a:pt x="221171" y="363188"/>
                  </a:lnTo>
                  <a:lnTo>
                    <a:pt x="224219" y="362236"/>
                  </a:lnTo>
                  <a:lnTo>
                    <a:pt x="225552" y="362331"/>
                  </a:lnTo>
                  <a:lnTo>
                    <a:pt x="226600" y="362521"/>
                  </a:lnTo>
                  <a:lnTo>
                    <a:pt x="228314" y="362998"/>
                  </a:lnTo>
                  <a:lnTo>
                    <a:pt x="229267" y="363569"/>
                  </a:lnTo>
                  <a:lnTo>
                    <a:pt x="231838" y="365665"/>
                  </a:lnTo>
                  <a:lnTo>
                    <a:pt x="232600" y="366808"/>
                  </a:lnTo>
                  <a:lnTo>
                    <a:pt x="234315" y="371094"/>
                  </a:lnTo>
                  <a:lnTo>
                    <a:pt x="234601" y="371570"/>
                  </a:lnTo>
                  <a:lnTo>
                    <a:pt x="235839" y="373094"/>
                  </a:lnTo>
                  <a:lnTo>
                    <a:pt x="238315" y="373190"/>
                  </a:lnTo>
                  <a:lnTo>
                    <a:pt x="242030" y="374523"/>
                  </a:lnTo>
                  <a:lnTo>
                    <a:pt x="243935" y="374523"/>
                  </a:lnTo>
                  <a:lnTo>
                    <a:pt x="245554" y="373951"/>
                  </a:lnTo>
                  <a:lnTo>
                    <a:pt x="247936" y="372618"/>
                  </a:lnTo>
                  <a:lnTo>
                    <a:pt x="249365" y="372142"/>
                  </a:lnTo>
                  <a:lnTo>
                    <a:pt x="252603" y="372332"/>
                  </a:lnTo>
                  <a:lnTo>
                    <a:pt x="254032" y="371856"/>
                  </a:lnTo>
                  <a:lnTo>
                    <a:pt x="254984" y="371094"/>
                  </a:lnTo>
                  <a:lnTo>
                    <a:pt x="258699" y="366046"/>
                  </a:lnTo>
                  <a:lnTo>
                    <a:pt x="263461" y="363855"/>
                  </a:lnTo>
                  <a:lnTo>
                    <a:pt x="265938" y="363284"/>
                  </a:lnTo>
                  <a:lnTo>
                    <a:pt x="267557" y="362331"/>
                  </a:lnTo>
                  <a:lnTo>
                    <a:pt x="270224" y="360331"/>
                  </a:lnTo>
                  <a:lnTo>
                    <a:pt x="273653" y="358521"/>
                  </a:lnTo>
                  <a:lnTo>
                    <a:pt x="274987" y="357188"/>
                  </a:lnTo>
                  <a:lnTo>
                    <a:pt x="275082" y="355949"/>
                  </a:lnTo>
                  <a:lnTo>
                    <a:pt x="274225" y="354997"/>
                  </a:lnTo>
                  <a:lnTo>
                    <a:pt x="272034" y="353663"/>
                  </a:lnTo>
                  <a:lnTo>
                    <a:pt x="271272" y="352901"/>
                  </a:lnTo>
                  <a:lnTo>
                    <a:pt x="270605" y="351758"/>
                  </a:lnTo>
                  <a:lnTo>
                    <a:pt x="270319" y="350615"/>
                  </a:lnTo>
                  <a:lnTo>
                    <a:pt x="269843" y="349282"/>
                  </a:lnTo>
                  <a:lnTo>
                    <a:pt x="269557" y="348234"/>
                  </a:lnTo>
                  <a:lnTo>
                    <a:pt x="269367" y="346996"/>
                  </a:lnTo>
                  <a:lnTo>
                    <a:pt x="269462" y="345757"/>
                  </a:lnTo>
                  <a:lnTo>
                    <a:pt x="270129" y="343281"/>
                  </a:lnTo>
                  <a:lnTo>
                    <a:pt x="272415" y="336804"/>
                  </a:lnTo>
                  <a:lnTo>
                    <a:pt x="273272" y="335280"/>
                  </a:lnTo>
                  <a:lnTo>
                    <a:pt x="274225" y="334042"/>
                  </a:lnTo>
                  <a:lnTo>
                    <a:pt x="274511" y="333565"/>
                  </a:lnTo>
                  <a:lnTo>
                    <a:pt x="274701" y="332994"/>
                  </a:lnTo>
                  <a:lnTo>
                    <a:pt x="274511" y="332423"/>
                  </a:lnTo>
                  <a:lnTo>
                    <a:pt x="274225" y="331756"/>
                  </a:lnTo>
                  <a:lnTo>
                    <a:pt x="273939" y="331184"/>
                  </a:lnTo>
                  <a:lnTo>
                    <a:pt x="273939" y="330517"/>
                  </a:lnTo>
                  <a:lnTo>
                    <a:pt x="273939" y="329660"/>
                  </a:lnTo>
                  <a:lnTo>
                    <a:pt x="274320" y="329184"/>
                  </a:lnTo>
                  <a:lnTo>
                    <a:pt x="274892" y="328803"/>
                  </a:lnTo>
                  <a:lnTo>
                    <a:pt x="277368" y="328422"/>
                  </a:lnTo>
                  <a:lnTo>
                    <a:pt x="278130" y="327946"/>
                  </a:lnTo>
                  <a:lnTo>
                    <a:pt x="277940" y="327374"/>
                  </a:lnTo>
                  <a:lnTo>
                    <a:pt x="277178" y="326898"/>
                  </a:lnTo>
                  <a:lnTo>
                    <a:pt x="274034" y="325660"/>
                  </a:lnTo>
                  <a:lnTo>
                    <a:pt x="273367" y="325279"/>
                  </a:lnTo>
                  <a:lnTo>
                    <a:pt x="272701" y="324612"/>
                  </a:lnTo>
                  <a:lnTo>
                    <a:pt x="272320" y="323945"/>
                  </a:lnTo>
                  <a:lnTo>
                    <a:pt x="272225" y="322993"/>
                  </a:lnTo>
                  <a:lnTo>
                    <a:pt x="272701" y="322231"/>
                  </a:lnTo>
                  <a:lnTo>
                    <a:pt x="273653" y="321373"/>
                  </a:lnTo>
                  <a:lnTo>
                    <a:pt x="274415" y="321088"/>
                  </a:lnTo>
                  <a:lnTo>
                    <a:pt x="275368" y="321278"/>
                  </a:lnTo>
                  <a:lnTo>
                    <a:pt x="278702" y="323945"/>
                  </a:lnTo>
                  <a:lnTo>
                    <a:pt x="279749" y="324612"/>
                  </a:lnTo>
                  <a:lnTo>
                    <a:pt x="280607" y="324803"/>
                  </a:lnTo>
                  <a:lnTo>
                    <a:pt x="282035" y="324993"/>
                  </a:lnTo>
                  <a:lnTo>
                    <a:pt x="283464" y="325469"/>
                  </a:lnTo>
                  <a:lnTo>
                    <a:pt x="284512" y="325565"/>
                  </a:lnTo>
                  <a:lnTo>
                    <a:pt x="285559" y="325469"/>
                  </a:lnTo>
                  <a:lnTo>
                    <a:pt x="286607" y="324803"/>
                  </a:lnTo>
                  <a:lnTo>
                    <a:pt x="286988" y="324136"/>
                  </a:lnTo>
                  <a:lnTo>
                    <a:pt x="286988" y="323278"/>
                  </a:lnTo>
                  <a:lnTo>
                    <a:pt x="286798" y="322326"/>
                  </a:lnTo>
                  <a:lnTo>
                    <a:pt x="286798" y="321183"/>
                  </a:lnTo>
                  <a:lnTo>
                    <a:pt x="287369" y="320802"/>
                  </a:lnTo>
                  <a:lnTo>
                    <a:pt x="288036" y="320897"/>
                  </a:lnTo>
                  <a:lnTo>
                    <a:pt x="288893" y="321469"/>
                  </a:lnTo>
                  <a:lnTo>
                    <a:pt x="290227" y="323183"/>
                  </a:lnTo>
                  <a:lnTo>
                    <a:pt x="290894" y="323945"/>
                  </a:lnTo>
                  <a:lnTo>
                    <a:pt x="291465" y="324231"/>
                  </a:lnTo>
                  <a:lnTo>
                    <a:pt x="292036" y="324136"/>
                  </a:lnTo>
                  <a:lnTo>
                    <a:pt x="292703" y="323755"/>
                  </a:lnTo>
                  <a:lnTo>
                    <a:pt x="293180" y="322993"/>
                  </a:lnTo>
                  <a:lnTo>
                    <a:pt x="294227" y="320421"/>
                  </a:lnTo>
                  <a:lnTo>
                    <a:pt x="294418" y="319754"/>
                  </a:lnTo>
                  <a:lnTo>
                    <a:pt x="294418" y="319088"/>
                  </a:lnTo>
                  <a:lnTo>
                    <a:pt x="294132" y="318421"/>
                  </a:lnTo>
                  <a:lnTo>
                    <a:pt x="293751" y="317659"/>
                  </a:lnTo>
                  <a:lnTo>
                    <a:pt x="293465" y="316801"/>
                  </a:lnTo>
                  <a:lnTo>
                    <a:pt x="293656" y="315754"/>
                  </a:lnTo>
                  <a:lnTo>
                    <a:pt x="294418" y="315087"/>
                  </a:lnTo>
                  <a:lnTo>
                    <a:pt x="295370" y="314896"/>
                  </a:lnTo>
                  <a:lnTo>
                    <a:pt x="296132" y="314896"/>
                  </a:lnTo>
                  <a:lnTo>
                    <a:pt x="296894" y="315373"/>
                  </a:lnTo>
                  <a:lnTo>
                    <a:pt x="297371" y="316135"/>
                  </a:lnTo>
                  <a:lnTo>
                    <a:pt x="298513" y="320992"/>
                  </a:lnTo>
                  <a:lnTo>
                    <a:pt x="299466" y="323183"/>
                  </a:lnTo>
                  <a:lnTo>
                    <a:pt x="300704" y="325279"/>
                  </a:lnTo>
                  <a:lnTo>
                    <a:pt x="301371" y="326136"/>
                  </a:lnTo>
                  <a:lnTo>
                    <a:pt x="302228" y="326803"/>
                  </a:lnTo>
                  <a:lnTo>
                    <a:pt x="305086" y="327660"/>
                  </a:lnTo>
                  <a:lnTo>
                    <a:pt x="306324" y="328327"/>
                  </a:lnTo>
                  <a:lnTo>
                    <a:pt x="310229" y="328517"/>
                  </a:lnTo>
                  <a:lnTo>
                    <a:pt x="316992" y="323183"/>
                  </a:lnTo>
                  <a:lnTo>
                    <a:pt x="320992" y="320707"/>
                  </a:lnTo>
                  <a:lnTo>
                    <a:pt x="321564" y="320040"/>
                  </a:lnTo>
                  <a:lnTo>
                    <a:pt x="321469" y="318611"/>
                  </a:lnTo>
                  <a:lnTo>
                    <a:pt x="321659" y="317468"/>
                  </a:lnTo>
                  <a:lnTo>
                    <a:pt x="322612" y="315468"/>
                  </a:lnTo>
                  <a:lnTo>
                    <a:pt x="322898" y="314325"/>
                  </a:lnTo>
                  <a:lnTo>
                    <a:pt x="322993" y="313277"/>
                  </a:lnTo>
                  <a:lnTo>
                    <a:pt x="322707" y="312801"/>
                  </a:lnTo>
                  <a:lnTo>
                    <a:pt x="322517" y="312325"/>
                  </a:lnTo>
                  <a:lnTo>
                    <a:pt x="322040" y="311944"/>
                  </a:lnTo>
                  <a:lnTo>
                    <a:pt x="321469" y="311658"/>
                  </a:lnTo>
                  <a:lnTo>
                    <a:pt x="319945" y="311182"/>
                  </a:lnTo>
                  <a:lnTo>
                    <a:pt x="319278" y="310705"/>
                  </a:lnTo>
                  <a:lnTo>
                    <a:pt x="318802" y="310134"/>
                  </a:lnTo>
                  <a:lnTo>
                    <a:pt x="318421" y="309563"/>
                  </a:lnTo>
                  <a:lnTo>
                    <a:pt x="318230" y="308896"/>
                  </a:lnTo>
                  <a:lnTo>
                    <a:pt x="318040" y="308134"/>
                  </a:lnTo>
                  <a:lnTo>
                    <a:pt x="317849" y="307657"/>
                  </a:lnTo>
                  <a:lnTo>
                    <a:pt x="317563" y="307181"/>
                  </a:lnTo>
                  <a:lnTo>
                    <a:pt x="317087" y="306800"/>
                  </a:lnTo>
                  <a:lnTo>
                    <a:pt x="316611" y="306610"/>
                  </a:lnTo>
                  <a:lnTo>
                    <a:pt x="316135" y="306705"/>
                  </a:lnTo>
                  <a:lnTo>
                    <a:pt x="315563" y="307181"/>
                  </a:lnTo>
                  <a:lnTo>
                    <a:pt x="313658" y="309753"/>
                  </a:lnTo>
                  <a:lnTo>
                    <a:pt x="313087" y="310229"/>
                  </a:lnTo>
                  <a:lnTo>
                    <a:pt x="312420" y="310610"/>
                  </a:lnTo>
                  <a:lnTo>
                    <a:pt x="311848" y="310705"/>
                  </a:lnTo>
                  <a:lnTo>
                    <a:pt x="311182" y="310420"/>
                  </a:lnTo>
                  <a:lnTo>
                    <a:pt x="310705" y="309753"/>
                  </a:lnTo>
                  <a:lnTo>
                    <a:pt x="310420" y="308419"/>
                  </a:lnTo>
                  <a:lnTo>
                    <a:pt x="311182" y="306991"/>
                  </a:lnTo>
                  <a:lnTo>
                    <a:pt x="312420" y="305753"/>
                  </a:lnTo>
                  <a:lnTo>
                    <a:pt x="314039" y="304800"/>
                  </a:lnTo>
                  <a:lnTo>
                    <a:pt x="318802" y="303086"/>
                  </a:lnTo>
                  <a:lnTo>
                    <a:pt x="320135" y="302419"/>
                  </a:lnTo>
                  <a:lnTo>
                    <a:pt x="322421" y="300895"/>
                  </a:lnTo>
                  <a:lnTo>
                    <a:pt x="323945" y="300133"/>
                  </a:lnTo>
                  <a:lnTo>
                    <a:pt x="331375" y="294703"/>
                  </a:lnTo>
                  <a:lnTo>
                    <a:pt x="333089" y="293084"/>
                  </a:lnTo>
                  <a:lnTo>
                    <a:pt x="333946" y="292036"/>
                  </a:lnTo>
                  <a:lnTo>
                    <a:pt x="334328" y="291275"/>
                  </a:lnTo>
                  <a:lnTo>
                    <a:pt x="334232" y="290798"/>
                  </a:lnTo>
                  <a:lnTo>
                    <a:pt x="333661" y="290417"/>
                  </a:lnTo>
                  <a:lnTo>
                    <a:pt x="332232" y="290132"/>
                  </a:lnTo>
                  <a:lnTo>
                    <a:pt x="331851" y="289846"/>
                  </a:lnTo>
                  <a:lnTo>
                    <a:pt x="331661" y="289465"/>
                  </a:lnTo>
                  <a:lnTo>
                    <a:pt x="331565" y="288798"/>
                  </a:lnTo>
                  <a:lnTo>
                    <a:pt x="332137" y="284893"/>
                  </a:lnTo>
                  <a:lnTo>
                    <a:pt x="332518" y="284131"/>
                  </a:lnTo>
                  <a:lnTo>
                    <a:pt x="332899" y="283655"/>
                  </a:lnTo>
                  <a:lnTo>
                    <a:pt x="335756" y="282226"/>
                  </a:lnTo>
                  <a:lnTo>
                    <a:pt x="337471" y="282226"/>
                  </a:lnTo>
                  <a:lnTo>
                    <a:pt x="339661" y="283273"/>
                  </a:lnTo>
                  <a:lnTo>
                    <a:pt x="341090" y="283273"/>
                  </a:lnTo>
                  <a:lnTo>
                    <a:pt x="344615" y="282702"/>
                  </a:lnTo>
                  <a:lnTo>
                    <a:pt x="345757" y="283083"/>
                  </a:lnTo>
                  <a:lnTo>
                    <a:pt x="346424" y="283940"/>
                  </a:lnTo>
                  <a:lnTo>
                    <a:pt x="347091" y="285655"/>
                  </a:lnTo>
                  <a:lnTo>
                    <a:pt x="348139" y="289465"/>
                  </a:lnTo>
                  <a:lnTo>
                    <a:pt x="349186" y="291370"/>
                  </a:lnTo>
                  <a:lnTo>
                    <a:pt x="350520" y="291941"/>
                  </a:lnTo>
                  <a:lnTo>
                    <a:pt x="351758" y="291465"/>
                  </a:lnTo>
                  <a:lnTo>
                    <a:pt x="352806" y="290036"/>
                  </a:lnTo>
                  <a:lnTo>
                    <a:pt x="353378" y="288417"/>
                  </a:lnTo>
                  <a:lnTo>
                    <a:pt x="353568" y="286893"/>
                  </a:lnTo>
                  <a:lnTo>
                    <a:pt x="353473" y="285559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3" name="Freeform: Shape 15">
              <a:extLst>
                <a:ext uri="{FF2B5EF4-FFF2-40B4-BE49-F238E27FC236}">
                  <a16:creationId xmlns:a16="http://schemas.microsoft.com/office/drawing/2014/main" id="{4BB8E39E-5817-4ED9-BEB9-032413303D63}"/>
                </a:ext>
              </a:extLst>
            </p:cNvPr>
            <p:cNvSpPr/>
            <p:nvPr/>
          </p:nvSpPr>
          <p:spPr>
            <a:xfrm>
              <a:off x="7759964" y="4620497"/>
              <a:ext cx="1200105" cy="1044797"/>
            </a:xfrm>
            <a:custGeom>
              <a:avLst/>
              <a:gdLst>
                <a:gd name="connsiteX0" fmla="*/ 534638 w 809625"/>
                <a:gd name="connsiteY0" fmla="*/ 689610 h 704850"/>
                <a:gd name="connsiteX1" fmla="*/ 535305 w 809625"/>
                <a:gd name="connsiteY1" fmla="*/ 686086 h 704850"/>
                <a:gd name="connsiteX2" fmla="*/ 535305 w 809625"/>
                <a:gd name="connsiteY2" fmla="*/ 686086 h 704850"/>
                <a:gd name="connsiteX3" fmla="*/ 535305 w 809625"/>
                <a:gd name="connsiteY3" fmla="*/ 686086 h 704850"/>
                <a:gd name="connsiteX4" fmla="*/ 532828 w 809625"/>
                <a:gd name="connsiteY4" fmla="*/ 685514 h 704850"/>
                <a:gd name="connsiteX5" fmla="*/ 530638 w 809625"/>
                <a:gd name="connsiteY5" fmla="*/ 685419 h 704850"/>
                <a:gd name="connsiteX6" fmla="*/ 528733 w 809625"/>
                <a:gd name="connsiteY6" fmla="*/ 686562 h 704850"/>
                <a:gd name="connsiteX7" fmla="*/ 528161 w 809625"/>
                <a:gd name="connsiteY7" fmla="*/ 687134 h 704850"/>
                <a:gd name="connsiteX8" fmla="*/ 527304 w 809625"/>
                <a:gd name="connsiteY8" fmla="*/ 687038 h 704850"/>
                <a:gd name="connsiteX9" fmla="*/ 525018 w 809625"/>
                <a:gd name="connsiteY9" fmla="*/ 685991 h 704850"/>
                <a:gd name="connsiteX10" fmla="*/ 522732 w 809625"/>
                <a:gd name="connsiteY10" fmla="*/ 685324 h 704850"/>
                <a:gd name="connsiteX11" fmla="*/ 521970 w 809625"/>
                <a:gd name="connsiteY11" fmla="*/ 685705 h 704850"/>
                <a:gd name="connsiteX12" fmla="*/ 521684 w 809625"/>
                <a:gd name="connsiteY12" fmla="*/ 686562 h 704850"/>
                <a:gd name="connsiteX13" fmla="*/ 522161 w 809625"/>
                <a:gd name="connsiteY13" fmla="*/ 687134 h 704850"/>
                <a:gd name="connsiteX14" fmla="*/ 522923 w 809625"/>
                <a:gd name="connsiteY14" fmla="*/ 687515 h 704850"/>
                <a:gd name="connsiteX15" fmla="*/ 523303 w 809625"/>
                <a:gd name="connsiteY15" fmla="*/ 688562 h 704850"/>
                <a:gd name="connsiteX16" fmla="*/ 523399 w 809625"/>
                <a:gd name="connsiteY16" fmla="*/ 690086 h 704850"/>
                <a:gd name="connsiteX17" fmla="*/ 523208 w 809625"/>
                <a:gd name="connsiteY17" fmla="*/ 690372 h 704850"/>
                <a:gd name="connsiteX18" fmla="*/ 522541 w 809625"/>
                <a:gd name="connsiteY18" fmla="*/ 690658 h 704850"/>
                <a:gd name="connsiteX19" fmla="*/ 521970 w 809625"/>
                <a:gd name="connsiteY19" fmla="*/ 690753 h 704850"/>
                <a:gd name="connsiteX20" fmla="*/ 520636 w 809625"/>
                <a:gd name="connsiteY20" fmla="*/ 689515 h 704850"/>
                <a:gd name="connsiteX21" fmla="*/ 518827 w 809625"/>
                <a:gd name="connsiteY21" fmla="*/ 689515 h 704850"/>
                <a:gd name="connsiteX22" fmla="*/ 518732 w 809625"/>
                <a:gd name="connsiteY22" fmla="*/ 690467 h 704850"/>
                <a:gd name="connsiteX23" fmla="*/ 519398 w 809625"/>
                <a:gd name="connsiteY23" fmla="*/ 691229 h 704850"/>
                <a:gd name="connsiteX24" fmla="*/ 520256 w 809625"/>
                <a:gd name="connsiteY24" fmla="*/ 691420 h 704850"/>
                <a:gd name="connsiteX25" fmla="*/ 519874 w 809625"/>
                <a:gd name="connsiteY25" fmla="*/ 692182 h 704850"/>
                <a:gd name="connsiteX26" fmla="*/ 518922 w 809625"/>
                <a:gd name="connsiteY26" fmla="*/ 693134 h 704850"/>
                <a:gd name="connsiteX27" fmla="*/ 518827 w 809625"/>
                <a:gd name="connsiteY27" fmla="*/ 694373 h 704850"/>
                <a:gd name="connsiteX28" fmla="*/ 519589 w 809625"/>
                <a:gd name="connsiteY28" fmla="*/ 695135 h 704850"/>
                <a:gd name="connsiteX29" fmla="*/ 520636 w 809625"/>
                <a:gd name="connsiteY29" fmla="*/ 695611 h 704850"/>
                <a:gd name="connsiteX30" fmla="*/ 521780 w 809625"/>
                <a:gd name="connsiteY30" fmla="*/ 695611 h 704850"/>
                <a:gd name="connsiteX31" fmla="*/ 522827 w 809625"/>
                <a:gd name="connsiteY31" fmla="*/ 696087 h 704850"/>
                <a:gd name="connsiteX32" fmla="*/ 523208 w 809625"/>
                <a:gd name="connsiteY32" fmla="*/ 697135 h 704850"/>
                <a:gd name="connsiteX33" fmla="*/ 524065 w 809625"/>
                <a:gd name="connsiteY33" fmla="*/ 697516 h 704850"/>
                <a:gd name="connsiteX34" fmla="*/ 525113 w 809625"/>
                <a:gd name="connsiteY34" fmla="*/ 696944 h 704850"/>
                <a:gd name="connsiteX35" fmla="*/ 526066 w 809625"/>
                <a:gd name="connsiteY35" fmla="*/ 696944 h 704850"/>
                <a:gd name="connsiteX36" fmla="*/ 526447 w 809625"/>
                <a:gd name="connsiteY36" fmla="*/ 697325 h 704850"/>
                <a:gd name="connsiteX37" fmla="*/ 526637 w 809625"/>
                <a:gd name="connsiteY37" fmla="*/ 697802 h 704850"/>
                <a:gd name="connsiteX38" fmla="*/ 526542 w 809625"/>
                <a:gd name="connsiteY38" fmla="*/ 698468 h 704850"/>
                <a:gd name="connsiteX39" fmla="*/ 526828 w 809625"/>
                <a:gd name="connsiteY39" fmla="*/ 698945 h 704850"/>
                <a:gd name="connsiteX40" fmla="*/ 527971 w 809625"/>
                <a:gd name="connsiteY40" fmla="*/ 698564 h 704850"/>
                <a:gd name="connsiteX41" fmla="*/ 528637 w 809625"/>
                <a:gd name="connsiteY41" fmla="*/ 698564 h 704850"/>
                <a:gd name="connsiteX42" fmla="*/ 529304 w 809625"/>
                <a:gd name="connsiteY42" fmla="*/ 698754 h 704850"/>
                <a:gd name="connsiteX43" fmla="*/ 530161 w 809625"/>
                <a:gd name="connsiteY43" fmla="*/ 699040 h 704850"/>
                <a:gd name="connsiteX44" fmla="*/ 530257 w 809625"/>
                <a:gd name="connsiteY44" fmla="*/ 699707 h 704850"/>
                <a:gd name="connsiteX45" fmla="*/ 529304 w 809625"/>
                <a:gd name="connsiteY45" fmla="*/ 700469 h 704850"/>
                <a:gd name="connsiteX46" fmla="*/ 529399 w 809625"/>
                <a:gd name="connsiteY46" fmla="*/ 700945 h 704850"/>
                <a:gd name="connsiteX47" fmla="*/ 529590 w 809625"/>
                <a:gd name="connsiteY47" fmla="*/ 701421 h 704850"/>
                <a:gd name="connsiteX48" fmla="*/ 529019 w 809625"/>
                <a:gd name="connsiteY48" fmla="*/ 702088 h 704850"/>
                <a:gd name="connsiteX49" fmla="*/ 529495 w 809625"/>
                <a:gd name="connsiteY49" fmla="*/ 703136 h 704850"/>
                <a:gd name="connsiteX50" fmla="*/ 530638 w 809625"/>
                <a:gd name="connsiteY50" fmla="*/ 703802 h 704850"/>
                <a:gd name="connsiteX51" fmla="*/ 531305 w 809625"/>
                <a:gd name="connsiteY51" fmla="*/ 704279 h 704850"/>
                <a:gd name="connsiteX52" fmla="*/ 531495 w 809625"/>
                <a:gd name="connsiteY52" fmla="*/ 705136 h 704850"/>
                <a:gd name="connsiteX53" fmla="*/ 534448 w 809625"/>
                <a:gd name="connsiteY53" fmla="*/ 706279 h 704850"/>
                <a:gd name="connsiteX54" fmla="*/ 535305 w 809625"/>
                <a:gd name="connsiteY54" fmla="*/ 706184 h 704850"/>
                <a:gd name="connsiteX55" fmla="*/ 535305 w 809625"/>
                <a:gd name="connsiteY55" fmla="*/ 706184 h 704850"/>
                <a:gd name="connsiteX56" fmla="*/ 534638 w 809625"/>
                <a:gd name="connsiteY56" fmla="*/ 689610 h 704850"/>
                <a:gd name="connsiteX57" fmla="*/ 18764 w 809625"/>
                <a:gd name="connsiteY57" fmla="*/ 549307 h 704850"/>
                <a:gd name="connsiteX58" fmla="*/ 16954 w 809625"/>
                <a:gd name="connsiteY58" fmla="*/ 550069 h 704850"/>
                <a:gd name="connsiteX59" fmla="*/ 15145 w 809625"/>
                <a:gd name="connsiteY59" fmla="*/ 549402 h 704850"/>
                <a:gd name="connsiteX60" fmla="*/ 13240 w 809625"/>
                <a:gd name="connsiteY60" fmla="*/ 549021 h 704850"/>
                <a:gd name="connsiteX61" fmla="*/ 11811 w 809625"/>
                <a:gd name="connsiteY61" fmla="*/ 550355 h 704850"/>
                <a:gd name="connsiteX62" fmla="*/ 10954 w 809625"/>
                <a:gd name="connsiteY62" fmla="*/ 551402 h 704850"/>
                <a:gd name="connsiteX63" fmla="*/ 9335 w 809625"/>
                <a:gd name="connsiteY63" fmla="*/ 552260 h 704850"/>
                <a:gd name="connsiteX64" fmla="*/ 8573 w 809625"/>
                <a:gd name="connsiteY64" fmla="*/ 553022 h 704850"/>
                <a:gd name="connsiteX65" fmla="*/ 7906 w 809625"/>
                <a:gd name="connsiteY65" fmla="*/ 553974 h 704850"/>
                <a:gd name="connsiteX66" fmla="*/ 5810 w 809625"/>
                <a:gd name="connsiteY66" fmla="*/ 553498 h 704850"/>
                <a:gd name="connsiteX67" fmla="*/ 3810 w 809625"/>
                <a:gd name="connsiteY67" fmla="*/ 552926 h 704850"/>
                <a:gd name="connsiteX68" fmla="*/ 1810 w 809625"/>
                <a:gd name="connsiteY68" fmla="*/ 553974 h 704850"/>
                <a:gd name="connsiteX69" fmla="*/ 1715 w 809625"/>
                <a:gd name="connsiteY69" fmla="*/ 561213 h 704850"/>
                <a:gd name="connsiteX70" fmla="*/ 1715 w 809625"/>
                <a:gd name="connsiteY70" fmla="*/ 563213 h 704850"/>
                <a:gd name="connsiteX71" fmla="*/ 1048 w 809625"/>
                <a:gd name="connsiteY71" fmla="*/ 563309 h 704850"/>
                <a:gd name="connsiteX72" fmla="*/ 381 w 809625"/>
                <a:gd name="connsiteY72" fmla="*/ 563785 h 704850"/>
                <a:gd name="connsiteX73" fmla="*/ 0 w 809625"/>
                <a:gd name="connsiteY73" fmla="*/ 564356 h 704850"/>
                <a:gd name="connsiteX74" fmla="*/ 190 w 809625"/>
                <a:gd name="connsiteY74" fmla="*/ 564833 h 704850"/>
                <a:gd name="connsiteX75" fmla="*/ 0 w 809625"/>
                <a:gd name="connsiteY75" fmla="*/ 564356 h 704850"/>
                <a:gd name="connsiteX76" fmla="*/ 381 w 809625"/>
                <a:gd name="connsiteY76" fmla="*/ 563785 h 704850"/>
                <a:gd name="connsiteX77" fmla="*/ 1048 w 809625"/>
                <a:gd name="connsiteY77" fmla="*/ 563309 h 704850"/>
                <a:gd name="connsiteX78" fmla="*/ 1715 w 809625"/>
                <a:gd name="connsiteY78" fmla="*/ 563213 h 704850"/>
                <a:gd name="connsiteX79" fmla="*/ 2000 w 809625"/>
                <a:gd name="connsiteY79" fmla="*/ 563499 h 704850"/>
                <a:gd name="connsiteX80" fmla="*/ 2477 w 809625"/>
                <a:gd name="connsiteY80" fmla="*/ 563975 h 704850"/>
                <a:gd name="connsiteX81" fmla="*/ 3048 w 809625"/>
                <a:gd name="connsiteY81" fmla="*/ 564737 h 704850"/>
                <a:gd name="connsiteX82" fmla="*/ 3715 w 809625"/>
                <a:gd name="connsiteY82" fmla="*/ 565023 h 704850"/>
                <a:gd name="connsiteX83" fmla="*/ 4477 w 809625"/>
                <a:gd name="connsiteY83" fmla="*/ 565690 h 704850"/>
                <a:gd name="connsiteX84" fmla="*/ 8096 w 809625"/>
                <a:gd name="connsiteY84" fmla="*/ 569881 h 704850"/>
                <a:gd name="connsiteX85" fmla="*/ 6191 w 809625"/>
                <a:gd name="connsiteY85" fmla="*/ 566261 h 704850"/>
                <a:gd name="connsiteX86" fmla="*/ 6667 w 809625"/>
                <a:gd name="connsiteY86" fmla="*/ 564452 h 704850"/>
                <a:gd name="connsiteX87" fmla="*/ 11240 w 809625"/>
                <a:gd name="connsiteY87" fmla="*/ 560927 h 704850"/>
                <a:gd name="connsiteX88" fmla="*/ 11430 w 809625"/>
                <a:gd name="connsiteY88" fmla="*/ 559213 h 704850"/>
                <a:gd name="connsiteX89" fmla="*/ 10954 w 809625"/>
                <a:gd name="connsiteY89" fmla="*/ 557784 h 704850"/>
                <a:gd name="connsiteX90" fmla="*/ 11906 w 809625"/>
                <a:gd name="connsiteY90" fmla="*/ 554927 h 704850"/>
                <a:gd name="connsiteX91" fmla="*/ 13525 w 809625"/>
                <a:gd name="connsiteY91" fmla="*/ 553403 h 704850"/>
                <a:gd name="connsiteX92" fmla="*/ 14288 w 809625"/>
                <a:gd name="connsiteY92" fmla="*/ 553879 h 704850"/>
                <a:gd name="connsiteX93" fmla="*/ 15145 w 809625"/>
                <a:gd name="connsiteY93" fmla="*/ 554450 h 704850"/>
                <a:gd name="connsiteX94" fmla="*/ 16383 w 809625"/>
                <a:gd name="connsiteY94" fmla="*/ 553784 h 704850"/>
                <a:gd name="connsiteX95" fmla="*/ 17526 w 809625"/>
                <a:gd name="connsiteY95" fmla="*/ 552736 h 704850"/>
                <a:gd name="connsiteX96" fmla="*/ 19145 w 809625"/>
                <a:gd name="connsiteY96" fmla="*/ 551879 h 704850"/>
                <a:gd name="connsiteX97" fmla="*/ 20383 w 809625"/>
                <a:gd name="connsiteY97" fmla="*/ 550831 h 704850"/>
                <a:gd name="connsiteX98" fmla="*/ 22098 w 809625"/>
                <a:gd name="connsiteY98" fmla="*/ 550831 h 704850"/>
                <a:gd name="connsiteX99" fmla="*/ 22098 w 809625"/>
                <a:gd name="connsiteY99" fmla="*/ 549117 h 704850"/>
                <a:gd name="connsiteX100" fmla="*/ 20288 w 809625"/>
                <a:gd name="connsiteY100" fmla="*/ 548545 h 704850"/>
                <a:gd name="connsiteX101" fmla="*/ 18764 w 809625"/>
                <a:gd name="connsiteY101" fmla="*/ 549307 h 704850"/>
                <a:gd name="connsiteX102" fmla="*/ 535686 w 809625"/>
                <a:gd name="connsiteY102" fmla="*/ 570834 h 704850"/>
                <a:gd name="connsiteX103" fmla="*/ 535591 w 809625"/>
                <a:gd name="connsiteY103" fmla="*/ 571310 h 704850"/>
                <a:gd name="connsiteX104" fmla="*/ 535495 w 809625"/>
                <a:gd name="connsiteY104" fmla="*/ 571310 h 704850"/>
                <a:gd name="connsiteX105" fmla="*/ 532828 w 809625"/>
                <a:gd name="connsiteY105" fmla="*/ 572262 h 704850"/>
                <a:gd name="connsiteX106" fmla="*/ 531114 w 809625"/>
                <a:gd name="connsiteY106" fmla="*/ 573500 h 704850"/>
                <a:gd name="connsiteX107" fmla="*/ 528733 w 809625"/>
                <a:gd name="connsiteY107" fmla="*/ 575786 h 704850"/>
                <a:gd name="connsiteX108" fmla="*/ 527876 w 809625"/>
                <a:gd name="connsiteY108" fmla="*/ 576167 h 704850"/>
                <a:gd name="connsiteX109" fmla="*/ 527114 w 809625"/>
                <a:gd name="connsiteY109" fmla="*/ 576072 h 704850"/>
                <a:gd name="connsiteX110" fmla="*/ 526352 w 809625"/>
                <a:gd name="connsiteY110" fmla="*/ 575215 h 704850"/>
                <a:gd name="connsiteX111" fmla="*/ 525875 w 809625"/>
                <a:gd name="connsiteY111" fmla="*/ 574834 h 704850"/>
                <a:gd name="connsiteX112" fmla="*/ 524828 w 809625"/>
                <a:gd name="connsiteY112" fmla="*/ 574167 h 704850"/>
                <a:gd name="connsiteX113" fmla="*/ 524447 w 809625"/>
                <a:gd name="connsiteY113" fmla="*/ 573786 h 704850"/>
                <a:gd name="connsiteX114" fmla="*/ 524256 w 809625"/>
                <a:gd name="connsiteY114" fmla="*/ 573310 h 704850"/>
                <a:gd name="connsiteX115" fmla="*/ 524447 w 809625"/>
                <a:gd name="connsiteY115" fmla="*/ 572738 h 704850"/>
                <a:gd name="connsiteX116" fmla="*/ 526066 w 809625"/>
                <a:gd name="connsiteY116" fmla="*/ 571024 h 704850"/>
                <a:gd name="connsiteX117" fmla="*/ 526352 w 809625"/>
                <a:gd name="connsiteY117" fmla="*/ 570548 h 704850"/>
                <a:gd name="connsiteX118" fmla="*/ 526542 w 809625"/>
                <a:gd name="connsiteY118" fmla="*/ 569881 h 704850"/>
                <a:gd name="connsiteX119" fmla="*/ 526542 w 809625"/>
                <a:gd name="connsiteY119" fmla="*/ 569309 h 704850"/>
                <a:gd name="connsiteX120" fmla="*/ 526066 w 809625"/>
                <a:gd name="connsiteY120" fmla="*/ 568643 h 704850"/>
                <a:gd name="connsiteX121" fmla="*/ 525209 w 809625"/>
                <a:gd name="connsiteY121" fmla="*/ 568547 h 704850"/>
                <a:gd name="connsiteX122" fmla="*/ 521780 w 809625"/>
                <a:gd name="connsiteY122" fmla="*/ 569119 h 704850"/>
                <a:gd name="connsiteX123" fmla="*/ 520636 w 809625"/>
                <a:gd name="connsiteY123" fmla="*/ 568928 h 704850"/>
                <a:gd name="connsiteX124" fmla="*/ 519684 w 809625"/>
                <a:gd name="connsiteY124" fmla="*/ 568262 h 704850"/>
                <a:gd name="connsiteX125" fmla="*/ 519017 w 809625"/>
                <a:gd name="connsiteY125" fmla="*/ 567214 h 704850"/>
                <a:gd name="connsiteX126" fmla="*/ 518065 w 809625"/>
                <a:gd name="connsiteY126" fmla="*/ 566071 h 704850"/>
                <a:gd name="connsiteX127" fmla="*/ 517398 w 809625"/>
                <a:gd name="connsiteY127" fmla="*/ 565690 h 704850"/>
                <a:gd name="connsiteX128" fmla="*/ 516922 w 809625"/>
                <a:gd name="connsiteY128" fmla="*/ 565785 h 704850"/>
                <a:gd name="connsiteX129" fmla="*/ 516731 w 809625"/>
                <a:gd name="connsiteY129" fmla="*/ 565880 h 704850"/>
                <a:gd name="connsiteX130" fmla="*/ 516636 w 809625"/>
                <a:gd name="connsiteY130" fmla="*/ 565976 h 704850"/>
                <a:gd name="connsiteX131" fmla="*/ 515493 w 809625"/>
                <a:gd name="connsiteY131" fmla="*/ 567309 h 704850"/>
                <a:gd name="connsiteX132" fmla="*/ 515017 w 809625"/>
                <a:gd name="connsiteY132" fmla="*/ 568071 h 704850"/>
                <a:gd name="connsiteX133" fmla="*/ 514826 w 809625"/>
                <a:gd name="connsiteY133" fmla="*/ 568833 h 704850"/>
                <a:gd name="connsiteX134" fmla="*/ 515017 w 809625"/>
                <a:gd name="connsiteY134" fmla="*/ 569595 h 704850"/>
                <a:gd name="connsiteX135" fmla="*/ 517112 w 809625"/>
                <a:gd name="connsiteY135" fmla="*/ 571500 h 704850"/>
                <a:gd name="connsiteX136" fmla="*/ 517398 w 809625"/>
                <a:gd name="connsiteY136" fmla="*/ 572262 h 704850"/>
                <a:gd name="connsiteX137" fmla="*/ 517493 w 809625"/>
                <a:gd name="connsiteY137" fmla="*/ 572834 h 704850"/>
                <a:gd name="connsiteX138" fmla="*/ 517398 w 809625"/>
                <a:gd name="connsiteY138" fmla="*/ 573596 h 704850"/>
                <a:gd name="connsiteX139" fmla="*/ 517398 w 809625"/>
                <a:gd name="connsiteY139" fmla="*/ 574358 h 704850"/>
                <a:gd name="connsiteX140" fmla="*/ 517493 w 809625"/>
                <a:gd name="connsiteY140" fmla="*/ 574929 h 704850"/>
                <a:gd name="connsiteX141" fmla="*/ 517874 w 809625"/>
                <a:gd name="connsiteY141" fmla="*/ 575405 h 704850"/>
                <a:gd name="connsiteX142" fmla="*/ 518827 w 809625"/>
                <a:gd name="connsiteY142" fmla="*/ 575786 h 704850"/>
                <a:gd name="connsiteX143" fmla="*/ 519208 w 809625"/>
                <a:gd name="connsiteY143" fmla="*/ 576263 h 704850"/>
                <a:gd name="connsiteX144" fmla="*/ 519398 w 809625"/>
                <a:gd name="connsiteY144" fmla="*/ 577310 h 704850"/>
                <a:gd name="connsiteX145" fmla="*/ 519398 w 809625"/>
                <a:gd name="connsiteY145" fmla="*/ 578358 h 704850"/>
                <a:gd name="connsiteX146" fmla="*/ 519112 w 809625"/>
                <a:gd name="connsiteY146" fmla="*/ 579501 h 704850"/>
                <a:gd name="connsiteX147" fmla="*/ 518732 w 809625"/>
                <a:gd name="connsiteY147" fmla="*/ 580359 h 704850"/>
                <a:gd name="connsiteX148" fmla="*/ 518065 w 809625"/>
                <a:gd name="connsiteY148" fmla="*/ 581501 h 704850"/>
                <a:gd name="connsiteX149" fmla="*/ 518065 w 809625"/>
                <a:gd name="connsiteY149" fmla="*/ 582263 h 704850"/>
                <a:gd name="connsiteX150" fmla="*/ 518446 w 809625"/>
                <a:gd name="connsiteY150" fmla="*/ 582740 h 704850"/>
                <a:gd name="connsiteX151" fmla="*/ 519112 w 809625"/>
                <a:gd name="connsiteY151" fmla="*/ 582930 h 704850"/>
                <a:gd name="connsiteX152" fmla="*/ 519779 w 809625"/>
                <a:gd name="connsiteY152" fmla="*/ 583216 h 704850"/>
                <a:gd name="connsiteX153" fmla="*/ 520351 w 809625"/>
                <a:gd name="connsiteY153" fmla="*/ 583597 h 704850"/>
                <a:gd name="connsiteX154" fmla="*/ 521303 w 809625"/>
                <a:gd name="connsiteY154" fmla="*/ 584740 h 704850"/>
                <a:gd name="connsiteX155" fmla="*/ 521780 w 809625"/>
                <a:gd name="connsiteY155" fmla="*/ 585026 h 704850"/>
                <a:gd name="connsiteX156" fmla="*/ 522256 w 809625"/>
                <a:gd name="connsiteY156" fmla="*/ 585121 h 704850"/>
                <a:gd name="connsiteX157" fmla="*/ 522827 w 809625"/>
                <a:gd name="connsiteY157" fmla="*/ 585026 h 704850"/>
                <a:gd name="connsiteX158" fmla="*/ 523399 w 809625"/>
                <a:gd name="connsiteY158" fmla="*/ 585026 h 704850"/>
                <a:gd name="connsiteX159" fmla="*/ 523970 w 809625"/>
                <a:gd name="connsiteY159" fmla="*/ 585121 h 704850"/>
                <a:gd name="connsiteX160" fmla="*/ 524637 w 809625"/>
                <a:gd name="connsiteY160" fmla="*/ 585311 h 704850"/>
                <a:gd name="connsiteX161" fmla="*/ 527114 w 809625"/>
                <a:gd name="connsiteY161" fmla="*/ 585788 h 704850"/>
                <a:gd name="connsiteX162" fmla="*/ 530257 w 809625"/>
                <a:gd name="connsiteY162" fmla="*/ 585788 h 704850"/>
                <a:gd name="connsiteX163" fmla="*/ 531019 w 809625"/>
                <a:gd name="connsiteY163" fmla="*/ 585788 h 704850"/>
                <a:gd name="connsiteX164" fmla="*/ 531019 w 809625"/>
                <a:gd name="connsiteY164" fmla="*/ 585788 h 704850"/>
                <a:gd name="connsiteX165" fmla="*/ 532066 w 809625"/>
                <a:gd name="connsiteY165" fmla="*/ 580359 h 704850"/>
                <a:gd name="connsiteX166" fmla="*/ 534924 w 809625"/>
                <a:gd name="connsiteY166" fmla="*/ 573881 h 704850"/>
                <a:gd name="connsiteX167" fmla="*/ 535495 w 809625"/>
                <a:gd name="connsiteY167" fmla="*/ 571310 h 704850"/>
                <a:gd name="connsiteX168" fmla="*/ 535686 w 809625"/>
                <a:gd name="connsiteY168" fmla="*/ 570834 h 704850"/>
                <a:gd name="connsiteX169" fmla="*/ 536734 w 809625"/>
                <a:gd name="connsiteY169" fmla="*/ 569214 h 704850"/>
                <a:gd name="connsiteX170" fmla="*/ 537020 w 809625"/>
                <a:gd name="connsiteY170" fmla="*/ 568547 h 704850"/>
                <a:gd name="connsiteX171" fmla="*/ 536734 w 809625"/>
                <a:gd name="connsiteY171" fmla="*/ 569214 h 704850"/>
                <a:gd name="connsiteX172" fmla="*/ 535686 w 809625"/>
                <a:gd name="connsiteY172" fmla="*/ 570834 h 704850"/>
                <a:gd name="connsiteX173" fmla="*/ 817721 w 809625"/>
                <a:gd name="connsiteY173" fmla="*/ 4953 h 704850"/>
                <a:gd name="connsiteX174" fmla="*/ 818483 w 809625"/>
                <a:gd name="connsiteY174" fmla="*/ 4001 h 704850"/>
                <a:gd name="connsiteX175" fmla="*/ 818483 w 809625"/>
                <a:gd name="connsiteY175" fmla="*/ 2096 h 704850"/>
                <a:gd name="connsiteX176" fmla="*/ 818102 w 809625"/>
                <a:gd name="connsiteY176" fmla="*/ 1524 h 704850"/>
                <a:gd name="connsiteX177" fmla="*/ 817721 w 809625"/>
                <a:gd name="connsiteY177" fmla="*/ 1143 h 704850"/>
                <a:gd name="connsiteX178" fmla="*/ 817245 w 809625"/>
                <a:gd name="connsiteY178" fmla="*/ 1048 h 704850"/>
                <a:gd name="connsiteX179" fmla="*/ 816769 w 809625"/>
                <a:gd name="connsiteY179" fmla="*/ 1619 h 704850"/>
                <a:gd name="connsiteX180" fmla="*/ 815911 w 809625"/>
                <a:gd name="connsiteY180" fmla="*/ 2858 h 704850"/>
                <a:gd name="connsiteX181" fmla="*/ 815054 w 809625"/>
                <a:gd name="connsiteY181" fmla="*/ 3524 h 704850"/>
                <a:gd name="connsiteX182" fmla="*/ 814007 w 809625"/>
                <a:gd name="connsiteY182" fmla="*/ 3810 h 704850"/>
                <a:gd name="connsiteX183" fmla="*/ 810197 w 809625"/>
                <a:gd name="connsiteY183" fmla="*/ 3810 h 704850"/>
                <a:gd name="connsiteX184" fmla="*/ 808673 w 809625"/>
                <a:gd name="connsiteY184" fmla="*/ 3334 h 704850"/>
                <a:gd name="connsiteX185" fmla="*/ 808196 w 809625"/>
                <a:gd name="connsiteY185" fmla="*/ 2191 h 704850"/>
                <a:gd name="connsiteX186" fmla="*/ 809149 w 809625"/>
                <a:gd name="connsiteY186" fmla="*/ 0 h 704850"/>
                <a:gd name="connsiteX187" fmla="*/ 808196 w 809625"/>
                <a:gd name="connsiteY187" fmla="*/ 286 h 704850"/>
                <a:gd name="connsiteX188" fmla="*/ 807339 w 809625"/>
                <a:gd name="connsiteY188" fmla="*/ 762 h 704850"/>
                <a:gd name="connsiteX189" fmla="*/ 806482 w 809625"/>
                <a:gd name="connsiteY189" fmla="*/ 1429 h 704850"/>
                <a:gd name="connsiteX190" fmla="*/ 805720 w 809625"/>
                <a:gd name="connsiteY190" fmla="*/ 2191 h 704850"/>
                <a:gd name="connsiteX191" fmla="*/ 804767 w 809625"/>
                <a:gd name="connsiteY191" fmla="*/ 2858 h 704850"/>
                <a:gd name="connsiteX192" fmla="*/ 804005 w 809625"/>
                <a:gd name="connsiteY192" fmla="*/ 3239 h 704850"/>
                <a:gd name="connsiteX193" fmla="*/ 804005 w 809625"/>
                <a:gd name="connsiteY193" fmla="*/ 3715 h 704850"/>
                <a:gd name="connsiteX194" fmla="*/ 805434 w 809625"/>
                <a:gd name="connsiteY194" fmla="*/ 4667 h 704850"/>
                <a:gd name="connsiteX195" fmla="*/ 806768 w 809625"/>
                <a:gd name="connsiteY195" fmla="*/ 5144 h 704850"/>
                <a:gd name="connsiteX196" fmla="*/ 809435 w 809625"/>
                <a:gd name="connsiteY196" fmla="*/ 5525 h 704850"/>
                <a:gd name="connsiteX197" fmla="*/ 812197 w 809625"/>
                <a:gd name="connsiteY197" fmla="*/ 6953 h 704850"/>
                <a:gd name="connsiteX198" fmla="*/ 813626 w 809625"/>
                <a:gd name="connsiteY198" fmla="*/ 7144 h 704850"/>
                <a:gd name="connsiteX199" fmla="*/ 815054 w 809625"/>
                <a:gd name="connsiteY199" fmla="*/ 6858 h 704850"/>
                <a:gd name="connsiteX200" fmla="*/ 816483 w 809625"/>
                <a:gd name="connsiteY200" fmla="*/ 6191 h 704850"/>
                <a:gd name="connsiteX201" fmla="*/ 814292 w 809625"/>
                <a:gd name="connsiteY201" fmla="*/ 5525 h 704850"/>
                <a:gd name="connsiteX202" fmla="*/ 814864 w 809625"/>
                <a:gd name="connsiteY202" fmla="*/ 4858 h 704850"/>
                <a:gd name="connsiteX203" fmla="*/ 814864 w 809625"/>
                <a:gd name="connsiteY203" fmla="*/ 4858 h 704850"/>
                <a:gd name="connsiteX204" fmla="*/ 816293 w 809625"/>
                <a:gd name="connsiteY204" fmla="*/ 4953 h 704850"/>
                <a:gd name="connsiteX205" fmla="*/ 817721 w 809625"/>
                <a:gd name="connsiteY205" fmla="*/ 4953 h 70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</a:cxnLst>
              <a:rect l="l" t="t" r="r" b="b"/>
              <a:pathLst>
                <a:path w="809625" h="704850">
                  <a:moveTo>
                    <a:pt x="534638" y="689610"/>
                  </a:moveTo>
                  <a:lnTo>
                    <a:pt x="535305" y="686086"/>
                  </a:lnTo>
                  <a:lnTo>
                    <a:pt x="535305" y="686086"/>
                  </a:lnTo>
                  <a:lnTo>
                    <a:pt x="535305" y="686086"/>
                  </a:lnTo>
                  <a:lnTo>
                    <a:pt x="532828" y="685514"/>
                  </a:lnTo>
                  <a:lnTo>
                    <a:pt x="530638" y="685419"/>
                  </a:lnTo>
                  <a:lnTo>
                    <a:pt x="528733" y="686562"/>
                  </a:lnTo>
                  <a:lnTo>
                    <a:pt x="528161" y="687134"/>
                  </a:lnTo>
                  <a:lnTo>
                    <a:pt x="527304" y="687038"/>
                  </a:lnTo>
                  <a:lnTo>
                    <a:pt x="525018" y="685991"/>
                  </a:lnTo>
                  <a:lnTo>
                    <a:pt x="522732" y="685324"/>
                  </a:lnTo>
                  <a:lnTo>
                    <a:pt x="521970" y="685705"/>
                  </a:lnTo>
                  <a:lnTo>
                    <a:pt x="521684" y="686562"/>
                  </a:lnTo>
                  <a:lnTo>
                    <a:pt x="522161" y="687134"/>
                  </a:lnTo>
                  <a:lnTo>
                    <a:pt x="522923" y="687515"/>
                  </a:lnTo>
                  <a:lnTo>
                    <a:pt x="523303" y="688562"/>
                  </a:lnTo>
                  <a:lnTo>
                    <a:pt x="523399" y="690086"/>
                  </a:lnTo>
                  <a:lnTo>
                    <a:pt x="523208" y="690372"/>
                  </a:lnTo>
                  <a:lnTo>
                    <a:pt x="522541" y="690658"/>
                  </a:lnTo>
                  <a:lnTo>
                    <a:pt x="521970" y="690753"/>
                  </a:lnTo>
                  <a:lnTo>
                    <a:pt x="520636" y="689515"/>
                  </a:lnTo>
                  <a:lnTo>
                    <a:pt x="518827" y="689515"/>
                  </a:lnTo>
                  <a:lnTo>
                    <a:pt x="518732" y="690467"/>
                  </a:lnTo>
                  <a:lnTo>
                    <a:pt x="519398" y="691229"/>
                  </a:lnTo>
                  <a:lnTo>
                    <a:pt x="520256" y="691420"/>
                  </a:lnTo>
                  <a:lnTo>
                    <a:pt x="519874" y="692182"/>
                  </a:lnTo>
                  <a:lnTo>
                    <a:pt x="518922" y="693134"/>
                  </a:lnTo>
                  <a:lnTo>
                    <a:pt x="518827" y="694373"/>
                  </a:lnTo>
                  <a:lnTo>
                    <a:pt x="519589" y="695135"/>
                  </a:lnTo>
                  <a:lnTo>
                    <a:pt x="520636" y="695611"/>
                  </a:lnTo>
                  <a:lnTo>
                    <a:pt x="521780" y="695611"/>
                  </a:lnTo>
                  <a:lnTo>
                    <a:pt x="522827" y="696087"/>
                  </a:lnTo>
                  <a:lnTo>
                    <a:pt x="523208" y="697135"/>
                  </a:lnTo>
                  <a:lnTo>
                    <a:pt x="524065" y="697516"/>
                  </a:lnTo>
                  <a:lnTo>
                    <a:pt x="525113" y="696944"/>
                  </a:lnTo>
                  <a:lnTo>
                    <a:pt x="526066" y="696944"/>
                  </a:lnTo>
                  <a:lnTo>
                    <a:pt x="526447" y="697325"/>
                  </a:lnTo>
                  <a:lnTo>
                    <a:pt x="526637" y="697802"/>
                  </a:lnTo>
                  <a:lnTo>
                    <a:pt x="526542" y="698468"/>
                  </a:lnTo>
                  <a:lnTo>
                    <a:pt x="526828" y="698945"/>
                  </a:lnTo>
                  <a:lnTo>
                    <a:pt x="527971" y="698564"/>
                  </a:lnTo>
                  <a:lnTo>
                    <a:pt x="528637" y="698564"/>
                  </a:lnTo>
                  <a:lnTo>
                    <a:pt x="529304" y="698754"/>
                  </a:lnTo>
                  <a:lnTo>
                    <a:pt x="530161" y="699040"/>
                  </a:lnTo>
                  <a:lnTo>
                    <a:pt x="530257" y="699707"/>
                  </a:lnTo>
                  <a:lnTo>
                    <a:pt x="529304" y="700469"/>
                  </a:lnTo>
                  <a:lnTo>
                    <a:pt x="529399" y="700945"/>
                  </a:lnTo>
                  <a:lnTo>
                    <a:pt x="529590" y="701421"/>
                  </a:lnTo>
                  <a:lnTo>
                    <a:pt x="529019" y="702088"/>
                  </a:lnTo>
                  <a:lnTo>
                    <a:pt x="529495" y="703136"/>
                  </a:lnTo>
                  <a:lnTo>
                    <a:pt x="530638" y="703802"/>
                  </a:lnTo>
                  <a:lnTo>
                    <a:pt x="531305" y="704279"/>
                  </a:lnTo>
                  <a:lnTo>
                    <a:pt x="531495" y="705136"/>
                  </a:lnTo>
                  <a:lnTo>
                    <a:pt x="534448" y="706279"/>
                  </a:lnTo>
                  <a:lnTo>
                    <a:pt x="535305" y="706184"/>
                  </a:lnTo>
                  <a:lnTo>
                    <a:pt x="535305" y="706184"/>
                  </a:lnTo>
                  <a:lnTo>
                    <a:pt x="534638" y="689610"/>
                  </a:lnTo>
                  <a:close/>
                  <a:moveTo>
                    <a:pt x="18764" y="549307"/>
                  </a:moveTo>
                  <a:lnTo>
                    <a:pt x="16954" y="550069"/>
                  </a:lnTo>
                  <a:lnTo>
                    <a:pt x="15145" y="549402"/>
                  </a:lnTo>
                  <a:lnTo>
                    <a:pt x="13240" y="549021"/>
                  </a:lnTo>
                  <a:lnTo>
                    <a:pt x="11811" y="550355"/>
                  </a:lnTo>
                  <a:lnTo>
                    <a:pt x="10954" y="551402"/>
                  </a:lnTo>
                  <a:lnTo>
                    <a:pt x="9335" y="552260"/>
                  </a:lnTo>
                  <a:lnTo>
                    <a:pt x="8573" y="553022"/>
                  </a:lnTo>
                  <a:lnTo>
                    <a:pt x="7906" y="553974"/>
                  </a:lnTo>
                  <a:lnTo>
                    <a:pt x="5810" y="553498"/>
                  </a:lnTo>
                  <a:lnTo>
                    <a:pt x="3810" y="552926"/>
                  </a:lnTo>
                  <a:lnTo>
                    <a:pt x="1810" y="553974"/>
                  </a:lnTo>
                  <a:lnTo>
                    <a:pt x="1715" y="561213"/>
                  </a:lnTo>
                  <a:lnTo>
                    <a:pt x="1715" y="563213"/>
                  </a:lnTo>
                  <a:lnTo>
                    <a:pt x="1048" y="563309"/>
                  </a:lnTo>
                  <a:lnTo>
                    <a:pt x="381" y="563785"/>
                  </a:lnTo>
                  <a:lnTo>
                    <a:pt x="0" y="564356"/>
                  </a:lnTo>
                  <a:lnTo>
                    <a:pt x="190" y="564833"/>
                  </a:lnTo>
                  <a:lnTo>
                    <a:pt x="0" y="564356"/>
                  </a:lnTo>
                  <a:lnTo>
                    <a:pt x="381" y="563785"/>
                  </a:lnTo>
                  <a:lnTo>
                    <a:pt x="1048" y="563309"/>
                  </a:lnTo>
                  <a:lnTo>
                    <a:pt x="1715" y="563213"/>
                  </a:lnTo>
                  <a:lnTo>
                    <a:pt x="2000" y="563499"/>
                  </a:lnTo>
                  <a:lnTo>
                    <a:pt x="2477" y="563975"/>
                  </a:lnTo>
                  <a:lnTo>
                    <a:pt x="3048" y="564737"/>
                  </a:lnTo>
                  <a:lnTo>
                    <a:pt x="3715" y="565023"/>
                  </a:lnTo>
                  <a:lnTo>
                    <a:pt x="4477" y="565690"/>
                  </a:lnTo>
                  <a:lnTo>
                    <a:pt x="8096" y="569881"/>
                  </a:lnTo>
                  <a:lnTo>
                    <a:pt x="6191" y="566261"/>
                  </a:lnTo>
                  <a:lnTo>
                    <a:pt x="6667" y="564452"/>
                  </a:lnTo>
                  <a:lnTo>
                    <a:pt x="11240" y="560927"/>
                  </a:lnTo>
                  <a:lnTo>
                    <a:pt x="11430" y="559213"/>
                  </a:lnTo>
                  <a:lnTo>
                    <a:pt x="10954" y="557784"/>
                  </a:lnTo>
                  <a:lnTo>
                    <a:pt x="11906" y="554927"/>
                  </a:lnTo>
                  <a:lnTo>
                    <a:pt x="13525" y="553403"/>
                  </a:lnTo>
                  <a:lnTo>
                    <a:pt x="14288" y="553879"/>
                  </a:lnTo>
                  <a:lnTo>
                    <a:pt x="15145" y="554450"/>
                  </a:lnTo>
                  <a:lnTo>
                    <a:pt x="16383" y="553784"/>
                  </a:lnTo>
                  <a:lnTo>
                    <a:pt x="17526" y="552736"/>
                  </a:lnTo>
                  <a:lnTo>
                    <a:pt x="19145" y="551879"/>
                  </a:lnTo>
                  <a:lnTo>
                    <a:pt x="20383" y="550831"/>
                  </a:lnTo>
                  <a:lnTo>
                    <a:pt x="22098" y="550831"/>
                  </a:lnTo>
                  <a:lnTo>
                    <a:pt x="22098" y="549117"/>
                  </a:lnTo>
                  <a:lnTo>
                    <a:pt x="20288" y="548545"/>
                  </a:lnTo>
                  <a:lnTo>
                    <a:pt x="18764" y="549307"/>
                  </a:lnTo>
                  <a:close/>
                  <a:moveTo>
                    <a:pt x="535686" y="570834"/>
                  </a:moveTo>
                  <a:lnTo>
                    <a:pt x="535591" y="571310"/>
                  </a:lnTo>
                  <a:lnTo>
                    <a:pt x="535495" y="571310"/>
                  </a:lnTo>
                  <a:lnTo>
                    <a:pt x="532828" y="572262"/>
                  </a:lnTo>
                  <a:lnTo>
                    <a:pt x="531114" y="573500"/>
                  </a:lnTo>
                  <a:lnTo>
                    <a:pt x="528733" y="575786"/>
                  </a:lnTo>
                  <a:lnTo>
                    <a:pt x="527876" y="576167"/>
                  </a:lnTo>
                  <a:lnTo>
                    <a:pt x="527114" y="576072"/>
                  </a:lnTo>
                  <a:lnTo>
                    <a:pt x="526352" y="575215"/>
                  </a:lnTo>
                  <a:lnTo>
                    <a:pt x="525875" y="574834"/>
                  </a:lnTo>
                  <a:lnTo>
                    <a:pt x="524828" y="574167"/>
                  </a:lnTo>
                  <a:lnTo>
                    <a:pt x="524447" y="573786"/>
                  </a:lnTo>
                  <a:lnTo>
                    <a:pt x="524256" y="573310"/>
                  </a:lnTo>
                  <a:lnTo>
                    <a:pt x="524447" y="572738"/>
                  </a:lnTo>
                  <a:lnTo>
                    <a:pt x="526066" y="571024"/>
                  </a:lnTo>
                  <a:lnTo>
                    <a:pt x="526352" y="570548"/>
                  </a:lnTo>
                  <a:lnTo>
                    <a:pt x="526542" y="569881"/>
                  </a:lnTo>
                  <a:lnTo>
                    <a:pt x="526542" y="569309"/>
                  </a:lnTo>
                  <a:lnTo>
                    <a:pt x="526066" y="568643"/>
                  </a:lnTo>
                  <a:lnTo>
                    <a:pt x="525209" y="568547"/>
                  </a:lnTo>
                  <a:lnTo>
                    <a:pt x="521780" y="569119"/>
                  </a:lnTo>
                  <a:lnTo>
                    <a:pt x="520636" y="568928"/>
                  </a:lnTo>
                  <a:lnTo>
                    <a:pt x="519684" y="568262"/>
                  </a:lnTo>
                  <a:lnTo>
                    <a:pt x="519017" y="567214"/>
                  </a:lnTo>
                  <a:lnTo>
                    <a:pt x="518065" y="566071"/>
                  </a:lnTo>
                  <a:lnTo>
                    <a:pt x="517398" y="565690"/>
                  </a:lnTo>
                  <a:lnTo>
                    <a:pt x="516922" y="565785"/>
                  </a:lnTo>
                  <a:lnTo>
                    <a:pt x="516731" y="565880"/>
                  </a:lnTo>
                  <a:lnTo>
                    <a:pt x="516636" y="565976"/>
                  </a:lnTo>
                  <a:lnTo>
                    <a:pt x="515493" y="567309"/>
                  </a:lnTo>
                  <a:lnTo>
                    <a:pt x="515017" y="568071"/>
                  </a:lnTo>
                  <a:lnTo>
                    <a:pt x="514826" y="568833"/>
                  </a:lnTo>
                  <a:lnTo>
                    <a:pt x="515017" y="569595"/>
                  </a:lnTo>
                  <a:lnTo>
                    <a:pt x="517112" y="571500"/>
                  </a:lnTo>
                  <a:lnTo>
                    <a:pt x="517398" y="572262"/>
                  </a:lnTo>
                  <a:lnTo>
                    <a:pt x="517493" y="572834"/>
                  </a:lnTo>
                  <a:lnTo>
                    <a:pt x="517398" y="573596"/>
                  </a:lnTo>
                  <a:lnTo>
                    <a:pt x="517398" y="574358"/>
                  </a:lnTo>
                  <a:lnTo>
                    <a:pt x="517493" y="574929"/>
                  </a:lnTo>
                  <a:lnTo>
                    <a:pt x="517874" y="575405"/>
                  </a:lnTo>
                  <a:lnTo>
                    <a:pt x="518827" y="575786"/>
                  </a:lnTo>
                  <a:lnTo>
                    <a:pt x="519208" y="576263"/>
                  </a:lnTo>
                  <a:lnTo>
                    <a:pt x="519398" y="577310"/>
                  </a:lnTo>
                  <a:lnTo>
                    <a:pt x="519398" y="578358"/>
                  </a:lnTo>
                  <a:lnTo>
                    <a:pt x="519112" y="579501"/>
                  </a:lnTo>
                  <a:lnTo>
                    <a:pt x="518732" y="580359"/>
                  </a:lnTo>
                  <a:lnTo>
                    <a:pt x="518065" y="581501"/>
                  </a:lnTo>
                  <a:lnTo>
                    <a:pt x="518065" y="582263"/>
                  </a:lnTo>
                  <a:lnTo>
                    <a:pt x="518446" y="582740"/>
                  </a:lnTo>
                  <a:lnTo>
                    <a:pt x="519112" y="582930"/>
                  </a:lnTo>
                  <a:lnTo>
                    <a:pt x="519779" y="583216"/>
                  </a:lnTo>
                  <a:lnTo>
                    <a:pt x="520351" y="583597"/>
                  </a:lnTo>
                  <a:lnTo>
                    <a:pt x="521303" y="584740"/>
                  </a:lnTo>
                  <a:lnTo>
                    <a:pt x="521780" y="585026"/>
                  </a:lnTo>
                  <a:lnTo>
                    <a:pt x="522256" y="585121"/>
                  </a:lnTo>
                  <a:lnTo>
                    <a:pt x="522827" y="585026"/>
                  </a:lnTo>
                  <a:lnTo>
                    <a:pt x="523399" y="585026"/>
                  </a:lnTo>
                  <a:lnTo>
                    <a:pt x="523970" y="585121"/>
                  </a:lnTo>
                  <a:lnTo>
                    <a:pt x="524637" y="585311"/>
                  </a:lnTo>
                  <a:lnTo>
                    <a:pt x="527114" y="585788"/>
                  </a:lnTo>
                  <a:lnTo>
                    <a:pt x="530257" y="585788"/>
                  </a:lnTo>
                  <a:lnTo>
                    <a:pt x="531019" y="585788"/>
                  </a:lnTo>
                  <a:lnTo>
                    <a:pt x="531019" y="585788"/>
                  </a:lnTo>
                  <a:lnTo>
                    <a:pt x="532066" y="580359"/>
                  </a:lnTo>
                  <a:lnTo>
                    <a:pt x="534924" y="573881"/>
                  </a:lnTo>
                  <a:lnTo>
                    <a:pt x="535495" y="571310"/>
                  </a:lnTo>
                  <a:lnTo>
                    <a:pt x="535686" y="570834"/>
                  </a:lnTo>
                  <a:lnTo>
                    <a:pt x="536734" y="569214"/>
                  </a:lnTo>
                  <a:lnTo>
                    <a:pt x="537020" y="568547"/>
                  </a:lnTo>
                  <a:lnTo>
                    <a:pt x="536734" y="569214"/>
                  </a:lnTo>
                  <a:lnTo>
                    <a:pt x="535686" y="570834"/>
                  </a:lnTo>
                  <a:close/>
                  <a:moveTo>
                    <a:pt x="817721" y="4953"/>
                  </a:moveTo>
                  <a:lnTo>
                    <a:pt x="818483" y="4001"/>
                  </a:lnTo>
                  <a:lnTo>
                    <a:pt x="818483" y="2096"/>
                  </a:lnTo>
                  <a:lnTo>
                    <a:pt x="818102" y="1524"/>
                  </a:lnTo>
                  <a:lnTo>
                    <a:pt x="817721" y="1143"/>
                  </a:lnTo>
                  <a:lnTo>
                    <a:pt x="817245" y="1048"/>
                  </a:lnTo>
                  <a:lnTo>
                    <a:pt x="816769" y="1619"/>
                  </a:lnTo>
                  <a:lnTo>
                    <a:pt x="815911" y="2858"/>
                  </a:lnTo>
                  <a:lnTo>
                    <a:pt x="815054" y="3524"/>
                  </a:lnTo>
                  <a:lnTo>
                    <a:pt x="814007" y="3810"/>
                  </a:lnTo>
                  <a:lnTo>
                    <a:pt x="810197" y="3810"/>
                  </a:lnTo>
                  <a:lnTo>
                    <a:pt x="808673" y="3334"/>
                  </a:lnTo>
                  <a:lnTo>
                    <a:pt x="808196" y="2191"/>
                  </a:lnTo>
                  <a:lnTo>
                    <a:pt x="809149" y="0"/>
                  </a:lnTo>
                  <a:lnTo>
                    <a:pt x="808196" y="286"/>
                  </a:lnTo>
                  <a:lnTo>
                    <a:pt x="807339" y="762"/>
                  </a:lnTo>
                  <a:lnTo>
                    <a:pt x="806482" y="1429"/>
                  </a:lnTo>
                  <a:lnTo>
                    <a:pt x="805720" y="2191"/>
                  </a:lnTo>
                  <a:lnTo>
                    <a:pt x="804767" y="2858"/>
                  </a:lnTo>
                  <a:lnTo>
                    <a:pt x="804005" y="3239"/>
                  </a:lnTo>
                  <a:lnTo>
                    <a:pt x="804005" y="3715"/>
                  </a:lnTo>
                  <a:lnTo>
                    <a:pt x="805434" y="4667"/>
                  </a:lnTo>
                  <a:lnTo>
                    <a:pt x="806768" y="5144"/>
                  </a:lnTo>
                  <a:lnTo>
                    <a:pt x="809435" y="5525"/>
                  </a:lnTo>
                  <a:lnTo>
                    <a:pt x="812197" y="6953"/>
                  </a:lnTo>
                  <a:lnTo>
                    <a:pt x="813626" y="7144"/>
                  </a:lnTo>
                  <a:lnTo>
                    <a:pt x="815054" y="6858"/>
                  </a:lnTo>
                  <a:lnTo>
                    <a:pt x="816483" y="6191"/>
                  </a:lnTo>
                  <a:lnTo>
                    <a:pt x="814292" y="5525"/>
                  </a:lnTo>
                  <a:lnTo>
                    <a:pt x="814864" y="4858"/>
                  </a:lnTo>
                  <a:lnTo>
                    <a:pt x="814864" y="4858"/>
                  </a:lnTo>
                  <a:lnTo>
                    <a:pt x="816293" y="4953"/>
                  </a:lnTo>
                  <a:lnTo>
                    <a:pt x="817721" y="4953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4" name="Freeform: Shape 16">
              <a:extLst>
                <a:ext uri="{FF2B5EF4-FFF2-40B4-BE49-F238E27FC236}">
                  <a16:creationId xmlns:a16="http://schemas.microsoft.com/office/drawing/2014/main" id="{2D0FEBA9-090F-A10D-AE8B-0F6858B81EF6}"/>
                </a:ext>
              </a:extLst>
            </p:cNvPr>
            <p:cNvSpPr/>
            <p:nvPr/>
          </p:nvSpPr>
          <p:spPr>
            <a:xfrm>
              <a:off x="8817469" y="3565675"/>
              <a:ext cx="1030679" cy="861252"/>
            </a:xfrm>
            <a:custGeom>
              <a:avLst/>
              <a:gdLst>
                <a:gd name="connsiteX0" fmla="*/ 701135 w 695325"/>
                <a:gd name="connsiteY0" fmla="*/ 115348 h 581025"/>
                <a:gd name="connsiteX1" fmla="*/ 697516 w 695325"/>
                <a:gd name="connsiteY1" fmla="*/ 109728 h 581025"/>
                <a:gd name="connsiteX2" fmla="*/ 696849 w 695325"/>
                <a:gd name="connsiteY2" fmla="*/ 108014 h 581025"/>
                <a:gd name="connsiteX3" fmla="*/ 696468 w 695325"/>
                <a:gd name="connsiteY3" fmla="*/ 106204 h 581025"/>
                <a:gd name="connsiteX4" fmla="*/ 696468 w 695325"/>
                <a:gd name="connsiteY4" fmla="*/ 104394 h 581025"/>
                <a:gd name="connsiteX5" fmla="*/ 696849 w 695325"/>
                <a:gd name="connsiteY5" fmla="*/ 100870 h 581025"/>
                <a:gd name="connsiteX6" fmla="*/ 696944 w 695325"/>
                <a:gd name="connsiteY6" fmla="*/ 99060 h 581025"/>
                <a:gd name="connsiteX7" fmla="*/ 696087 w 695325"/>
                <a:gd name="connsiteY7" fmla="*/ 97346 h 581025"/>
                <a:gd name="connsiteX8" fmla="*/ 694277 w 695325"/>
                <a:gd name="connsiteY8" fmla="*/ 96012 h 581025"/>
                <a:gd name="connsiteX9" fmla="*/ 678847 w 695325"/>
                <a:gd name="connsiteY9" fmla="*/ 92488 h 581025"/>
                <a:gd name="connsiteX10" fmla="*/ 676180 w 695325"/>
                <a:gd name="connsiteY10" fmla="*/ 91535 h 581025"/>
                <a:gd name="connsiteX11" fmla="*/ 674751 w 695325"/>
                <a:gd name="connsiteY11" fmla="*/ 90202 h 581025"/>
                <a:gd name="connsiteX12" fmla="*/ 673799 w 695325"/>
                <a:gd name="connsiteY12" fmla="*/ 88297 h 581025"/>
                <a:gd name="connsiteX13" fmla="*/ 673132 w 695325"/>
                <a:gd name="connsiteY13" fmla="*/ 86392 h 581025"/>
                <a:gd name="connsiteX14" fmla="*/ 672465 w 695325"/>
                <a:gd name="connsiteY14" fmla="*/ 83725 h 581025"/>
                <a:gd name="connsiteX15" fmla="*/ 671893 w 695325"/>
                <a:gd name="connsiteY15" fmla="*/ 78867 h 581025"/>
                <a:gd name="connsiteX16" fmla="*/ 671036 w 695325"/>
                <a:gd name="connsiteY16" fmla="*/ 76676 h 581025"/>
                <a:gd name="connsiteX17" fmla="*/ 669131 w 695325"/>
                <a:gd name="connsiteY17" fmla="*/ 74867 h 581025"/>
                <a:gd name="connsiteX18" fmla="*/ 665035 w 695325"/>
                <a:gd name="connsiteY18" fmla="*/ 72866 h 581025"/>
                <a:gd name="connsiteX19" fmla="*/ 662940 w 695325"/>
                <a:gd name="connsiteY19" fmla="*/ 72200 h 581025"/>
                <a:gd name="connsiteX20" fmla="*/ 661035 w 695325"/>
                <a:gd name="connsiteY20" fmla="*/ 72295 h 581025"/>
                <a:gd name="connsiteX21" fmla="*/ 660178 w 695325"/>
                <a:gd name="connsiteY21" fmla="*/ 72962 h 581025"/>
                <a:gd name="connsiteX22" fmla="*/ 659416 w 695325"/>
                <a:gd name="connsiteY22" fmla="*/ 74104 h 581025"/>
                <a:gd name="connsiteX23" fmla="*/ 658749 w 695325"/>
                <a:gd name="connsiteY23" fmla="*/ 75438 h 581025"/>
                <a:gd name="connsiteX24" fmla="*/ 657987 w 695325"/>
                <a:gd name="connsiteY24" fmla="*/ 76581 h 581025"/>
                <a:gd name="connsiteX25" fmla="*/ 656939 w 695325"/>
                <a:gd name="connsiteY25" fmla="*/ 77248 h 581025"/>
                <a:gd name="connsiteX26" fmla="*/ 655892 w 695325"/>
                <a:gd name="connsiteY26" fmla="*/ 77724 h 581025"/>
                <a:gd name="connsiteX27" fmla="*/ 655130 w 695325"/>
                <a:gd name="connsiteY27" fmla="*/ 78391 h 581025"/>
                <a:gd name="connsiteX28" fmla="*/ 654463 w 695325"/>
                <a:gd name="connsiteY28" fmla="*/ 79534 h 581025"/>
                <a:gd name="connsiteX29" fmla="*/ 653987 w 695325"/>
                <a:gd name="connsiteY29" fmla="*/ 80963 h 581025"/>
                <a:gd name="connsiteX30" fmla="*/ 652653 w 695325"/>
                <a:gd name="connsiteY30" fmla="*/ 81534 h 581025"/>
                <a:gd name="connsiteX31" fmla="*/ 650748 w 695325"/>
                <a:gd name="connsiteY31" fmla="*/ 80867 h 581025"/>
                <a:gd name="connsiteX32" fmla="*/ 647700 w 695325"/>
                <a:gd name="connsiteY32" fmla="*/ 77248 h 581025"/>
                <a:gd name="connsiteX33" fmla="*/ 646652 w 695325"/>
                <a:gd name="connsiteY33" fmla="*/ 74771 h 581025"/>
                <a:gd name="connsiteX34" fmla="*/ 646367 w 695325"/>
                <a:gd name="connsiteY34" fmla="*/ 72771 h 581025"/>
                <a:gd name="connsiteX35" fmla="*/ 647700 w 695325"/>
                <a:gd name="connsiteY35" fmla="*/ 69342 h 581025"/>
                <a:gd name="connsiteX36" fmla="*/ 647795 w 695325"/>
                <a:gd name="connsiteY36" fmla="*/ 68771 h 581025"/>
                <a:gd name="connsiteX37" fmla="*/ 647795 w 695325"/>
                <a:gd name="connsiteY37" fmla="*/ 67628 h 581025"/>
                <a:gd name="connsiteX38" fmla="*/ 647700 w 695325"/>
                <a:gd name="connsiteY38" fmla="*/ 66199 h 581025"/>
                <a:gd name="connsiteX39" fmla="*/ 647224 w 695325"/>
                <a:gd name="connsiteY39" fmla="*/ 63722 h 581025"/>
                <a:gd name="connsiteX40" fmla="*/ 647033 w 695325"/>
                <a:gd name="connsiteY40" fmla="*/ 63151 h 581025"/>
                <a:gd name="connsiteX41" fmla="*/ 646747 w 695325"/>
                <a:gd name="connsiteY41" fmla="*/ 62484 h 581025"/>
                <a:gd name="connsiteX42" fmla="*/ 645700 w 695325"/>
                <a:gd name="connsiteY42" fmla="*/ 61055 h 581025"/>
                <a:gd name="connsiteX43" fmla="*/ 643795 w 695325"/>
                <a:gd name="connsiteY43" fmla="*/ 59531 h 581025"/>
                <a:gd name="connsiteX44" fmla="*/ 640651 w 695325"/>
                <a:gd name="connsiteY44" fmla="*/ 57341 h 581025"/>
                <a:gd name="connsiteX45" fmla="*/ 634746 w 695325"/>
                <a:gd name="connsiteY45" fmla="*/ 54864 h 581025"/>
                <a:gd name="connsiteX46" fmla="*/ 632936 w 695325"/>
                <a:gd name="connsiteY46" fmla="*/ 54483 h 581025"/>
                <a:gd name="connsiteX47" fmla="*/ 631126 w 695325"/>
                <a:gd name="connsiteY47" fmla="*/ 54388 h 581025"/>
                <a:gd name="connsiteX48" fmla="*/ 629602 w 695325"/>
                <a:gd name="connsiteY48" fmla="*/ 54578 h 581025"/>
                <a:gd name="connsiteX49" fmla="*/ 627983 w 695325"/>
                <a:gd name="connsiteY49" fmla="*/ 54197 h 581025"/>
                <a:gd name="connsiteX50" fmla="*/ 621983 w 695325"/>
                <a:gd name="connsiteY50" fmla="*/ 50102 h 581025"/>
                <a:gd name="connsiteX51" fmla="*/ 620268 w 695325"/>
                <a:gd name="connsiteY51" fmla="*/ 48482 h 581025"/>
                <a:gd name="connsiteX52" fmla="*/ 618172 w 695325"/>
                <a:gd name="connsiteY52" fmla="*/ 47720 h 581025"/>
                <a:gd name="connsiteX53" fmla="*/ 616268 w 695325"/>
                <a:gd name="connsiteY53" fmla="*/ 47244 h 581025"/>
                <a:gd name="connsiteX54" fmla="*/ 614267 w 695325"/>
                <a:gd name="connsiteY54" fmla="*/ 46577 h 581025"/>
                <a:gd name="connsiteX55" fmla="*/ 613029 w 695325"/>
                <a:gd name="connsiteY55" fmla="*/ 45911 h 581025"/>
                <a:gd name="connsiteX56" fmla="*/ 610934 w 695325"/>
                <a:gd name="connsiteY56" fmla="*/ 42196 h 581025"/>
                <a:gd name="connsiteX57" fmla="*/ 606362 w 695325"/>
                <a:gd name="connsiteY57" fmla="*/ 40100 h 581025"/>
                <a:gd name="connsiteX58" fmla="*/ 601218 w 695325"/>
                <a:gd name="connsiteY58" fmla="*/ 35433 h 581025"/>
                <a:gd name="connsiteX59" fmla="*/ 590169 w 695325"/>
                <a:gd name="connsiteY59" fmla="*/ 28194 h 581025"/>
                <a:gd name="connsiteX60" fmla="*/ 589121 w 695325"/>
                <a:gd name="connsiteY60" fmla="*/ 27718 h 581025"/>
                <a:gd name="connsiteX61" fmla="*/ 587883 w 695325"/>
                <a:gd name="connsiteY61" fmla="*/ 27432 h 581025"/>
                <a:gd name="connsiteX62" fmla="*/ 586168 w 695325"/>
                <a:gd name="connsiteY62" fmla="*/ 27623 h 581025"/>
                <a:gd name="connsiteX63" fmla="*/ 581787 w 695325"/>
                <a:gd name="connsiteY63" fmla="*/ 29147 h 581025"/>
                <a:gd name="connsiteX64" fmla="*/ 580168 w 695325"/>
                <a:gd name="connsiteY64" fmla="*/ 29432 h 581025"/>
                <a:gd name="connsiteX65" fmla="*/ 578072 w 695325"/>
                <a:gd name="connsiteY65" fmla="*/ 29528 h 581025"/>
                <a:gd name="connsiteX66" fmla="*/ 575977 w 695325"/>
                <a:gd name="connsiteY66" fmla="*/ 29147 h 581025"/>
                <a:gd name="connsiteX67" fmla="*/ 573976 w 695325"/>
                <a:gd name="connsiteY67" fmla="*/ 28289 h 581025"/>
                <a:gd name="connsiteX68" fmla="*/ 571691 w 695325"/>
                <a:gd name="connsiteY68" fmla="*/ 26575 h 581025"/>
                <a:gd name="connsiteX69" fmla="*/ 570167 w 695325"/>
                <a:gd name="connsiteY69" fmla="*/ 24956 h 581025"/>
                <a:gd name="connsiteX70" fmla="*/ 569024 w 695325"/>
                <a:gd name="connsiteY70" fmla="*/ 23432 h 581025"/>
                <a:gd name="connsiteX71" fmla="*/ 566928 w 695325"/>
                <a:gd name="connsiteY71" fmla="*/ 19907 h 581025"/>
                <a:gd name="connsiteX72" fmla="*/ 565213 w 695325"/>
                <a:gd name="connsiteY72" fmla="*/ 18383 h 581025"/>
                <a:gd name="connsiteX73" fmla="*/ 562737 w 695325"/>
                <a:gd name="connsiteY73" fmla="*/ 16764 h 581025"/>
                <a:gd name="connsiteX74" fmla="*/ 543592 w 695325"/>
                <a:gd name="connsiteY74" fmla="*/ 7049 h 581025"/>
                <a:gd name="connsiteX75" fmla="*/ 539210 w 695325"/>
                <a:gd name="connsiteY75" fmla="*/ 1333 h 581025"/>
                <a:gd name="connsiteX76" fmla="*/ 538353 w 695325"/>
                <a:gd name="connsiteY76" fmla="*/ 572 h 581025"/>
                <a:gd name="connsiteX77" fmla="*/ 537496 w 695325"/>
                <a:gd name="connsiteY77" fmla="*/ 95 h 581025"/>
                <a:gd name="connsiteX78" fmla="*/ 536353 w 695325"/>
                <a:gd name="connsiteY78" fmla="*/ 0 h 581025"/>
                <a:gd name="connsiteX79" fmla="*/ 535210 w 695325"/>
                <a:gd name="connsiteY79" fmla="*/ 476 h 581025"/>
                <a:gd name="connsiteX80" fmla="*/ 534162 w 695325"/>
                <a:gd name="connsiteY80" fmla="*/ 1048 h 581025"/>
                <a:gd name="connsiteX81" fmla="*/ 532352 w 695325"/>
                <a:gd name="connsiteY81" fmla="*/ 4001 h 581025"/>
                <a:gd name="connsiteX82" fmla="*/ 531495 w 695325"/>
                <a:gd name="connsiteY82" fmla="*/ 4667 h 581025"/>
                <a:gd name="connsiteX83" fmla="*/ 531114 w 695325"/>
                <a:gd name="connsiteY83" fmla="*/ 4858 h 581025"/>
                <a:gd name="connsiteX84" fmla="*/ 530447 w 695325"/>
                <a:gd name="connsiteY84" fmla="*/ 4953 h 581025"/>
                <a:gd name="connsiteX85" fmla="*/ 528733 w 695325"/>
                <a:gd name="connsiteY85" fmla="*/ 5239 h 581025"/>
                <a:gd name="connsiteX86" fmla="*/ 527780 w 695325"/>
                <a:gd name="connsiteY86" fmla="*/ 5429 h 581025"/>
                <a:gd name="connsiteX87" fmla="*/ 525494 w 695325"/>
                <a:gd name="connsiteY87" fmla="*/ 6382 h 581025"/>
                <a:gd name="connsiteX88" fmla="*/ 524732 w 695325"/>
                <a:gd name="connsiteY88" fmla="*/ 6953 h 581025"/>
                <a:gd name="connsiteX89" fmla="*/ 524637 w 695325"/>
                <a:gd name="connsiteY89" fmla="*/ 7049 h 581025"/>
                <a:gd name="connsiteX90" fmla="*/ 524637 w 695325"/>
                <a:gd name="connsiteY90" fmla="*/ 7144 h 581025"/>
                <a:gd name="connsiteX91" fmla="*/ 524542 w 695325"/>
                <a:gd name="connsiteY91" fmla="*/ 7715 h 581025"/>
                <a:gd name="connsiteX92" fmla="*/ 524542 w 695325"/>
                <a:gd name="connsiteY92" fmla="*/ 8763 h 581025"/>
                <a:gd name="connsiteX93" fmla="*/ 524923 w 695325"/>
                <a:gd name="connsiteY93" fmla="*/ 11049 h 581025"/>
                <a:gd name="connsiteX94" fmla="*/ 526066 w 695325"/>
                <a:gd name="connsiteY94" fmla="*/ 12954 h 581025"/>
                <a:gd name="connsiteX95" fmla="*/ 528828 w 695325"/>
                <a:gd name="connsiteY95" fmla="*/ 16478 h 581025"/>
                <a:gd name="connsiteX96" fmla="*/ 529780 w 695325"/>
                <a:gd name="connsiteY96" fmla="*/ 18193 h 581025"/>
                <a:gd name="connsiteX97" fmla="*/ 530257 w 695325"/>
                <a:gd name="connsiteY97" fmla="*/ 20383 h 581025"/>
                <a:gd name="connsiteX98" fmla="*/ 531019 w 695325"/>
                <a:gd name="connsiteY98" fmla="*/ 27623 h 581025"/>
                <a:gd name="connsiteX99" fmla="*/ 530924 w 695325"/>
                <a:gd name="connsiteY99" fmla="*/ 30004 h 581025"/>
                <a:gd name="connsiteX100" fmla="*/ 530638 w 695325"/>
                <a:gd name="connsiteY100" fmla="*/ 31909 h 581025"/>
                <a:gd name="connsiteX101" fmla="*/ 528447 w 695325"/>
                <a:gd name="connsiteY101" fmla="*/ 35147 h 581025"/>
                <a:gd name="connsiteX102" fmla="*/ 527780 w 695325"/>
                <a:gd name="connsiteY102" fmla="*/ 36576 h 581025"/>
                <a:gd name="connsiteX103" fmla="*/ 527685 w 695325"/>
                <a:gd name="connsiteY103" fmla="*/ 38862 h 581025"/>
                <a:gd name="connsiteX104" fmla="*/ 528447 w 695325"/>
                <a:gd name="connsiteY104" fmla="*/ 40958 h 581025"/>
                <a:gd name="connsiteX105" fmla="*/ 530257 w 695325"/>
                <a:gd name="connsiteY105" fmla="*/ 44291 h 581025"/>
                <a:gd name="connsiteX106" fmla="*/ 530447 w 695325"/>
                <a:gd name="connsiteY106" fmla="*/ 46006 h 581025"/>
                <a:gd name="connsiteX107" fmla="*/ 529971 w 695325"/>
                <a:gd name="connsiteY107" fmla="*/ 48006 h 581025"/>
                <a:gd name="connsiteX108" fmla="*/ 529114 w 695325"/>
                <a:gd name="connsiteY108" fmla="*/ 50768 h 581025"/>
                <a:gd name="connsiteX109" fmla="*/ 528638 w 695325"/>
                <a:gd name="connsiteY109" fmla="*/ 52769 h 581025"/>
                <a:gd name="connsiteX110" fmla="*/ 528638 w 695325"/>
                <a:gd name="connsiteY110" fmla="*/ 54578 h 581025"/>
                <a:gd name="connsiteX111" fmla="*/ 528828 w 695325"/>
                <a:gd name="connsiteY111" fmla="*/ 55531 h 581025"/>
                <a:gd name="connsiteX112" fmla="*/ 528828 w 695325"/>
                <a:gd name="connsiteY112" fmla="*/ 56388 h 581025"/>
                <a:gd name="connsiteX113" fmla="*/ 528447 w 695325"/>
                <a:gd name="connsiteY113" fmla="*/ 57245 h 581025"/>
                <a:gd name="connsiteX114" fmla="*/ 527590 w 695325"/>
                <a:gd name="connsiteY114" fmla="*/ 58769 h 581025"/>
                <a:gd name="connsiteX115" fmla="*/ 522065 w 695325"/>
                <a:gd name="connsiteY115" fmla="*/ 66675 h 581025"/>
                <a:gd name="connsiteX116" fmla="*/ 519970 w 695325"/>
                <a:gd name="connsiteY116" fmla="*/ 68390 h 581025"/>
                <a:gd name="connsiteX117" fmla="*/ 517588 w 695325"/>
                <a:gd name="connsiteY117" fmla="*/ 69914 h 581025"/>
                <a:gd name="connsiteX118" fmla="*/ 512635 w 695325"/>
                <a:gd name="connsiteY118" fmla="*/ 71152 h 581025"/>
                <a:gd name="connsiteX119" fmla="*/ 506921 w 695325"/>
                <a:gd name="connsiteY119" fmla="*/ 67913 h 581025"/>
                <a:gd name="connsiteX120" fmla="*/ 506444 w 695325"/>
                <a:gd name="connsiteY120" fmla="*/ 66580 h 581025"/>
                <a:gd name="connsiteX121" fmla="*/ 506159 w 695325"/>
                <a:gd name="connsiteY121" fmla="*/ 64484 h 581025"/>
                <a:gd name="connsiteX122" fmla="*/ 506254 w 695325"/>
                <a:gd name="connsiteY122" fmla="*/ 62770 h 581025"/>
                <a:gd name="connsiteX123" fmla="*/ 506254 w 695325"/>
                <a:gd name="connsiteY123" fmla="*/ 61436 h 581025"/>
                <a:gd name="connsiteX124" fmla="*/ 506254 w 695325"/>
                <a:gd name="connsiteY124" fmla="*/ 60389 h 581025"/>
                <a:gd name="connsiteX125" fmla="*/ 506730 w 695325"/>
                <a:gd name="connsiteY125" fmla="*/ 59436 h 581025"/>
                <a:gd name="connsiteX126" fmla="*/ 508254 w 695325"/>
                <a:gd name="connsiteY126" fmla="*/ 57341 h 581025"/>
                <a:gd name="connsiteX127" fmla="*/ 508730 w 695325"/>
                <a:gd name="connsiteY127" fmla="*/ 56198 h 581025"/>
                <a:gd name="connsiteX128" fmla="*/ 508921 w 695325"/>
                <a:gd name="connsiteY128" fmla="*/ 54864 h 581025"/>
                <a:gd name="connsiteX129" fmla="*/ 508540 w 695325"/>
                <a:gd name="connsiteY129" fmla="*/ 53721 h 581025"/>
                <a:gd name="connsiteX130" fmla="*/ 507778 w 695325"/>
                <a:gd name="connsiteY130" fmla="*/ 53340 h 581025"/>
                <a:gd name="connsiteX131" fmla="*/ 506444 w 695325"/>
                <a:gd name="connsiteY131" fmla="*/ 53816 h 581025"/>
                <a:gd name="connsiteX132" fmla="*/ 504825 w 695325"/>
                <a:gd name="connsiteY132" fmla="*/ 54864 h 581025"/>
                <a:gd name="connsiteX133" fmla="*/ 503587 w 695325"/>
                <a:gd name="connsiteY133" fmla="*/ 56007 h 581025"/>
                <a:gd name="connsiteX134" fmla="*/ 502539 w 695325"/>
                <a:gd name="connsiteY134" fmla="*/ 56769 h 581025"/>
                <a:gd name="connsiteX135" fmla="*/ 501110 w 695325"/>
                <a:gd name="connsiteY135" fmla="*/ 57436 h 581025"/>
                <a:gd name="connsiteX136" fmla="*/ 499205 w 695325"/>
                <a:gd name="connsiteY136" fmla="*/ 57912 h 581025"/>
                <a:gd name="connsiteX137" fmla="*/ 497872 w 695325"/>
                <a:gd name="connsiteY137" fmla="*/ 58483 h 581025"/>
                <a:gd name="connsiteX138" fmla="*/ 495491 w 695325"/>
                <a:gd name="connsiteY138" fmla="*/ 59817 h 581025"/>
                <a:gd name="connsiteX139" fmla="*/ 494729 w 695325"/>
                <a:gd name="connsiteY139" fmla="*/ 59912 h 581025"/>
                <a:gd name="connsiteX140" fmla="*/ 492062 w 695325"/>
                <a:gd name="connsiteY140" fmla="*/ 58865 h 581025"/>
                <a:gd name="connsiteX141" fmla="*/ 486727 w 695325"/>
                <a:gd name="connsiteY141" fmla="*/ 57912 h 581025"/>
                <a:gd name="connsiteX142" fmla="*/ 479965 w 695325"/>
                <a:gd name="connsiteY142" fmla="*/ 56007 h 581025"/>
                <a:gd name="connsiteX143" fmla="*/ 469583 w 695325"/>
                <a:gd name="connsiteY143" fmla="*/ 49721 h 581025"/>
                <a:gd name="connsiteX144" fmla="*/ 468154 w 695325"/>
                <a:gd name="connsiteY144" fmla="*/ 49149 h 581025"/>
                <a:gd name="connsiteX145" fmla="*/ 466820 w 695325"/>
                <a:gd name="connsiteY145" fmla="*/ 48958 h 581025"/>
                <a:gd name="connsiteX146" fmla="*/ 465487 w 695325"/>
                <a:gd name="connsiteY146" fmla="*/ 48863 h 581025"/>
                <a:gd name="connsiteX147" fmla="*/ 463677 w 695325"/>
                <a:gd name="connsiteY147" fmla="*/ 49244 h 581025"/>
                <a:gd name="connsiteX148" fmla="*/ 462058 w 695325"/>
                <a:gd name="connsiteY148" fmla="*/ 49721 h 581025"/>
                <a:gd name="connsiteX149" fmla="*/ 460153 w 695325"/>
                <a:gd name="connsiteY149" fmla="*/ 51054 h 581025"/>
                <a:gd name="connsiteX150" fmla="*/ 455009 w 695325"/>
                <a:gd name="connsiteY150" fmla="*/ 52864 h 581025"/>
                <a:gd name="connsiteX151" fmla="*/ 453771 w 695325"/>
                <a:gd name="connsiteY151" fmla="*/ 53626 h 581025"/>
                <a:gd name="connsiteX152" fmla="*/ 448437 w 695325"/>
                <a:gd name="connsiteY152" fmla="*/ 58769 h 581025"/>
                <a:gd name="connsiteX153" fmla="*/ 443198 w 695325"/>
                <a:gd name="connsiteY153" fmla="*/ 64961 h 581025"/>
                <a:gd name="connsiteX154" fmla="*/ 442436 w 695325"/>
                <a:gd name="connsiteY154" fmla="*/ 65627 h 581025"/>
                <a:gd name="connsiteX155" fmla="*/ 441770 w 695325"/>
                <a:gd name="connsiteY155" fmla="*/ 65723 h 581025"/>
                <a:gd name="connsiteX156" fmla="*/ 441198 w 695325"/>
                <a:gd name="connsiteY156" fmla="*/ 65532 h 581025"/>
                <a:gd name="connsiteX157" fmla="*/ 440436 w 695325"/>
                <a:gd name="connsiteY157" fmla="*/ 64770 h 581025"/>
                <a:gd name="connsiteX158" fmla="*/ 437959 w 695325"/>
                <a:gd name="connsiteY158" fmla="*/ 62008 h 581025"/>
                <a:gd name="connsiteX159" fmla="*/ 429006 w 695325"/>
                <a:gd name="connsiteY159" fmla="*/ 55912 h 581025"/>
                <a:gd name="connsiteX160" fmla="*/ 427672 w 695325"/>
                <a:gd name="connsiteY160" fmla="*/ 55245 h 581025"/>
                <a:gd name="connsiteX161" fmla="*/ 425577 w 695325"/>
                <a:gd name="connsiteY161" fmla="*/ 54578 h 581025"/>
                <a:gd name="connsiteX162" fmla="*/ 423577 w 695325"/>
                <a:gd name="connsiteY162" fmla="*/ 54293 h 581025"/>
                <a:gd name="connsiteX163" fmla="*/ 422243 w 695325"/>
                <a:gd name="connsiteY163" fmla="*/ 54293 h 581025"/>
                <a:gd name="connsiteX164" fmla="*/ 421291 w 695325"/>
                <a:gd name="connsiteY164" fmla="*/ 54483 h 581025"/>
                <a:gd name="connsiteX165" fmla="*/ 416814 w 695325"/>
                <a:gd name="connsiteY165" fmla="*/ 56198 h 581025"/>
                <a:gd name="connsiteX166" fmla="*/ 415385 w 695325"/>
                <a:gd name="connsiteY166" fmla="*/ 56483 h 581025"/>
                <a:gd name="connsiteX167" fmla="*/ 414814 w 695325"/>
                <a:gd name="connsiteY167" fmla="*/ 56102 h 581025"/>
                <a:gd name="connsiteX168" fmla="*/ 414718 w 695325"/>
                <a:gd name="connsiteY168" fmla="*/ 55340 h 581025"/>
                <a:gd name="connsiteX169" fmla="*/ 415576 w 695325"/>
                <a:gd name="connsiteY169" fmla="*/ 53531 h 581025"/>
                <a:gd name="connsiteX170" fmla="*/ 416338 w 695325"/>
                <a:gd name="connsiteY170" fmla="*/ 52388 h 581025"/>
                <a:gd name="connsiteX171" fmla="*/ 417385 w 695325"/>
                <a:gd name="connsiteY171" fmla="*/ 50483 h 581025"/>
                <a:gd name="connsiteX172" fmla="*/ 421005 w 695325"/>
                <a:gd name="connsiteY172" fmla="*/ 42482 h 581025"/>
                <a:gd name="connsiteX173" fmla="*/ 426530 w 695325"/>
                <a:gd name="connsiteY173" fmla="*/ 34481 h 581025"/>
                <a:gd name="connsiteX174" fmla="*/ 427196 w 695325"/>
                <a:gd name="connsiteY174" fmla="*/ 33242 h 581025"/>
                <a:gd name="connsiteX175" fmla="*/ 427768 w 695325"/>
                <a:gd name="connsiteY175" fmla="*/ 31433 h 581025"/>
                <a:gd name="connsiteX176" fmla="*/ 428434 w 695325"/>
                <a:gd name="connsiteY176" fmla="*/ 28194 h 581025"/>
                <a:gd name="connsiteX177" fmla="*/ 428434 w 695325"/>
                <a:gd name="connsiteY177" fmla="*/ 24860 h 581025"/>
                <a:gd name="connsiteX178" fmla="*/ 427958 w 695325"/>
                <a:gd name="connsiteY178" fmla="*/ 20288 h 581025"/>
                <a:gd name="connsiteX179" fmla="*/ 426530 w 695325"/>
                <a:gd name="connsiteY179" fmla="*/ 13716 h 581025"/>
                <a:gd name="connsiteX180" fmla="*/ 423958 w 695325"/>
                <a:gd name="connsiteY180" fmla="*/ 6668 h 581025"/>
                <a:gd name="connsiteX181" fmla="*/ 420814 w 695325"/>
                <a:gd name="connsiteY181" fmla="*/ 9239 h 581025"/>
                <a:gd name="connsiteX182" fmla="*/ 415004 w 695325"/>
                <a:gd name="connsiteY182" fmla="*/ 13049 h 581025"/>
                <a:gd name="connsiteX183" fmla="*/ 414528 w 695325"/>
                <a:gd name="connsiteY183" fmla="*/ 13240 h 581025"/>
                <a:gd name="connsiteX184" fmla="*/ 410909 w 695325"/>
                <a:gd name="connsiteY184" fmla="*/ 13621 h 581025"/>
                <a:gd name="connsiteX185" fmla="*/ 409956 w 695325"/>
                <a:gd name="connsiteY185" fmla="*/ 13907 h 581025"/>
                <a:gd name="connsiteX186" fmla="*/ 409194 w 695325"/>
                <a:gd name="connsiteY186" fmla="*/ 14383 h 581025"/>
                <a:gd name="connsiteX187" fmla="*/ 407384 w 695325"/>
                <a:gd name="connsiteY187" fmla="*/ 16478 h 581025"/>
                <a:gd name="connsiteX188" fmla="*/ 406717 w 695325"/>
                <a:gd name="connsiteY188" fmla="*/ 16669 h 581025"/>
                <a:gd name="connsiteX189" fmla="*/ 405860 w 695325"/>
                <a:gd name="connsiteY189" fmla="*/ 16764 h 581025"/>
                <a:gd name="connsiteX190" fmla="*/ 402431 w 695325"/>
                <a:gd name="connsiteY190" fmla="*/ 15335 h 581025"/>
                <a:gd name="connsiteX191" fmla="*/ 395383 w 695325"/>
                <a:gd name="connsiteY191" fmla="*/ 13526 h 581025"/>
                <a:gd name="connsiteX192" fmla="*/ 393383 w 695325"/>
                <a:gd name="connsiteY192" fmla="*/ 13240 h 581025"/>
                <a:gd name="connsiteX193" fmla="*/ 390811 w 695325"/>
                <a:gd name="connsiteY193" fmla="*/ 13526 h 581025"/>
                <a:gd name="connsiteX194" fmla="*/ 389763 w 695325"/>
                <a:gd name="connsiteY194" fmla="*/ 13811 h 581025"/>
                <a:gd name="connsiteX195" fmla="*/ 388906 w 695325"/>
                <a:gd name="connsiteY195" fmla="*/ 14478 h 581025"/>
                <a:gd name="connsiteX196" fmla="*/ 388430 w 695325"/>
                <a:gd name="connsiteY196" fmla="*/ 15145 h 581025"/>
                <a:gd name="connsiteX197" fmla="*/ 387382 w 695325"/>
                <a:gd name="connsiteY197" fmla="*/ 15716 h 581025"/>
                <a:gd name="connsiteX198" fmla="*/ 385667 w 695325"/>
                <a:gd name="connsiteY198" fmla="*/ 16097 h 581025"/>
                <a:gd name="connsiteX199" fmla="*/ 362141 w 695325"/>
                <a:gd name="connsiteY199" fmla="*/ 16669 h 581025"/>
                <a:gd name="connsiteX200" fmla="*/ 360617 w 695325"/>
                <a:gd name="connsiteY200" fmla="*/ 16859 h 581025"/>
                <a:gd name="connsiteX201" fmla="*/ 359664 w 695325"/>
                <a:gd name="connsiteY201" fmla="*/ 17431 h 581025"/>
                <a:gd name="connsiteX202" fmla="*/ 359283 w 695325"/>
                <a:gd name="connsiteY202" fmla="*/ 18193 h 581025"/>
                <a:gd name="connsiteX203" fmla="*/ 359188 w 695325"/>
                <a:gd name="connsiteY203" fmla="*/ 19241 h 581025"/>
                <a:gd name="connsiteX204" fmla="*/ 359283 w 695325"/>
                <a:gd name="connsiteY204" fmla="*/ 20479 h 581025"/>
                <a:gd name="connsiteX205" fmla="*/ 359188 w 695325"/>
                <a:gd name="connsiteY205" fmla="*/ 21431 h 581025"/>
                <a:gd name="connsiteX206" fmla="*/ 358807 w 695325"/>
                <a:gd name="connsiteY206" fmla="*/ 22479 h 581025"/>
                <a:gd name="connsiteX207" fmla="*/ 358426 w 695325"/>
                <a:gd name="connsiteY207" fmla="*/ 23051 h 581025"/>
                <a:gd name="connsiteX208" fmla="*/ 357664 w 695325"/>
                <a:gd name="connsiteY208" fmla="*/ 23717 h 581025"/>
                <a:gd name="connsiteX209" fmla="*/ 356902 w 695325"/>
                <a:gd name="connsiteY209" fmla="*/ 24289 h 581025"/>
                <a:gd name="connsiteX210" fmla="*/ 349567 w 695325"/>
                <a:gd name="connsiteY210" fmla="*/ 28194 h 581025"/>
                <a:gd name="connsiteX211" fmla="*/ 348139 w 695325"/>
                <a:gd name="connsiteY211" fmla="*/ 28480 h 581025"/>
                <a:gd name="connsiteX212" fmla="*/ 336899 w 695325"/>
                <a:gd name="connsiteY212" fmla="*/ 29051 h 581025"/>
                <a:gd name="connsiteX213" fmla="*/ 334804 w 695325"/>
                <a:gd name="connsiteY213" fmla="*/ 28480 h 581025"/>
                <a:gd name="connsiteX214" fmla="*/ 327660 w 695325"/>
                <a:gd name="connsiteY214" fmla="*/ 24860 h 581025"/>
                <a:gd name="connsiteX215" fmla="*/ 326136 w 695325"/>
                <a:gd name="connsiteY215" fmla="*/ 24479 h 581025"/>
                <a:gd name="connsiteX216" fmla="*/ 323659 w 695325"/>
                <a:gd name="connsiteY216" fmla="*/ 24575 h 581025"/>
                <a:gd name="connsiteX217" fmla="*/ 322802 w 695325"/>
                <a:gd name="connsiteY217" fmla="*/ 24479 h 581025"/>
                <a:gd name="connsiteX218" fmla="*/ 321659 w 695325"/>
                <a:gd name="connsiteY218" fmla="*/ 24003 h 581025"/>
                <a:gd name="connsiteX219" fmla="*/ 318040 w 695325"/>
                <a:gd name="connsiteY219" fmla="*/ 21241 h 581025"/>
                <a:gd name="connsiteX220" fmla="*/ 316801 w 695325"/>
                <a:gd name="connsiteY220" fmla="*/ 19431 h 581025"/>
                <a:gd name="connsiteX221" fmla="*/ 316135 w 695325"/>
                <a:gd name="connsiteY221" fmla="*/ 18002 h 581025"/>
                <a:gd name="connsiteX222" fmla="*/ 315373 w 695325"/>
                <a:gd name="connsiteY222" fmla="*/ 16193 h 581025"/>
                <a:gd name="connsiteX223" fmla="*/ 308800 w 695325"/>
                <a:gd name="connsiteY223" fmla="*/ 7144 h 581025"/>
                <a:gd name="connsiteX224" fmla="*/ 305181 w 695325"/>
                <a:gd name="connsiteY224" fmla="*/ 4763 h 581025"/>
                <a:gd name="connsiteX225" fmla="*/ 301847 w 695325"/>
                <a:gd name="connsiteY225" fmla="*/ 3143 h 581025"/>
                <a:gd name="connsiteX226" fmla="*/ 297561 w 695325"/>
                <a:gd name="connsiteY226" fmla="*/ 2191 h 581025"/>
                <a:gd name="connsiteX227" fmla="*/ 297371 w 695325"/>
                <a:gd name="connsiteY227" fmla="*/ 4286 h 581025"/>
                <a:gd name="connsiteX228" fmla="*/ 297656 w 695325"/>
                <a:gd name="connsiteY228" fmla="*/ 5048 h 581025"/>
                <a:gd name="connsiteX229" fmla="*/ 299942 w 695325"/>
                <a:gd name="connsiteY229" fmla="*/ 9144 h 581025"/>
                <a:gd name="connsiteX230" fmla="*/ 300418 w 695325"/>
                <a:gd name="connsiteY230" fmla="*/ 10954 h 581025"/>
                <a:gd name="connsiteX231" fmla="*/ 300704 w 695325"/>
                <a:gd name="connsiteY231" fmla="*/ 13049 h 581025"/>
                <a:gd name="connsiteX232" fmla="*/ 300609 w 695325"/>
                <a:gd name="connsiteY232" fmla="*/ 14478 h 581025"/>
                <a:gd name="connsiteX233" fmla="*/ 300418 w 695325"/>
                <a:gd name="connsiteY233" fmla="*/ 15621 h 581025"/>
                <a:gd name="connsiteX234" fmla="*/ 300133 w 695325"/>
                <a:gd name="connsiteY234" fmla="*/ 16478 h 581025"/>
                <a:gd name="connsiteX235" fmla="*/ 299752 w 695325"/>
                <a:gd name="connsiteY235" fmla="*/ 17431 h 581025"/>
                <a:gd name="connsiteX236" fmla="*/ 299180 w 695325"/>
                <a:gd name="connsiteY236" fmla="*/ 18288 h 581025"/>
                <a:gd name="connsiteX237" fmla="*/ 295942 w 695325"/>
                <a:gd name="connsiteY237" fmla="*/ 22193 h 581025"/>
                <a:gd name="connsiteX238" fmla="*/ 294799 w 695325"/>
                <a:gd name="connsiteY238" fmla="*/ 23146 h 581025"/>
                <a:gd name="connsiteX239" fmla="*/ 293180 w 695325"/>
                <a:gd name="connsiteY239" fmla="*/ 23813 h 581025"/>
                <a:gd name="connsiteX240" fmla="*/ 291655 w 695325"/>
                <a:gd name="connsiteY240" fmla="*/ 24194 h 581025"/>
                <a:gd name="connsiteX241" fmla="*/ 286798 w 695325"/>
                <a:gd name="connsiteY241" fmla="*/ 24670 h 581025"/>
                <a:gd name="connsiteX242" fmla="*/ 282702 w 695325"/>
                <a:gd name="connsiteY242" fmla="*/ 26003 h 581025"/>
                <a:gd name="connsiteX243" fmla="*/ 279845 w 695325"/>
                <a:gd name="connsiteY243" fmla="*/ 28004 h 581025"/>
                <a:gd name="connsiteX244" fmla="*/ 270224 w 695325"/>
                <a:gd name="connsiteY244" fmla="*/ 36671 h 581025"/>
                <a:gd name="connsiteX245" fmla="*/ 268891 w 695325"/>
                <a:gd name="connsiteY245" fmla="*/ 37624 h 581025"/>
                <a:gd name="connsiteX246" fmla="*/ 262318 w 695325"/>
                <a:gd name="connsiteY246" fmla="*/ 40100 h 581025"/>
                <a:gd name="connsiteX247" fmla="*/ 259461 w 695325"/>
                <a:gd name="connsiteY247" fmla="*/ 41624 h 581025"/>
                <a:gd name="connsiteX248" fmla="*/ 257651 w 695325"/>
                <a:gd name="connsiteY248" fmla="*/ 42863 h 581025"/>
                <a:gd name="connsiteX249" fmla="*/ 255460 w 695325"/>
                <a:gd name="connsiteY249" fmla="*/ 44958 h 581025"/>
                <a:gd name="connsiteX250" fmla="*/ 249936 w 695325"/>
                <a:gd name="connsiteY250" fmla="*/ 53245 h 581025"/>
                <a:gd name="connsiteX251" fmla="*/ 248984 w 695325"/>
                <a:gd name="connsiteY251" fmla="*/ 55340 h 581025"/>
                <a:gd name="connsiteX252" fmla="*/ 248698 w 695325"/>
                <a:gd name="connsiteY252" fmla="*/ 56769 h 581025"/>
                <a:gd name="connsiteX253" fmla="*/ 249174 w 695325"/>
                <a:gd name="connsiteY253" fmla="*/ 57626 h 581025"/>
                <a:gd name="connsiteX254" fmla="*/ 250317 w 695325"/>
                <a:gd name="connsiteY254" fmla="*/ 58960 h 581025"/>
                <a:gd name="connsiteX255" fmla="*/ 250888 w 695325"/>
                <a:gd name="connsiteY255" fmla="*/ 59436 h 581025"/>
                <a:gd name="connsiteX256" fmla="*/ 251460 w 695325"/>
                <a:gd name="connsiteY256" fmla="*/ 60198 h 581025"/>
                <a:gd name="connsiteX257" fmla="*/ 251650 w 695325"/>
                <a:gd name="connsiteY257" fmla="*/ 60960 h 581025"/>
                <a:gd name="connsiteX258" fmla="*/ 251555 w 695325"/>
                <a:gd name="connsiteY258" fmla="*/ 62103 h 581025"/>
                <a:gd name="connsiteX259" fmla="*/ 250793 w 695325"/>
                <a:gd name="connsiteY259" fmla="*/ 62865 h 581025"/>
                <a:gd name="connsiteX260" fmla="*/ 249841 w 695325"/>
                <a:gd name="connsiteY260" fmla="*/ 63437 h 581025"/>
                <a:gd name="connsiteX261" fmla="*/ 248602 w 695325"/>
                <a:gd name="connsiteY261" fmla="*/ 63913 h 581025"/>
                <a:gd name="connsiteX262" fmla="*/ 246697 w 695325"/>
                <a:gd name="connsiteY262" fmla="*/ 65056 h 581025"/>
                <a:gd name="connsiteX263" fmla="*/ 245935 w 695325"/>
                <a:gd name="connsiteY263" fmla="*/ 65818 h 581025"/>
                <a:gd name="connsiteX264" fmla="*/ 245459 w 695325"/>
                <a:gd name="connsiteY264" fmla="*/ 66866 h 581025"/>
                <a:gd name="connsiteX265" fmla="*/ 244888 w 695325"/>
                <a:gd name="connsiteY265" fmla="*/ 71533 h 581025"/>
                <a:gd name="connsiteX266" fmla="*/ 244792 w 695325"/>
                <a:gd name="connsiteY266" fmla="*/ 72771 h 581025"/>
                <a:gd name="connsiteX267" fmla="*/ 245078 w 695325"/>
                <a:gd name="connsiteY267" fmla="*/ 73914 h 581025"/>
                <a:gd name="connsiteX268" fmla="*/ 245840 w 695325"/>
                <a:gd name="connsiteY268" fmla="*/ 74771 h 581025"/>
                <a:gd name="connsiteX269" fmla="*/ 246793 w 695325"/>
                <a:gd name="connsiteY269" fmla="*/ 75629 h 581025"/>
                <a:gd name="connsiteX270" fmla="*/ 250126 w 695325"/>
                <a:gd name="connsiteY270" fmla="*/ 77629 h 581025"/>
                <a:gd name="connsiteX271" fmla="*/ 250984 w 695325"/>
                <a:gd name="connsiteY271" fmla="*/ 78296 h 581025"/>
                <a:gd name="connsiteX272" fmla="*/ 251460 w 695325"/>
                <a:gd name="connsiteY272" fmla="*/ 78962 h 581025"/>
                <a:gd name="connsiteX273" fmla="*/ 251650 w 695325"/>
                <a:gd name="connsiteY273" fmla="*/ 79820 h 581025"/>
                <a:gd name="connsiteX274" fmla="*/ 251460 w 695325"/>
                <a:gd name="connsiteY274" fmla="*/ 80867 h 581025"/>
                <a:gd name="connsiteX275" fmla="*/ 250412 w 695325"/>
                <a:gd name="connsiteY275" fmla="*/ 83820 h 581025"/>
                <a:gd name="connsiteX276" fmla="*/ 250222 w 695325"/>
                <a:gd name="connsiteY276" fmla="*/ 84963 h 581025"/>
                <a:gd name="connsiteX277" fmla="*/ 250317 w 695325"/>
                <a:gd name="connsiteY277" fmla="*/ 85630 h 581025"/>
                <a:gd name="connsiteX278" fmla="*/ 250793 w 695325"/>
                <a:gd name="connsiteY278" fmla="*/ 87630 h 581025"/>
                <a:gd name="connsiteX279" fmla="*/ 249936 w 695325"/>
                <a:gd name="connsiteY279" fmla="*/ 89916 h 581025"/>
                <a:gd name="connsiteX280" fmla="*/ 249460 w 695325"/>
                <a:gd name="connsiteY280" fmla="*/ 90107 h 581025"/>
                <a:gd name="connsiteX281" fmla="*/ 248698 w 695325"/>
                <a:gd name="connsiteY281" fmla="*/ 90297 h 581025"/>
                <a:gd name="connsiteX282" fmla="*/ 246602 w 695325"/>
                <a:gd name="connsiteY282" fmla="*/ 90107 h 581025"/>
                <a:gd name="connsiteX283" fmla="*/ 245935 w 695325"/>
                <a:gd name="connsiteY283" fmla="*/ 90488 h 581025"/>
                <a:gd name="connsiteX284" fmla="*/ 245650 w 695325"/>
                <a:gd name="connsiteY284" fmla="*/ 90964 h 581025"/>
                <a:gd name="connsiteX285" fmla="*/ 245554 w 695325"/>
                <a:gd name="connsiteY285" fmla="*/ 92964 h 581025"/>
                <a:gd name="connsiteX286" fmla="*/ 245174 w 695325"/>
                <a:gd name="connsiteY286" fmla="*/ 94298 h 581025"/>
                <a:gd name="connsiteX287" fmla="*/ 244602 w 695325"/>
                <a:gd name="connsiteY287" fmla="*/ 94679 h 581025"/>
                <a:gd name="connsiteX288" fmla="*/ 244030 w 695325"/>
                <a:gd name="connsiteY288" fmla="*/ 94679 h 581025"/>
                <a:gd name="connsiteX289" fmla="*/ 243459 w 695325"/>
                <a:gd name="connsiteY289" fmla="*/ 94012 h 581025"/>
                <a:gd name="connsiteX290" fmla="*/ 242697 w 695325"/>
                <a:gd name="connsiteY290" fmla="*/ 93440 h 581025"/>
                <a:gd name="connsiteX291" fmla="*/ 241745 w 695325"/>
                <a:gd name="connsiteY291" fmla="*/ 93154 h 581025"/>
                <a:gd name="connsiteX292" fmla="*/ 240221 w 695325"/>
                <a:gd name="connsiteY292" fmla="*/ 93345 h 581025"/>
                <a:gd name="connsiteX293" fmla="*/ 239554 w 695325"/>
                <a:gd name="connsiteY293" fmla="*/ 94298 h 581025"/>
                <a:gd name="connsiteX294" fmla="*/ 239173 w 695325"/>
                <a:gd name="connsiteY294" fmla="*/ 95441 h 581025"/>
                <a:gd name="connsiteX295" fmla="*/ 239077 w 695325"/>
                <a:gd name="connsiteY295" fmla="*/ 98489 h 581025"/>
                <a:gd name="connsiteX296" fmla="*/ 238601 w 695325"/>
                <a:gd name="connsiteY296" fmla="*/ 100679 h 581025"/>
                <a:gd name="connsiteX297" fmla="*/ 236887 w 695325"/>
                <a:gd name="connsiteY297" fmla="*/ 104394 h 581025"/>
                <a:gd name="connsiteX298" fmla="*/ 226219 w 695325"/>
                <a:gd name="connsiteY298" fmla="*/ 121920 h 581025"/>
                <a:gd name="connsiteX299" fmla="*/ 225266 w 695325"/>
                <a:gd name="connsiteY299" fmla="*/ 124016 h 581025"/>
                <a:gd name="connsiteX300" fmla="*/ 225171 w 695325"/>
                <a:gd name="connsiteY300" fmla="*/ 125349 h 581025"/>
                <a:gd name="connsiteX301" fmla="*/ 224314 w 695325"/>
                <a:gd name="connsiteY301" fmla="*/ 128969 h 581025"/>
                <a:gd name="connsiteX302" fmla="*/ 223456 w 695325"/>
                <a:gd name="connsiteY302" fmla="*/ 131636 h 581025"/>
                <a:gd name="connsiteX303" fmla="*/ 223266 w 695325"/>
                <a:gd name="connsiteY303" fmla="*/ 132969 h 581025"/>
                <a:gd name="connsiteX304" fmla="*/ 223456 w 695325"/>
                <a:gd name="connsiteY304" fmla="*/ 136017 h 581025"/>
                <a:gd name="connsiteX305" fmla="*/ 223742 w 695325"/>
                <a:gd name="connsiteY305" fmla="*/ 137255 h 581025"/>
                <a:gd name="connsiteX306" fmla="*/ 224218 w 695325"/>
                <a:gd name="connsiteY306" fmla="*/ 138398 h 581025"/>
                <a:gd name="connsiteX307" fmla="*/ 225076 w 695325"/>
                <a:gd name="connsiteY307" fmla="*/ 139446 h 581025"/>
                <a:gd name="connsiteX308" fmla="*/ 228981 w 695325"/>
                <a:gd name="connsiteY308" fmla="*/ 143066 h 581025"/>
                <a:gd name="connsiteX309" fmla="*/ 229648 w 695325"/>
                <a:gd name="connsiteY309" fmla="*/ 143923 h 581025"/>
                <a:gd name="connsiteX310" fmla="*/ 230029 w 695325"/>
                <a:gd name="connsiteY310" fmla="*/ 145161 h 581025"/>
                <a:gd name="connsiteX311" fmla="*/ 230410 w 695325"/>
                <a:gd name="connsiteY311" fmla="*/ 146685 h 581025"/>
                <a:gd name="connsiteX312" fmla="*/ 230505 w 695325"/>
                <a:gd name="connsiteY312" fmla="*/ 149162 h 581025"/>
                <a:gd name="connsiteX313" fmla="*/ 230124 w 695325"/>
                <a:gd name="connsiteY313" fmla="*/ 150495 h 581025"/>
                <a:gd name="connsiteX314" fmla="*/ 229457 w 695325"/>
                <a:gd name="connsiteY314" fmla="*/ 151448 h 581025"/>
                <a:gd name="connsiteX315" fmla="*/ 228409 w 695325"/>
                <a:gd name="connsiteY315" fmla="*/ 151733 h 581025"/>
                <a:gd name="connsiteX316" fmla="*/ 227267 w 695325"/>
                <a:gd name="connsiteY316" fmla="*/ 151733 h 581025"/>
                <a:gd name="connsiteX317" fmla="*/ 226409 w 695325"/>
                <a:gd name="connsiteY317" fmla="*/ 151543 h 581025"/>
                <a:gd name="connsiteX318" fmla="*/ 225457 w 695325"/>
                <a:gd name="connsiteY318" fmla="*/ 151257 h 581025"/>
                <a:gd name="connsiteX319" fmla="*/ 220409 w 695325"/>
                <a:gd name="connsiteY319" fmla="*/ 148971 h 581025"/>
                <a:gd name="connsiteX320" fmla="*/ 219075 w 695325"/>
                <a:gd name="connsiteY320" fmla="*/ 148876 h 581025"/>
                <a:gd name="connsiteX321" fmla="*/ 217932 w 695325"/>
                <a:gd name="connsiteY321" fmla="*/ 148971 h 581025"/>
                <a:gd name="connsiteX322" fmla="*/ 216979 w 695325"/>
                <a:gd name="connsiteY322" fmla="*/ 149924 h 581025"/>
                <a:gd name="connsiteX323" fmla="*/ 216313 w 695325"/>
                <a:gd name="connsiteY323" fmla="*/ 150971 h 581025"/>
                <a:gd name="connsiteX324" fmla="*/ 215741 w 695325"/>
                <a:gd name="connsiteY324" fmla="*/ 152210 h 581025"/>
                <a:gd name="connsiteX325" fmla="*/ 215360 w 695325"/>
                <a:gd name="connsiteY325" fmla="*/ 153353 h 581025"/>
                <a:gd name="connsiteX326" fmla="*/ 215075 w 695325"/>
                <a:gd name="connsiteY326" fmla="*/ 154210 h 581025"/>
                <a:gd name="connsiteX327" fmla="*/ 215075 w 695325"/>
                <a:gd name="connsiteY327" fmla="*/ 154877 h 581025"/>
                <a:gd name="connsiteX328" fmla="*/ 215265 w 695325"/>
                <a:gd name="connsiteY328" fmla="*/ 155162 h 581025"/>
                <a:gd name="connsiteX329" fmla="*/ 215551 w 695325"/>
                <a:gd name="connsiteY329" fmla="*/ 155639 h 581025"/>
                <a:gd name="connsiteX330" fmla="*/ 215646 w 695325"/>
                <a:gd name="connsiteY330" fmla="*/ 156305 h 581025"/>
                <a:gd name="connsiteX331" fmla="*/ 215360 w 695325"/>
                <a:gd name="connsiteY331" fmla="*/ 157448 h 581025"/>
                <a:gd name="connsiteX332" fmla="*/ 212693 w 695325"/>
                <a:gd name="connsiteY332" fmla="*/ 161068 h 581025"/>
                <a:gd name="connsiteX333" fmla="*/ 211836 w 695325"/>
                <a:gd name="connsiteY333" fmla="*/ 162497 h 581025"/>
                <a:gd name="connsiteX334" fmla="*/ 208502 w 695325"/>
                <a:gd name="connsiteY334" fmla="*/ 172022 h 581025"/>
                <a:gd name="connsiteX335" fmla="*/ 207169 w 695325"/>
                <a:gd name="connsiteY335" fmla="*/ 174403 h 581025"/>
                <a:gd name="connsiteX336" fmla="*/ 205740 w 695325"/>
                <a:gd name="connsiteY336" fmla="*/ 176022 h 581025"/>
                <a:gd name="connsiteX337" fmla="*/ 203740 w 695325"/>
                <a:gd name="connsiteY337" fmla="*/ 177832 h 581025"/>
                <a:gd name="connsiteX338" fmla="*/ 202216 w 695325"/>
                <a:gd name="connsiteY338" fmla="*/ 178499 h 581025"/>
                <a:gd name="connsiteX339" fmla="*/ 200596 w 695325"/>
                <a:gd name="connsiteY339" fmla="*/ 178784 h 581025"/>
                <a:gd name="connsiteX340" fmla="*/ 194691 w 695325"/>
                <a:gd name="connsiteY340" fmla="*/ 179261 h 581025"/>
                <a:gd name="connsiteX341" fmla="*/ 193643 w 695325"/>
                <a:gd name="connsiteY341" fmla="*/ 178975 h 581025"/>
                <a:gd name="connsiteX342" fmla="*/ 192881 w 695325"/>
                <a:gd name="connsiteY342" fmla="*/ 178499 h 581025"/>
                <a:gd name="connsiteX343" fmla="*/ 191167 w 695325"/>
                <a:gd name="connsiteY343" fmla="*/ 176594 h 581025"/>
                <a:gd name="connsiteX344" fmla="*/ 190214 w 695325"/>
                <a:gd name="connsiteY344" fmla="*/ 175927 h 581025"/>
                <a:gd name="connsiteX345" fmla="*/ 189167 w 695325"/>
                <a:gd name="connsiteY345" fmla="*/ 175451 h 581025"/>
                <a:gd name="connsiteX346" fmla="*/ 187833 w 695325"/>
                <a:gd name="connsiteY346" fmla="*/ 175165 h 581025"/>
                <a:gd name="connsiteX347" fmla="*/ 186690 w 695325"/>
                <a:gd name="connsiteY347" fmla="*/ 174689 h 581025"/>
                <a:gd name="connsiteX348" fmla="*/ 185833 w 695325"/>
                <a:gd name="connsiteY348" fmla="*/ 174117 h 581025"/>
                <a:gd name="connsiteX349" fmla="*/ 185166 w 695325"/>
                <a:gd name="connsiteY349" fmla="*/ 173546 h 581025"/>
                <a:gd name="connsiteX350" fmla="*/ 184404 w 695325"/>
                <a:gd name="connsiteY350" fmla="*/ 172498 h 581025"/>
                <a:gd name="connsiteX351" fmla="*/ 182975 w 695325"/>
                <a:gd name="connsiteY351" fmla="*/ 171641 h 581025"/>
                <a:gd name="connsiteX352" fmla="*/ 181546 w 695325"/>
                <a:gd name="connsiteY352" fmla="*/ 171355 h 581025"/>
                <a:gd name="connsiteX353" fmla="*/ 169735 w 695325"/>
                <a:gd name="connsiteY353" fmla="*/ 173355 h 581025"/>
                <a:gd name="connsiteX354" fmla="*/ 167354 w 695325"/>
                <a:gd name="connsiteY354" fmla="*/ 173450 h 581025"/>
                <a:gd name="connsiteX355" fmla="*/ 165163 w 695325"/>
                <a:gd name="connsiteY355" fmla="*/ 173831 h 581025"/>
                <a:gd name="connsiteX356" fmla="*/ 163830 w 695325"/>
                <a:gd name="connsiteY356" fmla="*/ 174308 h 581025"/>
                <a:gd name="connsiteX357" fmla="*/ 162306 w 695325"/>
                <a:gd name="connsiteY357" fmla="*/ 175165 h 581025"/>
                <a:gd name="connsiteX358" fmla="*/ 161449 w 695325"/>
                <a:gd name="connsiteY358" fmla="*/ 175451 h 581025"/>
                <a:gd name="connsiteX359" fmla="*/ 160496 w 695325"/>
                <a:gd name="connsiteY359" fmla="*/ 175451 h 581025"/>
                <a:gd name="connsiteX360" fmla="*/ 159734 w 695325"/>
                <a:gd name="connsiteY360" fmla="*/ 174974 h 581025"/>
                <a:gd name="connsiteX361" fmla="*/ 159067 w 695325"/>
                <a:gd name="connsiteY361" fmla="*/ 174308 h 581025"/>
                <a:gd name="connsiteX362" fmla="*/ 158115 w 695325"/>
                <a:gd name="connsiteY362" fmla="*/ 173831 h 581025"/>
                <a:gd name="connsiteX363" fmla="*/ 157163 w 695325"/>
                <a:gd name="connsiteY363" fmla="*/ 173546 h 581025"/>
                <a:gd name="connsiteX364" fmla="*/ 147352 w 695325"/>
                <a:gd name="connsiteY364" fmla="*/ 174117 h 581025"/>
                <a:gd name="connsiteX365" fmla="*/ 146018 w 695325"/>
                <a:gd name="connsiteY365" fmla="*/ 174498 h 581025"/>
                <a:gd name="connsiteX366" fmla="*/ 145161 w 695325"/>
                <a:gd name="connsiteY366" fmla="*/ 174974 h 581025"/>
                <a:gd name="connsiteX367" fmla="*/ 144685 w 695325"/>
                <a:gd name="connsiteY367" fmla="*/ 175546 h 581025"/>
                <a:gd name="connsiteX368" fmla="*/ 144399 w 695325"/>
                <a:gd name="connsiteY368" fmla="*/ 176022 h 581025"/>
                <a:gd name="connsiteX369" fmla="*/ 144494 w 695325"/>
                <a:gd name="connsiteY369" fmla="*/ 176498 h 581025"/>
                <a:gd name="connsiteX370" fmla="*/ 144875 w 695325"/>
                <a:gd name="connsiteY370" fmla="*/ 178118 h 581025"/>
                <a:gd name="connsiteX371" fmla="*/ 144589 w 695325"/>
                <a:gd name="connsiteY371" fmla="*/ 180499 h 581025"/>
                <a:gd name="connsiteX372" fmla="*/ 142684 w 695325"/>
                <a:gd name="connsiteY372" fmla="*/ 183356 h 581025"/>
                <a:gd name="connsiteX373" fmla="*/ 140303 w 695325"/>
                <a:gd name="connsiteY373" fmla="*/ 190405 h 581025"/>
                <a:gd name="connsiteX374" fmla="*/ 135160 w 695325"/>
                <a:gd name="connsiteY374" fmla="*/ 198977 h 581025"/>
                <a:gd name="connsiteX375" fmla="*/ 133541 w 695325"/>
                <a:gd name="connsiteY375" fmla="*/ 200882 h 581025"/>
                <a:gd name="connsiteX376" fmla="*/ 132397 w 695325"/>
                <a:gd name="connsiteY376" fmla="*/ 201644 h 581025"/>
                <a:gd name="connsiteX377" fmla="*/ 131159 w 695325"/>
                <a:gd name="connsiteY377" fmla="*/ 201740 h 581025"/>
                <a:gd name="connsiteX378" fmla="*/ 130588 w 695325"/>
                <a:gd name="connsiteY378" fmla="*/ 202121 h 581025"/>
                <a:gd name="connsiteX379" fmla="*/ 129635 w 695325"/>
                <a:gd name="connsiteY379" fmla="*/ 202787 h 581025"/>
                <a:gd name="connsiteX380" fmla="*/ 127825 w 695325"/>
                <a:gd name="connsiteY380" fmla="*/ 204788 h 581025"/>
                <a:gd name="connsiteX381" fmla="*/ 126587 w 695325"/>
                <a:gd name="connsiteY381" fmla="*/ 206693 h 581025"/>
                <a:gd name="connsiteX382" fmla="*/ 124873 w 695325"/>
                <a:gd name="connsiteY382" fmla="*/ 209836 h 581025"/>
                <a:gd name="connsiteX383" fmla="*/ 123730 w 695325"/>
                <a:gd name="connsiteY383" fmla="*/ 211265 h 581025"/>
                <a:gd name="connsiteX384" fmla="*/ 122587 w 695325"/>
                <a:gd name="connsiteY384" fmla="*/ 212312 h 581025"/>
                <a:gd name="connsiteX385" fmla="*/ 120872 w 695325"/>
                <a:gd name="connsiteY385" fmla="*/ 213170 h 581025"/>
                <a:gd name="connsiteX386" fmla="*/ 119063 w 695325"/>
                <a:gd name="connsiteY386" fmla="*/ 213836 h 581025"/>
                <a:gd name="connsiteX387" fmla="*/ 118300 w 695325"/>
                <a:gd name="connsiteY387" fmla="*/ 213932 h 581025"/>
                <a:gd name="connsiteX388" fmla="*/ 117729 w 695325"/>
                <a:gd name="connsiteY388" fmla="*/ 213741 h 581025"/>
                <a:gd name="connsiteX389" fmla="*/ 117348 w 695325"/>
                <a:gd name="connsiteY389" fmla="*/ 213265 h 581025"/>
                <a:gd name="connsiteX390" fmla="*/ 117062 w 695325"/>
                <a:gd name="connsiteY390" fmla="*/ 212693 h 581025"/>
                <a:gd name="connsiteX391" fmla="*/ 117062 w 695325"/>
                <a:gd name="connsiteY391" fmla="*/ 212027 h 581025"/>
                <a:gd name="connsiteX392" fmla="*/ 117158 w 695325"/>
                <a:gd name="connsiteY392" fmla="*/ 210503 h 581025"/>
                <a:gd name="connsiteX393" fmla="*/ 117158 w 695325"/>
                <a:gd name="connsiteY393" fmla="*/ 210026 h 581025"/>
                <a:gd name="connsiteX394" fmla="*/ 116967 w 695325"/>
                <a:gd name="connsiteY394" fmla="*/ 209550 h 581025"/>
                <a:gd name="connsiteX395" fmla="*/ 116586 w 695325"/>
                <a:gd name="connsiteY395" fmla="*/ 209169 h 581025"/>
                <a:gd name="connsiteX396" fmla="*/ 115824 w 695325"/>
                <a:gd name="connsiteY396" fmla="*/ 208788 h 581025"/>
                <a:gd name="connsiteX397" fmla="*/ 112395 w 695325"/>
                <a:gd name="connsiteY397" fmla="*/ 207931 h 581025"/>
                <a:gd name="connsiteX398" fmla="*/ 111824 w 695325"/>
                <a:gd name="connsiteY398" fmla="*/ 207931 h 581025"/>
                <a:gd name="connsiteX399" fmla="*/ 111062 w 695325"/>
                <a:gd name="connsiteY399" fmla="*/ 208121 h 581025"/>
                <a:gd name="connsiteX400" fmla="*/ 110585 w 695325"/>
                <a:gd name="connsiteY400" fmla="*/ 208598 h 581025"/>
                <a:gd name="connsiteX401" fmla="*/ 110204 w 695325"/>
                <a:gd name="connsiteY401" fmla="*/ 209169 h 581025"/>
                <a:gd name="connsiteX402" fmla="*/ 109918 w 695325"/>
                <a:gd name="connsiteY402" fmla="*/ 209836 h 581025"/>
                <a:gd name="connsiteX403" fmla="*/ 109728 w 695325"/>
                <a:gd name="connsiteY403" fmla="*/ 210598 h 581025"/>
                <a:gd name="connsiteX404" fmla="*/ 110014 w 695325"/>
                <a:gd name="connsiteY404" fmla="*/ 224504 h 581025"/>
                <a:gd name="connsiteX405" fmla="*/ 110300 w 695325"/>
                <a:gd name="connsiteY405" fmla="*/ 225838 h 581025"/>
                <a:gd name="connsiteX406" fmla="*/ 110680 w 695325"/>
                <a:gd name="connsiteY406" fmla="*/ 227171 h 581025"/>
                <a:gd name="connsiteX407" fmla="*/ 111824 w 695325"/>
                <a:gd name="connsiteY407" fmla="*/ 229743 h 581025"/>
                <a:gd name="connsiteX408" fmla="*/ 112300 w 695325"/>
                <a:gd name="connsiteY408" fmla="*/ 231077 h 581025"/>
                <a:gd name="connsiteX409" fmla="*/ 112585 w 695325"/>
                <a:gd name="connsiteY409" fmla="*/ 232601 h 581025"/>
                <a:gd name="connsiteX410" fmla="*/ 112681 w 695325"/>
                <a:gd name="connsiteY410" fmla="*/ 234220 h 581025"/>
                <a:gd name="connsiteX411" fmla="*/ 112585 w 695325"/>
                <a:gd name="connsiteY411" fmla="*/ 235744 h 581025"/>
                <a:gd name="connsiteX412" fmla="*/ 112109 w 695325"/>
                <a:gd name="connsiteY412" fmla="*/ 237839 h 581025"/>
                <a:gd name="connsiteX413" fmla="*/ 111538 w 695325"/>
                <a:gd name="connsiteY413" fmla="*/ 239744 h 581025"/>
                <a:gd name="connsiteX414" fmla="*/ 109538 w 695325"/>
                <a:gd name="connsiteY414" fmla="*/ 248126 h 581025"/>
                <a:gd name="connsiteX415" fmla="*/ 109538 w 695325"/>
                <a:gd name="connsiteY415" fmla="*/ 249841 h 581025"/>
                <a:gd name="connsiteX416" fmla="*/ 109918 w 695325"/>
                <a:gd name="connsiteY416" fmla="*/ 251460 h 581025"/>
                <a:gd name="connsiteX417" fmla="*/ 111728 w 695325"/>
                <a:gd name="connsiteY417" fmla="*/ 255079 h 581025"/>
                <a:gd name="connsiteX418" fmla="*/ 111824 w 695325"/>
                <a:gd name="connsiteY418" fmla="*/ 255175 h 581025"/>
                <a:gd name="connsiteX419" fmla="*/ 111919 w 695325"/>
                <a:gd name="connsiteY419" fmla="*/ 255175 h 581025"/>
                <a:gd name="connsiteX420" fmla="*/ 112300 w 695325"/>
                <a:gd name="connsiteY420" fmla="*/ 255079 h 581025"/>
                <a:gd name="connsiteX421" fmla="*/ 112585 w 695325"/>
                <a:gd name="connsiteY421" fmla="*/ 254794 h 581025"/>
                <a:gd name="connsiteX422" fmla="*/ 112871 w 695325"/>
                <a:gd name="connsiteY422" fmla="*/ 254413 h 581025"/>
                <a:gd name="connsiteX423" fmla="*/ 113252 w 695325"/>
                <a:gd name="connsiteY423" fmla="*/ 254222 h 581025"/>
                <a:gd name="connsiteX424" fmla="*/ 113729 w 695325"/>
                <a:gd name="connsiteY424" fmla="*/ 254222 h 581025"/>
                <a:gd name="connsiteX425" fmla="*/ 114205 w 695325"/>
                <a:gd name="connsiteY425" fmla="*/ 254984 h 581025"/>
                <a:gd name="connsiteX426" fmla="*/ 114300 w 695325"/>
                <a:gd name="connsiteY426" fmla="*/ 255175 h 581025"/>
                <a:gd name="connsiteX427" fmla="*/ 114395 w 695325"/>
                <a:gd name="connsiteY427" fmla="*/ 257080 h 581025"/>
                <a:gd name="connsiteX428" fmla="*/ 114967 w 695325"/>
                <a:gd name="connsiteY428" fmla="*/ 259271 h 581025"/>
                <a:gd name="connsiteX429" fmla="*/ 115443 w 695325"/>
                <a:gd name="connsiteY429" fmla="*/ 260223 h 581025"/>
                <a:gd name="connsiteX430" fmla="*/ 116014 w 695325"/>
                <a:gd name="connsiteY430" fmla="*/ 260795 h 581025"/>
                <a:gd name="connsiteX431" fmla="*/ 116681 w 695325"/>
                <a:gd name="connsiteY431" fmla="*/ 260795 h 581025"/>
                <a:gd name="connsiteX432" fmla="*/ 117253 w 695325"/>
                <a:gd name="connsiteY432" fmla="*/ 260414 h 581025"/>
                <a:gd name="connsiteX433" fmla="*/ 117824 w 695325"/>
                <a:gd name="connsiteY433" fmla="*/ 259937 h 581025"/>
                <a:gd name="connsiteX434" fmla="*/ 118491 w 695325"/>
                <a:gd name="connsiteY434" fmla="*/ 259652 h 581025"/>
                <a:gd name="connsiteX435" fmla="*/ 118777 w 695325"/>
                <a:gd name="connsiteY435" fmla="*/ 260985 h 581025"/>
                <a:gd name="connsiteX436" fmla="*/ 118967 w 695325"/>
                <a:gd name="connsiteY436" fmla="*/ 263938 h 581025"/>
                <a:gd name="connsiteX437" fmla="*/ 117729 w 695325"/>
                <a:gd name="connsiteY437" fmla="*/ 274130 h 581025"/>
                <a:gd name="connsiteX438" fmla="*/ 117824 w 695325"/>
                <a:gd name="connsiteY438" fmla="*/ 276416 h 581025"/>
                <a:gd name="connsiteX439" fmla="*/ 118110 w 695325"/>
                <a:gd name="connsiteY439" fmla="*/ 277178 h 581025"/>
                <a:gd name="connsiteX440" fmla="*/ 118586 w 695325"/>
                <a:gd name="connsiteY440" fmla="*/ 277940 h 581025"/>
                <a:gd name="connsiteX441" fmla="*/ 119063 w 695325"/>
                <a:gd name="connsiteY441" fmla="*/ 278892 h 581025"/>
                <a:gd name="connsiteX442" fmla="*/ 119539 w 695325"/>
                <a:gd name="connsiteY442" fmla="*/ 280416 h 581025"/>
                <a:gd name="connsiteX443" fmla="*/ 119634 w 695325"/>
                <a:gd name="connsiteY443" fmla="*/ 286893 h 581025"/>
                <a:gd name="connsiteX444" fmla="*/ 120587 w 695325"/>
                <a:gd name="connsiteY444" fmla="*/ 292132 h 581025"/>
                <a:gd name="connsiteX445" fmla="*/ 120587 w 695325"/>
                <a:gd name="connsiteY445" fmla="*/ 295180 h 581025"/>
                <a:gd name="connsiteX446" fmla="*/ 120301 w 695325"/>
                <a:gd name="connsiteY446" fmla="*/ 296990 h 581025"/>
                <a:gd name="connsiteX447" fmla="*/ 118015 w 695325"/>
                <a:gd name="connsiteY447" fmla="*/ 305086 h 581025"/>
                <a:gd name="connsiteX448" fmla="*/ 117920 w 695325"/>
                <a:gd name="connsiteY448" fmla="*/ 307086 h 581025"/>
                <a:gd name="connsiteX449" fmla="*/ 118205 w 695325"/>
                <a:gd name="connsiteY449" fmla="*/ 308324 h 581025"/>
                <a:gd name="connsiteX450" fmla="*/ 123920 w 695325"/>
                <a:gd name="connsiteY450" fmla="*/ 310896 h 581025"/>
                <a:gd name="connsiteX451" fmla="*/ 124587 w 695325"/>
                <a:gd name="connsiteY451" fmla="*/ 311468 h 581025"/>
                <a:gd name="connsiteX452" fmla="*/ 126397 w 695325"/>
                <a:gd name="connsiteY452" fmla="*/ 313277 h 581025"/>
                <a:gd name="connsiteX453" fmla="*/ 126968 w 695325"/>
                <a:gd name="connsiteY453" fmla="*/ 313563 h 581025"/>
                <a:gd name="connsiteX454" fmla="*/ 127540 w 695325"/>
                <a:gd name="connsiteY454" fmla="*/ 313754 h 581025"/>
                <a:gd name="connsiteX455" fmla="*/ 129064 w 695325"/>
                <a:gd name="connsiteY455" fmla="*/ 313849 h 581025"/>
                <a:gd name="connsiteX456" fmla="*/ 133826 w 695325"/>
                <a:gd name="connsiteY456" fmla="*/ 313563 h 581025"/>
                <a:gd name="connsiteX457" fmla="*/ 134684 w 695325"/>
                <a:gd name="connsiteY457" fmla="*/ 313563 h 581025"/>
                <a:gd name="connsiteX458" fmla="*/ 135541 w 695325"/>
                <a:gd name="connsiteY458" fmla="*/ 313849 h 581025"/>
                <a:gd name="connsiteX459" fmla="*/ 136303 w 695325"/>
                <a:gd name="connsiteY459" fmla="*/ 314230 h 581025"/>
                <a:gd name="connsiteX460" fmla="*/ 136970 w 695325"/>
                <a:gd name="connsiteY460" fmla="*/ 314801 h 581025"/>
                <a:gd name="connsiteX461" fmla="*/ 138303 w 695325"/>
                <a:gd name="connsiteY461" fmla="*/ 316516 h 581025"/>
                <a:gd name="connsiteX462" fmla="*/ 138875 w 695325"/>
                <a:gd name="connsiteY462" fmla="*/ 317087 h 581025"/>
                <a:gd name="connsiteX463" fmla="*/ 139351 w 695325"/>
                <a:gd name="connsiteY463" fmla="*/ 317468 h 581025"/>
                <a:gd name="connsiteX464" fmla="*/ 139922 w 695325"/>
                <a:gd name="connsiteY464" fmla="*/ 317754 h 581025"/>
                <a:gd name="connsiteX465" fmla="*/ 140779 w 695325"/>
                <a:gd name="connsiteY465" fmla="*/ 318040 h 581025"/>
                <a:gd name="connsiteX466" fmla="*/ 141637 w 695325"/>
                <a:gd name="connsiteY466" fmla="*/ 317945 h 581025"/>
                <a:gd name="connsiteX467" fmla="*/ 142589 w 695325"/>
                <a:gd name="connsiteY467" fmla="*/ 317564 h 581025"/>
                <a:gd name="connsiteX468" fmla="*/ 143827 w 695325"/>
                <a:gd name="connsiteY468" fmla="*/ 316706 h 581025"/>
                <a:gd name="connsiteX469" fmla="*/ 144018 w 695325"/>
                <a:gd name="connsiteY469" fmla="*/ 316516 h 581025"/>
                <a:gd name="connsiteX470" fmla="*/ 144494 w 695325"/>
                <a:gd name="connsiteY470" fmla="*/ 316230 h 581025"/>
                <a:gd name="connsiteX471" fmla="*/ 144971 w 695325"/>
                <a:gd name="connsiteY471" fmla="*/ 316040 h 581025"/>
                <a:gd name="connsiteX472" fmla="*/ 145637 w 695325"/>
                <a:gd name="connsiteY472" fmla="*/ 315944 h 581025"/>
                <a:gd name="connsiteX473" fmla="*/ 147066 w 695325"/>
                <a:gd name="connsiteY473" fmla="*/ 315944 h 581025"/>
                <a:gd name="connsiteX474" fmla="*/ 149733 w 695325"/>
                <a:gd name="connsiteY474" fmla="*/ 316230 h 581025"/>
                <a:gd name="connsiteX475" fmla="*/ 150209 w 695325"/>
                <a:gd name="connsiteY475" fmla="*/ 316421 h 581025"/>
                <a:gd name="connsiteX476" fmla="*/ 150495 w 695325"/>
                <a:gd name="connsiteY476" fmla="*/ 316516 h 581025"/>
                <a:gd name="connsiteX477" fmla="*/ 150590 w 695325"/>
                <a:gd name="connsiteY477" fmla="*/ 316802 h 581025"/>
                <a:gd name="connsiteX478" fmla="*/ 151067 w 695325"/>
                <a:gd name="connsiteY478" fmla="*/ 318992 h 581025"/>
                <a:gd name="connsiteX479" fmla="*/ 151162 w 695325"/>
                <a:gd name="connsiteY479" fmla="*/ 320421 h 581025"/>
                <a:gd name="connsiteX480" fmla="*/ 150971 w 695325"/>
                <a:gd name="connsiteY480" fmla="*/ 322040 h 581025"/>
                <a:gd name="connsiteX481" fmla="*/ 149352 w 695325"/>
                <a:gd name="connsiteY481" fmla="*/ 328136 h 581025"/>
                <a:gd name="connsiteX482" fmla="*/ 149257 w 695325"/>
                <a:gd name="connsiteY482" fmla="*/ 329375 h 581025"/>
                <a:gd name="connsiteX483" fmla="*/ 149352 w 695325"/>
                <a:gd name="connsiteY483" fmla="*/ 330327 h 581025"/>
                <a:gd name="connsiteX484" fmla="*/ 149733 w 695325"/>
                <a:gd name="connsiteY484" fmla="*/ 330994 h 581025"/>
                <a:gd name="connsiteX485" fmla="*/ 150019 w 695325"/>
                <a:gd name="connsiteY485" fmla="*/ 331470 h 581025"/>
                <a:gd name="connsiteX486" fmla="*/ 152114 w 695325"/>
                <a:gd name="connsiteY486" fmla="*/ 333375 h 581025"/>
                <a:gd name="connsiteX487" fmla="*/ 152591 w 695325"/>
                <a:gd name="connsiteY487" fmla="*/ 334328 h 581025"/>
                <a:gd name="connsiteX488" fmla="*/ 152495 w 695325"/>
                <a:gd name="connsiteY488" fmla="*/ 334994 h 581025"/>
                <a:gd name="connsiteX489" fmla="*/ 151924 w 695325"/>
                <a:gd name="connsiteY489" fmla="*/ 335756 h 581025"/>
                <a:gd name="connsiteX490" fmla="*/ 150114 w 695325"/>
                <a:gd name="connsiteY490" fmla="*/ 337566 h 581025"/>
                <a:gd name="connsiteX491" fmla="*/ 148971 w 695325"/>
                <a:gd name="connsiteY491" fmla="*/ 338328 h 581025"/>
                <a:gd name="connsiteX492" fmla="*/ 146495 w 695325"/>
                <a:gd name="connsiteY492" fmla="*/ 339185 h 581025"/>
                <a:gd name="connsiteX493" fmla="*/ 145351 w 695325"/>
                <a:gd name="connsiteY493" fmla="*/ 339757 h 581025"/>
                <a:gd name="connsiteX494" fmla="*/ 144018 w 695325"/>
                <a:gd name="connsiteY494" fmla="*/ 340424 h 581025"/>
                <a:gd name="connsiteX495" fmla="*/ 139637 w 695325"/>
                <a:gd name="connsiteY495" fmla="*/ 344234 h 581025"/>
                <a:gd name="connsiteX496" fmla="*/ 138684 w 695325"/>
                <a:gd name="connsiteY496" fmla="*/ 344900 h 581025"/>
                <a:gd name="connsiteX497" fmla="*/ 136684 w 695325"/>
                <a:gd name="connsiteY497" fmla="*/ 344996 h 581025"/>
                <a:gd name="connsiteX498" fmla="*/ 136493 w 695325"/>
                <a:gd name="connsiteY498" fmla="*/ 344615 h 581025"/>
                <a:gd name="connsiteX499" fmla="*/ 136398 w 695325"/>
                <a:gd name="connsiteY499" fmla="*/ 344138 h 581025"/>
                <a:gd name="connsiteX500" fmla="*/ 136493 w 695325"/>
                <a:gd name="connsiteY500" fmla="*/ 343281 h 581025"/>
                <a:gd name="connsiteX501" fmla="*/ 136588 w 695325"/>
                <a:gd name="connsiteY501" fmla="*/ 342233 h 581025"/>
                <a:gd name="connsiteX502" fmla="*/ 136303 w 695325"/>
                <a:gd name="connsiteY502" fmla="*/ 340519 h 581025"/>
                <a:gd name="connsiteX503" fmla="*/ 136398 w 695325"/>
                <a:gd name="connsiteY503" fmla="*/ 339281 h 581025"/>
                <a:gd name="connsiteX504" fmla="*/ 136588 w 695325"/>
                <a:gd name="connsiteY504" fmla="*/ 338042 h 581025"/>
                <a:gd name="connsiteX505" fmla="*/ 136970 w 695325"/>
                <a:gd name="connsiteY505" fmla="*/ 336995 h 581025"/>
                <a:gd name="connsiteX506" fmla="*/ 137065 w 695325"/>
                <a:gd name="connsiteY506" fmla="*/ 335756 h 581025"/>
                <a:gd name="connsiteX507" fmla="*/ 136493 w 695325"/>
                <a:gd name="connsiteY507" fmla="*/ 335280 h 581025"/>
                <a:gd name="connsiteX508" fmla="*/ 135446 w 695325"/>
                <a:gd name="connsiteY508" fmla="*/ 335090 h 581025"/>
                <a:gd name="connsiteX509" fmla="*/ 130969 w 695325"/>
                <a:gd name="connsiteY509" fmla="*/ 334899 h 581025"/>
                <a:gd name="connsiteX510" fmla="*/ 129540 w 695325"/>
                <a:gd name="connsiteY510" fmla="*/ 334423 h 581025"/>
                <a:gd name="connsiteX511" fmla="*/ 126683 w 695325"/>
                <a:gd name="connsiteY511" fmla="*/ 332804 h 581025"/>
                <a:gd name="connsiteX512" fmla="*/ 125158 w 695325"/>
                <a:gd name="connsiteY512" fmla="*/ 332232 h 581025"/>
                <a:gd name="connsiteX513" fmla="*/ 114300 w 695325"/>
                <a:gd name="connsiteY513" fmla="*/ 330518 h 581025"/>
                <a:gd name="connsiteX514" fmla="*/ 113062 w 695325"/>
                <a:gd name="connsiteY514" fmla="*/ 330613 h 581025"/>
                <a:gd name="connsiteX515" fmla="*/ 111919 w 695325"/>
                <a:gd name="connsiteY515" fmla="*/ 330803 h 581025"/>
                <a:gd name="connsiteX516" fmla="*/ 111062 w 695325"/>
                <a:gd name="connsiteY516" fmla="*/ 331184 h 581025"/>
                <a:gd name="connsiteX517" fmla="*/ 110300 w 695325"/>
                <a:gd name="connsiteY517" fmla="*/ 331661 h 581025"/>
                <a:gd name="connsiteX518" fmla="*/ 109728 w 695325"/>
                <a:gd name="connsiteY518" fmla="*/ 332327 h 581025"/>
                <a:gd name="connsiteX519" fmla="*/ 109252 w 695325"/>
                <a:gd name="connsiteY519" fmla="*/ 332804 h 581025"/>
                <a:gd name="connsiteX520" fmla="*/ 108775 w 695325"/>
                <a:gd name="connsiteY520" fmla="*/ 333661 h 581025"/>
                <a:gd name="connsiteX521" fmla="*/ 107156 w 695325"/>
                <a:gd name="connsiteY521" fmla="*/ 336899 h 581025"/>
                <a:gd name="connsiteX522" fmla="*/ 106489 w 695325"/>
                <a:gd name="connsiteY522" fmla="*/ 337852 h 581025"/>
                <a:gd name="connsiteX523" fmla="*/ 105442 w 695325"/>
                <a:gd name="connsiteY523" fmla="*/ 338233 h 581025"/>
                <a:gd name="connsiteX524" fmla="*/ 104680 w 695325"/>
                <a:gd name="connsiteY524" fmla="*/ 337852 h 581025"/>
                <a:gd name="connsiteX525" fmla="*/ 103822 w 695325"/>
                <a:gd name="connsiteY525" fmla="*/ 336709 h 581025"/>
                <a:gd name="connsiteX526" fmla="*/ 96679 w 695325"/>
                <a:gd name="connsiteY526" fmla="*/ 321659 h 581025"/>
                <a:gd name="connsiteX527" fmla="*/ 95441 w 695325"/>
                <a:gd name="connsiteY527" fmla="*/ 319850 h 581025"/>
                <a:gd name="connsiteX528" fmla="*/ 94488 w 695325"/>
                <a:gd name="connsiteY528" fmla="*/ 319183 h 581025"/>
                <a:gd name="connsiteX529" fmla="*/ 93821 w 695325"/>
                <a:gd name="connsiteY529" fmla="*/ 318992 h 581025"/>
                <a:gd name="connsiteX530" fmla="*/ 91154 w 695325"/>
                <a:gd name="connsiteY530" fmla="*/ 319373 h 581025"/>
                <a:gd name="connsiteX531" fmla="*/ 90011 w 695325"/>
                <a:gd name="connsiteY531" fmla="*/ 319373 h 581025"/>
                <a:gd name="connsiteX532" fmla="*/ 89345 w 695325"/>
                <a:gd name="connsiteY532" fmla="*/ 319088 h 581025"/>
                <a:gd name="connsiteX533" fmla="*/ 88773 w 695325"/>
                <a:gd name="connsiteY533" fmla="*/ 318611 h 581025"/>
                <a:gd name="connsiteX534" fmla="*/ 88583 w 695325"/>
                <a:gd name="connsiteY534" fmla="*/ 318230 h 581025"/>
                <a:gd name="connsiteX535" fmla="*/ 88392 w 695325"/>
                <a:gd name="connsiteY535" fmla="*/ 317564 h 581025"/>
                <a:gd name="connsiteX536" fmla="*/ 88201 w 695325"/>
                <a:gd name="connsiteY536" fmla="*/ 317087 h 581025"/>
                <a:gd name="connsiteX537" fmla="*/ 88011 w 695325"/>
                <a:gd name="connsiteY537" fmla="*/ 316516 h 581025"/>
                <a:gd name="connsiteX538" fmla="*/ 87439 w 695325"/>
                <a:gd name="connsiteY538" fmla="*/ 315849 h 581025"/>
                <a:gd name="connsiteX539" fmla="*/ 86582 w 695325"/>
                <a:gd name="connsiteY539" fmla="*/ 314992 h 581025"/>
                <a:gd name="connsiteX540" fmla="*/ 84963 w 695325"/>
                <a:gd name="connsiteY540" fmla="*/ 313754 h 581025"/>
                <a:gd name="connsiteX541" fmla="*/ 81439 w 695325"/>
                <a:gd name="connsiteY541" fmla="*/ 310325 h 581025"/>
                <a:gd name="connsiteX542" fmla="*/ 80772 w 695325"/>
                <a:gd name="connsiteY542" fmla="*/ 309848 h 581025"/>
                <a:gd name="connsiteX543" fmla="*/ 80105 w 695325"/>
                <a:gd name="connsiteY543" fmla="*/ 309563 h 581025"/>
                <a:gd name="connsiteX544" fmla="*/ 79629 w 695325"/>
                <a:gd name="connsiteY544" fmla="*/ 309467 h 581025"/>
                <a:gd name="connsiteX545" fmla="*/ 78962 w 695325"/>
                <a:gd name="connsiteY545" fmla="*/ 309372 h 581025"/>
                <a:gd name="connsiteX546" fmla="*/ 78486 w 695325"/>
                <a:gd name="connsiteY546" fmla="*/ 309563 h 581025"/>
                <a:gd name="connsiteX547" fmla="*/ 77914 w 695325"/>
                <a:gd name="connsiteY547" fmla="*/ 309944 h 581025"/>
                <a:gd name="connsiteX548" fmla="*/ 77343 w 695325"/>
                <a:gd name="connsiteY548" fmla="*/ 310706 h 581025"/>
                <a:gd name="connsiteX549" fmla="*/ 76962 w 695325"/>
                <a:gd name="connsiteY549" fmla="*/ 311372 h 581025"/>
                <a:gd name="connsiteX550" fmla="*/ 76009 w 695325"/>
                <a:gd name="connsiteY550" fmla="*/ 313658 h 581025"/>
                <a:gd name="connsiteX551" fmla="*/ 75629 w 695325"/>
                <a:gd name="connsiteY551" fmla="*/ 314325 h 581025"/>
                <a:gd name="connsiteX552" fmla="*/ 74962 w 695325"/>
                <a:gd name="connsiteY552" fmla="*/ 314801 h 581025"/>
                <a:gd name="connsiteX553" fmla="*/ 74104 w 695325"/>
                <a:gd name="connsiteY553" fmla="*/ 315087 h 581025"/>
                <a:gd name="connsiteX554" fmla="*/ 72771 w 695325"/>
                <a:gd name="connsiteY554" fmla="*/ 315087 h 581025"/>
                <a:gd name="connsiteX555" fmla="*/ 72200 w 695325"/>
                <a:gd name="connsiteY555" fmla="*/ 314516 h 581025"/>
                <a:gd name="connsiteX556" fmla="*/ 72009 w 695325"/>
                <a:gd name="connsiteY556" fmla="*/ 313754 h 581025"/>
                <a:gd name="connsiteX557" fmla="*/ 72104 w 695325"/>
                <a:gd name="connsiteY557" fmla="*/ 312896 h 581025"/>
                <a:gd name="connsiteX558" fmla="*/ 71914 w 695325"/>
                <a:gd name="connsiteY558" fmla="*/ 312230 h 581025"/>
                <a:gd name="connsiteX559" fmla="*/ 71342 w 695325"/>
                <a:gd name="connsiteY559" fmla="*/ 311087 h 581025"/>
                <a:gd name="connsiteX560" fmla="*/ 65722 w 695325"/>
                <a:gd name="connsiteY560" fmla="*/ 304610 h 581025"/>
                <a:gd name="connsiteX561" fmla="*/ 64770 w 695325"/>
                <a:gd name="connsiteY561" fmla="*/ 303848 h 581025"/>
                <a:gd name="connsiteX562" fmla="*/ 63913 w 695325"/>
                <a:gd name="connsiteY562" fmla="*/ 303562 h 581025"/>
                <a:gd name="connsiteX563" fmla="*/ 63341 w 695325"/>
                <a:gd name="connsiteY563" fmla="*/ 303657 h 581025"/>
                <a:gd name="connsiteX564" fmla="*/ 62198 w 695325"/>
                <a:gd name="connsiteY564" fmla="*/ 304514 h 581025"/>
                <a:gd name="connsiteX565" fmla="*/ 58483 w 695325"/>
                <a:gd name="connsiteY565" fmla="*/ 308991 h 581025"/>
                <a:gd name="connsiteX566" fmla="*/ 56293 w 695325"/>
                <a:gd name="connsiteY566" fmla="*/ 310325 h 581025"/>
                <a:gd name="connsiteX567" fmla="*/ 55054 w 695325"/>
                <a:gd name="connsiteY567" fmla="*/ 310801 h 581025"/>
                <a:gd name="connsiteX568" fmla="*/ 54197 w 695325"/>
                <a:gd name="connsiteY568" fmla="*/ 312039 h 581025"/>
                <a:gd name="connsiteX569" fmla="*/ 49435 w 695325"/>
                <a:gd name="connsiteY569" fmla="*/ 320802 h 581025"/>
                <a:gd name="connsiteX570" fmla="*/ 48958 w 695325"/>
                <a:gd name="connsiteY570" fmla="*/ 321945 h 581025"/>
                <a:gd name="connsiteX571" fmla="*/ 48768 w 695325"/>
                <a:gd name="connsiteY571" fmla="*/ 323279 h 581025"/>
                <a:gd name="connsiteX572" fmla="*/ 48768 w 695325"/>
                <a:gd name="connsiteY572" fmla="*/ 324517 h 581025"/>
                <a:gd name="connsiteX573" fmla="*/ 49149 w 695325"/>
                <a:gd name="connsiteY573" fmla="*/ 325850 h 581025"/>
                <a:gd name="connsiteX574" fmla="*/ 50006 w 695325"/>
                <a:gd name="connsiteY574" fmla="*/ 327184 h 581025"/>
                <a:gd name="connsiteX575" fmla="*/ 51054 w 695325"/>
                <a:gd name="connsiteY575" fmla="*/ 328327 h 581025"/>
                <a:gd name="connsiteX576" fmla="*/ 52483 w 695325"/>
                <a:gd name="connsiteY576" fmla="*/ 329470 h 581025"/>
                <a:gd name="connsiteX577" fmla="*/ 62103 w 695325"/>
                <a:gd name="connsiteY577" fmla="*/ 335090 h 581025"/>
                <a:gd name="connsiteX578" fmla="*/ 63055 w 695325"/>
                <a:gd name="connsiteY578" fmla="*/ 335947 h 581025"/>
                <a:gd name="connsiteX579" fmla="*/ 63722 w 695325"/>
                <a:gd name="connsiteY579" fmla="*/ 337185 h 581025"/>
                <a:gd name="connsiteX580" fmla="*/ 65056 w 695325"/>
                <a:gd name="connsiteY580" fmla="*/ 340614 h 581025"/>
                <a:gd name="connsiteX581" fmla="*/ 65722 w 695325"/>
                <a:gd name="connsiteY581" fmla="*/ 341567 h 581025"/>
                <a:gd name="connsiteX582" fmla="*/ 66675 w 695325"/>
                <a:gd name="connsiteY582" fmla="*/ 342138 h 581025"/>
                <a:gd name="connsiteX583" fmla="*/ 67723 w 695325"/>
                <a:gd name="connsiteY583" fmla="*/ 342519 h 581025"/>
                <a:gd name="connsiteX584" fmla="*/ 71628 w 695325"/>
                <a:gd name="connsiteY584" fmla="*/ 342900 h 581025"/>
                <a:gd name="connsiteX585" fmla="*/ 72580 w 695325"/>
                <a:gd name="connsiteY585" fmla="*/ 343281 h 581025"/>
                <a:gd name="connsiteX586" fmla="*/ 73628 w 695325"/>
                <a:gd name="connsiteY586" fmla="*/ 343948 h 581025"/>
                <a:gd name="connsiteX587" fmla="*/ 74485 w 695325"/>
                <a:gd name="connsiteY587" fmla="*/ 345091 h 581025"/>
                <a:gd name="connsiteX588" fmla="*/ 74676 w 695325"/>
                <a:gd name="connsiteY588" fmla="*/ 346424 h 581025"/>
                <a:gd name="connsiteX589" fmla="*/ 73533 w 695325"/>
                <a:gd name="connsiteY589" fmla="*/ 351377 h 581025"/>
                <a:gd name="connsiteX590" fmla="*/ 73438 w 695325"/>
                <a:gd name="connsiteY590" fmla="*/ 353854 h 581025"/>
                <a:gd name="connsiteX591" fmla="*/ 73914 w 695325"/>
                <a:gd name="connsiteY591" fmla="*/ 356235 h 581025"/>
                <a:gd name="connsiteX592" fmla="*/ 74771 w 695325"/>
                <a:gd name="connsiteY592" fmla="*/ 359283 h 581025"/>
                <a:gd name="connsiteX593" fmla="*/ 74962 w 695325"/>
                <a:gd name="connsiteY593" fmla="*/ 360998 h 581025"/>
                <a:gd name="connsiteX594" fmla="*/ 74771 w 695325"/>
                <a:gd name="connsiteY594" fmla="*/ 362617 h 581025"/>
                <a:gd name="connsiteX595" fmla="*/ 74009 w 695325"/>
                <a:gd name="connsiteY595" fmla="*/ 366236 h 581025"/>
                <a:gd name="connsiteX596" fmla="*/ 73628 w 695325"/>
                <a:gd name="connsiteY596" fmla="*/ 375666 h 581025"/>
                <a:gd name="connsiteX597" fmla="*/ 74009 w 695325"/>
                <a:gd name="connsiteY597" fmla="*/ 376809 h 581025"/>
                <a:gd name="connsiteX598" fmla="*/ 74676 w 695325"/>
                <a:gd name="connsiteY598" fmla="*/ 377571 h 581025"/>
                <a:gd name="connsiteX599" fmla="*/ 78010 w 695325"/>
                <a:gd name="connsiteY599" fmla="*/ 378143 h 581025"/>
                <a:gd name="connsiteX600" fmla="*/ 78962 w 695325"/>
                <a:gd name="connsiteY600" fmla="*/ 378524 h 581025"/>
                <a:gd name="connsiteX601" fmla="*/ 79629 w 695325"/>
                <a:gd name="connsiteY601" fmla="*/ 379190 h 581025"/>
                <a:gd name="connsiteX602" fmla="*/ 80200 w 695325"/>
                <a:gd name="connsiteY602" fmla="*/ 380238 h 581025"/>
                <a:gd name="connsiteX603" fmla="*/ 82105 w 695325"/>
                <a:gd name="connsiteY603" fmla="*/ 384524 h 581025"/>
                <a:gd name="connsiteX604" fmla="*/ 82582 w 695325"/>
                <a:gd name="connsiteY604" fmla="*/ 385191 h 581025"/>
                <a:gd name="connsiteX605" fmla="*/ 83153 w 695325"/>
                <a:gd name="connsiteY605" fmla="*/ 385572 h 581025"/>
                <a:gd name="connsiteX606" fmla="*/ 83915 w 695325"/>
                <a:gd name="connsiteY606" fmla="*/ 385858 h 581025"/>
                <a:gd name="connsiteX607" fmla="*/ 86773 w 695325"/>
                <a:gd name="connsiteY607" fmla="*/ 386620 h 581025"/>
                <a:gd name="connsiteX608" fmla="*/ 87725 w 695325"/>
                <a:gd name="connsiteY608" fmla="*/ 387096 h 581025"/>
                <a:gd name="connsiteX609" fmla="*/ 88583 w 695325"/>
                <a:gd name="connsiteY609" fmla="*/ 387858 h 581025"/>
                <a:gd name="connsiteX610" fmla="*/ 89630 w 695325"/>
                <a:gd name="connsiteY610" fmla="*/ 389477 h 581025"/>
                <a:gd name="connsiteX611" fmla="*/ 89916 w 695325"/>
                <a:gd name="connsiteY611" fmla="*/ 390716 h 581025"/>
                <a:gd name="connsiteX612" fmla="*/ 89725 w 695325"/>
                <a:gd name="connsiteY612" fmla="*/ 391763 h 581025"/>
                <a:gd name="connsiteX613" fmla="*/ 89154 w 695325"/>
                <a:gd name="connsiteY613" fmla="*/ 392430 h 581025"/>
                <a:gd name="connsiteX614" fmla="*/ 87154 w 695325"/>
                <a:gd name="connsiteY614" fmla="*/ 393668 h 581025"/>
                <a:gd name="connsiteX615" fmla="*/ 86392 w 695325"/>
                <a:gd name="connsiteY615" fmla="*/ 394430 h 581025"/>
                <a:gd name="connsiteX616" fmla="*/ 85916 w 695325"/>
                <a:gd name="connsiteY616" fmla="*/ 395478 h 581025"/>
                <a:gd name="connsiteX617" fmla="*/ 86011 w 695325"/>
                <a:gd name="connsiteY617" fmla="*/ 396145 h 581025"/>
                <a:gd name="connsiteX618" fmla="*/ 86677 w 695325"/>
                <a:gd name="connsiteY618" fmla="*/ 396812 h 581025"/>
                <a:gd name="connsiteX619" fmla="*/ 88583 w 695325"/>
                <a:gd name="connsiteY619" fmla="*/ 398050 h 581025"/>
                <a:gd name="connsiteX620" fmla="*/ 89725 w 695325"/>
                <a:gd name="connsiteY620" fmla="*/ 399193 h 581025"/>
                <a:gd name="connsiteX621" fmla="*/ 90106 w 695325"/>
                <a:gd name="connsiteY621" fmla="*/ 400241 h 581025"/>
                <a:gd name="connsiteX622" fmla="*/ 90011 w 695325"/>
                <a:gd name="connsiteY622" fmla="*/ 401479 h 581025"/>
                <a:gd name="connsiteX623" fmla="*/ 87916 w 695325"/>
                <a:gd name="connsiteY623" fmla="*/ 405765 h 581025"/>
                <a:gd name="connsiteX624" fmla="*/ 87344 w 695325"/>
                <a:gd name="connsiteY624" fmla="*/ 407384 h 581025"/>
                <a:gd name="connsiteX625" fmla="*/ 87058 w 695325"/>
                <a:gd name="connsiteY625" fmla="*/ 409099 h 581025"/>
                <a:gd name="connsiteX626" fmla="*/ 87058 w 695325"/>
                <a:gd name="connsiteY626" fmla="*/ 411480 h 581025"/>
                <a:gd name="connsiteX627" fmla="*/ 87439 w 695325"/>
                <a:gd name="connsiteY627" fmla="*/ 412909 h 581025"/>
                <a:gd name="connsiteX628" fmla="*/ 87916 w 695325"/>
                <a:gd name="connsiteY628" fmla="*/ 414338 h 581025"/>
                <a:gd name="connsiteX629" fmla="*/ 89440 w 695325"/>
                <a:gd name="connsiteY629" fmla="*/ 417100 h 581025"/>
                <a:gd name="connsiteX630" fmla="*/ 89725 w 695325"/>
                <a:gd name="connsiteY630" fmla="*/ 418624 h 581025"/>
                <a:gd name="connsiteX631" fmla="*/ 89630 w 695325"/>
                <a:gd name="connsiteY631" fmla="*/ 420053 h 581025"/>
                <a:gd name="connsiteX632" fmla="*/ 88773 w 695325"/>
                <a:gd name="connsiteY632" fmla="*/ 422720 h 581025"/>
                <a:gd name="connsiteX633" fmla="*/ 88678 w 695325"/>
                <a:gd name="connsiteY633" fmla="*/ 423958 h 581025"/>
                <a:gd name="connsiteX634" fmla="*/ 89249 w 695325"/>
                <a:gd name="connsiteY634" fmla="*/ 424815 h 581025"/>
                <a:gd name="connsiteX635" fmla="*/ 92012 w 695325"/>
                <a:gd name="connsiteY635" fmla="*/ 426625 h 581025"/>
                <a:gd name="connsiteX636" fmla="*/ 92774 w 695325"/>
                <a:gd name="connsiteY636" fmla="*/ 427673 h 581025"/>
                <a:gd name="connsiteX637" fmla="*/ 93059 w 695325"/>
                <a:gd name="connsiteY637" fmla="*/ 428720 h 581025"/>
                <a:gd name="connsiteX638" fmla="*/ 93440 w 695325"/>
                <a:gd name="connsiteY638" fmla="*/ 431864 h 581025"/>
                <a:gd name="connsiteX639" fmla="*/ 94107 w 695325"/>
                <a:gd name="connsiteY639" fmla="*/ 433292 h 581025"/>
                <a:gd name="connsiteX640" fmla="*/ 95821 w 695325"/>
                <a:gd name="connsiteY640" fmla="*/ 435959 h 581025"/>
                <a:gd name="connsiteX641" fmla="*/ 96202 w 695325"/>
                <a:gd name="connsiteY641" fmla="*/ 437102 h 581025"/>
                <a:gd name="connsiteX642" fmla="*/ 96298 w 695325"/>
                <a:gd name="connsiteY642" fmla="*/ 438341 h 581025"/>
                <a:gd name="connsiteX643" fmla="*/ 96298 w 695325"/>
                <a:gd name="connsiteY643" fmla="*/ 439388 h 581025"/>
                <a:gd name="connsiteX644" fmla="*/ 96583 w 695325"/>
                <a:gd name="connsiteY644" fmla="*/ 447008 h 581025"/>
                <a:gd name="connsiteX645" fmla="*/ 96202 w 695325"/>
                <a:gd name="connsiteY645" fmla="*/ 448437 h 581025"/>
                <a:gd name="connsiteX646" fmla="*/ 95631 w 695325"/>
                <a:gd name="connsiteY646" fmla="*/ 449294 h 581025"/>
                <a:gd name="connsiteX647" fmla="*/ 94964 w 695325"/>
                <a:gd name="connsiteY647" fmla="*/ 449485 h 581025"/>
                <a:gd name="connsiteX648" fmla="*/ 92107 w 695325"/>
                <a:gd name="connsiteY648" fmla="*/ 451009 h 581025"/>
                <a:gd name="connsiteX649" fmla="*/ 91630 w 695325"/>
                <a:gd name="connsiteY649" fmla="*/ 451390 h 581025"/>
                <a:gd name="connsiteX650" fmla="*/ 91250 w 695325"/>
                <a:gd name="connsiteY650" fmla="*/ 451866 h 581025"/>
                <a:gd name="connsiteX651" fmla="*/ 90964 w 695325"/>
                <a:gd name="connsiteY651" fmla="*/ 452438 h 581025"/>
                <a:gd name="connsiteX652" fmla="*/ 90583 w 695325"/>
                <a:gd name="connsiteY652" fmla="*/ 452914 h 581025"/>
                <a:gd name="connsiteX653" fmla="*/ 89821 w 695325"/>
                <a:gd name="connsiteY653" fmla="*/ 453771 h 581025"/>
                <a:gd name="connsiteX654" fmla="*/ 89440 w 695325"/>
                <a:gd name="connsiteY654" fmla="*/ 454343 h 581025"/>
                <a:gd name="connsiteX655" fmla="*/ 89249 w 695325"/>
                <a:gd name="connsiteY655" fmla="*/ 455105 h 581025"/>
                <a:gd name="connsiteX656" fmla="*/ 89154 w 695325"/>
                <a:gd name="connsiteY656" fmla="*/ 458819 h 581025"/>
                <a:gd name="connsiteX657" fmla="*/ 88106 w 695325"/>
                <a:gd name="connsiteY657" fmla="*/ 464344 h 581025"/>
                <a:gd name="connsiteX658" fmla="*/ 87916 w 695325"/>
                <a:gd name="connsiteY658" fmla="*/ 464915 h 581025"/>
                <a:gd name="connsiteX659" fmla="*/ 87630 w 695325"/>
                <a:gd name="connsiteY659" fmla="*/ 465392 h 581025"/>
                <a:gd name="connsiteX660" fmla="*/ 86773 w 695325"/>
                <a:gd name="connsiteY660" fmla="*/ 467487 h 581025"/>
                <a:gd name="connsiteX661" fmla="*/ 86296 w 695325"/>
                <a:gd name="connsiteY661" fmla="*/ 469773 h 581025"/>
                <a:gd name="connsiteX662" fmla="*/ 84963 w 695325"/>
                <a:gd name="connsiteY662" fmla="*/ 469487 h 581025"/>
                <a:gd name="connsiteX663" fmla="*/ 83915 w 695325"/>
                <a:gd name="connsiteY663" fmla="*/ 468821 h 581025"/>
                <a:gd name="connsiteX664" fmla="*/ 82582 w 695325"/>
                <a:gd name="connsiteY664" fmla="*/ 467297 h 581025"/>
                <a:gd name="connsiteX665" fmla="*/ 82105 w 695325"/>
                <a:gd name="connsiteY665" fmla="*/ 467011 h 581025"/>
                <a:gd name="connsiteX666" fmla="*/ 81725 w 695325"/>
                <a:gd name="connsiteY666" fmla="*/ 466916 h 581025"/>
                <a:gd name="connsiteX667" fmla="*/ 81248 w 695325"/>
                <a:gd name="connsiteY667" fmla="*/ 467106 h 581025"/>
                <a:gd name="connsiteX668" fmla="*/ 80867 w 695325"/>
                <a:gd name="connsiteY668" fmla="*/ 467773 h 581025"/>
                <a:gd name="connsiteX669" fmla="*/ 79153 w 695325"/>
                <a:gd name="connsiteY669" fmla="*/ 471869 h 581025"/>
                <a:gd name="connsiteX670" fmla="*/ 78391 w 695325"/>
                <a:gd name="connsiteY670" fmla="*/ 473107 h 581025"/>
                <a:gd name="connsiteX671" fmla="*/ 77152 w 695325"/>
                <a:gd name="connsiteY671" fmla="*/ 473964 h 581025"/>
                <a:gd name="connsiteX672" fmla="*/ 75438 w 695325"/>
                <a:gd name="connsiteY672" fmla="*/ 474440 h 581025"/>
                <a:gd name="connsiteX673" fmla="*/ 70961 w 695325"/>
                <a:gd name="connsiteY673" fmla="*/ 474821 h 581025"/>
                <a:gd name="connsiteX674" fmla="*/ 70104 w 695325"/>
                <a:gd name="connsiteY674" fmla="*/ 475012 h 581025"/>
                <a:gd name="connsiteX675" fmla="*/ 69056 w 695325"/>
                <a:gd name="connsiteY675" fmla="*/ 475488 h 581025"/>
                <a:gd name="connsiteX676" fmla="*/ 67913 w 695325"/>
                <a:gd name="connsiteY676" fmla="*/ 476250 h 581025"/>
                <a:gd name="connsiteX677" fmla="*/ 66675 w 695325"/>
                <a:gd name="connsiteY677" fmla="*/ 477298 h 581025"/>
                <a:gd name="connsiteX678" fmla="*/ 65818 w 695325"/>
                <a:gd name="connsiteY678" fmla="*/ 478250 h 581025"/>
                <a:gd name="connsiteX679" fmla="*/ 64294 w 695325"/>
                <a:gd name="connsiteY679" fmla="*/ 480632 h 581025"/>
                <a:gd name="connsiteX680" fmla="*/ 63437 w 695325"/>
                <a:gd name="connsiteY680" fmla="*/ 481489 h 581025"/>
                <a:gd name="connsiteX681" fmla="*/ 62579 w 695325"/>
                <a:gd name="connsiteY681" fmla="*/ 482060 h 581025"/>
                <a:gd name="connsiteX682" fmla="*/ 61722 w 695325"/>
                <a:gd name="connsiteY682" fmla="*/ 482251 h 581025"/>
                <a:gd name="connsiteX683" fmla="*/ 60674 w 695325"/>
                <a:gd name="connsiteY683" fmla="*/ 482346 h 581025"/>
                <a:gd name="connsiteX684" fmla="*/ 59912 w 695325"/>
                <a:gd name="connsiteY684" fmla="*/ 482632 h 581025"/>
                <a:gd name="connsiteX685" fmla="*/ 59150 w 695325"/>
                <a:gd name="connsiteY685" fmla="*/ 483584 h 581025"/>
                <a:gd name="connsiteX686" fmla="*/ 59055 w 695325"/>
                <a:gd name="connsiteY686" fmla="*/ 484442 h 581025"/>
                <a:gd name="connsiteX687" fmla="*/ 59150 w 695325"/>
                <a:gd name="connsiteY687" fmla="*/ 485013 h 581025"/>
                <a:gd name="connsiteX688" fmla="*/ 59722 w 695325"/>
                <a:gd name="connsiteY688" fmla="*/ 485775 h 581025"/>
                <a:gd name="connsiteX689" fmla="*/ 60579 w 695325"/>
                <a:gd name="connsiteY689" fmla="*/ 486442 h 581025"/>
                <a:gd name="connsiteX690" fmla="*/ 62675 w 695325"/>
                <a:gd name="connsiteY690" fmla="*/ 487585 h 581025"/>
                <a:gd name="connsiteX691" fmla="*/ 63627 w 695325"/>
                <a:gd name="connsiteY691" fmla="*/ 488442 h 581025"/>
                <a:gd name="connsiteX692" fmla="*/ 64294 w 695325"/>
                <a:gd name="connsiteY692" fmla="*/ 490157 h 581025"/>
                <a:gd name="connsiteX693" fmla="*/ 64199 w 695325"/>
                <a:gd name="connsiteY693" fmla="*/ 491681 h 581025"/>
                <a:gd name="connsiteX694" fmla="*/ 63437 w 695325"/>
                <a:gd name="connsiteY694" fmla="*/ 492728 h 581025"/>
                <a:gd name="connsiteX695" fmla="*/ 62579 w 695325"/>
                <a:gd name="connsiteY695" fmla="*/ 493300 h 581025"/>
                <a:gd name="connsiteX696" fmla="*/ 61531 w 695325"/>
                <a:gd name="connsiteY696" fmla="*/ 493681 h 581025"/>
                <a:gd name="connsiteX697" fmla="*/ 60293 w 695325"/>
                <a:gd name="connsiteY697" fmla="*/ 494443 h 581025"/>
                <a:gd name="connsiteX698" fmla="*/ 57531 w 695325"/>
                <a:gd name="connsiteY698" fmla="*/ 496634 h 581025"/>
                <a:gd name="connsiteX699" fmla="*/ 55245 w 695325"/>
                <a:gd name="connsiteY699" fmla="*/ 498824 h 581025"/>
                <a:gd name="connsiteX700" fmla="*/ 52292 w 695325"/>
                <a:gd name="connsiteY700" fmla="*/ 502539 h 581025"/>
                <a:gd name="connsiteX701" fmla="*/ 47720 w 695325"/>
                <a:gd name="connsiteY701" fmla="*/ 506063 h 581025"/>
                <a:gd name="connsiteX702" fmla="*/ 46292 w 695325"/>
                <a:gd name="connsiteY702" fmla="*/ 507397 h 581025"/>
                <a:gd name="connsiteX703" fmla="*/ 44005 w 695325"/>
                <a:gd name="connsiteY703" fmla="*/ 510445 h 581025"/>
                <a:gd name="connsiteX704" fmla="*/ 40386 w 695325"/>
                <a:gd name="connsiteY704" fmla="*/ 517112 h 581025"/>
                <a:gd name="connsiteX705" fmla="*/ 39529 w 695325"/>
                <a:gd name="connsiteY705" fmla="*/ 518160 h 581025"/>
                <a:gd name="connsiteX706" fmla="*/ 38576 w 695325"/>
                <a:gd name="connsiteY706" fmla="*/ 518827 h 581025"/>
                <a:gd name="connsiteX707" fmla="*/ 37624 w 695325"/>
                <a:gd name="connsiteY707" fmla="*/ 519208 h 581025"/>
                <a:gd name="connsiteX708" fmla="*/ 34671 w 695325"/>
                <a:gd name="connsiteY708" fmla="*/ 519684 h 581025"/>
                <a:gd name="connsiteX709" fmla="*/ 33718 w 695325"/>
                <a:gd name="connsiteY709" fmla="*/ 520065 h 581025"/>
                <a:gd name="connsiteX710" fmla="*/ 32861 w 695325"/>
                <a:gd name="connsiteY710" fmla="*/ 520541 h 581025"/>
                <a:gd name="connsiteX711" fmla="*/ 32290 w 695325"/>
                <a:gd name="connsiteY711" fmla="*/ 521208 h 581025"/>
                <a:gd name="connsiteX712" fmla="*/ 30861 w 695325"/>
                <a:gd name="connsiteY712" fmla="*/ 523780 h 581025"/>
                <a:gd name="connsiteX713" fmla="*/ 30194 w 695325"/>
                <a:gd name="connsiteY713" fmla="*/ 524447 h 581025"/>
                <a:gd name="connsiteX714" fmla="*/ 29242 w 695325"/>
                <a:gd name="connsiteY714" fmla="*/ 525113 h 581025"/>
                <a:gd name="connsiteX715" fmla="*/ 23336 w 695325"/>
                <a:gd name="connsiteY715" fmla="*/ 527590 h 581025"/>
                <a:gd name="connsiteX716" fmla="*/ 21241 w 695325"/>
                <a:gd name="connsiteY716" fmla="*/ 528161 h 581025"/>
                <a:gd name="connsiteX717" fmla="*/ 20193 w 695325"/>
                <a:gd name="connsiteY717" fmla="*/ 528256 h 581025"/>
                <a:gd name="connsiteX718" fmla="*/ 19336 w 695325"/>
                <a:gd name="connsiteY718" fmla="*/ 528066 h 581025"/>
                <a:gd name="connsiteX719" fmla="*/ 18764 w 695325"/>
                <a:gd name="connsiteY719" fmla="*/ 527876 h 581025"/>
                <a:gd name="connsiteX720" fmla="*/ 18193 w 695325"/>
                <a:gd name="connsiteY720" fmla="*/ 527971 h 581025"/>
                <a:gd name="connsiteX721" fmla="*/ 17526 w 695325"/>
                <a:gd name="connsiteY721" fmla="*/ 528733 h 581025"/>
                <a:gd name="connsiteX722" fmla="*/ 16002 w 695325"/>
                <a:gd name="connsiteY722" fmla="*/ 532733 h 581025"/>
                <a:gd name="connsiteX723" fmla="*/ 15145 w 695325"/>
                <a:gd name="connsiteY723" fmla="*/ 534162 h 581025"/>
                <a:gd name="connsiteX724" fmla="*/ 14478 w 695325"/>
                <a:gd name="connsiteY724" fmla="*/ 535400 h 581025"/>
                <a:gd name="connsiteX725" fmla="*/ 14192 w 695325"/>
                <a:gd name="connsiteY725" fmla="*/ 536258 h 581025"/>
                <a:gd name="connsiteX726" fmla="*/ 14097 w 695325"/>
                <a:gd name="connsiteY726" fmla="*/ 537020 h 581025"/>
                <a:gd name="connsiteX727" fmla="*/ 14192 w 695325"/>
                <a:gd name="connsiteY727" fmla="*/ 537686 h 581025"/>
                <a:gd name="connsiteX728" fmla="*/ 14383 w 695325"/>
                <a:gd name="connsiteY728" fmla="*/ 538258 h 581025"/>
                <a:gd name="connsiteX729" fmla="*/ 15335 w 695325"/>
                <a:gd name="connsiteY729" fmla="*/ 540068 h 581025"/>
                <a:gd name="connsiteX730" fmla="*/ 15430 w 695325"/>
                <a:gd name="connsiteY730" fmla="*/ 541115 h 581025"/>
                <a:gd name="connsiteX731" fmla="*/ 15240 w 695325"/>
                <a:gd name="connsiteY731" fmla="*/ 542354 h 581025"/>
                <a:gd name="connsiteX732" fmla="*/ 14764 w 695325"/>
                <a:gd name="connsiteY732" fmla="*/ 544163 h 581025"/>
                <a:gd name="connsiteX733" fmla="*/ 14478 w 695325"/>
                <a:gd name="connsiteY733" fmla="*/ 546354 h 581025"/>
                <a:gd name="connsiteX734" fmla="*/ 13335 w 695325"/>
                <a:gd name="connsiteY734" fmla="*/ 550259 h 581025"/>
                <a:gd name="connsiteX735" fmla="*/ 12954 w 695325"/>
                <a:gd name="connsiteY735" fmla="*/ 550926 h 581025"/>
                <a:gd name="connsiteX736" fmla="*/ 12573 w 695325"/>
                <a:gd name="connsiteY736" fmla="*/ 551497 h 581025"/>
                <a:gd name="connsiteX737" fmla="*/ 12097 w 695325"/>
                <a:gd name="connsiteY737" fmla="*/ 551879 h 581025"/>
                <a:gd name="connsiteX738" fmla="*/ 11239 w 695325"/>
                <a:gd name="connsiteY738" fmla="*/ 553212 h 581025"/>
                <a:gd name="connsiteX739" fmla="*/ 10668 w 695325"/>
                <a:gd name="connsiteY739" fmla="*/ 554355 h 581025"/>
                <a:gd name="connsiteX740" fmla="*/ 10382 w 695325"/>
                <a:gd name="connsiteY740" fmla="*/ 555308 h 581025"/>
                <a:gd name="connsiteX741" fmla="*/ 10382 w 695325"/>
                <a:gd name="connsiteY741" fmla="*/ 556165 h 581025"/>
                <a:gd name="connsiteX742" fmla="*/ 10573 w 695325"/>
                <a:gd name="connsiteY742" fmla="*/ 557213 h 581025"/>
                <a:gd name="connsiteX743" fmla="*/ 10573 w 695325"/>
                <a:gd name="connsiteY743" fmla="*/ 561308 h 581025"/>
                <a:gd name="connsiteX744" fmla="*/ 10096 w 695325"/>
                <a:gd name="connsiteY744" fmla="*/ 564071 h 581025"/>
                <a:gd name="connsiteX745" fmla="*/ 9620 w 695325"/>
                <a:gd name="connsiteY745" fmla="*/ 565499 h 581025"/>
                <a:gd name="connsiteX746" fmla="*/ 9239 w 695325"/>
                <a:gd name="connsiteY746" fmla="*/ 566261 h 581025"/>
                <a:gd name="connsiteX747" fmla="*/ 8382 w 695325"/>
                <a:gd name="connsiteY747" fmla="*/ 567404 h 581025"/>
                <a:gd name="connsiteX748" fmla="*/ 7906 w 695325"/>
                <a:gd name="connsiteY748" fmla="*/ 568166 h 581025"/>
                <a:gd name="connsiteX749" fmla="*/ 7239 w 695325"/>
                <a:gd name="connsiteY749" fmla="*/ 569690 h 581025"/>
                <a:gd name="connsiteX750" fmla="*/ 6953 w 695325"/>
                <a:gd name="connsiteY750" fmla="*/ 570833 h 581025"/>
                <a:gd name="connsiteX751" fmla="*/ 6763 w 695325"/>
                <a:gd name="connsiteY751" fmla="*/ 572072 h 581025"/>
                <a:gd name="connsiteX752" fmla="*/ 6763 w 695325"/>
                <a:gd name="connsiteY752" fmla="*/ 573691 h 581025"/>
                <a:gd name="connsiteX753" fmla="*/ 6477 w 695325"/>
                <a:gd name="connsiteY753" fmla="*/ 574548 h 581025"/>
                <a:gd name="connsiteX754" fmla="*/ 6191 w 695325"/>
                <a:gd name="connsiteY754" fmla="*/ 575215 h 581025"/>
                <a:gd name="connsiteX755" fmla="*/ 5620 w 695325"/>
                <a:gd name="connsiteY755" fmla="*/ 575501 h 581025"/>
                <a:gd name="connsiteX756" fmla="*/ 5048 w 695325"/>
                <a:gd name="connsiteY756" fmla="*/ 575596 h 581025"/>
                <a:gd name="connsiteX757" fmla="*/ 4477 w 695325"/>
                <a:gd name="connsiteY757" fmla="*/ 575501 h 581025"/>
                <a:gd name="connsiteX758" fmla="*/ 4000 w 695325"/>
                <a:gd name="connsiteY758" fmla="*/ 575215 h 581025"/>
                <a:gd name="connsiteX759" fmla="*/ 3143 w 695325"/>
                <a:gd name="connsiteY759" fmla="*/ 574453 h 581025"/>
                <a:gd name="connsiteX760" fmla="*/ 2572 w 695325"/>
                <a:gd name="connsiteY760" fmla="*/ 574167 h 581025"/>
                <a:gd name="connsiteX761" fmla="*/ 2000 w 695325"/>
                <a:gd name="connsiteY761" fmla="*/ 574072 h 581025"/>
                <a:gd name="connsiteX762" fmla="*/ 1333 w 695325"/>
                <a:gd name="connsiteY762" fmla="*/ 574262 h 581025"/>
                <a:gd name="connsiteX763" fmla="*/ 762 w 695325"/>
                <a:gd name="connsiteY763" fmla="*/ 574738 h 581025"/>
                <a:gd name="connsiteX764" fmla="*/ 476 w 695325"/>
                <a:gd name="connsiteY764" fmla="*/ 575405 h 581025"/>
                <a:gd name="connsiteX765" fmla="*/ 381 w 695325"/>
                <a:gd name="connsiteY765" fmla="*/ 576072 h 581025"/>
                <a:gd name="connsiteX766" fmla="*/ 286 w 695325"/>
                <a:gd name="connsiteY766" fmla="*/ 578263 h 581025"/>
                <a:gd name="connsiteX767" fmla="*/ 0 w 695325"/>
                <a:gd name="connsiteY767" fmla="*/ 580358 h 581025"/>
                <a:gd name="connsiteX768" fmla="*/ 0 w 695325"/>
                <a:gd name="connsiteY768" fmla="*/ 582549 h 581025"/>
                <a:gd name="connsiteX769" fmla="*/ 381 w 695325"/>
                <a:gd name="connsiteY769" fmla="*/ 584073 h 581025"/>
                <a:gd name="connsiteX770" fmla="*/ 6858 w 695325"/>
                <a:gd name="connsiteY770" fmla="*/ 585502 h 581025"/>
                <a:gd name="connsiteX771" fmla="*/ 8001 w 695325"/>
                <a:gd name="connsiteY771" fmla="*/ 585978 h 581025"/>
                <a:gd name="connsiteX772" fmla="*/ 9430 w 695325"/>
                <a:gd name="connsiteY772" fmla="*/ 586359 h 581025"/>
                <a:gd name="connsiteX773" fmla="*/ 10287 w 695325"/>
                <a:gd name="connsiteY773" fmla="*/ 586359 h 581025"/>
                <a:gd name="connsiteX774" fmla="*/ 11144 w 695325"/>
                <a:gd name="connsiteY774" fmla="*/ 585692 h 581025"/>
                <a:gd name="connsiteX775" fmla="*/ 11716 w 695325"/>
                <a:gd name="connsiteY775" fmla="*/ 584740 h 581025"/>
                <a:gd name="connsiteX776" fmla="*/ 12383 w 695325"/>
                <a:gd name="connsiteY776" fmla="*/ 582644 h 581025"/>
                <a:gd name="connsiteX777" fmla="*/ 12954 w 695325"/>
                <a:gd name="connsiteY777" fmla="*/ 581882 h 581025"/>
                <a:gd name="connsiteX778" fmla="*/ 13906 w 695325"/>
                <a:gd name="connsiteY778" fmla="*/ 581692 h 581025"/>
                <a:gd name="connsiteX779" fmla="*/ 15430 w 695325"/>
                <a:gd name="connsiteY779" fmla="*/ 581978 h 581025"/>
                <a:gd name="connsiteX780" fmla="*/ 19241 w 695325"/>
                <a:gd name="connsiteY780" fmla="*/ 584454 h 581025"/>
                <a:gd name="connsiteX781" fmla="*/ 21622 w 695325"/>
                <a:gd name="connsiteY781" fmla="*/ 585216 h 581025"/>
                <a:gd name="connsiteX782" fmla="*/ 24860 w 695325"/>
                <a:gd name="connsiteY782" fmla="*/ 583502 h 581025"/>
                <a:gd name="connsiteX783" fmla="*/ 26765 w 695325"/>
                <a:gd name="connsiteY783" fmla="*/ 581406 h 581025"/>
                <a:gd name="connsiteX784" fmla="*/ 28766 w 695325"/>
                <a:gd name="connsiteY784" fmla="*/ 579692 h 581025"/>
                <a:gd name="connsiteX785" fmla="*/ 30575 w 695325"/>
                <a:gd name="connsiteY785" fmla="*/ 578644 h 581025"/>
                <a:gd name="connsiteX786" fmla="*/ 34576 w 695325"/>
                <a:gd name="connsiteY786" fmla="*/ 578168 h 581025"/>
                <a:gd name="connsiteX787" fmla="*/ 36195 w 695325"/>
                <a:gd name="connsiteY787" fmla="*/ 577501 h 581025"/>
                <a:gd name="connsiteX788" fmla="*/ 37624 w 695325"/>
                <a:gd name="connsiteY788" fmla="*/ 575977 h 581025"/>
                <a:gd name="connsiteX789" fmla="*/ 38576 w 695325"/>
                <a:gd name="connsiteY789" fmla="*/ 574548 h 581025"/>
                <a:gd name="connsiteX790" fmla="*/ 40196 w 695325"/>
                <a:gd name="connsiteY790" fmla="*/ 573024 h 581025"/>
                <a:gd name="connsiteX791" fmla="*/ 42481 w 695325"/>
                <a:gd name="connsiteY791" fmla="*/ 571691 h 581025"/>
                <a:gd name="connsiteX792" fmla="*/ 50101 w 695325"/>
                <a:gd name="connsiteY792" fmla="*/ 568166 h 581025"/>
                <a:gd name="connsiteX793" fmla="*/ 61436 w 695325"/>
                <a:gd name="connsiteY793" fmla="*/ 560546 h 581025"/>
                <a:gd name="connsiteX794" fmla="*/ 65437 w 695325"/>
                <a:gd name="connsiteY794" fmla="*/ 560261 h 581025"/>
                <a:gd name="connsiteX795" fmla="*/ 69723 w 695325"/>
                <a:gd name="connsiteY795" fmla="*/ 559403 h 581025"/>
                <a:gd name="connsiteX796" fmla="*/ 75152 w 695325"/>
                <a:gd name="connsiteY796" fmla="*/ 555403 h 581025"/>
                <a:gd name="connsiteX797" fmla="*/ 80963 w 695325"/>
                <a:gd name="connsiteY797" fmla="*/ 554546 h 581025"/>
                <a:gd name="connsiteX798" fmla="*/ 85534 w 695325"/>
                <a:gd name="connsiteY798" fmla="*/ 555879 h 581025"/>
                <a:gd name="connsiteX799" fmla="*/ 87535 w 695325"/>
                <a:gd name="connsiteY799" fmla="*/ 557117 h 581025"/>
                <a:gd name="connsiteX800" fmla="*/ 89059 w 695325"/>
                <a:gd name="connsiteY800" fmla="*/ 558355 h 581025"/>
                <a:gd name="connsiteX801" fmla="*/ 91059 w 695325"/>
                <a:gd name="connsiteY801" fmla="*/ 560546 h 581025"/>
                <a:gd name="connsiteX802" fmla="*/ 91154 w 695325"/>
                <a:gd name="connsiteY802" fmla="*/ 560642 h 581025"/>
                <a:gd name="connsiteX803" fmla="*/ 92583 w 695325"/>
                <a:gd name="connsiteY803" fmla="*/ 560737 h 581025"/>
                <a:gd name="connsiteX804" fmla="*/ 94297 w 695325"/>
                <a:gd name="connsiteY804" fmla="*/ 560642 h 581025"/>
                <a:gd name="connsiteX805" fmla="*/ 95155 w 695325"/>
                <a:gd name="connsiteY805" fmla="*/ 560737 h 581025"/>
                <a:gd name="connsiteX806" fmla="*/ 95821 w 695325"/>
                <a:gd name="connsiteY806" fmla="*/ 560832 h 581025"/>
                <a:gd name="connsiteX807" fmla="*/ 96774 w 695325"/>
                <a:gd name="connsiteY807" fmla="*/ 561308 h 581025"/>
                <a:gd name="connsiteX808" fmla="*/ 98012 w 695325"/>
                <a:gd name="connsiteY808" fmla="*/ 561499 h 581025"/>
                <a:gd name="connsiteX809" fmla="*/ 99155 w 695325"/>
                <a:gd name="connsiteY809" fmla="*/ 560927 h 581025"/>
                <a:gd name="connsiteX810" fmla="*/ 100013 w 695325"/>
                <a:gd name="connsiteY810" fmla="*/ 559689 h 581025"/>
                <a:gd name="connsiteX811" fmla="*/ 100489 w 695325"/>
                <a:gd name="connsiteY811" fmla="*/ 558165 h 581025"/>
                <a:gd name="connsiteX812" fmla="*/ 101155 w 695325"/>
                <a:gd name="connsiteY812" fmla="*/ 556641 h 581025"/>
                <a:gd name="connsiteX813" fmla="*/ 102203 w 695325"/>
                <a:gd name="connsiteY813" fmla="*/ 555688 h 581025"/>
                <a:gd name="connsiteX814" fmla="*/ 104108 w 695325"/>
                <a:gd name="connsiteY814" fmla="*/ 555308 h 581025"/>
                <a:gd name="connsiteX815" fmla="*/ 107156 w 695325"/>
                <a:gd name="connsiteY815" fmla="*/ 555593 h 581025"/>
                <a:gd name="connsiteX816" fmla="*/ 108395 w 695325"/>
                <a:gd name="connsiteY816" fmla="*/ 555308 h 581025"/>
                <a:gd name="connsiteX817" fmla="*/ 109061 w 695325"/>
                <a:gd name="connsiteY817" fmla="*/ 554164 h 581025"/>
                <a:gd name="connsiteX818" fmla="*/ 109252 w 695325"/>
                <a:gd name="connsiteY818" fmla="*/ 552545 h 581025"/>
                <a:gd name="connsiteX819" fmla="*/ 108966 w 695325"/>
                <a:gd name="connsiteY819" fmla="*/ 550736 h 581025"/>
                <a:gd name="connsiteX820" fmla="*/ 108490 w 695325"/>
                <a:gd name="connsiteY820" fmla="*/ 548545 h 581025"/>
                <a:gd name="connsiteX821" fmla="*/ 108395 w 695325"/>
                <a:gd name="connsiteY821" fmla="*/ 547021 h 581025"/>
                <a:gd name="connsiteX822" fmla="*/ 108871 w 695325"/>
                <a:gd name="connsiteY822" fmla="*/ 545973 h 581025"/>
                <a:gd name="connsiteX823" fmla="*/ 110300 w 695325"/>
                <a:gd name="connsiteY823" fmla="*/ 545402 h 581025"/>
                <a:gd name="connsiteX824" fmla="*/ 111347 w 695325"/>
                <a:gd name="connsiteY824" fmla="*/ 544639 h 581025"/>
                <a:gd name="connsiteX825" fmla="*/ 111824 w 695325"/>
                <a:gd name="connsiteY825" fmla="*/ 543687 h 581025"/>
                <a:gd name="connsiteX826" fmla="*/ 111633 w 695325"/>
                <a:gd name="connsiteY826" fmla="*/ 542735 h 581025"/>
                <a:gd name="connsiteX827" fmla="*/ 110966 w 695325"/>
                <a:gd name="connsiteY827" fmla="*/ 541782 h 581025"/>
                <a:gd name="connsiteX828" fmla="*/ 107537 w 695325"/>
                <a:gd name="connsiteY828" fmla="*/ 539210 h 581025"/>
                <a:gd name="connsiteX829" fmla="*/ 106394 w 695325"/>
                <a:gd name="connsiteY829" fmla="*/ 537877 h 581025"/>
                <a:gd name="connsiteX830" fmla="*/ 106013 w 695325"/>
                <a:gd name="connsiteY830" fmla="*/ 536924 h 581025"/>
                <a:gd name="connsiteX831" fmla="*/ 106204 w 695325"/>
                <a:gd name="connsiteY831" fmla="*/ 535686 h 581025"/>
                <a:gd name="connsiteX832" fmla="*/ 106871 w 695325"/>
                <a:gd name="connsiteY832" fmla="*/ 534257 h 581025"/>
                <a:gd name="connsiteX833" fmla="*/ 110680 w 695325"/>
                <a:gd name="connsiteY833" fmla="*/ 528352 h 581025"/>
                <a:gd name="connsiteX834" fmla="*/ 111442 w 695325"/>
                <a:gd name="connsiteY834" fmla="*/ 526828 h 581025"/>
                <a:gd name="connsiteX835" fmla="*/ 111919 w 695325"/>
                <a:gd name="connsiteY835" fmla="*/ 525209 h 581025"/>
                <a:gd name="connsiteX836" fmla="*/ 111824 w 695325"/>
                <a:gd name="connsiteY836" fmla="*/ 523970 h 581025"/>
                <a:gd name="connsiteX837" fmla="*/ 110871 w 695325"/>
                <a:gd name="connsiteY837" fmla="*/ 522065 h 581025"/>
                <a:gd name="connsiteX838" fmla="*/ 110776 w 695325"/>
                <a:gd name="connsiteY838" fmla="*/ 521399 h 581025"/>
                <a:gd name="connsiteX839" fmla="*/ 110966 w 695325"/>
                <a:gd name="connsiteY839" fmla="*/ 520446 h 581025"/>
                <a:gd name="connsiteX840" fmla="*/ 112681 w 695325"/>
                <a:gd name="connsiteY840" fmla="*/ 516064 h 581025"/>
                <a:gd name="connsiteX841" fmla="*/ 112967 w 695325"/>
                <a:gd name="connsiteY841" fmla="*/ 514255 h 581025"/>
                <a:gd name="connsiteX842" fmla="*/ 112967 w 695325"/>
                <a:gd name="connsiteY842" fmla="*/ 512540 h 581025"/>
                <a:gd name="connsiteX843" fmla="*/ 112776 w 695325"/>
                <a:gd name="connsiteY843" fmla="*/ 510350 h 581025"/>
                <a:gd name="connsiteX844" fmla="*/ 112967 w 695325"/>
                <a:gd name="connsiteY844" fmla="*/ 509683 h 581025"/>
                <a:gd name="connsiteX845" fmla="*/ 113443 w 695325"/>
                <a:gd name="connsiteY845" fmla="*/ 508921 h 581025"/>
                <a:gd name="connsiteX846" fmla="*/ 117538 w 695325"/>
                <a:gd name="connsiteY846" fmla="*/ 503968 h 581025"/>
                <a:gd name="connsiteX847" fmla="*/ 118396 w 695325"/>
                <a:gd name="connsiteY847" fmla="*/ 502158 h 581025"/>
                <a:gd name="connsiteX848" fmla="*/ 119825 w 695325"/>
                <a:gd name="connsiteY848" fmla="*/ 498634 h 581025"/>
                <a:gd name="connsiteX849" fmla="*/ 120872 w 695325"/>
                <a:gd name="connsiteY849" fmla="*/ 497491 h 581025"/>
                <a:gd name="connsiteX850" fmla="*/ 122110 w 695325"/>
                <a:gd name="connsiteY850" fmla="*/ 497205 h 581025"/>
                <a:gd name="connsiteX851" fmla="*/ 124111 w 695325"/>
                <a:gd name="connsiteY851" fmla="*/ 497777 h 581025"/>
                <a:gd name="connsiteX852" fmla="*/ 125444 w 695325"/>
                <a:gd name="connsiteY852" fmla="*/ 498348 h 581025"/>
                <a:gd name="connsiteX853" fmla="*/ 126492 w 695325"/>
                <a:gd name="connsiteY853" fmla="*/ 498634 h 581025"/>
                <a:gd name="connsiteX854" fmla="*/ 127730 w 695325"/>
                <a:gd name="connsiteY854" fmla="*/ 498348 h 581025"/>
                <a:gd name="connsiteX855" fmla="*/ 128302 w 695325"/>
                <a:gd name="connsiteY855" fmla="*/ 498539 h 581025"/>
                <a:gd name="connsiteX856" fmla="*/ 128778 w 695325"/>
                <a:gd name="connsiteY856" fmla="*/ 499586 h 581025"/>
                <a:gd name="connsiteX857" fmla="*/ 128778 w 695325"/>
                <a:gd name="connsiteY857" fmla="*/ 500444 h 581025"/>
                <a:gd name="connsiteX858" fmla="*/ 128683 w 695325"/>
                <a:gd name="connsiteY858" fmla="*/ 501396 h 581025"/>
                <a:gd name="connsiteX859" fmla="*/ 128778 w 695325"/>
                <a:gd name="connsiteY859" fmla="*/ 502349 h 581025"/>
                <a:gd name="connsiteX860" fmla="*/ 128873 w 695325"/>
                <a:gd name="connsiteY860" fmla="*/ 503015 h 581025"/>
                <a:gd name="connsiteX861" fmla="*/ 129254 w 695325"/>
                <a:gd name="connsiteY861" fmla="*/ 503777 h 581025"/>
                <a:gd name="connsiteX862" fmla="*/ 129445 w 695325"/>
                <a:gd name="connsiteY862" fmla="*/ 504444 h 581025"/>
                <a:gd name="connsiteX863" fmla="*/ 129445 w 695325"/>
                <a:gd name="connsiteY863" fmla="*/ 505492 h 581025"/>
                <a:gd name="connsiteX864" fmla="*/ 129159 w 695325"/>
                <a:gd name="connsiteY864" fmla="*/ 507873 h 581025"/>
                <a:gd name="connsiteX865" fmla="*/ 129254 w 695325"/>
                <a:gd name="connsiteY865" fmla="*/ 509302 h 581025"/>
                <a:gd name="connsiteX866" fmla="*/ 130016 w 695325"/>
                <a:gd name="connsiteY866" fmla="*/ 510730 h 581025"/>
                <a:gd name="connsiteX867" fmla="*/ 131254 w 695325"/>
                <a:gd name="connsiteY867" fmla="*/ 512350 h 581025"/>
                <a:gd name="connsiteX868" fmla="*/ 137065 w 695325"/>
                <a:gd name="connsiteY868" fmla="*/ 517493 h 581025"/>
                <a:gd name="connsiteX869" fmla="*/ 137731 w 695325"/>
                <a:gd name="connsiteY869" fmla="*/ 518255 h 581025"/>
                <a:gd name="connsiteX870" fmla="*/ 138398 w 695325"/>
                <a:gd name="connsiteY870" fmla="*/ 519208 h 581025"/>
                <a:gd name="connsiteX871" fmla="*/ 138875 w 695325"/>
                <a:gd name="connsiteY871" fmla="*/ 520160 h 581025"/>
                <a:gd name="connsiteX872" fmla="*/ 139255 w 695325"/>
                <a:gd name="connsiteY872" fmla="*/ 521113 h 581025"/>
                <a:gd name="connsiteX873" fmla="*/ 139255 w 695325"/>
                <a:gd name="connsiteY873" fmla="*/ 522065 h 581025"/>
                <a:gd name="connsiteX874" fmla="*/ 138970 w 695325"/>
                <a:gd name="connsiteY874" fmla="*/ 523018 h 581025"/>
                <a:gd name="connsiteX875" fmla="*/ 137446 w 695325"/>
                <a:gd name="connsiteY875" fmla="*/ 526352 h 581025"/>
                <a:gd name="connsiteX876" fmla="*/ 137255 w 695325"/>
                <a:gd name="connsiteY876" fmla="*/ 527780 h 581025"/>
                <a:gd name="connsiteX877" fmla="*/ 137160 w 695325"/>
                <a:gd name="connsiteY877" fmla="*/ 529019 h 581025"/>
                <a:gd name="connsiteX878" fmla="*/ 137446 w 695325"/>
                <a:gd name="connsiteY878" fmla="*/ 530162 h 581025"/>
                <a:gd name="connsiteX879" fmla="*/ 138017 w 695325"/>
                <a:gd name="connsiteY879" fmla="*/ 530924 h 581025"/>
                <a:gd name="connsiteX880" fmla="*/ 138779 w 695325"/>
                <a:gd name="connsiteY880" fmla="*/ 531495 h 581025"/>
                <a:gd name="connsiteX881" fmla="*/ 139732 w 695325"/>
                <a:gd name="connsiteY881" fmla="*/ 531686 h 581025"/>
                <a:gd name="connsiteX882" fmla="*/ 141065 w 695325"/>
                <a:gd name="connsiteY882" fmla="*/ 531781 h 581025"/>
                <a:gd name="connsiteX883" fmla="*/ 142113 w 695325"/>
                <a:gd name="connsiteY883" fmla="*/ 531971 h 581025"/>
                <a:gd name="connsiteX884" fmla="*/ 143637 w 695325"/>
                <a:gd name="connsiteY884" fmla="*/ 532829 h 581025"/>
                <a:gd name="connsiteX885" fmla="*/ 144399 w 695325"/>
                <a:gd name="connsiteY885" fmla="*/ 532733 h 581025"/>
                <a:gd name="connsiteX886" fmla="*/ 145542 w 695325"/>
                <a:gd name="connsiteY886" fmla="*/ 531400 h 581025"/>
                <a:gd name="connsiteX887" fmla="*/ 145923 w 695325"/>
                <a:gd name="connsiteY887" fmla="*/ 530162 h 581025"/>
                <a:gd name="connsiteX888" fmla="*/ 146495 w 695325"/>
                <a:gd name="connsiteY888" fmla="*/ 527399 h 581025"/>
                <a:gd name="connsiteX889" fmla="*/ 146780 w 695325"/>
                <a:gd name="connsiteY889" fmla="*/ 526352 h 581025"/>
                <a:gd name="connsiteX890" fmla="*/ 147542 w 695325"/>
                <a:gd name="connsiteY890" fmla="*/ 525494 h 581025"/>
                <a:gd name="connsiteX891" fmla="*/ 148780 w 695325"/>
                <a:gd name="connsiteY891" fmla="*/ 524637 h 581025"/>
                <a:gd name="connsiteX892" fmla="*/ 150781 w 695325"/>
                <a:gd name="connsiteY892" fmla="*/ 523494 h 581025"/>
                <a:gd name="connsiteX893" fmla="*/ 154496 w 695325"/>
                <a:gd name="connsiteY893" fmla="*/ 521018 h 581025"/>
                <a:gd name="connsiteX894" fmla="*/ 158020 w 695325"/>
                <a:gd name="connsiteY894" fmla="*/ 519684 h 581025"/>
                <a:gd name="connsiteX895" fmla="*/ 159353 w 695325"/>
                <a:gd name="connsiteY895" fmla="*/ 518827 h 581025"/>
                <a:gd name="connsiteX896" fmla="*/ 160401 w 695325"/>
                <a:gd name="connsiteY896" fmla="*/ 517112 h 581025"/>
                <a:gd name="connsiteX897" fmla="*/ 160972 w 695325"/>
                <a:gd name="connsiteY897" fmla="*/ 515684 h 581025"/>
                <a:gd name="connsiteX898" fmla="*/ 161068 w 695325"/>
                <a:gd name="connsiteY898" fmla="*/ 514160 h 581025"/>
                <a:gd name="connsiteX899" fmla="*/ 160306 w 695325"/>
                <a:gd name="connsiteY899" fmla="*/ 511207 h 581025"/>
                <a:gd name="connsiteX900" fmla="*/ 160210 w 695325"/>
                <a:gd name="connsiteY900" fmla="*/ 509969 h 581025"/>
                <a:gd name="connsiteX901" fmla="*/ 160877 w 695325"/>
                <a:gd name="connsiteY901" fmla="*/ 509111 h 581025"/>
                <a:gd name="connsiteX902" fmla="*/ 162020 w 695325"/>
                <a:gd name="connsiteY902" fmla="*/ 508445 h 581025"/>
                <a:gd name="connsiteX903" fmla="*/ 164401 w 695325"/>
                <a:gd name="connsiteY903" fmla="*/ 508159 h 581025"/>
                <a:gd name="connsiteX904" fmla="*/ 165925 w 695325"/>
                <a:gd name="connsiteY904" fmla="*/ 508540 h 581025"/>
                <a:gd name="connsiteX905" fmla="*/ 167068 w 695325"/>
                <a:gd name="connsiteY905" fmla="*/ 509302 h 581025"/>
                <a:gd name="connsiteX906" fmla="*/ 168307 w 695325"/>
                <a:gd name="connsiteY906" fmla="*/ 510254 h 581025"/>
                <a:gd name="connsiteX907" fmla="*/ 169640 w 695325"/>
                <a:gd name="connsiteY907" fmla="*/ 510826 h 581025"/>
                <a:gd name="connsiteX908" fmla="*/ 171641 w 695325"/>
                <a:gd name="connsiteY908" fmla="*/ 510921 h 581025"/>
                <a:gd name="connsiteX909" fmla="*/ 172498 w 695325"/>
                <a:gd name="connsiteY909" fmla="*/ 511588 h 581025"/>
                <a:gd name="connsiteX910" fmla="*/ 172688 w 695325"/>
                <a:gd name="connsiteY910" fmla="*/ 512540 h 581025"/>
                <a:gd name="connsiteX911" fmla="*/ 172402 w 695325"/>
                <a:gd name="connsiteY911" fmla="*/ 514636 h 581025"/>
                <a:gd name="connsiteX912" fmla="*/ 172402 w 695325"/>
                <a:gd name="connsiteY912" fmla="*/ 515588 h 581025"/>
                <a:gd name="connsiteX913" fmla="*/ 172784 w 695325"/>
                <a:gd name="connsiteY913" fmla="*/ 516541 h 581025"/>
                <a:gd name="connsiteX914" fmla="*/ 173546 w 695325"/>
                <a:gd name="connsiteY914" fmla="*/ 517208 h 581025"/>
                <a:gd name="connsiteX915" fmla="*/ 174593 w 695325"/>
                <a:gd name="connsiteY915" fmla="*/ 517493 h 581025"/>
                <a:gd name="connsiteX916" fmla="*/ 179070 w 695325"/>
                <a:gd name="connsiteY916" fmla="*/ 517303 h 581025"/>
                <a:gd name="connsiteX917" fmla="*/ 180118 w 695325"/>
                <a:gd name="connsiteY917" fmla="*/ 517112 h 581025"/>
                <a:gd name="connsiteX918" fmla="*/ 184309 w 695325"/>
                <a:gd name="connsiteY918" fmla="*/ 515017 h 581025"/>
                <a:gd name="connsiteX919" fmla="*/ 185547 w 695325"/>
                <a:gd name="connsiteY919" fmla="*/ 514541 h 581025"/>
                <a:gd name="connsiteX920" fmla="*/ 186404 w 695325"/>
                <a:gd name="connsiteY920" fmla="*/ 514445 h 581025"/>
                <a:gd name="connsiteX921" fmla="*/ 187928 w 695325"/>
                <a:gd name="connsiteY921" fmla="*/ 514541 h 581025"/>
                <a:gd name="connsiteX922" fmla="*/ 189167 w 695325"/>
                <a:gd name="connsiteY922" fmla="*/ 514255 h 581025"/>
                <a:gd name="connsiteX923" fmla="*/ 190214 w 695325"/>
                <a:gd name="connsiteY923" fmla="*/ 513207 h 581025"/>
                <a:gd name="connsiteX924" fmla="*/ 190691 w 695325"/>
                <a:gd name="connsiteY924" fmla="*/ 509969 h 581025"/>
                <a:gd name="connsiteX925" fmla="*/ 190595 w 695325"/>
                <a:gd name="connsiteY925" fmla="*/ 508349 h 581025"/>
                <a:gd name="connsiteX926" fmla="*/ 190119 w 695325"/>
                <a:gd name="connsiteY926" fmla="*/ 507206 h 581025"/>
                <a:gd name="connsiteX927" fmla="*/ 189547 w 695325"/>
                <a:gd name="connsiteY927" fmla="*/ 506635 h 581025"/>
                <a:gd name="connsiteX928" fmla="*/ 189071 w 695325"/>
                <a:gd name="connsiteY928" fmla="*/ 505873 h 581025"/>
                <a:gd name="connsiteX929" fmla="*/ 189452 w 695325"/>
                <a:gd name="connsiteY929" fmla="*/ 504539 h 581025"/>
                <a:gd name="connsiteX930" fmla="*/ 189833 w 695325"/>
                <a:gd name="connsiteY930" fmla="*/ 503587 h 581025"/>
                <a:gd name="connsiteX931" fmla="*/ 195263 w 695325"/>
                <a:gd name="connsiteY931" fmla="*/ 496824 h 581025"/>
                <a:gd name="connsiteX932" fmla="*/ 195167 w 695325"/>
                <a:gd name="connsiteY932" fmla="*/ 495110 h 581025"/>
                <a:gd name="connsiteX933" fmla="*/ 194786 w 695325"/>
                <a:gd name="connsiteY933" fmla="*/ 494729 h 581025"/>
                <a:gd name="connsiteX934" fmla="*/ 194405 w 695325"/>
                <a:gd name="connsiteY934" fmla="*/ 494538 h 581025"/>
                <a:gd name="connsiteX935" fmla="*/ 193834 w 695325"/>
                <a:gd name="connsiteY935" fmla="*/ 494443 h 581025"/>
                <a:gd name="connsiteX936" fmla="*/ 191834 w 695325"/>
                <a:gd name="connsiteY936" fmla="*/ 494729 h 581025"/>
                <a:gd name="connsiteX937" fmla="*/ 191167 w 695325"/>
                <a:gd name="connsiteY937" fmla="*/ 494633 h 581025"/>
                <a:gd name="connsiteX938" fmla="*/ 190786 w 695325"/>
                <a:gd name="connsiteY938" fmla="*/ 494062 h 581025"/>
                <a:gd name="connsiteX939" fmla="*/ 189929 w 695325"/>
                <a:gd name="connsiteY939" fmla="*/ 491776 h 581025"/>
                <a:gd name="connsiteX940" fmla="*/ 188119 w 695325"/>
                <a:gd name="connsiteY940" fmla="*/ 489204 h 581025"/>
                <a:gd name="connsiteX941" fmla="*/ 187928 w 695325"/>
                <a:gd name="connsiteY941" fmla="*/ 488252 h 581025"/>
                <a:gd name="connsiteX942" fmla="*/ 188119 w 695325"/>
                <a:gd name="connsiteY942" fmla="*/ 487299 h 581025"/>
                <a:gd name="connsiteX943" fmla="*/ 188404 w 695325"/>
                <a:gd name="connsiteY943" fmla="*/ 486251 h 581025"/>
                <a:gd name="connsiteX944" fmla="*/ 188595 w 695325"/>
                <a:gd name="connsiteY944" fmla="*/ 485108 h 581025"/>
                <a:gd name="connsiteX945" fmla="*/ 188595 w 695325"/>
                <a:gd name="connsiteY945" fmla="*/ 484156 h 581025"/>
                <a:gd name="connsiteX946" fmla="*/ 188690 w 695325"/>
                <a:gd name="connsiteY946" fmla="*/ 483299 h 581025"/>
                <a:gd name="connsiteX947" fmla="*/ 188881 w 695325"/>
                <a:gd name="connsiteY947" fmla="*/ 482727 h 581025"/>
                <a:gd name="connsiteX948" fmla="*/ 191834 w 695325"/>
                <a:gd name="connsiteY948" fmla="*/ 479965 h 581025"/>
                <a:gd name="connsiteX949" fmla="*/ 193167 w 695325"/>
                <a:gd name="connsiteY949" fmla="*/ 478441 h 581025"/>
                <a:gd name="connsiteX950" fmla="*/ 194405 w 695325"/>
                <a:gd name="connsiteY950" fmla="*/ 476631 h 581025"/>
                <a:gd name="connsiteX951" fmla="*/ 196882 w 695325"/>
                <a:gd name="connsiteY951" fmla="*/ 472154 h 581025"/>
                <a:gd name="connsiteX952" fmla="*/ 198215 w 695325"/>
                <a:gd name="connsiteY952" fmla="*/ 470440 h 581025"/>
                <a:gd name="connsiteX953" fmla="*/ 200216 w 695325"/>
                <a:gd name="connsiteY953" fmla="*/ 468440 h 581025"/>
                <a:gd name="connsiteX954" fmla="*/ 201549 w 695325"/>
                <a:gd name="connsiteY954" fmla="*/ 467678 h 581025"/>
                <a:gd name="connsiteX955" fmla="*/ 202978 w 695325"/>
                <a:gd name="connsiteY955" fmla="*/ 467392 h 581025"/>
                <a:gd name="connsiteX956" fmla="*/ 204311 w 695325"/>
                <a:gd name="connsiteY956" fmla="*/ 467773 h 581025"/>
                <a:gd name="connsiteX957" fmla="*/ 205550 w 695325"/>
                <a:gd name="connsiteY957" fmla="*/ 468440 h 581025"/>
                <a:gd name="connsiteX958" fmla="*/ 206692 w 695325"/>
                <a:gd name="connsiteY958" fmla="*/ 469583 h 581025"/>
                <a:gd name="connsiteX959" fmla="*/ 207645 w 695325"/>
                <a:gd name="connsiteY959" fmla="*/ 470345 h 581025"/>
                <a:gd name="connsiteX960" fmla="*/ 208883 w 695325"/>
                <a:gd name="connsiteY960" fmla="*/ 470440 h 581025"/>
                <a:gd name="connsiteX961" fmla="*/ 215265 w 695325"/>
                <a:gd name="connsiteY961" fmla="*/ 467582 h 581025"/>
                <a:gd name="connsiteX962" fmla="*/ 217075 w 695325"/>
                <a:gd name="connsiteY962" fmla="*/ 466154 h 581025"/>
                <a:gd name="connsiteX963" fmla="*/ 220027 w 695325"/>
                <a:gd name="connsiteY963" fmla="*/ 463391 h 581025"/>
                <a:gd name="connsiteX964" fmla="*/ 223647 w 695325"/>
                <a:gd name="connsiteY964" fmla="*/ 460629 h 581025"/>
                <a:gd name="connsiteX965" fmla="*/ 225362 w 695325"/>
                <a:gd name="connsiteY965" fmla="*/ 459581 h 581025"/>
                <a:gd name="connsiteX966" fmla="*/ 227838 w 695325"/>
                <a:gd name="connsiteY966" fmla="*/ 458819 h 581025"/>
                <a:gd name="connsiteX967" fmla="*/ 229552 w 695325"/>
                <a:gd name="connsiteY967" fmla="*/ 458057 h 581025"/>
                <a:gd name="connsiteX968" fmla="*/ 230886 w 695325"/>
                <a:gd name="connsiteY968" fmla="*/ 456819 h 581025"/>
                <a:gd name="connsiteX969" fmla="*/ 231267 w 695325"/>
                <a:gd name="connsiteY969" fmla="*/ 455676 h 581025"/>
                <a:gd name="connsiteX970" fmla="*/ 231172 w 695325"/>
                <a:gd name="connsiteY970" fmla="*/ 454914 h 581025"/>
                <a:gd name="connsiteX971" fmla="*/ 230696 w 695325"/>
                <a:gd name="connsiteY971" fmla="*/ 454533 h 581025"/>
                <a:gd name="connsiteX972" fmla="*/ 230029 w 695325"/>
                <a:gd name="connsiteY972" fmla="*/ 454247 h 581025"/>
                <a:gd name="connsiteX973" fmla="*/ 229552 w 695325"/>
                <a:gd name="connsiteY973" fmla="*/ 453771 h 581025"/>
                <a:gd name="connsiteX974" fmla="*/ 229267 w 695325"/>
                <a:gd name="connsiteY974" fmla="*/ 453104 h 581025"/>
                <a:gd name="connsiteX975" fmla="*/ 228886 w 695325"/>
                <a:gd name="connsiteY975" fmla="*/ 451771 h 581025"/>
                <a:gd name="connsiteX976" fmla="*/ 228600 w 695325"/>
                <a:gd name="connsiteY976" fmla="*/ 451390 h 581025"/>
                <a:gd name="connsiteX977" fmla="*/ 228029 w 695325"/>
                <a:gd name="connsiteY977" fmla="*/ 451199 h 581025"/>
                <a:gd name="connsiteX978" fmla="*/ 227362 w 695325"/>
                <a:gd name="connsiteY978" fmla="*/ 451104 h 581025"/>
                <a:gd name="connsiteX979" fmla="*/ 226790 w 695325"/>
                <a:gd name="connsiteY979" fmla="*/ 451104 h 581025"/>
                <a:gd name="connsiteX980" fmla="*/ 226314 w 695325"/>
                <a:gd name="connsiteY980" fmla="*/ 450914 h 581025"/>
                <a:gd name="connsiteX981" fmla="*/ 225742 w 695325"/>
                <a:gd name="connsiteY981" fmla="*/ 450533 h 581025"/>
                <a:gd name="connsiteX982" fmla="*/ 223361 w 695325"/>
                <a:gd name="connsiteY982" fmla="*/ 447485 h 581025"/>
                <a:gd name="connsiteX983" fmla="*/ 222980 w 695325"/>
                <a:gd name="connsiteY983" fmla="*/ 446818 h 581025"/>
                <a:gd name="connsiteX984" fmla="*/ 222409 w 695325"/>
                <a:gd name="connsiteY984" fmla="*/ 444722 h 581025"/>
                <a:gd name="connsiteX985" fmla="*/ 221933 w 695325"/>
                <a:gd name="connsiteY985" fmla="*/ 443770 h 581025"/>
                <a:gd name="connsiteX986" fmla="*/ 221361 w 695325"/>
                <a:gd name="connsiteY986" fmla="*/ 443103 h 581025"/>
                <a:gd name="connsiteX987" fmla="*/ 220694 w 695325"/>
                <a:gd name="connsiteY987" fmla="*/ 442532 h 581025"/>
                <a:gd name="connsiteX988" fmla="*/ 220218 w 695325"/>
                <a:gd name="connsiteY988" fmla="*/ 441770 h 581025"/>
                <a:gd name="connsiteX989" fmla="*/ 220123 w 695325"/>
                <a:gd name="connsiteY989" fmla="*/ 441008 h 581025"/>
                <a:gd name="connsiteX990" fmla="*/ 220218 w 695325"/>
                <a:gd name="connsiteY990" fmla="*/ 439960 h 581025"/>
                <a:gd name="connsiteX991" fmla="*/ 221837 w 695325"/>
                <a:gd name="connsiteY991" fmla="*/ 439007 h 581025"/>
                <a:gd name="connsiteX992" fmla="*/ 222885 w 695325"/>
                <a:gd name="connsiteY992" fmla="*/ 438626 h 581025"/>
                <a:gd name="connsiteX993" fmla="*/ 223933 w 695325"/>
                <a:gd name="connsiteY993" fmla="*/ 438436 h 581025"/>
                <a:gd name="connsiteX994" fmla="*/ 225076 w 695325"/>
                <a:gd name="connsiteY994" fmla="*/ 438436 h 581025"/>
                <a:gd name="connsiteX995" fmla="*/ 226409 w 695325"/>
                <a:gd name="connsiteY995" fmla="*/ 438817 h 581025"/>
                <a:gd name="connsiteX996" fmla="*/ 226695 w 695325"/>
                <a:gd name="connsiteY996" fmla="*/ 439007 h 581025"/>
                <a:gd name="connsiteX997" fmla="*/ 228029 w 695325"/>
                <a:gd name="connsiteY997" fmla="*/ 439865 h 581025"/>
                <a:gd name="connsiteX998" fmla="*/ 230791 w 695325"/>
                <a:gd name="connsiteY998" fmla="*/ 440722 h 581025"/>
                <a:gd name="connsiteX999" fmla="*/ 232029 w 695325"/>
                <a:gd name="connsiteY999" fmla="*/ 441484 h 581025"/>
                <a:gd name="connsiteX1000" fmla="*/ 234505 w 695325"/>
                <a:gd name="connsiteY1000" fmla="*/ 443294 h 581025"/>
                <a:gd name="connsiteX1001" fmla="*/ 235934 w 695325"/>
                <a:gd name="connsiteY1001" fmla="*/ 443579 h 581025"/>
                <a:gd name="connsiteX1002" fmla="*/ 237554 w 695325"/>
                <a:gd name="connsiteY1002" fmla="*/ 442817 h 581025"/>
                <a:gd name="connsiteX1003" fmla="*/ 238125 w 695325"/>
                <a:gd name="connsiteY1003" fmla="*/ 441770 h 581025"/>
                <a:gd name="connsiteX1004" fmla="*/ 238220 w 695325"/>
                <a:gd name="connsiteY1004" fmla="*/ 440531 h 581025"/>
                <a:gd name="connsiteX1005" fmla="*/ 238030 w 695325"/>
                <a:gd name="connsiteY1005" fmla="*/ 439865 h 581025"/>
                <a:gd name="connsiteX1006" fmla="*/ 237458 w 695325"/>
                <a:gd name="connsiteY1006" fmla="*/ 438912 h 581025"/>
                <a:gd name="connsiteX1007" fmla="*/ 237458 w 695325"/>
                <a:gd name="connsiteY1007" fmla="*/ 438817 h 581025"/>
                <a:gd name="connsiteX1008" fmla="*/ 237554 w 695325"/>
                <a:gd name="connsiteY1008" fmla="*/ 438817 h 581025"/>
                <a:gd name="connsiteX1009" fmla="*/ 237649 w 695325"/>
                <a:gd name="connsiteY1009" fmla="*/ 438626 h 581025"/>
                <a:gd name="connsiteX1010" fmla="*/ 239077 w 695325"/>
                <a:gd name="connsiteY1010" fmla="*/ 437483 h 581025"/>
                <a:gd name="connsiteX1011" fmla="*/ 239363 w 695325"/>
                <a:gd name="connsiteY1011" fmla="*/ 436626 h 581025"/>
                <a:gd name="connsiteX1012" fmla="*/ 239459 w 695325"/>
                <a:gd name="connsiteY1012" fmla="*/ 435674 h 581025"/>
                <a:gd name="connsiteX1013" fmla="*/ 238316 w 695325"/>
                <a:gd name="connsiteY1013" fmla="*/ 431483 h 581025"/>
                <a:gd name="connsiteX1014" fmla="*/ 238506 w 695325"/>
                <a:gd name="connsiteY1014" fmla="*/ 430435 h 581025"/>
                <a:gd name="connsiteX1015" fmla="*/ 239173 w 695325"/>
                <a:gd name="connsiteY1015" fmla="*/ 429959 h 581025"/>
                <a:gd name="connsiteX1016" fmla="*/ 240506 w 695325"/>
                <a:gd name="connsiteY1016" fmla="*/ 430530 h 581025"/>
                <a:gd name="connsiteX1017" fmla="*/ 241554 w 695325"/>
                <a:gd name="connsiteY1017" fmla="*/ 431483 h 581025"/>
                <a:gd name="connsiteX1018" fmla="*/ 242221 w 695325"/>
                <a:gd name="connsiteY1018" fmla="*/ 432626 h 581025"/>
                <a:gd name="connsiteX1019" fmla="*/ 242602 w 695325"/>
                <a:gd name="connsiteY1019" fmla="*/ 434054 h 581025"/>
                <a:gd name="connsiteX1020" fmla="*/ 243268 w 695325"/>
                <a:gd name="connsiteY1020" fmla="*/ 437007 h 581025"/>
                <a:gd name="connsiteX1021" fmla="*/ 243745 w 695325"/>
                <a:gd name="connsiteY1021" fmla="*/ 437864 h 581025"/>
                <a:gd name="connsiteX1022" fmla="*/ 244412 w 695325"/>
                <a:gd name="connsiteY1022" fmla="*/ 438150 h 581025"/>
                <a:gd name="connsiteX1023" fmla="*/ 245459 w 695325"/>
                <a:gd name="connsiteY1023" fmla="*/ 437769 h 581025"/>
                <a:gd name="connsiteX1024" fmla="*/ 246221 w 695325"/>
                <a:gd name="connsiteY1024" fmla="*/ 437007 h 581025"/>
                <a:gd name="connsiteX1025" fmla="*/ 246983 w 695325"/>
                <a:gd name="connsiteY1025" fmla="*/ 435578 h 581025"/>
                <a:gd name="connsiteX1026" fmla="*/ 247936 w 695325"/>
                <a:gd name="connsiteY1026" fmla="*/ 432626 h 581025"/>
                <a:gd name="connsiteX1027" fmla="*/ 248602 w 695325"/>
                <a:gd name="connsiteY1027" fmla="*/ 431768 h 581025"/>
                <a:gd name="connsiteX1028" fmla="*/ 249555 w 695325"/>
                <a:gd name="connsiteY1028" fmla="*/ 431102 h 581025"/>
                <a:gd name="connsiteX1029" fmla="*/ 251746 w 695325"/>
                <a:gd name="connsiteY1029" fmla="*/ 430435 h 581025"/>
                <a:gd name="connsiteX1030" fmla="*/ 252698 w 695325"/>
                <a:gd name="connsiteY1030" fmla="*/ 429101 h 581025"/>
                <a:gd name="connsiteX1031" fmla="*/ 253365 w 695325"/>
                <a:gd name="connsiteY1031" fmla="*/ 427673 h 581025"/>
                <a:gd name="connsiteX1032" fmla="*/ 253651 w 695325"/>
                <a:gd name="connsiteY1032" fmla="*/ 426149 h 581025"/>
                <a:gd name="connsiteX1033" fmla="*/ 254127 w 695325"/>
                <a:gd name="connsiteY1033" fmla="*/ 424625 h 581025"/>
                <a:gd name="connsiteX1034" fmla="*/ 254699 w 695325"/>
                <a:gd name="connsiteY1034" fmla="*/ 423386 h 581025"/>
                <a:gd name="connsiteX1035" fmla="*/ 255460 w 695325"/>
                <a:gd name="connsiteY1035" fmla="*/ 422910 h 581025"/>
                <a:gd name="connsiteX1036" fmla="*/ 256318 w 695325"/>
                <a:gd name="connsiteY1036" fmla="*/ 423101 h 581025"/>
                <a:gd name="connsiteX1037" fmla="*/ 257651 w 695325"/>
                <a:gd name="connsiteY1037" fmla="*/ 424910 h 581025"/>
                <a:gd name="connsiteX1038" fmla="*/ 259271 w 695325"/>
                <a:gd name="connsiteY1038" fmla="*/ 428244 h 581025"/>
                <a:gd name="connsiteX1039" fmla="*/ 260223 w 695325"/>
                <a:gd name="connsiteY1039" fmla="*/ 429673 h 581025"/>
                <a:gd name="connsiteX1040" fmla="*/ 264890 w 695325"/>
                <a:gd name="connsiteY1040" fmla="*/ 434912 h 581025"/>
                <a:gd name="connsiteX1041" fmla="*/ 266605 w 695325"/>
                <a:gd name="connsiteY1041" fmla="*/ 437483 h 581025"/>
                <a:gd name="connsiteX1042" fmla="*/ 267176 w 695325"/>
                <a:gd name="connsiteY1042" fmla="*/ 438817 h 581025"/>
                <a:gd name="connsiteX1043" fmla="*/ 269367 w 695325"/>
                <a:gd name="connsiteY1043" fmla="*/ 445770 h 581025"/>
                <a:gd name="connsiteX1044" fmla="*/ 270129 w 695325"/>
                <a:gd name="connsiteY1044" fmla="*/ 447008 h 581025"/>
                <a:gd name="connsiteX1045" fmla="*/ 270796 w 695325"/>
                <a:gd name="connsiteY1045" fmla="*/ 447580 h 581025"/>
                <a:gd name="connsiteX1046" fmla="*/ 271463 w 695325"/>
                <a:gd name="connsiteY1046" fmla="*/ 447485 h 581025"/>
                <a:gd name="connsiteX1047" fmla="*/ 272034 w 695325"/>
                <a:gd name="connsiteY1047" fmla="*/ 446818 h 581025"/>
                <a:gd name="connsiteX1048" fmla="*/ 272415 w 695325"/>
                <a:gd name="connsiteY1048" fmla="*/ 445294 h 581025"/>
                <a:gd name="connsiteX1049" fmla="*/ 272320 w 695325"/>
                <a:gd name="connsiteY1049" fmla="*/ 444151 h 581025"/>
                <a:gd name="connsiteX1050" fmla="*/ 272129 w 695325"/>
                <a:gd name="connsiteY1050" fmla="*/ 443198 h 581025"/>
                <a:gd name="connsiteX1051" fmla="*/ 271843 w 695325"/>
                <a:gd name="connsiteY1051" fmla="*/ 442436 h 581025"/>
                <a:gd name="connsiteX1052" fmla="*/ 271558 w 695325"/>
                <a:gd name="connsiteY1052" fmla="*/ 441293 h 581025"/>
                <a:gd name="connsiteX1053" fmla="*/ 271653 w 695325"/>
                <a:gd name="connsiteY1053" fmla="*/ 440341 h 581025"/>
                <a:gd name="connsiteX1054" fmla="*/ 271843 w 695325"/>
                <a:gd name="connsiteY1054" fmla="*/ 439579 h 581025"/>
                <a:gd name="connsiteX1055" fmla="*/ 272034 w 695325"/>
                <a:gd name="connsiteY1055" fmla="*/ 438912 h 581025"/>
                <a:gd name="connsiteX1056" fmla="*/ 272129 w 695325"/>
                <a:gd name="connsiteY1056" fmla="*/ 438817 h 581025"/>
                <a:gd name="connsiteX1057" fmla="*/ 272891 w 695325"/>
                <a:gd name="connsiteY1057" fmla="*/ 438150 h 581025"/>
                <a:gd name="connsiteX1058" fmla="*/ 273749 w 695325"/>
                <a:gd name="connsiteY1058" fmla="*/ 437769 h 581025"/>
                <a:gd name="connsiteX1059" fmla="*/ 274701 w 695325"/>
                <a:gd name="connsiteY1059" fmla="*/ 437769 h 581025"/>
                <a:gd name="connsiteX1060" fmla="*/ 275654 w 695325"/>
                <a:gd name="connsiteY1060" fmla="*/ 437864 h 581025"/>
                <a:gd name="connsiteX1061" fmla="*/ 278130 w 695325"/>
                <a:gd name="connsiteY1061" fmla="*/ 438912 h 581025"/>
                <a:gd name="connsiteX1062" fmla="*/ 280035 w 695325"/>
                <a:gd name="connsiteY1062" fmla="*/ 443579 h 581025"/>
                <a:gd name="connsiteX1063" fmla="*/ 280988 w 695325"/>
                <a:gd name="connsiteY1063" fmla="*/ 448628 h 581025"/>
                <a:gd name="connsiteX1064" fmla="*/ 281273 w 695325"/>
                <a:gd name="connsiteY1064" fmla="*/ 449294 h 581025"/>
                <a:gd name="connsiteX1065" fmla="*/ 282512 w 695325"/>
                <a:gd name="connsiteY1065" fmla="*/ 450914 h 581025"/>
                <a:gd name="connsiteX1066" fmla="*/ 283750 w 695325"/>
                <a:gd name="connsiteY1066" fmla="*/ 454628 h 581025"/>
                <a:gd name="connsiteX1067" fmla="*/ 284226 w 695325"/>
                <a:gd name="connsiteY1067" fmla="*/ 456057 h 581025"/>
                <a:gd name="connsiteX1068" fmla="*/ 284512 w 695325"/>
                <a:gd name="connsiteY1068" fmla="*/ 456629 h 581025"/>
                <a:gd name="connsiteX1069" fmla="*/ 284893 w 695325"/>
                <a:gd name="connsiteY1069" fmla="*/ 457105 h 581025"/>
                <a:gd name="connsiteX1070" fmla="*/ 285655 w 695325"/>
                <a:gd name="connsiteY1070" fmla="*/ 458057 h 581025"/>
                <a:gd name="connsiteX1071" fmla="*/ 286417 w 695325"/>
                <a:gd name="connsiteY1071" fmla="*/ 459105 h 581025"/>
                <a:gd name="connsiteX1072" fmla="*/ 286988 w 695325"/>
                <a:gd name="connsiteY1072" fmla="*/ 460343 h 581025"/>
                <a:gd name="connsiteX1073" fmla="*/ 287274 w 695325"/>
                <a:gd name="connsiteY1073" fmla="*/ 460820 h 581025"/>
                <a:gd name="connsiteX1074" fmla="*/ 287750 w 695325"/>
                <a:gd name="connsiteY1074" fmla="*/ 461201 h 581025"/>
                <a:gd name="connsiteX1075" fmla="*/ 288226 w 695325"/>
                <a:gd name="connsiteY1075" fmla="*/ 461486 h 581025"/>
                <a:gd name="connsiteX1076" fmla="*/ 289179 w 695325"/>
                <a:gd name="connsiteY1076" fmla="*/ 462344 h 581025"/>
                <a:gd name="connsiteX1077" fmla="*/ 289750 w 695325"/>
                <a:gd name="connsiteY1077" fmla="*/ 462629 h 581025"/>
                <a:gd name="connsiteX1078" fmla="*/ 295180 w 695325"/>
                <a:gd name="connsiteY1078" fmla="*/ 462344 h 581025"/>
                <a:gd name="connsiteX1079" fmla="*/ 300800 w 695325"/>
                <a:gd name="connsiteY1079" fmla="*/ 462439 h 581025"/>
                <a:gd name="connsiteX1080" fmla="*/ 307372 w 695325"/>
                <a:gd name="connsiteY1080" fmla="*/ 461105 h 581025"/>
                <a:gd name="connsiteX1081" fmla="*/ 309277 w 695325"/>
                <a:gd name="connsiteY1081" fmla="*/ 461201 h 581025"/>
                <a:gd name="connsiteX1082" fmla="*/ 310705 w 695325"/>
                <a:gd name="connsiteY1082" fmla="*/ 461677 h 581025"/>
                <a:gd name="connsiteX1083" fmla="*/ 311753 w 695325"/>
                <a:gd name="connsiteY1083" fmla="*/ 462629 h 581025"/>
                <a:gd name="connsiteX1084" fmla="*/ 312992 w 695325"/>
                <a:gd name="connsiteY1084" fmla="*/ 463010 h 581025"/>
                <a:gd name="connsiteX1085" fmla="*/ 316039 w 695325"/>
                <a:gd name="connsiteY1085" fmla="*/ 463106 h 581025"/>
                <a:gd name="connsiteX1086" fmla="*/ 317087 w 695325"/>
                <a:gd name="connsiteY1086" fmla="*/ 463582 h 581025"/>
                <a:gd name="connsiteX1087" fmla="*/ 318706 w 695325"/>
                <a:gd name="connsiteY1087" fmla="*/ 464820 h 581025"/>
                <a:gd name="connsiteX1088" fmla="*/ 319754 w 695325"/>
                <a:gd name="connsiteY1088" fmla="*/ 465106 h 581025"/>
                <a:gd name="connsiteX1089" fmla="*/ 322040 w 695325"/>
                <a:gd name="connsiteY1089" fmla="*/ 464820 h 581025"/>
                <a:gd name="connsiteX1090" fmla="*/ 330327 w 695325"/>
                <a:gd name="connsiteY1090" fmla="*/ 462725 h 581025"/>
                <a:gd name="connsiteX1091" fmla="*/ 337661 w 695325"/>
                <a:gd name="connsiteY1091" fmla="*/ 462248 h 581025"/>
                <a:gd name="connsiteX1092" fmla="*/ 339757 w 695325"/>
                <a:gd name="connsiteY1092" fmla="*/ 461296 h 581025"/>
                <a:gd name="connsiteX1093" fmla="*/ 341662 w 695325"/>
                <a:gd name="connsiteY1093" fmla="*/ 459962 h 581025"/>
                <a:gd name="connsiteX1094" fmla="*/ 343567 w 695325"/>
                <a:gd name="connsiteY1094" fmla="*/ 457295 h 581025"/>
                <a:gd name="connsiteX1095" fmla="*/ 344519 w 695325"/>
                <a:gd name="connsiteY1095" fmla="*/ 455200 h 581025"/>
                <a:gd name="connsiteX1096" fmla="*/ 345567 w 695325"/>
                <a:gd name="connsiteY1096" fmla="*/ 451771 h 581025"/>
                <a:gd name="connsiteX1097" fmla="*/ 346138 w 695325"/>
                <a:gd name="connsiteY1097" fmla="*/ 451009 h 581025"/>
                <a:gd name="connsiteX1098" fmla="*/ 346996 w 695325"/>
                <a:gd name="connsiteY1098" fmla="*/ 450723 h 581025"/>
                <a:gd name="connsiteX1099" fmla="*/ 348234 w 695325"/>
                <a:gd name="connsiteY1099" fmla="*/ 450914 h 581025"/>
                <a:gd name="connsiteX1100" fmla="*/ 349282 w 695325"/>
                <a:gd name="connsiteY1100" fmla="*/ 450914 h 581025"/>
                <a:gd name="connsiteX1101" fmla="*/ 350330 w 695325"/>
                <a:gd name="connsiteY1101" fmla="*/ 450628 h 581025"/>
                <a:gd name="connsiteX1102" fmla="*/ 354425 w 695325"/>
                <a:gd name="connsiteY1102" fmla="*/ 445484 h 581025"/>
                <a:gd name="connsiteX1103" fmla="*/ 354901 w 695325"/>
                <a:gd name="connsiteY1103" fmla="*/ 444627 h 581025"/>
                <a:gd name="connsiteX1104" fmla="*/ 355092 w 695325"/>
                <a:gd name="connsiteY1104" fmla="*/ 443865 h 581025"/>
                <a:gd name="connsiteX1105" fmla="*/ 354901 w 695325"/>
                <a:gd name="connsiteY1105" fmla="*/ 443294 h 581025"/>
                <a:gd name="connsiteX1106" fmla="*/ 354616 w 695325"/>
                <a:gd name="connsiteY1106" fmla="*/ 442817 h 581025"/>
                <a:gd name="connsiteX1107" fmla="*/ 354425 w 695325"/>
                <a:gd name="connsiteY1107" fmla="*/ 442246 h 581025"/>
                <a:gd name="connsiteX1108" fmla="*/ 354521 w 695325"/>
                <a:gd name="connsiteY1108" fmla="*/ 441389 h 581025"/>
                <a:gd name="connsiteX1109" fmla="*/ 354806 w 695325"/>
                <a:gd name="connsiteY1109" fmla="*/ 440531 h 581025"/>
                <a:gd name="connsiteX1110" fmla="*/ 355759 w 695325"/>
                <a:gd name="connsiteY1110" fmla="*/ 438912 h 581025"/>
                <a:gd name="connsiteX1111" fmla="*/ 355759 w 695325"/>
                <a:gd name="connsiteY1111" fmla="*/ 438817 h 581025"/>
                <a:gd name="connsiteX1112" fmla="*/ 355663 w 695325"/>
                <a:gd name="connsiteY1112" fmla="*/ 438055 h 581025"/>
                <a:gd name="connsiteX1113" fmla="*/ 355092 w 695325"/>
                <a:gd name="connsiteY1113" fmla="*/ 436626 h 581025"/>
                <a:gd name="connsiteX1114" fmla="*/ 354901 w 695325"/>
                <a:gd name="connsiteY1114" fmla="*/ 435769 h 581025"/>
                <a:gd name="connsiteX1115" fmla="*/ 355187 w 695325"/>
                <a:gd name="connsiteY1115" fmla="*/ 435197 h 581025"/>
                <a:gd name="connsiteX1116" fmla="*/ 355854 w 695325"/>
                <a:gd name="connsiteY1116" fmla="*/ 434912 h 581025"/>
                <a:gd name="connsiteX1117" fmla="*/ 357473 w 695325"/>
                <a:gd name="connsiteY1117" fmla="*/ 435007 h 581025"/>
                <a:gd name="connsiteX1118" fmla="*/ 358807 w 695325"/>
                <a:gd name="connsiteY1118" fmla="*/ 435293 h 581025"/>
                <a:gd name="connsiteX1119" fmla="*/ 360331 w 695325"/>
                <a:gd name="connsiteY1119" fmla="*/ 435293 h 581025"/>
                <a:gd name="connsiteX1120" fmla="*/ 361664 w 695325"/>
                <a:gd name="connsiteY1120" fmla="*/ 434912 h 581025"/>
                <a:gd name="connsiteX1121" fmla="*/ 365188 w 695325"/>
                <a:gd name="connsiteY1121" fmla="*/ 431673 h 581025"/>
                <a:gd name="connsiteX1122" fmla="*/ 366427 w 695325"/>
                <a:gd name="connsiteY1122" fmla="*/ 430816 h 581025"/>
                <a:gd name="connsiteX1123" fmla="*/ 374999 w 695325"/>
                <a:gd name="connsiteY1123" fmla="*/ 426720 h 581025"/>
                <a:gd name="connsiteX1124" fmla="*/ 376238 w 695325"/>
                <a:gd name="connsiteY1124" fmla="*/ 426911 h 581025"/>
                <a:gd name="connsiteX1125" fmla="*/ 376809 w 695325"/>
                <a:gd name="connsiteY1125" fmla="*/ 427482 h 581025"/>
                <a:gd name="connsiteX1126" fmla="*/ 377380 w 695325"/>
                <a:gd name="connsiteY1126" fmla="*/ 427958 h 581025"/>
                <a:gd name="connsiteX1127" fmla="*/ 378333 w 695325"/>
                <a:gd name="connsiteY1127" fmla="*/ 427958 h 581025"/>
                <a:gd name="connsiteX1128" fmla="*/ 379571 w 695325"/>
                <a:gd name="connsiteY1128" fmla="*/ 426720 h 581025"/>
                <a:gd name="connsiteX1129" fmla="*/ 380333 w 695325"/>
                <a:gd name="connsiteY1129" fmla="*/ 425291 h 581025"/>
                <a:gd name="connsiteX1130" fmla="*/ 380524 w 695325"/>
                <a:gd name="connsiteY1130" fmla="*/ 423672 h 581025"/>
                <a:gd name="connsiteX1131" fmla="*/ 380429 w 695325"/>
                <a:gd name="connsiteY1131" fmla="*/ 422529 h 581025"/>
                <a:gd name="connsiteX1132" fmla="*/ 380143 w 695325"/>
                <a:gd name="connsiteY1132" fmla="*/ 421767 h 581025"/>
                <a:gd name="connsiteX1133" fmla="*/ 379857 w 695325"/>
                <a:gd name="connsiteY1133" fmla="*/ 421005 h 581025"/>
                <a:gd name="connsiteX1134" fmla="*/ 379667 w 695325"/>
                <a:gd name="connsiteY1134" fmla="*/ 420243 h 581025"/>
                <a:gd name="connsiteX1135" fmla="*/ 380143 w 695325"/>
                <a:gd name="connsiteY1135" fmla="*/ 419672 h 581025"/>
                <a:gd name="connsiteX1136" fmla="*/ 381191 w 695325"/>
                <a:gd name="connsiteY1136" fmla="*/ 419386 h 581025"/>
                <a:gd name="connsiteX1137" fmla="*/ 382714 w 695325"/>
                <a:gd name="connsiteY1137" fmla="*/ 419195 h 581025"/>
                <a:gd name="connsiteX1138" fmla="*/ 386810 w 695325"/>
                <a:gd name="connsiteY1138" fmla="*/ 419195 h 581025"/>
                <a:gd name="connsiteX1139" fmla="*/ 388049 w 695325"/>
                <a:gd name="connsiteY1139" fmla="*/ 419481 h 581025"/>
                <a:gd name="connsiteX1140" fmla="*/ 389096 w 695325"/>
                <a:gd name="connsiteY1140" fmla="*/ 419862 h 581025"/>
                <a:gd name="connsiteX1141" fmla="*/ 389954 w 695325"/>
                <a:gd name="connsiteY1141" fmla="*/ 421005 h 581025"/>
                <a:gd name="connsiteX1142" fmla="*/ 390334 w 695325"/>
                <a:gd name="connsiteY1142" fmla="*/ 421862 h 581025"/>
                <a:gd name="connsiteX1143" fmla="*/ 390716 w 695325"/>
                <a:gd name="connsiteY1143" fmla="*/ 424720 h 581025"/>
                <a:gd name="connsiteX1144" fmla="*/ 392335 w 695325"/>
                <a:gd name="connsiteY1144" fmla="*/ 424244 h 581025"/>
                <a:gd name="connsiteX1145" fmla="*/ 401669 w 695325"/>
                <a:gd name="connsiteY1145" fmla="*/ 412147 h 581025"/>
                <a:gd name="connsiteX1146" fmla="*/ 415957 w 695325"/>
                <a:gd name="connsiteY1146" fmla="*/ 399479 h 581025"/>
                <a:gd name="connsiteX1147" fmla="*/ 424434 w 695325"/>
                <a:gd name="connsiteY1147" fmla="*/ 393478 h 581025"/>
                <a:gd name="connsiteX1148" fmla="*/ 437197 w 695325"/>
                <a:gd name="connsiteY1148" fmla="*/ 380905 h 581025"/>
                <a:gd name="connsiteX1149" fmla="*/ 444151 w 695325"/>
                <a:gd name="connsiteY1149" fmla="*/ 375666 h 581025"/>
                <a:gd name="connsiteX1150" fmla="*/ 449294 w 695325"/>
                <a:gd name="connsiteY1150" fmla="*/ 373380 h 581025"/>
                <a:gd name="connsiteX1151" fmla="*/ 455200 w 695325"/>
                <a:gd name="connsiteY1151" fmla="*/ 368618 h 581025"/>
                <a:gd name="connsiteX1152" fmla="*/ 460248 w 695325"/>
                <a:gd name="connsiteY1152" fmla="*/ 366332 h 581025"/>
                <a:gd name="connsiteX1153" fmla="*/ 469868 w 695325"/>
                <a:gd name="connsiteY1153" fmla="*/ 361760 h 581025"/>
                <a:gd name="connsiteX1154" fmla="*/ 478726 w 695325"/>
                <a:gd name="connsiteY1154" fmla="*/ 357092 h 581025"/>
                <a:gd name="connsiteX1155" fmla="*/ 482917 w 695325"/>
                <a:gd name="connsiteY1155" fmla="*/ 354521 h 581025"/>
                <a:gd name="connsiteX1156" fmla="*/ 454533 w 695325"/>
                <a:gd name="connsiteY1156" fmla="*/ 368522 h 581025"/>
                <a:gd name="connsiteX1157" fmla="*/ 451390 w 695325"/>
                <a:gd name="connsiteY1157" fmla="*/ 368808 h 581025"/>
                <a:gd name="connsiteX1158" fmla="*/ 451675 w 695325"/>
                <a:gd name="connsiteY1158" fmla="*/ 368046 h 581025"/>
                <a:gd name="connsiteX1159" fmla="*/ 451295 w 695325"/>
                <a:gd name="connsiteY1159" fmla="*/ 367284 h 581025"/>
                <a:gd name="connsiteX1160" fmla="*/ 449675 w 695325"/>
                <a:gd name="connsiteY1160" fmla="*/ 365474 h 581025"/>
                <a:gd name="connsiteX1161" fmla="*/ 450247 w 695325"/>
                <a:gd name="connsiteY1161" fmla="*/ 365665 h 581025"/>
                <a:gd name="connsiteX1162" fmla="*/ 451390 w 695325"/>
                <a:gd name="connsiteY1162" fmla="*/ 365951 h 581025"/>
                <a:gd name="connsiteX1163" fmla="*/ 452056 w 695325"/>
                <a:gd name="connsiteY1163" fmla="*/ 366236 h 581025"/>
                <a:gd name="connsiteX1164" fmla="*/ 452247 w 695325"/>
                <a:gd name="connsiteY1164" fmla="*/ 364331 h 581025"/>
                <a:gd name="connsiteX1165" fmla="*/ 453104 w 695325"/>
                <a:gd name="connsiteY1165" fmla="*/ 363188 h 581025"/>
                <a:gd name="connsiteX1166" fmla="*/ 454057 w 695325"/>
                <a:gd name="connsiteY1166" fmla="*/ 363284 h 581025"/>
                <a:gd name="connsiteX1167" fmla="*/ 454438 w 695325"/>
                <a:gd name="connsiteY1167" fmla="*/ 364998 h 581025"/>
                <a:gd name="connsiteX1168" fmla="*/ 455295 w 695325"/>
                <a:gd name="connsiteY1168" fmla="*/ 366046 h 581025"/>
                <a:gd name="connsiteX1169" fmla="*/ 457009 w 695325"/>
                <a:gd name="connsiteY1169" fmla="*/ 365665 h 581025"/>
                <a:gd name="connsiteX1170" fmla="*/ 458914 w 695325"/>
                <a:gd name="connsiteY1170" fmla="*/ 364617 h 581025"/>
                <a:gd name="connsiteX1171" fmla="*/ 459962 w 695325"/>
                <a:gd name="connsiteY1171" fmla="*/ 363760 h 581025"/>
                <a:gd name="connsiteX1172" fmla="*/ 460248 w 695325"/>
                <a:gd name="connsiteY1172" fmla="*/ 363188 h 581025"/>
                <a:gd name="connsiteX1173" fmla="*/ 460534 w 695325"/>
                <a:gd name="connsiteY1173" fmla="*/ 361760 h 581025"/>
                <a:gd name="connsiteX1174" fmla="*/ 460820 w 695325"/>
                <a:gd name="connsiteY1174" fmla="*/ 361188 h 581025"/>
                <a:gd name="connsiteX1175" fmla="*/ 461200 w 695325"/>
                <a:gd name="connsiteY1175" fmla="*/ 360902 h 581025"/>
                <a:gd name="connsiteX1176" fmla="*/ 462820 w 695325"/>
                <a:gd name="connsiteY1176" fmla="*/ 360236 h 581025"/>
                <a:gd name="connsiteX1177" fmla="*/ 463201 w 695325"/>
                <a:gd name="connsiteY1177" fmla="*/ 359950 h 581025"/>
                <a:gd name="connsiteX1178" fmla="*/ 463105 w 695325"/>
                <a:gd name="connsiteY1178" fmla="*/ 358045 h 581025"/>
                <a:gd name="connsiteX1179" fmla="*/ 462915 w 695325"/>
                <a:gd name="connsiteY1179" fmla="*/ 356902 h 581025"/>
                <a:gd name="connsiteX1180" fmla="*/ 462439 w 695325"/>
                <a:gd name="connsiteY1180" fmla="*/ 355949 h 581025"/>
                <a:gd name="connsiteX1181" fmla="*/ 461581 w 695325"/>
                <a:gd name="connsiteY1181" fmla="*/ 354521 h 581025"/>
                <a:gd name="connsiteX1182" fmla="*/ 460629 w 695325"/>
                <a:gd name="connsiteY1182" fmla="*/ 356235 h 581025"/>
                <a:gd name="connsiteX1183" fmla="*/ 459581 w 695325"/>
                <a:gd name="connsiteY1183" fmla="*/ 356426 h 581025"/>
                <a:gd name="connsiteX1184" fmla="*/ 458343 w 695325"/>
                <a:gd name="connsiteY1184" fmla="*/ 356045 h 581025"/>
                <a:gd name="connsiteX1185" fmla="*/ 456819 w 695325"/>
                <a:gd name="connsiteY1185" fmla="*/ 356140 h 581025"/>
                <a:gd name="connsiteX1186" fmla="*/ 452056 w 695325"/>
                <a:gd name="connsiteY1186" fmla="*/ 360426 h 581025"/>
                <a:gd name="connsiteX1187" fmla="*/ 446437 w 695325"/>
                <a:gd name="connsiteY1187" fmla="*/ 358712 h 581025"/>
                <a:gd name="connsiteX1188" fmla="*/ 444913 w 695325"/>
                <a:gd name="connsiteY1188" fmla="*/ 358712 h 581025"/>
                <a:gd name="connsiteX1189" fmla="*/ 445008 w 695325"/>
                <a:gd name="connsiteY1189" fmla="*/ 359093 h 581025"/>
                <a:gd name="connsiteX1190" fmla="*/ 443675 w 695325"/>
                <a:gd name="connsiteY1190" fmla="*/ 361283 h 581025"/>
                <a:gd name="connsiteX1191" fmla="*/ 443293 w 695325"/>
                <a:gd name="connsiteY1191" fmla="*/ 361569 h 581025"/>
                <a:gd name="connsiteX1192" fmla="*/ 443484 w 695325"/>
                <a:gd name="connsiteY1192" fmla="*/ 362426 h 581025"/>
                <a:gd name="connsiteX1193" fmla="*/ 443770 w 695325"/>
                <a:gd name="connsiteY1193" fmla="*/ 363093 h 581025"/>
                <a:gd name="connsiteX1194" fmla="*/ 444341 w 695325"/>
                <a:gd name="connsiteY1194" fmla="*/ 363474 h 581025"/>
                <a:gd name="connsiteX1195" fmla="*/ 444913 w 695325"/>
                <a:gd name="connsiteY1195" fmla="*/ 363760 h 581025"/>
                <a:gd name="connsiteX1196" fmla="*/ 444913 w 695325"/>
                <a:gd name="connsiteY1196" fmla="*/ 364522 h 581025"/>
                <a:gd name="connsiteX1197" fmla="*/ 443198 w 695325"/>
                <a:gd name="connsiteY1197" fmla="*/ 365379 h 581025"/>
                <a:gd name="connsiteX1198" fmla="*/ 442246 w 695325"/>
                <a:gd name="connsiteY1198" fmla="*/ 366808 h 581025"/>
                <a:gd name="connsiteX1199" fmla="*/ 441008 w 695325"/>
                <a:gd name="connsiteY1199" fmla="*/ 367951 h 581025"/>
                <a:gd name="connsiteX1200" fmla="*/ 438626 w 695325"/>
                <a:gd name="connsiteY1200" fmla="*/ 367951 h 581025"/>
                <a:gd name="connsiteX1201" fmla="*/ 438626 w 695325"/>
                <a:gd name="connsiteY1201" fmla="*/ 368808 h 581025"/>
                <a:gd name="connsiteX1202" fmla="*/ 439864 w 695325"/>
                <a:gd name="connsiteY1202" fmla="*/ 369189 h 581025"/>
                <a:gd name="connsiteX1203" fmla="*/ 443293 w 695325"/>
                <a:gd name="connsiteY1203" fmla="*/ 371189 h 581025"/>
                <a:gd name="connsiteX1204" fmla="*/ 442246 w 695325"/>
                <a:gd name="connsiteY1204" fmla="*/ 371761 h 581025"/>
                <a:gd name="connsiteX1205" fmla="*/ 441103 w 695325"/>
                <a:gd name="connsiteY1205" fmla="*/ 372047 h 581025"/>
                <a:gd name="connsiteX1206" fmla="*/ 440246 w 695325"/>
                <a:gd name="connsiteY1206" fmla="*/ 371951 h 581025"/>
                <a:gd name="connsiteX1207" fmla="*/ 439388 w 695325"/>
                <a:gd name="connsiteY1207" fmla="*/ 371189 h 581025"/>
                <a:gd name="connsiteX1208" fmla="*/ 439007 w 695325"/>
                <a:gd name="connsiteY1208" fmla="*/ 373094 h 581025"/>
                <a:gd name="connsiteX1209" fmla="*/ 439674 w 695325"/>
                <a:gd name="connsiteY1209" fmla="*/ 374523 h 581025"/>
                <a:gd name="connsiteX1210" fmla="*/ 439769 w 695325"/>
                <a:gd name="connsiteY1210" fmla="*/ 375761 h 581025"/>
                <a:gd name="connsiteX1211" fmla="*/ 437769 w 695325"/>
                <a:gd name="connsiteY1211" fmla="*/ 377190 h 581025"/>
                <a:gd name="connsiteX1212" fmla="*/ 437007 w 695325"/>
                <a:gd name="connsiteY1212" fmla="*/ 377285 h 581025"/>
                <a:gd name="connsiteX1213" fmla="*/ 436150 w 695325"/>
                <a:gd name="connsiteY1213" fmla="*/ 377285 h 581025"/>
                <a:gd name="connsiteX1214" fmla="*/ 435102 w 695325"/>
                <a:gd name="connsiteY1214" fmla="*/ 377381 h 581025"/>
                <a:gd name="connsiteX1215" fmla="*/ 433864 w 695325"/>
                <a:gd name="connsiteY1215" fmla="*/ 377952 h 581025"/>
                <a:gd name="connsiteX1216" fmla="*/ 433197 w 695325"/>
                <a:gd name="connsiteY1216" fmla="*/ 378619 h 581025"/>
                <a:gd name="connsiteX1217" fmla="*/ 432721 w 695325"/>
                <a:gd name="connsiteY1217" fmla="*/ 379381 h 581025"/>
                <a:gd name="connsiteX1218" fmla="*/ 432054 w 695325"/>
                <a:gd name="connsiteY1218" fmla="*/ 380143 h 581025"/>
                <a:gd name="connsiteX1219" fmla="*/ 430721 w 695325"/>
                <a:gd name="connsiteY1219" fmla="*/ 380524 h 581025"/>
                <a:gd name="connsiteX1220" fmla="*/ 431197 w 695325"/>
                <a:gd name="connsiteY1220" fmla="*/ 379286 h 581025"/>
                <a:gd name="connsiteX1221" fmla="*/ 431387 w 695325"/>
                <a:gd name="connsiteY1221" fmla="*/ 378047 h 581025"/>
                <a:gd name="connsiteX1222" fmla="*/ 431292 w 695325"/>
                <a:gd name="connsiteY1222" fmla="*/ 376714 h 581025"/>
                <a:gd name="connsiteX1223" fmla="*/ 430721 w 695325"/>
                <a:gd name="connsiteY1223" fmla="*/ 375476 h 581025"/>
                <a:gd name="connsiteX1224" fmla="*/ 429768 w 695325"/>
                <a:gd name="connsiteY1224" fmla="*/ 376904 h 581025"/>
                <a:gd name="connsiteX1225" fmla="*/ 428911 w 695325"/>
                <a:gd name="connsiteY1225" fmla="*/ 377000 h 581025"/>
                <a:gd name="connsiteX1226" fmla="*/ 428434 w 695325"/>
                <a:gd name="connsiteY1226" fmla="*/ 376047 h 581025"/>
                <a:gd name="connsiteX1227" fmla="*/ 428244 w 695325"/>
                <a:gd name="connsiteY1227" fmla="*/ 374237 h 581025"/>
                <a:gd name="connsiteX1228" fmla="*/ 429006 w 695325"/>
                <a:gd name="connsiteY1228" fmla="*/ 373094 h 581025"/>
                <a:gd name="connsiteX1229" fmla="*/ 430530 w 695325"/>
                <a:gd name="connsiteY1229" fmla="*/ 371856 h 581025"/>
                <a:gd name="connsiteX1230" fmla="*/ 432435 w 695325"/>
                <a:gd name="connsiteY1230" fmla="*/ 370904 h 581025"/>
                <a:gd name="connsiteX1231" fmla="*/ 433864 w 695325"/>
                <a:gd name="connsiteY1231" fmla="*/ 370427 h 581025"/>
                <a:gd name="connsiteX1232" fmla="*/ 433864 w 695325"/>
                <a:gd name="connsiteY1232" fmla="*/ 369570 h 581025"/>
                <a:gd name="connsiteX1233" fmla="*/ 432435 w 695325"/>
                <a:gd name="connsiteY1233" fmla="*/ 368046 h 581025"/>
                <a:gd name="connsiteX1234" fmla="*/ 432530 w 695325"/>
                <a:gd name="connsiteY1234" fmla="*/ 366046 h 581025"/>
                <a:gd name="connsiteX1235" fmla="*/ 433768 w 695325"/>
                <a:gd name="connsiteY1235" fmla="*/ 363950 h 581025"/>
                <a:gd name="connsiteX1236" fmla="*/ 435483 w 695325"/>
                <a:gd name="connsiteY1236" fmla="*/ 362426 h 581025"/>
                <a:gd name="connsiteX1237" fmla="*/ 436626 w 695325"/>
                <a:gd name="connsiteY1237" fmla="*/ 361093 h 581025"/>
                <a:gd name="connsiteX1238" fmla="*/ 438341 w 695325"/>
                <a:gd name="connsiteY1238" fmla="*/ 356902 h 581025"/>
                <a:gd name="connsiteX1239" fmla="*/ 440246 w 695325"/>
                <a:gd name="connsiteY1239" fmla="*/ 355378 h 581025"/>
                <a:gd name="connsiteX1240" fmla="*/ 439864 w 695325"/>
                <a:gd name="connsiteY1240" fmla="*/ 352425 h 581025"/>
                <a:gd name="connsiteX1241" fmla="*/ 441865 w 695325"/>
                <a:gd name="connsiteY1241" fmla="*/ 348901 h 581025"/>
                <a:gd name="connsiteX1242" fmla="*/ 444913 w 695325"/>
                <a:gd name="connsiteY1242" fmla="*/ 345662 h 581025"/>
                <a:gd name="connsiteX1243" fmla="*/ 447294 w 695325"/>
                <a:gd name="connsiteY1243" fmla="*/ 343567 h 581025"/>
                <a:gd name="connsiteX1244" fmla="*/ 448437 w 695325"/>
                <a:gd name="connsiteY1244" fmla="*/ 342900 h 581025"/>
                <a:gd name="connsiteX1245" fmla="*/ 449866 w 695325"/>
                <a:gd name="connsiteY1245" fmla="*/ 342329 h 581025"/>
                <a:gd name="connsiteX1246" fmla="*/ 451485 w 695325"/>
                <a:gd name="connsiteY1246" fmla="*/ 341948 h 581025"/>
                <a:gd name="connsiteX1247" fmla="*/ 453295 w 695325"/>
                <a:gd name="connsiteY1247" fmla="*/ 341852 h 581025"/>
                <a:gd name="connsiteX1248" fmla="*/ 459581 w 695325"/>
                <a:gd name="connsiteY1248" fmla="*/ 336423 h 581025"/>
                <a:gd name="connsiteX1249" fmla="*/ 464439 w 695325"/>
                <a:gd name="connsiteY1249" fmla="*/ 331280 h 581025"/>
                <a:gd name="connsiteX1250" fmla="*/ 467201 w 695325"/>
                <a:gd name="connsiteY1250" fmla="*/ 329279 h 581025"/>
                <a:gd name="connsiteX1251" fmla="*/ 469868 w 695325"/>
                <a:gd name="connsiteY1251" fmla="*/ 328517 h 581025"/>
                <a:gd name="connsiteX1252" fmla="*/ 471392 w 695325"/>
                <a:gd name="connsiteY1252" fmla="*/ 328708 h 581025"/>
                <a:gd name="connsiteX1253" fmla="*/ 475774 w 695325"/>
                <a:gd name="connsiteY1253" fmla="*/ 330137 h 581025"/>
                <a:gd name="connsiteX1254" fmla="*/ 480631 w 695325"/>
                <a:gd name="connsiteY1254" fmla="*/ 331089 h 581025"/>
                <a:gd name="connsiteX1255" fmla="*/ 482155 w 695325"/>
                <a:gd name="connsiteY1255" fmla="*/ 331851 h 581025"/>
                <a:gd name="connsiteX1256" fmla="*/ 481870 w 695325"/>
                <a:gd name="connsiteY1256" fmla="*/ 342138 h 581025"/>
                <a:gd name="connsiteX1257" fmla="*/ 482155 w 695325"/>
                <a:gd name="connsiteY1257" fmla="*/ 344424 h 581025"/>
                <a:gd name="connsiteX1258" fmla="*/ 481489 w 695325"/>
                <a:gd name="connsiteY1258" fmla="*/ 345472 h 581025"/>
                <a:gd name="connsiteX1259" fmla="*/ 481393 w 695325"/>
                <a:gd name="connsiteY1259" fmla="*/ 346424 h 581025"/>
                <a:gd name="connsiteX1260" fmla="*/ 481870 w 695325"/>
                <a:gd name="connsiteY1260" fmla="*/ 347091 h 581025"/>
                <a:gd name="connsiteX1261" fmla="*/ 482917 w 695325"/>
                <a:gd name="connsiteY1261" fmla="*/ 347758 h 581025"/>
                <a:gd name="connsiteX1262" fmla="*/ 480917 w 695325"/>
                <a:gd name="connsiteY1262" fmla="*/ 348710 h 581025"/>
                <a:gd name="connsiteX1263" fmla="*/ 475774 w 695325"/>
                <a:gd name="connsiteY1263" fmla="*/ 351949 h 581025"/>
                <a:gd name="connsiteX1264" fmla="*/ 476250 w 695325"/>
                <a:gd name="connsiteY1264" fmla="*/ 350711 h 581025"/>
                <a:gd name="connsiteX1265" fmla="*/ 476821 w 695325"/>
                <a:gd name="connsiteY1265" fmla="*/ 349853 h 581025"/>
                <a:gd name="connsiteX1266" fmla="*/ 477012 w 695325"/>
                <a:gd name="connsiteY1266" fmla="*/ 349187 h 581025"/>
                <a:gd name="connsiteX1267" fmla="*/ 476631 w 695325"/>
                <a:gd name="connsiteY1267" fmla="*/ 348520 h 581025"/>
                <a:gd name="connsiteX1268" fmla="*/ 471488 w 695325"/>
                <a:gd name="connsiteY1268" fmla="*/ 350425 h 581025"/>
                <a:gd name="connsiteX1269" fmla="*/ 468439 w 695325"/>
                <a:gd name="connsiteY1269" fmla="*/ 351377 h 581025"/>
                <a:gd name="connsiteX1270" fmla="*/ 467106 w 695325"/>
                <a:gd name="connsiteY1270" fmla="*/ 352330 h 581025"/>
                <a:gd name="connsiteX1271" fmla="*/ 466820 w 695325"/>
                <a:gd name="connsiteY1271" fmla="*/ 352806 h 581025"/>
                <a:gd name="connsiteX1272" fmla="*/ 466154 w 695325"/>
                <a:gd name="connsiteY1272" fmla="*/ 352711 h 581025"/>
                <a:gd name="connsiteX1273" fmla="*/ 465677 w 695325"/>
                <a:gd name="connsiteY1273" fmla="*/ 352806 h 581025"/>
                <a:gd name="connsiteX1274" fmla="*/ 465582 w 695325"/>
                <a:gd name="connsiteY1274" fmla="*/ 353663 h 581025"/>
                <a:gd name="connsiteX1275" fmla="*/ 466058 w 695325"/>
                <a:gd name="connsiteY1275" fmla="*/ 354330 h 581025"/>
                <a:gd name="connsiteX1276" fmla="*/ 466820 w 695325"/>
                <a:gd name="connsiteY1276" fmla="*/ 354425 h 581025"/>
                <a:gd name="connsiteX1277" fmla="*/ 467487 w 695325"/>
                <a:gd name="connsiteY1277" fmla="*/ 354235 h 581025"/>
                <a:gd name="connsiteX1278" fmla="*/ 467963 w 695325"/>
                <a:gd name="connsiteY1278" fmla="*/ 354521 h 581025"/>
                <a:gd name="connsiteX1279" fmla="*/ 468059 w 695325"/>
                <a:gd name="connsiteY1279" fmla="*/ 356426 h 581025"/>
                <a:gd name="connsiteX1280" fmla="*/ 468344 w 695325"/>
                <a:gd name="connsiteY1280" fmla="*/ 357473 h 581025"/>
                <a:gd name="connsiteX1281" fmla="*/ 469106 w 695325"/>
                <a:gd name="connsiteY1281" fmla="*/ 357854 h 581025"/>
                <a:gd name="connsiteX1282" fmla="*/ 471868 w 695325"/>
                <a:gd name="connsiteY1282" fmla="*/ 357473 h 581025"/>
                <a:gd name="connsiteX1283" fmla="*/ 479774 w 695325"/>
                <a:gd name="connsiteY1283" fmla="*/ 354521 h 581025"/>
                <a:gd name="connsiteX1284" fmla="*/ 487299 w 695325"/>
                <a:gd name="connsiteY1284" fmla="*/ 349949 h 581025"/>
                <a:gd name="connsiteX1285" fmla="*/ 489966 w 695325"/>
                <a:gd name="connsiteY1285" fmla="*/ 349472 h 581025"/>
                <a:gd name="connsiteX1286" fmla="*/ 489775 w 695325"/>
                <a:gd name="connsiteY1286" fmla="*/ 350044 h 581025"/>
                <a:gd name="connsiteX1287" fmla="*/ 488633 w 695325"/>
                <a:gd name="connsiteY1287" fmla="*/ 350520 h 581025"/>
                <a:gd name="connsiteX1288" fmla="*/ 488442 w 695325"/>
                <a:gd name="connsiteY1288" fmla="*/ 351092 h 581025"/>
                <a:gd name="connsiteX1289" fmla="*/ 495395 w 695325"/>
                <a:gd name="connsiteY1289" fmla="*/ 347472 h 581025"/>
                <a:gd name="connsiteX1290" fmla="*/ 498824 w 695325"/>
                <a:gd name="connsiteY1290" fmla="*/ 346710 h 581025"/>
                <a:gd name="connsiteX1291" fmla="*/ 501110 w 695325"/>
                <a:gd name="connsiteY1291" fmla="*/ 345567 h 581025"/>
                <a:gd name="connsiteX1292" fmla="*/ 502253 w 695325"/>
                <a:gd name="connsiteY1292" fmla="*/ 345281 h 581025"/>
                <a:gd name="connsiteX1293" fmla="*/ 506159 w 695325"/>
                <a:gd name="connsiteY1293" fmla="*/ 345472 h 581025"/>
                <a:gd name="connsiteX1294" fmla="*/ 507397 w 695325"/>
                <a:gd name="connsiteY1294" fmla="*/ 345281 h 581025"/>
                <a:gd name="connsiteX1295" fmla="*/ 509683 w 695325"/>
                <a:gd name="connsiteY1295" fmla="*/ 344329 h 581025"/>
                <a:gd name="connsiteX1296" fmla="*/ 514064 w 695325"/>
                <a:gd name="connsiteY1296" fmla="*/ 341567 h 581025"/>
                <a:gd name="connsiteX1297" fmla="*/ 518922 w 695325"/>
                <a:gd name="connsiteY1297" fmla="*/ 340709 h 581025"/>
                <a:gd name="connsiteX1298" fmla="*/ 533305 w 695325"/>
                <a:gd name="connsiteY1298" fmla="*/ 336328 h 581025"/>
                <a:gd name="connsiteX1299" fmla="*/ 535496 w 695325"/>
                <a:gd name="connsiteY1299" fmla="*/ 336042 h 581025"/>
                <a:gd name="connsiteX1300" fmla="*/ 536162 w 695325"/>
                <a:gd name="connsiteY1300" fmla="*/ 335566 h 581025"/>
                <a:gd name="connsiteX1301" fmla="*/ 537115 w 695325"/>
                <a:gd name="connsiteY1301" fmla="*/ 334613 h 581025"/>
                <a:gd name="connsiteX1302" fmla="*/ 538258 w 695325"/>
                <a:gd name="connsiteY1302" fmla="*/ 334137 h 581025"/>
                <a:gd name="connsiteX1303" fmla="*/ 539496 w 695325"/>
                <a:gd name="connsiteY1303" fmla="*/ 334709 h 581025"/>
                <a:gd name="connsiteX1304" fmla="*/ 540830 w 695325"/>
                <a:gd name="connsiteY1304" fmla="*/ 335756 h 581025"/>
                <a:gd name="connsiteX1305" fmla="*/ 542068 w 695325"/>
                <a:gd name="connsiteY1305" fmla="*/ 335661 h 581025"/>
                <a:gd name="connsiteX1306" fmla="*/ 544639 w 695325"/>
                <a:gd name="connsiteY1306" fmla="*/ 334232 h 581025"/>
                <a:gd name="connsiteX1307" fmla="*/ 562737 w 695325"/>
                <a:gd name="connsiteY1307" fmla="*/ 327565 h 581025"/>
                <a:gd name="connsiteX1308" fmla="*/ 574738 w 695325"/>
                <a:gd name="connsiteY1308" fmla="*/ 320897 h 581025"/>
                <a:gd name="connsiteX1309" fmla="*/ 572929 w 695325"/>
                <a:gd name="connsiteY1309" fmla="*/ 320231 h 581025"/>
                <a:gd name="connsiteX1310" fmla="*/ 571214 w 695325"/>
                <a:gd name="connsiteY1310" fmla="*/ 318992 h 581025"/>
                <a:gd name="connsiteX1311" fmla="*/ 569500 w 695325"/>
                <a:gd name="connsiteY1311" fmla="*/ 318421 h 581025"/>
                <a:gd name="connsiteX1312" fmla="*/ 568071 w 695325"/>
                <a:gd name="connsiteY1312" fmla="*/ 318135 h 581025"/>
                <a:gd name="connsiteX1313" fmla="*/ 567309 w 695325"/>
                <a:gd name="connsiteY1313" fmla="*/ 317564 h 581025"/>
                <a:gd name="connsiteX1314" fmla="*/ 566738 w 695325"/>
                <a:gd name="connsiteY1314" fmla="*/ 316706 h 581025"/>
                <a:gd name="connsiteX1315" fmla="*/ 565880 w 695325"/>
                <a:gd name="connsiteY1315" fmla="*/ 315754 h 581025"/>
                <a:gd name="connsiteX1316" fmla="*/ 565690 w 695325"/>
                <a:gd name="connsiteY1316" fmla="*/ 315278 h 581025"/>
                <a:gd name="connsiteX1317" fmla="*/ 565690 w 695325"/>
                <a:gd name="connsiteY1317" fmla="*/ 314611 h 581025"/>
                <a:gd name="connsiteX1318" fmla="*/ 565595 w 695325"/>
                <a:gd name="connsiteY1318" fmla="*/ 313944 h 581025"/>
                <a:gd name="connsiteX1319" fmla="*/ 565118 w 695325"/>
                <a:gd name="connsiteY1319" fmla="*/ 313277 h 581025"/>
                <a:gd name="connsiteX1320" fmla="*/ 564642 w 695325"/>
                <a:gd name="connsiteY1320" fmla="*/ 313182 h 581025"/>
                <a:gd name="connsiteX1321" fmla="*/ 563309 w 695325"/>
                <a:gd name="connsiteY1321" fmla="*/ 313373 h 581025"/>
                <a:gd name="connsiteX1322" fmla="*/ 562737 w 695325"/>
                <a:gd name="connsiteY1322" fmla="*/ 313277 h 581025"/>
                <a:gd name="connsiteX1323" fmla="*/ 558355 w 695325"/>
                <a:gd name="connsiteY1323" fmla="*/ 312230 h 581025"/>
                <a:gd name="connsiteX1324" fmla="*/ 556451 w 695325"/>
                <a:gd name="connsiteY1324" fmla="*/ 311372 h 581025"/>
                <a:gd name="connsiteX1325" fmla="*/ 553402 w 695325"/>
                <a:gd name="connsiteY1325" fmla="*/ 308705 h 581025"/>
                <a:gd name="connsiteX1326" fmla="*/ 551117 w 695325"/>
                <a:gd name="connsiteY1326" fmla="*/ 307562 h 581025"/>
                <a:gd name="connsiteX1327" fmla="*/ 550069 w 695325"/>
                <a:gd name="connsiteY1327" fmla="*/ 306610 h 581025"/>
                <a:gd name="connsiteX1328" fmla="*/ 549593 w 695325"/>
                <a:gd name="connsiteY1328" fmla="*/ 305467 h 581025"/>
                <a:gd name="connsiteX1329" fmla="*/ 548545 w 695325"/>
                <a:gd name="connsiteY1329" fmla="*/ 301562 h 581025"/>
                <a:gd name="connsiteX1330" fmla="*/ 549402 w 695325"/>
                <a:gd name="connsiteY1330" fmla="*/ 298990 h 581025"/>
                <a:gd name="connsiteX1331" fmla="*/ 550069 w 695325"/>
                <a:gd name="connsiteY1331" fmla="*/ 298990 h 581025"/>
                <a:gd name="connsiteX1332" fmla="*/ 550545 w 695325"/>
                <a:gd name="connsiteY1332" fmla="*/ 300038 h 581025"/>
                <a:gd name="connsiteX1333" fmla="*/ 551212 w 695325"/>
                <a:gd name="connsiteY1333" fmla="*/ 302609 h 581025"/>
                <a:gd name="connsiteX1334" fmla="*/ 551688 w 695325"/>
                <a:gd name="connsiteY1334" fmla="*/ 304038 h 581025"/>
                <a:gd name="connsiteX1335" fmla="*/ 554355 w 695325"/>
                <a:gd name="connsiteY1335" fmla="*/ 306705 h 581025"/>
                <a:gd name="connsiteX1336" fmla="*/ 554831 w 695325"/>
                <a:gd name="connsiteY1336" fmla="*/ 306991 h 581025"/>
                <a:gd name="connsiteX1337" fmla="*/ 555879 w 695325"/>
                <a:gd name="connsiteY1337" fmla="*/ 308420 h 581025"/>
                <a:gd name="connsiteX1338" fmla="*/ 558451 w 695325"/>
                <a:gd name="connsiteY1338" fmla="*/ 308610 h 581025"/>
                <a:gd name="connsiteX1339" fmla="*/ 563499 w 695325"/>
                <a:gd name="connsiteY1339" fmla="*/ 308324 h 581025"/>
                <a:gd name="connsiteX1340" fmla="*/ 571976 w 695325"/>
                <a:gd name="connsiteY1340" fmla="*/ 315468 h 581025"/>
                <a:gd name="connsiteX1341" fmla="*/ 577596 w 695325"/>
                <a:gd name="connsiteY1341" fmla="*/ 318707 h 581025"/>
                <a:gd name="connsiteX1342" fmla="*/ 580930 w 695325"/>
                <a:gd name="connsiteY1342" fmla="*/ 316611 h 581025"/>
                <a:gd name="connsiteX1343" fmla="*/ 579501 w 695325"/>
                <a:gd name="connsiteY1343" fmla="*/ 316706 h 581025"/>
                <a:gd name="connsiteX1344" fmla="*/ 578358 w 695325"/>
                <a:gd name="connsiteY1344" fmla="*/ 316230 h 581025"/>
                <a:gd name="connsiteX1345" fmla="*/ 577501 w 695325"/>
                <a:gd name="connsiteY1345" fmla="*/ 315373 h 581025"/>
                <a:gd name="connsiteX1346" fmla="*/ 576929 w 695325"/>
                <a:gd name="connsiteY1346" fmla="*/ 314039 h 581025"/>
                <a:gd name="connsiteX1347" fmla="*/ 579692 w 695325"/>
                <a:gd name="connsiteY1347" fmla="*/ 312134 h 581025"/>
                <a:gd name="connsiteX1348" fmla="*/ 585692 w 695325"/>
                <a:gd name="connsiteY1348" fmla="*/ 304895 h 581025"/>
                <a:gd name="connsiteX1349" fmla="*/ 585788 w 695325"/>
                <a:gd name="connsiteY1349" fmla="*/ 303181 h 581025"/>
                <a:gd name="connsiteX1350" fmla="*/ 587026 w 695325"/>
                <a:gd name="connsiteY1350" fmla="*/ 300704 h 581025"/>
                <a:gd name="connsiteX1351" fmla="*/ 588359 w 695325"/>
                <a:gd name="connsiteY1351" fmla="*/ 295180 h 581025"/>
                <a:gd name="connsiteX1352" fmla="*/ 588931 w 695325"/>
                <a:gd name="connsiteY1352" fmla="*/ 293942 h 581025"/>
                <a:gd name="connsiteX1353" fmla="*/ 590741 w 695325"/>
                <a:gd name="connsiteY1353" fmla="*/ 292322 h 581025"/>
                <a:gd name="connsiteX1354" fmla="*/ 593408 w 695325"/>
                <a:gd name="connsiteY1354" fmla="*/ 291275 h 581025"/>
                <a:gd name="connsiteX1355" fmla="*/ 599122 w 695325"/>
                <a:gd name="connsiteY1355" fmla="*/ 289751 h 581025"/>
                <a:gd name="connsiteX1356" fmla="*/ 604266 w 695325"/>
                <a:gd name="connsiteY1356" fmla="*/ 287655 h 581025"/>
                <a:gd name="connsiteX1357" fmla="*/ 614553 w 695325"/>
                <a:gd name="connsiteY1357" fmla="*/ 281273 h 581025"/>
                <a:gd name="connsiteX1358" fmla="*/ 618839 w 695325"/>
                <a:gd name="connsiteY1358" fmla="*/ 277940 h 581025"/>
                <a:gd name="connsiteX1359" fmla="*/ 614839 w 695325"/>
                <a:gd name="connsiteY1359" fmla="*/ 280702 h 581025"/>
                <a:gd name="connsiteX1360" fmla="*/ 612743 w 695325"/>
                <a:gd name="connsiteY1360" fmla="*/ 281559 h 581025"/>
                <a:gd name="connsiteX1361" fmla="*/ 611791 w 695325"/>
                <a:gd name="connsiteY1361" fmla="*/ 280416 h 581025"/>
                <a:gd name="connsiteX1362" fmla="*/ 612743 w 695325"/>
                <a:gd name="connsiteY1362" fmla="*/ 279178 h 581025"/>
                <a:gd name="connsiteX1363" fmla="*/ 614839 w 695325"/>
                <a:gd name="connsiteY1363" fmla="*/ 277844 h 581025"/>
                <a:gd name="connsiteX1364" fmla="*/ 617030 w 695325"/>
                <a:gd name="connsiteY1364" fmla="*/ 276701 h 581025"/>
                <a:gd name="connsiteX1365" fmla="*/ 618458 w 695325"/>
                <a:gd name="connsiteY1365" fmla="*/ 276225 h 581025"/>
                <a:gd name="connsiteX1366" fmla="*/ 620363 w 695325"/>
                <a:gd name="connsiteY1366" fmla="*/ 274320 h 581025"/>
                <a:gd name="connsiteX1367" fmla="*/ 623411 w 695325"/>
                <a:gd name="connsiteY1367" fmla="*/ 270034 h 581025"/>
                <a:gd name="connsiteX1368" fmla="*/ 625221 w 695325"/>
                <a:gd name="connsiteY1368" fmla="*/ 265557 h 581025"/>
                <a:gd name="connsiteX1369" fmla="*/ 623602 w 695325"/>
                <a:gd name="connsiteY1369" fmla="*/ 262795 h 581025"/>
                <a:gd name="connsiteX1370" fmla="*/ 622840 w 695325"/>
                <a:gd name="connsiteY1370" fmla="*/ 265557 h 581025"/>
                <a:gd name="connsiteX1371" fmla="*/ 622745 w 695325"/>
                <a:gd name="connsiteY1371" fmla="*/ 267081 h 581025"/>
                <a:gd name="connsiteX1372" fmla="*/ 622745 w 695325"/>
                <a:gd name="connsiteY1372" fmla="*/ 268605 h 581025"/>
                <a:gd name="connsiteX1373" fmla="*/ 620554 w 695325"/>
                <a:gd name="connsiteY1373" fmla="*/ 267272 h 581025"/>
                <a:gd name="connsiteX1374" fmla="*/ 619030 w 695325"/>
                <a:gd name="connsiteY1374" fmla="*/ 268129 h 581025"/>
                <a:gd name="connsiteX1375" fmla="*/ 617410 w 695325"/>
                <a:gd name="connsiteY1375" fmla="*/ 269939 h 581025"/>
                <a:gd name="connsiteX1376" fmla="*/ 614934 w 695325"/>
                <a:gd name="connsiteY1376" fmla="*/ 271272 h 581025"/>
                <a:gd name="connsiteX1377" fmla="*/ 615410 w 695325"/>
                <a:gd name="connsiteY1377" fmla="*/ 263462 h 581025"/>
                <a:gd name="connsiteX1378" fmla="*/ 616458 w 695325"/>
                <a:gd name="connsiteY1378" fmla="*/ 259747 h 581025"/>
                <a:gd name="connsiteX1379" fmla="*/ 618458 w 695325"/>
                <a:gd name="connsiteY1379" fmla="*/ 256413 h 581025"/>
                <a:gd name="connsiteX1380" fmla="*/ 621125 w 695325"/>
                <a:gd name="connsiteY1380" fmla="*/ 253556 h 581025"/>
                <a:gd name="connsiteX1381" fmla="*/ 638270 w 695325"/>
                <a:gd name="connsiteY1381" fmla="*/ 240030 h 581025"/>
                <a:gd name="connsiteX1382" fmla="*/ 644366 w 695325"/>
                <a:gd name="connsiteY1382" fmla="*/ 238125 h 581025"/>
                <a:gd name="connsiteX1383" fmla="*/ 647509 w 695325"/>
                <a:gd name="connsiteY1383" fmla="*/ 235744 h 581025"/>
                <a:gd name="connsiteX1384" fmla="*/ 650272 w 695325"/>
                <a:gd name="connsiteY1384" fmla="*/ 232886 h 581025"/>
                <a:gd name="connsiteX1385" fmla="*/ 652081 w 695325"/>
                <a:gd name="connsiteY1385" fmla="*/ 230696 h 581025"/>
                <a:gd name="connsiteX1386" fmla="*/ 651034 w 695325"/>
                <a:gd name="connsiteY1386" fmla="*/ 231648 h 581025"/>
                <a:gd name="connsiteX1387" fmla="*/ 649414 w 695325"/>
                <a:gd name="connsiteY1387" fmla="*/ 232886 h 581025"/>
                <a:gd name="connsiteX1388" fmla="*/ 646557 w 695325"/>
                <a:gd name="connsiteY1388" fmla="*/ 234029 h 581025"/>
                <a:gd name="connsiteX1389" fmla="*/ 645985 w 695325"/>
                <a:gd name="connsiteY1389" fmla="*/ 232886 h 581025"/>
                <a:gd name="connsiteX1390" fmla="*/ 645605 w 695325"/>
                <a:gd name="connsiteY1390" fmla="*/ 232315 h 581025"/>
                <a:gd name="connsiteX1391" fmla="*/ 645033 w 695325"/>
                <a:gd name="connsiteY1391" fmla="*/ 232220 h 581025"/>
                <a:gd name="connsiteX1392" fmla="*/ 644176 w 695325"/>
                <a:gd name="connsiteY1392" fmla="*/ 232315 h 581025"/>
                <a:gd name="connsiteX1393" fmla="*/ 643509 w 695325"/>
                <a:gd name="connsiteY1393" fmla="*/ 231553 h 581025"/>
                <a:gd name="connsiteX1394" fmla="*/ 642652 w 695325"/>
                <a:gd name="connsiteY1394" fmla="*/ 231077 h 581025"/>
                <a:gd name="connsiteX1395" fmla="*/ 641604 w 695325"/>
                <a:gd name="connsiteY1395" fmla="*/ 230791 h 581025"/>
                <a:gd name="connsiteX1396" fmla="*/ 640271 w 695325"/>
                <a:gd name="connsiteY1396" fmla="*/ 230696 h 581025"/>
                <a:gd name="connsiteX1397" fmla="*/ 641128 w 695325"/>
                <a:gd name="connsiteY1397" fmla="*/ 229267 h 581025"/>
                <a:gd name="connsiteX1398" fmla="*/ 642652 w 695325"/>
                <a:gd name="connsiteY1398" fmla="*/ 228791 h 581025"/>
                <a:gd name="connsiteX1399" fmla="*/ 644366 w 695325"/>
                <a:gd name="connsiteY1399" fmla="*/ 229076 h 581025"/>
                <a:gd name="connsiteX1400" fmla="*/ 645795 w 695325"/>
                <a:gd name="connsiteY1400" fmla="*/ 229934 h 581025"/>
                <a:gd name="connsiteX1401" fmla="*/ 647033 w 695325"/>
                <a:gd name="connsiteY1401" fmla="*/ 229076 h 581025"/>
                <a:gd name="connsiteX1402" fmla="*/ 647319 w 695325"/>
                <a:gd name="connsiteY1402" fmla="*/ 228124 h 581025"/>
                <a:gd name="connsiteX1403" fmla="*/ 647129 w 695325"/>
                <a:gd name="connsiteY1403" fmla="*/ 226981 h 581025"/>
                <a:gd name="connsiteX1404" fmla="*/ 646557 w 695325"/>
                <a:gd name="connsiteY1404" fmla="*/ 225647 h 581025"/>
                <a:gd name="connsiteX1405" fmla="*/ 645605 w 695325"/>
                <a:gd name="connsiteY1405" fmla="*/ 224028 h 581025"/>
                <a:gd name="connsiteX1406" fmla="*/ 644843 w 695325"/>
                <a:gd name="connsiteY1406" fmla="*/ 223552 h 581025"/>
                <a:gd name="connsiteX1407" fmla="*/ 642176 w 695325"/>
                <a:gd name="connsiteY1407" fmla="*/ 223838 h 581025"/>
                <a:gd name="connsiteX1408" fmla="*/ 636842 w 695325"/>
                <a:gd name="connsiteY1408" fmla="*/ 223457 h 581025"/>
                <a:gd name="connsiteX1409" fmla="*/ 634365 w 695325"/>
                <a:gd name="connsiteY1409" fmla="*/ 222504 h 581025"/>
                <a:gd name="connsiteX1410" fmla="*/ 633127 w 695325"/>
                <a:gd name="connsiteY1410" fmla="*/ 220504 h 581025"/>
                <a:gd name="connsiteX1411" fmla="*/ 637508 w 695325"/>
                <a:gd name="connsiteY1411" fmla="*/ 219551 h 581025"/>
                <a:gd name="connsiteX1412" fmla="*/ 639794 w 695325"/>
                <a:gd name="connsiteY1412" fmla="*/ 219647 h 581025"/>
                <a:gd name="connsiteX1413" fmla="*/ 641795 w 695325"/>
                <a:gd name="connsiteY1413" fmla="*/ 220504 h 581025"/>
                <a:gd name="connsiteX1414" fmla="*/ 643223 w 695325"/>
                <a:gd name="connsiteY1414" fmla="*/ 217361 h 581025"/>
                <a:gd name="connsiteX1415" fmla="*/ 641604 w 695325"/>
                <a:gd name="connsiteY1415" fmla="*/ 212027 h 581025"/>
                <a:gd name="connsiteX1416" fmla="*/ 629126 w 695325"/>
                <a:gd name="connsiteY1416" fmla="*/ 183261 h 581025"/>
                <a:gd name="connsiteX1417" fmla="*/ 628364 w 695325"/>
                <a:gd name="connsiteY1417" fmla="*/ 171736 h 581025"/>
                <a:gd name="connsiteX1418" fmla="*/ 631793 w 695325"/>
                <a:gd name="connsiteY1418" fmla="*/ 161735 h 581025"/>
                <a:gd name="connsiteX1419" fmla="*/ 637604 w 695325"/>
                <a:gd name="connsiteY1419" fmla="*/ 152876 h 581025"/>
                <a:gd name="connsiteX1420" fmla="*/ 654463 w 695325"/>
                <a:gd name="connsiteY1420" fmla="*/ 134588 h 581025"/>
                <a:gd name="connsiteX1421" fmla="*/ 660178 w 695325"/>
                <a:gd name="connsiteY1421" fmla="*/ 130493 h 581025"/>
                <a:gd name="connsiteX1422" fmla="*/ 670274 w 695325"/>
                <a:gd name="connsiteY1422" fmla="*/ 125063 h 581025"/>
                <a:gd name="connsiteX1423" fmla="*/ 671513 w 695325"/>
                <a:gd name="connsiteY1423" fmla="*/ 124682 h 581025"/>
                <a:gd name="connsiteX1424" fmla="*/ 674275 w 695325"/>
                <a:gd name="connsiteY1424" fmla="*/ 124778 h 581025"/>
                <a:gd name="connsiteX1425" fmla="*/ 675513 w 695325"/>
                <a:gd name="connsiteY1425" fmla="*/ 124492 h 581025"/>
                <a:gd name="connsiteX1426" fmla="*/ 676656 w 695325"/>
                <a:gd name="connsiteY1426" fmla="*/ 123825 h 581025"/>
                <a:gd name="connsiteX1427" fmla="*/ 681038 w 695325"/>
                <a:gd name="connsiteY1427" fmla="*/ 124873 h 581025"/>
                <a:gd name="connsiteX1428" fmla="*/ 686562 w 695325"/>
                <a:gd name="connsiteY1428" fmla="*/ 123730 h 581025"/>
                <a:gd name="connsiteX1429" fmla="*/ 693896 w 695325"/>
                <a:gd name="connsiteY1429" fmla="*/ 120777 h 581025"/>
                <a:gd name="connsiteX1430" fmla="*/ 701230 w 695325"/>
                <a:gd name="connsiteY1430" fmla="*/ 117634 h 581025"/>
                <a:gd name="connsiteX1431" fmla="*/ 702183 w 695325"/>
                <a:gd name="connsiteY1431" fmla="*/ 117443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</a:cxnLst>
              <a:rect l="l" t="t" r="r" b="b"/>
              <a:pathLst>
                <a:path w="695325" h="581025">
                  <a:moveTo>
                    <a:pt x="701135" y="115348"/>
                  </a:moveTo>
                  <a:lnTo>
                    <a:pt x="697516" y="109728"/>
                  </a:lnTo>
                  <a:lnTo>
                    <a:pt x="696849" y="108014"/>
                  </a:lnTo>
                  <a:lnTo>
                    <a:pt x="696468" y="106204"/>
                  </a:lnTo>
                  <a:lnTo>
                    <a:pt x="696468" y="104394"/>
                  </a:lnTo>
                  <a:lnTo>
                    <a:pt x="696849" y="100870"/>
                  </a:lnTo>
                  <a:lnTo>
                    <a:pt x="696944" y="99060"/>
                  </a:lnTo>
                  <a:lnTo>
                    <a:pt x="696087" y="97346"/>
                  </a:lnTo>
                  <a:lnTo>
                    <a:pt x="694277" y="96012"/>
                  </a:lnTo>
                  <a:lnTo>
                    <a:pt x="678847" y="92488"/>
                  </a:lnTo>
                  <a:lnTo>
                    <a:pt x="676180" y="91535"/>
                  </a:lnTo>
                  <a:lnTo>
                    <a:pt x="674751" y="90202"/>
                  </a:lnTo>
                  <a:lnTo>
                    <a:pt x="673799" y="88297"/>
                  </a:lnTo>
                  <a:lnTo>
                    <a:pt x="673132" y="86392"/>
                  </a:lnTo>
                  <a:lnTo>
                    <a:pt x="672465" y="83725"/>
                  </a:lnTo>
                  <a:lnTo>
                    <a:pt x="671893" y="78867"/>
                  </a:lnTo>
                  <a:lnTo>
                    <a:pt x="671036" y="76676"/>
                  </a:lnTo>
                  <a:lnTo>
                    <a:pt x="669131" y="74867"/>
                  </a:lnTo>
                  <a:lnTo>
                    <a:pt x="665035" y="72866"/>
                  </a:lnTo>
                  <a:lnTo>
                    <a:pt x="662940" y="72200"/>
                  </a:lnTo>
                  <a:lnTo>
                    <a:pt x="661035" y="72295"/>
                  </a:lnTo>
                  <a:lnTo>
                    <a:pt x="660178" y="72962"/>
                  </a:lnTo>
                  <a:lnTo>
                    <a:pt x="659416" y="74104"/>
                  </a:lnTo>
                  <a:lnTo>
                    <a:pt x="658749" y="75438"/>
                  </a:lnTo>
                  <a:lnTo>
                    <a:pt x="657987" y="76581"/>
                  </a:lnTo>
                  <a:lnTo>
                    <a:pt x="656939" y="77248"/>
                  </a:lnTo>
                  <a:lnTo>
                    <a:pt x="655892" y="77724"/>
                  </a:lnTo>
                  <a:lnTo>
                    <a:pt x="655130" y="78391"/>
                  </a:lnTo>
                  <a:lnTo>
                    <a:pt x="654463" y="79534"/>
                  </a:lnTo>
                  <a:lnTo>
                    <a:pt x="653987" y="80963"/>
                  </a:lnTo>
                  <a:lnTo>
                    <a:pt x="652653" y="81534"/>
                  </a:lnTo>
                  <a:lnTo>
                    <a:pt x="650748" y="80867"/>
                  </a:lnTo>
                  <a:lnTo>
                    <a:pt x="647700" y="77248"/>
                  </a:lnTo>
                  <a:lnTo>
                    <a:pt x="646652" y="74771"/>
                  </a:lnTo>
                  <a:lnTo>
                    <a:pt x="646367" y="72771"/>
                  </a:lnTo>
                  <a:lnTo>
                    <a:pt x="647700" y="69342"/>
                  </a:lnTo>
                  <a:lnTo>
                    <a:pt x="647795" y="68771"/>
                  </a:lnTo>
                  <a:lnTo>
                    <a:pt x="647795" y="67628"/>
                  </a:lnTo>
                  <a:lnTo>
                    <a:pt x="647700" y="66199"/>
                  </a:lnTo>
                  <a:lnTo>
                    <a:pt x="647224" y="63722"/>
                  </a:lnTo>
                  <a:lnTo>
                    <a:pt x="647033" y="63151"/>
                  </a:lnTo>
                  <a:lnTo>
                    <a:pt x="646747" y="62484"/>
                  </a:lnTo>
                  <a:lnTo>
                    <a:pt x="645700" y="61055"/>
                  </a:lnTo>
                  <a:lnTo>
                    <a:pt x="643795" y="59531"/>
                  </a:lnTo>
                  <a:lnTo>
                    <a:pt x="640651" y="57341"/>
                  </a:lnTo>
                  <a:lnTo>
                    <a:pt x="634746" y="54864"/>
                  </a:lnTo>
                  <a:lnTo>
                    <a:pt x="632936" y="54483"/>
                  </a:lnTo>
                  <a:lnTo>
                    <a:pt x="631126" y="54388"/>
                  </a:lnTo>
                  <a:lnTo>
                    <a:pt x="629602" y="54578"/>
                  </a:lnTo>
                  <a:lnTo>
                    <a:pt x="627983" y="54197"/>
                  </a:lnTo>
                  <a:lnTo>
                    <a:pt x="621983" y="50102"/>
                  </a:lnTo>
                  <a:lnTo>
                    <a:pt x="620268" y="48482"/>
                  </a:lnTo>
                  <a:lnTo>
                    <a:pt x="618172" y="47720"/>
                  </a:lnTo>
                  <a:lnTo>
                    <a:pt x="616268" y="47244"/>
                  </a:lnTo>
                  <a:lnTo>
                    <a:pt x="614267" y="46577"/>
                  </a:lnTo>
                  <a:lnTo>
                    <a:pt x="613029" y="45911"/>
                  </a:lnTo>
                  <a:lnTo>
                    <a:pt x="610934" y="42196"/>
                  </a:lnTo>
                  <a:lnTo>
                    <a:pt x="606362" y="40100"/>
                  </a:lnTo>
                  <a:lnTo>
                    <a:pt x="601218" y="35433"/>
                  </a:lnTo>
                  <a:lnTo>
                    <a:pt x="590169" y="28194"/>
                  </a:lnTo>
                  <a:lnTo>
                    <a:pt x="589121" y="27718"/>
                  </a:lnTo>
                  <a:lnTo>
                    <a:pt x="587883" y="27432"/>
                  </a:lnTo>
                  <a:lnTo>
                    <a:pt x="586168" y="27623"/>
                  </a:lnTo>
                  <a:lnTo>
                    <a:pt x="581787" y="29147"/>
                  </a:lnTo>
                  <a:lnTo>
                    <a:pt x="580168" y="29432"/>
                  </a:lnTo>
                  <a:lnTo>
                    <a:pt x="578072" y="29528"/>
                  </a:lnTo>
                  <a:lnTo>
                    <a:pt x="575977" y="29147"/>
                  </a:lnTo>
                  <a:lnTo>
                    <a:pt x="573976" y="28289"/>
                  </a:lnTo>
                  <a:lnTo>
                    <a:pt x="571691" y="26575"/>
                  </a:lnTo>
                  <a:lnTo>
                    <a:pt x="570167" y="24956"/>
                  </a:lnTo>
                  <a:lnTo>
                    <a:pt x="569024" y="23432"/>
                  </a:lnTo>
                  <a:lnTo>
                    <a:pt x="566928" y="19907"/>
                  </a:lnTo>
                  <a:lnTo>
                    <a:pt x="565213" y="18383"/>
                  </a:lnTo>
                  <a:lnTo>
                    <a:pt x="562737" y="16764"/>
                  </a:lnTo>
                  <a:lnTo>
                    <a:pt x="543592" y="7049"/>
                  </a:lnTo>
                  <a:lnTo>
                    <a:pt x="539210" y="1333"/>
                  </a:lnTo>
                  <a:lnTo>
                    <a:pt x="538353" y="572"/>
                  </a:lnTo>
                  <a:lnTo>
                    <a:pt x="537496" y="95"/>
                  </a:lnTo>
                  <a:lnTo>
                    <a:pt x="536353" y="0"/>
                  </a:lnTo>
                  <a:lnTo>
                    <a:pt x="535210" y="476"/>
                  </a:lnTo>
                  <a:lnTo>
                    <a:pt x="534162" y="1048"/>
                  </a:lnTo>
                  <a:lnTo>
                    <a:pt x="532352" y="4001"/>
                  </a:lnTo>
                  <a:lnTo>
                    <a:pt x="531495" y="4667"/>
                  </a:lnTo>
                  <a:lnTo>
                    <a:pt x="531114" y="4858"/>
                  </a:lnTo>
                  <a:lnTo>
                    <a:pt x="530447" y="4953"/>
                  </a:lnTo>
                  <a:lnTo>
                    <a:pt x="528733" y="5239"/>
                  </a:lnTo>
                  <a:lnTo>
                    <a:pt x="527780" y="5429"/>
                  </a:lnTo>
                  <a:lnTo>
                    <a:pt x="525494" y="6382"/>
                  </a:lnTo>
                  <a:lnTo>
                    <a:pt x="524732" y="6953"/>
                  </a:lnTo>
                  <a:lnTo>
                    <a:pt x="524637" y="7049"/>
                  </a:lnTo>
                  <a:lnTo>
                    <a:pt x="524637" y="7144"/>
                  </a:lnTo>
                  <a:lnTo>
                    <a:pt x="524542" y="7715"/>
                  </a:lnTo>
                  <a:lnTo>
                    <a:pt x="524542" y="8763"/>
                  </a:lnTo>
                  <a:lnTo>
                    <a:pt x="524923" y="11049"/>
                  </a:lnTo>
                  <a:lnTo>
                    <a:pt x="526066" y="12954"/>
                  </a:lnTo>
                  <a:lnTo>
                    <a:pt x="528828" y="16478"/>
                  </a:lnTo>
                  <a:lnTo>
                    <a:pt x="529780" y="18193"/>
                  </a:lnTo>
                  <a:lnTo>
                    <a:pt x="530257" y="20383"/>
                  </a:lnTo>
                  <a:lnTo>
                    <a:pt x="531019" y="27623"/>
                  </a:lnTo>
                  <a:lnTo>
                    <a:pt x="530924" y="30004"/>
                  </a:lnTo>
                  <a:lnTo>
                    <a:pt x="530638" y="31909"/>
                  </a:lnTo>
                  <a:lnTo>
                    <a:pt x="528447" y="35147"/>
                  </a:lnTo>
                  <a:lnTo>
                    <a:pt x="527780" y="36576"/>
                  </a:lnTo>
                  <a:lnTo>
                    <a:pt x="527685" y="38862"/>
                  </a:lnTo>
                  <a:lnTo>
                    <a:pt x="528447" y="40958"/>
                  </a:lnTo>
                  <a:lnTo>
                    <a:pt x="530257" y="44291"/>
                  </a:lnTo>
                  <a:lnTo>
                    <a:pt x="530447" y="46006"/>
                  </a:lnTo>
                  <a:lnTo>
                    <a:pt x="529971" y="48006"/>
                  </a:lnTo>
                  <a:lnTo>
                    <a:pt x="529114" y="50768"/>
                  </a:lnTo>
                  <a:lnTo>
                    <a:pt x="528638" y="52769"/>
                  </a:lnTo>
                  <a:lnTo>
                    <a:pt x="528638" y="54578"/>
                  </a:lnTo>
                  <a:lnTo>
                    <a:pt x="528828" y="55531"/>
                  </a:lnTo>
                  <a:lnTo>
                    <a:pt x="528828" y="56388"/>
                  </a:lnTo>
                  <a:lnTo>
                    <a:pt x="528447" y="57245"/>
                  </a:lnTo>
                  <a:lnTo>
                    <a:pt x="527590" y="58769"/>
                  </a:lnTo>
                  <a:lnTo>
                    <a:pt x="522065" y="66675"/>
                  </a:lnTo>
                  <a:lnTo>
                    <a:pt x="519970" y="68390"/>
                  </a:lnTo>
                  <a:lnTo>
                    <a:pt x="517588" y="69914"/>
                  </a:lnTo>
                  <a:lnTo>
                    <a:pt x="512635" y="71152"/>
                  </a:lnTo>
                  <a:lnTo>
                    <a:pt x="506921" y="67913"/>
                  </a:lnTo>
                  <a:lnTo>
                    <a:pt x="506444" y="66580"/>
                  </a:lnTo>
                  <a:lnTo>
                    <a:pt x="506159" y="64484"/>
                  </a:lnTo>
                  <a:lnTo>
                    <a:pt x="506254" y="62770"/>
                  </a:lnTo>
                  <a:lnTo>
                    <a:pt x="506254" y="61436"/>
                  </a:lnTo>
                  <a:lnTo>
                    <a:pt x="506254" y="60389"/>
                  </a:lnTo>
                  <a:lnTo>
                    <a:pt x="506730" y="59436"/>
                  </a:lnTo>
                  <a:lnTo>
                    <a:pt x="508254" y="57341"/>
                  </a:lnTo>
                  <a:lnTo>
                    <a:pt x="508730" y="56198"/>
                  </a:lnTo>
                  <a:lnTo>
                    <a:pt x="508921" y="54864"/>
                  </a:lnTo>
                  <a:lnTo>
                    <a:pt x="508540" y="53721"/>
                  </a:lnTo>
                  <a:lnTo>
                    <a:pt x="507778" y="53340"/>
                  </a:lnTo>
                  <a:lnTo>
                    <a:pt x="506444" y="53816"/>
                  </a:lnTo>
                  <a:lnTo>
                    <a:pt x="504825" y="54864"/>
                  </a:lnTo>
                  <a:lnTo>
                    <a:pt x="503587" y="56007"/>
                  </a:lnTo>
                  <a:lnTo>
                    <a:pt x="502539" y="56769"/>
                  </a:lnTo>
                  <a:lnTo>
                    <a:pt x="501110" y="57436"/>
                  </a:lnTo>
                  <a:lnTo>
                    <a:pt x="499205" y="57912"/>
                  </a:lnTo>
                  <a:lnTo>
                    <a:pt x="497872" y="58483"/>
                  </a:lnTo>
                  <a:lnTo>
                    <a:pt x="495491" y="59817"/>
                  </a:lnTo>
                  <a:lnTo>
                    <a:pt x="494729" y="59912"/>
                  </a:lnTo>
                  <a:lnTo>
                    <a:pt x="492062" y="58865"/>
                  </a:lnTo>
                  <a:lnTo>
                    <a:pt x="486727" y="57912"/>
                  </a:lnTo>
                  <a:lnTo>
                    <a:pt x="479965" y="56007"/>
                  </a:lnTo>
                  <a:lnTo>
                    <a:pt x="469583" y="49721"/>
                  </a:lnTo>
                  <a:lnTo>
                    <a:pt x="468154" y="49149"/>
                  </a:lnTo>
                  <a:lnTo>
                    <a:pt x="466820" y="48958"/>
                  </a:lnTo>
                  <a:lnTo>
                    <a:pt x="465487" y="48863"/>
                  </a:lnTo>
                  <a:lnTo>
                    <a:pt x="463677" y="49244"/>
                  </a:lnTo>
                  <a:lnTo>
                    <a:pt x="462058" y="49721"/>
                  </a:lnTo>
                  <a:lnTo>
                    <a:pt x="460153" y="51054"/>
                  </a:lnTo>
                  <a:lnTo>
                    <a:pt x="455009" y="52864"/>
                  </a:lnTo>
                  <a:lnTo>
                    <a:pt x="453771" y="53626"/>
                  </a:lnTo>
                  <a:lnTo>
                    <a:pt x="448437" y="58769"/>
                  </a:lnTo>
                  <a:lnTo>
                    <a:pt x="443198" y="64961"/>
                  </a:lnTo>
                  <a:lnTo>
                    <a:pt x="442436" y="65627"/>
                  </a:lnTo>
                  <a:lnTo>
                    <a:pt x="441770" y="65723"/>
                  </a:lnTo>
                  <a:lnTo>
                    <a:pt x="441198" y="65532"/>
                  </a:lnTo>
                  <a:lnTo>
                    <a:pt x="440436" y="64770"/>
                  </a:lnTo>
                  <a:lnTo>
                    <a:pt x="437959" y="62008"/>
                  </a:lnTo>
                  <a:lnTo>
                    <a:pt x="429006" y="55912"/>
                  </a:lnTo>
                  <a:lnTo>
                    <a:pt x="427672" y="55245"/>
                  </a:lnTo>
                  <a:lnTo>
                    <a:pt x="425577" y="54578"/>
                  </a:lnTo>
                  <a:lnTo>
                    <a:pt x="423577" y="54293"/>
                  </a:lnTo>
                  <a:lnTo>
                    <a:pt x="422243" y="54293"/>
                  </a:lnTo>
                  <a:lnTo>
                    <a:pt x="421291" y="54483"/>
                  </a:lnTo>
                  <a:lnTo>
                    <a:pt x="416814" y="56198"/>
                  </a:lnTo>
                  <a:lnTo>
                    <a:pt x="415385" y="56483"/>
                  </a:lnTo>
                  <a:lnTo>
                    <a:pt x="414814" y="56102"/>
                  </a:lnTo>
                  <a:lnTo>
                    <a:pt x="414718" y="55340"/>
                  </a:lnTo>
                  <a:lnTo>
                    <a:pt x="415576" y="53531"/>
                  </a:lnTo>
                  <a:lnTo>
                    <a:pt x="416338" y="52388"/>
                  </a:lnTo>
                  <a:lnTo>
                    <a:pt x="417385" y="50483"/>
                  </a:lnTo>
                  <a:lnTo>
                    <a:pt x="421005" y="42482"/>
                  </a:lnTo>
                  <a:lnTo>
                    <a:pt x="426530" y="34481"/>
                  </a:lnTo>
                  <a:lnTo>
                    <a:pt x="427196" y="33242"/>
                  </a:lnTo>
                  <a:lnTo>
                    <a:pt x="427768" y="31433"/>
                  </a:lnTo>
                  <a:lnTo>
                    <a:pt x="428434" y="28194"/>
                  </a:lnTo>
                  <a:lnTo>
                    <a:pt x="428434" y="24860"/>
                  </a:lnTo>
                  <a:lnTo>
                    <a:pt x="427958" y="20288"/>
                  </a:lnTo>
                  <a:lnTo>
                    <a:pt x="426530" y="13716"/>
                  </a:lnTo>
                  <a:lnTo>
                    <a:pt x="423958" y="6668"/>
                  </a:lnTo>
                  <a:lnTo>
                    <a:pt x="420814" y="9239"/>
                  </a:lnTo>
                  <a:lnTo>
                    <a:pt x="415004" y="13049"/>
                  </a:lnTo>
                  <a:lnTo>
                    <a:pt x="414528" y="13240"/>
                  </a:lnTo>
                  <a:lnTo>
                    <a:pt x="410909" y="13621"/>
                  </a:lnTo>
                  <a:lnTo>
                    <a:pt x="409956" y="13907"/>
                  </a:lnTo>
                  <a:lnTo>
                    <a:pt x="409194" y="14383"/>
                  </a:lnTo>
                  <a:lnTo>
                    <a:pt x="407384" y="16478"/>
                  </a:lnTo>
                  <a:lnTo>
                    <a:pt x="406717" y="16669"/>
                  </a:lnTo>
                  <a:lnTo>
                    <a:pt x="405860" y="16764"/>
                  </a:lnTo>
                  <a:lnTo>
                    <a:pt x="402431" y="15335"/>
                  </a:lnTo>
                  <a:lnTo>
                    <a:pt x="395383" y="13526"/>
                  </a:lnTo>
                  <a:lnTo>
                    <a:pt x="393383" y="13240"/>
                  </a:lnTo>
                  <a:lnTo>
                    <a:pt x="390811" y="13526"/>
                  </a:lnTo>
                  <a:lnTo>
                    <a:pt x="389763" y="13811"/>
                  </a:lnTo>
                  <a:lnTo>
                    <a:pt x="388906" y="14478"/>
                  </a:lnTo>
                  <a:lnTo>
                    <a:pt x="388430" y="15145"/>
                  </a:lnTo>
                  <a:lnTo>
                    <a:pt x="387382" y="15716"/>
                  </a:lnTo>
                  <a:lnTo>
                    <a:pt x="385667" y="16097"/>
                  </a:lnTo>
                  <a:lnTo>
                    <a:pt x="362141" y="16669"/>
                  </a:lnTo>
                  <a:lnTo>
                    <a:pt x="360617" y="16859"/>
                  </a:lnTo>
                  <a:lnTo>
                    <a:pt x="359664" y="17431"/>
                  </a:lnTo>
                  <a:lnTo>
                    <a:pt x="359283" y="18193"/>
                  </a:lnTo>
                  <a:lnTo>
                    <a:pt x="359188" y="19241"/>
                  </a:lnTo>
                  <a:lnTo>
                    <a:pt x="359283" y="20479"/>
                  </a:lnTo>
                  <a:lnTo>
                    <a:pt x="359188" y="21431"/>
                  </a:lnTo>
                  <a:lnTo>
                    <a:pt x="358807" y="22479"/>
                  </a:lnTo>
                  <a:lnTo>
                    <a:pt x="358426" y="23051"/>
                  </a:lnTo>
                  <a:lnTo>
                    <a:pt x="357664" y="23717"/>
                  </a:lnTo>
                  <a:lnTo>
                    <a:pt x="356902" y="24289"/>
                  </a:lnTo>
                  <a:lnTo>
                    <a:pt x="349567" y="28194"/>
                  </a:lnTo>
                  <a:lnTo>
                    <a:pt x="348139" y="28480"/>
                  </a:lnTo>
                  <a:lnTo>
                    <a:pt x="336899" y="29051"/>
                  </a:lnTo>
                  <a:lnTo>
                    <a:pt x="334804" y="28480"/>
                  </a:lnTo>
                  <a:lnTo>
                    <a:pt x="327660" y="24860"/>
                  </a:lnTo>
                  <a:lnTo>
                    <a:pt x="326136" y="24479"/>
                  </a:lnTo>
                  <a:lnTo>
                    <a:pt x="323659" y="24575"/>
                  </a:lnTo>
                  <a:lnTo>
                    <a:pt x="322802" y="24479"/>
                  </a:lnTo>
                  <a:lnTo>
                    <a:pt x="321659" y="24003"/>
                  </a:lnTo>
                  <a:lnTo>
                    <a:pt x="318040" y="21241"/>
                  </a:lnTo>
                  <a:lnTo>
                    <a:pt x="316801" y="19431"/>
                  </a:lnTo>
                  <a:lnTo>
                    <a:pt x="316135" y="18002"/>
                  </a:lnTo>
                  <a:lnTo>
                    <a:pt x="315373" y="16193"/>
                  </a:lnTo>
                  <a:lnTo>
                    <a:pt x="308800" y="7144"/>
                  </a:lnTo>
                  <a:lnTo>
                    <a:pt x="305181" y="4763"/>
                  </a:lnTo>
                  <a:lnTo>
                    <a:pt x="301847" y="3143"/>
                  </a:lnTo>
                  <a:lnTo>
                    <a:pt x="297561" y="2191"/>
                  </a:lnTo>
                  <a:lnTo>
                    <a:pt x="297371" y="4286"/>
                  </a:lnTo>
                  <a:lnTo>
                    <a:pt x="297656" y="5048"/>
                  </a:lnTo>
                  <a:lnTo>
                    <a:pt x="299942" y="9144"/>
                  </a:lnTo>
                  <a:lnTo>
                    <a:pt x="300418" y="10954"/>
                  </a:lnTo>
                  <a:lnTo>
                    <a:pt x="300704" y="13049"/>
                  </a:lnTo>
                  <a:lnTo>
                    <a:pt x="300609" y="14478"/>
                  </a:lnTo>
                  <a:lnTo>
                    <a:pt x="300418" y="15621"/>
                  </a:lnTo>
                  <a:lnTo>
                    <a:pt x="300133" y="16478"/>
                  </a:lnTo>
                  <a:lnTo>
                    <a:pt x="299752" y="17431"/>
                  </a:lnTo>
                  <a:lnTo>
                    <a:pt x="299180" y="18288"/>
                  </a:lnTo>
                  <a:lnTo>
                    <a:pt x="295942" y="22193"/>
                  </a:lnTo>
                  <a:lnTo>
                    <a:pt x="294799" y="23146"/>
                  </a:lnTo>
                  <a:lnTo>
                    <a:pt x="293180" y="23813"/>
                  </a:lnTo>
                  <a:lnTo>
                    <a:pt x="291655" y="24194"/>
                  </a:lnTo>
                  <a:lnTo>
                    <a:pt x="286798" y="24670"/>
                  </a:lnTo>
                  <a:lnTo>
                    <a:pt x="282702" y="26003"/>
                  </a:lnTo>
                  <a:lnTo>
                    <a:pt x="279845" y="28004"/>
                  </a:lnTo>
                  <a:lnTo>
                    <a:pt x="270224" y="36671"/>
                  </a:lnTo>
                  <a:lnTo>
                    <a:pt x="268891" y="37624"/>
                  </a:lnTo>
                  <a:lnTo>
                    <a:pt x="262318" y="40100"/>
                  </a:lnTo>
                  <a:lnTo>
                    <a:pt x="259461" y="41624"/>
                  </a:lnTo>
                  <a:lnTo>
                    <a:pt x="257651" y="42863"/>
                  </a:lnTo>
                  <a:lnTo>
                    <a:pt x="255460" y="44958"/>
                  </a:lnTo>
                  <a:lnTo>
                    <a:pt x="249936" y="53245"/>
                  </a:lnTo>
                  <a:lnTo>
                    <a:pt x="248984" y="55340"/>
                  </a:lnTo>
                  <a:lnTo>
                    <a:pt x="248698" y="56769"/>
                  </a:lnTo>
                  <a:lnTo>
                    <a:pt x="249174" y="57626"/>
                  </a:lnTo>
                  <a:lnTo>
                    <a:pt x="250317" y="58960"/>
                  </a:lnTo>
                  <a:lnTo>
                    <a:pt x="250888" y="59436"/>
                  </a:lnTo>
                  <a:lnTo>
                    <a:pt x="251460" y="60198"/>
                  </a:lnTo>
                  <a:lnTo>
                    <a:pt x="251650" y="60960"/>
                  </a:lnTo>
                  <a:lnTo>
                    <a:pt x="251555" y="62103"/>
                  </a:lnTo>
                  <a:lnTo>
                    <a:pt x="250793" y="62865"/>
                  </a:lnTo>
                  <a:lnTo>
                    <a:pt x="249841" y="63437"/>
                  </a:lnTo>
                  <a:lnTo>
                    <a:pt x="248602" y="63913"/>
                  </a:lnTo>
                  <a:lnTo>
                    <a:pt x="246697" y="65056"/>
                  </a:lnTo>
                  <a:lnTo>
                    <a:pt x="245935" y="65818"/>
                  </a:lnTo>
                  <a:lnTo>
                    <a:pt x="245459" y="66866"/>
                  </a:lnTo>
                  <a:lnTo>
                    <a:pt x="244888" y="71533"/>
                  </a:lnTo>
                  <a:lnTo>
                    <a:pt x="244792" y="72771"/>
                  </a:lnTo>
                  <a:lnTo>
                    <a:pt x="245078" y="73914"/>
                  </a:lnTo>
                  <a:lnTo>
                    <a:pt x="245840" y="74771"/>
                  </a:lnTo>
                  <a:lnTo>
                    <a:pt x="246793" y="75629"/>
                  </a:lnTo>
                  <a:lnTo>
                    <a:pt x="250126" y="77629"/>
                  </a:lnTo>
                  <a:lnTo>
                    <a:pt x="250984" y="78296"/>
                  </a:lnTo>
                  <a:lnTo>
                    <a:pt x="251460" y="78962"/>
                  </a:lnTo>
                  <a:lnTo>
                    <a:pt x="251650" y="79820"/>
                  </a:lnTo>
                  <a:lnTo>
                    <a:pt x="251460" y="80867"/>
                  </a:lnTo>
                  <a:lnTo>
                    <a:pt x="250412" y="83820"/>
                  </a:lnTo>
                  <a:lnTo>
                    <a:pt x="250222" y="84963"/>
                  </a:lnTo>
                  <a:lnTo>
                    <a:pt x="250317" y="85630"/>
                  </a:lnTo>
                  <a:lnTo>
                    <a:pt x="250793" y="87630"/>
                  </a:lnTo>
                  <a:lnTo>
                    <a:pt x="249936" y="89916"/>
                  </a:lnTo>
                  <a:lnTo>
                    <a:pt x="249460" y="90107"/>
                  </a:lnTo>
                  <a:lnTo>
                    <a:pt x="248698" y="90297"/>
                  </a:lnTo>
                  <a:lnTo>
                    <a:pt x="246602" y="90107"/>
                  </a:lnTo>
                  <a:lnTo>
                    <a:pt x="245935" y="90488"/>
                  </a:lnTo>
                  <a:lnTo>
                    <a:pt x="245650" y="90964"/>
                  </a:lnTo>
                  <a:lnTo>
                    <a:pt x="245554" y="92964"/>
                  </a:lnTo>
                  <a:lnTo>
                    <a:pt x="245174" y="94298"/>
                  </a:lnTo>
                  <a:lnTo>
                    <a:pt x="244602" y="94679"/>
                  </a:lnTo>
                  <a:lnTo>
                    <a:pt x="244030" y="94679"/>
                  </a:lnTo>
                  <a:lnTo>
                    <a:pt x="243459" y="94012"/>
                  </a:lnTo>
                  <a:lnTo>
                    <a:pt x="242697" y="93440"/>
                  </a:lnTo>
                  <a:lnTo>
                    <a:pt x="241745" y="93154"/>
                  </a:lnTo>
                  <a:lnTo>
                    <a:pt x="240221" y="93345"/>
                  </a:lnTo>
                  <a:lnTo>
                    <a:pt x="239554" y="94298"/>
                  </a:lnTo>
                  <a:lnTo>
                    <a:pt x="239173" y="95441"/>
                  </a:lnTo>
                  <a:lnTo>
                    <a:pt x="239077" y="98489"/>
                  </a:lnTo>
                  <a:lnTo>
                    <a:pt x="238601" y="100679"/>
                  </a:lnTo>
                  <a:lnTo>
                    <a:pt x="236887" y="104394"/>
                  </a:lnTo>
                  <a:lnTo>
                    <a:pt x="226219" y="121920"/>
                  </a:lnTo>
                  <a:lnTo>
                    <a:pt x="225266" y="124016"/>
                  </a:lnTo>
                  <a:lnTo>
                    <a:pt x="225171" y="125349"/>
                  </a:lnTo>
                  <a:lnTo>
                    <a:pt x="224314" y="128969"/>
                  </a:lnTo>
                  <a:lnTo>
                    <a:pt x="223456" y="131636"/>
                  </a:lnTo>
                  <a:lnTo>
                    <a:pt x="223266" y="132969"/>
                  </a:lnTo>
                  <a:lnTo>
                    <a:pt x="223456" y="136017"/>
                  </a:lnTo>
                  <a:lnTo>
                    <a:pt x="223742" y="137255"/>
                  </a:lnTo>
                  <a:lnTo>
                    <a:pt x="224218" y="138398"/>
                  </a:lnTo>
                  <a:lnTo>
                    <a:pt x="225076" y="139446"/>
                  </a:lnTo>
                  <a:lnTo>
                    <a:pt x="228981" y="143066"/>
                  </a:lnTo>
                  <a:lnTo>
                    <a:pt x="229648" y="143923"/>
                  </a:lnTo>
                  <a:lnTo>
                    <a:pt x="230029" y="145161"/>
                  </a:lnTo>
                  <a:lnTo>
                    <a:pt x="230410" y="146685"/>
                  </a:lnTo>
                  <a:lnTo>
                    <a:pt x="230505" y="149162"/>
                  </a:lnTo>
                  <a:lnTo>
                    <a:pt x="230124" y="150495"/>
                  </a:lnTo>
                  <a:lnTo>
                    <a:pt x="229457" y="151448"/>
                  </a:lnTo>
                  <a:lnTo>
                    <a:pt x="228409" y="151733"/>
                  </a:lnTo>
                  <a:lnTo>
                    <a:pt x="227267" y="151733"/>
                  </a:lnTo>
                  <a:lnTo>
                    <a:pt x="226409" y="151543"/>
                  </a:lnTo>
                  <a:lnTo>
                    <a:pt x="225457" y="151257"/>
                  </a:lnTo>
                  <a:lnTo>
                    <a:pt x="220409" y="148971"/>
                  </a:lnTo>
                  <a:lnTo>
                    <a:pt x="219075" y="148876"/>
                  </a:lnTo>
                  <a:lnTo>
                    <a:pt x="217932" y="148971"/>
                  </a:lnTo>
                  <a:lnTo>
                    <a:pt x="216979" y="149924"/>
                  </a:lnTo>
                  <a:lnTo>
                    <a:pt x="216313" y="150971"/>
                  </a:lnTo>
                  <a:lnTo>
                    <a:pt x="215741" y="152210"/>
                  </a:lnTo>
                  <a:lnTo>
                    <a:pt x="215360" y="153353"/>
                  </a:lnTo>
                  <a:lnTo>
                    <a:pt x="215075" y="154210"/>
                  </a:lnTo>
                  <a:lnTo>
                    <a:pt x="215075" y="154877"/>
                  </a:lnTo>
                  <a:lnTo>
                    <a:pt x="215265" y="155162"/>
                  </a:lnTo>
                  <a:lnTo>
                    <a:pt x="215551" y="155639"/>
                  </a:lnTo>
                  <a:lnTo>
                    <a:pt x="215646" y="156305"/>
                  </a:lnTo>
                  <a:lnTo>
                    <a:pt x="215360" y="157448"/>
                  </a:lnTo>
                  <a:lnTo>
                    <a:pt x="212693" y="161068"/>
                  </a:lnTo>
                  <a:lnTo>
                    <a:pt x="211836" y="162497"/>
                  </a:lnTo>
                  <a:lnTo>
                    <a:pt x="208502" y="172022"/>
                  </a:lnTo>
                  <a:lnTo>
                    <a:pt x="207169" y="174403"/>
                  </a:lnTo>
                  <a:lnTo>
                    <a:pt x="205740" y="176022"/>
                  </a:lnTo>
                  <a:lnTo>
                    <a:pt x="203740" y="177832"/>
                  </a:lnTo>
                  <a:lnTo>
                    <a:pt x="202216" y="178499"/>
                  </a:lnTo>
                  <a:lnTo>
                    <a:pt x="200596" y="178784"/>
                  </a:lnTo>
                  <a:lnTo>
                    <a:pt x="194691" y="179261"/>
                  </a:lnTo>
                  <a:lnTo>
                    <a:pt x="193643" y="178975"/>
                  </a:lnTo>
                  <a:lnTo>
                    <a:pt x="192881" y="178499"/>
                  </a:lnTo>
                  <a:lnTo>
                    <a:pt x="191167" y="176594"/>
                  </a:lnTo>
                  <a:lnTo>
                    <a:pt x="190214" y="175927"/>
                  </a:lnTo>
                  <a:lnTo>
                    <a:pt x="189167" y="175451"/>
                  </a:lnTo>
                  <a:lnTo>
                    <a:pt x="187833" y="175165"/>
                  </a:lnTo>
                  <a:lnTo>
                    <a:pt x="186690" y="174689"/>
                  </a:lnTo>
                  <a:lnTo>
                    <a:pt x="185833" y="174117"/>
                  </a:lnTo>
                  <a:lnTo>
                    <a:pt x="185166" y="173546"/>
                  </a:lnTo>
                  <a:lnTo>
                    <a:pt x="184404" y="172498"/>
                  </a:lnTo>
                  <a:lnTo>
                    <a:pt x="182975" y="171641"/>
                  </a:lnTo>
                  <a:lnTo>
                    <a:pt x="181546" y="171355"/>
                  </a:lnTo>
                  <a:lnTo>
                    <a:pt x="169735" y="173355"/>
                  </a:lnTo>
                  <a:lnTo>
                    <a:pt x="167354" y="173450"/>
                  </a:lnTo>
                  <a:lnTo>
                    <a:pt x="165163" y="173831"/>
                  </a:lnTo>
                  <a:lnTo>
                    <a:pt x="163830" y="174308"/>
                  </a:lnTo>
                  <a:lnTo>
                    <a:pt x="162306" y="175165"/>
                  </a:lnTo>
                  <a:lnTo>
                    <a:pt x="161449" y="175451"/>
                  </a:lnTo>
                  <a:lnTo>
                    <a:pt x="160496" y="175451"/>
                  </a:lnTo>
                  <a:lnTo>
                    <a:pt x="159734" y="174974"/>
                  </a:lnTo>
                  <a:lnTo>
                    <a:pt x="159067" y="174308"/>
                  </a:lnTo>
                  <a:lnTo>
                    <a:pt x="158115" y="173831"/>
                  </a:lnTo>
                  <a:lnTo>
                    <a:pt x="157163" y="173546"/>
                  </a:lnTo>
                  <a:lnTo>
                    <a:pt x="147352" y="174117"/>
                  </a:lnTo>
                  <a:lnTo>
                    <a:pt x="146018" y="174498"/>
                  </a:lnTo>
                  <a:lnTo>
                    <a:pt x="145161" y="174974"/>
                  </a:lnTo>
                  <a:lnTo>
                    <a:pt x="144685" y="175546"/>
                  </a:lnTo>
                  <a:lnTo>
                    <a:pt x="144399" y="176022"/>
                  </a:lnTo>
                  <a:lnTo>
                    <a:pt x="144494" y="176498"/>
                  </a:lnTo>
                  <a:lnTo>
                    <a:pt x="144875" y="178118"/>
                  </a:lnTo>
                  <a:lnTo>
                    <a:pt x="144589" y="180499"/>
                  </a:lnTo>
                  <a:lnTo>
                    <a:pt x="142684" y="183356"/>
                  </a:lnTo>
                  <a:lnTo>
                    <a:pt x="140303" y="190405"/>
                  </a:lnTo>
                  <a:lnTo>
                    <a:pt x="135160" y="198977"/>
                  </a:lnTo>
                  <a:lnTo>
                    <a:pt x="133541" y="200882"/>
                  </a:lnTo>
                  <a:lnTo>
                    <a:pt x="132397" y="201644"/>
                  </a:lnTo>
                  <a:lnTo>
                    <a:pt x="131159" y="201740"/>
                  </a:lnTo>
                  <a:lnTo>
                    <a:pt x="130588" y="202121"/>
                  </a:lnTo>
                  <a:lnTo>
                    <a:pt x="129635" y="202787"/>
                  </a:lnTo>
                  <a:lnTo>
                    <a:pt x="127825" y="204788"/>
                  </a:lnTo>
                  <a:lnTo>
                    <a:pt x="126587" y="206693"/>
                  </a:lnTo>
                  <a:lnTo>
                    <a:pt x="124873" y="209836"/>
                  </a:lnTo>
                  <a:lnTo>
                    <a:pt x="123730" y="211265"/>
                  </a:lnTo>
                  <a:lnTo>
                    <a:pt x="122587" y="212312"/>
                  </a:lnTo>
                  <a:lnTo>
                    <a:pt x="120872" y="213170"/>
                  </a:lnTo>
                  <a:lnTo>
                    <a:pt x="119063" y="213836"/>
                  </a:lnTo>
                  <a:lnTo>
                    <a:pt x="118300" y="213932"/>
                  </a:lnTo>
                  <a:lnTo>
                    <a:pt x="117729" y="213741"/>
                  </a:lnTo>
                  <a:lnTo>
                    <a:pt x="117348" y="213265"/>
                  </a:lnTo>
                  <a:lnTo>
                    <a:pt x="117062" y="212693"/>
                  </a:lnTo>
                  <a:lnTo>
                    <a:pt x="117062" y="212027"/>
                  </a:lnTo>
                  <a:lnTo>
                    <a:pt x="117158" y="210503"/>
                  </a:lnTo>
                  <a:lnTo>
                    <a:pt x="117158" y="210026"/>
                  </a:lnTo>
                  <a:lnTo>
                    <a:pt x="116967" y="209550"/>
                  </a:lnTo>
                  <a:lnTo>
                    <a:pt x="116586" y="209169"/>
                  </a:lnTo>
                  <a:lnTo>
                    <a:pt x="115824" y="208788"/>
                  </a:lnTo>
                  <a:lnTo>
                    <a:pt x="112395" y="207931"/>
                  </a:lnTo>
                  <a:lnTo>
                    <a:pt x="111824" y="207931"/>
                  </a:lnTo>
                  <a:lnTo>
                    <a:pt x="111062" y="208121"/>
                  </a:lnTo>
                  <a:lnTo>
                    <a:pt x="110585" y="208598"/>
                  </a:lnTo>
                  <a:lnTo>
                    <a:pt x="110204" y="209169"/>
                  </a:lnTo>
                  <a:lnTo>
                    <a:pt x="109918" y="209836"/>
                  </a:lnTo>
                  <a:lnTo>
                    <a:pt x="109728" y="210598"/>
                  </a:lnTo>
                  <a:lnTo>
                    <a:pt x="110014" y="224504"/>
                  </a:lnTo>
                  <a:lnTo>
                    <a:pt x="110300" y="225838"/>
                  </a:lnTo>
                  <a:lnTo>
                    <a:pt x="110680" y="227171"/>
                  </a:lnTo>
                  <a:lnTo>
                    <a:pt x="111824" y="229743"/>
                  </a:lnTo>
                  <a:lnTo>
                    <a:pt x="112300" y="231077"/>
                  </a:lnTo>
                  <a:lnTo>
                    <a:pt x="112585" y="232601"/>
                  </a:lnTo>
                  <a:lnTo>
                    <a:pt x="112681" y="234220"/>
                  </a:lnTo>
                  <a:lnTo>
                    <a:pt x="112585" y="235744"/>
                  </a:lnTo>
                  <a:lnTo>
                    <a:pt x="112109" y="237839"/>
                  </a:lnTo>
                  <a:lnTo>
                    <a:pt x="111538" y="239744"/>
                  </a:lnTo>
                  <a:lnTo>
                    <a:pt x="109538" y="248126"/>
                  </a:lnTo>
                  <a:lnTo>
                    <a:pt x="109538" y="249841"/>
                  </a:lnTo>
                  <a:lnTo>
                    <a:pt x="109918" y="251460"/>
                  </a:lnTo>
                  <a:lnTo>
                    <a:pt x="111728" y="255079"/>
                  </a:lnTo>
                  <a:lnTo>
                    <a:pt x="111824" y="255175"/>
                  </a:lnTo>
                  <a:lnTo>
                    <a:pt x="111919" y="255175"/>
                  </a:lnTo>
                  <a:lnTo>
                    <a:pt x="112300" y="255079"/>
                  </a:lnTo>
                  <a:lnTo>
                    <a:pt x="112585" y="254794"/>
                  </a:lnTo>
                  <a:lnTo>
                    <a:pt x="112871" y="254413"/>
                  </a:lnTo>
                  <a:lnTo>
                    <a:pt x="113252" y="254222"/>
                  </a:lnTo>
                  <a:lnTo>
                    <a:pt x="113729" y="254222"/>
                  </a:lnTo>
                  <a:lnTo>
                    <a:pt x="114205" y="254984"/>
                  </a:lnTo>
                  <a:lnTo>
                    <a:pt x="114300" y="255175"/>
                  </a:lnTo>
                  <a:lnTo>
                    <a:pt x="114395" y="257080"/>
                  </a:lnTo>
                  <a:lnTo>
                    <a:pt x="114967" y="259271"/>
                  </a:lnTo>
                  <a:lnTo>
                    <a:pt x="115443" y="260223"/>
                  </a:lnTo>
                  <a:lnTo>
                    <a:pt x="116014" y="260795"/>
                  </a:lnTo>
                  <a:lnTo>
                    <a:pt x="116681" y="260795"/>
                  </a:lnTo>
                  <a:lnTo>
                    <a:pt x="117253" y="260414"/>
                  </a:lnTo>
                  <a:lnTo>
                    <a:pt x="117824" y="259937"/>
                  </a:lnTo>
                  <a:lnTo>
                    <a:pt x="118491" y="259652"/>
                  </a:lnTo>
                  <a:lnTo>
                    <a:pt x="118777" y="260985"/>
                  </a:lnTo>
                  <a:lnTo>
                    <a:pt x="118967" y="263938"/>
                  </a:lnTo>
                  <a:lnTo>
                    <a:pt x="117729" y="274130"/>
                  </a:lnTo>
                  <a:lnTo>
                    <a:pt x="117824" y="276416"/>
                  </a:lnTo>
                  <a:lnTo>
                    <a:pt x="118110" y="277178"/>
                  </a:lnTo>
                  <a:lnTo>
                    <a:pt x="118586" y="277940"/>
                  </a:lnTo>
                  <a:lnTo>
                    <a:pt x="119063" y="278892"/>
                  </a:lnTo>
                  <a:lnTo>
                    <a:pt x="119539" y="280416"/>
                  </a:lnTo>
                  <a:lnTo>
                    <a:pt x="119634" y="286893"/>
                  </a:lnTo>
                  <a:lnTo>
                    <a:pt x="120587" y="292132"/>
                  </a:lnTo>
                  <a:lnTo>
                    <a:pt x="120587" y="295180"/>
                  </a:lnTo>
                  <a:lnTo>
                    <a:pt x="120301" y="296990"/>
                  </a:lnTo>
                  <a:lnTo>
                    <a:pt x="118015" y="305086"/>
                  </a:lnTo>
                  <a:lnTo>
                    <a:pt x="117920" y="307086"/>
                  </a:lnTo>
                  <a:lnTo>
                    <a:pt x="118205" y="308324"/>
                  </a:lnTo>
                  <a:lnTo>
                    <a:pt x="123920" y="310896"/>
                  </a:lnTo>
                  <a:lnTo>
                    <a:pt x="124587" y="311468"/>
                  </a:lnTo>
                  <a:lnTo>
                    <a:pt x="126397" y="313277"/>
                  </a:lnTo>
                  <a:lnTo>
                    <a:pt x="126968" y="313563"/>
                  </a:lnTo>
                  <a:lnTo>
                    <a:pt x="127540" y="313754"/>
                  </a:lnTo>
                  <a:lnTo>
                    <a:pt x="129064" y="313849"/>
                  </a:lnTo>
                  <a:lnTo>
                    <a:pt x="133826" y="313563"/>
                  </a:lnTo>
                  <a:lnTo>
                    <a:pt x="134684" y="313563"/>
                  </a:lnTo>
                  <a:lnTo>
                    <a:pt x="135541" y="313849"/>
                  </a:lnTo>
                  <a:lnTo>
                    <a:pt x="136303" y="314230"/>
                  </a:lnTo>
                  <a:lnTo>
                    <a:pt x="136970" y="314801"/>
                  </a:lnTo>
                  <a:lnTo>
                    <a:pt x="138303" y="316516"/>
                  </a:lnTo>
                  <a:lnTo>
                    <a:pt x="138875" y="317087"/>
                  </a:lnTo>
                  <a:lnTo>
                    <a:pt x="139351" y="317468"/>
                  </a:lnTo>
                  <a:lnTo>
                    <a:pt x="139922" y="317754"/>
                  </a:lnTo>
                  <a:lnTo>
                    <a:pt x="140779" y="318040"/>
                  </a:lnTo>
                  <a:lnTo>
                    <a:pt x="141637" y="317945"/>
                  </a:lnTo>
                  <a:lnTo>
                    <a:pt x="142589" y="317564"/>
                  </a:lnTo>
                  <a:lnTo>
                    <a:pt x="143827" y="316706"/>
                  </a:lnTo>
                  <a:lnTo>
                    <a:pt x="144018" y="316516"/>
                  </a:lnTo>
                  <a:lnTo>
                    <a:pt x="144494" y="316230"/>
                  </a:lnTo>
                  <a:lnTo>
                    <a:pt x="144971" y="316040"/>
                  </a:lnTo>
                  <a:lnTo>
                    <a:pt x="145637" y="315944"/>
                  </a:lnTo>
                  <a:lnTo>
                    <a:pt x="147066" y="315944"/>
                  </a:lnTo>
                  <a:lnTo>
                    <a:pt x="149733" y="316230"/>
                  </a:lnTo>
                  <a:lnTo>
                    <a:pt x="150209" y="316421"/>
                  </a:lnTo>
                  <a:lnTo>
                    <a:pt x="150495" y="316516"/>
                  </a:lnTo>
                  <a:lnTo>
                    <a:pt x="150590" y="316802"/>
                  </a:lnTo>
                  <a:lnTo>
                    <a:pt x="151067" y="318992"/>
                  </a:lnTo>
                  <a:lnTo>
                    <a:pt x="151162" y="320421"/>
                  </a:lnTo>
                  <a:lnTo>
                    <a:pt x="150971" y="322040"/>
                  </a:lnTo>
                  <a:lnTo>
                    <a:pt x="149352" y="328136"/>
                  </a:lnTo>
                  <a:lnTo>
                    <a:pt x="149257" y="329375"/>
                  </a:lnTo>
                  <a:lnTo>
                    <a:pt x="149352" y="330327"/>
                  </a:lnTo>
                  <a:lnTo>
                    <a:pt x="149733" y="330994"/>
                  </a:lnTo>
                  <a:lnTo>
                    <a:pt x="150019" y="331470"/>
                  </a:lnTo>
                  <a:lnTo>
                    <a:pt x="152114" y="333375"/>
                  </a:lnTo>
                  <a:lnTo>
                    <a:pt x="152591" y="334328"/>
                  </a:lnTo>
                  <a:lnTo>
                    <a:pt x="152495" y="334994"/>
                  </a:lnTo>
                  <a:lnTo>
                    <a:pt x="151924" y="335756"/>
                  </a:lnTo>
                  <a:lnTo>
                    <a:pt x="150114" y="337566"/>
                  </a:lnTo>
                  <a:lnTo>
                    <a:pt x="148971" y="338328"/>
                  </a:lnTo>
                  <a:lnTo>
                    <a:pt x="146495" y="339185"/>
                  </a:lnTo>
                  <a:lnTo>
                    <a:pt x="145351" y="339757"/>
                  </a:lnTo>
                  <a:lnTo>
                    <a:pt x="144018" y="340424"/>
                  </a:lnTo>
                  <a:lnTo>
                    <a:pt x="139637" y="344234"/>
                  </a:lnTo>
                  <a:lnTo>
                    <a:pt x="138684" y="344900"/>
                  </a:lnTo>
                  <a:lnTo>
                    <a:pt x="136684" y="344996"/>
                  </a:lnTo>
                  <a:lnTo>
                    <a:pt x="136493" y="344615"/>
                  </a:lnTo>
                  <a:lnTo>
                    <a:pt x="136398" y="344138"/>
                  </a:lnTo>
                  <a:lnTo>
                    <a:pt x="136493" y="343281"/>
                  </a:lnTo>
                  <a:lnTo>
                    <a:pt x="136588" y="342233"/>
                  </a:lnTo>
                  <a:lnTo>
                    <a:pt x="136303" y="340519"/>
                  </a:lnTo>
                  <a:lnTo>
                    <a:pt x="136398" y="339281"/>
                  </a:lnTo>
                  <a:lnTo>
                    <a:pt x="136588" y="338042"/>
                  </a:lnTo>
                  <a:lnTo>
                    <a:pt x="136970" y="336995"/>
                  </a:lnTo>
                  <a:lnTo>
                    <a:pt x="137065" y="335756"/>
                  </a:lnTo>
                  <a:lnTo>
                    <a:pt x="136493" y="335280"/>
                  </a:lnTo>
                  <a:lnTo>
                    <a:pt x="135446" y="335090"/>
                  </a:lnTo>
                  <a:lnTo>
                    <a:pt x="130969" y="334899"/>
                  </a:lnTo>
                  <a:lnTo>
                    <a:pt x="129540" y="334423"/>
                  </a:lnTo>
                  <a:lnTo>
                    <a:pt x="126683" y="332804"/>
                  </a:lnTo>
                  <a:lnTo>
                    <a:pt x="125158" y="332232"/>
                  </a:lnTo>
                  <a:lnTo>
                    <a:pt x="114300" y="330518"/>
                  </a:lnTo>
                  <a:lnTo>
                    <a:pt x="113062" y="330613"/>
                  </a:lnTo>
                  <a:lnTo>
                    <a:pt x="111919" y="330803"/>
                  </a:lnTo>
                  <a:lnTo>
                    <a:pt x="111062" y="331184"/>
                  </a:lnTo>
                  <a:lnTo>
                    <a:pt x="110300" y="331661"/>
                  </a:lnTo>
                  <a:lnTo>
                    <a:pt x="109728" y="332327"/>
                  </a:lnTo>
                  <a:lnTo>
                    <a:pt x="109252" y="332804"/>
                  </a:lnTo>
                  <a:lnTo>
                    <a:pt x="108775" y="333661"/>
                  </a:lnTo>
                  <a:lnTo>
                    <a:pt x="107156" y="336899"/>
                  </a:lnTo>
                  <a:lnTo>
                    <a:pt x="106489" y="337852"/>
                  </a:lnTo>
                  <a:lnTo>
                    <a:pt x="105442" y="338233"/>
                  </a:lnTo>
                  <a:lnTo>
                    <a:pt x="104680" y="337852"/>
                  </a:lnTo>
                  <a:lnTo>
                    <a:pt x="103822" y="336709"/>
                  </a:lnTo>
                  <a:lnTo>
                    <a:pt x="96679" y="321659"/>
                  </a:lnTo>
                  <a:lnTo>
                    <a:pt x="95441" y="319850"/>
                  </a:lnTo>
                  <a:lnTo>
                    <a:pt x="94488" y="319183"/>
                  </a:lnTo>
                  <a:lnTo>
                    <a:pt x="93821" y="318992"/>
                  </a:lnTo>
                  <a:lnTo>
                    <a:pt x="91154" y="319373"/>
                  </a:lnTo>
                  <a:lnTo>
                    <a:pt x="90011" y="319373"/>
                  </a:lnTo>
                  <a:lnTo>
                    <a:pt x="89345" y="319088"/>
                  </a:lnTo>
                  <a:lnTo>
                    <a:pt x="88773" y="318611"/>
                  </a:lnTo>
                  <a:lnTo>
                    <a:pt x="88583" y="318230"/>
                  </a:lnTo>
                  <a:lnTo>
                    <a:pt x="88392" y="317564"/>
                  </a:lnTo>
                  <a:lnTo>
                    <a:pt x="88201" y="317087"/>
                  </a:lnTo>
                  <a:lnTo>
                    <a:pt x="88011" y="316516"/>
                  </a:lnTo>
                  <a:lnTo>
                    <a:pt x="87439" y="315849"/>
                  </a:lnTo>
                  <a:lnTo>
                    <a:pt x="86582" y="314992"/>
                  </a:lnTo>
                  <a:lnTo>
                    <a:pt x="84963" y="313754"/>
                  </a:lnTo>
                  <a:lnTo>
                    <a:pt x="81439" y="310325"/>
                  </a:lnTo>
                  <a:lnTo>
                    <a:pt x="80772" y="309848"/>
                  </a:lnTo>
                  <a:lnTo>
                    <a:pt x="80105" y="309563"/>
                  </a:lnTo>
                  <a:lnTo>
                    <a:pt x="79629" y="309467"/>
                  </a:lnTo>
                  <a:lnTo>
                    <a:pt x="78962" y="309372"/>
                  </a:lnTo>
                  <a:lnTo>
                    <a:pt x="78486" y="309563"/>
                  </a:lnTo>
                  <a:lnTo>
                    <a:pt x="77914" y="309944"/>
                  </a:lnTo>
                  <a:lnTo>
                    <a:pt x="77343" y="310706"/>
                  </a:lnTo>
                  <a:lnTo>
                    <a:pt x="76962" y="311372"/>
                  </a:lnTo>
                  <a:lnTo>
                    <a:pt x="76009" y="313658"/>
                  </a:lnTo>
                  <a:lnTo>
                    <a:pt x="75629" y="314325"/>
                  </a:lnTo>
                  <a:lnTo>
                    <a:pt x="74962" y="314801"/>
                  </a:lnTo>
                  <a:lnTo>
                    <a:pt x="74104" y="315087"/>
                  </a:lnTo>
                  <a:lnTo>
                    <a:pt x="72771" y="315087"/>
                  </a:lnTo>
                  <a:lnTo>
                    <a:pt x="72200" y="314516"/>
                  </a:lnTo>
                  <a:lnTo>
                    <a:pt x="72009" y="313754"/>
                  </a:lnTo>
                  <a:lnTo>
                    <a:pt x="72104" y="312896"/>
                  </a:lnTo>
                  <a:lnTo>
                    <a:pt x="71914" y="312230"/>
                  </a:lnTo>
                  <a:lnTo>
                    <a:pt x="71342" y="311087"/>
                  </a:lnTo>
                  <a:lnTo>
                    <a:pt x="65722" y="304610"/>
                  </a:lnTo>
                  <a:lnTo>
                    <a:pt x="64770" y="303848"/>
                  </a:lnTo>
                  <a:lnTo>
                    <a:pt x="63913" y="303562"/>
                  </a:lnTo>
                  <a:lnTo>
                    <a:pt x="63341" y="303657"/>
                  </a:lnTo>
                  <a:lnTo>
                    <a:pt x="62198" y="304514"/>
                  </a:lnTo>
                  <a:lnTo>
                    <a:pt x="58483" y="308991"/>
                  </a:lnTo>
                  <a:lnTo>
                    <a:pt x="56293" y="310325"/>
                  </a:lnTo>
                  <a:lnTo>
                    <a:pt x="55054" y="310801"/>
                  </a:lnTo>
                  <a:lnTo>
                    <a:pt x="54197" y="312039"/>
                  </a:lnTo>
                  <a:lnTo>
                    <a:pt x="49435" y="320802"/>
                  </a:lnTo>
                  <a:lnTo>
                    <a:pt x="48958" y="321945"/>
                  </a:lnTo>
                  <a:lnTo>
                    <a:pt x="48768" y="323279"/>
                  </a:lnTo>
                  <a:lnTo>
                    <a:pt x="48768" y="324517"/>
                  </a:lnTo>
                  <a:lnTo>
                    <a:pt x="49149" y="325850"/>
                  </a:lnTo>
                  <a:lnTo>
                    <a:pt x="50006" y="327184"/>
                  </a:lnTo>
                  <a:lnTo>
                    <a:pt x="51054" y="328327"/>
                  </a:lnTo>
                  <a:lnTo>
                    <a:pt x="52483" y="329470"/>
                  </a:lnTo>
                  <a:lnTo>
                    <a:pt x="62103" y="335090"/>
                  </a:lnTo>
                  <a:lnTo>
                    <a:pt x="63055" y="335947"/>
                  </a:lnTo>
                  <a:lnTo>
                    <a:pt x="63722" y="337185"/>
                  </a:lnTo>
                  <a:lnTo>
                    <a:pt x="65056" y="340614"/>
                  </a:lnTo>
                  <a:lnTo>
                    <a:pt x="65722" y="341567"/>
                  </a:lnTo>
                  <a:lnTo>
                    <a:pt x="66675" y="342138"/>
                  </a:lnTo>
                  <a:lnTo>
                    <a:pt x="67723" y="342519"/>
                  </a:lnTo>
                  <a:lnTo>
                    <a:pt x="71628" y="342900"/>
                  </a:lnTo>
                  <a:lnTo>
                    <a:pt x="72580" y="343281"/>
                  </a:lnTo>
                  <a:lnTo>
                    <a:pt x="73628" y="343948"/>
                  </a:lnTo>
                  <a:lnTo>
                    <a:pt x="74485" y="345091"/>
                  </a:lnTo>
                  <a:lnTo>
                    <a:pt x="74676" y="346424"/>
                  </a:lnTo>
                  <a:lnTo>
                    <a:pt x="73533" y="351377"/>
                  </a:lnTo>
                  <a:lnTo>
                    <a:pt x="73438" y="353854"/>
                  </a:lnTo>
                  <a:lnTo>
                    <a:pt x="73914" y="356235"/>
                  </a:lnTo>
                  <a:lnTo>
                    <a:pt x="74771" y="359283"/>
                  </a:lnTo>
                  <a:lnTo>
                    <a:pt x="74962" y="360998"/>
                  </a:lnTo>
                  <a:lnTo>
                    <a:pt x="74771" y="362617"/>
                  </a:lnTo>
                  <a:lnTo>
                    <a:pt x="74009" y="366236"/>
                  </a:lnTo>
                  <a:lnTo>
                    <a:pt x="73628" y="375666"/>
                  </a:lnTo>
                  <a:lnTo>
                    <a:pt x="74009" y="376809"/>
                  </a:lnTo>
                  <a:lnTo>
                    <a:pt x="74676" y="377571"/>
                  </a:lnTo>
                  <a:lnTo>
                    <a:pt x="78010" y="378143"/>
                  </a:lnTo>
                  <a:lnTo>
                    <a:pt x="78962" y="378524"/>
                  </a:lnTo>
                  <a:lnTo>
                    <a:pt x="79629" y="379190"/>
                  </a:lnTo>
                  <a:lnTo>
                    <a:pt x="80200" y="380238"/>
                  </a:lnTo>
                  <a:lnTo>
                    <a:pt x="82105" y="384524"/>
                  </a:lnTo>
                  <a:lnTo>
                    <a:pt x="82582" y="385191"/>
                  </a:lnTo>
                  <a:lnTo>
                    <a:pt x="83153" y="385572"/>
                  </a:lnTo>
                  <a:lnTo>
                    <a:pt x="83915" y="385858"/>
                  </a:lnTo>
                  <a:lnTo>
                    <a:pt x="86773" y="386620"/>
                  </a:lnTo>
                  <a:lnTo>
                    <a:pt x="87725" y="387096"/>
                  </a:lnTo>
                  <a:lnTo>
                    <a:pt x="88583" y="387858"/>
                  </a:lnTo>
                  <a:lnTo>
                    <a:pt x="89630" y="389477"/>
                  </a:lnTo>
                  <a:lnTo>
                    <a:pt x="89916" y="390716"/>
                  </a:lnTo>
                  <a:lnTo>
                    <a:pt x="89725" y="391763"/>
                  </a:lnTo>
                  <a:lnTo>
                    <a:pt x="89154" y="392430"/>
                  </a:lnTo>
                  <a:lnTo>
                    <a:pt x="87154" y="393668"/>
                  </a:lnTo>
                  <a:lnTo>
                    <a:pt x="86392" y="394430"/>
                  </a:lnTo>
                  <a:lnTo>
                    <a:pt x="85916" y="395478"/>
                  </a:lnTo>
                  <a:lnTo>
                    <a:pt x="86011" y="396145"/>
                  </a:lnTo>
                  <a:lnTo>
                    <a:pt x="86677" y="396812"/>
                  </a:lnTo>
                  <a:lnTo>
                    <a:pt x="88583" y="398050"/>
                  </a:lnTo>
                  <a:lnTo>
                    <a:pt x="89725" y="399193"/>
                  </a:lnTo>
                  <a:lnTo>
                    <a:pt x="90106" y="400241"/>
                  </a:lnTo>
                  <a:lnTo>
                    <a:pt x="90011" y="401479"/>
                  </a:lnTo>
                  <a:lnTo>
                    <a:pt x="87916" y="405765"/>
                  </a:lnTo>
                  <a:lnTo>
                    <a:pt x="87344" y="407384"/>
                  </a:lnTo>
                  <a:lnTo>
                    <a:pt x="87058" y="409099"/>
                  </a:lnTo>
                  <a:lnTo>
                    <a:pt x="87058" y="411480"/>
                  </a:lnTo>
                  <a:lnTo>
                    <a:pt x="87439" y="412909"/>
                  </a:lnTo>
                  <a:lnTo>
                    <a:pt x="87916" y="414338"/>
                  </a:lnTo>
                  <a:lnTo>
                    <a:pt x="89440" y="417100"/>
                  </a:lnTo>
                  <a:lnTo>
                    <a:pt x="89725" y="418624"/>
                  </a:lnTo>
                  <a:lnTo>
                    <a:pt x="89630" y="420053"/>
                  </a:lnTo>
                  <a:lnTo>
                    <a:pt x="88773" y="422720"/>
                  </a:lnTo>
                  <a:lnTo>
                    <a:pt x="88678" y="423958"/>
                  </a:lnTo>
                  <a:lnTo>
                    <a:pt x="89249" y="424815"/>
                  </a:lnTo>
                  <a:lnTo>
                    <a:pt x="92012" y="426625"/>
                  </a:lnTo>
                  <a:lnTo>
                    <a:pt x="92774" y="427673"/>
                  </a:lnTo>
                  <a:lnTo>
                    <a:pt x="93059" y="428720"/>
                  </a:lnTo>
                  <a:lnTo>
                    <a:pt x="93440" y="431864"/>
                  </a:lnTo>
                  <a:lnTo>
                    <a:pt x="94107" y="433292"/>
                  </a:lnTo>
                  <a:lnTo>
                    <a:pt x="95821" y="435959"/>
                  </a:lnTo>
                  <a:lnTo>
                    <a:pt x="96202" y="437102"/>
                  </a:lnTo>
                  <a:lnTo>
                    <a:pt x="96298" y="438341"/>
                  </a:lnTo>
                  <a:lnTo>
                    <a:pt x="96298" y="439388"/>
                  </a:lnTo>
                  <a:lnTo>
                    <a:pt x="96583" y="447008"/>
                  </a:lnTo>
                  <a:lnTo>
                    <a:pt x="96202" y="448437"/>
                  </a:lnTo>
                  <a:lnTo>
                    <a:pt x="95631" y="449294"/>
                  </a:lnTo>
                  <a:lnTo>
                    <a:pt x="94964" y="449485"/>
                  </a:lnTo>
                  <a:lnTo>
                    <a:pt x="92107" y="451009"/>
                  </a:lnTo>
                  <a:lnTo>
                    <a:pt x="91630" y="451390"/>
                  </a:lnTo>
                  <a:lnTo>
                    <a:pt x="91250" y="451866"/>
                  </a:lnTo>
                  <a:lnTo>
                    <a:pt x="90964" y="452438"/>
                  </a:lnTo>
                  <a:lnTo>
                    <a:pt x="90583" y="452914"/>
                  </a:lnTo>
                  <a:lnTo>
                    <a:pt x="89821" y="453771"/>
                  </a:lnTo>
                  <a:lnTo>
                    <a:pt x="89440" y="454343"/>
                  </a:lnTo>
                  <a:lnTo>
                    <a:pt x="89249" y="455105"/>
                  </a:lnTo>
                  <a:lnTo>
                    <a:pt x="89154" y="458819"/>
                  </a:lnTo>
                  <a:lnTo>
                    <a:pt x="88106" y="464344"/>
                  </a:lnTo>
                  <a:lnTo>
                    <a:pt x="87916" y="464915"/>
                  </a:lnTo>
                  <a:lnTo>
                    <a:pt x="87630" y="465392"/>
                  </a:lnTo>
                  <a:lnTo>
                    <a:pt x="86773" y="467487"/>
                  </a:lnTo>
                  <a:lnTo>
                    <a:pt x="86296" y="469773"/>
                  </a:lnTo>
                  <a:lnTo>
                    <a:pt x="84963" y="469487"/>
                  </a:lnTo>
                  <a:lnTo>
                    <a:pt x="83915" y="468821"/>
                  </a:lnTo>
                  <a:lnTo>
                    <a:pt x="82582" y="467297"/>
                  </a:lnTo>
                  <a:lnTo>
                    <a:pt x="82105" y="467011"/>
                  </a:lnTo>
                  <a:lnTo>
                    <a:pt x="81725" y="466916"/>
                  </a:lnTo>
                  <a:lnTo>
                    <a:pt x="81248" y="467106"/>
                  </a:lnTo>
                  <a:lnTo>
                    <a:pt x="80867" y="467773"/>
                  </a:lnTo>
                  <a:lnTo>
                    <a:pt x="79153" y="471869"/>
                  </a:lnTo>
                  <a:lnTo>
                    <a:pt x="78391" y="473107"/>
                  </a:lnTo>
                  <a:lnTo>
                    <a:pt x="77152" y="473964"/>
                  </a:lnTo>
                  <a:lnTo>
                    <a:pt x="75438" y="474440"/>
                  </a:lnTo>
                  <a:lnTo>
                    <a:pt x="70961" y="474821"/>
                  </a:lnTo>
                  <a:lnTo>
                    <a:pt x="70104" y="475012"/>
                  </a:lnTo>
                  <a:lnTo>
                    <a:pt x="69056" y="475488"/>
                  </a:lnTo>
                  <a:lnTo>
                    <a:pt x="67913" y="476250"/>
                  </a:lnTo>
                  <a:lnTo>
                    <a:pt x="66675" y="477298"/>
                  </a:lnTo>
                  <a:lnTo>
                    <a:pt x="65818" y="478250"/>
                  </a:lnTo>
                  <a:lnTo>
                    <a:pt x="64294" y="480632"/>
                  </a:lnTo>
                  <a:lnTo>
                    <a:pt x="63437" y="481489"/>
                  </a:lnTo>
                  <a:lnTo>
                    <a:pt x="62579" y="482060"/>
                  </a:lnTo>
                  <a:lnTo>
                    <a:pt x="61722" y="482251"/>
                  </a:lnTo>
                  <a:lnTo>
                    <a:pt x="60674" y="482346"/>
                  </a:lnTo>
                  <a:lnTo>
                    <a:pt x="59912" y="482632"/>
                  </a:lnTo>
                  <a:lnTo>
                    <a:pt x="59150" y="483584"/>
                  </a:lnTo>
                  <a:lnTo>
                    <a:pt x="59055" y="484442"/>
                  </a:lnTo>
                  <a:lnTo>
                    <a:pt x="59150" y="485013"/>
                  </a:lnTo>
                  <a:lnTo>
                    <a:pt x="59722" y="485775"/>
                  </a:lnTo>
                  <a:lnTo>
                    <a:pt x="60579" y="486442"/>
                  </a:lnTo>
                  <a:lnTo>
                    <a:pt x="62675" y="487585"/>
                  </a:lnTo>
                  <a:lnTo>
                    <a:pt x="63627" y="488442"/>
                  </a:lnTo>
                  <a:lnTo>
                    <a:pt x="64294" y="490157"/>
                  </a:lnTo>
                  <a:lnTo>
                    <a:pt x="64199" y="491681"/>
                  </a:lnTo>
                  <a:lnTo>
                    <a:pt x="63437" y="492728"/>
                  </a:lnTo>
                  <a:lnTo>
                    <a:pt x="62579" y="493300"/>
                  </a:lnTo>
                  <a:lnTo>
                    <a:pt x="61531" y="493681"/>
                  </a:lnTo>
                  <a:lnTo>
                    <a:pt x="60293" y="494443"/>
                  </a:lnTo>
                  <a:lnTo>
                    <a:pt x="57531" y="496634"/>
                  </a:lnTo>
                  <a:lnTo>
                    <a:pt x="55245" y="498824"/>
                  </a:lnTo>
                  <a:lnTo>
                    <a:pt x="52292" y="502539"/>
                  </a:lnTo>
                  <a:lnTo>
                    <a:pt x="47720" y="506063"/>
                  </a:lnTo>
                  <a:lnTo>
                    <a:pt x="46292" y="507397"/>
                  </a:lnTo>
                  <a:lnTo>
                    <a:pt x="44005" y="510445"/>
                  </a:lnTo>
                  <a:lnTo>
                    <a:pt x="40386" y="517112"/>
                  </a:lnTo>
                  <a:lnTo>
                    <a:pt x="39529" y="518160"/>
                  </a:lnTo>
                  <a:lnTo>
                    <a:pt x="38576" y="518827"/>
                  </a:lnTo>
                  <a:lnTo>
                    <a:pt x="37624" y="519208"/>
                  </a:lnTo>
                  <a:lnTo>
                    <a:pt x="34671" y="519684"/>
                  </a:lnTo>
                  <a:lnTo>
                    <a:pt x="33718" y="520065"/>
                  </a:lnTo>
                  <a:lnTo>
                    <a:pt x="32861" y="520541"/>
                  </a:lnTo>
                  <a:lnTo>
                    <a:pt x="32290" y="521208"/>
                  </a:lnTo>
                  <a:lnTo>
                    <a:pt x="30861" y="523780"/>
                  </a:lnTo>
                  <a:lnTo>
                    <a:pt x="30194" y="524447"/>
                  </a:lnTo>
                  <a:lnTo>
                    <a:pt x="29242" y="525113"/>
                  </a:lnTo>
                  <a:lnTo>
                    <a:pt x="23336" y="527590"/>
                  </a:lnTo>
                  <a:lnTo>
                    <a:pt x="21241" y="528161"/>
                  </a:lnTo>
                  <a:lnTo>
                    <a:pt x="20193" y="528256"/>
                  </a:lnTo>
                  <a:lnTo>
                    <a:pt x="19336" y="528066"/>
                  </a:lnTo>
                  <a:lnTo>
                    <a:pt x="18764" y="527876"/>
                  </a:lnTo>
                  <a:lnTo>
                    <a:pt x="18193" y="527971"/>
                  </a:lnTo>
                  <a:lnTo>
                    <a:pt x="17526" y="528733"/>
                  </a:lnTo>
                  <a:lnTo>
                    <a:pt x="16002" y="532733"/>
                  </a:lnTo>
                  <a:lnTo>
                    <a:pt x="15145" y="534162"/>
                  </a:lnTo>
                  <a:lnTo>
                    <a:pt x="14478" y="535400"/>
                  </a:lnTo>
                  <a:lnTo>
                    <a:pt x="14192" y="536258"/>
                  </a:lnTo>
                  <a:lnTo>
                    <a:pt x="14097" y="537020"/>
                  </a:lnTo>
                  <a:lnTo>
                    <a:pt x="14192" y="537686"/>
                  </a:lnTo>
                  <a:lnTo>
                    <a:pt x="14383" y="538258"/>
                  </a:lnTo>
                  <a:lnTo>
                    <a:pt x="15335" y="540068"/>
                  </a:lnTo>
                  <a:lnTo>
                    <a:pt x="15430" y="541115"/>
                  </a:lnTo>
                  <a:lnTo>
                    <a:pt x="15240" y="542354"/>
                  </a:lnTo>
                  <a:lnTo>
                    <a:pt x="14764" y="544163"/>
                  </a:lnTo>
                  <a:lnTo>
                    <a:pt x="14478" y="546354"/>
                  </a:lnTo>
                  <a:lnTo>
                    <a:pt x="13335" y="550259"/>
                  </a:lnTo>
                  <a:lnTo>
                    <a:pt x="12954" y="550926"/>
                  </a:lnTo>
                  <a:lnTo>
                    <a:pt x="12573" y="551497"/>
                  </a:lnTo>
                  <a:lnTo>
                    <a:pt x="12097" y="551879"/>
                  </a:lnTo>
                  <a:lnTo>
                    <a:pt x="11239" y="553212"/>
                  </a:lnTo>
                  <a:lnTo>
                    <a:pt x="10668" y="554355"/>
                  </a:lnTo>
                  <a:lnTo>
                    <a:pt x="10382" y="555308"/>
                  </a:lnTo>
                  <a:lnTo>
                    <a:pt x="10382" y="556165"/>
                  </a:lnTo>
                  <a:lnTo>
                    <a:pt x="10573" y="557213"/>
                  </a:lnTo>
                  <a:lnTo>
                    <a:pt x="10573" y="561308"/>
                  </a:lnTo>
                  <a:lnTo>
                    <a:pt x="10096" y="564071"/>
                  </a:lnTo>
                  <a:lnTo>
                    <a:pt x="9620" y="565499"/>
                  </a:lnTo>
                  <a:lnTo>
                    <a:pt x="9239" y="566261"/>
                  </a:lnTo>
                  <a:lnTo>
                    <a:pt x="8382" y="567404"/>
                  </a:lnTo>
                  <a:lnTo>
                    <a:pt x="7906" y="568166"/>
                  </a:lnTo>
                  <a:lnTo>
                    <a:pt x="7239" y="569690"/>
                  </a:lnTo>
                  <a:lnTo>
                    <a:pt x="6953" y="570833"/>
                  </a:lnTo>
                  <a:lnTo>
                    <a:pt x="6763" y="572072"/>
                  </a:lnTo>
                  <a:lnTo>
                    <a:pt x="6763" y="573691"/>
                  </a:lnTo>
                  <a:lnTo>
                    <a:pt x="6477" y="574548"/>
                  </a:lnTo>
                  <a:lnTo>
                    <a:pt x="6191" y="575215"/>
                  </a:lnTo>
                  <a:lnTo>
                    <a:pt x="5620" y="575501"/>
                  </a:lnTo>
                  <a:lnTo>
                    <a:pt x="5048" y="575596"/>
                  </a:lnTo>
                  <a:lnTo>
                    <a:pt x="4477" y="575501"/>
                  </a:lnTo>
                  <a:lnTo>
                    <a:pt x="4000" y="575215"/>
                  </a:lnTo>
                  <a:lnTo>
                    <a:pt x="3143" y="574453"/>
                  </a:lnTo>
                  <a:lnTo>
                    <a:pt x="2572" y="574167"/>
                  </a:lnTo>
                  <a:lnTo>
                    <a:pt x="2000" y="574072"/>
                  </a:lnTo>
                  <a:lnTo>
                    <a:pt x="1333" y="574262"/>
                  </a:lnTo>
                  <a:lnTo>
                    <a:pt x="762" y="574738"/>
                  </a:lnTo>
                  <a:lnTo>
                    <a:pt x="476" y="575405"/>
                  </a:lnTo>
                  <a:lnTo>
                    <a:pt x="381" y="576072"/>
                  </a:lnTo>
                  <a:lnTo>
                    <a:pt x="286" y="578263"/>
                  </a:lnTo>
                  <a:lnTo>
                    <a:pt x="0" y="580358"/>
                  </a:lnTo>
                  <a:lnTo>
                    <a:pt x="0" y="582549"/>
                  </a:lnTo>
                  <a:lnTo>
                    <a:pt x="381" y="584073"/>
                  </a:lnTo>
                  <a:lnTo>
                    <a:pt x="6858" y="585502"/>
                  </a:lnTo>
                  <a:lnTo>
                    <a:pt x="8001" y="585978"/>
                  </a:lnTo>
                  <a:lnTo>
                    <a:pt x="9430" y="586359"/>
                  </a:lnTo>
                  <a:lnTo>
                    <a:pt x="10287" y="586359"/>
                  </a:lnTo>
                  <a:lnTo>
                    <a:pt x="11144" y="585692"/>
                  </a:lnTo>
                  <a:lnTo>
                    <a:pt x="11716" y="584740"/>
                  </a:lnTo>
                  <a:lnTo>
                    <a:pt x="12383" y="582644"/>
                  </a:lnTo>
                  <a:lnTo>
                    <a:pt x="12954" y="581882"/>
                  </a:lnTo>
                  <a:lnTo>
                    <a:pt x="13906" y="581692"/>
                  </a:lnTo>
                  <a:lnTo>
                    <a:pt x="15430" y="581978"/>
                  </a:lnTo>
                  <a:lnTo>
                    <a:pt x="19241" y="584454"/>
                  </a:lnTo>
                  <a:lnTo>
                    <a:pt x="21622" y="585216"/>
                  </a:lnTo>
                  <a:lnTo>
                    <a:pt x="24860" y="583502"/>
                  </a:lnTo>
                  <a:lnTo>
                    <a:pt x="26765" y="581406"/>
                  </a:lnTo>
                  <a:lnTo>
                    <a:pt x="28766" y="579692"/>
                  </a:lnTo>
                  <a:lnTo>
                    <a:pt x="30575" y="578644"/>
                  </a:lnTo>
                  <a:lnTo>
                    <a:pt x="34576" y="578168"/>
                  </a:lnTo>
                  <a:lnTo>
                    <a:pt x="36195" y="577501"/>
                  </a:lnTo>
                  <a:lnTo>
                    <a:pt x="37624" y="575977"/>
                  </a:lnTo>
                  <a:lnTo>
                    <a:pt x="38576" y="574548"/>
                  </a:lnTo>
                  <a:lnTo>
                    <a:pt x="40196" y="573024"/>
                  </a:lnTo>
                  <a:lnTo>
                    <a:pt x="42481" y="571691"/>
                  </a:lnTo>
                  <a:lnTo>
                    <a:pt x="50101" y="568166"/>
                  </a:lnTo>
                  <a:lnTo>
                    <a:pt x="61436" y="560546"/>
                  </a:lnTo>
                  <a:lnTo>
                    <a:pt x="65437" y="560261"/>
                  </a:lnTo>
                  <a:lnTo>
                    <a:pt x="69723" y="559403"/>
                  </a:lnTo>
                  <a:lnTo>
                    <a:pt x="75152" y="555403"/>
                  </a:lnTo>
                  <a:lnTo>
                    <a:pt x="80963" y="554546"/>
                  </a:lnTo>
                  <a:lnTo>
                    <a:pt x="85534" y="555879"/>
                  </a:lnTo>
                  <a:lnTo>
                    <a:pt x="87535" y="557117"/>
                  </a:lnTo>
                  <a:lnTo>
                    <a:pt x="89059" y="558355"/>
                  </a:lnTo>
                  <a:lnTo>
                    <a:pt x="91059" y="560546"/>
                  </a:lnTo>
                  <a:lnTo>
                    <a:pt x="91154" y="560642"/>
                  </a:lnTo>
                  <a:lnTo>
                    <a:pt x="92583" y="560737"/>
                  </a:lnTo>
                  <a:lnTo>
                    <a:pt x="94297" y="560642"/>
                  </a:lnTo>
                  <a:lnTo>
                    <a:pt x="95155" y="560737"/>
                  </a:lnTo>
                  <a:lnTo>
                    <a:pt x="95821" y="560832"/>
                  </a:lnTo>
                  <a:lnTo>
                    <a:pt x="96774" y="561308"/>
                  </a:lnTo>
                  <a:lnTo>
                    <a:pt x="98012" y="561499"/>
                  </a:lnTo>
                  <a:lnTo>
                    <a:pt x="99155" y="560927"/>
                  </a:lnTo>
                  <a:lnTo>
                    <a:pt x="100013" y="559689"/>
                  </a:lnTo>
                  <a:lnTo>
                    <a:pt x="100489" y="558165"/>
                  </a:lnTo>
                  <a:lnTo>
                    <a:pt x="101155" y="556641"/>
                  </a:lnTo>
                  <a:lnTo>
                    <a:pt x="102203" y="555688"/>
                  </a:lnTo>
                  <a:lnTo>
                    <a:pt x="104108" y="555308"/>
                  </a:lnTo>
                  <a:lnTo>
                    <a:pt x="107156" y="555593"/>
                  </a:lnTo>
                  <a:lnTo>
                    <a:pt x="108395" y="555308"/>
                  </a:lnTo>
                  <a:lnTo>
                    <a:pt x="109061" y="554164"/>
                  </a:lnTo>
                  <a:lnTo>
                    <a:pt x="109252" y="552545"/>
                  </a:lnTo>
                  <a:lnTo>
                    <a:pt x="108966" y="550736"/>
                  </a:lnTo>
                  <a:lnTo>
                    <a:pt x="108490" y="548545"/>
                  </a:lnTo>
                  <a:lnTo>
                    <a:pt x="108395" y="547021"/>
                  </a:lnTo>
                  <a:lnTo>
                    <a:pt x="108871" y="545973"/>
                  </a:lnTo>
                  <a:lnTo>
                    <a:pt x="110300" y="545402"/>
                  </a:lnTo>
                  <a:lnTo>
                    <a:pt x="111347" y="544639"/>
                  </a:lnTo>
                  <a:lnTo>
                    <a:pt x="111824" y="543687"/>
                  </a:lnTo>
                  <a:lnTo>
                    <a:pt x="111633" y="542735"/>
                  </a:lnTo>
                  <a:lnTo>
                    <a:pt x="110966" y="541782"/>
                  </a:lnTo>
                  <a:lnTo>
                    <a:pt x="107537" y="539210"/>
                  </a:lnTo>
                  <a:lnTo>
                    <a:pt x="106394" y="537877"/>
                  </a:lnTo>
                  <a:lnTo>
                    <a:pt x="106013" y="536924"/>
                  </a:lnTo>
                  <a:lnTo>
                    <a:pt x="106204" y="535686"/>
                  </a:lnTo>
                  <a:lnTo>
                    <a:pt x="106871" y="534257"/>
                  </a:lnTo>
                  <a:lnTo>
                    <a:pt x="110680" y="528352"/>
                  </a:lnTo>
                  <a:lnTo>
                    <a:pt x="111442" y="526828"/>
                  </a:lnTo>
                  <a:lnTo>
                    <a:pt x="111919" y="525209"/>
                  </a:lnTo>
                  <a:lnTo>
                    <a:pt x="111824" y="523970"/>
                  </a:lnTo>
                  <a:lnTo>
                    <a:pt x="110871" y="522065"/>
                  </a:lnTo>
                  <a:lnTo>
                    <a:pt x="110776" y="521399"/>
                  </a:lnTo>
                  <a:lnTo>
                    <a:pt x="110966" y="520446"/>
                  </a:lnTo>
                  <a:lnTo>
                    <a:pt x="112681" y="516064"/>
                  </a:lnTo>
                  <a:lnTo>
                    <a:pt x="112967" y="514255"/>
                  </a:lnTo>
                  <a:lnTo>
                    <a:pt x="112967" y="512540"/>
                  </a:lnTo>
                  <a:lnTo>
                    <a:pt x="112776" y="510350"/>
                  </a:lnTo>
                  <a:lnTo>
                    <a:pt x="112967" y="509683"/>
                  </a:lnTo>
                  <a:lnTo>
                    <a:pt x="113443" y="508921"/>
                  </a:lnTo>
                  <a:lnTo>
                    <a:pt x="117538" y="503968"/>
                  </a:lnTo>
                  <a:lnTo>
                    <a:pt x="118396" y="502158"/>
                  </a:lnTo>
                  <a:lnTo>
                    <a:pt x="119825" y="498634"/>
                  </a:lnTo>
                  <a:lnTo>
                    <a:pt x="120872" y="497491"/>
                  </a:lnTo>
                  <a:lnTo>
                    <a:pt x="122110" y="497205"/>
                  </a:lnTo>
                  <a:lnTo>
                    <a:pt x="124111" y="497777"/>
                  </a:lnTo>
                  <a:lnTo>
                    <a:pt x="125444" y="498348"/>
                  </a:lnTo>
                  <a:lnTo>
                    <a:pt x="126492" y="498634"/>
                  </a:lnTo>
                  <a:lnTo>
                    <a:pt x="127730" y="498348"/>
                  </a:lnTo>
                  <a:lnTo>
                    <a:pt x="128302" y="498539"/>
                  </a:lnTo>
                  <a:lnTo>
                    <a:pt x="128778" y="499586"/>
                  </a:lnTo>
                  <a:lnTo>
                    <a:pt x="128778" y="500444"/>
                  </a:lnTo>
                  <a:lnTo>
                    <a:pt x="128683" y="501396"/>
                  </a:lnTo>
                  <a:lnTo>
                    <a:pt x="128778" y="502349"/>
                  </a:lnTo>
                  <a:lnTo>
                    <a:pt x="128873" y="503015"/>
                  </a:lnTo>
                  <a:lnTo>
                    <a:pt x="129254" y="503777"/>
                  </a:lnTo>
                  <a:lnTo>
                    <a:pt x="129445" y="504444"/>
                  </a:lnTo>
                  <a:lnTo>
                    <a:pt x="129445" y="505492"/>
                  </a:lnTo>
                  <a:lnTo>
                    <a:pt x="129159" y="507873"/>
                  </a:lnTo>
                  <a:lnTo>
                    <a:pt x="129254" y="509302"/>
                  </a:lnTo>
                  <a:lnTo>
                    <a:pt x="130016" y="510730"/>
                  </a:lnTo>
                  <a:lnTo>
                    <a:pt x="131254" y="512350"/>
                  </a:lnTo>
                  <a:lnTo>
                    <a:pt x="137065" y="517493"/>
                  </a:lnTo>
                  <a:lnTo>
                    <a:pt x="137731" y="518255"/>
                  </a:lnTo>
                  <a:lnTo>
                    <a:pt x="138398" y="519208"/>
                  </a:lnTo>
                  <a:lnTo>
                    <a:pt x="138875" y="520160"/>
                  </a:lnTo>
                  <a:lnTo>
                    <a:pt x="139255" y="521113"/>
                  </a:lnTo>
                  <a:lnTo>
                    <a:pt x="139255" y="522065"/>
                  </a:lnTo>
                  <a:lnTo>
                    <a:pt x="138970" y="523018"/>
                  </a:lnTo>
                  <a:lnTo>
                    <a:pt x="137446" y="526352"/>
                  </a:lnTo>
                  <a:lnTo>
                    <a:pt x="137255" y="527780"/>
                  </a:lnTo>
                  <a:lnTo>
                    <a:pt x="137160" y="529019"/>
                  </a:lnTo>
                  <a:lnTo>
                    <a:pt x="137446" y="530162"/>
                  </a:lnTo>
                  <a:lnTo>
                    <a:pt x="138017" y="530924"/>
                  </a:lnTo>
                  <a:lnTo>
                    <a:pt x="138779" y="531495"/>
                  </a:lnTo>
                  <a:lnTo>
                    <a:pt x="139732" y="531686"/>
                  </a:lnTo>
                  <a:lnTo>
                    <a:pt x="141065" y="531781"/>
                  </a:lnTo>
                  <a:lnTo>
                    <a:pt x="142113" y="531971"/>
                  </a:lnTo>
                  <a:lnTo>
                    <a:pt x="143637" y="532829"/>
                  </a:lnTo>
                  <a:lnTo>
                    <a:pt x="144399" y="532733"/>
                  </a:lnTo>
                  <a:lnTo>
                    <a:pt x="145542" y="531400"/>
                  </a:lnTo>
                  <a:lnTo>
                    <a:pt x="145923" y="530162"/>
                  </a:lnTo>
                  <a:lnTo>
                    <a:pt x="146495" y="527399"/>
                  </a:lnTo>
                  <a:lnTo>
                    <a:pt x="146780" y="526352"/>
                  </a:lnTo>
                  <a:lnTo>
                    <a:pt x="147542" y="525494"/>
                  </a:lnTo>
                  <a:lnTo>
                    <a:pt x="148780" y="524637"/>
                  </a:lnTo>
                  <a:lnTo>
                    <a:pt x="150781" y="523494"/>
                  </a:lnTo>
                  <a:lnTo>
                    <a:pt x="154496" y="521018"/>
                  </a:lnTo>
                  <a:lnTo>
                    <a:pt x="158020" y="519684"/>
                  </a:lnTo>
                  <a:lnTo>
                    <a:pt x="159353" y="518827"/>
                  </a:lnTo>
                  <a:lnTo>
                    <a:pt x="160401" y="517112"/>
                  </a:lnTo>
                  <a:lnTo>
                    <a:pt x="160972" y="515684"/>
                  </a:lnTo>
                  <a:lnTo>
                    <a:pt x="161068" y="514160"/>
                  </a:lnTo>
                  <a:lnTo>
                    <a:pt x="160306" y="511207"/>
                  </a:lnTo>
                  <a:lnTo>
                    <a:pt x="160210" y="509969"/>
                  </a:lnTo>
                  <a:lnTo>
                    <a:pt x="160877" y="509111"/>
                  </a:lnTo>
                  <a:lnTo>
                    <a:pt x="162020" y="508445"/>
                  </a:lnTo>
                  <a:lnTo>
                    <a:pt x="164401" y="508159"/>
                  </a:lnTo>
                  <a:lnTo>
                    <a:pt x="165925" y="508540"/>
                  </a:lnTo>
                  <a:lnTo>
                    <a:pt x="167068" y="509302"/>
                  </a:lnTo>
                  <a:lnTo>
                    <a:pt x="168307" y="510254"/>
                  </a:lnTo>
                  <a:lnTo>
                    <a:pt x="169640" y="510826"/>
                  </a:lnTo>
                  <a:lnTo>
                    <a:pt x="171641" y="510921"/>
                  </a:lnTo>
                  <a:lnTo>
                    <a:pt x="172498" y="511588"/>
                  </a:lnTo>
                  <a:lnTo>
                    <a:pt x="172688" y="512540"/>
                  </a:lnTo>
                  <a:lnTo>
                    <a:pt x="172402" y="514636"/>
                  </a:lnTo>
                  <a:lnTo>
                    <a:pt x="172402" y="515588"/>
                  </a:lnTo>
                  <a:lnTo>
                    <a:pt x="172784" y="516541"/>
                  </a:lnTo>
                  <a:lnTo>
                    <a:pt x="173546" y="517208"/>
                  </a:lnTo>
                  <a:lnTo>
                    <a:pt x="174593" y="517493"/>
                  </a:lnTo>
                  <a:lnTo>
                    <a:pt x="179070" y="517303"/>
                  </a:lnTo>
                  <a:lnTo>
                    <a:pt x="180118" y="517112"/>
                  </a:lnTo>
                  <a:lnTo>
                    <a:pt x="184309" y="515017"/>
                  </a:lnTo>
                  <a:lnTo>
                    <a:pt x="185547" y="514541"/>
                  </a:lnTo>
                  <a:lnTo>
                    <a:pt x="186404" y="514445"/>
                  </a:lnTo>
                  <a:lnTo>
                    <a:pt x="187928" y="514541"/>
                  </a:lnTo>
                  <a:lnTo>
                    <a:pt x="189167" y="514255"/>
                  </a:lnTo>
                  <a:lnTo>
                    <a:pt x="190214" y="513207"/>
                  </a:lnTo>
                  <a:lnTo>
                    <a:pt x="190691" y="509969"/>
                  </a:lnTo>
                  <a:lnTo>
                    <a:pt x="190595" y="508349"/>
                  </a:lnTo>
                  <a:lnTo>
                    <a:pt x="190119" y="507206"/>
                  </a:lnTo>
                  <a:lnTo>
                    <a:pt x="189547" y="506635"/>
                  </a:lnTo>
                  <a:lnTo>
                    <a:pt x="189071" y="505873"/>
                  </a:lnTo>
                  <a:lnTo>
                    <a:pt x="189452" y="504539"/>
                  </a:lnTo>
                  <a:lnTo>
                    <a:pt x="189833" y="503587"/>
                  </a:lnTo>
                  <a:lnTo>
                    <a:pt x="195263" y="496824"/>
                  </a:lnTo>
                  <a:lnTo>
                    <a:pt x="195167" y="495110"/>
                  </a:lnTo>
                  <a:lnTo>
                    <a:pt x="194786" y="494729"/>
                  </a:lnTo>
                  <a:lnTo>
                    <a:pt x="194405" y="494538"/>
                  </a:lnTo>
                  <a:lnTo>
                    <a:pt x="193834" y="494443"/>
                  </a:lnTo>
                  <a:lnTo>
                    <a:pt x="191834" y="494729"/>
                  </a:lnTo>
                  <a:lnTo>
                    <a:pt x="191167" y="494633"/>
                  </a:lnTo>
                  <a:lnTo>
                    <a:pt x="190786" y="494062"/>
                  </a:lnTo>
                  <a:lnTo>
                    <a:pt x="189929" y="491776"/>
                  </a:lnTo>
                  <a:lnTo>
                    <a:pt x="188119" y="489204"/>
                  </a:lnTo>
                  <a:lnTo>
                    <a:pt x="187928" y="488252"/>
                  </a:lnTo>
                  <a:lnTo>
                    <a:pt x="188119" y="487299"/>
                  </a:lnTo>
                  <a:lnTo>
                    <a:pt x="188404" y="486251"/>
                  </a:lnTo>
                  <a:lnTo>
                    <a:pt x="188595" y="485108"/>
                  </a:lnTo>
                  <a:lnTo>
                    <a:pt x="188595" y="484156"/>
                  </a:lnTo>
                  <a:lnTo>
                    <a:pt x="188690" y="483299"/>
                  </a:lnTo>
                  <a:lnTo>
                    <a:pt x="188881" y="482727"/>
                  </a:lnTo>
                  <a:lnTo>
                    <a:pt x="191834" y="479965"/>
                  </a:lnTo>
                  <a:lnTo>
                    <a:pt x="193167" y="478441"/>
                  </a:lnTo>
                  <a:lnTo>
                    <a:pt x="194405" y="476631"/>
                  </a:lnTo>
                  <a:lnTo>
                    <a:pt x="196882" y="472154"/>
                  </a:lnTo>
                  <a:lnTo>
                    <a:pt x="198215" y="470440"/>
                  </a:lnTo>
                  <a:lnTo>
                    <a:pt x="200216" y="468440"/>
                  </a:lnTo>
                  <a:lnTo>
                    <a:pt x="201549" y="467678"/>
                  </a:lnTo>
                  <a:lnTo>
                    <a:pt x="202978" y="467392"/>
                  </a:lnTo>
                  <a:lnTo>
                    <a:pt x="204311" y="467773"/>
                  </a:lnTo>
                  <a:lnTo>
                    <a:pt x="205550" y="468440"/>
                  </a:lnTo>
                  <a:lnTo>
                    <a:pt x="206692" y="469583"/>
                  </a:lnTo>
                  <a:lnTo>
                    <a:pt x="207645" y="470345"/>
                  </a:lnTo>
                  <a:lnTo>
                    <a:pt x="208883" y="470440"/>
                  </a:lnTo>
                  <a:lnTo>
                    <a:pt x="215265" y="467582"/>
                  </a:lnTo>
                  <a:lnTo>
                    <a:pt x="217075" y="466154"/>
                  </a:lnTo>
                  <a:lnTo>
                    <a:pt x="220027" y="463391"/>
                  </a:lnTo>
                  <a:lnTo>
                    <a:pt x="223647" y="460629"/>
                  </a:lnTo>
                  <a:lnTo>
                    <a:pt x="225362" y="459581"/>
                  </a:lnTo>
                  <a:lnTo>
                    <a:pt x="227838" y="458819"/>
                  </a:lnTo>
                  <a:lnTo>
                    <a:pt x="229552" y="458057"/>
                  </a:lnTo>
                  <a:lnTo>
                    <a:pt x="230886" y="456819"/>
                  </a:lnTo>
                  <a:lnTo>
                    <a:pt x="231267" y="455676"/>
                  </a:lnTo>
                  <a:lnTo>
                    <a:pt x="231172" y="454914"/>
                  </a:lnTo>
                  <a:lnTo>
                    <a:pt x="230696" y="454533"/>
                  </a:lnTo>
                  <a:lnTo>
                    <a:pt x="230029" y="454247"/>
                  </a:lnTo>
                  <a:lnTo>
                    <a:pt x="229552" y="453771"/>
                  </a:lnTo>
                  <a:lnTo>
                    <a:pt x="229267" y="453104"/>
                  </a:lnTo>
                  <a:lnTo>
                    <a:pt x="228886" y="451771"/>
                  </a:lnTo>
                  <a:lnTo>
                    <a:pt x="228600" y="451390"/>
                  </a:lnTo>
                  <a:lnTo>
                    <a:pt x="228029" y="451199"/>
                  </a:lnTo>
                  <a:lnTo>
                    <a:pt x="227362" y="451104"/>
                  </a:lnTo>
                  <a:lnTo>
                    <a:pt x="226790" y="451104"/>
                  </a:lnTo>
                  <a:lnTo>
                    <a:pt x="226314" y="450914"/>
                  </a:lnTo>
                  <a:lnTo>
                    <a:pt x="225742" y="450533"/>
                  </a:lnTo>
                  <a:lnTo>
                    <a:pt x="223361" y="447485"/>
                  </a:lnTo>
                  <a:lnTo>
                    <a:pt x="222980" y="446818"/>
                  </a:lnTo>
                  <a:lnTo>
                    <a:pt x="222409" y="444722"/>
                  </a:lnTo>
                  <a:lnTo>
                    <a:pt x="221933" y="443770"/>
                  </a:lnTo>
                  <a:lnTo>
                    <a:pt x="221361" y="443103"/>
                  </a:lnTo>
                  <a:lnTo>
                    <a:pt x="220694" y="442532"/>
                  </a:lnTo>
                  <a:lnTo>
                    <a:pt x="220218" y="441770"/>
                  </a:lnTo>
                  <a:lnTo>
                    <a:pt x="220123" y="441008"/>
                  </a:lnTo>
                  <a:lnTo>
                    <a:pt x="220218" y="439960"/>
                  </a:lnTo>
                  <a:lnTo>
                    <a:pt x="221837" y="439007"/>
                  </a:lnTo>
                  <a:lnTo>
                    <a:pt x="222885" y="438626"/>
                  </a:lnTo>
                  <a:lnTo>
                    <a:pt x="223933" y="438436"/>
                  </a:lnTo>
                  <a:lnTo>
                    <a:pt x="225076" y="438436"/>
                  </a:lnTo>
                  <a:lnTo>
                    <a:pt x="226409" y="438817"/>
                  </a:lnTo>
                  <a:lnTo>
                    <a:pt x="226695" y="439007"/>
                  </a:lnTo>
                  <a:lnTo>
                    <a:pt x="228029" y="439865"/>
                  </a:lnTo>
                  <a:lnTo>
                    <a:pt x="230791" y="440722"/>
                  </a:lnTo>
                  <a:lnTo>
                    <a:pt x="232029" y="441484"/>
                  </a:lnTo>
                  <a:lnTo>
                    <a:pt x="234505" y="443294"/>
                  </a:lnTo>
                  <a:lnTo>
                    <a:pt x="235934" y="443579"/>
                  </a:lnTo>
                  <a:lnTo>
                    <a:pt x="237554" y="442817"/>
                  </a:lnTo>
                  <a:lnTo>
                    <a:pt x="238125" y="441770"/>
                  </a:lnTo>
                  <a:lnTo>
                    <a:pt x="238220" y="440531"/>
                  </a:lnTo>
                  <a:lnTo>
                    <a:pt x="238030" y="439865"/>
                  </a:lnTo>
                  <a:lnTo>
                    <a:pt x="237458" y="438912"/>
                  </a:lnTo>
                  <a:lnTo>
                    <a:pt x="237458" y="438817"/>
                  </a:lnTo>
                  <a:lnTo>
                    <a:pt x="237554" y="438817"/>
                  </a:lnTo>
                  <a:lnTo>
                    <a:pt x="237649" y="438626"/>
                  </a:lnTo>
                  <a:lnTo>
                    <a:pt x="239077" y="437483"/>
                  </a:lnTo>
                  <a:lnTo>
                    <a:pt x="239363" y="436626"/>
                  </a:lnTo>
                  <a:lnTo>
                    <a:pt x="239459" y="435674"/>
                  </a:lnTo>
                  <a:lnTo>
                    <a:pt x="238316" y="431483"/>
                  </a:lnTo>
                  <a:lnTo>
                    <a:pt x="238506" y="430435"/>
                  </a:lnTo>
                  <a:lnTo>
                    <a:pt x="239173" y="429959"/>
                  </a:lnTo>
                  <a:lnTo>
                    <a:pt x="240506" y="430530"/>
                  </a:lnTo>
                  <a:lnTo>
                    <a:pt x="241554" y="431483"/>
                  </a:lnTo>
                  <a:lnTo>
                    <a:pt x="242221" y="432626"/>
                  </a:lnTo>
                  <a:lnTo>
                    <a:pt x="242602" y="434054"/>
                  </a:lnTo>
                  <a:lnTo>
                    <a:pt x="243268" y="437007"/>
                  </a:lnTo>
                  <a:lnTo>
                    <a:pt x="243745" y="437864"/>
                  </a:lnTo>
                  <a:lnTo>
                    <a:pt x="244412" y="438150"/>
                  </a:lnTo>
                  <a:lnTo>
                    <a:pt x="245459" y="437769"/>
                  </a:lnTo>
                  <a:lnTo>
                    <a:pt x="246221" y="437007"/>
                  </a:lnTo>
                  <a:lnTo>
                    <a:pt x="246983" y="435578"/>
                  </a:lnTo>
                  <a:lnTo>
                    <a:pt x="247936" y="432626"/>
                  </a:lnTo>
                  <a:lnTo>
                    <a:pt x="248602" y="431768"/>
                  </a:lnTo>
                  <a:lnTo>
                    <a:pt x="249555" y="431102"/>
                  </a:lnTo>
                  <a:lnTo>
                    <a:pt x="251746" y="430435"/>
                  </a:lnTo>
                  <a:lnTo>
                    <a:pt x="252698" y="429101"/>
                  </a:lnTo>
                  <a:lnTo>
                    <a:pt x="253365" y="427673"/>
                  </a:lnTo>
                  <a:lnTo>
                    <a:pt x="253651" y="426149"/>
                  </a:lnTo>
                  <a:lnTo>
                    <a:pt x="254127" y="424625"/>
                  </a:lnTo>
                  <a:lnTo>
                    <a:pt x="254699" y="423386"/>
                  </a:lnTo>
                  <a:lnTo>
                    <a:pt x="255460" y="422910"/>
                  </a:lnTo>
                  <a:lnTo>
                    <a:pt x="256318" y="423101"/>
                  </a:lnTo>
                  <a:lnTo>
                    <a:pt x="257651" y="424910"/>
                  </a:lnTo>
                  <a:lnTo>
                    <a:pt x="259271" y="428244"/>
                  </a:lnTo>
                  <a:lnTo>
                    <a:pt x="260223" y="429673"/>
                  </a:lnTo>
                  <a:lnTo>
                    <a:pt x="264890" y="434912"/>
                  </a:lnTo>
                  <a:lnTo>
                    <a:pt x="266605" y="437483"/>
                  </a:lnTo>
                  <a:lnTo>
                    <a:pt x="267176" y="438817"/>
                  </a:lnTo>
                  <a:lnTo>
                    <a:pt x="269367" y="445770"/>
                  </a:lnTo>
                  <a:lnTo>
                    <a:pt x="270129" y="447008"/>
                  </a:lnTo>
                  <a:lnTo>
                    <a:pt x="270796" y="447580"/>
                  </a:lnTo>
                  <a:lnTo>
                    <a:pt x="271463" y="447485"/>
                  </a:lnTo>
                  <a:lnTo>
                    <a:pt x="272034" y="446818"/>
                  </a:lnTo>
                  <a:lnTo>
                    <a:pt x="272415" y="445294"/>
                  </a:lnTo>
                  <a:lnTo>
                    <a:pt x="272320" y="444151"/>
                  </a:lnTo>
                  <a:lnTo>
                    <a:pt x="272129" y="443198"/>
                  </a:lnTo>
                  <a:lnTo>
                    <a:pt x="271843" y="442436"/>
                  </a:lnTo>
                  <a:lnTo>
                    <a:pt x="271558" y="441293"/>
                  </a:lnTo>
                  <a:lnTo>
                    <a:pt x="271653" y="440341"/>
                  </a:lnTo>
                  <a:lnTo>
                    <a:pt x="271843" y="439579"/>
                  </a:lnTo>
                  <a:lnTo>
                    <a:pt x="272034" y="438912"/>
                  </a:lnTo>
                  <a:lnTo>
                    <a:pt x="272129" y="438817"/>
                  </a:lnTo>
                  <a:lnTo>
                    <a:pt x="272891" y="438150"/>
                  </a:lnTo>
                  <a:lnTo>
                    <a:pt x="273749" y="437769"/>
                  </a:lnTo>
                  <a:lnTo>
                    <a:pt x="274701" y="437769"/>
                  </a:lnTo>
                  <a:lnTo>
                    <a:pt x="275654" y="437864"/>
                  </a:lnTo>
                  <a:lnTo>
                    <a:pt x="278130" y="438912"/>
                  </a:lnTo>
                  <a:lnTo>
                    <a:pt x="280035" y="443579"/>
                  </a:lnTo>
                  <a:lnTo>
                    <a:pt x="280988" y="448628"/>
                  </a:lnTo>
                  <a:lnTo>
                    <a:pt x="281273" y="449294"/>
                  </a:lnTo>
                  <a:lnTo>
                    <a:pt x="282512" y="450914"/>
                  </a:lnTo>
                  <a:lnTo>
                    <a:pt x="283750" y="454628"/>
                  </a:lnTo>
                  <a:lnTo>
                    <a:pt x="284226" y="456057"/>
                  </a:lnTo>
                  <a:lnTo>
                    <a:pt x="284512" y="456629"/>
                  </a:lnTo>
                  <a:lnTo>
                    <a:pt x="284893" y="457105"/>
                  </a:lnTo>
                  <a:lnTo>
                    <a:pt x="285655" y="458057"/>
                  </a:lnTo>
                  <a:lnTo>
                    <a:pt x="286417" y="459105"/>
                  </a:lnTo>
                  <a:lnTo>
                    <a:pt x="286988" y="460343"/>
                  </a:lnTo>
                  <a:lnTo>
                    <a:pt x="287274" y="460820"/>
                  </a:lnTo>
                  <a:lnTo>
                    <a:pt x="287750" y="461201"/>
                  </a:lnTo>
                  <a:lnTo>
                    <a:pt x="288226" y="461486"/>
                  </a:lnTo>
                  <a:lnTo>
                    <a:pt x="289179" y="462344"/>
                  </a:lnTo>
                  <a:lnTo>
                    <a:pt x="289750" y="462629"/>
                  </a:lnTo>
                  <a:lnTo>
                    <a:pt x="295180" y="462344"/>
                  </a:lnTo>
                  <a:lnTo>
                    <a:pt x="300800" y="462439"/>
                  </a:lnTo>
                  <a:lnTo>
                    <a:pt x="307372" y="461105"/>
                  </a:lnTo>
                  <a:lnTo>
                    <a:pt x="309277" y="461201"/>
                  </a:lnTo>
                  <a:lnTo>
                    <a:pt x="310705" y="461677"/>
                  </a:lnTo>
                  <a:lnTo>
                    <a:pt x="311753" y="462629"/>
                  </a:lnTo>
                  <a:lnTo>
                    <a:pt x="312992" y="463010"/>
                  </a:lnTo>
                  <a:lnTo>
                    <a:pt x="316039" y="463106"/>
                  </a:lnTo>
                  <a:lnTo>
                    <a:pt x="317087" y="463582"/>
                  </a:lnTo>
                  <a:lnTo>
                    <a:pt x="318706" y="464820"/>
                  </a:lnTo>
                  <a:lnTo>
                    <a:pt x="319754" y="465106"/>
                  </a:lnTo>
                  <a:lnTo>
                    <a:pt x="322040" y="464820"/>
                  </a:lnTo>
                  <a:lnTo>
                    <a:pt x="330327" y="462725"/>
                  </a:lnTo>
                  <a:lnTo>
                    <a:pt x="337661" y="462248"/>
                  </a:lnTo>
                  <a:lnTo>
                    <a:pt x="339757" y="461296"/>
                  </a:lnTo>
                  <a:lnTo>
                    <a:pt x="341662" y="459962"/>
                  </a:lnTo>
                  <a:lnTo>
                    <a:pt x="343567" y="457295"/>
                  </a:lnTo>
                  <a:lnTo>
                    <a:pt x="344519" y="455200"/>
                  </a:lnTo>
                  <a:lnTo>
                    <a:pt x="345567" y="451771"/>
                  </a:lnTo>
                  <a:lnTo>
                    <a:pt x="346138" y="451009"/>
                  </a:lnTo>
                  <a:lnTo>
                    <a:pt x="346996" y="450723"/>
                  </a:lnTo>
                  <a:lnTo>
                    <a:pt x="348234" y="450914"/>
                  </a:lnTo>
                  <a:lnTo>
                    <a:pt x="349282" y="450914"/>
                  </a:lnTo>
                  <a:lnTo>
                    <a:pt x="350330" y="450628"/>
                  </a:lnTo>
                  <a:lnTo>
                    <a:pt x="354425" y="445484"/>
                  </a:lnTo>
                  <a:lnTo>
                    <a:pt x="354901" y="444627"/>
                  </a:lnTo>
                  <a:lnTo>
                    <a:pt x="355092" y="443865"/>
                  </a:lnTo>
                  <a:lnTo>
                    <a:pt x="354901" y="443294"/>
                  </a:lnTo>
                  <a:lnTo>
                    <a:pt x="354616" y="442817"/>
                  </a:lnTo>
                  <a:lnTo>
                    <a:pt x="354425" y="442246"/>
                  </a:lnTo>
                  <a:lnTo>
                    <a:pt x="354521" y="441389"/>
                  </a:lnTo>
                  <a:lnTo>
                    <a:pt x="354806" y="440531"/>
                  </a:lnTo>
                  <a:lnTo>
                    <a:pt x="355759" y="438912"/>
                  </a:lnTo>
                  <a:lnTo>
                    <a:pt x="355759" y="438817"/>
                  </a:lnTo>
                  <a:lnTo>
                    <a:pt x="355663" y="438055"/>
                  </a:lnTo>
                  <a:lnTo>
                    <a:pt x="355092" y="436626"/>
                  </a:lnTo>
                  <a:lnTo>
                    <a:pt x="354901" y="435769"/>
                  </a:lnTo>
                  <a:lnTo>
                    <a:pt x="355187" y="435197"/>
                  </a:lnTo>
                  <a:lnTo>
                    <a:pt x="355854" y="434912"/>
                  </a:lnTo>
                  <a:lnTo>
                    <a:pt x="357473" y="435007"/>
                  </a:lnTo>
                  <a:lnTo>
                    <a:pt x="358807" y="435293"/>
                  </a:lnTo>
                  <a:lnTo>
                    <a:pt x="360331" y="435293"/>
                  </a:lnTo>
                  <a:lnTo>
                    <a:pt x="361664" y="434912"/>
                  </a:lnTo>
                  <a:lnTo>
                    <a:pt x="365188" y="431673"/>
                  </a:lnTo>
                  <a:lnTo>
                    <a:pt x="366427" y="430816"/>
                  </a:lnTo>
                  <a:lnTo>
                    <a:pt x="374999" y="426720"/>
                  </a:lnTo>
                  <a:lnTo>
                    <a:pt x="376238" y="426911"/>
                  </a:lnTo>
                  <a:lnTo>
                    <a:pt x="376809" y="427482"/>
                  </a:lnTo>
                  <a:lnTo>
                    <a:pt x="377380" y="427958"/>
                  </a:lnTo>
                  <a:lnTo>
                    <a:pt x="378333" y="427958"/>
                  </a:lnTo>
                  <a:lnTo>
                    <a:pt x="379571" y="426720"/>
                  </a:lnTo>
                  <a:lnTo>
                    <a:pt x="380333" y="425291"/>
                  </a:lnTo>
                  <a:lnTo>
                    <a:pt x="380524" y="423672"/>
                  </a:lnTo>
                  <a:lnTo>
                    <a:pt x="380429" y="422529"/>
                  </a:lnTo>
                  <a:lnTo>
                    <a:pt x="380143" y="421767"/>
                  </a:lnTo>
                  <a:lnTo>
                    <a:pt x="379857" y="421005"/>
                  </a:lnTo>
                  <a:lnTo>
                    <a:pt x="379667" y="420243"/>
                  </a:lnTo>
                  <a:lnTo>
                    <a:pt x="380143" y="419672"/>
                  </a:lnTo>
                  <a:lnTo>
                    <a:pt x="381191" y="419386"/>
                  </a:lnTo>
                  <a:lnTo>
                    <a:pt x="382714" y="419195"/>
                  </a:lnTo>
                  <a:lnTo>
                    <a:pt x="386810" y="419195"/>
                  </a:lnTo>
                  <a:lnTo>
                    <a:pt x="388049" y="419481"/>
                  </a:lnTo>
                  <a:lnTo>
                    <a:pt x="389096" y="419862"/>
                  </a:lnTo>
                  <a:lnTo>
                    <a:pt x="389954" y="421005"/>
                  </a:lnTo>
                  <a:lnTo>
                    <a:pt x="390334" y="421862"/>
                  </a:lnTo>
                  <a:lnTo>
                    <a:pt x="390716" y="424720"/>
                  </a:lnTo>
                  <a:lnTo>
                    <a:pt x="392335" y="424244"/>
                  </a:lnTo>
                  <a:lnTo>
                    <a:pt x="401669" y="412147"/>
                  </a:lnTo>
                  <a:lnTo>
                    <a:pt x="415957" y="399479"/>
                  </a:lnTo>
                  <a:lnTo>
                    <a:pt x="424434" y="393478"/>
                  </a:lnTo>
                  <a:lnTo>
                    <a:pt x="437197" y="380905"/>
                  </a:lnTo>
                  <a:lnTo>
                    <a:pt x="444151" y="375666"/>
                  </a:lnTo>
                  <a:lnTo>
                    <a:pt x="449294" y="373380"/>
                  </a:lnTo>
                  <a:lnTo>
                    <a:pt x="455200" y="368618"/>
                  </a:lnTo>
                  <a:lnTo>
                    <a:pt x="460248" y="366332"/>
                  </a:lnTo>
                  <a:lnTo>
                    <a:pt x="469868" y="361760"/>
                  </a:lnTo>
                  <a:lnTo>
                    <a:pt x="478726" y="357092"/>
                  </a:lnTo>
                  <a:lnTo>
                    <a:pt x="482917" y="354521"/>
                  </a:lnTo>
                  <a:lnTo>
                    <a:pt x="454533" y="368522"/>
                  </a:lnTo>
                  <a:lnTo>
                    <a:pt x="451390" y="368808"/>
                  </a:lnTo>
                  <a:lnTo>
                    <a:pt x="451675" y="368046"/>
                  </a:lnTo>
                  <a:lnTo>
                    <a:pt x="451295" y="367284"/>
                  </a:lnTo>
                  <a:lnTo>
                    <a:pt x="449675" y="365474"/>
                  </a:lnTo>
                  <a:lnTo>
                    <a:pt x="450247" y="365665"/>
                  </a:lnTo>
                  <a:lnTo>
                    <a:pt x="451390" y="365951"/>
                  </a:lnTo>
                  <a:lnTo>
                    <a:pt x="452056" y="366236"/>
                  </a:lnTo>
                  <a:lnTo>
                    <a:pt x="452247" y="364331"/>
                  </a:lnTo>
                  <a:lnTo>
                    <a:pt x="453104" y="363188"/>
                  </a:lnTo>
                  <a:lnTo>
                    <a:pt x="454057" y="363284"/>
                  </a:lnTo>
                  <a:lnTo>
                    <a:pt x="454438" y="364998"/>
                  </a:lnTo>
                  <a:lnTo>
                    <a:pt x="455295" y="366046"/>
                  </a:lnTo>
                  <a:lnTo>
                    <a:pt x="457009" y="365665"/>
                  </a:lnTo>
                  <a:lnTo>
                    <a:pt x="458914" y="364617"/>
                  </a:lnTo>
                  <a:lnTo>
                    <a:pt x="459962" y="363760"/>
                  </a:lnTo>
                  <a:lnTo>
                    <a:pt x="460248" y="363188"/>
                  </a:lnTo>
                  <a:lnTo>
                    <a:pt x="460534" y="361760"/>
                  </a:lnTo>
                  <a:lnTo>
                    <a:pt x="460820" y="361188"/>
                  </a:lnTo>
                  <a:lnTo>
                    <a:pt x="461200" y="360902"/>
                  </a:lnTo>
                  <a:lnTo>
                    <a:pt x="462820" y="360236"/>
                  </a:lnTo>
                  <a:lnTo>
                    <a:pt x="463201" y="359950"/>
                  </a:lnTo>
                  <a:lnTo>
                    <a:pt x="463105" y="358045"/>
                  </a:lnTo>
                  <a:lnTo>
                    <a:pt x="462915" y="356902"/>
                  </a:lnTo>
                  <a:lnTo>
                    <a:pt x="462439" y="355949"/>
                  </a:lnTo>
                  <a:lnTo>
                    <a:pt x="461581" y="354521"/>
                  </a:lnTo>
                  <a:lnTo>
                    <a:pt x="460629" y="356235"/>
                  </a:lnTo>
                  <a:lnTo>
                    <a:pt x="459581" y="356426"/>
                  </a:lnTo>
                  <a:lnTo>
                    <a:pt x="458343" y="356045"/>
                  </a:lnTo>
                  <a:lnTo>
                    <a:pt x="456819" y="356140"/>
                  </a:lnTo>
                  <a:lnTo>
                    <a:pt x="452056" y="360426"/>
                  </a:lnTo>
                  <a:lnTo>
                    <a:pt x="446437" y="358712"/>
                  </a:lnTo>
                  <a:lnTo>
                    <a:pt x="444913" y="358712"/>
                  </a:lnTo>
                  <a:lnTo>
                    <a:pt x="445008" y="359093"/>
                  </a:lnTo>
                  <a:lnTo>
                    <a:pt x="443675" y="361283"/>
                  </a:lnTo>
                  <a:lnTo>
                    <a:pt x="443293" y="361569"/>
                  </a:lnTo>
                  <a:lnTo>
                    <a:pt x="443484" y="362426"/>
                  </a:lnTo>
                  <a:lnTo>
                    <a:pt x="443770" y="363093"/>
                  </a:lnTo>
                  <a:lnTo>
                    <a:pt x="444341" y="363474"/>
                  </a:lnTo>
                  <a:lnTo>
                    <a:pt x="444913" y="363760"/>
                  </a:lnTo>
                  <a:lnTo>
                    <a:pt x="444913" y="364522"/>
                  </a:lnTo>
                  <a:lnTo>
                    <a:pt x="443198" y="365379"/>
                  </a:lnTo>
                  <a:lnTo>
                    <a:pt x="442246" y="366808"/>
                  </a:lnTo>
                  <a:lnTo>
                    <a:pt x="441008" y="367951"/>
                  </a:lnTo>
                  <a:lnTo>
                    <a:pt x="438626" y="367951"/>
                  </a:lnTo>
                  <a:lnTo>
                    <a:pt x="438626" y="368808"/>
                  </a:lnTo>
                  <a:lnTo>
                    <a:pt x="439864" y="369189"/>
                  </a:lnTo>
                  <a:lnTo>
                    <a:pt x="443293" y="371189"/>
                  </a:lnTo>
                  <a:lnTo>
                    <a:pt x="442246" y="371761"/>
                  </a:lnTo>
                  <a:lnTo>
                    <a:pt x="441103" y="372047"/>
                  </a:lnTo>
                  <a:lnTo>
                    <a:pt x="440246" y="371951"/>
                  </a:lnTo>
                  <a:lnTo>
                    <a:pt x="439388" y="371189"/>
                  </a:lnTo>
                  <a:lnTo>
                    <a:pt x="439007" y="373094"/>
                  </a:lnTo>
                  <a:lnTo>
                    <a:pt x="439674" y="374523"/>
                  </a:lnTo>
                  <a:lnTo>
                    <a:pt x="439769" y="375761"/>
                  </a:lnTo>
                  <a:lnTo>
                    <a:pt x="437769" y="377190"/>
                  </a:lnTo>
                  <a:lnTo>
                    <a:pt x="437007" y="377285"/>
                  </a:lnTo>
                  <a:lnTo>
                    <a:pt x="436150" y="377285"/>
                  </a:lnTo>
                  <a:lnTo>
                    <a:pt x="435102" y="377381"/>
                  </a:lnTo>
                  <a:lnTo>
                    <a:pt x="433864" y="377952"/>
                  </a:lnTo>
                  <a:lnTo>
                    <a:pt x="433197" y="378619"/>
                  </a:lnTo>
                  <a:lnTo>
                    <a:pt x="432721" y="379381"/>
                  </a:lnTo>
                  <a:lnTo>
                    <a:pt x="432054" y="380143"/>
                  </a:lnTo>
                  <a:lnTo>
                    <a:pt x="430721" y="380524"/>
                  </a:lnTo>
                  <a:lnTo>
                    <a:pt x="431197" y="379286"/>
                  </a:lnTo>
                  <a:lnTo>
                    <a:pt x="431387" y="378047"/>
                  </a:lnTo>
                  <a:lnTo>
                    <a:pt x="431292" y="376714"/>
                  </a:lnTo>
                  <a:lnTo>
                    <a:pt x="430721" y="375476"/>
                  </a:lnTo>
                  <a:lnTo>
                    <a:pt x="429768" y="376904"/>
                  </a:lnTo>
                  <a:lnTo>
                    <a:pt x="428911" y="377000"/>
                  </a:lnTo>
                  <a:lnTo>
                    <a:pt x="428434" y="376047"/>
                  </a:lnTo>
                  <a:lnTo>
                    <a:pt x="428244" y="374237"/>
                  </a:lnTo>
                  <a:lnTo>
                    <a:pt x="429006" y="373094"/>
                  </a:lnTo>
                  <a:lnTo>
                    <a:pt x="430530" y="371856"/>
                  </a:lnTo>
                  <a:lnTo>
                    <a:pt x="432435" y="370904"/>
                  </a:lnTo>
                  <a:lnTo>
                    <a:pt x="433864" y="370427"/>
                  </a:lnTo>
                  <a:lnTo>
                    <a:pt x="433864" y="369570"/>
                  </a:lnTo>
                  <a:lnTo>
                    <a:pt x="432435" y="368046"/>
                  </a:lnTo>
                  <a:lnTo>
                    <a:pt x="432530" y="366046"/>
                  </a:lnTo>
                  <a:lnTo>
                    <a:pt x="433768" y="363950"/>
                  </a:lnTo>
                  <a:lnTo>
                    <a:pt x="435483" y="362426"/>
                  </a:lnTo>
                  <a:lnTo>
                    <a:pt x="436626" y="361093"/>
                  </a:lnTo>
                  <a:lnTo>
                    <a:pt x="438341" y="356902"/>
                  </a:lnTo>
                  <a:lnTo>
                    <a:pt x="440246" y="355378"/>
                  </a:lnTo>
                  <a:lnTo>
                    <a:pt x="439864" y="352425"/>
                  </a:lnTo>
                  <a:lnTo>
                    <a:pt x="441865" y="348901"/>
                  </a:lnTo>
                  <a:lnTo>
                    <a:pt x="444913" y="345662"/>
                  </a:lnTo>
                  <a:lnTo>
                    <a:pt x="447294" y="343567"/>
                  </a:lnTo>
                  <a:lnTo>
                    <a:pt x="448437" y="342900"/>
                  </a:lnTo>
                  <a:lnTo>
                    <a:pt x="449866" y="342329"/>
                  </a:lnTo>
                  <a:lnTo>
                    <a:pt x="451485" y="341948"/>
                  </a:lnTo>
                  <a:lnTo>
                    <a:pt x="453295" y="341852"/>
                  </a:lnTo>
                  <a:lnTo>
                    <a:pt x="459581" y="336423"/>
                  </a:lnTo>
                  <a:lnTo>
                    <a:pt x="464439" y="331280"/>
                  </a:lnTo>
                  <a:lnTo>
                    <a:pt x="467201" y="329279"/>
                  </a:lnTo>
                  <a:lnTo>
                    <a:pt x="469868" y="328517"/>
                  </a:lnTo>
                  <a:lnTo>
                    <a:pt x="471392" y="328708"/>
                  </a:lnTo>
                  <a:lnTo>
                    <a:pt x="475774" y="330137"/>
                  </a:lnTo>
                  <a:lnTo>
                    <a:pt x="480631" y="331089"/>
                  </a:lnTo>
                  <a:lnTo>
                    <a:pt x="482155" y="331851"/>
                  </a:lnTo>
                  <a:lnTo>
                    <a:pt x="481870" y="342138"/>
                  </a:lnTo>
                  <a:lnTo>
                    <a:pt x="482155" y="344424"/>
                  </a:lnTo>
                  <a:lnTo>
                    <a:pt x="481489" y="345472"/>
                  </a:lnTo>
                  <a:lnTo>
                    <a:pt x="481393" y="346424"/>
                  </a:lnTo>
                  <a:lnTo>
                    <a:pt x="481870" y="347091"/>
                  </a:lnTo>
                  <a:lnTo>
                    <a:pt x="482917" y="347758"/>
                  </a:lnTo>
                  <a:lnTo>
                    <a:pt x="480917" y="348710"/>
                  </a:lnTo>
                  <a:lnTo>
                    <a:pt x="475774" y="351949"/>
                  </a:lnTo>
                  <a:lnTo>
                    <a:pt x="476250" y="350711"/>
                  </a:lnTo>
                  <a:lnTo>
                    <a:pt x="476821" y="349853"/>
                  </a:lnTo>
                  <a:lnTo>
                    <a:pt x="477012" y="349187"/>
                  </a:lnTo>
                  <a:lnTo>
                    <a:pt x="476631" y="348520"/>
                  </a:lnTo>
                  <a:lnTo>
                    <a:pt x="471488" y="350425"/>
                  </a:lnTo>
                  <a:lnTo>
                    <a:pt x="468439" y="351377"/>
                  </a:lnTo>
                  <a:lnTo>
                    <a:pt x="467106" y="352330"/>
                  </a:lnTo>
                  <a:lnTo>
                    <a:pt x="466820" y="352806"/>
                  </a:lnTo>
                  <a:lnTo>
                    <a:pt x="466154" y="352711"/>
                  </a:lnTo>
                  <a:lnTo>
                    <a:pt x="465677" y="352806"/>
                  </a:lnTo>
                  <a:lnTo>
                    <a:pt x="465582" y="353663"/>
                  </a:lnTo>
                  <a:lnTo>
                    <a:pt x="466058" y="354330"/>
                  </a:lnTo>
                  <a:lnTo>
                    <a:pt x="466820" y="354425"/>
                  </a:lnTo>
                  <a:lnTo>
                    <a:pt x="467487" y="354235"/>
                  </a:lnTo>
                  <a:lnTo>
                    <a:pt x="467963" y="354521"/>
                  </a:lnTo>
                  <a:lnTo>
                    <a:pt x="468059" y="356426"/>
                  </a:lnTo>
                  <a:lnTo>
                    <a:pt x="468344" y="357473"/>
                  </a:lnTo>
                  <a:lnTo>
                    <a:pt x="469106" y="357854"/>
                  </a:lnTo>
                  <a:lnTo>
                    <a:pt x="471868" y="357473"/>
                  </a:lnTo>
                  <a:lnTo>
                    <a:pt x="479774" y="354521"/>
                  </a:lnTo>
                  <a:lnTo>
                    <a:pt x="487299" y="349949"/>
                  </a:lnTo>
                  <a:lnTo>
                    <a:pt x="489966" y="349472"/>
                  </a:lnTo>
                  <a:lnTo>
                    <a:pt x="489775" y="350044"/>
                  </a:lnTo>
                  <a:lnTo>
                    <a:pt x="488633" y="350520"/>
                  </a:lnTo>
                  <a:lnTo>
                    <a:pt x="488442" y="351092"/>
                  </a:lnTo>
                  <a:lnTo>
                    <a:pt x="495395" y="347472"/>
                  </a:lnTo>
                  <a:lnTo>
                    <a:pt x="498824" y="346710"/>
                  </a:lnTo>
                  <a:lnTo>
                    <a:pt x="501110" y="345567"/>
                  </a:lnTo>
                  <a:lnTo>
                    <a:pt x="502253" y="345281"/>
                  </a:lnTo>
                  <a:lnTo>
                    <a:pt x="506159" y="345472"/>
                  </a:lnTo>
                  <a:lnTo>
                    <a:pt x="507397" y="345281"/>
                  </a:lnTo>
                  <a:lnTo>
                    <a:pt x="509683" y="344329"/>
                  </a:lnTo>
                  <a:lnTo>
                    <a:pt x="514064" y="341567"/>
                  </a:lnTo>
                  <a:lnTo>
                    <a:pt x="518922" y="340709"/>
                  </a:lnTo>
                  <a:lnTo>
                    <a:pt x="533305" y="336328"/>
                  </a:lnTo>
                  <a:lnTo>
                    <a:pt x="535496" y="336042"/>
                  </a:lnTo>
                  <a:lnTo>
                    <a:pt x="536162" y="335566"/>
                  </a:lnTo>
                  <a:lnTo>
                    <a:pt x="537115" y="334613"/>
                  </a:lnTo>
                  <a:lnTo>
                    <a:pt x="538258" y="334137"/>
                  </a:lnTo>
                  <a:lnTo>
                    <a:pt x="539496" y="334709"/>
                  </a:lnTo>
                  <a:lnTo>
                    <a:pt x="540830" y="335756"/>
                  </a:lnTo>
                  <a:lnTo>
                    <a:pt x="542068" y="335661"/>
                  </a:lnTo>
                  <a:lnTo>
                    <a:pt x="544639" y="334232"/>
                  </a:lnTo>
                  <a:lnTo>
                    <a:pt x="562737" y="327565"/>
                  </a:lnTo>
                  <a:lnTo>
                    <a:pt x="574738" y="320897"/>
                  </a:lnTo>
                  <a:lnTo>
                    <a:pt x="572929" y="320231"/>
                  </a:lnTo>
                  <a:lnTo>
                    <a:pt x="571214" y="318992"/>
                  </a:lnTo>
                  <a:lnTo>
                    <a:pt x="569500" y="318421"/>
                  </a:lnTo>
                  <a:lnTo>
                    <a:pt x="568071" y="318135"/>
                  </a:lnTo>
                  <a:lnTo>
                    <a:pt x="567309" y="317564"/>
                  </a:lnTo>
                  <a:lnTo>
                    <a:pt x="566738" y="316706"/>
                  </a:lnTo>
                  <a:lnTo>
                    <a:pt x="565880" y="315754"/>
                  </a:lnTo>
                  <a:lnTo>
                    <a:pt x="565690" y="315278"/>
                  </a:lnTo>
                  <a:lnTo>
                    <a:pt x="565690" y="314611"/>
                  </a:lnTo>
                  <a:lnTo>
                    <a:pt x="565595" y="313944"/>
                  </a:lnTo>
                  <a:lnTo>
                    <a:pt x="565118" y="313277"/>
                  </a:lnTo>
                  <a:lnTo>
                    <a:pt x="564642" y="313182"/>
                  </a:lnTo>
                  <a:lnTo>
                    <a:pt x="563309" y="313373"/>
                  </a:lnTo>
                  <a:lnTo>
                    <a:pt x="562737" y="313277"/>
                  </a:lnTo>
                  <a:lnTo>
                    <a:pt x="558355" y="312230"/>
                  </a:lnTo>
                  <a:lnTo>
                    <a:pt x="556451" y="311372"/>
                  </a:lnTo>
                  <a:lnTo>
                    <a:pt x="553402" y="308705"/>
                  </a:lnTo>
                  <a:lnTo>
                    <a:pt x="551117" y="307562"/>
                  </a:lnTo>
                  <a:lnTo>
                    <a:pt x="550069" y="306610"/>
                  </a:lnTo>
                  <a:lnTo>
                    <a:pt x="549593" y="305467"/>
                  </a:lnTo>
                  <a:lnTo>
                    <a:pt x="548545" y="301562"/>
                  </a:lnTo>
                  <a:lnTo>
                    <a:pt x="549402" y="298990"/>
                  </a:lnTo>
                  <a:lnTo>
                    <a:pt x="550069" y="298990"/>
                  </a:lnTo>
                  <a:lnTo>
                    <a:pt x="550545" y="300038"/>
                  </a:lnTo>
                  <a:lnTo>
                    <a:pt x="551212" y="302609"/>
                  </a:lnTo>
                  <a:lnTo>
                    <a:pt x="551688" y="304038"/>
                  </a:lnTo>
                  <a:lnTo>
                    <a:pt x="554355" y="306705"/>
                  </a:lnTo>
                  <a:lnTo>
                    <a:pt x="554831" y="306991"/>
                  </a:lnTo>
                  <a:lnTo>
                    <a:pt x="555879" y="308420"/>
                  </a:lnTo>
                  <a:lnTo>
                    <a:pt x="558451" y="308610"/>
                  </a:lnTo>
                  <a:lnTo>
                    <a:pt x="563499" y="308324"/>
                  </a:lnTo>
                  <a:lnTo>
                    <a:pt x="571976" y="315468"/>
                  </a:lnTo>
                  <a:lnTo>
                    <a:pt x="577596" y="318707"/>
                  </a:lnTo>
                  <a:lnTo>
                    <a:pt x="580930" y="316611"/>
                  </a:lnTo>
                  <a:lnTo>
                    <a:pt x="579501" y="316706"/>
                  </a:lnTo>
                  <a:lnTo>
                    <a:pt x="578358" y="316230"/>
                  </a:lnTo>
                  <a:lnTo>
                    <a:pt x="577501" y="315373"/>
                  </a:lnTo>
                  <a:lnTo>
                    <a:pt x="576929" y="314039"/>
                  </a:lnTo>
                  <a:lnTo>
                    <a:pt x="579692" y="312134"/>
                  </a:lnTo>
                  <a:lnTo>
                    <a:pt x="585692" y="304895"/>
                  </a:lnTo>
                  <a:lnTo>
                    <a:pt x="585788" y="303181"/>
                  </a:lnTo>
                  <a:lnTo>
                    <a:pt x="587026" y="300704"/>
                  </a:lnTo>
                  <a:lnTo>
                    <a:pt x="588359" y="295180"/>
                  </a:lnTo>
                  <a:lnTo>
                    <a:pt x="588931" y="293942"/>
                  </a:lnTo>
                  <a:lnTo>
                    <a:pt x="590741" y="292322"/>
                  </a:lnTo>
                  <a:lnTo>
                    <a:pt x="593408" y="291275"/>
                  </a:lnTo>
                  <a:lnTo>
                    <a:pt x="599122" y="289751"/>
                  </a:lnTo>
                  <a:lnTo>
                    <a:pt x="604266" y="287655"/>
                  </a:lnTo>
                  <a:lnTo>
                    <a:pt x="614553" y="281273"/>
                  </a:lnTo>
                  <a:lnTo>
                    <a:pt x="618839" y="277940"/>
                  </a:lnTo>
                  <a:lnTo>
                    <a:pt x="614839" y="280702"/>
                  </a:lnTo>
                  <a:lnTo>
                    <a:pt x="612743" y="281559"/>
                  </a:lnTo>
                  <a:lnTo>
                    <a:pt x="611791" y="280416"/>
                  </a:lnTo>
                  <a:lnTo>
                    <a:pt x="612743" y="279178"/>
                  </a:lnTo>
                  <a:lnTo>
                    <a:pt x="614839" y="277844"/>
                  </a:lnTo>
                  <a:lnTo>
                    <a:pt x="617030" y="276701"/>
                  </a:lnTo>
                  <a:lnTo>
                    <a:pt x="618458" y="276225"/>
                  </a:lnTo>
                  <a:lnTo>
                    <a:pt x="620363" y="274320"/>
                  </a:lnTo>
                  <a:lnTo>
                    <a:pt x="623411" y="270034"/>
                  </a:lnTo>
                  <a:lnTo>
                    <a:pt x="625221" y="265557"/>
                  </a:lnTo>
                  <a:lnTo>
                    <a:pt x="623602" y="262795"/>
                  </a:lnTo>
                  <a:lnTo>
                    <a:pt x="622840" y="265557"/>
                  </a:lnTo>
                  <a:lnTo>
                    <a:pt x="622745" y="267081"/>
                  </a:lnTo>
                  <a:lnTo>
                    <a:pt x="622745" y="268605"/>
                  </a:lnTo>
                  <a:lnTo>
                    <a:pt x="620554" y="267272"/>
                  </a:lnTo>
                  <a:lnTo>
                    <a:pt x="619030" y="268129"/>
                  </a:lnTo>
                  <a:lnTo>
                    <a:pt x="617410" y="269939"/>
                  </a:lnTo>
                  <a:lnTo>
                    <a:pt x="614934" y="271272"/>
                  </a:lnTo>
                  <a:lnTo>
                    <a:pt x="615410" y="263462"/>
                  </a:lnTo>
                  <a:lnTo>
                    <a:pt x="616458" y="259747"/>
                  </a:lnTo>
                  <a:lnTo>
                    <a:pt x="618458" y="256413"/>
                  </a:lnTo>
                  <a:lnTo>
                    <a:pt x="621125" y="253556"/>
                  </a:lnTo>
                  <a:lnTo>
                    <a:pt x="638270" y="240030"/>
                  </a:lnTo>
                  <a:lnTo>
                    <a:pt x="644366" y="238125"/>
                  </a:lnTo>
                  <a:lnTo>
                    <a:pt x="647509" y="235744"/>
                  </a:lnTo>
                  <a:lnTo>
                    <a:pt x="650272" y="232886"/>
                  </a:lnTo>
                  <a:lnTo>
                    <a:pt x="652081" y="230696"/>
                  </a:lnTo>
                  <a:lnTo>
                    <a:pt x="651034" y="231648"/>
                  </a:lnTo>
                  <a:lnTo>
                    <a:pt x="649414" y="232886"/>
                  </a:lnTo>
                  <a:lnTo>
                    <a:pt x="646557" y="234029"/>
                  </a:lnTo>
                  <a:lnTo>
                    <a:pt x="645985" y="232886"/>
                  </a:lnTo>
                  <a:lnTo>
                    <a:pt x="645605" y="232315"/>
                  </a:lnTo>
                  <a:lnTo>
                    <a:pt x="645033" y="232220"/>
                  </a:lnTo>
                  <a:lnTo>
                    <a:pt x="644176" y="232315"/>
                  </a:lnTo>
                  <a:lnTo>
                    <a:pt x="643509" y="231553"/>
                  </a:lnTo>
                  <a:lnTo>
                    <a:pt x="642652" y="231077"/>
                  </a:lnTo>
                  <a:lnTo>
                    <a:pt x="641604" y="230791"/>
                  </a:lnTo>
                  <a:lnTo>
                    <a:pt x="640271" y="230696"/>
                  </a:lnTo>
                  <a:lnTo>
                    <a:pt x="641128" y="229267"/>
                  </a:lnTo>
                  <a:lnTo>
                    <a:pt x="642652" y="228791"/>
                  </a:lnTo>
                  <a:lnTo>
                    <a:pt x="644366" y="229076"/>
                  </a:lnTo>
                  <a:lnTo>
                    <a:pt x="645795" y="229934"/>
                  </a:lnTo>
                  <a:lnTo>
                    <a:pt x="647033" y="229076"/>
                  </a:lnTo>
                  <a:lnTo>
                    <a:pt x="647319" y="228124"/>
                  </a:lnTo>
                  <a:lnTo>
                    <a:pt x="647129" y="226981"/>
                  </a:lnTo>
                  <a:lnTo>
                    <a:pt x="646557" y="225647"/>
                  </a:lnTo>
                  <a:lnTo>
                    <a:pt x="645605" y="224028"/>
                  </a:lnTo>
                  <a:lnTo>
                    <a:pt x="644843" y="223552"/>
                  </a:lnTo>
                  <a:lnTo>
                    <a:pt x="642176" y="223838"/>
                  </a:lnTo>
                  <a:lnTo>
                    <a:pt x="636842" y="223457"/>
                  </a:lnTo>
                  <a:lnTo>
                    <a:pt x="634365" y="222504"/>
                  </a:lnTo>
                  <a:lnTo>
                    <a:pt x="633127" y="220504"/>
                  </a:lnTo>
                  <a:lnTo>
                    <a:pt x="637508" y="219551"/>
                  </a:lnTo>
                  <a:lnTo>
                    <a:pt x="639794" y="219647"/>
                  </a:lnTo>
                  <a:lnTo>
                    <a:pt x="641795" y="220504"/>
                  </a:lnTo>
                  <a:lnTo>
                    <a:pt x="643223" y="217361"/>
                  </a:lnTo>
                  <a:lnTo>
                    <a:pt x="641604" y="212027"/>
                  </a:lnTo>
                  <a:lnTo>
                    <a:pt x="629126" y="183261"/>
                  </a:lnTo>
                  <a:lnTo>
                    <a:pt x="628364" y="171736"/>
                  </a:lnTo>
                  <a:lnTo>
                    <a:pt x="631793" y="161735"/>
                  </a:lnTo>
                  <a:lnTo>
                    <a:pt x="637604" y="152876"/>
                  </a:lnTo>
                  <a:lnTo>
                    <a:pt x="654463" y="134588"/>
                  </a:lnTo>
                  <a:lnTo>
                    <a:pt x="660178" y="130493"/>
                  </a:lnTo>
                  <a:lnTo>
                    <a:pt x="670274" y="125063"/>
                  </a:lnTo>
                  <a:lnTo>
                    <a:pt x="671513" y="124682"/>
                  </a:lnTo>
                  <a:lnTo>
                    <a:pt x="674275" y="124778"/>
                  </a:lnTo>
                  <a:lnTo>
                    <a:pt x="675513" y="124492"/>
                  </a:lnTo>
                  <a:lnTo>
                    <a:pt x="676656" y="123825"/>
                  </a:lnTo>
                  <a:lnTo>
                    <a:pt x="681038" y="124873"/>
                  </a:lnTo>
                  <a:lnTo>
                    <a:pt x="686562" y="123730"/>
                  </a:lnTo>
                  <a:lnTo>
                    <a:pt x="693896" y="120777"/>
                  </a:lnTo>
                  <a:lnTo>
                    <a:pt x="701230" y="117634"/>
                  </a:lnTo>
                  <a:lnTo>
                    <a:pt x="702183" y="117443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5" name="Freeform: Shape 17">
              <a:extLst>
                <a:ext uri="{FF2B5EF4-FFF2-40B4-BE49-F238E27FC236}">
                  <a16:creationId xmlns:a16="http://schemas.microsoft.com/office/drawing/2014/main" id="{AF2011D7-C0C6-D017-04C6-5F0E0F980DE1}"/>
                </a:ext>
              </a:extLst>
            </p:cNvPr>
            <p:cNvSpPr/>
            <p:nvPr/>
          </p:nvSpPr>
          <p:spPr>
            <a:xfrm>
              <a:off x="10860189" y="2722071"/>
              <a:ext cx="324734" cy="338853"/>
            </a:xfrm>
            <a:custGeom>
              <a:avLst/>
              <a:gdLst>
                <a:gd name="connsiteX0" fmla="*/ 220408 w 219075"/>
                <a:gd name="connsiteY0" fmla="*/ 45720 h 228600"/>
                <a:gd name="connsiteX1" fmla="*/ 218218 w 219075"/>
                <a:gd name="connsiteY1" fmla="*/ 40005 h 228600"/>
                <a:gd name="connsiteX2" fmla="*/ 218027 w 219075"/>
                <a:gd name="connsiteY2" fmla="*/ 39053 h 228600"/>
                <a:gd name="connsiteX3" fmla="*/ 217932 w 219075"/>
                <a:gd name="connsiteY3" fmla="*/ 37624 h 228600"/>
                <a:gd name="connsiteX4" fmla="*/ 218218 w 219075"/>
                <a:gd name="connsiteY4" fmla="*/ 35338 h 228600"/>
                <a:gd name="connsiteX5" fmla="*/ 219170 w 219075"/>
                <a:gd name="connsiteY5" fmla="*/ 31337 h 228600"/>
                <a:gd name="connsiteX6" fmla="*/ 218884 w 219075"/>
                <a:gd name="connsiteY6" fmla="*/ 30385 h 228600"/>
                <a:gd name="connsiteX7" fmla="*/ 218027 w 219075"/>
                <a:gd name="connsiteY7" fmla="*/ 29337 h 228600"/>
                <a:gd name="connsiteX8" fmla="*/ 215837 w 219075"/>
                <a:gd name="connsiteY8" fmla="*/ 27527 h 228600"/>
                <a:gd name="connsiteX9" fmla="*/ 215074 w 219075"/>
                <a:gd name="connsiteY9" fmla="*/ 26289 h 228600"/>
                <a:gd name="connsiteX10" fmla="*/ 214789 w 219075"/>
                <a:gd name="connsiteY10" fmla="*/ 24765 h 228600"/>
                <a:gd name="connsiteX11" fmla="*/ 214979 w 219075"/>
                <a:gd name="connsiteY11" fmla="*/ 22479 h 228600"/>
                <a:gd name="connsiteX12" fmla="*/ 215360 w 219075"/>
                <a:gd name="connsiteY12" fmla="*/ 21527 h 228600"/>
                <a:gd name="connsiteX13" fmla="*/ 216027 w 219075"/>
                <a:gd name="connsiteY13" fmla="*/ 20765 h 228600"/>
                <a:gd name="connsiteX14" fmla="*/ 216789 w 219075"/>
                <a:gd name="connsiteY14" fmla="*/ 20288 h 228600"/>
                <a:gd name="connsiteX15" fmla="*/ 217456 w 219075"/>
                <a:gd name="connsiteY15" fmla="*/ 19526 h 228600"/>
                <a:gd name="connsiteX16" fmla="*/ 218027 w 219075"/>
                <a:gd name="connsiteY16" fmla="*/ 18574 h 228600"/>
                <a:gd name="connsiteX17" fmla="*/ 218408 w 219075"/>
                <a:gd name="connsiteY17" fmla="*/ 17431 h 228600"/>
                <a:gd name="connsiteX18" fmla="*/ 218694 w 219075"/>
                <a:gd name="connsiteY18" fmla="*/ 16193 h 228600"/>
                <a:gd name="connsiteX19" fmla="*/ 219075 w 219075"/>
                <a:gd name="connsiteY19" fmla="*/ 11335 h 228600"/>
                <a:gd name="connsiteX20" fmla="*/ 218694 w 219075"/>
                <a:gd name="connsiteY20" fmla="*/ 9430 h 228600"/>
                <a:gd name="connsiteX21" fmla="*/ 218027 w 219075"/>
                <a:gd name="connsiteY21" fmla="*/ 7620 h 228600"/>
                <a:gd name="connsiteX22" fmla="*/ 216122 w 219075"/>
                <a:gd name="connsiteY22" fmla="*/ 5810 h 228600"/>
                <a:gd name="connsiteX23" fmla="*/ 214979 w 219075"/>
                <a:gd name="connsiteY23" fmla="*/ 5144 h 228600"/>
                <a:gd name="connsiteX24" fmla="*/ 213931 w 219075"/>
                <a:gd name="connsiteY24" fmla="*/ 4763 h 228600"/>
                <a:gd name="connsiteX25" fmla="*/ 212788 w 219075"/>
                <a:gd name="connsiteY25" fmla="*/ 3810 h 228600"/>
                <a:gd name="connsiteX26" fmla="*/ 212407 w 219075"/>
                <a:gd name="connsiteY26" fmla="*/ 0 h 228600"/>
                <a:gd name="connsiteX27" fmla="*/ 211169 w 219075"/>
                <a:gd name="connsiteY27" fmla="*/ 1143 h 228600"/>
                <a:gd name="connsiteX28" fmla="*/ 210312 w 219075"/>
                <a:gd name="connsiteY28" fmla="*/ 2953 h 228600"/>
                <a:gd name="connsiteX29" fmla="*/ 209550 w 219075"/>
                <a:gd name="connsiteY29" fmla="*/ 3810 h 228600"/>
                <a:gd name="connsiteX30" fmla="*/ 209264 w 219075"/>
                <a:gd name="connsiteY30" fmla="*/ 4191 h 228600"/>
                <a:gd name="connsiteX31" fmla="*/ 209169 w 219075"/>
                <a:gd name="connsiteY31" fmla="*/ 4286 h 228600"/>
                <a:gd name="connsiteX32" fmla="*/ 209169 w 219075"/>
                <a:gd name="connsiteY32" fmla="*/ 4286 h 228600"/>
                <a:gd name="connsiteX33" fmla="*/ 195643 w 219075"/>
                <a:gd name="connsiteY33" fmla="*/ 12859 h 228600"/>
                <a:gd name="connsiteX34" fmla="*/ 194120 w 219075"/>
                <a:gd name="connsiteY34" fmla="*/ 13621 h 228600"/>
                <a:gd name="connsiteX35" fmla="*/ 191833 w 219075"/>
                <a:gd name="connsiteY35" fmla="*/ 14192 h 228600"/>
                <a:gd name="connsiteX36" fmla="*/ 189833 w 219075"/>
                <a:gd name="connsiteY36" fmla="*/ 14097 h 228600"/>
                <a:gd name="connsiteX37" fmla="*/ 188119 w 219075"/>
                <a:gd name="connsiteY37" fmla="*/ 13716 h 228600"/>
                <a:gd name="connsiteX38" fmla="*/ 186785 w 219075"/>
                <a:gd name="connsiteY38" fmla="*/ 13049 h 228600"/>
                <a:gd name="connsiteX39" fmla="*/ 184023 w 219075"/>
                <a:gd name="connsiteY39" fmla="*/ 10954 h 228600"/>
                <a:gd name="connsiteX40" fmla="*/ 183356 w 219075"/>
                <a:gd name="connsiteY40" fmla="*/ 10668 h 228600"/>
                <a:gd name="connsiteX41" fmla="*/ 182499 w 219075"/>
                <a:gd name="connsiteY41" fmla="*/ 10573 h 228600"/>
                <a:gd name="connsiteX42" fmla="*/ 181642 w 219075"/>
                <a:gd name="connsiteY42" fmla="*/ 11240 h 228600"/>
                <a:gd name="connsiteX43" fmla="*/ 180689 w 219075"/>
                <a:gd name="connsiteY43" fmla="*/ 12287 h 228600"/>
                <a:gd name="connsiteX44" fmla="*/ 177355 w 219075"/>
                <a:gd name="connsiteY44" fmla="*/ 15335 h 228600"/>
                <a:gd name="connsiteX45" fmla="*/ 176022 w 219075"/>
                <a:gd name="connsiteY45" fmla="*/ 16954 h 228600"/>
                <a:gd name="connsiteX46" fmla="*/ 172688 w 219075"/>
                <a:gd name="connsiteY46" fmla="*/ 22765 h 228600"/>
                <a:gd name="connsiteX47" fmla="*/ 168783 w 219075"/>
                <a:gd name="connsiteY47" fmla="*/ 28289 h 228600"/>
                <a:gd name="connsiteX48" fmla="*/ 164973 w 219075"/>
                <a:gd name="connsiteY48" fmla="*/ 31718 h 228600"/>
                <a:gd name="connsiteX49" fmla="*/ 156305 w 219075"/>
                <a:gd name="connsiteY49" fmla="*/ 37814 h 228600"/>
                <a:gd name="connsiteX50" fmla="*/ 153829 w 219075"/>
                <a:gd name="connsiteY50" fmla="*/ 38957 h 228600"/>
                <a:gd name="connsiteX51" fmla="*/ 144399 w 219075"/>
                <a:gd name="connsiteY51" fmla="*/ 43053 h 228600"/>
                <a:gd name="connsiteX52" fmla="*/ 141065 w 219075"/>
                <a:gd name="connsiteY52" fmla="*/ 42958 h 228600"/>
                <a:gd name="connsiteX53" fmla="*/ 140017 w 219075"/>
                <a:gd name="connsiteY53" fmla="*/ 42863 h 228600"/>
                <a:gd name="connsiteX54" fmla="*/ 138970 w 219075"/>
                <a:gd name="connsiteY54" fmla="*/ 43434 h 228600"/>
                <a:gd name="connsiteX55" fmla="*/ 137922 w 219075"/>
                <a:gd name="connsiteY55" fmla="*/ 44577 h 228600"/>
                <a:gd name="connsiteX56" fmla="*/ 136684 w 219075"/>
                <a:gd name="connsiteY56" fmla="*/ 45720 h 228600"/>
                <a:gd name="connsiteX57" fmla="*/ 135541 w 219075"/>
                <a:gd name="connsiteY57" fmla="*/ 46006 h 228600"/>
                <a:gd name="connsiteX58" fmla="*/ 133826 w 219075"/>
                <a:gd name="connsiteY58" fmla="*/ 46006 h 228600"/>
                <a:gd name="connsiteX59" fmla="*/ 132779 w 219075"/>
                <a:gd name="connsiteY59" fmla="*/ 46101 h 228600"/>
                <a:gd name="connsiteX60" fmla="*/ 131921 w 219075"/>
                <a:gd name="connsiteY60" fmla="*/ 46768 h 228600"/>
                <a:gd name="connsiteX61" fmla="*/ 130778 w 219075"/>
                <a:gd name="connsiteY61" fmla="*/ 48101 h 228600"/>
                <a:gd name="connsiteX62" fmla="*/ 129635 w 219075"/>
                <a:gd name="connsiteY62" fmla="*/ 49816 h 228600"/>
                <a:gd name="connsiteX63" fmla="*/ 126111 w 219075"/>
                <a:gd name="connsiteY63" fmla="*/ 53816 h 228600"/>
                <a:gd name="connsiteX64" fmla="*/ 125349 w 219075"/>
                <a:gd name="connsiteY64" fmla="*/ 55531 h 228600"/>
                <a:gd name="connsiteX65" fmla="*/ 125254 w 219075"/>
                <a:gd name="connsiteY65" fmla="*/ 56864 h 228600"/>
                <a:gd name="connsiteX66" fmla="*/ 125254 w 219075"/>
                <a:gd name="connsiteY66" fmla="*/ 57912 h 228600"/>
                <a:gd name="connsiteX67" fmla="*/ 125158 w 219075"/>
                <a:gd name="connsiteY67" fmla="*/ 60198 h 228600"/>
                <a:gd name="connsiteX68" fmla="*/ 122396 w 219075"/>
                <a:gd name="connsiteY68" fmla="*/ 64484 h 228600"/>
                <a:gd name="connsiteX69" fmla="*/ 121253 w 219075"/>
                <a:gd name="connsiteY69" fmla="*/ 65627 h 228600"/>
                <a:gd name="connsiteX70" fmla="*/ 119443 w 219075"/>
                <a:gd name="connsiteY70" fmla="*/ 67342 h 228600"/>
                <a:gd name="connsiteX71" fmla="*/ 118015 w 219075"/>
                <a:gd name="connsiteY71" fmla="*/ 69056 h 228600"/>
                <a:gd name="connsiteX72" fmla="*/ 116491 w 219075"/>
                <a:gd name="connsiteY72" fmla="*/ 70199 h 228600"/>
                <a:gd name="connsiteX73" fmla="*/ 114490 w 219075"/>
                <a:gd name="connsiteY73" fmla="*/ 71247 h 228600"/>
                <a:gd name="connsiteX74" fmla="*/ 113252 w 219075"/>
                <a:gd name="connsiteY74" fmla="*/ 71247 h 228600"/>
                <a:gd name="connsiteX75" fmla="*/ 112204 w 219075"/>
                <a:gd name="connsiteY75" fmla="*/ 70771 h 228600"/>
                <a:gd name="connsiteX76" fmla="*/ 111538 w 219075"/>
                <a:gd name="connsiteY76" fmla="*/ 69914 h 228600"/>
                <a:gd name="connsiteX77" fmla="*/ 111157 w 219075"/>
                <a:gd name="connsiteY77" fmla="*/ 68961 h 228600"/>
                <a:gd name="connsiteX78" fmla="*/ 111062 w 219075"/>
                <a:gd name="connsiteY78" fmla="*/ 68866 h 228600"/>
                <a:gd name="connsiteX79" fmla="*/ 111062 w 219075"/>
                <a:gd name="connsiteY79" fmla="*/ 68771 h 228600"/>
                <a:gd name="connsiteX80" fmla="*/ 110395 w 219075"/>
                <a:gd name="connsiteY80" fmla="*/ 65056 h 228600"/>
                <a:gd name="connsiteX81" fmla="*/ 110204 w 219075"/>
                <a:gd name="connsiteY81" fmla="*/ 63341 h 228600"/>
                <a:gd name="connsiteX82" fmla="*/ 107728 w 219075"/>
                <a:gd name="connsiteY82" fmla="*/ 61817 h 228600"/>
                <a:gd name="connsiteX83" fmla="*/ 105156 w 219075"/>
                <a:gd name="connsiteY83" fmla="*/ 65913 h 228600"/>
                <a:gd name="connsiteX84" fmla="*/ 100584 w 219075"/>
                <a:gd name="connsiteY84" fmla="*/ 70961 h 228600"/>
                <a:gd name="connsiteX85" fmla="*/ 99155 w 219075"/>
                <a:gd name="connsiteY85" fmla="*/ 73343 h 228600"/>
                <a:gd name="connsiteX86" fmla="*/ 98488 w 219075"/>
                <a:gd name="connsiteY86" fmla="*/ 75629 h 228600"/>
                <a:gd name="connsiteX87" fmla="*/ 97822 w 219075"/>
                <a:gd name="connsiteY87" fmla="*/ 82391 h 228600"/>
                <a:gd name="connsiteX88" fmla="*/ 97155 w 219075"/>
                <a:gd name="connsiteY88" fmla="*/ 85344 h 228600"/>
                <a:gd name="connsiteX89" fmla="*/ 96298 w 219075"/>
                <a:gd name="connsiteY89" fmla="*/ 86868 h 228600"/>
                <a:gd name="connsiteX90" fmla="*/ 95155 w 219075"/>
                <a:gd name="connsiteY90" fmla="*/ 88106 h 228600"/>
                <a:gd name="connsiteX91" fmla="*/ 92202 w 219075"/>
                <a:gd name="connsiteY91" fmla="*/ 90297 h 228600"/>
                <a:gd name="connsiteX92" fmla="*/ 88487 w 219075"/>
                <a:gd name="connsiteY92" fmla="*/ 94202 h 228600"/>
                <a:gd name="connsiteX93" fmla="*/ 77533 w 219075"/>
                <a:gd name="connsiteY93" fmla="*/ 109538 h 228600"/>
                <a:gd name="connsiteX94" fmla="*/ 76962 w 219075"/>
                <a:gd name="connsiteY94" fmla="*/ 111062 h 228600"/>
                <a:gd name="connsiteX95" fmla="*/ 76867 w 219075"/>
                <a:gd name="connsiteY95" fmla="*/ 112014 h 228600"/>
                <a:gd name="connsiteX96" fmla="*/ 77724 w 219075"/>
                <a:gd name="connsiteY96" fmla="*/ 114872 h 228600"/>
                <a:gd name="connsiteX97" fmla="*/ 77819 w 219075"/>
                <a:gd name="connsiteY97" fmla="*/ 116396 h 228600"/>
                <a:gd name="connsiteX98" fmla="*/ 76962 w 219075"/>
                <a:gd name="connsiteY98" fmla="*/ 123349 h 228600"/>
                <a:gd name="connsiteX99" fmla="*/ 76486 w 219075"/>
                <a:gd name="connsiteY99" fmla="*/ 124492 h 228600"/>
                <a:gd name="connsiteX100" fmla="*/ 75819 w 219075"/>
                <a:gd name="connsiteY100" fmla="*/ 125444 h 228600"/>
                <a:gd name="connsiteX101" fmla="*/ 74676 w 219075"/>
                <a:gd name="connsiteY101" fmla="*/ 126397 h 228600"/>
                <a:gd name="connsiteX102" fmla="*/ 73533 w 219075"/>
                <a:gd name="connsiteY102" fmla="*/ 128016 h 228600"/>
                <a:gd name="connsiteX103" fmla="*/ 73152 w 219075"/>
                <a:gd name="connsiteY103" fmla="*/ 129731 h 228600"/>
                <a:gd name="connsiteX104" fmla="*/ 73057 w 219075"/>
                <a:gd name="connsiteY104" fmla="*/ 133255 h 228600"/>
                <a:gd name="connsiteX105" fmla="*/ 73152 w 219075"/>
                <a:gd name="connsiteY105" fmla="*/ 134112 h 228600"/>
                <a:gd name="connsiteX106" fmla="*/ 73342 w 219075"/>
                <a:gd name="connsiteY106" fmla="*/ 135160 h 228600"/>
                <a:gd name="connsiteX107" fmla="*/ 73723 w 219075"/>
                <a:gd name="connsiteY107" fmla="*/ 136112 h 228600"/>
                <a:gd name="connsiteX108" fmla="*/ 74390 w 219075"/>
                <a:gd name="connsiteY108" fmla="*/ 137446 h 228600"/>
                <a:gd name="connsiteX109" fmla="*/ 75438 w 219075"/>
                <a:gd name="connsiteY109" fmla="*/ 140113 h 228600"/>
                <a:gd name="connsiteX110" fmla="*/ 75057 w 219075"/>
                <a:gd name="connsiteY110" fmla="*/ 141065 h 228600"/>
                <a:gd name="connsiteX111" fmla="*/ 74581 w 219075"/>
                <a:gd name="connsiteY111" fmla="*/ 142113 h 228600"/>
                <a:gd name="connsiteX112" fmla="*/ 73628 w 219075"/>
                <a:gd name="connsiteY112" fmla="*/ 143066 h 228600"/>
                <a:gd name="connsiteX113" fmla="*/ 70580 w 219075"/>
                <a:gd name="connsiteY113" fmla="*/ 147828 h 228600"/>
                <a:gd name="connsiteX114" fmla="*/ 69151 w 219075"/>
                <a:gd name="connsiteY114" fmla="*/ 149352 h 228600"/>
                <a:gd name="connsiteX115" fmla="*/ 65627 w 219075"/>
                <a:gd name="connsiteY115" fmla="*/ 151543 h 228600"/>
                <a:gd name="connsiteX116" fmla="*/ 63341 w 219075"/>
                <a:gd name="connsiteY116" fmla="*/ 152210 h 228600"/>
                <a:gd name="connsiteX117" fmla="*/ 57721 w 219075"/>
                <a:gd name="connsiteY117" fmla="*/ 153067 h 228600"/>
                <a:gd name="connsiteX118" fmla="*/ 54197 w 219075"/>
                <a:gd name="connsiteY118" fmla="*/ 154496 h 228600"/>
                <a:gd name="connsiteX119" fmla="*/ 52197 w 219075"/>
                <a:gd name="connsiteY119" fmla="*/ 154877 h 228600"/>
                <a:gd name="connsiteX120" fmla="*/ 51149 w 219075"/>
                <a:gd name="connsiteY120" fmla="*/ 154877 h 228600"/>
                <a:gd name="connsiteX121" fmla="*/ 50673 w 219075"/>
                <a:gd name="connsiteY121" fmla="*/ 154496 h 228600"/>
                <a:gd name="connsiteX122" fmla="*/ 50578 w 219075"/>
                <a:gd name="connsiteY122" fmla="*/ 153638 h 228600"/>
                <a:gd name="connsiteX123" fmla="*/ 50673 w 219075"/>
                <a:gd name="connsiteY123" fmla="*/ 152972 h 228600"/>
                <a:gd name="connsiteX124" fmla="*/ 51149 w 219075"/>
                <a:gd name="connsiteY124" fmla="*/ 151924 h 228600"/>
                <a:gd name="connsiteX125" fmla="*/ 53054 w 219075"/>
                <a:gd name="connsiteY125" fmla="*/ 149733 h 228600"/>
                <a:gd name="connsiteX126" fmla="*/ 53912 w 219075"/>
                <a:gd name="connsiteY126" fmla="*/ 148495 h 228600"/>
                <a:gd name="connsiteX127" fmla="*/ 54483 w 219075"/>
                <a:gd name="connsiteY127" fmla="*/ 147161 h 228600"/>
                <a:gd name="connsiteX128" fmla="*/ 54769 w 219075"/>
                <a:gd name="connsiteY128" fmla="*/ 145542 h 228600"/>
                <a:gd name="connsiteX129" fmla="*/ 54769 w 219075"/>
                <a:gd name="connsiteY129" fmla="*/ 143732 h 228600"/>
                <a:gd name="connsiteX130" fmla="*/ 54483 w 219075"/>
                <a:gd name="connsiteY130" fmla="*/ 142018 h 228600"/>
                <a:gd name="connsiteX131" fmla="*/ 54007 w 219075"/>
                <a:gd name="connsiteY131" fmla="*/ 140589 h 228600"/>
                <a:gd name="connsiteX132" fmla="*/ 53149 w 219075"/>
                <a:gd name="connsiteY132" fmla="*/ 139446 h 228600"/>
                <a:gd name="connsiteX133" fmla="*/ 52006 w 219075"/>
                <a:gd name="connsiteY133" fmla="*/ 138779 h 228600"/>
                <a:gd name="connsiteX134" fmla="*/ 50006 w 219075"/>
                <a:gd name="connsiteY134" fmla="*/ 138303 h 228600"/>
                <a:gd name="connsiteX135" fmla="*/ 48768 w 219075"/>
                <a:gd name="connsiteY135" fmla="*/ 138303 h 228600"/>
                <a:gd name="connsiteX136" fmla="*/ 48006 w 219075"/>
                <a:gd name="connsiteY136" fmla="*/ 138494 h 228600"/>
                <a:gd name="connsiteX137" fmla="*/ 47530 w 219075"/>
                <a:gd name="connsiteY137" fmla="*/ 138970 h 228600"/>
                <a:gd name="connsiteX138" fmla="*/ 44958 w 219075"/>
                <a:gd name="connsiteY138" fmla="*/ 140494 h 228600"/>
                <a:gd name="connsiteX139" fmla="*/ 41720 w 219075"/>
                <a:gd name="connsiteY139" fmla="*/ 141732 h 228600"/>
                <a:gd name="connsiteX140" fmla="*/ 40291 w 219075"/>
                <a:gd name="connsiteY140" fmla="*/ 142589 h 228600"/>
                <a:gd name="connsiteX141" fmla="*/ 39529 w 219075"/>
                <a:gd name="connsiteY141" fmla="*/ 143542 h 228600"/>
                <a:gd name="connsiteX142" fmla="*/ 39433 w 219075"/>
                <a:gd name="connsiteY142" fmla="*/ 144590 h 228600"/>
                <a:gd name="connsiteX143" fmla="*/ 39814 w 219075"/>
                <a:gd name="connsiteY143" fmla="*/ 145637 h 228600"/>
                <a:gd name="connsiteX144" fmla="*/ 40481 w 219075"/>
                <a:gd name="connsiteY144" fmla="*/ 146685 h 228600"/>
                <a:gd name="connsiteX145" fmla="*/ 42291 w 219075"/>
                <a:gd name="connsiteY145" fmla="*/ 148400 h 228600"/>
                <a:gd name="connsiteX146" fmla="*/ 42863 w 219075"/>
                <a:gd name="connsiteY146" fmla="*/ 149162 h 228600"/>
                <a:gd name="connsiteX147" fmla="*/ 43053 w 219075"/>
                <a:gd name="connsiteY147" fmla="*/ 149924 h 228600"/>
                <a:gd name="connsiteX148" fmla="*/ 42672 w 219075"/>
                <a:gd name="connsiteY148" fmla="*/ 150590 h 228600"/>
                <a:gd name="connsiteX149" fmla="*/ 41624 w 219075"/>
                <a:gd name="connsiteY149" fmla="*/ 151733 h 228600"/>
                <a:gd name="connsiteX150" fmla="*/ 30480 w 219075"/>
                <a:gd name="connsiteY150" fmla="*/ 161354 h 228600"/>
                <a:gd name="connsiteX151" fmla="*/ 28289 w 219075"/>
                <a:gd name="connsiteY151" fmla="*/ 163544 h 228600"/>
                <a:gd name="connsiteX152" fmla="*/ 21812 w 219075"/>
                <a:gd name="connsiteY152" fmla="*/ 173069 h 228600"/>
                <a:gd name="connsiteX153" fmla="*/ 16383 w 219075"/>
                <a:gd name="connsiteY153" fmla="*/ 177641 h 228600"/>
                <a:gd name="connsiteX154" fmla="*/ 9620 w 219075"/>
                <a:gd name="connsiteY154" fmla="*/ 182309 h 228600"/>
                <a:gd name="connsiteX155" fmla="*/ 5048 w 219075"/>
                <a:gd name="connsiteY155" fmla="*/ 186881 h 228600"/>
                <a:gd name="connsiteX156" fmla="*/ 1143 w 219075"/>
                <a:gd name="connsiteY156" fmla="*/ 189929 h 228600"/>
                <a:gd name="connsiteX157" fmla="*/ 286 w 219075"/>
                <a:gd name="connsiteY157" fmla="*/ 191072 h 228600"/>
                <a:gd name="connsiteX158" fmla="*/ 0 w 219075"/>
                <a:gd name="connsiteY158" fmla="*/ 192405 h 228600"/>
                <a:gd name="connsiteX159" fmla="*/ 571 w 219075"/>
                <a:gd name="connsiteY159" fmla="*/ 193548 h 228600"/>
                <a:gd name="connsiteX160" fmla="*/ 2286 w 219075"/>
                <a:gd name="connsiteY160" fmla="*/ 195358 h 228600"/>
                <a:gd name="connsiteX161" fmla="*/ 2953 w 219075"/>
                <a:gd name="connsiteY161" fmla="*/ 196310 h 228600"/>
                <a:gd name="connsiteX162" fmla="*/ 3429 w 219075"/>
                <a:gd name="connsiteY162" fmla="*/ 197168 h 228600"/>
                <a:gd name="connsiteX163" fmla="*/ 3524 w 219075"/>
                <a:gd name="connsiteY163" fmla="*/ 197358 h 228600"/>
                <a:gd name="connsiteX164" fmla="*/ 3715 w 219075"/>
                <a:gd name="connsiteY164" fmla="*/ 197739 h 228600"/>
                <a:gd name="connsiteX165" fmla="*/ 4191 w 219075"/>
                <a:gd name="connsiteY165" fmla="*/ 198120 h 228600"/>
                <a:gd name="connsiteX166" fmla="*/ 4953 w 219075"/>
                <a:gd name="connsiteY166" fmla="*/ 198787 h 228600"/>
                <a:gd name="connsiteX167" fmla="*/ 5620 w 219075"/>
                <a:gd name="connsiteY167" fmla="*/ 199739 h 228600"/>
                <a:gd name="connsiteX168" fmla="*/ 6287 w 219075"/>
                <a:gd name="connsiteY168" fmla="*/ 201073 h 228600"/>
                <a:gd name="connsiteX169" fmla="*/ 6953 w 219075"/>
                <a:gd name="connsiteY169" fmla="*/ 202216 h 228600"/>
                <a:gd name="connsiteX170" fmla="*/ 8096 w 219075"/>
                <a:gd name="connsiteY170" fmla="*/ 203073 h 228600"/>
                <a:gd name="connsiteX171" fmla="*/ 9334 w 219075"/>
                <a:gd name="connsiteY171" fmla="*/ 203740 h 228600"/>
                <a:gd name="connsiteX172" fmla="*/ 10668 w 219075"/>
                <a:gd name="connsiteY172" fmla="*/ 204597 h 228600"/>
                <a:gd name="connsiteX173" fmla="*/ 11811 w 219075"/>
                <a:gd name="connsiteY173" fmla="*/ 205931 h 228600"/>
                <a:gd name="connsiteX174" fmla="*/ 12478 w 219075"/>
                <a:gd name="connsiteY174" fmla="*/ 207264 h 228600"/>
                <a:gd name="connsiteX175" fmla="*/ 13240 w 219075"/>
                <a:gd name="connsiteY175" fmla="*/ 209550 h 228600"/>
                <a:gd name="connsiteX176" fmla="*/ 13716 w 219075"/>
                <a:gd name="connsiteY176" fmla="*/ 210693 h 228600"/>
                <a:gd name="connsiteX177" fmla="*/ 14192 w 219075"/>
                <a:gd name="connsiteY177" fmla="*/ 212503 h 228600"/>
                <a:gd name="connsiteX178" fmla="*/ 14192 w 219075"/>
                <a:gd name="connsiteY178" fmla="*/ 214694 h 228600"/>
                <a:gd name="connsiteX179" fmla="*/ 13811 w 219075"/>
                <a:gd name="connsiteY179" fmla="*/ 217932 h 228600"/>
                <a:gd name="connsiteX180" fmla="*/ 13811 w 219075"/>
                <a:gd name="connsiteY180" fmla="*/ 219932 h 228600"/>
                <a:gd name="connsiteX181" fmla="*/ 13145 w 219075"/>
                <a:gd name="connsiteY181" fmla="*/ 222504 h 228600"/>
                <a:gd name="connsiteX182" fmla="*/ 13145 w 219075"/>
                <a:gd name="connsiteY182" fmla="*/ 222504 h 228600"/>
                <a:gd name="connsiteX183" fmla="*/ 14002 w 219075"/>
                <a:gd name="connsiteY183" fmla="*/ 223552 h 228600"/>
                <a:gd name="connsiteX184" fmla="*/ 15049 w 219075"/>
                <a:gd name="connsiteY184" fmla="*/ 224600 h 228600"/>
                <a:gd name="connsiteX185" fmla="*/ 15812 w 219075"/>
                <a:gd name="connsiteY185" fmla="*/ 225076 h 228600"/>
                <a:gd name="connsiteX186" fmla="*/ 16764 w 219075"/>
                <a:gd name="connsiteY186" fmla="*/ 225457 h 228600"/>
                <a:gd name="connsiteX187" fmla="*/ 17526 w 219075"/>
                <a:gd name="connsiteY187" fmla="*/ 225743 h 228600"/>
                <a:gd name="connsiteX188" fmla="*/ 18288 w 219075"/>
                <a:gd name="connsiteY188" fmla="*/ 225838 h 228600"/>
                <a:gd name="connsiteX189" fmla="*/ 18764 w 219075"/>
                <a:gd name="connsiteY189" fmla="*/ 226028 h 228600"/>
                <a:gd name="connsiteX190" fmla="*/ 19050 w 219075"/>
                <a:gd name="connsiteY190" fmla="*/ 226219 h 228600"/>
                <a:gd name="connsiteX191" fmla="*/ 20002 w 219075"/>
                <a:gd name="connsiteY191" fmla="*/ 227267 h 228600"/>
                <a:gd name="connsiteX192" fmla="*/ 20669 w 219075"/>
                <a:gd name="connsiteY192" fmla="*/ 227933 h 228600"/>
                <a:gd name="connsiteX193" fmla="*/ 21717 w 219075"/>
                <a:gd name="connsiteY193" fmla="*/ 228410 h 228600"/>
                <a:gd name="connsiteX194" fmla="*/ 24289 w 219075"/>
                <a:gd name="connsiteY194" fmla="*/ 228981 h 228600"/>
                <a:gd name="connsiteX195" fmla="*/ 25622 w 219075"/>
                <a:gd name="connsiteY195" fmla="*/ 229457 h 228600"/>
                <a:gd name="connsiteX196" fmla="*/ 26670 w 219075"/>
                <a:gd name="connsiteY196" fmla="*/ 230315 h 228600"/>
                <a:gd name="connsiteX197" fmla="*/ 27432 w 219075"/>
                <a:gd name="connsiteY197" fmla="*/ 231362 h 228600"/>
                <a:gd name="connsiteX198" fmla="*/ 28956 w 219075"/>
                <a:gd name="connsiteY198" fmla="*/ 233934 h 228600"/>
                <a:gd name="connsiteX199" fmla="*/ 30099 w 219075"/>
                <a:gd name="connsiteY199" fmla="*/ 234696 h 228600"/>
                <a:gd name="connsiteX200" fmla="*/ 31147 w 219075"/>
                <a:gd name="connsiteY200" fmla="*/ 234791 h 228600"/>
                <a:gd name="connsiteX201" fmla="*/ 31813 w 219075"/>
                <a:gd name="connsiteY201" fmla="*/ 234125 h 228600"/>
                <a:gd name="connsiteX202" fmla="*/ 32290 w 219075"/>
                <a:gd name="connsiteY202" fmla="*/ 233172 h 228600"/>
                <a:gd name="connsiteX203" fmla="*/ 36195 w 219075"/>
                <a:gd name="connsiteY203" fmla="*/ 227648 h 228600"/>
                <a:gd name="connsiteX204" fmla="*/ 39624 w 219075"/>
                <a:gd name="connsiteY204" fmla="*/ 220980 h 228600"/>
                <a:gd name="connsiteX205" fmla="*/ 39719 w 219075"/>
                <a:gd name="connsiteY205" fmla="*/ 219742 h 228600"/>
                <a:gd name="connsiteX206" fmla="*/ 39624 w 219075"/>
                <a:gd name="connsiteY206" fmla="*/ 219170 h 228600"/>
                <a:gd name="connsiteX207" fmla="*/ 41910 w 219075"/>
                <a:gd name="connsiteY207" fmla="*/ 216789 h 228600"/>
                <a:gd name="connsiteX208" fmla="*/ 44767 w 219075"/>
                <a:gd name="connsiteY208" fmla="*/ 214598 h 228600"/>
                <a:gd name="connsiteX209" fmla="*/ 54578 w 219075"/>
                <a:gd name="connsiteY209" fmla="*/ 204121 h 228600"/>
                <a:gd name="connsiteX210" fmla="*/ 55150 w 219075"/>
                <a:gd name="connsiteY210" fmla="*/ 202692 h 228600"/>
                <a:gd name="connsiteX211" fmla="*/ 55054 w 219075"/>
                <a:gd name="connsiteY211" fmla="*/ 201930 h 228600"/>
                <a:gd name="connsiteX212" fmla="*/ 54864 w 219075"/>
                <a:gd name="connsiteY212" fmla="*/ 200882 h 228600"/>
                <a:gd name="connsiteX213" fmla="*/ 54483 w 219075"/>
                <a:gd name="connsiteY213" fmla="*/ 199835 h 228600"/>
                <a:gd name="connsiteX214" fmla="*/ 53721 w 219075"/>
                <a:gd name="connsiteY214" fmla="*/ 199073 h 228600"/>
                <a:gd name="connsiteX215" fmla="*/ 52768 w 219075"/>
                <a:gd name="connsiteY215" fmla="*/ 198501 h 228600"/>
                <a:gd name="connsiteX216" fmla="*/ 49149 w 219075"/>
                <a:gd name="connsiteY216" fmla="*/ 197358 h 228600"/>
                <a:gd name="connsiteX217" fmla="*/ 48958 w 219075"/>
                <a:gd name="connsiteY217" fmla="*/ 197263 h 228600"/>
                <a:gd name="connsiteX218" fmla="*/ 48863 w 219075"/>
                <a:gd name="connsiteY218" fmla="*/ 197263 h 228600"/>
                <a:gd name="connsiteX219" fmla="*/ 48863 w 219075"/>
                <a:gd name="connsiteY219" fmla="*/ 197263 h 228600"/>
                <a:gd name="connsiteX220" fmla="*/ 48863 w 219075"/>
                <a:gd name="connsiteY220" fmla="*/ 197263 h 228600"/>
                <a:gd name="connsiteX221" fmla="*/ 48958 w 219075"/>
                <a:gd name="connsiteY221" fmla="*/ 196787 h 228600"/>
                <a:gd name="connsiteX222" fmla="*/ 49625 w 219075"/>
                <a:gd name="connsiteY222" fmla="*/ 195167 h 228600"/>
                <a:gd name="connsiteX223" fmla="*/ 49911 w 219075"/>
                <a:gd name="connsiteY223" fmla="*/ 194120 h 228600"/>
                <a:gd name="connsiteX224" fmla="*/ 50101 w 219075"/>
                <a:gd name="connsiteY224" fmla="*/ 193167 h 228600"/>
                <a:gd name="connsiteX225" fmla="*/ 51435 w 219075"/>
                <a:gd name="connsiteY225" fmla="*/ 192500 h 228600"/>
                <a:gd name="connsiteX226" fmla="*/ 53912 w 219075"/>
                <a:gd name="connsiteY226" fmla="*/ 191643 h 228600"/>
                <a:gd name="connsiteX227" fmla="*/ 68580 w 219075"/>
                <a:gd name="connsiteY227" fmla="*/ 190310 h 228600"/>
                <a:gd name="connsiteX228" fmla="*/ 73914 w 219075"/>
                <a:gd name="connsiteY228" fmla="*/ 191072 h 228600"/>
                <a:gd name="connsiteX229" fmla="*/ 76200 w 219075"/>
                <a:gd name="connsiteY229" fmla="*/ 190786 h 228600"/>
                <a:gd name="connsiteX230" fmla="*/ 79724 w 219075"/>
                <a:gd name="connsiteY230" fmla="*/ 190405 h 228600"/>
                <a:gd name="connsiteX231" fmla="*/ 81248 w 219075"/>
                <a:gd name="connsiteY231" fmla="*/ 191072 h 228600"/>
                <a:gd name="connsiteX232" fmla="*/ 82582 w 219075"/>
                <a:gd name="connsiteY232" fmla="*/ 191929 h 228600"/>
                <a:gd name="connsiteX233" fmla="*/ 84868 w 219075"/>
                <a:gd name="connsiteY233" fmla="*/ 194024 h 228600"/>
                <a:gd name="connsiteX234" fmla="*/ 86296 w 219075"/>
                <a:gd name="connsiteY234" fmla="*/ 194786 h 228600"/>
                <a:gd name="connsiteX235" fmla="*/ 87725 w 219075"/>
                <a:gd name="connsiteY235" fmla="*/ 195263 h 228600"/>
                <a:gd name="connsiteX236" fmla="*/ 89345 w 219075"/>
                <a:gd name="connsiteY236" fmla="*/ 195358 h 228600"/>
                <a:gd name="connsiteX237" fmla="*/ 91154 w 219075"/>
                <a:gd name="connsiteY237" fmla="*/ 195167 h 228600"/>
                <a:gd name="connsiteX238" fmla="*/ 94012 w 219075"/>
                <a:gd name="connsiteY238" fmla="*/ 194501 h 228600"/>
                <a:gd name="connsiteX239" fmla="*/ 95536 w 219075"/>
                <a:gd name="connsiteY239" fmla="*/ 194882 h 228600"/>
                <a:gd name="connsiteX240" fmla="*/ 96488 w 219075"/>
                <a:gd name="connsiteY240" fmla="*/ 195453 h 228600"/>
                <a:gd name="connsiteX241" fmla="*/ 97060 w 219075"/>
                <a:gd name="connsiteY241" fmla="*/ 196310 h 228600"/>
                <a:gd name="connsiteX242" fmla="*/ 97822 w 219075"/>
                <a:gd name="connsiteY242" fmla="*/ 197168 h 228600"/>
                <a:gd name="connsiteX243" fmla="*/ 98012 w 219075"/>
                <a:gd name="connsiteY243" fmla="*/ 197263 h 228600"/>
                <a:gd name="connsiteX244" fmla="*/ 98203 w 219075"/>
                <a:gd name="connsiteY244" fmla="*/ 197453 h 228600"/>
                <a:gd name="connsiteX245" fmla="*/ 99155 w 219075"/>
                <a:gd name="connsiteY245" fmla="*/ 197739 h 228600"/>
                <a:gd name="connsiteX246" fmla="*/ 100774 w 219075"/>
                <a:gd name="connsiteY246" fmla="*/ 197834 h 228600"/>
                <a:gd name="connsiteX247" fmla="*/ 105727 w 219075"/>
                <a:gd name="connsiteY247" fmla="*/ 197263 h 228600"/>
                <a:gd name="connsiteX248" fmla="*/ 114205 w 219075"/>
                <a:gd name="connsiteY248" fmla="*/ 195739 h 228600"/>
                <a:gd name="connsiteX249" fmla="*/ 118872 w 219075"/>
                <a:gd name="connsiteY249" fmla="*/ 193643 h 228600"/>
                <a:gd name="connsiteX250" fmla="*/ 121253 w 219075"/>
                <a:gd name="connsiteY250" fmla="*/ 191929 h 228600"/>
                <a:gd name="connsiteX251" fmla="*/ 122968 w 219075"/>
                <a:gd name="connsiteY251" fmla="*/ 190405 h 228600"/>
                <a:gd name="connsiteX252" fmla="*/ 125349 w 219075"/>
                <a:gd name="connsiteY252" fmla="*/ 186500 h 228600"/>
                <a:gd name="connsiteX253" fmla="*/ 126873 w 219075"/>
                <a:gd name="connsiteY253" fmla="*/ 185166 h 228600"/>
                <a:gd name="connsiteX254" fmla="*/ 131635 w 219075"/>
                <a:gd name="connsiteY254" fmla="*/ 182499 h 228600"/>
                <a:gd name="connsiteX255" fmla="*/ 133255 w 219075"/>
                <a:gd name="connsiteY255" fmla="*/ 181451 h 228600"/>
                <a:gd name="connsiteX256" fmla="*/ 141827 w 219075"/>
                <a:gd name="connsiteY256" fmla="*/ 173736 h 228600"/>
                <a:gd name="connsiteX257" fmla="*/ 142494 w 219075"/>
                <a:gd name="connsiteY257" fmla="*/ 173260 h 228600"/>
                <a:gd name="connsiteX258" fmla="*/ 142875 w 219075"/>
                <a:gd name="connsiteY258" fmla="*/ 173546 h 228600"/>
                <a:gd name="connsiteX259" fmla="*/ 142970 w 219075"/>
                <a:gd name="connsiteY259" fmla="*/ 174689 h 228600"/>
                <a:gd name="connsiteX260" fmla="*/ 142875 w 219075"/>
                <a:gd name="connsiteY260" fmla="*/ 175736 h 228600"/>
                <a:gd name="connsiteX261" fmla="*/ 142494 w 219075"/>
                <a:gd name="connsiteY261" fmla="*/ 177451 h 228600"/>
                <a:gd name="connsiteX262" fmla="*/ 142494 w 219075"/>
                <a:gd name="connsiteY262" fmla="*/ 181737 h 228600"/>
                <a:gd name="connsiteX263" fmla="*/ 141541 w 219075"/>
                <a:gd name="connsiteY263" fmla="*/ 185071 h 228600"/>
                <a:gd name="connsiteX264" fmla="*/ 140684 w 219075"/>
                <a:gd name="connsiteY264" fmla="*/ 187357 h 228600"/>
                <a:gd name="connsiteX265" fmla="*/ 138684 w 219075"/>
                <a:gd name="connsiteY265" fmla="*/ 194120 h 228600"/>
                <a:gd name="connsiteX266" fmla="*/ 138493 w 219075"/>
                <a:gd name="connsiteY266" fmla="*/ 195548 h 228600"/>
                <a:gd name="connsiteX267" fmla="*/ 139065 w 219075"/>
                <a:gd name="connsiteY267" fmla="*/ 196977 h 228600"/>
                <a:gd name="connsiteX268" fmla="*/ 140398 w 219075"/>
                <a:gd name="connsiteY268" fmla="*/ 198501 h 228600"/>
                <a:gd name="connsiteX269" fmla="*/ 145828 w 219075"/>
                <a:gd name="connsiteY269" fmla="*/ 202311 h 228600"/>
                <a:gd name="connsiteX270" fmla="*/ 147733 w 219075"/>
                <a:gd name="connsiteY270" fmla="*/ 203359 h 228600"/>
                <a:gd name="connsiteX271" fmla="*/ 151638 w 219075"/>
                <a:gd name="connsiteY271" fmla="*/ 204026 h 228600"/>
                <a:gd name="connsiteX272" fmla="*/ 151638 w 219075"/>
                <a:gd name="connsiteY272" fmla="*/ 204121 h 228600"/>
                <a:gd name="connsiteX273" fmla="*/ 152686 w 219075"/>
                <a:gd name="connsiteY273" fmla="*/ 202978 h 228600"/>
                <a:gd name="connsiteX274" fmla="*/ 156496 w 219075"/>
                <a:gd name="connsiteY274" fmla="*/ 200311 h 228600"/>
                <a:gd name="connsiteX275" fmla="*/ 158687 w 219075"/>
                <a:gd name="connsiteY275" fmla="*/ 199454 h 228600"/>
                <a:gd name="connsiteX276" fmla="*/ 162687 w 219075"/>
                <a:gd name="connsiteY276" fmla="*/ 198977 h 228600"/>
                <a:gd name="connsiteX277" fmla="*/ 164878 w 219075"/>
                <a:gd name="connsiteY277" fmla="*/ 198311 h 228600"/>
                <a:gd name="connsiteX278" fmla="*/ 166878 w 219075"/>
                <a:gd name="connsiteY278" fmla="*/ 196691 h 228600"/>
                <a:gd name="connsiteX279" fmla="*/ 169831 w 219075"/>
                <a:gd name="connsiteY279" fmla="*/ 191834 h 228600"/>
                <a:gd name="connsiteX280" fmla="*/ 171545 w 219075"/>
                <a:gd name="connsiteY280" fmla="*/ 189738 h 228600"/>
                <a:gd name="connsiteX281" fmla="*/ 172498 w 219075"/>
                <a:gd name="connsiteY281" fmla="*/ 189262 h 228600"/>
                <a:gd name="connsiteX282" fmla="*/ 174784 w 219075"/>
                <a:gd name="connsiteY282" fmla="*/ 189262 h 228600"/>
                <a:gd name="connsiteX283" fmla="*/ 175927 w 219075"/>
                <a:gd name="connsiteY283" fmla="*/ 188690 h 228600"/>
                <a:gd name="connsiteX284" fmla="*/ 176022 w 219075"/>
                <a:gd name="connsiteY284" fmla="*/ 188119 h 228600"/>
                <a:gd name="connsiteX285" fmla="*/ 175070 w 219075"/>
                <a:gd name="connsiteY285" fmla="*/ 186976 h 228600"/>
                <a:gd name="connsiteX286" fmla="*/ 175070 w 219075"/>
                <a:gd name="connsiteY286" fmla="*/ 186214 h 228600"/>
                <a:gd name="connsiteX287" fmla="*/ 175546 w 219075"/>
                <a:gd name="connsiteY287" fmla="*/ 185833 h 228600"/>
                <a:gd name="connsiteX288" fmla="*/ 176784 w 219075"/>
                <a:gd name="connsiteY288" fmla="*/ 185166 h 228600"/>
                <a:gd name="connsiteX289" fmla="*/ 177165 w 219075"/>
                <a:gd name="connsiteY289" fmla="*/ 184690 h 228600"/>
                <a:gd name="connsiteX290" fmla="*/ 187547 w 219075"/>
                <a:gd name="connsiteY290" fmla="*/ 169354 h 228600"/>
                <a:gd name="connsiteX291" fmla="*/ 188404 w 219075"/>
                <a:gd name="connsiteY291" fmla="*/ 168402 h 228600"/>
                <a:gd name="connsiteX292" fmla="*/ 189547 w 219075"/>
                <a:gd name="connsiteY292" fmla="*/ 167926 h 228600"/>
                <a:gd name="connsiteX293" fmla="*/ 192024 w 219075"/>
                <a:gd name="connsiteY293" fmla="*/ 167640 h 228600"/>
                <a:gd name="connsiteX294" fmla="*/ 193072 w 219075"/>
                <a:gd name="connsiteY294" fmla="*/ 166878 h 228600"/>
                <a:gd name="connsiteX295" fmla="*/ 193738 w 219075"/>
                <a:gd name="connsiteY295" fmla="*/ 164592 h 228600"/>
                <a:gd name="connsiteX296" fmla="*/ 193548 w 219075"/>
                <a:gd name="connsiteY296" fmla="*/ 161735 h 228600"/>
                <a:gd name="connsiteX297" fmla="*/ 191262 w 219075"/>
                <a:gd name="connsiteY297" fmla="*/ 148495 h 228600"/>
                <a:gd name="connsiteX298" fmla="*/ 191357 w 219075"/>
                <a:gd name="connsiteY298" fmla="*/ 146018 h 228600"/>
                <a:gd name="connsiteX299" fmla="*/ 192119 w 219075"/>
                <a:gd name="connsiteY299" fmla="*/ 143256 h 228600"/>
                <a:gd name="connsiteX300" fmla="*/ 193357 w 219075"/>
                <a:gd name="connsiteY300" fmla="*/ 142018 h 228600"/>
                <a:gd name="connsiteX301" fmla="*/ 197739 w 219075"/>
                <a:gd name="connsiteY301" fmla="*/ 140399 h 228600"/>
                <a:gd name="connsiteX302" fmla="*/ 199644 w 219075"/>
                <a:gd name="connsiteY302" fmla="*/ 139160 h 228600"/>
                <a:gd name="connsiteX303" fmla="*/ 204502 w 219075"/>
                <a:gd name="connsiteY303" fmla="*/ 133826 h 228600"/>
                <a:gd name="connsiteX304" fmla="*/ 208121 w 219075"/>
                <a:gd name="connsiteY304" fmla="*/ 129350 h 228600"/>
                <a:gd name="connsiteX305" fmla="*/ 209455 w 219075"/>
                <a:gd name="connsiteY305" fmla="*/ 126778 h 228600"/>
                <a:gd name="connsiteX306" fmla="*/ 209359 w 219075"/>
                <a:gd name="connsiteY306" fmla="*/ 124111 h 228600"/>
                <a:gd name="connsiteX307" fmla="*/ 207835 w 219075"/>
                <a:gd name="connsiteY307" fmla="*/ 122587 h 228600"/>
                <a:gd name="connsiteX308" fmla="*/ 203740 w 219075"/>
                <a:gd name="connsiteY308" fmla="*/ 121253 h 228600"/>
                <a:gd name="connsiteX309" fmla="*/ 202216 w 219075"/>
                <a:gd name="connsiteY309" fmla="*/ 119825 h 228600"/>
                <a:gd name="connsiteX310" fmla="*/ 201073 w 219075"/>
                <a:gd name="connsiteY310" fmla="*/ 111157 h 228600"/>
                <a:gd name="connsiteX311" fmla="*/ 201549 w 219075"/>
                <a:gd name="connsiteY311" fmla="*/ 110109 h 228600"/>
                <a:gd name="connsiteX312" fmla="*/ 202406 w 219075"/>
                <a:gd name="connsiteY312" fmla="*/ 109157 h 228600"/>
                <a:gd name="connsiteX313" fmla="*/ 202882 w 219075"/>
                <a:gd name="connsiteY313" fmla="*/ 108109 h 228600"/>
                <a:gd name="connsiteX314" fmla="*/ 202501 w 219075"/>
                <a:gd name="connsiteY314" fmla="*/ 107156 h 228600"/>
                <a:gd name="connsiteX315" fmla="*/ 201549 w 219075"/>
                <a:gd name="connsiteY315" fmla="*/ 106680 h 228600"/>
                <a:gd name="connsiteX316" fmla="*/ 200596 w 219075"/>
                <a:gd name="connsiteY316" fmla="*/ 106490 h 228600"/>
                <a:gd name="connsiteX317" fmla="*/ 199644 w 219075"/>
                <a:gd name="connsiteY317" fmla="*/ 106108 h 228600"/>
                <a:gd name="connsiteX318" fmla="*/ 198787 w 219075"/>
                <a:gd name="connsiteY318" fmla="*/ 105251 h 228600"/>
                <a:gd name="connsiteX319" fmla="*/ 197358 w 219075"/>
                <a:gd name="connsiteY319" fmla="*/ 101346 h 228600"/>
                <a:gd name="connsiteX320" fmla="*/ 196787 w 219075"/>
                <a:gd name="connsiteY320" fmla="*/ 96203 h 228600"/>
                <a:gd name="connsiteX321" fmla="*/ 197072 w 219075"/>
                <a:gd name="connsiteY321" fmla="*/ 91059 h 228600"/>
                <a:gd name="connsiteX322" fmla="*/ 197834 w 219075"/>
                <a:gd name="connsiteY322" fmla="*/ 87058 h 228600"/>
                <a:gd name="connsiteX323" fmla="*/ 199454 w 219075"/>
                <a:gd name="connsiteY323" fmla="*/ 82772 h 228600"/>
                <a:gd name="connsiteX324" fmla="*/ 199644 w 219075"/>
                <a:gd name="connsiteY324" fmla="*/ 80867 h 228600"/>
                <a:gd name="connsiteX325" fmla="*/ 199168 w 219075"/>
                <a:gd name="connsiteY325" fmla="*/ 78391 h 228600"/>
                <a:gd name="connsiteX326" fmla="*/ 196882 w 219075"/>
                <a:gd name="connsiteY326" fmla="*/ 74104 h 228600"/>
                <a:gd name="connsiteX327" fmla="*/ 196691 w 219075"/>
                <a:gd name="connsiteY327" fmla="*/ 72009 h 228600"/>
                <a:gd name="connsiteX328" fmla="*/ 198310 w 219075"/>
                <a:gd name="connsiteY328" fmla="*/ 69533 h 228600"/>
                <a:gd name="connsiteX329" fmla="*/ 198310 w 219075"/>
                <a:gd name="connsiteY329" fmla="*/ 69533 h 228600"/>
                <a:gd name="connsiteX330" fmla="*/ 200120 w 219075"/>
                <a:gd name="connsiteY330" fmla="*/ 68104 h 228600"/>
                <a:gd name="connsiteX331" fmla="*/ 203454 w 219075"/>
                <a:gd name="connsiteY331" fmla="*/ 64199 h 228600"/>
                <a:gd name="connsiteX332" fmla="*/ 204692 w 219075"/>
                <a:gd name="connsiteY332" fmla="*/ 62294 h 228600"/>
                <a:gd name="connsiteX333" fmla="*/ 205264 w 219075"/>
                <a:gd name="connsiteY333" fmla="*/ 60865 h 228600"/>
                <a:gd name="connsiteX334" fmla="*/ 205454 w 219075"/>
                <a:gd name="connsiteY334" fmla="*/ 59912 h 228600"/>
                <a:gd name="connsiteX335" fmla="*/ 205359 w 219075"/>
                <a:gd name="connsiteY335" fmla="*/ 59150 h 228600"/>
                <a:gd name="connsiteX336" fmla="*/ 205740 w 219075"/>
                <a:gd name="connsiteY336" fmla="*/ 55436 h 228600"/>
                <a:gd name="connsiteX337" fmla="*/ 206216 w 219075"/>
                <a:gd name="connsiteY337" fmla="*/ 54483 h 228600"/>
                <a:gd name="connsiteX338" fmla="*/ 207359 w 219075"/>
                <a:gd name="connsiteY338" fmla="*/ 53340 h 228600"/>
                <a:gd name="connsiteX339" fmla="*/ 208312 w 219075"/>
                <a:gd name="connsiteY339" fmla="*/ 52769 h 228600"/>
                <a:gd name="connsiteX340" fmla="*/ 210883 w 219075"/>
                <a:gd name="connsiteY340" fmla="*/ 52197 h 228600"/>
                <a:gd name="connsiteX341" fmla="*/ 212026 w 219075"/>
                <a:gd name="connsiteY341" fmla="*/ 51626 h 228600"/>
                <a:gd name="connsiteX342" fmla="*/ 212979 w 219075"/>
                <a:gd name="connsiteY342" fmla="*/ 50578 h 228600"/>
                <a:gd name="connsiteX343" fmla="*/ 214598 w 219075"/>
                <a:gd name="connsiteY343" fmla="*/ 48197 h 228600"/>
                <a:gd name="connsiteX344" fmla="*/ 215646 w 219075"/>
                <a:gd name="connsiteY344" fmla="*/ 47244 h 228600"/>
                <a:gd name="connsiteX345" fmla="*/ 217741 w 219075"/>
                <a:gd name="connsiteY345" fmla="*/ 46958 h 228600"/>
                <a:gd name="connsiteX346" fmla="*/ 219551 w 219075"/>
                <a:gd name="connsiteY346" fmla="*/ 49625 h 228600"/>
                <a:gd name="connsiteX347" fmla="*/ 220504 w 219075"/>
                <a:gd name="connsiteY347" fmla="*/ 49721 h 228600"/>
                <a:gd name="connsiteX348" fmla="*/ 220504 w 219075"/>
                <a:gd name="connsiteY348" fmla="*/ 49625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</a:cxnLst>
              <a:rect l="l" t="t" r="r" b="b"/>
              <a:pathLst>
                <a:path w="219075" h="228600">
                  <a:moveTo>
                    <a:pt x="220408" y="45720"/>
                  </a:moveTo>
                  <a:lnTo>
                    <a:pt x="218218" y="40005"/>
                  </a:lnTo>
                  <a:lnTo>
                    <a:pt x="218027" y="39053"/>
                  </a:lnTo>
                  <a:lnTo>
                    <a:pt x="217932" y="37624"/>
                  </a:lnTo>
                  <a:lnTo>
                    <a:pt x="218218" y="35338"/>
                  </a:lnTo>
                  <a:lnTo>
                    <a:pt x="219170" y="31337"/>
                  </a:lnTo>
                  <a:lnTo>
                    <a:pt x="218884" y="30385"/>
                  </a:lnTo>
                  <a:lnTo>
                    <a:pt x="218027" y="29337"/>
                  </a:lnTo>
                  <a:lnTo>
                    <a:pt x="215837" y="27527"/>
                  </a:lnTo>
                  <a:lnTo>
                    <a:pt x="215074" y="26289"/>
                  </a:lnTo>
                  <a:lnTo>
                    <a:pt x="214789" y="24765"/>
                  </a:lnTo>
                  <a:lnTo>
                    <a:pt x="214979" y="22479"/>
                  </a:lnTo>
                  <a:lnTo>
                    <a:pt x="215360" y="21527"/>
                  </a:lnTo>
                  <a:lnTo>
                    <a:pt x="216027" y="20765"/>
                  </a:lnTo>
                  <a:lnTo>
                    <a:pt x="216789" y="20288"/>
                  </a:lnTo>
                  <a:lnTo>
                    <a:pt x="217456" y="19526"/>
                  </a:lnTo>
                  <a:lnTo>
                    <a:pt x="218027" y="18574"/>
                  </a:lnTo>
                  <a:lnTo>
                    <a:pt x="218408" y="17431"/>
                  </a:lnTo>
                  <a:lnTo>
                    <a:pt x="218694" y="16193"/>
                  </a:lnTo>
                  <a:lnTo>
                    <a:pt x="219075" y="11335"/>
                  </a:lnTo>
                  <a:lnTo>
                    <a:pt x="218694" y="9430"/>
                  </a:lnTo>
                  <a:lnTo>
                    <a:pt x="218027" y="7620"/>
                  </a:lnTo>
                  <a:lnTo>
                    <a:pt x="216122" y="5810"/>
                  </a:lnTo>
                  <a:lnTo>
                    <a:pt x="214979" y="5144"/>
                  </a:lnTo>
                  <a:lnTo>
                    <a:pt x="213931" y="4763"/>
                  </a:lnTo>
                  <a:lnTo>
                    <a:pt x="212788" y="3810"/>
                  </a:lnTo>
                  <a:lnTo>
                    <a:pt x="212407" y="0"/>
                  </a:lnTo>
                  <a:lnTo>
                    <a:pt x="211169" y="1143"/>
                  </a:lnTo>
                  <a:lnTo>
                    <a:pt x="210312" y="2953"/>
                  </a:lnTo>
                  <a:lnTo>
                    <a:pt x="209550" y="3810"/>
                  </a:lnTo>
                  <a:lnTo>
                    <a:pt x="209264" y="4191"/>
                  </a:lnTo>
                  <a:lnTo>
                    <a:pt x="209169" y="4286"/>
                  </a:lnTo>
                  <a:lnTo>
                    <a:pt x="209169" y="4286"/>
                  </a:lnTo>
                  <a:lnTo>
                    <a:pt x="195643" y="12859"/>
                  </a:lnTo>
                  <a:lnTo>
                    <a:pt x="194120" y="13621"/>
                  </a:lnTo>
                  <a:lnTo>
                    <a:pt x="191833" y="14192"/>
                  </a:lnTo>
                  <a:lnTo>
                    <a:pt x="189833" y="14097"/>
                  </a:lnTo>
                  <a:lnTo>
                    <a:pt x="188119" y="13716"/>
                  </a:lnTo>
                  <a:lnTo>
                    <a:pt x="186785" y="13049"/>
                  </a:lnTo>
                  <a:lnTo>
                    <a:pt x="184023" y="10954"/>
                  </a:lnTo>
                  <a:lnTo>
                    <a:pt x="183356" y="10668"/>
                  </a:lnTo>
                  <a:lnTo>
                    <a:pt x="182499" y="10573"/>
                  </a:lnTo>
                  <a:lnTo>
                    <a:pt x="181642" y="11240"/>
                  </a:lnTo>
                  <a:lnTo>
                    <a:pt x="180689" y="12287"/>
                  </a:lnTo>
                  <a:lnTo>
                    <a:pt x="177355" y="15335"/>
                  </a:lnTo>
                  <a:lnTo>
                    <a:pt x="176022" y="16954"/>
                  </a:lnTo>
                  <a:lnTo>
                    <a:pt x="172688" y="22765"/>
                  </a:lnTo>
                  <a:lnTo>
                    <a:pt x="168783" y="28289"/>
                  </a:lnTo>
                  <a:lnTo>
                    <a:pt x="164973" y="31718"/>
                  </a:lnTo>
                  <a:lnTo>
                    <a:pt x="156305" y="37814"/>
                  </a:lnTo>
                  <a:lnTo>
                    <a:pt x="153829" y="38957"/>
                  </a:lnTo>
                  <a:lnTo>
                    <a:pt x="144399" y="43053"/>
                  </a:lnTo>
                  <a:lnTo>
                    <a:pt x="141065" y="42958"/>
                  </a:lnTo>
                  <a:lnTo>
                    <a:pt x="140017" y="42863"/>
                  </a:lnTo>
                  <a:lnTo>
                    <a:pt x="138970" y="43434"/>
                  </a:lnTo>
                  <a:lnTo>
                    <a:pt x="137922" y="44577"/>
                  </a:lnTo>
                  <a:lnTo>
                    <a:pt x="136684" y="45720"/>
                  </a:lnTo>
                  <a:lnTo>
                    <a:pt x="135541" y="46006"/>
                  </a:lnTo>
                  <a:lnTo>
                    <a:pt x="133826" y="46006"/>
                  </a:lnTo>
                  <a:lnTo>
                    <a:pt x="132779" y="46101"/>
                  </a:lnTo>
                  <a:lnTo>
                    <a:pt x="131921" y="46768"/>
                  </a:lnTo>
                  <a:lnTo>
                    <a:pt x="130778" y="48101"/>
                  </a:lnTo>
                  <a:lnTo>
                    <a:pt x="129635" y="49816"/>
                  </a:lnTo>
                  <a:lnTo>
                    <a:pt x="126111" y="53816"/>
                  </a:lnTo>
                  <a:lnTo>
                    <a:pt x="125349" y="55531"/>
                  </a:lnTo>
                  <a:lnTo>
                    <a:pt x="125254" y="56864"/>
                  </a:lnTo>
                  <a:lnTo>
                    <a:pt x="125254" y="57912"/>
                  </a:lnTo>
                  <a:lnTo>
                    <a:pt x="125158" y="60198"/>
                  </a:lnTo>
                  <a:lnTo>
                    <a:pt x="122396" y="64484"/>
                  </a:lnTo>
                  <a:lnTo>
                    <a:pt x="121253" y="65627"/>
                  </a:lnTo>
                  <a:lnTo>
                    <a:pt x="119443" y="67342"/>
                  </a:lnTo>
                  <a:lnTo>
                    <a:pt x="118015" y="69056"/>
                  </a:lnTo>
                  <a:lnTo>
                    <a:pt x="116491" y="70199"/>
                  </a:lnTo>
                  <a:lnTo>
                    <a:pt x="114490" y="71247"/>
                  </a:lnTo>
                  <a:lnTo>
                    <a:pt x="113252" y="71247"/>
                  </a:lnTo>
                  <a:lnTo>
                    <a:pt x="112204" y="70771"/>
                  </a:lnTo>
                  <a:lnTo>
                    <a:pt x="111538" y="69914"/>
                  </a:lnTo>
                  <a:lnTo>
                    <a:pt x="111157" y="68961"/>
                  </a:lnTo>
                  <a:lnTo>
                    <a:pt x="111062" y="68866"/>
                  </a:lnTo>
                  <a:lnTo>
                    <a:pt x="111062" y="68771"/>
                  </a:lnTo>
                  <a:lnTo>
                    <a:pt x="110395" y="65056"/>
                  </a:lnTo>
                  <a:lnTo>
                    <a:pt x="110204" y="63341"/>
                  </a:lnTo>
                  <a:lnTo>
                    <a:pt x="107728" y="61817"/>
                  </a:lnTo>
                  <a:lnTo>
                    <a:pt x="105156" y="65913"/>
                  </a:lnTo>
                  <a:lnTo>
                    <a:pt x="100584" y="70961"/>
                  </a:lnTo>
                  <a:lnTo>
                    <a:pt x="99155" y="73343"/>
                  </a:lnTo>
                  <a:lnTo>
                    <a:pt x="98488" y="75629"/>
                  </a:lnTo>
                  <a:lnTo>
                    <a:pt x="97822" y="82391"/>
                  </a:lnTo>
                  <a:lnTo>
                    <a:pt x="97155" y="85344"/>
                  </a:lnTo>
                  <a:lnTo>
                    <a:pt x="96298" y="86868"/>
                  </a:lnTo>
                  <a:lnTo>
                    <a:pt x="95155" y="88106"/>
                  </a:lnTo>
                  <a:lnTo>
                    <a:pt x="92202" y="90297"/>
                  </a:lnTo>
                  <a:lnTo>
                    <a:pt x="88487" y="94202"/>
                  </a:lnTo>
                  <a:lnTo>
                    <a:pt x="77533" y="109538"/>
                  </a:lnTo>
                  <a:lnTo>
                    <a:pt x="76962" y="111062"/>
                  </a:lnTo>
                  <a:lnTo>
                    <a:pt x="76867" y="112014"/>
                  </a:lnTo>
                  <a:lnTo>
                    <a:pt x="77724" y="114872"/>
                  </a:lnTo>
                  <a:lnTo>
                    <a:pt x="77819" y="116396"/>
                  </a:lnTo>
                  <a:lnTo>
                    <a:pt x="76962" y="123349"/>
                  </a:lnTo>
                  <a:lnTo>
                    <a:pt x="76486" y="124492"/>
                  </a:lnTo>
                  <a:lnTo>
                    <a:pt x="75819" y="125444"/>
                  </a:lnTo>
                  <a:lnTo>
                    <a:pt x="74676" y="126397"/>
                  </a:lnTo>
                  <a:lnTo>
                    <a:pt x="73533" y="128016"/>
                  </a:lnTo>
                  <a:lnTo>
                    <a:pt x="73152" y="129731"/>
                  </a:lnTo>
                  <a:lnTo>
                    <a:pt x="73057" y="133255"/>
                  </a:lnTo>
                  <a:lnTo>
                    <a:pt x="73152" y="134112"/>
                  </a:lnTo>
                  <a:lnTo>
                    <a:pt x="73342" y="135160"/>
                  </a:lnTo>
                  <a:lnTo>
                    <a:pt x="73723" y="136112"/>
                  </a:lnTo>
                  <a:lnTo>
                    <a:pt x="74390" y="137446"/>
                  </a:lnTo>
                  <a:lnTo>
                    <a:pt x="75438" y="140113"/>
                  </a:lnTo>
                  <a:lnTo>
                    <a:pt x="75057" y="141065"/>
                  </a:lnTo>
                  <a:lnTo>
                    <a:pt x="74581" y="142113"/>
                  </a:lnTo>
                  <a:lnTo>
                    <a:pt x="73628" y="143066"/>
                  </a:lnTo>
                  <a:lnTo>
                    <a:pt x="70580" y="147828"/>
                  </a:lnTo>
                  <a:lnTo>
                    <a:pt x="69151" y="149352"/>
                  </a:lnTo>
                  <a:lnTo>
                    <a:pt x="65627" y="151543"/>
                  </a:lnTo>
                  <a:lnTo>
                    <a:pt x="63341" y="152210"/>
                  </a:lnTo>
                  <a:lnTo>
                    <a:pt x="57721" y="153067"/>
                  </a:lnTo>
                  <a:lnTo>
                    <a:pt x="54197" y="154496"/>
                  </a:lnTo>
                  <a:lnTo>
                    <a:pt x="52197" y="154877"/>
                  </a:lnTo>
                  <a:lnTo>
                    <a:pt x="51149" y="154877"/>
                  </a:lnTo>
                  <a:lnTo>
                    <a:pt x="50673" y="154496"/>
                  </a:lnTo>
                  <a:lnTo>
                    <a:pt x="50578" y="153638"/>
                  </a:lnTo>
                  <a:lnTo>
                    <a:pt x="50673" y="152972"/>
                  </a:lnTo>
                  <a:lnTo>
                    <a:pt x="51149" y="151924"/>
                  </a:lnTo>
                  <a:lnTo>
                    <a:pt x="53054" y="149733"/>
                  </a:lnTo>
                  <a:lnTo>
                    <a:pt x="53912" y="148495"/>
                  </a:lnTo>
                  <a:lnTo>
                    <a:pt x="54483" y="147161"/>
                  </a:lnTo>
                  <a:lnTo>
                    <a:pt x="54769" y="145542"/>
                  </a:lnTo>
                  <a:lnTo>
                    <a:pt x="54769" y="143732"/>
                  </a:lnTo>
                  <a:lnTo>
                    <a:pt x="54483" y="142018"/>
                  </a:lnTo>
                  <a:lnTo>
                    <a:pt x="54007" y="140589"/>
                  </a:lnTo>
                  <a:lnTo>
                    <a:pt x="53149" y="139446"/>
                  </a:lnTo>
                  <a:lnTo>
                    <a:pt x="52006" y="138779"/>
                  </a:lnTo>
                  <a:lnTo>
                    <a:pt x="50006" y="138303"/>
                  </a:lnTo>
                  <a:lnTo>
                    <a:pt x="48768" y="138303"/>
                  </a:lnTo>
                  <a:lnTo>
                    <a:pt x="48006" y="138494"/>
                  </a:lnTo>
                  <a:lnTo>
                    <a:pt x="47530" y="138970"/>
                  </a:lnTo>
                  <a:lnTo>
                    <a:pt x="44958" y="140494"/>
                  </a:lnTo>
                  <a:lnTo>
                    <a:pt x="41720" y="141732"/>
                  </a:lnTo>
                  <a:lnTo>
                    <a:pt x="40291" y="142589"/>
                  </a:lnTo>
                  <a:lnTo>
                    <a:pt x="39529" y="143542"/>
                  </a:lnTo>
                  <a:lnTo>
                    <a:pt x="39433" y="144590"/>
                  </a:lnTo>
                  <a:lnTo>
                    <a:pt x="39814" y="145637"/>
                  </a:lnTo>
                  <a:lnTo>
                    <a:pt x="40481" y="146685"/>
                  </a:lnTo>
                  <a:lnTo>
                    <a:pt x="42291" y="148400"/>
                  </a:lnTo>
                  <a:lnTo>
                    <a:pt x="42863" y="149162"/>
                  </a:lnTo>
                  <a:lnTo>
                    <a:pt x="43053" y="149924"/>
                  </a:lnTo>
                  <a:lnTo>
                    <a:pt x="42672" y="150590"/>
                  </a:lnTo>
                  <a:lnTo>
                    <a:pt x="41624" y="151733"/>
                  </a:lnTo>
                  <a:lnTo>
                    <a:pt x="30480" y="161354"/>
                  </a:lnTo>
                  <a:lnTo>
                    <a:pt x="28289" y="163544"/>
                  </a:lnTo>
                  <a:lnTo>
                    <a:pt x="21812" y="173069"/>
                  </a:lnTo>
                  <a:lnTo>
                    <a:pt x="16383" y="177641"/>
                  </a:lnTo>
                  <a:lnTo>
                    <a:pt x="9620" y="182309"/>
                  </a:lnTo>
                  <a:lnTo>
                    <a:pt x="5048" y="186881"/>
                  </a:lnTo>
                  <a:lnTo>
                    <a:pt x="1143" y="189929"/>
                  </a:lnTo>
                  <a:lnTo>
                    <a:pt x="286" y="191072"/>
                  </a:lnTo>
                  <a:lnTo>
                    <a:pt x="0" y="192405"/>
                  </a:lnTo>
                  <a:lnTo>
                    <a:pt x="571" y="193548"/>
                  </a:lnTo>
                  <a:lnTo>
                    <a:pt x="2286" y="195358"/>
                  </a:lnTo>
                  <a:lnTo>
                    <a:pt x="2953" y="196310"/>
                  </a:lnTo>
                  <a:lnTo>
                    <a:pt x="3429" y="197168"/>
                  </a:lnTo>
                  <a:lnTo>
                    <a:pt x="3524" y="197358"/>
                  </a:lnTo>
                  <a:lnTo>
                    <a:pt x="3715" y="197739"/>
                  </a:lnTo>
                  <a:lnTo>
                    <a:pt x="4191" y="198120"/>
                  </a:lnTo>
                  <a:lnTo>
                    <a:pt x="4953" y="198787"/>
                  </a:lnTo>
                  <a:lnTo>
                    <a:pt x="5620" y="199739"/>
                  </a:lnTo>
                  <a:lnTo>
                    <a:pt x="6287" y="201073"/>
                  </a:lnTo>
                  <a:lnTo>
                    <a:pt x="6953" y="202216"/>
                  </a:lnTo>
                  <a:lnTo>
                    <a:pt x="8096" y="203073"/>
                  </a:lnTo>
                  <a:lnTo>
                    <a:pt x="9334" y="203740"/>
                  </a:lnTo>
                  <a:lnTo>
                    <a:pt x="10668" y="204597"/>
                  </a:lnTo>
                  <a:lnTo>
                    <a:pt x="11811" y="205931"/>
                  </a:lnTo>
                  <a:lnTo>
                    <a:pt x="12478" y="207264"/>
                  </a:lnTo>
                  <a:lnTo>
                    <a:pt x="13240" y="209550"/>
                  </a:lnTo>
                  <a:lnTo>
                    <a:pt x="13716" y="210693"/>
                  </a:lnTo>
                  <a:lnTo>
                    <a:pt x="14192" y="212503"/>
                  </a:lnTo>
                  <a:lnTo>
                    <a:pt x="14192" y="214694"/>
                  </a:lnTo>
                  <a:lnTo>
                    <a:pt x="13811" y="217932"/>
                  </a:lnTo>
                  <a:lnTo>
                    <a:pt x="13811" y="219932"/>
                  </a:lnTo>
                  <a:lnTo>
                    <a:pt x="13145" y="222504"/>
                  </a:lnTo>
                  <a:lnTo>
                    <a:pt x="13145" y="222504"/>
                  </a:lnTo>
                  <a:lnTo>
                    <a:pt x="14002" y="223552"/>
                  </a:lnTo>
                  <a:lnTo>
                    <a:pt x="15049" y="224600"/>
                  </a:lnTo>
                  <a:lnTo>
                    <a:pt x="15812" y="225076"/>
                  </a:lnTo>
                  <a:lnTo>
                    <a:pt x="16764" y="225457"/>
                  </a:lnTo>
                  <a:lnTo>
                    <a:pt x="17526" y="225743"/>
                  </a:lnTo>
                  <a:lnTo>
                    <a:pt x="18288" y="225838"/>
                  </a:lnTo>
                  <a:lnTo>
                    <a:pt x="18764" y="226028"/>
                  </a:lnTo>
                  <a:lnTo>
                    <a:pt x="19050" y="226219"/>
                  </a:lnTo>
                  <a:lnTo>
                    <a:pt x="20002" y="227267"/>
                  </a:lnTo>
                  <a:lnTo>
                    <a:pt x="20669" y="227933"/>
                  </a:lnTo>
                  <a:lnTo>
                    <a:pt x="21717" y="228410"/>
                  </a:lnTo>
                  <a:lnTo>
                    <a:pt x="24289" y="228981"/>
                  </a:lnTo>
                  <a:lnTo>
                    <a:pt x="25622" y="229457"/>
                  </a:lnTo>
                  <a:lnTo>
                    <a:pt x="26670" y="230315"/>
                  </a:lnTo>
                  <a:lnTo>
                    <a:pt x="27432" y="231362"/>
                  </a:lnTo>
                  <a:lnTo>
                    <a:pt x="28956" y="233934"/>
                  </a:lnTo>
                  <a:lnTo>
                    <a:pt x="30099" y="234696"/>
                  </a:lnTo>
                  <a:lnTo>
                    <a:pt x="31147" y="234791"/>
                  </a:lnTo>
                  <a:lnTo>
                    <a:pt x="31813" y="234125"/>
                  </a:lnTo>
                  <a:lnTo>
                    <a:pt x="32290" y="233172"/>
                  </a:lnTo>
                  <a:lnTo>
                    <a:pt x="36195" y="227648"/>
                  </a:lnTo>
                  <a:lnTo>
                    <a:pt x="39624" y="220980"/>
                  </a:lnTo>
                  <a:lnTo>
                    <a:pt x="39719" y="219742"/>
                  </a:lnTo>
                  <a:lnTo>
                    <a:pt x="39624" y="219170"/>
                  </a:lnTo>
                  <a:lnTo>
                    <a:pt x="41910" y="216789"/>
                  </a:lnTo>
                  <a:lnTo>
                    <a:pt x="44767" y="214598"/>
                  </a:lnTo>
                  <a:lnTo>
                    <a:pt x="54578" y="204121"/>
                  </a:lnTo>
                  <a:lnTo>
                    <a:pt x="55150" y="202692"/>
                  </a:lnTo>
                  <a:lnTo>
                    <a:pt x="55054" y="201930"/>
                  </a:lnTo>
                  <a:lnTo>
                    <a:pt x="54864" y="200882"/>
                  </a:lnTo>
                  <a:lnTo>
                    <a:pt x="54483" y="199835"/>
                  </a:lnTo>
                  <a:lnTo>
                    <a:pt x="53721" y="199073"/>
                  </a:lnTo>
                  <a:lnTo>
                    <a:pt x="52768" y="198501"/>
                  </a:lnTo>
                  <a:lnTo>
                    <a:pt x="49149" y="197358"/>
                  </a:lnTo>
                  <a:lnTo>
                    <a:pt x="48958" y="197263"/>
                  </a:lnTo>
                  <a:lnTo>
                    <a:pt x="48863" y="197263"/>
                  </a:lnTo>
                  <a:lnTo>
                    <a:pt x="48863" y="197263"/>
                  </a:lnTo>
                  <a:lnTo>
                    <a:pt x="48863" y="197263"/>
                  </a:lnTo>
                  <a:lnTo>
                    <a:pt x="48958" y="196787"/>
                  </a:lnTo>
                  <a:lnTo>
                    <a:pt x="49625" y="195167"/>
                  </a:lnTo>
                  <a:lnTo>
                    <a:pt x="49911" y="194120"/>
                  </a:lnTo>
                  <a:lnTo>
                    <a:pt x="50101" y="193167"/>
                  </a:lnTo>
                  <a:lnTo>
                    <a:pt x="51435" y="192500"/>
                  </a:lnTo>
                  <a:lnTo>
                    <a:pt x="53912" y="191643"/>
                  </a:lnTo>
                  <a:lnTo>
                    <a:pt x="68580" y="190310"/>
                  </a:lnTo>
                  <a:lnTo>
                    <a:pt x="73914" y="191072"/>
                  </a:lnTo>
                  <a:lnTo>
                    <a:pt x="76200" y="190786"/>
                  </a:lnTo>
                  <a:lnTo>
                    <a:pt x="79724" y="190405"/>
                  </a:lnTo>
                  <a:lnTo>
                    <a:pt x="81248" y="191072"/>
                  </a:lnTo>
                  <a:lnTo>
                    <a:pt x="82582" y="191929"/>
                  </a:lnTo>
                  <a:lnTo>
                    <a:pt x="84868" y="194024"/>
                  </a:lnTo>
                  <a:lnTo>
                    <a:pt x="86296" y="194786"/>
                  </a:lnTo>
                  <a:lnTo>
                    <a:pt x="87725" y="195263"/>
                  </a:lnTo>
                  <a:lnTo>
                    <a:pt x="89345" y="195358"/>
                  </a:lnTo>
                  <a:lnTo>
                    <a:pt x="91154" y="195167"/>
                  </a:lnTo>
                  <a:lnTo>
                    <a:pt x="94012" y="194501"/>
                  </a:lnTo>
                  <a:lnTo>
                    <a:pt x="95536" y="194882"/>
                  </a:lnTo>
                  <a:lnTo>
                    <a:pt x="96488" y="195453"/>
                  </a:lnTo>
                  <a:lnTo>
                    <a:pt x="97060" y="196310"/>
                  </a:lnTo>
                  <a:lnTo>
                    <a:pt x="97822" y="197168"/>
                  </a:lnTo>
                  <a:lnTo>
                    <a:pt x="98012" y="197263"/>
                  </a:lnTo>
                  <a:lnTo>
                    <a:pt x="98203" y="197453"/>
                  </a:lnTo>
                  <a:lnTo>
                    <a:pt x="99155" y="197739"/>
                  </a:lnTo>
                  <a:lnTo>
                    <a:pt x="100774" y="197834"/>
                  </a:lnTo>
                  <a:lnTo>
                    <a:pt x="105727" y="197263"/>
                  </a:lnTo>
                  <a:lnTo>
                    <a:pt x="114205" y="195739"/>
                  </a:lnTo>
                  <a:lnTo>
                    <a:pt x="118872" y="193643"/>
                  </a:lnTo>
                  <a:lnTo>
                    <a:pt x="121253" y="191929"/>
                  </a:lnTo>
                  <a:lnTo>
                    <a:pt x="122968" y="190405"/>
                  </a:lnTo>
                  <a:lnTo>
                    <a:pt x="125349" y="186500"/>
                  </a:lnTo>
                  <a:lnTo>
                    <a:pt x="126873" y="185166"/>
                  </a:lnTo>
                  <a:lnTo>
                    <a:pt x="131635" y="182499"/>
                  </a:lnTo>
                  <a:lnTo>
                    <a:pt x="133255" y="181451"/>
                  </a:lnTo>
                  <a:lnTo>
                    <a:pt x="141827" y="173736"/>
                  </a:lnTo>
                  <a:lnTo>
                    <a:pt x="142494" y="173260"/>
                  </a:lnTo>
                  <a:lnTo>
                    <a:pt x="142875" y="173546"/>
                  </a:lnTo>
                  <a:lnTo>
                    <a:pt x="142970" y="174689"/>
                  </a:lnTo>
                  <a:lnTo>
                    <a:pt x="142875" y="175736"/>
                  </a:lnTo>
                  <a:lnTo>
                    <a:pt x="142494" y="177451"/>
                  </a:lnTo>
                  <a:lnTo>
                    <a:pt x="142494" y="181737"/>
                  </a:lnTo>
                  <a:lnTo>
                    <a:pt x="141541" y="185071"/>
                  </a:lnTo>
                  <a:lnTo>
                    <a:pt x="140684" y="187357"/>
                  </a:lnTo>
                  <a:lnTo>
                    <a:pt x="138684" y="194120"/>
                  </a:lnTo>
                  <a:lnTo>
                    <a:pt x="138493" y="195548"/>
                  </a:lnTo>
                  <a:lnTo>
                    <a:pt x="139065" y="196977"/>
                  </a:lnTo>
                  <a:lnTo>
                    <a:pt x="140398" y="198501"/>
                  </a:lnTo>
                  <a:lnTo>
                    <a:pt x="145828" y="202311"/>
                  </a:lnTo>
                  <a:lnTo>
                    <a:pt x="147733" y="203359"/>
                  </a:lnTo>
                  <a:lnTo>
                    <a:pt x="151638" y="204026"/>
                  </a:lnTo>
                  <a:lnTo>
                    <a:pt x="151638" y="204121"/>
                  </a:lnTo>
                  <a:lnTo>
                    <a:pt x="152686" y="202978"/>
                  </a:lnTo>
                  <a:lnTo>
                    <a:pt x="156496" y="200311"/>
                  </a:lnTo>
                  <a:lnTo>
                    <a:pt x="158687" y="199454"/>
                  </a:lnTo>
                  <a:lnTo>
                    <a:pt x="162687" y="198977"/>
                  </a:lnTo>
                  <a:lnTo>
                    <a:pt x="164878" y="198311"/>
                  </a:lnTo>
                  <a:lnTo>
                    <a:pt x="166878" y="196691"/>
                  </a:lnTo>
                  <a:lnTo>
                    <a:pt x="169831" y="191834"/>
                  </a:lnTo>
                  <a:lnTo>
                    <a:pt x="171545" y="189738"/>
                  </a:lnTo>
                  <a:lnTo>
                    <a:pt x="172498" y="189262"/>
                  </a:lnTo>
                  <a:lnTo>
                    <a:pt x="174784" y="189262"/>
                  </a:lnTo>
                  <a:lnTo>
                    <a:pt x="175927" y="188690"/>
                  </a:lnTo>
                  <a:lnTo>
                    <a:pt x="176022" y="188119"/>
                  </a:lnTo>
                  <a:lnTo>
                    <a:pt x="175070" y="186976"/>
                  </a:lnTo>
                  <a:lnTo>
                    <a:pt x="175070" y="186214"/>
                  </a:lnTo>
                  <a:lnTo>
                    <a:pt x="175546" y="185833"/>
                  </a:lnTo>
                  <a:lnTo>
                    <a:pt x="176784" y="185166"/>
                  </a:lnTo>
                  <a:lnTo>
                    <a:pt x="177165" y="184690"/>
                  </a:lnTo>
                  <a:lnTo>
                    <a:pt x="187547" y="169354"/>
                  </a:lnTo>
                  <a:lnTo>
                    <a:pt x="188404" y="168402"/>
                  </a:lnTo>
                  <a:lnTo>
                    <a:pt x="189547" y="167926"/>
                  </a:lnTo>
                  <a:lnTo>
                    <a:pt x="192024" y="167640"/>
                  </a:lnTo>
                  <a:lnTo>
                    <a:pt x="193072" y="166878"/>
                  </a:lnTo>
                  <a:lnTo>
                    <a:pt x="193738" y="164592"/>
                  </a:lnTo>
                  <a:lnTo>
                    <a:pt x="193548" y="161735"/>
                  </a:lnTo>
                  <a:lnTo>
                    <a:pt x="191262" y="148495"/>
                  </a:lnTo>
                  <a:lnTo>
                    <a:pt x="191357" y="146018"/>
                  </a:lnTo>
                  <a:lnTo>
                    <a:pt x="192119" y="143256"/>
                  </a:lnTo>
                  <a:lnTo>
                    <a:pt x="193357" y="142018"/>
                  </a:lnTo>
                  <a:lnTo>
                    <a:pt x="197739" y="140399"/>
                  </a:lnTo>
                  <a:lnTo>
                    <a:pt x="199644" y="139160"/>
                  </a:lnTo>
                  <a:lnTo>
                    <a:pt x="204502" y="133826"/>
                  </a:lnTo>
                  <a:lnTo>
                    <a:pt x="208121" y="129350"/>
                  </a:lnTo>
                  <a:lnTo>
                    <a:pt x="209455" y="126778"/>
                  </a:lnTo>
                  <a:lnTo>
                    <a:pt x="209359" y="124111"/>
                  </a:lnTo>
                  <a:lnTo>
                    <a:pt x="207835" y="122587"/>
                  </a:lnTo>
                  <a:lnTo>
                    <a:pt x="203740" y="121253"/>
                  </a:lnTo>
                  <a:lnTo>
                    <a:pt x="202216" y="119825"/>
                  </a:lnTo>
                  <a:lnTo>
                    <a:pt x="201073" y="111157"/>
                  </a:lnTo>
                  <a:lnTo>
                    <a:pt x="201549" y="110109"/>
                  </a:lnTo>
                  <a:lnTo>
                    <a:pt x="202406" y="109157"/>
                  </a:lnTo>
                  <a:lnTo>
                    <a:pt x="202882" y="108109"/>
                  </a:lnTo>
                  <a:lnTo>
                    <a:pt x="202501" y="107156"/>
                  </a:lnTo>
                  <a:lnTo>
                    <a:pt x="201549" y="106680"/>
                  </a:lnTo>
                  <a:lnTo>
                    <a:pt x="200596" y="106490"/>
                  </a:lnTo>
                  <a:lnTo>
                    <a:pt x="199644" y="106108"/>
                  </a:lnTo>
                  <a:lnTo>
                    <a:pt x="198787" y="105251"/>
                  </a:lnTo>
                  <a:lnTo>
                    <a:pt x="197358" y="101346"/>
                  </a:lnTo>
                  <a:lnTo>
                    <a:pt x="196787" y="96203"/>
                  </a:lnTo>
                  <a:lnTo>
                    <a:pt x="197072" y="91059"/>
                  </a:lnTo>
                  <a:lnTo>
                    <a:pt x="197834" y="87058"/>
                  </a:lnTo>
                  <a:lnTo>
                    <a:pt x="199454" y="82772"/>
                  </a:lnTo>
                  <a:lnTo>
                    <a:pt x="199644" y="80867"/>
                  </a:lnTo>
                  <a:lnTo>
                    <a:pt x="199168" y="78391"/>
                  </a:lnTo>
                  <a:lnTo>
                    <a:pt x="196882" y="74104"/>
                  </a:lnTo>
                  <a:lnTo>
                    <a:pt x="196691" y="72009"/>
                  </a:lnTo>
                  <a:lnTo>
                    <a:pt x="198310" y="69533"/>
                  </a:lnTo>
                  <a:lnTo>
                    <a:pt x="198310" y="69533"/>
                  </a:lnTo>
                  <a:lnTo>
                    <a:pt x="200120" y="68104"/>
                  </a:lnTo>
                  <a:lnTo>
                    <a:pt x="203454" y="64199"/>
                  </a:lnTo>
                  <a:lnTo>
                    <a:pt x="204692" y="62294"/>
                  </a:lnTo>
                  <a:lnTo>
                    <a:pt x="205264" y="60865"/>
                  </a:lnTo>
                  <a:lnTo>
                    <a:pt x="205454" y="59912"/>
                  </a:lnTo>
                  <a:lnTo>
                    <a:pt x="205359" y="59150"/>
                  </a:lnTo>
                  <a:lnTo>
                    <a:pt x="205740" y="55436"/>
                  </a:lnTo>
                  <a:lnTo>
                    <a:pt x="206216" y="54483"/>
                  </a:lnTo>
                  <a:lnTo>
                    <a:pt x="207359" y="53340"/>
                  </a:lnTo>
                  <a:lnTo>
                    <a:pt x="208312" y="52769"/>
                  </a:lnTo>
                  <a:lnTo>
                    <a:pt x="210883" y="52197"/>
                  </a:lnTo>
                  <a:lnTo>
                    <a:pt x="212026" y="51626"/>
                  </a:lnTo>
                  <a:lnTo>
                    <a:pt x="212979" y="50578"/>
                  </a:lnTo>
                  <a:lnTo>
                    <a:pt x="214598" y="48197"/>
                  </a:lnTo>
                  <a:lnTo>
                    <a:pt x="215646" y="47244"/>
                  </a:lnTo>
                  <a:lnTo>
                    <a:pt x="217741" y="46958"/>
                  </a:lnTo>
                  <a:lnTo>
                    <a:pt x="219551" y="49625"/>
                  </a:lnTo>
                  <a:lnTo>
                    <a:pt x="220504" y="49721"/>
                  </a:lnTo>
                  <a:lnTo>
                    <a:pt x="220504" y="49625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6" name="Freeform: Shape 18">
              <a:extLst>
                <a:ext uri="{FF2B5EF4-FFF2-40B4-BE49-F238E27FC236}">
                  <a16:creationId xmlns:a16="http://schemas.microsoft.com/office/drawing/2014/main" id="{536B54B0-31E5-FFBB-C68B-FC7A03EEB2D9}"/>
                </a:ext>
              </a:extLst>
            </p:cNvPr>
            <p:cNvSpPr/>
            <p:nvPr/>
          </p:nvSpPr>
          <p:spPr>
            <a:xfrm>
              <a:off x="10674526" y="3206350"/>
              <a:ext cx="197664" cy="465923"/>
            </a:xfrm>
            <a:custGeom>
              <a:avLst/>
              <a:gdLst>
                <a:gd name="connsiteX0" fmla="*/ 132683 w 133350"/>
                <a:gd name="connsiteY0" fmla="*/ 133445 h 314325"/>
                <a:gd name="connsiteX1" fmla="*/ 132683 w 133350"/>
                <a:gd name="connsiteY1" fmla="*/ 129921 h 314325"/>
                <a:gd name="connsiteX2" fmla="*/ 136398 w 133350"/>
                <a:gd name="connsiteY2" fmla="*/ 105632 h 314325"/>
                <a:gd name="connsiteX3" fmla="*/ 136208 w 133350"/>
                <a:gd name="connsiteY3" fmla="*/ 101441 h 314325"/>
                <a:gd name="connsiteX4" fmla="*/ 135636 w 133350"/>
                <a:gd name="connsiteY4" fmla="*/ 100108 h 314325"/>
                <a:gd name="connsiteX5" fmla="*/ 134112 w 133350"/>
                <a:gd name="connsiteY5" fmla="*/ 97822 h 314325"/>
                <a:gd name="connsiteX6" fmla="*/ 133445 w 133350"/>
                <a:gd name="connsiteY6" fmla="*/ 96583 h 314325"/>
                <a:gd name="connsiteX7" fmla="*/ 129731 w 133350"/>
                <a:gd name="connsiteY7" fmla="*/ 94012 h 314325"/>
                <a:gd name="connsiteX8" fmla="*/ 127826 w 133350"/>
                <a:gd name="connsiteY8" fmla="*/ 79343 h 314325"/>
                <a:gd name="connsiteX9" fmla="*/ 128016 w 133350"/>
                <a:gd name="connsiteY9" fmla="*/ 74867 h 314325"/>
                <a:gd name="connsiteX10" fmla="*/ 127635 w 133350"/>
                <a:gd name="connsiteY10" fmla="*/ 72866 h 314325"/>
                <a:gd name="connsiteX11" fmla="*/ 127159 w 133350"/>
                <a:gd name="connsiteY11" fmla="*/ 72009 h 314325"/>
                <a:gd name="connsiteX12" fmla="*/ 126397 w 133350"/>
                <a:gd name="connsiteY12" fmla="*/ 71342 h 314325"/>
                <a:gd name="connsiteX13" fmla="*/ 125444 w 133350"/>
                <a:gd name="connsiteY13" fmla="*/ 70199 h 314325"/>
                <a:gd name="connsiteX14" fmla="*/ 122968 w 133350"/>
                <a:gd name="connsiteY14" fmla="*/ 66008 h 314325"/>
                <a:gd name="connsiteX15" fmla="*/ 122111 w 133350"/>
                <a:gd name="connsiteY15" fmla="*/ 63913 h 314325"/>
                <a:gd name="connsiteX16" fmla="*/ 121444 w 133350"/>
                <a:gd name="connsiteY16" fmla="*/ 61722 h 314325"/>
                <a:gd name="connsiteX17" fmla="*/ 121253 w 133350"/>
                <a:gd name="connsiteY17" fmla="*/ 59055 h 314325"/>
                <a:gd name="connsiteX18" fmla="*/ 121444 w 133350"/>
                <a:gd name="connsiteY18" fmla="*/ 56579 h 314325"/>
                <a:gd name="connsiteX19" fmla="*/ 121349 w 133350"/>
                <a:gd name="connsiteY19" fmla="*/ 56579 h 314325"/>
                <a:gd name="connsiteX20" fmla="*/ 120396 w 133350"/>
                <a:gd name="connsiteY20" fmla="*/ 56579 h 314325"/>
                <a:gd name="connsiteX21" fmla="*/ 116110 w 133350"/>
                <a:gd name="connsiteY21" fmla="*/ 58865 h 314325"/>
                <a:gd name="connsiteX22" fmla="*/ 115253 w 133350"/>
                <a:gd name="connsiteY22" fmla="*/ 58865 h 314325"/>
                <a:gd name="connsiteX23" fmla="*/ 114967 w 133350"/>
                <a:gd name="connsiteY23" fmla="*/ 58293 h 314325"/>
                <a:gd name="connsiteX24" fmla="*/ 115253 w 133350"/>
                <a:gd name="connsiteY24" fmla="*/ 57436 h 314325"/>
                <a:gd name="connsiteX25" fmla="*/ 115538 w 133350"/>
                <a:gd name="connsiteY25" fmla="*/ 56674 h 314325"/>
                <a:gd name="connsiteX26" fmla="*/ 115824 w 133350"/>
                <a:gd name="connsiteY26" fmla="*/ 55817 h 314325"/>
                <a:gd name="connsiteX27" fmla="*/ 115634 w 133350"/>
                <a:gd name="connsiteY27" fmla="*/ 54864 h 314325"/>
                <a:gd name="connsiteX28" fmla="*/ 115253 w 133350"/>
                <a:gd name="connsiteY28" fmla="*/ 53912 h 314325"/>
                <a:gd name="connsiteX29" fmla="*/ 114014 w 133350"/>
                <a:gd name="connsiteY29" fmla="*/ 52769 h 314325"/>
                <a:gd name="connsiteX30" fmla="*/ 113443 w 133350"/>
                <a:gd name="connsiteY30" fmla="*/ 52388 h 314325"/>
                <a:gd name="connsiteX31" fmla="*/ 112776 w 133350"/>
                <a:gd name="connsiteY31" fmla="*/ 52578 h 314325"/>
                <a:gd name="connsiteX32" fmla="*/ 112300 w 133350"/>
                <a:gd name="connsiteY32" fmla="*/ 53245 h 314325"/>
                <a:gd name="connsiteX33" fmla="*/ 111824 w 133350"/>
                <a:gd name="connsiteY33" fmla="*/ 54197 h 314325"/>
                <a:gd name="connsiteX34" fmla="*/ 111157 w 133350"/>
                <a:gd name="connsiteY34" fmla="*/ 54864 h 314325"/>
                <a:gd name="connsiteX35" fmla="*/ 110109 w 133350"/>
                <a:gd name="connsiteY35" fmla="*/ 55531 h 314325"/>
                <a:gd name="connsiteX36" fmla="*/ 108109 w 133350"/>
                <a:gd name="connsiteY36" fmla="*/ 56007 h 314325"/>
                <a:gd name="connsiteX37" fmla="*/ 107061 w 133350"/>
                <a:gd name="connsiteY37" fmla="*/ 56102 h 314325"/>
                <a:gd name="connsiteX38" fmla="*/ 106394 w 133350"/>
                <a:gd name="connsiteY38" fmla="*/ 56007 h 314325"/>
                <a:gd name="connsiteX39" fmla="*/ 106204 w 133350"/>
                <a:gd name="connsiteY39" fmla="*/ 55626 h 314325"/>
                <a:gd name="connsiteX40" fmla="*/ 106204 w 133350"/>
                <a:gd name="connsiteY40" fmla="*/ 55245 h 314325"/>
                <a:gd name="connsiteX41" fmla="*/ 106204 w 133350"/>
                <a:gd name="connsiteY41" fmla="*/ 54674 h 314325"/>
                <a:gd name="connsiteX42" fmla="*/ 105918 w 133350"/>
                <a:gd name="connsiteY42" fmla="*/ 54197 h 314325"/>
                <a:gd name="connsiteX43" fmla="*/ 104870 w 133350"/>
                <a:gd name="connsiteY43" fmla="*/ 53531 h 314325"/>
                <a:gd name="connsiteX44" fmla="*/ 103632 w 133350"/>
                <a:gd name="connsiteY44" fmla="*/ 53245 h 314325"/>
                <a:gd name="connsiteX45" fmla="*/ 102775 w 133350"/>
                <a:gd name="connsiteY45" fmla="*/ 53245 h 314325"/>
                <a:gd name="connsiteX46" fmla="*/ 102108 w 133350"/>
                <a:gd name="connsiteY46" fmla="*/ 53626 h 314325"/>
                <a:gd name="connsiteX47" fmla="*/ 100775 w 133350"/>
                <a:gd name="connsiteY47" fmla="*/ 54959 h 314325"/>
                <a:gd name="connsiteX48" fmla="*/ 99727 w 133350"/>
                <a:gd name="connsiteY48" fmla="*/ 55531 h 314325"/>
                <a:gd name="connsiteX49" fmla="*/ 98679 w 133350"/>
                <a:gd name="connsiteY49" fmla="*/ 55436 h 314325"/>
                <a:gd name="connsiteX50" fmla="*/ 97822 w 133350"/>
                <a:gd name="connsiteY50" fmla="*/ 54769 h 314325"/>
                <a:gd name="connsiteX51" fmla="*/ 97250 w 133350"/>
                <a:gd name="connsiteY51" fmla="*/ 54007 h 314325"/>
                <a:gd name="connsiteX52" fmla="*/ 96298 w 133350"/>
                <a:gd name="connsiteY52" fmla="*/ 53054 h 314325"/>
                <a:gd name="connsiteX53" fmla="*/ 94679 w 133350"/>
                <a:gd name="connsiteY53" fmla="*/ 52007 h 314325"/>
                <a:gd name="connsiteX54" fmla="*/ 86011 w 133350"/>
                <a:gd name="connsiteY54" fmla="*/ 49054 h 314325"/>
                <a:gd name="connsiteX55" fmla="*/ 84677 w 133350"/>
                <a:gd name="connsiteY55" fmla="*/ 48387 h 314325"/>
                <a:gd name="connsiteX56" fmla="*/ 84106 w 133350"/>
                <a:gd name="connsiteY56" fmla="*/ 47911 h 314325"/>
                <a:gd name="connsiteX57" fmla="*/ 84011 w 133350"/>
                <a:gd name="connsiteY57" fmla="*/ 47339 h 314325"/>
                <a:gd name="connsiteX58" fmla="*/ 84296 w 133350"/>
                <a:gd name="connsiteY58" fmla="*/ 46768 h 314325"/>
                <a:gd name="connsiteX59" fmla="*/ 84868 w 133350"/>
                <a:gd name="connsiteY59" fmla="*/ 46196 h 314325"/>
                <a:gd name="connsiteX60" fmla="*/ 85439 w 133350"/>
                <a:gd name="connsiteY60" fmla="*/ 45720 h 314325"/>
                <a:gd name="connsiteX61" fmla="*/ 86011 w 133350"/>
                <a:gd name="connsiteY61" fmla="*/ 45149 h 314325"/>
                <a:gd name="connsiteX62" fmla="*/ 86201 w 133350"/>
                <a:gd name="connsiteY62" fmla="*/ 44482 h 314325"/>
                <a:gd name="connsiteX63" fmla="*/ 86297 w 133350"/>
                <a:gd name="connsiteY63" fmla="*/ 43720 h 314325"/>
                <a:gd name="connsiteX64" fmla="*/ 86297 w 133350"/>
                <a:gd name="connsiteY64" fmla="*/ 40862 h 314325"/>
                <a:gd name="connsiteX65" fmla="*/ 86773 w 133350"/>
                <a:gd name="connsiteY65" fmla="*/ 37719 h 314325"/>
                <a:gd name="connsiteX66" fmla="*/ 87344 w 133350"/>
                <a:gd name="connsiteY66" fmla="*/ 36195 h 314325"/>
                <a:gd name="connsiteX67" fmla="*/ 87535 w 133350"/>
                <a:gd name="connsiteY67" fmla="*/ 35433 h 314325"/>
                <a:gd name="connsiteX68" fmla="*/ 87630 w 133350"/>
                <a:gd name="connsiteY68" fmla="*/ 33909 h 314325"/>
                <a:gd name="connsiteX69" fmla="*/ 88297 w 133350"/>
                <a:gd name="connsiteY69" fmla="*/ 31623 h 314325"/>
                <a:gd name="connsiteX70" fmla="*/ 88583 w 133350"/>
                <a:gd name="connsiteY70" fmla="*/ 30766 h 314325"/>
                <a:gd name="connsiteX71" fmla="*/ 88106 w 133350"/>
                <a:gd name="connsiteY71" fmla="*/ 28004 h 314325"/>
                <a:gd name="connsiteX72" fmla="*/ 88202 w 133350"/>
                <a:gd name="connsiteY72" fmla="*/ 26384 h 314325"/>
                <a:gd name="connsiteX73" fmla="*/ 88678 w 133350"/>
                <a:gd name="connsiteY73" fmla="*/ 24575 h 314325"/>
                <a:gd name="connsiteX74" fmla="*/ 89535 w 133350"/>
                <a:gd name="connsiteY74" fmla="*/ 23146 h 314325"/>
                <a:gd name="connsiteX75" fmla="*/ 91440 w 133350"/>
                <a:gd name="connsiteY75" fmla="*/ 21241 h 314325"/>
                <a:gd name="connsiteX76" fmla="*/ 91821 w 133350"/>
                <a:gd name="connsiteY76" fmla="*/ 19812 h 314325"/>
                <a:gd name="connsiteX77" fmla="*/ 91345 w 133350"/>
                <a:gd name="connsiteY77" fmla="*/ 18002 h 314325"/>
                <a:gd name="connsiteX78" fmla="*/ 89154 w 133350"/>
                <a:gd name="connsiteY78" fmla="*/ 16288 h 314325"/>
                <a:gd name="connsiteX79" fmla="*/ 88678 w 133350"/>
                <a:gd name="connsiteY79" fmla="*/ 14669 h 314325"/>
                <a:gd name="connsiteX80" fmla="*/ 89059 w 133350"/>
                <a:gd name="connsiteY80" fmla="*/ 11811 h 314325"/>
                <a:gd name="connsiteX81" fmla="*/ 88678 w 133350"/>
                <a:gd name="connsiteY81" fmla="*/ 10668 h 314325"/>
                <a:gd name="connsiteX82" fmla="*/ 85630 w 133350"/>
                <a:gd name="connsiteY82" fmla="*/ 12954 h 314325"/>
                <a:gd name="connsiteX83" fmla="*/ 83820 w 133350"/>
                <a:gd name="connsiteY83" fmla="*/ 12954 h 314325"/>
                <a:gd name="connsiteX84" fmla="*/ 80105 w 133350"/>
                <a:gd name="connsiteY84" fmla="*/ 12383 h 314325"/>
                <a:gd name="connsiteX85" fmla="*/ 78486 w 133350"/>
                <a:gd name="connsiteY85" fmla="*/ 11621 h 314325"/>
                <a:gd name="connsiteX86" fmla="*/ 70771 w 133350"/>
                <a:gd name="connsiteY86" fmla="*/ 14859 h 314325"/>
                <a:gd name="connsiteX87" fmla="*/ 69342 w 133350"/>
                <a:gd name="connsiteY87" fmla="*/ 14859 h 314325"/>
                <a:gd name="connsiteX88" fmla="*/ 67723 w 133350"/>
                <a:gd name="connsiteY88" fmla="*/ 14669 h 314325"/>
                <a:gd name="connsiteX89" fmla="*/ 66770 w 133350"/>
                <a:gd name="connsiteY89" fmla="*/ 13430 h 314325"/>
                <a:gd name="connsiteX90" fmla="*/ 61627 w 133350"/>
                <a:gd name="connsiteY90" fmla="*/ 2762 h 314325"/>
                <a:gd name="connsiteX91" fmla="*/ 60865 w 133350"/>
                <a:gd name="connsiteY91" fmla="*/ 1619 h 314325"/>
                <a:gd name="connsiteX92" fmla="*/ 59436 w 133350"/>
                <a:gd name="connsiteY92" fmla="*/ 191 h 314325"/>
                <a:gd name="connsiteX93" fmla="*/ 58579 w 133350"/>
                <a:gd name="connsiteY93" fmla="*/ 0 h 314325"/>
                <a:gd name="connsiteX94" fmla="*/ 57817 w 133350"/>
                <a:gd name="connsiteY94" fmla="*/ 476 h 314325"/>
                <a:gd name="connsiteX95" fmla="*/ 57245 w 133350"/>
                <a:gd name="connsiteY95" fmla="*/ 1524 h 314325"/>
                <a:gd name="connsiteX96" fmla="*/ 53626 w 133350"/>
                <a:gd name="connsiteY96" fmla="*/ 11335 h 314325"/>
                <a:gd name="connsiteX97" fmla="*/ 53150 w 133350"/>
                <a:gd name="connsiteY97" fmla="*/ 13430 h 314325"/>
                <a:gd name="connsiteX98" fmla="*/ 52769 w 133350"/>
                <a:gd name="connsiteY98" fmla="*/ 14383 h 314325"/>
                <a:gd name="connsiteX99" fmla="*/ 52102 w 133350"/>
                <a:gd name="connsiteY99" fmla="*/ 15335 h 314325"/>
                <a:gd name="connsiteX100" fmla="*/ 49530 w 133350"/>
                <a:gd name="connsiteY100" fmla="*/ 17812 h 314325"/>
                <a:gd name="connsiteX101" fmla="*/ 43910 w 133350"/>
                <a:gd name="connsiteY101" fmla="*/ 23813 h 314325"/>
                <a:gd name="connsiteX102" fmla="*/ 42958 w 133350"/>
                <a:gd name="connsiteY102" fmla="*/ 25622 h 314325"/>
                <a:gd name="connsiteX103" fmla="*/ 42958 w 133350"/>
                <a:gd name="connsiteY103" fmla="*/ 27623 h 314325"/>
                <a:gd name="connsiteX104" fmla="*/ 43244 w 133350"/>
                <a:gd name="connsiteY104" fmla="*/ 28861 h 314325"/>
                <a:gd name="connsiteX105" fmla="*/ 43434 w 133350"/>
                <a:gd name="connsiteY105" fmla="*/ 29908 h 314325"/>
                <a:gd name="connsiteX106" fmla="*/ 43244 w 133350"/>
                <a:gd name="connsiteY106" fmla="*/ 30956 h 314325"/>
                <a:gd name="connsiteX107" fmla="*/ 42482 w 133350"/>
                <a:gd name="connsiteY107" fmla="*/ 31433 h 314325"/>
                <a:gd name="connsiteX108" fmla="*/ 41624 w 133350"/>
                <a:gd name="connsiteY108" fmla="*/ 31623 h 314325"/>
                <a:gd name="connsiteX109" fmla="*/ 40386 w 133350"/>
                <a:gd name="connsiteY109" fmla="*/ 32195 h 314325"/>
                <a:gd name="connsiteX110" fmla="*/ 39053 w 133350"/>
                <a:gd name="connsiteY110" fmla="*/ 33147 h 314325"/>
                <a:gd name="connsiteX111" fmla="*/ 35433 w 133350"/>
                <a:gd name="connsiteY111" fmla="*/ 36957 h 314325"/>
                <a:gd name="connsiteX112" fmla="*/ 31718 w 133350"/>
                <a:gd name="connsiteY112" fmla="*/ 40196 h 314325"/>
                <a:gd name="connsiteX113" fmla="*/ 30099 w 133350"/>
                <a:gd name="connsiteY113" fmla="*/ 42196 h 314325"/>
                <a:gd name="connsiteX114" fmla="*/ 29051 w 133350"/>
                <a:gd name="connsiteY114" fmla="*/ 43339 h 314325"/>
                <a:gd name="connsiteX115" fmla="*/ 27623 w 133350"/>
                <a:gd name="connsiteY115" fmla="*/ 44387 h 314325"/>
                <a:gd name="connsiteX116" fmla="*/ 26575 w 133350"/>
                <a:gd name="connsiteY116" fmla="*/ 44767 h 314325"/>
                <a:gd name="connsiteX117" fmla="*/ 25622 w 133350"/>
                <a:gd name="connsiteY117" fmla="*/ 44958 h 314325"/>
                <a:gd name="connsiteX118" fmla="*/ 24670 w 133350"/>
                <a:gd name="connsiteY118" fmla="*/ 44863 h 314325"/>
                <a:gd name="connsiteX119" fmla="*/ 23432 w 133350"/>
                <a:gd name="connsiteY119" fmla="*/ 44387 h 314325"/>
                <a:gd name="connsiteX120" fmla="*/ 22384 w 133350"/>
                <a:gd name="connsiteY120" fmla="*/ 43625 h 314325"/>
                <a:gd name="connsiteX121" fmla="*/ 21527 w 133350"/>
                <a:gd name="connsiteY121" fmla="*/ 42767 h 314325"/>
                <a:gd name="connsiteX122" fmla="*/ 20955 w 133350"/>
                <a:gd name="connsiteY122" fmla="*/ 41815 h 314325"/>
                <a:gd name="connsiteX123" fmla="*/ 20003 w 133350"/>
                <a:gd name="connsiteY123" fmla="*/ 39719 h 314325"/>
                <a:gd name="connsiteX124" fmla="*/ 19050 w 133350"/>
                <a:gd name="connsiteY124" fmla="*/ 36386 h 314325"/>
                <a:gd name="connsiteX125" fmla="*/ 19050 w 133350"/>
                <a:gd name="connsiteY125" fmla="*/ 35528 h 314325"/>
                <a:gd name="connsiteX126" fmla="*/ 19241 w 133350"/>
                <a:gd name="connsiteY126" fmla="*/ 34862 h 314325"/>
                <a:gd name="connsiteX127" fmla="*/ 20193 w 133350"/>
                <a:gd name="connsiteY127" fmla="*/ 33338 h 314325"/>
                <a:gd name="connsiteX128" fmla="*/ 20479 w 133350"/>
                <a:gd name="connsiteY128" fmla="*/ 32766 h 314325"/>
                <a:gd name="connsiteX129" fmla="*/ 20669 w 133350"/>
                <a:gd name="connsiteY129" fmla="*/ 32099 h 314325"/>
                <a:gd name="connsiteX130" fmla="*/ 20574 w 133350"/>
                <a:gd name="connsiteY130" fmla="*/ 31718 h 314325"/>
                <a:gd name="connsiteX131" fmla="*/ 20384 w 133350"/>
                <a:gd name="connsiteY131" fmla="*/ 31337 h 314325"/>
                <a:gd name="connsiteX132" fmla="*/ 20003 w 133350"/>
                <a:gd name="connsiteY132" fmla="*/ 31052 h 314325"/>
                <a:gd name="connsiteX133" fmla="*/ 19145 w 133350"/>
                <a:gd name="connsiteY133" fmla="*/ 30861 h 314325"/>
                <a:gd name="connsiteX134" fmla="*/ 13716 w 133350"/>
                <a:gd name="connsiteY134" fmla="*/ 30575 h 314325"/>
                <a:gd name="connsiteX135" fmla="*/ 5620 w 133350"/>
                <a:gd name="connsiteY135" fmla="*/ 31052 h 314325"/>
                <a:gd name="connsiteX136" fmla="*/ 6287 w 133350"/>
                <a:gd name="connsiteY136" fmla="*/ 33052 h 314325"/>
                <a:gd name="connsiteX137" fmla="*/ 6953 w 133350"/>
                <a:gd name="connsiteY137" fmla="*/ 33909 h 314325"/>
                <a:gd name="connsiteX138" fmla="*/ 7239 w 133350"/>
                <a:gd name="connsiteY138" fmla="*/ 34195 h 314325"/>
                <a:gd name="connsiteX139" fmla="*/ 7811 w 133350"/>
                <a:gd name="connsiteY139" fmla="*/ 34766 h 314325"/>
                <a:gd name="connsiteX140" fmla="*/ 8192 w 133350"/>
                <a:gd name="connsiteY140" fmla="*/ 35433 h 314325"/>
                <a:gd name="connsiteX141" fmla="*/ 8573 w 133350"/>
                <a:gd name="connsiteY141" fmla="*/ 36290 h 314325"/>
                <a:gd name="connsiteX142" fmla="*/ 8668 w 133350"/>
                <a:gd name="connsiteY142" fmla="*/ 37338 h 314325"/>
                <a:gd name="connsiteX143" fmla="*/ 9049 w 133350"/>
                <a:gd name="connsiteY143" fmla="*/ 48101 h 314325"/>
                <a:gd name="connsiteX144" fmla="*/ 8954 w 133350"/>
                <a:gd name="connsiteY144" fmla="*/ 49149 h 314325"/>
                <a:gd name="connsiteX145" fmla="*/ 7906 w 133350"/>
                <a:gd name="connsiteY145" fmla="*/ 53816 h 314325"/>
                <a:gd name="connsiteX146" fmla="*/ 7906 w 133350"/>
                <a:gd name="connsiteY146" fmla="*/ 56579 h 314325"/>
                <a:gd name="connsiteX147" fmla="*/ 8001 w 133350"/>
                <a:gd name="connsiteY147" fmla="*/ 57721 h 314325"/>
                <a:gd name="connsiteX148" fmla="*/ 8192 w 133350"/>
                <a:gd name="connsiteY148" fmla="*/ 58483 h 314325"/>
                <a:gd name="connsiteX149" fmla="*/ 8382 w 133350"/>
                <a:gd name="connsiteY149" fmla="*/ 58865 h 314325"/>
                <a:gd name="connsiteX150" fmla="*/ 9049 w 133350"/>
                <a:gd name="connsiteY150" fmla="*/ 60388 h 314325"/>
                <a:gd name="connsiteX151" fmla="*/ 9335 w 133350"/>
                <a:gd name="connsiteY151" fmla="*/ 61150 h 314325"/>
                <a:gd name="connsiteX152" fmla="*/ 9430 w 133350"/>
                <a:gd name="connsiteY152" fmla="*/ 61722 h 314325"/>
                <a:gd name="connsiteX153" fmla="*/ 9049 w 133350"/>
                <a:gd name="connsiteY153" fmla="*/ 63627 h 314325"/>
                <a:gd name="connsiteX154" fmla="*/ 7620 w 133350"/>
                <a:gd name="connsiteY154" fmla="*/ 67437 h 314325"/>
                <a:gd name="connsiteX155" fmla="*/ 7430 w 133350"/>
                <a:gd name="connsiteY155" fmla="*/ 68104 h 314325"/>
                <a:gd name="connsiteX156" fmla="*/ 7334 w 133350"/>
                <a:gd name="connsiteY156" fmla="*/ 69152 h 314325"/>
                <a:gd name="connsiteX157" fmla="*/ 7334 w 133350"/>
                <a:gd name="connsiteY157" fmla="*/ 72200 h 314325"/>
                <a:gd name="connsiteX158" fmla="*/ 7430 w 133350"/>
                <a:gd name="connsiteY158" fmla="*/ 72962 h 314325"/>
                <a:gd name="connsiteX159" fmla="*/ 7525 w 133350"/>
                <a:gd name="connsiteY159" fmla="*/ 73438 h 314325"/>
                <a:gd name="connsiteX160" fmla="*/ 8096 w 133350"/>
                <a:gd name="connsiteY160" fmla="*/ 74581 h 314325"/>
                <a:gd name="connsiteX161" fmla="*/ 8192 w 133350"/>
                <a:gd name="connsiteY161" fmla="*/ 75152 h 314325"/>
                <a:gd name="connsiteX162" fmla="*/ 8192 w 133350"/>
                <a:gd name="connsiteY162" fmla="*/ 75819 h 314325"/>
                <a:gd name="connsiteX163" fmla="*/ 8192 w 133350"/>
                <a:gd name="connsiteY163" fmla="*/ 76771 h 314325"/>
                <a:gd name="connsiteX164" fmla="*/ 8192 w 133350"/>
                <a:gd name="connsiteY164" fmla="*/ 77915 h 314325"/>
                <a:gd name="connsiteX165" fmla="*/ 8096 w 133350"/>
                <a:gd name="connsiteY165" fmla="*/ 79153 h 314325"/>
                <a:gd name="connsiteX166" fmla="*/ 7906 w 133350"/>
                <a:gd name="connsiteY166" fmla="*/ 80010 h 314325"/>
                <a:gd name="connsiteX167" fmla="*/ 7716 w 133350"/>
                <a:gd name="connsiteY167" fmla="*/ 80391 h 314325"/>
                <a:gd name="connsiteX168" fmla="*/ 7239 w 133350"/>
                <a:gd name="connsiteY168" fmla="*/ 80677 h 314325"/>
                <a:gd name="connsiteX169" fmla="*/ 6858 w 133350"/>
                <a:gd name="connsiteY169" fmla="*/ 80582 h 314325"/>
                <a:gd name="connsiteX170" fmla="*/ 6572 w 133350"/>
                <a:gd name="connsiteY170" fmla="*/ 80296 h 314325"/>
                <a:gd name="connsiteX171" fmla="*/ 6287 w 133350"/>
                <a:gd name="connsiteY171" fmla="*/ 80010 h 314325"/>
                <a:gd name="connsiteX172" fmla="*/ 6001 w 133350"/>
                <a:gd name="connsiteY172" fmla="*/ 79724 h 314325"/>
                <a:gd name="connsiteX173" fmla="*/ 5715 w 133350"/>
                <a:gd name="connsiteY173" fmla="*/ 79534 h 314325"/>
                <a:gd name="connsiteX174" fmla="*/ 5239 w 133350"/>
                <a:gd name="connsiteY174" fmla="*/ 79438 h 314325"/>
                <a:gd name="connsiteX175" fmla="*/ 4858 w 133350"/>
                <a:gd name="connsiteY175" fmla="*/ 79629 h 314325"/>
                <a:gd name="connsiteX176" fmla="*/ 4572 w 133350"/>
                <a:gd name="connsiteY176" fmla="*/ 79820 h 314325"/>
                <a:gd name="connsiteX177" fmla="*/ 4286 w 133350"/>
                <a:gd name="connsiteY177" fmla="*/ 80105 h 314325"/>
                <a:gd name="connsiteX178" fmla="*/ 3334 w 133350"/>
                <a:gd name="connsiteY178" fmla="*/ 81058 h 314325"/>
                <a:gd name="connsiteX179" fmla="*/ 2858 w 133350"/>
                <a:gd name="connsiteY179" fmla="*/ 81629 h 314325"/>
                <a:gd name="connsiteX180" fmla="*/ 2381 w 133350"/>
                <a:gd name="connsiteY180" fmla="*/ 82677 h 314325"/>
                <a:gd name="connsiteX181" fmla="*/ 2096 w 133350"/>
                <a:gd name="connsiteY181" fmla="*/ 83534 h 314325"/>
                <a:gd name="connsiteX182" fmla="*/ 2096 w 133350"/>
                <a:gd name="connsiteY182" fmla="*/ 84296 h 314325"/>
                <a:gd name="connsiteX183" fmla="*/ 2381 w 133350"/>
                <a:gd name="connsiteY183" fmla="*/ 85058 h 314325"/>
                <a:gd name="connsiteX184" fmla="*/ 2381 w 133350"/>
                <a:gd name="connsiteY184" fmla="*/ 85725 h 314325"/>
                <a:gd name="connsiteX185" fmla="*/ 2000 w 133350"/>
                <a:gd name="connsiteY185" fmla="*/ 86773 h 314325"/>
                <a:gd name="connsiteX186" fmla="*/ 1238 w 133350"/>
                <a:gd name="connsiteY186" fmla="*/ 89440 h 314325"/>
                <a:gd name="connsiteX187" fmla="*/ 2096 w 133350"/>
                <a:gd name="connsiteY187" fmla="*/ 96488 h 314325"/>
                <a:gd name="connsiteX188" fmla="*/ 1143 w 133350"/>
                <a:gd name="connsiteY188" fmla="*/ 98584 h 314325"/>
                <a:gd name="connsiteX189" fmla="*/ 1334 w 133350"/>
                <a:gd name="connsiteY189" fmla="*/ 100870 h 314325"/>
                <a:gd name="connsiteX190" fmla="*/ 0 w 133350"/>
                <a:gd name="connsiteY190" fmla="*/ 106204 h 314325"/>
                <a:gd name="connsiteX191" fmla="*/ 286 w 133350"/>
                <a:gd name="connsiteY191" fmla="*/ 110395 h 314325"/>
                <a:gd name="connsiteX192" fmla="*/ 4763 w 133350"/>
                <a:gd name="connsiteY192" fmla="*/ 124682 h 314325"/>
                <a:gd name="connsiteX193" fmla="*/ 5429 w 133350"/>
                <a:gd name="connsiteY193" fmla="*/ 130874 h 314325"/>
                <a:gd name="connsiteX194" fmla="*/ 5906 w 133350"/>
                <a:gd name="connsiteY194" fmla="*/ 132683 h 314325"/>
                <a:gd name="connsiteX195" fmla="*/ 6572 w 133350"/>
                <a:gd name="connsiteY195" fmla="*/ 133731 h 314325"/>
                <a:gd name="connsiteX196" fmla="*/ 8096 w 133350"/>
                <a:gd name="connsiteY196" fmla="*/ 135160 h 314325"/>
                <a:gd name="connsiteX197" fmla="*/ 8668 w 133350"/>
                <a:gd name="connsiteY197" fmla="*/ 136303 h 314325"/>
                <a:gd name="connsiteX198" fmla="*/ 8858 w 133350"/>
                <a:gd name="connsiteY198" fmla="*/ 137255 h 314325"/>
                <a:gd name="connsiteX199" fmla="*/ 8668 w 133350"/>
                <a:gd name="connsiteY199" fmla="*/ 138970 h 314325"/>
                <a:gd name="connsiteX200" fmla="*/ 8858 w 133350"/>
                <a:gd name="connsiteY200" fmla="*/ 139827 h 314325"/>
                <a:gd name="connsiteX201" fmla="*/ 9430 w 133350"/>
                <a:gd name="connsiteY201" fmla="*/ 140684 h 314325"/>
                <a:gd name="connsiteX202" fmla="*/ 10954 w 133350"/>
                <a:gd name="connsiteY202" fmla="*/ 141827 h 314325"/>
                <a:gd name="connsiteX203" fmla="*/ 11335 w 133350"/>
                <a:gd name="connsiteY203" fmla="*/ 142494 h 314325"/>
                <a:gd name="connsiteX204" fmla="*/ 11525 w 133350"/>
                <a:gd name="connsiteY204" fmla="*/ 143637 h 314325"/>
                <a:gd name="connsiteX205" fmla="*/ 11144 w 133350"/>
                <a:gd name="connsiteY205" fmla="*/ 146113 h 314325"/>
                <a:gd name="connsiteX206" fmla="*/ 11240 w 133350"/>
                <a:gd name="connsiteY206" fmla="*/ 147352 h 314325"/>
                <a:gd name="connsiteX207" fmla="*/ 11811 w 133350"/>
                <a:gd name="connsiteY207" fmla="*/ 149447 h 314325"/>
                <a:gd name="connsiteX208" fmla="*/ 12287 w 133350"/>
                <a:gd name="connsiteY208" fmla="*/ 150686 h 314325"/>
                <a:gd name="connsiteX209" fmla="*/ 12383 w 133350"/>
                <a:gd name="connsiteY209" fmla="*/ 151924 h 314325"/>
                <a:gd name="connsiteX210" fmla="*/ 11621 w 133350"/>
                <a:gd name="connsiteY210" fmla="*/ 154210 h 314325"/>
                <a:gd name="connsiteX211" fmla="*/ 9525 w 133350"/>
                <a:gd name="connsiteY211" fmla="*/ 158496 h 314325"/>
                <a:gd name="connsiteX212" fmla="*/ 9049 w 133350"/>
                <a:gd name="connsiteY212" fmla="*/ 160401 h 314325"/>
                <a:gd name="connsiteX213" fmla="*/ 8954 w 133350"/>
                <a:gd name="connsiteY213" fmla="*/ 165449 h 314325"/>
                <a:gd name="connsiteX214" fmla="*/ 11906 w 133350"/>
                <a:gd name="connsiteY214" fmla="*/ 183166 h 314325"/>
                <a:gd name="connsiteX215" fmla="*/ 11811 w 133350"/>
                <a:gd name="connsiteY215" fmla="*/ 191929 h 314325"/>
                <a:gd name="connsiteX216" fmla="*/ 12668 w 133350"/>
                <a:gd name="connsiteY216" fmla="*/ 196120 h 314325"/>
                <a:gd name="connsiteX217" fmla="*/ 14859 w 133350"/>
                <a:gd name="connsiteY217" fmla="*/ 199358 h 314325"/>
                <a:gd name="connsiteX218" fmla="*/ 18669 w 133350"/>
                <a:gd name="connsiteY218" fmla="*/ 200978 h 314325"/>
                <a:gd name="connsiteX219" fmla="*/ 20384 w 133350"/>
                <a:gd name="connsiteY219" fmla="*/ 203073 h 314325"/>
                <a:gd name="connsiteX220" fmla="*/ 21336 w 133350"/>
                <a:gd name="connsiteY220" fmla="*/ 212788 h 314325"/>
                <a:gd name="connsiteX221" fmla="*/ 22193 w 133350"/>
                <a:gd name="connsiteY221" fmla="*/ 216599 h 314325"/>
                <a:gd name="connsiteX222" fmla="*/ 23527 w 133350"/>
                <a:gd name="connsiteY222" fmla="*/ 218504 h 314325"/>
                <a:gd name="connsiteX223" fmla="*/ 26575 w 133350"/>
                <a:gd name="connsiteY223" fmla="*/ 221171 h 314325"/>
                <a:gd name="connsiteX224" fmla="*/ 27908 w 133350"/>
                <a:gd name="connsiteY224" fmla="*/ 223075 h 314325"/>
                <a:gd name="connsiteX225" fmla="*/ 28385 w 133350"/>
                <a:gd name="connsiteY225" fmla="*/ 224981 h 314325"/>
                <a:gd name="connsiteX226" fmla="*/ 29147 w 133350"/>
                <a:gd name="connsiteY226" fmla="*/ 234696 h 314325"/>
                <a:gd name="connsiteX227" fmla="*/ 28956 w 133350"/>
                <a:gd name="connsiteY227" fmla="*/ 241935 h 314325"/>
                <a:gd name="connsiteX228" fmla="*/ 29337 w 133350"/>
                <a:gd name="connsiteY228" fmla="*/ 244031 h 314325"/>
                <a:gd name="connsiteX229" fmla="*/ 30861 w 133350"/>
                <a:gd name="connsiteY229" fmla="*/ 247936 h 314325"/>
                <a:gd name="connsiteX230" fmla="*/ 31052 w 133350"/>
                <a:gd name="connsiteY230" fmla="*/ 250031 h 314325"/>
                <a:gd name="connsiteX231" fmla="*/ 37719 w 133350"/>
                <a:gd name="connsiteY231" fmla="*/ 290798 h 314325"/>
                <a:gd name="connsiteX232" fmla="*/ 37529 w 133350"/>
                <a:gd name="connsiteY232" fmla="*/ 293942 h 314325"/>
                <a:gd name="connsiteX233" fmla="*/ 36291 w 133350"/>
                <a:gd name="connsiteY233" fmla="*/ 294608 h 314325"/>
                <a:gd name="connsiteX234" fmla="*/ 34576 w 133350"/>
                <a:gd name="connsiteY234" fmla="*/ 294513 h 314325"/>
                <a:gd name="connsiteX235" fmla="*/ 33147 w 133350"/>
                <a:gd name="connsiteY235" fmla="*/ 295751 h 314325"/>
                <a:gd name="connsiteX236" fmla="*/ 35719 w 133350"/>
                <a:gd name="connsiteY236" fmla="*/ 304133 h 314325"/>
                <a:gd name="connsiteX237" fmla="*/ 37243 w 133350"/>
                <a:gd name="connsiteY237" fmla="*/ 312325 h 314325"/>
                <a:gd name="connsiteX238" fmla="*/ 37529 w 133350"/>
                <a:gd name="connsiteY238" fmla="*/ 313468 h 314325"/>
                <a:gd name="connsiteX239" fmla="*/ 37624 w 133350"/>
                <a:gd name="connsiteY239" fmla="*/ 314611 h 314325"/>
                <a:gd name="connsiteX240" fmla="*/ 38481 w 133350"/>
                <a:gd name="connsiteY240" fmla="*/ 314230 h 314325"/>
                <a:gd name="connsiteX241" fmla="*/ 39338 w 133350"/>
                <a:gd name="connsiteY241" fmla="*/ 313754 h 314325"/>
                <a:gd name="connsiteX242" fmla="*/ 40196 w 133350"/>
                <a:gd name="connsiteY242" fmla="*/ 313087 h 314325"/>
                <a:gd name="connsiteX243" fmla="*/ 40862 w 133350"/>
                <a:gd name="connsiteY243" fmla="*/ 312325 h 314325"/>
                <a:gd name="connsiteX244" fmla="*/ 42101 w 133350"/>
                <a:gd name="connsiteY244" fmla="*/ 310706 h 314325"/>
                <a:gd name="connsiteX245" fmla="*/ 43529 w 133350"/>
                <a:gd name="connsiteY245" fmla="*/ 310229 h 314325"/>
                <a:gd name="connsiteX246" fmla="*/ 44958 w 133350"/>
                <a:gd name="connsiteY246" fmla="*/ 310134 h 314325"/>
                <a:gd name="connsiteX247" fmla="*/ 46292 w 133350"/>
                <a:gd name="connsiteY247" fmla="*/ 309372 h 314325"/>
                <a:gd name="connsiteX248" fmla="*/ 47149 w 133350"/>
                <a:gd name="connsiteY248" fmla="*/ 307753 h 314325"/>
                <a:gd name="connsiteX249" fmla="*/ 47149 w 133350"/>
                <a:gd name="connsiteY249" fmla="*/ 306038 h 314325"/>
                <a:gd name="connsiteX250" fmla="*/ 46863 w 133350"/>
                <a:gd name="connsiteY250" fmla="*/ 304229 h 314325"/>
                <a:gd name="connsiteX251" fmla="*/ 46863 w 133350"/>
                <a:gd name="connsiteY251" fmla="*/ 302419 h 314325"/>
                <a:gd name="connsiteX252" fmla="*/ 47530 w 133350"/>
                <a:gd name="connsiteY252" fmla="*/ 300038 h 314325"/>
                <a:gd name="connsiteX253" fmla="*/ 47816 w 133350"/>
                <a:gd name="connsiteY253" fmla="*/ 300133 h 314325"/>
                <a:gd name="connsiteX254" fmla="*/ 48387 w 133350"/>
                <a:gd name="connsiteY254" fmla="*/ 300228 h 314325"/>
                <a:gd name="connsiteX255" fmla="*/ 48959 w 133350"/>
                <a:gd name="connsiteY255" fmla="*/ 299942 h 314325"/>
                <a:gd name="connsiteX256" fmla="*/ 48959 w 133350"/>
                <a:gd name="connsiteY256" fmla="*/ 298609 h 314325"/>
                <a:gd name="connsiteX257" fmla="*/ 48578 w 133350"/>
                <a:gd name="connsiteY257" fmla="*/ 295084 h 314325"/>
                <a:gd name="connsiteX258" fmla="*/ 48959 w 133350"/>
                <a:gd name="connsiteY258" fmla="*/ 293465 h 314325"/>
                <a:gd name="connsiteX259" fmla="*/ 50006 w 133350"/>
                <a:gd name="connsiteY259" fmla="*/ 292608 h 314325"/>
                <a:gd name="connsiteX260" fmla="*/ 52864 w 133350"/>
                <a:gd name="connsiteY260" fmla="*/ 293370 h 314325"/>
                <a:gd name="connsiteX261" fmla="*/ 60198 w 133350"/>
                <a:gd name="connsiteY261" fmla="*/ 298799 h 314325"/>
                <a:gd name="connsiteX262" fmla="*/ 67628 w 133350"/>
                <a:gd name="connsiteY262" fmla="*/ 306038 h 314325"/>
                <a:gd name="connsiteX263" fmla="*/ 69628 w 133350"/>
                <a:gd name="connsiteY263" fmla="*/ 308800 h 314325"/>
                <a:gd name="connsiteX264" fmla="*/ 70580 w 133350"/>
                <a:gd name="connsiteY264" fmla="*/ 312325 h 314325"/>
                <a:gd name="connsiteX265" fmla="*/ 71152 w 133350"/>
                <a:gd name="connsiteY265" fmla="*/ 315944 h 314325"/>
                <a:gd name="connsiteX266" fmla="*/ 72390 w 133350"/>
                <a:gd name="connsiteY266" fmla="*/ 317183 h 314325"/>
                <a:gd name="connsiteX267" fmla="*/ 73724 w 133350"/>
                <a:gd name="connsiteY267" fmla="*/ 315944 h 314325"/>
                <a:gd name="connsiteX268" fmla="*/ 74867 w 133350"/>
                <a:gd name="connsiteY268" fmla="*/ 312325 h 314325"/>
                <a:gd name="connsiteX269" fmla="*/ 75724 w 133350"/>
                <a:gd name="connsiteY269" fmla="*/ 309658 h 314325"/>
                <a:gd name="connsiteX270" fmla="*/ 77438 w 133350"/>
                <a:gd name="connsiteY270" fmla="*/ 309086 h 314325"/>
                <a:gd name="connsiteX271" fmla="*/ 79343 w 133350"/>
                <a:gd name="connsiteY271" fmla="*/ 310134 h 314325"/>
                <a:gd name="connsiteX272" fmla="*/ 80772 w 133350"/>
                <a:gd name="connsiteY272" fmla="*/ 312420 h 314325"/>
                <a:gd name="connsiteX273" fmla="*/ 81439 w 133350"/>
                <a:gd name="connsiteY273" fmla="*/ 313087 h 314325"/>
                <a:gd name="connsiteX274" fmla="*/ 82106 w 133350"/>
                <a:gd name="connsiteY274" fmla="*/ 313468 h 314325"/>
                <a:gd name="connsiteX275" fmla="*/ 82868 w 133350"/>
                <a:gd name="connsiteY275" fmla="*/ 313373 h 314325"/>
                <a:gd name="connsiteX276" fmla="*/ 83630 w 133350"/>
                <a:gd name="connsiteY276" fmla="*/ 312896 h 314325"/>
                <a:gd name="connsiteX277" fmla="*/ 83916 w 133350"/>
                <a:gd name="connsiteY277" fmla="*/ 312706 h 314325"/>
                <a:gd name="connsiteX278" fmla="*/ 84106 w 133350"/>
                <a:gd name="connsiteY278" fmla="*/ 312420 h 314325"/>
                <a:gd name="connsiteX279" fmla="*/ 84201 w 133350"/>
                <a:gd name="connsiteY279" fmla="*/ 311467 h 314325"/>
                <a:gd name="connsiteX280" fmla="*/ 84201 w 133350"/>
                <a:gd name="connsiteY280" fmla="*/ 310610 h 314325"/>
                <a:gd name="connsiteX281" fmla="*/ 84011 w 133350"/>
                <a:gd name="connsiteY281" fmla="*/ 309753 h 314325"/>
                <a:gd name="connsiteX282" fmla="*/ 83630 w 133350"/>
                <a:gd name="connsiteY282" fmla="*/ 308896 h 314325"/>
                <a:gd name="connsiteX283" fmla="*/ 82868 w 133350"/>
                <a:gd name="connsiteY283" fmla="*/ 307277 h 314325"/>
                <a:gd name="connsiteX284" fmla="*/ 82487 w 133350"/>
                <a:gd name="connsiteY284" fmla="*/ 305657 h 314325"/>
                <a:gd name="connsiteX285" fmla="*/ 82772 w 133350"/>
                <a:gd name="connsiteY285" fmla="*/ 304038 h 314325"/>
                <a:gd name="connsiteX286" fmla="*/ 84868 w 133350"/>
                <a:gd name="connsiteY286" fmla="*/ 299847 h 314325"/>
                <a:gd name="connsiteX287" fmla="*/ 86011 w 133350"/>
                <a:gd name="connsiteY287" fmla="*/ 298990 h 314325"/>
                <a:gd name="connsiteX288" fmla="*/ 87440 w 133350"/>
                <a:gd name="connsiteY288" fmla="*/ 298609 h 314325"/>
                <a:gd name="connsiteX289" fmla="*/ 89440 w 133350"/>
                <a:gd name="connsiteY289" fmla="*/ 297752 h 314325"/>
                <a:gd name="connsiteX290" fmla="*/ 89154 w 133350"/>
                <a:gd name="connsiteY290" fmla="*/ 296704 h 314325"/>
                <a:gd name="connsiteX291" fmla="*/ 89249 w 133350"/>
                <a:gd name="connsiteY291" fmla="*/ 288322 h 314325"/>
                <a:gd name="connsiteX292" fmla="*/ 89154 w 133350"/>
                <a:gd name="connsiteY292" fmla="*/ 287369 h 314325"/>
                <a:gd name="connsiteX293" fmla="*/ 89345 w 133350"/>
                <a:gd name="connsiteY293" fmla="*/ 286703 h 314325"/>
                <a:gd name="connsiteX294" fmla="*/ 90774 w 133350"/>
                <a:gd name="connsiteY294" fmla="*/ 286131 h 314325"/>
                <a:gd name="connsiteX295" fmla="*/ 91821 w 133350"/>
                <a:gd name="connsiteY295" fmla="*/ 286036 h 314325"/>
                <a:gd name="connsiteX296" fmla="*/ 94869 w 133350"/>
                <a:gd name="connsiteY296" fmla="*/ 286607 h 314325"/>
                <a:gd name="connsiteX297" fmla="*/ 96965 w 133350"/>
                <a:gd name="connsiteY297" fmla="*/ 287274 h 314325"/>
                <a:gd name="connsiteX298" fmla="*/ 98584 w 133350"/>
                <a:gd name="connsiteY298" fmla="*/ 288512 h 314325"/>
                <a:gd name="connsiteX299" fmla="*/ 100299 w 133350"/>
                <a:gd name="connsiteY299" fmla="*/ 289274 h 314325"/>
                <a:gd name="connsiteX300" fmla="*/ 102870 w 133350"/>
                <a:gd name="connsiteY300" fmla="*/ 288512 h 314325"/>
                <a:gd name="connsiteX301" fmla="*/ 100775 w 133350"/>
                <a:gd name="connsiteY301" fmla="*/ 284607 h 314325"/>
                <a:gd name="connsiteX302" fmla="*/ 100775 w 133350"/>
                <a:gd name="connsiteY302" fmla="*/ 283083 h 314325"/>
                <a:gd name="connsiteX303" fmla="*/ 100965 w 133350"/>
                <a:gd name="connsiteY303" fmla="*/ 282892 h 314325"/>
                <a:gd name="connsiteX304" fmla="*/ 101537 w 133350"/>
                <a:gd name="connsiteY304" fmla="*/ 282988 h 314325"/>
                <a:gd name="connsiteX305" fmla="*/ 104013 w 133350"/>
                <a:gd name="connsiteY305" fmla="*/ 281750 h 314325"/>
                <a:gd name="connsiteX306" fmla="*/ 105156 w 133350"/>
                <a:gd name="connsiteY306" fmla="*/ 281559 h 314325"/>
                <a:gd name="connsiteX307" fmla="*/ 106013 w 133350"/>
                <a:gd name="connsiteY307" fmla="*/ 281083 h 314325"/>
                <a:gd name="connsiteX308" fmla="*/ 106585 w 133350"/>
                <a:gd name="connsiteY308" fmla="*/ 279463 h 314325"/>
                <a:gd name="connsiteX309" fmla="*/ 106680 w 133350"/>
                <a:gd name="connsiteY309" fmla="*/ 278225 h 314325"/>
                <a:gd name="connsiteX310" fmla="*/ 105633 w 133350"/>
                <a:gd name="connsiteY310" fmla="*/ 263652 h 314325"/>
                <a:gd name="connsiteX311" fmla="*/ 104204 w 133350"/>
                <a:gd name="connsiteY311" fmla="*/ 258509 h 314325"/>
                <a:gd name="connsiteX312" fmla="*/ 100108 w 133350"/>
                <a:gd name="connsiteY312" fmla="*/ 254127 h 314325"/>
                <a:gd name="connsiteX313" fmla="*/ 99155 w 133350"/>
                <a:gd name="connsiteY313" fmla="*/ 252127 h 314325"/>
                <a:gd name="connsiteX314" fmla="*/ 98012 w 133350"/>
                <a:gd name="connsiteY314" fmla="*/ 247936 h 314325"/>
                <a:gd name="connsiteX315" fmla="*/ 97822 w 133350"/>
                <a:gd name="connsiteY315" fmla="*/ 245078 h 314325"/>
                <a:gd name="connsiteX316" fmla="*/ 99155 w 133350"/>
                <a:gd name="connsiteY316" fmla="*/ 240125 h 314325"/>
                <a:gd name="connsiteX317" fmla="*/ 99251 w 133350"/>
                <a:gd name="connsiteY317" fmla="*/ 237458 h 314325"/>
                <a:gd name="connsiteX318" fmla="*/ 98584 w 133350"/>
                <a:gd name="connsiteY318" fmla="*/ 234982 h 314325"/>
                <a:gd name="connsiteX319" fmla="*/ 96012 w 133350"/>
                <a:gd name="connsiteY319" fmla="*/ 230410 h 314325"/>
                <a:gd name="connsiteX320" fmla="*/ 95060 w 133350"/>
                <a:gd name="connsiteY320" fmla="*/ 228029 h 314325"/>
                <a:gd name="connsiteX321" fmla="*/ 94679 w 133350"/>
                <a:gd name="connsiteY321" fmla="*/ 225362 h 314325"/>
                <a:gd name="connsiteX322" fmla="*/ 95726 w 133350"/>
                <a:gd name="connsiteY322" fmla="*/ 215360 h 314325"/>
                <a:gd name="connsiteX323" fmla="*/ 99536 w 133350"/>
                <a:gd name="connsiteY323" fmla="*/ 211931 h 314325"/>
                <a:gd name="connsiteX324" fmla="*/ 99917 w 133350"/>
                <a:gd name="connsiteY324" fmla="*/ 212122 h 314325"/>
                <a:gd name="connsiteX325" fmla="*/ 100965 w 133350"/>
                <a:gd name="connsiteY325" fmla="*/ 209264 h 314325"/>
                <a:gd name="connsiteX326" fmla="*/ 105156 w 133350"/>
                <a:gd name="connsiteY326" fmla="*/ 204311 h 314325"/>
                <a:gd name="connsiteX327" fmla="*/ 106775 w 133350"/>
                <a:gd name="connsiteY327" fmla="*/ 201740 h 314325"/>
                <a:gd name="connsiteX328" fmla="*/ 106966 w 133350"/>
                <a:gd name="connsiteY328" fmla="*/ 199454 h 314325"/>
                <a:gd name="connsiteX329" fmla="*/ 106299 w 133350"/>
                <a:gd name="connsiteY329" fmla="*/ 196882 h 314325"/>
                <a:gd name="connsiteX330" fmla="*/ 104013 w 133350"/>
                <a:gd name="connsiteY330" fmla="*/ 192405 h 314325"/>
                <a:gd name="connsiteX331" fmla="*/ 103061 w 133350"/>
                <a:gd name="connsiteY331" fmla="*/ 189738 h 314325"/>
                <a:gd name="connsiteX332" fmla="*/ 102489 w 133350"/>
                <a:gd name="connsiteY332" fmla="*/ 186214 h 314325"/>
                <a:gd name="connsiteX333" fmla="*/ 102680 w 133350"/>
                <a:gd name="connsiteY333" fmla="*/ 182880 h 314325"/>
                <a:gd name="connsiteX334" fmla="*/ 104108 w 133350"/>
                <a:gd name="connsiteY334" fmla="*/ 180689 h 314325"/>
                <a:gd name="connsiteX335" fmla="*/ 106966 w 133350"/>
                <a:gd name="connsiteY335" fmla="*/ 179546 h 314325"/>
                <a:gd name="connsiteX336" fmla="*/ 109157 w 133350"/>
                <a:gd name="connsiteY336" fmla="*/ 180213 h 314325"/>
                <a:gd name="connsiteX337" fmla="*/ 110966 w 133350"/>
                <a:gd name="connsiteY337" fmla="*/ 181928 h 314325"/>
                <a:gd name="connsiteX338" fmla="*/ 112586 w 133350"/>
                <a:gd name="connsiteY338" fmla="*/ 184404 h 314325"/>
                <a:gd name="connsiteX339" fmla="*/ 114967 w 133350"/>
                <a:gd name="connsiteY339" fmla="*/ 186404 h 314325"/>
                <a:gd name="connsiteX340" fmla="*/ 118015 w 133350"/>
                <a:gd name="connsiteY340" fmla="*/ 186214 h 314325"/>
                <a:gd name="connsiteX341" fmla="*/ 120968 w 133350"/>
                <a:gd name="connsiteY341" fmla="*/ 184690 h 314325"/>
                <a:gd name="connsiteX342" fmla="*/ 123254 w 133350"/>
                <a:gd name="connsiteY342" fmla="*/ 182690 h 314325"/>
                <a:gd name="connsiteX343" fmla="*/ 124968 w 133350"/>
                <a:gd name="connsiteY343" fmla="*/ 180404 h 314325"/>
                <a:gd name="connsiteX344" fmla="*/ 129826 w 133350"/>
                <a:gd name="connsiteY344" fmla="*/ 170688 h 314325"/>
                <a:gd name="connsiteX345" fmla="*/ 129826 w 133350"/>
                <a:gd name="connsiteY345" fmla="*/ 169069 h 314325"/>
                <a:gd name="connsiteX346" fmla="*/ 129540 w 133350"/>
                <a:gd name="connsiteY346" fmla="*/ 167545 h 314325"/>
                <a:gd name="connsiteX347" fmla="*/ 129540 w 133350"/>
                <a:gd name="connsiteY347" fmla="*/ 165640 h 314325"/>
                <a:gd name="connsiteX348" fmla="*/ 130493 w 133350"/>
                <a:gd name="connsiteY348" fmla="*/ 157163 h 314325"/>
                <a:gd name="connsiteX349" fmla="*/ 129921 w 133350"/>
                <a:gd name="connsiteY349" fmla="*/ 151829 h 314325"/>
                <a:gd name="connsiteX350" fmla="*/ 130112 w 133350"/>
                <a:gd name="connsiteY350" fmla="*/ 149638 h 314325"/>
                <a:gd name="connsiteX351" fmla="*/ 130874 w 133350"/>
                <a:gd name="connsiteY351" fmla="*/ 147638 h 314325"/>
                <a:gd name="connsiteX352" fmla="*/ 133064 w 133350"/>
                <a:gd name="connsiteY352" fmla="*/ 144399 h 314325"/>
                <a:gd name="connsiteX353" fmla="*/ 133541 w 133350"/>
                <a:gd name="connsiteY353" fmla="*/ 143351 h 314325"/>
                <a:gd name="connsiteX354" fmla="*/ 133541 w 133350"/>
                <a:gd name="connsiteY354" fmla="*/ 142208 h 314325"/>
                <a:gd name="connsiteX355" fmla="*/ 133350 w 133350"/>
                <a:gd name="connsiteY355" fmla="*/ 140779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133350" h="314325">
                  <a:moveTo>
                    <a:pt x="132683" y="133445"/>
                  </a:moveTo>
                  <a:lnTo>
                    <a:pt x="132683" y="129921"/>
                  </a:lnTo>
                  <a:lnTo>
                    <a:pt x="136398" y="105632"/>
                  </a:lnTo>
                  <a:lnTo>
                    <a:pt x="136208" y="101441"/>
                  </a:lnTo>
                  <a:lnTo>
                    <a:pt x="135636" y="100108"/>
                  </a:lnTo>
                  <a:lnTo>
                    <a:pt x="134112" y="97822"/>
                  </a:lnTo>
                  <a:lnTo>
                    <a:pt x="133445" y="96583"/>
                  </a:lnTo>
                  <a:lnTo>
                    <a:pt x="129731" y="94012"/>
                  </a:lnTo>
                  <a:lnTo>
                    <a:pt x="127826" y="79343"/>
                  </a:lnTo>
                  <a:lnTo>
                    <a:pt x="128016" y="74867"/>
                  </a:lnTo>
                  <a:lnTo>
                    <a:pt x="127635" y="72866"/>
                  </a:lnTo>
                  <a:lnTo>
                    <a:pt x="127159" y="72009"/>
                  </a:lnTo>
                  <a:lnTo>
                    <a:pt x="126397" y="71342"/>
                  </a:lnTo>
                  <a:lnTo>
                    <a:pt x="125444" y="70199"/>
                  </a:lnTo>
                  <a:lnTo>
                    <a:pt x="122968" y="66008"/>
                  </a:lnTo>
                  <a:lnTo>
                    <a:pt x="122111" y="63913"/>
                  </a:lnTo>
                  <a:lnTo>
                    <a:pt x="121444" y="61722"/>
                  </a:lnTo>
                  <a:lnTo>
                    <a:pt x="121253" y="59055"/>
                  </a:lnTo>
                  <a:lnTo>
                    <a:pt x="121444" y="56579"/>
                  </a:lnTo>
                  <a:lnTo>
                    <a:pt x="121349" y="56579"/>
                  </a:lnTo>
                  <a:lnTo>
                    <a:pt x="120396" y="56579"/>
                  </a:lnTo>
                  <a:lnTo>
                    <a:pt x="116110" y="58865"/>
                  </a:lnTo>
                  <a:lnTo>
                    <a:pt x="115253" y="58865"/>
                  </a:lnTo>
                  <a:lnTo>
                    <a:pt x="114967" y="58293"/>
                  </a:lnTo>
                  <a:lnTo>
                    <a:pt x="115253" y="57436"/>
                  </a:lnTo>
                  <a:lnTo>
                    <a:pt x="115538" y="56674"/>
                  </a:lnTo>
                  <a:lnTo>
                    <a:pt x="115824" y="55817"/>
                  </a:lnTo>
                  <a:lnTo>
                    <a:pt x="115634" y="54864"/>
                  </a:lnTo>
                  <a:lnTo>
                    <a:pt x="115253" y="53912"/>
                  </a:lnTo>
                  <a:lnTo>
                    <a:pt x="114014" y="52769"/>
                  </a:lnTo>
                  <a:lnTo>
                    <a:pt x="113443" y="52388"/>
                  </a:lnTo>
                  <a:lnTo>
                    <a:pt x="112776" y="52578"/>
                  </a:lnTo>
                  <a:lnTo>
                    <a:pt x="112300" y="53245"/>
                  </a:lnTo>
                  <a:lnTo>
                    <a:pt x="111824" y="54197"/>
                  </a:lnTo>
                  <a:lnTo>
                    <a:pt x="111157" y="54864"/>
                  </a:lnTo>
                  <a:lnTo>
                    <a:pt x="110109" y="55531"/>
                  </a:lnTo>
                  <a:lnTo>
                    <a:pt x="108109" y="56007"/>
                  </a:lnTo>
                  <a:lnTo>
                    <a:pt x="107061" y="56102"/>
                  </a:lnTo>
                  <a:lnTo>
                    <a:pt x="106394" y="56007"/>
                  </a:lnTo>
                  <a:lnTo>
                    <a:pt x="106204" y="55626"/>
                  </a:lnTo>
                  <a:lnTo>
                    <a:pt x="106204" y="55245"/>
                  </a:lnTo>
                  <a:lnTo>
                    <a:pt x="106204" y="54674"/>
                  </a:lnTo>
                  <a:lnTo>
                    <a:pt x="105918" y="54197"/>
                  </a:lnTo>
                  <a:lnTo>
                    <a:pt x="104870" y="53531"/>
                  </a:lnTo>
                  <a:lnTo>
                    <a:pt x="103632" y="53245"/>
                  </a:lnTo>
                  <a:lnTo>
                    <a:pt x="102775" y="53245"/>
                  </a:lnTo>
                  <a:lnTo>
                    <a:pt x="102108" y="53626"/>
                  </a:lnTo>
                  <a:lnTo>
                    <a:pt x="100775" y="54959"/>
                  </a:lnTo>
                  <a:lnTo>
                    <a:pt x="99727" y="55531"/>
                  </a:lnTo>
                  <a:lnTo>
                    <a:pt x="98679" y="55436"/>
                  </a:lnTo>
                  <a:lnTo>
                    <a:pt x="97822" y="54769"/>
                  </a:lnTo>
                  <a:lnTo>
                    <a:pt x="97250" y="54007"/>
                  </a:lnTo>
                  <a:lnTo>
                    <a:pt x="96298" y="53054"/>
                  </a:lnTo>
                  <a:lnTo>
                    <a:pt x="94679" y="52007"/>
                  </a:lnTo>
                  <a:lnTo>
                    <a:pt x="86011" y="49054"/>
                  </a:lnTo>
                  <a:lnTo>
                    <a:pt x="84677" y="48387"/>
                  </a:lnTo>
                  <a:lnTo>
                    <a:pt x="84106" y="47911"/>
                  </a:lnTo>
                  <a:lnTo>
                    <a:pt x="84011" y="47339"/>
                  </a:lnTo>
                  <a:lnTo>
                    <a:pt x="84296" y="46768"/>
                  </a:lnTo>
                  <a:lnTo>
                    <a:pt x="84868" y="46196"/>
                  </a:lnTo>
                  <a:lnTo>
                    <a:pt x="85439" y="45720"/>
                  </a:lnTo>
                  <a:lnTo>
                    <a:pt x="86011" y="45149"/>
                  </a:lnTo>
                  <a:lnTo>
                    <a:pt x="86201" y="44482"/>
                  </a:lnTo>
                  <a:lnTo>
                    <a:pt x="86297" y="43720"/>
                  </a:lnTo>
                  <a:lnTo>
                    <a:pt x="86297" y="40862"/>
                  </a:lnTo>
                  <a:lnTo>
                    <a:pt x="86773" y="37719"/>
                  </a:lnTo>
                  <a:lnTo>
                    <a:pt x="87344" y="36195"/>
                  </a:lnTo>
                  <a:lnTo>
                    <a:pt x="87535" y="35433"/>
                  </a:lnTo>
                  <a:lnTo>
                    <a:pt x="87630" y="33909"/>
                  </a:lnTo>
                  <a:lnTo>
                    <a:pt x="88297" y="31623"/>
                  </a:lnTo>
                  <a:lnTo>
                    <a:pt x="88583" y="30766"/>
                  </a:lnTo>
                  <a:lnTo>
                    <a:pt x="88106" y="28004"/>
                  </a:lnTo>
                  <a:lnTo>
                    <a:pt x="88202" y="26384"/>
                  </a:lnTo>
                  <a:lnTo>
                    <a:pt x="88678" y="24575"/>
                  </a:lnTo>
                  <a:lnTo>
                    <a:pt x="89535" y="23146"/>
                  </a:lnTo>
                  <a:lnTo>
                    <a:pt x="91440" y="21241"/>
                  </a:lnTo>
                  <a:lnTo>
                    <a:pt x="91821" y="19812"/>
                  </a:lnTo>
                  <a:lnTo>
                    <a:pt x="91345" y="18002"/>
                  </a:lnTo>
                  <a:lnTo>
                    <a:pt x="89154" y="16288"/>
                  </a:lnTo>
                  <a:lnTo>
                    <a:pt x="88678" y="14669"/>
                  </a:lnTo>
                  <a:lnTo>
                    <a:pt x="89059" y="11811"/>
                  </a:lnTo>
                  <a:lnTo>
                    <a:pt x="88678" y="10668"/>
                  </a:lnTo>
                  <a:lnTo>
                    <a:pt x="85630" y="12954"/>
                  </a:lnTo>
                  <a:lnTo>
                    <a:pt x="83820" y="12954"/>
                  </a:lnTo>
                  <a:lnTo>
                    <a:pt x="80105" y="12383"/>
                  </a:lnTo>
                  <a:lnTo>
                    <a:pt x="78486" y="11621"/>
                  </a:lnTo>
                  <a:lnTo>
                    <a:pt x="70771" y="14859"/>
                  </a:lnTo>
                  <a:lnTo>
                    <a:pt x="69342" y="14859"/>
                  </a:lnTo>
                  <a:lnTo>
                    <a:pt x="67723" y="14669"/>
                  </a:lnTo>
                  <a:lnTo>
                    <a:pt x="66770" y="13430"/>
                  </a:lnTo>
                  <a:lnTo>
                    <a:pt x="61627" y="2762"/>
                  </a:lnTo>
                  <a:lnTo>
                    <a:pt x="60865" y="1619"/>
                  </a:lnTo>
                  <a:lnTo>
                    <a:pt x="59436" y="191"/>
                  </a:lnTo>
                  <a:lnTo>
                    <a:pt x="58579" y="0"/>
                  </a:lnTo>
                  <a:lnTo>
                    <a:pt x="57817" y="476"/>
                  </a:lnTo>
                  <a:lnTo>
                    <a:pt x="57245" y="1524"/>
                  </a:lnTo>
                  <a:lnTo>
                    <a:pt x="53626" y="11335"/>
                  </a:lnTo>
                  <a:lnTo>
                    <a:pt x="53150" y="13430"/>
                  </a:lnTo>
                  <a:lnTo>
                    <a:pt x="52769" y="14383"/>
                  </a:lnTo>
                  <a:lnTo>
                    <a:pt x="52102" y="15335"/>
                  </a:lnTo>
                  <a:lnTo>
                    <a:pt x="49530" y="17812"/>
                  </a:lnTo>
                  <a:lnTo>
                    <a:pt x="43910" y="23813"/>
                  </a:lnTo>
                  <a:lnTo>
                    <a:pt x="42958" y="25622"/>
                  </a:lnTo>
                  <a:lnTo>
                    <a:pt x="42958" y="27623"/>
                  </a:lnTo>
                  <a:lnTo>
                    <a:pt x="43244" y="28861"/>
                  </a:lnTo>
                  <a:lnTo>
                    <a:pt x="43434" y="29908"/>
                  </a:lnTo>
                  <a:lnTo>
                    <a:pt x="43244" y="30956"/>
                  </a:lnTo>
                  <a:lnTo>
                    <a:pt x="42482" y="31433"/>
                  </a:lnTo>
                  <a:lnTo>
                    <a:pt x="41624" y="31623"/>
                  </a:lnTo>
                  <a:lnTo>
                    <a:pt x="40386" y="32195"/>
                  </a:lnTo>
                  <a:lnTo>
                    <a:pt x="39053" y="33147"/>
                  </a:lnTo>
                  <a:lnTo>
                    <a:pt x="35433" y="36957"/>
                  </a:lnTo>
                  <a:lnTo>
                    <a:pt x="31718" y="40196"/>
                  </a:lnTo>
                  <a:lnTo>
                    <a:pt x="30099" y="42196"/>
                  </a:lnTo>
                  <a:lnTo>
                    <a:pt x="29051" y="43339"/>
                  </a:lnTo>
                  <a:lnTo>
                    <a:pt x="27623" y="44387"/>
                  </a:lnTo>
                  <a:lnTo>
                    <a:pt x="26575" y="44767"/>
                  </a:lnTo>
                  <a:lnTo>
                    <a:pt x="25622" y="44958"/>
                  </a:lnTo>
                  <a:lnTo>
                    <a:pt x="24670" y="44863"/>
                  </a:lnTo>
                  <a:lnTo>
                    <a:pt x="23432" y="44387"/>
                  </a:lnTo>
                  <a:lnTo>
                    <a:pt x="22384" y="43625"/>
                  </a:lnTo>
                  <a:lnTo>
                    <a:pt x="21527" y="42767"/>
                  </a:lnTo>
                  <a:lnTo>
                    <a:pt x="20955" y="41815"/>
                  </a:lnTo>
                  <a:lnTo>
                    <a:pt x="20003" y="39719"/>
                  </a:lnTo>
                  <a:lnTo>
                    <a:pt x="19050" y="36386"/>
                  </a:lnTo>
                  <a:lnTo>
                    <a:pt x="19050" y="35528"/>
                  </a:lnTo>
                  <a:lnTo>
                    <a:pt x="19241" y="34862"/>
                  </a:lnTo>
                  <a:lnTo>
                    <a:pt x="20193" y="33338"/>
                  </a:lnTo>
                  <a:lnTo>
                    <a:pt x="20479" y="32766"/>
                  </a:lnTo>
                  <a:lnTo>
                    <a:pt x="20669" y="32099"/>
                  </a:lnTo>
                  <a:lnTo>
                    <a:pt x="20574" y="31718"/>
                  </a:lnTo>
                  <a:lnTo>
                    <a:pt x="20384" y="31337"/>
                  </a:lnTo>
                  <a:lnTo>
                    <a:pt x="20003" y="31052"/>
                  </a:lnTo>
                  <a:lnTo>
                    <a:pt x="19145" y="30861"/>
                  </a:lnTo>
                  <a:lnTo>
                    <a:pt x="13716" y="30575"/>
                  </a:lnTo>
                  <a:lnTo>
                    <a:pt x="5620" y="31052"/>
                  </a:lnTo>
                  <a:lnTo>
                    <a:pt x="6287" y="33052"/>
                  </a:lnTo>
                  <a:lnTo>
                    <a:pt x="6953" y="33909"/>
                  </a:lnTo>
                  <a:lnTo>
                    <a:pt x="7239" y="34195"/>
                  </a:lnTo>
                  <a:lnTo>
                    <a:pt x="7811" y="34766"/>
                  </a:lnTo>
                  <a:lnTo>
                    <a:pt x="8192" y="35433"/>
                  </a:lnTo>
                  <a:lnTo>
                    <a:pt x="8573" y="36290"/>
                  </a:lnTo>
                  <a:lnTo>
                    <a:pt x="8668" y="37338"/>
                  </a:lnTo>
                  <a:lnTo>
                    <a:pt x="9049" y="48101"/>
                  </a:lnTo>
                  <a:lnTo>
                    <a:pt x="8954" y="49149"/>
                  </a:lnTo>
                  <a:lnTo>
                    <a:pt x="7906" y="53816"/>
                  </a:lnTo>
                  <a:lnTo>
                    <a:pt x="7906" y="56579"/>
                  </a:lnTo>
                  <a:lnTo>
                    <a:pt x="8001" y="57721"/>
                  </a:lnTo>
                  <a:lnTo>
                    <a:pt x="8192" y="58483"/>
                  </a:lnTo>
                  <a:lnTo>
                    <a:pt x="8382" y="58865"/>
                  </a:lnTo>
                  <a:lnTo>
                    <a:pt x="9049" y="60388"/>
                  </a:lnTo>
                  <a:lnTo>
                    <a:pt x="9335" y="61150"/>
                  </a:lnTo>
                  <a:lnTo>
                    <a:pt x="9430" y="61722"/>
                  </a:lnTo>
                  <a:lnTo>
                    <a:pt x="9049" y="63627"/>
                  </a:lnTo>
                  <a:lnTo>
                    <a:pt x="7620" y="67437"/>
                  </a:lnTo>
                  <a:lnTo>
                    <a:pt x="7430" y="68104"/>
                  </a:lnTo>
                  <a:lnTo>
                    <a:pt x="7334" y="69152"/>
                  </a:lnTo>
                  <a:lnTo>
                    <a:pt x="7334" y="72200"/>
                  </a:lnTo>
                  <a:lnTo>
                    <a:pt x="7430" y="72962"/>
                  </a:lnTo>
                  <a:lnTo>
                    <a:pt x="7525" y="73438"/>
                  </a:lnTo>
                  <a:lnTo>
                    <a:pt x="8096" y="74581"/>
                  </a:lnTo>
                  <a:lnTo>
                    <a:pt x="8192" y="75152"/>
                  </a:lnTo>
                  <a:lnTo>
                    <a:pt x="8192" y="75819"/>
                  </a:lnTo>
                  <a:lnTo>
                    <a:pt x="8192" y="76771"/>
                  </a:lnTo>
                  <a:lnTo>
                    <a:pt x="8192" y="77915"/>
                  </a:lnTo>
                  <a:lnTo>
                    <a:pt x="8096" y="79153"/>
                  </a:lnTo>
                  <a:lnTo>
                    <a:pt x="7906" y="80010"/>
                  </a:lnTo>
                  <a:lnTo>
                    <a:pt x="7716" y="80391"/>
                  </a:lnTo>
                  <a:lnTo>
                    <a:pt x="7239" y="80677"/>
                  </a:lnTo>
                  <a:lnTo>
                    <a:pt x="6858" y="80582"/>
                  </a:lnTo>
                  <a:lnTo>
                    <a:pt x="6572" y="80296"/>
                  </a:lnTo>
                  <a:lnTo>
                    <a:pt x="6287" y="80010"/>
                  </a:lnTo>
                  <a:lnTo>
                    <a:pt x="6001" y="79724"/>
                  </a:lnTo>
                  <a:lnTo>
                    <a:pt x="5715" y="79534"/>
                  </a:lnTo>
                  <a:lnTo>
                    <a:pt x="5239" y="79438"/>
                  </a:lnTo>
                  <a:lnTo>
                    <a:pt x="4858" y="79629"/>
                  </a:lnTo>
                  <a:lnTo>
                    <a:pt x="4572" y="79820"/>
                  </a:lnTo>
                  <a:lnTo>
                    <a:pt x="4286" y="80105"/>
                  </a:lnTo>
                  <a:lnTo>
                    <a:pt x="3334" y="81058"/>
                  </a:lnTo>
                  <a:lnTo>
                    <a:pt x="2858" y="81629"/>
                  </a:lnTo>
                  <a:lnTo>
                    <a:pt x="2381" y="82677"/>
                  </a:lnTo>
                  <a:lnTo>
                    <a:pt x="2096" y="83534"/>
                  </a:lnTo>
                  <a:lnTo>
                    <a:pt x="2096" y="84296"/>
                  </a:lnTo>
                  <a:lnTo>
                    <a:pt x="2381" y="85058"/>
                  </a:lnTo>
                  <a:lnTo>
                    <a:pt x="2381" y="85725"/>
                  </a:lnTo>
                  <a:lnTo>
                    <a:pt x="2000" y="86773"/>
                  </a:lnTo>
                  <a:lnTo>
                    <a:pt x="1238" y="89440"/>
                  </a:lnTo>
                  <a:lnTo>
                    <a:pt x="2096" y="96488"/>
                  </a:lnTo>
                  <a:lnTo>
                    <a:pt x="1143" y="98584"/>
                  </a:lnTo>
                  <a:lnTo>
                    <a:pt x="1334" y="100870"/>
                  </a:lnTo>
                  <a:lnTo>
                    <a:pt x="0" y="106204"/>
                  </a:lnTo>
                  <a:lnTo>
                    <a:pt x="286" y="110395"/>
                  </a:lnTo>
                  <a:lnTo>
                    <a:pt x="4763" y="124682"/>
                  </a:lnTo>
                  <a:lnTo>
                    <a:pt x="5429" y="130874"/>
                  </a:lnTo>
                  <a:lnTo>
                    <a:pt x="5906" y="132683"/>
                  </a:lnTo>
                  <a:lnTo>
                    <a:pt x="6572" y="133731"/>
                  </a:lnTo>
                  <a:lnTo>
                    <a:pt x="8096" y="135160"/>
                  </a:lnTo>
                  <a:lnTo>
                    <a:pt x="8668" y="136303"/>
                  </a:lnTo>
                  <a:lnTo>
                    <a:pt x="8858" y="137255"/>
                  </a:lnTo>
                  <a:lnTo>
                    <a:pt x="8668" y="138970"/>
                  </a:lnTo>
                  <a:lnTo>
                    <a:pt x="8858" y="139827"/>
                  </a:lnTo>
                  <a:lnTo>
                    <a:pt x="9430" y="140684"/>
                  </a:lnTo>
                  <a:lnTo>
                    <a:pt x="10954" y="141827"/>
                  </a:lnTo>
                  <a:lnTo>
                    <a:pt x="11335" y="142494"/>
                  </a:lnTo>
                  <a:lnTo>
                    <a:pt x="11525" y="143637"/>
                  </a:lnTo>
                  <a:lnTo>
                    <a:pt x="11144" y="146113"/>
                  </a:lnTo>
                  <a:lnTo>
                    <a:pt x="11240" y="147352"/>
                  </a:lnTo>
                  <a:lnTo>
                    <a:pt x="11811" y="149447"/>
                  </a:lnTo>
                  <a:lnTo>
                    <a:pt x="12287" y="150686"/>
                  </a:lnTo>
                  <a:lnTo>
                    <a:pt x="12383" y="151924"/>
                  </a:lnTo>
                  <a:lnTo>
                    <a:pt x="11621" y="154210"/>
                  </a:lnTo>
                  <a:lnTo>
                    <a:pt x="9525" y="158496"/>
                  </a:lnTo>
                  <a:lnTo>
                    <a:pt x="9049" y="160401"/>
                  </a:lnTo>
                  <a:lnTo>
                    <a:pt x="8954" y="165449"/>
                  </a:lnTo>
                  <a:lnTo>
                    <a:pt x="11906" y="183166"/>
                  </a:lnTo>
                  <a:lnTo>
                    <a:pt x="11811" y="191929"/>
                  </a:lnTo>
                  <a:lnTo>
                    <a:pt x="12668" y="196120"/>
                  </a:lnTo>
                  <a:lnTo>
                    <a:pt x="14859" y="199358"/>
                  </a:lnTo>
                  <a:lnTo>
                    <a:pt x="18669" y="200978"/>
                  </a:lnTo>
                  <a:lnTo>
                    <a:pt x="20384" y="203073"/>
                  </a:lnTo>
                  <a:lnTo>
                    <a:pt x="21336" y="212788"/>
                  </a:lnTo>
                  <a:lnTo>
                    <a:pt x="22193" y="216599"/>
                  </a:lnTo>
                  <a:lnTo>
                    <a:pt x="23527" y="218504"/>
                  </a:lnTo>
                  <a:lnTo>
                    <a:pt x="26575" y="221171"/>
                  </a:lnTo>
                  <a:lnTo>
                    <a:pt x="27908" y="223075"/>
                  </a:lnTo>
                  <a:lnTo>
                    <a:pt x="28385" y="224981"/>
                  </a:lnTo>
                  <a:lnTo>
                    <a:pt x="29147" y="234696"/>
                  </a:lnTo>
                  <a:lnTo>
                    <a:pt x="28956" y="241935"/>
                  </a:lnTo>
                  <a:lnTo>
                    <a:pt x="29337" y="244031"/>
                  </a:lnTo>
                  <a:lnTo>
                    <a:pt x="30861" y="247936"/>
                  </a:lnTo>
                  <a:lnTo>
                    <a:pt x="31052" y="250031"/>
                  </a:lnTo>
                  <a:lnTo>
                    <a:pt x="37719" y="290798"/>
                  </a:lnTo>
                  <a:lnTo>
                    <a:pt x="37529" y="293942"/>
                  </a:lnTo>
                  <a:lnTo>
                    <a:pt x="36291" y="294608"/>
                  </a:lnTo>
                  <a:lnTo>
                    <a:pt x="34576" y="294513"/>
                  </a:lnTo>
                  <a:lnTo>
                    <a:pt x="33147" y="295751"/>
                  </a:lnTo>
                  <a:lnTo>
                    <a:pt x="35719" y="304133"/>
                  </a:lnTo>
                  <a:lnTo>
                    <a:pt x="37243" y="312325"/>
                  </a:lnTo>
                  <a:lnTo>
                    <a:pt x="37529" y="313468"/>
                  </a:lnTo>
                  <a:lnTo>
                    <a:pt x="37624" y="314611"/>
                  </a:lnTo>
                  <a:lnTo>
                    <a:pt x="38481" y="314230"/>
                  </a:lnTo>
                  <a:lnTo>
                    <a:pt x="39338" y="313754"/>
                  </a:lnTo>
                  <a:lnTo>
                    <a:pt x="40196" y="313087"/>
                  </a:lnTo>
                  <a:lnTo>
                    <a:pt x="40862" y="312325"/>
                  </a:lnTo>
                  <a:lnTo>
                    <a:pt x="42101" y="310706"/>
                  </a:lnTo>
                  <a:lnTo>
                    <a:pt x="43529" y="310229"/>
                  </a:lnTo>
                  <a:lnTo>
                    <a:pt x="44958" y="310134"/>
                  </a:lnTo>
                  <a:lnTo>
                    <a:pt x="46292" y="309372"/>
                  </a:lnTo>
                  <a:lnTo>
                    <a:pt x="47149" y="307753"/>
                  </a:lnTo>
                  <a:lnTo>
                    <a:pt x="47149" y="306038"/>
                  </a:lnTo>
                  <a:lnTo>
                    <a:pt x="46863" y="304229"/>
                  </a:lnTo>
                  <a:lnTo>
                    <a:pt x="46863" y="302419"/>
                  </a:lnTo>
                  <a:lnTo>
                    <a:pt x="47530" y="300038"/>
                  </a:lnTo>
                  <a:lnTo>
                    <a:pt x="47816" y="300133"/>
                  </a:lnTo>
                  <a:lnTo>
                    <a:pt x="48387" y="300228"/>
                  </a:lnTo>
                  <a:lnTo>
                    <a:pt x="48959" y="299942"/>
                  </a:lnTo>
                  <a:lnTo>
                    <a:pt x="48959" y="298609"/>
                  </a:lnTo>
                  <a:lnTo>
                    <a:pt x="48578" y="295084"/>
                  </a:lnTo>
                  <a:lnTo>
                    <a:pt x="48959" y="293465"/>
                  </a:lnTo>
                  <a:lnTo>
                    <a:pt x="50006" y="292608"/>
                  </a:lnTo>
                  <a:lnTo>
                    <a:pt x="52864" y="293370"/>
                  </a:lnTo>
                  <a:lnTo>
                    <a:pt x="60198" y="298799"/>
                  </a:lnTo>
                  <a:lnTo>
                    <a:pt x="67628" y="306038"/>
                  </a:lnTo>
                  <a:lnTo>
                    <a:pt x="69628" y="308800"/>
                  </a:lnTo>
                  <a:lnTo>
                    <a:pt x="70580" y="312325"/>
                  </a:lnTo>
                  <a:lnTo>
                    <a:pt x="71152" y="315944"/>
                  </a:lnTo>
                  <a:lnTo>
                    <a:pt x="72390" y="317183"/>
                  </a:lnTo>
                  <a:lnTo>
                    <a:pt x="73724" y="315944"/>
                  </a:lnTo>
                  <a:lnTo>
                    <a:pt x="74867" y="312325"/>
                  </a:lnTo>
                  <a:lnTo>
                    <a:pt x="75724" y="309658"/>
                  </a:lnTo>
                  <a:lnTo>
                    <a:pt x="77438" y="309086"/>
                  </a:lnTo>
                  <a:lnTo>
                    <a:pt x="79343" y="310134"/>
                  </a:lnTo>
                  <a:lnTo>
                    <a:pt x="80772" y="312420"/>
                  </a:lnTo>
                  <a:lnTo>
                    <a:pt x="81439" y="313087"/>
                  </a:lnTo>
                  <a:lnTo>
                    <a:pt x="82106" y="313468"/>
                  </a:lnTo>
                  <a:lnTo>
                    <a:pt x="82868" y="313373"/>
                  </a:lnTo>
                  <a:lnTo>
                    <a:pt x="83630" y="312896"/>
                  </a:lnTo>
                  <a:lnTo>
                    <a:pt x="83916" y="312706"/>
                  </a:lnTo>
                  <a:lnTo>
                    <a:pt x="84106" y="312420"/>
                  </a:lnTo>
                  <a:lnTo>
                    <a:pt x="84201" y="311467"/>
                  </a:lnTo>
                  <a:lnTo>
                    <a:pt x="84201" y="310610"/>
                  </a:lnTo>
                  <a:lnTo>
                    <a:pt x="84011" y="309753"/>
                  </a:lnTo>
                  <a:lnTo>
                    <a:pt x="83630" y="308896"/>
                  </a:lnTo>
                  <a:lnTo>
                    <a:pt x="82868" y="307277"/>
                  </a:lnTo>
                  <a:lnTo>
                    <a:pt x="82487" y="305657"/>
                  </a:lnTo>
                  <a:lnTo>
                    <a:pt x="82772" y="304038"/>
                  </a:lnTo>
                  <a:lnTo>
                    <a:pt x="84868" y="299847"/>
                  </a:lnTo>
                  <a:lnTo>
                    <a:pt x="86011" y="298990"/>
                  </a:lnTo>
                  <a:lnTo>
                    <a:pt x="87440" y="298609"/>
                  </a:lnTo>
                  <a:lnTo>
                    <a:pt x="89440" y="297752"/>
                  </a:lnTo>
                  <a:lnTo>
                    <a:pt x="89154" y="296704"/>
                  </a:lnTo>
                  <a:lnTo>
                    <a:pt x="89249" y="288322"/>
                  </a:lnTo>
                  <a:lnTo>
                    <a:pt x="89154" y="287369"/>
                  </a:lnTo>
                  <a:lnTo>
                    <a:pt x="89345" y="286703"/>
                  </a:lnTo>
                  <a:lnTo>
                    <a:pt x="90774" y="286131"/>
                  </a:lnTo>
                  <a:lnTo>
                    <a:pt x="91821" y="286036"/>
                  </a:lnTo>
                  <a:lnTo>
                    <a:pt x="94869" y="286607"/>
                  </a:lnTo>
                  <a:lnTo>
                    <a:pt x="96965" y="287274"/>
                  </a:lnTo>
                  <a:lnTo>
                    <a:pt x="98584" y="288512"/>
                  </a:lnTo>
                  <a:lnTo>
                    <a:pt x="100299" y="289274"/>
                  </a:lnTo>
                  <a:lnTo>
                    <a:pt x="102870" y="288512"/>
                  </a:lnTo>
                  <a:lnTo>
                    <a:pt x="100775" y="284607"/>
                  </a:lnTo>
                  <a:lnTo>
                    <a:pt x="100775" y="283083"/>
                  </a:lnTo>
                  <a:lnTo>
                    <a:pt x="100965" y="282892"/>
                  </a:lnTo>
                  <a:lnTo>
                    <a:pt x="101537" y="282988"/>
                  </a:lnTo>
                  <a:lnTo>
                    <a:pt x="104013" y="281750"/>
                  </a:lnTo>
                  <a:lnTo>
                    <a:pt x="105156" y="281559"/>
                  </a:lnTo>
                  <a:lnTo>
                    <a:pt x="106013" y="281083"/>
                  </a:lnTo>
                  <a:lnTo>
                    <a:pt x="106585" y="279463"/>
                  </a:lnTo>
                  <a:lnTo>
                    <a:pt x="106680" y="278225"/>
                  </a:lnTo>
                  <a:lnTo>
                    <a:pt x="105633" y="263652"/>
                  </a:lnTo>
                  <a:lnTo>
                    <a:pt x="104204" y="258509"/>
                  </a:lnTo>
                  <a:lnTo>
                    <a:pt x="100108" y="254127"/>
                  </a:lnTo>
                  <a:lnTo>
                    <a:pt x="99155" y="252127"/>
                  </a:lnTo>
                  <a:lnTo>
                    <a:pt x="98012" y="247936"/>
                  </a:lnTo>
                  <a:lnTo>
                    <a:pt x="97822" y="245078"/>
                  </a:lnTo>
                  <a:lnTo>
                    <a:pt x="99155" y="240125"/>
                  </a:lnTo>
                  <a:lnTo>
                    <a:pt x="99251" y="237458"/>
                  </a:lnTo>
                  <a:lnTo>
                    <a:pt x="98584" y="234982"/>
                  </a:lnTo>
                  <a:lnTo>
                    <a:pt x="96012" y="230410"/>
                  </a:lnTo>
                  <a:lnTo>
                    <a:pt x="95060" y="228029"/>
                  </a:lnTo>
                  <a:lnTo>
                    <a:pt x="94679" y="225362"/>
                  </a:lnTo>
                  <a:lnTo>
                    <a:pt x="95726" y="215360"/>
                  </a:lnTo>
                  <a:lnTo>
                    <a:pt x="99536" y="211931"/>
                  </a:lnTo>
                  <a:lnTo>
                    <a:pt x="99917" y="212122"/>
                  </a:lnTo>
                  <a:lnTo>
                    <a:pt x="100965" y="209264"/>
                  </a:lnTo>
                  <a:lnTo>
                    <a:pt x="105156" y="204311"/>
                  </a:lnTo>
                  <a:lnTo>
                    <a:pt x="106775" y="201740"/>
                  </a:lnTo>
                  <a:lnTo>
                    <a:pt x="106966" y="199454"/>
                  </a:lnTo>
                  <a:lnTo>
                    <a:pt x="106299" y="196882"/>
                  </a:lnTo>
                  <a:lnTo>
                    <a:pt x="104013" y="192405"/>
                  </a:lnTo>
                  <a:lnTo>
                    <a:pt x="103061" y="189738"/>
                  </a:lnTo>
                  <a:lnTo>
                    <a:pt x="102489" y="186214"/>
                  </a:lnTo>
                  <a:lnTo>
                    <a:pt x="102680" y="182880"/>
                  </a:lnTo>
                  <a:lnTo>
                    <a:pt x="104108" y="180689"/>
                  </a:lnTo>
                  <a:lnTo>
                    <a:pt x="106966" y="179546"/>
                  </a:lnTo>
                  <a:lnTo>
                    <a:pt x="109157" y="180213"/>
                  </a:lnTo>
                  <a:lnTo>
                    <a:pt x="110966" y="181928"/>
                  </a:lnTo>
                  <a:lnTo>
                    <a:pt x="112586" y="184404"/>
                  </a:lnTo>
                  <a:lnTo>
                    <a:pt x="114967" y="186404"/>
                  </a:lnTo>
                  <a:lnTo>
                    <a:pt x="118015" y="186214"/>
                  </a:lnTo>
                  <a:lnTo>
                    <a:pt x="120968" y="184690"/>
                  </a:lnTo>
                  <a:lnTo>
                    <a:pt x="123254" y="182690"/>
                  </a:lnTo>
                  <a:lnTo>
                    <a:pt x="124968" y="180404"/>
                  </a:lnTo>
                  <a:lnTo>
                    <a:pt x="129826" y="170688"/>
                  </a:lnTo>
                  <a:lnTo>
                    <a:pt x="129826" y="169069"/>
                  </a:lnTo>
                  <a:lnTo>
                    <a:pt x="129540" y="167545"/>
                  </a:lnTo>
                  <a:lnTo>
                    <a:pt x="129540" y="165640"/>
                  </a:lnTo>
                  <a:lnTo>
                    <a:pt x="130493" y="157163"/>
                  </a:lnTo>
                  <a:lnTo>
                    <a:pt x="129921" y="151829"/>
                  </a:lnTo>
                  <a:lnTo>
                    <a:pt x="130112" y="149638"/>
                  </a:lnTo>
                  <a:lnTo>
                    <a:pt x="130874" y="147638"/>
                  </a:lnTo>
                  <a:lnTo>
                    <a:pt x="133064" y="144399"/>
                  </a:lnTo>
                  <a:lnTo>
                    <a:pt x="133541" y="143351"/>
                  </a:lnTo>
                  <a:lnTo>
                    <a:pt x="133541" y="142208"/>
                  </a:lnTo>
                  <a:lnTo>
                    <a:pt x="133350" y="140779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7" name="Freeform: Shape 19">
              <a:extLst>
                <a:ext uri="{FF2B5EF4-FFF2-40B4-BE49-F238E27FC236}">
                  <a16:creationId xmlns:a16="http://schemas.microsoft.com/office/drawing/2014/main" id="{89C82D62-828C-D7E6-748B-22BC922E83CE}"/>
                </a:ext>
              </a:extLst>
            </p:cNvPr>
            <p:cNvSpPr/>
            <p:nvPr/>
          </p:nvSpPr>
          <p:spPr>
            <a:xfrm>
              <a:off x="10254629" y="2902511"/>
              <a:ext cx="508280" cy="197664"/>
            </a:xfrm>
            <a:custGeom>
              <a:avLst/>
              <a:gdLst>
                <a:gd name="connsiteX0" fmla="*/ 347948 w 342900"/>
                <a:gd name="connsiteY0" fmla="*/ 108680 h 133350"/>
                <a:gd name="connsiteX1" fmla="*/ 346520 w 342900"/>
                <a:gd name="connsiteY1" fmla="*/ 107252 h 133350"/>
                <a:gd name="connsiteX2" fmla="*/ 346043 w 342900"/>
                <a:gd name="connsiteY2" fmla="*/ 106394 h 133350"/>
                <a:gd name="connsiteX3" fmla="*/ 345853 w 342900"/>
                <a:gd name="connsiteY3" fmla="*/ 105537 h 133350"/>
                <a:gd name="connsiteX4" fmla="*/ 345662 w 342900"/>
                <a:gd name="connsiteY4" fmla="*/ 104775 h 133350"/>
                <a:gd name="connsiteX5" fmla="*/ 345281 w 342900"/>
                <a:gd name="connsiteY5" fmla="*/ 104013 h 133350"/>
                <a:gd name="connsiteX6" fmla="*/ 345186 w 342900"/>
                <a:gd name="connsiteY6" fmla="*/ 103346 h 133350"/>
                <a:gd name="connsiteX7" fmla="*/ 345186 w 342900"/>
                <a:gd name="connsiteY7" fmla="*/ 102108 h 133350"/>
                <a:gd name="connsiteX8" fmla="*/ 345853 w 342900"/>
                <a:gd name="connsiteY8" fmla="*/ 100489 h 133350"/>
                <a:gd name="connsiteX9" fmla="*/ 346329 w 342900"/>
                <a:gd name="connsiteY9" fmla="*/ 99155 h 133350"/>
                <a:gd name="connsiteX10" fmla="*/ 346520 w 342900"/>
                <a:gd name="connsiteY10" fmla="*/ 97536 h 133350"/>
                <a:gd name="connsiteX11" fmla="*/ 346234 w 342900"/>
                <a:gd name="connsiteY11" fmla="*/ 96203 h 133350"/>
                <a:gd name="connsiteX12" fmla="*/ 345567 w 342900"/>
                <a:gd name="connsiteY12" fmla="*/ 94869 h 133350"/>
                <a:gd name="connsiteX13" fmla="*/ 344614 w 342900"/>
                <a:gd name="connsiteY13" fmla="*/ 93917 h 133350"/>
                <a:gd name="connsiteX14" fmla="*/ 342614 w 342900"/>
                <a:gd name="connsiteY14" fmla="*/ 92488 h 133350"/>
                <a:gd name="connsiteX15" fmla="*/ 341567 w 342900"/>
                <a:gd name="connsiteY15" fmla="*/ 91440 h 133350"/>
                <a:gd name="connsiteX16" fmla="*/ 340043 w 342900"/>
                <a:gd name="connsiteY16" fmla="*/ 89345 h 133350"/>
                <a:gd name="connsiteX17" fmla="*/ 335375 w 342900"/>
                <a:gd name="connsiteY17" fmla="*/ 85058 h 133350"/>
                <a:gd name="connsiteX18" fmla="*/ 334137 w 342900"/>
                <a:gd name="connsiteY18" fmla="*/ 84201 h 133350"/>
                <a:gd name="connsiteX19" fmla="*/ 333185 w 342900"/>
                <a:gd name="connsiteY19" fmla="*/ 83820 h 133350"/>
                <a:gd name="connsiteX20" fmla="*/ 331756 w 342900"/>
                <a:gd name="connsiteY20" fmla="*/ 83344 h 133350"/>
                <a:gd name="connsiteX21" fmla="*/ 327851 w 342900"/>
                <a:gd name="connsiteY21" fmla="*/ 82201 h 133350"/>
                <a:gd name="connsiteX22" fmla="*/ 327374 w 342900"/>
                <a:gd name="connsiteY22" fmla="*/ 81725 h 133350"/>
                <a:gd name="connsiteX23" fmla="*/ 326612 w 342900"/>
                <a:gd name="connsiteY23" fmla="*/ 80772 h 133350"/>
                <a:gd name="connsiteX24" fmla="*/ 326041 w 342900"/>
                <a:gd name="connsiteY24" fmla="*/ 79343 h 133350"/>
                <a:gd name="connsiteX25" fmla="*/ 325184 w 342900"/>
                <a:gd name="connsiteY25" fmla="*/ 78677 h 133350"/>
                <a:gd name="connsiteX26" fmla="*/ 322231 w 342900"/>
                <a:gd name="connsiteY26" fmla="*/ 77438 h 133350"/>
                <a:gd name="connsiteX27" fmla="*/ 321945 w 342900"/>
                <a:gd name="connsiteY27" fmla="*/ 76581 h 133350"/>
                <a:gd name="connsiteX28" fmla="*/ 321945 w 342900"/>
                <a:gd name="connsiteY28" fmla="*/ 76010 h 133350"/>
                <a:gd name="connsiteX29" fmla="*/ 322326 w 342900"/>
                <a:gd name="connsiteY29" fmla="*/ 75724 h 133350"/>
                <a:gd name="connsiteX30" fmla="*/ 324803 w 342900"/>
                <a:gd name="connsiteY30" fmla="*/ 74009 h 133350"/>
                <a:gd name="connsiteX31" fmla="*/ 326898 w 342900"/>
                <a:gd name="connsiteY31" fmla="*/ 72200 h 133350"/>
                <a:gd name="connsiteX32" fmla="*/ 327851 w 342900"/>
                <a:gd name="connsiteY32" fmla="*/ 71057 h 133350"/>
                <a:gd name="connsiteX33" fmla="*/ 328613 w 342900"/>
                <a:gd name="connsiteY33" fmla="*/ 69914 h 133350"/>
                <a:gd name="connsiteX34" fmla="*/ 329755 w 342900"/>
                <a:gd name="connsiteY34" fmla="*/ 67913 h 133350"/>
                <a:gd name="connsiteX35" fmla="*/ 330327 w 342900"/>
                <a:gd name="connsiteY35" fmla="*/ 67056 h 133350"/>
                <a:gd name="connsiteX36" fmla="*/ 331184 w 342900"/>
                <a:gd name="connsiteY36" fmla="*/ 66199 h 133350"/>
                <a:gd name="connsiteX37" fmla="*/ 332042 w 342900"/>
                <a:gd name="connsiteY37" fmla="*/ 65437 h 133350"/>
                <a:gd name="connsiteX38" fmla="*/ 332708 w 342900"/>
                <a:gd name="connsiteY38" fmla="*/ 64389 h 133350"/>
                <a:gd name="connsiteX39" fmla="*/ 333280 w 342900"/>
                <a:gd name="connsiteY39" fmla="*/ 63246 h 133350"/>
                <a:gd name="connsiteX40" fmla="*/ 333089 w 342900"/>
                <a:gd name="connsiteY40" fmla="*/ 61913 h 133350"/>
                <a:gd name="connsiteX41" fmla="*/ 332613 w 342900"/>
                <a:gd name="connsiteY41" fmla="*/ 61341 h 133350"/>
                <a:gd name="connsiteX42" fmla="*/ 331756 w 342900"/>
                <a:gd name="connsiteY42" fmla="*/ 61055 h 133350"/>
                <a:gd name="connsiteX43" fmla="*/ 330994 w 342900"/>
                <a:gd name="connsiteY43" fmla="*/ 61055 h 133350"/>
                <a:gd name="connsiteX44" fmla="*/ 330137 w 342900"/>
                <a:gd name="connsiteY44" fmla="*/ 61246 h 133350"/>
                <a:gd name="connsiteX45" fmla="*/ 328517 w 342900"/>
                <a:gd name="connsiteY45" fmla="*/ 62103 h 133350"/>
                <a:gd name="connsiteX46" fmla="*/ 326422 w 342900"/>
                <a:gd name="connsiteY46" fmla="*/ 63627 h 133350"/>
                <a:gd name="connsiteX47" fmla="*/ 325660 w 342900"/>
                <a:gd name="connsiteY47" fmla="*/ 64103 h 133350"/>
                <a:gd name="connsiteX48" fmla="*/ 324136 w 342900"/>
                <a:gd name="connsiteY48" fmla="*/ 64770 h 133350"/>
                <a:gd name="connsiteX49" fmla="*/ 323660 w 342900"/>
                <a:gd name="connsiteY49" fmla="*/ 64770 h 133350"/>
                <a:gd name="connsiteX50" fmla="*/ 323374 w 342900"/>
                <a:gd name="connsiteY50" fmla="*/ 64675 h 133350"/>
                <a:gd name="connsiteX51" fmla="*/ 323088 w 342900"/>
                <a:gd name="connsiteY51" fmla="*/ 64580 h 133350"/>
                <a:gd name="connsiteX52" fmla="*/ 322897 w 342900"/>
                <a:gd name="connsiteY52" fmla="*/ 64484 h 133350"/>
                <a:gd name="connsiteX53" fmla="*/ 314611 w 342900"/>
                <a:gd name="connsiteY53" fmla="*/ 54864 h 133350"/>
                <a:gd name="connsiteX54" fmla="*/ 309467 w 342900"/>
                <a:gd name="connsiteY54" fmla="*/ 49911 h 133350"/>
                <a:gd name="connsiteX55" fmla="*/ 304419 w 342900"/>
                <a:gd name="connsiteY55" fmla="*/ 46196 h 133350"/>
                <a:gd name="connsiteX56" fmla="*/ 302133 w 342900"/>
                <a:gd name="connsiteY56" fmla="*/ 43339 h 133350"/>
                <a:gd name="connsiteX57" fmla="*/ 300323 w 342900"/>
                <a:gd name="connsiteY57" fmla="*/ 42101 h 133350"/>
                <a:gd name="connsiteX58" fmla="*/ 298513 w 342900"/>
                <a:gd name="connsiteY58" fmla="*/ 41720 h 133350"/>
                <a:gd name="connsiteX59" fmla="*/ 296799 w 342900"/>
                <a:gd name="connsiteY59" fmla="*/ 42291 h 133350"/>
                <a:gd name="connsiteX60" fmla="*/ 295275 w 342900"/>
                <a:gd name="connsiteY60" fmla="*/ 43148 h 133350"/>
                <a:gd name="connsiteX61" fmla="*/ 293846 w 342900"/>
                <a:gd name="connsiteY61" fmla="*/ 44196 h 133350"/>
                <a:gd name="connsiteX62" fmla="*/ 292703 w 342900"/>
                <a:gd name="connsiteY62" fmla="*/ 45244 h 133350"/>
                <a:gd name="connsiteX63" fmla="*/ 290989 w 342900"/>
                <a:gd name="connsiteY63" fmla="*/ 46482 h 133350"/>
                <a:gd name="connsiteX64" fmla="*/ 285179 w 342900"/>
                <a:gd name="connsiteY64" fmla="*/ 46958 h 133350"/>
                <a:gd name="connsiteX65" fmla="*/ 280702 w 342900"/>
                <a:gd name="connsiteY65" fmla="*/ 48197 h 133350"/>
                <a:gd name="connsiteX66" fmla="*/ 278035 w 342900"/>
                <a:gd name="connsiteY66" fmla="*/ 49435 h 133350"/>
                <a:gd name="connsiteX67" fmla="*/ 276225 w 342900"/>
                <a:gd name="connsiteY67" fmla="*/ 50768 h 133350"/>
                <a:gd name="connsiteX68" fmla="*/ 274987 w 342900"/>
                <a:gd name="connsiteY68" fmla="*/ 51911 h 133350"/>
                <a:gd name="connsiteX69" fmla="*/ 274130 w 342900"/>
                <a:gd name="connsiteY69" fmla="*/ 51911 h 133350"/>
                <a:gd name="connsiteX70" fmla="*/ 273748 w 342900"/>
                <a:gd name="connsiteY70" fmla="*/ 51245 h 133350"/>
                <a:gd name="connsiteX71" fmla="*/ 273748 w 342900"/>
                <a:gd name="connsiteY71" fmla="*/ 49911 h 133350"/>
                <a:gd name="connsiteX72" fmla="*/ 274511 w 342900"/>
                <a:gd name="connsiteY72" fmla="*/ 42863 h 133350"/>
                <a:gd name="connsiteX73" fmla="*/ 274415 w 342900"/>
                <a:gd name="connsiteY73" fmla="*/ 40672 h 133350"/>
                <a:gd name="connsiteX74" fmla="*/ 274130 w 342900"/>
                <a:gd name="connsiteY74" fmla="*/ 38767 h 133350"/>
                <a:gd name="connsiteX75" fmla="*/ 273748 w 342900"/>
                <a:gd name="connsiteY75" fmla="*/ 37243 h 133350"/>
                <a:gd name="connsiteX76" fmla="*/ 273558 w 342900"/>
                <a:gd name="connsiteY76" fmla="*/ 36005 h 133350"/>
                <a:gd name="connsiteX77" fmla="*/ 273748 w 342900"/>
                <a:gd name="connsiteY77" fmla="*/ 34957 h 133350"/>
                <a:gd name="connsiteX78" fmla="*/ 275654 w 342900"/>
                <a:gd name="connsiteY78" fmla="*/ 31147 h 133350"/>
                <a:gd name="connsiteX79" fmla="*/ 277273 w 342900"/>
                <a:gd name="connsiteY79" fmla="*/ 26194 h 133350"/>
                <a:gd name="connsiteX80" fmla="*/ 279178 w 342900"/>
                <a:gd name="connsiteY80" fmla="*/ 21812 h 133350"/>
                <a:gd name="connsiteX81" fmla="*/ 279083 w 342900"/>
                <a:gd name="connsiteY81" fmla="*/ 20193 h 133350"/>
                <a:gd name="connsiteX82" fmla="*/ 278416 w 342900"/>
                <a:gd name="connsiteY82" fmla="*/ 19241 h 133350"/>
                <a:gd name="connsiteX83" fmla="*/ 276035 w 342900"/>
                <a:gd name="connsiteY83" fmla="*/ 18860 h 133350"/>
                <a:gd name="connsiteX84" fmla="*/ 275082 w 342900"/>
                <a:gd name="connsiteY84" fmla="*/ 18193 h 133350"/>
                <a:gd name="connsiteX85" fmla="*/ 274606 w 342900"/>
                <a:gd name="connsiteY85" fmla="*/ 16764 h 133350"/>
                <a:gd name="connsiteX86" fmla="*/ 274511 w 342900"/>
                <a:gd name="connsiteY86" fmla="*/ 15335 h 133350"/>
                <a:gd name="connsiteX87" fmla="*/ 274701 w 342900"/>
                <a:gd name="connsiteY87" fmla="*/ 14097 h 133350"/>
                <a:gd name="connsiteX88" fmla="*/ 275177 w 342900"/>
                <a:gd name="connsiteY88" fmla="*/ 13049 h 133350"/>
                <a:gd name="connsiteX89" fmla="*/ 275654 w 342900"/>
                <a:gd name="connsiteY89" fmla="*/ 12383 h 133350"/>
                <a:gd name="connsiteX90" fmla="*/ 284607 w 342900"/>
                <a:gd name="connsiteY90" fmla="*/ 4382 h 133350"/>
                <a:gd name="connsiteX91" fmla="*/ 285655 w 342900"/>
                <a:gd name="connsiteY91" fmla="*/ 2096 h 133350"/>
                <a:gd name="connsiteX92" fmla="*/ 285369 w 342900"/>
                <a:gd name="connsiteY92" fmla="*/ 1429 h 133350"/>
                <a:gd name="connsiteX93" fmla="*/ 284893 w 342900"/>
                <a:gd name="connsiteY93" fmla="*/ 857 h 133350"/>
                <a:gd name="connsiteX94" fmla="*/ 283845 w 342900"/>
                <a:gd name="connsiteY94" fmla="*/ 572 h 133350"/>
                <a:gd name="connsiteX95" fmla="*/ 273368 w 342900"/>
                <a:gd name="connsiteY95" fmla="*/ 95 h 133350"/>
                <a:gd name="connsiteX96" fmla="*/ 271653 w 342900"/>
                <a:gd name="connsiteY96" fmla="*/ 667 h 133350"/>
                <a:gd name="connsiteX97" fmla="*/ 268034 w 342900"/>
                <a:gd name="connsiteY97" fmla="*/ 2191 h 133350"/>
                <a:gd name="connsiteX98" fmla="*/ 260699 w 342900"/>
                <a:gd name="connsiteY98" fmla="*/ 4191 h 133350"/>
                <a:gd name="connsiteX99" fmla="*/ 259366 w 342900"/>
                <a:gd name="connsiteY99" fmla="*/ 4191 h 133350"/>
                <a:gd name="connsiteX100" fmla="*/ 258032 w 342900"/>
                <a:gd name="connsiteY100" fmla="*/ 3905 h 133350"/>
                <a:gd name="connsiteX101" fmla="*/ 256794 w 342900"/>
                <a:gd name="connsiteY101" fmla="*/ 3905 h 133350"/>
                <a:gd name="connsiteX102" fmla="*/ 249174 w 342900"/>
                <a:gd name="connsiteY102" fmla="*/ 6001 h 133350"/>
                <a:gd name="connsiteX103" fmla="*/ 245459 w 342900"/>
                <a:gd name="connsiteY103" fmla="*/ 6572 h 133350"/>
                <a:gd name="connsiteX104" fmla="*/ 243269 w 342900"/>
                <a:gd name="connsiteY104" fmla="*/ 6287 h 133350"/>
                <a:gd name="connsiteX105" fmla="*/ 241840 w 342900"/>
                <a:gd name="connsiteY105" fmla="*/ 5906 h 133350"/>
                <a:gd name="connsiteX106" fmla="*/ 240316 w 342900"/>
                <a:gd name="connsiteY106" fmla="*/ 4763 h 133350"/>
                <a:gd name="connsiteX107" fmla="*/ 236982 w 342900"/>
                <a:gd name="connsiteY107" fmla="*/ 1334 h 133350"/>
                <a:gd name="connsiteX108" fmla="*/ 234315 w 342900"/>
                <a:gd name="connsiteY108" fmla="*/ 0 h 133350"/>
                <a:gd name="connsiteX109" fmla="*/ 232220 w 342900"/>
                <a:gd name="connsiteY109" fmla="*/ 191 h 133350"/>
                <a:gd name="connsiteX110" fmla="*/ 230505 w 342900"/>
                <a:gd name="connsiteY110" fmla="*/ 857 h 133350"/>
                <a:gd name="connsiteX111" fmla="*/ 225838 w 342900"/>
                <a:gd name="connsiteY111" fmla="*/ 5334 h 133350"/>
                <a:gd name="connsiteX112" fmla="*/ 225076 w 342900"/>
                <a:gd name="connsiteY112" fmla="*/ 6382 h 133350"/>
                <a:gd name="connsiteX113" fmla="*/ 224600 w 342900"/>
                <a:gd name="connsiteY113" fmla="*/ 7620 h 133350"/>
                <a:gd name="connsiteX114" fmla="*/ 223838 w 342900"/>
                <a:gd name="connsiteY114" fmla="*/ 11430 h 133350"/>
                <a:gd name="connsiteX115" fmla="*/ 223361 w 342900"/>
                <a:gd name="connsiteY115" fmla="*/ 12859 h 133350"/>
                <a:gd name="connsiteX116" fmla="*/ 221933 w 342900"/>
                <a:gd name="connsiteY116" fmla="*/ 15621 h 133350"/>
                <a:gd name="connsiteX117" fmla="*/ 220694 w 342900"/>
                <a:gd name="connsiteY117" fmla="*/ 17431 h 133350"/>
                <a:gd name="connsiteX118" fmla="*/ 219075 w 342900"/>
                <a:gd name="connsiteY118" fmla="*/ 18955 h 133350"/>
                <a:gd name="connsiteX119" fmla="*/ 216694 w 342900"/>
                <a:gd name="connsiteY119" fmla="*/ 20288 h 133350"/>
                <a:gd name="connsiteX120" fmla="*/ 214598 w 342900"/>
                <a:gd name="connsiteY120" fmla="*/ 20479 h 133350"/>
                <a:gd name="connsiteX121" fmla="*/ 213074 w 342900"/>
                <a:gd name="connsiteY121" fmla="*/ 20098 h 133350"/>
                <a:gd name="connsiteX122" fmla="*/ 211931 w 342900"/>
                <a:gd name="connsiteY122" fmla="*/ 19241 h 133350"/>
                <a:gd name="connsiteX123" fmla="*/ 211741 w 342900"/>
                <a:gd name="connsiteY123" fmla="*/ 18098 h 133350"/>
                <a:gd name="connsiteX124" fmla="*/ 212027 w 342900"/>
                <a:gd name="connsiteY124" fmla="*/ 16478 h 133350"/>
                <a:gd name="connsiteX125" fmla="*/ 212693 w 342900"/>
                <a:gd name="connsiteY125" fmla="*/ 14954 h 133350"/>
                <a:gd name="connsiteX126" fmla="*/ 213360 w 342900"/>
                <a:gd name="connsiteY126" fmla="*/ 12573 h 133350"/>
                <a:gd name="connsiteX127" fmla="*/ 213551 w 342900"/>
                <a:gd name="connsiteY127" fmla="*/ 11430 h 133350"/>
                <a:gd name="connsiteX128" fmla="*/ 213551 w 342900"/>
                <a:gd name="connsiteY128" fmla="*/ 11240 h 133350"/>
                <a:gd name="connsiteX129" fmla="*/ 213455 w 342900"/>
                <a:gd name="connsiteY129" fmla="*/ 9430 h 133350"/>
                <a:gd name="connsiteX130" fmla="*/ 212693 w 342900"/>
                <a:gd name="connsiteY130" fmla="*/ 8096 h 133350"/>
                <a:gd name="connsiteX131" fmla="*/ 211264 w 342900"/>
                <a:gd name="connsiteY131" fmla="*/ 7144 h 133350"/>
                <a:gd name="connsiteX132" fmla="*/ 208979 w 342900"/>
                <a:gd name="connsiteY132" fmla="*/ 6668 h 133350"/>
                <a:gd name="connsiteX133" fmla="*/ 207359 w 342900"/>
                <a:gd name="connsiteY133" fmla="*/ 7049 h 133350"/>
                <a:gd name="connsiteX134" fmla="*/ 206216 w 342900"/>
                <a:gd name="connsiteY134" fmla="*/ 8001 h 133350"/>
                <a:gd name="connsiteX135" fmla="*/ 204597 w 342900"/>
                <a:gd name="connsiteY135" fmla="*/ 11430 h 133350"/>
                <a:gd name="connsiteX136" fmla="*/ 204597 w 342900"/>
                <a:gd name="connsiteY136" fmla="*/ 11525 h 133350"/>
                <a:gd name="connsiteX137" fmla="*/ 203454 w 342900"/>
                <a:gd name="connsiteY137" fmla="*/ 13430 h 133350"/>
                <a:gd name="connsiteX138" fmla="*/ 201454 w 342900"/>
                <a:gd name="connsiteY138" fmla="*/ 15716 h 133350"/>
                <a:gd name="connsiteX139" fmla="*/ 199358 w 342900"/>
                <a:gd name="connsiteY139" fmla="*/ 17717 h 133350"/>
                <a:gd name="connsiteX140" fmla="*/ 197072 w 342900"/>
                <a:gd name="connsiteY140" fmla="*/ 21908 h 133350"/>
                <a:gd name="connsiteX141" fmla="*/ 196310 w 342900"/>
                <a:gd name="connsiteY141" fmla="*/ 22765 h 133350"/>
                <a:gd name="connsiteX142" fmla="*/ 193834 w 342900"/>
                <a:gd name="connsiteY142" fmla="*/ 24765 h 133350"/>
                <a:gd name="connsiteX143" fmla="*/ 193548 w 342900"/>
                <a:gd name="connsiteY143" fmla="*/ 25622 h 133350"/>
                <a:gd name="connsiteX144" fmla="*/ 193929 w 342900"/>
                <a:gd name="connsiteY144" fmla="*/ 26289 h 133350"/>
                <a:gd name="connsiteX145" fmla="*/ 195453 w 342900"/>
                <a:gd name="connsiteY145" fmla="*/ 26575 h 133350"/>
                <a:gd name="connsiteX146" fmla="*/ 196310 w 342900"/>
                <a:gd name="connsiteY146" fmla="*/ 26480 h 133350"/>
                <a:gd name="connsiteX147" fmla="*/ 197072 w 342900"/>
                <a:gd name="connsiteY147" fmla="*/ 26194 h 133350"/>
                <a:gd name="connsiteX148" fmla="*/ 199930 w 342900"/>
                <a:gd name="connsiteY148" fmla="*/ 24098 h 133350"/>
                <a:gd name="connsiteX149" fmla="*/ 200501 w 342900"/>
                <a:gd name="connsiteY149" fmla="*/ 24098 h 133350"/>
                <a:gd name="connsiteX150" fmla="*/ 200311 w 342900"/>
                <a:gd name="connsiteY150" fmla="*/ 24956 h 133350"/>
                <a:gd name="connsiteX151" fmla="*/ 199930 w 342900"/>
                <a:gd name="connsiteY151" fmla="*/ 25813 h 133350"/>
                <a:gd name="connsiteX152" fmla="*/ 193738 w 342900"/>
                <a:gd name="connsiteY152" fmla="*/ 29242 h 133350"/>
                <a:gd name="connsiteX153" fmla="*/ 187071 w 342900"/>
                <a:gd name="connsiteY153" fmla="*/ 29623 h 133350"/>
                <a:gd name="connsiteX154" fmla="*/ 180689 w 342900"/>
                <a:gd name="connsiteY154" fmla="*/ 31623 h 133350"/>
                <a:gd name="connsiteX155" fmla="*/ 178689 w 342900"/>
                <a:gd name="connsiteY155" fmla="*/ 32766 h 133350"/>
                <a:gd name="connsiteX156" fmla="*/ 177070 w 342900"/>
                <a:gd name="connsiteY156" fmla="*/ 34385 h 133350"/>
                <a:gd name="connsiteX157" fmla="*/ 175355 w 342900"/>
                <a:gd name="connsiteY157" fmla="*/ 37338 h 133350"/>
                <a:gd name="connsiteX158" fmla="*/ 170117 w 342900"/>
                <a:gd name="connsiteY158" fmla="*/ 43339 h 133350"/>
                <a:gd name="connsiteX159" fmla="*/ 168021 w 342900"/>
                <a:gd name="connsiteY159" fmla="*/ 45149 h 133350"/>
                <a:gd name="connsiteX160" fmla="*/ 166021 w 342900"/>
                <a:gd name="connsiteY160" fmla="*/ 45815 h 133350"/>
                <a:gd name="connsiteX161" fmla="*/ 164687 w 342900"/>
                <a:gd name="connsiteY161" fmla="*/ 46006 h 133350"/>
                <a:gd name="connsiteX162" fmla="*/ 163068 w 342900"/>
                <a:gd name="connsiteY162" fmla="*/ 45339 h 133350"/>
                <a:gd name="connsiteX163" fmla="*/ 162020 w 342900"/>
                <a:gd name="connsiteY163" fmla="*/ 42196 h 133350"/>
                <a:gd name="connsiteX164" fmla="*/ 161830 w 342900"/>
                <a:gd name="connsiteY164" fmla="*/ 37719 h 133350"/>
                <a:gd name="connsiteX165" fmla="*/ 161449 w 342900"/>
                <a:gd name="connsiteY165" fmla="*/ 35338 h 133350"/>
                <a:gd name="connsiteX166" fmla="*/ 161449 w 342900"/>
                <a:gd name="connsiteY166" fmla="*/ 33338 h 133350"/>
                <a:gd name="connsiteX167" fmla="*/ 162020 w 342900"/>
                <a:gd name="connsiteY167" fmla="*/ 29813 h 133350"/>
                <a:gd name="connsiteX168" fmla="*/ 161639 w 342900"/>
                <a:gd name="connsiteY168" fmla="*/ 28289 h 133350"/>
                <a:gd name="connsiteX169" fmla="*/ 159734 w 342900"/>
                <a:gd name="connsiteY169" fmla="*/ 28194 h 133350"/>
                <a:gd name="connsiteX170" fmla="*/ 150209 w 342900"/>
                <a:gd name="connsiteY170" fmla="*/ 32004 h 133350"/>
                <a:gd name="connsiteX171" fmla="*/ 148495 w 342900"/>
                <a:gd name="connsiteY171" fmla="*/ 32290 h 133350"/>
                <a:gd name="connsiteX172" fmla="*/ 147447 w 342900"/>
                <a:gd name="connsiteY172" fmla="*/ 32004 h 133350"/>
                <a:gd name="connsiteX173" fmla="*/ 147161 w 342900"/>
                <a:gd name="connsiteY173" fmla="*/ 31052 h 133350"/>
                <a:gd name="connsiteX174" fmla="*/ 146495 w 342900"/>
                <a:gd name="connsiteY174" fmla="*/ 30480 h 133350"/>
                <a:gd name="connsiteX175" fmla="*/ 146113 w 342900"/>
                <a:gd name="connsiteY175" fmla="*/ 30480 h 133350"/>
                <a:gd name="connsiteX176" fmla="*/ 144399 w 342900"/>
                <a:gd name="connsiteY176" fmla="*/ 31623 h 133350"/>
                <a:gd name="connsiteX177" fmla="*/ 142685 w 342900"/>
                <a:gd name="connsiteY177" fmla="*/ 32576 h 133350"/>
                <a:gd name="connsiteX178" fmla="*/ 141922 w 342900"/>
                <a:gd name="connsiteY178" fmla="*/ 32099 h 133350"/>
                <a:gd name="connsiteX179" fmla="*/ 141827 w 342900"/>
                <a:gd name="connsiteY179" fmla="*/ 31147 h 133350"/>
                <a:gd name="connsiteX180" fmla="*/ 142494 w 342900"/>
                <a:gd name="connsiteY180" fmla="*/ 27623 h 133350"/>
                <a:gd name="connsiteX181" fmla="*/ 142589 w 342900"/>
                <a:gd name="connsiteY181" fmla="*/ 26003 h 133350"/>
                <a:gd name="connsiteX182" fmla="*/ 142399 w 342900"/>
                <a:gd name="connsiteY182" fmla="*/ 24384 h 133350"/>
                <a:gd name="connsiteX183" fmla="*/ 141827 w 342900"/>
                <a:gd name="connsiteY183" fmla="*/ 23241 h 133350"/>
                <a:gd name="connsiteX184" fmla="*/ 140684 w 342900"/>
                <a:gd name="connsiteY184" fmla="*/ 22289 h 133350"/>
                <a:gd name="connsiteX185" fmla="*/ 139637 w 342900"/>
                <a:gd name="connsiteY185" fmla="*/ 22098 h 133350"/>
                <a:gd name="connsiteX186" fmla="*/ 138303 w 342900"/>
                <a:gd name="connsiteY186" fmla="*/ 22003 h 133350"/>
                <a:gd name="connsiteX187" fmla="*/ 137636 w 342900"/>
                <a:gd name="connsiteY187" fmla="*/ 21431 h 133350"/>
                <a:gd name="connsiteX188" fmla="*/ 136970 w 342900"/>
                <a:gd name="connsiteY188" fmla="*/ 19622 h 133350"/>
                <a:gd name="connsiteX189" fmla="*/ 136112 w 342900"/>
                <a:gd name="connsiteY189" fmla="*/ 18669 h 133350"/>
                <a:gd name="connsiteX190" fmla="*/ 134874 w 342900"/>
                <a:gd name="connsiteY190" fmla="*/ 18574 h 133350"/>
                <a:gd name="connsiteX191" fmla="*/ 130397 w 342900"/>
                <a:gd name="connsiteY191" fmla="*/ 18955 h 133350"/>
                <a:gd name="connsiteX192" fmla="*/ 127349 w 342900"/>
                <a:gd name="connsiteY192" fmla="*/ 18193 h 133350"/>
                <a:gd name="connsiteX193" fmla="*/ 123920 w 342900"/>
                <a:gd name="connsiteY193" fmla="*/ 17717 h 133350"/>
                <a:gd name="connsiteX194" fmla="*/ 118777 w 342900"/>
                <a:gd name="connsiteY194" fmla="*/ 18383 h 133350"/>
                <a:gd name="connsiteX195" fmla="*/ 117634 w 342900"/>
                <a:gd name="connsiteY195" fmla="*/ 18764 h 133350"/>
                <a:gd name="connsiteX196" fmla="*/ 114681 w 342900"/>
                <a:gd name="connsiteY196" fmla="*/ 20765 h 133350"/>
                <a:gd name="connsiteX197" fmla="*/ 113443 w 342900"/>
                <a:gd name="connsiteY197" fmla="*/ 21146 h 133350"/>
                <a:gd name="connsiteX198" fmla="*/ 112871 w 342900"/>
                <a:gd name="connsiteY198" fmla="*/ 20765 h 133350"/>
                <a:gd name="connsiteX199" fmla="*/ 112490 w 342900"/>
                <a:gd name="connsiteY199" fmla="*/ 19717 h 133350"/>
                <a:gd name="connsiteX200" fmla="*/ 112395 w 342900"/>
                <a:gd name="connsiteY200" fmla="*/ 17431 h 133350"/>
                <a:gd name="connsiteX201" fmla="*/ 112109 w 342900"/>
                <a:gd name="connsiteY201" fmla="*/ 16669 h 133350"/>
                <a:gd name="connsiteX202" fmla="*/ 111633 w 342900"/>
                <a:gd name="connsiteY202" fmla="*/ 16383 h 133350"/>
                <a:gd name="connsiteX203" fmla="*/ 110585 w 342900"/>
                <a:gd name="connsiteY203" fmla="*/ 16383 h 133350"/>
                <a:gd name="connsiteX204" fmla="*/ 103537 w 342900"/>
                <a:gd name="connsiteY204" fmla="*/ 17907 h 133350"/>
                <a:gd name="connsiteX205" fmla="*/ 100775 w 342900"/>
                <a:gd name="connsiteY205" fmla="*/ 18955 h 133350"/>
                <a:gd name="connsiteX206" fmla="*/ 98012 w 342900"/>
                <a:gd name="connsiteY206" fmla="*/ 20288 h 133350"/>
                <a:gd name="connsiteX207" fmla="*/ 97155 w 342900"/>
                <a:gd name="connsiteY207" fmla="*/ 20098 h 133350"/>
                <a:gd name="connsiteX208" fmla="*/ 96774 w 342900"/>
                <a:gd name="connsiteY208" fmla="*/ 19336 h 133350"/>
                <a:gd name="connsiteX209" fmla="*/ 96679 w 342900"/>
                <a:gd name="connsiteY209" fmla="*/ 18193 h 133350"/>
                <a:gd name="connsiteX210" fmla="*/ 96488 w 342900"/>
                <a:gd name="connsiteY210" fmla="*/ 17050 h 133350"/>
                <a:gd name="connsiteX211" fmla="*/ 96012 w 342900"/>
                <a:gd name="connsiteY211" fmla="*/ 16097 h 133350"/>
                <a:gd name="connsiteX212" fmla="*/ 94964 w 342900"/>
                <a:gd name="connsiteY212" fmla="*/ 15335 h 133350"/>
                <a:gd name="connsiteX213" fmla="*/ 94012 w 342900"/>
                <a:gd name="connsiteY213" fmla="*/ 15431 h 133350"/>
                <a:gd name="connsiteX214" fmla="*/ 93345 w 342900"/>
                <a:gd name="connsiteY214" fmla="*/ 15812 h 133350"/>
                <a:gd name="connsiteX215" fmla="*/ 92488 w 342900"/>
                <a:gd name="connsiteY215" fmla="*/ 17526 h 133350"/>
                <a:gd name="connsiteX216" fmla="*/ 92107 w 342900"/>
                <a:gd name="connsiteY216" fmla="*/ 18098 h 133350"/>
                <a:gd name="connsiteX217" fmla="*/ 90488 w 342900"/>
                <a:gd name="connsiteY217" fmla="*/ 19526 h 133350"/>
                <a:gd name="connsiteX218" fmla="*/ 85820 w 342900"/>
                <a:gd name="connsiteY218" fmla="*/ 22860 h 133350"/>
                <a:gd name="connsiteX219" fmla="*/ 85344 w 342900"/>
                <a:gd name="connsiteY219" fmla="*/ 22860 h 133350"/>
                <a:gd name="connsiteX220" fmla="*/ 84868 w 342900"/>
                <a:gd name="connsiteY220" fmla="*/ 22765 h 133350"/>
                <a:gd name="connsiteX221" fmla="*/ 84963 w 342900"/>
                <a:gd name="connsiteY221" fmla="*/ 22289 h 133350"/>
                <a:gd name="connsiteX222" fmla="*/ 85154 w 342900"/>
                <a:gd name="connsiteY222" fmla="*/ 21527 h 133350"/>
                <a:gd name="connsiteX223" fmla="*/ 85916 w 342900"/>
                <a:gd name="connsiteY223" fmla="*/ 19717 h 133350"/>
                <a:gd name="connsiteX224" fmla="*/ 87059 w 342900"/>
                <a:gd name="connsiteY224" fmla="*/ 17621 h 133350"/>
                <a:gd name="connsiteX225" fmla="*/ 87344 w 342900"/>
                <a:gd name="connsiteY225" fmla="*/ 16478 h 133350"/>
                <a:gd name="connsiteX226" fmla="*/ 87154 w 342900"/>
                <a:gd name="connsiteY226" fmla="*/ 14764 h 133350"/>
                <a:gd name="connsiteX227" fmla="*/ 86582 w 342900"/>
                <a:gd name="connsiteY227" fmla="*/ 14002 h 133350"/>
                <a:gd name="connsiteX228" fmla="*/ 83153 w 342900"/>
                <a:gd name="connsiteY228" fmla="*/ 11430 h 133350"/>
                <a:gd name="connsiteX229" fmla="*/ 80772 w 342900"/>
                <a:gd name="connsiteY229" fmla="*/ 10192 h 133350"/>
                <a:gd name="connsiteX230" fmla="*/ 79629 w 342900"/>
                <a:gd name="connsiteY230" fmla="*/ 9906 h 133350"/>
                <a:gd name="connsiteX231" fmla="*/ 78486 w 342900"/>
                <a:gd name="connsiteY231" fmla="*/ 9906 h 133350"/>
                <a:gd name="connsiteX232" fmla="*/ 76962 w 342900"/>
                <a:gd name="connsiteY232" fmla="*/ 10097 h 133350"/>
                <a:gd name="connsiteX233" fmla="*/ 75152 w 342900"/>
                <a:gd name="connsiteY233" fmla="*/ 10097 h 133350"/>
                <a:gd name="connsiteX234" fmla="*/ 69533 w 342900"/>
                <a:gd name="connsiteY234" fmla="*/ 9239 h 133350"/>
                <a:gd name="connsiteX235" fmla="*/ 67913 w 342900"/>
                <a:gd name="connsiteY235" fmla="*/ 9335 h 133350"/>
                <a:gd name="connsiteX236" fmla="*/ 66770 w 342900"/>
                <a:gd name="connsiteY236" fmla="*/ 9620 h 133350"/>
                <a:gd name="connsiteX237" fmla="*/ 64961 w 342900"/>
                <a:gd name="connsiteY237" fmla="*/ 10668 h 133350"/>
                <a:gd name="connsiteX238" fmla="*/ 62579 w 342900"/>
                <a:gd name="connsiteY238" fmla="*/ 12668 h 133350"/>
                <a:gd name="connsiteX239" fmla="*/ 61817 w 342900"/>
                <a:gd name="connsiteY239" fmla="*/ 13145 h 133350"/>
                <a:gd name="connsiteX240" fmla="*/ 61055 w 342900"/>
                <a:gd name="connsiteY240" fmla="*/ 13430 h 133350"/>
                <a:gd name="connsiteX241" fmla="*/ 57817 w 342900"/>
                <a:gd name="connsiteY241" fmla="*/ 14002 h 133350"/>
                <a:gd name="connsiteX242" fmla="*/ 56007 w 342900"/>
                <a:gd name="connsiteY242" fmla="*/ 14669 h 133350"/>
                <a:gd name="connsiteX243" fmla="*/ 48673 w 342900"/>
                <a:gd name="connsiteY243" fmla="*/ 14764 h 133350"/>
                <a:gd name="connsiteX244" fmla="*/ 39338 w 342900"/>
                <a:gd name="connsiteY244" fmla="*/ 16669 h 133350"/>
                <a:gd name="connsiteX245" fmla="*/ 37529 w 342900"/>
                <a:gd name="connsiteY245" fmla="*/ 17526 h 133350"/>
                <a:gd name="connsiteX246" fmla="*/ 36862 w 342900"/>
                <a:gd name="connsiteY246" fmla="*/ 18479 h 133350"/>
                <a:gd name="connsiteX247" fmla="*/ 34004 w 342900"/>
                <a:gd name="connsiteY247" fmla="*/ 21622 h 133350"/>
                <a:gd name="connsiteX248" fmla="*/ 30194 w 342900"/>
                <a:gd name="connsiteY248" fmla="*/ 24384 h 133350"/>
                <a:gd name="connsiteX249" fmla="*/ 28385 w 342900"/>
                <a:gd name="connsiteY249" fmla="*/ 26099 h 133350"/>
                <a:gd name="connsiteX250" fmla="*/ 27432 w 342900"/>
                <a:gd name="connsiteY250" fmla="*/ 27432 h 133350"/>
                <a:gd name="connsiteX251" fmla="*/ 26765 w 342900"/>
                <a:gd name="connsiteY251" fmla="*/ 29242 h 133350"/>
                <a:gd name="connsiteX252" fmla="*/ 26003 w 342900"/>
                <a:gd name="connsiteY252" fmla="*/ 30385 h 133350"/>
                <a:gd name="connsiteX253" fmla="*/ 22479 w 342900"/>
                <a:gd name="connsiteY253" fmla="*/ 33909 h 133350"/>
                <a:gd name="connsiteX254" fmla="*/ 21431 w 342900"/>
                <a:gd name="connsiteY254" fmla="*/ 35338 h 133350"/>
                <a:gd name="connsiteX255" fmla="*/ 20669 w 342900"/>
                <a:gd name="connsiteY255" fmla="*/ 36957 h 133350"/>
                <a:gd name="connsiteX256" fmla="*/ 20574 w 342900"/>
                <a:gd name="connsiteY256" fmla="*/ 39624 h 133350"/>
                <a:gd name="connsiteX257" fmla="*/ 20288 w 342900"/>
                <a:gd name="connsiteY257" fmla="*/ 40862 h 133350"/>
                <a:gd name="connsiteX258" fmla="*/ 19907 w 342900"/>
                <a:gd name="connsiteY258" fmla="*/ 42005 h 133350"/>
                <a:gd name="connsiteX259" fmla="*/ 19431 w 342900"/>
                <a:gd name="connsiteY259" fmla="*/ 43053 h 133350"/>
                <a:gd name="connsiteX260" fmla="*/ 17907 w 342900"/>
                <a:gd name="connsiteY260" fmla="*/ 45339 h 133350"/>
                <a:gd name="connsiteX261" fmla="*/ 17336 w 342900"/>
                <a:gd name="connsiteY261" fmla="*/ 46673 h 133350"/>
                <a:gd name="connsiteX262" fmla="*/ 16954 w 342900"/>
                <a:gd name="connsiteY262" fmla="*/ 48006 h 133350"/>
                <a:gd name="connsiteX263" fmla="*/ 16859 w 342900"/>
                <a:gd name="connsiteY263" fmla="*/ 49435 h 133350"/>
                <a:gd name="connsiteX264" fmla="*/ 17050 w 342900"/>
                <a:gd name="connsiteY264" fmla="*/ 51054 h 133350"/>
                <a:gd name="connsiteX265" fmla="*/ 17812 w 342900"/>
                <a:gd name="connsiteY265" fmla="*/ 54293 h 133350"/>
                <a:gd name="connsiteX266" fmla="*/ 18383 w 342900"/>
                <a:gd name="connsiteY266" fmla="*/ 55626 h 133350"/>
                <a:gd name="connsiteX267" fmla="*/ 19050 w 342900"/>
                <a:gd name="connsiteY267" fmla="*/ 56864 h 133350"/>
                <a:gd name="connsiteX268" fmla="*/ 19812 w 342900"/>
                <a:gd name="connsiteY268" fmla="*/ 57817 h 133350"/>
                <a:gd name="connsiteX269" fmla="*/ 22955 w 342900"/>
                <a:gd name="connsiteY269" fmla="*/ 60579 h 133350"/>
                <a:gd name="connsiteX270" fmla="*/ 23717 w 342900"/>
                <a:gd name="connsiteY270" fmla="*/ 61532 h 133350"/>
                <a:gd name="connsiteX271" fmla="*/ 24003 w 342900"/>
                <a:gd name="connsiteY271" fmla="*/ 62198 h 133350"/>
                <a:gd name="connsiteX272" fmla="*/ 24194 w 342900"/>
                <a:gd name="connsiteY272" fmla="*/ 62960 h 133350"/>
                <a:gd name="connsiteX273" fmla="*/ 23908 w 342900"/>
                <a:gd name="connsiteY273" fmla="*/ 64389 h 133350"/>
                <a:gd name="connsiteX274" fmla="*/ 23527 w 342900"/>
                <a:gd name="connsiteY274" fmla="*/ 65246 h 133350"/>
                <a:gd name="connsiteX275" fmla="*/ 22765 w 342900"/>
                <a:gd name="connsiteY275" fmla="*/ 66008 h 133350"/>
                <a:gd name="connsiteX276" fmla="*/ 21527 w 342900"/>
                <a:gd name="connsiteY276" fmla="*/ 66866 h 133350"/>
                <a:gd name="connsiteX277" fmla="*/ 19812 w 342900"/>
                <a:gd name="connsiteY277" fmla="*/ 67628 h 133350"/>
                <a:gd name="connsiteX278" fmla="*/ 18002 w 342900"/>
                <a:gd name="connsiteY278" fmla="*/ 67913 h 133350"/>
                <a:gd name="connsiteX279" fmla="*/ 14478 w 342900"/>
                <a:gd name="connsiteY279" fmla="*/ 67818 h 133350"/>
                <a:gd name="connsiteX280" fmla="*/ 12573 w 342900"/>
                <a:gd name="connsiteY280" fmla="*/ 68675 h 133350"/>
                <a:gd name="connsiteX281" fmla="*/ 11811 w 342900"/>
                <a:gd name="connsiteY281" fmla="*/ 70199 h 133350"/>
                <a:gd name="connsiteX282" fmla="*/ 11621 w 342900"/>
                <a:gd name="connsiteY282" fmla="*/ 71914 h 133350"/>
                <a:gd name="connsiteX283" fmla="*/ 11716 w 342900"/>
                <a:gd name="connsiteY283" fmla="*/ 75724 h 133350"/>
                <a:gd name="connsiteX284" fmla="*/ 11430 w 342900"/>
                <a:gd name="connsiteY284" fmla="*/ 77343 h 133350"/>
                <a:gd name="connsiteX285" fmla="*/ 10859 w 342900"/>
                <a:gd name="connsiteY285" fmla="*/ 78962 h 133350"/>
                <a:gd name="connsiteX286" fmla="*/ 10192 w 342900"/>
                <a:gd name="connsiteY286" fmla="*/ 79915 h 133350"/>
                <a:gd name="connsiteX287" fmla="*/ 9335 w 342900"/>
                <a:gd name="connsiteY287" fmla="*/ 80582 h 133350"/>
                <a:gd name="connsiteX288" fmla="*/ 4572 w 342900"/>
                <a:gd name="connsiteY288" fmla="*/ 82106 h 133350"/>
                <a:gd name="connsiteX289" fmla="*/ 1619 w 342900"/>
                <a:gd name="connsiteY289" fmla="*/ 83249 h 133350"/>
                <a:gd name="connsiteX290" fmla="*/ 667 w 342900"/>
                <a:gd name="connsiteY290" fmla="*/ 86678 h 133350"/>
                <a:gd name="connsiteX291" fmla="*/ 571 w 342900"/>
                <a:gd name="connsiteY291" fmla="*/ 87916 h 133350"/>
                <a:gd name="connsiteX292" fmla="*/ 0 w 342900"/>
                <a:gd name="connsiteY292" fmla="*/ 91631 h 133350"/>
                <a:gd name="connsiteX293" fmla="*/ 476 w 342900"/>
                <a:gd name="connsiteY293" fmla="*/ 95917 h 133350"/>
                <a:gd name="connsiteX294" fmla="*/ 1429 w 342900"/>
                <a:gd name="connsiteY294" fmla="*/ 100489 h 133350"/>
                <a:gd name="connsiteX295" fmla="*/ 2858 w 342900"/>
                <a:gd name="connsiteY295" fmla="*/ 102965 h 133350"/>
                <a:gd name="connsiteX296" fmla="*/ 4572 w 342900"/>
                <a:gd name="connsiteY296" fmla="*/ 103346 h 133350"/>
                <a:gd name="connsiteX297" fmla="*/ 8763 w 342900"/>
                <a:gd name="connsiteY297" fmla="*/ 101632 h 133350"/>
                <a:gd name="connsiteX298" fmla="*/ 13049 w 342900"/>
                <a:gd name="connsiteY298" fmla="*/ 101441 h 133350"/>
                <a:gd name="connsiteX299" fmla="*/ 38671 w 342900"/>
                <a:gd name="connsiteY299" fmla="*/ 112300 h 133350"/>
                <a:gd name="connsiteX300" fmla="*/ 56769 w 342900"/>
                <a:gd name="connsiteY300" fmla="*/ 116396 h 133350"/>
                <a:gd name="connsiteX301" fmla="*/ 65722 w 342900"/>
                <a:gd name="connsiteY301" fmla="*/ 120206 h 133350"/>
                <a:gd name="connsiteX302" fmla="*/ 69818 w 342900"/>
                <a:gd name="connsiteY302" fmla="*/ 120301 h 133350"/>
                <a:gd name="connsiteX303" fmla="*/ 81534 w 342900"/>
                <a:gd name="connsiteY303" fmla="*/ 117824 h 133350"/>
                <a:gd name="connsiteX304" fmla="*/ 90964 w 342900"/>
                <a:gd name="connsiteY304" fmla="*/ 118682 h 133350"/>
                <a:gd name="connsiteX305" fmla="*/ 95631 w 342900"/>
                <a:gd name="connsiteY305" fmla="*/ 117443 h 133350"/>
                <a:gd name="connsiteX306" fmla="*/ 97250 w 342900"/>
                <a:gd name="connsiteY306" fmla="*/ 117539 h 133350"/>
                <a:gd name="connsiteX307" fmla="*/ 98584 w 342900"/>
                <a:gd name="connsiteY307" fmla="*/ 117920 h 133350"/>
                <a:gd name="connsiteX308" fmla="*/ 101060 w 342900"/>
                <a:gd name="connsiteY308" fmla="*/ 119063 h 133350"/>
                <a:gd name="connsiteX309" fmla="*/ 105346 w 342900"/>
                <a:gd name="connsiteY309" fmla="*/ 119825 h 133350"/>
                <a:gd name="connsiteX310" fmla="*/ 106299 w 342900"/>
                <a:gd name="connsiteY310" fmla="*/ 119729 h 133350"/>
                <a:gd name="connsiteX311" fmla="*/ 106966 w 342900"/>
                <a:gd name="connsiteY311" fmla="*/ 119348 h 133350"/>
                <a:gd name="connsiteX312" fmla="*/ 108204 w 342900"/>
                <a:gd name="connsiteY312" fmla="*/ 118015 h 133350"/>
                <a:gd name="connsiteX313" fmla="*/ 108871 w 342900"/>
                <a:gd name="connsiteY313" fmla="*/ 117729 h 133350"/>
                <a:gd name="connsiteX314" fmla="*/ 110680 w 342900"/>
                <a:gd name="connsiteY314" fmla="*/ 117920 h 133350"/>
                <a:gd name="connsiteX315" fmla="*/ 112204 w 342900"/>
                <a:gd name="connsiteY315" fmla="*/ 118872 h 133350"/>
                <a:gd name="connsiteX316" fmla="*/ 113633 w 342900"/>
                <a:gd name="connsiteY316" fmla="*/ 119920 h 133350"/>
                <a:gd name="connsiteX317" fmla="*/ 115253 w 342900"/>
                <a:gd name="connsiteY317" fmla="*/ 120777 h 133350"/>
                <a:gd name="connsiteX318" fmla="*/ 118491 w 342900"/>
                <a:gd name="connsiteY318" fmla="*/ 121158 h 133350"/>
                <a:gd name="connsiteX319" fmla="*/ 131540 w 342900"/>
                <a:gd name="connsiteY319" fmla="*/ 119348 h 133350"/>
                <a:gd name="connsiteX320" fmla="*/ 132493 w 342900"/>
                <a:gd name="connsiteY320" fmla="*/ 119253 h 133350"/>
                <a:gd name="connsiteX321" fmla="*/ 136208 w 342900"/>
                <a:gd name="connsiteY321" fmla="*/ 117920 h 133350"/>
                <a:gd name="connsiteX322" fmla="*/ 154686 w 342900"/>
                <a:gd name="connsiteY322" fmla="*/ 114967 h 133350"/>
                <a:gd name="connsiteX323" fmla="*/ 161068 w 342900"/>
                <a:gd name="connsiteY323" fmla="*/ 115157 h 133350"/>
                <a:gd name="connsiteX324" fmla="*/ 162496 w 342900"/>
                <a:gd name="connsiteY324" fmla="*/ 114967 h 133350"/>
                <a:gd name="connsiteX325" fmla="*/ 164973 w 342900"/>
                <a:gd name="connsiteY325" fmla="*/ 113633 h 133350"/>
                <a:gd name="connsiteX326" fmla="*/ 166211 w 342900"/>
                <a:gd name="connsiteY326" fmla="*/ 113538 h 133350"/>
                <a:gd name="connsiteX327" fmla="*/ 171831 w 342900"/>
                <a:gd name="connsiteY327" fmla="*/ 116491 h 133350"/>
                <a:gd name="connsiteX328" fmla="*/ 188881 w 342900"/>
                <a:gd name="connsiteY328" fmla="*/ 121730 h 133350"/>
                <a:gd name="connsiteX329" fmla="*/ 193453 w 342900"/>
                <a:gd name="connsiteY329" fmla="*/ 122206 h 133350"/>
                <a:gd name="connsiteX330" fmla="*/ 194501 w 342900"/>
                <a:gd name="connsiteY330" fmla="*/ 122111 h 133350"/>
                <a:gd name="connsiteX331" fmla="*/ 196882 w 342900"/>
                <a:gd name="connsiteY331" fmla="*/ 121349 h 133350"/>
                <a:gd name="connsiteX332" fmla="*/ 198120 w 342900"/>
                <a:gd name="connsiteY332" fmla="*/ 121158 h 133350"/>
                <a:gd name="connsiteX333" fmla="*/ 199454 w 342900"/>
                <a:gd name="connsiteY333" fmla="*/ 120777 h 133350"/>
                <a:gd name="connsiteX334" fmla="*/ 201359 w 342900"/>
                <a:gd name="connsiteY334" fmla="*/ 119253 h 133350"/>
                <a:gd name="connsiteX335" fmla="*/ 202406 w 342900"/>
                <a:gd name="connsiteY335" fmla="*/ 118777 h 133350"/>
                <a:gd name="connsiteX336" fmla="*/ 204406 w 342900"/>
                <a:gd name="connsiteY336" fmla="*/ 118967 h 133350"/>
                <a:gd name="connsiteX337" fmla="*/ 205264 w 342900"/>
                <a:gd name="connsiteY337" fmla="*/ 119920 h 133350"/>
                <a:gd name="connsiteX338" fmla="*/ 206026 w 342900"/>
                <a:gd name="connsiteY338" fmla="*/ 121349 h 133350"/>
                <a:gd name="connsiteX339" fmla="*/ 207836 w 342900"/>
                <a:gd name="connsiteY339" fmla="*/ 122873 h 133350"/>
                <a:gd name="connsiteX340" fmla="*/ 209836 w 342900"/>
                <a:gd name="connsiteY340" fmla="*/ 123349 h 133350"/>
                <a:gd name="connsiteX341" fmla="*/ 212788 w 342900"/>
                <a:gd name="connsiteY341" fmla="*/ 123539 h 133350"/>
                <a:gd name="connsiteX342" fmla="*/ 215455 w 342900"/>
                <a:gd name="connsiteY342" fmla="*/ 123063 h 133350"/>
                <a:gd name="connsiteX343" fmla="*/ 216598 w 342900"/>
                <a:gd name="connsiteY343" fmla="*/ 121920 h 133350"/>
                <a:gd name="connsiteX344" fmla="*/ 217265 w 342900"/>
                <a:gd name="connsiteY344" fmla="*/ 119825 h 133350"/>
                <a:gd name="connsiteX345" fmla="*/ 218504 w 342900"/>
                <a:gd name="connsiteY345" fmla="*/ 119825 h 133350"/>
                <a:gd name="connsiteX346" fmla="*/ 220028 w 342900"/>
                <a:gd name="connsiteY346" fmla="*/ 120587 h 133350"/>
                <a:gd name="connsiteX347" fmla="*/ 221075 w 342900"/>
                <a:gd name="connsiteY347" fmla="*/ 120872 h 133350"/>
                <a:gd name="connsiteX348" fmla="*/ 221837 w 342900"/>
                <a:gd name="connsiteY348" fmla="*/ 120206 h 133350"/>
                <a:gd name="connsiteX349" fmla="*/ 222599 w 342900"/>
                <a:gd name="connsiteY349" fmla="*/ 118682 h 133350"/>
                <a:gd name="connsiteX350" fmla="*/ 223266 w 342900"/>
                <a:gd name="connsiteY350" fmla="*/ 118015 h 133350"/>
                <a:gd name="connsiteX351" fmla="*/ 225076 w 342900"/>
                <a:gd name="connsiteY351" fmla="*/ 117729 h 133350"/>
                <a:gd name="connsiteX352" fmla="*/ 230600 w 342900"/>
                <a:gd name="connsiteY352" fmla="*/ 118205 h 133350"/>
                <a:gd name="connsiteX353" fmla="*/ 242983 w 342900"/>
                <a:gd name="connsiteY353" fmla="*/ 116681 h 133350"/>
                <a:gd name="connsiteX354" fmla="*/ 249364 w 342900"/>
                <a:gd name="connsiteY354" fmla="*/ 117634 h 133350"/>
                <a:gd name="connsiteX355" fmla="*/ 251555 w 342900"/>
                <a:gd name="connsiteY355" fmla="*/ 116967 h 133350"/>
                <a:gd name="connsiteX356" fmla="*/ 254603 w 342900"/>
                <a:gd name="connsiteY356" fmla="*/ 116015 h 133350"/>
                <a:gd name="connsiteX357" fmla="*/ 258318 w 342900"/>
                <a:gd name="connsiteY357" fmla="*/ 116205 h 133350"/>
                <a:gd name="connsiteX358" fmla="*/ 262033 w 342900"/>
                <a:gd name="connsiteY358" fmla="*/ 117062 h 133350"/>
                <a:gd name="connsiteX359" fmla="*/ 265176 w 342900"/>
                <a:gd name="connsiteY359" fmla="*/ 118301 h 133350"/>
                <a:gd name="connsiteX360" fmla="*/ 266033 w 342900"/>
                <a:gd name="connsiteY360" fmla="*/ 119063 h 133350"/>
                <a:gd name="connsiteX361" fmla="*/ 267176 w 342900"/>
                <a:gd name="connsiteY361" fmla="*/ 120872 h 133350"/>
                <a:gd name="connsiteX362" fmla="*/ 267843 w 342900"/>
                <a:gd name="connsiteY362" fmla="*/ 121539 h 133350"/>
                <a:gd name="connsiteX363" fmla="*/ 268796 w 342900"/>
                <a:gd name="connsiteY363" fmla="*/ 121825 h 133350"/>
                <a:gd name="connsiteX364" fmla="*/ 270415 w 342900"/>
                <a:gd name="connsiteY364" fmla="*/ 121920 h 133350"/>
                <a:gd name="connsiteX365" fmla="*/ 271177 w 342900"/>
                <a:gd name="connsiteY365" fmla="*/ 122492 h 133350"/>
                <a:gd name="connsiteX366" fmla="*/ 271844 w 342900"/>
                <a:gd name="connsiteY366" fmla="*/ 122777 h 133350"/>
                <a:gd name="connsiteX367" fmla="*/ 273463 w 342900"/>
                <a:gd name="connsiteY367" fmla="*/ 122301 h 133350"/>
                <a:gd name="connsiteX368" fmla="*/ 274320 w 342900"/>
                <a:gd name="connsiteY368" fmla="*/ 122492 h 133350"/>
                <a:gd name="connsiteX369" fmla="*/ 275082 w 342900"/>
                <a:gd name="connsiteY369" fmla="*/ 123158 h 133350"/>
                <a:gd name="connsiteX370" fmla="*/ 276796 w 342900"/>
                <a:gd name="connsiteY370" fmla="*/ 125444 h 133350"/>
                <a:gd name="connsiteX371" fmla="*/ 278416 w 342900"/>
                <a:gd name="connsiteY371" fmla="*/ 126778 h 133350"/>
                <a:gd name="connsiteX372" fmla="*/ 279845 w 342900"/>
                <a:gd name="connsiteY372" fmla="*/ 127826 h 133350"/>
                <a:gd name="connsiteX373" fmla="*/ 281369 w 342900"/>
                <a:gd name="connsiteY373" fmla="*/ 128492 h 133350"/>
                <a:gd name="connsiteX374" fmla="*/ 283464 w 342900"/>
                <a:gd name="connsiteY374" fmla="*/ 128969 h 133350"/>
                <a:gd name="connsiteX375" fmla="*/ 289465 w 342900"/>
                <a:gd name="connsiteY375" fmla="*/ 129826 h 133350"/>
                <a:gd name="connsiteX376" fmla="*/ 290417 w 342900"/>
                <a:gd name="connsiteY376" fmla="*/ 130588 h 133350"/>
                <a:gd name="connsiteX377" fmla="*/ 292322 w 342900"/>
                <a:gd name="connsiteY377" fmla="*/ 133160 h 133350"/>
                <a:gd name="connsiteX378" fmla="*/ 295561 w 342900"/>
                <a:gd name="connsiteY378" fmla="*/ 134588 h 133350"/>
                <a:gd name="connsiteX379" fmla="*/ 298418 w 342900"/>
                <a:gd name="connsiteY379" fmla="*/ 136303 h 133350"/>
                <a:gd name="connsiteX380" fmla="*/ 298799 w 342900"/>
                <a:gd name="connsiteY380" fmla="*/ 138684 h 133350"/>
                <a:gd name="connsiteX381" fmla="*/ 301657 w 342900"/>
                <a:gd name="connsiteY381" fmla="*/ 136017 h 133350"/>
                <a:gd name="connsiteX382" fmla="*/ 306800 w 342900"/>
                <a:gd name="connsiteY382" fmla="*/ 130397 h 133350"/>
                <a:gd name="connsiteX383" fmla="*/ 310801 w 342900"/>
                <a:gd name="connsiteY383" fmla="*/ 127349 h 133350"/>
                <a:gd name="connsiteX384" fmla="*/ 313277 w 342900"/>
                <a:gd name="connsiteY384" fmla="*/ 124968 h 133350"/>
                <a:gd name="connsiteX385" fmla="*/ 314801 w 342900"/>
                <a:gd name="connsiteY385" fmla="*/ 123825 h 133350"/>
                <a:gd name="connsiteX386" fmla="*/ 316039 w 342900"/>
                <a:gd name="connsiteY386" fmla="*/ 123349 h 133350"/>
                <a:gd name="connsiteX387" fmla="*/ 317373 w 342900"/>
                <a:gd name="connsiteY387" fmla="*/ 123349 h 133350"/>
                <a:gd name="connsiteX388" fmla="*/ 318706 w 342900"/>
                <a:gd name="connsiteY388" fmla="*/ 123063 h 133350"/>
                <a:gd name="connsiteX389" fmla="*/ 318992 w 342900"/>
                <a:gd name="connsiteY389" fmla="*/ 122206 h 133350"/>
                <a:gd name="connsiteX390" fmla="*/ 318897 w 342900"/>
                <a:gd name="connsiteY390" fmla="*/ 121253 h 133350"/>
                <a:gd name="connsiteX391" fmla="*/ 319088 w 342900"/>
                <a:gd name="connsiteY391" fmla="*/ 120206 h 133350"/>
                <a:gd name="connsiteX392" fmla="*/ 319564 w 342900"/>
                <a:gd name="connsiteY392" fmla="*/ 119920 h 133350"/>
                <a:gd name="connsiteX393" fmla="*/ 322136 w 342900"/>
                <a:gd name="connsiteY393" fmla="*/ 120301 h 133350"/>
                <a:gd name="connsiteX394" fmla="*/ 323850 w 342900"/>
                <a:gd name="connsiteY394" fmla="*/ 120301 h 133350"/>
                <a:gd name="connsiteX395" fmla="*/ 328136 w 342900"/>
                <a:gd name="connsiteY395" fmla="*/ 119444 h 133350"/>
                <a:gd name="connsiteX396" fmla="*/ 329375 w 342900"/>
                <a:gd name="connsiteY396" fmla="*/ 119539 h 133350"/>
                <a:gd name="connsiteX397" fmla="*/ 332899 w 342900"/>
                <a:gd name="connsiteY397" fmla="*/ 115348 h 133350"/>
                <a:gd name="connsiteX398" fmla="*/ 347377 w 342900"/>
                <a:gd name="connsiteY398" fmla="*/ 110300 h 133350"/>
                <a:gd name="connsiteX399" fmla="*/ 348044 w 342900"/>
                <a:gd name="connsiteY399" fmla="*/ 10944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</a:cxnLst>
              <a:rect l="l" t="t" r="r" b="b"/>
              <a:pathLst>
                <a:path w="342900" h="133350">
                  <a:moveTo>
                    <a:pt x="347948" y="108680"/>
                  </a:moveTo>
                  <a:lnTo>
                    <a:pt x="346520" y="107252"/>
                  </a:lnTo>
                  <a:lnTo>
                    <a:pt x="346043" y="106394"/>
                  </a:lnTo>
                  <a:lnTo>
                    <a:pt x="345853" y="105537"/>
                  </a:lnTo>
                  <a:lnTo>
                    <a:pt x="345662" y="104775"/>
                  </a:lnTo>
                  <a:lnTo>
                    <a:pt x="345281" y="104013"/>
                  </a:lnTo>
                  <a:lnTo>
                    <a:pt x="345186" y="103346"/>
                  </a:lnTo>
                  <a:lnTo>
                    <a:pt x="345186" y="102108"/>
                  </a:lnTo>
                  <a:lnTo>
                    <a:pt x="345853" y="100489"/>
                  </a:lnTo>
                  <a:lnTo>
                    <a:pt x="346329" y="99155"/>
                  </a:lnTo>
                  <a:lnTo>
                    <a:pt x="346520" y="97536"/>
                  </a:lnTo>
                  <a:lnTo>
                    <a:pt x="346234" y="96203"/>
                  </a:lnTo>
                  <a:lnTo>
                    <a:pt x="345567" y="94869"/>
                  </a:lnTo>
                  <a:lnTo>
                    <a:pt x="344614" y="93917"/>
                  </a:lnTo>
                  <a:lnTo>
                    <a:pt x="342614" y="92488"/>
                  </a:lnTo>
                  <a:lnTo>
                    <a:pt x="341567" y="91440"/>
                  </a:lnTo>
                  <a:lnTo>
                    <a:pt x="340043" y="89345"/>
                  </a:lnTo>
                  <a:lnTo>
                    <a:pt x="335375" y="85058"/>
                  </a:lnTo>
                  <a:lnTo>
                    <a:pt x="334137" y="84201"/>
                  </a:lnTo>
                  <a:lnTo>
                    <a:pt x="333185" y="83820"/>
                  </a:lnTo>
                  <a:lnTo>
                    <a:pt x="331756" y="83344"/>
                  </a:lnTo>
                  <a:lnTo>
                    <a:pt x="327851" y="82201"/>
                  </a:lnTo>
                  <a:lnTo>
                    <a:pt x="327374" y="81725"/>
                  </a:lnTo>
                  <a:lnTo>
                    <a:pt x="326612" y="80772"/>
                  </a:lnTo>
                  <a:lnTo>
                    <a:pt x="326041" y="79343"/>
                  </a:lnTo>
                  <a:lnTo>
                    <a:pt x="325184" y="78677"/>
                  </a:lnTo>
                  <a:lnTo>
                    <a:pt x="322231" y="77438"/>
                  </a:lnTo>
                  <a:lnTo>
                    <a:pt x="321945" y="76581"/>
                  </a:lnTo>
                  <a:lnTo>
                    <a:pt x="321945" y="76010"/>
                  </a:lnTo>
                  <a:lnTo>
                    <a:pt x="322326" y="75724"/>
                  </a:lnTo>
                  <a:lnTo>
                    <a:pt x="324803" y="74009"/>
                  </a:lnTo>
                  <a:lnTo>
                    <a:pt x="326898" y="72200"/>
                  </a:lnTo>
                  <a:lnTo>
                    <a:pt x="327851" y="71057"/>
                  </a:lnTo>
                  <a:lnTo>
                    <a:pt x="328613" y="69914"/>
                  </a:lnTo>
                  <a:lnTo>
                    <a:pt x="329755" y="67913"/>
                  </a:lnTo>
                  <a:lnTo>
                    <a:pt x="330327" y="67056"/>
                  </a:lnTo>
                  <a:lnTo>
                    <a:pt x="331184" y="66199"/>
                  </a:lnTo>
                  <a:lnTo>
                    <a:pt x="332042" y="65437"/>
                  </a:lnTo>
                  <a:lnTo>
                    <a:pt x="332708" y="64389"/>
                  </a:lnTo>
                  <a:lnTo>
                    <a:pt x="333280" y="63246"/>
                  </a:lnTo>
                  <a:lnTo>
                    <a:pt x="333089" y="61913"/>
                  </a:lnTo>
                  <a:lnTo>
                    <a:pt x="332613" y="61341"/>
                  </a:lnTo>
                  <a:lnTo>
                    <a:pt x="331756" y="61055"/>
                  </a:lnTo>
                  <a:lnTo>
                    <a:pt x="330994" y="61055"/>
                  </a:lnTo>
                  <a:lnTo>
                    <a:pt x="330137" y="61246"/>
                  </a:lnTo>
                  <a:lnTo>
                    <a:pt x="328517" y="62103"/>
                  </a:lnTo>
                  <a:lnTo>
                    <a:pt x="326422" y="63627"/>
                  </a:lnTo>
                  <a:lnTo>
                    <a:pt x="325660" y="64103"/>
                  </a:lnTo>
                  <a:lnTo>
                    <a:pt x="324136" y="64770"/>
                  </a:lnTo>
                  <a:lnTo>
                    <a:pt x="323660" y="64770"/>
                  </a:lnTo>
                  <a:lnTo>
                    <a:pt x="323374" y="64675"/>
                  </a:lnTo>
                  <a:lnTo>
                    <a:pt x="323088" y="64580"/>
                  </a:lnTo>
                  <a:lnTo>
                    <a:pt x="322897" y="64484"/>
                  </a:lnTo>
                  <a:lnTo>
                    <a:pt x="314611" y="54864"/>
                  </a:lnTo>
                  <a:lnTo>
                    <a:pt x="309467" y="49911"/>
                  </a:lnTo>
                  <a:lnTo>
                    <a:pt x="304419" y="46196"/>
                  </a:lnTo>
                  <a:lnTo>
                    <a:pt x="302133" y="43339"/>
                  </a:lnTo>
                  <a:lnTo>
                    <a:pt x="300323" y="42101"/>
                  </a:lnTo>
                  <a:lnTo>
                    <a:pt x="298513" y="41720"/>
                  </a:lnTo>
                  <a:lnTo>
                    <a:pt x="296799" y="42291"/>
                  </a:lnTo>
                  <a:lnTo>
                    <a:pt x="295275" y="43148"/>
                  </a:lnTo>
                  <a:lnTo>
                    <a:pt x="293846" y="44196"/>
                  </a:lnTo>
                  <a:lnTo>
                    <a:pt x="292703" y="45244"/>
                  </a:lnTo>
                  <a:lnTo>
                    <a:pt x="290989" y="46482"/>
                  </a:lnTo>
                  <a:lnTo>
                    <a:pt x="285179" y="46958"/>
                  </a:lnTo>
                  <a:lnTo>
                    <a:pt x="280702" y="48197"/>
                  </a:lnTo>
                  <a:lnTo>
                    <a:pt x="278035" y="49435"/>
                  </a:lnTo>
                  <a:lnTo>
                    <a:pt x="276225" y="50768"/>
                  </a:lnTo>
                  <a:lnTo>
                    <a:pt x="274987" y="51911"/>
                  </a:lnTo>
                  <a:lnTo>
                    <a:pt x="274130" y="51911"/>
                  </a:lnTo>
                  <a:lnTo>
                    <a:pt x="273748" y="51245"/>
                  </a:lnTo>
                  <a:lnTo>
                    <a:pt x="273748" y="49911"/>
                  </a:lnTo>
                  <a:lnTo>
                    <a:pt x="274511" y="42863"/>
                  </a:lnTo>
                  <a:lnTo>
                    <a:pt x="274415" y="40672"/>
                  </a:lnTo>
                  <a:lnTo>
                    <a:pt x="274130" y="38767"/>
                  </a:lnTo>
                  <a:lnTo>
                    <a:pt x="273748" y="37243"/>
                  </a:lnTo>
                  <a:lnTo>
                    <a:pt x="273558" y="36005"/>
                  </a:lnTo>
                  <a:lnTo>
                    <a:pt x="273748" y="34957"/>
                  </a:lnTo>
                  <a:lnTo>
                    <a:pt x="275654" y="31147"/>
                  </a:lnTo>
                  <a:lnTo>
                    <a:pt x="277273" y="26194"/>
                  </a:lnTo>
                  <a:lnTo>
                    <a:pt x="279178" y="21812"/>
                  </a:lnTo>
                  <a:lnTo>
                    <a:pt x="279083" y="20193"/>
                  </a:lnTo>
                  <a:lnTo>
                    <a:pt x="278416" y="19241"/>
                  </a:lnTo>
                  <a:lnTo>
                    <a:pt x="276035" y="18860"/>
                  </a:lnTo>
                  <a:lnTo>
                    <a:pt x="275082" y="18193"/>
                  </a:lnTo>
                  <a:lnTo>
                    <a:pt x="274606" y="16764"/>
                  </a:lnTo>
                  <a:lnTo>
                    <a:pt x="274511" y="15335"/>
                  </a:lnTo>
                  <a:lnTo>
                    <a:pt x="274701" y="14097"/>
                  </a:lnTo>
                  <a:lnTo>
                    <a:pt x="275177" y="13049"/>
                  </a:lnTo>
                  <a:lnTo>
                    <a:pt x="275654" y="12383"/>
                  </a:lnTo>
                  <a:lnTo>
                    <a:pt x="284607" y="4382"/>
                  </a:lnTo>
                  <a:lnTo>
                    <a:pt x="285655" y="2096"/>
                  </a:lnTo>
                  <a:lnTo>
                    <a:pt x="285369" y="1429"/>
                  </a:lnTo>
                  <a:lnTo>
                    <a:pt x="284893" y="857"/>
                  </a:lnTo>
                  <a:lnTo>
                    <a:pt x="283845" y="572"/>
                  </a:lnTo>
                  <a:lnTo>
                    <a:pt x="273368" y="95"/>
                  </a:lnTo>
                  <a:lnTo>
                    <a:pt x="271653" y="667"/>
                  </a:lnTo>
                  <a:lnTo>
                    <a:pt x="268034" y="2191"/>
                  </a:lnTo>
                  <a:lnTo>
                    <a:pt x="260699" y="4191"/>
                  </a:lnTo>
                  <a:lnTo>
                    <a:pt x="259366" y="4191"/>
                  </a:lnTo>
                  <a:lnTo>
                    <a:pt x="258032" y="3905"/>
                  </a:lnTo>
                  <a:lnTo>
                    <a:pt x="256794" y="3905"/>
                  </a:lnTo>
                  <a:lnTo>
                    <a:pt x="249174" y="6001"/>
                  </a:lnTo>
                  <a:lnTo>
                    <a:pt x="245459" y="6572"/>
                  </a:lnTo>
                  <a:lnTo>
                    <a:pt x="243269" y="6287"/>
                  </a:lnTo>
                  <a:lnTo>
                    <a:pt x="241840" y="5906"/>
                  </a:lnTo>
                  <a:lnTo>
                    <a:pt x="240316" y="4763"/>
                  </a:lnTo>
                  <a:lnTo>
                    <a:pt x="236982" y="1334"/>
                  </a:lnTo>
                  <a:lnTo>
                    <a:pt x="234315" y="0"/>
                  </a:lnTo>
                  <a:lnTo>
                    <a:pt x="232220" y="191"/>
                  </a:lnTo>
                  <a:lnTo>
                    <a:pt x="230505" y="857"/>
                  </a:lnTo>
                  <a:lnTo>
                    <a:pt x="225838" y="5334"/>
                  </a:lnTo>
                  <a:lnTo>
                    <a:pt x="225076" y="6382"/>
                  </a:lnTo>
                  <a:lnTo>
                    <a:pt x="224600" y="7620"/>
                  </a:lnTo>
                  <a:lnTo>
                    <a:pt x="223838" y="11430"/>
                  </a:lnTo>
                  <a:lnTo>
                    <a:pt x="223361" y="12859"/>
                  </a:lnTo>
                  <a:lnTo>
                    <a:pt x="221933" y="15621"/>
                  </a:lnTo>
                  <a:lnTo>
                    <a:pt x="220694" y="17431"/>
                  </a:lnTo>
                  <a:lnTo>
                    <a:pt x="219075" y="18955"/>
                  </a:lnTo>
                  <a:lnTo>
                    <a:pt x="216694" y="20288"/>
                  </a:lnTo>
                  <a:lnTo>
                    <a:pt x="214598" y="20479"/>
                  </a:lnTo>
                  <a:lnTo>
                    <a:pt x="213074" y="20098"/>
                  </a:lnTo>
                  <a:lnTo>
                    <a:pt x="211931" y="19241"/>
                  </a:lnTo>
                  <a:lnTo>
                    <a:pt x="211741" y="18098"/>
                  </a:lnTo>
                  <a:lnTo>
                    <a:pt x="212027" y="16478"/>
                  </a:lnTo>
                  <a:lnTo>
                    <a:pt x="212693" y="14954"/>
                  </a:lnTo>
                  <a:lnTo>
                    <a:pt x="213360" y="12573"/>
                  </a:lnTo>
                  <a:lnTo>
                    <a:pt x="213551" y="11430"/>
                  </a:lnTo>
                  <a:lnTo>
                    <a:pt x="213551" y="11240"/>
                  </a:lnTo>
                  <a:lnTo>
                    <a:pt x="213455" y="9430"/>
                  </a:lnTo>
                  <a:lnTo>
                    <a:pt x="212693" y="8096"/>
                  </a:lnTo>
                  <a:lnTo>
                    <a:pt x="211264" y="7144"/>
                  </a:lnTo>
                  <a:lnTo>
                    <a:pt x="208979" y="6668"/>
                  </a:lnTo>
                  <a:lnTo>
                    <a:pt x="207359" y="7049"/>
                  </a:lnTo>
                  <a:lnTo>
                    <a:pt x="206216" y="8001"/>
                  </a:lnTo>
                  <a:lnTo>
                    <a:pt x="204597" y="11430"/>
                  </a:lnTo>
                  <a:lnTo>
                    <a:pt x="204597" y="11525"/>
                  </a:lnTo>
                  <a:lnTo>
                    <a:pt x="203454" y="13430"/>
                  </a:lnTo>
                  <a:lnTo>
                    <a:pt x="201454" y="15716"/>
                  </a:lnTo>
                  <a:lnTo>
                    <a:pt x="199358" y="17717"/>
                  </a:lnTo>
                  <a:lnTo>
                    <a:pt x="197072" y="21908"/>
                  </a:lnTo>
                  <a:lnTo>
                    <a:pt x="196310" y="22765"/>
                  </a:lnTo>
                  <a:lnTo>
                    <a:pt x="193834" y="24765"/>
                  </a:lnTo>
                  <a:lnTo>
                    <a:pt x="193548" y="25622"/>
                  </a:lnTo>
                  <a:lnTo>
                    <a:pt x="193929" y="26289"/>
                  </a:lnTo>
                  <a:lnTo>
                    <a:pt x="195453" y="26575"/>
                  </a:lnTo>
                  <a:lnTo>
                    <a:pt x="196310" y="26480"/>
                  </a:lnTo>
                  <a:lnTo>
                    <a:pt x="197072" y="26194"/>
                  </a:lnTo>
                  <a:lnTo>
                    <a:pt x="199930" y="24098"/>
                  </a:lnTo>
                  <a:lnTo>
                    <a:pt x="200501" y="24098"/>
                  </a:lnTo>
                  <a:lnTo>
                    <a:pt x="200311" y="24956"/>
                  </a:lnTo>
                  <a:lnTo>
                    <a:pt x="199930" y="25813"/>
                  </a:lnTo>
                  <a:lnTo>
                    <a:pt x="193738" y="29242"/>
                  </a:lnTo>
                  <a:lnTo>
                    <a:pt x="187071" y="29623"/>
                  </a:lnTo>
                  <a:lnTo>
                    <a:pt x="180689" y="31623"/>
                  </a:lnTo>
                  <a:lnTo>
                    <a:pt x="178689" y="32766"/>
                  </a:lnTo>
                  <a:lnTo>
                    <a:pt x="177070" y="34385"/>
                  </a:lnTo>
                  <a:lnTo>
                    <a:pt x="175355" y="37338"/>
                  </a:lnTo>
                  <a:lnTo>
                    <a:pt x="170117" y="43339"/>
                  </a:lnTo>
                  <a:lnTo>
                    <a:pt x="168021" y="45149"/>
                  </a:lnTo>
                  <a:lnTo>
                    <a:pt x="166021" y="45815"/>
                  </a:lnTo>
                  <a:lnTo>
                    <a:pt x="164687" y="46006"/>
                  </a:lnTo>
                  <a:lnTo>
                    <a:pt x="163068" y="45339"/>
                  </a:lnTo>
                  <a:lnTo>
                    <a:pt x="162020" y="42196"/>
                  </a:lnTo>
                  <a:lnTo>
                    <a:pt x="161830" y="37719"/>
                  </a:lnTo>
                  <a:lnTo>
                    <a:pt x="161449" y="35338"/>
                  </a:lnTo>
                  <a:lnTo>
                    <a:pt x="161449" y="33338"/>
                  </a:lnTo>
                  <a:lnTo>
                    <a:pt x="162020" y="29813"/>
                  </a:lnTo>
                  <a:lnTo>
                    <a:pt x="161639" y="28289"/>
                  </a:lnTo>
                  <a:lnTo>
                    <a:pt x="159734" y="28194"/>
                  </a:lnTo>
                  <a:lnTo>
                    <a:pt x="150209" y="32004"/>
                  </a:lnTo>
                  <a:lnTo>
                    <a:pt x="148495" y="32290"/>
                  </a:lnTo>
                  <a:lnTo>
                    <a:pt x="147447" y="32004"/>
                  </a:lnTo>
                  <a:lnTo>
                    <a:pt x="147161" y="31052"/>
                  </a:lnTo>
                  <a:lnTo>
                    <a:pt x="146495" y="30480"/>
                  </a:lnTo>
                  <a:lnTo>
                    <a:pt x="146113" y="30480"/>
                  </a:lnTo>
                  <a:lnTo>
                    <a:pt x="144399" y="31623"/>
                  </a:lnTo>
                  <a:lnTo>
                    <a:pt x="142685" y="32576"/>
                  </a:lnTo>
                  <a:lnTo>
                    <a:pt x="141922" y="32099"/>
                  </a:lnTo>
                  <a:lnTo>
                    <a:pt x="141827" y="31147"/>
                  </a:lnTo>
                  <a:lnTo>
                    <a:pt x="142494" y="27623"/>
                  </a:lnTo>
                  <a:lnTo>
                    <a:pt x="142589" y="26003"/>
                  </a:lnTo>
                  <a:lnTo>
                    <a:pt x="142399" y="24384"/>
                  </a:lnTo>
                  <a:lnTo>
                    <a:pt x="141827" y="23241"/>
                  </a:lnTo>
                  <a:lnTo>
                    <a:pt x="140684" y="22289"/>
                  </a:lnTo>
                  <a:lnTo>
                    <a:pt x="139637" y="22098"/>
                  </a:lnTo>
                  <a:lnTo>
                    <a:pt x="138303" y="22003"/>
                  </a:lnTo>
                  <a:lnTo>
                    <a:pt x="137636" y="21431"/>
                  </a:lnTo>
                  <a:lnTo>
                    <a:pt x="136970" y="19622"/>
                  </a:lnTo>
                  <a:lnTo>
                    <a:pt x="136112" y="18669"/>
                  </a:lnTo>
                  <a:lnTo>
                    <a:pt x="134874" y="18574"/>
                  </a:lnTo>
                  <a:lnTo>
                    <a:pt x="130397" y="18955"/>
                  </a:lnTo>
                  <a:lnTo>
                    <a:pt x="127349" y="18193"/>
                  </a:lnTo>
                  <a:lnTo>
                    <a:pt x="123920" y="17717"/>
                  </a:lnTo>
                  <a:lnTo>
                    <a:pt x="118777" y="18383"/>
                  </a:lnTo>
                  <a:lnTo>
                    <a:pt x="117634" y="18764"/>
                  </a:lnTo>
                  <a:lnTo>
                    <a:pt x="114681" y="20765"/>
                  </a:lnTo>
                  <a:lnTo>
                    <a:pt x="113443" y="21146"/>
                  </a:lnTo>
                  <a:lnTo>
                    <a:pt x="112871" y="20765"/>
                  </a:lnTo>
                  <a:lnTo>
                    <a:pt x="112490" y="19717"/>
                  </a:lnTo>
                  <a:lnTo>
                    <a:pt x="112395" y="17431"/>
                  </a:lnTo>
                  <a:lnTo>
                    <a:pt x="112109" y="16669"/>
                  </a:lnTo>
                  <a:lnTo>
                    <a:pt x="111633" y="16383"/>
                  </a:lnTo>
                  <a:lnTo>
                    <a:pt x="110585" y="16383"/>
                  </a:lnTo>
                  <a:lnTo>
                    <a:pt x="103537" y="17907"/>
                  </a:lnTo>
                  <a:lnTo>
                    <a:pt x="100775" y="18955"/>
                  </a:lnTo>
                  <a:lnTo>
                    <a:pt x="98012" y="20288"/>
                  </a:lnTo>
                  <a:lnTo>
                    <a:pt x="97155" y="20098"/>
                  </a:lnTo>
                  <a:lnTo>
                    <a:pt x="96774" y="19336"/>
                  </a:lnTo>
                  <a:lnTo>
                    <a:pt x="96679" y="18193"/>
                  </a:lnTo>
                  <a:lnTo>
                    <a:pt x="96488" y="17050"/>
                  </a:lnTo>
                  <a:lnTo>
                    <a:pt x="96012" y="16097"/>
                  </a:lnTo>
                  <a:lnTo>
                    <a:pt x="94964" y="15335"/>
                  </a:lnTo>
                  <a:lnTo>
                    <a:pt x="94012" y="15431"/>
                  </a:lnTo>
                  <a:lnTo>
                    <a:pt x="93345" y="15812"/>
                  </a:lnTo>
                  <a:lnTo>
                    <a:pt x="92488" y="17526"/>
                  </a:lnTo>
                  <a:lnTo>
                    <a:pt x="92107" y="18098"/>
                  </a:lnTo>
                  <a:lnTo>
                    <a:pt x="90488" y="19526"/>
                  </a:lnTo>
                  <a:lnTo>
                    <a:pt x="85820" y="22860"/>
                  </a:lnTo>
                  <a:lnTo>
                    <a:pt x="85344" y="22860"/>
                  </a:lnTo>
                  <a:lnTo>
                    <a:pt x="84868" y="22765"/>
                  </a:lnTo>
                  <a:lnTo>
                    <a:pt x="84963" y="22289"/>
                  </a:lnTo>
                  <a:lnTo>
                    <a:pt x="85154" y="21527"/>
                  </a:lnTo>
                  <a:lnTo>
                    <a:pt x="85916" y="19717"/>
                  </a:lnTo>
                  <a:lnTo>
                    <a:pt x="87059" y="17621"/>
                  </a:lnTo>
                  <a:lnTo>
                    <a:pt x="87344" y="16478"/>
                  </a:lnTo>
                  <a:lnTo>
                    <a:pt x="87154" y="14764"/>
                  </a:lnTo>
                  <a:lnTo>
                    <a:pt x="86582" y="14002"/>
                  </a:lnTo>
                  <a:lnTo>
                    <a:pt x="83153" y="11430"/>
                  </a:lnTo>
                  <a:lnTo>
                    <a:pt x="80772" y="10192"/>
                  </a:lnTo>
                  <a:lnTo>
                    <a:pt x="79629" y="9906"/>
                  </a:lnTo>
                  <a:lnTo>
                    <a:pt x="78486" y="9906"/>
                  </a:lnTo>
                  <a:lnTo>
                    <a:pt x="76962" y="10097"/>
                  </a:lnTo>
                  <a:lnTo>
                    <a:pt x="75152" y="10097"/>
                  </a:lnTo>
                  <a:lnTo>
                    <a:pt x="69533" y="9239"/>
                  </a:lnTo>
                  <a:lnTo>
                    <a:pt x="67913" y="9335"/>
                  </a:lnTo>
                  <a:lnTo>
                    <a:pt x="66770" y="9620"/>
                  </a:lnTo>
                  <a:lnTo>
                    <a:pt x="64961" y="10668"/>
                  </a:lnTo>
                  <a:lnTo>
                    <a:pt x="62579" y="12668"/>
                  </a:lnTo>
                  <a:lnTo>
                    <a:pt x="61817" y="13145"/>
                  </a:lnTo>
                  <a:lnTo>
                    <a:pt x="61055" y="13430"/>
                  </a:lnTo>
                  <a:lnTo>
                    <a:pt x="57817" y="14002"/>
                  </a:lnTo>
                  <a:lnTo>
                    <a:pt x="56007" y="14669"/>
                  </a:lnTo>
                  <a:lnTo>
                    <a:pt x="48673" y="14764"/>
                  </a:lnTo>
                  <a:lnTo>
                    <a:pt x="39338" y="16669"/>
                  </a:lnTo>
                  <a:lnTo>
                    <a:pt x="37529" y="17526"/>
                  </a:lnTo>
                  <a:lnTo>
                    <a:pt x="36862" y="18479"/>
                  </a:lnTo>
                  <a:lnTo>
                    <a:pt x="34004" y="21622"/>
                  </a:lnTo>
                  <a:lnTo>
                    <a:pt x="30194" y="24384"/>
                  </a:lnTo>
                  <a:lnTo>
                    <a:pt x="28385" y="26099"/>
                  </a:lnTo>
                  <a:lnTo>
                    <a:pt x="27432" y="27432"/>
                  </a:lnTo>
                  <a:lnTo>
                    <a:pt x="26765" y="29242"/>
                  </a:lnTo>
                  <a:lnTo>
                    <a:pt x="26003" y="30385"/>
                  </a:lnTo>
                  <a:lnTo>
                    <a:pt x="22479" y="33909"/>
                  </a:lnTo>
                  <a:lnTo>
                    <a:pt x="21431" y="35338"/>
                  </a:lnTo>
                  <a:lnTo>
                    <a:pt x="20669" y="36957"/>
                  </a:lnTo>
                  <a:lnTo>
                    <a:pt x="20574" y="39624"/>
                  </a:lnTo>
                  <a:lnTo>
                    <a:pt x="20288" y="40862"/>
                  </a:lnTo>
                  <a:lnTo>
                    <a:pt x="19907" y="42005"/>
                  </a:lnTo>
                  <a:lnTo>
                    <a:pt x="19431" y="43053"/>
                  </a:lnTo>
                  <a:lnTo>
                    <a:pt x="17907" y="45339"/>
                  </a:lnTo>
                  <a:lnTo>
                    <a:pt x="17336" y="46673"/>
                  </a:lnTo>
                  <a:lnTo>
                    <a:pt x="16954" y="48006"/>
                  </a:lnTo>
                  <a:lnTo>
                    <a:pt x="16859" y="49435"/>
                  </a:lnTo>
                  <a:lnTo>
                    <a:pt x="17050" y="51054"/>
                  </a:lnTo>
                  <a:lnTo>
                    <a:pt x="17812" y="54293"/>
                  </a:lnTo>
                  <a:lnTo>
                    <a:pt x="18383" y="55626"/>
                  </a:lnTo>
                  <a:lnTo>
                    <a:pt x="19050" y="56864"/>
                  </a:lnTo>
                  <a:lnTo>
                    <a:pt x="19812" y="57817"/>
                  </a:lnTo>
                  <a:lnTo>
                    <a:pt x="22955" y="60579"/>
                  </a:lnTo>
                  <a:lnTo>
                    <a:pt x="23717" y="61532"/>
                  </a:lnTo>
                  <a:lnTo>
                    <a:pt x="24003" y="62198"/>
                  </a:lnTo>
                  <a:lnTo>
                    <a:pt x="24194" y="62960"/>
                  </a:lnTo>
                  <a:lnTo>
                    <a:pt x="23908" y="64389"/>
                  </a:lnTo>
                  <a:lnTo>
                    <a:pt x="23527" y="65246"/>
                  </a:lnTo>
                  <a:lnTo>
                    <a:pt x="22765" y="66008"/>
                  </a:lnTo>
                  <a:lnTo>
                    <a:pt x="21527" y="66866"/>
                  </a:lnTo>
                  <a:lnTo>
                    <a:pt x="19812" y="67628"/>
                  </a:lnTo>
                  <a:lnTo>
                    <a:pt x="18002" y="67913"/>
                  </a:lnTo>
                  <a:lnTo>
                    <a:pt x="14478" y="67818"/>
                  </a:lnTo>
                  <a:lnTo>
                    <a:pt x="12573" y="68675"/>
                  </a:lnTo>
                  <a:lnTo>
                    <a:pt x="11811" y="70199"/>
                  </a:lnTo>
                  <a:lnTo>
                    <a:pt x="11621" y="71914"/>
                  </a:lnTo>
                  <a:lnTo>
                    <a:pt x="11716" y="75724"/>
                  </a:lnTo>
                  <a:lnTo>
                    <a:pt x="11430" y="77343"/>
                  </a:lnTo>
                  <a:lnTo>
                    <a:pt x="10859" y="78962"/>
                  </a:lnTo>
                  <a:lnTo>
                    <a:pt x="10192" y="79915"/>
                  </a:lnTo>
                  <a:lnTo>
                    <a:pt x="9335" y="80582"/>
                  </a:lnTo>
                  <a:lnTo>
                    <a:pt x="4572" y="82106"/>
                  </a:lnTo>
                  <a:lnTo>
                    <a:pt x="1619" y="83249"/>
                  </a:lnTo>
                  <a:lnTo>
                    <a:pt x="667" y="86678"/>
                  </a:lnTo>
                  <a:lnTo>
                    <a:pt x="571" y="87916"/>
                  </a:lnTo>
                  <a:lnTo>
                    <a:pt x="0" y="91631"/>
                  </a:lnTo>
                  <a:lnTo>
                    <a:pt x="476" y="95917"/>
                  </a:lnTo>
                  <a:lnTo>
                    <a:pt x="1429" y="100489"/>
                  </a:lnTo>
                  <a:lnTo>
                    <a:pt x="2858" y="102965"/>
                  </a:lnTo>
                  <a:lnTo>
                    <a:pt x="4572" y="103346"/>
                  </a:lnTo>
                  <a:lnTo>
                    <a:pt x="8763" y="101632"/>
                  </a:lnTo>
                  <a:lnTo>
                    <a:pt x="13049" y="101441"/>
                  </a:lnTo>
                  <a:lnTo>
                    <a:pt x="38671" y="112300"/>
                  </a:lnTo>
                  <a:lnTo>
                    <a:pt x="56769" y="116396"/>
                  </a:lnTo>
                  <a:lnTo>
                    <a:pt x="65722" y="120206"/>
                  </a:lnTo>
                  <a:lnTo>
                    <a:pt x="69818" y="120301"/>
                  </a:lnTo>
                  <a:lnTo>
                    <a:pt x="81534" y="117824"/>
                  </a:lnTo>
                  <a:lnTo>
                    <a:pt x="90964" y="118682"/>
                  </a:lnTo>
                  <a:lnTo>
                    <a:pt x="95631" y="117443"/>
                  </a:lnTo>
                  <a:lnTo>
                    <a:pt x="97250" y="117539"/>
                  </a:lnTo>
                  <a:lnTo>
                    <a:pt x="98584" y="117920"/>
                  </a:lnTo>
                  <a:lnTo>
                    <a:pt x="101060" y="119063"/>
                  </a:lnTo>
                  <a:lnTo>
                    <a:pt x="105346" y="119825"/>
                  </a:lnTo>
                  <a:lnTo>
                    <a:pt x="106299" y="119729"/>
                  </a:lnTo>
                  <a:lnTo>
                    <a:pt x="106966" y="119348"/>
                  </a:lnTo>
                  <a:lnTo>
                    <a:pt x="108204" y="118015"/>
                  </a:lnTo>
                  <a:lnTo>
                    <a:pt x="108871" y="117729"/>
                  </a:lnTo>
                  <a:lnTo>
                    <a:pt x="110680" y="117920"/>
                  </a:lnTo>
                  <a:lnTo>
                    <a:pt x="112204" y="118872"/>
                  </a:lnTo>
                  <a:lnTo>
                    <a:pt x="113633" y="119920"/>
                  </a:lnTo>
                  <a:lnTo>
                    <a:pt x="115253" y="120777"/>
                  </a:lnTo>
                  <a:lnTo>
                    <a:pt x="118491" y="121158"/>
                  </a:lnTo>
                  <a:lnTo>
                    <a:pt x="131540" y="119348"/>
                  </a:lnTo>
                  <a:lnTo>
                    <a:pt x="132493" y="119253"/>
                  </a:lnTo>
                  <a:lnTo>
                    <a:pt x="136208" y="117920"/>
                  </a:lnTo>
                  <a:lnTo>
                    <a:pt x="154686" y="114967"/>
                  </a:lnTo>
                  <a:lnTo>
                    <a:pt x="161068" y="115157"/>
                  </a:lnTo>
                  <a:lnTo>
                    <a:pt x="162496" y="114967"/>
                  </a:lnTo>
                  <a:lnTo>
                    <a:pt x="164973" y="113633"/>
                  </a:lnTo>
                  <a:lnTo>
                    <a:pt x="166211" y="113538"/>
                  </a:lnTo>
                  <a:lnTo>
                    <a:pt x="171831" y="116491"/>
                  </a:lnTo>
                  <a:lnTo>
                    <a:pt x="188881" y="121730"/>
                  </a:lnTo>
                  <a:lnTo>
                    <a:pt x="193453" y="122206"/>
                  </a:lnTo>
                  <a:lnTo>
                    <a:pt x="194501" y="122111"/>
                  </a:lnTo>
                  <a:lnTo>
                    <a:pt x="196882" y="121349"/>
                  </a:lnTo>
                  <a:lnTo>
                    <a:pt x="198120" y="121158"/>
                  </a:lnTo>
                  <a:lnTo>
                    <a:pt x="199454" y="120777"/>
                  </a:lnTo>
                  <a:lnTo>
                    <a:pt x="201359" y="119253"/>
                  </a:lnTo>
                  <a:lnTo>
                    <a:pt x="202406" y="118777"/>
                  </a:lnTo>
                  <a:lnTo>
                    <a:pt x="204406" y="118967"/>
                  </a:lnTo>
                  <a:lnTo>
                    <a:pt x="205264" y="119920"/>
                  </a:lnTo>
                  <a:lnTo>
                    <a:pt x="206026" y="121349"/>
                  </a:lnTo>
                  <a:lnTo>
                    <a:pt x="207836" y="122873"/>
                  </a:lnTo>
                  <a:lnTo>
                    <a:pt x="209836" y="123349"/>
                  </a:lnTo>
                  <a:lnTo>
                    <a:pt x="212788" y="123539"/>
                  </a:lnTo>
                  <a:lnTo>
                    <a:pt x="215455" y="123063"/>
                  </a:lnTo>
                  <a:lnTo>
                    <a:pt x="216598" y="121920"/>
                  </a:lnTo>
                  <a:lnTo>
                    <a:pt x="217265" y="119825"/>
                  </a:lnTo>
                  <a:lnTo>
                    <a:pt x="218504" y="119825"/>
                  </a:lnTo>
                  <a:lnTo>
                    <a:pt x="220028" y="120587"/>
                  </a:lnTo>
                  <a:lnTo>
                    <a:pt x="221075" y="120872"/>
                  </a:lnTo>
                  <a:lnTo>
                    <a:pt x="221837" y="120206"/>
                  </a:lnTo>
                  <a:lnTo>
                    <a:pt x="222599" y="118682"/>
                  </a:lnTo>
                  <a:lnTo>
                    <a:pt x="223266" y="118015"/>
                  </a:lnTo>
                  <a:lnTo>
                    <a:pt x="225076" y="117729"/>
                  </a:lnTo>
                  <a:lnTo>
                    <a:pt x="230600" y="118205"/>
                  </a:lnTo>
                  <a:lnTo>
                    <a:pt x="242983" y="116681"/>
                  </a:lnTo>
                  <a:lnTo>
                    <a:pt x="249364" y="117634"/>
                  </a:lnTo>
                  <a:lnTo>
                    <a:pt x="251555" y="116967"/>
                  </a:lnTo>
                  <a:lnTo>
                    <a:pt x="254603" y="116015"/>
                  </a:lnTo>
                  <a:lnTo>
                    <a:pt x="258318" y="116205"/>
                  </a:lnTo>
                  <a:lnTo>
                    <a:pt x="262033" y="117062"/>
                  </a:lnTo>
                  <a:lnTo>
                    <a:pt x="265176" y="118301"/>
                  </a:lnTo>
                  <a:lnTo>
                    <a:pt x="266033" y="119063"/>
                  </a:lnTo>
                  <a:lnTo>
                    <a:pt x="267176" y="120872"/>
                  </a:lnTo>
                  <a:lnTo>
                    <a:pt x="267843" y="121539"/>
                  </a:lnTo>
                  <a:lnTo>
                    <a:pt x="268796" y="121825"/>
                  </a:lnTo>
                  <a:lnTo>
                    <a:pt x="270415" y="121920"/>
                  </a:lnTo>
                  <a:lnTo>
                    <a:pt x="271177" y="122492"/>
                  </a:lnTo>
                  <a:lnTo>
                    <a:pt x="271844" y="122777"/>
                  </a:lnTo>
                  <a:lnTo>
                    <a:pt x="273463" y="122301"/>
                  </a:lnTo>
                  <a:lnTo>
                    <a:pt x="274320" y="122492"/>
                  </a:lnTo>
                  <a:lnTo>
                    <a:pt x="275082" y="123158"/>
                  </a:lnTo>
                  <a:lnTo>
                    <a:pt x="276796" y="125444"/>
                  </a:lnTo>
                  <a:lnTo>
                    <a:pt x="278416" y="126778"/>
                  </a:lnTo>
                  <a:lnTo>
                    <a:pt x="279845" y="127826"/>
                  </a:lnTo>
                  <a:lnTo>
                    <a:pt x="281369" y="128492"/>
                  </a:lnTo>
                  <a:lnTo>
                    <a:pt x="283464" y="128969"/>
                  </a:lnTo>
                  <a:lnTo>
                    <a:pt x="289465" y="129826"/>
                  </a:lnTo>
                  <a:lnTo>
                    <a:pt x="290417" y="130588"/>
                  </a:lnTo>
                  <a:lnTo>
                    <a:pt x="292322" y="133160"/>
                  </a:lnTo>
                  <a:lnTo>
                    <a:pt x="295561" y="134588"/>
                  </a:lnTo>
                  <a:lnTo>
                    <a:pt x="298418" y="136303"/>
                  </a:lnTo>
                  <a:lnTo>
                    <a:pt x="298799" y="138684"/>
                  </a:lnTo>
                  <a:lnTo>
                    <a:pt x="301657" y="136017"/>
                  </a:lnTo>
                  <a:lnTo>
                    <a:pt x="306800" y="130397"/>
                  </a:lnTo>
                  <a:lnTo>
                    <a:pt x="310801" y="127349"/>
                  </a:lnTo>
                  <a:lnTo>
                    <a:pt x="313277" y="124968"/>
                  </a:lnTo>
                  <a:lnTo>
                    <a:pt x="314801" y="123825"/>
                  </a:lnTo>
                  <a:lnTo>
                    <a:pt x="316039" y="123349"/>
                  </a:lnTo>
                  <a:lnTo>
                    <a:pt x="317373" y="123349"/>
                  </a:lnTo>
                  <a:lnTo>
                    <a:pt x="318706" y="123063"/>
                  </a:lnTo>
                  <a:lnTo>
                    <a:pt x="318992" y="122206"/>
                  </a:lnTo>
                  <a:lnTo>
                    <a:pt x="318897" y="121253"/>
                  </a:lnTo>
                  <a:lnTo>
                    <a:pt x="319088" y="120206"/>
                  </a:lnTo>
                  <a:lnTo>
                    <a:pt x="319564" y="119920"/>
                  </a:lnTo>
                  <a:lnTo>
                    <a:pt x="322136" y="120301"/>
                  </a:lnTo>
                  <a:lnTo>
                    <a:pt x="323850" y="120301"/>
                  </a:lnTo>
                  <a:lnTo>
                    <a:pt x="328136" y="119444"/>
                  </a:lnTo>
                  <a:lnTo>
                    <a:pt x="329375" y="119539"/>
                  </a:lnTo>
                  <a:lnTo>
                    <a:pt x="332899" y="115348"/>
                  </a:lnTo>
                  <a:lnTo>
                    <a:pt x="347377" y="110300"/>
                  </a:lnTo>
                  <a:lnTo>
                    <a:pt x="348044" y="109442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8" name="Freeform: Shape 20">
              <a:extLst>
                <a:ext uri="{FF2B5EF4-FFF2-40B4-BE49-F238E27FC236}">
                  <a16:creationId xmlns:a16="http://schemas.microsoft.com/office/drawing/2014/main" id="{B0D7A6A5-E096-976C-D95E-8A2B5A9CE720}"/>
                </a:ext>
              </a:extLst>
            </p:cNvPr>
            <p:cNvSpPr/>
            <p:nvPr/>
          </p:nvSpPr>
          <p:spPr>
            <a:xfrm>
              <a:off x="10799053" y="2978894"/>
              <a:ext cx="296497" cy="338853"/>
            </a:xfrm>
            <a:custGeom>
              <a:avLst/>
              <a:gdLst>
                <a:gd name="connsiteX0" fmla="*/ 199454 w 200025"/>
                <a:gd name="connsiteY0" fmla="*/ 73819 h 228600"/>
                <a:gd name="connsiteX1" fmla="*/ 197358 w 200025"/>
                <a:gd name="connsiteY1" fmla="*/ 70104 h 228600"/>
                <a:gd name="connsiteX2" fmla="*/ 193262 w 200025"/>
                <a:gd name="connsiteY2" fmla="*/ 68104 h 228600"/>
                <a:gd name="connsiteX3" fmla="*/ 188595 w 200025"/>
                <a:gd name="connsiteY3" fmla="*/ 67246 h 228600"/>
                <a:gd name="connsiteX4" fmla="*/ 184404 w 200025"/>
                <a:gd name="connsiteY4" fmla="*/ 65627 h 228600"/>
                <a:gd name="connsiteX5" fmla="*/ 181737 w 200025"/>
                <a:gd name="connsiteY5" fmla="*/ 61722 h 228600"/>
                <a:gd name="connsiteX6" fmla="*/ 181356 w 200025"/>
                <a:gd name="connsiteY6" fmla="*/ 56483 h 228600"/>
                <a:gd name="connsiteX7" fmla="*/ 188024 w 200025"/>
                <a:gd name="connsiteY7" fmla="*/ 37433 h 228600"/>
                <a:gd name="connsiteX8" fmla="*/ 190595 w 200025"/>
                <a:gd name="connsiteY8" fmla="*/ 33242 h 228600"/>
                <a:gd name="connsiteX9" fmla="*/ 192881 w 200025"/>
                <a:gd name="connsiteY9" fmla="*/ 30861 h 228600"/>
                <a:gd name="connsiteX10" fmla="*/ 192881 w 200025"/>
                <a:gd name="connsiteY10" fmla="*/ 30766 h 228600"/>
                <a:gd name="connsiteX11" fmla="*/ 188976 w 200025"/>
                <a:gd name="connsiteY11" fmla="*/ 30099 h 228600"/>
                <a:gd name="connsiteX12" fmla="*/ 187071 w 200025"/>
                <a:gd name="connsiteY12" fmla="*/ 29051 h 228600"/>
                <a:gd name="connsiteX13" fmla="*/ 181642 w 200025"/>
                <a:gd name="connsiteY13" fmla="*/ 25241 h 228600"/>
                <a:gd name="connsiteX14" fmla="*/ 180308 w 200025"/>
                <a:gd name="connsiteY14" fmla="*/ 23717 h 228600"/>
                <a:gd name="connsiteX15" fmla="*/ 179737 w 200025"/>
                <a:gd name="connsiteY15" fmla="*/ 22288 h 228600"/>
                <a:gd name="connsiteX16" fmla="*/ 179927 w 200025"/>
                <a:gd name="connsiteY16" fmla="*/ 20860 h 228600"/>
                <a:gd name="connsiteX17" fmla="*/ 181928 w 200025"/>
                <a:gd name="connsiteY17" fmla="*/ 14097 h 228600"/>
                <a:gd name="connsiteX18" fmla="*/ 182785 w 200025"/>
                <a:gd name="connsiteY18" fmla="*/ 11811 h 228600"/>
                <a:gd name="connsiteX19" fmla="*/ 183737 w 200025"/>
                <a:gd name="connsiteY19" fmla="*/ 8477 h 228600"/>
                <a:gd name="connsiteX20" fmla="*/ 183737 w 200025"/>
                <a:gd name="connsiteY20" fmla="*/ 4191 h 228600"/>
                <a:gd name="connsiteX21" fmla="*/ 184118 w 200025"/>
                <a:gd name="connsiteY21" fmla="*/ 2477 h 228600"/>
                <a:gd name="connsiteX22" fmla="*/ 184213 w 200025"/>
                <a:gd name="connsiteY22" fmla="*/ 1429 h 228600"/>
                <a:gd name="connsiteX23" fmla="*/ 184118 w 200025"/>
                <a:gd name="connsiteY23" fmla="*/ 286 h 228600"/>
                <a:gd name="connsiteX24" fmla="*/ 183737 w 200025"/>
                <a:gd name="connsiteY24" fmla="*/ 0 h 228600"/>
                <a:gd name="connsiteX25" fmla="*/ 183071 w 200025"/>
                <a:gd name="connsiteY25" fmla="*/ 476 h 228600"/>
                <a:gd name="connsiteX26" fmla="*/ 174498 w 200025"/>
                <a:gd name="connsiteY26" fmla="*/ 8192 h 228600"/>
                <a:gd name="connsiteX27" fmla="*/ 172879 w 200025"/>
                <a:gd name="connsiteY27" fmla="*/ 9239 h 228600"/>
                <a:gd name="connsiteX28" fmla="*/ 168116 w 200025"/>
                <a:gd name="connsiteY28" fmla="*/ 11906 h 228600"/>
                <a:gd name="connsiteX29" fmla="*/ 166592 w 200025"/>
                <a:gd name="connsiteY29" fmla="*/ 13240 h 228600"/>
                <a:gd name="connsiteX30" fmla="*/ 164211 w 200025"/>
                <a:gd name="connsiteY30" fmla="*/ 17145 h 228600"/>
                <a:gd name="connsiteX31" fmla="*/ 162496 w 200025"/>
                <a:gd name="connsiteY31" fmla="*/ 18669 h 228600"/>
                <a:gd name="connsiteX32" fmla="*/ 160115 w 200025"/>
                <a:gd name="connsiteY32" fmla="*/ 20383 h 228600"/>
                <a:gd name="connsiteX33" fmla="*/ 155448 w 200025"/>
                <a:gd name="connsiteY33" fmla="*/ 22479 h 228600"/>
                <a:gd name="connsiteX34" fmla="*/ 146971 w 200025"/>
                <a:gd name="connsiteY34" fmla="*/ 24003 h 228600"/>
                <a:gd name="connsiteX35" fmla="*/ 142018 w 200025"/>
                <a:gd name="connsiteY35" fmla="*/ 24575 h 228600"/>
                <a:gd name="connsiteX36" fmla="*/ 140399 w 200025"/>
                <a:gd name="connsiteY36" fmla="*/ 24479 h 228600"/>
                <a:gd name="connsiteX37" fmla="*/ 139446 w 200025"/>
                <a:gd name="connsiteY37" fmla="*/ 24194 h 228600"/>
                <a:gd name="connsiteX38" fmla="*/ 139255 w 200025"/>
                <a:gd name="connsiteY38" fmla="*/ 24003 h 228600"/>
                <a:gd name="connsiteX39" fmla="*/ 139065 w 200025"/>
                <a:gd name="connsiteY39" fmla="*/ 23908 h 228600"/>
                <a:gd name="connsiteX40" fmla="*/ 138303 w 200025"/>
                <a:gd name="connsiteY40" fmla="*/ 23050 h 228600"/>
                <a:gd name="connsiteX41" fmla="*/ 137732 w 200025"/>
                <a:gd name="connsiteY41" fmla="*/ 22193 h 228600"/>
                <a:gd name="connsiteX42" fmla="*/ 136779 w 200025"/>
                <a:gd name="connsiteY42" fmla="*/ 21622 h 228600"/>
                <a:gd name="connsiteX43" fmla="*/ 135255 w 200025"/>
                <a:gd name="connsiteY43" fmla="*/ 21241 h 228600"/>
                <a:gd name="connsiteX44" fmla="*/ 132397 w 200025"/>
                <a:gd name="connsiteY44" fmla="*/ 21908 h 228600"/>
                <a:gd name="connsiteX45" fmla="*/ 130588 w 200025"/>
                <a:gd name="connsiteY45" fmla="*/ 22098 h 228600"/>
                <a:gd name="connsiteX46" fmla="*/ 128969 w 200025"/>
                <a:gd name="connsiteY46" fmla="*/ 22003 h 228600"/>
                <a:gd name="connsiteX47" fmla="*/ 127540 w 200025"/>
                <a:gd name="connsiteY47" fmla="*/ 21527 h 228600"/>
                <a:gd name="connsiteX48" fmla="*/ 126111 w 200025"/>
                <a:gd name="connsiteY48" fmla="*/ 20765 h 228600"/>
                <a:gd name="connsiteX49" fmla="*/ 123825 w 200025"/>
                <a:gd name="connsiteY49" fmla="*/ 18669 h 228600"/>
                <a:gd name="connsiteX50" fmla="*/ 122492 w 200025"/>
                <a:gd name="connsiteY50" fmla="*/ 17812 h 228600"/>
                <a:gd name="connsiteX51" fmla="*/ 120968 w 200025"/>
                <a:gd name="connsiteY51" fmla="*/ 17145 h 228600"/>
                <a:gd name="connsiteX52" fmla="*/ 117443 w 200025"/>
                <a:gd name="connsiteY52" fmla="*/ 17526 h 228600"/>
                <a:gd name="connsiteX53" fmla="*/ 115157 w 200025"/>
                <a:gd name="connsiteY53" fmla="*/ 17812 h 228600"/>
                <a:gd name="connsiteX54" fmla="*/ 109823 w 200025"/>
                <a:gd name="connsiteY54" fmla="*/ 17050 h 228600"/>
                <a:gd name="connsiteX55" fmla="*/ 95155 w 200025"/>
                <a:gd name="connsiteY55" fmla="*/ 18383 h 228600"/>
                <a:gd name="connsiteX56" fmla="*/ 92678 w 200025"/>
                <a:gd name="connsiteY56" fmla="*/ 19241 h 228600"/>
                <a:gd name="connsiteX57" fmla="*/ 91345 w 200025"/>
                <a:gd name="connsiteY57" fmla="*/ 19907 h 228600"/>
                <a:gd name="connsiteX58" fmla="*/ 91154 w 200025"/>
                <a:gd name="connsiteY58" fmla="*/ 20860 h 228600"/>
                <a:gd name="connsiteX59" fmla="*/ 90869 w 200025"/>
                <a:gd name="connsiteY59" fmla="*/ 21908 h 228600"/>
                <a:gd name="connsiteX60" fmla="*/ 90202 w 200025"/>
                <a:gd name="connsiteY60" fmla="*/ 23527 h 228600"/>
                <a:gd name="connsiteX61" fmla="*/ 90107 w 200025"/>
                <a:gd name="connsiteY61" fmla="*/ 24003 h 228600"/>
                <a:gd name="connsiteX62" fmla="*/ 90107 w 200025"/>
                <a:gd name="connsiteY62" fmla="*/ 24003 h 228600"/>
                <a:gd name="connsiteX63" fmla="*/ 90107 w 200025"/>
                <a:gd name="connsiteY63" fmla="*/ 24003 h 228600"/>
                <a:gd name="connsiteX64" fmla="*/ 90202 w 200025"/>
                <a:gd name="connsiteY64" fmla="*/ 24003 h 228600"/>
                <a:gd name="connsiteX65" fmla="*/ 90392 w 200025"/>
                <a:gd name="connsiteY65" fmla="*/ 24098 h 228600"/>
                <a:gd name="connsiteX66" fmla="*/ 94012 w 200025"/>
                <a:gd name="connsiteY66" fmla="*/ 25241 h 228600"/>
                <a:gd name="connsiteX67" fmla="*/ 94964 w 200025"/>
                <a:gd name="connsiteY67" fmla="*/ 25813 h 228600"/>
                <a:gd name="connsiteX68" fmla="*/ 95726 w 200025"/>
                <a:gd name="connsiteY68" fmla="*/ 26575 h 228600"/>
                <a:gd name="connsiteX69" fmla="*/ 96107 w 200025"/>
                <a:gd name="connsiteY69" fmla="*/ 27623 h 228600"/>
                <a:gd name="connsiteX70" fmla="*/ 96298 w 200025"/>
                <a:gd name="connsiteY70" fmla="*/ 28670 h 228600"/>
                <a:gd name="connsiteX71" fmla="*/ 96393 w 200025"/>
                <a:gd name="connsiteY71" fmla="*/ 29432 h 228600"/>
                <a:gd name="connsiteX72" fmla="*/ 95821 w 200025"/>
                <a:gd name="connsiteY72" fmla="*/ 30861 h 228600"/>
                <a:gd name="connsiteX73" fmla="*/ 86011 w 200025"/>
                <a:gd name="connsiteY73" fmla="*/ 41338 h 228600"/>
                <a:gd name="connsiteX74" fmla="*/ 83153 w 200025"/>
                <a:gd name="connsiteY74" fmla="*/ 43529 h 228600"/>
                <a:gd name="connsiteX75" fmla="*/ 80867 w 200025"/>
                <a:gd name="connsiteY75" fmla="*/ 45911 h 228600"/>
                <a:gd name="connsiteX76" fmla="*/ 80963 w 200025"/>
                <a:gd name="connsiteY76" fmla="*/ 46482 h 228600"/>
                <a:gd name="connsiteX77" fmla="*/ 80867 w 200025"/>
                <a:gd name="connsiteY77" fmla="*/ 47720 h 228600"/>
                <a:gd name="connsiteX78" fmla="*/ 77438 w 200025"/>
                <a:gd name="connsiteY78" fmla="*/ 54388 h 228600"/>
                <a:gd name="connsiteX79" fmla="*/ 73533 w 200025"/>
                <a:gd name="connsiteY79" fmla="*/ 59912 h 228600"/>
                <a:gd name="connsiteX80" fmla="*/ 73057 w 200025"/>
                <a:gd name="connsiteY80" fmla="*/ 60865 h 228600"/>
                <a:gd name="connsiteX81" fmla="*/ 72390 w 200025"/>
                <a:gd name="connsiteY81" fmla="*/ 61532 h 228600"/>
                <a:gd name="connsiteX82" fmla="*/ 71342 w 200025"/>
                <a:gd name="connsiteY82" fmla="*/ 61436 h 228600"/>
                <a:gd name="connsiteX83" fmla="*/ 70199 w 200025"/>
                <a:gd name="connsiteY83" fmla="*/ 60674 h 228600"/>
                <a:gd name="connsiteX84" fmla="*/ 68675 w 200025"/>
                <a:gd name="connsiteY84" fmla="*/ 58103 h 228600"/>
                <a:gd name="connsiteX85" fmla="*/ 67913 w 200025"/>
                <a:gd name="connsiteY85" fmla="*/ 57055 h 228600"/>
                <a:gd name="connsiteX86" fmla="*/ 66866 w 200025"/>
                <a:gd name="connsiteY86" fmla="*/ 56198 h 228600"/>
                <a:gd name="connsiteX87" fmla="*/ 65532 w 200025"/>
                <a:gd name="connsiteY87" fmla="*/ 55721 h 228600"/>
                <a:gd name="connsiteX88" fmla="*/ 62960 w 200025"/>
                <a:gd name="connsiteY88" fmla="*/ 55150 h 228600"/>
                <a:gd name="connsiteX89" fmla="*/ 61913 w 200025"/>
                <a:gd name="connsiteY89" fmla="*/ 54674 h 228600"/>
                <a:gd name="connsiteX90" fmla="*/ 61246 w 200025"/>
                <a:gd name="connsiteY90" fmla="*/ 54007 h 228600"/>
                <a:gd name="connsiteX91" fmla="*/ 60293 w 200025"/>
                <a:gd name="connsiteY91" fmla="*/ 52959 h 228600"/>
                <a:gd name="connsiteX92" fmla="*/ 60008 w 200025"/>
                <a:gd name="connsiteY92" fmla="*/ 52769 h 228600"/>
                <a:gd name="connsiteX93" fmla="*/ 59531 w 200025"/>
                <a:gd name="connsiteY93" fmla="*/ 52578 h 228600"/>
                <a:gd name="connsiteX94" fmla="*/ 58769 w 200025"/>
                <a:gd name="connsiteY94" fmla="*/ 52483 h 228600"/>
                <a:gd name="connsiteX95" fmla="*/ 58007 w 200025"/>
                <a:gd name="connsiteY95" fmla="*/ 52197 h 228600"/>
                <a:gd name="connsiteX96" fmla="*/ 57055 w 200025"/>
                <a:gd name="connsiteY96" fmla="*/ 51816 h 228600"/>
                <a:gd name="connsiteX97" fmla="*/ 56293 w 200025"/>
                <a:gd name="connsiteY97" fmla="*/ 51340 h 228600"/>
                <a:gd name="connsiteX98" fmla="*/ 55245 w 200025"/>
                <a:gd name="connsiteY98" fmla="*/ 50292 h 228600"/>
                <a:gd name="connsiteX99" fmla="*/ 54388 w 200025"/>
                <a:gd name="connsiteY99" fmla="*/ 49244 h 228600"/>
                <a:gd name="connsiteX100" fmla="*/ 54388 w 200025"/>
                <a:gd name="connsiteY100" fmla="*/ 49244 h 228600"/>
                <a:gd name="connsiteX101" fmla="*/ 54388 w 200025"/>
                <a:gd name="connsiteY101" fmla="*/ 49244 h 228600"/>
                <a:gd name="connsiteX102" fmla="*/ 51340 w 200025"/>
                <a:gd name="connsiteY102" fmla="*/ 52483 h 228600"/>
                <a:gd name="connsiteX103" fmla="*/ 49911 w 200025"/>
                <a:gd name="connsiteY103" fmla="*/ 54388 h 228600"/>
                <a:gd name="connsiteX104" fmla="*/ 48006 w 200025"/>
                <a:gd name="connsiteY104" fmla="*/ 57817 h 228600"/>
                <a:gd name="connsiteX105" fmla="*/ 44672 w 200025"/>
                <a:gd name="connsiteY105" fmla="*/ 65151 h 228600"/>
                <a:gd name="connsiteX106" fmla="*/ 42386 w 200025"/>
                <a:gd name="connsiteY106" fmla="*/ 71914 h 228600"/>
                <a:gd name="connsiteX107" fmla="*/ 41720 w 200025"/>
                <a:gd name="connsiteY107" fmla="*/ 73533 h 228600"/>
                <a:gd name="connsiteX108" fmla="*/ 40386 w 200025"/>
                <a:gd name="connsiteY108" fmla="*/ 75248 h 228600"/>
                <a:gd name="connsiteX109" fmla="*/ 39529 w 200025"/>
                <a:gd name="connsiteY109" fmla="*/ 76676 h 228600"/>
                <a:gd name="connsiteX110" fmla="*/ 39053 w 200025"/>
                <a:gd name="connsiteY110" fmla="*/ 78296 h 228600"/>
                <a:gd name="connsiteX111" fmla="*/ 38481 w 200025"/>
                <a:gd name="connsiteY111" fmla="*/ 79438 h 228600"/>
                <a:gd name="connsiteX112" fmla="*/ 37624 w 200025"/>
                <a:gd name="connsiteY112" fmla="*/ 79915 h 228600"/>
                <a:gd name="connsiteX113" fmla="*/ 35814 w 200025"/>
                <a:gd name="connsiteY113" fmla="*/ 80296 h 228600"/>
                <a:gd name="connsiteX114" fmla="*/ 34957 w 200025"/>
                <a:gd name="connsiteY114" fmla="*/ 80582 h 228600"/>
                <a:gd name="connsiteX115" fmla="*/ 34195 w 200025"/>
                <a:gd name="connsiteY115" fmla="*/ 81153 h 228600"/>
                <a:gd name="connsiteX116" fmla="*/ 33528 w 200025"/>
                <a:gd name="connsiteY116" fmla="*/ 82010 h 228600"/>
                <a:gd name="connsiteX117" fmla="*/ 32861 w 200025"/>
                <a:gd name="connsiteY117" fmla="*/ 83153 h 228600"/>
                <a:gd name="connsiteX118" fmla="*/ 32576 w 200025"/>
                <a:gd name="connsiteY118" fmla="*/ 84011 h 228600"/>
                <a:gd name="connsiteX119" fmla="*/ 32480 w 200025"/>
                <a:gd name="connsiteY119" fmla="*/ 86678 h 228600"/>
                <a:gd name="connsiteX120" fmla="*/ 34385 w 200025"/>
                <a:gd name="connsiteY120" fmla="*/ 90297 h 228600"/>
                <a:gd name="connsiteX121" fmla="*/ 34480 w 200025"/>
                <a:gd name="connsiteY121" fmla="*/ 91154 h 228600"/>
                <a:gd name="connsiteX122" fmla="*/ 34195 w 200025"/>
                <a:gd name="connsiteY122" fmla="*/ 91916 h 228600"/>
                <a:gd name="connsiteX123" fmla="*/ 33147 w 200025"/>
                <a:gd name="connsiteY123" fmla="*/ 93059 h 228600"/>
                <a:gd name="connsiteX124" fmla="*/ 32290 w 200025"/>
                <a:gd name="connsiteY124" fmla="*/ 93536 h 228600"/>
                <a:gd name="connsiteX125" fmla="*/ 31528 w 200025"/>
                <a:gd name="connsiteY125" fmla="*/ 93821 h 228600"/>
                <a:gd name="connsiteX126" fmla="*/ 30956 w 200025"/>
                <a:gd name="connsiteY126" fmla="*/ 93917 h 228600"/>
                <a:gd name="connsiteX127" fmla="*/ 30385 w 200025"/>
                <a:gd name="connsiteY127" fmla="*/ 94202 h 228600"/>
                <a:gd name="connsiteX128" fmla="*/ 30099 w 200025"/>
                <a:gd name="connsiteY128" fmla="*/ 94774 h 228600"/>
                <a:gd name="connsiteX129" fmla="*/ 30289 w 200025"/>
                <a:gd name="connsiteY129" fmla="*/ 95441 h 228600"/>
                <a:gd name="connsiteX130" fmla="*/ 31147 w 200025"/>
                <a:gd name="connsiteY130" fmla="*/ 96488 h 228600"/>
                <a:gd name="connsiteX131" fmla="*/ 31528 w 200025"/>
                <a:gd name="connsiteY131" fmla="*/ 96965 h 228600"/>
                <a:gd name="connsiteX132" fmla="*/ 31718 w 200025"/>
                <a:gd name="connsiteY132" fmla="*/ 98584 h 228600"/>
                <a:gd name="connsiteX133" fmla="*/ 28670 w 200025"/>
                <a:gd name="connsiteY133" fmla="*/ 103061 h 228600"/>
                <a:gd name="connsiteX134" fmla="*/ 26384 w 200025"/>
                <a:gd name="connsiteY134" fmla="*/ 107156 h 228600"/>
                <a:gd name="connsiteX135" fmla="*/ 26194 w 200025"/>
                <a:gd name="connsiteY135" fmla="*/ 109157 h 228600"/>
                <a:gd name="connsiteX136" fmla="*/ 26003 w 200025"/>
                <a:gd name="connsiteY136" fmla="*/ 110204 h 228600"/>
                <a:gd name="connsiteX137" fmla="*/ 25527 w 200025"/>
                <a:gd name="connsiteY137" fmla="*/ 111157 h 228600"/>
                <a:gd name="connsiteX138" fmla="*/ 24384 w 200025"/>
                <a:gd name="connsiteY138" fmla="*/ 111824 h 228600"/>
                <a:gd name="connsiteX139" fmla="*/ 23432 w 200025"/>
                <a:gd name="connsiteY139" fmla="*/ 112014 h 228600"/>
                <a:gd name="connsiteX140" fmla="*/ 22574 w 200025"/>
                <a:gd name="connsiteY140" fmla="*/ 111824 h 228600"/>
                <a:gd name="connsiteX141" fmla="*/ 21908 w 200025"/>
                <a:gd name="connsiteY141" fmla="*/ 111442 h 228600"/>
                <a:gd name="connsiteX142" fmla="*/ 20574 w 200025"/>
                <a:gd name="connsiteY142" fmla="*/ 110300 h 228600"/>
                <a:gd name="connsiteX143" fmla="*/ 20288 w 200025"/>
                <a:gd name="connsiteY143" fmla="*/ 110109 h 228600"/>
                <a:gd name="connsiteX144" fmla="*/ 20003 w 200025"/>
                <a:gd name="connsiteY144" fmla="*/ 110109 h 228600"/>
                <a:gd name="connsiteX145" fmla="*/ 19621 w 200025"/>
                <a:gd name="connsiteY145" fmla="*/ 110204 h 228600"/>
                <a:gd name="connsiteX146" fmla="*/ 18669 w 200025"/>
                <a:gd name="connsiteY146" fmla="*/ 110490 h 228600"/>
                <a:gd name="connsiteX147" fmla="*/ 18097 w 200025"/>
                <a:gd name="connsiteY147" fmla="*/ 110776 h 228600"/>
                <a:gd name="connsiteX148" fmla="*/ 17336 w 200025"/>
                <a:gd name="connsiteY148" fmla="*/ 111347 h 228600"/>
                <a:gd name="connsiteX149" fmla="*/ 16859 w 200025"/>
                <a:gd name="connsiteY149" fmla="*/ 112014 h 228600"/>
                <a:gd name="connsiteX150" fmla="*/ 16097 w 200025"/>
                <a:gd name="connsiteY150" fmla="*/ 113538 h 228600"/>
                <a:gd name="connsiteX151" fmla="*/ 15430 w 200025"/>
                <a:gd name="connsiteY151" fmla="*/ 115729 h 228600"/>
                <a:gd name="connsiteX152" fmla="*/ 14383 w 200025"/>
                <a:gd name="connsiteY152" fmla="*/ 120396 h 228600"/>
                <a:gd name="connsiteX153" fmla="*/ 13811 w 200025"/>
                <a:gd name="connsiteY153" fmla="*/ 122492 h 228600"/>
                <a:gd name="connsiteX154" fmla="*/ 13240 w 200025"/>
                <a:gd name="connsiteY154" fmla="*/ 123825 h 228600"/>
                <a:gd name="connsiteX155" fmla="*/ 12954 w 200025"/>
                <a:gd name="connsiteY155" fmla="*/ 124111 h 228600"/>
                <a:gd name="connsiteX156" fmla="*/ 12573 w 200025"/>
                <a:gd name="connsiteY156" fmla="*/ 125063 h 228600"/>
                <a:gd name="connsiteX157" fmla="*/ 12668 w 200025"/>
                <a:gd name="connsiteY157" fmla="*/ 127159 h 228600"/>
                <a:gd name="connsiteX158" fmla="*/ 13049 w 200025"/>
                <a:gd name="connsiteY158" fmla="*/ 128111 h 228600"/>
                <a:gd name="connsiteX159" fmla="*/ 13716 w 200025"/>
                <a:gd name="connsiteY159" fmla="*/ 128492 h 228600"/>
                <a:gd name="connsiteX160" fmla="*/ 14764 w 200025"/>
                <a:gd name="connsiteY160" fmla="*/ 129445 h 228600"/>
                <a:gd name="connsiteX161" fmla="*/ 13907 w 200025"/>
                <a:gd name="connsiteY161" fmla="*/ 131731 h 228600"/>
                <a:gd name="connsiteX162" fmla="*/ 11716 w 200025"/>
                <a:gd name="connsiteY162" fmla="*/ 135541 h 228600"/>
                <a:gd name="connsiteX163" fmla="*/ 13526 w 200025"/>
                <a:gd name="connsiteY163" fmla="*/ 139446 h 228600"/>
                <a:gd name="connsiteX164" fmla="*/ 14097 w 200025"/>
                <a:gd name="connsiteY164" fmla="*/ 141542 h 228600"/>
                <a:gd name="connsiteX165" fmla="*/ 12954 w 200025"/>
                <a:gd name="connsiteY165" fmla="*/ 142399 h 228600"/>
                <a:gd name="connsiteX166" fmla="*/ 11049 w 200025"/>
                <a:gd name="connsiteY166" fmla="*/ 142780 h 228600"/>
                <a:gd name="connsiteX167" fmla="*/ 10001 w 200025"/>
                <a:gd name="connsiteY167" fmla="*/ 143828 h 228600"/>
                <a:gd name="connsiteX168" fmla="*/ 8572 w 200025"/>
                <a:gd name="connsiteY168" fmla="*/ 148400 h 228600"/>
                <a:gd name="connsiteX169" fmla="*/ 7811 w 200025"/>
                <a:gd name="connsiteY169" fmla="*/ 158306 h 228600"/>
                <a:gd name="connsiteX170" fmla="*/ 6763 w 200025"/>
                <a:gd name="connsiteY170" fmla="*/ 162116 h 228600"/>
                <a:gd name="connsiteX171" fmla="*/ 3905 w 200025"/>
                <a:gd name="connsiteY171" fmla="*/ 162306 h 228600"/>
                <a:gd name="connsiteX172" fmla="*/ 4667 w 200025"/>
                <a:gd name="connsiteY172" fmla="*/ 164116 h 228600"/>
                <a:gd name="connsiteX173" fmla="*/ 5048 w 200025"/>
                <a:gd name="connsiteY173" fmla="*/ 165259 h 228600"/>
                <a:gd name="connsiteX174" fmla="*/ 4667 w 200025"/>
                <a:gd name="connsiteY174" fmla="*/ 168116 h 228600"/>
                <a:gd name="connsiteX175" fmla="*/ 5144 w 200025"/>
                <a:gd name="connsiteY175" fmla="*/ 169736 h 228600"/>
                <a:gd name="connsiteX176" fmla="*/ 7334 w 200025"/>
                <a:gd name="connsiteY176" fmla="*/ 171450 h 228600"/>
                <a:gd name="connsiteX177" fmla="*/ 7811 w 200025"/>
                <a:gd name="connsiteY177" fmla="*/ 173260 h 228600"/>
                <a:gd name="connsiteX178" fmla="*/ 7429 w 200025"/>
                <a:gd name="connsiteY178" fmla="*/ 174688 h 228600"/>
                <a:gd name="connsiteX179" fmla="*/ 5525 w 200025"/>
                <a:gd name="connsiteY179" fmla="*/ 176594 h 228600"/>
                <a:gd name="connsiteX180" fmla="*/ 4667 w 200025"/>
                <a:gd name="connsiteY180" fmla="*/ 178022 h 228600"/>
                <a:gd name="connsiteX181" fmla="*/ 4191 w 200025"/>
                <a:gd name="connsiteY181" fmla="*/ 179832 h 228600"/>
                <a:gd name="connsiteX182" fmla="*/ 4096 w 200025"/>
                <a:gd name="connsiteY182" fmla="*/ 181451 h 228600"/>
                <a:gd name="connsiteX183" fmla="*/ 4572 w 200025"/>
                <a:gd name="connsiteY183" fmla="*/ 184213 h 228600"/>
                <a:gd name="connsiteX184" fmla="*/ 4286 w 200025"/>
                <a:gd name="connsiteY184" fmla="*/ 185071 h 228600"/>
                <a:gd name="connsiteX185" fmla="*/ 3620 w 200025"/>
                <a:gd name="connsiteY185" fmla="*/ 187357 h 228600"/>
                <a:gd name="connsiteX186" fmla="*/ 3524 w 200025"/>
                <a:gd name="connsiteY186" fmla="*/ 188881 h 228600"/>
                <a:gd name="connsiteX187" fmla="*/ 3334 w 200025"/>
                <a:gd name="connsiteY187" fmla="*/ 189643 h 228600"/>
                <a:gd name="connsiteX188" fmla="*/ 2762 w 200025"/>
                <a:gd name="connsiteY188" fmla="*/ 191167 h 228600"/>
                <a:gd name="connsiteX189" fmla="*/ 2286 w 200025"/>
                <a:gd name="connsiteY189" fmla="*/ 194310 h 228600"/>
                <a:gd name="connsiteX190" fmla="*/ 2286 w 200025"/>
                <a:gd name="connsiteY190" fmla="*/ 197167 h 228600"/>
                <a:gd name="connsiteX191" fmla="*/ 2191 w 200025"/>
                <a:gd name="connsiteY191" fmla="*/ 197929 h 228600"/>
                <a:gd name="connsiteX192" fmla="*/ 2000 w 200025"/>
                <a:gd name="connsiteY192" fmla="*/ 198596 h 228600"/>
                <a:gd name="connsiteX193" fmla="*/ 1429 w 200025"/>
                <a:gd name="connsiteY193" fmla="*/ 199168 h 228600"/>
                <a:gd name="connsiteX194" fmla="*/ 857 w 200025"/>
                <a:gd name="connsiteY194" fmla="*/ 199644 h 228600"/>
                <a:gd name="connsiteX195" fmla="*/ 286 w 200025"/>
                <a:gd name="connsiteY195" fmla="*/ 200216 h 228600"/>
                <a:gd name="connsiteX196" fmla="*/ 0 w 200025"/>
                <a:gd name="connsiteY196" fmla="*/ 200787 h 228600"/>
                <a:gd name="connsiteX197" fmla="*/ 95 w 200025"/>
                <a:gd name="connsiteY197" fmla="*/ 201359 h 228600"/>
                <a:gd name="connsiteX198" fmla="*/ 667 w 200025"/>
                <a:gd name="connsiteY198" fmla="*/ 201835 h 228600"/>
                <a:gd name="connsiteX199" fmla="*/ 2000 w 200025"/>
                <a:gd name="connsiteY199" fmla="*/ 202502 h 228600"/>
                <a:gd name="connsiteX200" fmla="*/ 10668 w 200025"/>
                <a:gd name="connsiteY200" fmla="*/ 205454 h 228600"/>
                <a:gd name="connsiteX201" fmla="*/ 12287 w 200025"/>
                <a:gd name="connsiteY201" fmla="*/ 206502 h 228600"/>
                <a:gd name="connsiteX202" fmla="*/ 13240 w 200025"/>
                <a:gd name="connsiteY202" fmla="*/ 207454 h 228600"/>
                <a:gd name="connsiteX203" fmla="*/ 13811 w 200025"/>
                <a:gd name="connsiteY203" fmla="*/ 208217 h 228600"/>
                <a:gd name="connsiteX204" fmla="*/ 14669 w 200025"/>
                <a:gd name="connsiteY204" fmla="*/ 208883 h 228600"/>
                <a:gd name="connsiteX205" fmla="*/ 15716 w 200025"/>
                <a:gd name="connsiteY205" fmla="*/ 208979 h 228600"/>
                <a:gd name="connsiteX206" fmla="*/ 16764 w 200025"/>
                <a:gd name="connsiteY206" fmla="*/ 208407 h 228600"/>
                <a:gd name="connsiteX207" fmla="*/ 18097 w 200025"/>
                <a:gd name="connsiteY207" fmla="*/ 207074 h 228600"/>
                <a:gd name="connsiteX208" fmla="*/ 18764 w 200025"/>
                <a:gd name="connsiteY208" fmla="*/ 206692 h 228600"/>
                <a:gd name="connsiteX209" fmla="*/ 19621 w 200025"/>
                <a:gd name="connsiteY209" fmla="*/ 206692 h 228600"/>
                <a:gd name="connsiteX210" fmla="*/ 20860 w 200025"/>
                <a:gd name="connsiteY210" fmla="*/ 206978 h 228600"/>
                <a:gd name="connsiteX211" fmla="*/ 21908 w 200025"/>
                <a:gd name="connsiteY211" fmla="*/ 207645 h 228600"/>
                <a:gd name="connsiteX212" fmla="*/ 22193 w 200025"/>
                <a:gd name="connsiteY212" fmla="*/ 208121 h 228600"/>
                <a:gd name="connsiteX213" fmla="*/ 22193 w 200025"/>
                <a:gd name="connsiteY213" fmla="*/ 208693 h 228600"/>
                <a:gd name="connsiteX214" fmla="*/ 22193 w 200025"/>
                <a:gd name="connsiteY214" fmla="*/ 209074 h 228600"/>
                <a:gd name="connsiteX215" fmla="*/ 22384 w 200025"/>
                <a:gd name="connsiteY215" fmla="*/ 209455 h 228600"/>
                <a:gd name="connsiteX216" fmla="*/ 23051 w 200025"/>
                <a:gd name="connsiteY216" fmla="*/ 209550 h 228600"/>
                <a:gd name="connsiteX217" fmla="*/ 24098 w 200025"/>
                <a:gd name="connsiteY217" fmla="*/ 209455 h 228600"/>
                <a:gd name="connsiteX218" fmla="*/ 26099 w 200025"/>
                <a:gd name="connsiteY218" fmla="*/ 208979 h 228600"/>
                <a:gd name="connsiteX219" fmla="*/ 27146 w 200025"/>
                <a:gd name="connsiteY219" fmla="*/ 208312 h 228600"/>
                <a:gd name="connsiteX220" fmla="*/ 27813 w 200025"/>
                <a:gd name="connsiteY220" fmla="*/ 207645 h 228600"/>
                <a:gd name="connsiteX221" fmla="*/ 28289 w 200025"/>
                <a:gd name="connsiteY221" fmla="*/ 206692 h 228600"/>
                <a:gd name="connsiteX222" fmla="*/ 28766 w 200025"/>
                <a:gd name="connsiteY222" fmla="*/ 206026 h 228600"/>
                <a:gd name="connsiteX223" fmla="*/ 29432 w 200025"/>
                <a:gd name="connsiteY223" fmla="*/ 205835 h 228600"/>
                <a:gd name="connsiteX224" fmla="*/ 30004 w 200025"/>
                <a:gd name="connsiteY224" fmla="*/ 206216 h 228600"/>
                <a:gd name="connsiteX225" fmla="*/ 31242 w 200025"/>
                <a:gd name="connsiteY225" fmla="*/ 207359 h 228600"/>
                <a:gd name="connsiteX226" fmla="*/ 31623 w 200025"/>
                <a:gd name="connsiteY226" fmla="*/ 208312 h 228600"/>
                <a:gd name="connsiteX227" fmla="*/ 31813 w 200025"/>
                <a:gd name="connsiteY227" fmla="*/ 209264 h 228600"/>
                <a:gd name="connsiteX228" fmla="*/ 31528 w 200025"/>
                <a:gd name="connsiteY228" fmla="*/ 210121 h 228600"/>
                <a:gd name="connsiteX229" fmla="*/ 31242 w 200025"/>
                <a:gd name="connsiteY229" fmla="*/ 210884 h 228600"/>
                <a:gd name="connsiteX230" fmla="*/ 30956 w 200025"/>
                <a:gd name="connsiteY230" fmla="*/ 211741 h 228600"/>
                <a:gd name="connsiteX231" fmla="*/ 31242 w 200025"/>
                <a:gd name="connsiteY231" fmla="*/ 212312 h 228600"/>
                <a:gd name="connsiteX232" fmla="*/ 32099 w 200025"/>
                <a:gd name="connsiteY232" fmla="*/ 212312 h 228600"/>
                <a:gd name="connsiteX233" fmla="*/ 36386 w 200025"/>
                <a:gd name="connsiteY233" fmla="*/ 210026 h 228600"/>
                <a:gd name="connsiteX234" fmla="*/ 37338 w 200025"/>
                <a:gd name="connsiteY234" fmla="*/ 210026 h 228600"/>
                <a:gd name="connsiteX235" fmla="*/ 37433 w 200025"/>
                <a:gd name="connsiteY235" fmla="*/ 210026 h 228600"/>
                <a:gd name="connsiteX236" fmla="*/ 37433 w 200025"/>
                <a:gd name="connsiteY236" fmla="*/ 209360 h 228600"/>
                <a:gd name="connsiteX237" fmla="*/ 38291 w 200025"/>
                <a:gd name="connsiteY237" fmla="*/ 206502 h 228600"/>
                <a:gd name="connsiteX238" fmla="*/ 39719 w 200025"/>
                <a:gd name="connsiteY238" fmla="*/ 204407 h 228600"/>
                <a:gd name="connsiteX239" fmla="*/ 42767 w 200025"/>
                <a:gd name="connsiteY239" fmla="*/ 203359 h 228600"/>
                <a:gd name="connsiteX240" fmla="*/ 45053 w 200025"/>
                <a:gd name="connsiteY240" fmla="*/ 204692 h 228600"/>
                <a:gd name="connsiteX241" fmla="*/ 48292 w 200025"/>
                <a:gd name="connsiteY241" fmla="*/ 209836 h 228600"/>
                <a:gd name="connsiteX242" fmla="*/ 49435 w 200025"/>
                <a:gd name="connsiteY242" fmla="*/ 211265 h 228600"/>
                <a:gd name="connsiteX243" fmla="*/ 53150 w 200025"/>
                <a:gd name="connsiteY243" fmla="*/ 215170 h 228600"/>
                <a:gd name="connsiteX244" fmla="*/ 53912 w 200025"/>
                <a:gd name="connsiteY244" fmla="*/ 216884 h 228600"/>
                <a:gd name="connsiteX245" fmla="*/ 54293 w 200025"/>
                <a:gd name="connsiteY245" fmla="*/ 218504 h 228600"/>
                <a:gd name="connsiteX246" fmla="*/ 55245 w 200025"/>
                <a:gd name="connsiteY246" fmla="*/ 219646 h 228600"/>
                <a:gd name="connsiteX247" fmla="*/ 57341 w 200025"/>
                <a:gd name="connsiteY247" fmla="*/ 219932 h 228600"/>
                <a:gd name="connsiteX248" fmla="*/ 59722 w 200025"/>
                <a:gd name="connsiteY248" fmla="*/ 219742 h 228600"/>
                <a:gd name="connsiteX249" fmla="*/ 63341 w 200025"/>
                <a:gd name="connsiteY249" fmla="*/ 217646 h 228600"/>
                <a:gd name="connsiteX250" fmla="*/ 65246 w 200025"/>
                <a:gd name="connsiteY250" fmla="*/ 216979 h 228600"/>
                <a:gd name="connsiteX251" fmla="*/ 66008 w 200025"/>
                <a:gd name="connsiteY251" fmla="*/ 217361 h 228600"/>
                <a:gd name="connsiteX252" fmla="*/ 66580 w 200025"/>
                <a:gd name="connsiteY252" fmla="*/ 218218 h 228600"/>
                <a:gd name="connsiteX253" fmla="*/ 67246 w 200025"/>
                <a:gd name="connsiteY253" fmla="*/ 218885 h 228600"/>
                <a:gd name="connsiteX254" fmla="*/ 68389 w 200025"/>
                <a:gd name="connsiteY254" fmla="*/ 218599 h 228600"/>
                <a:gd name="connsiteX255" fmla="*/ 69056 w 200025"/>
                <a:gd name="connsiteY255" fmla="*/ 217932 h 228600"/>
                <a:gd name="connsiteX256" fmla="*/ 69628 w 200025"/>
                <a:gd name="connsiteY256" fmla="*/ 217170 h 228600"/>
                <a:gd name="connsiteX257" fmla="*/ 70104 w 200025"/>
                <a:gd name="connsiteY257" fmla="*/ 216122 h 228600"/>
                <a:gd name="connsiteX258" fmla="*/ 70390 w 200025"/>
                <a:gd name="connsiteY258" fmla="*/ 215170 h 228600"/>
                <a:gd name="connsiteX259" fmla="*/ 73152 w 200025"/>
                <a:gd name="connsiteY259" fmla="*/ 213455 h 228600"/>
                <a:gd name="connsiteX260" fmla="*/ 78677 w 200025"/>
                <a:gd name="connsiteY260" fmla="*/ 213170 h 228600"/>
                <a:gd name="connsiteX261" fmla="*/ 84582 w 200025"/>
                <a:gd name="connsiteY261" fmla="*/ 213836 h 228600"/>
                <a:gd name="connsiteX262" fmla="*/ 88202 w 200025"/>
                <a:gd name="connsiteY262" fmla="*/ 215170 h 228600"/>
                <a:gd name="connsiteX263" fmla="*/ 92869 w 200025"/>
                <a:gd name="connsiteY263" fmla="*/ 221456 h 228600"/>
                <a:gd name="connsiteX264" fmla="*/ 95250 w 200025"/>
                <a:gd name="connsiteY264" fmla="*/ 222599 h 228600"/>
                <a:gd name="connsiteX265" fmla="*/ 104394 w 200025"/>
                <a:gd name="connsiteY265" fmla="*/ 221456 h 228600"/>
                <a:gd name="connsiteX266" fmla="*/ 107728 w 200025"/>
                <a:gd name="connsiteY266" fmla="*/ 222218 h 228600"/>
                <a:gd name="connsiteX267" fmla="*/ 111062 w 200025"/>
                <a:gd name="connsiteY267" fmla="*/ 223552 h 228600"/>
                <a:gd name="connsiteX268" fmla="*/ 114967 w 200025"/>
                <a:gd name="connsiteY268" fmla="*/ 224504 h 228600"/>
                <a:gd name="connsiteX269" fmla="*/ 117634 w 200025"/>
                <a:gd name="connsiteY269" fmla="*/ 225076 h 228600"/>
                <a:gd name="connsiteX270" fmla="*/ 124206 w 200025"/>
                <a:gd name="connsiteY270" fmla="*/ 228695 h 228600"/>
                <a:gd name="connsiteX271" fmla="*/ 126111 w 200025"/>
                <a:gd name="connsiteY271" fmla="*/ 230219 h 228600"/>
                <a:gd name="connsiteX272" fmla="*/ 127730 w 200025"/>
                <a:gd name="connsiteY272" fmla="*/ 232505 h 228600"/>
                <a:gd name="connsiteX273" fmla="*/ 129350 w 200025"/>
                <a:gd name="connsiteY273" fmla="*/ 234410 h 228600"/>
                <a:gd name="connsiteX274" fmla="*/ 131350 w 200025"/>
                <a:gd name="connsiteY274" fmla="*/ 234506 h 228600"/>
                <a:gd name="connsiteX275" fmla="*/ 132779 w 200025"/>
                <a:gd name="connsiteY275" fmla="*/ 232982 h 228600"/>
                <a:gd name="connsiteX276" fmla="*/ 133064 w 200025"/>
                <a:gd name="connsiteY276" fmla="*/ 232600 h 228600"/>
                <a:gd name="connsiteX277" fmla="*/ 133445 w 200025"/>
                <a:gd name="connsiteY277" fmla="*/ 230029 h 228600"/>
                <a:gd name="connsiteX278" fmla="*/ 133350 w 200025"/>
                <a:gd name="connsiteY278" fmla="*/ 227267 h 228600"/>
                <a:gd name="connsiteX279" fmla="*/ 133445 w 200025"/>
                <a:gd name="connsiteY279" fmla="*/ 224790 h 228600"/>
                <a:gd name="connsiteX280" fmla="*/ 134588 w 200025"/>
                <a:gd name="connsiteY280" fmla="*/ 222313 h 228600"/>
                <a:gd name="connsiteX281" fmla="*/ 139827 w 200025"/>
                <a:gd name="connsiteY281" fmla="*/ 215170 h 228600"/>
                <a:gd name="connsiteX282" fmla="*/ 140208 w 200025"/>
                <a:gd name="connsiteY282" fmla="*/ 213360 h 228600"/>
                <a:gd name="connsiteX283" fmla="*/ 140875 w 200025"/>
                <a:gd name="connsiteY283" fmla="*/ 208502 h 228600"/>
                <a:gd name="connsiteX284" fmla="*/ 141351 w 200025"/>
                <a:gd name="connsiteY284" fmla="*/ 207264 h 228600"/>
                <a:gd name="connsiteX285" fmla="*/ 142589 w 200025"/>
                <a:gd name="connsiteY285" fmla="*/ 205835 h 228600"/>
                <a:gd name="connsiteX286" fmla="*/ 143066 w 200025"/>
                <a:gd name="connsiteY286" fmla="*/ 203645 h 228600"/>
                <a:gd name="connsiteX287" fmla="*/ 143542 w 200025"/>
                <a:gd name="connsiteY287" fmla="*/ 199073 h 228600"/>
                <a:gd name="connsiteX288" fmla="*/ 144875 w 200025"/>
                <a:gd name="connsiteY288" fmla="*/ 194310 h 228600"/>
                <a:gd name="connsiteX289" fmla="*/ 150495 w 200025"/>
                <a:gd name="connsiteY289" fmla="*/ 180880 h 228600"/>
                <a:gd name="connsiteX290" fmla="*/ 150971 w 200025"/>
                <a:gd name="connsiteY290" fmla="*/ 178784 h 228600"/>
                <a:gd name="connsiteX291" fmla="*/ 151352 w 200025"/>
                <a:gd name="connsiteY291" fmla="*/ 174498 h 228600"/>
                <a:gd name="connsiteX292" fmla="*/ 151924 w 200025"/>
                <a:gd name="connsiteY292" fmla="*/ 172498 h 228600"/>
                <a:gd name="connsiteX293" fmla="*/ 152781 w 200025"/>
                <a:gd name="connsiteY293" fmla="*/ 171450 h 228600"/>
                <a:gd name="connsiteX294" fmla="*/ 155258 w 200025"/>
                <a:gd name="connsiteY294" fmla="*/ 169736 h 228600"/>
                <a:gd name="connsiteX295" fmla="*/ 156020 w 200025"/>
                <a:gd name="connsiteY295" fmla="*/ 168688 h 228600"/>
                <a:gd name="connsiteX296" fmla="*/ 156115 w 200025"/>
                <a:gd name="connsiteY296" fmla="*/ 167640 h 228600"/>
                <a:gd name="connsiteX297" fmla="*/ 155734 w 200025"/>
                <a:gd name="connsiteY297" fmla="*/ 165449 h 228600"/>
                <a:gd name="connsiteX298" fmla="*/ 155829 w 200025"/>
                <a:gd name="connsiteY298" fmla="*/ 164687 h 228600"/>
                <a:gd name="connsiteX299" fmla="*/ 157067 w 200025"/>
                <a:gd name="connsiteY299" fmla="*/ 163163 h 228600"/>
                <a:gd name="connsiteX300" fmla="*/ 158496 w 200025"/>
                <a:gd name="connsiteY300" fmla="*/ 162211 h 228600"/>
                <a:gd name="connsiteX301" fmla="*/ 159544 w 200025"/>
                <a:gd name="connsiteY301" fmla="*/ 160782 h 228600"/>
                <a:gd name="connsiteX302" fmla="*/ 159829 w 200025"/>
                <a:gd name="connsiteY302" fmla="*/ 155638 h 228600"/>
                <a:gd name="connsiteX303" fmla="*/ 160592 w 200025"/>
                <a:gd name="connsiteY303" fmla="*/ 154115 h 228600"/>
                <a:gd name="connsiteX304" fmla="*/ 161925 w 200025"/>
                <a:gd name="connsiteY304" fmla="*/ 153067 h 228600"/>
                <a:gd name="connsiteX305" fmla="*/ 163735 w 200025"/>
                <a:gd name="connsiteY305" fmla="*/ 151924 h 228600"/>
                <a:gd name="connsiteX306" fmla="*/ 165259 w 200025"/>
                <a:gd name="connsiteY306" fmla="*/ 145447 h 228600"/>
                <a:gd name="connsiteX307" fmla="*/ 166211 w 200025"/>
                <a:gd name="connsiteY307" fmla="*/ 143637 h 228600"/>
                <a:gd name="connsiteX308" fmla="*/ 167545 w 200025"/>
                <a:gd name="connsiteY308" fmla="*/ 142304 h 228600"/>
                <a:gd name="connsiteX309" fmla="*/ 172688 w 200025"/>
                <a:gd name="connsiteY309" fmla="*/ 138970 h 228600"/>
                <a:gd name="connsiteX310" fmla="*/ 174117 w 200025"/>
                <a:gd name="connsiteY310" fmla="*/ 136017 h 228600"/>
                <a:gd name="connsiteX311" fmla="*/ 176498 w 200025"/>
                <a:gd name="connsiteY311" fmla="*/ 127349 h 228600"/>
                <a:gd name="connsiteX312" fmla="*/ 177451 w 200025"/>
                <a:gd name="connsiteY312" fmla="*/ 125254 h 228600"/>
                <a:gd name="connsiteX313" fmla="*/ 179165 w 200025"/>
                <a:gd name="connsiteY313" fmla="*/ 124968 h 228600"/>
                <a:gd name="connsiteX314" fmla="*/ 180594 w 200025"/>
                <a:gd name="connsiteY314" fmla="*/ 124968 h 228600"/>
                <a:gd name="connsiteX315" fmla="*/ 182023 w 200025"/>
                <a:gd name="connsiteY315" fmla="*/ 124778 h 228600"/>
                <a:gd name="connsiteX316" fmla="*/ 183547 w 200025"/>
                <a:gd name="connsiteY316" fmla="*/ 123825 h 228600"/>
                <a:gd name="connsiteX317" fmla="*/ 184976 w 200025"/>
                <a:gd name="connsiteY317" fmla="*/ 122111 h 228600"/>
                <a:gd name="connsiteX318" fmla="*/ 185928 w 200025"/>
                <a:gd name="connsiteY318" fmla="*/ 119920 h 228600"/>
                <a:gd name="connsiteX319" fmla="*/ 186309 w 200025"/>
                <a:gd name="connsiteY319" fmla="*/ 117538 h 228600"/>
                <a:gd name="connsiteX320" fmla="*/ 186309 w 200025"/>
                <a:gd name="connsiteY320" fmla="*/ 115253 h 228600"/>
                <a:gd name="connsiteX321" fmla="*/ 186976 w 200025"/>
                <a:gd name="connsiteY321" fmla="*/ 111538 h 228600"/>
                <a:gd name="connsiteX322" fmla="*/ 191643 w 200025"/>
                <a:gd name="connsiteY322" fmla="*/ 105251 h 228600"/>
                <a:gd name="connsiteX323" fmla="*/ 193453 w 200025"/>
                <a:gd name="connsiteY323" fmla="*/ 101917 h 228600"/>
                <a:gd name="connsiteX324" fmla="*/ 195548 w 200025"/>
                <a:gd name="connsiteY324" fmla="*/ 90964 h 228600"/>
                <a:gd name="connsiteX325" fmla="*/ 197453 w 200025"/>
                <a:gd name="connsiteY325" fmla="*/ 88392 h 228600"/>
                <a:gd name="connsiteX326" fmla="*/ 199644 w 200025"/>
                <a:gd name="connsiteY326" fmla="*/ 84487 h 228600"/>
                <a:gd name="connsiteX327" fmla="*/ 200216 w 200025"/>
                <a:gd name="connsiteY327" fmla="*/ 79058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</a:cxnLst>
              <a:rect l="l" t="t" r="r" b="b"/>
              <a:pathLst>
                <a:path w="200025" h="228600">
                  <a:moveTo>
                    <a:pt x="199454" y="73819"/>
                  </a:moveTo>
                  <a:lnTo>
                    <a:pt x="197358" y="70104"/>
                  </a:lnTo>
                  <a:lnTo>
                    <a:pt x="193262" y="68104"/>
                  </a:lnTo>
                  <a:lnTo>
                    <a:pt x="188595" y="67246"/>
                  </a:lnTo>
                  <a:lnTo>
                    <a:pt x="184404" y="65627"/>
                  </a:lnTo>
                  <a:lnTo>
                    <a:pt x="181737" y="61722"/>
                  </a:lnTo>
                  <a:lnTo>
                    <a:pt x="181356" y="56483"/>
                  </a:lnTo>
                  <a:lnTo>
                    <a:pt x="188024" y="37433"/>
                  </a:lnTo>
                  <a:lnTo>
                    <a:pt x="190595" y="33242"/>
                  </a:lnTo>
                  <a:lnTo>
                    <a:pt x="192881" y="30861"/>
                  </a:lnTo>
                  <a:lnTo>
                    <a:pt x="192881" y="30766"/>
                  </a:lnTo>
                  <a:lnTo>
                    <a:pt x="188976" y="30099"/>
                  </a:lnTo>
                  <a:lnTo>
                    <a:pt x="187071" y="29051"/>
                  </a:lnTo>
                  <a:lnTo>
                    <a:pt x="181642" y="25241"/>
                  </a:lnTo>
                  <a:lnTo>
                    <a:pt x="180308" y="23717"/>
                  </a:lnTo>
                  <a:lnTo>
                    <a:pt x="179737" y="22288"/>
                  </a:lnTo>
                  <a:lnTo>
                    <a:pt x="179927" y="20860"/>
                  </a:lnTo>
                  <a:lnTo>
                    <a:pt x="181928" y="14097"/>
                  </a:lnTo>
                  <a:lnTo>
                    <a:pt x="182785" y="11811"/>
                  </a:lnTo>
                  <a:lnTo>
                    <a:pt x="183737" y="8477"/>
                  </a:lnTo>
                  <a:lnTo>
                    <a:pt x="183737" y="4191"/>
                  </a:lnTo>
                  <a:lnTo>
                    <a:pt x="184118" y="2477"/>
                  </a:lnTo>
                  <a:lnTo>
                    <a:pt x="184213" y="1429"/>
                  </a:lnTo>
                  <a:lnTo>
                    <a:pt x="184118" y="286"/>
                  </a:lnTo>
                  <a:lnTo>
                    <a:pt x="183737" y="0"/>
                  </a:lnTo>
                  <a:lnTo>
                    <a:pt x="183071" y="476"/>
                  </a:lnTo>
                  <a:lnTo>
                    <a:pt x="174498" y="8192"/>
                  </a:lnTo>
                  <a:lnTo>
                    <a:pt x="172879" y="9239"/>
                  </a:lnTo>
                  <a:lnTo>
                    <a:pt x="168116" y="11906"/>
                  </a:lnTo>
                  <a:lnTo>
                    <a:pt x="166592" y="13240"/>
                  </a:lnTo>
                  <a:lnTo>
                    <a:pt x="164211" y="17145"/>
                  </a:lnTo>
                  <a:lnTo>
                    <a:pt x="162496" y="18669"/>
                  </a:lnTo>
                  <a:lnTo>
                    <a:pt x="160115" y="20383"/>
                  </a:lnTo>
                  <a:lnTo>
                    <a:pt x="155448" y="22479"/>
                  </a:lnTo>
                  <a:lnTo>
                    <a:pt x="146971" y="24003"/>
                  </a:lnTo>
                  <a:lnTo>
                    <a:pt x="142018" y="24575"/>
                  </a:lnTo>
                  <a:lnTo>
                    <a:pt x="140399" y="24479"/>
                  </a:lnTo>
                  <a:lnTo>
                    <a:pt x="139446" y="24194"/>
                  </a:lnTo>
                  <a:lnTo>
                    <a:pt x="139255" y="24003"/>
                  </a:lnTo>
                  <a:lnTo>
                    <a:pt x="139065" y="23908"/>
                  </a:lnTo>
                  <a:lnTo>
                    <a:pt x="138303" y="23050"/>
                  </a:lnTo>
                  <a:lnTo>
                    <a:pt x="137732" y="22193"/>
                  </a:lnTo>
                  <a:lnTo>
                    <a:pt x="136779" y="21622"/>
                  </a:lnTo>
                  <a:lnTo>
                    <a:pt x="135255" y="21241"/>
                  </a:lnTo>
                  <a:lnTo>
                    <a:pt x="132397" y="21908"/>
                  </a:lnTo>
                  <a:lnTo>
                    <a:pt x="130588" y="22098"/>
                  </a:lnTo>
                  <a:lnTo>
                    <a:pt x="128969" y="22003"/>
                  </a:lnTo>
                  <a:lnTo>
                    <a:pt x="127540" y="21527"/>
                  </a:lnTo>
                  <a:lnTo>
                    <a:pt x="126111" y="20765"/>
                  </a:lnTo>
                  <a:lnTo>
                    <a:pt x="123825" y="18669"/>
                  </a:lnTo>
                  <a:lnTo>
                    <a:pt x="122492" y="17812"/>
                  </a:lnTo>
                  <a:lnTo>
                    <a:pt x="120968" y="17145"/>
                  </a:lnTo>
                  <a:lnTo>
                    <a:pt x="117443" y="17526"/>
                  </a:lnTo>
                  <a:lnTo>
                    <a:pt x="115157" y="17812"/>
                  </a:lnTo>
                  <a:lnTo>
                    <a:pt x="109823" y="17050"/>
                  </a:lnTo>
                  <a:lnTo>
                    <a:pt x="95155" y="18383"/>
                  </a:lnTo>
                  <a:lnTo>
                    <a:pt x="92678" y="19241"/>
                  </a:lnTo>
                  <a:lnTo>
                    <a:pt x="91345" y="19907"/>
                  </a:lnTo>
                  <a:lnTo>
                    <a:pt x="91154" y="20860"/>
                  </a:lnTo>
                  <a:lnTo>
                    <a:pt x="90869" y="21908"/>
                  </a:lnTo>
                  <a:lnTo>
                    <a:pt x="90202" y="23527"/>
                  </a:lnTo>
                  <a:lnTo>
                    <a:pt x="90107" y="24003"/>
                  </a:lnTo>
                  <a:lnTo>
                    <a:pt x="90107" y="24003"/>
                  </a:lnTo>
                  <a:lnTo>
                    <a:pt x="90107" y="24003"/>
                  </a:lnTo>
                  <a:lnTo>
                    <a:pt x="90202" y="24003"/>
                  </a:lnTo>
                  <a:lnTo>
                    <a:pt x="90392" y="24098"/>
                  </a:lnTo>
                  <a:lnTo>
                    <a:pt x="94012" y="25241"/>
                  </a:lnTo>
                  <a:lnTo>
                    <a:pt x="94964" y="25813"/>
                  </a:lnTo>
                  <a:lnTo>
                    <a:pt x="95726" y="26575"/>
                  </a:lnTo>
                  <a:lnTo>
                    <a:pt x="96107" y="27623"/>
                  </a:lnTo>
                  <a:lnTo>
                    <a:pt x="96298" y="28670"/>
                  </a:lnTo>
                  <a:lnTo>
                    <a:pt x="96393" y="29432"/>
                  </a:lnTo>
                  <a:lnTo>
                    <a:pt x="95821" y="30861"/>
                  </a:lnTo>
                  <a:lnTo>
                    <a:pt x="86011" y="41338"/>
                  </a:lnTo>
                  <a:lnTo>
                    <a:pt x="83153" y="43529"/>
                  </a:lnTo>
                  <a:lnTo>
                    <a:pt x="80867" y="45911"/>
                  </a:lnTo>
                  <a:lnTo>
                    <a:pt x="80963" y="46482"/>
                  </a:lnTo>
                  <a:lnTo>
                    <a:pt x="80867" y="47720"/>
                  </a:lnTo>
                  <a:lnTo>
                    <a:pt x="77438" y="54388"/>
                  </a:lnTo>
                  <a:lnTo>
                    <a:pt x="73533" y="59912"/>
                  </a:lnTo>
                  <a:lnTo>
                    <a:pt x="73057" y="60865"/>
                  </a:lnTo>
                  <a:lnTo>
                    <a:pt x="72390" y="61532"/>
                  </a:lnTo>
                  <a:lnTo>
                    <a:pt x="71342" y="61436"/>
                  </a:lnTo>
                  <a:lnTo>
                    <a:pt x="70199" y="60674"/>
                  </a:lnTo>
                  <a:lnTo>
                    <a:pt x="68675" y="58103"/>
                  </a:lnTo>
                  <a:lnTo>
                    <a:pt x="67913" y="57055"/>
                  </a:lnTo>
                  <a:lnTo>
                    <a:pt x="66866" y="56198"/>
                  </a:lnTo>
                  <a:lnTo>
                    <a:pt x="65532" y="55721"/>
                  </a:lnTo>
                  <a:lnTo>
                    <a:pt x="62960" y="55150"/>
                  </a:lnTo>
                  <a:lnTo>
                    <a:pt x="61913" y="54674"/>
                  </a:lnTo>
                  <a:lnTo>
                    <a:pt x="61246" y="54007"/>
                  </a:lnTo>
                  <a:lnTo>
                    <a:pt x="60293" y="52959"/>
                  </a:lnTo>
                  <a:lnTo>
                    <a:pt x="60008" y="52769"/>
                  </a:lnTo>
                  <a:lnTo>
                    <a:pt x="59531" y="52578"/>
                  </a:lnTo>
                  <a:lnTo>
                    <a:pt x="58769" y="52483"/>
                  </a:lnTo>
                  <a:lnTo>
                    <a:pt x="58007" y="52197"/>
                  </a:lnTo>
                  <a:lnTo>
                    <a:pt x="57055" y="51816"/>
                  </a:lnTo>
                  <a:lnTo>
                    <a:pt x="56293" y="51340"/>
                  </a:lnTo>
                  <a:lnTo>
                    <a:pt x="55245" y="50292"/>
                  </a:lnTo>
                  <a:lnTo>
                    <a:pt x="54388" y="49244"/>
                  </a:lnTo>
                  <a:lnTo>
                    <a:pt x="54388" y="49244"/>
                  </a:lnTo>
                  <a:lnTo>
                    <a:pt x="54388" y="49244"/>
                  </a:lnTo>
                  <a:lnTo>
                    <a:pt x="51340" y="52483"/>
                  </a:lnTo>
                  <a:lnTo>
                    <a:pt x="49911" y="54388"/>
                  </a:lnTo>
                  <a:lnTo>
                    <a:pt x="48006" y="57817"/>
                  </a:lnTo>
                  <a:lnTo>
                    <a:pt x="44672" y="65151"/>
                  </a:lnTo>
                  <a:lnTo>
                    <a:pt x="42386" y="71914"/>
                  </a:lnTo>
                  <a:lnTo>
                    <a:pt x="41720" y="73533"/>
                  </a:lnTo>
                  <a:lnTo>
                    <a:pt x="40386" y="75248"/>
                  </a:lnTo>
                  <a:lnTo>
                    <a:pt x="39529" y="76676"/>
                  </a:lnTo>
                  <a:lnTo>
                    <a:pt x="39053" y="78296"/>
                  </a:lnTo>
                  <a:lnTo>
                    <a:pt x="38481" y="79438"/>
                  </a:lnTo>
                  <a:lnTo>
                    <a:pt x="37624" y="79915"/>
                  </a:lnTo>
                  <a:lnTo>
                    <a:pt x="35814" y="80296"/>
                  </a:lnTo>
                  <a:lnTo>
                    <a:pt x="34957" y="80582"/>
                  </a:lnTo>
                  <a:lnTo>
                    <a:pt x="34195" y="81153"/>
                  </a:lnTo>
                  <a:lnTo>
                    <a:pt x="33528" y="82010"/>
                  </a:lnTo>
                  <a:lnTo>
                    <a:pt x="32861" y="83153"/>
                  </a:lnTo>
                  <a:lnTo>
                    <a:pt x="32576" y="84011"/>
                  </a:lnTo>
                  <a:lnTo>
                    <a:pt x="32480" y="86678"/>
                  </a:lnTo>
                  <a:lnTo>
                    <a:pt x="34385" y="90297"/>
                  </a:lnTo>
                  <a:lnTo>
                    <a:pt x="34480" y="91154"/>
                  </a:lnTo>
                  <a:lnTo>
                    <a:pt x="34195" y="91916"/>
                  </a:lnTo>
                  <a:lnTo>
                    <a:pt x="33147" y="93059"/>
                  </a:lnTo>
                  <a:lnTo>
                    <a:pt x="32290" y="93536"/>
                  </a:lnTo>
                  <a:lnTo>
                    <a:pt x="31528" y="93821"/>
                  </a:lnTo>
                  <a:lnTo>
                    <a:pt x="30956" y="93917"/>
                  </a:lnTo>
                  <a:lnTo>
                    <a:pt x="30385" y="94202"/>
                  </a:lnTo>
                  <a:lnTo>
                    <a:pt x="30099" y="94774"/>
                  </a:lnTo>
                  <a:lnTo>
                    <a:pt x="30289" y="95441"/>
                  </a:lnTo>
                  <a:lnTo>
                    <a:pt x="31147" y="96488"/>
                  </a:lnTo>
                  <a:lnTo>
                    <a:pt x="31528" y="96965"/>
                  </a:lnTo>
                  <a:lnTo>
                    <a:pt x="31718" y="98584"/>
                  </a:lnTo>
                  <a:lnTo>
                    <a:pt x="28670" y="103061"/>
                  </a:lnTo>
                  <a:lnTo>
                    <a:pt x="26384" y="107156"/>
                  </a:lnTo>
                  <a:lnTo>
                    <a:pt x="26194" y="109157"/>
                  </a:lnTo>
                  <a:lnTo>
                    <a:pt x="26003" y="110204"/>
                  </a:lnTo>
                  <a:lnTo>
                    <a:pt x="25527" y="111157"/>
                  </a:lnTo>
                  <a:lnTo>
                    <a:pt x="24384" y="111824"/>
                  </a:lnTo>
                  <a:lnTo>
                    <a:pt x="23432" y="112014"/>
                  </a:lnTo>
                  <a:lnTo>
                    <a:pt x="22574" y="111824"/>
                  </a:lnTo>
                  <a:lnTo>
                    <a:pt x="21908" y="111442"/>
                  </a:lnTo>
                  <a:lnTo>
                    <a:pt x="20574" y="110300"/>
                  </a:lnTo>
                  <a:lnTo>
                    <a:pt x="20288" y="110109"/>
                  </a:lnTo>
                  <a:lnTo>
                    <a:pt x="20003" y="110109"/>
                  </a:lnTo>
                  <a:lnTo>
                    <a:pt x="19621" y="110204"/>
                  </a:lnTo>
                  <a:lnTo>
                    <a:pt x="18669" y="110490"/>
                  </a:lnTo>
                  <a:lnTo>
                    <a:pt x="18097" y="110776"/>
                  </a:lnTo>
                  <a:lnTo>
                    <a:pt x="17336" y="111347"/>
                  </a:lnTo>
                  <a:lnTo>
                    <a:pt x="16859" y="112014"/>
                  </a:lnTo>
                  <a:lnTo>
                    <a:pt x="16097" y="113538"/>
                  </a:lnTo>
                  <a:lnTo>
                    <a:pt x="15430" y="115729"/>
                  </a:lnTo>
                  <a:lnTo>
                    <a:pt x="14383" y="120396"/>
                  </a:lnTo>
                  <a:lnTo>
                    <a:pt x="13811" y="122492"/>
                  </a:lnTo>
                  <a:lnTo>
                    <a:pt x="13240" y="123825"/>
                  </a:lnTo>
                  <a:lnTo>
                    <a:pt x="12954" y="124111"/>
                  </a:lnTo>
                  <a:lnTo>
                    <a:pt x="12573" y="125063"/>
                  </a:lnTo>
                  <a:lnTo>
                    <a:pt x="12668" y="127159"/>
                  </a:lnTo>
                  <a:lnTo>
                    <a:pt x="13049" y="128111"/>
                  </a:lnTo>
                  <a:lnTo>
                    <a:pt x="13716" y="128492"/>
                  </a:lnTo>
                  <a:lnTo>
                    <a:pt x="14764" y="129445"/>
                  </a:lnTo>
                  <a:lnTo>
                    <a:pt x="13907" y="131731"/>
                  </a:lnTo>
                  <a:lnTo>
                    <a:pt x="11716" y="135541"/>
                  </a:lnTo>
                  <a:lnTo>
                    <a:pt x="13526" y="139446"/>
                  </a:lnTo>
                  <a:lnTo>
                    <a:pt x="14097" y="141542"/>
                  </a:lnTo>
                  <a:lnTo>
                    <a:pt x="12954" y="142399"/>
                  </a:lnTo>
                  <a:lnTo>
                    <a:pt x="11049" y="142780"/>
                  </a:lnTo>
                  <a:lnTo>
                    <a:pt x="10001" y="143828"/>
                  </a:lnTo>
                  <a:lnTo>
                    <a:pt x="8572" y="148400"/>
                  </a:lnTo>
                  <a:lnTo>
                    <a:pt x="7811" y="158306"/>
                  </a:lnTo>
                  <a:lnTo>
                    <a:pt x="6763" y="162116"/>
                  </a:lnTo>
                  <a:lnTo>
                    <a:pt x="3905" y="162306"/>
                  </a:lnTo>
                  <a:lnTo>
                    <a:pt x="4667" y="164116"/>
                  </a:lnTo>
                  <a:lnTo>
                    <a:pt x="5048" y="165259"/>
                  </a:lnTo>
                  <a:lnTo>
                    <a:pt x="4667" y="168116"/>
                  </a:lnTo>
                  <a:lnTo>
                    <a:pt x="5144" y="169736"/>
                  </a:lnTo>
                  <a:lnTo>
                    <a:pt x="7334" y="171450"/>
                  </a:lnTo>
                  <a:lnTo>
                    <a:pt x="7811" y="173260"/>
                  </a:lnTo>
                  <a:lnTo>
                    <a:pt x="7429" y="174688"/>
                  </a:lnTo>
                  <a:lnTo>
                    <a:pt x="5525" y="176594"/>
                  </a:lnTo>
                  <a:lnTo>
                    <a:pt x="4667" y="178022"/>
                  </a:lnTo>
                  <a:lnTo>
                    <a:pt x="4191" y="179832"/>
                  </a:lnTo>
                  <a:lnTo>
                    <a:pt x="4096" y="181451"/>
                  </a:lnTo>
                  <a:lnTo>
                    <a:pt x="4572" y="184213"/>
                  </a:lnTo>
                  <a:lnTo>
                    <a:pt x="4286" y="185071"/>
                  </a:lnTo>
                  <a:lnTo>
                    <a:pt x="3620" y="187357"/>
                  </a:lnTo>
                  <a:lnTo>
                    <a:pt x="3524" y="188881"/>
                  </a:lnTo>
                  <a:lnTo>
                    <a:pt x="3334" y="189643"/>
                  </a:lnTo>
                  <a:lnTo>
                    <a:pt x="2762" y="191167"/>
                  </a:lnTo>
                  <a:lnTo>
                    <a:pt x="2286" y="194310"/>
                  </a:lnTo>
                  <a:lnTo>
                    <a:pt x="2286" y="197167"/>
                  </a:lnTo>
                  <a:lnTo>
                    <a:pt x="2191" y="197929"/>
                  </a:lnTo>
                  <a:lnTo>
                    <a:pt x="2000" y="198596"/>
                  </a:lnTo>
                  <a:lnTo>
                    <a:pt x="1429" y="199168"/>
                  </a:lnTo>
                  <a:lnTo>
                    <a:pt x="857" y="199644"/>
                  </a:lnTo>
                  <a:lnTo>
                    <a:pt x="286" y="200216"/>
                  </a:lnTo>
                  <a:lnTo>
                    <a:pt x="0" y="200787"/>
                  </a:lnTo>
                  <a:lnTo>
                    <a:pt x="95" y="201359"/>
                  </a:lnTo>
                  <a:lnTo>
                    <a:pt x="667" y="201835"/>
                  </a:lnTo>
                  <a:lnTo>
                    <a:pt x="2000" y="202502"/>
                  </a:lnTo>
                  <a:lnTo>
                    <a:pt x="10668" y="205454"/>
                  </a:lnTo>
                  <a:lnTo>
                    <a:pt x="12287" y="206502"/>
                  </a:lnTo>
                  <a:lnTo>
                    <a:pt x="13240" y="207454"/>
                  </a:lnTo>
                  <a:lnTo>
                    <a:pt x="13811" y="208217"/>
                  </a:lnTo>
                  <a:lnTo>
                    <a:pt x="14669" y="208883"/>
                  </a:lnTo>
                  <a:lnTo>
                    <a:pt x="15716" y="208979"/>
                  </a:lnTo>
                  <a:lnTo>
                    <a:pt x="16764" y="208407"/>
                  </a:lnTo>
                  <a:lnTo>
                    <a:pt x="18097" y="207074"/>
                  </a:lnTo>
                  <a:lnTo>
                    <a:pt x="18764" y="206692"/>
                  </a:lnTo>
                  <a:lnTo>
                    <a:pt x="19621" y="206692"/>
                  </a:lnTo>
                  <a:lnTo>
                    <a:pt x="20860" y="206978"/>
                  </a:lnTo>
                  <a:lnTo>
                    <a:pt x="21908" y="207645"/>
                  </a:lnTo>
                  <a:lnTo>
                    <a:pt x="22193" y="208121"/>
                  </a:lnTo>
                  <a:lnTo>
                    <a:pt x="22193" y="208693"/>
                  </a:lnTo>
                  <a:lnTo>
                    <a:pt x="22193" y="209074"/>
                  </a:lnTo>
                  <a:lnTo>
                    <a:pt x="22384" y="209455"/>
                  </a:lnTo>
                  <a:lnTo>
                    <a:pt x="23051" y="209550"/>
                  </a:lnTo>
                  <a:lnTo>
                    <a:pt x="24098" y="209455"/>
                  </a:lnTo>
                  <a:lnTo>
                    <a:pt x="26099" y="208979"/>
                  </a:lnTo>
                  <a:lnTo>
                    <a:pt x="27146" y="208312"/>
                  </a:lnTo>
                  <a:lnTo>
                    <a:pt x="27813" y="207645"/>
                  </a:lnTo>
                  <a:lnTo>
                    <a:pt x="28289" y="206692"/>
                  </a:lnTo>
                  <a:lnTo>
                    <a:pt x="28766" y="206026"/>
                  </a:lnTo>
                  <a:lnTo>
                    <a:pt x="29432" y="205835"/>
                  </a:lnTo>
                  <a:lnTo>
                    <a:pt x="30004" y="206216"/>
                  </a:lnTo>
                  <a:lnTo>
                    <a:pt x="31242" y="207359"/>
                  </a:lnTo>
                  <a:lnTo>
                    <a:pt x="31623" y="208312"/>
                  </a:lnTo>
                  <a:lnTo>
                    <a:pt x="31813" y="209264"/>
                  </a:lnTo>
                  <a:lnTo>
                    <a:pt x="31528" y="210121"/>
                  </a:lnTo>
                  <a:lnTo>
                    <a:pt x="31242" y="210884"/>
                  </a:lnTo>
                  <a:lnTo>
                    <a:pt x="30956" y="211741"/>
                  </a:lnTo>
                  <a:lnTo>
                    <a:pt x="31242" y="212312"/>
                  </a:lnTo>
                  <a:lnTo>
                    <a:pt x="32099" y="212312"/>
                  </a:lnTo>
                  <a:lnTo>
                    <a:pt x="36386" y="210026"/>
                  </a:lnTo>
                  <a:lnTo>
                    <a:pt x="37338" y="210026"/>
                  </a:lnTo>
                  <a:lnTo>
                    <a:pt x="37433" y="210026"/>
                  </a:lnTo>
                  <a:lnTo>
                    <a:pt x="37433" y="209360"/>
                  </a:lnTo>
                  <a:lnTo>
                    <a:pt x="38291" y="206502"/>
                  </a:lnTo>
                  <a:lnTo>
                    <a:pt x="39719" y="204407"/>
                  </a:lnTo>
                  <a:lnTo>
                    <a:pt x="42767" y="203359"/>
                  </a:lnTo>
                  <a:lnTo>
                    <a:pt x="45053" y="204692"/>
                  </a:lnTo>
                  <a:lnTo>
                    <a:pt x="48292" y="209836"/>
                  </a:lnTo>
                  <a:lnTo>
                    <a:pt x="49435" y="211265"/>
                  </a:lnTo>
                  <a:lnTo>
                    <a:pt x="53150" y="215170"/>
                  </a:lnTo>
                  <a:lnTo>
                    <a:pt x="53912" y="216884"/>
                  </a:lnTo>
                  <a:lnTo>
                    <a:pt x="54293" y="218504"/>
                  </a:lnTo>
                  <a:lnTo>
                    <a:pt x="55245" y="219646"/>
                  </a:lnTo>
                  <a:lnTo>
                    <a:pt x="57341" y="219932"/>
                  </a:lnTo>
                  <a:lnTo>
                    <a:pt x="59722" y="219742"/>
                  </a:lnTo>
                  <a:lnTo>
                    <a:pt x="63341" y="217646"/>
                  </a:lnTo>
                  <a:lnTo>
                    <a:pt x="65246" y="216979"/>
                  </a:lnTo>
                  <a:lnTo>
                    <a:pt x="66008" y="217361"/>
                  </a:lnTo>
                  <a:lnTo>
                    <a:pt x="66580" y="218218"/>
                  </a:lnTo>
                  <a:lnTo>
                    <a:pt x="67246" y="218885"/>
                  </a:lnTo>
                  <a:lnTo>
                    <a:pt x="68389" y="218599"/>
                  </a:lnTo>
                  <a:lnTo>
                    <a:pt x="69056" y="217932"/>
                  </a:lnTo>
                  <a:lnTo>
                    <a:pt x="69628" y="217170"/>
                  </a:lnTo>
                  <a:lnTo>
                    <a:pt x="70104" y="216122"/>
                  </a:lnTo>
                  <a:lnTo>
                    <a:pt x="70390" y="215170"/>
                  </a:lnTo>
                  <a:lnTo>
                    <a:pt x="73152" y="213455"/>
                  </a:lnTo>
                  <a:lnTo>
                    <a:pt x="78677" y="213170"/>
                  </a:lnTo>
                  <a:lnTo>
                    <a:pt x="84582" y="213836"/>
                  </a:lnTo>
                  <a:lnTo>
                    <a:pt x="88202" y="215170"/>
                  </a:lnTo>
                  <a:lnTo>
                    <a:pt x="92869" y="221456"/>
                  </a:lnTo>
                  <a:lnTo>
                    <a:pt x="95250" y="222599"/>
                  </a:lnTo>
                  <a:lnTo>
                    <a:pt x="104394" y="221456"/>
                  </a:lnTo>
                  <a:lnTo>
                    <a:pt x="107728" y="222218"/>
                  </a:lnTo>
                  <a:lnTo>
                    <a:pt x="111062" y="223552"/>
                  </a:lnTo>
                  <a:lnTo>
                    <a:pt x="114967" y="224504"/>
                  </a:lnTo>
                  <a:lnTo>
                    <a:pt x="117634" y="225076"/>
                  </a:lnTo>
                  <a:lnTo>
                    <a:pt x="124206" y="228695"/>
                  </a:lnTo>
                  <a:lnTo>
                    <a:pt x="126111" y="230219"/>
                  </a:lnTo>
                  <a:lnTo>
                    <a:pt x="127730" y="232505"/>
                  </a:lnTo>
                  <a:lnTo>
                    <a:pt x="129350" y="234410"/>
                  </a:lnTo>
                  <a:lnTo>
                    <a:pt x="131350" y="234506"/>
                  </a:lnTo>
                  <a:lnTo>
                    <a:pt x="132779" y="232982"/>
                  </a:lnTo>
                  <a:lnTo>
                    <a:pt x="133064" y="232600"/>
                  </a:lnTo>
                  <a:lnTo>
                    <a:pt x="133445" y="230029"/>
                  </a:lnTo>
                  <a:lnTo>
                    <a:pt x="133350" y="227267"/>
                  </a:lnTo>
                  <a:lnTo>
                    <a:pt x="133445" y="224790"/>
                  </a:lnTo>
                  <a:lnTo>
                    <a:pt x="134588" y="222313"/>
                  </a:lnTo>
                  <a:lnTo>
                    <a:pt x="139827" y="215170"/>
                  </a:lnTo>
                  <a:lnTo>
                    <a:pt x="140208" y="213360"/>
                  </a:lnTo>
                  <a:lnTo>
                    <a:pt x="140875" y="208502"/>
                  </a:lnTo>
                  <a:lnTo>
                    <a:pt x="141351" y="207264"/>
                  </a:lnTo>
                  <a:lnTo>
                    <a:pt x="142589" y="205835"/>
                  </a:lnTo>
                  <a:lnTo>
                    <a:pt x="143066" y="203645"/>
                  </a:lnTo>
                  <a:lnTo>
                    <a:pt x="143542" y="199073"/>
                  </a:lnTo>
                  <a:lnTo>
                    <a:pt x="144875" y="194310"/>
                  </a:lnTo>
                  <a:lnTo>
                    <a:pt x="150495" y="180880"/>
                  </a:lnTo>
                  <a:lnTo>
                    <a:pt x="150971" y="178784"/>
                  </a:lnTo>
                  <a:lnTo>
                    <a:pt x="151352" y="174498"/>
                  </a:lnTo>
                  <a:lnTo>
                    <a:pt x="151924" y="172498"/>
                  </a:lnTo>
                  <a:lnTo>
                    <a:pt x="152781" y="171450"/>
                  </a:lnTo>
                  <a:lnTo>
                    <a:pt x="155258" y="169736"/>
                  </a:lnTo>
                  <a:lnTo>
                    <a:pt x="156020" y="168688"/>
                  </a:lnTo>
                  <a:lnTo>
                    <a:pt x="156115" y="167640"/>
                  </a:lnTo>
                  <a:lnTo>
                    <a:pt x="155734" y="165449"/>
                  </a:lnTo>
                  <a:lnTo>
                    <a:pt x="155829" y="164687"/>
                  </a:lnTo>
                  <a:lnTo>
                    <a:pt x="157067" y="163163"/>
                  </a:lnTo>
                  <a:lnTo>
                    <a:pt x="158496" y="162211"/>
                  </a:lnTo>
                  <a:lnTo>
                    <a:pt x="159544" y="160782"/>
                  </a:lnTo>
                  <a:lnTo>
                    <a:pt x="159829" y="155638"/>
                  </a:lnTo>
                  <a:lnTo>
                    <a:pt x="160592" y="154115"/>
                  </a:lnTo>
                  <a:lnTo>
                    <a:pt x="161925" y="153067"/>
                  </a:lnTo>
                  <a:lnTo>
                    <a:pt x="163735" y="151924"/>
                  </a:lnTo>
                  <a:lnTo>
                    <a:pt x="165259" y="145447"/>
                  </a:lnTo>
                  <a:lnTo>
                    <a:pt x="166211" y="143637"/>
                  </a:lnTo>
                  <a:lnTo>
                    <a:pt x="167545" y="142304"/>
                  </a:lnTo>
                  <a:lnTo>
                    <a:pt x="172688" y="138970"/>
                  </a:lnTo>
                  <a:lnTo>
                    <a:pt x="174117" y="136017"/>
                  </a:lnTo>
                  <a:lnTo>
                    <a:pt x="176498" y="127349"/>
                  </a:lnTo>
                  <a:lnTo>
                    <a:pt x="177451" y="125254"/>
                  </a:lnTo>
                  <a:lnTo>
                    <a:pt x="179165" y="124968"/>
                  </a:lnTo>
                  <a:lnTo>
                    <a:pt x="180594" y="124968"/>
                  </a:lnTo>
                  <a:lnTo>
                    <a:pt x="182023" y="124778"/>
                  </a:lnTo>
                  <a:lnTo>
                    <a:pt x="183547" y="123825"/>
                  </a:lnTo>
                  <a:lnTo>
                    <a:pt x="184976" y="122111"/>
                  </a:lnTo>
                  <a:lnTo>
                    <a:pt x="185928" y="119920"/>
                  </a:lnTo>
                  <a:lnTo>
                    <a:pt x="186309" y="117538"/>
                  </a:lnTo>
                  <a:lnTo>
                    <a:pt x="186309" y="115253"/>
                  </a:lnTo>
                  <a:lnTo>
                    <a:pt x="186976" y="111538"/>
                  </a:lnTo>
                  <a:lnTo>
                    <a:pt x="191643" y="105251"/>
                  </a:lnTo>
                  <a:lnTo>
                    <a:pt x="193453" y="101917"/>
                  </a:lnTo>
                  <a:lnTo>
                    <a:pt x="195548" y="90964"/>
                  </a:lnTo>
                  <a:lnTo>
                    <a:pt x="197453" y="88392"/>
                  </a:lnTo>
                  <a:lnTo>
                    <a:pt x="199644" y="84487"/>
                  </a:lnTo>
                  <a:lnTo>
                    <a:pt x="200216" y="79058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9" name="Freeform: Shape 21">
              <a:extLst>
                <a:ext uri="{FF2B5EF4-FFF2-40B4-BE49-F238E27FC236}">
                  <a16:creationId xmlns:a16="http://schemas.microsoft.com/office/drawing/2014/main" id="{1B31F441-5130-B9B5-46A8-DDF109009638}"/>
                </a:ext>
              </a:extLst>
            </p:cNvPr>
            <p:cNvSpPr/>
            <p:nvPr/>
          </p:nvSpPr>
          <p:spPr>
            <a:xfrm>
              <a:off x="7322562" y="3664225"/>
              <a:ext cx="1397770" cy="1157748"/>
            </a:xfrm>
            <a:custGeom>
              <a:avLst/>
              <a:gdLst>
                <a:gd name="connsiteX0" fmla="*/ 951167 w 942975"/>
                <a:gd name="connsiteY0" fmla="*/ 313277 h 781050"/>
                <a:gd name="connsiteX1" fmla="*/ 949357 w 942975"/>
                <a:gd name="connsiteY1" fmla="*/ 310515 h 781050"/>
                <a:gd name="connsiteX2" fmla="*/ 946690 w 942975"/>
                <a:gd name="connsiteY2" fmla="*/ 308134 h 781050"/>
                <a:gd name="connsiteX3" fmla="*/ 944785 w 942975"/>
                <a:gd name="connsiteY3" fmla="*/ 306038 h 781050"/>
                <a:gd name="connsiteX4" fmla="*/ 943928 w 942975"/>
                <a:gd name="connsiteY4" fmla="*/ 305562 h 781050"/>
                <a:gd name="connsiteX5" fmla="*/ 942975 w 942975"/>
                <a:gd name="connsiteY5" fmla="*/ 305371 h 781050"/>
                <a:gd name="connsiteX6" fmla="*/ 942023 w 942975"/>
                <a:gd name="connsiteY6" fmla="*/ 305371 h 781050"/>
                <a:gd name="connsiteX7" fmla="*/ 941070 w 942975"/>
                <a:gd name="connsiteY7" fmla="*/ 305086 h 781050"/>
                <a:gd name="connsiteX8" fmla="*/ 937641 w 942975"/>
                <a:gd name="connsiteY8" fmla="*/ 302419 h 781050"/>
                <a:gd name="connsiteX9" fmla="*/ 935927 w 942975"/>
                <a:gd name="connsiteY9" fmla="*/ 301561 h 781050"/>
                <a:gd name="connsiteX10" fmla="*/ 930307 w 942975"/>
                <a:gd name="connsiteY10" fmla="*/ 300038 h 781050"/>
                <a:gd name="connsiteX11" fmla="*/ 928973 w 942975"/>
                <a:gd name="connsiteY11" fmla="*/ 299466 h 781050"/>
                <a:gd name="connsiteX12" fmla="*/ 927830 w 942975"/>
                <a:gd name="connsiteY12" fmla="*/ 298132 h 781050"/>
                <a:gd name="connsiteX13" fmla="*/ 927068 w 942975"/>
                <a:gd name="connsiteY13" fmla="*/ 296418 h 781050"/>
                <a:gd name="connsiteX14" fmla="*/ 926021 w 942975"/>
                <a:gd name="connsiteY14" fmla="*/ 289750 h 781050"/>
                <a:gd name="connsiteX15" fmla="*/ 925068 w 942975"/>
                <a:gd name="connsiteY15" fmla="*/ 288226 h 781050"/>
                <a:gd name="connsiteX16" fmla="*/ 924116 w 942975"/>
                <a:gd name="connsiteY16" fmla="*/ 287369 h 781050"/>
                <a:gd name="connsiteX17" fmla="*/ 923068 w 942975"/>
                <a:gd name="connsiteY17" fmla="*/ 286702 h 781050"/>
                <a:gd name="connsiteX18" fmla="*/ 921734 w 942975"/>
                <a:gd name="connsiteY18" fmla="*/ 286226 h 781050"/>
                <a:gd name="connsiteX19" fmla="*/ 917258 w 942975"/>
                <a:gd name="connsiteY19" fmla="*/ 285179 h 781050"/>
                <a:gd name="connsiteX20" fmla="*/ 915829 w 942975"/>
                <a:gd name="connsiteY20" fmla="*/ 284512 h 781050"/>
                <a:gd name="connsiteX21" fmla="*/ 914305 w 942975"/>
                <a:gd name="connsiteY21" fmla="*/ 283369 h 781050"/>
                <a:gd name="connsiteX22" fmla="*/ 913352 w 942975"/>
                <a:gd name="connsiteY22" fmla="*/ 282035 h 781050"/>
                <a:gd name="connsiteX23" fmla="*/ 912495 w 942975"/>
                <a:gd name="connsiteY23" fmla="*/ 280130 h 781050"/>
                <a:gd name="connsiteX24" fmla="*/ 911352 w 942975"/>
                <a:gd name="connsiteY24" fmla="*/ 275558 h 781050"/>
                <a:gd name="connsiteX25" fmla="*/ 910876 w 942975"/>
                <a:gd name="connsiteY25" fmla="*/ 274320 h 781050"/>
                <a:gd name="connsiteX26" fmla="*/ 910114 w 942975"/>
                <a:gd name="connsiteY26" fmla="*/ 273272 h 781050"/>
                <a:gd name="connsiteX27" fmla="*/ 909066 w 942975"/>
                <a:gd name="connsiteY27" fmla="*/ 272701 h 781050"/>
                <a:gd name="connsiteX28" fmla="*/ 907828 w 942975"/>
                <a:gd name="connsiteY28" fmla="*/ 272605 h 781050"/>
                <a:gd name="connsiteX29" fmla="*/ 906780 w 942975"/>
                <a:gd name="connsiteY29" fmla="*/ 272796 h 781050"/>
                <a:gd name="connsiteX30" fmla="*/ 905828 w 942975"/>
                <a:gd name="connsiteY30" fmla="*/ 273272 h 781050"/>
                <a:gd name="connsiteX31" fmla="*/ 905066 w 942975"/>
                <a:gd name="connsiteY31" fmla="*/ 273939 h 781050"/>
                <a:gd name="connsiteX32" fmla="*/ 904589 w 942975"/>
                <a:gd name="connsiteY32" fmla="*/ 274701 h 781050"/>
                <a:gd name="connsiteX33" fmla="*/ 904304 w 942975"/>
                <a:gd name="connsiteY33" fmla="*/ 275463 h 781050"/>
                <a:gd name="connsiteX34" fmla="*/ 904208 w 942975"/>
                <a:gd name="connsiteY34" fmla="*/ 276034 h 781050"/>
                <a:gd name="connsiteX35" fmla="*/ 904304 w 942975"/>
                <a:gd name="connsiteY35" fmla="*/ 276606 h 781050"/>
                <a:gd name="connsiteX36" fmla="*/ 904399 w 942975"/>
                <a:gd name="connsiteY36" fmla="*/ 277273 h 781050"/>
                <a:gd name="connsiteX37" fmla="*/ 904399 w 942975"/>
                <a:gd name="connsiteY37" fmla="*/ 277749 h 781050"/>
                <a:gd name="connsiteX38" fmla="*/ 904304 w 942975"/>
                <a:gd name="connsiteY38" fmla="*/ 278130 h 781050"/>
                <a:gd name="connsiteX39" fmla="*/ 903923 w 942975"/>
                <a:gd name="connsiteY39" fmla="*/ 278511 h 781050"/>
                <a:gd name="connsiteX40" fmla="*/ 903351 w 942975"/>
                <a:gd name="connsiteY40" fmla="*/ 278701 h 781050"/>
                <a:gd name="connsiteX41" fmla="*/ 902208 w 942975"/>
                <a:gd name="connsiteY41" fmla="*/ 278797 h 781050"/>
                <a:gd name="connsiteX42" fmla="*/ 900970 w 942975"/>
                <a:gd name="connsiteY42" fmla="*/ 278606 h 781050"/>
                <a:gd name="connsiteX43" fmla="*/ 897827 w 942975"/>
                <a:gd name="connsiteY43" fmla="*/ 277844 h 781050"/>
                <a:gd name="connsiteX44" fmla="*/ 896493 w 942975"/>
                <a:gd name="connsiteY44" fmla="*/ 277273 h 781050"/>
                <a:gd name="connsiteX45" fmla="*/ 895541 w 942975"/>
                <a:gd name="connsiteY45" fmla="*/ 276606 h 781050"/>
                <a:gd name="connsiteX46" fmla="*/ 895255 w 942975"/>
                <a:gd name="connsiteY46" fmla="*/ 275558 h 781050"/>
                <a:gd name="connsiteX47" fmla="*/ 895445 w 942975"/>
                <a:gd name="connsiteY47" fmla="*/ 274701 h 781050"/>
                <a:gd name="connsiteX48" fmla="*/ 896303 w 942975"/>
                <a:gd name="connsiteY48" fmla="*/ 273844 h 781050"/>
                <a:gd name="connsiteX49" fmla="*/ 897446 w 942975"/>
                <a:gd name="connsiteY49" fmla="*/ 273272 h 781050"/>
                <a:gd name="connsiteX50" fmla="*/ 899636 w 942975"/>
                <a:gd name="connsiteY50" fmla="*/ 272605 h 781050"/>
                <a:gd name="connsiteX51" fmla="*/ 901446 w 942975"/>
                <a:gd name="connsiteY51" fmla="*/ 271653 h 781050"/>
                <a:gd name="connsiteX52" fmla="*/ 902494 w 942975"/>
                <a:gd name="connsiteY52" fmla="*/ 270891 h 781050"/>
                <a:gd name="connsiteX53" fmla="*/ 902875 w 942975"/>
                <a:gd name="connsiteY53" fmla="*/ 270415 h 781050"/>
                <a:gd name="connsiteX54" fmla="*/ 903351 w 942975"/>
                <a:gd name="connsiteY54" fmla="*/ 269843 h 781050"/>
                <a:gd name="connsiteX55" fmla="*/ 903827 w 942975"/>
                <a:gd name="connsiteY55" fmla="*/ 268986 h 781050"/>
                <a:gd name="connsiteX56" fmla="*/ 904113 w 942975"/>
                <a:gd name="connsiteY56" fmla="*/ 267843 h 781050"/>
                <a:gd name="connsiteX57" fmla="*/ 904018 w 942975"/>
                <a:gd name="connsiteY57" fmla="*/ 266509 h 781050"/>
                <a:gd name="connsiteX58" fmla="*/ 903542 w 942975"/>
                <a:gd name="connsiteY58" fmla="*/ 265843 h 781050"/>
                <a:gd name="connsiteX59" fmla="*/ 902684 w 942975"/>
                <a:gd name="connsiteY59" fmla="*/ 265557 h 781050"/>
                <a:gd name="connsiteX60" fmla="*/ 899350 w 942975"/>
                <a:gd name="connsiteY60" fmla="*/ 264985 h 781050"/>
                <a:gd name="connsiteX61" fmla="*/ 898493 w 942975"/>
                <a:gd name="connsiteY61" fmla="*/ 264700 h 781050"/>
                <a:gd name="connsiteX62" fmla="*/ 897922 w 942975"/>
                <a:gd name="connsiteY62" fmla="*/ 264319 h 781050"/>
                <a:gd name="connsiteX63" fmla="*/ 897350 w 942975"/>
                <a:gd name="connsiteY63" fmla="*/ 263747 h 781050"/>
                <a:gd name="connsiteX64" fmla="*/ 897065 w 942975"/>
                <a:gd name="connsiteY64" fmla="*/ 263271 h 781050"/>
                <a:gd name="connsiteX65" fmla="*/ 897255 w 942975"/>
                <a:gd name="connsiteY65" fmla="*/ 262128 h 781050"/>
                <a:gd name="connsiteX66" fmla="*/ 897827 w 942975"/>
                <a:gd name="connsiteY66" fmla="*/ 260890 h 781050"/>
                <a:gd name="connsiteX67" fmla="*/ 899350 w 942975"/>
                <a:gd name="connsiteY67" fmla="*/ 258509 h 781050"/>
                <a:gd name="connsiteX68" fmla="*/ 900208 w 942975"/>
                <a:gd name="connsiteY68" fmla="*/ 257651 h 781050"/>
                <a:gd name="connsiteX69" fmla="*/ 901160 w 942975"/>
                <a:gd name="connsiteY69" fmla="*/ 257270 h 781050"/>
                <a:gd name="connsiteX70" fmla="*/ 901922 w 942975"/>
                <a:gd name="connsiteY70" fmla="*/ 257651 h 781050"/>
                <a:gd name="connsiteX71" fmla="*/ 905542 w 942975"/>
                <a:gd name="connsiteY71" fmla="*/ 259461 h 781050"/>
                <a:gd name="connsiteX72" fmla="*/ 906875 w 942975"/>
                <a:gd name="connsiteY72" fmla="*/ 259937 h 781050"/>
                <a:gd name="connsiteX73" fmla="*/ 907923 w 942975"/>
                <a:gd name="connsiteY73" fmla="*/ 260128 h 781050"/>
                <a:gd name="connsiteX74" fmla="*/ 908780 w 942975"/>
                <a:gd name="connsiteY74" fmla="*/ 260032 h 781050"/>
                <a:gd name="connsiteX75" fmla="*/ 909352 w 942975"/>
                <a:gd name="connsiteY75" fmla="*/ 259842 h 781050"/>
                <a:gd name="connsiteX76" fmla="*/ 909733 w 942975"/>
                <a:gd name="connsiteY76" fmla="*/ 258699 h 781050"/>
                <a:gd name="connsiteX77" fmla="*/ 910209 w 942975"/>
                <a:gd name="connsiteY77" fmla="*/ 256889 h 781050"/>
                <a:gd name="connsiteX78" fmla="*/ 910876 w 942975"/>
                <a:gd name="connsiteY78" fmla="*/ 250222 h 781050"/>
                <a:gd name="connsiteX79" fmla="*/ 911733 w 942975"/>
                <a:gd name="connsiteY79" fmla="*/ 246983 h 781050"/>
                <a:gd name="connsiteX80" fmla="*/ 912019 w 942975"/>
                <a:gd name="connsiteY80" fmla="*/ 246221 h 781050"/>
                <a:gd name="connsiteX81" fmla="*/ 912114 w 942975"/>
                <a:gd name="connsiteY81" fmla="*/ 245650 h 781050"/>
                <a:gd name="connsiteX82" fmla="*/ 912304 w 942975"/>
                <a:gd name="connsiteY82" fmla="*/ 244126 h 781050"/>
                <a:gd name="connsiteX83" fmla="*/ 911924 w 942975"/>
                <a:gd name="connsiteY83" fmla="*/ 241078 h 781050"/>
                <a:gd name="connsiteX84" fmla="*/ 909257 w 942975"/>
                <a:gd name="connsiteY84" fmla="*/ 233553 h 781050"/>
                <a:gd name="connsiteX85" fmla="*/ 908304 w 942975"/>
                <a:gd name="connsiteY85" fmla="*/ 233077 h 781050"/>
                <a:gd name="connsiteX86" fmla="*/ 907447 w 942975"/>
                <a:gd name="connsiteY86" fmla="*/ 232791 h 781050"/>
                <a:gd name="connsiteX87" fmla="*/ 906590 w 942975"/>
                <a:gd name="connsiteY87" fmla="*/ 232600 h 781050"/>
                <a:gd name="connsiteX88" fmla="*/ 897255 w 942975"/>
                <a:gd name="connsiteY88" fmla="*/ 232124 h 781050"/>
                <a:gd name="connsiteX89" fmla="*/ 896303 w 942975"/>
                <a:gd name="connsiteY89" fmla="*/ 231743 h 781050"/>
                <a:gd name="connsiteX90" fmla="*/ 895826 w 942975"/>
                <a:gd name="connsiteY90" fmla="*/ 230981 h 781050"/>
                <a:gd name="connsiteX91" fmla="*/ 895826 w 942975"/>
                <a:gd name="connsiteY91" fmla="*/ 229743 h 781050"/>
                <a:gd name="connsiteX92" fmla="*/ 896969 w 942975"/>
                <a:gd name="connsiteY92" fmla="*/ 225838 h 781050"/>
                <a:gd name="connsiteX93" fmla="*/ 896969 w 942975"/>
                <a:gd name="connsiteY93" fmla="*/ 224123 h 781050"/>
                <a:gd name="connsiteX94" fmla="*/ 896874 w 942975"/>
                <a:gd name="connsiteY94" fmla="*/ 222790 h 781050"/>
                <a:gd name="connsiteX95" fmla="*/ 897065 w 942975"/>
                <a:gd name="connsiteY95" fmla="*/ 221266 h 781050"/>
                <a:gd name="connsiteX96" fmla="*/ 897827 w 942975"/>
                <a:gd name="connsiteY96" fmla="*/ 219742 h 781050"/>
                <a:gd name="connsiteX97" fmla="*/ 898970 w 942975"/>
                <a:gd name="connsiteY97" fmla="*/ 218980 h 781050"/>
                <a:gd name="connsiteX98" fmla="*/ 900398 w 942975"/>
                <a:gd name="connsiteY98" fmla="*/ 218408 h 781050"/>
                <a:gd name="connsiteX99" fmla="*/ 906971 w 942975"/>
                <a:gd name="connsiteY99" fmla="*/ 217742 h 781050"/>
                <a:gd name="connsiteX100" fmla="*/ 908209 w 942975"/>
                <a:gd name="connsiteY100" fmla="*/ 217551 h 781050"/>
                <a:gd name="connsiteX101" fmla="*/ 909733 w 942975"/>
                <a:gd name="connsiteY101" fmla="*/ 216979 h 781050"/>
                <a:gd name="connsiteX102" fmla="*/ 911162 w 942975"/>
                <a:gd name="connsiteY102" fmla="*/ 215932 h 781050"/>
                <a:gd name="connsiteX103" fmla="*/ 914400 w 942975"/>
                <a:gd name="connsiteY103" fmla="*/ 212884 h 781050"/>
                <a:gd name="connsiteX104" fmla="*/ 915638 w 942975"/>
                <a:gd name="connsiteY104" fmla="*/ 211931 h 781050"/>
                <a:gd name="connsiteX105" fmla="*/ 916781 w 942975"/>
                <a:gd name="connsiteY105" fmla="*/ 211264 h 781050"/>
                <a:gd name="connsiteX106" fmla="*/ 919067 w 942975"/>
                <a:gd name="connsiteY106" fmla="*/ 210407 h 781050"/>
                <a:gd name="connsiteX107" fmla="*/ 919829 w 942975"/>
                <a:gd name="connsiteY107" fmla="*/ 210026 h 781050"/>
                <a:gd name="connsiteX108" fmla="*/ 920401 w 942975"/>
                <a:gd name="connsiteY108" fmla="*/ 209074 h 781050"/>
                <a:gd name="connsiteX109" fmla="*/ 920306 w 942975"/>
                <a:gd name="connsiteY109" fmla="*/ 207931 h 781050"/>
                <a:gd name="connsiteX110" fmla="*/ 919734 w 942975"/>
                <a:gd name="connsiteY110" fmla="*/ 205645 h 781050"/>
                <a:gd name="connsiteX111" fmla="*/ 919162 w 942975"/>
                <a:gd name="connsiteY111" fmla="*/ 204406 h 781050"/>
                <a:gd name="connsiteX112" fmla="*/ 918782 w 942975"/>
                <a:gd name="connsiteY112" fmla="*/ 202692 h 781050"/>
                <a:gd name="connsiteX113" fmla="*/ 918591 w 942975"/>
                <a:gd name="connsiteY113" fmla="*/ 200787 h 781050"/>
                <a:gd name="connsiteX114" fmla="*/ 918972 w 942975"/>
                <a:gd name="connsiteY114" fmla="*/ 192976 h 781050"/>
                <a:gd name="connsiteX115" fmla="*/ 919258 w 942975"/>
                <a:gd name="connsiteY115" fmla="*/ 191834 h 781050"/>
                <a:gd name="connsiteX116" fmla="*/ 920020 w 942975"/>
                <a:gd name="connsiteY116" fmla="*/ 189833 h 781050"/>
                <a:gd name="connsiteX117" fmla="*/ 920782 w 942975"/>
                <a:gd name="connsiteY117" fmla="*/ 188500 h 781050"/>
                <a:gd name="connsiteX118" fmla="*/ 921353 w 942975"/>
                <a:gd name="connsiteY118" fmla="*/ 187071 h 781050"/>
                <a:gd name="connsiteX119" fmla="*/ 920591 w 942975"/>
                <a:gd name="connsiteY119" fmla="*/ 185642 h 781050"/>
                <a:gd name="connsiteX120" fmla="*/ 920210 w 942975"/>
                <a:gd name="connsiteY120" fmla="*/ 185166 h 781050"/>
                <a:gd name="connsiteX121" fmla="*/ 919829 w 942975"/>
                <a:gd name="connsiteY121" fmla="*/ 184404 h 781050"/>
                <a:gd name="connsiteX122" fmla="*/ 919734 w 942975"/>
                <a:gd name="connsiteY122" fmla="*/ 183451 h 781050"/>
                <a:gd name="connsiteX123" fmla="*/ 919925 w 942975"/>
                <a:gd name="connsiteY123" fmla="*/ 178022 h 781050"/>
                <a:gd name="connsiteX124" fmla="*/ 920020 w 942975"/>
                <a:gd name="connsiteY124" fmla="*/ 177355 h 781050"/>
                <a:gd name="connsiteX125" fmla="*/ 920020 w 942975"/>
                <a:gd name="connsiteY125" fmla="*/ 176689 h 781050"/>
                <a:gd name="connsiteX126" fmla="*/ 919829 w 942975"/>
                <a:gd name="connsiteY126" fmla="*/ 176117 h 781050"/>
                <a:gd name="connsiteX127" fmla="*/ 918972 w 942975"/>
                <a:gd name="connsiteY127" fmla="*/ 175546 h 781050"/>
                <a:gd name="connsiteX128" fmla="*/ 918210 w 942975"/>
                <a:gd name="connsiteY128" fmla="*/ 175069 h 781050"/>
                <a:gd name="connsiteX129" fmla="*/ 917353 w 942975"/>
                <a:gd name="connsiteY129" fmla="*/ 174688 h 781050"/>
                <a:gd name="connsiteX130" fmla="*/ 915638 w 942975"/>
                <a:gd name="connsiteY130" fmla="*/ 174212 h 781050"/>
                <a:gd name="connsiteX131" fmla="*/ 914876 w 942975"/>
                <a:gd name="connsiteY131" fmla="*/ 174212 h 781050"/>
                <a:gd name="connsiteX132" fmla="*/ 914019 w 942975"/>
                <a:gd name="connsiteY132" fmla="*/ 174307 h 781050"/>
                <a:gd name="connsiteX133" fmla="*/ 913257 w 942975"/>
                <a:gd name="connsiteY133" fmla="*/ 174593 h 781050"/>
                <a:gd name="connsiteX134" fmla="*/ 911162 w 942975"/>
                <a:gd name="connsiteY134" fmla="*/ 176117 h 781050"/>
                <a:gd name="connsiteX135" fmla="*/ 909447 w 942975"/>
                <a:gd name="connsiteY135" fmla="*/ 177070 h 781050"/>
                <a:gd name="connsiteX136" fmla="*/ 908495 w 942975"/>
                <a:gd name="connsiteY136" fmla="*/ 177546 h 781050"/>
                <a:gd name="connsiteX137" fmla="*/ 907447 w 942975"/>
                <a:gd name="connsiteY137" fmla="*/ 177641 h 781050"/>
                <a:gd name="connsiteX138" fmla="*/ 906494 w 942975"/>
                <a:gd name="connsiteY138" fmla="*/ 177451 h 781050"/>
                <a:gd name="connsiteX139" fmla="*/ 905828 w 942975"/>
                <a:gd name="connsiteY139" fmla="*/ 177165 h 781050"/>
                <a:gd name="connsiteX140" fmla="*/ 905446 w 942975"/>
                <a:gd name="connsiteY140" fmla="*/ 176689 h 781050"/>
                <a:gd name="connsiteX141" fmla="*/ 905161 w 942975"/>
                <a:gd name="connsiteY141" fmla="*/ 176117 h 781050"/>
                <a:gd name="connsiteX142" fmla="*/ 905161 w 942975"/>
                <a:gd name="connsiteY142" fmla="*/ 175069 h 781050"/>
                <a:gd name="connsiteX143" fmla="*/ 905351 w 942975"/>
                <a:gd name="connsiteY143" fmla="*/ 173926 h 781050"/>
                <a:gd name="connsiteX144" fmla="*/ 906113 w 942975"/>
                <a:gd name="connsiteY144" fmla="*/ 172117 h 781050"/>
                <a:gd name="connsiteX145" fmla="*/ 906780 w 942975"/>
                <a:gd name="connsiteY145" fmla="*/ 171164 h 781050"/>
                <a:gd name="connsiteX146" fmla="*/ 907733 w 942975"/>
                <a:gd name="connsiteY146" fmla="*/ 170307 h 781050"/>
                <a:gd name="connsiteX147" fmla="*/ 912590 w 942975"/>
                <a:gd name="connsiteY147" fmla="*/ 168021 h 781050"/>
                <a:gd name="connsiteX148" fmla="*/ 913352 w 942975"/>
                <a:gd name="connsiteY148" fmla="*/ 167354 h 781050"/>
                <a:gd name="connsiteX149" fmla="*/ 913924 w 942975"/>
                <a:gd name="connsiteY149" fmla="*/ 166116 h 781050"/>
                <a:gd name="connsiteX150" fmla="*/ 914209 w 942975"/>
                <a:gd name="connsiteY150" fmla="*/ 164211 h 781050"/>
                <a:gd name="connsiteX151" fmla="*/ 912304 w 942975"/>
                <a:gd name="connsiteY151" fmla="*/ 153924 h 781050"/>
                <a:gd name="connsiteX152" fmla="*/ 912304 w 942975"/>
                <a:gd name="connsiteY152" fmla="*/ 141922 h 781050"/>
                <a:gd name="connsiteX153" fmla="*/ 912209 w 942975"/>
                <a:gd name="connsiteY153" fmla="*/ 139351 h 781050"/>
                <a:gd name="connsiteX154" fmla="*/ 912019 w 942975"/>
                <a:gd name="connsiteY154" fmla="*/ 138303 h 781050"/>
                <a:gd name="connsiteX155" fmla="*/ 911733 w 942975"/>
                <a:gd name="connsiteY155" fmla="*/ 136874 h 781050"/>
                <a:gd name="connsiteX156" fmla="*/ 911257 w 942975"/>
                <a:gd name="connsiteY156" fmla="*/ 135922 h 781050"/>
                <a:gd name="connsiteX157" fmla="*/ 910495 w 942975"/>
                <a:gd name="connsiteY157" fmla="*/ 135064 h 781050"/>
                <a:gd name="connsiteX158" fmla="*/ 909637 w 942975"/>
                <a:gd name="connsiteY158" fmla="*/ 134588 h 781050"/>
                <a:gd name="connsiteX159" fmla="*/ 908875 w 942975"/>
                <a:gd name="connsiteY159" fmla="*/ 134588 h 781050"/>
                <a:gd name="connsiteX160" fmla="*/ 907923 w 942975"/>
                <a:gd name="connsiteY160" fmla="*/ 134779 h 781050"/>
                <a:gd name="connsiteX161" fmla="*/ 906113 w 942975"/>
                <a:gd name="connsiteY161" fmla="*/ 135446 h 781050"/>
                <a:gd name="connsiteX162" fmla="*/ 905542 w 942975"/>
                <a:gd name="connsiteY162" fmla="*/ 135541 h 781050"/>
                <a:gd name="connsiteX163" fmla="*/ 904780 w 942975"/>
                <a:gd name="connsiteY163" fmla="*/ 135541 h 781050"/>
                <a:gd name="connsiteX164" fmla="*/ 903637 w 942975"/>
                <a:gd name="connsiteY164" fmla="*/ 135350 h 781050"/>
                <a:gd name="connsiteX165" fmla="*/ 902494 w 942975"/>
                <a:gd name="connsiteY165" fmla="*/ 134779 h 781050"/>
                <a:gd name="connsiteX166" fmla="*/ 901541 w 942975"/>
                <a:gd name="connsiteY166" fmla="*/ 134017 h 781050"/>
                <a:gd name="connsiteX167" fmla="*/ 900589 w 942975"/>
                <a:gd name="connsiteY167" fmla="*/ 132969 h 781050"/>
                <a:gd name="connsiteX168" fmla="*/ 900017 w 942975"/>
                <a:gd name="connsiteY168" fmla="*/ 131921 h 781050"/>
                <a:gd name="connsiteX169" fmla="*/ 898970 w 942975"/>
                <a:gd name="connsiteY169" fmla="*/ 129540 h 781050"/>
                <a:gd name="connsiteX170" fmla="*/ 898303 w 942975"/>
                <a:gd name="connsiteY170" fmla="*/ 126968 h 781050"/>
                <a:gd name="connsiteX171" fmla="*/ 898208 w 942975"/>
                <a:gd name="connsiteY171" fmla="*/ 125254 h 781050"/>
                <a:gd name="connsiteX172" fmla="*/ 898398 w 942975"/>
                <a:gd name="connsiteY172" fmla="*/ 123825 h 781050"/>
                <a:gd name="connsiteX173" fmla="*/ 899636 w 942975"/>
                <a:gd name="connsiteY173" fmla="*/ 119348 h 781050"/>
                <a:gd name="connsiteX174" fmla="*/ 900779 w 942975"/>
                <a:gd name="connsiteY174" fmla="*/ 111347 h 781050"/>
                <a:gd name="connsiteX175" fmla="*/ 901065 w 942975"/>
                <a:gd name="connsiteY175" fmla="*/ 110109 h 781050"/>
                <a:gd name="connsiteX176" fmla="*/ 901732 w 942975"/>
                <a:gd name="connsiteY176" fmla="*/ 108585 h 781050"/>
                <a:gd name="connsiteX177" fmla="*/ 902589 w 942975"/>
                <a:gd name="connsiteY177" fmla="*/ 107442 h 781050"/>
                <a:gd name="connsiteX178" fmla="*/ 903923 w 942975"/>
                <a:gd name="connsiteY178" fmla="*/ 106204 h 781050"/>
                <a:gd name="connsiteX179" fmla="*/ 911352 w 942975"/>
                <a:gd name="connsiteY179" fmla="*/ 101346 h 781050"/>
                <a:gd name="connsiteX180" fmla="*/ 920210 w 942975"/>
                <a:gd name="connsiteY180" fmla="*/ 96869 h 781050"/>
                <a:gd name="connsiteX181" fmla="*/ 921639 w 942975"/>
                <a:gd name="connsiteY181" fmla="*/ 95726 h 781050"/>
                <a:gd name="connsiteX182" fmla="*/ 924973 w 942975"/>
                <a:gd name="connsiteY182" fmla="*/ 92297 h 781050"/>
                <a:gd name="connsiteX183" fmla="*/ 926306 w 942975"/>
                <a:gd name="connsiteY183" fmla="*/ 89535 h 781050"/>
                <a:gd name="connsiteX184" fmla="*/ 926402 w 942975"/>
                <a:gd name="connsiteY184" fmla="*/ 83439 h 781050"/>
                <a:gd name="connsiteX185" fmla="*/ 924496 w 942975"/>
                <a:gd name="connsiteY185" fmla="*/ 84010 h 781050"/>
                <a:gd name="connsiteX186" fmla="*/ 922401 w 942975"/>
                <a:gd name="connsiteY186" fmla="*/ 85820 h 781050"/>
                <a:gd name="connsiteX187" fmla="*/ 921829 w 942975"/>
                <a:gd name="connsiteY187" fmla="*/ 86106 h 781050"/>
                <a:gd name="connsiteX188" fmla="*/ 921163 w 942975"/>
                <a:gd name="connsiteY188" fmla="*/ 86392 h 781050"/>
                <a:gd name="connsiteX189" fmla="*/ 920210 w 942975"/>
                <a:gd name="connsiteY189" fmla="*/ 86487 h 781050"/>
                <a:gd name="connsiteX190" fmla="*/ 918686 w 942975"/>
                <a:gd name="connsiteY190" fmla="*/ 85820 h 781050"/>
                <a:gd name="connsiteX191" fmla="*/ 906018 w 942975"/>
                <a:gd name="connsiteY191" fmla="*/ 78010 h 781050"/>
                <a:gd name="connsiteX192" fmla="*/ 903923 w 942975"/>
                <a:gd name="connsiteY192" fmla="*/ 77152 h 781050"/>
                <a:gd name="connsiteX193" fmla="*/ 902684 w 942975"/>
                <a:gd name="connsiteY193" fmla="*/ 76962 h 781050"/>
                <a:gd name="connsiteX194" fmla="*/ 901637 w 942975"/>
                <a:gd name="connsiteY194" fmla="*/ 76962 h 781050"/>
                <a:gd name="connsiteX195" fmla="*/ 900779 w 942975"/>
                <a:gd name="connsiteY195" fmla="*/ 77152 h 781050"/>
                <a:gd name="connsiteX196" fmla="*/ 897636 w 942975"/>
                <a:gd name="connsiteY196" fmla="*/ 78200 h 781050"/>
                <a:gd name="connsiteX197" fmla="*/ 896588 w 942975"/>
                <a:gd name="connsiteY197" fmla="*/ 78391 h 781050"/>
                <a:gd name="connsiteX198" fmla="*/ 895350 w 942975"/>
                <a:gd name="connsiteY198" fmla="*/ 78391 h 781050"/>
                <a:gd name="connsiteX199" fmla="*/ 894493 w 942975"/>
                <a:gd name="connsiteY199" fmla="*/ 78105 h 781050"/>
                <a:gd name="connsiteX200" fmla="*/ 893731 w 942975"/>
                <a:gd name="connsiteY200" fmla="*/ 77438 h 781050"/>
                <a:gd name="connsiteX201" fmla="*/ 893445 w 942975"/>
                <a:gd name="connsiteY201" fmla="*/ 76390 h 781050"/>
                <a:gd name="connsiteX202" fmla="*/ 893636 w 942975"/>
                <a:gd name="connsiteY202" fmla="*/ 75533 h 781050"/>
                <a:gd name="connsiteX203" fmla="*/ 895731 w 942975"/>
                <a:gd name="connsiteY203" fmla="*/ 73342 h 781050"/>
                <a:gd name="connsiteX204" fmla="*/ 896017 w 942975"/>
                <a:gd name="connsiteY204" fmla="*/ 72771 h 781050"/>
                <a:gd name="connsiteX205" fmla="*/ 896207 w 942975"/>
                <a:gd name="connsiteY205" fmla="*/ 72295 h 781050"/>
                <a:gd name="connsiteX206" fmla="*/ 896207 w 942975"/>
                <a:gd name="connsiteY206" fmla="*/ 71628 h 781050"/>
                <a:gd name="connsiteX207" fmla="*/ 895921 w 942975"/>
                <a:gd name="connsiteY207" fmla="*/ 69913 h 781050"/>
                <a:gd name="connsiteX208" fmla="*/ 895541 w 942975"/>
                <a:gd name="connsiteY208" fmla="*/ 68866 h 781050"/>
                <a:gd name="connsiteX209" fmla="*/ 894493 w 942975"/>
                <a:gd name="connsiteY209" fmla="*/ 67437 h 781050"/>
                <a:gd name="connsiteX210" fmla="*/ 892778 w 942975"/>
                <a:gd name="connsiteY210" fmla="*/ 65913 h 781050"/>
                <a:gd name="connsiteX211" fmla="*/ 886968 w 942975"/>
                <a:gd name="connsiteY211" fmla="*/ 61817 h 781050"/>
                <a:gd name="connsiteX212" fmla="*/ 885349 w 942975"/>
                <a:gd name="connsiteY212" fmla="*/ 59912 h 781050"/>
                <a:gd name="connsiteX213" fmla="*/ 884968 w 942975"/>
                <a:gd name="connsiteY213" fmla="*/ 58674 h 781050"/>
                <a:gd name="connsiteX214" fmla="*/ 884873 w 942975"/>
                <a:gd name="connsiteY214" fmla="*/ 57531 h 781050"/>
                <a:gd name="connsiteX215" fmla="*/ 884777 w 942975"/>
                <a:gd name="connsiteY215" fmla="*/ 56483 h 781050"/>
                <a:gd name="connsiteX216" fmla="*/ 884492 w 942975"/>
                <a:gd name="connsiteY216" fmla="*/ 55626 h 781050"/>
                <a:gd name="connsiteX217" fmla="*/ 883825 w 942975"/>
                <a:gd name="connsiteY217" fmla="*/ 55054 h 781050"/>
                <a:gd name="connsiteX218" fmla="*/ 879920 w 942975"/>
                <a:gd name="connsiteY218" fmla="*/ 54483 h 781050"/>
                <a:gd name="connsiteX219" fmla="*/ 876681 w 942975"/>
                <a:gd name="connsiteY219" fmla="*/ 52959 h 781050"/>
                <a:gd name="connsiteX220" fmla="*/ 871442 w 942975"/>
                <a:gd name="connsiteY220" fmla="*/ 49435 h 781050"/>
                <a:gd name="connsiteX221" fmla="*/ 869633 w 942975"/>
                <a:gd name="connsiteY221" fmla="*/ 47720 h 781050"/>
                <a:gd name="connsiteX222" fmla="*/ 869061 w 942975"/>
                <a:gd name="connsiteY222" fmla="*/ 48577 h 781050"/>
                <a:gd name="connsiteX223" fmla="*/ 868204 w 942975"/>
                <a:gd name="connsiteY223" fmla="*/ 49339 h 781050"/>
                <a:gd name="connsiteX224" fmla="*/ 866966 w 942975"/>
                <a:gd name="connsiteY224" fmla="*/ 50006 h 781050"/>
                <a:gd name="connsiteX225" fmla="*/ 860584 w 942975"/>
                <a:gd name="connsiteY225" fmla="*/ 52102 h 781050"/>
                <a:gd name="connsiteX226" fmla="*/ 858298 w 942975"/>
                <a:gd name="connsiteY226" fmla="*/ 53626 h 781050"/>
                <a:gd name="connsiteX227" fmla="*/ 857345 w 942975"/>
                <a:gd name="connsiteY227" fmla="*/ 56102 h 781050"/>
                <a:gd name="connsiteX228" fmla="*/ 848678 w 942975"/>
                <a:gd name="connsiteY228" fmla="*/ 59055 h 781050"/>
                <a:gd name="connsiteX229" fmla="*/ 846868 w 942975"/>
                <a:gd name="connsiteY229" fmla="*/ 59055 h 781050"/>
                <a:gd name="connsiteX230" fmla="*/ 846296 w 942975"/>
                <a:gd name="connsiteY230" fmla="*/ 59055 h 781050"/>
                <a:gd name="connsiteX231" fmla="*/ 845725 w 942975"/>
                <a:gd name="connsiteY231" fmla="*/ 58674 h 781050"/>
                <a:gd name="connsiteX232" fmla="*/ 845629 w 942975"/>
                <a:gd name="connsiteY232" fmla="*/ 58102 h 781050"/>
                <a:gd name="connsiteX233" fmla="*/ 845629 w 942975"/>
                <a:gd name="connsiteY233" fmla="*/ 57626 h 781050"/>
                <a:gd name="connsiteX234" fmla="*/ 845534 w 942975"/>
                <a:gd name="connsiteY234" fmla="*/ 57340 h 781050"/>
                <a:gd name="connsiteX235" fmla="*/ 844010 w 942975"/>
                <a:gd name="connsiteY235" fmla="*/ 57245 h 781050"/>
                <a:gd name="connsiteX236" fmla="*/ 841724 w 942975"/>
                <a:gd name="connsiteY236" fmla="*/ 58007 h 781050"/>
                <a:gd name="connsiteX237" fmla="*/ 840391 w 942975"/>
                <a:gd name="connsiteY237" fmla="*/ 58198 h 781050"/>
                <a:gd name="connsiteX238" fmla="*/ 839057 w 942975"/>
                <a:gd name="connsiteY238" fmla="*/ 59722 h 781050"/>
                <a:gd name="connsiteX239" fmla="*/ 838295 w 942975"/>
                <a:gd name="connsiteY239" fmla="*/ 60293 h 781050"/>
                <a:gd name="connsiteX240" fmla="*/ 836104 w 942975"/>
                <a:gd name="connsiteY240" fmla="*/ 60960 h 781050"/>
                <a:gd name="connsiteX241" fmla="*/ 834295 w 942975"/>
                <a:gd name="connsiteY241" fmla="*/ 61341 h 781050"/>
                <a:gd name="connsiteX242" fmla="*/ 832199 w 942975"/>
                <a:gd name="connsiteY242" fmla="*/ 61531 h 781050"/>
                <a:gd name="connsiteX243" fmla="*/ 830771 w 942975"/>
                <a:gd name="connsiteY243" fmla="*/ 61341 h 781050"/>
                <a:gd name="connsiteX244" fmla="*/ 829628 w 942975"/>
                <a:gd name="connsiteY244" fmla="*/ 60769 h 781050"/>
                <a:gd name="connsiteX245" fmla="*/ 828866 w 942975"/>
                <a:gd name="connsiteY245" fmla="*/ 59626 h 781050"/>
                <a:gd name="connsiteX246" fmla="*/ 828294 w 942975"/>
                <a:gd name="connsiteY246" fmla="*/ 57912 h 781050"/>
                <a:gd name="connsiteX247" fmla="*/ 827532 w 942975"/>
                <a:gd name="connsiteY247" fmla="*/ 56388 h 781050"/>
                <a:gd name="connsiteX248" fmla="*/ 826484 w 942975"/>
                <a:gd name="connsiteY248" fmla="*/ 55150 h 781050"/>
                <a:gd name="connsiteX249" fmla="*/ 824770 w 942975"/>
                <a:gd name="connsiteY249" fmla="*/ 54102 h 781050"/>
                <a:gd name="connsiteX250" fmla="*/ 822865 w 942975"/>
                <a:gd name="connsiteY250" fmla="*/ 53530 h 781050"/>
                <a:gd name="connsiteX251" fmla="*/ 820198 w 942975"/>
                <a:gd name="connsiteY251" fmla="*/ 53340 h 781050"/>
                <a:gd name="connsiteX252" fmla="*/ 814007 w 942975"/>
                <a:gd name="connsiteY252" fmla="*/ 54578 h 781050"/>
                <a:gd name="connsiteX253" fmla="*/ 810292 w 942975"/>
                <a:gd name="connsiteY253" fmla="*/ 54197 h 781050"/>
                <a:gd name="connsiteX254" fmla="*/ 808863 w 942975"/>
                <a:gd name="connsiteY254" fmla="*/ 54483 h 781050"/>
                <a:gd name="connsiteX255" fmla="*/ 807720 w 942975"/>
                <a:gd name="connsiteY255" fmla="*/ 54864 h 781050"/>
                <a:gd name="connsiteX256" fmla="*/ 805720 w 942975"/>
                <a:gd name="connsiteY256" fmla="*/ 56197 h 781050"/>
                <a:gd name="connsiteX257" fmla="*/ 803529 w 942975"/>
                <a:gd name="connsiteY257" fmla="*/ 58102 h 781050"/>
                <a:gd name="connsiteX258" fmla="*/ 801910 w 942975"/>
                <a:gd name="connsiteY258" fmla="*/ 59150 h 781050"/>
                <a:gd name="connsiteX259" fmla="*/ 799243 w 942975"/>
                <a:gd name="connsiteY259" fmla="*/ 60103 h 781050"/>
                <a:gd name="connsiteX260" fmla="*/ 797909 w 942975"/>
                <a:gd name="connsiteY260" fmla="*/ 60198 h 781050"/>
                <a:gd name="connsiteX261" fmla="*/ 796766 w 942975"/>
                <a:gd name="connsiteY261" fmla="*/ 59722 h 781050"/>
                <a:gd name="connsiteX262" fmla="*/ 796290 w 942975"/>
                <a:gd name="connsiteY262" fmla="*/ 58769 h 781050"/>
                <a:gd name="connsiteX263" fmla="*/ 796004 w 942975"/>
                <a:gd name="connsiteY263" fmla="*/ 56293 h 781050"/>
                <a:gd name="connsiteX264" fmla="*/ 795719 w 942975"/>
                <a:gd name="connsiteY264" fmla="*/ 55245 h 781050"/>
                <a:gd name="connsiteX265" fmla="*/ 795337 w 942975"/>
                <a:gd name="connsiteY265" fmla="*/ 54388 h 781050"/>
                <a:gd name="connsiteX266" fmla="*/ 794957 w 942975"/>
                <a:gd name="connsiteY266" fmla="*/ 53626 h 781050"/>
                <a:gd name="connsiteX267" fmla="*/ 794671 w 942975"/>
                <a:gd name="connsiteY267" fmla="*/ 52864 h 781050"/>
                <a:gd name="connsiteX268" fmla="*/ 794195 w 942975"/>
                <a:gd name="connsiteY268" fmla="*/ 50197 h 781050"/>
                <a:gd name="connsiteX269" fmla="*/ 790194 w 942975"/>
                <a:gd name="connsiteY269" fmla="*/ 47720 h 781050"/>
                <a:gd name="connsiteX270" fmla="*/ 788765 w 942975"/>
                <a:gd name="connsiteY270" fmla="*/ 44767 h 781050"/>
                <a:gd name="connsiteX271" fmla="*/ 787051 w 942975"/>
                <a:gd name="connsiteY271" fmla="*/ 43625 h 781050"/>
                <a:gd name="connsiteX272" fmla="*/ 781907 w 942975"/>
                <a:gd name="connsiteY272" fmla="*/ 41815 h 781050"/>
                <a:gd name="connsiteX273" fmla="*/ 780383 w 942975"/>
                <a:gd name="connsiteY273" fmla="*/ 41434 h 781050"/>
                <a:gd name="connsiteX274" fmla="*/ 778764 w 942975"/>
                <a:gd name="connsiteY274" fmla="*/ 41338 h 781050"/>
                <a:gd name="connsiteX275" fmla="*/ 777145 w 942975"/>
                <a:gd name="connsiteY275" fmla="*/ 41529 h 781050"/>
                <a:gd name="connsiteX276" fmla="*/ 775240 w 942975"/>
                <a:gd name="connsiteY276" fmla="*/ 41243 h 781050"/>
                <a:gd name="connsiteX277" fmla="*/ 770954 w 942975"/>
                <a:gd name="connsiteY277" fmla="*/ 41434 h 781050"/>
                <a:gd name="connsiteX278" fmla="*/ 768287 w 942975"/>
                <a:gd name="connsiteY278" fmla="*/ 40957 h 781050"/>
                <a:gd name="connsiteX279" fmla="*/ 766762 w 942975"/>
                <a:gd name="connsiteY279" fmla="*/ 40481 h 781050"/>
                <a:gd name="connsiteX280" fmla="*/ 762571 w 942975"/>
                <a:gd name="connsiteY280" fmla="*/ 38386 h 781050"/>
                <a:gd name="connsiteX281" fmla="*/ 760381 w 942975"/>
                <a:gd name="connsiteY281" fmla="*/ 38576 h 781050"/>
                <a:gd name="connsiteX282" fmla="*/ 760095 w 942975"/>
                <a:gd name="connsiteY282" fmla="*/ 39052 h 781050"/>
                <a:gd name="connsiteX283" fmla="*/ 759904 w 942975"/>
                <a:gd name="connsiteY283" fmla="*/ 39719 h 781050"/>
                <a:gd name="connsiteX284" fmla="*/ 759904 w 942975"/>
                <a:gd name="connsiteY284" fmla="*/ 40862 h 781050"/>
                <a:gd name="connsiteX285" fmla="*/ 759714 w 942975"/>
                <a:gd name="connsiteY285" fmla="*/ 42386 h 781050"/>
                <a:gd name="connsiteX286" fmla="*/ 758952 w 942975"/>
                <a:gd name="connsiteY286" fmla="*/ 44672 h 781050"/>
                <a:gd name="connsiteX287" fmla="*/ 757619 w 942975"/>
                <a:gd name="connsiteY287" fmla="*/ 45815 h 781050"/>
                <a:gd name="connsiteX288" fmla="*/ 755142 w 942975"/>
                <a:gd name="connsiteY288" fmla="*/ 46768 h 781050"/>
                <a:gd name="connsiteX289" fmla="*/ 751904 w 942975"/>
                <a:gd name="connsiteY289" fmla="*/ 47625 h 781050"/>
                <a:gd name="connsiteX290" fmla="*/ 746093 w 942975"/>
                <a:gd name="connsiteY290" fmla="*/ 49911 h 781050"/>
                <a:gd name="connsiteX291" fmla="*/ 742093 w 942975"/>
                <a:gd name="connsiteY291" fmla="*/ 51054 h 781050"/>
                <a:gd name="connsiteX292" fmla="*/ 732282 w 942975"/>
                <a:gd name="connsiteY292" fmla="*/ 52197 h 781050"/>
                <a:gd name="connsiteX293" fmla="*/ 726948 w 942975"/>
                <a:gd name="connsiteY293" fmla="*/ 53816 h 781050"/>
                <a:gd name="connsiteX294" fmla="*/ 724853 w 942975"/>
                <a:gd name="connsiteY294" fmla="*/ 54769 h 781050"/>
                <a:gd name="connsiteX295" fmla="*/ 723709 w 942975"/>
                <a:gd name="connsiteY295" fmla="*/ 56007 h 781050"/>
                <a:gd name="connsiteX296" fmla="*/ 723805 w 942975"/>
                <a:gd name="connsiteY296" fmla="*/ 57055 h 781050"/>
                <a:gd name="connsiteX297" fmla="*/ 724281 w 942975"/>
                <a:gd name="connsiteY297" fmla="*/ 58388 h 781050"/>
                <a:gd name="connsiteX298" fmla="*/ 724757 w 942975"/>
                <a:gd name="connsiteY298" fmla="*/ 59531 h 781050"/>
                <a:gd name="connsiteX299" fmla="*/ 724853 w 942975"/>
                <a:gd name="connsiteY299" fmla="*/ 60674 h 781050"/>
                <a:gd name="connsiteX300" fmla="*/ 724567 w 942975"/>
                <a:gd name="connsiteY300" fmla="*/ 61913 h 781050"/>
                <a:gd name="connsiteX301" fmla="*/ 723138 w 942975"/>
                <a:gd name="connsiteY301" fmla="*/ 63246 h 781050"/>
                <a:gd name="connsiteX302" fmla="*/ 721614 w 942975"/>
                <a:gd name="connsiteY302" fmla="*/ 63817 h 781050"/>
                <a:gd name="connsiteX303" fmla="*/ 717137 w 942975"/>
                <a:gd name="connsiteY303" fmla="*/ 64294 h 781050"/>
                <a:gd name="connsiteX304" fmla="*/ 714089 w 942975"/>
                <a:gd name="connsiteY304" fmla="*/ 64865 h 781050"/>
                <a:gd name="connsiteX305" fmla="*/ 709612 w 942975"/>
                <a:gd name="connsiteY305" fmla="*/ 66294 h 781050"/>
                <a:gd name="connsiteX306" fmla="*/ 702469 w 942975"/>
                <a:gd name="connsiteY306" fmla="*/ 66961 h 781050"/>
                <a:gd name="connsiteX307" fmla="*/ 699897 w 942975"/>
                <a:gd name="connsiteY307" fmla="*/ 67913 h 781050"/>
                <a:gd name="connsiteX308" fmla="*/ 697611 w 942975"/>
                <a:gd name="connsiteY308" fmla="*/ 68104 h 781050"/>
                <a:gd name="connsiteX309" fmla="*/ 689610 w 942975"/>
                <a:gd name="connsiteY309" fmla="*/ 67532 h 781050"/>
                <a:gd name="connsiteX310" fmla="*/ 682085 w 942975"/>
                <a:gd name="connsiteY310" fmla="*/ 65532 h 781050"/>
                <a:gd name="connsiteX311" fmla="*/ 681323 w 942975"/>
                <a:gd name="connsiteY311" fmla="*/ 65056 h 781050"/>
                <a:gd name="connsiteX312" fmla="*/ 679037 w 942975"/>
                <a:gd name="connsiteY312" fmla="*/ 63055 h 781050"/>
                <a:gd name="connsiteX313" fmla="*/ 678085 w 942975"/>
                <a:gd name="connsiteY313" fmla="*/ 62389 h 781050"/>
                <a:gd name="connsiteX314" fmla="*/ 676561 w 942975"/>
                <a:gd name="connsiteY314" fmla="*/ 61722 h 781050"/>
                <a:gd name="connsiteX315" fmla="*/ 674656 w 942975"/>
                <a:gd name="connsiteY315" fmla="*/ 61436 h 781050"/>
                <a:gd name="connsiteX316" fmla="*/ 673322 w 942975"/>
                <a:gd name="connsiteY316" fmla="*/ 61722 h 781050"/>
                <a:gd name="connsiteX317" fmla="*/ 672084 w 942975"/>
                <a:gd name="connsiteY317" fmla="*/ 62389 h 781050"/>
                <a:gd name="connsiteX318" fmla="*/ 671132 w 942975"/>
                <a:gd name="connsiteY318" fmla="*/ 63055 h 781050"/>
                <a:gd name="connsiteX319" fmla="*/ 669798 w 942975"/>
                <a:gd name="connsiteY319" fmla="*/ 63817 h 781050"/>
                <a:gd name="connsiteX320" fmla="*/ 668846 w 942975"/>
                <a:gd name="connsiteY320" fmla="*/ 64103 h 781050"/>
                <a:gd name="connsiteX321" fmla="*/ 667798 w 942975"/>
                <a:gd name="connsiteY321" fmla="*/ 64198 h 781050"/>
                <a:gd name="connsiteX322" fmla="*/ 667131 w 942975"/>
                <a:gd name="connsiteY322" fmla="*/ 64103 h 781050"/>
                <a:gd name="connsiteX323" fmla="*/ 666655 w 942975"/>
                <a:gd name="connsiteY323" fmla="*/ 63913 h 781050"/>
                <a:gd name="connsiteX324" fmla="*/ 666560 w 942975"/>
                <a:gd name="connsiteY324" fmla="*/ 63817 h 781050"/>
                <a:gd name="connsiteX325" fmla="*/ 666560 w 942975"/>
                <a:gd name="connsiteY325" fmla="*/ 63532 h 781050"/>
                <a:gd name="connsiteX326" fmla="*/ 666750 w 942975"/>
                <a:gd name="connsiteY326" fmla="*/ 63055 h 781050"/>
                <a:gd name="connsiteX327" fmla="*/ 666750 w 942975"/>
                <a:gd name="connsiteY327" fmla="*/ 61722 h 781050"/>
                <a:gd name="connsiteX328" fmla="*/ 666464 w 942975"/>
                <a:gd name="connsiteY328" fmla="*/ 58769 h 781050"/>
                <a:gd name="connsiteX329" fmla="*/ 665988 w 942975"/>
                <a:gd name="connsiteY329" fmla="*/ 57245 h 781050"/>
                <a:gd name="connsiteX330" fmla="*/ 665131 w 942975"/>
                <a:gd name="connsiteY330" fmla="*/ 55245 h 781050"/>
                <a:gd name="connsiteX331" fmla="*/ 665035 w 942975"/>
                <a:gd name="connsiteY331" fmla="*/ 51816 h 781050"/>
                <a:gd name="connsiteX332" fmla="*/ 664178 w 942975"/>
                <a:gd name="connsiteY332" fmla="*/ 50578 h 781050"/>
                <a:gd name="connsiteX333" fmla="*/ 662750 w 942975"/>
                <a:gd name="connsiteY333" fmla="*/ 49816 h 781050"/>
                <a:gd name="connsiteX334" fmla="*/ 662083 w 942975"/>
                <a:gd name="connsiteY334" fmla="*/ 49625 h 781050"/>
                <a:gd name="connsiteX335" fmla="*/ 659511 w 942975"/>
                <a:gd name="connsiteY335" fmla="*/ 49435 h 781050"/>
                <a:gd name="connsiteX336" fmla="*/ 658654 w 942975"/>
                <a:gd name="connsiteY336" fmla="*/ 49530 h 781050"/>
                <a:gd name="connsiteX337" fmla="*/ 657511 w 942975"/>
                <a:gd name="connsiteY337" fmla="*/ 49721 h 781050"/>
                <a:gd name="connsiteX338" fmla="*/ 656558 w 942975"/>
                <a:gd name="connsiteY338" fmla="*/ 50101 h 781050"/>
                <a:gd name="connsiteX339" fmla="*/ 655796 w 942975"/>
                <a:gd name="connsiteY339" fmla="*/ 50768 h 781050"/>
                <a:gd name="connsiteX340" fmla="*/ 653129 w 942975"/>
                <a:gd name="connsiteY340" fmla="*/ 54292 h 781050"/>
                <a:gd name="connsiteX341" fmla="*/ 647795 w 942975"/>
                <a:gd name="connsiteY341" fmla="*/ 56197 h 781050"/>
                <a:gd name="connsiteX342" fmla="*/ 641318 w 942975"/>
                <a:gd name="connsiteY342" fmla="*/ 57626 h 781050"/>
                <a:gd name="connsiteX343" fmla="*/ 639508 w 942975"/>
                <a:gd name="connsiteY343" fmla="*/ 58674 h 781050"/>
                <a:gd name="connsiteX344" fmla="*/ 637985 w 942975"/>
                <a:gd name="connsiteY344" fmla="*/ 60293 h 781050"/>
                <a:gd name="connsiteX345" fmla="*/ 636556 w 942975"/>
                <a:gd name="connsiteY345" fmla="*/ 62198 h 781050"/>
                <a:gd name="connsiteX346" fmla="*/ 633984 w 942975"/>
                <a:gd name="connsiteY346" fmla="*/ 65151 h 781050"/>
                <a:gd name="connsiteX347" fmla="*/ 631793 w 942975"/>
                <a:gd name="connsiteY347" fmla="*/ 66865 h 781050"/>
                <a:gd name="connsiteX348" fmla="*/ 627221 w 942975"/>
                <a:gd name="connsiteY348" fmla="*/ 69628 h 781050"/>
                <a:gd name="connsiteX349" fmla="*/ 620649 w 942975"/>
                <a:gd name="connsiteY349" fmla="*/ 72771 h 781050"/>
                <a:gd name="connsiteX350" fmla="*/ 606933 w 942975"/>
                <a:gd name="connsiteY350" fmla="*/ 77343 h 781050"/>
                <a:gd name="connsiteX351" fmla="*/ 604742 w 942975"/>
                <a:gd name="connsiteY351" fmla="*/ 77724 h 781050"/>
                <a:gd name="connsiteX352" fmla="*/ 602456 w 942975"/>
                <a:gd name="connsiteY352" fmla="*/ 77629 h 781050"/>
                <a:gd name="connsiteX353" fmla="*/ 600361 w 942975"/>
                <a:gd name="connsiteY353" fmla="*/ 76962 h 781050"/>
                <a:gd name="connsiteX354" fmla="*/ 594836 w 942975"/>
                <a:gd name="connsiteY354" fmla="*/ 74581 h 781050"/>
                <a:gd name="connsiteX355" fmla="*/ 593598 w 942975"/>
                <a:gd name="connsiteY355" fmla="*/ 74390 h 781050"/>
                <a:gd name="connsiteX356" fmla="*/ 592836 w 942975"/>
                <a:gd name="connsiteY356" fmla="*/ 74581 h 781050"/>
                <a:gd name="connsiteX357" fmla="*/ 589883 w 942975"/>
                <a:gd name="connsiteY357" fmla="*/ 76581 h 781050"/>
                <a:gd name="connsiteX358" fmla="*/ 587788 w 942975"/>
                <a:gd name="connsiteY358" fmla="*/ 77343 h 781050"/>
                <a:gd name="connsiteX359" fmla="*/ 584168 w 942975"/>
                <a:gd name="connsiteY359" fmla="*/ 79819 h 781050"/>
                <a:gd name="connsiteX360" fmla="*/ 583025 w 942975"/>
                <a:gd name="connsiteY360" fmla="*/ 80105 h 781050"/>
                <a:gd name="connsiteX361" fmla="*/ 582168 w 942975"/>
                <a:gd name="connsiteY361" fmla="*/ 79915 h 781050"/>
                <a:gd name="connsiteX362" fmla="*/ 581597 w 942975"/>
                <a:gd name="connsiteY362" fmla="*/ 79153 h 781050"/>
                <a:gd name="connsiteX363" fmla="*/ 580835 w 942975"/>
                <a:gd name="connsiteY363" fmla="*/ 78391 h 781050"/>
                <a:gd name="connsiteX364" fmla="*/ 579977 w 942975"/>
                <a:gd name="connsiteY364" fmla="*/ 78010 h 781050"/>
                <a:gd name="connsiteX365" fmla="*/ 577025 w 942975"/>
                <a:gd name="connsiteY365" fmla="*/ 77914 h 781050"/>
                <a:gd name="connsiteX366" fmla="*/ 575596 w 942975"/>
                <a:gd name="connsiteY366" fmla="*/ 77533 h 781050"/>
                <a:gd name="connsiteX367" fmla="*/ 574262 w 942975"/>
                <a:gd name="connsiteY367" fmla="*/ 77438 h 781050"/>
                <a:gd name="connsiteX368" fmla="*/ 573119 w 942975"/>
                <a:gd name="connsiteY368" fmla="*/ 77819 h 781050"/>
                <a:gd name="connsiteX369" fmla="*/ 571310 w 942975"/>
                <a:gd name="connsiteY369" fmla="*/ 78772 h 781050"/>
                <a:gd name="connsiteX370" fmla="*/ 570071 w 942975"/>
                <a:gd name="connsiteY370" fmla="*/ 79248 h 781050"/>
                <a:gd name="connsiteX371" fmla="*/ 568643 w 942975"/>
                <a:gd name="connsiteY371" fmla="*/ 79343 h 781050"/>
                <a:gd name="connsiteX372" fmla="*/ 567500 w 942975"/>
                <a:gd name="connsiteY372" fmla="*/ 79057 h 781050"/>
                <a:gd name="connsiteX373" fmla="*/ 566642 w 942975"/>
                <a:gd name="connsiteY373" fmla="*/ 78581 h 781050"/>
                <a:gd name="connsiteX374" fmla="*/ 565785 w 942975"/>
                <a:gd name="connsiteY374" fmla="*/ 77724 h 781050"/>
                <a:gd name="connsiteX375" fmla="*/ 565023 w 942975"/>
                <a:gd name="connsiteY375" fmla="*/ 76676 h 781050"/>
                <a:gd name="connsiteX376" fmla="*/ 564166 w 942975"/>
                <a:gd name="connsiteY376" fmla="*/ 75914 h 781050"/>
                <a:gd name="connsiteX377" fmla="*/ 563308 w 942975"/>
                <a:gd name="connsiteY377" fmla="*/ 75438 h 781050"/>
                <a:gd name="connsiteX378" fmla="*/ 561880 w 942975"/>
                <a:gd name="connsiteY378" fmla="*/ 75247 h 781050"/>
                <a:gd name="connsiteX379" fmla="*/ 561213 w 942975"/>
                <a:gd name="connsiteY379" fmla="*/ 75343 h 781050"/>
                <a:gd name="connsiteX380" fmla="*/ 560642 w 942975"/>
                <a:gd name="connsiteY380" fmla="*/ 76009 h 781050"/>
                <a:gd name="connsiteX381" fmla="*/ 559784 w 942975"/>
                <a:gd name="connsiteY381" fmla="*/ 77819 h 781050"/>
                <a:gd name="connsiteX382" fmla="*/ 558927 w 942975"/>
                <a:gd name="connsiteY382" fmla="*/ 78486 h 781050"/>
                <a:gd name="connsiteX383" fmla="*/ 558546 w 942975"/>
                <a:gd name="connsiteY383" fmla="*/ 78296 h 781050"/>
                <a:gd name="connsiteX384" fmla="*/ 558260 w 942975"/>
                <a:gd name="connsiteY384" fmla="*/ 77248 h 781050"/>
                <a:gd name="connsiteX385" fmla="*/ 558070 w 942975"/>
                <a:gd name="connsiteY385" fmla="*/ 75819 h 781050"/>
                <a:gd name="connsiteX386" fmla="*/ 557498 w 942975"/>
                <a:gd name="connsiteY386" fmla="*/ 74485 h 781050"/>
                <a:gd name="connsiteX387" fmla="*/ 554355 w 942975"/>
                <a:gd name="connsiteY387" fmla="*/ 69818 h 781050"/>
                <a:gd name="connsiteX388" fmla="*/ 551879 w 942975"/>
                <a:gd name="connsiteY388" fmla="*/ 65151 h 781050"/>
                <a:gd name="connsiteX389" fmla="*/ 551783 w 942975"/>
                <a:gd name="connsiteY389" fmla="*/ 64865 h 781050"/>
                <a:gd name="connsiteX390" fmla="*/ 551593 w 942975"/>
                <a:gd name="connsiteY390" fmla="*/ 63532 h 781050"/>
                <a:gd name="connsiteX391" fmla="*/ 551593 w 942975"/>
                <a:gd name="connsiteY391" fmla="*/ 62293 h 781050"/>
                <a:gd name="connsiteX392" fmla="*/ 551783 w 942975"/>
                <a:gd name="connsiteY392" fmla="*/ 60769 h 781050"/>
                <a:gd name="connsiteX393" fmla="*/ 552164 w 942975"/>
                <a:gd name="connsiteY393" fmla="*/ 59722 h 781050"/>
                <a:gd name="connsiteX394" fmla="*/ 553212 w 942975"/>
                <a:gd name="connsiteY394" fmla="*/ 59150 h 781050"/>
                <a:gd name="connsiteX395" fmla="*/ 554641 w 942975"/>
                <a:gd name="connsiteY395" fmla="*/ 58960 h 781050"/>
                <a:gd name="connsiteX396" fmla="*/ 565976 w 942975"/>
                <a:gd name="connsiteY396" fmla="*/ 59722 h 781050"/>
                <a:gd name="connsiteX397" fmla="*/ 567309 w 942975"/>
                <a:gd name="connsiteY397" fmla="*/ 59531 h 781050"/>
                <a:gd name="connsiteX398" fmla="*/ 568262 w 942975"/>
                <a:gd name="connsiteY398" fmla="*/ 59055 h 781050"/>
                <a:gd name="connsiteX399" fmla="*/ 568547 w 942975"/>
                <a:gd name="connsiteY399" fmla="*/ 58007 h 781050"/>
                <a:gd name="connsiteX400" fmla="*/ 568071 w 942975"/>
                <a:gd name="connsiteY400" fmla="*/ 57055 h 781050"/>
                <a:gd name="connsiteX401" fmla="*/ 567309 w 942975"/>
                <a:gd name="connsiteY401" fmla="*/ 56007 h 781050"/>
                <a:gd name="connsiteX402" fmla="*/ 566737 w 942975"/>
                <a:gd name="connsiteY402" fmla="*/ 54673 h 781050"/>
                <a:gd name="connsiteX403" fmla="*/ 566642 w 942975"/>
                <a:gd name="connsiteY403" fmla="*/ 52959 h 781050"/>
                <a:gd name="connsiteX404" fmla="*/ 566833 w 942975"/>
                <a:gd name="connsiteY404" fmla="*/ 51149 h 781050"/>
                <a:gd name="connsiteX405" fmla="*/ 566833 w 942975"/>
                <a:gd name="connsiteY405" fmla="*/ 49339 h 781050"/>
                <a:gd name="connsiteX406" fmla="*/ 565595 w 942975"/>
                <a:gd name="connsiteY406" fmla="*/ 40576 h 781050"/>
                <a:gd name="connsiteX407" fmla="*/ 565214 w 942975"/>
                <a:gd name="connsiteY407" fmla="*/ 39243 h 781050"/>
                <a:gd name="connsiteX408" fmla="*/ 564452 w 942975"/>
                <a:gd name="connsiteY408" fmla="*/ 38195 h 781050"/>
                <a:gd name="connsiteX409" fmla="*/ 563308 w 942975"/>
                <a:gd name="connsiteY409" fmla="*/ 37433 h 781050"/>
                <a:gd name="connsiteX410" fmla="*/ 560737 w 942975"/>
                <a:gd name="connsiteY410" fmla="*/ 36481 h 781050"/>
                <a:gd name="connsiteX411" fmla="*/ 560070 w 942975"/>
                <a:gd name="connsiteY411" fmla="*/ 36100 h 781050"/>
                <a:gd name="connsiteX412" fmla="*/ 559784 w 942975"/>
                <a:gd name="connsiteY412" fmla="*/ 35528 h 781050"/>
                <a:gd name="connsiteX413" fmla="*/ 559499 w 942975"/>
                <a:gd name="connsiteY413" fmla="*/ 35052 h 781050"/>
                <a:gd name="connsiteX414" fmla="*/ 559308 w 942975"/>
                <a:gd name="connsiteY414" fmla="*/ 34290 h 781050"/>
                <a:gd name="connsiteX415" fmla="*/ 558832 w 942975"/>
                <a:gd name="connsiteY415" fmla="*/ 33433 h 781050"/>
                <a:gd name="connsiteX416" fmla="*/ 558165 w 942975"/>
                <a:gd name="connsiteY416" fmla="*/ 32671 h 781050"/>
                <a:gd name="connsiteX417" fmla="*/ 556641 w 942975"/>
                <a:gd name="connsiteY417" fmla="*/ 31813 h 781050"/>
                <a:gd name="connsiteX418" fmla="*/ 555117 w 942975"/>
                <a:gd name="connsiteY418" fmla="*/ 31528 h 781050"/>
                <a:gd name="connsiteX419" fmla="*/ 540353 w 942975"/>
                <a:gd name="connsiteY419" fmla="*/ 30956 h 781050"/>
                <a:gd name="connsiteX420" fmla="*/ 538448 w 942975"/>
                <a:gd name="connsiteY420" fmla="*/ 31528 h 781050"/>
                <a:gd name="connsiteX421" fmla="*/ 537210 w 942975"/>
                <a:gd name="connsiteY421" fmla="*/ 32671 h 781050"/>
                <a:gd name="connsiteX422" fmla="*/ 536162 w 942975"/>
                <a:gd name="connsiteY422" fmla="*/ 34195 h 781050"/>
                <a:gd name="connsiteX423" fmla="*/ 534924 w 942975"/>
                <a:gd name="connsiteY423" fmla="*/ 35147 h 781050"/>
                <a:gd name="connsiteX424" fmla="*/ 531685 w 942975"/>
                <a:gd name="connsiteY424" fmla="*/ 35814 h 781050"/>
                <a:gd name="connsiteX425" fmla="*/ 530924 w 942975"/>
                <a:gd name="connsiteY425" fmla="*/ 36290 h 781050"/>
                <a:gd name="connsiteX426" fmla="*/ 529971 w 942975"/>
                <a:gd name="connsiteY426" fmla="*/ 38100 h 781050"/>
                <a:gd name="connsiteX427" fmla="*/ 529304 w 942975"/>
                <a:gd name="connsiteY427" fmla="*/ 38957 h 781050"/>
                <a:gd name="connsiteX428" fmla="*/ 528447 w 942975"/>
                <a:gd name="connsiteY428" fmla="*/ 39624 h 781050"/>
                <a:gd name="connsiteX429" fmla="*/ 527209 w 942975"/>
                <a:gd name="connsiteY429" fmla="*/ 40100 h 781050"/>
                <a:gd name="connsiteX430" fmla="*/ 526256 w 942975"/>
                <a:gd name="connsiteY430" fmla="*/ 40100 h 781050"/>
                <a:gd name="connsiteX431" fmla="*/ 525494 w 942975"/>
                <a:gd name="connsiteY431" fmla="*/ 39814 h 781050"/>
                <a:gd name="connsiteX432" fmla="*/ 524828 w 942975"/>
                <a:gd name="connsiteY432" fmla="*/ 39243 h 781050"/>
                <a:gd name="connsiteX433" fmla="*/ 524351 w 942975"/>
                <a:gd name="connsiteY433" fmla="*/ 38576 h 781050"/>
                <a:gd name="connsiteX434" fmla="*/ 524066 w 942975"/>
                <a:gd name="connsiteY434" fmla="*/ 38005 h 781050"/>
                <a:gd name="connsiteX435" fmla="*/ 523494 w 942975"/>
                <a:gd name="connsiteY435" fmla="*/ 37529 h 781050"/>
                <a:gd name="connsiteX436" fmla="*/ 522637 w 942975"/>
                <a:gd name="connsiteY436" fmla="*/ 36957 h 781050"/>
                <a:gd name="connsiteX437" fmla="*/ 521208 w 942975"/>
                <a:gd name="connsiteY437" fmla="*/ 36671 h 781050"/>
                <a:gd name="connsiteX438" fmla="*/ 515303 w 942975"/>
                <a:gd name="connsiteY438" fmla="*/ 37243 h 781050"/>
                <a:gd name="connsiteX439" fmla="*/ 509968 w 942975"/>
                <a:gd name="connsiteY439" fmla="*/ 38671 h 781050"/>
                <a:gd name="connsiteX440" fmla="*/ 505301 w 942975"/>
                <a:gd name="connsiteY440" fmla="*/ 40957 h 781050"/>
                <a:gd name="connsiteX441" fmla="*/ 492443 w 942975"/>
                <a:gd name="connsiteY441" fmla="*/ 50387 h 781050"/>
                <a:gd name="connsiteX442" fmla="*/ 490347 w 942975"/>
                <a:gd name="connsiteY442" fmla="*/ 51054 h 781050"/>
                <a:gd name="connsiteX443" fmla="*/ 483870 w 942975"/>
                <a:gd name="connsiteY443" fmla="*/ 50959 h 781050"/>
                <a:gd name="connsiteX444" fmla="*/ 480536 w 942975"/>
                <a:gd name="connsiteY444" fmla="*/ 52578 h 781050"/>
                <a:gd name="connsiteX445" fmla="*/ 478155 w 942975"/>
                <a:gd name="connsiteY445" fmla="*/ 55435 h 781050"/>
                <a:gd name="connsiteX446" fmla="*/ 477583 w 942975"/>
                <a:gd name="connsiteY446" fmla="*/ 58769 h 781050"/>
                <a:gd name="connsiteX447" fmla="*/ 477488 w 942975"/>
                <a:gd name="connsiteY447" fmla="*/ 60388 h 781050"/>
                <a:gd name="connsiteX448" fmla="*/ 477298 w 942975"/>
                <a:gd name="connsiteY448" fmla="*/ 61246 h 781050"/>
                <a:gd name="connsiteX449" fmla="*/ 477203 w 942975"/>
                <a:gd name="connsiteY449" fmla="*/ 63913 h 781050"/>
                <a:gd name="connsiteX450" fmla="*/ 477203 w 942975"/>
                <a:gd name="connsiteY450" fmla="*/ 64389 h 781050"/>
                <a:gd name="connsiteX451" fmla="*/ 477203 w 942975"/>
                <a:gd name="connsiteY451" fmla="*/ 64770 h 781050"/>
                <a:gd name="connsiteX452" fmla="*/ 477107 w 942975"/>
                <a:gd name="connsiteY452" fmla="*/ 65246 h 781050"/>
                <a:gd name="connsiteX453" fmla="*/ 476917 w 942975"/>
                <a:gd name="connsiteY453" fmla="*/ 65818 h 781050"/>
                <a:gd name="connsiteX454" fmla="*/ 476250 w 942975"/>
                <a:gd name="connsiteY454" fmla="*/ 67437 h 781050"/>
                <a:gd name="connsiteX455" fmla="*/ 475297 w 942975"/>
                <a:gd name="connsiteY455" fmla="*/ 68485 h 781050"/>
                <a:gd name="connsiteX456" fmla="*/ 473869 w 942975"/>
                <a:gd name="connsiteY456" fmla="*/ 69723 h 781050"/>
                <a:gd name="connsiteX457" fmla="*/ 473012 w 942975"/>
                <a:gd name="connsiteY457" fmla="*/ 70866 h 781050"/>
                <a:gd name="connsiteX458" fmla="*/ 470726 w 942975"/>
                <a:gd name="connsiteY458" fmla="*/ 75819 h 781050"/>
                <a:gd name="connsiteX459" fmla="*/ 469678 w 942975"/>
                <a:gd name="connsiteY459" fmla="*/ 76962 h 781050"/>
                <a:gd name="connsiteX460" fmla="*/ 468439 w 942975"/>
                <a:gd name="connsiteY460" fmla="*/ 77914 h 781050"/>
                <a:gd name="connsiteX461" fmla="*/ 463963 w 942975"/>
                <a:gd name="connsiteY461" fmla="*/ 80391 h 781050"/>
                <a:gd name="connsiteX462" fmla="*/ 461201 w 942975"/>
                <a:gd name="connsiteY462" fmla="*/ 82486 h 781050"/>
                <a:gd name="connsiteX463" fmla="*/ 460058 w 942975"/>
                <a:gd name="connsiteY463" fmla="*/ 83725 h 781050"/>
                <a:gd name="connsiteX464" fmla="*/ 459676 w 942975"/>
                <a:gd name="connsiteY464" fmla="*/ 84677 h 781050"/>
                <a:gd name="connsiteX465" fmla="*/ 459867 w 942975"/>
                <a:gd name="connsiteY465" fmla="*/ 85915 h 781050"/>
                <a:gd name="connsiteX466" fmla="*/ 460343 w 942975"/>
                <a:gd name="connsiteY466" fmla="*/ 87249 h 781050"/>
                <a:gd name="connsiteX467" fmla="*/ 461962 w 942975"/>
                <a:gd name="connsiteY467" fmla="*/ 90583 h 781050"/>
                <a:gd name="connsiteX468" fmla="*/ 462058 w 942975"/>
                <a:gd name="connsiteY468" fmla="*/ 95821 h 781050"/>
                <a:gd name="connsiteX469" fmla="*/ 461010 w 942975"/>
                <a:gd name="connsiteY469" fmla="*/ 98012 h 781050"/>
                <a:gd name="connsiteX470" fmla="*/ 459962 w 942975"/>
                <a:gd name="connsiteY470" fmla="*/ 99727 h 781050"/>
                <a:gd name="connsiteX471" fmla="*/ 458819 w 942975"/>
                <a:gd name="connsiteY471" fmla="*/ 101060 h 781050"/>
                <a:gd name="connsiteX472" fmla="*/ 457391 w 942975"/>
                <a:gd name="connsiteY472" fmla="*/ 101822 h 781050"/>
                <a:gd name="connsiteX473" fmla="*/ 449104 w 942975"/>
                <a:gd name="connsiteY473" fmla="*/ 102775 h 781050"/>
                <a:gd name="connsiteX474" fmla="*/ 447008 w 942975"/>
                <a:gd name="connsiteY474" fmla="*/ 103251 h 781050"/>
                <a:gd name="connsiteX475" fmla="*/ 444056 w 942975"/>
                <a:gd name="connsiteY475" fmla="*/ 104584 h 781050"/>
                <a:gd name="connsiteX476" fmla="*/ 442151 w 942975"/>
                <a:gd name="connsiteY476" fmla="*/ 106299 h 781050"/>
                <a:gd name="connsiteX477" fmla="*/ 440722 w 942975"/>
                <a:gd name="connsiteY477" fmla="*/ 108109 h 781050"/>
                <a:gd name="connsiteX478" fmla="*/ 438436 w 942975"/>
                <a:gd name="connsiteY478" fmla="*/ 111728 h 781050"/>
                <a:gd name="connsiteX479" fmla="*/ 436912 w 942975"/>
                <a:gd name="connsiteY479" fmla="*/ 113538 h 781050"/>
                <a:gd name="connsiteX480" fmla="*/ 433959 w 942975"/>
                <a:gd name="connsiteY480" fmla="*/ 114967 h 781050"/>
                <a:gd name="connsiteX481" fmla="*/ 430244 w 942975"/>
                <a:gd name="connsiteY481" fmla="*/ 116205 h 781050"/>
                <a:gd name="connsiteX482" fmla="*/ 423196 w 942975"/>
                <a:gd name="connsiteY482" fmla="*/ 116776 h 781050"/>
                <a:gd name="connsiteX483" fmla="*/ 419672 w 942975"/>
                <a:gd name="connsiteY483" fmla="*/ 117634 h 781050"/>
                <a:gd name="connsiteX484" fmla="*/ 408146 w 942975"/>
                <a:gd name="connsiteY484" fmla="*/ 116300 h 781050"/>
                <a:gd name="connsiteX485" fmla="*/ 405860 w 942975"/>
                <a:gd name="connsiteY485" fmla="*/ 115252 h 781050"/>
                <a:gd name="connsiteX486" fmla="*/ 403193 w 942975"/>
                <a:gd name="connsiteY486" fmla="*/ 113729 h 781050"/>
                <a:gd name="connsiteX487" fmla="*/ 399097 w 942975"/>
                <a:gd name="connsiteY487" fmla="*/ 108013 h 781050"/>
                <a:gd name="connsiteX488" fmla="*/ 398716 w 942975"/>
                <a:gd name="connsiteY488" fmla="*/ 107156 h 781050"/>
                <a:gd name="connsiteX489" fmla="*/ 398526 w 942975"/>
                <a:gd name="connsiteY489" fmla="*/ 106585 h 781050"/>
                <a:gd name="connsiteX490" fmla="*/ 398526 w 942975"/>
                <a:gd name="connsiteY490" fmla="*/ 106299 h 781050"/>
                <a:gd name="connsiteX491" fmla="*/ 398621 w 942975"/>
                <a:gd name="connsiteY491" fmla="*/ 106013 h 781050"/>
                <a:gd name="connsiteX492" fmla="*/ 398812 w 942975"/>
                <a:gd name="connsiteY492" fmla="*/ 105632 h 781050"/>
                <a:gd name="connsiteX493" fmla="*/ 399193 w 942975"/>
                <a:gd name="connsiteY493" fmla="*/ 105346 h 781050"/>
                <a:gd name="connsiteX494" fmla="*/ 399860 w 942975"/>
                <a:gd name="connsiteY494" fmla="*/ 105251 h 781050"/>
                <a:gd name="connsiteX495" fmla="*/ 400717 w 942975"/>
                <a:gd name="connsiteY495" fmla="*/ 105251 h 781050"/>
                <a:gd name="connsiteX496" fmla="*/ 401764 w 942975"/>
                <a:gd name="connsiteY496" fmla="*/ 105061 h 781050"/>
                <a:gd name="connsiteX497" fmla="*/ 402622 w 942975"/>
                <a:gd name="connsiteY497" fmla="*/ 104489 h 781050"/>
                <a:gd name="connsiteX498" fmla="*/ 403098 w 942975"/>
                <a:gd name="connsiteY498" fmla="*/ 103060 h 781050"/>
                <a:gd name="connsiteX499" fmla="*/ 401860 w 942975"/>
                <a:gd name="connsiteY499" fmla="*/ 97536 h 781050"/>
                <a:gd name="connsiteX500" fmla="*/ 401669 w 942975"/>
                <a:gd name="connsiteY500" fmla="*/ 92297 h 781050"/>
                <a:gd name="connsiteX501" fmla="*/ 399002 w 942975"/>
                <a:gd name="connsiteY501" fmla="*/ 85820 h 781050"/>
                <a:gd name="connsiteX502" fmla="*/ 397383 w 942975"/>
                <a:gd name="connsiteY502" fmla="*/ 82486 h 781050"/>
                <a:gd name="connsiteX503" fmla="*/ 396145 w 942975"/>
                <a:gd name="connsiteY503" fmla="*/ 81343 h 781050"/>
                <a:gd name="connsiteX504" fmla="*/ 394716 w 942975"/>
                <a:gd name="connsiteY504" fmla="*/ 81153 h 781050"/>
                <a:gd name="connsiteX505" fmla="*/ 393383 w 942975"/>
                <a:gd name="connsiteY505" fmla="*/ 81534 h 781050"/>
                <a:gd name="connsiteX506" fmla="*/ 392239 w 942975"/>
                <a:gd name="connsiteY506" fmla="*/ 81725 h 781050"/>
                <a:gd name="connsiteX507" fmla="*/ 391192 w 942975"/>
                <a:gd name="connsiteY507" fmla="*/ 81629 h 781050"/>
                <a:gd name="connsiteX508" fmla="*/ 385096 w 942975"/>
                <a:gd name="connsiteY508" fmla="*/ 80105 h 781050"/>
                <a:gd name="connsiteX509" fmla="*/ 381095 w 942975"/>
                <a:gd name="connsiteY509" fmla="*/ 78486 h 781050"/>
                <a:gd name="connsiteX510" fmla="*/ 379285 w 942975"/>
                <a:gd name="connsiteY510" fmla="*/ 78296 h 781050"/>
                <a:gd name="connsiteX511" fmla="*/ 375857 w 942975"/>
                <a:gd name="connsiteY511" fmla="*/ 78391 h 781050"/>
                <a:gd name="connsiteX512" fmla="*/ 372523 w 942975"/>
                <a:gd name="connsiteY512" fmla="*/ 77438 h 781050"/>
                <a:gd name="connsiteX513" fmla="*/ 365093 w 942975"/>
                <a:gd name="connsiteY513" fmla="*/ 79438 h 781050"/>
                <a:gd name="connsiteX514" fmla="*/ 352711 w 942975"/>
                <a:gd name="connsiteY514" fmla="*/ 80105 h 781050"/>
                <a:gd name="connsiteX515" fmla="*/ 347758 w 942975"/>
                <a:gd name="connsiteY515" fmla="*/ 79819 h 781050"/>
                <a:gd name="connsiteX516" fmla="*/ 343376 w 942975"/>
                <a:gd name="connsiteY516" fmla="*/ 79248 h 781050"/>
                <a:gd name="connsiteX517" fmla="*/ 341566 w 942975"/>
                <a:gd name="connsiteY517" fmla="*/ 79343 h 781050"/>
                <a:gd name="connsiteX518" fmla="*/ 339566 w 942975"/>
                <a:gd name="connsiteY518" fmla="*/ 79819 h 781050"/>
                <a:gd name="connsiteX519" fmla="*/ 336995 w 942975"/>
                <a:gd name="connsiteY519" fmla="*/ 79819 h 781050"/>
                <a:gd name="connsiteX520" fmla="*/ 332899 w 942975"/>
                <a:gd name="connsiteY520" fmla="*/ 80867 h 781050"/>
                <a:gd name="connsiteX521" fmla="*/ 331375 w 942975"/>
                <a:gd name="connsiteY521" fmla="*/ 80867 h 781050"/>
                <a:gd name="connsiteX522" fmla="*/ 326612 w 942975"/>
                <a:gd name="connsiteY522" fmla="*/ 80296 h 781050"/>
                <a:gd name="connsiteX523" fmla="*/ 315182 w 942975"/>
                <a:gd name="connsiteY523" fmla="*/ 80296 h 781050"/>
                <a:gd name="connsiteX524" fmla="*/ 313658 w 942975"/>
                <a:gd name="connsiteY524" fmla="*/ 80010 h 781050"/>
                <a:gd name="connsiteX525" fmla="*/ 312706 w 942975"/>
                <a:gd name="connsiteY525" fmla="*/ 79629 h 781050"/>
                <a:gd name="connsiteX526" fmla="*/ 311277 w 942975"/>
                <a:gd name="connsiteY526" fmla="*/ 79343 h 781050"/>
                <a:gd name="connsiteX527" fmla="*/ 307181 w 942975"/>
                <a:gd name="connsiteY527" fmla="*/ 79724 h 781050"/>
                <a:gd name="connsiteX528" fmla="*/ 295370 w 942975"/>
                <a:gd name="connsiteY528" fmla="*/ 77057 h 781050"/>
                <a:gd name="connsiteX529" fmla="*/ 288893 w 942975"/>
                <a:gd name="connsiteY529" fmla="*/ 74581 h 781050"/>
                <a:gd name="connsiteX530" fmla="*/ 287464 w 942975"/>
                <a:gd name="connsiteY530" fmla="*/ 73819 h 781050"/>
                <a:gd name="connsiteX531" fmla="*/ 286226 w 942975"/>
                <a:gd name="connsiteY531" fmla="*/ 72771 h 781050"/>
                <a:gd name="connsiteX532" fmla="*/ 285274 w 942975"/>
                <a:gd name="connsiteY532" fmla="*/ 71438 h 781050"/>
                <a:gd name="connsiteX533" fmla="*/ 284607 w 942975"/>
                <a:gd name="connsiteY533" fmla="*/ 70009 h 781050"/>
                <a:gd name="connsiteX534" fmla="*/ 283464 w 942975"/>
                <a:gd name="connsiteY534" fmla="*/ 67056 h 781050"/>
                <a:gd name="connsiteX535" fmla="*/ 278987 w 942975"/>
                <a:gd name="connsiteY535" fmla="*/ 60674 h 781050"/>
                <a:gd name="connsiteX536" fmla="*/ 276701 w 942975"/>
                <a:gd name="connsiteY536" fmla="*/ 58293 h 781050"/>
                <a:gd name="connsiteX537" fmla="*/ 275463 w 942975"/>
                <a:gd name="connsiteY537" fmla="*/ 57436 h 781050"/>
                <a:gd name="connsiteX538" fmla="*/ 272510 w 942975"/>
                <a:gd name="connsiteY538" fmla="*/ 55912 h 781050"/>
                <a:gd name="connsiteX539" fmla="*/ 271748 w 942975"/>
                <a:gd name="connsiteY539" fmla="*/ 55626 h 781050"/>
                <a:gd name="connsiteX540" fmla="*/ 266129 w 942975"/>
                <a:gd name="connsiteY540" fmla="*/ 55340 h 781050"/>
                <a:gd name="connsiteX541" fmla="*/ 264414 w 942975"/>
                <a:gd name="connsiteY541" fmla="*/ 54673 h 781050"/>
                <a:gd name="connsiteX542" fmla="*/ 262985 w 942975"/>
                <a:gd name="connsiteY542" fmla="*/ 53721 h 781050"/>
                <a:gd name="connsiteX543" fmla="*/ 261176 w 942975"/>
                <a:gd name="connsiteY543" fmla="*/ 52102 h 781050"/>
                <a:gd name="connsiteX544" fmla="*/ 260128 w 942975"/>
                <a:gd name="connsiteY544" fmla="*/ 51530 h 781050"/>
                <a:gd name="connsiteX545" fmla="*/ 258985 w 942975"/>
                <a:gd name="connsiteY545" fmla="*/ 51149 h 781050"/>
                <a:gd name="connsiteX546" fmla="*/ 255651 w 942975"/>
                <a:gd name="connsiteY546" fmla="*/ 50578 h 781050"/>
                <a:gd name="connsiteX547" fmla="*/ 254318 w 942975"/>
                <a:gd name="connsiteY547" fmla="*/ 50578 h 781050"/>
                <a:gd name="connsiteX548" fmla="*/ 243935 w 942975"/>
                <a:gd name="connsiteY548" fmla="*/ 51530 h 781050"/>
                <a:gd name="connsiteX549" fmla="*/ 240220 w 942975"/>
                <a:gd name="connsiteY549" fmla="*/ 51530 h 781050"/>
                <a:gd name="connsiteX550" fmla="*/ 237553 w 942975"/>
                <a:gd name="connsiteY550" fmla="*/ 51244 h 781050"/>
                <a:gd name="connsiteX551" fmla="*/ 236030 w 942975"/>
                <a:gd name="connsiteY551" fmla="*/ 50482 h 781050"/>
                <a:gd name="connsiteX552" fmla="*/ 234601 w 942975"/>
                <a:gd name="connsiteY552" fmla="*/ 49339 h 781050"/>
                <a:gd name="connsiteX553" fmla="*/ 233458 w 942975"/>
                <a:gd name="connsiteY553" fmla="*/ 48101 h 781050"/>
                <a:gd name="connsiteX554" fmla="*/ 232124 w 942975"/>
                <a:gd name="connsiteY554" fmla="*/ 46958 h 781050"/>
                <a:gd name="connsiteX555" fmla="*/ 226028 w 942975"/>
                <a:gd name="connsiteY555" fmla="*/ 45339 h 781050"/>
                <a:gd name="connsiteX556" fmla="*/ 224123 w 942975"/>
                <a:gd name="connsiteY556" fmla="*/ 44196 h 781050"/>
                <a:gd name="connsiteX557" fmla="*/ 220408 w 942975"/>
                <a:gd name="connsiteY557" fmla="*/ 41148 h 781050"/>
                <a:gd name="connsiteX558" fmla="*/ 217551 w 942975"/>
                <a:gd name="connsiteY558" fmla="*/ 39243 h 781050"/>
                <a:gd name="connsiteX559" fmla="*/ 215932 w 942975"/>
                <a:gd name="connsiteY559" fmla="*/ 38005 h 781050"/>
                <a:gd name="connsiteX560" fmla="*/ 214979 w 942975"/>
                <a:gd name="connsiteY560" fmla="*/ 36862 h 781050"/>
                <a:gd name="connsiteX561" fmla="*/ 214598 w 942975"/>
                <a:gd name="connsiteY561" fmla="*/ 35719 h 781050"/>
                <a:gd name="connsiteX562" fmla="*/ 214312 w 942975"/>
                <a:gd name="connsiteY562" fmla="*/ 32290 h 781050"/>
                <a:gd name="connsiteX563" fmla="*/ 213932 w 942975"/>
                <a:gd name="connsiteY563" fmla="*/ 31147 h 781050"/>
                <a:gd name="connsiteX564" fmla="*/ 212598 w 942975"/>
                <a:gd name="connsiteY564" fmla="*/ 28480 h 781050"/>
                <a:gd name="connsiteX565" fmla="*/ 212122 w 942975"/>
                <a:gd name="connsiteY565" fmla="*/ 27146 h 781050"/>
                <a:gd name="connsiteX566" fmla="*/ 212026 w 942975"/>
                <a:gd name="connsiteY566" fmla="*/ 25241 h 781050"/>
                <a:gd name="connsiteX567" fmla="*/ 212598 w 942975"/>
                <a:gd name="connsiteY567" fmla="*/ 14764 h 781050"/>
                <a:gd name="connsiteX568" fmla="*/ 212884 w 942975"/>
                <a:gd name="connsiteY568" fmla="*/ 13240 h 781050"/>
                <a:gd name="connsiteX569" fmla="*/ 211836 w 942975"/>
                <a:gd name="connsiteY569" fmla="*/ 9620 h 781050"/>
                <a:gd name="connsiteX570" fmla="*/ 205264 w 942975"/>
                <a:gd name="connsiteY570" fmla="*/ 2096 h 781050"/>
                <a:gd name="connsiteX571" fmla="*/ 202883 w 942975"/>
                <a:gd name="connsiteY571" fmla="*/ 0 h 781050"/>
                <a:gd name="connsiteX572" fmla="*/ 201073 w 942975"/>
                <a:gd name="connsiteY572" fmla="*/ 190 h 781050"/>
                <a:gd name="connsiteX573" fmla="*/ 196405 w 942975"/>
                <a:gd name="connsiteY573" fmla="*/ 4572 h 781050"/>
                <a:gd name="connsiteX574" fmla="*/ 195358 w 942975"/>
                <a:gd name="connsiteY574" fmla="*/ 5143 h 781050"/>
                <a:gd name="connsiteX575" fmla="*/ 192786 w 942975"/>
                <a:gd name="connsiteY575" fmla="*/ 5905 h 781050"/>
                <a:gd name="connsiteX576" fmla="*/ 191167 w 942975"/>
                <a:gd name="connsiteY576" fmla="*/ 6667 h 781050"/>
                <a:gd name="connsiteX577" fmla="*/ 189833 w 942975"/>
                <a:gd name="connsiteY577" fmla="*/ 6858 h 781050"/>
                <a:gd name="connsiteX578" fmla="*/ 189262 w 942975"/>
                <a:gd name="connsiteY578" fmla="*/ 7144 h 781050"/>
                <a:gd name="connsiteX579" fmla="*/ 189166 w 942975"/>
                <a:gd name="connsiteY579" fmla="*/ 7525 h 781050"/>
                <a:gd name="connsiteX580" fmla="*/ 189166 w 942975"/>
                <a:gd name="connsiteY580" fmla="*/ 8287 h 781050"/>
                <a:gd name="connsiteX581" fmla="*/ 189071 w 942975"/>
                <a:gd name="connsiteY581" fmla="*/ 9144 h 781050"/>
                <a:gd name="connsiteX582" fmla="*/ 188690 w 942975"/>
                <a:gd name="connsiteY582" fmla="*/ 9715 h 781050"/>
                <a:gd name="connsiteX583" fmla="*/ 186690 w 942975"/>
                <a:gd name="connsiteY583" fmla="*/ 10858 h 781050"/>
                <a:gd name="connsiteX584" fmla="*/ 184595 w 942975"/>
                <a:gd name="connsiteY584" fmla="*/ 11621 h 781050"/>
                <a:gd name="connsiteX585" fmla="*/ 182213 w 942975"/>
                <a:gd name="connsiteY585" fmla="*/ 12097 h 781050"/>
                <a:gd name="connsiteX586" fmla="*/ 179451 w 942975"/>
                <a:gd name="connsiteY586" fmla="*/ 12192 h 781050"/>
                <a:gd name="connsiteX587" fmla="*/ 176974 w 942975"/>
                <a:gd name="connsiteY587" fmla="*/ 11716 h 781050"/>
                <a:gd name="connsiteX588" fmla="*/ 173260 w 942975"/>
                <a:gd name="connsiteY588" fmla="*/ 9430 h 781050"/>
                <a:gd name="connsiteX589" fmla="*/ 170688 w 942975"/>
                <a:gd name="connsiteY589" fmla="*/ 8858 h 781050"/>
                <a:gd name="connsiteX590" fmla="*/ 162878 w 942975"/>
                <a:gd name="connsiteY590" fmla="*/ 10287 h 781050"/>
                <a:gd name="connsiteX591" fmla="*/ 152876 w 942975"/>
                <a:gd name="connsiteY591" fmla="*/ 15240 h 781050"/>
                <a:gd name="connsiteX592" fmla="*/ 151828 w 942975"/>
                <a:gd name="connsiteY592" fmla="*/ 16859 h 781050"/>
                <a:gd name="connsiteX593" fmla="*/ 149257 w 942975"/>
                <a:gd name="connsiteY593" fmla="*/ 18479 h 781050"/>
                <a:gd name="connsiteX594" fmla="*/ 146304 w 942975"/>
                <a:gd name="connsiteY594" fmla="*/ 19431 h 781050"/>
                <a:gd name="connsiteX595" fmla="*/ 144208 w 942975"/>
                <a:gd name="connsiteY595" fmla="*/ 19050 h 781050"/>
                <a:gd name="connsiteX596" fmla="*/ 140970 w 942975"/>
                <a:gd name="connsiteY596" fmla="*/ 20955 h 781050"/>
                <a:gd name="connsiteX597" fmla="*/ 136589 w 942975"/>
                <a:gd name="connsiteY597" fmla="*/ 22384 h 781050"/>
                <a:gd name="connsiteX598" fmla="*/ 135541 w 942975"/>
                <a:gd name="connsiteY598" fmla="*/ 22574 h 781050"/>
                <a:gd name="connsiteX599" fmla="*/ 133826 w 942975"/>
                <a:gd name="connsiteY599" fmla="*/ 23241 h 781050"/>
                <a:gd name="connsiteX600" fmla="*/ 132493 w 942975"/>
                <a:gd name="connsiteY600" fmla="*/ 26098 h 781050"/>
                <a:gd name="connsiteX601" fmla="*/ 132302 w 942975"/>
                <a:gd name="connsiteY601" fmla="*/ 27146 h 781050"/>
                <a:gd name="connsiteX602" fmla="*/ 132397 w 942975"/>
                <a:gd name="connsiteY602" fmla="*/ 28480 h 781050"/>
                <a:gd name="connsiteX603" fmla="*/ 133350 w 942975"/>
                <a:gd name="connsiteY603" fmla="*/ 31909 h 781050"/>
                <a:gd name="connsiteX604" fmla="*/ 133445 w 942975"/>
                <a:gd name="connsiteY604" fmla="*/ 33528 h 781050"/>
                <a:gd name="connsiteX605" fmla="*/ 133160 w 942975"/>
                <a:gd name="connsiteY605" fmla="*/ 35242 h 781050"/>
                <a:gd name="connsiteX606" fmla="*/ 133636 w 942975"/>
                <a:gd name="connsiteY606" fmla="*/ 37147 h 781050"/>
                <a:gd name="connsiteX607" fmla="*/ 134588 w 942975"/>
                <a:gd name="connsiteY607" fmla="*/ 38386 h 781050"/>
                <a:gd name="connsiteX608" fmla="*/ 135922 w 942975"/>
                <a:gd name="connsiteY608" fmla="*/ 39243 h 781050"/>
                <a:gd name="connsiteX609" fmla="*/ 137065 w 942975"/>
                <a:gd name="connsiteY609" fmla="*/ 40481 h 781050"/>
                <a:gd name="connsiteX610" fmla="*/ 137255 w 942975"/>
                <a:gd name="connsiteY610" fmla="*/ 42386 h 781050"/>
                <a:gd name="connsiteX611" fmla="*/ 136112 w 942975"/>
                <a:gd name="connsiteY611" fmla="*/ 46292 h 781050"/>
                <a:gd name="connsiteX612" fmla="*/ 134017 w 942975"/>
                <a:gd name="connsiteY612" fmla="*/ 48292 h 781050"/>
                <a:gd name="connsiteX613" fmla="*/ 131921 w 942975"/>
                <a:gd name="connsiteY613" fmla="*/ 49244 h 781050"/>
                <a:gd name="connsiteX614" fmla="*/ 128397 w 942975"/>
                <a:gd name="connsiteY614" fmla="*/ 49625 h 781050"/>
                <a:gd name="connsiteX615" fmla="*/ 127445 w 942975"/>
                <a:gd name="connsiteY615" fmla="*/ 50292 h 781050"/>
                <a:gd name="connsiteX616" fmla="*/ 127159 w 942975"/>
                <a:gd name="connsiteY616" fmla="*/ 51244 h 781050"/>
                <a:gd name="connsiteX617" fmla="*/ 127826 w 942975"/>
                <a:gd name="connsiteY617" fmla="*/ 53054 h 781050"/>
                <a:gd name="connsiteX618" fmla="*/ 128492 w 942975"/>
                <a:gd name="connsiteY618" fmla="*/ 54388 h 781050"/>
                <a:gd name="connsiteX619" fmla="*/ 131921 w 942975"/>
                <a:gd name="connsiteY619" fmla="*/ 58483 h 781050"/>
                <a:gd name="connsiteX620" fmla="*/ 132778 w 942975"/>
                <a:gd name="connsiteY620" fmla="*/ 60007 h 781050"/>
                <a:gd name="connsiteX621" fmla="*/ 134112 w 942975"/>
                <a:gd name="connsiteY621" fmla="*/ 62770 h 781050"/>
                <a:gd name="connsiteX622" fmla="*/ 134588 w 942975"/>
                <a:gd name="connsiteY622" fmla="*/ 63532 h 781050"/>
                <a:gd name="connsiteX623" fmla="*/ 135160 w 942975"/>
                <a:gd name="connsiteY623" fmla="*/ 64008 h 781050"/>
                <a:gd name="connsiteX624" fmla="*/ 135922 w 942975"/>
                <a:gd name="connsiteY624" fmla="*/ 63913 h 781050"/>
                <a:gd name="connsiteX625" fmla="*/ 139255 w 942975"/>
                <a:gd name="connsiteY625" fmla="*/ 62389 h 781050"/>
                <a:gd name="connsiteX626" fmla="*/ 147066 w 942975"/>
                <a:gd name="connsiteY626" fmla="*/ 61150 h 781050"/>
                <a:gd name="connsiteX627" fmla="*/ 150685 w 942975"/>
                <a:gd name="connsiteY627" fmla="*/ 59531 h 781050"/>
                <a:gd name="connsiteX628" fmla="*/ 155353 w 942975"/>
                <a:gd name="connsiteY628" fmla="*/ 58102 h 781050"/>
                <a:gd name="connsiteX629" fmla="*/ 158020 w 942975"/>
                <a:gd name="connsiteY629" fmla="*/ 57721 h 781050"/>
                <a:gd name="connsiteX630" fmla="*/ 160210 w 942975"/>
                <a:gd name="connsiteY630" fmla="*/ 57626 h 781050"/>
                <a:gd name="connsiteX631" fmla="*/ 168402 w 942975"/>
                <a:gd name="connsiteY631" fmla="*/ 58483 h 781050"/>
                <a:gd name="connsiteX632" fmla="*/ 169640 w 942975"/>
                <a:gd name="connsiteY632" fmla="*/ 58198 h 781050"/>
                <a:gd name="connsiteX633" fmla="*/ 170307 w 942975"/>
                <a:gd name="connsiteY633" fmla="*/ 57626 h 781050"/>
                <a:gd name="connsiteX634" fmla="*/ 170688 w 942975"/>
                <a:gd name="connsiteY634" fmla="*/ 56959 h 781050"/>
                <a:gd name="connsiteX635" fmla="*/ 171069 w 942975"/>
                <a:gd name="connsiteY635" fmla="*/ 56579 h 781050"/>
                <a:gd name="connsiteX636" fmla="*/ 171641 w 942975"/>
                <a:gd name="connsiteY636" fmla="*/ 56388 h 781050"/>
                <a:gd name="connsiteX637" fmla="*/ 172783 w 942975"/>
                <a:gd name="connsiteY637" fmla="*/ 56197 h 781050"/>
                <a:gd name="connsiteX638" fmla="*/ 173831 w 942975"/>
                <a:gd name="connsiteY638" fmla="*/ 56483 h 781050"/>
                <a:gd name="connsiteX639" fmla="*/ 174498 w 942975"/>
                <a:gd name="connsiteY639" fmla="*/ 56769 h 781050"/>
                <a:gd name="connsiteX640" fmla="*/ 175355 w 942975"/>
                <a:gd name="connsiteY640" fmla="*/ 57531 h 781050"/>
                <a:gd name="connsiteX641" fmla="*/ 176117 w 942975"/>
                <a:gd name="connsiteY641" fmla="*/ 58388 h 781050"/>
                <a:gd name="connsiteX642" fmla="*/ 176879 w 942975"/>
                <a:gd name="connsiteY642" fmla="*/ 59150 h 781050"/>
                <a:gd name="connsiteX643" fmla="*/ 177927 w 942975"/>
                <a:gd name="connsiteY643" fmla="*/ 59341 h 781050"/>
                <a:gd name="connsiteX644" fmla="*/ 182308 w 942975"/>
                <a:gd name="connsiteY644" fmla="*/ 58483 h 781050"/>
                <a:gd name="connsiteX645" fmla="*/ 183451 w 942975"/>
                <a:gd name="connsiteY645" fmla="*/ 58102 h 781050"/>
                <a:gd name="connsiteX646" fmla="*/ 184595 w 942975"/>
                <a:gd name="connsiteY646" fmla="*/ 57626 h 781050"/>
                <a:gd name="connsiteX647" fmla="*/ 186499 w 942975"/>
                <a:gd name="connsiteY647" fmla="*/ 56388 h 781050"/>
                <a:gd name="connsiteX648" fmla="*/ 187357 w 942975"/>
                <a:gd name="connsiteY648" fmla="*/ 56007 h 781050"/>
                <a:gd name="connsiteX649" fmla="*/ 188119 w 942975"/>
                <a:gd name="connsiteY649" fmla="*/ 55817 h 781050"/>
                <a:gd name="connsiteX650" fmla="*/ 188785 w 942975"/>
                <a:gd name="connsiteY650" fmla="*/ 55912 h 781050"/>
                <a:gd name="connsiteX651" fmla="*/ 189166 w 942975"/>
                <a:gd name="connsiteY651" fmla="*/ 56197 h 781050"/>
                <a:gd name="connsiteX652" fmla="*/ 189452 w 942975"/>
                <a:gd name="connsiteY652" fmla="*/ 56769 h 781050"/>
                <a:gd name="connsiteX653" fmla="*/ 190119 w 942975"/>
                <a:gd name="connsiteY653" fmla="*/ 58388 h 781050"/>
                <a:gd name="connsiteX654" fmla="*/ 190405 w 942975"/>
                <a:gd name="connsiteY654" fmla="*/ 59341 h 781050"/>
                <a:gd name="connsiteX655" fmla="*/ 190595 w 942975"/>
                <a:gd name="connsiteY655" fmla="*/ 60388 h 781050"/>
                <a:gd name="connsiteX656" fmla="*/ 190500 w 942975"/>
                <a:gd name="connsiteY656" fmla="*/ 61531 h 781050"/>
                <a:gd name="connsiteX657" fmla="*/ 190119 w 942975"/>
                <a:gd name="connsiteY657" fmla="*/ 62484 h 781050"/>
                <a:gd name="connsiteX658" fmla="*/ 189452 w 942975"/>
                <a:gd name="connsiteY658" fmla="*/ 63246 h 781050"/>
                <a:gd name="connsiteX659" fmla="*/ 188214 w 942975"/>
                <a:gd name="connsiteY659" fmla="*/ 64294 h 781050"/>
                <a:gd name="connsiteX660" fmla="*/ 186404 w 942975"/>
                <a:gd name="connsiteY660" fmla="*/ 65437 h 781050"/>
                <a:gd name="connsiteX661" fmla="*/ 183642 w 942975"/>
                <a:gd name="connsiteY661" fmla="*/ 66770 h 781050"/>
                <a:gd name="connsiteX662" fmla="*/ 168402 w 942975"/>
                <a:gd name="connsiteY662" fmla="*/ 71056 h 781050"/>
                <a:gd name="connsiteX663" fmla="*/ 167164 w 942975"/>
                <a:gd name="connsiteY663" fmla="*/ 71056 h 781050"/>
                <a:gd name="connsiteX664" fmla="*/ 165926 w 942975"/>
                <a:gd name="connsiteY664" fmla="*/ 70866 h 781050"/>
                <a:gd name="connsiteX665" fmla="*/ 163163 w 942975"/>
                <a:gd name="connsiteY665" fmla="*/ 69628 h 781050"/>
                <a:gd name="connsiteX666" fmla="*/ 162020 w 942975"/>
                <a:gd name="connsiteY666" fmla="*/ 69247 h 781050"/>
                <a:gd name="connsiteX667" fmla="*/ 160687 w 942975"/>
                <a:gd name="connsiteY667" fmla="*/ 69723 h 781050"/>
                <a:gd name="connsiteX668" fmla="*/ 159353 w 942975"/>
                <a:gd name="connsiteY668" fmla="*/ 70961 h 781050"/>
                <a:gd name="connsiteX669" fmla="*/ 156686 w 942975"/>
                <a:gd name="connsiteY669" fmla="*/ 74009 h 781050"/>
                <a:gd name="connsiteX670" fmla="*/ 154876 w 942975"/>
                <a:gd name="connsiteY670" fmla="*/ 75438 h 781050"/>
                <a:gd name="connsiteX671" fmla="*/ 152876 w 942975"/>
                <a:gd name="connsiteY671" fmla="*/ 76581 h 781050"/>
                <a:gd name="connsiteX672" fmla="*/ 151257 w 942975"/>
                <a:gd name="connsiteY672" fmla="*/ 78105 h 781050"/>
                <a:gd name="connsiteX673" fmla="*/ 149638 w 942975"/>
                <a:gd name="connsiteY673" fmla="*/ 80677 h 781050"/>
                <a:gd name="connsiteX674" fmla="*/ 147733 w 942975"/>
                <a:gd name="connsiteY674" fmla="*/ 88773 h 781050"/>
                <a:gd name="connsiteX675" fmla="*/ 146495 w 942975"/>
                <a:gd name="connsiteY675" fmla="*/ 90868 h 781050"/>
                <a:gd name="connsiteX676" fmla="*/ 145447 w 942975"/>
                <a:gd name="connsiteY676" fmla="*/ 91440 h 781050"/>
                <a:gd name="connsiteX677" fmla="*/ 138970 w 942975"/>
                <a:gd name="connsiteY677" fmla="*/ 93821 h 781050"/>
                <a:gd name="connsiteX678" fmla="*/ 137541 w 942975"/>
                <a:gd name="connsiteY678" fmla="*/ 94012 h 781050"/>
                <a:gd name="connsiteX679" fmla="*/ 136493 w 942975"/>
                <a:gd name="connsiteY679" fmla="*/ 93726 h 781050"/>
                <a:gd name="connsiteX680" fmla="*/ 134683 w 942975"/>
                <a:gd name="connsiteY680" fmla="*/ 91821 h 781050"/>
                <a:gd name="connsiteX681" fmla="*/ 133731 w 942975"/>
                <a:gd name="connsiteY681" fmla="*/ 91535 h 781050"/>
                <a:gd name="connsiteX682" fmla="*/ 132778 w 942975"/>
                <a:gd name="connsiteY682" fmla="*/ 92107 h 781050"/>
                <a:gd name="connsiteX683" fmla="*/ 131921 w 942975"/>
                <a:gd name="connsiteY683" fmla="*/ 94107 h 781050"/>
                <a:gd name="connsiteX684" fmla="*/ 130207 w 942975"/>
                <a:gd name="connsiteY684" fmla="*/ 100108 h 781050"/>
                <a:gd name="connsiteX685" fmla="*/ 128968 w 942975"/>
                <a:gd name="connsiteY685" fmla="*/ 101727 h 781050"/>
                <a:gd name="connsiteX686" fmla="*/ 127635 w 942975"/>
                <a:gd name="connsiteY686" fmla="*/ 102489 h 781050"/>
                <a:gd name="connsiteX687" fmla="*/ 126397 w 942975"/>
                <a:gd name="connsiteY687" fmla="*/ 102775 h 781050"/>
                <a:gd name="connsiteX688" fmla="*/ 125063 w 942975"/>
                <a:gd name="connsiteY688" fmla="*/ 103251 h 781050"/>
                <a:gd name="connsiteX689" fmla="*/ 123920 w 942975"/>
                <a:gd name="connsiteY689" fmla="*/ 103822 h 781050"/>
                <a:gd name="connsiteX690" fmla="*/ 122968 w 942975"/>
                <a:gd name="connsiteY690" fmla="*/ 104584 h 781050"/>
                <a:gd name="connsiteX691" fmla="*/ 120968 w 942975"/>
                <a:gd name="connsiteY691" fmla="*/ 106394 h 781050"/>
                <a:gd name="connsiteX692" fmla="*/ 120777 w 942975"/>
                <a:gd name="connsiteY692" fmla="*/ 106585 h 781050"/>
                <a:gd name="connsiteX693" fmla="*/ 120396 w 942975"/>
                <a:gd name="connsiteY693" fmla="*/ 106489 h 781050"/>
                <a:gd name="connsiteX694" fmla="*/ 119824 w 942975"/>
                <a:gd name="connsiteY694" fmla="*/ 106299 h 781050"/>
                <a:gd name="connsiteX695" fmla="*/ 118967 w 942975"/>
                <a:gd name="connsiteY695" fmla="*/ 106013 h 781050"/>
                <a:gd name="connsiteX696" fmla="*/ 117920 w 942975"/>
                <a:gd name="connsiteY696" fmla="*/ 105632 h 781050"/>
                <a:gd name="connsiteX697" fmla="*/ 116967 w 942975"/>
                <a:gd name="connsiteY697" fmla="*/ 105537 h 781050"/>
                <a:gd name="connsiteX698" fmla="*/ 115919 w 942975"/>
                <a:gd name="connsiteY698" fmla="*/ 105823 h 781050"/>
                <a:gd name="connsiteX699" fmla="*/ 115062 w 942975"/>
                <a:gd name="connsiteY699" fmla="*/ 106299 h 781050"/>
                <a:gd name="connsiteX700" fmla="*/ 114205 w 942975"/>
                <a:gd name="connsiteY700" fmla="*/ 106585 h 781050"/>
                <a:gd name="connsiteX701" fmla="*/ 113347 w 942975"/>
                <a:gd name="connsiteY701" fmla="*/ 106394 h 781050"/>
                <a:gd name="connsiteX702" fmla="*/ 107061 w 942975"/>
                <a:gd name="connsiteY702" fmla="*/ 102870 h 781050"/>
                <a:gd name="connsiteX703" fmla="*/ 105823 w 942975"/>
                <a:gd name="connsiteY703" fmla="*/ 102489 h 781050"/>
                <a:gd name="connsiteX704" fmla="*/ 104870 w 942975"/>
                <a:gd name="connsiteY704" fmla="*/ 102394 h 781050"/>
                <a:gd name="connsiteX705" fmla="*/ 104299 w 942975"/>
                <a:gd name="connsiteY705" fmla="*/ 102775 h 781050"/>
                <a:gd name="connsiteX706" fmla="*/ 104108 w 942975"/>
                <a:gd name="connsiteY706" fmla="*/ 103346 h 781050"/>
                <a:gd name="connsiteX707" fmla="*/ 104203 w 942975"/>
                <a:gd name="connsiteY707" fmla="*/ 104013 h 781050"/>
                <a:gd name="connsiteX708" fmla="*/ 105061 w 942975"/>
                <a:gd name="connsiteY708" fmla="*/ 105346 h 781050"/>
                <a:gd name="connsiteX709" fmla="*/ 109442 w 942975"/>
                <a:gd name="connsiteY709" fmla="*/ 109633 h 781050"/>
                <a:gd name="connsiteX710" fmla="*/ 113633 w 942975"/>
                <a:gd name="connsiteY710" fmla="*/ 112109 h 781050"/>
                <a:gd name="connsiteX711" fmla="*/ 115633 w 942975"/>
                <a:gd name="connsiteY711" fmla="*/ 112204 h 781050"/>
                <a:gd name="connsiteX712" fmla="*/ 117157 w 942975"/>
                <a:gd name="connsiteY712" fmla="*/ 112204 h 781050"/>
                <a:gd name="connsiteX713" fmla="*/ 118396 w 942975"/>
                <a:gd name="connsiteY713" fmla="*/ 111633 h 781050"/>
                <a:gd name="connsiteX714" fmla="*/ 119443 w 942975"/>
                <a:gd name="connsiteY714" fmla="*/ 111633 h 781050"/>
                <a:gd name="connsiteX715" fmla="*/ 120682 w 942975"/>
                <a:gd name="connsiteY715" fmla="*/ 111728 h 781050"/>
                <a:gd name="connsiteX716" fmla="*/ 121825 w 942975"/>
                <a:gd name="connsiteY716" fmla="*/ 112204 h 781050"/>
                <a:gd name="connsiteX717" fmla="*/ 122872 w 942975"/>
                <a:gd name="connsiteY717" fmla="*/ 113062 h 781050"/>
                <a:gd name="connsiteX718" fmla="*/ 124206 w 942975"/>
                <a:gd name="connsiteY718" fmla="*/ 114871 h 781050"/>
                <a:gd name="connsiteX719" fmla="*/ 124778 w 942975"/>
                <a:gd name="connsiteY719" fmla="*/ 116014 h 781050"/>
                <a:gd name="connsiteX720" fmla="*/ 126111 w 942975"/>
                <a:gd name="connsiteY720" fmla="*/ 117824 h 781050"/>
                <a:gd name="connsiteX721" fmla="*/ 129826 w 942975"/>
                <a:gd name="connsiteY721" fmla="*/ 119253 h 781050"/>
                <a:gd name="connsiteX722" fmla="*/ 131635 w 942975"/>
                <a:gd name="connsiteY722" fmla="*/ 119634 h 781050"/>
                <a:gd name="connsiteX723" fmla="*/ 132588 w 942975"/>
                <a:gd name="connsiteY723" fmla="*/ 120872 h 781050"/>
                <a:gd name="connsiteX724" fmla="*/ 134398 w 942975"/>
                <a:gd name="connsiteY724" fmla="*/ 123825 h 781050"/>
                <a:gd name="connsiteX725" fmla="*/ 136589 w 942975"/>
                <a:gd name="connsiteY725" fmla="*/ 126397 h 781050"/>
                <a:gd name="connsiteX726" fmla="*/ 138208 w 942975"/>
                <a:gd name="connsiteY726" fmla="*/ 128111 h 781050"/>
                <a:gd name="connsiteX727" fmla="*/ 139637 w 942975"/>
                <a:gd name="connsiteY727" fmla="*/ 129064 h 781050"/>
                <a:gd name="connsiteX728" fmla="*/ 140684 w 942975"/>
                <a:gd name="connsiteY728" fmla="*/ 130016 h 781050"/>
                <a:gd name="connsiteX729" fmla="*/ 141446 w 942975"/>
                <a:gd name="connsiteY729" fmla="*/ 131540 h 781050"/>
                <a:gd name="connsiteX730" fmla="*/ 142494 w 942975"/>
                <a:gd name="connsiteY730" fmla="*/ 136017 h 781050"/>
                <a:gd name="connsiteX731" fmla="*/ 143637 w 942975"/>
                <a:gd name="connsiteY731" fmla="*/ 138303 h 781050"/>
                <a:gd name="connsiteX732" fmla="*/ 144685 w 942975"/>
                <a:gd name="connsiteY732" fmla="*/ 141256 h 781050"/>
                <a:gd name="connsiteX733" fmla="*/ 145637 w 942975"/>
                <a:gd name="connsiteY733" fmla="*/ 150781 h 781050"/>
                <a:gd name="connsiteX734" fmla="*/ 145637 w 942975"/>
                <a:gd name="connsiteY734" fmla="*/ 152781 h 781050"/>
                <a:gd name="connsiteX735" fmla="*/ 145351 w 942975"/>
                <a:gd name="connsiteY735" fmla="*/ 154591 h 781050"/>
                <a:gd name="connsiteX736" fmla="*/ 144875 w 942975"/>
                <a:gd name="connsiteY736" fmla="*/ 156210 h 781050"/>
                <a:gd name="connsiteX737" fmla="*/ 144208 w 942975"/>
                <a:gd name="connsiteY737" fmla="*/ 157639 h 781050"/>
                <a:gd name="connsiteX738" fmla="*/ 143066 w 942975"/>
                <a:gd name="connsiteY738" fmla="*/ 158877 h 781050"/>
                <a:gd name="connsiteX739" fmla="*/ 137351 w 942975"/>
                <a:gd name="connsiteY739" fmla="*/ 163259 h 781050"/>
                <a:gd name="connsiteX740" fmla="*/ 134017 w 942975"/>
                <a:gd name="connsiteY740" fmla="*/ 166783 h 781050"/>
                <a:gd name="connsiteX741" fmla="*/ 133922 w 942975"/>
                <a:gd name="connsiteY741" fmla="*/ 167640 h 781050"/>
                <a:gd name="connsiteX742" fmla="*/ 134112 w 942975"/>
                <a:gd name="connsiteY742" fmla="*/ 169926 h 781050"/>
                <a:gd name="connsiteX743" fmla="*/ 133922 w 942975"/>
                <a:gd name="connsiteY743" fmla="*/ 171450 h 781050"/>
                <a:gd name="connsiteX744" fmla="*/ 133541 w 942975"/>
                <a:gd name="connsiteY744" fmla="*/ 172974 h 781050"/>
                <a:gd name="connsiteX745" fmla="*/ 132874 w 942975"/>
                <a:gd name="connsiteY745" fmla="*/ 174403 h 781050"/>
                <a:gd name="connsiteX746" fmla="*/ 131921 w 942975"/>
                <a:gd name="connsiteY746" fmla="*/ 175546 h 781050"/>
                <a:gd name="connsiteX747" fmla="*/ 130493 w 942975"/>
                <a:gd name="connsiteY747" fmla="*/ 176308 h 781050"/>
                <a:gd name="connsiteX748" fmla="*/ 128587 w 942975"/>
                <a:gd name="connsiteY748" fmla="*/ 177070 h 781050"/>
                <a:gd name="connsiteX749" fmla="*/ 125539 w 942975"/>
                <a:gd name="connsiteY749" fmla="*/ 178594 h 781050"/>
                <a:gd name="connsiteX750" fmla="*/ 122682 w 942975"/>
                <a:gd name="connsiteY750" fmla="*/ 180404 h 781050"/>
                <a:gd name="connsiteX751" fmla="*/ 121253 w 942975"/>
                <a:gd name="connsiteY751" fmla="*/ 180880 h 781050"/>
                <a:gd name="connsiteX752" fmla="*/ 115157 w 942975"/>
                <a:gd name="connsiteY752" fmla="*/ 181261 h 781050"/>
                <a:gd name="connsiteX753" fmla="*/ 114109 w 942975"/>
                <a:gd name="connsiteY753" fmla="*/ 181165 h 781050"/>
                <a:gd name="connsiteX754" fmla="*/ 113157 w 942975"/>
                <a:gd name="connsiteY754" fmla="*/ 180689 h 781050"/>
                <a:gd name="connsiteX755" fmla="*/ 112395 w 942975"/>
                <a:gd name="connsiteY755" fmla="*/ 179832 h 781050"/>
                <a:gd name="connsiteX756" fmla="*/ 109633 w 942975"/>
                <a:gd name="connsiteY756" fmla="*/ 175736 h 781050"/>
                <a:gd name="connsiteX757" fmla="*/ 108109 w 942975"/>
                <a:gd name="connsiteY757" fmla="*/ 174403 h 781050"/>
                <a:gd name="connsiteX758" fmla="*/ 106204 w 942975"/>
                <a:gd name="connsiteY758" fmla="*/ 173164 h 781050"/>
                <a:gd name="connsiteX759" fmla="*/ 102680 w 942975"/>
                <a:gd name="connsiteY759" fmla="*/ 171450 h 781050"/>
                <a:gd name="connsiteX760" fmla="*/ 98298 w 942975"/>
                <a:gd name="connsiteY760" fmla="*/ 168307 h 781050"/>
                <a:gd name="connsiteX761" fmla="*/ 97726 w 942975"/>
                <a:gd name="connsiteY761" fmla="*/ 167926 h 781050"/>
                <a:gd name="connsiteX762" fmla="*/ 96679 w 942975"/>
                <a:gd name="connsiteY762" fmla="*/ 167545 h 781050"/>
                <a:gd name="connsiteX763" fmla="*/ 96012 w 942975"/>
                <a:gd name="connsiteY763" fmla="*/ 167164 h 781050"/>
                <a:gd name="connsiteX764" fmla="*/ 95345 w 942975"/>
                <a:gd name="connsiteY764" fmla="*/ 166592 h 781050"/>
                <a:gd name="connsiteX765" fmla="*/ 94107 w 942975"/>
                <a:gd name="connsiteY765" fmla="*/ 163544 h 781050"/>
                <a:gd name="connsiteX766" fmla="*/ 93535 w 942975"/>
                <a:gd name="connsiteY766" fmla="*/ 162592 h 781050"/>
                <a:gd name="connsiteX767" fmla="*/ 92774 w 942975"/>
                <a:gd name="connsiteY767" fmla="*/ 161830 h 781050"/>
                <a:gd name="connsiteX768" fmla="*/ 92107 w 942975"/>
                <a:gd name="connsiteY768" fmla="*/ 161449 h 781050"/>
                <a:gd name="connsiteX769" fmla="*/ 91154 w 942975"/>
                <a:gd name="connsiteY769" fmla="*/ 161544 h 781050"/>
                <a:gd name="connsiteX770" fmla="*/ 90583 w 942975"/>
                <a:gd name="connsiteY770" fmla="*/ 161925 h 781050"/>
                <a:gd name="connsiteX771" fmla="*/ 90011 w 942975"/>
                <a:gd name="connsiteY771" fmla="*/ 162687 h 781050"/>
                <a:gd name="connsiteX772" fmla="*/ 88773 w 942975"/>
                <a:gd name="connsiteY772" fmla="*/ 165925 h 781050"/>
                <a:gd name="connsiteX773" fmla="*/ 87154 w 942975"/>
                <a:gd name="connsiteY773" fmla="*/ 167640 h 781050"/>
                <a:gd name="connsiteX774" fmla="*/ 83344 w 942975"/>
                <a:gd name="connsiteY774" fmla="*/ 168973 h 781050"/>
                <a:gd name="connsiteX775" fmla="*/ 82582 w 942975"/>
                <a:gd name="connsiteY775" fmla="*/ 169735 h 781050"/>
                <a:gd name="connsiteX776" fmla="*/ 82487 w 942975"/>
                <a:gd name="connsiteY776" fmla="*/ 170307 h 781050"/>
                <a:gd name="connsiteX777" fmla="*/ 82772 w 942975"/>
                <a:gd name="connsiteY777" fmla="*/ 171069 h 781050"/>
                <a:gd name="connsiteX778" fmla="*/ 83439 w 942975"/>
                <a:gd name="connsiteY778" fmla="*/ 171545 h 781050"/>
                <a:gd name="connsiteX779" fmla="*/ 84296 w 942975"/>
                <a:gd name="connsiteY779" fmla="*/ 171736 h 781050"/>
                <a:gd name="connsiteX780" fmla="*/ 85439 w 942975"/>
                <a:gd name="connsiteY780" fmla="*/ 171736 h 781050"/>
                <a:gd name="connsiteX781" fmla="*/ 86296 w 942975"/>
                <a:gd name="connsiteY781" fmla="*/ 171831 h 781050"/>
                <a:gd name="connsiteX782" fmla="*/ 87058 w 942975"/>
                <a:gd name="connsiteY782" fmla="*/ 172117 h 781050"/>
                <a:gd name="connsiteX783" fmla="*/ 87440 w 942975"/>
                <a:gd name="connsiteY783" fmla="*/ 172498 h 781050"/>
                <a:gd name="connsiteX784" fmla="*/ 87630 w 942975"/>
                <a:gd name="connsiteY784" fmla="*/ 173260 h 781050"/>
                <a:gd name="connsiteX785" fmla="*/ 88011 w 942975"/>
                <a:gd name="connsiteY785" fmla="*/ 176022 h 781050"/>
                <a:gd name="connsiteX786" fmla="*/ 88201 w 942975"/>
                <a:gd name="connsiteY786" fmla="*/ 176784 h 781050"/>
                <a:gd name="connsiteX787" fmla="*/ 88582 w 942975"/>
                <a:gd name="connsiteY787" fmla="*/ 177165 h 781050"/>
                <a:gd name="connsiteX788" fmla="*/ 89154 w 942975"/>
                <a:gd name="connsiteY788" fmla="*/ 177451 h 781050"/>
                <a:gd name="connsiteX789" fmla="*/ 89821 w 942975"/>
                <a:gd name="connsiteY789" fmla="*/ 177641 h 781050"/>
                <a:gd name="connsiteX790" fmla="*/ 91154 w 942975"/>
                <a:gd name="connsiteY790" fmla="*/ 177832 h 781050"/>
                <a:gd name="connsiteX791" fmla="*/ 91630 w 942975"/>
                <a:gd name="connsiteY791" fmla="*/ 177927 h 781050"/>
                <a:gd name="connsiteX792" fmla="*/ 92012 w 942975"/>
                <a:gd name="connsiteY792" fmla="*/ 178213 h 781050"/>
                <a:gd name="connsiteX793" fmla="*/ 92202 w 942975"/>
                <a:gd name="connsiteY793" fmla="*/ 178784 h 781050"/>
                <a:gd name="connsiteX794" fmla="*/ 92488 w 942975"/>
                <a:gd name="connsiteY794" fmla="*/ 179451 h 781050"/>
                <a:gd name="connsiteX795" fmla="*/ 93440 w 942975"/>
                <a:gd name="connsiteY795" fmla="*/ 183928 h 781050"/>
                <a:gd name="connsiteX796" fmla="*/ 92869 w 942975"/>
                <a:gd name="connsiteY796" fmla="*/ 186118 h 781050"/>
                <a:gd name="connsiteX797" fmla="*/ 91440 w 942975"/>
                <a:gd name="connsiteY797" fmla="*/ 189167 h 781050"/>
                <a:gd name="connsiteX798" fmla="*/ 85820 w 942975"/>
                <a:gd name="connsiteY798" fmla="*/ 198596 h 781050"/>
                <a:gd name="connsiteX799" fmla="*/ 82582 w 942975"/>
                <a:gd name="connsiteY799" fmla="*/ 203073 h 781050"/>
                <a:gd name="connsiteX800" fmla="*/ 82105 w 942975"/>
                <a:gd name="connsiteY800" fmla="*/ 204692 h 781050"/>
                <a:gd name="connsiteX801" fmla="*/ 82391 w 942975"/>
                <a:gd name="connsiteY801" fmla="*/ 205454 h 781050"/>
                <a:gd name="connsiteX802" fmla="*/ 82868 w 942975"/>
                <a:gd name="connsiteY802" fmla="*/ 205930 h 781050"/>
                <a:gd name="connsiteX803" fmla="*/ 83915 w 942975"/>
                <a:gd name="connsiteY803" fmla="*/ 206311 h 781050"/>
                <a:gd name="connsiteX804" fmla="*/ 84296 w 942975"/>
                <a:gd name="connsiteY804" fmla="*/ 206597 h 781050"/>
                <a:gd name="connsiteX805" fmla="*/ 84677 w 942975"/>
                <a:gd name="connsiteY805" fmla="*/ 207169 h 781050"/>
                <a:gd name="connsiteX806" fmla="*/ 84963 w 942975"/>
                <a:gd name="connsiteY806" fmla="*/ 208121 h 781050"/>
                <a:gd name="connsiteX807" fmla="*/ 85058 w 942975"/>
                <a:gd name="connsiteY807" fmla="*/ 209169 h 781050"/>
                <a:gd name="connsiteX808" fmla="*/ 85153 w 942975"/>
                <a:gd name="connsiteY808" fmla="*/ 210979 h 781050"/>
                <a:gd name="connsiteX809" fmla="*/ 85916 w 942975"/>
                <a:gd name="connsiteY809" fmla="*/ 216884 h 781050"/>
                <a:gd name="connsiteX810" fmla="*/ 85725 w 942975"/>
                <a:gd name="connsiteY810" fmla="*/ 218599 h 781050"/>
                <a:gd name="connsiteX811" fmla="*/ 85344 w 942975"/>
                <a:gd name="connsiteY811" fmla="*/ 220027 h 781050"/>
                <a:gd name="connsiteX812" fmla="*/ 84296 w 942975"/>
                <a:gd name="connsiteY812" fmla="*/ 222028 h 781050"/>
                <a:gd name="connsiteX813" fmla="*/ 84106 w 942975"/>
                <a:gd name="connsiteY813" fmla="*/ 223171 h 781050"/>
                <a:gd name="connsiteX814" fmla="*/ 84106 w 942975"/>
                <a:gd name="connsiteY814" fmla="*/ 224314 h 781050"/>
                <a:gd name="connsiteX815" fmla="*/ 84772 w 942975"/>
                <a:gd name="connsiteY815" fmla="*/ 226219 h 781050"/>
                <a:gd name="connsiteX816" fmla="*/ 84677 w 942975"/>
                <a:gd name="connsiteY816" fmla="*/ 227171 h 781050"/>
                <a:gd name="connsiteX817" fmla="*/ 84106 w 942975"/>
                <a:gd name="connsiteY817" fmla="*/ 227933 h 781050"/>
                <a:gd name="connsiteX818" fmla="*/ 82487 w 942975"/>
                <a:gd name="connsiteY818" fmla="*/ 228124 h 781050"/>
                <a:gd name="connsiteX819" fmla="*/ 81439 w 942975"/>
                <a:gd name="connsiteY819" fmla="*/ 228029 h 781050"/>
                <a:gd name="connsiteX820" fmla="*/ 79439 w 942975"/>
                <a:gd name="connsiteY820" fmla="*/ 227457 h 781050"/>
                <a:gd name="connsiteX821" fmla="*/ 71819 w 942975"/>
                <a:gd name="connsiteY821" fmla="*/ 226314 h 781050"/>
                <a:gd name="connsiteX822" fmla="*/ 70771 w 942975"/>
                <a:gd name="connsiteY822" fmla="*/ 226600 h 781050"/>
                <a:gd name="connsiteX823" fmla="*/ 69914 w 942975"/>
                <a:gd name="connsiteY823" fmla="*/ 227171 h 781050"/>
                <a:gd name="connsiteX824" fmla="*/ 69056 w 942975"/>
                <a:gd name="connsiteY824" fmla="*/ 228505 h 781050"/>
                <a:gd name="connsiteX825" fmla="*/ 68770 w 942975"/>
                <a:gd name="connsiteY825" fmla="*/ 229552 h 781050"/>
                <a:gd name="connsiteX826" fmla="*/ 68675 w 942975"/>
                <a:gd name="connsiteY826" fmla="*/ 230410 h 781050"/>
                <a:gd name="connsiteX827" fmla="*/ 68770 w 942975"/>
                <a:gd name="connsiteY827" fmla="*/ 231267 h 781050"/>
                <a:gd name="connsiteX828" fmla="*/ 68770 w 942975"/>
                <a:gd name="connsiteY828" fmla="*/ 232124 h 781050"/>
                <a:gd name="connsiteX829" fmla="*/ 68580 w 942975"/>
                <a:gd name="connsiteY829" fmla="*/ 233077 h 781050"/>
                <a:gd name="connsiteX830" fmla="*/ 67913 w 942975"/>
                <a:gd name="connsiteY830" fmla="*/ 233934 h 781050"/>
                <a:gd name="connsiteX831" fmla="*/ 67151 w 942975"/>
                <a:gd name="connsiteY831" fmla="*/ 234601 h 781050"/>
                <a:gd name="connsiteX832" fmla="*/ 65437 w 942975"/>
                <a:gd name="connsiteY832" fmla="*/ 235553 h 781050"/>
                <a:gd name="connsiteX833" fmla="*/ 63818 w 942975"/>
                <a:gd name="connsiteY833" fmla="*/ 236125 h 781050"/>
                <a:gd name="connsiteX834" fmla="*/ 62770 w 942975"/>
                <a:gd name="connsiteY834" fmla="*/ 236410 h 781050"/>
                <a:gd name="connsiteX835" fmla="*/ 59626 w 942975"/>
                <a:gd name="connsiteY835" fmla="*/ 235934 h 781050"/>
                <a:gd name="connsiteX836" fmla="*/ 59912 w 942975"/>
                <a:gd name="connsiteY836" fmla="*/ 240506 h 781050"/>
                <a:gd name="connsiteX837" fmla="*/ 59626 w 942975"/>
                <a:gd name="connsiteY837" fmla="*/ 242411 h 781050"/>
                <a:gd name="connsiteX838" fmla="*/ 59055 w 942975"/>
                <a:gd name="connsiteY838" fmla="*/ 244221 h 781050"/>
                <a:gd name="connsiteX839" fmla="*/ 58198 w 942975"/>
                <a:gd name="connsiteY839" fmla="*/ 246031 h 781050"/>
                <a:gd name="connsiteX840" fmla="*/ 57531 w 942975"/>
                <a:gd name="connsiteY840" fmla="*/ 246602 h 781050"/>
                <a:gd name="connsiteX841" fmla="*/ 56959 w 942975"/>
                <a:gd name="connsiteY841" fmla="*/ 246793 h 781050"/>
                <a:gd name="connsiteX842" fmla="*/ 56197 w 942975"/>
                <a:gd name="connsiteY842" fmla="*/ 246697 h 781050"/>
                <a:gd name="connsiteX843" fmla="*/ 54769 w 942975"/>
                <a:gd name="connsiteY843" fmla="*/ 245364 h 781050"/>
                <a:gd name="connsiteX844" fmla="*/ 54007 w 942975"/>
                <a:gd name="connsiteY844" fmla="*/ 244411 h 781050"/>
                <a:gd name="connsiteX845" fmla="*/ 53149 w 942975"/>
                <a:gd name="connsiteY845" fmla="*/ 243554 h 781050"/>
                <a:gd name="connsiteX846" fmla="*/ 52388 w 942975"/>
                <a:gd name="connsiteY846" fmla="*/ 243173 h 781050"/>
                <a:gd name="connsiteX847" fmla="*/ 51245 w 942975"/>
                <a:gd name="connsiteY847" fmla="*/ 243173 h 781050"/>
                <a:gd name="connsiteX848" fmla="*/ 50387 w 942975"/>
                <a:gd name="connsiteY848" fmla="*/ 243650 h 781050"/>
                <a:gd name="connsiteX849" fmla="*/ 48863 w 942975"/>
                <a:gd name="connsiteY849" fmla="*/ 244792 h 781050"/>
                <a:gd name="connsiteX850" fmla="*/ 48292 w 942975"/>
                <a:gd name="connsiteY850" fmla="*/ 245078 h 781050"/>
                <a:gd name="connsiteX851" fmla="*/ 47816 w 942975"/>
                <a:gd name="connsiteY851" fmla="*/ 245078 h 781050"/>
                <a:gd name="connsiteX852" fmla="*/ 47244 w 942975"/>
                <a:gd name="connsiteY852" fmla="*/ 244697 h 781050"/>
                <a:gd name="connsiteX853" fmla="*/ 46482 w 942975"/>
                <a:gd name="connsiteY853" fmla="*/ 243840 h 781050"/>
                <a:gd name="connsiteX854" fmla="*/ 45815 w 942975"/>
                <a:gd name="connsiteY854" fmla="*/ 243078 h 781050"/>
                <a:gd name="connsiteX855" fmla="*/ 45053 w 942975"/>
                <a:gd name="connsiteY855" fmla="*/ 242792 h 781050"/>
                <a:gd name="connsiteX856" fmla="*/ 44101 w 942975"/>
                <a:gd name="connsiteY856" fmla="*/ 243173 h 781050"/>
                <a:gd name="connsiteX857" fmla="*/ 42291 w 942975"/>
                <a:gd name="connsiteY857" fmla="*/ 244602 h 781050"/>
                <a:gd name="connsiteX858" fmla="*/ 41339 w 942975"/>
                <a:gd name="connsiteY858" fmla="*/ 245173 h 781050"/>
                <a:gd name="connsiteX859" fmla="*/ 40672 w 942975"/>
                <a:gd name="connsiteY859" fmla="*/ 245269 h 781050"/>
                <a:gd name="connsiteX860" fmla="*/ 40195 w 942975"/>
                <a:gd name="connsiteY860" fmla="*/ 245173 h 781050"/>
                <a:gd name="connsiteX861" fmla="*/ 39338 w 942975"/>
                <a:gd name="connsiteY861" fmla="*/ 244221 h 781050"/>
                <a:gd name="connsiteX862" fmla="*/ 38195 w 942975"/>
                <a:gd name="connsiteY862" fmla="*/ 242411 h 781050"/>
                <a:gd name="connsiteX863" fmla="*/ 37052 w 942975"/>
                <a:gd name="connsiteY863" fmla="*/ 239459 h 781050"/>
                <a:gd name="connsiteX864" fmla="*/ 34385 w 942975"/>
                <a:gd name="connsiteY864" fmla="*/ 234410 h 781050"/>
                <a:gd name="connsiteX865" fmla="*/ 28670 w 942975"/>
                <a:gd name="connsiteY865" fmla="*/ 236887 h 781050"/>
                <a:gd name="connsiteX866" fmla="*/ 25813 w 942975"/>
                <a:gd name="connsiteY866" fmla="*/ 237554 h 781050"/>
                <a:gd name="connsiteX867" fmla="*/ 23908 w 942975"/>
                <a:gd name="connsiteY867" fmla="*/ 237554 h 781050"/>
                <a:gd name="connsiteX868" fmla="*/ 20955 w 942975"/>
                <a:gd name="connsiteY868" fmla="*/ 237268 h 781050"/>
                <a:gd name="connsiteX869" fmla="*/ 20098 w 942975"/>
                <a:gd name="connsiteY869" fmla="*/ 237554 h 781050"/>
                <a:gd name="connsiteX870" fmla="*/ 19336 w 942975"/>
                <a:gd name="connsiteY870" fmla="*/ 238030 h 781050"/>
                <a:gd name="connsiteX871" fmla="*/ 18669 w 942975"/>
                <a:gd name="connsiteY871" fmla="*/ 238601 h 781050"/>
                <a:gd name="connsiteX872" fmla="*/ 18097 w 942975"/>
                <a:gd name="connsiteY872" fmla="*/ 238696 h 781050"/>
                <a:gd name="connsiteX873" fmla="*/ 15430 w 942975"/>
                <a:gd name="connsiteY873" fmla="*/ 237554 h 781050"/>
                <a:gd name="connsiteX874" fmla="*/ 14764 w 942975"/>
                <a:gd name="connsiteY874" fmla="*/ 237649 h 781050"/>
                <a:gd name="connsiteX875" fmla="*/ 14002 w 942975"/>
                <a:gd name="connsiteY875" fmla="*/ 237839 h 781050"/>
                <a:gd name="connsiteX876" fmla="*/ 12573 w 942975"/>
                <a:gd name="connsiteY876" fmla="*/ 238792 h 781050"/>
                <a:gd name="connsiteX877" fmla="*/ 11811 w 942975"/>
                <a:gd name="connsiteY877" fmla="*/ 239459 h 781050"/>
                <a:gd name="connsiteX878" fmla="*/ 9525 w 942975"/>
                <a:gd name="connsiteY878" fmla="*/ 240792 h 781050"/>
                <a:gd name="connsiteX879" fmla="*/ 6763 w 942975"/>
                <a:gd name="connsiteY879" fmla="*/ 241173 h 781050"/>
                <a:gd name="connsiteX880" fmla="*/ 6763 w 942975"/>
                <a:gd name="connsiteY880" fmla="*/ 241173 h 781050"/>
                <a:gd name="connsiteX881" fmla="*/ 6763 w 942975"/>
                <a:gd name="connsiteY881" fmla="*/ 241363 h 781050"/>
                <a:gd name="connsiteX882" fmla="*/ 6763 w 942975"/>
                <a:gd name="connsiteY882" fmla="*/ 248507 h 781050"/>
                <a:gd name="connsiteX883" fmla="*/ 6286 w 942975"/>
                <a:gd name="connsiteY883" fmla="*/ 250317 h 781050"/>
                <a:gd name="connsiteX884" fmla="*/ 5239 w 942975"/>
                <a:gd name="connsiteY884" fmla="*/ 252603 h 781050"/>
                <a:gd name="connsiteX885" fmla="*/ 4096 w 942975"/>
                <a:gd name="connsiteY885" fmla="*/ 254508 h 781050"/>
                <a:gd name="connsiteX886" fmla="*/ 3143 w 942975"/>
                <a:gd name="connsiteY886" fmla="*/ 255270 h 781050"/>
                <a:gd name="connsiteX887" fmla="*/ 1810 w 942975"/>
                <a:gd name="connsiteY887" fmla="*/ 255842 h 781050"/>
                <a:gd name="connsiteX888" fmla="*/ 1524 w 942975"/>
                <a:gd name="connsiteY888" fmla="*/ 257175 h 781050"/>
                <a:gd name="connsiteX889" fmla="*/ 2000 w 942975"/>
                <a:gd name="connsiteY889" fmla="*/ 260318 h 781050"/>
                <a:gd name="connsiteX890" fmla="*/ 1715 w 942975"/>
                <a:gd name="connsiteY890" fmla="*/ 264605 h 781050"/>
                <a:gd name="connsiteX891" fmla="*/ 1143 w 942975"/>
                <a:gd name="connsiteY891" fmla="*/ 266414 h 781050"/>
                <a:gd name="connsiteX892" fmla="*/ 0 w 942975"/>
                <a:gd name="connsiteY892" fmla="*/ 268224 h 781050"/>
                <a:gd name="connsiteX893" fmla="*/ 95 w 942975"/>
                <a:gd name="connsiteY893" fmla="*/ 269462 h 781050"/>
                <a:gd name="connsiteX894" fmla="*/ 2762 w 942975"/>
                <a:gd name="connsiteY894" fmla="*/ 273082 h 781050"/>
                <a:gd name="connsiteX895" fmla="*/ 3524 w 942975"/>
                <a:gd name="connsiteY895" fmla="*/ 274510 h 781050"/>
                <a:gd name="connsiteX896" fmla="*/ 3048 w 942975"/>
                <a:gd name="connsiteY896" fmla="*/ 278987 h 781050"/>
                <a:gd name="connsiteX897" fmla="*/ 3334 w 942975"/>
                <a:gd name="connsiteY897" fmla="*/ 281178 h 781050"/>
                <a:gd name="connsiteX898" fmla="*/ 4763 w 942975"/>
                <a:gd name="connsiteY898" fmla="*/ 280892 h 781050"/>
                <a:gd name="connsiteX899" fmla="*/ 9144 w 942975"/>
                <a:gd name="connsiteY899" fmla="*/ 275368 h 781050"/>
                <a:gd name="connsiteX900" fmla="*/ 9620 w 942975"/>
                <a:gd name="connsiteY900" fmla="*/ 277082 h 781050"/>
                <a:gd name="connsiteX901" fmla="*/ 9811 w 942975"/>
                <a:gd name="connsiteY901" fmla="*/ 278035 h 781050"/>
                <a:gd name="connsiteX902" fmla="*/ 9811 w 942975"/>
                <a:gd name="connsiteY902" fmla="*/ 279178 h 781050"/>
                <a:gd name="connsiteX903" fmla="*/ 9430 w 942975"/>
                <a:gd name="connsiteY903" fmla="*/ 280225 h 781050"/>
                <a:gd name="connsiteX904" fmla="*/ 8668 w 942975"/>
                <a:gd name="connsiteY904" fmla="*/ 280416 h 781050"/>
                <a:gd name="connsiteX905" fmla="*/ 7906 w 942975"/>
                <a:gd name="connsiteY905" fmla="*/ 280511 h 781050"/>
                <a:gd name="connsiteX906" fmla="*/ 7525 w 942975"/>
                <a:gd name="connsiteY906" fmla="*/ 281273 h 781050"/>
                <a:gd name="connsiteX907" fmla="*/ 8001 w 942975"/>
                <a:gd name="connsiteY907" fmla="*/ 283464 h 781050"/>
                <a:gd name="connsiteX908" fmla="*/ 8953 w 942975"/>
                <a:gd name="connsiteY908" fmla="*/ 284988 h 781050"/>
                <a:gd name="connsiteX909" fmla="*/ 8953 w 942975"/>
                <a:gd name="connsiteY909" fmla="*/ 286131 h 781050"/>
                <a:gd name="connsiteX910" fmla="*/ 6763 w 942975"/>
                <a:gd name="connsiteY910" fmla="*/ 287179 h 781050"/>
                <a:gd name="connsiteX911" fmla="*/ 6382 w 942975"/>
                <a:gd name="connsiteY911" fmla="*/ 286036 h 781050"/>
                <a:gd name="connsiteX912" fmla="*/ 5905 w 942975"/>
                <a:gd name="connsiteY912" fmla="*/ 285083 h 781050"/>
                <a:gd name="connsiteX913" fmla="*/ 5144 w 942975"/>
                <a:gd name="connsiteY913" fmla="*/ 284417 h 781050"/>
                <a:gd name="connsiteX914" fmla="*/ 4286 w 942975"/>
                <a:gd name="connsiteY914" fmla="*/ 283845 h 781050"/>
                <a:gd name="connsiteX915" fmla="*/ 6953 w 942975"/>
                <a:gd name="connsiteY915" fmla="*/ 292989 h 781050"/>
                <a:gd name="connsiteX916" fmla="*/ 7906 w 942975"/>
                <a:gd name="connsiteY916" fmla="*/ 298323 h 781050"/>
                <a:gd name="connsiteX917" fmla="*/ 7144 w 942975"/>
                <a:gd name="connsiteY917" fmla="*/ 300609 h 781050"/>
                <a:gd name="connsiteX918" fmla="*/ 8477 w 942975"/>
                <a:gd name="connsiteY918" fmla="*/ 306896 h 781050"/>
                <a:gd name="connsiteX919" fmla="*/ 10668 w 942975"/>
                <a:gd name="connsiteY919" fmla="*/ 309372 h 781050"/>
                <a:gd name="connsiteX920" fmla="*/ 11525 w 942975"/>
                <a:gd name="connsiteY920" fmla="*/ 309848 h 781050"/>
                <a:gd name="connsiteX921" fmla="*/ 12287 w 942975"/>
                <a:gd name="connsiteY921" fmla="*/ 308991 h 781050"/>
                <a:gd name="connsiteX922" fmla="*/ 12192 w 942975"/>
                <a:gd name="connsiteY922" fmla="*/ 308038 h 781050"/>
                <a:gd name="connsiteX923" fmla="*/ 11525 w 942975"/>
                <a:gd name="connsiteY923" fmla="*/ 307181 h 781050"/>
                <a:gd name="connsiteX924" fmla="*/ 9811 w 942975"/>
                <a:gd name="connsiteY924" fmla="*/ 305657 h 781050"/>
                <a:gd name="connsiteX925" fmla="*/ 10477 w 942975"/>
                <a:gd name="connsiteY925" fmla="*/ 304895 h 781050"/>
                <a:gd name="connsiteX926" fmla="*/ 10573 w 942975"/>
                <a:gd name="connsiteY926" fmla="*/ 303943 h 781050"/>
                <a:gd name="connsiteX927" fmla="*/ 10287 w 942975"/>
                <a:gd name="connsiteY927" fmla="*/ 302800 h 781050"/>
                <a:gd name="connsiteX928" fmla="*/ 9811 w 942975"/>
                <a:gd name="connsiteY928" fmla="*/ 301466 h 781050"/>
                <a:gd name="connsiteX929" fmla="*/ 10668 w 942975"/>
                <a:gd name="connsiteY929" fmla="*/ 301466 h 781050"/>
                <a:gd name="connsiteX930" fmla="*/ 12764 w 942975"/>
                <a:gd name="connsiteY930" fmla="*/ 302419 h 781050"/>
                <a:gd name="connsiteX931" fmla="*/ 14002 w 942975"/>
                <a:gd name="connsiteY931" fmla="*/ 303276 h 781050"/>
                <a:gd name="connsiteX932" fmla="*/ 14573 w 942975"/>
                <a:gd name="connsiteY932" fmla="*/ 304324 h 781050"/>
                <a:gd name="connsiteX933" fmla="*/ 14764 w 942975"/>
                <a:gd name="connsiteY933" fmla="*/ 305752 h 781050"/>
                <a:gd name="connsiteX934" fmla="*/ 15240 w 942975"/>
                <a:gd name="connsiteY934" fmla="*/ 306896 h 781050"/>
                <a:gd name="connsiteX935" fmla="*/ 16002 w 942975"/>
                <a:gd name="connsiteY935" fmla="*/ 307657 h 781050"/>
                <a:gd name="connsiteX936" fmla="*/ 16954 w 942975"/>
                <a:gd name="connsiteY936" fmla="*/ 308038 h 781050"/>
                <a:gd name="connsiteX937" fmla="*/ 19241 w 942975"/>
                <a:gd name="connsiteY937" fmla="*/ 307848 h 781050"/>
                <a:gd name="connsiteX938" fmla="*/ 21526 w 942975"/>
                <a:gd name="connsiteY938" fmla="*/ 306896 h 781050"/>
                <a:gd name="connsiteX939" fmla="*/ 23908 w 942975"/>
                <a:gd name="connsiteY939" fmla="*/ 306324 h 781050"/>
                <a:gd name="connsiteX940" fmla="*/ 26575 w 942975"/>
                <a:gd name="connsiteY940" fmla="*/ 307372 h 781050"/>
                <a:gd name="connsiteX941" fmla="*/ 13811 w 942975"/>
                <a:gd name="connsiteY941" fmla="*/ 312515 h 781050"/>
                <a:gd name="connsiteX942" fmla="*/ 12097 w 942975"/>
                <a:gd name="connsiteY942" fmla="*/ 313563 h 781050"/>
                <a:gd name="connsiteX943" fmla="*/ 11240 w 942975"/>
                <a:gd name="connsiteY943" fmla="*/ 315277 h 781050"/>
                <a:gd name="connsiteX944" fmla="*/ 11430 w 942975"/>
                <a:gd name="connsiteY944" fmla="*/ 318230 h 781050"/>
                <a:gd name="connsiteX945" fmla="*/ 12764 w 942975"/>
                <a:gd name="connsiteY945" fmla="*/ 324898 h 781050"/>
                <a:gd name="connsiteX946" fmla="*/ 13145 w 942975"/>
                <a:gd name="connsiteY946" fmla="*/ 326041 h 781050"/>
                <a:gd name="connsiteX947" fmla="*/ 16002 w 942975"/>
                <a:gd name="connsiteY947" fmla="*/ 330327 h 781050"/>
                <a:gd name="connsiteX948" fmla="*/ 17621 w 942975"/>
                <a:gd name="connsiteY948" fmla="*/ 331946 h 781050"/>
                <a:gd name="connsiteX949" fmla="*/ 19526 w 942975"/>
                <a:gd name="connsiteY949" fmla="*/ 332137 h 781050"/>
                <a:gd name="connsiteX950" fmla="*/ 21622 w 942975"/>
                <a:gd name="connsiteY950" fmla="*/ 329946 h 781050"/>
                <a:gd name="connsiteX951" fmla="*/ 23813 w 942975"/>
                <a:gd name="connsiteY951" fmla="*/ 330994 h 781050"/>
                <a:gd name="connsiteX952" fmla="*/ 27051 w 942975"/>
                <a:gd name="connsiteY952" fmla="*/ 333851 h 781050"/>
                <a:gd name="connsiteX953" fmla="*/ 28861 w 942975"/>
                <a:gd name="connsiteY953" fmla="*/ 334994 h 781050"/>
                <a:gd name="connsiteX954" fmla="*/ 30861 w 942975"/>
                <a:gd name="connsiteY954" fmla="*/ 335375 h 781050"/>
                <a:gd name="connsiteX955" fmla="*/ 37147 w 942975"/>
                <a:gd name="connsiteY955" fmla="*/ 334994 h 781050"/>
                <a:gd name="connsiteX956" fmla="*/ 39052 w 942975"/>
                <a:gd name="connsiteY956" fmla="*/ 335756 h 781050"/>
                <a:gd name="connsiteX957" fmla="*/ 40672 w 942975"/>
                <a:gd name="connsiteY957" fmla="*/ 337471 h 781050"/>
                <a:gd name="connsiteX958" fmla="*/ 41910 w 942975"/>
                <a:gd name="connsiteY958" fmla="*/ 339185 h 781050"/>
                <a:gd name="connsiteX959" fmla="*/ 42672 w 942975"/>
                <a:gd name="connsiteY959" fmla="*/ 339947 h 781050"/>
                <a:gd name="connsiteX960" fmla="*/ 43815 w 942975"/>
                <a:gd name="connsiteY960" fmla="*/ 340805 h 781050"/>
                <a:gd name="connsiteX961" fmla="*/ 43720 w 942975"/>
                <a:gd name="connsiteY961" fmla="*/ 342614 h 781050"/>
                <a:gd name="connsiteX962" fmla="*/ 43910 w 942975"/>
                <a:gd name="connsiteY962" fmla="*/ 344614 h 781050"/>
                <a:gd name="connsiteX963" fmla="*/ 46196 w 942975"/>
                <a:gd name="connsiteY963" fmla="*/ 345853 h 781050"/>
                <a:gd name="connsiteX964" fmla="*/ 43529 w 942975"/>
                <a:gd name="connsiteY964" fmla="*/ 347377 h 781050"/>
                <a:gd name="connsiteX965" fmla="*/ 41720 w 942975"/>
                <a:gd name="connsiteY965" fmla="*/ 345091 h 781050"/>
                <a:gd name="connsiteX966" fmla="*/ 39148 w 942975"/>
                <a:gd name="connsiteY966" fmla="*/ 338423 h 781050"/>
                <a:gd name="connsiteX967" fmla="*/ 37338 w 942975"/>
                <a:gd name="connsiteY967" fmla="*/ 336613 h 781050"/>
                <a:gd name="connsiteX968" fmla="*/ 35814 w 942975"/>
                <a:gd name="connsiteY968" fmla="*/ 336423 h 781050"/>
                <a:gd name="connsiteX969" fmla="*/ 34290 w 942975"/>
                <a:gd name="connsiteY969" fmla="*/ 337090 h 781050"/>
                <a:gd name="connsiteX970" fmla="*/ 32480 w 942975"/>
                <a:gd name="connsiteY970" fmla="*/ 337471 h 781050"/>
                <a:gd name="connsiteX971" fmla="*/ 28956 w 942975"/>
                <a:gd name="connsiteY971" fmla="*/ 336994 h 781050"/>
                <a:gd name="connsiteX972" fmla="*/ 27242 w 942975"/>
                <a:gd name="connsiteY972" fmla="*/ 336328 h 781050"/>
                <a:gd name="connsiteX973" fmla="*/ 25146 w 942975"/>
                <a:gd name="connsiteY973" fmla="*/ 333756 h 781050"/>
                <a:gd name="connsiteX974" fmla="*/ 21907 w 942975"/>
                <a:gd name="connsiteY974" fmla="*/ 333470 h 781050"/>
                <a:gd name="connsiteX975" fmla="*/ 15716 w 942975"/>
                <a:gd name="connsiteY975" fmla="*/ 334137 h 781050"/>
                <a:gd name="connsiteX976" fmla="*/ 14573 w 942975"/>
                <a:gd name="connsiteY976" fmla="*/ 335947 h 781050"/>
                <a:gd name="connsiteX977" fmla="*/ 14192 w 942975"/>
                <a:gd name="connsiteY977" fmla="*/ 340042 h 781050"/>
                <a:gd name="connsiteX978" fmla="*/ 14573 w 942975"/>
                <a:gd name="connsiteY978" fmla="*/ 347472 h 781050"/>
                <a:gd name="connsiteX979" fmla="*/ 16193 w 942975"/>
                <a:gd name="connsiteY979" fmla="*/ 345948 h 781050"/>
                <a:gd name="connsiteX980" fmla="*/ 17621 w 942975"/>
                <a:gd name="connsiteY980" fmla="*/ 343376 h 781050"/>
                <a:gd name="connsiteX981" fmla="*/ 19145 w 942975"/>
                <a:gd name="connsiteY981" fmla="*/ 341471 h 781050"/>
                <a:gd name="connsiteX982" fmla="*/ 20860 w 942975"/>
                <a:gd name="connsiteY982" fmla="*/ 341662 h 781050"/>
                <a:gd name="connsiteX983" fmla="*/ 19717 w 942975"/>
                <a:gd name="connsiteY983" fmla="*/ 343090 h 781050"/>
                <a:gd name="connsiteX984" fmla="*/ 17717 w 942975"/>
                <a:gd name="connsiteY984" fmla="*/ 346615 h 781050"/>
                <a:gd name="connsiteX985" fmla="*/ 15526 w 942975"/>
                <a:gd name="connsiteY985" fmla="*/ 351854 h 781050"/>
                <a:gd name="connsiteX986" fmla="*/ 15240 w 942975"/>
                <a:gd name="connsiteY986" fmla="*/ 352996 h 781050"/>
                <a:gd name="connsiteX987" fmla="*/ 15621 w 942975"/>
                <a:gd name="connsiteY987" fmla="*/ 354139 h 781050"/>
                <a:gd name="connsiteX988" fmla="*/ 16478 w 942975"/>
                <a:gd name="connsiteY988" fmla="*/ 354139 h 781050"/>
                <a:gd name="connsiteX989" fmla="*/ 17335 w 942975"/>
                <a:gd name="connsiteY989" fmla="*/ 353282 h 781050"/>
                <a:gd name="connsiteX990" fmla="*/ 18002 w 942975"/>
                <a:gd name="connsiteY990" fmla="*/ 351472 h 781050"/>
                <a:gd name="connsiteX991" fmla="*/ 18669 w 942975"/>
                <a:gd name="connsiteY991" fmla="*/ 350996 h 781050"/>
                <a:gd name="connsiteX992" fmla="*/ 19526 w 942975"/>
                <a:gd name="connsiteY992" fmla="*/ 351092 h 781050"/>
                <a:gd name="connsiteX993" fmla="*/ 20098 w 942975"/>
                <a:gd name="connsiteY993" fmla="*/ 351758 h 781050"/>
                <a:gd name="connsiteX994" fmla="*/ 20002 w 942975"/>
                <a:gd name="connsiteY994" fmla="*/ 352425 h 781050"/>
                <a:gd name="connsiteX995" fmla="*/ 18764 w 942975"/>
                <a:gd name="connsiteY995" fmla="*/ 353663 h 781050"/>
                <a:gd name="connsiteX996" fmla="*/ 18478 w 942975"/>
                <a:gd name="connsiteY996" fmla="*/ 354616 h 781050"/>
                <a:gd name="connsiteX997" fmla="*/ 18764 w 942975"/>
                <a:gd name="connsiteY997" fmla="*/ 355663 h 781050"/>
                <a:gd name="connsiteX998" fmla="*/ 19812 w 942975"/>
                <a:gd name="connsiteY998" fmla="*/ 357950 h 781050"/>
                <a:gd name="connsiteX999" fmla="*/ 20098 w 942975"/>
                <a:gd name="connsiteY999" fmla="*/ 359188 h 781050"/>
                <a:gd name="connsiteX1000" fmla="*/ 19907 w 942975"/>
                <a:gd name="connsiteY1000" fmla="*/ 360617 h 781050"/>
                <a:gd name="connsiteX1001" fmla="*/ 18478 w 942975"/>
                <a:gd name="connsiteY1001" fmla="*/ 364331 h 781050"/>
                <a:gd name="connsiteX1002" fmla="*/ 19812 w 942975"/>
                <a:gd name="connsiteY1002" fmla="*/ 364712 h 781050"/>
                <a:gd name="connsiteX1003" fmla="*/ 20193 w 942975"/>
                <a:gd name="connsiteY1003" fmla="*/ 365950 h 781050"/>
                <a:gd name="connsiteX1004" fmla="*/ 19907 w 942975"/>
                <a:gd name="connsiteY1004" fmla="*/ 367379 h 781050"/>
                <a:gd name="connsiteX1005" fmla="*/ 19336 w 942975"/>
                <a:gd name="connsiteY1005" fmla="*/ 368427 h 781050"/>
                <a:gd name="connsiteX1006" fmla="*/ 18859 w 942975"/>
                <a:gd name="connsiteY1006" fmla="*/ 368141 h 781050"/>
                <a:gd name="connsiteX1007" fmla="*/ 17717 w 942975"/>
                <a:gd name="connsiteY1007" fmla="*/ 367570 h 781050"/>
                <a:gd name="connsiteX1008" fmla="*/ 18002 w 942975"/>
                <a:gd name="connsiteY1008" fmla="*/ 371094 h 781050"/>
                <a:gd name="connsiteX1009" fmla="*/ 17717 w 942975"/>
                <a:gd name="connsiteY1009" fmla="*/ 372523 h 781050"/>
                <a:gd name="connsiteX1010" fmla="*/ 16954 w 942975"/>
                <a:gd name="connsiteY1010" fmla="*/ 374332 h 781050"/>
                <a:gd name="connsiteX1011" fmla="*/ 14669 w 942975"/>
                <a:gd name="connsiteY1011" fmla="*/ 377380 h 781050"/>
                <a:gd name="connsiteX1012" fmla="*/ 14002 w 942975"/>
                <a:gd name="connsiteY1012" fmla="*/ 378809 h 781050"/>
                <a:gd name="connsiteX1013" fmla="*/ 14573 w 942975"/>
                <a:gd name="connsiteY1013" fmla="*/ 380238 h 781050"/>
                <a:gd name="connsiteX1014" fmla="*/ 16002 w 942975"/>
                <a:gd name="connsiteY1014" fmla="*/ 379000 h 781050"/>
                <a:gd name="connsiteX1015" fmla="*/ 16478 w 942975"/>
                <a:gd name="connsiteY1015" fmla="*/ 378428 h 781050"/>
                <a:gd name="connsiteX1016" fmla="*/ 16954 w 942975"/>
                <a:gd name="connsiteY1016" fmla="*/ 377666 h 781050"/>
                <a:gd name="connsiteX1017" fmla="*/ 17717 w 942975"/>
                <a:gd name="connsiteY1017" fmla="*/ 377666 h 781050"/>
                <a:gd name="connsiteX1018" fmla="*/ 18288 w 942975"/>
                <a:gd name="connsiteY1018" fmla="*/ 379476 h 781050"/>
                <a:gd name="connsiteX1019" fmla="*/ 18002 w 942975"/>
                <a:gd name="connsiteY1019" fmla="*/ 380905 h 781050"/>
                <a:gd name="connsiteX1020" fmla="*/ 17621 w 942975"/>
                <a:gd name="connsiteY1020" fmla="*/ 382143 h 781050"/>
                <a:gd name="connsiteX1021" fmla="*/ 17717 w 942975"/>
                <a:gd name="connsiteY1021" fmla="*/ 383476 h 781050"/>
                <a:gd name="connsiteX1022" fmla="*/ 18859 w 942975"/>
                <a:gd name="connsiteY1022" fmla="*/ 385000 h 781050"/>
                <a:gd name="connsiteX1023" fmla="*/ 19812 w 942975"/>
                <a:gd name="connsiteY1023" fmla="*/ 384238 h 781050"/>
                <a:gd name="connsiteX1024" fmla="*/ 20574 w 942975"/>
                <a:gd name="connsiteY1024" fmla="*/ 382429 h 781050"/>
                <a:gd name="connsiteX1025" fmla="*/ 21622 w 942975"/>
                <a:gd name="connsiteY1025" fmla="*/ 377476 h 781050"/>
                <a:gd name="connsiteX1026" fmla="*/ 23336 w 942975"/>
                <a:gd name="connsiteY1026" fmla="*/ 374047 h 781050"/>
                <a:gd name="connsiteX1027" fmla="*/ 25432 w 942975"/>
                <a:gd name="connsiteY1027" fmla="*/ 371094 h 781050"/>
                <a:gd name="connsiteX1028" fmla="*/ 27242 w 942975"/>
                <a:gd name="connsiteY1028" fmla="*/ 369284 h 781050"/>
                <a:gd name="connsiteX1029" fmla="*/ 27908 w 942975"/>
                <a:gd name="connsiteY1029" fmla="*/ 372332 h 781050"/>
                <a:gd name="connsiteX1030" fmla="*/ 27908 w 942975"/>
                <a:gd name="connsiteY1030" fmla="*/ 373475 h 781050"/>
                <a:gd name="connsiteX1031" fmla="*/ 32861 w 942975"/>
                <a:gd name="connsiteY1031" fmla="*/ 368332 h 781050"/>
                <a:gd name="connsiteX1032" fmla="*/ 33909 w 942975"/>
                <a:gd name="connsiteY1032" fmla="*/ 365760 h 781050"/>
                <a:gd name="connsiteX1033" fmla="*/ 32004 w 942975"/>
                <a:gd name="connsiteY1033" fmla="*/ 364331 h 781050"/>
                <a:gd name="connsiteX1034" fmla="*/ 32861 w 942975"/>
                <a:gd name="connsiteY1034" fmla="*/ 362617 h 781050"/>
                <a:gd name="connsiteX1035" fmla="*/ 33052 w 942975"/>
                <a:gd name="connsiteY1035" fmla="*/ 358426 h 781050"/>
                <a:gd name="connsiteX1036" fmla="*/ 34671 w 942975"/>
                <a:gd name="connsiteY1036" fmla="*/ 356806 h 781050"/>
                <a:gd name="connsiteX1037" fmla="*/ 36671 w 942975"/>
                <a:gd name="connsiteY1037" fmla="*/ 352520 h 781050"/>
                <a:gd name="connsiteX1038" fmla="*/ 37528 w 942975"/>
                <a:gd name="connsiteY1038" fmla="*/ 352520 h 781050"/>
                <a:gd name="connsiteX1039" fmla="*/ 36671 w 942975"/>
                <a:gd name="connsiteY1039" fmla="*/ 361379 h 781050"/>
                <a:gd name="connsiteX1040" fmla="*/ 37433 w 942975"/>
                <a:gd name="connsiteY1040" fmla="*/ 362902 h 781050"/>
                <a:gd name="connsiteX1041" fmla="*/ 38862 w 942975"/>
                <a:gd name="connsiteY1041" fmla="*/ 363379 h 781050"/>
                <a:gd name="connsiteX1042" fmla="*/ 39529 w 942975"/>
                <a:gd name="connsiteY1042" fmla="*/ 364236 h 781050"/>
                <a:gd name="connsiteX1043" fmla="*/ 38291 w 942975"/>
                <a:gd name="connsiteY1043" fmla="*/ 366808 h 781050"/>
                <a:gd name="connsiteX1044" fmla="*/ 39052 w 942975"/>
                <a:gd name="connsiteY1044" fmla="*/ 367951 h 781050"/>
                <a:gd name="connsiteX1045" fmla="*/ 38576 w 942975"/>
                <a:gd name="connsiteY1045" fmla="*/ 371189 h 781050"/>
                <a:gd name="connsiteX1046" fmla="*/ 39148 w 942975"/>
                <a:gd name="connsiteY1046" fmla="*/ 372618 h 781050"/>
                <a:gd name="connsiteX1047" fmla="*/ 41815 w 942975"/>
                <a:gd name="connsiteY1047" fmla="*/ 371284 h 781050"/>
                <a:gd name="connsiteX1048" fmla="*/ 45053 w 942975"/>
                <a:gd name="connsiteY1048" fmla="*/ 370332 h 781050"/>
                <a:gd name="connsiteX1049" fmla="*/ 47053 w 942975"/>
                <a:gd name="connsiteY1049" fmla="*/ 370618 h 781050"/>
                <a:gd name="connsiteX1050" fmla="*/ 45815 w 942975"/>
                <a:gd name="connsiteY1050" fmla="*/ 373094 h 781050"/>
                <a:gd name="connsiteX1051" fmla="*/ 45339 w 942975"/>
                <a:gd name="connsiteY1051" fmla="*/ 372999 h 781050"/>
                <a:gd name="connsiteX1052" fmla="*/ 39529 w 942975"/>
                <a:gd name="connsiteY1052" fmla="*/ 374618 h 781050"/>
                <a:gd name="connsiteX1053" fmla="*/ 36862 w 942975"/>
                <a:gd name="connsiteY1053" fmla="*/ 375761 h 781050"/>
                <a:gd name="connsiteX1054" fmla="*/ 35147 w 942975"/>
                <a:gd name="connsiteY1054" fmla="*/ 375952 h 781050"/>
                <a:gd name="connsiteX1055" fmla="*/ 35147 w 942975"/>
                <a:gd name="connsiteY1055" fmla="*/ 376809 h 781050"/>
                <a:gd name="connsiteX1056" fmla="*/ 39148 w 942975"/>
                <a:gd name="connsiteY1056" fmla="*/ 376809 h 781050"/>
                <a:gd name="connsiteX1057" fmla="*/ 37814 w 942975"/>
                <a:gd name="connsiteY1057" fmla="*/ 378714 h 781050"/>
                <a:gd name="connsiteX1058" fmla="*/ 36290 w 942975"/>
                <a:gd name="connsiteY1058" fmla="*/ 378809 h 781050"/>
                <a:gd name="connsiteX1059" fmla="*/ 34576 w 942975"/>
                <a:gd name="connsiteY1059" fmla="*/ 378428 h 781050"/>
                <a:gd name="connsiteX1060" fmla="*/ 33147 w 942975"/>
                <a:gd name="connsiteY1060" fmla="*/ 378905 h 781050"/>
                <a:gd name="connsiteX1061" fmla="*/ 32956 w 942975"/>
                <a:gd name="connsiteY1061" fmla="*/ 382143 h 781050"/>
                <a:gd name="connsiteX1062" fmla="*/ 32195 w 942975"/>
                <a:gd name="connsiteY1062" fmla="*/ 383286 h 781050"/>
                <a:gd name="connsiteX1063" fmla="*/ 30385 w 942975"/>
                <a:gd name="connsiteY1063" fmla="*/ 381762 h 781050"/>
                <a:gd name="connsiteX1064" fmla="*/ 28575 w 942975"/>
                <a:gd name="connsiteY1064" fmla="*/ 385381 h 781050"/>
                <a:gd name="connsiteX1065" fmla="*/ 30861 w 942975"/>
                <a:gd name="connsiteY1065" fmla="*/ 388239 h 781050"/>
                <a:gd name="connsiteX1066" fmla="*/ 34290 w 942975"/>
                <a:gd name="connsiteY1066" fmla="*/ 389763 h 781050"/>
                <a:gd name="connsiteX1067" fmla="*/ 36100 w 942975"/>
                <a:gd name="connsiteY1067" fmla="*/ 388906 h 781050"/>
                <a:gd name="connsiteX1068" fmla="*/ 36195 w 942975"/>
                <a:gd name="connsiteY1068" fmla="*/ 388430 h 781050"/>
                <a:gd name="connsiteX1069" fmla="*/ 36671 w 942975"/>
                <a:gd name="connsiteY1069" fmla="*/ 388048 h 781050"/>
                <a:gd name="connsiteX1070" fmla="*/ 37243 w 942975"/>
                <a:gd name="connsiteY1070" fmla="*/ 387763 h 781050"/>
                <a:gd name="connsiteX1071" fmla="*/ 37909 w 942975"/>
                <a:gd name="connsiteY1071" fmla="*/ 387667 h 781050"/>
                <a:gd name="connsiteX1072" fmla="*/ 38386 w 942975"/>
                <a:gd name="connsiteY1072" fmla="*/ 388144 h 781050"/>
                <a:gd name="connsiteX1073" fmla="*/ 38100 w 942975"/>
                <a:gd name="connsiteY1073" fmla="*/ 389096 h 781050"/>
                <a:gd name="connsiteX1074" fmla="*/ 37719 w 942975"/>
                <a:gd name="connsiteY1074" fmla="*/ 390239 h 781050"/>
                <a:gd name="connsiteX1075" fmla="*/ 37528 w 942975"/>
                <a:gd name="connsiteY1075" fmla="*/ 391001 h 781050"/>
                <a:gd name="connsiteX1076" fmla="*/ 38291 w 942975"/>
                <a:gd name="connsiteY1076" fmla="*/ 392906 h 781050"/>
                <a:gd name="connsiteX1077" fmla="*/ 39052 w 942975"/>
                <a:gd name="connsiteY1077" fmla="*/ 393859 h 781050"/>
                <a:gd name="connsiteX1078" fmla="*/ 42386 w 942975"/>
                <a:gd name="connsiteY1078" fmla="*/ 395192 h 781050"/>
                <a:gd name="connsiteX1079" fmla="*/ 40767 w 942975"/>
                <a:gd name="connsiteY1079" fmla="*/ 396716 h 781050"/>
                <a:gd name="connsiteX1080" fmla="*/ 39529 w 942975"/>
                <a:gd name="connsiteY1080" fmla="*/ 399383 h 781050"/>
                <a:gd name="connsiteX1081" fmla="*/ 39052 w 942975"/>
                <a:gd name="connsiteY1081" fmla="*/ 402431 h 781050"/>
                <a:gd name="connsiteX1082" fmla="*/ 39910 w 942975"/>
                <a:gd name="connsiteY1082" fmla="*/ 405289 h 781050"/>
                <a:gd name="connsiteX1083" fmla="*/ 38195 w 942975"/>
                <a:gd name="connsiteY1083" fmla="*/ 404527 h 781050"/>
                <a:gd name="connsiteX1084" fmla="*/ 36957 w 942975"/>
                <a:gd name="connsiteY1084" fmla="*/ 403288 h 781050"/>
                <a:gd name="connsiteX1085" fmla="*/ 36576 w 942975"/>
                <a:gd name="connsiteY1085" fmla="*/ 401574 h 781050"/>
                <a:gd name="connsiteX1086" fmla="*/ 37528 w 942975"/>
                <a:gd name="connsiteY1086" fmla="*/ 399383 h 781050"/>
                <a:gd name="connsiteX1087" fmla="*/ 33433 w 942975"/>
                <a:gd name="connsiteY1087" fmla="*/ 394811 h 781050"/>
                <a:gd name="connsiteX1088" fmla="*/ 32004 w 942975"/>
                <a:gd name="connsiteY1088" fmla="*/ 393573 h 781050"/>
                <a:gd name="connsiteX1089" fmla="*/ 30385 w 942975"/>
                <a:gd name="connsiteY1089" fmla="*/ 396811 h 781050"/>
                <a:gd name="connsiteX1090" fmla="*/ 29146 w 942975"/>
                <a:gd name="connsiteY1090" fmla="*/ 396907 h 781050"/>
                <a:gd name="connsiteX1091" fmla="*/ 27432 w 942975"/>
                <a:gd name="connsiteY1091" fmla="*/ 395954 h 781050"/>
                <a:gd name="connsiteX1092" fmla="*/ 26575 w 942975"/>
                <a:gd name="connsiteY1092" fmla="*/ 395954 h 781050"/>
                <a:gd name="connsiteX1093" fmla="*/ 24955 w 942975"/>
                <a:gd name="connsiteY1093" fmla="*/ 396907 h 781050"/>
                <a:gd name="connsiteX1094" fmla="*/ 24003 w 942975"/>
                <a:gd name="connsiteY1094" fmla="*/ 398526 h 781050"/>
                <a:gd name="connsiteX1095" fmla="*/ 23431 w 942975"/>
                <a:gd name="connsiteY1095" fmla="*/ 400526 h 781050"/>
                <a:gd name="connsiteX1096" fmla="*/ 23336 w 942975"/>
                <a:gd name="connsiteY1096" fmla="*/ 406622 h 781050"/>
                <a:gd name="connsiteX1097" fmla="*/ 23813 w 942975"/>
                <a:gd name="connsiteY1097" fmla="*/ 411289 h 781050"/>
                <a:gd name="connsiteX1098" fmla="*/ 24860 w 942975"/>
                <a:gd name="connsiteY1098" fmla="*/ 415290 h 781050"/>
                <a:gd name="connsiteX1099" fmla="*/ 26860 w 942975"/>
                <a:gd name="connsiteY1099" fmla="*/ 416909 h 781050"/>
                <a:gd name="connsiteX1100" fmla="*/ 29623 w 942975"/>
                <a:gd name="connsiteY1100" fmla="*/ 423958 h 781050"/>
                <a:gd name="connsiteX1101" fmla="*/ 30099 w 942975"/>
                <a:gd name="connsiteY1101" fmla="*/ 426244 h 781050"/>
                <a:gd name="connsiteX1102" fmla="*/ 31337 w 942975"/>
                <a:gd name="connsiteY1102" fmla="*/ 426720 h 781050"/>
                <a:gd name="connsiteX1103" fmla="*/ 34766 w 942975"/>
                <a:gd name="connsiteY1103" fmla="*/ 426053 h 781050"/>
                <a:gd name="connsiteX1104" fmla="*/ 35909 w 942975"/>
                <a:gd name="connsiteY1104" fmla="*/ 426720 h 781050"/>
                <a:gd name="connsiteX1105" fmla="*/ 37052 w 942975"/>
                <a:gd name="connsiteY1105" fmla="*/ 428434 h 781050"/>
                <a:gd name="connsiteX1106" fmla="*/ 37909 w 942975"/>
                <a:gd name="connsiteY1106" fmla="*/ 430435 h 781050"/>
                <a:gd name="connsiteX1107" fmla="*/ 38291 w 942975"/>
                <a:gd name="connsiteY1107" fmla="*/ 432340 h 781050"/>
                <a:gd name="connsiteX1108" fmla="*/ 39148 w 942975"/>
                <a:gd name="connsiteY1108" fmla="*/ 434626 h 781050"/>
                <a:gd name="connsiteX1109" fmla="*/ 40957 w 942975"/>
                <a:gd name="connsiteY1109" fmla="*/ 435769 h 781050"/>
                <a:gd name="connsiteX1110" fmla="*/ 42196 w 942975"/>
                <a:gd name="connsiteY1110" fmla="*/ 437007 h 781050"/>
                <a:gd name="connsiteX1111" fmla="*/ 41529 w 942975"/>
                <a:gd name="connsiteY1111" fmla="*/ 439388 h 781050"/>
                <a:gd name="connsiteX1112" fmla="*/ 39338 w 942975"/>
                <a:gd name="connsiteY1112" fmla="*/ 437007 h 781050"/>
                <a:gd name="connsiteX1113" fmla="*/ 36004 w 942975"/>
                <a:gd name="connsiteY1113" fmla="*/ 431197 h 781050"/>
                <a:gd name="connsiteX1114" fmla="*/ 34290 w 942975"/>
                <a:gd name="connsiteY1114" fmla="*/ 429482 h 781050"/>
                <a:gd name="connsiteX1115" fmla="*/ 31814 w 942975"/>
                <a:gd name="connsiteY1115" fmla="*/ 429006 h 781050"/>
                <a:gd name="connsiteX1116" fmla="*/ 29813 w 942975"/>
                <a:gd name="connsiteY1116" fmla="*/ 430530 h 781050"/>
                <a:gd name="connsiteX1117" fmla="*/ 28480 w 942975"/>
                <a:gd name="connsiteY1117" fmla="*/ 433006 h 781050"/>
                <a:gd name="connsiteX1118" fmla="*/ 27908 w 942975"/>
                <a:gd name="connsiteY1118" fmla="*/ 435673 h 781050"/>
                <a:gd name="connsiteX1119" fmla="*/ 27718 w 942975"/>
                <a:gd name="connsiteY1119" fmla="*/ 440531 h 781050"/>
                <a:gd name="connsiteX1120" fmla="*/ 27908 w 942975"/>
                <a:gd name="connsiteY1120" fmla="*/ 441960 h 781050"/>
                <a:gd name="connsiteX1121" fmla="*/ 28575 w 942975"/>
                <a:gd name="connsiteY1121" fmla="*/ 443484 h 781050"/>
                <a:gd name="connsiteX1122" fmla="*/ 29432 w 942975"/>
                <a:gd name="connsiteY1122" fmla="*/ 444532 h 781050"/>
                <a:gd name="connsiteX1123" fmla="*/ 30099 w 942975"/>
                <a:gd name="connsiteY1123" fmla="*/ 445675 h 781050"/>
                <a:gd name="connsiteX1124" fmla="*/ 30385 w 942975"/>
                <a:gd name="connsiteY1124" fmla="*/ 447294 h 781050"/>
                <a:gd name="connsiteX1125" fmla="*/ 30290 w 942975"/>
                <a:gd name="connsiteY1125" fmla="*/ 448342 h 781050"/>
                <a:gd name="connsiteX1126" fmla="*/ 30099 w 942975"/>
                <a:gd name="connsiteY1126" fmla="*/ 448913 h 781050"/>
                <a:gd name="connsiteX1127" fmla="*/ 30099 w 942975"/>
                <a:gd name="connsiteY1127" fmla="*/ 449389 h 781050"/>
                <a:gd name="connsiteX1128" fmla="*/ 30385 w 942975"/>
                <a:gd name="connsiteY1128" fmla="*/ 450247 h 781050"/>
                <a:gd name="connsiteX1129" fmla="*/ 30956 w 942975"/>
                <a:gd name="connsiteY1129" fmla="*/ 450818 h 781050"/>
                <a:gd name="connsiteX1130" fmla="*/ 31528 w 942975"/>
                <a:gd name="connsiteY1130" fmla="*/ 450818 h 781050"/>
                <a:gd name="connsiteX1131" fmla="*/ 32195 w 942975"/>
                <a:gd name="connsiteY1131" fmla="*/ 450723 h 781050"/>
                <a:gd name="connsiteX1132" fmla="*/ 32861 w 942975"/>
                <a:gd name="connsiteY1132" fmla="*/ 451009 h 781050"/>
                <a:gd name="connsiteX1133" fmla="*/ 34766 w 942975"/>
                <a:gd name="connsiteY1133" fmla="*/ 453676 h 781050"/>
                <a:gd name="connsiteX1134" fmla="*/ 35719 w 942975"/>
                <a:gd name="connsiteY1134" fmla="*/ 454247 h 781050"/>
                <a:gd name="connsiteX1135" fmla="*/ 37528 w 942975"/>
                <a:gd name="connsiteY1135" fmla="*/ 454342 h 781050"/>
                <a:gd name="connsiteX1136" fmla="*/ 36767 w 942975"/>
                <a:gd name="connsiteY1136" fmla="*/ 456438 h 781050"/>
                <a:gd name="connsiteX1137" fmla="*/ 37909 w 942975"/>
                <a:gd name="connsiteY1137" fmla="*/ 458343 h 781050"/>
                <a:gd name="connsiteX1138" fmla="*/ 39910 w 942975"/>
                <a:gd name="connsiteY1138" fmla="*/ 459677 h 781050"/>
                <a:gd name="connsiteX1139" fmla="*/ 41910 w 942975"/>
                <a:gd name="connsiteY1139" fmla="*/ 460248 h 781050"/>
                <a:gd name="connsiteX1140" fmla="*/ 45434 w 942975"/>
                <a:gd name="connsiteY1140" fmla="*/ 459867 h 781050"/>
                <a:gd name="connsiteX1141" fmla="*/ 47053 w 942975"/>
                <a:gd name="connsiteY1141" fmla="*/ 460057 h 781050"/>
                <a:gd name="connsiteX1142" fmla="*/ 48768 w 942975"/>
                <a:gd name="connsiteY1142" fmla="*/ 461010 h 781050"/>
                <a:gd name="connsiteX1143" fmla="*/ 48006 w 942975"/>
                <a:gd name="connsiteY1143" fmla="*/ 462820 h 781050"/>
                <a:gd name="connsiteX1144" fmla="*/ 49054 w 942975"/>
                <a:gd name="connsiteY1144" fmla="*/ 466915 h 781050"/>
                <a:gd name="connsiteX1145" fmla="*/ 48768 w 942975"/>
                <a:gd name="connsiteY1145" fmla="*/ 469392 h 781050"/>
                <a:gd name="connsiteX1146" fmla="*/ 47149 w 942975"/>
                <a:gd name="connsiteY1146" fmla="*/ 471583 h 781050"/>
                <a:gd name="connsiteX1147" fmla="*/ 46006 w 942975"/>
                <a:gd name="connsiteY1147" fmla="*/ 471202 h 781050"/>
                <a:gd name="connsiteX1148" fmla="*/ 46006 w 942975"/>
                <a:gd name="connsiteY1148" fmla="*/ 469678 h 781050"/>
                <a:gd name="connsiteX1149" fmla="*/ 47816 w 942975"/>
                <a:gd name="connsiteY1149" fmla="*/ 468630 h 781050"/>
                <a:gd name="connsiteX1150" fmla="*/ 46387 w 942975"/>
                <a:gd name="connsiteY1150" fmla="*/ 466534 h 781050"/>
                <a:gd name="connsiteX1151" fmla="*/ 44196 w 942975"/>
                <a:gd name="connsiteY1151" fmla="*/ 465201 h 781050"/>
                <a:gd name="connsiteX1152" fmla="*/ 41910 w 942975"/>
                <a:gd name="connsiteY1152" fmla="*/ 464630 h 781050"/>
                <a:gd name="connsiteX1153" fmla="*/ 39910 w 942975"/>
                <a:gd name="connsiteY1153" fmla="*/ 464344 h 781050"/>
                <a:gd name="connsiteX1154" fmla="*/ 38386 w 942975"/>
                <a:gd name="connsiteY1154" fmla="*/ 464439 h 781050"/>
                <a:gd name="connsiteX1155" fmla="*/ 37814 w 942975"/>
                <a:gd name="connsiteY1155" fmla="*/ 464630 h 781050"/>
                <a:gd name="connsiteX1156" fmla="*/ 37338 w 942975"/>
                <a:gd name="connsiteY1156" fmla="*/ 464439 h 781050"/>
                <a:gd name="connsiteX1157" fmla="*/ 36385 w 942975"/>
                <a:gd name="connsiteY1157" fmla="*/ 463201 h 781050"/>
                <a:gd name="connsiteX1158" fmla="*/ 35814 w 942975"/>
                <a:gd name="connsiteY1158" fmla="*/ 461867 h 781050"/>
                <a:gd name="connsiteX1159" fmla="*/ 35528 w 942975"/>
                <a:gd name="connsiteY1159" fmla="*/ 460820 h 781050"/>
                <a:gd name="connsiteX1160" fmla="*/ 35052 w 942975"/>
                <a:gd name="connsiteY1160" fmla="*/ 459962 h 781050"/>
                <a:gd name="connsiteX1161" fmla="*/ 33528 w 942975"/>
                <a:gd name="connsiteY1161" fmla="*/ 459391 h 781050"/>
                <a:gd name="connsiteX1162" fmla="*/ 32956 w 942975"/>
                <a:gd name="connsiteY1162" fmla="*/ 460534 h 781050"/>
                <a:gd name="connsiteX1163" fmla="*/ 32766 w 942975"/>
                <a:gd name="connsiteY1163" fmla="*/ 461772 h 781050"/>
                <a:gd name="connsiteX1164" fmla="*/ 32956 w 942975"/>
                <a:gd name="connsiteY1164" fmla="*/ 462820 h 781050"/>
                <a:gd name="connsiteX1165" fmla="*/ 33528 w 942975"/>
                <a:gd name="connsiteY1165" fmla="*/ 463582 h 781050"/>
                <a:gd name="connsiteX1166" fmla="*/ 32956 w 942975"/>
                <a:gd name="connsiteY1166" fmla="*/ 464439 h 781050"/>
                <a:gd name="connsiteX1167" fmla="*/ 32004 w 942975"/>
                <a:gd name="connsiteY1167" fmla="*/ 466915 h 781050"/>
                <a:gd name="connsiteX1168" fmla="*/ 35243 w 942975"/>
                <a:gd name="connsiteY1168" fmla="*/ 467678 h 781050"/>
                <a:gd name="connsiteX1169" fmla="*/ 36671 w 942975"/>
                <a:gd name="connsiteY1169" fmla="*/ 470345 h 781050"/>
                <a:gd name="connsiteX1170" fmla="*/ 37719 w 942975"/>
                <a:gd name="connsiteY1170" fmla="*/ 479679 h 781050"/>
                <a:gd name="connsiteX1171" fmla="*/ 38005 w 942975"/>
                <a:gd name="connsiteY1171" fmla="*/ 480536 h 781050"/>
                <a:gd name="connsiteX1172" fmla="*/ 38671 w 942975"/>
                <a:gd name="connsiteY1172" fmla="*/ 481489 h 781050"/>
                <a:gd name="connsiteX1173" fmla="*/ 39148 w 942975"/>
                <a:gd name="connsiteY1173" fmla="*/ 482441 h 781050"/>
                <a:gd name="connsiteX1174" fmla="*/ 38957 w 942975"/>
                <a:gd name="connsiteY1174" fmla="*/ 483489 h 781050"/>
                <a:gd name="connsiteX1175" fmla="*/ 38576 w 942975"/>
                <a:gd name="connsiteY1175" fmla="*/ 484251 h 781050"/>
                <a:gd name="connsiteX1176" fmla="*/ 38291 w 942975"/>
                <a:gd name="connsiteY1176" fmla="*/ 484346 h 781050"/>
                <a:gd name="connsiteX1177" fmla="*/ 39052 w 942975"/>
                <a:gd name="connsiteY1177" fmla="*/ 486061 h 781050"/>
                <a:gd name="connsiteX1178" fmla="*/ 40576 w 942975"/>
                <a:gd name="connsiteY1178" fmla="*/ 487775 h 781050"/>
                <a:gd name="connsiteX1179" fmla="*/ 41529 w 942975"/>
                <a:gd name="connsiteY1179" fmla="*/ 489395 h 781050"/>
                <a:gd name="connsiteX1180" fmla="*/ 42196 w 942975"/>
                <a:gd name="connsiteY1180" fmla="*/ 488156 h 781050"/>
                <a:gd name="connsiteX1181" fmla="*/ 43053 w 942975"/>
                <a:gd name="connsiteY1181" fmla="*/ 487108 h 781050"/>
                <a:gd name="connsiteX1182" fmla="*/ 44196 w 942975"/>
                <a:gd name="connsiteY1182" fmla="*/ 486346 h 781050"/>
                <a:gd name="connsiteX1183" fmla="*/ 45529 w 942975"/>
                <a:gd name="connsiteY1183" fmla="*/ 485965 h 781050"/>
                <a:gd name="connsiteX1184" fmla="*/ 45339 w 942975"/>
                <a:gd name="connsiteY1184" fmla="*/ 488156 h 781050"/>
                <a:gd name="connsiteX1185" fmla="*/ 44196 w 942975"/>
                <a:gd name="connsiteY1185" fmla="*/ 489109 h 781050"/>
                <a:gd name="connsiteX1186" fmla="*/ 42767 w 942975"/>
                <a:gd name="connsiteY1186" fmla="*/ 489775 h 781050"/>
                <a:gd name="connsiteX1187" fmla="*/ 41529 w 942975"/>
                <a:gd name="connsiteY1187" fmla="*/ 491014 h 781050"/>
                <a:gd name="connsiteX1188" fmla="*/ 41053 w 942975"/>
                <a:gd name="connsiteY1188" fmla="*/ 492633 h 781050"/>
                <a:gd name="connsiteX1189" fmla="*/ 41434 w 942975"/>
                <a:gd name="connsiteY1189" fmla="*/ 494062 h 781050"/>
                <a:gd name="connsiteX1190" fmla="*/ 42672 w 942975"/>
                <a:gd name="connsiteY1190" fmla="*/ 495014 h 781050"/>
                <a:gd name="connsiteX1191" fmla="*/ 44577 w 942975"/>
                <a:gd name="connsiteY1191" fmla="*/ 495109 h 781050"/>
                <a:gd name="connsiteX1192" fmla="*/ 42481 w 942975"/>
                <a:gd name="connsiteY1192" fmla="*/ 497491 h 781050"/>
                <a:gd name="connsiteX1193" fmla="*/ 42577 w 942975"/>
                <a:gd name="connsiteY1193" fmla="*/ 499967 h 781050"/>
                <a:gd name="connsiteX1194" fmla="*/ 48006 w 942975"/>
                <a:gd name="connsiteY1194" fmla="*/ 508825 h 781050"/>
                <a:gd name="connsiteX1195" fmla="*/ 48958 w 942975"/>
                <a:gd name="connsiteY1195" fmla="*/ 511492 h 781050"/>
                <a:gd name="connsiteX1196" fmla="*/ 49625 w 942975"/>
                <a:gd name="connsiteY1196" fmla="*/ 515398 h 781050"/>
                <a:gd name="connsiteX1197" fmla="*/ 50292 w 942975"/>
                <a:gd name="connsiteY1197" fmla="*/ 516731 h 781050"/>
                <a:gd name="connsiteX1198" fmla="*/ 52197 w 942975"/>
                <a:gd name="connsiteY1198" fmla="*/ 518827 h 781050"/>
                <a:gd name="connsiteX1199" fmla="*/ 52769 w 942975"/>
                <a:gd name="connsiteY1199" fmla="*/ 520160 h 781050"/>
                <a:gd name="connsiteX1200" fmla="*/ 53149 w 942975"/>
                <a:gd name="connsiteY1200" fmla="*/ 523399 h 781050"/>
                <a:gd name="connsiteX1201" fmla="*/ 53721 w 942975"/>
                <a:gd name="connsiteY1201" fmla="*/ 524637 h 781050"/>
                <a:gd name="connsiteX1202" fmla="*/ 54673 w 942975"/>
                <a:gd name="connsiteY1202" fmla="*/ 526161 h 781050"/>
                <a:gd name="connsiteX1203" fmla="*/ 54673 w 942975"/>
                <a:gd name="connsiteY1203" fmla="*/ 527685 h 781050"/>
                <a:gd name="connsiteX1204" fmla="*/ 54007 w 942975"/>
                <a:gd name="connsiteY1204" fmla="*/ 529114 h 781050"/>
                <a:gd name="connsiteX1205" fmla="*/ 52959 w 942975"/>
                <a:gd name="connsiteY1205" fmla="*/ 530542 h 781050"/>
                <a:gd name="connsiteX1206" fmla="*/ 52673 w 942975"/>
                <a:gd name="connsiteY1206" fmla="*/ 531781 h 781050"/>
                <a:gd name="connsiteX1207" fmla="*/ 53245 w 942975"/>
                <a:gd name="connsiteY1207" fmla="*/ 533400 h 781050"/>
                <a:gd name="connsiteX1208" fmla="*/ 54197 w 942975"/>
                <a:gd name="connsiteY1208" fmla="*/ 534924 h 781050"/>
                <a:gd name="connsiteX1209" fmla="*/ 55054 w 942975"/>
                <a:gd name="connsiteY1209" fmla="*/ 535877 h 781050"/>
                <a:gd name="connsiteX1210" fmla="*/ 54388 w 942975"/>
                <a:gd name="connsiteY1210" fmla="*/ 537496 h 781050"/>
                <a:gd name="connsiteX1211" fmla="*/ 54483 w 942975"/>
                <a:gd name="connsiteY1211" fmla="*/ 539401 h 781050"/>
                <a:gd name="connsiteX1212" fmla="*/ 55245 w 942975"/>
                <a:gd name="connsiteY1212" fmla="*/ 541211 h 781050"/>
                <a:gd name="connsiteX1213" fmla="*/ 56483 w 942975"/>
                <a:gd name="connsiteY1213" fmla="*/ 542449 h 781050"/>
                <a:gd name="connsiteX1214" fmla="*/ 58293 w 942975"/>
                <a:gd name="connsiteY1214" fmla="*/ 543115 h 781050"/>
                <a:gd name="connsiteX1215" fmla="*/ 61913 w 942975"/>
                <a:gd name="connsiteY1215" fmla="*/ 543497 h 781050"/>
                <a:gd name="connsiteX1216" fmla="*/ 63627 w 942975"/>
                <a:gd name="connsiteY1216" fmla="*/ 544258 h 781050"/>
                <a:gd name="connsiteX1217" fmla="*/ 59341 w 942975"/>
                <a:gd name="connsiteY1217" fmla="*/ 546259 h 781050"/>
                <a:gd name="connsiteX1218" fmla="*/ 57721 w 942975"/>
                <a:gd name="connsiteY1218" fmla="*/ 546545 h 781050"/>
                <a:gd name="connsiteX1219" fmla="*/ 56197 w 942975"/>
                <a:gd name="connsiteY1219" fmla="*/ 546545 h 781050"/>
                <a:gd name="connsiteX1220" fmla="*/ 55245 w 942975"/>
                <a:gd name="connsiteY1220" fmla="*/ 546830 h 781050"/>
                <a:gd name="connsiteX1221" fmla="*/ 55054 w 942975"/>
                <a:gd name="connsiteY1221" fmla="*/ 547878 h 781050"/>
                <a:gd name="connsiteX1222" fmla="*/ 55626 w 942975"/>
                <a:gd name="connsiteY1222" fmla="*/ 549878 h 781050"/>
                <a:gd name="connsiteX1223" fmla="*/ 59531 w 942975"/>
                <a:gd name="connsiteY1223" fmla="*/ 554260 h 781050"/>
                <a:gd name="connsiteX1224" fmla="*/ 61341 w 942975"/>
                <a:gd name="connsiteY1224" fmla="*/ 557403 h 781050"/>
                <a:gd name="connsiteX1225" fmla="*/ 60484 w 942975"/>
                <a:gd name="connsiteY1225" fmla="*/ 559880 h 781050"/>
                <a:gd name="connsiteX1226" fmla="*/ 61817 w 942975"/>
                <a:gd name="connsiteY1226" fmla="*/ 561689 h 781050"/>
                <a:gd name="connsiteX1227" fmla="*/ 60865 w 942975"/>
                <a:gd name="connsiteY1227" fmla="*/ 563594 h 781050"/>
                <a:gd name="connsiteX1228" fmla="*/ 59531 w 942975"/>
                <a:gd name="connsiteY1228" fmla="*/ 565213 h 781050"/>
                <a:gd name="connsiteX1229" fmla="*/ 59722 w 942975"/>
                <a:gd name="connsiteY1229" fmla="*/ 566547 h 781050"/>
                <a:gd name="connsiteX1230" fmla="*/ 60198 w 942975"/>
                <a:gd name="connsiteY1230" fmla="*/ 568071 h 781050"/>
                <a:gd name="connsiteX1231" fmla="*/ 63055 w 942975"/>
                <a:gd name="connsiteY1231" fmla="*/ 570452 h 781050"/>
                <a:gd name="connsiteX1232" fmla="*/ 64389 w 942975"/>
                <a:gd name="connsiteY1232" fmla="*/ 572357 h 781050"/>
                <a:gd name="connsiteX1233" fmla="*/ 67532 w 942975"/>
                <a:gd name="connsiteY1233" fmla="*/ 578548 h 781050"/>
                <a:gd name="connsiteX1234" fmla="*/ 69247 w 942975"/>
                <a:gd name="connsiteY1234" fmla="*/ 580739 h 781050"/>
                <a:gd name="connsiteX1235" fmla="*/ 67151 w 942975"/>
                <a:gd name="connsiteY1235" fmla="*/ 581406 h 781050"/>
                <a:gd name="connsiteX1236" fmla="*/ 65532 w 942975"/>
                <a:gd name="connsiteY1236" fmla="*/ 580454 h 781050"/>
                <a:gd name="connsiteX1237" fmla="*/ 63913 w 942975"/>
                <a:gd name="connsiteY1237" fmla="*/ 579025 h 781050"/>
                <a:gd name="connsiteX1238" fmla="*/ 62008 w 942975"/>
                <a:gd name="connsiteY1238" fmla="*/ 578167 h 781050"/>
                <a:gd name="connsiteX1239" fmla="*/ 62770 w 942975"/>
                <a:gd name="connsiteY1239" fmla="*/ 579596 h 781050"/>
                <a:gd name="connsiteX1240" fmla="*/ 64865 w 942975"/>
                <a:gd name="connsiteY1240" fmla="*/ 581882 h 781050"/>
                <a:gd name="connsiteX1241" fmla="*/ 65246 w 942975"/>
                <a:gd name="connsiteY1241" fmla="*/ 582644 h 781050"/>
                <a:gd name="connsiteX1242" fmla="*/ 65627 w 942975"/>
                <a:gd name="connsiteY1242" fmla="*/ 584549 h 781050"/>
                <a:gd name="connsiteX1243" fmla="*/ 67723 w 942975"/>
                <a:gd name="connsiteY1243" fmla="*/ 588455 h 781050"/>
                <a:gd name="connsiteX1244" fmla="*/ 67723 w 942975"/>
                <a:gd name="connsiteY1244" fmla="*/ 591026 h 781050"/>
                <a:gd name="connsiteX1245" fmla="*/ 69914 w 942975"/>
                <a:gd name="connsiteY1245" fmla="*/ 595122 h 781050"/>
                <a:gd name="connsiteX1246" fmla="*/ 70580 w 942975"/>
                <a:gd name="connsiteY1246" fmla="*/ 596932 h 781050"/>
                <a:gd name="connsiteX1247" fmla="*/ 70675 w 942975"/>
                <a:gd name="connsiteY1247" fmla="*/ 598837 h 781050"/>
                <a:gd name="connsiteX1248" fmla="*/ 69914 w 942975"/>
                <a:gd name="connsiteY1248" fmla="*/ 600456 h 781050"/>
                <a:gd name="connsiteX1249" fmla="*/ 71342 w 942975"/>
                <a:gd name="connsiteY1249" fmla="*/ 602837 h 781050"/>
                <a:gd name="connsiteX1250" fmla="*/ 72295 w 942975"/>
                <a:gd name="connsiteY1250" fmla="*/ 605599 h 781050"/>
                <a:gd name="connsiteX1251" fmla="*/ 72485 w 942975"/>
                <a:gd name="connsiteY1251" fmla="*/ 608457 h 781050"/>
                <a:gd name="connsiteX1252" fmla="*/ 71533 w 942975"/>
                <a:gd name="connsiteY1252" fmla="*/ 611314 h 781050"/>
                <a:gd name="connsiteX1253" fmla="*/ 70390 w 942975"/>
                <a:gd name="connsiteY1253" fmla="*/ 609790 h 781050"/>
                <a:gd name="connsiteX1254" fmla="*/ 69532 w 942975"/>
                <a:gd name="connsiteY1254" fmla="*/ 609981 h 781050"/>
                <a:gd name="connsiteX1255" fmla="*/ 69437 w 942975"/>
                <a:gd name="connsiteY1255" fmla="*/ 611219 h 781050"/>
                <a:gd name="connsiteX1256" fmla="*/ 70771 w 942975"/>
                <a:gd name="connsiteY1256" fmla="*/ 612838 h 781050"/>
                <a:gd name="connsiteX1257" fmla="*/ 69818 w 942975"/>
                <a:gd name="connsiteY1257" fmla="*/ 614267 h 781050"/>
                <a:gd name="connsiteX1258" fmla="*/ 70771 w 942975"/>
                <a:gd name="connsiteY1258" fmla="*/ 615410 h 781050"/>
                <a:gd name="connsiteX1259" fmla="*/ 73819 w 942975"/>
                <a:gd name="connsiteY1259" fmla="*/ 617030 h 781050"/>
                <a:gd name="connsiteX1260" fmla="*/ 72199 w 942975"/>
                <a:gd name="connsiteY1260" fmla="*/ 620078 h 781050"/>
                <a:gd name="connsiteX1261" fmla="*/ 71723 w 942975"/>
                <a:gd name="connsiteY1261" fmla="*/ 621697 h 781050"/>
                <a:gd name="connsiteX1262" fmla="*/ 71533 w 942975"/>
                <a:gd name="connsiteY1262" fmla="*/ 623602 h 781050"/>
                <a:gd name="connsiteX1263" fmla="*/ 72676 w 942975"/>
                <a:gd name="connsiteY1263" fmla="*/ 628174 h 781050"/>
                <a:gd name="connsiteX1264" fmla="*/ 72771 w 942975"/>
                <a:gd name="connsiteY1264" fmla="*/ 628650 h 781050"/>
                <a:gd name="connsiteX1265" fmla="*/ 71533 w 942975"/>
                <a:gd name="connsiteY1265" fmla="*/ 630079 h 781050"/>
                <a:gd name="connsiteX1266" fmla="*/ 72199 w 942975"/>
                <a:gd name="connsiteY1266" fmla="*/ 633317 h 781050"/>
                <a:gd name="connsiteX1267" fmla="*/ 73533 w 942975"/>
                <a:gd name="connsiteY1267" fmla="*/ 636651 h 781050"/>
                <a:gd name="connsiteX1268" fmla="*/ 74771 w 942975"/>
                <a:gd name="connsiteY1268" fmla="*/ 638556 h 781050"/>
                <a:gd name="connsiteX1269" fmla="*/ 75533 w 942975"/>
                <a:gd name="connsiteY1269" fmla="*/ 637604 h 781050"/>
                <a:gd name="connsiteX1270" fmla="*/ 75628 w 942975"/>
                <a:gd name="connsiteY1270" fmla="*/ 639985 h 781050"/>
                <a:gd name="connsiteX1271" fmla="*/ 74581 w 942975"/>
                <a:gd name="connsiteY1271" fmla="*/ 643033 h 781050"/>
                <a:gd name="connsiteX1272" fmla="*/ 73914 w 942975"/>
                <a:gd name="connsiteY1272" fmla="*/ 646366 h 781050"/>
                <a:gd name="connsiteX1273" fmla="*/ 75152 w 942975"/>
                <a:gd name="connsiteY1273" fmla="*/ 649700 h 781050"/>
                <a:gd name="connsiteX1274" fmla="*/ 76962 w 942975"/>
                <a:gd name="connsiteY1274" fmla="*/ 651224 h 781050"/>
                <a:gd name="connsiteX1275" fmla="*/ 77533 w 942975"/>
                <a:gd name="connsiteY1275" fmla="*/ 652177 h 781050"/>
                <a:gd name="connsiteX1276" fmla="*/ 77819 w 942975"/>
                <a:gd name="connsiteY1276" fmla="*/ 653796 h 781050"/>
                <a:gd name="connsiteX1277" fmla="*/ 77533 w 942975"/>
                <a:gd name="connsiteY1277" fmla="*/ 654748 h 781050"/>
                <a:gd name="connsiteX1278" fmla="*/ 76486 w 942975"/>
                <a:gd name="connsiteY1278" fmla="*/ 656272 h 781050"/>
                <a:gd name="connsiteX1279" fmla="*/ 76295 w 942975"/>
                <a:gd name="connsiteY1279" fmla="*/ 657130 h 781050"/>
                <a:gd name="connsiteX1280" fmla="*/ 76486 w 942975"/>
                <a:gd name="connsiteY1280" fmla="*/ 657892 h 781050"/>
                <a:gd name="connsiteX1281" fmla="*/ 77819 w 942975"/>
                <a:gd name="connsiteY1281" fmla="*/ 660845 h 781050"/>
                <a:gd name="connsiteX1282" fmla="*/ 79534 w 942975"/>
                <a:gd name="connsiteY1282" fmla="*/ 659511 h 781050"/>
                <a:gd name="connsiteX1283" fmla="*/ 81344 w 942975"/>
                <a:gd name="connsiteY1283" fmla="*/ 659130 h 781050"/>
                <a:gd name="connsiteX1284" fmla="*/ 82772 w 942975"/>
                <a:gd name="connsiteY1284" fmla="*/ 659892 h 781050"/>
                <a:gd name="connsiteX1285" fmla="*/ 83344 w 942975"/>
                <a:gd name="connsiteY1285" fmla="*/ 662083 h 781050"/>
                <a:gd name="connsiteX1286" fmla="*/ 82963 w 942975"/>
                <a:gd name="connsiteY1286" fmla="*/ 663416 h 781050"/>
                <a:gd name="connsiteX1287" fmla="*/ 82391 w 942975"/>
                <a:gd name="connsiteY1287" fmla="*/ 663702 h 781050"/>
                <a:gd name="connsiteX1288" fmla="*/ 81820 w 942975"/>
                <a:gd name="connsiteY1288" fmla="*/ 662845 h 781050"/>
                <a:gd name="connsiteX1289" fmla="*/ 81820 w 942975"/>
                <a:gd name="connsiteY1289" fmla="*/ 660845 h 781050"/>
                <a:gd name="connsiteX1290" fmla="*/ 78200 w 942975"/>
                <a:gd name="connsiteY1290" fmla="*/ 662464 h 781050"/>
                <a:gd name="connsiteX1291" fmla="*/ 77819 w 942975"/>
                <a:gd name="connsiteY1291" fmla="*/ 662559 h 781050"/>
                <a:gd name="connsiteX1292" fmla="*/ 76962 w 942975"/>
                <a:gd name="connsiteY1292" fmla="*/ 663321 h 781050"/>
                <a:gd name="connsiteX1293" fmla="*/ 76771 w 942975"/>
                <a:gd name="connsiteY1293" fmla="*/ 663321 h 781050"/>
                <a:gd name="connsiteX1294" fmla="*/ 76962 w 942975"/>
                <a:gd name="connsiteY1294" fmla="*/ 663512 h 781050"/>
                <a:gd name="connsiteX1295" fmla="*/ 77057 w 942975"/>
                <a:gd name="connsiteY1295" fmla="*/ 664464 h 781050"/>
                <a:gd name="connsiteX1296" fmla="*/ 77724 w 942975"/>
                <a:gd name="connsiteY1296" fmla="*/ 666179 h 781050"/>
                <a:gd name="connsiteX1297" fmla="*/ 79248 w 942975"/>
                <a:gd name="connsiteY1297" fmla="*/ 667417 h 781050"/>
                <a:gd name="connsiteX1298" fmla="*/ 81344 w 942975"/>
                <a:gd name="connsiteY1298" fmla="*/ 668179 h 781050"/>
                <a:gd name="connsiteX1299" fmla="*/ 83344 w 942975"/>
                <a:gd name="connsiteY1299" fmla="*/ 668179 h 781050"/>
                <a:gd name="connsiteX1300" fmla="*/ 82582 w 942975"/>
                <a:gd name="connsiteY1300" fmla="*/ 668750 h 781050"/>
                <a:gd name="connsiteX1301" fmla="*/ 81344 w 942975"/>
                <a:gd name="connsiteY1301" fmla="*/ 670179 h 781050"/>
                <a:gd name="connsiteX1302" fmla="*/ 80963 w 942975"/>
                <a:gd name="connsiteY1302" fmla="*/ 670750 h 781050"/>
                <a:gd name="connsiteX1303" fmla="*/ 81534 w 942975"/>
                <a:gd name="connsiteY1303" fmla="*/ 671608 h 781050"/>
                <a:gd name="connsiteX1304" fmla="*/ 82296 w 942975"/>
                <a:gd name="connsiteY1304" fmla="*/ 672274 h 781050"/>
                <a:gd name="connsiteX1305" fmla="*/ 83058 w 942975"/>
                <a:gd name="connsiteY1305" fmla="*/ 672751 h 781050"/>
                <a:gd name="connsiteX1306" fmla="*/ 84201 w 942975"/>
                <a:gd name="connsiteY1306" fmla="*/ 673132 h 781050"/>
                <a:gd name="connsiteX1307" fmla="*/ 81534 w 942975"/>
                <a:gd name="connsiteY1307" fmla="*/ 673037 h 781050"/>
                <a:gd name="connsiteX1308" fmla="*/ 80200 w 942975"/>
                <a:gd name="connsiteY1308" fmla="*/ 672465 h 781050"/>
                <a:gd name="connsiteX1309" fmla="*/ 77819 w 942975"/>
                <a:gd name="connsiteY1309" fmla="*/ 669893 h 781050"/>
                <a:gd name="connsiteX1310" fmla="*/ 77629 w 942975"/>
                <a:gd name="connsiteY1310" fmla="*/ 669512 h 781050"/>
                <a:gd name="connsiteX1311" fmla="*/ 76771 w 942975"/>
                <a:gd name="connsiteY1311" fmla="*/ 668369 h 781050"/>
                <a:gd name="connsiteX1312" fmla="*/ 75914 w 942975"/>
                <a:gd name="connsiteY1312" fmla="*/ 667703 h 781050"/>
                <a:gd name="connsiteX1313" fmla="*/ 75533 w 942975"/>
                <a:gd name="connsiteY1313" fmla="*/ 668655 h 781050"/>
                <a:gd name="connsiteX1314" fmla="*/ 75438 w 942975"/>
                <a:gd name="connsiteY1314" fmla="*/ 671322 h 781050"/>
                <a:gd name="connsiteX1315" fmla="*/ 75724 w 942975"/>
                <a:gd name="connsiteY1315" fmla="*/ 672560 h 781050"/>
                <a:gd name="connsiteX1316" fmla="*/ 76676 w 942975"/>
                <a:gd name="connsiteY1316" fmla="*/ 673132 h 781050"/>
                <a:gd name="connsiteX1317" fmla="*/ 77343 w 942975"/>
                <a:gd name="connsiteY1317" fmla="*/ 674180 h 781050"/>
                <a:gd name="connsiteX1318" fmla="*/ 78962 w 942975"/>
                <a:gd name="connsiteY1318" fmla="*/ 679132 h 781050"/>
                <a:gd name="connsiteX1319" fmla="*/ 79820 w 942975"/>
                <a:gd name="connsiteY1319" fmla="*/ 683514 h 781050"/>
                <a:gd name="connsiteX1320" fmla="*/ 81058 w 942975"/>
                <a:gd name="connsiteY1320" fmla="*/ 685229 h 781050"/>
                <a:gd name="connsiteX1321" fmla="*/ 82868 w 942975"/>
                <a:gd name="connsiteY1321" fmla="*/ 686276 h 781050"/>
                <a:gd name="connsiteX1322" fmla="*/ 84868 w 942975"/>
                <a:gd name="connsiteY1322" fmla="*/ 687133 h 781050"/>
                <a:gd name="connsiteX1323" fmla="*/ 83534 w 942975"/>
                <a:gd name="connsiteY1323" fmla="*/ 687896 h 781050"/>
                <a:gd name="connsiteX1324" fmla="*/ 82487 w 942975"/>
                <a:gd name="connsiteY1324" fmla="*/ 688657 h 781050"/>
                <a:gd name="connsiteX1325" fmla="*/ 81915 w 942975"/>
                <a:gd name="connsiteY1325" fmla="*/ 689705 h 781050"/>
                <a:gd name="connsiteX1326" fmla="*/ 81820 w 942975"/>
                <a:gd name="connsiteY1326" fmla="*/ 691229 h 781050"/>
                <a:gd name="connsiteX1327" fmla="*/ 83820 w 942975"/>
                <a:gd name="connsiteY1327" fmla="*/ 692182 h 781050"/>
                <a:gd name="connsiteX1328" fmla="*/ 84201 w 942975"/>
                <a:gd name="connsiteY1328" fmla="*/ 692563 h 781050"/>
                <a:gd name="connsiteX1329" fmla="*/ 84011 w 942975"/>
                <a:gd name="connsiteY1329" fmla="*/ 694849 h 781050"/>
                <a:gd name="connsiteX1330" fmla="*/ 84201 w 942975"/>
                <a:gd name="connsiteY1330" fmla="*/ 695420 h 781050"/>
                <a:gd name="connsiteX1331" fmla="*/ 87344 w 942975"/>
                <a:gd name="connsiteY1331" fmla="*/ 705326 h 781050"/>
                <a:gd name="connsiteX1332" fmla="*/ 87820 w 942975"/>
                <a:gd name="connsiteY1332" fmla="*/ 707707 h 781050"/>
                <a:gd name="connsiteX1333" fmla="*/ 88201 w 942975"/>
                <a:gd name="connsiteY1333" fmla="*/ 708565 h 781050"/>
                <a:gd name="connsiteX1334" fmla="*/ 88868 w 942975"/>
                <a:gd name="connsiteY1334" fmla="*/ 709422 h 781050"/>
                <a:gd name="connsiteX1335" fmla="*/ 89630 w 942975"/>
                <a:gd name="connsiteY1335" fmla="*/ 709613 h 781050"/>
                <a:gd name="connsiteX1336" fmla="*/ 90202 w 942975"/>
                <a:gd name="connsiteY1336" fmla="*/ 709136 h 781050"/>
                <a:gd name="connsiteX1337" fmla="*/ 90678 w 942975"/>
                <a:gd name="connsiteY1337" fmla="*/ 709231 h 781050"/>
                <a:gd name="connsiteX1338" fmla="*/ 91249 w 942975"/>
                <a:gd name="connsiteY1338" fmla="*/ 711137 h 781050"/>
                <a:gd name="connsiteX1339" fmla="*/ 91249 w 942975"/>
                <a:gd name="connsiteY1339" fmla="*/ 715994 h 781050"/>
                <a:gd name="connsiteX1340" fmla="*/ 92012 w 942975"/>
                <a:gd name="connsiteY1340" fmla="*/ 721805 h 781050"/>
                <a:gd name="connsiteX1341" fmla="*/ 92202 w 942975"/>
                <a:gd name="connsiteY1341" fmla="*/ 718185 h 781050"/>
                <a:gd name="connsiteX1342" fmla="*/ 92678 w 942975"/>
                <a:gd name="connsiteY1342" fmla="*/ 715423 h 781050"/>
                <a:gd name="connsiteX1343" fmla="*/ 94107 w 942975"/>
                <a:gd name="connsiteY1343" fmla="*/ 713518 h 781050"/>
                <a:gd name="connsiteX1344" fmla="*/ 96774 w 942975"/>
                <a:gd name="connsiteY1344" fmla="*/ 712661 h 781050"/>
                <a:gd name="connsiteX1345" fmla="*/ 95726 w 942975"/>
                <a:gd name="connsiteY1345" fmla="*/ 714089 h 781050"/>
                <a:gd name="connsiteX1346" fmla="*/ 94678 w 942975"/>
                <a:gd name="connsiteY1346" fmla="*/ 715137 h 781050"/>
                <a:gd name="connsiteX1347" fmla="*/ 93916 w 942975"/>
                <a:gd name="connsiteY1347" fmla="*/ 716280 h 781050"/>
                <a:gd name="connsiteX1348" fmla="*/ 93631 w 942975"/>
                <a:gd name="connsiteY1348" fmla="*/ 718090 h 781050"/>
                <a:gd name="connsiteX1349" fmla="*/ 93631 w 942975"/>
                <a:gd name="connsiteY1349" fmla="*/ 725043 h 781050"/>
                <a:gd name="connsiteX1350" fmla="*/ 93250 w 942975"/>
                <a:gd name="connsiteY1350" fmla="*/ 725900 h 781050"/>
                <a:gd name="connsiteX1351" fmla="*/ 92774 w 942975"/>
                <a:gd name="connsiteY1351" fmla="*/ 726472 h 781050"/>
                <a:gd name="connsiteX1352" fmla="*/ 92012 w 942975"/>
                <a:gd name="connsiteY1352" fmla="*/ 727138 h 781050"/>
                <a:gd name="connsiteX1353" fmla="*/ 92393 w 942975"/>
                <a:gd name="connsiteY1353" fmla="*/ 728377 h 781050"/>
                <a:gd name="connsiteX1354" fmla="*/ 93250 w 942975"/>
                <a:gd name="connsiteY1354" fmla="*/ 728948 h 781050"/>
                <a:gd name="connsiteX1355" fmla="*/ 94107 w 942975"/>
                <a:gd name="connsiteY1355" fmla="*/ 729234 h 781050"/>
                <a:gd name="connsiteX1356" fmla="*/ 94488 w 942975"/>
                <a:gd name="connsiteY1356" fmla="*/ 729615 h 781050"/>
                <a:gd name="connsiteX1357" fmla="*/ 94964 w 942975"/>
                <a:gd name="connsiteY1357" fmla="*/ 731044 h 781050"/>
                <a:gd name="connsiteX1358" fmla="*/ 96298 w 942975"/>
                <a:gd name="connsiteY1358" fmla="*/ 731996 h 781050"/>
                <a:gd name="connsiteX1359" fmla="*/ 98107 w 942975"/>
                <a:gd name="connsiteY1359" fmla="*/ 732472 h 781050"/>
                <a:gd name="connsiteX1360" fmla="*/ 100012 w 942975"/>
                <a:gd name="connsiteY1360" fmla="*/ 732472 h 781050"/>
                <a:gd name="connsiteX1361" fmla="*/ 100012 w 942975"/>
                <a:gd name="connsiteY1361" fmla="*/ 733330 h 781050"/>
                <a:gd name="connsiteX1362" fmla="*/ 96679 w 942975"/>
                <a:gd name="connsiteY1362" fmla="*/ 733711 h 781050"/>
                <a:gd name="connsiteX1363" fmla="*/ 97155 w 942975"/>
                <a:gd name="connsiteY1363" fmla="*/ 736187 h 781050"/>
                <a:gd name="connsiteX1364" fmla="*/ 99346 w 942975"/>
                <a:gd name="connsiteY1364" fmla="*/ 739330 h 781050"/>
                <a:gd name="connsiteX1365" fmla="*/ 101537 w 942975"/>
                <a:gd name="connsiteY1365" fmla="*/ 741521 h 781050"/>
                <a:gd name="connsiteX1366" fmla="*/ 108299 w 942975"/>
                <a:gd name="connsiteY1366" fmla="*/ 747046 h 781050"/>
                <a:gd name="connsiteX1367" fmla="*/ 110204 w 942975"/>
                <a:gd name="connsiteY1367" fmla="*/ 749713 h 781050"/>
                <a:gd name="connsiteX1368" fmla="*/ 114205 w 942975"/>
                <a:gd name="connsiteY1368" fmla="*/ 757333 h 781050"/>
                <a:gd name="connsiteX1369" fmla="*/ 115062 w 942975"/>
                <a:gd name="connsiteY1369" fmla="*/ 760381 h 781050"/>
                <a:gd name="connsiteX1370" fmla="*/ 114681 w 942975"/>
                <a:gd name="connsiteY1370" fmla="*/ 765524 h 781050"/>
                <a:gd name="connsiteX1371" fmla="*/ 115062 w 942975"/>
                <a:gd name="connsiteY1371" fmla="*/ 766953 h 781050"/>
                <a:gd name="connsiteX1372" fmla="*/ 116205 w 942975"/>
                <a:gd name="connsiteY1372" fmla="*/ 767810 h 781050"/>
                <a:gd name="connsiteX1373" fmla="*/ 118015 w 942975"/>
                <a:gd name="connsiteY1373" fmla="*/ 768191 h 781050"/>
                <a:gd name="connsiteX1374" fmla="*/ 120110 w 942975"/>
                <a:gd name="connsiteY1374" fmla="*/ 768477 h 781050"/>
                <a:gd name="connsiteX1375" fmla="*/ 121349 w 942975"/>
                <a:gd name="connsiteY1375" fmla="*/ 768572 h 781050"/>
                <a:gd name="connsiteX1376" fmla="*/ 123825 w 942975"/>
                <a:gd name="connsiteY1376" fmla="*/ 767239 h 781050"/>
                <a:gd name="connsiteX1377" fmla="*/ 129349 w 942975"/>
                <a:gd name="connsiteY1377" fmla="*/ 767048 h 781050"/>
                <a:gd name="connsiteX1378" fmla="*/ 130969 w 942975"/>
                <a:gd name="connsiteY1378" fmla="*/ 766763 h 781050"/>
                <a:gd name="connsiteX1379" fmla="*/ 131921 w 942975"/>
                <a:gd name="connsiteY1379" fmla="*/ 766381 h 781050"/>
                <a:gd name="connsiteX1380" fmla="*/ 132683 w 942975"/>
                <a:gd name="connsiteY1380" fmla="*/ 765524 h 781050"/>
                <a:gd name="connsiteX1381" fmla="*/ 134303 w 942975"/>
                <a:gd name="connsiteY1381" fmla="*/ 762762 h 781050"/>
                <a:gd name="connsiteX1382" fmla="*/ 134874 w 942975"/>
                <a:gd name="connsiteY1382" fmla="*/ 762190 h 781050"/>
                <a:gd name="connsiteX1383" fmla="*/ 135826 w 942975"/>
                <a:gd name="connsiteY1383" fmla="*/ 761429 h 781050"/>
                <a:gd name="connsiteX1384" fmla="*/ 136493 w 942975"/>
                <a:gd name="connsiteY1384" fmla="*/ 761619 h 781050"/>
                <a:gd name="connsiteX1385" fmla="*/ 136874 w 942975"/>
                <a:gd name="connsiteY1385" fmla="*/ 762095 h 781050"/>
                <a:gd name="connsiteX1386" fmla="*/ 137160 w 942975"/>
                <a:gd name="connsiteY1386" fmla="*/ 764000 h 781050"/>
                <a:gd name="connsiteX1387" fmla="*/ 137446 w 942975"/>
                <a:gd name="connsiteY1387" fmla="*/ 764953 h 781050"/>
                <a:gd name="connsiteX1388" fmla="*/ 137827 w 942975"/>
                <a:gd name="connsiteY1388" fmla="*/ 765524 h 781050"/>
                <a:gd name="connsiteX1389" fmla="*/ 138589 w 942975"/>
                <a:gd name="connsiteY1389" fmla="*/ 766000 h 781050"/>
                <a:gd name="connsiteX1390" fmla="*/ 139446 w 942975"/>
                <a:gd name="connsiteY1390" fmla="*/ 766286 h 781050"/>
                <a:gd name="connsiteX1391" fmla="*/ 141637 w 942975"/>
                <a:gd name="connsiteY1391" fmla="*/ 766667 h 781050"/>
                <a:gd name="connsiteX1392" fmla="*/ 143351 w 942975"/>
                <a:gd name="connsiteY1392" fmla="*/ 767048 h 781050"/>
                <a:gd name="connsiteX1393" fmla="*/ 144304 w 942975"/>
                <a:gd name="connsiteY1393" fmla="*/ 767715 h 781050"/>
                <a:gd name="connsiteX1394" fmla="*/ 145256 w 942975"/>
                <a:gd name="connsiteY1394" fmla="*/ 768858 h 781050"/>
                <a:gd name="connsiteX1395" fmla="*/ 145828 w 942975"/>
                <a:gd name="connsiteY1395" fmla="*/ 770191 h 781050"/>
                <a:gd name="connsiteX1396" fmla="*/ 147161 w 942975"/>
                <a:gd name="connsiteY1396" fmla="*/ 776383 h 781050"/>
                <a:gd name="connsiteX1397" fmla="*/ 148018 w 942975"/>
                <a:gd name="connsiteY1397" fmla="*/ 778097 h 781050"/>
                <a:gd name="connsiteX1398" fmla="*/ 149257 w 942975"/>
                <a:gd name="connsiteY1398" fmla="*/ 779526 h 781050"/>
                <a:gd name="connsiteX1399" fmla="*/ 151733 w 942975"/>
                <a:gd name="connsiteY1399" fmla="*/ 781145 h 781050"/>
                <a:gd name="connsiteX1400" fmla="*/ 153448 w 942975"/>
                <a:gd name="connsiteY1400" fmla="*/ 781622 h 781050"/>
                <a:gd name="connsiteX1401" fmla="*/ 154686 w 942975"/>
                <a:gd name="connsiteY1401" fmla="*/ 781717 h 781050"/>
                <a:gd name="connsiteX1402" fmla="*/ 156210 w 942975"/>
                <a:gd name="connsiteY1402" fmla="*/ 781336 h 781050"/>
                <a:gd name="connsiteX1403" fmla="*/ 162973 w 942975"/>
                <a:gd name="connsiteY1403" fmla="*/ 778669 h 781050"/>
                <a:gd name="connsiteX1404" fmla="*/ 167449 w 942975"/>
                <a:gd name="connsiteY1404" fmla="*/ 778573 h 781050"/>
                <a:gd name="connsiteX1405" fmla="*/ 167354 w 942975"/>
                <a:gd name="connsiteY1405" fmla="*/ 776764 h 781050"/>
                <a:gd name="connsiteX1406" fmla="*/ 166687 w 942975"/>
                <a:gd name="connsiteY1406" fmla="*/ 775621 h 781050"/>
                <a:gd name="connsiteX1407" fmla="*/ 166592 w 942975"/>
                <a:gd name="connsiteY1407" fmla="*/ 775049 h 781050"/>
                <a:gd name="connsiteX1408" fmla="*/ 166783 w 942975"/>
                <a:gd name="connsiteY1408" fmla="*/ 774668 h 781050"/>
                <a:gd name="connsiteX1409" fmla="*/ 168212 w 942975"/>
                <a:gd name="connsiteY1409" fmla="*/ 774097 h 781050"/>
                <a:gd name="connsiteX1410" fmla="*/ 168783 w 942975"/>
                <a:gd name="connsiteY1410" fmla="*/ 773525 h 781050"/>
                <a:gd name="connsiteX1411" fmla="*/ 169355 w 942975"/>
                <a:gd name="connsiteY1411" fmla="*/ 772573 h 781050"/>
                <a:gd name="connsiteX1412" fmla="*/ 170307 w 942975"/>
                <a:gd name="connsiteY1412" fmla="*/ 769715 h 781050"/>
                <a:gd name="connsiteX1413" fmla="*/ 171736 w 942975"/>
                <a:gd name="connsiteY1413" fmla="*/ 767905 h 781050"/>
                <a:gd name="connsiteX1414" fmla="*/ 177355 w 942975"/>
                <a:gd name="connsiteY1414" fmla="*/ 763524 h 781050"/>
                <a:gd name="connsiteX1415" fmla="*/ 178308 w 942975"/>
                <a:gd name="connsiteY1415" fmla="*/ 763048 h 781050"/>
                <a:gd name="connsiteX1416" fmla="*/ 179165 w 942975"/>
                <a:gd name="connsiteY1416" fmla="*/ 762857 h 781050"/>
                <a:gd name="connsiteX1417" fmla="*/ 180022 w 942975"/>
                <a:gd name="connsiteY1417" fmla="*/ 763143 h 781050"/>
                <a:gd name="connsiteX1418" fmla="*/ 180499 w 942975"/>
                <a:gd name="connsiteY1418" fmla="*/ 763619 h 781050"/>
                <a:gd name="connsiteX1419" fmla="*/ 180689 w 942975"/>
                <a:gd name="connsiteY1419" fmla="*/ 764477 h 781050"/>
                <a:gd name="connsiteX1420" fmla="*/ 180785 w 942975"/>
                <a:gd name="connsiteY1420" fmla="*/ 765238 h 781050"/>
                <a:gd name="connsiteX1421" fmla="*/ 180689 w 942975"/>
                <a:gd name="connsiteY1421" fmla="*/ 766763 h 781050"/>
                <a:gd name="connsiteX1422" fmla="*/ 180594 w 942975"/>
                <a:gd name="connsiteY1422" fmla="*/ 767239 h 781050"/>
                <a:gd name="connsiteX1423" fmla="*/ 180499 w 942975"/>
                <a:gd name="connsiteY1423" fmla="*/ 767620 h 781050"/>
                <a:gd name="connsiteX1424" fmla="*/ 180594 w 942975"/>
                <a:gd name="connsiteY1424" fmla="*/ 767905 h 781050"/>
                <a:gd name="connsiteX1425" fmla="*/ 180975 w 942975"/>
                <a:gd name="connsiteY1425" fmla="*/ 768096 h 781050"/>
                <a:gd name="connsiteX1426" fmla="*/ 181642 w 942975"/>
                <a:gd name="connsiteY1426" fmla="*/ 768287 h 781050"/>
                <a:gd name="connsiteX1427" fmla="*/ 185357 w 942975"/>
                <a:gd name="connsiteY1427" fmla="*/ 768287 h 781050"/>
                <a:gd name="connsiteX1428" fmla="*/ 188309 w 942975"/>
                <a:gd name="connsiteY1428" fmla="*/ 767810 h 781050"/>
                <a:gd name="connsiteX1429" fmla="*/ 189738 w 942975"/>
                <a:gd name="connsiteY1429" fmla="*/ 767239 h 781050"/>
                <a:gd name="connsiteX1430" fmla="*/ 190976 w 942975"/>
                <a:gd name="connsiteY1430" fmla="*/ 766667 h 781050"/>
                <a:gd name="connsiteX1431" fmla="*/ 192976 w 942975"/>
                <a:gd name="connsiteY1431" fmla="*/ 765048 h 781050"/>
                <a:gd name="connsiteX1432" fmla="*/ 194024 w 942975"/>
                <a:gd name="connsiteY1432" fmla="*/ 764000 h 781050"/>
                <a:gd name="connsiteX1433" fmla="*/ 196120 w 942975"/>
                <a:gd name="connsiteY1433" fmla="*/ 760666 h 781050"/>
                <a:gd name="connsiteX1434" fmla="*/ 198501 w 942975"/>
                <a:gd name="connsiteY1434" fmla="*/ 756285 h 781050"/>
                <a:gd name="connsiteX1435" fmla="*/ 198882 w 942975"/>
                <a:gd name="connsiteY1435" fmla="*/ 755142 h 781050"/>
                <a:gd name="connsiteX1436" fmla="*/ 198596 w 942975"/>
                <a:gd name="connsiteY1436" fmla="*/ 753999 h 781050"/>
                <a:gd name="connsiteX1437" fmla="*/ 198025 w 942975"/>
                <a:gd name="connsiteY1437" fmla="*/ 753237 h 781050"/>
                <a:gd name="connsiteX1438" fmla="*/ 196501 w 942975"/>
                <a:gd name="connsiteY1438" fmla="*/ 751904 h 781050"/>
                <a:gd name="connsiteX1439" fmla="*/ 196405 w 942975"/>
                <a:gd name="connsiteY1439" fmla="*/ 751332 h 781050"/>
                <a:gd name="connsiteX1440" fmla="*/ 196691 w 942975"/>
                <a:gd name="connsiteY1440" fmla="*/ 750665 h 781050"/>
                <a:gd name="connsiteX1441" fmla="*/ 199930 w 942975"/>
                <a:gd name="connsiteY1441" fmla="*/ 746474 h 781050"/>
                <a:gd name="connsiteX1442" fmla="*/ 202120 w 942975"/>
                <a:gd name="connsiteY1442" fmla="*/ 741997 h 781050"/>
                <a:gd name="connsiteX1443" fmla="*/ 203549 w 942975"/>
                <a:gd name="connsiteY1443" fmla="*/ 739902 h 781050"/>
                <a:gd name="connsiteX1444" fmla="*/ 204502 w 942975"/>
                <a:gd name="connsiteY1444" fmla="*/ 738188 h 781050"/>
                <a:gd name="connsiteX1445" fmla="*/ 205264 w 942975"/>
                <a:gd name="connsiteY1445" fmla="*/ 736187 h 781050"/>
                <a:gd name="connsiteX1446" fmla="*/ 205835 w 942975"/>
                <a:gd name="connsiteY1446" fmla="*/ 733139 h 781050"/>
                <a:gd name="connsiteX1447" fmla="*/ 205835 w 942975"/>
                <a:gd name="connsiteY1447" fmla="*/ 731615 h 781050"/>
                <a:gd name="connsiteX1448" fmla="*/ 205645 w 942975"/>
                <a:gd name="connsiteY1448" fmla="*/ 730567 h 781050"/>
                <a:gd name="connsiteX1449" fmla="*/ 205264 w 942975"/>
                <a:gd name="connsiteY1449" fmla="*/ 729996 h 781050"/>
                <a:gd name="connsiteX1450" fmla="*/ 204787 w 942975"/>
                <a:gd name="connsiteY1450" fmla="*/ 729710 h 781050"/>
                <a:gd name="connsiteX1451" fmla="*/ 204216 w 942975"/>
                <a:gd name="connsiteY1451" fmla="*/ 729520 h 781050"/>
                <a:gd name="connsiteX1452" fmla="*/ 201549 w 942975"/>
                <a:gd name="connsiteY1452" fmla="*/ 728853 h 781050"/>
                <a:gd name="connsiteX1453" fmla="*/ 200787 w 942975"/>
                <a:gd name="connsiteY1453" fmla="*/ 728472 h 781050"/>
                <a:gd name="connsiteX1454" fmla="*/ 200216 w 942975"/>
                <a:gd name="connsiteY1454" fmla="*/ 727996 h 781050"/>
                <a:gd name="connsiteX1455" fmla="*/ 200120 w 942975"/>
                <a:gd name="connsiteY1455" fmla="*/ 727043 h 781050"/>
                <a:gd name="connsiteX1456" fmla="*/ 200501 w 942975"/>
                <a:gd name="connsiteY1456" fmla="*/ 726186 h 781050"/>
                <a:gd name="connsiteX1457" fmla="*/ 201739 w 942975"/>
                <a:gd name="connsiteY1457" fmla="*/ 724853 h 781050"/>
                <a:gd name="connsiteX1458" fmla="*/ 202692 w 942975"/>
                <a:gd name="connsiteY1458" fmla="*/ 724186 h 781050"/>
                <a:gd name="connsiteX1459" fmla="*/ 203835 w 942975"/>
                <a:gd name="connsiteY1459" fmla="*/ 723805 h 781050"/>
                <a:gd name="connsiteX1460" fmla="*/ 208597 w 942975"/>
                <a:gd name="connsiteY1460" fmla="*/ 723709 h 781050"/>
                <a:gd name="connsiteX1461" fmla="*/ 209455 w 942975"/>
                <a:gd name="connsiteY1461" fmla="*/ 723233 h 781050"/>
                <a:gd name="connsiteX1462" fmla="*/ 210026 w 942975"/>
                <a:gd name="connsiteY1462" fmla="*/ 722281 h 781050"/>
                <a:gd name="connsiteX1463" fmla="*/ 210312 w 942975"/>
                <a:gd name="connsiteY1463" fmla="*/ 720090 h 781050"/>
                <a:gd name="connsiteX1464" fmla="*/ 210122 w 942975"/>
                <a:gd name="connsiteY1464" fmla="*/ 716089 h 781050"/>
                <a:gd name="connsiteX1465" fmla="*/ 210788 w 942975"/>
                <a:gd name="connsiteY1465" fmla="*/ 711041 h 781050"/>
                <a:gd name="connsiteX1466" fmla="*/ 210788 w 942975"/>
                <a:gd name="connsiteY1466" fmla="*/ 709327 h 781050"/>
                <a:gd name="connsiteX1467" fmla="*/ 210503 w 942975"/>
                <a:gd name="connsiteY1467" fmla="*/ 708088 h 781050"/>
                <a:gd name="connsiteX1468" fmla="*/ 210122 w 942975"/>
                <a:gd name="connsiteY1468" fmla="*/ 707136 h 781050"/>
                <a:gd name="connsiteX1469" fmla="*/ 209645 w 942975"/>
                <a:gd name="connsiteY1469" fmla="*/ 706279 h 781050"/>
                <a:gd name="connsiteX1470" fmla="*/ 208788 w 942975"/>
                <a:gd name="connsiteY1470" fmla="*/ 705517 h 781050"/>
                <a:gd name="connsiteX1471" fmla="*/ 208026 w 942975"/>
                <a:gd name="connsiteY1471" fmla="*/ 704945 h 781050"/>
                <a:gd name="connsiteX1472" fmla="*/ 198120 w 942975"/>
                <a:gd name="connsiteY1472" fmla="*/ 700278 h 781050"/>
                <a:gd name="connsiteX1473" fmla="*/ 197358 w 942975"/>
                <a:gd name="connsiteY1473" fmla="*/ 700088 h 781050"/>
                <a:gd name="connsiteX1474" fmla="*/ 196787 w 942975"/>
                <a:gd name="connsiteY1474" fmla="*/ 700183 h 781050"/>
                <a:gd name="connsiteX1475" fmla="*/ 196215 w 942975"/>
                <a:gd name="connsiteY1475" fmla="*/ 700469 h 781050"/>
                <a:gd name="connsiteX1476" fmla="*/ 195167 w 942975"/>
                <a:gd name="connsiteY1476" fmla="*/ 701230 h 781050"/>
                <a:gd name="connsiteX1477" fmla="*/ 194786 w 942975"/>
                <a:gd name="connsiteY1477" fmla="*/ 701516 h 781050"/>
                <a:gd name="connsiteX1478" fmla="*/ 194215 w 942975"/>
                <a:gd name="connsiteY1478" fmla="*/ 701707 h 781050"/>
                <a:gd name="connsiteX1479" fmla="*/ 193643 w 942975"/>
                <a:gd name="connsiteY1479" fmla="*/ 701707 h 781050"/>
                <a:gd name="connsiteX1480" fmla="*/ 193167 w 942975"/>
                <a:gd name="connsiteY1480" fmla="*/ 701421 h 781050"/>
                <a:gd name="connsiteX1481" fmla="*/ 192881 w 942975"/>
                <a:gd name="connsiteY1481" fmla="*/ 700659 h 781050"/>
                <a:gd name="connsiteX1482" fmla="*/ 192691 w 942975"/>
                <a:gd name="connsiteY1482" fmla="*/ 699706 h 781050"/>
                <a:gd name="connsiteX1483" fmla="*/ 192881 w 942975"/>
                <a:gd name="connsiteY1483" fmla="*/ 697421 h 781050"/>
                <a:gd name="connsiteX1484" fmla="*/ 192881 w 942975"/>
                <a:gd name="connsiteY1484" fmla="*/ 696849 h 781050"/>
                <a:gd name="connsiteX1485" fmla="*/ 192691 w 942975"/>
                <a:gd name="connsiteY1485" fmla="*/ 696373 h 781050"/>
                <a:gd name="connsiteX1486" fmla="*/ 191929 w 942975"/>
                <a:gd name="connsiteY1486" fmla="*/ 695039 h 781050"/>
                <a:gd name="connsiteX1487" fmla="*/ 191453 w 942975"/>
                <a:gd name="connsiteY1487" fmla="*/ 694087 h 781050"/>
                <a:gd name="connsiteX1488" fmla="*/ 191167 w 942975"/>
                <a:gd name="connsiteY1488" fmla="*/ 693039 h 781050"/>
                <a:gd name="connsiteX1489" fmla="*/ 190976 w 942975"/>
                <a:gd name="connsiteY1489" fmla="*/ 691039 h 781050"/>
                <a:gd name="connsiteX1490" fmla="*/ 191167 w 942975"/>
                <a:gd name="connsiteY1490" fmla="*/ 690086 h 781050"/>
                <a:gd name="connsiteX1491" fmla="*/ 191738 w 942975"/>
                <a:gd name="connsiteY1491" fmla="*/ 689515 h 781050"/>
                <a:gd name="connsiteX1492" fmla="*/ 192976 w 942975"/>
                <a:gd name="connsiteY1492" fmla="*/ 689134 h 781050"/>
                <a:gd name="connsiteX1493" fmla="*/ 194977 w 942975"/>
                <a:gd name="connsiteY1493" fmla="*/ 688943 h 781050"/>
                <a:gd name="connsiteX1494" fmla="*/ 195834 w 942975"/>
                <a:gd name="connsiteY1494" fmla="*/ 688753 h 781050"/>
                <a:gd name="connsiteX1495" fmla="*/ 196405 w 942975"/>
                <a:gd name="connsiteY1495" fmla="*/ 688467 h 781050"/>
                <a:gd name="connsiteX1496" fmla="*/ 196977 w 942975"/>
                <a:gd name="connsiteY1496" fmla="*/ 687896 h 781050"/>
                <a:gd name="connsiteX1497" fmla="*/ 197168 w 942975"/>
                <a:gd name="connsiteY1497" fmla="*/ 687229 h 781050"/>
                <a:gd name="connsiteX1498" fmla="*/ 196882 w 942975"/>
                <a:gd name="connsiteY1498" fmla="*/ 686848 h 781050"/>
                <a:gd name="connsiteX1499" fmla="*/ 196501 w 942975"/>
                <a:gd name="connsiteY1499" fmla="*/ 686562 h 781050"/>
                <a:gd name="connsiteX1500" fmla="*/ 194882 w 942975"/>
                <a:gd name="connsiteY1500" fmla="*/ 685800 h 781050"/>
                <a:gd name="connsiteX1501" fmla="*/ 194215 w 942975"/>
                <a:gd name="connsiteY1501" fmla="*/ 685419 h 781050"/>
                <a:gd name="connsiteX1502" fmla="*/ 193548 w 942975"/>
                <a:gd name="connsiteY1502" fmla="*/ 684943 h 781050"/>
                <a:gd name="connsiteX1503" fmla="*/ 193072 w 942975"/>
                <a:gd name="connsiteY1503" fmla="*/ 684371 h 781050"/>
                <a:gd name="connsiteX1504" fmla="*/ 192786 w 942975"/>
                <a:gd name="connsiteY1504" fmla="*/ 683705 h 781050"/>
                <a:gd name="connsiteX1505" fmla="*/ 192595 w 942975"/>
                <a:gd name="connsiteY1505" fmla="*/ 682847 h 781050"/>
                <a:gd name="connsiteX1506" fmla="*/ 192595 w 942975"/>
                <a:gd name="connsiteY1506" fmla="*/ 681990 h 781050"/>
                <a:gd name="connsiteX1507" fmla="*/ 192500 w 942975"/>
                <a:gd name="connsiteY1507" fmla="*/ 681133 h 781050"/>
                <a:gd name="connsiteX1508" fmla="*/ 192119 w 942975"/>
                <a:gd name="connsiteY1508" fmla="*/ 680561 h 781050"/>
                <a:gd name="connsiteX1509" fmla="*/ 191738 w 942975"/>
                <a:gd name="connsiteY1509" fmla="*/ 680275 h 781050"/>
                <a:gd name="connsiteX1510" fmla="*/ 191262 w 942975"/>
                <a:gd name="connsiteY1510" fmla="*/ 680275 h 781050"/>
                <a:gd name="connsiteX1511" fmla="*/ 189928 w 942975"/>
                <a:gd name="connsiteY1511" fmla="*/ 680466 h 781050"/>
                <a:gd name="connsiteX1512" fmla="*/ 189357 w 942975"/>
                <a:gd name="connsiteY1512" fmla="*/ 680466 h 781050"/>
                <a:gd name="connsiteX1513" fmla="*/ 188690 w 942975"/>
                <a:gd name="connsiteY1513" fmla="*/ 680275 h 781050"/>
                <a:gd name="connsiteX1514" fmla="*/ 188119 w 942975"/>
                <a:gd name="connsiteY1514" fmla="*/ 679990 h 781050"/>
                <a:gd name="connsiteX1515" fmla="*/ 187738 w 942975"/>
                <a:gd name="connsiteY1515" fmla="*/ 679513 h 781050"/>
                <a:gd name="connsiteX1516" fmla="*/ 187643 w 942975"/>
                <a:gd name="connsiteY1516" fmla="*/ 679037 h 781050"/>
                <a:gd name="connsiteX1517" fmla="*/ 187547 w 942975"/>
                <a:gd name="connsiteY1517" fmla="*/ 678561 h 781050"/>
                <a:gd name="connsiteX1518" fmla="*/ 187452 w 942975"/>
                <a:gd name="connsiteY1518" fmla="*/ 677989 h 781050"/>
                <a:gd name="connsiteX1519" fmla="*/ 187166 w 942975"/>
                <a:gd name="connsiteY1519" fmla="*/ 676561 h 781050"/>
                <a:gd name="connsiteX1520" fmla="*/ 186976 w 942975"/>
                <a:gd name="connsiteY1520" fmla="*/ 676084 h 781050"/>
                <a:gd name="connsiteX1521" fmla="*/ 186595 w 942975"/>
                <a:gd name="connsiteY1521" fmla="*/ 675799 h 781050"/>
                <a:gd name="connsiteX1522" fmla="*/ 186309 w 942975"/>
                <a:gd name="connsiteY1522" fmla="*/ 675799 h 781050"/>
                <a:gd name="connsiteX1523" fmla="*/ 185737 w 942975"/>
                <a:gd name="connsiteY1523" fmla="*/ 675894 h 781050"/>
                <a:gd name="connsiteX1524" fmla="*/ 184880 w 942975"/>
                <a:gd name="connsiteY1524" fmla="*/ 676275 h 781050"/>
                <a:gd name="connsiteX1525" fmla="*/ 183547 w 942975"/>
                <a:gd name="connsiteY1525" fmla="*/ 677228 h 781050"/>
                <a:gd name="connsiteX1526" fmla="*/ 183261 w 942975"/>
                <a:gd name="connsiteY1526" fmla="*/ 677323 h 781050"/>
                <a:gd name="connsiteX1527" fmla="*/ 182975 w 942975"/>
                <a:gd name="connsiteY1527" fmla="*/ 677418 h 781050"/>
                <a:gd name="connsiteX1528" fmla="*/ 182594 w 942975"/>
                <a:gd name="connsiteY1528" fmla="*/ 677418 h 781050"/>
                <a:gd name="connsiteX1529" fmla="*/ 182213 w 942975"/>
                <a:gd name="connsiteY1529" fmla="*/ 677323 h 781050"/>
                <a:gd name="connsiteX1530" fmla="*/ 181928 w 942975"/>
                <a:gd name="connsiteY1530" fmla="*/ 677037 h 781050"/>
                <a:gd name="connsiteX1531" fmla="*/ 181832 w 942975"/>
                <a:gd name="connsiteY1531" fmla="*/ 676656 h 781050"/>
                <a:gd name="connsiteX1532" fmla="*/ 181928 w 942975"/>
                <a:gd name="connsiteY1532" fmla="*/ 676275 h 781050"/>
                <a:gd name="connsiteX1533" fmla="*/ 183356 w 942975"/>
                <a:gd name="connsiteY1533" fmla="*/ 672941 h 781050"/>
                <a:gd name="connsiteX1534" fmla="*/ 183928 w 942975"/>
                <a:gd name="connsiteY1534" fmla="*/ 670560 h 781050"/>
                <a:gd name="connsiteX1535" fmla="*/ 184499 w 942975"/>
                <a:gd name="connsiteY1535" fmla="*/ 669893 h 781050"/>
                <a:gd name="connsiteX1536" fmla="*/ 185642 w 942975"/>
                <a:gd name="connsiteY1536" fmla="*/ 670084 h 781050"/>
                <a:gd name="connsiteX1537" fmla="*/ 186404 w 942975"/>
                <a:gd name="connsiteY1537" fmla="*/ 670655 h 781050"/>
                <a:gd name="connsiteX1538" fmla="*/ 187166 w 942975"/>
                <a:gd name="connsiteY1538" fmla="*/ 671417 h 781050"/>
                <a:gd name="connsiteX1539" fmla="*/ 187928 w 942975"/>
                <a:gd name="connsiteY1539" fmla="*/ 671989 h 781050"/>
                <a:gd name="connsiteX1540" fmla="*/ 188785 w 942975"/>
                <a:gd name="connsiteY1540" fmla="*/ 672179 h 781050"/>
                <a:gd name="connsiteX1541" fmla="*/ 189547 w 942975"/>
                <a:gd name="connsiteY1541" fmla="*/ 671894 h 781050"/>
                <a:gd name="connsiteX1542" fmla="*/ 190214 w 942975"/>
                <a:gd name="connsiteY1542" fmla="*/ 671227 h 781050"/>
                <a:gd name="connsiteX1543" fmla="*/ 190500 w 942975"/>
                <a:gd name="connsiteY1543" fmla="*/ 670750 h 781050"/>
                <a:gd name="connsiteX1544" fmla="*/ 191357 w 942975"/>
                <a:gd name="connsiteY1544" fmla="*/ 668274 h 781050"/>
                <a:gd name="connsiteX1545" fmla="*/ 191738 w 942975"/>
                <a:gd name="connsiteY1545" fmla="*/ 667703 h 781050"/>
                <a:gd name="connsiteX1546" fmla="*/ 192119 w 942975"/>
                <a:gd name="connsiteY1546" fmla="*/ 667607 h 781050"/>
                <a:gd name="connsiteX1547" fmla="*/ 192976 w 942975"/>
                <a:gd name="connsiteY1547" fmla="*/ 667703 h 781050"/>
                <a:gd name="connsiteX1548" fmla="*/ 193548 w 942975"/>
                <a:gd name="connsiteY1548" fmla="*/ 668179 h 781050"/>
                <a:gd name="connsiteX1549" fmla="*/ 194024 w 942975"/>
                <a:gd name="connsiteY1549" fmla="*/ 668750 h 781050"/>
                <a:gd name="connsiteX1550" fmla="*/ 194596 w 942975"/>
                <a:gd name="connsiteY1550" fmla="*/ 669417 h 781050"/>
                <a:gd name="connsiteX1551" fmla="*/ 195167 w 942975"/>
                <a:gd name="connsiteY1551" fmla="*/ 669988 h 781050"/>
                <a:gd name="connsiteX1552" fmla="*/ 195834 w 942975"/>
                <a:gd name="connsiteY1552" fmla="*/ 670274 h 781050"/>
                <a:gd name="connsiteX1553" fmla="*/ 196596 w 942975"/>
                <a:gd name="connsiteY1553" fmla="*/ 670084 h 781050"/>
                <a:gd name="connsiteX1554" fmla="*/ 197453 w 942975"/>
                <a:gd name="connsiteY1554" fmla="*/ 669322 h 781050"/>
                <a:gd name="connsiteX1555" fmla="*/ 199358 w 942975"/>
                <a:gd name="connsiteY1555" fmla="*/ 666940 h 781050"/>
                <a:gd name="connsiteX1556" fmla="*/ 199930 w 942975"/>
                <a:gd name="connsiteY1556" fmla="*/ 666464 h 781050"/>
                <a:gd name="connsiteX1557" fmla="*/ 200597 w 942975"/>
                <a:gd name="connsiteY1557" fmla="*/ 666083 h 781050"/>
                <a:gd name="connsiteX1558" fmla="*/ 202025 w 942975"/>
                <a:gd name="connsiteY1558" fmla="*/ 665226 h 781050"/>
                <a:gd name="connsiteX1559" fmla="*/ 202692 w 942975"/>
                <a:gd name="connsiteY1559" fmla="*/ 664750 h 781050"/>
                <a:gd name="connsiteX1560" fmla="*/ 203264 w 942975"/>
                <a:gd name="connsiteY1560" fmla="*/ 664178 h 781050"/>
                <a:gd name="connsiteX1561" fmla="*/ 203740 w 942975"/>
                <a:gd name="connsiteY1561" fmla="*/ 663416 h 781050"/>
                <a:gd name="connsiteX1562" fmla="*/ 204121 w 942975"/>
                <a:gd name="connsiteY1562" fmla="*/ 662654 h 781050"/>
                <a:gd name="connsiteX1563" fmla="*/ 205168 w 942975"/>
                <a:gd name="connsiteY1563" fmla="*/ 658558 h 781050"/>
                <a:gd name="connsiteX1564" fmla="*/ 205454 w 942975"/>
                <a:gd name="connsiteY1564" fmla="*/ 657987 h 781050"/>
                <a:gd name="connsiteX1565" fmla="*/ 206026 w 942975"/>
                <a:gd name="connsiteY1565" fmla="*/ 657701 h 781050"/>
                <a:gd name="connsiteX1566" fmla="*/ 206788 w 942975"/>
                <a:gd name="connsiteY1566" fmla="*/ 657701 h 781050"/>
                <a:gd name="connsiteX1567" fmla="*/ 208312 w 942975"/>
                <a:gd name="connsiteY1567" fmla="*/ 658178 h 781050"/>
                <a:gd name="connsiteX1568" fmla="*/ 210026 w 942975"/>
                <a:gd name="connsiteY1568" fmla="*/ 659321 h 781050"/>
                <a:gd name="connsiteX1569" fmla="*/ 211074 w 942975"/>
                <a:gd name="connsiteY1569" fmla="*/ 659606 h 781050"/>
                <a:gd name="connsiteX1570" fmla="*/ 214884 w 942975"/>
                <a:gd name="connsiteY1570" fmla="*/ 659987 h 781050"/>
                <a:gd name="connsiteX1571" fmla="*/ 215837 w 942975"/>
                <a:gd name="connsiteY1571" fmla="*/ 660178 h 781050"/>
                <a:gd name="connsiteX1572" fmla="*/ 216408 w 942975"/>
                <a:gd name="connsiteY1572" fmla="*/ 660463 h 781050"/>
                <a:gd name="connsiteX1573" fmla="*/ 216599 w 942975"/>
                <a:gd name="connsiteY1573" fmla="*/ 661511 h 781050"/>
                <a:gd name="connsiteX1574" fmla="*/ 216789 w 942975"/>
                <a:gd name="connsiteY1574" fmla="*/ 663416 h 781050"/>
                <a:gd name="connsiteX1575" fmla="*/ 217075 w 942975"/>
                <a:gd name="connsiteY1575" fmla="*/ 663988 h 781050"/>
                <a:gd name="connsiteX1576" fmla="*/ 218218 w 942975"/>
                <a:gd name="connsiteY1576" fmla="*/ 665512 h 781050"/>
                <a:gd name="connsiteX1577" fmla="*/ 218694 w 942975"/>
                <a:gd name="connsiteY1577" fmla="*/ 666274 h 781050"/>
                <a:gd name="connsiteX1578" fmla="*/ 218789 w 942975"/>
                <a:gd name="connsiteY1578" fmla="*/ 666845 h 781050"/>
                <a:gd name="connsiteX1579" fmla="*/ 218789 w 942975"/>
                <a:gd name="connsiteY1579" fmla="*/ 667322 h 781050"/>
                <a:gd name="connsiteX1580" fmla="*/ 218789 w 942975"/>
                <a:gd name="connsiteY1580" fmla="*/ 667798 h 781050"/>
                <a:gd name="connsiteX1581" fmla="*/ 218789 w 942975"/>
                <a:gd name="connsiteY1581" fmla="*/ 668274 h 781050"/>
                <a:gd name="connsiteX1582" fmla="*/ 218885 w 942975"/>
                <a:gd name="connsiteY1582" fmla="*/ 668655 h 781050"/>
                <a:gd name="connsiteX1583" fmla="*/ 219170 w 942975"/>
                <a:gd name="connsiteY1583" fmla="*/ 668941 h 781050"/>
                <a:gd name="connsiteX1584" fmla="*/ 219551 w 942975"/>
                <a:gd name="connsiteY1584" fmla="*/ 669131 h 781050"/>
                <a:gd name="connsiteX1585" fmla="*/ 220123 w 942975"/>
                <a:gd name="connsiteY1585" fmla="*/ 669131 h 781050"/>
                <a:gd name="connsiteX1586" fmla="*/ 220885 w 942975"/>
                <a:gd name="connsiteY1586" fmla="*/ 668941 h 781050"/>
                <a:gd name="connsiteX1587" fmla="*/ 221933 w 942975"/>
                <a:gd name="connsiteY1587" fmla="*/ 668464 h 781050"/>
                <a:gd name="connsiteX1588" fmla="*/ 222885 w 942975"/>
                <a:gd name="connsiteY1588" fmla="*/ 667893 h 781050"/>
                <a:gd name="connsiteX1589" fmla="*/ 226695 w 942975"/>
                <a:gd name="connsiteY1589" fmla="*/ 664464 h 781050"/>
                <a:gd name="connsiteX1590" fmla="*/ 227552 w 942975"/>
                <a:gd name="connsiteY1590" fmla="*/ 663797 h 781050"/>
                <a:gd name="connsiteX1591" fmla="*/ 228410 w 942975"/>
                <a:gd name="connsiteY1591" fmla="*/ 663416 h 781050"/>
                <a:gd name="connsiteX1592" fmla="*/ 229267 w 942975"/>
                <a:gd name="connsiteY1592" fmla="*/ 663226 h 781050"/>
                <a:gd name="connsiteX1593" fmla="*/ 231458 w 942975"/>
                <a:gd name="connsiteY1593" fmla="*/ 663035 h 781050"/>
                <a:gd name="connsiteX1594" fmla="*/ 232696 w 942975"/>
                <a:gd name="connsiteY1594" fmla="*/ 662559 h 781050"/>
                <a:gd name="connsiteX1595" fmla="*/ 233077 w 942975"/>
                <a:gd name="connsiteY1595" fmla="*/ 661606 h 781050"/>
                <a:gd name="connsiteX1596" fmla="*/ 233362 w 942975"/>
                <a:gd name="connsiteY1596" fmla="*/ 660273 h 781050"/>
                <a:gd name="connsiteX1597" fmla="*/ 230219 w 942975"/>
                <a:gd name="connsiteY1597" fmla="*/ 657034 h 781050"/>
                <a:gd name="connsiteX1598" fmla="*/ 231934 w 942975"/>
                <a:gd name="connsiteY1598" fmla="*/ 655701 h 781050"/>
                <a:gd name="connsiteX1599" fmla="*/ 232886 w 942975"/>
                <a:gd name="connsiteY1599" fmla="*/ 655130 h 781050"/>
                <a:gd name="connsiteX1600" fmla="*/ 233362 w 942975"/>
                <a:gd name="connsiteY1600" fmla="*/ 654558 h 781050"/>
                <a:gd name="connsiteX1601" fmla="*/ 233743 w 942975"/>
                <a:gd name="connsiteY1601" fmla="*/ 653987 h 781050"/>
                <a:gd name="connsiteX1602" fmla="*/ 234887 w 942975"/>
                <a:gd name="connsiteY1602" fmla="*/ 650272 h 781050"/>
                <a:gd name="connsiteX1603" fmla="*/ 235268 w 942975"/>
                <a:gd name="connsiteY1603" fmla="*/ 649700 h 781050"/>
                <a:gd name="connsiteX1604" fmla="*/ 235934 w 942975"/>
                <a:gd name="connsiteY1604" fmla="*/ 649414 h 781050"/>
                <a:gd name="connsiteX1605" fmla="*/ 237172 w 942975"/>
                <a:gd name="connsiteY1605" fmla="*/ 649414 h 781050"/>
                <a:gd name="connsiteX1606" fmla="*/ 238125 w 942975"/>
                <a:gd name="connsiteY1606" fmla="*/ 649319 h 781050"/>
                <a:gd name="connsiteX1607" fmla="*/ 238982 w 942975"/>
                <a:gd name="connsiteY1607" fmla="*/ 648938 h 781050"/>
                <a:gd name="connsiteX1608" fmla="*/ 239935 w 942975"/>
                <a:gd name="connsiteY1608" fmla="*/ 648081 h 781050"/>
                <a:gd name="connsiteX1609" fmla="*/ 240792 w 942975"/>
                <a:gd name="connsiteY1609" fmla="*/ 646652 h 781050"/>
                <a:gd name="connsiteX1610" fmla="*/ 241078 w 942975"/>
                <a:gd name="connsiteY1610" fmla="*/ 646366 h 781050"/>
                <a:gd name="connsiteX1611" fmla="*/ 241840 w 942975"/>
                <a:gd name="connsiteY1611" fmla="*/ 646081 h 781050"/>
                <a:gd name="connsiteX1612" fmla="*/ 243268 w 942975"/>
                <a:gd name="connsiteY1612" fmla="*/ 645795 h 781050"/>
                <a:gd name="connsiteX1613" fmla="*/ 245840 w 942975"/>
                <a:gd name="connsiteY1613" fmla="*/ 644366 h 781050"/>
                <a:gd name="connsiteX1614" fmla="*/ 246793 w 942975"/>
                <a:gd name="connsiteY1614" fmla="*/ 643699 h 781050"/>
                <a:gd name="connsiteX1615" fmla="*/ 247650 w 942975"/>
                <a:gd name="connsiteY1615" fmla="*/ 643223 h 781050"/>
                <a:gd name="connsiteX1616" fmla="*/ 248983 w 942975"/>
                <a:gd name="connsiteY1616" fmla="*/ 643128 h 781050"/>
                <a:gd name="connsiteX1617" fmla="*/ 250889 w 942975"/>
                <a:gd name="connsiteY1617" fmla="*/ 643414 h 781050"/>
                <a:gd name="connsiteX1618" fmla="*/ 252603 w 942975"/>
                <a:gd name="connsiteY1618" fmla="*/ 644176 h 781050"/>
                <a:gd name="connsiteX1619" fmla="*/ 253937 w 942975"/>
                <a:gd name="connsiteY1619" fmla="*/ 644366 h 781050"/>
                <a:gd name="connsiteX1620" fmla="*/ 254794 w 942975"/>
                <a:gd name="connsiteY1620" fmla="*/ 644271 h 781050"/>
                <a:gd name="connsiteX1621" fmla="*/ 255460 w 942975"/>
                <a:gd name="connsiteY1621" fmla="*/ 643604 h 781050"/>
                <a:gd name="connsiteX1622" fmla="*/ 255746 w 942975"/>
                <a:gd name="connsiteY1622" fmla="*/ 643223 h 781050"/>
                <a:gd name="connsiteX1623" fmla="*/ 255841 w 942975"/>
                <a:gd name="connsiteY1623" fmla="*/ 642652 h 781050"/>
                <a:gd name="connsiteX1624" fmla="*/ 255841 w 942975"/>
                <a:gd name="connsiteY1624" fmla="*/ 642080 h 781050"/>
                <a:gd name="connsiteX1625" fmla="*/ 254889 w 942975"/>
                <a:gd name="connsiteY1625" fmla="*/ 636937 h 781050"/>
                <a:gd name="connsiteX1626" fmla="*/ 254508 w 942975"/>
                <a:gd name="connsiteY1626" fmla="*/ 635508 h 781050"/>
                <a:gd name="connsiteX1627" fmla="*/ 254032 w 942975"/>
                <a:gd name="connsiteY1627" fmla="*/ 634460 h 781050"/>
                <a:gd name="connsiteX1628" fmla="*/ 253270 w 942975"/>
                <a:gd name="connsiteY1628" fmla="*/ 632936 h 781050"/>
                <a:gd name="connsiteX1629" fmla="*/ 253174 w 942975"/>
                <a:gd name="connsiteY1629" fmla="*/ 632650 h 781050"/>
                <a:gd name="connsiteX1630" fmla="*/ 253270 w 942975"/>
                <a:gd name="connsiteY1630" fmla="*/ 632174 h 781050"/>
                <a:gd name="connsiteX1631" fmla="*/ 253460 w 942975"/>
                <a:gd name="connsiteY1631" fmla="*/ 631793 h 781050"/>
                <a:gd name="connsiteX1632" fmla="*/ 254318 w 942975"/>
                <a:gd name="connsiteY1632" fmla="*/ 631317 h 781050"/>
                <a:gd name="connsiteX1633" fmla="*/ 259556 w 942975"/>
                <a:gd name="connsiteY1633" fmla="*/ 629698 h 781050"/>
                <a:gd name="connsiteX1634" fmla="*/ 261176 w 942975"/>
                <a:gd name="connsiteY1634" fmla="*/ 629031 h 781050"/>
                <a:gd name="connsiteX1635" fmla="*/ 262223 w 942975"/>
                <a:gd name="connsiteY1635" fmla="*/ 628459 h 781050"/>
                <a:gd name="connsiteX1636" fmla="*/ 262985 w 942975"/>
                <a:gd name="connsiteY1636" fmla="*/ 627412 h 781050"/>
                <a:gd name="connsiteX1637" fmla="*/ 263557 w 942975"/>
                <a:gd name="connsiteY1637" fmla="*/ 626840 h 781050"/>
                <a:gd name="connsiteX1638" fmla="*/ 265176 w 942975"/>
                <a:gd name="connsiteY1638" fmla="*/ 625412 h 781050"/>
                <a:gd name="connsiteX1639" fmla="*/ 265557 w 942975"/>
                <a:gd name="connsiteY1639" fmla="*/ 624649 h 781050"/>
                <a:gd name="connsiteX1640" fmla="*/ 266605 w 942975"/>
                <a:gd name="connsiteY1640" fmla="*/ 621030 h 781050"/>
                <a:gd name="connsiteX1641" fmla="*/ 267081 w 942975"/>
                <a:gd name="connsiteY1641" fmla="*/ 620649 h 781050"/>
                <a:gd name="connsiteX1642" fmla="*/ 267748 w 942975"/>
                <a:gd name="connsiteY1642" fmla="*/ 620458 h 781050"/>
                <a:gd name="connsiteX1643" fmla="*/ 271177 w 942975"/>
                <a:gd name="connsiteY1643" fmla="*/ 621697 h 781050"/>
                <a:gd name="connsiteX1644" fmla="*/ 276225 w 942975"/>
                <a:gd name="connsiteY1644" fmla="*/ 620744 h 781050"/>
                <a:gd name="connsiteX1645" fmla="*/ 276892 w 942975"/>
                <a:gd name="connsiteY1645" fmla="*/ 620744 h 781050"/>
                <a:gd name="connsiteX1646" fmla="*/ 277368 w 942975"/>
                <a:gd name="connsiteY1646" fmla="*/ 621030 h 781050"/>
                <a:gd name="connsiteX1647" fmla="*/ 277844 w 942975"/>
                <a:gd name="connsiteY1647" fmla="*/ 621982 h 781050"/>
                <a:gd name="connsiteX1648" fmla="*/ 278225 w 942975"/>
                <a:gd name="connsiteY1648" fmla="*/ 623316 h 781050"/>
                <a:gd name="connsiteX1649" fmla="*/ 278892 w 942975"/>
                <a:gd name="connsiteY1649" fmla="*/ 624364 h 781050"/>
                <a:gd name="connsiteX1650" fmla="*/ 279940 w 942975"/>
                <a:gd name="connsiteY1650" fmla="*/ 625221 h 781050"/>
                <a:gd name="connsiteX1651" fmla="*/ 281940 w 942975"/>
                <a:gd name="connsiteY1651" fmla="*/ 626078 h 781050"/>
                <a:gd name="connsiteX1652" fmla="*/ 282512 w 942975"/>
                <a:gd name="connsiteY1652" fmla="*/ 626555 h 781050"/>
                <a:gd name="connsiteX1653" fmla="*/ 282893 w 942975"/>
                <a:gd name="connsiteY1653" fmla="*/ 627221 h 781050"/>
                <a:gd name="connsiteX1654" fmla="*/ 283750 w 942975"/>
                <a:gd name="connsiteY1654" fmla="*/ 628269 h 781050"/>
                <a:gd name="connsiteX1655" fmla="*/ 284893 w 942975"/>
                <a:gd name="connsiteY1655" fmla="*/ 629317 h 781050"/>
                <a:gd name="connsiteX1656" fmla="*/ 286703 w 942975"/>
                <a:gd name="connsiteY1656" fmla="*/ 629983 h 781050"/>
                <a:gd name="connsiteX1657" fmla="*/ 287845 w 942975"/>
                <a:gd name="connsiteY1657" fmla="*/ 630650 h 781050"/>
                <a:gd name="connsiteX1658" fmla="*/ 289084 w 942975"/>
                <a:gd name="connsiteY1658" fmla="*/ 630936 h 781050"/>
                <a:gd name="connsiteX1659" fmla="*/ 290417 w 942975"/>
                <a:gd name="connsiteY1659" fmla="*/ 631031 h 781050"/>
                <a:gd name="connsiteX1660" fmla="*/ 293941 w 942975"/>
                <a:gd name="connsiteY1660" fmla="*/ 629888 h 781050"/>
                <a:gd name="connsiteX1661" fmla="*/ 299180 w 942975"/>
                <a:gd name="connsiteY1661" fmla="*/ 626936 h 781050"/>
                <a:gd name="connsiteX1662" fmla="*/ 299371 w 942975"/>
                <a:gd name="connsiteY1662" fmla="*/ 624935 h 781050"/>
                <a:gd name="connsiteX1663" fmla="*/ 298990 w 942975"/>
                <a:gd name="connsiteY1663" fmla="*/ 622649 h 781050"/>
                <a:gd name="connsiteX1664" fmla="*/ 299085 w 942975"/>
                <a:gd name="connsiteY1664" fmla="*/ 621411 h 781050"/>
                <a:gd name="connsiteX1665" fmla="*/ 299561 w 942975"/>
                <a:gd name="connsiteY1665" fmla="*/ 620649 h 781050"/>
                <a:gd name="connsiteX1666" fmla="*/ 300704 w 942975"/>
                <a:gd name="connsiteY1666" fmla="*/ 619982 h 781050"/>
                <a:gd name="connsiteX1667" fmla="*/ 306610 w 942975"/>
                <a:gd name="connsiteY1667" fmla="*/ 619887 h 781050"/>
                <a:gd name="connsiteX1668" fmla="*/ 308705 w 942975"/>
                <a:gd name="connsiteY1668" fmla="*/ 619506 h 781050"/>
                <a:gd name="connsiteX1669" fmla="*/ 310324 w 942975"/>
                <a:gd name="connsiteY1669" fmla="*/ 618839 h 781050"/>
                <a:gd name="connsiteX1670" fmla="*/ 312801 w 942975"/>
                <a:gd name="connsiteY1670" fmla="*/ 617220 h 781050"/>
                <a:gd name="connsiteX1671" fmla="*/ 314039 w 942975"/>
                <a:gd name="connsiteY1671" fmla="*/ 616934 h 781050"/>
                <a:gd name="connsiteX1672" fmla="*/ 320421 w 942975"/>
                <a:gd name="connsiteY1672" fmla="*/ 616934 h 781050"/>
                <a:gd name="connsiteX1673" fmla="*/ 321374 w 942975"/>
                <a:gd name="connsiteY1673" fmla="*/ 617220 h 781050"/>
                <a:gd name="connsiteX1674" fmla="*/ 322135 w 942975"/>
                <a:gd name="connsiteY1674" fmla="*/ 617791 h 781050"/>
                <a:gd name="connsiteX1675" fmla="*/ 322802 w 942975"/>
                <a:gd name="connsiteY1675" fmla="*/ 618649 h 781050"/>
                <a:gd name="connsiteX1676" fmla="*/ 323564 w 942975"/>
                <a:gd name="connsiteY1676" fmla="*/ 619411 h 781050"/>
                <a:gd name="connsiteX1677" fmla="*/ 324422 w 942975"/>
                <a:gd name="connsiteY1677" fmla="*/ 619697 h 781050"/>
                <a:gd name="connsiteX1678" fmla="*/ 325660 w 942975"/>
                <a:gd name="connsiteY1678" fmla="*/ 619506 h 781050"/>
                <a:gd name="connsiteX1679" fmla="*/ 329946 w 942975"/>
                <a:gd name="connsiteY1679" fmla="*/ 617887 h 781050"/>
                <a:gd name="connsiteX1680" fmla="*/ 330994 w 942975"/>
                <a:gd name="connsiteY1680" fmla="*/ 617220 h 781050"/>
                <a:gd name="connsiteX1681" fmla="*/ 331946 w 942975"/>
                <a:gd name="connsiteY1681" fmla="*/ 616363 h 781050"/>
                <a:gd name="connsiteX1682" fmla="*/ 332708 w 942975"/>
                <a:gd name="connsiteY1682" fmla="*/ 615505 h 781050"/>
                <a:gd name="connsiteX1683" fmla="*/ 333947 w 942975"/>
                <a:gd name="connsiteY1683" fmla="*/ 613600 h 781050"/>
                <a:gd name="connsiteX1684" fmla="*/ 334518 w 942975"/>
                <a:gd name="connsiteY1684" fmla="*/ 613220 h 781050"/>
                <a:gd name="connsiteX1685" fmla="*/ 335089 w 942975"/>
                <a:gd name="connsiteY1685" fmla="*/ 613315 h 781050"/>
                <a:gd name="connsiteX1686" fmla="*/ 336233 w 942975"/>
                <a:gd name="connsiteY1686" fmla="*/ 613981 h 781050"/>
                <a:gd name="connsiteX1687" fmla="*/ 339185 w 942975"/>
                <a:gd name="connsiteY1687" fmla="*/ 616744 h 781050"/>
                <a:gd name="connsiteX1688" fmla="*/ 340805 w 942975"/>
                <a:gd name="connsiteY1688" fmla="*/ 617696 h 781050"/>
                <a:gd name="connsiteX1689" fmla="*/ 342329 w 942975"/>
                <a:gd name="connsiteY1689" fmla="*/ 618172 h 781050"/>
                <a:gd name="connsiteX1690" fmla="*/ 343567 w 942975"/>
                <a:gd name="connsiteY1690" fmla="*/ 617887 h 781050"/>
                <a:gd name="connsiteX1691" fmla="*/ 344329 w 942975"/>
                <a:gd name="connsiteY1691" fmla="*/ 617125 h 781050"/>
                <a:gd name="connsiteX1692" fmla="*/ 344805 w 942975"/>
                <a:gd name="connsiteY1692" fmla="*/ 616267 h 781050"/>
                <a:gd name="connsiteX1693" fmla="*/ 345091 w 942975"/>
                <a:gd name="connsiteY1693" fmla="*/ 615220 h 781050"/>
                <a:gd name="connsiteX1694" fmla="*/ 345186 w 942975"/>
                <a:gd name="connsiteY1694" fmla="*/ 613886 h 781050"/>
                <a:gd name="connsiteX1695" fmla="*/ 345091 w 942975"/>
                <a:gd name="connsiteY1695" fmla="*/ 612838 h 781050"/>
                <a:gd name="connsiteX1696" fmla="*/ 344805 w 942975"/>
                <a:gd name="connsiteY1696" fmla="*/ 611600 h 781050"/>
                <a:gd name="connsiteX1697" fmla="*/ 343091 w 942975"/>
                <a:gd name="connsiteY1697" fmla="*/ 609124 h 781050"/>
                <a:gd name="connsiteX1698" fmla="*/ 342995 w 942975"/>
                <a:gd name="connsiteY1698" fmla="*/ 608647 h 781050"/>
                <a:gd name="connsiteX1699" fmla="*/ 343281 w 942975"/>
                <a:gd name="connsiteY1699" fmla="*/ 607695 h 781050"/>
                <a:gd name="connsiteX1700" fmla="*/ 343757 w 942975"/>
                <a:gd name="connsiteY1700" fmla="*/ 607123 h 781050"/>
                <a:gd name="connsiteX1701" fmla="*/ 345376 w 942975"/>
                <a:gd name="connsiteY1701" fmla="*/ 606076 h 781050"/>
                <a:gd name="connsiteX1702" fmla="*/ 345758 w 942975"/>
                <a:gd name="connsiteY1702" fmla="*/ 605314 h 781050"/>
                <a:gd name="connsiteX1703" fmla="*/ 345853 w 942975"/>
                <a:gd name="connsiteY1703" fmla="*/ 604075 h 781050"/>
                <a:gd name="connsiteX1704" fmla="*/ 345472 w 942975"/>
                <a:gd name="connsiteY1704" fmla="*/ 602552 h 781050"/>
                <a:gd name="connsiteX1705" fmla="*/ 344424 w 942975"/>
                <a:gd name="connsiteY1705" fmla="*/ 600647 h 781050"/>
                <a:gd name="connsiteX1706" fmla="*/ 343376 w 942975"/>
                <a:gd name="connsiteY1706" fmla="*/ 599504 h 781050"/>
                <a:gd name="connsiteX1707" fmla="*/ 342233 w 942975"/>
                <a:gd name="connsiteY1707" fmla="*/ 598551 h 781050"/>
                <a:gd name="connsiteX1708" fmla="*/ 341566 w 942975"/>
                <a:gd name="connsiteY1708" fmla="*/ 597503 h 781050"/>
                <a:gd name="connsiteX1709" fmla="*/ 340995 w 942975"/>
                <a:gd name="connsiteY1709" fmla="*/ 595979 h 781050"/>
                <a:gd name="connsiteX1710" fmla="*/ 340995 w 942975"/>
                <a:gd name="connsiteY1710" fmla="*/ 593503 h 781050"/>
                <a:gd name="connsiteX1711" fmla="*/ 341376 w 942975"/>
                <a:gd name="connsiteY1711" fmla="*/ 591788 h 781050"/>
                <a:gd name="connsiteX1712" fmla="*/ 341947 w 942975"/>
                <a:gd name="connsiteY1712" fmla="*/ 590550 h 781050"/>
                <a:gd name="connsiteX1713" fmla="*/ 342519 w 942975"/>
                <a:gd name="connsiteY1713" fmla="*/ 589502 h 781050"/>
                <a:gd name="connsiteX1714" fmla="*/ 342995 w 942975"/>
                <a:gd name="connsiteY1714" fmla="*/ 588455 h 781050"/>
                <a:gd name="connsiteX1715" fmla="*/ 342995 w 942975"/>
                <a:gd name="connsiteY1715" fmla="*/ 587216 h 781050"/>
                <a:gd name="connsiteX1716" fmla="*/ 342900 w 942975"/>
                <a:gd name="connsiteY1716" fmla="*/ 585788 h 781050"/>
                <a:gd name="connsiteX1717" fmla="*/ 342329 w 942975"/>
                <a:gd name="connsiteY1717" fmla="*/ 583882 h 781050"/>
                <a:gd name="connsiteX1718" fmla="*/ 341757 w 942975"/>
                <a:gd name="connsiteY1718" fmla="*/ 582549 h 781050"/>
                <a:gd name="connsiteX1719" fmla="*/ 340709 w 942975"/>
                <a:gd name="connsiteY1719" fmla="*/ 581501 h 781050"/>
                <a:gd name="connsiteX1720" fmla="*/ 338995 w 942975"/>
                <a:gd name="connsiteY1720" fmla="*/ 580644 h 781050"/>
                <a:gd name="connsiteX1721" fmla="*/ 338423 w 942975"/>
                <a:gd name="connsiteY1721" fmla="*/ 580072 h 781050"/>
                <a:gd name="connsiteX1722" fmla="*/ 337947 w 942975"/>
                <a:gd name="connsiteY1722" fmla="*/ 579025 h 781050"/>
                <a:gd name="connsiteX1723" fmla="*/ 337566 w 942975"/>
                <a:gd name="connsiteY1723" fmla="*/ 576644 h 781050"/>
                <a:gd name="connsiteX1724" fmla="*/ 336995 w 942975"/>
                <a:gd name="connsiteY1724" fmla="*/ 574738 h 781050"/>
                <a:gd name="connsiteX1725" fmla="*/ 334994 w 942975"/>
                <a:gd name="connsiteY1725" fmla="*/ 570929 h 781050"/>
                <a:gd name="connsiteX1726" fmla="*/ 334804 w 942975"/>
                <a:gd name="connsiteY1726" fmla="*/ 568071 h 781050"/>
                <a:gd name="connsiteX1727" fmla="*/ 335851 w 942975"/>
                <a:gd name="connsiteY1727" fmla="*/ 566928 h 781050"/>
                <a:gd name="connsiteX1728" fmla="*/ 337376 w 942975"/>
                <a:gd name="connsiteY1728" fmla="*/ 565785 h 781050"/>
                <a:gd name="connsiteX1729" fmla="*/ 338233 w 942975"/>
                <a:gd name="connsiteY1729" fmla="*/ 564928 h 781050"/>
                <a:gd name="connsiteX1730" fmla="*/ 339090 w 942975"/>
                <a:gd name="connsiteY1730" fmla="*/ 563689 h 781050"/>
                <a:gd name="connsiteX1731" fmla="*/ 340614 w 942975"/>
                <a:gd name="connsiteY1731" fmla="*/ 560165 h 781050"/>
                <a:gd name="connsiteX1732" fmla="*/ 341281 w 942975"/>
                <a:gd name="connsiteY1732" fmla="*/ 559022 h 781050"/>
                <a:gd name="connsiteX1733" fmla="*/ 341947 w 942975"/>
                <a:gd name="connsiteY1733" fmla="*/ 558165 h 781050"/>
                <a:gd name="connsiteX1734" fmla="*/ 342900 w 942975"/>
                <a:gd name="connsiteY1734" fmla="*/ 557594 h 781050"/>
                <a:gd name="connsiteX1735" fmla="*/ 344233 w 942975"/>
                <a:gd name="connsiteY1735" fmla="*/ 557117 h 781050"/>
                <a:gd name="connsiteX1736" fmla="*/ 345472 w 942975"/>
                <a:gd name="connsiteY1736" fmla="*/ 557498 h 781050"/>
                <a:gd name="connsiteX1737" fmla="*/ 347282 w 942975"/>
                <a:gd name="connsiteY1737" fmla="*/ 558641 h 781050"/>
                <a:gd name="connsiteX1738" fmla="*/ 348139 w 942975"/>
                <a:gd name="connsiteY1738" fmla="*/ 561213 h 781050"/>
                <a:gd name="connsiteX1739" fmla="*/ 349472 w 942975"/>
                <a:gd name="connsiteY1739" fmla="*/ 563689 h 781050"/>
                <a:gd name="connsiteX1740" fmla="*/ 352520 w 942975"/>
                <a:gd name="connsiteY1740" fmla="*/ 564832 h 781050"/>
                <a:gd name="connsiteX1741" fmla="*/ 355473 w 942975"/>
                <a:gd name="connsiteY1741" fmla="*/ 564547 h 781050"/>
                <a:gd name="connsiteX1742" fmla="*/ 356616 w 942975"/>
                <a:gd name="connsiteY1742" fmla="*/ 564928 h 781050"/>
                <a:gd name="connsiteX1743" fmla="*/ 358045 w 942975"/>
                <a:gd name="connsiteY1743" fmla="*/ 566071 h 781050"/>
                <a:gd name="connsiteX1744" fmla="*/ 358712 w 942975"/>
                <a:gd name="connsiteY1744" fmla="*/ 567309 h 781050"/>
                <a:gd name="connsiteX1745" fmla="*/ 359188 w 942975"/>
                <a:gd name="connsiteY1745" fmla="*/ 568547 h 781050"/>
                <a:gd name="connsiteX1746" fmla="*/ 360045 w 942975"/>
                <a:gd name="connsiteY1746" fmla="*/ 569500 h 781050"/>
                <a:gd name="connsiteX1747" fmla="*/ 361664 w 942975"/>
                <a:gd name="connsiteY1747" fmla="*/ 569786 h 781050"/>
                <a:gd name="connsiteX1748" fmla="*/ 363474 w 942975"/>
                <a:gd name="connsiteY1748" fmla="*/ 568452 h 781050"/>
                <a:gd name="connsiteX1749" fmla="*/ 365379 w 942975"/>
                <a:gd name="connsiteY1749" fmla="*/ 566071 h 781050"/>
                <a:gd name="connsiteX1750" fmla="*/ 367189 w 942975"/>
                <a:gd name="connsiteY1750" fmla="*/ 564737 h 781050"/>
                <a:gd name="connsiteX1751" fmla="*/ 368713 w 942975"/>
                <a:gd name="connsiteY1751" fmla="*/ 566547 h 781050"/>
                <a:gd name="connsiteX1752" fmla="*/ 371570 w 942975"/>
                <a:gd name="connsiteY1752" fmla="*/ 564832 h 781050"/>
                <a:gd name="connsiteX1753" fmla="*/ 372428 w 942975"/>
                <a:gd name="connsiteY1753" fmla="*/ 565309 h 781050"/>
                <a:gd name="connsiteX1754" fmla="*/ 373570 w 942975"/>
                <a:gd name="connsiteY1754" fmla="*/ 567404 h 781050"/>
                <a:gd name="connsiteX1755" fmla="*/ 373951 w 942975"/>
                <a:gd name="connsiteY1755" fmla="*/ 569309 h 781050"/>
                <a:gd name="connsiteX1756" fmla="*/ 374237 w 942975"/>
                <a:gd name="connsiteY1756" fmla="*/ 571119 h 781050"/>
                <a:gd name="connsiteX1757" fmla="*/ 374809 w 942975"/>
                <a:gd name="connsiteY1757" fmla="*/ 572548 h 781050"/>
                <a:gd name="connsiteX1758" fmla="*/ 376333 w 942975"/>
                <a:gd name="connsiteY1758" fmla="*/ 573119 h 781050"/>
                <a:gd name="connsiteX1759" fmla="*/ 377285 w 942975"/>
                <a:gd name="connsiteY1759" fmla="*/ 573881 h 781050"/>
                <a:gd name="connsiteX1760" fmla="*/ 378143 w 942975"/>
                <a:gd name="connsiteY1760" fmla="*/ 575120 h 781050"/>
                <a:gd name="connsiteX1761" fmla="*/ 379285 w 942975"/>
                <a:gd name="connsiteY1761" fmla="*/ 575786 h 781050"/>
                <a:gd name="connsiteX1762" fmla="*/ 381095 w 942975"/>
                <a:gd name="connsiteY1762" fmla="*/ 574453 h 781050"/>
                <a:gd name="connsiteX1763" fmla="*/ 382333 w 942975"/>
                <a:gd name="connsiteY1763" fmla="*/ 573691 h 781050"/>
                <a:gd name="connsiteX1764" fmla="*/ 386239 w 942975"/>
                <a:gd name="connsiteY1764" fmla="*/ 572929 h 781050"/>
                <a:gd name="connsiteX1765" fmla="*/ 387763 w 942975"/>
                <a:gd name="connsiteY1765" fmla="*/ 572357 h 781050"/>
                <a:gd name="connsiteX1766" fmla="*/ 389001 w 942975"/>
                <a:gd name="connsiteY1766" fmla="*/ 573310 h 781050"/>
                <a:gd name="connsiteX1767" fmla="*/ 389763 w 942975"/>
                <a:gd name="connsiteY1767" fmla="*/ 573310 h 781050"/>
                <a:gd name="connsiteX1768" fmla="*/ 391287 w 942975"/>
                <a:gd name="connsiteY1768" fmla="*/ 572929 h 781050"/>
                <a:gd name="connsiteX1769" fmla="*/ 393668 w 942975"/>
                <a:gd name="connsiteY1769" fmla="*/ 571881 h 781050"/>
                <a:gd name="connsiteX1770" fmla="*/ 397478 w 942975"/>
                <a:gd name="connsiteY1770" fmla="*/ 569500 h 781050"/>
                <a:gd name="connsiteX1771" fmla="*/ 399574 w 942975"/>
                <a:gd name="connsiteY1771" fmla="*/ 568928 h 781050"/>
                <a:gd name="connsiteX1772" fmla="*/ 401288 w 942975"/>
                <a:gd name="connsiteY1772" fmla="*/ 569023 h 781050"/>
                <a:gd name="connsiteX1773" fmla="*/ 403479 w 942975"/>
                <a:gd name="connsiteY1773" fmla="*/ 570262 h 781050"/>
                <a:gd name="connsiteX1774" fmla="*/ 404622 w 942975"/>
                <a:gd name="connsiteY1774" fmla="*/ 570262 h 781050"/>
                <a:gd name="connsiteX1775" fmla="*/ 405765 w 942975"/>
                <a:gd name="connsiteY1775" fmla="*/ 569881 h 781050"/>
                <a:gd name="connsiteX1776" fmla="*/ 407860 w 942975"/>
                <a:gd name="connsiteY1776" fmla="*/ 568642 h 781050"/>
                <a:gd name="connsiteX1777" fmla="*/ 409480 w 942975"/>
                <a:gd name="connsiteY1777" fmla="*/ 568262 h 781050"/>
                <a:gd name="connsiteX1778" fmla="*/ 410813 w 942975"/>
                <a:gd name="connsiteY1778" fmla="*/ 568166 h 781050"/>
                <a:gd name="connsiteX1779" fmla="*/ 411956 w 942975"/>
                <a:gd name="connsiteY1779" fmla="*/ 568357 h 781050"/>
                <a:gd name="connsiteX1780" fmla="*/ 412909 w 942975"/>
                <a:gd name="connsiteY1780" fmla="*/ 568928 h 781050"/>
                <a:gd name="connsiteX1781" fmla="*/ 414909 w 942975"/>
                <a:gd name="connsiteY1781" fmla="*/ 570738 h 781050"/>
                <a:gd name="connsiteX1782" fmla="*/ 416052 w 942975"/>
                <a:gd name="connsiteY1782" fmla="*/ 571595 h 781050"/>
                <a:gd name="connsiteX1783" fmla="*/ 417195 w 942975"/>
                <a:gd name="connsiteY1783" fmla="*/ 571881 h 781050"/>
                <a:gd name="connsiteX1784" fmla="*/ 420148 w 942975"/>
                <a:gd name="connsiteY1784" fmla="*/ 571881 h 781050"/>
                <a:gd name="connsiteX1785" fmla="*/ 421672 w 942975"/>
                <a:gd name="connsiteY1785" fmla="*/ 572072 h 781050"/>
                <a:gd name="connsiteX1786" fmla="*/ 424720 w 942975"/>
                <a:gd name="connsiteY1786" fmla="*/ 572833 h 781050"/>
                <a:gd name="connsiteX1787" fmla="*/ 426244 w 942975"/>
                <a:gd name="connsiteY1787" fmla="*/ 572643 h 781050"/>
                <a:gd name="connsiteX1788" fmla="*/ 427387 w 942975"/>
                <a:gd name="connsiteY1788" fmla="*/ 571976 h 781050"/>
                <a:gd name="connsiteX1789" fmla="*/ 429863 w 942975"/>
                <a:gd name="connsiteY1789" fmla="*/ 570166 h 781050"/>
                <a:gd name="connsiteX1790" fmla="*/ 430435 w 942975"/>
                <a:gd name="connsiteY1790" fmla="*/ 569309 h 781050"/>
                <a:gd name="connsiteX1791" fmla="*/ 430244 w 942975"/>
                <a:gd name="connsiteY1791" fmla="*/ 567976 h 781050"/>
                <a:gd name="connsiteX1792" fmla="*/ 429292 w 942975"/>
                <a:gd name="connsiteY1792" fmla="*/ 567023 h 781050"/>
                <a:gd name="connsiteX1793" fmla="*/ 426625 w 942975"/>
                <a:gd name="connsiteY1793" fmla="*/ 565118 h 781050"/>
                <a:gd name="connsiteX1794" fmla="*/ 425958 w 942975"/>
                <a:gd name="connsiteY1794" fmla="*/ 563880 h 781050"/>
                <a:gd name="connsiteX1795" fmla="*/ 425387 w 942975"/>
                <a:gd name="connsiteY1795" fmla="*/ 561213 h 781050"/>
                <a:gd name="connsiteX1796" fmla="*/ 425006 w 942975"/>
                <a:gd name="connsiteY1796" fmla="*/ 560165 h 781050"/>
                <a:gd name="connsiteX1797" fmla="*/ 423672 w 942975"/>
                <a:gd name="connsiteY1797" fmla="*/ 559022 h 781050"/>
                <a:gd name="connsiteX1798" fmla="*/ 423101 w 942975"/>
                <a:gd name="connsiteY1798" fmla="*/ 557879 h 781050"/>
                <a:gd name="connsiteX1799" fmla="*/ 423291 w 942975"/>
                <a:gd name="connsiteY1799" fmla="*/ 556260 h 781050"/>
                <a:gd name="connsiteX1800" fmla="*/ 424434 w 942975"/>
                <a:gd name="connsiteY1800" fmla="*/ 554546 h 781050"/>
                <a:gd name="connsiteX1801" fmla="*/ 425387 w 942975"/>
                <a:gd name="connsiteY1801" fmla="*/ 553593 h 781050"/>
                <a:gd name="connsiteX1802" fmla="*/ 425863 w 942975"/>
                <a:gd name="connsiteY1802" fmla="*/ 552831 h 781050"/>
                <a:gd name="connsiteX1803" fmla="*/ 425672 w 942975"/>
                <a:gd name="connsiteY1803" fmla="*/ 551879 h 781050"/>
                <a:gd name="connsiteX1804" fmla="*/ 424910 w 942975"/>
                <a:gd name="connsiteY1804" fmla="*/ 550545 h 781050"/>
                <a:gd name="connsiteX1805" fmla="*/ 424910 w 942975"/>
                <a:gd name="connsiteY1805" fmla="*/ 550069 h 781050"/>
                <a:gd name="connsiteX1806" fmla="*/ 425387 w 942975"/>
                <a:gd name="connsiteY1806" fmla="*/ 548449 h 781050"/>
                <a:gd name="connsiteX1807" fmla="*/ 425482 w 942975"/>
                <a:gd name="connsiteY1807" fmla="*/ 547402 h 781050"/>
                <a:gd name="connsiteX1808" fmla="*/ 425387 w 942975"/>
                <a:gd name="connsiteY1808" fmla="*/ 546449 h 781050"/>
                <a:gd name="connsiteX1809" fmla="*/ 424815 w 942975"/>
                <a:gd name="connsiteY1809" fmla="*/ 545497 h 781050"/>
                <a:gd name="connsiteX1810" fmla="*/ 423196 w 942975"/>
                <a:gd name="connsiteY1810" fmla="*/ 543497 h 781050"/>
                <a:gd name="connsiteX1811" fmla="*/ 422529 w 942975"/>
                <a:gd name="connsiteY1811" fmla="*/ 542449 h 781050"/>
                <a:gd name="connsiteX1812" fmla="*/ 422720 w 942975"/>
                <a:gd name="connsiteY1812" fmla="*/ 541401 h 781050"/>
                <a:gd name="connsiteX1813" fmla="*/ 423767 w 942975"/>
                <a:gd name="connsiteY1813" fmla="*/ 540448 h 781050"/>
                <a:gd name="connsiteX1814" fmla="*/ 431673 w 942975"/>
                <a:gd name="connsiteY1814" fmla="*/ 538163 h 781050"/>
                <a:gd name="connsiteX1815" fmla="*/ 433959 w 942975"/>
                <a:gd name="connsiteY1815" fmla="*/ 536067 h 781050"/>
                <a:gd name="connsiteX1816" fmla="*/ 434245 w 942975"/>
                <a:gd name="connsiteY1816" fmla="*/ 534733 h 781050"/>
                <a:gd name="connsiteX1817" fmla="*/ 434626 w 942975"/>
                <a:gd name="connsiteY1817" fmla="*/ 533972 h 781050"/>
                <a:gd name="connsiteX1818" fmla="*/ 435197 w 942975"/>
                <a:gd name="connsiteY1818" fmla="*/ 533114 h 781050"/>
                <a:gd name="connsiteX1819" fmla="*/ 436340 w 942975"/>
                <a:gd name="connsiteY1819" fmla="*/ 532447 h 781050"/>
                <a:gd name="connsiteX1820" fmla="*/ 438912 w 942975"/>
                <a:gd name="connsiteY1820" fmla="*/ 531400 h 781050"/>
                <a:gd name="connsiteX1821" fmla="*/ 439864 w 942975"/>
                <a:gd name="connsiteY1821" fmla="*/ 530733 h 781050"/>
                <a:gd name="connsiteX1822" fmla="*/ 440341 w 942975"/>
                <a:gd name="connsiteY1822" fmla="*/ 529876 h 781050"/>
                <a:gd name="connsiteX1823" fmla="*/ 440436 w 942975"/>
                <a:gd name="connsiteY1823" fmla="*/ 528923 h 781050"/>
                <a:gd name="connsiteX1824" fmla="*/ 440341 w 942975"/>
                <a:gd name="connsiteY1824" fmla="*/ 528161 h 781050"/>
                <a:gd name="connsiteX1825" fmla="*/ 440341 w 942975"/>
                <a:gd name="connsiteY1825" fmla="*/ 527304 h 781050"/>
                <a:gd name="connsiteX1826" fmla="*/ 440722 w 942975"/>
                <a:gd name="connsiteY1826" fmla="*/ 526542 h 781050"/>
                <a:gd name="connsiteX1827" fmla="*/ 441674 w 942975"/>
                <a:gd name="connsiteY1827" fmla="*/ 525971 h 781050"/>
                <a:gd name="connsiteX1828" fmla="*/ 443103 w 942975"/>
                <a:gd name="connsiteY1828" fmla="*/ 525589 h 781050"/>
                <a:gd name="connsiteX1829" fmla="*/ 443960 w 942975"/>
                <a:gd name="connsiteY1829" fmla="*/ 525113 h 781050"/>
                <a:gd name="connsiteX1830" fmla="*/ 444437 w 942975"/>
                <a:gd name="connsiteY1830" fmla="*/ 524542 h 781050"/>
                <a:gd name="connsiteX1831" fmla="*/ 445294 w 942975"/>
                <a:gd name="connsiteY1831" fmla="*/ 522446 h 781050"/>
                <a:gd name="connsiteX1832" fmla="*/ 445770 w 942975"/>
                <a:gd name="connsiteY1832" fmla="*/ 521684 h 781050"/>
                <a:gd name="connsiteX1833" fmla="*/ 446913 w 942975"/>
                <a:gd name="connsiteY1833" fmla="*/ 521113 h 781050"/>
                <a:gd name="connsiteX1834" fmla="*/ 448247 w 942975"/>
                <a:gd name="connsiteY1834" fmla="*/ 521303 h 781050"/>
                <a:gd name="connsiteX1835" fmla="*/ 450437 w 942975"/>
                <a:gd name="connsiteY1835" fmla="*/ 522446 h 781050"/>
                <a:gd name="connsiteX1836" fmla="*/ 452437 w 942975"/>
                <a:gd name="connsiteY1836" fmla="*/ 522351 h 781050"/>
                <a:gd name="connsiteX1837" fmla="*/ 453866 w 942975"/>
                <a:gd name="connsiteY1837" fmla="*/ 521970 h 781050"/>
                <a:gd name="connsiteX1838" fmla="*/ 454914 w 942975"/>
                <a:gd name="connsiteY1838" fmla="*/ 521970 h 781050"/>
                <a:gd name="connsiteX1839" fmla="*/ 455962 w 942975"/>
                <a:gd name="connsiteY1839" fmla="*/ 522541 h 781050"/>
                <a:gd name="connsiteX1840" fmla="*/ 457676 w 942975"/>
                <a:gd name="connsiteY1840" fmla="*/ 525018 h 781050"/>
                <a:gd name="connsiteX1841" fmla="*/ 458724 w 942975"/>
                <a:gd name="connsiteY1841" fmla="*/ 526066 h 781050"/>
                <a:gd name="connsiteX1842" fmla="*/ 460248 w 942975"/>
                <a:gd name="connsiteY1842" fmla="*/ 527018 h 781050"/>
                <a:gd name="connsiteX1843" fmla="*/ 462820 w 942975"/>
                <a:gd name="connsiteY1843" fmla="*/ 529304 h 781050"/>
                <a:gd name="connsiteX1844" fmla="*/ 464534 w 942975"/>
                <a:gd name="connsiteY1844" fmla="*/ 529685 h 781050"/>
                <a:gd name="connsiteX1845" fmla="*/ 465963 w 942975"/>
                <a:gd name="connsiteY1845" fmla="*/ 523780 h 781050"/>
                <a:gd name="connsiteX1846" fmla="*/ 466916 w 942975"/>
                <a:gd name="connsiteY1846" fmla="*/ 521208 h 781050"/>
                <a:gd name="connsiteX1847" fmla="*/ 467963 w 942975"/>
                <a:gd name="connsiteY1847" fmla="*/ 519303 h 781050"/>
                <a:gd name="connsiteX1848" fmla="*/ 469011 w 942975"/>
                <a:gd name="connsiteY1848" fmla="*/ 518446 h 781050"/>
                <a:gd name="connsiteX1849" fmla="*/ 471297 w 942975"/>
                <a:gd name="connsiteY1849" fmla="*/ 517398 h 781050"/>
                <a:gd name="connsiteX1850" fmla="*/ 472440 w 942975"/>
                <a:gd name="connsiteY1850" fmla="*/ 516731 h 781050"/>
                <a:gd name="connsiteX1851" fmla="*/ 473297 w 942975"/>
                <a:gd name="connsiteY1851" fmla="*/ 515969 h 781050"/>
                <a:gd name="connsiteX1852" fmla="*/ 473774 w 942975"/>
                <a:gd name="connsiteY1852" fmla="*/ 515207 h 781050"/>
                <a:gd name="connsiteX1853" fmla="*/ 473869 w 942975"/>
                <a:gd name="connsiteY1853" fmla="*/ 514064 h 781050"/>
                <a:gd name="connsiteX1854" fmla="*/ 473678 w 942975"/>
                <a:gd name="connsiteY1854" fmla="*/ 512445 h 781050"/>
                <a:gd name="connsiteX1855" fmla="*/ 472249 w 942975"/>
                <a:gd name="connsiteY1855" fmla="*/ 509016 h 781050"/>
                <a:gd name="connsiteX1856" fmla="*/ 472059 w 942975"/>
                <a:gd name="connsiteY1856" fmla="*/ 506444 h 781050"/>
                <a:gd name="connsiteX1857" fmla="*/ 473583 w 942975"/>
                <a:gd name="connsiteY1857" fmla="*/ 506158 h 781050"/>
                <a:gd name="connsiteX1858" fmla="*/ 474535 w 942975"/>
                <a:gd name="connsiteY1858" fmla="*/ 506158 h 781050"/>
                <a:gd name="connsiteX1859" fmla="*/ 475583 w 942975"/>
                <a:gd name="connsiteY1859" fmla="*/ 506349 h 781050"/>
                <a:gd name="connsiteX1860" fmla="*/ 481774 w 942975"/>
                <a:gd name="connsiteY1860" fmla="*/ 508159 h 781050"/>
                <a:gd name="connsiteX1861" fmla="*/ 483394 w 942975"/>
                <a:gd name="connsiteY1861" fmla="*/ 508159 h 781050"/>
                <a:gd name="connsiteX1862" fmla="*/ 484822 w 942975"/>
                <a:gd name="connsiteY1862" fmla="*/ 507397 h 781050"/>
                <a:gd name="connsiteX1863" fmla="*/ 486156 w 942975"/>
                <a:gd name="connsiteY1863" fmla="*/ 505778 h 781050"/>
                <a:gd name="connsiteX1864" fmla="*/ 487870 w 942975"/>
                <a:gd name="connsiteY1864" fmla="*/ 502158 h 781050"/>
                <a:gd name="connsiteX1865" fmla="*/ 488442 w 942975"/>
                <a:gd name="connsiteY1865" fmla="*/ 499586 h 781050"/>
                <a:gd name="connsiteX1866" fmla="*/ 488728 w 942975"/>
                <a:gd name="connsiteY1866" fmla="*/ 497205 h 781050"/>
                <a:gd name="connsiteX1867" fmla="*/ 488347 w 942975"/>
                <a:gd name="connsiteY1867" fmla="*/ 493776 h 781050"/>
                <a:gd name="connsiteX1868" fmla="*/ 488347 w 942975"/>
                <a:gd name="connsiteY1868" fmla="*/ 491871 h 781050"/>
                <a:gd name="connsiteX1869" fmla="*/ 488537 w 942975"/>
                <a:gd name="connsiteY1869" fmla="*/ 490538 h 781050"/>
                <a:gd name="connsiteX1870" fmla="*/ 489966 w 942975"/>
                <a:gd name="connsiteY1870" fmla="*/ 484441 h 781050"/>
                <a:gd name="connsiteX1871" fmla="*/ 490157 w 942975"/>
                <a:gd name="connsiteY1871" fmla="*/ 482822 h 781050"/>
                <a:gd name="connsiteX1872" fmla="*/ 490157 w 942975"/>
                <a:gd name="connsiteY1872" fmla="*/ 481298 h 781050"/>
                <a:gd name="connsiteX1873" fmla="*/ 489585 w 942975"/>
                <a:gd name="connsiteY1873" fmla="*/ 476631 h 781050"/>
                <a:gd name="connsiteX1874" fmla="*/ 490442 w 942975"/>
                <a:gd name="connsiteY1874" fmla="*/ 475107 h 781050"/>
                <a:gd name="connsiteX1875" fmla="*/ 492062 w 942975"/>
                <a:gd name="connsiteY1875" fmla="*/ 473773 h 781050"/>
                <a:gd name="connsiteX1876" fmla="*/ 496157 w 942975"/>
                <a:gd name="connsiteY1876" fmla="*/ 472249 h 781050"/>
                <a:gd name="connsiteX1877" fmla="*/ 498539 w 942975"/>
                <a:gd name="connsiteY1877" fmla="*/ 472059 h 781050"/>
                <a:gd name="connsiteX1878" fmla="*/ 501682 w 942975"/>
                <a:gd name="connsiteY1878" fmla="*/ 472535 h 781050"/>
                <a:gd name="connsiteX1879" fmla="*/ 502634 w 942975"/>
                <a:gd name="connsiteY1879" fmla="*/ 472440 h 781050"/>
                <a:gd name="connsiteX1880" fmla="*/ 503777 w 942975"/>
                <a:gd name="connsiteY1880" fmla="*/ 472059 h 781050"/>
                <a:gd name="connsiteX1881" fmla="*/ 505111 w 942975"/>
                <a:gd name="connsiteY1881" fmla="*/ 471202 h 781050"/>
                <a:gd name="connsiteX1882" fmla="*/ 506539 w 942975"/>
                <a:gd name="connsiteY1882" fmla="*/ 470821 h 781050"/>
                <a:gd name="connsiteX1883" fmla="*/ 507683 w 942975"/>
                <a:gd name="connsiteY1883" fmla="*/ 470821 h 781050"/>
                <a:gd name="connsiteX1884" fmla="*/ 509968 w 942975"/>
                <a:gd name="connsiteY1884" fmla="*/ 471202 h 781050"/>
                <a:gd name="connsiteX1885" fmla="*/ 511207 w 942975"/>
                <a:gd name="connsiteY1885" fmla="*/ 470916 h 781050"/>
                <a:gd name="connsiteX1886" fmla="*/ 512064 w 942975"/>
                <a:gd name="connsiteY1886" fmla="*/ 470249 h 781050"/>
                <a:gd name="connsiteX1887" fmla="*/ 512540 w 942975"/>
                <a:gd name="connsiteY1887" fmla="*/ 468821 h 781050"/>
                <a:gd name="connsiteX1888" fmla="*/ 512826 w 942975"/>
                <a:gd name="connsiteY1888" fmla="*/ 467487 h 781050"/>
                <a:gd name="connsiteX1889" fmla="*/ 513207 w 942975"/>
                <a:gd name="connsiteY1889" fmla="*/ 466154 h 781050"/>
                <a:gd name="connsiteX1890" fmla="*/ 514064 w 942975"/>
                <a:gd name="connsiteY1890" fmla="*/ 464915 h 781050"/>
                <a:gd name="connsiteX1891" fmla="*/ 515588 w 942975"/>
                <a:gd name="connsiteY1891" fmla="*/ 463296 h 781050"/>
                <a:gd name="connsiteX1892" fmla="*/ 522351 w 942975"/>
                <a:gd name="connsiteY1892" fmla="*/ 458057 h 781050"/>
                <a:gd name="connsiteX1893" fmla="*/ 525494 w 942975"/>
                <a:gd name="connsiteY1893" fmla="*/ 456724 h 781050"/>
                <a:gd name="connsiteX1894" fmla="*/ 526542 w 942975"/>
                <a:gd name="connsiteY1894" fmla="*/ 456438 h 781050"/>
                <a:gd name="connsiteX1895" fmla="*/ 527495 w 942975"/>
                <a:gd name="connsiteY1895" fmla="*/ 456057 h 781050"/>
                <a:gd name="connsiteX1896" fmla="*/ 528161 w 942975"/>
                <a:gd name="connsiteY1896" fmla="*/ 455009 h 781050"/>
                <a:gd name="connsiteX1897" fmla="*/ 528637 w 942975"/>
                <a:gd name="connsiteY1897" fmla="*/ 453580 h 781050"/>
                <a:gd name="connsiteX1898" fmla="*/ 528733 w 942975"/>
                <a:gd name="connsiteY1898" fmla="*/ 450913 h 781050"/>
                <a:gd name="connsiteX1899" fmla="*/ 528066 w 942975"/>
                <a:gd name="connsiteY1899" fmla="*/ 447294 h 781050"/>
                <a:gd name="connsiteX1900" fmla="*/ 528352 w 942975"/>
                <a:gd name="connsiteY1900" fmla="*/ 445580 h 781050"/>
                <a:gd name="connsiteX1901" fmla="*/ 528828 w 942975"/>
                <a:gd name="connsiteY1901" fmla="*/ 444246 h 781050"/>
                <a:gd name="connsiteX1902" fmla="*/ 532543 w 942975"/>
                <a:gd name="connsiteY1902" fmla="*/ 439103 h 781050"/>
                <a:gd name="connsiteX1903" fmla="*/ 534448 w 942975"/>
                <a:gd name="connsiteY1903" fmla="*/ 438245 h 781050"/>
                <a:gd name="connsiteX1904" fmla="*/ 535496 w 942975"/>
                <a:gd name="connsiteY1904" fmla="*/ 438150 h 781050"/>
                <a:gd name="connsiteX1905" fmla="*/ 536734 w 942975"/>
                <a:gd name="connsiteY1905" fmla="*/ 438245 h 781050"/>
                <a:gd name="connsiteX1906" fmla="*/ 538067 w 942975"/>
                <a:gd name="connsiteY1906" fmla="*/ 438721 h 781050"/>
                <a:gd name="connsiteX1907" fmla="*/ 539401 w 942975"/>
                <a:gd name="connsiteY1907" fmla="*/ 439579 h 781050"/>
                <a:gd name="connsiteX1908" fmla="*/ 540830 w 942975"/>
                <a:gd name="connsiteY1908" fmla="*/ 441198 h 781050"/>
                <a:gd name="connsiteX1909" fmla="*/ 541401 w 942975"/>
                <a:gd name="connsiteY1909" fmla="*/ 442341 h 781050"/>
                <a:gd name="connsiteX1910" fmla="*/ 541592 w 942975"/>
                <a:gd name="connsiteY1910" fmla="*/ 443484 h 781050"/>
                <a:gd name="connsiteX1911" fmla="*/ 541496 w 942975"/>
                <a:gd name="connsiteY1911" fmla="*/ 449008 h 781050"/>
                <a:gd name="connsiteX1912" fmla="*/ 541592 w 942975"/>
                <a:gd name="connsiteY1912" fmla="*/ 450247 h 781050"/>
                <a:gd name="connsiteX1913" fmla="*/ 541973 w 942975"/>
                <a:gd name="connsiteY1913" fmla="*/ 451390 h 781050"/>
                <a:gd name="connsiteX1914" fmla="*/ 543020 w 942975"/>
                <a:gd name="connsiteY1914" fmla="*/ 452152 h 781050"/>
                <a:gd name="connsiteX1915" fmla="*/ 544830 w 942975"/>
                <a:gd name="connsiteY1915" fmla="*/ 453009 h 781050"/>
                <a:gd name="connsiteX1916" fmla="*/ 548831 w 942975"/>
                <a:gd name="connsiteY1916" fmla="*/ 454342 h 781050"/>
                <a:gd name="connsiteX1917" fmla="*/ 550355 w 942975"/>
                <a:gd name="connsiteY1917" fmla="*/ 455105 h 781050"/>
                <a:gd name="connsiteX1918" fmla="*/ 551212 w 942975"/>
                <a:gd name="connsiteY1918" fmla="*/ 455771 h 781050"/>
                <a:gd name="connsiteX1919" fmla="*/ 551498 w 942975"/>
                <a:gd name="connsiteY1919" fmla="*/ 458248 h 781050"/>
                <a:gd name="connsiteX1920" fmla="*/ 551783 w 942975"/>
                <a:gd name="connsiteY1920" fmla="*/ 459105 h 781050"/>
                <a:gd name="connsiteX1921" fmla="*/ 552450 w 942975"/>
                <a:gd name="connsiteY1921" fmla="*/ 459867 h 781050"/>
                <a:gd name="connsiteX1922" fmla="*/ 553498 w 942975"/>
                <a:gd name="connsiteY1922" fmla="*/ 460153 h 781050"/>
                <a:gd name="connsiteX1923" fmla="*/ 555212 w 942975"/>
                <a:gd name="connsiteY1923" fmla="*/ 459867 h 781050"/>
                <a:gd name="connsiteX1924" fmla="*/ 556927 w 942975"/>
                <a:gd name="connsiteY1924" fmla="*/ 458629 h 781050"/>
                <a:gd name="connsiteX1925" fmla="*/ 558832 w 942975"/>
                <a:gd name="connsiteY1925" fmla="*/ 456629 h 781050"/>
                <a:gd name="connsiteX1926" fmla="*/ 559975 w 942975"/>
                <a:gd name="connsiteY1926" fmla="*/ 456152 h 781050"/>
                <a:gd name="connsiteX1927" fmla="*/ 560642 w 942975"/>
                <a:gd name="connsiteY1927" fmla="*/ 455962 h 781050"/>
                <a:gd name="connsiteX1928" fmla="*/ 565499 w 942975"/>
                <a:gd name="connsiteY1928" fmla="*/ 456724 h 781050"/>
                <a:gd name="connsiteX1929" fmla="*/ 566261 w 942975"/>
                <a:gd name="connsiteY1929" fmla="*/ 454057 h 781050"/>
                <a:gd name="connsiteX1930" fmla="*/ 566357 w 942975"/>
                <a:gd name="connsiteY1930" fmla="*/ 453199 h 781050"/>
                <a:gd name="connsiteX1931" fmla="*/ 565690 w 942975"/>
                <a:gd name="connsiteY1931" fmla="*/ 452152 h 781050"/>
                <a:gd name="connsiteX1932" fmla="*/ 565118 w 942975"/>
                <a:gd name="connsiteY1932" fmla="*/ 451390 h 781050"/>
                <a:gd name="connsiteX1933" fmla="*/ 559975 w 942975"/>
                <a:gd name="connsiteY1933" fmla="*/ 447770 h 781050"/>
                <a:gd name="connsiteX1934" fmla="*/ 560070 w 942975"/>
                <a:gd name="connsiteY1934" fmla="*/ 446818 h 781050"/>
                <a:gd name="connsiteX1935" fmla="*/ 560642 w 942975"/>
                <a:gd name="connsiteY1935" fmla="*/ 446151 h 781050"/>
                <a:gd name="connsiteX1936" fmla="*/ 561880 w 942975"/>
                <a:gd name="connsiteY1936" fmla="*/ 445103 h 781050"/>
                <a:gd name="connsiteX1937" fmla="*/ 563023 w 942975"/>
                <a:gd name="connsiteY1937" fmla="*/ 444341 h 781050"/>
                <a:gd name="connsiteX1938" fmla="*/ 563975 w 942975"/>
                <a:gd name="connsiteY1938" fmla="*/ 443484 h 781050"/>
                <a:gd name="connsiteX1939" fmla="*/ 564737 w 942975"/>
                <a:gd name="connsiteY1939" fmla="*/ 442246 h 781050"/>
                <a:gd name="connsiteX1940" fmla="*/ 565214 w 942975"/>
                <a:gd name="connsiteY1940" fmla="*/ 440341 h 781050"/>
                <a:gd name="connsiteX1941" fmla="*/ 565404 w 942975"/>
                <a:gd name="connsiteY1941" fmla="*/ 437674 h 781050"/>
                <a:gd name="connsiteX1942" fmla="*/ 565690 w 942975"/>
                <a:gd name="connsiteY1942" fmla="*/ 436721 h 781050"/>
                <a:gd name="connsiteX1943" fmla="*/ 566261 w 942975"/>
                <a:gd name="connsiteY1943" fmla="*/ 435959 h 781050"/>
                <a:gd name="connsiteX1944" fmla="*/ 566547 w 942975"/>
                <a:gd name="connsiteY1944" fmla="*/ 434912 h 781050"/>
                <a:gd name="connsiteX1945" fmla="*/ 566357 w 942975"/>
                <a:gd name="connsiteY1945" fmla="*/ 434245 h 781050"/>
                <a:gd name="connsiteX1946" fmla="*/ 565976 w 942975"/>
                <a:gd name="connsiteY1946" fmla="*/ 433292 h 781050"/>
                <a:gd name="connsiteX1947" fmla="*/ 566452 w 942975"/>
                <a:gd name="connsiteY1947" fmla="*/ 432435 h 781050"/>
                <a:gd name="connsiteX1948" fmla="*/ 568357 w 942975"/>
                <a:gd name="connsiteY1948" fmla="*/ 430625 h 781050"/>
                <a:gd name="connsiteX1949" fmla="*/ 568928 w 942975"/>
                <a:gd name="connsiteY1949" fmla="*/ 429863 h 781050"/>
                <a:gd name="connsiteX1950" fmla="*/ 569595 w 942975"/>
                <a:gd name="connsiteY1950" fmla="*/ 428530 h 781050"/>
                <a:gd name="connsiteX1951" fmla="*/ 570262 w 942975"/>
                <a:gd name="connsiteY1951" fmla="*/ 427482 h 781050"/>
                <a:gd name="connsiteX1952" fmla="*/ 571405 w 942975"/>
                <a:gd name="connsiteY1952" fmla="*/ 426530 h 781050"/>
                <a:gd name="connsiteX1953" fmla="*/ 572357 w 942975"/>
                <a:gd name="connsiteY1953" fmla="*/ 426053 h 781050"/>
                <a:gd name="connsiteX1954" fmla="*/ 573405 w 942975"/>
                <a:gd name="connsiteY1954" fmla="*/ 425767 h 781050"/>
                <a:gd name="connsiteX1955" fmla="*/ 578168 w 942975"/>
                <a:gd name="connsiteY1955" fmla="*/ 425386 h 781050"/>
                <a:gd name="connsiteX1956" fmla="*/ 579215 w 942975"/>
                <a:gd name="connsiteY1956" fmla="*/ 425196 h 781050"/>
                <a:gd name="connsiteX1957" fmla="*/ 580358 w 942975"/>
                <a:gd name="connsiteY1957" fmla="*/ 424910 h 781050"/>
                <a:gd name="connsiteX1958" fmla="*/ 581406 w 942975"/>
                <a:gd name="connsiteY1958" fmla="*/ 424243 h 781050"/>
                <a:gd name="connsiteX1959" fmla="*/ 582358 w 942975"/>
                <a:gd name="connsiteY1959" fmla="*/ 423100 h 781050"/>
                <a:gd name="connsiteX1960" fmla="*/ 583025 w 942975"/>
                <a:gd name="connsiteY1960" fmla="*/ 421481 h 781050"/>
                <a:gd name="connsiteX1961" fmla="*/ 583883 w 942975"/>
                <a:gd name="connsiteY1961" fmla="*/ 418433 h 781050"/>
                <a:gd name="connsiteX1962" fmla="*/ 583883 w 942975"/>
                <a:gd name="connsiteY1962" fmla="*/ 416623 h 781050"/>
                <a:gd name="connsiteX1963" fmla="*/ 583692 w 942975"/>
                <a:gd name="connsiteY1963" fmla="*/ 415100 h 781050"/>
                <a:gd name="connsiteX1964" fmla="*/ 583311 w 942975"/>
                <a:gd name="connsiteY1964" fmla="*/ 414052 h 781050"/>
                <a:gd name="connsiteX1965" fmla="*/ 583121 w 942975"/>
                <a:gd name="connsiteY1965" fmla="*/ 412813 h 781050"/>
                <a:gd name="connsiteX1966" fmla="*/ 583406 w 942975"/>
                <a:gd name="connsiteY1966" fmla="*/ 411575 h 781050"/>
                <a:gd name="connsiteX1967" fmla="*/ 584168 w 942975"/>
                <a:gd name="connsiteY1967" fmla="*/ 410337 h 781050"/>
                <a:gd name="connsiteX1968" fmla="*/ 585597 w 942975"/>
                <a:gd name="connsiteY1968" fmla="*/ 409004 h 781050"/>
                <a:gd name="connsiteX1969" fmla="*/ 586931 w 942975"/>
                <a:gd name="connsiteY1969" fmla="*/ 408527 h 781050"/>
                <a:gd name="connsiteX1970" fmla="*/ 588074 w 942975"/>
                <a:gd name="connsiteY1970" fmla="*/ 408432 h 781050"/>
                <a:gd name="connsiteX1971" fmla="*/ 590836 w 942975"/>
                <a:gd name="connsiteY1971" fmla="*/ 408718 h 781050"/>
                <a:gd name="connsiteX1972" fmla="*/ 591407 w 942975"/>
                <a:gd name="connsiteY1972" fmla="*/ 408718 h 781050"/>
                <a:gd name="connsiteX1973" fmla="*/ 592074 w 942975"/>
                <a:gd name="connsiteY1973" fmla="*/ 408622 h 781050"/>
                <a:gd name="connsiteX1974" fmla="*/ 593027 w 942975"/>
                <a:gd name="connsiteY1974" fmla="*/ 407194 h 781050"/>
                <a:gd name="connsiteX1975" fmla="*/ 596551 w 942975"/>
                <a:gd name="connsiteY1975" fmla="*/ 399288 h 781050"/>
                <a:gd name="connsiteX1976" fmla="*/ 597789 w 942975"/>
                <a:gd name="connsiteY1976" fmla="*/ 397097 h 781050"/>
                <a:gd name="connsiteX1977" fmla="*/ 598742 w 942975"/>
                <a:gd name="connsiteY1977" fmla="*/ 395668 h 781050"/>
                <a:gd name="connsiteX1978" fmla="*/ 600075 w 942975"/>
                <a:gd name="connsiteY1978" fmla="*/ 395097 h 781050"/>
                <a:gd name="connsiteX1979" fmla="*/ 601694 w 942975"/>
                <a:gd name="connsiteY1979" fmla="*/ 394144 h 781050"/>
                <a:gd name="connsiteX1980" fmla="*/ 602742 w 942975"/>
                <a:gd name="connsiteY1980" fmla="*/ 393573 h 781050"/>
                <a:gd name="connsiteX1981" fmla="*/ 604171 w 942975"/>
                <a:gd name="connsiteY1981" fmla="*/ 393668 h 781050"/>
                <a:gd name="connsiteX1982" fmla="*/ 606457 w 942975"/>
                <a:gd name="connsiteY1982" fmla="*/ 392906 h 781050"/>
                <a:gd name="connsiteX1983" fmla="*/ 607219 w 942975"/>
                <a:gd name="connsiteY1983" fmla="*/ 392525 h 781050"/>
                <a:gd name="connsiteX1984" fmla="*/ 607219 w 942975"/>
                <a:gd name="connsiteY1984" fmla="*/ 391096 h 781050"/>
                <a:gd name="connsiteX1985" fmla="*/ 607028 w 942975"/>
                <a:gd name="connsiteY1985" fmla="*/ 390334 h 781050"/>
                <a:gd name="connsiteX1986" fmla="*/ 606171 w 942975"/>
                <a:gd name="connsiteY1986" fmla="*/ 389287 h 781050"/>
                <a:gd name="connsiteX1987" fmla="*/ 605409 w 942975"/>
                <a:gd name="connsiteY1987" fmla="*/ 388525 h 781050"/>
                <a:gd name="connsiteX1988" fmla="*/ 600551 w 942975"/>
                <a:gd name="connsiteY1988" fmla="*/ 385000 h 781050"/>
                <a:gd name="connsiteX1989" fmla="*/ 599123 w 942975"/>
                <a:gd name="connsiteY1989" fmla="*/ 383572 h 781050"/>
                <a:gd name="connsiteX1990" fmla="*/ 598932 w 942975"/>
                <a:gd name="connsiteY1990" fmla="*/ 382714 h 781050"/>
                <a:gd name="connsiteX1991" fmla="*/ 598837 w 942975"/>
                <a:gd name="connsiteY1991" fmla="*/ 381476 h 781050"/>
                <a:gd name="connsiteX1992" fmla="*/ 599027 w 942975"/>
                <a:gd name="connsiteY1992" fmla="*/ 379952 h 781050"/>
                <a:gd name="connsiteX1993" fmla="*/ 598742 w 942975"/>
                <a:gd name="connsiteY1993" fmla="*/ 378905 h 781050"/>
                <a:gd name="connsiteX1994" fmla="*/ 598170 w 942975"/>
                <a:gd name="connsiteY1994" fmla="*/ 378428 h 781050"/>
                <a:gd name="connsiteX1995" fmla="*/ 597313 w 942975"/>
                <a:gd name="connsiteY1995" fmla="*/ 378428 h 781050"/>
                <a:gd name="connsiteX1996" fmla="*/ 596456 w 942975"/>
                <a:gd name="connsiteY1996" fmla="*/ 378523 h 781050"/>
                <a:gd name="connsiteX1997" fmla="*/ 595789 w 942975"/>
                <a:gd name="connsiteY1997" fmla="*/ 378333 h 781050"/>
                <a:gd name="connsiteX1998" fmla="*/ 595122 w 942975"/>
                <a:gd name="connsiteY1998" fmla="*/ 377857 h 781050"/>
                <a:gd name="connsiteX1999" fmla="*/ 594836 w 942975"/>
                <a:gd name="connsiteY1999" fmla="*/ 377380 h 781050"/>
                <a:gd name="connsiteX2000" fmla="*/ 594741 w 942975"/>
                <a:gd name="connsiteY2000" fmla="*/ 376809 h 781050"/>
                <a:gd name="connsiteX2001" fmla="*/ 594836 w 942975"/>
                <a:gd name="connsiteY2001" fmla="*/ 375666 h 781050"/>
                <a:gd name="connsiteX2002" fmla="*/ 594741 w 942975"/>
                <a:gd name="connsiteY2002" fmla="*/ 375094 h 781050"/>
                <a:gd name="connsiteX2003" fmla="*/ 594265 w 942975"/>
                <a:gd name="connsiteY2003" fmla="*/ 374428 h 781050"/>
                <a:gd name="connsiteX2004" fmla="*/ 593693 w 942975"/>
                <a:gd name="connsiteY2004" fmla="*/ 374047 h 781050"/>
                <a:gd name="connsiteX2005" fmla="*/ 593027 w 942975"/>
                <a:gd name="connsiteY2005" fmla="*/ 373951 h 781050"/>
                <a:gd name="connsiteX2006" fmla="*/ 591598 w 942975"/>
                <a:gd name="connsiteY2006" fmla="*/ 374237 h 781050"/>
                <a:gd name="connsiteX2007" fmla="*/ 590741 w 942975"/>
                <a:gd name="connsiteY2007" fmla="*/ 374142 h 781050"/>
                <a:gd name="connsiteX2008" fmla="*/ 590360 w 942975"/>
                <a:gd name="connsiteY2008" fmla="*/ 373761 h 781050"/>
                <a:gd name="connsiteX2009" fmla="*/ 590169 w 942975"/>
                <a:gd name="connsiteY2009" fmla="*/ 373285 h 781050"/>
                <a:gd name="connsiteX2010" fmla="*/ 589979 w 942975"/>
                <a:gd name="connsiteY2010" fmla="*/ 372523 h 781050"/>
                <a:gd name="connsiteX2011" fmla="*/ 589979 w 942975"/>
                <a:gd name="connsiteY2011" fmla="*/ 371380 h 781050"/>
                <a:gd name="connsiteX2012" fmla="*/ 589788 w 942975"/>
                <a:gd name="connsiteY2012" fmla="*/ 370237 h 781050"/>
                <a:gd name="connsiteX2013" fmla="*/ 589502 w 942975"/>
                <a:gd name="connsiteY2013" fmla="*/ 368998 h 781050"/>
                <a:gd name="connsiteX2014" fmla="*/ 588740 w 942975"/>
                <a:gd name="connsiteY2014" fmla="*/ 366903 h 781050"/>
                <a:gd name="connsiteX2015" fmla="*/ 588740 w 942975"/>
                <a:gd name="connsiteY2015" fmla="*/ 365950 h 781050"/>
                <a:gd name="connsiteX2016" fmla="*/ 589217 w 942975"/>
                <a:gd name="connsiteY2016" fmla="*/ 365284 h 781050"/>
                <a:gd name="connsiteX2017" fmla="*/ 590550 w 942975"/>
                <a:gd name="connsiteY2017" fmla="*/ 364522 h 781050"/>
                <a:gd name="connsiteX2018" fmla="*/ 591693 w 942975"/>
                <a:gd name="connsiteY2018" fmla="*/ 363569 h 781050"/>
                <a:gd name="connsiteX2019" fmla="*/ 592931 w 942975"/>
                <a:gd name="connsiteY2019" fmla="*/ 362236 h 781050"/>
                <a:gd name="connsiteX2020" fmla="*/ 594455 w 942975"/>
                <a:gd name="connsiteY2020" fmla="*/ 360331 h 781050"/>
                <a:gd name="connsiteX2021" fmla="*/ 595408 w 942975"/>
                <a:gd name="connsiteY2021" fmla="*/ 359283 h 781050"/>
                <a:gd name="connsiteX2022" fmla="*/ 596265 w 942975"/>
                <a:gd name="connsiteY2022" fmla="*/ 358616 h 781050"/>
                <a:gd name="connsiteX2023" fmla="*/ 597408 w 942975"/>
                <a:gd name="connsiteY2023" fmla="*/ 358140 h 781050"/>
                <a:gd name="connsiteX2024" fmla="*/ 598170 w 942975"/>
                <a:gd name="connsiteY2024" fmla="*/ 357664 h 781050"/>
                <a:gd name="connsiteX2025" fmla="*/ 598456 w 942975"/>
                <a:gd name="connsiteY2025" fmla="*/ 356997 h 781050"/>
                <a:gd name="connsiteX2026" fmla="*/ 598456 w 942975"/>
                <a:gd name="connsiteY2026" fmla="*/ 355949 h 781050"/>
                <a:gd name="connsiteX2027" fmla="*/ 598265 w 942975"/>
                <a:gd name="connsiteY2027" fmla="*/ 355092 h 781050"/>
                <a:gd name="connsiteX2028" fmla="*/ 597884 w 942975"/>
                <a:gd name="connsiteY2028" fmla="*/ 354235 h 781050"/>
                <a:gd name="connsiteX2029" fmla="*/ 597980 w 942975"/>
                <a:gd name="connsiteY2029" fmla="*/ 353092 h 781050"/>
                <a:gd name="connsiteX2030" fmla="*/ 598360 w 942975"/>
                <a:gd name="connsiteY2030" fmla="*/ 351568 h 781050"/>
                <a:gd name="connsiteX2031" fmla="*/ 599504 w 942975"/>
                <a:gd name="connsiteY2031" fmla="*/ 348520 h 781050"/>
                <a:gd name="connsiteX2032" fmla="*/ 600551 w 942975"/>
                <a:gd name="connsiteY2032" fmla="*/ 344614 h 781050"/>
                <a:gd name="connsiteX2033" fmla="*/ 601218 w 942975"/>
                <a:gd name="connsiteY2033" fmla="*/ 343376 h 781050"/>
                <a:gd name="connsiteX2034" fmla="*/ 602171 w 942975"/>
                <a:gd name="connsiteY2034" fmla="*/ 342138 h 781050"/>
                <a:gd name="connsiteX2035" fmla="*/ 604647 w 942975"/>
                <a:gd name="connsiteY2035" fmla="*/ 339280 h 781050"/>
                <a:gd name="connsiteX2036" fmla="*/ 604742 w 942975"/>
                <a:gd name="connsiteY2036" fmla="*/ 338328 h 781050"/>
                <a:gd name="connsiteX2037" fmla="*/ 604266 w 942975"/>
                <a:gd name="connsiteY2037" fmla="*/ 337947 h 781050"/>
                <a:gd name="connsiteX2038" fmla="*/ 602266 w 942975"/>
                <a:gd name="connsiteY2038" fmla="*/ 336994 h 781050"/>
                <a:gd name="connsiteX2039" fmla="*/ 601789 w 942975"/>
                <a:gd name="connsiteY2039" fmla="*/ 336709 h 781050"/>
                <a:gd name="connsiteX2040" fmla="*/ 601789 w 942975"/>
                <a:gd name="connsiteY2040" fmla="*/ 336137 h 781050"/>
                <a:gd name="connsiteX2041" fmla="*/ 602266 w 942975"/>
                <a:gd name="connsiteY2041" fmla="*/ 335471 h 781050"/>
                <a:gd name="connsiteX2042" fmla="*/ 603885 w 942975"/>
                <a:gd name="connsiteY2042" fmla="*/ 333946 h 781050"/>
                <a:gd name="connsiteX2043" fmla="*/ 604933 w 942975"/>
                <a:gd name="connsiteY2043" fmla="*/ 333089 h 781050"/>
                <a:gd name="connsiteX2044" fmla="*/ 606171 w 942975"/>
                <a:gd name="connsiteY2044" fmla="*/ 332422 h 781050"/>
                <a:gd name="connsiteX2045" fmla="*/ 607124 w 942975"/>
                <a:gd name="connsiteY2045" fmla="*/ 332137 h 781050"/>
                <a:gd name="connsiteX2046" fmla="*/ 608076 w 942975"/>
                <a:gd name="connsiteY2046" fmla="*/ 331946 h 781050"/>
                <a:gd name="connsiteX2047" fmla="*/ 608933 w 942975"/>
                <a:gd name="connsiteY2047" fmla="*/ 331946 h 781050"/>
                <a:gd name="connsiteX2048" fmla="*/ 609981 w 942975"/>
                <a:gd name="connsiteY2048" fmla="*/ 332232 h 781050"/>
                <a:gd name="connsiteX2049" fmla="*/ 611981 w 942975"/>
                <a:gd name="connsiteY2049" fmla="*/ 332899 h 781050"/>
                <a:gd name="connsiteX2050" fmla="*/ 613029 w 942975"/>
                <a:gd name="connsiteY2050" fmla="*/ 333089 h 781050"/>
                <a:gd name="connsiteX2051" fmla="*/ 615506 w 942975"/>
                <a:gd name="connsiteY2051" fmla="*/ 332708 h 781050"/>
                <a:gd name="connsiteX2052" fmla="*/ 616077 w 942975"/>
                <a:gd name="connsiteY2052" fmla="*/ 332804 h 781050"/>
                <a:gd name="connsiteX2053" fmla="*/ 616458 w 942975"/>
                <a:gd name="connsiteY2053" fmla="*/ 333089 h 781050"/>
                <a:gd name="connsiteX2054" fmla="*/ 619030 w 942975"/>
                <a:gd name="connsiteY2054" fmla="*/ 337185 h 781050"/>
                <a:gd name="connsiteX2055" fmla="*/ 620173 w 942975"/>
                <a:gd name="connsiteY2055" fmla="*/ 338423 h 781050"/>
                <a:gd name="connsiteX2056" fmla="*/ 621602 w 942975"/>
                <a:gd name="connsiteY2056" fmla="*/ 339376 h 781050"/>
                <a:gd name="connsiteX2057" fmla="*/ 623221 w 942975"/>
                <a:gd name="connsiteY2057" fmla="*/ 340042 h 781050"/>
                <a:gd name="connsiteX2058" fmla="*/ 624650 w 942975"/>
                <a:gd name="connsiteY2058" fmla="*/ 340233 h 781050"/>
                <a:gd name="connsiteX2059" fmla="*/ 626078 w 942975"/>
                <a:gd name="connsiteY2059" fmla="*/ 340042 h 781050"/>
                <a:gd name="connsiteX2060" fmla="*/ 628174 w 942975"/>
                <a:gd name="connsiteY2060" fmla="*/ 339566 h 781050"/>
                <a:gd name="connsiteX2061" fmla="*/ 628936 w 942975"/>
                <a:gd name="connsiteY2061" fmla="*/ 339471 h 781050"/>
                <a:gd name="connsiteX2062" fmla="*/ 629507 w 942975"/>
                <a:gd name="connsiteY2062" fmla="*/ 339566 h 781050"/>
                <a:gd name="connsiteX2063" fmla="*/ 631031 w 942975"/>
                <a:gd name="connsiteY2063" fmla="*/ 340042 h 781050"/>
                <a:gd name="connsiteX2064" fmla="*/ 632270 w 942975"/>
                <a:gd name="connsiteY2064" fmla="*/ 340328 h 781050"/>
                <a:gd name="connsiteX2065" fmla="*/ 635508 w 942975"/>
                <a:gd name="connsiteY2065" fmla="*/ 340423 h 781050"/>
                <a:gd name="connsiteX2066" fmla="*/ 636651 w 942975"/>
                <a:gd name="connsiteY2066" fmla="*/ 340233 h 781050"/>
                <a:gd name="connsiteX2067" fmla="*/ 637508 w 942975"/>
                <a:gd name="connsiteY2067" fmla="*/ 339566 h 781050"/>
                <a:gd name="connsiteX2068" fmla="*/ 638080 w 942975"/>
                <a:gd name="connsiteY2068" fmla="*/ 338423 h 781050"/>
                <a:gd name="connsiteX2069" fmla="*/ 638270 w 942975"/>
                <a:gd name="connsiteY2069" fmla="*/ 336042 h 781050"/>
                <a:gd name="connsiteX2070" fmla="*/ 638270 w 942975"/>
                <a:gd name="connsiteY2070" fmla="*/ 334613 h 781050"/>
                <a:gd name="connsiteX2071" fmla="*/ 637223 w 942975"/>
                <a:gd name="connsiteY2071" fmla="*/ 328803 h 781050"/>
                <a:gd name="connsiteX2072" fmla="*/ 637223 w 942975"/>
                <a:gd name="connsiteY2072" fmla="*/ 327850 h 781050"/>
                <a:gd name="connsiteX2073" fmla="*/ 637413 w 942975"/>
                <a:gd name="connsiteY2073" fmla="*/ 326707 h 781050"/>
                <a:gd name="connsiteX2074" fmla="*/ 638175 w 942975"/>
                <a:gd name="connsiteY2074" fmla="*/ 325564 h 781050"/>
                <a:gd name="connsiteX2075" fmla="*/ 638842 w 942975"/>
                <a:gd name="connsiteY2075" fmla="*/ 324707 h 781050"/>
                <a:gd name="connsiteX2076" fmla="*/ 639413 w 942975"/>
                <a:gd name="connsiteY2076" fmla="*/ 323755 h 781050"/>
                <a:gd name="connsiteX2077" fmla="*/ 640937 w 942975"/>
                <a:gd name="connsiteY2077" fmla="*/ 320135 h 781050"/>
                <a:gd name="connsiteX2078" fmla="*/ 641795 w 942975"/>
                <a:gd name="connsiteY2078" fmla="*/ 318706 h 781050"/>
                <a:gd name="connsiteX2079" fmla="*/ 642937 w 942975"/>
                <a:gd name="connsiteY2079" fmla="*/ 317373 h 781050"/>
                <a:gd name="connsiteX2080" fmla="*/ 643985 w 942975"/>
                <a:gd name="connsiteY2080" fmla="*/ 316706 h 781050"/>
                <a:gd name="connsiteX2081" fmla="*/ 645033 w 942975"/>
                <a:gd name="connsiteY2081" fmla="*/ 316230 h 781050"/>
                <a:gd name="connsiteX2082" fmla="*/ 649796 w 942975"/>
                <a:gd name="connsiteY2082" fmla="*/ 315468 h 781050"/>
                <a:gd name="connsiteX2083" fmla="*/ 650843 w 942975"/>
                <a:gd name="connsiteY2083" fmla="*/ 314992 h 781050"/>
                <a:gd name="connsiteX2084" fmla="*/ 651605 w 942975"/>
                <a:gd name="connsiteY2084" fmla="*/ 314325 h 781050"/>
                <a:gd name="connsiteX2085" fmla="*/ 652272 w 942975"/>
                <a:gd name="connsiteY2085" fmla="*/ 313468 h 781050"/>
                <a:gd name="connsiteX2086" fmla="*/ 652558 w 942975"/>
                <a:gd name="connsiteY2086" fmla="*/ 312420 h 781050"/>
                <a:gd name="connsiteX2087" fmla="*/ 652653 w 942975"/>
                <a:gd name="connsiteY2087" fmla="*/ 311182 h 781050"/>
                <a:gd name="connsiteX2088" fmla="*/ 652272 w 942975"/>
                <a:gd name="connsiteY2088" fmla="*/ 305086 h 781050"/>
                <a:gd name="connsiteX2089" fmla="*/ 652558 w 942975"/>
                <a:gd name="connsiteY2089" fmla="*/ 302228 h 781050"/>
                <a:gd name="connsiteX2090" fmla="*/ 653129 w 942975"/>
                <a:gd name="connsiteY2090" fmla="*/ 300418 h 781050"/>
                <a:gd name="connsiteX2091" fmla="*/ 655225 w 942975"/>
                <a:gd name="connsiteY2091" fmla="*/ 296418 h 781050"/>
                <a:gd name="connsiteX2092" fmla="*/ 655796 w 942975"/>
                <a:gd name="connsiteY2092" fmla="*/ 293846 h 781050"/>
                <a:gd name="connsiteX2093" fmla="*/ 656654 w 942975"/>
                <a:gd name="connsiteY2093" fmla="*/ 292227 h 781050"/>
                <a:gd name="connsiteX2094" fmla="*/ 657892 w 942975"/>
                <a:gd name="connsiteY2094" fmla="*/ 290893 h 781050"/>
                <a:gd name="connsiteX2095" fmla="*/ 661607 w 942975"/>
                <a:gd name="connsiteY2095" fmla="*/ 288798 h 781050"/>
                <a:gd name="connsiteX2096" fmla="*/ 662559 w 942975"/>
                <a:gd name="connsiteY2096" fmla="*/ 287846 h 781050"/>
                <a:gd name="connsiteX2097" fmla="*/ 663131 w 942975"/>
                <a:gd name="connsiteY2097" fmla="*/ 286893 h 781050"/>
                <a:gd name="connsiteX2098" fmla="*/ 663607 w 942975"/>
                <a:gd name="connsiteY2098" fmla="*/ 285750 h 781050"/>
                <a:gd name="connsiteX2099" fmla="*/ 663893 w 942975"/>
                <a:gd name="connsiteY2099" fmla="*/ 284512 h 781050"/>
                <a:gd name="connsiteX2100" fmla="*/ 663797 w 942975"/>
                <a:gd name="connsiteY2100" fmla="*/ 283464 h 781050"/>
                <a:gd name="connsiteX2101" fmla="*/ 663416 w 942975"/>
                <a:gd name="connsiteY2101" fmla="*/ 282416 h 781050"/>
                <a:gd name="connsiteX2102" fmla="*/ 662369 w 942975"/>
                <a:gd name="connsiteY2102" fmla="*/ 281464 h 781050"/>
                <a:gd name="connsiteX2103" fmla="*/ 661511 w 942975"/>
                <a:gd name="connsiteY2103" fmla="*/ 280988 h 781050"/>
                <a:gd name="connsiteX2104" fmla="*/ 660083 w 942975"/>
                <a:gd name="connsiteY2104" fmla="*/ 280606 h 781050"/>
                <a:gd name="connsiteX2105" fmla="*/ 659225 w 942975"/>
                <a:gd name="connsiteY2105" fmla="*/ 279463 h 781050"/>
                <a:gd name="connsiteX2106" fmla="*/ 655320 w 942975"/>
                <a:gd name="connsiteY2106" fmla="*/ 269843 h 781050"/>
                <a:gd name="connsiteX2107" fmla="*/ 654463 w 942975"/>
                <a:gd name="connsiteY2107" fmla="*/ 266890 h 781050"/>
                <a:gd name="connsiteX2108" fmla="*/ 655320 w 942975"/>
                <a:gd name="connsiteY2108" fmla="*/ 263366 h 781050"/>
                <a:gd name="connsiteX2109" fmla="*/ 659987 w 942975"/>
                <a:gd name="connsiteY2109" fmla="*/ 265367 h 781050"/>
                <a:gd name="connsiteX2110" fmla="*/ 661511 w 942975"/>
                <a:gd name="connsiteY2110" fmla="*/ 266509 h 781050"/>
                <a:gd name="connsiteX2111" fmla="*/ 661987 w 942975"/>
                <a:gd name="connsiteY2111" fmla="*/ 266986 h 781050"/>
                <a:gd name="connsiteX2112" fmla="*/ 662654 w 942975"/>
                <a:gd name="connsiteY2112" fmla="*/ 268129 h 781050"/>
                <a:gd name="connsiteX2113" fmla="*/ 663893 w 942975"/>
                <a:gd name="connsiteY2113" fmla="*/ 270605 h 781050"/>
                <a:gd name="connsiteX2114" fmla="*/ 664274 w 942975"/>
                <a:gd name="connsiteY2114" fmla="*/ 271177 h 781050"/>
                <a:gd name="connsiteX2115" fmla="*/ 664655 w 942975"/>
                <a:gd name="connsiteY2115" fmla="*/ 271558 h 781050"/>
                <a:gd name="connsiteX2116" fmla="*/ 665226 w 942975"/>
                <a:gd name="connsiteY2116" fmla="*/ 271843 h 781050"/>
                <a:gd name="connsiteX2117" fmla="*/ 672465 w 942975"/>
                <a:gd name="connsiteY2117" fmla="*/ 274701 h 781050"/>
                <a:gd name="connsiteX2118" fmla="*/ 673132 w 942975"/>
                <a:gd name="connsiteY2118" fmla="*/ 274701 h 781050"/>
                <a:gd name="connsiteX2119" fmla="*/ 674084 w 942975"/>
                <a:gd name="connsiteY2119" fmla="*/ 274320 h 781050"/>
                <a:gd name="connsiteX2120" fmla="*/ 674560 w 942975"/>
                <a:gd name="connsiteY2120" fmla="*/ 273844 h 781050"/>
                <a:gd name="connsiteX2121" fmla="*/ 674846 w 942975"/>
                <a:gd name="connsiteY2121" fmla="*/ 273367 h 781050"/>
                <a:gd name="connsiteX2122" fmla="*/ 675037 w 942975"/>
                <a:gd name="connsiteY2122" fmla="*/ 272986 h 781050"/>
                <a:gd name="connsiteX2123" fmla="*/ 675227 w 942975"/>
                <a:gd name="connsiteY2123" fmla="*/ 272605 h 781050"/>
                <a:gd name="connsiteX2124" fmla="*/ 675799 w 942975"/>
                <a:gd name="connsiteY2124" fmla="*/ 272320 h 781050"/>
                <a:gd name="connsiteX2125" fmla="*/ 676466 w 942975"/>
                <a:gd name="connsiteY2125" fmla="*/ 272129 h 781050"/>
                <a:gd name="connsiteX2126" fmla="*/ 677418 w 942975"/>
                <a:gd name="connsiteY2126" fmla="*/ 271939 h 781050"/>
                <a:gd name="connsiteX2127" fmla="*/ 678085 w 942975"/>
                <a:gd name="connsiteY2127" fmla="*/ 271748 h 781050"/>
                <a:gd name="connsiteX2128" fmla="*/ 678942 w 942975"/>
                <a:gd name="connsiteY2128" fmla="*/ 271558 h 781050"/>
                <a:gd name="connsiteX2129" fmla="*/ 679799 w 942975"/>
                <a:gd name="connsiteY2129" fmla="*/ 271653 h 781050"/>
                <a:gd name="connsiteX2130" fmla="*/ 681037 w 942975"/>
                <a:gd name="connsiteY2130" fmla="*/ 272320 h 781050"/>
                <a:gd name="connsiteX2131" fmla="*/ 681990 w 942975"/>
                <a:gd name="connsiteY2131" fmla="*/ 272701 h 781050"/>
                <a:gd name="connsiteX2132" fmla="*/ 683038 w 942975"/>
                <a:gd name="connsiteY2132" fmla="*/ 272986 h 781050"/>
                <a:gd name="connsiteX2133" fmla="*/ 684752 w 942975"/>
                <a:gd name="connsiteY2133" fmla="*/ 272796 h 781050"/>
                <a:gd name="connsiteX2134" fmla="*/ 686848 w 942975"/>
                <a:gd name="connsiteY2134" fmla="*/ 272415 h 781050"/>
                <a:gd name="connsiteX2135" fmla="*/ 688467 w 942975"/>
                <a:gd name="connsiteY2135" fmla="*/ 272701 h 781050"/>
                <a:gd name="connsiteX2136" fmla="*/ 695611 w 942975"/>
                <a:gd name="connsiteY2136" fmla="*/ 275463 h 781050"/>
                <a:gd name="connsiteX2137" fmla="*/ 699421 w 942975"/>
                <a:gd name="connsiteY2137" fmla="*/ 277749 h 781050"/>
                <a:gd name="connsiteX2138" fmla="*/ 700183 w 942975"/>
                <a:gd name="connsiteY2138" fmla="*/ 277844 h 781050"/>
                <a:gd name="connsiteX2139" fmla="*/ 702754 w 942975"/>
                <a:gd name="connsiteY2139" fmla="*/ 277368 h 781050"/>
                <a:gd name="connsiteX2140" fmla="*/ 707327 w 942975"/>
                <a:gd name="connsiteY2140" fmla="*/ 277463 h 781050"/>
                <a:gd name="connsiteX2141" fmla="*/ 710279 w 942975"/>
                <a:gd name="connsiteY2141" fmla="*/ 279082 h 781050"/>
                <a:gd name="connsiteX2142" fmla="*/ 711137 w 942975"/>
                <a:gd name="connsiteY2142" fmla="*/ 280035 h 781050"/>
                <a:gd name="connsiteX2143" fmla="*/ 712661 w 942975"/>
                <a:gd name="connsiteY2143" fmla="*/ 281368 h 781050"/>
                <a:gd name="connsiteX2144" fmla="*/ 713137 w 942975"/>
                <a:gd name="connsiteY2144" fmla="*/ 281654 h 781050"/>
                <a:gd name="connsiteX2145" fmla="*/ 714184 w 942975"/>
                <a:gd name="connsiteY2145" fmla="*/ 282321 h 781050"/>
                <a:gd name="connsiteX2146" fmla="*/ 714661 w 942975"/>
                <a:gd name="connsiteY2146" fmla="*/ 282892 h 781050"/>
                <a:gd name="connsiteX2147" fmla="*/ 714851 w 942975"/>
                <a:gd name="connsiteY2147" fmla="*/ 283369 h 781050"/>
                <a:gd name="connsiteX2148" fmla="*/ 715137 w 942975"/>
                <a:gd name="connsiteY2148" fmla="*/ 283845 h 781050"/>
                <a:gd name="connsiteX2149" fmla="*/ 717995 w 942975"/>
                <a:gd name="connsiteY2149" fmla="*/ 292989 h 781050"/>
                <a:gd name="connsiteX2150" fmla="*/ 718375 w 942975"/>
                <a:gd name="connsiteY2150" fmla="*/ 293656 h 781050"/>
                <a:gd name="connsiteX2151" fmla="*/ 718947 w 942975"/>
                <a:gd name="connsiteY2151" fmla="*/ 294132 h 781050"/>
                <a:gd name="connsiteX2152" fmla="*/ 719900 w 942975"/>
                <a:gd name="connsiteY2152" fmla="*/ 294608 h 781050"/>
                <a:gd name="connsiteX2153" fmla="*/ 722852 w 942975"/>
                <a:gd name="connsiteY2153" fmla="*/ 295656 h 781050"/>
                <a:gd name="connsiteX2154" fmla="*/ 723614 w 942975"/>
                <a:gd name="connsiteY2154" fmla="*/ 296132 h 781050"/>
                <a:gd name="connsiteX2155" fmla="*/ 723900 w 942975"/>
                <a:gd name="connsiteY2155" fmla="*/ 296609 h 781050"/>
                <a:gd name="connsiteX2156" fmla="*/ 724091 w 942975"/>
                <a:gd name="connsiteY2156" fmla="*/ 297942 h 781050"/>
                <a:gd name="connsiteX2157" fmla="*/ 724376 w 942975"/>
                <a:gd name="connsiteY2157" fmla="*/ 298704 h 781050"/>
                <a:gd name="connsiteX2158" fmla="*/ 725138 w 942975"/>
                <a:gd name="connsiteY2158" fmla="*/ 299371 h 781050"/>
                <a:gd name="connsiteX2159" fmla="*/ 726281 w 942975"/>
                <a:gd name="connsiteY2159" fmla="*/ 299847 h 781050"/>
                <a:gd name="connsiteX2160" fmla="*/ 728567 w 942975"/>
                <a:gd name="connsiteY2160" fmla="*/ 300418 h 781050"/>
                <a:gd name="connsiteX2161" fmla="*/ 729520 w 942975"/>
                <a:gd name="connsiteY2161" fmla="*/ 300990 h 781050"/>
                <a:gd name="connsiteX2162" fmla="*/ 730091 w 942975"/>
                <a:gd name="connsiteY2162" fmla="*/ 301466 h 781050"/>
                <a:gd name="connsiteX2163" fmla="*/ 730187 w 942975"/>
                <a:gd name="connsiteY2163" fmla="*/ 301942 h 781050"/>
                <a:gd name="connsiteX2164" fmla="*/ 730377 w 942975"/>
                <a:gd name="connsiteY2164" fmla="*/ 302323 h 781050"/>
                <a:gd name="connsiteX2165" fmla="*/ 731234 w 942975"/>
                <a:gd name="connsiteY2165" fmla="*/ 302514 h 781050"/>
                <a:gd name="connsiteX2166" fmla="*/ 732568 w 942975"/>
                <a:gd name="connsiteY2166" fmla="*/ 302419 h 781050"/>
                <a:gd name="connsiteX2167" fmla="*/ 735616 w 942975"/>
                <a:gd name="connsiteY2167" fmla="*/ 301942 h 781050"/>
                <a:gd name="connsiteX2168" fmla="*/ 737045 w 942975"/>
                <a:gd name="connsiteY2168" fmla="*/ 301276 h 781050"/>
                <a:gd name="connsiteX2169" fmla="*/ 737902 w 942975"/>
                <a:gd name="connsiteY2169" fmla="*/ 300704 h 781050"/>
                <a:gd name="connsiteX2170" fmla="*/ 739235 w 942975"/>
                <a:gd name="connsiteY2170" fmla="*/ 297847 h 781050"/>
                <a:gd name="connsiteX2171" fmla="*/ 739712 w 942975"/>
                <a:gd name="connsiteY2171" fmla="*/ 297371 h 781050"/>
                <a:gd name="connsiteX2172" fmla="*/ 740378 w 942975"/>
                <a:gd name="connsiteY2172" fmla="*/ 296799 h 781050"/>
                <a:gd name="connsiteX2173" fmla="*/ 744950 w 942975"/>
                <a:gd name="connsiteY2173" fmla="*/ 294704 h 781050"/>
                <a:gd name="connsiteX2174" fmla="*/ 752380 w 942975"/>
                <a:gd name="connsiteY2174" fmla="*/ 293370 h 781050"/>
                <a:gd name="connsiteX2175" fmla="*/ 753713 w 942975"/>
                <a:gd name="connsiteY2175" fmla="*/ 293370 h 781050"/>
                <a:gd name="connsiteX2176" fmla="*/ 755047 w 942975"/>
                <a:gd name="connsiteY2176" fmla="*/ 293560 h 781050"/>
                <a:gd name="connsiteX2177" fmla="*/ 757237 w 942975"/>
                <a:gd name="connsiteY2177" fmla="*/ 294418 h 781050"/>
                <a:gd name="connsiteX2178" fmla="*/ 758190 w 942975"/>
                <a:gd name="connsiteY2178" fmla="*/ 295084 h 781050"/>
                <a:gd name="connsiteX2179" fmla="*/ 758952 w 942975"/>
                <a:gd name="connsiteY2179" fmla="*/ 295942 h 781050"/>
                <a:gd name="connsiteX2180" fmla="*/ 760476 w 942975"/>
                <a:gd name="connsiteY2180" fmla="*/ 298704 h 781050"/>
                <a:gd name="connsiteX2181" fmla="*/ 761048 w 942975"/>
                <a:gd name="connsiteY2181" fmla="*/ 299371 h 781050"/>
                <a:gd name="connsiteX2182" fmla="*/ 761619 w 942975"/>
                <a:gd name="connsiteY2182" fmla="*/ 299847 h 781050"/>
                <a:gd name="connsiteX2183" fmla="*/ 763048 w 942975"/>
                <a:gd name="connsiteY2183" fmla="*/ 300228 h 781050"/>
                <a:gd name="connsiteX2184" fmla="*/ 772954 w 942975"/>
                <a:gd name="connsiteY2184" fmla="*/ 301561 h 781050"/>
                <a:gd name="connsiteX2185" fmla="*/ 774668 w 942975"/>
                <a:gd name="connsiteY2185" fmla="*/ 302323 h 781050"/>
                <a:gd name="connsiteX2186" fmla="*/ 775430 w 942975"/>
                <a:gd name="connsiteY2186" fmla="*/ 303181 h 781050"/>
                <a:gd name="connsiteX2187" fmla="*/ 777050 w 942975"/>
                <a:gd name="connsiteY2187" fmla="*/ 305276 h 781050"/>
                <a:gd name="connsiteX2188" fmla="*/ 777621 w 942975"/>
                <a:gd name="connsiteY2188" fmla="*/ 305943 h 781050"/>
                <a:gd name="connsiteX2189" fmla="*/ 778478 w 942975"/>
                <a:gd name="connsiteY2189" fmla="*/ 306419 h 781050"/>
                <a:gd name="connsiteX2190" fmla="*/ 779336 w 942975"/>
                <a:gd name="connsiteY2190" fmla="*/ 306705 h 781050"/>
                <a:gd name="connsiteX2191" fmla="*/ 781145 w 942975"/>
                <a:gd name="connsiteY2191" fmla="*/ 306896 h 781050"/>
                <a:gd name="connsiteX2192" fmla="*/ 790480 w 942975"/>
                <a:gd name="connsiteY2192" fmla="*/ 306800 h 781050"/>
                <a:gd name="connsiteX2193" fmla="*/ 790956 w 942975"/>
                <a:gd name="connsiteY2193" fmla="*/ 306991 h 781050"/>
                <a:gd name="connsiteX2194" fmla="*/ 791718 w 942975"/>
                <a:gd name="connsiteY2194" fmla="*/ 307086 h 781050"/>
                <a:gd name="connsiteX2195" fmla="*/ 794861 w 942975"/>
                <a:gd name="connsiteY2195" fmla="*/ 307181 h 781050"/>
                <a:gd name="connsiteX2196" fmla="*/ 795814 w 942975"/>
                <a:gd name="connsiteY2196" fmla="*/ 307562 h 781050"/>
                <a:gd name="connsiteX2197" fmla="*/ 796481 w 942975"/>
                <a:gd name="connsiteY2197" fmla="*/ 308134 h 781050"/>
                <a:gd name="connsiteX2198" fmla="*/ 796766 w 942975"/>
                <a:gd name="connsiteY2198" fmla="*/ 308800 h 781050"/>
                <a:gd name="connsiteX2199" fmla="*/ 797147 w 942975"/>
                <a:gd name="connsiteY2199" fmla="*/ 309277 h 781050"/>
                <a:gd name="connsiteX2200" fmla="*/ 797624 w 942975"/>
                <a:gd name="connsiteY2200" fmla="*/ 309658 h 781050"/>
                <a:gd name="connsiteX2201" fmla="*/ 798671 w 942975"/>
                <a:gd name="connsiteY2201" fmla="*/ 310134 h 781050"/>
                <a:gd name="connsiteX2202" fmla="*/ 799148 w 942975"/>
                <a:gd name="connsiteY2202" fmla="*/ 310325 h 781050"/>
                <a:gd name="connsiteX2203" fmla="*/ 799909 w 942975"/>
                <a:gd name="connsiteY2203" fmla="*/ 310325 h 781050"/>
                <a:gd name="connsiteX2204" fmla="*/ 800767 w 942975"/>
                <a:gd name="connsiteY2204" fmla="*/ 310039 h 781050"/>
                <a:gd name="connsiteX2205" fmla="*/ 802005 w 942975"/>
                <a:gd name="connsiteY2205" fmla="*/ 309086 h 781050"/>
                <a:gd name="connsiteX2206" fmla="*/ 802481 w 942975"/>
                <a:gd name="connsiteY2206" fmla="*/ 308229 h 781050"/>
                <a:gd name="connsiteX2207" fmla="*/ 802767 w 942975"/>
                <a:gd name="connsiteY2207" fmla="*/ 307467 h 781050"/>
                <a:gd name="connsiteX2208" fmla="*/ 802767 w 942975"/>
                <a:gd name="connsiteY2208" fmla="*/ 306134 h 781050"/>
                <a:gd name="connsiteX2209" fmla="*/ 802958 w 942975"/>
                <a:gd name="connsiteY2209" fmla="*/ 304895 h 781050"/>
                <a:gd name="connsiteX2210" fmla="*/ 803434 w 942975"/>
                <a:gd name="connsiteY2210" fmla="*/ 304229 h 781050"/>
                <a:gd name="connsiteX2211" fmla="*/ 804100 w 942975"/>
                <a:gd name="connsiteY2211" fmla="*/ 303657 h 781050"/>
                <a:gd name="connsiteX2212" fmla="*/ 806101 w 942975"/>
                <a:gd name="connsiteY2212" fmla="*/ 302800 h 781050"/>
                <a:gd name="connsiteX2213" fmla="*/ 814483 w 942975"/>
                <a:gd name="connsiteY2213" fmla="*/ 300133 h 781050"/>
                <a:gd name="connsiteX2214" fmla="*/ 815150 w 942975"/>
                <a:gd name="connsiteY2214" fmla="*/ 299752 h 781050"/>
                <a:gd name="connsiteX2215" fmla="*/ 815626 w 942975"/>
                <a:gd name="connsiteY2215" fmla="*/ 299180 h 781050"/>
                <a:gd name="connsiteX2216" fmla="*/ 817531 w 942975"/>
                <a:gd name="connsiteY2216" fmla="*/ 298704 h 781050"/>
                <a:gd name="connsiteX2217" fmla="*/ 824484 w 942975"/>
                <a:gd name="connsiteY2217" fmla="*/ 299847 h 781050"/>
                <a:gd name="connsiteX2218" fmla="*/ 825532 w 942975"/>
                <a:gd name="connsiteY2218" fmla="*/ 301276 h 781050"/>
                <a:gd name="connsiteX2219" fmla="*/ 826389 w 942975"/>
                <a:gd name="connsiteY2219" fmla="*/ 302323 h 781050"/>
                <a:gd name="connsiteX2220" fmla="*/ 829056 w 942975"/>
                <a:gd name="connsiteY2220" fmla="*/ 304609 h 781050"/>
                <a:gd name="connsiteX2221" fmla="*/ 829818 w 942975"/>
                <a:gd name="connsiteY2221" fmla="*/ 305657 h 781050"/>
                <a:gd name="connsiteX2222" fmla="*/ 831342 w 942975"/>
                <a:gd name="connsiteY2222" fmla="*/ 308800 h 781050"/>
                <a:gd name="connsiteX2223" fmla="*/ 832104 w 942975"/>
                <a:gd name="connsiteY2223" fmla="*/ 309848 h 781050"/>
                <a:gd name="connsiteX2224" fmla="*/ 832485 w 942975"/>
                <a:gd name="connsiteY2224" fmla="*/ 310229 h 781050"/>
                <a:gd name="connsiteX2225" fmla="*/ 832961 w 942975"/>
                <a:gd name="connsiteY2225" fmla="*/ 310610 h 781050"/>
                <a:gd name="connsiteX2226" fmla="*/ 833533 w 942975"/>
                <a:gd name="connsiteY2226" fmla="*/ 310801 h 781050"/>
                <a:gd name="connsiteX2227" fmla="*/ 835819 w 942975"/>
                <a:gd name="connsiteY2227" fmla="*/ 311372 h 781050"/>
                <a:gd name="connsiteX2228" fmla="*/ 837438 w 942975"/>
                <a:gd name="connsiteY2228" fmla="*/ 312134 h 781050"/>
                <a:gd name="connsiteX2229" fmla="*/ 838676 w 942975"/>
                <a:gd name="connsiteY2229" fmla="*/ 312515 h 781050"/>
                <a:gd name="connsiteX2230" fmla="*/ 839248 w 942975"/>
                <a:gd name="connsiteY2230" fmla="*/ 312706 h 781050"/>
                <a:gd name="connsiteX2231" fmla="*/ 839724 w 942975"/>
                <a:gd name="connsiteY2231" fmla="*/ 313087 h 781050"/>
                <a:gd name="connsiteX2232" fmla="*/ 840105 w 942975"/>
                <a:gd name="connsiteY2232" fmla="*/ 313468 h 781050"/>
                <a:gd name="connsiteX2233" fmla="*/ 841534 w 942975"/>
                <a:gd name="connsiteY2233" fmla="*/ 315754 h 781050"/>
                <a:gd name="connsiteX2234" fmla="*/ 842391 w 942975"/>
                <a:gd name="connsiteY2234" fmla="*/ 316611 h 781050"/>
                <a:gd name="connsiteX2235" fmla="*/ 842772 w 942975"/>
                <a:gd name="connsiteY2235" fmla="*/ 317278 h 781050"/>
                <a:gd name="connsiteX2236" fmla="*/ 843153 w 942975"/>
                <a:gd name="connsiteY2236" fmla="*/ 318040 h 781050"/>
                <a:gd name="connsiteX2237" fmla="*/ 843915 w 942975"/>
                <a:gd name="connsiteY2237" fmla="*/ 320421 h 781050"/>
                <a:gd name="connsiteX2238" fmla="*/ 844106 w 942975"/>
                <a:gd name="connsiteY2238" fmla="*/ 321755 h 781050"/>
                <a:gd name="connsiteX2239" fmla="*/ 844106 w 942975"/>
                <a:gd name="connsiteY2239" fmla="*/ 323374 h 781050"/>
                <a:gd name="connsiteX2240" fmla="*/ 843534 w 942975"/>
                <a:gd name="connsiteY2240" fmla="*/ 327850 h 781050"/>
                <a:gd name="connsiteX2241" fmla="*/ 843153 w 942975"/>
                <a:gd name="connsiteY2241" fmla="*/ 329565 h 781050"/>
                <a:gd name="connsiteX2242" fmla="*/ 842962 w 942975"/>
                <a:gd name="connsiteY2242" fmla="*/ 331756 h 781050"/>
                <a:gd name="connsiteX2243" fmla="*/ 843058 w 942975"/>
                <a:gd name="connsiteY2243" fmla="*/ 334232 h 781050"/>
                <a:gd name="connsiteX2244" fmla="*/ 842677 w 942975"/>
                <a:gd name="connsiteY2244" fmla="*/ 336137 h 781050"/>
                <a:gd name="connsiteX2245" fmla="*/ 842296 w 942975"/>
                <a:gd name="connsiteY2245" fmla="*/ 337185 h 781050"/>
                <a:gd name="connsiteX2246" fmla="*/ 841820 w 942975"/>
                <a:gd name="connsiteY2246" fmla="*/ 337852 h 781050"/>
                <a:gd name="connsiteX2247" fmla="*/ 840391 w 942975"/>
                <a:gd name="connsiteY2247" fmla="*/ 338995 h 781050"/>
                <a:gd name="connsiteX2248" fmla="*/ 840010 w 942975"/>
                <a:gd name="connsiteY2248" fmla="*/ 339471 h 781050"/>
                <a:gd name="connsiteX2249" fmla="*/ 839819 w 942975"/>
                <a:gd name="connsiteY2249" fmla="*/ 340233 h 781050"/>
                <a:gd name="connsiteX2250" fmla="*/ 839819 w 942975"/>
                <a:gd name="connsiteY2250" fmla="*/ 340614 h 781050"/>
                <a:gd name="connsiteX2251" fmla="*/ 840105 w 942975"/>
                <a:gd name="connsiteY2251" fmla="*/ 342043 h 781050"/>
                <a:gd name="connsiteX2252" fmla="*/ 839915 w 942975"/>
                <a:gd name="connsiteY2252" fmla="*/ 344234 h 781050"/>
                <a:gd name="connsiteX2253" fmla="*/ 840010 w 942975"/>
                <a:gd name="connsiteY2253" fmla="*/ 346615 h 781050"/>
                <a:gd name="connsiteX2254" fmla="*/ 840581 w 942975"/>
                <a:gd name="connsiteY2254" fmla="*/ 349091 h 781050"/>
                <a:gd name="connsiteX2255" fmla="*/ 841534 w 942975"/>
                <a:gd name="connsiteY2255" fmla="*/ 351758 h 781050"/>
                <a:gd name="connsiteX2256" fmla="*/ 838771 w 942975"/>
                <a:gd name="connsiteY2256" fmla="*/ 353092 h 781050"/>
                <a:gd name="connsiteX2257" fmla="*/ 835819 w 942975"/>
                <a:gd name="connsiteY2257" fmla="*/ 355663 h 781050"/>
                <a:gd name="connsiteX2258" fmla="*/ 833342 w 942975"/>
                <a:gd name="connsiteY2258" fmla="*/ 358997 h 781050"/>
                <a:gd name="connsiteX2259" fmla="*/ 832104 w 942975"/>
                <a:gd name="connsiteY2259" fmla="*/ 362521 h 781050"/>
                <a:gd name="connsiteX2260" fmla="*/ 832485 w 942975"/>
                <a:gd name="connsiteY2260" fmla="*/ 366522 h 781050"/>
                <a:gd name="connsiteX2261" fmla="*/ 834485 w 942975"/>
                <a:gd name="connsiteY2261" fmla="*/ 367379 h 781050"/>
                <a:gd name="connsiteX2262" fmla="*/ 840391 w 942975"/>
                <a:gd name="connsiteY2262" fmla="*/ 365950 h 781050"/>
                <a:gd name="connsiteX2263" fmla="*/ 841343 w 942975"/>
                <a:gd name="connsiteY2263" fmla="*/ 367855 h 781050"/>
                <a:gd name="connsiteX2264" fmla="*/ 842772 w 942975"/>
                <a:gd name="connsiteY2264" fmla="*/ 376333 h 781050"/>
                <a:gd name="connsiteX2265" fmla="*/ 844010 w 942975"/>
                <a:gd name="connsiteY2265" fmla="*/ 380333 h 781050"/>
                <a:gd name="connsiteX2266" fmla="*/ 843915 w 942975"/>
                <a:gd name="connsiteY2266" fmla="*/ 386429 h 781050"/>
                <a:gd name="connsiteX2267" fmla="*/ 843439 w 942975"/>
                <a:gd name="connsiteY2267" fmla="*/ 388715 h 781050"/>
                <a:gd name="connsiteX2268" fmla="*/ 842296 w 942975"/>
                <a:gd name="connsiteY2268" fmla="*/ 390144 h 781050"/>
                <a:gd name="connsiteX2269" fmla="*/ 838486 w 942975"/>
                <a:gd name="connsiteY2269" fmla="*/ 393573 h 781050"/>
                <a:gd name="connsiteX2270" fmla="*/ 838676 w 942975"/>
                <a:gd name="connsiteY2270" fmla="*/ 393859 h 781050"/>
                <a:gd name="connsiteX2271" fmla="*/ 844391 w 942975"/>
                <a:gd name="connsiteY2271" fmla="*/ 397288 h 781050"/>
                <a:gd name="connsiteX2272" fmla="*/ 848296 w 942975"/>
                <a:gd name="connsiteY2272" fmla="*/ 398621 h 781050"/>
                <a:gd name="connsiteX2273" fmla="*/ 852583 w 942975"/>
                <a:gd name="connsiteY2273" fmla="*/ 402717 h 781050"/>
                <a:gd name="connsiteX2274" fmla="*/ 855059 w 942975"/>
                <a:gd name="connsiteY2274" fmla="*/ 404527 h 781050"/>
                <a:gd name="connsiteX2275" fmla="*/ 855726 w 942975"/>
                <a:gd name="connsiteY2275" fmla="*/ 405289 h 781050"/>
                <a:gd name="connsiteX2276" fmla="*/ 857726 w 942975"/>
                <a:gd name="connsiteY2276" fmla="*/ 408908 h 781050"/>
                <a:gd name="connsiteX2277" fmla="*/ 858488 w 942975"/>
                <a:gd name="connsiteY2277" fmla="*/ 409384 h 781050"/>
                <a:gd name="connsiteX2278" fmla="*/ 867632 w 942975"/>
                <a:gd name="connsiteY2278" fmla="*/ 410242 h 781050"/>
                <a:gd name="connsiteX2279" fmla="*/ 875919 w 942975"/>
                <a:gd name="connsiteY2279" fmla="*/ 409384 h 781050"/>
                <a:gd name="connsiteX2280" fmla="*/ 877062 w 942975"/>
                <a:gd name="connsiteY2280" fmla="*/ 409004 h 781050"/>
                <a:gd name="connsiteX2281" fmla="*/ 879253 w 942975"/>
                <a:gd name="connsiteY2281" fmla="*/ 407384 h 781050"/>
                <a:gd name="connsiteX2282" fmla="*/ 878586 w 942975"/>
                <a:gd name="connsiteY2282" fmla="*/ 405193 h 781050"/>
                <a:gd name="connsiteX2283" fmla="*/ 878205 w 942975"/>
                <a:gd name="connsiteY2283" fmla="*/ 403574 h 781050"/>
                <a:gd name="connsiteX2284" fmla="*/ 878110 w 942975"/>
                <a:gd name="connsiteY2284" fmla="*/ 402241 h 781050"/>
                <a:gd name="connsiteX2285" fmla="*/ 878777 w 942975"/>
                <a:gd name="connsiteY2285" fmla="*/ 400717 h 781050"/>
                <a:gd name="connsiteX2286" fmla="*/ 879729 w 942975"/>
                <a:gd name="connsiteY2286" fmla="*/ 399669 h 781050"/>
                <a:gd name="connsiteX2287" fmla="*/ 887158 w 942975"/>
                <a:gd name="connsiteY2287" fmla="*/ 395192 h 781050"/>
                <a:gd name="connsiteX2288" fmla="*/ 888397 w 942975"/>
                <a:gd name="connsiteY2288" fmla="*/ 393097 h 781050"/>
                <a:gd name="connsiteX2289" fmla="*/ 887730 w 942975"/>
                <a:gd name="connsiteY2289" fmla="*/ 390715 h 781050"/>
                <a:gd name="connsiteX2290" fmla="*/ 880777 w 942975"/>
                <a:gd name="connsiteY2290" fmla="*/ 382143 h 781050"/>
                <a:gd name="connsiteX2291" fmla="*/ 879348 w 942975"/>
                <a:gd name="connsiteY2291" fmla="*/ 378905 h 781050"/>
                <a:gd name="connsiteX2292" fmla="*/ 879443 w 942975"/>
                <a:gd name="connsiteY2292" fmla="*/ 374999 h 781050"/>
                <a:gd name="connsiteX2293" fmla="*/ 881539 w 942975"/>
                <a:gd name="connsiteY2293" fmla="*/ 370142 h 781050"/>
                <a:gd name="connsiteX2294" fmla="*/ 888016 w 942975"/>
                <a:gd name="connsiteY2294" fmla="*/ 362521 h 781050"/>
                <a:gd name="connsiteX2295" fmla="*/ 890397 w 942975"/>
                <a:gd name="connsiteY2295" fmla="*/ 358140 h 781050"/>
                <a:gd name="connsiteX2296" fmla="*/ 890778 w 942975"/>
                <a:gd name="connsiteY2296" fmla="*/ 355759 h 781050"/>
                <a:gd name="connsiteX2297" fmla="*/ 891064 w 942975"/>
                <a:gd name="connsiteY2297" fmla="*/ 353949 h 781050"/>
                <a:gd name="connsiteX2298" fmla="*/ 893826 w 942975"/>
                <a:gd name="connsiteY2298" fmla="*/ 343852 h 781050"/>
                <a:gd name="connsiteX2299" fmla="*/ 894779 w 942975"/>
                <a:gd name="connsiteY2299" fmla="*/ 341852 h 781050"/>
                <a:gd name="connsiteX2300" fmla="*/ 895826 w 942975"/>
                <a:gd name="connsiteY2300" fmla="*/ 341185 h 781050"/>
                <a:gd name="connsiteX2301" fmla="*/ 898493 w 942975"/>
                <a:gd name="connsiteY2301" fmla="*/ 340042 h 781050"/>
                <a:gd name="connsiteX2302" fmla="*/ 899636 w 942975"/>
                <a:gd name="connsiteY2302" fmla="*/ 339185 h 781050"/>
                <a:gd name="connsiteX2303" fmla="*/ 900684 w 942975"/>
                <a:gd name="connsiteY2303" fmla="*/ 337661 h 781050"/>
                <a:gd name="connsiteX2304" fmla="*/ 902399 w 942975"/>
                <a:gd name="connsiteY2304" fmla="*/ 333851 h 781050"/>
                <a:gd name="connsiteX2305" fmla="*/ 903542 w 942975"/>
                <a:gd name="connsiteY2305" fmla="*/ 332327 h 781050"/>
                <a:gd name="connsiteX2306" fmla="*/ 904589 w 942975"/>
                <a:gd name="connsiteY2306" fmla="*/ 331660 h 781050"/>
                <a:gd name="connsiteX2307" fmla="*/ 906685 w 942975"/>
                <a:gd name="connsiteY2307" fmla="*/ 330898 h 781050"/>
                <a:gd name="connsiteX2308" fmla="*/ 907733 w 942975"/>
                <a:gd name="connsiteY2308" fmla="*/ 330327 h 781050"/>
                <a:gd name="connsiteX2309" fmla="*/ 908780 w 942975"/>
                <a:gd name="connsiteY2309" fmla="*/ 329089 h 781050"/>
                <a:gd name="connsiteX2310" fmla="*/ 910685 w 942975"/>
                <a:gd name="connsiteY2310" fmla="*/ 326231 h 781050"/>
                <a:gd name="connsiteX2311" fmla="*/ 911924 w 942975"/>
                <a:gd name="connsiteY2311" fmla="*/ 325184 h 781050"/>
                <a:gd name="connsiteX2312" fmla="*/ 914495 w 942975"/>
                <a:gd name="connsiteY2312" fmla="*/ 324612 h 781050"/>
                <a:gd name="connsiteX2313" fmla="*/ 915829 w 942975"/>
                <a:gd name="connsiteY2313" fmla="*/ 325850 h 781050"/>
                <a:gd name="connsiteX2314" fmla="*/ 917353 w 942975"/>
                <a:gd name="connsiteY2314" fmla="*/ 330708 h 781050"/>
                <a:gd name="connsiteX2315" fmla="*/ 919258 w 942975"/>
                <a:gd name="connsiteY2315" fmla="*/ 333565 h 781050"/>
                <a:gd name="connsiteX2316" fmla="*/ 921163 w 942975"/>
                <a:gd name="connsiteY2316" fmla="*/ 333756 h 781050"/>
                <a:gd name="connsiteX2317" fmla="*/ 923354 w 942975"/>
                <a:gd name="connsiteY2317" fmla="*/ 333089 h 781050"/>
                <a:gd name="connsiteX2318" fmla="*/ 926497 w 942975"/>
                <a:gd name="connsiteY2318" fmla="*/ 333184 h 781050"/>
                <a:gd name="connsiteX2319" fmla="*/ 927640 w 942975"/>
                <a:gd name="connsiteY2319" fmla="*/ 334423 h 781050"/>
                <a:gd name="connsiteX2320" fmla="*/ 930021 w 942975"/>
                <a:gd name="connsiteY2320" fmla="*/ 338423 h 781050"/>
                <a:gd name="connsiteX2321" fmla="*/ 930783 w 942975"/>
                <a:gd name="connsiteY2321" fmla="*/ 340423 h 781050"/>
                <a:gd name="connsiteX2322" fmla="*/ 931164 w 942975"/>
                <a:gd name="connsiteY2322" fmla="*/ 340519 h 781050"/>
                <a:gd name="connsiteX2323" fmla="*/ 931640 w 942975"/>
                <a:gd name="connsiteY2323" fmla="*/ 340138 h 781050"/>
                <a:gd name="connsiteX2324" fmla="*/ 933069 w 942975"/>
                <a:gd name="connsiteY2324" fmla="*/ 338423 h 781050"/>
                <a:gd name="connsiteX2325" fmla="*/ 934688 w 942975"/>
                <a:gd name="connsiteY2325" fmla="*/ 336899 h 781050"/>
                <a:gd name="connsiteX2326" fmla="*/ 935927 w 942975"/>
                <a:gd name="connsiteY2326" fmla="*/ 336042 h 781050"/>
                <a:gd name="connsiteX2327" fmla="*/ 938594 w 942975"/>
                <a:gd name="connsiteY2327" fmla="*/ 334423 h 781050"/>
                <a:gd name="connsiteX2328" fmla="*/ 942975 w 942975"/>
                <a:gd name="connsiteY2328" fmla="*/ 332613 h 781050"/>
                <a:gd name="connsiteX2329" fmla="*/ 943928 w 942975"/>
                <a:gd name="connsiteY2329" fmla="*/ 331660 h 781050"/>
                <a:gd name="connsiteX2330" fmla="*/ 944118 w 942975"/>
                <a:gd name="connsiteY2330" fmla="*/ 330232 h 781050"/>
                <a:gd name="connsiteX2331" fmla="*/ 943070 w 942975"/>
                <a:gd name="connsiteY2331" fmla="*/ 328136 h 781050"/>
                <a:gd name="connsiteX2332" fmla="*/ 940975 w 942975"/>
                <a:gd name="connsiteY2332" fmla="*/ 325279 h 781050"/>
                <a:gd name="connsiteX2333" fmla="*/ 940689 w 942975"/>
                <a:gd name="connsiteY2333" fmla="*/ 324326 h 781050"/>
                <a:gd name="connsiteX2334" fmla="*/ 940975 w 942975"/>
                <a:gd name="connsiteY2334" fmla="*/ 323183 h 781050"/>
                <a:gd name="connsiteX2335" fmla="*/ 941927 w 942975"/>
                <a:gd name="connsiteY2335" fmla="*/ 322517 h 781050"/>
                <a:gd name="connsiteX2336" fmla="*/ 943261 w 942975"/>
                <a:gd name="connsiteY2336" fmla="*/ 322231 h 781050"/>
                <a:gd name="connsiteX2337" fmla="*/ 946595 w 942975"/>
                <a:gd name="connsiteY2337" fmla="*/ 321850 h 781050"/>
                <a:gd name="connsiteX2338" fmla="*/ 948404 w 942975"/>
                <a:gd name="connsiteY2338" fmla="*/ 321183 h 781050"/>
                <a:gd name="connsiteX2339" fmla="*/ 949738 w 942975"/>
                <a:gd name="connsiteY2339" fmla="*/ 320135 h 781050"/>
                <a:gd name="connsiteX2340" fmla="*/ 950595 w 942975"/>
                <a:gd name="connsiteY2340" fmla="*/ 318802 h 781050"/>
                <a:gd name="connsiteX2341" fmla="*/ 951357 w 942975"/>
                <a:gd name="connsiteY2341" fmla="*/ 317182 h 781050"/>
                <a:gd name="connsiteX2342" fmla="*/ 951548 w 942975"/>
                <a:gd name="connsiteY2342" fmla="*/ 31518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</a:cxnLst>
              <a:rect l="l" t="t" r="r" b="b"/>
              <a:pathLst>
                <a:path w="942975" h="781050">
                  <a:moveTo>
                    <a:pt x="951167" y="313277"/>
                  </a:moveTo>
                  <a:lnTo>
                    <a:pt x="949357" y="310515"/>
                  </a:lnTo>
                  <a:lnTo>
                    <a:pt x="946690" y="308134"/>
                  </a:lnTo>
                  <a:lnTo>
                    <a:pt x="944785" y="306038"/>
                  </a:lnTo>
                  <a:lnTo>
                    <a:pt x="943928" y="305562"/>
                  </a:lnTo>
                  <a:lnTo>
                    <a:pt x="942975" y="305371"/>
                  </a:lnTo>
                  <a:lnTo>
                    <a:pt x="942023" y="305371"/>
                  </a:lnTo>
                  <a:lnTo>
                    <a:pt x="941070" y="305086"/>
                  </a:lnTo>
                  <a:lnTo>
                    <a:pt x="937641" y="302419"/>
                  </a:lnTo>
                  <a:lnTo>
                    <a:pt x="935927" y="301561"/>
                  </a:lnTo>
                  <a:lnTo>
                    <a:pt x="930307" y="300038"/>
                  </a:lnTo>
                  <a:lnTo>
                    <a:pt x="928973" y="299466"/>
                  </a:lnTo>
                  <a:lnTo>
                    <a:pt x="927830" y="298132"/>
                  </a:lnTo>
                  <a:lnTo>
                    <a:pt x="927068" y="296418"/>
                  </a:lnTo>
                  <a:lnTo>
                    <a:pt x="926021" y="289750"/>
                  </a:lnTo>
                  <a:lnTo>
                    <a:pt x="925068" y="288226"/>
                  </a:lnTo>
                  <a:lnTo>
                    <a:pt x="924116" y="287369"/>
                  </a:lnTo>
                  <a:lnTo>
                    <a:pt x="923068" y="286702"/>
                  </a:lnTo>
                  <a:lnTo>
                    <a:pt x="921734" y="286226"/>
                  </a:lnTo>
                  <a:lnTo>
                    <a:pt x="917258" y="285179"/>
                  </a:lnTo>
                  <a:lnTo>
                    <a:pt x="915829" y="284512"/>
                  </a:lnTo>
                  <a:lnTo>
                    <a:pt x="914305" y="283369"/>
                  </a:lnTo>
                  <a:lnTo>
                    <a:pt x="913352" y="282035"/>
                  </a:lnTo>
                  <a:lnTo>
                    <a:pt x="912495" y="280130"/>
                  </a:lnTo>
                  <a:lnTo>
                    <a:pt x="911352" y="275558"/>
                  </a:lnTo>
                  <a:lnTo>
                    <a:pt x="910876" y="274320"/>
                  </a:lnTo>
                  <a:lnTo>
                    <a:pt x="910114" y="273272"/>
                  </a:lnTo>
                  <a:lnTo>
                    <a:pt x="909066" y="272701"/>
                  </a:lnTo>
                  <a:lnTo>
                    <a:pt x="907828" y="272605"/>
                  </a:lnTo>
                  <a:lnTo>
                    <a:pt x="906780" y="272796"/>
                  </a:lnTo>
                  <a:lnTo>
                    <a:pt x="905828" y="273272"/>
                  </a:lnTo>
                  <a:lnTo>
                    <a:pt x="905066" y="273939"/>
                  </a:lnTo>
                  <a:lnTo>
                    <a:pt x="904589" y="274701"/>
                  </a:lnTo>
                  <a:lnTo>
                    <a:pt x="904304" y="275463"/>
                  </a:lnTo>
                  <a:lnTo>
                    <a:pt x="904208" y="276034"/>
                  </a:lnTo>
                  <a:lnTo>
                    <a:pt x="904304" y="276606"/>
                  </a:lnTo>
                  <a:lnTo>
                    <a:pt x="904399" y="277273"/>
                  </a:lnTo>
                  <a:lnTo>
                    <a:pt x="904399" y="277749"/>
                  </a:lnTo>
                  <a:lnTo>
                    <a:pt x="904304" y="278130"/>
                  </a:lnTo>
                  <a:lnTo>
                    <a:pt x="903923" y="278511"/>
                  </a:lnTo>
                  <a:lnTo>
                    <a:pt x="903351" y="278701"/>
                  </a:lnTo>
                  <a:lnTo>
                    <a:pt x="902208" y="278797"/>
                  </a:lnTo>
                  <a:lnTo>
                    <a:pt x="900970" y="278606"/>
                  </a:lnTo>
                  <a:lnTo>
                    <a:pt x="897827" y="277844"/>
                  </a:lnTo>
                  <a:lnTo>
                    <a:pt x="896493" y="277273"/>
                  </a:lnTo>
                  <a:lnTo>
                    <a:pt x="895541" y="276606"/>
                  </a:lnTo>
                  <a:lnTo>
                    <a:pt x="895255" y="275558"/>
                  </a:lnTo>
                  <a:lnTo>
                    <a:pt x="895445" y="274701"/>
                  </a:lnTo>
                  <a:lnTo>
                    <a:pt x="896303" y="273844"/>
                  </a:lnTo>
                  <a:lnTo>
                    <a:pt x="897446" y="273272"/>
                  </a:lnTo>
                  <a:lnTo>
                    <a:pt x="899636" y="272605"/>
                  </a:lnTo>
                  <a:lnTo>
                    <a:pt x="901446" y="271653"/>
                  </a:lnTo>
                  <a:lnTo>
                    <a:pt x="902494" y="270891"/>
                  </a:lnTo>
                  <a:lnTo>
                    <a:pt x="902875" y="270415"/>
                  </a:lnTo>
                  <a:lnTo>
                    <a:pt x="903351" y="269843"/>
                  </a:lnTo>
                  <a:lnTo>
                    <a:pt x="903827" y="268986"/>
                  </a:lnTo>
                  <a:lnTo>
                    <a:pt x="904113" y="267843"/>
                  </a:lnTo>
                  <a:lnTo>
                    <a:pt x="904018" y="266509"/>
                  </a:lnTo>
                  <a:lnTo>
                    <a:pt x="903542" y="265843"/>
                  </a:lnTo>
                  <a:lnTo>
                    <a:pt x="902684" y="265557"/>
                  </a:lnTo>
                  <a:lnTo>
                    <a:pt x="899350" y="264985"/>
                  </a:lnTo>
                  <a:lnTo>
                    <a:pt x="898493" y="264700"/>
                  </a:lnTo>
                  <a:lnTo>
                    <a:pt x="897922" y="264319"/>
                  </a:lnTo>
                  <a:lnTo>
                    <a:pt x="897350" y="263747"/>
                  </a:lnTo>
                  <a:lnTo>
                    <a:pt x="897065" y="263271"/>
                  </a:lnTo>
                  <a:lnTo>
                    <a:pt x="897255" y="262128"/>
                  </a:lnTo>
                  <a:lnTo>
                    <a:pt x="897827" y="260890"/>
                  </a:lnTo>
                  <a:lnTo>
                    <a:pt x="899350" y="258509"/>
                  </a:lnTo>
                  <a:lnTo>
                    <a:pt x="900208" y="257651"/>
                  </a:lnTo>
                  <a:lnTo>
                    <a:pt x="901160" y="257270"/>
                  </a:lnTo>
                  <a:lnTo>
                    <a:pt x="901922" y="257651"/>
                  </a:lnTo>
                  <a:lnTo>
                    <a:pt x="905542" y="259461"/>
                  </a:lnTo>
                  <a:lnTo>
                    <a:pt x="906875" y="259937"/>
                  </a:lnTo>
                  <a:lnTo>
                    <a:pt x="907923" y="260128"/>
                  </a:lnTo>
                  <a:lnTo>
                    <a:pt x="908780" y="260032"/>
                  </a:lnTo>
                  <a:lnTo>
                    <a:pt x="909352" y="259842"/>
                  </a:lnTo>
                  <a:lnTo>
                    <a:pt x="909733" y="258699"/>
                  </a:lnTo>
                  <a:lnTo>
                    <a:pt x="910209" y="256889"/>
                  </a:lnTo>
                  <a:lnTo>
                    <a:pt x="910876" y="250222"/>
                  </a:lnTo>
                  <a:lnTo>
                    <a:pt x="911733" y="246983"/>
                  </a:lnTo>
                  <a:lnTo>
                    <a:pt x="912019" y="246221"/>
                  </a:lnTo>
                  <a:lnTo>
                    <a:pt x="912114" y="245650"/>
                  </a:lnTo>
                  <a:lnTo>
                    <a:pt x="912304" y="244126"/>
                  </a:lnTo>
                  <a:lnTo>
                    <a:pt x="911924" y="241078"/>
                  </a:lnTo>
                  <a:lnTo>
                    <a:pt x="909257" y="233553"/>
                  </a:lnTo>
                  <a:lnTo>
                    <a:pt x="908304" y="233077"/>
                  </a:lnTo>
                  <a:lnTo>
                    <a:pt x="907447" y="232791"/>
                  </a:lnTo>
                  <a:lnTo>
                    <a:pt x="906590" y="232600"/>
                  </a:lnTo>
                  <a:lnTo>
                    <a:pt x="897255" y="232124"/>
                  </a:lnTo>
                  <a:lnTo>
                    <a:pt x="896303" y="231743"/>
                  </a:lnTo>
                  <a:lnTo>
                    <a:pt x="895826" y="230981"/>
                  </a:lnTo>
                  <a:lnTo>
                    <a:pt x="895826" y="229743"/>
                  </a:lnTo>
                  <a:lnTo>
                    <a:pt x="896969" y="225838"/>
                  </a:lnTo>
                  <a:lnTo>
                    <a:pt x="896969" y="224123"/>
                  </a:lnTo>
                  <a:lnTo>
                    <a:pt x="896874" y="222790"/>
                  </a:lnTo>
                  <a:lnTo>
                    <a:pt x="897065" y="221266"/>
                  </a:lnTo>
                  <a:lnTo>
                    <a:pt x="897827" y="219742"/>
                  </a:lnTo>
                  <a:lnTo>
                    <a:pt x="898970" y="218980"/>
                  </a:lnTo>
                  <a:lnTo>
                    <a:pt x="900398" y="218408"/>
                  </a:lnTo>
                  <a:lnTo>
                    <a:pt x="906971" y="217742"/>
                  </a:lnTo>
                  <a:lnTo>
                    <a:pt x="908209" y="217551"/>
                  </a:lnTo>
                  <a:lnTo>
                    <a:pt x="909733" y="216979"/>
                  </a:lnTo>
                  <a:lnTo>
                    <a:pt x="911162" y="215932"/>
                  </a:lnTo>
                  <a:lnTo>
                    <a:pt x="914400" y="212884"/>
                  </a:lnTo>
                  <a:lnTo>
                    <a:pt x="915638" y="211931"/>
                  </a:lnTo>
                  <a:lnTo>
                    <a:pt x="916781" y="211264"/>
                  </a:lnTo>
                  <a:lnTo>
                    <a:pt x="919067" y="210407"/>
                  </a:lnTo>
                  <a:lnTo>
                    <a:pt x="919829" y="210026"/>
                  </a:lnTo>
                  <a:lnTo>
                    <a:pt x="920401" y="209074"/>
                  </a:lnTo>
                  <a:lnTo>
                    <a:pt x="920306" y="207931"/>
                  </a:lnTo>
                  <a:lnTo>
                    <a:pt x="919734" y="205645"/>
                  </a:lnTo>
                  <a:lnTo>
                    <a:pt x="919162" y="204406"/>
                  </a:lnTo>
                  <a:lnTo>
                    <a:pt x="918782" y="202692"/>
                  </a:lnTo>
                  <a:lnTo>
                    <a:pt x="918591" y="200787"/>
                  </a:lnTo>
                  <a:lnTo>
                    <a:pt x="918972" y="192976"/>
                  </a:lnTo>
                  <a:lnTo>
                    <a:pt x="919258" y="191834"/>
                  </a:lnTo>
                  <a:lnTo>
                    <a:pt x="920020" y="189833"/>
                  </a:lnTo>
                  <a:lnTo>
                    <a:pt x="920782" y="188500"/>
                  </a:lnTo>
                  <a:lnTo>
                    <a:pt x="921353" y="187071"/>
                  </a:lnTo>
                  <a:lnTo>
                    <a:pt x="920591" y="185642"/>
                  </a:lnTo>
                  <a:lnTo>
                    <a:pt x="920210" y="185166"/>
                  </a:lnTo>
                  <a:lnTo>
                    <a:pt x="919829" y="184404"/>
                  </a:lnTo>
                  <a:lnTo>
                    <a:pt x="919734" y="183451"/>
                  </a:lnTo>
                  <a:lnTo>
                    <a:pt x="919925" y="178022"/>
                  </a:lnTo>
                  <a:lnTo>
                    <a:pt x="920020" y="177355"/>
                  </a:lnTo>
                  <a:lnTo>
                    <a:pt x="920020" y="176689"/>
                  </a:lnTo>
                  <a:lnTo>
                    <a:pt x="919829" y="176117"/>
                  </a:lnTo>
                  <a:lnTo>
                    <a:pt x="918972" y="175546"/>
                  </a:lnTo>
                  <a:lnTo>
                    <a:pt x="918210" y="175069"/>
                  </a:lnTo>
                  <a:lnTo>
                    <a:pt x="917353" y="174688"/>
                  </a:lnTo>
                  <a:lnTo>
                    <a:pt x="915638" y="174212"/>
                  </a:lnTo>
                  <a:lnTo>
                    <a:pt x="914876" y="174212"/>
                  </a:lnTo>
                  <a:lnTo>
                    <a:pt x="914019" y="174307"/>
                  </a:lnTo>
                  <a:lnTo>
                    <a:pt x="913257" y="174593"/>
                  </a:lnTo>
                  <a:lnTo>
                    <a:pt x="911162" y="176117"/>
                  </a:lnTo>
                  <a:lnTo>
                    <a:pt x="909447" y="177070"/>
                  </a:lnTo>
                  <a:lnTo>
                    <a:pt x="908495" y="177546"/>
                  </a:lnTo>
                  <a:lnTo>
                    <a:pt x="907447" y="177641"/>
                  </a:lnTo>
                  <a:lnTo>
                    <a:pt x="906494" y="177451"/>
                  </a:lnTo>
                  <a:lnTo>
                    <a:pt x="905828" y="177165"/>
                  </a:lnTo>
                  <a:lnTo>
                    <a:pt x="905446" y="176689"/>
                  </a:lnTo>
                  <a:lnTo>
                    <a:pt x="905161" y="176117"/>
                  </a:lnTo>
                  <a:lnTo>
                    <a:pt x="905161" y="175069"/>
                  </a:lnTo>
                  <a:lnTo>
                    <a:pt x="905351" y="173926"/>
                  </a:lnTo>
                  <a:lnTo>
                    <a:pt x="906113" y="172117"/>
                  </a:lnTo>
                  <a:lnTo>
                    <a:pt x="906780" y="171164"/>
                  </a:lnTo>
                  <a:lnTo>
                    <a:pt x="907733" y="170307"/>
                  </a:lnTo>
                  <a:lnTo>
                    <a:pt x="912590" y="168021"/>
                  </a:lnTo>
                  <a:lnTo>
                    <a:pt x="913352" y="167354"/>
                  </a:lnTo>
                  <a:lnTo>
                    <a:pt x="913924" y="166116"/>
                  </a:lnTo>
                  <a:lnTo>
                    <a:pt x="914209" y="164211"/>
                  </a:lnTo>
                  <a:lnTo>
                    <a:pt x="912304" y="153924"/>
                  </a:lnTo>
                  <a:lnTo>
                    <a:pt x="912304" y="141922"/>
                  </a:lnTo>
                  <a:lnTo>
                    <a:pt x="912209" y="139351"/>
                  </a:lnTo>
                  <a:lnTo>
                    <a:pt x="912019" y="138303"/>
                  </a:lnTo>
                  <a:lnTo>
                    <a:pt x="911733" y="136874"/>
                  </a:lnTo>
                  <a:lnTo>
                    <a:pt x="911257" y="135922"/>
                  </a:lnTo>
                  <a:lnTo>
                    <a:pt x="910495" y="135064"/>
                  </a:lnTo>
                  <a:lnTo>
                    <a:pt x="909637" y="134588"/>
                  </a:lnTo>
                  <a:lnTo>
                    <a:pt x="908875" y="134588"/>
                  </a:lnTo>
                  <a:lnTo>
                    <a:pt x="907923" y="134779"/>
                  </a:lnTo>
                  <a:lnTo>
                    <a:pt x="906113" y="135446"/>
                  </a:lnTo>
                  <a:lnTo>
                    <a:pt x="905542" y="135541"/>
                  </a:lnTo>
                  <a:lnTo>
                    <a:pt x="904780" y="135541"/>
                  </a:lnTo>
                  <a:lnTo>
                    <a:pt x="903637" y="135350"/>
                  </a:lnTo>
                  <a:lnTo>
                    <a:pt x="902494" y="134779"/>
                  </a:lnTo>
                  <a:lnTo>
                    <a:pt x="901541" y="134017"/>
                  </a:lnTo>
                  <a:lnTo>
                    <a:pt x="900589" y="132969"/>
                  </a:lnTo>
                  <a:lnTo>
                    <a:pt x="900017" y="131921"/>
                  </a:lnTo>
                  <a:lnTo>
                    <a:pt x="898970" y="129540"/>
                  </a:lnTo>
                  <a:lnTo>
                    <a:pt x="898303" y="126968"/>
                  </a:lnTo>
                  <a:lnTo>
                    <a:pt x="898208" y="125254"/>
                  </a:lnTo>
                  <a:lnTo>
                    <a:pt x="898398" y="123825"/>
                  </a:lnTo>
                  <a:lnTo>
                    <a:pt x="899636" y="119348"/>
                  </a:lnTo>
                  <a:lnTo>
                    <a:pt x="900779" y="111347"/>
                  </a:lnTo>
                  <a:lnTo>
                    <a:pt x="901065" y="110109"/>
                  </a:lnTo>
                  <a:lnTo>
                    <a:pt x="901732" y="108585"/>
                  </a:lnTo>
                  <a:lnTo>
                    <a:pt x="902589" y="107442"/>
                  </a:lnTo>
                  <a:lnTo>
                    <a:pt x="903923" y="106204"/>
                  </a:lnTo>
                  <a:lnTo>
                    <a:pt x="911352" y="101346"/>
                  </a:lnTo>
                  <a:lnTo>
                    <a:pt x="920210" y="96869"/>
                  </a:lnTo>
                  <a:lnTo>
                    <a:pt x="921639" y="95726"/>
                  </a:lnTo>
                  <a:lnTo>
                    <a:pt x="924973" y="92297"/>
                  </a:lnTo>
                  <a:lnTo>
                    <a:pt x="926306" y="89535"/>
                  </a:lnTo>
                  <a:lnTo>
                    <a:pt x="926402" y="83439"/>
                  </a:lnTo>
                  <a:lnTo>
                    <a:pt x="924496" y="84010"/>
                  </a:lnTo>
                  <a:lnTo>
                    <a:pt x="922401" y="85820"/>
                  </a:lnTo>
                  <a:lnTo>
                    <a:pt x="921829" y="86106"/>
                  </a:lnTo>
                  <a:lnTo>
                    <a:pt x="921163" y="86392"/>
                  </a:lnTo>
                  <a:lnTo>
                    <a:pt x="920210" y="86487"/>
                  </a:lnTo>
                  <a:lnTo>
                    <a:pt x="918686" y="85820"/>
                  </a:lnTo>
                  <a:lnTo>
                    <a:pt x="906018" y="78010"/>
                  </a:lnTo>
                  <a:lnTo>
                    <a:pt x="903923" y="77152"/>
                  </a:lnTo>
                  <a:lnTo>
                    <a:pt x="902684" y="76962"/>
                  </a:lnTo>
                  <a:lnTo>
                    <a:pt x="901637" y="76962"/>
                  </a:lnTo>
                  <a:lnTo>
                    <a:pt x="900779" y="77152"/>
                  </a:lnTo>
                  <a:lnTo>
                    <a:pt x="897636" y="78200"/>
                  </a:lnTo>
                  <a:lnTo>
                    <a:pt x="896588" y="78391"/>
                  </a:lnTo>
                  <a:lnTo>
                    <a:pt x="895350" y="78391"/>
                  </a:lnTo>
                  <a:lnTo>
                    <a:pt x="894493" y="78105"/>
                  </a:lnTo>
                  <a:lnTo>
                    <a:pt x="893731" y="77438"/>
                  </a:lnTo>
                  <a:lnTo>
                    <a:pt x="893445" y="76390"/>
                  </a:lnTo>
                  <a:lnTo>
                    <a:pt x="893636" y="75533"/>
                  </a:lnTo>
                  <a:lnTo>
                    <a:pt x="895731" y="73342"/>
                  </a:lnTo>
                  <a:lnTo>
                    <a:pt x="896017" y="72771"/>
                  </a:lnTo>
                  <a:lnTo>
                    <a:pt x="896207" y="72295"/>
                  </a:lnTo>
                  <a:lnTo>
                    <a:pt x="896207" y="71628"/>
                  </a:lnTo>
                  <a:lnTo>
                    <a:pt x="895921" y="69913"/>
                  </a:lnTo>
                  <a:lnTo>
                    <a:pt x="895541" y="68866"/>
                  </a:lnTo>
                  <a:lnTo>
                    <a:pt x="894493" y="67437"/>
                  </a:lnTo>
                  <a:lnTo>
                    <a:pt x="892778" y="65913"/>
                  </a:lnTo>
                  <a:lnTo>
                    <a:pt x="886968" y="61817"/>
                  </a:lnTo>
                  <a:lnTo>
                    <a:pt x="885349" y="59912"/>
                  </a:lnTo>
                  <a:lnTo>
                    <a:pt x="884968" y="58674"/>
                  </a:lnTo>
                  <a:lnTo>
                    <a:pt x="884873" y="57531"/>
                  </a:lnTo>
                  <a:lnTo>
                    <a:pt x="884777" y="56483"/>
                  </a:lnTo>
                  <a:lnTo>
                    <a:pt x="884492" y="55626"/>
                  </a:lnTo>
                  <a:lnTo>
                    <a:pt x="883825" y="55054"/>
                  </a:lnTo>
                  <a:lnTo>
                    <a:pt x="879920" y="54483"/>
                  </a:lnTo>
                  <a:lnTo>
                    <a:pt x="876681" y="52959"/>
                  </a:lnTo>
                  <a:lnTo>
                    <a:pt x="871442" y="49435"/>
                  </a:lnTo>
                  <a:lnTo>
                    <a:pt x="869633" y="47720"/>
                  </a:lnTo>
                  <a:lnTo>
                    <a:pt x="869061" y="48577"/>
                  </a:lnTo>
                  <a:lnTo>
                    <a:pt x="868204" y="49339"/>
                  </a:lnTo>
                  <a:lnTo>
                    <a:pt x="866966" y="50006"/>
                  </a:lnTo>
                  <a:lnTo>
                    <a:pt x="860584" y="52102"/>
                  </a:lnTo>
                  <a:lnTo>
                    <a:pt x="858298" y="53626"/>
                  </a:lnTo>
                  <a:lnTo>
                    <a:pt x="857345" y="56102"/>
                  </a:lnTo>
                  <a:lnTo>
                    <a:pt x="848678" y="59055"/>
                  </a:lnTo>
                  <a:lnTo>
                    <a:pt x="846868" y="59055"/>
                  </a:lnTo>
                  <a:lnTo>
                    <a:pt x="846296" y="59055"/>
                  </a:lnTo>
                  <a:lnTo>
                    <a:pt x="845725" y="58674"/>
                  </a:lnTo>
                  <a:lnTo>
                    <a:pt x="845629" y="58102"/>
                  </a:lnTo>
                  <a:lnTo>
                    <a:pt x="845629" y="57626"/>
                  </a:lnTo>
                  <a:lnTo>
                    <a:pt x="845534" y="57340"/>
                  </a:lnTo>
                  <a:lnTo>
                    <a:pt x="844010" y="57245"/>
                  </a:lnTo>
                  <a:lnTo>
                    <a:pt x="841724" y="58007"/>
                  </a:lnTo>
                  <a:lnTo>
                    <a:pt x="840391" y="58198"/>
                  </a:lnTo>
                  <a:lnTo>
                    <a:pt x="839057" y="59722"/>
                  </a:lnTo>
                  <a:lnTo>
                    <a:pt x="838295" y="60293"/>
                  </a:lnTo>
                  <a:lnTo>
                    <a:pt x="836104" y="60960"/>
                  </a:lnTo>
                  <a:lnTo>
                    <a:pt x="834295" y="61341"/>
                  </a:lnTo>
                  <a:lnTo>
                    <a:pt x="832199" y="61531"/>
                  </a:lnTo>
                  <a:lnTo>
                    <a:pt x="830771" y="61341"/>
                  </a:lnTo>
                  <a:lnTo>
                    <a:pt x="829628" y="60769"/>
                  </a:lnTo>
                  <a:lnTo>
                    <a:pt x="828866" y="59626"/>
                  </a:lnTo>
                  <a:lnTo>
                    <a:pt x="828294" y="57912"/>
                  </a:lnTo>
                  <a:lnTo>
                    <a:pt x="827532" y="56388"/>
                  </a:lnTo>
                  <a:lnTo>
                    <a:pt x="826484" y="55150"/>
                  </a:lnTo>
                  <a:lnTo>
                    <a:pt x="824770" y="54102"/>
                  </a:lnTo>
                  <a:lnTo>
                    <a:pt x="822865" y="53530"/>
                  </a:lnTo>
                  <a:lnTo>
                    <a:pt x="820198" y="53340"/>
                  </a:lnTo>
                  <a:lnTo>
                    <a:pt x="814007" y="54578"/>
                  </a:lnTo>
                  <a:lnTo>
                    <a:pt x="810292" y="54197"/>
                  </a:lnTo>
                  <a:lnTo>
                    <a:pt x="808863" y="54483"/>
                  </a:lnTo>
                  <a:lnTo>
                    <a:pt x="807720" y="54864"/>
                  </a:lnTo>
                  <a:lnTo>
                    <a:pt x="805720" y="56197"/>
                  </a:lnTo>
                  <a:lnTo>
                    <a:pt x="803529" y="58102"/>
                  </a:lnTo>
                  <a:lnTo>
                    <a:pt x="801910" y="59150"/>
                  </a:lnTo>
                  <a:lnTo>
                    <a:pt x="799243" y="60103"/>
                  </a:lnTo>
                  <a:lnTo>
                    <a:pt x="797909" y="60198"/>
                  </a:lnTo>
                  <a:lnTo>
                    <a:pt x="796766" y="59722"/>
                  </a:lnTo>
                  <a:lnTo>
                    <a:pt x="796290" y="58769"/>
                  </a:lnTo>
                  <a:lnTo>
                    <a:pt x="796004" y="56293"/>
                  </a:lnTo>
                  <a:lnTo>
                    <a:pt x="795719" y="55245"/>
                  </a:lnTo>
                  <a:lnTo>
                    <a:pt x="795337" y="54388"/>
                  </a:lnTo>
                  <a:lnTo>
                    <a:pt x="794957" y="53626"/>
                  </a:lnTo>
                  <a:lnTo>
                    <a:pt x="794671" y="52864"/>
                  </a:lnTo>
                  <a:lnTo>
                    <a:pt x="794195" y="50197"/>
                  </a:lnTo>
                  <a:lnTo>
                    <a:pt x="790194" y="47720"/>
                  </a:lnTo>
                  <a:lnTo>
                    <a:pt x="788765" y="44767"/>
                  </a:lnTo>
                  <a:lnTo>
                    <a:pt x="787051" y="43625"/>
                  </a:lnTo>
                  <a:lnTo>
                    <a:pt x="781907" y="41815"/>
                  </a:lnTo>
                  <a:lnTo>
                    <a:pt x="780383" y="41434"/>
                  </a:lnTo>
                  <a:lnTo>
                    <a:pt x="778764" y="41338"/>
                  </a:lnTo>
                  <a:lnTo>
                    <a:pt x="777145" y="41529"/>
                  </a:lnTo>
                  <a:lnTo>
                    <a:pt x="775240" y="41243"/>
                  </a:lnTo>
                  <a:lnTo>
                    <a:pt x="770954" y="41434"/>
                  </a:lnTo>
                  <a:lnTo>
                    <a:pt x="768287" y="40957"/>
                  </a:lnTo>
                  <a:lnTo>
                    <a:pt x="766762" y="40481"/>
                  </a:lnTo>
                  <a:lnTo>
                    <a:pt x="762571" y="38386"/>
                  </a:lnTo>
                  <a:lnTo>
                    <a:pt x="760381" y="38576"/>
                  </a:lnTo>
                  <a:lnTo>
                    <a:pt x="760095" y="39052"/>
                  </a:lnTo>
                  <a:lnTo>
                    <a:pt x="759904" y="39719"/>
                  </a:lnTo>
                  <a:lnTo>
                    <a:pt x="759904" y="40862"/>
                  </a:lnTo>
                  <a:lnTo>
                    <a:pt x="759714" y="42386"/>
                  </a:lnTo>
                  <a:lnTo>
                    <a:pt x="758952" y="44672"/>
                  </a:lnTo>
                  <a:lnTo>
                    <a:pt x="757619" y="45815"/>
                  </a:lnTo>
                  <a:lnTo>
                    <a:pt x="755142" y="46768"/>
                  </a:lnTo>
                  <a:lnTo>
                    <a:pt x="751904" y="47625"/>
                  </a:lnTo>
                  <a:lnTo>
                    <a:pt x="746093" y="49911"/>
                  </a:lnTo>
                  <a:lnTo>
                    <a:pt x="742093" y="51054"/>
                  </a:lnTo>
                  <a:lnTo>
                    <a:pt x="732282" y="52197"/>
                  </a:lnTo>
                  <a:lnTo>
                    <a:pt x="726948" y="53816"/>
                  </a:lnTo>
                  <a:lnTo>
                    <a:pt x="724853" y="54769"/>
                  </a:lnTo>
                  <a:lnTo>
                    <a:pt x="723709" y="56007"/>
                  </a:lnTo>
                  <a:lnTo>
                    <a:pt x="723805" y="57055"/>
                  </a:lnTo>
                  <a:lnTo>
                    <a:pt x="724281" y="58388"/>
                  </a:lnTo>
                  <a:lnTo>
                    <a:pt x="724757" y="59531"/>
                  </a:lnTo>
                  <a:lnTo>
                    <a:pt x="724853" y="60674"/>
                  </a:lnTo>
                  <a:lnTo>
                    <a:pt x="724567" y="61913"/>
                  </a:lnTo>
                  <a:lnTo>
                    <a:pt x="723138" y="63246"/>
                  </a:lnTo>
                  <a:lnTo>
                    <a:pt x="721614" y="63817"/>
                  </a:lnTo>
                  <a:lnTo>
                    <a:pt x="717137" y="64294"/>
                  </a:lnTo>
                  <a:lnTo>
                    <a:pt x="714089" y="64865"/>
                  </a:lnTo>
                  <a:lnTo>
                    <a:pt x="709612" y="66294"/>
                  </a:lnTo>
                  <a:lnTo>
                    <a:pt x="702469" y="66961"/>
                  </a:lnTo>
                  <a:lnTo>
                    <a:pt x="699897" y="67913"/>
                  </a:lnTo>
                  <a:lnTo>
                    <a:pt x="697611" y="68104"/>
                  </a:lnTo>
                  <a:lnTo>
                    <a:pt x="689610" y="67532"/>
                  </a:lnTo>
                  <a:lnTo>
                    <a:pt x="682085" y="65532"/>
                  </a:lnTo>
                  <a:lnTo>
                    <a:pt x="681323" y="65056"/>
                  </a:lnTo>
                  <a:lnTo>
                    <a:pt x="679037" y="63055"/>
                  </a:lnTo>
                  <a:lnTo>
                    <a:pt x="678085" y="62389"/>
                  </a:lnTo>
                  <a:lnTo>
                    <a:pt x="676561" y="61722"/>
                  </a:lnTo>
                  <a:lnTo>
                    <a:pt x="674656" y="61436"/>
                  </a:lnTo>
                  <a:lnTo>
                    <a:pt x="673322" y="61722"/>
                  </a:lnTo>
                  <a:lnTo>
                    <a:pt x="672084" y="62389"/>
                  </a:lnTo>
                  <a:lnTo>
                    <a:pt x="671132" y="63055"/>
                  </a:lnTo>
                  <a:lnTo>
                    <a:pt x="669798" y="63817"/>
                  </a:lnTo>
                  <a:lnTo>
                    <a:pt x="668846" y="64103"/>
                  </a:lnTo>
                  <a:lnTo>
                    <a:pt x="667798" y="64198"/>
                  </a:lnTo>
                  <a:lnTo>
                    <a:pt x="667131" y="64103"/>
                  </a:lnTo>
                  <a:lnTo>
                    <a:pt x="666655" y="63913"/>
                  </a:lnTo>
                  <a:lnTo>
                    <a:pt x="666560" y="63817"/>
                  </a:lnTo>
                  <a:lnTo>
                    <a:pt x="666560" y="63532"/>
                  </a:lnTo>
                  <a:lnTo>
                    <a:pt x="666750" y="63055"/>
                  </a:lnTo>
                  <a:lnTo>
                    <a:pt x="666750" y="61722"/>
                  </a:lnTo>
                  <a:lnTo>
                    <a:pt x="666464" y="58769"/>
                  </a:lnTo>
                  <a:lnTo>
                    <a:pt x="665988" y="57245"/>
                  </a:lnTo>
                  <a:lnTo>
                    <a:pt x="665131" y="55245"/>
                  </a:lnTo>
                  <a:lnTo>
                    <a:pt x="665035" y="51816"/>
                  </a:lnTo>
                  <a:lnTo>
                    <a:pt x="664178" y="50578"/>
                  </a:lnTo>
                  <a:lnTo>
                    <a:pt x="662750" y="49816"/>
                  </a:lnTo>
                  <a:lnTo>
                    <a:pt x="662083" y="49625"/>
                  </a:lnTo>
                  <a:lnTo>
                    <a:pt x="659511" y="49435"/>
                  </a:lnTo>
                  <a:lnTo>
                    <a:pt x="658654" y="49530"/>
                  </a:lnTo>
                  <a:lnTo>
                    <a:pt x="657511" y="49721"/>
                  </a:lnTo>
                  <a:lnTo>
                    <a:pt x="656558" y="50101"/>
                  </a:lnTo>
                  <a:lnTo>
                    <a:pt x="655796" y="50768"/>
                  </a:lnTo>
                  <a:lnTo>
                    <a:pt x="653129" y="54292"/>
                  </a:lnTo>
                  <a:lnTo>
                    <a:pt x="647795" y="56197"/>
                  </a:lnTo>
                  <a:lnTo>
                    <a:pt x="641318" y="57626"/>
                  </a:lnTo>
                  <a:lnTo>
                    <a:pt x="639508" y="58674"/>
                  </a:lnTo>
                  <a:lnTo>
                    <a:pt x="637985" y="60293"/>
                  </a:lnTo>
                  <a:lnTo>
                    <a:pt x="636556" y="62198"/>
                  </a:lnTo>
                  <a:lnTo>
                    <a:pt x="633984" y="65151"/>
                  </a:lnTo>
                  <a:lnTo>
                    <a:pt x="631793" y="66865"/>
                  </a:lnTo>
                  <a:lnTo>
                    <a:pt x="627221" y="69628"/>
                  </a:lnTo>
                  <a:lnTo>
                    <a:pt x="620649" y="72771"/>
                  </a:lnTo>
                  <a:lnTo>
                    <a:pt x="606933" y="77343"/>
                  </a:lnTo>
                  <a:lnTo>
                    <a:pt x="604742" y="77724"/>
                  </a:lnTo>
                  <a:lnTo>
                    <a:pt x="602456" y="77629"/>
                  </a:lnTo>
                  <a:lnTo>
                    <a:pt x="600361" y="76962"/>
                  </a:lnTo>
                  <a:lnTo>
                    <a:pt x="594836" y="74581"/>
                  </a:lnTo>
                  <a:lnTo>
                    <a:pt x="593598" y="74390"/>
                  </a:lnTo>
                  <a:lnTo>
                    <a:pt x="592836" y="74581"/>
                  </a:lnTo>
                  <a:lnTo>
                    <a:pt x="589883" y="76581"/>
                  </a:lnTo>
                  <a:lnTo>
                    <a:pt x="587788" y="77343"/>
                  </a:lnTo>
                  <a:lnTo>
                    <a:pt x="584168" y="79819"/>
                  </a:lnTo>
                  <a:lnTo>
                    <a:pt x="583025" y="80105"/>
                  </a:lnTo>
                  <a:lnTo>
                    <a:pt x="582168" y="79915"/>
                  </a:lnTo>
                  <a:lnTo>
                    <a:pt x="581597" y="79153"/>
                  </a:lnTo>
                  <a:lnTo>
                    <a:pt x="580835" y="78391"/>
                  </a:lnTo>
                  <a:lnTo>
                    <a:pt x="579977" y="78010"/>
                  </a:lnTo>
                  <a:lnTo>
                    <a:pt x="577025" y="77914"/>
                  </a:lnTo>
                  <a:lnTo>
                    <a:pt x="575596" y="77533"/>
                  </a:lnTo>
                  <a:lnTo>
                    <a:pt x="574262" y="77438"/>
                  </a:lnTo>
                  <a:lnTo>
                    <a:pt x="573119" y="77819"/>
                  </a:lnTo>
                  <a:lnTo>
                    <a:pt x="571310" y="78772"/>
                  </a:lnTo>
                  <a:lnTo>
                    <a:pt x="570071" y="79248"/>
                  </a:lnTo>
                  <a:lnTo>
                    <a:pt x="568643" y="79343"/>
                  </a:lnTo>
                  <a:lnTo>
                    <a:pt x="567500" y="79057"/>
                  </a:lnTo>
                  <a:lnTo>
                    <a:pt x="566642" y="78581"/>
                  </a:lnTo>
                  <a:lnTo>
                    <a:pt x="565785" y="77724"/>
                  </a:lnTo>
                  <a:lnTo>
                    <a:pt x="565023" y="76676"/>
                  </a:lnTo>
                  <a:lnTo>
                    <a:pt x="564166" y="75914"/>
                  </a:lnTo>
                  <a:lnTo>
                    <a:pt x="563308" y="75438"/>
                  </a:lnTo>
                  <a:lnTo>
                    <a:pt x="561880" y="75247"/>
                  </a:lnTo>
                  <a:lnTo>
                    <a:pt x="561213" y="75343"/>
                  </a:lnTo>
                  <a:lnTo>
                    <a:pt x="560642" y="76009"/>
                  </a:lnTo>
                  <a:lnTo>
                    <a:pt x="559784" y="77819"/>
                  </a:lnTo>
                  <a:lnTo>
                    <a:pt x="558927" y="78486"/>
                  </a:lnTo>
                  <a:lnTo>
                    <a:pt x="558546" y="78296"/>
                  </a:lnTo>
                  <a:lnTo>
                    <a:pt x="558260" y="77248"/>
                  </a:lnTo>
                  <a:lnTo>
                    <a:pt x="558070" y="75819"/>
                  </a:lnTo>
                  <a:lnTo>
                    <a:pt x="557498" y="74485"/>
                  </a:lnTo>
                  <a:lnTo>
                    <a:pt x="554355" y="69818"/>
                  </a:lnTo>
                  <a:lnTo>
                    <a:pt x="551879" y="65151"/>
                  </a:lnTo>
                  <a:lnTo>
                    <a:pt x="551783" y="64865"/>
                  </a:lnTo>
                  <a:lnTo>
                    <a:pt x="551593" y="63532"/>
                  </a:lnTo>
                  <a:lnTo>
                    <a:pt x="551593" y="62293"/>
                  </a:lnTo>
                  <a:lnTo>
                    <a:pt x="551783" y="60769"/>
                  </a:lnTo>
                  <a:lnTo>
                    <a:pt x="552164" y="59722"/>
                  </a:lnTo>
                  <a:lnTo>
                    <a:pt x="553212" y="59150"/>
                  </a:lnTo>
                  <a:lnTo>
                    <a:pt x="554641" y="58960"/>
                  </a:lnTo>
                  <a:lnTo>
                    <a:pt x="565976" y="59722"/>
                  </a:lnTo>
                  <a:lnTo>
                    <a:pt x="567309" y="59531"/>
                  </a:lnTo>
                  <a:lnTo>
                    <a:pt x="568262" y="59055"/>
                  </a:lnTo>
                  <a:lnTo>
                    <a:pt x="568547" y="58007"/>
                  </a:lnTo>
                  <a:lnTo>
                    <a:pt x="568071" y="57055"/>
                  </a:lnTo>
                  <a:lnTo>
                    <a:pt x="567309" y="56007"/>
                  </a:lnTo>
                  <a:lnTo>
                    <a:pt x="566737" y="54673"/>
                  </a:lnTo>
                  <a:lnTo>
                    <a:pt x="566642" y="52959"/>
                  </a:lnTo>
                  <a:lnTo>
                    <a:pt x="566833" y="51149"/>
                  </a:lnTo>
                  <a:lnTo>
                    <a:pt x="566833" y="49339"/>
                  </a:lnTo>
                  <a:lnTo>
                    <a:pt x="565595" y="40576"/>
                  </a:lnTo>
                  <a:lnTo>
                    <a:pt x="565214" y="39243"/>
                  </a:lnTo>
                  <a:lnTo>
                    <a:pt x="564452" y="38195"/>
                  </a:lnTo>
                  <a:lnTo>
                    <a:pt x="563308" y="37433"/>
                  </a:lnTo>
                  <a:lnTo>
                    <a:pt x="560737" y="36481"/>
                  </a:lnTo>
                  <a:lnTo>
                    <a:pt x="560070" y="36100"/>
                  </a:lnTo>
                  <a:lnTo>
                    <a:pt x="559784" y="35528"/>
                  </a:lnTo>
                  <a:lnTo>
                    <a:pt x="559499" y="35052"/>
                  </a:lnTo>
                  <a:lnTo>
                    <a:pt x="559308" y="34290"/>
                  </a:lnTo>
                  <a:lnTo>
                    <a:pt x="558832" y="33433"/>
                  </a:lnTo>
                  <a:lnTo>
                    <a:pt x="558165" y="32671"/>
                  </a:lnTo>
                  <a:lnTo>
                    <a:pt x="556641" y="31813"/>
                  </a:lnTo>
                  <a:lnTo>
                    <a:pt x="555117" y="31528"/>
                  </a:lnTo>
                  <a:lnTo>
                    <a:pt x="540353" y="30956"/>
                  </a:lnTo>
                  <a:lnTo>
                    <a:pt x="538448" y="31528"/>
                  </a:lnTo>
                  <a:lnTo>
                    <a:pt x="537210" y="32671"/>
                  </a:lnTo>
                  <a:lnTo>
                    <a:pt x="536162" y="34195"/>
                  </a:lnTo>
                  <a:lnTo>
                    <a:pt x="534924" y="35147"/>
                  </a:lnTo>
                  <a:lnTo>
                    <a:pt x="531685" y="35814"/>
                  </a:lnTo>
                  <a:lnTo>
                    <a:pt x="530924" y="36290"/>
                  </a:lnTo>
                  <a:lnTo>
                    <a:pt x="529971" y="38100"/>
                  </a:lnTo>
                  <a:lnTo>
                    <a:pt x="529304" y="38957"/>
                  </a:lnTo>
                  <a:lnTo>
                    <a:pt x="528447" y="39624"/>
                  </a:lnTo>
                  <a:lnTo>
                    <a:pt x="527209" y="40100"/>
                  </a:lnTo>
                  <a:lnTo>
                    <a:pt x="526256" y="40100"/>
                  </a:lnTo>
                  <a:lnTo>
                    <a:pt x="525494" y="39814"/>
                  </a:lnTo>
                  <a:lnTo>
                    <a:pt x="524828" y="39243"/>
                  </a:lnTo>
                  <a:lnTo>
                    <a:pt x="524351" y="38576"/>
                  </a:lnTo>
                  <a:lnTo>
                    <a:pt x="524066" y="38005"/>
                  </a:lnTo>
                  <a:lnTo>
                    <a:pt x="523494" y="37529"/>
                  </a:lnTo>
                  <a:lnTo>
                    <a:pt x="522637" y="36957"/>
                  </a:lnTo>
                  <a:lnTo>
                    <a:pt x="521208" y="36671"/>
                  </a:lnTo>
                  <a:lnTo>
                    <a:pt x="515303" y="37243"/>
                  </a:lnTo>
                  <a:lnTo>
                    <a:pt x="509968" y="38671"/>
                  </a:lnTo>
                  <a:lnTo>
                    <a:pt x="505301" y="40957"/>
                  </a:lnTo>
                  <a:lnTo>
                    <a:pt x="492443" y="50387"/>
                  </a:lnTo>
                  <a:lnTo>
                    <a:pt x="490347" y="51054"/>
                  </a:lnTo>
                  <a:lnTo>
                    <a:pt x="483870" y="50959"/>
                  </a:lnTo>
                  <a:lnTo>
                    <a:pt x="480536" y="52578"/>
                  </a:lnTo>
                  <a:lnTo>
                    <a:pt x="478155" y="55435"/>
                  </a:lnTo>
                  <a:lnTo>
                    <a:pt x="477583" y="58769"/>
                  </a:lnTo>
                  <a:lnTo>
                    <a:pt x="477488" y="60388"/>
                  </a:lnTo>
                  <a:lnTo>
                    <a:pt x="477298" y="61246"/>
                  </a:lnTo>
                  <a:lnTo>
                    <a:pt x="477203" y="63913"/>
                  </a:lnTo>
                  <a:lnTo>
                    <a:pt x="477203" y="64389"/>
                  </a:lnTo>
                  <a:lnTo>
                    <a:pt x="477203" y="64770"/>
                  </a:lnTo>
                  <a:lnTo>
                    <a:pt x="477107" y="65246"/>
                  </a:lnTo>
                  <a:lnTo>
                    <a:pt x="476917" y="65818"/>
                  </a:lnTo>
                  <a:lnTo>
                    <a:pt x="476250" y="67437"/>
                  </a:lnTo>
                  <a:lnTo>
                    <a:pt x="475297" y="68485"/>
                  </a:lnTo>
                  <a:lnTo>
                    <a:pt x="473869" y="69723"/>
                  </a:lnTo>
                  <a:lnTo>
                    <a:pt x="473012" y="70866"/>
                  </a:lnTo>
                  <a:lnTo>
                    <a:pt x="470726" y="75819"/>
                  </a:lnTo>
                  <a:lnTo>
                    <a:pt x="469678" y="76962"/>
                  </a:lnTo>
                  <a:lnTo>
                    <a:pt x="468439" y="77914"/>
                  </a:lnTo>
                  <a:lnTo>
                    <a:pt x="463963" y="80391"/>
                  </a:lnTo>
                  <a:lnTo>
                    <a:pt x="461201" y="82486"/>
                  </a:lnTo>
                  <a:lnTo>
                    <a:pt x="460058" y="83725"/>
                  </a:lnTo>
                  <a:lnTo>
                    <a:pt x="459676" y="84677"/>
                  </a:lnTo>
                  <a:lnTo>
                    <a:pt x="459867" y="85915"/>
                  </a:lnTo>
                  <a:lnTo>
                    <a:pt x="460343" y="87249"/>
                  </a:lnTo>
                  <a:lnTo>
                    <a:pt x="461962" y="90583"/>
                  </a:lnTo>
                  <a:lnTo>
                    <a:pt x="462058" y="95821"/>
                  </a:lnTo>
                  <a:lnTo>
                    <a:pt x="461010" y="98012"/>
                  </a:lnTo>
                  <a:lnTo>
                    <a:pt x="459962" y="99727"/>
                  </a:lnTo>
                  <a:lnTo>
                    <a:pt x="458819" y="101060"/>
                  </a:lnTo>
                  <a:lnTo>
                    <a:pt x="457391" y="101822"/>
                  </a:lnTo>
                  <a:lnTo>
                    <a:pt x="449104" y="102775"/>
                  </a:lnTo>
                  <a:lnTo>
                    <a:pt x="447008" y="103251"/>
                  </a:lnTo>
                  <a:lnTo>
                    <a:pt x="444056" y="104584"/>
                  </a:lnTo>
                  <a:lnTo>
                    <a:pt x="442151" y="106299"/>
                  </a:lnTo>
                  <a:lnTo>
                    <a:pt x="440722" y="108109"/>
                  </a:lnTo>
                  <a:lnTo>
                    <a:pt x="438436" y="111728"/>
                  </a:lnTo>
                  <a:lnTo>
                    <a:pt x="436912" y="113538"/>
                  </a:lnTo>
                  <a:lnTo>
                    <a:pt x="433959" y="114967"/>
                  </a:lnTo>
                  <a:lnTo>
                    <a:pt x="430244" y="116205"/>
                  </a:lnTo>
                  <a:lnTo>
                    <a:pt x="423196" y="116776"/>
                  </a:lnTo>
                  <a:lnTo>
                    <a:pt x="419672" y="117634"/>
                  </a:lnTo>
                  <a:lnTo>
                    <a:pt x="408146" y="116300"/>
                  </a:lnTo>
                  <a:lnTo>
                    <a:pt x="405860" y="115252"/>
                  </a:lnTo>
                  <a:lnTo>
                    <a:pt x="403193" y="113729"/>
                  </a:lnTo>
                  <a:lnTo>
                    <a:pt x="399097" y="108013"/>
                  </a:lnTo>
                  <a:lnTo>
                    <a:pt x="398716" y="107156"/>
                  </a:lnTo>
                  <a:lnTo>
                    <a:pt x="398526" y="106585"/>
                  </a:lnTo>
                  <a:lnTo>
                    <a:pt x="398526" y="106299"/>
                  </a:lnTo>
                  <a:lnTo>
                    <a:pt x="398621" y="106013"/>
                  </a:lnTo>
                  <a:lnTo>
                    <a:pt x="398812" y="105632"/>
                  </a:lnTo>
                  <a:lnTo>
                    <a:pt x="399193" y="105346"/>
                  </a:lnTo>
                  <a:lnTo>
                    <a:pt x="399860" y="105251"/>
                  </a:lnTo>
                  <a:lnTo>
                    <a:pt x="400717" y="105251"/>
                  </a:lnTo>
                  <a:lnTo>
                    <a:pt x="401764" y="105061"/>
                  </a:lnTo>
                  <a:lnTo>
                    <a:pt x="402622" y="104489"/>
                  </a:lnTo>
                  <a:lnTo>
                    <a:pt x="403098" y="103060"/>
                  </a:lnTo>
                  <a:lnTo>
                    <a:pt x="401860" y="97536"/>
                  </a:lnTo>
                  <a:lnTo>
                    <a:pt x="401669" y="92297"/>
                  </a:lnTo>
                  <a:lnTo>
                    <a:pt x="399002" y="85820"/>
                  </a:lnTo>
                  <a:lnTo>
                    <a:pt x="397383" y="82486"/>
                  </a:lnTo>
                  <a:lnTo>
                    <a:pt x="396145" y="81343"/>
                  </a:lnTo>
                  <a:lnTo>
                    <a:pt x="394716" y="81153"/>
                  </a:lnTo>
                  <a:lnTo>
                    <a:pt x="393383" y="81534"/>
                  </a:lnTo>
                  <a:lnTo>
                    <a:pt x="392239" y="81725"/>
                  </a:lnTo>
                  <a:lnTo>
                    <a:pt x="391192" y="81629"/>
                  </a:lnTo>
                  <a:lnTo>
                    <a:pt x="385096" y="80105"/>
                  </a:lnTo>
                  <a:lnTo>
                    <a:pt x="381095" y="78486"/>
                  </a:lnTo>
                  <a:lnTo>
                    <a:pt x="379285" y="78296"/>
                  </a:lnTo>
                  <a:lnTo>
                    <a:pt x="375857" y="78391"/>
                  </a:lnTo>
                  <a:lnTo>
                    <a:pt x="372523" y="77438"/>
                  </a:lnTo>
                  <a:lnTo>
                    <a:pt x="365093" y="79438"/>
                  </a:lnTo>
                  <a:lnTo>
                    <a:pt x="352711" y="80105"/>
                  </a:lnTo>
                  <a:lnTo>
                    <a:pt x="347758" y="79819"/>
                  </a:lnTo>
                  <a:lnTo>
                    <a:pt x="343376" y="79248"/>
                  </a:lnTo>
                  <a:lnTo>
                    <a:pt x="341566" y="79343"/>
                  </a:lnTo>
                  <a:lnTo>
                    <a:pt x="339566" y="79819"/>
                  </a:lnTo>
                  <a:lnTo>
                    <a:pt x="336995" y="79819"/>
                  </a:lnTo>
                  <a:lnTo>
                    <a:pt x="332899" y="80867"/>
                  </a:lnTo>
                  <a:lnTo>
                    <a:pt x="331375" y="80867"/>
                  </a:lnTo>
                  <a:lnTo>
                    <a:pt x="326612" y="80296"/>
                  </a:lnTo>
                  <a:lnTo>
                    <a:pt x="315182" y="80296"/>
                  </a:lnTo>
                  <a:lnTo>
                    <a:pt x="313658" y="80010"/>
                  </a:lnTo>
                  <a:lnTo>
                    <a:pt x="312706" y="79629"/>
                  </a:lnTo>
                  <a:lnTo>
                    <a:pt x="311277" y="79343"/>
                  </a:lnTo>
                  <a:lnTo>
                    <a:pt x="307181" y="79724"/>
                  </a:lnTo>
                  <a:lnTo>
                    <a:pt x="295370" y="77057"/>
                  </a:lnTo>
                  <a:lnTo>
                    <a:pt x="288893" y="74581"/>
                  </a:lnTo>
                  <a:lnTo>
                    <a:pt x="287464" y="73819"/>
                  </a:lnTo>
                  <a:lnTo>
                    <a:pt x="286226" y="72771"/>
                  </a:lnTo>
                  <a:lnTo>
                    <a:pt x="285274" y="71438"/>
                  </a:lnTo>
                  <a:lnTo>
                    <a:pt x="284607" y="70009"/>
                  </a:lnTo>
                  <a:lnTo>
                    <a:pt x="283464" y="67056"/>
                  </a:lnTo>
                  <a:lnTo>
                    <a:pt x="278987" y="60674"/>
                  </a:lnTo>
                  <a:lnTo>
                    <a:pt x="276701" y="58293"/>
                  </a:lnTo>
                  <a:lnTo>
                    <a:pt x="275463" y="57436"/>
                  </a:lnTo>
                  <a:lnTo>
                    <a:pt x="272510" y="55912"/>
                  </a:lnTo>
                  <a:lnTo>
                    <a:pt x="271748" y="55626"/>
                  </a:lnTo>
                  <a:lnTo>
                    <a:pt x="266129" y="55340"/>
                  </a:lnTo>
                  <a:lnTo>
                    <a:pt x="264414" y="54673"/>
                  </a:lnTo>
                  <a:lnTo>
                    <a:pt x="262985" y="53721"/>
                  </a:lnTo>
                  <a:lnTo>
                    <a:pt x="261176" y="52102"/>
                  </a:lnTo>
                  <a:lnTo>
                    <a:pt x="260128" y="51530"/>
                  </a:lnTo>
                  <a:lnTo>
                    <a:pt x="258985" y="51149"/>
                  </a:lnTo>
                  <a:lnTo>
                    <a:pt x="255651" y="50578"/>
                  </a:lnTo>
                  <a:lnTo>
                    <a:pt x="254318" y="50578"/>
                  </a:lnTo>
                  <a:lnTo>
                    <a:pt x="243935" y="51530"/>
                  </a:lnTo>
                  <a:lnTo>
                    <a:pt x="240220" y="51530"/>
                  </a:lnTo>
                  <a:lnTo>
                    <a:pt x="237553" y="51244"/>
                  </a:lnTo>
                  <a:lnTo>
                    <a:pt x="236030" y="50482"/>
                  </a:lnTo>
                  <a:lnTo>
                    <a:pt x="234601" y="49339"/>
                  </a:lnTo>
                  <a:lnTo>
                    <a:pt x="233458" y="48101"/>
                  </a:lnTo>
                  <a:lnTo>
                    <a:pt x="232124" y="46958"/>
                  </a:lnTo>
                  <a:lnTo>
                    <a:pt x="226028" y="45339"/>
                  </a:lnTo>
                  <a:lnTo>
                    <a:pt x="224123" y="44196"/>
                  </a:lnTo>
                  <a:lnTo>
                    <a:pt x="220408" y="41148"/>
                  </a:lnTo>
                  <a:lnTo>
                    <a:pt x="217551" y="39243"/>
                  </a:lnTo>
                  <a:lnTo>
                    <a:pt x="215932" y="38005"/>
                  </a:lnTo>
                  <a:lnTo>
                    <a:pt x="214979" y="36862"/>
                  </a:lnTo>
                  <a:lnTo>
                    <a:pt x="214598" y="35719"/>
                  </a:lnTo>
                  <a:lnTo>
                    <a:pt x="214312" y="32290"/>
                  </a:lnTo>
                  <a:lnTo>
                    <a:pt x="213932" y="31147"/>
                  </a:lnTo>
                  <a:lnTo>
                    <a:pt x="212598" y="28480"/>
                  </a:lnTo>
                  <a:lnTo>
                    <a:pt x="212122" y="27146"/>
                  </a:lnTo>
                  <a:lnTo>
                    <a:pt x="212026" y="25241"/>
                  </a:lnTo>
                  <a:lnTo>
                    <a:pt x="212598" y="14764"/>
                  </a:lnTo>
                  <a:lnTo>
                    <a:pt x="212884" y="13240"/>
                  </a:lnTo>
                  <a:lnTo>
                    <a:pt x="211836" y="9620"/>
                  </a:lnTo>
                  <a:lnTo>
                    <a:pt x="205264" y="2096"/>
                  </a:lnTo>
                  <a:lnTo>
                    <a:pt x="202883" y="0"/>
                  </a:lnTo>
                  <a:lnTo>
                    <a:pt x="201073" y="190"/>
                  </a:lnTo>
                  <a:lnTo>
                    <a:pt x="196405" y="4572"/>
                  </a:lnTo>
                  <a:lnTo>
                    <a:pt x="195358" y="5143"/>
                  </a:lnTo>
                  <a:lnTo>
                    <a:pt x="192786" y="5905"/>
                  </a:lnTo>
                  <a:lnTo>
                    <a:pt x="191167" y="6667"/>
                  </a:lnTo>
                  <a:lnTo>
                    <a:pt x="189833" y="6858"/>
                  </a:lnTo>
                  <a:lnTo>
                    <a:pt x="189262" y="7144"/>
                  </a:lnTo>
                  <a:lnTo>
                    <a:pt x="189166" y="7525"/>
                  </a:lnTo>
                  <a:lnTo>
                    <a:pt x="189166" y="8287"/>
                  </a:lnTo>
                  <a:lnTo>
                    <a:pt x="189071" y="9144"/>
                  </a:lnTo>
                  <a:lnTo>
                    <a:pt x="188690" y="9715"/>
                  </a:lnTo>
                  <a:lnTo>
                    <a:pt x="186690" y="10858"/>
                  </a:lnTo>
                  <a:lnTo>
                    <a:pt x="184595" y="11621"/>
                  </a:lnTo>
                  <a:lnTo>
                    <a:pt x="182213" y="12097"/>
                  </a:lnTo>
                  <a:lnTo>
                    <a:pt x="179451" y="12192"/>
                  </a:lnTo>
                  <a:lnTo>
                    <a:pt x="176974" y="11716"/>
                  </a:lnTo>
                  <a:lnTo>
                    <a:pt x="173260" y="9430"/>
                  </a:lnTo>
                  <a:lnTo>
                    <a:pt x="170688" y="8858"/>
                  </a:lnTo>
                  <a:lnTo>
                    <a:pt x="162878" y="10287"/>
                  </a:lnTo>
                  <a:lnTo>
                    <a:pt x="152876" y="15240"/>
                  </a:lnTo>
                  <a:lnTo>
                    <a:pt x="151828" y="16859"/>
                  </a:lnTo>
                  <a:lnTo>
                    <a:pt x="149257" y="18479"/>
                  </a:lnTo>
                  <a:lnTo>
                    <a:pt x="146304" y="19431"/>
                  </a:lnTo>
                  <a:lnTo>
                    <a:pt x="144208" y="19050"/>
                  </a:lnTo>
                  <a:lnTo>
                    <a:pt x="140970" y="20955"/>
                  </a:lnTo>
                  <a:lnTo>
                    <a:pt x="136589" y="22384"/>
                  </a:lnTo>
                  <a:lnTo>
                    <a:pt x="135541" y="22574"/>
                  </a:lnTo>
                  <a:lnTo>
                    <a:pt x="133826" y="23241"/>
                  </a:lnTo>
                  <a:lnTo>
                    <a:pt x="132493" y="26098"/>
                  </a:lnTo>
                  <a:lnTo>
                    <a:pt x="132302" y="27146"/>
                  </a:lnTo>
                  <a:lnTo>
                    <a:pt x="132397" y="28480"/>
                  </a:lnTo>
                  <a:lnTo>
                    <a:pt x="133350" y="31909"/>
                  </a:lnTo>
                  <a:lnTo>
                    <a:pt x="133445" y="33528"/>
                  </a:lnTo>
                  <a:lnTo>
                    <a:pt x="133160" y="35242"/>
                  </a:lnTo>
                  <a:lnTo>
                    <a:pt x="133636" y="37147"/>
                  </a:lnTo>
                  <a:lnTo>
                    <a:pt x="134588" y="38386"/>
                  </a:lnTo>
                  <a:lnTo>
                    <a:pt x="135922" y="39243"/>
                  </a:lnTo>
                  <a:lnTo>
                    <a:pt x="137065" y="40481"/>
                  </a:lnTo>
                  <a:lnTo>
                    <a:pt x="137255" y="42386"/>
                  </a:lnTo>
                  <a:lnTo>
                    <a:pt x="136112" y="46292"/>
                  </a:lnTo>
                  <a:lnTo>
                    <a:pt x="134017" y="48292"/>
                  </a:lnTo>
                  <a:lnTo>
                    <a:pt x="131921" y="49244"/>
                  </a:lnTo>
                  <a:lnTo>
                    <a:pt x="128397" y="49625"/>
                  </a:lnTo>
                  <a:lnTo>
                    <a:pt x="127445" y="50292"/>
                  </a:lnTo>
                  <a:lnTo>
                    <a:pt x="127159" y="51244"/>
                  </a:lnTo>
                  <a:lnTo>
                    <a:pt x="127826" y="53054"/>
                  </a:lnTo>
                  <a:lnTo>
                    <a:pt x="128492" y="54388"/>
                  </a:lnTo>
                  <a:lnTo>
                    <a:pt x="131921" y="58483"/>
                  </a:lnTo>
                  <a:lnTo>
                    <a:pt x="132778" y="60007"/>
                  </a:lnTo>
                  <a:lnTo>
                    <a:pt x="134112" y="62770"/>
                  </a:lnTo>
                  <a:lnTo>
                    <a:pt x="134588" y="63532"/>
                  </a:lnTo>
                  <a:lnTo>
                    <a:pt x="135160" y="64008"/>
                  </a:lnTo>
                  <a:lnTo>
                    <a:pt x="135922" y="63913"/>
                  </a:lnTo>
                  <a:lnTo>
                    <a:pt x="139255" y="62389"/>
                  </a:lnTo>
                  <a:lnTo>
                    <a:pt x="147066" y="61150"/>
                  </a:lnTo>
                  <a:lnTo>
                    <a:pt x="150685" y="59531"/>
                  </a:lnTo>
                  <a:lnTo>
                    <a:pt x="155353" y="58102"/>
                  </a:lnTo>
                  <a:lnTo>
                    <a:pt x="158020" y="57721"/>
                  </a:lnTo>
                  <a:lnTo>
                    <a:pt x="160210" y="57626"/>
                  </a:lnTo>
                  <a:lnTo>
                    <a:pt x="168402" y="58483"/>
                  </a:lnTo>
                  <a:lnTo>
                    <a:pt x="169640" y="58198"/>
                  </a:lnTo>
                  <a:lnTo>
                    <a:pt x="170307" y="57626"/>
                  </a:lnTo>
                  <a:lnTo>
                    <a:pt x="170688" y="56959"/>
                  </a:lnTo>
                  <a:lnTo>
                    <a:pt x="171069" y="56579"/>
                  </a:lnTo>
                  <a:lnTo>
                    <a:pt x="171641" y="56388"/>
                  </a:lnTo>
                  <a:lnTo>
                    <a:pt x="172783" y="56197"/>
                  </a:lnTo>
                  <a:lnTo>
                    <a:pt x="173831" y="56483"/>
                  </a:lnTo>
                  <a:lnTo>
                    <a:pt x="174498" y="56769"/>
                  </a:lnTo>
                  <a:lnTo>
                    <a:pt x="175355" y="57531"/>
                  </a:lnTo>
                  <a:lnTo>
                    <a:pt x="176117" y="58388"/>
                  </a:lnTo>
                  <a:lnTo>
                    <a:pt x="176879" y="59150"/>
                  </a:lnTo>
                  <a:lnTo>
                    <a:pt x="177927" y="59341"/>
                  </a:lnTo>
                  <a:lnTo>
                    <a:pt x="182308" y="58483"/>
                  </a:lnTo>
                  <a:lnTo>
                    <a:pt x="183451" y="58102"/>
                  </a:lnTo>
                  <a:lnTo>
                    <a:pt x="184595" y="57626"/>
                  </a:lnTo>
                  <a:lnTo>
                    <a:pt x="186499" y="56388"/>
                  </a:lnTo>
                  <a:lnTo>
                    <a:pt x="187357" y="56007"/>
                  </a:lnTo>
                  <a:lnTo>
                    <a:pt x="188119" y="55817"/>
                  </a:lnTo>
                  <a:lnTo>
                    <a:pt x="188785" y="55912"/>
                  </a:lnTo>
                  <a:lnTo>
                    <a:pt x="189166" y="56197"/>
                  </a:lnTo>
                  <a:lnTo>
                    <a:pt x="189452" y="56769"/>
                  </a:lnTo>
                  <a:lnTo>
                    <a:pt x="190119" y="58388"/>
                  </a:lnTo>
                  <a:lnTo>
                    <a:pt x="190405" y="59341"/>
                  </a:lnTo>
                  <a:lnTo>
                    <a:pt x="190595" y="60388"/>
                  </a:lnTo>
                  <a:lnTo>
                    <a:pt x="190500" y="61531"/>
                  </a:lnTo>
                  <a:lnTo>
                    <a:pt x="190119" y="62484"/>
                  </a:lnTo>
                  <a:lnTo>
                    <a:pt x="189452" y="63246"/>
                  </a:lnTo>
                  <a:lnTo>
                    <a:pt x="188214" y="64294"/>
                  </a:lnTo>
                  <a:lnTo>
                    <a:pt x="186404" y="65437"/>
                  </a:lnTo>
                  <a:lnTo>
                    <a:pt x="183642" y="66770"/>
                  </a:lnTo>
                  <a:lnTo>
                    <a:pt x="168402" y="71056"/>
                  </a:lnTo>
                  <a:lnTo>
                    <a:pt x="167164" y="71056"/>
                  </a:lnTo>
                  <a:lnTo>
                    <a:pt x="165926" y="70866"/>
                  </a:lnTo>
                  <a:lnTo>
                    <a:pt x="163163" y="69628"/>
                  </a:lnTo>
                  <a:lnTo>
                    <a:pt x="162020" y="69247"/>
                  </a:lnTo>
                  <a:lnTo>
                    <a:pt x="160687" y="69723"/>
                  </a:lnTo>
                  <a:lnTo>
                    <a:pt x="159353" y="70961"/>
                  </a:lnTo>
                  <a:lnTo>
                    <a:pt x="156686" y="74009"/>
                  </a:lnTo>
                  <a:lnTo>
                    <a:pt x="154876" y="75438"/>
                  </a:lnTo>
                  <a:lnTo>
                    <a:pt x="152876" y="76581"/>
                  </a:lnTo>
                  <a:lnTo>
                    <a:pt x="151257" y="78105"/>
                  </a:lnTo>
                  <a:lnTo>
                    <a:pt x="149638" y="80677"/>
                  </a:lnTo>
                  <a:lnTo>
                    <a:pt x="147733" y="88773"/>
                  </a:lnTo>
                  <a:lnTo>
                    <a:pt x="146495" y="90868"/>
                  </a:lnTo>
                  <a:lnTo>
                    <a:pt x="145447" y="91440"/>
                  </a:lnTo>
                  <a:lnTo>
                    <a:pt x="138970" y="93821"/>
                  </a:lnTo>
                  <a:lnTo>
                    <a:pt x="137541" y="94012"/>
                  </a:lnTo>
                  <a:lnTo>
                    <a:pt x="136493" y="93726"/>
                  </a:lnTo>
                  <a:lnTo>
                    <a:pt x="134683" y="91821"/>
                  </a:lnTo>
                  <a:lnTo>
                    <a:pt x="133731" y="91535"/>
                  </a:lnTo>
                  <a:lnTo>
                    <a:pt x="132778" y="92107"/>
                  </a:lnTo>
                  <a:lnTo>
                    <a:pt x="131921" y="94107"/>
                  </a:lnTo>
                  <a:lnTo>
                    <a:pt x="130207" y="100108"/>
                  </a:lnTo>
                  <a:lnTo>
                    <a:pt x="128968" y="101727"/>
                  </a:lnTo>
                  <a:lnTo>
                    <a:pt x="127635" y="102489"/>
                  </a:lnTo>
                  <a:lnTo>
                    <a:pt x="126397" y="102775"/>
                  </a:lnTo>
                  <a:lnTo>
                    <a:pt x="125063" y="103251"/>
                  </a:lnTo>
                  <a:lnTo>
                    <a:pt x="123920" y="103822"/>
                  </a:lnTo>
                  <a:lnTo>
                    <a:pt x="122968" y="104584"/>
                  </a:lnTo>
                  <a:lnTo>
                    <a:pt x="120968" y="106394"/>
                  </a:lnTo>
                  <a:lnTo>
                    <a:pt x="120777" y="106585"/>
                  </a:lnTo>
                  <a:lnTo>
                    <a:pt x="120396" y="106489"/>
                  </a:lnTo>
                  <a:lnTo>
                    <a:pt x="119824" y="106299"/>
                  </a:lnTo>
                  <a:lnTo>
                    <a:pt x="118967" y="106013"/>
                  </a:lnTo>
                  <a:lnTo>
                    <a:pt x="117920" y="105632"/>
                  </a:lnTo>
                  <a:lnTo>
                    <a:pt x="116967" y="105537"/>
                  </a:lnTo>
                  <a:lnTo>
                    <a:pt x="115919" y="105823"/>
                  </a:lnTo>
                  <a:lnTo>
                    <a:pt x="115062" y="106299"/>
                  </a:lnTo>
                  <a:lnTo>
                    <a:pt x="114205" y="106585"/>
                  </a:lnTo>
                  <a:lnTo>
                    <a:pt x="113347" y="106394"/>
                  </a:lnTo>
                  <a:lnTo>
                    <a:pt x="107061" y="102870"/>
                  </a:lnTo>
                  <a:lnTo>
                    <a:pt x="105823" y="102489"/>
                  </a:lnTo>
                  <a:lnTo>
                    <a:pt x="104870" y="102394"/>
                  </a:lnTo>
                  <a:lnTo>
                    <a:pt x="104299" y="102775"/>
                  </a:lnTo>
                  <a:lnTo>
                    <a:pt x="104108" y="103346"/>
                  </a:lnTo>
                  <a:lnTo>
                    <a:pt x="104203" y="104013"/>
                  </a:lnTo>
                  <a:lnTo>
                    <a:pt x="105061" y="105346"/>
                  </a:lnTo>
                  <a:lnTo>
                    <a:pt x="109442" y="109633"/>
                  </a:lnTo>
                  <a:lnTo>
                    <a:pt x="113633" y="112109"/>
                  </a:lnTo>
                  <a:lnTo>
                    <a:pt x="115633" y="112204"/>
                  </a:lnTo>
                  <a:lnTo>
                    <a:pt x="117157" y="112204"/>
                  </a:lnTo>
                  <a:lnTo>
                    <a:pt x="118396" y="111633"/>
                  </a:lnTo>
                  <a:lnTo>
                    <a:pt x="119443" y="111633"/>
                  </a:lnTo>
                  <a:lnTo>
                    <a:pt x="120682" y="111728"/>
                  </a:lnTo>
                  <a:lnTo>
                    <a:pt x="121825" y="112204"/>
                  </a:lnTo>
                  <a:lnTo>
                    <a:pt x="122872" y="113062"/>
                  </a:lnTo>
                  <a:lnTo>
                    <a:pt x="124206" y="114871"/>
                  </a:lnTo>
                  <a:lnTo>
                    <a:pt x="124778" y="116014"/>
                  </a:lnTo>
                  <a:lnTo>
                    <a:pt x="126111" y="117824"/>
                  </a:lnTo>
                  <a:lnTo>
                    <a:pt x="129826" y="119253"/>
                  </a:lnTo>
                  <a:lnTo>
                    <a:pt x="131635" y="119634"/>
                  </a:lnTo>
                  <a:lnTo>
                    <a:pt x="132588" y="120872"/>
                  </a:lnTo>
                  <a:lnTo>
                    <a:pt x="134398" y="123825"/>
                  </a:lnTo>
                  <a:lnTo>
                    <a:pt x="136589" y="126397"/>
                  </a:lnTo>
                  <a:lnTo>
                    <a:pt x="138208" y="128111"/>
                  </a:lnTo>
                  <a:lnTo>
                    <a:pt x="139637" y="129064"/>
                  </a:lnTo>
                  <a:lnTo>
                    <a:pt x="140684" y="130016"/>
                  </a:lnTo>
                  <a:lnTo>
                    <a:pt x="141446" y="131540"/>
                  </a:lnTo>
                  <a:lnTo>
                    <a:pt x="142494" y="136017"/>
                  </a:lnTo>
                  <a:lnTo>
                    <a:pt x="143637" y="138303"/>
                  </a:lnTo>
                  <a:lnTo>
                    <a:pt x="144685" y="141256"/>
                  </a:lnTo>
                  <a:lnTo>
                    <a:pt x="145637" y="150781"/>
                  </a:lnTo>
                  <a:lnTo>
                    <a:pt x="145637" y="152781"/>
                  </a:lnTo>
                  <a:lnTo>
                    <a:pt x="145351" y="154591"/>
                  </a:lnTo>
                  <a:lnTo>
                    <a:pt x="144875" y="156210"/>
                  </a:lnTo>
                  <a:lnTo>
                    <a:pt x="144208" y="157639"/>
                  </a:lnTo>
                  <a:lnTo>
                    <a:pt x="143066" y="158877"/>
                  </a:lnTo>
                  <a:lnTo>
                    <a:pt x="137351" y="163259"/>
                  </a:lnTo>
                  <a:lnTo>
                    <a:pt x="134017" y="166783"/>
                  </a:lnTo>
                  <a:lnTo>
                    <a:pt x="133922" y="167640"/>
                  </a:lnTo>
                  <a:lnTo>
                    <a:pt x="134112" y="169926"/>
                  </a:lnTo>
                  <a:lnTo>
                    <a:pt x="133922" y="171450"/>
                  </a:lnTo>
                  <a:lnTo>
                    <a:pt x="133541" y="172974"/>
                  </a:lnTo>
                  <a:lnTo>
                    <a:pt x="132874" y="174403"/>
                  </a:lnTo>
                  <a:lnTo>
                    <a:pt x="131921" y="175546"/>
                  </a:lnTo>
                  <a:lnTo>
                    <a:pt x="130493" y="176308"/>
                  </a:lnTo>
                  <a:lnTo>
                    <a:pt x="128587" y="177070"/>
                  </a:lnTo>
                  <a:lnTo>
                    <a:pt x="125539" y="178594"/>
                  </a:lnTo>
                  <a:lnTo>
                    <a:pt x="122682" y="180404"/>
                  </a:lnTo>
                  <a:lnTo>
                    <a:pt x="121253" y="180880"/>
                  </a:lnTo>
                  <a:lnTo>
                    <a:pt x="115157" y="181261"/>
                  </a:lnTo>
                  <a:lnTo>
                    <a:pt x="114109" y="181165"/>
                  </a:lnTo>
                  <a:lnTo>
                    <a:pt x="113157" y="180689"/>
                  </a:lnTo>
                  <a:lnTo>
                    <a:pt x="112395" y="179832"/>
                  </a:lnTo>
                  <a:lnTo>
                    <a:pt x="109633" y="175736"/>
                  </a:lnTo>
                  <a:lnTo>
                    <a:pt x="108109" y="174403"/>
                  </a:lnTo>
                  <a:lnTo>
                    <a:pt x="106204" y="173164"/>
                  </a:lnTo>
                  <a:lnTo>
                    <a:pt x="102680" y="171450"/>
                  </a:lnTo>
                  <a:lnTo>
                    <a:pt x="98298" y="168307"/>
                  </a:lnTo>
                  <a:lnTo>
                    <a:pt x="97726" y="167926"/>
                  </a:lnTo>
                  <a:lnTo>
                    <a:pt x="96679" y="167545"/>
                  </a:lnTo>
                  <a:lnTo>
                    <a:pt x="96012" y="167164"/>
                  </a:lnTo>
                  <a:lnTo>
                    <a:pt x="95345" y="166592"/>
                  </a:lnTo>
                  <a:lnTo>
                    <a:pt x="94107" y="163544"/>
                  </a:lnTo>
                  <a:lnTo>
                    <a:pt x="93535" y="162592"/>
                  </a:lnTo>
                  <a:lnTo>
                    <a:pt x="92774" y="161830"/>
                  </a:lnTo>
                  <a:lnTo>
                    <a:pt x="92107" y="161449"/>
                  </a:lnTo>
                  <a:lnTo>
                    <a:pt x="91154" y="161544"/>
                  </a:lnTo>
                  <a:lnTo>
                    <a:pt x="90583" y="161925"/>
                  </a:lnTo>
                  <a:lnTo>
                    <a:pt x="90011" y="162687"/>
                  </a:lnTo>
                  <a:lnTo>
                    <a:pt x="88773" y="165925"/>
                  </a:lnTo>
                  <a:lnTo>
                    <a:pt x="87154" y="167640"/>
                  </a:lnTo>
                  <a:lnTo>
                    <a:pt x="83344" y="168973"/>
                  </a:lnTo>
                  <a:lnTo>
                    <a:pt x="82582" y="169735"/>
                  </a:lnTo>
                  <a:lnTo>
                    <a:pt x="82487" y="170307"/>
                  </a:lnTo>
                  <a:lnTo>
                    <a:pt x="82772" y="171069"/>
                  </a:lnTo>
                  <a:lnTo>
                    <a:pt x="83439" y="171545"/>
                  </a:lnTo>
                  <a:lnTo>
                    <a:pt x="84296" y="171736"/>
                  </a:lnTo>
                  <a:lnTo>
                    <a:pt x="85439" y="171736"/>
                  </a:lnTo>
                  <a:lnTo>
                    <a:pt x="86296" y="171831"/>
                  </a:lnTo>
                  <a:lnTo>
                    <a:pt x="87058" y="172117"/>
                  </a:lnTo>
                  <a:lnTo>
                    <a:pt x="87440" y="172498"/>
                  </a:lnTo>
                  <a:lnTo>
                    <a:pt x="87630" y="173260"/>
                  </a:lnTo>
                  <a:lnTo>
                    <a:pt x="88011" y="176022"/>
                  </a:lnTo>
                  <a:lnTo>
                    <a:pt x="88201" y="176784"/>
                  </a:lnTo>
                  <a:lnTo>
                    <a:pt x="88582" y="177165"/>
                  </a:lnTo>
                  <a:lnTo>
                    <a:pt x="89154" y="177451"/>
                  </a:lnTo>
                  <a:lnTo>
                    <a:pt x="89821" y="177641"/>
                  </a:lnTo>
                  <a:lnTo>
                    <a:pt x="91154" y="177832"/>
                  </a:lnTo>
                  <a:lnTo>
                    <a:pt x="91630" y="177927"/>
                  </a:lnTo>
                  <a:lnTo>
                    <a:pt x="92012" y="178213"/>
                  </a:lnTo>
                  <a:lnTo>
                    <a:pt x="92202" y="178784"/>
                  </a:lnTo>
                  <a:lnTo>
                    <a:pt x="92488" y="179451"/>
                  </a:lnTo>
                  <a:lnTo>
                    <a:pt x="93440" y="183928"/>
                  </a:lnTo>
                  <a:lnTo>
                    <a:pt x="92869" y="186118"/>
                  </a:lnTo>
                  <a:lnTo>
                    <a:pt x="91440" y="189167"/>
                  </a:lnTo>
                  <a:lnTo>
                    <a:pt x="85820" y="198596"/>
                  </a:lnTo>
                  <a:lnTo>
                    <a:pt x="82582" y="203073"/>
                  </a:lnTo>
                  <a:lnTo>
                    <a:pt x="82105" y="204692"/>
                  </a:lnTo>
                  <a:lnTo>
                    <a:pt x="82391" y="205454"/>
                  </a:lnTo>
                  <a:lnTo>
                    <a:pt x="82868" y="205930"/>
                  </a:lnTo>
                  <a:lnTo>
                    <a:pt x="83915" y="206311"/>
                  </a:lnTo>
                  <a:lnTo>
                    <a:pt x="84296" y="206597"/>
                  </a:lnTo>
                  <a:lnTo>
                    <a:pt x="84677" y="207169"/>
                  </a:lnTo>
                  <a:lnTo>
                    <a:pt x="84963" y="208121"/>
                  </a:lnTo>
                  <a:lnTo>
                    <a:pt x="85058" y="209169"/>
                  </a:lnTo>
                  <a:lnTo>
                    <a:pt x="85153" y="210979"/>
                  </a:lnTo>
                  <a:lnTo>
                    <a:pt x="85916" y="216884"/>
                  </a:lnTo>
                  <a:lnTo>
                    <a:pt x="85725" y="218599"/>
                  </a:lnTo>
                  <a:lnTo>
                    <a:pt x="85344" y="220027"/>
                  </a:lnTo>
                  <a:lnTo>
                    <a:pt x="84296" y="222028"/>
                  </a:lnTo>
                  <a:lnTo>
                    <a:pt x="84106" y="223171"/>
                  </a:lnTo>
                  <a:lnTo>
                    <a:pt x="84106" y="224314"/>
                  </a:lnTo>
                  <a:lnTo>
                    <a:pt x="84772" y="226219"/>
                  </a:lnTo>
                  <a:lnTo>
                    <a:pt x="84677" y="227171"/>
                  </a:lnTo>
                  <a:lnTo>
                    <a:pt x="84106" y="227933"/>
                  </a:lnTo>
                  <a:lnTo>
                    <a:pt x="82487" y="228124"/>
                  </a:lnTo>
                  <a:lnTo>
                    <a:pt x="81439" y="228029"/>
                  </a:lnTo>
                  <a:lnTo>
                    <a:pt x="79439" y="227457"/>
                  </a:lnTo>
                  <a:lnTo>
                    <a:pt x="71819" y="226314"/>
                  </a:lnTo>
                  <a:lnTo>
                    <a:pt x="70771" y="226600"/>
                  </a:lnTo>
                  <a:lnTo>
                    <a:pt x="69914" y="227171"/>
                  </a:lnTo>
                  <a:lnTo>
                    <a:pt x="69056" y="228505"/>
                  </a:lnTo>
                  <a:lnTo>
                    <a:pt x="68770" y="229552"/>
                  </a:lnTo>
                  <a:lnTo>
                    <a:pt x="68675" y="230410"/>
                  </a:lnTo>
                  <a:lnTo>
                    <a:pt x="68770" y="231267"/>
                  </a:lnTo>
                  <a:lnTo>
                    <a:pt x="68770" y="232124"/>
                  </a:lnTo>
                  <a:lnTo>
                    <a:pt x="68580" y="233077"/>
                  </a:lnTo>
                  <a:lnTo>
                    <a:pt x="67913" y="233934"/>
                  </a:lnTo>
                  <a:lnTo>
                    <a:pt x="67151" y="234601"/>
                  </a:lnTo>
                  <a:lnTo>
                    <a:pt x="65437" y="235553"/>
                  </a:lnTo>
                  <a:lnTo>
                    <a:pt x="63818" y="236125"/>
                  </a:lnTo>
                  <a:lnTo>
                    <a:pt x="62770" y="236410"/>
                  </a:lnTo>
                  <a:lnTo>
                    <a:pt x="59626" y="235934"/>
                  </a:lnTo>
                  <a:lnTo>
                    <a:pt x="59912" y="240506"/>
                  </a:lnTo>
                  <a:lnTo>
                    <a:pt x="59626" y="242411"/>
                  </a:lnTo>
                  <a:lnTo>
                    <a:pt x="59055" y="244221"/>
                  </a:lnTo>
                  <a:lnTo>
                    <a:pt x="58198" y="246031"/>
                  </a:lnTo>
                  <a:lnTo>
                    <a:pt x="57531" y="246602"/>
                  </a:lnTo>
                  <a:lnTo>
                    <a:pt x="56959" y="246793"/>
                  </a:lnTo>
                  <a:lnTo>
                    <a:pt x="56197" y="246697"/>
                  </a:lnTo>
                  <a:lnTo>
                    <a:pt x="54769" y="245364"/>
                  </a:lnTo>
                  <a:lnTo>
                    <a:pt x="54007" y="244411"/>
                  </a:lnTo>
                  <a:lnTo>
                    <a:pt x="53149" y="243554"/>
                  </a:lnTo>
                  <a:lnTo>
                    <a:pt x="52388" y="243173"/>
                  </a:lnTo>
                  <a:lnTo>
                    <a:pt x="51245" y="243173"/>
                  </a:lnTo>
                  <a:lnTo>
                    <a:pt x="50387" y="243650"/>
                  </a:lnTo>
                  <a:lnTo>
                    <a:pt x="48863" y="244792"/>
                  </a:lnTo>
                  <a:lnTo>
                    <a:pt x="48292" y="245078"/>
                  </a:lnTo>
                  <a:lnTo>
                    <a:pt x="47816" y="245078"/>
                  </a:lnTo>
                  <a:lnTo>
                    <a:pt x="47244" y="244697"/>
                  </a:lnTo>
                  <a:lnTo>
                    <a:pt x="46482" y="243840"/>
                  </a:lnTo>
                  <a:lnTo>
                    <a:pt x="45815" y="243078"/>
                  </a:lnTo>
                  <a:lnTo>
                    <a:pt x="45053" y="242792"/>
                  </a:lnTo>
                  <a:lnTo>
                    <a:pt x="44101" y="243173"/>
                  </a:lnTo>
                  <a:lnTo>
                    <a:pt x="42291" y="244602"/>
                  </a:lnTo>
                  <a:lnTo>
                    <a:pt x="41339" y="245173"/>
                  </a:lnTo>
                  <a:lnTo>
                    <a:pt x="40672" y="245269"/>
                  </a:lnTo>
                  <a:lnTo>
                    <a:pt x="40195" y="245173"/>
                  </a:lnTo>
                  <a:lnTo>
                    <a:pt x="39338" y="244221"/>
                  </a:lnTo>
                  <a:lnTo>
                    <a:pt x="38195" y="242411"/>
                  </a:lnTo>
                  <a:lnTo>
                    <a:pt x="37052" y="239459"/>
                  </a:lnTo>
                  <a:lnTo>
                    <a:pt x="34385" y="234410"/>
                  </a:lnTo>
                  <a:lnTo>
                    <a:pt x="28670" y="236887"/>
                  </a:lnTo>
                  <a:lnTo>
                    <a:pt x="25813" y="237554"/>
                  </a:lnTo>
                  <a:lnTo>
                    <a:pt x="23908" y="237554"/>
                  </a:lnTo>
                  <a:lnTo>
                    <a:pt x="20955" y="237268"/>
                  </a:lnTo>
                  <a:lnTo>
                    <a:pt x="20098" y="237554"/>
                  </a:lnTo>
                  <a:lnTo>
                    <a:pt x="19336" y="238030"/>
                  </a:lnTo>
                  <a:lnTo>
                    <a:pt x="18669" y="238601"/>
                  </a:lnTo>
                  <a:lnTo>
                    <a:pt x="18097" y="238696"/>
                  </a:lnTo>
                  <a:lnTo>
                    <a:pt x="15430" y="237554"/>
                  </a:lnTo>
                  <a:lnTo>
                    <a:pt x="14764" y="237649"/>
                  </a:lnTo>
                  <a:lnTo>
                    <a:pt x="14002" y="237839"/>
                  </a:lnTo>
                  <a:lnTo>
                    <a:pt x="12573" y="238792"/>
                  </a:lnTo>
                  <a:lnTo>
                    <a:pt x="11811" y="239459"/>
                  </a:lnTo>
                  <a:lnTo>
                    <a:pt x="9525" y="240792"/>
                  </a:lnTo>
                  <a:lnTo>
                    <a:pt x="6763" y="241173"/>
                  </a:lnTo>
                  <a:lnTo>
                    <a:pt x="6763" y="241173"/>
                  </a:lnTo>
                  <a:lnTo>
                    <a:pt x="6763" y="241363"/>
                  </a:lnTo>
                  <a:lnTo>
                    <a:pt x="6763" y="248507"/>
                  </a:lnTo>
                  <a:lnTo>
                    <a:pt x="6286" y="250317"/>
                  </a:lnTo>
                  <a:lnTo>
                    <a:pt x="5239" y="252603"/>
                  </a:lnTo>
                  <a:lnTo>
                    <a:pt x="4096" y="254508"/>
                  </a:lnTo>
                  <a:lnTo>
                    <a:pt x="3143" y="255270"/>
                  </a:lnTo>
                  <a:lnTo>
                    <a:pt x="1810" y="255842"/>
                  </a:lnTo>
                  <a:lnTo>
                    <a:pt x="1524" y="257175"/>
                  </a:lnTo>
                  <a:lnTo>
                    <a:pt x="2000" y="260318"/>
                  </a:lnTo>
                  <a:lnTo>
                    <a:pt x="1715" y="264605"/>
                  </a:lnTo>
                  <a:lnTo>
                    <a:pt x="1143" y="266414"/>
                  </a:lnTo>
                  <a:lnTo>
                    <a:pt x="0" y="268224"/>
                  </a:lnTo>
                  <a:lnTo>
                    <a:pt x="95" y="269462"/>
                  </a:lnTo>
                  <a:lnTo>
                    <a:pt x="2762" y="273082"/>
                  </a:lnTo>
                  <a:lnTo>
                    <a:pt x="3524" y="274510"/>
                  </a:lnTo>
                  <a:lnTo>
                    <a:pt x="3048" y="278987"/>
                  </a:lnTo>
                  <a:lnTo>
                    <a:pt x="3334" y="281178"/>
                  </a:lnTo>
                  <a:lnTo>
                    <a:pt x="4763" y="280892"/>
                  </a:lnTo>
                  <a:lnTo>
                    <a:pt x="9144" y="275368"/>
                  </a:lnTo>
                  <a:lnTo>
                    <a:pt x="9620" y="277082"/>
                  </a:lnTo>
                  <a:lnTo>
                    <a:pt x="9811" y="278035"/>
                  </a:lnTo>
                  <a:lnTo>
                    <a:pt x="9811" y="279178"/>
                  </a:lnTo>
                  <a:lnTo>
                    <a:pt x="9430" y="280225"/>
                  </a:lnTo>
                  <a:lnTo>
                    <a:pt x="8668" y="280416"/>
                  </a:lnTo>
                  <a:lnTo>
                    <a:pt x="7906" y="280511"/>
                  </a:lnTo>
                  <a:lnTo>
                    <a:pt x="7525" y="281273"/>
                  </a:lnTo>
                  <a:lnTo>
                    <a:pt x="8001" y="283464"/>
                  </a:lnTo>
                  <a:lnTo>
                    <a:pt x="8953" y="284988"/>
                  </a:lnTo>
                  <a:lnTo>
                    <a:pt x="8953" y="286131"/>
                  </a:lnTo>
                  <a:lnTo>
                    <a:pt x="6763" y="287179"/>
                  </a:lnTo>
                  <a:lnTo>
                    <a:pt x="6382" y="286036"/>
                  </a:lnTo>
                  <a:lnTo>
                    <a:pt x="5905" y="285083"/>
                  </a:lnTo>
                  <a:lnTo>
                    <a:pt x="5144" y="284417"/>
                  </a:lnTo>
                  <a:lnTo>
                    <a:pt x="4286" y="283845"/>
                  </a:lnTo>
                  <a:lnTo>
                    <a:pt x="6953" y="292989"/>
                  </a:lnTo>
                  <a:lnTo>
                    <a:pt x="7906" y="298323"/>
                  </a:lnTo>
                  <a:lnTo>
                    <a:pt x="7144" y="300609"/>
                  </a:lnTo>
                  <a:lnTo>
                    <a:pt x="8477" y="306896"/>
                  </a:lnTo>
                  <a:lnTo>
                    <a:pt x="10668" y="309372"/>
                  </a:lnTo>
                  <a:lnTo>
                    <a:pt x="11525" y="309848"/>
                  </a:lnTo>
                  <a:lnTo>
                    <a:pt x="12287" y="308991"/>
                  </a:lnTo>
                  <a:lnTo>
                    <a:pt x="12192" y="308038"/>
                  </a:lnTo>
                  <a:lnTo>
                    <a:pt x="11525" y="307181"/>
                  </a:lnTo>
                  <a:lnTo>
                    <a:pt x="9811" y="305657"/>
                  </a:lnTo>
                  <a:lnTo>
                    <a:pt x="10477" y="304895"/>
                  </a:lnTo>
                  <a:lnTo>
                    <a:pt x="10573" y="303943"/>
                  </a:lnTo>
                  <a:lnTo>
                    <a:pt x="10287" y="302800"/>
                  </a:lnTo>
                  <a:lnTo>
                    <a:pt x="9811" y="301466"/>
                  </a:lnTo>
                  <a:lnTo>
                    <a:pt x="10668" y="301466"/>
                  </a:lnTo>
                  <a:lnTo>
                    <a:pt x="12764" y="302419"/>
                  </a:lnTo>
                  <a:lnTo>
                    <a:pt x="14002" y="303276"/>
                  </a:lnTo>
                  <a:lnTo>
                    <a:pt x="14573" y="304324"/>
                  </a:lnTo>
                  <a:lnTo>
                    <a:pt x="14764" y="305752"/>
                  </a:lnTo>
                  <a:lnTo>
                    <a:pt x="15240" y="306896"/>
                  </a:lnTo>
                  <a:lnTo>
                    <a:pt x="16002" y="307657"/>
                  </a:lnTo>
                  <a:lnTo>
                    <a:pt x="16954" y="308038"/>
                  </a:lnTo>
                  <a:lnTo>
                    <a:pt x="19241" y="307848"/>
                  </a:lnTo>
                  <a:lnTo>
                    <a:pt x="21526" y="306896"/>
                  </a:lnTo>
                  <a:lnTo>
                    <a:pt x="23908" y="306324"/>
                  </a:lnTo>
                  <a:lnTo>
                    <a:pt x="26575" y="307372"/>
                  </a:lnTo>
                  <a:lnTo>
                    <a:pt x="13811" y="312515"/>
                  </a:lnTo>
                  <a:lnTo>
                    <a:pt x="12097" y="313563"/>
                  </a:lnTo>
                  <a:lnTo>
                    <a:pt x="11240" y="315277"/>
                  </a:lnTo>
                  <a:lnTo>
                    <a:pt x="11430" y="318230"/>
                  </a:lnTo>
                  <a:lnTo>
                    <a:pt x="12764" y="324898"/>
                  </a:lnTo>
                  <a:lnTo>
                    <a:pt x="13145" y="326041"/>
                  </a:lnTo>
                  <a:lnTo>
                    <a:pt x="16002" y="330327"/>
                  </a:lnTo>
                  <a:lnTo>
                    <a:pt x="17621" y="331946"/>
                  </a:lnTo>
                  <a:lnTo>
                    <a:pt x="19526" y="332137"/>
                  </a:lnTo>
                  <a:lnTo>
                    <a:pt x="21622" y="329946"/>
                  </a:lnTo>
                  <a:lnTo>
                    <a:pt x="23813" y="330994"/>
                  </a:lnTo>
                  <a:lnTo>
                    <a:pt x="27051" y="333851"/>
                  </a:lnTo>
                  <a:lnTo>
                    <a:pt x="28861" y="334994"/>
                  </a:lnTo>
                  <a:lnTo>
                    <a:pt x="30861" y="335375"/>
                  </a:lnTo>
                  <a:lnTo>
                    <a:pt x="37147" y="334994"/>
                  </a:lnTo>
                  <a:lnTo>
                    <a:pt x="39052" y="335756"/>
                  </a:lnTo>
                  <a:lnTo>
                    <a:pt x="40672" y="337471"/>
                  </a:lnTo>
                  <a:lnTo>
                    <a:pt x="41910" y="339185"/>
                  </a:lnTo>
                  <a:lnTo>
                    <a:pt x="42672" y="339947"/>
                  </a:lnTo>
                  <a:lnTo>
                    <a:pt x="43815" y="340805"/>
                  </a:lnTo>
                  <a:lnTo>
                    <a:pt x="43720" y="342614"/>
                  </a:lnTo>
                  <a:lnTo>
                    <a:pt x="43910" y="344614"/>
                  </a:lnTo>
                  <a:lnTo>
                    <a:pt x="46196" y="345853"/>
                  </a:lnTo>
                  <a:lnTo>
                    <a:pt x="43529" y="347377"/>
                  </a:lnTo>
                  <a:lnTo>
                    <a:pt x="41720" y="345091"/>
                  </a:lnTo>
                  <a:lnTo>
                    <a:pt x="39148" y="338423"/>
                  </a:lnTo>
                  <a:lnTo>
                    <a:pt x="37338" y="336613"/>
                  </a:lnTo>
                  <a:lnTo>
                    <a:pt x="35814" y="336423"/>
                  </a:lnTo>
                  <a:lnTo>
                    <a:pt x="34290" y="337090"/>
                  </a:lnTo>
                  <a:lnTo>
                    <a:pt x="32480" y="337471"/>
                  </a:lnTo>
                  <a:lnTo>
                    <a:pt x="28956" y="336994"/>
                  </a:lnTo>
                  <a:lnTo>
                    <a:pt x="27242" y="336328"/>
                  </a:lnTo>
                  <a:lnTo>
                    <a:pt x="25146" y="333756"/>
                  </a:lnTo>
                  <a:lnTo>
                    <a:pt x="21907" y="333470"/>
                  </a:lnTo>
                  <a:lnTo>
                    <a:pt x="15716" y="334137"/>
                  </a:lnTo>
                  <a:lnTo>
                    <a:pt x="14573" y="335947"/>
                  </a:lnTo>
                  <a:lnTo>
                    <a:pt x="14192" y="340042"/>
                  </a:lnTo>
                  <a:lnTo>
                    <a:pt x="14573" y="347472"/>
                  </a:lnTo>
                  <a:lnTo>
                    <a:pt x="16193" y="345948"/>
                  </a:lnTo>
                  <a:lnTo>
                    <a:pt x="17621" y="343376"/>
                  </a:lnTo>
                  <a:lnTo>
                    <a:pt x="19145" y="341471"/>
                  </a:lnTo>
                  <a:lnTo>
                    <a:pt x="20860" y="341662"/>
                  </a:lnTo>
                  <a:lnTo>
                    <a:pt x="19717" y="343090"/>
                  </a:lnTo>
                  <a:lnTo>
                    <a:pt x="17717" y="346615"/>
                  </a:lnTo>
                  <a:lnTo>
                    <a:pt x="15526" y="351854"/>
                  </a:lnTo>
                  <a:lnTo>
                    <a:pt x="15240" y="352996"/>
                  </a:lnTo>
                  <a:lnTo>
                    <a:pt x="15621" y="354139"/>
                  </a:lnTo>
                  <a:lnTo>
                    <a:pt x="16478" y="354139"/>
                  </a:lnTo>
                  <a:lnTo>
                    <a:pt x="17335" y="353282"/>
                  </a:lnTo>
                  <a:lnTo>
                    <a:pt x="18002" y="351472"/>
                  </a:lnTo>
                  <a:lnTo>
                    <a:pt x="18669" y="350996"/>
                  </a:lnTo>
                  <a:lnTo>
                    <a:pt x="19526" y="351092"/>
                  </a:lnTo>
                  <a:lnTo>
                    <a:pt x="20098" y="351758"/>
                  </a:lnTo>
                  <a:lnTo>
                    <a:pt x="20002" y="352425"/>
                  </a:lnTo>
                  <a:lnTo>
                    <a:pt x="18764" y="353663"/>
                  </a:lnTo>
                  <a:lnTo>
                    <a:pt x="18478" y="354616"/>
                  </a:lnTo>
                  <a:lnTo>
                    <a:pt x="18764" y="355663"/>
                  </a:lnTo>
                  <a:lnTo>
                    <a:pt x="19812" y="357950"/>
                  </a:lnTo>
                  <a:lnTo>
                    <a:pt x="20098" y="359188"/>
                  </a:lnTo>
                  <a:lnTo>
                    <a:pt x="19907" y="360617"/>
                  </a:lnTo>
                  <a:lnTo>
                    <a:pt x="18478" y="364331"/>
                  </a:lnTo>
                  <a:lnTo>
                    <a:pt x="19812" y="364712"/>
                  </a:lnTo>
                  <a:lnTo>
                    <a:pt x="20193" y="365950"/>
                  </a:lnTo>
                  <a:lnTo>
                    <a:pt x="19907" y="367379"/>
                  </a:lnTo>
                  <a:lnTo>
                    <a:pt x="19336" y="368427"/>
                  </a:lnTo>
                  <a:lnTo>
                    <a:pt x="18859" y="368141"/>
                  </a:lnTo>
                  <a:lnTo>
                    <a:pt x="17717" y="367570"/>
                  </a:lnTo>
                  <a:lnTo>
                    <a:pt x="18002" y="371094"/>
                  </a:lnTo>
                  <a:lnTo>
                    <a:pt x="17717" y="372523"/>
                  </a:lnTo>
                  <a:lnTo>
                    <a:pt x="16954" y="374332"/>
                  </a:lnTo>
                  <a:lnTo>
                    <a:pt x="14669" y="377380"/>
                  </a:lnTo>
                  <a:lnTo>
                    <a:pt x="14002" y="378809"/>
                  </a:lnTo>
                  <a:lnTo>
                    <a:pt x="14573" y="380238"/>
                  </a:lnTo>
                  <a:lnTo>
                    <a:pt x="16002" y="379000"/>
                  </a:lnTo>
                  <a:lnTo>
                    <a:pt x="16478" y="378428"/>
                  </a:lnTo>
                  <a:lnTo>
                    <a:pt x="16954" y="377666"/>
                  </a:lnTo>
                  <a:lnTo>
                    <a:pt x="17717" y="377666"/>
                  </a:lnTo>
                  <a:lnTo>
                    <a:pt x="18288" y="379476"/>
                  </a:lnTo>
                  <a:lnTo>
                    <a:pt x="18002" y="380905"/>
                  </a:lnTo>
                  <a:lnTo>
                    <a:pt x="17621" y="382143"/>
                  </a:lnTo>
                  <a:lnTo>
                    <a:pt x="17717" y="383476"/>
                  </a:lnTo>
                  <a:lnTo>
                    <a:pt x="18859" y="385000"/>
                  </a:lnTo>
                  <a:lnTo>
                    <a:pt x="19812" y="384238"/>
                  </a:lnTo>
                  <a:lnTo>
                    <a:pt x="20574" y="382429"/>
                  </a:lnTo>
                  <a:lnTo>
                    <a:pt x="21622" y="377476"/>
                  </a:lnTo>
                  <a:lnTo>
                    <a:pt x="23336" y="374047"/>
                  </a:lnTo>
                  <a:lnTo>
                    <a:pt x="25432" y="371094"/>
                  </a:lnTo>
                  <a:lnTo>
                    <a:pt x="27242" y="369284"/>
                  </a:lnTo>
                  <a:lnTo>
                    <a:pt x="27908" y="372332"/>
                  </a:lnTo>
                  <a:lnTo>
                    <a:pt x="27908" y="373475"/>
                  </a:lnTo>
                  <a:lnTo>
                    <a:pt x="32861" y="368332"/>
                  </a:lnTo>
                  <a:lnTo>
                    <a:pt x="33909" y="365760"/>
                  </a:lnTo>
                  <a:lnTo>
                    <a:pt x="32004" y="364331"/>
                  </a:lnTo>
                  <a:lnTo>
                    <a:pt x="32861" y="362617"/>
                  </a:lnTo>
                  <a:lnTo>
                    <a:pt x="33052" y="358426"/>
                  </a:lnTo>
                  <a:lnTo>
                    <a:pt x="34671" y="356806"/>
                  </a:lnTo>
                  <a:lnTo>
                    <a:pt x="36671" y="352520"/>
                  </a:lnTo>
                  <a:lnTo>
                    <a:pt x="37528" y="352520"/>
                  </a:lnTo>
                  <a:lnTo>
                    <a:pt x="36671" y="361379"/>
                  </a:lnTo>
                  <a:lnTo>
                    <a:pt x="37433" y="362902"/>
                  </a:lnTo>
                  <a:lnTo>
                    <a:pt x="38862" y="363379"/>
                  </a:lnTo>
                  <a:lnTo>
                    <a:pt x="39529" y="364236"/>
                  </a:lnTo>
                  <a:lnTo>
                    <a:pt x="38291" y="366808"/>
                  </a:lnTo>
                  <a:lnTo>
                    <a:pt x="39052" y="367951"/>
                  </a:lnTo>
                  <a:lnTo>
                    <a:pt x="38576" y="371189"/>
                  </a:lnTo>
                  <a:lnTo>
                    <a:pt x="39148" y="372618"/>
                  </a:lnTo>
                  <a:lnTo>
                    <a:pt x="41815" y="371284"/>
                  </a:lnTo>
                  <a:lnTo>
                    <a:pt x="45053" y="370332"/>
                  </a:lnTo>
                  <a:lnTo>
                    <a:pt x="47053" y="370618"/>
                  </a:lnTo>
                  <a:lnTo>
                    <a:pt x="45815" y="373094"/>
                  </a:lnTo>
                  <a:lnTo>
                    <a:pt x="45339" y="372999"/>
                  </a:lnTo>
                  <a:lnTo>
                    <a:pt x="39529" y="374618"/>
                  </a:lnTo>
                  <a:lnTo>
                    <a:pt x="36862" y="375761"/>
                  </a:lnTo>
                  <a:lnTo>
                    <a:pt x="35147" y="375952"/>
                  </a:lnTo>
                  <a:lnTo>
                    <a:pt x="35147" y="376809"/>
                  </a:lnTo>
                  <a:lnTo>
                    <a:pt x="39148" y="376809"/>
                  </a:lnTo>
                  <a:lnTo>
                    <a:pt x="37814" y="378714"/>
                  </a:lnTo>
                  <a:lnTo>
                    <a:pt x="36290" y="378809"/>
                  </a:lnTo>
                  <a:lnTo>
                    <a:pt x="34576" y="378428"/>
                  </a:lnTo>
                  <a:lnTo>
                    <a:pt x="33147" y="378905"/>
                  </a:lnTo>
                  <a:lnTo>
                    <a:pt x="32956" y="382143"/>
                  </a:lnTo>
                  <a:lnTo>
                    <a:pt x="32195" y="383286"/>
                  </a:lnTo>
                  <a:lnTo>
                    <a:pt x="30385" y="381762"/>
                  </a:lnTo>
                  <a:lnTo>
                    <a:pt x="28575" y="385381"/>
                  </a:lnTo>
                  <a:lnTo>
                    <a:pt x="30861" y="388239"/>
                  </a:lnTo>
                  <a:lnTo>
                    <a:pt x="34290" y="389763"/>
                  </a:lnTo>
                  <a:lnTo>
                    <a:pt x="36100" y="388906"/>
                  </a:lnTo>
                  <a:lnTo>
                    <a:pt x="36195" y="388430"/>
                  </a:lnTo>
                  <a:lnTo>
                    <a:pt x="36671" y="388048"/>
                  </a:lnTo>
                  <a:lnTo>
                    <a:pt x="37243" y="387763"/>
                  </a:lnTo>
                  <a:lnTo>
                    <a:pt x="37909" y="387667"/>
                  </a:lnTo>
                  <a:lnTo>
                    <a:pt x="38386" y="388144"/>
                  </a:lnTo>
                  <a:lnTo>
                    <a:pt x="38100" y="389096"/>
                  </a:lnTo>
                  <a:lnTo>
                    <a:pt x="37719" y="390239"/>
                  </a:lnTo>
                  <a:lnTo>
                    <a:pt x="37528" y="391001"/>
                  </a:lnTo>
                  <a:lnTo>
                    <a:pt x="38291" y="392906"/>
                  </a:lnTo>
                  <a:lnTo>
                    <a:pt x="39052" y="393859"/>
                  </a:lnTo>
                  <a:lnTo>
                    <a:pt x="42386" y="395192"/>
                  </a:lnTo>
                  <a:lnTo>
                    <a:pt x="40767" y="396716"/>
                  </a:lnTo>
                  <a:lnTo>
                    <a:pt x="39529" y="399383"/>
                  </a:lnTo>
                  <a:lnTo>
                    <a:pt x="39052" y="402431"/>
                  </a:lnTo>
                  <a:lnTo>
                    <a:pt x="39910" y="405289"/>
                  </a:lnTo>
                  <a:lnTo>
                    <a:pt x="38195" y="404527"/>
                  </a:lnTo>
                  <a:lnTo>
                    <a:pt x="36957" y="403288"/>
                  </a:lnTo>
                  <a:lnTo>
                    <a:pt x="36576" y="401574"/>
                  </a:lnTo>
                  <a:lnTo>
                    <a:pt x="37528" y="399383"/>
                  </a:lnTo>
                  <a:lnTo>
                    <a:pt x="33433" y="394811"/>
                  </a:lnTo>
                  <a:lnTo>
                    <a:pt x="32004" y="393573"/>
                  </a:lnTo>
                  <a:lnTo>
                    <a:pt x="30385" y="396811"/>
                  </a:lnTo>
                  <a:lnTo>
                    <a:pt x="29146" y="396907"/>
                  </a:lnTo>
                  <a:lnTo>
                    <a:pt x="27432" y="395954"/>
                  </a:lnTo>
                  <a:lnTo>
                    <a:pt x="26575" y="395954"/>
                  </a:lnTo>
                  <a:lnTo>
                    <a:pt x="24955" y="396907"/>
                  </a:lnTo>
                  <a:lnTo>
                    <a:pt x="24003" y="398526"/>
                  </a:lnTo>
                  <a:lnTo>
                    <a:pt x="23431" y="400526"/>
                  </a:lnTo>
                  <a:lnTo>
                    <a:pt x="23336" y="406622"/>
                  </a:lnTo>
                  <a:lnTo>
                    <a:pt x="23813" y="411289"/>
                  </a:lnTo>
                  <a:lnTo>
                    <a:pt x="24860" y="415290"/>
                  </a:lnTo>
                  <a:lnTo>
                    <a:pt x="26860" y="416909"/>
                  </a:lnTo>
                  <a:lnTo>
                    <a:pt x="29623" y="423958"/>
                  </a:lnTo>
                  <a:lnTo>
                    <a:pt x="30099" y="426244"/>
                  </a:lnTo>
                  <a:lnTo>
                    <a:pt x="31337" y="426720"/>
                  </a:lnTo>
                  <a:lnTo>
                    <a:pt x="34766" y="426053"/>
                  </a:lnTo>
                  <a:lnTo>
                    <a:pt x="35909" y="426720"/>
                  </a:lnTo>
                  <a:lnTo>
                    <a:pt x="37052" y="428434"/>
                  </a:lnTo>
                  <a:lnTo>
                    <a:pt x="37909" y="430435"/>
                  </a:lnTo>
                  <a:lnTo>
                    <a:pt x="38291" y="432340"/>
                  </a:lnTo>
                  <a:lnTo>
                    <a:pt x="39148" y="434626"/>
                  </a:lnTo>
                  <a:lnTo>
                    <a:pt x="40957" y="435769"/>
                  </a:lnTo>
                  <a:lnTo>
                    <a:pt x="42196" y="437007"/>
                  </a:lnTo>
                  <a:lnTo>
                    <a:pt x="41529" y="439388"/>
                  </a:lnTo>
                  <a:lnTo>
                    <a:pt x="39338" y="437007"/>
                  </a:lnTo>
                  <a:lnTo>
                    <a:pt x="36004" y="431197"/>
                  </a:lnTo>
                  <a:lnTo>
                    <a:pt x="34290" y="429482"/>
                  </a:lnTo>
                  <a:lnTo>
                    <a:pt x="31814" y="429006"/>
                  </a:lnTo>
                  <a:lnTo>
                    <a:pt x="29813" y="430530"/>
                  </a:lnTo>
                  <a:lnTo>
                    <a:pt x="28480" y="433006"/>
                  </a:lnTo>
                  <a:lnTo>
                    <a:pt x="27908" y="435673"/>
                  </a:lnTo>
                  <a:lnTo>
                    <a:pt x="27718" y="440531"/>
                  </a:lnTo>
                  <a:lnTo>
                    <a:pt x="27908" y="441960"/>
                  </a:lnTo>
                  <a:lnTo>
                    <a:pt x="28575" y="443484"/>
                  </a:lnTo>
                  <a:lnTo>
                    <a:pt x="29432" y="444532"/>
                  </a:lnTo>
                  <a:lnTo>
                    <a:pt x="30099" y="445675"/>
                  </a:lnTo>
                  <a:lnTo>
                    <a:pt x="30385" y="447294"/>
                  </a:lnTo>
                  <a:lnTo>
                    <a:pt x="30290" y="448342"/>
                  </a:lnTo>
                  <a:lnTo>
                    <a:pt x="30099" y="448913"/>
                  </a:lnTo>
                  <a:lnTo>
                    <a:pt x="30099" y="449389"/>
                  </a:lnTo>
                  <a:lnTo>
                    <a:pt x="30385" y="450247"/>
                  </a:lnTo>
                  <a:lnTo>
                    <a:pt x="30956" y="450818"/>
                  </a:lnTo>
                  <a:lnTo>
                    <a:pt x="31528" y="450818"/>
                  </a:lnTo>
                  <a:lnTo>
                    <a:pt x="32195" y="450723"/>
                  </a:lnTo>
                  <a:lnTo>
                    <a:pt x="32861" y="451009"/>
                  </a:lnTo>
                  <a:lnTo>
                    <a:pt x="34766" y="453676"/>
                  </a:lnTo>
                  <a:lnTo>
                    <a:pt x="35719" y="454247"/>
                  </a:lnTo>
                  <a:lnTo>
                    <a:pt x="37528" y="454342"/>
                  </a:lnTo>
                  <a:lnTo>
                    <a:pt x="36767" y="456438"/>
                  </a:lnTo>
                  <a:lnTo>
                    <a:pt x="37909" y="458343"/>
                  </a:lnTo>
                  <a:lnTo>
                    <a:pt x="39910" y="459677"/>
                  </a:lnTo>
                  <a:lnTo>
                    <a:pt x="41910" y="460248"/>
                  </a:lnTo>
                  <a:lnTo>
                    <a:pt x="45434" y="459867"/>
                  </a:lnTo>
                  <a:lnTo>
                    <a:pt x="47053" y="460057"/>
                  </a:lnTo>
                  <a:lnTo>
                    <a:pt x="48768" y="461010"/>
                  </a:lnTo>
                  <a:lnTo>
                    <a:pt x="48006" y="462820"/>
                  </a:lnTo>
                  <a:lnTo>
                    <a:pt x="49054" y="466915"/>
                  </a:lnTo>
                  <a:lnTo>
                    <a:pt x="48768" y="469392"/>
                  </a:lnTo>
                  <a:lnTo>
                    <a:pt x="47149" y="471583"/>
                  </a:lnTo>
                  <a:lnTo>
                    <a:pt x="46006" y="471202"/>
                  </a:lnTo>
                  <a:lnTo>
                    <a:pt x="46006" y="469678"/>
                  </a:lnTo>
                  <a:lnTo>
                    <a:pt x="47816" y="468630"/>
                  </a:lnTo>
                  <a:lnTo>
                    <a:pt x="46387" y="466534"/>
                  </a:lnTo>
                  <a:lnTo>
                    <a:pt x="44196" y="465201"/>
                  </a:lnTo>
                  <a:lnTo>
                    <a:pt x="41910" y="464630"/>
                  </a:lnTo>
                  <a:lnTo>
                    <a:pt x="39910" y="464344"/>
                  </a:lnTo>
                  <a:lnTo>
                    <a:pt x="38386" y="464439"/>
                  </a:lnTo>
                  <a:lnTo>
                    <a:pt x="37814" y="464630"/>
                  </a:lnTo>
                  <a:lnTo>
                    <a:pt x="37338" y="464439"/>
                  </a:lnTo>
                  <a:lnTo>
                    <a:pt x="36385" y="463201"/>
                  </a:lnTo>
                  <a:lnTo>
                    <a:pt x="35814" y="461867"/>
                  </a:lnTo>
                  <a:lnTo>
                    <a:pt x="35528" y="460820"/>
                  </a:lnTo>
                  <a:lnTo>
                    <a:pt x="35052" y="459962"/>
                  </a:lnTo>
                  <a:lnTo>
                    <a:pt x="33528" y="459391"/>
                  </a:lnTo>
                  <a:lnTo>
                    <a:pt x="32956" y="460534"/>
                  </a:lnTo>
                  <a:lnTo>
                    <a:pt x="32766" y="461772"/>
                  </a:lnTo>
                  <a:lnTo>
                    <a:pt x="32956" y="462820"/>
                  </a:lnTo>
                  <a:lnTo>
                    <a:pt x="33528" y="463582"/>
                  </a:lnTo>
                  <a:lnTo>
                    <a:pt x="32956" y="464439"/>
                  </a:lnTo>
                  <a:lnTo>
                    <a:pt x="32004" y="466915"/>
                  </a:lnTo>
                  <a:lnTo>
                    <a:pt x="35243" y="467678"/>
                  </a:lnTo>
                  <a:lnTo>
                    <a:pt x="36671" y="470345"/>
                  </a:lnTo>
                  <a:lnTo>
                    <a:pt x="37719" y="479679"/>
                  </a:lnTo>
                  <a:lnTo>
                    <a:pt x="38005" y="480536"/>
                  </a:lnTo>
                  <a:lnTo>
                    <a:pt x="38671" y="481489"/>
                  </a:lnTo>
                  <a:lnTo>
                    <a:pt x="39148" y="482441"/>
                  </a:lnTo>
                  <a:lnTo>
                    <a:pt x="38957" y="483489"/>
                  </a:lnTo>
                  <a:lnTo>
                    <a:pt x="38576" y="484251"/>
                  </a:lnTo>
                  <a:lnTo>
                    <a:pt x="38291" y="484346"/>
                  </a:lnTo>
                  <a:lnTo>
                    <a:pt x="39052" y="486061"/>
                  </a:lnTo>
                  <a:lnTo>
                    <a:pt x="40576" y="487775"/>
                  </a:lnTo>
                  <a:lnTo>
                    <a:pt x="41529" y="489395"/>
                  </a:lnTo>
                  <a:lnTo>
                    <a:pt x="42196" y="488156"/>
                  </a:lnTo>
                  <a:lnTo>
                    <a:pt x="43053" y="487108"/>
                  </a:lnTo>
                  <a:lnTo>
                    <a:pt x="44196" y="486346"/>
                  </a:lnTo>
                  <a:lnTo>
                    <a:pt x="45529" y="485965"/>
                  </a:lnTo>
                  <a:lnTo>
                    <a:pt x="45339" y="488156"/>
                  </a:lnTo>
                  <a:lnTo>
                    <a:pt x="44196" y="489109"/>
                  </a:lnTo>
                  <a:lnTo>
                    <a:pt x="42767" y="489775"/>
                  </a:lnTo>
                  <a:lnTo>
                    <a:pt x="41529" y="491014"/>
                  </a:lnTo>
                  <a:lnTo>
                    <a:pt x="41053" y="492633"/>
                  </a:lnTo>
                  <a:lnTo>
                    <a:pt x="41434" y="494062"/>
                  </a:lnTo>
                  <a:lnTo>
                    <a:pt x="42672" y="495014"/>
                  </a:lnTo>
                  <a:lnTo>
                    <a:pt x="44577" y="495109"/>
                  </a:lnTo>
                  <a:lnTo>
                    <a:pt x="42481" y="497491"/>
                  </a:lnTo>
                  <a:lnTo>
                    <a:pt x="42577" y="499967"/>
                  </a:lnTo>
                  <a:lnTo>
                    <a:pt x="48006" y="508825"/>
                  </a:lnTo>
                  <a:lnTo>
                    <a:pt x="48958" y="511492"/>
                  </a:lnTo>
                  <a:lnTo>
                    <a:pt x="49625" y="515398"/>
                  </a:lnTo>
                  <a:lnTo>
                    <a:pt x="50292" y="516731"/>
                  </a:lnTo>
                  <a:lnTo>
                    <a:pt x="52197" y="518827"/>
                  </a:lnTo>
                  <a:lnTo>
                    <a:pt x="52769" y="520160"/>
                  </a:lnTo>
                  <a:lnTo>
                    <a:pt x="53149" y="523399"/>
                  </a:lnTo>
                  <a:lnTo>
                    <a:pt x="53721" y="524637"/>
                  </a:lnTo>
                  <a:lnTo>
                    <a:pt x="54673" y="526161"/>
                  </a:lnTo>
                  <a:lnTo>
                    <a:pt x="54673" y="527685"/>
                  </a:lnTo>
                  <a:lnTo>
                    <a:pt x="54007" y="529114"/>
                  </a:lnTo>
                  <a:lnTo>
                    <a:pt x="52959" y="530542"/>
                  </a:lnTo>
                  <a:lnTo>
                    <a:pt x="52673" y="531781"/>
                  </a:lnTo>
                  <a:lnTo>
                    <a:pt x="53245" y="533400"/>
                  </a:lnTo>
                  <a:lnTo>
                    <a:pt x="54197" y="534924"/>
                  </a:lnTo>
                  <a:lnTo>
                    <a:pt x="55054" y="535877"/>
                  </a:lnTo>
                  <a:lnTo>
                    <a:pt x="54388" y="537496"/>
                  </a:lnTo>
                  <a:lnTo>
                    <a:pt x="54483" y="539401"/>
                  </a:lnTo>
                  <a:lnTo>
                    <a:pt x="55245" y="541211"/>
                  </a:lnTo>
                  <a:lnTo>
                    <a:pt x="56483" y="542449"/>
                  </a:lnTo>
                  <a:lnTo>
                    <a:pt x="58293" y="543115"/>
                  </a:lnTo>
                  <a:lnTo>
                    <a:pt x="61913" y="543497"/>
                  </a:lnTo>
                  <a:lnTo>
                    <a:pt x="63627" y="544258"/>
                  </a:lnTo>
                  <a:lnTo>
                    <a:pt x="59341" y="546259"/>
                  </a:lnTo>
                  <a:lnTo>
                    <a:pt x="57721" y="546545"/>
                  </a:lnTo>
                  <a:lnTo>
                    <a:pt x="56197" y="546545"/>
                  </a:lnTo>
                  <a:lnTo>
                    <a:pt x="55245" y="546830"/>
                  </a:lnTo>
                  <a:lnTo>
                    <a:pt x="55054" y="547878"/>
                  </a:lnTo>
                  <a:lnTo>
                    <a:pt x="55626" y="549878"/>
                  </a:lnTo>
                  <a:lnTo>
                    <a:pt x="59531" y="554260"/>
                  </a:lnTo>
                  <a:lnTo>
                    <a:pt x="61341" y="557403"/>
                  </a:lnTo>
                  <a:lnTo>
                    <a:pt x="60484" y="559880"/>
                  </a:lnTo>
                  <a:lnTo>
                    <a:pt x="61817" y="561689"/>
                  </a:lnTo>
                  <a:lnTo>
                    <a:pt x="60865" y="563594"/>
                  </a:lnTo>
                  <a:lnTo>
                    <a:pt x="59531" y="565213"/>
                  </a:lnTo>
                  <a:lnTo>
                    <a:pt x="59722" y="566547"/>
                  </a:lnTo>
                  <a:lnTo>
                    <a:pt x="60198" y="568071"/>
                  </a:lnTo>
                  <a:lnTo>
                    <a:pt x="63055" y="570452"/>
                  </a:lnTo>
                  <a:lnTo>
                    <a:pt x="64389" y="572357"/>
                  </a:lnTo>
                  <a:lnTo>
                    <a:pt x="67532" y="578548"/>
                  </a:lnTo>
                  <a:lnTo>
                    <a:pt x="69247" y="580739"/>
                  </a:lnTo>
                  <a:lnTo>
                    <a:pt x="67151" y="581406"/>
                  </a:lnTo>
                  <a:lnTo>
                    <a:pt x="65532" y="580454"/>
                  </a:lnTo>
                  <a:lnTo>
                    <a:pt x="63913" y="579025"/>
                  </a:lnTo>
                  <a:lnTo>
                    <a:pt x="62008" y="578167"/>
                  </a:lnTo>
                  <a:lnTo>
                    <a:pt x="62770" y="579596"/>
                  </a:lnTo>
                  <a:lnTo>
                    <a:pt x="64865" y="581882"/>
                  </a:lnTo>
                  <a:lnTo>
                    <a:pt x="65246" y="582644"/>
                  </a:lnTo>
                  <a:lnTo>
                    <a:pt x="65627" y="584549"/>
                  </a:lnTo>
                  <a:lnTo>
                    <a:pt x="67723" y="588455"/>
                  </a:lnTo>
                  <a:lnTo>
                    <a:pt x="67723" y="591026"/>
                  </a:lnTo>
                  <a:lnTo>
                    <a:pt x="69914" y="595122"/>
                  </a:lnTo>
                  <a:lnTo>
                    <a:pt x="70580" y="596932"/>
                  </a:lnTo>
                  <a:lnTo>
                    <a:pt x="70675" y="598837"/>
                  </a:lnTo>
                  <a:lnTo>
                    <a:pt x="69914" y="600456"/>
                  </a:lnTo>
                  <a:lnTo>
                    <a:pt x="71342" y="602837"/>
                  </a:lnTo>
                  <a:lnTo>
                    <a:pt x="72295" y="605599"/>
                  </a:lnTo>
                  <a:lnTo>
                    <a:pt x="72485" y="608457"/>
                  </a:lnTo>
                  <a:lnTo>
                    <a:pt x="71533" y="611314"/>
                  </a:lnTo>
                  <a:lnTo>
                    <a:pt x="70390" y="609790"/>
                  </a:lnTo>
                  <a:lnTo>
                    <a:pt x="69532" y="609981"/>
                  </a:lnTo>
                  <a:lnTo>
                    <a:pt x="69437" y="611219"/>
                  </a:lnTo>
                  <a:lnTo>
                    <a:pt x="70771" y="612838"/>
                  </a:lnTo>
                  <a:lnTo>
                    <a:pt x="69818" y="614267"/>
                  </a:lnTo>
                  <a:lnTo>
                    <a:pt x="70771" y="615410"/>
                  </a:lnTo>
                  <a:lnTo>
                    <a:pt x="73819" y="617030"/>
                  </a:lnTo>
                  <a:lnTo>
                    <a:pt x="72199" y="620078"/>
                  </a:lnTo>
                  <a:lnTo>
                    <a:pt x="71723" y="621697"/>
                  </a:lnTo>
                  <a:lnTo>
                    <a:pt x="71533" y="623602"/>
                  </a:lnTo>
                  <a:lnTo>
                    <a:pt x="72676" y="628174"/>
                  </a:lnTo>
                  <a:lnTo>
                    <a:pt x="72771" y="628650"/>
                  </a:lnTo>
                  <a:lnTo>
                    <a:pt x="71533" y="630079"/>
                  </a:lnTo>
                  <a:lnTo>
                    <a:pt x="72199" y="633317"/>
                  </a:lnTo>
                  <a:lnTo>
                    <a:pt x="73533" y="636651"/>
                  </a:lnTo>
                  <a:lnTo>
                    <a:pt x="74771" y="638556"/>
                  </a:lnTo>
                  <a:lnTo>
                    <a:pt x="75533" y="637604"/>
                  </a:lnTo>
                  <a:lnTo>
                    <a:pt x="75628" y="639985"/>
                  </a:lnTo>
                  <a:lnTo>
                    <a:pt x="74581" y="643033"/>
                  </a:lnTo>
                  <a:lnTo>
                    <a:pt x="73914" y="646366"/>
                  </a:lnTo>
                  <a:lnTo>
                    <a:pt x="75152" y="649700"/>
                  </a:lnTo>
                  <a:lnTo>
                    <a:pt x="76962" y="651224"/>
                  </a:lnTo>
                  <a:lnTo>
                    <a:pt x="77533" y="652177"/>
                  </a:lnTo>
                  <a:lnTo>
                    <a:pt x="77819" y="653796"/>
                  </a:lnTo>
                  <a:lnTo>
                    <a:pt x="77533" y="654748"/>
                  </a:lnTo>
                  <a:lnTo>
                    <a:pt x="76486" y="656272"/>
                  </a:lnTo>
                  <a:lnTo>
                    <a:pt x="76295" y="657130"/>
                  </a:lnTo>
                  <a:lnTo>
                    <a:pt x="76486" y="657892"/>
                  </a:lnTo>
                  <a:lnTo>
                    <a:pt x="77819" y="660845"/>
                  </a:lnTo>
                  <a:lnTo>
                    <a:pt x="79534" y="659511"/>
                  </a:lnTo>
                  <a:lnTo>
                    <a:pt x="81344" y="659130"/>
                  </a:lnTo>
                  <a:lnTo>
                    <a:pt x="82772" y="659892"/>
                  </a:lnTo>
                  <a:lnTo>
                    <a:pt x="83344" y="662083"/>
                  </a:lnTo>
                  <a:lnTo>
                    <a:pt x="82963" y="663416"/>
                  </a:lnTo>
                  <a:lnTo>
                    <a:pt x="82391" y="663702"/>
                  </a:lnTo>
                  <a:lnTo>
                    <a:pt x="81820" y="662845"/>
                  </a:lnTo>
                  <a:lnTo>
                    <a:pt x="81820" y="660845"/>
                  </a:lnTo>
                  <a:lnTo>
                    <a:pt x="78200" y="662464"/>
                  </a:lnTo>
                  <a:lnTo>
                    <a:pt x="77819" y="662559"/>
                  </a:lnTo>
                  <a:lnTo>
                    <a:pt x="76962" y="663321"/>
                  </a:lnTo>
                  <a:lnTo>
                    <a:pt x="76771" y="663321"/>
                  </a:lnTo>
                  <a:lnTo>
                    <a:pt x="76962" y="663512"/>
                  </a:lnTo>
                  <a:lnTo>
                    <a:pt x="77057" y="664464"/>
                  </a:lnTo>
                  <a:lnTo>
                    <a:pt x="77724" y="666179"/>
                  </a:lnTo>
                  <a:lnTo>
                    <a:pt x="79248" y="667417"/>
                  </a:lnTo>
                  <a:lnTo>
                    <a:pt x="81344" y="668179"/>
                  </a:lnTo>
                  <a:lnTo>
                    <a:pt x="83344" y="668179"/>
                  </a:lnTo>
                  <a:lnTo>
                    <a:pt x="82582" y="668750"/>
                  </a:lnTo>
                  <a:lnTo>
                    <a:pt x="81344" y="670179"/>
                  </a:lnTo>
                  <a:lnTo>
                    <a:pt x="80963" y="670750"/>
                  </a:lnTo>
                  <a:lnTo>
                    <a:pt x="81534" y="671608"/>
                  </a:lnTo>
                  <a:lnTo>
                    <a:pt x="82296" y="672274"/>
                  </a:lnTo>
                  <a:lnTo>
                    <a:pt x="83058" y="672751"/>
                  </a:lnTo>
                  <a:lnTo>
                    <a:pt x="84201" y="673132"/>
                  </a:lnTo>
                  <a:lnTo>
                    <a:pt x="81534" y="673037"/>
                  </a:lnTo>
                  <a:lnTo>
                    <a:pt x="80200" y="672465"/>
                  </a:lnTo>
                  <a:lnTo>
                    <a:pt x="77819" y="669893"/>
                  </a:lnTo>
                  <a:lnTo>
                    <a:pt x="77629" y="669512"/>
                  </a:lnTo>
                  <a:lnTo>
                    <a:pt x="76771" y="668369"/>
                  </a:lnTo>
                  <a:lnTo>
                    <a:pt x="75914" y="667703"/>
                  </a:lnTo>
                  <a:lnTo>
                    <a:pt x="75533" y="668655"/>
                  </a:lnTo>
                  <a:lnTo>
                    <a:pt x="75438" y="671322"/>
                  </a:lnTo>
                  <a:lnTo>
                    <a:pt x="75724" y="672560"/>
                  </a:lnTo>
                  <a:lnTo>
                    <a:pt x="76676" y="673132"/>
                  </a:lnTo>
                  <a:lnTo>
                    <a:pt x="77343" y="674180"/>
                  </a:lnTo>
                  <a:lnTo>
                    <a:pt x="78962" y="679132"/>
                  </a:lnTo>
                  <a:lnTo>
                    <a:pt x="79820" y="683514"/>
                  </a:lnTo>
                  <a:lnTo>
                    <a:pt x="81058" y="685229"/>
                  </a:lnTo>
                  <a:lnTo>
                    <a:pt x="82868" y="686276"/>
                  </a:lnTo>
                  <a:lnTo>
                    <a:pt x="84868" y="687133"/>
                  </a:lnTo>
                  <a:lnTo>
                    <a:pt x="83534" y="687896"/>
                  </a:lnTo>
                  <a:lnTo>
                    <a:pt x="82487" y="688657"/>
                  </a:lnTo>
                  <a:lnTo>
                    <a:pt x="81915" y="689705"/>
                  </a:lnTo>
                  <a:lnTo>
                    <a:pt x="81820" y="691229"/>
                  </a:lnTo>
                  <a:lnTo>
                    <a:pt x="83820" y="692182"/>
                  </a:lnTo>
                  <a:lnTo>
                    <a:pt x="84201" y="692563"/>
                  </a:lnTo>
                  <a:lnTo>
                    <a:pt x="84011" y="694849"/>
                  </a:lnTo>
                  <a:lnTo>
                    <a:pt x="84201" y="695420"/>
                  </a:lnTo>
                  <a:lnTo>
                    <a:pt x="87344" y="705326"/>
                  </a:lnTo>
                  <a:lnTo>
                    <a:pt x="87820" y="707707"/>
                  </a:lnTo>
                  <a:lnTo>
                    <a:pt x="88201" y="708565"/>
                  </a:lnTo>
                  <a:lnTo>
                    <a:pt x="88868" y="709422"/>
                  </a:lnTo>
                  <a:lnTo>
                    <a:pt x="89630" y="709613"/>
                  </a:lnTo>
                  <a:lnTo>
                    <a:pt x="90202" y="709136"/>
                  </a:lnTo>
                  <a:lnTo>
                    <a:pt x="90678" y="709231"/>
                  </a:lnTo>
                  <a:lnTo>
                    <a:pt x="91249" y="711137"/>
                  </a:lnTo>
                  <a:lnTo>
                    <a:pt x="91249" y="715994"/>
                  </a:lnTo>
                  <a:lnTo>
                    <a:pt x="92012" y="721805"/>
                  </a:lnTo>
                  <a:lnTo>
                    <a:pt x="92202" y="718185"/>
                  </a:lnTo>
                  <a:lnTo>
                    <a:pt x="92678" y="715423"/>
                  </a:lnTo>
                  <a:lnTo>
                    <a:pt x="94107" y="713518"/>
                  </a:lnTo>
                  <a:lnTo>
                    <a:pt x="96774" y="712661"/>
                  </a:lnTo>
                  <a:lnTo>
                    <a:pt x="95726" y="714089"/>
                  </a:lnTo>
                  <a:lnTo>
                    <a:pt x="94678" y="715137"/>
                  </a:lnTo>
                  <a:lnTo>
                    <a:pt x="93916" y="716280"/>
                  </a:lnTo>
                  <a:lnTo>
                    <a:pt x="93631" y="718090"/>
                  </a:lnTo>
                  <a:lnTo>
                    <a:pt x="93631" y="725043"/>
                  </a:lnTo>
                  <a:lnTo>
                    <a:pt x="93250" y="725900"/>
                  </a:lnTo>
                  <a:lnTo>
                    <a:pt x="92774" y="726472"/>
                  </a:lnTo>
                  <a:lnTo>
                    <a:pt x="92012" y="727138"/>
                  </a:lnTo>
                  <a:lnTo>
                    <a:pt x="92393" y="728377"/>
                  </a:lnTo>
                  <a:lnTo>
                    <a:pt x="93250" y="728948"/>
                  </a:lnTo>
                  <a:lnTo>
                    <a:pt x="94107" y="729234"/>
                  </a:lnTo>
                  <a:lnTo>
                    <a:pt x="94488" y="729615"/>
                  </a:lnTo>
                  <a:lnTo>
                    <a:pt x="94964" y="731044"/>
                  </a:lnTo>
                  <a:lnTo>
                    <a:pt x="96298" y="731996"/>
                  </a:lnTo>
                  <a:lnTo>
                    <a:pt x="98107" y="732472"/>
                  </a:lnTo>
                  <a:lnTo>
                    <a:pt x="100012" y="732472"/>
                  </a:lnTo>
                  <a:lnTo>
                    <a:pt x="100012" y="733330"/>
                  </a:lnTo>
                  <a:lnTo>
                    <a:pt x="96679" y="733711"/>
                  </a:lnTo>
                  <a:lnTo>
                    <a:pt x="97155" y="736187"/>
                  </a:lnTo>
                  <a:lnTo>
                    <a:pt x="99346" y="739330"/>
                  </a:lnTo>
                  <a:lnTo>
                    <a:pt x="101537" y="741521"/>
                  </a:lnTo>
                  <a:lnTo>
                    <a:pt x="108299" y="747046"/>
                  </a:lnTo>
                  <a:lnTo>
                    <a:pt x="110204" y="749713"/>
                  </a:lnTo>
                  <a:lnTo>
                    <a:pt x="114205" y="757333"/>
                  </a:lnTo>
                  <a:lnTo>
                    <a:pt x="115062" y="760381"/>
                  </a:lnTo>
                  <a:lnTo>
                    <a:pt x="114681" y="765524"/>
                  </a:lnTo>
                  <a:lnTo>
                    <a:pt x="115062" y="766953"/>
                  </a:lnTo>
                  <a:lnTo>
                    <a:pt x="116205" y="767810"/>
                  </a:lnTo>
                  <a:lnTo>
                    <a:pt x="118015" y="768191"/>
                  </a:lnTo>
                  <a:lnTo>
                    <a:pt x="120110" y="768477"/>
                  </a:lnTo>
                  <a:lnTo>
                    <a:pt x="121349" y="768572"/>
                  </a:lnTo>
                  <a:lnTo>
                    <a:pt x="123825" y="767239"/>
                  </a:lnTo>
                  <a:lnTo>
                    <a:pt x="129349" y="767048"/>
                  </a:lnTo>
                  <a:lnTo>
                    <a:pt x="130969" y="766763"/>
                  </a:lnTo>
                  <a:lnTo>
                    <a:pt x="131921" y="766381"/>
                  </a:lnTo>
                  <a:lnTo>
                    <a:pt x="132683" y="765524"/>
                  </a:lnTo>
                  <a:lnTo>
                    <a:pt x="134303" y="762762"/>
                  </a:lnTo>
                  <a:lnTo>
                    <a:pt x="134874" y="762190"/>
                  </a:lnTo>
                  <a:lnTo>
                    <a:pt x="135826" y="761429"/>
                  </a:lnTo>
                  <a:lnTo>
                    <a:pt x="136493" y="761619"/>
                  </a:lnTo>
                  <a:lnTo>
                    <a:pt x="136874" y="762095"/>
                  </a:lnTo>
                  <a:lnTo>
                    <a:pt x="137160" y="764000"/>
                  </a:lnTo>
                  <a:lnTo>
                    <a:pt x="137446" y="764953"/>
                  </a:lnTo>
                  <a:lnTo>
                    <a:pt x="137827" y="765524"/>
                  </a:lnTo>
                  <a:lnTo>
                    <a:pt x="138589" y="766000"/>
                  </a:lnTo>
                  <a:lnTo>
                    <a:pt x="139446" y="766286"/>
                  </a:lnTo>
                  <a:lnTo>
                    <a:pt x="141637" y="766667"/>
                  </a:lnTo>
                  <a:lnTo>
                    <a:pt x="143351" y="767048"/>
                  </a:lnTo>
                  <a:lnTo>
                    <a:pt x="144304" y="767715"/>
                  </a:lnTo>
                  <a:lnTo>
                    <a:pt x="145256" y="768858"/>
                  </a:lnTo>
                  <a:lnTo>
                    <a:pt x="145828" y="770191"/>
                  </a:lnTo>
                  <a:lnTo>
                    <a:pt x="147161" y="776383"/>
                  </a:lnTo>
                  <a:lnTo>
                    <a:pt x="148018" y="778097"/>
                  </a:lnTo>
                  <a:lnTo>
                    <a:pt x="149257" y="779526"/>
                  </a:lnTo>
                  <a:lnTo>
                    <a:pt x="151733" y="781145"/>
                  </a:lnTo>
                  <a:lnTo>
                    <a:pt x="153448" y="781622"/>
                  </a:lnTo>
                  <a:lnTo>
                    <a:pt x="154686" y="781717"/>
                  </a:lnTo>
                  <a:lnTo>
                    <a:pt x="156210" y="781336"/>
                  </a:lnTo>
                  <a:lnTo>
                    <a:pt x="162973" y="778669"/>
                  </a:lnTo>
                  <a:lnTo>
                    <a:pt x="167449" y="778573"/>
                  </a:lnTo>
                  <a:lnTo>
                    <a:pt x="167354" y="776764"/>
                  </a:lnTo>
                  <a:lnTo>
                    <a:pt x="166687" y="775621"/>
                  </a:lnTo>
                  <a:lnTo>
                    <a:pt x="166592" y="775049"/>
                  </a:lnTo>
                  <a:lnTo>
                    <a:pt x="166783" y="774668"/>
                  </a:lnTo>
                  <a:lnTo>
                    <a:pt x="168212" y="774097"/>
                  </a:lnTo>
                  <a:lnTo>
                    <a:pt x="168783" y="773525"/>
                  </a:lnTo>
                  <a:lnTo>
                    <a:pt x="169355" y="772573"/>
                  </a:lnTo>
                  <a:lnTo>
                    <a:pt x="170307" y="769715"/>
                  </a:lnTo>
                  <a:lnTo>
                    <a:pt x="171736" y="767905"/>
                  </a:lnTo>
                  <a:lnTo>
                    <a:pt x="177355" y="763524"/>
                  </a:lnTo>
                  <a:lnTo>
                    <a:pt x="178308" y="763048"/>
                  </a:lnTo>
                  <a:lnTo>
                    <a:pt x="179165" y="762857"/>
                  </a:lnTo>
                  <a:lnTo>
                    <a:pt x="180022" y="763143"/>
                  </a:lnTo>
                  <a:lnTo>
                    <a:pt x="180499" y="763619"/>
                  </a:lnTo>
                  <a:lnTo>
                    <a:pt x="180689" y="764477"/>
                  </a:lnTo>
                  <a:lnTo>
                    <a:pt x="180785" y="765238"/>
                  </a:lnTo>
                  <a:lnTo>
                    <a:pt x="180689" y="766763"/>
                  </a:lnTo>
                  <a:lnTo>
                    <a:pt x="180594" y="767239"/>
                  </a:lnTo>
                  <a:lnTo>
                    <a:pt x="180499" y="767620"/>
                  </a:lnTo>
                  <a:lnTo>
                    <a:pt x="180594" y="767905"/>
                  </a:lnTo>
                  <a:lnTo>
                    <a:pt x="180975" y="768096"/>
                  </a:lnTo>
                  <a:lnTo>
                    <a:pt x="181642" y="768287"/>
                  </a:lnTo>
                  <a:lnTo>
                    <a:pt x="185357" y="768287"/>
                  </a:lnTo>
                  <a:lnTo>
                    <a:pt x="188309" y="767810"/>
                  </a:lnTo>
                  <a:lnTo>
                    <a:pt x="189738" y="767239"/>
                  </a:lnTo>
                  <a:lnTo>
                    <a:pt x="190976" y="766667"/>
                  </a:lnTo>
                  <a:lnTo>
                    <a:pt x="192976" y="765048"/>
                  </a:lnTo>
                  <a:lnTo>
                    <a:pt x="194024" y="764000"/>
                  </a:lnTo>
                  <a:lnTo>
                    <a:pt x="196120" y="760666"/>
                  </a:lnTo>
                  <a:lnTo>
                    <a:pt x="198501" y="756285"/>
                  </a:lnTo>
                  <a:lnTo>
                    <a:pt x="198882" y="755142"/>
                  </a:lnTo>
                  <a:lnTo>
                    <a:pt x="198596" y="753999"/>
                  </a:lnTo>
                  <a:lnTo>
                    <a:pt x="198025" y="753237"/>
                  </a:lnTo>
                  <a:lnTo>
                    <a:pt x="196501" y="751904"/>
                  </a:lnTo>
                  <a:lnTo>
                    <a:pt x="196405" y="751332"/>
                  </a:lnTo>
                  <a:lnTo>
                    <a:pt x="196691" y="750665"/>
                  </a:lnTo>
                  <a:lnTo>
                    <a:pt x="199930" y="746474"/>
                  </a:lnTo>
                  <a:lnTo>
                    <a:pt x="202120" y="741997"/>
                  </a:lnTo>
                  <a:lnTo>
                    <a:pt x="203549" y="739902"/>
                  </a:lnTo>
                  <a:lnTo>
                    <a:pt x="204502" y="738188"/>
                  </a:lnTo>
                  <a:lnTo>
                    <a:pt x="205264" y="736187"/>
                  </a:lnTo>
                  <a:lnTo>
                    <a:pt x="205835" y="733139"/>
                  </a:lnTo>
                  <a:lnTo>
                    <a:pt x="205835" y="731615"/>
                  </a:lnTo>
                  <a:lnTo>
                    <a:pt x="205645" y="730567"/>
                  </a:lnTo>
                  <a:lnTo>
                    <a:pt x="205264" y="729996"/>
                  </a:lnTo>
                  <a:lnTo>
                    <a:pt x="204787" y="729710"/>
                  </a:lnTo>
                  <a:lnTo>
                    <a:pt x="204216" y="729520"/>
                  </a:lnTo>
                  <a:lnTo>
                    <a:pt x="201549" y="728853"/>
                  </a:lnTo>
                  <a:lnTo>
                    <a:pt x="200787" y="728472"/>
                  </a:lnTo>
                  <a:lnTo>
                    <a:pt x="200216" y="727996"/>
                  </a:lnTo>
                  <a:lnTo>
                    <a:pt x="200120" y="727043"/>
                  </a:lnTo>
                  <a:lnTo>
                    <a:pt x="200501" y="726186"/>
                  </a:lnTo>
                  <a:lnTo>
                    <a:pt x="201739" y="724853"/>
                  </a:lnTo>
                  <a:lnTo>
                    <a:pt x="202692" y="724186"/>
                  </a:lnTo>
                  <a:lnTo>
                    <a:pt x="203835" y="723805"/>
                  </a:lnTo>
                  <a:lnTo>
                    <a:pt x="208597" y="723709"/>
                  </a:lnTo>
                  <a:lnTo>
                    <a:pt x="209455" y="723233"/>
                  </a:lnTo>
                  <a:lnTo>
                    <a:pt x="210026" y="722281"/>
                  </a:lnTo>
                  <a:lnTo>
                    <a:pt x="210312" y="720090"/>
                  </a:lnTo>
                  <a:lnTo>
                    <a:pt x="210122" y="716089"/>
                  </a:lnTo>
                  <a:lnTo>
                    <a:pt x="210788" y="711041"/>
                  </a:lnTo>
                  <a:lnTo>
                    <a:pt x="210788" y="709327"/>
                  </a:lnTo>
                  <a:lnTo>
                    <a:pt x="210503" y="708088"/>
                  </a:lnTo>
                  <a:lnTo>
                    <a:pt x="210122" y="707136"/>
                  </a:lnTo>
                  <a:lnTo>
                    <a:pt x="209645" y="706279"/>
                  </a:lnTo>
                  <a:lnTo>
                    <a:pt x="208788" y="705517"/>
                  </a:lnTo>
                  <a:lnTo>
                    <a:pt x="208026" y="704945"/>
                  </a:lnTo>
                  <a:lnTo>
                    <a:pt x="198120" y="700278"/>
                  </a:lnTo>
                  <a:lnTo>
                    <a:pt x="197358" y="700088"/>
                  </a:lnTo>
                  <a:lnTo>
                    <a:pt x="196787" y="700183"/>
                  </a:lnTo>
                  <a:lnTo>
                    <a:pt x="196215" y="700469"/>
                  </a:lnTo>
                  <a:lnTo>
                    <a:pt x="195167" y="701230"/>
                  </a:lnTo>
                  <a:lnTo>
                    <a:pt x="194786" y="701516"/>
                  </a:lnTo>
                  <a:lnTo>
                    <a:pt x="194215" y="701707"/>
                  </a:lnTo>
                  <a:lnTo>
                    <a:pt x="193643" y="701707"/>
                  </a:lnTo>
                  <a:lnTo>
                    <a:pt x="193167" y="701421"/>
                  </a:lnTo>
                  <a:lnTo>
                    <a:pt x="192881" y="700659"/>
                  </a:lnTo>
                  <a:lnTo>
                    <a:pt x="192691" y="699706"/>
                  </a:lnTo>
                  <a:lnTo>
                    <a:pt x="192881" y="697421"/>
                  </a:lnTo>
                  <a:lnTo>
                    <a:pt x="192881" y="696849"/>
                  </a:lnTo>
                  <a:lnTo>
                    <a:pt x="192691" y="696373"/>
                  </a:lnTo>
                  <a:lnTo>
                    <a:pt x="191929" y="695039"/>
                  </a:lnTo>
                  <a:lnTo>
                    <a:pt x="191453" y="694087"/>
                  </a:lnTo>
                  <a:lnTo>
                    <a:pt x="191167" y="693039"/>
                  </a:lnTo>
                  <a:lnTo>
                    <a:pt x="190976" y="691039"/>
                  </a:lnTo>
                  <a:lnTo>
                    <a:pt x="191167" y="690086"/>
                  </a:lnTo>
                  <a:lnTo>
                    <a:pt x="191738" y="689515"/>
                  </a:lnTo>
                  <a:lnTo>
                    <a:pt x="192976" y="689134"/>
                  </a:lnTo>
                  <a:lnTo>
                    <a:pt x="194977" y="688943"/>
                  </a:lnTo>
                  <a:lnTo>
                    <a:pt x="195834" y="688753"/>
                  </a:lnTo>
                  <a:lnTo>
                    <a:pt x="196405" y="688467"/>
                  </a:lnTo>
                  <a:lnTo>
                    <a:pt x="196977" y="687896"/>
                  </a:lnTo>
                  <a:lnTo>
                    <a:pt x="197168" y="687229"/>
                  </a:lnTo>
                  <a:lnTo>
                    <a:pt x="196882" y="686848"/>
                  </a:lnTo>
                  <a:lnTo>
                    <a:pt x="196501" y="686562"/>
                  </a:lnTo>
                  <a:lnTo>
                    <a:pt x="194882" y="685800"/>
                  </a:lnTo>
                  <a:lnTo>
                    <a:pt x="194215" y="685419"/>
                  </a:lnTo>
                  <a:lnTo>
                    <a:pt x="193548" y="684943"/>
                  </a:lnTo>
                  <a:lnTo>
                    <a:pt x="193072" y="684371"/>
                  </a:lnTo>
                  <a:lnTo>
                    <a:pt x="192786" y="683705"/>
                  </a:lnTo>
                  <a:lnTo>
                    <a:pt x="192595" y="682847"/>
                  </a:lnTo>
                  <a:lnTo>
                    <a:pt x="192595" y="681990"/>
                  </a:lnTo>
                  <a:lnTo>
                    <a:pt x="192500" y="681133"/>
                  </a:lnTo>
                  <a:lnTo>
                    <a:pt x="192119" y="680561"/>
                  </a:lnTo>
                  <a:lnTo>
                    <a:pt x="191738" y="680275"/>
                  </a:lnTo>
                  <a:lnTo>
                    <a:pt x="191262" y="680275"/>
                  </a:lnTo>
                  <a:lnTo>
                    <a:pt x="189928" y="680466"/>
                  </a:lnTo>
                  <a:lnTo>
                    <a:pt x="189357" y="680466"/>
                  </a:lnTo>
                  <a:lnTo>
                    <a:pt x="188690" y="680275"/>
                  </a:lnTo>
                  <a:lnTo>
                    <a:pt x="188119" y="679990"/>
                  </a:lnTo>
                  <a:lnTo>
                    <a:pt x="187738" y="679513"/>
                  </a:lnTo>
                  <a:lnTo>
                    <a:pt x="187643" y="679037"/>
                  </a:lnTo>
                  <a:lnTo>
                    <a:pt x="187547" y="678561"/>
                  </a:lnTo>
                  <a:lnTo>
                    <a:pt x="187452" y="677989"/>
                  </a:lnTo>
                  <a:lnTo>
                    <a:pt x="187166" y="676561"/>
                  </a:lnTo>
                  <a:lnTo>
                    <a:pt x="186976" y="676084"/>
                  </a:lnTo>
                  <a:lnTo>
                    <a:pt x="186595" y="675799"/>
                  </a:lnTo>
                  <a:lnTo>
                    <a:pt x="186309" y="675799"/>
                  </a:lnTo>
                  <a:lnTo>
                    <a:pt x="185737" y="675894"/>
                  </a:lnTo>
                  <a:lnTo>
                    <a:pt x="184880" y="676275"/>
                  </a:lnTo>
                  <a:lnTo>
                    <a:pt x="183547" y="677228"/>
                  </a:lnTo>
                  <a:lnTo>
                    <a:pt x="183261" y="677323"/>
                  </a:lnTo>
                  <a:lnTo>
                    <a:pt x="182975" y="677418"/>
                  </a:lnTo>
                  <a:lnTo>
                    <a:pt x="182594" y="677418"/>
                  </a:lnTo>
                  <a:lnTo>
                    <a:pt x="182213" y="677323"/>
                  </a:lnTo>
                  <a:lnTo>
                    <a:pt x="181928" y="677037"/>
                  </a:lnTo>
                  <a:lnTo>
                    <a:pt x="181832" y="676656"/>
                  </a:lnTo>
                  <a:lnTo>
                    <a:pt x="181928" y="676275"/>
                  </a:lnTo>
                  <a:lnTo>
                    <a:pt x="183356" y="672941"/>
                  </a:lnTo>
                  <a:lnTo>
                    <a:pt x="183928" y="670560"/>
                  </a:lnTo>
                  <a:lnTo>
                    <a:pt x="184499" y="669893"/>
                  </a:lnTo>
                  <a:lnTo>
                    <a:pt x="185642" y="670084"/>
                  </a:lnTo>
                  <a:lnTo>
                    <a:pt x="186404" y="670655"/>
                  </a:lnTo>
                  <a:lnTo>
                    <a:pt x="187166" y="671417"/>
                  </a:lnTo>
                  <a:lnTo>
                    <a:pt x="187928" y="671989"/>
                  </a:lnTo>
                  <a:lnTo>
                    <a:pt x="188785" y="672179"/>
                  </a:lnTo>
                  <a:lnTo>
                    <a:pt x="189547" y="671894"/>
                  </a:lnTo>
                  <a:lnTo>
                    <a:pt x="190214" y="671227"/>
                  </a:lnTo>
                  <a:lnTo>
                    <a:pt x="190500" y="670750"/>
                  </a:lnTo>
                  <a:lnTo>
                    <a:pt x="191357" y="668274"/>
                  </a:lnTo>
                  <a:lnTo>
                    <a:pt x="191738" y="667703"/>
                  </a:lnTo>
                  <a:lnTo>
                    <a:pt x="192119" y="667607"/>
                  </a:lnTo>
                  <a:lnTo>
                    <a:pt x="192976" y="667703"/>
                  </a:lnTo>
                  <a:lnTo>
                    <a:pt x="193548" y="668179"/>
                  </a:lnTo>
                  <a:lnTo>
                    <a:pt x="194024" y="668750"/>
                  </a:lnTo>
                  <a:lnTo>
                    <a:pt x="194596" y="669417"/>
                  </a:lnTo>
                  <a:lnTo>
                    <a:pt x="195167" y="669988"/>
                  </a:lnTo>
                  <a:lnTo>
                    <a:pt x="195834" y="670274"/>
                  </a:lnTo>
                  <a:lnTo>
                    <a:pt x="196596" y="670084"/>
                  </a:lnTo>
                  <a:lnTo>
                    <a:pt x="197453" y="669322"/>
                  </a:lnTo>
                  <a:lnTo>
                    <a:pt x="199358" y="666940"/>
                  </a:lnTo>
                  <a:lnTo>
                    <a:pt x="199930" y="666464"/>
                  </a:lnTo>
                  <a:lnTo>
                    <a:pt x="200597" y="666083"/>
                  </a:lnTo>
                  <a:lnTo>
                    <a:pt x="202025" y="665226"/>
                  </a:lnTo>
                  <a:lnTo>
                    <a:pt x="202692" y="664750"/>
                  </a:lnTo>
                  <a:lnTo>
                    <a:pt x="203264" y="664178"/>
                  </a:lnTo>
                  <a:lnTo>
                    <a:pt x="203740" y="663416"/>
                  </a:lnTo>
                  <a:lnTo>
                    <a:pt x="204121" y="662654"/>
                  </a:lnTo>
                  <a:lnTo>
                    <a:pt x="205168" y="658558"/>
                  </a:lnTo>
                  <a:lnTo>
                    <a:pt x="205454" y="657987"/>
                  </a:lnTo>
                  <a:lnTo>
                    <a:pt x="206026" y="657701"/>
                  </a:lnTo>
                  <a:lnTo>
                    <a:pt x="206788" y="657701"/>
                  </a:lnTo>
                  <a:lnTo>
                    <a:pt x="208312" y="658178"/>
                  </a:lnTo>
                  <a:lnTo>
                    <a:pt x="210026" y="659321"/>
                  </a:lnTo>
                  <a:lnTo>
                    <a:pt x="211074" y="659606"/>
                  </a:lnTo>
                  <a:lnTo>
                    <a:pt x="214884" y="659987"/>
                  </a:lnTo>
                  <a:lnTo>
                    <a:pt x="215837" y="660178"/>
                  </a:lnTo>
                  <a:lnTo>
                    <a:pt x="216408" y="660463"/>
                  </a:lnTo>
                  <a:lnTo>
                    <a:pt x="216599" y="661511"/>
                  </a:lnTo>
                  <a:lnTo>
                    <a:pt x="216789" y="663416"/>
                  </a:lnTo>
                  <a:lnTo>
                    <a:pt x="217075" y="663988"/>
                  </a:lnTo>
                  <a:lnTo>
                    <a:pt x="218218" y="665512"/>
                  </a:lnTo>
                  <a:lnTo>
                    <a:pt x="218694" y="666274"/>
                  </a:lnTo>
                  <a:lnTo>
                    <a:pt x="218789" y="666845"/>
                  </a:lnTo>
                  <a:lnTo>
                    <a:pt x="218789" y="667322"/>
                  </a:lnTo>
                  <a:lnTo>
                    <a:pt x="218789" y="667798"/>
                  </a:lnTo>
                  <a:lnTo>
                    <a:pt x="218789" y="668274"/>
                  </a:lnTo>
                  <a:lnTo>
                    <a:pt x="218885" y="668655"/>
                  </a:lnTo>
                  <a:lnTo>
                    <a:pt x="219170" y="668941"/>
                  </a:lnTo>
                  <a:lnTo>
                    <a:pt x="219551" y="669131"/>
                  </a:lnTo>
                  <a:lnTo>
                    <a:pt x="220123" y="669131"/>
                  </a:lnTo>
                  <a:lnTo>
                    <a:pt x="220885" y="668941"/>
                  </a:lnTo>
                  <a:lnTo>
                    <a:pt x="221933" y="668464"/>
                  </a:lnTo>
                  <a:lnTo>
                    <a:pt x="222885" y="667893"/>
                  </a:lnTo>
                  <a:lnTo>
                    <a:pt x="226695" y="664464"/>
                  </a:lnTo>
                  <a:lnTo>
                    <a:pt x="227552" y="663797"/>
                  </a:lnTo>
                  <a:lnTo>
                    <a:pt x="228410" y="663416"/>
                  </a:lnTo>
                  <a:lnTo>
                    <a:pt x="229267" y="663226"/>
                  </a:lnTo>
                  <a:lnTo>
                    <a:pt x="231458" y="663035"/>
                  </a:lnTo>
                  <a:lnTo>
                    <a:pt x="232696" y="662559"/>
                  </a:lnTo>
                  <a:lnTo>
                    <a:pt x="233077" y="661606"/>
                  </a:lnTo>
                  <a:lnTo>
                    <a:pt x="233362" y="660273"/>
                  </a:lnTo>
                  <a:lnTo>
                    <a:pt x="230219" y="657034"/>
                  </a:lnTo>
                  <a:lnTo>
                    <a:pt x="231934" y="655701"/>
                  </a:lnTo>
                  <a:lnTo>
                    <a:pt x="232886" y="655130"/>
                  </a:lnTo>
                  <a:lnTo>
                    <a:pt x="233362" y="654558"/>
                  </a:lnTo>
                  <a:lnTo>
                    <a:pt x="233743" y="653987"/>
                  </a:lnTo>
                  <a:lnTo>
                    <a:pt x="234887" y="650272"/>
                  </a:lnTo>
                  <a:lnTo>
                    <a:pt x="235268" y="649700"/>
                  </a:lnTo>
                  <a:lnTo>
                    <a:pt x="235934" y="649414"/>
                  </a:lnTo>
                  <a:lnTo>
                    <a:pt x="237172" y="649414"/>
                  </a:lnTo>
                  <a:lnTo>
                    <a:pt x="238125" y="649319"/>
                  </a:lnTo>
                  <a:lnTo>
                    <a:pt x="238982" y="648938"/>
                  </a:lnTo>
                  <a:lnTo>
                    <a:pt x="239935" y="648081"/>
                  </a:lnTo>
                  <a:lnTo>
                    <a:pt x="240792" y="646652"/>
                  </a:lnTo>
                  <a:lnTo>
                    <a:pt x="241078" y="646366"/>
                  </a:lnTo>
                  <a:lnTo>
                    <a:pt x="241840" y="646081"/>
                  </a:lnTo>
                  <a:lnTo>
                    <a:pt x="243268" y="645795"/>
                  </a:lnTo>
                  <a:lnTo>
                    <a:pt x="245840" y="644366"/>
                  </a:lnTo>
                  <a:lnTo>
                    <a:pt x="246793" y="643699"/>
                  </a:lnTo>
                  <a:lnTo>
                    <a:pt x="247650" y="643223"/>
                  </a:lnTo>
                  <a:lnTo>
                    <a:pt x="248983" y="643128"/>
                  </a:lnTo>
                  <a:lnTo>
                    <a:pt x="250889" y="643414"/>
                  </a:lnTo>
                  <a:lnTo>
                    <a:pt x="252603" y="644176"/>
                  </a:lnTo>
                  <a:lnTo>
                    <a:pt x="253937" y="644366"/>
                  </a:lnTo>
                  <a:lnTo>
                    <a:pt x="254794" y="644271"/>
                  </a:lnTo>
                  <a:lnTo>
                    <a:pt x="255460" y="643604"/>
                  </a:lnTo>
                  <a:lnTo>
                    <a:pt x="255746" y="643223"/>
                  </a:lnTo>
                  <a:lnTo>
                    <a:pt x="255841" y="642652"/>
                  </a:lnTo>
                  <a:lnTo>
                    <a:pt x="255841" y="642080"/>
                  </a:lnTo>
                  <a:lnTo>
                    <a:pt x="254889" y="636937"/>
                  </a:lnTo>
                  <a:lnTo>
                    <a:pt x="254508" y="635508"/>
                  </a:lnTo>
                  <a:lnTo>
                    <a:pt x="254032" y="634460"/>
                  </a:lnTo>
                  <a:lnTo>
                    <a:pt x="253270" y="632936"/>
                  </a:lnTo>
                  <a:lnTo>
                    <a:pt x="253174" y="632650"/>
                  </a:lnTo>
                  <a:lnTo>
                    <a:pt x="253270" y="632174"/>
                  </a:lnTo>
                  <a:lnTo>
                    <a:pt x="253460" y="631793"/>
                  </a:lnTo>
                  <a:lnTo>
                    <a:pt x="254318" y="631317"/>
                  </a:lnTo>
                  <a:lnTo>
                    <a:pt x="259556" y="629698"/>
                  </a:lnTo>
                  <a:lnTo>
                    <a:pt x="261176" y="629031"/>
                  </a:lnTo>
                  <a:lnTo>
                    <a:pt x="262223" y="628459"/>
                  </a:lnTo>
                  <a:lnTo>
                    <a:pt x="262985" y="627412"/>
                  </a:lnTo>
                  <a:lnTo>
                    <a:pt x="263557" y="626840"/>
                  </a:lnTo>
                  <a:lnTo>
                    <a:pt x="265176" y="625412"/>
                  </a:lnTo>
                  <a:lnTo>
                    <a:pt x="265557" y="624649"/>
                  </a:lnTo>
                  <a:lnTo>
                    <a:pt x="266605" y="621030"/>
                  </a:lnTo>
                  <a:lnTo>
                    <a:pt x="267081" y="620649"/>
                  </a:lnTo>
                  <a:lnTo>
                    <a:pt x="267748" y="620458"/>
                  </a:lnTo>
                  <a:lnTo>
                    <a:pt x="271177" y="621697"/>
                  </a:lnTo>
                  <a:lnTo>
                    <a:pt x="276225" y="620744"/>
                  </a:lnTo>
                  <a:lnTo>
                    <a:pt x="276892" y="620744"/>
                  </a:lnTo>
                  <a:lnTo>
                    <a:pt x="277368" y="621030"/>
                  </a:lnTo>
                  <a:lnTo>
                    <a:pt x="277844" y="621982"/>
                  </a:lnTo>
                  <a:lnTo>
                    <a:pt x="278225" y="623316"/>
                  </a:lnTo>
                  <a:lnTo>
                    <a:pt x="278892" y="624364"/>
                  </a:lnTo>
                  <a:lnTo>
                    <a:pt x="279940" y="625221"/>
                  </a:lnTo>
                  <a:lnTo>
                    <a:pt x="281940" y="626078"/>
                  </a:lnTo>
                  <a:lnTo>
                    <a:pt x="282512" y="626555"/>
                  </a:lnTo>
                  <a:lnTo>
                    <a:pt x="282893" y="627221"/>
                  </a:lnTo>
                  <a:lnTo>
                    <a:pt x="283750" y="628269"/>
                  </a:lnTo>
                  <a:lnTo>
                    <a:pt x="284893" y="629317"/>
                  </a:lnTo>
                  <a:lnTo>
                    <a:pt x="286703" y="629983"/>
                  </a:lnTo>
                  <a:lnTo>
                    <a:pt x="287845" y="630650"/>
                  </a:lnTo>
                  <a:lnTo>
                    <a:pt x="289084" y="630936"/>
                  </a:lnTo>
                  <a:lnTo>
                    <a:pt x="290417" y="631031"/>
                  </a:lnTo>
                  <a:lnTo>
                    <a:pt x="293941" y="629888"/>
                  </a:lnTo>
                  <a:lnTo>
                    <a:pt x="299180" y="626936"/>
                  </a:lnTo>
                  <a:lnTo>
                    <a:pt x="299371" y="624935"/>
                  </a:lnTo>
                  <a:lnTo>
                    <a:pt x="298990" y="622649"/>
                  </a:lnTo>
                  <a:lnTo>
                    <a:pt x="299085" y="621411"/>
                  </a:lnTo>
                  <a:lnTo>
                    <a:pt x="299561" y="620649"/>
                  </a:lnTo>
                  <a:lnTo>
                    <a:pt x="300704" y="619982"/>
                  </a:lnTo>
                  <a:lnTo>
                    <a:pt x="306610" y="619887"/>
                  </a:lnTo>
                  <a:lnTo>
                    <a:pt x="308705" y="619506"/>
                  </a:lnTo>
                  <a:lnTo>
                    <a:pt x="310324" y="618839"/>
                  </a:lnTo>
                  <a:lnTo>
                    <a:pt x="312801" y="617220"/>
                  </a:lnTo>
                  <a:lnTo>
                    <a:pt x="314039" y="616934"/>
                  </a:lnTo>
                  <a:lnTo>
                    <a:pt x="320421" y="616934"/>
                  </a:lnTo>
                  <a:lnTo>
                    <a:pt x="321374" y="617220"/>
                  </a:lnTo>
                  <a:lnTo>
                    <a:pt x="322135" y="617791"/>
                  </a:lnTo>
                  <a:lnTo>
                    <a:pt x="322802" y="618649"/>
                  </a:lnTo>
                  <a:lnTo>
                    <a:pt x="323564" y="619411"/>
                  </a:lnTo>
                  <a:lnTo>
                    <a:pt x="324422" y="619697"/>
                  </a:lnTo>
                  <a:lnTo>
                    <a:pt x="325660" y="619506"/>
                  </a:lnTo>
                  <a:lnTo>
                    <a:pt x="329946" y="617887"/>
                  </a:lnTo>
                  <a:lnTo>
                    <a:pt x="330994" y="617220"/>
                  </a:lnTo>
                  <a:lnTo>
                    <a:pt x="331946" y="616363"/>
                  </a:lnTo>
                  <a:lnTo>
                    <a:pt x="332708" y="615505"/>
                  </a:lnTo>
                  <a:lnTo>
                    <a:pt x="333947" y="613600"/>
                  </a:lnTo>
                  <a:lnTo>
                    <a:pt x="334518" y="613220"/>
                  </a:lnTo>
                  <a:lnTo>
                    <a:pt x="335089" y="613315"/>
                  </a:lnTo>
                  <a:lnTo>
                    <a:pt x="336233" y="613981"/>
                  </a:lnTo>
                  <a:lnTo>
                    <a:pt x="339185" y="616744"/>
                  </a:lnTo>
                  <a:lnTo>
                    <a:pt x="340805" y="617696"/>
                  </a:lnTo>
                  <a:lnTo>
                    <a:pt x="342329" y="618172"/>
                  </a:lnTo>
                  <a:lnTo>
                    <a:pt x="343567" y="617887"/>
                  </a:lnTo>
                  <a:lnTo>
                    <a:pt x="344329" y="617125"/>
                  </a:lnTo>
                  <a:lnTo>
                    <a:pt x="344805" y="616267"/>
                  </a:lnTo>
                  <a:lnTo>
                    <a:pt x="345091" y="615220"/>
                  </a:lnTo>
                  <a:lnTo>
                    <a:pt x="345186" y="613886"/>
                  </a:lnTo>
                  <a:lnTo>
                    <a:pt x="345091" y="612838"/>
                  </a:lnTo>
                  <a:lnTo>
                    <a:pt x="344805" y="611600"/>
                  </a:lnTo>
                  <a:lnTo>
                    <a:pt x="343091" y="609124"/>
                  </a:lnTo>
                  <a:lnTo>
                    <a:pt x="342995" y="608647"/>
                  </a:lnTo>
                  <a:lnTo>
                    <a:pt x="343281" y="607695"/>
                  </a:lnTo>
                  <a:lnTo>
                    <a:pt x="343757" y="607123"/>
                  </a:lnTo>
                  <a:lnTo>
                    <a:pt x="345376" y="606076"/>
                  </a:lnTo>
                  <a:lnTo>
                    <a:pt x="345758" y="605314"/>
                  </a:lnTo>
                  <a:lnTo>
                    <a:pt x="345853" y="604075"/>
                  </a:lnTo>
                  <a:lnTo>
                    <a:pt x="345472" y="602552"/>
                  </a:lnTo>
                  <a:lnTo>
                    <a:pt x="344424" y="600647"/>
                  </a:lnTo>
                  <a:lnTo>
                    <a:pt x="343376" y="599504"/>
                  </a:lnTo>
                  <a:lnTo>
                    <a:pt x="342233" y="598551"/>
                  </a:lnTo>
                  <a:lnTo>
                    <a:pt x="341566" y="597503"/>
                  </a:lnTo>
                  <a:lnTo>
                    <a:pt x="340995" y="595979"/>
                  </a:lnTo>
                  <a:lnTo>
                    <a:pt x="340995" y="593503"/>
                  </a:lnTo>
                  <a:lnTo>
                    <a:pt x="341376" y="591788"/>
                  </a:lnTo>
                  <a:lnTo>
                    <a:pt x="341947" y="590550"/>
                  </a:lnTo>
                  <a:lnTo>
                    <a:pt x="342519" y="589502"/>
                  </a:lnTo>
                  <a:lnTo>
                    <a:pt x="342995" y="588455"/>
                  </a:lnTo>
                  <a:lnTo>
                    <a:pt x="342995" y="587216"/>
                  </a:lnTo>
                  <a:lnTo>
                    <a:pt x="342900" y="585788"/>
                  </a:lnTo>
                  <a:lnTo>
                    <a:pt x="342329" y="583882"/>
                  </a:lnTo>
                  <a:lnTo>
                    <a:pt x="341757" y="582549"/>
                  </a:lnTo>
                  <a:lnTo>
                    <a:pt x="340709" y="581501"/>
                  </a:lnTo>
                  <a:lnTo>
                    <a:pt x="338995" y="580644"/>
                  </a:lnTo>
                  <a:lnTo>
                    <a:pt x="338423" y="580072"/>
                  </a:lnTo>
                  <a:lnTo>
                    <a:pt x="337947" y="579025"/>
                  </a:lnTo>
                  <a:lnTo>
                    <a:pt x="337566" y="576644"/>
                  </a:lnTo>
                  <a:lnTo>
                    <a:pt x="336995" y="574738"/>
                  </a:lnTo>
                  <a:lnTo>
                    <a:pt x="334994" y="570929"/>
                  </a:lnTo>
                  <a:lnTo>
                    <a:pt x="334804" y="568071"/>
                  </a:lnTo>
                  <a:lnTo>
                    <a:pt x="335851" y="566928"/>
                  </a:lnTo>
                  <a:lnTo>
                    <a:pt x="337376" y="565785"/>
                  </a:lnTo>
                  <a:lnTo>
                    <a:pt x="338233" y="564928"/>
                  </a:lnTo>
                  <a:lnTo>
                    <a:pt x="339090" y="563689"/>
                  </a:lnTo>
                  <a:lnTo>
                    <a:pt x="340614" y="560165"/>
                  </a:lnTo>
                  <a:lnTo>
                    <a:pt x="341281" y="559022"/>
                  </a:lnTo>
                  <a:lnTo>
                    <a:pt x="341947" y="558165"/>
                  </a:lnTo>
                  <a:lnTo>
                    <a:pt x="342900" y="557594"/>
                  </a:lnTo>
                  <a:lnTo>
                    <a:pt x="344233" y="557117"/>
                  </a:lnTo>
                  <a:lnTo>
                    <a:pt x="345472" y="557498"/>
                  </a:lnTo>
                  <a:lnTo>
                    <a:pt x="347282" y="558641"/>
                  </a:lnTo>
                  <a:lnTo>
                    <a:pt x="348139" y="561213"/>
                  </a:lnTo>
                  <a:lnTo>
                    <a:pt x="349472" y="563689"/>
                  </a:lnTo>
                  <a:lnTo>
                    <a:pt x="352520" y="564832"/>
                  </a:lnTo>
                  <a:lnTo>
                    <a:pt x="355473" y="564547"/>
                  </a:lnTo>
                  <a:lnTo>
                    <a:pt x="356616" y="564928"/>
                  </a:lnTo>
                  <a:lnTo>
                    <a:pt x="358045" y="566071"/>
                  </a:lnTo>
                  <a:lnTo>
                    <a:pt x="358712" y="567309"/>
                  </a:lnTo>
                  <a:lnTo>
                    <a:pt x="359188" y="568547"/>
                  </a:lnTo>
                  <a:lnTo>
                    <a:pt x="360045" y="569500"/>
                  </a:lnTo>
                  <a:lnTo>
                    <a:pt x="361664" y="569786"/>
                  </a:lnTo>
                  <a:lnTo>
                    <a:pt x="363474" y="568452"/>
                  </a:lnTo>
                  <a:lnTo>
                    <a:pt x="365379" y="566071"/>
                  </a:lnTo>
                  <a:lnTo>
                    <a:pt x="367189" y="564737"/>
                  </a:lnTo>
                  <a:lnTo>
                    <a:pt x="368713" y="566547"/>
                  </a:lnTo>
                  <a:lnTo>
                    <a:pt x="371570" y="564832"/>
                  </a:lnTo>
                  <a:lnTo>
                    <a:pt x="372428" y="565309"/>
                  </a:lnTo>
                  <a:lnTo>
                    <a:pt x="373570" y="567404"/>
                  </a:lnTo>
                  <a:lnTo>
                    <a:pt x="373951" y="569309"/>
                  </a:lnTo>
                  <a:lnTo>
                    <a:pt x="374237" y="571119"/>
                  </a:lnTo>
                  <a:lnTo>
                    <a:pt x="374809" y="572548"/>
                  </a:lnTo>
                  <a:lnTo>
                    <a:pt x="376333" y="573119"/>
                  </a:lnTo>
                  <a:lnTo>
                    <a:pt x="377285" y="573881"/>
                  </a:lnTo>
                  <a:lnTo>
                    <a:pt x="378143" y="575120"/>
                  </a:lnTo>
                  <a:lnTo>
                    <a:pt x="379285" y="575786"/>
                  </a:lnTo>
                  <a:lnTo>
                    <a:pt x="381095" y="574453"/>
                  </a:lnTo>
                  <a:lnTo>
                    <a:pt x="382333" y="573691"/>
                  </a:lnTo>
                  <a:lnTo>
                    <a:pt x="386239" y="572929"/>
                  </a:lnTo>
                  <a:lnTo>
                    <a:pt x="387763" y="572357"/>
                  </a:lnTo>
                  <a:lnTo>
                    <a:pt x="389001" y="573310"/>
                  </a:lnTo>
                  <a:lnTo>
                    <a:pt x="389763" y="573310"/>
                  </a:lnTo>
                  <a:lnTo>
                    <a:pt x="391287" y="572929"/>
                  </a:lnTo>
                  <a:lnTo>
                    <a:pt x="393668" y="571881"/>
                  </a:lnTo>
                  <a:lnTo>
                    <a:pt x="397478" y="569500"/>
                  </a:lnTo>
                  <a:lnTo>
                    <a:pt x="399574" y="568928"/>
                  </a:lnTo>
                  <a:lnTo>
                    <a:pt x="401288" y="569023"/>
                  </a:lnTo>
                  <a:lnTo>
                    <a:pt x="403479" y="570262"/>
                  </a:lnTo>
                  <a:lnTo>
                    <a:pt x="404622" y="570262"/>
                  </a:lnTo>
                  <a:lnTo>
                    <a:pt x="405765" y="569881"/>
                  </a:lnTo>
                  <a:lnTo>
                    <a:pt x="407860" y="568642"/>
                  </a:lnTo>
                  <a:lnTo>
                    <a:pt x="409480" y="568262"/>
                  </a:lnTo>
                  <a:lnTo>
                    <a:pt x="410813" y="568166"/>
                  </a:lnTo>
                  <a:lnTo>
                    <a:pt x="411956" y="568357"/>
                  </a:lnTo>
                  <a:lnTo>
                    <a:pt x="412909" y="568928"/>
                  </a:lnTo>
                  <a:lnTo>
                    <a:pt x="414909" y="570738"/>
                  </a:lnTo>
                  <a:lnTo>
                    <a:pt x="416052" y="571595"/>
                  </a:lnTo>
                  <a:lnTo>
                    <a:pt x="417195" y="571881"/>
                  </a:lnTo>
                  <a:lnTo>
                    <a:pt x="420148" y="571881"/>
                  </a:lnTo>
                  <a:lnTo>
                    <a:pt x="421672" y="572072"/>
                  </a:lnTo>
                  <a:lnTo>
                    <a:pt x="424720" y="572833"/>
                  </a:lnTo>
                  <a:lnTo>
                    <a:pt x="426244" y="572643"/>
                  </a:lnTo>
                  <a:lnTo>
                    <a:pt x="427387" y="571976"/>
                  </a:lnTo>
                  <a:lnTo>
                    <a:pt x="429863" y="570166"/>
                  </a:lnTo>
                  <a:lnTo>
                    <a:pt x="430435" y="569309"/>
                  </a:lnTo>
                  <a:lnTo>
                    <a:pt x="430244" y="567976"/>
                  </a:lnTo>
                  <a:lnTo>
                    <a:pt x="429292" y="567023"/>
                  </a:lnTo>
                  <a:lnTo>
                    <a:pt x="426625" y="565118"/>
                  </a:lnTo>
                  <a:lnTo>
                    <a:pt x="425958" y="563880"/>
                  </a:lnTo>
                  <a:lnTo>
                    <a:pt x="425387" y="561213"/>
                  </a:lnTo>
                  <a:lnTo>
                    <a:pt x="425006" y="560165"/>
                  </a:lnTo>
                  <a:lnTo>
                    <a:pt x="423672" y="559022"/>
                  </a:lnTo>
                  <a:lnTo>
                    <a:pt x="423101" y="557879"/>
                  </a:lnTo>
                  <a:lnTo>
                    <a:pt x="423291" y="556260"/>
                  </a:lnTo>
                  <a:lnTo>
                    <a:pt x="424434" y="554546"/>
                  </a:lnTo>
                  <a:lnTo>
                    <a:pt x="425387" y="553593"/>
                  </a:lnTo>
                  <a:lnTo>
                    <a:pt x="425863" y="552831"/>
                  </a:lnTo>
                  <a:lnTo>
                    <a:pt x="425672" y="551879"/>
                  </a:lnTo>
                  <a:lnTo>
                    <a:pt x="424910" y="550545"/>
                  </a:lnTo>
                  <a:lnTo>
                    <a:pt x="424910" y="550069"/>
                  </a:lnTo>
                  <a:lnTo>
                    <a:pt x="425387" y="548449"/>
                  </a:lnTo>
                  <a:lnTo>
                    <a:pt x="425482" y="547402"/>
                  </a:lnTo>
                  <a:lnTo>
                    <a:pt x="425387" y="546449"/>
                  </a:lnTo>
                  <a:lnTo>
                    <a:pt x="424815" y="545497"/>
                  </a:lnTo>
                  <a:lnTo>
                    <a:pt x="423196" y="543497"/>
                  </a:lnTo>
                  <a:lnTo>
                    <a:pt x="422529" y="542449"/>
                  </a:lnTo>
                  <a:lnTo>
                    <a:pt x="422720" y="541401"/>
                  </a:lnTo>
                  <a:lnTo>
                    <a:pt x="423767" y="540448"/>
                  </a:lnTo>
                  <a:lnTo>
                    <a:pt x="431673" y="538163"/>
                  </a:lnTo>
                  <a:lnTo>
                    <a:pt x="433959" y="536067"/>
                  </a:lnTo>
                  <a:lnTo>
                    <a:pt x="434245" y="534733"/>
                  </a:lnTo>
                  <a:lnTo>
                    <a:pt x="434626" y="533972"/>
                  </a:lnTo>
                  <a:lnTo>
                    <a:pt x="435197" y="533114"/>
                  </a:lnTo>
                  <a:lnTo>
                    <a:pt x="436340" y="532447"/>
                  </a:lnTo>
                  <a:lnTo>
                    <a:pt x="438912" y="531400"/>
                  </a:lnTo>
                  <a:lnTo>
                    <a:pt x="439864" y="530733"/>
                  </a:lnTo>
                  <a:lnTo>
                    <a:pt x="440341" y="529876"/>
                  </a:lnTo>
                  <a:lnTo>
                    <a:pt x="440436" y="528923"/>
                  </a:lnTo>
                  <a:lnTo>
                    <a:pt x="440341" y="528161"/>
                  </a:lnTo>
                  <a:lnTo>
                    <a:pt x="440341" y="527304"/>
                  </a:lnTo>
                  <a:lnTo>
                    <a:pt x="440722" y="526542"/>
                  </a:lnTo>
                  <a:lnTo>
                    <a:pt x="441674" y="525971"/>
                  </a:lnTo>
                  <a:lnTo>
                    <a:pt x="443103" y="525589"/>
                  </a:lnTo>
                  <a:lnTo>
                    <a:pt x="443960" y="525113"/>
                  </a:lnTo>
                  <a:lnTo>
                    <a:pt x="444437" y="524542"/>
                  </a:lnTo>
                  <a:lnTo>
                    <a:pt x="445294" y="522446"/>
                  </a:lnTo>
                  <a:lnTo>
                    <a:pt x="445770" y="521684"/>
                  </a:lnTo>
                  <a:lnTo>
                    <a:pt x="446913" y="521113"/>
                  </a:lnTo>
                  <a:lnTo>
                    <a:pt x="448247" y="521303"/>
                  </a:lnTo>
                  <a:lnTo>
                    <a:pt x="450437" y="522446"/>
                  </a:lnTo>
                  <a:lnTo>
                    <a:pt x="452437" y="522351"/>
                  </a:lnTo>
                  <a:lnTo>
                    <a:pt x="453866" y="521970"/>
                  </a:lnTo>
                  <a:lnTo>
                    <a:pt x="454914" y="521970"/>
                  </a:lnTo>
                  <a:lnTo>
                    <a:pt x="455962" y="522541"/>
                  </a:lnTo>
                  <a:lnTo>
                    <a:pt x="457676" y="525018"/>
                  </a:lnTo>
                  <a:lnTo>
                    <a:pt x="458724" y="526066"/>
                  </a:lnTo>
                  <a:lnTo>
                    <a:pt x="460248" y="527018"/>
                  </a:lnTo>
                  <a:lnTo>
                    <a:pt x="462820" y="529304"/>
                  </a:lnTo>
                  <a:lnTo>
                    <a:pt x="464534" y="529685"/>
                  </a:lnTo>
                  <a:lnTo>
                    <a:pt x="465963" y="523780"/>
                  </a:lnTo>
                  <a:lnTo>
                    <a:pt x="466916" y="521208"/>
                  </a:lnTo>
                  <a:lnTo>
                    <a:pt x="467963" y="519303"/>
                  </a:lnTo>
                  <a:lnTo>
                    <a:pt x="469011" y="518446"/>
                  </a:lnTo>
                  <a:lnTo>
                    <a:pt x="471297" y="517398"/>
                  </a:lnTo>
                  <a:lnTo>
                    <a:pt x="472440" y="516731"/>
                  </a:lnTo>
                  <a:lnTo>
                    <a:pt x="473297" y="515969"/>
                  </a:lnTo>
                  <a:lnTo>
                    <a:pt x="473774" y="515207"/>
                  </a:lnTo>
                  <a:lnTo>
                    <a:pt x="473869" y="514064"/>
                  </a:lnTo>
                  <a:lnTo>
                    <a:pt x="473678" y="512445"/>
                  </a:lnTo>
                  <a:lnTo>
                    <a:pt x="472249" y="509016"/>
                  </a:lnTo>
                  <a:lnTo>
                    <a:pt x="472059" y="506444"/>
                  </a:lnTo>
                  <a:lnTo>
                    <a:pt x="473583" y="506158"/>
                  </a:lnTo>
                  <a:lnTo>
                    <a:pt x="474535" y="506158"/>
                  </a:lnTo>
                  <a:lnTo>
                    <a:pt x="475583" y="506349"/>
                  </a:lnTo>
                  <a:lnTo>
                    <a:pt x="481774" y="508159"/>
                  </a:lnTo>
                  <a:lnTo>
                    <a:pt x="483394" y="508159"/>
                  </a:lnTo>
                  <a:lnTo>
                    <a:pt x="484822" y="507397"/>
                  </a:lnTo>
                  <a:lnTo>
                    <a:pt x="486156" y="505778"/>
                  </a:lnTo>
                  <a:lnTo>
                    <a:pt x="487870" y="502158"/>
                  </a:lnTo>
                  <a:lnTo>
                    <a:pt x="488442" y="499586"/>
                  </a:lnTo>
                  <a:lnTo>
                    <a:pt x="488728" y="497205"/>
                  </a:lnTo>
                  <a:lnTo>
                    <a:pt x="488347" y="493776"/>
                  </a:lnTo>
                  <a:lnTo>
                    <a:pt x="488347" y="491871"/>
                  </a:lnTo>
                  <a:lnTo>
                    <a:pt x="488537" y="490538"/>
                  </a:lnTo>
                  <a:lnTo>
                    <a:pt x="489966" y="484441"/>
                  </a:lnTo>
                  <a:lnTo>
                    <a:pt x="490157" y="482822"/>
                  </a:lnTo>
                  <a:lnTo>
                    <a:pt x="490157" y="481298"/>
                  </a:lnTo>
                  <a:lnTo>
                    <a:pt x="489585" y="476631"/>
                  </a:lnTo>
                  <a:lnTo>
                    <a:pt x="490442" y="475107"/>
                  </a:lnTo>
                  <a:lnTo>
                    <a:pt x="492062" y="473773"/>
                  </a:lnTo>
                  <a:lnTo>
                    <a:pt x="496157" y="472249"/>
                  </a:lnTo>
                  <a:lnTo>
                    <a:pt x="498539" y="472059"/>
                  </a:lnTo>
                  <a:lnTo>
                    <a:pt x="501682" y="472535"/>
                  </a:lnTo>
                  <a:lnTo>
                    <a:pt x="502634" y="472440"/>
                  </a:lnTo>
                  <a:lnTo>
                    <a:pt x="503777" y="472059"/>
                  </a:lnTo>
                  <a:lnTo>
                    <a:pt x="505111" y="471202"/>
                  </a:lnTo>
                  <a:lnTo>
                    <a:pt x="506539" y="470821"/>
                  </a:lnTo>
                  <a:lnTo>
                    <a:pt x="507683" y="470821"/>
                  </a:lnTo>
                  <a:lnTo>
                    <a:pt x="509968" y="471202"/>
                  </a:lnTo>
                  <a:lnTo>
                    <a:pt x="511207" y="470916"/>
                  </a:lnTo>
                  <a:lnTo>
                    <a:pt x="512064" y="470249"/>
                  </a:lnTo>
                  <a:lnTo>
                    <a:pt x="512540" y="468821"/>
                  </a:lnTo>
                  <a:lnTo>
                    <a:pt x="512826" y="467487"/>
                  </a:lnTo>
                  <a:lnTo>
                    <a:pt x="513207" y="466154"/>
                  </a:lnTo>
                  <a:lnTo>
                    <a:pt x="514064" y="464915"/>
                  </a:lnTo>
                  <a:lnTo>
                    <a:pt x="515588" y="463296"/>
                  </a:lnTo>
                  <a:lnTo>
                    <a:pt x="522351" y="458057"/>
                  </a:lnTo>
                  <a:lnTo>
                    <a:pt x="525494" y="456724"/>
                  </a:lnTo>
                  <a:lnTo>
                    <a:pt x="526542" y="456438"/>
                  </a:lnTo>
                  <a:lnTo>
                    <a:pt x="527495" y="456057"/>
                  </a:lnTo>
                  <a:lnTo>
                    <a:pt x="528161" y="455009"/>
                  </a:lnTo>
                  <a:lnTo>
                    <a:pt x="528637" y="453580"/>
                  </a:lnTo>
                  <a:lnTo>
                    <a:pt x="528733" y="450913"/>
                  </a:lnTo>
                  <a:lnTo>
                    <a:pt x="528066" y="447294"/>
                  </a:lnTo>
                  <a:lnTo>
                    <a:pt x="528352" y="445580"/>
                  </a:lnTo>
                  <a:lnTo>
                    <a:pt x="528828" y="444246"/>
                  </a:lnTo>
                  <a:lnTo>
                    <a:pt x="532543" y="439103"/>
                  </a:lnTo>
                  <a:lnTo>
                    <a:pt x="534448" y="438245"/>
                  </a:lnTo>
                  <a:lnTo>
                    <a:pt x="535496" y="438150"/>
                  </a:lnTo>
                  <a:lnTo>
                    <a:pt x="536734" y="438245"/>
                  </a:lnTo>
                  <a:lnTo>
                    <a:pt x="538067" y="438721"/>
                  </a:lnTo>
                  <a:lnTo>
                    <a:pt x="539401" y="439579"/>
                  </a:lnTo>
                  <a:lnTo>
                    <a:pt x="540830" y="441198"/>
                  </a:lnTo>
                  <a:lnTo>
                    <a:pt x="541401" y="442341"/>
                  </a:lnTo>
                  <a:lnTo>
                    <a:pt x="541592" y="443484"/>
                  </a:lnTo>
                  <a:lnTo>
                    <a:pt x="541496" y="449008"/>
                  </a:lnTo>
                  <a:lnTo>
                    <a:pt x="541592" y="450247"/>
                  </a:lnTo>
                  <a:lnTo>
                    <a:pt x="541973" y="451390"/>
                  </a:lnTo>
                  <a:lnTo>
                    <a:pt x="543020" y="452152"/>
                  </a:lnTo>
                  <a:lnTo>
                    <a:pt x="544830" y="453009"/>
                  </a:lnTo>
                  <a:lnTo>
                    <a:pt x="548831" y="454342"/>
                  </a:lnTo>
                  <a:lnTo>
                    <a:pt x="550355" y="455105"/>
                  </a:lnTo>
                  <a:lnTo>
                    <a:pt x="551212" y="455771"/>
                  </a:lnTo>
                  <a:lnTo>
                    <a:pt x="551498" y="458248"/>
                  </a:lnTo>
                  <a:lnTo>
                    <a:pt x="551783" y="459105"/>
                  </a:lnTo>
                  <a:lnTo>
                    <a:pt x="552450" y="459867"/>
                  </a:lnTo>
                  <a:lnTo>
                    <a:pt x="553498" y="460153"/>
                  </a:lnTo>
                  <a:lnTo>
                    <a:pt x="555212" y="459867"/>
                  </a:lnTo>
                  <a:lnTo>
                    <a:pt x="556927" y="458629"/>
                  </a:lnTo>
                  <a:lnTo>
                    <a:pt x="558832" y="456629"/>
                  </a:lnTo>
                  <a:lnTo>
                    <a:pt x="559975" y="456152"/>
                  </a:lnTo>
                  <a:lnTo>
                    <a:pt x="560642" y="455962"/>
                  </a:lnTo>
                  <a:lnTo>
                    <a:pt x="565499" y="456724"/>
                  </a:lnTo>
                  <a:lnTo>
                    <a:pt x="566261" y="454057"/>
                  </a:lnTo>
                  <a:lnTo>
                    <a:pt x="566357" y="453199"/>
                  </a:lnTo>
                  <a:lnTo>
                    <a:pt x="565690" y="452152"/>
                  </a:lnTo>
                  <a:lnTo>
                    <a:pt x="565118" y="451390"/>
                  </a:lnTo>
                  <a:lnTo>
                    <a:pt x="559975" y="447770"/>
                  </a:lnTo>
                  <a:lnTo>
                    <a:pt x="560070" y="446818"/>
                  </a:lnTo>
                  <a:lnTo>
                    <a:pt x="560642" y="446151"/>
                  </a:lnTo>
                  <a:lnTo>
                    <a:pt x="561880" y="445103"/>
                  </a:lnTo>
                  <a:lnTo>
                    <a:pt x="563023" y="444341"/>
                  </a:lnTo>
                  <a:lnTo>
                    <a:pt x="563975" y="443484"/>
                  </a:lnTo>
                  <a:lnTo>
                    <a:pt x="564737" y="442246"/>
                  </a:lnTo>
                  <a:lnTo>
                    <a:pt x="565214" y="440341"/>
                  </a:lnTo>
                  <a:lnTo>
                    <a:pt x="565404" y="437674"/>
                  </a:lnTo>
                  <a:lnTo>
                    <a:pt x="565690" y="436721"/>
                  </a:lnTo>
                  <a:lnTo>
                    <a:pt x="566261" y="435959"/>
                  </a:lnTo>
                  <a:lnTo>
                    <a:pt x="566547" y="434912"/>
                  </a:lnTo>
                  <a:lnTo>
                    <a:pt x="566357" y="434245"/>
                  </a:lnTo>
                  <a:lnTo>
                    <a:pt x="565976" y="433292"/>
                  </a:lnTo>
                  <a:lnTo>
                    <a:pt x="566452" y="432435"/>
                  </a:lnTo>
                  <a:lnTo>
                    <a:pt x="568357" y="430625"/>
                  </a:lnTo>
                  <a:lnTo>
                    <a:pt x="568928" y="429863"/>
                  </a:lnTo>
                  <a:lnTo>
                    <a:pt x="569595" y="428530"/>
                  </a:lnTo>
                  <a:lnTo>
                    <a:pt x="570262" y="427482"/>
                  </a:lnTo>
                  <a:lnTo>
                    <a:pt x="571405" y="426530"/>
                  </a:lnTo>
                  <a:lnTo>
                    <a:pt x="572357" y="426053"/>
                  </a:lnTo>
                  <a:lnTo>
                    <a:pt x="573405" y="425767"/>
                  </a:lnTo>
                  <a:lnTo>
                    <a:pt x="578168" y="425386"/>
                  </a:lnTo>
                  <a:lnTo>
                    <a:pt x="579215" y="425196"/>
                  </a:lnTo>
                  <a:lnTo>
                    <a:pt x="580358" y="424910"/>
                  </a:lnTo>
                  <a:lnTo>
                    <a:pt x="581406" y="424243"/>
                  </a:lnTo>
                  <a:lnTo>
                    <a:pt x="582358" y="423100"/>
                  </a:lnTo>
                  <a:lnTo>
                    <a:pt x="583025" y="421481"/>
                  </a:lnTo>
                  <a:lnTo>
                    <a:pt x="583883" y="418433"/>
                  </a:lnTo>
                  <a:lnTo>
                    <a:pt x="583883" y="416623"/>
                  </a:lnTo>
                  <a:lnTo>
                    <a:pt x="583692" y="415100"/>
                  </a:lnTo>
                  <a:lnTo>
                    <a:pt x="583311" y="414052"/>
                  </a:lnTo>
                  <a:lnTo>
                    <a:pt x="583121" y="412813"/>
                  </a:lnTo>
                  <a:lnTo>
                    <a:pt x="583406" y="411575"/>
                  </a:lnTo>
                  <a:lnTo>
                    <a:pt x="584168" y="410337"/>
                  </a:lnTo>
                  <a:lnTo>
                    <a:pt x="585597" y="409004"/>
                  </a:lnTo>
                  <a:lnTo>
                    <a:pt x="586931" y="408527"/>
                  </a:lnTo>
                  <a:lnTo>
                    <a:pt x="588074" y="408432"/>
                  </a:lnTo>
                  <a:lnTo>
                    <a:pt x="590836" y="408718"/>
                  </a:lnTo>
                  <a:lnTo>
                    <a:pt x="591407" y="408718"/>
                  </a:lnTo>
                  <a:lnTo>
                    <a:pt x="592074" y="408622"/>
                  </a:lnTo>
                  <a:lnTo>
                    <a:pt x="593027" y="407194"/>
                  </a:lnTo>
                  <a:lnTo>
                    <a:pt x="596551" y="399288"/>
                  </a:lnTo>
                  <a:lnTo>
                    <a:pt x="597789" y="397097"/>
                  </a:lnTo>
                  <a:lnTo>
                    <a:pt x="598742" y="395668"/>
                  </a:lnTo>
                  <a:lnTo>
                    <a:pt x="600075" y="395097"/>
                  </a:lnTo>
                  <a:lnTo>
                    <a:pt x="601694" y="394144"/>
                  </a:lnTo>
                  <a:lnTo>
                    <a:pt x="602742" y="393573"/>
                  </a:lnTo>
                  <a:lnTo>
                    <a:pt x="604171" y="393668"/>
                  </a:lnTo>
                  <a:lnTo>
                    <a:pt x="606457" y="392906"/>
                  </a:lnTo>
                  <a:lnTo>
                    <a:pt x="607219" y="392525"/>
                  </a:lnTo>
                  <a:lnTo>
                    <a:pt x="607219" y="391096"/>
                  </a:lnTo>
                  <a:lnTo>
                    <a:pt x="607028" y="390334"/>
                  </a:lnTo>
                  <a:lnTo>
                    <a:pt x="606171" y="389287"/>
                  </a:lnTo>
                  <a:lnTo>
                    <a:pt x="605409" y="388525"/>
                  </a:lnTo>
                  <a:lnTo>
                    <a:pt x="600551" y="385000"/>
                  </a:lnTo>
                  <a:lnTo>
                    <a:pt x="599123" y="383572"/>
                  </a:lnTo>
                  <a:lnTo>
                    <a:pt x="598932" y="382714"/>
                  </a:lnTo>
                  <a:lnTo>
                    <a:pt x="598837" y="381476"/>
                  </a:lnTo>
                  <a:lnTo>
                    <a:pt x="599027" y="379952"/>
                  </a:lnTo>
                  <a:lnTo>
                    <a:pt x="598742" y="378905"/>
                  </a:lnTo>
                  <a:lnTo>
                    <a:pt x="598170" y="378428"/>
                  </a:lnTo>
                  <a:lnTo>
                    <a:pt x="597313" y="378428"/>
                  </a:lnTo>
                  <a:lnTo>
                    <a:pt x="596456" y="378523"/>
                  </a:lnTo>
                  <a:lnTo>
                    <a:pt x="595789" y="378333"/>
                  </a:lnTo>
                  <a:lnTo>
                    <a:pt x="595122" y="377857"/>
                  </a:lnTo>
                  <a:lnTo>
                    <a:pt x="594836" y="377380"/>
                  </a:lnTo>
                  <a:lnTo>
                    <a:pt x="594741" y="376809"/>
                  </a:lnTo>
                  <a:lnTo>
                    <a:pt x="594836" y="375666"/>
                  </a:lnTo>
                  <a:lnTo>
                    <a:pt x="594741" y="375094"/>
                  </a:lnTo>
                  <a:lnTo>
                    <a:pt x="594265" y="374428"/>
                  </a:lnTo>
                  <a:lnTo>
                    <a:pt x="593693" y="374047"/>
                  </a:lnTo>
                  <a:lnTo>
                    <a:pt x="593027" y="373951"/>
                  </a:lnTo>
                  <a:lnTo>
                    <a:pt x="591598" y="374237"/>
                  </a:lnTo>
                  <a:lnTo>
                    <a:pt x="590741" y="374142"/>
                  </a:lnTo>
                  <a:lnTo>
                    <a:pt x="590360" y="373761"/>
                  </a:lnTo>
                  <a:lnTo>
                    <a:pt x="590169" y="373285"/>
                  </a:lnTo>
                  <a:lnTo>
                    <a:pt x="589979" y="372523"/>
                  </a:lnTo>
                  <a:lnTo>
                    <a:pt x="589979" y="371380"/>
                  </a:lnTo>
                  <a:lnTo>
                    <a:pt x="589788" y="370237"/>
                  </a:lnTo>
                  <a:lnTo>
                    <a:pt x="589502" y="368998"/>
                  </a:lnTo>
                  <a:lnTo>
                    <a:pt x="588740" y="366903"/>
                  </a:lnTo>
                  <a:lnTo>
                    <a:pt x="588740" y="365950"/>
                  </a:lnTo>
                  <a:lnTo>
                    <a:pt x="589217" y="365284"/>
                  </a:lnTo>
                  <a:lnTo>
                    <a:pt x="590550" y="364522"/>
                  </a:lnTo>
                  <a:lnTo>
                    <a:pt x="591693" y="363569"/>
                  </a:lnTo>
                  <a:lnTo>
                    <a:pt x="592931" y="362236"/>
                  </a:lnTo>
                  <a:lnTo>
                    <a:pt x="594455" y="360331"/>
                  </a:lnTo>
                  <a:lnTo>
                    <a:pt x="595408" y="359283"/>
                  </a:lnTo>
                  <a:lnTo>
                    <a:pt x="596265" y="358616"/>
                  </a:lnTo>
                  <a:lnTo>
                    <a:pt x="597408" y="358140"/>
                  </a:lnTo>
                  <a:lnTo>
                    <a:pt x="598170" y="357664"/>
                  </a:lnTo>
                  <a:lnTo>
                    <a:pt x="598456" y="356997"/>
                  </a:lnTo>
                  <a:lnTo>
                    <a:pt x="598456" y="355949"/>
                  </a:lnTo>
                  <a:lnTo>
                    <a:pt x="598265" y="355092"/>
                  </a:lnTo>
                  <a:lnTo>
                    <a:pt x="597884" y="354235"/>
                  </a:lnTo>
                  <a:lnTo>
                    <a:pt x="597980" y="353092"/>
                  </a:lnTo>
                  <a:lnTo>
                    <a:pt x="598360" y="351568"/>
                  </a:lnTo>
                  <a:lnTo>
                    <a:pt x="599504" y="348520"/>
                  </a:lnTo>
                  <a:lnTo>
                    <a:pt x="600551" y="344614"/>
                  </a:lnTo>
                  <a:lnTo>
                    <a:pt x="601218" y="343376"/>
                  </a:lnTo>
                  <a:lnTo>
                    <a:pt x="602171" y="342138"/>
                  </a:lnTo>
                  <a:lnTo>
                    <a:pt x="604647" y="339280"/>
                  </a:lnTo>
                  <a:lnTo>
                    <a:pt x="604742" y="338328"/>
                  </a:lnTo>
                  <a:lnTo>
                    <a:pt x="604266" y="337947"/>
                  </a:lnTo>
                  <a:lnTo>
                    <a:pt x="602266" y="336994"/>
                  </a:lnTo>
                  <a:lnTo>
                    <a:pt x="601789" y="336709"/>
                  </a:lnTo>
                  <a:lnTo>
                    <a:pt x="601789" y="336137"/>
                  </a:lnTo>
                  <a:lnTo>
                    <a:pt x="602266" y="335471"/>
                  </a:lnTo>
                  <a:lnTo>
                    <a:pt x="603885" y="333946"/>
                  </a:lnTo>
                  <a:lnTo>
                    <a:pt x="604933" y="333089"/>
                  </a:lnTo>
                  <a:lnTo>
                    <a:pt x="606171" y="332422"/>
                  </a:lnTo>
                  <a:lnTo>
                    <a:pt x="607124" y="332137"/>
                  </a:lnTo>
                  <a:lnTo>
                    <a:pt x="608076" y="331946"/>
                  </a:lnTo>
                  <a:lnTo>
                    <a:pt x="608933" y="331946"/>
                  </a:lnTo>
                  <a:lnTo>
                    <a:pt x="609981" y="332232"/>
                  </a:lnTo>
                  <a:lnTo>
                    <a:pt x="611981" y="332899"/>
                  </a:lnTo>
                  <a:lnTo>
                    <a:pt x="613029" y="333089"/>
                  </a:lnTo>
                  <a:lnTo>
                    <a:pt x="615506" y="332708"/>
                  </a:lnTo>
                  <a:lnTo>
                    <a:pt x="616077" y="332804"/>
                  </a:lnTo>
                  <a:lnTo>
                    <a:pt x="616458" y="333089"/>
                  </a:lnTo>
                  <a:lnTo>
                    <a:pt x="619030" y="337185"/>
                  </a:lnTo>
                  <a:lnTo>
                    <a:pt x="620173" y="338423"/>
                  </a:lnTo>
                  <a:lnTo>
                    <a:pt x="621602" y="339376"/>
                  </a:lnTo>
                  <a:lnTo>
                    <a:pt x="623221" y="340042"/>
                  </a:lnTo>
                  <a:lnTo>
                    <a:pt x="624650" y="340233"/>
                  </a:lnTo>
                  <a:lnTo>
                    <a:pt x="626078" y="340042"/>
                  </a:lnTo>
                  <a:lnTo>
                    <a:pt x="628174" y="339566"/>
                  </a:lnTo>
                  <a:lnTo>
                    <a:pt x="628936" y="339471"/>
                  </a:lnTo>
                  <a:lnTo>
                    <a:pt x="629507" y="339566"/>
                  </a:lnTo>
                  <a:lnTo>
                    <a:pt x="631031" y="340042"/>
                  </a:lnTo>
                  <a:lnTo>
                    <a:pt x="632270" y="340328"/>
                  </a:lnTo>
                  <a:lnTo>
                    <a:pt x="635508" y="340423"/>
                  </a:lnTo>
                  <a:lnTo>
                    <a:pt x="636651" y="340233"/>
                  </a:lnTo>
                  <a:lnTo>
                    <a:pt x="637508" y="339566"/>
                  </a:lnTo>
                  <a:lnTo>
                    <a:pt x="638080" y="338423"/>
                  </a:lnTo>
                  <a:lnTo>
                    <a:pt x="638270" y="336042"/>
                  </a:lnTo>
                  <a:lnTo>
                    <a:pt x="638270" y="334613"/>
                  </a:lnTo>
                  <a:lnTo>
                    <a:pt x="637223" y="328803"/>
                  </a:lnTo>
                  <a:lnTo>
                    <a:pt x="637223" y="327850"/>
                  </a:lnTo>
                  <a:lnTo>
                    <a:pt x="637413" y="326707"/>
                  </a:lnTo>
                  <a:lnTo>
                    <a:pt x="638175" y="325564"/>
                  </a:lnTo>
                  <a:lnTo>
                    <a:pt x="638842" y="324707"/>
                  </a:lnTo>
                  <a:lnTo>
                    <a:pt x="639413" y="323755"/>
                  </a:lnTo>
                  <a:lnTo>
                    <a:pt x="640937" y="320135"/>
                  </a:lnTo>
                  <a:lnTo>
                    <a:pt x="641795" y="318706"/>
                  </a:lnTo>
                  <a:lnTo>
                    <a:pt x="642937" y="317373"/>
                  </a:lnTo>
                  <a:lnTo>
                    <a:pt x="643985" y="316706"/>
                  </a:lnTo>
                  <a:lnTo>
                    <a:pt x="645033" y="316230"/>
                  </a:lnTo>
                  <a:lnTo>
                    <a:pt x="649796" y="315468"/>
                  </a:lnTo>
                  <a:lnTo>
                    <a:pt x="650843" y="314992"/>
                  </a:lnTo>
                  <a:lnTo>
                    <a:pt x="651605" y="314325"/>
                  </a:lnTo>
                  <a:lnTo>
                    <a:pt x="652272" y="313468"/>
                  </a:lnTo>
                  <a:lnTo>
                    <a:pt x="652558" y="312420"/>
                  </a:lnTo>
                  <a:lnTo>
                    <a:pt x="652653" y="311182"/>
                  </a:lnTo>
                  <a:lnTo>
                    <a:pt x="652272" y="305086"/>
                  </a:lnTo>
                  <a:lnTo>
                    <a:pt x="652558" y="302228"/>
                  </a:lnTo>
                  <a:lnTo>
                    <a:pt x="653129" y="300418"/>
                  </a:lnTo>
                  <a:lnTo>
                    <a:pt x="655225" y="296418"/>
                  </a:lnTo>
                  <a:lnTo>
                    <a:pt x="655796" y="293846"/>
                  </a:lnTo>
                  <a:lnTo>
                    <a:pt x="656654" y="292227"/>
                  </a:lnTo>
                  <a:lnTo>
                    <a:pt x="657892" y="290893"/>
                  </a:lnTo>
                  <a:lnTo>
                    <a:pt x="661607" y="288798"/>
                  </a:lnTo>
                  <a:lnTo>
                    <a:pt x="662559" y="287846"/>
                  </a:lnTo>
                  <a:lnTo>
                    <a:pt x="663131" y="286893"/>
                  </a:lnTo>
                  <a:lnTo>
                    <a:pt x="663607" y="285750"/>
                  </a:lnTo>
                  <a:lnTo>
                    <a:pt x="663893" y="284512"/>
                  </a:lnTo>
                  <a:lnTo>
                    <a:pt x="663797" y="283464"/>
                  </a:lnTo>
                  <a:lnTo>
                    <a:pt x="663416" y="282416"/>
                  </a:lnTo>
                  <a:lnTo>
                    <a:pt x="662369" y="281464"/>
                  </a:lnTo>
                  <a:lnTo>
                    <a:pt x="661511" y="280988"/>
                  </a:lnTo>
                  <a:lnTo>
                    <a:pt x="660083" y="280606"/>
                  </a:lnTo>
                  <a:lnTo>
                    <a:pt x="659225" y="279463"/>
                  </a:lnTo>
                  <a:lnTo>
                    <a:pt x="655320" y="269843"/>
                  </a:lnTo>
                  <a:lnTo>
                    <a:pt x="654463" y="266890"/>
                  </a:lnTo>
                  <a:lnTo>
                    <a:pt x="655320" y="263366"/>
                  </a:lnTo>
                  <a:lnTo>
                    <a:pt x="659987" y="265367"/>
                  </a:lnTo>
                  <a:lnTo>
                    <a:pt x="661511" y="266509"/>
                  </a:lnTo>
                  <a:lnTo>
                    <a:pt x="661987" y="266986"/>
                  </a:lnTo>
                  <a:lnTo>
                    <a:pt x="662654" y="268129"/>
                  </a:lnTo>
                  <a:lnTo>
                    <a:pt x="663893" y="270605"/>
                  </a:lnTo>
                  <a:lnTo>
                    <a:pt x="664274" y="271177"/>
                  </a:lnTo>
                  <a:lnTo>
                    <a:pt x="664655" y="271558"/>
                  </a:lnTo>
                  <a:lnTo>
                    <a:pt x="665226" y="271843"/>
                  </a:lnTo>
                  <a:lnTo>
                    <a:pt x="672465" y="274701"/>
                  </a:lnTo>
                  <a:lnTo>
                    <a:pt x="673132" y="274701"/>
                  </a:lnTo>
                  <a:lnTo>
                    <a:pt x="674084" y="274320"/>
                  </a:lnTo>
                  <a:lnTo>
                    <a:pt x="674560" y="273844"/>
                  </a:lnTo>
                  <a:lnTo>
                    <a:pt x="674846" y="273367"/>
                  </a:lnTo>
                  <a:lnTo>
                    <a:pt x="675037" y="272986"/>
                  </a:lnTo>
                  <a:lnTo>
                    <a:pt x="675227" y="272605"/>
                  </a:lnTo>
                  <a:lnTo>
                    <a:pt x="675799" y="272320"/>
                  </a:lnTo>
                  <a:lnTo>
                    <a:pt x="676466" y="272129"/>
                  </a:lnTo>
                  <a:lnTo>
                    <a:pt x="677418" y="271939"/>
                  </a:lnTo>
                  <a:lnTo>
                    <a:pt x="678085" y="271748"/>
                  </a:lnTo>
                  <a:lnTo>
                    <a:pt x="678942" y="271558"/>
                  </a:lnTo>
                  <a:lnTo>
                    <a:pt x="679799" y="271653"/>
                  </a:lnTo>
                  <a:lnTo>
                    <a:pt x="681037" y="272320"/>
                  </a:lnTo>
                  <a:lnTo>
                    <a:pt x="681990" y="272701"/>
                  </a:lnTo>
                  <a:lnTo>
                    <a:pt x="683038" y="272986"/>
                  </a:lnTo>
                  <a:lnTo>
                    <a:pt x="684752" y="272796"/>
                  </a:lnTo>
                  <a:lnTo>
                    <a:pt x="686848" y="272415"/>
                  </a:lnTo>
                  <a:lnTo>
                    <a:pt x="688467" y="272701"/>
                  </a:lnTo>
                  <a:lnTo>
                    <a:pt x="695611" y="275463"/>
                  </a:lnTo>
                  <a:lnTo>
                    <a:pt x="699421" y="277749"/>
                  </a:lnTo>
                  <a:lnTo>
                    <a:pt x="700183" y="277844"/>
                  </a:lnTo>
                  <a:lnTo>
                    <a:pt x="702754" y="277368"/>
                  </a:lnTo>
                  <a:lnTo>
                    <a:pt x="707327" y="277463"/>
                  </a:lnTo>
                  <a:lnTo>
                    <a:pt x="710279" y="279082"/>
                  </a:lnTo>
                  <a:lnTo>
                    <a:pt x="711137" y="280035"/>
                  </a:lnTo>
                  <a:lnTo>
                    <a:pt x="712661" y="281368"/>
                  </a:lnTo>
                  <a:lnTo>
                    <a:pt x="713137" y="281654"/>
                  </a:lnTo>
                  <a:lnTo>
                    <a:pt x="714184" y="282321"/>
                  </a:lnTo>
                  <a:lnTo>
                    <a:pt x="714661" y="282892"/>
                  </a:lnTo>
                  <a:lnTo>
                    <a:pt x="714851" y="283369"/>
                  </a:lnTo>
                  <a:lnTo>
                    <a:pt x="715137" y="283845"/>
                  </a:lnTo>
                  <a:lnTo>
                    <a:pt x="717995" y="292989"/>
                  </a:lnTo>
                  <a:lnTo>
                    <a:pt x="718375" y="293656"/>
                  </a:lnTo>
                  <a:lnTo>
                    <a:pt x="718947" y="294132"/>
                  </a:lnTo>
                  <a:lnTo>
                    <a:pt x="719900" y="294608"/>
                  </a:lnTo>
                  <a:lnTo>
                    <a:pt x="722852" y="295656"/>
                  </a:lnTo>
                  <a:lnTo>
                    <a:pt x="723614" y="296132"/>
                  </a:lnTo>
                  <a:lnTo>
                    <a:pt x="723900" y="296609"/>
                  </a:lnTo>
                  <a:lnTo>
                    <a:pt x="724091" y="297942"/>
                  </a:lnTo>
                  <a:lnTo>
                    <a:pt x="724376" y="298704"/>
                  </a:lnTo>
                  <a:lnTo>
                    <a:pt x="725138" y="299371"/>
                  </a:lnTo>
                  <a:lnTo>
                    <a:pt x="726281" y="299847"/>
                  </a:lnTo>
                  <a:lnTo>
                    <a:pt x="728567" y="300418"/>
                  </a:lnTo>
                  <a:lnTo>
                    <a:pt x="729520" y="300990"/>
                  </a:lnTo>
                  <a:lnTo>
                    <a:pt x="730091" y="301466"/>
                  </a:lnTo>
                  <a:lnTo>
                    <a:pt x="730187" y="301942"/>
                  </a:lnTo>
                  <a:lnTo>
                    <a:pt x="730377" y="302323"/>
                  </a:lnTo>
                  <a:lnTo>
                    <a:pt x="731234" y="302514"/>
                  </a:lnTo>
                  <a:lnTo>
                    <a:pt x="732568" y="302419"/>
                  </a:lnTo>
                  <a:lnTo>
                    <a:pt x="735616" y="301942"/>
                  </a:lnTo>
                  <a:lnTo>
                    <a:pt x="737045" y="301276"/>
                  </a:lnTo>
                  <a:lnTo>
                    <a:pt x="737902" y="300704"/>
                  </a:lnTo>
                  <a:lnTo>
                    <a:pt x="739235" y="297847"/>
                  </a:lnTo>
                  <a:lnTo>
                    <a:pt x="739712" y="297371"/>
                  </a:lnTo>
                  <a:lnTo>
                    <a:pt x="740378" y="296799"/>
                  </a:lnTo>
                  <a:lnTo>
                    <a:pt x="744950" y="294704"/>
                  </a:lnTo>
                  <a:lnTo>
                    <a:pt x="752380" y="293370"/>
                  </a:lnTo>
                  <a:lnTo>
                    <a:pt x="753713" y="293370"/>
                  </a:lnTo>
                  <a:lnTo>
                    <a:pt x="755047" y="293560"/>
                  </a:lnTo>
                  <a:lnTo>
                    <a:pt x="757237" y="294418"/>
                  </a:lnTo>
                  <a:lnTo>
                    <a:pt x="758190" y="295084"/>
                  </a:lnTo>
                  <a:lnTo>
                    <a:pt x="758952" y="295942"/>
                  </a:lnTo>
                  <a:lnTo>
                    <a:pt x="760476" y="298704"/>
                  </a:lnTo>
                  <a:lnTo>
                    <a:pt x="761048" y="299371"/>
                  </a:lnTo>
                  <a:lnTo>
                    <a:pt x="761619" y="299847"/>
                  </a:lnTo>
                  <a:lnTo>
                    <a:pt x="763048" y="300228"/>
                  </a:lnTo>
                  <a:lnTo>
                    <a:pt x="772954" y="301561"/>
                  </a:lnTo>
                  <a:lnTo>
                    <a:pt x="774668" y="302323"/>
                  </a:lnTo>
                  <a:lnTo>
                    <a:pt x="775430" y="303181"/>
                  </a:lnTo>
                  <a:lnTo>
                    <a:pt x="777050" y="305276"/>
                  </a:lnTo>
                  <a:lnTo>
                    <a:pt x="777621" y="305943"/>
                  </a:lnTo>
                  <a:lnTo>
                    <a:pt x="778478" y="306419"/>
                  </a:lnTo>
                  <a:lnTo>
                    <a:pt x="779336" y="306705"/>
                  </a:lnTo>
                  <a:lnTo>
                    <a:pt x="781145" y="306896"/>
                  </a:lnTo>
                  <a:lnTo>
                    <a:pt x="790480" y="306800"/>
                  </a:lnTo>
                  <a:lnTo>
                    <a:pt x="790956" y="306991"/>
                  </a:lnTo>
                  <a:lnTo>
                    <a:pt x="791718" y="307086"/>
                  </a:lnTo>
                  <a:lnTo>
                    <a:pt x="794861" y="307181"/>
                  </a:lnTo>
                  <a:lnTo>
                    <a:pt x="795814" y="307562"/>
                  </a:lnTo>
                  <a:lnTo>
                    <a:pt x="796481" y="308134"/>
                  </a:lnTo>
                  <a:lnTo>
                    <a:pt x="796766" y="308800"/>
                  </a:lnTo>
                  <a:lnTo>
                    <a:pt x="797147" y="309277"/>
                  </a:lnTo>
                  <a:lnTo>
                    <a:pt x="797624" y="309658"/>
                  </a:lnTo>
                  <a:lnTo>
                    <a:pt x="798671" y="310134"/>
                  </a:lnTo>
                  <a:lnTo>
                    <a:pt x="799148" y="310325"/>
                  </a:lnTo>
                  <a:lnTo>
                    <a:pt x="799909" y="310325"/>
                  </a:lnTo>
                  <a:lnTo>
                    <a:pt x="800767" y="310039"/>
                  </a:lnTo>
                  <a:lnTo>
                    <a:pt x="802005" y="309086"/>
                  </a:lnTo>
                  <a:lnTo>
                    <a:pt x="802481" y="308229"/>
                  </a:lnTo>
                  <a:lnTo>
                    <a:pt x="802767" y="307467"/>
                  </a:lnTo>
                  <a:lnTo>
                    <a:pt x="802767" y="306134"/>
                  </a:lnTo>
                  <a:lnTo>
                    <a:pt x="802958" y="304895"/>
                  </a:lnTo>
                  <a:lnTo>
                    <a:pt x="803434" y="304229"/>
                  </a:lnTo>
                  <a:lnTo>
                    <a:pt x="804100" y="303657"/>
                  </a:lnTo>
                  <a:lnTo>
                    <a:pt x="806101" y="302800"/>
                  </a:lnTo>
                  <a:lnTo>
                    <a:pt x="814483" y="300133"/>
                  </a:lnTo>
                  <a:lnTo>
                    <a:pt x="815150" y="299752"/>
                  </a:lnTo>
                  <a:lnTo>
                    <a:pt x="815626" y="299180"/>
                  </a:lnTo>
                  <a:lnTo>
                    <a:pt x="817531" y="298704"/>
                  </a:lnTo>
                  <a:lnTo>
                    <a:pt x="824484" y="299847"/>
                  </a:lnTo>
                  <a:lnTo>
                    <a:pt x="825532" y="301276"/>
                  </a:lnTo>
                  <a:lnTo>
                    <a:pt x="826389" y="302323"/>
                  </a:lnTo>
                  <a:lnTo>
                    <a:pt x="829056" y="304609"/>
                  </a:lnTo>
                  <a:lnTo>
                    <a:pt x="829818" y="305657"/>
                  </a:lnTo>
                  <a:lnTo>
                    <a:pt x="831342" y="308800"/>
                  </a:lnTo>
                  <a:lnTo>
                    <a:pt x="832104" y="309848"/>
                  </a:lnTo>
                  <a:lnTo>
                    <a:pt x="832485" y="310229"/>
                  </a:lnTo>
                  <a:lnTo>
                    <a:pt x="832961" y="310610"/>
                  </a:lnTo>
                  <a:lnTo>
                    <a:pt x="833533" y="310801"/>
                  </a:lnTo>
                  <a:lnTo>
                    <a:pt x="835819" y="311372"/>
                  </a:lnTo>
                  <a:lnTo>
                    <a:pt x="837438" y="312134"/>
                  </a:lnTo>
                  <a:lnTo>
                    <a:pt x="838676" y="312515"/>
                  </a:lnTo>
                  <a:lnTo>
                    <a:pt x="839248" y="312706"/>
                  </a:lnTo>
                  <a:lnTo>
                    <a:pt x="839724" y="313087"/>
                  </a:lnTo>
                  <a:lnTo>
                    <a:pt x="840105" y="313468"/>
                  </a:lnTo>
                  <a:lnTo>
                    <a:pt x="841534" y="315754"/>
                  </a:lnTo>
                  <a:lnTo>
                    <a:pt x="842391" y="316611"/>
                  </a:lnTo>
                  <a:lnTo>
                    <a:pt x="842772" y="317278"/>
                  </a:lnTo>
                  <a:lnTo>
                    <a:pt x="843153" y="318040"/>
                  </a:lnTo>
                  <a:lnTo>
                    <a:pt x="843915" y="320421"/>
                  </a:lnTo>
                  <a:lnTo>
                    <a:pt x="844106" y="321755"/>
                  </a:lnTo>
                  <a:lnTo>
                    <a:pt x="844106" y="323374"/>
                  </a:lnTo>
                  <a:lnTo>
                    <a:pt x="843534" y="327850"/>
                  </a:lnTo>
                  <a:lnTo>
                    <a:pt x="843153" y="329565"/>
                  </a:lnTo>
                  <a:lnTo>
                    <a:pt x="842962" y="331756"/>
                  </a:lnTo>
                  <a:lnTo>
                    <a:pt x="843058" y="334232"/>
                  </a:lnTo>
                  <a:lnTo>
                    <a:pt x="842677" y="336137"/>
                  </a:lnTo>
                  <a:lnTo>
                    <a:pt x="842296" y="337185"/>
                  </a:lnTo>
                  <a:lnTo>
                    <a:pt x="841820" y="337852"/>
                  </a:lnTo>
                  <a:lnTo>
                    <a:pt x="840391" y="338995"/>
                  </a:lnTo>
                  <a:lnTo>
                    <a:pt x="840010" y="339471"/>
                  </a:lnTo>
                  <a:lnTo>
                    <a:pt x="839819" y="340233"/>
                  </a:lnTo>
                  <a:lnTo>
                    <a:pt x="839819" y="340614"/>
                  </a:lnTo>
                  <a:lnTo>
                    <a:pt x="840105" y="342043"/>
                  </a:lnTo>
                  <a:lnTo>
                    <a:pt x="839915" y="344234"/>
                  </a:lnTo>
                  <a:lnTo>
                    <a:pt x="840010" y="346615"/>
                  </a:lnTo>
                  <a:lnTo>
                    <a:pt x="840581" y="349091"/>
                  </a:lnTo>
                  <a:lnTo>
                    <a:pt x="841534" y="351758"/>
                  </a:lnTo>
                  <a:lnTo>
                    <a:pt x="838771" y="353092"/>
                  </a:lnTo>
                  <a:lnTo>
                    <a:pt x="835819" y="355663"/>
                  </a:lnTo>
                  <a:lnTo>
                    <a:pt x="833342" y="358997"/>
                  </a:lnTo>
                  <a:lnTo>
                    <a:pt x="832104" y="362521"/>
                  </a:lnTo>
                  <a:lnTo>
                    <a:pt x="832485" y="366522"/>
                  </a:lnTo>
                  <a:lnTo>
                    <a:pt x="834485" y="367379"/>
                  </a:lnTo>
                  <a:lnTo>
                    <a:pt x="840391" y="365950"/>
                  </a:lnTo>
                  <a:lnTo>
                    <a:pt x="841343" y="367855"/>
                  </a:lnTo>
                  <a:lnTo>
                    <a:pt x="842772" y="376333"/>
                  </a:lnTo>
                  <a:lnTo>
                    <a:pt x="844010" y="380333"/>
                  </a:lnTo>
                  <a:lnTo>
                    <a:pt x="843915" y="386429"/>
                  </a:lnTo>
                  <a:lnTo>
                    <a:pt x="843439" y="388715"/>
                  </a:lnTo>
                  <a:lnTo>
                    <a:pt x="842296" y="390144"/>
                  </a:lnTo>
                  <a:lnTo>
                    <a:pt x="838486" y="393573"/>
                  </a:lnTo>
                  <a:lnTo>
                    <a:pt x="838676" y="393859"/>
                  </a:lnTo>
                  <a:lnTo>
                    <a:pt x="844391" y="397288"/>
                  </a:lnTo>
                  <a:lnTo>
                    <a:pt x="848296" y="398621"/>
                  </a:lnTo>
                  <a:lnTo>
                    <a:pt x="852583" y="402717"/>
                  </a:lnTo>
                  <a:lnTo>
                    <a:pt x="855059" y="404527"/>
                  </a:lnTo>
                  <a:lnTo>
                    <a:pt x="855726" y="405289"/>
                  </a:lnTo>
                  <a:lnTo>
                    <a:pt x="857726" y="408908"/>
                  </a:lnTo>
                  <a:lnTo>
                    <a:pt x="858488" y="409384"/>
                  </a:lnTo>
                  <a:lnTo>
                    <a:pt x="867632" y="410242"/>
                  </a:lnTo>
                  <a:lnTo>
                    <a:pt x="875919" y="409384"/>
                  </a:lnTo>
                  <a:lnTo>
                    <a:pt x="877062" y="409004"/>
                  </a:lnTo>
                  <a:lnTo>
                    <a:pt x="879253" y="407384"/>
                  </a:lnTo>
                  <a:lnTo>
                    <a:pt x="878586" y="405193"/>
                  </a:lnTo>
                  <a:lnTo>
                    <a:pt x="878205" y="403574"/>
                  </a:lnTo>
                  <a:lnTo>
                    <a:pt x="878110" y="402241"/>
                  </a:lnTo>
                  <a:lnTo>
                    <a:pt x="878777" y="400717"/>
                  </a:lnTo>
                  <a:lnTo>
                    <a:pt x="879729" y="399669"/>
                  </a:lnTo>
                  <a:lnTo>
                    <a:pt x="887158" y="395192"/>
                  </a:lnTo>
                  <a:lnTo>
                    <a:pt x="888397" y="393097"/>
                  </a:lnTo>
                  <a:lnTo>
                    <a:pt x="887730" y="390715"/>
                  </a:lnTo>
                  <a:lnTo>
                    <a:pt x="880777" y="382143"/>
                  </a:lnTo>
                  <a:lnTo>
                    <a:pt x="879348" y="378905"/>
                  </a:lnTo>
                  <a:lnTo>
                    <a:pt x="879443" y="374999"/>
                  </a:lnTo>
                  <a:lnTo>
                    <a:pt x="881539" y="370142"/>
                  </a:lnTo>
                  <a:lnTo>
                    <a:pt x="888016" y="362521"/>
                  </a:lnTo>
                  <a:lnTo>
                    <a:pt x="890397" y="358140"/>
                  </a:lnTo>
                  <a:lnTo>
                    <a:pt x="890778" y="355759"/>
                  </a:lnTo>
                  <a:lnTo>
                    <a:pt x="891064" y="353949"/>
                  </a:lnTo>
                  <a:lnTo>
                    <a:pt x="893826" y="343852"/>
                  </a:lnTo>
                  <a:lnTo>
                    <a:pt x="894779" y="341852"/>
                  </a:lnTo>
                  <a:lnTo>
                    <a:pt x="895826" y="341185"/>
                  </a:lnTo>
                  <a:lnTo>
                    <a:pt x="898493" y="340042"/>
                  </a:lnTo>
                  <a:lnTo>
                    <a:pt x="899636" y="339185"/>
                  </a:lnTo>
                  <a:lnTo>
                    <a:pt x="900684" y="337661"/>
                  </a:lnTo>
                  <a:lnTo>
                    <a:pt x="902399" y="333851"/>
                  </a:lnTo>
                  <a:lnTo>
                    <a:pt x="903542" y="332327"/>
                  </a:lnTo>
                  <a:lnTo>
                    <a:pt x="904589" y="331660"/>
                  </a:lnTo>
                  <a:lnTo>
                    <a:pt x="906685" y="330898"/>
                  </a:lnTo>
                  <a:lnTo>
                    <a:pt x="907733" y="330327"/>
                  </a:lnTo>
                  <a:lnTo>
                    <a:pt x="908780" y="329089"/>
                  </a:lnTo>
                  <a:lnTo>
                    <a:pt x="910685" y="326231"/>
                  </a:lnTo>
                  <a:lnTo>
                    <a:pt x="911924" y="325184"/>
                  </a:lnTo>
                  <a:lnTo>
                    <a:pt x="914495" y="324612"/>
                  </a:lnTo>
                  <a:lnTo>
                    <a:pt x="915829" y="325850"/>
                  </a:lnTo>
                  <a:lnTo>
                    <a:pt x="917353" y="330708"/>
                  </a:lnTo>
                  <a:lnTo>
                    <a:pt x="919258" y="333565"/>
                  </a:lnTo>
                  <a:lnTo>
                    <a:pt x="921163" y="333756"/>
                  </a:lnTo>
                  <a:lnTo>
                    <a:pt x="923354" y="333089"/>
                  </a:lnTo>
                  <a:lnTo>
                    <a:pt x="926497" y="333184"/>
                  </a:lnTo>
                  <a:lnTo>
                    <a:pt x="927640" y="334423"/>
                  </a:lnTo>
                  <a:lnTo>
                    <a:pt x="930021" y="338423"/>
                  </a:lnTo>
                  <a:lnTo>
                    <a:pt x="930783" y="340423"/>
                  </a:lnTo>
                  <a:lnTo>
                    <a:pt x="931164" y="340519"/>
                  </a:lnTo>
                  <a:lnTo>
                    <a:pt x="931640" y="340138"/>
                  </a:lnTo>
                  <a:lnTo>
                    <a:pt x="933069" y="338423"/>
                  </a:lnTo>
                  <a:lnTo>
                    <a:pt x="934688" y="336899"/>
                  </a:lnTo>
                  <a:lnTo>
                    <a:pt x="935927" y="336042"/>
                  </a:lnTo>
                  <a:lnTo>
                    <a:pt x="938594" y="334423"/>
                  </a:lnTo>
                  <a:lnTo>
                    <a:pt x="942975" y="332613"/>
                  </a:lnTo>
                  <a:lnTo>
                    <a:pt x="943928" y="331660"/>
                  </a:lnTo>
                  <a:lnTo>
                    <a:pt x="944118" y="330232"/>
                  </a:lnTo>
                  <a:lnTo>
                    <a:pt x="943070" y="328136"/>
                  </a:lnTo>
                  <a:lnTo>
                    <a:pt x="940975" y="325279"/>
                  </a:lnTo>
                  <a:lnTo>
                    <a:pt x="940689" y="324326"/>
                  </a:lnTo>
                  <a:lnTo>
                    <a:pt x="940975" y="323183"/>
                  </a:lnTo>
                  <a:lnTo>
                    <a:pt x="941927" y="322517"/>
                  </a:lnTo>
                  <a:lnTo>
                    <a:pt x="943261" y="322231"/>
                  </a:lnTo>
                  <a:lnTo>
                    <a:pt x="946595" y="321850"/>
                  </a:lnTo>
                  <a:lnTo>
                    <a:pt x="948404" y="321183"/>
                  </a:lnTo>
                  <a:lnTo>
                    <a:pt x="949738" y="320135"/>
                  </a:lnTo>
                  <a:lnTo>
                    <a:pt x="950595" y="318802"/>
                  </a:lnTo>
                  <a:lnTo>
                    <a:pt x="951357" y="317182"/>
                  </a:lnTo>
                  <a:lnTo>
                    <a:pt x="951548" y="315182"/>
                  </a:lnTo>
                  <a:close/>
                </a:path>
              </a:pathLst>
            </a:custGeom>
            <a:solidFill>
              <a:srgbClr val="CCCCCC"/>
            </a:soli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0" name="Freeform: Shape 22">
              <a:extLst>
                <a:ext uri="{FF2B5EF4-FFF2-40B4-BE49-F238E27FC236}">
                  <a16:creationId xmlns:a16="http://schemas.microsoft.com/office/drawing/2014/main" id="{B6E65585-33AE-EB3E-0F6E-D845FEA5511D}"/>
                </a:ext>
              </a:extLst>
            </p:cNvPr>
            <p:cNvSpPr/>
            <p:nvPr/>
          </p:nvSpPr>
          <p:spPr>
            <a:xfrm>
              <a:off x="7557782" y="2755392"/>
              <a:ext cx="1496602" cy="1073035"/>
            </a:xfrm>
            <a:custGeom>
              <a:avLst/>
              <a:gdLst>
                <a:gd name="connsiteX0" fmla="*/ 1014127 w 1009650"/>
                <a:gd name="connsiteY0" fmla="*/ 289846 h 723900"/>
                <a:gd name="connsiteX1" fmla="*/ 1012603 w 1009650"/>
                <a:gd name="connsiteY1" fmla="*/ 288417 h 723900"/>
                <a:gd name="connsiteX2" fmla="*/ 1011841 w 1009650"/>
                <a:gd name="connsiteY2" fmla="*/ 287274 h 723900"/>
                <a:gd name="connsiteX3" fmla="*/ 1011174 w 1009650"/>
                <a:gd name="connsiteY3" fmla="*/ 285845 h 723900"/>
                <a:gd name="connsiteX4" fmla="*/ 1010507 w 1009650"/>
                <a:gd name="connsiteY4" fmla="*/ 282893 h 723900"/>
                <a:gd name="connsiteX5" fmla="*/ 1009936 w 1009650"/>
                <a:gd name="connsiteY5" fmla="*/ 281559 h 723900"/>
                <a:gd name="connsiteX6" fmla="*/ 1009174 w 1009650"/>
                <a:gd name="connsiteY6" fmla="*/ 280702 h 723900"/>
                <a:gd name="connsiteX7" fmla="*/ 1008317 w 1009650"/>
                <a:gd name="connsiteY7" fmla="*/ 280511 h 723900"/>
                <a:gd name="connsiteX8" fmla="*/ 1004507 w 1009650"/>
                <a:gd name="connsiteY8" fmla="*/ 280321 h 723900"/>
                <a:gd name="connsiteX9" fmla="*/ 1003554 w 1009650"/>
                <a:gd name="connsiteY9" fmla="*/ 280035 h 723900"/>
                <a:gd name="connsiteX10" fmla="*/ 1002792 w 1009650"/>
                <a:gd name="connsiteY10" fmla="*/ 279178 h 723900"/>
                <a:gd name="connsiteX11" fmla="*/ 1002601 w 1009650"/>
                <a:gd name="connsiteY11" fmla="*/ 278225 h 723900"/>
                <a:gd name="connsiteX12" fmla="*/ 1002887 w 1009650"/>
                <a:gd name="connsiteY12" fmla="*/ 275273 h 723900"/>
                <a:gd name="connsiteX13" fmla="*/ 1002506 w 1009650"/>
                <a:gd name="connsiteY13" fmla="*/ 274415 h 723900"/>
                <a:gd name="connsiteX14" fmla="*/ 1001839 w 1009650"/>
                <a:gd name="connsiteY14" fmla="*/ 273939 h 723900"/>
                <a:gd name="connsiteX15" fmla="*/ 1000982 w 1009650"/>
                <a:gd name="connsiteY15" fmla="*/ 273939 h 723900"/>
                <a:gd name="connsiteX16" fmla="*/ 999934 w 1009650"/>
                <a:gd name="connsiteY16" fmla="*/ 274225 h 723900"/>
                <a:gd name="connsiteX17" fmla="*/ 992124 w 1009650"/>
                <a:gd name="connsiteY17" fmla="*/ 277749 h 723900"/>
                <a:gd name="connsiteX18" fmla="*/ 990695 w 1009650"/>
                <a:gd name="connsiteY18" fmla="*/ 278130 h 723900"/>
                <a:gd name="connsiteX19" fmla="*/ 988790 w 1009650"/>
                <a:gd name="connsiteY19" fmla="*/ 278225 h 723900"/>
                <a:gd name="connsiteX20" fmla="*/ 983456 w 1009650"/>
                <a:gd name="connsiteY20" fmla="*/ 277749 h 723900"/>
                <a:gd name="connsiteX21" fmla="*/ 972407 w 1009650"/>
                <a:gd name="connsiteY21" fmla="*/ 273939 h 723900"/>
                <a:gd name="connsiteX22" fmla="*/ 971074 w 1009650"/>
                <a:gd name="connsiteY22" fmla="*/ 273939 h 723900"/>
                <a:gd name="connsiteX23" fmla="*/ 969359 w 1009650"/>
                <a:gd name="connsiteY23" fmla="*/ 274320 h 723900"/>
                <a:gd name="connsiteX24" fmla="*/ 969074 w 1009650"/>
                <a:gd name="connsiteY24" fmla="*/ 275368 h 723900"/>
                <a:gd name="connsiteX25" fmla="*/ 968978 w 1009650"/>
                <a:gd name="connsiteY25" fmla="*/ 276416 h 723900"/>
                <a:gd name="connsiteX26" fmla="*/ 968978 w 1009650"/>
                <a:gd name="connsiteY26" fmla="*/ 277654 h 723900"/>
                <a:gd name="connsiteX27" fmla="*/ 969074 w 1009650"/>
                <a:gd name="connsiteY27" fmla="*/ 278702 h 723900"/>
                <a:gd name="connsiteX28" fmla="*/ 969455 w 1009650"/>
                <a:gd name="connsiteY28" fmla="*/ 280797 h 723900"/>
                <a:gd name="connsiteX29" fmla="*/ 969455 w 1009650"/>
                <a:gd name="connsiteY29" fmla="*/ 281940 h 723900"/>
                <a:gd name="connsiteX30" fmla="*/ 968978 w 1009650"/>
                <a:gd name="connsiteY30" fmla="*/ 283369 h 723900"/>
                <a:gd name="connsiteX31" fmla="*/ 967359 w 1009650"/>
                <a:gd name="connsiteY31" fmla="*/ 284893 h 723900"/>
                <a:gd name="connsiteX32" fmla="*/ 965740 w 1009650"/>
                <a:gd name="connsiteY32" fmla="*/ 285274 h 723900"/>
                <a:gd name="connsiteX33" fmla="*/ 961263 w 1009650"/>
                <a:gd name="connsiteY33" fmla="*/ 284702 h 723900"/>
                <a:gd name="connsiteX34" fmla="*/ 955548 w 1009650"/>
                <a:gd name="connsiteY34" fmla="*/ 285369 h 723900"/>
                <a:gd name="connsiteX35" fmla="*/ 955072 w 1009650"/>
                <a:gd name="connsiteY35" fmla="*/ 284512 h 723900"/>
                <a:gd name="connsiteX36" fmla="*/ 955738 w 1009650"/>
                <a:gd name="connsiteY36" fmla="*/ 283464 h 723900"/>
                <a:gd name="connsiteX37" fmla="*/ 957739 w 1009650"/>
                <a:gd name="connsiteY37" fmla="*/ 279273 h 723900"/>
                <a:gd name="connsiteX38" fmla="*/ 957453 w 1009650"/>
                <a:gd name="connsiteY38" fmla="*/ 277463 h 723900"/>
                <a:gd name="connsiteX39" fmla="*/ 956882 w 1009650"/>
                <a:gd name="connsiteY39" fmla="*/ 276416 h 723900"/>
                <a:gd name="connsiteX40" fmla="*/ 955929 w 1009650"/>
                <a:gd name="connsiteY40" fmla="*/ 275844 h 723900"/>
                <a:gd name="connsiteX41" fmla="*/ 954976 w 1009650"/>
                <a:gd name="connsiteY41" fmla="*/ 275558 h 723900"/>
                <a:gd name="connsiteX42" fmla="*/ 954119 w 1009650"/>
                <a:gd name="connsiteY42" fmla="*/ 275463 h 723900"/>
                <a:gd name="connsiteX43" fmla="*/ 953453 w 1009650"/>
                <a:gd name="connsiteY43" fmla="*/ 275749 h 723900"/>
                <a:gd name="connsiteX44" fmla="*/ 952976 w 1009650"/>
                <a:gd name="connsiteY44" fmla="*/ 276035 h 723900"/>
                <a:gd name="connsiteX45" fmla="*/ 952500 w 1009650"/>
                <a:gd name="connsiteY45" fmla="*/ 276130 h 723900"/>
                <a:gd name="connsiteX46" fmla="*/ 951929 w 1009650"/>
                <a:gd name="connsiteY46" fmla="*/ 276035 h 723900"/>
                <a:gd name="connsiteX47" fmla="*/ 951071 w 1009650"/>
                <a:gd name="connsiteY47" fmla="*/ 275273 h 723900"/>
                <a:gd name="connsiteX48" fmla="*/ 950690 w 1009650"/>
                <a:gd name="connsiteY48" fmla="*/ 274701 h 723900"/>
                <a:gd name="connsiteX49" fmla="*/ 950500 w 1009650"/>
                <a:gd name="connsiteY49" fmla="*/ 273844 h 723900"/>
                <a:gd name="connsiteX50" fmla="*/ 950976 w 1009650"/>
                <a:gd name="connsiteY50" fmla="*/ 268319 h 723900"/>
                <a:gd name="connsiteX51" fmla="*/ 950881 w 1009650"/>
                <a:gd name="connsiteY51" fmla="*/ 265843 h 723900"/>
                <a:gd name="connsiteX52" fmla="*/ 950500 w 1009650"/>
                <a:gd name="connsiteY52" fmla="*/ 265081 h 723900"/>
                <a:gd name="connsiteX53" fmla="*/ 949833 w 1009650"/>
                <a:gd name="connsiteY53" fmla="*/ 265081 h 723900"/>
                <a:gd name="connsiteX54" fmla="*/ 949357 w 1009650"/>
                <a:gd name="connsiteY54" fmla="*/ 265652 h 723900"/>
                <a:gd name="connsiteX55" fmla="*/ 948976 w 1009650"/>
                <a:gd name="connsiteY55" fmla="*/ 266224 h 723900"/>
                <a:gd name="connsiteX56" fmla="*/ 948118 w 1009650"/>
                <a:gd name="connsiteY56" fmla="*/ 267938 h 723900"/>
                <a:gd name="connsiteX57" fmla="*/ 947642 w 1009650"/>
                <a:gd name="connsiteY57" fmla="*/ 268605 h 723900"/>
                <a:gd name="connsiteX58" fmla="*/ 946976 w 1009650"/>
                <a:gd name="connsiteY58" fmla="*/ 269272 h 723900"/>
                <a:gd name="connsiteX59" fmla="*/ 946213 w 1009650"/>
                <a:gd name="connsiteY59" fmla="*/ 269558 h 723900"/>
                <a:gd name="connsiteX60" fmla="*/ 945356 w 1009650"/>
                <a:gd name="connsiteY60" fmla="*/ 269462 h 723900"/>
                <a:gd name="connsiteX61" fmla="*/ 944118 w 1009650"/>
                <a:gd name="connsiteY61" fmla="*/ 268510 h 723900"/>
                <a:gd name="connsiteX62" fmla="*/ 943737 w 1009650"/>
                <a:gd name="connsiteY62" fmla="*/ 267748 h 723900"/>
                <a:gd name="connsiteX63" fmla="*/ 943737 w 1009650"/>
                <a:gd name="connsiteY63" fmla="*/ 266795 h 723900"/>
                <a:gd name="connsiteX64" fmla="*/ 944213 w 1009650"/>
                <a:gd name="connsiteY64" fmla="*/ 265843 h 723900"/>
                <a:gd name="connsiteX65" fmla="*/ 944689 w 1009650"/>
                <a:gd name="connsiteY65" fmla="*/ 264700 h 723900"/>
                <a:gd name="connsiteX66" fmla="*/ 945071 w 1009650"/>
                <a:gd name="connsiteY66" fmla="*/ 263176 h 723900"/>
                <a:gd name="connsiteX67" fmla="*/ 944975 w 1009650"/>
                <a:gd name="connsiteY67" fmla="*/ 260509 h 723900"/>
                <a:gd name="connsiteX68" fmla="*/ 944594 w 1009650"/>
                <a:gd name="connsiteY68" fmla="*/ 259271 h 723900"/>
                <a:gd name="connsiteX69" fmla="*/ 944213 w 1009650"/>
                <a:gd name="connsiteY69" fmla="*/ 258509 h 723900"/>
                <a:gd name="connsiteX70" fmla="*/ 943737 w 1009650"/>
                <a:gd name="connsiteY70" fmla="*/ 258223 h 723900"/>
                <a:gd name="connsiteX71" fmla="*/ 943356 w 1009650"/>
                <a:gd name="connsiteY71" fmla="*/ 258128 h 723900"/>
                <a:gd name="connsiteX72" fmla="*/ 942689 w 1009650"/>
                <a:gd name="connsiteY72" fmla="*/ 258413 h 723900"/>
                <a:gd name="connsiteX73" fmla="*/ 938022 w 1009650"/>
                <a:gd name="connsiteY73" fmla="*/ 261938 h 723900"/>
                <a:gd name="connsiteX74" fmla="*/ 937070 w 1009650"/>
                <a:gd name="connsiteY74" fmla="*/ 262414 h 723900"/>
                <a:gd name="connsiteX75" fmla="*/ 935926 w 1009650"/>
                <a:gd name="connsiteY75" fmla="*/ 262795 h 723900"/>
                <a:gd name="connsiteX76" fmla="*/ 935069 w 1009650"/>
                <a:gd name="connsiteY76" fmla="*/ 262985 h 723900"/>
                <a:gd name="connsiteX77" fmla="*/ 934212 w 1009650"/>
                <a:gd name="connsiteY77" fmla="*/ 262985 h 723900"/>
                <a:gd name="connsiteX78" fmla="*/ 933736 w 1009650"/>
                <a:gd name="connsiteY78" fmla="*/ 262890 h 723900"/>
                <a:gd name="connsiteX79" fmla="*/ 932307 w 1009650"/>
                <a:gd name="connsiteY79" fmla="*/ 262319 h 723900"/>
                <a:gd name="connsiteX80" fmla="*/ 926687 w 1009650"/>
                <a:gd name="connsiteY80" fmla="*/ 257747 h 723900"/>
                <a:gd name="connsiteX81" fmla="*/ 923925 w 1009650"/>
                <a:gd name="connsiteY81" fmla="*/ 256413 h 723900"/>
                <a:gd name="connsiteX82" fmla="*/ 922877 w 1009650"/>
                <a:gd name="connsiteY82" fmla="*/ 256318 h 723900"/>
                <a:gd name="connsiteX83" fmla="*/ 920115 w 1009650"/>
                <a:gd name="connsiteY83" fmla="*/ 256413 h 723900"/>
                <a:gd name="connsiteX84" fmla="*/ 917829 w 1009650"/>
                <a:gd name="connsiteY84" fmla="*/ 256127 h 723900"/>
                <a:gd name="connsiteX85" fmla="*/ 916496 w 1009650"/>
                <a:gd name="connsiteY85" fmla="*/ 255746 h 723900"/>
                <a:gd name="connsiteX86" fmla="*/ 915067 w 1009650"/>
                <a:gd name="connsiteY86" fmla="*/ 254984 h 723900"/>
                <a:gd name="connsiteX87" fmla="*/ 906399 w 1009650"/>
                <a:gd name="connsiteY87" fmla="*/ 248507 h 723900"/>
                <a:gd name="connsiteX88" fmla="*/ 905447 w 1009650"/>
                <a:gd name="connsiteY88" fmla="*/ 247460 h 723900"/>
                <a:gd name="connsiteX89" fmla="*/ 904970 w 1009650"/>
                <a:gd name="connsiteY89" fmla="*/ 246602 h 723900"/>
                <a:gd name="connsiteX90" fmla="*/ 904684 w 1009650"/>
                <a:gd name="connsiteY90" fmla="*/ 245840 h 723900"/>
                <a:gd name="connsiteX91" fmla="*/ 904780 w 1009650"/>
                <a:gd name="connsiteY91" fmla="*/ 245174 h 723900"/>
                <a:gd name="connsiteX92" fmla="*/ 905066 w 1009650"/>
                <a:gd name="connsiteY92" fmla="*/ 244412 h 723900"/>
                <a:gd name="connsiteX93" fmla="*/ 905542 w 1009650"/>
                <a:gd name="connsiteY93" fmla="*/ 243364 h 723900"/>
                <a:gd name="connsiteX94" fmla="*/ 905732 w 1009650"/>
                <a:gd name="connsiteY94" fmla="*/ 242221 h 723900"/>
                <a:gd name="connsiteX95" fmla="*/ 905542 w 1009650"/>
                <a:gd name="connsiteY95" fmla="*/ 241078 h 723900"/>
                <a:gd name="connsiteX96" fmla="*/ 904113 w 1009650"/>
                <a:gd name="connsiteY96" fmla="*/ 238887 h 723900"/>
                <a:gd name="connsiteX97" fmla="*/ 903922 w 1009650"/>
                <a:gd name="connsiteY97" fmla="*/ 238506 h 723900"/>
                <a:gd name="connsiteX98" fmla="*/ 903922 w 1009650"/>
                <a:gd name="connsiteY98" fmla="*/ 238411 h 723900"/>
                <a:gd name="connsiteX99" fmla="*/ 903256 w 1009650"/>
                <a:gd name="connsiteY99" fmla="*/ 236792 h 723900"/>
                <a:gd name="connsiteX100" fmla="*/ 901922 w 1009650"/>
                <a:gd name="connsiteY100" fmla="*/ 235077 h 723900"/>
                <a:gd name="connsiteX101" fmla="*/ 900589 w 1009650"/>
                <a:gd name="connsiteY101" fmla="*/ 234410 h 723900"/>
                <a:gd name="connsiteX102" fmla="*/ 898970 w 1009650"/>
                <a:gd name="connsiteY102" fmla="*/ 234029 h 723900"/>
                <a:gd name="connsiteX103" fmla="*/ 897922 w 1009650"/>
                <a:gd name="connsiteY103" fmla="*/ 234029 h 723900"/>
                <a:gd name="connsiteX104" fmla="*/ 897064 w 1009650"/>
                <a:gd name="connsiteY104" fmla="*/ 234220 h 723900"/>
                <a:gd name="connsiteX105" fmla="*/ 896207 w 1009650"/>
                <a:gd name="connsiteY105" fmla="*/ 234506 h 723900"/>
                <a:gd name="connsiteX106" fmla="*/ 894397 w 1009650"/>
                <a:gd name="connsiteY106" fmla="*/ 235458 h 723900"/>
                <a:gd name="connsiteX107" fmla="*/ 893064 w 1009650"/>
                <a:gd name="connsiteY107" fmla="*/ 235934 h 723900"/>
                <a:gd name="connsiteX108" fmla="*/ 891635 w 1009650"/>
                <a:gd name="connsiteY108" fmla="*/ 235934 h 723900"/>
                <a:gd name="connsiteX109" fmla="*/ 889445 w 1009650"/>
                <a:gd name="connsiteY109" fmla="*/ 235458 h 723900"/>
                <a:gd name="connsiteX110" fmla="*/ 888587 w 1009650"/>
                <a:gd name="connsiteY110" fmla="*/ 234791 h 723900"/>
                <a:gd name="connsiteX111" fmla="*/ 888016 w 1009650"/>
                <a:gd name="connsiteY111" fmla="*/ 233744 h 723900"/>
                <a:gd name="connsiteX112" fmla="*/ 887730 w 1009650"/>
                <a:gd name="connsiteY112" fmla="*/ 232315 h 723900"/>
                <a:gd name="connsiteX113" fmla="*/ 887159 w 1009650"/>
                <a:gd name="connsiteY113" fmla="*/ 230886 h 723900"/>
                <a:gd name="connsiteX114" fmla="*/ 886397 w 1009650"/>
                <a:gd name="connsiteY114" fmla="*/ 230219 h 723900"/>
                <a:gd name="connsiteX115" fmla="*/ 881443 w 1009650"/>
                <a:gd name="connsiteY115" fmla="*/ 230315 h 723900"/>
                <a:gd name="connsiteX116" fmla="*/ 876872 w 1009650"/>
                <a:gd name="connsiteY116" fmla="*/ 229076 h 723900"/>
                <a:gd name="connsiteX117" fmla="*/ 873919 w 1009650"/>
                <a:gd name="connsiteY117" fmla="*/ 228791 h 723900"/>
                <a:gd name="connsiteX118" fmla="*/ 872300 w 1009650"/>
                <a:gd name="connsiteY118" fmla="*/ 228410 h 723900"/>
                <a:gd name="connsiteX119" fmla="*/ 871442 w 1009650"/>
                <a:gd name="connsiteY119" fmla="*/ 227838 h 723900"/>
                <a:gd name="connsiteX120" fmla="*/ 870871 w 1009650"/>
                <a:gd name="connsiteY120" fmla="*/ 226886 h 723900"/>
                <a:gd name="connsiteX121" fmla="*/ 870871 w 1009650"/>
                <a:gd name="connsiteY121" fmla="*/ 226028 h 723900"/>
                <a:gd name="connsiteX122" fmla="*/ 871061 w 1009650"/>
                <a:gd name="connsiteY122" fmla="*/ 225362 h 723900"/>
                <a:gd name="connsiteX123" fmla="*/ 871442 w 1009650"/>
                <a:gd name="connsiteY123" fmla="*/ 224790 h 723900"/>
                <a:gd name="connsiteX124" fmla="*/ 871728 w 1009650"/>
                <a:gd name="connsiteY124" fmla="*/ 224314 h 723900"/>
                <a:gd name="connsiteX125" fmla="*/ 871633 w 1009650"/>
                <a:gd name="connsiteY125" fmla="*/ 223742 h 723900"/>
                <a:gd name="connsiteX126" fmla="*/ 871252 w 1009650"/>
                <a:gd name="connsiteY126" fmla="*/ 222790 h 723900"/>
                <a:gd name="connsiteX127" fmla="*/ 870204 w 1009650"/>
                <a:gd name="connsiteY127" fmla="*/ 221456 h 723900"/>
                <a:gd name="connsiteX128" fmla="*/ 869728 w 1009650"/>
                <a:gd name="connsiteY128" fmla="*/ 220313 h 723900"/>
                <a:gd name="connsiteX129" fmla="*/ 869156 w 1009650"/>
                <a:gd name="connsiteY129" fmla="*/ 216789 h 723900"/>
                <a:gd name="connsiteX130" fmla="*/ 866680 w 1009650"/>
                <a:gd name="connsiteY130" fmla="*/ 213074 h 723900"/>
                <a:gd name="connsiteX131" fmla="*/ 856012 w 1009650"/>
                <a:gd name="connsiteY131" fmla="*/ 216313 h 723900"/>
                <a:gd name="connsiteX132" fmla="*/ 853821 w 1009650"/>
                <a:gd name="connsiteY132" fmla="*/ 217551 h 723900"/>
                <a:gd name="connsiteX133" fmla="*/ 854202 w 1009650"/>
                <a:gd name="connsiteY133" fmla="*/ 218027 h 723900"/>
                <a:gd name="connsiteX134" fmla="*/ 854774 w 1009650"/>
                <a:gd name="connsiteY134" fmla="*/ 218599 h 723900"/>
                <a:gd name="connsiteX135" fmla="*/ 858012 w 1009650"/>
                <a:gd name="connsiteY135" fmla="*/ 220694 h 723900"/>
                <a:gd name="connsiteX136" fmla="*/ 858679 w 1009650"/>
                <a:gd name="connsiteY136" fmla="*/ 221552 h 723900"/>
                <a:gd name="connsiteX137" fmla="*/ 858869 w 1009650"/>
                <a:gd name="connsiteY137" fmla="*/ 222409 h 723900"/>
                <a:gd name="connsiteX138" fmla="*/ 858488 w 1009650"/>
                <a:gd name="connsiteY138" fmla="*/ 223647 h 723900"/>
                <a:gd name="connsiteX139" fmla="*/ 857441 w 1009650"/>
                <a:gd name="connsiteY139" fmla="*/ 224409 h 723900"/>
                <a:gd name="connsiteX140" fmla="*/ 856202 w 1009650"/>
                <a:gd name="connsiteY140" fmla="*/ 224885 h 723900"/>
                <a:gd name="connsiteX141" fmla="*/ 853059 w 1009650"/>
                <a:gd name="connsiteY141" fmla="*/ 225266 h 723900"/>
                <a:gd name="connsiteX142" fmla="*/ 849916 w 1009650"/>
                <a:gd name="connsiteY142" fmla="*/ 225171 h 723900"/>
                <a:gd name="connsiteX143" fmla="*/ 848487 w 1009650"/>
                <a:gd name="connsiteY143" fmla="*/ 224790 h 723900"/>
                <a:gd name="connsiteX144" fmla="*/ 847344 w 1009650"/>
                <a:gd name="connsiteY144" fmla="*/ 224314 h 723900"/>
                <a:gd name="connsiteX145" fmla="*/ 846963 w 1009650"/>
                <a:gd name="connsiteY145" fmla="*/ 223838 h 723900"/>
                <a:gd name="connsiteX146" fmla="*/ 846868 w 1009650"/>
                <a:gd name="connsiteY146" fmla="*/ 223075 h 723900"/>
                <a:gd name="connsiteX147" fmla="*/ 846963 w 1009650"/>
                <a:gd name="connsiteY147" fmla="*/ 222218 h 723900"/>
                <a:gd name="connsiteX148" fmla="*/ 847534 w 1009650"/>
                <a:gd name="connsiteY148" fmla="*/ 220599 h 723900"/>
                <a:gd name="connsiteX149" fmla="*/ 847630 w 1009650"/>
                <a:gd name="connsiteY149" fmla="*/ 220123 h 723900"/>
                <a:gd name="connsiteX150" fmla="*/ 847534 w 1009650"/>
                <a:gd name="connsiteY150" fmla="*/ 219647 h 723900"/>
                <a:gd name="connsiteX151" fmla="*/ 847154 w 1009650"/>
                <a:gd name="connsiteY151" fmla="*/ 219075 h 723900"/>
                <a:gd name="connsiteX152" fmla="*/ 846296 w 1009650"/>
                <a:gd name="connsiteY152" fmla="*/ 218599 h 723900"/>
                <a:gd name="connsiteX153" fmla="*/ 843725 w 1009650"/>
                <a:gd name="connsiteY153" fmla="*/ 217742 h 723900"/>
                <a:gd name="connsiteX154" fmla="*/ 842296 w 1009650"/>
                <a:gd name="connsiteY154" fmla="*/ 217170 h 723900"/>
                <a:gd name="connsiteX155" fmla="*/ 840391 w 1009650"/>
                <a:gd name="connsiteY155" fmla="*/ 216694 h 723900"/>
                <a:gd name="connsiteX156" fmla="*/ 838962 w 1009650"/>
                <a:gd name="connsiteY156" fmla="*/ 216884 h 723900"/>
                <a:gd name="connsiteX157" fmla="*/ 837152 w 1009650"/>
                <a:gd name="connsiteY157" fmla="*/ 217551 h 723900"/>
                <a:gd name="connsiteX158" fmla="*/ 835724 w 1009650"/>
                <a:gd name="connsiteY158" fmla="*/ 217551 h 723900"/>
                <a:gd name="connsiteX159" fmla="*/ 834390 w 1009650"/>
                <a:gd name="connsiteY159" fmla="*/ 217075 h 723900"/>
                <a:gd name="connsiteX160" fmla="*/ 832771 w 1009650"/>
                <a:gd name="connsiteY160" fmla="*/ 216979 h 723900"/>
                <a:gd name="connsiteX161" fmla="*/ 832009 w 1009650"/>
                <a:gd name="connsiteY161" fmla="*/ 217551 h 723900"/>
                <a:gd name="connsiteX162" fmla="*/ 831723 w 1009650"/>
                <a:gd name="connsiteY162" fmla="*/ 218599 h 723900"/>
                <a:gd name="connsiteX163" fmla="*/ 832580 w 1009650"/>
                <a:gd name="connsiteY163" fmla="*/ 222599 h 723900"/>
                <a:gd name="connsiteX164" fmla="*/ 832580 w 1009650"/>
                <a:gd name="connsiteY164" fmla="*/ 223933 h 723900"/>
                <a:gd name="connsiteX165" fmla="*/ 832485 w 1009650"/>
                <a:gd name="connsiteY165" fmla="*/ 225266 h 723900"/>
                <a:gd name="connsiteX166" fmla="*/ 832295 w 1009650"/>
                <a:gd name="connsiteY166" fmla="*/ 226028 h 723900"/>
                <a:gd name="connsiteX167" fmla="*/ 831913 w 1009650"/>
                <a:gd name="connsiteY167" fmla="*/ 227171 h 723900"/>
                <a:gd name="connsiteX168" fmla="*/ 830389 w 1009650"/>
                <a:gd name="connsiteY168" fmla="*/ 229838 h 723900"/>
                <a:gd name="connsiteX169" fmla="*/ 828580 w 1009650"/>
                <a:gd name="connsiteY169" fmla="*/ 232315 h 723900"/>
                <a:gd name="connsiteX170" fmla="*/ 825532 w 1009650"/>
                <a:gd name="connsiteY170" fmla="*/ 235363 h 723900"/>
                <a:gd name="connsiteX171" fmla="*/ 825151 w 1009650"/>
                <a:gd name="connsiteY171" fmla="*/ 236125 h 723900"/>
                <a:gd name="connsiteX172" fmla="*/ 824865 w 1009650"/>
                <a:gd name="connsiteY172" fmla="*/ 237173 h 723900"/>
                <a:gd name="connsiteX173" fmla="*/ 824770 w 1009650"/>
                <a:gd name="connsiteY173" fmla="*/ 238411 h 723900"/>
                <a:gd name="connsiteX174" fmla="*/ 824770 w 1009650"/>
                <a:gd name="connsiteY174" fmla="*/ 238506 h 723900"/>
                <a:gd name="connsiteX175" fmla="*/ 824770 w 1009650"/>
                <a:gd name="connsiteY175" fmla="*/ 238601 h 723900"/>
                <a:gd name="connsiteX176" fmla="*/ 825246 w 1009650"/>
                <a:gd name="connsiteY176" fmla="*/ 239363 h 723900"/>
                <a:gd name="connsiteX177" fmla="*/ 825627 w 1009650"/>
                <a:gd name="connsiteY177" fmla="*/ 240411 h 723900"/>
                <a:gd name="connsiteX178" fmla="*/ 825913 w 1009650"/>
                <a:gd name="connsiteY178" fmla="*/ 241078 h 723900"/>
                <a:gd name="connsiteX179" fmla="*/ 826103 w 1009650"/>
                <a:gd name="connsiteY179" fmla="*/ 242030 h 723900"/>
                <a:gd name="connsiteX180" fmla="*/ 826008 w 1009650"/>
                <a:gd name="connsiteY180" fmla="*/ 242888 h 723900"/>
                <a:gd name="connsiteX181" fmla="*/ 825627 w 1009650"/>
                <a:gd name="connsiteY181" fmla="*/ 243840 h 723900"/>
                <a:gd name="connsiteX182" fmla="*/ 824960 w 1009650"/>
                <a:gd name="connsiteY182" fmla="*/ 244412 h 723900"/>
                <a:gd name="connsiteX183" fmla="*/ 824389 w 1009650"/>
                <a:gd name="connsiteY183" fmla="*/ 244697 h 723900"/>
                <a:gd name="connsiteX184" fmla="*/ 821817 w 1009650"/>
                <a:gd name="connsiteY184" fmla="*/ 244793 h 723900"/>
                <a:gd name="connsiteX185" fmla="*/ 820579 w 1009650"/>
                <a:gd name="connsiteY185" fmla="*/ 245078 h 723900"/>
                <a:gd name="connsiteX186" fmla="*/ 819912 w 1009650"/>
                <a:gd name="connsiteY186" fmla="*/ 245459 h 723900"/>
                <a:gd name="connsiteX187" fmla="*/ 819055 w 1009650"/>
                <a:gd name="connsiteY187" fmla="*/ 246317 h 723900"/>
                <a:gd name="connsiteX188" fmla="*/ 816102 w 1009650"/>
                <a:gd name="connsiteY188" fmla="*/ 250222 h 723900"/>
                <a:gd name="connsiteX189" fmla="*/ 812673 w 1009650"/>
                <a:gd name="connsiteY189" fmla="*/ 248603 h 723900"/>
                <a:gd name="connsiteX190" fmla="*/ 808292 w 1009650"/>
                <a:gd name="connsiteY190" fmla="*/ 244507 h 723900"/>
                <a:gd name="connsiteX191" fmla="*/ 806482 w 1009650"/>
                <a:gd name="connsiteY191" fmla="*/ 243364 h 723900"/>
                <a:gd name="connsiteX192" fmla="*/ 805243 w 1009650"/>
                <a:gd name="connsiteY192" fmla="*/ 242792 h 723900"/>
                <a:gd name="connsiteX193" fmla="*/ 804577 w 1009650"/>
                <a:gd name="connsiteY193" fmla="*/ 242888 h 723900"/>
                <a:gd name="connsiteX194" fmla="*/ 801529 w 1009650"/>
                <a:gd name="connsiteY194" fmla="*/ 244126 h 723900"/>
                <a:gd name="connsiteX195" fmla="*/ 800195 w 1009650"/>
                <a:gd name="connsiteY195" fmla="*/ 244507 h 723900"/>
                <a:gd name="connsiteX196" fmla="*/ 798290 w 1009650"/>
                <a:gd name="connsiteY196" fmla="*/ 244507 h 723900"/>
                <a:gd name="connsiteX197" fmla="*/ 796957 w 1009650"/>
                <a:gd name="connsiteY197" fmla="*/ 244031 h 723900"/>
                <a:gd name="connsiteX198" fmla="*/ 796100 w 1009650"/>
                <a:gd name="connsiteY198" fmla="*/ 243364 h 723900"/>
                <a:gd name="connsiteX199" fmla="*/ 794957 w 1009650"/>
                <a:gd name="connsiteY199" fmla="*/ 241840 h 723900"/>
                <a:gd name="connsiteX200" fmla="*/ 794099 w 1009650"/>
                <a:gd name="connsiteY200" fmla="*/ 240887 h 723900"/>
                <a:gd name="connsiteX201" fmla="*/ 793242 w 1009650"/>
                <a:gd name="connsiteY201" fmla="*/ 240602 h 723900"/>
                <a:gd name="connsiteX202" fmla="*/ 792385 w 1009650"/>
                <a:gd name="connsiteY202" fmla="*/ 240602 h 723900"/>
                <a:gd name="connsiteX203" fmla="*/ 786289 w 1009650"/>
                <a:gd name="connsiteY203" fmla="*/ 242316 h 723900"/>
                <a:gd name="connsiteX204" fmla="*/ 785527 w 1009650"/>
                <a:gd name="connsiteY204" fmla="*/ 242411 h 723900"/>
                <a:gd name="connsiteX205" fmla="*/ 782288 w 1009650"/>
                <a:gd name="connsiteY205" fmla="*/ 242507 h 723900"/>
                <a:gd name="connsiteX206" fmla="*/ 779240 w 1009650"/>
                <a:gd name="connsiteY206" fmla="*/ 242221 h 723900"/>
                <a:gd name="connsiteX207" fmla="*/ 777907 w 1009650"/>
                <a:gd name="connsiteY207" fmla="*/ 241459 h 723900"/>
                <a:gd name="connsiteX208" fmla="*/ 777240 w 1009650"/>
                <a:gd name="connsiteY208" fmla="*/ 240697 h 723900"/>
                <a:gd name="connsiteX209" fmla="*/ 777335 w 1009650"/>
                <a:gd name="connsiteY209" fmla="*/ 239744 h 723900"/>
                <a:gd name="connsiteX210" fmla="*/ 777621 w 1009650"/>
                <a:gd name="connsiteY210" fmla="*/ 238697 h 723900"/>
                <a:gd name="connsiteX211" fmla="*/ 777621 w 1009650"/>
                <a:gd name="connsiteY211" fmla="*/ 238506 h 723900"/>
                <a:gd name="connsiteX212" fmla="*/ 778955 w 1009650"/>
                <a:gd name="connsiteY212" fmla="*/ 237173 h 723900"/>
                <a:gd name="connsiteX213" fmla="*/ 779717 w 1009650"/>
                <a:gd name="connsiteY213" fmla="*/ 236125 h 723900"/>
                <a:gd name="connsiteX214" fmla="*/ 780097 w 1009650"/>
                <a:gd name="connsiteY214" fmla="*/ 235458 h 723900"/>
                <a:gd name="connsiteX215" fmla="*/ 780574 w 1009650"/>
                <a:gd name="connsiteY215" fmla="*/ 234410 h 723900"/>
                <a:gd name="connsiteX216" fmla="*/ 780764 w 1009650"/>
                <a:gd name="connsiteY216" fmla="*/ 233553 h 723900"/>
                <a:gd name="connsiteX217" fmla="*/ 780764 w 1009650"/>
                <a:gd name="connsiteY217" fmla="*/ 232124 h 723900"/>
                <a:gd name="connsiteX218" fmla="*/ 780955 w 1009650"/>
                <a:gd name="connsiteY218" fmla="*/ 231553 h 723900"/>
                <a:gd name="connsiteX219" fmla="*/ 781145 w 1009650"/>
                <a:gd name="connsiteY219" fmla="*/ 230886 h 723900"/>
                <a:gd name="connsiteX220" fmla="*/ 781622 w 1009650"/>
                <a:gd name="connsiteY220" fmla="*/ 230219 h 723900"/>
                <a:gd name="connsiteX221" fmla="*/ 782098 w 1009650"/>
                <a:gd name="connsiteY221" fmla="*/ 229648 h 723900"/>
                <a:gd name="connsiteX222" fmla="*/ 784193 w 1009650"/>
                <a:gd name="connsiteY222" fmla="*/ 227933 h 723900"/>
                <a:gd name="connsiteX223" fmla="*/ 784479 w 1009650"/>
                <a:gd name="connsiteY223" fmla="*/ 227457 h 723900"/>
                <a:gd name="connsiteX224" fmla="*/ 784860 w 1009650"/>
                <a:gd name="connsiteY224" fmla="*/ 223742 h 723900"/>
                <a:gd name="connsiteX225" fmla="*/ 785146 w 1009650"/>
                <a:gd name="connsiteY225" fmla="*/ 222695 h 723900"/>
                <a:gd name="connsiteX226" fmla="*/ 788480 w 1009650"/>
                <a:gd name="connsiteY226" fmla="*/ 214694 h 723900"/>
                <a:gd name="connsiteX227" fmla="*/ 788575 w 1009650"/>
                <a:gd name="connsiteY227" fmla="*/ 212979 h 723900"/>
                <a:gd name="connsiteX228" fmla="*/ 788194 w 1009650"/>
                <a:gd name="connsiteY228" fmla="*/ 212027 h 723900"/>
                <a:gd name="connsiteX229" fmla="*/ 787241 w 1009650"/>
                <a:gd name="connsiteY229" fmla="*/ 211265 h 723900"/>
                <a:gd name="connsiteX230" fmla="*/ 786670 w 1009650"/>
                <a:gd name="connsiteY230" fmla="*/ 210979 h 723900"/>
                <a:gd name="connsiteX231" fmla="*/ 785717 w 1009650"/>
                <a:gd name="connsiteY231" fmla="*/ 210788 h 723900"/>
                <a:gd name="connsiteX232" fmla="*/ 784955 w 1009650"/>
                <a:gd name="connsiteY232" fmla="*/ 210788 h 723900"/>
                <a:gd name="connsiteX233" fmla="*/ 784003 w 1009650"/>
                <a:gd name="connsiteY233" fmla="*/ 210979 h 723900"/>
                <a:gd name="connsiteX234" fmla="*/ 783050 w 1009650"/>
                <a:gd name="connsiteY234" fmla="*/ 211265 h 723900"/>
                <a:gd name="connsiteX235" fmla="*/ 782384 w 1009650"/>
                <a:gd name="connsiteY235" fmla="*/ 211550 h 723900"/>
                <a:gd name="connsiteX236" fmla="*/ 781907 w 1009650"/>
                <a:gd name="connsiteY236" fmla="*/ 211836 h 723900"/>
                <a:gd name="connsiteX237" fmla="*/ 781526 w 1009650"/>
                <a:gd name="connsiteY237" fmla="*/ 212217 h 723900"/>
                <a:gd name="connsiteX238" fmla="*/ 781241 w 1009650"/>
                <a:gd name="connsiteY238" fmla="*/ 212693 h 723900"/>
                <a:gd name="connsiteX239" fmla="*/ 780955 w 1009650"/>
                <a:gd name="connsiteY239" fmla="*/ 213360 h 723900"/>
                <a:gd name="connsiteX240" fmla="*/ 780288 w 1009650"/>
                <a:gd name="connsiteY240" fmla="*/ 216408 h 723900"/>
                <a:gd name="connsiteX241" fmla="*/ 779812 w 1009650"/>
                <a:gd name="connsiteY241" fmla="*/ 217170 h 723900"/>
                <a:gd name="connsiteX242" fmla="*/ 779050 w 1009650"/>
                <a:gd name="connsiteY242" fmla="*/ 217742 h 723900"/>
                <a:gd name="connsiteX243" fmla="*/ 778193 w 1009650"/>
                <a:gd name="connsiteY243" fmla="*/ 218218 h 723900"/>
                <a:gd name="connsiteX244" fmla="*/ 777145 w 1009650"/>
                <a:gd name="connsiteY244" fmla="*/ 218408 h 723900"/>
                <a:gd name="connsiteX245" fmla="*/ 768572 w 1009650"/>
                <a:gd name="connsiteY245" fmla="*/ 218694 h 723900"/>
                <a:gd name="connsiteX246" fmla="*/ 767429 w 1009650"/>
                <a:gd name="connsiteY246" fmla="*/ 218885 h 723900"/>
                <a:gd name="connsiteX247" fmla="*/ 766667 w 1009650"/>
                <a:gd name="connsiteY247" fmla="*/ 219170 h 723900"/>
                <a:gd name="connsiteX248" fmla="*/ 766286 w 1009650"/>
                <a:gd name="connsiteY248" fmla="*/ 219456 h 723900"/>
                <a:gd name="connsiteX249" fmla="*/ 766191 w 1009650"/>
                <a:gd name="connsiteY249" fmla="*/ 219932 h 723900"/>
                <a:gd name="connsiteX250" fmla="*/ 766477 w 1009650"/>
                <a:gd name="connsiteY250" fmla="*/ 220409 h 723900"/>
                <a:gd name="connsiteX251" fmla="*/ 767048 w 1009650"/>
                <a:gd name="connsiteY251" fmla="*/ 220885 h 723900"/>
                <a:gd name="connsiteX252" fmla="*/ 772097 w 1009650"/>
                <a:gd name="connsiteY252" fmla="*/ 224314 h 723900"/>
                <a:gd name="connsiteX253" fmla="*/ 773144 w 1009650"/>
                <a:gd name="connsiteY253" fmla="*/ 225266 h 723900"/>
                <a:gd name="connsiteX254" fmla="*/ 773525 w 1009650"/>
                <a:gd name="connsiteY254" fmla="*/ 226409 h 723900"/>
                <a:gd name="connsiteX255" fmla="*/ 773144 w 1009650"/>
                <a:gd name="connsiteY255" fmla="*/ 227362 h 723900"/>
                <a:gd name="connsiteX256" fmla="*/ 772192 w 1009650"/>
                <a:gd name="connsiteY256" fmla="*/ 228124 h 723900"/>
                <a:gd name="connsiteX257" fmla="*/ 771049 w 1009650"/>
                <a:gd name="connsiteY257" fmla="*/ 228314 h 723900"/>
                <a:gd name="connsiteX258" fmla="*/ 768572 w 1009650"/>
                <a:gd name="connsiteY258" fmla="*/ 228410 h 723900"/>
                <a:gd name="connsiteX259" fmla="*/ 767334 w 1009650"/>
                <a:gd name="connsiteY259" fmla="*/ 228695 h 723900"/>
                <a:gd name="connsiteX260" fmla="*/ 765238 w 1009650"/>
                <a:gd name="connsiteY260" fmla="*/ 229457 h 723900"/>
                <a:gd name="connsiteX261" fmla="*/ 764000 w 1009650"/>
                <a:gd name="connsiteY261" fmla="*/ 229648 h 723900"/>
                <a:gd name="connsiteX262" fmla="*/ 763048 w 1009650"/>
                <a:gd name="connsiteY262" fmla="*/ 229172 h 723900"/>
                <a:gd name="connsiteX263" fmla="*/ 762191 w 1009650"/>
                <a:gd name="connsiteY263" fmla="*/ 228600 h 723900"/>
                <a:gd name="connsiteX264" fmla="*/ 759238 w 1009650"/>
                <a:gd name="connsiteY264" fmla="*/ 225647 h 723900"/>
                <a:gd name="connsiteX265" fmla="*/ 758571 w 1009650"/>
                <a:gd name="connsiteY265" fmla="*/ 224504 h 723900"/>
                <a:gd name="connsiteX266" fmla="*/ 758000 w 1009650"/>
                <a:gd name="connsiteY266" fmla="*/ 223361 h 723900"/>
                <a:gd name="connsiteX267" fmla="*/ 757047 w 1009650"/>
                <a:gd name="connsiteY267" fmla="*/ 220790 h 723900"/>
                <a:gd name="connsiteX268" fmla="*/ 756190 w 1009650"/>
                <a:gd name="connsiteY268" fmla="*/ 219742 h 723900"/>
                <a:gd name="connsiteX269" fmla="*/ 755523 w 1009650"/>
                <a:gd name="connsiteY269" fmla="*/ 219266 h 723900"/>
                <a:gd name="connsiteX270" fmla="*/ 754475 w 1009650"/>
                <a:gd name="connsiteY270" fmla="*/ 219170 h 723900"/>
                <a:gd name="connsiteX271" fmla="*/ 753809 w 1009650"/>
                <a:gd name="connsiteY271" fmla="*/ 219361 h 723900"/>
                <a:gd name="connsiteX272" fmla="*/ 753142 w 1009650"/>
                <a:gd name="connsiteY272" fmla="*/ 219742 h 723900"/>
                <a:gd name="connsiteX273" fmla="*/ 752951 w 1009650"/>
                <a:gd name="connsiteY273" fmla="*/ 220409 h 723900"/>
                <a:gd name="connsiteX274" fmla="*/ 753047 w 1009650"/>
                <a:gd name="connsiteY274" fmla="*/ 221361 h 723900"/>
                <a:gd name="connsiteX275" fmla="*/ 753237 w 1009650"/>
                <a:gd name="connsiteY275" fmla="*/ 222504 h 723900"/>
                <a:gd name="connsiteX276" fmla="*/ 753332 w 1009650"/>
                <a:gd name="connsiteY276" fmla="*/ 223647 h 723900"/>
                <a:gd name="connsiteX277" fmla="*/ 753047 w 1009650"/>
                <a:gd name="connsiteY277" fmla="*/ 224409 h 723900"/>
                <a:gd name="connsiteX278" fmla="*/ 752380 w 1009650"/>
                <a:gd name="connsiteY278" fmla="*/ 224885 h 723900"/>
                <a:gd name="connsiteX279" fmla="*/ 751522 w 1009650"/>
                <a:gd name="connsiteY279" fmla="*/ 225171 h 723900"/>
                <a:gd name="connsiteX280" fmla="*/ 750570 w 1009650"/>
                <a:gd name="connsiteY280" fmla="*/ 225266 h 723900"/>
                <a:gd name="connsiteX281" fmla="*/ 749427 w 1009650"/>
                <a:gd name="connsiteY281" fmla="*/ 225362 h 723900"/>
                <a:gd name="connsiteX282" fmla="*/ 745712 w 1009650"/>
                <a:gd name="connsiteY282" fmla="*/ 224695 h 723900"/>
                <a:gd name="connsiteX283" fmla="*/ 743903 w 1009650"/>
                <a:gd name="connsiteY283" fmla="*/ 223742 h 723900"/>
                <a:gd name="connsiteX284" fmla="*/ 742759 w 1009650"/>
                <a:gd name="connsiteY284" fmla="*/ 223552 h 723900"/>
                <a:gd name="connsiteX285" fmla="*/ 742283 w 1009650"/>
                <a:gd name="connsiteY285" fmla="*/ 223647 h 723900"/>
                <a:gd name="connsiteX286" fmla="*/ 742188 w 1009650"/>
                <a:gd name="connsiteY286" fmla="*/ 224028 h 723900"/>
                <a:gd name="connsiteX287" fmla="*/ 742188 w 1009650"/>
                <a:gd name="connsiteY287" fmla="*/ 224600 h 723900"/>
                <a:gd name="connsiteX288" fmla="*/ 742474 w 1009650"/>
                <a:gd name="connsiteY288" fmla="*/ 226028 h 723900"/>
                <a:gd name="connsiteX289" fmla="*/ 742759 w 1009650"/>
                <a:gd name="connsiteY289" fmla="*/ 226695 h 723900"/>
                <a:gd name="connsiteX290" fmla="*/ 743045 w 1009650"/>
                <a:gd name="connsiteY290" fmla="*/ 228219 h 723900"/>
                <a:gd name="connsiteX291" fmla="*/ 743617 w 1009650"/>
                <a:gd name="connsiteY291" fmla="*/ 229172 h 723900"/>
                <a:gd name="connsiteX292" fmla="*/ 744569 w 1009650"/>
                <a:gd name="connsiteY292" fmla="*/ 229934 h 723900"/>
                <a:gd name="connsiteX293" fmla="*/ 747617 w 1009650"/>
                <a:gd name="connsiteY293" fmla="*/ 231267 h 723900"/>
                <a:gd name="connsiteX294" fmla="*/ 748379 w 1009650"/>
                <a:gd name="connsiteY294" fmla="*/ 231743 h 723900"/>
                <a:gd name="connsiteX295" fmla="*/ 748665 w 1009650"/>
                <a:gd name="connsiteY295" fmla="*/ 232124 h 723900"/>
                <a:gd name="connsiteX296" fmla="*/ 748760 w 1009650"/>
                <a:gd name="connsiteY296" fmla="*/ 233363 h 723900"/>
                <a:gd name="connsiteX297" fmla="*/ 744569 w 1009650"/>
                <a:gd name="connsiteY297" fmla="*/ 236220 h 723900"/>
                <a:gd name="connsiteX298" fmla="*/ 743522 w 1009650"/>
                <a:gd name="connsiteY298" fmla="*/ 236506 h 723900"/>
                <a:gd name="connsiteX299" fmla="*/ 742283 w 1009650"/>
                <a:gd name="connsiteY299" fmla="*/ 236601 h 723900"/>
                <a:gd name="connsiteX300" fmla="*/ 741521 w 1009650"/>
                <a:gd name="connsiteY300" fmla="*/ 236220 h 723900"/>
                <a:gd name="connsiteX301" fmla="*/ 740950 w 1009650"/>
                <a:gd name="connsiteY301" fmla="*/ 235553 h 723900"/>
                <a:gd name="connsiteX302" fmla="*/ 738950 w 1009650"/>
                <a:gd name="connsiteY302" fmla="*/ 232791 h 723900"/>
                <a:gd name="connsiteX303" fmla="*/ 737045 w 1009650"/>
                <a:gd name="connsiteY303" fmla="*/ 230600 h 723900"/>
                <a:gd name="connsiteX304" fmla="*/ 736283 w 1009650"/>
                <a:gd name="connsiteY304" fmla="*/ 230410 h 723900"/>
                <a:gd name="connsiteX305" fmla="*/ 735997 w 1009650"/>
                <a:gd name="connsiteY305" fmla="*/ 230696 h 723900"/>
                <a:gd name="connsiteX306" fmla="*/ 735901 w 1009650"/>
                <a:gd name="connsiteY306" fmla="*/ 231267 h 723900"/>
                <a:gd name="connsiteX307" fmla="*/ 735997 w 1009650"/>
                <a:gd name="connsiteY307" fmla="*/ 232029 h 723900"/>
                <a:gd name="connsiteX308" fmla="*/ 736854 w 1009650"/>
                <a:gd name="connsiteY308" fmla="*/ 235077 h 723900"/>
                <a:gd name="connsiteX309" fmla="*/ 736854 w 1009650"/>
                <a:gd name="connsiteY309" fmla="*/ 236029 h 723900"/>
                <a:gd name="connsiteX310" fmla="*/ 736283 w 1009650"/>
                <a:gd name="connsiteY310" fmla="*/ 236887 h 723900"/>
                <a:gd name="connsiteX311" fmla="*/ 735521 w 1009650"/>
                <a:gd name="connsiteY311" fmla="*/ 237077 h 723900"/>
                <a:gd name="connsiteX312" fmla="*/ 734568 w 1009650"/>
                <a:gd name="connsiteY312" fmla="*/ 236982 h 723900"/>
                <a:gd name="connsiteX313" fmla="*/ 733711 w 1009650"/>
                <a:gd name="connsiteY313" fmla="*/ 236696 h 723900"/>
                <a:gd name="connsiteX314" fmla="*/ 732758 w 1009650"/>
                <a:gd name="connsiteY314" fmla="*/ 236315 h 723900"/>
                <a:gd name="connsiteX315" fmla="*/ 731710 w 1009650"/>
                <a:gd name="connsiteY315" fmla="*/ 235934 h 723900"/>
                <a:gd name="connsiteX316" fmla="*/ 729901 w 1009650"/>
                <a:gd name="connsiteY316" fmla="*/ 235649 h 723900"/>
                <a:gd name="connsiteX317" fmla="*/ 728282 w 1009650"/>
                <a:gd name="connsiteY317" fmla="*/ 235839 h 723900"/>
                <a:gd name="connsiteX318" fmla="*/ 724948 w 1009650"/>
                <a:gd name="connsiteY318" fmla="*/ 237077 h 723900"/>
                <a:gd name="connsiteX319" fmla="*/ 723614 w 1009650"/>
                <a:gd name="connsiteY319" fmla="*/ 236982 h 723900"/>
                <a:gd name="connsiteX320" fmla="*/ 722662 w 1009650"/>
                <a:gd name="connsiteY320" fmla="*/ 236506 h 723900"/>
                <a:gd name="connsiteX321" fmla="*/ 721328 w 1009650"/>
                <a:gd name="connsiteY321" fmla="*/ 234601 h 723900"/>
                <a:gd name="connsiteX322" fmla="*/ 720757 w 1009650"/>
                <a:gd name="connsiteY322" fmla="*/ 233363 h 723900"/>
                <a:gd name="connsiteX323" fmla="*/ 719995 w 1009650"/>
                <a:gd name="connsiteY323" fmla="*/ 230410 h 723900"/>
                <a:gd name="connsiteX324" fmla="*/ 719995 w 1009650"/>
                <a:gd name="connsiteY324" fmla="*/ 229362 h 723900"/>
                <a:gd name="connsiteX325" fmla="*/ 720185 w 1009650"/>
                <a:gd name="connsiteY325" fmla="*/ 227838 h 723900"/>
                <a:gd name="connsiteX326" fmla="*/ 720471 w 1009650"/>
                <a:gd name="connsiteY326" fmla="*/ 227267 h 723900"/>
                <a:gd name="connsiteX327" fmla="*/ 720947 w 1009650"/>
                <a:gd name="connsiteY327" fmla="*/ 227171 h 723900"/>
                <a:gd name="connsiteX328" fmla="*/ 721328 w 1009650"/>
                <a:gd name="connsiteY328" fmla="*/ 227457 h 723900"/>
                <a:gd name="connsiteX329" fmla="*/ 721900 w 1009650"/>
                <a:gd name="connsiteY329" fmla="*/ 227648 h 723900"/>
                <a:gd name="connsiteX330" fmla="*/ 722757 w 1009650"/>
                <a:gd name="connsiteY330" fmla="*/ 227743 h 723900"/>
                <a:gd name="connsiteX331" fmla="*/ 724567 w 1009650"/>
                <a:gd name="connsiteY331" fmla="*/ 227171 h 723900"/>
                <a:gd name="connsiteX332" fmla="*/ 725329 w 1009650"/>
                <a:gd name="connsiteY332" fmla="*/ 226409 h 723900"/>
                <a:gd name="connsiteX333" fmla="*/ 726281 w 1009650"/>
                <a:gd name="connsiteY333" fmla="*/ 225076 h 723900"/>
                <a:gd name="connsiteX334" fmla="*/ 728567 w 1009650"/>
                <a:gd name="connsiteY334" fmla="*/ 222695 h 723900"/>
                <a:gd name="connsiteX335" fmla="*/ 729234 w 1009650"/>
                <a:gd name="connsiteY335" fmla="*/ 221837 h 723900"/>
                <a:gd name="connsiteX336" fmla="*/ 729805 w 1009650"/>
                <a:gd name="connsiteY336" fmla="*/ 220790 h 723900"/>
                <a:gd name="connsiteX337" fmla="*/ 730282 w 1009650"/>
                <a:gd name="connsiteY337" fmla="*/ 220218 h 723900"/>
                <a:gd name="connsiteX338" fmla="*/ 730949 w 1009650"/>
                <a:gd name="connsiteY338" fmla="*/ 219837 h 723900"/>
                <a:gd name="connsiteX339" fmla="*/ 731710 w 1009650"/>
                <a:gd name="connsiteY339" fmla="*/ 219551 h 723900"/>
                <a:gd name="connsiteX340" fmla="*/ 732377 w 1009650"/>
                <a:gd name="connsiteY340" fmla="*/ 219170 h 723900"/>
                <a:gd name="connsiteX341" fmla="*/ 733901 w 1009650"/>
                <a:gd name="connsiteY341" fmla="*/ 218218 h 723900"/>
                <a:gd name="connsiteX342" fmla="*/ 735806 w 1009650"/>
                <a:gd name="connsiteY342" fmla="*/ 217456 h 723900"/>
                <a:gd name="connsiteX343" fmla="*/ 737045 w 1009650"/>
                <a:gd name="connsiteY343" fmla="*/ 216789 h 723900"/>
                <a:gd name="connsiteX344" fmla="*/ 737711 w 1009650"/>
                <a:gd name="connsiteY344" fmla="*/ 216122 h 723900"/>
                <a:gd name="connsiteX345" fmla="*/ 738092 w 1009650"/>
                <a:gd name="connsiteY345" fmla="*/ 215551 h 723900"/>
                <a:gd name="connsiteX346" fmla="*/ 738092 w 1009650"/>
                <a:gd name="connsiteY346" fmla="*/ 214884 h 723900"/>
                <a:gd name="connsiteX347" fmla="*/ 737902 w 1009650"/>
                <a:gd name="connsiteY347" fmla="*/ 214217 h 723900"/>
                <a:gd name="connsiteX348" fmla="*/ 736949 w 1009650"/>
                <a:gd name="connsiteY348" fmla="*/ 212217 h 723900"/>
                <a:gd name="connsiteX349" fmla="*/ 736663 w 1009650"/>
                <a:gd name="connsiteY349" fmla="*/ 211550 h 723900"/>
                <a:gd name="connsiteX350" fmla="*/ 736378 w 1009650"/>
                <a:gd name="connsiteY350" fmla="*/ 209360 h 723900"/>
                <a:gd name="connsiteX351" fmla="*/ 736187 w 1009650"/>
                <a:gd name="connsiteY351" fmla="*/ 208598 h 723900"/>
                <a:gd name="connsiteX352" fmla="*/ 735901 w 1009650"/>
                <a:gd name="connsiteY352" fmla="*/ 207931 h 723900"/>
                <a:gd name="connsiteX353" fmla="*/ 735425 w 1009650"/>
                <a:gd name="connsiteY353" fmla="*/ 207454 h 723900"/>
                <a:gd name="connsiteX354" fmla="*/ 734949 w 1009650"/>
                <a:gd name="connsiteY354" fmla="*/ 207169 h 723900"/>
                <a:gd name="connsiteX355" fmla="*/ 734378 w 1009650"/>
                <a:gd name="connsiteY355" fmla="*/ 207074 h 723900"/>
                <a:gd name="connsiteX356" fmla="*/ 733806 w 1009650"/>
                <a:gd name="connsiteY356" fmla="*/ 207264 h 723900"/>
                <a:gd name="connsiteX357" fmla="*/ 733234 w 1009650"/>
                <a:gd name="connsiteY357" fmla="*/ 207454 h 723900"/>
                <a:gd name="connsiteX358" fmla="*/ 732758 w 1009650"/>
                <a:gd name="connsiteY358" fmla="*/ 207454 h 723900"/>
                <a:gd name="connsiteX359" fmla="*/ 732282 w 1009650"/>
                <a:gd name="connsiteY359" fmla="*/ 207074 h 723900"/>
                <a:gd name="connsiteX360" fmla="*/ 731330 w 1009650"/>
                <a:gd name="connsiteY360" fmla="*/ 205169 h 723900"/>
                <a:gd name="connsiteX361" fmla="*/ 730853 w 1009650"/>
                <a:gd name="connsiteY361" fmla="*/ 204597 h 723900"/>
                <a:gd name="connsiteX362" fmla="*/ 730377 w 1009650"/>
                <a:gd name="connsiteY362" fmla="*/ 204216 h 723900"/>
                <a:gd name="connsiteX363" fmla="*/ 728853 w 1009650"/>
                <a:gd name="connsiteY363" fmla="*/ 203264 h 723900"/>
                <a:gd name="connsiteX364" fmla="*/ 727043 w 1009650"/>
                <a:gd name="connsiteY364" fmla="*/ 202597 h 723900"/>
                <a:gd name="connsiteX365" fmla="*/ 726567 w 1009650"/>
                <a:gd name="connsiteY365" fmla="*/ 201835 h 723900"/>
                <a:gd name="connsiteX366" fmla="*/ 726186 w 1009650"/>
                <a:gd name="connsiteY366" fmla="*/ 200501 h 723900"/>
                <a:gd name="connsiteX367" fmla="*/ 725996 w 1009650"/>
                <a:gd name="connsiteY367" fmla="*/ 195548 h 723900"/>
                <a:gd name="connsiteX368" fmla="*/ 725424 w 1009650"/>
                <a:gd name="connsiteY368" fmla="*/ 191548 h 723900"/>
                <a:gd name="connsiteX369" fmla="*/ 725043 w 1009650"/>
                <a:gd name="connsiteY369" fmla="*/ 190405 h 723900"/>
                <a:gd name="connsiteX370" fmla="*/ 724662 w 1009650"/>
                <a:gd name="connsiteY370" fmla="*/ 189548 h 723900"/>
                <a:gd name="connsiteX371" fmla="*/ 722852 w 1009650"/>
                <a:gd name="connsiteY371" fmla="*/ 186976 h 723900"/>
                <a:gd name="connsiteX372" fmla="*/ 722090 w 1009650"/>
                <a:gd name="connsiteY372" fmla="*/ 185738 h 723900"/>
                <a:gd name="connsiteX373" fmla="*/ 721233 w 1009650"/>
                <a:gd name="connsiteY373" fmla="*/ 185452 h 723900"/>
                <a:gd name="connsiteX374" fmla="*/ 720280 w 1009650"/>
                <a:gd name="connsiteY374" fmla="*/ 185357 h 723900"/>
                <a:gd name="connsiteX375" fmla="*/ 718661 w 1009650"/>
                <a:gd name="connsiteY375" fmla="*/ 185642 h 723900"/>
                <a:gd name="connsiteX376" fmla="*/ 716471 w 1009650"/>
                <a:gd name="connsiteY376" fmla="*/ 186309 h 723900"/>
                <a:gd name="connsiteX377" fmla="*/ 715709 w 1009650"/>
                <a:gd name="connsiteY377" fmla="*/ 186404 h 723900"/>
                <a:gd name="connsiteX378" fmla="*/ 714851 w 1009650"/>
                <a:gd name="connsiteY378" fmla="*/ 186309 h 723900"/>
                <a:gd name="connsiteX379" fmla="*/ 713137 w 1009650"/>
                <a:gd name="connsiteY379" fmla="*/ 185547 h 723900"/>
                <a:gd name="connsiteX380" fmla="*/ 712184 w 1009650"/>
                <a:gd name="connsiteY380" fmla="*/ 185452 h 723900"/>
                <a:gd name="connsiteX381" fmla="*/ 711422 w 1009650"/>
                <a:gd name="connsiteY381" fmla="*/ 185833 h 723900"/>
                <a:gd name="connsiteX382" fmla="*/ 710946 w 1009650"/>
                <a:gd name="connsiteY382" fmla="*/ 186500 h 723900"/>
                <a:gd name="connsiteX383" fmla="*/ 710279 w 1009650"/>
                <a:gd name="connsiteY383" fmla="*/ 188309 h 723900"/>
                <a:gd name="connsiteX384" fmla="*/ 709613 w 1009650"/>
                <a:gd name="connsiteY384" fmla="*/ 189167 h 723900"/>
                <a:gd name="connsiteX385" fmla="*/ 708755 w 1009650"/>
                <a:gd name="connsiteY385" fmla="*/ 190119 h 723900"/>
                <a:gd name="connsiteX386" fmla="*/ 703707 w 1009650"/>
                <a:gd name="connsiteY386" fmla="*/ 193834 h 723900"/>
                <a:gd name="connsiteX387" fmla="*/ 703326 w 1009650"/>
                <a:gd name="connsiteY387" fmla="*/ 194024 h 723900"/>
                <a:gd name="connsiteX388" fmla="*/ 702850 w 1009650"/>
                <a:gd name="connsiteY388" fmla="*/ 194024 h 723900"/>
                <a:gd name="connsiteX389" fmla="*/ 702088 w 1009650"/>
                <a:gd name="connsiteY389" fmla="*/ 193834 h 723900"/>
                <a:gd name="connsiteX390" fmla="*/ 699421 w 1009650"/>
                <a:gd name="connsiteY390" fmla="*/ 192500 h 723900"/>
                <a:gd name="connsiteX391" fmla="*/ 691134 w 1009650"/>
                <a:gd name="connsiteY391" fmla="*/ 196406 h 723900"/>
                <a:gd name="connsiteX392" fmla="*/ 689229 w 1009650"/>
                <a:gd name="connsiteY392" fmla="*/ 197739 h 723900"/>
                <a:gd name="connsiteX393" fmla="*/ 686276 w 1009650"/>
                <a:gd name="connsiteY393" fmla="*/ 200692 h 723900"/>
                <a:gd name="connsiteX394" fmla="*/ 681895 w 1009650"/>
                <a:gd name="connsiteY394" fmla="*/ 204121 h 723900"/>
                <a:gd name="connsiteX395" fmla="*/ 679609 w 1009650"/>
                <a:gd name="connsiteY395" fmla="*/ 205454 h 723900"/>
                <a:gd name="connsiteX396" fmla="*/ 677989 w 1009650"/>
                <a:gd name="connsiteY396" fmla="*/ 205931 h 723900"/>
                <a:gd name="connsiteX397" fmla="*/ 675132 w 1009650"/>
                <a:gd name="connsiteY397" fmla="*/ 206121 h 723900"/>
                <a:gd name="connsiteX398" fmla="*/ 672275 w 1009650"/>
                <a:gd name="connsiteY398" fmla="*/ 206978 h 723900"/>
                <a:gd name="connsiteX399" fmla="*/ 670941 w 1009650"/>
                <a:gd name="connsiteY399" fmla="*/ 207931 h 723900"/>
                <a:gd name="connsiteX400" fmla="*/ 670274 w 1009650"/>
                <a:gd name="connsiteY400" fmla="*/ 208693 h 723900"/>
                <a:gd name="connsiteX401" fmla="*/ 670179 w 1009650"/>
                <a:gd name="connsiteY401" fmla="*/ 209360 h 723900"/>
                <a:gd name="connsiteX402" fmla="*/ 670179 w 1009650"/>
                <a:gd name="connsiteY402" fmla="*/ 210026 h 723900"/>
                <a:gd name="connsiteX403" fmla="*/ 670274 w 1009650"/>
                <a:gd name="connsiteY403" fmla="*/ 210788 h 723900"/>
                <a:gd name="connsiteX404" fmla="*/ 670560 w 1009650"/>
                <a:gd name="connsiteY404" fmla="*/ 211646 h 723900"/>
                <a:gd name="connsiteX405" fmla="*/ 671132 w 1009650"/>
                <a:gd name="connsiteY405" fmla="*/ 212693 h 723900"/>
                <a:gd name="connsiteX406" fmla="*/ 671798 w 1009650"/>
                <a:gd name="connsiteY406" fmla="*/ 213741 h 723900"/>
                <a:gd name="connsiteX407" fmla="*/ 673703 w 1009650"/>
                <a:gd name="connsiteY407" fmla="*/ 215932 h 723900"/>
                <a:gd name="connsiteX408" fmla="*/ 674084 w 1009650"/>
                <a:gd name="connsiteY408" fmla="*/ 216789 h 723900"/>
                <a:gd name="connsiteX409" fmla="*/ 674275 w 1009650"/>
                <a:gd name="connsiteY409" fmla="*/ 217646 h 723900"/>
                <a:gd name="connsiteX410" fmla="*/ 673989 w 1009650"/>
                <a:gd name="connsiteY410" fmla="*/ 218694 h 723900"/>
                <a:gd name="connsiteX411" fmla="*/ 673608 w 1009650"/>
                <a:gd name="connsiteY411" fmla="*/ 219075 h 723900"/>
                <a:gd name="connsiteX412" fmla="*/ 672179 w 1009650"/>
                <a:gd name="connsiteY412" fmla="*/ 219361 h 723900"/>
                <a:gd name="connsiteX413" fmla="*/ 670751 w 1009650"/>
                <a:gd name="connsiteY413" fmla="*/ 219837 h 723900"/>
                <a:gd name="connsiteX414" fmla="*/ 667988 w 1009650"/>
                <a:gd name="connsiteY414" fmla="*/ 221361 h 723900"/>
                <a:gd name="connsiteX415" fmla="*/ 666464 w 1009650"/>
                <a:gd name="connsiteY415" fmla="*/ 221742 h 723900"/>
                <a:gd name="connsiteX416" fmla="*/ 665321 w 1009650"/>
                <a:gd name="connsiteY416" fmla="*/ 221552 h 723900"/>
                <a:gd name="connsiteX417" fmla="*/ 663893 w 1009650"/>
                <a:gd name="connsiteY417" fmla="*/ 219551 h 723900"/>
                <a:gd name="connsiteX418" fmla="*/ 663226 w 1009650"/>
                <a:gd name="connsiteY418" fmla="*/ 218980 h 723900"/>
                <a:gd name="connsiteX419" fmla="*/ 662559 w 1009650"/>
                <a:gd name="connsiteY419" fmla="*/ 218694 h 723900"/>
                <a:gd name="connsiteX420" fmla="*/ 661988 w 1009650"/>
                <a:gd name="connsiteY420" fmla="*/ 218599 h 723900"/>
                <a:gd name="connsiteX421" fmla="*/ 659035 w 1009650"/>
                <a:gd name="connsiteY421" fmla="*/ 219170 h 723900"/>
                <a:gd name="connsiteX422" fmla="*/ 650272 w 1009650"/>
                <a:gd name="connsiteY422" fmla="*/ 219742 h 723900"/>
                <a:gd name="connsiteX423" fmla="*/ 648843 w 1009650"/>
                <a:gd name="connsiteY423" fmla="*/ 219551 h 723900"/>
                <a:gd name="connsiteX424" fmla="*/ 645224 w 1009650"/>
                <a:gd name="connsiteY424" fmla="*/ 218504 h 723900"/>
                <a:gd name="connsiteX425" fmla="*/ 640747 w 1009650"/>
                <a:gd name="connsiteY425" fmla="*/ 216313 h 723900"/>
                <a:gd name="connsiteX426" fmla="*/ 639318 w 1009650"/>
                <a:gd name="connsiteY426" fmla="*/ 215837 h 723900"/>
                <a:gd name="connsiteX427" fmla="*/ 638651 w 1009650"/>
                <a:gd name="connsiteY427" fmla="*/ 215741 h 723900"/>
                <a:gd name="connsiteX428" fmla="*/ 637889 w 1009650"/>
                <a:gd name="connsiteY428" fmla="*/ 215741 h 723900"/>
                <a:gd name="connsiteX429" fmla="*/ 636460 w 1009650"/>
                <a:gd name="connsiteY429" fmla="*/ 216027 h 723900"/>
                <a:gd name="connsiteX430" fmla="*/ 635318 w 1009650"/>
                <a:gd name="connsiteY430" fmla="*/ 217075 h 723900"/>
                <a:gd name="connsiteX431" fmla="*/ 634270 w 1009650"/>
                <a:gd name="connsiteY431" fmla="*/ 218408 h 723900"/>
                <a:gd name="connsiteX432" fmla="*/ 632365 w 1009650"/>
                <a:gd name="connsiteY432" fmla="*/ 222314 h 723900"/>
                <a:gd name="connsiteX433" fmla="*/ 631793 w 1009650"/>
                <a:gd name="connsiteY433" fmla="*/ 223266 h 723900"/>
                <a:gd name="connsiteX434" fmla="*/ 630936 w 1009650"/>
                <a:gd name="connsiteY434" fmla="*/ 224028 h 723900"/>
                <a:gd name="connsiteX435" fmla="*/ 629317 w 1009650"/>
                <a:gd name="connsiteY435" fmla="*/ 225076 h 723900"/>
                <a:gd name="connsiteX436" fmla="*/ 627983 w 1009650"/>
                <a:gd name="connsiteY436" fmla="*/ 225362 h 723900"/>
                <a:gd name="connsiteX437" fmla="*/ 626935 w 1009650"/>
                <a:gd name="connsiteY437" fmla="*/ 225076 h 723900"/>
                <a:gd name="connsiteX438" fmla="*/ 626269 w 1009650"/>
                <a:gd name="connsiteY438" fmla="*/ 224409 h 723900"/>
                <a:gd name="connsiteX439" fmla="*/ 625983 w 1009650"/>
                <a:gd name="connsiteY439" fmla="*/ 223647 h 723900"/>
                <a:gd name="connsiteX440" fmla="*/ 625888 w 1009650"/>
                <a:gd name="connsiteY440" fmla="*/ 222695 h 723900"/>
                <a:gd name="connsiteX441" fmla="*/ 625697 w 1009650"/>
                <a:gd name="connsiteY441" fmla="*/ 221933 h 723900"/>
                <a:gd name="connsiteX442" fmla="*/ 625412 w 1009650"/>
                <a:gd name="connsiteY442" fmla="*/ 221171 h 723900"/>
                <a:gd name="connsiteX443" fmla="*/ 624554 w 1009650"/>
                <a:gd name="connsiteY443" fmla="*/ 220504 h 723900"/>
                <a:gd name="connsiteX444" fmla="*/ 623221 w 1009650"/>
                <a:gd name="connsiteY444" fmla="*/ 220123 h 723900"/>
                <a:gd name="connsiteX445" fmla="*/ 621125 w 1009650"/>
                <a:gd name="connsiteY445" fmla="*/ 220123 h 723900"/>
                <a:gd name="connsiteX446" fmla="*/ 620078 w 1009650"/>
                <a:gd name="connsiteY446" fmla="*/ 220599 h 723900"/>
                <a:gd name="connsiteX447" fmla="*/ 619411 w 1009650"/>
                <a:gd name="connsiteY447" fmla="*/ 221171 h 723900"/>
                <a:gd name="connsiteX448" fmla="*/ 619316 w 1009650"/>
                <a:gd name="connsiteY448" fmla="*/ 221933 h 723900"/>
                <a:gd name="connsiteX449" fmla="*/ 619411 w 1009650"/>
                <a:gd name="connsiteY449" fmla="*/ 224028 h 723900"/>
                <a:gd name="connsiteX450" fmla="*/ 619697 w 1009650"/>
                <a:gd name="connsiteY450" fmla="*/ 225933 h 723900"/>
                <a:gd name="connsiteX451" fmla="*/ 619697 w 1009650"/>
                <a:gd name="connsiteY451" fmla="*/ 227648 h 723900"/>
                <a:gd name="connsiteX452" fmla="*/ 619220 w 1009650"/>
                <a:gd name="connsiteY452" fmla="*/ 229076 h 723900"/>
                <a:gd name="connsiteX453" fmla="*/ 615315 w 1009650"/>
                <a:gd name="connsiteY453" fmla="*/ 229457 h 723900"/>
                <a:gd name="connsiteX454" fmla="*/ 614077 w 1009650"/>
                <a:gd name="connsiteY454" fmla="*/ 228981 h 723900"/>
                <a:gd name="connsiteX455" fmla="*/ 612934 w 1009650"/>
                <a:gd name="connsiteY455" fmla="*/ 228219 h 723900"/>
                <a:gd name="connsiteX456" fmla="*/ 612362 w 1009650"/>
                <a:gd name="connsiteY456" fmla="*/ 227267 h 723900"/>
                <a:gd name="connsiteX457" fmla="*/ 612172 w 1009650"/>
                <a:gd name="connsiteY457" fmla="*/ 225933 h 723900"/>
                <a:gd name="connsiteX458" fmla="*/ 612172 w 1009650"/>
                <a:gd name="connsiteY458" fmla="*/ 224314 h 723900"/>
                <a:gd name="connsiteX459" fmla="*/ 612458 w 1009650"/>
                <a:gd name="connsiteY459" fmla="*/ 222314 h 723900"/>
                <a:gd name="connsiteX460" fmla="*/ 612743 w 1009650"/>
                <a:gd name="connsiteY460" fmla="*/ 220980 h 723900"/>
                <a:gd name="connsiteX461" fmla="*/ 613124 w 1009650"/>
                <a:gd name="connsiteY461" fmla="*/ 219742 h 723900"/>
                <a:gd name="connsiteX462" fmla="*/ 613696 w 1009650"/>
                <a:gd name="connsiteY462" fmla="*/ 218885 h 723900"/>
                <a:gd name="connsiteX463" fmla="*/ 616553 w 1009650"/>
                <a:gd name="connsiteY463" fmla="*/ 216218 h 723900"/>
                <a:gd name="connsiteX464" fmla="*/ 617601 w 1009650"/>
                <a:gd name="connsiteY464" fmla="*/ 214598 h 723900"/>
                <a:gd name="connsiteX465" fmla="*/ 619030 w 1009650"/>
                <a:gd name="connsiteY465" fmla="*/ 211169 h 723900"/>
                <a:gd name="connsiteX466" fmla="*/ 623030 w 1009650"/>
                <a:gd name="connsiteY466" fmla="*/ 205740 h 723900"/>
                <a:gd name="connsiteX467" fmla="*/ 624745 w 1009650"/>
                <a:gd name="connsiteY467" fmla="*/ 202025 h 723900"/>
                <a:gd name="connsiteX468" fmla="*/ 624935 w 1009650"/>
                <a:gd name="connsiteY468" fmla="*/ 200692 h 723900"/>
                <a:gd name="connsiteX469" fmla="*/ 624554 w 1009650"/>
                <a:gd name="connsiteY469" fmla="*/ 200025 h 723900"/>
                <a:gd name="connsiteX470" fmla="*/ 623697 w 1009650"/>
                <a:gd name="connsiteY470" fmla="*/ 200406 h 723900"/>
                <a:gd name="connsiteX471" fmla="*/ 622745 w 1009650"/>
                <a:gd name="connsiteY471" fmla="*/ 201073 h 723900"/>
                <a:gd name="connsiteX472" fmla="*/ 620744 w 1009650"/>
                <a:gd name="connsiteY472" fmla="*/ 203168 h 723900"/>
                <a:gd name="connsiteX473" fmla="*/ 619887 w 1009650"/>
                <a:gd name="connsiteY473" fmla="*/ 203549 h 723900"/>
                <a:gd name="connsiteX474" fmla="*/ 618934 w 1009650"/>
                <a:gd name="connsiteY474" fmla="*/ 203454 h 723900"/>
                <a:gd name="connsiteX475" fmla="*/ 617792 w 1009650"/>
                <a:gd name="connsiteY475" fmla="*/ 202883 h 723900"/>
                <a:gd name="connsiteX476" fmla="*/ 616649 w 1009650"/>
                <a:gd name="connsiteY476" fmla="*/ 202787 h 723900"/>
                <a:gd name="connsiteX477" fmla="*/ 615410 w 1009650"/>
                <a:gd name="connsiteY477" fmla="*/ 203073 h 723900"/>
                <a:gd name="connsiteX478" fmla="*/ 614172 w 1009650"/>
                <a:gd name="connsiteY478" fmla="*/ 203740 h 723900"/>
                <a:gd name="connsiteX479" fmla="*/ 613315 w 1009650"/>
                <a:gd name="connsiteY479" fmla="*/ 204597 h 723900"/>
                <a:gd name="connsiteX480" fmla="*/ 612743 w 1009650"/>
                <a:gd name="connsiteY480" fmla="*/ 205454 h 723900"/>
                <a:gd name="connsiteX481" fmla="*/ 612362 w 1009650"/>
                <a:gd name="connsiteY481" fmla="*/ 206312 h 723900"/>
                <a:gd name="connsiteX482" fmla="*/ 611886 w 1009650"/>
                <a:gd name="connsiteY482" fmla="*/ 206978 h 723900"/>
                <a:gd name="connsiteX483" fmla="*/ 611410 w 1009650"/>
                <a:gd name="connsiteY483" fmla="*/ 207454 h 723900"/>
                <a:gd name="connsiteX484" fmla="*/ 610648 w 1009650"/>
                <a:gd name="connsiteY484" fmla="*/ 207645 h 723900"/>
                <a:gd name="connsiteX485" fmla="*/ 609791 w 1009650"/>
                <a:gd name="connsiteY485" fmla="*/ 207454 h 723900"/>
                <a:gd name="connsiteX486" fmla="*/ 609029 w 1009650"/>
                <a:gd name="connsiteY486" fmla="*/ 206883 h 723900"/>
                <a:gd name="connsiteX487" fmla="*/ 607981 w 1009650"/>
                <a:gd name="connsiteY487" fmla="*/ 205454 h 723900"/>
                <a:gd name="connsiteX488" fmla="*/ 607505 w 1009650"/>
                <a:gd name="connsiteY488" fmla="*/ 204216 h 723900"/>
                <a:gd name="connsiteX489" fmla="*/ 607409 w 1009650"/>
                <a:gd name="connsiteY489" fmla="*/ 202978 h 723900"/>
                <a:gd name="connsiteX490" fmla="*/ 607600 w 1009650"/>
                <a:gd name="connsiteY490" fmla="*/ 201930 h 723900"/>
                <a:gd name="connsiteX491" fmla="*/ 607790 w 1009650"/>
                <a:gd name="connsiteY491" fmla="*/ 201168 h 723900"/>
                <a:gd name="connsiteX492" fmla="*/ 608267 w 1009650"/>
                <a:gd name="connsiteY492" fmla="*/ 199930 h 723900"/>
                <a:gd name="connsiteX493" fmla="*/ 611124 w 1009650"/>
                <a:gd name="connsiteY493" fmla="*/ 195263 h 723900"/>
                <a:gd name="connsiteX494" fmla="*/ 611505 w 1009650"/>
                <a:gd name="connsiteY494" fmla="*/ 193929 h 723900"/>
                <a:gd name="connsiteX495" fmla="*/ 611314 w 1009650"/>
                <a:gd name="connsiteY495" fmla="*/ 193167 h 723900"/>
                <a:gd name="connsiteX496" fmla="*/ 610648 w 1009650"/>
                <a:gd name="connsiteY496" fmla="*/ 192405 h 723900"/>
                <a:gd name="connsiteX497" fmla="*/ 609981 w 1009650"/>
                <a:gd name="connsiteY497" fmla="*/ 192119 h 723900"/>
                <a:gd name="connsiteX498" fmla="*/ 608933 w 1009650"/>
                <a:gd name="connsiteY498" fmla="*/ 192119 h 723900"/>
                <a:gd name="connsiteX499" fmla="*/ 605790 w 1009650"/>
                <a:gd name="connsiteY499" fmla="*/ 195929 h 723900"/>
                <a:gd name="connsiteX500" fmla="*/ 604457 w 1009650"/>
                <a:gd name="connsiteY500" fmla="*/ 199168 h 723900"/>
                <a:gd name="connsiteX501" fmla="*/ 604266 w 1009650"/>
                <a:gd name="connsiteY501" fmla="*/ 200882 h 723900"/>
                <a:gd name="connsiteX502" fmla="*/ 604171 w 1009650"/>
                <a:gd name="connsiteY502" fmla="*/ 201930 h 723900"/>
                <a:gd name="connsiteX503" fmla="*/ 604361 w 1009650"/>
                <a:gd name="connsiteY503" fmla="*/ 203549 h 723900"/>
                <a:gd name="connsiteX504" fmla="*/ 607124 w 1009650"/>
                <a:gd name="connsiteY504" fmla="*/ 212408 h 723900"/>
                <a:gd name="connsiteX505" fmla="*/ 607505 w 1009650"/>
                <a:gd name="connsiteY505" fmla="*/ 214503 h 723900"/>
                <a:gd name="connsiteX506" fmla="*/ 607505 w 1009650"/>
                <a:gd name="connsiteY506" fmla="*/ 215932 h 723900"/>
                <a:gd name="connsiteX507" fmla="*/ 607124 w 1009650"/>
                <a:gd name="connsiteY507" fmla="*/ 216979 h 723900"/>
                <a:gd name="connsiteX508" fmla="*/ 606266 w 1009650"/>
                <a:gd name="connsiteY508" fmla="*/ 217646 h 723900"/>
                <a:gd name="connsiteX509" fmla="*/ 605028 w 1009650"/>
                <a:gd name="connsiteY509" fmla="*/ 217646 h 723900"/>
                <a:gd name="connsiteX510" fmla="*/ 602361 w 1009650"/>
                <a:gd name="connsiteY510" fmla="*/ 216599 h 723900"/>
                <a:gd name="connsiteX511" fmla="*/ 601123 w 1009650"/>
                <a:gd name="connsiteY511" fmla="*/ 216218 h 723900"/>
                <a:gd name="connsiteX512" fmla="*/ 600075 w 1009650"/>
                <a:gd name="connsiteY512" fmla="*/ 216218 h 723900"/>
                <a:gd name="connsiteX513" fmla="*/ 599218 w 1009650"/>
                <a:gd name="connsiteY513" fmla="*/ 216313 h 723900"/>
                <a:gd name="connsiteX514" fmla="*/ 598265 w 1009650"/>
                <a:gd name="connsiteY514" fmla="*/ 216503 h 723900"/>
                <a:gd name="connsiteX515" fmla="*/ 596170 w 1009650"/>
                <a:gd name="connsiteY515" fmla="*/ 215551 h 723900"/>
                <a:gd name="connsiteX516" fmla="*/ 595027 w 1009650"/>
                <a:gd name="connsiteY516" fmla="*/ 215360 h 723900"/>
                <a:gd name="connsiteX517" fmla="*/ 593788 w 1009650"/>
                <a:gd name="connsiteY517" fmla="*/ 215456 h 723900"/>
                <a:gd name="connsiteX518" fmla="*/ 592455 w 1009650"/>
                <a:gd name="connsiteY518" fmla="*/ 216313 h 723900"/>
                <a:gd name="connsiteX519" fmla="*/ 591598 w 1009650"/>
                <a:gd name="connsiteY519" fmla="*/ 217361 h 723900"/>
                <a:gd name="connsiteX520" fmla="*/ 590455 w 1009650"/>
                <a:gd name="connsiteY520" fmla="*/ 219361 h 723900"/>
                <a:gd name="connsiteX521" fmla="*/ 589407 w 1009650"/>
                <a:gd name="connsiteY521" fmla="*/ 220028 h 723900"/>
                <a:gd name="connsiteX522" fmla="*/ 588550 w 1009650"/>
                <a:gd name="connsiteY522" fmla="*/ 220218 h 723900"/>
                <a:gd name="connsiteX523" fmla="*/ 587788 w 1009650"/>
                <a:gd name="connsiteY523" fmla="*/ 219742 h 723900"/>
                <a:gd name="connsiteX524" fmla="*/ 587407 w 1009650"/>
                <a:gd name="connsiteY524" fmla="*/ 218980 h 723900"/>
                <a:gd name="connsiteX525" fmla="*/ 586930 w 1009650"/>
                <a:gd name="connsiteY525" fmla="*/ 214884 h 723900"/>
                <a:gd name="connsiteX526" fmla="*/ 586550 w 1009650"/>
                <a:gd name="connsiteY526" fmla="*/ 213741 h 723900"/>
                <a:gd name="connsiteX527" fmla="*/ 585597 w 1009650"/>
                <a:gd name="connsiteY527" fmla="*/ 213455 h 723900"/>
                <a:gd name="connsiteX528" fmla="*/ 583787 w 1009650"/>
                <a:gd name="connsiteY528" fmla="*/ 213646 h 723900"/>
                <a:gd name="connsiteX529" fmla="*/ 579977 w 1009650"/>
                <a:gd name="connsiteY529" fmla="*/ 215456 h 723900"/>
                <a:gd name="connsiteX530" fmla="*/ 578072 w 1009650"/>
                <a:gd name="connsiteY530" fmla="*/ 216122 h 723900"/>
                <a:gd name="connsiteX531" fmla="*/ 576739 w 1009650"/>
                <a:gd name="connsiteY531" fmla="*/ 216313 h 723900"/>
                <a:gd name="connsiteX532" fmla="*/ 575977 w 1009650"/>
                <a:gd name="connsiteY532" fmla="*/ 215837 h 723900"/>
                <a:gd name="connsiteX533" fmla="*/ 575405 w 1009650"/>
                <a:gd name="connsiteY533" fmla="*/ 215075 h 723900"/>
                <a:gd name="connsiteX534" fmla="*/ 575024 w 1009650"/>
                <a:gd name="connsiteY534" fmla="*/ 214122 h 723900"/>
                <a:gd name="connsiteX535" fmla="*/ 574929 w 1009650"/>
                <a:gd name="connsiteY535" fmla="*/ 212693 h 723900"/>
                <a:gd name="connsiteX536" fmla="*/ 575310 w 1009650"/>
                <a:gd name="connsiteY536" fmla="*/ 211265 h 723900"/>
                <a:gd name="connsiteX537" fmla="*/ 576072 w 1009650"/>
                <a:gd name="connsiteY537" fmla="*/ 209741 h 723900"/>
                <a:gd name="connsiteX538" fmla="*/ 579120 w 1009650"/>
                <a:gd name="connsiteY538" fmla="*/ 206597 h 723900"/>
                <a:gd name="connsiteX539" fmla="*/ 579501 w 1009650"/>
                <a:gd name="connsiteY539" fmla="*/ 205835 h 723900"/>
                <a:gd name="connsiteX540" fmla="*/ 579310 w 1009650"/>
                <a:gd name="connsiteY540" fmla="*/ 205359 h 723900"/>
                <a:gd name="connsiteX541" fmla="*/ 579025 w 1009650"/>
                <a:gd name="connsiteY541" fmla="*/ 205073 h 723900"/>
                <a:gd name="connsiteX542" fmla="*/ 577691 w 1009650"/>
                <a:gd name="connsiteY542" fmla="*/ 204407 h 723900"/>
                <a:gd name="connsiteX543" fmla="*/ 577310 w 1009650"/>
                <a:gd name="connsiteY543" fmla="*/ 203930 h 723900"/>
                <a:gd name="connsiteX544" fmla="*/ 577025 w 1009650"/>
                <a:gd name="connsiteY544" fmla="*/ 203645 h 723900"/>
                <a:gd name="connsiteX545" fmla="*/ 576453 w 1009650"/>
                <a:gd name="connsiteY545" fmla="*/ 203168 h 723900"/>
                <a:gd name="connsiteX546" fmla="*/ 575691 w 1009650"/>
                <a:gd name="connsiteY546" fmla="*/ 202692 h 723900"/>
                <a:gd name="connsiteX547" fmla="*/ 573881 w 1009650"/>
                <a:gd name="connsiteY547" fmla="*/ 202502 h 723900"/>
                <a:gd name="connsiteX548" fmla="*/ 572929 w 1009650"/>
                <a:gd name="connsiteY548" fmla="*/ 202787 h 723900"/>
                <a:gd name="connsiteX549" fmla="*/ 572453 w 1009650"/>
                <a:gd name="connsiteY549" fmla="*/ 203359 h 723900"/>
                <a:gd name="connsiteX550" fmla="*/ 572357 w 1009650"/>
                <a:gd name="connsiteY550" fmla="*/ 204311 h 723900"/>
                <a:gd name="connsiteX551" fmla="*/ 572453 w 1009650"/>
                <a:gd name="connsiteY551" fmla="*/ 205645 h 723900"/>
                <a:gd name="connsiteX552" fmla="*/ 572357 w 1009650"/>
                <a:gd name="connsiteY552" fmla="*/ 206978 h 723900"/>
                <a:gd name="connsiteX553" fmla="*/ 572072 w 1009650"/>
                <a:gd name="connsiteY553" fmla="*/ 208312 h 723900"/>
                <a:gd name="connsiteX554" fmla="*/ 570929 w 1009650"/>
                <a:gd name="connsiteY554" fmla="*/ 209455 h 723900"/>
                <a:gd name="connsiteX555" fmla="*/ 569595 w 1009650"/>
                <a:gd name="connsiteY555" fmla="*/ 209836 h 723900"/>
                <a:gd name="connsiteX556" fmla="*/ 567976 w 1009650"/>
                <a:gd name="connsiteY556" fmla="*/ 210026 h 723900"/>
                <a:gd name="connsiteX557" fmla="*/ 566833 w 1009650"/>
                <a:gd name="connsiteY557" fmla="*/ 210598 h 723900"/>
                <a:gd name="connsiteX558" fmla="*/ 565976 w 1009650"/>
                <a:gd name="connsiteY558" fmla="*/ 211360 h 723900"/>
                <a:gd name="connsiteX559" fmla="*/ 564451 w 1009650"/>
                <a:gd name="connsiteY559" fmla="*/ 213550 h 723900"/>
                <a:gd name="connsiteX560" fmla="*/ 563309 w 1009650"/>
                <a:gd name="connsiteY560" fmla="*/ 214789 h 723900"/>
                <a:gd name="connsiteX561" fmla="*/ 561404 w 1009650"/>
                <a:gd name="connsiteY561" fmla="*/ 216218 h 723900"/>
                <a:gd name="connsiteX562" fmla="*/ 560070 w 1009650"/>
                <a:gd name="connsiteY562" fmla="*/ 216313 h 723900"/>
                <a:gd name="connsiteX563" fmla="*/ 559022 w 1009650"/>
                <a:gd name="connsiteY563" fmla="*/ 215551 h 723900"/>
                <a:gd name="connsiteX564" fmla="*/ 558355 w 1009650"/>
                <a:gd name="connsiteY564" fmla="*/ 214122 h 723900"/>
                <a:gd name="connsiteX565" fmla="*/ 558070 w 1009650"/>
                <a:gd name="connsiteY565" fmla="*/ 212217 h 723900"/>
                <a:gd name="connsiteX566" fmla="*/ 558260 w 1009650"/>
                <a:gd name="connsiteY566" fmla="*/ 210407 h 723900"/>
                <a:gd name="connsiteX567" fmla="*/ 558737 w 1009650"/>
                <a:gd name="connsiteY567" fmla="*/ 208217 h 723900"/>
                <a:gd name="connsiteX568" fmla="*/ 559594 w 1009650"/>
                <a:gd name="connsiteY568" fmla="*/ 206407 h 723900"/>
                <a:gd name="connsiteX569" fmla="*/ 560737 w 1009650"/>
                <a:gd name="connsiteY569" fmla="*/ 204692 h 723900"/>
                <a:gd name="connsiteX570" fmla="*/ 562356 w 1009650"/>
                <a:gd name="connsiteY570" fmla="*/ 203264 h 723900"/>
                <a:gd name="connsiteX571" fmla="*/ 565118 w 1009650"/>
                <a:gd name="connsiteY571" fmla="*/ 201454 h 723900"/>
                <a:gd name="connsiteX572" fmla="*/ 565785 w 1009650"/>
                <a:gd name="connsiteY572" fmla="*/ 200787 h 723900"/>
                <a:gd name="connsiteX573" fmla="*/ 566547 w 1009650"/>
                <a:gd name="connsiteY573" fmla="*/ 199835 h 723900"/>
                <a:gd name="connsiteX574" fmla="*/ 566833 w 1009650"/>
                <a:gd name="connsiteY574" fmla="*/ 198692 h 723900"/>
                <a:gd name="connsiteX575" fmla="*/ 566738 w 1009650"/>
                <a:gd name="connsiteY575" fmla="*/ 197549 h 723900"/>
                <a:gd name="connsiteX576" fmla="*/ 566452 w 1009650"/>
                <a:gd name="connsiteY576" fmla="*/ 195548 h 723900"/>
                <a:gd name="connsiteX577" fmla="*/ 566357 w 1009650"/>
                <a:gd name="connsiteY577" fmla="*/ 194405 h 723900"/>
                <a:gd name="connsiteX578" fmla="*/ 566738 w 1009650"/>
                <a:gd name="connsiteY578" fmla="*/ 192977 h 723900"/>
                <a:gd name="connsiteX579" fmla="*/ 568833 w 1009650"/>
                <a:gd name="connsiteY579" fmla="*/ 189357 h 723900"/>
                <a:gd name="connsiteX580" fmla="*/ 569119 w 1009650"/>
                <a:gd name="connsiteY580" fmla="*/ 187833 h 723900"/>
                <a:gd name="connsiteX581" fmla="*/ 569405 w 1009650"/>
                <a:gd name="connsiteY581" fmla="*/ 184118 h 723900"/>
                <a:gd name="connsiteX582" fmla="*/ 569405 w 1009650"/>
                <a:gd name="connsiteY582" fmla="*/ 183261 h 723900"/>
                <a:gd name="connsiteX583" fmla="*/ 569214 w 1009650"/>
                <a:gd name="connsiteY583" fmla="*/ 182690 h 723900"/>
                <a:gd name="connsiteX584" fmla="*/ 568643 w 1009650"/>
                <a:gd name="connsiteY584" fmla="*/ 182118 h 723900"/>
                <a:gd name="connsiteX585" fmla="*/ 568071 w 1009650"/>
                <a:gd name="connsiteY585" fmla="*/ 182023 h 723900"/>
                <a:gd name="connsiteX586" fmla="*/ 567023 w 1009650"/>
                <a:gd name="connsiteY586" fmla="*/ 182213 h 723900"/>
                <a:gd name="connsiteX587" fmla="*/ 565785 w 1009650"/>
                <a:gd name="connsiteY587" fmla="*/ 182594 h 723900"/>
                <a:gd name="connsiteX588" fmla="*/ 564356 w 1009650"/>
                <a:gd name="connsiteY588" fmla="*/ 182690 h 723900"/>
                <a:gd name="connsiteX589" fmla="*/ 563499 w 1009650"/>
                <a:gd name="connsiteY589" fmla="*/ 182309 h 723900"/>
                <a:gd name="connsiteX590" fmla="*/ 563213 w 1009650"/>
                <a:gd name="connsiteY590" fmla="*/ 181642 h 723900"/>
                <a:gd name="connsiteX591" fmla="*/ 563404 w 1009650"/>
                <a:gd name="connsiteY591" fmla="*/ 180594 h 723900"/>
                <a:gd name="connsiteX592" fmla="*/ 563975 w 1009650"/>
                <a:gd name="connsiteY592" fmla="*/ 179546 h 723900"/>
                <a:gd name="connsiteX593" fmla="*/ 564451 w 1009650"/>
                <a:gd name="connsiteY593" fmla="*/ 178118 h 723900"/>
                <a:gd name="connsiteX594" fmla="*/ 564737 w 1009650"/>
                <a:gd name="connsiteY594" fmla="*/ 176689 h 723900"/>
                <a:gd name="connsiteX595" fmla="*/ 564642 w 1009650"/>
                <a:gd name="connsiteY595" fmla="*/ 174212 h 723900"/>
                <a:gd name="connsiteX596" fmla="*/ 564451 w 1009650"/>
                <a:gd name="connsiteY596" fmla="*/ 172974 h 723900"/>
                <a:gd name="connsiteX597" fmla="*/ 563975 w 1009650"/>
                <a:gd name="connsiteY597" fmla="*/ 171545 h 723900"/>
                <a:gd name="connsiteX598" fmla="*/ 562642 w 1009650"/>
                <a:gd name="connsiteY598" fmla="*/ 170117 h 723900"/>
                <a:gd name="connsiteX599" fmla="*/ 561404 w 1009650"/>
                <a:gd name="connsiteY599" fmla="*/ 169926 h 723900"/>
                <a:gd name="connsiteX600" fmla="*/ 560070 w 1009650"/>
                <a:gd name="connsiteY600" fmla="*/ 170402 h 723900"/>
                <a:gd name="connsiteX601" fmla="*/ 559022 w 1009650"/>
                <a:gd name="connsiteY601" fmla="*/ 171545 h 723900"/>
                <a:gd name="connsiteX602" fmla="*/ 558070 w 1009650"/>
                <a:gd name="connsiteY602" fmla="*/ 172879 h 723900"/>
                <a:gd name="connsiteX603" fmla="*/ 557308 w 1009650"/>
                <a:gd name="connsiteY603" fmla="*/ 174498 h 723900"/>
                <a:gd name="connsiteX604" fmla="*/ 557117 w 1009650"/>
                <a:gd name="connsiteY604" fmla="*/ 175165 h 723900"/>
                <a:gd name="connsiteX605" fmla="*/ 557022 w 1009650"/>
                <a:gd name="connsiteY605" fmla="*/ 175927 h 723900"/>
                <a:gd name="connsiteX606" fmla="*/ 556927 w 1009650"/>
                <a:gd name="connsiteY606" fmla="*/ 177165 h 723900"/>
                <a:gd name="connsiteX607" fmla="*/ 557213 w 1009650"/>
                <a:gd name="connsiteY607" fmla="*/ 181832 h 723900"/>
                <a:gd name="connsiteX608" fmla="*/ 557022 w 1009650"/>
                <a:gd name="connsiteY608" fmla="*/ 183166 h 723900"/>
                <a:gd name="connsiteX609" fmla="*/ 556260 w 1009650"/>
                <a:gd name="connsiteY609" fmla="*/ 184214 h 723900"/>
                <a:gd name="connsiteX610" fmla="*/ 555022 w 1009650"/>
                <a:gd name="connsiteY610" fmla="*/ 185071 h 723900"/>
                <a:gd name="connsiteX611" fmla="*/ 552926 w 1009650"/>
                <a:gd name="connsiteY611" fmla="*/ 185357 h 723900"/>
                <a:gd name="connsiteX612" fmla="*/ 551688 w 1009650"/>
                <a:gd name="connsiteY612" fmla="*/ 184880 h 723900"/>
                <a:gd name="connsiteX613" fmla="*/ 551021 w 1009650"/>
                <a:gd name="connsiteY613" fmla="*/ 184118 h 723900"/>
                <a:gd name="connsiteX614" fmla="*/ 550831 w 1009650"/>
                <a:gd name="connsiteY614" fmla="*/ 182594 h 723900"/>
                <a:gd name="connsiteX615" fmla="*/ 550926 w 1009650"/>
                <a:gd name="connsiteY615" fmla="*/ 177641 h 723900"/>
                <a:gd name="connsiteX616" fmla="*/ 550640 w 1009650"/>
                <a:gd name="connsiteY616" fmla="*/ 174784 h 723900"/>
                <a:gd name="connsiteX617" fmla="*/ 550450 w 1009650"/>
                <a:gd name="connsiteY617" fmla="*/ 174308 h 723900"/>
                <a:gd name="connsiteX618" fmla="*/ 550069 w 1009650"/>
                <a:gd name="connsiteY618" fmla="*/ 173546 h 723900"/>
                <a:gd name="connsiteX619" fmla="*/ 548830 w 1009650"/>
                <a:gd name="connsiteY619" fmla="*/ 171736 h 723900"/>
                <a:gd name="connsiteX620" fmla="*/ 546640 w 1009650"/>
                <a:gd name="connsiteY620" fmla="*/ 173355 h 723900"/>
                <a:gd name="connsiteX621" fmla="*/ 545687 w 1009650"/>
                <a:gd name="connsiteY621" fmla="*/ 173736 h 723900"/>
                <a:gd name="connsiteX622" fmla="*/ 544449 w 1009650"/>
                <a:gd name="connsiteY622" fmla="*/ 173927 h 723900"/>
                <a:gd name="connsiteX623" fmla="*/ 543306 w 1009650"/>
                <a:gd name="connsiteY623" fmla="*/ 174498 h 723900"/>
                <a:gd name="connsiteX624" fmla="*/ 542544 w 1009650"/>
                <a:gd name="connsiteY624" fmla="*/ 175450 h 723900"/>
                <a:gd name="connsiteX625" fmla="*/ 542163 w 1009650"/>
                <a:gd name="connsiteY625" fmla="*/ 176784 h 723900"/>
                <a:gd name="connsiteX626" fmla="*/ 541972 w 1009650"/>
                <a:gd name="connsiteY626" fmla="*/ 179642 h 723900"/>
                <a:gd name="connsiteX627" fmla="*/ 542449 w 1009650"/>
                <a:gd name="connsiteY627" fmla="*/ 180499 h 723900"/>
                <a:gd name="connsiteX628" fmla="*/ 544639 w 1009650"/>
                <a:gd name="connsiteY628" fmla="*/ 182499 h 723900"/>
                <a:gd name="connsiteX629" fmla="*/ 544925 w 1009650"/>
                <a:gd name="connsiteY629" fmla="*/ 183261 h 723900"/>
                <a:gd name="connsiteX630" fmla="*/ 545021 w 1009650"/>
                <a:gd name="connsiteY630" fmla="*/ 184214 h 723900"/>
                <a:gd name="connsiteX631" fmla="*/ 544639 w 1009650"/>
                <a:gd name="connsiteY631" fmla="*/ 185452 h 723900"/>
                <a:gd name="connsiteX632" fmla="*/ 543497 w 1009650"/>
                <a:gd name="connsiteY632" fmla="*/ 187166 h 723900"/>
                <a:gd name="connsiteX633" fmla="*/ 543020 w 1009650"/>
                <a:gd name="connsiteY633" fmla="*/ 188119 h 723900"/>
                <a:gd name="connsiteX634" fmla="*/ 542925 w 1009650"/>
                <a:gd name="connsiteY634" fmla="*/ 189071 h 723900"/>
                <a:gd name="connsiteX635" fmla="*/ 543116 w 1009650"/>
                <a:gd name="connsiteY635" fmla="*/ 190024 h 723900"/>
                <a:gd name="connsiteX636" fmla="*/ 543687 w 1009650"/>
                <a:gd name="connsiteY636" fmla="*/ 191643 h 723900"/>
                <a:gd name="connsiteX637" fmla="*/ 543782 w 1009650"/>
                <a:gd name="connsiteY637" fmla="*/ 192691 h 723900"/>
                <a:gd name="connsiteX638" fmla="*/ 543592 w 1009650"/>
                <a:gd name="connsiteY638" fmla="*/ 193739 h 723900"/>
                <a:gd name="connsiteX639" fmla="*/ 542544 w 1009650"/>
                <a:gd name="connsiteY639" fmla="*/ 194405 h 723900"/>
                <a:gd name="connsiteX640" fmla="*/ 541592 w 1009650"/>
                <a:gd name="connsiteY640" fmla="*/ 194215 h 723900"/>
                <a:gd name="connsiteX641" fmla="*/ 540639 w 1009650"/>
                <a:gd name="connsiteY641" fmla="*/ 193453 h 723900"/>
                <a:gd name="connsiteX642" fmla="*/ 539210 w 1009650"/>
                <a:gd name="connsiteY642" fmla="*/ 191834 h 723900"/>
                <a:gd name="connsiteX643" fmla="*/ 538353 w 1009650"/>
                <a:gd name="connsiteY643" fmla="*/ 190976 h 723900"/>
                <a:gd name="connsiteX644" fmla="*/ 536543 w 1009650"/>
                <a:gd name="connsiteY644" fmla="*/ 189833 h 723900"/>
                <a:gd name="connsiteX645" fmla="*/ 535972 w 1009650"/>
                <a:gd name="connsiteY645" fmla="*/ 188976 h 723900"/>
                <a:gd name="connsiteX646" fmla="*/ 535305 w 1009650"/>
                <a:gd name="connsiteY646" fmla="*/ 187357 h 723900"/>
                <a:gd name="connsiteX647" fmla="*/ 534924 w 1009650"/>
                <a:gd name="connsiteY647" fmla="*/ 186785 h 723900"/>
                <a:gd name="connsiteX648" fmla="*/ 533876 w 1009650"/>
                <a:gd name="connsiteY648" fmla="*/ 186309 h 723900"/>
                <a:gd name="connsiteX649" fmla="*/ 531495 w 1009650"/>
                <a:gd name="connsiteY649" fmla="*/ 185547 h 723900"/>
                <a:gd name="connsiteX650" fmla="*/ 529209 w 1009650"/>
                <a:gd name="connsiteY650" fmla="*/ 185547 h 723900"/>
                <a:gd name="connsiteX651" fmla="*/ 527495 w 1009650"/>
                <a:gd name="connsiteY651" fmla="*/ 185738 h 723900"/>
                <a:gd name="connsiteX652" fmla="*/ 526542 w 1009650"/>
                <a:gd name="connsiteY652" fmla="*/ 186214 h 723900"/>
                <a:gd name="connsiteX653" fmla="*/ 525780 w 1009650"/>
                <a:gd name="connsiteY653" fmla="*/ 186690 h 723900"/>
                <a:gd name="connsiteX654" fmla="*/ 525304 w 1009650"/>
                <a:gd name="connsiteY654" fmla="*/ 187452 h 723900"/>
                <a:gd name="connsiteX655" fmla="*/ 525018 w 1009650"/>
                <a:gd name="connsiteY655" fmla="*/ 188309 h 723900"/>
                <a:gd name="connsiteX656" fmla="*/ 525209 w 1009650"/>
                <a:gd name="connsiteY656" fmla="*/ 189167 h 723900"/>
                <a:gd name="connsiteX657" fmla="*/ 525399 w 1009650"/>
                <a:gd name="connsiteY657" fmla="*/ 189833 h 723900"/>
                <a:gd name="connsiteX658" fmla="*/ 525590 w 1009650"/>
                <a:gd name="connsiteY658" fmla="*/ 190691 h 723900"/>
                <a:gd name="connsiteX659" fmla="*/ 525494 w 1009650"/>
                <a:gd name="connsiteY659" fmla="*/ 191357 h 723900"/>
                <a:gd name="connsiteX660" fmla="*/ 525018 w 1009650"/>
                <a:gd name="connsiteY660" fmla="*/ 192119 h 723900"/>
                <a:gd name="connsiteX661" fmla="*/ 523494 w 1009650"/>
                <a:gd name="connsiteY661" fmla="*/ 193358 h 723900"/>
                <a:gd name="connsiteX662" fmla="*/ 522637 w 1009650"/>
                <a:gd name="connsiteY662" fmla="*/ 194215 h 723900"/>
                <a:gd name="connsiteX663" fmla="*/ 519875 w 1009650"/>
                <a:gd name="connsiteY663" fmla="*/ 198311 h 723900"/>
                <a:gd name="connsiteX664" fmla="*/ 518636 w 1009650"/>
                <a:gd name="connsiteY664" fmla="*/ 200501 h 723900"/>
                <a:gd name="connsiteX665" fmla="*/ 518160 w 1009650"/>
                <a:gd name="connsiteY665" fmla="*/ 201740 h 723900"/>
                <a:gd name="connsiteX666" fmla="*/ 517874 w 1009650"/>
                <a:gd name="connsiteY666" fmla="*/ 202692 h 723900"/>
                <a:gd name="connsiteX667" fmla="*/ 517874 w 1009650"/>
                <a:gd name="connsiteY667" fmla="*/ 203740 h 723900"/>
                <a:gd name="connsiteX668" fmla="*/ 518160 w 1009650"/>
                <a:gd name="connsiteY668" fmla="*/ 204597 h 723900"/>
                <a:gd name="connsiteX669" fmla="*/ 518827 w 1009650"/>
                <a:gd name="connsiteY669" fmla="*/ 205645 h 723900"/>
                <a:gd name="connsiteX670" fmla="*/ 519684 w 1009650"/>
                <a:gd name="connsiteY670" fmla="*/ 206407 h 723900"/>
                <a:gd name="connsiteX671" fmla="*/ 521970 w 1009650"/>
                <a:gd name="connsiteY671" fmla="*/ 208217 h 723900"/>
                <a:gd name="connsiteX672" fmla="*/ 523494 w 1009650"/>
                <a:gd name="connsiteY672" fmla="*/ 209741 h 723900"/>
                <a:gd name="connsiteX673" fmla="*/ 524828 w 1009650"/>
                <a:gd name="connsiteY673" fmla="*/ 211550 h 723900"/>
                <a:gd name="connsiteX674" fmla="*/ 529019 w 1009650"/>
                <a:gd name="connsiteY674" fmla="*/ 221171 h 723900"/>
                <a:gd name="connsiteX675" fmla="*/ 529876 w 1009650"/>
                <a:gd name="connsiteY675" fmla="*/ 224695 h 723900"/>
                <a:gd name="connsiteX676" fmla="*/ 530066 w 1009650"/>
                <a:gd name="connsiteY676" fmla="*/ 230315 h 723900"/>
                <a:gd name="connsiteX677" fmla="*/ 532448 w 1009650"/>
                <a:gd name="connsiteY677" fmla="*/ 243078 h 723900"/>
                <a:gd name="connsiteX678" fmla="*/ 533495 w 1009650"/>
                <a:gd name="connsiteY678" fmla="*/ 246126 h 723900"/>
                <a:gd name="connsiteX679" fmla="*/ 534638 w 1009650"/>
                <a:gd name="connsiteY679" fmla="*/ 248222 h 723900"/>
                <a:gd name="connsiteX680" fmla="*/ 539115 w 1009650"/>
                <a:gd name="connsiteY680" fmla="*/ 252698 h 723900"/>
                <a:gd name="connsiteX681" fmla="*/ 540544 w 1009650"/>
                <a:gd name="connsiteY681" fmla="*/ 254603 h 723900"/>
                <a:gd name="connsiteX682" fmla="*/ 542163 w 1009650"/>
                <a:gd name="connsiteY682" fmla="*/ 257842 h 723900"/>
                <a:gd name="connsiteX683" fmla="*/ 542830 w 1009650"/>
                <a:gd name="connsiteY683" fmla="*/ 260128 h 723900"/>
                <a:gd name="connsiteX684" fmla="*/ 543116 w 1009650"/>
                <a:gd name="connsiteY684" fmla="*/ 262128 h 723900"/>
                <a:gd name="connsiteX685" fmla="*/ 543020 w 1009650"/>
                <a:gd name="connsiteY685" fmla="*/ 267938 h 723900"/>
                <a:gd name="connsiteX686" fmla="*/ 543497 w 1009650"/>
                <a:gd name="connsiteY686" fmla="*/ 271939 h 723900"/>
                <a:gd name="connsiteX687" fmla="*/ 543592 w 1009650"/>
                <a:gd name="connsiteY687" fmla="*/ 273463 h 723900"/>
                <a:gd name="connsiteX688" fmla="*/ 543401 w 1009650"/>
                <a:gd name="connsiteY688" fmla="*/ 274701 h 723900"/>
                <a:gd name="connsiteX689" fmla="*/ 543020 w 1009650"/>
                <a:gd name="connsiteY689" fmla="*/ 275654 h 723900"/>
                <a:gd name="connsiteX690" fmla="*/ 541592 w 1009650"/>
                <a:gd name="connsiteY690" fmla="*/ 277463 h 723900"/>
                <a:gd name="connsiteX691" fmla="*/ 541210 w 1009650"/>
                <a:gd name="connsiteY691" fmla="*/ 278606 h 723900"/>
                <a:gd name="connsiteX692" fmla="*/ 541115 w 1009650"/>
                <a:gd name="connsiteY692" fmla="*/ 280702 h 723900"/>
                <a:gd name="connsiteX693" fmla="*/ 541687 w 1009650"/>
                <a:gd name="connsiteY693" fmla="*/ 282226 h 723900"/>
                <a:gd name="connsiteX694" fmla="*/ 542449 w 1009650"/>
                <a:gd name="connsiteY694" fmla="*/ 283845 h 723900"/>
                <a:gd name="connsiteX695" fmla="*/ 543211 w 1009650"/>
                <a:gd name="connsiteY695" fmla="*/ 284893 h 723900"/>
                <a:gd name="connsiteX696" fmla="*/ 544068 w 1009650"/>
                <a:gd name="connsiteY696" fmla="*/ 285464 h 723900"/>
                <a:gd name="connsiteX697" fmla="*/ 545211 w 1009650"/>
                <a:gd name="connsiteY697" fmla="*/ 285560 h 723900"/>
                <a:gd name="connsiteX698" fmla="*/ 546545 w 1009650"/>
                <a:gd name="connsiteY698" fmla="*/ 285274 h 723900"/>
                <a:gd name="connsiteX699" fmla="*/ 549974 w 1009650"/>
                <a:gd name="connsiteY699" fmla="*/ 284036 h 723900"/>
                <a:gd name="connsiteX700" fmla="*/ 552545 w 1009650"/>
                <a:gd name="connsiteY700" fmla="*/ 283559 h 723900"/>
                <a:gd name="connsiteX701" fmla="*/ 554069 w 1009650"/>
                <a:gd name="connsiteY701" fmla="*/ 283369 h 723900"/>
                <a:gd name="connsiteX702" fmla="*/ 555784 w 1009650"/>
                <a:gd name="connsiteY702" fmla="*/ 283750 h 723900"/>
                <a:gd name="connsiteX703" fmla="*/ 557403 w 1009650"/>
                <a:gd name="connsiteY703" fmla="*/ 284512 h 723900"/>
                <a:gd name="connsiteX704" fmla="*/ 559118 w 1009650"/>
                <a:gd name="connsiteY704" fmla="*/ 286131 h 723900"/>
                <a:gd name="connsiteX705" fmla="*/ 559975 w 1009650"/>
                <a:gd name="connsiteY705" fmla="*/ 287750 h 723900"/>
                <a:gd name="connsiteX706" fmla="*/ 560642 w 1009650"/>
                <a:gd name="connsiteY706" fmla="*/ 289560 h 723900"/>
                <a:gd name="connsiteX707" fmla="*/ 561022 w 1009650"/>
                <a:gd name="connsiteY707" fmla="*/ 291560 h 723900"/>
                <a:gd name="connsiteX708" fmla="*/ 561689 w 1009650"/>
                <a:gd name="connsiteY708" fmla="*/ 292989 h 723900"/>
                <a:gd name="connsiteX709" fmla="*/ 563975 w 1009650"/>
                <a:gd name="connsiteY709" fmla="*/ 296037 h 723900"/>
                <a:gd name="connsiteX710" fmla="*/ 565023 w 1009650"/>
                <a:gd name="connsiteY710" fmla="*/ 297847 h 723900"/>
                <a:gd name="connsiteX711" fmla="*/ 564928 w 1009650"/>
                <a:gd name="connsiteY711" fmla="*/ 299085 h 723900"/>
                <a:gd name="connsiteX712" fmla="*/ 564166 w 1009650"/>
                <a:gd name="connsiteY712" fmla="*/ 301085 h 723900"/>
                <a:gd name="connsiteX713" fmla="*/ 564071 w 1009650"/>
                <a:gd name="connsiteY713" fmla="*/ 301752 h 723900"/>
                <a:gd name="connsiteX714" fmla="*/ 564071 w 1009650"/>
                <a:gd name="connsiteY714" fmla="*/ 302038 h 723900"/>
                <a:gd name="connsiteX715" fmla="*/ 564071 w 1009650"/>
                <a:gd name="connsiteY715" fmla="*/ 302324 h 723900"/>
                <a:gd name="connsiteX716" fmla="*/ 564071 w 1009650"/>
                <a:gd name="connsiteY716" fmla="*/ 302705 h 723900"/>
                <a:gd name="connsiteX717" fmla="*/ 564356 w 1009650"/>
                <a:gd name="connsiteY717" fmla="*/ 303752 h 723900"/>
                <a:gd name="connsiteX718" fmla="*/ 564833 w 1009650"/>
                <a:gd name="connsiteY718" fmla="*/ 304229 h 723900"/>
                <a:gd name="connsiteX719" fmla="*/ 565785 w 1009650"/>
                <a:gd name="connsiteY719" fmla="*/ 304514 h 723900"/>
                <a:gd name="connsiteX720" fmla="*/ 566928 w 1009650"/>
                <a:gd name="connsiteY720" fmla="*/ 304610 h 723900"/>
                <a:gd name="connsiteX721" fmla="*/ 569405 w 1009650"/>
                <a:gd name="connsiteY721" fmla="*/ 304991 h 723900"/>
                <a:gd name="connsiteX722" fmla="*/ 571500 w 1009650"/>
                <a:gd name="connsiteY722" fmla="*/ 306229 h 723900"/>
                <a:gd name="connsiteX723" fmla="*/ 571500 w 1009650"/>
                <a:gd name="connsiteY723" fmla="*/ 309658 h 723900"/>
                <a:gd name="connsiteX724" fmla="*/ 570833 w 1009650"/>
                <a:gd name="connsiteY724" fmla="*/ 311849 h 723900"/>
                <a:gd name="connsiteX725" fmla="*/ 569881 w 1009650"/>
                <a:gd name="connsiteY725" fmla="*/ 314039 h 723900"/>
                <a:gd name="connsiteX726" fmla="*/ 568833 w 1009650"/>
                <a:gd name="connsiteY726" fmla="*/ 315659 h 723900"/>
                <a:gd name="connsiteX727" fmla="*/ 567880 w 1009650"/>
                <a:gd name="connsiteY727" fmla="*/ 316706 h 723900"/>
                <a:gd name="connsiteX728" fmla="*/ 566547 w 1009650"/>
                <a:gd name="connsiteY728" fmla="*/ 317849 h 723900"/>
                <a:gd name="connsiteX729" fmla="*/ 562737 w 1009650"/>
                <a:gd name="connsiteY729" fmla="*/ 321564 h 723900"/>
                <a:gd name="connsiteX730" fmla="*/ 561213 w 1009650"/>
                <a:gd name="connsiteY730" fmla="*/ 324326 h 723900"/>
                <a:gd name="connsiteX731" fmla="*/ 560165 w 1009650"/>
                <a:gd name="connsiteY731" fmla="*/ 327850 h 723900"/>
                <a:gd name="connsiteX732" fmla="*/ 558641 w 1009650"/>
                <a:gd name="connsiteY732" fmla="*/ 330899 h 723900"/>
                <a:gd name="connsiteX733" fmla="*/ 556927 w 1009650"/>
                <a:gd name="connsiteY733" fmla="*/ 333185 h 723900"/>
                <a:gd name="connsiteX734" fmla="*/ 553879 w 1009650"/>
                <a:gd name="connsiteY734" fmla="*/ 336233 h 723900"/>
                <a:gd name="connsiteX735" fmla="*/ 552069 w 1009650"/>
                <a:gd name="connsiteY735" fmla="*/ 337471 h 723900"/>
                <a:gd name="connsiteX736" fmla="*/ 550069 w 1009650"/>
                <a:gd name="connsiteY736" fmla="*/ 337852 h 723900"/>
                <a:gd name="connsiteX737" fmla="*/ 548068 w 1009650"/>
                <a:gd name="connsiteY737" fmla="*/ 336995 h 723900"/>
                <a:gd name="connsiteX738" fmla="*/ 546545 w 1009650"/>
                <a:gd name="connsiteY738" fmla="*/ 335566 h 723900"/>
                <a:gd name="connsiteX739" fmla="*/ 545878 w 1009650"/>
                <a:gd name="connsiteY739" fmla="*/ 333851 h 723900"/>
                <a:gd name="connsiteX740" fmla="*/ 545592 w 1009650"/>
                <a:gd name="connsiteY740" fmla="*/ 332423 h 723900"/>
                <a:gd name="connsiteX741" fmla="*/ 545592 w 1009650"/>
                <a:gd name="connsiteY741" fmla="*/ 331184 h 723900"/>
                <a:gd name="connsiteX742" fmla="*/ 545306 w 1009650"/>
                <a:gd name="connsiteY742" fmla="*/ 330422 h 723900"/>
                <a:gd name="connsiteX743" fmla="*/ 544735 w 1009650"/>
                <a:gd name="connsiteY743" fmla="*/ 330041 h 723900"/>
                <a:gd name="connsiteX744" fmla="*/ 543592 w 1009650"/>
                <a:gd name="connsiteY744" fmla="*/ 329851 h 723900"/>
                <a:gd name="connsiteX745" fmla="*/ 541782 w 1009650"/>
                <a:gd name="connsiteY745" fmla="*/ 329946 h 723900"/>
                <a:gd name="connsiteX746" fmla="*/ 538067 w 1009650"/>
                <a:gd name="connsiteY746" fmla="*/ 329565 h 723900"/>
                <a:gd name="connsiteX747" fmla="*/ 536353 w 1009650"/>
                <a:gd name="connsiteY747" fmla="*/ 329089 h 723900"/>
                <a:gd name="connsiteX748" fmla="*/ 534353 w 1009650"/>
                <a:gd name="connsiteY748" fmla="*/ 328136 h 723900"/>
                <a:gd name="connsiteX749" fmla="*/ 532543 w 1009650"/>
                <a:gd name="connsiteY749" fmla="*/ 326803 h 723900"/>
                <a:gd name="connsiteX750" fmla="*/ 529114 w 1009650"/>
                <a:gd name="connsiteY750" fmla="*/ 323279 h 723900"/>
                <a:gd name="connsiteX751" fmla="*/ 526733 w 1009650"/>
                <a:gd name="connsiteY751" fmla="*/ 321659 h 723900"/>
                <a:gd name="connsiteX752" fmla="*/ 520446 w 1009650"/>
                <a:gd name="connsiteY752" fmla="*/ 316230 h 723900"/>
                <a:gd name="connsiteX753" fmla="*/ 517398 w 1009650"/>
                <a:gd name="connsiteY753" fmla="*/ 314325 h 723900"/>
                <a:gd name="connsiteX754" fmla="*/ 515112 w 1009650"/>
                <a:gd name="connsiteY754" fmla="*/ 313373 h 723900"/>
                <a:gd name="connsiteX755" fmla="*/ 513779 w 1009650"/>
                <a:gd name="connsiteY755" fmla="*/ 313277 h 723900"/>
                <a:gd name="connsiteX756" fmla="*/ 512731 w 1009650"/>
                <a:gd name="connsiteY756" fmla="*/ 313754 h 723900"/>
                <a:gd name="connsiteX757" fmla="*/ 512064 w 1009650"/>
                <a:gd name="connsiteY757" fmla="*/ 314516 h 723900"/>
                <a:gd name="connsiteX758" fmla="*/ 511397 w 1009650"/>
                <a:gd name="connsiteY758" fmla="*/ 315659 h 723900"/>
                <a:gd name="connsiteX759" fmla="*/ 510826 w 1009650"/>
                <a:gd name="connsiteY759" fmla="*/ 316706 h 723900"/>
                <a:gd name="connsiteX760" fmla="*/ 510445 w 1009650"/>
                <a:gd name="connsiteY760" fmla="*/ 318040 h 723900"/>
                <a:gd name="connsiteX761" fmla="*/ 510350 w 1009650"/>
                <a:gd name="connsiteY761" fmla="*/ 319373 h 723900"/>
                <a:gd name="connsiteX762" fmla="*/ 510254 w 1009650"/>
                <a:gd name="connsiteY762" fmla="*/ 320612 h 723900"/>
                <a:gd name="connsiteX763" fmla="*/ 510159 w 1009650"/>
                <a:gd name="connsiteY763" fmla="*/ 321659 h 723900"/>
                <a:gd name="connsiteX764" fmla="*/ 509683 w 1009650"/>
                <a:gd name="connsiteY764" fmla="*/ 322707 h 723900"/>
                <a:gd name="connsiteX765" fmla="*/ 508825 w 1009650"/>
                <a:gd name="connsiteY765" fmla="*/ 323850 h 723900"/>
                <a:gd name="connsiteX766" fmla="*/ 507492 w 1009650"/>
                <a:gd name="connsiteY766" fmla="*/ 325088 h 723900"/>
                <a:gd name="connsiteX767" fmla="*/ 505682 w 1009650"/>
                <a:gd name="connsiteY767" fmla="*/ 326327 h 723900"/>
                <a:gd name="connsiteX768" fmla="*/ 503111 w 1009650"/>
                <a:gd name="connsiteY768" fmla="*/ 327279 h 723900"/>
                <a:gd name="connsiteX769" fmla="*/ 501396 w 1009650"/>
                <a:gd name="connsiteY769" fmla="*/ 327089 h 723900"/>
                <a:gd name="connsiteX770" fmla="*/ 499777 w 1009650"/>
                <a:gd name="connsiteY770" fmla="*/ 326231 h 723900"/>
                <a:gd name="connsiteX771" fmla="*/ 498538 w 1009650"/>
                <a:gd name="connsiteY771" fmla="*/ 324993 h 723900"/>
                <a:gd name="connsiteX772" fmla="*/ 497396 w 1009650"/>
                <a:gd name="connsiteY772" fmla="*/ 323469 h 723900"/>
                <a:gd name="connsiteX773" fmla="*/ 496729 w 1009650"/>
                <a:gd name="connsiteY773" fmla="*/ 322136 h 723900"/>
                <a:gd name="connsiteX774" fmla="*/ 496634 w 1009650"/>
                <a:gd name="connsiteY774" fmla="*/ 320612 h 723900"/>
                <a:gd name="connsiteX775" fmla="*/ 496919 w 1009650"/>
                <a:gd name="connsiteY775" fmla="*/ 319373 h 723900"/>
                <a:gd name="connsiteX776" fmla="*/ 499015 w 1009650"/>
                <a:gd name="connsiteY776" fmla="*/ 315659 h 723900"/>
                <a:gd name="connsiteX777" fmla="*/ 499300 w 1009650"/>
                <a:gd name="connsiteY777" fmla="*/ 314611 h 723900"/>
                <a:gd name="connsiteX778" fmla="*/ 499110 w 1009650"/>
                <a:gd name="connsiteY778" fmla="*/ 313754 h 723900"/>
                <a:gd name="connsiteX779" fmla="*/ 498348 w 1009650"/>
                <a:gd name="connsiteY779" fmla="*/ 312896 h 723900"/>
                <a:gd name="connsiteX780" fmla="*/ 497300 w 1009650"/>
                <a:gd name="connsiteY780" fmla="*/ 312230 h 723900"/>
                <a:gd name="connsiteX781" fmla="*/ 494348 w 1009650"/>
                <a:gd name="connsiteY781" fmla="*/ 310801 h 723900"/>
                <a:gd name="connsiteX782" fmla="*/ 492347 w 1009650"/>
                <a:gd name="connsiteY782" fmla="*/ 309467 h 723900"/>
                <a:gd name="connsiteX783" fmla="*/ 490633 w 1009650"/>
                <a:gd name="connsiteY783" fmla="*/ 308039 h 723900"/>
                <a:gd name="connsiteX784" fmla="*/ 490061 w 1009650"/>
                <a:gd name="connsiteY784" fmla="*/ 306229 h 723900"/>
                <a:gd name="connsiteX785" fmla="*/ 489775 w 1009650"/>
                <a:gd name="connsiteY785" fmla="*/ 304895 h 723900"/>
                <a:gd name="connsiteX786" fmla="*/ 489013 w 1009650"/>
                <a:gd name="connsiteY786" fmla="*/ 304514 h 723900"/>
                <a:gd name="connsiteX787" fmla="*/ 487966 w 1009650"/>
                <a:gd name="connsiteY787" fmla="*/ 304324 h 723900"/>
                <a:gd name="connsiteX788" fmla="*/ 486823 w 1009650"/>
                <a:gd name="connsiteY788" fmla="*/ 303657 h 723900"/>
                <a:gd name="connsiteX789" fmla="*/ 486632 w 1009650"/>
                <a:gd name="connsiteY789" fmla="*/ 302990 h 723900"/>
                <a:gd name="connsiteX790" fmla="*/ 484823 w 1009650"/>
                <a:gd name="connsiteY790" fmla="*/ 299752 h 723900"/>
                <a:gd name="connsiteX791" fmla="*/ 484442 w 1009650"/>
                <a:gd name="connsiteY791" fmla="*/ 299657 h 723900"/>
                <a:gd name="connsiteX792" fmla="*/ 485013 w 1009650"/>
                <a:gd name="connsiteY792" fmla="*/ 297942 h 723900"/>
                <a:gd name="connsiteX793" fmla="*/ 487966 w 1009650"/>
                <a:gd name="connsiteY793" fmla="*/ 293846 h 723900"/>
                <a:gd name="connsiteX794" fmla="*/ 489204 w 1009650"/>
                <a:gd name="connsiteY794" fmla="*/ 291465 h 723900"/>
                <a:gd name="connsiteX795" fmla="*/ 489871 w 1009650"/>
                <a:gd name="connsiteY795" fmla="*/ 288989 h 723900"/>
                <a:gd name="connsiteX796" fmla="*/ 490061 w 1009650"/>
                <a:gd name="connsiteY796" fmla="*/ 286322 h 723900"/>
                <a:gd name="connsiteX797" fmla="*/ 489775 w 1009650"/>
                <a:gd name="connsiteY797" fmla="*/ 285750 h 723900"/>
                <a:gd name="connsiteX798" fmla="*/ 488728 w 1009650"/>
                <a:gd name="connsiteY798" fmla="*/ 284417 h 723900"/>
                <a:gd name="connsiteX799" fmla="*/ 488442 w 1009650"/>
                <a:gd name="connsiteY799" fmla="*/ 283655 h 723900"/>
                <a:gd name="connsiteX800" fmla="*/ 489109 w 1009650"/>
                <a:gd name="connsiteY800" fmla="*/ 281464 h 723900"/>
                <a:gd name="connsiteX801" fmla="*/ 489204 w 1009650"/>
                <a:gd name="connsiteY801" fmla="*/ 280607 h 723900"/>
                <a:gd name="connsiteX802" fmla="*/ 488823 w 1009650"/>
                <a:gd name="connsiteY802" fmla="*/ 277654 h 723900"/>
                <a:gd name="connsiteX803" fmla="*/ 487775 w 1009650"/>
                <a:gd name="connsiteY803" fmla="*/ 275749 h 723900"/>
                <a:gd name="connsiteX804" fmla="*/ 486442 w 1009650"/>
                <a:gd name="connsiteY804" fmla="*/ 274320 h 723900"/>
                <a:gd name="connsiteX805" fmla="*/ 485299 w 1009650"/>
                <a:gd name="connsiteY805" fmla="*/ 272320 h 723900"/>
                <a:gd name="connsiteX806" fmla="*/ 484823 w 1009650"/>
                <a:gd name="connsiteY806" fmla="*/ 270034 h 723900"/>
                <a:gd name="connsiteX807" fmla="*/ 484823 w 1009650"/>
                <a:gd name="connsiteY807" fmla="*/ 267367 h 723900"/>
                <a:gd name="connsiteX808" fmla="*/ 484537 w 1009650"/>
                <a:gd name="connsiteY808" fmla="*/ 264700 h 723900"/>
                <a:gd name="connsiteX809" fmla="*/ 481489 w 1009650"/>
                <a:gd name="connsiteY809" fmla="*/ 258985 h 723900"/>
                <a:gd name="connsiteX810" fmla="*/ 480917 w 1009650"/>
                <a:gd name="connsiteY810" fmla="*/ 258413 h 723900"/>
                <a:gd name="connsiteX811" fmla="*/ 479584 w 1009650"/>
                <a:gd name="connsiteY811" fmla="*/ 258032 h 723900"/>
                <a:gd name="connsiteX812" fmla="*/ 478631 w 1009650"/>
                <a:gd name="connsiteY812" fmla="*/ 257080 h 723900"/>
                <a:gd name="connsiteX813" fmla="*/ 478155 w 1009650"/>
                <a:gd name="connsiteY813" fmla="*/ 255651 h 723900"/>
                <a:gd name="connsiteX814" fmla="*/ 478155 w 1009650"/>
                <a:gd name="connsiteY814" fmla="*/ 254127 h 723900"/>
                <a:gd name="connsiteX815" fmla="*/ 479488 w 1009650"/>
                <a:gd name="connsiteY815" fmla="*/ 252222 h 723900"/>
                <a:gd name="connsiteX816" fmla="*/ 484727 w 1009650"/>
                <a:gd name="connsiteY816" fmla="*/ 247936 h 723900"/>
                <a:gd name="connsiteX817" fmla="*/ 488347 w 1009650"/>
                <a:gd name="connsiteY817" fmla="*/ 246126 h 723900"/>
                <a:gd name="connsiteX818" fmla="*/ 494729 w 1009650"/>
                <a:gd name="connsiteY818" fmla="*/ 240125 h 723900"/>
                <a:gd name="connsiteX819" fmla="*/ 496157 w 1009650"/>
                <a:gd name="connsiteY819" fmla="*/ 238316 h 723900"/>
                <a:gd name="connsiteX820" fmla="*/ 497491 w 1009650"/>
                <a:gd name="connsiteY820" fmla="*/ 235649 h 723900"/>
                <a:gd name="connsiteX821" fmla="*/ 497967 w 1009650"/>
                <a:gd name="connsiteY821" fmla="*/ 232696 h 723900"/>
                <a:gd name="connsiteX822" fmla="*/ 496729 w 1009650"/>
                <a:gd name="connsiteY822" fmla="*/ 230124 h 723900"/>
                <a:gd name="connsiteX823" fmla="*/ 496729 w 1009650"/>
                <a:gd name="connsiteY823" fmla="*/ 228124 h 723900"/>
                <a:gd name="connsiteX824" fmla="*/ 497300 w 1009650"/>
                <a:gd name="connsiteY824" fmla="*/ 227362 h 723900"/>
                <a:gd name="connsiteX825" fmla="*/ 497681 w 1009650"/>
                <a:gd name="connsiteY825" fmla="*/ 223933 h 723900"/>
                <a:gd name="connsiteX826" fmla="*/ 498158 w 1009650"/>
                <a:gd name="connsiteY826" fmla="*/ 221933 h 723900"/>
                <a:gd name="connsiteX827" fmla="*/ 498538 w 1009650"/>
                <a:gd name="connsiteY827" fmla="*/ 220790 h 723900"/>
                <a:gd name="connsiteX828" fmla="*/ 500158 w 1009650"/>
                <a:gd name="connsiteY828" fmla="*/ 218313 h 723900"/>
                <a:gd name="connsiteX829" fmla="*/ 500920 w 1009650"/>
                <a:gd name="connsiteY829" fmla="*/ 214884 h 723900"/>
                <a:gd name="connsiteX830" fmla="*/ 500729 w 1009650"/>
                <a:gd name="connsiteY830" fmla="*/ 213455 h 723900"/>
                <a:gd name="connsiteX831" fmla="*/ 500253 w 1009650"/>
                <a:gd name="connsiteY831" fmla="*/ 211741 h 723900"/>
                <a:gd name="connsiteX832" fmla="*/ 498824 w 1009650"/>
                <a:gd name="connsiteY832" fmla="*/ 209455 h 723900"/>
                <a:gd name="connsiteX833" fmla="*/ 493014 w 1009650"/>
                <a:gd name="connsiteY833" fmla="*/ 196787 h 723900"/>
                <a:gd name="connsiteX834" fmla="*/ 491395 w 1009650"/>
                <a:gd name="connsiteY834" fmla="*/ 194596 h 723900"/>
                <a:gd name="connsiteX835" fmla="*/ 490061 w 1009650"/>
                <a:gd name="connsiteY835" fmla="*/ 193167 h 723900"/>
                <a:gd name="connsiteX836" fmla="*/ 488252 w 1009650"/>
                <a:gd name="connsiteY836" fmla="*/ 190500 h 723900"/>
                <a:gd name="connsiteX837" fmla="*/ 487680 w 1009650"/>
                <a:gd name="connsiteY837" fmla="*/ 189071 h 723900"/>
                <a:gd name="connsiteX838" fmla="*/ 487585 w 1009650"/>
                <a:gd name="connsiteY838" fmla="*/ 187833 h 723900"/>
                <a:gd name="connsiteX839" fmla="*/ 488061 w 1009650"/>
                <a:gd name="connsiteY839" fmla="*/ 187071 h 723900"/>
                <a:gd name="connsiteX840" fmla="*/ 488823 w 1009650"/>
                <a:gd name="connsiteY840" fmla="*/ 186023 h 723900"/>
                <a:gd name="connsiteX841" fmla="*/ 496729 w 1009650"/>
                <a:gd name="connsiteY841" fmla="*/ 179261 h 723900"/>
                <a:gd name="connsiteX842" fmla="*/ 498634 w 1009650"/>
                <a:gd name="connsiteY842" fmla="*/ 176498 h 723900"/>
                <a:gd name="connsiteX843" fmla="*/ 499777 w 1009650"/>
                <a:gd name="connsiteY843" fmla="*/ 169736 h 723900"/>
                <a:gd name="connsiteX844" fmla="*/ 501396 w 1009650"/>
                <a:gd name="connsiteY844" fmla="*/ 168021 h 723900"/>
                <a:gd name="connsiteX845" fmla="*/ 511778 w 1009650"/>
                <a:gd name="connsiteY845" fmla="*/ 165259 h 723900"/>
                <a:gd name="connsiteX846" fmla="*/ 514255 w 1009650"/>
                <a:gd name="connsiteY846" fmla="*/ 164878 h 723900"/>
                <a:gd name="connsiteX847" fmla="*/ 515779 w 1009650"/>
                <a:gd name="connsiteY847" fmla="*/ 164783 h 723900"/>
                <a:gd name="connsiteX848" fmla="*/ 519398 w 1009650"/>
                <a:gd name="connsiteY848" fmla="*/ 165449 h 723900"/>
                <a:gd name="connsiteX849" fmla="*/ 521684 w 1009650"/>
                <a:gd name="connsiteY849" fmla="*/ 165545 h 723900"/>
                <a:gd name="connsiteX850" fmla="*/ 523018 w 1009650"/>
                <a:gd name="connsiteY850" fmla="*/ 165164 h 723900"/>
                <a:gd name="connsiteX851" fmla="*/ 524637 w 1009650"/>
                <a:gd name="connsiteY851" fmla="*/ 164211 h 723900"/>
                <a:gd name="connsiteX852" fmla="*/ 525875 w 1009650"/>
                <a:gd name="connsiteY852" fmla="*/ 163259 h 723900"/>
                <a:gd name="connsiteX853" fmla="*/ 529685 w 1009650"/>
                <a:gd name="connsiteY853" fmla="*/ 160973 h 723900"/>
                <a:gd name="connsiteX854" fmla="*/ 541020 w 1009650"/>
                <a:gd name="connsiteY854" fmla="*/ 158687 h 723900"/>
                <a:gd name="connsiteX855" fmla="*/ 544925 w 1009650"/>
                <a:gd name="connsiteY855" fmla="*/ 156496 h 723900"/>
                <a:gd name="connsiteX856" fmla="*/ 545401 w 1009650"/>
                <a:gd name="connsiteY856" fmla="*/ 155734 h 723900"/>
                <a:gd name="connsiteX857" fmla="*/ 545592 w 1009650"/>
                <a:gd name="connsiteY857" fmla="*/ 155067 h 723900"/>
                <a:gd name="connsiteX858" fmla="*/ 545687 w 1009650"/>
                <a:gd name="connsiteY858" fmla="*/ 154591 h 723900"/>
                <a:gd name="connsiteX859" fmla="*/ 545687 w 1009650"/>
                <a:gd name="connsiteY859" fmla="*/ 153638 h 723900"/>
                <a:gd name="connsiteX860" fmla="*/ 545592 w 1009650"/>
                <a:gd name="connsiteY860" fmla="*/ 152495 h 723900"/>
                <a:gd name="connsiteX861" fmla="*/ 545211 w 1009650"/>
                <a:gd name="connsiteY861" fmla="*/ 150971 h 723900"/>
                <a:gd name="connsiteX862" fmla="*/ 544544 w 1009650"/>
                <a:gd name="connsiteY862" fmla="*/ 149447 h 723900"/>
                <a:gd name="connsiteX863" fmla="*/ 543116 w 1009650"/>
                <a:gd name="connsiteY863" fmla="*/ 146495 h 723900"/>
                <a:gd name="connsiteX864" fmla="*/ 542639 w 1009650"/>
                <a:gd name="connsiteY864" fmla="*/ 145256 h 723900"/>
                <a:gd name="connsiteX865" fmla="*/ 542544 w 1009650"/>
                <a:gd name="connsiteY865" fmla="*/ 144018 h 723900"/>
                <a:gd name="connsiteX866" fmla="*/ 542639 w 1009650"/>
                <a:gd name="connsiteY866" fmla="*/ 142780 h 723900"/>
                <a:gd name="connsiteX867" fmla="*/ 542830 w 1009650"/>
                <a:gd name="connsiteY867" fmla="*/ 141446 h 723900"/>
                <a:gd name="connsiteX868" fmla="*/ 543211 w 1009650"/>
                <a:gd name="connsiteY868" fmla="*/ 139732 h 723900"/>
                <a:gd name="connsiteX869" fmla="*/ 543973 w 1009650"/>
                <a:gd name="connsiteY869" fmla="*/ 137732 h 723900"/>
                <a:gd name="connsiteX870" fmla="*/ 545021 w 1009650"/>
                <a:gd name="connsiteY870" fmla="*/ 136303 h 723900"/>
                <a:gd name="connsiteX871" fmla="*/ 546449 w 1009650"/>
                <a:gd name="connsiteY871" fmla="*/ 135255 h 723900"/>
                <a:gd name="connsiteX872" fmla="*/ 547973 w 1009650"/>
                <a:gd name="connsiteY872" fmla="*/ 134398 h 723900"/>
                <a:gd name="connsiteX873" fmla="*/ 549878 w 1009650"/>
                <a:gd name="connsiteY873" fmla="*/ 132969 h 723900"/>
                <a:gd name="connsiteX874" fmla="*/ 551879 w 1009650"/>
                <a:gd name="connsiteY874" fmla="*/ 131064 h 723900"/>
                <a:gd name="connsiteX875" fmla="*/ 553688 w 1009650"/>
                <a:gd name="connsiteY875" fmla="*/ 126587 h 723900"/>
                <a:gd name="connsiteX876" fmla="*/ 555022 w 1009650"/>
                <a:gd name="connsiteY876" fmla="*/ 122873 h 723900"/>
                <a:gd name="connsiteX877" fmla="*/ 560165 w 1009650"/>
                <a:gd name="connsiteY877" fmla="*/ 116396 h 723900"/>
                <a:gd name="connsiteX878" fmla="*/ 560927 w 1009650"/>
                <a:gd name="connsiteY878" fmla="*/ 114681 h 723900"/>
                <a:gd name="connsiteX879" fmla="*/ 561404 w 1009650"/>
                <a:gd name="connsiteY879" fmla="*/ 113443 h 723900"/>
                <a:gd name="connsiteX880" fmla="*/ 561689 w 1009650"/>
                <a:gd name="connsiteY880" fmla="*/ 110681 h 723900"/>
                <a:gd name="connsiteX881" fmla="*/ 564166 w 1009650"/>
                <a:gd name="connsiteY881" fmla="*/ 105251 h 723900"/>
                <a:gd name="connsiteX882" fmla="*/ 567880 w 1009650"/>
                <a:gd name="connsiteY882" fmla="*/ 99441 h 723900"/>
                <a:gd name="connsiteX883" fmla="*/ 568643 w 1009650"/>
                <a:gd name="connsiteY883" fmla="*/ 97822 h 723900"/>
                <a:gd name="connsiteX884" fmla="*/ 568738 w 1009650"/>
                <a:gd name="connsiteY884" fmla="*/ 96583 h 723900"/>
                <a:gd name="connsiteX885" fmla="*/ 568166 w 1009650"/>
                <a:gd name="connsiteY885" fmla="*/ 95917 h 723900"/>
                <a:gd name="connsiteX886" fmla="*/ 566261 w 1009650"/>
                <a:gd name="connsiteY886" fmla="*/ 94679 h 723900"/>
                <a:gd name="connsiteX887" fmla="*/ 565309 w 1009650"/>
                <a:gd name="connsiteY887" fmla="*/ 93631 h 723900"/>
                <a:gd name="connsiteX888" fmla="*/ 564737 w 1009650"/>
                <a:gd name="connsiteY888" fmla="*/ 92107 h 723900"/>
                <a:gd name="connsiteX889" fmla="*/ 564547 w 1009650"/>
                <a:gd name="connsiteY889" fmla="*/ 89725 h 723900"/>
                <a:gd name="connsiteX890" fmla="*/ 564928 w 1009650"/>
                <a:gd name="connsiteY890" fmla="*/ 88583 h 723900"/>
                <a:gd name="connsiteX891" fmla="*/ 565595 w 1009650"/>
                <a:gd name="connsiteY891" fmla="*/ 87821 h 723900"/>
                <a:gd name="connsiteX892" fmla="*/ 567690 w 1009650"/>
                <a:gd name="connsiteY892" fmla="*/ 87058 h 723900"/>
                <a:gd name="connsiteX893" fmla="*/ 568738 w 1009650"/>
                <a:gd name="connsiteY893" fmla="*/ 86106 h 723900"/>
                <a:gd name="connsiteX894" fmla="*/ 569024 w 1009650"/>
                <a:gd name="connsiteY894" fmla="*/ 85344 h 723900"/>
                <a:gd name="connsiteX895" fmla="*/ 568928 w 1009650"/>
                <a:gd name="connsiteY895" fmla="*/ 84582 h 723900"/>
                <a:gd name="connsiteX896" fmla="*/ 567595 w 1009650"/>
                <a:gd name="connsiteY896" fmla="*/ 82487 h 723900"/>
                <a:gd name="connsiteX897" fmla="*/ 566928 w 1009650"/>
                <a:gd name="connsiteY897" fmla="*/ 81153 h 723900"/>
                <a:gd name="connsiteX898" fmla="*/ 566642 w 1009650"/>
                <a:gd name="connsiteY898" fmla="*/ 79248 h 723900"/>
                <a:gd name="connsiteX899" fmla="*/ 566833 w 1009650"/>
                <a:gd name="connsiteY899" fmla="*/ 78010 h 723900"/>
                <a:gd name="connsiteX900" fmla="*/ 567309 w 1009650"/>
                <a:gd name="connsiteY900" fmla="*/ 77153 h 723900"/>
                <a:gd name="connsiteX901" fmla="*/ 568928 w 1009650"/>
                <a:gd name="connsiteY901" fmla="*/ 75629 h 723900"/>
                <a:gd name="connsiteX902" fmla="*/ 569785 w 1009650"/>
                <a:gd name="connsiteY902" fmla="*/ 74962 h 723900"/>
                <a:gd name="connsiteX903" fmla="*/ 570643 w 1009650"/>
                <a:gd name="connsiteY903" fmla="*/ 74581 h 723900"/>
                <a:gd name="connsiteX904" fmla="*/ 571786 w 1009650"/>
                <a:gd name="connsiteY904" fmla="*/ 74200 h 723900"/>
                <a:gd name="connsiteX905" fmla="*/ 574929 w 1009650"/>
                <a:gd name="connsiteY905" fmla="*/ 73533 h 723900"/>
                <a:gd name="connsiteX906" fmla="*/ 576263 w 1009650"/>
                <a:gd name="connsiteY906" fmla="*/ 72962 h 723900"/>
                <a:gd name="connsiteX907" fmla="*/ 577310 w 1009650"/>
                <a:gd name="connsiteY907" fmla="*/ 72009 h 723900"/>
                <a:gd name="connsiteX908" fmla="*/ 578168 w 1009650"/>
                <a:gd name="connsiteY908" fmla="*/ 70866 h 723900"/>
                <a:gd name="connsiteX909" fmla="*/ 580739 w 1009650"/>
                <a:gd name="connsiteY909" fmla="*/ 66675 h 723900"/>
                <a:gd name="connsiteX910" fmla="*/ 581025 w 1009650"/>
                <a:gd name="connsiteY910" fmla="*/ 65818 h 723900"/>
                <a:gd name="connsiteX911" fmla="*/ 581025 w 1009650"/>
                <a:gd name="connsiteY911" fmla="*/ 65056 h 723900"/>
                <a:gd name="connsiteX912" fmla="*/ 580644 w 1009650"/>
                <a:gd name="connsiteY912" fmla="*/ 64675 h 723900"/>
                <a:gd name="connsiteX913" fmla="*/ 580168 w 1009650"/>
                <a:gd name="connsiteY913" fmla="*/ 64199 h 723900"/>
                <a:gd name="connsiteX914" fmla="*/ 579692 w 1009650"/>
                <a:gd name="connsiteY914" fmla="*/ 63913 h 723900"/>
                <a:gd name="connsiteX915" fmla="*/ 578549 w 1009650"/>
                <a:gd name="connsiteY915" fmla="*/ 62484 h 723900"/>
                <a:gd name="connsiteX916" fmla="*/ 579977 w 1009650"/>
                <a:gd name="connsiteY916" fmla="*/ 57817 h 723900"/>
                <a:gd name="connsiteX917" fmla="*/ 579692 w 1009650"/>
                <a:gd name="connsiteY917" fmla="*/ 54102 h 723900"/>
                <a:gd name="connsiteX918" fmla="*/ 578739 w 1009650"/>
                <a:gd name="connsiteY918" fmla="*/ 50578 h 723900"/>
                <a:gd name="connsiteX919" fmla="*/ 577215 w 1009650"/>
                <a:gd name="connsiteY919" fmla="*/ 46768 h 723900"/>
                <a:gd name="connsiteX920" fmla="*/ 571024 w 1009650"/>
                <a:gd name="connsiteY920" fmla="*/ 37148 h 723900"/>
                <a:gd name="connsiteX921" fmla="*/ 569405 w 1009650"/>
                <a:gd name="connsiteY921" fmla="*/ 33909 h 723900"/>
                <a:gd name="connsiteX922" fmla="*/ 567785 w 1009650"/>
                <a:gd name="connsiteY922" fmla="*/ 28956 h 723900"/>
                <a:gd name="connsiteX923" fmla="*/ 566833 w 1009650"/>
                <a:gd name="connsiteY923" fmla="*/ 24765 h 723900"/>
                <a:gd name="connsiteX924" fmla="*/ 566928 w 1009650"/>
                <a:gd name="connsiteY924" fmla="*/ 23717 h 723900"/>
                <a:gd name="connsiteX925" fmla="*/ 566833 w 1009650"/>
                <a:gd name="connsiteY925" fmla="*/ 23527 h 723900"/>
                <a:gd name="connsiteX926" fmla="*/ 566833 w 1009650"/>
                <a:gd name="connsiteY926" fmla="*/ 22289 h 723900"/>
                <a:gd name="connsiteX927" fmla="*/ 566642 w 1009650"/>
                <a:gd name="connsiteY927" fmla="*/ 21336 h 723900"/>
                <a:gd name="connsiteX928" fmla="*/ 565499 w 1009650"/>
                <a:gd name="connsiteY928" fmla="*/ 19812 h 723900"/>
                <a:gd name="connsiteX929" fmla="*/ 564737 w 1009650"/>
                <a:gd name="connsiteY929" fmla="*/ 19622 h 723900"/>
                <a:gd name="connsiteX930" fmla="*/ 563023 w 1009650"/>
                <a:gd name="connsiteY930" fmla="*/ 19526 h 723900"/>
                <a:gd name="connsiteX931" fmla="*/ 559403 w 1009650"/>
                <a:gd name="connsiteY931" fmla="*/ 20574 h 723900"/>
                <a:gd name="connsiteX932" fmla="*/ 557975 w 1009650"/>
                <a:gd name="connsiteY932" fmla="*/ 20479 h 723900"/>
                <a:gd name="connsiteX933" fmla="*/ 555784 w 1009650"/>
                <a:gd name="connsiteY933" fmla="*/ 19050 h 723900"/>
                <a:gd name="connsiteX934" fmla="*/ 552355 w 1009650"/>
                <a:gd name="connsiteY934" fmla="*/ 14478 h 723900"/>
                <a:gd name="connsiteX935" fmla="*/ 550069 w 1009650"/>
                <a:gd name="connsiteY935" fmla="*/ 12573 h 723900"/>
                <a:gd name="connsiteX936" fmla="*/ 548830 w 1009650"/>
                <a:gd name="connsiteY936" fmla="*/ 12383 h 723900"/>
                <a:gd name="connsiteX937" fmla="*/ 547592 w 1009650"/>
                <a:gd name="connsiteY937" fmla="*/ 12383 h 723900"/>
                <a:gd name="connsiteX938" fmla="*/ 546545 w 1009650"/>
                <a:gd name="connsiteY938" fmla="*/ 12192 h 723900"/>
                <a:gd name="connsiteX939" fmla="*/ 546163 w 1009650"/>
                <a:gd name="connsiteY939" fmla="*/ 11144 h 723900"/>
                <a:gd name="connsiteX940" fmla="*/ 545687 w 1009650"/>
                <a:gd name="connsiteY940" fmla="*/ 9525 h 723900"/>
                <a:gd name="connsiteX941" fmla="*/ 544639 w 1009650"/>
                <a:gd name="connsiteY941" fmla="*/ 9049 h 723900"/>
                <a:gd name="connsiteX942" fmla="*/ 543306 w 1009650"/>
                <a:gd name="connsiteY942" fmla="*/ 9525 h 723900"/>
                <a:gd name="connsiteX943" fmla="*/ 542163 w 1009650"/>
                <a:gd name="connsiteY943" fmla="*/ 10763 h 723900"/>
                <a:gd name="connsiteX944" fmla="*/ 540544 w 1009650"/>
                <a:gd name="connsiteY944" fmla="*/ 7811 h 723900"/>
                <a:gd name="connsiteX945" fmla="*/ 538639 w 1009650"/>
                <a:gd name="connsiteY945" fmla="*/ 8001 h 723900"/>
                <a:gd name="connsiteX946" fmla="*/ 534257 w 1009650"/>
                <a:gd name="connsiteY946" fmla="*/ 10763 h 723900"/>
                <a:gd name="connsiteX947" fmla="*/ 532733 w 1009650"/>
                <a:gd name="connsiteY947" fmla="*/ 10858 h 723900"/>
                <a:gd name="connsiteX948" fmla="*/ 530447 w 1009650"/>
                <a:gd name="connsiteY948" fmla="*/ 10668 h 723900"/>
                <a:gd name="connsiteX949" fmla="*/ 529495 w 1009650"/>
                <a:gd name="connsiteY949" fmla="*/ 10763 h 723900"/>
                <a:gd name="connsiteX950" fmla="*/ 528638 w 1009650"/>
                <a:gd name="connsiteY950" fmla="*/ 11430 h 723900"/>
                <a:gd name="connsiteX951" fmla="*/ 528066 w 1009650"/>
                <a:gd name="connsiteY951" fmla="*/ 12287 h 723900"/>
                <a:gd name="connsiteX952" fmla="*/ 527304 w 1009650"/>
                <a:gd name="connsiteY952" fmla="*/ 13049 h 723900"/>
                <a:gd name="connsiteX953" fmla="*/ 525875 w 1009650"/>
                <a:gd name="connsiteY953" fmla="*/ 13430 h 723900"/>
                <a:gd name="connsiteX954" fmla="*/ 523684 w 1009650"/>
                <a:gd name="connsiteY954" fmla="*/ 13049 h 723900"/>
                <a:gd name="connsiteX955" fmla="*/ 518446 w 1009650"/>
                <a:gd name="connsiteY955" fmla="*/ 9906 h 723900"/>
                <a:gd name="connsiteX956" fmla="*/ 516160 w 1009650"/>
                <a:gd name="connsiteY956" fmla="*/ 9239 h 723900"/>
                <a:gd name="connsiteX957" fmla="*/ 511873 w 1009650"/>
                <a:gd name="connsiteY957" fmla="*/ 8668 h 723900"/>
                <a:gd name="connsiteX958" fmla="*/ 510064 w 1009650"/>
                <a:gd name="connsiteY958" fmla="*/ 7715 h 723900"/>
                <a:gd name="connsiteX959" fmla="*/ 509207 w 1009650"/>
                <a:gd name="connsiteY959" fmla="*/ 6572 h 723900"/>
                <a:gd name="connsiteX960" fmla="*/ 508635 w 1009650"/>
                <a:gd name="connsiteY960" fmla="*/ 5525 h 723900"/>
                <a:gd name="connsiteX961" fmla="*/ 508063 w 1009650"/>
                <a:gd name="connsiteY961" fmla="*/ 4763 h 723900"/>
                <a:gd name="connsiteX962" fmla="*/ 506921 w 1009650"/>
                <a:gd name="connsiteY962" fmla="*/ 4477 h 723900"/>
                <a:gd name="connsiteX963" fmla="*/ 504349 w 1009650"/>
                <a:gd name="connsiteY963" fmla="*/ 4572 h 723900"/>
                <a:gd name="connsiteX964" fmla="*/ 503015 w 1009650"/>
                <a:gd name="connsiteY964" fmla="*/ 4191 h 723900"/>
                <a:gd name="connsiteX965" fmla="*/ 501491 w 1009650"/>
                <a:gd name="connsiteY965" fmla="*/ 1048 h 723900"/>
                <a:gd name="connsiteX966" fmla="*/ 499110 w 1009650"/>
                <a:gd name="connsiteY966" fmla="*/ 95 h 723900"/>
                <a:gd name="connsiteX967" fmla="*/ 496253 w 1009650"/>
                <a:gd name="connsiteY967" fmla="*/ 0 h 723900"/>
                <a:gd name="connsiteX968" fmla="*/ 491585 w 1009650"/>
                <a:gd name="connsiteY968" fmla="*/ 572 h 723900"/>
                <a:gd name="connsiteX969" fmla="*/ 491014 w 1009650"/>
                <a:gd name="connsiteY969" fmla="*/ 1048 h 723900"/>
                <a:gd name="connsiteX970" fmla="*/ 490061 w 1009650"/>
                <a:gd name="connsiteY970" fmla="*/ 1905 h 723900"/>
                <a:gd name="connsiteX971" fmla="*/ 488442 w 1009650"/>
                <a:gd name="connsiteY971" fmla="*/ 4953 h 723900"/>
                <a:gd name="connsiteX972" fmla="*/ 488061 w 1009650"/>
                <a:gd name="connsiteY972" fmla="*/ 5429 h 723900"/>
                <a:gd name="connsiteX973" fmla="*/ 485584 w 1009650"/>
                <a:gd name="connsiteY973" fmla="*/ 5144 h 723900"/>
                <a:gd name="connsiteX974" fmla="*/ 483965 w 1009650"/>
                <a:gd name="connsiteY974" fmla="*/ 4572 h 723900"/>
                <a:gd name="connsiteX975" fmla="*/ 481679 w 1009650"/>
                <a:gd name="connsiteY975" fmla="*/ 4667 h 723900"/>
                <a:gd name="connsiteX976" fmla="*/ 479679 w 1009650"/>
                <a:gd name="connsiteY976" fmla="*/ 5429 h 723900"/>
                <a:gd name="connsiteX977" fmla="*/ 478155 w 1009650"/>
                <a:gd name="connsiteY977" fmla="*/ 4858 h 723900"/>
                <a:gd name="connsiteX978" fmla="*/ 477679 w 1009650"/>
                <a:gd name="connsiteY978" fmla="*/ 8763 h 723900"/>
                <a:gd name="connsiteX979" fmla="*/ 476155 w 1009650"/>
                <a:gd name="connsiteY979" fmla="*/ 9906 h 723900"/>
                <a:gd name="connsiteX980" fmla="*/ 472440 w 1009650"/>
                <a:gd name="connsiteY980" fmla="*/ 8382 h 723900"/>
                <a:gd name="connsiteX981" fmla="*/ 470344 w 1009650"/>
                <a:gd name="connsiteY981" fmla="*/ 8287 h 723900"/>
                <a:gd name="connsiteX982" fmla="*/ 469392 w 1009650"/>
                <a:gd name="connsiteY982" fmla="*/ 10287 h 723900"/>
                <a:gd name="connsiteX983" fmla="*/ 469487 w 1009650"/>
                <a:gd name="connsiteY983" fmla="*/ 11525 h 723900"/>
                <a:gd name="connsiteX984" fmla="*/ 470154 w 1009650"/>
                <a:gd name="connsiteY984" fmla="*/ 13716 h 723900"/>
                <a:gd name="connsiteX985" fmla="*/ 470249 w 1009650"/>
                <a:gd name="connsiteY985" fmla="*/ 15050 h 723900"/>
                <a:gd name="connsiteX986" fmla="*/ 469963 w 1009650"/>
                <a:gd name="connsiteY986" fmla="*/ 15335 h 723900"/>
                <a:gd name="connsiteX987" fmla="*/ 469011 w 1009650"/>
                <a:gd name="connsiteY987" fmla="*/ 16954 h 723900"/>
                <a:gd name="connsiteX988" fmla="*/ 468725 w 1009650"/>
                <a:gd name="connsiteY988" fmla="*/ 17907 h 723900"/>
                <a:gd name="connsiteX989" fmla="*/ 468440 w 1009650"/>
                <a:gd name="connsiteY989" fmla="*/ 20383 h 723900"/>
                <a:gd name="connsiteX990" fmla="*/ 468440 w 1009650"/>
                <a:gd name="connsiteY990" fmla="*/ 22003 h 723900"/>
                <a:gd name="connsiteX991" fmla="*/ 467773 w 1009650"/>
                <a:gd name="connsiteY991" fmla="*/ 22860 h 723900"/>
                <a:gd name="connsiteX992" fmla="*/ 465487 w 1009650"/>
                <a:gd name="connsiteY992" fmla="*/ 23146 h 723900"/>
                <a:gd name="connsiteX993" fmla="*/ 464248 w 1009650"/>
                <a:gd name="connsiteY993" fmla="*/ 23146 h 723900"/>
                <a:gd name="connsiteX994" fmla="*/ 463106 w 1009650"/>
                <a:gd name="connsiteY994" fmla="*/ 22955 h 723900"/>
                <a:gd name="connsiteX995" fmla="*/ 461963 w 1009650"/>
                <a:gd name="connsiteY995" fmla="*/ 22479 h 723900"/>
                <a:gd name="connsiteX996" fmla="*/ 461105 w 1009650"/>
                <a:gd name="connsiteY996" fmla="*/ 21812 h 723900"/>
                <a:gd name="connsiteX997" fmla="*/ 460153 w 1009650"/>
                <a:gd name="connsiteY997" fmla="*/ 21146 h 723900"/>
                <a:gd name="connsiteX998" fmla="*/ 459010 w 1009650"/>
                <a:gd name="connsiteY998" fmla="*/ 21431 h 723900"/>
                <a:gd name="connsiteX999" fmla="*/ 456152 w 1009650"/>
                <a:gd name="connsiteY999" fmla="*/ 22670 h 723900"/>
                <a:gd name="connsiteX1000" fmla="*/ 452819 w 1009650"/>
                <a:gd name="connsiteY1000" fmla="*/ 24479 h 723900"/>
                <a:gd name="connsiteX1001" fmla="*/ 450818 w 1009650"/>
                <a:gd name="connsiteY1001" fmla="*/ 24956 h 723900"/>
                <a:gd name="connsiteX1002" fmla="*/ 448628 w 1009650"/>
                <a:gd name="connsiteY1002" fmla="*/ 25051 h 723900"/>
                <a:gd name="connsiteX1003" fmla="*/ 447389 w 1009650"/>
                <a:gd name="connsiteY1003" fmla="*/ 25241 h 723900"/>
                <a:gd name="connsiteX1004" fmla="*/ 446437 w 1009650"/>
                <a:gd name="connsiteY1004" fmla="*/ 25813 h 723900"/>
                <a:gd name="connsiteX1005" fmla="*/ 445865 w 1009650"/>
                <a:gd name="connsiteY1005" fmla="*/ 26861 h 723900"/>
                <a:gd name="connsiteX1006" fmla="*/ 445484 w 1009650"/>
                <a:gd name="connsiteY1006" fmla="*/ 29147 h 723900"/>
                <a:gd name="connsiteX1007" fmla="*/ 444913 w 1009650"/>
                <a:gd name="connsiteY1007" fmla="*/ 30194 h 723900"/>
                <a:gd name="connsiteX1008" fmla="*/ 443579 w 1009650"/>
                <a:gd name="connsiteY1008" fmla="*/ 31052 h 723900"/>
                <a:gd name="connsiteX1009" fmla="*/ 437769 w 1009650"/>
                <a:gd name="connsiteY1009" fmla="*/ 32861 h 723900"/>
                <a:gd name="connsiteX1010" fmla="*/ 439198 w 1009650"/>
                <a:gd name="connsiteY1010" fmla="*/ 36671 h 723900"/>
                <a:gd name="connsiteX1011" fmla="*/ 436626 w 1009650"/>
                <a:gd name="connsiteY1011" fmla="*/ 38767 h 723900"/>
                <a:gd name="connsiteX1012" fmla="*/ 432435 w 1009650"/>
                <a:gd name="connsiteY1012" fmla="*/ 40196 h 723900"/>
                <a:gd name="connsiteX1013" fmla="*/ 429101 w 1009650"/>
                <a:gd name="connsiteY1013" fmla="*/ 41720 h 723900"/>
                <a:gd name="connsiteX1014" fmla="*/ 427101 w 1009650"/>
                <a:gd name="connsiteY1014" fmla="*/ 44387 h 723900"/>
                <a:gd name="connsiteX1015" fmla="*/ 425767 w 1009650"/>
                <a:gd name="connsiteY1015" fmla="*/ 45625 h 723900"/>
                <a:gd name="connsiteX1016" fmla="*/ 423958 w 1009650"/>
                <a:gd name="connsiteY1016" fmla="*/ 46196 h 723900"/>
                <a:gd name="connsiteX1017" fmla="*/ 421767 w 1009650"/>
                <a:gd name="connsiteY1017" fmla="*/ 46387 h 723900"/>
                <a:gd name="connsiteX1018" fmla="*/ 417767 w 1009650"/>
                <a:gd name="connsiteY1018" fmla="*/ 47625 h 723900"/>
                <a:gd name="connsiteX1019" fmla="*/ 416052 w 1009650"/>
                <a:gd name="connsiteY1019" fmla="*/ 47911 h 723900"/>
                <a:gd name="connsiteX1020" fmla="*/ 414433 w 1009650"/>
                <a:gd name="connsiteY1020" fmla="*/ 48578 h 723900"/>
                <a:gd name="connsiteX1021" fmla="*/ 408527 w 1009650"/>
                <a:gd name="connsiteY1021" fmla="*/ 53150 h 723900"/>
                <a:gd name="connsiteX1022" fmla="*/ 403955 w 1009650"/>
                <a:gd name="connsiteY1022" fmla="*/ 55912 h 723900"/>
                <a:gd name="connsiteX1023" fmla="*/ 402622 w 1009650"/>
                <a:gd name="connsiteY1023" fmla="*/ 57150 h 723900"/>
                <a:gd name="connsiteX1024" fmla="*/ 400907 w 1009650"/>
                <a:gd name="connsiteY1024" fmla="*/ 57817 h 723900"/>
                <a:gd name="connsiteX1025" fmla="*/ 396335 w 1009650"/>
                <a:gd name="connsiteY1025" fmla="*/ 57150 h 723900"/>
                <a:gd name="connsiteX1026" fmla="*/ 394240 w 1009650"/>
                <a:gd name="connsiteY1026" fmla="*/ 57626 h 723900"/>
                <a:gd name="connsiteX1027" fmla="*/ 393002 w 1009650"/>
                <a:gd name="connsiteY1027" fmla="*/ 59246 h 723900"/>
                <a:gd name="connsiteX1028" fmla="*/ 393097 w 1009650"/>
                <a:gd name="connsiteY1028" fmla="*/ 61055 h 723900"/>
                <a:gd name="connsiteX1029" fmla="*/ 393002 w 1009650"/>
                <a:gd name="connsiteY1029" fmla="*/ 62675 h 723900"/>
                <a:gd name="connsiteX1030" fmla="*/ 391192 w 1009650"/>
                <a:gd name="connsiteY1030" fmla="*/ 63818 h 723900"/>
                <a:gd name="connsiteX1031" fmla="*/ 390334 w 1009650"/>
                <a:gd name="connsiteY1031" fmla="*/ 62865 h 723900"/>
                <a:gd name="connsiteX1032" fmla="*/ 388811 w 1009650"/>
                <a:gd name="connsiteY1032" fmla="*/ 63627 h 723900"/>
                <a:gd name="connsiteX1033" fmla="*/ 387191 w 1009650"/>
                <a:gd name="connsiteY1033" fmla="*/ 63913 h 723900"/>
                <a:gd name="connsiteX1034" fmla="*/ 383572 w 1009650"/>
                <a:gd name="connsiteY1034" fmla="*/ 63818 h 723900"/>
                <a:gd name="connsiteX1035" fmla="*/ 382048 w 1009650"/>
                <a:gd name="connsiteY1035" fmla="*/ 64294 h 723900"/>
                <a:gd name="connsiteX1036" fmla="*/ 380619 w 1009650"/>
                <a:gd name="connsiteY1036" fmla="*/ 65437 h 723900"/>
                <a:gd name="connsiteX1037" fmla="*/ 378523 w 1009650"/>
                <a:gd name="connsiteY1037" fmla="*/ 68104 h 723900"/>
                <a:gd name="connsiteX1038" fmla="*/ 378047 w 1009650"/>
                <a:gd name="connsiteY1038" fmla="*/ 69056 h 723900"/>
                <a:gd name="connsiteX1039" fmla="*/ 377190 w 1009650"/>
                <a:gd name="connsiteY1039" fmla="*/ 71152 h 723900"/>
                <a:gd name="connsiteX1040" fmla="*/ 376523 w 1009650"/>
                <a:gd name="connsiteY1040" fmla="*/ 72200 h 723900"/>
                <a:gd name="connsiteX1041" fmla="*/ 375666 w 1009650"/>
                <a:gd name="connsiteY1041" fmla="*/ 72962 h 723900"/>
                <a:gd name="connsiteX1042" fmla="*/ 373952 w 1009650"/>
                <a:gd name="connsiteY1042" fmla="*/ 74200 h 723900"/>
                <a:gd name="connsiteX1043" fmla="*/ 372618 w 1009650"/>
                <a:gd name="connsiteY1043" fmla="*/ 75438 h 723900"/>
                <a:gd name="connsiteX1044" fmla="*/ 369856 w 1009650"/>
                <a:gd name="connsiteY1044" fmla="*/ 76962 h 723900"/>
                <a:gd name="connsiteX1045" fmla="*/ 367475 w 1009650"/>
                <a:gd name="connsiteY1045" fmla="*/ 79629 h 723900"/>
                <a:gd name="connsiteX1046" fmla="*/ 364141 w 1009650"/>
                <a:gd name="connsiteY1046" fmla="*/ 80200 h 723900"/>
                <a:gd name="connsiteX1047" fmla="*/ 360807 w 1009650"/>
                <a:gd name="connsiteY1047" fmla="*/ 79915 h 723900"/>
                <a:gd name="connsiteX1048" fmla="*/ 357664 w 1009650"/>
                <a:gd name="connsiteY1048" fmla="*/ 80200 h 723900"/>
                <a:gd name="connsiteX1049" fmla="*/ 354806 w 1009650"/>
                <a:gd name="connsiteY1049" fmla="*/ 82296 h 723900"/>
                <a:gd name="connsiteX1050" fmla="*/ 354425 w 1009650"/>
                <a:gd name="connsiteY1050" fmla="*/ 83153 h 723900"/>
                <a:gd name="connsiteX1051" fmla="*/ 354235 w 1009650"/>
                <a:gd name="connsiteY1051" fmla="*/ 85249 h 723900"/>
                <a:gd name="connsiteX1052" fmla="*/ 353663 w 1009650"/>
                <a:gd name="connsiteY1052" fmla="*/ 86297 h 723900"/>
                <a:gd name="connsiteX1053" fmla="*/ 352806 w 1009650"/>
                <a:gd name="connsiteY1053" fmla="*/ 86963 h 723900"/>
                <a:gd name="connsiteX1054" fmla="*/ 352044 w 1009650"/>
                <a:gd name="connsiteY1054" fmla="*/ 87058 h 723900"/>
                <a:gd name="connsiteX1055" fmla="*/ 350425 w 1009650"/>
                <a:gd name="connsiteY1055" fmla="*/ 86773 h 723900"/>
                <a:gd name="connsiteX1056" fmla="*/ 348901 w 1009650"/>
                <a:gd name="connsiteY1056" fmla="*/ 87058 h 723900"/>
                <a:gd name="connsiteX1057" fmla="*/ 345472 w 1009650"/>
                <a:gd name="connsiteY1057" fmla="*/ 88678 h 723900"/>
                <a:gd name="connsiteX1058" fmla="*/ 344424 w 1009650"/>
                <a:gd name="connsiteY1058" fmla="*/ 89345 h 723900"/>
                <a:gd name="connsiteX1059" fmla="*/ 343662 w 1009650"/>
                <a:gd name="connsiteY1059" fmla="*/ 90678 h 723900"/>
                <a:gd name="connsiteX1060" fmla="*/ 343090 w 1009650"/>
                <a:gd name="connsiteY1060" fmla="*/ 92107 h 723900"/>
                <a:gd name="connsiteX1061" fmla="*/ 342329 w 1009650"/>
                <a:gd name="connsiteY1061" fmla="*/ 93250 h 723900"/>
                <a:gd name="connsiteX1062" fmla="*/ 339757 w 1009650"/>
                <a:gd name="connsiteY1062" fmla="*/ 94107 h 723900"/>
                <a:gd name="connsiteX1063" fmla="*/ 338614 w 1009650"/>
                <a:gd name="connsiteY1063" fmla="*/ 94964 h 723900"/>
                <a:gd name="connsiteX1064" fmla="*/ 336994 w 1009650"/>
                <a:gd name="connsiteY1064" fmla="*/ 96869 h 723900"/>
                <a:gd name="connsiteX1065" fmla="*/ 336042 w 1009650"/>
                <a:gd name="connsiteY1065" fmla="*/ 97346 h 723900"/>
                <a:gd name="connsiteX1066" fmla="*/ 332613 w 1009650"/>
                <a:gd name="connsiteY1066" fmla="*/ 98108 h 723900"/>
                <a:gd name="connsiteX1067" fmla="*/ 331661 w 1009650"/>
                <a:gd name="connsiteY1067" fmla="*/ 99060 h 723900"/>
                <a:gd name="connsiteX1068" fmla="*/ 331184 w 1009650"/>
                <a:gd name="connsiteY1068" fmla="*/ 100108 h 723900"/>
                <a:gd name="connsiteX1069" fmla="*/ 330898 w 1009650"/>
                <a:gd name="connsiteY1069" fmla="*/ 101251 h 723900"/>
                <a:gd name="connsiteX1070" fmla="*/ 330327 w 1009650"/>
                <a:gd name="connsiteY1070" fmla="*/ 102584 h 723900"/>
                <a:gd name="connsiteX1071" fmla="*/ 328613 w 1009650"/>
                <a:gd name="connsiteY1071" fmla="*/ 104108 h 723900"/>
                <a:gd name="connsiteX1072" fmla="*/ 321945 w 1009650"/>
                <a:gd name="connsiteY1072" fmla="*/ 108299 h 723900"/>
                <a:gd name="connsiteX1073" fmla="*/ 321183 w 1009650"/>
                <a:gd name="connsiteY1073" fmla="*/ 109633 h 723900"/>
                <a:gd name="connsiteX1074" fmla="*/ 321088 w 1009650"/>
                <a:gd name="connsiteY1074" fmla="*/ 111157 h 723900"/>
                <a:gd name="connsiteX1075" fmla="*/ 321088 w 1009650"/>
                <a:gd name="connsiteY1075" fmla="*/ 112586 h 723900"/>
                <a:gd name="connsiteX1076" fmla="*/ 320707 w 1009650"/>
                <a:gd name="connsiteY1076" fmla="*/ 114014 h 723900"/>
                <a:gd name="connsiteX1077" fmla="*/ 319754 w 1009650"/>
                <a:gd name="connsiteY1077" fmla="*/ 115253 h 723900"/>
                <a:gd name="connsiteX1078" fmla="*/ 318802 w 1009650"/>
                <a:gd name="connsiteY1078" fmla="*/ 115824 h 723900"/>
                <a:gd name="connsiteX1079" fmla="*/ 317754 w 1009650"/>
                <a:gd name="connsiteY1079" fmla="*/ 116110 h 723900"/>
                <a:gd name="connsiteX1080" fmla="*/ 316802 w 1009650"/>
                <a:gd name="connsiteY1080" fmla="*/ 116681 h 723900"/>
                <a:gd name="connsiteX1081" fmla="*/ 315563 w 1009650"/>
                <a:gd name="connsiteY1081" fmla="*/ 117634 h 723900"/>
                <a:gd name="connsiteX1082" fmla="*/ 313277 w 1009650"/>
                <a:gd name="connsiteY1082" fmla="*/ 120587 h 723900"/>
                <a:gd name="connsiteX1083" fmla="*/ 311753 w 1009650"/>
                <a:gd name="connsiteY1083" fmla="*/ 121444 h 723900"/>
                <a:gd name="connsiteX1084" fmla="*/ 310420 w 1009650"/>
                <a:gd name="connsiteY1084" fmla="*/ 121539 h 723900"/>
                <a:gd name="connsiteX1085" fmla="*/ 309182 w 1009650"/>
                <a:gd name="connsiteY1085" fmla="*/ 121158 h 723900"/>
                <a:gd name="connsiteX1086" fmla="*/ 303086 w 1009650"/>
                <a:gd name="connsiteY1086" fmla="*/ 120682 h 723900"/>
                <a:gd name="connsiteX1087" fmla="*/ 301847 w 1009650"/>
                <a:gd name="connsiteY1087" fmla="*/ 120968 h 723900"/>
                <a:gd name="connsiteX1088" fmla="*/ 301276 w 1009650"/>
                <a:gd name="connsiteY1088" fmla="*/ 121729 h 723900"/>
                <a:gd name="connsiteX1089" fmla="*/ 300323 w 1009650"/>
                <a:gd name="connsiteY1089" fmla="*/ 124492 h 723900"/>
                <a:gd name="connsiteX1090" fmla="*/ 299466 w 1009650"/>
                <a:gd name="connsiteY1090" fmla="*/ 125444 h 723900"/>
                <a:gd name="connsiteX1091" fmla="*/ 298323 w 1009650"/>
                <a:gd name="connsiteY1091" fmla="*/ 125921 h 723900"/>
                <a:gd name="connsiteX1092" fmla="*/ 296228 w 1009650"/>
                <a:gd name="connsiteY1092" fmla="*/ 126016 h 723900"/>
                <a:gd name="connsiteX1093" fmla="*/ 295084 w 1009650"/>
                <a:gd name="connsiteY1093" fmla="*/ 126683 h 723900"/>
                <a:gd name="connsiteX1094" fmla="*/ 292417 w 1009650"/>
                <a:gd name="connsiteY1094" fmla="*/ 129445 h 723900"/>
                <a:gd name="connsiteX1095" fmla="*/ 291941 w 1009650"/>
                <a:gd name="connsiteY1095" fmla="*/ 129731 h 723900"/>
                <a:gd name="connsiteX1096" fmla="*/ 290894 w 1009650"/>
                <a:gd name="connsiteY1096" fmla="*/ 130207 h 723900"/>
                <a:gd name="connsiteX1097" fmla="*/ 288227 w 1009650"/>
                <a:gd name="connsiteY1097" fmla="*/ 134779 h 723900"/>
                <a:gd name="connsiteX1098" fmla="*/ 287655 w 1009650"/>
                <a:gd name="connsiteY1098" fmla="*/ 136493 h 723900"/>
                <a:gd name="connsiteX1099" fmla="*/ 287465 w 1009650"/>
                <a:gd name="connsiteY1099" fmla="*/ 138303 h 723900"/>
                <a:gd name="connsiteX1100" fmla="*/ 287560 w 1009650"/>
                <a:gd name="connsiteY1100" fmla="*/ 141827 h 723900"/>
                <a:gd name="connsiteX1101" fmla="*/ 287084 w 1009650"/>
                <a:gd name="connsiteY1101" fmla="*/ 143447 h 723900"/>
                <a:gd name="connsiteX1102" fmla="*/ 286226 w 1009650"/>
                <a:gd name="connsiteY1102" fmla="*/ 144018 h 723900"/>
                <a:gd name="connsiteX1103" fmla="*/ 284131 w 1009650"/>
                <a:gd name="connsiteY1103" fmla="*/ 144399 h 723900"/>
                <a:gd name="connsiteX1104" fmla="*/ 283369 w 1009650"/>
                <a:gd name="connsiteY1104" fmla="*/ 145066 h 723900"/>
                <a:gd name="connsiteX1105" fmla="*/ 283083 w 1009650"/>
                <a:gd name="connsiteY1105" fmla="*/ 146685 h 723900"/>
                <a:gd name="connsiteX1106" fmla="*/ 283464 w 1009650"/>
                <a:gd name="connsiteY1106" fmla="*/ 148019 h 723900"/>
                <a:gd name="connsiteX1107" fmla="*/ 284131 w 1009650"/>
                <a:gd name="connsiteY1107" fmla="*/ 149447 h 723900"/>
                <a:gd name="connsiteX1108" fmla="*/ 284702 w 1009650"/>
                <a:gd name="connsiteY1108" fmla="*/ 150876 h 723900"/>
                <a:gd name="connsiteX1109" fmla="*/ 288036 w 1009650"/>
                <a:gd name="connsiteY1109" fmla="*/ 168402 h 723900"/>
                <a:gd name="connsiteX1110" fmla="*/ 290322 w 1009650"/>
                <a:gd name="connsiteY1110" fmla="*/ 175546 h 723900"/>
                <a:gd name="connsiteX1111" fmla="*/ 290989 w 1009650"/>
                <a:gd name="connsiteY1111" fmla="*/ 178499 h 723900"/>
                <a:gd name="connsiteX1112" fmla="*/ 291560 w 1009650"/>
                <a:gd name="connsiteY1112" fmla="*/ 179832 h 723900"/>
                <a:gd name="connsiteX1113" fmla="*/ 292417 w 1009650"/>
                <a:gd name="connsiteY1113" fmla="*/ 180880 h 723900"/>
                <a:gd name="connsiteX1114" fmla="*/ 293370 w 1009650"/>
                <a:gd name="connsiteY1114" fmla="*/ 181451 h 723900"/>
                <a:gd name="connsiteX1115" fmla="*/ 294513 w 1009650"/>
                <a:gd name="connsiteY1115" fmla="*/ 181642 h 723900"/>
                <a:gd name="connsiteX1116" fmla="*/ 296132 w 1009650"/>
                <a:gd name="connsiteY1116" fmla="*/ 181928 h 723900"/>
                <a:gd name="connsiteX1117" fmla="*/ 297466 w 1009650"/>
                <a:gd name="connsiteY1117" fmla="*/ 182785 h 723900"/>
                <a:gd name="connsiteX1118" fmla="*/ 298323 w 1009650"/>
                <a:gd name="connsiteY1118" fmla="*/ 183642 h 723900"/>
                <a:gd name="connsiteX1119" fmla="*/ 300990 w 1009650"/>
                <a:gd name="connsiteY1119" fmla="*/ 188500 h 723900"/>
                <a:gd name="connsiteX1120" fmla="*/ 301942 w 1009650"/>
                <a:gd name="connsiteY1120" fmla="*/ 189452 h 723900"/>
                <a:gd name="connsiteX1121" fmla="*/ 303181 w 1009650"/>
                <a:gd name="connsiteY1121" fmla="*/ 190214 h 723900"/>
                <a:gd name="connsiteX1122" fmla="*/ 304229 w 1009650"/>
                <a:gd name="connsiteY1122" fmla="*/ 190405 h 723900"/>
                <a:gd name="connsiteX1123" fmla="*/ 306610 w 1009650"/>
                <a:gd name="connsiteY1123" fmla="*/ 190405 h 723900"/>
                <a:gd name="connsiteX1124" fmla="*/ 307943 w 1009650"/>
                <a:gd name="connsiteY1124" fmla="*/ 190595 h 723900"/>
                <a:gd name="connsiteX1125" fmla="*/ 309372 w 1009650"/>
                <a:gd name="connsiteY1125" fmla="*/ 191072 h 723900"/>
                <a:gd name="connsiteX1126" fmla="*/ 310610 w 1009650"/>
                <a:gd name="connsiteY1126" fmla="*/ 191643 h 723900"/>
                <a:gd name="connsiteX1127" fmla="*/ 315468 w 1009650"/>
                <a:gd name="connsiteY1127" fmla="*/ 195453 h 723900"/>
                <a:gd name="connsiteX1128" fmla="*/ 316230 w 1009650"/>
                <a:gd name="connsiteY1128" fmla="*/ 195929 h 723900"/>
                <a:gd name="connsiteX1129" fmla="*/ 317087 w 1009650"/>
                <a:gd name="connsiteY1129" fmla="*/ 196215 h 723900"/>
                <a:gd name="connsiteX1130" fmla="*/ 317944 w 1009650"/>
                <a:gd name="connsiteY1130" fmla="*/ 196215 h 723900"/>
                <a:gd name="connsiteX1131" fmla="*/ 321564 w 1009650"/>
                <a:gd name="connsiteY1131" fmla="*/ 194882 h 723900"/>
                <a:gd name="connsiteX1132" fmla="*/ 322421 w 1009650"/>
                <a:gd name="connsiteY1132" fmla="*/ 194596 h 723900"/>
                <a:gd name="connsiteX1133" fmla="*/ 323374 w 1009650"/>
                <a:gd name="connsiteY1133" fmla="*/ 194596 h 723900"/>
                <a:gd name="connsiteX1134" fmla="*/ 328232 w 1009650"/>
                <a:gd name="connsiteY1134" fmla="*/ 195453 h 723900"/>
                <a:gd name="connsiteX1135" fmla="*/ 329279 w 1009650"/>
                <a:gd name="connsiteY1135" fmla="*/ 195929 h 723900"/>
                <a:gd name="connsiteX1136" fmla="*/ 333280 w 1009650"/>
                <a:gd name="connsiteY1136" fmla="*/ 199168 h 723900"/>
                <a:gd name="connsiteX1137" fmla="*/ 334328 w 1009650"/>
                <a:gd name="connsiteY1137" fmla="*/ 199549 h 723900"/>
                <a:gd name="connsiteX1138" fmla="*/ 334994 w 1009650"/>
                <a:gd name="connsiteY1138" fmla="*/ 199358 h 723900"/>
                <a:gd name="connsiteX1139" fmla="*/ 337185 w 1009650"/>
                <a:gd name="connsiteY1139" fmla="*/ 197929 h 723900"/>
                <a:gd name="connsiteX1140" fmla="*/ 343471 w 1009650"/>
                <a:gd name="connsiteY1140" fmla="*/ 198120 h 723900"/>
                <a:gd name="connsiteX1141" fmla="*/ 346710 w 1009650"/>
                <a:gd name="connsiteY1141" fmla="*/ 196787 h 723900"/>
                <a:gd name="connsiteX1142" fmla="*/ 349948 w 1009650"/>
                <a:gd name="connsiteY1142" fmla="*/ 194691 h 723900"/>
                <a:gd name="connsiteX1143" fmla="*/ 352520 w 1009650"/>
                <a:gd name="connsiteY1143" fmla="*/ 193548 h 723900"/>
                <a:gd name="connsiteX1144" fmla="*/ 354330 w 1009650"/>
                <a:gd name="connsiteY1144" fmla="*/ 193262 h 723900"/>
                <a:gd name="connsiteX1145" fmla="*/ 355663 w 1009650"/>
                <a:gd name="connsiteY1145" fmla="*/ 193358 h 723900"/>
                <a:gd name="connsiteX1146" fmla="*/ 357854 w 1009650"/>
                <a:gd name="connsiteY1146" fmla="*/ 194500 h 723900"/>
                <a:gd name="connsiteX1147" fmla="*/ 359569 w 1009650"/>
                <a:gd name="connsiteY1147" fmla="*/ 194977 h 723900"/>
                <a:gd name="connsiteX1148" fmla="*/ 362236 w 1009650"/>
                <a:gd name="connsiteY1148" fmla="*/ 195263 h 723900"/>
                <a:gd name="connsiteX1149" fmla="*/ 364141 w 1009650"/>
                <a:gd name="connsiteY1149" fmla="*/ 194882 h 723900"/>
                <a:gd name="connsiteX1150" fmla="*/ 365569 w 1009650"/>
                <a:gd name="connsiteY1150" fmla="*/ 194120 h 723900"/>
                <a:gd name="connsiteX1151" fmla="*/ 366522 w 1009650"/>
                <a:gd name="connsiteY1151" fmla="*/ 193262 h 723900"/>
                <a:gd name="connsiteX1152" fmla="*/ 367284 w 1009650"/>
                <a:gd name="connsiteY1152" fmla="*/ 192024 h 723900"/>
                <a:gd name="connsiteX1153" fmla="*/ 367856 w 1009650"/>
                <a:gd name="connsiteY1153" fmla="*/ 190881 h 723900"/>
                <a:gd name="connsiteX1154" fmla="*/ 368903 w 1009650"/>
                <a:gd name="connsiteY1154" fmla="*/ 187166 h 723900"/>
                <a:gd name="connsiteX1155" fmla="*/ 369570 w 1009650"/>
                <a:gd name="connsiteY1155" fmla="*/ 185833 h 723900"/>
                <a:gd name="connsiteX1156" fmla="*/ 370618 w 1009650"/>
                <a:gd name="connsiteY1156" fmla="*/ 184690 h 723900"/>
                <a:gd name="connsiteX1157" fmla="*/ 372713 w 1009650"/>
                <a:gd name="connsiteY1157" fmla="*/ 183261 h 723900"/>
                <a:gd name="connsiteX1158" fmla="*/ 375666 w 1009650"/>
                <a:gd name="connsiteY1158" fmla="*/ 182118 h 723900"/>
                <a:gd name="connsiteX1159" fmla="*/ 378142 w 1009650"/>
                <a:gd name="connsiteY1159" fmla="*/ 181737 h 723900"/>
                <a:gd name="connsiteX1160" fmla="*/ 379190 w 1009650"/>
                <a:gd name="connsiteY1160" fmla="*/ 181737 h 723900"/>
                <a:gd name="connsiteX1161" fmla="*/ 381095 w 1009650"/>
                <a:gd name="connsiteY1161" fmla="*/ 182023 h 723900"/>
                <a:gd name="connsiteX1162" fmla="*/ 381857 w 1009650"/>
                <a:gd name="connsiteY1162" fmla="*/ 182404 h 723900"/>
                <a:gd name="connsiteX1163" fmla="*/ 382619 w 1009650"/>
                <a:gd name="connsiteY1163" fmla="*/ 182975 h 723900"/>
                <a:gd name="connsiteX1164" fmla="*/ 383286 w 1009650"/>
                <a:gd name="connsiteY1164" fmla="*/ 183547 h 723900"/>
                <a:gd name="connsiteX1165" fmla="*/ 383858 w 1009650"/>
                <a:gd name="connsiteY1165" fmla="*/ 184309 h 723900"/>
                <a:gd name="connsiteX1166" fmla="*/ 384238 w 1009650"/>
                <a:gd name="connsiteY1166" fmla="*/ 185166 h 723900"/>
                <a:gd name="connsiteX1167" fmla="*/ 384619 w 1009650"/>
                <a:gd name="connsiteY1167" fmla="*/ 186023 h 723900"/>
                <a:gd name="connsiteX1168" fmla="*/ 384619 w 1009650"/>
                <a:gd name="connsiteY1168" fmla="*/ 186690 h 723900"/>
                <a:gd name="connsiteX1169" fmla="*/ 384238 w 1009650"/>
                <a:gd name="connsiteY1169" fmla="*/ 187357 h 723900"/>
                <a:gd name="connsiteX1170" fmla="*/ 383762 w 1009650"/>
                <a:gd name="connsiteY1170" fmla="*/ 188024 h 723900"/>
                <a:gd name="connsiteX1171" fmla="*/ 383191 w 1009650"/>
                <a:gd name="connsiteY1171" fmla="*/ 189071 h 723900"/>
                <a:gd name="connsiteX1172" fmla="*/ 382905 w 1009650"/>
                <a:gd name="connsiteY1172" fmla="*/ 190214 h 723900"/>
                <a:gd name="connsiteX1173" fmla="*/ 382810 w 1009650"/>
                <a:gd name="connsiteY1173" fmla="*/ 191643 h 723900"/>
                <a:gd name="connsiteX1174" fmla="*/ 383000 w 1009650"/>
                <a:gd name="connsiteY1174" fmla="*/ 192881 h 723900"/>
                <a:gd name="connsiteX1175" fmla="*/ 383572 w 1009650"/>
                <a:gd name="connsiteY1175" fmla="*/ 194120 h 723900"/>
                <a:gd name="connsiteX1176" fmla="*/ 385000 w 1009650"/>
                <a:gd name="connsiteY1176" fmla="*/ 196215 h 723900"/>
                <a:gd name="connsiteX1177" fmla="*/ 385382 w 1009650"/>
                <a:gd name="connsiteY1177" fmla="*/ 197168 h 723900"/>
                <a:gd name="connsiteX1178" fmla="*/ 385477 w 1009650"/>
                <a:gd name="connsiteY1178" fmla="*/ 198215 h 723900"/>
                <a:gd name="connsiteX1179" fmla="*/ 385382 w 1009650"/>
                <a:gd name="connsiteY1179" fmla="*/ 198882 h 723900"/>
                <a:gd name="connsiteX1180" fmla="*/ 384905 w 1009650"/>
                <a:gd name="connsiteY1180" fmla="*/ 199835 h 723900"/>
                <a:gd name="connsiteX1181" fmla="*/ 384619 w 1009650"/>
                <a:gd name="connsiteY1181" fmla="*/ 200787 h 723900"/>
                <a:gd name="connsiteX1182" fmla="*/ 384524 w 1009650"/>
                <a:gd name="connsiteY1182" fmla="*/ 201644 h 723900"/>
                <a:gd name="connsiteX1183" fmla="*/ 384524 w 1009650"/>
                <a:gd name="connsiteY1183" fmla="*/ 202883 h 723900"/>
                <a:gd name="connsiteX1184" fmla="*/ 384810 w 1009650"/>
                <a:gd name="connsiteY1184" fmla="*/ 204216 h 723900"/>
                <a:gd name="connsiteX1185" fmla="*/ 385096 w 1009650"/>
                <a:gd name="connsiteY1185" fmla="*/ 205169 h 723900"/>
                <a:gd name="connsiteX1186" fmla="*/ 385953 w 1009650"/>
                <a:gd name="connsiteY1186" fmla="*/ 206502 h 723900"/>
                <a:gd name="connsiteX1187" fmla="*/ 388430 w 1009650"/>
                <a:gd name="connsiteY1187" fmla="*/ 209360 h 723900"/>
                <a:gd name="connsiteX1188" fmla="*/ 389001 w 1009650"/>
                <a:gd name="connsiteY1188" fmla="*/ 210407 h 723900"/>
                <a:gd name="connsiteX1189" fmla="*/ 389287 w 1009650"/>
                <a:gd name="connsiteY1189" fmla="*/ 211550 h 723900"/>
                <a:gd name="connsiteX1190" fmla="*/ 389096 w 1009650"/>
                <a:gd name="connsiteY1190" fmla="*/ 212408 h 723900"/>
                <a:gd name="connsiteX1191" fmla="*/ 388430 w 1009650"/>
                <a:gd name="connsiteY1191" fmla="*/ 213265 h 723900"/>
                <a:gd name="connsiteX1192" fmla="*/ 388048 w 1009650"/>
                <a:gd name="connsiteY1192" fmla="*/ 214217 h 723900"/>
                <a:gd name="connsiteX1193" fmla="*/ 387858 w 1009650"/>
                <a:gd name="connsiteY1193" fmla="*/ 215265 h 723900"/>
                <a:gd name="connsiteX1194" fmla="*/ 388144 w 1009650"/>
                <a:gd name="connsiteY1194" fmla="*/ 217932 h 723900"/>
                <a:gd name="connsiteX1195" fmla="*/ 388048 w 1009650"/>
                <a:gd name="connsiteY1195" fmla="*/ 219266 h 723900"/>
                <a:gd name="connsiteX1196" fmla="*/ 387382 w 1009650"/>
                <a:gd name="connsiteY1196" fmla="*/ 220313 h 723900"/>
                <a:gd name="connsiteX1197" fmla="*/ 386429 w 1009650"/>
                <a:gd name="connsiteY1197" fmla="*/ 220885 h 723900"/>
                <a:gd name="connsiteX1198" fmla="*/ 385477 w 1009650"/>
                <a:gd name="connsiteY1198" fmla="*/ 221171 h 723900"/>
                <a:gd name="connsiteX1199" fmla="*/ 384810 w 1009650"/>
                <a:gd name="connsiteY1199" fmla="*/ 221456 h 723900"/>
                <a:gd name="connsiteX1200" fmla="*/ 384238 w 1009650"/>
                <a:gd name="connsiteY1200" fmla="*/ 222028 h 723900"/>
                <a:gd name="connsiteX1201" fmla="*/ 383762 w 1009650"/>
                <a:gd name="connsiteY1201" fmla="*/ 222885 h 723900"/>
                <a:gd name="connsiteX1202" fmla="*/ 382619 w 1009650"/>
                <a:gd name="connsiteY1202" fmla="*/ 224028 h 723900"/>
                <a:gd name="connsiteX1203" fmla="*/ 381190 w 1009650"/>
                <a:gd name="connsiteY1203" fmla="*/ 224695 h 723900"/>
                <a:gd name="connsiteX1204" fmla="*/ 379000 w 1009650"/>
                <a:gd name="connsiteY1204" fmla="*/ 224504 h 723900"/>
                <a:gd name="connsiteX1205" fmla="*/ 377285 w 1009650"/>
                <a:gd name="connsiteY1205" fmla="*/ 223647 h 723900"/>
                <a:gd name="connsiteX1206" fmla="*/ 375571 w 1009650"/>
                <a:gd name="connsiteY1206" fmla="*/ 222409 h 723900"/>
                <a:gd name="connsiteX1207" fmla="*/ 373952 w 1009650"/>
                <a:gd name="connsiteY1207" fmla="*/ 221933 h 723900"/>
                <a:gd name="connsiteX1208" fmla="*/ 372618 w 1009650"/>
                <a:gd name="connsiteY1208" fmla="*/ 222028 h 723900"/>
                <a:gd name="connsiteX1209" fmla="*/ 370332 w 1009650"/>
                <a:gd name="connsiteY1209" fmla="*/ 222980 h 723900"/>
                <a:gd name="connsiteX1210" fmla="*/ 368427 w 1009650"/>
                <a:gd name="connsiteY1210" fmla="*/ 222790 h 723900"/>
                <a:gd name="connsiteX1211" fmla="*/ 366427 w 1009650"/>
                <a:gd name="connsiteY1211" fmla="*/ 222123 h 723900"/>
                <a:gd name="connsiteX1212" fmla="*/ 364903 w 1009650"/>
                <a:gd name="connsiteY1212" fmla="*/ 222314 h 723900"/>
                <a:gd name="connsiteX1213" fmla="*/ 353378 w 1009650"/>
                <a:gd name="connsiteY1213" fmla="*/ 226600 h 723900"/>
                <a:gd name="connsiteX1214" fmla="*/ 347663 w 1009650"/>
                <a:gd name="connsiteY1214" fmla="*/ 227457 h 723900"/>
                <a:gd name="connsiteX1215" fmla="*/ 345281 w 1009650"/>
                <a:gd name="connsiteY1215" fmla="*/ 227171 h 723900"/>
                <a:gd name="connsiteX1216" fmla="*/ 344043 w 1009650"/>
                <a:gd name="connsiteY1216" fmla="*/ 227267 h 723900"/>
                <a:gd name="connsiteX1217" fmla="*/ 343186 w 1009650"/>
                <a:gd name="connsiteY1217" fmla="*/ 227362 h 723900"/>
                <a:gd name="connsiteX1218" fmla="*/ 333470 w 1009650"/>
                <a:gd name="connsiteY1218" fmla="*/ 231839 h 723900"/>
                <a:gd name="connsiteX1219" fmla="*/ 329851 w 1009650"/>
                <a:gd name="connsiteY1219" fmla="*/ 232600 h 723900"/>
                <a:gd name="connsiteX1220" fmla="*/ 328136 w 1009650"/>
                <a:gd name="connsiteY1220" fmla="*/ 233458 h 723900"/>
                <a:gd name="connsiteX1221" fmla="*/ 327184 w 1009650"/>
                <a:gd name="connsiteY1221" fmla="*/ 234220 h 723900"/>
                <a:gd name="connsiteX1222" fmla="*/ 326041 w 1009650"/>
                <a:gd name="connsiteY1222" fmla="*/ 236125 h 723900"/>
                <a:gd name="connsiteX1223" fmla="*/ 325660 w 1009650"/>
                <a:gd name="connsiteY1223" fmla="*/ 236982 h 723900"/>
                <a:gd name="connsiteX1224" fmla="*/ 325469 w 1009650"/>
                <a:gd name="connsiteY1224" fmla="*/ 237744 h 723900"/>
                <a:gd name="connsiteX1225" fmla="*/ 325469 w 1009650"/>
                <a:gd name="connsiteY1225" fmla="*/ 238316 h 723900"/>
                <a:gd name="connsiteX1226" fmla="*/ 325469 w 1009650"/>
                <a:gd name="connsiteY1226" fmla="*/ 238506 h 723900"/>
                <a:gd name="connsiteX1227" fmla="*/ 325755 w 1009650"/>
                <a:gd name="connsiteY1227" fmla="*/ 239268 h 723900"/>
                <a:gd name="connsiteX1228" fmla="*/ 327565 w 1009650"/>
                <a:gd name="connsiteY1228" fmla="*/ 242697 h 723900"/>
                <a:gd name="connsiteX1229" fmla="*/ 329184 w 1009650"/>
                <a:gd name="connsiteY1229" fmla="*/ 246793 h 723900"/>
                <a:gd name="connsiteX1230" fmla="*/ 329660 w 1009650"/>
                <a:gd name="connsiteY1230" fmla="*/ 248793 h 723900"/>
                <a:gd name="connsiteX1231" fmla="*/ 329756 w 1009650"/>
                <a:gd name="connsiteY1231" fmla="*/ 251650 h 723900"/>
                <a:gd name="connsiteX1232" fmla="*/ 329660 w 1009650"/>
                <a:gd name="connsiteY1232" fmla="*/ 252508 h 723900"/>
                <a:gd name="connsiteX1233" fmla="*/ 329184 w 1009650"/>
                <a:gd name="connsiteY1233" fmla="*/ 253460 h 723900"/>
                <a:gd name="connsiteX1234" fmla="*/ 328136 w 1009650"/>
                <a:gd name="connsiteY1234" fmla="*/ 254699 h 723900"/>
                <a:gd name="connsiteX1235" fmla="*/ 326803 w 1009650"/>
                <a:gd name="connsiteY1235" fmla="*/ 255556 h 723900"/>
                <a:gd name="connsiteX1236" fmla="*/ 325660 w 1009650"/>
                <a:gd name="connsiteY1236" fmla="*/ 256032 h 723900"/>
                <a:gd name="connsiteX1237" fmla="*/ 323279 w 1009650"/>
                <a:gd name="connsiteY1237" fmla="*/ 256604 h 723900"/>
                <a:gd name="connsiteX1238" fmla="*/ 320802 w 1009650"/>
                <a:gd name="connsiteY1238" fmla="*/ 256794 h 723900"/>
                <a:gd name="connsiteX1239" fmla="*/ 319850 w 1009650"/>
                <a:gd name="connsiteY1239" fmla="*/ 256985 h 723900"/>
                <a:gd name="connsiteX1240" fmla="*/ 319278 w 1009650"/>
                <a:gd name="connsiteY1240" fmla="*/ 257461 h 723900"/>
                <a:gd name="connsiteX1241" fmla="*/ 318707 w 1009650"/>
                <a:gd name="connsiteY1241" fmla="*/ 258128 h 723900"/>
                <a:gd name="connsiteX1242" fmla="*/ 317944 w 1009650"/>
                <a:gd name="connsiteY1242" fmla="*/ 259271 h 723900"/>
                <a:gd name="connsiteX1243" fmla="*/ 318230 w 1009650"/>
                <a:gd name="connsiteY1243" fmla="*/ 260604 h 723900"/>
                <a:gd name="connsiteX1244" fmla="*/ 319659 w 1009650"/>
                <a:gd name="connsiteY1244" fmla="*/ 261842 h 723900"/>
                <a:gd name="connsiteX1245" fmla="*/ 325755 w 1009650"/>
                <a:gd name="connsiteY1245" fmla="*/ 269081 h 723900"/>
                <a:gd name="connsiteX1246" fmla="*/ 329184 w 1009650"/>
                <a:gd name="connsiteY1246" fmla="*/ 271082 h 723900"/>
                <a:gd name="connsiteX1247" fmla="*/ 334232 w 1009650"/>
                <a:gd name="connsiteY1247" fmla="*/ 271653 h 723900"/>
                <a:gd name="connsiteX1248" fmla="*/ 335280 w 1009650"/>
                <a:gd name="connsiteY1248" fmla="*/ 271463 h 723900"/>
                <a:gd name="connsiteX1249" fmla="*/ 336137 w 1009650"/>
                <a:gd name="connsiteY1249" fmla="*/ 271177 h 723900"/>
                <a:gd name="connsiteX1250" fmla="*/ 336994 w 1009650"/>
                <a:gd name="connsiteY1250" fmla="*/ 271082 h 723900"/>
                <a:gd name="connsiteX1251" fmla="*/ 338233 w 1009650"/>
                <a:gd name="connsiteY1251" fmla="*/ 271272 h 723900"/>
                <a:gd name="connsiteX1252" fmla="*/ 339471 w 1009650"/>
                <a:gd name="connsiteY1252" fmla="*/ 271939 h 723900"/>
                <a:gd name="connsiteX1253" fmla="*/ 344900 w 1009650"/>
                <a:gd name="connsiteY1253" fmla="*/ 276797 h 723900"/>
                <a:gd name="connsiteX1254" fmla="*/ 346424 w 1009650"/>
                <a:gd name="connsiteY1254" fmla="*/ 278511 h 723900"/>
                <a:gd name="connsiteX1255" fmla="*/ 347567 w 1009650"/>
                <a:gd name="connsiteY1255" fmla="*/ 280511 h 723900"/>
                <a:gd name="connsiteX1256" fmla="*/ 348615 w 1009650"/>
                <a:gd name="connsiteY1256" fmla="*/ 283083 h 723900"/>
                <a:gd name="connsiteX1257" fmla="*/ 350044 w 1009650"/>
                <a:gd name="connsiteY1257" fmla="*/ 289084 h 723900"/>
                <a:gd name="connsiteX1258" fmla="*/ 350330 w 1009650"/>
                <a:gd name="connsiteY1258" fmla="*/ 292227 h 723900"/>
                <a:gd name="connsiteX1259" fmla="*/ 350044 w 1009650"/>
                <a:gd name="connsiteY1259" fmla="*/ 294227 h 723900"/>
                <a:gd name="connsiteX1260" fmla="*/ 349282 w 1009650"/>
                <a:gd name="connsiteY1260" fmla="*/ 295370 h 723900"/>
                <a:gd name="connsiteX1261" fmla="*/ 348901 w 1009650"/>
                <a:gd name="connsiteY1261" fmla="*/ 296037 h 723900"/>
                <a:gd name="connsiteX1262" fmla="*/ 347282 w 1009650"/>
                <a:gd name="connsiteY1262" fmla="*/ 297180 h 723900"/>
                <a:gd name="connsiteX1263" fmla="*/ 336709 w 1009650"/>
                <a:gd name="connsiteY1263" fmla="*/ 302038 h 723900"/>
                <a:gd name="connsiteX1264" fmla="*/ 336137 w 1009650"/>
                <a:gd name="connsiteY1264" fmla="*/ 302228 h 723900"/>
                <a:gd name="connsiteX1265" fmla="*/ 334328 w 1009650"/>
                <a:gd name="connsiteY1265" fmla="*/ 302609 h 723900"/>
                <a:gd name="connsiteX1266" fmla="*/ 333089 w 1009650"/>
                <a:gd name="connsiteY1266" fmla="*/ 302514 h 723900"/>
                <a:gd name="connsiteX1267" fmla="*/ 332232 w 1009650"/>
                <a:gd name="connsiteY1267" fmla="*/ 302419 h 723900"/>
                <a:gd name="connsiteX1268" fmla="*/ 331756 w 1009650"/>
                <a:gd name="connsiteY1268" fmla="*/ 302228 h 723900"/>
                <a:gd name="connsiteX1269" fmla="*/ 331565 w 1009650"/>
                <a:gd name="connsiteY1269" fmla="*/ 302038 h 723900"/>
                <a:gd name="connsiteX1270" fmla="*/ 331470 w 1009650"/>
                <a:gd name="connsiteY1270" fmla="*/ 301562 h 723900"/>
                <a:gd name="connsiteX1271" fmla="*/ 331565 w 1009650"/>
                <a:gd name="connsiteY1271" fmla="*/ 299466 h 723900"/>
                <a:gd name="connsiteX1272" fmla="*/ 331470 w 1009650"/>
                <a:gd name="connsiteY1272" fmla="*/ 298704 h 723900"/>
                <a:gd name="connsiteX1273" fmla="*/ 331280 w 1009650"/>
                <a:gd name="connsiteY1273" fmla="*/ 297752 h 723900"/>
                <a:gd name="connsiteX1274" fmla="*/ 330517 w 1009650"/>
                <a:gd name="connsiteY1274" fmla="*/ 295751 h 723900"/>
                <a:gd name="connsiteX1275" fmla="*/ 330041 w 1009650"/>
                <a:gd name="connsiteY1275" fmla="*/ 294894 h 723900"/>
                <a:gd name="connsiteX1276" fmla="*/ 329470 w 1009650"/>
                <a:gd name="connsiteY1276" fmla="*/ 294227 h 723900"/>
                <a:gd name="connsiteX1277" fmla="*/ 328898 w 1009650"/>
                <a:gd name="connsiteY1277" fmla="*/ 293751 h 723900"/>
                <a:gd name="connsiteX1278" fmla="*/ 328232 w 1009650"/>
                <a:gd name="connsiteY1278" fmla="*/ 293561 h 723900"/>
                <a:gd name="connsiteX1279" fmla="*/ 326612 w 1009650"/>
                <a:gd name="connsiteY1279" fmla="*/ 293561 h 723900"/>
                <a:gd name="connsiteX1280" fmla="*/ 325850 w 1009650"/>
                <a:gd name="connsiteY1280" fmla="*/ 293370 h 723900"/>
                <a:gd name="connsiteX1281" fmla="*/ 325088 w 1009650"/>
                <a:gd name="connsiteY1281" fmla="*/ 293084 h 723900"/>
                <a:gd name="connsiteX1282" fmla="*/ 324231 w 1009650"/>
                <a:gd name="connsiteY1282" fmla="*/ 292608 h 723900"/>
                <a:gd name="connsiteX1283" fmla="*/ 323469 w 1009650"/>
                <a:gd name="connsiteY1283" fmla="*/ 292322 h 723900"/>
                <a:gd name="connsiteX1284" fmla="*/ 322707 w 1009650"/>
                <a:gd name="connsiteY1284" fmla="*/ 292418 h 723900"/>
                <a:gd name="connsiteX1285" fmla="*/ 321469 w 1009650"/>
                <a:gd name="connsiteY1285" fmla="*/ 292989 h 723900"/>
                <a:gd name="connsiteX1286" fmla="*/ 320992 w 1009650"/>
                <a:gd name="connsiteY1286" fmla="*/ 293751 h 723900"/>
                <a:gd name="connsiteX1287" fmla="*/ 320897 w 1009650"/>
                <a:gd name="connsiteY1287" fmla="*/ 294989 h 723900"/>
                <a:gd name="connsiteX1288" fmla="*/ 321755 w 1009650"/>
                <a:gd name="connsiteY1288" fmla="*/ 299371 h 723900"/>
                <a:gd name="connsiteX1289" fmla="*/ 321850 w 1009650"/>
                <a:gd name="connsiteY1289" fmla="*/ 300419 h 723900"/>
                <a:gd name="connsiteX1290" fmla="*/ 321850 w 1009650"/>
                <a:gd name="connsiteY1290" fmla="*/ 301371 h 723900"/>
                <a:gd name="connsiteX1291" fmla="*/ 321850 w 1009650"/>
                <a:gd name="connsiteY1291" fmla="*/ 301847 h 723900"/>
                <a:gd name="connsiteX1292" fmla="*/ 320897 w 1009650"/>
                <a:gd name="connsiteY1292" fmla="*/ 305086 h 723900"/>
                <a:gd name="connsiteX1293" fmla="*/ 320802 w 1009650"/>
                <a:gd name="connsiteY1293" fmla="*/ 306038 h 723900"/>
                <a:gd name="connsiteX1294" fmla="*/ 320897 w 1009650"/>
                <a:gd name="connsiteY1294" fmla="*/ 306896 h 723900"/>
                <a:gd name="connsiteX1295" fmla="*/ 321183 w 1009650"/>
                <a:gd name="connsiteY1295" fmla="*/ 308039 h 723900"/>
                <a:gd name="connsiteX1296" fmla="*/ 322040 w 1009650"/>
                <a:gd name="connsiteY1296" fmla="*/ 311468 h 723900"/>
                <a:gd name="connsiteX1297" fmla="*/ 321850 w 1009650"/>
                <a:gd name="connsiteY1297" fmla="*/ 319754 h 723900"/>
                <a:gd name="connsiteX1298" fmla="*/ 322517 w 1009650"/>
                <a:gd name="connsiteY1298" fmla="*/ 322707 h 723900"/>
                <a:gd name="connsiteX1299" fmla="*/ 323850 w 1009650"/>
                <a:gd name="connsiteY1299" fmla="*/ 325374 h 723900"/>
                <a:gd name="connsiteX1300" fmla="*/ 329184 w 1009650"/>
                <a:gd name="connsiteY1300" fmla="*/ 332327 h 723900"/>
                <a:gd name="connsiteX1301" fmla="*/ 330708 w 1009650"/>
                <a:gd name="connsiteY1301" fmla="*/ 334899 h 723900"/>
                <a:gd name="connsiteX1302" fmla="*/ 331089 w 1009650"/>
                <a:gd name="connsiteY1302" fmla="*/ 336328 h 723900"/>
                <a:gd name="connsiteX1303" fmla="*/ 330803 w 1009650"/>
                <a:gd name="connsiteY1303" fmla="*/ 337471 h 723900"/>
                <a:gd name="connsiteX1304" fmla="*/ 330041 w 1009650"/>
                <a:gd name="connsiteY1304" fmla="*/ 338423 h 723900"/>
                <a:gd name="connsiteX1305" fmla="*/ 329279 w 1009650"/>
                <a:gd name="connsiteY1305" fmla="*/ 339662 h 723900"/>
                <a:gd name="connsiteX1306" fmla="*/ 328803 w 1009650"/>
                <a:gd name="connsiteY1306" fmla="*/ 341281 h 723900"/>
                <a:gd name="connsiteX1307" fmla="*/ 328327 w 1009650"/>
                <a:gd name="connsiteY1307" fmla="*/ 342424 h 723900"/>
                <a:gd name="connsiteX1308" fmla="*/ 327469 w 1009650"/>
                <a:gd name="connsiteY1308" fmla="*/ 343186 h 723900"/>
                <a:gd name="connsiteX1309" fmla="*/ 326231 w 1009650"/>
                <a:gd name="connsiteY1309" fmla="*/ 343472 h 723900"/>
                <a:gd name="connsiteX1310" fmla="*/ 324803 w 1009650"/>
                <a:gd name="connsiteY1310" fmla="*/ 343472 h 723900"/>
                <a:gd name="connsiteX1311" fmla="*/ 323564 w 1009650"/>
                <a:gd name="connsiteY1311" fmla="*/ 343281 h 723900"/>
                <a:gd name="connsiteX1312" fmla="*/ 322707 w 1009650"/>
                <a:gd name="connsiteY1312" fmla="*/ 343281 h 723900"/>
                <a:gd name="connsiteX1313" fmla="*/ 321850 w 1009650"/>
                <a:gd name="connsiteY1313" fmla="*/ 343567 h 723900"/>
                <a:gd name="connsiteX1314" fmla="*/ 319564 w 1009650"/>
                <a:gd name="connsiteY1314" fmla="*/ 344900 h 723900"/>
                <a:gd name="connsiteX1315" fmla="*/ 316325 w 1009650"/>
                <a:gd name="connsiteY1315" fmla="*/ 345091 h 723900"/>
                <a:gd name="connsiteX1316" fmla="*/ 313563 w 1009650"/>
                <a:gd name="connsiteY1316" fmla="*/ 343281 h 723900"/>
                <a:gd name="connsiteX1317" fmla="*/ 311563 w 1009650"/>
                <a:gd name="connsiteY1317" fmla="*/ 341471 h 723900"/>
                <a:gd name="connsiteX1318" fmla="*/ 305086 w 1009650"/>
                <a:gd name="connsiteY1318" fmla="*/ 337090 h 723900"/>
                <a:gd name="connsiteX1319" fmla="*/ 303562 w 1009650"/>
                <a:gd name="connsiteY1319" fmla="*/ 335661 h 723900"/>
                <a:gd name="connsiteX1320" fmla="*/ 303371 w 1009650"/>
                <a:gd name="connsiteY1320" fmla="*/ 334899 h 723900"/>
                <a:gd name="connsiteX1321" fmla="*/ 303467 w 1009650"/>
                <a:gd name="connsiteY1321" fmla="*/ 333947 h 723900"/>
                <a:gd name="connsiteX1322" fmla="*/ 303943 w 1009650"/>
                <a:gd name="connsiteY1322" fmla="*/ 332899 h 723900"/>
                <a:gd name="connsiteX1323" fmla="*/ 305086 w 1009650"/>
                <a:gd name="connsiteY1323" fmla="*/ 330708 h 723900"/>
                <a:gd name="connsiteX1324" fmla="*/ 305562 w 1009650"/>
                <a:gd name="connsiteY1324" fmla="*/ 329470 h 723900"/>
                <a:gd name="connsiteX1325" fmla="*/ 305657 w 1009650"/>
                <a:gd name="connsiteY1325" fmla="*/ 328041 h 723900"/>
                <a:gd name="connsiteX1326" fmla="*/ 305181 w 1009650"/>
                <a:gd name="connsiteY1326" fmla="*/ 326708 h 723900"/>
                <a:gd name="connsiteX1327" fmla="*/ 304133 w 1009650"/>
                <a:gd name="connsiteY1327" fmla="*/ 326231 h 723900"/>
                <a:gd name="connsiteX1328" fmla="*/ 302800 w 1009650"/>
                <a:gd name="connsiteY1328" fmla="*/ 326231 h 723900"/>
                <a:gd name="connsiteX1329" fmla="*/ 299561 w 1009650"/>
                <a:gd name="connsiteY1329" fmla="*/ 327279 h 723900"/>
                <a:gd name="connsiteX1330" fmla="*/ 296323 w 1009650"/>
                <a:gd name="connsiteY1330" fmla="*/ 328803 h 723900"/>
                <a:gd name="connsiteX1331" fmla="*/ 294989 w 1009650"/>
                <a:gd name="connsiteY1331" fmla="*/ 329660 h 723900"/>
                <a:gd name="connsiteX1332" fmla="*/ 293942 w 1009650"/>
                <a:gd name="connsiteY1332" fmla="*/ 330803 h 723900"/>
                <a:gd name="connsiteX1333" fmla="*/ 293180 w 1009650"/>
                <a:gd name="connsiteY1333" fmla="*/ 332232 h 723900"/>
                <a:gd name="connsiteX1334" fmla="*/ 292036 w 1009650"/>
                <a:gd name="connsiteY1334" fmla="*/ 336518 h 723900"/>
                <a:gd name="connsiteX1335" fmla="*/ 291560 w 1009650"/>
                <a:gd name="connsiteY1335" fmla="*/ 337375 h 723900"/>
                <a:gd name="connsiteX1336" fmla="*/ 290513 w 1009650"/>
                <a:gd name="connsiteY1336" fmla="*/ 338138 h 723900"/>
                <a:gd name="connsiteX1337" fmla="*/ 289084 w 1009650"/>
                <a:gd name="connsiteY1337" fmla="*/ 338614 h 723900"/>
                <a:gd name="connsiteX1338" fmla="*/ 286893 w 1009650"/>
                <a:gd name="connsiteY1338" fmla="*/ 338900 h 723900"/>
                <a:gd name="connsiteX1339" fmla="*/ 285845 w 1009650"/>
                <a:gd name="connsiteY1339" fmla="*/ 338709 h 723900"/>
                <a:gd name="connsiteX1340" fmla="*/ 284988 w 1009650"/>
                <a:gd name="connsiteY1340" fmla="*/ 338233 h 723900"/>
                <a:gd name="connsiteX1341" fmla="*/ 284512 w 1009650"/>
                <a:gd name="connsiteY1341" fmla="*/ 337375 h 723900"/>
                <a:gd name="connsiteX1342" fmla="*/ 283655 w 1009650"/>
                <a:gd name="connsiteY1342" fmla="*/ 334709 h 723900"/>
                <a:gd name="connsiteX1343" fmla="*/ 282988 w 1009650"/>
                <a:gd name="connsiteY1343" fmla="*/ 333280 h 723900"/>
                <a:gd name="connsiteX1344" fmla="*/ 281750 w 1009650"/>
                <a:gd name="connsiteY1344" fmla="*/ 332232 h 723900"/>
                <a:gd name="connsiteX1345" fmla="*/ 280511 w 1009650"/>
                <a:gd name="connsiteY1345" fmla="*/ 331851 h 723900"/>
                <a:gd name="connsiteX1346" fmla="*/ 274987 w 1009650"/>
                <a:gd name="connsiteY1346" fmla="*/ 332518 h 723900"/>
                <a:gd name="connsiteX1347" fmla="*/ 271939 w 1009650"/>
                <a:gd name="connsiteY1347" fmla="*/ 332518 h 723900"/>
                <a:gd name="connsiteX1348" fmla="*/ 269272 w 1009650"/>
                <a:gd name="connsiteY1348" fmla="*/ 331851 h 723900"/>
                <a:gd name="connsiteX1349" fmla="*/ 263081 w 1009650"/>
                <a:gd name="connsiteY1349" fmla="*/ 329565 h 723900"/>
                <a:gd name="connsiteX1350" fmla="*/ 260985 w 1009650"/>
                <a:gd name="connsiteY1350" fmla="*/ 329279 h 723900"/>
                <a:gd name="connsiteX1351" fmla="*/ 257175 w 1009650"/>
                <a:gd name="connsiteY1351" fmla="*/ 330041 h 723900"/>
                <a:gd name="connsiteX1352" fmla="*/ 254508 w 1009650"/>
                <a:gd name="connsiteY1352" fmla="*/ 330232 h 723900"/>
                <a:gd name="connsiteX1353" fmla="*/ 252603 w 1009650"/>
                <a:gd name="connsiteY1353" fmla="*/ 329470 h 723900"/>
                <a:gd name="connsiteX1354" fmla="*/ 251269 w 1009650"/>
                <a:gd name="connsiteY1354" fmla="*/ 328327 h 723900"/>
                <a:gd name="connsiteX1355" fmla="*/ 250412 w 1009650"/>
                <a:gd name="connsiteY1355" fmla="*/ 327184 h 723900"/>
                <a:gd name="connsiteX1356" fmla="*/ 249841 w 1009650"/>
                <a:gd name="connsiteY1356" fmla="*/ 326041 h 723900"/>
                <a:gd name="connsiteX1357" fmla="*/ 249650 w 1009650"/>
                <a:gd name="connsiteY1357" fmla="*/ 325184 h 723900"/>
                <a:gd name="connsiteX1358" fmla="*/ 249746 w 1009650"/>
                <a:gd name="connsiteY1358" fmla="*/ 324422 h 723900"/>
                <a:gd name="connsiteX1359" fmla="*/ 250127 w 1009650"/>
                <a:gd name="connsiteY1359" fmla="*/ 322517 h 723900"/>
                <a:gd name="connsiteX1360" fmla="*/ 250031 w 1009650"/>
                <a:gd name="connsiteY1360" fmla="*/ 321659 h 723900"/>
                <a:gd name="connsiteX1361" fmla="*/ 249650 w 1009650"/>
                <a:gd name="connsiteY1361" fmla="*/ 320802 h 723900"/>
                <a:gd name="connsiteX1362" fmla="*/ 248984 w 1009650"/>
                <a:gd name="connsiteY1362" fmla="*/ 320707 h 723900"/>
                <a:gd name="connsiteX1363" fmla="*/ 247936 w 1009650"/>
                <a:gd name="connsiteY1363" fmla="*/ 320897 h 723900"/>
                <a:gd name="connsiteX1364" fmla="*/ 245745 w 1009650"/>
                <a:gd name="connsiteY1364" fmla="*/ 321945 h 723900"/>
                <a:gd name="connsiteX1365" fmla="*/ 244126 w 1009650"/>
                <a:gd name="connsiteY1365" fmla="*/ 322898 h 723900"/>
                <a:gd name="connsiteX1366" fmla="*/ 243173 w 1009650"/>
                <a:gd name="connsiteY1366" fmla="*/ 323660 h 723900"/>
                <a:gd name="connsiteX1367" fmla="*/ 242602 w 1009650"/>
                <a:gd name="connsiteY1367" fmla="*/ 324612 h 723900"/>
                <a:gd name="connsiteX1368" fmla="*/ 242221 w 1009650"/>
                <a:gd name="connsiteY1368" fmla="*/ 325850 h 723900"/>
                <a:gd name="connsiteX1369" fmla="*/ 242030 w 1009650"/>
                <a:gd name="connsiteY1369" fmla="*/ 329660 h 723900"/>
                <a:gd name="connsiteX1370" fmla="*/ 241459 w 1009650"/>
                <a:gd name="connsiteY1370" fmla="*/ 332232 h 723900"/>
                <a:gd name="connsiteX1371" fmla="*/ 241363 w 1009650"/>
                <a:gd name="connsiteY1371" fmla="*/ 333566 h 723900"/>
                <a:gd name="connsiteX1372" fmla="*/ 241649 w 1009650"/>
                <a:gd name="connsiteY1372" fmla="*/ 336042 h 723900"/>
                <a:gd name="connsiteX1373" fmla="*/ 241268 w 1009650"/>
                <a:gd name="connsiteY1373" fmla="*/ 340519 h 723900"/>
                <a:gd name="connsiteX1374" fmla="*/ 241268 w 1009650"/>
                <a:gd name="connsiteY1374" fmla="*/ 342138 h 723900"/>
                <a:gd name="connsiteX1375" fmla="*/ 241649 w 1009650"/>
                <a:gd name="connsiteY1375" fmla="*/ 345091 h 723900"/>
                <a:gd name="connsiteX1376" fmla="*/ 241649 w 1009650"/>
                <a:gd name="connsiteY1376" fmla="*/ 346329 h 723900"/>
                <a:gd name="connsiteX1377" fmla="*/ 241363 w 1009650"/>
                <a:gd name="connsiteY1377" fmla="*/ 348425 h 723900"/>
                <a:gd name="connsiteX1378" fmla="*/ 237458 w 1009650"/>
                <a:gd name="connsiteY1378" fmla="*/ 352901 h 723900"/>
                <a:gd name="connsiteX1379" fmla="*/ 227743 w 1009650"/>
                <a:gd name="connsiteY1379" fmla="*/ 358902 h 723900"/>
                <a:gd name="connsiteX1380" fmla="*/ 226123 w 1009650"/>
                <a:gd name="connsiteY1380" fmla="*/ 360712 h 723900"/>
                <a:gd name="connsiteX1381" fmla="*/ 225647 w 1009650"/>
                <a:gd name="connsiteY1381" fmla="*/ 362045 h 723900"/>
                <a:gd name="connsiteX1382" fmla="*/ 226314 w 1009650"/>
                <a:gd name="connsiteY1382" fmla="*/ 363093 h 723900"/>
                <a:gd name="connsiteX1383" fmla="*/ 227933 w 1009650"/>
                <a:gd name="connsiteY1383" fmla="*/ 364808 h 723900"/>
                <a:gd name="connsiteX1384" fmla="*/ 228124 w 1009650"/>
                <a:gd name="connsiteY1384" fmla="*/ 365284 h 723900"/>
                <a:gd name="connsiteX1385" fmla="*/ 228124 w 1009650"/>
                <a:gd name="connsiteY1385" fmla="*/ 365570 h 723900"/>
                <a:gd name="connsiteX1386" fmla="*/ 228029 w 1009650"/>
                <a:gd name="connsiteY1386" fmla="*/ 366141 h 723900"/>
                <a:gd name="connsiteX1387" fmla="*/ 227648 w 1009650"/>
                <a:gd name="connsiteY1387" fmla="*/ 367379 h 723900"/>
                <a:gd name="connsiteX1388" fmla="*/ 227267 w 1009650"/>
                <a:gd name="connsiteY1388" fmla="*/ 368332 h 723900"/>
                <a:gd name="connsiteX1389" fmla="*/ 226409 w 1009650"/>
                <a:gd name="connsiteY1389" fmla="*/ 369761 h 723900"/>
                <a:gd name="connsiteX1390" fmla="*/ 224790 w 1009650"/>
                <a:gd name="connsiteY1390" fmla="*/ 370999 h 723900"/>
                <a:gd name="connsiteX1391" fmla="*/ 216313 w 1009650"/>
                <a:gd name="connsiteY1391" fmla="*/ 375666 h 723900"/>
                <a:gd name="connsiteX1392" fmla="*/ 210312 w 1009650"/>
                <a:gd name="connsiteY1392" fmla="*/ 377381 h 723900"/>
                <a:gd name="connsiteX1393" fmla="*/ 206216 w 1009650"/>
                <a:gd name="connsiteY1393" fmla="*/ 379571 h 723900"/>
                <a:gd name="connsiteX1394" fmla="*/ 203930 w 1009650"/>
                <a:gd name="connsiteY1394" fmla="*/ 380238 h 723900"/>
                <a:gd name="connsiteX1395" fmla="*/ 202121 w 1009650"/>
                <a:gd name="connsiteY1395" fmla="*/ 380048 h 723900"/>
                <a:gd name="connsiteX1396" fmla="*/ 200977 w 1009650"/>
                <a:gd name="connsiteY1396" fmla="*/ 378905 h 723900"/>
                <a:gd name="connsiteX1397" fmla="*/ 199930 w 1009650"/>
                <a:gd name="connsiteY1397" fmla="*/ 377571 h 723900"/>
                <a:gd name="connsiteX1398" fmla="*/ 198882 w 1009650"/>
                <a:gd name="connsiteY1398" fmla="*/ 376428 h 723900"/>
                <a:gd name="connsiteX1399" fmla="*/ 197834 w 1009650"/>
                <a:gd name="connsiteY1399" fmla="*/ 375857 h 723900"/>
                <a:gd name="connsiteX1400" fmla="*/ 196596 w 1009650"/>
                <a:gd name="connsiteY1400" fmla="*/ 375952 h 723900"/>
                <a:gd name="connsiteX1401" fmla="*/ 195929 w 1009650"/>
                <a:gd name="connsiteY1401" fmla="*/ 376428 h 723900"/>
                <a:gd name="connsiteX1402" fmla="*/ 195644 w 1009650"/>
                <a:gd name="connsiteY1402" fmla="*/ 377190 h 723900"/>
                <a:gd name="connsiteX1403" fmla="*/ 195739 w 1009650"/>
                <a:gd name="connsiteY1403" fmla="*/ 378143 h 723900"/>
                <a:gd name="connsiteX1404" fmla="*/ 196406 w 1009650"/>
                <a:gd name="connsiteY1404" fmla="*/ 380810 h 723900"/>
                <a:gd name="connsiteX1405" fmla="*/ 196596 w 1009650"/>
                <a:gd name="connsiteY1405" fmla="*/ 382048 h 723900"/>
                <a:gd name="connsiteX1406" fmla="*/ 196406 w 1009650"/>
                <a:gd name="connsiteY1406" fmla="*/ 383191 h 723900"/>
                <a:gd name="connsiteX1407" fmla="*/ 194691 w 1009650"/>
                <a:gd name="connsiteY1407" fmla="*/ 386620 h 723900"/>
                <a:gd name="connsiteX1408" fmla="*/ 194405 w 1009650"/>
                <a:gd name="connsiteY1408" fmla="*/ 387763 h 723900"/>
                <a:gd name="connsiteX1409" fmla="*/ 194215 w 1009650"/>
                <a:gd name="connsiteY1409" fmla="*/ 388906 h 723900"/>
                <a:gd name="connsiteX1410" fmla="*/ 193929 w 1009650"/>
                <a:gd name="connsiteY1410" fmla="*/ 390144 h 723900"/>
                <a:gd name="connsiteX1411" fmla="*/ 193262 w 1009650"/>
                <a:gd name="connsiteY1411" fmla="*/ 391478 h 723900"/>
                <a:gd name="connsiteX1412" fmla="*/ 192500 w 1009650"/>
                <a:gd name="connsiteY1412" fmla="*/ 391954 h 723900"/>
                <a:gd name="connsiteX1413" fmla="*/ 191548 w 1009650"/>
                <a:gd name="connsiteY1413" fmla="*/ 391859 h 723900"/>
                <a:gd name="connsiteX1414" fmla="*/ 189357 w 1009650"/>
                <a:gd name="connsiteY1414" fmla="*/ 389954 h 723900"/>
                <a:gd name="connsiteX1415" fmla="*/ 187833 w 1009650"/>
                <a:gd name="connsiteY1415" fmla="*/ 389287 h 723900"/>
                <a:gd name="connsiteX1416" fmla="*/ 186119 w 1009650"/>
                <a:gd name="connsiteY1416" fmla="*/ 388811 h 723900"/>
                <a:gd name="connsiteX1417" fmla="*/ 181451 w 1009650"/>
                <a:gd name="connsiteY1417" fmla="*/ 388334 h 723900"/>
                <a:gd name="connsiteX1418" fmla="*/ 180594 w 1009650"/>
                <a:gd name="connsiteY1418" fmla="*/ 386048 h 723900"/>
                <a:gd name="connsiteX1419" fmla="*/ 180499 w 1009650"/>
                <a:gd name="connsiteY1419" fmla="*/ 383572 h 723900"/>
                <a:gd name="connsiteX1420" fmla="*/ 179832 w 1009650"/>
                <a:gd name="connsiteY1420" fmla="*/ 382048 h 723900"/>
                <a:gd name="connsiteX1421" fmla="*/ 179261 w 1009650"/>
                <a:gd name="connsiteY1421" fmla="*/ 381000 h 723900"/>
                <a:gd name="connsiteX1422" fmla="*/ 172974 w 1009650"/>
                <a:gd name="connsiteY1422" fmla="*/ 377381 h 723900"/>
                <a:gd name="connsiteX1423" fmla="*/ 171069 w 1009650"/>
                <a:gd name="connsiteY1423" fmla="*/ 375857 h 723900"/>
                <a:gd name="connsiteX1424" fmla="*/ 170402 w 1009650"/>
                <a:gd name="connsiteY1424" fmla="*/ 375190 h 723900"/>
                <a:gd name="connsiteX1425" fmla="*/ 169069 w 1009650"/>
                <a:gd name="connsiteY1425" fmla="*/ 372904 h 723900"/>
                <a:gd name="connsiteX1426" fmla="*/ 168688 w 1009650"/>
                <a:gd name="connsiteY1426" fmla="*/ 367951 h 723900"/>
                <a:gd name="connsiteX1427" fmla="*/ 168592 w 1009650"/>
                <a:gd name="connsiteY1427" fmla="*/ 366713 h 723900"/>
                <a:gd name="connsiteX1428" fmla="*/ 170593 w 1009650"/>
                <a:gd name="connsiteY1428" fmla="*/ 363569 h 723900"/>
                <a:gd name="connsiteX1429" fmla="*/ 171736 w 1009650"/>
                <a:gd name="connsiteY1429" fmla="*/ 360807 h 723900"/>
                <a:gd name="connsiteX1430" fmla="*/ 172974 w 1009650"/>
                <a:gd name="connsiteY1430" fmla="*/ 360140 h 723900"/>
                <a:gd name="connsiteX1431" fmla="*/ 173641 w 1009650"/>
                <a:gd name="connsiteY1431" fmla="*/ 359950 h 723900"/>
                <a:gd name="connsiteX1432" fmla="*/ 174688 w 1009650"/>
                <a:gd name="connsiteY1432" fmla="*/ 360140 h 723900"/>
                <a:gd name="connsiteX1433" fmla="*/ 175831 w 1009650"/>
                <a:gd name="connsiteY1433" fmla="*/ 360902 h 723900"/>
                <a:gd name="connsiteX1434" fmla="*/ 177927 w 1009650"/>
                <a:gd name="connsiteY1434" fmla="*/ 362712 h 723900"/>
                <a:gd name="connsiteX1435" fmla="*/ 178784 w 1009650"/>
                <a:gd name="connsiteY1435" fmla="*/ 363188 h 723900"/>
                <a:gd name="connsiteX1436" fmla="*/ 180499 w 1009650"/>
                <a:gd name="connsiteY1436" fmla="*/ 363665 h 723900"/>
                <a:gd name="connsiteX1437" fmla="*/ 181356 w 1009650"/>
                <a:gd name="connsiteY1437" fmla="*/ 364141 h 723900"/>
                <a:gd name="connsiteX1438" fmla="*/ 182785 w 1009650"/>
                <a:gd name="connsiteY1438" fmla="*/ 365379 h 723900"/>
                <a:gd name="connsiteX1439" fmla="*/ 184213 w 1009650"/>
                <a:gd name="connsiteY1439" fmla="*/ 365950 h 723900"/>
                <a:gd name="connsiteX1440" fmla="*/ 185642 w 1009650"/>
                <a:gd name="connsiteY1440" fmla="*/ 365950 h 723900"/>
                <a:gd name="connsiteX1441" fmla="*/ 186976 w 1009650"/>
                <a:gd name="connsiteY1441" fmla="*/ 365379 h 723900"/>
                <a:gd name="connsiteX1442" fmla="*/ 190119 w 1009650"/>
                <a:gd name="connsiteY1442" fmla="*/ 362522 h 723900"/>
                <a:gd name="connsiteX1443" fmla="*/ 191357 w 1009650"/>
                <a:gd name="connsiteY1443" fmla="*/ 362236 h 723900"/>
                <a:gd name="connsiteX1444" fmla="*/ 192500 w 1009650"/>
                <a:gd name="connsiteY1444" fmla="*/ 362617 h 723900"/>
                <a:gd name="connsiteX1445" fmla="*/ 194786 w 1009650"/>
                <a:gd name="connsiteY1445" fmla="*/ 364617 h 723900"/>
                <a:gd name="connsiteX1446" fmla="*/ 195929 w 1009650"/>
                <a:gd name="connsiteY1446" fmla="*/ 365189 h 723900"/>
                <a:gd name="connsiteX1447" fmla="*/ 196406 w 1009650"/>
                <a:gd name="connsiteY1447" fmla="*/ 365379 h 723900"/>
                <a:gd name="connsiteX1448" fmla="*/ 196786 w 1009650"/>
                <a:gd name="connsiteY1448" fmla="*/ 365284 h 723900"/>
                <a:gd name="connsiteX1449" fmla="*/ 197739 w 1009650"/>
                <a:gd name="connsiteY1449" fmla="*/ 364046 h 723900"/>
                <a:gd name="connsiteX1450" fmla="*/ 198215 w 1009650"/>
                <a:gd name="connsiteY1450" fmla="*/ 362712 h 723900"/>
                <a:gd name="connsiteX1451" fmla="*/ 199168 w 1009650"/>
                <a:gd name="connsiteY1451" fmla="*/ 360902 h 723900"/>
                <a:gd name="connsiteX1452" fmla="*/ 200787 w 1009650"/>
                <a:gd name="connsiteY1452" fmla="*/ 358331 h 723900"/>
                <a:gd name="connsiteX1453" fmla="*/ 204121 w 1009650"/>
                <a:gd name="connsiteY1453" fmla="*/ 355187 h 723900"/>
                <a:gd name="connsiteX1454" fmla="*/ 205550 w 1009650"/>
                <a:gd name="connsiteY1454" fmla="*/ 352997 h 723900"/>
                <a:gd name="connsiteX1455" fmla="*/ 206026 w 1009650"/>
                <a:gd name="connsiteY1455" fmla="*/ 351663 h 723900"/>
                <a:gd name="connsiteX1456" fmla="*/ 205359 w 1009650"/>
                <a:gd name="connsiteY1456" fmla="*/ 350330 h 723900"/>
                <a:gd name="connsiteX1457" fmla="*/ 200596 w 1009650"/>
                <a:gd name="connsiteY1457" fmla="*/ 347567 h 723900"/>
                <a:gd name="connsiteX1458" fmla="*/ 199263 w 1009650"/>
                <a:gd name="connsiteY1458" fmla="*/ 345948 h 723900"/>
                <a:gd name="connsiteX1459" fmla="*/ 198596 w 1009650"/>
                <a:gd name="connsiteY1459" fmla="*/ 343662 h 723900"/>
                <a:gd name="connsiteX1460" fmla="*/ 198787 w 1009650"/>
                <a:gd name="connsiteY1460" fmla="*/ 341281 h 723900"/>
                <a:gd name="connsiteX1461" fmla="*/ 200120 w 1009650"/>
                <a:gd name="connsiteY1461" fmla="*/ 338614 h 723900"/>
                <a:gd name="connsiteX1462" fmla="*/ 204216 w 1009650"/>
                <a:gd name="connsiteY1462" fmla="*/ 333566 h 723900"/>
                <a:gd name="connsiteX1463" fmla="*/ 205073 w 1009650"/>
                <a:gd name="connsiteY1463" fmla="*/ 330899 h 723900"/>
                <a:gd name="connsiteX1464" fmla="*/ 205264 w 1009650"/>
                <a:gd name="connsiteY1464" fmla="*/ 328327 h 723900"/>
                <a:gd name="connsiteX1465" fmla="*/ 204883 w 1009650"/>
                <a:gd name="connsiteY1465" fmla="*/ 326612 h 723900"/>
                <a:gd name="connsiteX1466" fmla="*/ 204406 w 1009650"/>
                <a:gd name="connsiteY1466" fmla="*/ 325660 h 723900"/>
                <a:gd name="connsiteX1467" fmla="*/ 203644 w 1009650"/>
                <a:gd name="connsiteY1467" fmla="*/ 324803 h 723900"/>
                <a:gd name="connsiteX1468" fmla="*/ 202597 w 1009650"/>
                <a:gd name="connsiteY1468" fmla="*/ 324231 h 723900"/>
                <a:gd name="connsiteX1469" fmla="*/ 201359 w 1009650"/>
                <a:gd name="connsiteY1469" fmla="*/ 323755 h 723900"/>
                <a:gd name="connsiteX1470" fmla="*/ 200120 w 1009650"/>
                <a:gd name="connsiteY1470" fmla="*/ 323088 h 723900"/>
                <a:gd name="connsiteX1471" fmla="*/ 199263 w 1009650"/>
                <a:gd name="connsiteY1471" fmla="*/ 322040 h 723900"/>
                <a:gd name="connsiteX1472" fmla="*/ 198596 w 1009650"/>
                <a:gd name="connsiteY1472" fmla="*/ 320135 h 723900"/>
                <a:gd name="connsiteX1473" fmla="*/ 198025 w 1009650"/>
                <a:gd name="connsiteY1473" fmla="*/ 314801 h 723900"/>
                <a:gd name="connsiteX1474" fmla="*/ 197644 w 1009650"/>
                <a:gd name="connsiteY1474" fmla="*/ 313373 h 723900"/>
                <a:gd name="connsiteX1475" fmla="*/ 197263 w 1009650"/>
                <a:gd name="connsiteY1475" fmla="*/ 311753 h 723900"/>
                <a:gd name="connsiteX1476" fmla="*/ 197358 w 1009650"/>
                <a:gd name="connsiteY1476" fmla="*/ 309658 h 723900"/>
                <a:gd name="connsiteX1477" fmla="*/ 198501 w 1009650"/>
                <a:gd name="connsiteY1477" fmla="*/ 306038 h 723900"/>
                <a:gd name="connsiteX1478" fmla="*/ 199549 w 1009650"/>
                <a:gd name="connsiteY1478" fmla="*/ 304133 h 723900"/>
                <a:gd name="connsiteX1479" fmla="*/ 200787 w 1009650"/>
                <a:gd name="connsiteY1479" fmla="*/ 302895 h 723900"/>
                <a:gd name="connsiteX1480" fmla="*/ 202216 w 1009650"/>
                <a:gd name="connsiteY1480" fmla="*/ 302514 h 723900"/>
                <a:gd name="connsiteX1481" fmla="*/ 203930 w 1009650"/>
                <a:gd name="connsiteY1481" fmla="*/ 302800 h 723900"/>
                <a:gd name="connsiteX1482" fmla="*/ 207740 w 1009650"/>
                <a:gd name="connsiteY1482" fmla="*/ 305467 h 723900"/>
                <a:gd name="connsiteX1483" fmla="*/ 209169 w 1009650"/>
                <a:gd name="connsiteY1483" fmla="*/ 305848 h 723900"/>
                <a:gd name="connsiteX1484" fmla="*/ 210502 w 1009650"/>
                <a:gd name="connsiteY1484" fmla="*/ 305562 h 723900"/>
                <a:gd name="connsiteX1485" fmla="*/ 211836 w 1009650"/>
                <a:gd name="connsiteY1485" fmla="*/ 304514 h 723900"/>
                <a:gd name="connsiteX1486" fmla="*/ 212788 w 1009650"/>
                <a:gd name="connsiteY1486" fmla="*/ 303086 h 723900"/>
                <a:gd name="connsiteX1487" fmla="*/ 213265 w 1009650"/>
                <a:gd name="connsiteY1487" fmla="*/ 302419 h 723900"/>
                <a:gd name="connsiteX1488" fmla="*/ 213360 w 1009650"/>
                <a:gd name="connsiteY1488" fmla="*/ 301943 h 723900"/>
                <a:gd name="connsiteX1489" fmla="*/ 213455 w 1009650"/>
                <a:gd name="connsiteY1489" fmla="*/ 300228 h 723900"/>
                <a:gd name="connsiteX1490" fmla="*/ 212788 w 1009650"/>
                <a:gd name="connsiteY1490" fmla="*/ 289465 h 723900"/>
                <a:gd name="connsiteX1491" fmla="*/ 209455 w 1009650"/>
                <a:gd name="connsiteY1491" fmla="*/ 285274 h 723900"/>
                <a:gd name="connsiteX1492" fmla="*/ 207169 w 1009650"/>
                <a:gd name="connsiteY1492" fmla="*/ 282893 h 723900"/>
                <a:gd name="connsiteX1493" fmla="*/ 206407 w 1009650"/>
                <a:gd name="connsiteY1493" fmla="*/ 281273 h 723900"/>
                <a:gd name="connsiteX1494" fmla="*/ 206407 w 1009650"/>
                <a:gd name="connsiteY1494" fmla="*/ 279845 h 723900"/>
                <a:gd name="connsiteX1495" fmla="*/ 206883 w 1009650"/>
                <a:gd name="connsiteY1495" fmla="*/ 278606 h 723900"/>
                <a:gd name="connsiteX1496" fmla="*/ 206978 w 1009650"/>
                <a:gd name="connsiteY1496" fmla="*/ 276987 h 723900"/>
                <a:gd name="connsiteX1497" fmla="*/ 206407 w 1009650"/>
                <a:gd name="connsiteY1497" fmla="*/ 274415 h 723900"/>
                <a:gd name="connsiteX1498" fmla="*/ 202692 w 1009650"/>
                <a:gd name="connsiteY1498" fmla="*/ 269177 h 723900"/>
                <a:gd name="connsiteX1499" fmla="*/ 201073 w 1009650"/>
                <a:gd name="connsiteY1499" fmla="*/ 267557 h 723900"/>
                <a:gd name="connsiteX1500" fmla="*/ 200025 w 1009650"/>
                <a:gd name="connsiteY1500" fmla="*/ 266891 h 723900"/>
                <a:gd name="connsiteX1501" fmla="*/ 198692 w 1009650"/>
                <a:gd name="connsiteY1501" fmla="*/ 266510 h 723900"/>
                <a:gd name="connsiteX1502" fmla="*/ 196977 w 1009650"/>
                <a:gd name="connsiteY1502" fmla="*/ 266605 h 723900"/>
                <a:gd name="connsiteX1503" fmla="*/ 195263 w 1009650"/>
                <a:gd name="connsiteY1503" fmla="*/ 267176 h 723900"/>
                <a:gd name="connsiteX1504" fmla="*/ 187357 w 1009650"/>
                <a:gd name="connsiteY1504" fmla="*/ 271844 h 723900"/>
                <a:gd name="connsiteX1505" fmla="*/ 181546 w 1009650"/>
                <a:gd name="connsiteY1505" fmla="*/ 273177 h 723900"/>
                <a:gd name="connsiteX1506" fmla="*/ 175927 w 1009650"/>
                <a:gd name="connsiteY1506" fmla="*/ 273463 h 723900"/>
                <a:gd name="connsiteX1507" fmla="*/ 164211 w 1009650"/>
                <a:gd name="connsiteY1507" fmla="*/ 276320 h 723900"/>
                <a:gd name="connsiteX1508" fmla="*/ 160592 w 1009650"/>
                <a:gd name="connsiteY1508" fmla="*/ 276606 h 723900"/>
                <a:gd name="connsiteX1509" fmla="*/ 157258 w 1009650"/>
                <a:gd name="connsiteY1509" fmla="*/ 276130 h 723900"/>
                <a:gd name="connsiteX1510" fmla="*/ 151924 w 1009650"/>
                <a:gd name="connsiteY1510" fmla="*/ 274225 h 723900"/>
                <a:gd name="connsiteX1511" fmla="*/ 148114 w 1009650"/>
                <a:gd name="connsiteY1511" fmla="*/ 273558 h 723900"/>
                <a:gd name="connsiteX1512" fmla="*/ 144685 w 1009650"/>
                <a:gd name="connsiteY1512" fmla="*/ 273653 h 723900"/>
                <a:gd name="connsiteX1513" fmla="*/ 140494 w 1009650"/>
                <a:gd name="connsiteY1513" fmla="*/ 274130 h 723900"/>
                <a:gd name="connsiteX1514" fmla="*/ 138017 w 1009650"/>
                <a:gd name="connsiteY1514" fmla="*/ 274034 h 723900"/>
                <a:gd name="connsiteX1515" fmla="*/ 136017 w 1009650"/>
                <a:gd name="connsiteY1515" fmla="*/ 273558 h 723900"/>
                <a:gd name="connsiteX1516" fmla="*/ 134684 w 1009650"/>
                <a:gd name="connsiteY1516" fmla="*/ 272606 h 723900"/>
                <a:gd name="connsiteX1517" fmla="*/ 133540 w 1009650"/>
                <a:gd name="connsiteY1517" fmla="*/ 271558 h 723900"/>
                <a:gd name="connsiteX1518" fmla="*/ 132683 w 1009650"/>
                <a:gd name="connsiteY1518" fmla="*/ 270320 h 723900"/>
                <a:gd name="connsiteX1519" fmla="*/ 132398 w 1009650"/>
                <a:gd name="connsiteY1519" fmla="*/ 268796 h 723900"/>
                <a:gd name="connsiteX1520" fmla="*/ 132588 w 1009650"/>
                <a:gd name="connsiteY1520" fmla="*/ 267176 h 723900"/>
                <a:gd name="connsiteX1521" fmla="*/ 133350 w 1009650"/>
                <a:gd name="connsiteY1521" fmla="*/ 265748 h 723900"/>
                <a:gd name="connsiteX1522" fmla="*/ 135731 w 1009650"/>
                <a:gd name="connsiteY1522" fmla="*/ 263843 h 723900"/>
                <a:gd name="connsiteX1523" fmla="*/ 136493 w 1009650"/>
                <a:gd name="connsiteY1523" fmla="*/ 262795 h 723900"/>
                <a:gd name="connsiteX1524" fmla="*/ 136779 w 1009650"/>
                <a:gd name="connsiteY1524" fmla="*/ 261366 h 723900"/>
                <a:gd name="connsiteX1525" fmla="*/ 136493 w 1009650"/>
                <a:gd name="connsiteY1525" fmla="*/ 259556 h 723900"/>
                <a:gd name="connsiteX1526" fmla="*/ 135827 w 1009650"/>
                <a:gd name="connsiteY1526" fmla="*/ 258128 h 723900"/>
                <a:gd name="connsiteX1527" fmla="*/ 134207 w 1009650"/>
                <a:gd name="connsiteY1527" fmla="*/ 255461 h 723900"/>
                <a:gd name="connsiteX1528" fmla="*/ 133731 w 1009650"/>
                <a:gd name="connsiteY1528" fmla="*/ 254127 h 723900"/>
                <a:gd name="connsiteX1529" fmla="*/ 133636 w 1009650"/>
                <a:gd name="connsiteY1529" fmla="*/ 253079 h 723900"/>
                <a:gd name="connsiteX1530" fmla="*/ 134112 w 1009650"/>
                <a:gd name="connsiteY1530" fmla="*/ 252222 h 723900"/>
                <a:gd name="connsiteX1531" fmla="*/ 134874 w 1009650"/>
                <a:gd name="connsiteY1531" fmla="*/ 251841 h 723900"/>
                <a:gd name="connsiteX1532" fmla="*/ 135922 w 1009650"/>
                <a:gd name="connsiteY1532" fmla="*/ 252222 h 723900"/>
                <a:gd name="connsiteX1533" fmla="*/ 137065 w 1009650"/>
                <a:gd name="connsiteY1533" fmla="*/ 253175 h 723900"/>
                <a:gd name="connsiteX1534" fmla="*/ 139636 w 1009650"/>
                <a:gd name="connsiteY1534" fmla="*/ 256127 h 723900"/>
                <a:gd name="connsiteX1535" fmla="*/ 141065 w 1009650"/>
                <a:gd name="connsiteY1535" fmla="*/ 257366 h 723900"/>
                <a:gd name="connsiteX1536" fmla="*/ 142780 w 1009650"/>
                <a:gd name="connsiteY1536" fmla="*/ 258223 h 723900"/>
                <a:gd name="connsiteX1537" fmla="*/ 144780 w 1009650"/>
                <a:gd name="connsiteY1537" fmla="*/ 258794 h 723900"/>
                <a:gd name="connsiteX1538" fmla="*/ 146875 w 1009650"/>
                <a:gd name="connsiteY1538" fmla="*/ 258985 h 723900"/>
                <a:gd name="connsiteX1539" fmla="*/ 149352 w 1009650"/>
                <a:gd name="connsiteY1539" fmla="*/ 258890 h 723900"/>
                <a:gd name="connsiteX1540" fmla="*/ 151448 w 1009650"/>
                <a:gd name="connsiteY1540" fmla="*/ 258604 h 723900"/>
                <a:gd name="connsiteX1541" fmla="*/ 153448 w 1009650"/>
                <a:gd name="connsiteY1541" fmla="*/ 257937 h 723900"/>
                <a:gd name="connsiteX1542" fmla="*/ 155353 w 1009650"/>
                <a:gd name="connsiteY1542" fmla="*/ 256985 h 723900"/>
                <a:gd name="connsiteX1543" fmla="*/ 156877 w 1009650"/>
                <a:gd name="connsiteY1543" fmla="*/ 255842 h 723900"/>
                <a:gd name="connsiteX1544" fmla="*/ 158020 w 1009650"/>
                <a:gd name="connsiteY1544" fmla="*/ 254699 h 723900"/>
                <a:gd name="connsiteX1545" fmla="*/ 158877 w 1009650"/>
                <a:gd name="connsiteY1545" fmla="*/ 253556 h 723900"/>
                <a:gd name="connsiteX1546" fmla="*/ 159353 w 1009650"/>
                <a:gd name="connsiteY1546" fmla="*/ 252508 h 723900"/>
                <a:gd name="connsiteX1547" fmla="*/ 159448 w 1009650"/>
                <a:gd name="connsiteY1547" fmla="*/ 251841 h 723900"/>
                <a:gd name="connsiteX1548" fmla="*/ 159258 w 1009650"/>
                <a:gd name="connsiteY1548" fmla="*/ 251079 h 723900"/>
                <a:gd name="connsiteX1549" fmla="*/ 158401 w 1009650"/>
                <a:gd name="connsiteY1549" fmla="*/ 250698 h 723900"/>
                <a:gd name="connsiteX1550" fmla="*/ 157163 w 1009650"/>
                <a:gd name="connsiteY1550" fmla="*/ 250698 h 723900"/>
                <a:gd name="connsiteX1551" fmla="*/ 152209 w 1009650"/>
                <a:gd name="connsiteY1551" fmla="*/ 252317 h 723900"/>
                <a:gd name="connsiteX1552" fmla="*/ 149638 w 1009650"/>
                <a:gd name="connsiteY1552" fmla="*/ 252794 h 723900"/>
                <a:gd name="connsiteX1553" fmla="*/ 146875 w 1009650"/>
                <a:gd name="connsiteY1553" fmla="*/ 252889 h 723900"/>
                <a:gd name="connsiteX1554" fmla="*/ 143446 w 1009650"/>
                <a:gd name="connsiteY1554" fmla="*/ 252127 h 723900"/>
                <a:gd name="connsiteX1555" fmla="*/ 141732 w 1009650"/>
                <a:gd name="connsiteY1555" fmla="*/ 251174 h 723900"/>
                <a:gd name="connsiteX1556" fmla="*/ 140779 w 1009650"/>
                <a:gd name="connsiteY1556" fmla="*/ 249841 h 723900"/>
                <a:gd name="connsiteX1557" fmla="*/ 140684 w 1009650"/>
                <a:gd name="connsiteY1557" fmla="*/ 248793 h 723900"/>
                <a:gd name="connsiteX1558" fmla="*/ 140875 w 1009650"/>
                <a:gd name="connsiteY1558" fmla="*/ 247841 h 723900"/>
                <a:gd name="connsiteX1559" fmla="*/ 141161 w 1009650"/>
                <a:gd name="connsiteY1559" fmla="*/ 247174 h 723900"/>
                <a:gd name="connsiteX1560" fmla="*/ 141542 w 1009650"/>
                <a:gd name="connsiteY1560" fmla="*/ 246602 h 723900"/>
                <a:gd name="connsiteX1561" fmla="*/ 142304 w 1009650"/>
                <a:gd name="connsiteY1561" fmla="*/ 246412 h 723900"/>
                <a:gd name="connsiteX1562" fmla="*/ 143446 w 1009650"/>
                <a:gd name="connsiteY1562" fmla="*/ 246602 h 723900"/>
                <a:gd name="connsiteX1563" fmla="*/ 145161 w 1009650"/>
                <a:gd name="connsiteY1563" fmla="*/ 247364 h 723900"/>
                <a:gd name="connsiteX1564" fmla="*/ 146590 w 1009650"/>
                <a:gd name="connsiteY1564" fmla="*/ 247841 h 723900"/>
                <a:gd name="connsiteX1565" fmla="*/ 147733 w 1009650"/>
                <a:gd name="connsiteY1565" fmla="*/ 247936 h 723900"/>
                <a:gd name="connsiteX1566" fmla="*/ 148781 w 1009650"/>
                <a:gd name="connsiteY1566" fmla="*/ 247555 h 723900"/>
                <a:gd name="connsiteX1567" fmla="*/ 149447 w 1009650"/>
                <a:gd name="connsiteY1567" fmla="*/ 246793 h 723900"/>
                <a:gd name="connsiteX1568" fmla="*/ 149638 w 1009650"/>
                <a:gd name="connsiteY1568" fmla="*/ 245650 h 723900"/>
                <a:gd name="connsiteX1569" fmla="*/ 149161 w 1009650"/>
                <a:gd name="connsiteY1569" fmla="*/ 244221 h 723900"/>
                <a:gd name="connsiteX1570" fmla="*/ 147066 w 1009650"/>
                <a:gd name="connsiteY1570" fmla="*/ 241649 h 723900"/>
                <a:gd name="connsiteX1571" fmla="*/ 146494 w 1009650"/>
                <a:gd name="connsiteY1571" fmla="*/ 240697 h 723900"/>
                <a:gd name="connsiteX1572" fmla="*/ 146304 w 1009650"/>
                <a:gd name="connsiteY1572" fmla="*/ 240221 h 723900"/>
                <a:gd name="connsiteX1573" fmla="*/ 146209 w 1009650"/>
                <a:gd name="connsiteY1573" fmla="*/ 238982 h 723900"/>
                <a:gd name="connsiteX1574" fmla="*/ 148304 w 1009650"/>
                <a:gd name="connsiteY1574" fmla="*/ 234791 h 723900"/>
                <a:gd name="connsiteX1575" fmla="*/ 149542 w 1009650"/>
                <a:gd name="connsiteY1575" fmla="*/ 232982 h 723900"/>
                <a:gd name="connsiteX1576" fmla="*/ 149923 w 1009650"/>
                <a:gd name="connsiteY1576" fmla="*/ 231743 h 723900"/>
                <a:gd name="connsiteX1577" fmla="*/ 149828 w 1009650"/>
                <a:gd name="connsiteY1577" fmla="*/ 231172 h 723900"/>
                <a:gd name="connsiteX1578" fmla="*/ 149352 w 1009650"/>
                <a:gd name="connsiteY1578" fmla="*/ 230981 h 723900"/>
                <a:gd name="connsiteX1579" fmla="*/ 148685 w 1009650"/>
                <a:gd name="connsiteY1579" fmla="*/ 230981 h 723900"/>
                <a:gd name="connsiteX1580" fmla="*/ 147733 w 1009650"/>
                <a:gd name="connsiteY1580" fmla="*/ 231172 h 723900"/>
                <a:gd name="connsiteX1581" fmla="*/ 143827 w 1009650"/>
                <a:gd name="connsiteY1581" fmla="*/ 232410 h 723900"/>
                <a:gd name="connsiteX1582" fmla="*/ 139636 w 1009650"/>
                <a:gd name="connsiteY1582" fmla="*/ 233458 h 723900"/>
                <a:gd name="connsiteX1583" fmla="*/ 136303 w 1009650"/>
                <a:gd name="connsiteY1583" fmla="*/ 233363 h 723900"/>
                <a:gd name="connsiteX1584" fmla="*/ 130778 w 1009650"/>
                <a:gd name="connsiteY1584" fmla="*/ 232696 h 723900"/>
                <a:gd name="connsiteX1585" fmla="*/ 128969 w 1009650"/>
                <a:gd name="connsiteY1585" fmla="*/ 232982 h 723900"/>
                <a:gd name="connsiteX1586" fmla="*/ 127921 w 1009650"/>
                <a:gd name="connsiteY1586" fmla="*/ 233458 h 723900"/>
                <a:gd name="connsiteX1587" fmla="*/ 127635 w 1009650"/>
                <a:gd name="connsiteY1587" fmla="*/ 234029 h 723900"/>
                <a:gd name="connsiteX1588" fmla="*/ 127444 w 1009650"/>
                <a:gd name="connsiteY1588" fmla="*/ 234601 h 723900"/>
                <a:gd name="connsiteX1589" fmla="*/ 127063 w 1009650"/>
                <a:gd name="connsiteY1589" fmla="*/ 236220 h 723900"/>
                <a:gd name="connsiteX1590" fmla="*/ 126683 w 1009650"/>
                <a:gd name="connsiteY1590" fmla="*/ 236982 h 723900"/>
                <a:gd name="connsiteX1591" fmla="*/ 126302 w 1009650"/>
                <a:gd name="connsiteY1591" fmla="*/ 237649 h 723900"/>
                <a:gd name="connsiteX1592" fmla="*/ 125635 w 1009650"/>
                <a:gd name="connsiteY1592" fmla="*/ 238316 h 723900"/>
                <a:gd name="connsiteX1593" fmla="*/ 124206 w 1009650"/>
                <a:gd name="connsiteY1593" fmla="*/ 239649 h 723900"/>
                <a:gd name="connsiteX1594" fmla="*/ 123825 w 1009650"/>
                <a:gd name="connsiteY1594" fmla="*/ 240125 h 723900"/>
                <a:gd name="connsiteX1595" fmla="*/ 123634 w 1009650"/>
                <a:gd name="connsiteY1595" fmla="*/ 240506 h 723900"/>
                <a:gd name="connsiteX1596" fmla="*/ 123349 w 1009650"/>
                <a:gd name="connsiteY1596" fmla="*/ 241364 h 723900"/>
                <a:gd name="connsiteX1597" fmla="*/ 124396 w 1009650"/>
                <a:gd name="connsiteY1597" fmla="*/ 246126 h 723900"/>
                <a:gd name="connsiteX1598" fmla="*/ 124492 w 1009650"/>
                <a:gd name="connsiteY1598" fmla="*/ 247745 h 723900"/>
                <a:gd name="connsiteX1599" fmla="*/ 124015 w 1009650"/>
                <a:gd name="connsiteY1599" fmla="*/ 250603 h 723900"/>
                <a:gd name="connsiteX1600" fmla="*/ 123539 w 1009650"/>
                <a:gd name="connsiteY1600" fmla="*/ 251746 h 723900"/>
                <a:gd name="connsiteX1601" fmla="*/ 122968 w 1009650"/>
                <a:gd name="connsiteY1601" fmla="*/ 252317 h 723900"/>
                <a:gd name="connsiteX1602" fmla="*/ 122301 w 1009650"/>
                <a:gd name="connsiteY1602" fmla="*/ 252698 h 723900"/>
                <a:gd name="connsiteX1603" fmla="*/ 121539 w 1009650"/>
                <a:gd name="connsiteY1603" fmla="*/ 252698 h 723900"/>
                <a:gd name="connsiteX1604" fmla="*/ 120777 w 1009650"/>
                <a:gd name="connsiteY1604" fmla="*/ 252413 h 723900"/>
                <a:gd name="connsiteX1605" fmla="*/ 118872 w 1009650"/>
                <a:gd name="connsiteY1605" fmla="*/ 251555 h 723900"/>
                <a:gd name="connsiteX1606" fmla="*/ 118205 w 1009650"/>
                <a:gd name="connsiteY1606" fmla="*/ 251460 h 723900"/>
                <a:gd name="connsiteX1607" fmla="*/ 117443 w 1009650"/>
                <a:gd name="connsiteY1607" fmla="*/ 251841 h 723900"/>
                <a:gd name="connsiteX1608" fmla="*/ 114205 w 1009650"/>
                <a:gd name="connsiteY1608" fmla="*/ 254794 h 723900"/>
                <a:gd name="connsiteX1609" fmla="*/ 112871 w 1009650"/>
                <a:gd name="connsiteY1609" fmla="*/ 255556 h 723900"/>
                <a:gd name="connsiteX1610" fmla="*/ 112014 w 1009650"/>
                <a:gd name="connsiteY1610" fmla="*/ 255842 h 723900"/>
                <a:gd name="connsiteX1611" fmla="*/ 110395 w 1009650"/>
                <a:gd name="connsiteY1611" fmla="*/ 255937 h 723900"/>
                <a:gd name="connsiteX1612" fmla="*/ 108680 w 1009650"/>
                <a:gd name="connsiteY1612" fmla="*/ 255556 h 723900"/>
                <a:gd name="connsiteX1613" fmla="*/ 106966 w 1009650"/>
                <a:gd name="connsiteY1613" fmla="*/ 254699 h 723900"/>
                <a:gd name="connsiteX1614" fmla="*/ 104489 w 1009650"/>
                <a:gd name="connsiteY1614" fmla="*/ 252889 h 723900"/>
                <a:gd name="connsiteX1615" fmla="*/ 103251 w 1009650"/>
                <a:gd name="connsiteY1615" fmla="*/ 252413 h 723900"/>
                <a:gd name="connsiteX1616" fmla="*/ 102108 w 1009650"/>
                <a:gd name="connsiteY1616" fmla="*/ 252127 h 723900"/>
                <a:gd name="connsiteX1617" fmla="*/ 100965 w 1009650"/>
                <a:gd name="connsiteY1617" fmla="*/ 251650 h 723900"/>
                <a:gd name="connsiteX1618" fmla="*/ 100108 w 1009650"/>
                <a:gd name="connsiteY1618" fmla="*/ 250889 h 723900"/>
                <a:gd name="connsiteX1619" fmla="*/ 98203 w 1009650"/>
                <a:gd name="connsiteY1619" fmla="*/ 248793 h 723900"/>
                <a:gd name="connsiteX1620" fmla="*/ 96583 w 1009650"/>
                <a:gd name="connsiteY1620" fmla="*/ 247841 h 723900"/>
                <a:gd name="connsiteX1621" fmla="*/ 94679 w 1009650"/>
                <a:gd name="connsiteY1621" fmla="*/ 247174 h 723900"/>
                <a:gd name="connsiteX1622" fmla="*/ 92297 w 1009650"/>
                <a:gd name="connsiteY1622" fmla="*/ 247174 h 723900"/>
                <a:gd name="connsiteX1623" fmla="*/ 91440 w 1009650"/>
                <a:gd name="connsiteY1623" fmla="*/ 247745 h 723900"/>
                <a:gd name="connsiteX1624" fmla="*/ 91250 w 1009650"/>
                <a:gd name="connsiteY1624" fmla="*/ 249174 h 723900"/>
                <a:gd name="connsiteX1625" fmla="*/ 93345 w 1009650"/>
                <a:gd name="connsiteY1625" fmla="*/ 254889 h 723900"/>
                <a:gd name="connsiteX1626" fmla="*/ 93821 w 1009650"/>
                <a:gd name="connsiteY1626" fmla="*/ 256413 h 723900"/>
                <a:gd name="connsiteX1627" fmla="*/ 93917 w 1009650"/>
                <a:gd name="connsiteY1627" fmla="*/ 257842 h 723900"/>
                <a:gd name="connsiteX1628" fmla="*/ 93726 w 1009650"/>
                <a:gd name="connsiteY1628" fmla="*/ 259366 h 723900"/>
                <a:gd name="connsiteX1629" fmla="*/ 93059 w 1009650"/>
                <a:gd name="connsiteY1629" fmla="*/ 263176 h 723900"/>
                <a:gd name="connsiteX1630" fmla="*/ 93250 w 1009650"/>
                <a:gd name="connsiteY1630" fmla="*/ 263938 h 723900"/>
                <a:gd name="connsiteX1631" fmla="*/ 93821 w 1009650"/>
                <a:gd name="connsiteY1631" fmla="*/ 264319 h 723900"/>
                <a:gd name="connsiteX1632" fmla="*/ 95155 w 1009650"/>
                <a:gd name="connsiteY1632" fmla="*/ 264605 h 723900"/>
                <a:gd name="connsiteX1633" fmla="*/ 98584 w 1009650"/>
                <a:gd name="connsiteY1633" fmla="*/ 264509 h 723900"/>
                <a:gd name="connsiteX1634" fmla="*/ 100394 w 1009650"/>
                <a:gd name="connsiteY1634" fmla="*/ 264700 h 723900"/>
                <a:gd name="connsiteX1635" fmla="*/ 103156 w 1009650"/>
                <a:gd name="connsiteY1635" fmla="*/ 265557 h 723900"/>
                <a:gd name="connsiteX1636" fmla="*/ 104299 w 1009650"/>
                <a:gd name="connsiteY1636" fmla="*/ 265843 h 723900"/>
                <a:gd name="connsiteX1637" fmla="*/ 105537 w 1009650"/>
                <a:gd name="connsiteY1637" fmla="*/ 265652 h 723900"/>
                <a:gd name="connsiteX1638" fmla="*/ 106585 w 1009650"/>
                <a:gd name="connsiteY1638" fmla="*/ 265271 h 723900"/>
                <a:gd name="connsiteX1639" fmla="*/ 107728 w 1009650"/>
                <a:gd name="connsiteY1639" fmla="*/ 265176 h 723900"/>
                <a:gd name="connsiteX1640" fmla="*/ 108680 w 1009650"/>
                <a:gd name="connsiteY1640" fmla="*/ 265271 h 723900"/>
                <a:gd name="connsiteX1641" fmla="*/ 109538 w 1009650"/>
                <a:gd name="connsiteY1641" fmla="*/ 265843 h 723900"/>
                <a:gd name="connsiteX1642" fmla="*/ 110109 w 1009650"/>
                <a:gd name="connsiteY1642" fmla="*/ 266891 h 723900"/>
                <a:gd name="connsiteX1643" fmla="*/ 110014 w 1009650"/>
                <a:gd name="connsiteY1643" fmla="*/ 268605 h 723900"/>
                <a:gd name="connsiteX1644" fmla="*/ 109252 w 1009650"/>
                <a:gd name="connsiteY1644" fmla="*/ 270510 h 723900"/>
                <a:gd name="connsiteX1645" fmla="*/ 108775 w 1009650"/>
                <a:gd name="connsiteY1645" fmla="*/ 271939 h 723900"/>
                <a:gd name="connsiteX1646" fmla="*/ 108775 w 1009650"/>
                <a:gd name="connsiteY1646" fmla="*/ 273463 h 723900"/>
                <a:gd name="connsiteX1647" fmla="*/ 108871 w 1009650"/>
                <a:gd name="connsiteY1647" fmla="*/ 275082 h 723900"/>
                <a:gd name="connsiteX1648" fmla="*/ 108490 w 1009650"/>
                <a:gd name="connsiteY1648" fmla="*/ 277463 h 723900"/>
                <a:gd name="connsiteX1649" fmla="*/ 107537 w 1009650"/>
                <a:gd name="connsiteY1649" fmla="*/ 278892 h 723900"/>
                <a:gd name="connsiteX1650" fmla="*/ 106204 w 1009650"/>
                <a:gd name="connsiteY1650" fmla="*/ 279940 h 723900"/>
                <a:gd name="connsiteX1651" fmla="*/ 104680 w 1009650"/>
                <a:gd name="connsiteY1651" fmla="*/ 280607 h 723900"/>
                <a:gd name="connsiteX1652" fmla="*/ 103156 w 1009650"/>
                <a:gd name="connsiteY1652" fmla="*/ 280988 h 723900"/>
                <a:gd name="connsiteX1653" fmla="*/ 98774 w 1009650"/>
                <a:gd name="connsiteY1653" fmla="*/ 281178 h 723900"/>
                <a:gd name="connsiteX1654" fmla="*/ 97536 w 1009650"/>
                <a:gd name="connsiteY1654" fmla="*/ 281083 h 723900"/>
                <a:gd name="connsiteX1655" fmla="*/ 96202 w 1009650"/>
                <a:gd name="connsiteY1655" fmla="*/ 280225 h 723900"/>
                <a:gd name="connsiteX1656" fmla="*/ 95345 w 1009650"/>
                <a:gd name="connsiteY1656" fmla="*/ 278987 h 723900"/>
                <a:gd name="connsiteX1657" fmla="*/ 94012 w 1009650"/>
                <a:gd name="connsiteY1657" fmla="*/ 276130 h 723900"/>
                <a:gd name="connsiteX1658" fmla="*/ 93345 w 1009650"/>
                <a:gd name="connsiteY1658" fmla="*/ 275273 h 723900"/>
                <a:gd name="connsiteX1659" fmla="*/ 91345 w 1009650"/>
                <a:gd name="connsiteY1659" fmla="*/ 274130 h 723900"/>
                <a:gd name="connsiteX1660" fmla="*/ 90678 w 1009650"/>
                <a:gd name="connsiteY1660" fmla="*/ 273272 h 723900"/>
                <a:gd name="connsiteX1661" fmla="*/ 90202 w 1009650"/>
                <a:gd name="connsiteY1661" fmla="*/ 272129 h 723900"/>
                <a:gd name="connsiteX1662" fmla="*/ 89725 w 1009650"/>
                <a:gd name="connsiteY1662" fmla="*/ 268891 h 723900"/>
                <a:gd name="connsiteX1663" fmla="*/ 89154 w 1009650"/>
                <a:gd name="connsiteY1663" fmla="*/ 267272 h 723900"/>
                <a:gd name="connsiteX1664" fmla="*/ 88487 w 1009650"/>
                <a:gd name="connsiteY1664" fmla="*/ 266319 h 723900"/>
                <a:gd name="connsiteX1665" fmla="*/ 87344 w 1009650"/>
                <a:gd name="connsiteY1665" fmla="*/ 266319 h 723900"/>
                <a:gd name="connsiteX1666" fmla="*/ 86677 w 1009650"/>
                <a:gd name="connsiteY1666" fmla="*/ 267081 h 723900"/>
                <a:gd name="connsiteX1667" fmla="*/ 86106 w 1009650"/>
                <a:gd name="connsiteY1667" fmla="*/ 268605 h 723900"/>
                <a:gd name="connsiteX1668" fmla="*/ 85915 w 1009650"/>
                <a:gd name="connsiteY1668" fmla="*/ 272796 h 723900"/>
                <a:gd name="connsiteX1669" fmla="*/ 86011 w 1009650"/>
                <a:gd name="connsiteY1669" fmla="*/ 276130 h 723900"/>
                <a:gd name="connsiteX1670" fmla="*/ 86392 w 1009650"/>
                <a:gd name="connsiteY1670" fmla="*/ 277273 h 723900"/>
                <a:gd name="connsiteX1671" fmla="*/ 87535 w 1009650"/>
                <a:gd name="connsiteY1671" fmla="*/ 279368 h 723900"/>
                <a:gd name="connsiteX1672" fmla="*/ 87630 w 1009650"/>
                <a:gd name="connsiteY1672" fmla="*/ 280702 h 723900"/>
                <a:gd name="connsiteX1673" fmla="*/ 83534 w 1009650"/>
                <a:gd name="connsiteY1673" fmla="*/ 290513 h 723900"/>
                <a:gd name="connsiteX1674" fmla="*/ 80105 w 1009650"/>
                <a:gd name="connsiteY1674" fmla="*/ 296323 h 723900"/>
                <a:gd name="connsiteX1675" fmla="*/ 79724 w 1009650"/>
                <a:gd name="connsiteY1675" fmla="*/ 297466 h 723900"/>
                <a:gd name="connsiteX1676" fmla="*/ 79248 w 1009650"/>
                <a:gd name="connsiteY1676" fmla="*/ 299085 h 723900"/>
                <a:gd name="connsiteX1677" fmla="*/ 79248 w 1009650"/>
                <a:gd name="connsiteY1677" fmla="*/ 300133 h 723900"/>
                <a:gd name="connsiteX1678" fmla="*/ 79629 w 1009650"/>
                <a:gd name="connsiteY1678" fmla="*/ 301276 h 723900"/>
                <a:gd name="connsiteX1679" fmla="*/ 80296 w 1009650"/>
                <a:gd name="connsiteY1679" fmla="*/ 302038 h 723900"/>
                <a:gd name="connsiteX1680" fmla="*/ 91440 w 1009650"/>
                <a:gd name="connsiteY1680" fmla="*/ 305276 h 723900"/>
                <a:gd name="connsiteX1681" fmla="*/ 93345 w 1009650"/>
                <a:gd name="connsiteY1681" fmla="*/ 306324 h 723900"/>
                <a:gd name="connsiteX1682" fmla="*/ 94583 w 1009650"/>
                <a:gd name="connsiteY1682" fmla="*/ 307753 h 723900"/>
                <a:gd name="connsiteX1683" fmla="*/ 94869 w 1009650"/>
                <a:gd name="connsiteY1683" fmla="*/ 310229 h 723900"/>
                <a:gd name="connsiteX1684" fmla="*/ 93917 w 1009650"/>
                <a:gd name="connsiteY1684" fmla="*/ 312230 h 723900"/>
                <a:gd name="connsiteX1685" fmla="*/ 92202 w 1009650"/>
                <a:gd name="connsiteY1685" fmla="*/ 314135 h 723900"/>
                <a:gd name="connsiteX1686" fmla="*/ 85534 w 1009650"/>
                <a:gd name="connsiteY1686" fmla="*/ 319945 h 723900"/>
                <a:gd name="connsiteX1687" fmla="*/ 84963 w 1009650"/>
                <a:gd name="connsiteY1687" fmla="*/ 321278 h 723900"/>
                <a:gd name="connsiteX1688" fmla="*/ 84773 w 1009650"/>
                <a:gd name="connsiteY1688" fmla="*/ 322898 h 723900"/>
                <a:gd name="connsiteX1689" fmla="*/ 84677 w 1009650"/>
                <a:gd name="connsiteY1689" fmla="*/ 324707 h 723900"/>
                <a:gd name="connsiteX1690" fmla="*/ 84106 w 1009650"/>
                <a:gd name="connsiteY1690" fmla="*/ 326898 h 723900"/>
                <a:gd name="connsiteX1691" fmla="*/ 83153 w 1009650"/>
                <a:gd name="connsiteY1691" fmla="*/ 328517 h 723900"/>
                <a:gd name="connsiteX1692" fmla="*/ 81820 w 1009650"/>
                <a:gd name="connsiteY1692" fmla="*/ 330327 h 723900"/>
                <a:gd name="connsiteX1693" fmla="*/ 81534 w 1009650"/>
                <a:gd name="connsiteY1693" fmla="*/ 331470 h 723900"/>
                <a:gd name="connsiteX1694" fmla="*/ 81915 w 1009650"/>
                <a:gd name="connsiteY1694" fmla="*/ 332423 h 723900"/>
                <a:gd name="connsiteX1695" fmla="*/ 83153 w 1009650"/>
                <a:gd name="connsiteY1695" fmla="*/ 332804 h 723900"/>
                <a:gd name="connsiteX1696" fmla="*/ 84773 w 1009650"/>
                <a:gd name="connsiteY1696" fmla="*/ 332899 h 723900"/>
                <a:gd name="connsiteX1697" fmla="*/ 90297 w 1009650"/>
                <a:gd name="connsiteY1697" fmla="*/ 332137 h 723900"/>
                <a:gd name="connsiteX1698" fmla="*/ 92202 w 1009650"/>
                <a:gd name="connsiteY1698" fmla="*/ 332327 h 723900"/>
                <a:gd name="connsiteX1699" fmla="*/ 94107 w 1009650"/>
                <a:gd name="connsiteY1699" fmla="*/ 332994 h 723900"/>
                <a:gd name="connsiteX1700" fmla="*/ 95917 w 1009650"/>
                <a:gd name="connsiteY1700" fmla="*/ 334137 h 723900"/>
                <a:gd name="connsiteX1701" fmla="*/ 97536 w 1009650"/>
                <a:gd name="connsiteY1701" fmla="*/ 335471 h 723900"/>
                <a:gd name="connsiteX1702" fmla="*/ 98679 w 1009650"/>
                <a:gd name="connsiteY1702" fmla="*/ 337280 h 723900"/>
                <a:gd name="connsiteX1703" fmla="*/ 99250 w 1009650"/>
                <a:gd name="connsiteY1703" fmla="*/ 339471 h 723900"/>
                <a:gd name="connsiteX1704" fmla="*/ 99631 w 1009650"/>
                <a:gd name="connsiteY1704" fmla="*/ 345758 h 723900"/>
                <a:gd name="connsiteX1705" fmla="*/ 100203 w 1009650"/>
                <a:gd name="connsiteY1705" fmla="*/ 348329 h 723900"/>
                <a:gd name="connsiteX1706" fmla="*/ 101060 w 1009650"/>
                <a:gd name="connsiteY1706" fmla="*/ 350520 h 723900"/>
                <a:gd name="connsiteX1707" fmla="*/ 102108 w 1009650"/>
                <a:gd name="connsiteY1707" fmla="*/ 352520 h 723900"/>
                <a:gd name="connsiteX1708" fmla="*/ 103156 w 1009650"/>
                <a:gd name="connsiteY1708" fmla="*/ 354235 h 723900"/>
                <a:gd name="connsiteX1709" fmla="*/ 104394 w 1009650"/>
                <a:gd name="connsiteY1709" fmla="*/ 355568 h 723900"/>
                <a:gd name="connsiteX1710" fmla="*/ 106871 w 1009650"/>
                <a:gd name="connsiteY1710" fmla="*/ 357664 h 723900"/>
                <a:gd name="connsiteX1711" fmla="*/ 108013 w 1009650"/>
                <a:gd name="connsiteY1711" fmla="*/ 358712 h 723900"/>
                <a:gd name="connsiteX1712" fmla="*/ 108871 w 1009650"/>
                <a:gd name="connsiteY1712" fmla="*/ 360140 h 723900"/>
                <a:gd name="connsiteX1713" fmla="*/ 108871 w 1009650"/>
                <a:gd name="connsiteY1713" fmla="*/ 361188 h 723900"/>
                <a:gd name="connsiteX1714" fmla="*/ 108204 w 1009650"/>
                <a:gd name="connsiteY1714" fmla="*/ 362331 h 723900"/>
                <a:gd name="connsiteX1715" fmla="*/ 107347 w 1009650"/>
                <a:gd name="connsiteY1715" fmla="*/ 363379 h 723900"/>
                <a:gd name="connsiteX1716" fmla="*/ 106394 w 1009650"/>
                <a:gd name="connsiteY1716" fmla="*/ 365093 h 723900"/>
                <a:gd name="connsiteX1717" fmla="*/ 101917 w 1009650"/>
                <a:gd name="connsiteY1717" fmla="*/ 378333 h 723900"/>
                <a:gd name="connsiteX1718" fmla="*/ 101346 w 1009650"/>
                <a:gd name="connsiteY1718" fmla="*/ 383572 h 723900"/>
                <a:gd name="connsiteX1719" fmla="*/ 101251 w 1009650"/>
                <a:gd name="connsiteY1719" fmla="*/ 387572 h 723900"/>
                <a:gd name="connsiteX1720" fmla="*/ 101441 w 1009650"/>
                <a:gd name="connsiteY1720" fmla="*/ 389858 h 723900"/>
                <a:gd name="connsiteX1721" fmla="*/ 101727 w 1009650"/>
                <a:gd name="connsiteY1721" fmla="*/ 391668 h 723900"/>
                <a:gd name="connsiteX1722" fmla="*/ 102870 w 1009650"/>
                <a:gd name="connsiteY1722" fmla="*/ 393192 h 723900"/>
                <a:gd name="connsiteX1723" fmla="*/ 104680 w 1009650"/>
                <a:gd name="connsiteY1723" fmla="*/ 396621 h 723900"/>
                <a:gd name="connsiteX1724" fmla="*/ 105442 w 1009650"/>
                <a:gd name="connsiteY1724" fmla="*/ 400431 h 723900"/>
                <a:gd name="connsiteX1725" fmla="*/ 105537 w 1009650"/>
                <a:gd name="connsiteY1725" fmla="*/ 402527 h 723900"/>
                <a:gd name="connsiteX1726" fmla="*/ 105537 w 1009650"/>
                <a:gd name="connsiteY1726" fmla="*/ 404813 h 723900"/>
                <a:gd name="connsiteX1727" fmla="*/ 105061 w 1009650"/>
                <a:gd name="connsiteY1727" fmla="*/ 407384 h 723900"/>
                <a:gd name="connsiteX1728" fmla="*/ 104108 w 1009650"/>
                <a:gd name="connsiteY1728" fmla="*/ 409289 h 723900"/>
                <a:gd name="connsiteX1729" fmla="*/ 102965 w 1009650"/>
                <a:gd name="connsiteY1729" fmla="*/ 410718 h 723900"/>
                <a:gd name="connsiteX1730" fmla="*/ 101917 w 1009650"/>
                <a:gd name="connsiteY1730" fmla="*/ 411861 h 723900"/>
                <a:gd name="connsiteX1731" fmla="*/ 100965 w 1009650"/>
                <a:gd name="connsiteY1731" fmla="*/ 413195 h 723900"/>
                <a:gd name="connsiteX1732" fmla="*/ 100203 w 1009650"/>
                <a:gd name="connsiteY1732" fmla="*/ 414528 h 723900"/>
                <a:gd name="connsiteX1733" fmla="*/ 98679 w 1009650"/>
                <a:gd name="connsiteY1733" fmla="*/ 419576 h 723900"/>
                <a:gd name="connsiteX1734" fmla="*/ 97727 w 1009650"/>
                <a:gd name="connsiteY1734" fmla="*/ 421862 h 723900"/>
                <a:gd name="connsiteX1735" fmla="*/ 96679 w 1009650"/>
                <a:gd name="connsiteY1735" fmla="*/ 423577 h 723900"/>
                <a:gd name="connsiteX1736" fmla="*/ 95631 w 1009650"/>
                <a:gd name="connsiteY1736" fmla="*/ 425006 h 723900"/>
                <a:gd name="connsiteX1737" fmla="*/ 92107 w 1009650"/>
                <a:gd name="connsiteY1737" fmla="*/ 428339 h 723900"/>
                <a:gd name="connsiteX1738" fmla="*/ 91154 w 1009650"/>
                <a:gd name="connsiteY1738" fmla="*/ 428816 h 723900"/>
                <a:gd name="connsiteX1739" fmla="*/ 88297 w 1009650"/>
                <a:gd name="connsiteY1739" fmla="*/ 429482 h 723900"/>
                <a:gd name="connsiteX1740" fmla="*/ 87058 w 1009650"/>
                <a:gd name="connsiteY1740" fmla="*/ 429959 h 723900"/>
                <a:gd name="connsiteX1741" fmla="*/ 80486 w 1009650"/>
                <a:gd name="connsiteY1741" fmla="*/ 434340 h 723900"/>
                <a:gd name="connsiteX1742" fmla="*/ 77819 w 1009650"/>
                <a:gd name="connsiteY1742" fmla="*/ 435293 h 723900"/>
                <a:gd name="connsiteX1743" fmla="*/ 71914 w 1009650"/>
                <a:gd name="connsiteY1743" fmla="*/ 437102 h 723900"/>
                <a:gd name="connsiteX1744" fmla="*/ 70009 w 1009650"/>
                <a:gd name="connsiteY1744" fmla="*/ 438341 h 723900"/>
                <a:gd name="connsiteX1745" fmla="*/ 62865 w 1009650"/>
                <a:gd name="connsiteY1745" fmla="*/ 445008 h 723900"/>
                <a:gd name="connsiteX1746" fmla="*/ 61341 w 1009650"/>
                <a:gd name="connsiteY1746" fmla="*/ 447008 h 723900"/>
                <a:gd name="connsiteX1747" fmla="*/ 57340 w 1009650"/>
                <a:gd name="connsiteY1747" fmla="*/ 454819 h 723900"/>
                <a:gd name="connsiteX1748" fmla="*/ 57150 w 1009650"/>
                <a:gd name="connsiteY1748" fmla="*/ 456438 h 723900"/>
                <a:gd name="connsiteX1749" fmla="*/ 57531 w 1009650"/>
                <a:gd name="connsiteY1749" fmla="*/ 457867 h 723900"/>
                <a:gd name="connsiteX1750" fmla="*/ 58388 w 1009650"/>
                <a:gd name="connsiteY1750" fmla="*/ 459010 h 723900"/>
                <a:gd name="connsiteX1751" fmla="*/ 59055 w 1009650"/>
                <a:gd name="connsiteY1751" fmla="*/ 459677 h 723900"/>
                <a:gd name="connsiteX1752" fmla="*/ 59722 w 1009650"/>
                <a:gd name="connsiteY1752" fmla="*/ 460058 h 723900"/>
                <a:gd name="connsiteX1753" fmla="*/ 60674 w 1009650"/>
                <a:gd name="connsiteY1753" fmla="*/ 460439 h 723900"/>
                <a:gd name="connsiteX1754" fmla="*/ 64198 w 1009650"/>
                <a:gd name="connsiteY1754" fmla="*/ 461105 h 723900"/>
                <a:gd name="connsiteX1755" fmla="*/ 67723 w 1009650"/>
                <a:gd name="connsiteY1755" fmla="*/ 462534 h 723900"/>
                <a:gd name="connsiteX1756" fmla="*/ 68961 w 1009650"/>
                <a:gd name="connsiteY1756" fmla="*/ 462725 h 723900"/>
                <a:gd name="connsiteX1757" fmla="*/ 71723 w 1009650"/>
                <a:gd name="connsiteY1757" fmla="*/ 462534 h 723900"/>
                <a:gd name="connsiteX1758" fmla="*/ 73152 w 1009650"/>
                <a:gd name="connsiteY1758" fmla="*/ 462725 h 723900"/>
                <a:gd name="connsiteX1759" fmla="*/ 74390 w 1009650"/>
                <a:gd name="connsiteY1759" fmla="*/ 463391 h 723900"/>
                <a:gd name="connsiteX1760" fmla="*/ 75248 w 1009650"/>
                <a:gd name="connsiteY1760" fmla="*/ 464153 h 723900"/>
                <a:gd name="connsiteX1761" fmla="*/ 76486 w 1009650"/>
                <a:gd name="connsiteY1761" fmla="*/ 466058 h 723900"/>
                <a:gd name="connsiteX1762" fmla="*/ 77343 w 1009650"/>
                <a:gd name="connsiteY1762" fmla="*/ 467011 h 723900"/>
                <a:gd name="connsiteX1763" fmla="*/ 79724 w 1009650"/>
                <a:gd name="connsiteY1763" fmla="*/ 468630 h 723900"/>
                <a:gd name="connsiteX1764" fmla="*/ 80200 w 1009650"/>
                <a:gd name="connsiteY1764" fmla="*/ 469868 h 723900"/>
                <a:gd name="connsiteX1765" fmla="*/ 79153 w 1009650"/>
                <a:gd name="connsiteY1765" fmla="*/ 470821 h 723900"/>
                <a:gd name="connsiteX1766" fmla="*/ 74104 w 1009650"/>
                <a:gd name="connsiteY1766" fmla="*/ 472726 h 723900"/>
                <a:gd name="connsiteX1767" fmla="*/ 67723 w 1009650"/>
                <a:gd name="connsiteY1767" fmla="*/ 477012 h 723900"/>
                <a:gd name="connsiteX1768" fmla="*/ 60579 w 1009650"/>
                <a:gd name="connsiteY1768" fmla="*/ 478727 h 723900"/>
                <a:gd name="connsiteX1769" fmla="*/ 52102 w 1009650"/>
                <a:gd name="connsiteY1769" fmla="*/ 483299 h 723900"/>
                <a:gd name="connsiteX1770" fmla="*/ 49816 w 1009650"/>
                <a:gd name="connsiteY1770" fmla="*/ 483584 h 723900"/>
                <a:gd name="connsiteX1771" fmla="*/ 47720 w 1009650"/>
                <a:gd name="connsiteY1771" fmla="*/ 483203 h 723900"/>
                <a:gd name="connsiteX1772" fmla="*/ 45910 w 1009650"/>
                <a:gd name="connsiteY1772" fmla="*/ 482537 h 723900"/>
                <a:gd name="connsiteX1773" fmla="*/ 44196 w 1009650"/>
                <a:gd name="connsiteY1773" fmla="*/ 482060 h 723900"/>
                <a:gd name="connsiteX1774" fmla="*/ 41815 w 1009650"/>
                <a:gd name="connsiteY1774" fmla="*/ 482060 h 723900"/>
                <a:gd name="connsiteX1775" fmla="*/ 40386 w 1009650"/>
                <a:gd name="connsiteY1775" fmla="*/ 482346 h 723900"/>
                <a:gd name="connsiteX1776" fmla="*/ 39052 w 1009650"/>
                <a:gd name="connsiteY1776" fmla="*/ 483013 h 723900"/>
                <a:gd name="connsiteX1777" fmla="*/ 38100 w 1009650"/>
                <a:gd name="connsiteY1777" fmla="*/ 483680 h 723900"/>
                <a:gd name="connsiteX1778" fmla="*/ 36481 w 1009650"/>
                <a:gd name="connsiteY1778" fmla="*/ 485299 h 723900"/>
                <a:gd name="connsiteX1779" fmla="*/ 34481 w 1009650"/>
                <a:gd name="connsiteY1779" fmla="*/ 486632 h 723900"/>
                <a:gd name="connsiteX1780" fmla="*/ 36862 w 1009650"/>
                <a:gd name="connsiteY1780" fmla="*/ 492824 h 723900"/>
                <a:gd name="connsiteX1781" fmla="*/ 38100 w 1009650"/>
                <a:gd name="connsiteY1781" fmla="*/ 503777 h 723900"/>
                <a:gd name="connsiteX1782" fmla="*/ 38576 w 1009650"/>
                <a:gd name="connsiteY1782" fmla="*/ 505682 h 723900"/>
                <a:gd name="connsiteX1783" fmla="*/ 39243 w 1009650"/>
                <a:gd name="connsiteY1783" fmla="*/ 506825 h 723900"/>
                <a:gd name="connsiteX1784" fmla="*/ 39910 w 1009650"/>
                <a:gd name="connsiteY1784" fmla="*/ 507111 h 723900"/>
                <a:gd name="connsiteX1785" fmla="*/ 40672 w 1009650"/>
                <a:gd name="connsiteY1785" fmla="*/ 507206 h 723900"/>
                <a:gd name="connsiteX1786" fmla="*/ 41529 w 1009650"/>
                <a:gd name="connsiteY1786" fmla="*/ 507016 h 723900"/>
                <a:gd name="connsiteX1787" fmla="*/ 42481 w 1009650"/>
                <a:gd name="connsiteY1787" fmla="*/ 506635 h 723900"/>
                <a:gd name="connsiteX1788" fmla="*/ 43434 w 1009650"/>
                <a:gd name="connsiteY1788" fmla="*/ 505968 h 723900"/>
                <a:gd name="connsiteX1789" fmla="*/ 44767 w 1009650"/>
                <a:gd name="connsiteY1789" fmla="*/ 506254 h 723900"/>
                <a:gd name="connsiteX1790" fmla="*/ 46387 w 1009650"/>
                <a:gd name="connsiteY1790" fmla="*/ 507206 h 723900"/>
                <a:gd name="connsiteX1791" fmla="*/ 49340 w 1009650"/>
                <a:gd name="connsiteY1791" fmla="*/ 511112 h 723900"/>
                <a:gd name="connsiteX1792" fmla="*/ 50102 w 1009650"/>
                <a:gd name="connsiteY1792" fmla="*/ 513398 h 723900"/>
                <a:gd name="connsiteX1793" fmla="*/ 50006 w 1009650"/>
                <a:gd name="connsiteY1793" fmla="*/ 515684 h 723900"/>
                <a:gd name="connsiteX1794" fmla="*/ 40577 w 1009650"/>
                <a:gd name="connsiteY1794" fmla="*/ 534829 h 723900"/>
                <a:gd name="connsiteX1795" fmla="*/ 39719 w 1009650"/>
                <a:gd name="connsiteY1795" fmla="*/ 536067 h 723900"/>
                <a:gd name="connsiteX1796" fmla="*/ 38671 w 1009650"/>
                <a:gd name="connsiteY1796" fmla="*/ 537115 h 723900"/>
                <a:gd name="connsiteX1797" fmla="*/ 37529 w 1009650"/>
                <a:gd name="connsiteY1797" fmla="*/ 538163 h 723900"/>
                <a:gd name="connsiteX1798" fmla="*/ 36195 w 1009650"/>
                <a:gd name="connsiteY1798" fmla="*/ 538925 h 723900"/>
                <a:gd name="connsiteX1799" fmla="*/ 35242 w 1009650"/>
                <a:gd name="connsiteY1799" fmla="*/ 539306 h 723900"/>
                <a:gd name="connsiteX1800" fmla="*/ 33814 w 1009650"/>
                <a:gd name="connsiteY1800" fmla="*/ 539496 h 723900"/>
                <a:gd name="connsiteX1801" fmla="*/ 30861 w 1009650"/>
                <a:gd name="connsiteY1801" fmla="*/ 539496 h 723900"/>
                <a:gd name="connsiteX1802" fmla="*/ 29527 w 1009650"/>
                <a:gd name="connsiteY1802" fmla="*/ 539687 h 723900"/>
                <a:gd name="connsiteX1803" fmla="*/ 28575 w 1009650"/>
                <a:gd name="connsiteY1803" fmla="*/ 539972 h 723900"/>
                <a:gd name="connsiteX1804" fmla="*/ 19907 w 1009650"/>
                <a:gd name="connsiteY1804" fmla="*/ 546735 h 723900"/>
                <a:gd name="connsiteX1805" fmla="*/ 15716 w 1009650"/>
                <a:gd name="connsiteY1805" fmla="*/ 551593 h 723900"/>
                <a:gd name="connsiteX1806" fmla="*/ 14669 w 1009650"/>
                <a:gd name="connsiteY1806" fmla="*/ 552450 h 723900"/>
                <a:gd name="connsiteX1807" fmla="*/ 13335 w 1009650"/>
                <a:gd name="connsiteY1807" fmla="*/ 553022 h 723900"/>
                <a:gd name="connsiteX1808" fmla="*/ 12097 w 1009650"/>
                <a:gd name="connsiteY1808" fmla="*/ 553212 h 723900"/>
                <a:gd name="connsiteX1809" fmla="*/ 10954 w 1009650"/>
                <a:gd name="connsiteY1809" fmla="*/ 553117 h 723900"/>
                <a:gd name="connsiteX1810" fmla="*/ 4477 w 1009650"/>
                <a:gd name="connsiteY1810" fmla="*/ 551117 h 723900"/>
                <a:gd name="connsiteX1811" fmla="*/ 3810 w 1009650"/>
                <a:gd name="connsiteY1811" fmla="*/ 551021 h 723900"/>
                <a:gd name="connsiteX1812" fmla="*/ 2953 w 1009650"/>
                <a:gd name="connsiteY1812" fmla="*/ 551117 h 723900"/>
                <a:gd name="connsiteX1813" fmla="*/ 2096 w 1009650"/>
                <a:gd name="connsiteY1813" fmla="*/ 551688 h 723900"/>
                <a:gd name="connsiteX1814" fmla="*/ 1048 w 1009650"/>
                <a:gd name="connsiteY1814" fmla="*/ 552450 h 723900"/>
                <a:gd name="connsiteX1815" fmla="*/ 0 w 1009650"/>
                <a:gd name="connsiteY1815" fmla="*/ 554736 h 723900"/>
                <a:gd name="connsiteX1816" fmla="*/ 95 w 1009650"/>
                <a:gd name="connsiteY1816" fmla="*/ 556260 h 723900"/>
                <a:gd name="connsiteX1817" fmla="*/ 1333 w 1009650"/>
                <a:gd name="connsiteY1817" fmla="*/ 557594 h 723900"/>
                <a:gd name="connsiteX1818" fmla="*/ 6572 w 1009650"/>
                <a:gd name="connsiteY1818" fmla="*/ 562737 h 723900"/>
                <a:gd name="connsiteX1819" fmla="*/ 8477 w 1009650"/>
                <a:gd name="connsiteY1819" fmla="*/ 564071 h 723900"/>
                <a:gd name="connsiteX1820" fmla="*/ 10192 w 1009650"/>
                <a:gd name="connsiteY1820" fmla="*/ 564833 h 723900"/>
                <a:gd name="connsiteX1821" fmla="*/ 11525 w 1009650"/>
                <a:gd name="connsiteY1821" fmla="*/ 564833 h 723900"/>
                <a:gd name="connsiteX1822" fmla="*/ 16097 w 1009650"/>
                <a:gd name="connsiteY1822" fmla="*/ 564071 h 723900"/>
                <a:gd name="connsiteX1823" fmla="*/ 19812 w 1009650"/>
                <a:gd name="connsiteY1823" fmla="*/ 564356 h 723900"/>
                <a:gd name="connsiteX1824" fmla="*/ 22669 w 1009650"/>
                <a:gd name="connsiteY1824" fmla="*/ 565023 h 723900"/>
                <a:gd name="connsiteX1825" fmla="*/ 24194 w 1009650"/>
                <a:gd name="connsiteY1825" fmla="*/ 565785 h 723900"/>
                <a:gd name="connsiteX1826" fmla="*/ 25241 w 1009650"/>
                <a:gd name="connsiteY1826" fmla="*/ 566833 h 723900"/>
                <a:gd name="connsiteX1827" fmla="*/ 25527 w 1009650"/>
                <a:gd name="connsiteY1827" fmla="*/ 567976 h 723900"/>
                <a:gd name="connsiteX1828" fmla="*/ 25336 w 1009650"/>
                <a:gd name="connsiteY1828" fmla="*/ 569214 h 723900"/>
                <a:gd name="connsiteX1829" fmla="*/ 24765 w 1009650"/>
                <a:gd name="connsiteY1829" fmla="*/ 570452 h 723900"/>
                <a:gd name="connsiteX1830" fmla="*/ 24194 w 1009650"/>
                <a:gd name="connsiteY1830" fmla="*/ 571310 h 723900"/>
                <a:gd name="connsiteX1831" fmla="*/ 23050 w 1009650"/>
                <a:gd name="connsiteY1831" fmla="*/ 572548 h 723900"/>
                <a:gd name="connsiteX1832" fmla="*/ 21622 w 1009650"/>
                <a:gd name="connsiteY1832" fmla="*/ 573596 h 723900"/>
                <a:gd name="connsiteX1833" fmla="*/ 19812 w 1009650"/>
                <a:gd name="connsiteY1833" fmla="*/ 574548 h 723900"/>
                <a:gd name="connsiteX1834" fmla="*/ 17907 w 1009650"/>
                <a:gd name="connsiteY1834" fmla="*/ 575310 h 723900"/>
                <a:gd name="connsiteX1835" fmla="*/ 14288 w 1009650"/>
                <a:gd name="connsiteY1835" fmla="*/ 576072 h 723900"/>
                <a:gd name="connsiteX1836" fmla="*/ 12954 w 1009650"/>
                <a:gd name="connsiteY1836" fmla="*/ 576072 h 723900"/>
                <a:gd name="connsiteX1837" fmla="*/ 11811 w 1009650"/>
                <a:gd name="connsiteY1837" fmla="*/ 575786 h 723900"/>
                <a:gd name="connsiteX1838" fmla="*/ 11049 w 1009650"/>
                <a:gd name="connsiteY1838" fmla="*/ 575310 h 723900"/>
                <a:gd name="connsiteX1839" fmla="*/ 9334 w 1009650"/>
                <a:gd name="connsiteY1839" fmla="*/ 573596 h 723900"/>
                <a:gd name="connsiteX1840" fmla="*/ 8477 w 1009650"/>
                <a:gd name="connsiteY1840" fmla="*/ 572929 h 723900"/>
                <a:gd name="connsiteX1841" fmla="*/ 7715 w 1009650"/>
                <a:gd name="connsiteY1841" fmla="*/ 572548 h 723900"/>
                <a:gd name="connsiteX1842" fmla="*/ 6953 w 1009650"/>
                <a:gd name="connsiteY1842" fmla="*/ 572453 h 723900"/>
                <a:gd name="connsiteX1843" fmla="*/ 6191 w 1009650"/>
                <a:gd name="connsiteY1843" fmla="*/ 572643 h 723900"/>
                <a:gd name="connsiteX1844" fmla="*/ 5525 w 1009650"/>
                <a:gd name="connsiteY1844" fmla="*/ 573119 h 723900"/>
                <a:gd name="connsiteX1845" fmla="*/ 4763 w 1009650"/>
                <a:gd name="connsiteY1845" fmla="*/ 574262 h 723900"/>
                <a:gd name="connsiteX1846" fmla="*/ 4000 w 1009650"/>
                <a:gd name="connsiteY1846" fmla="*/ 576072 h 723900"/>
                <a:gd name="connsiteX1847" fmla="*/ 3619 w 1009650"/>
                <a:gd name="connsiteY1847" fmla="*/ 579406 h 723900"/>
                <a:gd name="connsiteX1848" fmla="*/ 3905 w 1009650"/>
                <a:gd name="connsiteY1848" fmla="*/ 581597 h 723900"/>
                <a:gd name="connsiteX1849" fmla="*/ 4477 w 1009650"/>
                <a:gd name="connsiteY1849" fmla="*/ 583883 h 723900"/>
                <a:gd name="connsiteX1850" fmla="*/ 4763 w 1009650"/>
                <a:gd name="connsiteY1850" fmla="*/ 585502 h 723900"/>
                <a:gd name="connsiteX1851" fmla="*/ 4572 w 1009650"/>
                <a:gd name="connsiteY1851" fmla="*/ 589217 h 723900"/>
                <a:gd name="connsiteX1852" fmla="*/ 4763 w 1009650"/>
                <a:gd name="connsiteY1852" fmla="*/ 590455 h 723900"/>
                <a:gd name="connsiteX1853" fmla="*/ 5429 w 1009650"/>
                <a:gd name="connsiteY1853" fmla="*/ 591407 h 723900"/>
                <a:gd name="connsiteX1854" fmla="*/ 7334 w 1009650"/>
                <a:gd name="connsiteY1854" fmla="*/ 593122 h 723900"/>
                <a:gd name="connsiteX1855" fmla="*/ 8287 w 1009650"/>
                <a:gd name="connsiteY1855" fmla="*/ 594455 h 723900"/>
                <a:gd name="connsiteX1856" fmla="*/ 9430 w 1009650"/>
                <a:gd name="connsiteY1856" fmla="*/ 597027 h 723900"/>
                <a:gd name="connsiteX1857" fmla="*/ 10001 w 1009650"/>
                <a:gd name="connsiteY1857" fmla="*/ 599123 h 723900"/>
                <a:gd name="connsiteX1858" fmla="*/ 10287 w 1009650"/>
                <a:gd name="connsiteY1858" fmla="*/ 601980 h 723900"/>
                <a:gd name="connsiteX1859" fmla="*/ 10668 w 1009650"/>
                <a:gd name="connsiteY1859" fmla="*/ 603314 h 723900"/>
                <a:gd name="connsiteX1860" fmla="*/ 11335 w 1009650"/>
                <a:gd name="connsiteY1860" fmla="*/ 604457 h 723900"/>
                <a:gd name="connsiteX1861" fmla="*/ 12478 w 1009650"/>
                <a:gd name="connsiteY1861" fmla="*/ 605504 h 723900"/>
                <a:gd name="connsiteX1862" fmla="*/ 13335 w 1009650"/>
                <a:gd name="connsiteY1862" fmla="*/ 607124 h 723900"/>
                <a:gd name="connsiteX1863" fmla="*/ 13525 w 1009650"/>
                <a:gd name="connsiteY1863" fmla="*/ 608171 h 723900"/>
                <a:gd name="connsiteX1864" fmla="*/ 12002 w 1009650"/>
                <a:gd name="connsiteY1864" fmla="*/ 612934 h 723900"/>
                <a:gd name="connsiteX1865" fmla="*/ 12002 w 1009650"/>
                <a:gd name="connsiteY1865" fmla="*/ 621983 h 723900"/>
                <a:gd name="connsiteX1866" fmla="*/ 14573 w 1009650"/>
                <a:gd name="connsiteY1866" fmla="*/ 622554 h 723900"/>
                <a:gd name="connsiteX1867" fmla="*/ 18288 w 1009650"/>
                <a:gd name="connsiteY1867" fmla="*/ 624840 h 723900"/>
                <a:gd name="connsiteX1868" fmla="*/ 20765 w 1009650"/>
                <a:gd name="connsiteY1868" fmla="*/ 625316 h 723900"/>
                <a:gd name="connsiteX1869" fmla="*/ 23527 w 1009650"/>
                <a:gd name="connsiteY1869" fmla="*/ 625221 h 723900"/>
                <a:gd name="connsiteX1870" fmla="*/ 25908 w 1009650"/>
                <a:gd name="connsiteY1870" fmla="*/ 624745 h 723900"/>
                <a:gd name="connsiteX1871" fmla="*/ 28004 w 1009650"/>
                <a:gd name="connsiteY1871" fmla="*/ 623983 h 723900"/>
                <a:gd name="connsiteX1872" fmla="*/ 30004 w 1009650"/>
                <a:gd name="connsiteY1872" fmla="*/ 622840 h 723900"/>
                <a:gd name="connsiteX1873" fmla="*/ 30385 w 1009650"/>
                <a:gd name="connsiteY1873" fmla="*/ 622268 h 723900"/>
                <a:gd name="connsiteX1874" fmla="*/ 30480 w 1009650"/>
                <a:gd name="connsiteY1874" fmla="*/ 621411 h 723900"/>
                <a:gd name="connsiteX1875" fmla="*/ 30480 w 1009650"/>
                <a:gd name="connsiteY1875" fmla="*/ 620649 h 723900"/>
                <a:gd name="connsiteX1876" fmla="*/ 30575 w 1009650"/>
                <a:gd name="connsiteY1876" fmla="*/ 620268 h 723900"/>
                <a:gd name="connsiteX1877" fmla="*/ 31147 w 1009650"/>
                <a:gd name="connsiteY1877" fmla="*/ 619982 h 723900"/>
                <a:gd name="connsiteX1878" fmla="*/ 32480 w 1009650"/>
                <a:gd name="connsiteY1878" fmla="*/ 619792 h 723900"/>
                <a:gd name="connsiteX1879" fmla="*/ 34100 w 1009650"/>
                <a:gd name="connsiteY1879" fmla="*/ 619030 h 723900"/>
                <a:gd name="connsiteX1880" fmla="*/ 36671 w 1009650"/>
                <a:gd name="connsiteY1880" fmla="*/ 618268 h 723900"/>
                <a:gd name="connsiteX1881" fmla="*/ 37719 w 1009650"/>
                <a:gd name="connsiteY1881" fmla="*/ 617696 h 723900"/>
                <a:gd name="connsiteX1882" fmla="*/ 42386 w 1009650"/>
                <a:gd name="connsiteY1882" fmla="*/ 613315 h 723900"/>
                <a:gd name="connsiteX1883" fmla="*/ 44196 w 1009650"/>
                <a:gd name="connsiteY1883" fmla="*/ 613124 h 723900"/>
                <a:gd name="connsiteX1884" fmla="*/ 46577 w 1009650"/>
                <a:gd name="connsiteY1884" fmla="*/ 615220 h 723900"/>
                <a:gd name="connsiteX1885" fmla="*/ 53150 w 1009650"/>
                <a:gd name="connsiteY1885" fmla="*/ 622745 h 723900"/>
                <a:gd name="connsiteX1886" fmla="*/ 54197 w 1009650"/>
                <a:gd name="connsiteY1886" fmla="*/ 626364 h 723900"/>
                <a:gd name="connsiteX1887" fmla="*/ 53911 w 1009650"/>
                <a:gd name="connsiteY1887" fmla="*/ 627888 h 723900"/>
                <a:gd name="connsiteX1888" fmla="*/ 53340 w 1009650"/>
                <a:gd name="connsiteY1888" fmla="*/ 638366 h 723900"/>
                <a:gd name="connsiteX1889" fmla="*/ 53435 w 1009650"/>
                <a:gd name="connsiteY1889" fmla="*/ 640271 h 723900"/>
                <a:gd name="connsiteX1890" fmla="*/ 53911 w 1009650"/>
                <a:gd name="connsiteY1890" fmla="*/ 641604 h 723900"/>
                <a:gd name="connsiteX1891" fmla="*/ 55245 w 1009650"/>
                <a:gd name="connsiteY1891" fmla="*/ 644271 h 723900"/>
                <a:gd name="connsiteX1892" fmla="*/ 55626 w 1009650"/>
                <a:gd name="connsiteY1892" fmla="*/ 645414 h 723900"/>
                <a:gd name="connsiteX1893" fmla="*/ 55912 w 1009650"/>
                <a:gd name="connsiteY1893" fmla="*/ 648843 h 723900"/>
                <a:gd name="connsiteX1894" fmla="*/ 56293 w 1009650"/>
                <a:gd name="connsiteY1894" fmla="*/ 649986 h 723900"/>
                <a:gd name="connsiteX1895" fmla="*/ 57245 w 1009650"/>
                <a:gd name="connsiteY1895" fmla="*/ 651129 h 723900"/>
                <a:gd name="connsiteX1896" fmla="*/ 58865 w 1009650"/>
                <a:gd name="connsiteY1896" fmla="*/ 652367 h 723900"/>
                <a:gd name="connsiteX1897" fmla="*/ 61722 w 1009650"/>
                <a:gd name="connsiteY1897" fmla="*/ 654272 h 723900"/>
                <a:gd name="connsiteX1898" fmla="*/ 65437 w 1009650"/>
                <a:gd name="connsiteY1898" fmla="*/ 657320 h 723900"/>
                <a:gd name="connsiteX1899" fmla="*/ 67342 w 1009650"/>
                <a:gd name="connsiteY1899" fmla="*/ 658463 h 723900"/>
                <a:gd name="connsiteX1900" fmla="*/ 73438 w 1009650"/>
                <a:gd name="connsiteY1900" fmla="*/ 660083 h 723900"/>
                <a:gd name="connsiteX1901" fmla="*/ 74771 w 1009650"/>
                <a:gd name="connsiteY1901" fmla="*/ 661226 h 723900"/>
                <a:gd name="connsiteX1902" fmla="*/ 75914 w 1009650"/>
                <a:gd name="connsiteY1902" fmla="*/ 662464 h 723900"/>
                <a:gd name="connsiteX1903" fmla="*/ 77343 w 1009650"/>
                <a:gd name="connsiteY1903" fmla="*/ 663607 h 723900"/>
                <a:gd name="connsiteX1904" fmla="*/ 78867 w 1009650"/>
                <a:gd name="connsiteY1904" fmla="*/ 664369 h 723900"/>
                <a:gd name="connsiteX1905" fmla="*/ 81534 w 1009650"/>
                <a:gd name="connsiteY1905" fmla="*/ 664655 h 723900"/>
                <a:gd name="connsiteX1906" fmla="*/ 85249 w 1009650"/>
                <a:gd name="connsiteY1906" fmla="*/ 664655 h 723900"/>
                <a:gd name="connsiteX1907" fmla="*/ 95631 w 1009650"/>
                <a:gd name="connsiteY1907" fmla="*/ 663702 h 723900"/>
                <a:gd name="connsiteX1908" fmla="*/ 96965 w 1009650"/>
                <a:gd name="connsiteY1908" fmla="*/ 663702 h 723900"/>
                <a:gd name="connsiteX1909" fmla="*/ 100298 w 1009650"/>
                <a:gd name="connsiteY1909" fmla="*/ 664274 h 723900"/>
                <a:gd name="connsiteX1910" fmla="*/ 101441 w 1009650"/>
                <a:gd name="connsiteY1910" fmla="*/ 664655 h 723900"/>
                <a:gd name="connsiteX1911" fmla="*/ 102489 w 1009650"/>
                <a:gd name="connsiteY1911" fmla="*/ 665226 h 723900"/>
                <a:gd name="connsiteX1912" fmla="*/ 104299 w 1009650"/>
                <a:gd name="connsiteY1912" fmla="*/ 666845 h 723900"/>
                <a:gd name="connsiteX1913" fmla="*/ 105727 w 1009650"/>
                <a:gd name="connsiteY1913" fmla="*/ 667798 h 723900"/>
                <a:gd name="connsiteX1914" fmla="*/ 107442 w 1009650"/>
                <a:gd name="connsiteY1914" fmla="*/ 668465 h 723900"/>
                <a:gd name="connsiteX1915" fmla="*/ 113062 w 1009650"/>
                <a:gd name="connsiteY1915" fmla="*/ 668750 h 723900"/>
                <a:gd name="connsiteX1916" fmla="*/ 113824 w 1009650"/>
                <a:gd name="connsiteY1916" fmla="*/ 669036 h 723900"/>
                <a:gd name="connsiteX1917" fmla="*/ 116777 w 1009650"/>
                <a:gd name="connsiteY1917" fmla="*/ 670560 h 723900"/>
                <a:gd name="connsiteX1918" fmla="*/ 118015 w 1009650"/>
                <a:gd name="connsiteY1918" fmla="*/ 671417 h 723900"/>
                <a:gd name="connsiteX1919" fmla="*/ 120301 w 1009650"/>
                <a:gd name="connsiteY1919" fmla="*/ 673799 h 723900"/>
                <a:gd name="connsiteX1920" fmla="*/ 124777 w 1009650"/>
                <a:gd name="connsiteY1920" fmla="*/ 680180 h 723900"/>
                <a:gd name="connsiteX1921" fmla="*/ 125921 w 1009650"/>
                <a:gd name="connsiteY1921" fmla="*/ 683133 h 723900"/>
                <a:gd name="connsiteX1922" fmla="*/ 126587 w 1009650"/>
                <a:gd name="connsiteY1922" fmla="*/ 684562 h 723900"/>
                <a:gd name="connsiteX1923" fmla="*/ 127540 w 1009650"/>
                <a:gd name="connsiteY1923" fmla="*/ 685895 h 723900"/>
                <a:gd name="connsiteX1924" fmla="*/ 128778 w 1009650"/>
                <a:gd name="connsiteY1924" fmla="*/ 686943 h 723900"/>
                <a:gd name="connsiteX1925" fmla="*/ 130207 w 1009650"/>
                <a:gd name="connsiteY1925" fmla="*/ 687705 h 723900"/>
                <a:gd name="connsiteX1926" fmla="*/ 136684 w 1009650"/>
                <a:gd name="connsiteY1926" fmla="*/ 690182 h 723900"/>
                <a:gd name="connsiteX1927" fmla="*/ 148495 w 1009650"/>
                <a:gd name="connsiteY1927" fmla="*/ 692849 h 723900"/>
                <a:gd name="connsiteX1928" fmla="*/ 152590 w 1009650"/>
                <a:gd name="connsiteY1928" fmla="*/ 692468 h 723900"/>
                <a:gd name="connsiteX1929" fmla="*/ 154019 w 1009650"/>
                <a:gd name="connsiteY1929" fmla="*/ 692753 h 723900"/>
                <a:gd name="connsiteX1930" fmla="*/ 154972 w 1009650"/>
                <a:gd name="connsiteY1930" fmla="*/ 693134 h 723900"/>
                <a:gd name="connsiteX1931" fmla="*/ 156496 w 1009650"/>
                <a:gd name="connsiteY1931" fmla="*/ 693420 h 723900"/>
                <a:gd name="connsiteX1932" fmla="*/ 167926 w 1009650"/>
                <a:gd name="connsiteY1932" fmla="*/ 693420 h 723900"/>
                <a:gd name="connsiteX1933" fmla="*/ 172688 w 1009650"/>
                <a:gd name="connsiteY1933" fmla="*/ 693992 h 723900"/>
                <a:gd name="connsiteX1934" fmla="*/ 174212 w 1009650"/>
                <a:gd name="connsiteY1934" fmla="*/ 693992 h 723900"/>
                <a:gd name="connsiteX1935" fmla="*/ 178308 w 1009650"/>
                <a:gd name="connsiteY1935" fmla="*/ 692944 h 723900"/>
                <a:gd name="connsiteX1936" fmla="*/ 180880 w 1009650"/>
                <a:gd name="connsiteY1936" fmla="*/ 692944 h 723900"/>
                <a:gd name="connsiteX1937" fmla="*/ 182880 w 1009650"/>
                <a:gd name="connsiteY1937" fmla="*/ 692468 h 723900"/>
                <a:gd name="connsiteX1938" fmla="*/ 184690 w 1009650"/>
                <a:gd name="connsiteY1938" fmla="*/ 692372 h 723900"/>
                <a:gd name="connsiteX1939" fmla="*/ 189071 w 1009650"/>
                <a:gd name="connsiteY1939" fmla="*/ 692944 h 723900"/>
                <a:gd name="connsiteX1940" fmla="*/ 194024 w 1009650"/>
                <a:gd name="connsiteY1940" fmla="*/ 693230 h 723900"/>
                <a:gd name="connsiteX1941" fmla="*/ 206407 w 1009650"/>
                <a:gd name="connsiteY1941" fmla="*/ 692563 h 723900"/>
                <a:gd name="connsiteX1942" fmla="*/ 213836 w 1009650"/>
                <a:gd name="connsiteY1942" fmla="*/ 690563 h 723900"/>
                <a:gd name="connsiteX1943" fmla="*/ 217170 w 1009650"/>
                <a:gd name="connsiteY1943" fmla="*/ 691515 h 723900"/>
                <a:gd name="connsiteX1944" fmla="*/ 220599 w 1009650"/>
                <a:gd name="connsiteY1944" fmla="*/ 691420 h 723900"/>
                <a:gd name="connsiteX1945" fmla="*/ 222409 w 1009650"/>
                <a:gd name="connsiteY1945" fmla="*/ 691610 h 723900"/>
                <a:gd name="connsiteX1946" fmla="*/ 226409 w 1009650"/>
                <a:gd name="connsiteY1946" fmla="*/ 693230 h 723900"/>
                <a:gd name="connsiteX1947" fmla="*/ 232505 w 1009650"/>
                <a:gd name="connsiteY1947" fmla="*/ 694754 h 723900"/>
                <a:gd name="connsiteX1948" fmla="*/ 233553 w 1009650"/>
                <a:gd name="connsiteY1948" fmla="*/ 694849 h 723900"/>
                <a:gd name="connsiteX1949" fmla="*/ 234696 w 1009650"/>
                <a:gd name="connsiteY1949" fmla="*/ 694658 h 723900"/>
                <a:gd name="connsiteX1950" fmla="*/ 236029 w 1009650"/>
                <a:gd name="connsiteY1950" fmla="*/ 694277 h 723900"/>
                <a:gd name="connsiteX1951" fmla="*/ 237458 w 1009650"/>
                <a:gd name="connsiteY1951" fmla="*/ 694468 h 723900"/>
                <a:gd name="connsiteX1952" fmla="*/ 238696 w 1009650"/>
                <a:gd name="connsiteY1952" fmla="*/ 695611 h 723900"/>
                <a:gd name="connsiteX1953" fmla="*/ 240316 w 1009650"/>
                <a:gd name="connsiteY1953" fmla="*/ 698945 h 723900"/>
                <a:gd name="connsiteX1954" fmla="*/ 242983 w 1009650"/>
                <a:gd name="connsiteY1954" fmla="*/ 705422 h 723900"/>
                <a:gd name="connsiteX1955" fmla="*/ 243173 w 1009650"/>
                <a:gd name="connsiteY1955" fmla="*/ 710660 h 723900"/>
                <a:gd name="connsiteX1956" fmla="*/ 244411 w 1009650"/>
                <a:gd name="connsiteY1956" fmla="*/ 716185 h 723900"/>
                <a:gd name="connsiteX1957" fmla="*/ 243935 w 1009650"/>
                <a:gd name="connsiteY1957" fmla="*/ 717614 h 723900"/>
                <a:gd name="connsiteX1958" fmla="*/ 243078 w 1009650"/>
                <a:gd name="connsiteY1958" fmla="*/ 718185 h 723900"/>
                <a:gd name="connsiteX1959" fmla="*/ 242030 w 1009650"/>
                <a:gd name="connsiteY1959" fmla="*/ 718376 h 723900"/>
                <a:gd name="connsiteX1960" fmla="*/ 241173 w 1009650"/>
                <a:gd name="connsiteY1960" fmla="*/ 718376 h 723900"/>
                <a:gd name="connsiteX1961" fmla="*/ 240506 w 1009650"/>
                <a:gd name="connsiteY1961" fmla="*/ 718471 h 723900"/>
                <a:gd name="connsiteX1962" fmla="*/ 240125 w 1009650"/>
                <a:gd name="connsiteY1962" fmla="*/ 718757 h 723900"/>
                <a:gd name="connsiteX1963" fmla="*/ 239935 w 1009650"/>
                <a:gd name="connsiteY1963" fmla="*/ 719138 h 723900"/>
                <a:gd name="connsiteX1964" fmla="*/ 239840 w 1009650"/>
                <a:gd name="connsiteY1964" fmla="*/ 719423 h 723900"/>
                <a:gd name="connsiteX1965" fmla="*/ 239840 w 1009650"/>
                <a:gd name="connsiteY1965" fmla="*/ 719709 h 723900"/>
                <a:gd name="connsiteX1966" fmla="*/ 240030 w 1009650"/>
                <a:gd name="connsiteY1966" fmla="*/ 720281 h 723900"/>
                <a:gd name="connsiteX1967" fmla="*/ 240411 w 1009650"/>
                <a:gd name="connsiteY1967" fmla="*/ 721138 h 723900"/>
                <a:gd name="connsiteX1968" fmla="*/ 244507 w 1009650"/>
                <a:gd name="connsiteY1968" fmla="*/ 726853 h 723900"/>
                <a:gd name="connsiteX1969" fmla="*/ 247174 w 1009650"/>
                <a:gd name="connsiteY1969" fmla="*/ 728377 h 723900"/>
                <a:gd name="connsiteX1970" fmla="*/ 249460 w 1009650"/>
                <a:gd name="connsiteY1970" fmla="*/ 729425 h 723900"/>
                <a:gd name="connsiteX1971" fmla="*/ 260985 w 1009650"/>
                <a:gd name="connsiteY1971" fmla="*/ 730758 h 723900"/>
                <a:gd name="connsiteX1972" fmla="*/ 264509 w 1009650"/>
                <a:gd name="connsiteY1972" fmla="*/ 729901 h 723900"/>
                <a:gd name="connsiteX1973" fmla="*/ 271558 w 1009650"/>
                <a:gd name="connsiteY1973" fmla="*/ 729329 h 723900"/>
                <a:gd name="connsiteX1974" fmla="*/ 275273 w 1009650"/>
                <a:gd name="connsiteY1974" fmla="*/ 728091 h 723900"/>
                <a:gd name="connsiteX1975" fmla="*/ 278225 w 1009650"/>
                <a:gd name="connsiteY1975" fmla="*/ 726662 h 723900"/>
                <a:gd name="connsiteX1976" fmla="*/ 279749 w 1009650"/>
                <a:gd name="connsiteY1976" fmla="*/ 724853 h 723900"/>
                <a:gd name="connsiteX1977" fmla="*/ 282035 w 1009650"/>
                <a:gd name="connsiteY1977" fmla="*/ 721233 h 723900"/>
                <a:gd name="connsiteX1978" fmla="*/ 283464 w 1009650"/>
                <a:gd name="connsiteY1978" fmla="*/ 719423 h 723900"/>
                <a:gd name="connsiteX1979" fmla="*/ 285369 w 1009650"/>
                <a:gd name="connsiteY1979" fmla="*/ 717709 h 723900"/>
                <a:gd name="connsiteX1980" fmla="*/ 288322 w 1009650"/>
                <a:gd name="connsiteY1980" fmla="*/ 716375 h 723900"/>
                <a:gd name="connsiteX1981" fmla="*/ 290417 w 1009650"/>
                <a:gd name="connsiteY1981" fmla="*/ 715899 h 723900"/>
                <a:gd name="connsiteX1982" fmla="*/ 298704 w 1009650"/>
                <a:gd name="connsiteY1982" fmla="*/ 714947 h 723900"/>
                <a:gd name="connsiteX1983" fmla="*/ 300133 w 1009650"/>
                <a:gd name="connsiteY1983" fmla="*/ 714185 h 723900"/>
                <a:gd name="connsiteX1984" fmla="*/ 301276 w 1009650"/>
                <a:gd name="connsiteY1984" fmla="*/ 712851 h 723900"/>
                <a:gd name="connsiteX1985" fmla="*/ 302323 w 1009650"/>
                <a:gd name="connsiteY1985" fmla="*/ 711137 h 723900"/>
                <a:gd name="connsiteX1986" fmla="*/ 303371 w 1009650"/>
                <a:gd name="connsiteY1986" fmla="*/ 708946 h 723900"/>
                <a:gd name="connsiteX1987" fmla="*/ 303276 w 1009650"/>
                <a:gd name="connsiteY1987" fmla="*/ 703707 h 723900"/>
                <a:gd name="connsiteX1988" fmla="*/ 301657 w 1009650"/>
                <a:gd name="connsiteY1988" fmla="*/ 700373 h 723900"/>
                <a:gd name="connsiteX1989" fmla="*/ 301181 w 1009650"/>
                <a:gd name="connsiteY1989" fmla="*/ 699040 h 723900"/>
                <a:gd name="connsiteX1990" fmla="*/ 300990 w 1009650"/>
                <a:gd name="connsiteY1990" fmla="*/ 697802 h 723900"/>
                <a:gd name="connsiteX1991" fmla="*/ 301371 w 1009650"/>
                <a:gd name="connsiteY1991" fmla="*/ 696849 h 723900"/>
                <a:gd name="connsiteX1992" fmla="*/ 302514 w 1009650"/>
                <a:gd name="connsiteY1992" fmla="*/ 695611 h 723900"/>
                <a:gd name="connsiteX1993" fmla="*/ 305276 w 1009650"/>
                <a:gd name="connsiteY1993" fmla="*/ 693515 h 723900"/>
                <a:gd name="connsiteX1994" fmla="*/ 309753 w 1009650"/>
                <a:gd name="connsiteY1994" fmla="*/ 691039 h 723900"/>
                <a:gd name="connsiteX1995" fmla="*/ 310991 w 1009650"/>
                <a:gd name="connsiteY1995" fmla="*/ 690086 h 723900"/>
                <a:gd name="connsiteX1996" fmla="*/ 312039 w 1009650"/>
                <a:gd name="connsiteY1996" fmla="*/ 688943 h 723900"/>
                <a:gd name="connsiteX1997" fmla="*/ 314325 w 1009650"/>
                <a:gd name="connsiteY1997" fmla="*/ 683990 h 723900"/>
                <a:gd name="connsiteX1998" fmla="*/ 315182 w 1009650"/>
                <a:gd name="connsiteY1998" fmla="*/ 682847 h 723900"/>
                <a:gd name="connsiteX1999" fmla="*/ 316611 w 1009650"/>
                <a:gd name="connsiteY1999" fmla="*/ 681609 h 723900"/>
                <a:gd name="connsiteX2000" fmla="*/ 317563 w 1009650"/>
                <a:gd name="connsiteY2000" fmla="*/ 680561 h 723900"/>
                <a:gd name="connsiteX2001" fmla="*/ 318230 w 1009650"/>
                <a:gd name="connsiteY2001" fmla="*/ 678942 h 723900"/>
                <a:gd name="connsiteX2002" fmla="*/ 318421 w 1009650"/>
                <a:gd name="connsiteY2002" fmla="*/ 678371 h 723900"/>
                <a:gd name="connsiteX2003" fmla="*/ 318516 w 1009650"/>
                <a:gd name="connsiteY2003" fmla="*/ 677894 h 723900"/>
                <a:gd name="connsiteX2004" fmla="*/ 318516 w 1009650"/>
                <a:gd name="connsiteY2004" fmla="*/ 677513 h 723900"/>
                <a:gd name="connsiteX2005" fmla="*/ 318516 w 1009650"/>
                <a:gd name="connsiteY2005" fmla="*/ 677037 h 723900"/>
                <a:gd name="connsiteX2006" fmla="*/ 318611 w 1009650"/>
                <a:gd name="connsiteY2006" fmla="*/ 674370 h 723900"/>
                <a:gd name="connsiteX2007" fmla="*/ 318802 w 1009650"/>
                <a:gd name="connsiteY2007" fmla="*/ 673513 h 723900"/>
                <a:gd name="connsiteX2008" fmla="*/ 318897 w 1009650"/>
                <a:gd name="connsiteY2008" fmla="*/ 671894 h 723900"/>
                <a:gd name="connsiteX2009" fmla="*/ 319469 w 1009650"/>
                <a:gd name="connsiteY2009" fmla="*/ 668560 h 723900"/>
                <a:gd name="connsiteX2010" fmla="*/ 321850 w 1009650"/>
                <a:gd name="connsiteY2010" fmla="*/ 665702 h 723900"/>
                <a:gd name="connsiteX2011" fmla="*/ 325184 w 1009650"/>
                <a:gd name="connsiteY2011" fmla="*/ 664083 h 723900"/>
                <a:gd name="connsiteX2012" fmla="*/ 331661 w 1009650"/>
                <a:gd name="connsiteY2012" fmla="*/ 664178 h 723900"/>
                <a:gd name="connsiteX2013" fmla="*/ 333756 w 1009650"/>
                <a:gd name="connsiteY2013" fmla="*/ 663512 h 723900"/>
                <a:gd name="connsiteX2014" fmla="*/ 346615 w 1009650"/>
                <a:gd name="connsiteY2014" fmla="*/ 654082 h 723900"/>
                <a:gd name="connsiteX2015" fmla="*/ 351282 w 1009650"/>
                <a:gd name="connsiteY2015" fmla="*/ 651796 h 723900"/>
                <a:gd name="connsiteX2016" fmla="*/ 356616 w 1009650"/>
                <a:gd name="connsiteY2016" fmla="*/ 650367 h 723900"/>
                <a:gd name="connsiteX2017" fmla="*/ 362521 w 1009650"/>
                <a:gd name="connsiteY2017" fmla="*/ 649796 h 723900"/>
                <a:gd name="connsiteX2018" fmla="*/ 363950 w 1009650"/>
                <a:gd name="connsiteY2018" fmla="*/ 650081 h 723900"/>
                <a:gd name="connsiteX2019" fmla="*/ 364808 w 1009650"/>
                <a:gd name="connsiteY2019" fmla="*/ 650653 h 723900"/>
                <a:gd name="connsiteX2020" fmla="*/ 365379 w 1009650"/>
                <a:gd name="connsiteY2020" fmla="*/ 651129 h 723900"/>
                <a:gd name="connsiteX2021" fmla="*/ 365665 w 1009650"/>
                <a:gd name="connsiteY2021" fmla="*/ 651701 h 723900"/>
                <a:gd name="connsiteX2022" fmla="*/ 366141 w 1009650"/>
                <a:gd name="connsiteY2022" fmla="*/ 652367 h 723900"/>
                <a:gd name="connsiteX2023" fmla="*/ 366808 w 1009650"/>
                <a:gd name="connsiteY2023" fmla="*/ 652939 h 723900"/>
                <a:gd name="connsiteX2024" fmla="*/ 367570 w 1009650"/>
                <a:gd name="connsiteY2024" fmla="*/ 653225 h 723900"/>
                <a:gd name="connsiteX2025" fmla="*/ 368522 w 1009650"/>
                <a:gd name="connsiteY2025" fmla="*/ 653225 h 723900"/>
                <a:gd name="connsiteX2026" fmla="*/ 369761 w 1009650"/>
                <a:gd name="connsiteY2026" fmla="*/ 652748 h 723900"/>
                <a:gd name="connsiteX2027" fmla="*/ 370618 w 1009650"/>
                <a:gd name="connsiteY2027" fmla="*/ 652082 h 723900"/>
                <a:gd name="connsiteX2028" fmla="*/ 371284 w 1009650"/>
                <a:gd name="connsiteY2028" fmla="*/ 651224 h 723900"/>
                <a:gd name="connsiteX2029" fmla="*/ 372237 w 1009650"/>
                <a:gd name="connsiteY2029" fmla="*/ 649415 h 723900"/>
                <a:gd name="connsiteX2030" fmla="*/ 372999 w 1009650"/>
                <a:gd name="connsiteY2030" fmla="*/ 648938 h 723900"/>
                <a:gd name="connsiteX2031" fmla="*/ 376238 w 1009650"/>
                <a:gd name="connsiteY2031" fmla="*/ 648272 h 723900"/>
                <a:gd name="connsiteX2032" fmla="*/ 377476 w 1009650"/>
                <a:gd name="connsiteY2032" fmla="*/ 647319 h 723900"/>
                <a:gd name="connsiteX2033" fmla="*/ 378523 w 1009650"/>
                <a:gd name="connsiteY2033" fmla="*/ 645795 h 723900"/>
                <a:gd name="connsiteX2034" fmla="*/ 379762 w 1009650"/>
                <a:gd name="connsiteY2034" fmla="*/ 644652 h 723900"/>
                <a:gd name="connsiteX2035" fmla="*/ 381667 w 1009650"/>
                <a:gd name="connsiteY2035" fmla="*/ 644081 h 723900"/>
                <a:gd name="connsiteX2036" fmla="*/ 396431 w 1009650"/>
                <a:gd name="connsiteY2036" fmla="*/ 644652 h 723900"/>
                <a:gd name="connsiteX2037" fmla="*/ 397955 w 1009650"/>
                <a:gd name="connsiteY2037" fmla="*/ 644938 h 723900"/>
                <a:gd name="connsiteX2038" fmla="*/ 399479 w 1009650"/>
                <a:gd name="connsiteY2038" fmla="*/ 645795 h 723900"/>
                <a:gd name="connsiteX2039" fmla="*/ 400145 w 1009650"/>
                <a:gd name="connsiteY2039" fmla="*/ 646557 h 723900"/>
                <a:gd name="connsiteX2040" fmla="*/ 400621 w 1009650"/>
                <a:gd name="connsiteY2040" fmla="*/ 647414 h 723900"/>
                <a:gd name="connsiteX2041" fmla="*/ 400812 w 1009650"/>
                <a:gd name="connsiteY2041" fmla="*/ 648176 h 723900"/>
                <a:gd name="connsiteX2042" fmla="*/ 401098 w 1009650"/>
                <a:gd name="connsiteY2042" fmla="*/ 648653 h 723900"/>
                <a:gd name="connsiteX2043" fmla="*/ 401384 w 1009650"/>
                <a:gd name="connsiteY2043" fmla="*/ 649224 h 723900"/>
                <a:gd name="connsiteX2044" fmla="*/ 402050 w 1009650"/>
                <a:gd name="connsiteY2044" fmla="*/ 649605 h 723900"/>
                <a:gd name="connsiteX2045" fmla="*/ 404622 w 1009650"/>
                <a:gd name="connsiteY2045" fmla="*/ 650558 h 723900"/>
                <a:gd name="connsiteX2046" fmla="*/ 405765 w 1009650"/>
                <a:gd name="connsiteY2046" fmla="*/ 651320 h 723900"/>
                <a:gd name="connsiteX2047" fmla="*/ 406527 w 1009650"/>
                <a:gd name="connsiteY2047" fmla="*/ 652367 h 723900"/>
                <a:gd name="connsiteX2048" fmla="*/ 406908 w 1009650"/>
                <a:gd name="connsiteY2048" fmla="*/ 653701 h 723900"/>
                <a:gd name="connsiteX2049" fmla="*/ 408146 w 1009650"/>
                <a:gd name="connsiteY2049" fmla="*/ 662464 h 723900"/>
                <a:gd name="connsiteX2050" fmla="*/ 408146 w 1009650"/>
                <a:gd name="connsiteY2050" fmla="*/ 664274 h 723900"/>
                <a:gd name="connsiteX2051" fmla="*/ 407956 w 1009650"/>
                <a:gd name="connsiteY2051" fmla="*/ 666083 h 723900"/>
                <a:gd name="connsiteX2052" fmla="*/ 408051 w 1009650"/>
                <a:gd name="connsiteY2052" fmla="*/ 667798 h 723900"/>
                <a:gd name="connsiteX2053" fmla="*/ 408623 w 1009650"/>
                <a:gd name="connsiteY2053" fmla="*/ 669131 h 723900"/>
                <a:gd name="connsiteX2054" fmla="*/ 409384 w 1009650"/>
                <a:gd name="connsiteY2054" fmla="*/ 670179 h 723900"/>
                <a:gd name="connsiteX2055" fmla="*/ 409861 w 1009650"/>
                <a:gd name="connsiteY2055" fmla="*/ 671132 h 723900"/>
                <a:gd name="connsiteX2056" fmla="*/ 409575 w 1009650"/>
                <a:gd name="connsiteY2056" fmla="*/ 672179 h 723900"/>
                <a:gd name="connsiteX2057" fmla="*/ 408623 w 1009650"/>
                <a:gd name="connsiteY2057" fmla="*/ 672656 h 723900"/>
                <a:gd name="connsiteX2058" fmla="*/ 407289 w 1009650"/>
                <a:gd name="connsiteY2058" fmla="*/ 672846 h 723900"/>
                <a:gd name="connsiteX2059" fmla="*/ 395954 w 1009650"/>
                <a:gd name="connsiteY2059" fmla="*/ 672084 h 723900"/>
                <a:gd name="connsiteX2060" fmla="*/ 394525 w 1009650"/>
                <a:gd name="connsiteY2060" fmla="*/ 672275 h 723900"/>
                <a:gd name="connsiteX2061" fmla="*/ 393478 w 1009650"/>
                <a:gd name="connsiteY2061" fmla="*/ 672846 h 723900"/>
                <a:gd name="connsiteX2062" fmla="*/ 393097 w 1009650"/>
                <a:gd name="connsiteY2062" fmla="*/ 673894 h 723900"/>
                <a:gd name="connsiteX2063" fmla="*/ 392906 w 1009650"/>
                <a:gd name="connsiteY2063" fmla="*/ 675418 h 723900"/>
                <a:gd name="connsiteX2064" fmla="*/ 392906 w 1009650"/>
                <a:gd name="connsiteY2064" fmla="*/ 676656 h 723900"/>
                <a:gd name="connsiteX2065" fmla="*/ 393097 w 1009650"/>
                <a:gd name="connsiteY2065" fmla="*/ 677990 h 723900"/>
                <a:gd name="connsiteX2066" fmla="*/ 393192 w 1009650"/>
                <a:gd name="connsiteY2066" fmla="*/ 678275 h 723900"/>
                <a:gd name="connsiteX2067" fmla="*/ 395669 w 1009650"/>
                <a:gd name="connsiteY2067" fmla="*/ 682943 h 723900"/>
                <a:gd name="connsiteX2068" fmla="*/ 398812 w 1009650"/>
                <a:gd name="connsiteY2068" fmla="*/ 687610 h 723900"/>
                <a:gd name="connsiteX2069" fmla="*/ 399383 w 1009650"/>
                <a:gd name="connsiteY2069" fmla="*/ 688943 h 723900"/>
                <a:gd name="connsiteX2070" fmla="*/ 399574 w 1009650"/>
                <a:gd name="connsiteY2070" fmla="*/ 690372 h 723900"/>
                <a:gd name="connsiteX2071" fmla="*/ 399859 w 1009650"/>
                <a:gd name="connsiteY2071" fmla="*/ 691420 h 723900"/>
                <a:gd name="connsiteX2072" fmla="*/ 400240 w 1009650"/>
                <a:gd name="connsiteY2072" fmla="*/ 691610 h 723900"/>
                <a:gd name="connsiteX2073" fmla="*/ 401098 w 1009650"/>
                <a:gd name="connsiteY2073" fmla="*/ 690944 h 723900"/>
                <a:gd name="connsiteX2074" fmla="*/ 401955 w 1009650"/>
                <a:gd name="connsiteY2074" fmla="*/ 689134 h 723900"/>
                <a:gd name="connsiteX2075" fmla="*/ 402527 w 1009650"/>
                <a:gd name="connsiteY2075" fmla="*/ 688467 h 723900"/>
                <a:gd name="connsiteX2076" fmla="*/ 403193 w 1009650"/>
                <a:gd name="connsiteY2076" fmla="*/ 688372 h 723900"/>
                <a:gd name="connsiteX2077" fmla="*/ 404622 w 1009650"/>
                <a:gd name="connsiteY2077" fmla="*/ 688562 h 723900"/>
                <a:gd name="connsiteX2078" fmla="*/ 405479 w 1009650"/>
                <a:gd name="connsiteY2078" fmla="*/ 689039 h 723900"/>
                <a:gd name="connsiteX2079" fmla="*/ 406336 w 1009650"/>
                <a:gd name="connsiteY2079" fmla="*/ 689801 h 723900"/>
                <a:gd name="connsiteX2080" fmla="*/ 407098 w 1009650"/>
                <a:gd name="connsiteY2080" fmla="*/ 690848 h 723900"/>
                <a:gd name="connsiteX2081" fmla="*/ 407956 w 1009650"/>
                <a:gd name="connsiteY2081" fmla="*/ 691706 h 723900"/>
                <a:gd name="connsiteX2082" fmla="*/ 408813 w 1009650"/>
                <a:gd name="connsiteY2082" fmla="*/ 692182 h 723900"/>
                <a:gd name="connsiteX2083" fmla="*/ 409956 w 1009650"/>
                <a:gd name="connsiteY2083" fmla="*/ 692468 h 723900"/>
                <a:gd name="connsiteX2084" fmla="*/ 411385 w 1009650"/>
                <a:gd name="connsiteY2084" fmla="*/ 692372 h 723900"/>
                <a:gd name="connsiteX2085" fmla="*/ 412623 w 1009650"/>
                <a:gd name="connsiteY2085" fmla="*/ 691896 h 723900"/>
                <a:gd name="connsiteX2086" fmla="*/ 414433 w 1009650"/>
                <a:gd name="connsiteY2086" fmla="*/ 690944 h 723900"/>
                <a:gd name="connsiteX2087" fmla="*/ 415576 w 1009650"/>
                <a:gd name="connsiteY2087" fmla="*/ 690563 h 723900"/>
                <a:gd name="connsiteX2088" fmla="*/ 416909 w 1009650"/>
                <a:gd name="connsiteY2088" fmla="*/ 690658 h 723900"/>
                <a:gd name="connsiteX2089" fmla="*/ 418338 w 1009650"/>
                <a:gd name="connsiteY2089" fmla="*/ 691039 h 723900"/>
                <a:gd name="connsiteX2090" fmla="*/ 421291 w 1009650"/>
                <a:gd name="connsiteY2090" fmla="*/ 691134 h 723900"/>
                <a:gd name="connsiteX2091" fmla="*/ 422148 w 1009650"/>
                <a:gd name="connsiteY2091" fmla="*/ 691515 h 723900"/>
                <a:gd name="connsiteX2092" fmla="*/ 422910 w 1009650"/>
                <a:gd name="connsiteY2092" fmla="*/ 692277 h 723900"/>
                <a:gd name="connsiteX2093" fmla="*/ 423482 w 1009650"/>
                <a:gd name="connsiteY2093" fmla="*/ 693039 h 723900"/>
                <a:gd name="connsiteX2094" fmla="*/ 424339 w 1009650"/>
                <a:gd name="connsiteY2094" fmla="*/ 693230 h 723900"/>
                <a:gd name="connsiteX2095" fmla="*/ 425482 w 1009650"/>
                <a:gd name="connsiteY2095" fmla="*/ 692944 h 723900"/>
                <a:gd name="connsiteX2096" fmla="*/ 429101 w 1009650"/>
                <a:gd name="connsiteY2096" fmla="*/ 690467 h 723900"/>
                <a:gd name="connsiteX2097" fmla="*/ 431197 w 1009650"/>
                <a:gd name="connsiteY2097" fmla="*/ 689705 h 723900"/>
                <a:gd name="connsiteX2098" fmla="*/ 434150 w 1009650"/>
                <a:gd name="connsiteY2098" fmla="*/ 687705 h 723900"/>
                <a:gd name="connsiteX2099" fmla="*/ 434911 w 1009650"/>
                <a:gd name="connsiteY2099" fmla="*/ 687515 h 723900"/>
                <a:gd name="connsiteX2100" fmla="*/ 436150 w 1009650"/>
                <a:gd name="connsiteY2100" fmla="*/ 687705 h 723900"/>
                <a:gd name="connsiteX2101" fmla="*/ 441674 w 1009650"/>
                <a:gd name="connsiteY2101" fmla="*/ 690086 h 723900"/>
                <a:gd name="connsiteX2102" fmla="*/ 443770 w 1009650"/>
                <a:gd name="connsiteY2102" fmla="*/ 690753 h 723900"/>
                <a:gd name="connsiteX2103" fmla="*/ 446056 w 1009650"/>
                <a:gd name="connsiteY2103" fmla="*/ 690848 h 723900"/>
                <a:gd name="connsiteX2104" fmla="*/ 448246 w 1009650"/>
                <a:gd name="connsiteY2104" fmla="*/ 690467 h 723900"/>
                <a:gd name="connsiteX2105" fmla="*/ 461963 w 1009650"/>
                <a:gd name="connsiteY2105" fmla="*/ 685895 h 723900"/>
                <a:gd name="connsiteX2106" fmla="*/ 468535 w 1009650"/>
                <a:gd name="connsiteY2106" fmla="*/ 682752 h 723900"/>
                <a:gd name="connsiteX2107" fmla="*/ 473107 w 1009650"/>
                <a:gd name="connsiteY2107" fmla="*/ 679990 h 723900"/>
                <a:gd name="connsiteX2108" fmla="*/ 475298 w 1009650"/>
                <a:gd name="connsiteY2108" fmla="*/ 678275 h 723900"/>
                <a:gd name="connsiteX2109" fmla="*/ 477869 w 1009650"/>
                <a:gd name="connsiteY2109" fmla="*/ 675323 h 723900"/>
                <a:gd name="connsiteX2110" fmla="*/ 479298 w 1009650"/>
                <a:gd name="connsiteY2110" fmla="*/ 673418 h 723900"/>
                <a:gd name="connsiteX2111" fmla="*/ 480822 w 1009650"/>
                <a:gd name="connsiteY2111" fmla="*/ 671798 h 723900"/>
                <a:gd name="connsiteX2112" fmla="*/ 482632 w 1009650"/>
                <a:gd name="connsiteY2112" fmla="*/ 670751 h 723900"/>
                <a:gd name="connsiteX2113" fmla="*/ 489109 w 1009650"/>
                <a:gd name="connsiteY2113" fmla="*/ 669322 h 723900"/>
                <a:gd name="connsiteX2114" fmla="*/ 494443 w 1009650"/>
                <a:gd name="connsiteY2114" fmla="*/ 667417 h 723900"/>
                <a:gd name="connsiteX2115" fmla="*/ 497110 w 1009650"/>
                <a:gd name="connsiteY2115" fmla="*/ 663893 h 723900"/>
                <a:gd name="connsiteX2116" fmla="*/ 497872 w 1009650"/>
                <a:gd name="connsiteY2116" fmla="*/ 663226 h 723900"/>
                <a:gd name="connsiteX2117" fmla="*/ 498824 w 1009650"/>
                <a:gd name="connsiteY2117" fmla="*/ 662845 h 723900"/>
                <a:gd name="connsiteX2118" fmla="*/ 499967 w 1009650"/>
                <a:gd name="connsiteY2118" fmla="*/ 662654 h 723900"/>
                <a:gd name="connsiteX2119" fmla="*/ 500825 w 1009650"/>
                <a:gd name="connsiteY2119" fmla="*/ 662559 h 723900"/>
                <a:gd name="connsiteX2120" fmla="*/ 503396 w 1009650"/>
                <a:gd name="connsiteY2120" fmla="*/ 662750 h 723900"/>
                <a:gd name="connsiteX2121" fmla="*/ 504063 w 1009650"/>
                <a:gd name="connsiteY2121" fmla="*/ 662940 h 723900"/>
                <a:gd name="connsiteX2122" fmla="*/ 505492 w 1009650"/>
                <a:gd name="connsiteY2122" fmla="*/ 663702 h 723900"/>
                <a:gd name="connsiteX2123" fmla="*/ 506349 w 1009650"/>
                <a:gd name="connsiteY2123" fmla="*/ 664940 h 723900"/>
                <a:gd name="connsiteX2124" fmla="*/ 506444 w 1009650"/>
                <a:gd name="connsiteY2124" fmla="*/ 668369 h 723900"/>
                <a:gd name="connsiteX2125" fmla="*/ 507302 w 1009650"/>
                <a:gd name="connsiteY2125" fmla="*/ 670370 h 723900"/>
                <a:gd name="connsiteX2126" fmla="*/ 507778 w 1009650"/>
                <a:gd name="connsiteY2126" fmla="*/ 671894 h 723900"/>
                <a:gd name="connsiteX2127" fmla="*/ 508063 w 1009650"/>
                <a:gd name="connsiteY2127" fmla="*/ 674846 h 723900"/>
                <a:gd name="connsiteX2128" fmla="*/ 508063 w 1009650"/>
                <a:gd name="connsiteY2128" fmla="*/ 676180 h 723900"/>
                <a:gd name="connsiteX2129" fmla="*/ 507873 w 1009650"/>
                <a:gd name="connsiteY2129" fmla="*/ 676656 h 723900"/>
                <a:gd name="connsiteX2130" fmla="*/ 507873 w 1009650"/>
                <a:gd name="connsiteY2130" fmla="*/ 676942 h 723900"/>
                <a:gd name="connsiteX2131" fmla="*/ 507968 w 1009650"/>
                <a:gd name="connsiteY2131" fmla="*/ 677037 h 723900"/>
                <a:gd name="connsiteX2132" fmla="*/ 508444 w 1009650"/>
                <a:gd name="connsiteY2132" fmla="*/ 677228 h 723900"/>
                <a:gd name="connsiteX2133" fmla="*/ 509111 w 1009650"/>
                <a:gd name="connsiteY2133" fmla="*/ 677323 h 723900"/>
                <a:gd name="connsiteX2134" fmla="*/ 510159 w 1009650"/>
                <a:gd name="connsiteY2134" fmla="*/ 677228 h 723900"/>
                <a:gd name="connsiteX2135" fmla="*/ 511111 w 1009650"/>
                <a:gd name="connsiteY2135" fmla="*/ 676942 h 723900"/>
                <a:gd name="connsiteX2136" fmla="*/ 512445 w 1009650"/>
                <a:gd name="connsiteY2136" fmla="*/ 676180 h 723900"/>
                <a:gd name="connsiteX2137" fmla="*/ 513398 w 1009650"/>
                <a:gd name="connsiteY2137" fmla="*/ 675513 h 723900"/>
                <a:gd name="connsiteX2138" fmla="*/ 514636 w 1009650"/>
                <a:gd name="connsiteY2138" fmla="*/ 674846 h 723900"/>
                <a:gd name="connsiteX2139" fmla="*/ 515969 w 1009650"/>
                <a:gd name="connsiteY2139" fmla="*/ 674561 h 723900"/>
                <a:gd name="connsiteX2140" fmla="*/ 517874 w 1009650"/>
                <a:gd name="connsiteY2140" fmla="*/ 674846 h 723900"/>
                <a:gd name="connsiteX2141" fmla="*/ 519398 w 1009650"/>
                <a:gd name="connsiteY2141" fmla="*/ 675513 h 723900"/>
                <a:gd name="connsiteX2142" fmla="*/ 520351 w 1009650"/>
                <a:gd name="connsiteY2142" fmla="*/ 676180 h 723900"/>
                <a:gd name="connsiteX2143" fmla="*/ 522637 w 1009650"/>
                <a:gd name="connsiteY2143" fmla="*/ 678180 h 723900"/>
                <a:gd name="connsiteX2144" fmla="*/ 523399 w 1009650"/>
                <a:gd name="connsiteY2144" fmla="*/ 678656 h 723900"/>
                <a:gd name="connsiteX2145" fmla="*/ 530924 w 1009650"/>
                <a:gd name="connsiteY2145" fmla="*/ 680657 h 723900"/>
                <a:gd name="connsiteX2146" fmla="*/ 538925 w 1009650"/>
                <a:gd name="connsiteY2146" fmla="*/ 681228 h 723900"/>
                <a:gd name="connsiteX2147" fmla="*/ 541210 w 1009650"/>
                <a:gd name="connsiteY2147" fmla="*/ 681038 h 723900"/>
                <a:gd name="connsiteX2148" fmla="*/ 543782 w 1009650"/>
                <a:gd name="connsiteY2148" fmla="*/ 680085 h 723900"/>
                <a:gd name="connsiteX2149" fmla="*/ 550926 w 1009650"/>
                <a:gd name="connsiteY2149" fmla="*/ 679418 h 723900"/>
                <a:gd name="connsiteX2150" fmla="*/ 555403 w 1009650"/>
                <a:gd name="connsiteY2150" fmla="*/ 677990 h 723900"/>
                <a:gd name="connsiteX2151" fmla="*/ 558451 w 1009650"/>
                <a:gd name="connsiteY2151" fmla="*/ 677418 h 723900"/>
                <a:gd name="connsiteX2152" fmla="*/ 562928 w 1009650"/>
                <a:gd name="connsiteY2152" fmla="*/ 676942 h 723900"/>
                <a:gd name="connsiteX2153" fmla="*/ 564451 w 1009650"/>
                <a:gd name="connsiteY2153" fmla="*/ 676370 h 723900"/>
                <a:gd name="connsiteX2154" fmla="*/ 565880 w 1009650"/>
                <a:gd name="connsiteY2154" fmla="*/ 675037 h 723900"/>
                <a:gd name="connsiteX2155" fmla="*/ 566166 w 1009650"/>
                <a:gd name="connsiteY2155" fmla="*/ 673799 h 723900"/>
                <a:gd name="connsiteX2156" fmla="*/ 566071 w 1009650"/>
                <a:gd name="connsiteY2156" fmla="*/ 672656 h 723900"/>
                <a:gd name="connsiteX2157" fmla="*/ 565595 w 1009650"/>
                <a:gd name="connsiteY2157" fmla="*/ 671513 h 723900"/>
                <a:gd name="connsiteX2158" fmla="*/ 565118 w 1009650"/>
                <a:gd name="connsiteY2158" fmla="*/ 670179 h 723900"/>
                <a:gd name="connsiteX2159" fmla="*/ 565023 w 1009650"/>
                <a:gd name="connsiteY2159" fmla="*/ 669131 h 723900"/>
                <a:gd name="connsiteX2160" fmla="*/ 566166 w 1009650"/>
                <a:gd name="connsiteY2160" fmla="*/ 667893 h 723900"/>
                <a:gd name="connsiteX2161" fmla="*/ 568262 w 1009650"/>
                <a:gd name="connsiteY2161" fmla="*/ 666941 h 723900"/>
                <a:gd name="connsiteX2162" fmla="*/ 573596 w 1009650"/>
                <a:gd name="connsiteY2162" fmla="*/ 665321 h 723900"/>
                <a:gd name="connsiteX2163" fmla="*/ 583406 w 1009650"/>
                <a:gd name="connsiteY2163" fmla="*/ 664178 h 723900"/>
                <a:gd name="connsiteX2164" fmla="*/ 587407 w 1009650"/>
                <a:gd name="connsiteY2164" fmla="*/ 663035 h 723900"/>
                <a:gd name="connsiteX2165" fmla="*/ 593217 w 1009650"/>
                <a:gd name="connsiteY2165" fmla="*/ 660749 h 723900"/>
                <a:gd name="connsiteX2166" fmla="*/ 596455 w 1009650"/>
                <a:gd name="connsiteY2166" fmla="*/ 659892 h 723900"/>
                <a:gd name="connsiteX2167" fmla="*/ 598932 w 1009650"/>
                <a:gd name="connsiteY2167" fmla="*/ 658940 h 723900"/>
                <a:gd name="connsiteX2168" fmla="*/ 600266 w 1009650"/>
                <a:gd name="connsiteY2168" fmla="*/ 657797 h 723900"/>
                <a:gd name="connsiteX2169" fmla="*/ 601028 w 1009650"/>
                <a:gd name="connsiteY2169" fmla="*/ 655511 h 723900"/>
                <a:gd name="connsiteX2170" fmla="*/ 601218 w 1009650"/>
                <a:gd name="connsiteY2170" fmla="*/ 653987 h 723900"/>
                <a:gd name="connsiteX2171" fmla="*/ 601218 w 1009650"/>
                <a:gd name="connsiteY2171" fmla="*/ 652844 h 723900"/>
                <a:gd name="connsiteX2172" fmla="*/ 601409 w 1009650"/>
                <a:gd name="connsiteY2172" fmla="*/ 652177 h 723900"/>
                <a:gd name="connsiteX2173" fmla="*/ 601694 w 1009650"/>
                <a:gd name="connsiteY2173" fmla="*/ 651701 h 723900"/>
                <a:gd name="connsiteX2174" fmla="*/ 603885 w 1009650"/>
                <a:gd name="connsiteY2174" fmla="*/ 651510 h 723900"/>
                <a:gd name="connsiteX2175" fmla="*/ 608076 w 1009650"/>
                <a:gd name="connsiteY2175" fmla="*/ 653606 h 723900"/>
                <a:gd name="connsiteX2176" fmla="*/ 609600 w 1009650"/>
                <a:gd name="connsiteY2176" fmla="*/ 654082 h 723900"/>
                <a:gd name="connsiteX2177" fmla="*/ 612267 w 1009650"/>
                <a:gd name="connsiteY2177" fmla="*/ 654558 h 723900"/>
                <a:gd name="connsiteX2178" fmla="*/ 616553 w 1009650"/>
                <a:gd name="connsiteY2178" fmla="*/ 654368 h 723900"/>
                <a:gd name="connsiteX2179" fmla="*/ 618458 w 1009650"/>
                <a:gd name="connsiteY2179" fmla="*/ 654653 h 723900"/>
                <a:gd name="connsiteX2180" fmla="*/ 620078 w 1009650"/>
                <a:gd name="connsiteY2180" fmla="*/ 654463 h 723900"/>
                <a:gd name="connsiteX2181" fmla="*/ 621697 w 1009650"/>
                <a:gd name="connsiteY2181" fmla="*/ 654558 h 723900"/>
                <a:gd name="connsiteX2182" fmla="*/ 623221 w 1009650"/>
                <a:gd name="connsiteY2182" fmla="*/ 654939 h 723900"/>
                <a:gd name="connsiteX2183" fmla="*/ 628364 w 1009650"/>
                <a:gd name="connsiteY2183" fmla="*/ 656749 h 723900"/>
                <a:gd name="connsiteX2184" fmla="*/ 630079 w 1009650"/>
                <a:gd name="connsiteY2184" fmla="*/ 657892 h 723900"/>
                <a:gd name="connsiteX2185" fmla="*/ 631508 w 1009650"/>
                <a:gd name="connsiteY2185" fmla="*/ 660845 h 723900"/>
                <a:gd name="connsiteX2186" fmla="*/ 635508 w 1009650"/>
                <a:gd name="connsiteY2186" fmla="*/ 663321 h 723900"/>
                <a:gd name="connsiteX2187" fmla="*/ 635984 w 1009650"/>
                <a:gd name="connsiteY2187" fmla="*/ 665988 h 723900"/>
                <a:gd name="connsiteX2188" fmla="*/ 636270 w 1009650"/>
                <a:gd name="connsiteY2188" fmla="*/ 666750 h 723900"/>
                <a:gd name="connsiteX2189" fmla="*/ 636651 w 1009650"/>
                <a:gd name="connsiteY2189" fmla="*/ 667512 h 723900"/>
                <a:gd name="connsiteX2190" fmla="*/ 637032 w 1009650"/>
                <a:gd name="connsiteY2190" fmla="*/ 668369 h 723900"/>
                <a:gd name="connsiteX2191" fmla="*/ 637318 w 1009650"/>
                <a:gd name="connsiteY2191" fmla="*/ 669417 h 723900"/>
                <a:gd name="connsiteX2192" fmla="*/ 637604 w 1009650"/>
                <a:gd name="connsiteY2192" fmla="*/ 671894 h 723900"/>
                <a:gd name="connsiteX2193" fmla="*/ 638080 w 1009650"/>
                <a:gd name="connsiteY2193" fmla="*/ 672846 h 723900"/>
                <a:gd name="connsiteX2194" fmla="*/ 639223 w 1009650"/>
                <a:gd name="connsiteY2194" fmla="*/ 673322 h 723900"/>
                <a:gd name="connsiteX2195" fmla="*/ 640556 w 1009650"/>
                <a:gd name="connsiteY2195" fmla="*/ 673227 h 723900"/>
                <a:gd name="connsiteX2196" fmla="*/ 643223 w 1009650"/>
                <a:gd name="connsiteY2196" fmla="*/ 672275 h 723900"/>
                <a:gd name="connsiteX2197" fmla="*/ 644843 w 1009650"/>
                <a:gd name="connsiteY2197" fmla="*/ 671227 h 723900"/>
                <a:gd name="connsiteX2198" fmla="*/ 647033 w 1009650"/>
                <a:gd name="connsiteY2198" fmla="*/ 669322 h 723900"/>
                <a:gd name="connsiteX2199" fmla="*/ 649034 w 1009650"/>
                <a:gd name="connsiteY2199" fmla="*/ 667988 h 723900"/>
                <a:gd name="connsiteX2200" fmla="*/ 650176 w 1009650"/>
                <a:gd name="connsiteY2200" fmla="*/ 667607 h 723900"/>
                <a:gd name="connsiteX2201" fmla="*/ 651605 w 1009650"/>
                <a:gd name="connsiteY2201" fmla="*/ 667322 h 723900"/>
                <a:gd name="connsiteX2202" fmla="*/ 655320 w 1009650"/>
                <a:gd name="connsiteY2202" fmla="*/ 667703 h 723900"/>
                <a:gd name="connsiteX2203" fmla="*/ 661511 w 1009650"/>
                <a:gd name="connsiteY2203" fmla="*/ 666464 h 723900"/>
                <a:gd name="connsiteX2204" fmla="*/ 664178 w 1009650"/>
                <a:gd name="connsiteY2204" fmla="*/ 666655 h 723900"/>
                <a:gd name="connsiteX2205" fmla="*/ 666083 w 1009650"/>
                <a:gd name="connsiteY2205" fmla="*/ 667226 h 723900"/>
                <a:gd name="connsiteX2206" fmla="*/ 667798 w 1009650"/>
                <a:gd name="connsiteY2206" fmla="*/ 668274 h 723900"/>
                <a:gd name="connsiteX2207" fmla="*/ 668846 w 1009650"/>
                <a:gd name="connsiteY2207" fmla="*/ 669512 h 723900"/>
                <a:gd name="connsiteX2208" fmla="*/ 669608 w 1009650"/>
                <a:gd name="connsiteY2208" fmla="*/ 671036 h 723900"/>
                <a:gd name="connsiteX2209" fmla="*/ 670179 w 1009650"/>
                <a:gd name="connsiteY2209" fmla="*/ 672751 h 723900"/>
                <a:gd name="connsiteX2210" fmla="*/ 670941 w 1009650"/>
                <a:gd name="connsiteY2210" fmla="*/ 673894 h 723900"/>
                <a:gd name="connsiteX2211" fmla="*/ 672084 w 1009650"/>
                <a:gd name="connsiteY2211" fmla="*/ 674465 h 723900"/>
                <a:gd name="connsiteX2212" fmla="*/ 673513 w 1009650"/>
                <a:gd name="connsiteY2212" fmla="*/ 674656 h 723900"/>
                <a:gd name="connsiteX2213" fmla="*/ 675608 w 1009650"/>
                <a:gd name="connsiteY2213" fmla="*/ 674465 h 723900"/>
                <a:gd name="connsiteX2214" fmla="*/ 677418 w 1009650"/>
                <a:gd name="connsiteY2214" fmla="*/ 674084 h 723900"/>
                <a:gd name="connsiteX2215" fmla="*/ 679609 w 1009650"/>
                <a:gd name="connsiteY2215" fmla="*/ 673418 h 723900"/>
                <a:gd name="connsiteX2216" fmla="*/ 680371 w 1009650"/>
                <a:gd name="connsiteY2216" fmla="*/ 672846 h 723900"/>
                <a:gd name="connsiteX2217" fmla="*/ 681704 w 1009650"/>
                <a:gd name="connsiteY2217" fmla="*/ 671322 h 723900"/>
                <a:gd name="connsiteX2218" fmla="*/ 683038 w 1009650"/>
                <a:gd name="connsiteY2218" fmla="*/ 671132 h 723900"/>
                <a:gd name="connsiteX2219" fmla="*/ 685324 w 1009650"/>
                <a:gd name="connsiteY2219" fmla="*/ 670370 h 723900"/>
                <a:gd name="connsiteX2220" fmla="*/ 686848 w 1009650"/>
                <a:gd name="connsiteY2220" fmla="*/ 670465 h 723900"/>
                <a:gd name="connsiteX2221" fmla="*/ 686943 w 1009650"/>
                <a:gd name="connsiteY2221" fmla="*/ 670751 h 723900"/>
                <a:gd name="connsiteX2222" fmla="*/ 686943 w 1009650"/>
                <a:gd name="connsiteY2222" fmla="*/ 671227 h 723900"/>
                <a:gd name="connsiteX2223" fmla="*/ 687038 w 1009650"/>
                <a:gd name="connsiteY2223" fmla="*/ 671798 h 723900"/>
                <a:gd name="connsiteX2224" fmla="*/ 687610 w 1009650"/>
                <a:gd name="connsiteY2224" fmla="*/ 672179 h 723900"/>
                <a:gd name="connsiteX2225" fmla="*/ 688181 w 1009650"/>
                <a:gd name="connsiteY2225" fmla="*/ 672179 h 723900"/>
                <a:gd name="connsiteX2226" fmla="*/ 689991 w 1009650"/>
                <a:gd name="connsiteY2226" fmla="*/ 672179 h 723900"/>
                <a:gd name="connsiteX2227" fmla="*/ 698659 w 1009650"/>
                <a:gd name="connsiteY2227" fmla="*/ 669227 h 723900"/>
                <a:gd name="connsiteX2228" fmla="*/ 699611 w 1009650"/>
                <a:gd name="connsiteY2228" fmla="*/ 666750 h 723900"/>
                <a:gd name="connsiteX2229" fmla="*/ 701897 w 1009650"/>
                <a:gd name="connsiteY2229" fmla="*/ 665226 h 723900"/>
                <a:gd name="connsiteX2230" fmla="*/ 708279 w 1009650"/>
                <a:gd name="connsiteY2230" fmla="*/ 663131 h 723900"/>
                <a:gd name="connsiteX2231" fmla="*/ 709517 w 1009650"/>
                <a:gd name="connsiteY2231" fmla="*/ 662464 h 723900"/>
                <a:gd name="connsiteX2232" fmla="*/ 710375 w 1009650"/>
                <a:gd name="connsiteY2232" fmla="*/ 661702 h 723900"/>
                <a:gd name="connsiteX2233" fmla="*/ 710946 w 1009650"/>
                <a:gd name="connsiteY2233" fmla="*/ 660845 h 723900"/>
                <a:gd name="connsiteX2234" fmla="*/ 712756 w 1009650"/>
                <a:gd name="connsiteY2234" fmla="*/ 662559 h 723900"/>
                <a:gd name="connsiteX2235" fmla="*/ 717995 w 1009650"/>
                <a:gd name="connsiteY2235" fmla="*/ 666083 h 723900"/>
                <a:gd name="connsiteX2236" fmla="*/ 721233 w 1009650"/>
                <a:gd name="connsiteY2236" fmla="*/ 667607 h 723900"/>
                <a:gd name="connsiteX2237" fmla="*/ 725138 w 1009650"/>
                <a:gd name="connsiteY2237" fmla="*/ 668179 h 723900"/>
                <a:gd name="connsiteX2238" fmla="*/ 725805 w 1009650"/>
                <a:gd name="connsiteY2238" fmla="*/ 668750 h 723900"/>
                <a:gd name="connsiteX2239" fmla="*/ 726091 w 1009650"/>
                <a:gd name="connsiteY2239" fmla="*/ 669608 h 723900"/>
                <a:gd name="connsiteX2240" fmla="*/ 726186 w 1009650"/>
                <a:gd name="connsiteY2240" fmla="*/ 670655 h 723900"/>
                <a:gd name="connsiteX2241" fmla="*/ 726281 w 1009650"/>
                <a:gd name="connsiteY2241" fmla="*/ 671798 h 723900"/>
                <a:gd name="connsiteX2242" fmla="*/ 726662 w 1009650"/>
                <a:gd name="connsiteY2242" fmla="*/ 673037 h 723900"/>
                <a:gd name="connsiteX2243" fmla="*/ 728282 w 1009650"/>
                <a:gd name="connsiteY2243" fmla="*/ 674942 h 723900"/>
                <a:gd name="connsiteX2244" fmla="*/ 734092 w 1009650"/>
                <a:gd name="connsiteY2244" fmla="*/ 679037 h 723900"/>
                <a:gd name="connsiteX2245" fmla="*/ 735806 w 1009650"/>
                <a:gd name="connsiteY2245" fmla="*/ 680561 h 723900"/>
                <a:gd name="connsiteX2246" fmla="*/ 736854 w 1009650"/>
                <a:gd name="connsiteY2246" fmla="*/ 681990 h 723900"/>
                <a:gd name="connsiteX2247" fmla="*/ 737235 w 1009650"/>
                <a:gd name="connsiteY2247" fmla="*/ 683038 h 723900"/>
                <a:gd name="connsiteX2248" fmla="*/ 737521 w 1009650"/>
                <a:gd name="connsiteY2248" fmla="*/ 684752 h 723900"/>
                <a:gd name="connsiteX2249" fmla="*/ 737521 w 1009650"/>
                <a:gd name="connsiteY2249" fmla="*/ 685419 h 723900"/>
                <a:gd name="connsiteX2250" fmla="*/ 737330 w 1009650"/>
                <a:gd name="connsiteY2250" fmla="*/ 685895 h 723900"/>
                <a:gd name="connsiteX2251" fmla="*/ 737045 w 1009650"/>
                <a:gd name="connsiteY2251" fmla="*/ 686467 h 723900"/>
                <a:gd name="connsiteX2252" fmla="*/ 734949 w 1009650"/>
                <a:gd name="connsiteY2252" fmla="*/ 688658 h 723900"/>
                <a:gd name="connsiteX2253" fmla="*/ 734759 w 1009650"/>
                <a:gd name="connsiteY2253" fmla="*/ 689515 h 723900"/>
                <a:gd name="connsiteX2254" fmla="*/ 735044 w 1009650"/>
                <a:gd name="connsiteY2254" fmla="*/ 690563 h 723900"/>
                <a:gd name="connsiteX2255" fmla="*/ 735806 w 1009650"/>
                <a:gd name="connsiteY2255" fmla="*/ 691229 h 723900"/>
                <a:gd name="connsiteX2256" fmla="*/ 736663 w 1009650"/>
                <a:gd name="connsiteY2256" fmla="*/ 691515 h 723900"/>
                <a:gd name="connsiteX2257" fmla="*/ 737902 w 1009650"/>
                <a:gd name="connsiteY2257" fmla="*/ 691515 h 723900"/>
                <a:gd name="connsiteX2258" fmla="*/ 738950 w 1009650"/>
                <a:gd name="connsiteY2258" fmla="*/ 691325 h 723900"/>
                <a:gd name="connsiteX2259" fmla="*/ 742093 w 1009650"/>
                <a:gd name="connsiteY2259" fmla="*/ 690277 h 723900"/>
                <a:gd name="connsiteX2260" fmla="*/ 742950 w 1009650"/>
                <a:gd name="connsiteY2260" fmla="*/ 690086 h 723900"/>
                <a:gd name="connsiteX2261" fmla="*/ 743998 w 1009650"/>
                <a:gd name="connsiteY2261" fmla="*/ 690086 h 723900"/>
                <a:gd name="connsiteX2262" fmla="*/ 745236 w 1009650"/>
                <a:gd name="connsiteY2262" fmla="*/ 690277 h 723900"/>
                <a:gd name="connsiteX2263" fmla="*/ 747332 w 1009650"/>
                <a:gd name="connsiteY2263" fmla="*/ 691134 h 723900"/>
                <a:gd name="connsiteX2264" fmla="*/ 760000 w 1009650"/>
                <a:gd name="connsiteY2264" fmla="*/ 698945 h 723900"/>
                <a:gd name="connsiteX2265" fmla="*/ 761524 w 1009650"/>
                <a:gd name="connsiteY2265" fmla="*/ 699611 h 723900"/>
                <a:gd name="connsiteX2266" fmla="*/ 762476 w 1009650"/>
                <a:gd name="connsiteY2266" fmla="*/ 699516 h 723900"/>
                <a:gd name="connsiteX2267" fmla="*/ 763143 w 1009650"/>
                <a:gd name="connsiteY2267" fmla="*/ 699230 h 723900"/>
                <a:gd name="connsiteX2268" fmla="*/ 763714 w 1009650"/>
                <a:gd name="connsiteY2268" fmla="*/ 698945 h 723900"/>
                <a:gd name="connsiteX2269" fmla="*/ 765810 w 1009650"/>
                <a:gd name="connsiteY2269" fmla="*/ 697135 h 723900"/>
                <a:gd name="connsiteX2270" fmla="*/ 767715 w 1009650"/>
                <a:gd name="connsiteY2270" fmla="*/ 696563 h 723900"/>
                <a:gd name="connsiteX2271" fmla="*/ 769906 w 1009650"/>
                <a:gd name="connsiteY2271" fmla="*/ 690658 h 723900"/>
                <a:gd name="connsiteX2272" fmla="*/ 770763 w 1009650"/>
                <a:gd name="connsiteY2272" fmla="*/ 686276 h 723900"/>
                <a:gd name="connsiteX2273" fmla="*/ 772573 w 1009650"/>
                <a:gd name="connsiteY2273" fmla="*/ 681419 h 723900"/>
                <a:gd name="connsiteX2274" fmla="*/ 772954 w 1009650"/>
                <a:gd name="connsiteY2274" fmla="*/ 678371 h 723900"/>
                <a:gd name="connsiteX2275" fmla="*/ 772192 w 1009650"/>
                <a:gd name="connsiteY2275" fmla="*/ 667512 h 723900"/>
                <a:gd name="connsiteX2276" fmla="*/ 772478 w 1009650"/>
                <a:gd name="connsiteY2276" fmla="*/ 665417 h 723900"/>
                <a:gd name="connsiteX2277" fmla="*/ 772954 w 1009650"/>
                <a:gd name="connsiteY2277" fmla="*/ 663797 h 723900"/>
                <a:gd name="connsiteX2278" fmla="*/ 773621 w 1009650"/>
                <a:gd name="connsiteY2278" fmla="*/ 651510 h 723900"/>
                <a:gd name="connsiteX2279" fmla="*/ 774763 w 1009650"/>
                <a:gd name="connsiteY2279" fmla="*/ 648176 h 723900"/>
                <a:gd name="connsiteX2280" fmla="*/ 776383 w 1009650"/>
                <a:gd name="connsiteY2280" fmla="*/ 646271 h 723900"/>
                <a:gd name="connsiteX2281" fmla="*/ 780288 w 1009650"/>
                <a:gd name="connsiteY2281" fmla="*/ 645700 h 723900"/>
                <a:gd name="connsiteX2282" fmla="*/ 782288 w 1009650"/>
                <a:gd name="connsiteY2282" fmla="*/ 644081 h 723900"/>
                <a:gd name="connsiteX2283" fmla="*/ 784193 w 1009650"/>
                <a:gd name="connsiteY2283" fmla="*/ 640556 h 723900"/>
                <a:gd name="connsiteX2284" fmla="*/ 786003 w 1009650"/>
                <a:gd name="connsiteY2284" fmla="*/ 635127 h 723900"/>
                <a:gd name="connsiteX2285" fmla="*/ 785432 w 1009650"/>
                <a:gd name="connsiteY2285" fmla="*/ 627507 h 723900"/>
                <a:gd name="connsiteX2286" fmla="*/ 785717 w 1009650"/>
                <a:gd name="connsiteY2286" fmla="*/ 622078 h 723900"/>
                <a:gd name="connsiteX2287" fmla="*/ 786765 w 1009650"/>
                <a:gd name="connsiteY2287" fmla="*/ 618839 h 723900"/>
                <a:gd name="connsiteX2288" fmla="*/ 791432 w 1009650"/>
                <a:gd name="connsiteY2288" fmla="*/ 608838 h 723900"/>
                <a:gd name="connsiteX2289" fmla="*/ 793623 w 1009650"/>
                <a:gd name="connsiteY2289" fmla="*/ 605409 h 723900"/>
                <a:gd name="connsiteX2290" fmla="*/ 795433 w 1009650"/>
                <a:gd name="connsiteY2290" fmla="*/ 603885 h 723900"/>
                <a:gd name="connsiteX2291" fmla="*/ 797243 w 1009650"/>
                <a:gd name="connsiteY2291" fmla="*/ 603599 h 723900"/>
                <a:gd name="connsiteX2292" fmla="*/ 798957 w 1009650"/>
                <a:gd name="connsiteY2292" fmla="*/ 604457 h 723900"/>
                <a:gd name="connsiteX2293" fmla="*/ 802196 w 1009650"/>
                <a:gd name="connsiteY2293" fmla="*/ 609410 h 723900"/>
                <a:gd name="connsiteX2294" fmla="*/ 803053 w 1009650"/>
                <a:gd name="connsiteY2294" fmla="*/ 609886 h 723900"/>
                <a:gd name="connsiteX2295" fmla="*/ 804005 w 1009650"/>
                <a:gd name="connsiteY2295" fmla="*/ 609600 h 723900"/>
                <a:gd name="connsiteX2296" fmla="*/ 804958 w 1009650"/>
                <a:gd name="connsiteY2296" fmla="*/ 608171 h 723900"/>
                <a:gd name="connsiteX2297" fmla="*/ 805148 w 1009650"/>
                <a:gd name="connsiteY2297" fmla="*/ 606362 h 723900"/>
                <a:gd name="connsiteX2298" fmla="*/ 804577 w 1009650"/>
                <a:gd name="connsiteY2298" fmla="*/ 604742 h 723900"/>
                <a:gd name="connsiteX2299" fmla="*/ 803243 w 1009650"/>
                <a:gd name="connsiteY2299" fmla="*/ 602552 h 723900"/>
                <a:gd name="connsiteX2300" fmla="*/ 803148 w 1009650"/>
                <a:gd name="connsiteY2300" fmla="*/ 601790 h 723900"/>
                <a:gd name="connsiteX2301" fmla="*/ 803720 w 1009650"/>
                <a:gd name="connsiteY2301" fmla="*/ 601313 h 723900"/>
                <a:gd name="connsiteX2302" fmla="*/ 805625 w 1009650"/>
                <a:gd name="connsiteY2302" fmla="*/ 600647 h 723900"/>
                <a:gd name="connsiteX2303" fmla="*/ 806577 w 1009650"/>
                <a:gd name="connsiteY2303" fmla="*/ 599885 h 723900"/>
                <a:gd name="connsiteX2304" fmla="*/ 807149 w 1009650"/>
                <a:gd name="connsiteY2304" fmla="*/ 598456 h 723900"/>
                <a:gd name="connsiteX2305" fmla="*/ 807434 w 1009650"/>
                <a:gd name="connsiteY2305" fmla="*/ 591884 h 723900"/>
                <a:gd name="connsiteX2306" fmla="*/ 808292 w 1009650"/>
                <a:gd name="connsiteY2306" fmla="*/ 589788 h 723900"/>
                <a:gd name="connsiteX2307" fmla="*/ 809816 w 1009650"/>
                <a:gd name="connsiteY2307" fmla="*/ 587883 h 723900"/>
                <a:gd name="connsiteX2308" fmla="*/ 810959 w 1009650"/>
                <a:gd name="connsiteY2308" fmla="*/ 586931 h 723900"/>
                <a:gd name="connsiteX2309" fmla="*/ 815721 w 1009650"/>
                <a:gd name="connsiteY2309" fmla="*/ 584073 h 723900"/>
                <a:gd name="connsiteX2310" fmla="*/ 818483 w 1009650"/>
                <a:gd name="connsiteY2310" fmla="*/ 579311 h 723900"/>
                <a:gd name="connsiteX2311" fmla="*/ 818864 w 1009650"/>
                <a:gd name="connsiteY2311" fmla="*/ 577215 h 723900"/>
                <a:gd name="connsiteX2312" fmla="*/ 819055 w 1009650"/>
                <a:gd name="connsiteY2312" fmla="*/ 573977 h 723900"/>
                <a:gd name="connsiteX2313" fmla="*/ 818674 w 1009650"/>
                <a:gd name="connsiteY2313" fmla="*/ 570548 h 723900"/>
                <a:gd name="connsiteX2314" fmla="*/ 818864 w 1009650"/>
                <a:gd name="connsiteY2314" fmla="*/ 566071 h 723900"/>
                <a:gd name="connsiteX2315" fmla="*/ 819817 w 1009650"/>
                <a:gd name="connsiteY2315" fmla="*/ 563309 h 723900"/>
                <a:gd name="connsiteX2316" fmla="*/ 823722 w 1009650"/>
                <a:gd name="connsiteY2316" fmla="*/ 558070 h 723900"/>
                <a:gd name="connsiteX2317" fmla="*/ 825246 w 1009650"/>
                <a:gd name="connsiteY2317" fmla="*/ 556355 h 723900"/>
                <a:gd name="connsiteX2318" fmla="*/ 826675 w 1009650"/>
                <a:gd name="connsiteY2318" fmla="*/ 555689 h 723900"/>
                <a:gd name="connsiteX2319" fmla="*/ 827722 w 1009650"/>
                <a:gd name="connsiteY2319" fmla="*/ 555974 h 723900"/>
                <a:gd name="connsiteX2320" fmla="*/ 828389 w 1009650"/>
                <a:gd name="connsiteY2320" fmla="*/ 557213 h 723900"/>
                <a:gd name="connsiteX2321" fmla="*/ 829247 w 1009650"/>
                <a:gd name="connsiteY2321" fmla="*/ 559689 h 723900"/>
                <a:gd name="connsiteX2322" fmla="*/ 830389 w 1009650"/>
                <a:gd name="connsiteY2322" fmla="*/ 560261 h 723900"/>
                <a:gd name="connsiteX2323" fmla="*/ 831818 w 1009650"/>
                <a:gd name="connsiteY2323" fmla="*/ 560642 h 723900"/>
                <a:gd name="connsiteX2324" fmla="*/ 834580 w 1009650"/>
                <a:gd name="connsiteY2324" fmla="*/ 559403 h 723900"/>
                <a:gd name="connsiteX2325" fmla="*/ 836771 w 1009650"/>
                <a:gd name="connsiteY2325" fmla="*/ 557498 h 723900"/>
                <a:gd name="connsiteX2326" fmla="*/ 838486 w 1009650"/>
                <a:gd name="connsiteY2326" fmla="*/ 556832 h 723900"/>
                <a:gd name="connsiteX2327" fmla="*/ 841724 w 1009650"/>
                <a:gd name="connsiteY2327" fmla="*/ 556451 h 723900"/>
                <a:gd name="connsiteX2328" fmla="*/ 844487 w 1009650"/>
                <a:gd name="connsiteY2328" fmla="*/ 554069 h 723900"/>
                <a:gd name="connsiteX2329" fmla="*/ 846010 w 1009650"/>
                <a:gd name="connsiteY2329" fmla="*/ 553974 h 723900"/>
                <a:gd name="connsiteX2330" fmla="*/ 847725 w 1009650"/>
                <a:gd name="connsiteY2330" fmla="*/ 554641 h 723900"/>
                <a:gd name="connsiteX2331" fmla="*/ 849059 w 1009650"/>
                <a:gd name="connsiteY2331" fmla="*/ 556070 h 723900"/>
                <a:gd name="connsiteX2332" fmla="*/ 851249 w 1009650"/>
                <a:gd name="connsiteY2332" fmla="*/ 560165 h 723900"/>
                <a:gd name="connsiteX2333" fmla="*/ 852964 w 1009650"/>
                <a:gd name="connsiteY2333" fmla="*/ 561499 h 723900"/>
                <a:gd name="connsiteX2334" fmla="*/ 854583 w 1009650"/>
                <a:gd name="connsiteY2334" fmla="*/ 561118 h 723900"/>
                <a:gd name="connsiteX2335" fmla="*/ 856488 w 1009650"/>
                <a:gd name="connsiteY2335" fmla="*/ 559975 h 723900"/>
                <a:gd name="connsiteX2336" fmla="*/ 857726 w 1009650"/>
                <a:gd name="connsiteY2336" fmla="*/ 558451 h 723900"/>
                <a:gd name="connsiteX2337" fmla="*/ 859917 w 1009650"/>
                <a:gd name="connsiteY2337" fmla="*/ 557117 h 723900"/>
                <a:gd name="connsiteX2338" fmla="*/ 861441 w 1009650"/>
                <a:gd name="connsiteY2338" fmla="*/ 555974 h 723900"/>
                <a:gd name="connsiteX2339" fmla="*/ 863822 w 1009650"/>
                <a:gd name="connsiteY2339" fmla="*/ 553498 h 723900"/>
                <a:gd name="connsiteX2340" fmla="*/ 866966 w 1009650"/>
                <a:gd name="connsiteY2340" fmla="*/ 551212 h 723900"/>
                <a:gd name="connsiteX2341" fmla="*/ 869347 w 1009650"/>
                <a:gd name="connsiteY2341" fmla="*/ 550736 h 723900"/>
                <a:gd name="connsiteX2342" fmla="*/ 871442 w 1009650"/>
                <a:gd name="connsiteY2342" fmla="*/ 549878 h 723900"/>
                <a:gd name="connsiteX2343" fmla="*/ 874300 w 1009650"/>
                <a:gd name="connsiteY2343" fmla="*/ 549497 h 723900"/>
                <a:gd name="connsiteX2344" fmla="*/ 876776 w 1009650"/>
                <a:gd name="connsiteY2344" fmla="*/ 548545 h 723900"/>
                <a:gd name="connsiteX2345" fmla="*/ 878872 w 1009650"/>
                <a:gd name="connsiteY2345" fmla="*/ 547307 h 723900"/>
                <a:gd name="connsiteX2346" fmla="*/ 879634 w 1009650"/>
                <a:gd name="connsiteY2346" fmla="*/ 546068 h 723900"/>
                <a:gd name="connsiteX2347" fmla="*/ 879729 w 1009650"/>
                <a:gd name="connsiteY2347" fmla="*/ 544259 h 723900"/>
                <a:gd name="connsiteX2348" fmla="*/ 880301 w 1009650"/>
                <a:gd name="connsiteY2348" fmla="*/ 542354 h 723900"/>
                <a:gd name="connsiteX2349" fmla="*/ 882015 w 1009650"/>
                <a:gd name="connsiteY2349" fmla="*/ 540068 h 723900"/>
                <a:gd name="connsiteX2350" fmla="*/ 888683 w 1009650"/>
                <a:gd name="connsiteY2350" fmla="*/ 535305 h 723900"/>
                <a:gd name="connsiteX2351" fmla="*/ 891445 w 1009650"/>
                <a:gd name="connsiteY2351" fmla="*/ 534829 h 723900"/>
                <a:gd name="connsiteX2352" fmla="*/ 893159 w 1009650"/>
                <a:gd name="connsiteY2352" fmla="*/ 533210 h 723900"/>
                <a:gd name="connsiteX2353" fmla="*/ 893159 w 1009650"/>
                <a:gd name="connsiteY2353" fmla="*/ 530924 h 723900"/>
                <a:gd name="connsiteX2354" fmla="*/ 892493 w 1009650"/>
                <a:gd name="connsiteY2354" fmla="*/ 528447 h 723900"/>
                <a:gd name="connsiteX2355" fmla="*/ 892588 w 1009650"/>
                <a:gd name="connsiteY2355" fmla="*/ 526637 h 723900"/>
                <a:gd name="connsiteX2356" fmla="*/ 893350 w 1009650"/>
                <a:gd name="connsiteY2356" fmla="*/ 525494 h 723900"/>
                <a:gd name="connsiteX2357" fmla="*/ 895350 w 1009650"/>
                <a:gd name="connsiteY2357" fmla="*/ 523208 h 723900"/>
                <a:gd name="connsiteX2358" fmla="*/ 895159 w 1009650"/>
                <a:gd name="connsiteY2358" fmla="*/ 518636 h 723900"/>
                <a:gd name="connsiteX2359" fmla="*/ 894397 w 1009650"/>
                <a:gd name="connsiteY2359" fmla="*/ 514541 h 723900"/>
                <a:gd name="connsiteX2360" fmla="*/ 894683 w 1009650"/>
                <a:gd name="connsiteY2360" fmla="*/ 511683 h 723900"/>
                <a:gd name="connsiteX2361" fmla="*/ 895731 w 1009650"/>
                <a:gd name="connsiteY2361" fmla="*/ 509588 h 723900"/>
                <a:gd name="connsiteX2362" fmla="*/ 897826 w 1009650"/>
                <a:gd name="connsiteY2362" fmla="*/ 508445 h 723900"/>
                <a:gd name="connsiteX2363" fmla="*/ 902303 w 1009650"/>
                <a:gd name="connsiteY2363" fmla="*/ 507111 h 723900"/>
                <a:gd name="connsiteX2364" fmla="*/ 904589 w 1009650"/>
                <a:gd name="connsiteY2364" fmla="*/ 505968 h 723900"/>
                <a:gd name="connsiteX2365" fmla="*/ 909352 w 1009650"/>
                <a:gd name="connsiteY2365" fmla="*/ 502063 h 723900"/>
                <a:gd name="connsiteX2366" fmla="*/ 913257 w 1009650"/>
                <a:gd name="connsiteY2366" fmla="*/ 497967 h 723900"/>
                <a:gd name="connsiteX2367" fmla="*/ 913733 w 1009650"/>
                <a:gd name="connsiteY2367" fmla="*/ 495776 h 723900"/>
                <a:gd name="connsiteX2368" fmla="*/ 912400 w 1009650"/>
                <a:gd name="connsiteY2368" fmla="*/ 491204 h 723900"/>
                <a:gd name="connsiteX2369" fmla="*/ 912495 w 1009650"/>
                <a:gd name="connsiteY2369" fmla="*/ 489014 h 723900"/>
                <a:gd name="connsiteX2370" fmla="*/ 913924 w 1009650"/>
                <a:gd name="connsiteY2370" fmla="*/ 485775 h 723900"/>
                <a:gd name="connsiteX2371" fmla="*/ 916210 w 1009650"/>
                <a:gd name="connsiteY2371" fmla="*/ 484156 h 723900"/>
                <a:gd name="connsiteX2372" fmla="*/ 922496 w 1009650"/>
                <a:gd name="connsiteY2372" fmla="*/ 482156 h 723900"/>
                <a:gd name="connsiteX2373" fmla="*/ 928307 w 1009650"/>
                <a:gd name="connsiteY2373" fmla="*/ 478536 h 723900"/>
                <a:gd name="connsiteX2374" fmla="*/ 930497 w 1009650"/>
                <a:gd name="connsiteY2374" fmla="*/ 478155 h 723900"/>
                <a:gd name="connsiteX2375" fmla="*/ 932974 w 1009650"/>
                <a:gd name="connsiteY2375" fmla="*/ 478441 h 723900"/>
                <a:gd name="connsiteX2376" fmla="*/ 935069 w 1009650"/>
                <a:gd name="connsiteY2376" fmla="*/ 479012 h 723900"/>
                <a:gd name="connsiteX2377" fmla="*/ 936498 w 1009650"/>
                <a:gd name="connsiteY2377" fmla="*/ 476917 h 723900"/>
                <a:gd name="connsiteX2378" fmla="*/ 938213 w 1009650"/>
                <a:gd name="connsiteY2378" fmla="*/ 472535 h 723900"/>
                <a:gd name="connsiteX2379" fmla="*/ 938213 w 1009650"/>
                <a:gd name="connsiteY2379" fmla="*/ 469773 h 723900"/>
                <a:gd name="connsiteX2380" fmla="*/ 939070 w 1009650"/>
                <a:gd name="connsiteY2380" fmla="*/ 464820 h 723900"/>
                <a:gd name="connsiteX2381" fmla="*/ 942022 w 1009650"/>
                <a:gd name="connsiteY2381" fmla="*/ 454914 h 723900"/>
                <a:gd name="connsiteX2382" fmla="*/ 941642 w 1009650"/>
                <a:gd name="connsiteY2382" fmla="*/ 452342 h 723900"/>
                <a:gd name="connsiteX2383" fmla="*/ 940118 w 1009650"/>
                <a:gd name="connsiteY2383" fmla="*/ 450152 h 723900"/>
                <a:gd name="connsiteX2384" fmla="*/ 935736 w 1009650"/>
                <a:gd name="connsiteY2384" fmla="*/ 447199 h 723900"/>
                <a:gd name="connsiteX2385" fmla="*/ 934498 w 1009650"/>
                <a:gd name="connsiteY2385" fmla="*/ 445675 h 723900"/>
                <a:gd name="connsiteX2386" fmla="*/ 933164 w 1009650"/>
                <a:gd name="connsiteY2386" fmla="*/ 444818 h 723900"/>
                <a:gd name="connsiteX2387" fmla="*/ 931450 w 1009650"/>
                <a:gd name="connsiteY2387" fmla="*/ 444532 h 723900"/>
                <a:gd name="connsiteX2388" fmla="*/ 925163 w 1009650"/>
                <a:gd name="connsiteY2388" fmla="*/ 445484 h 723900"/>
                <a:gd name="connsiteX2389" fmla="*/ 924116 w 1009650"/>
                <a:gd name="connsiteY2389" fmla="*/ 445008 h 723900"/>
                <a:gd name="connsiteX2390" fmla="*/ 923544 w 1009650"/>
                <a:gd name="connsiteY2390" fmla="*/ 443960 h 723900"/>
                <a:gd name="connsiteX2391" fmla="*/ 923068 w 1009650"/>
                <a:gd name="connsiteY2391" fmla="*/ 442532 h 723900"/>
                <a:gd name="connsiteX2392" fmla="*/ 922115 w 1009650"/>
                <a:gd name="connsiteY2392" fmla="*/ 441960 h 723900"/>
                <a:gd name="connsiteX2393" fmla="*/ 920687 w 1009650"/>
                <a:gd name="connsiteY2393" fmla="*/ 441960 h 723900"/>
                <a:gd name="connsiteX2394" fmla="*/ 919163 w 1009650"/>
                <a:gd name="connsiteY2394" fmla="*/ 440912 h 723900"/>
                <a:gd name="connsiteX2395" fmla="*/ 917258 w 1009650"/>
                <a:gd name="connsiteY2395" fmla="*/ 438436 h 723900"/>
                <a:gd name="connsiteX2396" fmla="*/ 914400 w 1009650"/>
                <a:gd name="connsiteY2396" fmla="*/ 432530 h 723900"/>
                <a:gd name="connsiteX2397" fmla="*/ 911733 w 1009650"/>
                <a:gd name="connsiteY2397" fmla="*/ 428911 h 723900"/>
                <a:gd name="connsiteX2398" fmla="*/ 909447 w 1009650"/>
                <a:gd name="connsiteY2398" fmla="*/ 427673 h 723900"/>
                <a:gd name="connsiteX2399" fmla="*/ 903732 w 1009650"/>
                <a:gd name="connsiteY2399" fmla="*/ 427387 h 723900"/>
                <a:gd name="connsiteX2400" fmla="*/ 897064 w 1009650"/>
                <a:gd name="connsiteY2400" fmla="*/ 424434 h 723900"/>
                <a:gd name="connsiteX2401" fmla="*/ 894588 w 1009650"/>
                <a:gd name="connsiteY2401" fmla="*/ 423767 h 723900"/>
                <a:gd name="connsiteX2402" fmla="*/ 892397 w 1009650"/>
                <a:gd name="connsiteY2402" fmla="*/ 422910 h 723900"/>
                <a:gd name="connsiteX2403" fmla="*/ 890683 w 1009650"/>
                <a:gd name="connsiteY2403" fmla="*/ 423005 h 723900"/>
                <a:gd name="connsiteX2404" fmla="*/ 889445 w 1009650"/>
                <a:gd name="connsiteY2404" fmla="*/ 423863 h 723900"/>
                <a:gd name="connsiteX2405" fmla="*/ 887063 w 1009650"/>
                <a:gd name="connsiteY2405" fmla="*/ 426053 h 723900"/>
                <a:gd name="connsiteX2406" fmla="*/ 883825 w 1009650"/>
                <a:gd name="connsiteY2406" fmla="*/ 427482 h 723900"/>
                <a:gd name="connsiteX2407" fmla="*/ 880586 w 1009650"/>
                <a:gd name="connsiteY2407" fmla="*/ 429959 h 723900"/>
                <a:gd name="connsiteX2408" fmla="*/ 879062 w 1009650"/>
                <a:gd name="connsiteY2408" fmla="*/ 430625 h 723900"/>
                <a:gd name="connsiteX2409" fmla="*/ 877253 w 1009650"/>
                <a:gd name="connsiteY2409" fmla="*/ 429863 h 723900"/>
                <a:gd name="connsiteX2410" fmla="*/ 876300 w 1009650"/>
                <a:gd name="connsiteY2410" fmla="*/ 428339 h 723900"/>
                <a:gd name="connsiteX2411" fmla="*/ 875633 w 1009650"/>
                <a:gd name="connsiteY2411" fmla="*/ 426339 h 723900"/>
                <a:gd name="connsiteX2412" fmla="*/ 874109 w 1009650"/>
                <a:gd name="connsiteY2412" fmla="*/ 423767 h 723900"/>
                <a:gd name="connsiteX2413" fmla="*/ 873443 w 1009650"/>
                <a:gd name="connsiteY2413" fmla="*/ 422148 h 723900"/>
                <a:gd name="connsiteX2414" fmla="*/ 872966 w 1009650"/>
                <a:gd name="connsiteY2414" fmla="*/ 420624 h 723900"/>
                <a:gd name="connsiteX2415" fmla="*/ 873347 w 1009650"/>
                <a:gd name="connsiteY2415" fmla="*/ 419957 h 723900"/>
                <a:gd name="connsiteX2416" fmla="*/ 874109 w 1009650"/>
                <a:gd name="connsiteY2416" fmla="*/ 419291 h 723900"/>
                <a:gd name="connsiteX2417" fmla="*/ 874967 w 1009650"/>
                <a:gd name="connsiteY2417" fmla="*/ 418433 h 723900"/>
                <a:gd name="connsiteX2418" fmla="*/ 875633 w 1009650"/>
                <a:gd name="connsiteY2418" fmla="*/ 416814 h 723900"/>
                <a:gd name="connsiteX2419" fmla="*/ 876109 w 1009650"/>
                <a:gd name="connsiteY2419" fmla="*/ 412337 h 723900"/>
                <a:gd name="connsiteX2420" fmla="*/ 876872 w 1009650"/>
                <a:gd name="connsiteY2420" fmla="*/ 411290 h 723900"/>
                <a:gd name="connsiteX2421" fmla="*/ 879348 w 1009650"/>
                <a:gd name="connsiteY2421" fmla="*/ 410337 h 723900"/>
                <a:gd name="connsiteX2422" fmla="*/ 880396 w 1009650"/>
                <a:gd name="connsiteY2422" fmla="*/ 409670 h 723900"/>
                <a:gd name="connsiteX2423" fmla="*/ 882110 w 1009650"/>
                <a:gd name="connsiteY2423" fmla="*/ 407194 h 723900"/>
                <a:gd name="connsiteX2424" fmla="*/ 883158 w 1009650"/>
                <a:gd name="connsiteY2424" fmla="*/ 405956 h 723900"/>
                <a:gd name="connsiteX2425" fmla="*/ 883920 w 1009650"/>
                <a:gd name="connsiteY2425" fmla="*/ 404432 h 723900"/>
                <a:gd name="connsiteX2426" fmla="*/ 883920 w 1009650"/>
                <a:gd name="connsiteY2426" fmla="*/ 402336 h 723900"/>
                <a:gd name="connsiteX2427" fmla="*/ 883349 w 1009650"/>
                <a:gd name="connsiteY2427" fmla="*/ 400050 h 723900"/>
                <a:gd name="connsiteX2428" fmla="*/ 881443 w 1009650"/>
                <a:gd name="connsiteY2428" fmla="*/ 397193 h 723900"/>
                <a:gd name="connsiteX2429" fmla="*/ 878491 w 1009650"/>
                <a:gd name="connsiteY2429" fmla="*/ 389763 h 723900"/>
                <a:gd name="connsiteX2430" fmla="*/ 876872 w 1009650"/>
                <a:gd name="connsiteY2430" fmla="*/ 387477 h 723900"/>
                <a:gd name="connsiteX2431" fmla="*/ 876491 w 1009650"/>
                <a:gd name="connsiteY2431" fmla="*/ 386334 h 723900"/>
                <a:gd name="connsiteX2432" fmla="*/ 877443 w 1009650"/>
                <a:gd name="connsiteY2432" fmla="*/ 384715 h 723900"/>
                <a:gd name="connsiteX2433" fmla="*/ 877348 w 1009650"/>
                <a:gd name="connsiteY2433" fmla="*/ 383191 h 723900"/>
                <a:gd name="connsiteX2434" fmla="*/ 876205 w 1009650"/>
                <a:gd name="connsiteY2434" fmla="*/ 382048 h 723900"/>
                <a:gd name="connsiteX2435" fmla="*/ 878681 w 1009650"/>
                <a:gd name="connsiteY2435" fmla="*/ 379857 h 723900"/>
                <a:gd name="connsiteX2436" fmla="*/ 883444 w 1009650"/>
                <a:gd name="connsiteY2436" fmla="*/ 379857 h 723900"/>
                <a:gd name="connsiteX2437" fmla="*/ 885730 w 1009650"/>
                <a:gd name="connsiteY2437" fmla="*/ 381667 h 723900"/>
                <a:gd name="connsiteX2438" fmla="*/ 890683 w 1009650"/>
                <a:gd name="connsiteY2438" fmla="*/ 387477 h 723900"/>
                <a:gd name="connsiteX2439" fmla="*/ 894493 w 1009650"/>
                <a:gd name="connsiteY2439" fmla="*/ 390335 h 723900"/>
                <a:gd name="connsiteX2440" fmla="*/ 898017 w 1009650"/>
                <a:gd name="connsiteY2440" fmla="*/ 391287 h 723900"/>
                <a:gd name="connsiteX2441" fmla="*/ 901160 w 1009650"/>
                <a:gd name="connsiteY2441" fmla="*/ 391192 h 723900"/>
                <a:gd name="connsiteX2442" fmla="*/ 904113 w 1009650"/>
                <a:gd name="connsiteY2442" fmla="*/ 389954 h 723900"/>
                <a:gd name="connsiteX2443" fmla="*/ 909733 w 1009650"/>
                <a:gd name="connsiteY2443" fmla="*/ 386525 h 723900"/>
                <a:gd name="connsiteX2444" fmla="*/ 912876 w 1009650"/>
                <a:gd name="connsiteY2444" fmla="*/ 385477 h 723900"/>
                <a:gd name="connsiteX2445" fmla="*/ 920687 w 1009650"/>
                <a:gd name="connsiteY2445" fmla="*/ 385953 h 723900"/>
                <a:gd name="connsiteX2446" fmla="*/ 923639 w 1009650"/>
                <a:gd name="connsiteY2446" fmla="*/ 387096 h 723900"/>
                <a:gd name="connsiteX2447" fmla="*/ 929068 w 1009650"/>
                <a:gd name="connsiteY2447" fmla="*/ 390430 h 723900"/>
                <a:gd name="connsiteX2448" fmla="*/ 932497 w 1009650"/>
                <a:gd name="connsiteY2448" fmla="*/ 390716 h 723900"/>
                <a:gd name="connsiteX2449" fmla="*/ 943642 w 1009650"/>
                <a:gd name="connsiteY2449" fmla="*/ 390525 h 723900"/>
                <a:gd name="connsiteX2450" fmla="*/ 948118 w 1009650"/>
                <a:gd name="connsiteY2450" fmla="*/ 392049 h 723900"/>
                <a:gd name="connsiteX2451" fmla="*/ 950405 w 1009650"/>
                <a:gd name="connsiteY2451" fmla="*/ 392430 h 723900"/>
                <a:gd name="connsiteX2452" fmla="*/ 968026 w 1009650"/>
                <a:gd name="connsiteY2452" fmla="*/ 392716 h 723900"/>
                <a:gd name="connsiteX2453" fmla="*/ 977646 w 1009650"/>
                <a:gd name="connsiteY2453" fmla="*/ 394049 h 723900"/>
                <a:gd name="connsiteX2454" fmla="*/ 981456 w 1009650"/>
                <a:gd name="connsiteY2454" fmla="*/ 393668 h 723900"/>
                <a:gd name="connsiteX2455" fmla="*/ 982980 w 1009650"/>
                <a:gd name="connsiteY2455" fmla="*/ 392716 h 723900"/>
                <a:gd name="connsiteX2456" fmla="*/ 983933 w 1009650"/>
                <a:gd name="connsiteY2456" fmla="*/ 391382 h 723900"/>
                <a:gd name="connsiteX2457" fmla="*/ 985647 w 1009650"/>
                <a:gd name="connsiteY2457" fmla="*/ 390049 h 723900"/>
                <a:gd name="connsiteX2458" fmla="*/ 990695 w 1009650"/>
                <a:gd name="connsiteY2458" fmla="*/ 387953 h 723900"/>
                <a:gd name="connsiteX2459" fmla="*/ 994315 w 1009650"/>
                <a:gd name="connsiteY2459" fmla="*/ 385858 h 723900"/>
                <a:gd name="connsiteX2460" fmla="*/ 995172 w 1009650"/>
                <a:gd name="connsiteY2460" fmla="*/ 384905 h 723900"/>
                <a:gd name="connsiteX2461" fmla="*/ 995553 w 1009650"/>
                <a:gd name="connsiteY2461" fmla="*/ 383381 h 723900"/>
                <a:gd name="connsiteX2462" fmla="*/ 995553 w 1009650"/>
                <a:gd name="connsiteY2462" fmla="*/ 381667 h 723900"/>
                <a:gd name="connsiteX2463" fmla="*/ 996029 w 1009650"/>
                <a:gd name="connsiteY2463" fmla="*/ 379952 h 723900"/>
                <a:gd name="connsiteX2464" fmla="*/ 997458 w 1009650"/>
                <a:gd name="connsiteY2464" fmla="*/ 378524 h 723900"/>
                <a:gd name="connsiteX2465" fmla="*/ 999934 w 1009650"/>
                <a:gd name="connsiteY2465" fmla="*/ 377285 h 723900"/>
                <a:gd name="connsiteX2466" fmla="*/ 1003173 w 1009650"/>
                <a:gd name="connsiteY2466" fmla="*/ 376904 h 723900"/>
                <a:gd name="connsiteX2467" fmla="*/ 1005078 w 1009650"/>
                <a:gd name="connsiteY2467" fmla="*/ 376238 h 723900"/>
                <a:gd name="connsiteX2468" fmla="*/ 1008697 w 1009650"/>
                <a:gd name="connsiteY2468" fmla="*/ 374333 h 723900"/>
                <a:gd name="connsiteX2469" fmla="*/ 1010031 w 1009650"/>
                <a:gd name="connsiteY2469" fmla="*/ 372999 h 723900"/>
                <a:gd name="connsiteX2470" fmla="*/ 1010603 w 1009650"/>
                <a:gd name="connsiteY2470" fmla="*/ 371666 h 723900"/>
                <a:gd name="connsiteX2471" fmla="*/ 1010603 w 1009650"/>
                <a:gd name="connsiteY2471" fmla="*/ 369951 h 723900"/>
                <a:gd name="connsiteX2472" fmla="*/ 1010888 w 1009650"/>
                <a:gd name="connsiteY2472" fmla="*/ 368618 h 723900"/>
                <a:gd name="connsiteX2473" fmla="*/ 1010888 w 1009650"/>
                <a:gd name="connsiteY2473" fmla="*/ 367760 h 723900"/>
                <a:gd name="connsiteX2474" fmla="*/ 1012508 w 1009650"/>
                <a:gd name="connsiteY2474" fmla="*/ 365474 h 723900"/>
                <a:gd name="connsiteX2475" fmla="*/ 1008888 w 1009650"/>
                <a:gd name="connsiteY2475" fmla="*/ 360140 h 723900"/>
                <a:gd name="connsiteX2476" fmla="*/ 1006602 w 1009650"/>
                <a:gd name="connsiteY2476" fmla="*/ 357950 h 723900"/>
                <a:gd name="connsiteX2477" fmla="*/ 1005650 w 1009650"/>
                <a:gd name="connsiteY2477" fmla="*/ 357569 h 723900"/>
                <a:gd name="connsiteX2478" fmla="*/ 1004888 w 1009650"/>
                <a:gd name="connsiteY2478" fmla="*/ 356997 h 723900"/>
                <a:gd name="connsiteX2479" fmla="*/ 1004602 w 1009650"/>
                <a:gd name="connsiteY2479" fmla="*/ 356140 h 723900"/>
                <a:gd name="connsiteX2480" fmla="*/ 1004888 w 1009650"/>
                <a:gd name="connsiteY2480" fmla="*/ 354902 h 723900"/>
                <a:gd name="connsiteX2481" fmla="*/ 1005364 w 1009650"/>
                <a:gd name="connsiteY2481" fmla="*/ 353473 h 723900"/>
                <a:gd name="connsiteX2482" fmla="*/ 1005364 w 1009650"/>
                <a:gd name="connsiteY2482" fmla="*/ 351758 h 723900"/>
                <a:gd name="connsiteX2483" fmla="*/ 1005078 w 1009650"/>
                <a:gd name="connsiteY2483" fmla="*/ 350806 h 723900"/>
                <a:gd name="connsiteX2484" fmla="*/ 1004411 w 1009650"/>
                <a:gd name="connsiteY2484" fmla="*/ 350044 h 723900"/>
                <a:gd name="connsiteX2485" fmla="*/ 1002983 w 1009650"/>
                <a:gd name="connsiteY2485" fmla="*/ 349091 h 723900"/>
                <a:gd name="connsiteX2486" fmla="*/ 1000887 w 1009650"/>
                <a:gd name="connsiteY2486" fmla="*/ 347377 h 723900"/>
                <a:gd name="connsiteX2487" fmla="*/ 999363 w 1009650"/>
                <a:gd name="connsiteY2487" fmla="*/ 345662 h 723900"/>
                <a:gd name="connsiteX2488" fmla="*/ 998506 w 1009650"/>
                <a:gd name="connsiteY2488" fmla="*/ 344234 h 723900"/>
                <a:gd name="connsiteX2489" fmla="*/ 997839 w 1009650"/>
                <a:gd name="connsiteY2489" fmla="*/ 342519 h 723900"/>
                <a:gd name="connsiteX2490" fmla="*/ 998030 w 1009650"/>
                <a:gd name="connsiteY2490" fmla="*/ 341757 h 723900"/>
                <a:gd name="connsiteX2491" fmla="*/ 998601 w 1009650"/>
                <a:gd name="connsiteY2491" fmla="*/ 341186 h 723900"/>
                <a:gd name="connsiteX2492" fmla="*/ 999554 w 1009650"/>
                <a:gd name="connsiteY2492" fmla="*/ 340995 h 723900"/>
                <a:gd name="connsiteX2493" fmla="*/ 1001935 w 1009650"/>
                <a:gd name="connsiteY2493" fmla="*/ 340805 h 723900"/>
                <a:gd name="connsiteX2494" fmla="*/ 1003363 w 1009650"/>
                <a:gd name="connsiteY2494" fmla="*/ 339947 h 723900"/>
                <a:gd name="connsiteX2495" fmla="*/ 1004697 w 1009650"/>
                <a:gd name="connsiteY2495" fmla="*/ 338233 h 723900"/>
                <a:gd name="connsiteX2496" fmla="*/ 1005650 w 1009650"/>
                <a:gd name="connsiteY2496" fmla="*/ 330232 h 723900"/>
                <a:gd name="connsiteX2497" fmla="*/ 1007555 w 1009650"/>
                <a:gd name="connsiteY2497" fmla="*/ 326803 h 723900"/>
                <a:gd name="connsiteX2498" fmla="*/ 1008031 w 1009650"/>
                <a:gd name="connsiteY2498" fmla="*/ 325184 h 723900"/>
                <a:gd name="connsiteX2499" fmla="*/ 1008317 w 1009650"/>
                <a:gd name="connsiteY2499" fmla="*/ 323564 h 723900"/>
                <a:gd name="connsiteX2500" fmla="*/ 1008602 w 1009650"/>
                <a:gd name="connsiteY2500" fmla="*/ 316516 h 723900"/>
                <a:gd name="connsiteX2501" fmla="*/ 1008221 w 1009650"/>
                <a:gd name="connsiteY2501" fmla="*/ 314897 h 723900"/>
                <a:gd name="connsiteX2502" fmla="*/ 1007459 w 1009650"/>
                <a:gd name="connsiteY2502" fmla="*/ 313849 h 723900"/>
                <a:gd name="connsiteX2503" fmla="*/ 1005459 w 1009650"/>
                <a:gd name="connsiteY2503" fmla="*/ 312992 h 723900"/>
                <a:gd name="connsiteX2504" fmla="*/ 1004792 w 1009650"/>
                <a:gd name="connsiteY2504" fmla="*/ 312230 h 723900"/>
                <a:gd name="connsiteX2505" fmla="*/ 1004602 w 1009650"/>
                <a:gd name="connsiteY2505" fmla="*/ 311277 h 723900"/>
                <a:gd name="connsiteX2506" fmla="*/ 1004697 w 1009650"/>
                <a:gd name="connsiteY2506" fmla="*/ 309658 h 723900"/>
                <a:gd name="connsiteX2507" fmla="*/ 1005840 w 1009650"/>
                <a:gd name="connsiteY2507" fmla="*/ 303848 h 723900"/>
                <a:gd name="connsiteX2508" fmla="*/ 1005840 w 1009650"/>
                <a:gd name="connsiteY2508" fmla="*/ 301181 h 723900"/>
                <a:gd name="connsiteX2509" fmla="*/ 1004983 w 1009650"/>
                <a:gd name="connsiteY2509" fmla="*/ 298609 h 723900"/>
                <a:gd name="connsiteX2510" fmla="*/ 1004792 w 1009650"/>
                <a:gd name="connsiteY2510" fmla="*/ 296704 h 723900"/>
                <a:gd name="connsiteX2511" fmla="*/ 1004888 w 1009650"/>
                <a:gd name="connsiteY2511" fmla="*/ 295561 h 723900"/>
                <a:gd name="connsiteX2512" fmla="*/ 1005459 w 1009650"/>
                <a:gd name="connsiteY2512" fmla="*/ 294513 h 723900"/>
                <a:gd name="connsiteX2513" fmla="*/ 1006030 w 1009650"/>
                <a:gd name="connsiteY2513" fmla="*/ 293846 h 723900"/>
                <a:gd name="connsiteX2514" fmla="*/ 1006697 w 1009650"/>
                <a:gd name="connsiteY2514" fmla="*/ 293465 h 723900"/>
                <a:gd name="connsiteX2515" fmla="*/ 1007364 w 1009650"/>
                <a:gd name="connsiteY2515" fmla="*/ 293370 h 723900"/>
                <a:gd name="connsiteX2516" fmla="*/ 1010412 w 1009650"/>
                <a:gd name="connsiteY2516" fmla="*/ 294513 h 723900"/>
                <a:gd name="connsiteX2517" fmla="*/ 1012031 w 1009650"/>
                <a:gd name="connsiteY2517" fmla="*/ 294323 h 723900"/>
                <a:gd name="connsiteX2518" fmla="*/ 1013365 w 1009650"/>
                <a:gd name="connsiteY2518" fmla="*/ 293656 h 723900"/>
                <a:gd name="connsiteX2519" fmla="*/ 1014413 w 1009650"/>
                <a:gd name="connsiteY2519" fmla="*/ 291846 h 723900"/>
                <a:gd name="connsiteX2520" fmla="*/ 1014508 w 1009650"/>
                <a:gd name="connsiteY2520" fmla="*/ 290703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</a:cxnLst>
              <a:rect l="l" t="t" r="r" b="b"/>
              <a:pathLst>
                <a:path w="1009650" h="723900">
                  <a:moveTo>
                    <a:pt x="1014127" y="289846"/>
                  </a:moveTo>
                  <a:lnTo>
                    <a:pt x="1012603" y="288417"/>
                  </a:lnTo>
                  <a:lnTo>
                    <a:pt x="1011841" y="287274"/>
                  </a:lnTo>
                  <a:lnTo>
                    <a:pt x="1011174" y="285845"/>
                  </a:lnTo>
                  <a:lnTo>
                    <a:pt x="1010507" y="282893"/>
                  </a:lnTo>
                  <a:lnTo>
                    <a:pt x="1009936" y="281559"/>
                  </a:lnTo>
                  <a:lnTo>
                    <a:pt x="1009174" y="280702"/>
                  </a:lnTo>
                  <a:lnTo>
                    <a:pt x="1008317" y="280511"/>
                  </a:lnTo>
                  <a:lnTo>
                    <a:pt x="1004507" y="280321"/>
                  </a:lnTo>
                  <a:lnTo>
                    <a:pt x="1003554" y="280035"/>
                  </a:lnTo>
                  <a:lnTo>
                    <a:pt x="1002792" y="279178"/>
                  </a:lnTo>
                  <a:lnTo>
                    <a:pt x="1002601" y="278225"/>
                  </a:lnTo>
                  <a:lnTo>
                    <a:pt x="1002887" y="275273"/>
                  </a:lnTo>
                  <a:lnTo>
                    <a:pt x="1002506" y="274415"/>
                  </a:lnTo>
                  <a:lnTo>
                    <a:pt x="1001839" y="273939"/>
                  </a:lnTo>
                  <a:lnTo>
                    <a:pt x="1000982" y="273939"/>
                  </a:lnTo>
                  <a:lnTo>
                    <a:pt x="999934" y="274225"/>
                  </a:lnTo>
                  <a:lnTo>
                    <a:pt x="992124" y="277749"/>
                  </a:lnTo>
                  <a:lnTo>
                    <a:pt x="990695" y="278130"/>
                  </a:lnTo>
                  <a:lnTo>
                    <a:pt x="988790" y="278225"/>
                  </a:lnTo>
                  <a:lnTo>
                    <a:pt x="983456" y="277749"/>
                  </a:lnTo>
                  <a:lnTo>
                    <a:pt x="972407" y="273939"/>
                  </a:lnTo>
                  <a:lnTo>
                    <a:pt x="971074" y="273939"/>
                  </a:lnTo>
                  <a:lnTo>
                    <a:pt x="969359" y="274320"/>
                  </a:lnTo>
                  <a:lnTo>
                    <a:pt x="969074" y="275368"/>
                  </a:lnTo>
                  <a:lnTo>
                    <a:pt x="968978" y="276416"/>
                  </a:lnTo>
                  <a:lnTo>
                    <a:pt x="968978" y="277654"/>
                  </a:lnTo>
                  <a:lnTo>
                    <a:pt x="969074" y="278702"/>
                  </a:lnTo>
                  <a:lnTo>
                    <a:pt x="969455" y="280797"/>
                  </a:lnTo>
                  <a:lnTo>
                    <a:pt x="969455" y="281940"/>
                  </a:lnTo>
                  <a:lnTo>
                    <a:pt x="968978" y="283369"/>
                  </a:lnTo>
                  <a:lnTo>
                    <a:pt x="967359" y="284893"/>
                  </a:lnTo>
                  <a:lnTo>
                    <a:pt x="965740" y="285274"/>
                  </a:lnTo>
                  <a:lnTo>
                    <a:pt x="961263" y="284702"/>
                  </a:lnTo>
                  <a:lnTo>
                    <a:pt x="955548" y="285369"/>
                  </a:lnTo>
                  <a:lnTo>
                    <a:pt x="955072" y="284512"/>
                  </a:lnTo>
                  <a:lnTo>
                    <a:pt x="955738" y="283464"/>
                  </a:lnTo>
                  <a:lnTo>
                    <a:pt x="957739" y="279273"/>
                  </a:lnTo>
                  <a:lnTo>
                    <a:pt x="957453" y="277463"/>
                  </a:lnTo>
                  <a:lnTo>
                    <a:pt x="956882" y="276416"/>
                  </a:lnTo>
                  <a:lnTo>
                    <a:pt x="955929" y="275844"/>
                  </a:lnTo>
                  <a:lnTo>
                    <a:pt x="954976" y="275558"/>
                  </a:lnTo>
                  <a:lnTo>
                    <a:pt x="954119" y="275463"/>
                  </a:lnTo>
                  <a:lnTo>
                    <a:pt x="953453" y="275749"/>
                  </a:lnTo>
                  <a:lnTo>
                    <a:pt x="952976" y="276035"/>
                  </a:lnTo>
                  <a:lnTo>
                    <a:pt x="952500" y="276130"/>
                  </a:lnTo>
                  <a:lnTo>
                    <a:pt x="951929" y="276035"/>
                  </a:lnTo>
                  <a:lnTo>
                    <a:pt x="951071" y="275273"/>
                  </a:lnTo>
                  <a:lnTo>
                    <a:pt x="950690" y="274701"/>
                  </a:lnTo>
                  <a:lnTo>
                    <a:pt x="950500" y="273844"/>
                  </a:lnTo>
                  <a:lnTo>
                    <a:pt x="950976" y="268319"/>
                  </a:lnTo>
                  <a:lnTo>
                    <a:pt x="950881" y="265843"/>
                  </a:lnTo>
                  <a:lnTo>
                    <a:pt x="950500" y="265081"/>
                  </a:lnTo>
                  <a:lnTo>
                    <a:pt x="949833" y="265081"/>
                  </a:lnTo>
                  <a:lnTo>
                    <a:pt x="949357" y="265652"/>
                  </a:lnTo>
                  <a:lnTo>
                    <a:pt x="948976" y="266224"/>
                  </a:lnTo>
                  <a:lnTo>
                    <a:pt x="948118" y="267938"/>
                  </a:lnTo>
                  <a:lnTo>
                    <a:pt x="947642" y="268605"/>
                  </a:lnTo>
                  <a:lnTo>
                    <a:pt x="946976" y="269272"/>
                  </a:lnTo>
                  <a:lnTo>
                    <a:pt x="946213" y="269558"/>
                  </a:lnTo>
                  <a:lnTo>
                    <a:pt x="945356" y="269462"/>
                  </a:lnTo>
                  <a:lnTo>
                    <a:pt x="944118" y="268510"/>
                  </a:lnTo>
                  <a:lnTo>
                    <a:pt x="943737" y="267748"/>
                  </a:lnTo>
                  <a:lnTo>
                    <a:pt x="943737" y="266795"/>
                  </a:lnTo>
                  <a:lnTo>
                    <a:pt x="944213" y="265843"/>
                  </a:lnTo>
                  <a:lnTo>
                    <a:pt x="944689" y="264700"/>
                  </a:lnTo>
                  <a:lnTo>
                    <a:pt x="945071" y="263176"/>
                  </a:lnTo>
                  <a:lnTo>
                    <a:pt x="944975" y="260509"/>
                  </a:lnTo>
                  <a:lnTo>
                    <a:pt x="944594" y="259271"/>
                  </a:lnTo>
                  <a:lnTo>
                    <a:pt x="944213" y="258509"/>
                  </a:lnTo>
                  <a:lnTo>
                    <a:pt x="943737" y="258223"/>
                  </a:lnTo>
                  <a:lnTo>
                    <a:pt x="943356" y="258128"/>
                  </a:lnTo>
                  <a:lnTo>
                    <a:pt x="942689" y="258413"/>
                  </a:lnTo>
                  <a:lnTo>
                    <a:pt x="938022" y="261938"/>
                  </a:lnTo>
                  <a:lnTo>
                    <a:pt x="937070" y="262414"/>
                  </a:lnTo>
                  <a:lnTo>
                    <a:pt x="935926" y="262795"/>
                  </a:lnTo>
                  <a:lnTo>
                    <a:pt x="935069" y="262985"/>
                  </a:lnTo>
                  <a:lnTo>
                    <a:pt x="934212" y="262985"/>
                  </a:lnTo>
                  <a:lnTo>
                    <a:pt x="933736" y="262890"/>
                  </a:lnTo>
                  <a:lnTo>
                    <a:pt x="932307" y="262319"/>
                  </a:lnTo>
                  <a:lnTo>
                    <a:pt x="926687" y="257747"/>
                  </a:lnTo>
                  <a:lnTo>
                    <a:pt x="923925" y="256413"/>
                  </a:lnTo>
                  <a:lnTo>
                    <a:pt x="922877" y="256318"/>
                  </a:lnTo>
                  <a:lnTo>
                    <a:pt x="920115" y="256413"/>
                  </a:lnTo>
                  <a:lnTo>
                    <a:pt x="917829" y="256127"/>
                  </a:lnTo>
                  <a:lnTo>
                    <a:pt x="916496" y="255746"/>
                  </a:lnTo>
                  <a:lnTo>
                    <a:pt x="915067" y="254984"/>
                  </a:lnTo>
                  <a:lnTo>
                    <a:pt x="906399" y="248507"/>
                  </a:lnTo>
                  <a:lnTo>
                    <a:pt x="905447" y="247460"/>
                  </a:lnTo>
                  <a:lnTo>
                    <a:pt x="904970" y="246602"/>
                  </a:lnTo>
                  <a:lnTo>
                    <a:pt x="904684" y="245840"/>
                  </a:lnTo>
                  <a:lnTo>
                    <a:pt x="904780" y="245174"/>
                  </a:lnTo>
                  <a:lnTo>
                    <a:pt x="905066" y="244412"/>
                  </a:lnTo>
                  <a:lnTo>
                    <a:pt x="905542" y="243364"/>
                  </a:lnTo>
                  <a:lnTo>
                    <a:pt x="905732" y="242221"/>
                  </a:lnTo>
                  <a:lnTo>
                    <a:pt x="905542" y="241078"/>
                  </a:lnTo>
                  <a:lnTo>
                    <a:pt x="904113" y="238887"/>
                  </a:lnTo>
                  <a:lnTo>
                    <a:pt x="903922" y="238506"/>
                  </a:lnTo>
                  <a:lnTo>
                    <a:pt x="903922" y="238411"/>
                  </a:lnTo>
                  <a:lnTo>
                    <a:pt x="903256" y="236792"/>
                  </a:lnTo>
                  <a:lnTo>
                    <a:pt x="901922" y="235077"/>
                  </a:lnTo>
                  <a:lnTo>
                    <a:pt x="900589" y="234410"/>
                  </a:lnTo>
                  <a:lnTo>
                    <a:pt x="898970" y="234029"/>
                  </a:lnTo>
                  <a:lnTo>
                    <a:pt x="897922" y="234029"/>
                  </a:lnTo>
                  <a:lnTo>
                    <a:pt x="897064" y="234220"/>
                  </a:lnTo>
                  <a:lnTo>
                    <a:pt x="896207" y="234506"/>
                  </a:lnTo>
                  <a:lnTo>
                    <a:pt x="894397" y="235458"/>
                  </a:lnTo>
                  <a:lnTo>
                    <a:pt x="893064" y="235934"/>
                  </a:lnTo>
                  <a:lnTo>
                    <a:pt x="891635" y="235934"/>
                  </a:lnTo>
                  <a:lnTo>
                    <a:pt x="889445" y="235458"/>
                  </a:lnTo>
                  <a:lnTo>
                    <a:pt x="888587" y="234791"/>
                  </a:lnTo>
                  <a:lnTo>
                    <a:pt x="888016" y="233744"/>
                  </a:lnTo>
                  <a:lnTo>
                    <a:pt x="887730" y="232315"/>
                  </a:lnTo>
                  <a:lnTo>
                    <a:pt x="887159" y="230886"/>
                  </a:lnTo>
                  <a:lnTo>
                    <a:pt x="886397" y="230219"/>
                  </a:lnTo>
                  <a:lnTo>
                    <a:pt x="881443" y="230315"/>
                  </a:lnTo>
                  <a:lnTo>
                    <a:pt x="876872" y="229076"/>
                  </a:lnTo>
                  <a:lnTo>
                    <a:pt x="873919" y="228791"/>
                  </a:lnTo>
                  <a:lnTo>
                    <a:pt x="872300" y="228410"/>
                  </a:lnTo>
                  <a:lnTo>
                    <a:pt x="871442" y="227838"/>
                  </a:lnTo>
                  <a:lnTo>
                    <a:pt x="870871" y="226886"/>
                  </a:lnTo>
                  <a:lnTo>
                    <a:pt x="870871" y="226028"/>
                  </a:lnTo>
                  <a:lnTo>
                    <a:pt x="871061" y="225362"/>
                  </a:lnTo>
                  <a:lnTo>
                    <a:pt x="871442" y="224790"/>
                  </a:lnTo>
                  <a:lnTo>
                    <a:pt x="871728" y="224314"/>
                  </a:lnTo>
                  <a:lnTo>
                    <a:pt x="871633" y="223742"/>
                  </a:lnTo>
                  <a:lnTo>
                    <a:pt x="871252" y="222790"/>
                  </a:lnTo>
                  <a:lnTo>
                    <a:pt x="870204" y="221456"/>
                  </a:lnTo>
                  <a:lnTo>
                    <a:pt x="869728" y="220313"/>
                  </a:lnTo>
                  <a:lnTo>
                    <a:pt x="869156" y="216789"/>
                  </a:lnTo>
                  <a:lnTo>
                    <a:pt x="866680" y="213074"/>
                  </a:lnTo>
                  <a:lnTo>
                    <a:pt x="856012" y="216313"/>
                  </a:lnTo>
                  <a:lnTo>
                    <a:pt x="853821" y="217551"/>
                  </a:lnTo>
                  <a:lnTo>
                    <a:pt x="854202" y="218027"/>
                  </a:lnTo>
                  <a:lnTo>
                    <a:pt x="854774" y="218599"/>
                  </a:lnTo>
                  <a:lnTo>
                    <a:pt x="858012" y="220694"/>
                  </a:lnTo>
                  <a:lnTo>
                    <a:pt x="858679" y="221552"/>
                  </a:lnTo>
                  <a:lnTo>
                    <a:pt x="858869" y="222409"/>
                  </a:lnTo>
                  <a:lnTo>
                    <a:pt x="858488" y="223647"/>
                  </a:lnTo>
                  <a:lnTo>
                    <a:pt x="857441" y="224409"/>
                  </a:lnTo>
                  <a:lnTo>
                    <a:pt x="856202" y="224885"/>
                  </a:lnTo>
                  <a:lnTo>
                    <a:pt x="853059" y="225266"/>
                  </a:lnTo>
                  <a:lnTo>
                    <a:pt x="849916" y="225171"/>
                  </a:lnTo>
                  <a:lnTo>
                    <a:pt x="848487" y="224790"/>
                  </a:lnTo>
                  <a:lnTo>
                    <a:pt x="847344" y="224314"/>
                  </a:lnTo>
                  <a:lnTo>
                    <a:pt x="846963" y="223838"/>
                  </a:lnTo>
                  <a:lnTo>
                    <a:pt x="846868" y="223075"/>
                  </a:lnTo>
                  <a:lnTo>
                    <a:pt x="846963" y="222218"/>
                  </a:lnTo>
                  <a:lnTo>
                    <a:pt x="847534" y="220599"/>
                  </a:lnTo>
                  <a:lnTo>
                    <a:pt x="847630" y="220123"/>
                  </a:lnTo>
                  <a:lnTo>
                    <a:pt x="847534" y="219647"/>
                  </a:lnTo>
                  <a:lnTo>
                    <a:pt x="847154" y="219075"/>
                  </a:lnTo>
                  <a:lnTo>
                    <a:pt x="846296" y="218599"/>
                  </a:lnTo>
                  <a:lnTo>
                    <a:pt x="843725" y="217742"/>
                  </a:lnTo>
                  <a:lnTo>
                    <a:pt x="842296" y="217170"/>
                  </a:lnTo>
                  <a:lnTo>
                    <a:pt x="840391" y="216694"/>
                  </a:lnTo>
                  <a:lnTo>
                    <a:pt x="838962" y="216884"/>
                  </a:lnTo>
                  <a:lnTo>
                    <a:pt x="837152" y="217551"/>
                  </a:lnTo>
                  <a:lnTo>
                    <a:pt x="835724" y="217551"/>
                  </a:lnTo>
                  <a:lnTo>
                    <a:pt x="834390" y="217075"/>
                  </a:lnTo>
                  <a:lnTo>
                    <a:pt x="832771" y="216979"/>
                  </a:lnTo>
                  <a:lnTo>
                    <a:pt x="832009" y="217551"/>
                  </a:lnTo>
                  <a:lnTo>
                    <a:pt x="831723" y="218599"/>
                  </a:lnTo>
                  <a:lnTo>
                    <a:pt x="832580" y="222599"/>
                  </a:lnTo>
                  <a:lnTo>
                    <a:pt x="832580" y="223933"/>
                  </a:lnTo>
                  <a:lnTo>
                    <a:pt x="832485" y="225266"/>
                  </a:lnTo>
                  <a:lnTo>
                    <a:pt x="832295" y="226028"/>
                  </a:lnTo>
                  <a:lnTo>
                    <a:pt x="831913" y="227171"/>
                  </a:lnTo>
                  <a:lnTo>
                    <a:pt x="830389" y="229838"/>
                  </a:lnTo>
                  <a:lnTo>
                    <a:pt x="828580" y="232315"/>
                  </a:lnTo>
                  <a:lnTo>
                    <a:pt x="825532" y="235363"/>
                  </a:lnTo>
                  <a:lnTo>
                    <a:pt x="825151" y="236125"/>
                  </a:lnTo>
                  <a:lnTo>
                    <a:pt x="824865" y="237173"/>
                  </a:lnTo>
                  <a:lnTo>
                    <a:pt x="824770" y="238411"/>
                  </a:lnTo>
                  <a:lnTo>
                    <a:pt x="824770" y="238506"/>
                  </a:lnTo>
                  <a:lnTo>
                    <a:pt x="824770" y="238601"/>
                  </a:lnTo>
                  <a:lnTo>
                    <a:pt x="825246" y="239363"/>
                  </a:lnTo>
                  <a:lnTo>
                    <a:pt x="825627" y="240411"/>
                  </a:lnTo>
                  <a:lnTo>
                    <a:pt x="825913" y="241078"/>
                  </a:lnTo>
                  <a:lnTo>
                    <a:pt x="826103" y="242030"/>
                  </a:lnTo>
                  <a:lnTo>
                    <a:pt x="826008" y="242888"/>
                  </a:lnTo>
                  <a:lnTo>
                    <a:pt x="825627" y="243840"/>
                  </a:lnTo>
                  <a:lnTo>
                    <a:pt x="824960" y="244412"/>
                  </a:lnTo>
                  <a:lnTo>
                    <a:pt x="824389" y="244697"/>
                  </a:lnTo>
                  <a:lnTo>
                    <a:pt x="821817" y="244793"/>
                  </a:lnTo>
                  <a:lnTo>
                    <a:pt x="820579" y="245078"/>
                  </a:lnTo>
                  <a:lnTo>
                    <a:pt x="819912" y="245459"/>
                  </a:lnTo>
                  <a:lnTo>
                    <a:pt x="819055" y="246317"/>
                  </a:lnTo>
                  <a:lnTo>
                    <a:pt x="816102" y="250222"/>
                  </a:lnTo>
                  <a:lnTo>
                    <a:pt x="812673" y="248603"/>
                  </a:lnTo>
                  <a:lnTo>
                    <a:pt x="808292" y="244507"/>
                  </a:lnTo>
                  <a:lnTo>
                    <a:pt x="806482" y="243364"/>
                  </a:lnTo>
                  <a:lnTo>
                    <a:pt x="805243" y="242792"/>
                  </a:lnTo>
                  <a:lnTo>
                    <a:pt x="804577" y="242888"/>
                  </a:lnTo>
                  <a:lnTo>
                    <a:pt x="801529" y="244126"/>
                  </a:lnTo>
                  <a:lnTo>
                    <a:pt x="800195" y="244507"/>
                  </a:lnTo>
                  <a:lnTo>
                    <a:pt x="798290" y="244507"/>
                  </a:lnTo>
                  <a:lnTo>
                    <a:pt x="796957" y="244031"/>
                  </a:lnTo>
                  <a:lnTo>
                    <a:pt x="796100" y="243364"/>
                  </a:lnTo>
                  <a:lnTo>
                    <a:pt x="794957" y="241840"/>
                  </a:lnTo>
                  <a:lnTo>
                    <a:pt x="794099" y="240887"/>
                  </a:lnTo>
                  <a:lnTo>
                    <a:pt x="793242" y="240602"/>
                  </a:lnTo>
                  <a:lnTo>
                    <a:pt x="792385" y="240602"/>
                  </a:lnTo>
                  <a:lnTo>
                    <a:pt x="786289" y="242316"/>
                  </a:lnTo>
                  <a:lnTo>
                    <a:pt x="785527" y="242411"/>
                  </a:lnTo>
                  <a:lnTo>
                    <a:pt x="782288" y="242507"/>
                  </a:lnTo>
                  <a:lnTo>
                    <a:pt x="779240" y="242221"/>
                  </a:lnTo>
                  <a:lnTo>
                    <a:pt x="777907" y="241459"/>
                  </a:lnTo>
                  <a:lnTo>
                    <a:pt x="777240" y="240697"/>
                  </a:lnTo>
                  <a:lnTo>
                    <a:pt x="777335" y="239744"/>
                  </a:lnTo>
                  <a:lnTo>
                    <a:pt x="777621" y="238697"/>
                  </a:lnTo>
                  <a:lnTo>
                    <a:pt x="777621" y="238506"/>
                  </a:lnTo>
                  <a:lnTo>
                    <a:pt x="778955" y="237173"/>
                  </a:lnTo>
                  <a:lnTo>
                    <a:pt x="779717" y="236125"/>
                  </a:lnTo>
                  <a:lnTo>
                    <a:pt x="780097" y="235458"/>
                  </a:lnTo>
                  <a:lnTo>
                    <a:pt x="780574" y="234410"/>
                  </a:lnTo>
                  <a:lnTo>
                    <a:pt x="780764" y="233553"/>
                  </a:lnTo>
                  <a:lnTo>
                    <a:pt x="780764" y="232124"/>
                  </a:lnTo>
                  <a:lnTo>
                    <a:pt x="780955" y="231553"/>
                  </a:lnTo>
                  <a:lnTo>
                    <a:pt x="781145" y="230886"/>
                  </a:lnTo>
                  <a:lnTo>
                    <a:pt x="781622" y="230219"/>
                  </a:lnTo>
                  <a:lnTo>
                    <a:pt x="782098" y="229648"/>
                  </a:lnTo>
                  <a:lnTo>
                    <a:pt x="784193" y="227933"/>
                  </a:lnTo>
                  <a:lnTo>
                    <a:pt x="784479" y="227457"/>
                  </a:lnTo>
                  <a:lnTo>
                    <a:pt x="784860" y="223742"/>
                  </a:lnTo>
                  <a:lnTo>
                    <a:pt x="785146" y="222695"/>
                  </a:lnTo>
                  <a:lnTo>
                    <a:pt x="788480" y="214694"/>
                  </a:lnTo>
                  <a:lnTo>
                    <a:pt x="788575" y="212979"/>
                  </a:lnTo>
                  <a:lnTo>
                    <a:pt x="788194" y="212027"/>
                  </a:lnTo>
                  <a:lnTo>
                    <a:pt x="787241" y="211265"/>
                  </a:lnTo>
                  <a:lnTo>
                    <a:pt x="786670" y="210979"/>
                  </a:lnTo>
                  <a:lnTo>
                    <a:pt x="785717" y="210788"/>
                  </a:lnTo>
                  <a:lnTo>
                    <a:pt x="784955" y="210788"/>
                  </a:lnTo>
                  <a:lnTo>
                    <a:pt x="784003" y="210979"/>
                  </a:lnTo>
                  <a:lnTo>
                    <a:pt x="783050" y="211265"/>
                  </a:lnTo>
                  <a:lnTo>
                    <a:pt x="782384" y="211550"/>
                  </a:lnTo>
                  <a:lnTo>
                    <a:pt x="781907" y="211836"/>
                  </a:lnTo>
                  <a:lnTo>
                    <a:pt x="781526" y="212217"/>
                  </a:lnTo>
                  <a:lnTo>
                    <a:pt x="781241" y="212693"/>
                  </a:lnTo>
                  <a:lnTo>
                    <a:pt x="780955" y="213360"/>
                  </a:lnTo>
                  <a:lnTo>
                    <a:pt x="780288" y="216408"/>
                  </a:lnTo>
                  <a:lnTo>
                    <a:pt x="779812" y="217170"/>
                  </a:lnTo>
                  <a:lnTo>
                    <a:pt x="779050" y="217742"/>
                  </a:lnTo>
                  <a:lnTo>
                    <a:pt x="778193" y="218218"/>
                  </a:lnTo>
                  <a:lnTo>
                    <a:pt x="777145" y="218408"/>
                  </a:lnTo>
                  <a:lnTo>
                    <a:pt x="768572" y="218694"/>
                  </a:lnTo>
                  <a:lnTo>
                    <a:pt x="767429" y="218885"/>
                  </a:lnTo>
                  <a:lnTo>
                    <a:pt x="766667" y="219170"/>
                  </a:lnTo>
                  <a:lnTo>
                    <a:pt x="766286" y="219456"/>
                  </a:lnTo>
                  <a:lnTo>
                    <a:pt x="766191" y="219932"/>
                  </a:lnTo>
                  <a:lnTo>
                    <a:pt x="766477" y="220409"/>
                  </a:lnTo>
                  <a:lnTo>
                    <a:pt x="767048" y="220885"/>
                  </a:lnTo>
                  <a:lnTo>
                    <a:pt x="772097" y="224314"/>
                  </a:lnTo>
                  <a:lnTo>
                    <a:pt x="773144" y="225266"/>
                  </a:lnTo>
                  <a:lnTo>
                    <a:pt x="773525" y="226409"/>
                  </a:lnTo>
                  <a:lnTo>
                    <a:pt x="773144" y="227362"/>
                  </a:lnTo>
                  <a:lnTo>
                    <a:pt x="772192" y="228124"/>
                  </a:lnTo>
                  <a:lnTo>
                    <a:pt x="771049" y="228314"/>
                  </a:lnTo>
                  <a:lnTo>
                    <a:pt x="768572" y="228410"/>
                  </a:lnTo>
                  <a:lnTo>
                    <a:pt x="767334" y="228695"/>
                  </a:lnTo>
                  <a:lnTo>
                    <a:pt x="765238" y="229457"/>
                  </a:lnTo>
                  <a:lnTo>
                    <a:pt x="764000" y="229648"/>
                  </a:lnTo>
                  <a:lnTo>
                    <a:pt x="763048" y="229172"/>
                  </a:lnTo>
                  <a:lnTo>
                    <a:pt x="762191" y="228600"/>
                  </a:lnTo>
                  <a:lnTo>
                    <a:pt x="759238" y="225647"/>
                  </a:lnTo>
                  <a:lnTo>
                    <a:pt x="758571" y="224504"/>
                  </a:lnTo>
                  <a:lnTo>
                    <a:pt x="758000" y="223361"/>
                  </a:lnTo>
                  <a:lnTo>
                    <a:pt x="757047" y="220790"/>
                  </a:lnTo>
                  <a:lnTo>
                    <a:pt x="756190" y="219742"/>
                  </a:lnTo>
                  <a:lnTo>
                    <a:pt x="755523" y="219266"/>
                  </a:lnTo>
                  <a:lnTo>
                    <a:pt x="754475" y="219170"/>
                  </a:lnTo>
                  <a:lnTo>
                    <a:pt x="753809" y="219361"/>
                  </a:lnTo>
                  <a:lnTo>
                    <a:pt x="753142" y="219742"/>
                  </a:lnTo>
                  <a:lnTo>
                    <a:pt x="752951" y="220409"/>
                  </a:lnTo>
                  <a:lnTo>
                    <a:pt x="753047" y="221361"/>
                  </a:lnTo>
                  <a:lnTo>
                    <a:pt x="753237" y="222504"/>
                  </a:lnTo>
                  <a:lnTo>
                    <a:pt x="753332" y="223647"/>
                  </a:lnTo>
                  <a:lnTo>
                    <a:pt x="753047" y="224409"/>
                  </a:lnTo>
                  <a:lnTo>
                    <a:pt x="752380" y="224885"/>
                  </a:lnTo>
                  <a:lnTo>
                    <a:pt x="751522" y="225171"/>
                  </a:lnTo>
                  <a:lnTo>
                    <a:pt x="750570" y="225266"/>
                  </a:lnTo>
                  <a:lnTo>
                    <a:pt x="749427" y="225362"/>
                  </a:lnTo>
                  <a:lnTo>
                    <a:pt x="745712" y="224695"/>
                  </a:lnTo>
                  <a:lnTo>
                    <a:pt x="743903" y="223742"/>
                  </a:lnTo>
                  <a:lnTo>
                    <a:pt x="742759" y="223552"/>
                  </a:lnTo>
                  <a:lnTo>
                    <a:pt x="742283" y="223647"/>
                  </a:lnTo>
                  <a:lnTo>
                    <a:pt x="742188" y="224028"/>
                  </a:lnTo>
                  <a:lnTo>
                    <a:pt x="742188" y="224600"/>
                  </a:lnTo>
                  <a:lnTo>
                    <a:pt x="742474" y="226028"/>
                  </a:lnTo>
                  <a:lnTo>
                    <a:pt x="742759" y="226695"/>
                  </a:lnTo>
                  <a:lnTo>
                    <a:pt x="743045" y="228219"/>
                  </a:lnTo>
                  <a:lnTo>
                    <a:pt x="743617" y="229172"/>
                  </a:lnTo>
                  <a:lnTo>
                    <a:pt x="744569" y="229934"/>
                  </a:lnTo>
                  <a:lnTo>
                    <a:pt x="747617" y="231267"/>
                  </a:lnTo>
                  <a:lnTo>
                    <a:pt x="748379" y="231743"/>
                  </a:lnTo>
                  <a:lnTo>
                    <a:pt x="748665" y="232124"/>
                  </a:lnTo>
                  <a:lnTo>
                    <a:pt x="748760" y="233363"/>
                  </a:lnTo>
                  <a:lnTo>
                    <a:pt x="744569" y="236220"/>
                  </a:lnTo>
                  <a:lnTo>
                    <a:pt x="743522" y="236506"/>
                  </a:lnTo>
                  <a:lnTo>
                    <a:pt x="742283" y="236601"/>
                  </a:lnTo>
                  <a:lnTo>
                    <a:pt x="741521" y="236220"/>
                  </a:lnTo>
                  <a:lnTo>
                    <a:pt x="740950" y="235553"/>
                  </a:lnTo>
                  <a:lnTo>
                    <a:pt x="738950" y="232791"/>
                  </a:lnTo>
                  <a:lnTo>
                    <a:pt x="737045" y="230600"/>
                  </a:lnTo>
                  <a:lnTo>
                    <a:pt x="736283" y="230410"/>
                  </a:lnTo>
                  <a:lnTo>
                    <a:pt x="735997" y="230696"/>
                  </a:lnTo>
                  <a:lnTo>
                    <a:pt x="735901" y="231267"/>
                  </a:lnTo>
                  <a:lnTo>
                    <a:pt x="735997" y="232029"/>
                  </a:lnTo>
                  <a:lnTo>
                    <a:pt x="736854" y="235077"/>
                  </a:lnTo>
                  <a:lnTo>
                    <a:pt x="736854" y="236029"/>
                  </a:lnTo>
                  <a:lnTo>
                    <a:pt x="736283" y="236887"/>
                  </a:lnTo>
                  <a:lnTo>
                    <a:pt x="735521" y="237077"/>
                  </a:lnTo>
                  <a:lnTo>
                    <a:pt x="734568" y="236982"/>
                  </a:lnTo>
                  <a:lnTo>
                    <a:pt x="733711" y="236696"/>
                  </a:lnTo>
                  <a:lnTo>
                    <a:pt x="732758" y="236315"/>
                  </a:lnTo>
                  <a:lnTo>
                    <a:pt x="731710" y="235934"/>
                  </a:lnTo>
                  <a:lnTo>
                    <a:pt x="729901" y="235649"/>
                  </a:lnTo>
                  <a:lnTo>
                    <a:pt x="728282" y="235839"/>
                  </a:lnTo>
                  <a:lnTo>
                    <a:pt x="724948" y="237077"/>
                  </a:lnTo>
                  <a:lnTo>
                    <a:pt x="723614" y="236982"/>
                  </a:lnTo>
                  <a:lnTo>
                    <a:pt x="722662" y="236506"/>
                  </a:lnTo>
                  <a:lnTo>
                    <a:pt x="721328" y="234601"/>
                  </a:lnTo>
                  <a:lnTo>
                    <a:pt x="720757" y="233363"/>
                  </a:lnTo>
                  <a:lnTo>
                    <a:pt x="719995" y="230410"/>
                  </a:lnTo>
                  <a:lnTo>
                    <a:pt x="719995" y="229362"/>
                  </a:lnTo>
                  <a:lnTo>
                    <a:pt x="720185" y="227838"/>
                  </a:lnTo>
                  <a:lnTo>
                    <a:pt x="720471" y="227267"/>
                  </a:lnTo>
                  <a:lnTo>
                    <a:pt x="720947" y="227171"/>
                  </a:lnTo>
                  <a:lnTo>
                    <a:pt x="721328" y="227457"/>
                  </a:lnTo>
                  <a:lnTo>
                    <a:pt x="721900" y="227648"/>
                  </a:lnTo>
                  <a:lnTo>
                    <a:pt x="722757" y="227743"/>
                  </a:lnTo>
                  <a:lnTo>
                    <a:pt x="724567" y="227171"/>
                  </a:lnTo>
                  <a:lnTo>
                    <a:pt x="725329" y="226409"/>
                  </a:lnTo>
                  <a:lnTo>
                    <a:pt x="726281" y="225076"/>
                  </a:lnTo>
                  <a:lnTo>
                    <a:pt x="728567" y="222695"/>
                  </a:lnTo>
                  <a:lnTo>
                    <a:pt x="729234" y="221837"/>
                  </a:lnTo>
                  <a:lnTo>
                    <a:pt x="729805" y="220790"/>
                  </a:lnTo>
                  <a:lnTo>
                    <a:pt x="730282" y="220218"/>
                  </a:lnTo>
                  <a:lnTo>
                    <a:pt x="730949" y="219837"/>
                  </a:lnTo>
                  <a:lnTo>
                    <a:pt x="731710" y="219551"/>
                  </a:lnTo>
                  <a:lnTo>
                    <a:pt x="732377" y="219170"/>
                  </a:lnTo>
                  <a:lnTo>
                    <a:pt x="733901" y="218218"/>
                  </a:lnTo>
                  <a:lnTo>
                    <a:pt x="735806" y="217456"/>
                  </a:lnTo>
                  <a:lnTo>
                    <a:pt x="737045" y="216789"/>
                  </a:lnTo>
                  <a:lnTo>
                    <a:pt x="737711" y="216122"/>
                  </a:lnTo>
                  <a:lnTo>
                    <a:pt x="738092" y="215551"/>
                  </a:lnTo>
                  <a:lnTo>
                    <a:pt x="738092" y="214884"/>
                  </a:lnTo>
                  <a:lnTo>
                    <a:pt x="737902" y="214217"/>
                  </a:lnTo>
                  <a:lnTo>
                    <a:pt x="736949" y="212217"/>
                  </a:lnTo>
                  <a:lnTo>
                    <a:pt x="736663" y="211550"/>
                  </a:lnTo>
                  <a:lnTo>
                    <a:pt x="736378" y="209360"/>
                  </a:lnTo>
                  <a:lnTo>
                    <a:pt x="736187" y="208598"/>
                  </a:lnTo>
                  <a:lnTo>
                    <a:pt x="735901" y="207931"/>
                  </a:lnTo>
                  <a:lnTo>
                    <a:pt x="735425" y="207454"/>
                  </a:lnTo>
                  <a:lnTo>
                    <a:pt x="734949" y="207169"/>
                  </a:lnTo>
                  <a:lnTo>
                    <a:pt x="734378" y="207074"/>
                  </a:lnTo>
                  <a:lnTo>
                    <a:pt x="733806" y="207264"/>
                  </a:lnTo>
                  <a:lnTo>
                    <a:pt x="733234" y="207454"/>
                  </a:lnTo>
                  <a:lnTo>
                    <a:pt x="732758" y="207454"/>
                  </a:lnTo>
                  <a:lnTo>
                    <a:pt x="732282" y="207074"/>
                  </a:lnTo>
                  <a:lnTo>
                    <a:pt x="731330" y="205169"/>
                  </a:lnTo>
                  <a:lnTo>
                    <a:pt x="730853" y="204597"/>
                  </a:lnTo>
                  <a:lnTo>
                    <a:pt x="730377" y="204216"/>
                  </a:lnTo>
                  <a:lnTo>
                    <a:pt x="728853" y="203264"/>
                  </a:lnTo>
                  <a:lnTo>
                    <a:pt x="727043" y="202597"/>
                  </a:lnTo>
                  <a:lnTo>
                    <a:pt x="726567" y="201835"/>
                  </a:lnTo>
                  <a:lnTo>
                    <a:pt x="726186" y="200501"/>
                  </a:lnTo>
                  <a:lnTo>
                    <a:pt x="725996" y="195548"/>
                  </a:lnTo>
                  <a:lnTo>
                    <a:pt x="725424" y="191548"/>
                  </a:lnTo>
                  <a:lnTo>
                    <a:pt x="725043" y="190405"/>
                  </a:lnTo>
                  <a:lnTo>
                    <a:pt x="724662" y="189548"/>
                  </a:lnTo>
                  <a:lnTo>
                    <a:pt x="722852" y="186976"/>
                  </a:lnTo>
                  <a:lnTo>
                    <a:pt x="722090" y="185738"/>
                  </a:lnTo>
                  <a:lnTo>
                    <a:pt x="721233" y="185452"/>
                  </a:lnTo>
                  <a:lnTo>
                    <a:pt x="720280" y="185357"/>
                  </a:lnTo>
                  <a:lnTo>
                    <a:pt x="718661" y="185642"/>
                  </a:lnTo>
                  <a:lnTo>
                    <a:pt x="716471" y="186309"/>
                  </a:lnTo>
                  <a:lnTo>
                    <a:pt x="715709" y="186404"/>
                  </a:lnTo>
                  <a:lnTo>
                    <a:pt x="714851" y="186309"/>
                  </a:lnTo>
                  <a:lnTo>
                    <a:pt x="713137" y="185547"/>
                  </a:lnTo>
                  <a:lnTo>
                    <a:pt x="712184" y="185452"/>
                  </a:lnTo>
                  <a:lnTo>
                    <a:pt x="711422" y="185833"/>
                  </a:lnTo>
                  <a:lnTo>
                    <a:pt x="710946" y="186500"/>
                  </a:lnTo>
                  <a:lnTo>
                    <a:pt x="710279" y="188309"/>
                  </a:lnTo>
                  <a:lnTo>
                    <a:pt x="709613" y="189167"/>
                  </a:lnTo>
                  <a:lnTo>
                    <a:pt x="708755" y="190119"/>
                  </a:lnTo>
                  <a:lnTo>
                    <a:pt x="703707" y="193834"/>
                  </a:lnTo>
                  <a:lnTo>
                    <a:pt x="703326" y="194024"/>
                  </a:lnTo>
                  <a:lnTo>
                    <a:pt x="702850" y="194024"/>
                  </a:lnTo>
                  <a:lnTo>
                    <a:pt x="702088" y="193834"/>
                  </a:lnTo>
                  <a:lnTo>
                    <a:pt x="699421" y="192500"/>
                  </a:lnTo>
                  <a:lnTo>
                    <a:pt x="691134" y="196406"/>
                  </a:lnTo>
                  <a:lnTo>
                    <a:pt x="689229" y="197739"/>
                  </a:lnTo>
                  <a:lnTo>
                    <a:pt x="686276" y="200692"/>
                  </a:lnTo>
                  <a:lnTo>
                    <a:pt x="681895" y="204121"/>
                  </a:lnTo>
                  <a:lnTo>
                    <a:pt x="679609" y="205454"/>
                  </a:lnTo>
                  <a:lnTo>
                    <a:pt x="677989" y="205931"/>
                  </a:lnTo>
                  <a:lnTo>
                    <a:pt x="675132" y="206121"/>
                  </a:lnTo>
                  <a:lnTo>
                    <a:pt x="672275" y="206978"/>
                  </a:lnTo>
                  <a:lnTo>
                    <a:pt x="670941" y="207931"/>
                  </a:lnTo>
                  <a:lnTo>
                    <a:pt x="670274" y="208693"/>
                  </a:lnTo>
                  <a:lnTo>
                    <a:pt x="670179" y="209360"/>
                  </a:lnTo>
                  <a:lnTo>
                    <a:pt x="670179" y="210026"/>
                  </a:lnTo>
                  <a:lnTo>
                    <a:pt x="670274" y="210788"/>
                  </a:lnTo>
                  <a:lnTo>
                    <a:pt x="670560" y="211646"/>
                  </a:lnTo>
                  <a:lnTo>
                    <a:pt x="671132" y="212693"/>
                  </a:lnTo>
                  <a:lnTo>
                    <a:pt x="671798" y="213741"/>
                  </a:lnTo>
                  <a:lnTo>
                    <a:pt x="673703" y="215932"/>
                  </a:lnTo>
                  <a:lnTo>
                    <a:pt x="674084" y="216789"/>
                  </a:lnTo>
                  <a:lnTo>
                    <a:pt x="674275" y="217646"/>
                  </a:lnTo>
                  <a:lnTo>
                    <a:pt x="673989" y="218694"/>
                  </a:lnTo>
                  <a:lnTo>
                    <a:pt x="673608" y="219075"/>
                  </a:lnTo>
                  <a:lnTo>
                    <a:pt x="672179" y="219361"/>
                  </a:lnTo>
                  <a:lnTo>
                    <a:pt x="670751" y="219837"/>
                  </a:lnTo>
                  <a:lnTo>
                    <a:pt x="667988" y="221361"/>
                  </a:lnTo>
                  <a:lnTo>
                    <a:pt x="666464" y="221742"/>
                  </a:lnTo>
                  <a:lnTo>
                    <a:pt x="665321" y="221552"/>
                  </a:lnTo>
                  <a:lnTo>
                    <a:pt x="663893" y="219551"/>
                  </a:lnTo>
                  <a:lnTo>
                    <a:pt x="663226" y="218980"/>
                  </a:lnTo>
                  <a:lnTo>
                    <a:pt x="662559" y="218694"/>
                  </a:lnTo>
                  <a:lnTo>
                    <a:pt x="661988" y="218599"/>
                  </a:lnTo>
                  <a:lnTo>
                    <a:pt x="659035" y="219170"/>
                  </a:lnTo>
                  <a:lnTo>
                    <a:pt x="650272" y="219742"/>
                  </a:lnTo>
                  <a:lnTo>
                    <a:pt x="648843" y="219551"/>
                  </a:lnTo>
                  <a:lnTo>
                    <a:pt x="645224" y="218504"/>
                  </a:lnTo>
                  <a:lnTo>
                    <a:pt x="640747" y="216313"/>
                  </a:lnTo>
                  <a:lnTo>
                    <a:pt x="639318" y="215837"/>
                  </a:lnTo>
                  <a:lnTo>
                    <a:pt x="638651" y="215741"/>
                  </a:lnTo>
                  <a:lnTo>
                    <a:pt x="637889" y="215741"/>
                  </a:lnTo>
                  <a:lnTo>
                    <a:pt x="636460" y="216027"/>
                  </a:lnTo>
                  <a:lnTo>
                    <a:pt x="635318" y="217075"/>
                  </a:lnTo>
                  <a:lnTo>
                    <a:pt x="634270" y="218408"/>
                  </a:lnTo>
                  <a:lnTo>
                    <a:pt x="632365" y="222314"/>
                  </a:lnTo>
                  <a:lnTo>
                    <a:pt x="631793" y="223266"/>
                  </a:lnTo>
                  <a:lnTo>
                    <a:pt x="630936" y="224028"/>
                  </a:lnTo>
                  <a:lnTo>
                    <a:pt x="629317" y="225076"/>
                  </a:lnTo>
                  <a:lnTo>
                    <a:pt x="627983" y="225362"/>
                  </a:lnTo>
                  <a:lnTo>
                    <a:pt x="626935" y="225076"/>
                  </a:lnTo>
                  <a:lnTo>
                    <a:pt x="626269" y="224409"/>
                  </a:lnTo>
                  <a:lnTo>
                    <a:pt x="625983" y="223647"/>
                  </a:lnTo>
                  <a:lnTo>
                    <a:pt x="625888" y="222695"/>
                  </a:lnTo>
                  <a:lnTo>
                    <a:pt x="625697" y="221933"/>
                  </a:lnTo>
                  <a:lnTo>
                    <a:pt x="625412" y="221171"/>
                  </a:lnTo>
                  <a:lnTo>
                    <a:pt x="624554" y="220504"/>
                  </a:lnTo>
                  <a:lnTo>
                    <a:pt x="623221" y="220123"/>
                  </a:lnTo>
                  <a:lnTo>
                    <a:pt x="621125" y="220123"/>
                  </a:lnTo>
                  <a:lnTo>
                    <a:pt x="620078" y="220599"/>
                  </a:lnTo>
                  <a:lnTo>
                    <a:pt x="619411" y="221171"/>
                  </a:lnTo>
                  <a:lnTo>
                    <a:pt x="619316" y="221933"/>
                  </a:lnTo>
                  <a:lnTo>
                    <a:pt x="619411" y="224028"/>
                  </a:lnTo>
                  <a:lnTo>
                    <a:pt x="619697" y="225933"/>
                  </a:lnTo>
                  <a:lnTo>
                    <a:pt x="619697" y="227648"/>
                  </a:lnTo>
                  <a:lnTo>
                    <a:pt x="619220" y="229076"/>
                  </a:lnTo>
                  <a:lnTo>
                    <a:pt x="615315" y="229457"/>
                  </a:lnTo>
                  <a:lnTo>
                    <a:pt x="614077" y="228981"/>
                  </a:lnTo>
                  <a:lnTo>
                    <a:pt x="612934" y="228219"/>
                  </a:lnTo>
                  <a:lnTo>
                    <a:pt x="612362" y="227267"/>
                  </a:lnTo>
                  <a:lnTo>
                    <a:pt x="612172" y="225933"/>
                  </a:lnTo>
                  <a:lnTo>
                    <a:pt x="612172" y="224314"/>
                  </a:lnTo>
                  <a:lnTo>
                    <a:pt x="612458" y="222314"/>
                  </a:lnTo>
                  <a:lnTo>
                    <a:pt x="612743" y="220980"/>
                  </a:lnTo>
                  <a:lnTo>
                    <a:pt x="613124" y="219742"/>
                  </a:lnTo>
                  <a:lnTo>
                    <a:pt x="613696" y="218885"/>
                  </a:lnTo>
                  <a:lnTo>
                    <a:pt x="616553" y="216218"/>
                  </a:lnTo>
                  <a:lnTo>
                    <a:pt x="617601" y="214598"/>
                  </a:lnTo>
                  <a:lnTo>
                    <a:pt x="619030" y="211169"/>
                  </a:lnTo>
                  <a:lnTo>
                    <a:pt x="623030" y="205740"/>
                  </a:lnTo>
                  <a:lnTo>
                    <a:pt x="624745" y="202025"/>
                  </a:lnTo>
                  <a:lnTo>
                    <a:pt x="624935" y="200692"/>
                  </a:lnTo>
                  <a:lnTo>
                    <a:pt x="624554" y="200025"/>
                  </a:lnTo>
                  <a:lnTo>
                    <a:pt x="623697" y="200406"/>
                  </a:lnTo>
                  <a:lnTo>
                    <a:pt x="622745" y="201073"/>
                  </a:lnTo>
                  <a:lnTo>
                    <a:pt x="620744" y="203168"/>
                  </a:lnTo>
                  <a:lnTo>
                    <a:pt x="619887" y="203549"/>
                  </a:lnTo>
                  <a:lnTo>
                    <a:pt x="618934" y="203454"/>
                  </a:lnTo>
                  <a:lnTo>
                    <a:pt x="617792" y="202883"/>
                  </a:lnTo>
                  <a:lnTo>
                    <a:pt x="616649" y="202787"/>
                  </a:lnTo>
                  <a:lnTo>
                    <a:pt x="615410" y="203073"/>
                  </a:lnTo>
                  <a:lnTo>
                    <a:pt x="614172" y="203740"/>
                  </a:lnTo>
                  <a:lnTo>
                    <a:pt x="613315" y="204597"/>
                  </a:lnTo>
                  <a:lnTo>
                    <a:pt x="612743" y="205454"/>
                  </a:lnTo>
                  <a:lnTo>
                    <a:pt x="612362" y="206312"/>
                  </a:lnTo>
                  <a:lnTo>
                    <a:pt x="611886" y="206978"/>
                  </a:lnTo>
                  <a:lnTo>
                    <a:pt x="611410" y="207454"/>
                  </a:lnTo>
                  <a:lnTo>
                    <a:pt x="610648" y="207645"/>
                  </a:lnTo>
                  <a:lnTo>
                    <a:pt x="609791" y="207454"/>
                  </a:lnTo>
                  <a:lnTo>
                    <a:pt x="609029" y="206883"/>
                  </a:lnTo>
                  <a:lnTo>
                    <a:pt x="607981" y="205454"/>
                  </a:lnTo>
                  <a:lnTo>
                    <a:pt x="607505" y="204216"/>
                  </a:lnTo>
                  <a:lnTo>
                    <a:pt x="607409" y="202978"/>
                  </a:lnTo>
                  <a:lnTo>
                    <a:pt x="607600" y="201930"/>
                  </a:lnTo>
                  <a:lnTo>
                    <a:pt x="607790" y="201168"/>
                  </a:lnTo>
                  <a:lnTo>
                    <a:pt x="608267" y="199930"/>
                  </a:lnTo>
                  <a:lnTo>
                    <a:pt x="611124" y="195263"/>
                  </a:lnTo>
                  <a:lnTo>
                    <a:pt x="611505" y="193929"/>
                  </a:lnTo>
                  <a:lnTo>
                    <a:pt x="611314" y="193167"/>
                  </a:lnTo>
                  <a:lnTo>
                    <a:pt x="610648" y="192405"/>
                  </a:lnTo>
                  <a:lnTo>
                    <a:pt x="609981" y="192119"/>
                  </a:lnTo>
                  <a:lnTo>
                    <a:pt x="608933" y="192119"/>
                  </a:lnTo>
                  <a:lnTo>
                    <a:pt x="605790" y="195929"/>
                  </a:lnTo>
                  <a:lnTo>
                    <a:pt x="604457" y="199168"/>
                  </a:lnTo>
                  <a:lnTo>
                    <a:pt x="604266" y="200882"/>
                  </a:lnTo>
                  <a:lnTo>
                    <a:pt x="604171" y="201930"/>
                  </a:lnTo>
                  <a:lnTo>
                    <a:pt x="604361" y="203549"/>
                  </a:lnTo>
                  <a:lnTo>
                    <a:pt x="607124" y="212408"/>
                  </a:lnTo>
                  <a:lnTo>
                    <a:pt x="607505" y="214503"/>
                  </a:lnTo>
                  <a:lnTo>
                    <a:pt x="607505" y="215932"/>
                  </a:lnTo>
                  <a:lnTo>
                    <a:pt x="607124" y="216979"/>
                  </a:lnTo>
                  <a:lnTo>
                    <a:pt x="606266" y="217646"/>
                  </a:lnTo>
                  <a:lnTo>
                    <a:pt x="605028" y="217646"/>
                  </a:lnTo>
                  <a:lnTo>
                    <a:pt x="602361" y="216599"/>
                  </a:lnTo>
                  <a:lnTo>
                    <a:pt x="601123" y="216218"/>
                  </a:lnTo>
                  <a:lnTo>
                    <a:pt x="600075" y="216218"/>
                  </a:lnTo>
                  <a:lnTo>
                    <a:pt x="599218" y="216313"/>
                  </a:lnTo>
                  <a:lnTo>
                    <a:pt x="598265" y="216503"/>
                  </a:lnTo>
                  <a:lnTo>
                    <a:pt x="596170" y="215551"/>
                  </a:lnTo>
                  <a:lnTo>
                    <a:pt x="595027" y="215360"/>
                  </a:lnTo>
                  <a:lnTo>
                    <a:pt x="593788" y="215456"/>
                  </a:lnTo>
                  <a:lnTo>
                    <a:pt x="592455" y="216313"/>
                  </a:lnTo>
                  <a:lnTo>
                    <a:pt x="591598" y="217361"/>
                  </a:lnTo>
                  <a:lnTo>
                    <a:pt x="590455" y="219361"/>
                  </a:lnTo>
                  <a:lnTo>
                    <a:pt x="589407" y="220028"/>
                  </a:lnTo>
                  <a:lnTo>
                    <a:pt x="588550" y="220218"/>
                  </a:lnTo>
                  <a:lnTo>
                    <a:pt x="587788" y="219742"/>
                  </a:lnTo>
                  <a:lnTo>
                    <a:pt x="587407" y="218980"/>
                  </a:lnTo>
                  <a:lnTo>
                    <a:pt x="586930" y="214884"/>
                  </a:lnTo>
                  <a:lnTo>
                    <a:pt x="586550" y="213741"/>
                  </a:lnTo>
                  <a:lnTo>
                    <a:pt x="585597" y="213455"/>
                  </a:lnTo>
                  <a:lnTo>
                    <a:pt x="583787" y="213646"/>
                  </a:lnTo>
                  <a:lnTo>
                    <a:pt x="579977" y="215456"/>
                  </a:lnTo>
                  <a:lnTo>
                    <a:pt x="578072" y="216122"/>
                  </a:lnTo>
                  <a:lnTo>
                    <a:pt x="576739" y="216313"/>
                  </a:lnTo>
                  <a:lnTo>
                    <a:pt x="575977" y="215837"/>
                  </a:lnTo>
                  <a:lnTo>
                    <a:pt x="575405" y="215075"/>
                  </a:lnTo>
                  <a:lnTo>
                    <a:pt x="575024" y="214122"/>
                  </a:lnTo>
                  <a:lnTo>
                    <a:pt x="574929" y="212693"/>
                  </a:lnTo>
                  <a:lnTo>
                    <a:pt x="575310" y="211265"/>
                  </a:lnTo>
                  <a:lnTo>
                    <a:pt x="576072" y="209741"/>
                  </a:lnTo>
                  <a:lnTo>
                    <a:pt x="579120" y="206597"/>
                  </a:lnTo>
                  <a:lnTo>
                    <a:pt x="579501" y="205835"/>
                  </a:lnTo>
                  <a:lnTo>
                    <a:pt x="579310" y="205359"/>
                  </a:lnTo>
                  <a:lnTo>
                    <a:pt x="579025" y="205073"/>
                  </a:lnTo>
                  <a:lnTo>
                    <a:pt x="577691" y="204407"/>
                  </a:lnTo>
                  <a:lnTo>
                    <a:pt x="577310" y="203930"/>
                  </a:lnTo>
                  <a:lnTo>
                    <a:pt x="577025" y="203645"/>
                  </a:lnTo>
                  <a:lnTo>
                    <a:pt x="576453" y="203168"/>
                  </a:lnTo>
                  <a:lnTo>
                    <a:pt x="575691" y="202692"/>
                  </a:lnTo>
                  <a:lnTo>
                    <a:pt x="573881" y="202502"/>
                  </a:lnTo>
                  <a:lnTo>
                    <a:pt x="572929" y="202787"/>
                  </a:lnTo>
                  <a:lnTo>
                    <a:pt x="572453" y="203359"/>
                  </a:lnTo>
                  <a:lnTo>
                    <a:pt x="572357" y="204311"/>
                  </a:lnTo>
                  <a:lnTo>
                    <a:pt x="572453" y="205645"/>
                  </a:lnTo>
                  <a:lnTo>
                    <a:pt x="572357" y="206978"/>
                  </a:lnTo>
                  <a:lnTo>
                    <a:pt x="572072" y="208312"/>
                  </a:lnTo>
                  <a:lnTo>
                    <a:pt x="570929" y="209455"/>
                  </a:lnTo>
                  <a:lnTo>
                    <a:pt x="569595" y="209836"/>
                  </a:lnTo>
                  <a:lnTo>
                    <a:pt x="567976" y="210026"/>
                  </a:lnTo>
                  <a:lnTo>
                    <a:pt x="566833" y="210598"/>
                  </a:lnTo>
                  <a:lnTo>
                    <a:pt x="565976" y="211360"/>
                  </a:lnTo>
                  <a:lnTo>
                    <a:pt x="564451" y="213550"/>
                  </a:lnTo>
                  <a:lnTo>
                    <a:pt x="563309" y="214789"/>
                  </a:lnTo>
                  <a:lnTo>
                    <a:pt x="561404" y="216218"/>
                  </a:lnTo>
                  <a:lnTo>
                    <a:pt x="560070" y="216313"/>
                  </a:lnTo>
                  <a:lnTo>
                    <a:pt x="559022" y="215551"/>
                  </a:lnTo>
                  <a:lnTo>
                    <a:pt x="558355" y="214122"/>
                  </a:lnTo>
                  <a:lnTo>
                    <a:pt x="558070" y="212217"/>
                  </a:lnTo>
                  <a:lnTo>
                    <a:pt x="558260" y="210407"/>
                  </a:lnTo>
                  <a:lnTo>
                    <a:pt x="558737" y="208217"/>
                  </a:lnTo>
                  <a:lnTo>
                    <a:pt x="559594" y="206407"/>
                  </a:lnTo>
                  <a:lnTo>
                    <a:pt x="560737" y="204692"/>
                  </a:lnTo>
                  <a:lnTo>
                    <a:pt x="562356" y="203264"/>
                  </a:lnTo>
                  <a:lnTo>
                    <a:pt x="565118" y="201454"/>
                  </a:lnTo>
                  <a:lnTo>
                    <a:pt x="565785" y="200787"/>
                  </a:lnTo>
                  <a:lnTo>
                    <a:pt x="566547" y="199835"/>
                  </a:lnTo>
                  <a:lnTo>
                    <a:pt x="566833" y="198692"/>
                  </a:lnTo>
                  <a:lnTo>
                    <a:pt x="566738" y="197549"/>
                  </a:lnTo>
                  <a:lnTo>
                    <a:pt x="566452" y="195548"/>
                  </a:lnTo>
                  <a:lnTo>
                    <a:pt x="566357" y="194405"/>
                  </a:lnTo>
                  <a:lnTo>
                    <a:pt x="566738" y="192977"/>
                  </a:lnTo>
                  <a:lnTo>
                    <a:pt x="568833" y="189357"/>
                  </a:lnTo>
                  <a:lnTo>
                    <a:pt x="569119" y="187833"/>
                  </a:lnTo>
                  <a:lnTo>
                    <a:pt x="569405" y="184118"/>
                  </a:lnTo>
                  <a:lnTo>
                    <a:pt x="569405" y="183261"/>
                  </a:lnTo>
                  <a:lnTo>
                    <a:pt x="569214" y="182690"/>
                  </a:lnTo>
                  <a:lnTo>
                    <a:pt x="568643" y="182118"/>
                  </a:lnTo>
                  <a:lnTo>
                    <a:pt x="568071" y="182023"/>
                  </a:lnTo>
                  <a:lnTo>
                    <a:pt x="567023" y="182213"/>
                  </a:lnTo>
                  <a:lnTo>
                    <a:pt x="565785" y="182594"/>
                  </a:lnTo>
                  <a:lnTo>
                    <a:pt x="564356" y="182690"/>
                  </a:lnTo>
                  <a:lnTo>
                    <a:pt x="563499" y="182309"/>
                  </a:lnTo>
                  <a:lnTo>
                    <a:pt x="563213" y="181642"/>
                  </a:lnTo>
                  <a:lnTo>
                    <a:pt x="563404" y="180594"/>
                  </a:lnTo>
                  <a:lnTo>
                    <a:pt x="563975" y="179546"/>
                  </a:lnTo>
                  <a:lnTo>
                    <a:pt x="564451" y="178118"/>
                  </a:lnTo>
                  <a:lnTo>
                    <a:pt x="564737" y="176689"/>
                  </a:lnTo>
                  <a:lnTo>
                    <a:pt x="564642" y="174212"/>
                  </a:lnTo>
                  <a:lnTo>
                    <a:pt x="564451" y="172974"/>
                  </a:lnTo>
                  <a:lnTo>
                    <a:pt x="563975" y="171545"/>
                  </a:lnTo>
                  <a:lnTo>
                    <a:pt x="562642" y="170117"/>
                  </a:lnTo>
                  <a:lnTo>
                    <a:pt x="561404" y="169926"/>
                  </a:lnTo>
                  <a:lnTo>
                    <a:pt x="560070" y="170402"/>
                  </a:lnTo>
                  <a:lnTo>
                    <a:pt x="559022" y="171545"/>
                  </a:lnTo>
                  <a:lnTo>
                    <a:pt x="558070" y="172879"/>
                  </a:lnTo>
                  <a:lnTo>
                    <a:pt x="557308" y="174498"/>
                  </a:lnTo>
                  <a:lnTo>
                    <a:pt x="557117" y="175165"/>
                  </a:lnTo>
                  <a:lnTo>
                    <a:pt x="557022" y="175927"/>
                  </a:lnTo>
                  <a:lnTo>
                    <a:pt x="556927" y="177165"/>
                  </a:lnTo>
                  <a:lnTo>
                    <a:pt x="557213" y="181832"/>
                  </a:lnTo>
                  <a:lnTo>
                    <a:pt x="557022" y="183166"/>
                  </a:lnTo>
                  <a:lnTo>
                    <a:pt x="556260" y="184214"/>
                  </a:lnTo>
                  <a:lnTo>
                    <a:pt x="555022" y="185071"/>
                  </a:lnTo>
                  <a:lnTo>
                    <a:pt x="552926" y="185357"/>
                  </a:lnTo>
                  <a:lnTo>
                    <a:pt x="551688" y="184880"/>
                  </a:lnTo>
                  <a:lnTo>
                    <a:pt x="551021" y="184118"/>
                  </a:lnTo>
                  <a:lnTo>
                    <a:pt x="550831" y="182594"/>
                  </a:lnTo>
                  <a:lnTo>
                    <a:pt x="550926" y="177641"/>
                  </a:lnTo>
                  <a:lnTo>
                    <a:pt x="550640" y="174784"/>
                  </a:lnTo>
                  <a:lnTo>
                    <a:pt x="550450" y="174308"/>
                  </a:lnTo>
                  <a:lnTo>
                    <a:pt x="550069" y="173546"/>
                  </a:lnTo>
                  <a:lnTo>
                    <a:pt x="548830" y="171736"/>
                  </a:lnTo>
                  <a:lnTo>
                    <a:pt x="546640" y="173355"/>
                  </a:lnTo>
                  <a:lnTo>
                    <a:pt x="545687" y="173736"/>
                  </a:lnTo>
                  <a:lnTo>
                    <a:pt x="544449" y="173927"/>
                  </a:lnTo>
                  <a:lnTo>
                    <a:pt x="543306" y="174498"/>
                  </a:lnTo>
                  <a:lnTo>
                    <a:pt x="542544" y="175450"/>
                  </a:lnTo>
                  <a:lnTo>
                    <a:pt x="542163" y="176784"/>
                  </a:lnTo>
                  <a:lnTo>
                    <a:pt x="541972" y="179642"/>
                  </a:lnTo>
                  <a:lnTo>
                    <a:pt x="542449" y="180499"/>
                  </a:lnTo>
                  <a:lnTo>
                    <a:pt x="544639" y="182499"/>
                  </a:lnTo>
                  <a:lnTo>
                    <a:pt x="544925" y="183261"/>
                  </a:lnTo>
                  <a:lnTo>
                    <a:pt x="545021" y="184214"/>
                  </a:lnTo>
                  <a:lnTo>
                    <a:pt x="544639" y="185452"/>
                  </a:lnTo>
                  <a:lnTo>
                    <a:pt x="543497" y="187166"/>
                  </a:lnTo>
                  <a:lnTo>
                    <a:pt x="543020" y="188119"/>
                  </a:lnTo>
                  <a:lnTo>
                    <a:pt x="542925" y="189071"/>
                  </a:lnTo>
                  <a:lnTo>
                    <a:pt x="543116" y="190024"/>
                  </a:lnTo>
                  <a:lnTo>
                    <a:pt x="543687" y="191643"/>
                  </a:lnTo>
                  <a:lnTo>
                    <a:pt x="543782" y="192691"/>
                  </a:lnTo>
                  <a:lnTo>
                    <a:pt x="543592" y="193739"/>
                  </a:lnTo>
                  <a:lnTo>
                    <a:pt x="542544" y="194405"/>
                  </a:lnTo>
                  <a:lnTo>
                    <a:pt x="541592" y="194215"/>
                  </a:lnTo>
                  <a:lnTo>
                    <a:pt x="540639" y="193453"/>
                  </a:lnTo>
                  <a:lnTo>
                    <a:pt x="539210" y="191834"/>
                  </a:lnTo>
                  <a:lnTo>
                    <a:pt x="538353" y="190976"/>
                  </a:lnTo>
                  <a:lnTo>
                    <a:pt x="536543" y="189833"/>
                  </a:lnTo>
                  <a:lnTo>
                    <a:pt x="535972" y="188976"/>
                  </a:lnTo>
                  <a:lnTo>
                    <a:pt x="535305" y="187357"/>
                  </a:lnTo>
                  <a:lnTo>
                    <a:pt x="534924" y="186785"/>
                  </a:lnTo>
                  <a:lnTo>
                    <a:pt x="533876" y="186309"/>
                  </a:lnTo>
                  <a:lnTo>
                    <a:pt x="531495" y="185547"/>
                  </a:lnTo>
                  <a:lnTo>
                    <a:pt x="529209" y="185547"/>
                  </a:lnTo>
                  <a:lnTo>
                    <a:pt x="527495" y="185738"/>
                  </a:lnTo>
                  <a:lnTo>
                    <a:pt x="526542" y="186214"/>
                  </a:lnTo>
                  <a:lnTo>
                    <a:pt x="525780" y="186690"/>
                  </a:lnTo>
                  <a:lnTo>
                    <a:pt x="525304" y="187452"/>
                  </a:lnTo>
                  <a:lnTo>
                    <a:pt x="525018" y="188309"/>
                  </a:lnTo>
                  <a:lnTo>
                    <a:pt x="525209" y="189167"/>
                  </a:lnTo>
                  <a:lnTo>
                    <a:pt x="525399" y="189833"/>
                  </a:lnTo>
                  <a:lnTo>
                    <a:pt x="525590" y="190691"/>
                  </a:lnTo>
                  <a:lnTo>
                    <a:pt x="525494" y="191357"/>
                  </a:lnTo>
                  <a:lnTo>
                    <a:pt x="525018" y="192119"/>
                  </a:lnTo>
                  <a:lnTo>
                    <a:pt x="523494" y="193358"/>
                  </a:lnTo>
                  <a:lnTo>
                    <a:pt x="522637" y="194215"/>
                  </a:lnTo>
                  <a:lnTo>
                    <a:pt x="519875" y="198311"/>
                  </a:lnTo>
                  <a:lnTo>
                    <a:pt x="518636" y="200501"/>
                  </a:lnTo>
                  <a:lnTo>
                    <a:pt x="518160" y="201740"/>
                  </a:lnTo>
                  <a:lnTo>
                    <a:pt x="517874" y="202692"/>
                  </a:lnTo>
                  <a:lnTo>
                    <a:pt x="517874" y="203740"/>
                  </a:lnTo>
                  <a:lnTo>
                    <a:pt x="518160" y="204597"/>
                  </a:lnTo>
                  <a:lnTo>
                    <a:pt x="518827" y="205645"/>
                  </a:lnTo>
                  <a:lnTo>
                    <a:pt x="519684" y="206407"/>
                  </a:lnTo>
                  <a:lnTo>
                    <a:pt x="521970" y="208217"/>
                  </a:lnTo>
                  <a:lnTo>
                    <a:pt x="523494" y="209741"/>
                  </a:lnTo>
                  <a:lnTo>
                    <a:pt x="524828" y="211550"/>
                  </a:lnTo>
                  <a:lnTo>
                    <a:pt x="529019" y="221171"/>
                  </a:lnTo>
                  <a:lnTo>
                    <a:pt x="529876" y="224695"/>
                  </a:lnTo>
                  <a:lnTo>
                    <a:pt x="530066" y="230315"/>
                  </a:lnTo>
                  <a:lnTo>
                    <a:pt x="532448" y="243078"/>
                  </a:lnTo>
                  <a:lnTo>
                    <a:pt x="533495" y="246126"/>
                  </a:lnTo>
                  <a:lnTo>
                    <a:pt x="534638" y="248222"/>
                  </a:lnTo>
                  <a:lnTo>
                    <a:pt x="539115" y="252698"/>
                  </a:lnTo>
                  <a:lnTo>
                    <a:pt x="540544" y="254603"/>
                  </a:lnTo>
                  <a:lnTo>
                    <a:pt x="542163" y="257842"/>
                  </a:lnTo>
                  <a:lnTo>
                    <a:pt x="542830" y="260128"/>
                  </a:lnTo>
                  <a:lnTo>
                    <a:pt x="543116" y="262128"/>
                  </a:lnTo>
                  <a:lnTo>
                    <a:pt x="543020" y="267938"/>
                  </a:lnTo>
                  <a:lnTo>
                    <a:pt x="543497" y="271939"/>
                  </a:lnTo>
                  <a:lnTo>
                    <a:pt x="543592" y="273463"/>
                  </a:lnTo>
                  <a:lnTo>
                    <a:pt x="543401" y="274701"/>
                  </a:lnTo>
                  <a:lnTo>
                    <a:pt x="543020" y="275654"/>
                  </a:lnTo>
                  <a:lnTo>
                    <a:pt x="541592" y="277463"/>
                  </a:lnTo>
                  <a:lnTo>
                    <a:pt x="541210" y="278606"/>
                  </a:lnTo>
                  <a:lnTo>
                    <a:pt x="541115" y="280702"/>
                  </a:lnTo>
                  <a:lnTo>
                    <a:pt x="541687" y="282226"/>
                  </a:lnTo>
                  <a:lnTo>
                    <a:pt x="542449" y="283845"/>
                  </a:lnTo>
                  <a:lnTo>
                    <a:pt x="543211" y="284893"/>
                  </a:lnTo>
                  <a:lnTo>
                    <a:pt x="544068" y="285464"/>
                  </a:lnTo>
                  <a:lnTo>
                    <a:pt x="545211" y="285560"/>
                  </a:lnTo>
                  <a:lnTo>
                    <a:pt x="546545" y="285274"/>
                  </a:lnTo>
                  <a:lnTo>
                    <a:pt x="549974" y="284036"/>
                  </a:lnTo>
                  <a:lnTo>
                    <a:pt x="552545" y="283559"/>
                  </a:lnTo>
                  <a:lnTo>
                    <a:pt x="554069" y="283369"/>
                  </a:lnTo>
                  <a:lnTo>
                    <a:pt x="555784" y="283750"/>
                  </a:lnTo>
                  <a:lnTo>
                    <a:pt x="557403" y="284512"/>
                  </a:lnTo>
                  <a:lnTo>
                    <a:pt x="559118" y="286131"/>
                  </a:lnTo>
                  <a:lnTo>
                    <a:pt x="559975" y="287750"/>
                  </a:lnTo>
                  <a:lnTo>
                    <a:pt x="560642" y="289560"/>
                  </a:lnTo>
                  <a:lnTo>
                    <a:pt x="561022" y="291560"/>
                  </a:lnTo>
                  <a:lnTo>
                    <a:pt x="561689" y="292989"/>
                  </a:lnTo>
                  <a:lnTo>
                    <a:pt x="563975" y="296037"/>
                  </a:lnTo>
                  <a:lnTo>
                    <a:pt x="565023" y="297847"/>
                  </a:lnTo>
                  <a:lnTo>
                    <a:pt x="564928" y="299085"/>
                  </a:lnTo>
                  <a:lnTo>
                    <a:pt x="564166" y="301085"/>
                  </a:lnTo>
                  <a:lnTo>
                    <a:pt x="564071" y="301752"/>
                  </a:lnTo>
                  <a:lnTo>
                    <a:pt x="564071" y="302038"/>
                  </a:lnTo>
                  <a:lnTo>
                    <a:pt x="564071" y="302324"/>
                  </a:lnTo>
                  <a:lnTo>
                    <a:pt x="564071" y="302705"/>
                  </a:lnTo>
                  <a:lnTo>
                    <a:pt x="564356" y="303752"/>
                  </a:lnTo>
                  <a:lnTo>
                    <a:pt x="564833" y="304229"/>
                  </a:lnTo>
                  <a:lnTo>
                    <a:pt x="565785" y="304514"/>
                  </a:lnTo>
                  <a:lnTo>
                    <a:pt x="566928" y="304610"/>
                  </a:lnTo>
                  <a:lnTo>
                    <a:pt x="569405" y="304991"/>
                  </a:lnTo>
                  <a:lnTo>
                    <a:pt x="571500" y="306229"/>
                  </a:lnTo>
                  <a:lnTo>
                    <a:pt x="571500" y="309658"/>
                  </a:lnTo>
                  <a:lnTo>
                    <a:pt x="570833" y="311849"/>
                  </a:lnTo>
                  <a:lnTo>
                    <a:pt x="569881" y="314039"/>
                  </a:lnTo>
                  <a:lnTo>
                    <a:pt x="568833" y="315659"/>
                  </a:lnTo>
                  <a:lnTo>
                    <a:pt x="567880" y="316706"/>
                  </a:lnTo>
                  <a:lnTo>
                    <a:pt x="566547" y="317849"/>
                  </a:lnTo>
                  <a:lnTo>
                    <a:pt x="562737" y="321564"/>
                  </a:lnTo>
                  <a:lnTo>
                    <a:pt x="561213" y="324326"/>
                  </a:lnTo>
                  <a:lnTo>
                    <a:pt x="560165" y="327850"/>
                  </a:lnTo>
                  <a:lnTo>
                    <a:pt x="558641" y="330899"/>
                  </a:lnTo>
                  <a:lnTo>
                    <a:pt x="556927" y="333185"/>
                  </a:lnTo>
                  <a:lnTo>
                    <a:pt x="553879" y="336233"/>
                  </a:lnTo>
                  <a:lnTo>
                    <a:pt x="552069" y="337471"/>
                  </a:lnTo>
                  <a:lnTo>
                    <a:pt x="550069" y="337852"/>
                  </a:lnTo>
                  <a:lnTo>
                    <a:pt x="548068" y="336995"/>
                  </a:lnTo>
                  <a:lnTo>
                    <a:pt x="546545" y="335566"/>
                  </a:lnTo>
                  <a:lnTo>
                    <a:pt x="545878" y="333851"/>
                  </a:lnTo>
                  <a:lnTo>
                    <a:pt x="545592" y="332423"/>
                  </a:lnTo>
                  <a:lnTo>
                    <a:pt x="545592" y="331184"/>
                  </a:lnTo>
                  <a:lnTo>
                    <a:pt x="545306" y="330422"/>
                  </a:lnTo>
                  <a:lnTo>
                    <a:pt x="544735" y="330041"/>
                  </a:lnTo>
                  <a:lnTo>
                    <a:pt x="543592" y="329851"/>
                  </a:lnTo>
                  <a:lnTo>
                    <a:pt x="541782" y="329946"/>
                  </a:lnTo>
                  <a:lnTo>
                    <a:pt x="538067" y="329565"/>
                  </a:lnTo>
                  <a:lnTo>
                    <a:pt x="536353" y="329089"/>
                  </a:lnTo>
                  <a:lnTo>
                    <a:pt x="534353" y="328136"/>
                  </a:lnTo>
                  <a:lnTo>
                    <a:pt x="532543" y="326803"/>
                  </a:lnTo>
                  <a:lnTo>
                    <a:pt x="529114" y="323279"/>
                  </a:lnTo>
                  <a:lnTo>
                    <a:pt x="526733" y="321659"/>
                  </a:lnTo>
                  <a:lnTo>
                    <a:pt x="520446" y="316230"/>
                  </a:lnTo>
                  <a:lnTo>
                    <a:pt x="517398" y="314325"/>
                  </a:lnTo>
                  <a:lnTo>
                    <a:pt x="515112" y="313373"/>
                  </a:lnTo>
                  <a:lnTo>
                    <a:pt x="513779" y="313277"/>
                  </a:lnTo>
                  <a:lnTo>
                    <a:pt x="512731" y="313754"/>
                  </a:lnTo>
                  <a:lnTo>
                    <a:pt x="512064" y="314516"/>
                  </a:lnTo>
                  <a:lnTo>
                    <a:pt x="511397" y="315659"/>
                  </a:lnTo>
                  <a:lnTo>
                    <a:pt x="510826" y="316706"/>
                  </a:lnTo>
                  <a:lnTo>
                    <a:pt x="510445" y="318040"/>
                  </a:lnTo>
                  <a:lnTo>
                    <a:pt x="510350" y="319373"/>
                  </a:lnTo>
                  <a:lnTo>
                    <a:pt x="510254" y="320612"/>
                  </a:lnTo>
                  <a:lnTo>
                    <a:pt x="510159" y="321659"/>
                  </a:lnTo>
                  <a:lnTo>
                    <a:pt x="509683" y="322707"/>
                  </a:lnTo>
                  <a:lnTo>
                    <a:pt x="508825" y="323850"/>
                  </a:lnTo>
                  <a:lnTo>
                    <a:pt x="507492" y="325088"/>
                  </a:lnTo>
                  <a:lnTo>
                    <a:pt x="505682" y="326327"/>
                  </a:lnTo>
                  <a:lnTo>
                    <a:pt x="503111" y="327279"/>
                  </a:lnTo>
                  <a:lnTo>
                    <a:pt x="501396" y="327089"/>
                  </a:lnTo>
                  <a:lnTo>
                    <a:pt x="499777" y="326231"/>
                  </a:lnTo>
                  <a:lnTo>
                    <a:pt x="498538" y="324993"/>
                  </a:lnTo>
                  <a:lnTo>
                    <a:pt x="497396" y="323469"/>
                  </a:lnTo>
                  <a:lnTo>
                    <a:pt x="496729" y="322136"/>
                  </a:lnTo>
                  <a:lnTo>
                    <a:pt x="496634" y="320612"/>
                  </a:lnTo>
                  <a:lnTo>
                    <a:pt x="496919" y="319373"/>
                  </a:lnTo>
                  <a:lnTo>
                    <a:pt x="499015" y="315659"/>
                  </a:lnTo>
                  <a:lnTo>
                    <a:pt x="499300" y="314611"/>
                  </a:lnTo>
                  <a:lnTo>
                    <a:pt x="499110" y="313754"/>
                  </a:lnTo>
                  <a:lnTo>
                    <a:pt x="498348" y="312896"/>
                  </a:lnTo>
                  <a:lnTo>
                    <a:pt x="497300" y="312230"/>
                  </a:lnTo>
                  <a:lnTo>
                    <a:pt x="494348" y="310801"/>
                  </a:lnTo>
                  <a:lnTo>
                    <a:pt x="492347" y="309467"/>
                  </a:lnTo>
                  <a:lnTo>
                    <a:pt x="490633" y="308039"/>
                  </a:lnTo>
                  <a:lnTo>
                    <a:pt x="490061" y="306229"/>
                  </a:lnTo>
                  <a:lnTo>
                    <a:pt x="489775" y="304895"/>
                  </a:lnTo>
                  <a:lnTo>
                    <a:pt x="489013" y="304514"/>
                  </a:lnTo>
                  <a:lnTo>
                    <a:pt x="487966" y="304324"/>
                  </a:lnTo>
                  <a:lnTo>
                    <a:pt x="486823" y="303657"/>
                  </a:lnTo>
                  <a:lnTo>
                    <a:pt x="486632" y="302990"/>
                  </a:lnTo>
                  <a:lnTo>
                    <a:pt x="484823" y="299752"/>
                  </a:lnTo>
                  <a:lnTo>
                    <a:pt x="484442" y="299657"/>
                  </a:lnTo>
                  <a:lnTo>
                    <a:pt x="485013" y="297942"/>
                  </a:lnTo>
                  <a:lnTo>
                    <a:pt x="487966" y="293846"/>
                  </a:lnTo>
                  <a:lnTo>
                    <a:pt x="489204" y="291465"/>
                  </a:lnTo>
                  <a:lnTo>
                    <a:pt x="489871" y="288989"/>
                  </a:lnTo>
                  <a:lnTo>
                    <a:pt x="490061" y="286322"/>
                  </a:lnTo>
                  <a:lnTo>
                    <a:pt x="489775" y="285750"/>
                  </a:lnTo>
                  <a:lnTo>
                    <a:pt x="488728" y="284417"/>
                  </a:lnTo>
                  <a:lnTo>
                    <a:pt x="488442" y="283655"/>
                  </a:lnTo>
                  <a:lnTo>
                    <a:pt x="489109" y="281464"/>
                  </a:lnTo>
                  <a:lnTo>
                    <a:pt x="489204" y="280607"/>
                  </a:lnTo>
                  <a:lnTo>
                    <a:pt x="488823" y="277654"/>
                  </a:lnTo>
                  <a:lnTo>
                    <a:pt x="487775" y="275749"/>
                  </a:lnTo>
                  <a:lnTo>
                    <a:pt x="486442" y="274320"/>
                  </a:lnTo>
                  <a:lnTo>
                    <a:pt x="485299" y="272320"/>
                  </a:lnTo>
                  <a:lnTo>
                    <a:pt x="484823" y="270034"/>
                  </a:lnTo>
                  <a:lnTo>
                    <a:pt x="484823" y="267367"/>
                  </a:lnTo>
                  <a:lnTo>
                    <a:pt x="484537" y="264700"/>
                  </a:lnTo>
                  <a:lnTo>
                    <a:pt x="481489" y="258985"/>
                  </a:lnTo>
                  <a:lnTo>
                    <a:pt x="480917" y="258413"/>
                  </a:lnTo>
                  <a:lnTo>
                    <a:pt x="479584" y="258032"/>
                  </a:lnTo>
                  <a:lnTo>
                    <a:pt x="478631" y="257080"/>
                  </a:lnTo>
                  <a:lnTo>
                    <a:pt x="478155" y="255651"/>
                  </a:lnTo>
                  <a:lnTo>
                    <a:pt x="478155" y="254127"/>
                  </a:lnTo>
                  <a:lnTo>
                    <a:pt x="479488" y="252222"/>
                  </a:lnTo>
                  <a:lnTo>
                    <a:pt x="484727" y="247936"/>
                  </a:lnTo>
                  <a:lnTo>
                    <a:pt x="488347" y="246126"/>
                  </a:lnTo>
                  <a:lnTo>
                    <a:pt x="494729" y="240125"/>
                  </a:lnTo>
                  <a:lnTo>
                    <a:pt x="496157" y="238316"/>
                  </a:lnTo>
                  <a:lnTo>
                    <a:pt x="497491" y="235649"/>
                  </a:lnTo>
                  <a:lnTo>
                    <a:pt x="497967" y="232696"/>
                  </a:lnTo>
                  <a:lnTo>
                    <a:pt x="496729" y="230124"/>
                  </a:lnTo>
                  <a:lnTo>
                    <a:pt x="496729" y="228124"/>
                  </a:lnTo>
                  <a:lnTo>
                    <a:pt x="497300" y="227362"/>
                  </a:lnTo>
                  <a:lnTo>
                    <a:pt x="497681" y="223933"/>
                  </a:lnTo>
                  <a:lnTo>
                    <a:pt x="498158" y="221933"/>
                  </a:lnTo>
                  <a:lnTo>
                    <a:pt x="498538" y="220790"/>
                  </a:lnTo>
                  <a:lnTo>
                    <a:pt x="500158" y="218313"/>
                  </a:lnTo>
                  <a:lnTo>
                    <a:pt x="500920" y="214884"/>
                  </a:lnTo>
                  <a:lnTo>
                    <a:pt x="500729" y="213455"/>
                  </a:lnTo>
                  <a:lnTo>
                    <a:pt x="500253" y="211741"/>
                  </a:lnTo>
                  <a:lnTo>
                    <a:pt x="498824" y="209455"/>
                  </a:lnTo>
                  <a:lnTo>
                    <a:pt x="493014" y="196787"/>
                  </a:lnTo>
                  <a:lnTo>
                    <a:pt x="491395" y="194596"/>
                  </a:lnTo>
                  <a:lnTo>
                    <a:pt x="490061" y="193167"/>
                  </a:lnTo>
                  <a:lnTo>
                    <a:pt x="488252" y="190500"/>
                  </a:lnTo>
                  <a:lnTo>
                    <a:pt x="487680" y="189071"/>
                  </a:lnTo>
                  <a:lnTo>
                    <a:pt x="487585" y="187833"/>
                  </a:lnTo>
                  <a:lnTo>
                    <a:pt x="488061" y="187071"/>
                  </a:lnTo>
                  <a:lnTo>
                    <a:pt x="488823" y="186023"/>
                  </a:lnTo>
                  <a:lnTo>
                    <a:pt x="496729" y="179261"/>
                  </a:lnTo>
                  <a:lnTo>
                    <a:pt x="498634" y="176498"/>
                  </a:lnTo>
                  <a:lnTo>
                    <a:pt x="499777" y="169736"/>
                  </a:lnTo>
                  <a:lnTo>
                    <a:pt x="501396" y="168021"/>
                  </a:lnTo>
                  <a:lnTo>
                    <a:pt x="511778" y="165259"/>
                  </a:lnTo>
                  <a:lnTo>
                    <a:pt x="514255" y="164878"/>
                  </a:lnTo>
                  <a:lnTo>
                    <a:pt x="515779" y="164783"/>
                  </a:lnTo>
                  <a:lnTo>
                    <a:pt x="519398" y="165449"/>
                  </a:lnTo>
                  <a:lnTo>
                    <a:pt x="521684" y="165545"/>
                  </a:lnTo>
                  <a:lnTo>
                    <a:pt x="523018" y="165164"/>
                  </a:lnTo>
                  <a:lnTo>
                    <a:pt x="524637" y="164211"/>
                  </a:lnTo>
                  <a:lnTo>
                    <a:pt x="525875" y="163259"/>
                  </a:lnTo>
                  <a:lnTo>
                    <a:pt x="529685" y="160973"/>
                  </a:lnTo>
                  <a:lnTo>
                    <a:pt x="541020" y="158687"/>
                  </a:lnTo>
                  <a:lnTo>
                    <a:pt x="544925" y="156496"/>
                  </a:lnTo>
                  <a:lnTo>
                    <a:pt x="545401" y="155734"/>
                  </a:lnTo>
                  <a:lnTo>
                    <a:pt x="545592" y="155067"/>
                  </a:lnTo>
                  <a:lnTo>
                    <a:pt x="545687" y="154591"/>
                  </a:lnTo>
                  <a:lnTo>
                    <a:pt x="545687" y="153638"/>
                  </a:lnTo>
                  <a:lnTo>
                    <a:pt x="545592" y="152495"/>
                  </a:lnTo>
                  <a:lnTo>
                    <a:pt x="545211" y="150971"/>
                  </a:lnTo>
                  <a:lnTo>
                    <a:pt x="544544" y="149447"/>
                  </a:lnTo>
                  <a:lnTo>
                    <a:pt x="543116" y="146495"/>
                  </a:lnTo>
                  <a:lnTo>
                    <a:pt x="542639" y="145256"/>
                  </a:lnTo>
                  <a:lnTo>
                    <a:pt x="542544" y="144018"/>
                  </a:lnTo>
                  <a:lnTo>
                    <a:pt x="542639" y="142780"/>
                  </a:lnTo>
                  <a:lnTo>
                    <a:pt x="542830" y="141446"/>
                  </a:lnTo>
                  <a:lnTo>
                    <a:pt x="543211" y="139732"/>
                  </a:lnTo>
                  <a:lnTo>
                    <a:pt x="543973" y="137732"/>
                  </a:lnTo>
                  <a:lnTo>
                    <a:pt x="545021" y="136303"/>
                  </a:lnTo>
                  <a:lnTo>
                    <a:pt x="546449" y="135255"/>
                  </a:lnTo>
                  <a:lnTo>
                    <a:pt x="547973" y="134398"/>
                  </a:lnTo>
                  <a:lnTo>
                    <a:pt x="549878" y="132969"/>
                  </a:lnTo>
                  <a:lnTo>
                    <a:pt x="551879" y="131064"/>
                  </a:lnTo>
                  <a:lnTo>
                    <a:pt x="553688" y="126587"/>
                  </a:lnTo>
                  <a:lnTo>
                    <a:pt x="555022" y="122873"/>
                  </a:lnTo>
                  <a:lnTo>
                    <a:pt x="560165" y="116396"/>
                  </a:lnTo>
                  <a:lnTo>
                    <a:pt x="560927" y="114681"/>
                  </a:lnTo>
                  <a:lnTo>
                    <a:pt x="561404" y="113443"/>
                  </a:lnTo>
                  <a:lnTo>
                    <a:pt x="561689" y="110681"/>
                  </a:lnTo>
                  <a:lnTo>
                    <a:pt x="564166" y="105251"/>
                  </a:lnTo>
                  <a:lnTo>
                    <a:pt x="567880" y="99441"/>
                  </a:lnTo>
                  <a:lnTo>
                    <a:pt x="568643" y="97822"/>
                  </a:lnTo>
                  <a:lnTo>
                    <a:pt x="568738" y="96583"/>
                  </a:lnTo>
                  <a:lnTo>
                    <a:pt x="568166" y="95917"/>
                  </a:lnTo>
                  <a:lnTo>
                    <a:pt x="566261" y="94679"/>
                  </a:lnTo>
                  <a:lnTo>
                    <a:pt x="565309" y="93631"/>
                  </a:lnTo>
                  <a:lnTo>
                    <a:pt x="564737" y="92107"/>
                  </a:lnTo>
                  <a:lnTo>
                    <a:pt x="564547" y="89725"/>
                  </a:lnTo>
                  <a:lnTo>
                    <a:pt x="564928" y="88583"/>
                  </a:lnTo>
                  <a:lnTo>
                    <a:pt x="565595" y="87821"/>
                  </a:lnTo>
                  <a:lnTo>
                    <a:pt x="567690" y="87058"/>
                  </a:lnTo>
                  <a:lnTo>
                    <a:pt x="568738" y="86106"/>
                  </a:lnTo>
                  <a:lnTo>
                    <a:pt x="569024" y="85344"/>
                  </a:lnTo>
                  <a:lnTo>
                    <a:pt x="568928" y="84582"/>
                  </a:lnTo>
                  <a:lnTo>
                    <a:pt x="567595" y="82487"/>
                  </a:lnTo>
                  <a:lnTo>
                    <a:pt x="566928" y="81153"/>
                  </a:lnTo>
                  <a:lnTo>
                    <a:pt x="566642" y="79248"/>
                  </a:lnTo>
                  <a:lnTo>
                    <a:pt x="566833" y="78010"/>
                  </a:lnTo>
                  <a:lnTo>
                    <a:pt x="567309" y="77153"/>
                  </a:lnTo>
                  <a:lnTo>
                    <a:pt x="568928" y="75629"/>
                  </a:lnTo>
                  <a:lnTo>
                    <a:pt x="569785" y="74962"/>
                  </a:lnTo>
                  <a:lnTo>
                    <a:pt x="570643" y="74581"/>
                  </a:lnTo>
                  <a:lnTo>
                    <a:pt x="571786" y="74200"/>
                  </a:lnTo>
                  <a:lnTo>
                    <a:pt x="574929" y="73533"/>
                  </a:lnTo>
                  <a:lnTo>
                    <a:pt x="576263" y="72962"/>
                  </a:lnTo>
                  <a:lnTo>
                    <a:pt x="577310" y="72009"/>
                  </a:lnTo>
                  <a:lnTo>
                    <a:pt x="578168" y="70866"/>
                  </a:lnTo>
                  <a:lnTo>
                    <a:pt x="580739" y="66675"/>
                  </a:lnTo>
                  <a:lnTo>
                    <a:pt x="581025" y="65818"/>
                  </a:lnTo>
                  <a:lnTo>
                    <a:pt x="581025" y="65056"/>
                  </a:lnTo>
                  <a:lnTo>
                    <a:pt x="580644" y="64675"/>
                  </a:lnTo>
                  <a:lnTo>
                    <a:pt x="580168" y="64199"/>
                  </a:lnTo>
                  <a:lnTo>
                    <a:pt x="579692" y="63913"/>
                  </a:lnTo>
                  <a:lnTo>
                    <a:pt x="578549" y="62484"/>
                  </a:lnTo>
                  <a:lnTo>
                    <a:pt x="579977" y="57817"/>
                  </a:lnTo>
                  <a:lnTo>
                    <a:pt x="579692" y="54102"/>
                  </a:lnTo>
                  <a:lnTo>
                    <a:pt x="578739" y="50578"/>
                  </a:lnTo>
                  <a:lnTo>
                    <a:pt x="577215" y="46768"/>
                  </a:lnTo>
                  <a:lnTo>
                    <a:pt x="571024" y="37148"/>
                  </a:lnTo>
                  <a:lnTo>
                    <a:pt x="569405" y="33909"/>
                  </a:lnTo>
                  <a:lnTo>
                    <a:pt x="567785" y="28956"/>
                  </a:lnTo>
                  <a:lnTo>
                    <a:pt x="566833" y="24765"/>
                  </a:lnTo>
                  <a:lnTo>
                    <a:pt x="566928" y="23717"/>
                  </a:lnTo>
                  <a:lnTo>
                    <a:pt x="566833" y="23527"/>
                  </a:lnTo>
                  <a:lnTo>
                    <a:pt x="566833" y="22289"/>
                  </a:lnTo>
                  <a:lnTo>
                    <a:pt x="566642" y="21336"/>
                  </a:lnTo>
                  <a:lnTo>
                    <a:pt x="565499" y="19812"/>
                  </a:lnTo>
                  <a:lnTo>
                    <a:pt x="564737" y="19622"/>
                  </a:lnTo>
                  <a:lnTo>
                    <a:pt x="563023" y="19526"/>
                  </a:lnTo>
                  <a:lnTo>
                    <a:pt x="559403" y="20574"/>
                  </a:lnTo>
                  <a:lnTo>
                    <a:pt x="557975" y="20479"/>
                  </a:lnTo>
                  <a:lnTo>
                    <a:pt x="555784" y="19050"/>
                  </a:lnTo>
                  <a:lnTo>
                    <a:pt x="552355" y="14478"/>
                  </a:lnTo>
                  <a:lnTo>
                    <a:pt x="550069" y="12573"/>
                  </a:lnTo>
                  <a:lnTo>
                    <a:pt x="548830" y="12383"/>
                  </a:lnTo>
                  <a:lnTo>
                    <a:pt x="547592" y="12383"/>
                  </a:lnTo>
                  <a:lnTo>
                    <a:pt x="546545" y="12192"/>
                  </a:lnTo>
                  <a:lnTo>
                    <a:pt x="546163" y="11144"/>
                  </a:lnTo>
                  <a:lnTo>
                    <a:pt x="545687" y="9525"/>
                  </a:lnTo>
                  <a:lnTo>
                    <a:pt x="544639" y="9049"/>
                  </a:lnTo>
                  <a:lnTo>
                    <a:pt x="543306" y="9525"/>
                  </a:lnTo>
                  <a:lnTo>
                    <a:pt x="542163" y="10763"/>
                  </a:lnTo>
                  <a:lnTo>
                    <a:pt x="540544" y="7811"/>
                  </a:lnTo>
                  <a:lnTo>
                    <a:pt x="538639" y="8001"/>
                  </a:lnTo>
                  <a:lnTo>
                    <a:pt x="534257" y="10763"/>
                  </a:lnTo>
                  <a:lnTo>
                    <a:pt x="532733" y="10858"/>
                  </a:lnTo>
                  <a:lnTo>
                    <a:pt x="530447" y="10668"/>
                  </a:lnTo>
                  <a:lnTo>
                    <a:pt x="529495" y="10763"/>
                  </a:lnTo>
                  <a:lnTo>
                    <a:pt x="528638" y="11430"/>
                  </a:lnTo>
                  <a:lnTo>
                    <a:pt x="528066" y="12287"/>
                  </a:lnTo>
                  <a:lnTo>
                    <a:pt x="527304" y="13049"/>
                  </a:lnTo>
                  <a:lnTo>
                    <a:pt x="525875" y="13430"/>
                  </a:lnTo>
                  <a:lnTo>
                    <a:pt x="523684" y="13049"/>
                  </a:lnTo>
                  <a:lnTo>
                    <a:pt x="518446" y="9906"/>
                  </a:lnTo>
                  <a:lnTo>
                    <a:pt x="516160" y="9239"/>
                  </a:lnTo>
                  <a:lnTo>
                    <a:pt x="511873" y="8668"/>
                  </a:lnTo>
                  <a:lnTo>
                    <a:pt x="510064" y="7715"/>
                  </a:lnTo>
                  <a:lnTo>
                    <a:pt x="509207" y="6572"/>
                  </a:lnTo>
                  <a:lnTo>
                    <a:pt x="508635" y="5525"/>
                  </a:lnTo>
                  <a:lnTo>
                    <a:pt x="508063" y="4763"/>
                  </a:lnTo>
                  <a:lnTo>
                    <a:pt x="506921" y="4477"/>
                  </a:lnTo>
                  <a:lnTo>
                    <a:pt x="504349" y="4572"/>
                  </a:lnTo>
                  <a:lnTo>
                    <a:pt x="503015" y="4191"/>
                  </a:lnTo>
                  <a:lnTo>
                    <a:pt x="501491" y="1048"/>
                  </a:lnTo>
                  <a:lnTo>
                    <a:pt x="499110" y="95"/>
                  </a:lnTo>
                  <a:lnTo>
                    <a:pt x="496253" y="0"/>
                  </a:lnTo>
                  <a:lnTo>
                    <a:pt x="491585" y="572"/>
                  </a:lnTo>
                  <a:lnTo>
                    <a:pt x="491014" y="1048"/>
                  </a:lnTo>
                  <a:lnTo>
                    <a:pt x="490061" y="1905"/>
                  </a:lnTo>
                  <a:lnTo>
                    <a:pt x="488442" y="4953"/>
                  </a:lnTo>
                  <a:lnTo>
                    <a:pt x="488061" y="5429"/>
                  </a:lnTo>
                  <a:lnTo>
                    <a:pt x="485584" y="5144"/>
                  </a:lnTo>
                  <a:lnTo>
                    <a:pt x="483965" y="4572"/>
                  </a:lnTo>
                  <a:lnTo>
                    <a:pt x="481679" y="4667"/>
                  </a:lnTo>
                  <a:lnTo>
                    <a:pt x="479679" y="5429"/>
                  </a:lnTo>
                  <a:lnTo>
                    <a:pt x="478155" y="4858"/>
                  </a:lnTo>
                  <a:lnTo>
                    <a:pt x="477679" y="8763"/>
                  </a:lnTo>
                  <a:lnTo>
                    <a:pt x="476155" y="9906"/>
                  </a:lnTo>
                  <a:lnTo>
                    <a:pt x="472440" y="8382"/>
                  </a:lnTo>
                  <a:lnTo>
                    <a:pt x="470344" y="8287"/>
                  </a:lnTo>
                  <a:lnTo>
                    <a:pt x="469392" y="10287"/>
                  </a:lnTo>
                  <a:lnTo>
                    <a:pt x="469487" y="11525"/>
                  </a:lnTo>
                  <a:lnTo>
                    <a:pt x="470154" y="13716"/>
                  </a:lnTo>
                  <a:lnTo>
                    <a:pt x="470249" y="15050"/>
                  </a:lnTo>
                  <a:lnTo>
                    <a:pt x="469963" y="15335"/>
                  </a:lnTo>
                  <a:lnTo>
                    <a:pt x="469011" y="16954"/>
                  </a:lnTo>
                  <a:lnTo>
                    <a:pt x="468725" y="17907"/>
                  </a:lnTo>
                  <a:lnTo>
                    <a:pt x="468440" y="20383"/>
                  </a:lnTo>
                  <a:lnTo>
                    <a:pt x="468440" y="22003"/>
                  </a:lnTo>
                  <a:lnTo>
                    <a:pt x="467773" y="22860"/>
                  </a:lnTo>
                  <a:lnTo>
                    <a:pt x="465487" y="23146"/>
                  </a:lnTo>
                  <a:lnTo>
                    <a:pt x="464248" y="23146"/>
                  </a:lnTo>
                  <a:lnTo>
                    <a:pt x="463106" y="22955"/>
                  </a:lnTo>
                  <a:lnTo>
                    <a:pt x="461963" y="22479"/>
                  </a:lnTo>
                  <a:lnTo>
                    <a:pt x="461105" y="21812"/>
                  </a:lnTo>
                  <a:lnTo>
                    <a:pt x="460153" y="21146"/>
                  </a:lnTo>
                  <a:lnTo>
                    <a:pt x="459010" y="21431"/>
                  </a:lnTo>
                  <a:lnTo>
                    <a:pt x="456152" y="22670"/>
                  </a:lnTo>
                  <a:lnTo>
                    <a:pt x="452819" y="24479"/>
                  </a:lnTo>
                  <a:lnTo>
                    <a:pt x="450818" y="24956"/>
                  </a:lnTo>
                  <a:lnTo>
                    <a:pt x="448628" y="25051"/>
                  </a:lnTo>
                  <a:lnTo>
                    <a:pt x="447389" y="25241"/>
                  </a:lnTo>
                  <a:lnTo>
                    <a:pt x="446437" y="25813"/>
                  </a:lnTo>
                  <a:lnTo>
                    <a:pt x="445865" y="26861"/>
                  </a:lnTo>
                  <a:lnTo>
                    <a:pt x="445484" y="29147"/>
                  </a:lnTo>
                  <a:lnTo>
                    <a:pt x="444913" y="30194"/>
                  </a:lnTo>
                  <a:lnTo>
                    <a:pt x="443579" y="31052"/>
                  </a:lnTo>
                  <a:lnTo>
                    <a:pt x="437769" y="32861"/>
                  </a:lnTo>
                  <a:lnTo>
                    <a:pt x="439198" y="36671"/>
                  </a:lnTo>
                  <a:lnTo>
                    <a:pt x="436626" y="38767"/>
                  </a:lnTo>
                  <a:lnTo>
                    <a:pt x="432435" y="40196"/>
                  </a:lnTo>
                  <a:lnTo>
                    <a:pt x="429101" y="41720"/>
                  </a:lnTo>
                  <a:lnTo>
                    <a:pt x="427101" y="44387"/>
                  </a:lnTo>
                  <a:lnTo>
                    <a:pt x="425767" y="45625"/>
                  </a:lnTo>
                  <a:lnTo>
                    <a:pt x="423958" y="46196"/>
                  </a:lnTo>
                  <a:lnTo>
                    <a:pt x="421767" y="46387"/>
                  </a:lnTo>
                  <a:lnTo>
                    <a:pt x="417767" y="47625"/>
                  </a:lnTo>
                  <a:lnTo>
                    <a:pt x="416052" y="47911"/>
                  </a:lnTo>
                  <a:lnTo>
                    <a:pt x="414433" y="48578"/>
                  </a:lnTo>
                  <a:lnTo>
                    <a:pt x="408527" y="53150"/>
                  </a:lnTo>
                  <a:lnTo>
                    <a:pt x="403955" y="55912"/>
                  </a:lnTo>
                  <a:lnTo>
                    <a:pt x="402622" y="57150"/>
                  </a:lnTo>
                  <a:lnTo>
                    <a:pt x="400907" y="57817"/>
                  </a:lnTo>
                  <a:lnTo>
                    <a:pt x="396335" y="57150"/>
                  </a:lnTo>
                  <a:lnTo>
                    <a:pt x="394240" y="57626"/>
                  </a:lnTo>
                  <a:lnTo>
                    <a:pt x="393002" y="59246"/>
                  </a:lnTo>
                  <a:lnTo>
                    <a:pt x="393097" y="61055"/>
                  </a:lnTo>
                  <a:lnTo>
                    <a:pt x="393002" y="62675"/>
                  </a:lnTo>
                  <a:lnTo>
                    <a:pt x="391192" y="63818"/>
                  </a:lnTo>
                  <a:lnTo>
                    <a:pt x="390334" y="62865"/>
                  </a:lnTo>
                  <a:lnTo>
                    <a:pt x="388811" y="63627"/>
                  </a:lnTo>
                  <a:lnTo>
                    <a:pt x="387191" y="63913"/>
                  </a:lnTo>
                  <a:lnTo>
                    <a:pt x="383572" y="63818"/>
                  </a:lnTo>
                  <a:lnTo>
                    <a:pt x="382048" y="64294"/>
                  </a:lnTo>
                  <a:lnTo>
                    <a:pt x="380619" y="65437"/>
                  </a:lnTo>
                  <a:lnTo>
                    <a:pt x="378523" y="68104"/>
                  </a:lnTo>
                  <a:lnTo>
                    <a:pt x="378047" y="69056"/>
                  </a:lnTo>
                  <a:lnTo>
                    <a:pt x="377190" y="71152"/>
                  </a:lnTo>
                  <a:lnTo>
                    <a:pt x="376523" y="72200"/>
                  </a:lnTo>
                  <a:lnTo>
                    <a:pt x="375666" y="72962"/>
                  </a:lnTo>
                  <a:lnTo>
                    <a:pt x="373952" y="74200"/>
                  </a:lnTo>
                  <a:lnTo>
                    <a:pt x="372618" y="75438"/>
                  </a:lnTo>
                  <a:lnTo>
                    <a:pt x="369856" y="76962"/>
                  </a:lnTo>
                  <a:lnTo>
                    <a:pt x="367475" y="79629"/>
                  </a:lnTo>
                  <a:lnTo>
                    <a:pt x="364141" y="80200"/>
                  </a:lnTo>
                  <a:lnTo>
                    <a:pt x="360807" y="79915"/>
                  </a:lnTo>
                  <a:lnTo>
                    <a:pt x="357664" y="80200"/>
                  </a:lnTo>
                  <a:lnTo>
                    <a:pt x="354806" y="82296"/>
                  </a:lnTo>
                  <a:lnTo>
                    <a:pt x="354425" y="83153"/>
                  </a:lnTo>
                  <a:lnTo>
                    <a:pt x="354235" y="85249"/>
                  </a:lnTo>
                  <a:lnTo>
                    <a:pt x="353663" y="86297"/>
                  </a:lnTo>
                  <a:lnTo>
                    <a:pt x="352806" y="86963"/>
                  </a:lnTo>
                  <a:lnTo>
                    <a:pt x="352044" y="87058"/>
                  </a:lnTo>
                  <a:lnTo>
                    <a:pt x="350425" y="86773"/>
                  </a:lnTo>
                  <a:lnTo>
                    <a:pt x="348901" y="87058"/>
                  </a:lnTo>
                  <a:lnTo>
                    <a:pt x="345472" y="88678"/>
                  </a:lnTo>
                  <a:lnTo>
                    <a:pt x="344424" y="89345"/>
                  </a:lnTo>
                  <a:lnTo>
                    <a:pt x="343662" y="90678"/>
                  </a:lnTo>
                  <a:lnTo>
                    <a:pt x="343090" y="92107"/>
                  </a:lnTo>
                  <a:lnTo>
                    <a:pt x="342329" y="93250"/>
                  </a:lnTo>
                  <a:lnTo>
                    <a:pt x="339757" y="94107"/>
                  </a:lnTo>
                  <a:lnTo>
                    <a:pt x="338614" y="94964"/>
                  </a:lnTo>
                  <a:lnTo>
                    <a:pt x="336994" y="96869"/>
                  </a:lnTo>
                  <a:lnTo>
                    <a:pt x="336042" y="97346"/>
                  </a:lnTo>
                  <a:lnTo>
                    <a:pt x="332613" y="98108"/>
                  </a:lnTo>
                  <a:lnTo>
                    <a:pt x="331661" y="99060"/>
                  </a:lnTo>
                  <a:lnTo>
                    <a:pt x="331184" y="100108"/>
                  </a:lnTo>
                  <a:lnTo>
                    <a:pt x="330898" y="101251"/>
                  </a:lnTo>
                  <a:lnTo>
                    <a:pt x="330327" y="102584"/>
                  </a:lnTo>
                  <a:lnTo>
                    <a:pt x="328613" y="104108"/>
                  </a:lnTo>
                  <a:lnTo>
                    <a:pt x="321945" y="108299"/>
                  </a:lnTo>
                  <a:lnTo>
                    <a:pt x="321183" y="109633"/>
                  </a:lnTo>
                  <a:lnTo>
                    <a:pt x="321088" y="111157"/>
                  </a:lnTo>
                  <a:lnTo>
                    <a:pt x="321088" y="112586"/>
                  </a:lnTo>
                  <a:lnTo>
                    <a:pt x="320707" y="114014"/>
                  </a:lnTo>
                  <a:lnTo>
                    <a:pt x="319754" y="115253"/>
                  </a:lnTo>
                  <a:lnTo>
                    <a:pt x="318802" y="115824"/>
                  </a:lnTo>
                  <a:lnTo>
                    <a:pt x="317754" y="116110"/>
                  </a:lnTo>
                  <a:lnTo>
                    <a:pt x="316802" y="116681"/>
                  </a:lnTo>
                  <a:lnTo>
                    <a:pt x="315563" y="117634"/>
                  </a:lnTo>
                  <a:lnTo>
                    <a:pt x="313277" y="120587"/>
                  </a:lnTo>
                  <a:lnTo>
                    <a:pt x="311753" y="121444"/>
                  </a:lnTo>
                  <a:lnTo>
                    <a:pt x="310420" y="121539"/>
                  </a:lnTo>
                  <a:lnTo>
                    <a:pt x="309182" y="121158"/>
                  </a:lnTo>
                  <a:lnTo>
                    <a:pt x="303086" y="120682"/>
                  </a:lnTo>
                  <a:lnTo>
                    <a:pt x="301847" y="120968"/>
                  </a:lnTo>
                  <a:lnTo>
                    <a:pt x="301276" y="121729"/>
                  </a:lnTo>
                  <a:lnTo>
                    <a:pt x="300323" y="124492"/>
                  </a:lnTo>
                  <a:lnTo>
                    <a:pt x="299466" y="125444"/>
                  </a:lnTo>
                  <a:lnTo>
                    <a:pt x="298323" y="125921"/>
                  </a:lnTo>
                  <a:lnTo>
                    <a:pt x="296228" y="126016"/>
                  </a:lnTo>
                  <a:lnTo>
                    <a:pt x="295084" y="126683"/>
                  </a:lnTo>
                  <a:lnTo>
                    <a:pt x="292417" y="129445"/>
                  </a:lnTo>
                  <a:lnTo>
                    <a:pt x="291941" y="129731"/>
                  </a:lnTo>
                  <a:lnTo>
                    <a:pt x="290894" y="130207"/>
                  </a:lnTo>
                  <a:lnTo>
                    <a:pt x="288227" y="134779"/>
                  </a:lnTo>
                  <a:lnTo>
                    <a:pt x="287655" y="136493"/>
                  </a:lnTo>
                  <a:lnTo>
                    <a:pt x="287465" y="138303"/>
                  </a:lnTo>
                  <a:lnTo>
                    <a:pt x="287560" y="141827"/>
                  </a:lnTo>
                  <a:lnTo>
                    <a:pt x="287084" y="143447"/>
                  </a:lnTo>
                  <a:lnTo>
                    <a:pt x="286226" y="144018"/>
                  </a:lnTo>
                  <a:lnTo>
                    <a:pt x="284131" y="144399"/>
                  </a:lnTo>
                  <a:lnTo>
                    <a:pt x="283369" y="145066"/>
                  </a:lnTo>
                  <a:lnTo>
                    <a:pt x="283083" y="146685"/>
                  </a:lnTo>
                  <a:lnTo>
                    <a:pt x="283464" y="148019"/>
                  </a:lnTo>
                  <a:lnTo>
                    <a:pt x="284131" y="149447"/>
                  </a:lnTo>
                  <a:lnTo>
                    <a:pt x="284702" y="150876"/>
                  </a:lnTo>
                  <a:lnTo>
                    <a:pt x="288036" y="168402"/>
                  </a:lnTo>
                  <a:lnTo>
                    <a:pt x="290322" y="175546"/>
                  </a:lnTo>
                  <a:lnTo>
                    <a:pt x="290989" y="178499"/>
                  </a:lnTo>
                  <a:lnTo>
                    <a:pt x="291560" y="179832"/>
                  </a:lnTo>
                  <a:lnTo>
                    <a:pt x="292417" y="180880"/>
                  </a:lnTo>
                  <a:lnTo>
                    <a:pt x="293370" y="181451"/>
                  </a:lnTo>
                  <a:lnTo>
                    <a:pt x="294513" y="181642"/>
                  </a:lnTo>
                  <a:lnTo>
                    <a:pt x="296132" y="181928"/>
                  </a:lnTo>
                  <a:lnTo>
                    <a:pt x="297466" y="182785"/>
                  </a:lnTo>
                  <a:lnTo>
                    <a:pt x="298323" y="183642"/>
                  </a:lnTo>
                  <a:lnTo>
                    <a:pt x="300990" y="188500"/>
                  </a:lnTo>
                  <a:lnTo>
                    <a:pt x="301942" y="189452"/>
                  </a:lnTo>
                  <a:lnTo>
                    <a:pt x="303181" y="190214"/>
                  </a:lnTo>
                  <a:lnTo>
                    <a:pt x="304229" y="190405"/>
                  </a:lnTo>
                  <a:lnTo>
                    <a:pt x="306610" y="190405"/>
                  </a:lnTo>
                  <a:lnTo>
                    <a:pt x="307943" y="190595"/>
                  </a:lnTo>
                  <a:lnTo>
                    <a:pt x="309372" y="191072"/>
                  </a:lnTo>
                  <a:lnTo>
                    <a:pt x="310610" y="191643"/>
                  </a:lnTo>
                  <a:lnTo>
                    <a:pt x="315468" y="195453"/>
                  </a:lnTo>
                  <a:lnTo>
                    <a:pt x="316230" y="195929"/>
                  </a:lnTo>
                  <a:lnTo>
                    <a:pt x="317087" y="196215"/>
                  </a:lnTo>
                  <a:lnTo>
                    <a:pt x="317944" y="196215"/>
                  </a:lnTo>
                  <a:lnTo>
                    <a:pt x="321564" y="194882"/>
                  </a:lnTo>
                  <a:lnTo>
                    <a:pt x="322421" y="194596"/>
                  </a:lnTo>
                  <a:lnTo>
                    <a:pt x="323374" y="194596"/>
                  </a:lnTo>
                  <a:lnTo>
                    <a:pt x="328232" y="195453"/>
                  </a:lnTo>
                  <a:lnTo>
                    <a:pt x="329279" y="195929"/>
                  </a:lnTo>
                  <a:lnTo>
                    <a:pt x="333280" y="199168"/>
                  </a:lnTo>
                  <a:lnTo>
                    <a:pt x="334328" y="199549"/>
                  </a:lnTo>
                  <a:lnTo>
                    <a:pt x="334994" y="199358"/>
                  </a:lnTo>
                  <a:lnTo>
                    <a:pt x="337185" y="197929"/>
                  </a:lnTo>
                  <a:lnTo>
                    <a:pt x="343471" y="198120"/>
                  </a:lnTo>
                  <a:lnTo>
                    <a:pt x="346710" y="196787"/>
                  </a:lnTo>
                  <a:lnTo>
                    <a:pt x="349948" y="194691"/>
                  </a:lnTo>
                  <a:lnTo>
                    <a:pt x="352520" y="193548"/>
                  </a:lnTo>
                  <a:lnTo>
                    <a:pt x="354330" y="193262"/>
                  </a:lnTo>
                  <a:lnTo>
                    <a:pt x="355663" y="193358"/>
                  </a:lnTo>
                  <a:lnTo>
                    <a:pt x="357854" y="194500"/>
                  </a:lnTo>
                  <a:lnTo>
                    <a:pt x="359569" y="194977"/>
                  </a:lnTo>
                  <a:lnTo>
                    <a:pt x="362236" y="195263"/>
                  </a:lnTo>
                  <a:lnTo>
                    <a:pt x="364141" y="194882"/>
                  </a:lnTo>
                  <a:lnTo>
                    <a:pt x="365569" y="194120"/>
                  </a:lnTo>
                  <a:lnTo>
                    <a:pt x="366522" y="193262"/>
                  </a:lnTo>
                  <a:lnTo>
                    <a:pt x="367284" y="192024"/>
                  </a:lnTo>
                  <a:lnTo>
                    <a:pt x="367856" y="190881"/>
                  </a:lnTo>
                  <a:lnTo>
                    <a:pt x="368903" y="187166"/>
                  </a:lnTo>
                  <a:lnTo>
                    <a:pt x="369570" y="185833"/>
                  </a:lnTo>
                  <a:lnTo>
                    <a:pt x="370618" y="184690"/>
                  </a:lnTo>
                  <a:lnTo>
                    <a:pt x="372713" y="183261"/>
                  </a:lnTo>
                  <a:lnTo>
                    <a:pt x="375666" y="182118"/>
                  </a:lnTo>
                  <a:lnTo>
                    <a:pt x="378142" y="181737"/>
                  </a:lnTo>
                  <a:lnTo>
                    <a:pt x="379190" y="181737"/>
                  </a:lnTo>
                  <a:lnTo>
                    <a:pt x="381095" y="182023"/>
                  </a:lnTo>
                  <a:lnTo>
                    <a:pt x="381857" y="182404"/>
                  </a:lnTo>
                  <a:lnTo>
                    <a:pt x="382619" y="182975"/>
                  </a:lnTo>
                  <a:lnTo>
                    <a:pt x="383286" y="183547"/>
                  </a:lnTo>
                  <a:lnTo>
                    <a:pt x="383858" y="184309"/>
                  </a:lnTo>
                  <a:lnTo>
                    <a:pt x="384238" y="185166"/>
                  </a:lnTo>
                  <a:lnTo>
                    <a:pt x="384619" y="186023"/>
                  </a:lnTo>
                  <a:lnTo>
                    <a:pt x="384619" y="186690"/>
                  </a:lnTo>
                  <a:lnTo>
                    <a:pt x="384238" y="187357"/>
                  </a:lnTo>
                  <a:lnTo>
                    <a:pt x="383762" y="188024"/>
                  </a:lnTo>
                  <a:lnTo>
                    <a:pt x="383191" y="189071"/>
                  </a:lnTo>
                  <a:lnTo>
                    <a:pt x="382905" y="190214"/>
                  </a:lnTo>
                  <a:lnTo>
                    <a:pt x="382810" y="191643"/>
                  </a:lnTo>
                  <a:lnTo>
                    <a:pt x="383000" y="192881"/>
                  </a:lnTo>
                  <a:lnTo>
                    <a:pt x="383572" y="194120"/>
                  </a:lnTo>
                  <a:lnTo>
                    <a:pt x="385000" y="196215"/>
                  </a:lnTo>
                  <a:lnTo>
                    <a:pt x="385382" y="197168"/>
                  </a:lnTo>
                  <a:lnTo>
                    <a:pt x="385477" y="198215"/>
                  </a:lnTo>
                  <a:lnTo>
                    <a:pt x="385382" y="198882"/>
                  </a:lnTo>
                  <a:lnTo>
                    <a:pt x="384905" y="199835"/>
                  </a:lnTo>
                  <a:lnTo>
                    <a:pt x="384619" y="200787"/>
                  </a:lnTo>
                  <a:lnTo>
                    <a:pt x="384524" y="201644"/>
                  </a:lnTo>
                  <a:lnTo>
                    <a:pt x="384524" y="202883"/>
                  </a:lnTo>
                  <a:lnTo>
                    <a:pt x="384810" y="204216"/>
                  </a:lnTo>
                  <a:lnTo>
                    <a:pt x="385096" y="205169"/>
                  </a:lnTo>
                  <a:lnTo>
                    <a:pt x="385953" y="206502"/>
                  </a:lnTo>
                  <a:lnTo>
                    <a:pt x="388430" y="209360"/>
                  </a:lnTo>
                  <a:lnTo>
                    <a:pt x="389001" y="210407"/>
                  </a:lnTo>
                  <a:lnTo>
                    <a:pt x="389287" y="211550"/>
                  </a:lnTo>
                  <a:lnTo>
                    <a:pt x="389096" y="212408"/>
                  </a:lnTo>
                  <a:lnTo>
                    <a:pt x="388430" y="213265"/>
                  </a:lnTo>
                  <a:lnTo>
                    <a:pt x="388048" y="214217"/>
                  </a:lnTo>
                  <a:lnTo>
                    <a:pt x="387858" y="215265"/>
                  </a:lnTo>
                  <a:lnTo>
                    <a:pt x="388144" y="217932"/>
                  </a:lnTo>
                  <a:lnTo>
                    <a:pt x="388048" y="219266"/>
                  </a:lnTo>
                  <a:lnTo>
                    <a:pt x="387382" y="220313"/>
                  </a:lnTo>
                  <a:lnTo>
                    <a:pt x="386429" y="220885"/>
                  </a:lnTo>
                  <a:lnTo>
                    <a:pt x="385477" y="221171"/>
                  </a:lnTo>
                  <a:lnTo>
                    <a:pt x="384810" y="221456"/>
                  </a:lnTo>
                  <a:lnTo>
                    <a:pt x="384238" y="222028"/>
                  </a:lnTo>
                  <a:lnTo>
                    <a:pt x="383762" y="222885"/>
                  </a:lnTo>
                  <a:lnTo>
                    <a:pt x="382619" y="224028"/>
                  </a:lnTo>
                  <a:lnTo>
                    <a:pt x="381190" y="224695"/>
                  </a:lnTo>
                  <a:lnTo>
                    <a:pt x="379000" y="224504"/>
                  </a:lnTo>
                  <a:lnTo>
                    <a:pt x="377285" y="223647"/>
                  </a:lnTo>
                  <a:lnTo>
                    <a:pt x="375571" y="222409"/>
                  </a:lnTo>
                  <a:lnTo>
                    <a:pt x="373952" y="221933"/>
                  </a:lnTo>
                  <a:lnTo>
                    <a:pt x="372618" y="222028"/>
                  </a:lnTo>
                  <a:lnTo>
                    <a:pt x="370332" y="222980"/>
                  </a:lnTo>
                  <a:lnTo>
                    <a:pt x="368427" y="222790"/>
                  </a:lnTo>
                  <a:lnTo>
                    <a:pt x="366427" y="222123"/>
                  </a:lnTo>
                  <a:lnTo>
                    <a:pt x="364903" y="222314"/>
                  </a:lnTo>
                  <a:lnTo>
                    <a:pt x="353378" y="226600"/>
                  </a:lnTo>
                  <a:lnTo>
                    <a:pt x="347663" y="227457"/>
                  </a:lnTo>
                  <a:lnTo>
                    <a:pt x="345281" y="227171"/>
                  </a:lnTo>
                  <a:lnTo>
                    <a:pt x="344043" y="227267"/>
                  </a:lnTo>
                  <a:lnTo>
                    <a:pt x="343186" y="227362"/>
                  </a:lnTo>
                  <a:lnTo>
                    <a:pt x="333470" y="231839"/>
                  </a:lnTo>
                  <a:lnTo>
                    <a:pt x="329851" y="232600"/>
                  </a:lnTo>
                  <a:lnTo>
                    <a:pt x="328136" y="233458"/>
                  </a:lnTo>
                  <a:lnTo>
                    <a:pt x="327184" y="234220"/>
                  </a:lnTo>
                  <a:lnTo>
                    <a:pt x="326041" y="236125"/>
                  </a:lnTo>
                  <a:lnTo>
                    <a:pt x="325660" y="236982"/>
                  </a:lnTo>
                  <a:lnTo>
                    <a:pt x="325469" y="237744"/>
                  </a:lnTo>
                  <a:lnTo>
                    <a:pt x="325469" y="238316"/>
                  </a:lnTo>
                  <a:lnTo>
                    <a:pt x="325469" y="238506"/>
                  </a:lnTo>
                  <a:lnTo>
                    <a:pt x="325755" y="239268"/>
                  </a:lnTo>
                  <a:lnTo>
                    <a:pt x="327565" y="242697"/>
                  </a:lnTo>
                  <a:lnTo>
                    <a:pt x="329184" y="246793"/>
                  </a:lnTo>
                  <a:lnTo>
                    <a:pt x="329660" y="248793"/>
                  </a:lnTo>
                  <a:lnTo>
                    <a:pt x="329756" y="251650"/>
                  </a:lnTo>
                  <a:lnTo>
                    <a:pt x="329660" y="252508"/>
                  </a:lnTo>
                  <a:lnTo>
                    <a:pt x="329184" y="253460"/>
                  </a:lnTo>
                  <a:lnTo>
                    <a:pt x="328136" y="254699"/>
                  </a:lnTo>
                  <a:lnTo>
                    <a:pt x="326803" y="255556"/>
                  </a:lnTo>
                  <a:lnTo>
                    <a:pt x="325660" y="256032"/>
                  </a:lnTo>
                  <a:lnTo>
                    <a:pt x="323279" y="256604"/>
                  </a:lnTo>
                  <a:lnTo>
                    <a:pt x="320802" y="256794"/>
                  </a:lnTo>
                  <a:lnTo>
                    <a:pt x="319850" y="256985"/>
                  </a:lnTo>
                  <a:lnTo>
                    <a:pt x="319278" y="257461"/>
                  </a:lnTo>
                  <a:lnTo>
                    <a:pt x="318707" y="258128"/>
                  </a:lnTo>
                  <a:lnTo>
                    <a:pt x="317944" y="259271"/>
                  </a:lnTo>
                  <a:lnTo>
                    <a:pt x="318230" y="260604"/>
                  </a:lnTo>
                  <a:lnTo>
                    <a:pt x="319659" y="261842"/>
                  </a:lnTo>
                  <a:lnTo>
                    <a:pt x="325755" y="269081"/>
                  </a:lnTo>
                  <a:lnTo>
                    <a:pt x="329184" y="271082"/>
                  </a:lnTo>
                  <a:lnTo>
                    <a:pt x="334232" y="271653"/>
                  </a:lnTo>
                  <a:lnTo>
                    <a:pt x="335280" y="271463"/>
                  </a:lnTo>
                  <a:lnTo>
                    <a:pt x="336137" y="271177"/>
                  </a:lnTo>
                  <a:lnTo>
                    <a:pt x="336994" y="271082"/>
                  </a:lnTo>
                  <a:lnTo>
                    <a:pt x="338233" y="271272"/>
                  </a:lnTo>
                  <a:lnTo>
                    <a:pt x="339471" y="271939"/>
                  </a:lnTo>
                  <a:lnTo>
                    <a:pt x="344900" y="276797"/>
                  </a:lnTo>
                  <a:lnTo>
                    <a:pt x="346424" y="278511"/>
                  </a:lnTo>
                  <a:lnTo>
                    <a:pt x="347567" y="280511"/>
                  </a:lnTo>
                  <a:lnTo>
                    <a:pt x="348615" y="283083"/>
                  </a:lnTo>
                  <a:lnTo>
                    <a:pt x="350044" y="289084"/>
                  </a:lnTo>
                  <a:lnTo>
                    <a:pt x="350330" y="292227"/>
                  </a:lnTo>
                  <a:lnTo>
                    <a:pt x="350044" y="294227"/>
                  </a:lnTo>
                  <a:lnTo>
                    <a:pt x="349282" y="295370"/>
                  </a:lnTo>
                  <a:lnTo>
                    <a:pt x="348901" y="296037"/>
                  </a:lnTo>
                  <a:lnTo>
                    <a:pt x="347282" y="297180"/>
                  </a:lnTo>
                  <a:lnTo>
                    <a:pt x="336709" y="302038"/>
                  </a:lnTo>
                  <a:lnTo>
                    <a:pt x="336137" y="302228"/>
                  </a:lnTo>
                  <a:lnTo>
                    <a:pt x="334328" y="302609"/>
                  </a:lnTo>
                  <a:lnTo>
                    <a:pt x="333089" y="302514"/>
                  </a:lnTo>
                  <a:lnTo>
                    <a:pt x="332232" y="302419"/>
                  </a:lnTo>
                  <a:lnTo>
                    <a:pt x="331756" y="302228"/>
                  </a:lnTo>
                  <a:lnTo>
                    <a:pt x="331565" y="302038"/>
                  </a:lnTo>
                  <a:lnTo>
                    <a:pt x="331470" y="301562"/>
                  </a:lnTo>
                  <a:lnTo>
                    <a:pt x="331565" y="299466"/>
                  </a:lnTo>
                  <a:lnTo>
                    <a:pt x="331470" y="298704"/>
                  </a:lnTo>
                  <a:lnTo>
                    <a:pt x="331280" y="297752"/>
                  </a:lnTo>
                  <a:lnTo>
                    <a:pt x="330517" y="295751"/>
                  </a:lnTo>
                  <a:lnTo>
                    <a:pt x="330041" y="294894"/>
                  </a:lnTo>
                  <a:lnTo>
                    <a:pt x="329470" y="294227"/>
                  </a:lnTo>
                  <a:lnTo>
                    <a:pt x="328898" y="293751"/>
                  </a:lnTo>
                  <a:lnTo>
                    <a:pt x="328232" y="293561"/>
                  </a:lnTo>
                  <a:lnTo>
                    <a:pt x="326612" y="293561"/>
                  </a:lnTo>
                  <a:lnTo>
                    <a:pt x="325850" y="293370"/>
                  </a:lnTo>
                  <a:lnTo>
                    <a:pt x="325088" y="293084"/>
                  </a:lnTo>
                  <a:lnTo>
                    <a:pt x="324231" y="292608"/>
                  </a:lnTo>
                  <a:lnTo>
                    <a:pt x="323469" y="292322"/>
                  </a:lnTo>
                  <a:lnTo>
                    <a:pt x="322707" y="292418"/>
                  </a:lnTo>
                  <a:lnTo>
                    <a:pt x="321469" y="292989"/>
                  </a:lnTo>
                  <a:lnTo>
                    <a:pt x="320992" y="293751"/>
                  </a:lnTo>
                  <a:lnTo>
                    <a:pt x="320897" y="294989"/>
                  </a:lnTo>
                  <a:lnTo>
                    <a:pt x="321755" y="299371"/>
                  </a:lnTo>
                  <a:lnTo>
                    <a:pt x="321850" y="300419"/>
                  </a:lnTo>
                  <a:lnTo>
                    <a:pt x="321850" y="301371"/>
                  </a:lnTo>
                  <a:lnTo>
                    <a:pt x="321850" y="301847"/>
                  </a:lnTo>
                  <a:lnTo>
                    <a:pt x="320897" y="305086"/>
                  </a:lnTo>
                  <a:lnTo>
                    <a:pt x="320802" y="306038"/>
                  </a:lnTo>
                  <a:lnTo>
                    <a:pt x="320897" y="306896"/>
                  </a:lnTo>
                  <a:lnTo>
                    <a:pt x="321183" y="308039"/>
                  </a:lnTo>
                  <a:lnTo>
                    <a:pt x="322040" y="311468"/>
                  </a:lnTo>
                  <a:lnTo>
                    <a:pt x="321850" y="319754"/>
                  </a:lnTo>
                  <a:lnTo>
                    <a:pt x="322517" y="322707"/>
                  </a:lnTo>
                  <a:lnTo>
                    <a:pt x="323850" y="325374"/>
                  </a:lnTo>
                  <a:lnTo>
                    <a:pt x="329184" y="332327"/>
                  </a:lnTo>
                  <a:lnTo>
                    <a:pt x="330708" y="334899"/>
                  </a:lnTo>
                  <a:lnTo>
                    <a:pt x="331089" y="336328"/>
                  </a:lnTo>
                  <a:lnTo>
                    <a:pt x="330803" y="337471"/>
                  </a:lnTo>
                  <a:lnTo>
                    <a:pt x="330041" y="338423"/>
                  </a:lnTo>
                  <a:lnTo>
                    <a:pt x="329279" y="339662"/>
                  </a:lnTo>
                  <a:lnTo>
                    <a:pt x="328803" y="341281"/>
                  </a:lnTo>
                  <a:lnTo>
                    <a:pt x="328327" y="342424"/>
                  </a:lnTo>
                  <a:lnTo>
                    <a:pt x="327469" y="343186"/>
                  </a:lnTo>
                  <a:lnTo>
                    <a:pt x="326231" y="343472"/>
                  </a:lnTo>
                  <a:lnTo>
                    <a:pt x="324803" y="343472"/>
                  </a:lnTo>
                  <a:lnTo>
                    <a:pt x="323564" y="343281"/>
                  </a:lnTo>
                  <a:lnTo>
                    <a:pt x="322707" y="343281"/>
                  </a:lnTo>
                  <a:lnTo>
                    <a:pt x="321850" y="343567"/>
                  </a:lnTo>
                  <a:lnTo>
                    <a:pt x="319564" y="344900"/>
                  </a:lnTo>
                  <a:lnTo>
                    <a:pt x="316325" y="345091"/>
                  </a:lnTo>
                  <a:lnTo>
                    <a:pt x="313563" y="343281"/>
                  </a:lnTo>
                  <a:lnTo>
                    <a:pt x="311563" y="341471"/>
                  </a:lnTo>
                  <a:lnTo>
                    <a:pt x="305086" y="337090"/>
                  </a:lnTo>
                  <a:lnTo>
                    <a:pt x="303562" y="335661"/>
                  </a:lnTo>
                  <a:lnTo>
                    <a:pt x="303371" y="334899"/>
                  </a:lnTo>
                  <a:lnTo>
                    <a:pt x="303467" y="333947"/>
                  </a:lnTo>
                  <a:lnTo>
                    <a:pt x="303943" y="332899"/>
                  </a:lnTo>
                  <a:lnTo>
                    <a:pt x="305086" y="330708"/>
                  </a:lnTo>
                  <a:lnTo>
                    <a:pt x="305562" y="329470"/>
                  </a:lnTo>
                  <a:lnTo>
                    <a:pt x="305657" y="328041"/>
                  </a:lnTo>
                  <a:lnTo>
                    <a:pt x="305181" y="326708"/>
                  </a:lnTo>
                  <a:lnTo>
                    <a:pt x="304133" y="326231"/>
                  </a:lnTo>
                  <a:lnTo>
                    <a:pt x="302800" y="326231"/>
                  </a:lnTo>
                  <a:lnTo>
                    <a:pt x="299561" y="327279"/>
                  </a:lnTo>
                  <a:lnTo>
                    <a:pt x="296323" y="328803"/>
                  </a:lnTo>
                  <a:lnTo>
                    <a:pt x="294989" y="329660"/>
                  </a:lnTo>
                  <a:lnTo>
                    <a:pt x="293942" y="330803"/>
                  </a:lnTo>
                  <a:lnTo>
                    <a:pt x="293180" y="332232"/>
                  </a:lnTo>
                  <a:lnTo>
                    <a:pt x="292036" y="336518"/>
                  </a:lnTo>
                  <a:lnTo>
                    <a:pt x="291560" y="337375"/>
                  </a:lnTo>
                  <a:lnTo>
                    <a:pt x="290513" y="338138"/>
                  </a:lnTo>
                  <a:lnTo>
                    <a:pt x="289084" y="338614"/>
                  </a:lnTo>
                  <a:lnTo>
                    <a:pt x="286893" y="338900"/>
                  </a:lnTo>
                  <a:lnTo>
                    <a:pt x="285845" y="338709"/>
                  </a:lnTo>
                  <a:lnTo>
                    <a:pt x="284988" y="338233"/>
                  </a:lnTo>
                  <a:lnTo>
                    <a:pt x="284512" y="337375"/>
                  </a:lnTo>
                  <a:lnTo>
                    <a:pt x="283655" y="334709"/>
                  </a:lnTo>
                  <a:lnTo>
                    <a:pt x="282988" y="333280"/>
                  </a:lnTo>
                  <a:lnTo>
                    <a:pt x="281750" y="332232"/>
                  </a:lnTo>
                  <a:lnTo>
                    <a:pt x="280511" y="331851"/>
                  </a:lnTo>
                  <a:lnTo>
                    <a:pt x="274987" y="332518"/>
                  </a:lnTo>
                  <a:lnTo>
                    <a:pt x="271939" y="332518"/>
                  </a:lnTo>
                  <a:lnTo>
                    <a:pt x="269272" y="331851"/>
                  </a:lnTo>
                  <a:lnTo>
                    <a:pt x="263081" y="329565"/>
                  </a:lnTo>
                  <a:lnTo>
                    <a:pt x="260985" y="329279"/>
                  </a:lnTo>
                  <a:lnTo>
                    <a:pt x="257175" y="330041"/>
                  </a:lnTo>
                  <a:lnTo>
                    <a:pt x="254508" y="330232"/>
                  </a:lnTo>
                  <a:lnTo>
                    <a:pt x="252603" y="329470"/>
                  </a:lnTo>
                  <a:lnTo>
                    <a:pt x="251269" y="328327"/>
                  </a:lnTo>
                  <a:lnTo>
                    <a:pt x="250412" y="327184"/>
                  </a:lnTo>
                  <a:lnTo>
                    <a:pt x="249841" y="326041"/>
                  </a:lnTo>
                  <a:lnTo>
                    <a:pt x="249650" y="325184"/>
                  </a:lnTo>
                  <a:lnTo>
                    <a:pt x="249746" y="324422"/>
                  </a:lnTo>
                  <a:lnTo>
                    <a:pt x="250127" y="322517"/>
                  </a:lnTo>
                  <a:lnTo>
                    <a:pt x="250031" y="321659"/>
                  </a:lnTo>
                  <a:lnTo>
                    <a:pt x="249650" y="320802"/>
                  </a:lnTo>
                  <a:lnTo>
                    <a:pt x="248984" y="320707"/>
                  </a:lnTo>
                  <a:lnTo>
                    <a:pt x="247936" y="320897"/>
                  </a:lnTo>
                  <a:lnTo>
                    <a:pt x="245745" y="321945"/>
                  </a:lnTo>
                  <a:lnTo>
                    <a:pt x="244126" y="322898"/>
                  </a:lnTo>
                  <a:lnTo>
                    <a:pt x="243173" y="323660"/>
                  </a:lnTo>
                  <a:lnTo>
                    <a:pt x="242602" y="324612"/>
                  </a:lnTo>
                  <a:lnTo>
                    <a:pt x="242221" y="325850"/>
                  </a:lnTo>
                  <a:lnTo>
                    <a:pt x="242030" y="329660"/>
                  </a:lnTo>
                  <a:lnTo>
                    <a:pt x="241459" y="332232"/>
                  </a:lnTo>
                  <a:lnTo>
                    <a:pt x="241363" y="333566"/>
                  </a:lnTo>
                  <a:lnTo>
                    <a:pt x="241649" y="336042"/>
                  </a:lnTo>
                  <a:lnTo>
                    <a:pt x="241268" y="340519"/>
                  </a:lnTo>
                  <a:lnTo>
                    <a:pt x="241268" y="342138"/>
                  </a:lnTo>
                  <a:lnTo>
                    <a:pt x="241649" y="345091"/>
                  </a:lnTo>
                  <a:lnTo>
                    <a:pt x="241649" y="346329"/>
                  </a:lnTo>
                  <a:lnTo>
                    <a:pt x="241363" y="348425"/>
                  </a:lnTo>
                  <a:lnTo>
                    <a:pt x="237458" y="352901"/>
                  </a:lnTo>
                  <a:lnTo>
                    <a:pt x="227743" y="358902"/>
                  </a:lnTo>
                  <a:lnTo>
                    <a:pt x="226123" y="360712"/>
                  </a:lnTo>
                  <a:lnTo>
                    <a:pt x="225647" y="362045"/>
                  </a:lnTo>
                  <a:lnTo>
                    <a:pt x="226314" y="363093"/>
                  </a:lnTo>
                  <a:lnTo>
                    <a:pt x="227933" y="364808"/>
                  </a:lnTo>
                  <a:lnTo>
                    <a:pt x="228124" y="365284"/>
                  </a:lnTo>
                  <a:lnTo>
                    <a:pt x="228124" y="365570"/>
                  </a:lnTo>
                  <a:lnTo>
                    <a:pt x="228029" y="366141"/>
                  </a:lnTo>
                  <a:lnTo>
                    <a:pt x="227648" y="367379"/>
                  </a:lnTo>
                  <a:lnTo>
                    <a:pt x="227267" y="368332"/>
                  </a:lnTo>
                  <a:lnTo>
                    <a:pt x="226409" y="369761"/>
                  </a:lnTo>
                  <a:lnTo>
                    <a:pt x="224790" y="370999"/>
                  </a:lnTo>
                  <a:lnTo>
                    <a:pt x="216313" y="375666"/>
                  </a:lnTo>
                  <a:lnTo>
                    <a:pt x="210312" y="377381"/>
                  </a:lnTo>
                  <a:lnTo>
                    <a:pt x="206216" y="379571"/>
                  </a:lnTo>
                  <a:lnTo>
                    <a:pt x="203930" y="380238"/>
                  </a:lnTo>
                  <a:lnTo>
                    <a:pt x="202121" y="380048"/>
                  </a:lnTo>
                  <a:lnTo>
                    <a:pt x="200977" y="378905"/>
                  </a:lnTo>
                  <a:lnTo>
                    <a:pt x="199930" y="377571"/>
                  </a:lnTo>
                  <a:lnTo>
                    <a:pt x="198882" y="376428"/>
                  </a:lnTo>
                  <a:lnTo>
                    <a:pt x="197834" y="375857"/>
                  </a:lnTo>
                  <a:lnTo>
                    <a:pt x="196596" y="375952"/>
                  </a:lnTo>
                  <a:lnTo>
                    <a:pt x="195929" y="376428"/>
                  </a:lnTo>
                  <a:lnTo>
                    <a:pt x="195644" y="377190"/>
                  </a:lnTo>
                  <a:lnTo>
                    <a:pt x="195739" y="378143"/>
                  </a:lnTo>
                  <a:lnTo>
                    <a:pt x="196406" y="380810"/>
                  </a:lnTo>
                  <a:lnTo>
                    <a:pt x="196596" y="382048"/>
                  </a:lnTo>
                  <a:lnTo>
                    <a:pt x="196406" y="383191"/>
                  </a:lnTo>
                  <a:lnTo>
                    <a:pt x="194691" y="386620"/>
                  </a:lnTo>
                  <a:lnTo>
                    <a:pt x="194405" y="387763"/>
                  </a:lnTo>
                  <a:lnTo>
                    <a:pt x="194215" y="388906"/>
                  </a:lnTo>
                  <a:lnTo>
                    <a:pt x="193929" y="390144"/>
                  </a:lnTo>
                  <a:lnTo>
                    <a:pt x="193262" y="391478"/>
                  </a:lnTo>
                  <a:lnTo>
                    <a:pt x="192500" y="391954"/>
                  </a:lnTo>
                  <a:lnTo>
                    <a:pt x="191548" y="391859"/>
                  </a:lnTo>
                  <a:lnTo>
                    <a:pt x="189357" y="389954"/>
                  </a:lnTo>
                  <a:lnTo>
                    <a:pt x="187833" y="389287"/>
                  </a:lnTo>
                  <a:lnTo>
                    <a:pt x="186119" y="388811"/>
                  </a:lnTo>
                  <a:lnTo>
                    <a:pt x="181451" y="388334"/>
                  </a:lnTo>
                  <a:lnTo>
                    <a:pt x="180594" y="386048"/>
                  </a:lnTo>
                  <a:lnTo>
                    <a:pt x="180499" y="383572"/>
                  </a:lnTo>
                  <a:lnTo>
                    <a:pt x="179832" y="382048"/>
                  </a:lnTo>
                  <a:lnTo>
                    <a:pt x="179261" y="381000"/>
                  </a:lnTo>
                  <a:lnTo>
                    <a:pt x="172974" y="377381"/>
                  </a:lnTo>
                  <a:lnTo>
                    <a:pt x="171069" y="375857"/>
                  </a:lnTo>
                  <a:lnTo>
                    <a:pt x="170402" y="375190"/>
                  </a:lnTo>
                  <a:lnTo>
                    <a:pt x="169069" y="372904"/>
                  </a:lnTo>
                  <a:lnTo>
                    <a:pt x="168688" y="367951"/>
                  </a:lnTo>
                  <a:lnTo>
                    <a:pt x="168592" y="366713"/>
                  </a:lnTo>
                  <a:lnTo>
                    <a:pt x="170593" y="363569"/>
                  </a:lnTo>
                  <a:lnTo>
                    <a:pt x="171736" y="360807"/>
                  </a:lnTo>
                  <a:lnTo>
                    <a:pt x="172974" y="360140"/>
                  </a:lnTo>
                  <a:lnTo>
                    <a:pt x="173641" y="359950"/>
                  </a:lnTo>
                  <a:lnTo>
                    <a:pt x="174688" y="360140"/>
                  </a:lnTo>
                  <a:lnTo>
                    <a:pt x="175831" y="360902"/>
                  </a:lnTo>
                  <a:lnTo>
                    <a:pt x="177927" y="362712"/>
                  </a:lnTo>
                  <a:lnTo>
                    <a:pt x="178784" y="363188"/>
                  </a:lnTo>
                  <a:lnTo>
                    <a:pt x="180499" y="363665"/>
                  </a:lnTo>
                  <a:lnTo>
                    <a:pt x="181356" y="364141"/>
                  </a:lnTo>
                  <a:lnTo>
                    <a:pt x="182785" y="365379"/>
                  </a:lnTo>
                  <a:lnTo>
                    <a:pt x="184213" y="365950"/>
                  </a:lnTo>
                  <a:lnTo>
                    <a:pt x="185642" y="365950"/>
                  </a:lnTo>
                  <a:lnTo>
                    <a:pt x="186976" y="365379"/>
                  </a:lnTo>
                  <a:lnTo>
                    <a:pt x="190119" y="362522"/>
                  </a:lnTo>
                  <a:lnTo>
                    <a:pt x="191357" y="362236"/>
                  </a:lnTo>
                  <a:lnTo>
                    <a:pt x="192500" y="362617"/>
                  </a:lnTo>
                  <a:lnTo>
                    <a:pt x="194786" y="364617"/>
                  </a:lnTo>
                  <a:lnTo>
                    <a:pt x="195929" y="365189"/>
                  </a:lnTo>
                  <a:lnTo>
                    <a:pt x="196406" y="365379"/>
                  </a:lnTo>
                  <a:lnTo>
                    <a:pt x="196786" y="365284"/>
                  </a:lnTo>
                  <a:lnTo>
                    <a:pt x="197739" y="364046"/>
                  </a:lnTo>
                  <a:lnTo>
                    <a:pt x="198215" y="362712"/>
                  </a:lnTo>
                  <a:lnTo>
                    <a:pt x="199168" y="360902"/>
                  </a:lnTo>
                  <a:lnTo>
                    <a:pt x="200787" y="358331"/>
                  </a:lnTo>
                  <a:lnTo>
                    <a:pt x="204121" y="355187"/>
                  </a:lnTo>
                  <a:lnTo>
                    <a:pt x="205550" y="352997"/>
                  </a:lnTo>
                  <a:lnTo>
                    <a:pt x="206026" y="351663"/>
                  </a:lnTo>
                  <a:lnTo>
                    <a:pt x="205359" y="350330"/>
                  </a:lnTo>
                  <a:lnTo>
                    <a:pt x="200596" y="347567"/>
                  </a:lnTo>
                  <a:lnTo>
                    <a:pt x="199263" y="345948"/>
                  </a:lnTo>
                  <a:lnTo>
                    <a:pt x="198596" y="343662"/>
                  </a:lnTo>
                  <a:lnTo>
                    <a:pt x="198787" y="341281"/>
                  </a:lnTo>
                  <a:lnTo>
                    <a:pt x="200120" y="338614"/>
                  </a:lnTo>
                  <a:lnTo>
                    <a:pt x="204216" y="333566"/>
                  </a:lnTo>
                  <a:lnTo>
                    <a:pt x="205073" y="330899"/>
                  </a:lnTo>
                  <a:lnTo>
                    <a:pt x="205264" y="328327"/>
                  </a:lnTo>
                  <a:lnTo>
                    <a:pt x="204883" y="326612"/>
                  </a:lnTo>
                  <a:lnTo>
                    <a:pt x="204406" y="325660"/>
                  </a:lnTo>
                  <a:lnTo>
                    <a:pt x="203644" y="324803"/>
                  </a:lnTo>
                  <a:lnTo>
                    <a:pt x="202597" y="324231"/>
                  </a:lnTo>
                  <a:lnTo>
                    <a:pt x="201359" y="323755"/>
                  </a:lnTo>
                  <a:lnTo>
                    <a:pt x="200120" y="323088"/>
                  </a:lnTo>
                  <a:lnTo>
                    <a:pt x="199263" y="322040"/>
                  </a:lnTo>
                  <a:lnTo>
                    <a:pt x="198596" y="320135"/>
                  </a:lnTo>
                  <a:lnTo>
                    <a:pt x="198025" y="314801"/>
                  </a:lnTo>
                  <a:lnTo>
                    <a:pt x="197644" y="313373"/>
                  </a:lnTo>
                  <a:lnTo>
                    <a:pt x="197263" y="311753"/>
                  </a:lnTo>
                  <a:lnTo>
                    <a:pt x="197358" y="309658"/>
                  </a:lnTo>
                  <a:lnTo>
                    <a:pt x="198501" y="306038"/>
                  </a:lnTo>
                  <a:lnTo>
                    <a:pt x="199549" y="304133"/>
                  </a:lnTo>
                  <a:lnTo>
                    <a:pt x="200787" y="302895"/>
                  </a:lnTo>
                  <a:lnTo>
                    <a:pt x="202216" y="302514"/>
                  </a:lnTo>
                  <a:lnTo>
                    <a:pt x="203930" y="302800"/>
                  </a:lnTo>
                  <a:lnTo>
                    <a:pt x="207740" y="305467"/>
                  </a:lnTo>
                  <a:lnTo>
                    <a:pt x="209169" y="305848"/>
                  </a:lnTo>
                  <a:lnTo>
                    <a:pt x="210502" y="305562"/>
                  </a:lnTo>
                  <a:lnTo>
                    <a:pt x="211836" y="304514"/>
                  </a:lnTo>
                  <a:lnTo>
                    <a:pt x="212788" y="303086"/>
                  </a:lnTo>
                  <a:lnTo>
                    <a:pt x="213265" y="302419"/>
                  </a:lnTo>
                  <a:lnTo>
                    <a:pt x="213360" y="301943"/>
                  </a:lnTo>
                  <a:lnTo>
                    <a:pt x="213455" y="300228"/>
                  </a:lnTo>
                  <a:lnTo>
                    <a:pt x="212788" y="289465"/>
                  </a:lnTo>
                  <a:lnTo>
                    <a:pt x="209455" y="285274"/>
                  </a:lnTo>
                  <a:lnTo>
                    <a:pt x="207169" y="282893"/>
                  </a:lnTo>
                  <a:lnTo>
                    <a:pt x="206407" y="281273"/>
                  </a:lnTo>
                  <a:lnTo>
                    <a:pt x="206407" y="279845"/>
                  </a:lnTo>
                  <a:lnTo>
                    <a:pt x="206883" y="278606"/>
                  </a:lnTo>
                  <a:lnTo>
                    <a:pt x="206978" y="276987"/>
                  </a:lnTo>
                  <a:lnTo>
                    <a:pt x="206407" y="274415"/>
                  </a:lnTo>
                  <a:lnTo>
                    <a:pt x="202692" y="269177"/>
                  </a:lnTo>
                  <a:lnTo>
                    <a:pt x="201073" y="267557"/>
                  </a:lnTo>
                  <a:lnTo>
                    <a:pt x="200025" y="266891"/>
                  </a:lnTo>
                  <a:lnTo>
                    <a:pt x="198692" y="266510"/>
                  </a:lnTo>
                  <a:lnTo>
                    <a:pt x="196977" y="266605"/>
                  </a:lnTo>
                  <a:lnTo>
                    <a:pt x="195263" y="267176"/>
                  </a:lnTo>
                  <a:lnTo>
                    <a:pt x="187357" y="271844"/>
                  </a:lnTo>
                  <a:lnTo>
                    <a:pt x="181546" y="273177"/>
                  </a:lnTo>
                  <a:lnTo>
                    <a:pt x="175927" y="273463"/>
                  </a:lnTo>
                  <a:lnTo>
                    <a:pt x="164211" y="276320"/>
                  </a:lnTo>
                  <a:lnTo>
                    <a:pt x="160592" y="276606"/>
                  </a:lnTo>
                  <a:lnTo>
                    <a:pt x="157258" y="276130"/>
                  </a:lnTo>
                  <a:lnTo>
                    <a:pt x="151924" y="274225"/>
                  </a:lnTo>
                  <a:lnTo>
                    <a:pt x="148114" y="273558"/>
                  </a:lnTo>
                  <a:lnTo>
                    <a:pt x="144685" y="273653"/>
                  </a:lnTo>
                  <a:lnTo>
                    <a:pt x="140494" y="274130"/>
                  </a:lnTo>
                  <a:lnTo>
                    <a:pt x="138017" y="274034"/>
                  </a:lnTo>
                  <a:lnTo>
                    <a:pt x="136017" y="273558"/>
                  </a:lnTo>
                  <a:lnTo>
                    <a:pt x="134684" y="272606"/>
                  </a:lnTo>
                  <a:lnTo>
                    <a:pt x="133540" y="271558"/>
                  </a:lnTo>
                  <a:lnTo>
                    <a:pt x="132683" y="270320"/>
                  </a:lnTo>
                  <a:lnTo>
                    <a:pt x="132398" y="268796"/>
                  </a:lnTo>
                  <a:lnTo>
                    <a:pt x="132588" y="267176"/>
                  </a:lnTo>
                  <a:lnTo>
                    <a:pt x="133350" y="265748"/>
                  </a:lnTo>
                  <a:lnTo>
                    <a:pt x="135731" y="263843"/>
                  </a:lnTo>
                  <a:lnTo>
                    <a:pt x="136493" y="262795"/>
                  </a:lnTo>
                  <a:lnTo>
                    <a:pt x="136779" y="261366"/>
                  </a:lnTo>
                  <a:lnTo>
                    <a:pt x="136493" y="259556"/>
                  </a:lnTo>
                  <a:lnTo>
                    <a:pt x="135827" y="258128"/>
                  </a:lnTo>
                  <a:lnTo>
                    <a:pt x="134207" y="255461"/>
                  </a:lnTo>
                  <a:lnTo>
                    <a:pt x="133731" y="254127"/>
                  </a:lnTo>
                  <a:lnTo>
                    <a:pt x="133636" y="253079"/>
                  </a:lnTo>
                  <a:lnTo>
                    <a:pt x="134112" y="252222"/>
                  </a:lnTo>
                  <a:lnTo>
                    <a:pt x="134874" y="251841"/>
                  </a:lnTo>
                  <a:lnTo>
                    <a:pt x="135922" y="252222"/>
                  </a:lnTo>
                  <a:lnTo>
                    <a:pt x="137065" y="253175"/>
                  </a:lnTo>
                  <a:lnTo>
                    <a:pt x="139636" y="256127"/>
                  </a:lnTo>
                  <a:lnTo>
                    <a:pt x="141065" y="257366"/>
                  </a:lnTo>
                  <a:lnTo>
                    <a:pt x="142780" y="258223"/>
                  </a:lnTo>
                  <a:lnTo>
                    <a:pt x="144780" y="258794"/>
                  </a:lnTo>
                  <a:lnTo>
                    <a:pt x="146875" y="258985"/>
                  </a:lnTo>
                  <a:lnTo>
                    <a:pt x="149352" y="258890"/>
                  </a:lnTo>
                  <a:lnTo>
                    <a:pt x="151448" y="258604"/>
                  </a:lnTo>
                  <a:lnTo>
                    <a:pt x="153448" y="257937"/>
                  </a:lnTo>
                  <a:lnTo>
                    <a:pt x="155353" y="256985"/>
                  </a:lnTo>
                  <a:lnTo>
                    <a:pt x="156877" y="255842"/>
                  </a:lnTo>
                  <a:lnTo>
                    <a:pt x="158020" y="254699"/>
                  </a:lnTo>
                  <a:lnTo>
                    <a:pt x="158877" y="253556"/>
                  </a:lnTo>
                  <a:lnTo>
                    <a:pt x="159353" y="252508"/>
                  </a:lnTo>
                  <a:lnTo>
                    <a:pt x="159448" y="251841"/>
                  </a:lnTo>
                  <a:lnTo>
                    <a:pt x="159258" y="251079"/>
                  </a:lnTo>
                  <a:lnTo>
                    <a:pt x="158401" y="250698"/>
                  </a:lnTo>
                  <a:lnTo>
                    <a:pt x="157163" y="250698"/>
                  </a:lnTo>
                  <a:lnTo>
                    <a:pt x="152209" y="252317"/>
                  </a:lnTo>
                  <a:lnTo>
                    <a:pt x="149638" y="252794"/>
                  </a:lnTo>
                  <a:lnTo>
                    <a:pt x="146875" y="252889"/>
                  </a:lnTo>
                  <a:lnTo>
                    <a:pt x="143446" y="252127"/>
                  </a:lnTo>
                  <a:lnTo>
                    <a:pt x="141732" y="251174"/>
                  </a:lnTo>
                  <a:lnTo>
                    <a:pt x="140779" y="249841"/>
                  </a:lnTo>
                  <a:lnTo>
                    <a:pt x="140684" y="248793"/>
                  </a:lnTo>
                  <a:lnTo>
                    <a:pt x="140875" y="247841"/>
                  </a:lnTo>
                  <a:lnTo>
                    <a:pt x="141161" y="247174"/>
                  </a:lnTo>
                  <a:lnTo>
                    <a:pt x="141542" y="246602"/>
                  </a:lnTo>
                  <a:lnTo>
                    <a:pt x="142304" y="246412"/>
                  </a:lnTo>
                  <a:lnTo>
                    <a:pt x="143446" y="246602"/>
                  </a:lnTo>
                  <a:lnTo>
                    <a:pt x="145161" y="247364"/>
                  </a:lnTo>
                  <a:lnTo>
                    <a:pt x="146590" y="247841"/>
                  </a:lnTo>
                  <a:lnTo>
                    <a:pt x="147733" y="247936"/>
                  </a:lnTo>
                  <a:lnTo>
                    <a:pt x="148781" y="247555"/>
                  </a:lnTo>
                  <a:lnTo>
                    <a:pt x="149447" y="246793"/>
                  </a:lnTo>
                  <a:lnTo>
                    <a:pt x="149638" y="245650"/>
                  </a:lnTo>
                  <a:lnTo>
                    <a:pt x="149161" y="244221"/>
                  </a:lnTo>
                  <a:lnTo>
                    <a:pt x="147066" y="241649"/>
                  </a:lnTo>
                  <a:lnTo>
                    <a:pt x="146494" y="240697"/>
                  </a:lnTo>
                  <a:lnTo>
                    <a:pt x="146304" y="240221"/>
                  </a:lnTo>
                  <a:lnTo>
                    <a:pt x="146209" y="238982"/>
                  </a:lnTo>
                  <a:lnTo>
                    <a:pt x="148304" y="234791"/>
                  </a:lnTo>
                  <a:lnTo>
                    <a:pt x="149542" y="232982"/>
                  </a:lnTo>
                  <a:lnTo>
                    <a:pt x="149923" y="231743"/>
                  </a:lnTo>
                  <a:lnTo>
                    <a:pt x="149828" y="231172"/>
                  </a:lnTo>
                  <a:lnTo>
                    <a:pt x="149352" y="230981"/>
                  </a:lnTo>
                  <a:lnTo>
                    <a:pt x="148685" y="230981"/>
                  </a:lnTo>
                  <a:lnTo>
                    <a:pt x="147733" y="231172"/>
                  </a:lnTo>
                  <a:lnTo>
                    <a:pt x="143827" y="232410"/>
                  </a:lnTo>
                  <a:lnTo>
                    <a:pt x="139636" y="233458"/>
                  </a:lnTo>
                  <a:lnTo>
                    <a:pt x="136303" y="233363"/>
                  </a:lnTo>
                  <a:lnTo>
                    <a:pt x="130778" y="232696"/>
                  </a:lnTo>
                  <a:lnTo>
                    <a:pt x="128969" y="232982"/>
                  </a:lnTo>
                  <a:lnTo>
                    <a:pt x="127921" y="233458"/>
                  </a:lnTo>
                  <a:lnTo>
                    <a:pt x="127635" y="234029"/>
                  </a:lnTo>
                  <a:lnTo>
                    <a:pt x="127444" y="234601"/>
                  </a:lnTo>
                  <a:lnTo>
                    <a:pt x="127063" y="236220"/>
                  </a:lnTo>
                  <a:lnTo>
                    <a:pt x="126683" y="236982"/>
                  </a:lnTo>
                  <a:lnTo>
                    <a:pt x="126302" y="237649"/>
                  </a:lnTo>
                  <a:lnTo>
                    <a:pt x="125635" y="238316"/>
                  </a:lnTo>
                  <a:lnTo>
                    <a:pt x="124206" y="239649"/>
                  </a:lnTo>
                  <a:lnTo>
                    <a:pt x="123825" y="240125"/>
                  </a:lnTo>
                  <a:lnTo>
                    <a:pt x="123634" y="240506"/>
                  </a:lnTo>
                  <a:lnTo>
                    <a:pt x="123349" y="241364"/>
                  </a:lnTo>
                  <a:lnTo>
                    <a:pt x="124396" y="246126"/>
                  </a:lnTo>
                  <a:lnTo>
                    <a:pt x="124492" y="247745"/>
                  </a:lnTo>
                  <a:lnTo>
                    <a:pt x="124015" y="250603"/>
                  </a:lnTo>
                  <a:lnTo>
                    <a:pt x="123539" y="251746"/>
                  </a:lnTo>
                  <a:lnTo>
                    <a:pt x="122968" y="252317"/>
                  </a:lnTo>
                  <a:lnTo>
                    <a:pt x="122301" y="252698"/>
                  </a:lnTo>
                  <a:lnTo>
                    <a:pt x="121539" y="252698"/>
                  </a:lnTo>
                  <a:lnTo>
                    <a:pt x="120777" y="252413"/>
                  </a:lnTo>
                  <a:lnTo>
                    <a:pt x="118872" y="251555"/>
                  </a:lnTo>
                  <a:lnTo>
                    <a:pt x="118205" y="251460"/>
                  </a:lnTo>
                  <a:lnTo>
                    <a:pt x="117443" y="251841"/>
                  </a:lnTo>
                  <a:lnTo>
                    <a:pt x="114205" y="254794"/>
                  </a:lnTo>
                  <a:lnTo>
                    <a:pt x="112871" y="255556"/>
                  </a:lnTo>
                  <a:lnTo>
                    <a:pt x="112014" y="255842"/>
                  </a:lnTo>
                  <a:lnTo>
                    <a:pt x="110395" y="255937"/>
                  </a:lnTo>
                  <a:lnTo>
                    <a:pt x="108680" y="255556"/>
                  </a:lnTo>
                  <a:lnTo>
                    <a:pt x="106966" y="254699"/>
                  </a:lnTo>
                  <a:lnTo>
                    <a:pt x="104489" y="252889"/>
                  </a:lnTo>
                  <a:lnTo>
                    <a:pt x="103251" y="252413"/>
                  </a:lnTo>
                  <a:lnTo>
                    <a:pt x="102108" y="252127"/>
                  </a:lnTo>
                  <a:lnTo>
                    <a:pt x="100965" y="251650"/>
                  </a:lnTo>
                  <a:lnTo>
                    <a:pt x="100108" y="250889"/>
                  </a:lnTo>
                  <a:lnTo>
                    <a:pt x="98203" y="248793"/>
                  </a:lnTo>
                  <a:lnTo>
                    <a:pt x="96583" y="247841"/>
                  </a:lnTo>
                  <a:lnTo>
                    <a:pt x="94679" y="247174"/>
                  </a:lnTo>
                  <a:lnTo>
                    <a:pt x="92297" y="247174"/>
                  </a:lnTo>
                  <a:lnTo>
                    <a:pt x="91440" y="247745"/>
                  </a:lnTo>
                  <a:lnTo>
                    <a:pt x="91250" y="249174"/>
                  </a:lnTo>
                  <a:lnTo>
                    <a:pt x="93345" y="254889"/>
                  </a:lnTo>
                  <a:lnTo>
                    <a:pt x="93821" y="256413"/>
                  </a:lnTo>
                  <a:lnTo>
                    <a:pt x="93917" y="257842"/>
                  </a:lnTo>
                  <a:lnTo>
                    <a:pt x="93726" y="259366"/>
                  </a:lnTo>
                  <a:lnTo>
                    <a:pt x="93059" y="263176"/>
                  </a:lnTo>
                  <a:lnTo>
                    <a:pt x="93250" y="263938"/>
                  </a:lnTo>
                  <a:lnTo>
                    <a:pt x="93821" y="264319"/>
                  </a:lnTo>
                  <a:lnTo>
                    <a:pt x="95155" y="264605"/>
                  </a:lnTo>
                  <a:lnTo>
                    <a:pt x="98584" y="264509"/>
                  </a:lnTo>
                  <a:lnTo>
                    <a:pt x="100394" y="264700"/>
                  </a:lnTo>
                  <a:lnTo>
                    <a:pt x="103156" y="265557"/>
                  </a:lnTo>
                  <a:lnTo>
                    <a:pt x="104299" y="265843"/>
                  </a:lnTo>
                  <a:lnTo>
                    <a:pt x="105537" y="265652"/>
                  </a:lnTo>
                  <a:lnTo>
                    <a:pt x="106585" y="265271"/>
                  </a:lnTo>
                  <a:lnTo>
                    <a:pt x="107728" y="265176"/>
                  </a:lnTo>
                  <a:lnTo>
                    <a:pt x="108680" y="265271"/>
                  </a:lnTo>
                  <a:lnTo>
                    <a:pt x="109538" y="265843"/>
                  </a:lnTo>
                  <a:lnTo>
                    <a:pt x="110109" y="266891"/>
                  </a:lnTo>
                  <a:lnTo>
                    <a:pt x="110014" y="268605"/>
                  </a:lnTo>
                  <a:lnTo>
                    <a:pt x="109252" y="270510"/>
                  </a:lnTo>
                  <a:lnTo>
                    <a:pt x="108775" y="271939"/>
                  </a:lnTo>
                  <a:lnTo>
                    <a:pt x="108775" y="273463"/>
                  </a:lnTo>
                  <a:lnTo>
                    <a:pt x="108871" y="275082"/>
                  </a:lnTo>
                  <a:lnTo>
                    <a:pt x="108490" y="277463"/>
                  </a:lnTo>
                  <a:lnTo>
                    <a:pt x="107537" y="278892"/>
                  </a:lnTo>
                  <a:lnTo>
                    <a:pt x="106204" y="279940"/>
                  </a:lnTo>
                  <a:lnTo>
                    <a:pt x="104680" y="280607"/>
                  </a:lnTo>
                  <a:lnTo>
                    <a:pt x="103156" y="280988"/>
                  </a:lnTo>
                  <a:lnTo>
                    <a:pt x="98774" y="281178"/>
                  </a:lnTo>
                  <a:lnTo>
                    <a:pt x="97536" y="281083"/>
                  </a:lnTo>
                  <a:lnTo>
                    <a:pt x="96202" y="280225"/>
                  </a:lnTo>
                  <a:lnTo>
                    <a:pt x="95345" y="278987"/>
                  </a:lnTo>
                  <a:lnTo>
                    <a:pt x="94012" y="276130"/>
                  </a:lnTo>
                  <a:lnTo>
                    <a:pt x="93345" y="275273"/>
                  </a:lnTo>
                  <a:lnTo>
                    <a:pt x="91345" y="274130"/>
                  </a:lnTo>
                  <a:lnTo>
                    <a:pt x="90678" y="273272"/>
                  </a:lnTo>
                  <a:lnTo>
                    <a:pt x="90202" y="272129"/>
                  </a:lnTo>
                  <a:lnTo>
                    <a:pt x="89725" y="268891"/>
                  </a:lnTo>
                  <a:lnTo>
                    <a:pt x="89154" y="267272"/>
                  </a:lnTo>
                  <a:lnTo>
                    <a:pt x="88487" y="266319"/>
                  </a:lnTo>
                  <a:lnTo>
                    <a:pt x="87344" y="266319"/>
                  </a:lnTo>
                  <a:lnTo>
                    <a:pt x="86677" y="267081"/>
                  </a:lnTo>
                  <a:lnTo>
                    <a:pt x="86106" y="268605"/>
                  </a:lnTo>
                  <a:lnTo>
                    <a:pt x="85915" y="272796"/>
                  </a:lnTo>
                  <a:lnTo>
                    <a:pt x="86011" y="276130"/>
                  </a:lnTo>
                  <a:lnTo>
                    <a:pt x="86392" y="277273"/>
                  </a:lnTo>
                  <a:lnTo>
                    <a:pt x="87535" y="279368"/>
                  </a:lnTo>
                  <a:lnTo>
                    <a:pt x="87630" y="280702"/>
                  </a:lnTo>
                  <a:lnTo>
                    <a:pt x="83534" y="290513"/>
                  </a:lnTo>
                  <a:lnTo>
                    <a:pt x="80105" y="296323"/>
                  </a:lnTo>
                  <a:lnTo>
                    <a:pt x="79724" y="297466"/>
                  </a:lnTo>
                  <a:lnTo>
                    <a:pt x="79248" y="299085"/>
                  </a:lnTo>
                  <a:lnTo>
                    <a:pt x="79248" y="300133"/>
                  </a:lnTo>
                  <a:lnTo>
                    <a:pt x="79629" y="301276"/>
                  </a:lnTo>
                  <a:lnTo>
                    <a:pt x="80296" y="302038"/>
                  </a:lnTo>
                  <a:lnTo>
                    <a:pt x="91440" y="305276"/>
                  </a:lnTo>
                  <a:lnTo>
                    <a:pt x="93345" y="306324"/>
                  </a:lnTo>
                  <a:lnTo>
                    <a:pt x="94583" y="307753"/>
                  </a:lnTo>
                  <a:lnTo>
                    <a:pt x="94869" y="310229"/>
                  </a:lnTo>
                  <a:lnTo>
                    <a:pt x="93917" y="312230"/>
                  </a:lnTo>
                  <a:lnTo>
                    <a:pt x="92202" y="314135"/>
                  </a:lnTo>
                  <a:lnTo>
                    <a:pt x="85534" y="319945"/>
                  </a:lnTo>
                  <a:lnTo>
                    <a:pt x="84963" y="321278"/>
                  </a:lnTo>
                  <a:lnTo>
                    <a:pt x="84773" y="322898"/>
                  </a:lnTo>
                  <a:lnTo>
                    <a:pt x="84677" y="324707"/>
                  </a:lnTo>
                  <a:lnTo>
                    <a:pt x="84106" y="326898"/>
                  </a:lnTo>
                  <a:lnTo>
                    <a:pt x="83153" y="328517"/>
                  </a:lnTo>
                  <a:lnTo>
                    <a:pt x="81820" y="330327"/>
                  </a:lnTo>
                  <a:lnTo>
                    <a:pt x="81534" y="331470"/>
                  </a:lnTo>
                  <a:lnTo>
                    <a:pt x="81915" y="332423"/>
                  </a:lnTo>
                  <a:lnTo>
                    <a:pt x="83153" y="332804"/>
                  </a:lnTo>
                  <a:lnTo>
                    <a:pt x="84773" y="332899"/>
                  </a:lnTo>
                  <a:lnTo>
                    <a:pt x="90297" y="332137"/>
                  </a:lnTo>
                  <a:lnTo>
                    <a:pt x="92202" y="332327"/>
                  </a:lnTo>
                  <a:lnTo>
                    <a:pt x="94107" y="332994"/>
                  </a:lnTo>
                  <a:lnTo>
                    <a:pt x="95917" y="334137"/>
                  </a:lnTo>
                  <a:lnTo>
                    <a:pt x="97536" y="335471"/>
                  </a:lnTo>
                  <a:lnTo>
                    <a:pt x="98679" y="337280"/>
                  </a:lnTo>
                  <a:lnTo>
                    <a:pt x="99250" y="339471"/>
                  </a:lnTo>
                  <a:lnTo>
                    <a:pt x="99631" y="345758"/>
                  </a:lnTo>
                  <a:lnTo>
                    <a:pt x="100203" y="348329"/>
                  </a:lnTo>
                  <a:lnTo>
                    <a:pt x="101060" y="350520"/>
                  </a:lnTo>
                  <a:lnTo>
                    <a:pt x="102108" y="352520"/>
                  </a:lnTo>
                  <a:lnTo>
                    <a:pt x="103156" y="354235"/>
                  </a:lnTo>
                  <a:lnTo>
                    <a:pt x="104394" y="355568"/>
                  </a:lnTo>
                  <a:lnTo>
                    <a:pt x="106871" y="357664"/>
                  </a:lnTo>
                  <a:lnTo>
                    <a:pt x="108013" y="358712"/>
                  </a:lnTo>
                  <a:lnTo>
                    <a:pt x="108871" y="360140"/>
                  </a:lnTo>
                  <a:lnTo>
                    <a:pt x="108871" y="361188"/>
                  </a:lnTo>
                  <a:lnTo>
                    <a:pt x="108204" y="362331"/>
                  </a:lnTo>
                  <a:lnTo>
                    <a:pt x="107347" y="363379"/>
                  </a:lnTo>
                  <a:lnTo>
                    <a:pt x="106394" y="365093"/>
                  </a:lnTo>
                  <a:lnTo>
                    <a:pt x="101917" y="378333"/>
                  </a:lnTo>
                  <a:lnTo>
                    <a:pt x="101346" y="383572"/>
                  </a:lnTo>
                  <a:lnTo>
                    <a:pt x="101251" y="387572"/>
                  </a:lnTo>
                  <a:lnTo>
                    <a:pt x="101441" y="389858"/>
                  </a:lnTo>
                  <a:lnTo>
                    <a:pt x="101727" y="391668"/>
                  </a:lnTo>
                  <a:lnTo>
                    <a:pt x="102870" y="393192"/>
                  </a:lnTo>
                  <a:lnTo>
                    <a:pt x="104680" y="396621"/>
                  </a:lnTo>
                  <a:lnTo>
                    <a:pt x="105442" y="400431"/>
                  </a:lnTo>
                  <a:lnTo>
                    <a:pt x="105537" y="402527"/>
                  </a:lnTo>
                  <a:lnTo>
                    <a:pt x="105537" y="404813"/>
                  </a:lnTo>
                  <a:lnTo>
                    <a:pt x="105061" y="407384"/>
                  </a:lnTo>
                  <a:lnTo>
                    <a:pt x="104108" y="409289"/>
                  </a:lnTo>
                  <a:lnTo>
                    <a:pt x="102965" y="410718"/>
                  </a:lnTo>
                  <a:lnTo>
                    <a:pt x="101917" y="411861"/>
                  </a:lnTo>
                  <a:lnTo>
                    <a:pt x="100965" y="413195"/>
                  </a:lnTo>
                  <a:lnTo>
                    <a:pt x="100203" y="414528"/>
                  </a:lnTo>
                  <a:lnTo>
                    <a:pt x="98679" y="419576"/>
                  </a:lnTo>
                  <a:lnTo>
                    <a:pt x="97727" y="421862"/>
                  </a:lnTo>
                  <a:lnTo>
                    <a:pt x="96679" y="423577"/>
                  </a:lnTo>
                  <a:lnTo>
                    <a:pt x="95631" y="425006"/>
                  </a:lnTo>
                  <a:lnTo>
                    <a:pt x="92107" y="428339"/>
                  </a:lnTo>
                  <a:lnTo>
                    <a:pt x="91154" y="428816"/>
                  </a:lnTo>
                  <a:lnTo>
                    <a:pt x="88297" y="429482"/>
                  </a:lnTo>
                  <a:lnTo>
                    <a:pt x="87058" y="429959"/>
                  </a:lnTo>
                  <a:lnTo>
                    <a:pt x="80486" y="434340"/>
                  </a:lnTo>
                  <a:lnTo>
                    <a:pt x="77819" y="435293"/>
                  </a:lnTo>
                  <a:lnTo>
                    <a:pt x="71914" y="437102"/>
                  </a:lnTo>
                  <a:lnTo>
                    <a:pt x="70009" y="438341"/>
                  </a:lnTo>
                  <a:lnTo>
                    <a:pt x="62865" y="445008"/>
                  </a:lnTo>
                  <a:lnTo>
                    <a:pt x="61341" y="447008"/>
                  </a:lnTo>
                  <a:lnTo>
                    <a:pt x="57340" y="454819"/>
                  </a:lnTo>
                  <a:lnTo>
                    <a:pt x="57150" y="456438"/>
                  </a:lnTo>
                  <a:lnTo>
                    <a:pt x="57531" y="457867"/>
                  </a:lnTo>
                  <a:lnTo>
                    <a:pt x="58388" y="459010"/>
                  </a:lnTo>
                  <a:lnTo>
                    <a:pt x="59055" y="459677"/>
                  </a:lnTo>
                  <a:lnTo>
                    <a:pt x="59722" y="460058"/>
                  </a:lnTo>
                  <a:lnTo>
                    <a:pt x="60674" y="460439"/>
                  </a:lnTo>
                  <a:lnTo>
                    <a:pt x="64198" y="461105"/>
                  </a:lnTo>
                  <a:lnTo>
                    <a:pt x="67723" y="462534"/>
                  </a:lnTo>
                  <a:lnTo>
                    <a:pt x="68961" y="462725"/>
                  </a:lnTo>
                  <a:lnTo>
                    <a:pt x="71723" y="462534"/>
                  </a:lnTo>
                  <a:lnTo>
                    <a:pt x="73152" y="462725"/>
                  </a:lnTo>
                  <a:lnTo>
                    <a:pt x="74390" y="463391"/>
                  </a:lnTo>
                  <a:lnTo>
                    <a:pt x="75248" y="464153"/>
                  </a:lnTo>
                  <a:lnTo>
                    <a:pt x="76486" y="466058"/>
                  </a:lnTo>
                  <a:lnTo>
                    <a:pt x="77343" y="467011"/>
                  </a:lnTo>
                  <a:lnTo>
                    <a:pt x="79724" y="468630"/>
                  </a:lnTo>
                  <a:lnTo>
                    <a:pt x="80200" y="469868"/>
                  </a:lnTo>
                  <a:lnTo>
                    <a:pt x="79153" y="470821"/>
                  </a:lnTo>
                  <a:lnTo>
                    <a:pt x="74104" y="472726"/>
                  </a:lnTo>
                  <a:lnTo>
                    <a:pt x="67723" y="477012"/>
                  </a:lnTo>
                  <a:lnTo>
                    <a:pt x="60579" y="478727"/>
                  </a:lnTo>
                  <a:lnTo>
                    <a:pt x="52102" y="483299"/>
                  </a:lnTo>
                  <a:lnTo>
                    <a:pt x="49816" y="483584"/>
                  </a:lnTo>
                  <a:lnTo>
                    <a:pt x="47720" y="483203"/>
                  </a:lnTo>
                  <a:lnTo>
                    <a:pt x="45910" y="482537"/>
                  </a:lnTo>
                  <a:lnTo>
                    <a:pt x="44196" y="482060"/>
                  </a:lnTo>
                  <a:lnTo>
                    <a:pt x="41815" y="482060"/>
                  </a:lnTo>
                  <a:lnTo>
                    <a:pt x="40386" y="482346"/>
                  </a:lnTo>
                  <a:lnTo>
                    <a:pt x="39052" y="483013"/>
                  </a:lnTo>
                  <a:lnTo>
                    <a:pt x="38100" y="483680"/>
                  </a:lnTo>
                  <a:lnTo>
                    <a:pt x="36481" y="485299"/>
                  </a:lnTo>
                  <a:lnTo>
                    <a:pt x="34481" y="486632"/>
                  </a:lnTo>
                  <a:lnTo>
                    <a:pt x="36862" y="492824"/>
                  </a:lnTo>
                  <a:lnTo>
                    <a:pt x="38100" y="503777"/>
                  </a:lnTo>
                  <a:lnTo>
                    <a:pt x="38576" y="505682"/>
                  </a:lnTo>
                  <a:lnTo>
                    <a:pt x="39243" y="506825"/>
                  </a:lnTo>
                  <a:lnTo>
                    <a:pt x="39910" y="507111"/>
                  </a:lnTo>
                  <a:lnTo>
                    <a:pt x="40672" y="507206"/>
                  </a:lnTo>
                  <a:lnTo>
                    <a:pt x="41529" y="507016"/>
                  </a:lnTo>
                  <a:lnTo>
                    <a:pt x="42481" y="506635"/>
                  </a:lnTo>
                  <a:lnTo>
                    <a:pt x="43434" y="505968"/>
                  </a:lnTo>
                  <a:lnTo>
                    <a:pt x="44767" y="506254"/>
                  </a:lnTo>
                  <a:lnTo>
                    <a:pt x="46387" y="507206"/>
                  </a:lnTo>
                  <a:lnTo>
                    <a:pt x="49340" y="511112"/>
                  </a:lnTo>
                  <a:lnTo>
                    <a:pt x="50102" y="513398"/>
                  </a:lnTo>
                  <a:lnTo>
                    <a:pt x="50006" y="515684"/>
                  </a:lnTo>
                  <a:lnTo>
                    <a:pt x="40577" y="534829"/>
                  </a:lnTo>
                  <a:lnTo>
                    <a:pt x="39719" y="536067"/>
                  </a:lnTo>
                  <a:lnTo>
                    <a:pt x="38671" y="537115"/>
                  </a:lnTo>
                  <a:lnTo>
                    <a:pt x="37529" y="538163"/>
                  </a:lnTo>
                  <a:lnTo>
                    <a:pt x="36195" y="538925"/>
                  </a:lnTo>
                  <a:lnTo>
                    <a:pt x="35242" y="539306"/>
                  </a:lnTo>
                  <a:lnTo>
                    <a:pt x="33814" y="539496"/>
                  </a:lnTo>
                  <a:lnTo>
                    <a:pt x="30861" y="539496"/>
                  </a:lnTo>
                  <a:lnTo>
                    <a:pt x="29527" y="539687"/>
                  </a:lnTo>
                  <a:lnTo>
                    <a:pt x="28575" y="539972"/>
                  </a:lnTo>
                  <a:lnTo>
                    <a:pt x="19907" y="546735"/>
                  </a:lnTo>
                  <a:lnTo>
                    <a:pt x="15716" y="551593"/>
                  </a:lnTo>
                  <a:lnTo>
                    <a:pt x="14669" y="552450"/>
                  </a:lnTo>
                  <a:lnTo>
                    <a:pt x="13335" y="553022"/>
                  </a:lnTo>
                  <a:lnTo>
                    <a:pt x="12097" y="553212"/>
                  </a:lnTo>
                  <a:lnTo>
                    <a:pt x="10954" y="553117"/>
                  </a:lnTo>
                  <a:lnTo>
                    <a:pt x="4477" y="551117"/>
                  </a:lnTo>
                  <a:lnTo>
                    <a:pt x="3810" y="551021"/>
                  </a:lnTo>
                  <a:lnTo>
                    <a:pt x="2953" y="551117"/>
                  </a:lnTo>
                  <a:lnTo>
                    <a:pt x="2096" y="551688"/>
                  </a:lnTo>
                  <a:lnTo>
                    <a:pt x="1048" y="552450"/>
                  </a:lnTo>
                  <a:lnTo>
                    <a:pt x="0" y="554736"/>
                  </a:lnTo>
                  <a:lnTo>
                    <a:pt x="95" y="556260"/>
                  </a:lnTo>
                  <a:lnTo>
                    <a:pt x="1333" y="557594"/>
                  </a:lnTo>
                  <a:lnTo>
                    <a:pt x="6572" y="562737"/>
                  </a:lnTo>
                  <a:lnTo>
                    <a:pt x="8477" y="564071"/>
                  </a:lnTo>
                  <a:lnTo>
                    <a:pt x="10192" y="564833"/>
                  </a:lnTo>
                  <a:lnTo>
                    <a:pt x="11525" y="564833"/>
                  </a:lnTo>
                  <a:lnTo>
                    <a:pt x="16097" y="564071"/>
                  </a:lnTo>
                  <a:lnTo>
                    <a:pt x="19812" y="564356"/>
                  </a:lnTo>
                  <a:lnTo>
                    <a:pt x="22669" y="565023"/>
                  </a:lnTo>
                  <a:lnTo>
                    <a:pt x="24194" y="565785"/>
                  </a:lnTo>
                  <a:lnTo>
                    <a:pt x="25241" y="566833"/>
                  </a:lnTo>
                  <a:lnTo>
                    <a:pt x="25527" y="567976"/>
                  </a:lnTo>
                  <a:lnTo>
                    <a:pt x="25336" y="569214"/>
                  </a:lnTo>
                  <a:lnTo>
                    <a:pt x="24765" y="570452"/>
                  </a:lnTo>
                  <a:lnTo>
                    <a:pt x="24194" y="571310"/>
                  </a:lnTo>
                  <a:lnTo>
                    <a:pt x="23050" y="572548"/>
                  </a:lnTo>
                  <a:lnTo>
                    <a:pt x="21622" y="573596"/>
                  </a:lnTo>
                  <a:lnTo>
                    <a:pt x="19812" y="574548"/>
                  </a:lnTo>
                  <a:lnTo>
                    <a:pt x="17907" y="575310"/>
                  </a:lnTo>
                  <a:lnTo>
                    <a:pt x="14288" y="576072"/>
                  </a:lnTo>
                  <a:lnTo>
                    <a:pt x="12954" y="576072"/>
                  </a:lnTo>
                  <a:lnTo>
                    <a:pt x="11811" y="575786"/>
                  </a:lnTo>
                  <a:lnTo>
                    <a:pt x="11049" y="575310"/>
                  </a:lnTo>
                  <a:lnTo>
                    <a:pt x="9334" y="573596"/>
                  </a:lnTo>
                  <a:lnTo>
                    <a:pt x="8477" y="572929"/>
                  </a:lnTo>
                  <a:lnTo>
                    <a:pt x="7715" y="572548"/>
                  </a:lnTo>
                  <a:lnTo>
                    <a:pt x="6953" y="572453"/>
                  </a:lnTo>
                  <a:lnTo>
                    <a:pt x="6191" y="572643"/>
                  </a:lnTo>
                  <a:lnTo>
                    <a:pt x="5525" y="573119"/>
                  </a:lnTo>
                  <a:lnTo>
                    <a:pt x="4763" y="574262"/>
                  </a:lnTo>
                  <a:lnTo>
                    <a:pt x="4000" y="576072"/>
                  </a:lnTo>
                  <a:lnTo>
                    <a:pt x="3619" y="579406"/>
                  </a:lnTo>
                  <a:lnTo>
                    <a:pt x="3905" y="581597"/>
                  </a:lnTo>
                  <a:lnTo>
                    <a:pt x="4477" y="583883"/>
                  </a:lnTo>
                  <a:lnTo>
                    <a:pt x="4763" y="585502"/>
                  </a:lnTo>
                  <a:lnTo>
                    <a:pt x="4572" y="589217"/>
                  </a:lnTo>
                  <a:lnTo>
                    <a:pt x="4763" y="590455"/>
                  </a:lnTo>
                  <a:lnTo>
                    <a:pt x="5429" y="591407"/>
                  </a:lnTo>
                  <a:lnTo>
                    <a:pt x="7334" y="593122"/>
                  </a:lnTo>
                  <a:lnTo>
                    <a:pt x="8287" y="594455"/>
                  </a:lnTo>
                  <a:lnTo>
                    <a:pt x="9430" y="597027"/>
                  </a:lnTo>
                  <a:lnTo>
                    <a:pt x="10001" y="599123"/>
                  </a:lnTo>
                  <a:lnTo>
                    <a:pt x="10287" y="601980"/>
                  </a:lnTo>
                  <a:lnTo>
                    <a:pt x="10668" y="603314"/>
                  </a:lnTo>
                  <a:lnTo>
                    <a:pt x="11335" y="604457"/>
                  </a:lnTo>
                  <a:lnTo>
                    <a:pt x="12478" y="605504"/>
                  </a:lnTo>
                  <a:lnTo>
                    <a:pt x="13335" y="607124"/>
                  </a:lnTo>
                  <a:lnTo>
                    <a:pt x="13525" y="608171"/>
                  </a:lnTo>
                  <a:lnTo>
                    <a:pt x="12002" y="612934"/>
                  </a:lnTo>
                  <a:lnTo>
                    <a:pt x="12002" y="621983"/>
                  </a:lnTo>
                  <a:lnTo>
                    <a:pt x="14573" y="622554"/>
                  </a:lnTo>
                  <a:lnTo>
                    <a:pt x="18288" y="624840"/>
                  </a:lnTo>
                  <a:lnTo>
                    <a:pt x="20765" y="625316"/>
                  </a:lnTo>
                  <a:lnTo>
                    <a:pt x="23527" y="625221"/>
                  </a:lnTo>
                  <a:lnTo>
                    <a:pt x="25908" y="624745"/>
                  </a:lnTo>
                  <a:lnTo>
                    <a:pt x="28004" y="623983"/>
                  </a:lnTo>
                  <a:lnTo>
                    <a:pt x="30004" y="622840"/>
                  </a:lnTo>
                  <a:lnTo>
                    <a:pt x="30385" y="622268"/>
                  </a:lnTo>
                  <a:lnTo>
                    <a:pt x="30480" y="621411"/>
                  </a:lnTo>
                  <a:lnTo>
                    <a:pt x="30480" y="620649"/>
                  </a:lnTo>
                  <a:lnTo>
                    <a:pt x="30575" y="620268"/>
                  </a:lnTo>
                  <a:lnTo>
                    <a:pt x="31147" y="619982"/>
                  </a:lnTo>
                  <a:lnTo>
                    <a:pt x="32480" y="619792"/>
                  </a:lnTo>
                  <a:lnTo>
                    <a:pt x="34100" y="619030"/>
                  </a:lnTo>
                  <a:lnTo>
                    <a:pt x="36671" y="618268"/>
                  </a:lnTo>
                  <a:lnTo>
                    <a:pt x="37719" y="617696"/>
                  </a:lnTo>
                  <a:lnTo>
                    <a:pt x="42386" y="613315"/>
                  </a:lnTo>
                  <a:lnTo>
                    <a:pt x="44196" y="613124"/>
                  </a:lnTo>
                  <a:lnTo>
                    <a:pt x="46577" y="615220"/>
                  </a:lnTo>
                  <a:lnTo>
                    <a:pt x="53150" y="622745"/>
                  </a:lnTo>
                  <a:lnTo>
                    <a:pt x="54197" y="626364"/>
                  </a:lnTo>
                  <a:lnTo>
                    <a:pt x="53911" y="627888"/>
                  </a:lnTo>
                  <a:lnTo>
                    <a:pt x="53340" y="638366"/>
                  </a:lnTo>
                  <a:lnTo>
                    <a:pt x="53435" y="640271"/>
                  </a:lnTo>
                  <a:lnTo>
                    <a:pt x="53911" y="641604"/>
                  </a:lnTo>
                  <a:lnTo>
                    <a:pt x="55245" y="644271"/>
                  </a:lnTo>
                  <a:lnTo>
                    <a:pt x="55626" y="645414"/>
                  </a:lnTo>
                  <a:lnTo>
                    <a:pt x="55912" y="648843"/>
                  </a:lnTo>
                  <a:lnTo>
                    <a:pt x="56293" y="649986"/>
                  </a:lnTo>
                  <a:lnTo>
                    <a:pt x="57245" y="651129"/>
                  </a:lnTo>
                  <a:lnTo>
                    <a:pt x="58865" y="652367"/>
                  </a:lnTo>
                  <a:lnTo>
                    <a:pt x="61722" y="654272"/>
                  </a:lnTo>
                  <a:lnTo>
                    <a:pt x="65437" y="657320"/>
                  </a:lnTo>
                  <a:lnTo>
                    <a:pt x="67342" y="658463"/>
                  </a:lnTo>
                  <a:lnTo>
                    <a:pt x="73438" y="660083"/>
                  </a:lnTo>
                  <a:lnTo>
                    <a:pt x="74771" y="661226"/>
                  </a:lnTo>
                  <a:lnTo>
                    <a:pt x="75914" y="662464"/>
                  </a:lnTo>
                  <a:lnTo>
                    <a:pt x="77343" y="663607"/>
                  </a:lnTo>
                  <a:lnTo>
                    <a:pt x="78867" y="664369"/>
                  </a:lnTo>
                  <a:lnTo>
                    <a:pt x="81534" y="664655"/>
                  </a:lnTo>
                  <a:lnTo>
                    <a:pt x="85249" y="664655"/>
                  </a:lnTo>
                  <a:lnTo>
                    <a:pt x="95631" y="663702"/>
                  </a:lnTo>
                  <a:lnTo>
                    <a:pt x="96965" y="663702"/>
                  </a:lnTo>
                  <a:lnTo>
                    <a:pt x="100298" y="664274"/>
                  </a:lnTo>
                  <a:lnTo>
                    <a:pt x="101441" y="664655"/>
                  </a:lnTo>
                  <a:lnTo>
                    <a:pt x="102489" y="665226"/>
                  </a:lnTo>
                  <a:lnTo>
                    <a:pt x="104299" y="666845"/>
                  </a:lnTo>
                  <a:lnTo>
                    <a:pt x="105727" y="667798"/>
                  </a:lnTo>
                  <a:lnTo>
                    <a:pt x="107442" y="668465"/>
                  </a:lnTo>
                  <a:lnTo>
                    <a:pt x="113062" y="668750"/>
                  </a:lnTo>
                  <a:lnTo>
                    <a:pt x="113824" y="669036"/>
                  </a:lnTo>
                  <a:lnTo>
                    <a:pt x="116777" y="670560"/>
                  </a:lnTo>
                  <a:lnTo>
                    <a:pt x="118015" y="671417"/>
                  </a:lnTo>
                  <a:lnTo>
                    <a:pt x="120301" y="673799"/>
                  </a:lnTo>
                  <a:lnTo>
                    <a:pt x="124777" y="680180"/>
                  </a:lnTo>
                  <a:lnTo>
                    <a:pt x="125921" y="683133"/>
                  </a:lnTo>
                  <a:lnTo>
                    <a:pt x="126587" y="684562"/>
                  </a:lnTo>
                  <a:lnTo>
                    <a:pt x="127540" y="685895"/>
                  </a:lnTo>
                  <a:lnTo>
                    <a:pt x="128778" y="686943"/>
                  </a:lnTo>
                  <a:lnTo>
                    <a:pt x="130207" y="687705"/>
                  </a:lnTo>
                  <a:lnTo>
                    <a:pt x="136684" y="690182"/>
                  </a:lnTo>
                  <a:lnTo>
                    <a:pt x="148495" y="692849"/>
                  </a:lnTo>
                  <a:lnTo>
                    <a:pt x="152590" y="692468"/>
                  </a:lnTo>
                  <a:lnTo>
                    <a:pt x="154019" y="692753"/>
                  </a:lnTo>
                  <a:lnTo>
                    <a:pt x="154972" y="693134"/>
                  </a:lnTo>
                  <a:lnTo>
                    <a:pt x="156496" y="693420"/>
                  </a:lnTo>
                  <a:lnTo>
                    <a:pt x="167926" y="693420"/>
                  </a:lnTo>
                  <a:lnTo>
                    <a:pt x="172688" y="693992"/>
                  </a:lnTo>
                  <a:lnTo>
                    <a:pt x="174212" y="693992"/>
                  </a:lnTo>
                  <a:lnTo>
                    <a:pt x="178308" y="692944"/>
                  </a:lnTo>
                  <a:lnTo>
                    <a:pt x="180880" y="692944"/>
                  </a:lnTo>
                  <a:lnTo>
                    <a:pt x="182880" y="692468"/>
                  </a:lnTo>
                  <a:lnTo>
                    <a:pt x="184690" y="692372"/>
                  </a:lnTo>
                  <a:lnTo>
                    <a:pt x="189071" y="692944"/>
                  </a:lnTo>
                  <a:lnTo>
                    <a:pt x="194024" y="693230"/>
                  </a:lnTo>
                  <a:lnTo>
                    <a:pt x="206407" y="692563"/>
                  </a:lnTo>
                  <a:lnTo>
                    <a:pt x="213836" y="690563"/>
                  </a:lnTo>
                  <a:lnTo>
                    <a:pt x="217170" y="691515"/>
                  </a:lnTo>
                  <a:lnTo>
                    <a:pt x="220599" y="691420"/>
                  </a:lnTo>
                  <a:lnTo>
                    <a:pt x="222409" y="691610"/>
                  </a:lnTo>
                  <a:lnTo>
                    <a:pt x="226409" y="693230"/>
                  </a:lnTo>
                  <a:lnTo>
                    <a:pt x="232505" y="694754"/>
                  </a:lnTo>
                  <a:lnTo>
                    <a:pt x="233553" y="694849"/>
                  </a:lnTo>
                  <a:lnTo>
                    <a:pt x="234696" y="694658"/>
                  </a:lnTo>
                  <a:lnTo>
                    <a:pt x="236029" y="694277"/>
                  </a:lnTo>
                  <a:lnTo>
                    <a:pt x="237458" y="694468"/>
                  </a:lnTo>
                  <a:lnTo>
                    <a:pt x="238696" y="695611"/>
                  </a:lnTo>
                  <a:lnTo>
                    <a:pt x="240316" y="698945"/>
                  </a:lnTo>
                  <a:lnTo>
                    <a:pt x="242983" y="705422"/>
                  </a:lnTo>
                  <a:lnTo>
                    <a:pt x="243173" y="710660"/>
                  </a:lnTo>
                  <a:lnTo>
                    <a:pt x="244411" y="716185"/>
                  </a:lnTo>
                  <a:lnTo>
                    <a:pt x="243935" y="717614"/>
                  </a:lnTo>
                  <a:lnTo>
                    <a:pt x="243078" y="718185"/>
                  </a:lnTo>
                  <a:lnTo>
                    <a:pt x="242030" y="718376"/>
                  </a:lnTo>
                  <a:lnTo>
                    <a:pt x="241173" y="718376"/>
                  </a:lnTo>
                  <a:lnTo>
                    <a:pt x="240506" y="718471"/>
                  </a:lnTo>
                  <a:lnTo>
                    <a:pt x="240125" y="718757"/>
                  </a:lnTo>
                  <a:lnTo>
                    <a:pt x="239935" y="719138"/>
                  </a:lnTo>
                  <a:lnTo>
                    <a:pt x="239840" y="719423"/>
                  </a:lnTo>
                  <a:lnTo>
                    <a:pt x="239840" y="719709"/>
                  </a:lnTo>
                  <a:lnTo>
                    <a:pt x="240030" y="720281"/>
                  </a:lnTo>
                  <a:lnTo>
                    <a:pt x="240411" y="721138"/>
                  </a:lnTo>
                  <a:lnTo>
                    <a:pt x="244507" y="726853"/>
                  </a:lnTo>
                  <a:lnTo>
                    <a:pt x="247174" y="728377"/>
                  </a:lnTo>
                  <a:lnTo>
                    <a:pt x="249460" y="729425"/>
                  </a:lnTo>
                  <a:lnTo>
                    <a:pt x="260985" y="730758"/>
                  </a:lnTo>
                  <a:lnTo>
                    <a:pt x="264509" y="729901"/>
                  </a:lnTo>
                  <a:lnTo>
                    <a:pt x="271558" y="729329"/>
                  </a:lnTo>
                  <a:lnTo>
                    <a:pt x="275273" y="728091"/>
                  </a:lnTo>
                  <a:lnTo>
                    <a:pt x="278225" y="726662"/>
                  </a:lnTo>
                  <a:lnTo>
                    <a:pt x="279749" y="724853"/>
                  </a:lnTo>
                  <a:lnTo>
                    <a:pt x="282035" y="721233"/>
                  </a:lnTo>
                  <a:lnTo>
                    <a:pt x="283464" y="719423"/>
                  </a:lnTo>
                  <a:lnTo>
                    <a:pt x="285369" y="717709"/>
                  </a:lnTo>
                  <a:lnTo>
                    <a:pt x="288322" y="716375"/>
                  </a:lnTo>
                  <a:lnTo>
                    <a:pt x="290417" y="715899"/>
                  </a:lnTo>
                  <a:lnTo>
                    <a:pt x="298704" y="714947"/>
                  </a:lnTo>
                  <a:lnTo>
                    <a:pt x="300133" y="714185"/>
                  </a:lnTo>
                  <a:lnTo>
                    <a:pt x="301276" y="712851"/>
                  </a:lnTo>
                  <a:lnTo>
                    <a:pt x="302323" y="711137"/>
                  </a:lnTo>
                  <a:lnTo>
                    <a:pt x="303371" y="708946"/>
                  </a:lnTo>
                  <a:lnTo>
                    <a:pt x="303276" y="703707"/>
                  </a:lnTo>
                  <a:lnTo>
                    <a:pt x="301657" y="700373"/>
                  </a:lnTo>
                  <a:lnTo>
                    <a:pt x="301181" y="699040"/>
                  </a:lnTo>
                  <a:lnTo>
                    <a:pt x="300990" y="697802"/>
                  </a:lnTo>
                  <a:lnTo>
                    <a:pt x="301371" y="696849"/>
                  </a:lnTo>
                  <a:lnTo>
                    <a:pt x="302514" y="695611"/>
                  </a:lnTo>
                  <a:lnTo>
                    <a:pt x="305276" y="693515"/>
                  </a:lnTo>
                  <a:lnTo>
                    <a:pt x="309753" y="691039"/>
                  </a:lnTo>
                  <a:lnTo>
                    <a:pt x="310991" y="690086"/>
                  </a:lnTo>
                  <a:lnTo>
                    <a:pt x="312039" y="688943"/>
                  </a:lnTo>
                  <a:lnTo>
                    <a:pt x="314325" y="683990"/>
                  </a:lnTo>
                  <a:lnTo>
                    <a:pt x="315182" y="682847"/>
                  </a:lnTo>
                  <a:lnTo>
                    <a:pt x="316611" y="681609"/>
                  </a:lnTo>
                  <a:lnTo>
                    <a:pt x="317563" y="680561"/>
                  </a:lnTo>
                  <a:lnTo>
                    <a:pt x="318230" y="678942"/>
                  </a:lnTo>
                  <a:lnTo>
                    <a:pt x="318421" y="678371"/>
                  </a:lnTo>
                  <a:lnTo>
                    <a:pt x="318516" y="677894"/>
                  </a:lnTo>
                  <a:lnTo>
                    <a:pt x="318516" y="677513"/>
                  </a:lnTo>
                  <a:lnTo>
                    <a:pt x="318516" y="677037"/>
                  </a:lnTo>
                  <a:lnTo>
                    <a:pt x="318611" y="674370"/>
                  </a:lnTo>
                  <a:lnTo>
                    <a:pt x="318802" y="673513"/>
                  </a:lnTo>
                  <a:lnTo>
                    <a:pt x="318897" y="671894"/>
                  </a:lnTo>
                  <a:lnTo>
                    <a:pt x="319469" y="668560"/>
                  </a:lnTo>
                  <a:lnTo>
                    <a:pt x="321850" y="665702"/>
                  </a:lnTo>
                  <a:lnTo>
                    <a:pt x="325184" y="664083"/>
                  </a:lnTo>
                  <a:lnTo>
                    <a:pt x="331661" y="664178"/>
                  </a:lnTo>
                  <a:lnTo>
                    <a:pt x="333756" y="663512"/>
                  </a:lnTo>
                  <a:lnTo>
                    <a:pt x="346615" y="654082"/>
                  </a:lnTo>
                  <a:lnTo>
                    <a:pt x="351282" y="651796"/>
                  </a:lnTo>
                  <a:lnTo>
                    <a:pt x="356616" y="650367"/>
                  </a:lnTo>
                  <a:lnTo>
                    <a:pt x="362521" y="649796"/>
                  </a:lnTo>
                  <a:lnTo>
                    <a:pt x="363950" y="650081"/>
                  </a:lnTo>
                  <a:lnTo>
                    <a:pt x="364808" y="650653"/>
                  </a:lnTo>
                  <a:lnTo>
                    <a:pt x="365379" y="651129"/>
                  </a:lnTo>
                  <a:lnTo>
                    <a:pt x="365665" y="651701"/>
                  </a:lnTo>
                  <a:lnTo>
                    <a:pt x="366141" y="652367"/>
                  </a:lnTo>
                  <a:lnTo>
                    <a:pt x="366808" y="652939"/>
                  </a:lnTo>
                  <a:lnTo>
                    <a:pt x="367570" y="653225"/>
                  </a:lnTo>
                  <a:lnTo>
                    <a:pt x="368522" y="653225"/>
                  </a:lnTo>
                  <a:lnTo>
                    <a:pt x="369761" y="652748"/>
                  </a:lnTo>
                  <a:lnTo>
                    <a:pt x="370618" y="652082"/>
                  </a:lnTo>
                  <a:lnTo>
                    <a:pt x="371284" y="651224"/>
                  </a:lnTo>
                  <a:lnTo>
                    <a:pt x="372237" y="649415"/>
                  </a:lnTo>
                  <a:lnTo>
                    <a:pt x="372999" y="648938"/>
                  </a:lnTo>
                  <a:lnTo>
                    <a:pt x="376238" y="648272"/>
                  </a:lnTo>
                  <a:lnTo>
                    <a:pt x="377476" y="647319"/>
                  </a:lnTo>
                  <a:lnTo>
                    <a:pt x="378523" y="645795"/>
                  </a:lnTo>
                  <a:lnTo>
                    <a:pt x="379762" y="644652"/>
                  </a:lnTo>
                  <a:lnTo>
                    <a:pt x="381667" y="644081"/>
                  </a:lnTo>
                  <a:lnTo>
                    <a:pt x="396431" y="644652"/>
                  </a:lnTo>
                  <a:lnTo>
                    <a:pt x="397955" y="644938"/>
                  </a:lnTo>
                  <a:lnTo>
                    <a:pt x="399479" y="645795"/>
                  </a:lnTo>
                  <a:lnTo>
                    <a:pt x="400145" y="646557"/>
                  </a:lnTo>
                  <a:lnTo>
                    <a:pt x="400621" y="647414"/>
                  </a:lnTo>
                  <a:lnTo>
                    <a:pt x="400812" y="648176"/>
                  </a:lnTo>
                  <a:lnTo>
                    <a:pt x="401098" y="648653"/>
                  </a:lnTo>
                  <a:lnTo>
                    <a:pt x="401384" y="649224"/>
                  </a:lnTo>
                  <a:lnTo>
                    <a:pt x="402050" y="649605"/>
                  </a:lnTo>
                  <a:lnTo>
                    <a:pt x="404622" y="650558"/>
                  </a:lnTo>
                  <a:lnTo>
                    <a:pt x="405765" y="651320"/>
                  </a:lnTo>
                  <a:lnTo>
                    <a:pt x="406527" y="652367"/>
                  </a:lnTo>
                  <a:lnTo>
                    <a:pt x="406908" y="653701"/>
                  </a:lnTo>
                  <a:lnTo>
                    <a:pt x="408146" y="662464"/>
                  </a:lnTo>
                  <a:lnTo>
                    <a:pt x="408146" y="664274"/>
                  </a:lnTo>
                  <a:lnTo>
                    <a:pt x="407956" y="666083"/>
                  </a:lnTo>
                  <a:lnTo>
                    <a:pt x="408051" y="667798"/>
                  </a:lnTo>
                  <a:lnTo>
                    <a:pt x="408623" y="669131"/>
                  </a:lnTo>
                  <a:lnTo>
                    <a:pt x="409384" y="670179"/>
                  </a:lnTo>
                  <a:lnTo>
                    <a:pt x="409861" y="671132"/>
                  </a:lnTo>
                  <a:lnTo>
                    <a:pt x="409575" y="672179"/>
                  </a:lnTo>
                  <a:lnTo>
                    <a:pt x="408623" y="672656"/>
                  </a:lnTo>
                  <a:lnTo>
                    <a:pt x="407289" y="672846"/>
                  </a:lnTo>
                  <a:lnTo>
                    <a:pt x="395954" y="672084"/>
                  </a:lnTo>
                  <a:lnTo>
                    <a:pt x="394525" y="672275"/>
                  </a:lnTo>
                  <a:lnTo>
                    <a:pt x="393478" y="672846"/>
                  </a:lnTo>
                  <a:lnTo>
                    <a:pt x="393097" y="673894"/>
                  </a:lnTo>
                  <a:lnTo>
                    <a:pt x="392906" y="675418"/>
                  </a:lnTo>
                  <a:lnTo>
                    <a:pt x="392906" y="676656"/>
                  </a:lnTo>
                  <a:lnTo>
                    <a:pt x="393097" y="677990"/>
                  </a:lnTo>
                  <a:lnTo>
                    <a:pt x="393192" y="678275"/>
                  </a:lnTo>
                  <a:lnTo>
                    <a:pt x="395669" y="682943"/>
                  </a:lnTo>
                  <a:lnTo>
                    <a:pt x="398812" y="687610"/>
                  </a:lnTo>
                  <a:lnTo>
                    <a:pt x="399383" y="688943"/>
                  </a:lnTo>
                  <a:lnTo>
                    <a:pt x="399574" y="690372"/>
                  </a:lnTo>
                  <a:lnTo>
                    <a:pt x="399859" y="691420"/>
                  </a:lnTo>
                  <a:lnTo>
                    <a:pt x="400240" y="691610"/>
                  </a:lnTo>
                  <a:lnTo>
                    <a:pt x="401098" y="690944"/>
                  </a:lnTo>
                  <a:lnTo>
                    <a:pt x="401955" y="689134"/>
                  </a:lnTo>
                  <a:lnTo>
                    <a:pt x="402527" y="688467"/>
                  </a:lnTo>
                  <a:lnTo>
                    <a:pt x="403193" y="688372"/>
                  </a:lnTo>
                  <a:lnTo>
                    <a:pt x="404622" y="688562"/>
                  </a:lnTo>
                  <a:lnTo>
                    <a:pt x="405479" y="689039"/>
                  </a:lnTo>
                  <a:lnTo>
                    <a:pt x="406336" y="689801"/>
                  </a:lnTo>
                  <a:lnTo>
                    <a:pt x="407098" y="690848"/>
                  </a:lnTo>
                  <a:lnTo>
                    <a:pt x="407956" y="691706"/>
                  </a:lnTo>
                  <a:lnTo>
                    <a:pt x="408813" y="692182"/>
                  </a:lnTo>
                  <a:lnTo>
                    <a:pt x="409956" y="692468"/>
                  </a:lnTo>
                  <a:lnTo>
                    <a:pt x="411385" y="692372"/>
                  </a:lnTo>
                  <a:lnTo>
                    <a:pt x="412623" y="691896"/>
                  </a:lnTo>
                  <a:lnTo>
                    <a:pt x="414433" y="690944"/>
                  </a:lnTo>
                  <a:lnTo>
                    <a:pt x="415576" y="690563"/>
                  </a:lnTo>
                  <a:lnTo>
                    <a:pt x="416909" y="690658"/>
                  </a:lnTo>
                  <a:lnTo>
                    <a:pt x="418338" y="691039"/>
                  </a:lnTo>
                  <a:lnTo>
                    <a:pt x="421291" y="691134"/>
                  </a:lnTo>
                  <a:lnTo>
                    <a:pt x="422148" y="691515"/>
                  </a:lnTo>
                  <a:lnTo>
                    <a:pt x="422910" y="692277"/>
                  </a:lnTo>
                  <a:lnTo>
                    <a:pt x="423482" y="693039"/>
                  </a:lnTo>
                  <a:lnTo>
                    <a:pt x="424339" y="693230"/>
                  </a:lnTo>
                  <a:lnTo>
                    <a:pt x="425482" y="692944"/>
                  </a:lnTo>
                  <a:lnTo>
                    <a:pt x="429101" y="690467"/>
                  </a:lnTo>
                  <a:lnTo>
                    <a:pt x="431197" y="689705"/>
                  </a:lnTo>
                  <a:lnTo>
                    <a:pt x="434150" y="687705"/>
                  </a:lnTo>
                  <a:lnTo>
                    <a:pt x="434911" y="687515"/>
                  </a:lnTo>
                  <a:lnTo>
                    <a:pt x="436150" y="687705"/>
                  </a:lnTo>
                  <a:lnTo>
                    <a:pt x="441674" y="690086"/>
                  </a:lnTo>
                  <a:lnTo>
                    <a:pt x="443770" y="690753"/>
                  </a:lnTo>
                  <a:lnTo>
                    <a:pt x="446056" y="690848"/>
                  </a:lnTo>
                  <a:lnTo>
                    <a:pt x="448246" y="690467"/>
                  </a:lnTo>
                  <a:lnTo>
                    <a:pt x="461963" y="685895"/>
                  </a:lnTo>
                  <a:lnTo>
                    <a:pt x="468535" y="682752"/>
                  </a:lnTo>
                  <a:lnTo>
                    <a:pt x="473107" y="679990"/>
                  </a:lnTo>
                  <a:lnTo>
                    <a:pt x="475298" y="678275"/>
                  </a:lnTo>
                  <a:lnTo>
                    <a:pt x="477869" y="675323"/>
                  </a:lnTo>
                  <a:lnTo>
                    <a:pt x="479298" y="673418"/>
                  </a:lnTo>
                  <a:lnTo>
                    <a:pt x="480822" y="671798"/>
                  </a:lnTo>
                  <a:lnTo>
                    <a:pt x="482632" y="670751"/>
                  </a:lnTo>
                  <a:lnTo>
                    <a:pt x="489109" y="669322"/>
                  </a:lnTo>
                  <a:lnTo>
                    <a:pt x="494443" y="667417"/>
                  </a:lnTo>
                  <a:lnTo>
                    <a:pt x="497110" y="663893"/>
                  </a:lnTo>
                  <a:lnTo>
                    <a:pt x="497872" y="663226"/>
                  </a:lnTo>
                  <a:lnTo>
                    <a:pt x="498824" y="662845"/>
                  </a:lnTo>
                  <a:lnTo>
                    <a:pt x="499967" y="662654"/>
                  </a:lnTo>
                  <a:lnTo>
                    <a:pt x="500825" y="662559"/>
                  </a:lnTo>
                  <a:lnTo>
                    <a:pt x="503396" y="662750"/>
                  </a:lnTo>
                  <a:lnTo>
                    <a:pt x="504063" y="662940"/>
                  </a:lnTo>
                  <a:lnTo>
                    <a:pt x="505492" y="663702"/>
                  </a:lnTo>
                  <a:lnTo>
                    <a:pt x="506349" y="664940"/>
                  </a:lnTo>
                  <a:lnTo>
                    <a:pt x="506444" y="668369"/>
                  </a:lnTo>
                  <a:lnTo>
                    <a:pt x="507302" y="670370"/>
                  </a:lnTo>
                  <a:lnTo>
                    <a:pt x="507778" y="671894"/>
                  </a:lnTo>
                  <a:lnTo>
                    <a:pt x="508063" y="674846"/>
                  </a:lnTo>
                  <a:lnTo>
                    <a:pt x="508063" y="676180"/>
                  </a:lnTo>
                  <a:lnTo>
                    <a:pt x="507873" y="676656"/>
                  </a:lnTo>
                  <a:lnTo>
                    <a:pt x="507873" y="676942"/>
                  </a:lnTo>
                  <a:lnTo>
                    <a:pt x="507968" y="677037"/>
                  </a:lnTo>
                  <a:lnTo>
                    <a:pt x="508444" y="677228"/>
                  </a:lnTo>
                  <a:lnTo>
                    <a:pt x="509111" y="677323"/>
                  </a:lnTo>
                  <a:lnTo>
                    <a:pt x="510159" y="677228"/>
                  </a:lnTo>
                  <a:lnTo>
                    <a:pt x="511111" y="676942"/>
                  </a:lnTo>
                  <a:lnTo>
                    <a:pt x="512445" y="676180"/>
                  </a:lnTo>
                  <a:lnTo>
                    <a:pt x="513398" y="675513"/>
                  </a:lnTo>
                  <a:lnTo>
                    <a:pt x="514636" y="674846"/>
                  </a:lnTo>
                  <a:lnTo>
                    <a:pt x="515969" y="674561"/>
                  </a:lnTo>
                  <a:lnTo>
                    <a:pt x="517874" y="674846"/>
                  </a:lnTo>
                  <a:lnTo>
                    <a:pt x="519398" y="675513"/>
                  </a:lnTo>
                  <a:lnTo>
                    <a:pt x="520351" y="676180"/>
                  </a:lnTo>
                  <a:lnTo>
                    <a:pt x="522637" y="678180"/>
                  </a:lnTo>
                  <a:lnTo>
                    <a:pt x="523399" y="678656"/>
                  </a:lnTo>
                  <a:lnTo>
                    <a:pt x="530924" y="680657"/>
                  </a:lnTo>
                  <a:lnTo>
                    <a:pt x="538925" y="681228"/>
                  </a:lnTo>
                  <a:lnTo>
                    <a:pt x="541210" y="681038"/>
                  </a:lnTo>
                  <a:lnTo>
                    <a:pt x="543782" y="680085"/>
                  </a:lnTo>
                  <a:lnTo>
                    <a:pt x="550926" y="679418"/>
                  </a:lnTo>
                  <a:lnTo>
                    <a:pt x="555403" y="677990"/>
                  </a:lnTo>
                  <a:lnTo>
                    <a:pt x="558451" y="677418"/>
                  </a:lnTo>
                  <a:lnTo>
                    <a:pt x="562928" y="676942"/>
                  </a:lnTo>
                  <a:lnTo>
                    <a:pt x="564451" y="676370"/>
                  </a:lnTo>
                  <a:lnTo>
                    <a:pt x="565880" y="675037"/>
                  </a:lnTo>
                  <a:lnTo>
                    <a:pt x="566166" y="673799"/>
                  </a:lnTo>
                  <a:lnTo>
                    <a:pt x="566071" y="672656"/>
                  </a:lnTo>
                  <a:lnTo>
                    <a:pt x="565595" y="671513"/>
                  </a:lnTo>
                  <a:lnTo>
                    <a:pt x="565118" y="670179"/>
                  </a:lnTo>
                  <a:lnTo>
                    <a:pt x="565023" y="669131"/>
                  </a:lnTo>
                  <a:lnTo>
                    <a:pt x="566166" y="667893"/>
                  </a:lnTo>
                  <a:lnTo>
                    <a:pt x="568262" y="666941"/>
                  </a:lnTo>
                  <a:lnTo>
                    <a:pt x="573596" y="665321"/>
                  </a:lnTo>
                  <a:lnTo>
                    <a:pt x="583406" y="664178"/>
                  </a:lnTo>
                  <a:lnTo>
                    <a:pt x="587407" y="663035"/>
                  </a:lnTo>
                  <a:lnTo>
                    <a:pt x="593217" y="660749"/>
                  </a:lnTo>
                  <a:lnTo>
                    <a:pt x="596455" y="659892"/>
                  </a:lnTo>
                  <a:lnTo>
                    <a:pt x="598932" y="658940"/>
                  </a:lnTo>
                  <a:lnTo>
                    <a:pt x="600266" y="657797"/>
                  </a:lnTo>
                  <a:lnTo>
                    <a:pt x="601028" y="655511"/>
                  </a:lnTo>
                  <a:lnTo>
                    <a:pt x="601218" y="653987"/>
                  </a:lnTo>
                  <a:lnTo>
                    <a:pt x="601218" y="652844"/>
                  </a:lnTo>
                  <a:lnTo>
                    <a:pt x="601409" y="652177"/>
                  </a:lnTo>
                  <a:lnTo>
                    <a:pt x="601694" y="651701"/>
                  </a:lnTo>
                  <a:lnTo>
                    <a:pt x="603885" y="651510"/>
                  </a:lnTo>
                  <a:lnTo>
                    <a:pt x="608076" y="653606"/>
                  </a:lnTo>
                  <a:lnTo>
                    <a:pt x="609600" y="654082"/>
                  </a:lnTo>
                  <a:lnTo>
                    <a:pt x="612267" y="654558"/>
                  </a:lnTo>
                  <a:lnTo>
                    <a:pt x="616553" y="654368"/>
                  </a:lnTo>
                  <a:lnTo>
                    <a:pt x="618458" y="654653"/>
                  </a:lnTo>
                  <a:lnTo>
                    <a:pt x="620078" y="654463"/>
                  </a:lnTo>
                  <a:lnTo>
                    <a:pt x="621697" y="654558"/>
                  </a:lnTo>
                  <a:lnTo>
                    <a:pt x="623221" y="654939"/>
                  </a:lnTo>
                  <a:lnTo>
                    <a:pt x="628364" y="656749"/>
                  </a:lnTo>
                  <a:lnTo>
                    <a:pt x="630079" y="657892"/>
                  </a:lnTo>
                  <a:lnTo>
                    <a:pt x="631508" y="660845"/>
                  </a:lnTo>
                  <a:lnTo>
                    <a:pt x="635508" y="663321"/>
                  </a:lnTo>
                  <a:lnTo>
                    <a:pt x="635984" y="665988"/>
                  </a:lnTo>
                  <a:lnTo>
                    <a:pt x="636270" y="666750"/>
                  </a:lnTo>
                  <a:lnTo>
                    <a:pt x="636651" y="667512"/>
                  </a:lnTo>
                  <a:lnTo>
                    <a:pt x="637032" y="668369"/>
                  </a:lnTo>
                  <a:lnTo>
                    <a:pt x="637318" y="669417"/>
                  </a:lnTo>
                  <a:lnTo>
                    <a:pt x="637604" y="671894"/>
                  </a:lnTo>
                  <a:lnTo>
                    <a:pt x="638080" y="672846"/>
                  </a:lnTo>
                  <a:lnTo>
                    <a:pt x="639223" y="673322"/>
                  </a:lnTo>
                  <a:lnTo>
                    <a:pt x="640556" y="673227"/>
                  </a:lnTo>
                  <a:lnTo>
                    <a:pt x="643223" y="672275"/>
                  </a:lnTo>
                  <a:lnTo>
                    <a:pt x="644843" y="671227"/>
                  </a:lnTo>
                  <a:lnTo>
                    <a:pt x="647033" y="669322"/>
                  </a:lnTo>
                  <a:lnTo>
                    <a:pt x="649034" y="667988"/>
                  </a:lnTo>
                  <a:lnTo>
                    <a:pt x="650176" y="667607"/>
                  </a:lnTo>
                  <a:lnTo>
                    <a:pt x="651605" y="667322"/>
                  </a:lnTo>
                  <a:lnTo>
                    <a:pt x="655320" y="667703"/>
                  </a:lnTo>
                  <a:lnTo>
                    <a:pt x="661511" y="666464"/>
                  </a:lnTo>
                  <a:lnTo>
                    <a:pt x="664178" y="666655"/>
                  </a:lnTo>
                  <a:lnTo>
                    <a:pt x="666083" y="667226"/>
                  </a:lnTo>
                  <a:lnTo>
                    <a:pt x="667798" y="668274"/>
                  </a:lnTo>
                  <a:lnTo>
                    <a:pt x="668846" y="669512"/>
                  </a:lnTo>
                  <a:lnTo>
                    <a:pt x="669608" y="671036"/>
                  </a:lnTo>
                  <a:lnTo>
                    <a:pt x="670179" y="672751"/>
                  </a:lnTo>
                  <a:lnTo>
                    <a:pt x="670941" y="673894"/>
                  </a:lnTo>
                  <a:lnTo>
                    <a:pt x="672084" y="674465"/>
                  </a:lnTo>
                  <a:lnTo>
                    <a:pt x="673513" y="674656"/>
                  </a:lnTo>
                  <a:lnTo>
                    <a:pt x="675608" y="674465"/>
                  </a:lnTo>
                  <a:lnTo>
                    <a:pt x="677418" y="674084"/>
                  </a:lnTo>
                  <a:lnTo>
                    <a:pt x="679609" y="673418"/>
                  </a:lnTo>
                  <a:lnTo>
                    <a:pt x="680371" y="672846"/>
                  </a:lnTo>
                  <a:lnTo>
                    <a:pt x="681704" y="671322"/>
                  </a:lnTo>
                  <a:lnTo>
                    <a:pt x="683038" y="671132"/>
                  </a:lnTo>
                  <a:lnTo>
                    <a:pt x="685324" y="670370"/>
                  </a:lnTo>
                  <a:lnTo>
                    <a:pt x="686848" y="670465"/>
                  </a:lnTo>
                  <a:lnTo>
                    <a:pt x="686943" y="670751"/>
                  </a:lnTo>
                  <a:lnTo>
                    <a:pt x="686943" y="671227"/>
                  </a:lnTo>
                  <a:lnTo>
                    <a:pt x="687038" y="671798"/>
                  </a:lnTo>
                  <a:lnTo>
                    <a:pt x="687610" y="672179"/>
                  </a:lnTo>
                  <a:lnTo>
                    <a:pt x="688181" y="672179"/>
                  </a:lnTo>
                  <a:lnTo>
                    <a:pt x="689991" y="672179"/>
                  </a:lnTo>
                  <a:lnTo>
                    <a:pt x="698659" y="669227"/>
                  </a:lnTo>
                  <a:lnTo>
                    <a:pt x="699611" y="666750"/>
                  </a:lnTo>
                  <a:lnTo>
                    <a:pt x="701897" y="665226"/>
                  </a:lnTo>
                  <a:lnTo>
                    <a:pt x="708279" y="663131"/>
                  </a:lnTo>
                  <a:lnTo>
                    <a:pt x="709517" y="662464"/>
                  </a:lnTo>
                  <a:lnTo>
                    <a:pt x="710375" y="661702"/>
                  </a:lnTo>
                  <a:lnTo>
                    <a:pt x="710946" y="660845"/>
                  </a:lnTo>
                  <a:lnTo>
                    <a:pt x="712756" y="662559"/>
                  </a:lnTo>
                  <a:lnTo>
                    <a:pt x="717995" y="666083"/>
                  </a:lnTo>
                  <a:lnTo>
                    <a:pt x="721233" y="667607"/>
                  </a:lnTo>
                  <a:lnTo>
                    <a:pt x="725138" y="668179"/>
                  </a:lnTo>
                  <a:lnTo>
                    <a:pt x="725805" y="668750"/>
                  </a:lnTo>
                  <a:lnTo>
                    <a:pt x="726091" y="669608"/>
                  </a:lnTo>
                  <a:lnTo>
                    <a:pt x="726186" y="670655"/>
                  </a:lnTo>
                  <a:lnTo>
                    <a:pt x="726281" y="671798"/>
                  </a:lnTo>
                  <a:lnTo>
                    <a:pt x="726662" y="673037"/>
                  </a:lnTo>
                  <a:lnTo>
                    <a:pt x="728282" y="674942"/>
                  </a:lnTo>
                  <a:lnTo>
                    <a:pt x="734092" y="679037"/>
                  </a:lnTo>
                  <a:lnTo>
                    <a:pt x="735806" y="680561"/>
                  </a:lnTo>
                  <a:lnTo>
                    <a:pt x="736854" y="681990"/>
                  </a:lnTo>
                  <a:lnTo>
                    <a:pt x="737235" y="683038"/>
                  </a:lnTo>
                  <a:lnTo>
                    <a:pt x="737521" y="684752"/>
                  </a:lnTo>
                  <a:lnTo>
                    <a:pt x="737521" y="685419"/>
                  </a:lnTo>
                  <a:lnTo>
                    <a:pt x="737330" y="685895"/>
                  </a:lnTo>
                  <a:lnTo>
                    <a:pt x="737045" y="686467"/>
                  </a:lnTo>
                  <a:lnTo>
                    <a:pt x="734949" y="688658"/>
                  </a:lnTo>
                  <a:lnTo>
                    <a:pt x="734759" y="689515"/>
                  </a:lnTo>
                  <a:lnTo>
                    <a:pt x="735044" y="690563"/>
                  </a:lnTo>
                  <a:lnTo>
                    <a:pt x="735806" y="691229"/>
                  </a:lnTo>
                  <a:lnTo>
                    <a:pt x="736663" y="691515"/>
                  </a:lnTo>
                  <a:lnTo>
                    <a:pt x="737902" y="691515"/>
                  </a:lnTo>
                  <a:lnTo>
                    <a:pt x="738950" y="691325"/>
                  </a:lnTo>
                  <a:lnTo>
                    <a:pt x="742093" y="690277"/>
                  </a:lnTo>
                  <a:lnTo>
                    <a:pt x="742950" y="690086"/>
                  </a:lnTo>
                  <a:lnTo>
                    <a:pt x="743998" y="690086"/>
                  </a:lnTo>
                  <a:lnTo>
                    <a:pt x="745236" y="690277"/>
                  </a:lnTo>
                  <a:lnTo>
                    <a:pt x="747332" y="691134"/>
                  </a:lnTo>
                  <a:lnTo>
                    <a:pt x="760000" y="698945"/>
                  </a:lnTo>
                  <a:lnTo>
                    <a:pt x="761524" y="699611"/>
                  </a:lnTo>
                  <a:lnTo>
                    <a:pt x="762476" y="699516"/>
                  </a:lnTo>
                  <a:lnTo>
                    <a:pt x="763143" y="699230"/>
                  </a:lnTo>
                  <a:lnTo>
                    <a:pt x="763714" y="698945"/>
                  </a:lnTo>
                  <a:lnTo>
                    <a:pt x="765810" y="697135"/>
                  </a:lnTo>
                  <a:lnTo>
                    <a:pt x="767715" y="696563"/>
                  </a:lnTo>
                  <a:lnTo>
                    <a:pt x="769906" y="690658"/>
                  </a:lnTo>
                  <a:lnTo>
                    <a:pt x="770763" y="686276"/>
                  </a:lnTo>
                  <a:lnTo>
                    <a:pt x="772573" y="681419"/>
                  </a:lnTo>
                  <a:lnTo>
                    <a:pt x="772954" y="678371"/>
                  </a:lnTo>
                  <a:lnTo>
                    <a:pt x="772192" y="667512"/>
                  </a:lnTo>
                  <a:lnTo>
                    <a:pt x="772478" y="665417"/>
                  </a:lnTo>
                  <a:lnTo>
                    <a:pt x="772954" y="663797"/>
                  </a:lnTo>
                  <a:lnTo>
                    <a:pt x="773621" y="651510"/>
                  </a:lnTo>
                  <a:lnTo>
                    <a:pt x="774763" y="648176"/>
                  </a:lnTo>
                  <a:lnTo>
                    <a:pt x="776383" y="646271"/>
                  </a:lnTo>
                  <a:lnTo>
                    <a:pt x="780288" y="645700"/>
                  </a:lnTo>
                  <a:lnTo>
                    <a:pt x="782288" y="644081"/>
                  </a:lnTo>
                  <a:lnTo>
                    <a:pt x="784193" y="640556"/>
                  </a:lnTo>
                  <a:lnTo>
                    <a:pt x="786003" y="635127"/>
                  </a:lnTo>
                  <a:lnTo>
                    <a:pt x="785432" y="627507"/>
                  </a:lnTo>
                  <a:lnTo>
                    <a:pt x="785717" y="622078"/>
                  </a:lnTo>
                  <a:lnTo>
                    <a:pt x="786765" y="618839"/>
                  </a:lnTo>
                  <a:lnTo>
                    <a:pt x="791432" y="608838"/>
                  </a:lnTo>
                  <a:lnTo>
                    <a:pt x="793623" y="605409"/>
                  </a:lnTo>
                  <a:lnTo>
                    <a:pt x="795433" y="603885"/>
                  </a:lnTo>
                  <a:lnTo>
                    <a:pt x="797243" y="603599"/>
                  </a:lnTo>
                  <a:lnTo>
                    <a:pt x="798957" y="604457"/>
                  </a:lnTo>
                  <a:lnTo>
                    <a:pt x="802196" y="609410"/>
                  </a:lnTo>
                  <a:lnTo>
                    <a:pt x="803053" y="609886"/>
                  </a:lnTo>
                  <a:lnTo>
                    <a:pt x="804005" y="609600"/>
                  </a:lnTo>
                  <a:lnTo>
                    <a:pt x="804958" y="608171"/>
                  </a:lnTo>
                  <a:lnTo>
                    <a:pt x="805148" y="606362"/>
                  </a:lnTo>
                  <a:lnTo>
                    <a:pt x="804577" y="604742"/>
                  </a:lnTo>
                  <a:lnTo>
                    <a:pt x="803243" y="602552"/>
                  </a:lnTo>
                  <a:lnTo>
                    <a:pt x="803148" y="601790"/>
                  </a:lnTo>
                  <a:lnTo>
                    <a:pt x="803720" y="601313"/>
                  </a:lnTo>
                  <a:lnTo>
                    <a:pt x="805625" y="600647"/>
                  </a:lnTo>
                  <a:lnTo>
                    <a:pt x="806577" y="599885"/>
                  </a:lnTo>
                  <a:lnTo>
                    <a:pt x="807149" y="598456"/>
                  </a:lnTo>
                  <a:lnTo>
                    <a:pt x="807434" y="591884"/>
                  </a:lnTo>
                  <a:lnTo>
                    <a:pt x="808292" y="589788"/>
                  </a:lnTo>
                  <a:lnTo>
                    <a:pt x="809816" y="587883"/>
                  </a:lnTo>
                  <a:lnTo>
                    <a:pt x="810959" y="586931"/>
                  </a:lnTo>
                  <a:lnTo>
                    <a:pt x="815721" y="584073"/>
                  </a:lnTo>
                  <a:lnTo>
                    <a:pt x="818483" y="579311"/>
                  </a:lnTo>
                  <a:lnTo>
                    <a:pt x="818864" y="577215"/>
                  </a:lnTo>
                  <a:lnTo>
                    <a:pt x="819055" y="573977"/>
                  </a:lnTo>
                  <a:lnTo>
                    <a:pt x="818674" y="570548"/>
                  </a:lnTo>
                  <a:lnTo>
                    <a:pt x="818864" y="566071"/>
                  </a:lnTo>
                  <a:lnTo>
                    <a:pt x="819817" y="563309"/>
                  </a:lnTo>
                  <a:lnTo>
                    <a:pt x="823722" y="558070"/>
                  </a:lnTo>
                  <a:lnTo>
                    <a:pt x="825246" y="556355"/>
                  </a:lnTo>
                  <a:lnTo>
                    <a:pt x="826675" y="555689"/>
                  </a:lnTo>
                  <a:lnTo>
                    <a:pt x="827722" y="555974"/>
                  </a:lnTo>
                  <a:lnTo>
                    <a:pt x="828389" y="557213"/>
                  </a:lnTo>
                  <a:lnTo>
                    <a:pt x="829247" y="559689"/>
                  </a:lnTo>
                  <a:lnTo>
                    <a:pt x="830389" y="560261"/>
                  </a:lnTo>
                  <a:lnTo>
                    <a:pt x="831818" y="560642"/>
                  </a:lnTo>
                  <a:lnTo>
                    <a:pt x="834580" y="559403"/>
                  </a:lnTo>
                  <a:lnTo>
                    <a:pt x="836771" y="557498"/>
                  </a:lnTo>
                  <a:lnTo>
                    <a:pt x="838486" y="556832"/>
                  </a:lnTo>
                  <a:lnTo>
                    <a:pt x="841724" y="556451"/>
                  </a:lnTo>
                  <a:lnTo>
                    <a:pt x="844487" y="554069"/>
                  </a:lnTo>
                  <a:lnTo>
                    <a:pt x="846010" y="553974"/>
                  </a:lnTo>
                  <a:lnTo>
                    <a:pt x="847725" y="554641"/>
                  </a:lnTo>
                  <a:lnTo>
                    <a:pt x="849059" y="556070"/>
                  </a:lnTo>
                  <a:lnTo>
                    <a:pt x="851249" y="560165"/>
                  </a:lnTo>
                  <a:lnTo>
                    <a:pt x="852964" y="561499"/>
                  </a:lnTo>
                  <a:lnTo>
                    <a:pt x="854583" y="561118"/>
                  </a:lnTo>
                  <a:lnTo>
                    <a:pt x="856488" y="559975"/>
                  </a:lnTo>
                  <a:lnTo>
                    <a:pt x="857726" y="558451"/>
                  </a:lnTo>
                  <a:lnTo>
                    <a:pt x="859917" y="557117"/>
                  </a:lnTo>
                  <a:lnTo>
                    <a:pt x="861441" y="555974"/>
                  </a:lnTo>
                  <a:lnTo>
                    <a:pt x="863822" y="553498"/>
                  </a:lnTo>
                  <a:lnTo>
                    <a:pt x="866966" y="551212"/>
                  </a:lnTo>
                  <a:lnTo>
                    <a:pt x="869347" y="550736"/>
                  </a:lnTo>
                  <a:lnTo>
                    <a:pt x="871442" y="549878"/>
                  </a:lnTo>
                  <a:lnTo>
                    <a:pt x="874300" y="549497"/>
                  </a:lnTo>
                  <a:lnTo>
                    <a:pt x="876776" y="548545"/>
                  </a:lnTo>
                  <a:lnTo>
                    <a:pt x="878872" y="547307"/>
                  </a:lnTo>
                  <a:lnTo>
                    <a:pt x="879634" y="546068"/>
                  </a:lnTo>
                  <a:lnTo>
                    <a:pt x="879729" y="544259"/>
                  </a:lnTo>
                  <a:lnTo>
                    <a:pt x="880301" y="542354"/>
                  </a:lnTo>
                  <a:lnTo>
                    <a:pt x="882015" y="540068"/>
                  </a:lnTo>
                  <a:lnTo>
                    <a:pt x="888683" y="535305"/>
                  </a:lnTo>
                  <a:lnTo>
                    <a:pt x="891445" y="534829"/>
                  </a:lnTo>
                  <a:lnTo>
                    <a:pt x="893159" y="533210"/>
                  </a:lnTo>
                  <a:lnTo>
                    <a:pt x="893159" y="530924"/>
                  </a:lnTo>
                  <a:lnTo>
                    <a:pt x="892493" y="528447"/>
                  </a:lnTo>
                  <a:lnTo>
                    <a:pt x="892588" y="526637"/>
                  </a:lnTo>
                  <a:lnTo>
                    <a:pt x="893350" y="525494"/>
                  </a:lnTo>
                  <a:lnTo>
                    <a:pt x="895350" y="523208"/>
                  </a:lnTo>
                  <a:lnTo>
                    <a:pt x="895159" y="518636"/>
                  </a:lnTo>
                  <a:lnTo>
                    <a:pt x="894397" y="514541"/>
                  </a:lnTo>
                  <a:lnTo>
                    <a:pt x="894683" y="511683"/>
                  </a:lnTo>
                  <a:lnTo>
                    <a:pt x="895731" y="509588"/>
                  </a:lnTo>
                  <a:lnTo>
                    <a:pt x="897826" y="508445"/>
                  </a:lnTo>
                  <a:lnTo>
                    <a:pt x="902303" y="507111"/>
                  </a:lnTo>
                  <a:lnTo>
                    <a:pt x="904589" y="505968"/>
                  </a:lnTo>
                  <a:lnTo>
                    <a:pt x="909352" y="502063"/>
                  </a:lnTo>
                  <a:lnTo>
                    <a:pt x="913257" y="497967"/>
                  </a:lnTo>
                  <a:lnTo>
                    <a:pt x="913733" y="495776"/>
                  </a:lnTo>
                  <a:lnTo>
                    <a:pt x="912400" y="491204"/>
                  </a:lnTo>
                  <a:lnTo>
                    <a:pt x="912495" y="489014"/>
                  </a:lnTo>
                  <a:lnTo>
                    <a:pt x="913924" y="485775"/>
                  </a:lnTo>
                  <a:lnTo>
                    <a:pt x="916210" y="484156"/>
                  </a:lnTo>
                  <a:lnTo>
                    <a:pt x="922496" y="482156"/>
                  </a:lnTo>
                  <a:lnTo>
                    <a:pt x="928307" y="478536"/>
                  </a:lnTo>
                  <a:lnTo>
                    <a:pt x="930497" y="478155"/>
                  </a:lnTo>
                  <a:lnTo>
                    <a:pt x="932974" y="478441"/>
                  </a:lnTo>
                  <a:lnTo>
                    <a:pt x="935069" y="479012"/>
                  </a:lnTo>
                  <a:lnTo>
                    <a:pt x="936498" y="476917"/>
                  </a:lnTo>
                  <a:lnTo>
                    <a:pt x="938213" y="472535"/>
                  </a:lnTo>
                  <a:lnTo>
                    <a:pt x="938213" y="469773"/>
                  </a:lnTo>
                  <a:lnTo>
                    <a:pt x="939070" y="464820"/>
                  </a:lnTo>
                  <a:lnTo>
                    <a:pt x="942022" y="454914"/>
                  </a:lnTo>
                  <a:lnTo>
                    <a:pt x="941642" y="452342"/>
                  </a:lnTo>
                  <a:lnTo>
                    <a:pt x="940118" y="450152"/>
                  </a:lnTo>
                  <a:lnTo>
                    <a:pt x="935736" y="447199"/>
                  </a:lnTo>
                  <a:lnTo>
                    <a:pt x="934498" y="445675"/>
                  </a:lnTo>
                  <a:lnTo>
                    <a:pt x="933164" y="444818"/>
                  </a:lnTo>
                  <a:lnTo>
                    <a:pt x="931450" y="444532"/>
                  </a:lnTo>
                  <a:lnTo>
                    <a:pt x="925163" y="445484"/>
                  </a:lnTo>
                  <a:lnTo>
                    <a:pt x="924116" y="445008"/>
                  </a:lnTo>
                  <a:lnTo>
                    <a:pt x="923544" y="443960"/>
                  </a:lnTo>
                  <a:lnTo>
                    <a:pt x="923068" y="442532"/>
                  </a:lnTo>
                  <a:lnTo>
                    <a:pt x="922115" y="441960"/>
                  </a:lnTo>
                  <a:lnTo>
                    <a:pt x="920687" y="441960"/>
                  </a:lnTo>
                  <a:lnTo>
                    <a:pt x="919163" y="440912"/>
                  </a:lnTo>
                  <a:lnTo>
                    <a:pt x="917258" y="438436"/>
                  </a:lnTo>
                  <a:lnTo>
                    <a:pt x="914400" y="432530"/>
                  </a:lnTo>
                  <a:lnTo>
                    <a:pt x="911733" y="428911"/>
                  </a:lnTo>
                  <a:lnTo>
                    <a:pt x="909447" y="427673"/>
                  </a:lnTo>
                  <a:lnTo>
                    <a:pt x="903732" y="427387"/>
                  </a:lnTo>
                  <a:lnTo>
                    <a:pt x="897064" y="424434"/>
                  </a:lnTo>
                  <a:lnTo>
                    <a:pt x="894588" y="423767"/>
                  </a:lnTo>
                  <a:lnTo>
                    <a:pt x="892397" y="422910"/>
                  </a:lnTo>
                  <a:lnTo>
                    <a:pt x="890683" y="423005"/>
                  </a:lnTo>
                  <a:lnTo>
                    <a:pt x="889445" y="423863"/>
                  </a:lnTo>
                  <a:lnTo>
                    <a:pt x="887063" y="426053"/>
                  </a:lnTo>
                  <a:lnTo>
                    <a:pt x="883825" y="427482"/>
                  </a:lnTo>
                  <a:lnTo>
                    <a:pt x="880586" y="429959"/>
                  </a:lnTo>
                  <a:lnTo>
                    <a:pt x="879062" y="430625"/>
                  </a:lnTo>
                  <a:lnTo>
                    <a:pt x="877253" y="429863"/>
                  </a:lnTo>
                  <a:lnTo>
                    <a:pt x="876300" y="428339"/>
                  </a:lnTo>
                  <a:lnTo>
                    <a:pt x="875633" y="426339"/>
                  </a:lnTo>
                  <a:lnTo>
                    <a:pt x="874109" y="423767"/>
                  </a:lnTo>
                  <a:lnTo>
                    <a:pt x="873443" y="422148"/>
                  </a:lnTo>
                  <a:lnTo>
                    <a:pt x="872966" y="420624"/>
                  </a:lnTo>
                  <a:lnTo>
                    <a:pt x="873347" y="419957"/>
                  </a:lnTo>
                  <a:lnTo>
                    <a:pt x="874109" y="419291"/>
                  </a:lnTo>
                  <a:lnTo>
                    <a:pt x="874967" y="418433"/>
                  </a:lnTo>
                  <a:lnTo>
                    <a:pt x="875633" y="416814"/>
                  </a:lnTo>
                  <a:lnTo>
                    <a:pt x="876109" y="412337"/>
                  </a:lnTo>
                  <a:lnTo>
                    <a:pt x="876872" y="411290"/>
                  </a:lnTo>
                  <a:lnTo>
                    <a:pt x="879348" y="410337"/>
                  </a:lnTo>
                  <a:lnTo>
                    <a:pt x="880396" y="409670"/>
                  </a:lnTo>
                  <a:lnTo>
                    <a:pt x="882110" y="407194"/>
                  </a:lnTo>
                  <a:lnTo>
                    <a:pt x="883158" y="405956"/>
                  </a:lnTo>
                  <a:lnTo>
                    <a:pt x="883920" y="404432"/>
                  </a:lnTo>
                  <a:lnTo>
                    <a:pt x="883920" y="402336"/>
                  </a:lnTo>
                  <a:lnTo>
                    <a:pt x="883349" y="400050"/>
                  </a:lnTo>
                  <a:lnTo>
                    <a:pt x="881443" y="397193"/>
                  </a:lnTo>
                  <a:lnTo>
                    <a:pt x="878491" y="389763"/>
                  </a:lnTo>
                  <a:lnTo>
                    <a:pt x="876872" y="387477"/>
                  </a:lnTo>
                  <a:lnTo>
                    <a:pt x="876491" y="386334"/>
                  </a:lnTo>
                  <a:lnTo>
                    <a:pt x="877443" y="384715"/>
                  </a:lnTo>
                  <a:lnTo>
                    <a:pt x="877348" y="383191"/>
                  </a:lnTo>
                  <a:lnTo>
                    <a:pt x="876205" y="382048"/>
                  </a:lnTo>
                  <a:lnTo>
                    <a:pt x="878681" y="379857"/>
                  </a:lnTo>
                  <a:lnTo>
                    <a:pt x="883444" y="379857"/>
                  </a:lnTo>
                  <a:lnTo>
                    <a:pt x="885730" y="381667"/>
                  </a:lnTo>
                  <a:lnTo>
                    <a:pt x="890683" y="387477"/>
                  </a:lnTo>
                  <a:lnTo>
                    <a:pt x="894493" y="390335"/>
                  </a:lnTo>
                  <a:lnTo>
                    <a:pt x="898017" y="391287"/>
                  </a:lnTo>
                  <a:lnTo>
                    <a:pt x="901160" y="391192"/>
                  </a:lnTo>
                  <a:lnTo>
                    <a:pt x="904113" y="389954"/>
                  </a:lnTo>
                  <a:lnTo>
                    <a:pt x="909733" y="386525"/>
                  </a:lnTo>
                  <a:lnTo>
                    <a:pt x="912876" y="385477"/>
                  </a:lnTo>
                  <a:lnTo>
                    <a:pt x="920687" y="385953"/>
                  </a:lnTo>
                  <a:lnTo>
                    <a:pt x="923639" y="387096"/>
                  </a:lnTo>
                  <a:lnTo>
                    <a:pt x="929068" y="390430"/>
                  </a:lnTo>
                  <a:lnTo>
                    <a:pt x="932497" y="390716"/>
                  </a:lnTo>
                  <a:lnTo>
                    <a:pt x="943642" y="390525"/>
                  </a:lnTo>
                  <a:lnTo>
                    <a:pt x="948118" y="392049"/>
                  </a:lnTo>
                  <a:lnTo>
                    <a:pt x="950405" y="392430"/>
                  </a:lnTo>
                  <a:lnTo>
                    <a:pt x="968026" y="392716"/>
                  </a:lnTo>
                  <a:lnTo>
                    <a:pt x="977646" y="394049"/>
                  </a:lnTo>
                  <a:lnTo>
                    <a:pt x="981456" y="393668"/>
                  </a:lnTo>
                  <a:lnTo>
                    <a:pt x="982980" y="392716"/>
                  </a:lnTo>
                  <a:lnTo>
                    <a:pt x="983933" y="391382"/>
                  </a:lnTo>
                  <a:lnTo>
                    <a:pt x="985647" y="390049"/>
                  </a:lnTo>
                  <a:lnTo>
                    <a:pt x="990695" y="387953"/>
                  </a:lnTo>
                  <a:lnTo>
                    <a:pt x="994315" y="385858"/>
                  </a:lnTo>
                  <a:lnTo>
                    <a:pt x="995172" y="384905"/>
                  </a:lnTo>
                  <a:lnTo>
                    <a:pt x="995553" y="383381"/>
                  </a:lnTo>
                  <a:lnTo>
                    <a:pt x="995553" y="381667"/>
                  </a:lnTo>
                  <a:lnTo>
                    <a:pt x="996029" y="379952"/>
                  </a:lnTo>
                  <a:lnTo>
                    <a:pt x="997458" y="378524"/>
                  </a:lnTo>
                  <a:lnTo>
                    <a:pt x="999934" y="377285"/>
                  </a:lnTo>
                  <a:lnTo>
                    <a:pt x="1003173" y="376904"/>
                  </a:lnTo>
                  <a:lnTo>
                    <a:pt x="1005078" y="376238"/>
                  </a:lnTo>
                  <a:lnTo>
                    <a:pt x="1008697" y="374333"/>
                  </a:lnTo>
                  <a:lnTo>
                    <a:pt x="1010031" y="372999"/>
                  </a:lnTo>
                  <a:lnTo>
                    <a:pt x="1010603" y="371666"/>
                  </a:lnTo>
                  <a:lnTo>
                    <a:pt x="1010603" y="369951"/>
                  </a:lnTo>
                  <a:lnTo>
                    <a:pt x="1010888" y="368618"/>
                  </a:lnTo>
                  <a:lnTo>
                    <a:pt x="1010888" y="367760"/>
                  </a:lnTo>
                  <a:lnTo>
                    <a:pt x="1012508" y="365474"/>
                  </a:lnTo>
                  <a:lnTo>
                    <a:pt x="1008888" y="360140"/>
                  </a:lnTo>
                  <a:lnTo>
                    <a:pt x="1006602" y="357950"/>
                  </a:lnTo>
                  <a:lnTo>
                    <a:pt x="1005650" y="357569"/>
                  </a:lnTo>
                  <a:lnTo>
                    <a:pt x="1004888" y="356997"/>
                  </a:lnTo>
                  <a:lnTo>
                    <a:pt x="1004602" y="356140"/>
                  </a:lnTo>
                  <a:lnTo>
                    <a:pt x="1004888" y="354902"/>
                  </a:lnTo>
                  <a:lnTo>
                    <a:pt x="1005364" y="353473"/>
                  </a:lnTo>
                  <a:lnTo>
                    <a:pt x="1005364" y="351758"/>
                  </a:lnTo>
                  <a:lnTo>
                    <a:pt x="1005078" y="350806"/>
                  </a:lnTo>
                  <a:lnTo>
                    <a:pt x="1004411" y="350044"/>
                  </a:lnTo>
                  <a:lnTo>
                    <a:pt x="1002983" y="349091"/>
                  </a:lnTo>
                  <a:lnTo>
                    <a:pt x="1000887" y="347377"/>
                  </a:lnTo>
                  <a:lnTo>
                    <a:pt x="999363" y="345662"/>
                  </a:lnTo>
                  <a:lnTo>
                    <a:pt x="998506" y="344234"/>
                  </a:lnTo>
                  <a:lnTo>
                    <a:pt x="997839" y="342519"/>
                  </a:lnTo>
                  <a:lnTo>
                    <a:pt x="998030" y="341757"/>
                  </a:lnTo>
                  <a:lnTo>
                    <a:pt x="998601" y="341186"/>
                  </a:lnTo>
                  <a:lnTo>
                    <a:pt x="999554" y="340995"/>
                  </a:lnTo>
                  <a:lnTo>
                    <a:pt x="1001935" y="340805"/>
                  </a:lnTo>
                  <a:lnTo>
                    <a:pt x="1003363" y="339947"/>
                  </a:lnTo>
                  <a:lnTo>
                    <a:pt x="1004697" y="338233"/>
                  </a:lnTo>
                  <a:lnTo>
                    <a:pt x="1005650" y="330232"/>
                  </a:lnTo>
                  <a:lnTo>
                    <a:pt x="1007555" y="326803"/>
                  </a:lnTo>
                  <a:lnTo>
                    <a:pt x="1008031" y="325184"/>
                  </a:lnTo>
                  <a:lnTo>
                    <a:pt x="1008317" y="323564"/>
                  </a:lnTo>
                  <a:lnTo>
                    <a:pt x="1008602" y="316516"/>
                  </a:lnTo>
                  <a:lnTo>
                    <a:pt x="1008221" y="314897"/>
                  </a:lnTo>
                  <a:lnTo>
                    <a:pt x="1007459" y="313849"/>
                  </a:lnTo>
                  <a:lnTo>
                    <a:pt x="1005459" y="312992"/>
                  </a:lnTo>
                  <a:lnTo>
                    <a:pt x="1004792" y="312230"/>
                  </a:lnTo>
                  <a:lnTo>
                    <a:pt x="1004602" y="311277"/>
                  </a:lnTo>
                  <a:lnTo>
                    <a:pt x="1004697" y="309658"/>
                  </a:lnTo>
                  <a:lnTo>
                    <a:pt x="1005840" y="303848"/>
                  </a:lnTo>
                  <a:lnTo>
                    <a:pt x="1005840" y="301181"/>
                  </a:lnTo>
                  <a:lnTo>
                    <a:pt x="1004983" y="298609"/>
                  </a:lnTo>
                  <a:lnTo>
                    <a:pt x="1004792" y="296704"/>
                  </a:lnTo>
                  <a:lnTo>
                    <a:pt x="1004888" y="295561"/>
                  </a:lnTo>
                  <a:lnTo>
                    <a:pt x="1005459" y="294513"/>
                  </a:lnTo>
                  <a:lnTo>
                    <a:pt x="1006030" y="293846"/>
                  </a:lnTo>
                  <a:lnTo>
                    <a:pt x="1006697" y="293465"/>
                  </a:lnTo>
                  <a:lnTo>
                    <a:pt x="1007364" y="293370"/>
                  </a:lnTo>
                  <a:lnTo>
                    <a:pt x="1010412" y="294513"/>
                  </a:lnTo>
                  <a:lnTo>
                    <a:pt x="1012031" y="294323"/>
                  </a:lnTo>
                  <a:lnTo>
                    <a:pt x="1013365" y="293656"/>
                  </a:lnTo>
                  <a:lnTo>
                    <a:pt x="1014413" y="291846"/>
                  </a:lnTo>
                  <a:lnTo>
                    <a:pt x="1014508" y="290703"/>
                  </a:lnTo>
                  <a:close/>
                </a:path>
              </a:pathLst>
            </a:custGeom>
            <a:solidFill>
              <a:srgbClr val="CCCCCC"/>
            </a:soli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1" name="Freeform: Shape 23">
              <a:extLst>
                <a:ext uri="{FF2B5EF4-FFF2-40B4-BE49-F238E27FC236}">
                  <a16:creationId xmlns:a16="http://schemas.microsoft.com/office/drawing/2014/main" id="{71A91A93-5E3F-614B-BE41-1247CF38F3B9}"/>
                </a:ext>
              </a:extLst>
            </p:cNvPr>
            <p:cNvSpPr/>
            <p:nvPr/>
          </p:nvSpPr>
          <p:spPr>
            <a:xfrm>
              <a:off x="8038105" y="2364016"/>
              <a:ext cx="84713" cy="84713"/>
            </a:xfrm>
            <a:custGeom>
              <a:avLst/>
              <a:gdLst>
                <a:gd name="connsiteX0" fmla="*/ 58103 w 57150"/>
                <a:gd name="connsiteY0" fmla="*/ 32671 h 57150"/>
                <a:gd name="connsiteX1" fmla="*/ 57722 w 57150"/>
                <a:gd name="connsiteY1" fmla="*/ 31337 h 57150"/>
                <a:gd name="connsiteX2" fmla="*/ 56007 w 57150"/>
                <a:gd name="connsiteY2" fmla="*/ 26479 h 57150"/>
                <a:gd name="connsiteX3" fmla="*/ 55912 w 57150"/>
                <a:gd name="connsiteY3" fmla="*/ 25717 h 57150"/>
                <a:gd name="connsiteX4" fmla="*/ 55817 w 57150"/>
                <a:gd name="connsiteY4" fmla="*/ 24575 h 57150"/>
                <a:gd name="connsiteX5" fmla="*/ 55340 w 57150"/>
                <a:gd name="connsiteY5" fmla="*/ 23050 h 57150"/>
                <a:gd name="connsiteX6" fmla="*/ 54674 w 57150"/>
                <a:gd name="connsiteY6" fmla="*/ 21336 h 57150"/>
                <a:gd name="connsiteX7" fmla="*/ 45434 w 57150"/>
                <a:gd name="connsiteY7" fmla="*/ 13049 h 57150"/>
                <a:gd name="connsiteX8" fmla="*/ 44577 w 57150"/>
                <a:gd name="connsiteY8" fmla="*/ 10192 h 57150"/>
                <a:gd name="connsiteX9" fmla="*/ 43053 w 57150"/>
                <a:gd name="connsiteY9" fmla="*/ 8001 h 57150"/>
                <a:gd name="connsiteX10" fmla="*/ 44196 w 57150"/>
                <a:gd name="connsiteY10" fmla="*/ 5144 h 57150"/>
                <a:gd name="connsiteX11" fmla="*/ 42386 w 57150"/>
                <a:gd name="connsiteY11" fmla="*/ 762 h 57150"/>
                <a:gd name="connsiteX12" fmla="*/ 37148 w 57150"/>
                <a:gd name="connsiteY12" fmla="*/ 2762 h 57150"/>
                <a:gd name="connsiteX13" fmla="*/ 36385 w 57150"/>
                <a:gd name="connsiteY13" fmla="*/ 2667 h 57150"/>
                <a:gd name="connsiteX14" fmla="*/ 34862 w 57150"/>
                <a:gd name="connsiteY14" fmla="*/ 2191 h 57150"/>
                <a:gd name="connsiteX15" fmla="*/ 33433 w 57150"/>
                <a:gd name="connsiteY15" fmla="*/ 1524 h 57150"/>
                <a:gd name="connsiteX16" fmla="*/ 28099 w 57150"/>
                <a:gd name="connsiteY16" fmla="*/ 95 h 57150"/>
                <a:gd name="connsiteX17" fmla="*/ 27051 w 57150"/>
                <a:gd name="connsiteY17" fmla="*/ 0 h 57150"/>
                <a:gd name="connsiteX18" fmla="*/ 26099 w 57150"/>
                <a:gd name="connsiteY18" fmla="*/ 1143 h 57150"/>
                <a:gd name="connsiteX19" fmla="*/ 25527 w 57150"/>
                <a:gd name="connsiteY19" fmla="*/ 2096 h 57150"/>
                <a:gd name="connsiteX20" fmla="*/ 23431 w 57150"/>
                <a:gd name="connsiteY20" fmla="*/ 3810 h 57150"/>
                <a:gd name="connsiteX21" fmla="*/ 19622 w 57150"/>
                <a:gd name="connsiteY21" fmla="*/ 3715 h 57150"/>
                <a:gd name="connsiteX22" fmla="*/ 16764 w 57150"/>
                <a:gd name="connsiteY22" fmla="*/ 4667 h 57150"/>
                <a:gd name="connsiteX23" fmla="*/ 14002 w 57150"/>
                <a:gd name="connsiteY23" fmla="*/ 6191 h 57150"/>
                <a:gd name="connsiteX24" fmla="*/ 12668 w 57150"/>
                <a:gd name="connsiteY24" fmla="*/ 7429 h 57150"/>
                <a:gd name="connsiteX25" fmla="*/ 11906 w 57150"/>
                <a:gd name="connsiteY25" fmla="*/ 8954 h 57150"/>
                <a:gd name="connsiteX26" fmla="*/ 11716 w 57150"/>
                <a:gd name="connsiteY26" fmla="*/ 10287 h 57150"/>
                <a:gd name="connsiteX27" fmla="*/ 11621 w 57150"/>
                <a:gd name="connsiteY27" fmla="*/ 11906 h 57150"/>
                <a:gd name="connsiteX28" fmla="*/ 12002 w 57150"/>
                <a:gd name="connsiteY28" fmla="*/ 18669 h 57150"/>
                <a:gd name="connsiteX29" fmla="*/ 11906 w 57150"/>
                <a:gd name="connsiteY29" fmla="*/ 20669 h 57150"/>
                <a:gd name="connsiteX30" fmla="*/ 12097 w 57150"/>
                <a:gd name="connsiteY30" fmla="*/ 21527 h 57150"/>
                <a:gd name="connsiteX31" fmla="*/ 12859 w 57150"/>
                <a:gd name="connsiteY31" fmla="*/ 22955 h 57150"/>
                <a:gd name="connsiteX32" fmla="*/ 13145 w 57150"/>
                <a:gd name="connsiteY32" fmla="*/ 24479 h 57150"/>
                <a:gd name="connsiteX33" fmla="*/ 12287 w 57150"/>
                <a:gd name="connsiteY33" fmla="*/ 26003 h 57150"/>
                <a:gd name="connsiteX34" fmla="*/ 10287 w 57150"/>
                <a:gd name="connsiteY34" fmla="*/ 27813 h 57150"/>
                <a:gd name="connsiteX35" fmla="*/ 9811 w 57150"/>
                <a:gd name="connsiteY35" fmla="*/ 28956 h 57150"/>
                <a:gd name="connsiteX36" fmla="*/ 9525 w 57150"/>
                <a:gd name="connsiteY36" fmla="*/ 31623 h 57150"/>
                <a:gd name="connsiteX37" fmla="*/ 8858 w 57150"/>
                <a:gd name="connsiteY37" fmla="*/ 32290 h 57150"/>
                <a:gd name="connsiteX38" fmla="*/ 7906 w 57150"/>
                <a:gd name="connsiteY38" fmla="*/ 32575 h 57150"/>
                <a:gd name="connsiteX39" fmla="*/ 5715 w 57150"/>
                <a:gd name="connsiteY39" fmla="*/ 32956 h 57150"/>
                <a:gd name="connsiteX40" fmla="*/ 4477 w 57150"/>
                <a:gd name="connsiteY40" fmla="*/ 33433 h 57150"/>
                <a:gd name="connsiteX41" fmla="*/ 3905 w 57150"/>
                <a:gd name="connsiteY41" fmla="*/ 34195 h 57150"/>
                <a:gd name="connsiteX42" fmla="*/ 2858 w 57150"/>
                <a:gd name="connsiteY42" fmla="*/ 36481 h 57150"/>
                <a:gd name="connsiteX43" fmla="*/ 381 w 57150"/>
                <a:gd name="connsiteY43" fmla="*/ 38862 h 57150"/>
                <a:gd name="connsiteX44" fmla="*/ 0 w 57150"/>
                <a:gd name="connsiteY44" fmla="*/ 39910 h 57150"/>
                <a:gd name="connsiteX45" fmla="*/ 191 w 57150"/>
                <a:gd name="connsiteY45" fmla="*/ 40957 h 57150"/>
                <a:gd name="connsiteX46" fmla="*/ 1048 w 57150"/>
                <a:gd name="connsiteY46" fmla="*/ 42005 h 57150"/>
                <a:gd name="connsiteX47" fmla="*/ 2858 w 57150"/>
                <a:gd name="connsiteY47" fmla="*/ 43625 h 57150"/>
                <a:gd name="connsiteX48" fmla="*/ 3429 w 57150"/>
                <a:gd name="connsiteY48" fmla="*/ 44386 h 57150"/>
                <a:gd name="connsiteX49" fmla="*/ 3905 w 57150"/>
                <a:gd name="connsiteY49" fmla="*/ 45244 h 57150"/>
                <a:gd name="connsiteX50" fmla="*/ 4191 w 57150"/>
                <a:gd name="connsiteY50" fmla="*/ 45910 h 57150"/>
                <a:gd name="connsiteX51" fmla="*/ 4286 w 57150"/>
                <a:gd name="connsiteY51" fmla="*/ 46577 h 57150"/>
                <a:gd name="connsiteX52" fmla="*/ 4572 w 57150"/>
                <a:gd name="connsiteY52" fmla="*/ 47720 h 57150"/>
                <a:gd name="connsiteX53" fmla="*/ 8573 w 57150"/>
                <a:gd name="connsiteY53" fmla="*/ 46577 h 57150"/>
                <a:gd name="connsiteX54" fmla="*/ 14954 w 57150"/>
                <a:gd name="connsiteY54" fmla="*/ 46101 h 57150"/>
                <a:gd name="connsiteX55" fmla="*/ 16669 w 57150"/>
                <a:gd name="connsiteY55" fmla="*/ 45720 h 57150"/>
                <a:gd name="connsiteX56" fmla="*/ 17526 w 57150"/>
                <a:gd name="connsiteY56" fmla="*/ 45339 h 57150"/>
                <a:gd name="connsiteX57" fmla="*/ 17526 w 57150"/>
                <a:gd name="connsiteY57" fmla="*/ 43815 h 57150"/>
                <a:gd name="connsiteX58" fmla="*/ 18193 w 57150"/>
                <a:gd name="connsiteY58" fmla="*/ 42672 h 57150"/>
                <a:gd name="connsiteX59" fmla="*/ 18955 w 57150"/>
                <a:gd name="connsiteY59" fmla="*/ 42481 h 57150"/>
                <a:gd name="connsiteX60" fmla="*/ 19622 w 57150"/>
                <a:gd name="connsiteY60" fmla="*/ 42577 h 57150"/>
                <a:gd name="connsiteX61" fmla="*/ 27432 w 57150"/>
                <a:gd name="connsiteY61" fmla="*/ 46577 h 57150"/>
                <a:gd name="connsiteX62" fmla="*/ 28004 w 57150"/>
                <a:gd name="connsiteY62" fmla="*/ 47149 h 57150"/>
                <a:gd name="connsiteX63" fmla="*/ 28385 w 57150"/>
                <a:gd name="connsiteY63" fmla="*/ 48006 h 57150"/>
                <a:gd name="connsiteX64" fmla="*/ 29528 w 57150"/>
                <a:gd name="connsiteY64" fmla="*/ 51625 h 57150"/>
                <a:gd name="connsiteX65" fmla="*/ 30004 w 57150"/>
                <a:gd name="connsiteY65" fmla="*/ 52578 h 57150"/>
                <a:gd name="connsiteX66" fmla="*/ 30861 w 57150"/>
                <a:gd name="connsiteY66" fmla="*/ 53531 h 57150"/>
                <a:gd name="connsiteX67" fmla="*/ 32290 w 57150"/>
                <a:gd name="connsiteY67" fmla="*/ 54578 h 57150"/>
                <a:gd name="connsiteX68" fmla="*/ 35052 w 57150"/>
                <a:gd name="connsiteY68" fmla="*/ 56102 h 57150"/>
                <a:gd name="connsiteX69" fmla="*/ 36767 w 57150"/>
                <a:gd name="connsiteY69" fmla="*/ 57340 h 57150"/>
                <a:gd name="connsiteX70" fmla="*/ 41529 w 57150"/>
                <a:gd name="connsiteY70" fmla="*/ 59150 h 57150"/>
                <a:gd name="connsiteX71" fmla="*/ 45244 w 57150"/>
                <a:gd name="connsiteY71" fmla="*/ 58483 h 57150"/>
                <a:gd name="connsiteX72" fmla="*/ 46292 w 57150"/>
                <a:gd name="connsiteY72" fmla="*/ 57817 h 57150"/>
                <a:gd name="connsiteX73" fmla="*/ 46863 w 57150"/>
                <a:gd name="connsiteY73" fmla="*/ 57150 h 57150"/>
                <a:gd name="connsiteX74" fmla="*/ 46958 w 57150"/>
                <a:gd name="connsiteY74" fmla="*/ 56483 h 57150"/>
                <a:gd name="connsiteX75" fmla="*/ 46673 w 57150"/>
                <a:gd name="connsiteY75" fmla="*/ 55721 h 57150"/>
                <a:gd name="connsiteX76" fmla="*/ 46101 w 57150"/>
                <a:gd name="connsiteY76" fmla="*/ 54864 h 57150"/>
                <a:gd name="connsiteX77" fmla="*/ 45244 w 57150"/>
                <a:gd name="connsiteY77" fmla="*/ 54102 h 57150"/>
                <a:gd name="connsiteX78" fmla="*/ 44958 w 57150"/>
                <a:gd name="connsiteY78" fmla="*/ 53245 h 57150"/>
                <a:gd name="connsiteX79" fmla="*/ 45339 w 57150"/>
                <a:gd name="connsiteY79" fmla="*/ 52388 h 57150"/>
                <a:gd name="connsiteX80" fmla="*/ 47054 w 57150"/>
                <a:gd name="connsiteY80" fmla="*/ 50673 h 57150"/>
                <a:gd name="connsiteX81" fmla="*/ 48958 w 57150"/>
                <a:gd name="connsiteY81" fmla="*/ 49530 h 57150"/>
                <a:gd name="connsiteX82" fmla="*/ 50387 w 57150"/>
                <a:gd name="connsiteY82" fmla="*/ 48958 h 57150"/>
                <a:gd name="connsiteX83" fmla="*/ 56960 w 57150"/>
                <a:gd name="connsiteY83" fmla="*/ 47720 h 57150"/>
                <a:gd name="connsiteX84" fmla="*/ 54197 w 57150"/>
                <a:gd name="connsiteY84" fmla="*/ 42005 h 57150"/>
                <a:gd name="connsiteX85" fmla="*/ 53626 w 57150"/>
                <a:gd name="connsiteY85" fmla="*/ 41148 h 57150"/>
                <a:gd name="connsiteX86" fmla="*/ 53912 w 57150"/>
                <a:gd name="connsiteY86" fmla="*/ 39338 h 57150"/>
                <a:gd name="connsiteX87" fmla="*/ 54388 w 57150"/>
                <a:gd name="connsiteY87" fmla="*/ 38386 h 57150"/>
                <a:gd name="connsiteX88" fmla="*/ 55150 w 57150"/>
                <a:gd name="connsiteY88" fmla="*/ 37624 h 57150"/>
                <a:gd name="connsiteX89" fmla="*/ 56864 w 57150"/>
                <a:gd name="connsiteY89" fmla="*/ 36004 h 57150"/>
                <a:gd name="connsiteX90" fmla="*/ 57436 w 57150"/>
                <a:gd name="connsiteY90" fmla="*/ 35338 h 57150"/>
                <a:gd name="connsiteX91" fmla="*/ 57912 w 57150"/>
                <a:gd name="connsiteY91" fmla="*/ 34576 h 57150"/>
                <a:gd name="connsiteX92" fmla="*/ 58198 w 57150"/>
                <a:gd name="connsiteY92" fmla="*/ 3371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57150" h="57150">
                  <a:moveTo>
                    <a:pt x="58103" y="32671"/>
                  </a:moveTo>
                  <a:lnTo>
                    <a:pt x="57722" y="31337"/>
                  </a:lnTo>
                  <a:lnTo>
                    <a:pt x="56007" y="26479"/>
                  </a:lnTo>
                  <a:lnTo>
                    <a:pt x="55912" y="25717"/>
                  </a:lnTo>
                  <a:lnTo>
                    <a:pt x="55817" y="24575"/>
                  </a:lnTo>
                  <a:lnTo>
                    <a:pt x="55340" y="23050"/>
                  </a:lnTo>
                  <a:lnTo>
                    <a:pt x="54674" y="21336"/>
                  </a:lnTo>
                  <a:lnTo>
                    <a:pt x="45434" y="13049"/>
                  </a:lnTo>
                  <a:lnTo>
                    <a:pt x="44577" y="10192"/>
                  </a:lnTo>
                  <a:lnTo>
                    <a:pt x="43053" y="8001"/>
                  </a:lnTo>
                  <a:lnTo>
                    <a:pt x="44196" y="5144"/>
                  </a:lnTo>
                  <a:lnTo>
                    <a:pt x="42386" y="762"/>
                  </a:lnTo>
                  <a:lnTo>
                    <a:pt x="37148" y="2762"/>
                  </a:lnTo>
                  <a:lnTo>
                    <a:pt x="36385" y="2667"/>
                  </a:lnTo>
                  <a:lnTo>
                    <a:pt x="34862" y="2191"/>
                  </a:lnTo>
                  <a:lnTo>
                    <a:pt x="33433" y="1524"/>
                  </a:lnTo>
                  <a:lnTo>
                    <a:pt x="28099" y="95"/>
                  </a:lnTo>
                  <a:lnTo>
                    <a:pt x="27051" y="0"/>
                  </a:lnTo>
                  <a:lnTo>
                    <a:pt x="26099" y="1143"/>
                  </a:lnTo>
                  <a:lnTo>
                    <a:pt x="25527" y="2096"/>
                  </a:lnTo>
                  <a:lnTo>
                    <a:pt x="23431" y="3810"/>
                  </a:lnTo>
                  <a:lnTo>
                    <a:pt x="19622" y="3715"/>
                  </a:lnTo>
                  <a:lnTo>
                    <a:pt x="16764" y="4667"/>
                  </a:lnTo>
                  <a:lnTo>
                    <a:pt x="14002" y="6191"/>
                  </a:lnTo>
                  <a:lnTo>
                    <a:pt x="12668" y="7429"/>
                  </a:lnTo>
                  <a:lnTo>
                    <a:pt x="11906" y="8954"/>
                  </a:lnTo>
                  <a:lnTo>
                    <a:pt x="11716" y="10287"/>
                  </a:lnTo>
                  <a:lnTo>
                    <a:pt x="11621" y="11906"/>
                  </a:lnTo>
                  <a:lnTo>
                    <a:pt x="12002" y="18669"/>
                  </a:lnTo>
                  <a:lnTo>
                    <a:pt x="11906" y="20669"/>
                  </a:lnTo>
                  <a:lnTo>
                    <a:pt x="12097" y="21527"/>
                  </a:lnTo>
                  <a:lnTo>
                    <a:pt x="12859" y="22955"/>
                  </a:lnTo>
                  <a:lnTo>
                    <a:pt x="13145" y="24479"/>
                  </a:lnTo>
                  <a:lnTo>
                    <a:pt x="12287" y="26003"/>
                  </a:lnTo>
                  <a:lnTo>
                    <a:pt x="10287" y="27813"/>
                  </a:lnTo>
                  <a:lnTo>
                    <a:pt x="9811" y="28956"/>
                  </a:lnTo>
                  <a:lnTo>
                    <a:pt x="9525" y="31623"/>
                  </a:lnTo>
                  <a:lnTo>
                    <a:pt x="8858" y="32290"/>
                  </a:lnTo>
                  <a:lnTo>
                    <a:pt x="7906" y="32575"/>
                  </a:lnTo>
                  <a:lnTo>
                    <a:pt x="5715" y="32956"/>
                  </a:lnTo>
                  <a:lnTo>
                    <a:pt x="4477" y="33433"/>
                  </a:lnTo>
                  <a:lnTo>
                    <a:pt x="3905" y="34195"/>
                  </a:lnTo>
                  <a:lnTo>
                    <a:pt x="2858" y="36481"/>
                  </a:lnTo>
                  <a:lnTo>
                    <a:pt x="381" y="38862"/>
                  </a:lnTo>
                  <a:lnTo>
                    <a:pt x="0" y="39910"/>
                  </a:lnTo>
                  <a:lnTo>
                    <a:pt x="191" y="40957"/>
                  </a:lnTo>
                  <a:lnTo>
                    <a:pt x="1048" y="42005"/>
                  </a:lnTo>
                  <a:lnTo>
                    <a:pt x="2858" y="43625"/>
                  </a:lnTo>
                  <a:lnTo>
                    <a:pt x="3429" y="44386"/>
                  </a:lnTo>
                  <a:lnTo>
                    <a:pt x="3905" y="45244"/>
                  </a:lnTo>
                  <a:lnTo>
                    <a:pt x="4191" y="45910"/>
                  </a:lnTo>
                  <a:lnTo>
                    <a:pt x="4286" y="46577"/>
                  </a:lnTo>
                  <a:lnTo>
                    <a:pt x="4572" y="47720"/>
                  </a:lnTo>
                  <a:lnTo>
                    <a:pt x="8573" y="46577"/>
                  </a:lnTo>
                  <a:lnTo>
                    <a:pt x="14954" y="46101"/>
                  </a:lnTo>
                  <a:lnTo>
                    <a:pt x="16669" y="45720"/>
                  </a:lnTo>
                  <a:lnTo>
                    <a:pt x="17526" y="45339"/>
                  </a:lnTo>
                  <a:lnTo>
                    <a:pt x="17526" y="43815"/>
                  </a:lnTo>
                  <a:lnTo>
                    <a:pt x="18193" y="42672"/>
                  </a:lnTo>
                  <a:lnTo>
                    <a:pt x="18955" y="42481"/>
                  </a:lnTo>
                  <a:lnTo>
                    <a:pt x="19622" y="42577"/>
                  </a:lnTo>
                  <a:lnTo>
                    <a:pt x="27432" y="46577"/>
                  </a:lnTo>
                  <a:lnTo>
                    <a:pt x="28004" y="47149"/>
                  </a:lnTo>
                  <a:lnTo>
                    <a:pt x="28385" y="48006"/>
                  </a:lnTo>
                  <a:lnTo>
                    <a:pt x="29528" y="51625"/>
                  </a:lnTo>
                  <a:lnTo>
                    <a:pt x="30004" y="52578"/>
                  </a:lnTo>
                  <a:lnTo>
                    <a:pt x="30861" y="53531"/>
                  </a:lnTo>
                  <a:lnTo>
                    <a:pt x="32290" y="54578"/>
                  </a:lnTo>
                  <a:lnTo>
                    <a:pt x="35052" y="56102"/>
                  </a:lnTo>
                  <a:lnTo>
                    <a:pt x="36767" y="57340"/>
                  </a:lnTo>
                  <a:lnTo>
                    <a:pt x="41529" y="59150"/>
                  </a:lnTo>
                  <a:lnTo>
                    <a:pt x="45244" y="58483"/>
                  </a:lnTo>
                  <a:lnTo>
                    <a:pt x="46292" y="57817"/>
                  </a:lnTo>
                  <a:lnTo>
                    <a:pt x="46863" y="57150"/>
                  </a:lnTo>
                  <a:lnTo>
                    <a:pt x="46958" y="56483"/>
                  </a:lnTo>
                  <a:lnTo>
                    <a:pt x="46673" y="55721"/>
                  </a:lnTo>
                  <a:lnTo>
                    <a:pt x="46101" y="54864"/>
                  </a:lnTo>
                  <a:lnTo>
                    <a:pt x="45244" y="54102"/>
                  </a:lnTo>
                  <a:lnTo>
                    <a:pt x="44958" y="53245"/>
                  </a:lnTo>
                  <a:lnTo>
                    <a:pt x="45339" y="52388"/>
                  </a:lnTo>
                  <a:lnTo>
                    <a:pt x="47054" y="50673"/>
                  </a:lnTo>
                  <a:lnTo>
                    <a:pt x="48958" y="49530"/>
                  </a:lnTo>
                  <a:lnTo>
                    <a:pt x="50387" y="48958"/>
                  </a:lnTo>
                  <a:lnTo>
                    <a:pt x="56960" y="47720"/>
                  </a:lnTo>
                  <a:lnTo>
                    <a:pt x="54197" y="42005"/>
                  </a:lnTo>
                  <a:lnTo>
                    <a:pt x="53626" y="41148"/>
                  </a:lnTo>
                  <a:lnTo>
                    <a:pt x="53912" y="39338"/>
                  </a:lnTo>
                  <a:lnTo>
                    <a:pt x="54388" y="38386"/>
                  </a:lnTo>
                  <a:lnTo>
                    <a:pt x="55150" y="37624"/>
                  </a:lnTo>
                  <a:lnTo>
                    <a:pt x="56864" y="36004"/>
                  </a:lnTo>
                  <a:lnTo>
                    <a:pt x="57436" y="35338"/>
                  </a:lnTo>
                  <a:lnTo>
                    <a:pt x="57912" y="34576"/>
                  </a:lnTo>
                  <a:lnTo>
                    <a:pt x="58198" y="33719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4" name="Freeform: Shape 25">
              <a:extLst>
                <a:ext uri="{FF2B5EF4-FFF2-40B4-BE49-F238E27FC236}">
                  <a16:creationId xmlns:a16="http://schemas.microsoft.com/office/drawing/2014/main" id="{47AC7359-1986-A33A-BCA1-FFFB59368AD2}"/>
                </a:ext>
              </a:extLst>
            </p:cNvPr>
            <p:cNvSpPr/>
            <p:nvPr/>
          </p:nvSpPr>
          <p:spPr>
            <a:xfrm>
              <a:off x="7699676" y="5322910"/>
              <a:ext cx="423567" cy="776539"/>
            </a:xfrm>
            <a:custGeom>
              <a:avLst/>
              <a:gdLst>
                <a:gd name="connsiteX0" fmla="*/ 293561 w 285750"/>
                <a:gd name="connsiteY0" fmla="*/ 385763 h 523875"/>
                <a:gd name="connsiteX1" fmla="*/ 289941 w 285750"/>
                <a:gd name="connsiteY1" fmla="*/ 381476 h 523875"/>
                <a:gd name="connsiteX2" fmla="*/ 289084 w 285750"/>
                <a:gd name="connsiteY2" fmla="*/ 379952 h 523875"/>
                <a:gd name="connsiteX3" fmla="*/ 288226 w 285750"/>
                <a:gd name="connsiteY3" fmla="*/ 377666 h 523875"/>
                <a:gd name="connsiteX4" fmla="*/ 287560 w 285750"/>
                <a:gd name="connsiteY4" fmla="*/ 376904 h 523875"/>
                <a:gd name="connsiteX5" fmla="*/ 286798 w 285750"/>
                <a:gd name="connsiteY5" fmla="*/ 376333 h 523875"/>
                <a:gd name="connsiteX6" fmla="*/ 286036 w 285750"/>
                <a:gd name="connsiteY6" fmla="*/ 376238 h 523875"/>
                <a:gd name="connsiteX7" fmla="*/ 284036 w 285750"/>
                <a:gd name="connsiteY7" fmla="*/ 376333 h 523875"/>
                <a:gd name="connsiteX8" fmla="*/ 283178 w 285750"/>
                <a:gd name="connsiteY8" fmla="*/ 376524 h 523875"/>
                <a:gd name="connsiteX9" fmla="*/ 277939 w 285750"/>
                <a:gd name="connsiteY9" fmla="*/ 379000 h 523875"/>
                <a:gd name="connsiteX10" fmla="*/ 276892 w 285750"/>
                <a:gd name="connsiteY10" fmla="*/ 379000 h 523875"/>
                <a:gd name="connsiteX11" fmla="*/ 275653 w 285750"/>
                <a:gd name="connsiteY11" fmla="*/ 378905 h 523875"/>
                <a:gd name="connsiteX12" fmla="*/ 275082 w 285750"/>
                <a:gd name="connsiteY12" fmla="*/ 378333 h 523875"/>
                <a:gd name="connsiteX13" fmla="*/ 274034 w 285750"/>
                <a:gd name="connsiteY13" fmla="*/ 377285 h 523875"/>
                <a:gd name="connsiteX14" fmla="*/ 273558 w 285750"/>
                <a:gd name="connsiteY14" fmla="*/ 376904 h 523875"/>
                <a:gd name="connsiteX15" fmla="*/ 272796 w 285750"/>
                <a:gd name="connsiteY15" fmla="*/ 376524 h 523875"/>
                <a:gd name="connsiteX16" fmla="*/ 272034 w 285750"/>
                <a:gd name="connsiteY16" fmla="*/ 376238 h 523875"/>
                <a:gd name="connsiteX17" fmla="*/ 271082 w 285750"/>
                <a:gd name="connsiteY17" fmla="*/ 375952 h 523875"/>
                <a:gd name="connsiteX18" fmla="*/ 270319 w 285750"/>
                <a:gd name="connsiteY18" fmla="*/ 375666 h 523875"/>
                <a:gd name="connsiteX19" fmla="*/ 269748 w 285750"/>
                <a:gd name="connsiteY19" fmla="*/ 375380 h 523875"/>
                <a:gd name="connsiteX20" fmla="*/ 269462 w 285750"/>
                <a:gd name="connsiteY20" fmla="*/ 375095 h 523875"/>
                <a:gd name="connsiteX21" fmla="*/ 269081 w 285750"/>
                <a:gd name="connsiteY21" fmla="*/ 374428 h 523875"/>
                <a:gd name="connsiteX22" fmla="*/ 269081 w 285750"/>
                <a:gd name="connsiteY22" fmla="*/ 373571 h 523875"/>
                <a:gd name="connsiteX23" fmla="*/ 269176 w 285750"/>
                <a:gd name="connsiteY23" fmla="*/ 372523 h 523875"/>
                <a:gd name="connsiteX24" fmla="*/ 274701 w 285750"/>
                <a:gd name="connsiteY24" fmla="*/ 354806 h 523875"/>
                <a:gd name="connsiteX25" fmla="*/ 274987 w 285750"/>
                <a:gd name="connsiteY25" fmla="*/ 353092 h 523875"/>
                <a:gd name="connsiteX26" fmla="*/ 274987 w 285750"/>
                <a:gd name="connsiteY26" fmla="*/ 350996 h 523875"/>
                <a:gd name="connsiteX27" fmla="*/ 274225 w 285750"/>
                <a:gd name="connsiteY27" fmla="*/ 348425 h 523875"/>
                <a:gd name="connsiteX28" fmla="*/ 273558 w 285750"/>
                <a:gd name="connsiteY28" fmla="*/ 343758 h 523875"/>
                <a:gd name="connsiteX29" fmla="*/ 273748 w 285750"/>
                <a:gd name="connsiteY29" fmla="*/ 342233 h 523875"/>
                <a:gd name="connsiteX30" fmla="*/ 274034 w 285750"/>
                <a:gd name="connsiteY30" fmla="*/ 340900 h 523875"/>
                <a:gd name="connsiteX31" fmla="*/ 277178 w 285750"/>
                <a:gd name="connsiteY31" fmla="*/ 334613 h 523875"/>
                <a:gd name="connsiteX32" fmla="*/ 277559 w 285750"/>
                <a:gd name="connsiteY32" fmla="*/ 332804 h 523875"/>
                <a:gd name="connsiteX33" fmla="*/ 277559 w 285750"/>
                <a:gd name="connsiteY33" fmla="*/ 331661 h 523875"/>
                <a:gd name="connsiteX34" fmla="*/ 275177 w 285750"/>
                <a:gd name="connsiteY34" fmla="*/ 324231 h 523875"/>
                <a:gd name="connsiteX35" fmla="*/ 273367 w 285750"/>
                <a:gd name="connsiteY35" fmla="*/ 320421 h 523875"/>
                <a:gd name="connsiteX36" fmla="*/ 273463 w 285750"/>
                <a:gd name="connsiteY36" fmla="*/ 319564 h 523875"/>
                <a:gd name="connsiteX37" fmla="*/ 273844 w 285750"/>
                <a:gd name="connsiteY37" fmla="*/ 318326 h 523875"/>
                <a:gd name="connsiteX38" fmla="*/ 279273 w 285750"/>
                <a:gd name="connsiteY38" fmla="*/ 306896 h 523875"/>
                <a:gd name="connsiteX39" fmla="*/ 279749 w 285750"/>
                <a:gd name="connsiteY39" fmla="*/ 304705 h 523875"/>
                <a:gd name="connsiteX40" fmla="*/ 279749 w 285750"/>
                <a:gd name="connsiteY40" fmla="*/ 303467 h 523875"/>
                <a:gd name="connsiteX41" fmla="*/ 279463 w 285750"/>
                <a:gd name="connsiteY41" fmla="*/ 302609 h 523875"/>
                <a:gd name="connsiteX42" fmla="*/ 278987 w 285750"/>
                <a:gd name="connsiteY42" fmla="*/ 302133 h 523875"/>
                <a:gd name="connsiteX43" fmla="*/ 277559 w 285750"/>
                <a:gd name="connsiteY43" fmla="*/ 301181 h 523875"/>
                <a:gd name="connsiteX44" fmla="*/ 276892 w 285750"/>
                <a:gd name="connsiteY44" fmla="*/ 300133 h 523875"/>
                <a:gd name="connsiteX45" fmla="*/ 276225 w 285750"/>
                <a:gd name="connsiteY45" fmla="*/ 298514 h 523875"/>
                <a:gd name="connsiteX46" fmla="*/ 276034 w 285750"/>
                <a:gd name="connsiteY46" fmla="*/ 296133 h 523875"/>
                <a:gd name="connsiteX47" fmla="*/ 275368 w 285750"/>
                <a:gd name="connsiteY47" fmla="*/ 293846 h 523875"/>
                <a:gd name="connsiteX48" fmla="*/ 274606 w 285750"/>
                <a:gd name="connsiteY48" fmla="*/ 292799 h 523875"/>
                <a:gd name="connsiteX49" fmla="*/ 271939 w 285750"/>
                <a:gd name="connsiteY49" fmla="*/ 288131 h 523875"/>
                <a:gd name="connsiteX50" fmla="*/ 271558 w 285750"/>
                <a:gd name="connsiteY50" fmla="*/ 287560 h 523875"/>
                <a:gd name="connsiteX51" fmla="*/ 269653 w 285750"/>
                <a:gd name="connsiteY51" fmla="*/ 286036 h 523875"/>
                <a:gd name="connsiteX52" fmla="*/ 266890 w 285750"/>
                <a:gd name="connsiteY52" fmla="*/ 286798 h 523875"/>
                <a:gd name="connsiteX53" fmla="*/ 262699 w 285750"/>
                <a:gd name="connsiteY53" fmla="*/ 289084 h 523875"/>
                <a:gd name="connsiteX54" fmla="*/ 257651 w 285750"/>
                <a:gd name="connsiteY54" fmla="*/ 290894 h 523875"/>
                <a:gd name="connsiteX55" fmla="*/ 256127 w 285750"/>
                <a:gd name="connsiteY55" fmla="*/ 291656 h 523875"/>
                <a:gd name="connsiteX56" fmla="*/ 254984 w 285750"/>
                <a:gd name="connsiteY56" fmla="*/ 292513 h 523875"/>
                <a:gd name="connsiteX57" fmla="*/ 249841 w 285750"/>
                <a:gd name="connsiteY57" fmla="*/ 297275 h 523875"/>
                <a:gd name="connsiteX58" fmla="*/ 245936 w 285750"/>
                <a:gd name="connsiteY58" fmla="*/ 300133 h 523875"/>
                <a:gd name="connsiteX59" fmla="*/ 244030 w 285750"/>
                <a:gd name="connsiteY59" fmla="*/ 300895 h 523875"/>
                <a:gd name="connsiteX60" fmla="*/ 242602 w 285750"/>
                <a:gd name="connsiteY60" fmla="*/ 300990 h 523875"/>
                <a:gd name="connsiteX61" fmla="*/ 240887 w 285750"/>
                <a:gd name="connsiteY61" fmla="*/ 300038 h 523875"/>
                <a:gd name="connsiteX62" fmla="*/ 240220 w 285750"/>
                <a:gd name="connsiteY62" fmla="*/ 299847 h 523875"/>
                <a:gd name="connsiteX63" fmla="*/ 239268 w 285750"/>
                <a:gd name="connsiteY63" fmla="*/ 299561 h 523875"/>
                <a:gd name="connsiteX64" fmla="*/ 238506 w 285750"/>
                <a:gd name="connsiteY64" fmla="*/ 299180 h 523875"/>
                <a:gd name="connsiteX65" fmla="*/ 237458 w 285750"/>
                <a:gd name="connsiteY65" fmla="*/ 298228 h 523875"/>
                <a:gd name="connsiteX66" fmla="*/ 235172 w 285750"/>
                <a:gd name="connsiteY66" fmla="*/ 295561 h 523875"/>
                <a:gd name="connsiteX67" fmla="*/ 233743 w 285750"/>
                <a:gd name="connsiteY67" fmla="*/ 294227 h 523875"/>
                <a:gd name="connsiteX68" fmla="*/ 232410 w 285750"/>
                <a:gd name="connsiteY68" fmla="*/ 293180 h 523875"/>
                <a:gd name="connsiteX69" fmla="*/ 230124 w 285750"/>
                <a:gd name="connsiteY69" fmla="*/ 291656 h 523875"/>
                <a:gd name="connsiteX70" fmla="*/ 229267 w 285750"/>
                <a:gd name="connsiteY70" fmla="*/ 290799 h 523875"/>
                <a:gd name="connsiteX71" fmla="*/ 228886 w 285750"/>
                <a:gd name="connsiteY71" fmla="*/ 289560 h 523875"/>
                <a:gd name="connsiteX72" fmla="*/ 228790 w 285750"/>
                <a:gd name="connsiteY72" fmla="*/ 288036 h 523875"/>
                <a:gd name="connsiteX73" fmla="*/ 229171 w 285750"/>
                <a:gd name="connsiteY73" fmla="*/ 284988 h 523875"/>
                <a:gd name="connsiteX74" fmla="*/ 228886 w 285750"/>
                <a:gd name="connsiteY74" fmla="*/ 283464 h 523875"/>
                <a:gd name="connsiteX75" fmla="*/ 228124 w 285750"/>
                <a:gd name="connsiteY75" fmla="*/ 282131 h 523875"/>
                <a:gd name="connsiteX76" fmla="*/ 226504 w 285750"/>
                <a:gd name="connsiteY76" fmla="*/ 279750 h 523875"/>
                <a:gd name="connsiteX77" fmla="*/ 225933 w 285750"/>
                <a:gd name="connsiteY77" fmla="*/ 278511 h 523875"/>
                <a:gd name="connsiteX78" fmla="*/ 225647 w 285750"/>
                <a:gd name="connsiteY78" fmla="*/ 277368 h 523875"/>
                <a:gd name="connsiteX79" fmla="*/ 225457 w 285750"/>
                <a:gd name="connsiteY79" fmla="*/ 275939 h 523875"/>
                <a:gd name="connsiteX80" fmla="*/ 225838 w 285750"/>
                <a:gd name="connsiteY80" fmla="*/ 272225 h 523875"/>
                <a:gd name="connsiteX81" fmla="*/ 226981 w 285750"/>
                <a:gd name="connsiteY81" fmla="*/ 269653 h 523875"/>
                <a:gd name="connsiteX82" fmla="*/ 226981 w 285750"/>
                <a:gd name="connsiteY82" fmla="*/ 269081 h 523875"/>
                <a:gd name="connsiteX83" fmla="*/ 227076 w 285750"/>
                <a:gd name="connsiteY83" fmla="*/ 268700 h 523875"/>
                <a:gd name="connsiteX84" fmla="*/ 227552 w 285750"/>
                <a:gd name="connsiteY84" fmla="*/ 262509 h 523875"/>
                <a:gd name="connsiteX85" fmla="*/ 226886 w 285750"/>
                <a:gd name="connsiteY85" fmla="*/ 252984 h 523875"/>
                <a:gd name="connsiteX86" fmla="*/ 227076 w 285750"/>
                <a:gd name="connsiteY86" fmla="*/ 251460 h 523875"/>
                <a:gd name="connsiteX87" fmla="*/ 227838 w 285750"/>
                <a:gd name="connsiteY87" fmla="*/ 250603 h 523875"/>
                <a:gd name="connsiteX88" fmla="*/ 228981 w 285750"/>
                <a:gd name="connsiteY88" fmla="*/ 250508 h 523875"/>
                <a:gd name="connsiteX89" fmla="*/ 230410 w 285750"/>
                <a:gd name="connsiteY89" fmla="*/ 250127 h 523875"/>
                <a:gd name="connsiteX90" fmla="*/ 231838 w 285750"/>
                <a:gd name="connsiteY90" fmla="*/ 249365 h 523875"/>
                <a:gd name="connsiteX91" fmla="*/ 233172 w 285750"/>
                <a:gd name="connsiteY91" fmla="*/ 247650 h 523875"/>
                <a:gd name="connsiteX92" fmla="*/ 233553 w 285750"/>
                <a:gd name="connsiteY92" fmla="*/ 245936 h 523875"/>
                <a:gd name="connsiteX93" fmla="*/ 233553 w 285750"/>
                <a:gd name="connsiteY93" fmla="*/ 241554 h 523875"/>
                <a:gd name="connsiteX94" fmla="*/ 233839 w 285750"/>
                <a:gd name="connsiteY94" fmla="*/ 240030 h 523875"/>
                <a:gd name="connsiteX95" fmla="*/ 234505 w 285750"/>
                <a:gd name="connsiteY95" fmla="*/ 238220 h 523875"/>
                <a:gd name="connsiteX96" fmla="*/ 234791 w 285750"/>
                <a:gd name="connsiteY96" fmla="*/ 236982 h 523875"/>
                <a:gd name="connsiteX97" fmla="*/ 234791 w 285750"/>
                <a:gd name="connsiteY97" fmla="*/ 235744 h 523875"/>
                <a:gd name="connsiteX98" fmla="*/ 234505 w 285750"/>
                <a:gd name="connsiteY98" fmla="*/ 234315 h 523875"/>
                <a:gd name="connsiteX99" fmla="*/ 234124 w 285750"/>
                <a:gd name="connsiteY99" fmla="*/ 233649 h 523875"/>
                <a:gd name="connsiteX100" fmla="*/ 233458 w 285750"/>
                <a:gd name="connsiteY100" fmla="*/ 233267 h 523875"/>
                <a:gd name="connsiteX101" fmla="*/ 232600 w 285750"/>
                <a:gd name="connsiteY101" fmla="*/ 232982 h 523875"/>
                <a:gd name="connsiteX102" fmla="*/ 231648 w 285750"/>
                <a:gd name="connsiteY102" fmla="*/ 232410 h 523875"/>
                <a:gd name="connsiteX103" fmla="*/ 230695 w 285750"/>
                <a:gd name="connsiteY103" fmla="*/ 231648 h 523875"/>
                <a:gd name="connsiteX104" fmla="*/ 230029 w 285750"/>
                <a:gd name="connsiteY104" fmla="*/ 230410 h 523875"/>
                <a:gd name="connsiteX105" fmla="*/ 229552 w 285750"/>
                <a:gd name="connsiteY105" fmla="*/ 229267 h 523875"/>
                <a:gd name="connsiteX106" fmla="*/ 228981 w 285750"/>
                <a:gd name="connsiteY106" fmla="*/ 227362 h 523875"/>
                <a:gd name="connsiteX107" fmla="*/ 228409 w 285750"/>
                <a:gd name="connsiteY107" fmla="*/ 226124 h 523875"/>
                <a:gd name="connsiteX108" fmla="*/ 227743 w 285750"/>
                <a:gd name="connsiteY108" fmla="*/ 225171 h 523875"/>
                <a:gd name="connsiteX109" fmla="*/ 226790 w 285750"/>
                <a:gd name="connsiteY109" fmla="*/ 224409 h 523875"/>
                <a:gd name="connsiteX110" fmla="*/ 220885 w 285750"/>
                <a:gd name="connsiteY110" fmla="*/ 221742 h 523875"/>
                <a:gd name="connsiteX111" fmla="*/ 215170 w 285750"/>
                <a:gd name="connsiteY111" fmla="*/ 219933 h 523875"/>
                <a:gd name="connsiteX112" fmla="*/ 213360 w 285750"/>
                <a:gd name="connsiteY112" fmla="*/ 219075 h 523875"/>
                <a:gd name="connsiteX113" fmla="*/ 211836 w 285750"/>
                <a:gd name="connsiteY113" fmla="*/ 217742 h 523875"/>
                <a:gd name="connsiteX114" fmla="*/ 210312 w 285750"/>
                <a:gd name="connsiteY114" fmla="*/ 214979 h 523875"/>
                <a:gd name="connsiteX115" fmla="*/ 209836 w 285750"/>
                <a:gd name="connsiteY115" fmla="*/ 212789 h 523875"/>
                <a:gd name="connsiteX116" fmla="*/ 209740 w 285750"/>
                <a:gd name="connsiteY116" fmla="*/ 211169 h 523875"/>
                <a:gd name="connsiteX117" fmla="*/ 209931 w 285750"/>
                <a:gd name="connsiteY117" fmla="*/ 209550 h 523875"/>
                <a:gd name="connsiteX118" fmla="*/ 210407 w 285750"/>
                <a:gd name="connsiteY118" fmla="*/ 207836 h 523875"/>
                <a:gd name="connsiteX119" fmla="*/ 210884 w 285750"/>
                <a:gd name="connsiteY119" fmla="*/ 206883 h 523875"/>
                <a:gd name="connsiteX120" fmla="*/ 211550 w 285750"/>
                <a:gd name="connsiteY120" fmla="*/ 205931 h 523875"/>
                <a:gd name="connsiteX121" fmla="*/ 212122 w 285750"/>
                <a:gd name="connsiteY121" fmla="*/ 205359 h 523875"/>
                <a:gd name="connsiteX122" fmla="*/ 212979 w 285750"/>
                <a:gd name="connsiteY122" fmla="*/ 204978 h 523875"/>
                <a:gd name="connsiteX123" fmla="*/ 213931 w 285750"/>
                <a:gd name="connsiteY123" fmla="*/ 204978 h 523875"/>
                <a:gd name="connsiteX124" fmla="*/ 214979 w 285750"/>
                <a:gd name="connsiteY124" fmla="*/ 205264 h 523875"/>
                <a:gd name="connsiteX125" fmla="*/ 217265 w 285750"/>
                <a:gd name="connsiteY125" fmla="*/ 206312 h 523875"/>
                <a:gd name="connsiteX126" fmla="*/ 218313 w 285750"/>
                <a:gd name="connsiteY126" fmla="*/ 206502 h 523875"/>
                <a:gd name="connsiteX127" fmla="*/ 219361 w 285750"/>
                <a:gd name="connsiteY127" fmla="*/ 206121 h 523875"/>
                <a:gd name="connsiteX128" fmla="*/ 220123 w 285750"/>
                <a:gd name="connsiteY128" fmla="*/ 205550 h 523875"/>
                <a:gd name="connsiteX129" fmla="*/ 220694 w 285750"/>
                <a:gd name="connsiteY129" fmla="*/ 204407 h 523875"/>
                <a:gd name="connsiteX130" fmla="*/ 220599 w 285750"/>
                <a:gd name="connsiteY130" fmla="*/ 203740 h 523875"/>
                <a:gd name="connsiteX131" fmla="*/ 220027 w 285750"/>
                <a:gd name="connsiteY131" fmla="*/ 203168 h 523875"/>
                <a:gd name="connsiteX132" fmla="*/ 219170 w 285750"/>
                <a:gd name="connsiteY132" fmla="*/ 202787 h 523875"/>
                <a:gd name="connsiteX133" fmla="*/ 218218 w 285750"/>
                <a:gd name="connsiteY133" fmla="*/ 201549 h 523875"/>
                <a:gd name="connsiteX134" fmla="*/ 217170 w 285750"/>
                <a:gd name="connsiteY134" fmla="*/ 199644 h 523875"/>
                <a:gd name="connsiteX135" fmla="*/ 215932 w 285750"/>
                <a:gd name="connsiteY135" fmla="*/ 195549 h 523875"/>
                <a:gd name="connsiteX136" fmla="*/ 215170 w 285750"/>
                <a:gd name="connsiteY136" fmla="*/ 193548 h 523875"/>
                <a:gd name="connsiteX137" fmla="*/ 214122 w 285750"/>
                <a:gd name="connsiteY137" fmla="*/ 192215 h 523875"/>
                <a:gd name="connsiteX138" fmla="*/ 213169 w 285750"/>
                <a:gd name="connsiteY138" fmla="*/ 191548 h 523875"/>
                <a:gd name="connsiteX139" fmla="*/ 212407 w 285750"/>
                <a:gd name="connsiteY139" fmla="*/ 190786 h 523875"/>
                <a:gd name="connsiteX140" fmla="*/ 211645 w 285750"/>
                <a:gd name="connsiteY140" fmla="*/ 189452 h 523875"/>
                <a:gd name="connsiteX141" fmla="*/ 211550 w 285750"/>
                <a:gd name="connsiteY141" fmla="*/ 188500 h 523875"/>
                <a:gd name="connsiteX142" fmla="*/ 211741 w 285750"/>
                <a:gd name="connsiteY142" fmla="*/ 187643 h 523875"/>
                <a:gd name="connsiteX143" fmla="*/ 212503 w 285750"/>
                <a:gd name="connsiteY143" fmla="*/ 186309 h 523875"/>
                <a:gd name="connsiteX144" fmla="*/ 213074 w 285750"/>
                <a:gd name="connsiteY144" fmla="*/ 184880 h 523875"/>
                <a:gd name="connsiteX145" fmla="*/ 213360 w 285750"/>
                <a:gd name="connsiteY145" fmla="*/ 182690 h 523875"/>
                <a:gd name="connsiteX146" fmla="*/ 213265 w 285750"/>
                <a:gd name="connsiteY146" fmla="*/ 181833 h 523875"/>
                <a:gd name="connsiteX147" fmla="*/ 212788 w 285750"/>
                <a:gd name="connsiteY147" fmla="*/ 181642 h 523875"/>
                <a:gd name="connsiteX148" fmla="*/ 211931 w 285750"/>
                <a:gd name="connsiteY148" fmla="*/ 182118 h 523875"/>
                <a:gd name="connsiteX149" fmla="*/ 208597 w 285750"/>
                <a:gd name="connsiteY149" fmla="*/ 184500 h 523875"/>
                <a:gd name="connsiteX150" fmla="*/ 207836 w 285750"/>
                <a:gd name="connsiteY150" fmla="*/ 184976 h 523875"/>
                <a:gd name="connsiteX151" fmla="*/ 206121 w 285750"/>
                <a:gd name="connsiteY151" fmla="*/ 185357 h 523875"/>
                <a:gd name="connsiteX152" fmla="*/ 198311 w 285750"/>
                <a:gd name="connsiteY152" fmla="*/ 185738 h 523875"/>
                <a:gd name="connsiteX153" fmla="*/ 195643 w 285750"/>
                <a:gd name="connsiteY153" fmla="*/ 186309 h 523875"/>
                <a:gd name="connsiteX154" fmla="*/ 194500 w 285750"/>
                <a:gd name="connsiteY154" fmla="*/ 186309 h 523875"/>
                <a:gd name="connsiteX155" fmla="*/ 193453 w 285750"/>
                <a:gd name="connsiteY155" fmla="*/ 186024 h 523875"/>
                <a:gd name="connsiteX156" fmla="*/ 190690 w 285750"/>
                <a:gd name="connsiteY156" fmla="*/ 184785 h 523875"/>
                <a:gd name="connsiteX157" fmla="*/ 189928 w 285750"/>
                <a:gd name="connsiteY157" fmla="*/ 184595 h 523875"/>
                <a:gd name="connsiteX158" fmla="*/ 189357 w 285750"/>
                <a:gd name="connsiteY158" fmla="*/ 184595 h 523875"/>
                <a:gd name="connsiteX159" fmla="*/ 188786 w 285750"/>
                <a:gd name="connsiteY159" fmla="*/ 184690 h 523875"/>
                <a:gd name="connsiteX160" fmla="*/ 185928 w 285750"/>
                <a:gd name="connsiteY160" fmla="*/ 185738 h 523875"/>
                <a:gd name="connsiteX161" fmla="*/ 184880 w 285750"/>
                <a:gd name="connsiteY161" fmla="*/ 185833 h 523875"/>
                <a:gd name="connsiteX162" fmla="*/ 183928 w 285750"/>
                <a:gd name="connsiteY162" fmla="*/ 185547 h 523875"/>
                <a:gd name="connsiteX163" fmla="*/ 183070 w 285750"/>
                <a:gd name="connsiteY163" fmla="*/ 184690 h 523875"/>
                <a:gd name="connsiteX164" fmla="*/ 182975 w 285750"/>
                <a:gd name="connsiteY164" fmla="*/ 183642 h 523875"/>
                <a:gd name="connsiteX165" fmla="*/ 183451 w 285750"/>
                <a:gd name="connsiteY165" fmla="*/ 182309 h 523875"/>
                <a:gd name="connsiteX166" fmla="*/ 185833 w 285750"/>
                <a:gd name="connsiteY166" fmla="*/ 179070 h 523875"/>
                <a:gd name="connsiteX167" fmla="*/ 186785 w 285750"/>
                <a:gd name="connsiteY167" fmla="*/ 178022 h 523875"/>
                <a:gd name="connsiteX168" fmla="*/ 193738 w 285750"/>
                <a:gd name="connsiteY168" fmla="*/ 173069 h 523875"/>
                <a:gd name="connsiteX169" fmla="*/ 194786 w 285750"/>
                <a:gd name="connsiteY169" fmla="*/ 170117 h 523875"/>
                <a:gd name="connsiteX170" fmla="*/ 191738 w 285750"/>
                <a:gd name="connsiteY170" fmla="*/ 168497 h 523875"/>
                <a:gd name="connsiteX171" fmla="*/ 189357 w 285750"/>
                <a:gd name="connsiteY171" fmla="*/ 164592 h 523875"/>
                <a:gd name="connsiteX172" fmla="*/ 188119 w 285750"/>
                <a:gd name="connsiteY172" fmla="*/ 163735 h 523875"/>
                <a:gd name="connsiteX173" fmla="*/ 186690 w 285750"/>
                <a:gd name="connsiteY173" fmla="*/ 163068 h 523875"/>
                <a:gd name="connsiteX174" fmla="*/ 185356 w 285750"/>
                <a:gd name="connsiteY174" fmla="*/ 162687 h 523875"/>
                <a:gd name="connsiteX175" fmla="*/ 183832 w 285750"/>
                <a:gd name="connsiteY175" fmla="*/ 162116 h 523875"/>
                <a:gd name="connsiteX176" fmla="*/ 182880 w 285750"/>
                <a:gd name="connsiteY176" fmla="*/ 161354 h 523875"/>
                <a:gd name="connsiteX177" fmla="*/ 180499 w 285750"/>
                <a:gd name="connsiteY177" fmla="*/ 159068 h 523875"/>
                <a:gd name="connsiteX178" fmla="*/ 179356 w 285750"/>
                <a:gd name="connsiteY178" fmla="*/ 158496 h 523875"/>
                <a:gd name="connsiteX179" fmla="*/ 166878 w 285750"/>
                <a:gd name="connsiteY179" fmla="*/ 154591 h 523875"/>
                <a:gd name="connsiteX180" fmla="*/ 161734 w 285750"/>
                <a:gd name="connsiteY180" fmla="*/ 153543 h 523875"/>
                <a:gd name="connsiteX181" fmla="*/ 160687 w 285750"/>
                <a:gd name="connsiteY181" fmla="*/ 152591 h 523875"/>
                <a:gd name="connsiteX182" fmla="*/ 160115 w 285750"/>
                <a:gd name="connsiteY182" fmla="*/ 151638 h 523875"/>
                <a:gd name="connsiteX183" fmla="*/ 160020 w 285750"/>
                <a:gd name="connsiteY183" fmla="*/ 151162 h 523875"/>
                <a:gd name="connsiteX184" fmla="*/ 160020 w 285750"/>
                <a:gd name="connsiteY184" fmla="*/ 151067 h 523875"/>
                <a:gd name="connsiteX185" fmla="*/ 159925 w 285750"/>
                <a:gd name="connsiteY185" fmla="*/ 150495 h 523875"/>
                <a:gd name="connsiteX186" fmla="*/ 159734 w 285750"/>
                <a:gd name="connsiteY186" fmla="*/ 149828 h 523875"/>
                <a:gd name="connsiteX187" fmla="*/ 159544 w 285750"/>
                <a:gd name="connsiteY187" fmla="*/ 149257 h 523875"/>
                <a:gd name="connsiteX188" fmla="*/ 159067 w 285750"/>
                <a:gd name="connsiteY188" fmla="*/ 148400 h 523875"/>
                <a:gd name="connsiteX189" fmla="*/ 158782 w 285750"/>
                <a:gd name="connsiteY189" fmla="*/ 147638 h 523875"/>
                <a:gd name="connsiteX190" fmla="*/ 158877 w 285750"/>
                <a:gd name="connsiteY190" fmla="*/ 146780 h 523875"/>
                <a:gd name="connsiteX191" fmla="*/ 159448 w 285750"/>
                <a:gd name="connsiteY191" fmla="*/ 144875 h 523875"/>
                <a:gd name="connsiteX192" fmla="*/ 159544 w 285750"/>
                <a:gd name="connsiteY192" fmla="*/ 143923 h 523875"/>
                <a:gd name="connsiteX193" fmla="*/ 158972 w 285750"/>
                <a:gd name="connsiteY193" fmla="*/ 142018 h 523875"/>
                <a:gd name="connsiteX194" fmla="*/ 158877 w 285750"/>
                <a:gd name="connsiteY194" fmla="*/ 140970 h 523875"/>
                <a:gd name="connsiteX195" fmla="*/ 159163 w 285750"/>
                <a:gd name="connsiteY195" fmla="*/ 139922 h 523875"/>
                <a:gd name="connsiteX196" fmla="*/ 159925 w 285750"/>
                <a:gd name="connsiteY196" fmla="*/ 138779 h 523875"/>
                <a:gd name="connsiteX197" fmla="*/ 162877 w 285750"/>
                <a:gd name="connsiteY197" fmla="*/ 139160 h 523875"/>
                <a:gd name="connsiteX198" fmla="*/ 164116 w 285750"/>
                <a:gd name="connsiteY198" fmla="*/ 139827 h 523875"/>
                <a:gd name="connsiteX199" fmla="*/ 166688 w 285750"/>
                <a:gd name="connsiteY199" fmla="*/ 140780 h 523875"/>
                <a:gd name="connsiteX200" fmla="*/ 168592 w 285750"/>
                <a:gd name="connsiteY200" fmla="*/ 140780 h 523875"/>
                <a:gd name="connsiteX201" fmla="*/ 171355 w 285750"/>
                <a:gd name="connsiteY201" fmla="*/ 140303 h 523875"/>
                <a:gd name="connsiteX202" fmla="*/ 172688 w 285750"/>
                <a:gd name="connsiteY202" fmla="*/ 139256 h 523875"/>
                <a:gd name="connsiteX203" fmla="*/ 173736 w 285750"/>
                <a:gd name="connsiteY203" fmla="*/ 137827 h 523875"/>
                <a:gd name="connsiteX204" fmla="*/ 174403 w 285750"/>
                <a:gd name="connsiteY204" fmla="*/ 136684 h 523875"/>
                <a:gd name="connsiteX205" fmla="*/ 175355 w 285750"/>
                <a:gd name="connsiteY205" fmla="*/ 135541 h 523875"/>
                <a:gd name="connsiteX206" fmla="*/ 176689 w 285750"/>
                <a:gd name="connsiteY206" fmla="*/ 134588 h 523875"/>
                <a:gd name="connsiteX207" fmla="*/ 178594 w 285750"/>
                <a:gd name="connsiteY207" fmla="*/ 134208 h 523875"/>
                <a:gd name="connsiteX208" fmla="*/ 179546 w 285750"/>
                <a:gd name="connsiteY208" fmla="*/ 133826 h 523875"/>
                <a:gd name="connsiteX209" fmla="*/ 180118 w 285750"/>
                <a:gd name="connsiteY209" fmla="*/ 133541 h 523875"/>
                <a:gd name="connsiteX210" fmla="*/ 180403 w 285750"/>
                <a:gd name="connsiteY210" fmla="*/ 133160 h 523875"/>
                <a:gd name="connsiteX211" fmla="*/ 180499 w 285750"/>
                <a:gd name="connsiteY211" fmla="*/ 132588 h 523875"/>
                <a:gd name="connsiteX212" fmla="*/ 180594 w 285750"/>
                <a:gd name="connsiteY212" fmla="*/ 132302 h 523875"/>
                <a:gd name="connsiteX213" fmla="*/ 180118 w 285750"/>
                <a:gd name="connsiteY213" fmla="*/ 131445 h 523875"/>
                <a:gd name="connsiteX214" fmla="*/ 178403 w 285750"/>
                <a:gd name="connsiteY214" fmla="*/ 129064 h 523875"/>
                <a:gd name="connsiteX215" fmla="*/ 178022 w 285750"/>
                <a:gd name="connsiteY215" fmla="*/ 126873 h 523875"/>
                <a:gd name="connsiteX216" fmla="*/ 177927 w 285750"/>
                <a:gd name="connsiteY216" fmla="*/ 124492 h 523875"/>
                <a:gd name="connsiteX217" fmla="*/ 177641 w 285750"/>
                <a:gd name="connsiteY217" fmla="*/ 123349 h 523875"/>
                <a:gd name="connsiteX218" fmla="*/ 177070 w 285750"/>
                <a:gd name="connsiteY218" fmla="*/ 122301 h 523875"/>
                <a:gd name="connsiteX219" fmla="*/ 176213 w 285750"/>
                <a:gd name="connsiteY219" fmla="*/ 121730 h 523875"/>
                <a:gd name="connsiteX220" fmla="*/ 174974 w 285750"/>
                <a:gd name="connsiteY220" fmla="*/ 121539 h 523875"/>
                <a:gd name="connsiteX221" fmla="*/ 174117 w 285750"/>
                <a:gd name="connsiteY221" fmla="*/ 121730 h 523875"/>
                <a:gd name="connsiteX222" fmla="*/ 172593 w 285750"/>
                <a:gd name="connsiteY222" fmla="*/ 122396 h 523875"/>
                <a:gd name="connsiteX223" fmla="*/ 171736 w 285750"/>
                <a:gd name="connsiteY223" fmla="*/ 122492 h 523875"/>
                <a:gd name="connsiteX224" fmla="*/ 170878 w 285750"/>
                <a:gd name="connsiteY224" fmla="*/ 122396 h 523875"/>
                <a:gd name="connsiteX225" fmla="*/ 168688 w 285750"/>
                <a:gd name="connsiteY225" fmla="*/ 122016 h 523875"/>
                <a:gd name="connsiteX226" fmla="*/ 167830 w 285750"/>
                <a:gd name="connsiteY226" fmla="*/ 121634 h 523875"/>
                <a:gd name="connsiteX227" fmla="*/ 166878 w 285750"/>
                <a:gd name="connsiteY227" fmla="*/ 120968 h 523875"/>
                <a:gd name="connsiteX228" fmla="*/ 165449 w 285750"/>
                <a:gd name="connsiteY228" fmla="*/ 119444 h 523875"/>
                <a:gd name="connsiteX229" fmla="*/ 162877 w 285750"/>
                <a:gd name="connsiteY229" fmla="*/ 115729 h 523875"/>
                <a:gd name="connsiteX230" fmla="*/ 162020 w 285750"/>
                <a:gd name="connsiteY230" fmla="*/ 114967 h 523875"/>
                <a:gd name="connsiteX231" fmla="*/ 161068 w 285750"/>
                <a:gd name="connsiteY231" fmla="*/ 114491 h 523875"/>
                <a:gd name="connsiteX232" fmla="*/ 159925 w 285750"/>
                <a:gd name="connsiteY232" fmla="*/ 114491 h 523875"/>
                <a:gd name="connsiteX233" fmla="*/ 159163 w 285750"/>
                <a:gd name="connsiteY233" fmla="*/ 114681 h 523875"/>
                <a:gd name="connsiteX234" fmla="*/ 158020 w 285750"/>
                <a:gd name="connsiteY234" fmla="*/ 115158 h 523875"/>
                <a:gd name="connsiteX235" fmla="*/ 157448 w 285750"/>
                <a:gd name="connsiteY235" fmla="*/ 115158 h 523875"/>
                <a:gd name="connsiteX236" fmla="*/ 156686 w 285750"/>
                <a:gd name="connsiteY236" fmla="*/ 114872 h 523875"/>
                <a:gd name="connsiteX237" fmla="*/ 155829 w 285750"/>
                <a:gd name="connsiteY237" fmla="*/ 113824 h 523875"/>
                <a:gd name="connsiteX238" fmla="*/ 155257 w 285750"/>
                <a:gd name="connsiteY238" fmla="*/ 113062 h 523875"/>
                <a:gd name="connsiteX239" fmla="*/ 154114 w 285750"/>
                <a:gd name="connsiteY239" fmla="*/ 110871 h 523875"/>
                <a:gd name="connsiteX240" fmla="*/ 153543 w 285750"/>
                <a:gd name="connsiteY240" fmla="*/ 110014 h 523875"/>
                <a:gd name="connsiteX241" fmla="*/ 152495 w 285750"/>
                <a:gd name="connsiteY241" fmla="*/ 108966 h 523875"/>
                <a:gd name="connsiteX242" fmla="*/ 151447 w 285750"/>
                <a:gd name="connsiteY242" fmla="*/ 108299 h 523875"/>
                <a:gd name="connsiteX243" fmla="*/ 150019 w 285750"/>
                <a:gd name="connsiteY243" fmla="*/ 107823 h 523875"/>
                <a:gd name="connsiteX244" fmla="*/ 148209 w 285750"/>
                <a:gd name="connsiteY244" fmla="*/ 107823 h 523875"/>
                <a:gd name="connsiteX245" fmla="*/ 147161 w 285750"/>
                <a:gd name="connsiteY245" fmla="*/ 108109 h 523875"/>
                <a:gd name="connsiteX246" fmla="*/ 146304 w 285750"/>
                <a:gd name="connsiteY246" fmla="*/ 108490 h 523875"/>
                <a:gd name="connsiteX247" fmla="*/ 145447 w 285750"/>
                <a:gd name="connsiteY247" fmla="*/ 108966 h 523875"/>
                <a:gd name="connsiteX248" fmla="*/ 144494 w 285750"/>
                <a:gd name="connsiteY248" fmla="*/ 108966 h 523875"/>
                <a:gd name="connsiteX249" fmla="*/ 143542 w 285750"/>
                <a:gd name="connsiteY249" fmla="*/ 108585 h 523875"/>
                <a:gd name="connsiteX250" fmla="*/ 142113 w 285750"/>
                <a:gd name="connsiteY250" fmla="*/ 107347 h 523875"/>
                <a:gd name="connsiteX251" fmla="*/ 141637 w 285750"/>
                <a:gd name="connsiteY251" fmla="*/ 106394 h 523875"/>
                <a:gd name="connsiteX252" fmla="*/ 141446 w 285750"/>
                <a:gd name="connsiteY252" fmla="*/ 105156 h 523875"/>
                <a:gd name="connsiteX253" fmla="*/ 141922 w 285750"/>
                <a:gd name="connsiteY253" fmla="*/ 100775 h 523875"/>
                <a:gd name="connsiteX254" fmla="*/ 141827 w 285750"/>
                <a:gd name="connsiteY254" fmla="*/ 98012 h 523875"/>
                <a:gd name="connsiteX255" fmla="*/ 141446 w 285750"/>
                <a:gd name="connsiteY255" fmla="*/ 96965 h 523875"/>
                <a:gd name="connsiteX256" fmla="*/ 140494 w 285750"/>
                <a:gd name="connsiteY256" fmla="*/ 96488 h 523875"/>
                <a:gd name="connsiteX257" fmla="*/ 138589 w 285750"/>
                <a:gd name="connsiteY257" fmla="*/ 96393 h 523875"/>
                <a:gd name="connsiteX258" fmla="*/ 134588 w 285750"/>
                <a:gd name="connsiteY258" fmla="*/ 97822 h 523875"/>
                <a:gd name="connsiteX259" fmla="*/ 130207 w 285750"/>
                <a:gd name="connsiteY259" fmla="*/ 100299 h 523875"/>
                <a:gd name="connsiteX260" fmla="*/ 127635 w 285750"/>
                <a:gd name="connsiteY260" fmla="*/ 100584 h 523875"/>
                <a:gd name="connsiteX261" fmla="*/ 121158 w 285750"/>
                <a:gd name="connsiteY261" fmla="*/ 98870 h 523875"/>
                <a:gd name="connsiteX262" fmla="*/ 118586 w 285750"/>
                <a:gd name="connsiteY262" fmla="*/ 98870 h 523875"/>
                <a:gd name="connsiteX263" fmla="*/ 116395 w 285750"/>
                <a:gd name="connsiteY263" fmla="*/ 98489 h 523875"/>
                <a:gd name="connsiteX264" fmla="*/ 114395 w 285750"/>
                <a:gd name="connsiteY264" fmla="*/ 97917 h 523875"/>
                <a:gd name="connsiteX265" fmla="*/ 112586 w 285750"/>
                <a:gd name="connsiteY265" fmla="*/ 97155 h 523875"/>
                <a:gd name="connsiteX266" fmla="*/ 110871 w 285750"/>
                <a:gd name="connsiteY266" fmla="*/ 96012 h 523875"/>
                <a:gd name="connsiteX267" fmla="*/ 108775 w 285750"/>
                <a:gd name="connsiteY267" fmla="*/ 94107 h 523875"/>
                <a:gd name="connsiteX268" fmla="*/ 107061 w 285750"/>
                <a:gd name="connsiteY268" fmla="*/ 92107 h 523875"/>
                <a:gd name="connsiteX269" fmla="*/ 106394 w 285750"/>
                <a:gd name="connsiteY269" fmla="*/ 90964 h 523875"/>
                <a:gd name="connsiteX270" fmla="*/ 105537 w 285750"/>
                <a:gd name="connsiteY270" fmla="*/ 88868 h 523875"/>
                <a:gd name="connsiteX271" fmla="*/ 105061 w 285750"/>
                <a:gd name="connsiteY271" fmla="*/ 85154 h 523875"/>
                <a:gd name="connsiteX272" fmla="*/ 104584 w 285750"/>
                <a:gd name="connsiteY272" fmla="*/ 84011 h 523875"/>
                <a:gd name="connsiteX273" fmla="*/ 104013 w 285750"/>
                <a:gd name="connsiteY273" fmla="*/ 83630 h 523875"/>
                <a:gd name="connsiteX274" fmla="*/ 102679 w 285750"/>
                <a:gd name="connsiteY274" fmla="*/ 83249 h 523875"/>
                <a:gd name="connsiteX275" fmla="*/ 101727 w 285750"/>
                <a:gd name="connsiteY275" fmla="*/ 83153 h 523875"/>
                <a:gd name="connsiteX276" fmla="*/ 101060 w 285750"/>
                <a:gd name="connsiteY276" fmla="*/ 83153 h 523875"/>
                <a:gd name="connsiteX277" fmla="*/ 100108 w 285750"/>
                <a:gd name="connsiteY277" fmla="*/ 83344 h 523875"/>
                <a:gd name="connsiteX278" fmla="*/ 99441 w 285750"/>
                <a:gd name="connsiteY278" fmla="*/ 83344 h 523875"/>
                <a:gd name="connsiteX279" fmla="*/ 98679 w 285750"/>
                <a:gd name="connsiteY279" fmla="*/ 83344 h 523875"/>
                <a:gd name="connsiteX280" fmla="*/ 97726 w 285750"/>
                <a:gd name="connsiteY280" fmla="*/ 82963 h 523875"/>
                <a:gd name="connsiteX281" fmla="*/ 96869 w 285750"/>
                <a:gd name="connsiteY281" fmla="*/ 82487 h 523875"/>
                <a:gd name="connsiteX282" fmla="*/ 94297 w 285750"/>
                <a:gd name="connsiteY282" fmla="*/ 80486 h 523875"/>
                <a:gd name="connsiteX283" fmla="*/ 93250 w 285750"/>
                <a:gd name="connsiteY283" fmla="*/ 80105 h 523875"/>
                <a:gd name="connsiteX284" fmla="*/ 92297 w 285750"/>
                <a:gd name="connsiteY284" fmla="*/ 80010 h 523875"/>
                <a:gd name="connsiteX285" fmla="*/ 90583 w 285750"/>
                <a:gd name="connsiteY285" fmla="*/ 80391 h 523875"/>
                <a:gd name="connsiteX286" fmla="*/ 90011 w 285750"/>
                <a:gd name="connsiteY286" fmla="*/ 80391 h 523875"/>
                <a:gd name="connsiteX287" fmla="*/ 89440 w 285750"/>
                <a:gd name="connsiteY287" fmla="*/ 80105 h 523875"/>
                <a:gd name="connsiteX288" fmla="*/ 88868 w 285750"/>
                <a:gd name="connsiteY288" fmla="*/ 79439 h 523875"/>
                <a:gd name="connsiteX289" fmla="*/ 88201 w 285750"/>
                <a:gd name="connsiteY289" fmla="*/ 78105 h 523875"/>
                <a:gd name="connsiteX290" fmla="*/ 87535 w 285750"/>
                <a:gd name="connsiteY290" fmla="*/ 77058 h 523875"/>
                <a:gd name="connsiteX291" fmla="*/ 86677 w 285750"/>
                <a:gd name="connsiteY291" fmla="*/ 76200 h 523875"/>
                <a:gd name="connsiteX292" fmla="*/ 85249 w 285750"/>
                <a:gd name="connsiteY292" fmla="*/ 75248 h 523875"/>
                <a:gd name="connsiteX293" fmla="*/ 84011 w 285750"/>
                <a:gd name="connsiteY293" fmla="*/ 74771 h 523875"/>
                <a:gd name="connsiteX294" fmla="*/ 80581 w 285750"/>
                <a:gd name="connsiteY294" fmla="*/ 73819 h 523875"/>
                <a:gd name="connsiteX295" fmla="*/ 78676 w 285750"/>
                <a:gd name="connsiteY295" fmla="*/ 72200 h 523875"/>
                <a:gd name="connsiteX296" fmla="*/ 67723 w 285750"/>
                <a:gd name="connsiteY296" fmla="*/ 59341 h 523875"/>
                <a:gd name="connsiteX297" fmla="*/ 66008 w 285750"/>
                <a:gd name="connsiteY297" fmla="*/ 57722 h 523875"/>
                <a:gd name="connsiteX298" fmla="*/ 65151 w 285750"/>
                <a:gd name="connsiteY298" fmla="*/ 57531 h 523875"/>
                <a:gd name="connsiteX299" fmla="*/ 64484 w 285750"/>
                <a:gd name="connsiteY299" fmla="*/ 57531 h 523875"/>
                <a:gd name="connsiteX300" fmla="*/ 63341 w 285750"/>
                <a:gd name="connsiteY300" fmla="*/ 57626 h 523875"/>
                <a:gd name="connsiteX301" fmla="*/ 62770 w 285750"/>
                <a:gd name="connsiteY301" fmla="*/ 57626 h 523875"/>
                <a:gd name="connsiteX302" fmla="*/ 62198 w 285750"/>
                <a:gd name="connsiteY302" fmla="*/ 57531 h 523875"/>
                <a:gd name="connsiteX303" fmla="*/ 61722 w 285750"/>
                <a:gd name="connsiteY303" fmla="*/ 57341 h 523875"/>
                <a:gd name="connsiteX304" fmla="*/ 61341 w 285750"/>
                <a:gd name="connsiteY304" fmla="*/ 56579 h 523875"/>
                <a:gd name="connsiteX305" fmla="*/ 60865 w 285750"/>
                <a:gd name="connsiteY305" fmla="*/ 55055 h 523875"/>
                <a:gd name="connsiteX306" fmla="*/ 60103 w 285750"/>
                <a:gd name="connsiteY306" fmla="*/ 51626 h 523875"/>
                <a:gd name="connsiteX307" fmla="*/ 59341 w 285750"/>
                <a:gd name="connsiteY307" fmla="*/ 49530 h 523875"/>
                <a:gd name="connsiteX308" fmla="*/ 58102 w 285750"/>
                <a:gd name="connsiteY308" fmla="*/ 47530 h 523875"/>
                <a:gd name="connsiteX309" fmla="*/ 56674 w 285750"/>
                <a:gd name="connsiteY309" fmla="*/ 46101 h 523875"/>
                <a:gd name="connsiteX310" fmla="*/ 56197 w 285750"/>
                <a:gd name="connsiteY310" fmla="*/ 45244 h 523875"/>
                <a:gd name="connsiteX311" fmla="*/ 56007 w 285750"/>
                <a:gd name="connsiteY311" fmla="*/ 44387 h 523875"/>
                <a:gd name="connsiteX312" fmla="*/ 55912 w 285750"/>
                <a:gd name="connsiteY312" fmla="*/ 42482 h 523875"/>
                <a:gd name="connsiteX313" fmla="*/ 56102 w 285750"/>
                <a:gd name="connsiteY313" fmla="*/ 41529 h 523875"/>
                <a:gd name="connsiteX314" fmla="*/ 56388 w 285750"/>
                <a:gd name="connsiteY314" fmla="*/ 40767 h 523875"/>
                <a:gd name="connsiteX315" fmla="*/ 58102 w 285750"/>
                <a:gd name="connsiteY315" fmla="*/ 39529 h 523875"/>
                <a:gd name="connsiteX316" fmla="*/ 58579 w 285750"/>
                <a:gd name="connsiteY316" fmla="*/ 38958 h 523875"/>
                <a:gd name="connsiteX317" fmla="*/ 59055 w 285750"/>
                <a:gd name="connsiteY317" fmla="*/ 38195 h 523875"/>
                <a:gd name="connsiteX318" fmla="*/ 59245 w 285750"/>
                <a:gd name="connsiteY318" fmla="*/ 37529 h 523875"/>
                <a:gd name="connsiteX319" fmla="*/ 59341 w 285750"/>
                <a:gd name="connsiteY319" fmla="*/ 36957 h 523875"/>
                <a:gd name="connsiteX320" fmla="*/ 59245 w 285750"/>
                <a:gd name="connsiteY320" fmla="*/ 36576 h 523875"/>
                <a:gd name="connsiteX321" fmla="*/ 59150 w 285750"/>
                <a:gd name="connsiteY321" fmla="*/ 36195 h 523875"/>
                <a:gd name="connsiteX322" fmla="*/ 58864 w 285750"/>
                <a:gd name="connsiteY322" fmla="*/ 35909 h 523875"/>
                <a:gd name="connsiteX323" fmla="*/ 57817 w 285750"/>
                <a:gd name="connsiteY323" fmla="*/ 35719 h 523875"/>
                <a:gd name="connsiteX324" fmla="*/ 56959 w 285750"/>
                <a:gd name="connsiteY324" fmla="*/ 35719 h 523875"/>
                <a:gd name="connsiteX325" fmla="*/ 53721 w 285750"/>
                <a:gd name="connsiteY325" fmla="*/ 36576 h 523875"/>
                <a:gd name="connsiteX326" fmla="*/ 53054 w 285750"/>
                <a:gd name="connsiteY326" fmla="*/ 36767 h 523875"/>
                <a:gd name="connsiteX327" fmla="*/ 52768 w 285750"/>
                <a:gd name="connsiteY327" fmla="*/ 36671 h 523875"/>
                <a:gd name="connsiteX328" fmla="*/ 52483 w 285750"/>
                <a:gd name="connsiteY328" fmla="*/ 36576 h 523875"/>
                <a:gd name="connsiteX329" fmla="*/ 52197 w 285750"/>
                <a:gd name="connsiteY329" fmla="*/ 36291 h 523875"/>
                <a:gd name="connsiteX330" fmla="*/ 51911 w 285750"/>
                <a:gd name="connsiteY330" fmla="*/ 35814 h 523875"/>
                <a:gd name="connsiteX331" fmla="*/ 50578 w 285750"/>
                <a:gd name="connsiteY331" fmla="*/ 33814 h 523875"/>
                <a:gd name="connsiteX332" fmla="*/ 49816 w 285750"/>
                <a:gd name="connsiteY332" fmla="*/ 33147 h 523875"/>
                <a:gd name="connsiteX333" fmla="*/ 49530 w 285750"/>
                <a:gd name="connsiteY333" fmla="*/ 33052 h 523875"/>
                <a:gd name="connsiteX334" fmla="*/ 49435 w 285750"/>
                <a:gd name="connsiteY334" fmla="*/ 33052 h 523875"/>
                <a:gd name="connsiteX335" fmla="*/ 49054 w 285750"/>
                <a:gd name="connsiteY335" fmla="*/ 32861 h 523875"/>
                <a:gd name="connsiteX336" fmla="*/ 48577 w 285750"/>
                <a:gd name="connsiteY336" fmla="*/ 32385 h 523875"/>
                <a:gd name="connsiteX337" fmla="*/ 48006 w 285750"/>
                <a:gd name="connsiteY337" fmla="*/ 31528 h 523875"/>
                <a:gd name="connsiteX338" fmla="*/ 47339 w 285750"/>
                <a:gd name="connsiteY338" fmla="*/ 30194 h 523875"/>
                <a:gd name="connsiteX339" fmla="*/ 45815 w 285750"/>
                <a:gd name="connsiteY339" fmla="*/ 28766 h 523875"/>
                <a:gd name="connsiteX340" fmla="*/ 45339 w 285750"/>
                <a:gd name="connsiteY340" fmla="*/ 28004 h 523875"/>
                <a:gd name="connsiteX341" fmla="*/ 45339 w 285750"/>
                <a:gd name="connsiteY341" fmla="*/ 27051 h 523875"/>
                <a:gd name="connsiteX342" fmla="*/ 45720 w 285750"/>
                <a:gd name="connsiteY342" fmla="*/ 25718 h 523875"/>
                <a:gd name="connsiteX343" fmla="*/ 47339 w 285750"/>
                <a:gd name="connsiteY343" fmla="*/ 23813 h 523875"/>
                <a:gd name="connsiteX344" fmla="*/ 48006 w 285750"/>
                <a:gd name="connsiteY344" fmla="*/ 21241 h 523875"/>
                <a:gd name="connsiteX345" fmla="*/ 42767 w 285750"/>
                <a:gd name="connsiteY345" fmla="*/ 19812 h 523875"/>
                <a:gd name="connsiteX346" fmla="*/ 41338 w 285750"/>
                <a:gd name="connsiteY346" fmla="*/ 19908 h 523875"/>
                <a:gd name="connsiteX347" fmla="*/ 40672 w 285750"/>
                <a:gd name="connsiteY347" fmla="*/ 20669 h 523875"/>
                <a:gd name="connsiteX348" fmla="*/ 40195 w 285750"/>
                <a:gd name="connsiteY348" fmla="*/ 21146 h 523875"/>
                <a:gd name="connsiteX349" fmla="*/ 39433 w 285750"/>
                <a:gd name="connsiteY349" fmla="*/ 21431 h 523875"/>
                <a:gd name="connsiteX350" fmla="*/ 38671 w 285750"/>
                <a:gd name="connsiteY350" fmla="*/ 21622 h 523875"/>
                <a:gd name="connsiteX351" fmla="*/ 37909 w 285750"/>
                <a:gd name="connsiteY351" fmla="*/ 21622 h 523875"/>
                <a:gd name="connsiteX352" fmla="*/ 37147 w 285750"/>
                <a:gd name="connsiteY352" fmla="*/ 21336 h 523875"/>
                <a:gd name="connsiteX353" fmla="*/ 36385 w 285750"/>
                <a:gd name="connsiteY353" fmla="*/ 20479 h 523875"/>
                <a:gd name="connsiteX354" fmla="*/ 34671 w 285750"/>
                <a:gd name="connsiteY354" fmla="*/ 17812 h 523875"/>
                <a:gd name="connsiteX355" fmla="*/ 34004 w 285750"/>
                <a:gd name="connsiteY355" fmla="*/ 17336 h 523875"/>
                <a:gd name="connsiteX356" fmla="*/ 32956 w 285750"/>
                <a:gd name="connsiteY356" fmla="*/ 17241 h 523875"/>
                <a:gd name="connsiteX357" fmla="*/ 32004 w 285750"/>
                <a:gd name="connsiteY357" fmla="*/ 17526 h 523875"/>
                <a:gd name="connsiteX358" fmla="*/ 31147 w 285750"/>
                <a:gd name="connsiteY358" fmla="*/ 18002 h 523875"/>
                <a:gd name="connsiteX359" fmla="*/ 30385 w 285750"/>
                <a:gd name="connsiteY359" fmla="*/ 18098 h 523875"/>
                <a:gd name="connsiteX360" fmla="*/ 29527 w 285750"/>
                <a:gd name="connsiteY360" fmla="*/ 17717 h 523875"/>
                <a:gd name="connsiteX361" fmla="*/ 28575 w 285750"/>
                <a:gd name="connsiteY361" fmla="*/ 16669 h 523875"/>
                <a:gd name="connsiteX362" fmla="*/ 28194 w 285750"/>
                <a:gd name="connsiteY362" fmla="*/ 15812 h 523875"/>
                <a:gd name="connsiteX363" fmla="*/ 28003 w 285750"/>
                <a:gd name="connsiteY363" fmla="*/ 14954 h 523875"/>
                <a:gd name="connsiteX364" fmla="*/ 28003 w 285750"/>
                <a:gd name="connsiteY364" fmla="*/ 14192 h 523875"/>
                <a:gd name="connsiteX365" fmla="*/ 28194 w 285750"/>
                <a:gd name="connsiteY365" fmla="*/ 13335 h 523875"/>
                <a:gd name="connsiteX366" fmla="*/ 28480 w 285750"/>
                <a:gd name="connsiteY366" fmla="*/ 12478 h 523875"/>
                <a:gd name="connsiteX367" fmla="*/ 28575 w 285750"/>
                <a:gd name="connsiteY367" fmla="*/ 12002 h 523875"/>
                <a:gd name="connsiteX368" fmla="*/ 28384 w 285750"/>
                <a:gd name="connsiteY368" fmla="*/ 11621 h 523875"/>
                <a:gd name="connsiteX369" fmla="*/ 27718 w 285750"/>
                <a:gd name="connsiteY369" fmla="*/ 11049 h 523875"/>
                <a:gd name="connsiteX370" fmla="*/ 25146 w 285750"/>
                <a:gd name="connsiteY370" fmla="*/ 9620 h 523875"/>
                <a:gd name="connsiteX371" fmla="*/ 23813 w 285750"/>
                <a:gd name="connsiteY371" fmla="*/ 9144 h 523875"/>
                <a:gd name="connsiteX372" fmla="*/ 22384 w 285750"/>
                <a:gd name="connsiteY372" fmla="*/ 9144 h 523875"/>
                <a:gd name="connsiteX373" fmla="*/ 21431 w 285750"/>
                <a:gd name="connsiteY373" fmla="*/ 9716 h 523875"/>
                <a:gd name="connsiteX374" fmla="*/ 20098 w 285750"/>
                <a:gd name="connsiteY374" fmla="*/ 10763 h 523875"/>
                <a:gd name="connsiteX375" fmla="*/ 19621 w 285750"/>
                <a:gd name="connsiteY375" fmla="*/ 11049 h 523875"/>
                <a:gd name="connsiteX376" fmla="*/ 19240 w 285750"/>
                <a:gd name="connsiteY376" fmla="*/ 11144 h 523875"/>
                <a:gd name="connsiteX377" fmla="*/ 18478 w 285750"/>
                <a:gd name="connsiteY377" fmla="*/ 10954 h 523875"/>
                <a:gd name="connsiteX378" fmla="*/ 17716 w 285750"/>
                <a:gd name="connsiteY378" fmla="*/ 10573 h 523875"/>
                <a:gd name="connsiteX379" fmla="*/ 17145 w 285750"/>
                <a:gd name="connsiteY379" fmla="*/ 9906 h 523875"/>
                <a:gd name="connsiteX380" fmla="*/ 16954 w 285750"/>
                <a:gd name="connsiteY380" fmla="*/ 9335 h 523875"/>
                <a:gd name="connsiteX381" fmla="*/ 16954 w 285750"/>
                <a:gd name="connsiteY381" fmla="*/ 8954 h 523875"/>
                <a:gd name="connsiteX382" fmla="*/ 17240 w 285750"/>
                <a:gd name="connsiteY382" fmla="*/ 8096 h 523875"/>
                <a:gd name="connsiteX383" fmla="*/ 17240 w 285750"/>
                <a:gd name="connsiteY383" fmla="*/ 7716 h 523875"/>
                <a:gd name="connsiteX384" fmla="*/ 17145 w 285750"/>
                <a:gd name="connsiteY384" fmla="*/ 7430 h 523875"/>
                <a:gd name="connsiteX385" fmla="*/ 16669 w 285750"/>
                <a:gd name="connsiteY385" fmla="*/ 7239 h 523875"/>
                <a:gd name="connsiteX386" fmla="*/ 16097 w 285750"/>
                <a:gd name="connsiteY386" fmla="*/ 7049 h 523875"/>
                <a:gd name="connsiteX387" fmla="*/ 13906 w 285750"/>
                <a:gd name="connsiteY387" fmla="*/ 6858 h 523875"/>
                <a:gd name="connsiteX388" fmla="*/ 13240 w 285750"/>
                <a:gd name="connsiteY388" fmla="*/ 6763 h 523875"/>
                <a:gd name="connsiteX389" fmla="*/ 12763 w 285750"/>
                <a:gd name="connsiteY389" fmla="*/ 6382 h 523875"/>
                <a:gd name="connsiteX390" fmla="*/ 12001 w 285750"/>
                <a:gd name="connsiteY390" fmla="*/ 5620 h 523875"/>
                <a:gd name="connsiteX391" fmla="*/ 11620 w 285750"/>
                <a:gd name="connsiteY391" fmla="*/ 4953 h 523875"/>
                <a:gd name="connsiteX392" fmla="*/ 11335 w 285750"/>
                <a:gd name="connsiteY392" fmla="*/ 4191 h 523875"/>
                <a:gd name="connsiteX393" fmla="*/ 11049 w 285750"/>
                <a:gd name="connsiteY393" fmla="*/ 2191 h 523875"/>
                <a:gd name="connsiteX394" fmla="*/ 10954 w 285750"/>
                <a:gd name="connsiteY394" fmla="*/ 1619 h 523875"/>
                <a:gd name="connsiteX395" fmla="*/ 10763 w 285750"/>
                <a:gd name="connsiteY395" fmla="*/ 1048 h 523875"/>
                <a:gd name="connsiteX396" fmla="*/ 10477 w 285750"/>
                <a:gd name="connsiteY396" fmla="*/ 762 h 523875"/>
                <a:gd name="connsiteX397" fmla="*/ 10001 w 285750"/>
                <a:gd name="connsiteY397" fmla="*/ 476 h 523875"/>
                <a:gd name="connsiteX398" fmla="*/ 9144 w 285750"/>
                <a:gd name="connsiteY398" fmla="*/ 191 h 523875"/>
                <a:gd name="connsiteX399" fmla="*/ 7620 w 285750"/>
                <a:gd name="connsiteY399" fmla="*/ 0 h 523875"/>
                <a:gd name="connsiteX400" fmla="*/ 5048 w 285750"/>
                <a:gd name="connsiteY400" fmla="*/ 191 h 523875"/>
                <a:gd name="connsiteX401" fmla="*/ 0 w 285750"/>
                <a:gd name="connsiteY401" fmla="*/ 1715 h 523875"/>
                <a:gd name="connsiteX402" fmla="*/ 190 w 285750"/>
                <a:gd name="connsiteY402" fmla="*/ 2477 h 523875"/>
                <a:gd name="connsiteX403" fmla="*/ 1810 w 285750"/>
                <a:gd name="connsiteY403" fmla="*/ 4382 h 523875"/>
                <a:gd name="connsiteX404" fmla="*/ 2953 w 285750"/>
                <a:gd name="connsiteY404" fmla="*/ 6477 h 523875"/>
                <a:gd name="connsiteX405" fmla="*/ 11620 w 285750"/>
                <a:gd name="connsiteY405" fmla="*/ 28670 h 523875"/>
                <a:gd name="connsiteX406" fmla="*/ 14097 w 285750"/>
                <a:gd name="connsiteY406" fmla="*/ 32290 h 523875"/>
                <a:gd name="connsiteX407" fmla="*/ 15145 w 285750"/>
                <a:gd name="connsiteY407" fmla="*/ 34100 h 523875"/>
                <a:gd name="connsiteX408" fmla="*/ 15526 w 285750"/>
                <a:gd name="connsiteY408" fmla="*/ 36481 h 523875"/>
                <a:gd name="connsiteX409" fmla="*/ 15907 w 285750"/>
                <a:gd name="connsiteY409" fmla="*/ 37624 h 523875"/>
                <a:gd name="connsiteX410" fmla="*/ 16764 w 285750"/>
                <a:gd name="connsiteY410" fmla="*/ 38386 h 523875"/>
                <a:gd name="connsiteX411" fmla="*/ 17526 w 285750"/>
                <a:gd name="connsiteY411" fmla="*/ 39053 h 523875"/>
                <a:gd name="connsiteX412" fmla="*/ 17907 w 285750"/>
                <a:gd name="connsiteY412" fmla="*/ 39719 h 523875"/>
                <a:gd name="connsiteX413" fmla="*/ 18097 w 285750"/>
                <a:gd name="connsiteY413" fmla="*/ 40672 h 523875"/>
                <a:gd name="connsiteX414" fmla="*/ 18955 w 285750"/>
                <a:gd name="connsiteY414" fmla="*/ 43149 h 523875"/>
                <a:gd name="connsiteX415" fmla="*/ 26384 w 285750"/>
                <a:gd name="connsiteY415" fmla="*/ 56007 h 523875"/>
                <a:gd name="connsiteX416" fmla="*/ 28194 w 285750"/>
                <a:gd name="connsiteY416" fmla="*/ 60389 h 523875"/>
                <a:gd name="connsiteX417" fmla="*/ 28861 w 285750"/>
                <a:gd name="connsiteY417" fmla="*/ 63056 h 523875"/>
                <a:gd name="connsiteX418" fmla="*/ 29051 w 285750"/>
                <a:gd name="connsiteY418" fmla="*/ 64580 h 523875"/>
                <a:gd name="connsiteX419" fmla="*/ 28956 w 285750"/>
                <a:gd name="connsiteY419" fmla="*/ 66008 h 523875"/>
                <a:gd name="connsiteX420" fmla="*/ 29908 w 285750"/>
                <a:gd name="connsiteY420" fmla="*/ 64961 h 523875"/>
                <a:gd name="connsiteX421" fmla="*/ 30575 w 285750"/>
                <a:gd name="connsiteY421" fmla="*/ 63913 h 523875"/>
                <a:gd name="connsiteX422" fmla="*/ 31432 w 285750"/>
                <a:gd name="connsiteY422" fmla="*/ 63151 h 523875"/>
                <a:gd name="connsiteX423" fmla="*/ 32956 w 285750"/>
                <a:gd name="connsiteY423" fmla="*/ 62770 h 523875"/>
                <a:gd name="connsiteX424" fmla="*/ 32956 w 285750"/>
                <a:gd name="connsiteY424" fmla="*/ 63627 h 523875"/>
                <a:gd name="connsiteX425" fmla="*/ 31909 w 285750"/>
                <a:gd name="connsiteY425" fmla="*/ 67628 h 523875"/>
                <a:gd name="connsiteX426" fmla="*/ 33433 w 285750"/>
                <a:gd name="connsiteY426" fmla="*/ 73057 h 523875"/>
                <a:gd name="connsiteX427" fmla="*/ 37624 w 285750"/>
                <a:gd name="connsiteY427" fmla="*/ 83058 h 523875"/>
                <a:gd name="connsiteX428" fmla="*/ 38290 w 285750"/>
                <a:gd name="connsiteY428" fmla="*/ 87249 h 523875"/>
                <a:gd name="connsiteX429" fmla="*/ 39148 w 285750"/>
                <a:gd name="connsiteY429" fmla="*/ 89535 h 523875"/>
                <a:gd name="connsiteX430" fmla="*/ 40862 w 285750"/>
                <a:gd name="connsiteY430" fmla="*/ 91154 h 523875"/>
                <a:gd name="connsiteX431" fmla="*/ 40672 w 285750"/>
                <a:gd name="connsiteY431" fmla="*/ 90678 h 523875"/>
                <a:gd name="connsiteX432" fmla="*/ 41053 w 285750"/>
                <a:gd name="connsiteY432" fmla="*/ 90107 h 523875"/>
                <a:gd name="connsiteX433" fmla="*/ 41815 w 285750"/>
                <a:gd name="connsiteY433" fmla="*/ 89630 h 523875"/>
                <a:gd name="connsiteX434" fmla="*/ 42386 w 285750"/>
                <a:gd name="connsiteY434" fmla="*/ 89535 h 523875"/>
                <a:gd name="connsiteX435" fmla="*/ 42386 w 285750"/>
                <a:gd name="connsiteY435" fmla="*/ 87535 h 523875"/>
                <a:gd name="connsiteX436" fmla="*/ 42481 w 285750"/>
                <a:gd name="connsiteY436" fmla="*/ 80296 h 523875"/>
                <a:gd name="connsiteX437" fmla="*/ 44577 w 285750"/>
                <a:gd name="connsiteY437" fmla="*/ 79248 h 523875"/>
                <a:gd name="connsiteX438" fmla="*/ 46577 w 285750"/>
                <a:gd name="connsiteY438" fmla="*/ 79820 h 523875"/>
                <a:gd name="connsiteX439" fmla="*/ 48673 w 285750"/>
                <a:gd name="connsiteY439" fmla="*/ 80201 h 523875"/>
                <a:gd name="connsiteX440" fmla="*/ 49339 w 285750"/>
                <a:gd name="connsiteY440" fmla="*/ 79248 h 523875"/>
                <a:gd name="connsiteX441" fmla="*/ 50101 w 285750"/>
                <a:gd name="connsiteY441" fmla="*/ 78486 h 523875"/>
                <a:gd name="connsiteX442" fmla="*/ 51721 w 285750"/>
                <a:gd name="connsiteY442" fmla="*/ 77629 h 523875"/>
                <a:gd name="connsiteX443" fmla="*/ 52578 w 285750"/>
                <a:gd name="connsiteY443" fmla="*/ 76581 h 523875"/>
                <a:gd name="connsiteX444" fmla="*/ 54007 w 285750"/>
                <a:gd name="connsiteY444" fmla="*/ 75248 h 523875"/>
                <a:gd name="connsiteX445" fmla="*/ 55816 w 285750"/>
                <a:gd name="connsiteY445" fmla="*/ 75533 h 523875"/>
                <a:gd name="connsiteX446" fmla="*/ 57626 w 285750"/>
                <a:gd name="connsiteY446" fmla="*/ 76200 h 523875"/>
                <a:gd name="connsiteX447" fmla="*/ 59436 w 285750"/>
                <a:gd name="connsiteY447" fmla="*/ 75438 h 523875"/>
                <a:gd name="connsiteX448" fmla="*/ 60769 w 285750"/>
                <a:gd name="connsiteY448" fmla="*/ 74676 h 523875"/>
                <a:gd name="connsiteX449" fmla="*/ 62579 w 285750"/>
                <a:gd name="connsiteY449" fmla="*/ 75248 h 523875"/>
                <a:gd name="connsiteX450" fmla="*/ 62579 w 285750"/>
                <a:gd name="connsiteY450" fmla="*/ 76962 h 523875"/>
                <a:gd name="connsiteX451" fmla="*/ 60865 w 285750"/>
                <a:gd name="connsiteY451" fmla="*/ 76867 h 523875"/>
                <a:gd name="connsiteX452" fmla="*/ 59722 w 285750"/>
                <a:gd name="connsiteY452" fmla="*/ 77915 h 523875"/>
                <a:gd name="connsiteX453" fmla="*/ 58102 w 285750"/>
                <a:gd name="connsiteY453" fmla="*/ 78867 h 523875"/>
                <a:gd name="connsiteX454" fmla="*/ 56959 w 285750"/>
                <a:gd name="connsiteY454" fmla="*/ 79820 h 523875"/>
                <a:gd name="connsiteX455" fmla="*/ 55816 w 285750"/>
                <a:gd name="connsiteY455" fmla="*/ 80486 h 523875"/>
                <a:gd name="connsiteX456" fmla="*/ 54959 w 285750"/>
                <a:gd name="connsiteY456" fmla="*/ 80010 h 523875"/>
                <a:gd name="connsiteX457" fmla="*/ 54197 w 285750"/>
                <a:gd name="connsiteY457" fmla="*/ 79534 h 523875"/>
                <a:gd name="connsiteX458" fmla="*/ 52483 w 285750"/>
                <a:gd name="connsiteY458" fmla="*/ 81058 h 523875"/>
                <a:gd name="connsiteX459" fmla="*/ 51625 w 285750"/>
                <a:gd name="connsiteY459" fmla="*/ 83916 h 523875"/>
                <a:gd name="connsiteX460" fmla="*/ 52102 w 285750"/>
                <a:gd name="connsiteY460" fmla="*/ 85344 h 523875"/>
                <a:gd name="connsiteX461" fmla="*/ 51911 w 285750"/>
                <a:gd name="connsiteY461" fmla="*/ 87059 h 523875"/>
                <a:gd name="connsiteX462" fmla="*/ 52102 w 285750"/>
                <a:gd name="connsiteY462" fmla="*/ 87249 h 523875"/>
                <a:gd name="connsiteX463" fmla="*/ 54292 w 285750"/>
                <a:gd name="connsiteY463" fmla="*/ 89440 h 523875"/>
                <a:gd name="connsiteX464" fmla="*/ 54864 w 285750"/>
                <a:gd name="connsiteY464" fmla="*/ 90678 h 523875"/>
                <a:gd name="connsiteX465" fmla="*/ 53149 w 285750"/>
                <a:gd name="connsiteY465" fmla="*/ 91154 h 523875"/>
                <a:gd name="connsiteX466" fmla="*/ 49244 w 285750"/>
                <a:gd name="connsiteY466" fmla="*/ 90869 h 523875"/>
                <a:gd name="connsiteX467" fmla="*/ 48958 w 285750"/>
                <a:gd name="connsiteY467" fmla="*/ 91726 h 523875"/>
                <a:gd name="connsiteX468" fmla="*/ 50292 w 285750"/>
                <a:gd name="connsiteY468" fmla="*/ 94393 h 523875"/>
                <a:gd name="connsiteX469" fmla="*/ 51625 w 285750"/>
                <a:gd name="connsiteY469" fmla="*/ 96108 h 523875"/>
                <a:gd name="connsiteX470" fmla="*/ 53245 w 285750"/>
                <a:gd name="connsiteY470" fmla="*/ 97346 h 523875"/>
                <a:gd name="connsiteX471" fmla="*/ 55054 w 285750"/>
                <a:gd name="connsiteY471" fmla="*/ 98108 h 523875"/>
                <a:gd name="connsiteX472" fmla="*/ 57055 w 285750"/>
                <a:gd name="connsiteY472" fmla="*/ 98298 h 523875"/>
                <a:gd name="connsiteX473" fmla="*/ 58483 w 285750"/>
                <a:gd name="connsiteY473" fmla="*/ 97917 h 523875"/>
                <a:gd name="connsiteX474" fmla="*/ 60674 w 285750"/>
                <a:gd name="connsiteY474" fmla="*/ 95822 h 523875"/>
                <a:gd name="connsiteX475" fmla="*/ 62198 w 285750"/>
                <a:gd name="connsiteY475" fmla="*/ 95060 h 523875"/>
                <a:gd name="connsiteX476" fmla="*/ 61341 w 285750"/>
                <a:gd name="connsiteY476" fmla="*/ 97060 h 523875"/>
                <a:gd name="connsiteX477" fmla="*/ 60960 w 285750"/>
                <a:gd name="connsiteY477" fmla="*/ 98584 h 523875"/>
                <a:gd name="connsiteX478" fmla="*/ 61436 w 285750"/>
                <a:gd name="connsiteY478" fmla="*/ 99822 h 523875"/>
                <a:gd name="connsiteX479" fmla="*/ 62960 w 285750"/>
                <a:gd name="connsiteY479" fmla="*/ 100775 h 523875"/>
                <a:gd name="connsiteX480" fmla="*/ 62960 w 285750"/>
                <a:gd name="connsiteY480" fmla="*/ 101537 h 523875"/>
                <a:gd name="connsiteX481" fmla="*/ 54483 w 285750"/>
                <a:gd name="connsiteY481" fmla="*/ 99727 h 523875"/>
                <a:gd name="connsiteX482" fmla="*/ 52292 w 285750"/>
                <a:gd name="connsiteY482" fmla="*/ 100108 h 523875"/>
                <a:gd name="connsiteX483" fmla="*/ 54197 w 285750"/>
                <a:gd name="connsiteY483" fmla="*/ 104013 h 523875"/>
                <a:gd name="connsiteX484" fmla="*/ 57150 w 285750"/>
                <a:gd name="connsiteY484" fmla="*/ 107252 h 523875"/>
                <a:gd name="connsiteX485" fmla="*/ 57436 w 285750"/>
                <a:gd name="connsiteY485" fmla="*/ 108490 h 523875"/>
                <a:gd name="connsiteX486" fmla="*/ 57817 w 285750"/>
                <a:gd name="connsiteY486" fmla="*/ 108871 h 523875"/>
                <a:gd name="connsiteX487" fmla="*/ 59817 w 285750"/>
                <a:gd name="connsiteY487" fmla="*/ 108109 h 523875"/>
                <a:gd name="connsiteX488" fmla="*/ 60579 w 285750"/>
                <a:gd name="connsiteY488" fmla="*/ 108014 h 523875"/>
                <a:gd name="connsiteX489" fmla="*/ 75152 w 285750"/>
                <a:gd name="connsiteY489" fmla="*/ 124301 h 523875"/>
                <a:gd name="connsiteX490" fmla="*/ 78010 w 285750"/>
                <a:gd name="connsiteY490" fmla="*/ 128207 h 523875"/>
                <a:gd name="connsiteX491" fmla="*/ 84296 w 285750"/>
                <a:gd name="connsiteY491" fmla="*/ 143542 h 523875"/>
                <a:gd name="connsiteX492" fmla="*/ 83915 w 285750"/>
                <a:gd name="connsiteY492" fmla="*/ 145161 h 523875"/>
                <a:gd name="connsiteX493" fmla="*/ 86106 w 285750"/>
                <a:gd name="connsiteY493" fmla="*/ 148304 h 523875"/>
                <a:gd name="connsiteX494" fmla="*/ 86773 w 285750"/>
                <a:gd name="connsiteY494" fmla="*/ 150400 h 523875"/>
                <a:gd name="connsiteX495" fmla="*/ 87058 w 285750"/>
                <a:gd name="connsiteY495" fmla="*/ 152781 h 523875"/>
                <a:gd name="connsiteX496" fmla="*/ 87916 w 285750"/>
                <a:gd name="connsiteY496" fmla="*/ 154115 h 523875"/>
                <a:gd name="connsiteX497" fmla="*/ 89535 w 285750"/>
                <a:gd name="connsiteY497" fmla="*/ 154686 h 523875"/>
                <a:gd name="connsiteX498" fmla="*/ 91821 w 285750"/>
                <a:gd name="connsiteY498" fmla="*/ 154877 h 523875"/>
                <a:gd name="connsiteX499" fmla="*/ 93536 w 285750"/>
                <a:gd name="connsiteY499" fmla="*/ 155448 h 523875"/>
                <a:gd name="connsiteX500" fmla="*/ 94964 w 285750"/>
                <a:gd name="connsiteY500" fmla="*/ 156972 h 523875"/>
                <a:gd name="connsiteX501" fmla="*/ 96964 w 285750"/>
                <a:gd name="connsiteY501" fmla="*/ 160496 h 523875"/>
                <a:gd name="connsiteX502" fmla="*/ 98869 w 285750"/>
                <a:gd name="connsiteY502" fmla="*/ 164973 h 523875"/>
                <a:gd name="connsiteX503" fmla="*/ 100108 w 285750"/>
                <a:gd name="connsiteY503" fmla="*/ 166688 h 523875"/>
                <a:gd name="connsiteX504" fmla="*/ 101632 w 285750"/>
                <a:gd name="connsiteY504" fmla="*/ 166211 h 523875"/>
                <a:gd name="connsiteX505" fmla="*/ 102489 w 285750"/>
                <a:gd name="connsiteY505" fmla="*/ 167640 h 523875"/>
                <a:gd name="connsiteX506" fmla="*/ 102108 w 285750"/>
                <a:gd name="connsiteY506" fmla="*/ 168593 h 523875"/>
                <a:gd name="connsiteX507" fmla="*/ 100965 w 285750"/>
                <a:gd name="connsiteY507" fmla="*/ 169450 h 523875"/>
                <a:gd name="connsiteX508" fmla="*/ 101155 w 285750"/>
                <a:gd name="connsiteY508" fmla="*/ 170879 h 523875"/>
                <a:gd name="connsiteX509" fmla="*/ 101441 w 285750"/>
                <a:gd name="connsiteY509" fmla="*/ 171641 h 523875"/>
                <a:gd name="connsiteX510" fmla="*/ 101917 w 285750"/>
                <a:gd name="connsiteY510" fmla="*/ 172308 h 523875"/>
                <a:gd name="connsiteX511" fmla="*/ 102489 w 285750"/>
                <a:gd name="connsiteY511" fmla="*/ 173355 h 523875"/>
                <a:gd name="connsiteX512" fmla="*/ 112871 w 285750"/>
                <a:gd name="connsiteY512" fmla="*/ 198406 h 523875"/>
                <a:gd name="connsiteX513" fmla="*/ 118300 w 285750"/>
                <a:gd name="connsiteY513" fmla="*/ 217742 h 523875"/>
                <a:gd name="connsiteX514" fmla="*/ 120015 w 285750"/>
                <a:gd name="connsiteY514" fmla="*/ 227552 h 523875"/>
                <a:gd name="connsiteX515" fmla="*/ 121920 w 285750"/>
                <a:gd name="connsiteY515" fmla="*/ 232315 h 523875"/>
                <a:gd name="connsiteX516" fmla="*/ 125444 w 285750"/>
                <a:gd name="connsiteY516" fmla="*/ 233839 h 523875"/>
                <a:gd name="connsiteX517" fmla="*/ 124873 w 285750"/>
                <a:gd name="connsiteY517" fmla="*/ 234410 h 523875"/>
                <a:gd name="connsiteX518" fmla="*/ 123444 w 285750"/>
                <a:gd name="connsiteY518" fmla="*/ 235649 h 523875"/>
                <a:gd name="connsiteX519" fmla="*/ 123063 w 285750"/>
                <a:gd name="connsiteY519" fmla="*/ 236220 h 523875"/>
                <a:gd name="connsiteX520" fmla="*/ 123158 w 285750"/>
                <a:gd name="connsiteY520" fmla="*/ 237363 h 523875"/>
                <a:gd name="connsiteX521" fmla="*/ 123730 w 285750"/>
                <a:gd name="connsiteY521" fmla="*/ 238316 h 523875"/>
                <a:gd name="connsiteX522" fmla="*/ 124301 w 285750"/>
                <a:gd name="connsiteY522" fmla="*/ 239078 h 523875"/>
                <a:gd name="connsiteX523" fmla="*/ 124682 w 285750"/>
                <a:gd name="connsiteY523" fmla="*/ 239935 h 523875"/>
                <a:gd name="connsiteX524" fmla="*/ 125158 w 285750"/>
                <a:gd name="connsiteY524" fmla="*/ 242030 h 523875"/>
                <a:gd name="connsiteX525" fmla="*/ 132112 w 285750"/>
                <a:gd name="connsiteY525" fmla="*/ 256223 h 523875"/>
                <a:gd name="connsiteX526" fmla="*/ 133064 w 285750"/>
                <a:gd name="connsiteY526" fmla="*/ 260700 h 523875"/>
                <a:gd name="connsiteX527" fmla="*/ 134302 w 285750"/>
                <a:gd name="connsiteY527" fmla="*/ 262319 h 523875"/>
                <a:gd name="connsiteX528" fmla="*/ 137350 w 285750"/>
                <a:gd name="connsiteY528" fmla="*/ 265176 h 523875"/>
                <a:gd name="connsiteX529" fmla="*/ 138208 w 285750"/>
                <a:gd name="connsiteY529" fmla="*/ 266986 h 523875"/>
                <a:gd name="connsiteX530" fmla="*/ 139446 w 285750"/>
                <a:gd name="connsiteY530" fmla="*/ 272129 h 523875"/>
                <a:gd name="connsiteX531" fmla="*/ 139636 w 285750"/>
                <a:gd name="connsiteY531" fmla="*/ 274511 h 523875"/>
                <a:gd name="connsiteX532" fmla="*/ 140208 w 285750"/>
                <a:gd name="connsiteY532" fmla="*/ 276511 h 523875"/>
                <a:gd name="connsiteX533" fmla="*/ 144399 w 285750"/>
                <a:gd name="connsiteY533" fmla="*/ 282131 h 523875"/>
                <a:gd name="connsiteX534" fmla="*/ 146113 w 285750"/>
                <a:gd name="connsiteY534" fmla="*/ 286893 h 523875"/>
                <a:gd name="connsiteX535" fmla="*/ 148114 w 285750"/>
                <a:gd name="connsiteY535" fmla="*/ 296609 h 523875"/>
                <a:gd name="connsiteX536" fmla="*/ 149828 w 285750"/>
                <a:gd name="connsiteY536" fmla="*/ 301371 h 523875"/>
                <a:gd name="connsiteX537" fmla="*/ 150686 w 285750"/>
                <a:gd name="connsiteY537" fmla="*/ 302991 h 523875"/>
                <a:gd name="connsiteX538" fmla="*/ 151828 w 285750"/>
                <a:gd name="connsiteY538" fmla="*/ 304514 h 523875"/>
                <a:gd name="connsiteX539" fmla="*/ 153448 w 285750"/>
                <a:gd name="connsiteY539" fmla="*/ 304991 h 523875"/>
                <a:gd name="connsiteX540" fmla="*/ 155448 w 285750"/>
                <a:gd name="connsiteY540" fmla="*/ 303848 h 523875"/>
                <a:gd name="connsiteX541" fmla="*/ 156305 w 285750"/>
                <a:gd name="connsiteY541" fmla="*/ 301847 h 523875"/>
                <a:gd name="connsiteX542" fmla="*/ 156115 w 285750"/>
                <a:gd name="connsiteY542" fmla="*/ 299752 h 523875"/>
                <a:gd name="connsiteX543" fmla="*/ 154686 w 285750"/>
                <a:gd name="connsiteY543" fmla="*/ 295751 h 523875"/>
                <a:gd name="connsiteX544" fmla="*/ 155924 w 285750"/>
                <a:gd name="connsiteY544" fmla="*/ 296418 h 523875"/>
                <a:gd name="connsiteX545" fmla="*/ 156781 w 285750"/>
                <a:gd name="connsiteY545" fmla="*/ 297561 h 523875"/>
                <a:gd name="connsiteX546" fmla="*/ 157924 w 285750"/>
                <a:gd name="connsiteY546" fmla="*/ 299752 h 523875"/>
                <a:gd name="connsiteX547" fmla="*/ 158496 w 285750"/>
                <a:gd name="connsiteY547" fmla="*/ 299752 h 523875"/>
                <a:gd name="connsiteX548" fmla="*/ 159258 w 285750"/>
                <a:gd name="connsiteY548" fmla="*/ 299276 h 523875"/>
                <a:gd name="connsiteX549" fmla="*/ 159925 w 285750"/>
                <a:gd name="connsiteY549" fmla="*/ 299180 h 523875"/>
                <a:gd name="connsiteX550" fmla="*/ 160211 w 285750"/>
                <a:gd name="connsiteY550" fmla="*/ 300133 h 523875"/>
                <a:gd name="connsiteX551" fmla="*/ 160020 w 285750"/>
                <a:gd name="connsiteY551" fmla="*/ 300990 h 523875"/>
                <a:gd name="connsiteX552" fmla="*/ 159544 w 285750"/>
                <a:gd name="connsiteY552" fmla="*/ 301752 h 523875"/>
                <a:gd name="connsiteX553" fmla="*/ 159448 w 285750"/>
                <a:gd name="connsiteY553" fmla="*/ 302609 h 523875"/>
                <a:gd name="connsiteX554" fmla="*/ 158020 w 285750"/>
                <a:gd name="connsiteY554" fmla="*/ 304133 h 523875"/>
                <a:gd name="connsiteX555" fmla="*/ 152686 w 285750"/>
                <a:gd name="connsiteY555" fmla="*/ 307181 h 523875"/>
                <a:gd name="connsiteX556" fmla="*/ 152686 w 285750"/>
                <a:gd name="connsiteY556" fmla="*/ 308991 h 523875"/>
                <a:gd name="connsiteX557" fmla="*/ 153448 w 285750"/>
                <a:gd name="connsiteY557" fmla="*/ 310229 h 523875"/>
                <a:gd name="connsiteX558" fmla="*/ 153543 w 285750"/>
                <a:gd name="connsiteY558" fmla="*/ 311277 h 523875"/>
                <a:gd name="connsiteX559" fmla="*/ 153067 w 285750"/>
                <a:gd name="connsiteY559" fmla="*/ 312992 h 523875"/>
                <a:gd name="connsiteX560" fmla="*/ 153257 w 285750"/>
                <a:gd name="connsiteY560" fmla="*/ 314801 h 523875"/>
                <a:gd name="connsiteX561" fmla="*/ 156972 w 285750"/>
                <a:gd name="connsiteY561" fmla="*/ 324326 h 523875"/>
                <a:gd name="connsiteX562" fmla="*/ 158496 w 285750"/>
                <a:gd name="connsiteY562" fmla="*/ 327184 h 523875"/>
                <a:gd name="connsiteX563" fmla="*/ 160211 w 285750"/>
                <a:gd name="connsiteY563" fmla="*/ 328708 h 523875"/>
                <a:gd name="connsiteX564" fmla="*/ 159258 w 285750"/>
                <a:gd name="connsiteY564" fmla="*/ 326612 h 523875"/>
                <a:gd name="connsiteX565" fmla="*/ 158782 w 285750"/>
                <a:gd name="connsiteY565" fmla="*/ 324136 h 523875"/>
                <a:gd name="connsiteX566" fmla="*/ 158591 w 285750"/>
                <a:gd name="connsiteY566" fmla="*/ 319469 h 523875"/>
                <a:gd name="connsiteX567" fmla="*/ 157924 w 285750"/>
                <a:gd name="connsiteY567" fmla="*/ 317564 h 523875"/>
                <a:gd name="connsiteX568" fmla="*/ 156781 w 285750"/>
                <a:gd name="connsiteY568" fmla="*/ 315659 h 523875"/>
                <a:gd name="connsiteX569" fmla="*/ 156115 w 285750"/>
                <a:gd name="connsiteY569" fmla="*/ 313468 h 523875"/>
                <a:gd name="connsiteX570" fmla="*/ 156972 w 285750"/>
                <a:gd name="connsiteY570" fmla="*/ 310991 h 523875"/>
                <a:gd name="connsiteX571" fmla="*/ 157924 w 285750"/>
                <a:gd name="connsiteY571" fmla="*/ 313468 h 523875"/>
                <a:gd name="connsiteX572" fmla="*/ 158401 w 285750"/>
                <a:gd name="connsiteY572" fmla="*/ 314325 h 523875"/>
                <a:gd name="connsiteX573" fmla="*/ 159448 w 285750"/>
                <a:gd name="connsiteY573" fmla="*/ 315087 h 523875"/>
                <a:gd name="connsiteX574" fmla="*/ 160496 w 285750"/>
                <a:gd name="connsiteY574" fmla="*/ 315183 h 523875"/>
                <a:gd name="connsiteX575" fmla="*/ 161639 w 285750"/>
                <a:gd name="connsiteY575" fmla="*/ 321659 h 523875"/>
                <a:gd name="connsiteX576" fmla="*/ 163735 w 285750"/>
                <a:gd name="connsiteY576" fmla="*/ 322993 h 523875"/>
                <a:gd name="connsiteX577" fmla="*/ 163259 w 285750"/>
                <a:gd name="connsiteY577" fmla="*/ 325279 h 523875"/>
                <a:gd name="connsiteX578" fmla="*/ 164306 w 285750"/>
                <a:gd name="connsiteY578" fmla="*/ 329756 h 523875"/>
                <a:gd name="connsiteX579" fmla="*/ 166116 w 285750"/>
                <a:gd name="connsiteY579" fmla="*/ 332899 h 523875"/>
                <a:gd name="connsiteX580" fmla="*/ 168116 w 285750"/>
                <a:gd name="connsiteY580" fmla="*/ 331089 h 523875"/>
                <a:gd name="connsiteX581" fmla="*/ 169164 w 285750"/>
                <a:gd name="connsiteY581" fmla="*/ 332708 h 523875"/>
                <a:gd name="connsiteX582" fmla="*/ 173641 w 285750"/>
                <a:gd name="connsiteY582" fmla="*/ 337090 h 523875"/>
                <a:gd name="connsiteX583" fmla="*/ 174117 w 285750"/>
                <a:gd name="connsiteY583" fmla="*/ 338995 h 523875"/>
                <a:gd name="connsiteX584" fmla="*/ 176689 w 285750"/>
                <a:gd name="connsiteY584" fmla="*/ 343376 h 523875"/>
                <a:gd name="connsiteX585" fmla="*/ 177641 w 285750"/>
                <a:gd name="connsiteY585" fmla="*/ 345567 h 523875"/>
                <a:gd name="connsiteX586" fmla="*/ 177927 w 285750"/>
                <a:gd name="connsiteY586" fmla="*/ 347949 h 523875"/>
                <a:gd name="connsiteX587" fmla="*/ 177355 w 285750"/>
                <a:gd name="connsiteY587" fmla="*/ 349187 h 523875"/>
                <a:gd name="connsiteX588" fmla="*/ 176498 w 285750"/>
                <a:gd name="connsiteY588" fmla="*/ 350330 h 523875"/>
                <a:gd name="connsiteX589" fmla="*/ 176022 w 285750"/>
                <a:gd name="connsiteY589" fmla="*/ 352330 h 523875"/>
                <a:gd name="connsiteX590" fmla="*/ 176213 w 285750"/>
                <a:gd name="connsiteY590" fmla="*/ 353568 h 523875"/>
                <a:gd name="connsiteX591" fmla="*/ 177260 w 285750"/>
                <a:gd name="connsiteY591" fmla="*/ 355664 h 523875"/>
                <a:gd name="connsiteX592" fmla="*/ 177641 w 285750"/>
                <a:gd name="connsiteY592" fmla="*/ 356807 h 523875"/>
                <a:gd name="connsiteX593" fmla="*/ 177736 w 285750"/>
                <a:gd name="connsiteY593" fmla="*/ 358235 h 523875"/>
                <a:gd name="connsiteX594" fmla="*/ 177451 w 285750"/>
                <a:gd name="connsiteY594" fmla="*/ 360331 h 523875"/>
                <a:gd name="connsiteX595" fmla="*/ 177641 w 285750"/>
                <a:gd name="connsiteY595" fmla="*/ 361569 h 523875"/>
                <a:gd name="connsiteX596" fmla="*/ 178594 w 285750"/>
                <a:gd name="connsiteY596" fmla="*/ 361093 h 523875"/>
                <a:gd name="connsiteX597" fmla="*/ 179451 w 285750"/>
                <a:gd name="connsiteY597" fmla="*/ 362331 h 523875"/>
                <a:gd name="connsiteX598" fmla="*/ 180022 w 285750"/>
                <a:gd name="connsiteY598" fmla="*/ 364331 h 523875"/>
                <a:gd name="connsiteX599" fmla="*/ 180022 w 285750"/>
                <a:gd name="connsiteY599" fmla="*/ 369761 h 523875"/>
                <a:gd name="connsiteX600" fmla="*/ 180594 w 285750"/>
                <a:gd name="connsiteY600" fmla="*/ 372333 h 523875"/>
                <a:gd name="connsiteX601" fmla="*/ 180594 w 285750"/>
                <a:gd name="connsiteY601" fmla="*/ 374714 h 523875"/>
                <a:gd name="connsiteX602" fmla="*/ 179165 w 285750"/>
                <a:gd name="connsiteY602" fmla="*/ 377666 h 523875"/>
                <a:gd name="connsiteX603" fmla="*/ 180308 w 285750"/>
                <a:gd name="connsiteY603" fmla="*/ 378524 h 523875"/>
                <a:gd name="connsiteX604" fmla="*/ 181546 w 285750"/>
                <a:gd name="connsiteY604" fmla="*/ 379286 h 523875"/>
                <a:gd name="connsiteX605" fmla="*/ 183928 w 285750"/>
                <a:gd name="connsiteY605" fmla="*/ 378333 h 523875"/>
                <a:gd name="connsiteX606" fmla="*/ 186023 w 285750"/>
                <a:gd name="connsiteY606" fmla="*/ 379095 h 523875"/>
                <a:gd name="connsiteX607" fmla="*/ 188023 w 285750"/>
                <a:gd name="connsiteY607" fmla="*/ 380619 h 523875"/>
                <a:gd name="connsiteX608" fmla="*/ 190214 w 285750"/>
                <a:gd name="connsiteY608" fmla="*/ 381667 h 523875"/>
                <a:gd name="connsiteX609" fmla="*/ 187166 w 285750"/>
                <a:gd name="connsiteY609" fmla="*/ 385286 h 523875"/>
                <a:gd name="connsiteX610" fmla="*/ 185166 w 285750"/>
                <a:gd name="connsiteY610" fmla="*/ 386049 h 523875"/>
                <a:gd name="connsiteX611" fmla="*/ 182404 w 285750"/>
                <a:gd name="connsiteY611" fmla="*/ 384810 h 523875"/>
                <a:gd name="connsiteX612" fmla="*/ 181261 w 285750"/>
                <a:gd name="connsiteY612" fmla="*/ 385096 h 523875"/>
                <a:gd name="connsiteX613" fmla="*/ 175641 w 285750"/>
                <a:gd name="connsiteY613" fmla="*/ 384048 h 523875"/>
                <a:gd name="connsiteX614" fmla="*/ 173450 w 285750"/>
                <a:gd name="connsiteY614" fmla="*/ 383286 h 523875"/>
                <a:gd name="connsiteX615" fmla="*/ 172974 w 285750"/>
                <a:gd name="connsiteY615" fmla="*/ 381572 h 523875"/>
                <a:gd name="connsiteX616" fmla="*/ 175165 w 285750"/>
                <a:gd name="connsiteY616" fmla="*/ 371189 h 523875"/>
                <a:gd name="connsiteX617" fmla="*/ 175927 w 285750"/>
                <a:gd name="connsiteY617" fmla="*/ 369570 h 523875"/>
                <a:gd name="connsiteX618" fmla="*/ 176784 w 285750"/>
                <a:gd name="connsiteY618" fmla="*/ 368237 h 523875"/>
                <a:gd name="connsiteX619" fmla="*/ 177451 w 285750"/>
                <a:gd name="connsiteY619" fmla="*/ 366713 h 523875"/>
                <a:gd name="connsiteX620" fmla="*/ 177641 w 285750"/>
                <a:gd name="connsiteY620" fmla="*/ 364808 h 523875"/>
                <a:gd name="connsiteX621" fmla="*/ 175641 w 285750"/>
                <a:gd name="connsiteY621" fmla="*/ 362903 h 523875"/>
                <a:gd name="connsiteX622" fmla="*/ 174593 w 285750"/>
                <a:gd name="connsiteY622" fmla="*/ 360521 h 523875"/>
                <a:gd name="connsiteX623" fmla="*/ 173641 w 285750"/>
                <a:gd name="connsiteY623" fmla="*/ 354330 h 523875"/>
                <a:gd name="connsiteX624" fmla="*/ 173545 w 285750"/>
                <a:gd name="connsiteY624" fmla="*/ 352711 h 523875"/>
                <a:gd name="connsiteX625" fmla="*/ 173831 w 285750"/>
                <a:gd name="connsiteY625" fmla="*/ 350139 h 523875"/>
                <a:gd name="connsiteX626" fmla="*/ 173641 w 285750"/>
                <a:gd name="connsiteY626" fmla="*/ 348710 h 523875"/>
                <a:gd name="connsiteX627" fmla="*/ 172879 w 285750"/>
                <a:gd name="connsiteY627" fmla="*/ 347091 h 523875"/>
                <a:gd name="connsiteX628" fmla="*/ 171069 w 285750"/>
                <a:gd name="connsiteY628" fmla="*/ 344043 h 523875"/>
                <a:gd name="connsiteX629" fmla="*/ 170593 w 285750"/>
                <a:gd name="connsiteY629" fmla="*/ 342329 h 523875"/>
                <a:gd name="connsiteX630" fmla="*/ 169069 w 285750"/>
                <a:gd name="connsiteY630" fmla="*/ 343376 h 523875"/>
                <a:gd name="connsiteX631" fmla="*/ 169545 w 285750"/>
                <a:gd name="connsiteY631" fmla="*/ 345186 h 523875"/>
                <a:gd name="connsiteX632" fmla="*/ 172117 w 285750"/>
                <a:gd name="connsiteY632" fmla="*/ 348710 h 523875"/>
                <a:gd name="connsiteX633" fmla="*/ 171069 w 285750"/>
                <a:gd name="connsiteY633" fmla="*/ 351854 h 523875"/>
                <a:gd name="connsiteX634" fmla="*/ 172212 w 285750"/>
                <a:gd name="connsiteY634" fmla="*/ 359188 h 523875"/>
                <a:gd name="connsiteX635" fmla="*/ 172117 w 285750"/>
                <a:gd name="connsiteY635" fmla="*/ 362426 h 523875"/>
                <a:gd name="connsiteX636" fmla="*/ 171259 w 285750"/>
                <a:gd name="connsiteY636" fmla="*/ 362426 h 523875"/>
                <a:gd name="connsiteX637" fmla="*/ 168402 w 285750"/>
                <a:gd name="connsiteY637" fmla="*/ 343472 h 523875"/>
                <a:gd name="connsiteX638" fmla="*/ 167735 w 285750"/>
                <a:gd name="connsiteY638" fmla="*/ 341281 h 523875"/>
                <a:gd name="connsiteX639" fmla="*/ 166402 w 285750"/>
                <a:gd name="connsiteY639" fmla="*/ 342329 h 523875"/>
                <a:gd name="connsiteX640" fmla="*/ 167354 w 285750"/>
                <a:gd name="connsiteY640" fmla="*/ 344043 h 523875"/>
                <a:gd name="connsiteX641" fmla="*/ 166783 w 285750"/>
                <a:gd name="connsiteY641" fmla="*/ 344996 h 523875"/>
                <a:gd name="connsiteX642" fmla="*/ 165640 w 285750"/>
                <a:gd name="connsiteY642" fmla="*/ 345472 h 523875"/>
                <a:gd name="connsiteX643" fmla="*/ 164592 w 285750"/>
                <a:gd name="connsiteY643" fmla="*/ 345567 h 523875"/>
                <a:gd name="connsiteX644" fmla="*/ 164973 w 285750"/>
                <a:gd name="connsiteY644" fmla="*/ 344996 h 523875"/>
                <a:gd name="connsiteX645" fmla="*/ 165449 w 285750"/>
                <a:gd name="connsiteY645" fmla="*/ 343472 h 523875"/>
                <a:gd name="connsiteX646" fmla="*/ 165544 w 285750"/>
                <a:gd name="connsiteY646" fmla="*/ 341567 h 523875"/>
                <a:gd name="connsiteX647" fmla="*/ 164973 w 285750"/>
                <a:gd name="connsiteY647" fmla="*/ 339947 h 523875"/>
                <a:gd name="connsiteX648" fmla="*/ 164306 w 285750"/>
                <a:gd name="connsiteY648" fmla="*/ 341662 h 523875"/>
                <a:gd name="connsiteX649" fmla="*/ 164211 w 285750"/>
                <a:gd name="connsiteY649" fmla="*/ 342329 h 523875"/>
                <a:gd name="connsiteX650" fmla="*/ 162973 w 285750"/>
                <a:gd name="connsiteY650" fmla="*/ 341757 h 523875"/>
                <a:gd name="connsiteX651" fmla="*/ 162211 w 285750"/>
                <a:gd name="connsiteY651" fmla="*/ 340709 h 523875"/>
                <a:gd name="connsiteX652" fmla="*/ 161925 w 285750"/>
                <a:gd name="connsiteY652" fmla="*/ 339376 h 523875"/>
                <a:gd name="connsiteX653" fmla="*/ 161830 w 285750"/>
                <a:gd name="connsiteY653" fmla="*/ 337947 h 523875"/>
                <a:gd name="connsiteX654" fmla="*/ 162401 w 285750"/>
                <a:gd name="connsiteY654" fmla="*/ 337566 h 523875"/>
                <a:gd name="connsiteX655" fmla="*/ 165163 w 285750"/>
                <a:gd name="connsiteY655" fmla="*/ 338424 h 523875"/>
                <a:gd name="connsiteX656" fmla="*/ 165735 w 285750"/>
                <a:gd name="connsiteY656" fmla="*/ 337947 h 523875"/>
                <a:gd name="connsiteX657" fmla="*/ 164973 w 285750"/>
                <a:gd name="connsiteY657" fmla="*/ 335566 h 523875"/>
                <a:gd name="connsiteX658" fmla="*/ 163259 w 285750"/>
                <a:gd name="connsiteY658" fmla="*/ 332899 h 523875"/>
                <a:gd name="connsiteX659" fmla="*/ 161163 w 285750"/>
                <a:gd name="connsiteY659" fmla="*/ 331566 h 523875"/>
                <a:gd name="connsiteX660" fmla="*/ 159448 w 285750"/>
                <a:gd name="connsiteY660" fmla="*/ 332708 h 523875"/>
                <a:gd name="connsiteX661" fmla="*/ 159925 w 285750"/>
                <a:gd name="connsiteY661" fmla="*/ 334328 h 523875"/>
                <a:gd name="connsiteX662" fmla="*/ 160591 w 285750"/>
                <a:gd name="connsiteY662" fmla="*/ 339662 h 523875"/>
                <a:gd name="connsiteX663" fmla="*/ 161353 w 285750"/>
                <a:gd name="connsiteY663" fmla="*/ 340805 h 523875"/>
                <a:gd name="connsiteX664" fmla="*/ 164211 w 285750"/>
                <a:gd name="connsiteY664" fmla="*/ 349568 h 523875"/>
                <a:gd name="connsiteX665" fmla="*/ 166402 w 285750"/>
                <a:gd name="connsiteY665" fmla="*/ 367189 h 523875"/>
                <a:gd name="connsiteX666" fmla="*/ 165735 w 285750"/>
                <a:gd name="connsiteY666" fmla="*/ 370142 h 523875"/>
                <a:gd name="connsiteX667" fmla="*/ 168116 w 285750"/>
                <a:gd name="connsiteY667" fmla="*/ 386525 h 523875"/>
                <a:gd name="connsiteX668" fmla="*/ 174022 w 285750"/>
                <a:gd name="connsiteY668" fmla="*/ 406146 h 523875"/>
                <a:gd name="connsiteX669" fmla="*/ 183261 w 285750"/>
                <a:gd name="connsiteY669" fmla="*/ 427196 h 523875"/>
                <a:gd name="connsiteX670" fmla="*/ 183928 w 285750"/>
                <a:gd name="connsiteY670" fmla="*/ 427196 h 523875"/>
                <a:gd name="connsiteX671" fmla="*/ 183737 w 285750"/>
                <a:gd name="connsiteY671" fmla="*/ 425577 h 523875"/>
                <a:gd name="connsiteX672" fmla="*/ 180213 w 285750"/>
                <a:gd name="connsiteY672" fmla="*/ 416528 h 523875"/>
                <a:gd name="connsiteX673" fmla="*/ 180022 w 285750"/>
                <a:gd name="connsiteY673" fmla="*/ 415290 h 523875"/>
                <a:gd name="connsiteX674" fmla="*/ 181546 w 285750"/>
                <a:gd name="connsiteY674" fmla="*/ 415481 h 523875"/>
                <a:gd name="connsiteX675" fmla="*/ 183356 w 285750"/>
                <a:gd name="connsiteY675" fmla="*/ 419386 h 523875"/>
                <a:gd name="connsiteX676" fmla="*/ 185547 w 285750"/>
                <a:gd name="connsiteY676" fmla="*/ 426530 h 523875"/>
                <a:gd name="connsiteX677" fmla="*/ 186309 w 285750"/>
                <a:gd name="connsiteY677" fmla="*/ 426530 h 523875"/>
                <a:gd name="connsiteX678" fmla="*/ 186499 w 285750"/>
                <a:gd name="connsiteY678" fmla="*/ 425482 h 523875"/>
                <a:gd name="connsiteX679" fmla="*/ 186785 w 285750"/>
                <a:gd name="connsiteY679" fmla="*/ 425006 h 523875"/>
                <a:gd name="connsiteX680" fmla="*/ 187833 w 285750"/>
                <a:gd name="connsiteY680" fmla="*/ 424149 h 523875"/>
                <a:gd name="connsiteX681" fmla="*/ 187071 w 285750"/>
                <a:gd name="connsiteY681" fmla="*/ 428816 h 523875"/>
                <a:gd name="connsiteX682" fmla="*/ 187166 w 285750"/>
                <a:gd name="connsiteY682" fmla="*/ 430530 h 523875"/>
                <a:gd name="connsiteX683" fmla="*/ 186309 w 285750"/>
                <a:gd name="connsiteY683" fmla="*/ 430530 h 523875"/>
                <a:gd name="connsiteX684" fmla="*/ 186214 w 285750"/>
                <a:gd name="connsiteY684" fmla="*/ 429578 h 523875"/>
                <a:gd name="connsiteX685" fmla="*/ 186023 w 285750"/>
                <a:gd name="connsiteY685" fmla="*/ 429101 h 523875"/>
                <a:gd name="connsiteX686" fmla="*/ 185738 w 285750"/>
                <a:gd name="connsiteY686" fmla="*/ 428720 h 523875"/>
                <a:gd name="connsiteX687" fmla="*/ 185547 w 285750"/>
                <a:gd name="connsiteY687" fmla="*/ 428054 h 523875"/>
                <a:gd name="connsiteX688" fmla="*/ 185261 w 285750"/>
                <a:gd name="connsiteY688" fmla="*/ 430721 h 523875"/>
                <a:gd name="connsiteX689" fmla="*/ 188595 w 285750"/>
                <a:gd name="connsiteY689" fmla="*/ 437674 h 523875"/>
                <a:gd name="connsiteX690" fmla="*/ 189833 w 285750"/>
                <a:gd name="connsiteY690" fmla="*/ 441579 h 523875"/>
                <a:gd name="connsiteX691" fmla="*/ 191452 w 285750"/>
                <a:gd name="connsiteY691" fmla="*/ 443960 h 523875"/>
                <a:gd name="connsiteX692" fmla="*/ 191834 w 285750"/>
                <a:gd name="connsiteY692" fmla="*/ 445294 h 523875"/>
                <a:gd name="connsiteX693" fmla="*/ 191929 w 285750"/>
                <a:gd name="connsiteY693" fmla="*/ 446818 h 523875"/>
                <a:gd name="connsiteX694" fmla="*/ 192310 w 285750"/>
                <a:gd name="connsiteY694" fmla="*/ 448723 h 523875"/>
                <a:gd name="connsiteX695" fmla="*/ 193072 w 285750"/>
                <a:gd name="connsiteY695" fmla="*/ 450342 h 523875"/>
                <a:gd name="connsiteX696" fmla="*/ 194215 w 285750"/>
                <a:gd name="connsiteY696" fmla="*/ 451295 h 523875"/>
                <a:gd name="connsiteX697" fmla="*/ 193834 w 285750"/>
                <a:gd name="connsiteY697" fmla="*/ 449104 h 523875"/>
                <a:gd name="connsiteX698" fmla="*/ 194310 w 285750"/>
                <a:gd name="connsiteY698" fmla="*/ 447389 h 523875"/>
                <a:gd name="connsiteX699" fmla="*/ 195548 w 285750"/>
                <a:gd name="connsiteY699" fmla="*/ 445961 h 523875"/>
                <a:gd name="connsiteX700" fmla="*/ 197358 w 285750"/>
                <a:gd name="connsiteY700" fmla="*/ 444818 h 523875"/>
                <a:gd name="connsiteX701" fmla="*/ 196977 w 285750"/>
                <a:gd name="connsiteY701" fmla="*/ 446627 h 523875"/>
                <a:gd name="connsiteX702" fmla="*/ 196596 w 285750"/>
                <a:gd name="connsiteY702" fmla="*/ 447294 h 523875"/>
                <a:gd name="connsiteX703" fmla="*/ 195739 w 285750"/>
                <a:gd name="connsiteY703" fmla="*/ 448151 h 523875"/>
                <a:gd name="connsiteX704" fmla="*/ 196596 w 285750"/>
                <a:gd name="connsiteY704" fmla="*/ 449771 h 523875"/>
                <a:gd name="connsiteX705" fmla="*/ 197453 w 285750"/>
                <a:gd name="connsiteY705" fmla="*/ 448437 h 523875"/>
                <a:gd name="connsiteX706" fmla="*/ 198691 w 285750"/>
                <a:gd name="connsiteY706" fmla="*/ 444818 h 523875"/>
                <a:gd name="connsiteX707" fmla="*/ 199358 w 285750"/>
                <a:gd name="connsiteY707" fmla="*/ 444151 h 523875"/>
                <a:gd name="connsiteX708" fmla="*/ 202120 w 285750"/>
                <a:gd name="connsiteY708" fmla="*/ 445389 h 523875"/>
                <a:gd name="connsiteX709" fmla="*/ 203740 w 285750"/>
                <a:gd name="connsiteY709" fmla="*/ 445675 h 523875"/>
                <a:gd name="connsiteX710" fmla="*/ 204502 w 285750"/>
                <a:gd name="connsiteY710" fmla="*/ 444437 h 523875"/>
                <a:gd name="connsiteX711" fmla="*/ 205073 w 285750"/>
                <a:gd name="connsiteY711" fmla="*/ 443865 h 523875"/>
                <a:gd name="connsiteX712" fmla="*/ 206502 w 285750"/>
                <a:gd name="connsiteY712" fmla="*/ 443294 h 523875"/>
                <a:gd name="connsiteX713" fmla="*/ 208026 w 285750"/>
                <a:gd name="connsiteY713" fmla="*/ 442913 h 523875"/>
                <a:gd name="connsiteX714" fmla="*/ 209264 w 285750"/>
                <a:gd name="connsiteY714" fmla="*/ 443294 h 523875"/>
                <a:gd name="connsiteX715" fmla="*/ 209264 w 285750"/>
                <a:gd name="connsiteY715" fmla="*/ 444151 h 523875"/>
                <a:gd name="connsiteX716" fmla="*/ 207931 w 285750"/>
                <a:gd name="connsiteY716" fmla="*/ 444722 h 523875"/>
                <a:gd name="connsiteX717" fmla="*/ 206216 w 285750"/>
                <a:gd name="connsiteY717" fmla="*/ 445199 h 523875"/>
                <a:gd name="connsiteX718" fmla="*/ 205359 w 285750"/>
                <a:gd name="connsiteY718" fmla="*/ 445675 h 523875"/>
                <a:gd name="connsiteX719" fmla="*/ 206026 w 285750"/>
                <a:gd name="connsiteY719" fmla="*/ 445961 h 523875"/>
                <a:gd name="connsiteX720" fmla="*/ 207359 w 285750"/>
                <a:gd name="connsiteY720" fmla="*/ 446818 h 523875"/>
                <a:gd name="connsiteX721" fmla="*/ 208407 w 285750"/>
                <a:gd name="connsiteY721" fmla="*/ 447675 h 523875"/>
                <a:gd name="connsiteX722" fmla="*/ 208026 w 285750"/>
                <a:gd name="connsiteY722" fmla="*/ 448151 h 523875"/>
                <a:gd name="connsiteX723" fmla="*/ 201739 w 285750"/>
                <a:gd name="connsiteY723" fmla="*/ 447294 h 523875"/>
                <a:gd name="connsiteX724" fmla="*/ 200596 w 285750"/>
                <a:gd name="connsiteY724" fmla="*/ 447866 h 523875"/>
                <a:gd name="connsiteX725" fmla="*/ 199358 w 285750"/>
                <a:gd name="connsiteY725" fmla="*/ 449294 h 523875"/>
                <a:gd name="connsiteX726" fmla="*/ 198406 w 285750"/>
                <a:gd name="connsiteY726" fmla="*/ 450914 h 523875"/>
                <a:gd name="connsiteX727" fmla="*/ 198215 w 285750"/>
                <a:gd name="connsiteY727" fmla="*/ 452152 h 523875"/>
                <a:gd name="connsiteX728" fmla="*/ 199263 w 285750"/>
                <a:gd name="connsiteY728" fmla="*/ 453485 h 523875"/>
                <a:gd name="connsiteX729" fmla="*/ 200692 w 285750"/>
                <a:gd name="connsiteY729" fmla="*/ 453390 h 523875"/>
                <a:gd name="connsiteX730" fmla="*/ 202216 w 285750"/>
                <a:gd name="connsiteY730" fmla="*/ 452819 h 523875"/>
                <a:gd name="connsiteX731" fmla="*/ 203740 w 285750"/>
                <a:gd name="connsiteY731" fmla="*/ 452914 h 523875"/>
                <a:gd name="connsiteX732" fmla="*/ 202501 w 285750"/>
                <a:gd name="connsiteY732" fmla="*/ 453771 h 523875"/>
                <a:gd name="connsiteX733" fmla="*/ 200406 w 285750"/>
                <a:gd name="connsiteY733" fmla="*/ 454914 h 523875"/>
                <a:gd name="connsiteX734" fmla="*/ 198311 w 285750"/>
                <a:gd name="connsiteY734" fmla="*/ 455295 h 523875"/>
                <a:gd name="connsiteX735" fmla="*/ 196691 w 285750"/>
                <a:gd name="connsiteY735" fmla="*/ 452914 h 523875"/>
                <a:gd name="connsiteX736" fmla="*/ 195358 w 285750"/>
                <a:gd name="connsiteY736" fmla="*/ 453009 h 523875"/>
                <a:gd name="connsiteX737" fmla="*/ 194881 w 285750"/>
                <a:gd name="connsiteY737" fmla="*/ 454438 h 523875"/>
                <a:gd name="connsiteX738" fmla="*/ 196596 w 285750"/>
                <a:gd name="connsiteY738" fmla="*/ 456914 h 523875"/>
                <a:gd name="connsiteX739" fmla="*/ 206502 w 285750"/>
                <a:gd name="connsiteY739" fmla="*/ 465296 h 523875"/>
                <a:gd name="connsiteX740" fmla="*/ 208312 w 285750"/>
                <a:gd name="connsiteY740" fmla="*/ 467583 h 523875"/>
                <a:gd name="connsiteX741" fmla="*/ 212407 w 285750"/>
                <a:gd name="connsiteY741" fmla="*/ 474536 h 523875"/>
                <a:gd name="connsiteX742" fmla="*/ 216503 w 285750"/>
                <a:gd name="connsiteY742" fmla="*/ 478250 h 523875"/>
                <a:gd name="connsiteX743" fmla="*/ 217741 w 285750"/>
                <a:gd name="connsiteY743" fmla="*/ 481013 h 523875"/>
                <a:gd name="connsiteX744" fmla="*/ 226028 w 285750"/>
                <a:gd name="connsiteY744" fmla="*/ 490728 h 523875"/>
                <a:gd name="connsiteX745" fmla="*/ 227552 w 285750"/>
                <a:gd name="connsiteY745" fmla="*/ 494443 h 523875"/>
                <a:gd name="connsiteX746" fmla="*/ 233743 w 285750"/>
                <a:gd name="connsiteY746" fmla="*/ 500158 h 523875"/>
                <a:gd name="connsiteX747" fmla="*/ 243268 w 285750"/>
                <a:gd name="connsiteY747" fmla="*/ 513683 h 523875"/>
                <a:gd name="connsiteX748" fmla="*/ 247078 w 285750"/>
                <a:gd name="connsiteY748" fmla="*/ 517970 h 523875"/>
                <a:gd name="connsiteX749" fmla="*/ 260223 w 285750"/>
                <a:gd name="connsiteY749" fmla="*/ 527590 h 523875"/>
                <a:gd name="connsiteX750" fmla="*/ 261175 w 285750"/>
                <a:gd name="connsiteY750" fmla="*/ 526637 h 523875"/>
                <a:gd name="connsiteX751" fmla="*/ 261556 w 285750"/>
                <a:gd name="connsiteY751" fmla="*/ 526542 h 523875"/>
                <a:gd name="connsiteX752" fmla="*/ 262223 w 285750"/>
                <a:gd name="connsiteY752" fmla="*/ 526447 h 523875"/>
                <a:gd name="connsiteX753" fmla="*/ 264414 w 285750"/>
                <a:gd name="connsiteY753" fmla="*/ 526637 h 523875"/>
                <a:gd name="connsiteX754" fmla="*/ 265366 w 285750"/>
                <a:gd name="connsiteY754" fmla="*/ 526352 h 523875"/>
                <a:gd name="connsiteX755" fmla="*/ 266224 w 285750"/>
                <a:gd name="connsiteY755" fmla="*/ 525685 h 523875"/>
                <a:gd name="connsiteX756" fmla="*/ 266605 w 285750"/>
                <a:gd name="connsiteY756" fmla="*/ 525018 h 523875"/>
                <a:gd name="connsiteX757" fmla="*/ 266795 w 285750"/>
                <a:gd name="connsiteY757" fmla="*/ 524161 h 523875"/>
                <a:gd name="connsiteX758" fmla="*/ 266795 w 285750"/>
                <a:gd name="connsiteY758" fmla="*/ 523399 h 523875"/>
                <a:gd name="connsiteX759" fmla="*/ 266700 w 285750"/>
                <a:gd name="connsiteY759" fmla="*/ 522161 h 523875"/>
                <a:gd name="connsiteX760" fmla="*/ 266700 w 285750"/>
                <a:gd name="connsiteY760" fmla="*/ 521589 h 523875"/>
                <a:gd name="connsiteX761" fmla="*/ 267271 w 285750"/>
                <a:gd name="connsiteY761" fmla="*/ 520256 h 523875"/>
                <a:gd name="connsiteX762" fmla="*/ 268510 w 285750"/>
                <a:gd name="connsiteY762" fmla="*/ 517875 h 523875"/>
                <a:gd name="connsiteX763" fmla="*/ 270986 w 285750"/>
                <a:gd name="connsiteY763" fmla="*/ 514922 h 523875"/>
                <a:gd name="connsiteX764" fmla="*/ 272034 w 285750"/>
                <a:gd name="connsiteY764" fmla="*/ 513302 h 523875"/>
                <a:gd name="connsiteX765" fmla="*/ 272415 w 285750"/>
                <a:gd name="connsiteY765" fmla="*/ 511969 h 523875"/>
                <a:gd name="connsiteX766" fmla="*/ 272224 w 285750"/>
                <a:gd name="connsiteY766" fmla="*/ 511016 h 523875"/>
                <a:gd name="connsiteX767" fmla="*/ 271272 w 285750"/>
                <a:gd name="connsiteY767" fmla="*/ 507683 h 523875"/>
                <a:gd name="connsiteX768" fmla="*/ 271177 w 285750"/>
                <a:gd name="connsiteY768" fmla="*/ 506540 h 523875"/>
                <a:gd name="connsiteX769" fmla="*/ 271177 w 285750"/>
                <a:gd name="connsiteY769" fmla="*/ 505492 h 523875"/>
                <a:gd name="connsiteX770" fmla="*/ 271272 w 285750"/>
                <a:gd name="connsiteY770" fmla="*/ 505016 h 523875"/>
                <a:gd name="connsiteX771" fmla="*/ 271558 w 285750"/>
                <a:gd name="connsiteY771" fmla="*/ 504825 h 523875"/>
                <a:gd name="connsiteX772" fmla="*/ 271748 w 285750"/>
                <a:gd name="connsiteY772" fmla="*/ 504920 h 523875"/>
                <a:gd name="connsiteX773" fmla="*/ 272034 w 285750"/>
                <a:gd name="connsiteY773" fmla="*/ 505111 h 523875"/>
                <a:gd name="connsiteX774" fmla="*/ 272891 w 285750"/>
                <a:gd name="connsiteY774" fmla="*/ 505873 h 523875"/>
                <a:gd name="connsiteX775" fmla="*/ 273463 w 285750"/>
                <a:gd name="connsiteY775" fmla="*/ 506349 h 523875"/>
                <a:gd name="connsiteX776" fmla="*/ 274415 w 285750"/>
                <a:gd name="connsiteY776" fmla="*/ 506063 h 523875"/>
                <a:gd name="connsiteX777" fmla="*/ 275653 w 285750"/>
                <a:gd name="connsiteY777" fmla="*/ 505301 h 523875"/>
                <a:gd name="connsiteX778" fmla="*/ 277844 w 285750"/>
                <a:gd name="connsiteY778" fmla="*/ 503016 h 523875"/>
                <a:gd name="connsiteX779" fmla="*/ 278987 w 285750"/>
                <a:gd name="connsiteY779" fmla="*/ 501301 h 523875"/>
                <a:gd name="connsiteX780" fmla="*/ 279749 w 285750"/>
                <a:gd name="connsiteY780" fmla="*/ 499491 h 523875"/>
                <a:gd name="connsiteX781" fmla="*/ 279654 w 285750"/>
                <a:gd name="connsiteY781" fmla="*/ 498253 h 523875"/>
                <a:gd name="connsiteX782" fmla="*/ 279273 w 285750"/>
                <a:gd name="connsiteY782" fmla="*/ 497110 h 523875"/>
                <a:gd name="connsiteX783" fmla="*/ 278606 w 285750"/>
                <a:gd name="connsiteY783" fmla="*/ 496062 h 523875"/>
                <a:gd name="connsiteX784" fmla="*/ 276511 w 285750"/>
                <a:gd name="connsiteY784" fmla="*/ 493776 h 523875"/>
                <a:gd name="connsiteX785" fmla="*/ 271082 w 285750"/>
                <a:gd name="connsiteY785" fmla="*/ 489490 h 523875"/>
                <a:gd name="connsiteX786" fmla="*/ 270129 w 285750"/>
                <a:gd name="connsiteY786" fmla="*/ 488442 h 523875"/>
                <a:gd name="connsiteX787" fmla="*/ 269557 w 285750"/>
                <a:gd name="connsiteY787" fmla="*/ 487394 h 523875"/>
                <a:gd name="connsiteX788" fmla="*/ 269176 w 285750"/>
                <a:gd name="connsiteY788" fmla="*/ 486251 h 523875"/>
                <a:gd name="connsiteX789" fmla="*/ 268986 w 285750"/>
                <a:gd name="connsiteY789" fmla="*/ 485108 h 523875"/>
                <a:gd name="connsiteX790" fmla="*/ 268891 w 285750"/>
                <a:gd name="connsiteY790" fmla="*/ 483203 h 523875"/>
                <a:gd name="connsiteX791" fmla="*/ 268700 w 285750"/>
                <a:gd name="connsiteY791" fmla="*/ 482251 h 523875"/>
                <a:gd name="connsiteX792" fmla="*/ 268414 w 285750"/>
                <a:gd name="connsiteY792" fmla="*/ 481203 h 523875"/>
                <a:gd name="connsiteX793" fmla="*/ 268224 w 285750"/>
                <a:gd name="connsiteY793" fmla="*/ 479775 h 523875"/>
                <a:gd name="connsiteX794" fmla="*/ 268414 w 285750"/>
                <a:gd name="connsiteY794" fmla="*/ 478822 h 523875"/>
                <a:gd name="connsiteX795" fmla="*/ 269748 w 285750"/>
                <a:gd name="connsiteY795" fmla="*/ 477012 h 523875"/>
                <a:gd name="connsiteX796" fmla="*/ 274701 w 285750"/>
                <a:gd name="connsiteY796" fmla="*/ 469392 h 523875"/>
                <a:gd name="connsiteX797" fmla="*/ 276701 w 285750"/>
                <a:gd name="connsiteY797" fmla="*/ 462915 h 523875"/>
                <a:gd name="connsiteX798" fmla="*/ 276796 w 285750"/>
                <a:gd name="connsiteY798" fmla="*/ 461582 h 523875"/>
                <a:gd name="connsiteX799" fmla="*/ 276606 w 285750"/>
                <a:gd name="connsiteY799" fmla="*/ 461201 h 523875"/>
                <a:gd name="connsiteX800" fmla="*/ 276320 w 285750"/>
                <a:gd name="connsiteY800" fmla="*/ 460629 h 523875"/>
                <a:gd name="connsiteX801" fmla="*/ 275653 w 285750"/>
                <a:gd name="connsiteY801" fmla="*/ 459962 h 523875"/>
                <a:gd name="connsiteX802" fmla="*/ 274701 w 285750"/>
                <a:gd name="connsiteY802" fmla="*/ 459200 h 523875"/>
                <a:gd name="connsiteX803" fmla="*/ 272605 w 285750"/>
                <a:gd name="connsiteY803" fmla="*/ 458058 h 523875"/>
                <a:gd name="connsiteX804" fmla="*/ 270891 w 285750"/>
                <a:gd name="connsiteY804" fmla="*/ 456533 h 523875"/>
                <a:gd name="connsiteX805" fmla="*/ 269653 w 285750"/>
                <a:gd name="connsiteY805" fmla="*/ 453390 h 523875"/>
                <a:gd name="connsiteX806" fmla="*/ 266890 w 285750"/>
                <a:gd name="connsiteY806" fmla="*/ 446056 h 523875"/>
                <a:gd name="connsiteX807" fmla="*/ 266605 w 285750"/>
                <a:gd name="connsiteY807" fmla="*/ 444056 h 523875"/>
                <a:gd name="connsiteX808" fmla="*/ 266795 w 285750"/>
                <a:gd name="connsiteY808" fmla="*/ 443675 h 523875"/>
                <a:gd name="connsiteX809" fmla="*/ 267557 w 285750"/>
                <a:gd name="connsiteY809" fmla="*/ 443008 h 523875"/>
                <a:gd name="connsiteX810" fmla="*/ 271748 w 285750"/>
                <a:gd name="connsiteY810" fmla="*/ 440055 h 523875"/>
                <a:gd name="connsiteX811" fmla="*/ 274034 w 285750"/>
                <a:gd name="connsiteY811" fmla="*/ 436721 h 523875"/>
                <a:gd name="connsiteX812" fmla="*/ 276892 w 285750"/>
                <a:gd name="connsiteY812" fmla="*/ 429959 h 523875"/>
                <a:gd name="connsiteX813" fmla="*/ 283559 w 285750"/>
                <a:gd name="connsiteY813" fmla="*/ 409004 h 523875"/>
                <a:gd name="connsiteX814" fmla="*/ 286607 w 285750"/>
                <a:gd name="connsiteY814" fmla="*/ 403955 h 523875"/>
                <a:gd name="connsiteX815" fmla="*/ 289465 w 285750"/>
                <a:gd name="connsiteY815" fmla="*/ 395574 h 523875"/>
                <a:gd name="connsiteX816" fmla="*/ 290227 w 285750"/>
                <a:gd name="connsiteY816" fmla="*/ 394050 h 523875"/>
                <a:gd name="connsiteX817" fmla="*/ 290893 w 285750"/>
                <a:gd name="connsiteY817" fmla="*/ 393097 h 523875"/>
                <a:gd name="connsiteX818" fmla="*/ 294132 w 285750"/>
                <a:gd name="connsiteY818" fmla="*/ 390239 h 523875"/>
                <a:gd name="connsiteX819" fmla="*/ 294227 w 285750"/>
                <a:gd name="connsiteY819" fmla="*/ 387287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</a:cxnLst>
              <a:rect l="l" t="t" r="r" b="b"/>
              <a:pathLst>
                <a:path w="285750" h="523875">
                  <a:moveTo>
                    <a:pt x="293561" y="385763"/>
                  </a:moveTo>
                  <a:lnTo>
                    <a:pt x="289941" y="381476"/>
                  </a:lnTo>
                  <a:lnTo>
                    <a:pt x="289084" y="379952"/>
                  </a:lnTo>
                  <a:lnTo>
                    <a:pt x="288226" y="377666"/>
                  </a:lnTo>
                  <a:lnTo>
                    <a:pt x="287560" y="376904"/>
                  </a:lnTo>
                  <a:lnTo>
                    <a:pt x="286798" y="376333"/>
                  </a:lnTo>
                  <a:lnTo>
                    <a:pt x="286036" y="376238"/>
                  </a:lnTo>
                  <a:lnTo>
                    <a:pt x="284036" y="376333"/>
                  </a:lnTo>
                  <a:lnTo>
                    <a:pt x="283178" y="376524"/>
                  </a:lnTo>
                  <a:lnTo>
                    <a:pt x="277939" y="379000"/>
                  </a:lnTo>
                  <a:lnTo>
                    <a:pt x="276892" y="379000"/>
                  </a:lnTo>
                  <a:lnTo>
                    <a:pt x="275653" y="378905"/>
                  </a:lnTo>
                  <a:lnTo>
                    <a:pt x="275082" y="378333"/>
                  </a:lnTo>
                  <a:lnTo>
                    <a:pt x="274034" y="377285"/>
                  </a:lnTo>
                  <a:lnTo>
                    <a:pt x="273558" y="376904"/>
                  </a:lnTo>
                  <a:lnTo>
                    <a:pt x="272796" y="376524"/>
                  </a:lnTo>
                  <a:lnTo>
                    <a:pt x="272034" y="376238"/>
                  </a:lnTo>
                  <a:lnTo>
                    <a:pt x="271082" y="375952"/>
                  </a:lnTo>
                  <a:lnTo>
                    <a:pt x="270319" y="375666"/>
                  </a:lnTo>
                  <a:lnTo>
                    <a:pt x="269748" y="375380"/>
                  </a:lnTo>
                  <a:lnTo>
                    <a:pt x="269462" y="375095"/>
                  </a:lnTo>
                  <a:lnTo>
                    <a:pt x="269081" y="374428"/>
                  </a:lnTo>
                  <a:lnTo>
                    <a:pt x="269081" y="373571"/>
                  </a:lnTo>
                  <a:lnTo>
                    <a:pt x="269176" y="372523"/>
                  </a:lnTo>
                  <a:lnTo>
                    <a:pt x="274701" y="354806"/>
                  </a:lnTo>
                  <a:lnTo>
                    <a:pt x="274987" y="353092"/>
                  </a:lnTo>
                  <a:lnTo>
                    <a:pt x="274987" y="350996"/>
                  </a:lnTo>
                  <a:lnTo>
                    <a:pt x="274225" y="348425"/>
                  </a:lnTo>
                  <a:lnTo>
                    <a:pt x="273558" y="343758"/>
                  </a:lnTo>
                  <a:lnTo>
                    <a:pt x="273748" y="342233"/>
                  </a:lnTo>
                  <a:lnTo>
                    <a:pt x="274034" y="340900"/>
                  </a:lnTo>
                  <a:lnTo>
                    <a:pt x="277178" y="334613"/>
                  </a:lnTo>
                  <a:lnTo>
                    <a:pt x="277559" y="332804"/>
                  </a:lnTo>
                  <a:lnTo>
                    <a:pt x="277559" y="331661"/>
                  </a:lnTo>
                  <a:lnTo>
                    <a:pt x="275177" y="324231"/>
                  </a:lnTo>
                  <a:lnTo>
                    <a:pt x="273367" y="320421"/>
                  </a:lnTo>
                  <a:lnTo>
                    <a:pt x="273463" y="319564"/>
                  </a:lnTo>
                  <a:lnTo>
                    <a:pt x="273844" y="318326"/>
                  </a:lnTo>
                  <a:lnTo>
                    <a:pt x="279273" y="306896"/>
                  </a:lnTo>
                  <a:lnTo>
                    <a:pt x="279749" y="304705"/>
                  </a:lnTo>
                  <a:lnTo>
                    <a:pt x="279749" y="303467"/>
                  </a:lnTo>
                  <a:lnTo>
                    <a:pt x="279463" y="302609"/>
                  </a:lnTo>
                  <a:lnTo>
                    <a:pt x="278987" y="302133"/>
                  </a:lnTo>
                  <a:lnTo>
                    <a:pt x="277559" y="301181"/>
                  </a:lnTo>
                  <a:lnTo>
                    <a:pt x="276892" y="300133"/>
                  </a:lnTo>
                  <a:lnTo>
                    <a:pt x="276225" y="298514"/>
                  </a:lnTo>
                  <a:lnTo>
                    <a:pt x="276034" y="296133"/>
                  </a:lnTo>
                  <a:lnTo>
                    <a:pt x="275368" y="293846"/>
                  </a:lnTo>
                  <a:lnTo>
                    <a:pt x="274606" y="292799"/>
                  </a:lnTo>
                  <a:lnTo>
                    <a:pt x="271939" y="288131"/>
                  </a:lnTo>
                  <a:lnTo>
                    <a:pt x="271558" y="287560"/>
                  </a:lnTo>
                  <a:lnTo>
                    <a:pt x="269653" y="286036"/>
                  </a:lnTo>
                  <a:lnTo>
                    <a:pt x="266890" y="286798"/>
                  </a:lnTo>
                  <a:lnTo>
                    <a:pt x="262699" y="289084"/>
                  </a:lnTo>
                  <a:lnTo>
                    <a:pt x="257651" y="290894"/>
                  </a:lnTo>
                  <a:lnTo>
                    <a:pt x="256127" y="291656"/>
                  </a:lnTo>
                  <a:lnTo>
                    <a:pt x="254984" y="292513"/>
                  </a:lnTo>
                  <a:lnTo>
                    <a:pt x="249841" y="297275"/>
                  </a:lnTo>
                  <a:lnTo>
                    <a:pt x="245936" y="300133"/>
                  </a:lnTo>
                  <a:lnTo>
                    <a:pt x="244030" y="300895"/>
                  </a:lnTo>
                  <a:lnTo>
                    <a:pt x="242602" y="300990"/>
                  </a:lnTo>
                  <a:lnTo>
                    <a:pt x="240887" y="300038"/>
                  </a:lnTo>
                  <a:lnTo>
                    <a:pt x="240220" y="299847"/>
                  </a:lnTo>
                  <a:lnTo>
                    <a:pt x="239268" y="299561"/>
                  </a:lnTo>
                  <a:lnTo>
                    <a:pt x="238506" y="299180"/>
                  </a:lnTo>
                  <a:lnTo>
                    <a:pt x="237458" y="298228"/>
                  </a:lnTo>
                  <a:lnTo>
                    <a:pt x="235172" y="295561"/>
                  </a:lnTo>
                  <a:lnTo>
                    <a:pt x="233743" y="294227"/>
                  </a:lnTo>
                  <a:lnTo>
                    <a:pt x="232410" y="293180"/>
                  </a:lnTo>
                  <a:lnTo>
                    <a:pt x="230124" y="291656"/>
                  </a:lnTo>
                  <a:lnTo>
                    <a:pt x="229267" y="290799"/>
                  </a:lnTo>
                  <a:lnTo>
                    <a:pt x="228886" y="289560"/>
                  </a:lnTo>
                  <a:lnTo>
                    <a:pt x="228790" y="288036"/>
                  </a:lnTo>
                  <a:lnTo>
                    <a:pt x="229171" y="284988"/>
                  </a:lnTo>
                  <a:lnTo>
                    <a:pt x="228886" y="283464"/>
                  </a:lnTo>
                  <a:lnTo>
                    <a:pt x="228124" y="282131"/>
                  </a:lnTo>
                  <a:lnTo>
                    <a:pt x="226504" y="279750"/>
                  </a:lnTo>
                  <a:lnTo>
                    <a:pt x="225933" y="278511"/>
                  </a:lnTo>
                  <a:lnTo>
                    <a:pt x="225647" y="277368"/>
                  </a:lnTo>
                  <a:lnTo>
                    <a:pt x="225457" y="275939"/>
                  </a:lnTo>
                  <a:lnTo>
                    <a:pt x="225838" y="272225"/>
                  </a:lnTo>
                  <a:lnTo>
                    <a:pt x="226981" y="269653"/>
                  </a:lnTo>
                  <a:lnTo>
                    <a:pt x="226981" y="269081"/>
                  </a:lnTo>
                  <a:lnTo>
                    <a:pt x="227076" y="268700"/>
                  </a:lnTo>
                  <a:lnTo>
                    <a:pt x="227552" y="262509"/>
                  </a:lnTo>
                  <a:lnTo>
                    <a:pt x="226886" y="252984"/>
                  </a:lnTo>
                  <a:lnTo>
                    <a:pt x="227076" y="251460"/>
                  </a:lnTo>
                  <a:lnTo>
                    <a:pt x="227838" y="250603"/>
                  </a:lnTo>
                  <a:lnTo>
                    <a:pt x="228981" y="250508"/>
                  </a:lnTo>
                  <a:lnTo>
                    <a:pt x="230410" y="250127"/>
                  </a:lnTo>
                  <a:lnTo>
                    <a:pt x="231838" y="249365"/>
                  </a:lnTo>
                  <a:lnTo>
                    <a:pt x="233172" y="247650"/>
                  </a:lnTo>
                  <a:lnTo>
                    <a:pt x="233553" y="245936"/>
                  </a:lnTo>
                  <a:lnTo>
                    <a:pt x="233553" y="241554"/>
                  </a:lnTo>
                  <a:lnTo>
                    <a:pt x="233839" y="240030"/>
                  </a:lnTo>
                  <a:lnTo>
                    <a:pt x="234505" y="238220"/>
                  </a:lnTo>
                  <a:lnTo>
                    <a:pt x="234791" y="236982"/>
                  </a:lnTo>
                  <a:lnTo>
                    <a:pt x="234791" y="235744"/>
                  </a:lnTo>
                  <a:lnTo>
                    <a:pt x="234505" y="234315"/>
                  </a:lnTo>
                  <a:lnTo>
                    <a:pt x="234124" y="233649"/>
                  </a:lnTo>
                  <a:lnTo>
                    <a:pt x="233458" y="233267"/>
                  </a:lnTo>
                  <a:lnTo>
                    <a:pt x="232600" y="232982"/>
                  </a:lnTo>
                  <a:lnTo>
                    <a:pt x="231648" y="232410"/>
                  </a:lnTo>
                  <a:lnTo>
                    <a:pt x="230695" y="231648"/>
                  </a:lnTo>
                  <a:lnTo>
                    <a:pt x="230029" y="230410"/>
                  </a:lnTo>
                  <a:lnTo>
                    <a:pt x="229552" y="229267"/>
                  </a:lnTo>
                  <a:lnTo>
                    <a:pt x="228981" y="227362"/>
                  </a:lnTo>
                  <a:lnTo>
                    <a:pt x="228409" y="226124"/>
                  </a:lnTo>
                  <a:lnTo>
                    <a:pt x="227743" y="225171"/>
                  </a:lnTo>
                  <a:lnTo>
                    <a:pt x="226790" y="224409"/>
                  </a:lnTo>
                  <a:lnTo>
                    <a:pt x="220885" y="221742"/>
                  </a:lnTo>
                  <a:lnTo>
                    <a:pt x="215170" y="219933"/>
                  </a:lnTo>
                  <a:lnTo>
                    <a:pt x="213360" y="219075"/>
                  </a:lnTo>
                  <a:lnTo>
                    <a:pt x="211836" y="217742"/>
                  </a:lnTo>
                  <a:lnTo>
                    <a:pt x="210312" y="214979"/>
                  </a:lnTo>
                  <a:lnTo>
                    <a:pt x="209836" y="212789"/>
                  </a:lnTo>
                  <a:lnTo>
                    <a:pt x="209740" y="211169"/>
                  </a:lnTo>
                  <a:lnTo>
                    <a:pt x="209931" y="209550"/>
                  </a:lnTo>
                  <a:lnTo>
                    <a:pt x="210407" y="207836"/>
                  </a:lnTo>
                  <a:lnTo>
                    <a:pt x="210884" y="206883"/>
                  </a:lnTo>
                  <a:lnTo>
                    <a:pt x="211550" y="205931"/>
                  </a:lnTo>
                  <a:lnTo>
                    <a:pt x="212122" y="205359"/>
                  </a:lnTo>
                  <a:lnTo>
                    <a:pt x="212979" y="204978"/>
                  </a:lnTo>
                  <a:lnTo>
                    <a:pt x="213931" y="204978"/>
                  </a:lnTo>
                  <a:lnTo>
                    <a:pt x="214979" y="205264"/>
                  </a:lnTo>
                  <a:lnTo>
                    <a:pt x="217265" y="206312"/>
                  </a:lnTo>
                  <a:lnTo>
                    <a:pt x="218313" y="206502"/>
                  </a:lnTo>
                  <a:lnTo>
                    <a:pt x="219361" y="206121"/>
                  </a:lnTo>
                  <a:lnTo>
                    <a:pt x="220123" y="205550"/>
                  </a:lnTo>
                  <a:lnTo>
                    <a:pt x="220694" y="204407"/>
                  </a:lnTo>
                  <a:lnTo>
                    <a:pt x="220599" y="203740"/>
                  </a:lnTo>
                  <a:lnTo>
                    <a:pt x="220027" y="203168"/>
                  </a:lnTo>
                  <a:lnTo>
                    <a:pt x="219170" y="202787"/>
                  </a:lnTo>
                  <a:lnTo>
                    <a:pt x="218218" y="201549"/>
                  </a:lnTo>
                  <a:lnTo>
                    <a:pt x="217170" y="199644"/>
                  </a:lnTo>
                  <a:lnTo>
                    <a:pt x="215932" y="195549"/>
                  </a:lnTo>
                  <a:lnTo>
                    <a:pt x="215170" y="193548"/>
                  </a:lnTo>
                  <a:lnTo>
                    <a:pt x="214122" y="192215"/>
                  </a:lnTo>
                  <a:lnTo>
                    <a:pt x="213169" y="191548"/>
                  </a:lnTo>
                  <a:lnTo>
                    <a:pt x="212407" y="190786"/>
                  </a:lnTo>
                  <a:lnTo>
                    <a:pt x="211645" y="189452"/>
                  </a:lnTo>
                  <a:lnTo>
                    <a:pt x="211550" y="188500"/>
                  </a:lnTo>
                  <a:lnTo>
                    <a:pt x="211741" y="187643"/>
                  </a:lnTo>
                  <a:lnTo>
                    <a:pt x="212503" y="186309"/>
                  </a:lnTo>
                  <a:lnTo>
                    <a:pt x="213074" y="184880"/>
                  </a:lnTo>
                  <a:lnTo>
                    <a:pt x="213360" y="182690"/>
                  </a:lnTo>
                  <a:lnTo>
                    <a:pt x="213265" y="181833"/>
                  </a:lnTo>
                  <a:lnTo>
                    <a:pt x="212788" y="181642"/>
                  </a:lnTo>
                  <a:lnTo>
                    <a:pt x="211931" y="182118"/>
                  </a:lnTo>
                  <a:lnTo>
                    <a:pt x="208597" y="184500"/>
                  </a:lnTo>
                  <a:lnTo>
                    <a:pt x="207836" y="184976"/>
                  </a:lnTo>
                  <a:lnTo>
                    <a:pt x="206121" y="185357"/>
                  </a:lnTo>
                  <a:lnTo>
                    <a:pt x="198311" y="185738"/>
                  </a:lnTo>
                  <a:lnTo>
                    <a:pt x="195643" y="186309"/>
                  </a:lnTo>
                  <a:lnTo>
                    <a:pt x="194500" y="186309"/>
                  </a:lnTo>
                  <a:lnTo>
                    <a:pt x="193453" y="186024"/>
                  </a:lnTo>
                  <a:lnTo>
                    <a:pt x="190690" y="184785"/>
                  </a:lnTo>
                  <a:lnTo>
                    <a:pt x="189928" y="184595"/>
                  </a:lnTo>
                  <a:lnTo>
                    <a:pt x="189357" y="184595"/>
                  </a:lnTo>
                  <a:lnTo>
                    <a:pt x="188786" y="184690"/>
                  </a:lnTo>
                  <a:lnTo>
                    <a:pt x="185928" y="185738"/>
                  </a:lnTo>
                  <a:lnTo>
                    <a:pt x="184880" y="185833"/>
                  </a:lnTo>
                  <a:lnTo>
                    <a:pt x="183928" y="185547"/>
                  </a:lnTo>
                  <a:lnTo>
                    <a:pt x="183070" y="184690"/>
                  </a:lnTo>
                  <a:lnTo>
                    <a:pt x="182975" y="183642"/>
                  </a:lnTo>
                  <a:lnTo>
                    <a:pt x="183451" y="182309"/>
                  </a:lnTo>
                  <a:lnTo>
                    <a:pt x="185833" y="179070"/>
                  </a:lnTo>
                  <a:lnTo>
                    <a:pt x="186785" y="178022"/>
                  </a:lnTo>
                  <a:lnTo>
                    <a:pt x="193738" y="173069"/>
                  </a:lnTo>
                  <a:lnTo>
                    <a:pt x="194786" y="170117"/>
                  </a:lnTo>
                  <a:lnTo>
                    <a:pt x="191738" y="168497"/>
                  </a:lnTo>
                  <a:lnTo>
                    <a:pt x="189357" y="164592"/>
                  </a:lnTo>
                  <a:lnTo>
                    <a:pt x="188119" y="163735"/>
                  </a:lnTo>
                  <a:lnTo>
                    <a:pt x="186690" y="163068"/>
                  </a:lnTo>
                  <a:lnTo>
                    <a:pt x="185356" y="162687"/>
                  </a:lnTo>
                  <a:lnTo>
                    <a:pt x="183832" y="162116"/>
                  </a:lnTo>
                  <a:lnTo>
                    <a:pt x="182880" y="161354"/>
                  </a:lnTo>
                  <a:lnTo>
                    <a:pt x="180499" y="159068"/>
                  </a:lnTo>
                  <a:lnTo>
                    <a:pt x="179356" y="158496"/>
                  </a:lnTo>
                  <a:lnTo>
                    <a:pt x="166878" y="154591"/>
                  </a:lnTo>
                  <a:lnTo>
                    <a:pt x="161734" y="153543"/>
                  </a:lnTo>
                  <a:lnTo>
                    <a:pt x="160687" y="152591"/>
                  </a:lnTo>
                  <a:lnTo>
                    <a:pt x="160115" y="151638"/>
                  </a:lnTo>
                  <a:lnTo>
                    <a:pt x="160020" y="151162"/>
                  </a:lnTo>
                  <a:lnTo>
                    <a:pt x="160020" y="151067"/>
                  </a:lnTo>
                  <a:lnTo>
                    <a:pt x="159925" y="150495"/>
                  </a:lnTo>
                  <a:lnTo>
                    <a:pt x="159734" y="149828"/>
                  </a:lnTo>
                  <a:lnTo>
                    <a:pt x="159544" y="149257"/>
                  </a:lnTo>
                  <a:lnTo>
                    <a:pt x="159067" y="148400"/>
                  </a:lnTo>
                  <a:lnTo>
                    <a:pt x="158782" y="147638"/>
                  </a:lnTo>
                  <a:lnTo>
                    <a:pt x="158877" y="146780"/>
                  </a:lnTo>
                  <a:lnTo>
                    <a:pt x="159448" y="144875"/>
                  </a:lnTo>
                  <a:lnTo>
                    <a:pt x="159544" y="143923"/>
                  </a:lnTo>
                  <a:lnTo>
                    <a:pt x="158972" y="142018"/>
                  </a:lnTo>
                  <a:lnTo>
                    <a:pt x="158877" y="140970"/>
                  </a:lnTo>
                  <a:lnTo>
                    <a:pt x="159163" y="139922"/>
                  </a:lnTo>
                  <a:lnTo>
                    <a:pt x="159925" y="138779"/>
                  </a:lnTo>
                  <a:lnTo>
                    <a:pt x="162877" y="139160"/>
                  </a:lnTo>
                  <a:lnTo>
                    <a:pt x="164116" y="139827"/>
                  </a:lnTo>
                  <a:lnTo>
                    <a:pt x="166688" y="140780"/>
                  </a:lnTo>
                  <a:lnTo>
                    <a:pt x="168592" y="140780"/>
                  </a:lnTo>
                  <a:lnTo>
                    <a:pt x="171355" y="140303"/>
                  </a:lnTo>
                  <a:lnTo>
                    <a:pt x="172688" y="139256"/>
                  </a:lnTo>
                  <a:lnTo>
                    <a:pt x="173736" y="137827"/>
                  </a:lnTo>
                  <a:lnTo>
                    <a:pt x="174403" y="136684"/>
                  </a:lnTo>
                  <a:lnTo>
                    <a:pt x="175355" y="135541"/>
                  </a:lnTo>
                  <a:lnTo>
                    <a:pt x="176689" y="134588"/>
                  </a:lnTo>
                  <a:lnTo>
                    <a:pt x="178594" y="134208"/>
                  </a:lnTo>
                  <a:lnTo>
                    <a:pt x="179546" y="133826"/>
                  </a:lnTo>
                  <a:lnTo>
                    <a:pt x="180118" y="133541"/>
                  </a:lnTo>
                  <a:lnTo>
                    <a:pt x="180403" y="133160"/>
                  </a:lnTo>
                  <a:lnTo>
                    <a:pt x="180499" y="132588"/>
                  </a:lnTo>
                  <a:lnTo>
                    <a:pt x="180594" y="132302"/>
                  </a:lnTo>
                  <a:lnTo>
                    <a:pt x="180118" y="131445"/>
                  </a:lnTo>
                  <a:lnTo>
                    <a:pt x="178403" y="129064"/>
                  </a:lnTo>
                  <a:lnTo>
                    <a:pt x="178022" y="126873"/>
                  </a:lnTo>
                  <a:lnTo>
                    <a:pt x="177927" y="124492"/>
                  </a:lnTo>
                  <a:lnTo>
                    <a:pt x="177641" y="123349"/>
                  </a:lnTo>
                  <a:lnTo>
                    <a:pt x="177070" y="122301"/>
                  </a:lnTo>
                  <a:lnTo>
                    <a:pt x="176213" y="121730"/>
                  </a:lnTo>
                  <a:lnTo>
                    <a:pt x="174974" y="121539"/>
                  </a:lnTo>
                  <a:lnTo>
                    <a:pt x="174117" y="121730"/>
                  </a:lnTo>
                  <a:lnTo>
                    <a:pt x="172593" y="122396"/>
                  </a:lnTo>
                  <a:lnTo>
                    <a:pt x="171736" y="122492"/>
                  </a:lnTo>
                  <a:lnTo>
                    <a:pt x="170878" y="122396"/>
                  </a:lnTo>
                  <a:lnTo>
                    <a:pt x="168688" y="122016"/>
                  </a:lnTo>
                  <a:lnTo>
                    <a:pt x="167830" y="121634"/>
                  </a:lnTo>
                  <a:lnTo>
                    <a:pt x="166878" y="120968"/>
                  </a:lnTo>
                  <a:lnTo>
                    <a:pt x="165449" y="119444"/>
                  </a:lnTo>
                  <a:lnTo>
                    <a:pt x="162877" y="115729"/>
                  </a:lnTo>
                  <a:lnTo>
                    <a:pt x="162020" y="114967"/>
                  </a:lnTo>
                  <a:lnTo>
                    <a:pt x="161068" y="114491"/>
                  </a:lnTo>
                  <a:lnTo>
                    <a:pt x="159925" y="114491"/>
                  </a:lnTo>
                  <a:lnTo>
                    <a:pt x="159163" y="114681"/>
                  </a:lnTo>
                  <a:lnTo>
                    <a:pt x="158020" y="115158"/>
                  </a:lnTo>
                  <a:lnTo>
                    <a:pt x="157448" y="115158"/>
                  </a:lnTo>
                  <a:lnTo>
                    <a:pt x="156686" y="114872"/>
                  </a:lnTo>
                  <a:lnTo>
                    <a:pt x="155829" y="113824"/>
                  </a:lnTo>
                  <a:lnTo>
                    <a:pt x="155257" y="113062"/>
                  </a:lnTo>
                  <a:lnTo>
                    <a:pt x="154114" y="110871"/>
                  </a:lnTo>
                  <a:lnTo>
                    <a:pt x="153543" y="110014"/>
                  </a:lnTo>
                  <a:lnTo>
                    <a:pt x="152495" y="108966"/>
                  </a:lnTo>
                  <a:lnTo>
                    <a:pt x="151447" y="108299"/>
                  </a:lnTo>
                  <a:lnTo>
                    <a:pt x="150019" y="107823"/>
                  </a:lnTo>
                  <a:lnTo>
                    <a:pt x="148209" y="107823"/>
                  </a:lnTo>
                  <a:lnTo>
                    <a:pt x="147161" y="108109"/>
                  </a:lnTo>
                  <a:lnTo>
                    <a:pt x="146304" y="108490"/>
                  </a:lnTo>
                  <a:lnTo>
                    <a:pt x="145447" y="108966"/>
                  </a:lnTo>
                  <a:lnTo>
                    <a:pt x="144494" y="108966"/>
                  </a:lnTo>
                  <a:lnTo>
                    <a:pt x="143542" y="108585"/>
                  </a:lnTo>
                  <a:lnTo>
                    <a:pt x="142113" y="107347"/>
                  </a:lnTo>
                  <a:lnTo>
                    <a:pt x="141637" y="106394"/>
                  </a:lnTo>
                  <a:lnTo>
                    <a:pt x="141446" y="105156"/>
                  </a:lnTo>
                  <a:lnTo>
                    <a:pt x="141922" y="100775"/>
                  </a:lnTo>
                  <a:lnTo>
                    <a:pt x="141827" y="98012"/>
                  </a:lnTo>
                  <a:lnTo>
                    <a:pt x="141446" y="96965"/>
                  </a:lnTo>
                  <a:lnTo>
                    <a:pt x="140494" y="96488"/>
                  </a:lnTo>
                  <a:lnTo>
                    <a:pt x="138589" y="96393"/>
                  </a:lnTo>
                  <a:lnTo>
                    <a:pt x="134588" y="97822"/>
                  </a:lnTo>
                  <a:lnTo>
                    <a:pt x="130207" y="100299"/>
                  </a:lnTo>
                  <a:lnTo>
                    <a:pt x="127635" y="100584"/>
                  </a:lnTo>
                  <a:lnTo>
                    <a:pt x="121158" y="98870"/>
                  </a:lnTo>
                  <a:lnTo>
                    <a:pt x="118586" y="98870"/>
                  </a:lnTo>
                  <a:lnTo>
                    <a:pt x="116395" y="98489"/>
                  </a:lnTo>
                  <a:lnTo>
                    <a:pt x="114395" y="97917"/>
                  </a:lnTo>
                  <a:lnTo>
                    <a:pt x="112586" y="97155"/>
                  </a:lnTo>
                  <a:lnTo>
                    <a:pt x="110871" y="96012"/>
                  </a:lnTo>
                  <a:lnTo>
                    <a:pt x="108775" y="94107"/>
                  </a:lnTo>
                  <a:lnTo>
                    <a:pt x="107061" y="92107"/>
                  </a:lnTo>
                  <a:lnTo>
                    <a:pt x="106394" y="90964"/>
                  </a:lnTo>
                  <a:lnTo>
                    <a:pt x="105537" y="88868"/>
                  </a:lnTo>
                  <a:lnTo>
                    <a:pt x="105061" y="85154"/>
                  </a:lnTo>
                  <a:lnTo>
                    <a:pt x="104584" y="84011"/>
                  </a:lnTo>
                  <a:lnTo>
                    <a:pt x="104013" y="83630"/>
                  </a:lnTo>
                  <a:lnTo>
                    <a:pt x="102679" y="83249"/>
                  </a:lnTo>
                  <a:lnTo>
                    <a:pt x="101727" y="83153"/>
                  </a:lnTo>
                  <a:lnTo>
                    <a:pt x="101060" y="83153"/>
                  </a:lnTo>
                  <a:lnTo>
                    <a:pt x="100108" y="83344"/>
                  </a:lnTo>
                  <a:lnTo>
                    <a:pt x="99441" y="83344"/>
                  </a:lnTo>
                  <a:lnTo>
                    <a:pt x="98679" y="83344"/>
                  </a:lnTo>
                  <a:lnTo>
                    <a:pt x="97726" y="82963"/>
                  </a:lnTo>
                  <a:lnTo>
                    <a:pt x="96869" y="82487"/>
                  </a:lnTo>
                  <a:lnTo>
                    <a:pt x="94297" y="80486"/>
                  </a:lnTo>
                  <a:lnTo>
                    <a:pt x="93250" y="80105"/>
                  </a:lnTo>
                  <a:lnTo>
                    <a:pt x="92297" y="80010"/>
                  </a:lnTo>
                  <a:lnTo>
                    <a:pt x="90583" y="80391"/>
                  </a:lnTo>
                  <a:lnTo>
                    <a:pt x="90011" y="80391"/>
                  </a:lnTo>
                  <a:lnTo>
                    <a:pt x="89440" y="80105"/>
                  </a:lnTo>
                  <a:lnTo>
                    <a:pt x="88868" y="79439"/>
                  </a:lnTo>
                  <a:lnTo>
                    <a:pt x="88201" y="78105"/>
                  </a:lnTo>
                  <a:lnTo>
                    <a:pt x="87535" y="77058"/>
                  </a:lnTo>
                  <a:lnTo>
                    <a:pt x="86677" y="76200"/>
                  </a:lnTo>
                  <a:lnTo>
                    <a:pt x="85249" y="75248"/>
                  </a:lnTo>
                  <a:lnTo>
                    <a:pt x="84011" y="74771"/>
                  </a:lnTo>
                  <a:lnTo>
                    <a:pt x="80581" y="73819"/>
                  </a:lnTo>
                  <a:lnTo>
                    <a:pt x="78676" y="72200"/>
                  </a:lnTo>
                  <a:lnTo>
                    <a:pt x="67723" y="59341"/>
                  </a:lnTo>
                  <a:lnTo>
                    <a:pt x="66008" y="57722"/>
                  </a:lnTo>
                  <a:lnTo>
                    <a:pt x="65151" y="57531"/>
                  </a:lnTo>
                  <a:lnTo>
                    <a:pt x="64484" y="57531"/>
                  </a:lnTo>
                  <a:lnTo>
                    <a:pt x="63341" y="57626"/>
                  </a:lnTo>
                  <a:lnTo>
                    <a:pt x="62770" y="57626"/>
                  </a:lnTo>
                  <a:lnTo>
                    <a:pt x="62198" y="57531"/>
                  </a:lnTo>
                  <a:lnTo>
                    <a:pt x="61722" y="57341"/>
                  </a:lnTo>
                  <a:lnTo>
                    <a:pt x="61341" y="56579"/>
                  </a:lnTo>
                  <a:lnTo>
                    <a:pt x="60865" y="55055"/>
                  </a:lnTo>
                  <a:lnTo>
                    <a:pt x="60103" y="51626"/>
                  </a:lnTo>
                  <a:lnTo>
                    <a:pt x="59341" y="49530"/>
                  </a:lnTo>
                  <a:lnTo>
                    <a:pt x="58102" y="47530"/>
                  </a:lnTo>
                  <a:lnTo>
                    <a:pt x="56674" y="46101"/>
                  </a:lnTo>
                  <a:lnTo>
                    <a:pt x="56197" y="45244"/>
                  </a:lnTo>
                  <a:lnTo>
                    <a:pt x="56007" y="44387"/>
                  </a:lnTo>
                  <a:lnTo>
                    <a:pt x="55912" y="42482"/>
                  </a:lnTo>
                  <a:lnTo>
                    <a:pt x="56102" y="41529"/>
                  </a:lnTo>
                  <a:lnTo>
                    <a:pt x="56388" y="40767"/>
                  </a:lnTo>
                  <a:lnTo>
                    <a:pt x="58102" y="39529"/>
                  </a:lnTo>
                  <a:lnTo>
                    <a:pt x="58579" y="38958"/>
                  </a:lnTo>
                  <a:lnTo>
                    <a:pt x="59055" y="38195"/>
                  </a:lnTo>
                  <a:lnTo>
                    <a:pt x="59245" y="37529"/>
                  </a:lnTo>
                  <a:lnTo>
                    <a:pt x="59341" y="36957"/>
                  </a:lnTo>
                  <a:lnTo>
                    <a:pt x="59245" y="36576"/>
                  </a:lnTo>
                  <a:lnTo>
                    <a:pt x="59150" y="36195"/>
                  </a:lnTo>
                  <a:lnTo>
                    <a:pt x="58864" y="35909"/>
                  </a:lnTo>
                  <a:lnTo>
                    <a:pt x="57817" y="35719"/>
                  </a:lnTo>
                  <a:lnTo>
                    <a:pt x="56959" y="35719"/>
                  </a:lnTo>
                  <a:lnTo>
                    <a:pt x="53721" y="36576"/>
                  </a:lnTo>
                  <a:lnTo>
                    <a:pt x="53054" y="36767"/>
                  </a:lnTo>
                  <a:lnTo>
                    <a:pt x="52768" y="36671"/>
                  </a:lnTo>
                  <a:lnTo>
                    <a:pt x="52483" y="36576"/>
                  </a:lnTo>
                  <a:lnTo>
                    <a:pt x="52197" y="36291"/>
                  </a:lnTo>
                  <a:lnTo>
                    <a:pt x="51911" y="35814"/>
                  </a:lnTo>
                  <a:lnTo>
                    <a:pt x="50578" y="33814"/>
                  </a:lnTo>
                  <a:lnTo>
                    <a:pt x="49816" y="33147"/>
                  </a:lnTo>
                  <a:lnTo>
                    <a:pt x="49530" y="33052"/>
                  </a:lnTo>
                  <a:lnTo>
                    <a:pt x="49435" y="33052"/>
                  </a:lnTo>
                  <a:lnTo>
                    <a:pt x="49054" y="32861"/>
                  </a:lnTo>
                  <a:lnTo>
                    <a:pt x="48577" y="32385"/>
                  </a:lnTo>
                  <a:lnTo>
                    <a:pt x="48006" y="31528"/>
                  </a:lnTo>
                  <a:lnTo>
                    <a:pt x="47339" y="30194"/>
                  </a:lnTo>
                  <a:lnTo>
                    <a:pt x="45815" y="28766"/>
                  </a:lnTo>
                  <a:lnTo>
                    <a:pt x="45339" y="28004"/>
                  </a:lnTo>
                  <a:lnTo>
                    <a:pt x="45339" y="27051"/>
                  </a:lnTo>
                  <a:lnTo>
                    <a:pt x="45720" y="25718"/>
                  </a:lnTo>
                  <a:lnTo>
                    <a:pt x="47339" y="23813"/>
                  </a:lnTo>
                  <a:lnTo>
                    <a:pt x="48006" y="21241"/>
                  </a:lnTo>
                  <a:lnTo>
                    <a:pt x="42767" y="19812"/>
                  </a:lnTo>
                  <a:lnTo>
                    <a:pt x="41338" y="19908"/>
                  </a:lnTo>
                  <a:lnTo>
                    <a:pt x="40672" y="20669"/>
                  </a:lnTo>
                  <a:lnTo>
                    <a:pt x="40195" y="21146"/>
                  </a:lnTo>
                  <a:lnTo>
                    <a:pt x="39433" y="21431"/>
                  </a:lnTo>
                  <a:lnTo>
                    <a:pt x="38671" y="21622"/>
                  </a:lnTo>
                  <a:lnTo>
                    <a:pt x="37909" y="21622"/>
                  </a:lnTo>
                  <a:lnTo>
                    <a:pt x="37147" y="21336"/>
                  </a:lnTo>
                  <a:lnTo>
                    <a:pt x="36385" y="20479"/>
                  </a:lnTo>
                  <a:lnTo>
                    <a:pt x="34671" y="17812"/>
                  </a:lnTo>
                  <a:lnTo>
                    <a:pt x="34004" y="17336"/>
                  </a:lnTo>
                  <a:lnTo>
                    <a:pt x="32956" y="17241"/>
                  </a:lnTo>
                  <a:lnTo>
                    <a:pt x="32004" y="17526"/>
                  </a:lnTo>
                  <a:lnTo>
                    <a:pt x="31147" y="18002"/>
                  </a:lnTo>
                  <a:lnTo>
                    <a:pt x="30385" y="18098"/>
                  </a:lnTo>
                  <a:lnTo>
                    <a:pt x="29527" y="17717"/>
                  </a:lnTo>
                  <a:lnTo>
                    <a:pt x="28575" y="16669"/>
                  </a:lnTo>
                  <a:lnTo>
                    <a:pt x="28194" y="15812"/>
                  </a:lnTo>
                  <a:lnTo>
                    <a:pt x="28003" y="14954"/>
                  </a:lnTo>
                  <a:lnTo>
                    <a:pt x="28003" y="14192"/>
                  </a:lnTo>
                  <a:lnTo>
                    <a:pt x="28194" y="13335"/>
                  </a:lnTo>
                  <a:lnTo>
                    <a:pt x="28480" y="12478"/>
                  </a:lnTo>
                  <a:lnTo>
                    <a:pt x="28575" y="12002"/>
                  </a:lnTo>
                  <a:lnTo>
                    <a:pt x="28384" y="11621"/>
                  </a:lnTo>
                  <a:lnTo>
                    <a:pt x="27718" y="11049"/>
                  </a:lnTo>
                  <a:lnTo>
                    <a:pt x="25146" y="9620"/>
                  </a:lnTo>
                  <a:lnTo>
                    <a:pt x="23813" y="9144"/>
                  </a:lnTo>
                  <a:lnTo>
                    <a:pt x="22384" y="9144"/>
                  </a:lnTo>
                  <a:lnTo>
                    <a:pt x="21431" y="9716"/>
                  </a:lnTo>
                  <a:lnTo>
                    <a:pt x="20098" y="10763"/>
                  </a:lnTo>
                  <a:lnTo>
                    <a:pt x="19621" y="11049"/>
                  </a:lnTo>
                  <a:lnTo>
                    <a:pt x="19240" y="11144"/>
                  </a:lnTo>
                  <a:lnTo>
                    <a:pt x="18478" y="10954"/>
                  </a:lnTo>
                  <a:lnTo>
                    <a:pt x="17716" y="10573"/>
                  </a:lnTo>
                  <a:lnTo>
                    <a:pt x="17145" y="9906"/>
                  </a:lnTo>
                  <a:lnTo>
                    <a:pt x="16954" y="9335"/>
                  </a:lnTo>
                  <a:lnTo>
                    <a:pt x="16954" y="8954"/>
                  </a:lnTo>
                  <a:lnTo>
                    <a:pt x="17240" y="8096"/>
                  </a:lnTo>
                  <a:lnTo>
                    <a:pt x="17240" y="7716"/>
                  </a:lnTo>
                  <a:lnTo>
                    <a:pt x="17145" y="7430"/>
                  </a:lnTo>
                  <a:lnTo>
                    <a:pt x="16669" y="7239"/>
                  </a:lnTo>
                  <a:lnTo>
                    <a:pt x="16097" y="7049"/>
                  </a:lnTo>
                  <a:lnTo>
                    <a:pt x="13906" y="6858"/>
                  </a:lnTo>
                  <a:lnTo>
                    <a:pt x="13240" y="6763"/>
                  </a:lnTo>
                  <a:lnTo>
                    <a:pt x="12763" y="6382"/>
                  </a:lnTo>
                  <a:lnTo>
                    <a:pt x="12001" y="5620"/>
                  </a:lnTo>
                  <a:lnTo>
                    <a:pt x="11620" y="4953"/>
                  </a:lnTo>
                  <a:lnTo>
                    <a:pt x="11335" y="4191"/>
                  </a:lnTo>
                  <a:lnTo>
                    <a:pt x="11049" y="2191"/>
                  </a:lnTo>
                  <a:lnTo>
                    <a:pt x="10954" y="1619"/>
                  </a:lnTo>
                  <a:lnTo>
                    <a:pt x="10763" y="1048"/>
                  </a:lnTo>
                  <a:lnTo>
                    <a:pt x="10477" y="762"/>
                  </a:lnTo>
                  <a:lnTo>
                    <a:pt x="10001" y="476"/>
                  </a:lnTo>
                  <a:lnTo>
                    <a:pt x="9144" y="191"/>
                  </a:lnTo>
                  <a:lnTo>
                    <a:pt x="7620" y="0"/>
                  </a:lnTo>
                  <a:lnTo>
                    <a:pt x="5048" y="191"/>
                  </a:lnTo>
                  <a:lnTo>
                    <a:pt x="0" y="1715"/>
                  </a:lnTo>
                  <a:lnTo>
                    <a:pt x="190" y="2477"/>
                  </a:lnTo>
                  <a:lnTo>
                    <a:pt x="1810" y="4382"/>
                  </a:lnTo>
                  <a:lnTo>
                    <a:pt x="2953" y="6477"/>
                  </a:lnTo>
                  <a:lnTo>
                    <a:pt x="11620" y="28670"/>
                  </a:lnTo>
                  <a:lnTo>
                    <a:pt x="14097" y="32290"/>
                  </a:lnTo>
                  <a:lnTo>
                    <a:pt x="15145" y="34100"/>
                  </a:lnTo>
                  <a:lnTo>
                    <a:pt x="15526" y="36481"/>
                  </a:lnTo>
                  <a:lnTo>
                    <a:pt x="15907" y="37624"/>
                  </a:lnTo>
                  <a:lnTo>
                    <a:pt x="16764" y="38386"/>
                  </a:lnTo>
                  <a:lnTo>
                    <a:pt x="17526" y="39053"/>
                  </a:lnTo>
                  <a:lnTo>
                    <a:pt x="17907" y="39719"/>
                  </a:lnTo>
                  <a:lnTo>
                    <a:pt x="18097" y="40672"/>
                  </a:lnTo>
                  <a:lnTo>
                    <a:pt x="18955" y="43149"/>
                  </a:lnTo>
                  <a:lnTo>
                    <a:pt x="26384" y="56007"/>
                  </a:lnTo>
                  <a:lnTo>
                    <a:pt x="28194" y="60389"/>
                  </a:lnTo>
                  <a:lnTo>
                    <a:pt x="28861" y="63056"/>
                  </a:lnTo>
                  <a:lnTo>
                    <a:pt x="29051" y="64580"/>
                  </a:lnTo>
                  <a:lnTo>
                    <a:pt x="28956" y="66008"/>
                  </a:lnTo>
                  <a:lnTo>
                    <a:pt x="29908" y="64961"/>
                  </a:lnTo>
                  <a:lnTo>
                    <a:pt x="30575" y="63913"/>
                  </a:lnTo>
                  <a:lnTo>
                    <a:pt x="31432" y="63151"/>
                  </a:lnTo>
                  <a:lnTo>
                    <a:pt x="32956" y="62770"/>
                  </a:lnTo>
                  <a:lnTo>
                    <a:pt x="32956" y="63627"/>
                  </a:lnTo>
                  <a:lnTo>
                    <a:pt x="31909" y="67628"/>
                  </a:lnTo>
                  <a:lnTo>
                    <a:pt x="33433" y="73057"/>
                  </a:lnTo>
                  <a:lnTo>
                    <a:pt x="37624" y="83058"/>
                  </a:lnTo>
                  <a:lnTo>
                    <a:pt x="38290" y="87249"/>
                  </a:lnTo>
                  <a:lnTo>
                    <a:pt x="39148" y="89535"/>
                  </a:lnTo>
                  <a:lnTo>
                    <a:pt x="40862" y="91154"/>
                  </a:lnTo>
                  <a:lnTo>
                    <a:pt x="40672" y="90678"/>
                  </a:lnTo>
                  <a:lnTo>
                    <a:pt x="41053" y="90107"/>
                  </a:lnTo>
                  <a:lnTo>
                    <a:pt x="41815" y="89630"/>
                  </a:lnTo>
                  <a:lnTo>
                    <a:pt x="42386" y="89535"/>
                  </a:lnTo>
                  <a:lnTo>
                    <a:pt x="42386" y="87535"/>
                  </a:lnTo>
                  <a:lnTo>
                    <a:pt x="42481" y="80296"/>
                  </a:lnTo>
                  <a:lnTo>
                    <a:pt x="44577" y="79248"/>
                  </a:lnTo>
                  <a:lnTo>
                    <a:pt x="46577" y="79820"/>
                  </a:lnTo>
                  <a:lnTo>
                    <a:pt x="48673" y="80201"/>
                  </a:lnTo>
                  <a:lnTo>
                    <a:pt x="49339" y="79248"/>
                  </a:lnTo>
                  <a:lnTo>
                    <a:pt x="50101" y="78486"/>
                  </a:lnTo>
                  <a:lnTo>
                    <a:pt x="51721" y="77629"/>
                  </a:lnTo>
                  <a:lnTo>
                    <a:pt x="52578" y="76581"/>
                  </a:lnTo>
                  <a:lnTo>
                    <a:pt x="54007" y="75248"/>
                  </a:lnTo>
                  <a:lnTo>
                    <a:pt x="55816" y="75533"/>
                  </a:lnTo>
                  <a:lnTo>
                    <a:pt x="57626" y="76200"/>
                  </a:lnTo>
                  <a:lnTo>
                    <a:pt x="59436" y="75438"/>
                  </a:lnTo>
                  <a:lnTo>
                    <a:pt x="60769" y="74676"/>
                  </a:lnTo>
                  <a:lnTo>
                    <a:pt x="62579" y="75248"/>
                  </a:lnTo>
                  <a:lnTo>
                    <a:pt x="62579" y="76962"/>
                  </a:lnTo>
                  <a:lnTo>
                    <a:pt x="60865" y="76867"/>
                  </a:lnTo>
                  <a:lnTo>
                    <a:pt x="59722" y="77915"/>
                  </a:lnTo>
                  <a:lnTo>
                    <a:pt x="58102" y="78867"/>
                  </a:lnTo>
                  <a:lnTo>
                    <a:pt x="56959" y="79820"/>
                  </a:lnTo>
                  <a:lnTo>
                    <a:pt x="55816" y="80486"/>
                  </a:lnTo>
                  <a:lnTo>
                    <a:pt x="54959" y="80010"/>
                  </a:lnTo>
                  <a:lnTo>
                    <a:pt x="54197" y="79534"/>
                  </a:lnTo>
                  <a:lnTo>
                    <a:pt x="52483" y="81058"/>
                  </a:lnTo>
                  <a:lnTo>
                    <a:pt x="51625" y="83916"/>
                  </a:lnTo>
                  <a:lnTo>
                    <a:pt x="52102" y="85344"/>
                  </a:lnTo>
                  <a:lnTo>
                    <a:pt x="51911" y="87059"/>
                  </a:lnTo>
                  <a:lnTo>
                    <a:pt x="52102" y="87249"/>
                  </a:lnTo>
                  <a:lnTo>
                    <a:pt x="54292" y="89440"/>
                  </a:lnTo>
                  <a:lnTo>
                    <a:pt x="54864" y="90678"/>
                  </a:lnTo>
                  <a:lnTo>
                    <a:pt x="53149" y="91154"/>
                  </a:lnTo>
                  <a:lnTo>
                    <a:pt x="49244" y="90869"/>
                  </a:lnTo>
                  <a:lnTo>
                    <a:pt x="48958" y="91726"/>
                  </a:lnTo>
                  <a:lnTo>
                    <a:pt x="50292" y="94393"/>
                  </a:lnTo>
                  <a:lnTo>
                    <a:pt x="51625" y="96108"/>
                  </a:lnTo>
                  <a:lnTo>
                    <a:pt x="53245" y="97346"/>
                  </a:lnTo>
                  <a:lnTo>
                    <a:pt x="55054" y="98108"/>
                  </a:lnTo>
                  <a:lnTo>
                    <a:pt x="57055" y="98298"/>
                  </a:lnTo>
                  <a:lnTo>
                    <a:pt x="58483" y="97917"/>
                  </a:lnTo>
                  <a:lnTo>
                    <a:pt x="60674" y="95822"/>
                  </a:lnTo>
                  <a:lnTo>
                    <a:pt x="62198" y="95060"/>
                  </a:lnTo>
                  <a:lnTo>
                    <a:pt x="61341" y="97060"/>
                  </a:lnTo>
                  <a:lnTo>
                    <a:pt x="60960" y="98584"/>
                  </a:lnTo>
                  <a:lnTo>
                    <a:pt x="61436" y="99822"/>
                  </a:lnTo>
                  <a:lnTo>
                    <a:pt x="62960" y="100775"/>
                  </a:lnTo>
                  <a:lnTo>
                    <a:pt x="62960" y="101537"/>
                  </a:lnTo>
                  <a:lnTo>
                    <a:pt x="54483" y="99727"/>
                  </a:lnTo>
                  <a:lnTo>
                    <a:pt x="52292" y="100108"/>
                  </a:lnTo>
                  <a:lnTo>
                    <a:pt x="54197" y="104013"/>
                  </a:lnTo>
                  <a:lnTo>
                    <a:pt x="57150" y="107252"/>
                  </a:lnTo>
                  <a:lnTo>
                    <a:pt x="57436" y="108490"/>
                  </a:lnTo>
                  <a:lnTo>
                    <a:pt x="57817" y="108871"/>
                  </a:lnTo>
                  <a:lnTo>
                    <a:pt x="59817" y="108109"/>
                  </a:lnTo>
                  <a:lnTo>
                    <a:pt x="60579" y="108014"/>
                  </a:lnTo>
                  <a:lnTo>
                    <a:pt x="75152" y="124301"/>
                  </a:lnTo>
                  <a:lnTo>
                    <a:pt x="78010" y="128207"/>
                  </a:lnTo>
                  <a:lnTo>
                    <a:pt x="84296" y="143542"/>
                  </a:lnTo>
                  <a:lnTo>
                    <a:pt x="83915" y="145161"/>
                  </a:lnTo>
                  <a:lnTo>
                    <a:pt x="86106" y="148304"/>
                  </a:lnTo>
                  <a:lnTo>
                    <a:pt x="86773" y="150400"/>
                  </a:lnTo>
                  <a:lnTo>
                    <a:pt x="87058" y="152781"/>
                  </a:lnTo>
                  <a:lnTo>
                    <a:pt x="87916" y="154115"/>
                  </a:lnTo>
                  <a:lnTo>
                    <a:pt x="89535" y="154686"/>
                  </a:lnTo>
                  <a:lnTo>
                    <a:pt x="91821" y="154877"/>
                  </a:lnTo>
                  <a:lnTo>
                    <a:pt x="93536" y="155448"/>
                  </a:lnTo>
                  <a:lnTo>
                    <a:pt x="94964" y="156972"/>
                  </a:lnTo>
                  <a:lnTo>
                    <a:pt x="96964" y="160496"/>
                  </a:lnTo>
                  <a:lnTo>
                    <a:pt x="98869" y="164973"/>
                  </a:lnTo>
                  <a:lnTo>
                    <a:pt x="100108" y="166688"/>
                  </a:lnTo>
                  <a:lnTo>
                    <a:pt x="101632" y="166211"/>
                  </a:lnTo>
                  <a:lnTo>
                    <a:pt x="102489" y="167640"/>
                  </a:lnTo>
                  <a:lnTo>
                    <a:pt x="102108" y="168593"/>
                  </a:lnTo>
                  <a:lnTo>
                    <a:pt x="100965" y="169450"/>
                  </a:lnTo>
                  <a:lnTo>
                    <a:pt x="101155" y="170879"/>
                  </a:lnTo>
                  <a:lnTo>
                    <a:pt x="101441" y="171641"/>
                  </a:lnTo>
                  <a:lnTo>
                    <a:pt x="101917" y="172308"/>
                  </a:lnTo>
                  <a:lnTo>
                    <a:pt x="102489" y="173355"/>
                  </a:lnTo>
                  <a:lnTo>
                    <a:pt x="112871" y="198406"/>
                  </a:lnTo>
                  <a:lnTo>
                    <a:pt x="118300" y="217742"/>
                  </a:lnTo>
                  <a:lnTo>
                    <a:pt x="120015" y="227552"/>
                  </a:lnTo>
                  <a:lnTo>
                    <a:pt x="121920" y="232315"/>
                  </a:lnTo>
                  <a:lnTo>
                    <a:pt x="125444" y="233839"/>
                  </a:lnTo>
                  <a:lnTo>
                    <a:pt x="124873" y="234410"/>
                  </a:lnTo>
                  <a:lnTo>
                    <a:pt x="123444" y="235649"/>
                  </a:lnTo>
                  <a:lnTo>
                    <a:pt x="123063" y="236220"/>
                  </a:lnTo>
                  <a:lnTo>
                    <a:pt x="123158" y="237363"/>
                  </a:lnTo>
                  <a:lnTo>
                    <a:pt x="123730" y="238316"/>
                  </a:lnTo>
                  <a:lnTo>
                    <a:pt x="124301" y="239078"/>
                  </a:lnTo>
                  <a:lnTo>
                    <a:pt x="124682" y="239935"/>
                  </a:lnTo>
                  <a:lnTo>
                    <a:pt x="125158" y="242030"/>
                  </a:lnTo>
                  <a:lnTo>
                    <a:pt x="132112" y="256223"/>
                  </a:lnTo>
                  <a:lnTo>
                    <a:pt x="133064" y="260700"/>
                  </a:lnTo>
                  <a:lnTo>
                    <a:pt x="134302" y="262319"/>
                  </a:lnTo>
                  <a:lnTo>
                    <a:pt x="137350" y="265176"/>
                  </a:lnTo>
                  <a:lnTo>
                    <a:pt x="138208" y="266986"/>
                  </a:lnTo>
                  <a:lnTo>
                    <a:pt x="139446" y="272129"/>
                  </a:lnTo>
                  <a:lnTo>
                    <a:pt x="139636" y="274511"/>
                  </a:lnTo>
                  <a:lnTo>
                    <a:pt x="140208" y="276511"/>
                  </a:lnTo>
                  <a:lnTo>
                    <a:pt x="144399" y="282131"/>
                  </a:lnTo>
                  <a:lnTo>
                    <a:pt x="146113" y="286893"/>
                  </a:lnTo>
                  <a:lnTo>
                    <a:pt x="148114" y="296609"/>
                  </a:lnTo>
                  <a:lnTo>
                    <a:pt x="149828" y="301371"/>
                  </a:lnTo>
                  <a:lnTo>
                    <a:pt x="150686" y="302991"/>
                  </a:lnTo>
                  <a:lnTo>
                    <a:pt x="151828" y="304514"/>
                  </a:lnTo>
                  <a:lnTo>
                    <a:pt x="153448" y="304991"/>
                  </a:lnTo>
                  <a:lnTo>
                    <a:pt x="155448" y="303848"/>
                  </a:lnTo>
                  <a:lnTo>
                    <a:pt x="156305" y="301847"/>
                  </a:lnTo>
                  <a:lnTo>
                    <a:pt x="156115" y="299752"/>
                  </a:lnTo>
                  <a:lnTo>
                    <a:pt x="154686" y="295751"/>
                  </a:lnTo>
                  <a:lnTo>
                    <a:pt x="155924" y="296418"/>
                  </a:lnTo>
                  <a:lnTo>
                    <a:pt x="156781" y="297561"/>
                  </a:lnTo>
                  <a:lnTo>
                    <a:pt x="157924" y="299752"/>
                  </a:lnTo>
                  <a:lnTo>
                    <a:pt x="158496" y="299752"/>
                  </a:lnTo>
                  <a:lnTo>
                    <a:pt x="159258" y="299276"/>
                  </a:lnTo>
                  <a:lnTo>
                    <a:pt x="159925" y="299180"/>
                  </a:lnTo>
                  <a:lnTo>
                    <a:pt x="160211" y="300133"/>
                  </a:lnTo>
                  <a:lnTo>
                    <a:pt x="160020" y="300990"/>
                  </a:lnTo>
                  <a:lnTo>
                    <a:pt x="159544" y="301752"/>
                  </a:lnTo>
                  <a:lnTo>
                    <a:pt x="159448" y="302609"/>
                  </a:lnTo>
                  <a:lnTo>
                    <a:pt x="158020" y="304133"/>
                  </a:lnTo>
                  <a:lnTo>
                    <a:pt x="152686" y="307181"/>
                  </a:lnTo>
                  <a:lnTo>
                    <a:pt x="152686" y="308991"/>
                  </a:lnTo>
                  <a:lnTo>
                    <a:pt x="153448" y="310229"/>
                  </a:lnTo>
                  <a:lnTo>
                    <a:pt x="153543" y="311277"/>
                  </a:lnTo>
                  <a:lnTo>
                    <a:pt x="153067" y="312992"/>
                  </a:lnTo>
                  <a:lnTo>
                    <a:pt x="153257" y="314801"/>
                  </a:lnTo>
                  <a:lnTo>
                    <a:pt x="156972" y="324326"/>
                  </a:lnTo>
                  <a:lnTo>
                    <a:pt x="158496" y="327184"/>
                  </a:lnTo>
                  <a:lnTo>
                    <a:pt x="160211" y="328708"/>
                  </a:lnTo>
                  <a:lnTo>
                    <a:pt x="159258" y="326612"/>
                  </a:lnTo>
                  <a:lnTo>
                    <a:pt x="158782" y="324136"/>
                  </a:lnTo>
                  <a:lnTo>
                    <a:pt x="158591" y="319469"/>
                  </a:lnTo>
                  <a:lnTo>
                    <a:pt x="157924" y="317564"/>
                  </a:lnTo>
                  <a:lnTo>
                    <a:pt x="156781" y="315659"/>
                  </a:lnTo>
                  <a:lnTo>
                    <a:pt x="156115" y="313468"/>
                  </a:lnTo>
                  <a:lnTo>
                    <a:pt x="156972" y="310991"/>
                  </a:lnTo>
                  <a:lnTo>
                    <a:pt x="157924" y="313468"/>
                  </a:lnTo>
                  <a:lnTo>
                    <a:pt x="158401" y="314325"/>
                  </a:lnTo>
                  <a:lnTo>
                    <a:pt x="159448" y="315087"/>
                  </a:lnTo>
                  <a:lnTo>
                    <a:pt x="160496" y="315183"/>
                  </a:lnTo>
                  <a:lnTo>
                    <a:pt x="161639" y="321659"/>
                  </a:lnTo>
                  <a:lnTo>
                    <a:pt x="163735" y="322993"/>
                  </a:lnTo>
                  <a:lnTo>
                    <a:pt x="163259" y="325279"/>
                  </a:lnTo>
                  <a:lnTo>
                    <a:pt x="164306" y="329756"/>
                  </a:lnTo>
                  <a:lnTo>
                    <a:pt x="166116" y="332899"/>
                  </a:lnTo>
                  <a:lnTo>
                    <a:pt x="168116" y="331089"/>
                  </a:lnTo>
                  <a:lnTo>
                    <a:pt x="169164" y="332708"/>
                  </a:lnTo>
                  <a:lnTo>
                    <a:pt x="173641" y="337090"/>
                  </a:lnTo>
                  <a:lnTo>
                    <a:pt x="174117" y="338995"/>
                  </a:lnTo>
                  <a:lnTo>
                    <a:pt x="176689" y="343376"/>
                  </a:lnTo>
                  <a:lnTo>
                    <a:pt x="177641" y="345567"/>
                  </a:lnTo>
                  <a:lnTo>
                    <a:pt x="177927" y="347949"/>
                  </a:lnTo>
                  <a:lnTo>
                    <a:pt x="177355" y="349187"/>
                  </a:lnTo>
                  <a:lnTo>
                    <a:pt x="176498" y="350330"/>
                  </a:lnTo>
                  <a:lnTo>
                    <a:pt x="176022" y="352330"/>
                  </a:lnTo>
                  <a:lnTo>
                    <a:pt x="176213" y="353568"/>
                  </a:lnTo>
                  <a:lnTo>
                    <a:pt x="177260" y="355664"/>
                  </a:lnTo>
                  <a:lnTo>
                    <a:pt x="177641" y="356807"/>
                  </a:lnTo>
                  <a:lnTo>
                    <a:pt x="177736" y="358235"/>
                  </a:lnTo>
                  <a:lnTo>
                    <a:pt x="177451" y="360331"/>
                  </a:lnTo>
                  <a:lnTo>
                    <a:pt x="177641" y="361569"/>
                  </a:lnTo>
                  <a:lnTo>
                    <a:pt x="178594" y="361093"/>
                  </a:lnTo>
                  <a:lnTo>
                    <a:pt x="179451" y="362331"/>
                  </a:lnTo>
                  <a:lnTo>
                    <a:pt x="180022" y="364331"/>
                  </a:lnTo>
                  <a:lnTo>
                    <a:pt x="180022" y="369761"/>
                  </a:lnTo>
                  <a:lnTo>
                    <a:pt x="180594" y="372333"/>
                  </a:lnTo>
                  <a:lnTo>
                    <a:pt x="180594" y="374714"/>
                  </a:lnTo>
                  <a:lnTo>
                    <a:pt x="179165" y="377666"/>
                  </a:lnTo>
                  <a:lnTo>
                    <a:pt x="180308" y="378524"/>
                  </a:lnTo>
                  <a:lnTo>
                    <a:pt x="181546" y="379286"/>
                  </a:lnTo>
                  <a:lnTo>
                    <a:pt x="183928" y="378333"/>
                  </a:lnTo>
                  <a:lnTo>
                    <a:pt x="186023" y="379095"/>
                  </a:lnTo>
                  <a:lnTo>
                    <a:pt x="188023" y="380619"/>
                  </a:lnTo>
                  <a:lnTo>
                    <a:pt x="190214" y="381667"/>
                  </a:lnTo>
                  <a:lnTo>
                    <a:pt x="187166" y="385286"/>
                  </a:lnTo>
                  <a:lnTo>
                    <a:pt x="185166" y="386049"/>
                  </a:lnTo>
                  <a:lnTo>
                    <a:pt x="182404" y="384810"/>
                  </a:lnTo>
                  <a:lnTo>
                    <a:pt x="181261" y="385096"/>
                  </a:lnTo>
                  <a:lnTo>
                    <a:pt x="175641" y="384048"/>
                  </a:lnTo>
                  <a:lnTo>
                    <a:pt x="173450" y="383286"/>
                  </a:lnTo>
                  <a:lnTo>
                    <a:pt x="172974" y="381572"/>
                  </a:lnTo>
                  <a:lnTo>
                    <a:pt x="175165" y="371189"/>
                  </a:lnTo>
                  <a:lnTo>
                    <a:pt x="175927" y="369570"/>
                  </a:lnTo>
                  <a:lnTo>
                    <a:pt x="176784" y="368237"/>
                  </a:lnTo>
                  <a:lnTo>
                    <a:pt x="177451" y="366713"/>
                  </a:lnTo>
                  <a:lnTo>
                    <a:pt x="177641" y="364808"/>
                  </a:lnTo>
                  <a:lnTo>
                    <a:pt x="175641" y="362903"/>
                  </a:lnTo>
                  <a:lnTo>
                    <a:pt x="174593" y="360521"/>
                  </a:lnTo>
                  <a:lnTo>
                    <a:pt x="173641" y="354330"/>
                  </a:lnTo>
                  <a:lnTo>
                    <a:pt x="173545" y="352711"/>
                  </a:lnTo>
                  <a:lnTo>
                    <a:pt x="173831" y="350139"/>
                  </a:lnTo>
                  <a:lnTo>
                    <a:pt x="173641" y="348710"/>
                  </a:lnTo>
                  <a:lnTo>
                    <a:pt x="172879" y="347091"/>
                  </a:lnTo>
                  <a:lnTo>
                    <a:pt x="171069" y="344043"/>
                  </a:lnTo>
                  <a:lnTo>
                    <a:pt x="170593" y="342329"/>
                  </a:lnTo>
                  <a:lnTo>
                    <a:pt x="169069" y="343376"/>
                  </a:lnTo>
                  <a:lnTo>
                    <a:pt x="169545" y="345186"/>
                  </a:lnTo>
                  <a:lnTo>
                    <a:pt x="172117" y="348710"/>
                  </a:lnTo>
                  <a:lnTo>
                    <a:pt x="171069" y="351854"/>
                  </a:lnTo>
                  <a:lnTo>
                    <a:pt x="172212" y="359188"/>
                  </a:lnTo>
                  <a:lnTo>
                    <a:pt x="172117" y="362426"/>
                  </a:lnTo>
                  <a:lnTo>
                    <a:pt x="171259" y="362426"/>
                  </a:lnTo>
                  <a:lnTo>
                    <a:pt x="168402" y="343472"/>
                  </a:lnTo>
                  <a:lnTo>
                    <a:pt x="167735" y="341281"/>
                  </a:lnTo>
                  <a:lnTo>
                    <a:pt x="166402" y="342329"/>
                  </a:lnTo>
                  <a:lnTo>
                    <a:pt x="167354" y="344043"/>
                  </a:lnTo>
                  <a:lnTo>
                    <a:pt x="166783" y="344996"/>
                  </a:lnTo>
                  <a:lnTo>
                    <a:pt x="165640" y="345472"/>
                  </a:lnTo>
                  <a:lnTo>
                    <a:pt x="164592" y="345567"/>
                  </a:lnTo>
                  <a:lnTo>
                    <a:pt x="164973" y="344996"/>
                  </a:lnTo>
                  <a:lnTo>
                    <a:pt x="165449" y="343472"/>
                  </a:lnTo>
                  <a:lnTo>
                    <a:pt x="165544" y="341567"/>
                  </a:lnTo>
                  <a:lnTo>
                    <a:pt x="164973" y="339947"/>
                  </a:lnTo>
                  <a:lnTo>
                    <a:pt x="164306" y="341662"/>
                  </a:lnTo>
                  <a:lnTo>
                    <a:pt x="164211" y="342329"/>
                  </a:lnTo>
                  <a:lnTo>
                    <a:pt x="162973" y="341757"/>
                  </a:lnTo>
                  <a:lnTo>
                    <a:pt x="162211" y="340709"/>
                  </a:lnTo>
                  <a:lnTo>
                    <a:pt x="161925" y="339376"/>
                  </a:lnTo>
                  <a:lnTo>
                    <a:pt x="161830" y="337947"/>
                  </a:lnTo>
                  <a:lnTo>
                    <a:pt x="162401" y="337566"/>
                  </a:lnTo>
                  <a:lnTo>
                    <a:pt x="165163" y="338424"/>
                  </a:lnTo>
                  <a:lnTo>
                    <a:pt x="165735" y="337947"/>
                  </a:lnTo>
                  <a:lnTo>
                    <a:pt x="164973" y="335566"/>
                  </a:lnTo>
                  <a:lnTo>
                    <a:pt x="163259" y="332899"/>
                  </a:lnTo>
                  <a:lnTo>
                    <a:pt x="161163" y="331566"/>
                  </a:lnTo>
                  <a:lnTo>
                    <a:pt x="159448" y="332708"/>
                  </a:lnTo>
                  <a:lnTo>
                    <a:pt x="159925" y="334328"/>
                  </a:lnTo>
                  <a:lnTo>
                    <a:pt x="160591" y="339662"/>
                  </a:lnTo>
                  <a:lnTo>
                    <a:pt x="161353" y="340805"/>
                  </a:lnTo>
                  <a:lnTo>
                    <a:pt x="164211" y="349568"/>
                  </a:lnTo>
                  <a:lnTo>
                    <a:pt x="166402" y="367189"/>
                  </a:lnTo>
                  <a:lnTo>
                    <a:pt x="165735" y="370142"/>
                  </a:lnTo>
                  <a:lnTo>
                    <a:pt x="168116" y="386525"/>
                  </a:lnTo>
                  <a:lnTo>
                    <a:pt x="174022" y="406146"/>
                  </a:lnTo>
                  <a:lnTo>
                    <a:pt x="183261" y="427196"/>
                  </a:lnTo>
                  <a:lnTo>
                    <a:pt x="183928" y="427196"/>
                  </a:lnTo>
                  <a:lnTo>
                    <a:pt x="183737" y="425577"/>
                  </a:lnTo>
                  <a:lnTo>
                    <a:pt x="180213" y="416528"/>
                  </a:lnTo>
                  <a:lnTo>
                    <a:pt x="180022" y="415290"/>
                  </a:lnTo>
                  <a:lnTo>
                    <a:pt x="181546" y="415481"/>
                  </a:lnTo>
                  <a:lnTo>
                    <a:pt x="183356" y="419386"/>
                  </a:lnTo>
                  <a:lnTo>
                    <a:pt x="185547" y="426530"/>
                  </a:lnTo>
                  <a:lnTo>
                    <a:pt x="186309" y="426530"/>
                  </a:lnTo>
                  <a:lnTo>
                    <a:pt x="186499" y="425482"/>
                  </a:lnTo>
                  <a:lnTo>
                    <a:pt x="186785" y="425006"/>
                  </a:lnTo>
                  <a:lnTo>
                    <a:pt x="187833" y="424149"/>
                  </a:lnTo>
                  <a:lnTo>
                    <a:pt x="187071" y="428816"/>
                  </a:lnTo>
                  <a:lnTo>
                    <a:pt x="187166" y="430530"/>
                  </a:lnTo>
                  <a:lnTo>
                    <a:pt x="186309" y="430530"/>
                  </a:lnTo>
                  <a:lnTo>
                    <a:pt x="186214" y="429578"/>
                  </a:lnTo>
                  <a:lnTo>
                    <a:pt x="186023" y="429101"/>
                  </a:lnTo>
                  <a:lnTo>
                    <a:pt x="185738" y="428720"/>
                  </a:lnTo>
                  <a:lnTo>
                    <a:pt x="185547" y="428054"/>
                  </a:lnTo>
                  <a:lnTo>
                    <a:pt x="185261" y="430721"/>
                  </a:lnTo>
                  <a:lnTo>
                    <a:pt x="188595" y="437674"/>
                  </a:lnTo>
                  <a:lnTo>
                    <a:pt x="189833" y="441579"/>
                  </a:lnTo>
                  <a:lnTo>
                    <a:pt x="191452" y="443960"/>
                  </a:lnTo>
                  <a:lnTo>
                    <a:pt x="191834" y="445294"/>
                  </a:lnTo>
                  <a:lnTo>
                    <a:pt x="191929" y="446818"/>
                  </a:lnTo>
                  <a:lnTo>
                    <a:pt x="192310" y="448723"/>
                  </a:lnTo>
                  <a:lnTo>
                    <a:pt x="193072" y="450342"/>
                  </a:lnTo>
                  <a:lnTo>
                    <a:pt x="194215" y="451295"/>
                  </a:lnTo>
                  <a:lnTo>
                    <a:pt x="193834" y="449104"/>
                  </a:lnTo>
                  <a:lnTo>
                    <a:pt x="194310" y="447389"/>
                  </a:lnTo>
                  <a:lnTo>
                    <a:pt x="195548" y="445961"/>
                  </a:lnTo>
                  <a:lnTo>
                    <a:pt x="197358" y="444818"/>
                  </a:lnTo>
                  <a:lnTo>
                    <a:pt x="196977" y="446627"/>
                  </a:lnTo>
                  <a:lnTo>
                    <a:pt x="196596" y="447294"/>
                  </a:lnTo>
                  <a:lnTo>
                    <a:pt x="195739" y="448151"/>
                  </a:lnTo>
                  <a:lnTo>
                    <a:pt x="196596" y="449771"/>
                  </a:lnTo>
                  <a:lnTo>
                    <a:pt x="197453" y="448437"/>
                  </a:lnTo>
                  <a:lnTo>
                    <a:pt x="198691" y="444818"/>
                  </a:lnTo>
                  <a:lnTo>
                    <a:pt x="199358" y="444151"/>
                  </a:lnTo>
                  <a:lnTo>
                    <a:pt x="202120" y="445389"/>
                  </a:lnTo>
                  <a:lnTo>
                    <a:pt x="203740" y="445675"/>
                  </a:lnTo>
                  <a:lnTo>
                    <a:pt x="204502" y="444437"/>
                  </a:lnTo>
                  <a:lnTo>
                    <a:pt x="205073" y="443865"/>
                  </a:lnTo>
                  <a:lnTo>
                    <a:pt x="206502" y="443294"/>
                  </a:lnTo>
                  <a:lnTo>
                    <a:pt x="208026" y="442913"/>
                  </a:lnTo>
                  <a:lnTo>
                    <a:pt x="209264" y="443294"/>
                  </a:lnTo>
                  <a:lnTo>
                    <a:pt x="209264" y="444151"/>
                  </a:lnTo>
                  <a:lnTo>
                    <a:pt x="207931" y="444722"/>
                  </a:lnTo>
                  <a:lnTo>
                    <a:pt x="206216" y="445199"/>
                  </a:lnTo>
                  <a:lnTo>
                    <a:pt x="205359" y="445675"/>
                  </a:lnTo>
                  <a:lnTo>
                    <a:pt x="206026" y="445961"/>
                  </a:lnTo>
                  <a:lnTo>
                    <a:pt x="207359" y="446818"/>
                  </a:lnTo>
                  <a:lnTo>
                    <a:pt x="208407" y="447675"/>
                  </a:lnTo>
                  <a:lnTo>
                    <a:pt x="208026" y="448151"/>
                  </a:lnTo>
                  <a:lnTo>
                    <a:pt x="201739" y="447294"/>
                  </a:lnTo>
                  <a:lnTo>
                    <a:pt x="200596" y="447866"/>
                  </a:lnTo>
                  <a:lnTo>
                    <a:pt x="199358" y="449294"/>
                  </a:lnTo>
                  <a:lnTo>
                    <a:pt x="198406" y="450914"/>
                  </a:lnTo>
                  <a:lnTo>
                    <a:pt x="198215" y="452152"/>
                  </a:lnTo>
                  <a:lnTo>
                    <a:pt x="199263" y="453485"/>
                  </a:lnTo>
                  <a:lnTo>
                    <a:pt x="200692" y="453390"/>
                  </a:lnTo>
                  <a:lnTo>
                    <a:pt x="202216" y="452819"/>
                  </a:lnTo>
                  <a:lnTo>
                    <a:pt x="203740" y="452914"/>
                  </a:lnTo>
                  <a:lnTo>
                    <a:pt x="202501" y="453771"/>
                  </a:lnTo>
                  <a:lnTo>
                    <a:pt x="200406" y="454914"/>
                  </a:lnTo>
                  <a:lnTo>
                    <a:pt x="198311" y="455295"/>
                  </a:lnTo>
                  <a:lnTo>
                    <a:pt x="196691" y="452914"/>
                  </a:lnTo>
                  <a:lnTo>
                    <a:pt x="195358" y="453009"/>
                  </a:lnTo>
                  <a:lnTo>
                    <a:pt x="194881" y="454438"/>
                  </a:lnTo>
                  <a:lnTo>
                    <a:pt x="196596" y="456914"/>
                  </a:lnTo>
                  <a:lnTo>
                    <a:pt x="206502" y="465296"/>
                  </a:lnTo>
                  <a:lnTo>
                    <a:pt x="208312" y="467583"/>
                  </a:lnTo>
                  <a:lnTo>
                    <a:pt x="212407" y="474536"/>
                  </a:lnTo>
                  <a:lnTo>
                    <a:pt x="216503" y="478250"/>
                  </a:lnTo>
                  <a:lnTo>
                    <a:pt x="217741" y="481013"/>
                  </a:lnTo>
                  <a:lnTo>
                    <a:pt x="226028" y="490728"/>
                  </a:lnTo>
                  <a:lnTo>
                    <a:pt x="227552" y="494443"/>
                  </a:lnTo>
                  <a:lnTo>
                    <a:pt x="233743" y="500158"/>
                  </a:lnTo>
                  <a:lnTo>
                    <a:pt x="243268" y="513683"/>
                  </a:lnTo>
                  <a:lnTo>
                    <a:pt x="247078" y="517970"/>
                  </a:lnTo>
                  <a:lnTo>
                    <a:pt x="260223" y="527590"/>
                  </a:lnTo>
                  <a:lnTo>
                    <a:pt x="261175" y="526637"/>
                  </a:lnTo>
                  <a:lnTo>
                    <a:pt x="261556" y="526542"/>
                  </a:lnTo>
                  <a:lnTo>
                    <a:pt x="262223" y="526447"/>
                  </a:lnTo>
                  <a:lnTo>
                    <a:pt x="264414" y="526637"/>
                  </a:lnTo>
                  <a:lnTo>
                    <a:pt x="265366" y="526352"/>
                  </a:lnTo>
                  <a:lnTo>
                    <a:pt x="266224" y="525685"/>
                  </a:lnTo>
                  <a:lnTo>
                    <a:pt x="266605" y="525018"/>
                  </a:lnTo>
                  <a:lnTo>
                    <a:pt x="266795" y="524161"/>
                  </a:lnTo>
                  <a:lnTo>
                    <a:pt x="266795" y="523399"/>
                  </a:lnTo>
                  <a:lnTo>
                    <a:pt x="266700" y="522161"/>
                  </a:lnTo>
                  <a:lnTo>
                    <a:pt x="266700" y="521589"/>
                  </a:lnTo>
                  <a:lnTo>
                    <a:pt x="267271" y="520256"/>
                  </a:lnTo>
                  <a:lnTo>
                    <a:pt x="268510" y="517875"/>
                  </a:lnTo>
                  <a:lnTo>
                    <a:pt x="270986" y="514922"/>
                  </a:lnTo>
                  <a:lnTo>
                    <a:pt x="272034" y="513302"/>
                  </a:lnTo>
                  <a:lnTo>
                    <a:pt x="272415" y="511969"/>
                  </a:lnTo>
                  <a:lnTo>
                    <a:pt x="272224" y="511016"/>
                  </a:lnTo>
                  <a:lnTo>
                    <a:pt x="271272" y="507683"/>
                  </a:lnTo>
                  <a:lnTo>
                    <a:pt x="271177" y="506540"/>
                  </a:lnTo>
                  <a:lnTo>
                    <a:pt x="271177" y="505492"/>
                  </a:lnTo>
                  <a:lnTo>
                    <a:pt x="271272" y="505016"/>
                  </a:lnTo>
                  <a:lnTo>
                    <a:pt x="271558" y="504825"/>
                  </a:lnTo>
                  <a:lnTo>
                    <a:pt x="271748" y="504920"/>
                  </a:lnTo>
                  <a:lnTo>
                    <a:pt x="272034" y="505111"/>
                  </a:lnTo>
                  <a:lnTo>
                    <a:pt x="272891" y="505873"/>
                  </a:lnTo>
                  <a:lnTo>
                    <a:pt x="273463" y="506349"/>
                  </a:lnTo>
                  <a:lnTo>
                    <a:pt x="274415" y="506063"/>
                  </a:lnTo>
                  <a:lnTo>
                    <a:pt x="275653" y="505301"/>
                  </a:lnTo>
                  <a:lnTo>
                    <a:pt x="277844" y="503016"/>
                  </a:lnTo>
                  <a:lnTo>
                    <a:pt x="278987" y="501301"/>
                  </a:lnTo>
                  <a:lnTo>
                    <a:pt x="279749" y="499491"/>
                  </a:lnTo>
                  <a:lnTo>
                    <a:pt x="279654" y="498253"/>
                  </a:lnTo>
                  <a:lnTo>
                    <a:pt x="279273" y="497110"/>
                  </a:lnTo>
                  <a:lnTo>
                    <a:pt x="278606" y="496062"/>
                  </a:lnTo>
                  <a:lnTo>
                    <a:pt x="276511" y="493776"/>
                  </a:lnTo>
                  <a:lnTo>
                    <a:pt x="271082" y="489490"/>
                  </a:lnTo>
                  <a:lnTo>
                    <a:pt x="270129" y="488442"/>
                  </a:lnTo>
                  <a:lnTo>
                    <a:pt x="269557" y="487394"/>
                  </a:lnTo>
                  <a:lnTo>
                    <a:pt x="269176" y="486251"/>
                  </a:lnTo>
                  <a:lnTo>
                    <a:pt x="268986" y="485108"/>
                  </a:lnTo>
                  <a:lnTo>
                    <a:pt x="268891" y="483203"/>
                  </a:lnTo>
                  <a:lnTo>
                    <a:pt x="268700" y="482251"/>
                  </a:lnTo>
                  <a:lnTo>
                    <a:pt x="268414" y="481203"/>
                  </a:lnTo>
                  <a:lnTo>
                    <a:pt x="268224" y="479775"/>
                  </a:lnTo>
                  <a:lnTo>
                    <a:pt x="268414" y="478822"/>
                  </a:lnTo>
                  <a:lnTo>
                    <a:pt x="269748" y="477012"/>
                  </a:lnTo>
                  <a:lnTo>
                    <a:pt x="274701" y="469392"/>
                  </a:lnTo>
                  <a:lnTo>
                    <a:pt x="276701" y="462915"/>
                  </a:lnTo>
                  <a:lnTo>
                    <a:pt x="276796" y="461582"/>
                  </a:lnTo>
                  <a:lnTo>
                    <a:pt x="276606" y="461201"/>
                  </a:lnTo>
                  <a:lnTo>
                    <a:pt x="276320" y="460629"/>
                  </a:lnTo>
                  <a:lnTo>
                    <a:pt x="275653" y="459962"/>
                  </a:lnTo>
                  <a:lnTo>
                    <a:pt x="274701" y="459200"/>
                  </a:lnTo>
                  <a:lnTo>
                    <a:pt x="272605" y="458058"/>
                  </a:lnTo>
                  <a:lnTo>
                    <a:pt x="270891" y="456533"/>
                  </a:lnTo>
                  <a:lnTo>
                    <a:pt x="269653" y="453390"/>
                  </a:lnTo>
                  <a:lnTo>
                    <a:pt x="266890" y="446056"/>
                  </a:lnTo>
                  <a:lnTo>
                    <a:pt x="266605" y="444056"/>
                  </a:lnTo>
                  <a:lnTo>
                    <a:pt x="266795" y="443675"/>
                  </a:lnTo>
                  <a:lnTo>
                    <a:pt x="267557" y="443008"/>
                  </a:lnTo>
                  <a:lnTo>
                    <a:pt x="271748" y="440055"/>
                  </a:lnTo>
                  <a:lnTo>
                    <a:pt x="274034" y="436721"/>
                  </a:lnTo>
                  <a:lnTo>
                    <a:pt x="276892" y="429959"/>
                  </a:lnTo>
                  <a:lnTo>
                    <a:pt x="283559" y="409004"/>
                  </a:lnTo>
                  <a:lnTo>
                    <a:pt x="286607" y="403955"/>
                  </a:lnTo>
                  <a:lnTo>
                    <a:pt x="289465" y="395574"/>
                  </a:lnTo>
                  <a:lnTo>
                    <a:pt x="290227" y="394050"/>
                  </a:lnTo>
                  <a:lnTo>
                    <a:pt x="290893" y="393097"/>
                  </a:lnTo>
                  <a:lnTo>
                    <a:pt x="294132" y="390239"/>
                  </a:lnTo>
                  <a:lnTo>
                    <a:pt x="294227" y="387287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5" name="Freeform: Shape 26">
              <a:extLst>
                <a:ext uri="{FF2B5EF4-FFF2-40B4-BE49-F238E27FC236}">
                  <a16:creationId xmlns:a16="http://schemas.microsoft.com/office/drawing/2014/main" id="{BF6467FF-D876-A284-83D8-4DF6EF7C5F57}"/>
                </a:ext>
              </a:extLst>
            </p:cNvPr>
            <p:cNvSpPr/>
            <p:nvPr/>
          </p:nvSpPr>
          <p:spPr>
            <a:xfrm>
              <a:off x="7569218" y="4313694"/>
              <a:ext cx="762420" cy="1200105"/>
            </a:xfrm>
            <a:custGeom>
              <a:avLst/>
              <a:gdLst>
                <a:gd name="connsiteX0" fmla="*/ 516446 w 514350"/>
                <a:gd name="connsiteY0" fmla="*/ 622268 h 809625"/>
                <a:gd name="connsiteX1" fmla="*/ 516160 w 514350"/>
                <a:gd name="connsiteY1" fmla="*/ 620935 h 809625"/>
                <a:gd name="connsiteX2" fmla="*/ 515779 w 514350"/>
                <a:gd name="connsiteY2" fmla="*/ 620078 h 809625"/>
                <a:gd name="connsiteX3" fmla="*/ 515398 w 514350"/>
                <a:gd name="connsiteY3" fmla="*/ 619411 h 809625"/>
                <a:gd name="connsiteX4" fmla="*/ 514826 w 514350"/>
                <a:gd name="connsiteY4" fmla="*/ 619030 h 809625"/>
                <a:gd name="connsiteX5" fmla="*/ 513302 w 514350"/>
                <a:gd name="connsiteY5" fmla="*/ 620744 h 809625"/>
                <a:gd name="connsiteX6" fmla="*/ 512636 w 514350"/>
                <a:gd name="connsiteY6" fmla="*/ 621221 h 809625"/>
                <a:gd name="connsiteX7" fmla="*/ 512064 w 514350"/>
                <a:gd name="connsiteY7" fmla="*/ 621506 h 809625"/>
                <a:gd name="connsiteX8" fmla="*/ 511207 w 514350"/>
                <a:gd name="connsiteY8" fmla="*/ 621792 h 809625"/>
                <a:gd name="connsiteX9" fmla="*/ 510445 w 514350"/>
                <a:gd name="connsiteY9" fmla="*/ 621792 h 809625"/>
                <a:gd name="connsiteX10" fmla="*/ 509778 w 514350"/>
                <a:gd name="connsiteY10" fmla="*/ 621602 h 809625"/>
                <a:gd name="connsiteX11" fmla="*/ 509207 w 514350"/>
                <a:gd name="connsiteY11" fmla="*/ 621316 h 809625"/>
                <a:gd name="connsiteX12" fmla="*/ 504635 w 514350"/>
                <a:gd name="connsiteY12" fmla="*/ 617696 h 809625"/>
                <a:gd name="connsiteX13" fmla="*/ 503873 w 514350"/>
                <a:gd name="connsiteY13" fmla="*/ 617411 h 809625"/>
                <a:gd name="connsiteX14" fmla="*/ 503111 w 514350"/>
                <a:gd name="connsiteY14" fmla="*/ 617411 h 809625"/>
                <a:gd name="connsiteX15" fmla="*/ 502444 w 514350"/>
                <a:gd name="connsiteY15" fmla="*/ 617506 h 809625"/>
                <a:gd name="connsiteX16" fmla="*/ 501872 w 514350"/>
                <a:gd name="connsiteY16" fmla="*/ 617506 h 809625"/>
                <a:gd name="connsiteX17" fmla="*/ 501206 w 514350"/>
                <a:gd name="connsiteY17" fmla="*/ 617315 h 809625"/>
                <a:gd name="connsiteX18" fmla="*/ 500634 w 514350"/>
                <a:gd name="connsiteY18" fmla="*/ 617030 h 809625"/>
                <a:gd name="connsiteX19" fmla="*/ 499491 w 514350"/>
                <a:gd name="connsiteY19" fmla="*/ 616267 h 809625"/>
                <a:gd name="connsiteX20" fmla="*/ 498920 w 514350"/>
                <a:gd name="connsiteY20" fmla="*/ 615982 h 809625"/>
                <a:gd name="connsiteX21" fmla="*/ 498253 w 514350"/>
                <a:gd name="connsiteY21" fmla="*/ 616077 h 809625"/>
                <a:gd name="connsiteX22" fmla="*/ 496443 w 514350"/>
                <a:gd name="connsiteY22" fmla="*/ 617125 h 809625"/>
                <a:gd name="connsiteX23" fmla="*/ 495586 w 514350"/>
                <a:gd name="connsiteY23" fmla="*/ 617125 h 809625"/>
                <a:gd name="connsiteX24" fmla="*/ 494824 w 514350"/>
                <a:gd name="connsiteY24" fmla="*/ 616553 h 809625"/>
                <a:gd name="connsiteX25" fmla="*/ 494443 w 514350"/>
                <a:gd name="connsiteY25" fmla="*/ 614839 h 809625"/>
                <a:gd name="connsiteX26" fmla="*/ 493967 w 514350"/>
                <a:gd name="connsiteY26" fmla="*/ 613696 h 809625"/>
                <a:gd name="connsiteX27" fmla="*/ 493109 w 514350"/>
                <a:gd name="connsiteY27" fmla="*/ 612553 h 809625"/>
                <a:gd name="connsiteX28" fmla="*/ 492347 w 514350"/>
                <a:gd name="connsiteY28" fmla="*/ 611886 h 809625"/>
                <a:gd name="connsiteX29" fmla="*/ 491681 w 514350"/>
                <a:gd name="connsiteY29" fmla="*/ 611124 h 809625"/>
                <a:gd name="connsiteX30" fmla="*/ 491300 w 514350"/>
                <a:gd name="connsiteY30" fmla="*/ 610267 h 809625"/>
                <a:gd name="connsiteX31" fmla="*/ 491300 w 514350"/>
                <a:gd name="connsiteY31" fmla="*/ 608933 h 809625"/>
                <a:gd name="connsiteX32" fmla="*/ 491490 w 514350"/>
                <a:gd name="connsiteY32" fmla="*/ 608171 h 809625"/>
                <a:gd name="connsiteX33" fmla="*/ 491871 w 514350"/>
                <a:gd name="connsiteY33" fmla="*/ 607409 h 809625"/>
                <a:gd name="connsiteX34" fmla="*/ 492252 w 514350"/>
                <a:gd name="connsiteY34" fmla="*/ 606933 h 809625"/>
                <a:gd name="connsiteX35" fmla="*/ 492538 w 514350"/>
                <a:gd name="connsiteY35" fmla="*/ 606457 h 809625"/>
                <a:gd name="connsiteX36" fmla="*/ 492633 w 514350"/>
                <a:gd name="connsiteY36" fmla="*/ 605790 h 809625"/>
                <a:gd name="connsiteX37" fmla="*/ 492252 w 514350"/>
                <a:gd name="connsiteY37" fmla="*/ 600647 h 809625"/>
                <a:gd name="connsiteX38" fmla="*/ 492443 w 514350"/>
                <a:gd name="connsiteY38" fmla="*/ 599218 h 809625"/>
                <a:gd name="connsiteX39" fmla="*/ 492728 w 514350"/>
                <a:gd name="connsiteY39" fmla="*/ 598075 h 809625"/>
                <a:gd name="connsiteX40" fmla="*/ 493014 w 514350"/>
                <a:gd name="connsiteY40" fmla="*/ 597027 h 809625"/>
                <a:gd name="connsiteX41" fmla="*/ 493300 w 514350"/>
                <a:gd name="connsiteY41" fmla="*/ 595789 h 809625"/>
                <a:gd name="connsiteX42" fmla="*/ 493205 w 514350"/>
                <a:gd name="connsiteY42" fmla="*/ 595503 h 809625"/>
                <a:gd name="connsiteX43" fmla="*/ 492728 w 514350"/>
                <a:gd name="connsiteY43" fmla="*/ 592169 h 809625"/>
                <a:gd name="connsiteX44" fmla="*/ 492824 w 514350"/>
                <a:gd name="connsiteY44" fmla="*/ 590740 h 809625"/>
                <a:gd name="connsiteX45" fmla="*/ 493014 w 514350"/>
                <a:gd name="connsiteY45" fmla="*/ 589407 h 809625"/>
                <a:gd name="connsiteX46" fmla="*/ 493871 w 514350"/>
                <a:gd name="connsiteY46" fmla="*/ 587121 h 809625"/>
                <a:gd name="connsiteX47" fmla="*/ 494157 w 514350"/>
                <a:gd name="connsiteY47" fmla="*/ 586073 h 809625"/>
                <a:gd name="connsiteX48" fmla="*/ 493967 w 514350"/>
                <a:gd name="connsiteY48" fmla="*/ 585311 h 809625"/>
                <a:gd name="connsiteX49" fmla="*/ 493395 w 514350"/>
                <a:gd name="connsiteY49" fmla="*/ 584740 h 809625"/>
                <a:gd name="connsiteX50" fmla="*/ 492252 w 514350"/>
                <a:gd name="connsiteY50" fmla="*/ 584549 h 809625"/>
                <a:gd name="connsiteX51" fmla="*/ 491395 w 514350"/>
                <a:gd name="connsiteY51" fmla="*/ 584645 h 809625"/>
                <a:gd name="connsiteX52" fmla="*/ 489871 w 514350"/>
                <a:gd name="connsiteY52" fmla="*/ 585121 h 809625"/>
                <a:gd name="connsiteX53" fmla="*/ 489299 w 514350"/>
                <a:gd name="connsiteY53" fmla="*/ 585216 h 809625"/>
                <a:gd name="connsiteX54" fmla="*/ 488728 w 514350"/>
                <a:gd name="connsiteY54" fmla="*/ 585121 h 809625"/>
                <a:gd name="connsiteX55" fmla="*/ 488156 w 514350"/>
                <a:gd name="connsiteY55" fmla="*/ 584930 h 809625"/>
                <a:gd name="connsiteX56" fmla="*/ 486728 w 514350"/>
                <a:gd name="connsiteY56" fmla="*/ 584073 h 809625"/>
                <a:gd name="connsiteX57" fmla="*/ 486061 w 514350"/>
                <a:gd name="connsiteY57" fmla="*/ 583692 h 809625"/>
                <a:gd name="connsiteX58" fmla="*/ 485299 w 514350"/>
                <a:gd name="connsiteY58" fmla="*/ 583787 h 809625"/>
                <a:gd name="connsiteX59" fmla="*/ 484632 w 514350"/>
                <a:gd name="connsiteY59" fmla="*/ 584073 h 809625"/>
                <a:gd name="connsiteX60" fmla="*/ 483108 w 514350"/>
                <a:gd name="connsiteY60" fmla="*/ 585025 h 809625"/>
                <a:gd name="connsiteX61" fmla="*/ 482346 w 514350"/>
                <a:gd name="connsiteY61" fmla="*/ 585311 h 809625"/>
                <a:gd name="connsiteX62" fmla="*/ 481298 w 514350"/>
                <a:gd name="connsiteY62" fmla="*/ 585406 h 809625"/>
                <a:gd name="connsiteX63" fmla="*/ 480155 w 514350"/>
                <a:gd name="connsiteY63" fmla="*/ 585406 h 809625"/>
                <a:gd name="connsiteX64" fmla="*/ 477679 w 514350"/>
                <a:gd name="connsiteY64" fmla="*/ 584930 h 809625"/>
                <a:gd name="connsiteX65" fmla="*/ 475393 w 514350"/>
                <a:gd name="connsiteY65" fmla="*/ 584168 h 809625"/>
                <a:gd name="connsiteX66" fmla="*/ 474345 w 514350"/>
                <a:gd name="connsiteY66" fmla="*/ 583882 h 809625"/>
                <a:gd name="connsiteX67" fmla="*/ 472726 w 514350"/>
                <a:gd name="connsiteY67" fmla="*/ 583597 h 809625"/>
                <a:gd name="connsiteX68" fmla="*/ 472154 w 514350"/>
                <a:gd name="connsiteY68" fmla="*/ 583502 h 809625"/>
                <a:gd name="connsiteX69" fmla="*/ 471297 w 514350"/>
                <a:gd name="connsiteY69" fmla="*/ 582835 h 809625"/>
                <a:gd name="connsiteX70" fmla="*/ 470345 w 514350"/>
                <a:gd name="connsiteY70" fmla="*/ 581978 h 809625"/>
                <a:gd name="connsiteX71" fmla="*/ 466344 w 514350"/>
                <a:gd name="connsiteY71" fmla="*/ 577310 h 809625"/>
                <a:gd name="connsiteX72" fmla="*/ 465582 w 514350"/>
                <a:gd name="connsiteY72" fmla="*/ 576739 h 809625"/>
                <a:gd name="connsiteX73" fmla="*/ 464534 w 514350"/>
                <a:gd name="connsiteY73" fmla="*/ 576358 h 809625"/>
                <a:gd name="connsiteX74" fmla="*/ 463582 w 514350"/>
                <a:gd name="connsiteY74" fmla="*/ 576263 h 809625"/>
                <a:gd name="connsiteX75" fmla="*/ 462534 w 514350"/>
                <a:gd name="connsiteY75" fmla="*/ 576453 h 809625"/>
                <a:gd name="connsiteX76" fmla="*/ 460629 w 514350"/>
                <a:gd name="connsiteY76" fmla="*/ 577310 h 809625"/>
                <a:gd name="connsiteX77" fmla="*/ 459486 w 514350"/>
                <a:gd name="connsiteY77" fmla="*/ 577310 h 809625"/>
                <a:gd name="connsiteX78" fmla="*/ 458724 w 514350"/>
                <a:gd name="connsiteY78" fmla="*/ 576644 h 809625"/>
                <a:gd name="connsiteX79" fmla="*/ 457867 w 514350"/>
                <a:gd name="connsiteY79" fmla="*/ 575120 h 809625"/>
                <a:gd name="connsiteX80" fmla="*/ 457486 w 514350"/>
                <a:gd name="connsiteY80" fmla="*/ 573881 h 809625"/>
                <a:gd name="connsiteX81" fmla="*/ 457391 w 514350"/>
                <a:gd name="connsiteY81" fmla="*/ 572738 h 809625"/>
                <a:gd name="connsiteX82" fmla="*/ 457962 w 514350"/>
                <a:gd name="connsiteY82" fmla="*/ 572072 h 809625"/>
                <a:gd name="connsiteX83" fmla="*/ 458819 w 514350"/>
                <a:gd name="connsiteY83" fmla="*/ 571976 h 809625"/>
                <a:gd name="connsiteX84" fmla="*/ 460629 w 514350"/>
                <a:gd name="connsiteY84" fmla="*/ 572453 h 809625"/>
                <a:gd name="connsiteX85" fmla="*/ 461677 w 514350"/>
                <a:gd name="connsiteY85" fmla="*/ 572453 h 809625"/>
                <a:gd name="connsiteX86" fmla="*/ 462439 w 514350"/>
                <a:gd name="connsiteY86" fmla="*/ 572167 h 809625"/>
                <a:gd name="connsiteX87" fmla="*/ 463010 w 514350"/>
                <a:gd name="connsiteY87" fmla="*/ 571690 h 809625"/>
                <a:gd name="connsiteX88" fmla="*/ 463106 w 514350"/>
                <a:gd name="connsiteY88" fmla="*/ 570833 h 809625"/>
                <a:gd name="connsiteX89" fmla="*/ 462725 w 514350"/>
                <a:gd name="connsiteY89" fmla="*/ 569786 h 809625"/>
                <a:gd name="connsiteX90" fmla="*/ 461486 w 514350"/>
                <a:gd name="connsiteY90" fmla="*/ 567880 h 809625"/>
                <a:gd name="connsiteX91" fmla="*/ 460724 w 514350"/>
                <a:gd name="connsiteY91" fmla="*/ 566642 h 809625"/>
                <a:gd name="connsiteX92" fmla="*/ 460439 w 514350"/>
                <a:gd name="connsiteY92" fmla="*/ 565404 h 809625"/>
                <a:gd name="connsiteX93" fmla="*/ 460915 w 514350"/>
                <a:gd name="connsiteY93" fmla="*/ 564071 h 809625"/>
                <a:gd name="connsiteX94" fmla="*/ 461963 w 514350"/>
                <a:gd name="connsiteY94" fmla="*/ 561880 h 809625"/>
                <a:gd name="connsiteX95" fmla="*/ 462153 w 514350"/>
                <a:gd name="connsiteY95" fmla="*/ 560356 h 809625"/>
                <a:gd name="connsiteX96" fmla="*/ 462058 w 514350"/>
                <a:gd name="connsiteY96" fmla="*/ 558832 h 809625"/>
                <a:gd name="connsiteX97" fmla="*/ 461486 w 514350"/>
                <a:gd name="connsiteY97" fmla="*/ 556355 h 809625"/>
                <a:gd name="connsiteX98" fmla="*/ 460153 w 514350"/>
                <a:gd name="connsiteY98" fmla="*/ 553212 h 809625"/>
                <a:gd name="connsiteX99" fmla="*/ 454724 w 514350"/>
                <a:gd name="connsiteY99" fmla="*/ 549878 h 809625"/>
                <a:gd name="connsiteX100" fmla="*/ 451199 w 514350"/>
                <a:gd name="connsiteY100" fmla="*/ 551974 h 809625"/>
                <a:gd name="connsiteX101" fmla="*/ 450723 w 514350"/>
                <a:gd name="connsiteY101" fmla="*/ 552069 h 809625"/>
                <a:gd name="connsiteX102" fmla="*/ 449961 w 514350"/>
                <a:gd name="connsiteY102" fmla="*/ 551974 h 809625"/>
                <a:gd name="connsiteX103" fmla="*/ 448913 w 514350"/>
                <a:gd name="connsiteY103" fmla="*/ 551593 h 809625"/>
                <a:gd name="connsiteX104" fmla="*/ 447675 w 514350"/>
                <a:gd name="connsiteY104" fmla="*/ 551497 h 809625"/>
                <a:gd name="connsiteX105" fmla="*/ 446342 w 514350"/>
                <a:gd name="connsiteY105" fmla="*/ 551783 h 809625"/>
                <a:gd name="connsiteX106" fmla="*/ 444818 w 514350"/>
                <a:gd name="connsiteY106" fmla="*/ 552831 h 809625"/>
                <a:gd name="connsiteX107" fmla="*/ 443008 w 514350"/>
                <a:gd name="connsiteY107" fmla="*/ 555307 h 809625"/>
                <a:gd name="connsiteX108" fmla="*/ 442341 w 514350"/>
                <a:gd name="connsiteY108" fmla="*/ 556070 h 809625"/>
                <a:gd name="connsiteX109" fmla="*/ 441770 w 514350"/>
                <a:gd name="connsiteY109" fmla="*/ 556355 h 809625"/>
                <a:gd name="connsiteX110" fmla="*/ 441293 w 514350"/>
                <a:gd name="connsiteY110" fmla="*/ 555784 h 809625"/>
                <a:gd name="connsiteX111" fmla="*/ 441008 w 514350"/>
                <a:gd name="connsiteY111" fmla="*/ 555022 h 809625"/>
                <a:gd name="connsiteX112" fmla="*/ 440817 w 514350"/>
                <a:gd name="connsiteY112" fmla="*/ 553974 h 809625"/>
                <a:gd name="connsiteX113" fmla="*/ 440436 w 514350"/>
                <a:gd name="connsiteY113" fmla="*/ 551307 h 809625"/>
                <a:gd name="connsiteX114" fmla="*/ 440436 w 514350"/>
                <a:gd name="connsiteY114" fmla="*/ 550355 h 809625"/>
                <a:gd name="connsiteX115" fmla="*/ 440722 w 514350"/>
                <a:gd name="connsiteY115" fmla="*/ 549592 h 809625"/>
                <a:gd name="connsiteX116" fmla="*/ 441198 w 514350"/>
                <a:gd name="connsiteY116" fmla="*/ 548926 h 809625"/>
                <a:gd name="connsiteX117" fmla="*/ 443389 w 514350"/>
                <a:gd name="connsiteY117" fmla="*/ 547021 h 809625"/>
                <a:gd name="connsiteX118" fmla="*/ 443865 w 514350"/>
                <a:gd name="connsiteY118" fmla="*/ 546545 h 809625"/>
                <a:gd name="connsiteX119" fmla="*/ 444056 w 514350"/>
                <a:gd name="connsiteY119" fmla="*/ 545973 h 809625"/>
                <a:gd name="connsiteX120" fmla="*/ 444151 w 514350"/>
                <a:gd name="connsiteY120" fmla="*/ 545592 h 809625"/>
                <a:gd name="connsiteX121" fmla="*/ 444246 w 514350"/>
                <a:gd name="connsiteY121" fmla="*/ 542449 h 809625"/>
                <a:gd name="connsiteX122" fmla="*/ 444151 w 514350"/>
                <a:gd name="connsiteY122" fmla="*/ 541496 h 809625"/>
                <a:gd name="connsiteX123" fmla="*/ 443960 w 514350"/>
                <a:gd name="connsiteY123" fmla="*/ 540830 h 809625"/>
                <a:gd name="connsiteX124" fmla="*/ 443675 w 514350"/>
                <a:gd name="connsiteY124" fmla="*/ 540544 h 809625"/>
                <a:gd name="connsiteX125" fmla="*/ 443103 w 514350"/>
                <a:gd name="connsiteY125" fmla="*/ 540448 h 809625"/>
                <a:gd name="connsiteX126" fmla="*/ 442436 w 514350"/>
                <a:gd name="connsiteY126" fmla="*/ 540734 h 809625"/>
                <a:gd name="connsiteX127" fmla="*/ 441008 w 514350"/>
                <a:gd name="connsiteY127" fmla="*/ 541591 h 809625"/>
                <a:gd name="connsiteX128" fmla="*/ 440341 w 514350"/>
                <a:gd name="connsiteY128" fmla="*/ 542258 h 809625"/>
                <a:gd name="connsiteX129" fmla="*/ 439769 w 514350"/>
                <a:gd name="connsiteY129" fmla="*/ 543115 h 809625"/>
                <a:gd name="connsiteX130" fmla="*/ 439484 w 514350"/>
                <a:gd name="connsiteY130" fmla="*/ 543973 h 809625"/>
                <a:gd name="connsiteX131" fmla="*/ 439007 w 514350"/>
                <a:gd name="connsiteY131" fmla="*/ 545021 h 809625"/>
                <a:gd name="connsiteX132" fmla="*/ 438055 w 514350"/>
                <a:gd name="connsiteY132" fmla="*/ 545782 h 809625"/>
                <a:gd name="connsiteX133" fmla="*/ 436912 w 514350"/>
                <a:gd name="connsiteY133" fmla="*/ 546068 h 809625"/>
                <a:gd name="connsiteX134" fmla="*/ 435197 w 514350"/>
                <a:gd name="connsiteY134" fmla="*/ 545687 h 809625"/>
                <a:gd name="connsiteX135" fmla="*/ 434340 w 514350"/>
                <a:gd name="connsiteY135" fmla="*/ 545116 h 809625"/>
                <a:gd name="connsiteX136" fmla="*/ 433578 w 514350"/>
                <a:gd name="connsiteY136" fmla="*/ 544449 h 809625"/>
                <a:gd name="connsiteX137" fmla="*/ 433007 w 514350"/>
                <a:gd name="connsiteY137" fmla="*/ 543973 h 809625"/>
                <a:gd name="connsiteX138" fmla="*/ 432245 w 514350"/>
                <a:gd name="connsiteY138" fmla="*/ 543878 h 809625"/>
                <a:gd name="connsiteX139" fmla="*/ 429768 w 514350"/>
                <a:gd name="connsiteY139" fmla="*/ 543878 h 809625"/>
                <a:gd name="connsiteX140" fmla="*/ 427768 w 514350"/>
                <a:gd name="connsiteY140" fmla="*/ 543115 h 809625"/>
                <a:gd name="connsiteX141" fmla="*/ 426911 w 514350"/>
                <a:gd name="connsiteY141" fmla="*/ 543115 h 809625"/>
                <a:gd name="connsiteX142" fmla="*/ 425863 w 514350"/>
                <a:gd name="connsiteY142" fmla="*/ 543687 h 809625"/>
                <a:gd name="connsiteX143" fmla="*/ 425196 w 514350"/>
                <a:gd name="connsiteY143" fmla="*/ 544354 h 809625"/>
                <a:gd name="connsiteX144" fmla="*/ 424720 w 514350"/>
                <a:gd name="connsiteY144" fmla="*/ 545116 h 809625"/>
                <a:gd name="connsiteX145" fmla="*/ 424625 w 514350"/>
                <a:gd name="connsiteY145" fmla="*/ 545973 h 809625"/>
                <a:gd name="connsiteX146" fmla="*/ 424720 w 514350"/>
                <a:gd name="connsiteY146" fmla="*/ 546830 h 809625"/>
                <a:gd name="connsiteX147" fmla="*/ 425101 w 514350"/>
                <a:gd name="connsiteY147" fmla="*/ 547688 h 809625"/>
                <a:gd name="connsiteX148" fmla="*/ 425768 w 514350"/>
                <a:gd name="connsiteY148" fmla="*/ 548449 h 809625"/>
                <a:gd name="connsiteX149" fmla="*/ 426434 w 514350"/>
                <a:gd name="connsiteY149" fmla="*/ 549212 h 809625"/>
                <a:gd name="connsiteX150" fmla="*/ 426815 w 514350"/>
                <a:gd name="connsiteY150" fmla="*/ 549878 h 809625"/>
                <a:gd name="connsiteX151" fmla="*/ 426911 w 514350"/>
                <a:gd name="connsiteY151" fmla="*/ 550736 h 809625"/>
                <a:gd name="connsiteX152" fmla="*/ 426625 w 514350"/>
                <a:gd name="connsiteY152" fmla="*/ 551593 h 809625"/>
                <a:gd name="connsiteX153" fmla="*/ 426053 w 514350"/>
                <a:gd name="connsiteY153" fmla="*/ 552355 h 809625"/>
                <a:gd name="connsiteX154" fmla="*/ 425101 w 514350"/>
                <a:gd name="connsiteY154" fmla="*/ 553117 h 809625"/>
                <a:gd name="connsiteX155" fmla="*/ 422720 w 514350"/>
                <a:gd name="connsiteY155" fmla="*/ 554641 h 809625"/>
                <a:gd name="connsiteX156" fmla="*/ 421672 w 514350"/>
                <a:gd name="connsiteY156" fmla="*/ 555593 h 809625"/>
                <a:gd name="connsiteX157" fmla="*/ 420338 w 514350"/>
                <a:gd name="connsiteY157" fmla="*/ 557022 h 809625"/>
                <a:gd name="connsiteX158" fmla="*/ 419672 w 514350"/>
                <a:gd name="connsiteY158" fmla="*/ 557498 h 809625"/>
                <a:gd name="connsiteX159" fmla="*/ 418529 w 514350"/>
                <a:gd name="connsiteY159" fmla="*/ 557879 h 809625"/>
                <a:gd name="connsiteX160" fmla="*/ 416624 w 514350"/>
                <a:gd name="connsiteY160" fmla="*/ 558451 h 809625"/>
                <a:gd name="connsiteX161" fmla="*/ 415576 w 514350"/>
                <a:gd name="connsiteY161" fmla="*/ 559022 h 809625"/>
                <a:gd name="connsiteX162" fmla="*/ 414719 w 514350"/>
                <a:gd name="connsiteY162" fmla="*/ 559975 h 809625"/>
                <a:gd name="connsiteX163" fmla="*/ 414242 w 514350"/>
                <a:gd name="connsiteY163" fmla="*/ 561213 h 809625"/>
                <a:gd name="connsiteX164" fmla="*/ 413861 w 514350"/>
                <a:gd name="connsiteY164" fmla="*/ 562642 h 809625"/>
                <a:gd name="connsiteX165" fmla="*/ 413385 w 514350"/>
                <a:gd name="connsiteY165" fmla="*/ 563880 h 809625"/>
                <a:gd name="connsiteX166" fmla="*/ 412814 w 514350"/>
                <a:gd name="connsiteY166" fmla="*/ 564547 h 809625"/>
                <a:gd name="connsiteX167" fmla="*/ 412052 w 514350"/>
                <a:gd name="connsiteY167" fmla="*/ 564642 h 809625"/>
                <a:gd name="connsiteX168" fmla="*/ 411290 w 514350"/>
                <a:gd name="connsiteY168" fmla="*/ 563975 h 809625"/>
                <a:gd name="connsiteX169" fmla="*/ 410909 w 514350"/>
                <a:gd name="connsiteY169" fmla="*/ 563308 h 809625"/>
                <a:gd name="connsiteX170" fmla="*/ 410337 w 514350"/>
                <a:gd name="connsiteY170" fmla="*/ 562547 h 809625"/>
                <a:gd name="connsiteX171" fmla="*/ 409480 w 514350"/>
                <a:gd name="connsiteY171" fmla="*/ 562070 h 809625"/>
                <a:gd name="connsiteX172" fmla="*/ 407765 w 514350"/>
                <a:gd name="connsiteY172" fmla="*/ 562070 h 809625"/>
                <a:gd name="connsiteX173" fmla="*/ 406432 w 514350"/>
                <a:gd name="connsiteY173" fmla="*/ 562356 h 809625"/>
                <a:gd name="connsiteX174" fmla="*/ 405289 w 514350"/>
                <a:gd name="connsiteY174" fmla="*/ 562737 h 809625"/>
                <a:gd name="connsiteX175" fmla="*/ 404527 w 514350"/>
                <a:gd name="connsiteY175" fmla="*/ 563213 h 809625"/>
                <a:gd name="connsiteX176" fmla="*/ 403955 w 514350"/>
                <a:gd name="connsiteY176" fmla="*/ 563880 h 809625"/>
                <a:gd name="connsiteX177" fmla="*/ 403765 w 514350"/>
                <a:gd name="connsiteY177" fmla="*/ 564547 h 809625"/>
                <a:gd name="connsiteX178" fmla="*/ 403765 w 514350"/>
                <a:gd name="connsiteY178" fmla="*/ 565404 h 809625"/>
                <a:gd name="connsiteX179" fmla="*/ 404241 w 514350"/>
                <a:gd name="connsiteY179" fmla="*/ 566738 h 809625"/>
                <a:gd name="connsiteX180" fmla="*/ 403860 w 514350"/>
                <a:gd name="connsiteY180" fmla="*/ 567119 h 809625"/>
                <a:gd name="connsiteX181" fmla="*/ 402908 w 514350"/>
                <a:gd name="connsiteY181" fmla="*/ 567309 h 809625"/>
                <a:gd name="connsiteX182" fmla="*/ 400526 w 514350"/>
                <a:gd name="connsiteY182" fmla="*/ 567119 h 809625"/>
                <a:gd name="connsiteX183" fmla="*/ 399098 w 514350"/>
                <a:gd name="connsiteY183" fmla="*/ 567404 h 809625"/>
                <a:gd name="connsiteX184" fmla="*/ 396050 w 514350"/>
                <a:gd name="connsiteY184" fmla="*/ 568833 h 809625"/>
                <a:gd name="connsiteX185" fmla="*/ 393192 w 514350"/>
                <a:gd name="connsiteY185" fmla="*/ 571309 h 809625"/>
                <a:gd name="connsiteX186" fmla="*/ 392525 w 514350"/>
                <a:gd name="connsiteY186" fmla="*/ 571500 h 809625"/>
                <a:gd name="connsiteX187" fmla="*/ 391859 w 514350"/>
                <a:gd name="connsiteY187" fmla="*/ 571595 h 809625"/>
                <a:gd name="connsiteX188" fmla="*/ 389382 w 514350"/>
                <a:gd name="connsiteY188" fmla="*/ 571309 h 809625"/>
                <a:gd name="connsiteX189" fmla="*/ 388715 w 514350"/>
                <a:gd name="connsiteY189" fmla="*/ 571405 h 809625"/>
                <a:gd name="connsiteX190" fmla="*/ 387858 w 514350"/>
                <a:gd name="connsiteY190" fmla="*/ 571881 h 809625"/>
                <a:gd name="connsiteX191" fmla="*/ 387287 w 514350"/>
                <a:gd name="connsiteY191" fmla="*/ 571881 h 809625"/>
                <a:gd name="connsiteX192" fmla="*/ 386620 w 514350"/>
                <a:gd name="connsiteY192" fmla="*/ 571595 h 809625"/>
                <a:gd name="connsiteX193" fmla="*/ 386334 w 514350"/>
                <a:gd name="connsiteY193" fmla="*/ 569690 h 809625"/>
                <a:gd name="connsiteX194" fmla="*/ 386429 w 514350"/>
                <a:gd name="connsiteY194" fmla="*/ 566547 h 809625"/>
                <a:gd name="connsiteX195" fmla="*/ 386144 w 514350"/>
                <a:gd name="connsiteY195" fmla="*/ 565404 h 809625"/>
                <a:gd name="connsiteX196" fmla="*/ 385191 w 514350"/>
                <a:gd name="connsiteY196" fmla="*/ 562737 h 809625"/>
                <a:gd name="connsiteX197" fmla="*/ 384905 w 514350"/>
                <a:gd name="connsiteY197" fmla="*/ 561499 h 809625"/>
                <a:gd name="connsiteX198" fmla="*/ 384524 w 514350"/>
                <a:gd name="connsiteY198" fmla="*/ 560261 h 809625"/>
                <a:gd name="connsiteX199" fmla="*/ 383762 w 514350"/>
                <a:gd name="connsiteY199" fmla="*/ 559213 h 809625"/>
                <a:gd name="connsiteX200" fmla="*/ 382334 w 514350"/>
                <a:gd name="connsiteY200" fmla="*/ 558355 h 809625"/>
                <a:gd name="connsiteX201" fmla="*/ 381572 w 514350"/>
                <a:gd name="connsiteY201" fmla="*/ 557308 h 809625"/>
                <a:gd name="connsiteX202" fmla="*/ 381191 w 514350"/>
                <a:gd name="connsiteY202" fmla="*/ 556546 h 809625"/>
                <a:gd name="connsiteX203" fmla="*/ 381095 w 514350"/>
                <a:gd name="connsiteY203" fmla="*/ 555593 h 809625"/>
                <a:gd name="connsiteX204" fmla="*/ 380429 w 514350"/>
                <a:gd name="connsiteY204" fmla="*/ 554831 h 809625"/>
                <a:gd name="connsiteX205" fmla="*/ 379857 w 514350"/>
                <a:gd name="connsiteY205" fmla="*/ 554355 h 809625"/>
                <a:gd name="connsiteX206" fmla="*/ 376428 w 514350"/>
                <a:gd name="connsiteY206" fmla="*/ 554927 h 809625"/>
                <a:gd name="connsiteX207" fmla="*/ 374237 w 514350"/>
                <a:gd name="connsiteY207" fmla="*/ 554355 h 809625"/>
                <a:gd name="connsiteX208" fmla="*/ 372142 w 514350"/>
                <a:gd name="connsiteY208" fmla="*/ 553974 h 809625"/>
                <a:gd name="connsiteX209" fmla="*/ 371285 w 514350"/>
                <a:gd name="connsiteY209" fmla="*/ 554069 h 809625"/>
                <a:gd name="connsiteX210" fmla="*/ 370427 w 514350"/>
                <a:gd name="connsiteY210" fmla="*/ 554260 h 809625"/>
                <a:gd name="connsiteX211" fmla="*/ 369284 w 514350"/>
                <a:gd name="connsiteY211" fmla="*/ 554164 h 809625"/>
                <a:gd name="connsiteX212" fmla="*/ 368046 w 514350"/>
                <a:gd name="connsiteY212" fmla="*/ 553688 h 809625"/>
                <a:gd name="connsiteX213" fmla="*/ 366522 w 514350"/>
                <a:gd name="connsiteY213" fmla="*/ 552640 h 809625"/>
                <a:gd name="connsiteX214" fmla="*/ 365379 w 514350"/>
                <a:gd name="connsiteY214" fmla="*/ 551974 h 809625"/>
                <a:gd name="connsiteX215" fmla="*/ 364427 w 514350"/>
                <a:gd name="connsiteY215" fmla="*/ 551783 h 809625"/>
                <a:gd name="connsiteX216" fmla="*/ 362141 w 514350"/>
                <a:gd name="connsiteY216" fmla="*/ 552069 h 809625"/>
                <a:gd name="connsiteX217" fmla="*/ 360998 w 514350"/>
                <a:gd name="connsiteY217" fmla="*/ 551879 h 809625"/>
                <a:gd name="connsiteX218" fmla="*/ 359283 w 514350"/>
                <a:gd name="connsiteY218" fmla="*/ 549688 h 809625"/>
                <a:gd name="connsiteX219" fmla="*/ 358235 w 514350"/>
                <a:gd name="connsiteY219" fmla="*/ 549021 h 809625"/>
                <a:gd name="connsiteX220" fmla="*/ 357378 w 514350"/>
                <a:gd name="connsiteY220" fmla="*/ 549021 h 809625"/>
                <a:gd name="connsiteX221" fmla="*/ 356616 w 514350"/>
                <a:gd name="connsiteY221" fmla="*/ 549402 h 809625"/>
                <a:gd name="connsiteX222" fmla="*/ 354235 w 514350"/>
                <a:gd name="connsiteY222" fmla="*/ 551116 h 809625"/>
                <a:gd name="connsiteX223" fmla="*/ 353568 w 514350"/>
                <a:gd name="connsiteY223" fmla="*/ 551021 h 809625"/>
                <a:gd name="connsiteX224" fmla="*/ 353282 w 514350"/>
                <a:gd name="connsiteY224" fmla="*/ 550640 h 809625"/>
                <a:gd name="connsiteX225" fmla="*/ 353187 w 514350"/>
                <a:gd name="connsiteY225" fmla="*/ 549497 h 809625"/>
                <a:gd name="connsiteX226" fmla="*/ 353187 w 514350"/>
                <a:gd name="connsiteY226" fmla="*/ 548449 h 809625"/>
                <a:gd name="connsiteX227" fmla="*/ 353092 w 514350"/>
                <a:gd name="connsiteY227" fmla="*/ 547592 h 809625"/>
                <a:gd name="connsiteX228" fmla="*/ 352806 w 514350"/>
                <a:gd name="connsiteY228" fmla="*/ 547116 h 809625"/>
                <a:gd name="connsiteX229" fmla="*/ 352139 w 514350"/>
                <a:gd name="connsiteY229" fmla="*/ 546735 h 809625"/>
                <a:gd name="connsiteX230" fmla="*/ 351568 w 514350"/>
                <a:gd name="connsiteY230" fmla="*/ 547021 h 809625"/>
                <a:gd name="connsiteX231" fmla="*/ 351092 w 514350"/>
                <a:gd name="connsiteY231" fmla="*/ 547402 h 809625"/>
                <a:gd name="connsiteX232" fmla="*/ 350711 w 514350"/>
                <a:gd name="connsiteY232" fmla="*/ 547973 h 809625"/>
                <a:gd name="connsiteX233" fmla="*/ 350425 w 514350"/>
                <a:gd name="connsiteY233" fmla="*/ 548640 h 809625"/>
                <a:gd name="connsiteX234" fmla="*/ 350330 w 514350"/>
                <a:gd name="connsiteY234" fmla="*/ 549116 h 809625"/>
                <a:gd name="connsiteX235" fmla="*/ 350234 w 514350"/>
                <a:gd name="connsiteY235" fmla="*/ 549592 h 809625"/>
                <a:gd name="connsiteX236" fmla="*/ 350234 w 514350"/>
                <a:gd name="connsiteY236" fmla="*/ 550164 h 809625"/>
                <a:gd name="connsiteX237" fmla="*/ 350234 w 514350"/>
                <a:gd name="connsiteY237" fmla="*/ 550736 h 809625"/>
                <a:gd name="connsiteX238" fmla="*/ 350139 w 514350"/>
                <a:gd name="connsiteY238" fmla="*/ 551212 h 809625"/>
                <a:gd name="connsiteX239" fmla="*/ 349853 w 514350"/>
                <a:gd name="connsiteY239" fmla="*/ 551593 h 809625"/>
                <a:gd name="connsiteX240" fmla="*/ 349377 w 514350"/>
                <a:gd name="connsiteY240" fmla="*/ 551879 h 809625"/>
                <a:gd name="connsiteX241" fmla="*/ 347472 w 514350"/>
                <a:gd name="connsiteY241" fmla="*/ 552545 h 809625"/>
                <a:gd name="connsiteX242" fmla="*/ 347091 w 514350"/>
                <a:gd name="connsiteY242" fmla="*/ 552926 h 809625"/>
                <a:gd name="connsiteX243" fmla="*/ 346996 w 514350"/>
                <a:gd name="connsiteY243" fmla="*/ 553498 h 809625"/>
                <a:gd name="connsiteX244" fmla="*/ 347377 w 514350"/>
                <a:gd name="connsiteY244" fmla="*/ 554069 h 809625"/>
                <a:gd name="connsiteX245" fmla="*/ 348234 w 514350"/>
                <a:gd name="connsiteY245" fmla="*/ 554641 h 809625"/>
                <a:gd name="connsiteX246" fmla="*/ 348996 w 514350"/>
                <a:gd name="connsiteY246" fmla="*/ 555022 h 809625"/>
                <a:gd name="connsiteX247" fmla="*/ 349663 w 514350"/>
                <a:gd name="connsiteY247" fmla="*/ 555498 h 809625"/>
                <a:gd name="connsiteX248" fmla="*/ 350044 w 514350"/>
                <a:gd name="connsiteY248" fmla="*/ 556260 h 809625"/>
                <a:gd name="connsiteX249" fmla="*/ 350234 w 514350"/>
                <a:gd name="connsiteY249" fmla="*/ 557784 h 809625"/>
                <a:gd name="connsiteX250" fmla="*/ 350139 w 514350"/>
                <a:gd name="connsiteY250" fmla="*/ 558927 h 809625"/>
                <a:gd name="connsiteX251" fmla="*/ 350330 w 514350"/>
                <a:gd name="connsiteY251" fmla="*/ 559880 h 809625"/>
                <a:gd name="connsiteX252" fmla="*/ 350901 w 514350"/>
                <a:gd name="connsiteY252" fmla="*/ 561689 h 809625"/>
                <a:gd name="connsiteX253" fmla="*/ 350901 w 514350"/>
                <a:gd name="connsiteY253" fmla="*/ 562737 h 809625"/>
                <a:gd name="connsiteX254" fmla="*/ 350330 w 514350"/>
                <a:gd name="connsiteY254" fmla="*/ 563785 h 809625"/>
                <a:gd name="connsiteX255" fmla="*/ 349377 w 514350"/>
                <a:gd name="connsiteY255" fmla="*/ 564261 h 809625"/>
                <a:gd name="connsiteX256" fmla="*/ 348234 w 514350"/>
                <a:gd name="connsiteY256" fmla="*/ 564547 h 809625"/>
                <a:gd name="connsiteX257" fmla="*/ 346900 w 514350"/>
                <a:gd name="connsiteY257" fmla="*/ 564452 h 809625"/>
                <a:gd name="connsiteX258" fmla="*/ 345758 w 514350"/>
                <a:gd name="connsiteY258" fmla="*/ 564261 h 809625"/>
                <a:gd name="connsiteX259" fmla="*/ 343757 w 514350"/>
                <a:gd name="connsiteY259" fmla="*/ 563689 h 809625"/>
                <a:gd name="connsiteX260" fmla="*/ 342900 w 514350"/>
                <a:gd name="connsiteY260" fmla="*/ 563499 h 809625"/>
                <a:gd name="connsiteX261" fmla="*/ 342233 w 514350"/>
                <a:gd name="connsiteY261" fmla="*/ 563689 h 809625"/>
                <a:gd name="connsiteX262" fmla="*/ 341852 w 514350"/>
                <a:gd name="connsiteY262" fmla="*/ 564261 h 809625"/>
                <a:gd name="connsiteX263" fmla="*/ 341567 w 514350"/>
                <a:gd name="connsiteY263" fmla="*/ 565309 h 809625"/>
                <a:gd name="connsiteX264" fmla="*/ 341090 w 514350"/>
                <a:gd name="connsiteY264" fmla="*/ 566166 h 809625"/>
                <a:gd name="connsiteX265" fmla="*/ 340328 w 514350"/>
                <a:gd name="connsiteY265" fmla="*/ 566547 h 809625"/>
                <a:gd name="connsiteX266" fmla="*/ 339281 w 514350"/>
                <a:gd name="connsiteY266" fmla="*/ 566356 h 809625"/>
                <a:gd name="connsiteX267" fmla="*/ 338233 w 514350"/>
                <a:gd name="connsiteY267" fmla="*/ 565309 h 809625"/>
                <a:gd name="connsiteX268" fmla="*/ 336709 w 514350"/>
                <a:gd name="connsiteY268" fmla="*/ 563594 h 809625"/>
                <a:gd name="connsiteX269" fmla="*/ 336233 w 514350"/>
                <a:gd name="connsiteY269" fmla="*/ 563023 h 809625"/>
                <a:gd name="connsiteX270" fmla="*/ 335661 w 514350"/>
                <a:gd name="connsiteY270" fmla="*/ 562642 h 809625"/>
                <a:gd name="connsiteX271" fmla="*/ 335280 w 514350"/>
                <a:gd name="connsiteY271" fmla="*/ 562451 h 809625"/>
                <a:gd name="connsiteX272" fmla="*/ 334804 w 514350"/>
                <a:gd name="connsiteY272" fmla="*/ 562356 h 809625"/>
                <a:gd name="connsiteX273" fmla="*/ 334613 w 514350"/>
                <a:gd name="connsiteY273" fmla="*/ 562451 h 809625"/>
                <a:gd name="connsiteX274" fmla="*/ 334518 w 514350"/>
                <a:gd name="connsiteY274" fmla="*/ 562737 h 809625"/>
                <a:gd name="connsiteX275" fmla="*/ 334137 w 514350"/>
                <a:gd name="connsiteY275" fmla="*/ 563880 h 809625"/>
                <a:gd name="connsiteX276" fmla="*/ 333756 w 514350"/>
                <a:gd name="connsiteY276" fmla="*/ 564642 h 809625"/>
                <a:gd name="connsiteX277" fmla="*/ 333280 w 514350"/>
                <a:gd name="connsiteY277" fmla="*/ 565499 h 809625"/>
                <a:gd name="connsiteX278" fmla="*/ 332613 w 514350"/>
                <a:gd name="connsiteY278" fmla="*/ 565785 h 809625"/>
                <a:gd name="connsiteX279" fmla="*/ 332042 w 514350"/>
                <a:gd name="connsiteY279" fmla="*/ 565404 h 809625"/>
                <a:gd name="connsiteX280" fmla="*/ 331280 w 514350"/>
                <a:gd name="connsiteY280" fmla="*/ 563785 h 809625"/>
                <a:gd name="connsiteX281" fmla="*/ 330803 w 514350"/>
                <a:gd name="connsiteY281" fmla="*/ 562070 h 809625"/>
                <a:gd name="connsiteX282" fmla="*/ 330327 w 514350"/>
                <a:gd name="connsiteY282" fmla="*/ 559022 h 809625"/>
                <a:gd name="connsiteX283" fmla="*/ 330327 w 514350"/>
                <a:gd name="connsiteY283" fmla="*/ 557498 h 809625"/>
                <a:gd name="connsiteX284" fmla="*/ 330708 w 514350"/>
                <a:gd name="connsiteY284" fmla="*/ 555974 h 809625"/>
                <a:gd name="connsiteX285" fmla="*/ 331375 w 514350"/>
                <a:gd name="connsiteY285" fmla="*/ 555117 h 809625"/>
                <a:gd name="connsiteX286" fmla="*/ 332994 w 514350"/>
                <a:gd name="connsiteY286" fmla="*/ 553307 h 809625"/>
                <a:gd name="connsiteX287" fmla="*/ 333566 w 514350"/>
                <a:gd name="connsiteY287" fmla="*/ 552545 h 809625"/>
                <a:gd name="connsiteX288" fmla="*/ 333947 w 514350"/>
                <a:gd name="connsiteY288" fmla="*/ 551783 h 809625"/>
                <a:gd name="connsiteX289" fmla="*/ 334137 w 514350"/>
                <a:gd name="connsiteY289" fmla="*/ 550926 h 809625"/>
                <a:gd name="connsiteX290" fmla="*/ 334613 w 514350"/>
                <a:gd name="connsiteY290" fmla="*/ 549973 h 809625"/>
                <a:gd name="connsiteX291" fmla="*/ 334994 w 514350"/>
                <a:gd name="connsiteY291" fmla="*/ 549402 h 809625"/>
                <a:gd name="connsiteX292" fmla="*/ 335471 w 514350"/>
                <a:gd name="connsiteY292" fmla="*/ 549021 h 809625"/>
                <a:gd name="connsiteX293" fmla="*/ 335756 w 514350"/>
                <a:gd name="connsiteY293" fmla="*/ 548735 h 809625"/>
                <a:gd name="connsiteX294" fmla="*/ 336328 w 514350"/>
                <a:gd name="connsiteY294" fmla="*/ 548259 h 809625"/>
                <a:gd name="connsiteX295" fmla="*/ 336709 w 514350"/>
                <a:gd name="connsiteY295" fmla="*/ 547497 h 809625"/>
                <a:gd name="connsiteX296" fmla="*/ 336709 w 514350"/>
                <a:gd name="connsiteY296" fmla="*/ 546354 h 809625"/>
                <a:gd name="connsiteX297" fmla="*/ 336137 w 514350"/>
                <a:gd name="connsiteY297" fmla="*/ 545211 h 809625"/>
                <a:gd name="connsiteX298" fmla="*/ 335566 w 514350"/>
                <a:gd name="connsiteY298" fmla="*/ 544354 h 809625"/>
                <a:gd name="connsiteX299" fmla="*/ 333470 w 514350"/>
                <a:gd name="connsiteY299" fmla="*/ 542068 h 809625"/>
                <a:gd name="connsiteX300" fmla="*/ 332804 w 514350"/>
                <a:gd name="connsiteY300" fmla="*/ 541211 h 809625"/>
                <a:gd name="connsiteX301" fmla="*/ 331184 w 514350"/>
                <a:gd name="connsiteY301" fmla="*/ 538258 h 809625"/>
                <a:gd name="connsiteX302" fmla="*/ 330041 w 514350"/>
                <a:gd name="connsiteY302" fmla="*/ 536638 h 809625"/>
                <a:gd name="connsiteX303" fmla="*/ 329470 w 514350"/>
                <a:gd name="connsiteY303" fmla="*/ 536162 h 809625"/>
                <a:gd name="connsiteX304" fmla="*/ 328803 w 514350"/>
                <a:gd name="connsiteY304" fmla="*/ 535781 h 809625"/>
                <a:gd name="connsiteX305" fmla="*/ 328136 w 514350"/>
                <a:gd name="connsiteY305" fmla="*/ 534829 h 809625"/>
                <a:gd name="connsiteX306" fmla="*/ 327755 w 514350"/>
                <a:gd name="connsiteY306" fmla="*/ 533590 h 809625"/>
                <a:gd name="connsiteX307" fmla="*/ 327850 w 514350"/>
                <a:gd name="connsiteY307" fmla="*/ 531305 h 809625"/>
                <a:gd name="connsiteX308" fmla="*/ 328232 w 514350"/>
                <a:gd name="connsiteY308" fmla="*/ 530162 h 809625"/>
                <a:gd name="connsiteX309" fmla="*/ 328708 w 514350"/>
                <a:gd name="connsiteY309" fmla="*/ 529495 h 809625"/>
                <a:gd name="connsiteX310" fmla="*/ 328898 w 514350"/>
                <a:gd name="connsiteY310" fmla="*/ 528923 h 809625"/>
                <a:gd name="connsiteX311" fmla="*/ 328708 w 514350"/>
                <a:gd name="connsiteY311" fmla="*/ 528161 h 809625"/>
                <a:gd name="connsiteX312" fmla="*/ 327755 w 514350"/>
                <a:gd name="connsiteY312" fmla="*/ 526637 h 809625"/>
                <a:gd name="connsiteX313" fmla="*/ 320897 w 514350"/>
                <a:gd name="connsiteY313" fmla="*/ 519779 h 809625"/>
                <a:gd name="connsiteX314" fmla="*/ 320326 w 514350"/>
                <a:gd name="connsiteY314" fmla="*/ 518827 h 809625"/>
                <a:gd name="connsiteX315" fmla="*/ 320326 w 514350"/>
                <a:gd name="connsiteY315" fmla="*/ 517874 h 809625"/>
                <a:gd name="connsiteX316" fmla="*/ 321183 w 514350"/>
                <a:gd name="connsiteY316" fmla="*/ 516827 h 809625"/>
                <a:gd name="connsiteX317" fmla="*/ 322040 w 514350"/>
                <a:gd name="connsiteY317" fmla="*/ 516350 h 809625"/>
                <a:gd name="connsiteX318" fmla="*/ 323564 w 514350"/>
                <a:gd name="connsiteY318" fmla="*/ 516064 h 809625"/>
                <a:gd name="connsiteX319" fmla="*/ 324041 w 514350"/>
                <a:gd name="connsiteY319" fmla="*/ 515874 h 809625"/>
                <a:gd name="connsiteX320" fmla="*/ 324707 w 514350"/>
                <a:gd name="connsiteY320" fmla="*/ 514731 h 809625"/>
                <a:gd name="connsiteX321" fmla="*/ 325279 w 514350"/>
                <a:gd name="connsiteY321" fmla="*/ 514159 h 809625"/>
                <a:gd name="connsiteX322" fmla="*/ 325946 w 514350"/>
                <a:gd name="connsiteY322" fmla="*/ 513779 h 809625"/>
                <a:gd name="connsiteX323" fmla="*/ 326517 w 514350"/>
                <a:gd name="connsiteY323" fmla="*/ 513683 h 809625"/>
                <a:gd name="connsiteX324" fmla="*/ 327184 w 514350"/>
                <a:gd name="connsiteY324" fmla="*/ 513969 h 809625"/>
                <a:gd name="connsiteX325" fmla="*/ 327755 w 514350"/>
                <a:gd name="connsiteY325" fmla="*/ 514350 h 809625"/>
                <a:gd name="connsiteX326" fmla="*/ 328994 w 514350"/>
                <a:gd name="connsiteY326" fmla="*/ 515493 h 809625"/>
                <a:gd name="connsiteX327" fmla="*/ 329756 w 514350"/>
                <a:gd name="connsiteY327" fmla="*/ 515969 h 809625"/>
                <a:gd name="connsiteX328" fmla="*/ 330327 w 514350"/>
                <a:gd name="connsiteY328" fmla="*/ 516064 h 809625"/>
                <a:gd name="connsiteX329" fmla="*/ 330803 w 514350"/>
                <a:gd name="connsiteY329" fmla="*/ 515874 h 809625"/>
                <a:gd name="connsiteX330" fmla="*/ 331280 w 514350"/>
                <a:gd name="connsiteY330" fmla="*/ 515779 h 809625"/>
                <a:gd name="connsiteX331" fmla="*/ 331756 w 514350"/>
                <a:gd name="connsiteY331" fmla="*/ 515779 h 809625"/>
                <a:gd name="connsiteX332" fmla="*/ 332232 w 514350"/>
                <a:gd name="connsiteY332" fmla="*/ 516541 h 809625"/>
                <a:gd name="connsiteX333" fmla="*/ 332518 w 514350"/>
                <a:gd name="connsiteY333" fmla="*/ 517588 h 809625"/>
                <a:gd name="connsiteX334" fmla="*/ 333280 w 514350"/>
                <a:gd name="connsiteY334" fmla="*/ 523399 h 809625"/>
                <a:gd name="connsiteX335" fmla="*/ 333947 w 514350"/>
                <a:gd name="connsiteY335" fmla="*/ 526066 h 809625"/>
                <a:gd name="connsiteX336" fmla="*/ 334423 w 514350"/>
                <a:gd name="connsiteY336" fmla="*/ 527304 h 809625"/>
                <a:gd name="connsiteX337" fmla="*/ 334994 w 514350"/>
                <a:gd name="connsiteY337" fmla="*/ 528256 h 809625"/>
                <a:gd name="connsiteX338" fmla="*/ 335566 w 514350"/>
                <a:gd name="connsiteY338" fmla="*/ 528828 h 809625"/>
                <a:gd name="connsiteX339" fmla="*/ 336137 w 514350"/>
                <a:gd name="connsiteY339" fmla="*/ 529209 h 809625"/>
                <a:gd name="connsiteX340" fmla="*/ 337852 w 514350"/>
                <a:gd name="connsiteY340" fmla="*/ 530066 h 809625"/>
                <a:gd name="connsiteX341" fmla="*/ 339662 w 514350"/>
                <a:gd name="connsiteY341" fmla="*/ 530638 h 809625"/>
                <a:gd name="connsiteX342" fmla="*/ 343186 w 514350"/>
                <a:gd name="connsiteY342" fmla="*/ 531400 h 809625"/>
                <a:gd name="connsiteX343" fmla="*/ 344138 w 514350"/>
                <a:gd name="connsiteY343" fmla="*/ 531686 h 809625"/>
                <a:gd name="connsiteX344" fmla="*/ 344996 w 514350"/>
                <a:gd name="connsiteY344" fmla="*/ 532162 h 809625"/>
                <a:gd name="connsiteX345" fmla="*/ 345662 w 514350"/>
                <a:gd name="connsiteY345" fmla="*/ 532829 h 809625"/>
                <a:gd name="connsiteX346" fmla="*/ 346805 w 514350"/>
                <a:gd name="connsiteY346" fmla="*/ 534353 h 809625"/>
                <a:gd name="connsiteX347" fmla="*/ 347472 w 514350"/>
                <a:gd name="connsiteY347" fmla="*/ 535019 h 809625"/>
                <a:gd name="connsiteX348" fmla="*/ 348520 w 514350"/>
                <a:gd name="connsiteY348" fmla="*/ 535591 h 809625"/>
                <a:gd name="connsiteX349" fmla="*/ 349663 w 514350"/>
                <a:gd name="connsiteY349" fmla="*/ 535686 h 809625"/>
                <a:gd name="connsiteX350" fmla="*/ 351758 w 514350"/>
                <a:gd name="connsiteY350" fmla="*/ 535400 h 809625"/>
                <a:gd name="connsiteX351" fmla="*/ 354997 w 514350"/>
                <a:gd name="connsiteY351" fmla="*/ 535496 h 809625"/>
                <a:gd name="connsiteX352" fmla="*/ 356425 w 514350"/>
                <a:gd name="connsiteY352" fmla="*/ 535305 h 809625"/>
                <a:gd name="connsiteX353" fmla="*/ 363665 w 514350"/>
                <a:gd name="connsiteY353" fmla="*/ 533495 h 809625"/>
                <a:gd name="connsiteX354" fmla="*/ 364522 w 514350"/>
                <a:gd name="connsiteY354" fmla="*/ 533495 h 809625"/>
                <a:gd name="connsiteX355" fmla="*/ 365379 w 514350"/>
                <a:gd name="connsiteY355" fmla="*/ 533781 h 809625"/>
                <a:gd name="connsiteX356" fmla="*/ 366141 w 514350"/>
                <a:gd name="connsiteY356" fmla="*/ 534162 h 809625"/>
                <a:gd name="connsiteX357" fmla="*/ 366998 w 514350"/>
                <a:gd name="connsiteY357" fmla="*/ 534448 h 809625"/>
                <a:gd name="connsiteX358" fmla="*/ 368427 w 514350"/>
                <a:gd name="connsiteY358" fmla="*/ 534638 h 809625"/>
                <a:gd name="connsiteX359" fmla="*/ 368903 w 514350"/>
                <a:gd name="connsiteY359" fmla="*/ 534924 h 809625"/>
                <a:gd name="connsiteX360" fmla="*/ 369475 w 514350"/>
                <a:gd name="connsiteY360" fmla="*/ 535400 h 809625"/>
                <a:gd name="connsiteX361" fmla="*/ 369951 w 514350"/>
                <a:gd name="connsiteY361" fmla="*/ 536067 h 809625"/>
                <a:gd name="connsiteX362" fmla="*/ 371475 w 514350"/>
                <a:gd name="connsiteY362" fmla="*/ 539305 h 809625"/>
                <a:gd name="connsiteX363" fmla="*/ 373190 w 514350"/>
                <a:gd name="connsiteY363" fmla="*/ 542163 h 809625"/>
                <a:gd name="connsiteX364" fmla="*/ 373761 w 514350"/>
                <a:gd name="connsiteY364" fmla="*/ 543401 h 809625"/>
                <a:gd name="connsiteX365" fmla="*/ 373761 w 514350"/>
                <a:gd name="connsiteY365" fmla="*/ 544449 h 809625"/>
                <a:gd name="connsiteX366" fmla="*/ 373571 w 514350"/>
                <a:gd name="connsiteY366" fmla="*/ 545497 h 809625"/>
                <a:gd name="connsiteX367" fmla="*/ 373475 w 514350"/>
                <a:gd name="connsiteY367" fmla="*/ 546354 h 809625"/>
                <a:gd name="connsiteX368" fmla="*/ 373856 w 514350"/>
                <a:gd name="connsiteY368" fmla="*/ 547116 h 809625"/>
                <a:gd name="connsiteX369" fmla="*/ 374999 w 514350"/>
                <a:gd name="connsiteY369" fmla="*/ 547497 h 809625"/>
                <a:gd name="connsiteX370" fmla="*/ 376809 w 514350"/>
                <a:gd name="connsiteY370" fmla="*/ 547973 h 809625"/>
                <a:gd name="connsiteX371" fmla="*/ 379000 w 514350"/>
                <a:gd name="connsiteY371" fmla="*/ 549021 h 809625"/>
                <a:gd name="connsiteX372" fmla="*/ 380143 w 514350"/>
                <a:gd name="connsiteY372" fmla="*/ 549212 h 809625"/>
                <a:gd name="connsiteX373" fmla="*/ 381095 w 514350"/>
                <a:gd name="connsiteY373" fmla="*/ 548926 h 809625"/>
                <a:gd name="connsiteX374" fmla="*/ 381667 w 514350"/>
                <a:gd name="connsiteY374" fmla="*/ 548449 h 809625"/>
                <a:gd name="connsiteX375" fmla="*/ 381762 w 514350"/>
                <a:gd name="connsiteY375" fmla="*/ 547688 h 809625"/>
                <a:gd name="connsiteX376" fmla="*/ 381572 w 514350"/>
                <a:gd name="connsiteY376" fmla="*/ 546735 h 809625"/>
                <a:gd name="connsiteX377" fmla="*/ 379952 w 514350"/>
                <a:gd name="connsiteY377" fmla="*/ 544068 h 809625"/>
                <a:gd name="connsiteX378" fmla="*/ 379857 w 514350"/>
                <a:gd name="connsiteY378" fmla="*/ 543401 h 809625"/>
                <a:gd name="connsiteX379" fmla="*/ 379952 w 514350"/>
                <a:gd name="connsiteY379" fmla="*/ 542544 h 809625"/>
                <a:gd name="connsiteX380" fmla="*/ 380333 w 514350"/>
                <a:gd name="connsiteY380" fmla="*/ 540544 h 809625"/>
                <a:gd name="connsiteX381" fmla="*/ 380048 w 514350"/>
                <a:gd name="connsiteY381" fmla="*/ 539782 h 809625"/>
                <a:gd name="connsiteX382" fmla="*/ 379476 w 514350"/>
                <a:gd name="connsiteY382" fmla="*/ 539115 h 809625"/>
                <a:gd name="connsiteX383" fmla="*/ 378333 w 514350"/>
                <a:gd name="connsiteY383" fmla="*/ 538544 h 809625"/>
                <a:gd name="connsiteX384" fmla="*/ 377381 w 514350"/>
                <a:gd name="connsiteY384" fmla="*/ 537972 h 809625"/>
                <a:gd name="connsiteX385" fmla="*/ 376619 w 514350"/>
                <a:gd name="connsiteY385" fmla="*/ 536924 h 809625"/>
                <a:gd name="connsiteX386" fmla="*/ 376333 w 514350"/>
                <a:gd name="connsiteY386" fmla="*/ 536448 h 809625"/>
                <a:gd name="connsiteX387" fmla="*/ 376238 w 514350"/>
                <a:gd name="connsiteY387" fmla="*/ 536162 h 809625"/>
                <a:gd name="connsiteX388" fmla="*/ 375857 w 514350"/>
                <a:gd name="connsiteY388" fmla="*/ 533590 h 809625"/>
                <a:gd name="connsiteX389" fmla="*/ 375475 w 514350"/>
                <a:gd name="connsiteY389" fmla="*/ 533019 h 809625"/>
                <a:gd name="connsiteX390" fmla="*/ 374047 w 514350"/>
                <a:gd name="connsiteY390" fmla="*/ 531400 h 809625"/>
                <a:gd name="connsiteX391" fmla="*/ 373571 w 514350"/>
                <a:gd name="connsiteY391" fmla="*/ 530638 h 809625"/>
                <a:gd name="connsiteX392" fmla="*/ 373380 w 514350"/>
                <a:gd name="connsiteY392" fmla="*/ 529971 h 809625"/>
                <a:gd name="connsiteX393" fmla="*/ 373475 w 514350"/>
                <a:gd name="connsiteY393" fmla="*/ 529399 h 809625"/>
                <a:gd name="connsiteX394" fmla="*/ 373856 w 514350"/>
                <a:gd name="connsiteY394" fmla="*/ 528638 h 809625"/>
                <a:gd name="connsiteX395" fmla="*/ 376428 w 514350"/>
                <a:gd name="connsiteY395" fmla="*/ 525304 h 809625"/>
                <a:gd name="connsiteX396" fmla="*/ 376904 w 514350"/>
                <a:gd name="connsiteY396" fmla="*/ 524447 h 809625"/>
                <a:gd name="connsiteX397" fmla="*/ 377190 w 514350"/>
                <a:gd name="connsiteY397" fmla="*/ 523494 h 809625"/>
                <a:gd name="connsiteX398" fmla="*/ 376904 w 514350"/>
                <a:gd name="connsiteY398" fmla="*/ 522827 h 809625"/>
                <a:gd name="connsiteX399" fmla="*/ 376142 w 514350"/>
                <a:gd name="connsiteY399" fmla="*/ 522351 h 809625"/>
                <a:gd name="connsiteX400" fmla="*/ 374523 w 514350"/>
                <a:gd name="connsiteY400" fmla="*/ 522161 h 809625"/>
                <a:gd name="connsiteX401" fmla="*/ 373761 w 514350"/>
                <a:gd name="connsiteY401" fmla="*/ 521970 h 809625"/>
                <a:gd name="connsiteX402" fmla="*/ 373380 w 514350"/>
                <a:gd name="connsiteY402" fmla="*/ 521589 h 809625"/>
                <a:gd name="connsiteX403" fmla="*/ 373571 w 514350"/>
                <a:gd name="connsiteY403" fmla="*/ 521208 h 809625"/>
                <a:gd name="connsiteX404" fmla="*/ 373952 w 514350"/>
                <a:gd name="connsiteY404" fmla="*/ 520732 h 809625"/>
                <a:gd name="connsiteX405" fmla="*/ 375857 w 514350"/>
                <a:gd name="connsiteY405" fmla="*/ 519113 h 809625"/>
                <a:gd name="connsiteX406" fmla="*/ 378047 w 514350"/>
                <a:gd name="connsiteY406" fmla="*/ 516731 h 809625"/>
                <a:gd name="connsiteX407" fmla="*/ 378809 w 514350"/>
                <a:gd name="connsiteY407" fmla="*/ 516255 h 809625"/>
                <a:gd name="connsiteX408" fmla="*/ 379762 w 514350"/>
                <a:gd name="connsiteY408" fmla="*/ 515874 h 809625"/>
                <a:gd name="connsiteX409" fmla="*/ 381381 w 514350"/>
                <a:gd name="connsiteY409" fmla="*/ 515588 h 809625"/>
                <a:gd name="connsiteX410" fmla="*/ 386334 w 514350"/>
                <a:gd name="connsiteY410" fmla="*/ 515398 h 809625"/>
                <a:gd name="connsiteX411" fmla="*/ 387572 w 514350"/>
                <a:gd name="connsiteY411" fmla="*/ 515112 h 809625"/>
                <a:gd name="connsiteX412" fmla="*/ 388715 w 514350"/>
                <a:gd name="connsiteY412" fmla="*/ 514636 h 809625"/>
                <a:gd name="connsiteX413" fmla="*/ 389287 w 514350"/>
                <a:gd name="connsiteY413" fmla="*/ 513969 h 809625"/>
                <a:gd name="connsiteX414" fmla="*/ 389477 w 514350"/>
                <a:gd name="connsiteY414" fmla="*/ 513302 h 809625"/>
                <a:gd name="connsiteX415" fmla="*/ 389477 w 514350"/>
                <a:gd name="connsiteY415" fmla="*/ 512540 h 809625"/>
                <a:gd name="connsiteX416" fmla="*/ 389192 w 514350"/>
                <a:gd name="connsiteY416" fmla="*/ 511683 h 809625"/>
                <a:gd name="connsiteX417" fmla="*/ 388144 w 514350"/>
                <a:gd name="connsiteY417" fmla="*/ 508730 h 809625"/>
                <a:gd name="connsiteX418" fmla="*/ 387953 w 514350"/>
                <a:gd name="connsiteY418" fmla="*/ 507682 h 809625"/>
                <a:gd name="connsiteX419" fmla="*/ 387953 w 514350"/>
                <a:gd name="connsiteY419" fmla="*/ 506635 h 809625"/>
                <a:gd name="connsiteX420" fmla="*/ 388239 w 514350"/>
                <a:gd name="connsiteY420" fmla="*/ 505492 h 809625"/>
                <a:gd name="connsiteX421" fmla="*/ 389001 w 514350"/>
                <a:gd name="connsiteY421" fmla="*/ 503111 h 809625"/>
                <a:gd name="connsiteX422" fmla="*/ 389096 w 514350"/>
                <a:gd name="connsiteY422" fmla="*/ 502253 h 809625"/>
                <a:gd name="connsiteX423" fmla="*/ 388715 w 514350"/>
                <a:gd name="connsiteY423" fmla="*/ 501682 h 809625"/>
                <a:gd name="connsiteX424" fmla="*/ 387668 w 514350"/>
                <a:gd name="connsiteY424" fmla="*/ 501205 h 809625"/>
                <a:gd name="connsiteX425" fmla="*/ 384429 w 514350"/>
                <a:gd name="connsiteY425" fmla="*/ 500824 h 809625"/>
                <a:gd name="connsiteX426" fmla="*/ 383667 w 514350"/>
                <a:gd name="connsiteY426" fmla="*/ 500444 h 809625"/>
                <a:gd name="connsiteX427" fmla="*/ 383477 w 514350"/>
                <a:gd name="connsiteY427" fmla="*/ 499967 h 809625"/>
                <a:gd name="connsiteX428" fmla="*/ 383477 w 514350"/>
                <a:gd name="connsiteY428" fmla="*/ 499300 h 809625"/>
                <a:gd name="connsiteX429" fmla="*/ 383286 w 514350"/>
                <a:gd name="connsiteY429" fmla="*/ 498824 h 809625"/>
                <a:gd name="connsiteX430" fmla="*/ 382905 w 514350"/>
                <a:gd name="connsiteY430" fmla="*/ 498157 h 809625"/>
                <a:gd name="connsiteX431" fmla="*/ 382429 w 514350"/>
                <a:gd name="connsiteY431" fmla="*/ 497681 h 809625"/>
                <a:gd name="connsiteX432" fmla="*/ 381762 w 514350"/>
                <a:gd name="connsiteY432" fmla="*/ 497205 h 809625"/>
                <a:gd name="connsiteX433" fmla="*/ 380524 w 514350"/>
                <a:gd name="connsiteY433" fmla="*/ 496443 h 809625"/>
                <a:gd name="connsiteX434" fmla="*/ 379667 w 514350"/>
                <a:gd name="connsiteY434" fmla="*/ 496253 h 809625"/>
                <a:gd name="connsiteX435" fmla="*/ 378714 w 514350"/>
                <a:gd name="connsiteY435" fmla="*/ 496348 h 809625"/>
                <a:gd name="connsiteX436" fmla="*/ 377476 w 514350"/>
                <a:gd name="connsiteY436" fmla="*/ 497110 h 809625"/>
                <a:gd name="connsiteX437" fmla="*/ 377000 w 514350"/>
                <a:gd name="connsiteY437" fmla="*/ 497872 h 809625"/>
                <a:gd name="connsiteX438" fmla="*/ 376809 w 514350"/>
                <a:gd name="connsiteY438" fmla="*/ 498920 h 809625"/>
                <a:gd name="connsiteX439" fmla="*/ 377000 w 514350"/>
                <a:gd name="connsiteY439" fmla="*/ 499967 h 809625"/>
                <a:gd name="connsiteX440" fmla="*/ 377381 w 514350"/>
                <a:gd name="connsiteY440" fmla="*/ 501015 h 809625"/>
                <a:gd name="connsiteX441" fmla="*/ 377857 w 514350"/>
                <a:gd name="connsiteY441" fmla="*/ 501967 h 809625"/>
                <a:gd name="connsiteX442" fmla="*/ 379857 w 514350"/>
                <a:gd name="connsiteY442" fmla="*/ 505015 h 809625"/>
                <a:gd name="connsiteX443" fmla="*/ 380333 w 514350"/>
                <a:gd name="connsiteY443" fmla="*/ 506063 h 809625"/>
                <a:gd name="connsiteX444" fmla="*/ 380143 w 514350"/>
                <a:gd name="connsiteY444" fmla="*/ 507111 h 809625"/>
                <a:gd name="connsiteX445" fmla="*/ 379286 w 514350"/>
                <a:gd name="connsiteY445" fmla="*/ 507778 h 809625"/>
                <a:gd name="connsiteX446" fmla="*/ 377952 w 514350"/>
                <a:gd name="connsiteY446" fmla="*/ 507778 h 809625"/>
                <a:gd name="connsiteX447" fmla="*/ 376333 w 514350"/>
                <a:gd name="connsiteY447" fmla="*/ 506921 h 809625"/>
                <a:gd name="connsiteX448" fmla="*/ 375190 w 514350"/>
                <a:gd name="connsiteY448" fmla="*/ 505587 h 809625"/>
                <a:gd name="connsiteX449" fmla="*/ 373285 w 514350"/>
                <a:gd name="connsiteY449" fmla="*/ 502730 h 809625"/>
                <a:gd name="connsiteX450" fmla="*/ 372237 w 514350"/>
                <a:gd name="connsiteY450" fmla="*/ 502158 h 809625"/>
                <a:gd name="connsiteX451" fmla="*/ 370713 w 514350"/>
                <a:gd name="connsiteY451" fmla="*/ 501682 h 809625"/>
                <a:gd name="connsiteX452" fmla="*/ 367665 w 514350"/>
                <a:gd name="connsiteY452" fmla="*/ 501015 h 809625"/>
                <a:gd name="connsiteX453" fmla="*/ 366427 w 514350"/>
                <a:gd name="connsiteY453" fmla="*/ 500253 h 809625"/>
                <a:gd name="connsiteX454" fmla="*/ 365855 w 514350"/>
                <a:gd name="connsiteY454" fmla="*/ 499396 h 809625"/>
                <a:gd name="connsiteX455" fmla="*/ 365855 w 514350"/>
                <a:gd name="connsiteY455" fmla="*/ 498443 h 809625"/>
                <a:gd name="connsiteX456" fmla="*/ 365855 w 514350"/>
                <a:gd name="connsiteY456" fmla="*/ 497586 h 809625"/>
                <a:gd name="connsiteX457" fmla="*/ 365665 w 514350"/>
                <a:gd name="connsiteY457" fmla="*/ 496919 h 809625"/>
                <a:gd name="connsiteX458" fmla="*/ 365189 w 514350"/>
                <a:gd name="connsiteY458" fmla="*/ 496443 h 809625"/>
                <a:gd name="connsiteX459" fmla="*/ 364141 w 514350"/>
                <a:gd name="connsiteY459" fmla="*/ 496348 h 809625"/>
                <a:gd name="connsiteX460" fmla="*/ 362426 w 514350"/>
                <a:gd name="connsiteY460" fmla="*/ 496538 h 809625"/>
                <a:gd name="connsiteX461" fmla="*/ 359378 w 514350"/>
                <a:gd name="connsiteY461" fmla="*/ 497300 h 809625"/>
                <a:gd name="connsiteX462" fmla="*/ 356902 w 514350"/>
                <a:gd name="connsiteY462" fmla="*/ 497300 h 809625"/>
                <a:gd name="connsiteX463" fmla="*/ 355187 w 514350"/>
                <a:gd name="connsiteY463" fmla="*/ 497110 h 809625"/>
                <a:gd name="connsiteX464" fmla="*/ 354044 w 514350"/>
                <a:gd name="connsiteY464" fmla="*/ 496633 h 809625"/>
                <a:gd name="connsiteX465" fmla="*/ 351854 w 514350"/>
                <a:gd name="connsiteY465" fmla="*/ 495300 h 809625"/>
                <a:gd name="connsiteX466" fmla="*/ 350901 w 514350"/>
                <a:gd name="connsiteY466" fmla="*/ 495205 h 809625"/>
                <a:gd name="connsiteX467" fmla="*/ 349853 w 514350"/>
                <a:gd name="connsiteY467" fmla="*/ 495586 h 809625"/>
                <a:gd name="connsiteX468" fmla="*/ 348425 w 514350"/>
                <a:gd name="connsiteY468" fmla="*/ 496919 h 809625"/>
                <a:gd name="connsiteX469" fmla="*/ 346996 w 514350"/>
                <a:gd name="connsiteY469" fmla="*/ 499110 h 809625"/>
                <a:gd name="connsiteX470" fmla="*/ 345567 w 514350"/>
                <a:gd name="connsiteY470" fmla="*/ 500920 h 809625"/>
                <a:gd name="connsiteX471" fmla="*/ 345091 w 514350"/>
                <a:gd name="connsiteY471" fmla="*/ 501777 h 809625"/>
                <a:gd name="connsiteX472" fmla="*/ 344805 w 514350"/>
                <a:gd name="connsiteY472" fmla="*/ 503015 h 809625"/>
                <a:gd name="connsiteX473" fmla="*/ 345091 w 514350"/>
                <a:gd name="connsiteY473" fmla="*/ 506254 h 809625"/>
                <a:gd name="connsiteX474" fmla="*/ 344900 w 514350"/>
                <a:gd name="connsiteY474" fmla="*/ 507206 h 809625"/>
                <a:gd name="connsiteX475" fmla="*/ 344615 w 514350"/>
                <a:gd name="connsiteY475" fmla="*/ 507873 h 809625"/>
                <a:gd name="connsiteX476" fmla="*/ 343948 w 514350"/>
                <a:gd name="connsiteY476" fmla="*/ 508445 h 809625"/>
                <a:gd name="connsiteX477" fmla="*/ 342805 w 514350"/>
                <a:gd name="connsiteY477" fmla="*/ 508730 h 809625"/>
                <a:gd name="connsiteX478" fmla="*/ 340805 w 514350"/>
                <a:gd name="connsiteY478" fmla="*/ 508635 h 809625"/>
                <a:gd name="connsiteX479" fmla="*/ 338423 w 514350"/>
                <a:gd name="connsiteY479" fmla="*/ 507778 h 809625"/>
                <a:gd name="connsiteX480" fmla="*/ 335471 w 514350"/>
                <a:gd name="connsiteY480" fmla="*/ 507111 h 809625"/>
                <a:gd name="connsiteX481" fmla="*/ 331851 w 514350"/>
                <a:gd name="connsiteY481" fmla="*/ 506921 h 809625"/>
                <a:gd name="connsiteX482" fmla="*/ 324993 w 514350"/>
                <a:gd name="connsiteY482" fmla="*/ 505492 h 809625"/>
                <a:gd name="connsiteX483" fmla="*/ 324707 w 514350"/>
                <a:gd name="connsiteY483" fmla="*/ 504254 h 809625"/>
                <a:gd name="connsiteX484" fmla="*/ 325184 w 514350"/>
                <a:gd name="connsiteY484" fmla="*/ 503111 h 809625"/>
                <a:gd name="connsiteX485" fmla="*/ 325755 w 514350"/>
                <a:gd name="connsiteY485" fmla="*/ 502253 h 809625"/>
                <a:gd name="connsiteX486" fmla="*/ 326422 w 514350"/>
                <a:gd name="connsiteY486" fmla="*/ 501396 h 809625"/>
                <a:gd name="connsiteX487" fmla="*/ 326612 w 514350"/>
                <a:gd name="connsiteY487" fmla="*/ 500634 h 809625"/>
                <a:gd name="connsiteX488" fmla="*/ 326517 w 514350"/>
                <a:gd name="connsiteY488" fmla="*/ 499872 h 809625"/>
                <a:gd name="connsiteX489" fmla="*/ 325850 w 514350"/>
                <a:gd name="connsiteY489" fmla="*/ 499110 h 809625"/>
                <a:gd name="connsiteX490" fmla="*/ 322040 w 514350"/>
                <a:gd name="connsiteY490" fmla="*/ 497586 h 809625"/>
                <a:gd name="connsiteX491" fmla="*/ 321183 w 514350"/>
                <a:gd name="connsiteY491" fmla="*/ 496919 h 809625"/>
                <a:gd name="connsiteX492" fmla="*/ 320326 w 514350"/>
                <a:gd name="connsiteY492" fmla="*/ 495967 h 809625"/>
                <a:gd name="connsiteX493" fmla="*/ 319659 w 514350"/>
                <a:gd name="connsiteY493" fmla="*/ 494824 h 809625"/>
                <a:gd name="connsiteX494" fmla="*/ 319278 w 514350"/>
                <a:gd name="connsiteY494" fmla="*/ 493681 h 809625"/>
                <a:gd name="connsiteX495" fmla="*/ 318992 w 514350"/>
                <a:gd name="connsiteY495" fmla="*/ 492347 h 809625"/>
                <a:gd name="connsiteX496" fmla="*/ 319183 w 514350"/>
                <a:gd name="connsiteY496" fmla="*/ 490633 h 809625"/>
                <a:gd name="connsiteX497" fmla="*/ 319469 w 514350"/>
                <a:gd name="connsiteY497" fmla="*/ 489585 h 809625"/>
                <a:gd name="connsiteX498" fmla="*/ 319945 w 514350"/>
                <a:gd name="connsiteY498" fmla="*/ 488728 h 809625"/>
                <a:gd name="connsiteX499" fmla="*/ 320326 w 514350"/>
                <a:gd name="connsiteY499" fmla="*/ 488156 h 809625"/>
                <a:gd name="connsiteX500" fmla="*/ 320993 w 514350"/>
                <a:gd name="connsiteY500" fmla="*/ 487775 h 809625"/>
                <a:gd name="connsiteX501" fmla="*/ 321564 w 514350"/>
                <a:gd name="connsiteY501" fmla="*/ 487489 h 809625"/>
                <a:gd name="connsiteX502" fmla="*/ 322136 w 514350"/>
                <a:gd name="connsiteY502" fmla="*/ 487585 h 809625"/>
                <a:gd name="connsiteX503" fmla="*/ 322707 w 514350"/>
                <a:gd name="connsiteY503" fmla="*/ 487680 h 809625"/>
                <a:gd name="connsiteX504" fmla="*/ 323469 w 514350"/>
                <a:gd name="connsiteY504" fmla="*/ 487775 h 809625"/>
                <a:gd name="connsiteX505" fmla="*/ 324326 w 514350"/>
                <a:gd name="connsiteY505" fmla="*/ 487680 h 809625"/>
                <a:gd name="connsiteX506" fmla="*/ 324898 w 514350"/>
                <a:gd name="connsiteY506" fmla="*/ 487299 h 809625"/>
                <a:gd name="connsiteX507" fmla="*/ 325279 w 514350"/>
                <a:gd name="connsiteY507" fmla="*/ 486728 h 809625"/>
                <a:gd name="connsiteX508" fmla="*/ 325660 w 514350"/>
                <a:gd name="connsiteY508" fmla="*/ 485204 h 809625"/>
                <a:gd name="connsiteX509" fmla="*/ 326041 w 514350"/>
                <a:gd name="connsiteY509" fmla="*/ 484441 h 809625"/>
                <a:gd name="connsiteX510" fmla="*/ 327184 w 514350"/>
                <a:gd name="connsiteY510" fmla="*/ 483298 h 809625"/>
                <a:gd name="connsiteX511" fmla="*/ 327565 w 514350"/>
                <a:gd name="connsiteY511" fmla="*/ 482632 h 809625"/>
                <a:gd name="connsiteX512" fmla="*/ 327660 w 514350"/>
                <a:gd name="connsiteY512" fmla="*/ 481679 h 809625"/>
                <a:gd name="connsiteX513" fmla="*/ 327470 w 514350"/>
                <a:gd name="connsiteY513" fmla="*/ 480631 h 809625"/>
                <a:gd name="connsiteX514" fmla="*/ 326612 w 514350"/>
                <a:gd name="connsiteY514" fmla="*/ 479203 h 809625"/>
                <a:gd name="connsiteX515" fmla="*/ 326041 w 514350"/>
                <a:gd name="connsiteY515" fmla="*/ 478536 h 809625"/>
                <a:gd name="connsiteX516" fmla="*/ 325279 w 514350"/>
                <a:gd name="connsiteY516" fmla="*/ 478250 h 809625"/>
                <a:gd name="connsiteX517" fmla="*/ 322993 w 514350"/>
                <a:gd name="connsiteY517" fmla="*/ 478250 h 809625"/>
                <a:gd name="connsiteX518" fmla="*/ 320421 w 514350"/>
                <a:gd name="connsiteY518" fmla="*/ 477869 h 809625"/>
                <a:gd name="connsiteX519" fmla="*/ 319564 w 514350"/>
                <a:gd name="connsiteY519" fmla="*/ 477964 h 809625"/>
                <a:gd name="connsiteX520" fmla="*/ 318897 w 514350"/>
                <a:gd name="connsiteY520" fmla="*/ 478155 h 809625"/>
                <a:gd name="connsiteX521" fmla="*/ 317183 w 514350"/>
                <a:gd name="connsiteY521" fmla="*/ 479012 h 809625"/>
                <a:gd name="connsiteX522" fmla="*/ 316516 w 514350"/>
                <a:gd name="connsiteY522" fmla="*/ 479203 h 809625"/>
                <a:gd name="connsiteX523" fmla="*/ 315944 w 514350"/>
                <a:gd name="connsiteY523" fmla="*/ 479203 h 809625"/>
                <a:gd name="connsiteX524" fmla="*/ 315468 w 514350"/>
                <a:gd name="connsiteY524" fmla="*/ 478917 h 809625"/>
                <a:gd name="connsiteX525" fmla="*/ 314992 w 514350"/>
                <a:gd name="connsiteY525" fmla="*/ 478346 h 809625"/>
                <a:gd name="connsiteX526" fmla="*/ 314039 w 514350"/>
                <a:gd name="connsiteY526" fmla="*/ 476631 h 809625"/>
                <a:gd name="connsiteX527" fmla="*/ 312896 w 514350"/>
                <a:gd name="connsiteY527" fmla="*/ 473773 h 809625"/>
                <a:gd name="connsiteX528" fmla="*/ 312230 w 514350"/>
                <a:gd name="connsiteY528" fmla="*/ 472630 h 809625"/>
                <a:gd name="connsiteX529" fmla="*/ 311468 w 514350"/>
                <a:gd name="connsiteY529" fmla="*/ 471678 h 809625"/>
                <a:gd name="connsiteX530" fmla="*/ 310706 w 514350"/>
                <a:gd name="connsiteY530" fmla="*/ 471106 h 809625"/>
                <a:gd name="connsiteX531" fmla="*/ 309848 w 514350"/>
                <a:gd name="connsiteY531" fmla="*/ 470630 h 809625"/>
                <a:gd name="connsiteX532" fmla="*/ 308039 w 514350"/>
                <a:gd name="connsiteY532" fmla="*/ 470059 h 809625"/>
                <a:gd name="connsiteX533" fmla="*/ 307467 w 514350"/>
                <a:gd name="connsiteY533" fmla="*/ 469582 h 809625"/>
                <a:gd name="connsiteX534" fmla="*/ 306991 w 514350"/>
                <a:gd name="connsiteY534" fmla="*/ 468821 h 809625"/>
                <a:gd name="connsiteX535" fmla="*/ 305657 w 514350"/>
                <a:gd name="connsiteY535" fmla="*/ 463201 h 809625"/>
                <a:gd name="connsiteX536" fmla="*/ 305372 w 514350"/>
                <a:gd name="connsiteY536" fmla="*/ 461200 h 809625"/>
                <a:gd name="connsiteX537" fmla="*/ 305372 w 514350"/>
                <a:gd name="connsiteY537" fmla="*/ 459581 h 809625"/>
                <a:gd name="connsiteX538" fmla="*/ 306038 w 514350"/>
                <a:gd name="connsiteY538" fmla="*/ 456629 h 809625"/>
                <a:gd name="connsiteX539" fmla="*/ 307086 w 514350"/>
                <a:gd name="connsiteY539" fmla="*/ 453771 h 809625"/>
                <a:gd name="connsiteX540" fmla="*/ 308134 w 514350"/>
                <a:gd name="connsiteY540" fmla="*/ 451961 h 809625"/>
                <a:gd name="connsiteX541" fmla="*/ 308515 w 514350"/>
                <a:gd name="connsiteY541" fmla="*/ 450532 h 809625"/>
                <a:gd name="connsiteX542" fmla="*/ 308515 w 514350"/>
                <a:gd name="connsiteY542" fmla="*/ 449008 h 809625"/>
                <a:gd name="connsiteX543" fmla="*/ 308039 w 514350"/>
                <a:gd name="connsiteY543" fmla="*/ 445198 h 809625"/>
                <a:gd name="connsiteX544" fmla="*/ 308420 w 514350"/>
                <a:gd name="connsiteY544" fmla="*/ 444055 h 809625"/>
                <a:gd name="connsiteX545" fmla="*/ 308896 w 514350"/>
                <a:gd name="connsiteY545" fmla="*/ 443770 h 809625"/>
                <a:gd name="connsiteX546" fmla="*/ 311372 w 514350"/>
                <a:gd name="connsiteY546" fmla="*/ 442817 h 809625"/>
                <a:gd name="connsiteX547" fmla="*/ 311849 w 514350"/>
                <a:gd name="connsiteY547" fmla="*/ 442531 h 809625"/>
                <a:gd name="connsiteX548" fmla="*/ 312134 w 514350"/>
                <a:gd name="connsiteY548" fmla="*/ 442150 h 809625"/>
                <a:gd name="connsiteX549" fmla="*/ 312420 w 514350"/>
                <a:gd name="connsiteY549" fmla="*/ 441484 h 809625"/>
                <a:gd name="connsiteX550" fmla="*/ 314230 w 514350"/>
                <a:gd name="connsiteY550" fmla="*/ 433959 h 809625"/>
                <a:gd name="connsiteX551" fmla="*/ 314611 w 514350"/>
                <a:gd name="connsiteY551" fmla="*/ 431006 h 809625"/>
                <a:gd name="connsiteX552" fmla="*/ 314706 w 514350"/>
                <a:gd name="connsiteY552" fmla="*/ 428911 h 809625"/>
                <a:gd name="connsiteX553" fmla="*/ 314992 w 514350"/>
                <a:gd name="connsiteY553" fmla="*/ 426434 h 809625"/>
                <a:gd name="connsiteX554" fmla="*/ 314992 w 514350"/>
                <a:gd name="connsiteY554" fmla="*/ 425387 h 809625"/>
                <a:gd name="connsiteX555" fmla="*/ 314706 w 514350"/>
                <a:gd name="connsiteY555" fmla="*/ 424434 h 809625"/>
                <a:gd name="connsiteX556" fmla="*/ 313658 w 514350"/>
                <a:gd name="connsiteY556" fmla="*/ 423196 h 809625"/>
                <a:gd name="connsiteX557" fmla="*/ 312801 w 514350"/>
                <a:gd name="connsiteY557" fmla="*/ 422624 h 809625"/>
                <a:gd name="connsiteX558" fmla="*/ 312039 w 514350"/>
                <a:gd name="connsiteY558" fmla="*/ 422338 h 809625"/>
                <a:gd name="connsiteX559" fmla="*/ 311277 w 514350"/>
                <a:gd name="connsiteY559" fmla="*/ 422148 h 809625"/>
                <a:gd name="connsiteX560" fmla="*/ 310420 w 514350"/>
                <a:gd name="connsiteY560" fmla="*/ 421862 h 809625"/>
                <a:gd name="connsiteX561" fmla="*/ 308324 w 514350"/>
                <a:gd name="connsiteY561" fmla="*/ 420433 h 809625"/>
                <a:gd name="connsiteX562" fmla="*/ 307562 w 514350"/>
                <a:gd name="connsiteY562" fmla="*/ 420053 h 809625"/>
                <a:gd name="connsiteX563" fmla="*/ 304133 w 514350"/>
                <a:gd name="connsiteY563" fmla="*/ 419290 h 809625"/>
                <a:gd name="connsiteX564" fmla="*/ 303467 w 514350"/>
                <a:gd name="connsiteY564" fmla="*/ 419100 h 809625"/>
                <a:gd name="connsiteX565" fmla="*/ 303181 w 514350"/>
                <a:gd name="connsiteY565" fmla="*/ 418719 h 809625"/>
                <a:gd name="connsiteX566" fmla="*/ 303181 w 514350"/>
                <a:gd name="connsiteY566" fmla="*/ 418243 h 809625"/>
                <a:gd name="connsiteX567" fmla="*/ 304038 w 514350"/>
                <a:gd name="connsiteY567" fmla="*/ 417005 h 809625"/>
                <a:gd name="connsiteX568" fmla="*/ 304991 w 514350"/>
                <a:gd name="connsiteY568" fmla="*/ 415957 h 809625"/>
                <a:gd name="connsiteX569" fmla="*/ 305562 w 514350"/>
                <a:gd name="connsiteY569" fmla="*/ 415480 h 809625"/>
                <a:gd name="connsiteX570" fmla="*/ 305943 w 514350"/>
                <a:gd name="connsiteY570" fmla="*/ 414814 h 809625"/>
                <a:gd name="connsiteX571" fmla="*/ 306134 w 514350"/>
                <a:gd name="connsiteY571" fmla="*/ 413956 h 809625"/>
                <a:gd name="connsiteX572" fmla="*/ 306038 w 514350"/>
                <a:gd name="connsiteY572" fmla="*/ 412242 h 809625"/>
                <a:gd name="connsiteX573" fmla="*/ 306229 w 514350"/>
                <a:gd name="connsiteY573" fmla="*/ 409384 h 809625"/>
                <a:gd name="connsiteX574" fmla="*/ 308324 w 514350"/>
                <a:gd name="connsiteY574" fmla="*/ 405765 h 809625"/>
                <a:gd name="connsiteX575" fmla="*/ 309753 w 514350"/>
                <a:gd name="connsiteY575" fmla="*/ 406241 h 809625"/>
                <a:gd name="connsiteX576" fmla="*/ 319754 w 514350"/>
                <a:gd name="connsiteY576" fmla="*/ 412052 h 809625"/>
                <a:gd name="connsiteX577" fmla="*/ 321659 w 514350"/>
                <a:gd name="connsiteY577" fmla="*/ 412432 h 809625"/>
                <a:gd name="connsiteX578" fmla="*/ 324707 w 514350"/>
                <a:gd name="connsiteY578" fmla="*/ 412718 h 809625"/>
                <a:gd name="connsiteX579" fmla="*/ 326231 w 514350"/>
                <a:gd name="connsiteY579" fmla="*/ 413195 h 809625"/>
                <a:gd name="connsiteX580" fmla="*/ 328327 w 514350"/>
                <a:gd name="connsiteY580" fmla="*/ 414242 h 809625"/>
                <a:gd name="connsiteX581" fmla="*/ 329565 w 514350"/>
                <a:gd name="connsiteY581" fmla="*/ 414433 h 809625"/>
                <a:gd name="connsiteX582" fmla="*/ 330613 w 514350"/>
                <a:gd name="connsiteY582" fmla="*/ 414147 h 809625"/>
                <a:gd name="connsiteX583" fmla="*/ 332232 w 514350"/>
                <a:gd name="connsiteY583" fmla="*/ 413290 h 809625"/>
                <a:gd name="connsiteX584" fmla="*/ 333470 w 514350"/>
                <a:gd name="connsiteY584" fmla="*/ 413099 h 809625"/>
                <a:gd name="connsiteX585" fmla="*/ 334804 w 514350"/>
                <a:gd name="connsiteY585" fmla="*/ 413004 h 809625"/>
                <a:gd name="connsiteX586" fmla="*/ 335566 w 514350"/>
                <a:gd name="connsiteY586" fmla="*/ 413195 h 809625"/>
                <a:gd name="connsiteX587" fmla="*/ 336328 w 514350"/>
                <a:gd name="connsiteY587" fmla="*/ 413480 h 809625"/>
                <a:gd name="connsiteX588" fmla="*/ 336995 w 514350"/>
                <a:gd name="connsiteY588" fmla="*/ 414052 h 809625"/>
                <a:gd name="connsiteX589" fmla="*/ 337566 w 514350"/>
                <a:gd name="connsiteY589" fmla="*/ 414719 h 809625"/>
                <a:gd name="connsiteX590" fmla="*/ 338042 w 514350"/>
                <a:gd name="connsiteY590" fmla="*/ 415480 h 809625"/>
                <a:gd name="connsiteX591" fmla="*/ 338709 w 514350"/>
                <a:gd name="connsiteY591" fmla="*/ 416147 h 809625"/>
                <a:gd name="connsiteX592" fmla="*/ 339471 w 514350"/>
                <a:gd name="connsiteY592" fmla="*/ 416338 h 809625"/>
                <a:gd name="connsiteX593" fmla="*/ 340424 w 514350"/>
                <a:gd name="connsiteY593" fmla="*/ 416242 h 809625"/>
                <a:gd name="connsiteX594" fmla="*/ 341376 w 514350"/>
                <a:gd name="connsiteY594" fmla="*/ 415766 h 809625"/>
                <a:gd name="connsiteX595" fmla="*/ 342138 w 514350"/>
                <a:gd name="connsiteY595" fmla="*/ 415290 h 809625"/>
                <a:gd name="connsiteX596" fmla="*/ 344805 w 514350"/>
                <a:gd name="connsiteY596" fmla="*/ 412623 h 809625"/>
                <a:gd name="connsiteX597" fmla="*/ 345567 w 514350"/>
                <a:gd name="connsiteY597" fmla="*/ 411480 h 809625"/>
                <a:gd name="connsiteX598" fmla="*/ 346329 w 514350"/>
                <a:gd name="connsiteY598" fmla="*/ 409956 h 809625"/>
                <a:gd name="connsiteX599" fmla="*/ 347186 w 514350"/>
                <a:gd name="connsiteY599" fmla="*/ 406908 h 809625"/>
                <a:gd name="connsiteX600" fmla="*/ 347948 w 514350"/>
                <a:gd name="connsiteY600" fmla="*/ 405289 h 809625"/>
                <a:gd name="connsiteX601" fmla="*/ 348615 w 514350"/>
                <a:gd name="connsiteY601" fmla="*/ 404146 h 809625"/>
                <a:gd name="connsiteX602" fmla="*/ 349377 w 514350"/>
                <a:gd name="connsiteY602" fmla="*/ 403288 h 809625"/>
                <a:gd name="connsiteX603" fmla="*/ 349853 w 514350"/>
                <a:gd name="connsiteY603" fmla="*/ 402241 h 809625"/>
                <a:gd name="connsiteX604" fmla="*/ 350330 w 514350"/>
                <a:gd name="connsiteY604" fmla="*/ 401193 h 809625"/>
                <a:gd name="connsiteX605" fmla="*/ 350615 w 514350"/>
                <a:gd name="connsiteY605" fmla="*/ 400050 h 809625"/>
                <a:gd name="connsiteX606" fmla="*/ 350806 w 514350"/>
                <a:gd name="connsiteY606" fmla="*/ 398526 h 809625"/>
                <a:gd name="connsiteX607" fmla="*/ 350806 w 514350"/>
                <a:gd name="connsiteY607" fmla="*/ 396145 h 809625"/>
                <a:gd name="connsiteX608" fmla="*/ 350425 w 514350"/>
                <a:gd name="connsiteY608" fmla="*/ 393763 h 809625"/>
                <a:gd name="connsiteX609" fmla="*/ 348615 w 514350"/>
                <a:gd name="connsiteY609" fmla="*/ 388048 h 809625"/>
                <a:gd name="connsiteX610" fmla="*/ 347663 w 514350"/>
                <a:gd name="connsiteY610" fmla="*/ 380143 h 809625"/>
                <a:gd name="connsiteX611" fmla="*/ 346329 w 514350"/>
                <a:gd name="connsiteY611" fmla="*/ 378428 h 809625"/>
                <a:gd name="connsiteX612" fmla="*/ 345377 w 514350"/>
                <a:gd name="connsiteY612" fmla="*/ 377762 h 809625"/>
                <a:gd name="connsiteX613" fmla="*/ 344138 w 514350"/>
                <a:gd name="connsiteY613" fmla="*/ 377095 h 809625"/>
                <a:gd name="connsiteX614" fmla="*/ 340138 w 514350"/>
                <a:gd name="connsiteY614" fmla="*/ 376142 h 809625"/>
                <a:gd name="connsiteX615" fmla="*/ 339185 w 514350"/>
                <a:gd name="connsiteY615" fmla="*/ 375666 h 809625"/>
                <a:gd name="connsiteX616" fmla="*/ 338519 w 514350"/>
                <a:gd name="connsiteY616" fmla="*/ 374999 h 809625"/>
                <a:gd name="connsiteX617" fmla="*/ 338138 w 514350"/>
                <a:gd name="connsiteY617" fmla="*/ 373380 h 809625"/>
                <a:gd name="connsiteX618" fmla="*/ 337185 w 514350"/>
                <a:gd name="connsiteY618" fmla="*/ 367094 h 809625"/>
                <a:gd name="connsiteX619" fmla="*/ 336423 w 514350"/>
                <a:gd name="connsiteY619" fmla="*/ 365188 h 809625"/>
                <a:gd name="connsiteX620" fmla="*/ 335661 w 514350"/>
                <a:gd name="connsiteY620" fmla="*/ 363950 h 809625"/>
                <a:gd name="connsiteX621" fmla="*/ 335090 w 514350"/>
                <a:gd name="connsiteY621" fmla="*/ 363569 h 809625"/>
                <a:gd name="connsiteX622" fmla="*/ 334518 w 514350"/>
                <a:gd name="connsiteY622" fmla="*/ 362807 h 809625"/>
                <a:gd name="connsiteX623" fmla="*/ 334042 w 514350"/>
                <a:gd name="connsiteY623" fmla="*/ 361759 h 809625"/>
                <a:gd name="connsiteX624" fmla="*/ 333375 w 514350"/>
                <a:gd name="connsiteY624" fmla="*/ 359664 h 809625"/>
                <a:gd name="connsiteX625" fmla="*/ 332327 w 514350"/>
                <a:gd name="connsiteY625" fmla="*/ 357473 h 809625"/>
                <a:gd name="connsiteX626" fmla="*/ 331946 w 514350"/>
                <a:gd name="connsiteY626" fmla="*/ 356997 h 809625"/>
                <a:gd name="connsiteX627" fmla="*/ 331756 w 514350"/>
                <a:gd name="connsiteY627" fmla="*/ 356521 h 809625"/>
                <a:gd name="connsiteX628" fmla="*/ 331661 w 514350"/>
                <a:gd name="connsiteY628" fmla="*/ 355568 h 809625"/>
                <a:gd name="connsiteX629" fmla="*/ 332327 w 514350"/>
                <a:gd name="connsiteY629" fmla="*/ 354521 h 809625"/>
                <a:gd name="connsiteX630" fmla="*/ 333280 w 514350"/>
                <a:gd name="connsiteY630" fmla="*/ 354902 h 809625"/>
                <a:gd name="connsiteX631" fmla="*/ 335185 w 514350"/>
                <a:gd name="connsiteY631" fmla="*/ 356521 h 809625"/>
                <a:gd name="connsiteX632" fmla="*/ 335661 w 514350"/>
                <a:gd name="connsiteY632" fmla="*/ 356711 h 809625"/>
                <a:gd name="connsiteX633" fmla="*/ 336137 w 514350"/>
                <a:gd name="connsiteY633" fmla="*/ 356616 h 809625"/>
                <a:gd name="connsiteX634" fmla="*/ 336518 w 514350"/>
                <a:gd name="connsiteY634" fmla="*/ 355759 h 809625"/>
                <a:gd name="connsiteX635" fmla="*/ 336709 w 514350"/>
                <a:gd name="connsiteY635" fmla="*/ 354235 h 809625"/>
                <a:gd name="connsiteX636" fmla="*/ 336614 w 514350"/>
                <a:gd name="connsiteY636" fmla="*/ 348901 h 809625"/>
                <a:gd name="connsiteX637" fmla="*/ 335471 w 514350"/>
                <a:gd name="connsiteY637" fmla="*/ 343567 h 809625"/>
                <a:gd name="connsiteX638" fmla="*/ 335566 w 514350"/>
                <a:gd name="connsiteY638" fmla="*/ 342900 h 809625"/>
                <a:gd name="connsiteX639" fmla="*/ 335661 w 514350"/>
                <a:gd name="connsiteY639" fmla="*/ 342329 h 809625"/>
                <a:gd name="connsiteX640" fmla="*/ 335947 w 514350"/>
                <a:gd name="connsiteY640" fmla="*/ 341376 h 809625"/>
                <a:gd name="connsiteX641" fmla="*/ 336804 w 514350"/>
                <a:gd name="connsiteY641" fmla="*/ 339852 h 809625"/>
                <a:gd name="connsiteX642" fmla="*/ 337757 w 514350"/>
                <a:gd name="connsiteY642" fmla="*/ 338804 h 809625"/>
                <a:gd name="connsiteX643" fmla="*/ 338900 w 514350"/>
                <a:gd name="connsiteY643" fmla="*/ 338042 h 809625"/>
                <a:gd name="connsiteX644" fmla="*/ 340043 w 514350"/>
                <a:gd name="connsiteY644" fmla="*/ 337756 h 809625"/>
                <a:gd name="connsiteX645" fmla="*/ 341090 w 514350"/>
                <a:gd name="connsiteY645" fmla="*/ 337756 h 809625"/>
                <a:gd name="connsiteX646" fmla="*/ 342138 w 514350"/>
                <a:gd name="connsiteY646" fmla="*/ 338042 h 809625"/>
                <a:gd name="connsiteX647" fmla="*/ 343281 w 514350"/>
                <a:gd name="connsiteY647" fmla="*/ 338519 h 809625"/>
                <a:gd name="connsiteX648" fmla="*/ 344424 w 514350"/>
                <a:gd name="connsiteY648" fmla="*/ 338804 h 809625"/>
                <a:gd name="connsiteX649" fmla="*/ 345186 w 514350"/>
                <a:gd name="connsiteY649" fmla="*/ 338328 h 809625"/>
                <a:gd name="connsiteX650" fmla="*/ 345377 w 514350"/>
                <a:gd name="connsiteY650" fmla="*/ 337185 h 809625"/>
                <a:gd name="connsiteX651" fmla="*/ 344424 w 514350"/>
                <a:gd name="connsiteY651" fmla="*/ 334423 h 809625"/>
                <a:gd name="connsiteX652" fmla="*/ 342900 w 514350"/>
                <a:gd name="connsiteY652" fmla="*/ 331756 h 809625"/>
                <a:gd name="connsiteX653" fmla="*/ 341471 w 514350"/>
                <a:gd name="connsiteY653" fmla="*/ 328803 h 809625"/>
                <a:gd name="connsiteX654" fmla="*/ 340900 w 514350"/>
                <a:gd name="connsiteY654" fmla="*/ 328327 h 809625"/>
                <a:gd name="connsiteX655" fmla="*/ 340424 w 514350"/>
                <a:gd name="connsiteY655" fmla="*/ 328041 h 809625"/>
                <a:gd name="connsiteX656" fmla="*/ 339757 w 514350"/>
                <a:gd name="connsiteY656" fmla="*/ 327850 h 809625"/>
                <a:gd name="connsiteX657" fmla="*/ 339090 w 514350"/>
                <a:gd name="connsiteY657" fmla="*/ 327374 h 809625"/>
                <a:gd name="connsiteX658" fmla="*/ 338709 w 514350"/>
                <a:gd name="connsiteY658" fmla="*/ 325946 h 809625"/>
                <a:gd name="connsiteX659" fmla="*/ 338423 w 514350"/>
                <a:gd name="connsiteY659" fmla="*/ 323469 h 809625"/>
                <a:gd name="connsiteX660" fmla="*/ 339090 w 514350"/>
                <a:gd name="connsiteY660" fmla="*/ 318325 h 809625"/>
                <a:gd name="connsiteX661" fmla="*/ 339090 w 514350"/>
                <a:gd name="connsiteY661" fmla="*/ 315373 h 809625"/>
                <a:gd name="connsiteX662" fmla="*/ 339662 w 514350"/>
                <a:gd name="connsiteY662" fmla="*/ 314134 h 809625"/>
                <a:gd name="connsiteX663" fmla="*/ 339471 w 514350"/>
                <a:gd name="connsiteY663" fmla="*/ 312420 h 809625"/>
                <a:gd name="connsiteX664" fmla="*/ 344043 w 514350"/>
                <a:gd name="connsiteY664" fmla="*/ 306705 h 809625"/>
                <a:gd name="connsiteX665" fmla="*/ 352139 w 514350"/>
                <a:gd name="connsiteY665" fmla="*/ 301942 h 809625"/>
                <a:gd name="connsiteX666" fmla="*/ 354330 w 514350"/>
                <a:gd name="connsiteY666" fmla="*/ 301180 h 809625"/>
                <a:gd name="connsiteX667" fmla="*/ 361664 w 514350"/>
                <a:gd name="connsiteY667" fmla="*/ 300133 h 809625"/>
                <a:gd name="connsiteX668" fmla="*/ 362712 w 514350"/>
                <a:gd name="connsiteY668" fmla="*/ 300323 h 809625"/>
                <a:gd name="connsiteX669" fmla="*/ 364712 w 514350"/>
                <a:gd name="connsiteY669" fmla="*/ 301371 h 809625"/>
                <a:gd name="connsiteX670" fmla="*/ 365950 w 514350"/>
                <a:gd name="connsiteY670" fmla="*/ 301847 h 809625"/>
                <a:gd name="connsiteX671" fmla="*/ 370904 w 514350"/>
                <a:gd name="connsiteY671" fmla="*/ 302419 h 809625"/>
                <a:gd name="connsiteX672" fmla="*/ 385000 w 514350"/>
                <a:gd name="connsiteY672" fmla="*/ 302514 h 809625"/>
                <a:gd name="connsiteX673" fmla="*/ 385477 w 514350"/>
                <a:gd name="connsiteY673" fmla="*/ 302705 h 809625"/>
                <a:gd name="connsiteX674" fmla="*/ 387096 w 514350"/>
                <a:gd name="connsiteY674" fmla="*/ 302895 h 809625"/>
                <a:gd name="connsiteX675" fmla="*/ 388239 w 514350"/>
                <a:gd name="connsiteY675" fmla="*/ 301276 h 809625"/>
                <a:gd name="connsiteX676" fmla="*/ 390239 w 514350"/>
                <a:gd name="connsiteY676" fmla="*/ 299275 h 809625"/>
                <a:gd name="connsiteX677" fmla="*/ 390906 w 514350"/>
                <a:gd name="connsiteY677" fmla="*/ 298037 h 809625"/>
                <a:gd name="connsiteX678" fmla="*/ 391382 w 514350"/>
                <a:gd name="connsiteY678" fmla="*/ 296989 h 809625"/>
                <a:gd name="connsiteX679" fmla="*/ 391001 w 514350"/>
                <a:gd name="connsiteY679" fmla="*/ 291751 h 809625"/>
                <a:gd name="connsiteX680" fmla="*/ 391097 w 514350"/>
                <a:gd name="connsiteY680" fmla="*/ 288988 h 809625"/>
                <a:gd name="connsiteX681" fmla="*/ 391478 w 514350"/>
                <a:gd name="connsiteY681" fmla="*/ 286131 h 809625"/>
                <a:gd name="connsiteX682" fmla="*/ 391478 w 514350"/>
                <a:gd name="connsiteY682" fmla="*/ 283940 h 809625"/>
                <a:gd name="connsiteX683" fmla="*/ 390811 w 514350"/>
                <a:gd name="connsiteY683" fmla="*/ 277558 h 809625"/>
                <a:gd name="connsiteX684" fmla="*/ 391001 w 514350"/>
                <a:gd name="connsiteY684" fmla="*/ 275177 h 809625"/>
                <a:gd name="connsiteX685" fmla="*/ 391382 w 514350"/>
                <a:gd name="connsiteY685" fmla="*/ 273272 h 809625"/>
                <a:gd name="connsiteX686" fmla="*/ 391859 w 514350"/>
                <a:gd name="connsiteY686" fmla="*/ 272034 h 809625"/>
                <a:gd name="connsiteX687" fmla="*/ 392144 w 514350"/>
                <a:gd name="connsiteY687" fmla="*/ 270510 h 809625"/>
                <a:gd name="connsiteX688" fmla="*/ 391954 w 514350"/>
                <a:gd name="connsiteY688" fmla="*/ 267176 h 809625"/>
                <a:gd name="connsiteX689" fmla="*/ 392144 w 514350"/>
                <a:gd name="connsiteY689" fmla="*/ 265843 h 809625"/>
                <a:gd name="connsiteX690" fmla="*/ 392811 w 514350"/>
                <a:gd name="connsiteY690" fmla="*/ 264795 h 809625"/>
                <a:gd name="connsiteX691" fmla="*/ 393383 w 514350"/>
                <a:gd name="connsiteY691" fmla="*/ 264223 h 809625"/>
                <a:gd name="connsiteX692" fmla="*/ 396812 w 514350"/>
                <a:gd name="connsiteY692" fmla="*/ 262128 h 809625"/>
                <a:gd name="connsiteX693" fmla="*/ 397859 w 514350"/>
                <a:gd name="connsiteY693" fmla="*/ 261271 h 809625"/>
                <a:gd name="connsiteX694" fmla="*/ 398621 w 514350"/>
                <a:gd name="connsiteY694" fmla="*/ 260318 h 809625"/>
                <a:gd name="connsiteX695" fmla="*/ 399193 w 514350"/>
                <a:gd name="connsiteY695" fmla="*/ 259080 h 809625"/>
                <a:gd name="connsiteX696" fmla="*/ 399288 w 514350"/>
                <a:gd name="connsiteY696" fmla="*/ 257365 h 809625"/>
                <a:gd name="connsiteX697" fmla="*/ 398717 w 514350"/>
                <a:gd name="connsiteY697" fmla="*/ 256032 h 809625"/>
                <a:gd name="connsiteX698" fmla="*/ 397669 w 514350"/>
                <a:gd name="connsiteY698" fmla="*/ 255175 h 809625"/>
                <a:gd name="connsiteX699" fmla="*/ 397097 w 514350"/>
                <a:gd name="connsiteY699" fmla="*/ 253937 h 809625"/>
                <a:gd name="connsiteX700" fmla="*/ 392430 w 514350"/>
                <a:gd name="connsiteY700" fmla="*/ 251841 h 809625"/>
                <a:gd name="connsiteX701" fmla="*/ 390144 w 514350"/>
                <a:gd name="connsiteY701" fmla="*/ 251460 h 809625"/>
                <a:gd name="connsiteX702" fmla="*/ 382905 w 514350"/>
                <a:gd name="connsiteY702" fmla="*/ 251650 h 809625"/>
                <a:gd name="connsiteX703" fmla="*/ 381000 w 514350"/>
                <a:gd name="connsiteY703" fmla="*/ 251460 h 809625"/>
                <a:gd name="connsiteX704" fmla="*/ 369475 w 514350"/>
                <a:gd name="connsiteY704" fmla="*/ 248412 h 809625"/>
                <a:gd name="connsiteX705" fmla="*/ 368427 w 514350"/>
                <a:gd name="connsiteY705" fmla="*/ 247364 h 809625"/>
                <a:gd name="connsiteX706" fmla="*/ 365284 w 514350"/>
                <a:gd name="connsiteY706" fmla="*/ 243269 h 809625"/>
                <a:gd name="connsiteX707" fmla="*/ 365570 w 514350"/>
                <a:gd name="connsiteY707" fmla="*/ 242602 h 809625"/>
                <a:gd name="connsiteX708" fmla="*/ 367094 w 514350"/>
                <a:gd name="connsiteY708" fmla="*/ 241363 h 809625"/>
                <a:gd name="connsiteX709" fmla="*/ 371475 w 514350"/>
                <a:gd name="connsiteY709" fmla="*/ 238887 h 809625"/>
                <a:gd name="connsiteX710" fmla="*/ 375380 w 514350"/>
                <a:gd name="connsiteY710" fmla="*/ 235934 h 809625"/>
                <a:gd name="connsiteX711" fmla="*/ 378333 w 514350"/>
                <a:gd name="connsiteY711" fmla="*/ 234220 h 809625"/>
                <a:gd name="connsiteX712" fmla="*/ 379190 w 514350"/>
                <a:gd name="connsiteY712" fmla="*/ 233267 h 809625"/>
                <a:gd name="connsiteX713" fmla="*/ 379762 w 514350"/>
                <a:gd name="connsiteY713" fmla="*/ 232029 h 809625"/>
                <a:gd name="connsiteX714" fmla="*/ 379857 w 514350"/>
                <a:gd name="connsiteY714" fmla="*/ 230410 h 809625"/>
                <a:gd name="connsiteX715" fmla="*/ 380524 w 514350"/>
                <a:gd name="connsiteY715" fmla="*/ 229267 h 809625"/>
                <a:gd name="connsiteX716" fmla="*/ 381381 w 514350"/>
                <a:gd name="connsiteY716" fmla="*/ 228600 h 809625"/>
                <a:gd name="connsiteX717" fmla="*/ 383762 w 514350"/>
                <a:gd name="connsiteY717" fmla="*/ 227552 h 809625"/>
                <a:gd name="connsiteX718" fmla="*/ 384810 w 514350"/>
                <a:gd name="connsiteY718" fmla="*/ 226886 h 809625"/>
                <a:gd name="connsiteX719" fmla="*/ 385382 w 514350"/>
                <a:gd name="connsiteY719" fmla="*/ 225933 h 809625"/>
                <a:gd name="connsiteX720" fmla="*/ 385763 w 514350"/>
                <a:gd name="connsiteY720" fmla="*/ 224504 h 809625"/>
                <a:gd name="connsiteX721" fmla="*/ 386239 w 514350"/>
                <a:gd name="connsiteY721" fmla="*/ 222504 h 809625"/>
                <a:gd name="connsiteX722" fmla="*/ 386810 w 514350"/>
                <a:gd name="connsiteY722" fmla="*/ 221171 h 809625"/>
                <a:gd name="connsiteX723" fmla="*/ 387001 w 514350"/>
                <a:gd name="connsiteY723" fmla="*/ 220218 h 809625"/>
                <a:gd name="connsiteX724" fmla="*/ 386906 w 514350"/>
                <a:gd name="connsiteY724" fmla="*/ 219646 h 809625"/>
                <a:gd name="connsiteX725" fmla="*/ 386144 w 514350"/>
                <a:gd name="connsiteY725" fmla="*/ 219075 h 809625"/>
                <a:gd name="connsiteX726" fmla="*/ 385382 w 514350"/>
                <a:gd name="connsiteY726" fmla="*/ 218884 h 809625"/>
                <a:gd name="connsiteX727" fmla="*/ 384524 w 514350"/>
                <a:gd name="connsiteY727" fmla="*/ 219075 h 809625"/>
                <a:gd name="connsiteX728" fmla="*/ 383286 w 514350"/>
                <a:gd name="connsiteY728" fmla="*/ 219456 h 809625"/>
                <a:gd name="connsiteX729" fmla="*/ 383000 w 514350"/>
                <a:gd name="connsiteY729" fmla="*/ 219361 h 809625"/>
                <a:gd name="connsiteX730" fmla="*/ 383000 w 514350"/>
                <a:gd name="connsiteY730" fmla="*/ 218789 h 809625"/>
                <a:gd name="connsiteX731" fmla="*/ 383667 w 514350"/>
                <a:gd name="connsiteY731" fmla="*/ 217456 h 809625"/>
                <a:gd name="connsiteX732" fmla="*/ 384524 w 514350"/>
                <a:gd name="connsiteY732" fmla="*/ 216598 h 809625"/>
                <a:gd name="connsiteX733" fmla="*/ 386429 w 514350"/>
                <a:gd name="connsiteY733" fmla="*/ 214979 h 809625"/>
                <a:gd name="connsiteX734" fmla="*/ 386906 w 514350"/>
                <a:gd name="connsiteY734" fmla="*/ 214313 h 809625"/>
                <a:gd name="connsiteX735" fmla="*/ 386810 w 514350"/>
                <a:gd name="connsiteY735" fmla="*/ 213550 h 809625"/>
                <a:gd name="connsiteX736" fmla="*/ 385763 w 514350"/>
                <a:gd name="connsiteY736" fmla="*/ 212407 h 809625"/>
                <a:gd name="connsiteX737" fmla="*/ 383477 w 514350"/>
                <a:gd name="connsiteY737" fmla="*/ 210979 h 809625"/>
                <a:gd name="connsiteX738" fmla="*/ 383000 w 514350"/>
                <a:gd name="connsiteY738" fmla="*/ 210598 h 809625"/>
                <a:gd name="connsiteX739" fmla="*/ 382810 w 514350"/>
                <a:gd name="connsiteY739" fmla="*/ 209931 h 809625"/>
                <a:gd name="connsiteX740" fmla="*/ 382810 w 514350"/>
                <a:gd name="connsiteY740" fmla="*/ 208502 h 809625"/>
                <a:gd name="connsiteX741" fmla="*/ 383381 w 514350"/>
                <a:gd name="connsiteY741" fmla="*/ 203549 h 809625"/>
                <a:gd name="connsiteX742" fmla="*/ 383858 w 514350"/>
                <a:gd name="connsiteY742" fmla="*/ 202311 h 809625"/>
                <a:gd name="connsiteX743" fmla="*/ 384524 w 514350"/>
                <a:gd name="connsiteY743" fmla="*/ 201644 h 809625"/>
                <a:gd name="connsiteX744" fmla="*/ 385382 w 514350"/>
                <a:gd name="connsiteY744" fmla="*/ 201073 h 809625"/>
                <a:gd name="connsiteX745" fmla="*/ 385667 w 514350"/>
                <a:gd name="connsiteY745" fmla="*/ 199549 h 809625"/>
                <a:gd name="connsiteX746" fmla="*/ 385572 w 514350"/>
                <a:gd name="connsiteY746" fmla="*/ 184785 h 809625"/>
                <a:gd name="connsiteX747" fmla="*/ 385858 w 514350"/>
                <a:gd name="connsiteY747" fmla="*/ 182404 h 809625"/>
                <a:gd name="connsiteX748" fmla="*/ 386525 w 514350"/>
                <a:gd name="connsiteY748" fmla="*/ 180022 h 809625"/>
                <a:gd name="connsiteX749" fmla="*/ 387572 w 514350"/>
                <a:gd name="connsiteY749" fmla="*/ 177832 h 809625"/>
                <a:gd name="connsiteX750" fmla="*/ 389096 w 514350"/>
                <a:gd name="connsiteY750" fmla="*/ 175546 h 809625"/>
                <a:gd name="connsiteX751" fmla="*/ 389477 w 514350"/>
                <a:gd name="connsiteY751" fmla="*/ 173831 h 809625"/>
                <a:gd name="connsiteX752" fmla="*/ 389192 w 514350"/>
                <a:gd name="connsiteY752" fmla="*/ 171831 h 809625"/>
                <a:gd name="connsiteX753" fmla="*/ 386429 w 514350"/>
                <a:gd name="connsiteY753" fmla="*/ 167164 h 809625"/>
                <a:gd name="connsiteX754" fmla="*/ 385572 w 514350"/>
                <a:gd name="connsiteY754" fmla="*/ 165259 h 809625"/>
                <a:gd name="connsiteX755" fmla="*/ 385000 w 514350"/>
                <a:gd name="connsiteY755" fmla="*/ 160496 h 809625"/>
                <a:gd name="connsiteX756" fmla="*/ 384620 w 514350"/>
                <a:gd name="connsiteY756" fmla="*/ 159734 h 809625"/>
                <a:gd name="connsiteX757" fmla="*/ 383477 w 514350"/>
                <a:gd name="connsiteY757" fmla="*/ 158972 h 809625"/>
                <a:gd name="connsiteX758" fmla="*/ 382429 w 514350"/>
                <a:gd name="connsiteY758" fmla="*/ 158496 h 809625"/>
                <a:gd name="connsiteX759" fmla="*/ 380238 w 514350"/>
                <a:gd name="connsiteY759" fmla="*/ 157924 h 809625"/>
                <a:gd name="connsiteX760" fmla="*/ 379190 w 514350"/>
                <a:gd name="connsiteY760" fmla="*/ 157448 h 809625"/>
                <a:gd name="connsiteX761" fmla="*/ 378238 w 514350"/>
                <a:gd name="connsiteY761" fmla="*/ 156496 h 809625"/>
                <a:gd name="connsiteX762" fmla="*/ 377857 w 514350"/>
                <a:gd name="connsiteY762" fmla="*/ 155162 h 809625"/>
                <a:gd name="connsiteX763" fmla="*/ 377666 w 514350"/>
                <a:gd name="connsiteY763" fmla="*/ 153543 h 809625"/>
                <a:gd name="connsiteX764" fmla="*/ 378714 w 514350"/>
                <a:gd name="connsiteY764" fmla="*/ 150114 h 809625"/>
                <a:gd name="connsiteX765" fmla="*/ 392811 w 514350"/>
                <a:gd name="connsiteY765" fmla="*/ 131731 h 809625"/>
                <a:gd name="connsiteX766" fmla="*/ 394145 w 514350"/>
                <a:gd name="connsiteY766" fmla="*/ 129064 h 809625"/>
                <a:gd name="connsiteX767" fmla="*/ 395097 w 514350"/>
                <a:gd name="connsiteY767" fmla="*/ 126302 h 809625"/>
                <a:gd name="connsiteX768" fmla="*/ 396145 w 514350"/>
                <a:gd name="connsiteY768" fmla="*/ 124968 h 809625"/>
                <a:gd name="connsiteX769" fmla="*/ 397383 w 514350"/>
                <a:gd name="connsiteY769" fmla="*/ 124396 h 809625"/>
                <a:gd name="connsiteX770" fmla="*/ 398812 w 514350"/>
                <a:gd name="connsiteY770" fmla="*/ 124301 h 809625"/>
                <a:gd name="connsiteX771" fmla="*/ 400241 w 514350"/>
                <a:gd name="connsiteY771" fmla="*/ 124015 h 809625"/>
                <a:gd name="connsiteX772" fmla="*/ 401384 w 514350"/>
                <a:gd name="connsiteY772" fmla="*/ 123158 h 809625"/>
                <a:gd name="connsiteX773" fmla="*/ 402241 w 514350"/>
                <a:gd name="connsiteY773" fmla="*/ 121920 h 809625"/>
                <a:gd name="connsiteX774" fmla="*/ 402622 w 514350"/>
                <a:gd name="connsiteY774" fmla="*/ 119920 h 809625"/>
                <a:gd name="connsiteX775" fmla="*/ 403574 w 514350"/>
                <a:gd name="connsiteY775" fmla="*/ 118777 h 809625"/>
                <a:gd name="connsiteX776" fmla="*/ 404717 w 514350"/>
                <a:gd name="connsiteY776" fmla="*/ 118110 h 809625"/>
                <a:gd name="connsiteX777" fmla="*/ 410337 w 514350"/>
                <a:gd name="connsiteY777" fmla="*/ 116872 h 809625"/>
                <a:gd name="connsiteX778" fmla="*/ 410718 w 514350"/>
                <a:gd name="connsiteY778" fmla="*/ 116681 h 809625"/>
                <a:gd name="connsiteX779" fmla="*/ 410909 w 514350"/>
                <a:gd name="connsiteY779" fmla="*/ 116491 h 809625"/>
                <a:gd name="connsiteX780" fmla="*/ 414242 w 514350"/>
                <a:gd name="connsiteY780" fmla="*/ 109919 h 809625"/>
                <a:gd name="connsiteX781" fmla="*/ 414719 w 514350"/>
                <a:gd name="connsiteY781" fmla="*/ 108395 h 809625"/>
                <a:gd name="connsiteX782" fmla="*/ 414338 w 514350"/>
                <a:gd name="connsiteY782" fmla="*/ 107537 h 809625"/>
                <a:gd name="connsiteX783" fmla="*/ 413385 w 514350"/>
                <a:gd name="connsiteY783" fmla="*/ 107252 h 809625"/>
                <a:gd name="connsiteX784" fmla="*/ 411099 w 514350"/>
                <a:gd name="connsiteY784" fmla="*/ 107823 h 809625"/>
                <a:gd name="connsiteX785" fmla="*/ 409670 w 514350"/>
                <a:gd name="connsiteY785" fmla="*/ 108585 h 809625"/>
                <a:gd name="connsiteX786" fmla="*/ 407099 w 514350"/>
                <a:gd name="connsiteY786" fmla="*/ 110109 h 809625"/>
                <a:gd name="connsiteX787" fmla="*/ 405765 w 514350"/>
                <a:gd name="connsiteY787" fmla="*/ 110680 h 809625"/>
                <a:gd name="connsiteX788" fmla="*/ 404717 w 514350"/>
                <a:gd name="connsiteY788" fmla="*/ 110871 h 809625"/>
                <a:gd name="connsiteX789" fmla="*/ 403955 w 514350"/>
                <a:gd name="connsiteY789" fmla="*/ 110490 h 809625"/>
                <a:gd name="connsiteX790" fmla="*/ 403479 w 514350"/>
                <a:gd name="connsiteY790" fmla="*/ 110014 h 809625"/>
                <a:gd name="connsiteX791" fmla="*/ 402717 w 514350"/>
                <a:gd name="connsiteY791" fmla="*/ 106966 h 809625"/>
                <a:gd name="connsiteX792" fmla="*/ 398907 w 514350"/>
                <a:gd name="connsiteY792" fmla="*/ 107537 h 809625"/>
                <a:gd name="connsiteX793" fmla="*/ 397383 w 514350"/>
                <a:gd name="connsiteY793" fmla="*/ 107632 h 809625"/>
                <a:gd name="connsiteX794" fmla="*/ 395002 w 514350"/>
                <a:gd name="connsiteY794" fmla="*/ 107252 h 809625"/>
                <a:gd name="connsiteX795" fmla="*/ 393668 w 514350"/>
                <a:gd name="connsiteY795" fmla="*/ 107347 h 809625"/>
                <a:gd name="connsiteX796" fmla="*/ 392430 w 514350"/>
                <a:gd name="connsiteY796" fmla="*/ 107156 h 809625"/>
                <a:gd name="connsiteX797" fmla="*/ 391478 w 514350"/>
                <a:gd name="connsiteY797" fmla="*/ 106680 h 809625"/>
                <a:gd name="connsiteX798" fmla="*/ 389763 w 514350"/>
                <a:gd name="connsiteY798" fmla="*/ 105442 h 809625"/>
                <a:gd name="connsiteX799" fmla="*/ 388239 w 514350"/>
                <a:gd name="connsiteY799" fmla="*/ 104584 h 809625"/>
                <a:gd name="connsiteX800" fmla="*/ 384334 w 514350"/>
                <a:gd name="connsiteY800" fmla="*/ 102965 h 809625"/>
                <a:gd name="connsiteX801" fmla="*/ 383000 w 514350"/>
                <a:gd name="connsiteY801" fmla="*/ 100679 h 809625"/>
                <a:gd name="connsiteX802" fmla="*/ 384429 w 514350"/>
                <a:gd name="connsiteY802" fmla="*/ 98107 h 809625"/>
                <a:gd name="connsiteX803" fmla="*/ 387763 w 514350"/>
                <a:gd name="connsiteY803" fmla="*/ 93631 h 809625"/>
                <a:gd name="connsiteX804" fmla="*/ 389001 w 514350"/>
                <a:gd name="connsiteY804" fmla="*/ 90678 h 809625"/>
                <a:gd name="connsiteX805" fmla="*/ 389858 w 514350"/>
                <a:gd name="connsiteY805" fmla="*/ 89916 h 809625"/>
                <a:gd name="connsiteX806" fmla="*/ 391001 w 514350"/>
                <a:gd name="connsiteY806" fmla="*/ 89154 h 809625"/>
                <a:gd name="connsiteX807" fmla="*/ 395097 w 514350"/>
                <a:gd name="connsiteY807" fmla="*/ 87439 h 809625"/>
                <a:gd name="connsiteX808" fmla="*/ 396145 w 514350"/>
                <a:gd name="connsiteY808" fmla="*/ 86773 h 809625"/>
                <a:gd name="connsiteX809" fmla="*/ 396812 w 514350"/>
                <a:gd name="connsiteY809" fmla="*/ 85820 h 809625"/>
                <a:gd name="connsiteX810" fmla="*/ 397097 w 514350"/>
                <a:gd name="connsiteY810" fmla="*/ 84677 h 809625"/>
                <a:gd name="connsiteX811" fmla="*/ 396812 w 514350"/>
                <a:gd name="connsiteY811" fmla="*/ 82963 h 809625"/>
                <a:gd name="connsiteX812" fmla="*/ 396240 w 514350"/>
                <a:gd name="connsiteY812" fmla="*/ 81820 h 809625"/>
                <a:gd name="connsiteX813" fmla="*/ 395478 w 514350"/>
                <a:gd name="connsiteY813" fmla="*/ 80963 h 809625"/>
                <a:gd name="connsiteX814" fmla="*/ 393954 w 514350"/>
                <a:gd name="connsiteY814" fmla="*/ 79629 h 809625"/>
                <a:gd name="connsiteX815" fmla="*/ 393478 w 514350"/>
                <a:gd name="connsiteY815" fmla="*/ 79057 h 809625"/>
                <a:gd name="connsiteX816" fmla="*/ 393287 w 514350"/>
                <a:gd name="connsiteY816" fmla="*/ 78772 h 809625"/>
                <a:gd name="connsiteX817" fmla="*/ 393287 w 514350"/>
                <a:gd name="connsiteY817" fmla="*/ 78296 h 809625"/>
                <a:gd name="connsiteX818" fmla="*/ 393478 w 514350"/>
                <a:gd name="connsiteY818" fmla="*/ 77533 h 809625"/>
                <a:gd name="connsiteX819" fmla="*/ 394145 w 514350"/>
                <a:gd name="connsiteY819" fmla="*/ 76009 h 809625"/>
                <a:gd name="connsiteX820" fmla="*/ 395097 w 514350"/>
                <a:gd name="connsiteY820" fmla="*/ 74676 h 809625"/>
                <a:gd name="connsiteX821" fmla="*/ 395954 w 514350"/>
                <a:gd name="connsiteY821" fmla="*/ 73914 h 809625"/>
                <a:gd name="connsiteX822" fmla="*/ 396716 w 514350"/>
                <a:gd name="connsiteY822" fmla="*/ 73533 h 809625"/>
                <a:gd name="connsiteX823" fmla="*/ 397859 w 514350"/>
                <a:gd name="connsiteY823" fmla="*/ 73152 h 809625"/>
                <a:gd name="connsiteX824" fmla="*/ 399002 w 514350"/>
                <a:gd name="connsiteY824" fmla="*/ 72580 h 809625"/>
                <a:gd name="connsiteX825" fmla="*/ 400050 w 514350"/>
                <a:gd name="connsiteY825" fmla="*/ 71723 h 809625"/>
                <a:gd name="connsiteX826" fmla="*/ 407099 w 514350"/>
                <a:gd name="connsiteY826" fmla="*/ 64961 h 809625"/>
                <a:gd name="connsiteX827" fmla="*/ 407575 w 514350"/>
                <a:gd name="connsiteY827" fmla="*/ 64198 h 809625"/>
                <a:gd name="connsiteX828" fmla="*/ 407861 w 514350"/>
                <a:gd name="connsiteY828" fmla="*/ 62960 h 809625"/>
                <a:gd name="connsiteX829" fmla="*/ 407765 w 514350"/>
                <a:gd name="connsiteY829" fmla="*/ 61150 h 809625"/>
                <a:gd name="connsiteX830" fmla="*/ 407194 w 514350"/>
                <a:gd name="connsiteY830" fmla="*/ 57531 h 809625"/>
                <a:gd name="connsiteX831" fmla="*/ 406051 w 514350"/>
                <a:gd name="connsiteY831" fmla="*/ 53912 h 809625"/>
                <a:gd name="connsiteX832" fmla="*/ 405194 w 514350"/>
                <a:gd name="connsiteY832" fmla="*/ 51911 h 809625"/>
                <a:gd name="connsiteX833" fmla="*/ 404146 w 514350"/>
                <a:gd name="connsiteY833" fmla="*/ 50578 h 809625"/>
                <a:gd name="connsiteX834" fmla="*/ 400526 w 514350"/>
                <a:gd name="connsiteY834" fmla="*/ 47339 h 809625"/>
                <a:gd name="connsiteX835" fmla="*/ 400050 w 514350"/>
                <a:gd name="connsiteY835" fmla="*/ 46482 h 809625"/>
                <a:gd name="connsiteX836" fmla="*/ 399860 w 514350"/>
                <a:gd name="connsiteY836" fmla="*/ 45529 h 809625"/>
                <a:gd name="connsiteX837" fmla="*/ 400241 w 514350"/>
                <a:gd name="connsiteY837" fmla="*/ 44387 h 809625"/>
                <a:gd name="connsiteX838" fmla="*/ 400812 w 514350"/>
                <a:gd name="connsiteY838" fmla="*/ 43720 h 809625"/>
                <a:gd name="connsiteX839" fmla="*/ 401574 w 514350"/>
                <a:gd name="connsiteY839" fmla="*/ 43339 h 809625"/>
                <a:gd name="connsiteX840" fmla="*/ 403098 w 514350"/>
                <a:gd name="connsiteY840" fmla="*/ 43053 h 809625"/>
                <a:gd name="connsiteX841" fmla="*/ 403765 w 514350"/>
                <a:gd name="connsiteY841" fmla="*/ 42863 h 809625"/>
                <a:gd name="connsiteX842" fmla="*/ 404336 w 514350"/>
                <a:gd name="connsiteY842" fmla="*/ 42481 h 809625"/>
                <a:gd name="connsiteX843" fmla="*/ 404813 w 514350"/>
                <a:gd name="connsiteY843" fmla="*/ 42005 h 809625"/>
                <a:gd name="connsiteX844" fmla="*/ 404908 w 514350"/>
                <a:gd name="connsiteY844" fmla="*/ 40767 h 809625"/>
                <a:gd name="connsiteX845" fmla="*/ 403670 w 514350"/>
                <a:gd name="connsiteY845" fmla="*/ 34671 h 809625"/>
                <a:gd name="connsiteX846" fmla="*/ 401288 w 514350"/>
                <a:gd name="connsiteY846" fmla="*/ 28861 h 809625"/>
                <a:gd name="connsiteX847" fmla="*/ 401098 w 514350"/>
                <a:gd name="connsiteY847" fmla="*/ 27622 h 809625"/>
                <a:gd name="connsiteX848" fmla="*/ 401384 w 514350"/>
                <a:gd name="connsiteY848" fmla="*/ 25717 h 809625"/>
                <a:gd name="connsiteX849" fmla="*/ 401955 w 514350"/>
                <a:gd name="connsiteY849" fmla="*/ 24194 h 809625"/>
                <a:gd name="connsiteX850" fmla="*/ 402717 w 514350"/>
                <a:gd name="connsiteY850" fmla="*/ 22670 h 809625"/>
                <a:gd name="connsiteX851" fmla="*/ 402908 w 514350"/>
                <a:gd name="connsiteY851" fmla="*/ 21431 h 809625"/>
                <a:gd name="connsiteX852" fmla="*/ 402812 w 514350"/>
                <a:gd name="connsiteY852" fmla="*/ 20574 h 809625"/>
                <a:gd name="connsiteX853" fmla="*/ 399098 w 514350"/>
                <a:gd name="connsiteY853" fmla="*/ 18574 h 809625"/>
                <a:gd name="connsiteX854" fmla="*/ 394240 w 514350"/>
                <a:gd name="connsiteY854" fmla="*/ 17812 h 809625"/>
                <a:gd name="connsiteX855" fmla="*/ 393573 w 514350"/>
                <a:gd name="connsiteY855" fmla="*/ 18002 h 809625"/>
                <a:gd name="connsiteX856" fmla="*/ 392430 w 514350"/>
                <a:gd name="connsiteY856" fmla="*/ 18479 h 809625"/>
                <a:gd name="connsiteX857" fmla="*/ 390525 w 514350"/>
                <a:gd name="connsiteY857" fmla="*/ 20479 h 809625"/>
                <a:gd name="connsiteX858" fmla="*/ 388811 w 514350"/>
                <a:gd name="connsiteY858" fmla="*/ 21717 h 809625"/>
                <a:gd name="connsiteX859" fmla="*/ 387096 w 514350"/>
                <a:gd name="connsiteY859" fmla="*/ 22003 h 809625"/>
                <a:gd name="connsiteX860" fmla="*/ 386048 w 514350"/>
                <a:gd name="connsiteY860" fmla="*/ 21717 h 809625"/>
                <a:gd name="connsiteX861" fmla="*/ 385382 w 514350"/>
                <a:gd name="connsiteY861" fmla="*/ 20955 h 809625"/>
                <a:gd name="connsiteX862" fmla="*/ 385096 w 514350"/>
                <a:gd name="connsiteY862" fmla="*/ 20098 h 809625"/>
                <a:gd name="connsiteX863" fmla="*/ 384810 w 514350"/>
                <a:gd name="connsiteY863" fmla="*/ 17621 h 809625"/>
                <a:gd name="connsiteX864" fmla="*/ 383953 w 514350"/>
                <a:gd name="connsiteY864" fmla="*/ 16954 h 809625"/>
                <a:gd name="connsiteX865" fmla="*/ 382429 w 514350"/>
                <a:gd name="connsiteY865" fmla="*/ 16192 h 809625"/>
                <a:gd name="connsiteX866" fmla="*/ 378428 w 514350"/>
                <a:gd name="connsiteY866" fmla="*/ 14859 h 809625"/>
                <a:gd name="connsiteX867" fmla="*/ 376619 w 514350"/>
                <a:gd name="connsiteY867" fmla="*/ 14002 h 809625"/>
                <a:gd name="connsiteX868" fmla="*/ 375571 w 514350"/>
                <a:gd name="connsiteY868" fmla="*/ 13240 h 809625"/>
                <a:gd name="connsiteX869" fmla="*/ 375190 w 514350"/>
                <a:gd name="connsiteY869" fmla="*/ 12097 h 809625"/>
                <a:gd name="connsiteX870" fmla="*/ 375095 w 514350"/>
                <a:gd name="connsiteY870" fmla="*/ 10858 h 809625"/>
                <a:gd name="connsiteX871" fmla="*/ 375190 w 514350"/>
                <a:gd name="connsiteY871" fmla="*/ 5334 h 809625"/>
                <a:gd name="connsiteX872" fmla="*/ 374999 w 514350"/>
                <a:gd name="connsiteY872" fmla="*/ 4191 h 809625"/>
                <a:gd name="connsiteX873" fmla="*/ 374428 w 514350"/>
                <a:gd name="connsiteY873" fmla="*/ 3048 h 809625"/>
                <a:gd name="connsiteX874" fmla="*/ 372999 w 514350"/>
                <a:gd name="connsiteY874" fmla="*/ 1429 h 809625"/>
                <a:gd name="connsiteX875" fmla="*/ 371666 w 514350"/>
                <a:gd name="connsiteY875" fmla="*/ 571 h 809625"/>
                <a:gd name="connsiteX876" fmla="*/ 370332 w 514350"/>
                <a:gd name="connsiteY876" fmla="*/ 95 h 809625"/>
                <a:gd name="connsiteX877" fmla="*/ 369094 w 514350"/>
                <a:gd name="connsiteY877" fmla="*/ 0 h 809625"/>
                <a:gd name="connsiteX878" fmla="*/ 368046 w 514350"/>
                <a:gd name="connsiteY878" fmla="*/ 95 h 809625"/>
                <a:gd name="connsiteX879" fmla="*/ 366141 w 514350"/>
                <a:gd name="connsiteY879" fmla="*/ 953 h 809625"/>
                <a:gd name="connsiteX880" fmla="*/ 362426 w 514350"/>
                <a:gd name="connsiteY880" fmla="*/ 6096 h 809625"/>
                <a:gd name="connsiteX881" fmla="*/ 361950 w 514350"/>
                <a:gd name="connsiteY881" fmla="*/ 7429 h 809625"/>
                <a:gd name="connsiteX882" fmla="*/ 361664 w 514350"/>
                <a:gd name="connsiteY882" fmla="*/ 9144 h 809625"/>
                <a:gd name="connsiteX883" fmla="*/ 362331 w 514350"/>
                <a:gd name="connsiteY883" fmla="*/ 12763 h 809625"/>
                <a:gd name="connsiteX884" fmla="*/ 362236 w 514350"/>
                <a:gd name="connsiteY884" fmla="*/ 15430 h 809625"/>
                <a:gd name="connsiteX885" fmla="*/ 361760 w 514350"/>
                <a:gd name="connsiteY885" fmla="*/ 16859 h 809625"/>
                <a:gd name="connsiteX886" fmla="*/ 361093 w 514350"/>
                <a:gd name="connsiteY886" fmla="*/ 17907 h 809625"/>
                <a:gd name="connsiteX887" fmla="*/ 360140 w 514350"/>
                <a:gd name="connsiteY887" fmla="*/ 18288 h 809625"/>
                <a:gd name="connsiteX888" fmla="*/ 359093 w 514350"/>
                <a:gd name="connsiteY888" fmla="*/ 18574 h 809625"/>
                <a:gd name="connsiteX889" fmla="*/ 355949 w 514350"/>
                <a:gd name="connsiteY889" fmla="*/ 19907 h 809625"/>
                <a:gd name="connsiteX890" fmla="*/ 349187 w 514350"/>
                <a:gd name="connsiteY890" fmla="*/ 25146 h 809625"/>
                <a:gd name="connsiteX891" fmla="*/ 347663 w 514350"/>
                <a:gd name="connsiteY891" fmla="*/ 26765 h 809625"/>
                <a:gd name="connsiteX892" fmla="*/ 346805 w 514350"/>
                <a:gd name="connsiteY892" fmla="*/ 28004 h 809625"/>
                <a:gd name="connsiteX893" fmla="*/ 346424 w 514350"/>
                <a:gd name="connsiteY893" fmla="*/ 29337 h 809625"/>
                <a:gd name="connsiteX894" fmla="*/ 346139 w 514350"/>
                <a:gd name="connsiteY894" fmla="*/ 30671 h 809625"/>
                <a:gd name="connsiteX895" fmla="*/ 345662 w 514350"/>
                <a:gd name="connsiteY895" fmla="*/ 32099 h 809625"/>
                <a:gd name="connsiteX896" fmla="*/ 344805 w 514350"/>
                <a:gd name="connsiteY896" fmla="*/ 32766 h 809625"/>
                <a:gd name="connsiteX897" fmla="*/ 343567 w 514350"/>
                <a:gd name="connsiteY897" fmla="*/ 33052 h 809625"/>
                <a:gd name="connsiteX898" fmla="*/ 341281 w 514350"/>
                <a:gd name="connsiteY898" fmla="*/ 32671 h 809625"/>
                <a:gd name="connsiteX899" fmla="*/ 340138 w 514350"/>
                <a:gd name="connsiteY899" fmla="*/ 32671 h 809625"/>
                <a:gd name="connsiteX900" fmla="*/ 338709 w 514350"/>
                <a:gd name="connsiteY900" fmla="*/ 33052 h 809625"/>
                <a:gd name="connsiteX901" fmla="*/ 337375 w 514350"/>
                <a:gd name="connsiteY901" fmla="*/ 33909 h 809625"/>
                <a:gd name="connsiteX902" fmla="*/ 336233 w 514350"/>
                <a:gd name="connsiteY902" fmla="*/ 34290 h 809625"/>
                <a:gd name="connsiteX903" fmla="*/ 335280 w 514350"/>
                <a:gd name="connsiteY903" fmla="*/ 34385 h 809625"/>
                <a:gd name="connsiteX904" fmla="*/ 332137 w 514350"/>
                <a:gd name="connsiteY904" fmla="*/ 33909 h 809625"/>
                <a:gd name="connsiteX905" fmla="*/ 329756 w 514350"/>
                <a:gd name="connsiteY905" fmla="*/ 34099 h 809625"/>
                <a:gd name="connsiteX906" fmla="*/ 325660 w 514350"/>
                <a:gd name="connsiteY906" fmla="*/ 35623 h 809625"/>
                <a:gd name="connsiteX907" fmla="*/ 324041 w 514350"/>
                <a:gd name="connsiteY907" fmla="*/ 36957 h 809625"/>
                <a:gd name="connsiteX908" fmla="*/ 323183 w 514350"/>
                <a:gd name="connsiteY908" fmla="*/ 38481 h 809625"/>
                <a:gd name="connsiteX909" fmla="*/ 323755 w 514350"/>
                <a:gd name="connsiteY909" fmla="*/ 43148 h 809625"/>
                <a:gd name="connsiteX910" fmla="*/ 323755 w 514350"/>
                <a:gd name="connsiteY910" fmla="*/ 44672 h 809625"/>
                <a:gd name="connsiteX911" fmla="*/ 323564 w 514350"/>
                <a:gd name="connsiteY911" fmla="*/ 46291 h 809625"/>
                <a:gd name="connsiteX912" fmla="*/ 322136 w 514350"/>
                <a:gd name="connsiteY912" fmla="*/ 52388 h 809625"/>
                <a:gd name="connsiteX913" fmla="*/ 321945 w 514350"/>
                <a:gd name="connsiteY913" fmla="*/ 53721 h 809625"/>
                <a:gd name="connsiteX914" fmla="*/ 321945 w 514350"/>
                <a:gd name="connsiteY914" fmla="*/ 55626 h 809625"/>
                <a:gd name="connsiteX915" fmla="*/ 322326 w 514350"/>
                <a:gd name="connsiteY915" fmla="*/ 59055 h 809625"/>
                <a:gd name="connsiteX916" fmla="*/ 322040 w 514350"/>
                <a:gd name="connsiteY916" fmla="*/ 61436 h 809625"/>
                <a:gd name="connsiteX917" fmla="*/ 321469 w 514350"/>
                <a:gd name="connsiteY917" fmla="*/ 64008 h 809625"/>
                <a:gd name="connsiteX918" fmla="*/ 319754 w 514350"/>
                <a:gd name="connsiteY918" fmla="*/ 67628 h 809625"/>
                <a:gd name="connsiteX919" fmla="*/ 318421 w 514350"/>
                <a:gd name="connsiteY919" fmla="*/ 69247 h 809625"/>
                <a:gd name="connsiteX920" fmla="*/ 316992 w 514350"/>
                <a:gd name="connsiteY920" fmla="*/ 70009 h 809625"/>
                <a:gd name="connsiteX921" fmla="*/ 315373 w 514350"/>
                <a:gd name="connsiteY921" fmla="*/ 70009 h 809625"/>
                <a:gd name="connsiteX922" fmla="*/ 309182 w 514350"/>
                <a:gd name="connsiteY922" fmla="*/ 68199 h 809625"/>
                <a:gd name="connsiteX923" fmla="*/ 308134 w 514350"/>
                <a:gd name="connsiteY923" fmla="*/ 68008 h 809625"/>
                <a:gd name="connsiteX924" fmla="*/ 307181 w 514350"/>
                <a:gd name="connsiteY924" fmla="*/ 68008 h 809625"/>
                <a:gd name="connsiteX925" fmla="*/ 305657 w 514350"/>
                <a:gd name="connsiteY925" fmla="*/ 68294 h 809625"/>
                <a:gd name="connsiteX926" fmla="*/ 305848 w 514350"/>
                <a:gd name="connsiteY926" fmla="*/ 70866 h 809625"/>
                <a:gd name="connsiteX927" fmla="*/ 307277 w 514350"/>
                <a:gd name="connsiteY927" fmla="*/ 74295 h 809625"/>
                <a:gd name="connsiteX928" fmla="*/ 307467 w 514350"/>
                <a:gd name="connsiteY928" fmla="*/ 75914 h 809625"/>
                <a:gd name="connsiteX929" fmla="*/ 307372 w 514350"/>
                <a:gd name="connsiteY929" fmla="*/ 77057 h 809625"/>
                <a:gd name="connsiteX930" fmla="*/ 306896 w 514350"/>
                <a:gd name="connsiteY930" fmla="*/ 77819 h 809625"/>
                <a:gd name="connsiteX931" fmla="*/ 306038 w 514350"/>
                <a:gd name="connsiteY931" fmla="*/ 78581 h 809625"/>
                <a:gd name="connsiteX932" fmla="*/ 304895 w 514350"/>
                <a:gd name="connsiteY932" fmla="*/ 79248 h 809625"/>
                <a:gd name="connsiteX933" fmla="*/ 302609 w 514350"/>
                <a:gd name="connsiteY933" fmla="*/ 80296 h 809625"/>
                <a:gd name="connsiteX934" fmla="*/ 301562 w 514350"/>
                <a:gd name="connsiteY934" fmla="*/ 81153 h 809625"/>
                <a:gd name="connsiteX935" fmla="*/ 300514 w 514350"/>
                <a:gd name="connsiteY935" fmla="*/ 83058 h 809625"/>
                <a:gd name="connsiteX936" fmla="*/ 299561 w 514350"/>
                <a:gd name="connsiteY936" fmla="*/ 85630 h 809625"/>
                <a:gd name="connsiteX937" fmla="*/ 298133 w 514350"/>
                <a:gd name="connsiteY937" fmla="*/ 91535 h 809625"/>
                <a:gd name="connsiteX938" fmla="*/ 296418 w 514350"/>
                <a:gd name="connsiteY938" fmla="*/ 91154 h 809625"/>
                <a:gd name="connsiteX939" fmla="*/ 293846 w 514350"/>
                <a:gd name="connsiteY939" fmla="*/ 88868 h 809625"/>
                <a:gd name="connsiteX940" fmla="*/ 292322 w 514350"/>
                <a:gd name="connsiteY940" fmla="*/ 87916 h 809625"/>
                <a:gd name="connsiteX941" fmla="*/ 291275 w 514350"/>
                <a:gd name="connsiteY941" fmla="*/ 86868 h 809625"/>
                <a:gd name="connsiteX942" fmla="*/ 289560 w 514350"/>
                <a:gd name="connsiteY942" fmla="*/ 84391 h 809625"/>
                <a:gd name="connsiteX943" fmla="*/ 288512 w 514350"/>
                <a:gd name="connsiteY943" fmla="*/ 83820 h 809625"/>
                <a:gd name="connsiteX944" fmla="*/ 287465 w 514350"/>
                <a:gd name="connsiteY944" fmla="*/ 83820 h 809625"/>
                <a:gd name="connsiteX945" fmla="*/ 286036 w 514350"/>
                <a:gd name="connsiteY945" fmla="*/ 84201 h 809625"/>
                <a:gd name="connsiteX946" fmla="*/ 284036 w 514350"/>
                <a:gd name="connsiteY946" fmla="*/ 84296 h 809625"/>
                <a:gd name="connsiteX947" fmla="*/ 281845 w 514350"/>
                <a:gd name="connsiteY947" fmla="*/ 83153 h 809625"/>
                <a:gd name="connsiteX948" fmla="*/ 280511 w 514350"/>
                <a:gd name="connsiteY948" fmla="*/ 82963 h 809625"/>
                <a:gd name="connsiteX949" fmla="*/ 279368 w 514350"/>
                <a:gd name="connsiteY949" fmla="*/ 83534 h 809625"/>
                <a:gd name="connsiteX950" fmla="*/ 278892 w 514350"/>
                <a:gd name="connsiteY950" fmla="*/ 84296 h 809625"/>
                <a:gd name="connsiteX951" fmla="*/ 278035 w 514350"/>
                <a:gd name="connsiteY951" fmla="*/ 86392 h 809625"/>
                <a:gd name="connsiteX952" fmla="*/ 277559 w 514350"/>
                <a:gd name="connsiteY952" fmla="*/ 86963 h 809625"/>
                <a:gd name="connsiteX953" fmla="*/ 276701 w 514350"/>
                <a:gd name="connsiteY953" fmla="*/ 87439 h 809625"/>
                <a:gd name="connsiteX954" fmla="*/ 275273 w 514350"/>
                <a:gd name="connsiteY954" fmla="*/ 87821 h 809625"/>
                <a:gd name="connsiteX955" fmla="*/ 274320 w 514350"/>
                <a:gd name="connsiteY955" fmla="*/ 88392 h 809625"/>
                <a:gd name="connsiteX956" fmla="*/ 273939 w 514350"/>
                <a:gd name="connsiteY956" fmla="*/ 89154 h 809625"/>
                <a:gd name="connsiteX957" fmla="*/ 273939 w 514350"/>
                <a:gd name="connsiteY957" fmla="*/ 90011 h 809625"/>
                <a:gd name="connsiteX958" fmla="*/ 274034 w 514350"/>
                <a:gd name="connsiteY958" fmla="*/ 90773 h 809625"/>
                <a:gd name="connsiteX959" fmla="*/ 273939 w 514350"/>
                <a:gd name="connsiteY959" fmla="*/ 91726 h 809625"/>
                <a:gd name="connsiteX960" fmla="*/ 273463 w 514350"/>
                <a:gd name="connsiteY960" fmla="*/ 92583 h 809625"/>
                <a:gd name="connsiteX961" fmla="*/ 272510 w 514350"/>
                <a:gd name="connsiteY961" fmla="*/ 93250 h 809625"/>
                <a:gd name="connsiteX962" fmla="*/ 269939 w 514350"/>
                <a:gd name="connsiteY962" fmla="*/ 94297 h 809625"/>
                <a:gd name="connsiteX963" fmla="*/ 268796 w 514350"/>
                <a:gd name="connsiteY963" fmla="*/ 94964 h 809625"/>
                <a:gd name="connsiteX964" fmla="*/ 268224 w 514350"/>
                <a:gd name="connsiteY964" fmla="*/ 95821 h 809625"/>
                <a:gd name="connsiteX965" fmla="*/ 267843 w 514350"/>
                <a:gd name="connsiteY965" fmla="*/ 96583 h 809625"/>
                <a:gd name="connsiteX966" fmla="*/ 267557 w 514350"/>
                <a:gd name="connsiteY966" fmla="*/ 97917 h 809625"/>
                <a:gd name="connsiteX967" fmla="*/ 265271 w 514350"/>
                <a:gd name="connsiteY967" fmla="*/ 100013 h 809625"/>
                <a:gd name="connsiteX968" fmla="*/ 257366 w 514350"/>
                <a:gd name="connsiteY968" fmla="*/ 102298 h 809625"/>
                <a:gd name="connsiteX969" fmla="*/ 256318 w 514350"/>
                <a:gd name="connsiteY969" fmla="*/ 103251 h 809625"/>
                <a:gd name="connsiteX970" fmla="*/ 256127 w 514350"/>
                <a:gd name="connsiteY970" fmla="*/ 104299 h 809625"/>
                <a:gd name="connsiteX971" fmla="*/ 256794 w 514350"/>
                <a:gd name="connsiteY971" fmla="*/ 105346 h 809625"/>
                <a:gd name="connsiteX972" fmla="*/ 258413 w 514350"/>
                <a:gd name="connsiteY972" fmla="*/ 107347 h 809625"/>
                <a:gd name="connsiteX973" fmla="*/ 258985 w 514350"/>
                <a:gd name="connsiteY973" fmla="*/ 108299 h 809625"/>
                <a:gd name="connsiteX974" fmla="*/ 259080 w 514350"/>
                <a:gd name="connsiteY974" fmla="*/ 109252 h 809625"/>
                <a:gd name="connsiteX975" fmla="*/ 258985 w 514350"/>
                <a:gd name="connsiteY975" fmla="*/ 110299 h 809625"/>
                <a:gd name="connsiteX976" fmla="*/ 258509 w 514350"/>
                <a:gd name="connsiteY976" fmla="*/ 111919 h 809625"/>
                <a:gd name="connsiteX977" fmla="*/ 258509 w 514350"/>
                <a:gd name="connsiteY977" fmla="*/ 112395 h 809625"/>
                <a:gd name="connsiteX978" fmla="*/ 259271 w 514350"/>
                <a:gd name="connsiteY978" fmla="*/ 113729 h 809625"/>
                <a:gd name="connsiteX979" fmla="*/ 259461 w 514350"/>
                <a:gd name="connsiteY979" fmla="*/ 114681 h 809625"/>
                <a:gd name="connsiteX980" fmla="*/ 258985 w 514350"/>
                <a:gd name="connsiteY980" fmla="*/ 115443 h 809625"/>
                <a:gd name="connsiteX981" fmla="*/ 258032 w 514350"/>
                <a:gd name="connsiteY981" fmla="*/ 116396 h 809625"/>
                <a:gd name="connsiteX982" fmla="*/ 256889 w 514350"/>
                <a:gd name="connsiteY982" fmla="*/ 118110 h 809625"/>
                <a:gd name="connsiteX983" fmla="*/ 256699 w 514350"/>
                <a:gd name="connsiteY983" fmla="*/ 119729 h 809625"/>
                <a:gd name="connsiteX984" fmla="*/ 257270 w 514350"/>
                <a:gd name="connsiteY984" fmla="*/ 120872 h 809625"/>
                <a:gd name="connsiteX985" fmla="*/ 258604 w 514350"/>
                <a:gd name="connsiteY985" fmla="*/ 122015 h 809625"/>
                <a:gd name="connsiteX986" fmla="*/ 258985 w 514350"/>
                <a:gd name="connsiteY986" fmla="*/ 123063 h 809625"/>
                <a:gd name="connsiteX987" fmla="*/ 259556 w 514350"/>
                <a:gd name="connsiteY987" fmla="*/ 125730 h 809625"/>
                <a:gd name="connsiteX988" fmla="*/ 260223 w 514350"/>
                <a:gd name="connsiteY988" fmla="*/ 126968 h 809625"/>
                <a:gd name="connsiteX989" fmla="*/ 262890 w 514350"/>
                <a:gd name="connsiteY989" fmla="*/ 128873 h 809625"/>
                <a:gd name="connsiteX990" fmla="*/ 263843 w 514350"/>
                <a:gd name="connsiteY990" fmla="*/ 129826 h 809625"/>
                <a:gd name="connsiteX991" fmla="*/ 264033 w 514350"/>
                <a:gd name="connsiteY991" fmla="*/ 131159 h 809625"/>
                <a:gd name="connsiteX992" fmla="*/ 263462 w 514350"/>
                <a:gd name="connsiteY992" fmla="*/ 132016 h 809625"/>
                <a:gd name="connsiteX993" fmla="*/ 260985 w 514350"/>
                <a:gd name="connsiteY993" fmla="*/ 133826 h 809625"/>
                <a:gd name="connsiteX994" fmla="*/ 259842 w 514350"/>
                <a:gd name="connsiteY994" fmla="*/ 134493 h 809625"/>
                <a:gd name="connsiteX995" fmla="*/ 258318 w 514350"/>
                <a:gd name="connsiteY995" fmla="*/ 134683 h 809625"/>
                <a:gd name="connsiteX996" fmla="*/ 255270 w 514350"/>
                <a:gd name="connsiteY996" fmla="*/ 133921 h 809625"/>
                <a:gd name="connsiteX997" fmla="*/ 253746 w 514350"/>
                <a:gd name="connsiteY997" fmla="*/ 133731 h 809625"/>
                <a:gd name="connsiteX998" fmla="*/ 250793 w 514350"/>
                <a:gd name="connsiteY998" fmla="*/ 133731 h 809625"/>
                <a:gd name="connsiteX999" fmla="*/ 249650 w 514350"/>
                <a:gd name="connsiteY999" fmla="*/ 133445 h 809625"/>
                <a:gd name="connsiteX1000" fmla="*/ 248507 w 514350"/>
                <a:gd name="connsiteY1000" fmla="*/ 132588 h 809625"/>
                <a:gd name="connsiteX1001" fmla="*/ 246507 w 514350"/>
                <a:gd name="connsiteY1001" fmla="*/ 130778 h 809625"/>
                <a:gd name="connsiteX1002" fmla="*/ 245554 w 514350"/>
                <a:gd name="connsiteY1002" fmla="*/ 130207 h 809625"/>
                <a:gd name="connsiteX1003" fmla="*/ 244412 w 514350"/>
                <a:gd name="connsiteY1003" fmla="*/ 130016 h 809625"/>
                <a:gd name="connsiteX1004" fmla="*/ 243078 w 514350"/>
                <a:gd name="connsiteY1004" fmla="*/ 130112 h 809625"/>
                <a:gd name="connsiteX1005" fmla="*/ 241459 w 514350"/>
                <a:gd name="connsiteY1005" fmla="*/ 130492 h 809625"/>
                <a:gd name="connsiteX1006" fmla="*/ 239363 w 514350"/>
                <a:gd name="connsiteY1006" fmla="*/ 131731 h 809625"/>
                <a:gd name="connsiteX1007" fmla="*/ 238220 w 514350"/>
                <a:gd name="connsiteY1007" fmla="*/ 132112 h 809625"/>
                <a:gd name="connsiteX1008" fmla="*/ 237077 w 514350"/>
                <a:gd name="connsiteY1008" fmla="*/ 132112 h 809625"/>
                <a:gd name="connsiteX1009" fmla="*/ 234887 w 514350"/>
                <a:gd name="connsiteY1009" fmla="*/ 130873 h 809625"/>
                <a:gd name="connsiteX1010" fmla="*/ 233172 w 514350"/>
                <a:gd name="connsiteY1010" fmla="*/ 130778 h 809625"/>
                <a:gd name="connsiteX1011" fmla="*/ 231077 w 514350"/>
                <a:gd name="connsiteY1011" fmla="*/ 131350 h 809625"/>
                <a:gd name="connsiteX1012" fmla="*/ 227267 w 514350"/>
                <a:gd name="connsiteY1012" fmla="*/ 133731 h 809625"/>
                <a:gd name="connsiteX1013" fmla="*/ 224885 w 514350"/>
                <a:gd name="connsiteY1013" fmla="*/ 134779 h 809625"/>
                <a:gd name="connsiteX1014" fmla="*/ 223361 w 514350"/>
                <a:gd name="connsiteY1014" fmla="*/ 135160 h 809625"/>
                <a:gd name="connsiteX1015" fmla="*/ 222599 w 514350"/>
                <a:gd name="connsiteY1015" fmla="*/ 135160 h 809625"/>
                <a:gd name="connsiteX1016" fmla="*/ 221361 w 514350"/>
                <a:gd name="connsiteY1016" fmla="*/ 134207 h 809625"/>
                <a:gd name="connsiteX1017" fmla="*/ 219837 w 514350"/>
                <a:gd name="connsiteY1017" fmla="*/ 134779 h 809625"/>
                <a:gd name="connsiteX1018" fmla="*/ 215932 w 514350"/>
                <a:gd name="connsiteY1018" fmla="*/ 135541 h 809625"/>
                <a:gd name="connsiteX1019" fmla="*/ 214694 w 514350"/>
                <a:gd name="connsiteY1019" fmla="*/ 136303 h 809625"/>
                <a:gd name="connsiteX1020" fmla="*/ 212884 w 514350"/>
                <a:gd name="connsiteY1020" fmla="*/ 137636 h 809625"/>
                <a:gd name="connsiteX1021" fmla="*/ 211741 w 514350"/>
                <a:gd name="connsiteY1021" fmla="*/ 136970 h 809625"/>
                <a:gd name="connsiteX1022" fmla="*/ 210884 w 514350"/>
                <a:gd name="connsiteY1022" fmla="*/ 135731 h 809625"/>
                <a:gd name="connsiteX1023" fmla="*/ 209931 w 514350"/>
                <a:gd name="connsiteY1023" fmla="*/ 134969 h 809625"/>
                <a:gd name="connsiteX1024" fmla="*/ 208407 w 514350"/>
                <a:gd name="connsiteY1024" fmla="*/ 134398 h 809625"/>
                <a:gd name="connsiteX1025" fmla="*/ 207836 w 514350"/>
                <a:gd name="connsiteY1025" fmla="*/ 132969 h 809625"/>
                <a:gd name="connsiteX1026" fmla="*/ 207550 w 514350"/>
                <a:gd name="connsiteY1026" fmla="*/ 131159 h 809625"/>
                <a:gd name="connsiteX1027" fmla="*/ 207169 w 514350"/>
                <a:gd name="connsiteY1027" fmla="*/ 129254 h 809625"/>
                <a:gd name="connsiteX1028" fmla="*/ 206026 w 514350"/>
                <a:gd name="connsiteY1028" fmla="*/ 127159 h 809625"/>
                <a:gd name="connsiteX1029" fmla="*/ 205169 w 514350"/>
                <a:gd name="connsiteY1029" fmla="*/ 126682 h 809625"/>
                <a:gd name="connsiteX1030" fmla="*/ 202311 w 514350"/>
                <a:gd name="connsiteY1030" fmla="*/ 128397 h 809625"/>
                <a:gd name="connsiteX1031" fmla="*/ 200787 w 514350"/>
                <a:gd name="connsiteY1031" fmla="*/ 126587 h 809625"/>
                <a:gd name="connsiteX1032" fmla="*/ 198977 w 514350"/>
                <a:gd name="connsiteY1032" fmla="*/ 127921 h 809625"/>
                <a:gd name="connsiteX1033" fmla="*/ 197072 w 514350"/>
                <a:gd name="connsiteY1033" fmla="*/ 130302 h 809625"/>
                <a:gd name="connsiteX1034" fmla="*/ 195263 w 514350"/>
                <a:gd name="connsiteY1034" fmla="*/ 131636 h 809625"/>
                <a:gd name="connsiteX1035" fmla="*/ 193643 w 514350"/>
                <a:gd name="connsiteY1035" fmla="*/ 131350 h 809625"/>
                <a:gd name="connsiteX1036" fmla="*/ 192786 w 514350"/>
                <a:gd name="connsiteY1036" fmla="*/ 130397 h 809625"/>
                <a:gd name="connsiteX1037" fmla="*/ 192310 w 514350"/>
                <a:gd name="connsiteY1037" fmla="*/ 129159 h 809625"/>
                <a:gd name="connsiteX1038" fmla="*/ 191643 w 514350"/>
                <a:gd name="connsiteY1038" fmla="*/ 127921 h 809625"/>
                <a:gd name="connsiteX1039" fmla="*/ 190214 w 514350"/>
                <a:gd name="connsiteY1039" fmla="*/ 126778 h 809625"/>
                <a:gd name="connsiteX1040" fmla="*/ 189071 w 514350"/>
                <a:gd name="connsiteY1040" fmla="*/ 126397 h 809625"/>
                <a:gd name="connsiteX1041" fmla="*/ 186119 w 514350"/>
                <a:gd name="connsiteY1041" fmla="*/ 126682 h 809625"/>
                <a:gd name="connsiteX1042" fmla="*/ 183071 w 514350"/>
                <a:gd name="connsiteY1042" fmla="*/ 125539 h 809625"/>
                <a:gd name="connsiteX1043" fmla="*/ 181737 w 514350"/>
                <a:gd name="connsiteY1043" fmla="*/ 123063 h 809625"/>
                <a:gd name="connsiteX1044" fmla="*/ 180880 w 514350"/>
                <a:gd name="connsiteY1044" fmla="*/ 120491 h 809625"/>
                <a:gd name="connsiteX1045" fmla="*/ 179070 w 514350"/>
                <a:gd name="connsiteY1045" fmla="*/ 119348 h 809625"/>
                <a:gd name="connsiteX1046" fmla="*/ 177832 w 514350"/>
                <a:gd name="connsiteY1046" fmla="*/ 118967 h 809625"/>
                <a:gd name="connsiteX1047" fmla="*/ 176498 w 514350"/>
                <a:gd name="connsiteY1047" fmla="*/ 119444 h 809625"/>
                <a:gd name="connsiteX1048" fmla="*/ 175546 w 514350"/>
                <a:gd name="connsiteY1048" fmla="*/ 120015 h 809625"/>
                <a:gd name="connsiteX1049" fmla="*/ 174879 w 514350"/>
                <a:gd name="connsiteY1049" fmla="*/ 120872 h 809625"/>
                <a:gd name="connsiteX1050" fmla="*/ 174212 w 514350"/>
                <a:gd name="connsiteY1050" fmla="*/ 122015 h 809625"/>
                <a:gd name="connsiteX1051" fmla="*/ 172688 w 514350"/>
                <a:gd name="connsiteY1051" fmla="*/ 125539 h 809625"/>
                <a:gd name="connsiteX1052" fmla="*/ 171831 w 514350"/>
                <a:gd name="connsiteY1052" fmla="*/ 126778 h 809625"/>
                <a:gd name="connsiteX1053" fmla="*/ 170974 w 514350"/>
                <a:gd name="connsiteY1053" fmla="*/ 127635 h 809625"/>
                <a:gd name="connsiteX1054" fmla="*/ 169450 w 514350"/>
                <a:gd name="connsiteY1054" fmla="*/ 128778 h 809625"/>
                <a:gd name="connsiteX1055" fmla="*/ 168402 w 514350"/>
                <a:gd name="connsiteY1055" fmla="*/ 129921 h 809625"/>
                <a:gd name="connsiteX1056" fmla="*/ 168593 w 514350"/>
                <a:gd name="connsiteY1056" fmla="*/ 132779 h 809625"/>
                <a:gd name="connsiteX1057" fmla="*/ 170593 w 514350"/>
                <a:gd name="connsiteY1057" fmla="*/ 136588 h 809625"/>
                <a:gd name="connsiteX1058" fmla="*/ 171164 w 514350"/>
                <a:gd name="connsiteY1058" fmla="*/ 138494 h 809625"/>
                <a:gd name="connsiteX1059" fmla="*/ 171545 w 514350"/>
                <a:gd name="connsiteY1059" fmla="*/ 140875 h 809625"/>
                <a:gd name="connsiteX1060" fmla="*/ 172022 w 514350"/>
                <a:gd name="connsiteY1060" fmla="*/ 141922 h 809625"/>
                <a:gd name="connsiteX1061" fmla="*/ 172593 w 514350"/>
                <a:gd name="connsiteY1061" fmla="*/ 142494 h 809625"/>
                <a:gd name="connsiteX1062" fmla="*/ 174308 w 514350"/>
                <a:gd name="connsiteY1062" fmla="*/ 143351 h 809625"/>
                <a:gd name="connsiteX1063" fmla="*/ 175355 w 514350"/>
                <a:gd name="connsiteY1063" fmla="*/ 144399 h 809625"/>
                <a:gd name="connsiteX1064" fmla="*/ 175927 w 514350"/>
                <a:gd name="connsiteY1064" fmla="*/ 145732 h 809625"/>
                <a:gd name="connsiteX1065" fmla="*/ 176498 w 514350"/>
                <a:gd name="connsiteY1065" fmla="*/ 147638 h 809625"/>
                <a:gd name="connsiteX1066" fmla="*/ 176594 w 514350"/>
                <a:gd name="connsiteY1066" fmla="*/ 149066 h 809625"/>
                <a:gd name="connsiteX1067" fmla="*/ 176594 w 514350"/>
                <a:gd name="connsiteY1067" fmla="*/ 150304 h 809625"/>
                <a:gd name="connsiteX1068" fmla="*/ 176117 w 514350"/>
                <a:gd name="connsiteY1068" fmla="*/ 151352 h 809625"/>
                <a:gd name="connsiteX1069" fmla="*/ 175546 w 514350"/>
                <a:gd name="connsiteY1069" fmla="*/ 152400 h 809625"/>
                <a:gd name="connsiteX1070" fmla="*/ 174974 w 514350"/>
                <a:gd name="connsiteY1070" fmla="*/ 153638 h 809625"/>
                <a:gd name="connsiteX1071" fmla="*/ 174593 w 514350"/>
                <a:gd name="connsiteY1071" fmla="*/ 155353 h 809625"/>
                <a:gd name="connsiteX1072" fmla="*/ 174593 w 514350"/>
                <a:gd name="connsiteY1072" fmla="*/ 157829 h 809625"/>
                <a:gd name="connsiteX1073" fmla="*/ 175165 w 514350"/>
                <a:gd name="connsiteY1073" fmla="*/ 159353 h 809625"/>
                <a:gd name="connsiteX1074" fmla="*/ 175831 w 514350"/>
                <a:gd name="connsiteY1074" fmla="*/ 160401 h 809625"/>
                <a:gd name="connsiteX1075" fmla="*/ 176975 w 514350"/>
                <a:gd name="connsiteY1075" fmla="*/ 161354 h 809625"/>
                <a:gd name="connsiteX1076" fmla="*/ 178022 w 514350"/>
                <a:gd name="connsiteY1076" fmla="*/ 162496 h 809625"/>
                <a:gd name="connsiteX1077" fmla="*/ 179070 w 514350"/>
                <a:gd name="connsiteY1077" fmla="*/ 164402 h 809625"/>
                <a:gd name="connsiteX1078" fmla="*/ 179451 w 514350"/>
                <a:gd name="connsiteY1078" fmla="*/ 165925 h 809625"/>
                <a:gd name="connsiteX1079" fmla="*/ 179356 w 514350"/>
                <a:gd name="connsiteY1079" fmla="*/ 167164 h 809625"/>
                <a:gd name="connsiteX1080" fmla="*/ 178975 w 514350"/>
                <a:gd name="connsiteY1080" fmla="*/ 167926 h 809625"/>
                <a:gd name="connsiteX1081" fmla="*/ 177356 w 514350"/>
                <a:gd name="connsiteY1081" fmla="*/ 168973 h 809625"/>
                <a:gd name="connsiteX1082" fmla="*/ 176879 w 514350"/>
                <a:gd name="connsiteY1082" fmla="*/ 169545 h 809625"/>
                <a:gd name="connsiteX1083" fmla="*/ 176594 w 514350"/>
                <a:gd name="connsiteY1083" fmla="*/ 170497 h 809625"/>
                <a:gd name="connsiteX1084" fmla="*/ 176689 w 514350"/>
                <a:gd name="connsiteY1084" fmla="*/ 170974 h 809625"/>
                <a:gd name="connsiteX1085" fmla="*/ 178403 w 514350"/>
                <a:gd name="connsiteY1085" fmla="*/ 173450 h 809625"/>
                <a:gd name="connsiteX1086" fmla="*/ 178689 w 514350"/>
                <a:gd name="connsiteY1086" fmla="*/ 174688 h 809625"/>
                <a:gd name="connsiteX1087" fmla="*/ 178784 w 514350"/>
                <a:gd name="connsiteY1087" fmla="*/ 175736 h 809625"/>
                <a:gd name="connsiteX1088" fmla="*/ 178689 w 514350"/>
                <a:gd name="connsiteY1088" fmla="*/ 177070 h 809625"/>
                <a:gd name="connsiteX1089" fmla="*/ 178403 w 514350"/>
                <a:gd name="connsiteY1089" fmla="*/ 178117 h 809625"/>
                <a:gd name="connsiteX1090" fmla="*/ 177927 w 514350"/>
                <a:gd name="connsiteY1090" fmla="*/ 178975 h 809625"/>
                <a:gd name="connsiteX1091" fmla="*/ 177165 w 514350"/>
                <a:gd name="connsiteY1091" fmla="*/ 179737 h 809625"/>
                <a:gd name="connsiteX1092" fmla="*/ 175927 w 514350"/>
                <a:gd name="connsiteY1092" fmla="*/ 180022 h 809625"/>
                <a:gd name="connsiteX1093" fmla="*/ 174403 w 514350"/>
                <a:gd name="connsiteY1093" fmla="*/ 179546 h 809625"/>
                <a:gd name="connsiteX1094" fmla="*/ 172784 w 514350"/>
                <a:gd name="connsiteY1094" fmla="*/ 178594 h 809625"/>
                <a:gd name="connsiteX1095" fmla="*/ 169831 w 514350"/>
                <a:gd name="connsiteY1095" fmla="*/ 175831 h 809625"/>
                <a:gd name="connsiteX1096" fmla="*/ 168688 w 514350"/>
                <a:gd name="connsiteY1096" fmla="*/ 175165 h 809625"/>
                <a:gd name="connsiteX1097" fmla="*/ 168116 w 514350"/>
                <a:gd name="connsiteY1097" fmla="*/ 175070 h 809625"/>
                <a:gd name="connsiteX1098" fmla="*/ 167545 w 514350"/>
                <a:gd name="connsiteY1098" fmla="*/ 175450 h 809625"/>
                <a:gd name="connsiteX1099" fmla="*/ 166306 w 514350"/>
                <a:gd name="connsiteY1099" fmla="*/ 177355 h 809625"/>
                <a:gd name="connsiteX1100" fmla="*/ 165545 w 514350"/>
                <a:gd name="connsiteY1100" fmla="*/ 178213 h 809625"/>
                <a:gd name="connsiteX1101" fmla="*/ 164592 w 514350"/>
                <a:gd name="connsiteY1101" fmla="*/ 179070 h 809625"/>
                <a:gd name="connsiteX1102" fmla="*/ 163544 w 514350"/>
                <a:gd name="connsiteY1102" fmla="*/ 179737 h 809625"/>
                <a:gd name="connsiteX1103" fmla="*/ 159258 w 514350"/>
                <a:gd name="connsiteY1103" fmla="*/ 181356 h 809625"/>
                <a:gd name="connsiteX1104" fmla="*/ 158020 w 514350"/>
                <a:gd name="connsiteY1104" fmla="*/ 181546 h 809625"/>
                <a:gd name="connsiteX1105" fmla="*/ 157163 w 514350"/>
                <a:gd name="connsiteY1105" fmla="*/ 181261 h 809625"/>
                <a:gd name="connsiteX1106" fmla="*/ 156400 w 514350"/>
                <a:gd name="connsiteY1106" fmla="*/ 180499 h 809625"/>
                <a:gd name="connsiteX1107" fmla="*/ 155734 w 514350"/>
                <a:gd name="connsiteY1107" fmla="*/ 179641 h 809625"/>
                <a:gd name="connsiteX1108" fmla="*/ 154972 w 514350"/>
                <a:gd name="connsiteY1108" fmla="*/ 179070 h 809625"/>
                <a:gd name="connsiteX1109" fmla="*/ 154019 w 514350"/>
                <a:gd name="connsiteY1109" fmla="*/ 178784 h 809625"/>
                <a:gd name="connsiteX1110" fmla="*/ 147638 w 514350"/>
                <a:gd name="connsiteY1110" fmla="*/ 178784 h 809625"/>
                <a:gd name="connsiteX1111" fmla="*/ 146399 w 514350"/>
                <a:gd name="connsiteY1111" fmla="*/ 179070 h 809625"/>
                <a:gd name="connsiteX1112" fmla="*/ 143923 w 514350"/>
                <a:gd name="connsiteY1112" fmla="*/ 180689 h 809625"/>
                <a:gd name="connsiteX1113" fmla="*/ 142304 w 514350"/>
                <a:gd name="connsiteY1113" fmla="*/ 181356 h 809625"/>
                <a:gd name="connsiteX1114" fmla="*/ 140208 w 514350"/>
                <a:gd name="connsiteY1114" fmla="*/ 181737 h 809625"/>
                <a:gd name="connsiteX1115" fmla="*/ 134302 w 514350"/>
                <a:gd name="connsiteY1115" fmla="*/ 181832 h 809625"/>
                <a:gd name="connsiteX1116" fmla="*/ 133160 w 514350"/>
                <a:gd name="connsiteY1116" fmla="*/ 182499 h 809625"/>
                <a:gd name="connsiteX1117" fmla="*/ 132683 w 514350"/>
                <a:gd name="connsiteY1117" fmla="*/ 183261 h 809625"/>
                <a:gd name="connsiteX1118" fmla="*/ 132588 w 514350"/>
                <a:gd name="connsiteY1118" fmla="*/ 184499 h 809625"/>
                <a:gd name="connsiteX1119" fmla="*/ 132969 w 514350"/>
                <a:gd name="connsiteY1119" fmla="*/ 186785 h 809625"/>
                <a:gd name="connsiteX1120" fmla="*/ 132779 w 514350"/>
                <a:gd name="connsiteY1120" fmla="*/ 188786 h 809625"/>
                <a:gd name="connsiteX1121" fmla="*/ 127540 w 514350"/>
                <a:gd name="connsiteY1121" fmla="*/ 191738 h 809625"/>
                <a:gd name="connsiteX1122" fmla="*/ 124016 w 514350"/>
                <a:gd name="connsiteY1122" fmla="*/ 192881 h 809625"/>
                <a:gd name="connsiteX1123" fmla="*/ 122682 w 514350"/>
                <a:gd name="connsiteY1123" fmla="*/ 192786 h 809625"/>
                <a:gd name="connsiteX1124" fmla="*/ 121444 w 514350"/>
                <a:gd name="connsiteY1124" fmla="*/ 192500 h 809625"/>
                <a:gd name="connsiteX1125" fmla="*/ 120301 w 514350"/>
                <a:gd name="connsiteY1125" fmla="*/ 191833 h 809625"/>
                <a:gd name="connsiteX1126" fmla="*/ 118491 w 514350"/>
                <a:gd name="connsiteY1126" fmla="*/ 191167 h 809625"/>
                <a:gd name="connsiteX1127" fmla="*/ 117348 w 514350"/>
                <a:gd name="connsiteY1127" fmla="*/ 190119 h 809625"/>
                <a:gd name="connsiteX1128" fmla="*/ 116491 w 514350"/>
                <a:gd name="connsiteY1128" fmla="*/ 189071 h 809625"/>
                <a:gd name="connsiteX1129" fmla="*/ 116110 w 514350"/>
                <a:gd name="connsiteY1129" fmla="*/ 188404 h 809625"/>
                <a:gd name="connsiteX1130" fmla="*/ 115538 w 514350"/>
                <a:gd name="connsiteY1130" fmla="*/ 187928 h 809625"/>
                <a:gd name="connsiteX1131" fmla="*/ 113538 w 514350"/>
                <a:gd name="connsiteY1131" fmla="*/ 187071 h 809625"/>
                <a:gd name="connsiteX1132" fmla="*/ 112490 w 514350"/>
                <a:gd name="connsiteY1132" fmla="*/ 186214 h 809625"/>
                <a:gd name="connsiteX1133" fmla="*/ 111824 w 514350"/>
                <a:gd name="connsiteY1133" fmla="*/ 185166 h 809625"/>
                <a:gd name="connsiteX1134" fmla="*/ 111443 w 514350"/>
                <a:gd name="connsiteY1134" fmla="*/ 183832 h 809625"/>
                <a:gd name="connsiteX1135" fmla="*/ 110966 w 514350"/>
                <a:gd name="connsiteY1135" fmla="*/ 182880 h 809625"/>
                <a:gd name="connsiteX1136" fmla="*/ 110490 w 514350"/>
                <a:gd name="connsiteY1136" fmla="*/ 182594 h 809625"/>
                <a:gd name="connsiteX1137" fmla="*/ 109823 w 514350"/>
                <a:gd name="connsiteY1137" fmla="*/ 182594 h 809625"/>
                <a:gd name="connsiteX1138" fmla="*/ 104775 w 514350"/>
                <a:gd name="connsiteY1138" fmla="*/ 183547 h 809625"/>
                <a:gd name="connsiteX1139" fmla="*/ 101346 w 514350"/>
                <a:gd name="connsiteY1139" fmla="*/ 182308 h 809625"/>
                <a:gd name="connsiteX1140" fmla="*/ 100679 w 514350"/>
                <a:gd name="connsiteY1140" fmla="*/ 182499 h 809625"/>
                <a:gd name="connsiteX1141" fmla="*/ 100203 w 514350"/>
                <a:gd name="connsiteY1141" fmla="*/ 182880 h 809625"/>
                <a:gd name="connsiteX1142" fmla="*/ 99155 w 514350"/>
                <a:gd name="connsiteY1142" fmla="*/ 186499 h 809625"/>
                <a:gd name="connsiteX1143" fmla="*/ 98774 w 514350"/>
                <a:gd name="connsiteY1143" fmla="*/ 187262 h 809625"/>
                <a:gd name="connsiteX1144" fmla="*/ 97155 w 514350"/>
                <a:gd name="connsiteY1144" fmla="*/ 188690 h 809625"/>
                <a:gd name="connsiteX1145" fmla="*/ 96583 w 514350"/>
                <a:gd name="connsiteY1145" fmla="*/ 189262 h 809625"/>
                <a:gd name="connsiteX1146" fmla="*/ 95822 w 514350"/>
                <a:gd name="connsiteY1146" fmla="*/ 190309 h 809625"/>
                <a:gd name="connsiteX1147" fmla="*/ 94774 w 514350"/>
                <a:gd name="connsiteY1147" fmla="*/ 190881 h 809625"/>
                <a:gd name="connsiteX1148" fmla="*/ 93154 w 514350"/>
                <a:gd name="connsiteY1148" fmla="*/ 191548 h 809625"/>
                <a:gd name="connsiteX1149" fmla="*/ 87916 w 514350"/>
                <a:gd name="connsiteY1149" fmla="*/ 193167 h 809625"/>
                <a:gd name="connsiteX1150" fmla="*/ 87058 w 514350"/>
                <a:gd name="connsiteY1150" fmla="*/ 193643 h 809625"/>
                <a:gd name="connsiteX1151" fmla="*/ 86868 w 514350"/>
                <a:gd name="connsiteY1151" fmla="*/ 194024 h 809625"/>
                <a:gd name="connsiteX1152" fmla="*/ 86773 w 514350"/>
                <a:gd name="connsiteY1152" fmla="*/ 194500 h 809625"/>
                <a:gd name="connsiteX1153" fmla="*/ 86868 w 514350"/>
                <a:gd name="connsiteY1153" fmla="*/ 194786 h 809625"/>
                <a:gd name="connsiteX1154" fmla="*/ 87630 w 514350"/>
                <a:gd name="connsiteY1154" fmla="*/ 196310 h 809625"/>
                <a:gd name="connsiteX1155" fmla="*/ 88106 w 514350"/>
                <a:gd name="connsiteY1155" fmla="*/ 197358 h 809625"/>
                <a:gd name="connsiteX1156" fmla="*/ 88487 w 514350"/>
                <a:gd name="connsiteY1156" fmla="*/ 198787 h 809625"/>
                <a:gd name="connsiteX1157" fmla="*/ 89440 w 514350"/>
                <a:gd name="connsiteY1157" fmla="*/ 203930 h 809625"/>
                <a:gd name="connsiteX1158" fmla="*/ 89440 w 514350"/>
                <a:gd name="connsiteY1158" fmla="*/ 204502 h 809625"/>
                <a:gd name="connsiteX1159" fmla="*/ 89345 w 514350"/>
                <a:gd name="connsiteY1159" fmla="*/ 205073 h 809625"/>
                <a:gd name="connsiteX1160" fmla="*/ 89059 w 514350"/>
                <a:gd name="connsiteY1160" fmla="*/ 205454 h 809625"/>
                <a:gd name="connsiteX1161" fmla="*/ 88392 w 514350"/>
                <a:gd name="connsiteY1161" fmla="*/ 206121 h 809625"/>
                <a:gd name="connsiteX1162" fmla="*/ 87535 w 514350"/>
                <a:gd name="connsiteY1162" fmla="*/ 206216 h 809625"/>
                <a:gd name="connsiteX1163" fmla="*/ 86201 w 514350"/>
                <a:gd name="connsiteY1163" fmla="*/ 206026 h 809625"/>
                <a:gd name="connsiteX1164" fmla="*/ 84487 w 514350"/>
                <a:gd name="connsiteY1164" fmla="*/ 205264 h 809625"/>
                <a:gd name="connsiteX1165" fmla="*/ 82582 w 514350"/>
                <a:gd name="connsiteY1165" fmla="*/ 204978 h 809625"/>
                <a:gd name="connsiteX1166" fmla="*/ 81248 w 514350"/>
                <a:gd name="connsiteY1166" fmla="*/ 205073 h 809625"/>
                <a:gd name="connsiteX1167" fmla="*/ 80391 w 514350"/>
                <a:gd name="connsiteY1167" fmla="*/ 205549 h 809625"/>
                <a:gd name="connsiteX1168" fmla="*/ 79439 w 514350"/>
                <a:gd name="connsiteY1168" fmla="*/ 206216 h 809625"/>
                <a:gd name="connsiteX1169" fmla="*/ 76867 w 514350"/>
                <a:gd name="connsiteY1169" fmla="*/ 207645 h 809625"/>
                <a:gd name="connsiteX1170" fmla="*/ 75438 w 514350"/>
                <a:gd name="connsiteY1170" fmla="*/ 207931 h 809625"/>
                <a:gd name="connsiteX1171" fmla="*/ 74676 w 514350"/>
                <a:gd name="connsiteY1171" fmla="*/ 208216 h 809625"/>
                <a:gd name="connsiteX1172" fmla="*/ 74390 w 514350"/>
                <a:gd name="connsiteY1172" fmla="*/ 208502 h 809625"/>
                <a:gd name="connsiteX1173" fmla="*/ 73533 w 514350"/>
                <a:gd name="connsiteY1173" fmla="*/ 209931 h 809625"/>
                <a:gd name="connsiteX1174" fmla="*/ 72581 w 514350"/>
                <a:gd name="connsiteY1174" fmla="*/ 210788 h 809625"/>
                <a:gd name="connsiteX1175" fmla="*/ 71723 w 514350"/>
                <a:gd name="connsiteY1175" fmla="*/ 211169 h 809625"/>
                <a:gd name="connsiteX1176" fmla="*/ 70771 w 514350"/>
                <a:gd name="connsiteY1176" fmla="*/ 211264 h 809625"/>
                <a:gd name="connsiteX1177" fmla="*/ 69533 w 514350"/>
                <a:gd name="connsiteY1177" fmla="*/ 211264 h 809625"/>
                <a:gd name="connsiteX1178" fmla="*/ 68866 w 514350"/>
                <a:gd name="connsiteY1178" fmla="*/ 211550 h 809625"/>
                <a:gd name="connsiteX1179" fmla="*/ 68485 w 514350"/>
                <a:gd name="connsiteY1179" fmla="*/ 212122 h 809625"/>
                <a:gd name="connsiteX1180" fmla="*/ 67342 w 514350"/>
                <a:gd name="connsiteY1180" fmla="*/ 215837 h 809625"/>
                <a:gd name="connsiteX1181" fmla="*/ 66961 w 514350"/>
                <a:gd name="connsiteY1181" fmla="*/ 216408 h 809625"/>
                <a:gd name="connsiteX1182" fmla="*/ 66485 w 514350"/>
                <a:gd name="connsiteY1182" fmla="*/ 216979 h 809625"/>
                <a:gd name="connsiteX1183" fmla="*/ 65532 w 514350"/>
                <a:gd name="connsiteY1183" fmla="*/ 217551 h 809625"/>
                <a:gd name="connsiteX1184" fmla="*/ 63818 w 514350"/>
                <a:gd name="connsiteY1184" fmla="*/ 218884 h 809625"/>
                <a:gd name="connsiteX1185" fmla="*/ 66961 w 514350"/>
                <a:gd name="connsiteY1185" fmla="*/ 222123 h 809625"/>
                <a:gd name="connsiteX1186" fmla="*/ 66675 w 514350"/>
                <a:gd name="connsiteY1186" fmla="*/ 223456 h 809625"/>
                <a:gd name="connsiteX1187" fmla="*/ 66294 w 514350"/>
                <a:gd name="connsiteY1187" fmla="*/ 224409 h 809625"/>
                <a:gd name="connsiteX1188" fmla="*/ 65056 w 514350"/>
                <a:gd name="connsiteY1188" fmla="*/ 224885 h 809625"/>
                <a:gd name="connsiteX1189" fmla="*/ 62865 w 514350"/>
                <a:gd name="connsiteY1189" fmla="*/ 225076 h 809625"/>
                <a:gd name="connsiteX1190" fmla="*/ 62008 w 514350"/>
                <a:gd name="connsiteY1190" fmla="*/ 225266 h 809625"/>
                <a:gd name="connsiteX1191" fmla="*/ 61150 w 514350"/>
                <a:gd name="connsiteY1191" fmla="*/ 225647 h 809625"/>
                <a:gd name="connsiteX1192" fmla="*/ 60293 w 514350"/>
                <a:gd name="connsiteY1192" fmla="*/ 226314 h 809625"/>
                <a:gd name="connsiteX1193" fmla="*/ 56483 w 514350"/>
                <a:gd name="connsiteY1193" fmla="*/ 229743 h 809625"/>
                <a:gd name="connsiteX1194" fmla="*/ 55531 w 514350"/>
                <a:gd name="connsiteY1194" fmla="*/ 230314 h 809625"/>
                <a:gd name="connsiteX1195" fmla="*/ 54483 w 514350"/>
                <a:gd name="connsiteY1195" fmla="*/ 230791 h 809625"/>
                <a:gd name="connsiteX1196" fmla="*/ 53721 w 514350"/>
                <a:gd name="connsiteY1196" fmla="*/ 230981 h 809625"/>
                <a:gd name="connsiteX1197" fmla="*/ 53150 w 514350"/>
                <a:gd name="connsiteY1197" fmla="*/ 230981 h 809625"/>
                <a:gd name="connsiteX1198" fmla="*/ 52769 w 514350"/>
                <a:gd name="connsiteY1198" fmla="*/ 230791 h 809625"/>
                <a:gd name="connsiteX1199" fmla="*/ 52483 w 514350"/>
                <a:gd name="connsiteY1199" fmla="*/ 230505 h 809625"/>
                <a:gd name="connsiteX1200" fmla="*/ 52388 w 514350"/>
                <a:gd name="connsiteY1200" fmla="*/ 230124 h 809625"/>
                <a:gd name="connsiteX1201" fmla="*/ 52388 w 514350"/>
                <a:gd name="connsiteY1201" fmla="*/ 229648 h 809625"/>
                <a:gd name="connsiteX1202" fmla="*/ 52388 w 514350"/>
                <a:gd name="connsiteY1202" fmla="*/ 229171 h 809625"/>
                <a:gd name="connsiteX1203" fmla="*/ 52388 w 514350"/>
                <a:gd name="connsiteY1203" fmla="*/ 228695 h 809625"/>
                <a:gd name="connsiteX1204" fmla="*/ 52292 w 514350"/>
                <a:gd name="connsiteY1204" fmla="*/ 228124 h 809625"/>
                <a:gd name="connsiteX1205" fmla="*/ 51816 w 514350"/>
                <a:gd name="connsiteY1205" fmla="*/ 227362 h 809625"/>
                <a:gd name="connsiteX1206" fmla="*/ 50673 w 514350"/>
                <a:gd name="connsiteY1206" fmla="*/ 225838 h 809625"/>
                <a:gd name="connsiteX1207" fmla="*/ 50387 w 514350"/>
                <a:gd name="connsiteY1207" fmla="*/ 225266 h 809625"/>
                <a:gd name="connsiteX1208" fmla="*/ 50197 w 514350"/>
                <a:gd name="connsiteY1208" fmla="*/ 223361 h 809625"/>
                <a:gd name="connsiteX1209" fmla="*/ 50006 w 514350"/>
                <a:gd name="connsiteY1209" fmla="*/ 222313 h 809625"/>
                <a:gd name="connsiteX1210" fmla="*/ 49435 w 514350"/>
                <a:gd name="connsiteY1210" fmla="*/ 222028 h 809625"/>
                <a:gd name="connsiteX1211" fmla="*/ 48482 w 514350"/>
                <a:gd name="connsiteY1211" fmla="*/ 221837 h 809625"/>
                <a:gd name="connsiteX1212" fmla="*/ 44672 w 514350"/>
                <a:gd name="connsiteY1212" fmla="*/ 221456 h 809625"/>
                <a:gd name="connsiteX1213" fmla="*/ 43625 w 514350"/>
                <a:gd name="connsiteY1213" fmla="*/ 221171 h 809625"/>
                <a:gd name="connsiteX1214" fmla="*/ 41910 w 514350"/>
                <a:gd name="connsiteY1214" fmla="*/ 220028 h 809625"/>
                <a:gd name="connsiteX1215" fmla="*/ 40386 w 514350"/>
                <a:gd name="connsiteY1215" fmla="*/ 219551 h 809625"/>
                <a:gd name="connsiteX1216" fmla="*/ 39624 w 514350"/>
                <a:gd name="connsiteY1216" fmla="*/ 219551 h 809625"/>
                <a:gd name="connsiteX1217" fmla="*/ 39052 w 514350"/>
                <a:gd name="connsiteY1217" fmla="*/ 219837 h 809625"/>
                <a:gd name="connsiteX1218" fmla="*/ 38767 w 514350"/>
                <a:gd name="connsiteY1218" fmla="*/ 220408 h 809625"/>
                <a:gd name="connsiteX1219" fmla="*/ 37719 w 514350"/>
                <a:gd name="connsiteY1219" fmla="*/ 224504 h 809625"/>
                <a:gd name="connsiteX1220" fmla="*/ 37338 w 514350"/>
                <a:gd name="connsiteY1220" fmla="*/ 225266 h 809625"/>
                <a:gd name="connsiteX1221" fmla="*/ 36862 w 514350"/>
                <a:gd name="connsiteY1221" fmla="*/ 226028 h 809625"/>
                <a:gd name="connsiteX1222" fmla="*/ 36290 w 514350"/>
                <a:gd name="connsiteY1222" fmla="*/ 226600 h 809625"/>
                <a:gd name="connsiteX1223" fmla="*/ 35624 w 514350"/>
                <a:gd name="connsiteY1223" fmla="*/ 227076 h 809625"/>
                <a:gd name="connsiteX1224" fmla="*/ 34195 w 514350"/>
                <a:gd name="connsiteY1224" fmla="*/ 227933 h 809625"/>
                <a:gd name="connsiteX1225" fmla="*/ 33528 w 514350"/>
                <a:gd name="connsiteY1225" fmla="*/ 228314 h 809625"/>
                <a:gd name="connsiteX1226" fmla="*/ 32956 w 514350"/>
                <a:gd name="connsiteY1226" fmla="*/ 228790 h 809625"/>
                <a:gd name="connsiteX1227" fmla="*/ 31052 w 514350"/>
                <a:gd name="connsiteY1227" fmla="*/ 231172 h 809625"/>
                <a:gd name="connsiteX1228" fmla="*/ 30194 w 514350"/>
                <a:gd name="connsiteY1228" fmla="*/ 231934 h 809625"/>
                <a:gd name="connsiteX1229" fmla="*/ 29432 w 514350"/>
                <a:gd name="connsiteY1229" fmla="*/ 232124 h 809625"/>
                <a:gd name="connsiteX1230" fmla="*/ 28766 w 514350"/>
                <a:gd name="connsiteY1230" fmla="*/ 231838 h 809625"/>
                <a:gd name="connsiteX1231" fmla="*/ 28194 w 514350"/>
                <a:gd name="connsiteY1231" fmla="*/ 231267 h 809625"/>
                <a:gd name="connsiteX1232" fmla="*/ 27623 w 514350"/>
                <a:gd name="connsiteY1232" fmla="*/ 230600 h 809625"/>
                <a:gd name="connsiteX1233" fmla="*/ 27146 w 514350"/>
                <a:gd name="connsiteY1233" fmla="*/ 230029 h 809625"/>
                <a:gd name="connsiteX1234" fmla="*/ 26575 w 514350"/>
                <a:gd name="connsiteY1234" fmla="*/ 229553 h 809625"/>
                <a:gd name="connsiteX1235" fmla="*/ 25718 w 514350"/>
                <a:gd name="connsiteY1235" fmla="*/ 229457 h 809625"/>
                <a:gd name="connsiteX1236" fmla="*/ 25337 w 514350"/>
                <a:gd name="connsiteY1236" fmla="*/ 229553 h 809625"/>
                <a:gd name="connsiteX1237" fmla="*/ 24956 w 514350"/>
                <a:gd name="connsiteY1237" fmla="*/ 230124 h 809625"/>
                <a:gd name="connsiteX1238" fmla="*/ 24098 w 514350"/>
                <a:gd name="connsiteY1238" fmla="*/ 232600 h 809625"/>
                <a:gd name="connsiteX1239" fmla="*/ 23813 w 514350"/>
                <a:gd name="connsiteY1239" fmla="*/ 233077 h 809625"/>
                <a:gd name="connsiteX1240" fmla="*/ 23146 w 514350"/>
                <a:gd name="connsiteY1240" fmla="*/ 233744 h 809625"/>
                <a:gd name="connsiteX1241" fmla="*/ 22384 w 514350"/>
                <a:gd name="connsiteY1241" fmla="*/ 234029 h 809625"/>
                <a:gd name="connsiteX1242" fmla="*/ 21527 w 514350"/>
                <a:gd name="connsiteY1242" fmla="*/ 233839 h 809625"/>
                <a:gd name="connsiteX1243" fmla="*/ 20765 w 514350"/>
                <a:gd name="connsiteY1243" fmla="*/ 233267 h 809625"/>
                <a:gd name="connsiteX1244" fmla="*/ 20002 w 514350"/>
                <a:gd name="connsiteY1244" fmla="*/ 232505 h 809625"/>
                <a:gd name="connsiteX1245" fmla="*/ 19241 w 514350"/>
                <a:gd name="connsiteY1245" fmla="*/ 231934 h 809625"/>
                <a:gd name="connsiteX1246" fmla="*/ 18098 w 514350"/>
                <a:gd name="connsiteY1246" fmla="*/ 231743 h 809625"/>
                <a:gd name="connsiteX1247" fmla="*/ 17526 w 514350"/>
                <a:gd name="connsiteY1247" fmla="*/ 232410 h 809625"/>
                <a:gd name="connsiteX1248" fmla="*/ 16954 w 514350"/>
                <a:gd name="connsiteY1248" fmla="*/ 234791 h 809625"/>
                <a:gd name="connsiteX1249" fmla="*/ 15526 w 514350"/>
                <a:gd name="connsiteY1249" fmla="*/ 238125 h 809625"/>
                <a:gd name="connsiteX1250" fmla="*/ 15431 w 514350"/>
                <a:gd name="connsiteY1250" fmla="*/ 238506 h 809625"/>
                <a:gd name="connsiteX1251" fmla="*/ 15526 w 514350"/>
                <a:gd name="connsiteY1251" fmla="*/ 238887 h 809625"/>
                <a:gd name="connsiteX1252" fmla="*/ 15812 w 514350"/>
                <a:gd name="connsiteY1252" fmla="*/ 239173 h 809625"/>
                <a:gd name="connsiteX1253" fmla="*/ 16193 w 514350"/>
                <a:gd name="connsiteY1253" fmla="*/ 239268 h 809625"/>
                <a:gd name="connsiteX1254" fmla="*/ 16574 w 514350"/>
                <a:gd name="connsiteY1254" fmla="*/ 239268 h 809625"/>
                <a:gd name="connsiteX1255" fmla="*/ 16859 w 514350"/>
                <a:gd name="connsiteY1255" fmla="*/ 239173 h 809625"/>
                <a:gd name="connsiteX1256" fmla="*/ 17145 w 514350"/>
                <a:gd name="connsiteY1256" fmla="*/ 239078 h 809625"/>
                <a:gd name="connsiteX1257" fmla="*/ 18479 w 514350"/>
                <a:gd name="connsiteY1257" fmla="*/ 238125 h 809625"/>
                <a:gd name="connsiteX1258" fmla="*/ 19336 w 514350"/>
                <a:gd name="connsiteY1258" fmla="*/ 237744 h 809625"/>
                <a:gd name="connsiteX1259" fmla="*/ 19907 w 514350"/>
                <a:gd name="connsiteY1259" fmla="*/ 237649 h 809625"/>
                <a:gd name="connsiteX1260" fmla="*/ 20193 w 514350"/>
                <a:gd name="connsiteY1260" fmla="*/ 237649 h 809625"/>
                <a:gd name="connsiteX1261" fmla="*/ 20574 w 514350"/>
                <a:gd name="connsiteY1261" fmla="*/ 237934 h 809625"/>
                <a:gd name="connsiteX1262" fmla="*/ 20765 w 514350"/>
                <a:gd name="connsiteY1262" fmla="*/ 238411 h 809625"/>
                <a:gd name="connsiteX1263" fmla="*/ 21050 w 514350"/>
                <a:gd name="connsiteY1263" fmla="*/ 239839 h 809625"/>
                <a:gd name="connsiteX1264" fmla="*/ 21146 w 514350"/>
                <a:gd name="connsiteY1264" fmla="*/ 240411 h 809625"/>
                <a:gd name="connsiteX1265" fmla="*/ 21241 w 514350"/>
                <a:gd name="connsiteY1265" fmla="*/ 240887 h 809625"/>
                <a:gd name="connsiteX1266" fmla="*/ 21336 w 514350"/>
                <a:gd name="connsiteY1266" fmla="*/ 241363 h 809625"/>
                <a:gd name="connsiteX1267" fmla="*/ 21717 w 514350"/>
                <a:gd name="connsiteY1267" fmla="*/ 241840 h 809625"/>
                <a:gd name="connsiteX1268" fmla="*/ 22289 w 514350"/>
                <a:gd name="connsiteY1268" fmla="*/ 242125 h 809625"/>
                <a:gd name="connsiteX1269" fmla="*/ 22955 w 514350"/>
                <a:gd name="connsiteY1269" fmla="*/ 242316 h 809625"/>
                <a:gd name="connsiteX1270" fmla="*/ 23527 w 514350"/>
                <a:gd name="connsiteY1270" fmla="*/ 242316 h 809625"/>
                <a:gd name="connsiteX1271" fmla="*/ 24860 w 514350"/>
                <a:gd name="connsiteY1271" fmla="*/ 242125 h 809625"/>
                <a:gd name="connsiteX1272" fmla="*/ 25337 w 514350"/>
                <a:gd name="connsiteY1272" fmla="*/ 242125 h 809625"/>
                <a:gd name="connsiteX1273" fmla="*/ 25718 w 514350"/>
                <a:gd name="connsiteY1273" fmla="*/ 242411 h 809625"/>
                <a:gd name="connsiteX1274" fmla="*/ 26099 w 514350"/>
                <a:gd name="connsiteY1274" fmla="*/ 242983 h 809625"/>
                <a:gd name="connsiteX1275" fmla="*/ 26194 w 514350"/>
                <a:gd name="connsiteY1275" fmla="*/ 243840 h 809625"/>
                <a:gd name="connsiteX1276" fmla="*/ 26194 w 514350"/>
                <a:gd name="connsiteY1276" fmla="*/ 244697 h 809625"/>
                <a:gd name="connsiteX1277" fmla="*/ 26384 w 514350"/>
                <a:gd name="connsiteY1277" fmla="*/ 245554 h 809625"/>
                <a:gd name="connsiteX1278" fmla="*/ 26670 w 514350"/>
                <a:gd name="connsiteY1278" fmla="*/ 246221 h 809625"/>
                <a:gd name="connsiteX1279" fmla="*/ 27146 w 514350"/>
                <a:gd name="connsiteY1279" fmla="*/ 246793 h 809625"/>
                <a:gd name="connsiteX1280" fmla="*/ 27813 w 514350"/>
                <a:gd name="connsiteY1280" fmla="*/ 247269 h 809625"/>
                <a:gd name="connsiteX1281" fmla="*/ 28480 w 514350"/>
                <a:gd name="connsiteY1281" fmla="*/ 247650 h 809625"/>
                <a:gd name="connsiteX1282" fmla="*/ 30099 w 514350"/>
                <a:gd name="connsiteY1282" fmla="*/ 248412 h 809625"/>
                <a:gd name="connsiteX1283" fmla="*/ 30480 w 514350"/>
                <a:gd name="connsiteY1283" fmla="*/ 248698 h 809625"/>
                <a:gd name="connsiteX1284" fmla="*/ 30766 w 514350"/>
                <a:gd name="connsiteY1284" fmla="*/ 249079 h 809625"/>
                <a:gd name="connsiteX1285" fmla="*/ 30575 w 514350"/>
                <a:gd name="connsiteY1285" fmla="*/ 249746 h 809625"/>
                <a:gd name="connsiteX1286" fmla="*/ 30004 w 514350"/>
                <a:gd name="connsiteY1286" fmla="*/ 250317 h 809625"/>
                <a:gd name="connsiteX1287" fmla="*/ 29432 w 514350"/>
                <a:gd name="connsiteY1287" fmla="*/ 250603 h 809625"/>
                <a:gd name="connsiteX1288" fmla="*/ 28575 w 514350"/>
                <a:gd name="connsiteY1288" fmla="*/ 250793 h 809625"/>
                <a:gd name="connsiteX1289" fmla="*/ 26575 w 514350"/>
                <a:gd name="connsiteY1289" fmla="*/ 250984 h 809625"/>
                <a:gd name="connsiteX1290" fmla="*/ 25337 w 514350"/>
                <a:gd name="connsiteY1290" fmla="*/ 251365 h 809625"/>
                <a:gd name="connsiteX1291" fmla="*/ 24765 w 514350"/>
                <a:gd name="connsiteY1291" fmla="*/ 251936 h 809625"/>
                <a:gd name="connsiteX1292" fmla="*/ 24575 w 514350"/>
                <a:gd name="connsiteY1292" fmla="*/ 252889 h 809625"/>
                <a:gd name="connsiteX1293" fmla="*/ 24765 w 514350"/>
                <a:gd name="connsiteY1293" fmla="*/ 254889 h 809625"/>
                <a:gd name="connsiteX1294" fmla="*/ 25051 w 514350"/>
                <a:gd name="connsiteY1294" fmla="*/ 255937 h 809625"/>
                <a:gd name="connsiteX1295" fmla="*/ 25527 w 514350"/>
                <a:gd name="connsiteY1295" fmla="*/ 256889 h 809625"/>
                <a:gd name="connsiteX1296" fmla="*/ 26289 w 514350"/>
                <a:gd name="connsiteY1296" fmla="*/ 258223 h 809625"/>
                <a:gd name="connsiteX1297" fmla="*/ 26479 w 514350"/>
                <a:gd name="connsiteY1297" fmla="*/ 258699 h 809625"/>
                <a:gd name="connsiteX1298" fmla="*/ 26479 w 514350"/>
                <a:gd name="connsiteY1298" fmla="*/ 259271 h 809625"/>
                <a:gd name="connsiteX1299" fmla="*/ 26289 w 514350"/>
                <a:gd name="connsiteY1299" fmla="*/ 261556 h 809625"/>
                <a:gd name="connsiteX1300" fmla="*/ 26479 w 514350"/>
                <a:gd name="connsiteY1300" fmla="*/ 262509 h 809625"/>
                <a:gd name="connsiteX1301" fmla="*/ 26765 w 514350"/>
                <a:gd name="connsiteY1301" fmla="*/ 263271 h 809625"/>
                <a:gd name="connsiteX1302" fmla="*/ 27242 w 514350"/>
                <a:gd name="connsiteY1302" fmla="*/ 263557 h 809625"/>
                <a:gd name="connsiteX1303" fmla="*/ 27813 w 514350"/>
                <a:gd name="connsiteY1303" fmla="*/ 263557 h 809625"/>
                <a:gd name="connsiteX1304" fmla="*/ 28385 w 514350"/>
                <a:gd name="connsiteY1304" fmla="*/ 263366 h 809625"/>
                <a:gd name="connsiteX1305" fmla="*/ 28766 w 514350"/>
                <a:gd name="connsiteY1305" fmla="*/ 263080 h 809625"/>
                <a:gd name="connsiteX1306" fmla="*/ 29813 w 514350"/>
                <a:gd name="connsiteY1306" fmla="*/ 262319 h 809625"/>
                <a:gd name="connsiteX1307" fmla="*/ 30385 w 514350"/>
                <a:gd name="connsiteY1307" fmla="*/ 262033 h 809625"/>
                <a:gd name="connsiteX1308" fmla="*/ 30956 w 514350"/>
                <a:gd name="connsiteY1308" fmla="*/ 261938 h 809625"/>
                <a:gd name="connsiteX1309" fmla="*/ 31718 w 514350"/>
                <a:gd name="connsiteY1309" fmla="*/ 262128 h 809625"/>
                <a:gd name="connsiteX1310" fmla="*/ 41624 w 514350"/>
                <a:gd name="connsiteY1310" fmla="*/ 266795 h 809625"/>
                <a:gd name="connsiteX1311" fmla="*/ 42386 w 514350"/>
                <a:gd name="connsiteY1311" fmla="*/ 267367 h 809625"/>
                <a:gd name="connsiteX1312" fmla="*/ 43244 w 514350"/>
                <a:gd name="connsiteY1312" fmla="*/ 268129 h 809625"/>
                <a:gd name="connsiteX1313" fmla="*/ 43720 w 514350"/>
                <a:gd name="connsiteY1313" fmla="*/ 268986 h 809625"/>
                <a:gd name="connsiteX1314" fmla="*/ 44101 w 514350"/>
                <a:gd name="connsiteY1314" fmla="*/ 269938 h 809625"/>
                <a:gd name="connsiteX1315" fmla="*/ 44387 w 514350"/>
                <a:gd name="connsiteY1315" fmla="*/ 271177 h 809625"/>
                <a:gd name="connsiteX1316" fmla="*/ 44387 w 514350"/>
                <a:gd name="connsiteY1316" fmla="*/ 272891 h 809625"/>
                <a:gd name="connsiteX1317" fmla="*/ 43720 w 514350"/>
                <a:gd name="connsiteY1317" fmla="*/ 277939 h 809625"/>
                <a:gd name="connsiteX1318" fmla="*/ 43910 w 514350"/>
                <a:gd name="connsiteY1318" fmla="*/ 281940 h 809625"/>
                <a:gd name="connsiteX1319" fmla="*/ 43625 w 514350"/>
                <a:gd name="connsiteY1319" fmla="*/ 284131 h 809625"/>
                <a:gd name="connsiteX1320" fmla="*/ 43053 w 514350"/>
                <a:gd name="connsiteY1320" fmla="*/ 285083 h 809625"/>
                <a:gd name="connsiteX1321" fmla="*/ 42196 w 514350"/>
                <a:gd name="connsiteY1321" fmla="*/ 285559 h 809625"/>
                <a:gd name="connsiteX1322" fmla="*/ 37433 w 514350"/>
                <a:gd name="connsiteY1322" fmla="*/ 285655 h 809625"/>
                <a:gd name="connsiteX1323" fmla="*/ 36290 w 514350"/>
                <a:gd name="connsiteY1323" fmla="*/ 286036 h 809625"/>
                <a:gd name="connsiteX1324" fmla="*/ 35338 w 514350"/>
                <a:gd name="connsiteY1324" fmla="*/ 286703 h 809625"/>
                <a:gd name="connsiteX1325" fmla="*/ 34100 w 514350"/>
                <a:gd name="connsiteY1325" fmla="*/ 288036 h 809625"/>
                <a:gd name="connsiteX1326" fmla="*/ 33719 w 514350"/>
                <a:gd name="connsiteY1326" fmla="*/ 288893 h 809625"/>
                <a:gd name="connsiteX1327" fmla="*/ 33814 w 514350"/>
                <a:gd name="connsiteY1327" fmla="*/ 289846 h 809625"/>
                <a:gd name="connsiteX1328" fmla="*/ 34385 w 514350"/>
                <a:gd name="connsiteY1328" fmla="*/ 290322 h 809625"/>
                <a:gd name="connsiteX1329" fmla="*/ 35147 w 514350"/>
                <a:gd name="connsiteY1329" fmla="*/ 290703 h 809625"/>
                <a:gd name="connsiteX1330" fmla="*/ 37814 w 514350"/>
                <a:gd name="connsiteY1330" fmla="*/ 291370 h 809625"/>
                <a:gd name="connsiteX1331" fmla="*/ 38386 w 514350"/>
                <a:gd name="connsiteY1331" fmla="*/ 291560 h 809625"/>
                <a:gd name="connsiteX1332" fmla="*/ 38862 w 514350"/>
                <a:gd name="connsiteY1332" fmla="*/ 291846 h 809625"/>
                <a:gd name="connsiteX1333" fmla="*/ 39243 w 514350"/>
                <a:gd name="connsiteY1333" fmla="*/ 292417 h 809625"/>
                <a:gd name="connsiteX1334" fmla="*/ 39433 w 514350"/>
                <a:gd name="connsiteY1334" fmla="*/ 293465 h 809625"/>
                <a:gd name="connsiteX1335" fmla="*/ 39433 w 514350"/>
                <a:gd name="connsiteY1335" fmla="*/ 294989 h 809625"/>
                <a:gd name="connsiteX1336" fmla="*/ 38862 w 514350"/>
                <a:gd name="connsiteY1336" fmla="*/ 298037 h 809625"/>
                <a:gd name="connsiteX1337" fmla="*/ 38100 w 514350"/>
                <a:gd name="connsiteY1337" fmla="*/ 300038 h 809625"/>
                <a:gd name="connsiteX1338" fmla="*/ 37148 w 514350"/>
                <a:gd name="connsiteY1338" fmla="*/ 301752 h 809625"/>
                <a:gd name="connsiteX1339" fmla="*/ 35719 w 514350"/>
                <a:gd name="connsiteY1339" fmla="*/ 303847 h 809625"/>
                <a:gd name="connsiteX1340" fmla="*/ 33528 w 514350"/>
                <a:gd name="connsiteY1340" fmla="*/ 308324 h 809625"/>
                <a:gd name="connsiteX1341" fmla="*/ 30290 w 514350"/>
                <a:gd name="connsiteY1341" fmla="*/ 312515 h 809625"/>
                <a:gd name="connsiteX1342" fmla="*/ 30004 w 514350"/>
                <a:gd name="connsiteY1342" fmla="*/ 313182 h 809625"/>
                <a:gd name="connsiteX1343" fmla="*/ 30099 w 514350"/>
                <a:gd name="connsiteY1343" fmla="*/ 313754 h 809625"/>
                <a:gd name="connsiteX1344" fmla="*/ 31623 w 514350"/>
                <a:gd name="connsiteY1344" fmla="*/ 315087 h 809625"/>
                <a:gd name="connsiteX1345" fmla="*/ 32195 w 514350"/>
                <a:gd name="connsiteY1345" fmla="*/ 315849 h 809625"/>
                <a:gd name="connsiteX1346" fmla="*/ 32480 w 514350"/>
                <a:gd name="connsiteY1346" fmla="*/ 316992 h 809625"/>
                <a:gd name="connsiteX1347" fmla="*/ 32099 w 514350"/>
                <a:gd name="connsiteY1347" fmla="*/ 318135 h 809625"/>
                <a:gd name="connsiteX1348" fmla="*/ 29718 w 514350"/>
                <a:gd name="connsiteY1348" fmla="*/ 322516 h 809625"/>
                <a:gd name="connsiteX1349" fmla="*/ 27623 w 514350"/>
                <a:gd name="connsiteY1349" fmla="*/ 325850 h 809625"/>
                <a:gd name="connsiteX1350" fmla="*/ 26575 w 514350"/>
                <a:gd name="connsiteY1350" fmla="*/ 326898 h 809625"/>
                <a:gd name="connsiteX1351" fmla="*/ 24575 w 514350"/>
                <a:gd name="connsiteY1351" fmla="*/ 328517 h 809625"/>
                <a:gd name="connsiteX1352" fmla="*/ 23336 w 514350"/>
                <a:gd name="connsiteY1352" fmla="*/ 329089 h 809625"/>
                <a:gd name="connsiteX1353" fmla="*/ 21908 w 514350"/>
                <a:gd name="connsiteY1353" fmla="*/ 329660 h 809625"/>
                <a:gd name="connsiteX1354" fmla="*/ 18955 w 514350"/>
                <a:gd name="connsiteY1354" fmla="*/ 330137 h 809625"/>
                <a:gd name="connsiteX1355" fmla="*/ 15240 w 514350"/>
                <a:gd name="connsiteY1355" fmla="*/ 330137 h 809625"/>
                <a:gd name="connsiteX1356" fmla="*/ 14573 w 514350"/>
                <a:gd name="connsiteY1356" fmla="*/ 329946 h 809625"/>
                <a:gd name="connsiteX1357" fmla="*/ 14192 w 514350"/>
                <a:gd name="connsiteY1357" fmla="*/ 329755 h 809625"/>
                <a:gd name="connsiteX1358" fmla="*/ 14097 w 514350"/>
                <a:gd name="connsiteY1358" fmla="*/ 329470 h 809625"/>
                <a:gd name="connsiteX1359" fmla="*/ 14192 w 514350"/>
                <a:gd name="connsiteY1359" fmla="*/ 329089 h 809625"/>
                <a:gd name="connsiteX1360" fmla="*/ 14288 w 514350"/>
                <a:gd name="connsiteY1360" fmla="*/ 328613 h 809625"/>
                <a:gd name="connsiteX1361" fmla="*/ 14383 w 514350"/>
                <a:gd name="connsiteY1361" fmla="*/ 327088 h 809625"/>
                <a:gd name="connsiteX1362" fmla="*/ 14288 w 514350"/>
                <a:gd name="connsiteY1362" fmla="*/ 326327 h 809625"/>
                <a:gd name="connsiteX1363" fmla="*/ 14097 w 514350"/>
                <a:gd name="connsiteY1363" fmla="*/ 325469 h 809625"/>
                <a:gd name="connsiteX1364" fmla="*/ 13621 w 514350"/>
                <a:gd name="connsiteY1364" fmla="*/ 324993 h 809625"/>
                <a:gd name="connsiteX1365" fmla="*/ 12764 w 514350"/>
                <a:gd name="connsiteY1365" fmla="*/ 324707 h 809625"/>
                <a:gd name="connsiteX1366" fmla="*/ 11906 w 514350"/>
                <a:gd name="connsiteY1366" fmla="*/ 324898 h 809625"/>
                <a:gd name="connsiteX1367" fmla="*/ 10954 w 514350"/>
                <a:gd name="connsiteY1367" fmla="*/ 325374 h 809625"/>
                <a:gd name="connsiteX1368" fmla="*/ 5334 w 514350"/>
                <a:gd name="connsiteY1368" fmla="*/ 329755 h 809625"/>
                <a:gd name="connsiteX1369" fmla="*/ 3905 w 514350"/>
                <a:gd name="connsiteY1369" fmla="*/ 331565 h 809625"/>
                <a:gd name="connsiteX1370" fmla="*/ 2953 w 514350"/>
                <a:gd name="connsiteY1370" fmla="*/ 334423 h 809625"/>
                <a:gd name="connsiteX1371" fmla="*/ 2381 w 514350"/>
                <a:gd name="connsiteY1371" fmla="*/ 335375 h 809625"/>
                <a:gd name="connsiteX1372" fmla="*/ 1810 w 514350"/>
                <a:gd name="connsiteY1372" fmla="*/ 335947 h 809625"/>
                <a:gd name="connsiteX1373" fmla="*/ 381 w 514350"/>
                <a:gd name="connsiteY1373" fmla="*/ 336518 h 809625"/>
                <a:gd name="connsiteX1374" fmla="*/ 191 w 514350"/>
                <a:gd name="connsiteY1374" fmla="*/ 336899 h 809625"/>
                <a:gd name="connsiteX1375" fmla="*/ 286 w 514350"/>
                <a:gd name="connsiteY1375" fmla="*/ 337471 h 809625"/>
                <a:gd name="connsiteX1376" fmla="*/ 952 w 514350"/>
                <a:gd name="connsiteY1376" fmla="*/ 338614 h 809625"/>
                <a:gd name="connsiteX1377" fmla="*/ 1048 w 514350"/>
                <a:gd name="connsiteY1377" fmla="*/ 340423 h 809625"/>
                <a:gd name="connsiteX1378" fmla="*/ 2762 w 514350"/>
                <a:gd name="connsiteY1378" fmla="*/ 340900 h 809625"/>
                <a:gd name="connsiteX1379" fmla="*/ 4191 w 514350"/>
                <a:gd name="connsiteY1379" fmla="*/ 340995 h 809625"/>
                <a:gd name="connsiteX1380" fmla="*/ 5715 w 514350"/>
                <a:gd name="connsiteY1380" fmla="*/ 340709 h 809625"/>
                <a:gd name="connsiteX1381" fmla="*/ 6477 w 514350"/>
                <a:gd name="connsiteY1381" fmla="*/ 340423 h 809625"/>
                <a:gd name="connsiteX1382" fmla="*/ 7239 w 514350"/>
                <a:gd name="connsiteY1382" fmla="*/ 340042 h 809625"/>
                <a:gd name="connsiteX1383" fmla="*/ 8763 w 514350"/>
                <a:gd name="connsiteY1383" fmla="*/ 338995 h 809625"/>
                <a:gd name="connsiteX1384" fmla="*/ 9335 w 514350"/>
                <a:gd name="connsiteY1384" fmla="*/ 338804 h 809625"/>
                <a:gd name="connsiteX1385" fmla="*/ 10097 w 514350"/>
                <a:gd name="connsiteY1385" fmla="*/ 338995 h 809625"/>
                <a:gd name="connsiteX1386" fmla="*/ 12287 w 514350"/>
                <a:gd name="connsiteY1386" fmla="*/ 339757 h 809625"/>
                <a:gd name="connsiteX1387" fmla="*/ 15621 w 514350"/>
                <a:gd name="connsiteY1387" fmla="*/ 341662 h 809625"/>
                <a:gd name="connsiteX1388" fmla="*/ 16478 w 514350"/>
                <a:gd name="connsiteY1388" fmla="*/ 342519 h 809625"/>
                <a:gd name="connsiteX1389" fmla="*/ 16859 w 514350"/>
                <a:gd name="connsiteY1389" fmla="*/ 343281 h 809625"/>
                <a:gd name="connsiteX1390" fmla="*/ 17812 w 514350"/>
                <a:gd name="connsiteY1390" fmla="*/ 346805 h 809625"/>
                <a:gd name="connsiteX1391" fmla="*/ 18764 w 514350"/>
                <a:gd name="connsiteY1391" fmla="*/ 353282 h 809625"/>
                <a:gd name="connsiteX1392" fmla="*/ 19145 w 514350"/>
                <a:gd name="connsiteY1392" fmla="*/ 354997 h 809625"/>
                <a:gd name="connsiteX1393" fmla="*/ 18764 w 514350"/>
                <a:gd name="connsiteY1393" fmla="*/ 357188 h 809625"/>
                <a:gd name="connsiteX1394" fmla="*/ 17717 w 514350"/>
                <a:gd name="connsiteY1394" fmla="*/ 358712 h 809625"/>
                <a:gd name="connsiteX1395" fmla="*/ 16764 w 514350"/>
                <a:gd name="connsiteY1395" fmla="*/ 360521 h 809625"/>
                <a:gd name="connsiteX1396" fmla="*/ 17050 w 514350"/>
                <a:gd name="connsiteY1396" fmla="*/ 362712 h 809625"/>
                <a:gd name="connsiteX1397" fmla="*/ 18383 w 514350"/>
                <a:gd name="connsiteY1397" fmla="*/ 364046 h 809625"/>
                <a:gd name="connsiteX1398" fmla="*/ 18860 w 514350"/>
                <a:gd name="connsiteY1398" fmla="*/ 364807 h 809625"/>
                <a:gd name="connsiteX1399" fmla="*/ 19241 w 514350"/>
                <a:gd name="connsiteY1399" fmla="*/ 365760 h 809625"/>
                <a:gd name="connsiteX1400" fmla="*/ 19336 w 514350"/>
                <a:gd name="connsiteY1400" fmla="*/ 366808 h 809625"/>
                <a:gd name="connsiteX1401" fmla="*/ 19336 w 514350"/>
                <a:gd name="connsiteY1401" fmla="*/ 367379 h 809625"/>
                <a:gd name="connsiteX1402" fmla="*/ 19145 w 514350"/>
                <a:gd name="connsiteY1402" fmla="*/ 368808 h 809625"/>
                <a:gd name="connsiteX1403" fmla="*/ 19145 w 514350"/>
                <a:gd name="connsiteY1403" fmla="*/ 369856 h 809625"/>
                <a:gd name="connsiteX1404" fmla="*/ 19336 w 514350"/>
                <a:gd name="connsiteY1404" fmla="*/ 370808 h 809625"/>
                <a:gd name="connsiteX1405" fmla="*/ 19812 w 514350"/>
                <a:gd name="connsiteY1405" fmla="*/ 371856 h 809625"/>
                <a:gd name="connsiteX1406" fmla="*/ 23050 w 514350"/>
                <a:gd name="connsiteY1406" fmla="*/ 375285 h 809625"/>
                <a:gd name="connsiteX1407" fmla="*/ 23622 w 514350"/>
                <a:gd name="connsiteY1407" fmla="*/ 376047 h 809625"/>
                <a:gd name="connsiteX1408" fmla="*/ 23908 w 514350"/>
                <a:gd name="connsiteY1408" fmla="*/ 376714 h 809625"/>
                <a:gd name="connsiteX1409" fmla="*/ 24098 w 514350"/>
                <a:gd name="connsiteY1409" fmla="*/ 377666 h 809625"/>
                <a:gd name="connsiteX1410" fmla="*/ 24575 w 514350"/>
                <a:gd name="connsiteY1410" fmla="*/ 382429 h 809625"/>
                <a:gd name="connsiteX1411" fmla="*/ 24289 w 514350"/>
                <a:gd name="connsiteY1411" fmla="*/ 383477 h 809625"/>
                <a:gd name="connsiteX1412" fmla="*/ 23908 w 514350"/>
                <a:gd name="connsiteY1412" fmla="*/ 384334 h 809625"/>
                <a:gd name="connsiteX1413" fmla="*/ 22860 w 514350"/>
                <a:gd name="connsiteY1413" fmla="*/ 385096 h 809625"/>
                <a:gd name="connsiteX1414" fmla="*/ 22003 w 514350"/>
                <a:gd name="connsiteY1414" fmla="*/ 385477 h 809625"/>
                <a:gd name="connsiteX1415" fmla="*/ 18479 w 514350"/>
                <a:gd name="connsiteY1415" fmla="*/ 386239 h 809625"/>
                <a:gd name="connsiteX1416" fmla="*/ 17907 w 514350"/>
                <a:gd name="connsiteY1416" fmla="*/ 386429 h 809625"/>
                <a:gd name="connsiteX1417" fmla="*/ 17526 w 514350"/>
                <a:gd name="connsiteY1417" fmla="*/ 386810 h 809625"/>
                <a:gd name="connsiteX1418" fmla="*/ 17240 w 514350"/>
                <a:gd name="connsiteY1418" fmla="*/ 387477 h 809625"/>
                <a:gd name="connsiteX1419" fmla="*/ 17240 w 514350"/>
                <a:gd name="connsiteY1419" fmla="*/ 388525 h 809625"/>
                <a:gd name="connsiteX1420" fmla="*/ 17621 w 514350"/>
                <a:gd name="connsiteY1420" fmla="*/ 389382 h 809625"/>
                <a:gd name="connsiteX1421" fmla="*/ 18193 w 514350"/>
                <a:gd name="connsiteY1421" fmla="*/ 390049 h 809625"/>
                <a:gd name="connsiteX1422" fmla="*/ 21622 w 514350"/>
                <a:gd name="connsiteY1422" fmla="*/ 392049 h 809625"/>
                <a:gd name="connsiteX1423" fmla="*/ 22193 w 514350"/>
                <a:gd name="connsiteY1423" fmla="*/ 392430 h 809625"/>
                <a:gd name="connsiteX1424" fmla="*/ 22670 w 514350"/>
                <a:gd name="connsiteY1424" fmla="*/ 393002 h 809625"/>
                <a:gd name="connsiteX1425" fmla="*/ 23050 w 514350"/>
                <a:gd name="connsiteY1425" fmla="*/ 393668 h 809625"/>
                <a:gd name="connsiteX1426" fmla="*/ 23241 w 514350"/>
                <a:gd name="connsiteY1426" fmla="*/ 394525 h 809625"/>
                <a:gd name="connsiteX1427" fmla="*/ 23146 w 514350"/>
                <a:gd name="connsiteY1427" fmla="*/ 395669 h 809625"/>
                <a:gd name="connsiteX1428" fmla="*/ 22765 w 514350"/>
                <a:gd name="connsiteY1428" fmla="*/ 397002 h 809625"/>
                <a:gd name="connsiteX1429" fmla="*/ 20002 w 514350"/>
                <a:gd name="connsiteY1429" fmla="*/ 402527 h 809625"/>
                <a:gd name="connsiteX1430" fmla="*/ 19717 w 514350"/>
                <a:gd name="connsiteY1430" fmla="*/ 403479 h 809625"/>
                <a:gd name="connsiteX1431" fmla="*/ 19431 w 514350"/>
                <a:gd name="connsiteY1431" fmla="*/ 405289 h 809625"/>
                <a:gd name="connsiteX1432" fmla="*/ 19431 w 514350"/>
                <a:gd name="connsiteY1432" fmla="*/ 406241 h 809625"/>
                <a:gd name="connsiteX1433" fmla="*/ 19431 w 514350"/>
                <a:gd name="connsiteY1433" fmla="*/ 407098 h 809625"/>
                <a:gd name="connsiteX1434" fmla="*/ 20288 w 514350"/>
                <a:gd name="connsiteY1434" fmla="*/ 411004 h 809625"/>
                <a:gd name="connsiteX1435" fmla="*/ 20288 w 514350"/>
                <a:gd name="connsiteY1435" fmla="*/ 412052 h 809625"/>
                <a:gd name="connsiteX1436" fmla="*/ 20193 w 514350"/>
                <a:gd name="connsiteY1436" fmla="*/ 413099 h 809625"/>
                <a:gd name="connsiteX1437" fmla="*/ 19907 w 514350"/>
                <a:gd name="connsiteY1437" fmla="*/ 414338 h 809625"/>
                <a:gd name="connsiteX1438" fmla="*/ 19526 w 514350"/>
                <a:gd name="connsiteY1438" fmla="*/ 415385 h 809625"/>
                <a:gd name="connsiteX1439" fmla="*/ 18860 w 514350"/>
                <a:gd name="connsiteY1439" fmla="*/ 417005 h 809625"/>
                <a:gd name="connsiteX1440" fmla="*/ 18002 w 514350"/>
                <a:gd name="connsiteY1440" fmla="*/ 419671 h 809625"/>
                <a:gd name="connsiteX1441" fmla="*/ 17717 w 514350"/>
                <a:gd name="connsiteY1441" fmla="*/ 421100 h 809625"/>
                <a:gd name="connsiteX1442" fmla="*/ 17526 w 514350"/>
                <a:gd name="connsiteY1442" fmla="*/ 421577 h 809625"/>
                <a:gd name="connsiteX1443" fmla="*/ 17240 w 514350"/>
                <a:gd name="connsiteY1443" fmla="*/ 422243 h 809625"/>
                <a:gd name="connsiteX1444" fmla="*/ 15621 w 514350"/>
                <a:gd name="connsiteY1444" fmla="*/ 423767 h 809625"/>
                <a:gd name="connsiteX1445" fmla="*/ 13621 w 514350"/>
                <a:gd name="connsiteY1445" fmla="*/ 424910 h 809625"/>
                <a:gd name="connsiteX1446" fmla="*/ 12192 w 514350"/>
                <a:gd name="connsiteY1446" fmla="*/ 425482 h 809625"/>
                <a:gd name="connsiteX1447" fmla="*/ 10573 w 514350"/>
                <a:gd name="connsiteY1447" fmla="*/ 425767 h 809625"/>
                <a:gd name="connsiteX1448" fmla="*/ 8001 w 514350"/>
                <a:gd name="connsiteY1448" fmla="*/ 425482 h 809625"/>
                <a:gd name="connsiteX1449" fmla="*/ 7239 w 514350"/>
                <a:gd name="connsiteY1449" fmla="*/ 425672 h 809625"/>
                <a:gd name="connsiteX1450" fmla="*/ 6477 w 514350"/>
                <a:gd name="connsiteY1450" fmla="*/ 426148 h 809625"/>
                <a:gd name="connsiteX1451" fmla="*/ 3905 w 514350"/>
                <a:gd name="connsiteY1451" fmla="*/ 428339 h 809625"/>
                <a:gd name="connsiteX1452" fmla="*/ 0 w 514350"/>
                <a:gd name="connsiteY1452" fmla="*/ 430435 h 809625"/>
                <a:gd name="connsiteX1453" fmla="*/ 1333 w 514350"/>
                <a:gd name="connsiteY1453" fmla="*/ 434054 h 809625"/>
                <a:gd name="connsiteX1454" fmla="*/ 2381 w 514350"/>
                <a:gd name="connsiteY1454" fmla="*/ 435388 h 809625"/>
                <a:gd name="connsiteX1455" fmla="*/ 3905 w 514350"/>
                <a:gd name="connsiteY1455" fmla="*/ 435388 h 809625"/>
                <a:gd name="connsiteX1456" fmla="*/ 5715 w 514350"/>
                <a:gd name="connsiteY1456" fmla="*/ 434626 h 809625"/>
                <a:gd name="connsiteX1457" fmla="*/ 7239 w 514350"/>
                <a:gd name="connsiteY1457" fmla="*/ 433483 h 809625"/>
                <a:gd name="connsiteX1458" fmla="*/ 7810 w 514350"/>
                <a:gd name="connsiteY1458" fmla="*/ 432530 h 809625"/>
                <a:gd name="connsiteX1459" fmla="*/ 8573 w 514350"/>
                <a:gd name="connsiteY1459" fmla="*/ 431768 h 809625"/>
                <a:gd name="connsiteX1460" fmla="*/ 12192 w 514350"/>
                <a:gd name="connsiteY1460" fmla="*/ 430054 h 809625"/>
                <a:gd name="connsiteX1461" fmla="*/ 13430 w 514350"/>
                <a:gd name="connsiteY1461" fmla="*/ 428815 h 809625"/>
                <a:gd name="connsiteX1462" fmla="*/ 13811 w 514350"/>
                <a:gd name="connsiteY1462" fmla="*/ 430435 h 809625"/>
                <a:gd name="connsiteX1463" fmla="*/ 14954 w 514350"/>
                <a:gd name="connsiteY1463" fmla="*/ 431102 h 809625"/>
                <a:gd name="connsiteX1464" fmla="*/ 16097 w 514350"/>
                <a:gd name="connsiteY1464" fmla="*/ 431292 h 809625"/>
                <a:gd name="connsiteX1465" fmla="*/ 16574 w 514350"/>
                <a:gd name="connsiteY1465" fmla="*/ 431768 h 809625"/>
                <a:gd name="connsiteX1466" fmla="*/ 16288 w 514350"/>
                <a:gd name="connsiteY1466" fmla="*/ 433197 h 809625"/>
                <a:gd name="connsiteX1467" fmla="*/ 15621 w 514350"/>
                <a:gd name="connsiteY1467" fmla="*/ 433388 h 809625"/>
                <a:gd name="connsiteX1468" fmla="*/ 14573 w 514350"/>
                <a:gd name="connsiteY1468" fmla="*/ 433102 h 809625"/>
                <a:gd name="connsiteX1469" fmla="*/ 13430 w 514350"/>
                <a:gd name="connsiteY1469" fmla="*/ 432911 h 809625"/>
                <a:gd name="connsiteX1470" fmla="*/ 11430 w 514350"/>
                <a:gd name="connsiteY1470" fmla="*/ 433292 h 809625"/>
                <a:gd name="connsiteX1471" fmla="*/ 10097 w 514350"/>
                <a:gd name="connsiteY1471" fmla="*/ 434149 h 809625"/>
                <a:gd name="connsiteX1472" fmla="*/ 9049 w 514350"/>
                <a:gd name="connsiteY1472" fmla="*/ 435578 h 809625"/>
                <a:gd name="connsiteX1473" fmla="*/ 7810 w 514350"/>
                <a:gd name="connsiteY1473" fmla="*/ 437769 h 809625"/>
                <a:gd name="connsiteX1474" fmla="*/ 6953 w 514350"/>
                <a:gd name="connsiteY1474" fmla="*/ 436721 h 809625"/>
                <a:gd name="connsiteX1475" fmla="*/ 5620 w 514350"/>
                <a:gd name="connsiteY1475" fmla="*/ 436245 h 809625"/>
                <a:gd name="connsiteX1476" fmla="*/ 4286 w 514350"/>
                <a:gd name="connsiteY1476" fmla="*/ 436436 h 809625"/>
                <a:gd name="connsiteX1477" fmla="*/ 3143 w 514350"/>
                <a:gd name="connsiteY1477" fmla="*/ 437102 h 809625"/>
                <a:gd name="connsiteX1478" fmla="*/ 2667 w 514350"/>
                <a:gd name="connsiteY1478" fmla="*/ 438340 h 809625"/>
                <a:gd name="connsiteX1479" fmla="*/ 2572 w 514350"/>
                <a:gd name="connsiteY1479" fmla="*/ 439864 h 809625"/>
                <a:gd name="connsiteX1480" fmla="*/ 2000 w 514350"/>
                <a:gd name="connsiteY1480" fmla="*/ 440531 h 809625"/>
                <a:gd name="connsiteX1481" fmla="*/ 0 w 514350"/>
                <a:gd name="connsiteY1481" fmla="*/ 439483 h 809625"/>
                <a:gd name="connsiteX1482" fmla="*/ 572 w 514350"/>
                <a:gd name="connsiteY1482" fmla="*/ 441674 h 809625"/>
                <a:gd name="connsiteX1483" fmla="*/ 2286 w 514350"/>
                <a:gd name="connsiteY1483" fmla="*/ 443198 h 809625"/>
                <a:gd name="connsiteX1484" fmla="*/ 6287 w 514350"/>
                <a:gd name="connsiteY1484" fmla="*/ 445198 h 809625"/>
                <a:gd name="connsiteX1485" fmla="*/ 6382 w 514350"/>
                <a:gd name="connsiteY1485" fmla="*/ 445389 h 809625"/>
                <a:gd name="connsiteX1486" fmla="*/ 7144 w 514350"/>
                <a:gd name="connsiteY1486" fmla="*/ 446818 h 809625"/>
                <a:gd name="connsiteX1487" fmla="*/ 7620 w 514350"/>
                <a:gd name="connsiteY1487" fmla="*/ 446913 h 809625"/>
                <a:gd name="connsiteX1488" fmla="*/ 8954 w 514350"/>
                <a:gd name="connsiteY1488" fmla="*/ 446722 h 809625"/>
                <a:gd name="connsiteX1489" fmla="*/ 9525 w 514350"/>
                <a:gd name="connsiteY1489" fmla="*/ 446818 h 809625"/>
                <a:gd name="connsiteX1490" fmla="*/ 10287 w 514350"/>
                <a:gd name="connsiteY1490" fmla="*/ 447770 h 809625"/>
                <a:gd name="connsiteX1491" fmla="*/ 11906 w 514350"/>
                <a:gd name="connsiteY1491" fmla="*/ 450913 h 809625"/>
                <a:gd name="connsiteX1492" fmla="*/ 13525 w 514350"/>
                <a:gd name="connsiteY1492" fmla="*/ 449008 h 809625"/>
                <a:gd name="connsiteX1493" fmla="*/ 14859 w 514350"/>
                <a:gd name="connsiteY1493" fmla="*/ 448246 h 809625"/>
                <a:gd name="connsiteX1494" fmla="*/ 16478 w 514350"/>
                <a:gd name="connsiteY1494" fmla="*/ 448723 h 809625"/>
                <a:gd name="connsiteX1495" fmla="*/ 18669 w 514350"/>
                <a:gd name="connsiteY1495" fmla="*/ 450532 h 809625"/>
                <a:gd name="connsiteX1496" fmla="*/ 19812 w 514350"/>
                <a:gd name="connsiteY1496" fmla="*/ 452628 h 809625"/>
                <a:gd name="connsiteX1497" fmla="*/ 20479 w 514350"/>
                <a:gd name="connsiteY1497" fmla="*/ 457676 h 809625"/>
                <a:gd name="connsiteX1498" fmla="*/ 21336 w 514350"/>
                <a:gd name="connsiteY1498" fmla="*/ 459962 h 809625"/>
                <a:gd name="connsiteX1499" fmla="*/ 20193 w 514350"/>
                <a:gd name="connsiteY1499" fmla="*/ 461010 h 809625"/>
                <a:gd name="connsiteX1500" fmla="*/ 20383 w 514350"/>
                <a:gd name="connsiteY1500" fmla="*/ 462344 h 809625"/>
                <a:gd name="connsiteX1501" fmla="*/ 21241 w 514350"/>
                <a:gd name="connsiteY1501" fmla="*/ 463487 h 809625"/>
                <a:gd name="connsiteX1502" fmla="*/ 22574 w 514350"/>
                <a:gd name="connsiteY1502" fmla="*/ 464058 h 809625"/>
                <a:gd name="connsiteX1503" fmla="*/ 24194 w 514350"/>
                <a:gd name="connsiteY1503" fmla="*/ 463582 h 809625"/>
                <a:gd name="connsiteX1504" fmla="*/ 25432 w 514350"/>
                <a:gd name="connsiteY1504" fmla="*/ 462915 h 809625"/>
                <a:gd name="connsiteX1505" fmla="*/ 26765 w 514350"/>
                <a:gd name="connsiteY1505" fmla="*/ 462534 h 809625"/>
                <a:gd name="connsiteX1506" fmla="*/ 28575 w 514350"/>
                <a:gd name="connsiteY1506" fmla="*/ 463201 h 809625"/>
                <a:gd name="connsiteX1507" fmla="*/ 28575 w 514350"/>
                <a:gd name="connsiteY1507" fmla="*/ 464058 h 809625"/>
                <a:gd name="connsiteX1508" fmla="*/ 24860 w 514350"/>
                <a:gd name="connsiteY1508" fmla="*/ 464534 h 809625"/>
                <a:gd name="connsiteX1509" fmla="*/ 23527 w 514350"/>
                <a:gd name="connsiteY1509" fmla="*/ 466249 h 809625"/>
                <a:gd name="connsiteX1510" fmla="*/ 23622 w 514350"/>
                <a:gd name="connsiteY1510" fmla="*/ 468916 h 809625"/>
                <a:gd name="connsiteX1511" fmla="*/ 24479 w 514350"/>
                <a:gd name="connsiteY1511" fmla="*/ 472154 h 809625"/>
                <a:gd name="connsiteX1512" fmla="*/ 24098 w 514350"/>
                <a:gd name="connsiteY1512" fmla="*/ 473392 h 809625"/>
                <a:gd name="connsiteX1513" fmla="*/ 25146 w 514350"/>
                <a:gd name="connsiteY1513" fmla="*/ 474345 h 809625"/>
                <a:gd name="connsiteX1514" fmla="*/ 26956 w 514350"/>
                <a:gd name="connsiteY1514" fmla="*/ 474631 h 809625"/>
                <a:gd name="connsiteX1515" fmla="*/ 28575 w 514350"/>
                <a:gd name="connsiteY1515" fmla="*/ 473773 h 809625"/>
                <a:gd name="connsiteX1516" fmla="*/ 29051 w 514350"/>
                <a:gd name="connsiteY1516" fmla="*/ 472249 h 809625"/>
                <a:gd name="connsiteX1517" fmla="*/ 28766 w 514350"/>
                <a:gd name="connsiteY1517" fmla="*/ 470535 h 809625"/>
                <a:gd name="connsiteX1518" fmla="*/ 29051 w 514350"/>
                <a:gd name="connsiteY1518" fmla="*/ 469011 h 809625"/>
                <a:gd name="connsiteX1519" fmla="*/ 30861 w 514350"/>
                <a:gd name="connsiteY1519" fmla="*/ 468154 h 809625"/>
                <a:gd name="connsiteX1520" fmla="*/ 30480 w 514350"/>
                <a:gd name="connsiteY1520" fmla="*/ 469202 h 809625"/>
                <a:gd name="connsiteX1521" fmla="*/ 30480 w 514350"/>
                <a:gd name="connsiteY1521" fmla="*/ 469868 h 809625"/>
                <a:gd name="connsiteX1522" fmla="*/ 30861 w 514350"/>
                <a:gd name="connsiteY1522" fmla="*/ 471297 h 809625"/>
                <a:gd name="connsiteX1523" fmla="*/ 31433 w 514350"/>
                <a:gd name="connsiteY1523" fmla="*/ 470821 h 809625"/>
                <a:gd name="connsiteX1524" fmla="*/ 31909 w 514350"/>
                <a:gd name="connsiteY1524" fmla="*/ 470725 h 809625"/>
                <a:gd name="connsiteX1525" fmla="*/ 33242 w 514350"/>
                <a:gd name="connsiteY1525" fmla="*/ 471297 h 809625"/>
                <a:gd name="connsiteX1526" fmla="*/ 32956 w 514350"/>
                <a:gd name="connsiteY1526" fmla="*/ 471773 h 809625"/>
                <a:gd name="connsiteX1527" fmla="*/ 32671 w 514350"/>
                <a:gd name="connsiteY1527" fmla="*/ 472630 h 809625"/>
                <a:gd name="connsiteX1528" fmla="*/ 32385 w 514350"/>
                <a:gd name="connsiteY1528" fmla="*/ 473012 h 809625"/>
                <a:gd name="connsiteX1529" fmla="*/ 33909 w 514350"/>
                <a:gd name="connsiteY1529" fmla="*/ 473773 h 809625"/>
                <a:gd name="connsiteX1530" fmla="*/ 38767 w 514350"/>
                <a:gd name="connsiteY1530" fmla="*/ 479488 h 809625"/>
                <a:gd name="connsiteX1531" fmla="*/ 35719 w 514350"/>
                <a:gd name="connsiteY1531" fmla="*/ 479012 h 809625"/>
                <a:gd name="connsiteX1532" fmla="*/ 35338 w 514350"/>
                <a:gd name="connsiteY1532" fmla="*/ 479584 h 809625"/>
                <a:gd name="connsiteX1533" fmla="*/ 36385 w 514350"/>
                <a:gd name="connsiteY1533" fmla="*/ 481203 h 809625"/>
                <a:gd name="connsiteX1534" fmla="*/ 34290 w 514350"/>
                <a:gd name="connsiteY1534" fmla="*/ 481108 h 809625"/>
                <a:gd name="connsiteX1535" fmla="*/ 32956 w 514350"/>
                <a:gd name="connsiteY1535" fmla="*/ 478441 h 809625"/>
                <a:gd name="connsiteX1536" fmla="*/ 31814 w 514350"/>
                <a:gd name="connsiteY1536" fmla="*/ 475202 h 809625"/>
                <a:gd name="connsiteX1537" fmla="*/ 30004 w 514350"/>
                <a:gd name="connsiteY1537" fmla="*/ 473012 h 809625"/>
                <a:gd name="connsiteX1538" fmla="*/ 30290 w 514350"/>
                <a:gd name="connsiteY1538" fmla="*/ 476059 h 809625"/>
                <a:gd name="connsiteX1539" fmla="*/ 32575 w 514350"/>
                <a:gd name="connsiteY1539" fmla="*/ 480536 h 809625"/>
                <a:gd name="connsiteX1540" fmla="*/ 33433 w 514350"/>
                <a:gd name="connsiteY1540" fmla="*/ 484822 h 809625"/>
                <a:gd name="connsiteX1541" fmla="*/ 34100 w 514350"/>
                <a:gd name="connsiteY1541" fmla="*/ 485680 h 809625"/>
                <a:gd name="connsiteX1542" fmla="*/ 34671 w 514350"/>
                <a:gd name="connsiteY1542" fmla="*/ 486251 h 809625"/>
                <a:gd name="connsiteX1543" fmla="*/ 34957 w 514350"/>
                <a:gd name="connsiteY1543" fmla="*/ 487299 h 809625"/>
                <a:gd name="connsiteX1544" fmla="*/ 34957 w 514350"/>
                <a:gd name="connsiteY1544" fmla="*/ 490347 h 809625"/>
                <a:gd name="connsiteX1545" fmla="*/ 35243 w 514350"/>
                <a:gd name="connsiteY1545" fmla="*/ 491776 h 809625"/>
                <a:gd name="connsiteX1546" fmla="*/ 36004 w 514350"/>
                <a:gd name="connsiteY1546" fmla="*/ 492919 h 809625"/>
                <a:gd name="connsiteX1547" fmla="*/ 37052 w 514350"/>
                <a:gd name="connsiteY1547" fmla="*/ 495109 h 809625"/>
                <a:gd name="connsiteX1548" fmla="*/ 37338 w 514350"/>
                <a:gd name="connsiteY1548" fmla="*/ 500348 h 809625"/>
                <a:gd name="connsiteX1549" fmla="*/ 38767 w 514350"/>
                <a:gd name="connsiteY1549" fmla="*/ 502348 h 809625"/>
                <a:gd name="connsiteX1550" fmla="*/ 39815 w 514350"/>
                <a:gd name="connsiteY1550" fmla="*/ 502920 h 809625"/>
                <a:gd name="connsiteX1551" fmla="*/ 47149 w 514350"/>
                <a:gd name="connsiteY1551" fmla="*/ 505492 h 809625"/>
                <a:gd name="connsiteX1552" fmla="*/ 48197 w 514350"/>
                <a:gd name="connsiteY1552" fmla="*/ 506349 h 809625"/>
                <a:gd name="connsiteX1553" fmla="*/ 46577 w 514350"/>
                <a:gd name="connsiteY1553" fmla="*/ 506730 h 809625"/>
                <a:gd name="connsiteX1554" fmla="*/ 43815 w 514350"/>
                <a:gd name="connsiteY1554" fmla="*/ 506539 h 809625"/>
                <a:gd name="connsiteX1555" fmla="*/ 41053 w 514350"/>
                <a:gd name="connsiteY1555" fmla="*/ 505968 h 809625"/>
                <a:gd name="connsiteX1556" fmla="*/ 39433 w 514350"/>
                <a:gd name="connsiteY1556" fmla="*/ 504825 h 809625"/>
                <a:gd name="connsiteX1557" fmla="*/ 38957 w 514350"/>
                <a:gd name="connsiteY1557" fmla="*/ 507587 h 809625"/>
                <a:gd name="connsiteX1558" fmla="*/ 40100 w 514350"/>
                <a:gd name="connsiteY1558" fmla="*/ 509969 h 809625"/>
                <a:gd name="connsiteX1559" fmla="*/ 43339 w 514350"/>
                <a:gd name="connsiteY1559" fmla="*/ 514540 h 809625"/>
                <a:gd name="connsiteX1560" fmla="*/ 44006 w 514350"/>
                <a:gd name="connsiteY1560" fmla="*/ 516922 h 809625"/>
                <a:gd name="connsiteX1561" fmla="*/ 44196 w 514350"/>
                <a:gd name="connsiteY1561" fmla="*/ 523589 h 809625"/>
                <a:gd name="connsiteX1562" fmla="*/ 44768 w 514350"/>
                <a:gd name="connsiteY1562" fmla="*/ 524828 h 809625"/>
                <a:gd name="connsiteX1563" fmla="*/ 46101 w 514350"/>
                <a:gd name="connsiteY1563" fmla="*/ 526542 h 809625"/>
                <a:gd name="connsiteX1564" fmla="*/ 46577 w 514350"/>
                <a:gd name="connsiteY1564" fmla="*/ 527685 h 809625"/>
                <a:gd name="connsiteX1565" fmla="*/ 46673 w 514350"/>
                <a:gd name="connsiteY1565" fmla="*/ 528828 h 809625"/>
                <a:gd name="connsiteX1566" fmla="*/ 46482 w 514350"/>
                <a:gd name="connsiteY1566" fmla="*/ 531305 h 809625"/>
                <a:gd name="connsiteX1567" fmla="*/ 46577 w 514350"/>
                <a:gd name="connsiteY1567" fmla="*/ 532543 h 809625"/>
                <a:gd name="connsiteX1568" fmla="*/ 47625 w 514350"/>
                <a:gd name="connsiteY1568" fmla="*/ 534924 h 809625"/>
                <a:gd name="connsiteX1569" fmla="*/ 51340 w 514350"/>
                <a:gd name="connsiteY1569" fmla="*/ 539782 h 809625"/>
                <a:gd name="connsiteX1570" fmla="*/ 52959 w 514350"/>
                <a:gd name="connsiteY1570" fmla="*/ 542639 h 809625"/>
                <a:gd name="connsiteX1571" fmla="*/ 56864 w 514350"/>
                <a:gd name="connsiteY1571" fmla="*/ 547592 h 809625"/>
                <a:gd name="connsiteX1572" fmla="*/ 58198 w 514350"/>
                <a:gd name="connsiteY1572" fmla="*/ 551402 h 809625"/>
                <a:gd name="connsiteX1573" fmla="*/ 60389 w 514350"/>
                <a:gd name="connsiteY1573" fmla="*/ 555688 h 809625"/>
                <a:gd name="connsiteX1574" fmla="*/ 61341 w 514350"/>
                <a:gd name="connsiteY1574" fmla="*/ 563023 h 809625"/>
                <a:gd name="connsiteX1575" fmla="*/ 64103 w 514350"/>
                <a:gd name="connsiteY1575" fmla="*/ 572738 h 809625"/>
                <a:gd name="connsiteX1576" fmla="*/ 65627 w 514350"/>
                <a:gd name="connsiteY1576" fmla="*/ 576548 h 809625"/>
                <a:gd name="connsiteX1577" fmla="*/ 67437 w 514350"/>
                <a:gd name="connsiteY1577" fmla="*/ 571690 h 809625"/>
                <a:gd name="connsiteX1578" fmla="*/ 68771 w 514350"/>
                <a:gd name="connsiteY1578" fmla="*/ 570357 h 809625"/>
                <a:gd name="connsiteX1579" fmla="*/ 70390 w 514350"/>
                <a:gd name="connsiteY1579" fmla="*/ 572453 h 809625"/>
                <a:gd name="connsiteX1580" fmla="*/ 68961 w 514350"/>
                <a:gd name="connsiteY1580" fmla="*/ 572929 h 809625"/>
                <a:gd name="connsiteX1581" fmla="*/ 68866 w 514350"/>
                <a:gd name="connsiteY1581" fmla="*/ 573500 h 809625"/>
                <a:gd name="connsiteX1582" fmla="*/ 70390 w 514350"/>
                <a:gd name="connsiteY1582" fmla="*/ 574929 h 809625"/>
                <a:gd name="connsiteX1583" fmla="*/ 71723 w 514350"/>
                <a:gd name="connsiteY1583" fmla="*/ 577024 h 809625"/>
                <a:gd name="connsiteX1584" fmla="*/ 72581 w 514350"/>
                <a:gd name="connsiteY1584" fmla="*/ 577501 h 809625"/>
                <a:gd name="connsiteX1585" fmla="*/ 74295 w 514350"/>
                <a:gd name="connsiteY1585" fmla="*/ 577310 h 809625"/>
                <a:gd name="connsiteX1586" fmla="*/ 72962 w 514350"/>
                <a:gd name="connsiteY1586" fmla="*/ 578263 h 809625"/>
                <a:gd name="connsiteX1587" fmla="*/ 71342 w 514350"/>
                <a:gd name="connsiteY1587" fmla="*/ 578834 h 809625"/>
                <a:gd name="connsiteX1588" fmla="*/ 69818 w 514350"/>
                <a:gd name="connsiteY1588" fmla="*/ 578834 h 809625"/>
                <a:gd name="connsiteX1589" fmla="*/ 68675 w 514350"/>
                <a:gd name="connsiteY1589" fmla="*/ 578072 h 809625"/>
                <a:gd name="connsiteX1590" fmla="*/ 68008 w 514350"/>
                <a:gd name="connsiteY1590" fmla="*/ 578072 h 809625"/>
                <a:gd name="connsiteX1591" fmla="*/ 67818 w 514350"/>
                <a:gd name="connsiteY1591" fmla="*/ 579311 h 809625"/>
                <a:gd name="connsiteX1592" fmla="*/ 67532 w 514350"/>
                <a:gd name="connsiteY1592" fmla="*/ 580072 h 809625"/>
                <a:gd name="connsiteX1593" fmla="*/ 67056 w 514350"/>
                <a:gd name="connsiteY1593" fmla="*/ 580263 h 809625"/>
                <a:gd name="connsiteX1594" fmla="*/ 66389 w 514350"/>
                <a:gd name="connsiteY1594" fmla="*/ 579787 h 809625"/>
                <a:gd name="connsiteX1595" fmla="*/ 66389 w 514350"/>
                <a:gd name="connsiteY1595" fmla="*/ 580263 h 809625"/>
                <a:gd name="connsiteX1596" fmla="*/ 66485 w 514350"/>
                <a:gd name="connsiteY1596" fmla="*/ 580739 h 809625"/>
                <a:gd name="connsiteX1597" fmla="*/ 66770 w 514350"/>
                <a:gd name="connsiteY1597" fmla="*/ 581025 h 809625"/>
                <a:gd name="connsiteX1598" fmla="*/ 67151 w 514350"/>
                <a:gd name="connsiteY1598" fmla="*/ 581406 h 809625"/>
                <a:gd name="connsiteX1599" fmla="*/ 66866 w 514350"/>
                <a:gd name="connsiteY1599" fmla="*/ 583216 h 809625"/>
                <a:gd name="connsiteX1600" fmla="*/ 67627 w 514350"/>
                <a:gd name="connsiteY1600" fmla="*/ 589693 h 809625"/>
                <a:gd name="connsiteX1601" fmla="*/ 67532 w 514350"/>
                <a:gd name="connsiteY1601" fmla="*/ 592360 h 809625"/>
                <a:gd name="connsiteX1602" fmla="*/ 70390 w 514350"/>
                <a:gd name="connsiteY1602" fmla="*/ 600170 h 809625"/>
                <a:gd name="connsiteX1603" fmla="*/ 70485 w 514350"/>
                <a:gd name="connsiteY1603" fmla="*/ 602361 h 809625"/>
                <a:gd name="connsiteX1604" fmla="*/ 70390 w 514350"/>
                <a:gd name="connsiteY1604" fmla="*/ 605028 h 809625"/>
                <a:gd name="connsiteX1605" fmla="*/ 71152 w 514350"/>
                <a:gd name="connsiteY1605" fmla="*/ 605885 h 809625"/>
                <a:gd name="connsiteX1606" fmla="*/ 69437 w 514350"/>
                <a:gd name="connsiteY1606" fmla="*/ 605599 h 809625"/>
                <a:gd name="connsiteX1607" fmla="*/ 69152 w 514350"/>
                <a:gd name="connsiteY1607" fmla="*/ 602742 h 809625"/>
                <a:gd name="connsiteX1608" fmla="*/ 68008 w 514350"/>
                <a:gd name="connsiteY1608" fmla="*/ 599313 h 809625"/>
                <a:gd name="connsiteX1609" fmla="*/ 68294 w 514350"/>
                <a:gd name="connsiteY1609" fmla="*/ 602361 h 809625"/>
                <a:gd name="connsiteX1610" fmla="*/ 68771 w 514350"/>
                <a:gd name="connsiteY1610" fmla="*/ 606171 h 809625"/>
                <a:gd name="connsiteX1611" fmla="*/ 69533 w 514350"/>
                <a:gd name="connsiteY1611" fmla="*/ 608266 h 809625"/>
                <a:gd name="connsiteX1612" fmla="*/ 68961 w 514350"/>
                <a:gd name="connsiteY1612" fmla="*/ 609600 h 809625"/>
                <a:gd name="connsiteX1613" fmla="*/ 69723 w 514350"/>
                <a:gd name="connsiteY1613" fmla="*/ 611410 h 809625"/>
                <a:gd name="connsiteX1614" fmla="*/ 71056 w 514350"/>
                <a:gd name="connsiteY1614" fmla="*/ 613505 h 809625"/>
                <a:gd name="connsiteX1615" fmla="*/ 71914 w 514350"/>
                <a:gd name="connsiteY1615" fmla="*/ 615601 h 809625"/>
                <a:gd name="connsiteX1616" fmla="*/ 74009 w 514350"/>
                <a:gd name="connsiteY1616" fmla="*/ 623697 h 809625"/>
                <a:gd name="connsiteX1617" fmla="*/ 74581 w 514350"/>
                <a:gd name="connsiteY1617" fmla="*/ 628555 h 809625"/>
                <a:gd name="connsiteX1618" fmla="*/ 75819 w 514350"/>
                <a:gd name="connsiteY1618" fmla="*/ 634555 h 809625"/>
                <a:gd name="connsiteX1619" fmla="*/ 76295 w 514350"/>
                <a:gd name="connsiteY1619" fmla="*/ 635794 h 809625"/>
                <a:gd name="connsiteX1620" fmla="*/ 77057 w 514350"/>
                <a:gd name="connsiteY1620" fmla="*/ 636461 h 809625"/>
                <a:gd name="connsiteX1621" fmla="*/ 77343 w 514350"/>
                <a:gd name="connsiteY1621" fmla="*/ 637889 h 809625"/>
                <a:gd name="connsiteX1622" fmla="*/ 77438 w 514350"/>
                <a:gd name="connsiteY1622" fmla="*/ 640747 h 809625"/>
                <a:gd name="connsiteX1623" fmla="*/ 78200 w 514350"/>
                <a:gd name="connsiteY1623" fmla="*/ 643033 h 809625"/>
                <a:gd name="connsiteX1624" fmla="*/ 78772 w 514350"/>
                <a:gd name="connsiteY1624" fmla="*/ 643699 h 809625"/>
                <a:gd name="connsiteX1625" fmla="*/ 79820 w 514350"/>
                <a:gd name="connsiteY1625" fmla="*/ 644747 h 809625"/>
                <a:gd name="connsiteX1626" fmla="*/ 78296 w 514350"/>
                <a:gd name="connsiteY1626" fmla="*/ 648557 h 809625"/>
                <a:gd name="connsiteX1627" fmla="*/ 83725 w 514350"/>
                <a:gd name="connsiteY1627" fmla="*/ 671131 h 809625"/>
                <a:gd name="connsiteX1628" fmla="*/ 87535 w 514350"/>
                <a:gd name="connsiteY1628" fmla="*/ 671703 h 809625"/>
                <a:gd name="connsiteX1629" fmla="*/ 92678 w 514350"/>
                <a:gd name="connsiteY1629" fmla="*/ 670084 h 809625"/>
                <a:gd name="connsiteX1630" fmla="*/ 98012 w 514350"/>
                <a:gd name="connsiteY1630" fmla="*/ 669131 h 809625"/>
                <a:gd name="connsiteX1631" fmla="*/ 97060 w 514350"/>
                <a:gd name="connsiteY1631" fmla="*/ 670655 h 809625"/>
                <a:gd name="connsiteX1632" fmla="*/ 95250 w 514350"/>
                <a:gd name="connsiteY1632" fmla="*/ 671608 h 809625"/>
                <a:gd name="connsiteX1633" fmla="*/ 93440 w 514350"/>
                <a:gd name="connsiteY1633" fmla="*/ 672179 h 809625"/>
                <a:gd name="connsiteX1634" fmla="*/ 92107 w 514350"/>
                <a:gd name="connsiteY1634" fmla="*/ 672370 h 809625"/>
                <a:gd name="connsiteX1635" fmla="*/ 91059 w 514350"/>
                <a:gd name="connsiteY1635" fmla="*/ 672751 h 809625"/>
                <a:gd name="connsiteX1636" fmla="*/ 89440 w 514350"/>
                <a:gd name="connsiteY1636" fmla="*/ 674941 h 809625"/>
                <a:gd name="connsiteX1637" fmla="*/ 88583 w 514350"/>
                <a:gd name="connsiteY1637" fmla="*/ 675608 h 809625"/>
                <a:gd name="connsiteX1638" fmla="*/ 87630 w 514350"/>
                <a:gd name="connsiteY1638" fmla="*/ 675418 h 809625"/>
                <a:gd name="connsiteX1639" fmla="*/ 84582 w 514350"/>
                <a:gd name="connsiteY1639" fmla="*/ 673989 h 809625"/>
                <a:gd name="connsiteX1640" fmla="*/ 84963 w 514350"/>
                <a:gd name="connsiteY1640" fmla="*/ 675608 h 809625"/>
                <a:gd name="connsiteX1641" fmla="*/ 85725 w 514350"/>
                <a:gd name="connsiteY1641" fmla="*/ 676561 h 809625"/>
                <a:gd name="connsiteX1642" fmla="*/ 86773 w 514350"/>
                <a:gd name="connsiteY1642" fmla="*/ 677513 h 809625"/>
                <a:gd name="connsiteX1643" fmla="*/ 87725 w 514350"/>
                <a:gd name="connsiteY1643" fmla="*/ 678752 h 809625"/>
                <a:gd name="connsiteX1644" fmla="*/ 88011 w 514350"/>
                <a:gd name="connsiteY1644" fmla="*/ 679990 h 809625"/>
                <a:gd name="connsiteX1645" fmla="*/ 88011 w 514350"/>
                <a:gd name="connsiteY1645" fmla="*/ 682562 h 809625"/>
                <a:gd name="connsiteX1646" fmla="*/ 93059 w 514350"/>
                <a:gd name="connsiteY1646" fmla="*/ 681038 h 809625"/>
                <a:gd name="connsiteX1647" fmla="*/ 95631 w 514350"/>
                <a:gd name="connsiteY1647" fmla="*/ 680847 h 809625"/>
                <a:gd name="connsiteX1648" fmla="*/ 97155 w 514350"/>
                <a:gd name="connsiteY1648" fmla="*/ 681038 h 809625"/>
                <a:gd name="connsiteX1649" fmla="*/ 98012 w 514350"/>
                <a:gd name="connsiteY1649" fmla="*/ 681323 h 809625"/>
                <a:gd name="connsiteX1650" fmla="*/ 98489 w 514350"/>
                <a:gd name="connsiteY1650" fmla="*/ 681609 h 809625"/>
                <a:gd name="connsiteX1651" fmla="*/ 98774 w 514350"/>
                <a:gd name="connsiteY1651" fmla="*/ 681895 h 809625"/>
                <a:gd name="connsiteX1652" fmla="*/ 98965 w 514350"/>
                <a:gd name="connsiteY1652" fmla="*/ 682466 h 809625"/>
                <a:gd name="connsiteX1653" fmla="*/ 99060 w 514350"/>
                <a:gd name="connsiteY1653" fmla="*/ 683038 h 809625"/>
                <a:gd name="connsiteX1654" fmla="*/ 99346 w 514350"/>
                <a:gd name="connsiteY1654" fmla="*/ 685038 h 809625"/>
                <a:gd name="connsiteX1655" fmla="*/ 99631 w 514350"/>
                <a:gd name="connsiteY1655" fmla="*/ 685800 h 809625"/>
                <a:gd name="connsiteX1656" fmla="*/ 100013 w 514350"/>
                <a:gd name="connsiteY1656" fmla="*/ 686467 h 809625"/>
                <a:gd name="connsiteX1657" fmla="*/ 100775 w 514350"/>
                <a:gd name="connsiteY1657" fmla="*/ 687229 h 809625"/>
                <a:gd name="connsiteX1658" fmla="*/ 101251 w 514350"/>
                <a:gd name="connsiteY1658" fmla="*/ 687610 h 809625"/>
                <a:gd name="connsiteX1659" fmla="*/ 101918 w 514350"/>
                <a:gd name="connsiteY1659" fmla="*/ 687705 h 809625"/>
                <a:gd name="connsiteX1660" fmla="*/ 104108 w 514350"/>
                <a:gd name="connsiteY1660" fmla="*/ 687896 h 809625"/>
                <a:gd name="connsiteX1661" fmla="*/ 104680 w 514350"/>
                <a:gd name="connsiteY1661" fmla="*/ 688086 h 809625"/>
                <a:gd name="connsiteX1662" fmla="*/ 105156 w 514350"/>
                <a:gd name="connsiteY1662" fmla="*/ 688277 h 809625"/>
                <a:gd name="connsiteX1663" fmla="*/ 105251 w 514350"/>
                <a:gd name="connsiteY1663" fmla="*/ 688562 h 809625"/>
                <a:gd name="connsiteX1664" fmla="*/ 105251 w 514350"/>
                <a:gd name="connsiteY1664" fmla="*/ 688943 h 809625"/>
                <a:gd name="connsiteX1665" fmla="*/ 104966 w 514350"/>
                <a:gd name="connsiteY1665" fmla="*/ 689800 h 809625"/>
                <a:gd name="connsiteX1666" fmla="*/ 104966 w 514350"/>
                <a:gd name="connsiteY1666" fmla="*/ 690181 h 809625"/>
                <a:gd name="connsiteX1667" fmla="*/ 105156 w 514350"/>
                <a:gd name="connsiteY1667" fmla="*/ 690753 h 809625"/>
                <a:gd name="connsiteX1668" fmla="*/ 105727 w 514350"/>
                <a:gd name="connsiteY1668" fmla="*/ 691420 h 809625"/>
                <a:gd name="connsiteX1669" fmla="*/ 106490 w 514350"/>
                <a:gd name="connsiteY1669" fmla="*/ 691801 h 809625"/>
                <a:gd name="connsiteX1670" fmla="*/ 107252 w 514350"/>
                <a:gd name="connsiteY1670" fmla="*/ 691991 h 809625"/>
                <a:gd name="connsiteX1671" fmla="*/ 107633 w 514350"/>
                <a:gd name="connsiteY1671" fmla="*/ 691896 h 809625"/>
                <a:gd name="connsiteX1672" fmla="*/ 108109 w 514350"/>
                <a:gd name="connsiteY1672" fmla="*/ 691610 h 809625"/>
                <a:gd name="connsiteX1673" fmla="*/ 109442 w 514350"/>
                <a:gd name="connsiteY1673" fmla="*/ 690563 h 809625"/>
                <a:gd name="connsiteX1674" fmla="*/ 110395 w 514350"/>
                <a:gd name="connsiteY1674" fmla="*/ 689991 h 809625"/>
                <a:gd name="connsiteX1675" fmla="*/ 111824 w 514350"/>
                <a:gd name="connsiteY1675" fmla="*/ 689991 h 809625"/>
                <a:gd name="connsiteX1676" fmla="*/ 113157 w 514350"/>
                <a:gd name="connsiteY1676" fmla="*/ 690467 h 809625"/>
                <a:gd name="connsiteX1677" fmla="*/ 115729 w 514350"/>
                <a:gd name="connsiteY1677" fmla="*/ 691896 h 809625"/>
                <a:gd name="connsiteX1678" fmla="*/ 116396 w 514350"/>
                <a:gd name="connsiteY1678" fmla="*/ 692467 h 809625"/>
                <a:gd name="connsiteX1679" fmla="*/ 116586 w 514350"/>
                <a:gd name="connsiteY1679" fmla="*/ 692848 h 809625"/>
                <a:gd name="connsiteX1680" fmla="*/ 116491 w 514350"/>
                <a:gd name="connsiteY1680" fmla="*/ 693325 h 809625"/>
                <a:gd name="connsiteX1681" fmla="*/ 116205 w 514350"/>
                <a:gd name="connsiteY1681" fmla="*/ 694182 h 809625"/>
                <a:gd name="connsiteX1682" fmla="*/ 116015 w 514350"/>
                <a:gd name="connsiteY1682" fmla="*/ 695039 h 809625"/>
                <a:gd name="connsiteX1683" fmla="*/ 116015 w 514350"/>
                <a:gd name="connsiteY1683" fmla="*/ 695801 h 809625"/>
                <a:gd name="connsiteX1684" fmla="*/ 116205 w 514350"/>
                <a:gd name="connsiteY1684" fmla="*/ 696658 h 809625"/>
                <a:gd name="connsiteX1685" fmla="*/ 116586 w 514350"/>
                <a:gd name="connsiteY1685" fmla="*/ 697516 h 809625"/>
                <a:gd name="connsiteX1686" fmla="*/ 117539 w 514350"/>
                <a:gd name="connsiteY1686" fmla="*/ 698563 h 809625"/>
                <a:gd name="connsiteX1687" fmla="*/ 118396 w 514350"/>
                <a:gd name="connsiteY1687" fmla="*/ 698945 h 809625"/>
                <a:gd name="connsiteX1688" fmla="*/ 119158 w 514350"/>
                <a:gd name="connsiteY1688" fmla="*/ 698849 h 809625"/>
                <a:gd name="connsiteX1689" fmla="*/ 120015 w 514350"/>
                <a:gd name="connsiteY1689" fmla="*/ 698373 h 809625"/>
                <a:gd name="connsiteX1690" fmla="*/ 120968 w 514350"/>
                <a:gd name="connsiteY1690" fmla="*/ 698087 h 809625"/>
                <a:gd name="connsiteX1691" fmla="*/ 122015 w 514350"/>
                <a:gd name="connsiteY1691" fmla="*/ 698182 h 809625"/>
                <a:gd name="connsiteX1692" fmla="*/ 122682 w 514350"/>
                <a:gd name="connsiteY1692" fmla="*/ 698659 h 809625"/>
                <a:gd name="connsiteX1693" fmla="*/ 124397 w 514350"/>
                <a:gd name="connsiteY1693" fmla="*/ 701326 h 809625"/>
                <a:gd name="connsiteX1694" fmla="*/ 125158 w 514350"/>
                <a:gd name="connsiteY1694" fmla="*/ 702183 h 809625"/>
                <a:gd name="connsiteX1695" fmla="*/ 125921 w 514350"/>
                <a:gd name="connsiteY1695" fmla="*/ 702469 h 809625"/>
                <a:gd name="connsiteX1696" fmla="*/ 126683 w 514350"/>
                <a:gd name="connsiteY1696" fmla="*/ 702469 h 809625"/>
                <a:gd name="connsiteX1697" fmla="*/ 127445 w 514350"/>
                <a:gd name="connsiteY1697" fmla="*/ 702278 h 809625"/>
                <a:gd name="connsiteX1698" fmla="*/ 128206 w 514350"/>
                <a:gd name="connsiteY1698" fmla="*/ 701992 h 809625"/>
                <a:gd name="connsiteX1699" fmla="*/ 128683 w 514350"/>
                <a:gd name="connsiteY1699" fmla="*/ 701516 h 809625"/>
                <a:gd name="connsiteX1700" fmla="*/ 129350 w 514350"/>
                <a:gd name="connsiteY1700" fmla="*/ 700754 h 809625"/>
                <a:gd name="connsiteX1701" fmla="*/ 130778 w 514350"/>
                <a:gd name="connsiteY1701" fmla="*/ 700659 h 809625"/>
                <a:gd name="connsiteX1702" fmla="*/ 136017 w 514350"/>
                <a:gd name="connsiteY1702" fmla="*/ 702088 h 809625"/>
                <a:gd name="connsiteX1703" fmla="*/ 135350 w 514350"/>
                <a:gd name="connsiteY1703" fmla="*/ 704659 h 809625"/>
                <a:gd name="connsiteX1704" fmla="*/ 133731 w 514350"/>
                <a:gd name="connsiteY1704" fmla="*/ 706564 h 809625"/>
                <a:gd name="connsiteX1705" fmla="*/ 133350 w 514350"/>
                <a:gd name="connsiteY1705" fmla="*/ 707898 h 809625"/>
                <a:gd name="connsiteX1706" fmla="*/ 133350 w 514350"/>
                <a:gd name="connsiteY1706" fmla="*/ 708850 h 809625"/>
                <a:gd name="connsiteX1707" fmla="*/ 133826 w 514350"/>
                <a:gd name="connsiteY1707" fmla="*/ 709613 h 809625"/>
                <a:gd name="connsiteX1708" fmla="*/ 135350 w 514350"/>
                <a:gd name="connsiteY1708" fmla="*/ 711041 h 809625"/>
                <a:gd name="connsiteX1709" fmla="*/ 136017 w 514350"/>
                <a:gd name="connsiteY1709" fmla="*/ 712375 h 809625"/>
                <a:gd name="connsiteX1710" fmla="*/ 136589 w 514350"/>
                <a:gd name="connsiteY1710" fmla="*/ 713232 h 809625"/>
                <a:gd name="connsiteX1711" fmla="*/ 137065 w 514350"/>
                <a:gd name="connsiteY1711" fmla="*/ 713708 h 809625"/>
                <a:gd name="connsiteX1712" fmla="*/ 137446 w 514350"/>
                <a:gd name="connsiteY1712" fmla="*/ 713899 h 809625"/>
                <a:gd name="connsiteX1713" fmla="*/ 137541 w 514350"/>
                <a:gd name="connsiteY1713" fmla="*/ 713899 h 809625"/>
                <a:gd name="connsiteX1714" fmla="*/ 137827 w 514350"/>
                <a:gd name="connsiteY1714" fmla="*/ 713994 h 809625"/>
                <a:gd name="connsiteX1715" fmla="*/ 138589 w 514350"/>
                <a:gd name="connsiteY1715" fmla="*/ 714661 h 809625"/>
                <a:gd name="connsiteX1716" fmla="*/ 139922 w 514350"/>
                <a:gd name="connsiteY1716" fmla="*/ 716661 h 809625"/>
                <a:gd name="connsiteX1717" fmla="*/ 140208 w 514350"/>
                <a:gd name="connsiteY1717" fmla="*/ 717137 h 809625"/>
                <a:gd name="connsiteX1718" fmla="*/ 140494 w 514350"/>
                <a:gd name="connsiteY1718" fmla="*/ 717423 h 809625"/>
                <a:gd name="connsiteX1719" fmla="*/ 140779 w 514350"/>
                <a:gd name="connsiteY1719" fmla="*/ 717518 h 809625"/>
                <a:gd name="connsiteX1720" fmla="*/ 141065 w 514350"/>
                <a:gd name="connsiteY1720" fmla="*/ 717613 h 809625"/>
                <a:gd name="connsiteX1721" fmla="*/ 141732 w 514350"/>
                <a:gd name="connsiteY1721" fmla="*/ 717423 h 809625"/>
                <a:gd name="connsiteX1722" fmla="*/ 144971 w 514350"/>
                <a:gd name="connsiteY1722" fmla="*/ 716566 h 809625"/>
                <a:gd name="connsiteX1723" fmla="*/ 145828 w 514350"/>
                <a:gd name="connsiteY1723" fmla="*/ 716566 h 809625"/>
                <a:gd name="connsiteX1724" fmla="*/ 146875 w 514350"/>
                <a:gd name="connsiteY1724" fmla="*/ 716756 h 809625"/>
                <a:gd name="connsiteX1725" fmla="*/ 147161 w 514350"/>
                <a:gd name="connsiteY1725" fmla="*/ 717042 h 809625"/>
                <a:gd name="connsiteX1726" fmla="*/ 147256 w 514350"/>
                <a:gd name="connsiteY1726" fmla="*/ 717423 h 809625"/>
                <a:gd name="connsiteX1727" fmla="*/ 147352 w 514350"/>
                <a:gd name="connsiteY1727" fmla="*/ 717804 h 809625"/>
                <a:gd name="connsiteX1728" fmla="*/ 147256 w 514350"/>
                <a:gd name="connsiteY1728" fmla="*/ 718375 h 809625"/>
                <a:gd name="connsiteX1729" fmla="*/ 147066 w 514350"/>
                <a:gd name="connsiteY1729" fmla="*/ 719042 h 809625"/>
                <a:gd name="connsiteX1730" fmla="*/ 146590 w 514350"/>
                <a:gd name="connsiteY1730" fmla="*/ 719804 h 809625"/>
                <a:gd name="connsiteX1731" fmla="*/ 146114 w 514350"/>
                <a:gd name="connsiteY1731" fmla="*/ 720376 h 809625"/>
                <a:gd name="connsiteX1732" fmla="*/ 144399 w 514350"/>
                <a:gd name="connsiteY1732" fmla="*/ 721614 h 809625"/>
                <a:gd name="connsiteX1733" fmla="*/ 144113 w 514350"/>
                <a:gd name="connsiteY1733" fmla="*/ 722376 h 809625"/>
                <a:gd name="connsiteX1734" fmla="*/ 143923 w 514350"/>
                <a:gd name="connsiteY1734" fmla="*/ 723329 h 809625"/>
                <a:gd name="connsiteX1735" fmla="*/ 144018 w 514350"/>
                <a:gd name="connsiteY1735" fmla="*/ 725233 h 809625"/>
                <a:gd name="connsiteX1736" fmla="*/ 144209 w 514350"/>
                <a:gd name="connsiteY1736" fmla="*/ 726091 h 809625"/>
                <a:gd name="connsiteX1737" fmla="*/ 144685 w 514350"/>
                <a:gd name="connsiteY1737" fmla="*/ 726948 h 809625"/>
                <a:gd name="connsiteX1738" fmla="*/ 146114 w 514350"/>
                <a:gd name="connsiteY1738" fmla="*/ 728377 h 809625"/>
                <a:gd name="connsiteX1739" fmla="*/ 147352 w 514350"/>
                <a:gd name="connsiteY1739" fmla="*/ 730377 h 809625"/>
                <a:gd name="connsiteX1740" fmla="*/ 148114 w 514350"/>
                <a:gd name="connsiteY1740" fmla="*/ 732472 h 809625"/>
                <a:gd name="connsiteX1741" fmla="*/ 148876 w 514350"/>
                <a:gd name="connsiteY1741" fmla="*/ 735902 h 809625"/>
                <a:gd name="connsiteX1742" fmla="*/ 149352 w 514350"/>
                <a:gd name="connsiteY1742" fmla="*/ 737425 h 809625"/>
                <a:gd name="connsiteX1743" fmla="*/ 149733 w 514350"/>
                <a:gd name="connsiteY1743" fmla="*/ 738188 h 809625"/>
                <a:gd name="connsiteX1744" fmla="*/ 150209 w 514350"/>
                <a:gd name="connsiteY1744" fmla="*/ 738378 h 809625"/>
                <a:gd name="connsiteX1745" fmla="*/ 150781 w 514350"/>
                <a:gd name="connsiteY1745" fmla="*/ 738473 h 809625"/>
                <a:gd name="connsiteX1746" fmla="*/ 151352 w 514350"/>
                <a:gd name="connsiteY1746" fmla="*/ 738473 h 809625"/>
                <a:gd name="connsiteX1747" fmla="*/ 152495 w 514350"/>
                <a:gd name="connsiteY1747" fmla="*/ 738378 h 809625"/>
                <a:gd name="connsiteX1748" fmla="*/ 153162 w 514350"/>
                <a:gd name="connsiteY1748" fmla="*/ 738378 h 809625"/>
                <a:gd name="connsiteX1749" fmla="*/ 154019 w 514350"/>
                <a:gd name="connsiteY1749" fmla="*/ 738569 h 809625"/>
                <a:gd name="connsiteX1750" fmla="*/ 155734 w 514350"/>
                <a:gd name="connsiteY1750" fmla="*/ 740188 h 809625"/>
                <a:gd name="connsiteX1751" fmla="*/ 166688 w 514350"/>
                <a:gd name="connsiteY1751" fmla="*/ 753047 h 809625"/>
                <a:gd name="connsiteX1752" fmla="*/ 168593 w 514350"/>
                <a:gd name="connsiteY1752" fmla="*/ 754666 h 809625"/>
                <a:gd name="connsiteX1753" fmla="*/ 172022 w 514350"/>
                <a:gd name="connsiteY1753" fmla="*/ 755618 h 809625"/>
                <a:gd name="connsiteX1754" fmla="*/ 173260 w 514350"/>
                <a:gd name="connsiteY1754" fmla="*/ 756095 h 809625"/>
                <a:gd name="connsiteX1755" fmla="*/ 174689 w 514350"/>
                <a:gd name="connsiteY1755" fmla="*/ 757047 h 809625"/>
                <a:gd name="connsiteX1756" fmla="*/ 175546 w 514350"/>
                <a:gd name="connsiteY1756" fmla="*/ 757904 h 809625"/>
                <a:gd name="connsiteX1757" fmla="*/ 176213 w 514350"/>
                <a:gd name="connsiteY1757" fmla="*/ 758952 h 809625"/>
                <a:gd name="connsiteX1758" fmla="*/ 176879 w 514350"/>
                <a:gd name="connsiteY1758" fmla="*/ 760286 h 809625"/>
                <a:gd name="connsiteX1759" fmla="*/ 177451 w 514350"/>
                <a:gd name="connsiteY1759" fmla="*/ 760952 h 809625"/>
                <a:gd name="connsiteX1760" fmla="*/ 178022 w 514350"/>
                <a:gd name="connsiteY1760" fmla="*/ 761238 h 809625"/>
                <a:gd name="connsiteX1761" fmla="*/ 178594 w 514350"/>
                <a:gd name="connsiteY1761" fmla="*/ 761238 h 809625"/>
                <a:gd name="connsiteX1762" fmla="*/ 180308 w 514350"/>
                <a:gd name="connsiteY1762" fmla="*/ 760857 h 809625"/>
                <a:gd name="connsiteX1763" fmla="*/ 181261 w 514350"/>
                <a:gd name="connsiteY1763" fmla="*/ 760952 h 809625"/>
                <a:gd name="connsiteX1764" fmla="*/ 182309 w 514350"/>
                <a:gd name="connsiteY1764" fmla="*/ 761333 h 809625"/>
                <a:gd name="connsiteX1765" fmla="*/ 184880 w 514350"/>
                <a:gd name="connsiteY1765" fmla="*/ 763333 h 809625"/>
                <a:gd name="connsiteX1766" fmla="*/ 185738 w 514350"/>
                <a:gd name="connsiteY1766" fmla="*/ 763810 h 809625"/>
                <a:gd name="connsiteX1767" fmla="*/ 186690 w 514350"/>
                <a:gd name="connsiteY1767" fmla="*/ 764191 h 809625"/>
                <a:gd name="connsiteX1768" fmla="*/ 187452 w 514350"/>
                <a:gd name="connsiteY1768" fmla="*/ 764191 h 809625"/>
                <a:gd name="connsiteX1769" fmla="*/ 188119 w 514350"/>
                <a:gd name="connsiteY1769" fmla="*/ 764191 h 809625"/>
                <a:gd name="connsiteX1770" fmla="*/ 189071 w 514350"/>
                <a:gd name="connsiteY1770" fmla="*/ 764000 h 809625"/>
                <a:gd name="connsiteX1771" fmla="*/ 189738 w 514350"/>
                <a:gd name="connsiteY1771" fmla="*/ 764000 h 809625"/>
                <a:gd name="connsiteX1772" fmla="*/ 190691 w 514350"/>
                <a:gd name="connsiteY1772" fmla="*/ 764096 h 809625"/>
                <a:gd name="connsiteX1773" fmla="*/ 192024 w 514350"/>
                <a:gd name="connsiteY1773" fmla="*/ 764477 h 809625"/>
                <a:gd name="connsiteX1774" fmla="*/ 192596 w 514350"/>
                <a:gd name="connsiteY1774" fmla="*/ 764857 h 809625"/>
                <a:gd name="connsiteX1775" fmla="*/ 193072 w 514350"/>
                <a:gd name="connsiteY1775" fmla="*/ 766000 h 809625"/>
                <a:gd name="connsiteX1776" fmla="*/ 193548 w 514350"/>
                <a:gd name="connsiteY1776" fmla="*/ 769715 h 809625"/>
                <a:gd name="connsiteX1777" fmla="*/ 194405 w 514350"/>
                <a:gd name="connsiteY1777" fmla="*/ 771811 h 809625"/>
                <a:gd name="connsiteX1778" fmla="*/ 195072 w 514350"/>
                <a:gd name="connsiteY1778" fmla="*/ 772954 h 809625"/>
                <a:gd name="connsiteX1779" fmla="*/ 196787 w 514350"/>
                <a:gd name="connsiteY1779" fmla="*/ 774954 h 809625"/>
                <a:gd name="connsiteX1780" fmla="*/ 198882 w 514350"/>
                <a:gd name="connsiteY1780" fmla="*/ 776859 h 809625"/>
                <a:gd name="connsiteX1781" fmla="*/ 200597 w 514350"/>
                <a:gd name="connsiteY1781" fmla="*/ 778002 h 809625"/>
                <a:gd name="connsiteX1782" fmla="*/ 202406 w 514350"/>
                <a:gd name="connsiteY1782" fmla="*/ 778764 h 809625"/>
                <a:gd name="connsiteX1783" fmla="*/ 204406 w 514350"/>
                <a:gd name="connsiteY1783" fmla="*/ 779336 h 809625"/>
                <a:gd name="connsiteX1784" fmla="*/ 206597 w 514350"/>
                <a:gd name="connsiteY1784" fmla="*/ 779716 h 809625"/>
                <a:gd name="connsiteX1785" fmla="*/ 209169 w 514350"/>
                <a:gd name="connsiteY1785" fmla="*/ 779716 h 809625"/>
                <a:gd name="connsiteX1786" fmla="*/ 215646 w 514350"/>
                <a:gd name="connsiteY1786" fmla="*/ 781431 h 809625"/>
                <a:gd name="connsiteX1787" fmla="*/ 218218 w 514350"/>
                <a:gd name="connsiteY1787" fmla="*/ 781145 h 809625"/>
                <a:gd name="connsiteX1788" fmla="*/ 222599 w 514350"/>
                <a:gd name="connsiteY1788" fmla="*/ 778669 h 809625"/>
                <a:gd name="connsiteX1789" fmla="*/ 226600 w 514350"/>
                <a:gd name="connsiteY1789" fmla="*/ 777240 h 809625"/>
                <a:gd name="connsiteX1790" fmla="*/ 228505 w 514350"/>
                <a:gd name="connsiteY1790" fmla="*/ 777335 h 809625"/>
                <a:gd name="connsiteX1791" fmla="*/ 229457 w 514350"/>
                <a:gd name="connsiteY1791" fmla="*/ 777812 h 809625"/>
                <a:gd name="connsiteX1792" fmla="*/ 229838 w 514350"/>
                <a:gd name="connsiteY1792" fmla="*/ 778859 h 809625"/>
                <a:gd name="connsiteX1793" fmla="*/ 229934 w 514350"/>
                <a:gd name="connsiteY1793" fmla="*/ 781622 h 809625"/>
                <a:gd name="connsiteX1794" fmla="*/ 229457 w 514350"/>
                <a:gd name="connsiteY1794" fmla="*/ 786003 h 809625"/>
                <a:gd name="connsiteX1795" fmla="*/ 229648 w 514350"/>
                <a:gd name="connsiteY1795" fmla="*/ 787241 h 809625"/>
                <a:gd name="connsiteX1796" fmla="*/ 230124 w 514350"/>
                <a:gd name="connsiteY1796" fmla="*/ 788194 h 809625"/>
                <a:gd name="connsiteX1797" fmla="*/ 231553 w 514350"/>
                <a:gd name="connsiteY1797" fmla="*/ 789432 h 809625"/>
                <a:gd name="connsiteX1798" fmla="*/ 232505 w 514350"/>
                <a:gd name="connsiteY1798" fmla="*/ 789813 h 809625"/>
                <a:gd name="connsiteX1799" fmla="*/ 233458 w 514350"/>
                <a:gd name="connsiteY1799" fmla="*/ 789813 h 809625"/>
                <a:gd name="connsiteX1800" fmla="*/ 234315 w 514350"/>
                <a:gd name="connsiteY1800" fmla="*/ 789337 h 809625"/>
                <a:gd name="connsiteX1801" fmla="*/ 235172 w 514350"/>
                <a:gd name="connsiteY1801" fmla="*/ 788956 h 809625"/>
                <a:gd name="connsiteX1802" fmla="*/ 236220 w 514350"/>
                <a:gd name="connsiteY1802" fmla="*/ 788670 h 809625"/>
                <a:gd name="connsiteX1803" fmla="*/ 238030 w 514350"/>
                <a:gd name="connsiteY1803" fmla="*/ 788670 h 809625"/>
                <a:gd name="connsiteX1804" fmla="*/ 239459 w 514350"/>
                <a:gd name="connsiteY1804" fmla="*/ 789146 h 809625"/>
                <a:gd name="connsiteX1805" fmla="*/ 240506 w 514350"/>
                <a:gd name="connsiteY1805" fmla="*/ 789813 h 809625"/>
                <a:gd name="connsiteX1806" fmla="*/ 241554 w 514350"/>
                <a:gd name="connsiteY1806" fmla="*/ 790861 h 809625"/>
                <a:gd name="connsiteX1807" fmla="*/ 242125 w 514350"/>
                <a:gd name="connsiteY1807" fmla="*/ 791718 h 809625"/>
                <a:gd name="connsiteX1808" fmla="*/ 243269 w 514350"/>
                <a:gd name="connsiteY1808" fmla="*/ 793909 h 809625"/>
                <a:gd name="connsiteX1809" fmla="*/ 243840 w 514350"/>
                <a:gd name="connsiteY1809" fmla="*/ 794671 h 809625"/>
                <a:gd name="connsiteX1810" fmla="*/ 244697 w 514350"/>
                <a:gd name="connsiteY1810" fmla="*/ 795719 h 809625"/>
                <a:gd name="connsiteX1811" fmla="*/ 245459 w 514350"/>
                <a:gd name="connsiteY1811" fmla="*/ 796004 h 809625"/>
                <a:gd name="connsiteX1812" fmla="*/ 246031 w 514350"/>
                <a:gd name="connsiteY1812" fmla="*/ 796004 h 809625"/>
                <a:gd name="connsiteX1813" fmla="*/ 247174 w 514350"/>
                <a:gd name="connsiteY1813" fmla="*/ 795528 h 809625"/>
                <a:gd name="connsiteX1814" fmla="*/ 247936 w 514350"/>
                <a:gd name="connsiteY1814" fmla="*/ 795338 h 809625"/>
                <a:gd name="connsiteX1815" fmla="*/ 249079 w 514350"/>
                <a:gd name="connsiteY1815" fmla="*/ 795338 h 809625"/>
                <a:gd name="connsiteX1816" fmla="*/ 250031 w 514350"/>
                <a:gd name="connsiteY1816" fmla="*/ 795814 h 809625"/>
                <a:gd name="connsiteX1817" fmla="*/ 250889 w 514350"/>
                <a:gd name="connsiteY1817" fmla="*/ 796576 h 809625"/>
                <a:gd name="connsiteX1818" fmla="*/ 253460 w 514350"/>
                <a:gd name="connsiteY1818" fmla="*/ 800290 h 809625"/>
                <a:gd name="connsiteX1819" fmla="*/ 254889 w 514350"/>
                <a:gd name="connsiteY1819" fmla="*/ 801814 h 809625"/>
                <a:gd name="connsiteX1820" fmla="*/ 255842 w 514350"/>
                <a:gd name="connsiteY1820" fmla="*/ 802481 h 809625"/>
                <a:gd name="connsiteX1821" fmla="*/ 256699 w 514350"/>
                <a:gd name="connsiteY1821" fmla="*/ 802862 h 809625"/>
                <a:gd name="connsiteX1822" fmla="*/ 258890 w 514350"/>
                <a:gd name="connsiteY1822" fmla="*/ 803243 h 809625"/>
                <a:gd name="connsiteX1823" fmla="*/ 259747 w 514350"/>
                <a:gd name="connsiteY1823" fmla="*/ 803338 h 809625"/>
                <a:gd name="connsiteX1824" fmla="*/ 260604 w 514350"/>
                <a:gd name="connsiteY1824" fmla="*/ 803243 h 809625"/>
                <a:gd name="connsiteX1825" fmla="*/ 262128 w 514350"/>
                <a:gd name="connsiteY1825" fmla="*/ 802577 h 809625"/>
                <a:gd name="connsiteX1826" fmla="*/ 262985 w 514350"/>
                <a:gd name="connsiteY1826" fmla="*/ 802386 h 809625"/>
                <a:gd name="connsiteX1827" fmla="*/ 264224 w 514350"/>
                <a:gd name="connsiteY1827" fmla="*/ 802577 h 809625"/>
                <a:gd name="connsiteX1828" fmla="*/ 265081 w 514350"/>
                <a:gd name="connsiteY1828" fmla="*/ 803148 h 809625"/>
                <a:gd name="connsiteX1829" fmla="*/ 265652 w 514350"/>
                <a:gd name="connsiteY1829" fmla="*/ 804196 h 809625"/>
                <a:gd name="connsiteX1830" fmla="*/ 265938 w 514350"/>
                <a:gd name="connsiteY1830" fmla="*/ 805339 h 809625"/>
                <a:gd name="connsiteX1831" fmla="*/ 266033 w 514350"/>
                <a:gd name="connsiteY1831" fmla="*/ 807720 h 809625"/>
                <a:gd name="connsiteX1832" fmla="*/ 266414 w 514350"/>
                <a:gd name="connsiteY1832" fmla="*/ 809911 h 809625"/>
                <a:gd name="connsiteX1833" fmla="*/ 268129 w 514350"/>
                <a:gd name="connsiteY1833" fmla="*/ 812292 h 809625"/>
                <a:gd name="connsiteX1834" fmla="*/ 268796 w 514350"/>
                <a:gd name="connsiteY1834" fmla="*/ 811054 h 809625"/>
                <a:gd name="connsiteX1835" fmla="*/ 269272 w 514350"/>
                <a:gd name="connsiteY1835" fmla="*/ 810387 h 809625"/>
                <a:gd name="connsiteX1836" fmla="*/ 269843 w 514350"/>
                <a:gd name="connsiteY1836" fmla="*/ 809625 h 809625"/>
                <a:gd name="connsiteX1837" fmla="*/ 270891 w 514350"/>
                <a:gd name="connsiteY1837" fmla="*/ 808577 h 809625"/>
                <a:gd name="connsiteX1838" fmla="*/ 272225 w 514350"/>
                <a:gd name="connsiteY1838" fmla="*/ 807530 h 809625"/>
                <a:gd name="connsiteX1839" fmla="*/ 273844 w 514350"/>
                <a:gd name="connsiteY1839" fmla="*/ 806577 h 809625"/>
                <a:gd name="connsiteX1840" fmla="*/ 276035 w 514350"/>
                <a:gd name="connsiteY1840" fmla="*/ 806005 h 809625"/>
                <a:gd name="connsiteX1841" fmla="*/ 278321 w 514350"/>
                <a:gd name="connsiteY1841" fmla="*/ 806101 h 809625"/>
                <a:gd name="connsiteX1842" fmla="*/ 281559 w 514350"/>
                <a:gd name="connsiteY1842" fmla="*/ 807244 h 809625"/>
                <a:gd name="connsiteX1843" fmla="*/ 282988 w 514350"/>
                <a:gd name="connsiteY1843" fmla="*/ 808672 h 809625"/>
                <a:gd name="connsiteX1844" fmla="*/ 283559 w 514350"/>
                <a:gd name="connsiteY1844" fmla="*/ 810197 h 809625"/>
                <a:gd name="connsiteX1845" fmla="*/ 283274 w 514350"/>
                <a:gd name="connsiteY1845" fmla="*/ 812673 h 809625"/>
                <a:gd name="connsiteX1846" fmla="*/ 283369 w 514350"/>
                <a:gd name="connsiteY1846" fmla="*/ 813721 h 809625"/>
                <a:gd name="connsiteX1847" fmla="*/ 283655 w 514350"/>
                <a:gd name="connsiteY1847" fmla="*/ 814769 h 809625"/>
                <a:gd name="connsiteX1848" fmla="*/ 284417 w 514350"/>
                <a:gd name="connsiteY1848" fmla="*/ 815530 h 809625"/>
                <a:gd name="connsiteX1849" fmla="*/ 285560 w 514350"/>
                <a:gd name="connsiteY1849" fmla="*/ 816102 h 809625"/>
                <a:gd name="connsiteX1850" fmla="*/ 287465 w 514350"/>
                <a:gd name="connsiteY1850" fmla="*/ 816388 h 809625"/>
                <a:gd name="connsiteX1851" fmla="*/ 290036 w 514350"/>
                <a:gd name="connsiteY1851" fmla="*/ 816483 h 809625"/>
                <a:gd name="connsiteX1852" fmla="*/ 306800 w 514350"/>
                <a:gd name="connsiteY1852" fmla="*/ 815149 h 809625"/>
                <a:gd name="connsiteX1853" fmla="*/ 308705 w 514350"/>
                <a:gd name="connsiteY1853" fmla="*/ 815340 h 809625"/>
                <a:gd name="connsiteX1854" fmla="*/ 314897 w 514350"/>
                <a:gd name="connsiteY1854" fmla="*/ 817150 h 809625"/>
                <a:gd name="connsiteX1855" fmla="*/ 315563 w 514350"/>
                <a:gd name="connsiteY1855" fmla="*/ 816292 h 809625"/>
                <a:gd name="connsiteX1856" fmla="*/ 316230 w 514350"/>
                <a:gd name="connsiteY1856" fmla="*/ 815149 h 809625"/>
                <a:gd name="connsiteX1857" fmla="*/ 317564 w 514350"/>
                <a:gd name="connsiteY1857" fmla="*/ 807815 h 809625"/>
                <a:gd name="connsiteX1858" fmla="*/ 320326 w 514350"/>
                <a:gd name="connsiteY1858" fmla="*/ 802957 h 809625"/>
                <a:gd name="connsiteX1859" fmla="*/ 324898 w 514350"/>
                <a:gd name="connsiteY1859" fmla="*/ 796576 h 809625"/>
                <a:gd name="connsiteX1860" fmla="*/ 326136 w 514350"/>
                <a:gd name="connsiteY1860" fmla="*/ 795719 h 809625"/>
                <a:gd name="connsiteX1861" fmla="*/ 327660 w 514350"/>
                <a:gd name="connsiteY1861" fmla="*/ 795147 h 809625"/>
                <a:gd name="connsiteX1862" fmla="*/ 330137 w 514350"/>
                <a:gd name="connsiteY1862" fmla="*/ 795052 h 809625"/>
                <a:gd name="connsiteX1863" fmla="*/ 331851 w 514350"/>
                <a:gd name="connsiteY1863" fmla="*/ 794861 h 809625"/>
                <a:gd name="connsiteX1864" fmla="*/ 334137 w 514350"/>
                <a:gd name="connsiteY1864" fmla="*/ 793813 h 809625"/>
                <a:gd name="connsiteX1865" fmla="*/ 335280 w 514350"/>
                <a:gd name="connsiteY1865" fmla="*/ 793528 h 809625"/>
                <a:gd name="connsiteX1866" fmla="*/ 336995 w 514350"/>
                <a:gd name="connsiteY1866" fmla="*/ 794004 h 809625"/>
                <a:gd name="connsiteX1867" fmla="*/ 338614 w 514350"/>
                <a:gd name="connsiteY1867" fmla="*/ 794861 h 809625"/>
                <a:gd name="connsiteX1868" fmla="*/ 345091 w 514350"/>
                <a:gd name="connsiteY1868" fmla="*/ 801624 h 809625"/>
                <a:gd name="connsiteX1869" fmla="*/ 346615 w 514350"/>
                <a:gd name="connsiteY1869" fmla="*/ 802386 h 809625"/>
                <a:gd name="connsiteX1870" fmla="*/ 347948 w 514350"/>
                <a:gd name="connsiteY1870" fmla="*/ 802100 h 809625"/>
                <a:gd name="connsiteX1871" fmla="*/ 348806 w 514350"/>
                <a:gd name="connsiteY1871" fmla="*/ 800576 h 809625"/>
                <a:gd name="connsiteX1872" fmla="*/ 349282 w 514350"/>
                <a:gd name="connsiteY1872" fmla="*/ 798195 h 809625"/>
                <a:gd name="connsiteX1873" fmla="*/ 349663 w 514350"/>
                <a:gd name="connsiteY1873" fmla="*/ 797433 h 809625"/>
                <a:gd name="connsiteX1874" fmla="*/ 350615 w 514350"/>
                <a:gd name="connsiteY1874" fmla="*/ 796957 h 809625"/>
                <a:gd name="connsiteX1875" fmla="*/ 352330 w 514350"/>
                <a:gd name="connsiteY1875" fmla="*/ 796480 h 809625"/>
                <a:gd name="connsiteX1876" fmla="*/ 355473 w 514350"/>
                <a:gd name="connsiteY1876" fmla="*/ 796099 h 809625"/>
                <a:gd name="connsiteX1877" fmla="*/ 360998 w 514350"/>
                <a:gd name="connsiteY1877" fmla="*/ 796290 h 809625"/>
                <a:gd name="connsiteX1878" fmla="*/ 362617 w 514350"/>
                <a:gd name="connsiteY1878" fmla="*/ 795909 h 809625"/>
                <a:gd name="connsiteX1879" fmla="*/ 364141 w 514350"/>
                <a:gd name="connsiteY1879" fmla="*/ 795052 h 809625"/>
                <a:gd name="connsiteX1880" fmla="*/ 365474 w 514350"/>
                <a:gd name="connsiteY1880" fmla="*/ 794575 h 809625"/>
                <a:gd name="connsiteX1881" fmla="*/ 366903 w 514350"/>
                <a:gd name="connsiteY1881" fmla="*/ 794671 h 809625"/>
                <a:gd name="connsiteX1882" fmla="*/ 367951 w 514350"/>
                <a:gd name="connsiteY1882" fmla="*/ 795147 h 809625"/>
                <a:gd name="connsiteX1883" fmla="*/ 369951 w 514350"/>
                <a:gd name="connsiteY1883" fmla="*/ 795814 h 809625"/>
                <a:gd name="connsiteX1884" fmla="*/ 370904 w 514350"/>
                <a:gd name="connsiteY1884" fmla="*/ 796290 h 809625"/>
                <a:gd name="connsiteX1885" fmla="*/ 372999 w 514350"/>
                <a:gd name="connsiteY1885" fmla="*/ 798005 h 809625"/>
                <a:gd name="connsiteX1886" fmla="*/ 374618 w 514350"/>
                <a:gd name="connsiteY1886" fmla="*/ 798481 h 809625"/>
                <a:gd name="connsiteX1887" fmla="*/ 376333 w 514350"/>
                <a:gd name="connsiteY1887" fmla="*/ 798481 h 809625"/>
                <a:gd name="connsiteX1888" fmla="*/ 379286 w 514350"/>
                <a:gd name="connsiteY1888" fmla="*/ 797623 h 809625"/>
                <a:gd name="connsiteX1889" fmla="*/ 382619 w 514350"/>
                <a:gd name="connsiteY1889" fmla="*/ 797528 h 809625"/>
                <a:gd name="connsiteX1890" fmla="*/ 383858 w 514350"/>
                <a:gd name="connsiteY1890" fmla="*/ 797052 h 809625"/>
                <a:gd name="connsiteX1891" fmla="*/ 385572 w 514350"/>
                <a:gd name="connsiteY1891" fmla="*/ 795242 h 809625"/>
                <a:gd name="connsiteX1892" fmla="*/ 386620 w 514350"/>
                <a:gd name="connsiteY1892" fmla="*/ 793147 h 809625"/>
                <a:gd name="connsiteX1893" fmla="*/ 388811 w 514350"/>
                <a:gd name="connsiteY1893" fmla="*/ 786860 h 809625"/>
                <a:gd name="connsiteX1894" fmla="*/ 389668 w 514350"/>
                <a:gd name="connsiteY1894" fmla="*/ 785431 h 809625"/>
                <a:gd name="connsiteX1895" fmla="*/ 391478 w 514350"/>
                <a:gd name="connsiteY1895" fmla="*/ 782955 h 809625"/>
                <a:gd name="connsiteX1896" fmla="*/ 392049 w 514350"/>
                <a:gd name="connsiteY1896" fmla="*/ 781717 h 809625"/>
                <a:gd name="connsiteX1897" fmla="*/ 393954 w 514350"/>
                <a:gd name="connsiteY1897" fmla="*/ 780669 h 809625"/>
                <a:gd name="connsiteX1898" fmla="*/ 395288 w 514350"/>
                <a:gd name="connsiteY1898" fmla="*/ 780002 h 809625"/>
                <a:gd name="connsiteX1899" fmla="*/ 407384 w 514350"/>
                <a:gd name="connsiteY1899" fmla="*/ 778955 h 809625"/>
                <a:gd name="connsiteX1900" fmla="*/ 409670 w 514350"/>
                <a:gd name="connsiteY1900" fmla="*/ 778383 h 809625"/>
                <a:gd name="connsiteX1901" fmla="*/ 410623 w 514350"/>
                <a:gd name="connsiteY1901" fmla="*/ 777907 h 809625"/>
                <a:gd name="connsiteX1902" fmla="*/ 411671 w 514350"/>
                <a:gd name="connsiteY1902" fmla="*/ 777335 h 809625"/>
                <a:gd name="connsiteX1903" fmla="*/ 412909 w 514350"/>
                <a:gd name="connsiteY1903" fmla="*/ 776383 h 809625"/>
                <a:gd name="connsiteX1904" fmla="*/ 414338 w 514350"/>
                <a:gd name="connsiteY1904" fmla="*/ 773335 h 809625"/>
                <a:gd name="connsiteX1905" fmla="*/ 418243 w 514350"/>
                <a:gd name="connsiteY1905" fmla="*/ 768382 h 809625"/>
                <a:gd name="connsiteX1906" fmla="*/ 419291 w 514350"/>
                <a:gd name="connsiteY1906" fmla="*/ 766096 h 809625"/>
                <a:gd name="connsiteX1907" fmla="*/ 420434 w 514350"/>
                <a:gd name="connsiteY1907" fmla="*/ 765238 h 809625"/>
                <a:gd name="connsiteX1908" fmla="*/ 421577 w 514350"/>
                <a:gd name="connsiteY1908" fmla="*/ 764096 h 809625"/>
                <a:gd name="connsiteX1909" fmla="*/ 422339 w 514350"/>
                <a:gd name="connsiteY1909" fmla="*/ 763333 h 809625"/>
                <a:gd name="connsiteX1910" fmla="*/ 422720 w 514350"/>
                <a:gd name="connsiteY1910" fmla="*/ 763048 h 809625"/>
                <a:gd name="connsiteX1911" fmla="*/ 423196 w 514350"/>
                <a:gd name="connsiteY1911" fmla="*/ 762572 h 809625"/>
                <a:gd name="connsiteX1912" fmla="*/ 423482 w 514350"/>
                <a:gd name="connsiteY1912" fmla="*/ 762095 h 809625"/>
                <a:gd name="connsiteX1913" fmla="*/ 423672 w 514350"/>
                <a:gd name="connsiteY1913" fmla="*/ 761619 h 809625"/>
                <a:gd name="connsiteX1914" fmla="*/ 423863 w 514350"/>
                <a:gd name="connsiteY1914" fmla="*/ 761143 h 809625"/>
                <a:gd name="connsiteX1915" fmla="*/ 424148 w 514350"/>
                <a:gd name="connsiteY1915" fmla="*/ 760000 h 809625"/>
                <a:gd name="connsiteX1916" fmla="*/ 424244 w 514350"/>
                <a:gd name="connsiteY1916" fmla="*/ 759428 h 809625"/>
                <a:gd name="connsiteX1917" fmla="*/ 424244 w 514350"/>
                <a:gd name="connsiteY1917" fmla="*/ 758857 h 809625"/>
                <a:gd name="connsiteX1918" fmla="*/ 423767 w 514350"/>
                <a:gd name="connsiteY1918" fmla="*/ 757714 h 809625"/>
                <a:gd name="connsiteX1919" fmla="*/ 420529 w 514350"/>
                <a:gd name="connsiteY1919" fmla="*/ 752475 h 809625"/>
                <a:gd name="connsiteX1920" fmla="*/ 419576 w 514350"/>
                <a:gd name="connsiteY1920" fmla="*/ 751808 h 809625"/>
                <a:gd name="connsiteX1921" fmla="*/ 419100 w 514350"/>
                <a:gd name="connsiteY1921" fmla="*/ 751141 h 809625"/>
                <a:gd name="connsiteX1922" fmla="*/ 416147 w 514350"/>
                <a:gd name="connsiteY1922" fmla="*/ 749617 h 809625"/>
                <a:gd name="connsiteX1923" fmla="*/ 412623 w 514350"/>
                <a:gd name="connsiteY1923" fmla="*/ 748951 h 809625"/>
                <a:gd name="connsiteX1924" fmla="*/ 392335 w 514350"/>
                <a:gd name="connsiteY1924" fmla="*/ 748760 h 809625"/>
                <a:gd name="connsiteX1925" fmla="*/ 391287 w 514350"/>
                <a:gd name="connsiteY1925" fmla="*/ 748474 h 809625"/>
                <a:gd name="connsiteX1926" fmla="*/ 390716 w 514350"/>
                <a:gd name="connsiteY1926" fmla="*/ 747617 h 809625"/>
                <a:gd name="connsiteX1927" fmla="*/ 391001 w 514350"/>
                <a:gd name="connsiteY1927" fmla="*/ 745617 h 809625"/>
                <a:gd name="connsiteX1928" fmla="*/ 390525 w 514350"/>
                <a:gd name="connsiteY1928" fmla="*/ 744474 h 809625"/>
                <a:gd name="connsiteX1929" fmla="*/ 389192 w 514350"/>
                <a:gd name="connsiteY1929" fmla="*/ 743522 h 809625"/>
                <a:gd name="connsiteX1930" fmla="*/ 389192 w 514350"/>
                <a:gd name="connsiteY1930" fmla="*/ 742093 h 809625"/>
                <a:gd name="connsiteX1931" fmla="*/ 389382 w 514350"/>
                <a:gd name="connsiteY1931" fmla="*/ 741712 h 809625"/>
                <a:gd name="connsiteX1932" fmla="*/ 389954 w 514350"/>
                <a:gd name="connsiteY1932" fmla="*/ 740664 h 809625"/>
                <a:gd name="connsiteX1933" fmla="*/ 390906 w 514350"/>
                <a:gd name="connsiteY1933" fmla="*/ 739616 h 809625"/>
                <a:gd name="connsiteX1934" fmla="*/ 392049 w 514350"/>
                <a:gd name="connsiteY1934" fmla="*/ 738854 h 809625"/>
                <a:gd name="connsiteX1935" fmla="*/ 396621 w 514350"/>
                <a:gd name="connsiteY1935" fmla="*/ 736568 h 809625"/>
                <a:gd name="connsiteX1936" fmla="*/ 400241 w 514350"/>
                <a:gd name="connsiteY1936" fmla="*/ 732854 h 809625"/>
                <a:gd name="connsiteX1937" fmla="*/ 401574 w 514350"/>
                <a:gd name="connsiteY1937" fmla="*/ 730758 h 809625"/>
                <a:gd name="connsiteX1938" fmla="*/ 403670 w 514350"/>
                <a:gd name="connsiteY1938" fmla="*/ 728377 h 809625"/>
                <a:gd name="connsiteX1939" fmla="*/ 404527 w 514350"/>
                <a:gd name="connsiteY1939" fmla="*/ 726948 h 809625"/>
                <a:gd name="connsiteX1940" fmla="*/ 405289 w 514350"/>
                <a:gd name="connsiteY1940" fmla="*/ 725043 h 809625"/>
                <a:gd name="connsiteX1941" fmla="*/ 406908 w 514350"/>
                <a:gd name="connsiteY1941" fmla="*/ 717899 h 809625"/>
                <a:gd name="connsiteX1942" fmla="*/ 407099 w 514350"/>
                <a:gd name="connsiteY1942" fmla="*/ 716280 h 809625"/>
                <a:gd name="connsiteX1943" fmla="*/ 406527 w 514350"/>
                <a:gd name="connsiteY1943" fmla="*/ 714851 h 809625"/>
                <a:gd name="connsiteX1944" fmla="*/ 405956 w 514350"/>
                <a:gd name="connsiteY1944" fmla="*/ 714470 h 809625"/>
                <a:gd name="connsiteX1945" fmla="*/ 405098 w 514350"/>
                <a:gd name="connsiteY1945" fmla="*/ 714470 h 809625"/>
                <a:gd name="connsiteX1946" fmla="*/ 404050 w 514350"/>
                <a:gd name="connsiteY1946" fmla="*/ 714756 h 809625"/>
                <a:gd name="connsiteX1947" fmla="*/ 403193 w 514350"/>
                <a:gd name="connsiteY1947" fmla="*/ 714947 h 809625"/>
                <a:gd name="connsiteX1948" fmla="*/ 402527 w 514350"/>
                <a:gd name="connsiteY1948" fmla="*/ 714851 h 809625"/>
                <a:gd name="connsiteX1949" fmla="*/ 402050 w 514350"/>
                <a:gd name="connsiteY1949" fmla="*/ 714565 h 809625"/>
                <a:gd name="connsiteX1950" fmla="*/ 401860 w 514350"/>
                <a:gd name="connsiteY1950" fmla="*/ 713994 h 809625"/>
                <a:gd name="connsiteX1951" fmla="*/ 401860 w 514350"/>
                <a:gd name="connsiteY1951" fmla="*/ 713899 h 809625"/>
                <a:gd name="connsiteX1952" fmla="*/ 402622 w 514350"/>
                <a:gd name="connsiteY1952" fmla="*/ 711708 h 809625"/>
                <a:gd name="connsiteX1953" fmla="*/ 402622 w 514350"/>
                <a:gd name="connsiteY1953" fmla="*/ 710755 h 809625"/>
                <a:gd name="connsiteX1954" fmla="*/ 402050 w 514350"/>
                <a:gd name="connsiteY1954" fmla="*/ 709327 h 809625"/>
                <a:gd name="connsiteX1955" fmla="*/ 401479 w 514350"/>
                <a:gd name="connsiteY1955" fmla="*/ 708565 h 809625"/>
                <a:gd name="connsiteX1956" fmla="*/ 401193 w 514350"/>
                <a:gd name="connsiteY1956" fmla="*/ 706946 h 809625"/>
                <a:gd name="connsiteX1957" fmla="*/ 401479 w 514350"/>
                <a:gd name="connsiteY1957" fmla="*/ 704279 h 809625"/>
                <a:gd name="connsiteX1958" fmla="*/ 403098 w 514350"/>
                <a:gd name="connsiteY1958" fmla="*/ 699325 h 809625"/>
                <a:gd name="connsiteX1959" fmla="*/ 405860 w 514350"/>
                <a:gd name="connsiteY1959" fmla="*/ 693515 h 809625"/>
                <a:gd name="connsiteX1960" fmla="*/ 408527 w 514350"/>
                <a:gd name="connsiteY1960" fmla="*/ 692563 h 809625"/>
                <a:gd name="connsiteX1961" fmla="*/ 409385 w 514350"/>
                <a:gd name="connsiteY1961" fmla="*/ 692467 h 809625"/>
                <a:gd name="connsiteX1962" fmla="*/ 410623 w 514350"/>
                <a:gd name="connsiteY1962" fmla="*/ 692467 h 809625"/>
                <a:gd name="connsiteX1963" fmla="*/ 412718 w 514350"/>
                <a:gd name="connsiteY1963" fmla="*/ 693039 h 809625"/>
                <a:gd name="connsiteX1964" fmla="*/ 413861 w 514350"/>
                <a:gd name="connsiteY1964" fmla="*/ 693134 h 809625"/>
                <a:gd name="connsiteX1965" fmla="*/ 415100 w 514350"/>
                <a:gd name="connsiteY1965" fmla="*/ 692944 h 809625"/>
                <a:gd name="connsiteX1966" fmla="*/ 416433 w 514350"/>
                <a:gd name="connsiteY1966" fmla="*/ 692467 h 809625"/>
                <a:gd name="connsiteX1967" fmla="*/ 421386 w 514350"/>
                <a:gd name="connsiteY1967" fmla="*/ 689515 h 809625"/>
                <a:gd name="connsiteX1968" fmla="*/ 422529 w 514350"/>
                <a:gd name="connsiteY1968" fmla="*/ 689134 h 809625"/>
                <a:gd name="connsiteX1969" fmla="*/ 423196 w 514350"/>
                <a:gd name="connsiteY1969" fmla="*/ 688657 h 809625"/>
                <a:gd name="connsiteX1970" fmla="*/ 423863 w 514350"/>
                <a:gd name="connsiteY1970" fmla="*/ 688086 h 809625"/>
                <a:gd name="connsiteX1971" fmla="*/ 423767 w 514350"/>
                <a:gd name="connsiteY1971" fmla="*/ 687038 h 809625"/>
                <a:gd name="connsiteX1972" fmla="*/ 423386 w 514350"/>
                <a:gd name="connsiteY1972" fmla="*/ 686372 h 809625"/>
                <a:gd name="connsiteX1973" fmla="*/ 422910 w 514350"/>
                <a:gd name="connsiteY1973" fmla="*/ 685609 h 809625"/>
                <a:gd name="connsiteX1974" fmla="*/ 422720 w 514350"/>
                <a:gd name="connsiteY1974" fmla="*/ 685038 h 809625"/>
                <a:gd name="connsiteX1975" fmla="*/ 422815 w 514350"/>
                <a:gd name="connsiteY1975" fmla="*/ 684086 h 809625"/>
                <a:gd name="connsiteX1976" fmla="*/ 423291 w 514350"/>
                <a:gd name="connsiteY1976" fmla="*/ 682847 h 809625"/>
                <a:gd name="connsiteX1977" fmla="*/ 425291 w 514350"/>
                <a:gd name="connsiteY1977" fmla="*/ 679895 h 809625"/>
                <a:gd name="connsiteX1978" fmla="*/ 426625 w 514350"/>
                <a:gd name="connsiteY1978" fmla="*/ 677228 h 809625"/>
                <a:gd name="connsiteX1979" fmla="*/ 427958 w 514350"/>
                <a:gd name="connsiteY1979" fmla="*/ 671798 h 809625"/>
                <a:gd name="connsiteX1980" fmla="*/ 433102 w 514350"/>
                <a:gd name="connsiteY1980" fmla="*/ 669988 h 809625"/>
                <a:gd name="connsiteX1981" fmla="*/ 438817 w 514350"/>
                <a:gd name="connsiteY1981" fmla="*/ 669893 h 809625"/>
                <a:gd name="connsiteX1982" fmla="*/ 439960 w 514350"/>
                <a:gd name="connsiteY1982" fmla="*/ 669988 h 809625"/>
                <a:gd name="connsiteX1983" fmla="*/ 441103 w 514350"/>
                <a:gd name="connsiteY1983" fmla="*/ 670370 h 809625"/>
                <a:gd name="connsiteX1984" fmla="*/ 442436 w 514350"/>
                <a:gd name="connsiteY1984" fmla="*/ 671227 h 809625"/>
                <a:gd name="connsiteX1985" fmla="*/ 443389 w 514350"/>
                <a:gd name="connsiteY1985" fmla="*/ 672179 h 809625"/>
                <a:gd name="connsiteX1986" fmla="*/ 444151 w 514350"/>
                <a:gd name="connsiteY1986" fmla="*/ 673132 h 809625"/>
                <a:gd name="connsiteX1987" fmla="*/ 444913 w 514350"/>
                <a:gd name="connsiteY1987" fmla="*/ 674275 h 809625"/>
                <a:gd name="connsiteX1988" fmla="*/ 446913 w 514350"/>
                <a:gd name="connsiteY1988" fmla="*/ 676561 h 809625"/>
                <a:gd name="connsiteX1989" fmla="*/ 448151 w 514350"/>
                <a:gd name="connsiteY1989" fmla="*/ 677418 h 809625"/>
                <a:gd name="connsiteX1990" fmla="*/ 449485 w 514350"/>
                <a:gd name="connsiteY1990" fmla="*/ 677989 h 809625"/>
                <a:gd name="connsiteX1991" fmla="*/ 451199 w 514350"/>
                <a:gd name="connsiteY1991" fmla="*/ 677608 h 809625"/>
                <a:gd name="connsiteX1992" fmla="*/ 451771 w 514350"/>
                <a:gd name="connsiteY1992" fmla="*/ 677132 h 809625"/>
                <a:gd name="connsiteX1993" fmla="*/ 451961 w 514350"/>
                <a:gd name="connsiteY1993" fmla="*/ 676370 h 809625"/>
                <a:gd name="connsiteX1994" fmla="*/ 452057 w 514350"/>
                <a:gd name="connsiteY1994" fmla="*/ 675894 h 809625"/>
                <a:gd name="connsiteX1995" fmla="*/ 452438 w 514350"/>
                <a:gd name="connsiteY1995" fmla="*/ 675227 h 809625"/>
                <a:gd name="connsiteX1996" fmla="*/ 454343 w 514350"/>
                <a:gd name="connsiteY1996" fmla="*/ 672751 h 809625"/>
                <a:gd name="connsiteX1997" fmla="*/ 455581 w 514350"/>
                <a:gd name="connsiteY1997" fmla="*/ 672560 h 809625"/>
                <a:gd name="connsiteX1998" fmla="*/ 457391 w 514350"/>
                <a:gd name="connsiteY1998" fmla="*/ 673037 h 809625"/>
                <a:gd name="connsiteX1999" fmla="*/ 461200 w 514350"/>
                <a:gd name="connsiteY1999" fmla="*/ 675418 h 809625"/>
                <a:gd name="connsiteX2000" fmla="*/ 466249 w 514350"/>
                <a:gd name="connsiteY2000" fmla="*/ 679609 h 809625"/>
                <a:gd name="connsiteX2001" fmla="*/ 469868 w 514350"/>
                <a:gd name="connsiteY2001" fmla="*/ 681419 h 809625"/>
                <a:gd name="connsiteX2002" fmla="*/ 477393 w 514350"/>
                <a:gd name="connsiteY2002" fmla="*/ 683228 h 809625"/>
                <a:gd name="connsiteX2003" fmla="*/ 478346 w 514350"/>
                <a:gd name="connsiteY2003" fmla="*/ 682085 h 809625"/>
                <a:gd name="connsiteX2004" fmla="*/ 479298 w 514350"/>
                <a:gd name="connsiteY2004" fmla="*/ 680656 h 809625"/>
                <a:gd name="connsiteX2005" fmla="*/ 479584 w 514350"/>
                <a:gd name="connsiteY2005" fmla="*/ 679513 h 809625"/>
                <a:gd name="connsiteX2006" fmla="*/ 479584 w 514350"/>
                <a:gd name="connsiteY2006" fmla="*/ 678275 h 809625"/>
                <a:gd name="connsiteX2007" fmla="*/ 478727 w 514350"/>
                <a:gd name="connsiteY2007" fmla="*/ 675132 h 809625"/>
                <a:gd name="connsiteX2008" fmla="*/ 478727 w 514350"/>
                <a:gd name="connsiteY2008" fmla="*/ 673417 h 809625"/>
                <a:gd name="connsiteX2009" fmla="*/ 478917 w 514350"/>
                <a:gd name="connsiteY2009" fmla="*/ 672560 h 809625"/>
                <a:gd name="connsiteX2010" fmla="*/ 479108 w 514350"/>
                <a:gd name="connsiteY2010" fmla="*/ 672084 h 809625"/>
                <a:gd name="connsiteX2011" fmla="*/ 479489 w 514350"/>
                <a:gd name="connsiteY2011" fmla="*/ 671894 h 809625"/>
                <a:gd name="connsiteX2012" fmla="*/ 480060 w 514350"/>
                <a:gd name="connsiteY2012" fmla="*/ 671703 h 809625"/>
                <a:gd name="connsiteX2013" fmla="*/ 480917 w 514350"/>
                <a:gd name="connsiteY2013" fmla="*/ 671703 h 809625"/>
                <a:gd name="connsiteX2014" fmla="*/ 481775 w 514350"/>
                <a:gd name="connsiteY2014" fmla="*/ 671894 h 809625"/>
                <a:gd name="connsiteX2015" fmla="*/ 482537 w 514350"/>
                <a:gd name="connsiteY2015" fmla="*/ 672370 h 809625"/>
                <a:gd name="connsiteX2016" fmla="*/ 483489 w 514350"/>
                <a:gd name="connsiteY2016" fmla="*/ 673227 h 809625"/>
                <a:gd name="connsiteX2017" fmla="*/ 483870 w 514350"/>
                <a:gd name="connsiteY2017" fmla="*/ 673322 h 809625"/>
                <a:gd name="connsiteX2018" fmla="*/ 484251 w 514350"/>
                <a:gd name="connsiteY2018" fmla="*/ 673227 h 809625"/>
                <a:gd name="connsiteX2019" fmla="*/ 484727 w 514350"/>
                <a:gd name="connsiteY2019" fmla="*/ 672846 h 809625"/>
                <a:gd name="connsiteX2020" fmla="*/ 485585 w 514350"/>
                <a:gd name="connsiteY2020" fmla="*/ 671798 h 809625"/>
                <a:gd name="connsiteX2021" fmla="*/ 485966 w 514350"/>
                <a:gd name="connsiteY2021" fmla="*/ 671703 h 809625"/>
                <a:gd name="connsiteX2022" fmla="*/ 487013 w 514350"/>
                <a:gd name="connsiteY2022" fmla="*/ 671703 h 809625"/>
                <a:gd name="connsiteX2023" fmla="*/ 487680 w 514350"/>
                <a:gd name="connsiteY2023" fmla="*/ 671608 h 809625"/>
                <a:gd name="connsiteX2024" fmla="*/ 488537 w 514350"/>
                <a:gd name="connsiteY2024" fmla="*/ 671322 h 809625"/>
                <a:gd name="connsiteX2025" fmla="*/ 489585 w 514350"/>
                <a:gd name="connsiteY2025" fmla="*/ 670560 h 809625"/>
                <a:gd name="connsiteX2026" fmla="*/ 490061 w 514350"/>
                <a:gd name="connsiteY2026" fmla="*/ 670179 h 809625"/>
                <a:gd name="connsiteX2027" fmla="*/ 490157 w 514350"/>
                <a:gd name="connsiteY2027" fmla="*/ 669417 h 809625"/>
                <a:gd name="connsiteX2028" fmla="*/ 490157 w 514350"/>
                <a:gd name="connsiteY2028" fmla="*/ 666559 h 809625"/>
                <a:gd name="connsiteX2029" fmla="*/ 490347 w 514350"/>
                <a:gd name="connsiteY2029" fmla="*/ 665702 h 809625"/>
                <a:gd name="connsiteX2030" fmla="*/ 490823 w 514350"/>
                <a:gd name="connsiteY2030" fmla="*/ 665036 h 809625"/>
                <a:gd name="connsiteX2031" fmla="*/ 491585 w 514350"/>
                <a:gd name="connsiteY2031" fmla="*/ 664750 h 809625"/>
                <a:gd name="connsiteX2032" fmla="*/ 492347 w 514350"/>
                <a:gd name="connsiteY2032" fmla="*/ 664559 h 809625"/>
                <a:gd name="connsiteX2033" fmla="*/ 493014 w 514350"/>
                <a:gd name="connsiteY2033" fmla="*/ 664655 h 809625"/>
                <a:gd name="connsiteX2034" fmla="*/ 493681 w 514350"/>
                <a:gd name="connsiteY2034" fmla="*/ 664940 h 809625"/>
                <a:gd name="connsiteX2035" fmla="*/ 494538 w 514350"/>
                <a:gd name="connsiteY2035" fmla="*/ 665321 h 809625"/>
                <a:gd name="connsiteX2036" fmla="*/ 501682 w 514350"/>
                <a:gd name="connsiteY2036" fmla="*/ 670465 h 809625"/>
                <a:gd name="connsiteX2037" fmla="*/ 503111 w 514350"/>
                <a:gd name="connsiteY2037" fmla="*/ 671036 h 809625"/>
                <a:gd name="connsiteX2038" fmla="*/ 504254 w 514350"/>
                <a:gd name="connsiteY2038" fmla="*/ 670941 h 809625"/>
                <a:gd name="connsiteX2039" fmla="*/ 504920 w 514350"/>
                <a:gd name="connsiteY2039" fmla="*/ 670465 h 809625"/>
                <a:gd name="connsiteX2040" fmla="*/ 504920 w 514350"/>
                <a:gd name="connsiteY2040" fmla="*/ 669322 h 809625"/>
                <a:gd name="connsiteX2041" fmla="*/ 504349 w 514350"/>
                <a:gd name="connsiteY2041" fmla="*/ 667798 h 809625"/>
                <a:gd name="connsiteX2042" fmla="*/ 502634 w 514350"/>
                <a:gd name="connsiteY2042" fmla="*/ 665416 h 809625"/>
                <a:gd name="connsiteX2043" fmla="*/ 501206 w 514350"/>
                <a:gd name="connsiteY2043" fmla="*/ 664369 h 809625"/>
                <a:gd name="connsiteX2044" fmla="*/ 499967 w 514350"/>
                <a:gd name="connsiteY2044" fmla="*/ 663702 h 809625"/>
                <a:gd name="connsiteX2045" fmla="*/ 498920 w 514350"/>
                <a:gd name="connsiteY2045" fmla="*/ 663512 h 809625"/>
                <a:gd name="connsiteX2046" fmla="*/ 498539 w 514350"/>
                <a:gd name="connsiteY2046" fmla="*/ 663035 h 809625"/>
                <a:gd name="connsiteX2047" fmla="*/ 498443 w 514350"/>
                <a:gd name="connsiteY2047" fmla="*/ 662273 h 809625"/>
                <a:gd name="connsiteX2048" fmla="*/ 498920 w 514350"/>
                <a:gd name="connsiteY2048" fmla="*/ 660940 h 809625"/>
                <a:gd name="connsiteX2049" fmla="*/ 501872 w 514350"/>
                <a:gd name="connsiteY2049" fmla="*/ 657225 h 809625"/>
                <a:gd name="connsiteX2050" fmla="*/ 503111 w 514350"/>
                <a:gd name="connsiteY2050" fmla="*/ 655225 h 809625"/>
                <a:gd name="connsiteX2051" fmla="*/ 503396 w 514350"/>
                <a:gd name="connsiteY2051" fmla="*/ 654748 h 809625"/>
                <a:gd name="connsiteX2052" fmla="*/ 503682 w 514350"/>
                <a:gd name="connsiteY2052" fmla="*/ 653796 h 809625"/>
                <a:gd name="connsiteX2053" fmla="*/ 504349 w 514350"/>
                <a:gd name="connsiteY2053" fmla="*/ 651129 h 809625"/>
                <a:gd name="connsiteX2054" fmla="*/ 504730 w 514350"/>
                <a:gd name="connsiteY2054" fmla="*/ 649891 h 809625"/>
                <a:gd name="connsiteX2055" fmla="*/ 505301 w 514350"/>
                <a:gd name="connsiteY2055" fmla="*/ 649129 h 809625"/>
                <a:gd name="connsiteX2056" fmla="*/ 505968 w 514350"/>
                <a:gd name="connsiteY2056" fmla="*/ 648557 h 809625"/>
                <a:gd name="connsiteX2057" fmla="*/ 508159 w 514350"/>
                <a:gd name="connsiteY2057" fmla="*/ 647509 h 809625"/>
                <a:gd name="connsiteX2058" fmla="*/ 508921 w 514350"/>
                <a:gd name="connsiteY2058" fmla="*/ 646843 h 809625"/>
                <a:gd name="connsiteX2059" fmla="*/ 509969 w 514350"/>
                <a:gd name="connsiteY2059" fmla="*/ 645700 h 809625"/>
                <a:gd name="connsiteX2060" fmla="*/ 510540 w 514350"/>
                <a:gd name="connsiteY2060" fmla="*/ 644271 h 809625"/>
                <a:gd name="connsiteX2061" fmla="*/ 510826 w 514350"/>
                <a:gd name="connsiteY2061" fmla="*/ 642556 h 809625"/>
                <a:gd name="connsiteX2062" fmla="*/ 510921 w 514350"/>
                <a:gd name="connsiteY2062" fmla="*/ 639699 h 809625"/>
                <a:gd name="connsiteX2063" fmla="*/ 511302 w 514350"/>
                <a:gd name="connsiteY2063" fmla="*/ 638365 h 809625"/>
                <a:gd name="connsiteX2064" fmla="*/ 512064 w 514350"/>
                <a:gd name="connsiteY2064" fmla="*/ 637318 h 809625"/>
                <a:gd name="connsiteX2065" fmla="*/ 513969 w 514350"/>
                <a:gd name="connsiteY2065" fmla="*/ 635317 h 809625"/>
                <a:gd name="connsiteX2066" fmla="*/ 514636 w 514350"/>
                <a:gd name="connsiteY2066" fmla="*/ 634079 h 809625"/>
                <a:gd name="connsiteX2067" fmla="*/ 515112 w 514350"/>
                <a:gd name="connsiteY2067" fmla="*/ 632936 h 809625"/>
                <a:gd name="connsiteX2068" fmla="*/ 515779 w 514350"/>
                <a:gd name="connsiteY2068" fmla="*/ 630364 h 809625"/>
                <a:gd name="connsiteX2069" fmla="*/ 515969 w 514350"/>
                <a:gd name="connsiteY2069" fmla="*/ 629698 h 809625"/>
                <a:gd name="connsiteX2070" fmla="*/ 516065 w 514350"/>
                <a:gd name="connsiteY2070" fmla="*/ 629031 h 809625"/>
                <a:gd name="connsiteX2071" fmla="*/ 516160 w 514350"/>
                <a:gd name="connsiteY2071" fmla="*/ 628269 h 809625"/>
                <a:gd name="connsiteX2072" fmla="*/ 516160 w 514350"/>
                <a:gd name="connsiteY2072" fmla="*/ 627412 h 809625"/>
                <a:gd name="connsiteX2073" fmla="*/ 516160 w 514350"/>
                <a:gd name="connsiteY2073" fmla="*/ 626459 h 809625"/>
                <a:gd name="connsiteX2074" fmla="*/ 516446 w 514350"/>
                <a:gd name="connsiteY2074" fmla="*/ 624459 h 809625"/>
                <a:gd name="connsiteX2075" fmla="*/ 516541 w 514350"/>
                <a:gd name="connsiteY2075" fmla="*/ 623316 h 80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</a:cxnLst>
              <a:rect l="l" t="t" r="r" b="b"/>
              <a:pathLst>
                <a:path w="514350" h="809625">
                  <a:moveTo>
                    <a:pt x="516446" y="622268"/>
                  </a:moveTo>
                  <a:lnTo>
                    <a:pt x="516160" y="620935"/>
                  </a:lnTo>
                  <a:lnTo>
                    <a:pt x="515779" y="620078"/>
                  </a:lnTo>
                  <a:lnTo>
                    <a:pt x="515398" y="619411"/>
                  </a:lnTo>
                  <a:lnTo>
                    <a:pt x="514826" y="619030"/>
                  </a:lnTo>
                  <a:lnTo>
                    <a:pt x="513302" y="620744"/>
                  </a:lnTo>
                  <a:lnTo>
                    <a:pt x="512636" y="621221"/>
                  </a:lnTo>
                  <a:lnTo>
                    <a:pt x="512064" y="621506"/>
                  </a:lnTo>
                  <a:lnTo>
                    <a:pt x="511207" y="621792"/>
                  </a:lnTo>
                  <a:lnTo>
                    <a:pt x="510445" y="621792"/>
                  </a:lnTo>
                  <a:lnTo>
                    <a:pt x="509778" y="621602"/>
                  </a:lnTo>
                  <a:lnTo>
                    <a:pt x="509207" y="621316"/>
                  </a:lnTo>
                  <a:lnTo>
                    <a:pt x="504635" y="617696"/>
                  </a:lnTo>
                  <a:lnTo>
                    <a:pt x="503873" y="617411"/>
                  </a:lnTo>
                  <a:lnTo>
                    <a:pt x="503111" y="617411"/>
                  </a:lnTo>
                  <a:lnTo>
                    <a:pt x="502444" y="617506"/>
                  </a:lnTo>
                  <a:lnTo>
                    <a:pt x="501872" y="617506"/>
                  </a:lnTo>
                  <a:lnTo>
                    <a:pt x="501206" y="617315"/>
                  </a:lnTo>
                  <a:lnTo>
                    <a:pt x="500634" y="617030"/>
                  </a:lnTo>
                  <a:lnTo>
                    <a:pt x="499491" y="616267"/>
                  </a:lnTo>
                  <a:lnTo>
                    <a:pt x="498920" y="615982"/>
                  </a:lnTo>
                  <a:lnTo>
                    <a:pt x="498253" y="616077"/>
                  </a:lnTo>
                  <a:lnTo>
                    <a:pt x="496443" y="617125"/>
                  </a:lnTo>
                  <a:lnTo>
                    <a:pt x="495586" y="617125"/>
                  </a:lnTo>
                  <a:lnTo>
                    <a:pt x="494824" y="616553"/>
                  </a:lnTo>
                  <a:lnTo>
                    <a:pt x="494443" y="614839"/>
                  </a:lnTo>
                  <a:lnTo>
                    <a:pt x="493967" y="613696"/>
                  </a:lnTo>
                  <a:lnTo>
                    <a:pt x="493109" y="612553"/>
                  </a:lnTo>
                  <a:lnTo>
                    <a:pt x="492347" y="611886"/>
                  </a:lnTo>
                  <a:lnTo>
                    <a:pt x="491681" y="611124"/>
                  </a:lnTo>
                  <a:lnTo>
                    <a:pt x="491300" y="610267"/>
                  </a:lnTo>
                  <a:lnTo>
                    <a:pt x="491300" y="608933"/>
                  </a:lnTo>
                  <a:lnTo>
                    <a:pt x="491490" y="608171"/>
                  </a:lnTo>
                  <a:lnTo>
                    <a:pt x="491871" y="607409"/>
                  </a:lnTo>
                  <a:lnTo>
                    <a:pt x="492252" y="606933"/>
                  </a:lnTo>
                  <a:lnTo>
                    <a:pt x="492538" y="606457"/>
                  </a:lnTo>
                  <a:lnTo>
                    <a:pt x="492633" y="605790"/>
                  </a:lnTo>
                  <a:lnTo>
                    <a:pt x="492252" y="600647"/>
                  </a:lnTo>
                  <a:lnTo>
                    <a:pt x="492443" y="599218"/>
                  </a:lnTo>
                  <a:lnTo>
                    <a:pt x="492728" y="598075"/>
                  </a:lnTo>
                  <a:lnTo>
                    <a:pt x="493014" y="597027"/>
                  </a:lnTo>
                  <a:lnTo>
                    <a:pt x="493300" y="595789"/>
                  </a:lnTo>
                  <a:lnTo>
                    <a:pt x="493205" y="595503"/>
                  </a:lnTo>
                  <a:lnTo>
                    <a:pt x="492728" y="592169"/>
                  </a:lnTo>
                  <a:lnTo>
                    <a:pt x="492824" y="590740"/>
                  </a:lnTo>
                  <a:lnTo>
                    <a:pt x="493014" y="589407"/>
                  </a:lnTo>
                  <a:lnTo>
                    <a:pt x="493871" y="587121"/>
                  </a:lnTo>
                  <a:lnTo>
                    <a:pt x="494157" y="586073"/>
                  </a:lnTo>
                  <a:lnTo>
                    <a:pt x="493967" y="585311"/>
                  </a:lnTo>
                  <a:lnTo>
                    <a:pt x="493395" y="584740"/>
                  </a:lnTo>
                  <a:lnTo>
                    <a:pt x="492252" y="584549"/>
                  </a:lnTo>
                  <a:lnTo>
                    <a:pt x="491395" y="584645"/>
                  </a:lnTo>
                  <a:lnTo>
                    <a:pt x="489871" y="585121"/>
                  </a:lnTo>
                  <a:lnTo>
                    <a:pt x="489299" y="585216"/>
                  </a:lnTo>
                  <a:lnTo>
                    <a:pt x="488728" y="585121"/>
                  </a:lnTo>
                  <a:lnTo>
                    <a:pt x="488156" y="584930"/>
                  </a:lnTo>
                  <a:lnTo>
                    <a:pt x="486728" y="584073"/>
                  </a:lnTo>
                  <a:lnTo>
                    <a:pt x="486061" y="583692"/>
                  </a:lnTo>
                  <a:lnTo>
                    <a:pt x="485299" y="583787"/>
                  </a:lnTo>
                  <a:lnTo>
                    <a:pt x="484632" y="584073"/>
                  </a:lnTo>
                  <a:lnTo>
                    <a:pt x="483108" y="585025"/>
                  </a:lnTo>
                  <a:lnTo>
                    <a:pt x="482346" y="585311"/>
                  </a:lnTo>
                  <a:lnTo>
                    <a:pt x="481298" y="585406"/>
                  </a:lnTo>
                  <a:lnTo>
                    <a:pt x="480155" y="585406"/>
                  </a:lnTo>
                  <a:lnTo>
                    <a:pt x="477679" y="584930"/>
                  </a:lnTo>
                  <a:lnTo>
                    <a:pt x="475393" y="584168"/>
                  </a:lnTo>
                  <a:lnTo>
                    <a:pt x="474345" y="583882"/>
                  </a:lnTo>
                  <a:lnTo>
                    <a:pt x="472726" y="583597"/>
                  </a:lnTo>
                  <a:lnTo>
                    <a:pt x="472154" y="583502"/>
                  </a:lnTo>
                  <a:lnTo>
                    <a:pt x="471297" y="582835"/>
                  </a:lnTo>
                  <a:lnTo>
                    <a:pt x="470345" y="581978"/>
                  </a:lnTo>
                  <a:lnTo>
                    <a:pt x="466344" y="577310"/>
                  </a:lnTo>
                  <a:lnTo>
                    <a:pt x="465582" y="576739"/>
                  </a:lnTo>
                  <a:lnTo>
                    <a:pt x="464534" y="576358"/>
                  </a:lnTo>
                  <a:lnTo>
                    <a:pt x="463582" y="576263"/>
                  </a:lnTo>
                  <a:lnTo>
                    <a:pt x="462534" y="576453"/>
                  </a:lnTo>
                  <a:lnTo>
                    <a:pt x="460629" y="577310"/>
                  </a:lnTo>
                  <a:lnTo>
                    <a:pt x="459486" y="577310"/>
                  </a:lnTo>
                  <a:lnTo>
                    <a:pt x="458724" y="576644"/>
                  </a:lnTo>
                  <a:lnTo>
                    <a:pt x="457867" y="575120"/>
                  </a:lnTo>
                  <a:lnTo>
                    <a:pt x="457486" y="573881"/>
                  </a:lnTo>
                  <a:lnTo>
                    <a:pt x="457391" y="572738"/>
                  </a:lnTo>
                  <a:lnTo>
                    <a:pt x="457962" y="572072"/>
                  </a:lnTo>
                  <a:lnTo>
                    <a:pt x="458819" y="571976"/>
                  </a:lnTo>
                  <a:lnTo>
                    <a:pt x="460629" y="572453"/>
                  </a:lnTo>
                  <a:lnTo>
                    <a:pt x="461677" y="572453"/>
                  </a:lnTo>
                  <a:lnTo>
                    <a:pt x="462439" y="572167"/>
                  </a:lnTo>
                  <a:lnTo>
                    <a:pt x="463010" y="571690"/>
                  </a:lnTo>
                  <a:lnTo>
                    <a:pt x="463106" y="570833"/>
                  </a:lnTo>
                  <a:lnTo>
                    <a:pt x="462725" y="569786"/>
                  </a:lnTo>
                  <a:lnTo>
                    <a:pt x="461486" y="567880"/>
                  </a:lnTo>
                  <a:lnTo>
                    <a:pt x="460724" y="566642"/>
                  </a:lnTo>
                  <a:lnTo>
                    <a:pt x="460439" y="565404"/>
                  </a:lnTo>
                  <a:lnTo>
                    <a:pt x="460915" y="564071"/>
                  </a:lnTo>
                  <a:lnTo>
                    <a:pt x="461963" y="561880"/>
                  </a:lnTo>
                  <a:lnTo>
                    <a:pt x="462153" y="560356"/>
                  </a:lnTo>
                  <a:lnTo>
                    <a:pt x="462058" y="558832"/>
                  </a:lnTo>
                  <a:lnTo>
                    <a:pt x="461486" y="556355"/>
                  </a:lnTo>
                  <a:lnTo>
                    <a:pt x="460153" y="553212"/>
                  </a:lnTo>
                  <a:lnTo>
                    <a:pt x="454724" y="549878"/>
                  </a:lnTo>
                  <a:lnTo>
                    <a:pt x="451199" y="551974"/>
                  </a:lnTo>
                  <a:lnTo>
                    <a:pt x="450723" y="552069"/>
                  </a:lnTo>
                  <a:lnTo>
                    <a:pt x="449961" y="551974"/>
                  </a:lnTo>
                  <a:lnTo>
                    <a:pt x="448913" y="551593"/>
                  </a:lnTo>
                  <a:lnTo>
                    <a:pt x="447675" y="551497"/>
                  </a:lnTo>
                  <a:lnTo>
                    <a:pt x="446342" y="551783"/>
                  </a:lnTo>
                  <a:lnTo>
                    <a:pt x="444818" y="552831"/>
                  </a:lnTo>
                  <a:lnTo>
                    <a:pt x="443008" y="555307"/>
                  </a:lnTo>
                  <a:lnTo>
                    <a:pt x="442341" y="556070"/>
                  </a:lnTo>
                  <a:lnTo>
                    <a:pt x="441770" y="556355"/>
                  </a:lnTo>
                  <a:lnTo>
                    <a:pt x="441293" y="555784"/>
                  </a:lnTo>
                  <a:lnTo>
                    <a:pt x="441008" y="555022"/>
                  </a:lnTo>
                  <a:lnTo>
                    <a:pt x="440817" y="553974"/>
                  </a:lnTo>
                  <a:lnTo>
                    <a:pt x="440436" y="551307"/>
                  </a:lnTo>
                  <a:lnTo>
                    <a:pt x="440436" y="550355"/>
                  </a:lnTo>
                  <a:lnTo>
                    <a:pt x="440722" y="549592"/>
                  </a:lnTo>
                  <a:lnTo>
                    <a:pt x="441198" y="548926"/>
                  </a:lnTo>
                  <a:lnTo>
                    <a:pt x="443389" y="547021"/>
                  </a:lnTo>
                  <a:lnTo>
                    <a:pt x="443865" y="546545"/>
                  </a:lnTo>
                  <a:lnTo>
                    <a:pt x="444056" y="545973"/>
                  </a:lnTo>
                  <a:lnTo>
                    <a:pt x="444151" y="545592"/>
                  </a:lnTo>
                  <a:lnTo>
                    <a:pt x="444246" y="542449"/>
                  </a:lnTo>
                  <a:lnTo>
                    <a:pt x="444151" y="541496"/>
                  </a:lnTo>
                  <a:lnTo>
                    <a:pt x="443960" y="540830"/>
                  </a:lnTo>
                  <a:lnTo>
                    <a:pt x="443675" y="540544"/>
                  </a:lnTo>
                  <a:lnTo>
                    <a:pt x="443103" y="540448"/>
                  </a:lnTo>
                  <a:lnTo>
                    <a:pt x="442436" y="540734"/>
                  </a:lnTo>
                  <a:lnTo>
                    <a:pt x="441008" y="541591"/>
                  </a:lnTo>
                  <a:lnTo>
                    <a:pt x="440341" y="542258"/>
                  </a:lnTo>
                  <a:lnTo>
                    <a:pt x="439769" y="543115"/>
                  </a:lnTo>
                  <a:lnTo>
                    <a:pt x="439484" y="543973"/>
                  </a:lnTo>
                  <a:lnTo>
                    <a:pt x="439007" y="545021"/>
                  </a:lnTo>
                  <a:lnTo>
                    <a:pt x="438055" y="545782"/>
                  </a:lnTo>
                  <a:lnTo>
                    <a:pt x="436912" y="546068"/>
                  </a:lnTo>
                  <a:lnTo>
                    <a:pt x="435197" y="545687"/>
                  </a:lnTo>
                  <a:lnTo>
                    <a:pt x="434340" y="545116"/>
                  </a:lnTo>
                  <a:lnTo>
                    <a:pt x="433578" y="544449"/>
                  </a:lnTo>
                  <a:lnTo>
                    <a:pt x="433007" y="543973"/>
                  </a:lnTo>
                  <a:lnTo>
                    <a:pt x="432245" y="543878"/>
                  </a:lnTo>
                  <a:lnTo>
                    <a:pt x="429768" y="543878"/>
                  </a:lnTo>
                  <a:lnTo>
                    <a:pt x="427768" y="543115"/>
                  </a:lnTo>
                  <a:lnTo>
                    <a:pt x="426911" y="543115"/>
                  </a:lnTo>
                  <a:lnTo>
                    <a:pt x="425863" y="543687"/>
                  </a:lnTo>
                  <a:lnTo>
                    <a:pt x="425196" y="544354"/>
                  </a:lnTo>
                  <a:lnTo>
                    <a:pt x="424720" y="545116"/>
                  </a:lnTo>
                  <a:lnTo>
                    <a:pt x="424625" y="545973"/>
                  </a:lnTo>
                  <a:lnTo>
                    <a:pt x="424720" y="546830"/>
                  </a:lnTo>
                  <a:lnTo>
                    <a:pt x="425101" y="547688"/>
                  </a:lnTo>
                  <a:lnTo>
                    <a:pt x="425768" y="548449"/>
                  </a:lnTo>
                  <a:lnTo>
                    <a:pt x="426434" y="549212"/>
                  </a:lnTo>
                  <a:lnTo>
                    <a:pt x="426815" y="549878"/>
                  </a:lnTo>
                  <a:lnTo>
                    <a:pt x="426911" y="550736"/>
                  </a:lnTo>
                  <a:lnTo>
                    <a:pt x="426625" y="551593"/>
                  </a:lnTo>
                  <a:lnTo>
                    <a:pt x="426053" y="552355"/>
                  </a:lnTo>
                  <a:lnTo>
                    <a:pt x="425101" y="553117"/>
                  </a:lnTo>
                  <a:lnTo>
                    <a:pt x="422720" y="554641"/>
                  </a:lnTo>
                  <a:lnTo>
                    <a:pt x="421672" y="555593"/>
                  </a:lnTo>
                  <a:lnTo>
                    <a:pt x="420338" y="557022"/>
                  </a:lnTo>
                  <a:lnTo>
                    <a:pt x="419672" y="557498"/>
                  </a:lnTo>
                  <a:lnTo>
                    <a:pt x="418529" y="557879"/>
                  </a:lnTo>
                  <a:lnTo>
                    <a:pt x="416624" y="558451"/>
                  </a:lnTo>
                  <a:lnTo>
                    <a:pt x="415576" y="559022"/>
                  </a:lnTo>
                  <a:lnTo>
                    <a:pt x="414719" y="559975"/>
                  </a:lnTo>
                  <a:lnTo>
                    <a:pt x="414242" y="561213"/>
                  </a:lnTo>
                  <a:lnTo>
                    <a:pt x="413861" y="562642"/>
                  </a:lnTo>
                  <a:lnTo>
                    <a:pt x="413385" y="563880"/>
                  </a:lnTo>
                  <a:lnTo>
                    <a:pt x="412814" y="564547"/>
                  </a:lnTo>
                  <a:lnTo>
                    <a:pt x="412052" y="564642"/>
                  </a:lnTo>
                  <a:lnTo>
                    <a:pt x="411290" y="563975"/>
                  </a:lnTo>
                  <a:lnTo>
                    <a:pt x="410909" y="563308"/>
                  </a:lnTo>
                  <a:lnTo>
                    <a:pt x="410337" y="562547"/>
                  </a:lnTo>
                  <a:lnTo>
                    <a:pt x="409480" y="562070"/>
                  </a:lnTo>
                  <a:lnTo>
                    <a:pt x="407765" y="562070"/>
                  </a:lnTo>
                  <a:lnTo>
                    <a:pt x="406432" y="562356"/>
                  </a:lnTo>
                  <a:lnTo>
                    <a:pt x="405289" y="562737"/>
                  </a:lnTo>
                  <a:lnTo>
                    <a:pt x="404527" y="563213"/>
                  </a:lnTo>
                  <a:lnTo>
                    <a:pt x="403955" y="563880"/>
                  </a:lnTo>
                  <a:lnTo>
                    <a:pt x="403765" y="564547"/>
                  </a:lnTo>
                  <a:lnTo>
                    <a:pt x="403765" y="565404"/>
                  </a:lnTo>
                  <a:lnTo>
                    <a:pt x="404241" y="566738"/>
                  </a:lnTo>
                  <a:lnTo>
                    <a:pt x="403860" y="567119"/>
                  </a:lnTo>
                  <a:lnTo>
                    <a:pt x="402908" y="567309"/>
                  </a:lnTo>
                  <a:lnTo>
                    <a:pt x="400526" y="567119"/>
                  </a:lnTo>
                  <a:lnTo>
                    <a:pt x="399098" y="567404"/>
                  </a:lnTo>
                  <a:lnTo>
                    <a:pt x="396050" y="568833"/>
                  </a:lnTo>
                  <a:lnTo>
                    <a:pt x="393192" y="571309"/>
                  </a:lnTo>
                  <a:lnTo>
                    <a:pt x="392525" y="571500"/>
                  </a:lnTo>
                  <a:lnTo>
                    <a:pt x="391859" y="571595"/>
                  </a:lnTo>
                  <a:lnTo>
                    <a:pt x="389382" y="571309"/>
                  </a:lnTo>
                  <a:lnTo>
                    <a:pt x="388715" y="571405"/>
                  </a:lnTo>
                  <a:lnTo>
                    <a:pt x="387858" y="571881"/>
                  </a:lnTo>
                  <a:lnTo>
                    <a:pt x="387287" y="571881"/>
                  </a:lnTo>
                  <a:lnTo>
                    <a:pt x="386620" y="571595"/>
                  </a:lnTo>
                  <a:lnTo>
                    <a:pt x="386334" y="569690"/>
                  </a:lnTo>
                  <a:lnTo>
                    <a:pt x="386429" y="566547"/>
                  </a:lnTo>
                  <a:lnTo>
                    <a:pt x="386144" y="565404"/>
                  </a:lnTo>
                  <a:lnTo>
                    <a:pt x="385191" y="562737"/>
                  </a:lnTo>
                  <a:lnTo>
                    <a:pt x="384905" y="561499"/>
                  </a:lnTo>
                  <a:lnTo>
                    <a:pt x="384524" y="560261"/>
                  </a:lnTo>
                  <a:lnTo>
                    <a:pt x="383762" y="559213"/>
                  </a:lnTo>
                  <a:lnTo>
                    <a:pt x="382334" y="558355"/>
                  </a:lnTo>
                  <a:lnTo>
                    <a:pt x="381572" y="557308"/>
                  </a:lnTo>
                  <a:lnTo>
                    <a:pt x="381191" y="556546"/>
                  </a:lnTo>
                  <a:lnTo>
                    <a:pt x="381095" y="555593"/>
                  </a:lnTo>
                  <a:lnTo>
                    <a:pt x="380429" y="554831"/>
                  </a:lnTo>
                  <a:lnTo>
                    <a:pt x="379857" y="554355"/>
                  </a:lnTo>
                  <a:lnTo>
                    <a:pt x="376428" y="554927"/>
                  </a:lnTo>
                  <a:lnTo>
                    <a:pt x="374237" y="554355"/>
                  </a:lnTo>
                  <a:lnTo>
                    <a:pt x="372142" y="553974"/>
                  </a:lnTo>
                  <a:lnTo>
                    <a:pt x="371285" y="554069"/>
                  </a:lnTo>
                  <a:lnTo>
                    <a:pt x="370427" y="554260"/>
                  </a:lnTo>
                  <a:lnTo>
                    <a:pt x="369284" y="554164"/>
                  </a:lnTo>
                  <a:lnTo>
                    <a:pt x="368046" y="553688"/>
                  </a:lnTo>
                  <a:lnTo>
                    <a:pt x="366522" y="552640"/>
                  </a:lnTo>
                  <a:lnTo>
                    <a:pt x="365379" y="551974"/>
                  </a:lnTo>
                  <a:lnTo>
                    <a:pt x="364427" y="551783"/>
                  </a:lnTo>
                  <a:lnTo>
                    <a:pt x="362141" y="552069"/>
                  </a:lnTo>
                  <a:lnTo>
                    <a:pt x="360998" y="551879"/>
                  </a:lnTo>
                  <a:lnTo>
                    <a:pt x="359283" y="549688"/>
                  </a:lnTo>
                  <a:lnTo>
                    <a:pt x="358235" y="549021"/>
                  </a:lnTo>
                  <a:lnTo>
                    <a:pt x="357378" y="549021"/>
                  </a:lnTo>
                  <a:lnTo>
                    <a:pt x="356616" y="549402"/>
                  </a:lnTo>
                  <a:lnTo>
                    <a:pt x="354235" y="551116"/>
                  </a:lnTo>
                  <a:lnTo>
                    <a:pt x="353568" y="551021"/>
                  </a:lnTo>
                  <a:lnTo>
                    <a:pt x="353282" y="550640"/>
                  </a:lnTo>
                  <a:lnTo>
                    <a:pt x="353187" y="549497"/>
                  </a:lnTo>
                  <a:lnTo>
                    <a:pt x="353187" y="548449"/>
                  </a:lnTo>
                  <a:lnTo>
                    <a:pt x="353092" y="547592"/>
                  </a:lnTo>
                  <a:lnTo>
                    <a:pt x="352806" y="547116"/>
                  </a:lnTo>
                  <a:lnTo>
                    <a:pt x="352139" y="546735"/>
                  </a:lnTo>
                  <a:lnTo>
                    <a:pt x="351568" y="547021"/>
                  </a:lnTo>
                  <a:lnTo>
                    <a:pt x="351092" y="547402"/>
                  </a:lnTo>
                  <a:lnTo>
                    <a:pt x="350711" y="547973"/>
                  </a:lnTo>
                  <a:lnTo>
                    <a:pt x="350425" y="548640"/>
                  </a:lnTo>
                  <a:lnTo>
                    <a:pt x="350330" y="549116"/>
                  </a:lnTo>
                  <a:lnTo>
                    <a:pt x="350234" y="549592"/>
                  </a:lnTo>
                  <a:lnTo>
                    <a:pt x="350234" y="550164"/>
                  </a:lnTo>
                  <a:lnTo>
                    <a:pt x="350234" y="550736"/>
                  </a:lnTo>
                  <a:lnTo>
                    <a:pt x="350139" y="551212"/>
                  </a:lnTo>
                  <a:lnTo>
                    <a:pt x="349853" y="551593"/>
                  </a:lnTo>
                  <a:lnTo>
                    <a:pt x="349377" y="551879"/>
                  </a:lnTo>
                  <a:lnTo>
                    <a:pt x="347472" y="552545"/>
                  </a:lnTo>
                  <a:lnTo>
                    <a:pt x="347091" y="552926"/>
                  </a:lnTo>
                  <a:lnTo>
                    <a:pt x="346996" y="553498"/>
                  </a:lnTo>
                  <a:lnTo>
                    <a:pt x="347377" y="554069"/>
                  </a:lnTo>
                  <a:lnTo>
                    <a:pt x="348234" y="554641"/>
                  </a:lnTo>
                  <a:lnTo>
                    <a:pt x="348996" y="555022"/>
                  </a:lnTo>
                  <a:lnTo>
                    <a:pt x="349663" y="555498"/>
                  </a:lnTo>
                  <a:lnTo>
                    <a:pt x="350044" y="556260"/>
                  </a:lnTo>
                  <a:lnTo>
                    <a:pt x="350234" y="557784"/>
                  </a:lnTo>
                  <a:lnTo>
                    <a:pt x="350139" y="558927"/>
                  </a:lnTo>
                  <a:lnTo>
                    <a:pt x="350330" y="559880"/>
                  </a:lnTo>
                  <a:lnTo>
                    <a:pt x="350901" y="561689"/>
                  </a:lnTo>
                  <a:lnTo>
                    <a:pt x="350901" y="562737"/>
                  </a:lnTo>
                  <a:lnTo>
                    <a:pt x="350330" y="563785"/>
                  </a:lnTo>
                  <a:lnTo>
                    <a:pt x="349377" y="564261"/>
                  </a:lnTo>
                  <a:lnTo>
                    <a:pt x="348234" y="564547"/>
                  </a:lnTo>
                  <a:lnTo>
                    <a:pt x="346900" y="564452"/>
                  </a:lnTo>
                  <a:lnTo>
                    <a:pt x="345758" y="564261"/>
                  </a:lnTo>
                  <a:lnTo>
                    <a:pt x="343757" y="563689"/>
                  </a:lnTo>
                  <a:lnTo>
                    <a:pt x="342900" y="563499"/>
                  </a:lnTo>
                  <a:lnTo>
                    <a:pt x="342233" y="563689"/>
                  </a:lnTo>
                  <a:lnTo>
                    <a:pt x="341852" y="564261"/>
                  </a:lnTo>
                  <a:lnTo>
                    <a:pt x="341567" y="565309"/>
                  </a:lnTo>
                  <a:lnTo>
                    <a:pt x="341090" y="566166"/>
                  </a:lnTo>
                  <a:lnTo>
                    <a:pt x="340328" y="566547"/>
                  </a:lnTo>
                  <a:lnTo>
                    <a:pt x="339281" y="566356"/>
                  </a:lnTo>
                  <a:lnTo>
                    <a:pt x="338233" y="565309"/>
                  </a:lnTo>
                  <a:lnTo>
                    <a:pt x="336709" y="563594"/>
                  </a:lnTo>
                  <a:lnTo>
                    <a:pt x="336233" y="563023"/>
                  </a:lnTo>
                  <a:lnTo>
                    <a:pt x="335661" y="562642"/>
                  </a:lnTo>
                  <a:lnTo>
                    <a:pt x="335280" y="562451"/>
                  </a:lnTo>
                  <a:lnTo>
                    <a:pt x="334804" y="562356"/>
                  </a:lnTo>
                  <a:lnTo>
                    <a:pt x="334613" y="562451"/>
                  </a:lnTo>
                  <a:lnTo>
                    <a:pt x="334518" y="562737"/>
                  </a:lnTo>
                  <a:lnTo>
                    <a:pt x="334137" y="563880"/>
                  </a:lnTo>
                  <a:lnTo>
                    <a:pt x="333756" y="564642"/>
                  </a:lnTo>
                  <a:lnTo>
                    <a:pt x="333280" y="565499"/>
                  </a:lnTo>
                  <a:lnTo>
                    <a:pt x="332613" y="565785"/>
                  </a:lnTo>
                  <a:lnTo>
                    <a:pt x="332042" y="565404"/>
                  </a:lnTo>
                  <a:lnTo>
                    <a:pt x="331280" y="563785"/>
                  </a:lnTo>
                  <a:lnTo>
                    <a:pt x="330803" y="562070"/>
                  </a:lnTo>
                  <a:lnTo>
                    <a:pt x="330327" y="559022"/>
                  </a:lnTo>
                  <a:lnTo>
                    <a:pt x="330327" y="557498"/>
                  </a:lnTo>
                  <a:lnTo>
                    <a:pt x="330708" y="555974"/>
                  </a:lnTo>
                  <a:lnTo>
                    <a:pt x="331375" y="555117"/>
                  </a:lnTo>
                  <a:lnTo>
                    <a:pt x="332994" y="553307"/>
                  </a:lnTo>
                  <a:lnTo>
                    <a:pt x="333566" y="552545"/>
                  </a:lnTo>
                  <a:lnTo>
                    <a:pt x="333947" y="551783"/>
                  </a:lnTo>
                  <a:lnTo>
                    <a:pt x="334137" y="550926"/>
                  </a:lnTo>
                  <a:lnTo>
                    <a:pt x="334613" y="549973"/>
                  </a:lnTo>
                  <a:lnTo>
                    <a:pt x="334994" y="549402"/>
                  </a:lnTo>
                  <a:lnTo>
                    <a:pt x="335471" y="549021"/>
                  </a:lnTo>
                  <a:lnTo>
                    <a:pt x="335756" y="548735"/>
                  </a:lnTo>
                  <a:lnTo>
                    <a:pt x="336328" y="548259"/>
                  </a:lnTo>
                  <a:lnTo>
                    <a:pt x="336709" y="547497"/>
                  </a:lnTo>
                  <a:lnTo>
                    <a:pt x="336709" y="546354"/>
                  </a:lnTo>
                  <a:lnTo>
                    <a:pt x="336137" y="545211"/>
                  </a:lnTo>
                  <a:lnTo>
                    <a:pt x="335566" y="544354"/>
                  </a:lnTo>
                  <a:lnTo>
                    <a:pt x="333470" y="542068"/>
                  </a:lnTo>
                  <a:lnTo>
                    <a:pt x="332804" y="541211"/>
                  </a:lnTo>
                  <a:lnTo>
                    <a:pt x="331184" y="538258"/>
                  </a:lnTo>
                  <a:lnTo>
                    <a:pt x="330041" y="536638"/>
                  </a:lnTo>
                  <a:lnTo>
                    <a:pt x="329470" y="536162"/>
                  </a:lnTo>
                  <a:lnTo>
                    <a:pt x="328803" y="535781"/>
                  </a:lnTo>
                  <a:lnTo>
                    <a:pt x="328136" y="534829"/>
                  </a:lnTo>
                  <a:lnTo>
                    <a:pt x="327755" y="533590"/>
                  </a:lnTo>
                  <a:lnTo>
                    <a:pt x="327850" y="531305"/>
                  </a:lnTo>
                  <a:lnTo>
                    <a:pt x="328232" y="530162"/>
                  </a:lnTo>
                  <a:lnTo>
                    <a:pt x="328708" y="529495"/>
                  </a:lnTo>
                  <a:lnTo>
                    <a:pt x="328898" y="528923"/>
                  </a:lnTo>
                  <a:lnTo>
                    <a:pt x="328708" y="528161"/>
                  </a:lnTo>
                  <a:lnTo>
                    <a:pt x="327755" y="526637"/>
                  </a:lnTo>
                  <a:lnTo>
                    <a:pt x="320897" y="519779"/>
                  </a:lnTo>
                  <a:lnTo>
                    <a:pt x="320326" y="518827"/>
                  </a:lnTo>
                  <a:lnTo>
                    <a:pt x="320326" y="517874"/>
                  </a:lnTo>
                  <a:lnTo>
                    <a:pt x="321183" y="516827"/>
                  </a:lnTo>
                  <a:lnTo>
                    <a:pt x="322040" y="516350"/>
                  </a:lnTo>
                  <a:lnTo>
                    <a:pt x="323564" y="516064"/>
                  </a:lnTo>
                  <a:lnTo>
                    <a:pt x="324041" y="515874"/>
                  </a:lnTo>
                  <a:lnTo>
                    <a:pt x="324707" y="514731"/>
                  </a:lnTo>
                  <a:lnTo>
                    <a:pt x="325279" y="514159"/>
                  </a:lnTo>
                  <a:lnTo>
                    <a:pt x="325946" y="513779"/>
                  </a:lnTo>
                  <a:lnTo>
                    <a:pt x="326517" y="513683"/>
                  </a:lnTo>
                  <a:lnTo>
                    <a:pt x="327184" y="513969"/>
                  </a:lnTo>
                  <a:lnTo>
                    <a:pt x="327755" y="514350"/>
                  </a:lnTo>
                  <a:lnTo>
                    <a:pt x="328994" y="515493"/>
                  </a:lnTo>
                  <a:lnTo>
                    <a:pt x="329756" y="515969"/>
                  </a:lnTo>
                  <a:lnTo>
                    <a:pt x="330327" y="516064"/>
                  </a:lnTo>
                  <a:lnTo>
                    <a:pt x="330803" y="515874"/>
                  </a:lnTo>
                  <a:lnTo>
                    <a:pt x="331280" y="515779"/>
                  </a:lnTo>
                  <a:lnTo>
                    <a:pt x="331756" y="515779"/>
                  </a:lnTo>
                  <a:lnTo>
                    <a:pt x="332232" y="516541"/>
                  </a:lnTo>
                  <a:lnTo>
                    <a:pt x="332518" y="517588"/>
                  </a:lnTo>
                  <a:lnTo>
                    <a:pt x="333280" y="523399"/>
                  </a:lnTo>
                  <a:lnTo>
                    <a:pt x="333947" y="526066"/>
                  </a:lnTo>
                  <a:lnTo>
                    <a:pt x="334423" y="527304"/>
                  </a:lnTo>
                  <a:lnTo>
                    <a:pt x="334994" y="528256"/>
                  </a:lnTo>
                  <a:lnTo>
                    <a:pt x="335566" y="528828"/>
                  </a:lnTo>
                  <a:lnTo>
                    <a:pt x="336137" y="529209"/>
                  </a:lnTo>
                  <a:lnTo>
                    <a:pt x="337852" y="530066"/>
                  </a:lnTo>
                  <a:lnTo>
                    <a:pt x="339662" y="530638"/>
                  </a:lnTo>
                  <a:lnTo>
                    <a:pt x="343186" y="531400"/>
                  </a:lnTo>
                  <a:lnTo>
                    <a:pt x="344138" y="531686"/>
                  </a:lnTo>
                  <a:lnTo>
                    <a:pt x="344996" y="532162"/>
                  </a:lnTo>
                  <a:lnTo>
                    <a:pt x="345662" y="532829"/>
                  </a:lnTo>
                  <a:lnTo>
                    <a:pt x="346805" y="534353"/>
                  </a:lnTo>
                  <a:lnTo>
                    <a:pt x="347472" y="535019"/>
                  </a:lnTo>
                  <a:lnTo>
                    <a:pt x="348520" y="535591"/>
                  </a:lnTo>
                  <a:lnTo>
                    <a:pt x="349663" y="535686"/>
                  </a:lnTo>
                  <a:lnTo>
                    <a:pt x="351758" y="535400"/>
                  </a:lnTo>
                  <a:lnTo>
                    <a:pt x="354997" y="535496"/>
                  </a:lnTo>
                  <a:lnTo>
                    <a:pt x="356425" y="535305"/>
                  </a:lnTo>
                  <a:lnTo>
                    <a:pt x="363665" y="533495"/>
                  </a:lnTo>
                  <a:lnTo>
                    <a:pt x="364522" y="533495"/>
                  </a:lnTo>
                  <a:lnTo>
                    <a:pt x="365379" y="533781"/>
                  </a:lnTo>
                  <a:lnTo>
                    <a:pt x="366141" y="534162"/>
                  </a:lnTo>
                  <a:lnTo>
                    <a:pt x="366998" y="534448"/>
                  </a:lnTo>
                  <a:lnTo>
                    <a:pt x="368427" y="534638"/>
                  </a:lnTo>
                  <a:lnTo>
                    <a:pt x="368903" y="534924"/>
                  </a:lnTo>
                  <a:lnTo>
                    <a:pt x="369475" y="535400"/>
                  </a:lnTo>
                  <a:lnTo>
                    <a:pt x="369951" y="536067"/>
                  </a:lnTo>
                  <a:lnTo>
                    <a:pt x="371475" y="539305"/>
                  </a:lnTo>
                  <a:lnTo>
                    <a:pt x="373190" y="542163"/>
                  </a:lnTo>
                  <a:lnTo>
                    <a:pt x="373761" y="543401"/>
                  </a:lnTo>
                  <a:lnTo>
                    <a:pt x="373761" y="544449"/>
                  </a:lnTo>
                  <a:lnTo>
                    <a:pt x="373571" y="545497"/>
                  </a:lnTo>
                  <a:lnTo>
                    <a:pt x="373475" y="546354"/>
                  </a:lnTo>
                  <a:lnTo>
                    <a:pt x="373856" y="547116"/>
                  </a:lnTo>
                  <a:lnTo>
                    <a:pt x="374999" y="547497"/>
                  </a:lnTo>
                  <a:lnTo>
                    <a:pt x="376809" y="547973"/>
                  </a:lnTo>
                  <a:lnTo>
                    <a:pt x="379000" y="549021"/>
                  </a:lnTo>
                  <a:lnTo>
                    <a:pt x="380143" y="549212"/>
                  </a:lnTo>
                  <a:lnTo>
                    <a:pt x="381095" y="548926"/>
                  </a:lnTo>
                  <a:lnTo>
                    <a:pt x="381667" y="548449"/>
                  </a:lnTo>
                  <a:lnTo>
                    <a:pt x="381762" y="547688"/>
                  </a:lnTo>
                  <a:lnTo>
                    <a:pt x="381572" y="546735"/>
                  </a:lnTo>
                  <a:lnTo>
                    <a:pt x="379952" y="544068"/>
                  </a:lnTo>
                  <a:lnTo>
                    <a:pt x="379857" y="543401"/>
                  </a:lnTo>
                  <a:lnTo>
                    <a:pt x="379952" y="542544"/>
                  </a:lnTo>
                  <a:lnTo>
                    <a:pt x="380333" y="540544"/>
                  </a:lnTo>
                  <a:lnTo>
                    <a:pt x="380048" y="539782"/>
                  </a:lnTo>
                  <a:lnTo>
                    <a:pt x="379476" y="539115"/>
                  </a:lnTo>
                  <a:lnTo>
                    <a:pt x="378333" y="538544"/>
                  </a:lnTo>
                  <a:lnTo>
                    <a:pt x="377381" y="537972"/>
                  </a:lnTo>
                  <a:lnTo>
                    <a:pt x="376619" y="536924"/>
                  </a:lnTo>
                  <a:lnTo>
                    <a:pt x="376333" y="536448"/>
                  </a:lnTo>
                  <a:lnTo>
                    <a:pt x="376238" y="536162"/>
                  </a:lnTo>
                  <a:lnTo>
                    <a:pt x="375857" y="533590"/>
                  </a:lnTo>
                  <a:lnTo>
                    <a:pt x="375475" y="533019"/>
                  </a:lnTo>
                  <a:lnTo>
                    <a:pt x="374047" y="531400"/>
                  </a:lnTo>
                  <a:lnTo>
                    <a:pt x="373571" y="530638"/>
                  </a:lnTo>
                  <a:lnTo>
                    <a:pt x="373380" y="529971"/>
                  </a:lnTo>
                  <a:lnTo>
                    <a:pt x="373475" y="529399"/>
                  </a:lnTo>
                  <a:lnTo>
                    <a:pt x="373856" y="528638"/>
                  </a:lnTo>
                  <a:lnTo>
                    <a:pt x="376428" y="525304"/>
                  </a:lnTo>
                  <a:lnTo>
                    <a:pt x="376904" y="524447"/>
                  </a:lnTo>
                  <a:lnTo>
                    <a:pt x="377190" y="523494"/>
                  </a:lnTo>
                  <a:lnTo>
                    <a:pt x="376904" y="522827"/>
                  </a:lnTo>
                  <a:lnTo>
                    <a:pt x="376142" y="522351"/>
                  </a:lnTo>
                  <a:lnTo>
                    <a:pt x="374523" y="522161"/>
                  </a:lnTo>
                  <a:lnTo>
                    <a:pt x="373761" y="521970"/>
                  </a:lnTo>
                  <a:lnTo>
                    <a:pt x="373380" y="521589"/>
                  </a:lnTo>
                  <a:lnTo>
                    <a:pt x="373571" y="521208"/>
                  </a:lnTo>
                  <a:lnTo>
                    <a:pt x="373952" y="520732"/>
                  </a:lnTo>
                  <a:lnTo>
                    <a:pt x="375857" y="519113"/>
                  </a:lnTo>
                  <a:lnTo>
                    <a:pt x="378047" y="516731"/>
                  </a:lnTo>
                  <a:lnTo>
                    <a:pt x="378809" y="516255"/>
                  </a:lnTo>
                  <a:lnTo>
                    <a:pt x="379762" y="515874"/>
                  </a:lnTo>
                  <a:lnTo>
                    <a:pt x="381381" y="515588"/>
                  </a:lnTo>
                  <a:lnTo>
                    <a:pt x="386334" y="515398"/>
                  </a:lnTo>
                  <a:lnTo>
                    <a:pt x="387572" y="515112"/>
                  </a:lnTo>
                  <a:lnTo>
                    <a:pt x="388715" y="514636"/>
                  </a:lnTo>
                  <a:lnTo>
                    <a:pt x="389287" y="513969"/>
                  </a:lnTo>
                  <a:lnTo>
                    <a:pt x="389477" y="513302"/>
                  </a:lnTo>
                  <a:lnTo>
                    <a:pt x="389477" y="512540"/>
                  </a:lnTo>
                  <a:lnTo>
                    <a:pt x="389192" y="511683"/>
                  </a:lnTo>
                  <a:lnTo>
                    <a:pt x="388144" y="508730"/>
                  </a:lnTo>
                  <a:lnTo>
                    <a:pt x="387953" y="507682"/>
                  </a:lnTo>
                  <a:lnTo>
                    <a:pt x="387953" y="506635"/>
                  </a:lnTo>
                  <a:lnTo>
                    <a:pt x="388239" y="505492"/>
                  </a:lnTo>
                  <a:lnTo>
                    <a:pt x="389001" y="503111"/>
                  </a:lnTo>
                  <a:lnTo>
                    <a:pt x="389096" y="502253"/>
                  </a:lnTo>
                  <a:lnTo>
                    <a:pt x="388715" y="501682"/>
                  </a:lnTo>
                  <a:lnTo>
                    <a:pt x="387668" y="501205"/>
                  </a:lnTo>
                  <a:lnTo>
                    <a:pt x="384429" y="500824"/>
                  </a:lnTo>
                  <a:lnTo>
                    <a:pt x="383667" y="500444"/>
                  </a:lnTo>
                  <a:lnTo>
                    <a:pt x="383477" y="499967"/>
                  </a:lnTo>
                  <a:lnTo>
                    <a:pt x="383477" y="499300"/>
                  </a:lnTo>
                  <a:lnTo>
                    <a:pt x="383286" y="498824"/>
                  </a:lnTo>
                  <a:lnTo>
                    <a:pt x="382905" y="498157"/>
                  </a:lnTo>
                  <a:lnTo>
                    <a:pt x="382429" y="497681"/>
                  </a:lnTo>
                  <a:lnTo>
                    <a:pt x="381762" y="497205"/>
                  </a:lnTo>
                  <a:lnTo>
                    <a:pt x="380524" y="496443"/>
                  </a:lnTo>
                  <a:lnTo>
                    <a:pt x="379667" y="496253"/>
                  </a:lnTo>
                  <a:lnTo>
                    <a:pt x="378714" y="496348"/>
                  </a:lnTo>
                  <a:lnTo>
                    <a:pt x="377476" y="497110"/>
                  </a:lnTo>
                  <a:lnTo>
                    <a:pt x="377000" y="497872"/>
                  </a:lnTo>
                  <a:lnTo>
                    <a:pt x="376809" y="498920"/>
                  </a:lnTo>
                  <a:lnTo>
                    <a:pt x="377000" y="499967"/>
                  </a:lnTo>
                  <a:lnTo>
                    <a:pt x="377381" y="501015"/>
                  </a:lnTo>
                  <a:lnTo>
                    <a:pt x="377857" y="501967"/>
                  </a:lnTo>
                  <a:lnTo>
                    <a:pt x="379857" y="505015"/>
                  </a:lnTo>
                  <a:lnTo>
                    <a:pt x="380333" y="506063"/>
                  </a:lnTo>
                  <a:lnTo>
                    <a:pt x="380143" y="507111"/>
                  </a:lnTo>
                  <a:lnTo>
                    <a:pt x="379286" y="507778"/>
                  </a:lnTo>
                  <a:lnTo>
                    <a:pt x="377952" y="507778"/>
                  </a:lnTo>
                  <a:lnTo>
                    <a:pt x="376333" y="506921"/>
                  </a:lnTo>
                  <a:lnTo>
                    <a:pt x="375190" y="505587"/>
                  </a:lnTo>
                  <a:lnTo>
                    <a:pt x="373285" y="502730"/>
                  </a:lnTo>
                  <a:lnTo>
                    <a:pt x="372237" y="502158"/>
                  </a:lnTo>
                  <a:lnTo>
                    <a:pt x="370713" y="501682"/>
                  </a:lnTo>
                  <a:lnTo>
                    <a:pt x="367665" y="501015"/>
                  </a:lnTo>
                  <a:lnTo>
                    <a:pt x="366427" y="500253"/>
                  </a:lnTo>
                  <a:lnTo>
                    <a:pt x="365855" y="499396"/>
                  </a:lnTo>
                  <a:lnTo>
                    <a:pt x="365855" y="498443"/>
                  </a:lnTo>
                  <a:lnTo>
                    <a:pt x="365855" y="497586"/>
                  </a:lnTo>
                  <a:lnTo>
                    <a:pt x="365665" y="496919"/>
                  </a:lnTo>
                  <a:lnTo>
                    <a:pt x="365189" y="496443"/>
                  </a:lnTo>
                  <a:lnTo>
                    <a:pt x="364141" y="496348"/>
                  </a:lnTo>
                  <a:lnTo>
                    <a:pt x="362426" y="496538"/>
                  </a:lnTo>
                  <a:lnTo>
                    <a:pt x="359378" y="497300"/>
                  </a:lnTo>
                  <a:lnTo>
                    <a:pt x="356902" y="497300"/>
                  </a:lnTo>
                  <a:lnTo>
                    <a:pt x="355187" y="497110"/>
                  </a:lnTo>
                  <a:lnTo>
                    <a:pt x="354044" y="496633"/>
                  </a:lnTo>
                  <a:lnTo>
                    <a:pt x="351854" y="495300"/>
                  </a:lnTo>
                  <a:lnTo>
                    <a:pt x="350901" y="495205"/>
                  </a:lnTo>
                  <a:lnTo>
                    <a:pt x="349853" y="495586"/>
                  </a:lnTo>
                  <a:lnTo>
                    <a:pt x="348425" y="496919"/>
                  </a:lnTo>
                  <a:lnTo>
                    <a:pt x="346996" y="499110"/>
                  </a:lnTo>
                  <a:lnTo>
                    <a:pt x="345567" y="500920"/>
                  </a:lnTo>
                  <a:lnTo>
                    <a:pt x="345091" y="501777"/>
                  </a:lnTo>
                  <a:lnTo>
                    <a:pt x="344805" y="503015"/>
                  </a:lnTo>
                  <a:lnTo>
                    <a:pt x="345091" y="506254"/>
                  </a:lnTo>
                  <a:lnTo>
                    <a:pt x="344900" y="507206"/>
                  </a:lnTo>
                  <a:lnTo>
                    <a:pt x="344615" y="507873"/>
                  </a:lnTo>
                  <a:lnTo>
                    <a:pt x="343948" y="508445"/>
                  </a:lnTo>
                  <a:lnTo>
                    <a:pt x="342805" y="508730"/>
                  </a:lnTo>
                  <a:lnTo>
                    <a:pt x="340805" y="508635"/>
                  </a:lnTo>
                  <a:lnTo>
                    <a:pt x="338423" y="507778"/>
                  </a:lnTo>
                  <a:lnTo>
                    <a:pt x="335471" y="507111"/>
                  </a:lnTo>
                  <a:lnTo>
                    <a:pt x="331851" y="506921"/>
                  </a:lnTo>
                  <a:lnTo>
                    <a:pt x="324993" y="505492"/>
                  </a:lnTo>
                  <a:lnTo>
                    <a:pt x="324707" y="504254"/>
                  </a:lnTo>
                  <a:lnTo>
                    <a:pt x="325184" y="503111"/>
                  </a:lnTo>
                  <a:lnTo>
                    <a:pt x="325755" y="502253"/>
                  </a:lnTo>
                  <a:lnTo>
                    <a:pt x="326422" y="501396"/>
                  </a:lnTo>
                  <a:lnTo>
                    <a:pt x="326612" y="500634"/>
                  </a:lnTo>
                  <a:lnTo>
                    <a:pt x="326517" y="499872"/>
                  </a:lnTo>
                  <a:lnTo>
                    <a:pt x="325850" y="499110"/>
                  </a:lnTo>
                  <a:lnTo>
                    <a:pt x="322040" y="497586"/>
                  </a:lnTo>
                  <a:lnTo>
                    <a:pt x="321183" y="496919"/>
                  </a:lnTo>
                  <a:lnTo>
                    <a:pt x="320326" y="495967"/>
                  </a:lnTo>
                  <a:lnTo>
                    <a:pt x="319659" y="494824"/>
                  </a:lnTo>
                  <a:lnTo>
                    <a:pt x="319278" y="493681"/>
                  </a:lnTo>
                  <a:lnTo>
                    <a:pt x="318992" y="492347"/>
                  </a:lnTo>
                  <a:lnTo>
                    <a:pt x="319183" y="490633"/>
                  </a:lnTo>
                  <a:lnTo>
                    <a:pt x="319469" y="489585"/>
                  </a:lnTo>
                  <a:lnTo>
                    <a:pt x="319945" y="488728"/>
                  </a:lnTo>
                  <a:lnTo>
                    <a:pt x="320326" y="488156"/>
                  </a:lnTo>
                  <a:lnTo>
                    <a:pt x="320993" y="487775"/>
                  </a:lnTo>
                  <a:lnTo>
                    <a:pt x="321564" y="487489"/>
                  </a:lnTo>
                  <a:lnTo>
                    <a:pt x="322136" y="487585"/>
                  </a:lnTo>
                  <a:lnTo>
                    <a:pt x="322707" y="487680"/>
                  </a:lnTo>
                  <a:lnTo>
                    <a:pt x="323469" y="487775"/>
                  </a:lnTo>
                  <a:lnTo>
                    <a:pt x="324326" y="487680"/>
                  </a:lnTo>
                  <a:lnTo>
                    <a:pt x="324898" y="487299"/>
                  </a:lnTo>
                  <a:lnTo>
                    <a:pt x="325279" y="486728"/>
                  </a:lnTo>
                  <a:lnTo>
                    <a:pt x="325660" y="485204"/>
                  </a:lnTo>
                  <a:lnTo>
                    <a:pt x="326041" y="484441"/>
                  </a:lnTo>
                  <a:lnTo>
                    <a:pt x="327184" y="483298"/>
                  </a:lnTo>
                  <a:lnTo>
                    <a:pt x="327565" y="482632"/>
                  </a:lnTo>
                  <a:lnTo>
                    <a:pt x="327660" y="481679"/>
                  </a:lnTo>
                  <a:lnTo>
                    <a:pt x="327470" y="480631"/>
                  </a:lnTo>
                  <a:lnTo>
                    <a:pt x="326612" y="479203"/>
                  </a:lnTo>
                  <a:lnTo>
                    <a:pt x="326041" y="478536"/>
                  </a:lnTo>
                  <a:lnTo>
                    <a:pt x="325279" y="478250"/>
                  </a:lnTo>
                  <a:lnTo>
                    <a:pt x="322993" y="478250"/>
                  </a:lnTo>
                  <a:lnTo>
                    <a:pt x="320421" y="477869"/>
                  </a:lnTo>
                  <a:lnTo>
                    <a:pt x="319564" y="477964"/>
                  </a:lnTo>
                  <a:lnTo>
                    <a:pt x="318897" y="478155"/>
                  </a:lnTo>
                  <a:lnTo>
                    <a:pt x="317183" y="479012"/>
                  </a:lnTo>
                  <a:lnTo>
                    <a:pt x="316516" y="479203"/>
                  </a:lnTo>
                  <a:lnTo>
                    <a:pt x="315944" y="479203"/>
                  </a:lnTo>
                  <a:lnTo>
                    <a:pt x="315468" y="478917"/>
                  </a:lnTo>
                  <a:lnTo>
                    <a:pt x="314992" y="478346"/>
                  </a:lnTo>
                  <a:lnTo>
                    <a:pt x="314039" y="476631"/>
                  </a:lnTo>
                  <a:lnTo>
                    <a:pt x="312896" y="473773"/>
                  </a:lnTo>
                  <a:lnTo>
                    <a:pt x="312230" y="472630"/>
                  </a:lnTo>
                  <a:lnTo>
                    <a:pt x="311468" y="471678"/>
                  </a:lnTo>
                  <a:lnTo>
                    <a:pt x="310706" y="471106"/>
                  </a:lnTo>
                  <a:lnTo>
                    <a:pt x="309848" y="470630"/>
                  </a:lnTo>
                  <a:lnTo>
                    <a:pt x="308039" y="470059"/>
                  </a:lnTo>
                  <a:lnTo>
                    <a:pt x="307467" y="469582"/>
                  </a:lnTo>
                  <a:lnTo>
                    <a:pt x="306991" y="468821"/>
                  </a:lnTo>
                  <a:lnTo>
                    <a:pt x="305657" y="463201"/>
                  </a:lnTo>
                  <a:lnTo>
                    <a:pt x="305372" y="461200"/>
                  </a:lnTo>
                  <a:lnTo>
                    <a:pt x="305372" y="459581"/>
                  </a:lnTo>
                  <a:lnTo>
                    <a:pt x="306038" y="456629"/>
                  </a:lnTo>
                  <a:lnTo>
                    <a:pt x="307086" y="453771"/>
                  </a:lnTo>
                  <a:lnTo>
                    <a:pt x="308134" y="451961"/>
                  </a:lnTo>
                  <a:lnTo>
                    <a:pt x="308515" y="450532"/>
                  </a:lnTo>
                  <a:lnTo>
                    <a:pt x="308515" y="449008"/>
                  </a:lnTo>
                  <a:lnTo>
                    <a:pt x="308039" y="445198"/>
                  </a:lnTo>
                  <a:lnTo>
                    <a:pt x="308420" y="444055"/>
                  </a:lnTo>
                  <a:lnTo>
                    <a:pt x="308896" y="443770"/>
                  </a:lnTo>
                  <a:lnTo>
                    <a:pt x="311372" y="442817"/>
                  </a:lnTo>
                  <a:lnTo>
                    <a:pt x="311849" y="442531"/>
                  </a:lnTo>
                  <a:lnTo>
                    <a:pt x="312134" y="442150"/>
                  </a:lnTo>
                  <a:lnTo>
                    <a:pt x="312420" y="441484"/>
                  </a:lnTo>
                  <a:lnTo>
                    <a:pt x="314230" y="433959"/>
                  </a:lnTo>
                  <a:lnTo>
                    <a:pt x="314611" y="431006"/>
                  </a:lnTo>
                  <a:lnTo>
                    <a:pt x="314706" y="428911"/>
                  </a:lnTo>
                  <a:lnTo>
                    <a:pt x="314992" y="426434"/>
                  </a:lnTo>
                  <a:lnTo>
                    <a:pt x="314992" y="425387"/>
                  </a:lnTo>
                  <a:lnTo>
                    <a:pt x="314706" y="424434"/>
                  </a:lnTo>
                  <a:lnTo>
                    <a:pt x="313658" y="423196"/>
                  </a:lnTo>
                  <a:lnTo>
                    <a:pt x="312801" y="422624"/>
                  </a:lnTo>
                  <a:lnTo>
                    <a:pt x="312039" y="422338"/>
                  </a:lnTo>
                  <a:lnTo>
                    <a:pt x="311277" y="422148"/>
                  </a:lnTo>
                  <a:lnTo>
                    <a:pt x="310420" y="421862"/>
                  </a:lnTo>
                  <a:lnTo>
                    <a:pt x="308324" y="420433"/>
                  </a:lnTo>
                  <a:lnTo>
                    <a:pt x="307562" y="420053"/>
                  </a:lnTo>
                  <a:lnTo>
                    <a:pt x="304133" y="419290"/>
                  </a:lnTo>
                  <a:lnTo>
                    <a:pt x="303467" y="419100"/>
                  </a:lnTo>
                  <a:lnTo>
                    <a:pt x="303181" y="418719"/>
                  </a:lnTo>
                  <a:lnTo>
                    <a:pt x="303181" y="418243"/>
                  </a:lnTo>
                  <a:lnTo>
                    <a:pt x="304038" y="417005"/>
                  </a:lnTo>
                  <a:lnTo>
                    <a:pt x="304991" y="415957"/>
                  </a:lnTo>
                  <a:lnTo>
                    <a:pt x="305562" y="415480"/>
                  </a:lnTo>
                  <a:lnTo>
                    <a:pt x="305943" y="414814"/>
                  </a:lnTo>
                  <a:lnTo>
                    <a:pt x="306134" y="413956"/>
                  </a:lnTo>
                  <a:lnTo>
                    <a:pt x="306038" y="412242"/>
                  </a:lnTo>
                  <a:lnTo>
                    <a:pt x="306229" y="409384"/>
                  </a:lnTo>
                  <a:lnTo>
                    <a:pt x="308324" y="405765"/>
                  </a:lnTo>
                  <a:lnTo>
                    <a:pt x="309753" y="406241"/>
                  </a:lnTo>
                  <a:lnTo>
                    <a:pt x="319754" y="412052"/>
                  </a:lnTo>
                  <a:lnTo>
                    <a:pt x="321659" y="412432"/>
                  </a:lnTo>
                  <a:lnTo>
                    <a:pt x="324707" y="412718"/>
                  </a:lnTo>
                  <a:lnTo>
                    <a:pt x="326231" y="413195"/>
                  </a:lnTo>
                  <a:lnTo>
                    <a:pt x="328327" y="414242"/>
                  </a:lnTo>
                  <a:lnTo>
                    <a:pt x="329565" y="414433"/>
                  </a:lnTo>
                  <a:lnTo>
                    <a:pt x="330613" y="414147"/>
                  </a:lnTo>
                  <a:lnTo>
                    <a:pt x="332232" y="413290"/>
                  </a:lnTo>
                  <a:lnTo>
                    <a:pt x="333470" y="413099"/>
                  </a:lnTo>
                  <a:lnTo>
                    <a:pt x="334804" y="413004"/>
                  </a:lnTo>
                  <a:lnTo>
                    <a:pt x="335566" y="413195"/>
                  </a:lnTo>
                  <a:lnTo>
                    <a:pt x="336328" y="413480"/>
                  </a:lnTo>
                  <a:lnTo>
                    <a:pt x="336995" y="414052"/>
                  </a:lnTo>
                  <a:lnTo>
                    <a:pt x="337566" y="414719"/>
                  </a:lnTo>
                  <a:lnTo>
                    <a:pt x="338042" y="415480"/>
                  </a:lnTo>
                  <a:lnTo>
                    <a:pt x="338709" y="416147"/>
                  </a:lnTo>
                  <a:lnTo>
                    <a:pt x="339471" y="416338"/>
                  </a:lnTo>
                  <a:lnTo>
                    <a:pt x="340424" y="416242"/>
                  </a:lnTo>
                  <a:lnTo>
                    <a:pt x="341376" y="415766"/>
                  </a:lnTo>
                  <a:lnTo>
                    <a:pt x="342138" y="415290"/>
                  </a:lnTo>
                  <a:lnTo>
                    <a:pt x="344805" y="412623"/>
                  </a:lnTo>
                  <a:lnTo>
                    <a:pt x="345567" y="411480"/>
                  </a:lnTo>
                  <a:lnTo>
                    <a:pt x="346329" y="409956"/>
                  </a:lnTo>
                  <a:lnTo>
                    <a:pt x="347186" y="406908"/>
                  </a:lnTo>
                  <a:lnTo>
                    <a:pt x="347948" y="405289"/>
                  </a:lnTo>
                  <a:lnTo>
                    <a:pt x="348615" y="404146"/>
                  </a:lnTo>
                  <a:lnTo>
                    <a:pt x="349377" y="403288"/>
                  </a:lnTo>
                  <a:lnTo>
                    <a:pt x="349853" y="402241"/>
                  </a:lnTo>
                  <a:lnTo>
                    <a:pt x="350330" y="401193"/>
                  </a:lnTo>
                  <a:lnTo>
                    <a:pt x="350615" y="400050"/>
                  </a:lnTo>
                  <a:lnTo>
                    <a:pt x="350806" y="398526"/>
                  </a:lnTo>
                  <a:lnTo>
                    <a:pt x="350806" y="396145"/>
                  </a:lnTo>
                  <a:lnTo>
                    <a:pt x="350425" y="393763"/>
                  </a:lnTo>
                  <a:lnTo>
                    <a:pt x="348615" y="388048"/>
                  </a:lnTo>
                  <a:lnTo>
                    <a:pt x="347663" y="380143"/>
                  </a:lnTo>
                  <a:lnTo>
                    <a:pt x="346329" y="378428"/>
                  </a:lnTo>
                  <a:lnTo>
                    <a:pt x="345377" y="377762"/>
                  </a:lnTo>
                  <a:lnTo>
                    <a:pt x="344138" y="377095"/>
                  </a:lnTo>
                  <a:lnTo>
                    <a:pt x="340138" y="376142"/>
                  </a:lnTo>
                  <a:lnTo>
                    <a:pt x="339185" y="375666"/>
                  </a:lnTo>
                  <a:lnTo>
                    <a:pt x="338519" y="374999"/>
                  </a:lnTo>
                  <a:lnTo>
                    <a:pt x="338138" y="373380"/>
                  </a:lnTo>
                  <a:lnTo>
                    <a:pt x="337185" y="367094"/>
                  </a:lnTo>
                  <a:lnTo>
                    <a:pt x="336423" y="365188"/>
                  </a:lnTo>
                  <a:lnTo>
                    <a:pt x="335661" y="363950"/>
                  </a:lnTo>
                  <a:lnTo>
                    <a:pt x="335090" y="363569"/>
                  </a:lnTo>
                  <a:lnTo>
                    <a:pt x="334518" y="362807"/>
                  </a:lnTo>
                  <a:lnTo>
                    <a:pt x="334042" y="361759"/>
                  </a:lnTo>
                  <a:lnTo>
                    <a:pt x="333375" y="359664"/>
                  </a:lnTo>
                  <a:lnTo>
                    <a:pt x="332327" y="357473"/>
                  </a:lnTo>
                  <a:lnTo>
                    <a:pt x="331946" y="356997"/>
                  </a:lnTo>
                  <a:lnTo>
                    <a:pt x="331756" y="356521"/>
                  </a:lnTo>
                  <a:lnTo>
                    <a:pt x="331661" y="355568"/>
                  </a:lnTo>
                  <a:lnTo>
                    <a:pt x="332327" y="354521"/>
                  </a:lnTo>
                  <a:lnTo>
                    <a:pt x="333280" y="354902"/>
                  </a:lnTo>
                  <a:lnTo>
                    <a:pt x="335185" y="356521"/>
                  </a:lnTo>
                  <a:lnTo>
                    <a:pt x="335661" y="356711"/>
                  </a:lnTo>
                  <a:lnTo>
                    <a:pt x="336137" y="356616"/>
                  </a:lnTo>
                  <a:lnTo>
                    <a:pt x="336518" y="355759"/>
                  </a:lnTo>
                  <a:lnTo>
                    <a:pt x="336709" y="354235"/>
                  </a:lnTo>
                  <a:lnTo>
                    <a:pt x="336614" y="348901"/>
                  </a:lnTo>
                  <a:lnTo>
                    <a:pt x="335471" y="343567"/>
                  </a:lnTo>
                  <a:lnTo>
                    <a:pt x="335566" y="342900"/>
                  </a:lnTo>
                  <a:lnTo>
                    <a:pt x="335661" y="342329"/>
                  </a:lnTo>
                  <a:lnTo>
                    <a:pt x="335947" y="341376"/>
                  </a:lnTo>
                  <a:lnTo>
                    <a:pt x="336804" y="339852"/>
                  </a:lnTo>
                  <a:lnTo>
                    <a:pt x="337757" y="338804"/>
                  </a:lnTo>
                  <a:lnTo>
                    <a:pt x="338900" y="338042"/>
                  </a:lnTo>
                  <a:lnTo>
                    <a:pt x="340043" y="337756"/>
                  </a:lnTo>
                  <a:lnTo>
                    <a:pt x="341090" y="337756"/>
                  </a:lnTo>
                  <a:lnTo>
                    <a:pt x="342138" y="338042"/>
                  </a:lnTo>
                  <a:lnTo>
                    <a:pt x="343281" y="338519"/>
                  </a:lnTo>
                  <a:lnTo>
                    <a:pt x="344424" y="338804"/>
                  </a:lnTo>
                  <a:lnTo>
                    <a:pt x="345186" y="338328"/>
                  </a:lnTo>
                  <a:lnTo>
                    <a:pt x="345377" y="337185"/>
                  </a:lnTo>
                  <a:lnTo>
                    <a:pt x="344424" y="334423"/>
                  </a:lnTo>
                  <a:lnTo>
                    <a:pt x="342900" y="331756"/>
                  </a:lnTo>
                  <a:lnTo>
                    <a:pt x="341471" y="328803"/>
                  </a:lnTo>
                  <a:lnTo>
                    <a:pt x="340900" y="328327"/>
                  </a:lnTo>
                  <a:lnTo>
                    <a:pt x="340424" y="328041"/>
                  </a:lnTo>
                  <a:lnTo>
                    <a:pt x="339757" y="327850"/>
                  </a:lnTo>
                  <a:lnTo>
                    <a:pt x="339090" y="327374"/>
                  </a:lnTo>
                  <a:lnTo>
                    <a:pt x="338709" y="325946"/>
                  </a:lnTo>
                  <a:lnTo>
                    <a:pt x="338423" y="323469"/>
                  </a:lnTo>
                  <a:lnTo>
                    <a:pt x="339090" y="318325"/>
                  </a:lnTo>
                  <a:lnTo>
                    <a:pt x="339090" y="315373"/>
                  </a:lnTo>
                  <a:lnTo>
                    <a:pt x="339662" y="314134"/>
                  </a:lnTo>
                  <a:lnTo>
                    <a:pt x="339471" y="312420"/>
                  </a:lnTo>
                  <a:lnTo>
                    <a:pt x="344043" y="306705"/>
                  </a:lnTo>
                  <a:lnTo>
                    <a:pt x="352139" y="301942"/>
                  </a:lnTo>
                  <a:lnTo>
                    <a:pt x="354330" y="301180"/>
                  </a:lnTo>
                  <a:lnTo>
                    <a:pt x="361664" y="300133"/>
                  </a:lnTo>
                  <a:lnTo>
                    <a:pt x="362712" y="300323"/>
                  </a:lnTo>
                  <a:lnTo>
                    <a:pt x="364712" y="301371"/>
                  </a:lnTo>
                  <a:lnTo>
                    <a:pt x="365950" y="301847"/>
                  </a:lnTo>
                  <a:lnTo>
                    <a:pt x="370904" y="302419"/>
                  </a:lnTo>
                  <a:lnTo>
                    <a:pt x="385000" y="302514"/>
                  </a:lnTo>
                  <a:lnTo>
                    <a:pt x="385477" y="302705"/>
                  </a:lnTo>
                  <a:lnTo>
                    <a:pt x="387096" y="302895"/>
                  </a:lnTo>
                  <a:lnTo>
                    <a:pt x="388239" y="301276"/>
                  </a:lnTo>
                  <a:lnTo>
                    <a:pt x="390239" y="299275"/>
                  </a:lnTo>
                  <a:lnTo>
                    <a:pt x="390906" y="298037"/>
                  </a:lnTo>
                  <a:lnTo>
                    <a:pt x="391382" y="296989"/>
                  </a:lnTo>
                  <a:lnTo>
                    <a:pt x="391001" y="291751"/>
                  </a:lnTo>
                  <a:lnTo>
                    <a:pt x="391097" y="288988"/>
                  </a:lnTo>
                  <a:lnTo>
                    <a:pt x="391478" y="286131"/>
                  </a:lnTo>
                  <a:lnTo>
                    <a:pt x="391478" y="283940"/>
                  </a:lnTo>
                  <a:lnTo>
                    <a:pt x="390811" y="277558"/>
                  </a:lnTo>
                  <a:lnTo>
                    <a:pt x="391001" y="275177"/>
                  </a:lnTo>
                  <a:lnTo>
                    <a:pt x="391382" y="273272"/>
                  </a:lnTo>
                  <a:lnTo>
                    <a:pt x="391859" y="272034"/>
                  </a:lnTo>
                  <a:lnTo>
                    <a:pt x="392144" y="270510"/>
                  </a:lnTo>
                  <a:lnTo>
                    <a:pt x="391954" y="267176"/>
                  </a:lnTo>
                  <a:lnTo>
                    <a:pt x="392144" y="265843"/>
                  </a:lnTo>
                  <a:lnTo>
                    <a:pt x="392811" y="264795"/>
                  </a:lnTo>
                  <a:lnTo>
                    <a:pt x="393383" y="264223"/>
                  </a:lnTo>
                  <a:lnTo>
                    <a:pt x="396812" y="262128"/>
                  </a:lnTo>
                  <a:lnTo>
                    <a:pt x="397859" y="261271"/>
                  </a:lnTo>
                  <a:lnTo>
                    <a:pt x="398621" y="260318"/>
                  </a:lnTo>
                  <a:lnTo>
                    <a:pt x="399193" y="259080"/>
                  </a:lnTo>
                  <a:lnTo>
                    <a:pt x="399288" y="257365"/>
                  </a:lnTo>
                  <a:lnTo>
                    <a:pt x="398717" y="256032"/>
                  </a:lnTo>
                  <a:lnTo>
                    <a:pt x="397669" y="255175"/>
                  </a:lnTo>
                  <a:lnTo>
                    <a:pt x="397097" y="253937"/>
                  </a:lnTo>
                  <a:lnTo>
                    <a:pt x="392430" y="251841"/>
                  </a:lnTo>
                  <a:lnTo>
                    <a:pt x="390144" y="251460"/>
                  </a:lnTo>
                  <a:lnTo>
                    <a:pt x="382905" y="251650"/>
                  </a:lnTo>
                  <a:lnTo>
                    <a:pt x="381000" y="251460"/>
                  </a:lnTo>
                  <a:lnTo>
                    <a:pt x="369475" y="248412"/>
                  </a:lnTo>
                  <a:lnTo>
                    <a:pt x="368427" y="247364"/>
                  </a:lnTo>
                  <a:lnTo>
                    <a:pt x="365284" y="243269"/>
                  </a:lnTo>
                  <a:lnTo>
                    <a:pt x="365570" y="242602"/>
                  </a:lnTo>
                  <a:lnTo>
                    <a:pt x="367094" y="241363"/>
                  </a:lnTo>
                  <a:lnTo>
                    <a:pt x="371475" y="238887"/>
                  </a:lnTo>
                  <a:lnTo>
                    <a:pt x="375380" y="235934"/>
                  </a:lnTo>
                  <a:lnTo>
                    <a:pt x="378333" y="234220"/>
                  </a:lnTo>
                  <a:lnTo>
                    <a:pt x="379190" y="233267"/>
                  </a:lnTo>
                  <a:lnTo>
                    <a:pt x="379762" y="232029"/>
                  </a:lnTo>
                  <a:lnTo>
                    <a:pt x="379857" y="230410"/>
                  </a:lnTo>
                  <a:lnTo>
                    <a:pt x="380524" y="229267"/>
                  </a:lnTo>
                  <a:lnTo>
                    <a:pt x="381381" y="228600"/>
                  </a:lnTo>
                  <a:lnTo>
                    <a:pt x="383762" y="227552"/>
                  </a:lnTo>
                  <a:lnTo>
                    <a:pt x="384810" y="226886"/>
                  </a:lnTo>
                  <a:lnTo>
                    <a:pt x="385382" y="225933"/>
                  </a:lnTo>
                  <a:lnTo>
                    <a:pt x="385763" y="224504"/>
                  </a:lnTo>
                  <a:lnTo>
                    <a:pt x="386239" y="222504"/>
                  </a:lnTo>
                  <a:lnTo>
                    <a:pt x="386810" y="221171"/>
                  </a:lnTo>
                  <a:lnTo>
                    <a:pt x="387001" y="220218"/>
                  </a:lnTo>
                  <a:lnTo>
                    <a:pt x="386906" y="219646"/>
                  </a:lnTo>
                  <a:lnTo>
                    <a:pt x="386144" y="219075"/>
                  </a:lnTo>
                  <a:lnTo>
                    <a:pt x="385382" y="218884"/>
                  </a:lnTo>
                  <a:lnTo>
                    <a:pt x="384524" y="219075"/>
                  </a:lnTo>
                  <a:lnTo>
                    <a:pt x="383286" y="219456"/>
                  </a:lnTo>
                  <a:lnTo>
                    <a:pt x="383000" y="219361"/>
                  </a:lnTo>
                  <a:lnTo>
                    <a:pt x="383000" y="218789"/>
                  </a:lnTo>
                  <a:lnTo>
                    <a:pt x="383667" y="217456"/>
                  </a:lnTo>
                  <a:lnTo>
                    <a:pt x="384524" y="216598"/>
                  </a:lnTo>
                  <a:lnTo>
                    <a:pt x="386429" y="214979"/>
                  </a:lnTo>
                  <a:lnTo>
                    <a:pt x="386906" y="214313"/>
                  </a:lnTo>
                  <a:lnTo>
                    <a:pt x="386810" y="213550"/>
                  </a:lnTo>
                  <a:lnTo>
                    <a:pt x="385763" y="212407"/>
                  </a:lnTo>
                  <a:lnTo>
                    <a:pt x="383477" y="210979"/>
                  </a:lnTo>
                  <a:lnTo>
                    <a:pt x="383000" y="210598"/>
                  </a:lnTo>
                  <a:lnTo>
                    <a:pt x="382810" y="209931"/>
                  </a:lnTo>
                  <a:lnTo>
                    <a:pt x="382810" y="208502"/>
                  </a:lnTo>
                  <a:lnTo>
                    <a:pt x="383381" y="203549"/>
                  </a:lnTo>
                  <a:lnTo>
                    <a:pt x="383858" y="202311"/>
                  </a:lnTo>
                  <a:lnTo>
                    <a:pt x="384524" y="201644"/>
                  </a:lnTo>
                  <a:lnTo>
                    <a:pt x="385382" y="201073"/>
                  </a:lnTo>
                  <a:lnTo>
                    <a:pt x="385667" y="199549"/>
                  </a:lnTo>
                  <a:lnTo>
                    <a:pt x="385572" y="184785"/>
                  </a:lnTo>
                  <a:lnTo>
                    <a:pt x="385858" y="182404"/>
                  </a:lnTo>
                  <a:lnTo>
                    <a:pt x="386525" y="180022"/>
                  </a:lnTo>
                  <a:lnTo>
                    <a:pt x="387572" y="177832"/>
                  </a:lnTo>
                  <a:lnTo>
                    <a:pt x="389096" y="175546"/>
                  </a:lnTo>
                  <a:lnTo>
                    <a:pt x="389477" y="173831"/>
                  </a:lnTo>
                  <a:lnTo>
                    <a:pt x="389192" y="171831"/>
                  </a:lnTo>
                  <a:lnTo>
                    <a:pt x="386429" y="167164"/>
                  </a:lnTo>
                  <a:lnTo>
                    <a:pt x="385572" y="165259"/>
                  </a:lnTo>
                  <a:lnTo>
                    <a:pt x="385000" y="160496"/>
                  </a:lnTo>
                  <a:lnTo>
                    <a:pt x="384620" y="159734"/>
                  </a:lnTo>
                  <a:lnTo>
                    <a:pt x="383477" y="158972"/>
                  </a:lnTo>
                  <a:lnTo>
                    <a:pt x="382429" y="158496"/>
                  </a:lnTo>
                  <a:lnTo>
                    <a:pt x="380238" y="157924"/>
                  </a:lnTo>
                  <a:lnTo>
                    <a:pt x="379190" y="157448"/>
                  </a:lnTo>
                  <a:lnTo>
                    <a:pt x="378238" y="156496"/>
                  </a:lnTo>
                  <a:lnTo>
                    <a:pt x="377857" y="155162"/>
                  </a:lnTo>
                  <a:lnTo>
                    <a:pt x="377666" y="153543"/>
                  </a:lnTo>
                  <a:lnTo>
                    <a:pt x="378714" y="150114"/>
                  </a:lnTo>
                  <a:lnTo>
                    <a:pt x="392811" y="131731"/>
                  </a:lnTo>
                  <a:lnTo>
                    <a:pt x="394145" y="129064"/>
                  </a:lnTo>
                  <a:lnTo>
                    <a:pt x="395097" y="126302"/>
                  </a:lnTo>
                  <a:lnTo>
                    <a:pt x="396145" y="124968"/>
                  </a:lnTo>
                  <a:lnTo>
                    <a:pt x="397383" y="124396"/>
                  </a:lnTo>
                  <a:lnTo>
                    <a:pt x="398812" y="124301"/>
                  </a:lnTo>
                  <a:lnTo>
                    <a:pt x="400241" y="124015"/>
                  </a:lnTo>
                  <a:lnTo>
                    <a:pt x="401384" y="123158"/>
                  </a:lnTo>
                  <a:lnTo>
                    <a:pt x="402241" y="121920"/>
                  </a:lnTo>
                  <a:lnTo>
                    <a:pt x="402622" y="119920"/>
                  </a:lnTo>
                  <a:lnTo>
                    <a:pt x="403574" y="118777"/>
                  </a:lnTo>
                  <a:lnTo>
                    <a:pt x="404717" y="118110"/>
                  </a:lnTo>
                  <a:lnTo>
                    <a:pt x="410337" y="116872"/>
                  </a:lnTo>
                  <a:lnTo>
                    <a:pt x="410718" y="116681"/>
                  </a:lnTo>
                  <a:lnTo>
                    <a:pt x="410909" y="116491"/>
                  </a:lnTo>
                  <a:lnTo>
                    <a:pt x="414242" y="109919"/>
                  </a:lnTo>
                  <a:lnTo>
                    <a:pt x="414719" y="108395"/>
                  </a:lnTo>
                  <a:lnTo>
                    <a:pt x="414338" y="107537"/>
                  </a:lnTo>
                  <a:lnTo>
                    <a:pt x="413385" y="107252"/>
                  </a:lnTo>
                  <a:lnTo>
                    <a:pt x="411099" y="107823"/>
                  </a:lnTo>
                  <a:lnTo>
                    <a:pt x="409670" y="108585"/>
                  </a:lnTo>
                  <a:lnTo>
                    <a:pt x="407099" y="110109"/>
                  </a:lnTo>
                  <a:lnTo>
                    <a:pt x="405765" y="110680"/>
                  </a:lnTo>
                  <a:lnTo>
                    <a:pt x="404717" y="110871"/>
                  </a:lnTo>
                  <a:lnTo>
                    <a:pt x="403955" y="110490"/>
                  </a:lnTo>
                  <a:lnTo>
                    <a:pt x="403479" y="110014"/>
                  </a:lnTo>
                  <a:lnTo>
                    <a:pt x="402717" y="106966"/>
                  </a:lnTo>
                  <a:lnTo>
                    <a:pt x="398907" y="107537"/>
                  </a:lnTo>
                  <a:lnTo>
                    <a:pt x="397383" y="107632"/>
                  </a:lnTo>
                  <a:lnTo>
                    <a:pt x="395002" y="107252"/>
                  </a:lnTo>
                  <a:lnTo>
                    <a:pt x="393668" y="107347"/>
                  </a:lnTo>
                  <a:lnTo>
                    <a:pt x="392430" y="107156"/>
                  </a:lnTo>
                  <a:lnTo>
                    <a:pt x="391478" y="106680"/>
                  </a:lnTo>
                  <a:lnTo>
                    <a:pt x="389763" y="105442"/>
                  </a:lnTo>
                  <a:lnTo>
                    <a:pt x="388239" y="104584"/>
                  </a:lnTo>
                  <a:lnTo>
                    <a:pt x="384334" y="102965"/>
                  </a:lnTo>
                  <a:lnTo>
                    <a:pt x="383000" y="100679"/>
                  </a:lnTo>
                  <a:lnTo>
                    <a:pt x="384429" y="98107"/>
                  </a:lnTo>
                  <a:lnTo>
                    <a:pt x="387763" y="93631"/>
                  </a:lnTo>
                  <a:lnTo>
                    <a:pt x="389001" y="90678"/>
                  </a:lnTo>
                  <a:lnTo>
                    <a:pt x="389858" y="89916"/>
                  </a:lnTo>
                  <a:lnTo>
                    <a:pt x="391001" y="89154"/>
                  </a:lnTo>
                  <a:lnTo>
                    <a:pt x="395097" y="87439"/>
                  </a:lnTo>
                  <a:lnTo>
                    <a:pt x="396145" y="86773"/>
                  </a:lnTo>
                  <a:lnTo>
                    <a:pt x="396812" y="85820"/>
                  </a:lnTo>
                  <a:lnTo>
                    <a:pt x="397097" y="84677"/>
                  </a:lnTo>
                  <a:lnTo>
                    <a:pt x="396812" y="82963"/>
                  </a:lnTo>
                  <a:lnTo>
                    <a:pt x="396240" y="81820"/>
                  </a:lnTo>
                  <a:lnTo>
                    <a:pt x="395478" y="80963"/>
                  </a:lnTo>
                  <a:lnTo>
                    <a:pt x="393954" y="79629"/>
                  </a:lnTo>
                  <a:lnTo>
                    <a:pt x="393478" y="79057"/>
                  </a:lnTo>
                  <a:lnTo>
                    <a:pt x="393287" y="78772"/>
                  </a:lnTo>
                  <a:lnTo>
                    <a:pt x="393287" y="78296"/>
                  </a:lnTo>
                  <a:lnTo>
                    <a:pt x="393478" y="77533"/>
                  </a:lnTo>
                  <a:lnTo>
                    <a:pt x="394145" y="76009"/>
                  </a:lnTo>
                  <a:lnTo>
                    <a:pt x="395097" y="74676"/>
                  </a:lnTo>
                  <a:lnTo>
                    <a:pt x="395954" y="73914"/>
                  </a:lnTo>
                  <a:lnTo>
                    <a:pt x="396716" y="73533"/>
                  </a:lnTo>
                  <a:lnTo>
                    <a:pt x="397859" y="73152"/>
                  </a:lnTo>
                  <a:lnTo>
                    <a:pt x="399002" y="72580"/>
                  </a:lnTo>
                  <a:lnTo>
                    <a:pt x="400050" y="71723"/>
                  </a:lnTo>
                  <a:lnTo>
                    <a:pt x="407099" y="64961"/>
                  </a:lnTo>
                  <a:lnTo>
                    <a:pt x="407575" y="64198"/>
                  </a:lnTo>
                  <a:lnTo>
                    <a:pt x="407861" y="62960"/>
                  </a:lnTo>
                  <a:lnTo>
                    <a:pt x="407765" y="61150"/>
                  </a:lnTo>
                  <a:lnTo>
                    <a:pt x="407194" y="57531"/>
                  </a:lnTo>
                  <a:lnTo>
                    <a:pt x="406051" y="53912"/>
                  </a:lnTo>
                  <a:lnTo>
                    <a:pt x="405194" y="51911"/>
                  </a:lnTo>
                  <a:lnTo>
                    <a:pt x="404146" y="50578"/>
                  </a:lnTo>
                  <a:lnTo>
                    <a:pt x="400526" y="47339"/>
                  </a:lnTo>
                  <a:lnTo>
                    <a:pt x="400050" y="46482"/>
                  </a:lnTo>
                  <a:lnTo>
                    <a:pt x="399860" y="45529"/>
                  </a:lnTo>
                  <a:lnTo>
                    <a:pt x="400241" y="44387"/>
                  </a:lnTo>
                  <a:lnTo>
                    <a:pt x="400812" y="43720"/>
                  </a:lnTo>
                  <a:lnTo>
                    <a:pt x="401574" y="43339"/>
                  </a:lnTo>
                  <a:lnTo>
                    <a:pt x="403098" y="43053"/>
                  </a:lnTo>
                  <a:lnTo>
                    <a:pt x="403765" y="42863"/>
                  </a:lnTo>
                  <a:lnTo>
                    <a:pt x="404336" y="42481"/>
                  </a:lnTo>
                  <a:lnTo>
                    <a:pt x="404813" y="42005"/>
                  </a:lnTo>
                  <a:lnTo>
                    <a:pt x="404908" y="40767"/>
                  </a:lnTo>
                  <a:lnTo>
                    <a:pt x="403670" y="34671"/>
                  </a:lnTo>
                  <a:lnTo>
                    <a:pt x="401288" y="28861"/>
                  </a:lnTo>
                  <a:lnTo>
                    <a:pt x="401098" y="27622"/>
                  </a:lnTo>
                  <a:lnTo>
                    <a:pt x="401384" y="25717"/>
                  </a:lnTo>
                  <a:lnTo>
                    <a:pt x="401955" y="24194"/>
                  </a:lnTo>
                  <a:lnTo>
                    <a:pt x="402717" y="22670"/>
                  </a:lnTo>
                  <a:lnTo>
                    <a:pt x="402908" y="21431"/>
                  </a:lnTo>
                  <a:lnTo>
                    <a:pt x="402812" y="20574"/>
                  </a:lnTo>
                  <a:lnTo>
                    <a:pt x="399098" y="18574"/>
                  </a:lnTo>
                  <a:lnTo>
                    <a:pt x="394240" y="17812"/>
                  </a:lnTo>
                  <a:lnTo>
                    <a:pt x="393573" y="18002"/>
                  </a:lnTo>
                  <a:lnTo>
                    <a:pt x="392430" y="18479"/>
                  </a:lnTo>
                  <a:lnTo>
                    <a:pt x="390525" y="20479"/>
                  </a:lnTo>
                  <a:lnTo>
                    <a:pt x="388811" y="21717"/>
                  </a:lnTo>
                  <a:lnTo>
                    <a:pt x="387096" y="22003"/>
                  </a:lnTo>
                  <a:lnTo>
                    <a:pt x="386048" y="21717"/>
                  </a:lnTo>
                  <a:lnTo>
                    <a:pt x="385382" y="20955"/>
                  </a:lnTo>
                  <a:lnTo>
                    <a:pt x="385096" y="20098"/>
                  </a:lnTo>
                  <a:lnTo>
                    <a:pt x="384810" y="17621"/>
                  </a:lnTo>
                  <a:lnTo>
                    <a:pt x="383953" y="16954"/>
                  </a:lnTo>
                  <a:lnTo>
                    <a:pt x="382429" y="16192"/>
                  </a:lnTo>
                  <a:lnTo>
                    <a:pt x="378428" y="14859"/>
                  </a:lnTo>
                  <a:lnTo>
                    <a:pt x="376619" y="14002"/>
                  </a:lnTo>
                  <a:lnTo>
                    <a:pt x="375571" y="13240"/>
                  </a:lnTo>
                  <a:lnTo>
                    <a:pt x="375190" y="12097"/>
                  </a:lnTo>
                  <a:lnTo>
                    <a:pt x="375095" y="10858"/>
                  </a:lnTo>
                  <a:lnTo>
                    <a:pt x="375190" y="5334"/>
                  </a:lnTo>
                  <a:lnTo>
                    <a:pt x="374999" y="4191"/>
                  </a:lnTo>
                  <a:lnTo>
                    <a:pt x="374428" y="3048"/>
                  </a:lnTo>
                  <a:lnTo>
                    <a:pt x="372999" y="1429"/>
                  </a:lnTo>
                  <a:lnTo>
                    <a:pt x="371666" y="571"/>
                  </a:lnTo>
                  <a:lnTo>
                    <a:pt x="370332" y="95"/>
                  </a:lnTo>
                  <a:lnTo>
                    <a:pt x="369094" y="0"/>
                  </a:lnTo>
                  <a:lnTo>
                    <a:pt x="368046" y="95"/>
                  </a:lnTo>
                  <a:lnTo>
                    <a:pt x="366141" y="953"/>
                  </a:lnTo>
                  <a:lnTo>
                    <a:pt x="362426" y="6096"/>
                  </a:lnTo>
                  <a:lnTo>
                    <a:pt x="361950" y="7429"/>
                  </a:lnTo>
                  <a:lnTo>
                    <a:pt x="361664" y="9144"/>
                  </a:lnTo>
                  <a:lnTo>
                    <a:pt x="362331" y="12763"/>
                  </a:lnTo>
                  <a:lnTo>
                    <a:pt x="362236" y="15430"/>
                  </a:lnTo>
                  <a:lnTo>
                    <a:pt x="361760" y="16859"/>
                  </a:lnTo>
                  <a:lnTo>
                    <a:pt x="361093" y="17907"/>
                  </a:lnTo>
                  <a:lnTo>
                    <a:pt x="360140" y="18288"/>
                  </a:lnTo>
                  <a:lnTo>
                    <a:pt x="359093" y="18574"/>
                  </a:lnTo>
                  <a:lnTo>
                    <a:pt x="355949" y="19907"/>
                  </a:lnTo>
                  <a:lnTo>
                    <a:pt x="349187" y="25146"/>
                  </a:lnTo>
                  <a:lnTo>
                    <a:pt x="347663" y="26765"/>
                  </a:lnTo>
                  <a:lnTo>
                    <a:pt x="346805" y="28004"/>
                  </a:lnTo>
                  <a:lnTo>
                    <a:pt x="346424" y="29337"/>
                  </a:lnTo>
                  <a:lnTo>
                    <a:pt x="346139" y="30671"/>
                  </a:lnTo>
                  <a:lnTo>
                    <a:pt x="345662" y="32099"/>
                  </a:lnTo>
                  <a:lnTo>
                    <a:pt x="344805" y="32766"/>
                  </a:lnTo>
                  <a:lnTo>
                    <a:pt x="343567" y="33052"/>
                  </a:lnTo>
                  <a:lnTo>
                    <a:pt x="341281" y="32671"/>
                  </a:lnTo>
                  <a:lnTo>
                    <a:pt x="340138" y="32671"/>
                  </a:lnTo>
                  <a:lnTo>
                    <a:pt x="338709" y="33052"/>
                  </a:lnTo>
                  <a:lnTo>
                    <a:pt x="337375" y="33909"/>
                  </a:lnTo>
                  <a:lnTo>
                    <a:pt x="336233" y="34290"/>
                  </a:lnTo>
                  <a:lnTo>
                    <a:pt x="335280" y="34385"/>
                  </a:lnTo>
                  <a:lnTo>
                    <a:pt x="332137" y="33909"/>
                  </a:lnTo>
                  <a:lnTo>
                    <a:pt x="329756" y="34099"/>
                  </a:lnTo>
                  <a:lnTo>
                    <a:pt x="325660" y="35623"/>
                  </a:lnTo>
                  <a:lnTo>
                    <a:pt x="324041" y="36957"/>
                  </a:lnTo>
                  <a:lnTo>
                    <a:pt x="323183" y="38481"/>
                  </a:lnTo>
                  <a:lnTo>
                    <a:pt x="323755" y="43148"/>
                  </a:lnTo>
                  <a:lnTo>
                    <a:pt x="323755" y="44672"/>
                  </a:lnTo>
                  <a:lnTo>
                    <a:pt x="323564" y="46291"/>
                  </a:lnTo>
                  <a:lnTo>
                    <a:pt x="322136" y="52388"/>
                  </a:lnTo>
                  <a:lnTo>
                    <a:pt x="321945" y="53721"/>
                  </a:lnTo>
                  <a:lnTo>
                    <a:pt x="321945" y="55626"/>
                  </a:lnTo>
                  <a:lnTo>
                    <a:pt x="322326" y="59055"/>
                  </a:lnTo>
                  <a:lnTo>
                    <a:pt x="322040" y="61436"/>
                  </a:lnTo>
                  <a:lnTo>
                    <a:pt x="321469" y="64008"/>
                  </a:lnTo>
                  <a:lnTo>
                    <a:pt x="319754" y="67628"/>
                  </a:lnTo>
                  <a:lnTo>
                    <a:pt x="318421" y="69247"/>
                  </a:lnTo>
                  <a:lnTo>
                    <a:pt x="316992" y="70009"/>
                  </a:lnTo>
                  <a:lnTo>
                    <a:pt x="315373" y="70009"/>
                  </a:lnTo>
                  <a:lnTo>
                    <a:pt x="309182" y="68199"/>
                  </a:lnTo>
                  <a:lnTo>
                    <a:pt x="308134" y="68008"/>
                  </a:lnTo>
                  <a:lnTo>
                    <a:pt x="307181" y="68008"/>
                  </a:lnTo>
                  <a:lnTo>
                    <a:pt x="305657" y="68294"/>
                  </a:lnTo>
                  <a:lnTo>
                    <a:pt x="305848" y="70866"/>
                  </a:lnTo>
                  <a:lnTo>
                    <a:pt x="307277" y="74295"/>
                  </a:lnTo>
                  <a:lnTo>
                    <a:pt x="307467" y="75914"/>
                  </a:lnTo>
                  <a:lnTo>
                    <a:pt x="307372" y="77057"/>
                  </a:lnTo>
                  <a:lnTo>
                    <a:pt x="306896" y="77819"/>
                  </a:lnTo>
                  <a:lnTo>
                    <a:pt x="306038" y="78581"/>
                  </a:lnTo>
                  <a:lnTo>
                    <a:pt x="304895" y="79248"/>
                  </a:lnTo>
                  <a:lnTo>
                    <a:pt x="302609" y="80296"/>
                  </a:lnTo>
                  <a:lnTo>
                    <a:pt x="301562" y="81153"/>
                  </a:lnTo>
                  <a:lnTo>
                    <a:pt x="300514" y="83058"/>
                  </a:lnTo>
                  <a:lnTo>
                    <a:pt x="299561" y="85630"/>
                  </a:lnTo>
                  <a:lnTo>
                    <a:pt x="298133" y="91535"/>
                  </a:lnTo>
                  <a:lnTo>
                    <a:pt x="296418" y="91154"/>
                  </a:lnTo>
                  <a:lnTo>
                    <a:pt x="293846" y="88868"/>
                  </a:lnTo>
                  <a:lnTo>
                    <a:pt x="292322" y="87916"/>
                  </a:lnTo>
                  <a:lnTo>
                    <a:pt x="291275" y="86868"/>
                  </a:lnTo>
                  <a:lnTo>
                    <a:pt x="289560" y="84391"/>
                  </a:lnTo>
                  <a:lnTo>
                    <a:pt x="288512" y="83820"/>
                  </a:lnTo>
                  <a:lnTo>
                    <a:pt x="287465" y="83820"/>
                  </a:lnTo>
                  <a:lnTo>
                    <a:pt x="286036" y="84201"/>
                  </a:lnTo>
                  <a:lnTo>
                    <a:pt x="284036" y="84296"/>
                  </a:lnTo>
                  <a:lnTo>
                    <a:pt x="281845" y="83153"/>
                  </a:lnTo>
                  <a:lnTo>
                    <a:pt x="280511" y="82963"/>
                  </a:lnTo>
                  <a:lnTo>
                    <a:pt x="279368" y="83534"/>
                  </a:lnTo>
                  <a:lnTo>
                    <a:pt x="278892" y="84296"/>
                  </a:lnTo>
                  <a:lnTo>
                    <a:pt x="278035" y="86392"/>
                  </a:lnTo>
                  <a:lnTo>
                    <a:pt x="277559" y="86963"/>
                  </a:lnTo>
                  <a:lnTo>
                    <a:pt x="276701" y="87439"/>
                  </a:lnTo>
                  <a:lnTo>
                    <a:pt x="275273" y="87821"/>
                  </a:lnTo>
                  <a:lnTo>
                    <a:pt x="274320" y="88392"/>
                  </a:lnTo>
                  <a:lnTo>
                    <a:pt x="273939" y="89154"/>
                  </a:lnTo>
                  <a:lnTo>
                    <a:pt x="273939" y="90011"/>
                  </a:lnTo>
                  <a:lnTo>
                    <a:pt x="274034" y="90773"/>
                  </a:lnTo>
                  <a:lnTo>
                    <a:pt x="273939" y="91726"/>
                  </a:lnTo>
                  <a:lnTo>
                    <a:pt x="273463" y="92583"/>
                  </a:lnTo>
                  <a:lnTo>
                    <a:pt x="272510" y="93250"/>
                  </a:lnTo>
                  <a:lnTo>
                    <a:pt x="269939" y="94297"/>
                  </a:lnTo>
                  <a:lnTo>
                    <a:pt x="268796" y="94964"/>
                  </a:lnTo>
                  <a:lnTo>
                    <a:pt x="268224" y="95821"/>
                  </a:lnTo>
                  <a:lnTo>
                    <a:pt x="267843" y="96583"/>
                  </a:lnTo>
                  <a:lnTo>
                    <a:pt x="267557" y="97917"/>
                  </a:lnTo>
                  <a:lnTo>
                    <a:pt x="265271" y="100013"/>
                  </a:lnTo>
                  <a:lnTo>
                    <a:pt x="257366" y="102298"/>
                  </a:lnTo>
                  <a:lnTo>
                    <a:pt x="256318" y="103251"/>
                  </a:lnTo>
                  <a:lnTo>
                    <a:pt x="256127" y="104299"/>
                  </a:lnTo>
                  <a:lnTo>
                    <a:pt x="256794" y="105346"/>
                  </a:lnTo>
                  <a:lnTo>
                    <a:pt x="258413" y="107347"/>
                  </a:lnTo>
                  <a:lnTo>
                    <a:pt x="258985" y="108299"/>
                  </a:lnTo>
                  <a:lnTo>
                    <a:pt x="259080" y="109252"/>
                  </a:lnTo>
                  <a:lnTo>
                    <a:pt x="258985" y="110299"/>
                  </a:lnTo>
                  <a:lnTo>
                    <a:pt x="258509" y="111919"/>
                  </a:lnTo>
                  <a:lnTo>
                    <a:pt x="258509" y="112395"/>
                  </a:lnTo>
                  <a:lnTo>
                    <a:pt x="259271" y="113729"/>
                  </a:lnTo>
                  <a:lnTo>
                    <a:pt x="259461" y="114681"/>
                  </a:lnTo>
                  <a:lnTo>
                    <a:pt x="258985" y="115443"/>
                  </a:lnTo>
                  <a:lnTo>
                    <a:pt x="258032" y="116396"/>
                  </a:lnTo>
                  <a:lnTo>
                    <a:pt x="256889" y="118110"/>
                  </a:lnTo>
                  <a:lnTo>
                    <a:pt x="256699" y="119729"/>
                  </a:lnTo>
                  <a:lnTo>
                    <a:pt x="257270" y="120872"/>
                  </a:lnTo>
                  <a:lnTo>
                    <a:pt x="258604" y="122015"/>
                  </a:lnTo>
                  <a:lnTo>
                    <a:pt x="258985" y="123063"/>
                  </a:lnTo>
                  <a:lnTo>
                    <a:pt x="259556" y="125730"/>
                  </a:lnTo>
                  <a:lnTo>
                    <a:pt x="260223" y="126968"/>
                  </a:lnTo>
                  <a:lnTo>
                    <a:pt x="262890" y="128873"/>
                  </a:lnTo>
                  <a:lnTo>
                    <a:pt x="263843" y="129826"/>
                  </a:lnTo>
                  <a:lnTo>
                    <a:pt x="264033" y="131159"/>
                  </a:lnTo>
                  <a:lnTo>
                    <a:pt x="263462" y="132016"/>
                  </a:lnTo>
                  <a:lnTo>
                    <a:pt x="260985" y="133826"/>
                  </a:lnTo>
                  <a:lnTo>
                    <a:pt x="259842" y="134493"/>
                  </a:lnTo>
                  <a:lnTo>
                    <a:pt x="258318" y="134683"/>
                  </a:lnTo>
                  <a:lnTo>
                    <a:pt x="255270" y="133921"/>
                  </a:lnTo>
                  <a:lnTo>
                    <a:pt x="253746" y="133731"/>
                  </a:lnTo>
                  <a:lnTo>
                    <a:pt x="250793" y="133731"/>
                  </a:lnTo>
                  <a:lnTo>
                    <a:pt x="249650" y="133445"/>
                  </a:lnTo>
                  <a:lnTo>
                    <a:pt x="248507" y="132588"/>
                  </a:lnTo>
                  <a:lnTo>
                    <a:pt x="246507" y="130778"/>
                  </a:lnTo>
                  <a:lnTo>
                    <a:pt x="245554" y="130207"/>
                  </a:lnTo>
                  <a:lnTo>
                    <a:pt x="244412" y="130016"/>
                  </a:lnTo>
                  <a:lnTo>
                    <a:pt x="243078" y="130112"/>
                  </a:lnTo>
                  <a:lnTo>
                    <a:pt x="241459" y="130492"/>
                  </a:lnTo>
                  <a:lnTo>
                    <a:pt x="239363" y="131731"/>
                  </a:lnTo>
                  <a:lnTo>
                    <a:pt x="238220" y="132112"/>
                  </a:lnTo>
                  <a:lnTo>
                    <a:pt x="237077" y="132112"/>
                  </a:lnTo>
                  <a:lnTo>
                    <a:pt x="234887" y="130873"/>
                  </a:lnTo>
                  <a:lnTo>
                    <a:pt x="233172" y="130778"/>
                  </a:lnTo>
                  <a:lnTo>
                    <a:pt x="231077" y="131350"/>
                  </a:lnTo>
                  <a:lnTo>
                    <a:pt x="227267" y="133731"/>
                  </a:lnTo>
                  <a:lnTo>
                    <a:pt x="224885" y="134779"/>
                  </a:lnTo>
                  <a:lnTo>
                    <a:pt x="223361" y="135160"/>
                  </a:lnTo>
                  <a:lnTo>
                    <a:pt x="222599" y="135160"/>
                  </a:lnTo>
                  <a:lnTo>
                    <a:pt x="221361" y="134207"/>
                  </a:lnTo>
                  <a:lnTo>
                    <a:pt x="219837" y="134779"/>
                  </a:lnTo>
                  <a:lnTo>
                    <a:pt x="215932" y="135541"/>
                  </a:lnTo>
                  <a:lnTo>
                    <a:pt x="214694" y="136303"/>
                  </a:lnTo>
                  <a:lnTo>
                    <a:pt x="212884" y="137636"/>
                  </a:lnTo>
                  <a:lnTo>
                    <a:pt x="211741" y="136970"/>
                  </a:lnTo>
                  <a:lnTo>
                    <a:pt x="210884" y="135731"/>
                  </a:lnTo>
                  <a:lnTo>
                    <a:pt x="209931" y="134969"/>
                  </a:lnTo>
                  <a:lnTo>
                    <a:pt x="208407" y="134398"/>
                  </a:lnTo>
                  <a:lnTo>
                    <a:pt x="207836" y="132969"/>
                  </a:lnTo>
                  <a:lnTo>
                    <a:pt x="207550" y="131159"/>
                  </a:lnTo>
                  <a:lnTo>
                    <a:pt x="207169" y="129254"/>
                  </a:lnTo>
                  <a:lnTo>
                    <a:pt x="206026" y="127159"/>
                  </a:lnTo>
                  <a:lnTo>
                    <a:pt x="205169" y="126682"/>
                  </a:lnTo>
                  <a:lnTo>
                    <a:pt x="202311" y="128397"/>
                  </a:lnTo>
                  <a:lnTo>
                    <a:pt x="200787" y="126587"/>
                  </a:lnTo>
                  <a:lnTo>
                    <a:pt x="198977" y="127921"/>
                  </a:lnTo>
                  <a:lnTo>
                    <a:pt x="197072" y="130302"/>
                  </a:lnTo>
                  <a:lnTo>
                    <a:pt x="195263" y="131636"/>
                  </a:lnTo>
                  <a:lnTo>
                    <a:pt x="193643" y="131350"/>
                  </a:lnTo>
                  <a:lnTo>
                    <a:pt x="192786" y="130397"/>
                  </a:lnTo>
                  <a:lnTo>
                    <a:pt x="192310" y="129159"/>
                  </a:lnTo>
                  <a:lnTo>
                    <a:pt x="191643" y="127921"/>
                  </a:lnTo>
                  <a:lnTo>
                    <a:pt x="190214" y="126778"/>
                  </a:lnTo>
                  <a:lnTo>
                    <a:pt x="189071" y="126397"/>
                  </a:lnTo>
                  <a:lnTo>
                    <a:pt x="186119" y="126682"/>
                  </a:lnTo>
                  <a:lnTo>
                    <a:pt x="183071" y="125539"/>
                  </a:lnTo>
                  <a:lnTo>
                    <a:pt x="181737" y="123063"/>
                  </a:lnTo>
                  <a:lnTo>
                    <a:pt x="180880" y="120491"/>
                  </a:lnTo>
                  <a:lnTo>
                    <a:pt x="179070" y="119348"/>
                  </a:lnTo>
                  <a:lnTo>
                    <a:pt x="177832" y="118967"/>
                  </a:lnTo>
                  <a:lnTo>
                    <a:pt x="176498" y="119444"/>
                  </a:lnTo>
                  <a:lnTo>
                    <a:pt x="175546" y="120015"/>
                  </a:lnTo>
                  <a:lnTo>
                    <a:pt x="174879" y="120872"/>
                  </a:lnTo>
                  <a:lnTo>
                    <a:pt x="174212" y="122015"/>
                  </a:lnTo>
                  <a:lnTo>
                    <a:pt x="172688" y="125539"/>
                  </a:lnTo>
                  <a:lnTo>
                    <a:pt x="171831" y="126778"/>
                  </a:lnTo>
                  <a:lnTo>
                    <a:pt x="170974" y="127635"/>
                  </a:lnTo>
                  <a:lnTo>
                    <a:pt x="169450" y="128778"/>
                  </a:lnTo>
                  <a:lnTo>
                    <a:pt x="168402" y="129921"/>
                  </a:lnTo>
                  <a:lnTo>
                    <a:pt x="168593" y="132779"/>
                  </a:lnTo>
                  <a:lnTo>
                    <a:pt x="170593" y="136588"/>
                  </a:lnTo>
                  <a:lnTo>
                    <a:pt x="171164" y="138494"/>
                  </a:lnTo>
                  <a:lnTo>
                    <a:pt x="171545" y="140875"/>
                  </a:lnTo>
                  <a:lnTo>
                    <a:pt x="172022" y="141922"/>
                  </a:lnTo>
                  <a:lnTo>
                    <a:pt x="172593" y="142494"/>
                  </a:lnTo>
                  <a:lnTo>
                    <a:pt x="174308" y="143351"/>
                  </a:lnTo>
                  <a:lnTo>
                    <a:pt x="175355" y="144399"/>
                  </a:lnTo>
                  <a:lnTo>
                    <a:pt x="175927" y="145732"/>
                  </a:lnTo>
                  <a:lnTo>
                    <a:pt x="176498" y="147638"/>
                  </a:lnTo>
                  <a:lnTo>
                    <a:pt x="176594" y="149066"/>
                  </a:lnTo>
                  <a:lnTo>
                    <a:pt x="176594" y="150304"/>
                  </a:lnTo>
                  <a:lnTo>
                    <a:pt x="176117" y="151352"/>
                  </a:lnTo>
                  <a:lnTo>
                    <a:pt x="175546" y="152400"/>
                  </a:lnTo>
                  <a:lnTo>
                    <a:pt x="174974" y="153638"/>
                  </a:lnTo>
                  <a:lnTo>
                    <a:pt x="174593" y="155353"/>
                  </a:lnTo>
                  <a:lnTo>
                    <a:pt x="174593" y="157829"/>
                  </a:lnTo>
                  <a:lnTo>
                    <a:pt x="175165" y="159353"/>
                  </a:lnTo>
                  <a:lnTo>
                    <a:pt x="175831" y="160401"/>
                  </a:lnTo>
                  <a:lnTo>
                    <a:pt x="176975" y="161354"/>
                  </a:lnTo>
                  <a:lnTo>
                    <a:pt x="178022" y="162496"/>
                  </a:lnTo>
                  <a:lnTo>
                    <a:pt x="179070" y="164402"/>
                  </a:lnTo>
                  <a:lnTo>
                    <a:pt x="179451" y="165925"/>
                  </a:lnTo>
                  <a:lnTo>
                    <a:pt x="179356" y="167164"/>
                  </a:lnTo>
                  <a:lnTo>
                    <a:pt x="178975" y="167926"/>
                  </a:lnTo>
                  <a:lnTo>
                    <a:pt x="177356" y="168973"/>
                  </a:lnTo>
                  <a:lnTo>
                    <a:pt x="176879" y="169545"/>
                  </a:lnTo>
                  <a:lnTo>
                    <a:pt x="176594" y="170497"/>
                  </a:lnTo>
                  <a:lnTo>
                    <a:pt x="176689" y="170974"/>
                  </a:lnTo>
                  <a:lnTo>
                    <a:pt x="178403" y="173450"/>
                  </a:lnTo>
                  <a:lnTo>
                    <a:pt x="178689" y="174688"/>
                  </a:lnTo>
                  <a:lnTo>
                    <a:pt x="178784" y="175736"/>
                  </a:lnTo>
                  <a:lnTo>
                    <a:pt x="178689" y="177070"/>
                  </a:lnTo>
                  <a:lnTo>
                    <a:pt x="178403" y="178117"/>
                  </a:lnTo>
                  <a:lnTo>
                    <a:pt x="177927" y="178975"/>
                  </a:lnTo>
                  <a:lnTo>
                    <a:pt x="177165" y="179737"/>
                  </a:lnTo>
                  <a:lnTo>
                    <a:pt x="175927" y="180022"/>
                  </a:lnTo>
                  <a:lnTo>
                    <a:pt x="174403" y="179546"/>
                  </a:lnTo>
                  <a:lnTo>
                    <a:pt x="172784" y="178594"/>
                  </a:lnTo>
                  <a:lnTo>
                    <a:pt x="169831" y="175831"/>
                  </a:lnTo>
                  <a:lnTo>
                    <a:pt x="168688" y="175165"/>
                  </a:lnTo>
                  <a:lnTo>
                    <a:pt x="168116" y="175070"/>
                  </a:lnTo>
                  <a:lnTo>
                    <a:pt x="167545" y="175450"/>
                  </a:lnTo>
                  <a:lnTo>
                    <a:pt x="166306" y="177355"/>
                  </a:lnTo>
                  <a:lnTo>
                    <a:pt x="165545" y="178213"/>
                  </a:lnTo>
                  <a:lnTo>
                    <a:pt x="164592" y="179070"/>
                  </a:lnTo>
                  <a:lnTo>
                    <a:pt x="163544" y="179737"/>
                  </a:lnTo>
                  <a:lnTo>
                    <a:pt x="159258" y="181356"/>
                  </a:lnTo>
                  <a:lnTo>
                    <a:pt x="158020" y="181546"/>
                  </a:lnTo>
                  <a:lnTo>
                    <a:pt x="157163" y="181261"/>
                  </a:lnTo>
                  <a:lnTo>
                    <a:pt x="156400" y="180499"/>
                  </a:lnTo>
                  <a:lnTo>
                    <a:pt x="155734" y="179641"/>
                  </a:lnTo>
                  <a:lnTo>
                    <a:pt x="154972" y="179070"/>
                  </a:lnTo>
                  <a:lnTo>
                    <a:pt x="154019" y="178784"/>
                  </a:lnTo>
                  <a:lnTo>
                    <a:pt x="147638" y="178784"/>
                  </a:lnTo>
                  <a:lnTo>
                    <a:pt x="146399" y="179070"/>
                  </a:lnTo>
                  <a:lnTo>
                    <a:pt x="143923" y="180689"/>
                  </a:lnTo>
                  <a:lnTo>
                    <a:pt x="142304" y="181356"/>
                  </a:lnTo>
                  <a:lnTo>
                    <a:pt x="140208" y="181737"/>
                  </a:lnTo>
                  <a:lnTo>
                    <a:pt x="134302" y="181832"/>
                  </a:lnTo>
                  <a:lnTo>
                    <a:pt x="133160" y="182499"/>
                  </a:lnTo>
                  <a:lnTo>
                    <a:pt x="132683" y="183261"/>
                  </a:lnTo>
                  <a:lnTo>
                    <a:pt x="132588" y="184499"/>
                  </a:lnTo>
                  <a:lnTo>
                    <a:pt x="132969" y="186785"/>
                  </a:lnTo>
                  <a:lnTo>
                    <a:pt x="132779" y="188786"/>
                  </a:lnTo>
                  <a:lnTo>
                    <a:pt x="127540" y="191738"/>
                  </a:lnTo>
                  <a:lnTo>
                    <a:pt x="124016" y="192881"/>
                  </a:lnTo>
                  <a:lnTo>
                    <a:pt x="122682" y="192786"/>
                  </a:lnTo>
                  <a:lnTo>
                    <a:pt x="121444" y="192500"/>
                  </a:lnTo>
                  <a:lnTo>
                    <a:pt x="120301" y="191833"/>
                  </a:lnTo>
                  <a:lnTo>
                    <a:pt x="118491" y="191167"/>
                  </a:lnTo>
                  <a:lnTo>
                    <a:pt x="117348" y="190119"/>
                  </a:lnTo>
                  <a:lnTo>
                    <a:pt x="116491" y="189071"/>
                  </a:lnTo>
                  <a:lnTo>
                    <a:pt x="116110" y="188404"/>
                  </a:lnTo>
                  <a:lnTo>
                    <a:pt x="115538" y="187928"/>
                  </a:lnTo>
                  <a:lnTo>
                    <a:pt x="113538" y="187071"/>
                  </a:lnTo>
                  <a:lnTo>
                    <a:pt x="112490" y="186214"/>
                  </a:lnTo>
                  <a:lnTo>
                    <a:pt x="111824" y="185166"/>
                  </a:lnTo>
                  <a:lnTo>
                    <a:pt x="111443" y="183832"/>
                  </a:lnTo>
                  <a:lnTo>
                    <a:pt x="110966" y="182880"/>
                  </a:lnTo>
                  <a:lnTo>
                    <a:pt x="110490" y="182594"/>
                  </a:lnTo>
                  <a:lnTo>
                    <a:pt x="109823" y="182594"/>
                  </a:lnTo>
                  <a:lnTo>
                    <a:pt x="104775" y="183547"/>
                  </a:lnTo>
                  <a:lnTo>
                    <a:pt x="101346" y="182308"/>
                  </a:lnTo>
                  <a:lnTo>
                    <a:pt x="100679" y="182499"/>
                  </a:lnTo>
                  <a:lnTo>
                    <a:pt x="100203" y="182880"/>
                  </a:lnTo>
                  <a:lnTo>
                    <a:pt x="99155" y="186499"/>
                  </a:lnTo>
                  <a:lnTo>
                    <a:pt x="98774" y="187262"/>
                  </a:lnTo>
                  <a:lnTo>
                    <a:pt x="97155" y="188690"/>
                  </a:lnTo>
                  <a:lnTo>
                    <a:pt x="96583" y="189262"/>
                  </a:lnTo>
                  <a:lnTo>
                    <a:pt x="95822" y="190309"/>
                  </a:lnTo>
                  <a:lnTo>
                    <a:pt x="94774" y="190881"/>
                  </a:lnTo>
                  <a:lnTo>
                    <a:pt x="93154" y="191548"/>
                  </a:lnTo>
                  <a:lnTo>
                    <a:pt x="87916" y="193167"/>
                  </a:lnTo>
                  <a:lnTo>
                    <a:pt x="87058" y="193643"/>
                  </a:lnTo>
                  <a:lnTo>
                    <a:pt x="86868" y="194024"/>
                  </a:lnTo>
                  <a:lnTo>
                    <a:pt x="86773" y="194500"/>
                  </a:lnTo>
                  <a:lnTo>
                    <a:pt x="86868" y="194786"/>
                  </a:lnTo>
                  <a:lnTo>
                    <a:pt x="87630" y="196310"/>
                  </a:lnTo>
                  <a:lnTo>
                    <a:pt x="88106" y="197358"/>
                  </a:lnTo>
                  <a:lnTo>
                    <a:pt x="88487" y="198787"/>
                  </a:lnTo>
                  <a:lnTo>
                    <a:pt x="89440" y="203930"/>
                  </a:lnTo>
                  <a:lnTo>
                    <a:pt x="89440" y="204502"/>
                  </a:lnTo>
                  <a:lnTo>
                    <a:pt x="89345" y="205073"/>
                  </a:lnTo>
                  <a:lnTo>
                    <a:pt x="89059" y="205454"/>
                  </a:lnTo>
                  <a:lnTo>
                    <a:pt x="88392" y="206121"/>
                  </a:lnTo>
                  <a:lnTo>
                    <a:pt x="87535" y="206216"/>
                  </a:lnTo>
                  <a:lnTo>
                    <a:pt x="86201" y="206026"/>
                  </a:lnTo>
                  <a:lnTo>
                    <a:pt x="84487" y="205264"/>
                  </a:lnTo>
                  <a:lnTo>
                    <a:pt x="82582" y="204978"/>
                  </a:lnTo>
                  <a:lnTo>
                    <a:pt x="81248" y="205073"/>
                  </a:lnTo>
                  <a:lnTo>
                    <a:pt x="80391" y="205549"/>
                  </a:lnTo>
                  <a:lnTo>
                    <a:pt x="79439" y="206216"/>
                  </a:lnTo>
                  <a:lnTo>
                    <a:pt x="76867" y="207645"/>
                  </a:lnTo>
                  <a:lnTo>
                    <a:pt x="75438" y="207931"/>
                  </a:lnTo>
                  <a:lnTo>
                    <a:pt x="74676" y="208216"/>
                  </a:lnTo>
                  <a:lnTo>
                    <a:pt x="74390" y="208502"/>
                  </a:lnTo>
                  <a:lnTo>
                    <a:pt x="73533" y="209931"/>
                  </a:lnTo>
                  <a:lnTo>
                    <a:pt x="72581" y="210788"/>
                  </a:lnTo>
                  <a:lnTo>
                    <a:pt x="71723" y="211169"/>
                  </a:lnTo>
                  <a:lnTo>
                    <a:pt x="70771" y="211264"/>
                  </a:lnTo>
                  <a:lnTo>
                    <a:pt x="69533" y="211264"/>
                  </a:lnTo>
                  <a:lnTo>
                    <a:pt x="68866" y="211550"/>
                  </a:lnTo>
                  <a:lnTo>
                    <a:pt x="68485" y="212122"/>
                  </a:lnTo>
                  <a:lnTo>
                    <a:pt x="67342" y="215837"/>
                  </a:lnTo>
                  <a:lnTo>
                    <a:pt x="66961" y="216408"/>
                  </a:lnTo>
                  <a:lnTo>
                    <a:pt x="66485" y="216979"/>
                  </a:lnTo>
                  <a:lnTo>
                    <a:pt x="65532" y="217551"/>
                  </a:lnTo>
                  <a:lnTo>
                    <a:pt x="63818" y="218884"/>
                  </a:lnTo>
                  <a:lnTo>
                    <a:pt x="66961" y="222123"/>
                  </a:lnTo>
                  <a:lnTo>
                    <a:pt x="66675" y="223456"/>
                  </a:lnTo>
                  <a:lnTo>
                    <a:pt x="66294" y="224409"/>
                  </a:lnTo>
                  <a:lnTo>
                    <a:pt x="65056" y="224885"/>
                  </a:lnTo>
                  <a:lnTo>
                    <a:pt x="62865" y="225076"/>
                  </a:lnTo>
                  <a:lnTo>
                    <a:pt x="62008" y="225266"/>
                  </a:lnTo>
                  <a:lnTo>
                    <a:pt x="61150" y="225647"/>
                  </a:lnTo>
                  <a:lnTo>
                    <a:pt x="60293" y="226314"/>
                  </a:lnTo>
                  <a:lnTo>
                    <a:pt x="56483" y="229743"/>
                  </a:lnTo>
                  <a:lnTo>
                    <a:pt x="55531" y="230314"/>
                  </a:lnTo>
                  <a:lnTo>
                    <a:pt x="54483" y="230791"/>
                  </a:lnTo>
                  <a:lnTo>
                    <a:pt x="53721" y="230981"/>
                  </a:lnTo>
                  <a:lnTo>
                    <a:pt x="53150" y="230981"/>
                  </a:lnTo>
                  <a:lnTo>
                    <a:pt x="52769" y="230791"/>
                  </a:lnTo>
                  <a:lnTo>
                    <a:pt x="52483" y="230505"/>
                  </a:lnTo>
                  <a:lnTo>
                    <a:pt x="52388" y="230124"/>
                  </a:lnTo>
                  <a:lnTo>
                    <a:pt x="52388" y="229648"/>
                  </a:lnTo>
                  <a:lnTo>
                    <a:pt x="52388" y="229171"/>
                  </a:lnTo>
                  <a:lnTo>
                    <a:pt x="52388" y="228695"/>
                  </a:lnTo>
                  <a:lnTo>
                    <a:pt x="52292" y="228124"/>
                  </a:lnTo>
                  <a:lnTo>
                    <a:pt x="51816" y="227362"/>
                  </a:lnTo>
                  <a:lnTo>
                    <a:pt x="50673" y="225838"/>
                  </a:lnTo>
                  <a:lnTo>
                    <a:pt x="50387" y="225266"/>
                  </a:lnTo>
                  <a:lnTo>
                    <a:pt x="50197" y="223361"/>
                  </a:lnTo>
                  <a:lnTo>
                    <a:pt x="50006" y="222313"/>
                  </a:lnTo>
                  <a:lnTo>
                    <a:pt x="49435" y="222028"/>
                  </a:lnTo>
                  <a:lnTo>
                    <a:pt x="48482" y="221837"/>
                  </a:lnTo>
                  <a:lnTo>
                    <a:pt x="44672" y="221456"/>
                  </a:lnTo>
                  <a:lnTo>
                    <a:pt x="43625" y="221171"/>
                  </a:lnTo>
                  <a:lnTo>
                    <a:pt x="41910" y="220028"/>
                  </a:lnTo>
                  <a:lnTo>
                    <a:pt x="40386" y="219551"/>
                  </a:lnTo>
                  <a:lnTo>
                    <a:pt x="39624" y="219551"/>
                  </a:lnTo>
                  <a:lnTo>
                    <a:pt x="39052" y="219837"/>
                  </a:lnTo>
                  <a:lnTo>
                    <a:pt x="38767" y="220408"/>
                  </a:lnTo>
                  <a:lnTo>
                    <a:pt x="37719" y="224504"/>
                  </a:lnTo>
                  <a:lnTo>
                    <a:pt x="37338" y="225266"/>
                  </a:lnTo>
                  <a:lnTo>
                    <a:pt x="36862" y="226028"/>
                  </a:lnTo>
                  <a:lnTo>
                    <a:pt x="36290" y="226600"/>
                  </a:lnTo>
                  <a:lnTo>
                    <a:pt x="35624" y="227076"/>
                  </a:lnTo>
                  <a:lnTo>
                    <a:pt x="34195" y="227933"/>
                  </a:lnTo>
                  <a:lnTo>
                    <a:pt x="33528" y="228314"/>
                  </a:lnTo>
                  <a:lnTo>
                    <a:pt x="32956" y="228790"/>
                  </a:lnTo>
                  <a:lnTo>
                    <a:pt x="31052" y="231172"/>
                  </a:lnTo>
                  <a:lnTo>
                    <a:pt x="30194" y="231934"/>
                  </a:lnTo>
                  <a:lnTo>
                    <a:pt x="29432" y="232124"/>
                  </a:lnTo>
                  <a:lnTo>
                    <a:pt x="28766" y="231838"/>
                  </a:lnTo>
                  <a:lnTo>
                    <a:pt x="28194" y="231267"/>
                  </a:lnTo>
                  <a:lnTo>
                    <a:pt x="27623" y="230600"/>
                  </a:lnTo>
                  <a:lnTo>
                    <a:pt x="27146" y="230029"/>
                  </a:lnTo>
                  <a:lnTo>
                    <a:pt x="26575" y="229553"/>
                  </a:lnTo>
                  <a:lnTo>
                    <a:pt x="25718" y="229457"/>
                  </a:lnTo>
                  <a:lnTo>
                    <a:pt x="25337" y="229553"/>
                  </a:lnTo>
                  <a:lnTo>
                    <a:pt x="24956" y="230124"/>
                  </a:lnTo>
                  <a:lnTo>
                    <a:pt x="24098" y="232600"/>
                  </a:lnTo>
                  <a:lnTo>
                    <a:pt x="23813" y="233077"/>
                  </a:lnTo>
                  <a:lnTo>
                    <a:pt x="23146" y="233744"/>
                  </a:lnTo>
                  <a:lnTo>
                    <a:pt x="22384" y="234029"/>
                  </a:lnTo>
                  <a:lnTo>
                    <a:pt x="21527" y="233839"/>
                  </a:lnTo>
                  <a:lnTo>
                    <a:pt x="20765" y="233267"/>
                  </a:lnTo>
                  <a:lnTo>
                    <a:pt x="20002" y="232505"/>
                  </a:lnTo>
                  <a:lnTo>
                    <a:pt x="19241" y="231934"/>
                  </a:lnTo>
                  <a:lnTo>
                    <a:pt x="18098" y="231743"/>
                  </a:lnTo>
                  <a:lnTo>
                    <a:pt x="17526" y="232410"/>
                  </a:lnTo>
                  <a:lnTo>
                    <a:pt x="16954" y="234791"/>
                  </a:lnTo>
                  <a:lnTo>
                    <a:pt x="15526" y="238125"/>
                  </a:lnTo>
                  <a:lnTo>
                    <a:pt x="15431" y="238506"/>
                  </a:lnTo>
                  <a:lnTo>
                    <a:pt x="15526" y="238887"/>
                  </a:lnTo>
                  <a:lnTo>
                    <a:pt x="15812" y="239173"/>
                  </a:lnTo>
                  <a:lnTo>
                    <a:pt x="16193" y="239268"/>
                  </a:lnTo>
                  <a:lnTo>
                    <a:pt x="16574" y="239268"/>
                  </a:lnTo>
                  <a:lnTo>
                    <a:pt x="16859" y="239173"/>
                  </a:lnTo>
                  <a:lnTo>
                    <a:pt x="17145" y="239078"/>
                  </a:lnTo>
                  <a:lnTo>
                    <a:pt x="18479" y="238125"/>
                  </a:lnTo>
                  <a:lnTo>
                    <a:pt x="19336" y="237744"/>
                  </a:lnTo>
                  <a:lnTo>
                    <a:pt x="19907" y="237649"/>
                  </a:lnTo>
                  <a:lnTo>
                    <a:pt x="20193" y="237649"/>
                  </a:lnTo>
                  <a:lnTo>
                    <a:pt x="20574" y="237934"/>
                  </a:lnTo>
                  <a:lnTo>
                    <a:pt x="20765" y="238411"/>
                  </a:lnTo>
                  <a:lnTo>
                    <a:pt x="21050" y="239839"/>
                  </a:lnTo>
                  <a:lnTo>
                    <a:pt x="21146" y="240411"/>
                  </a:lnTo>
                  <a:lnTo>
                    <a:pt x="21241" y="240887"/>
                  </a:lnTo>
                  <a:lnTo>
                    <a:pt x="21336" y="241363"/>
                  </a:lnTo>
                  <a:lnTo>
                    <a:pt x="21717" y="241840"/>
                  </a:lnTo>
                  <a:lnTo>
                    <a:pt x="22289" y="242125"/>
                  </a:lnTo>
                  <a:lnTo>
                    <a:pt x="22955" y="242316"/>
                  </a:lnTo>
                  <a:lnTo>
                    <a:pt x="23527" y="242316"/>
                  </a:lnTo>
                  <a:lnTo>
                    <a:pt x="24860" y="242125"/>
                  </a:lnTo>
                  <a:lnTo>
                    <a:pt x="25337" y="242125"/>
                  </a:lnTo>
                  <a:lnTo>
                    <a:pt x="25718" y="242411"/>
                  </a:lnTo>
                  <a:lnTo>
                    <a:pt x="26099" y="242983"/>
                  </a:lnTo>
                  <a:lnTo>
                    <a:pt x="26194" y="243840"/>
                  </a:lnTo>
                  <a:lnTo>
                    <a:pt x="26194" y="244697"/>
                  </a:lnTo>
                  <a:lnTo>
                    <a:pt x="26384" y="245554"/>
                  </a:lnTo>
                  <a:lnTo>
                    <a:pt x="26670" y="246221"/>
                  </a:lnTo>
                  <a:lnTo>
                    <a:pt x="27146" y="246793"/>
                  </a:lnTo>
                  <a:lnTo>
                    <a:pt x="27813" y="247269"/>
                  </a:lnTo>
                  <a:lnTo>
                    <a:pt x="28480" y="247650"/>
                  </a:lnTo>
                  <a:lnTo>
                    <a:pt x="30099" y="248412"/>
                  </a:lnTo>
                  <a:lnTo>
                    <a:pt x="30480" y="248698"/>
                  </a:lnTo>
                  <a:lnTo>
                    <a:pt x="30766" y="249079"/>
                  </a:lnTo>
                  <a:lnTo>
                    <a:pt x="30575" y="249746"/>
                  </a:lnTo>
                  <a:lnTo>
                    <a:pt x="30004" y="250317"/>
                  </a:lnTo>
                  <a:lnTo>
                    <a:pt x="29432" y="250603"/>
                  </a:lnTo>
                  <a:lnTo>
                    <a:pt x="28575" y="250793"/>
                  </a:lnTo>
                  <a:lnTo>
                    <a:pt x="26575" y="250984"/>
                  </a:lnTo>
                  <a:lnTo>
                    <a:pt x="25337" y="251365"/>
                  </a:lnTo>
                  <a:lnTo>
                    <a:pt x="24765" y="251936"/>
                  </a:lnTo>
                  <a:lnTo>
                    <a:pt x="24575" y="252889"/>
                  </a:lnTo>
                  <a:lnTo>
                    <a:pt x="24765" y="254889"/>
                  </a:lnTo>
                  <a:lnTo>
                    <a:pt x="25051" y="255937"/>
                  </a:lnTo>
                  <a:lnTo>
                    <a:pt x="25527" y="256889"/>
                  </a:lnTo>
                  <a:lnTo>
                    <a:pt x="26289" y="258223"/>
                  </a:lnTo>
                  <a:lnTo>
                    <a:pt x="26479" y="258699"/>
                  </a:lnTo>
                  <a:lnTo>
                    <a:pt x="26479" y="259271"/>
                  </a:lnTo>
                  <a:lnTo>
                    <a:pt x="26289" y="261556"/>
                  </a:lnTo>
                  <a:lnTo>
                    <a:pt x="26479" y="262509"/>
                  </a:lnTo>
                  <a:lnTo>
                    <a:pt x="26765" y="263271"/>
                  </a:lnTo>
                  <a:lnTo>
                    <a:pt x="27242" y="263557"/>
                  </a:lnTo>
                  <a:lnTo>
                    <a:pt x="27813" y="263557"/>
                  </a:lnTo>
                  <a:lnTo>
                    <a:pt x="28385" y="263366"/>
                  </a:lnTo>
                  <a:lnTo>
                    <a:pt x="28766" y="263080"/>
                  </a:lnTo>
                  <a:lnTo>
                    <a:pt x="29813" y="262319"/>
                  </a:lnTo>
                  <a:lnTo>
                    <a:pt x="30385" y="262033"/>
                  </a:lnTo>
                  <a:lnTo>
                    <a:pt x="30956" y="261938"/>
                  </a:lnTo>
                  <a:lnTo>
                    <a:pt x="31718" y="262128"/>
                  </a:lnTo>
                  <a:lnTo>
                    <a:pt x="41624" y="266795"/>
                  </a:lnTo>
                  <a:lnTo>
                    <a:pt x="42386" y="267367"/>
                  </a:lnTo>
                  <a:lnTo>
                    <a:pt x="43244" y="268129"/>
                  </a:lnTo>
                  <a:lnTo>
                    <a:pt x="43720" y="268986"/>
                  </a:lnTo>
                  <a:lnTo>
                    <a:pt x="44101" y="269938"/>
                  </a:lnTo>
                  <a:lnTo>
                    <a:pt x="44387" y="271177"/>
                  </a:lnTo>
                  <a:lnTo>
                    <a:pt x="44387" y="272891"/>
                  </a:lnTo>
                  <a:lnTo>
                    <a:pt x="43720" y="277939"/>
                  </a:lnTo>
                  <a:lnTo>
                    <a:pt x="43910" y="281940"/>
                  </a:lnTo>
                  <a:lnTo>
                    <a:pt x="43625" y="284131"/>
                  </a:lnTo>
                  <a:lnTo>
                    <a:pt x="43053" y="285083"/>
                  </a:lnTo>
                  <a:lnTo>
                    <a:pt x="42196" y="285559"/>
                  </a:lnTo>
                  <a:lnTo>
                    <a:pt x="37433" y="285655"/>
                  </a:lnTo>
                  <a:lnTo>
                    <a:pt x="36290" y="286036"/>
                  </a:lnTo>
                  <a:lnTo>
                    <a:pt x="35338" y="286703"/>
                  </a:lnTo>
                  <a:lnTo>
                    <a:pt x="34100" y="288036"/>
                  </a:lnTo>
                  <a:lnTo>
                    <a:pt x="33719" y="288893"/>
                  </a:lnTo>
                  <a:lnTo>
                    <a:pt x="33814" y="289846"/>
                  </a:lnTo>
                  <a:lnTo>
                    <a:pt x="34385" y="290322"/>
                  </a:lnTo>
                  <a:lnTo>
                    <a:pt x="35147" y="290703"/>
                  </a:lnTo>
                  <a:lnTo>
                    <a:pt x="37814" y="291370"/>
                  </a:lnTo>
                  <a:lnTo>
                    <a:pt x="38386" y="291560"/>
                  </a:lnTo>
                  <a:lnTo>
                    <a:pt x="38862" y="291846"/>
                  </a:lnTo>
                  <a:lnTo>
                    <a:pt x="39243" y="292417"/>
                  </a:lnTo>
                  <a:lnTo>
                    <a:pt x="39433" y="293465"/>
                  </a:lnTo>
                  <a:lnTo>
                    <a:pt x="39433" y="294989"/>
                  </a:lnTo>
                  <a:lnTo>
                    <a:pt x="38862" y="298037"/>
                  </a:lnTo>
                  <a:lnTo>
                    <a:pt x="38100" y="300038"/>
                  </a:lnTo>
                  <a:lnTo>
                    <a:pt x="37148" y="301752"/>
                  </a:lnTo>
                  <a:lnTo>
                    <a:pt x="35719" y="303847"/>
                  </a:lnTo>
                  <a:lnTo>
                    <a:pt x="33528" y="308324"/>
                  </a:lnTo>
                  <a:lnTo>
                    <a:pt x="30290" y="312515"/>
                  </a:lnTo>
                  <a:lnTo>
                    <a:pt x="30004" y="313182"/>
                  </a:lnTo>
                  <a:lnTo>
                    <a:pt x="30099" y="313754"/>
                  </a:lnTo>
                  <a:lnTo>
                    <a:pt x="31623" y="315087"/>
                  </a:lnTo>
                  <a:lnTo>
                    <a:pt x="32195" y="315849"/>
                  </a:lnTo>
                  <a:lnTo>
                    <a:pt x="32480" y="316992"/>
                  </a:lnTo>
                  <a:lnTo>
                    <a:pt x="32099" y="318135"/>
                  </a:lnTo>
                  <a:lnTo>
                    <a:pt x="29718" y="322516"/>
                  </a:lnTo>
                  <a:lnTo>
                    <a:pt x="27623" y="325850"/>
                  </a:lnTo>
                  <a:lnTo>
                    <a:pt x="26575" y="326898"/>
                  </a:lnTo>
                  <a:lnTo>
                    <a:pt x="24575" y="328517"/>
                  </a:lnTo>
                  <a:lnTo>
                    <a:pt x="23336" y="329089"/>
                  </a:lnTo>
                  <a:lnTo>
                    <a:pt x="21908" y="329660"/>
                  </a:lnTo>
                  <a:lnTo>
                    <a:pt x="18955" y="330137"/>
                  </a:lnTo>
                  <a:lnTo>
                    <a:pt x="15240" y="330137"/>
                  </a:lnTo>
                  <a:lnTo>
                    <a:pt x="14573" y="329946"/>
                  </a:lnTo>
                  <a:lnTo>
                    <a:pt x="14192" y="329755"/>
                  </a:lnTo>
                  <a:lnTo>
                    <a:pt x="14097" y="329470"/>
                  </a:lnTo>
                  <a:lnTo>
                    <a:pt x="14192" y="329089"/>
                  </a:lnTo>
                  <a:lnTo>
                    <a:pt x="14288" y="328613"/>
                  </a:lnTo>
                  <a:lnTo>
                    <a:pt x="14383" y="327088"/>
                  </a:lnTo>
                  <a:lnTo>
                    <a:pt x="14288" y="326327"/>
                  </a:lnTo>
                  <a:lnTo>
                    <a:pt x="14097" y="325469"/>
                  </a:lnTo>
                  <a:lnTo>
                    <a:pt x="13621" y="324993"/>
                  </a:lnTo>
                  <a:lnTo>
                    <a:pt x="12764" y="324707"/>
                  </a:lnTo>
                  <a:lnTo>
                    <a:pt x="11906" y="324898"/>
                  </a:lnTo>
                  <a:lnTo>
                    <a:pt x="10954" y="325374"/>
                  </a:lnTo>
                  <a:lnTo>
                    <a:pt x="5334" y="329755"/>
                  </a:lnTo>
                  <a:lnTo>
                    <a:pt x="3905" y="331565"/>
                  </a:lnTo>
                  <a:lnTo>
                    <a:pt x="2953" y="334423"/>
                  </a:lnTo>
                  <a:lnTo>
                    <a:pt x="2381" y="335375"/>
                  </a:lnTo>
                  <a:lnTo>
                    <a:pt x="1810" y="335947"/>
                  </a:lnTo>
                  <a:lnTo>
                    <a:pt x="381" y="336518"/>
                  </a:lnTo>
                  <a:lnTo>
                    <a:pt x="191" y="336899"/>
                  </a:lnTo>
                  <a:lnTo>
                    <a:pt x="286" y="337471"/>
                  </a:lnTo>
                  <a:lnTo>
                    <a:pt x="952" y="338614"/>
                  </a:lnTo>
                  <a:lnTo>
                    <a:pt x="1048" y="340423"/>
                  </a:lnTo>
                  <a:lnTo>
                    <a:pt x="2762" y="340900"/>
                  </a:lnTo>
                  <a:lnTo>
                    <a:pt x="4191" y="340995"/>
                  </a:lnTo>
                  <a:lnTo>
                    <a:pt x="5715" y="340709"/>
                  </a:lnTo>
                  <a:lnTo>
                    <a:pt x="6477" y="340423"/>
                  </a:lnTo>
                  <a:lnTo>
                    <a:pt x="7239" y="340042"/>
                  </a:lnTo>
                  <a:lnTo>
                    <a:pt x="8763" y="338995"/>
                  </a:lnTo>
                  <a:lnTo>
                    <a:pt x="9335" y="338804"/>
                  </a:lnTo>
                  <a:lnTo>
                    <a:pt x="10097" y="338995"/>
                  </a:lnTo>
                  <a:lnTo>
                    <a:pt x="12287" y="339757"/>
                  </a:lnTo>
                  <a:lnTo>
                    <a:pt x="15621" y="341662"/>
                  </a:lnTo>
                  <a:lnTo>
                    <a:pt x="16478" y="342519"/>
                  </a:lnTo>
                  <a:lnTo>
                    <a:pt x="16859" y="343281"/>
                  </a:lnTo>
                  <a:lnTo>
                    <a:pt x="17812" y="346805"/>
                  </a:lnTo>
                  <a:lnTo>
                    <a:pt x="18764" y="353282"/>
                  </a:lnTo>
                  <a:lnTo>
                    <a:pt x="19145" y="354997"/>
                  </a:lnTo>
                  <a:lnTo>
                    <a:pt x="18764" y="357188"/>
                  </a:lnTo>
                  <a:lnTo>
                    <a:pt x="17717" y="358712"/>
                  </a:lnTo>
                  <a:lnTo>
                    <a:pt x="16764" y="360521"/>
                  </a:lnTo>
                  <a:lnTo>
                    <a:pt x="17050" y="362712"/>
                  </a:lnTo>
                  <a:lnTo>
                    <a:pt x="18383" y="364046"/>
                  </a:lnTo>
                  <a:lnTo>
                    <a:pt x="18860" y="364807"/>
                  </a:lnTo>
                  <a:lnTo>
                    <a:pt x="19241" y="365760"/>
                  </a:lnTo>
                  <a:lnTo>
                    <a:pt x="19336" y="366808"/>
                  </a:lnTo>
                  <a:lnTo>
                    <a:pt x="19336" y="367379"/>
                  </a:lnTo>
                  <a:lnTo>
                    <a:pt x="19145" y="368808"/>
                  </a:lnTo>
                  <a:lnTo>
                    <a:pt x="19145" y="369856"/>
                  </a:lnTo>
                  <a:lnTo>
                    <a:pt x="19336" y="370808"/>
                  </a:lnTo>
                  <a:lnTo>
                    <a:pt x="19812" y="371856"/>
                  </a:lnTo>
                  <a:lnTo>
                    <a:pt x="23050" y="375285"/>
                  </a:lnTo>
                  <a:lnTo>
                    <a:pt x="23622" y="376047"/>
                  </a:lnTo>
                  <a:lnTo>
                    <a:pt x="23908" y="376714"/>
                  </a:lnTo>
                  <a:lnTo>
                    <a:pt x="24098" y="377666"/>
                  </a:lnTo>
                  <a:lnTo>
                    <a:pt x="24575" y="382429"/>
                  </a:lnTo>
                  <a:lnTo>
                    <a:pt x="24289" y="383477"/>
                  </a:lnTo>
                  <a:lnTo>
                    <a:pt x="23908" y="384334"/>
                  </a:lnTo>
                  <a:lnTo>
                    <a:pt x="22860" y="385096"/>
                  </a:lnTo>
                  <a:lnTo>
                    <a:pt x="22003" y="385477"/>
                  </a:lnTo>
                  <a:lnTo>
                    <a:pt x="18479" y="386239"/>
                  </a:lnTo>
                  <a:lnTo>
                    <a:pt x="17907" y="386429"/>
                  </a:lnTo>
                  <a:lnTo>
                    <a:pt x="17526" y="386810"/>
                  </a:lnTo>
                  <a:lnTo>
                    <a:pt x="17240" y="387477"/>
                  </a:lnTo>
                  <a:lnTo>
                    <a:pt x="17240" y="388525"/>
                  </a:lnTo>
                  <a:lnTo>
                    <a:pt x="17621" y="389382"/>
                  </a:lnTo>
                  <a:lnTo>
                    <a:pt x="18193" y="390049"/>
                  </a:lnTo>
                  <a:lnTo>
                    <a:pt x="21622" y="392049"/>
                  </a:lnTo>
                  <a:lnTo>
                    <a:pt x="22193" y="392430"/>
                  </a:lnTo>
                  <a:lnTo>
                    <a:pt x="22670" y="393002"/>
                  </a:lnTo>
                  <a:lnTo>
                    <a:pt x="23050" y="393668"/>
                  </a:lnTo>
                  <a:lnTo>
                    <a:pt x="23241" y="394525"/>
                  </a:lnTo>
                  <a:lnTo>
                    <a:pt x="23146" y="395669"/>
                  </a:lnTo>
                  <a:lnTo>
                    <a:pt x="22765" y="397002"/>
                  </a:lnTo>
                  <a:lnTo>
                    <a:pt x="20002" y="402527"/>
                  </a:lnTo>
                  <a:lnTo>
                    <a:pt x="19717" y="403479"/>
                  </a:lnTo>
                  <a:lnTo>
                    <a:pt x="19431" y="405289"/>
                  </a:lnTo>
                  <a:lnTo>
                    <a:pt x="19431" y="406241"/>
                  </a:lnTo>
                  <a:lnTo>
                    <a:pt x="19431" y="407098"/>
                  </a:lnTo>
                  <a:lnTo>
                    <a:pt x="20288" y="411004"/>
                  </a:lnTo>
                  <a:lnTo>
                    <a:pt x="20288" y="412052"/>
                  </a:lnTo>
                  <a:lnTo>
                    <a:pt x="20193" y="413099"/>
                  </a:lnTo>
                  <a:lnTo>
                    <a:pt x="19907" y="414338"/>
                  </a:lnTo>
                  <a:lnTo>
                    <a:pt x="19526" y="415385"/>
                  </a:lnTo>
                  <a:lnTo>
                    <a:pt x="18860" y="417005"/>
                  </a:lnTo>
                  <a:lnTo>
                    <a:pt x="18002" y="419671"/>
                  </a:lnTo>
                  <a:lnTo>
                    <a:pt x="17717" y="421100"/>
                  </a:lnTo>
                  <a:lnTo>
                    <a:pt x="17526" y="421577"/>
                  </a:lnTo>
                  <a:lnTo>
                    <a:pt x="17240" y="422243"/>
                  </a:lnTo>
                  <a:lnTo>
                    <a:pt x="15621" y="423767"/>
                  </a:lnTo>
                  <a:lnTo>
                    <a:pt x="13621" y="424910"/>
                  </a:lnTo>
                  <a:lnTo>
                    <a:pt x="12192" y="425482"/>
                  </a:lnTo>
                  <a:lnTo>
                    <a:pt x="10573" y="425767"/>
                  </a:lnTo>
                  <a:lnTo>
                    <a:pt x="8001" y="425482"/>
                  </a:lnTo>
                  <a:lnTo>
                    <a:pt x="7239" y="425672"/>
                  </a:lnTo>
                  <a:lnTo>
                    <a:pt x="6477" y="426148"/>
                  </a:lnTo>
                  <a:lnTo>
                    <a:pt x="3905" y="428339"/>
                  </a:lnTo>
                  <a:lnTo>
                    <a:pt x="0" y="430435"/>
                  </a:lnTo>
                  <a:lnTo>
                    <a:pt x="1333" y="434054"/>
                  </a:lnTo>
                  <a:lnTo>
                    <a:pt x="2381" y="435388"/>
                  </a:lnTo>
                  <a:lnTo>
                    <a:pt x="3905" y="435388"/>
                  </a:lnTo>
                  <a:lnTo>
                    <a:pt x="5715" y="434626"/>
                  </a:lnTo>
                  <a:lnTo>
                    <a:pt x="7239" y="433483"/>
                  </a:lnTo>
                  <a:lnTo>
                    <a:pt x="7810" y="432530"/>
                  </a:lnTo>
                  <a:lnTo>
                    <a:pt x="8573" y="431768"/>
                  </a:lnTo>
                  <a:lnTo>
                    <a:pt x="12192" y="430054"/>
                  </a:lnTo>
                  <a:lnTo>
                    <a:pt x="13430" y="428815"/>
                  </a:lnTo>
                  <a:lnTo>
                    <a:pt x="13811" y="430435"/>
                  </a:lnTo>
                  <a:lnTo>
                    <a:pt x="14954" y="431102"/>
                  </a:lnTo>
                  <a:lnTo>
                    <a:pt x="16097" y="431292"/>
                  </a:lnTo>
                  <a:lnTo>
                    <a:pt x="16574" y="431768"/>
                  </a:lnTo>
                  <a:lnTo>
                    <a:pt x="16288" y="433197"/>
                  </a:lnTo>
                  <a:lnTo>
                    <a:pt x="15621" y="433388"/>
                  </a:lnTo>
                  <a:lnTo>
                    <a:pt x="14573" y="433102"/>
                  </a:lnTo>
                  <a:lnTo>
                    <a:pt x="13430" y="432911"/>
                  </a:lnTo>
                  <a:lnTo>
                    <a:pt x="11430" y="433292"/>
                  </a:lnTo>
                  <a:lnTo>
                    <a:pt x="10097" y="434149"/>
                  </a:lnTo>
                  <a:lnTo>
                    <a:pt x="9049" y="435578"/>
                  </a:lnTo>
                  <a:lnTo>
                    <a:pt x="7810" y="437769"/>
                  </a:lnTo>
                  <a:lnTo>
                    <a:pt x="6953" y="436721"/>
                  </a:lnTo>
                  <a:lnTo>
                    <a:pt x="5620" y="436245"/>
                  </a:lnTo>
                  <a:lnTo>
                    <a:pt x="4286" y="436436"/>
                  </a:lnTo>
                  <a:lnTo>
                    <a:pt x="3143" y="437102"/>
                  </a:lnTo>
                  <a:lnTo>
                    <a:pt x="2667" y="438340"/>
                  </a:lnTo>
                  <a:lnTo>
                    <a:pt x="2572" y="439864"/>
                  </a:lnTo>
                  <a:lnTo>
                    <a:pt x="2000" y="440531"/>
                  </a:lnTo>
                  <a:lnTo>
                    <a:pt x="0" y="439483"/>
                  </a:lnTo>
                  <a:lnTo>
                    <a:pt x="572" y="441674"/>
                  </a:lnTo>
                  <a:lnTo>
                    <a:pt x="2286" y="443198"/>
                  </a:lnTo>
                  <a:lnTo>
                    <a:pt x="6287" y="445198"/>
                  </a:lnTo>
                  <a:lnTo>
                    <a:pt x="6382" y="445389"/>
                  </a:lnTo>
                  <a:lnTo>
                    <a:pt x="7144" y="446818"/>
                  </a:lnTo>
                  <a:lnTo>
                    <a:pt x="7620" y="446913"/>
                  </a:lnTo>
                  <a:lnTo>
                    <a:pt x="8954" y="446722"/>
                  </a:lnTo>
                  <a:lnTo>
                    <a:pt x="9525" y="446818"/>
                  </a:lnTo>
                  <a:lnTo>
                    <a:pt x="10287" y="447770"/>
                  </a:lnTo>
                  <a:lnTo>
                    <a:pt x="11906" y="450913"/>
                  </a:lnTo>
                  <a:lnTo>
                    <a:pt x="13525" y="449008"/>
                  </a:lnTo>
                  <a:lnTo>
                    <a:pt x="14859" y="448246"/>
                  </a:lnTo>
                  <a:lnTo>
                    <a:pt x="16478" y="448723"/>
                  </a:lnTo>
                  <a:lnTo>
                    <a:pt x="18669" y="450532"/>
                  </a:lnTo>
                  <a:lnTo>
                    <a:pt x="19812" y="452628"/>
                  </a:lnTo>
                  <a:lnTo>
                    <a:pt x="20479" y="457676"/>
                  </a:lnTo>
                  <a:lnTo>
                    <a:pt x="21336" y="459962"/>
                  </a:lnTo>
                  <a:lnTo>
                    <a:pt x="20193" y="461010"/>
                  </a:lnTo>
                  <a:lnTo>
                    <a:pt x="20383" y="462344"/>
                  </a:lnTo>
                  <a:lnTo>
                    <a:pt x="21241" y="463487"/>
                  </a:lnTo>
                  <a:lnTo>
                    <a:pt x="22574" y="464058"/>
                  </a:lnTo>
                  <a:lnTo>
                    <a:pt x="24194" y="463582"/>
                  </a:lnTo>
                  <a:lnTo>
                    <a:pt x="25432" y="462915"/>
                  </a:lnTo>
                  <a:lnTo>
                    <a:pt x="26765" y="462534"/>
                  </a:lnTo>
                  <a:lnTo>
                    <a:pt x="28575" y="463201"/>
                  </a:lnTo>
                  <a:lnTo>
                    <a:pt x="28575" y="464058"/>
                  </a:lnTo>
                  <a:lnTo>
                    <a:pt x="24860" y="464534"/>
                  </a:lnTo>
                  <a:lnTo>
                    <a:pt x="23527" y="466249"/>
                  </a:lnTo>
                  <a:lnTo>
                    <a:pt x="23622" y="468916"/>
                  </a:lnTo>
                  <a:lnTo>
                    <a:pt x="24479" y="472154"/>
                  </a:lnTo>
                  <a:lnTo>
                    <a:pt x="24098" y="473392"/>
                  </a:lnTo>
                  <a:lnTo>
                    <a:pt x="25146" y="474345"/>
                  </a:lnTo>
                  <a:lnTo>
                    <a:pt x="26956" y="474631"/>
                  </a:lnTo>
                  <a:lnTo>
                    <a:pt x="28575" y="473773"/>
                  </a:lnTo>
                  <a:lnTo>
                    <a:pt x="29051" y="472249"/>
                  </a:lnTo>
                  <a:lnTo>
                    <a:pt x="28766" y="470535"/>
                  </a:lnTo>
                  <a:lnTo>
                    <a:pt x="29051" y="469011"/>
                  </a:lnTo>
                  <a:lnTo>
                    <a:pt x="30861" y="468154"/>
                  </a:lnTo>
                  <a:lnTo>
                    <a:pt x="30480" y="469202"/>
                  </a:lnTo>
                  <a:lnTo>
                    <a:pt x="30480" y="469868"/>
                  </a:lnTo>
                  <a:lnTo>
                    <a:pt x="30861" y="471297"/>
                  </a:lnTo>
                  <a:lnTo>
                    <a:pt x="31433" y="470821"/>
                  </a:lnTo>
                  <a:lnTo>
                    <a:pt x="31909" y="470725"/>
                  </a:lnTo>
                  <a:lnTo>
                    <a:pt x="33242" y="471297"/>
                  </a:lnTo>
                  <a:lnTo>
                    <a:pt x="32956" y="471773"/>
                  </a:lnTo>
                  <a:lnTo>
                    <a:pt x="32671" y="472630"/>
                  </a:lnTo>
                  <a:lnTo>
                    <a:pt x="32385" y="473012"/>
                  </a:lnTo>
                  <a:lnTo>
                    <a:pt x="33909" y="473773"/>
                  </a:lnTo>
                  <a:lnTo>
                    <a:pt x="38767" y="479488"/>
                  </a:lnTo>
                  <a:lnTo>
                    <a:pt x="35719" y="479012"/>
                  </a:lnTo>
                  <a:lnTo>
                    <a:pt x="35338" y="479584"/>
                  </a:lnTo>
                  <a:lnTo>
                    <a:pt x="36385" y="481203"/>
                  </a:lnTo>
                  <a:lnTo>
                    <a:pt x="34290" y="481108"/>
                  </a:lnTo>
                  <a:lnTo>
                    <a:pt x="32956" y="478441"/>
                  </a:lnTo>
                  <a:lnTo>
                    <a:pt x="31814" y="475202"/>
                  </a:lnTo>
                  <a:lnTo>
                    <a:pt x="30004" y="473012"/>
                  </a:lnTo>
                  <a:lnTo>
                    <a:pt x="30290" y="476059"/>
                  </a:lnTo>
                  <a:lnTo>
                    <a:pt x="32575" y="480536"/>
                  </a:lnTo>
                  <a:lnTo>
                    <a:pt x="33433" y="484822"/>
                  </a:lnTo>
                  <a:lnTo>
                    <a:pt x="34100" y="485680"/>
                  </a:lnTo>
                  <a:lnTo>
                    <a:pt x="34671" y="486251"/>
                  </a:lnTo>
                  <a:lnTo>
                    <a:pt x="34957" y="487299"/>
                  </a:lnTo>
                  <a:lnTo>
                    <a:pt x="34957" y="490347"/>
                  </a:lnTo>
                  <a:lnTo>
                    <a:pt x="35243" y="491776"/>
                  </a:lnTo>
                  <a:lnTo>
                    <a:pt x="36004" y="492919"/>
                  </a:lnTo>
                  <a:lnTo>
                    <a:pt x="37052" y="495109"/>
                  </a:lnTo>
                  <a:lnTo>
                    <a:pt x="37338" y="500348"/>
                  </a:lnTo>
                  <a:lnTo>
                    <a:pt x="38767" y="502348"/>
                  </a:lnTo>
                  <a:lnTo>
                    <a:pt x="39815" y="502920"/>
                  </a:lnTo>
                  <a:lnTo>
                    <a:pt x="47149" y="505492"/>
                  </a:lnTo>
                  <a:lnTo>
                    <a:pt x="48197" y="506349"/>
                  </a:lnTo>
                  <a:lnTo>
                    <a:pt x="46577" y="506730"/>
                  </a:lnTo>
                  <a:lnTo>
                    <a:pt x="43815" y="506539"/>
                  </a:lnTo>
                  <a:lnTo>
                    <a:pt x="41053" y="505968"/>
                  </a:lnTo>
                  <a:lnTo>
                    <a:pt x="39433" y="504825"/>
                  </a:lnTo>
                  <a:lnTo>
                    <a:pt x="38957" y="507587"/>
                  </a:lnTo>
                  <a:lnTo>
                    <a:pt x="40100" y="509969"/>
                  </a:lnTo>
                  <a:lnTo>
                    <a:pt x="43339" y="514540"/>
                  </a:lnTo>
                  <a:lnTo>
                    <a:pt x="44006" y="516922"/>
                  </a:lnTo>
                  <a:lnTo>
                    <a:pt x="44196" y="523589"/>
                  </a:lnTo>
                  <a:lnTo>
                    <a:pt x="44768" y="524828"/>
                  </a:lnTo>
                  <a:lnTo>
                    <a:pt x="46101" y="526542"/>
                  </a:lnTo>
                  <a:lnTo>
                    <a:pt x="46577" y="527685"/>
                  </a:lnTo>
                  <a:lnTo>
                    <a:pt x="46673" y="528828"/>
                  </a:lnTo>
                  <a:lnTo>
                    <a:pt x="46482" y="531305"/>
                  </a:lnTo>
                  <a:lnTo>
                    <a:pt x="46577" y="532543"/>
                  </a:lnTo>
                  <a:lnTo>
                    <a:pt x="47625" y="534924"/>
                  </a:lnTo>
                  <a:lnTo>
                    <a:pt x="51340" y="539782"/>
                  </a:lnTo>
                  <a:lnTo>
                    <a:pt x="52959" y="542639"/>
                  </a:lnTo>
                  <a:lnTo>
                    <a:pt x="56864" y="547592"/>
                  </a:lnTo>
                  <a:lnTo>
                    <a:pt x="58198" y="551402"/>
                  </a:lnTo>
                  <a:lnTo>
                    <a:pt x="60389" y="555688"/>
                  </a:lnTo>
                  <a:lnTo>
                    <a:pt x="61341" y="563023"/>
                  </a:lnTo>
                  <a:lnTo>
                    <a:pt x="64103" y="572738"/>
                  </a:lnTo>
                  <a:lnTo>
                    <a:pt x="65627" y="576548"/>
                  </a:lnTo>
                  <a:lnTo>
                    <a:pt x="67437" y="571690"/>
                  </a:lnTo>
                  <a:lnTo>
                    <a:pt x="68771" y="570357"/>
                  </a:lnTo>
                  <a:lnTo>
                    <a:pt x="70390" y="572453"/>
                  </a:lnTo>
                  <a:lnTo>
                    <a:pt x="68961" y="572929"/>
                  </a:lnTo>
                  <a:lnTo>
                    <a:pt x="68866" y="573500"/>
                  </a:lnTo>
                  <a:lnTo>
                    <a:pt x="70390" y="574929"/>
                  </a:lnTo>
                  <a:lnTo>
                    <a:pt x="71723" y="577024"/>
                  </a:lnTo>
                  <a:lnTo>
                    <a:pt x="72581" y="577501"/>
                  </a:lnTo>
                  <a:lnTo>
                    <a:pt x="74295" y="577310"/>
                  </a:lnTo>
                  <a:lnTo>
                    <a:pt x="72962" y="578263"/>
                  </a:lnTo>
                  <a:lnTo>
                    <a:pt x="71342" y="578834"/>
                  </a:lnTo>
                  <a:lnTo>
                    <a:pt x="69818" y="578834"/>
                  </a:lnTo>
                  <a:lnTo>
                    <a:pt x="68675" y="578072"/>
                  </a:lnTo>
                  <a:lnTo>
                    <a:pt x="68008" y="578072"/>
                  </a:lnTo>
                  <a:lnTo>
                    <a:pt x="67818" y="579311"/>
                  </a:lnTo>
                  <a:lnTo>
                    <a:pt x="67532" y="580072"/>
                  </a:lnTo>
                  <a:lnTo>
                    <a:pt x="67056" y="580263"/>
                  </a:lnTo>
                  <a:lnTo>
                    <a:pt x="66389" y="579787"/>
                  </a:lnTo>
                  <a:lnTo>
                    <a:pt x="66389" y="580263"/>
                  </a:lnTo>
                  <a:lnTo>
                    <a:pt x="66485" y="580739"/>
                  </a:lnTo>
                  <a:lnTo>
                    <a:pt x="66770" y="581025"/>
                  </a:lnTo>
                  <a:lnTo>
                    <a:pt x="67151" y="581406"/>
                  </a:lnTo>
                  <a:lnTo>
                    <a:pt x="66866" y="583216"/>
                  </a:lnTo>
                  <a:lnTo>
                    <a:pt x="67627" y="589693"/>
                  </a:lnTo>
                  <a:lnTo>
                    <a:pt x="67532" y="592360"/>
                  </a:lnTo>
                  <a:lnTo>
                    <a:pt x="70390" y="600170"/>
                  </a:lnTo>
                  <a:lnTo>
                    <a:pt x="70485" y="602361"/>
                  </a:lnTo>
                  <a:lnTo>
                    <a:pt x="70390" y="605028"/>
                  </a:lnTo>
                  <a:lnTo>
                    <a:pt x="71152" y="605885"/>
                  </a:lnTo>
                  <a:lnTo>
                    <a:pt x="69437" y="605599"/>
                  </a:lnTo>
                  <a:lnTo>
                    <a:pt x="69152" y="602742"/>
                  </a:lnTo>
                  <a:lnTo>
                    <a:pt x="68008" y="599313"/>
                  </a:lnTo>
                  <a:lnTo>
                    <a:pt x="68294" y="602361"/>
                  </a:lnTo>
                  <a:lnTo>
                    <a:pt x="68771" y="606171"/>
                  </a:lnTo>
                  <a:lnTo>
                    <a:pt x="69533" y="608266"/>
                  </a:lnTo>
                  <a:lnTo>
                    <a:pt x="68961" y="609600"/>
                  </a:lnTo>
                  <a:lnTo>
                    <a:pt x="69723" y="611410"/>
                  </a:lnTo>
                  <a:lnTo>
                    <a:pt x="71056" y="613505"/>
                  </a:lnTo>
                  <a:lnTo>
                    <a:pt x="71914" y="615601"/>
                  </a:lnTo>
                  <a:lnTo>
                    <a:pt x="74009" y="623697"/>
                  </a:lnTo>
                  <a:lnTo>
                    <a:pt x="74581" y="628555"/>
                  </a:lnTo>
                  <a:lnTo>
                    <a:pt x="75819" y="634555"/>
                  </a:lnTo>
                  <a:lnTo>
                    <a:pt x="76295" y="635794"/>
                  </a:lnTo>
                  <a:lnTo>
                    <a:pt x="77057" y="636461"/>
                  </a:lnTo>
                  <a:lnTo>
                    <a:pt x="77343" y="637889"/>
                  </a:lnTo>
                  <a:lnTo>
                    <a:pt x="77438" y="640747"/>
                  </a:lnTo>
                  <a:lnTo>
                    <a:pt x="78200" y="643033"/>
                  </a:lnTo>
                  <a:lnTo>
                    <a:pt x="78772" y="643699"/>
                  </a:lnTo>
                  <a:lnTo>
                    <a:pt x="79820" y="644747"/>
                  </a:lnTo>
                  <a:lnTo>
                    <a:pt x="78296" y="648557"/>
                  </a:lnTo>
                  <a:lnTo>
                    <a:pt x="83725" y="671131"/>
                  </a:lnTo>
                  <a:lnTo>
                    <a:pt x="87535" y="671703"/>
                  </a:lnTo>
                  <a:lnTo>
                    <a:pt x="92678" y="670084"/>
                  </a:lnTo>
                  <a:lnTo>
                    <a:pt x="98012" y="669131"/>
                  </a:lnTo>
                  <a:lnTo>
                    <a:pt x="97060" y="670655"/>
                  </a:lnTo>
                  <a:lnTo>
                    <a:pt x="95250" y="671608"/>
                  </a:lnTo>
                  <a:lnTo>
                    <a:pt x="93440" y="672179"/>
                  </a:lnTo>
                  <a:lnTo>
                    <a:pt x="92107" y="672370"/>
                  </a:lnTo>
                  <a:lnTo>
                    <a:pt x="91059" y="672751"/>
                  </a:lnTo>
                  <a:lnTo>
                    <a:pt x="89440" y="674941"/>
                  </a:lnTo>
                  <a:lnTo>
                    <a:pt x="88583" y="675608"/>
                  </a:lnTo>
                  <a:lnTo>
                    <a:pt x="87630" y="675418"/>
                  </a:lnTo>
                  <a:lnTo>
                    <a:pt x="84582" y="673989"/>
                  </a:lnTo>
                  <a:lnTo>
                    <a:pt x="84963" y="675608"/>
                  </a:lnTo>
                  <a:lnTo>
                    <a:pt x="85725" y="676561"/>
                  </a:lnTo>
                  <a:lnTo>
                    <a:pt x="86773" y="677513"/>
                  </a:lnTo>
                  <a:lnTo>
                    <a:pt x="87725" y="678752"/>
                  </a:lnTo>
                  <a:lnTo>
                    <a:pt x="88011" y="679990"/>
                  </a:lnTo>
                  <a:lnTo>
                    <a:pt x="88011" y="682562"/>
                  </a:lnTo>
                  <a:lnTo>
                    <a:pt x="93059" y="681038"/>
                  </a:lnTo>
                  <a:lnTo>
                    <a:pt x="95631" y="680847"/>
                  </a:lnTo>
                  <a:lnTo>
                    <a:pt x="97155" y="681038"/>
                  </a:lnTo>
                  <a:lnTo>
                    <a:pt x="98012" y="681323"/>
                  </a:lnTo>
                  <a:lnTo>
                    <a:pt x="98489" y="681609"/>
                  </a:lnTo>
                  <a:lnTo>
                    <a:pt x="98774" y="681895"/>
                  </a:lnTo>
                  <a:lnTo>
                    <a:pt x="98965" y="682466"/>
                  </a:lnTo>
                  <a:lnTo>
                    <a:pt x="99060" y="683038"/>
                  </a:lnTo>
                  <a:lnTo>
                    <a:pt x="99346" y="685038"/>
                  </a:lnTo>
                  <a:lnTo>
                    <a:pt x="99631" y="685800"/>
                  </a:lnTo>
                  <a:lnTo>
                    <a:pt x="100013" y="686467"/>
                  </a:lnTo>
                  <a:lnTo>
                    <a:pt x="100775" y="687229"/>
                  </a:lnTo>
                  <a:lnTo>
                    <a:pt x="101251" y="687610"/>
                  </a:lnTo>
                  <a:lnTo>
                    <a:pt x="101918" y="687705"/>
                  </a:lnTo>
                  <a:lnTo>
                    <a:pt x="104108" y="687896"/>
                  </a:lnTo>
                  <a:lnTo>
                    <a:pt x="104680" y="688086"/>
                  </a:lnTo>
                  <a:lnTo>
                    <a:pt x="105156" y="688277"/>
                  </a:lnTo>
                  <a:lnTo>
                    <a:pt x="105251" y="688562"/>
                  </a:lnTo>
                  <a:lnTo>
                    <a:pt x="105251" y="688943"/>
                  </a:lnTo>
                  <a:lnTo>
                    <a:pt x="104966" y="689800"/>
                  </a:lnTo>
                  <a:lnTo>
                    <a:pt x="104966" y="690181"/>
                  </a:lnTo>
                  <a:lnTo>
                    <a:pt x="105156" y="690753"/>
                  </a:lnTo>
                  <a:lnTo>
                    <a:pt x="105727" y="691420"/>
                  </a:lnTo>
                  <a:lnTo>
                    <a:pt x="106490" y="691801"/>
                  </a:lnTo>
                  <a:lnTo>
                    <a:pt x="107252" y="691991"/>
                  </a:lnTo>
                  <a:lnTo>
                    <a:pt x="107633" y="691896"/>
                  </a:lnTo>
                  <a:lnTo>
                    <a:pt x="108109" y="691610"/>
                  </a:lnTo>
                  <a:lnTo>
                    <a:pt x="109442" y="690563"/>
                  </a:lnTo>
                  <a:lnTo>
                    <a:pt x="110395" y="689991"/>
                  </a:lnTo>
                  <a:lnTo>
                    <a:pt x="111824" y="689991"/>
                  </a:lnTo>
                  <a:lnTo>
                    <a:pt x="113157" y="690467"/>
                  </a:lnTo>
                  <a:lnTo>
                    <a:pt x="115729" y="691896"/>
                  </a:lnTo>
                  <a:lnTo>
                    <a:pt x="116396" y="692467"/>
                  </a:lnTo>
                  <a:lnTo>
                    <a:pt x="116586" y="692848"/>
                  </a:lnTo>
                  <a:lnTo>
                    <a:pt x="116491" y="693325"/>
                  </a:lnTo>
                  <a:lnTo>
                    <a:pt x="116205" y="694182"/>
                  </a:lnTo>
                  <a:lnTo>
                    <a:pt x="116015" y="695039"/>
                  </a:lnTo>
                  <a:lnTo>
                    <a:pt x="116015" y="695801"/>
                  </a:lnTo>
                  <a:lnTo>
                    <a:pt x="116205" y="696658"/>
                  </a:lnTo>
                  <a:lnTo>
                    <a:pt x="116586" y="697516"/>
                  </a:lnTo>
                  <a:lnTo>
                    <a:pt x="117539" y="698563"/>
                  </a:lnTo>
                  <a:lnTo>
                    <a:pt x="118396" y="698945"/>
                  </a:lnTo>
                  <a:lnTo>
                    <a:pt x="119158" y="698849"/>
                  </a:lnTo>
                  <a:lnTo>
                    <a:pt x="120015" y="698373"/>
                  </a:lnTo>
                  <a:lnTo>
                    <a:pt x="120968" y="698087"/>
                  </a:lnTo>
                  <a:lnTo>
                    <a:pt x="122015" y="698182"/>
                  </a:lnTo>
                  <a:lnTo>
                    <a:pt x="122682" y="698659"/>
                  </a:lnTo>
                  <a:lnTo>
                    <a:pt x="124397" y="701326"/>
                  </a:lnTo>
                  <a:lnTo>
                    <a:pt x="125158" y="702183"/>
                  </a:lnTo>
                  <a:lnTo>
                    <a:pt x="125921" y="702469"/>
                  </a:lnTo>
                  <a:lnTo>
                    <a:pt x="126683" y="702469"/>
                  </a:lnTo>
                  <a:lnTo>
                    <a:pt x="127445" y="702278"/>
                  </a:lnTo>
                  <a:lnTo>
                    <a:pt x="128206" y="701992"/>
                  </a:lnTo>
                  <a:lnTo>
                    <a:pt x="128683" y="701516"/>
                  </a:lnTo>
                  <a:lnTo>
                    <a:pt x="129350" y="700754"/>
                  </a:lnTo>
                  <a:lnTo>
                    <a:pt x="130778" y="700659"/>
                  </a:lnTo>
                  <a:lnTo>
                    <a:pt x="136017" y="702088"/>
                  </a:lnTo>
                  <a:lnTo>
                    <a:pt x="135350" y="704659"/>
                  </a:lnTo>
                  <a:lnTo>
                    <a:pt x="133731" y="706564"/>
                  </a:lnTo>
                  <a:lnTo>
                    <a:pt x="133350" y="707898"/>
                  </a:lnTo>
                  <a:lnTo>
                    <a:pt x="133350" y="708850"/>
                  </a:lnTo>
                  <a:lnTo>
                    <a:pt x="133826" y="709613"/>
                  </a:lnTo>
                  <a:lnTo>
                    <a:pt x="135350" y="711041"/>
                  </a:lnTo>
                  <a:lnTo>
                    <a:pt x="136017" y="712375"/>
                  </a:lnTo>
                  <a:lnTo>
                    <a:pt x="136589" y="713232"/>
                  </a:lnTo>
                  <a:lnTo>
                    <a:pt x="137065" y="713708"/>
                  </a:lnTo>
                  <a:lnTo>
                    <a:pt x="137446" y="713899"/>
                  </a:lnTo>
                  <a:lnTo>
                    <a:pt x="137541" y="713899"/>
                  </a:lnTo>
                  <a:lnTo>
                    <a:pt x="137827" y="713994"/>
                  </a:lnTo>
                  <a:lnTo>
                    <a:pt x="138589" y="714661"/>
                  </a:lnTo>
                  <a:lnTo>
                    <a:pt x="139922" y="716661"/>
                  </a:lnTo>
                  <a:lnTo>
                    <a:pt x="140208" y="717137"/>
                  </a:lnTo>
                  <a:lnTo>
                    <a:pt x="140494" y="717423"/>
                  </a:lnTo>
                  <a:lnTo>
                    <a:pt x="140779" y="717518"/>
                  </a:lnTo>
                  <a:lnTo>
                    <a:pt x="141065" y="717613"/>
                  </a:lnTo>
                  <a:lnTo>
                    <a:pt x="141732" y="717423"/>
                  </a:lnTo>
                  <a:lnTo>
                    <a:pt x="144971" y="716566"/>
                  </a:lnTo>
                  <a:lnTo>
                    <a:pt x="145828" y="716566"/>
                  </a:lnTo>
                  <a:lnTo>
                    <a:pt x="146875" y="716756"/>
                  </a:lnTo>
                  <a:lnTo>
                    <a:pt x="147161" y="717042"/>
                  </a:lnTo>
                  <a:lnTo>
                    <a:pt x="147256" y="717423"/>
                  </a:lnTo>
                  <a:lnTo>
                    <a:pt x="147352" y="717804"/>
                  </a:lnTo>
                  <a:lnTo>
                    <a:pt x="147256" y="718375"/>
                  </a:lnTo>
                  <a:lnTo>
                    <a:pt x="147066" y="719042"/>
                  </a:lnTo>
                  <a:lnTo>
                    <a:pt x="146590" y="719804"/>
                  </a:lnTo>
                  <a:lnTo>
                    <a:pt x="146114" y="720376"/>
                  </a:lnTo>
                  <a:lnTo>
                    <a:pt x="144399" y="721614"/>
                  </a:lnTo>
                  <a:lnTo>
                    <a:pt x="144113" y="722376"/>
                  </a:lnTo>
                  <a:lnTo>
                    <a:pt x="143923" y="723329"/>
                  </a:lnTo>
                  <a:lnTo>
                    <a:pt x="144018" y="725233"/>
                  </a:lnTo>
                  <a:lnTo>
                    <a:pt x="144209" y="726091"/>
                  </a:lnTo>
                  <a:lnTo>
                    <a:pt x="144685" y="726948"/>
                  </a:lnTo>
                  <a:lnTo>
                    <a:pt x="146114" y="728377"/>
                  </a:lnTo>
                  <a:lnTo>
                    <a:pt x="147352" y="730377"/>
                  </a:lnTo>
                  <a:lnTo>
                    <a:pt x="148114" y="732472"/>
                  </a:lnTo>
                  <a:lnTo>
                    <a:pt x="148876" y="735902"/>
                  </a:lnTo>
                  <a:lnTo>
                    <a:pt x="149352" y="737425"/>
                  </a:lnTo>
                  <a:lnTo>
                    <a:pt x="149733" y="738188"/>
                  </a:lnTo>
                  <a:lnTo>
                    <a:pt x="150209" y="738378"/>
                  </a:lnTo>
                  <a:lnTo>
                    <a:pt x="150781" y="738473"/>
                  </a:lnTo>
                  <a:lnTo>
                    <a:pt x="151352" y="738473"/>
                  </a:lnTo>
                  <a:lnTo>
                    <a:pt x="152495" y="738378"/>
                  </a:lnTo>
                  <a:lnTo>
                    <a:pt x="153162" y="738378"/>
                  </a:lnTo>
                  <a:lnTo>
                    <a:pt x="154019" y="738569"/>
                  </a:lnTo>
                  <a:lnTo>
                    <a:pt x="155734" y="740188"/>
                  </a:lnTo>
                  <a:lnTo>
                    <a:pt x="166688" y="753047"/>
                  </a:lnTo>
                  <a:lnTo>
                    <a:pt x="168593" y="754666"/>
                  </a:lnTo>
                  <a:lnTo>
                    <a:pt x="172022" y="755618"/>
                  </a:lnTo>
                  <a:lnTo>
                    <a:pt x="173260" y="756095"/>
                  </a:lnTo>
                  <a:lnTo>
                    <a:pt x="174689" y="757047"/>
                  </a:lnTo>
                  <a:lnTo>
                    <a:pt x="175546" y="757904"/>
                  </a:lnTo>
                  <a:lnTo>
                    <a:pt x="176213" y="758952"/>
                  </a:lnTo>
                  <a:lnTo>
                    <a:pt x="176879" y="760286"/>
                  </a:lnTo>
                  <a:lnTo>
                    <a:pt x="177451" y="760952"/>
                  </a:lnTo>
                  <a:lnTo>
                    <a:pt x="178022" y="761238"/>
                  </a:lnTo>
                  <a:lnTo>
                    <a:pt x="178594" y="761238"/>
                  </a:lnTo>
                  <a:lnTo>
                    <a:pt x="180308" y="760857"/>
                  </a:lnTo>
                  <a:lnTo>
                    <a:pt x="181261" y="760952"/>
                  </a:lnTo>
                  <a:lnTo>
                    <a:pt x="182309" y="761333"/>
                  </a:lnTo>
                  <a:lnTo>
                    <a:pt x="184880" y="763333"/>
                  </a:lnTo>
                  <a:lnTo>
                    <a:pt x="185738" y="763810"/>
                  </a:lnTo>
                  <a:lnTo>
                    <a:pt x="186690" y="764191"/>
                  </a:lnTo>
                  <a:lnTo>
                    <a:pt x="187452" y="764191"/>
                  </a:lnTo>
                  <a:lnTo>
                    <a:pt x="188119" y="764191"/>
                  </a:lnTo>
                  <a:lnTo>
                    <a:pt x="189071" y="764000"/>
                  </a:lnTo>
                  <a:lnTo>
                    <a:pt x="189738" y="764000"/>
                  </a:lnTo>
                  <a:lnTo>
                    <a:pt x="190691" y="764096"/>
                  </a:lnTo>
                  <a:lnTo>
                    <a:pt x="192024" y="764477"/>
                  </a:lnTo>
                  <a:lnTo>
                    <a:pt x="192596" y="764857"/>
                  </a:lnTo>
                  <a:lnTo>
                    <a:pt x="193072" y="766000"/>
                  </a:lnTo>
                  <a:lnTo>
                    <a:pt x="193548" y="769715"/>
                  </a:lnTo>
                  <a:lnTo>
                    <a:pt x="194405" y="771811"/>
                  </a:lnTo>
                  <a:lnTo>
                    <a:pt x="195072" y="772954"/>
                  </a:lnTo>
                  <a:lnTo>
                    <a:pt x="196787" y="774954"/>
                  </a:lnTo>
                  <a:lnTo>
                    <a:pt x="198882" y="776859"/>
                  </a:lnTo>
                  <a:lnTo>
                    <a:pt x="200597" y="778002"/>
                  </a:lnTo>
                  <a:lnTo>
                    <a:pt x="202406" y="778764"/>
                  </a:lnTo>
                  <a:lnTo>
                    <a:pt x="204406" y="779336"/>
                  </a:lnTo>
                  <a:lnTo>
                    <a:pt x="206597" y="779716"/>
                  </a:lnTo>
                  <a:lnTo>
                    <a:pt x="209169" y="779716"/>
                  </a:lnTo>
                  <a:lnTo>
                    <a:pt x="215646" y="781431"/>
                  </a:lnTo>
                  <a:lnTo>
                    <a:pt x="218218" y="781145"/>
                  </a:lnTo>
                  <a:lnTo>
                    <a:pt x="222599" y="778669"/>
                  </a:lnTo>
                  <a:lnTo>
                    <a:pt x="226600" y="777240"/>
                  </a:lnTo>
                  <a:lnTo>
                    <a:pt x="228505" y="777335"/>
                  </a:lnTo>
                  <a:lnTo>
                    <a:pt x="229457" y="777812"/>
                  </a:lnTo>
                  <a:lnTo>
                    <a:pt x="229838" y="778859"/>
                  </a:lnTo>
                  <a:lnTo>
                    <a:pt x="229934" y="781622"/>
                  </a:lnTo>
                  <a:lnTo>
                    <a:pt x="229457" y="786003"/>
                  </a:lnTo>
                  <a:lnTo>
                    <a:pt x="229648" y="787241"/>
                  </a:lnTo>
                  <a:lnTo>
                    <a:pt x="230124" y="788194"/>
                  </a:lnTo>
                  <a:lnTo>
                    <a:pt x="231553" y="789432"/>
                  </a:lnTo>
                  <a:lnTo>
                    <a:pt x="232505" y="789813"/>
                  </a:lnTo>
                  <a:lnTo>
                    <a:pt x="233458" y="789813"/>
                  </a:lnTo>
                  <a:lnTo>
                    <a:pt x="234315" y="789337"/>
                  </a:lnTo>
                  <a:lnTo>
                    <a:pt x="235172" y="788956"/>
                  </a:lnTo>
                  <a:lnTo>
                    <a:pt x="236220" y="788670"/>
                  </a:lnTo>
                  <a:lnTo>
                    <a:pt x="238030" y="788670"/>
                  </a:lnTo>
                  <a:lnTo>
                    <a:pt x="239459" y="789146"/>
                  </a:lnTo>
                  <a:lnTo>
                    <a:pt x="240506" y="789813"/>
                  </a:lnTo>
                  <a:lnTo>
                    <a:pt x="241554" y="790861"/>
                  </a:lnTo>
                  <a:lnTo>
                    <a:pt x="242125" y="791718"/>
                  </a:lnTo>
                  <a:lnTo>
                    <a:pt x="243269" y="793909"/>
                  </a:lnTo>
                  <a:lnTo>
                    <a:pt x="243840" y="794671"/>
                  </a:lnTo>
                  <a:lnTo>
                    <a:pt x="244697" y="795719"/>
                  </a:lnTo>
                  <a:lnTo>
                    <a:pt x="245459" y="796004"/>
                  </a:lnTo>
                  <a:lnTo>
                    <a:pt x="246031" y="796004"/>
                  </a:lnTo>
                  <a:lnTo>
                    <a:pt x="247174" y="795528"/>
                  </a:lnTo>
                  <a:lnTo>
                    <a:pt x="247936" y="795338"/>
                  </a:lnTo>
                  <a:lnTo>
                    <a:pt x="249079" y="795338"/>
                  </a:lnTo>
                  <a:lnTo>
                    <a:pt x="250031" y="795814"/>
                  </a:lnTo>
                  <a:lnTo>
                    <a:pt x="250889" y="796576"/>
                  </a:lnTo>
                  <a:lnTo>
                    <a:pt x="253460" y="800290"/>
                  </a:lnTo>
                  <a:lnTo>
                    <a:pt x="254889" y="801814"/>
                  </a:lnTo>
                  <a:lnTo>
                    <a:pt x="255842" y="802481"/>
                  </a:lnTo>
                  <a:lnTo>
                    <a:pt x="256699" y="802862"/>
                  </a:lnTo>
                  <a:lnTo>
                    <a:pt x="258890" y="803243"/>
                  </a:lnTo>
                  <a:lnTo>
                    <a:pt x="259747" y="803338"/>
                  </a:lnTo>
                  <a:lnTo>
                    <a:pt x="260604" y="803243"/>
                  </a:lnTo>
                  <a:lnTo>
                    <a:pt x="262128" y="802577"/>
                  </a:lnTo>
                  <a:lnTo>
                    <a:pt x="262985" y="802386"/>
                  </a:lnTo>
                  <a:lnTo>
                    <a:pt x="264224" y="802577"/>
                  </a:lnTo>
                  <a:lnTo>
                    <a:pt x="265081" y="803148"/>
                  </a:lnTo>
                  <a:lnTo>
                    <a:pt x="265652" y="804196"/>
                  </a:lnTo>
                  <a:lnTo>
                    <a:pt x="265938" y="805339"/>
                  </a:lnTo>
                  <a:lnTo>
                    <a:pt x="266033" y="807720"/>
                  </a:lnTo>
                  <a:lnTo>
                    <a:pt x="266414" y="809911"/>
                  </a:lnTo>
                  <a:lnTo>
                    <a:pt x="268129" y="812292"/>
                  </a:lnTo>
                  <a:lnTo>
                    <a:pt x="268796" y="811054"/>
                  </a:lnTo>
                  <a:lnTo>
                    <a:pt x="269272" y="810387"/>
                  </a:lnTo>
                  <a:lnTo>
                    <a:pt x="269843" y="809625"/>
                  </a:lnTo>
                  <a:lnTo>
                    <a:pt x="270891" y="808577"/>
                  </a:lnTo>
                  <a:lnTo>
                    <a:pt x="272225" y="807530"/>
                  </a:lnTo>
                  <a:lnTo>
                    <a:pt x="273844" y="806577"/>
                  </a:lnTo>
                  <a:lnTo>
                    <a:pt x="276035" y="806005"/>
                  </a:lnTo>
                  <a:lnTo>
                    <a:pt x="278321" y="806101"/>
                  </a:lnTo>
                  <a:lnTo>
                    <a:pt x="281559" y="807244"/>
                  </a:lnTo>
                  <a:lnTo>
                    <a:pt x="282988" y="808672"/>
                  </a:lnTo>
                  <a:lnTo>
                    <a:pt x="283559" y="810197"/>
                  </a:lnTo>
                  <a:lnTo>
                    <a:pt x="283274" y="812673"/>
                  </a:lnTo>
                  <a:lnTo>
                    <a:pt x="283369" y="813721"/>
                  </a:lnTo>
                  <a:lnTo>
                    <a:pt x="283655" y="814769"/>
                  </a:lnTo>
                  <a:lnTo>
                    <a:pt x="284417" y="815530"/>
                  </a:lnTo>
                  <a:lnTo>
                    <a:pt x="285560" y="816102"/>
                  </a:lnTo>
                  <a:lnTo>
                    <a:pt x="287465" y="816388"/>
                  </a:lnTo>
                  <a:lnTo>
                    <a:pt x="290036" y="816483"/>
                  </a:lnTo>
                  <a:lnTo>
                    <a:pt x="306800" y="815149"/>
                  </a:lnTo>
                  <a:lnTo>
                    <a:pt x="308705" y="815340"/>
                  </a:lnTo>
                  <a:lnTo>
                    <a:pt x="314897" y="817150"/>
                  </a:lnTo>
                  <a:lnTo>
                    <a:pt x="315563" y="816292"/>
                  </a:lnTo>
                  <a:lnTo>
                    <a:pt x="316230" y="815149"/>
                  </a:lnTo>
                  <a:lnTo>
                    <a:pt x="317564" y="807815"/>
                  </a:lnTo>
                  <a:lnTo>
                    <a:pt x="320326" y="802957"/>
                  </a:lnTo>
                  <a:lnTo>
                    <a:pt x="324898" y="796576"/>
                  </a:lnTo>
                  <a:lnTo>
                    <a:pt x="326136" y="795719"/>
                  </a:lnTo>
                  <a:lnTo>
                    <a:pt x="327660" y="795147"/>
                  </a:lnTo>
                  <a:lnTo>
                    <a:pt x="330137" y="795052"/>
                  </a:lnTo>
                  <a:lnTo>
                    <a:pt x="331851" y="794861"/>
                  </a:lnTo>
                  <a:lnTo>
                    <a:pt x="334137" y="793813"/>
                  </a:lnTo>
                  <a:lnTo>
                    <a:pt x="335280" y="793528"/>
                  </a:lnTo>
                  <a:lnTo>
                    <a:pt x="336995" y="794004"/>
                  </a:lnTo>
                  <a:lnTo>
                    <a:pt x="338614" y="794861"/>
                  </a:lnTo>
                  <a:lnTo>
                    <a:pt x="345091" y="801624"/>
                  </a:lnTo>
                  <a:lnTo>
                    <a:pt x="346615" y="802386"/>
                  </a:lnTo>
                  <a:lnTo>
                    <a:pt x="347948" y="802100"/>
                  </a:lnTo>
                  <a:lnTo>
                    <a:pt x="348806" y="800576"/>
                  </a:lnTo>
                  <a:lnTo>
                    <a:pt x="349282" y="798195"/>
                  </a:lnTo>
                  <a:lnTo>
                    <a:pt x="349663" y="797433"/>
                  </a:lnTo>
                  <a:lnTo>
                    <a:pt x="350615" y="796957"/>
                  </a:lnTo>
                  <a:lnTo>
                    <a:pt x="352330" y="796480"/>
                  </a:lnTo>
                  <a:lnTo>
                    <a:pt x="355473" y="796099"/>
                  </a:lnTo>
                  <a:lnTo>
                    <a:pt x="360998" y="796290"/>
                  </a:lnTo>
                  <a:lnTo>
                    <a:pt x="362617" y="795909"/>
                  </a:lnTo>
                  <a:lnTo>
                    <a:pt x="364141" y="795052"/>
                  </a:lnTo>
                  <a:lnTo>
                    <a:pt x="365474" y="794575"/>
                  </a:lnTo>
                  <a:lnTo>
                    <a:pt x="366903" y="794671"/>
                  </a:lnTo>
                  <a:lnTo>
                    <a:pt x="367951" y="795147"/>
                  </a:lnTo>
                  <a:lnTo>
                    <a:pt x="369951" y="795814"/>
                  </a:lnTo>
                  <a:lnTo>
                    <a:pt x="370904" y="796290"/>
                  </a:lnTo>
                  <a:lnTo>
                    <a:pt x="372999" y="798005"/>
                  </a:lnTo>
                  <a:lnTo>
                    <a:pt x="374618" y="798481"/>
                  </a:lnTo>
                  <a:lnTo>
                    <a:pt x="376333" y="798481"/>
                  </a:lnTo>
                  <a:lnTo>
                    <a:pt x="379286" y="797623"/>
                  </a:lnTo>
                  <a:lnTo>
                    <a:pt x="382619" y="797528"/>
                  </a:lnTo>
                  <a:lnTo>
                    <a:pt x="383858" y="797052"/>
                  </a:lnTo>
                  <a:lnTo>
                    <a:pt x="385572" y="795242"/>
                  </a:lnTo>
                  <a:lnTo>
                    <a:pt x="386620" y="793147"/>
                  </a:lnTo>
                  <a:lnTo>
                    <a:pt x="388811" y="786860"/>
                  </a:lnTo>
                  <a:lnTo>
                    <a:pt x="389668" y="785431"/>
                  </a:lnTo>
                  <a:lnTo>
                    <a:pt x="391478" y="782955"/>
                  </a:lnTo>
                  <a:lnTo>
                    <a:pt x="392049" y="781717"/>
                  </a:lnTo>
                  <a:lnTo>
                    <a:pt x="393954" y="780669"/>
                  </a:lnTo>
                  <a:lnTo>
                    <a:pt x="395288" y="780002"/>
                  </a:lnTo>
                  <a:lnTo>
                    <a:pt x="407384" y="778955"/>
                  </a:lnTo>
                  <a:lnTo>
                    <a:pt x="409670" y="778383"/>
                  </a:lnTo>
                  <a:lnTo>
                    <a:pt x="410623" y="777907"/>
                  </a:lnTo>
                  <a:lnTo>
                    <a:pt x="411671" y="777335"/>
                  </a:lnTo>
                  <a:lnTo>
                    <a:pt x="412909" y="776383"/>
                  </a:lnTo>
                  <a:lnTo>
                    <a:pt x="414338" y="773335"/>
                  </a:lnTo>
                  <a:lnTo>
                    <a:pt x="418243" y="768382"/>
                  </a:lnTo>
                  <a:lnTo>
                    <a:pt x="419291" y="766096"/>
                  </a:lnTo>
                  <a:lnTo>
                    <a:pt x="420434" y="765238"/>
                  </a:lnTo>
                  <a:lnTo>
                    <a:pt x="421577" y="764096"/>
                  </a:lnTo>
                  <a:lnTo>
                    <a:pt x="422339" y="763333"/>
                  </a:lnTo>
                  <a:lnTo>
                    <a:pt x="422720" y="763048"/>
                  </a:lnTo>
                  <a:lnTo>
                    <a:pt x="423196" y="762572"/>
                  </a:lnTo>
                  <a:lnTo>
                    <a:pt x="423482" y="762095"/>
                  </a:lnTo>
                  <a:lnTo>
                    <a:pt x="423672" y="761619"/>
                  </a:lnTo>
                  <a:lnTo>
                    <a:pt x="423863" y="761143"/>
                  </a:lnTo>
                  <a:lnTo>
                    <a:pt x="424148" y="760000"/>
                  </a:lnTo>
                  <a:lnTo>
                    <a:pt x="424244" y="759428"/>
                  </a:lnTo>
                  <a:lnTo>
                    <a:pt x="424244" y="758857"/>
                  </a:lnTo>
                  <a:lnTo>
                    <a:pt x="423767" y="757714"/>
                  </a:lnTo>
                  <a:lnTo>
                    <a:pt x="420529" y="752475"/>
                  </a:lnTo>
                  <a:lnTo>
                    <a:pt x="419576" y="751808"/>
                  </a:lnTo>
                  <a:lnTo>
                    <a:pt x="419100" y="751141"/>
                  </a:lnTo>
                  <a:lnTo>
                    <a:pt x="416147" y="749617"/>
                  </a:lnTo>
                  <a:lnTo>
                    <a:pt x="412623" y="748951"/>
                  </a:lnTo>
                  <a:lnTo>
                    <a:pt x="392335" y="748760"/>
                  </a:lnTo>
                  <a:lnTo>
                    <a:pt x="391287" y="748474"/>
                  </a:lnTo>
                  <a:lnTo>
                    <a:pt x="390716" y="747617"/>
                  </a:lnTo>
                  <a:lnTo>
                    <a:pt x="391001" y="745617"/>
                  </a:lnTo>
                  <a:lnTo>
                    <a:pt x="390525" y="744474"/>
                  </a:lnTo>
                  <a:lnTo>
                    <a:pt x="389192" y="743522"/>
                  </a:lnTo>
                  <a:lnTo>
                    <a:pt x="389192" y="742093"/>
                  </a:lnTo>
                  <a:lnTo>
                    <a:pt x="389382" y="741712"/>
                  </a:lnTo>
                  <a:lnTo>
                    <a:pt x="389954" y="740664"/>
                  </a:lnTo>
                  <a:lnTo>
                    <a:pt x="390906" y="739616"/>
                  </a:lnTo>
                  <a:lnTo>
                    <a:pt x="392049" y="738854"/>
                  </a:lnTo>
                  <a:lnTo>
                    <a:pt x="396621" y="736568"/>
                  </a:lnTo>
                  <a:lnTo>
                    <a:pt x="400241" y="732854"/>
                  </a:lnTo>
                  <a:lnTo>
                    <a:pt x="401574" y="730758"/>
                  </a:lnTo>
                  <a:lnTo>
                    <a:pt x="403670" y="728377"/>
                  </a:lnTo>
                  <a:lnTo>
                    <a:pt x="404527" y="726948"/>
                  </a:lnTo>
                  <a:lnTo>
                    <a:pt x="405289" y="725043"/>
                  </a:lnTo>
                  <a:lnTo>
                    <a:pt x="406908" y="717899"/>
                  </a:lnTo>
                  <a:lnTo>
                    <a:pt x="407099" y="716280"/>
                  </a:lnTo>
                  <a:lnTo>
                    <a:pt x="406527" y="714851"/>
                  </a:lnTo>
                  <a:lnTo>
                    <a:pt x="405956" y="714470"/>
                  </a:lnTo>
                  <a:lnTo>
                    <a:pt x="405098" y="714470"/>
                  </a:lnTo>
                  <a:lnTo>
                    <a:pt x="404050" y="714756"/>
                  </a:lnTo>
                  <a:lnTo>
                    <a:pt x="403193" y="714947"/>
                  </a:lnTo>
                  <a:lnTo>
                    <a:pt x="402527" y="714851"/>
                  </a:lnTo>
                  <a:lnTo>
                    <a:pt x="402050" y="714565"/>
                  </a:lnTo>
                  <a:lnTo>
                    <a:pt x="401860" y="713994"/>
                  </a:lnTo>
                  <a:lnTo>
                    <a:pt x="401860" y="713899"/>
                  </a:lnTo>
                  <a:lnTo>
                    <a:pt x="402622" y="711708"/>
                  </a:lnTo>
                  <a:lnTo>
                    <a:pt x="402622" y="710755"/>
                  </a:lnTo>
                  <a:lnTo>
                    <a:pt x="402050" y="709327"/>
                  </a:lnTo>
                  <a:lnTo>
                    <a:pt x="401479" y="708565"/>
                  </a:lnTo>
                  <a:lnTo>
                    <a:pt x="401193" y="706946"/>
                  </a:lnTo>
                  <a:lnTo>
                    <a:pt x="401479" y="704279"/>
                  </a:lnTo>
                  <a:lnTo>
                    <a:pt x="403098" y="699325"/>
                  </a:lnTo>
                  <a:lnTo>
                    <a:pt x="405860" y="693515"/>
                  </a:lnTo>
                  <a:lnTo>
                    <a:pt x="408527" y="692563"/>
                  </a:lnTo>
                  <a:lnTo>
                    <a:pt x="409385" y="692467"/>
                  </a:lnTo>
                  <a:lnTo>
                    <a:pt x="410623" y="692467"/>
                  </a:lnTo>
                  <a:lnTo>
                    <a:pt x="412718" y="693039"/>
                  </a:lnTo>
                  <a:lnTo>
                    <a:pt x="413861" y="693134"/>
                  </a:lnTo>
                  <a:lnTo>
                    <a:pt x="415100" y="692944"/>
                  </a:lnTo>
                  <a:lnTo>
                    <a:pt x="416433" y="692467"/>
                  </a:lnTo>
                  <a:lnTo>
                    <a:pt x="421386" y="689515"/>
                  </a:lnTo>
                  <a:lnTo>
                    <a:pt x="422529" y="689134"/>
                  </a:lnTo>
                  <a:lnTo>
                    <a:pt x="423196" y="688657"/>
                  </a:lnTo>
                  <a:lnTo>
                    <a:pt x="423863" y="688086"/>
                  </a:lnTo>
                  <a:lnTo>
                    <a:pt x="423767" y="687038"/>
                  </a:lnTo>
                  <a:lnTo>
                    <a:pt x="423386" y="686372"/>
                  </a:lnTo>
                  <a:lnTo>
                    <a:pt x="422910" y="685609"/>
                  </a:lnTo>
                  <a:lnTo>
                    <a:pt x="422720" y="685038"/>
                  </a:lnTo>
                  <a:lnTo>
                    <a:pt x="422815" y="684086"/>
                  </a:lnTo>
                  <a:lnTo>
                    <a:pt x="423291" y="682847"/>
                  </a:lnTo>
                  <a:lnTo>
                    <a:pt x="425291" y="679895"/>
                  </a:lnTo>
                  <a:lnTo>
                    <a:pt x="426625" y="677228"/>
                  </a:lnTo>
                  <a:lnTo>
                    <a:pt x="427958" y="671798"/>
                  </a:lnTo>
                  <a:lnTo>
                    <a:pt x="433102" y="669988"/>
                  </a:lnTo>
                  <a:lnTo>
                    <a:pt x="438817" y="669893"/>
                  </a:lnTo>
                  <a:lnTo>
                    <a:pt x="439960" y="669988"/>
                  </a:lnTo>
                  <a:lnTo>
                    <a:pt x="441103" y="670370"/>
                  </a:lnTo>
                  <a:lnTo>
                    <a:pt x="442436" y="671227"/>
                  </a:lnTo>
                  <a:lnTo>
                    <a:pt x="443389" y="672179"/>
                  </a:lnTo>
                  <a:lnTo>
                    <a:pt x="444151" y="673132"/>
                  </a:lnTo>
                  <a:lnTo>
                    <a:pt x="444913" y="674275"/>
                  </a:lnTo>
                  <a:lnTo>
                    <a:pt x="446913" y="676561"/>
                  </a:lnTo>
                  <a:lnTo>
                    <a:pt x="448151" y="677418"/>
                  </a:lnTo>
                  <a:lnTo>
                    <a:pt x="449485" y="677989"/>
                  </a:lnTo>
                  <a:lnTo>
                    <a:pt x="451199" y="677608"/>
                  </a:lnTo>
                  <a:lnTo>
                    <a:pt x="451771" y="677132"/>
                  </a:lnTo>
                  <a:lnTo>
                    <a:pt x="451961" y="676370"/>
                  </a:lnTo>
                  <a:lnTo>
                    <a:pt x="452057" y="675894"/>
                  </a:lnTo>
                  <a:lnTo>
                    <a:pt x="452438" y="675227"/>
                  </a:lnTo>
                  <a:lnTo>
                    <a:pt x="454343" y="672751"/>
                  </a:lnTo>
                  <a:lnTo>
                    <a:pt x="455581" y="672560"/>
                  </a:lnTo>
                  <a:lnTo>
                    <a:pt x="457391" y="673037"/>
                  </a:lnTo>
                  <a:lnTo>
                    <a:pt x="461200" y="675418"/>
                  </a:lnTo>
                  <a:lnTo>
                    <a:pt x="466249" y="679609"/>
                  </a:lnTo>
                  <a:lnTo>
                    <a:pt x="469868" y="681419"/>
                  </a:lnTo>
                  <a:lnTo>
                    <a:pt x="477393" y="683228"/>
                  </a:lnTo>
                  <a:lnTo>
                    <a:pt x="478346" y="682085"/>
                  </a:lnTo>
                  <a:lnTo>
                    <a:pt x="479298" y="680656"/>
                  </a:lnTo>
                  <a:lnTo>
                    <a:pt x="479584" y="679513"/>
                  </a:lnTo>
                  <a:lnTo>
                    <a:pt x="479584" y="678275"/>
                  </a:lnTo>
                  <a:lnTo>
                    <a:pt x="478727" y="675132"/>
                  </a:lnTo>
                  <a:lnTo>
                    <a:pt x="478727" y="673417"/>
                  </a:lnTo>
                  <a:lnTo>
                    <a:pt x="478917" y="672560"/>
                  </a:lnTo>
                  <a:lnTo>
                    <a:pt x="479108" y="672084"/>
                  </a:lnTo>
                  <a:lnTo>
                    <a:pt x="479489" y="671894"/>
                  </a:lnTo>
                  <a:lnTo>
                    <a:pt x="480060" y="671703"/>
                  </a:lnTo>
                  <a:lnTo>
                    <a:pt x="480917" y="671703"/>
                  </a:lnTo>
                  <a:lnTo>
                    <a:pt x="481775" y="671894"/>
                  </a:lnTo>
                  <a:lnTo>
                    <a:pt x="482537" y="672370"/>
                  </a:lnTo>
                  <a:lnTo>
                    <a:pt x="483489" y="673227"/>
                  </a:lnTo>
                  <a:lnTo>
                    <a:pt x="483870" y="673322"/>
                  </a:lnTo>
                  <a:lnTo>
                    <a:pt x="484251" y="673227"/>
                  </a:lnTo>
                  <a:lnTo>
                    <a:pt x="484727" y="672846"/>
                  </a:lnTo>
                  <a:lnTo>
                    <a:pt x="485585" y="671798"/>
                  </a:lnTo>
                  <a:lnTo>
                    <a:pt x="485966" y="671703"/>
                  </a:lnTo>
                  <a:lnTo>
                    <a:pt x="487013" y="671703"/>
                  </a:lnTo>
                  <a:lnTo>
                    <a:pt x="487680" y="671608"/>
                  </a:lnTo>
                  <a:lnTo>
                    <a:pt x="488537" y="671322"/>
                  </a:lnTo>
                  <a:lnTo>
                    <a:pt x="489585" y="670560"/>
                  </a:lnTo>
                  <a:lnTo>
                    <a:pt x="490061" y="670179"/>
                  </a:lnTo>
                  <a:lnTo>
                    <a:pt x="490157" y="669417"/>
                  </a:lnTo>
                  <a:lnTo>
                    <a:pt x="490157" y="666559"/>
                  </a:lnTo>
                  <a:lnTo>
                    <a:pt x="490347" y="665702"/>
                  </a:lnTo>
                  <a:lnTo>
                    <a:pt x="490823" y="665036"/>
                  </a:lnTo>
                  <a:lnTo>
                    <a:pt x="491585" y="664750"/>
                  </a:lnTo>
                  <a:lnTo>
                    <a:pt x="492347" y="664559"/>
                  </a:lnTo>
                  <a:lnTo>
                    <a:pt x="493014" y="664655"/>
                  </a:lnTo>
                  <a:lnTo>
                    <a:pt x="493681" y="664940"/>
                  </a:lnTo>
                  <a:lnTo>
                    <a:pt x="494538" y="665321"/>
                  </a:lnTo>
                  <a:lnTo>
                    <a:pt x="501682" y="670465"/>
                  </a:lnTo>
                  <a:lnTo>
                    <a:pt x="503111" y="671036"/>
                  </a:lnTo>
                  <a:lnTo>
                    <a:pt x="504254" y="670941"/>
                  </a:lnTo>
                  <a:lnTo>
                    <a:pt x="504920" y="670465"/>
                  </a:lnTo>
                  <a:lnTo>
                    <a:pt x="504920" y="669322"/>
                  </a:lnTo>
                  <a:lnTo>
                    <a:pt x="504349" y="667798"/>
                  </a:lnTo>
                  <a:lnTo>
                    <a:pt x="502634" y="665416"/>
                  </a:lnTo>
                  <a:lnTo>
                    <a:pt x="501206" y="664369"/>
                  </a:lnTo>
                  <a:lnTo>
                    <a:pt x="499967" y="663702"/>
                  </a:lnTo>
                  <a:lnTo>
                    <a:pt x="498920" y="663512"/>
                  </a:lnTo>
                  <a:lnTo>
                    <a:pt x="498539" y="663035"/>
                  </a:lnTo>
                  <a:lnTo>
                    <a:pt x="498443" y="662273"/>
                  </a:lnTo>
                  <a:lnTo>
                    <a:pt x="498920" y="660940"/>
                  </a:lnTo>
                  <a:lnTo>
                    <a:pt x="501872" y="657225"/>
                  </a:lnTo>
                  <a:lnTo>
                    <a:pt x="503111" y="655225"/>
                  </a:lnTo>
                  <a:lnTo>
                    <a:pt x="503396" y="654748"/>
                  </a:lnTo>
                  <a:lnTo>
                    <a:pt x="503682" y="653796"/>
                  </a:lnTo>
                  <a:lnTo>
                    <a:pt x="504349" y="651129"/>
                  </a:lnTo>
                  <a:lnTo>
                    <a:pt x="504730" y="649891"/>
                  </a:lnTo>
                  <a:lnTo>
                    <a:pt x="505301" y="649129"/>
                  </a:lnTo>
                  <a:lnTo>
                    <a:pt x="505968" y="648557"/>
                  </a:lnTo>
                  <a:lnTo>
                    <a:pt x="508159" y="647509"/>
                  </a:lnTo>
                  <a:lnTo>
                    <a:pt x="508921" y="646843"/>
                  </a:lnTo>
                  <a:lnTo>
                    <a:pt x="509969" y="645700"/>
                  </a:lnTo>
                  <a:lnTo>
                    <a:pt x="510540" y="644271"/>
                  </a:lnTo>
                  <a:lnTo>
                    <a:pt x="510826" y="642556"/>
                  </a:lnTo>
                  <a:lnTo>
                    <a:pt x="510921" y="639699"/>
                  </a:lnTo>
                  <a:lnTo>
                    <a:pt x="511302" y="638365"/>
                  </a:lnTo>
                  <a:lnTo>
                    <a:pt x="512064" y="637318"/>
                  </a:lnTo>
                  <a:lnTo>
                    <a:pt x="513969" y="635317"/>
                  </a:lnTo>
                  <a:lnTo>
                    <a:pt x="514636" y="634079"/>
                  </a:lnTo>
                  <a:lnTo>
                    <a:pt x="515112" y="632936"/>
                  </a:lnTo>
                  <a:lnTo>
                    <a:pt x="515779" y="630364"/>
                  </a:lnTo>
                  <a:lnTo>
                    <a:pt x="515969" y="629698"/>
                  </a:lnTo>
                  <a:lnTo>
                    <a:pt x="516065" y="629031"/>
                  </a:lnTo>
                  <a:lnTo>
                    <a:pt x="516160" y="628269"/>
                  </a:lnTo>
                  <a:lnTo>
                    <a:pt x="516160" y="627412"/>
                  </a:lnTo>
                  <a:lnTo>
                    <a:pt x="516160" y="626459"/>
                  </a:lnTo>
                  <a:lnTo>
                    <a:pt x="516446" y="624459"/>
                  </a:lnTo>
                  <a:lnTo>
                    <a:pt x="516541" y="623316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6" name="Freeform: Shape 27">
              <a:extLst>
                <a:ext uri="{FF2B5EF4-FFF2-40B4-BE49-F238E27FC236}">
                  <a16:creationId xmlns:a16="http://schemas.microsoft.com/office/drawing/2014/main" id="{A84AFD06-7F59-FDCE-139E-557DA43D0150}"/>
                </a:ext>
              </a:extLst>
            </p:cNvPr>
            <p:cNvSpPr/>
            <p:nvPr/>
          </p:nvSpPr>
          <p:spPr>
            <a:xfrm>
              <a:off x="9150251" y="3047794"/>
              <a:ext cx="776539" cy="621231"/>
            </a:xfrm>
            <a:custGeom>
              <a:avLst/>
              <a:gdLst>
                <a:gd name="connsiteX0" fmla="*/ 525113 w 523875"/>
                <a:gd name="connsiteY0" fmla="*/ 88678 h 419100"/>
                <a:gd name="connsiteX1" fmla="*/ 524351 w 523875"/>
                <a:gd name="connsiteY1" fmla="*/ 88678 h 419100"/>
                <a:gd name="connsiteX2" fmla="*/ 523494 w 523875"/>
                <a:gd name="connsiteY2" fmla="*/ 88392 h 419100"/>
                <a:gd name="connsiteX3" fmla="*/ 523018 w 523875"/>
                <a:gd name="connsiteY3" fmla="*/ 87725 h 419100"/>
                <a:gd name="connsiteX4" fmla="*/ 523399 w 523875"/>
                <a:gd name="connsiteY4" fmla="*/ 86487 h 419100"/>
                <a:gd name="connsiteX5" fmla="*/ 524256 w 523875"/>
                <a:gd name="connsiteY5" fmla="*/ 85820 h 419100"/>
                <a:gd name="connsiteX6" fmla="*/ 525399 w 523875"/>
                <a:gd name="connsiteY6" fmla="*/ 85058 h 419100"/>
                <a:gd name="connsiteX7" fmla="*/ 525971 w 523875"/>
                <a:gd name="connsiteY7" fmla="*/ 84296 h 419100"/>
                <a:gd name="connsiteX8" fmla="*/ 525971 w 523875"/>
                <a:gd name="connsiteY8" fmla="*/ 83249 h 419100"/>
                <a:gd name="connsiteX9" fmla="*/ 525209 w 523875"/>
                <a:gd name="connsiteY9" fmla="*/ 81820 h 419100"/>
                <a:gd name="connsiteX10" fmla="*/ 524542 w 523875"/>
                <a:gd name="connsiteY10" fmla="*/ 81058 h 419100"/>
                <a:gd name="connsiteX11" fmla="*/ 524066 w 523875"/>
                <a:gd name="connsiteY11" fmla="*/ 80105 h 419100"/>
                <a:gd name="connsiteX12" fmla="*/ 523875 w 523875"/>
                <a:gd name="connsiteY12" fmla="*/ 79058 h 419100"/>
                <a:gd name="connsiteX13" fmla="*/ 523780 w 523875"/>
                <a:gd name="connsiteY13" fmla="*/ 77343 h 419100"/>
                <a:gd name="connsiteX14" fmla="*/ 523589 w 523875"/>
                <a:gd name="connsiteY14" fmla="*/ 76105 h 419100"/>
                <a:gd name="connsiteX15" fmla="*/ 522732 w 523875"/>
                <a:gd name="connsiteY15" fmla="*/ 74771 h 419100"/>
                <a:gd name="connsiteX16" fmla="*/ 521970 w 523875"/>
                <a:gd name="connsiteY16" fmla="*/ 72962 h 419100"/>
                <a:gd name="connsiteX17" fmla="*/ 521589 w 523875"/>
                <a:gd name="connsiteY17" fmla="*/ 72390 h 419100"/>
                <a:gd name="connsiteX18" fmla="*/ 521113 w 523875"/>
                <a:gd name="connsiteY18" fmla="*/ 72009 h 419100"/>
                <a:gd name="connsiteX19" fmla="*/ 518446 w 523875"/>
                <a:gd name="connsiteY19" fmla="*/ 71628 h 419100"/>
                <a:gd name="connsiteX20" fmla="*/ 517589 w 523875"/>
                <a:gd name="connsiteY20" fmla="*/ 71342 h 419100"/>
                <a:gd name="connsiteX21" fmla="*/ 516922 w 523875"/>
                <a:gd name="connsiteY21" fmla="*/ 70866 h 419100"/>
                <a:gd name="connsiteX22" fmla="*/ 516350 w 523875"/>
                <a:gd name="connsiteY22" fmla="*/ 69818 h 419100"/>
                <a:gd name="connsiteX23" fmla="*/ 516160 w 523875"/>
                <a:gd name="connsiteY23" fmla="*/ 68580 h 419100"/>
                <a:gd name="connsiteX24" fmla="*/ 516731 w 523875"/>
                <a:gd name="connsiteY24" fmla="*/ 67437 h 419100"/>
                <a:gd name="connsiteX25" fmla="*/ 517684 w 523875"/>
                <a:gd name="connsiteY25" fmla="*/ 67151 h 419100"/>
                <a:gd name="connsiteX26" fmla="*/ 518446 w 523875"/>
                <a:gd name="connsiteY26" fmla="*/ 67437 h 419100"/>
                <a:gd name="connsiteX27" fmla="*/ 519684 w 523875"/>
                <a:gd name="connsiteY27" fmla="*/ 68199 h 419100"/>
                <a:gd name="connsiteX28" fmla="*/ 520541 w 523875"/>
                <a:gd name="connsiteY28" fmla="*/ 68389 h 419100"/>
                <a:gd name="connsiteX29" fmla="*/ 521208 w 523875"/>
                <a:gd name="connsiteY29" fmla="*/ 68008 h 419100"/>
                <a:gd name="connsiteX30" fmla="*/ 521494 w 523875"/>
                <a:gd name="connsiteY30" fmla="*/ 67246 h 419100"/>
                <a:gd name="connsiteX31" fmla="*/ 521589 w 523875"/>
                <a:gd name="connsiteY31" fmla="*/ 66675 h 419100"/>
                <a:gd name="connsiteX32" fmla="*/ 522065 w 523875"/>
                <a:gd name="connsiteY32" fmla="*/ 60198 h 419100"/>
                <a:gd name="connsiteX33" fmla="*/ 522637 w 523875"/>
                <a:gd name="connsiteY33" fmla="*/ 58769 h 419100"/>
                <a:gd name="connsiteX34" fmla="*/ 524066 w 523875"/>
                <a:gd name="connsiteY34" fmla="*/ 56769 h 419100"/>
                <a:gd name="connsiteX35" fmla="*/ 524351 w 523875"/>
                <a:gd name="connsiteY35" fmla="*/ 55054 h 419100"/>
                <a:gd name="connsiteX36" fmla="*/ 524256 w 523875"/>
                <a:gd name="connsiteY36" fmla="*/ 52006 h 419100"/>
                <a:gd name="connsiteX37" fmla="*/ 523875 w 523875"/>
                <a:gd name="connsiteY37" fmla="*/ 49054 h 419100"/>
                <a:gd name="connsiteX38" fmla="*/ 521684 w 523875"/>
                <a:gd name="connsiteY38" fmla="*/ 40196 h 419100"/>
                <a:gd name="connsiteX39" fmla="*/ 520637 w 523875"/>
                <a:gd name="connsiteY39" fmla="*/ 37433 h 419100"/>
                <a:gd name="connsiteX40" fmla="*/ 519970 w 523875"/>
                <a:gd name="connsiteY40" fmla="*/ 36004 h 419100"/>
                <a:gd name="connsiteX41" fmla="*/ 519017 w 523875"/>
                <a:gd name="connsiteY41" fmla="*/ 35338 h 419100"/>
                <a:gd name="connsiteX42" fmla="*/ 514636 w 523875"/>
                <a:gd name="connsiteY42" fmla="*/ 30671 h 419100"/>
                <a:gd name="connsiteX43" fmla="*/ 514064 w 523875"/>
                <a:gd name="connsiteY43" fmla="*/ 30289 h 419100"/>
                <a:gd name="connsiteX44" fmla="*/ 513398 w 523875"/>
                <a:gd name="connsiteY44" fmla="*/ 30099 h 419100"/>
                <a:gd name="connsiteX45" fmla="*/ 512731 w 523875"/>
                <a:gd name="connsiteY45" fmla="*/ 29813 h 419100"/>
                <a:gd name="connsiteX46" fmla="*/ 512159 w 523875"/>
                <a:gd name="connsiteY46" fmla="*/ 28956 h 419100"/>
                <a:gd name="connsiteX47" fmla="*/ 512064 w 523875"/>
                <a:gd name="connsiteY47" fmla="*/ 28099 h 419100"/>
                <a:gd name="connsiteX48" fmla="*/ 512255 w 523875"/>
                <a:gd name="connsiteY48" fmla="*/ 26289 h 419100"/>
                <a:gd name="connsiteX49" fmla="*/ 512159 w 523875"/>
                <a:gd name="connsiteY49" fmla="*/ 25432 h 419100"/>
                <a:gd name="connsiteX50" fmla="*/ 511493 w 523875"/>
                <a:gd name="connsiteY50" fmla="*/ 22479 h 419100"/>
                <a:gd name="connsiteX51" fmla="*/ 511302 w 523875"/>
                <a:gd name="connsiteY51" fmla="*/ 21050 h 419100"/>
                <a:gd name="connsiteX52" fmla="*/ 511397 w 523875"/>
                <a:gd name="connsiteY52" fmla="*/ 19241 h 419100"/>
                <a:gd name="connsiteX53" fmla="*/ 511874 w 523875"/>
                <a:gd name="connsiteY53" fmla="*/ 17812 h 419100"/>
                <a:gd name="connsiteX54" fmla="*/ 512540 w 523875"/>
                <a:gd name="connsiteY54" fmla="*/ 16859 h 419100"/>
                <a:gd name="connsiteX55" fmla="*/ 513017 w 523875"/>
                <a:gd name="connsiteY55" fmla="*/ 15812 h 419100"/>
                <a:gd name="connsiteX56" fmla="*/ 513017 w 523875"/>
                <a:gd name="connsiteY56" fmla="*/ 14002 h 419100"/>
                <a:gd name="connsiteX57" fmla="*/ 512445 w 523875"/>
                <a:gd name="connsiteY57" fmla="*/ 12287 h 419100"/>
                <a:gd name="connsiteX58" fmla="*/ 511493 w 523875"/>
                <a:gd name="connsiteY58" fmla="*/ 11049 h 419100"/>
                <a:gd name="connsiteX59" fmla="*/ 510350 w 523875"/>
                <a:gd name="connsiteY59" fmla="*/ 10287 h 419100"/>
                <a:gd name="connsiteX60" fmla="*/ 509111 w 523875"/>
                <a:gd name="connsiteY60" fmla="*/ 9620 h 419100"/>
                <a:gd name="connsiteX61" fmla="*/ 506444 w 523875"/>
                <a:gd name="connsiteY61" fmla="*/ 9239 h 419100"/>
                <a:gd name="connsiteX62" fmla="*/ 501206 w 523875"/>
                <a:gd name="connsiteY62" fmla="*/ 10001 h 419100"/>
                <a:gd name="connsiteX63" fmla="*/ 498729 w 523875"/>
                <a:gd name="connsiteY63" fmla="*/ 8763 h 419100"/>
                <a:gd name="connsiteX64" fmla="*/ 491681 w 523875"/>
                <a:gd name="connsiteY64" fmla="*/ 7334 h 419100"/>
                <a:gd name="connsiteX65" fmla="*/ 490538 w 523875"/>
                <a:gd name="connsiteY65" fmla="*/ 6001 h 419100"/>
                <a:gd name="connsiteX66" fmla="*/ 489680 w 523875"/>
                <a:gd name="connsiteY66" fmla="*/ 4381 h 419100"/>
                <a:gd name="connsiteX67" fmla="*/ 488442 w 523875"/>
                <a:gd name="connsiteY67" fmla="*/ 2572 h 419100"/>
                <a:gd name="connsiteX68" fmla="*/ 487013 w 523875"/>
                <a:gd name="connsiteY68" fmla="*/ 1524 h 419100"/>
                <a:gd name="connsiteX69" fmla="*/ 486061 w 523875"/>
                <a:gd name="connsiteY69" fmla="*/ 1143 h 419100"/>
                <a:gd name="connsiteX70" fmla="*/ 484918 w 523875"/>
                <a:gd name="connsiteY70" fmla="*/ 953 h 419100"/>
                <a:gd name="connsiteX71" fmla="*/ 484442 w 523875"/>
                <a:gd name="connsiteY71" fmla="*/ 476 h 419100"/>
                <a:gd name="connsiteX72" fmla="*/ 483013 w 523875"/>
                <a:gd name="connsiteY72" fmla="*/ 0 h 419100"/>
                <a:gd name="connsiteX73" fmla="*/ 481394 w 523875"/>
                <a:gd name="connsiteY73" fmla="*/ 1143 h 419100"/>
                <a:gd name="connsiteX74" fmla="*/ 476917 w 523875"/>
                <a:gd name="connsiteY74" fmla="*/ 5048 h 419100"/>
                <a:gd name="connsiteX75" fmla="*/ 475679 w 523875"/>
                <a:gd name="connsiteY75" fmla="*/ 7429 h 419100"/>
                <a:gd name="connsiteX76" fmla="*/ 475202 w 523875"/>
                <a:gd name="connsiteY76" fmla="*/ 9239 h 419100"/>
                <a:gd name="connsiteX77" fmla="*/ 475107 w 523875"/>
                <a:gd name="connsiteY77" fmla="*/ 10287 h 419100"/>
                <a:gd name="connsiteX78" fmla="*/ 473583 w 523875"/>
                <a:gd name="connsiteY78" fmla="*/ 11239 h 419100"/>
                <a:gd name="connsiteX79" fmla="*/ 472916 w 523875"/>
                <a:gd name="connsiteY79" fmla="*/ 12097 h 419100"/>
                <a:gd name="connsiteX80" fmla="*/ 472250 w 523875"/>
                <a:gd name="connsiteY80" fmla="*/ 15526 h 419100"/>
                <a:gd name="connsiteX81" fmla="*/ 471488 w 523875"/>
                <a:gd name="connsiteY81" fmla="*/ 17240 h 419100"/>
                <a:gd name="connsiteX82" fmla="*/ 469583 w 523875"/>
                <a:gd name="connsiteY82" fmla="*/ 18193 h 419100"/>
                <a:gd name="connsiteX83" fmla="*/ 467868 w 523875"/>
                <a:gd name="connsiteY83" fmla="*/ 17812 h 419100"/>
                <a:gd name="connsiteX84" fmla="*/ 466058 w 523875"/>
                <a:gd name="connsiteY84" fmla="*/ 17050 h 419100"/>
                <a:gd name="connsiteX85" fmla="*/ 464630 w 523875"/>
                <a:gd name="connsiteY85" fmla="*/ 16288 h 419100"/>
                <a:gd name="connsiteX86" fmla="*/ 463677 w 523875"/>
                <a:gd name="connsiteY86" fmla="*/ 16192 h 419100"/>
                <a:gd name="connsiteX87" fmla="*/ 462820 w 523875"/>
                <a:gd name="connsiteY87" fmla="*/ 16574 h 419100"/>
                <a:gd name="connsiteX88" fmla="*/ 462058 w 523875"/>
                <a:gd name="connsiteY88" fmla="*/ 17050 h 419100"/>
                <a:gd name="connsiteX89" fmla="*/ 461582 w 523875"/>
                <a:gd name="connsiteY89" fmla="*/ 17335 h 419100"/>
                <a:gd name="connsiteX90" fmla="*/ 459010 w 523875"/>
                <a:gd name="connsiteY90" fmla="*/ 17431 h 419100"/>
                <a:gd name="connsiteX91" fmla="*/ 457486 w 523875"/>
                <a:gd name="connsiteY91" fmla="*/ 17907 h 419100"/>
                <a:gd name="connsiteX92" fmla="*/ 456343 w 523875"/>
                <a:gd name="connsiteY92" fmla="*/ 19050 h 419100"/>
                <a:gd name="connsiteX93" fmla="*/ 455295 w 523875"/>
                <a:gd name="connsiteY93" fmla="*/ 22193 h 419100"/>
                <a:gd name="connsiteX94" fmla="*/ 455009 w 523875"/>
                <a:gd name="connsiteY94" fmla="*/ 24670 h 419100"/>
                <a:gd name="connsiteX95" fmla="*/ 453295 w 523875"/>
                <a:gd name="connsiteY95" fmla="*/ 32099 h 419100"/>
                <a:gd name="connsiteX96" fmla="*/ 452819 w 523875"/>
                <a:gd name="connsiteY96" fmla="*/ 33147 h 419100"/>
                <a:gd name="connsiteX97" fmla="*/ 451961 w 523875"/>
                <a:gd name="connsiteY97" fmla="*/ 33242 h 419100"/>
                <a:gd name="connsiteX98" fmla="*/ 449199 w 523875"/>
                <a:gd name="connsiteY98" fmla="*/ 32195 h 419100"/>
                <a:gd name="connsiteX99" fmla="*/ 447675 w 523875"/>
                <a:gd name="connsiteY99" fmla="*/ 32099 h 419100"/>
                <a:gd name="connsiteX100" fmla="*/ 444056 w 523875"/>
                <a:gd name="connsiteY100" fmla="*/ 33433 h 419100"/>
                <a:gd name="connsiteX101" fmla="*/ 442722 w 523875"/>
                <a:gd name="connsiteY101" fmla="*/ 34480 h 419100"/>
                <a:gd name="connsiteX102" fmla="*/ 440055 w 523875"/>
                <a:gd name="connsiteY102" fmla="*/ 37243 h 419100"/>
                <a:gd name="connsiteX103" fmla="*/ 437388 w 523875"/>
                <a:gd name="connsiteY103" fmla="*/ 41053 h 419100"/>
                <a:gd name="connsiteX104" fmla="*/ 436626 w 523875"/>
                <a:gd name="connsiteY104" fmla="*/ 43053 h 419100"/>
                <a:gd name="connsiteX105" fmla="*/ 436150 w 523875"/>
                <a:gd name="connsiteY105" fmla="*/ 44958 h 419100"/>
                <a:gd name="connsiteX106" fmla="*/ 436721 w 523875"/>
                <a:gd name="connsiteY106" fmla="*/ 58674 h 419100"/>
                <a:gd name="connsiteX107" fmla="*/ 436340 w 523875"/>
                <a:gd name="connsiteY107" fmla="*/ 60198 h 419100"/>
                <a:gd name="connsiteX108" fmla="*/ 435578 w 523875"/>
                <a:gd name="connsiteY108" fmla="*/ 61722 h 419100"/>
                <a:gd name="connsiteX109" fmla="*/ 434435 w 523875"/>
                <a:gd name="connsiteY109" fmla="*/ 63246 h 419100"/>
                <a:gd name="connsiteX110" fmla="*/ 432530 w 523875"/>
                <a:gd name="connsiteY110" fmla="*/ 66961 h 419100"/>
                <a:gd name="connsiteX111" fmla="*/ 431578 w 523875"/>
                <a:gd name="connsiteY111" fmla="*/ 68199 h 419100"/>
                <a:gd name="connsiteX112" fmla="*/ 430816 w 523875"/>
                <a:gd name="connsiteY112" fmla="*/ 68961 h 419100"/>
                <a:gd name="connsiteX113" fmla="*/ 430530 w 523875"/>
                <a:gd name="connsiteY113" fmla="*/ 69437 h 419100"/>
                <a:gd name="connsiteX114" fmla="*/ 430816 w 523875"/>
                <a:gd name="connsiteY114" fmla="*/ 70485 h 419100"/>
                <a:gd name="connsiteX115" fmla="*/ 431387 w 523875"/>
                <a:gd name="connsiteY115" fmla="*/ 71723 h 419100"/>
                <a:gd name="connsiteX116" fmla="*/ 431578 w 523875"/>
                <a:gd name="connsiteY116" fmla="*/ 73724 h 419100"/>
                <a:gd name="connsiteX117" fmla="*/ 430340 w 523875"/>
                <a:gd name="connsiteY117" fmla="*/ 79534 h 419100"/>
                <a:gd name="connsiteX118" fmla="*/ 430625 w 523875"/>
                <a:gd name="connsiteY118" fmla="*/ 83534 h 419100"/>
                <a:gd name="connsiteX119" fmla="*/ 429101 w 523875"/>
                <a:gd name="connsiteY119" fmla="*/ 88106 h 419100"/>
                <a:gd name="connsiteX120" fmla="*/ 428625 w 523875"/>
                <a:gd name="connsiteY120" fmla="*/ 89821 h 419100"/>
                <a:gd name="connsiteX121" fmla="*/ 428435 w 523875"/>
                <a:gd name="connsiteY121" fmla="*/ 92488 h 419100"/>
                <a:gd name="connsiteX122" fmla="*/ 427482 w 523875"/>
                <a:gd name="connsiteY122" fmla="*/ 93631 h 419100"/>
                <a:gd name="connsiteX123" fmla="*/ 426053 w 523875"/>
                <a:gd name="connsiteY123" fmla="*/ 94202 h 419100"/>
                <a:gd name="connsiteX124" fmla="*/ 424148 w 523875"/>
                <a:gd name="connsiteY124" fmla="*/ 93917 h 419100"/>
                <a:gd name="connsiteX125" fmla="*/ 418148 w 523875"/>
                <a:gd name="connsiteY125" fmla="*/ 91440 h 419100"/>
                <a:gd name="connsiteX126" fmla="*/ 414052 w 523875"/>
                <a:gd name="connsiteY126" fmla="*/ 90392 h 419100"/>
                <a:gd name="connsiteX127" fmla="*/ 413195 w 523875"/>
                <a:gd name="connsiteY127" fmla="*/ 90488 h 419100"/>
                <a:gd name="connsiteX128" fmla="*/ 412909 w 523875"/>
                <a:gd name="connsiteY128" fmla="*/ 92488 h 419100"/>
                <a:gd name="connsiteX129" fmla="*/ 411099 w 523875"/>
                <a:gd name="connsiteY129" fmla="*/ 95155 h 419100"/>
                <a:gd name="connsiteX130" fmla="*/ 410051 w 523875"/>
                <a:gd name="connsiteY130" fmla="*/ 96583 h 419100"/>
                <a:gd name="connsiteX131" fmla="*/ 409956 w 523875"/>
                <a:gd name="connsiteY131" fmla="*/ 97631 h 419100"/>
                <a:gd name="connsiteX132" fmla="*/ 410147 w 523875"/>
                <a:gd name="connsiteY132" fmla="*/ 100108 h 419100"/>
                <a:gd name="connsiteX133" fmla="*/ 409956 w 523875"/>
                <a:gd name="connsiteY133" fmla="*/ 100775 h 419100"/>
                <a:gd name="connsiteX134" fmla="*/ 401098 w 523875"/>
                <a:gd name="connsiteY134" fmla="*/ 97917 h 419100"/>
                <a:gd name="connsiteX135" fmla="*/ 397383 w 523875"/>
                <a:gd name="connsiteY135" fmla="*/ 94964 h 419100"/>
                <a:gd name="connsiteX136" fmla="*/ 395859 w 523875"/>
                <a:gd name="connsiteY136" fmla="*/ 94107 h 419100"/>
                <a:gd name="connsiteX137" fmla="*/ 394430 w 523875"/>
                <a:gd name="connsiteY137" fmla="*/ 93631 h 419100"/>
                <a:gd name="connsiteX138" fmla="*/ 393192 w 523875"/>
                <a:gd name="connsiteY138" fmla="*/ 93821 h 419100"/>
                <a:gd name="connsiteX139" fmla="*/ 392430 w 523875"/>
                <a:gd name="connsiteY139" fmla="*/ 94583 h 419100"/>
                <a:gd name="connsiteX140" fmla="*/ 391287 w 523875"/>
                <a:gd name="connsiteY140" fmla="*/ 97155 h 419100"/>
                <a:gd name="connsiteX141" fmla="*/ 388334 w 523875"/>
                <a:gd name="connsiteY141" fmla="*/ 98774 h 419100"/>
                <a:gd name="connsiteX142" fmla="*/ 386810 w 523875"/>
                <a:gd name="connsiteY142" fmla="*/ 98774 h 419100"/>
                <a:gd name="connsiteX143" fmla="*/ 384143 w 523875"/>
                <a:gd name="connsiteY143" fmla="*/ 99441 h 419100"/>
                <a:gd name="connsiteX144" fmla="*/ 382143 w 523875"/>
                <a:gd name="connsiteY144" fmla="*/ 99441 h 419100"/>
                <a:gd name="connsiteX145" fmla="*/ 379857 w 523875"/>
                <a:gd name="connsiteY145" fmla="*/ 98108 h 419100"/>
                <a:gd name="connsiteX146" fmla="*/ 377381 w 523875"/>
                <a:gd name="connsiteY146" fmla="*/ 97060 h 419100"/>
                <a:gd name="connsiteX147" fmla="*/ 374809 w 523875"/>
                <a:gd name="connsiteY147" fmla="*/ 97060 h 419100"/>
                <a:gd name="connsiteX148" fmla="*/ 369094 w 523875"/>
                <a:gd name="connsiteY148" fmla="*/ 102870 h 419100"/>
                <a:gd name="connsiteX149" fmla="*/ 365379 w 523875"/>
                <a:gd name="connsiteY149" fmla="*/ 106013 h 419100"/>
                <a:gd name="connsiteX150" fmla="*/ 364331 w 523875"/>
                <a:gd name="connsiteY150" fmla="*/ 107347 h 419100"/>
                <a:gd name="connsiteX151" fmla="*/ 363284 w 523875"/>
                <a:gd name="connsiteY151" fmla="*/ 111728 h 419100"/>
                <a:gd name="connsiteX152" fmla="*/ 363379 w 523875"/>
                <a:gd name="connsiteY152" fmla="*/ 116205 h 419100"/>
                <a:gd name="connsiteX153" fmla="*/ 362045 w 523875"/>
                <a:gd name="connsiteY153" fmla="*/ 117062 h 419100"/>
                <a:gd name="connsiteX154" fmla="*/ 361188 w 523875"/>
                <a:gd name="connsiteY154" fmla="*/ 117538 h 419100"/>
                <a:gd name="connsiteX155" fmla="*/ 360617 w 523875"/>
                <a:gd name="connsiteY155" fmla="*/ 118491 h 419100"/>
                <a:gd name="connsiteX156" fmla="*/ 360426 w 523875"/>
                <a:gd name="connsiteY156" fmla="*/ 119539 h 419100"/>
                <a:gd name="connsiteX157" fmla="*/ 360712 w 523875"/>
                <a:gd name="connsiteY157" fmla="*/ 120872 h 419100"/>
                <a:gd name="connsiteX158" fmla="*/ 360521 w 523875"/>
                <a:gd name="connsiteY158" fmla="*/ 122110 h 419100"/>
                <a:gd name="connsiteX159" fmla="*/ 359950 w 523875"/>
                <a:gd name="connsiteY159" fmla="*/ 123539 h 419100"/>
                <a:gd name="connsiteX160" fmla="*/ 359188 w 523875"/>
                <a:gd name="connsiteY160" fmla="*/ 124682 h 419100"/>
                <a:gd name="connsiteX161" fmla="*/ 357854 w 523875"/>
                <a:gd name="connsiteY161" fmla="*/ 125063 h 419100"/>
                <a:gd name="connsiteX162" fmla="*/ 355283 w 523875"/>
                <a:gd name="connsiteY162" fmla="*/ 123539 h 419100"/>
                <a:gd name="connsiteX163" fmla="*/ 348234 w 523875"/>
                <a:gd name="connsiteY163" fmla="*/ 118110 h 419100"/>
                <a:gd name="connsiteX164" fmla="*/ 339185 w 523875"/>
                <a:gd name="connsiteY164" fmla="*/ 113062 h 419100"/>
                <a:gd name="connsiteX165" fmla="*/ 338519 w 523875"/>
                <a:gd name="connsiteY165" fmla="*/ 111633 h 419100"/>
                <a:gd name="connsiteX166" fmla="*/ 338709 w 523875"/>
                <a:gd name="connsiteY166" fmla="*/ 110585 h 419100"/>
                <a:gd name="connsiteX167" fmla="*/ 341662 w 523875"/>
                <a:gd name="connsiteY167" fmla="*/ 107156 h 419100"/>
                <a:gd name="connsiteX168" fmla="*/ 342233 w 523875"/>
                <a:gd name="connsiteY168" fmla="*/ 105918 h 419100"/>
                <a:gd name="connsiteX169" fmla="*/ 342424 w 523875"/>
                <a:gd name="connsiteY169" fmla="*/ 104775 h 419100"/>
                <a:gd name="connsiteX170" fmla="*/ 341948 w 523875"/>
                <a:gd name="connsiteY170" fmla="*/ 100679 h 419100"/>
                <a:gd name="connsiteX171" fmla="*/ 341471 w 523875"/>
                <a:gd name="connsiteY171" fmla="*/ 99441 h 419100"/>
                <a:gd name="connsiteX172" fmla="*/ 340805 w 523875"/>
                <a:gd name="connsiteY172" fmla="*/ 98298 h 419100"/>
                <a:gd name="connsiteX173" fmla="*/ 337566 w 523875"/>
                <a:gd name="connsiteY173" fmla="*/ 98012 h 419100"/>
                <a:gd name="connsiteX174" fmla="*/ 333089 w 523875"/>
                <a:gd name="connsiteY174" fmla="*/ 96203 h 419100"/>
                <a:gd name="connsiteX175" fmla="*/ 331946 w 523875"/>
                <a:gd name="connsiteY175" fmla="*/ 96488 h 419100"/>
                <a:gd name="connsiteX176" fmla="*/ 329375 w 523875"/>
                <a:gd name="connsiteY176" fmla="*/ 98108 h 419100"/>
                <a:gd name="connsiteX177" fmla="*/ 327374 w 523875"/>
                <a:gd name="connsiteY177" fmla="*/ 98203 h 419100"/>
                <a:gd name="connsiteX178" fmla="*/ 325088 w 523875"/>
                <a:gd name="connsiteY178" fmla="*/ 97726 h 419100"/>
                <a:gd name="connsiteX179" fmla="*/ 322993 w 523875"/>
                <a:gd name="connsiteY179" fmla="*/ 96012 h 419100"/>
                <a:gd name="connsiteX180" fmla="*/ 321755 w 523875"/>
                <a:gd name="connsiteY180" fmla="*/ 94583 h 419100"/>
                <a:gd name="connsiteX181" fmla="*/ 320802 w 523875"/>
                <a:gd name="connsiteY181" fmla="*/ 92488 h 419100"/>
                <a:gd name="connsiteX182" fmla="*/ 319659 w 523875"/>
                <a:gd name="connsiteY182" fmla="*/ 83058 h 419100"/>
                <a:gd name="connsiteX183" fmla="*/ 318516 w 523875"/>
                <a:gd name="connsiteY183" fmla="*/ 80677 h 419100"/>
                <a:gd name="connsiteX184" fmla="*/ 316706 w 523875"/>
                <a:gd name="connsiteY184" fmla="*/ 79248 h 419100"/>
                <a:gd name="connsiteX185" fmla="*/ 314706 w 523875"/>
                <a:gd name="connsiteY185" fmla="*/ 78581 h 419100"/>
                <a:gd name="connsiteX186" fmla="*/ 312896 w 523875"/>
                <a:gd name="connsiteY186" fmla="*/ 78581 h 419100"/>
                <a:gd name="connsiteX187" fmla="*/ 311563 w 523875"/>
                <a:gd name="connsiteY187" fmla="*/ 78391 h 419100"/>
                <a:gd name="connsiteX188" fmla="*/ 311087 w 523875"/>
                <a:gd name="connsiteY188" fmla="*/ 77819 h 419100"/>
                <a:gd name="connsiteX189" fmla="*/ 311658 w 523875"/>
                <a:gd name="connsiteY189" fmla="*/ 76581 h 419100"/>
                <a:gd name="connsiteX190" fmla="*/ 312325 w 523875"/>
                <a:gd name="connsiteY190" fmla="*/ 75438 h 419100"/>
                <a:gd name="connsiteX191" fmla="*/ 312706 w 523875"/>
                <a:gd name="connsiteY191" fmla="*/ 74390 h 419100"/>
                <a:gd name="connsiteX192" fmla="*/ 311849 w 523875"/>
                <a:gd name="connsiteY192" fmla="*/ 73057 h 419100"/>
                <a:gd name="connsiteX193" fmla="*/ 309372 w 523875"/>
                <a:gd name="connsiteY193" fmla="*/ 74009 h 419100"/>
                <a:gd name="connsiteX194" fmla="*/ 307467 w 523875"/>
                <a:gd name="connsiteY194" fmla="*/ 75724 h 419100"/>
                <a:gd name="connsiteX195" fmla="*/ 302609 w 523875"/>
                <a:gd name="connsiteY195" fmla="*/ 79058 h 419100"/>
                <a:gd name="connsiteX196" fmla="*/ 297085 w 523875"/>
                <a:gd name="connsiteY196" fmla="*/ 79629 h 419100"/>
                <a:gd name="connsiteX197" fmla="*/ 291751 w 523875"/>
                <a:gd name="connsiteY197" fmla="*/ 72866 h 419100"/>
                <a:gd name="connsiteX198" fmla="*/ 289846 w 523875"/>
                <a:gd name="connsiteY198" fmla="*/ 71247 h 419100"/>
                <a:gd name="connsiteX199" fmla="*/ 287750 w 523875"/>
                <a:gd name="connsiteY199" fmla="*/ 70390 h 419100"/>
                <a:gd name="connsiteX200" fmla="*/ 277940 w 523875"/>
                <a:gd name="connsiteY200" fmla="*/ 70580 h 419100"/>
                <a:gd name="connsiteX201" fmla="*/ 276320 w 523875"/>
                <a:gd name="connsiteY201" fmla="*/ 70961 h 419100"/>
                <a:gd name="connsiteX202" fmla="*/ 274796 w 523875"/>
                <a:gd name="connsiteY202" fmla="*/ 72580 h 419100"/>
                <a:gd name="connsiteX203" fmla="*/ 273653 w 523875"/>
                <a:gd name="connsiteY203" fmla="*/ 74485 h 419100"/>
                <a:gd name="connsiteX204" fmla="*/ 272796 w 523875"/>
                <a:gd name="connsiteY204" fmla="*/ 76295 h 419100"/>
                <a:gd name="connsiteX205" fmla="*/ 272320 w 523875"/>
                <a:gd name="connsiteY205" fmla="*/ 78010 h 419100"/>
                <a:gd name="connsiteX206" fmla="*/ 271939 w 523875"/>
                <a:gd name="connsiteY206" fmla="*/ 81725 h 419100"/>
                <a:gd name="connsiteX207" fmla="*/ 271367 w 523875"/>
                <a:gd name="connsiteY207" fmla="*/ 83439 h 419100"/>
                <a:gd name="connsiteX208" fmla="*/ 270415 w 523875"/>
                <a:gd name="connsiteY208" fmla="*/ 84677 h 419100"/>
                <a:gd name="connsiteX209" fmla="*/ 267462 w 523875"/>
                <a:gd name="connsiteY209" fmla="*/ 85534 h 419100"/>
                <a:gd name="connsiteX210" fmla="*/ 266605 w 523875"/>
                <a:gd name="connsiteY210" fmla="*/ 86011 h 419100"/>
                <a:gd name="connsiteX211" fmla="*/ 266605 w 523875"/>
                <a:gd name="connsiteY211" fmla="*/ 86678 h 419100"/>
                <a:gd name="connsiteX212" fmla="*/ 267081 w 523875"/>
                <a:gd name="connsiteY212" fmla="*/ 87630 h 419100"/>
                <a:gd name="connsiteX213" fmla="*/ 267748 w 523875"/>
                <a:gd name="connsiteY213" fmla="*/ 88773 h 419100"/>
                <a:gd name="connsiteX214" fmla="*/ 268034 w 523875"/>
                <a:gd name="connsiteY214" fmla="*/ 89916 h 419100"/>
                <a:gd name="connsiteX215" fmla="*/ 268319 w 523875"/>
                <a:gd name="connsiteY215" fmla="*/ 91440 h 419100"/>
                <a:gd name="connsiteX216" fmla="*/ 268319 w 523875"/>
                <a:gd name="connsiteY216" fmla="*/ 96107 h 419100"/>
                <a:gd name="connsiteX217" fmla="*/ 267653 w 523875"/>
                <a:gd name="connsiteY217" fmla="*/ 97536 h 419100"/>
                <a:gd name="connsiteX218" fmla="*/ 266129 w 523875"/>
                <a:gd name="connsiteY218" fmla="*/ 98488 h 419100"/>
                <a:gd name="connsiteX219" fmla="*/ 263366 w 523875"/>
                <a:gd name="connsiteY219" fmla="*/ 98488 h 419100"/>
                <a:gd name="connsiteX220" fmla="*/ 261366 w 523875"/>
                <a:gd name="connsiteY220" fmla="*/ 98012 h 419100"/>
                <a:gd name="connsiteX221" fmla="*/ 259652 w 523875"/>
                <a:gd name="connsiteY221" fmla="*/ 97536 h 419100"/>
                <a:gd name="connsiteX222" fmla="*/ 258604 w 523875"/>
                <a:gd name="connsiteY222" fmla="*/ 97441 h 419100"/>
                <a:gd name="connsiteX223" fmla="*/ 258128 w 523875"/>
                <a:gd name="connsiteY223" fmla="*/ 99060 h 419100"/>
                <a:gd name="connsiteX224" fmla="*/ 257651 w 523875"/>
                <a:gd name="connsiteY224" fmla="*/ 99536 h 419100"/>
                <a:gd name="connsiteX225" fmla="*/ 256508 w 523875"/>
                <a:gd name="connsiteY225" fmla="*/ 100584 h 419100"/>
                <a:gd name="connsiteX226" fmla="*/ 256127 w 523875"/>
                <a:gd name="connsiteY226" fmla="*/ 101251 h 419100"/>
                <a:gd name="connsiteX227" fmla="*/ 252603 w 523875"/>
                <a:gd name="connsiteY227" fmla="*/ 104584 h 419100"/>
                <a:gd name="connsiteX228" fmla="*/ 251555 w 523875"/>
                <a:gd name="connsiteY228" fmla="*/ 104870 h 419100"/>
                <a:gd name="connsiteX229" fmla="*/ 250222 w 523875"/>
                <a:gd name="connsiteY229" fmla="*/ 104394 h 419100"/>
                <a:gd name="connsiteX230" fmla="*/ 249079 w 523875"/>
                <a:gd name="connsiteY230" fmla="*/ 103822 h 419100"/>
                <a:gd name="connsiteX231" fmla="*/ 247555 w 523875"/>
                <a:gd name="connsiteY231" fmla="*/ 103632 h 419100"/>
                <a:gd name="connsiteX232" fmla="*/ 245269 w 523875"/>
                <a:gd name="connsiteY232" fmla="*/ 104013 h 419100"/>
                <a:gd name="connsiteX233" fmla="*/ 242507 w 523875"/>
                <a:gd name="connsiteY233" fmla="*/ 104108 h 419100"/>
                <a:gd name="connsiteX234" fmla="*/ 237077 w 523875"/>
                <a:gd name="connsiteY234" fmla="*/ 103632 h 419100"/>
                <a:gd name="connsiteX235" fmla="*/ 235077 w 523875"/>
                <a:gd name="connsiteY235" fmla="*/ 104870 h 419100"/>
                <a:gd name="connsiteX236" fmla="*/ 225933 w 523875"/>
                <a:gd name="connsiteY236" fmla="*/ 105918 h 419100"/>
                <a:gd name="connsiteX237" fmla="*/ 224314 w 523875"/>
                <a:gd name="connsiteY237" fmla="*/ 106394 h 419100"/>
                <a:gd name="connsiteX238" fmla="*/ 223933 w 523875"/>
                <a:gd name="connsiteY238" fmla="*/ 107251 h 419100"/>
                <a:gd name="connsiteX239" fmla="*/ 223742 w 523875"/>
                <a:gd name="connsiteY239" fmla="*/ 108204 h 419100"/>
                <a:gd name="connsiteX240" fmla="*/ 223171 w 523875"/>
                <a:gd name="connsiteY240" fmla="*/ 108966 h 419100"/>
                <a:gd name="connsiteX241" fmla="*/ 222028 w 523875"/>
                <a:gd name="connsiteY241" fmla="*/ 109633 h 419100"/>
                <a:gd name="connsiteX242" fmla="*/ 211646 w 523875"/>
                <a:gd name="connsiteY242" fmla="*/ 113538 h 419100"/>
                <a:gd name="connsiteX243" fmla="*/ 210407 w 523875"/>
                <a:gd name="connsiteY243" fmla="*/ 114776 h 419100"/>
                <a:gd name="connsiteX244" fmla="*/ 210122 w 523875"/>
                <a:gd name="connsiteY244" fmla="*/ 115919 h 419100"/>
                <a:gd name="connsiteX245" fmla="*/ 210407 w 523875"/>
                <a:gd name="connsiteY245" fmla="*/ 117062 h 419100"/>
                <a:gd name="connsiteX246" fmla="*/ 210122 w 523875"/>
                <a:gd name="connsiteY246" fmla="*/ 118015 h 419100"/>
                <a:gd name="connsiteX247" fmla="*/ 209169 w 523875"/>
                <a:gd name="connsiteY247" fmla="*/ 118967 h 419100"/>
                <a:gd name="connsiteX248" fmla="*/ 207550 w 523875"/>
                <a:gd name="connsiteY248" fmla="*/ 120205 h 419100"/>
                <a:gd name="connsiteX249" fmla="*/ 203168 w 523875"/>
                <a:gd name="connsiteY249" fmla="*/ 124587 h 419100"/>
                <a:gd name="connsiteX250" fmla="*/ 202121 w 523875"/>
                <a:gd name="connsiteY250" fmla="*/ 124873 h 419100"/>
                <a:gd name="connsiteX251" fmla="*/ 201454 w 523875"/>
                <a:gd name="connsiteY251" fmla="*/ 124016 h 419100"/>
                <a:gd name="connsiteX252" fmla="*/ 201454 w 523875"/>
                <a:gd name="connsiteY252" fmla="*/ 122682 h 419100"/>
                <a:gd name="connsiteX253" fmla="*/ 202121 w 523875"/>
                <a:gd name="connsiteY253" fmla="*/ 119634 h 419100"/>
                <a:gd name="connsiteX254" fmla="*/ 201930 w 523875"/>
                <a:gd name="connsiteY254" fmla="*/ 118681 h 419100"/>
                <a:gd name="connsiteX255" fmla="*/ 201168 w 523875"/>
                <a:gd name="connsiteY255" fmla="*/ 118300 h 419100"/>
                <a:gd name="connsiteX256" fmla="*/ 193643 w 523875"/>
                <a:gd name="connsiteY256" fmla="*/ 121063 h 419100"/>
                <a:gd name="connsiteX257" fmla="*/ 191738 w 523875"/>
                <a:gd name="connsiteY257" fmla="*/ 122396 h 419100"/>
                <a:gd name="connsiteX258" fmla="*/ 189833 w 523875"/>
                <a:gd name="connsiteY258" fmla="*/ 123444 h 419100"/>
                <a:gd name="connsiteX259" fmla="*/ 187452 w 523875"/>
                <a:gd name="connsiteY259" fmla="*/ 124016 h 419100"/>
                <a:gd name="connsiteX260" fmla="*/ 181356 w 523875"/>
                <a:gd name="connsiteY260" fmla="*/ 123349 h 419100"/>
                <a:gd name="connsiteX261" fmla="*/ 179832 w 523875"/>
                <a:gd name="connsiteY261" fmla="*/ 122301 h 419100"/>
                <a:gd name="connsiteX262" fmla="*/ 179070 w 523875"/>
                <a:gd name="connsiteY262" fmla="*/ 120967 h 419100"/>
                <a:gd name="connsiteX263" fmla="*/ 177927 w 523875"/>
                <a:gd name="connsiteY263" fmla="*/ 114109 h 419100"/>
                <a:gd name="connsiteX264" fmla="*/ 177641 w 523875"/>
                <a:gd name="connsiteY264" fmla="*/ 112871 h 419100"/>
                <a:gd name="connsiteX265" fmla="*/ 176689 w 523875"/>
                <a:gd name="connsiteY265" fmla="*/ 112395 h 419100"/>
                <a:gd name="connsiteX266" fmla="*/ 175641 w 523875"/>
                <a:gd name="connsiteY266" fmla="*/ 112871 h 419100"/>
                <a:gd name="connsiteX267" fmla="*/ 173927 w 523875"/>
                <a:gd name="connsiteY267" fmla="*/ 113252 h 419100"/>
                <a:gd name="connsiteX268" fmla="*/ 172879 w 523875"/>
                <a:gd name="connsiteY268" fmla="*/ 112681 h 419100"/>
                <a:gd name="connsiteX269" fmla="*/ 171736 w 523875"/>
                <a:gd name="connsiteY269" fmla="*/ 106680 h 419100"/>
                <a:gd name="connsiteX270" fmla="*/ 170307 w 523875"/>
                <a:gd name="connsiteY270" fmla="*/ 105442 h 419100"/>
                <a:gd name="connsiteX271" fmla="*/ 168688 w 523875"/>
                <a:gd name="connsiteY271" fmla="*/ 105251 h 419100"/>
                <a:gd name="connsiteX272" fmla="*/ 167354 w 523875"/>
                <a:gd name="connsiteY272" fmla="*/ 106108 h 419100"/>
                <a:gd name="connsiteX273" fmla="*/ 166211 w 523875"/>
                <a:gd name="connsiteY273" fmla="*/ 107061 h 419100"/>
                <a:gd name="connsiteX274" fmla="*/ 164402 w 523875"/>
                <a:gd name="connsiteY274" fmla="*/ 108013 h 419100"/>
                <a:gd name="connsiteX275" fmla="*/ 162782 w 523875"/>
                <a:gd name="connsiteY275" fmla="*/ 109252 h 419100"/>
                <a:gd name="connsiteX276" fmla="*/ 157829 w 523875"/>
                <a:gd name="connsiteY276" fmla="*/ 112014 h 419100"/>
                <a:gd name="connsiteX277" fmla="*/ 155924 w 523875"/>
                <a:gd name="connsiteY277" fmla="*/ 113633 h 419100"/>
                <a:gd name="connsiteX278" fmla="*/ 154400 w 523875"/>
                <a:gd name="connsiteY278" fmla="*/ 116014 h 419100"/>
                <a:gd name="connsiteX279" fmla="*/ 153257 w 523875"/>
                <a:gd name="connsiteY279" fmla="*/ 119729 h 419100"/>
                <a:gd name="connsiteX280" fmla="*/ 152400 w 523875"/>
                <a:gd name="connsiteY280" fmla="*/ 120682 h 419100"/>
                <a:gd name="connsiteX281" fmla="*/ 150971 w 523875"/>
                <a:gd name="connsiteY281" fmla="*/ 120587 h 419100"/>
                <a:gd name="connsiteX282" fmla="*/ 148495 w 523875"/>
                <a:gd name="connsiteY282" fmla="*/ 120015 h 419100"/>
                <a:gd name="connsiteX283" fmla="*/ 147161 w 523875"/>
                <a:gd name="connsiteY283" fmla="*/ 119920 h 419100"/>
                <a:gd name="connsiteX284" fmla="*/ 146018 w 523875"/>
                <a:gd name="connsiteY284" fmla="*/ 119253 h 419100"/>
                <a:gd name="connsiteX285" fmla="*/ 145066 w 523875"/>
                <a:gd name="connsiteY285" fmla="*/ 118586 h 419100"/>
                <a:gd name="connsiteX286" fmla="*/ 144399 w 523875"/>
                <a:gd name="connsiteY286" fmla="*/ 118205 h 419100"/>
                <a:gd name="connsiteX287" fmla="*/ 143923 w 523875"/>
                <a:gd name="connsiteY287" fmla="*/ 118491 h 419100"/>
                <a:gd name="connsiteX288" fmla="*/ 143351 w 523875"/>
                <a:gd name="connsiteY288" fmla="*/ 119729 h 419100"/>
                <a:gd name="connsiteX289" fmla="*/ 142685 w 523875"/>
                <a:gd name="connsiteY289" fmla="*/ 121063 h 419100"/>
                <a:gd name="connsiteX290" fmla="*/ 139922 w 523875"/>
                <a:gd name="connsiteY290" fmla="*/ 123539 h 419100"/>
                <a:gd name="connsiteX291" fmla="*/ 139351 w 523875"/>
                <a:gd name="connsiteY291" fmla="*/ 124873 h 419100"/>
                <a:gd name="connsiteX292" fmla="*/ 139160 w 523875"/>
                <a:gd name="connsiteY292" fmla="*/ 126016 h 419100"/>
                <a:gd name="connsiteX293" fmla="*/ 138779 w 523875"/>
                <a:gd name="connsiteY293" fmla="*/ 126873 h 419100"/>
                <a:gd name="connsiteX294" fmla="*/ 136398 w 523875"/>
                <a:gd name="connsiteY294" fmla="*/ 129159 h 419100"/>
                <a:gd name="connsiteX295" fmla="*/ 135065 w 523875"/>
                <a:gd name="connsiteY295" fmla="*/ 129730 h 419100"/>
                <a:gd name="connsiteX296" fmla="*/ 133826 w 523875"/>
                <a:gd name="connsiteY296" fmla="*/ 129921 h 419100"/>
                <a:gd name="connsiteX297" fmla="*/ 132398 w 523875"/>
                <a:gd name="connsiteY297" fmla="*/ 129826 h 419100"/>
                <a:gd name="connsiteX298" fmla="*/ 130969 w 523875"/>
                <a:gd name="connsiteY298" fmla="*/ 129254 h 419100"/>
                <a:gd name="connsiteX299" fmla="*/ 128969 w 523875"/>
                <a:gd name="connsiteY299" fmla="*/ 127540 h 419100"/>
                <a:gd name="connsiteX300" fmla="*/ 128111 w 523875"/>
                <a:gd name="connsiteY300" fmla="*/ 126587 h 419100"/>
                <a:gd name="connsiteX301" fmla="*/ 127445 w 523875"/>
                <a:gd name="connsiteY301" fmla="*/ 125349 h 419100"/>
                <a:gd name="connsiteX302" fmla="*/ 126683 w 523875"/>
                <a:gd name="connsiteY302" fmla="*/ 124301 h 419100"/>
                <a:gd name="connsiteX303" fmla="*/ 123825 w 523875"/>
                <a:gd name="connsiteY303" fmla="*/ 122015 h 419100"/>
                <a:gd name="connsiteX304" fmla="*/ 120491 w 523875"/>
                <a:gd name="connsiteY304" fmla="*/ 120301 h 419100"/>
                <a:gd name="connsiteX305" fmla="*/ 118777 w 523875"/>
                <a:gd name="connsiteY305" fmla="*/ 118967 h 419100"/>
                <a:gd name="connsiteX306" fmla="*/ 117253 w 523875"/>
                <a:gd name="connsiteY306" fmla="*/ 117348 h 419100"/>
                <a:gd name="connsiteX307" fmla="*/ 115633 w 523875"/>
                <a:gd name="connsiteY307" fmla="*/ 114871 h 419100"/>
                <a:gd name="connsiteX308" fmla="*/ 112776 w 523875"/>
                <a:gd name="connsiteY308" fmla="*/ 112014 h 419100"/>
                <a:gd name="connsiteX309" fmla="*/ 112490 w 523875"/>
                <a:gd name="connsiteY309" fmla="*/ 110966 h 419100"/>
                <a:gd name="connsiteX310" fmla="*/ 113252 w 523875"/>
                <a:gd name="connsiteY310" fmla="*/ 109442 h 419100"/>
                <a:gd name="connsiteX311" fmla="*/ 114014 w 523875"/>
                <a:gd name="connsiteY311" fmla="*/ 108585 h 419100"/>
                <a:gd name="connsiteX312" fmla="*/ 114014 w 523875"/>
                <a:gd name="connsiteY312" fmla="*/ 104394 h 419100"/>
                <a:gd name="connsiteX313" fmla="*/ 112776 w 523875"/>
                <a:gd name="connsiteY313" fmla="*/ 101917 h 419100"/>
                <a:gd name="connsiteX314" fmla="*/ 111728 w 523875"/>
                <a:gd name="connsiteY314" fmla="*/ 100870 h 419100"/>
                <a:gd name="connsiteX315" fmla="*/ 110395 w 523875"/>
                <a:gd name="connsiteY315" fmla="*/ 100489 h 419100"/>
                <a:gd name="connsiteX316" fmla="*/ 109538 w 523875"/>
                <a:gd name="connsiteY316" fmla="*/ 100775 h 419100"/>
                <a:gd name="connsiteX317" fmla="*/ 108299 w 523875"/>
                <a:gd name="connsiteY317" fmla="*/ 102203 h 419100"/>
                <a:gd name="connsiteX318" fmla="*/ 107537 w 523875"/>
                <a:gd name="connsiteY318" fmla="*/ 102584 h 419100"/>
                <a:gd name="connsiteX319" fmla="*/ 106775 w 523875"/>
                <a:gd name="connsiteY319" fmla="*/ 102394 h 419100"/>
                <a:gd name="connsiteX320" fmla="*/ 105918 w 523875"/>
                <a:gd name="connsiteY320" fmla="*/ 101727 h 419100"/>
                <a:gd name="connsiteX321" fmla="*/ 104966 w 523875"/>
                <a:gd name="connsiteY321" fmla="*/ 101441 h 419100"/>
                <a:gd name="connsiteX322" fmla="*/ 104204 w 523875"/>
                <a:gd name="connsiteY322" fmla="*/ 101632 h 419100"/>
                <a:gd name="connsiteX323" fmla="*/ 103537 w 523875"/>
                <a:gd name="connsiteY323" fmla="*/ 102013 h 419100"/>
                <a:gd name="connsiteX324" fmla="*/ 102489 w 523875"/>
                <a:gd name="connsiteY324" fmla="*/ 102203 h 419100"/>
                <a:gd name="connsiteX325" fmla="*/ 100965 w 523875"/>
                <a:gd name="connsiteY325" fmla="*/ 101917 h 419100"/>
                <a:gd name="connsiteX326" fmla="*/ 99917 w 523875"/>
                <a:gd name="connsiteY326" fmla="*/ 102108 h 419100"/>
                <a:gd name="connsiteX327" fmla="*/ 99251 w 523875"/>
                <a:gd name="connsiteY327" fmla="*/ 102489 h 419100"/>
                <a:gd name="connsiteX328" fmla="*/ 99155 w 523875"/>
                <a:gd name="connsiteY328" fmla="*/ 103537 h 419100"/>
                <a:gd name="connsiteX329" fmla="*/ 99346 w 523875"/>
                <a:gd name="connsiteY329" fmla="*/ 106013 h 419100"/>
                <a:gd name="connsiteX330" fmla="*/ 99155 w 523875"/>
                <a:gd name="connsiteY330" fmla="*/ 107061 h 419100"/>
                <a:gd name="connsiteX331" fmla="*/ 98489 w 523875"/>
                <a:gd name="connsiteY331" fmla="*/ 107823 h 419100"/>
                <a:gd name="connsiteX332" fmla="*/ 97536 w 523875"/>
                <a:gd name="connsiteY332" fmla="*/ 107918 h 419100"/>
                <a:gd name="connsiteX333" fmla="*/ 96583 w 523875"/>
                <a:gd name="connsiteY333" fmla="*/ 107442 h 419100"/>
                <a:gd name="connsiteX334" fmla="*/ 96203 w 523875"/>
                <a:gd name="connsiteY334" fmla="*/ 106299 h 419100"/>
                <a:gd name="connsiteX335" fmla="*/ 96203 w 523875"/>
                <a:gd name="connsiteY335" fmla="*/ 105061 h 419100"/>
                <a:gd name="connsiteX336" fmla="*/ 96012 w 523875"/>
                <a:gd name="connsiteY336" fmla="*/ 104108 h 419100"/>
                <a:gd name="connsiteX337" fmla="*/ 95536 w 523875"/>
                <a:gd name="connsiteY337" fmla="*/ 103537 h 419100"/>
                <a:gd name="connsiteX338" fmla="*/ 94583 w 523875"/>
                <a:gd name="connsiteY338" fmla="*/ 103442 h 419100"/>
                <a:gd name="connsiteX339" fmla="*/ 94107 w 523875"/>
                <a:gd name="connsiteY339" fmla="*/ 103822 h 419100"/>
                <a:gd name="connsiteX340" fmla="*/ 93917 w 523875"/>
                <a:gd name="connsiteY340" fmla="*/ 104584 h 419100"/>
                <a:gd name="connsiteX341" fmla="*/ 93821 w 523875"/>
                <a:gd name="connsiteY341" fmla="*/ 105632 h 419100"/>
                <a:gd name="connsiteX342" fmla="*/ 93726 w 523875"/>
                <a:gd name="connsiteY342" fmla="*/ 106775 h 419100"/>
                <a:gd name="connsiteX343" fmla="*/ 93345 w 523875"/>
                <a:gd name="connsiteY343" fmla="*/ 107728 h 419100"/>
                <a:gd name="connsiteX344" fmla="*/ 92583 w 523875"/>
                <a:gd name="connsiteY344" fmla="*/ 108490 h 419100"/>
                <a:gd name="connsiteX345" fmla="*/ 91535 w 523875"/>
                <a:gd name="connsiteY345" fmla="*/ 108680 h 419100"/>
                <a:gd name="connsiteX346" fmla="*/ 90297 w 523875"/>
                <a:gd name="connsiteY346" fmla="*/ 108109 h 419100"/>
                <a:gd name="connsiteX347" fmla="*/ 88868 w 523875"/>
                <a:gd name="connsiteY347" fmla="*/ 106775 h 419100"/>
                <a:gd name="connsiteX348" fmla="*/ 87535 w 523875"/>
                <a:gd name="connsiteY348" fmla="*/ 104299 h 419100"/>
                <a:gd name="connsiteX349" fmla="*/ 85249 w 523875"/>
                <a:gd name="connsiteY349" fmla="*/ 96964 h 419100"/>
                <a:gd name="connsiteX350" fmla="*/ 81629 w 523875"/>
                <a:gd name="connsiteY350" fmla="*/ 89059 h 419100"/>
                <a:gd name="connsiteX351" fmla="*/ 79915 w 523875"/>
                <a:gd name="connsiteY351" fmla="*/ 87725 h 419100"/>
                <a:gd name="connsiteX352" fmla="*/ 79058 w 523875"/>
                <a:gd name="connsiteY352" fmla="*/ 87154 h 419100"/>
                <a:gd name="connsiteX353" fmla="*/ 78296 w 523875"/>
                <a:gd name="connsiteY353" fmla="*/ 87439 h 419100"/>
                <a:gd name="connsiteX354" fmla="*/ 77915 w 523875"/>
                <a:gd name="connsiteY354" fmla="*/ 88011 h 419100"/>
                <a:gd name="connsiteX355" fmla="*/ 76295 w 523875"/>
                <a:gd name="connsiteY355" fmla="*/ 92202 h 419100"/>
                <a:gd name="connsiteX356" fmla="*/ 76010 w 523875"/>
                <a:gd name="connsiteY356" fmla="*/ 92678 h 419100"/>
                <a:gd name="connsiteX357" fmla="*/ 75629 w 523875"/>
                <a:gd name="connsiteY357" fmla="*/ 93250 h 419100"/>
                <a:gd name="connsiteX358" fmla="*/ 75248 w 523875"/>
                <a:gd name="connsiteY358" fmla="*/ 93631 h 419100"/>
                <a:gd name="connsiteX359" fmla="*/ 74104 w 523875"/>
                <a:gd name="connsiteY359" fmla="*/ 94393 h 419100"/>
                <a:gd name="connsiteX360" fmla="*/ 72581 w 523875"/>
                <a:gd name="connsiteY360" fmla="*/ 95155 h 419100"/>
                <a:gd name="connsiteX361" fmla="*/ 71247 w 523875"/>
                <a:gd name="connsiteY361" fmla="*/ 97346 h 419100"/>
                <a:gd name="connsiteX362" fmla="*/ 69437 w 523875"/>
                <a:gd name="connsiteY362" fmla="*/ 98679 h 419100"/>
                <a:gd name="connsiteX363" fmla="*/ 67151 w 523875"/>
                <a:gd name="connsiteY363" fmla="*/ 99250 h 419100"/>
                <a:gd name="connsiteX364" fmla="*/ 62675 w 523875"/>
                <a:gd name="connsiteY364" fmla="*/ 99536 h 419100"/>
                <a:gd name="connsiteX365" fmla="*/ 60484 w 523875"/>
                <a:gd name="connsiteY365" fmla="*/ 100203 h 419100"/>
                <a:gd name="connsiteX366" fmla="*/ 59150 w 523875"/>
                <a:gd name="connsiteY366" fmla="*/ 100393 h 419100"/>
                <a:gd name="connsiteX367" fmla="*/ 58103 w 523875"/>
                <a:gd name="connsiteY367" fmla="*/ 100203 h 419100"/>
                <a:gd name="connsiteX368" fmla="*/ 55721 w 523875"/>
                <a:gd name="connsiteY368" fmla="*/ 99536 h 419100"/>
                <a:gd name="connsiteX369" fmla="*/ 54483 w 523875"/>
                <a:gd name="connsiteY369" fmla="*/ 99441 h 419100"/>
                <a:gd name="connsiteX370" fmla="*/ 52102 w 523875"/>
                <a:gd name="connsiteY370" fmla="*/ 100108 h 419100"/>
                <a:gd name="connsiteX371" fmla="*/ 49721 w 523875"/>
                <a:gd name="connsiteY371" fmla="*/ 103060 h 419100"/>
                <a:gd name="connsiteX372" fmla="*/ 47720 w 523875"/>
                <a:gd name="connsiteY372" fmla="*/ 103727 h 419100"/>
                <a:gd name="connsiteX373" fmla="*/ 41434 w 523875"/>
                <a:gd name="connsiteY373" fmla="*/ 104013 h 419100"/>
                <a:gd name="connsiteX374" fmla="*/ 34671 w 523875"/>
                <a:gd name="connsiteY374" fmla="*/ 102584 h 419100"/>
                <a:gd name="connsiteX375" fmla="*/ 23336 w 523875"/>
                <a:gd name="connsiteY375" fmla="*/ 100870 h 419100"/>
                <a:gd name="connsiteX376" fmla="*/ 21527 w 523875"/>
                <a:gd name="connsiteY376" fmla="*/ 101060 h 419100"/>
                <a:gd name="connsiteX377" fmla="*/ 11716 w 523875"/>
                <a:gd name="connsiteY377" fmla="*/ 102203 h 419100"/>
                <a:gd name="connsiteX378" fmla="*/ 9716 w 523875"/>
                <a:gd name="connsiteY378" fmla="*/ 103251 h 419100"/>
                <a:gd name="connsiteX379" fmla="*/ 8096 w 523875"/>
                <a:gd name="connsiteY379" fmla="*/ 104489 h 419100"/>
                <a:gd name="connsiteX380" fmla="*/ 7525 w 523875"/>
                <a:gd name="connsiteY380" fmla="*/ 105061 h 419100"/>
                <a:gd name="connsiteX381" fmla="*/ 7144 w 523875"/>
                <a:gd name="connsiteY381" fmla="*/ 105632 h 419100"/>
                <a:gd name="connsiteX382" fmla="*/ 6858 w 523875"/>
                <a:gd name="connsiteY382" fmla="*/ 106394 h 419100"/>
                <a:gd name="connsiteX383" fmla="*/ 6668 w 523875"/>
                <a:gd name="connsiteY383" fmla="*/ 107156 h 419100"/>
                <a:gd name="connsiteX384" fmla="*/ 6668 w 523875"/>
                <a:gd name="connsiteY384" fmla="*/ 108013 h 419100"/>
                <a:gd name="connsiteX385" fmla="*/ 6763 w 523875"/>
                <a:gd name="connsiteY385" fmla="*/ 108966 h 419100"/>
                <a:gd name="connsiteX386" fmla="*/ 7049 w 523875"/>
                <a:gd name="connsiteY386" fmla="*/ 110204 h 419100"/>
                <a:gd name="connsiteX387" fmla="*/ 8287 w 523875"/>
                <a:gd name="connsiteY387" fmla="*/ 113347 h 419100"/>
                <a:gd name="connsiteX388" fmla="*/ 9049 w 523875"/>
                <a:gd name="connsiteY388" fmla="*/ 114681 h 419100"/>
                <a:gd name="connsiteX389" fmla="*/ 9811 w 523875"/>
                <a:gd name="connsiteY389" fmla="*/ 115729 h 419100"/>
                <a:gd name="connsiteX390" fmla="*/ 11430 w 523875"/>
                <a:gd name="connsiteY390" fmla="*/ 117729 h 419100"/>
                <a:gd name="connsiteX391" fmla="*/ 12954 w 523875"/>
                <a:gd name="connsiteY391" fmla="*/ 119920 h 419100"/>
                <a:gd name="connsiteX392" fmla="*/ 13335 w 523875"/>
                <a:gd name="connsiteY392" fmla="*/ 121158 h 419100"/>
                <a:gd name="connsiteX393" fmla="*/ 13526 w 523875"/>
                <a:gd name="connsiteY393" fmla="*/ 122396 h 419100"/>
                <a:gd name="connsiteX394" fmla="*/ 13240 w 523875"/>
                <a:gd name="connsiteY394" fmla="*/ 123349 h 419100"/>
                <a:gd name="connsiteX395" fmla="*/ 12668 w 523875"/>
                <a:gd name="connsiteY395" fmla="*/ 124301 h 419100"/>
                <a:gd name="connsiteX396" fmla="*/ 9620 w 523875"/>
                <a:gd name="connsiteY396" fmla="*/ 128397 h 419100"/>
                <a:gd name="connsiteX397" fmla="*/ 9144 w 523875"/>
                <a:gd name="connsiteY397" fmla="*/ 129445 h 419100"/>
                <a:gd name="connsiteX398" fmla="*/ 9049 w 523875"/>
                <a:gd name="connsiteY398" fmla="*/ 130588 h 419100"/>
                <a:gd name="connsiteX399" fmla="*/ 9144 w 523875"/>
                <a:gd name="connsiteY399" fmla="*/ 131540 h 419100"/>
                <a:gd name="connsiteX400" fmla="*/ 9049 w 523875"/>
                <a:gd name="connsiteY400" fmla="*/ 133064 h 419100"/>
                <a:gd name="connsiteX401" fmla="*/ 8668 w 523875"/>
                <a:gd name="connsiteY401" fmla="*/ 134207 h 419100"/>
                <a:gd name="connsiteX402" fmla="*/ 8192 w 523875"/>
                <a:gd name="connsiteY402" fmla="*/ 135160 h 419100"/>
                <a:gd name="connsiteX403" fmla="*/ 5048 w 523875"/>
                <a:gd name="connsiteY403" fmla="*/ 138779 h 419100"/>
                <a:gd name="connsiteX404" fmla="*/ 3429 w 523875"/>
                <a:gd name="connsiteY404" fmla="*/ 141446 h 419100"/>
                <a:gd name="connsiteX405" fmla="*/ 2667 w 523875"/>
                <a:gd name="connsiteY405" fmla="*/ 142970 h 419100"/>
                <a:gd name="connsiteX406" fmla="*/ 0 w 523875"/>
                <a:gd name="connsiteY406" fmla="*/ 150400 h 419100"/>
                <a:gd name="connsiteX407" fmla="*/ 6191 w 523875"/>
                <a:gd name="connsiteY407" fmla="*/ 152305 h 419100"/>
                <a:gd name="connsiteX408" fmla="*/ 12192 w 523875"/>
                <a:gd name="connsiteY408" fmla="*/ 152686 h 419100"/>
                <a:gd name="connsiteX409" fmla="*/ 13240 w 523875"/>
                <a:gd name="connsiteY409" fmla="*/ 152971 h 419100"/>
                <a:gd name="connsiteX410" fmla="*/ 14097 w 523875"/>
                <a:gd name="connsiteY410" fmla="*/ 153638 h 419100"/>
                <a:gd name="connsiteX411" fmla="*/ 16002 w 523875"/>
                <a:gd name="connsiteY411" fmla="*/ 155258 h 419100"/>
                <a:gd name="connsiteX412" fmla="*/ 20098 w 523875"/>
                <a:gd name="connsiteY412" fmla="*/ 157639 h 419100"/>
                <a:gd name="connsiteX413" fmla="*/ 20860 w 523875"/>
                <a:gd name="connsiteY413" fmla="*/ 158591 h 419100"/>
                <a:gd name="connsiteX414" fmla="*/ 21336 w 523875"/>
                <a:gd name="connsiteY414" fmla="*/ 159734 h 419100"/>
                <a:gd name="connsiteX415" fmla="*/ 21527 w 523875"/>
                <a:gd name="connsiteY415" fmla="*/ 161449 h 419100"/>
                <a:gd name="connsiteX416" fmla="*/ 21431 w 523875"/>
                <a:gd name="connsiteY416" fmla="*/ 166497 h 419100"/>
                <a:gd name="connsiteX417" fmla="*/ 21622 w 523875"/>
                <a:gd name="connsiteY417" fmla="*/ 168116 h 419100"/>
                <a:gd name="connsiteX418" fmla="*/ 21908 w 523875"/>
                <a:gd name="connsiteY418" fmla="*/ 170021 h 419100"/>
                <a:gd name="connsiteX419" fmla="*/ 22574 w 523875"/>
                <a:gd name="connsiteY419" fmla="*/ 171736 h 419100"/>
                <a:gd name="connsiteX420" fmla="*/ 23527 w 523875"/>
                <a:gd name="connsiteY420" fmla="*/ 173546 h 419100"/>
                <a:gd name="connsiteX421" fmla="*/ 25432 w 523875"/>
                <a:gd name="connsiteY421" fmla="*/ 176213 h 419100"/>
                <a:gd name="connsiteX422" fmla="*/ 41529 w 523875"/>
                <a:gd name="connsiteY422" fmla="*/ 190976 h 419100"/>
                <a:gd name="connsiteX423" fmla="*/ 43244 w 523875"/>
                <a:gd name="connsiteY423" fmla="*/ 193167 h 419100"/>
                <a:gd name="connsiteX424" fmla="*/ 45339 w 523875"/>
                <a:gd name="connsiteY424" fmla="*/ 198215 h 419100"/>
                <a:gd name="connsiteX425" fmla="*/ 45815 w 523875"/>
                <a:gd name="connsiteY425" fmla="*/ 199739 h 419100"/>
                <a:gd name="connsiteX426" fmla="*/ 46006 w 523875"/>
                <a:gd name="connsiteY426" fmla="*/ 201073 h 419100"/>
                <a:gd name="connsiteX427" fmla="*/ 45720 w 523875"/>
                <a:gd name="connsiteY427" fmla="*/ 202216 h 419100"/>
                <a:gd name="connsiteX428" fmla="*/ 44482 w 523875"/>
                <a:gd name="connsiteY428" fmla="*/ 205835 h 419100"/>
                <a:gd name="connsiteX429" fmla="*/ 44196 w 523875"/>
                <a:gd name="connsiteY429" fmla="*/ 206883 h 419100"/>
                <a:gd name="connsiteX430" fmla="*/ 44101 w 523875"/>
                <a:gd name="connsiteY430" fmla="*/ 207740 h 419100"/>
                <a:gd name="connsiteX431" fmla="*/ 44291 w 523875"/>
                <a:gd name="connsiteY431" fmla="*/ 208883 h 419100"/>
                <a:gd name="connsiteX432" fmla="*/ 45529 w 523875"/>
                <a:gd name="connsiteY432" fmla="*/ 211646 h 419100"/>
                <a:gd name="connsiteX433" fmla="*/ 46958 w 523875"/>
                <a:gd name="connsiteY433" fmla="*/ 215646 h 419100"/>
                <a:gd name="connsiteX434" fmla="*/ 48006 w 523875"/>
                <a:gd name="connsiteY434" fmla="*/ 217837 h 419100"/>
                <a:gd name="connsiteX435" fmla="*/ 49054 w 523875"/>
                <a:gd name="connsiteY435" fmla="*/ 218980 h 419100"/>
                <a:gd name="connsiteX436" fmla="*/ 50197 w 523875"/>
                <a:gd name="connsiteY436" fmla="*/ 219837 h 419100"/>
                <a:gd name="connsiteX437" fmla="*/ 51245 w 523875"/>
                <a:gd name="connsiteY437" fmla="*/ 220218 h 419100"/>
                <a:gd name="connsiteX438" fmla="*/ 52102 w 523875"/>
                <a:gd name="connsiteY438" fmla="*/ 220313 h 419100"/>
                <a:gd name="connsiteX439" fmla="*/ 53054 w 523875"/>
                <a:gd name="connsiteY439" fmla="*/ 220313 h 419100"/>
                <a:gd name="connsiteX440" fmla="*/ 55721 w 523875"/>
                <a:gd name="connsiteY440" fmla="*/ 219742 h 419100"/>
                <a:gd name="connsiteX441" fmla="*/ 56579 w 523875"/>
                <a:gd name="connsiteY441" fmla="*/ 219646 h 419100"/>
                <a:gd name="connsiteX442" fmla="*/ 57531 w 523875"/>
                <a:gd name="connsiteY442" fmla="*/ 219742 h 419100"/>
                <a:gd name="connsiteX443" fmla="*/ 58579 w 523875"/>
                <a:gd name="connsiteY443" fmla="*/ 219932 h 419100"/>
                <a:gd name="connsiteX444" fmla="*/ 65723 w 523875"/>
                <a:gd name="connsiteY444" fmla="*/ 222980 h 419100"/>
                <a:gd name="connsiteX445" fmla="*/ 66389 w 523875"/>
                <a:gd name="connsiteY445" fmla="*/ 223075 h 419100"/>
                <a:gd name="connsiteX446" fmla="*/ 66866 w 523875"/>
                <a:gd name="connsiteY446" fmla="*/ 223075 h 419100"/>
                <a:gd name="connsiteX447" fmla="*/ 67247 w 523875"/>
                <a:gd name="connsiteY447" fmla="*/ 222695 h 419100"/>
                <a:gd name="connsiteX448" fmla="*/ 67532 w 523875"/>
                <a:gd name="connsiteY448" fmla="*/ 222313 h 419100"/>
                <a:gd name="connsiteX449" fmla="*/ 67628 w 523875"/>
                <a:gd name="connsiteY449" fmla="*/ 221551 h 419100"/>
                <a:gd name="connsiteX450" fmla="*/ 67056 w 523875"/>
                <a:gd name="connsiteY450" fmla="*/ 218789 h 419100"/>
                <a:gd name="connsiteX451" fmla="*/ 67056 w 523875"/>
                <a:gd name="connsiteY451" fmla="*/ 217265 h 419100"/>
                <a:gd name="connsiteX452" fmla="*/ 67151 w 523875"/>
                <a:gd name="connsiteY452" fmla="*/ 216503 h 419100"/>
                <a:gd name="connsiteX453" fmla="*/ 67437 w 523875"/>
                <a:gd name="connsiteY453" fmla="*/ 216027 h 419100"/>
                <a:gd name="connsiteX454" fmla="*/ 67723 w 523875"/>
                <a:gd name="connsiteY454" fmla="*/ 215551 h 419100"/>
                <a:gd name="connsiteX455" fmla="*/ 68294 w 523875"/>
                <a:gd name="connsiteY455" fmla="*/ 215170 h 419100"/>
                <a:gd name="connsiteX456" fmla="*/ 68866 w 523875"/>
                <a:gd name="connsiteY456" fmla="*/ 214884 h 419100"/>
                <a:gd name="connsiteX457" fmla="*/ 70009 w 523875"/>
                <a:gd name="connsiteY457" fmla="*/ 214598 h 419100"/>
                <a:gd name="connsiteX458" fmla="*/ 70771 w 523875"/>
                <a:gd name="connsiteY458" fmla="*/ 214217 h 419100"/>
                <a:gd name="connsiteX459" fmla="*/ 72200 w 523875"/>
                <a:gd name="connsiteY459" fmla="*/ 213265 h 419100"/>
                <a:gd name="connsiteX460" fmla="*/ 72962 w 523875"/>
                <a:gd name="connsiteY460" fmla="*/ 213074 h 419100"/>
                <a:gd name="connsiteX461" fmla="*/ 73819 w 523875"/>
                <a:gd name="connsiteY461" fmla="*/ 213074 h 419100"/>
                <a:gd name="connsiteX462" fmla="*/ 74962 w 523875"/>
                <a:gd name="connsiteY462" fmla="*/ 213646 h 419100"/>
                <a:gd name="connsiteX463" fmla="*/ 75533 w 523875"/>
                <a:gd name="connsiteY463" fmla="*/ 214503 h 419100"/>
                <a:gd name="connsiteX464" fmla="*/ 75724 w 523875"/>
                <a:gd name="connsiteY464" fmla="*/ 215837 h 419100"/>
                <a:gd name="connsiteX465" fmla="*/ 75914 w 523875"/>
                <a:gd name="connsiteY465" fmla="*/ 217170 h 419100"/>
                <a:gd name="connsiteX466" fmla="*/ 76200 w 523875"/>
                <a:gd name="connsiteY466" fmla="*/ 218694 h 419100"/>
                <a:gd name="connsiteX467" fmla="*/ 78200 w 523875"/>
                <a:gd name="connsiteY467" fmla="*/ 222695 h 419100"/>
                <a:gd name="connsiteX468" fmla="*/ 78391 w 523875"/>
                <a:gd name="connsiteY468" fmla="*/ 223361 h 419100"/>
                <a:gd name="connsiteX469" fmla="*/ 78200 w 523875"/>
                <a:gd name="connsiteY469" fmla="*/ 224314 h 419100"/>
                <a:gd name="connsiteX470" fmla="*/ 77724 w 523875"/>
                <a:gd name="connsiteY470" fmla="*/ 225552 h 419100"/>
                <a:gd name="connsiteX471" fmla="*/ 77057 w 523875"/>
                <a:gd name="connsiteY471" fmla="*/ 226695 h 419100"/>
                <a:gd name="connsiteX472" fmla="*/ 75724 w 523875"/>
                <a:gd name="connsiteY472" fmla="*/ 228505 h 419100"/>
                <a:gd name="connsiteX473" fmla="*/ 72104 w 523875"/>
                <a:gd name="connsiteY473" fmla="*/ 232315 h 419100"/>
                <a:gd name="connsiteX474" fmla="*/ 71438 w 523875"/>
                <a:gd name="connsiteY474" fmla="*/ 233267 h 419100"/>
                <a:gd name="connsiteX475" fmla="*/ 71057 w 523875"/>
                <a:gd name="connsiteY475" fmla="*/ 234220 h 419100"/>
                <a:gd name="connsiteX476" fmla="*/ 70866 w 523875"/>
                <a:gd name="connsiteY476" fmla="*/ 235172 h 419100"/>
                <a:gd name="connsiteX477" fmla="*/ 70866 w 523875"/>
                <a:gd name="connsiteY477" fmla="*/ 236220 h 419100"/>
                <a:gd name="connsiteX478" fmla="*/ 71057 w 523875"/>
                <a:gd name="connsiteY478" fmla="*/ 237363 h 419100"/>
                <a:gd name="connsiteX479" fmla="*/ 71057 w 523875"/>
                <a:gd name="connsiteY479" fmla="*/ 238411 h 419100"/>
                <a:gd name="connsiteX480" fmla="*/ 70961 w 523875"/>
                <a:gd name="connsiteY480" fmla="*/ 239649 h 419100"/>
                <a:gd name="connsiteX481" fmla="*/ 70199 w 523875"/>
                <a:gd name="connsiteY481" fmla="*/ 242983 h 419100"/>
                <a:gd name="connsiteX482" fmla="*/ 70104 w 523875"/>
                <a:gd name="connsiteY482" fmla="*/ 244221 h 419100"/>
                <a:gd name="connsiteX483" fmla="*/ 70104 w 523875"/>
                <a:gd name="connsiteY483" fmla="*/ 245840 h 419100"/>
                <a:gd name="connsiteX484" fmla="*/ 70390 w 523875"/>
                <a:gd name="connsiteY484" fmla="*/ 247459 h 419100"/>
                <a:gd name="connsiteX485" fmla="*/ 70866 w 523875"/>
                <a:gd name="connsiteY485" fmla="*/ 248412 h 419100"/>
                <a:gd name="connsiteX486" fmla="*/ 71533 w 523875"/>
                <a:gd name="connsiteY486" fmla="*/ 248888 h 419100"/>
                <a:gd name="connsiteX487" fmla="*/ 72009 w 523875"/>
                <a:gd name="connsiteY487" fmla="*/ 248888 h 419100"/>
                <a:gd name="connsiteX488" fmla="*/ 72771 w 523875"/>
                <a:gd name="connsiteY488" fmla="*/ 248412 h 419100"/>
                <a:gd name="connsiteX489" fmla="*/ 75533 w 523875"/>
                <a:gd name="connsiteY489" fmla="*/ 245364 h 419100"/>
                <a:gd name="connsiteX490" fmla="*/ 76391 w 523875"/>
                <a:gd name="connsiteY490" fmla="*/ 244983 h 419100"/>
                <a:gd name="connsiteX491" fmla="*/ 77057 w 523875"/>
                <a:gd name="connsiteY491" fmla="*/ 245078 h 419100"/>
                <a:gd name="connsiteX492" fmla="*/ 78296 w 523875"/>
                <a:gd name="connsiteY492" fmla="*/ 245840 h 419100"/>
                <a:gd name="connsiteX493" fmla="*/ 79153 w 523875"/>
                <a:gd name="connsiteY493" fmla="*/ 247174 h 419100"/>
                <a:gd name="connsiteX494" fmla="*/ 79820 w 523875"/>
                <a:gd name="connsiteY494" fmla="*/ 248888 h 419100"/>
                <a:gd name="connsiteX495" fmla="*/ 80963 w 523875"/>
                <a:gd name="connsiteY495" fmla="*/ 255079 h 419100"/>
                <a:gd name="connsiteX496" fmla="*/ 80201 w 523875"/>
                <a:gd name="connsiteY496" fmla="*/ 264985 h 419100"/>
                <a:gd name="connsiteX497" fmla="*/ 78867 w 523875"/>
                <a:gd name="connsiteY497" fmla="*/ 270415 h 419100"/>
                <a:gd name="connsiteX498" fmla="*/ 79820 w 523875"/>
                <a:gd name="connsiteY498" fmla="*/ 275558 h 419100"/>
                <a:gd name="connsiteX499" fmla="*/ 81725 w 523875"/>
                <a:gd name="connsiteY499" fmla="*/ 278416 h 419100"/>
                <a:gd name="connsiteX500" fmla="*/ 85535 w 523875"/>
                <a:gd name="connsiteY500" fmla="*/ 281750 h 419100"/>
                <a:gd name="connsiteX501" fmla="*/ 86773 w 523875"/>
                <a:gd name="connsiteY501" fmla="*/ 283274 h 419100"/>
                <a:gd name="connsiteX502" fmla="*/ 87440 w 523875"/>
                <a:gd name="connsiteY502" fmla="*/ 284797 h 419100"/>
                <a:gd name="connsiteX503" fmla="*/ 87821 w 523875"/>
                <a:gd name="connsiteY503" fmla="*/ 286226 h 419100"/>
                <a:gd name="connsiteX504" fmla="*/ 88297 w 523875"/>
                <a:gd name="connsiteY504" fmla="*/ 289750 h 419100"/>
                <a:gd name="connsiteX505" fmla="*/ 88964 w 523875"/>
                <a:gd name="connsiteY505" fmla="*/ 292322 h 419100"/>
                <a:gd name="connsiteX506" fmla="*/ 89440 w 523875"/>
                <a:gd name="connsiteY506" fmla="*/ 293465 h 419100"/>
                <a:gd name="connsiteX507" fmla="*/ 89821 w 523875"/>
                <a:gd name="connsiteY507" fmla="*/ 294037 h 419100"/>
                <a:gd name="connsiteX508" fmla="*/ 90297 w 523875"/>
                <a:gd name="connsiteY508" fmla="*/ 294418 h 419100"/>
                <a:gd name="connsiteX509" fmla="*/ 90869 w 523875"/>
                <a:gd name="connsiteY509" fmla="*/ 294704 h 419100"/>
                <a:gd name="connsiteX510" fmla="*/ 91726 w 523875"/>
                <a:gd name="connsiteY510" fmla="*/ 295084 h 419100"/>
                <a:gd name="connsiteX511" fmla="*/ 92583 w 523875"/>
                <a:gd name="connsiteY511" fmla="*/ 294989 h 419100"/>
                <a:gd name="connsiteX512" fmla="*/ 93345 w 523875"/>
                <a:gd name="connsiteY512" fmla="*/ 294704 h 419100"/>
                <a:gd name="connsiteX513" fmla="*/ 93631 w 523875"/>
                <a:gd name="connsiteY513" fmla="*/ 294322 h 419100"/>
                <a:gd name="connsiteX514" fmla="*/ 93726 w 523875"/>
                <a:gd name="connsiteY514" fmla="*/ 294037 h 419100"/>
                <a:gd name="connsiteX515" fmla="*/ 93821 w 523875"/>
                <a:gd name="connsiteY515" fmla="*/ 293846 h 419100"/>
                <a:gd name="connsiteX516" fmla="*/ 93536 w 523875"/>
                <a:gd name="connsiteY516" fmla="*/ 291941 h 419100"/>
                <a:gd name="connsiteX517" fmla="*/ 93536 w 523875"/>
                <a:gd name="connsiteY517" fmla="*/ 291275 h 419100"/>
                <a:gd name="connsiteX518" fmla="*/ 94012 w 523875"/>
                <a:gd name="connsiteY518" fmla="*/ 290798 h 419100"/>
                <a:gd name="connsiteX519" fmla="*/ 94964 w 523875"/>
                <a:gd name="connsiteY519" fmla="*/ 290989 h 419100"/>
                <a:gd name="connsiteX520" fmla="*/ 98870 w 523875"/>
                <a:gd name="connsiteY520" fmla="*/ 293465 h 419100"/>
                <a:gd name="connsiteX521" fmla="*/ 99632 w 523875"/>
                <a:gd name="connsiteY521" fmla="*/ 293846 h 419100"/>
                <a:gd name="connsiteX522" fmla="*/ 101537 w 523875"/>
                <a:gd name="connsiteY522" fmla="*/ 294513 h 419100"/>
                <a:gd name="connsiteX523" fmla="*/ 102679 w 523875"/>
                <a:gd name="connsiteY523" fmla="*/ 294608 h 419100"/>
                <a:gd name="connsiteX524" fmla="*/ 103727 w 523875"/>
                <a:gd name="connsiteY524" fmla="*/ 294608 h 419100"/>
                <a:gd name="connsiteX525" fmla="*/ 104680 w 523875"/>
                <a:gd name="connsiteY525" fmla="*/ 294322 h 419100"/>
                <a:gd name="connsiteX526" fmla="*/ 105442 w 523875"/>
                <a:gd name="connsiteY526" fmla="*/ 293942 h 419100"/>
                <a:gd name="connsiteX527" fmla="*/ 105728 w 523875"/>
                <a:gd name="connsiteY527" fmla="*/ 293846 h 419100"/>
                <a:gd name="connsiteX528" fmla="*/ 106966 w 523875"/>
                <a:gd name="connsiteY528" fmla="*/ 293751 h 419100"/>
                <a:gd name="connsiteX529" fmla="*/ 107918 w 523875"/>
                <a:gd name="connsiteY529" fmla="*/ 293751 h 419100"/>
                <a:gd name="connsiteX530" fmla="*/ 109061 w 523875"/>
                <a:gd name="connsiteY530" fmla="*/ 293846 h 419100"/>
                <a:gd name="connsiteX531" fmla="*/ 110204 w 523875"/>
                <a:gd name="connsiteY531" fmla="*/ 294227 h 419100"/>
                <a:gd name="connsiteX532" fmla="*/ 113252 w 523875"/>
                <a:gd name="connsiteY532" fmla="*/ 295751 h 419100"/>
                <a:gd name="connsiteX533" fmla="*/ 114205 w 523875"/>
                <a:gd name="connsiteY533" fmla="*/ 296609 h 419100"/>
                <a:gd name="connsiteX534" fmla="*/ 114681 w 523875"/>
                <a:gd name="connsiteY534" fmla="*/ 297561 h 419100"/>
                <a:gd name="connsiteX535" fmla="*/ 114967 w 523875"/>
                <a:gd name="connsiteY535" fmla="*/ 300133 h 419100"/>
                <a:gd name="connsiteX536" fmla="*/ 115348 w 523875"/>
                <a:gd name="connsiteY536" fmla="*/ 301562 h 419100"/>
                <a:gd name="connsiteX537" fmla="*/ 116491 w 523875"/>
                <a:gd name="connsiteY537" fmla="*/ 303847 h 419100"/>
                <a:gd name="connsiteX538" fmla="*/ 117062 w 523875"/>
                <a:gd name="connsiteY538" fmla="*/ 305371 h 419100"/>
                <a:gd name="connsiteX539" fmla="*/ 117253 w 523875"/>
                <a:gd name="connsiteY539" fmla="*/ 306896 h 419100"/>
                <a:gd name="connsiteX540" fmla="*/ 117158 w 523875"/>
                <a:gd name="connsiteY540" fmla="*/ 308229 h 419100"/>
                <a:gd name="connsiteX541" fmla="*/ 116491 w 523875"/>
                <a:gd name="connsiteY541" fmla="*/ 309658 h 419100"/>
                <a:gd name="connsiteX542" fmla="*/ 115348 w 523875"/>
                <a:gd name="connsiteY542" fmla="*/ 311182 h 419100"/>
                <a:gd name="connsiteX543" fmla="*/ 113919 w 523875"/>
                <a:gd name="connsiteY543" fmla="*/ 312706 h 419100"/>
                <a:gd name="connsiteX544" fmla="*/ 109442 w 523875"/>
                <a:gd name="connsiteY544" fmla="*/ 316039 h 419100"/>
                <a:gd name="connsiteX545" fmla="*/ 108585 w 523875"/>
                <a:gd name="connsiteY545" fmla="*/ 316801 h 419100"/>
                <a:gd name="connsiteX546" fmla="*/ 107252 w 523875"/>
                <a:gd name="connsiteY546" fmla="*/ 318325 h 419100"/>
                <a:gd name="connsiteX547" fmla="*/ 106585 w 523875"/>
                <a:gd name="connsiteY547" fmla="*/ 318992 h 419100"/>
                <a:gd name="connsiteX548" fmla="*/ 104489 w 523875"/>
                <a:gd name="connsiteY548" fmla="*/ 319754 h 419100"/>
                <a:gd name="connsiteX549" fmla="*/ 103632 w 523875"/>
                <a:gd name="connsiteY549" fmla="*/ 320230 h 419100"/>
                <a:gd name="connsiteX550" fmla="*/ 102870 w 523875"/>
                <a:gd name="connsiteY550" fmla="*/ 321088 h 419100"/>
                <a:gd name="connsiteX551" fmla="*/ 102299 w 523875"/>
                <a:gd name="connsiteY551" fmla="*/ 321945 h 419100"/>
                <a:gd name="connsiteX552" fmla="*/ 101727 w 523875"/>
                <a:gd name="connsiteY552" fmla="*/ 323088 h 419100"/>
                <a:gd name="connsiteX553" fmla="*/ 99917 w 523875"/>
                <a:gd name="connsiteY553" fmla="*/ 329470 h 419100"/>
                <a:gd name="connsiteX554" fmla="*/ 99251 w 523875"/>
                <a:gd name="connsiteY554" fmla="*/ 330517 h 419100"/>
                <a:gd name="connsiteX555" fmla="*/ 98584 w 523875"/>
                <a:gd name="connsiteY555" fmla="*/ 331280 h 419100"/>
                <a:gd name="connsiteX556" fmla="*/ 92583 w 523875"/>
                <a:gd name="connsiteY556" fmla="*/ 335566 h 419100"/>
                <a:gd name="connsiteX557" fmla="*/ 90297 w 523875"/>
                <a:gd name="connsiteY557" fmla="*/ 337947 h 419100"/>
                <a:gd name="connsiteX558" fmla="*/ 89345 w 523875"/>
                <a:gd name="connsiteY558" fmla="*/ 338423 h 419100"/>
                <a:gd name="connsiteX559" fmla="*/ 88487 w 523875"/>
                <a:gd name="connsiteY559" fmla="*/ 338804 h 419100"/>
                <a:gd name="connsiteX560" fmla="*/ 87154 w 523875"/>
                <a:gd name="connsiteY560" fmla="*/ 338900 h 419100"/>
                <a:gd name="connsiteX561" fmla="*/ 83629 w 523875"/>
                <a:gd name="connsiteY561" fmla="*/ 338804 h 419100"/>
                <a:gd name="connsiteX562" fmla="*/ 83058 w 523875"/>
                <a:gd name="connsiteY562" fmla="*/ 338995 h 419100"/>
                <a:gd name="connsiteX563" fmla="*/ 81534 w 523875"/>
                <a:gd name="connsiteY563" fmla="*/ 340328 h 419100"/>
                <a:gd name="connsiteX564" fmla="*/ 79534 w 523875"/>
                <a:gd name="connsiteY564" fmla="*/ 342805 h 419100"/>
                <a:gd name="connsiteX565" fmla="*/ 78772 w 523875"/>
                <a:gd name="connsiteY565" fmla="*/ 343471 h 419100"/>
                <a:gd name="connsiteX566" fmla="*/ 78105 w 523875"/>
                <a:gd name="connsiteY566" fmla="*/ 343948 h 419100"/>
                <a:gd name="connsiteX567" fmla="*/ 76105 w 523875"/>
                <a:gd name="connsiteY567" fmla="*/ 344900 h 419100"/>
                <a:gd name="connsiteX568" fmla="*/ 75629 w 523875"/>
                <a:gd name="connsiteY568" fmla="*/ 345281 h 419100"/>
                <a:gd name="connsiteX569" fmla="*/ 75248 w 523875"/>
                <a:gd name="connsiteY569" fmla="*/ 345662 h 419100"/>
                <a:gd name="connsiteX570" fmla="*/ 74867 w 523875"/>
                <a:gd name="connsiteY570" fmla="*/ 346424 h 419100"/>
                <a:gd name="connsiteX571" fmla="*/ 74486 w 523875"/>
                <a:gd name="connsiteY571" fmla="*/ 347186 h 419100"/>
                <a:gd name="connsiteX572" fmla="*/ 73819 w 523875"/>
                <a:gd name="connsiteY572" fmla="*/ 349758 h 419100"/>
                <a:gd name="connsiteX573" fmla="*/ 73057 w 523875"/>
                <a:gd name="connsiteY573" fmla="*/ 351568 h 419100"/>
                <a:gd name="connsiteX574" fmla="*/ 77343 w 523875"/>
                <a:gd name="connsiteY574" fmla="*/ 352520 h 419100"/>
                <a:gd name="connsiteX575" fmla="*/ 80677 w 523875"/>
                <a:gd name="connsiteY575" fmla="*/ 354139 h 419100"/>
                <a:gd name="connsiteX576" fmla="*/ 84296 w 523875"/>
                <a:gd name="connsiteY576" fmla="*/ 356521 h 419100"/>
                <a:gd name="connsiteX577" fmla="*/ 90869 w 523875"/>
                <a:gd name="connsiteY577" fmla="*/ 365570 h 419100"/>
                <a:gd name="connsiteX578" fmla="*/ 91631 w 523875"/>
                <a:gd name="connsiteY578" fmla="*/ 367379 h 419100"/>
                <a:gd name="connsiteX579" fmla="*/ 92297 w 523875"/>
                <a:gd name="connsiteY579" fmla="*/ 368808 h 419100"/>
                <a:gd name="connsiteX580" fmla="*/ 93536 w 523875"/>
                <a:gd name="connsiteY580" fmla="*/ 370618 h 419100"/>
                <a:gd name="connsiteX581" fmla="*/ 97155 w 523875"/>
                <a:gd name="connsiteY581" fmla="*/ 373380 h 419100"/>
                <a:gd name="connsiteX582" fmla="*/ 98298 w 523875"/>
                <a:gd name="connsiteY582" fmla="*/ 373856 h 419100"/>
                <a:gd name="connsiteX583" fmla="*/ 99155 w 523875"/>
                <a:gd name="connsiteY583" fmla="*/ 373951 h 419100"/>
                <a:gd name="connsiteX584" fmla="*/ 101632 w 523875"/>
                <a:gd name="connsiteY584" fmla="*/ 373856 h 419100"/>
                <a:gd name="connsiteX585" fmla="*/ 103156 w 523875"/>
                <a:gd name="connsiteY585" fmla="*/ 374237 h 419100"/>
                <a:gd name="connsiteX586" fmla="*/ 110300 w 523875"/>
                <a:gd name="connsiteY586" fmla="*/ 377857 h 419100"/>
                <a:gd name="connsiteX587" fmla="*/ 112395 w 523875"/>
                <a:gd name="connsiteY587" fmla="*/ 378428 h 419100"/>
                <a:gd name="connsiteX588" fmla="*/ 123635 w 523875"/>
                <a:gd name="connsiteY588" fmla="*/ 377857 h 419100"/>
                <a:gd name="connsiteX589" fmla="*/ 125063 w 523875"/>
                <a:gd name="connsiteY589" fmla="*/ 377571 h 419100"/>
                <a:gd name="connsiteX590" fmla="*/ 132398 w 523875"/>
                <a:gd name="connsiteY590" fmla="*/ 373666 h 419100"/>
                <a:gd name="connsiteX591" fmla="*/ 133160 w 523875"/>
                <a:gd name="connsiteY591" fmla="*/ 373094 h 419100"/>
                <a:gd name="connsiteX592" fmla="*/ 133922 w 523875"/>
                <a:gd name="connsiteY592" fmla="*/ 372428 h 419100"/>
                <a:gd name="connsiteX593" fmla="*/ 134303 w 523875"/>
                <a:gd name="connsiteY593" fmla="*/ 371856 h 419100"/>
                <a:gd name="connsiteX594" fmla="*/ 134684 w 523875"/>
                <a:gd name="connsiteY594" fmla="*/ 370808 h 419100"/>
                <a:gd name="connsiteX595" fmla="*/ 134779 w 523875"/>
                <a:gd name="connsiteY595" fmla="*/ 369856 h 419100"/>
                <a:gd name="connsiteX596" fmla="*/ 134684 w 523875"/>
                <a:gd name="connsiteY596" fmla="*/ 368617 h 419100"/>
                <a:gd name="connsiteX597" fmla="*/ 134779 w 523875"/>
                <a:gd name="connsiteY597" fmla="*/ 367570 h 419100"/>
                <a:gd name="connsiteX598" fmla="*/ 135160 w 523875"/>
                <a:gd name="connsiteY598" fmla="*/ 366808 h 419100"/>
                <a:gd name="connsiteX599" fmla="*/ 136112 w 523875"/>
                <a:gd name="connsiteY599" fmla="*/ 366236 h 419100"/>
                <a:gd name="connsiteX600" fmla="*/ 137636 w 523875"/>
                <a:gd name="connsiteY600" fmla="*/ 366046 h 419100"/>
                <a:gd name="connsiteX601" fmla="*/ 161163 w 523875"/>
                <a:gd name="connsiteY601" fmla="*/ 365474 h 419100"/>
                <a:gd name="connsiteX602" fmla="*/ 162878 w 523875"/>
                <a:gd name="connsiteY602" fmla="*/ 365093 h 419100"/>
                <a:gd name="connsiteX603" fmla="*/ 163925 w 523875"/>
                <a:gd name="connsiteY603" fmla="*/ 364522 h 419100"/>
                <a:gd name="connsiteX604" fmla="*/ 164402 w 523875"/>
                <a:gd name="connsiteY604" fmla="*/ 363855 h 419100"/>
                <a:gd name="connsiteX605" fmla="*/ 165259 w 523875"/>
                <a:gd name="connsiteY605" fmla="*/ 363188 h 419100"/>
                <a:gd name="connsiteX606" fmla="*/ 166307 w 523875"/>
                <a:gd name="connsiteY606" fmla="*/ 362903 h 419100"/>
                <a:gd name="connsiteX607" fmla="*/ 168878 w 523875"/>
                <a:gd name="connsiteY607" fmla="*/ 362617 h 419100"/>
                <a:gd name="connsiteX608" fmla="*/ 170879 w 523875"/>
                <a:gd name="connsiteY608" fmla="*/ 362903 h 419100"/>
                <a:gd name="connsiteX609" fmla="*/ 177927 w 523875"/>
                <a:gd name="connsiteY609" fmla="*/ 364712 h 419100"/>
                <a:gd name="connsiteX610" fmla="*/ 181356 w 523875"/>
                <a:gd name="connsiteY610" fmla="*/ 366141 h 419100"/>
                <a:gd name="connsiteX611" fmla="*/ 182213 w 523875"/>
                <a:gd name="connsiteY611" fmla="*/ 366046 h 419100"/>
                <a:gd name="connsiteX612" fmla="*/ 182880 w 523875"/>
                <a:gd name="connsiteY612" fmla="*/ 365855 h 419100"/>
                <a:gd name="connsiteX613" fmla="*/ 184690 w 523875"/>
                <a:gd name="connsiteY613" fmla="*/ 363760 h 419100"/>
                <a:gd name="connsiteX614" fmla="*/ 185452 w 523875"/>
                <a:gd name="connsiteY614" fmla="*/ 363284 h 419100"/>
                <a:gd name="connsiteX615" fmla="*/ 186404 w 523875"/>
                <a:gd name="connsiteY615" fmla="*/ 362998 h 419100"/>
                <a:gd name="connsiteX616" fmla="*/ 190024 w 523875"/>
                <a:gd name="connsiteY616" fmla="*/ 362617 h 419100"/>
                <a:gd name="connsiteX617" fmla="*/ 190500 w 523875"/>
                <a:gd name="connsiteY617" fmla="*/ 362426 h 419100"/>
                <a:gd name="connsiteX618" fmla="*/ 196310 w 523875"/>
                <a:gd name="connsiteY618" fmla="*/ 358616 h 419100"/>
                <a:gd name="connsiteX619" fmla="*/ 199454 w 523875"/>
                <a:gd name="connsiteY619" fmla="*/ 356045 h 419100"/>
                <a:gd name="connsiteX620" fmla="*/ 202025 w 523875"/>
                <a:gd name="connsiteY620" fmla="*/ 363093 h 419100"/>
                <a:gd name="connsiteX621" fmla="*/ 203454 w 523875"/>
                <a:gd name="connsiteY621" fmla="*/ 369665 h 419100"/>
                <a:gd name="connsiteX622" fmla="*/ 203930 w 523875"/>
                <a:gd name="connsiteY622" fmla="*/ 374237 h 419100"/>
                <a:gd name="connsiteX623" fmla="*/ 203930 w 523875"/>
                <a:gd name="connsiteY623" fmla="*/ 377571 h 419100"/>
                <a:gd name="connsiteX624" fmla="*/ 203264 w 523875"/>
                <a:gd name="connsiteY624" fmla="*/ 380809 h 419100"/>
                <a:gd name="connsiteX625" fmla="*/ 202692 w 523875"/>
                <a:gd name="connsiteY625" fmla="*/ 382619 h 419100"/>
                <a:gd name="connsiteX626" fmla="*/ 202025 w 523875"/>
                <a:gd name="connsiteY626" fmla="*/ 383858 h 419100"/>
                <a:gd name="connsiteX627" fmla="*/ 196501 w 523875"/>
                <a:gd name="connsiteY627" fmla="*/ 391859 h 419100"/>
                <a:gd name="connsiteX628" fmla="*/ 192881 w 523875"/>
                <a:gd name="connsiteY628" fmla="*/ 399859 h 419100"/>
                <a:gd name="connsiteX629" fmla="*/ 191834 w 523875"/>
                <a:gd name="connsiteY629" fmla="*/ 401764 h 419100"/>
                <a:gd name="connsiteX630" fmla="*/ 191072 w 523875"/>
                <a:gd name="connsiteY630" fmla="*/ 402908 h 419100"/>
                <a:gd name="connsiteX631" fmla="*/ 190214 w 523875"/>
                <a:gd name="connsiteY631" fmla="*/ 404717 h 419100"/>
                <a:gd name="connsiteX632" fmla="*/ 190310 w 523875"/>
                <a:gd name="connsiteY632" fmla="*/ 405479 h 419100"/>
                <a:gd name="connsiteX633" fmla="*/ 190881 w 523875"/>
                <a:gd name="connsiteY633" fmla="*/ 405860 h 419100"/>
                <a:gd name="connsiteX634" fmla="*/ 192310 w 523875"/>
                <a:gd name="connsiteY634" fmla="*/ 405575 h 419100"/>
                <a:gd name="connsiteX635" fmla="*/ 196787 w 523875"/>
                <a:gd name="connsiteY635" fmla="*/ 403860 h 419100"/>
                <a:gd name="connsiteX636" fmla="*/ 197739 w 523875"/>
                <a:gd name="connsiteY636" fmla="*/ 403670 h 419100"/>
                <a:gd name="connsiteX637" fmla="*/ 199073 w 523875"/>
                <a:gd name="connsiteY637" fmla="*/ 403670 h 419100"/>
                <a:gd name="connsiteX638" fmla="*/ 201073 w 523875"/>
                <a:gd name="connsiteY638" fmla="*/ 403955 h 419100"/>
                <a:gd name="connsiteX639" fmla="*/ 203168 w 523875"/>
                <a:gd name="connsiteY639" fmla="*/ 404622 h 419100"/>
                <a:gd name="connsiteX640" fmla="*/ 204502 w 523875"/>
                <a:gd name="connsiteY640" fmla="*/ 405289 h 419100"/>
                <a:gd name="connsiteX641" fmla="*/ 213455 w 523875"/>
                <a:gd name="connsiteY641" fmla="*/ 411385 h 419100"/>
                <a:gd name="connsiteX642" fmla="*/ 215932 w 523875"/>
                <a:gd name="connsiteY642" fmla="*/ 414147 h 419100"/>
                <a:gd name="connsiteX643" fmla="*/ 216694 w 523875"/>
                <a:gd name="connsiteY643" fmla="*/ 414909 h 419100"/>
                <a:gd name="connsiteX644" fmla="*/ 217265 w 523875"/>
                <a:gd name="connsiteY644" fmla="*/ 415100 h 419100"/>
                <a:gd name="connsiteX645" fmla="*/ 217932 w 523875"/>
                <a:gd name="connsiteY645" fmla="*/ 415004 h 419100"/>
                <a:gd name="connsiteX646" fmla="*/ 218694 w 523875"/>
                <a:gd name="connsiteY646" fmla="*/ 414338 h 419100"/>
                <a:gd name="connsiteX647" fmla="*/ 223933 w 523875"/>
                <a:gd name="connsiteY647" fmla="*/ 408146 h 419100"/>
                <a:gd name="connsiteX648" fmla="*/ 229267 w 523875"/>
                <a:gd name="connsiteY648" fmla="*/ 403003 h 419100"/>
                <a:gd name="connsiteX649" fmla="*/ 230505 w 523875"/>
                <a:gd name="connsiteY649" fmla="*/ 402241 h 419100"/>
                <a:gd name="connsiteX650" fmla="*/ 235649 w 523875"/>
                <a:gd name="connsiteY650" fmla="*/ 400431 h 419100"/>
                <a:gd name="connsiteX651" fmla="*/ 237554 w 523875"/>
                <a:gd name="connsiteY651" fmla="*/ 399097 h 419100"/>
                <a:gd name="connsiteX652" fmla="*/ 239173 w 523875"/>
                <a:gd name="connsiteY652" fmla="*/ 398621 h 419100"/>
                <a:gd name="connsiteX653" fmla="*/ 240983 w 523875"/>
                <a:gd name="connsiteY653" fmla="*/ 398240 h 419100"/>
                <a:gd name="connsiteX654" fmla="*/ 242316 w 523875"/>
                <a:gd name="connsiteY654" fmla="*/ 398335 h 419100"/>
                <a:gd name="connsiteX655" fmla="*/ 243650 w 523875"/>
                <a:gd name="connsiteY655" fmla="*/ 398526 h 419100"/>
                <a:gd name="connsiteX656" fmla="*/ 245078 w 523875"/>
                <a:gd name="connsiteY656" fmla="*/ 399097 h 419100"/>
                <a:gd name="connsiteX657" fmla="*/ 255461 w 523875"/>
                <a:gd name="connsiteY657" fmla="*/ 405384 h 419100"/>
                <a:gd name="connsiteX658" fmla="*/ 262223 w 523875"/>
                <a:gd name="connsiteY658" fmla="*/ 407289 h 419100"/>
                <a:gd name="connsiteX659" fmla="*/ 267557 w 523875"/>
                <a:gd name="connsiteY659" fmla="*/ 408242 h 419100"/>
                <a:gd name="connsiteX660" fmla="*/ 270224 w 523875"/>
                <a:gd name="connsiteY660" fmla="*/ 409289 h 419100"/>
                <a:gd name="connsiteX661" fmla="*/ 270986 w 523875"/>
                <a:gd name="connsiteY661" fmla="*/ 409194 h 419100"/>
                <a:gd name="connsiteX662" fmla="*/ 273368 w 523875"/>
                <a:gd name="connsiteY662" fmla="*/ 407860 h 419100"/>
                <a:gd name="connsiteX663" fmla="*/ 274701 w 523875"/>
                <a:gd name="connsiteY663" fmla="*/ 407289 h 419100"/>
                <a:gd name="connsiteX664" fmla="*/ 276606 w 523875"/>
                <a:gd name="connsiteY664" fmla="*/ 406813 h 419100"/>
                <a:gd name="connsiteX665" fmla="*/ 278035 w 523875"/>
                <a:gd name="connsiteY665" fmla="*/ 406146 h 419100"/>
                <a:gd name="connsiteX666" fmla="*/ 279083 w 523875"/>
                <a:gd name="connsiteY666" fmla="*/ 405384 h 419100"/>
                <a:gd name="connsiteX667" fmla="*/ 280321 w 523875"/>
                <a:gd name="connsiteY667" fmla="*/ 404241 h 419100"/>
                <a:gd name="connsiteX668" fmla="*/ 281940 w 523875"/>
                <a:gd name="connsiteY668" fmla="*/ 403193 h 419100"/>
                <a:gd name="connsiteX669" fmla="*/ 283274 w 523875"/>
                <a:gd name="connsiteY669" fmla="*/ 402717 h 419100"/>
                <a:gd name="connsiteX670" fmla="*/ 284036 w 523875"/>
                <a:gd name="connsiteY670" fmla="*/ 403098 h 419100"/>
                <a:gd name="connsiteX671" fmla="*/ 284417 w 523875"/>
                <a:gd name="connsiteY671" fmla="*/ 404241 h 419100"/>
                <a:gd name="connsiteX672" fmla="*/ 284226 w 523875"/>
                <a:gd name="connsiteY672" fmla="*/ 405575 h 419100"/>
                <a:gd name="connsiteX673" fmla="*/ 283750 w 523875"/>
                <a:gd name="connsiteY673" fmla="*/ 406717 h 419100"/>
                <a:gd name="connsiteX674" fmla="*/ 282226 w 523875"/>
                <a:gd name="connsiteY674" fmla="*/ 408813 h 419100"/>
                <a:gd name="connsiteX675" fmla="*/ 281750 w 523875"/>
                <a:gd name="connsiteY675" fmla="*/ 409766 h 419100"/>
                <a:gd name="connsiteX676" fmla="*/ 281750 w 523875"/>
                <a:gd name="connsiteY676" fmla="*/ 410813 h 419100"/>
                <a:gd name="connsiteX677" fmla="*/ 281750 w 523875"/>
                <a:gd name="connsiteY677" fmla="*/ 412147 h 419100"/>
                <a:gd name="connsiteX678" fmla="*/ 281654 w 523875"/>
                <a:gd name="connsiteY678" fmla="*/ 413861 h 419100"/>
                <a:gd name="connsiteX679" fmla="*/ 281940 w 523875"/>
                <a:gd name="connsiteY679" fmla="*/ 415957 h 419100"/>
                <a:gd name="connsiteX680" fmla="*/ 282416 w 523875"/>
                <a:gd name="connsiteY680" fmla="*/ 417290 h 419100"/>
                <a:gd name="connsiteX681" fmla="*/ 288131 w 523875"/>
                <a:gd name="connsiteY681" fmla="*/ 420529 h 419100"/>
                <a:gd name="connsiteX682" fmla="*/ 293084 w 523875"/>
                <a:gd name="connsiteY682" fmla="*/ 419291 h 419100"/>
                <a:gd name="connsiteX683" fmla="*/ 295466 w 523875"/>
                <a:gd name="connsiteY683" fmla="*/ 417767 h 419100"/>
                <a:gd name="connsiteX684" fmla="*/ 297561 w 523875"/>
                <a:gd name="connsiteY684" fmla="*/ 416052 h 419100"/>
                <a:gd name="connsiteX685" fmla="*/ 303086 w 523875"/>
                <a:gd name="connsiteY685" fmla="*/ 408146 h 419100"/>
                <a:gd name="connsiteX686" fmla="*/ 303943 w 523875"/>
                <a:gd name="connsiteY686" fmla="*/ 406622 h 419100"/>
                <a:gd name="connsiteX687" fmla="*/ 304324 w 523875"/>
                <a:gd name="connsiteY687" fmla="*/ 405765 h 419100"/>
                <a:gd name="connsiteX688" fmla="*/ 304324 w 523875"/>
                <a:gd name="connsiteY688" fmla="*/ 404908 h 419100"/>
                <a:gd name="connsiteX689" fmla="*/ 304133 w 523875"/>
                <a:gd name="connsiteY689" fmla="*/ 403955 h 419100"/>
                <a:gd name="connsiteX690" fmla="*/ 304133 w 523875"/>
                <a:gd name="connsiteY690" fmla="*/ 402146 h 419100"/>
                <a:gd name="connsiteX691" fmla="*/ 304610 w 523875"/>
                <a:gd name="connsiteY691" fmla="*/ 400145 h 419100"/>
                <a:gd name="connsiteX692" fmla="*/ 305467 w 523875"/>
                <a:gd name="connsiteY692" fmla="*/ 397383 h 419100"/>
                <a:gd name="connsiteX693" fmla="*/ 305943 w 523875"/>
                <a:gd name="connsiteY693" fmla="*/ 395383 h 419100"/>
                <a:gd name="connsiteX694" fmla="*/ 305753 w 523875"/>
                <a:gd name="connsiteY694" fmla="*/ 393668 h 419100"/>
                <a:gd name="connsiteX695" fmla="*/ 303943 w 523875"/>
                <a:gd name="connsiteY695" fmla="*/ 390334 h 419100"/>
                <a:gd name="connsiteX696" fmla="*/ 303181 w 523875"/>
                <a:gd name="connsiteY696" fmla="*/ 388239 h 419100"/>
                <a:gd name="connsiteX697" fmla="*/ 303276 w 523875"/>
                <a:gd name="connsiteY697" fmla="*/ 385953 h 419100"/>
                <a:gd name="connsiteX698" fmla="*/ 303943 w 523875"/>
                <a:gd name="connsiteY698" fmla="*/ 384524 h 419100"/>
                <a:gd name="connsiteX699" fmla="*/ 306134 w 523875"/>
                <a:gd name="connsiteY699" fmla="*/ 381286 h 419100"/>
                <a:gd name="connsiteX700" fmla="*/ 306419 w 523875"/>
                <a:gd name="connsiteY700" fmla="*/ 379381 h 419100"/>
                <a:gd name="connsiteX701" fmla="*/ 306515 w 523875"/>
                <a:gd name="connsiteY701" fmla="*/ 377000 h 419100"/>
                <a:gd name="connsiteX702" fmla="*/ 305753 w 523875"/>
                <a:gd name="connsiteY702" fmla="*/ 369760 h 419100"/>
                <a:gd name="connsiteX703" fmla="*/ 305276 w 523875"/>
                <a:gd name="connsiteY703" fmla="*/ 367570 h 419100"/>
                <a:gd name="connsiteX704" fmla="*/ 304324 w 523875"/>
                <a:gd name="connsiteY704" fmla="*/ 365855 h 419100"/>
                <a:gd name="connsiteX705" fmla="*/ 301562 w 523875"/>
                <a:gd name="connsiteY705" fmla="*/ 362331 h 419100"/>
                <a:gd name="connsiteX706" fmla="*/ 300419 w 523875"/>
                <a:gd name="connsiteY706" fmla="*/ 360426 h 419100"/>
                <a:gd name="connsiteX707" fmla="*/ 300038 w 523875"/>
                <a:gd name="connsiteY707" fmla="*/ 358140 h 419100"/>
                <a:gd name="connsiteX708" fmla="*/ 300038 w 523875"/>
                <a:gd name="connsiteY708" fmla="*/ 357092 h 419100"/>
                <a:gd name="connsiteX709" fmla="*/ 300133 w 523875"/>
                <a:gd name="connsiteY709" fmla="*/ 356521 h 419100"/>
                <a:gd name="connsiteX710" fmla="*/ 300133 w 523875"/>
                <a:gd name="connsiteY710" fmla="*/ 356425 h 419100"/>
                <a:gd name="connsiteX711" fmla="*/ 300228 w 523875"/>
                <a:gd name="connsiteY711" fmla="*/ 356330 h 419100"/>
                <a:gd name="connsiteX712" fmla="*/ 300990 w 523875"/>
                <a:gd name="connsiteY712" fmla="*/ 355759 h 419100"/>
                <a:gd name="connsiteX713" fmla="*/ 303276 w 523875"/>
                <a:gd name="connsiteY713" fmla="*/ 354806 h 419100"/>
                <a:gd name="connsiteX714" fmla="*/ 304229 w 523875"/>
                <a:gd name="connsiteY714" fmla="*/ 354616 h 419100"/>
                <a:gd name="connsiteX715" fmla="*/ 305943 w 523875"/>
                <a:gd name="connsiteY715" fmla="*/ 354330 h 419100"/>
                <a:gd name="connsiteX716" fmla="*/ 306610 w 523875"/>
                <a:gd name="connsiteY716" fmla="*/ 354235 h 419100"/>
                <a:gd name="connsiteX717" fmla="*/ 306991 w 523875"/>
                <a:gd name="connsiteY717" fmla="*/ 354044 h 419100"/>
                <a:gd name="connsiteX718" fmla="*/ 307848 w 523875"/>
                <a:gd name="connsiteY718" fmla="*/ 353378 h 419100"/>
                <a:gd name="connsiteX719" fmla="*/ 309658 w 523875"/>
                <a:gd name="connsiteY719" fmla="*/ 350425 h 419100"/>
                <a:gd name="connsiteX720" fmla="*/ 310706 w 523875"/>
                <a:gd name="connsiteY720" fmla="*/ 349853 h 419100"/>
                <a:gd name="connsiteX721" fmla="*/ 311849 w 523875"/>
                <a:gd name="connsiteY721" fmla="*/ 349377 h 419100"/>
                <a:gd name="connsiteX722" fmla="*/ 312992 w 523875"/>
                <a:gd name="connsiteY722" fmla="*/ 349472 h 419100"/>
                <a:gd name="connsiteX723" fmla="*/ 313849 w 523875"/>
                <a:gd name="connsiteY723" fmla="*/ 349949 h 419100"/>
                <a:gd name="connsiteX724" fmla="*/ 314706 w 523875"/>
                <a:gd name="connsiteY724" fmla="*/ 350710 h 419100"/>
                <a:gd name="connsiteX725" fmla="*/ 319088 w 523875"/>
                <a:gd name="connsiteY725" fmla="*/ 356425 h 419100"/>
                <a:gd name="connsiteX726" fmla="*/ 338233 w 523875"/>
                <a:gd name="connsiteY726" fmla="*/ 366141 h 419100"/>
                <a:gd name="connsiteX727" fmla="*/ 340709 w 523875"/>
                <a:gd name="connsiteY727" fmla="*/ 367760 h 419100"/>
                <a:gd name="connsiteX728" fmla="*/ 342424 w 523875"/>
                <a:gd name="connsiteY728" fmla="*/ 369284 h 419100"/>
                <a:gd name="connsiteX729" fmla="*/ 344519 w 523875"/>
                <a:gd name="connsiteY729" fmla="*/ 372809 h 419100"/>
                <a:gd name="connsiteX730" fmla="*/ 345662 w 523875"/>
                <a:gd name="connsiteY730" fmla="*/ 374333 h 419100"/>
                <a:gd name="connsiteX731" fmla="*/ 347186 w 523875"/>
                <a:gd name="connsiteY731" fmla="*/ 375952 h 419100"/>
                <a:gd name="connsiteX732" fmla="*/ 349472 w 523875"/>
                <a:gd name="connsiteY732" fmla="*/ 377666 h 419100"/>
                <a:gd name="connsiteX733" fmla="*/ 351473 w 523875"/>
                <a:gd name="connsiteY733" fmla="*/ 378524 h 419100"/>
                <a:gd name="connsiteX734" fmla="*/ 353568 w 523875"/>
                <a:gd name="connsiteY734" fmla="*/ 378905 h 419100"/>
                <a:gd name="connsiteX735" fmla="*/ 355664 w 523875"/>
                <a:gd name="connsiteY735" fmla="*/ 378809 h 419100"/>
                <a:gd name="connsiteX736" fmla="*/ 357283 w 523875"/>
                <a:gd name="connsiteY736" fmla="*/ 378524 h 419100"/>
                <a:gd name="connsiteX737" fmla="*/ 361664 w 523875"/>
                <a:gd name="connsiteY737" fmla="*/ 377000 h 419100"/>
                <a:gd name="connsiteX738" fmla="*/ 363379 w 523875"/>
                <a:gd name="connsiteY738" fmla="*/ 376809 h 419100"/>
                <a:gd name="connsiteX739" fmla="*/ 364617 w 523875"/>
                <a:gd name="connsiteY739" fmla="*/ 377095 h 419100"/>
                <a:gd name="connsiteX740" fmla="*/ 365665 w 523875"/>
                <a:gd name="connsiteY740" fmla="*/ 377571 h 419100"/>
                <a:gd name="connsiteX741" fmla="*/ 376714 w 523875"/>
                <a:gd name="connsiteY741" fmla="*/ 384810 h 419100"/>
                <a:gd name="connsiteX742" fmla="*/ 381857 w 523875"/>
                <a:gd name="connsiteY742" fmla="*/ 389477 h 419100"/>
                <a:gd name="connsiteX743" fmla="*/ 386429 w 523875"/>
                <a:gd name="connsiteY743" fmla="*/ 391573 h 419100"/>
                <a:gd name="connsiteX744" fmla="*/ 387287 w 523875"/>
                <a:gd name="connsiteY744" fmla="*/ 390811 h 419100"/>
                <a:gd name="connsiteX745" fmla="*/ 388811 w 523875"/>
                <a:gd name="connsiteY745" fmla="*/ 389763 h 419100"/>
                <a:gd name="connsiteX746" fmla="*/ 390811 w 523875"/>
                <a:gd name="connsiteY746" fmla="*/ 388620 h 419100"/>
                <a:gd name="connsiteX747" fmla="*/ 391287 w 523875"/>
                <a:gd name="connsiteY747" fmla="*/ 388049 h 419100"/>
                <a:gd name="connsiteX748" fmla="*/ 391954 w 523875"/>
                <a:gd name="connsiteY748" fmla="*/ 388049 h 419100"/>
                <a:gd name="connsiteX749" fmla="*/ 393859 w 523875"/>
                <a:gd name="connsiteY749" fmla="*/ 388810 h 419100"/>
                <a:gd name="connsiteX750" fmla="*/ 395192 w 523875"/>
                <a:gd name="connsiteY750" fmla="*/ 388810 h 419100"/>
                <a:gd name="connsiteX751" fmla="*/ 395764 w 523875"/>
                <a:gd name="connsiteY751" fmla="*/ 388049 h 419100"/>
                <a:gd name="connsiteX752" fmla="*/ 396050 w 523875"/>
                <a:gd name="connsiteY752" fmla="*/ 386715 h 419100"/>
                <a:gd name="connsiteX753" fmla="*/ 395859 w 523875"/>
                <a:gd name="connsiteY753" fmla="*/ 384238 h 419100"/>
                <a:gd name="connsiteX754" fmla="*/ 396335 w 523875"/>
                <a:gd name="connsiteY754" fmla="*/ 383381 h 419100"/>
                <a:gd name="connsiteX755" fmla="*/ 397288 w 523875"/>
                <a:gd name="connsiteY755" fmla="*/ 383096 h 419100"/>
                <a:gd name="connsiteX756" fmla="*/ 399098 w 523875"/>
                <a:gd name="connsiteY756" fmla="*/ 383191 h 419100"/>
                <a:gd name="connsiteX757" fmla="*/ 403479 w 523875"/>
                <a:gd name="connsiteY757" fmla="*/ 382810 h 419100"/>
                <a:gd name="connsiteX758" fmla="*/ 405289 w 523875"/>
                <a:gd name="connsiteY758" fmla="*/ 382048 h 419100"/>
                <a:gd name="connsiteX759" fmla="*/ 405575 w 523875"/>
                <a:gd name="connsiteY759" fmla="*/ 381095 h 419100"/>
                <a:gd name="connsiteX760" fmla="*/ 405098 w 523875"/>
                <a:gd name="connsiteY760" fmla="*/ 380143 h 419100"/>
                <a:gd name="connsiteX761" fmla="*/ 403193 w 523875"/>
                <a:gd name="connsiteY761" fmla="*/ 378142 h 419100"/>
                <a:gd name="connsiteX762" fmla="*/ 401479 w 523875"/>
                <a:gd name="connsiteY762" fmla="*/ 376809 h 419100"/>
                <a:gd name="connsiteX763" fmla="*/ 399955 w 523875"/>
                <a:gd name="connsiteY763" fmla="*/ 375380 h 419100"/>
                <a:gd name="connsiteX764" fmla="*/ 399288 w 523875"/>
                <a:gd name="connsiteY764" fmla="*/ 373285 h 419100"/>
                <a:gd name="connsiteX765" fmla="*/ 399098 w 523875"/>
                <a:gd name="connsiteY765" fmla="*/ 369094 h 419100"/>
                <a:gd name="connsiteX766" fmla="*/ 398431 w 523875"/>
                <a:gd name="connsiteY766" fmla="*/ 366998 h 419100"/>
                <a:gd name="connsiteX767" fmla="*/ 396526 w 523875"/>
                <a:gd name="connsiteY767" fmla="*/ 364903 h 419100"/>
                <a:gd name="connsiteX768" fmla="*/ 395097 w 523875"/>
                <a:gd name="connsiteY768" fmla="*/ 363760 h 419100"/>
                <a:gd name="connsiteX769" fmla="*/ 391478 w 523875"/>
                <a:gd name="connsiteY769" fmla="*/ 361950 h 419100"/>
                <a:gd name="connsiteX770" fmla="*/ 390716 w 523875"/>
                <a:gd name="connsiteY770" fmla="*/ 361188 h 419100"/>
                <a:gd name="connsiteX771" fmla="*/ 390144 w 523875"/>
                <a:gd name="connsiteY771" fmla="*/ 360235 h 419100"/>
                <a:gd name="connsiteX772" fmla="*/ 389573 w 523875"/>
                <a:gd name="connsiteY772" fmla="*/ 358521 h 419100"/>
                <a:gd name="connsiteX773" fmla="*/ 389477 w 523875"/>
                <a:gd name="connsiteY773" fmla="*/ 357378 h 419100"/>
                <a:gd name="connsiteX774" fmla="*/ 389382 w 523875"/>
                <a:gd name="connsiteY774" fmla="*/ 356711 h 419100"/>
                <a:gd name="connsiteX775" fmla="*/ 389477 w 523875"/>
                <a:gd name="connsiteY775" fmla="*/ 356425 h 419100"/>
                <a:gd name="connsiteX776" fmla="*/ 389477 w 523875"/>
                <a:gd name="connsiteY776" fmla="*/ 356330 h 419100"/>
                <a:gd name="connsiteX777" fmla="*/ 389573 w 523875"/>
                <a:gd name="connsiteY777" fmla="*/ 356140 h 419100"/>
                <a:gd name="connsiteX778" fmla="*/ 389858 w 523875"/>
                <a:gd name="connsiteY778" fmla="*/ 355759 h 419100"/>
                <a:gd name="connsiteX779" fmla="*/ 390525 w 523875"/>
                <a:gd name="connsiteY779" fmla="*/ 355663 h 419100"/>
                <a:gd name="connsiteX780" fmla="*/ 392811 w 523875"/>
                <a:gd name="connsiteY780" fmla="*/ 356140 h 419100"/>
                <a:gd name="connsiteX781" fmla="*/ 393859 w 523875"/>
                <a:gd name="connsiteY781" fmla="*/ 356140 h 419100"/>
                <a:gd name="connsiteX782" fmla="*/ 394621 w 523875"/>
                <a:gd name="connsiteY782" fmla="*/ 355663 h 419100"/>
                <a:gd name="connsiteX783" fmla="*/ 394907 w 523875"/>
                <a:gd name="connsiteY783" fmla="*/ 354901 h 419100"/>
                <a:gd name="connsiteX784" fmla="*/ 394811 w 523875"/>
                <a:gd name="connsiteY784" fmla="*/ 354139 h 419100"/>
                <a:gd name="connsiteX785" fmla="*/ 394621 w 523875"/>
                <a:gd name="connsiteY785" fmla="*/ 353092 h 419100"/>
                <a:gd name="connsiteX786" fmla="*/ 393764 w 523875"/>
                <a:gd name="connsiteY786" fmla="*/ 350806 h 419100"/>
                <a:gd name="connsiteX787" fmla="*/ 392621 w 523875"/>
                <a:gd name="connsiteY787" fmla="*/ 349187 h 419100"/>
                <a:gd name="connsiteX788" fmla="*/ 391097 w 523875"/>
                <a:gd name="connsiteY788" fmla="*/ 347472 h 419100"/>
                <a:gd name="connsiteX789" fmla="*/ 388334 w 523875"/>
                <a:gd name="connsiteY789" fmla="*/ 345662 h 419100"/>
                <a:gd name="connsiteX790" fmla="*/ 386334 w 523875"/>
                <a:gd name="connsiteY790" fmla="*/ 345091 h 419100"/>
                <a:gd name="connsiteX791" fmla="*/ 381095 w 523875"/>
                <a:gd name="connsiteY791" fmla="*/ 344996 h 419100"/>
                <a:gd name="connsiteX792" fmla="*/ 379381 w 523875"/>
                <a:gd name="connsiteY792" fmla="*/ 344519 h 419100"/>
                <a:gd name="connsiteX793" fmla="*/ 377762 w 523875"/>
                <a:gd name="connsiteY793" fmla="*/ 343376 h 419100"/>
                <a:gd name="connsiteX794" fmla="*/ 376619 w 523875"/>
                <a:gd name="connsiteY794" fmla="*/ 341567 h 419100"/>
                <a:gd name="connsiteX795" fmla="*/ 375857 w 523875"/>
                <a:gd name="connsiteY795" fmla="*/ 339852 h 419100"/>
                <a:gd name="connsiteX796" fmla="*/ 374999 w 523875"/>
                <a:gd name="connsiteY796" fmla="*/ 333851 h 419100"/>
                <a:gd name="connsiteX797" fmla="*/ 367760 w 523875"/>
                <a:gd name="connsiteY797" fmla="*/ 327755 h 419100"/>
                <a:gd name="connsiteX798" fmla="*/ 364808 w 523875"/>
                <a:gd name="connsiteY798" fmla="*/ 326041 h 419100"/>
                <a:gd name="connsiteX799" fmla="*/ 363855 w 523875"/>
                <a:gd name="connsiteY799" fmla="*/ 325946 h 419100"/>
                <a:gd name="connsiteX800" fmla="*/ 362903 w 523875"/>
                <a:gd name="connsiteY800" fmla="*/ 326136 h 419100"/>
                <a:gd name="connsiteX801" fmla="*/ 361474 w 523875"/>
                <a:gd name="connsiteY801" fmla="*/ 326041 h 419100"/>
                <a:gd name="connsiteX802" fmla="*/ 359474 w 523875"/>
                <a:gd name="connsiteY802" fmla="*/ 325755 h 419100"/>
                <a:gd name="connsiteX803" fmla="*/ 353282 w 523875"/>
                <a:gd name="connsiteY803" fmla="*/ 320802 h 419100"/>
                <a:gd name="connsiteX804" fmla="*/ 352806 w 523875"/>
                <a:gd name="connsiteY804" fmla="*/ 318992 h 419100"/>
                <a:gd name="connsiteX805" fmla="*/ 352901 w 523875"/>
                <a:gd name="connsiteY805" fmla="*/ 317373 h 419100"/>
                <a:gd name="connsiteX806" fmla="*/ 353473 w 523875"/>
                <a:gd name="connsiteY806" fmla="*/ 314039 h 419100"/>
                <a:gd name="connsiteX807" fmla="*/ 353473 w 523875"/>
                <a:gd name="connsiteY807" fmla="*/ 311087 h 419100"/>
                <a:gd name="connsiteX808" fmla="*/ 353663 w 523875"/>
                <a:gd name="connsiteY808" fmla="*/ 309848 h 419100"/>
                <a:gd name="connsiteX809" fmla="*/ 354711 w 523875"/>
                <a:gd name="connsiteY809" fmla="*/ 307086 h 419100"/>
                <a:gd name="connsiteX810" fmla="*/ 355092 w 523875"/>
                <a:gd name="connsiteY810" fmla="*/ 305657 h 419100"/>
                <a:gd name="connsiteX811" fmla="*/ 354997 w 523875"/>
                <a:gd name="connsiteY811" fmla="*/ 304514 h 419100"/>
                <a:gd name="connsiteX812" fmla="*/ 354616 w 523875"/>
                <a:gd name="connsiteY812" fmla="*/ 303085 h 419100"/>
                <a:gd name="connsiteX813" fmla="*/ 354616 w 523875"/>
                <a:gd name="connsiteY813" fmla="*/ 301942 h 419100"/>
                <a:gd name="connsiteX814" fmla="*/ 355092 w 523875"/>
                <a:gd name="connsiteY814" fmla="*/ 300990 h 419100"/>
                <a:gd name="connsiteX815" fmla="*/ 358235 w 523875"/>
                <a:gd name="connsiteY815" fmla="*/ 298418 h 419100"/>
                <a:gd name="connsiteX816" fmla="*/ 359474 w 523875"/>
                <a:gd name="connsiteY816" fmla="*/ 297751 h 419100"/>
                <a:gd name="connsiteX817" fmla="*/ 361188 w 523875"/>
                <a:gd name="connsiteY817" fmla="*/ 297371 h 419100"/>
                <a:gd name="connsiteX818" fmla="*/ 362998 w 523875"/>
                <a:gd name="connsiteY818" fmla="*/ 297085 h 419100"/>
                <a:gd name="connsiteX819" fmla="*/ 364427 w 523875"/>
                <a:gd name="connsiteY819" fmla="*/ 296799 h 419100"/>
                <a:gd name="connsiteX820" fmla="*/ 365093 w 523875"/>
                <a:gd name="connsiteY820" fmla="*/ 296513 h 419100"/>
                <a:gd name="connsiteX821" fmla="*/ 365665 w 523875"/>
                <a:gd name="connsiteY821" fmla="*/ 295846 h 419100"/>
                <a:gd name="connsiteX822" fmla="*/ 365665 w 523875"/>
                <a:gd name="connsiteY822" fmla="*/ 295370 h 419100"/>
                <a:gd name="connsiteX823" fmla="*/ 365284 w 523875"/>
                <a:gd name="connsiteY823" fmla="*/ 294894 h 419100"/>
                <a:gd name="connsiteX824" fmla="*/ 364331 w 523875"/>
                <a:gd name="connsiteY824" fmla="*/ 294513 h 419100"/>
                <a:gd name="connsiteX825" fmla="*/ 362426 w 523875"/>
                <a:gd name="connsiteY825" fmla="*/ 294418 h 419100"/>
                <a:gd name="connsiteX826" fmla="*/ 361283 w 523875"/>
                <a:gd name="connsiteY826" fmla="*/ 294037 h 419100"/>
                <a:gd name="connsiteX827" fmla="*/ 360807 w 523875"/>
                <a:gd name="connsiteY827" fmla="*/ 293942 h 419100"/>
                <a:gd name="connsiteX828" fmla="*/ 360617 w 523875"/>
                <a:gd name="connsiteY828" fmla="*/ 293846 h 419100"/>
                <a:gd name="connsiteX829" fmla="*/ 360617 w 523875"/>
                <a:gd name="connsiteY829" fmla="*/ 293751 h 419100"/>
                <a:gd name="connsiteX830" fmla="*/ 360236 w 523875"/>
                <a:gd name="connsiteY830" fmla="*/ 293560 h 419100"/>
                <a:gd name="connsiteX831" fmla="*/ 359188 w 523875"/>
                <a:gd name="connsiteY831" fmla="*/ 293370 h 419100"/>
                <a:gd name="connsiteX832" fmla="*/ 343472 w 523875"/>
                <a:gd name="connsiteY832" fmla="*/ 292799 h 419100"/>
                <a:gd name="connsiteX833" fmla="*/ 337280 w 523875"/>
                <a:gd name="connsiteY833" fmla="*/ 291370 h 419100"/>
                <a:gd name="connsiteX834" fmla="*/ 332423 w 523875"/>
                <a:gd name="connsiteY834" fmla="*/ 291370 h 419100"/>
                <a:gd name="connsiteX835" fmla="*/ 331184 w 523875"/>
                <a:gd name="connsiteY835" fmla="*/ 292132 h 419100"/>
                <a:gd name="connsiteX836" fmla="*/ 329565 w 523875"/>
                <a:gd name="connsiteY836" fmla="*/ 292894 h 419100"/>
                <a:gd name="connsiteX837" fmla="*/ 327755 w 523875"/>
                <a:gd name="connsiteY837" fmla="*/ 293180 h 419100"/>
                <a:gd name="connsiteX838" fmla="*/ 326136 w 523875"/>
                <a:gd name="connsiteY838" fmla="*/ 292513 h 419100"/>
                <a:gd name="connsiteX839" fmla="*/ 323660 w 523875"/>
                <a:gd name="connsiteY839" fmla="*/ 290322 h 419100"/>
                <a:gd name="connsiteX840" fmla="*/ 309563 w 523875"/>
                <a:gd name="connsiteY840" fmla="*/ 274796 h 419100"/>
                <a:gd name="connsiteX841" fmla="*/ 307467 w 523875"/>
                <a:gd name="connsiteY841" fmla="*/ 273177 h 419100"/>
                <a:gd name="connsiteX842" fmla="*/ 305276 w 523875"/>
                <a:gd name="connsiteY842" fmla="*/ 271939 h 419100"/>
                <a:gd name="connsiteX843" fmla="*/ 302609 w 523875"/>
                <a:gd name="connsiteY843" fmla="*/ 271463 h 419100"/>
                <a:gd name="connsiteX844" fmla="*/ 300609 w 523875"/>
                <a:gd name="connsiteY844" fmla="*/ 271272 h 419100"/>
                <a:gd name="connsiteX845" fmla="*/ 295751 w 523875"/>
                <a:gd name="connsiteY845" fmla="*/ 272987 h 419100"/>
                <a:gd name="connsiteX846" fmla="*/ 294418 w 523875"/>
                <a:gd name="connsiteY846" fmla="*/ 273463 h 419100"/>
                <a:gd name="connsiteX847" fmla="*/ 294037 w 523875"/>
                <a:gd name="connsiteY847" fmla="*/ 272987 h 419100"/>
                <a:gd name="connsiteX848" fmla="*/ 293465 w 523875"/>
                <a:gd name="connsiteY848" fmla="*/ 271653 h 419100"/>
                <a:gd name="connsiteX849" fmla="*/ 293180 w 523875"/>
                <a:gd name="connsiteY849" fmla="*/ 270224 h 419100"/>
                <a:gd name="connsiteX850" fmla="*/ 292418 w 523875"/>
                <a:gd name="connsiteY850" fmla="*/ 267462 h 419100"/>
                <a:gd name="connsiteX851" fmla="*/ 288703 w 523875"/>
                <a:gd name="connsiteY851" fmla="*/ 263747 h 419100"/>
                <a:gd name="connsiteX852" fmla="*/ 287655 w 523875"/>
                <a:gd name="connsiteY852" fmla="*/ 261175 h 419100"/>
                <a:gd name="connsiteX853" fmla="*/ 287941 w 523875"/>
                <a:gd name="connsiteY853" fmla="*/ 258318 h 419100"/>
                <a:gd name="connsiteX854" fmla="*/ 289274 w 523875"/>
                <a:gd name="connsiteY854" fmla="*/ 255365 h 419100"/>
                <a:gd name="connsiteX855" fmla="*/ 291084 w 523875"/>
                <a:gd name="connsiteY855" fmla="*/ 252603 h 419100"/>
                <a:gd name="connsiteX856" fmla="*/ 292799 w 523875"/>
                <a:gd name="connsiteY856" fmla="*/ 250412 h 419100"/>
                <a:gd name="connsiteX857" fmla="*/ 293465 w 523875"/>
                <a:gd name="connsiteY857" fmla="*/ 249174 h 419100"/>
                <a:gd name="connsiteX858" fmla="*/ 293846 w 523875"/>
                <a:gd name="connsiteY858" fmla="*/ 247745 h 419100"/>
                <a:gd name="connsiteX859" fmla="*/ 294037 w 523875"/>
                <a:gd name="connsiteY859" fmla="*/ 244792 h 419100"/>
                <a:gd name="connsiteX860" fmla="*/ 294418 w 523875"/>
                <a:gd name="connsiteY860" fmla="*/ 243364 h 419100"/>
                <a:gd name="connsiteX861" fmla="*/ 295085 w 523875"/>
                <a:gd name="connsiteY861" fmla="*/ 242411 h 419100"/>
                <a:gd name="connsiteX862" fmla="*/ 295085 w 523875"/>
                <a:gd name="connsiteY862" fmla="*/ 241649 h 419100"/>
                <a:gd name="connsiteX863" fmla="*/ 294037 w 523875"/>
                <a:gd name="connsiteY863" fmla="*/ 240411 h 419100"/>
                <a:gd name="connsiteX864" fmla="*/ 293275 w 523875"/>
                <a:gd name="connsiteY864" fmla="*/ 240125 h 419100"/>
                <a:gd name="connsiteX865" fmla="*/ 289655 w 523875"/>
                <a:gd name="connsiteY865" fmla="*/ 240411 h 419100"/>
                <a:gd name="connsiteX866" fmla="*/ 288989 w 523875"/>
                <a:gd name="connsiteY866" fmla="*/ 239935 h 419100"/>
                <a:gd name="connsiteX867" fmla="*/ 288417 w 523875"/>
                <a:gd name="connsiteY867" fmla="*/ 238696 h 419100"/>
                <a:gd name="connsiteX868" fmla="*/ 287750 w 523875"/>
                <a:gd name="connsiteY868" fmla="*/ 237554 h 419100"/>
                <a:gd name="connsiteX869" fmla="*/ 286893 w 523875"/>
                <a:gd name="connsiteY869" fmla="*/ 236887 h 419100"/>
                <a:gd name="connsiteX870" fmla="*/ 286798 w 523875"/>
                <a:gd name="connsiteY870" fmla="*/ 234887 h 419100"/>
                <a:gd name="connsiteX871" fmla="*/ 287084 w 523875"/>
                <a:gd name="connsiteY871" fmla="*/ 233743 h 419100"/>
                <a:gd name="connsiteX872" fmla="*/ 287560 w 523875"/>
                <a:gd name="connsiteY872" fmla="*/ 233267 h 419100"/>
                <a:gd name="connsiteX873" fmla="*/ 289941 w 523875"/>
                <a:gd name="connsiteY873" fmla="*/ 231934 h 419100"/>
                <a:gd name="connsiteX874" fmla="*/ 296037 w 523875"/>
                <a:gd name="connsiteY874" fmla="*/ 230791 h 419100"/>
                <a:gd name="connsiteX875" fmla="*/ 297942 w 523875"/>
                <a:gd name="connsiteY875" fmla="*/ 230886 h 419100"/>
                <a:gd name="connsiteX876" fmla="*/ 300609 w 523875"/>
                <a:gd name="connsiteY876" fmla="*/ 230696 h 419100"/>
                <a:gd name="connsiteX877" fmla="*/ 306896 w 523875"/>
                <a:gd name="connsiteY877" fmla="*/ 229648 h 419100"/>
                <a:gd name="connsiteX878" fmla="*/ 307848 w 523875"/>
                <a:gd name="connsiteY878" fmla="*/ 229267 h 419100"/>
                <a:gd name="connsiteX879" fmla="*/ 308515 w 523875"/>
                <a:gd name="connsiteY879" fmla="*/ 228791 h 419100"/>
                <a:gd name="connsiteX880" fmla="*/ 309086 w 523875"/>
                <a:gd name="connsiteY880" fmla="*/ 227457 h 419100"/>
                <a:gd name="connsiteX881" fmla="*/ 308896 w 523875"/>
                <a:gd name="connsiteY881" fmla="*/ 226219 h 419100"/>
                <a:gd name="connsiteX882" fmla="*/ 307467 w 523875"/>
                <a:gd name="connsiteY882" fmla="*/ 222028 h 419100"/>
                <a:gd name="connsiteX883" fmla="*/ 307277 w 523875"/>
                <a:gd name="connsiteY883" fmla="*/ 221075 h 419100"/>
                <a:gd name="connsiteX884" fmla="*/ 307562 w 523875"/>
                <a:gd name="connsiteY884" fmla="*/ 220313 h 419100"/>
                <a:gd name="connsiteX885" fmla="*/ 308134 w 523875"/>
                <a:gd name="connsiteY885" fmla="*/ 219361 h 419100"/>
                <a:gd name="connsiteX886" fmla="*/ 309086 w 523875"/>
                <a:gd name="connsiteY886" fmla="*/ 218313 h 419100"/>
                <a:gd name="connsiteX887" fmla="*/ 310134 w 523875"/>
                <a:gd name="connsiteY887" fmla="*/ 217646 h 419100"/>
                <a:gd name="connsiteX888" fmla="*/ 311753 w 523875"/>
                <a:gd name="connsiteY888" fmla="*/ 217646 h 419100"/>
                <a:gd name="connsiteX889" fmla="*/ 313754 w 523875"/>
                <a:gd name="connsiteY889" fmla="*/ 218218 h 419100"/>
                <a:gd name="connsiteX890" fmla="*/ 318611 w 523875"/>
                <a:gd name="connsiteY890" fmla="*/ 221171 h 419100"/>
                <a:gd name="connsiteX891" fmla="*/ 322136 w 523875"/>
                <a:gd name="connsiteY891" fmla="*/ 221266 h 419100"/>
                <a:gd name="connsiteX892" fmla="*/ 322802 w 523875"/>
                <a:gd name="connsiteY892" fmla="*/ 223647 h 419100"/>
                <a:gd name="connsiteX893" fmla="*/ 321564 w 523875"/>
                <a:gd name="connsiteY893" fmla="*/ 229267 h 419100"/>
                <a:gd name="connsiteX894" fmla="*/ 321278 w 523875"/>
                <a:gd name="connsiteY894" fmla="*/ 230981 h 419100"/>
                <a:gd name="connsiteX895" fmla="*/ 321278 w 523875"/>
                <a:gd name="connsiteY895" fmla="*/ 231172 h 419100"/>
                <a:gd name="connsiteX896" fmla="*/ 321374 w 523875"/>
                <a:gd name="connsiteY896" fmla="*/ 231458 h 419100"/>
                <a:gd name="connsiteX897" fmla="*/ 321850 w 523875"/>
                <a:gd name="connsiteY897" fmla="*/ 232029 h 419100"/>
                <a:gd name="connsiteX898" fmla="*/ 322707 w 523875"/>
                <a:gd name="connsiteY898" fmla="*/ 232600 h 419100"/>
                <a:gd name="connsiteX899" fmla="*/ 324422 w 523875"/>
                <a:gd name="connsiteY899" fmla="*/ 232791 h 419100"/>
                <a:gd name="connsiteX900" fmla="*/ 325469 w 523875"/>
                <a:gd name="connsiteY900" fmla="*/ 233172 h 419100"/>
                <a:gd name="connsiteX901" fmla="*/ 328613 w 523875"/>
                <a:gd name="connsiteY901" fmla="*/ 234601 h 419100"/>
                <a:gd name="connsiteX902" fmla="*/ 330803 w 523875"/>
                <a:gd name="connsiteY902" fmla="*/ 235934 h 419100"/>
                <a:gd name="connsiteX903" fmla="*/ 331946 w 523875"/>
                <a:gd name="connsiteY903" fmla="*/ 237458 h 419100"/>
                <a:gd name="connsiteX904" fmla="*/ 333566 w 523875"/>
                <a:gd name="connsiteY904" fmla="*/ 238220 h 419100"/>
                <a:gd name="connsiteX905" fmla="*/ 335280 w 523875"/>
                <a:gd name="connsiteY905" fmla="*/ 238220 h 419100"/>
                <a:gd name="connsiteX906" fmla="*/ 338804 w 523875"/>
                <a:gd name="connsiteY906" fmla="*/ 236887 h 419100"/>
                <a:gd name="connsiteX907" fmla="*/ 342138 w 523875"/>
                <a:gd name="connsiteY907" fmla="*/ 233839 h 419100"/>
                <a:gd name="connsiteX908" fmla="*/ 343472 w 523875"/>
                <a:gd name="connsiteY908" fmla="*/ 233077 h 419100"/>
                <a:gd name="connsiteX909" fmla="*/ 344615 w 523875"/>
                <a:gd name="connsiteY909" fmla="*/ 231838 h 419100"/>
                <a:gd name="connsiteX910" fmla="*/ 345091 w 523875"/>
                <a:gd name="connsiteY910" fmla="*/ 231362 h 419100"/>
                <a:gd name="connsiteX911" fmla="*/ 345281 w 523875"/>
                <a:gd name="connsiteY911" fmla="*/ 231076 h 419100"/>
                <a:gd name="connsiteX912" fmla="*/ 345377 w 523875"/>
                <a:gd name="connsiteY912" fmla="*/ 230981 h 419100"/>
                <a:gd name="connsiteX913" fmla="*/ 345662 w 523875"/>
                <a:gd name="connsiteY913" fmla="*/ 230791 h 419100"/>
                <a:gd name="connsiteX914" fmla="*/ 346043 w 523875"/>
                <a:gd name="connsiteY914" fmla="*/ 230029 h 419100"/>
                <a:gd name="connsiteX915" fmla="*/ 346520 w 523875"/>
                <a:gd name="connsiteY915" fmla="*/ 228791 h 419100"/>
                <a:gd name="connsiteX916" fmla="*/ 346615 w 523875"/>
                <a:gd name="connsiteY916" fmla="*/ 227362 h 419100"/>
                <a:gd name="connsiteX917" fmla="*/ 346615 w 523875"/>
                <a:gd name="connsiteY917" fmla="*/ 225742 h 419100"/>
                <a:gd name="connsiteX918" fmla="*/ 346805 w 523875"/>
                <a:gd name="connsiteY918" fmla="*/ 224314 h 419100"/>
                <a:gd name="connsiteX919" fmla="*/ 347472 w 523875"/>
                <a:gd name="connsiteY919" fmla="*/ 222599 h 419100"/>
                <a:gd name="connsiteX920" fmla="*/ 348901 w 523875"/>
                <a:gd name="connsiteY920" fmla="*/ 220789 h 419100"/>
                <a:gd name="connsiteX921" fmla="*/ 351092 w 523875"/>
                <a:gd name="connsiteY921" fmla="*/ 218789 h 419100"/>
                <a:gd name="connsiteX922" fmla="*/ 354616 w 523875"/>
                <a:gd name="connsiteY922" fmla="*/ 216408 h 419100"/>
                <a:gd name="connsiteX923" fmla="*/ 360140 w 523875"/>
                <a:gd name="connsiteY923" fmla="*/ 213646 h 419100"/>
                <a:gd name="connsiteX924" fmla="*/ 369856 w 523875"/>
                <a:gd name="connsiteY924" fmla="*/ 210979 h 419100"/>
                <a:gd name="connsiteX925" fmla="*/ 374523 w 523875"/>
                <a:gd name="connsiteY925" fmla="*/ 208788 h 419100"/>
                <a:gd name="connsiteX926" fmla="*/ 381762 w 523875"/>
                <a:gd name="connsiteY926" fmla="*/ 206312 h 419100"/>
                <a:gd name="connsiteX927" fmla="*/ 395383 w 523875"/>
                <a:gd name="connsiteY927" fmla="*/ 204025 h 419100"/>
                <a:gd name="connsiteX928" fmla="*/ 399574 w 523875"/>
                <a:gd name="connsiteY928" fmla="*/ 202692 h 419100"/>
                <a:gd name="connsiteX929" fmla="*/ 401669 w 523875"/>
                <a:gd name="connsiteY929" fmla="*/ 199644 h 419100"/>
                <a:gd name="connsiteX930" fmla="*/ 402146 w 523875"/>
                <a:gd name="connsiteY930" fmla="*/ 196215 h 419100"/>
                <a:gd name="connsiteX931" fmla="*/ 401384 w 523875"/>
                <a:gd name="connsiteY931" fmla="*/ 193738 h 419100"/>
                <a:gd name="connsiteX932" fmla="*/ 400907 w 523875"/>
                <a:gd name="connsiteY932" fmla="*/ 192500 h 419100"/>
                <a:gd name="connsiteX933" fmla="*/ 400717 w 523875"/>
                <a:gd name="connsiteY933" fmla="*/ 191738 h 419100"/>
                <a:gd name="connsiteX934" fmla="*/ 400717 w 523875"/>
                <a:gd name="connsiteY934" fmla="*/ 191071 h 419100"/>
                <a:gd name="connsiteX935" fmla="*/ 401288 w 523875"/>
                <a:gd name="connsiteY935" fmla="*/ 188690 h 419100"/>
                <a:gd name="connsiteX936" fmla="*/ 402050 w 523875"/>
                <a:gd name="connsiteY936" fmla="*/ 187166 h 419100"/>
                <a:gd name="connsiteX937" fmla="*/ 402717 w 523875"/>
                <a:gd name="connsiteY937" fmla="*/ 186309 h 419100"/>
                <a:gd name="connsiteX938" fmla="*/ 404908 w 523875"/>
                <a:gd name="connsiteY938" fmla="*/ 184690 h 419100"/>
                <a:gd name="connsiteX939" fmla="*/ 405956 w 523875"/>
                <a:gd name="connsiteY939" fmla="*/ 183356 h 419100"/>
                <a:gd name="connsiteX940" fmla="*/ 406241 w 523875"/>
                <a:gd name="connsiteY940" fmla="*/ 182880 h 419100"/>
                <a:gd name="connsiteX941" fmla="*/ 406432 w 523875"/>
                <a:gd name="connsiteY941" fmla="*/ 182213 h 419100"/>
                <a:gd name="connsiteX942" fmla="*/ 406622 w 523875"/>
                <a:gd name="connsiteY942" fmla="*/ 181261 h 419100"/>
                <a:gd name="connsiteX943" fmla="*/ 407003 w 523875"/>
                <a:gd name="connsiteY943" fmla="*/ 180404 h 419100"/>
                <a:gd name="connsiteX944" fmla="*/ 407575 w 523875"/>
                <a:gd name="connsiteY944" fmla="*/ 179642 h 419100"/>
                <a:gd name="connsiteX945" fmla="*/ 408432 w 523875"/>
                <a:gd name="connsiteY945" fmla="*/ 179070 h 419100"/>
                <a:gd name="connsiteX946" fmla="*/ 409956 w 523875"/>
                <a:gd name="connsiteY946" fmla="*/ 179165 h 419100"/>
                <a:gd name="connsiteX947" fmla="*/ 411956 w 523875"/>
                <a:gd name="connsiteY947" fmla="*/ 179927 h 419100"/>
                <a:gd name="connsiteX948" fmla="*/ 417862 w 523875"/>
                <a:gd name="connsiteY948" fmla="*/ 184118 h 419100"/>
                <a:gd name="connsiteX949" fmla="*/ 420338 w 523875"/>
                <a:gd name="connsiteY949" fmla="*/ 185261 h 419100"/>
                <a:gd name="connsiteX950" fmla="*/ 422243 w 523875"/>
                <a:gd name="connsiteY950" fmla="*/ 185452 h 419100"/>
                <a:gd name="connsiteX951" fmla="*/ 423577 w 523875"/>
                <a:gd name="connsiteY951" fmla="*/ 185547 h 419100"/>
                <a:gd name="connsiteX952" fmla="*/ 424434 w 523875"/>
                <a:gd name="connsiteY952" fmla="*/ 185833 h 419100"/>
                <a:gd name="connsiteX953" fmla="*/ 426911 w 523875"/>
                <a:gd name="connsiteY953" fmla="*/ 188404 h 419100"/>
                <a:gd name="connsiteX954" fmla="*/ 429197 w 523875"/>
                <a:gd name="connsiteY954" fmla="*/ 190119 h 419100"/>
                <a:gd name="connsiteX955" fmla="*/ 431864 w 523875"/>
                <a:gd name="connsiteY955" fmla="*/ 191357 h 419100"/>
                <a:gd name="connsiteX956" fmla="*/ 437864 w 523875"/>
                <a:gd name="connsiteY956" fmla="*/ 192881 h 419100"/>
                <a:gd name="connsiteX957" fmla="*/ 441865 w 523875"/>
                <a:gd name="connsiteY957" fmla="*/ 192024 h 419100"/>
                <a:gd name="connsiteX958" fmla="*/ 442246 w 523875"/>
                <a:gd name="connsiteY958" fmla="*/ 190309 h 419100"/>
                <a:gd name="connsiteX959" fmla="*/ 442055 w 523875"/>
                <a:gd name="connsiteY959" fmla="*/ 189643 h 419100"/>
                <a:gd name="connsiteX960" fmla="*/ 441484 w 523875"/>
                <a:gd name="connsiteY960" fmla="*/ 188595 h 419100"/>
                <a:gd name="connsiteX961" fmla="*/ 439484 w 523875"/>
                <a:gd name="connsiteY961" fmla="*/ 186690 h 419100"/>
                <a:gd name="connsiteX962" fmla="*/ 438722 w 523875"/>
                <a:gd name="connsiteY962" fmla="*/ 185738 h 419100"/>
                <a:gd name="connsiteX963" fmla="*/ 438436 w 523875"/>
                <a:gd name="connsiteY963" fmla="*/ 184785 h 419100"/>
                <a:gd name="connsiteX964" fmla="*/ 438722 w 523875"/>
                <a:gd name="connsiteY964" fmla="*/ 184023 h 419100"/>
                <a:gd name="connsiteX965" fmla="*/ 439293 w 523875"/>
                <a:gd name="connsiteY965" fmla="*/ 183451 h 419100"/>
                <a:gd name="connsiteX966" fmla="*/ 440436 w 523875"/>
                <a:gd name="connsiteY966" fmla="*/ 183261 h 419100"/>
                <a:gd name="connsiteX967" fmla="*/ 441674 w 523875"/>
                <a:gd name="connsiteY967" fmla="*/ 183451 h 419100"/>
                <a:gd name="connsiteX968" fmla="*/ 444056 w 523875"/>
                <a:gd name="connsiteY968" fmla="*/ 184118 h 419100"/>
                <a:gd name="connsiteX969" fmla="*/ 445294 w 523875"/>
                <a:gd name="connsiteY969" fmla="*/ 184309 h 419100"/>
                <a:gd name="connsiteX970" fmla="*/ 446342 w 523875"/>
                <a:gd name="connsiteY970" fmla="*/ 184595 h 419100"/>
                <a:gd name="connsiteX971" fmla="*/ 447199 w 523875"/>
                <a:gd name="connsiteY971" fmla="*/ 185356 h 419100"/>
                <a:gd name="connsiteX972" fmla="*/ 448628 w 523875"/>
                <a:gd name="connsiteY972" fmla="*/ 187452 h 419100"/>
                <a:gd name="connsiteX973" fmla="*/ 449485 w 523875"/>
                <a:gd name="connsiteY973" fmla="*/ 187547 h 419100"/>
                <a:gd name="connsiteX974" fmla="*/ 450437 w 523875"/>
                <a:gd name="connsiteY974" fmla="*/ 186880 h 419100"/>
                <a:gd name="connsiteX975" fmla="*/ 451104 w 523875"/>
                <a:gd name="connsiteY975" fmla="*/ 185166 h 419100"/>
                <a:gd name="connsiteX976" fmla="*/ 451295 w 523875"/>
                <a:gd name="connsiteY976" fmla="*/ 183737 h 419100"/>
                <a:gd name="connsiteX977" fmla="*/ 451199 w 523875"/>
                <a:gd name="connsiteY977" fmla="*/ 180975 h 419100"/>
                <a:gd name="connsiteX978" fmla="*/ 451485 w 523875"/>
                <a:gd name="connsiteY978" fmla="*/ 180022 h 419100"/>
                <a:gd name="connsiteX979" fmla="*/ 452152 w 523875"/>
                <a:gd name="connsiteY979" fmla="*/ 179451 h 419100"/>
                <a:gd name="connsiteX980" fmla="*/ 453485 w 523875"/>
                <a:gd name="connsiteY980" fmla="*/ 179451 h 419100"/>
                <a:gd name="connsiteX981" fmla="*/ 454438 w 523875"/>
                <a:gd name="connsiteY981" fmla="*/ 178784 h 419100"/>
                <a:gd name="connsiteX982" fmla="*/ 455200 w 523875"/>
                <a:gd name="connsiteY982" fmla="*/ 177165 h 419100"/>
                <a:gd name="connsiteX983" fmla="*/ 455486 w 523875"/>
                <a:gd name="connsiteY983" fmla="*/ 175546 h 419100"/>
                <a:gd name="connsiteX984" fmla="*/ 455295 w 523875"/>
                <a:gd name="connsiteY984" fmla="*/ 173736 h 419100"/>
                <a:gd name="connsiteX985" fmla="*/ 454533 w 523875"/>
                <a:gd name="connsiteY985" fmla="*/ 172403 h 419100"/>
                <a:gd name="connsiteX986" fmla="*/ 452247 w 523875"/>
                <a:gd name="connsiteY986" fmla="*/ 170497 h 419100"/>
                <a:gd name="connsiteX987" fmla="*/ 451771 w 523875"/>
                <a:gd name="connsiteY987" fmla="*/ 169735 h 419100"/>
                <a:gd name="connsiteX988" fmla="*/ 451676 w 523875"/>
                <a:gd name="connsiteY988" fmla="*/ 168974 h 419100"/>
                <a:gd name="connsiteX989" fmla="*/ 451676 w 523875"/>
                <a:gd name="connsiteY989" fmla="*/ 168021 h 419100"/>
                <a:gd name="connsiteX990" fmla="*/ 451104 w 523875"/>
                <a:gd name="connsiteY990" fmla="*/ 167354 h 419100"/>
                <a:gd name="connsiteX991" fmla="*/ 449294 w 523875"/>
                <a:gd name="connsiteY991" fmla="*/ 165640 h 419100"/>
                <a:gd name="connsiteX992" fmla="*/ 448628 w 523875"/>
                <a:gd name="connsiteY992" fmla="*/ 164592 h 419100"/>
                <a:gd name="connsiteX993" fmla="*/ 448818 w 523875"/>
                <a:gd name="connsiteY993" fmla="*/ 163830 h 419100"/>
                <a:gd name="connsiteX994" fmla="*/ 449771 w 523875"/>
                <a:gd name="connsiteY994" fmla="*/ 162973 h 419100"/>
                <a:gd name="connsiteX995" fmla="*/ 452057 w 523875"/>
                <a:gd name="connsiteY995" fmla="*/ 162211 h 419100"/>
                <a:gd name="connsiteX996" fmla="*/ 457391 w 523875"/>
                <a:gd name="connsiteY996" fmla="*/ 160877 h 419100"/>
                <a:gd name="connsiteX997" fmla="*/ 458248 w 523875"/>
                <a:gd name="connsiteY997" fmla="*/ 160972 h 419100"/>
                <a:gd name="connsiteX998" fmla="*/ 459105 w 523875"/>
                <a:gd name="connsiteY998" fmla="*/ 161639 h 419100"/>
                <a:gd name="connsiteX999" fmla="*/ 459772 w 523875"/>
                <a:gd name="connsiteY999" fmla="*/ 162687 h 419100"/>
                <a:gd name="connsiteX1000" fmla="*/ 460058 w 523875"/>
                <a:gd name="connsiteY1000" fmla="*/ 164211 h 419100"/>
                <a:gd name="connsiteX1001" fmla="*/ 460153 w 523875"/>
                <a:gd name="connsiteY1001" fmla="*/ 165830 h 419100"/>
                <a:gd name="connsiteX1002" fmla="*/ 460534 w 523875"/>
                <a:gd name="connsiteY1002" fmla="*/ 167164 h 419100"/>
                <a:gd name="connsiteX1003" fmla="*/ 460915 w 523875"/>
                <a:gd name="connsiteY1003" fmla="*/ 167735 h 419100"/>
                <a:gd name="connsiteX1004" fmla="*/ 461677 w 523875"/>
                <a:gd name="connsiteY1004" fmla="*/ 167830 h 419100"/>
                <a:gd name="connsiteX1005" fmla="*/ 468440 w 523875"/>
                <a:gd name="connsiteY1005" fmla="*/ 165163 h 419100"/>
                <a:gd name="connsiteX1006" fmla="*/ 470821 w 523875"/>
                <a:gd name="connsiteY1006" fmla="*/ 165068 h 419100"/>
                <a:gd name="connsiteX1007" fmla="*/ 474155 w 523875"/>
                <a:gd name="connsiteY1007" fmla="*/ 165925 h 419100"/>
                <a:gd name="connsiteX1008" fmla="*/ 475488 w 523875"/>
                <a:gd name="connsiteY1008" fmla="*/ 165545 h 419100"/>
                <a:gd name="connsiteX1009" fmla="*/ 477107 w 523875"/>
                <a:gd name="connsiteY1009" fmla="*/ 163735 h 419100"/>
                <a:gd name="connsiteX1010" fmla="*/ 478250 w 523875"/>
                <a:gd name="connsiteY1010" fmla="*/ 162973 h 419100"/>
                <a:gd name="connsiteX1011" fmla="*/ 479012 w 523875"/>
                <a:gd name="connsiteY1011" fmla="*/ 162116 h 419100"/>
                <a:gd name="connsiteX1012" fmla="*/ 479298 w 523875"/>
                <a:gd name="connsiteY1012" fmla="*/ 160972 h 419100"/>
                <a:gd name="connsiteX1013" fmla="*/ 479203 w 523875"/>
                <a:gd name="connsiteY1013" fmla="*/ 157734 h 419100"/>
                <a:gd name="connsiteX1014" fmla="*/ 479489 w 523875"/>
                <a:gd name="connsiteY1014" fmla="*/ 155734 h 419100"/>
                <a:gd name="connsiteX1015" fmla="*/ 478822 w 523875"/>
                <a:gd name="connsiteY1015" fmla="*/ 152400 h 419100"/>
                <a:gd name="connsiteX1016" fmla="*/ 479012 w 523875"/>
                <a:gd name="connsiteY1016" fmla="*/ 151352 h 419100"/>
                <a:gd name="connsiteX1017" fmla="*/ 480060 w 523875"/>
                <a:gd name="connsiteY1017" fmla="*/ 150590 h 419100"/>
                <a:gd name="connsiteX1018" fmla="*/ 481108 w 523875"/>
                <a:gd name="connsiteY1018" fmla="*/ 150400 h 419100"/>
                <a:gd name="connsiteX1019" fmla="*/ 482346 w 523875"/>
                <a:gd name="connsiteY1019" fmla="*/ 150495 h 419100"/>
                <a:gd name="connsiteX1020" fmla="*/ 483775 w 523875"/>
                <a:gd name="connsiteY1020" fmla="*/ 151257 h 419100"/>
                <a:gd name="connsiteX1021" fmla="*/ 486251 w 523875"/>
                <a:gd name="connsiteY1021" fmla="*/ 153734 h 419100"/>
                <a:gd name="connsiteX1022" fmla="*/ 487585 w 523875"/>
                <a:gd name="connsiteY1022" fmla="*/ 153924 h 419100"/>
                <a:gd name="connsiteX1023" fmla="*/ 488633 w 523875"/>
                <a:gd name="connsiteY1023" fmla="*/ 153257 h 419100"/>
                <a:gd name="connsiteX1024" fmla="*/ 489776 w 523875"/>
                <a:gd name="connsiteY1024" fmla="*/ 150781 h 419100"/>
                <a:gd name="connsiteX1025" fmla="*/ 490347 w 523875"/>
                <a:gd name="connsiteY1025" fmla="*/ 149257 h 419100"/>
                <a:gd name="connsiteX1026" fmla="*/ 490633 w 523875"/>
                <a:gd name="connsiteY1026" fmla="*/ 146495 h 419100"/>
                <a:gd name="connsiteX1027" fmla="*/ 491204 w 523875"/>
                <a:gd name="connsiteY1027" fmla="*/ 145542 h 419100"/>
                <a:gd name="connsiteX1028" fmla="*/ 492443 w 523875"/>
                <a:gd name="connsiteY1028" fmla="*/ 145066 h 419100"/>
                <a:gd name="connsiteX1029" fmla="*/ 496062 w 523875"/>
                <a:gd name="connsiteY1029" fmla="*/ 145542 h 419100"/>
                <a:gd name="connsiteX1030" fmla="*/ 497681 w 523875"/>
                <a:gd name="connsiteY1030" fmla="*/ 145351 h 419100"/>
                <a:gd name="connsiteX1031" fmla="*/ 498920 w 523875"/>
                <a:gd name="connsiteY1031" fmla="*/ 144589 h 419100"/>
                <a:gd name="connsiteX1032" fmla="*/ 499205 w 523875"/>
                <a:gd name="connsiteY1032" fmla="*/ 142780 h 419100"/>
                <a:gd name="connsiteX1033" fmla="*/ 497967 w 523875"/>
                <a:gd name="connsiteY1033" fmla="*/ 140399 h 419100"/>
                <a:gd name="connsiteX1034" fmla="*/ 497110 w 523875"/>
                <a:gd name="connsiteY1034" fmla="*/ 139827 h 419100"/>
                <a:gd name="connsiteX1035" fmla="*/ 496634 w 523875"/>
                <a:gd name="connsiteY1035" fmla="*/ 139827 h 419100"/>
                <a:gd name="connsiteX1036" fmla="*/ 495872 w 523875"/>
                <a:gd name="connsiteY1036" fmla="*/ 140208 h 419100"/>
                <a:gd name="connsiteX1037" fmla="*/ 495205 w 523875"/>
                <a:gd name="connsiteY1037" fmla="*/ 140303 h 419100"/>
                <a:gd name="connsiteX1038" fmla="*/ 494729 w 523875"/>
                <a:gd name="connsiteY1038" fmla="*/ 139922 h 419100"/>
                <a:gd name="connsiteX1039" fmla="*/ 494538 w 523875"/>
                <a:gd name="connsiteY1039" fmla="*/ 138970 h 419100"/>
                <a:gd name="connsiteX1040" fmla="*/ 494538 w 523875"/>
                <a:gd name="connsiteY1040" fmla="*/ 137731 h 419100"/>
                <a:gd name="connsiteX1041" fmla="*/ 494348 w 523875"/>
                <a:gd name="connsiteY1041" fmla="*/ 136398 h 419100"/>
                <a:gd name="connsiteX1042" fmla="*/ 494633 w 523875"/>
                <a:gd name="connsiteY1042" fmla="*/ 135160 h 419100"/>
                <a:gd name="connsiteX1043" fmla="*/ 495491 w 523875"/>
                <a:gd name="connsiteY1043" fmla="*/ 134017 h 419100"/>
                <a:gd name="connsiteX1044" fmla="*/ 497967 w 523875"/>
                <a:gd name="connsiteY1044" fmla="*/ 133064 h 419100"/>
                <a:gd name="connsiteX1045" fmla="*/ 499491 w 523875"/>
                <a:gd name="connsiteY1045" fmla="*/ 132683 h 419100"/>
                <a:gd name="connsiteX1046" fmla="*/ 502444 w 523875"/>
                <a:gd name="connsiteY1046" fmla="*/ 130588 h 419100"/>
                <a:gd name="connsiteX1047" fmla="*/ 505778 w 523875"/>
                <a:gd name="connsiteY1047" fmla="*/ 127921 h 419100"/>
                <a:gd name="connsiteX1048" fmla="*/ 507302 w 523875"/>
                <a:gd name="connsiteY1048" fmla="*/ 125730 h 419100"/>
                <a:gd name="connsiteX1049" fmla="*/ 512159 w 523875"/>
                <a:gd name="connsiteY1049" fmla="*/ 115062 h 419100"/>
                <a:gd name="connsiteX1050" fmla="*/ 512636 w 523875"/>
                <a:gd name="connsiteY1050" fmla="*/ 112967 h 419100"/>
                <a:gd name="connsiteX1051" fmla="*/ 512445 w 523875"/>
                <a:gd name="connsiteY1051" fmla="*/ 111633 h 419100"/>
                <a:gd name="connsiteX1052" fmla="*/ 512064 w 523875"/>
                <a:gd name="connsiteY1052" fmla="*/ 110490 h 419100"/>
                <a:gd name="connsiteX1053" fmla="*/ 512159 w 523875"/>
                <a:gd name="connsiteY1053" fmla="*/ 109347 h 419100"/>
                <a:gd name="connsiteX1054" fmla="*/ 512636 w 523875"/>
                <a:gd name="connsiteY1054" fmla="*/ 108395 h 419100"/>
                <a:gd name="connsiteX1055" fmla="*/ 513683 w 523875"/>
                <a:gd name="connsiteY1055" fmla="*/ 107347 h 419100"/>
                <a:gd name="connsiteX1056" fmla="*/ 514255 w 523875"/>
                <a:gd name="connsiteY1056" fmla="*/ 106585 h 419100"/>
                <a:gd name="connsiteX1057" fmla="*/ 514731 w 523875"/>
                <a:gd name="connsiteY1057" fmla="*/ 105537 h 419100"/>
                <a:gd name="connsiteX1058" fmla="*/ 515017 w 523875"/>
                <a:gd name="connsiteY1058" fmla="*/ 104680 h 419100"/>
                <a:gd name="connsiteX1059" fmla="*/ 514922 w 523875"/>
                <a:gd name="connsiteY1059" fmla="*/ 103727 h 419100"/>
                <a:gd name="connsiteX1060" fmla="*/ 514636 w 523875"/>
                <a:gd name="connsiteY1060" fmla="*/ 102870 h 419100"/>
                <a:gd name="connsiteX1061" fmla="*/ 513588 w 523875"/>
                <a:gd name="connsiteY1061" fmla="*/ 101441 h 419100"/>
                <a:gd name="connsiteX1062" fmla="*/ 513398 w 523875"/>
                <a:gd name="connsiteY1062" fmla="*/ 100489 h 419100"/>
                <a:gd name="connsiteX1063" fmla="*/ 513874 w 523875"/>
                <a:gd name="connsiteY1063" fmla="*/ 96869 h 419100"/>
                <a:gd name="connsiteX1064" fmla="*/ 513683 w 523875"/>
                <a:gd name="connsiteY1064" fmla="*/ 96012 h 419100"/>
                <a:gd name="connsiteX1065" fmla="*/ 512921 w 523875"/>
                <a:gd name="connsiteY1065" fmla="*/ 95345 h 419100"/>
                <a:gd name="connsiteX1066" fmla="*/ 511683 w 523875"/>
                <a:gd name="connsiteY1066" fmla="*/ 94869 h 419100"/>
                <a:gd name="connsiteX1067" fmla="*/ 510254 w 523875"/>
                <a:gd name="connsiteY1067" fmla="*/ 94488 h 419100"/>
                <a:gd name="connsiteX1068" fmla="*/ 509397 w 523875"/>
                <a:gd name="connsiteY1068" fmla="*/ 93726 h 419100"/>
                <a:gd name="connsiteX1069" fmla="*/ 509302 w 523875"/>
                <a:gd name="connsiteY1069" fmla="*/ 92964 h 419100"/>
                <a:gd name="connsiteX1070" fmla="*/ 510064 w 523875"/>
                <a:gd name="connsiteY1070" fmla="*/ 92202 h 419100"/>
                <a:gd name="connsiteX1071" fmla="*/ 511207 w 523875"/>
                <a:gd name="connsiteY1071" fmla="*/ 91916 h 419100"/>
                <a:gd name="connsiteX1072" fmla="*/ 512826 w 523875"/>
                <a:gd name="connsiteY1072" fmla="*/ 92107 h 419100"/>
                <a:gd name="connsiteX1073" fmla="*/ 514064 w 523875"/>
                <a:gd name="connsiteY1073" fmla="*/ 92583 h 419100"/>
                <a:gd name="connsiteX1074" fmla="*/ 515303 w 523875"/>
                <a:gd name="connsiteY1074" fmla="*/ 93154 h 419100"/>
                <a:gd name="connsiteX1075" fmla="*/ 516350 w 523875"/>
                <a:gd name="connsiteY1075" fmla="*/ 93821 h 419100"/>
                <a:gd name="connsiteX1076" fmla="*/ 517589 w 523875"/>
                <a:gd name="connsiteY1076" fmla="*/ 94488 h 419100"/>
                <a:gd name="connsiteX1077" fmla="*/ 518922 w 523875"/>
                <a:gd name="connsiteY1077" fmla="*/ 94774 h 419100"/>
                <a:gd name="connsiteX1078" fmla="*/ 520637 w 523875"/>
                <a:gd name="connsiteY1078" fmla="*/ 94679 h 419100"/>
                <a:gd name="connsiteX1079" fmla="*/ 522351 w 523875"/>
                <a:gd name="connsiteY1079" fmla="*/ 94297 h 419100"/>
                <a:gd name="connsiteX1080" fmla="*/ 523875 w 523875"/>
                <a:gd name="connsiteY1080" fmla="*/ 93535 h 419100"/>
                <a:gd name="connsiteX1081" fmla="*/ 525113 w 523875"/>
                <a:gd name="connsiteY1081" fmla="*/ 92488 h 419100"/>
                <a:gd name="connsiteX1082" fmla="*/ 525875 w 523875"/>
                <a:gd name="connsiteY1082" fmla="*/ 91535 h 419100"/>
                <a:gd name="connsiteX1083" fmla="*/ 526447 w 523875"/>
                <a:gd name="connsiteY1083" fmla="*/ 8944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</a:cxnLst>
              <a:rect l="l" t="t" r="r" b="b"/>
              <a:pathLst>
                <a:path w="523875" h="419100">
                  <a:moveTo>
                    <a:pt x="525113" y="88678"/>
                  </a:moveTo>
                  <a:lnTo>
                    <a:pt x="524351" y="88678"/>
                  </a:lnTo>
                  <a:lnTo>
                    <a:pt x="523494" y="88392"/>
                  </a:lnTo>
                  <a:lnTo>
                    <a:pt x="523018" y="87725"/>
                  </a:lnTo>
                  <a:lnTo>
                    <a:pt x="523399" y="86487"/>
                  </a:lnTo>
                  <a:lnTo>
                    <a:pt x="524256" y="85820"/>
                  </a:lnTo>
                  <a:lnTo>
                    <a:pt x="525399" y="85058"/>
                  </a:lnTo>
                  <a:lnTo>
                    <a:pt x="525971" y="84296"/>
                  </a:lnTo>
                  <a:lnTo>
                    <a:pt x="525971" y="83249"/>
                  </a:lnTo>
                  <a:lnTo>
                    <a:pt x="525209" y="81820"/>
                  </a:lnTo>
                  <a:lnTo>
                    <a:pt x="524542" y="81058"/>
                  </a:lnTo>
                  <a:lnTo>
                    <a:pt x="524066" y="80105"/>
                  </a:lnTo>
                  <a:lnTo>
                    <a:pt x="523875" y="79058"/>
                  </a:lnTo>
                  <a:lnTo>
                    <a:pt x="523780" y="77343"/>
                  </a:lnTo>
                  <a:lnTo>
                    <a:pt x="523589" y="76105"/>
                  </a:lnTo>
                  <a:lnTo>
                    <a:pt x="522732" y="74771"/>
                  </a:lnTo>
                  <a:lnTo>
                    <a:pt x="521970" y="72962"/>
                  </a:lnTo>
                  <a:lnTo>
                    <a:pt x="521589" y="72390"/>
                  </a:lnTo>
                  <a:lnTo>
                    <a:pt x="521113" y="72009"/>
                  </a:lnTo>
                  <a:lnTo>
                    <a:pt x="518446" y="71628"/>
                  </a:lnTo>
                  <a:lnTo>
                    <a:pt x="517589" y="71342"/>
                  </a:lnTo>
                  <a:lnTo>
                    <a:pt x="516922" y="70866"/>
                  </a:lnTo>
                  <a:lnTo>
                    <a:pt x="516350" y="69818"/>
                  </a:lnTo>
                  <a:lnTo>
                    <a:pt x="516160" y="68580"/>
                  </a:lnTo>
                  <a:lnTo>
                    <a:pt x="516731" y="67437"/>
                  </a:lnTo>
                  <a:lnTo>
                    <a:pt x="517684" y="67151"/>
                  </a:lnTo>
                  <a:lnTo>
                    <a:pt x="518446" y="67437"/>
                  </a:lnTo>
                  <a:lnTo>
                    <a:pt x="519684" y="68199"/>
                  </a:lnTo>
                  <a:lnTo>
                    <a:pt x="520541" y="68389"/>
                  </a:lnTo>
                  <a:lnTo>
                    <a:pt x="521208" y="68008"/>
                  </a:lnTo>
                  <a:lnTo>
                    <a:pt x="521494" y="67246"/>
                  </a:lnTo>
                  <a:lnTo>
                    <a:pt x="521589" y="66675"/>
                  </a:lnTo>
                  <a:lnTo>
                    <a:pt x="522065" y="60198"/>
                  </a:lnTo>
                  <a:lnTo>
                    <a:pt x="522637" y="58769"/>
                  </a:lnTo>
                  <a:lnTo>
                    <a:pt x="524066" y="56769"/>
                  </a:lnTo>
                  <a:lnTo>
                    <a:pt x="524351" y="55054"/>
                  </a:lnTo>
                  <a:lnTo>
                    <a:pt x="524256" y="52006"/>
                  </a:lnTo>
                  <a:lnTo>
                    <a:pt x="523875" y="49054"/>
                  </a:lnTo>
                  <a:lnTo>
                    <a:pt x="521684" y="40196"/>
                  </a:lnTo>
                  <a:lnTo>
                    <a:pt x="520637" y="37433"/>
                  </a:lnTo>
                  <a:lnTo>
                    <a:pt x="519970" y="36004"/>
                  </a:lnTo>
                  <a:lnTo>
                    <a:pt x="519017" y="35338"/>
                  </a:lnTo>
                  <a:lnTo>
                    <a:pt x="514636" y="30671"/>
                  </a:lnTo>
                  <a:lnTo>
                    <a:pt x="514064" y="30289"/>
                  </a:lnTo>
                  <a:lnTo>
                    <a:pt x="513398" y="30099"/>
                  </a:lnTo>
                  <a:lnTo>
                    <a:pt x="512731" y="29813"/>
                  </a:lnTo>
                  <a:lnTo>
                    <a:pt x="512159" y="28956"/>
                  </a:lnTo>
                  <a:lnTo>
                    <a:pt x="512064" y="28099"/>
                  </a:lnTo>
                  <a:lnTo>
                    <a:pt x="512255" y="26289"/>
                  </a:lnTo>
                  <a:lnTo>
                    <a:pt x="512159" y="25432"/>
                  </a:lnTo>
                  <a:lnTo>
                    <a:pt x="511493" y="22479"/>
                  </a:lnTo>
                  <a:lnTo>
                    <a:pt x="511302" y="21050"/>
                  </a:lnTo>
                  <a:lnTo>
                    <a:pt x="511397" y="19241"/>
                  </a:lnTo>
                  <a:lnTo>
                    <a:pt x="511874" y="17812"/>
                  </a:lnTo>
                  <a:lnTo>
                    <a:pt x="512540" y="16859"/>
                  </a:lnTo>
                  <a:lnTo>
                    <a:pt x="513017" y="15812"/>
                  </a:lnTo>
                  <a:lnTo>
                    <a:pt x="513017" y="14002"/>
                  </a:lnTo>
                  <a:lnTo>
                    <a:pt x="512445" y="12287"/>
                  </a:lnTo>
                  <a:lnTo>
                    <a:pt x="511493" y="11049"/>
                  </a:lnTo>
                  <a:lnTo>
                    <a:pt x="510350" y="10287"/>
                  </a:lnTo>
                  <a:lnTo>
                    <a:pt x="509111" y="9620"/>
                  </a:lnTo>
                  <a:lnTo>
                    <a:pt x="506444" y="9239"/>
                  </a:lnTo>
                  <a:lnTo>
                    <a:pt x="501206" y="10001"/>
                  </a:lnTo>
                  <a:lnTo>
                    <a:pt x="498729" y="8763"/>
                  </a:lnTo>
                  <a:lnTo>
                    <a:pt x="491681" y="7334"/>
                  </a:lnTo>
                  <a:lnTo>
                    <a:pt x="490538" y="6001"/>
                  </a:lnTo>
                  <a:lnTo>
                    <a:pt x="489680" y="4381"/>
                  </a:lnTo>
                  <a:lnTo>
                    <a:pt x="488442" y="2572"/>
                  </a:lnTo>
                  <a:lnTo>
                    <a:pt x="487013" y="1524"/>
                  </a:lnTo>
                  <a:lnTo>
                    <a:pt x="486061" y="1143"/>
                  </a:lnTo>
                  <a:lnTo>
                    <a:pt x="484918" y="953"/>
                  </a:lnTo>
                  <a:lnTo>
                    <a:pt x="484442" y="476"/>
                  </a:lnTo>
                  <a:lnTo>
                    <a:pt x="483013" y="0"/>
                  </a:lnTo>
                  <a:lnTo>
                    <a:pt x="481394" y="1143"/>
                  </a:lnTo>
                  <a:lnTo>
                    <a:pt x="476917" y="5048"/>
                  </a:lnTo>
                  <a:lnTo>
                    <a:pt x="475679" y="7429"/>
                  </a:lnTo>
                  <a:lnTo>
                    <a:pt x="475202" y="9239"/>
                  </a:lnTo>
                  <a:lnTo>
                    <a:pt x="475107" y="10287"/>
                  </a:lnTo>
                  <a:lnTo>
                    <a:pt x="473583" y="11239"/>
                  </a:lnTo>
                  <a:lnTo>
                    <a:pt x="472916" y="12097"/>
                  </a:lnTo>
                  <a:lnTo>
                    <a:pt x="472250" y="15526"/>
                  </a:lnTo>
                  <a:lnTo>
                    <a:pt x="471488" y="17240"/>
                  </a:lnTo>
                  <a:lnTo>
                    <a:pt x="469583" y="18193"/>
                  </a:lnTo>
                  <a:lnTo>
                    <a:pt x="467868" y="17812"/>
                  </a:lnTo>
                  <a:lnTo>
                    <a:pt x="466058" y="17050"/>
                  </a:lnTo>
                  <a:lnTo>
                    <a:pt x="464630" y="16288"/>
                  </a:lnTo>
                  <a:lnTo>
                    <a:pt x="463677" y="16192"/>
                  </a:lnTo>
                  <a:lnTo>
                    <a:pt x="462820" y="16574"/>
                  </a:lnTo>
                  <a:lnTo>
                    <a:pt x="462058" y="17050"/>
                  </a:lnTo>
                  <a:lnTo>
                    <a:pt x="461582" y="17335"/>
                  </a:lnTo>
                  <a:lnTo>
                    <a:pt x="459010" y="17431"/>
                  </a:lnTo>
                  <a:lnTo>
                    <a:pt x="457486" y="17907"/>
                  </a:lnTo>
                  <a:lnTo>
                    <a:pt x="456343" y="19050"/>
                  </a:lnTo>
                  <a:lnTo>
                    <a:pt x="455295" y="22193"/>
                  </a:lnTo>
                  <a:lnTo>
                    <a:pt x="455009" y="24670"/>
                  </a:lnTo>
                  <a:lnTo>
                    <a:pt x="453295" y="32099"/>
                  </a:lnTo>
                  <a:lnTo>
                    <a:pt x="452819" y="33147"/>
                  </a:lnTo>
                  <a:lnTo>
                    <a:pt x="451961" y="33242"/>
                  </a:lnTo>
                  <a:lnTo>
                    <a:pt x="449199" y="32195"/>
                  </a:lnTo>
                  <a:lnTo>
                    <a:pt x="447675" y="32099"/>
                  </a:lnTo>
                  <a:lnTo>
                    <a:pt x="444056" y="33433"/>
                  </a:lnTo>
                  <a:lnTo>
                    <a:pt x="442722" y="34480"/>
                  </a:lnTo>
                  <a:lnTo>
                    <a:pt x="440055" y="37243"/>
                  </a:lnTo>
                  <a:lnTo>
                    <a:pt x="437388" y="41053"/>
                  </a:lnTo>
                  <a:lnTo>
                    <a:pt x="436626" y="43053"/>
                  </a:lnTo>
                  <a:lnTo>
                    <a:pt x="436150" y="44958"/>
                  </a:lnTo>
                  <a:lnTo>
                    <a:pt x="436721" y="58674"/>
                  </a:lnTo>
                  <a:lnTo>
                    <a:pt x="436340" y="60198"/>
                  </a:lnTo>
                  <a:lnTo>
                    <a:pt x="435578" y="61722"/>
                  </a:lnTo>
                  <a:lnTo>
                    <a:pt x="434435" y="63246"/>
                  </a:lnTo>
                  <a:lnTo>
                    <a:pt x="432530" y="66961"/>
                  </a:lnTo>
                  <a:lnTo>
                    <a:pt x="431578" y="68199"/>
                  </a:lnTo>
                  <a:lnTo>
                    <a:pt x="430816" y="68961"/>
                  </a:lnTo>
                  <a:lnTo>
                    <a:pt x="430530" y="69437"/>
                  </a:lnTo>
                  <a:lnTo>
                    <a:pt x="430816" y="70485"/>
                  </a:lnTo>
                  <a:lnTo>
                    <a:pt x="431387" y="71723"/>
                  </a:lnTo>
                  <a:lnTo>
                    <a:pt x="431578" y="73724"/>
                  </a:lnTo>
                  <a:lnTo>
                    <a:pt x="430340" y="79534"/>
                  </a:lnTo>
                  <a:lnTo>
                    <a:pt x="430625" y="83534"/>
                  </a:lnTo>
                  <a:lnTo>
                    <a:pt x="429101" y="88106"/>
                  </a:lnTo>
                  <a:lnTo>
                    <a:pt x="428625" y="89821"/>
                  </a:lnTo>
                  <a:lnTo>
                    <a:pt x="428435" y="92488"/>
                  </a:lnTo>
                  <a:lnTo>
                    <a:pt x="427482" y="93631"/>
                  </a:lnTo>
                  <a:lnTo>
                    <a:pt x="426053" y="94202"/>
                  </a:lnTo>
                  <a:lnTo>
                    <a:pt x="424148" y="93917"/>
                  </a:lnTo>
                  <a:lnTo>
                    <a:pt x="418148" y="91440"/>
                  </a:lnTo>
                  <a:lnTo>
                    <a:pt x="414052" y="90392"/>
                  </a:lnTo>
                  <a:lnTo>
                    <a:pt x="413195" y="90488"/>
                  </a:lnTo>
                  <a:lnTo>
                    <a:pt x="412909" y="92488"/>
                  </a:lnTo>
                  <a:lnTo>
                    <a:pt x="411099" y="95155"/>
                  </a:lnTo>
                  <a:lnTo>
                    <a:pt x="410051" y="96583"/>
                  </a:lnTo>
                  <a:lnTo>
                    <a:pt x="409956" y="97631"/>
                  </a:lnTo>
                  <a:lnTo>
                    <a:pt x="410147" y="100108"/>
                  </a:lnTo>
                  <a:lnTo>
                    <a:pt x="409956" y="100775"/>
                  </a:lnTo>
                  <a:lnTo>
                    <a:pt x="401098" y="97917"/>
                  </a:lnTo>
                  <a:lnTo>
                    <a:pt x="397383" y="94964"/>
                  </a:lnTo>
                  <a:lnTo>
                    <a:pt x="395859" y="94107"/>
                  </a:lnTo>
                  <a:lnTo>
                    <a:pt x="394430" y="93631"/>
                  </a:lnTo>
                  <a:lnTo>
                    <a:pt x="393192" y="93821"/>
                  </a:lnTo>
                  <a:lnTo>
                    <a:pt x="392430" y="94583"/>
                  </a:lnTo>
                  <a:lnTo>
                    <a:pt x="391287" y="97155"/>
                  </a:lnTo>
                  <a:lnTo>
                    <a:pt x="388334" y="98774"/>
                  </a:lnTo>
                  <a:lnTo>
                    <a:pt x="386810" y="98774"/>
                  </a:lnTo>
                  <a:lnTo>
                    <a:pt x="384143" y="99441"/>
                  </a:lnTo>
                  <a:lnTo>
                    <a:pt x="382143" y="99441"/>
                  </a:lnTo>
                  <a:lnTo>
                    <a:pt x="379857" y="98108"/>
                  </a:lnTo>
                  <a:lnTo>
                    <a:pt x="377381" y="97060"/>
                  </a:lnTo>
                  <a:lnTo>
                    <a:pt x="374809" y="97060"/>
                  </a:lnTo>
                  <a:lnTo>
                    <a:pt x="369094" y="102870"/>
                  </a:lnTo>
                  <a:lnTo>
                    <a:pt x="365379" y="106013"/>
                  </a:lnTo>
                  <a:lnTo>
                    <a:pt x="364331" y="107347"/>
                  </a:lnTo>
                  <a:lnTo>
                    <a:pt x="363284" y="111728"/>
                  </a:lnTo>
                  <a:lnTo>
                    <a:pt x="363379" y="116205"/>
                  </a:lnTo>
                  <a:lnTo>
                    <a:pt x="362045" y="117062"/>
                  </a:lnTo>
                  <a:lnTo>
                    <a:pt x="361188" y="117538"/>
                  </a:lnTo>
                  <a:lnTo>
                    <a:pt x="360617" y="118491"/>
                  </a:lnTo>
                  <a:lnTo>
                    <a:pt x="360426" y="119539"/>
                  </a:lnTo>
                  <a:lnTo>
                    <a:pt x="360712" y="120872"/>
                  </a:lnTo>
                  <a:lnTo>
                    <a:pt x="360521" y="122110"/>
                  </a:lnTo>
                  <a:lnTo>
                    <a:pt x="359950" y="123539"/>
                  </a:lnTo>
                  <a:lnTo>
                    <a:pt x="359188" y="124682"/>
                  </a:lnTo>
                  <a:lnTo>
                    <a:pt x="357854" y="125063"/>
                  </a:lnTo>
                  <a:lnTo>
                    <a:pt x="355283" y="123539"/>
                  </a:lnTo>
                  <a:lnTo>
                    <a:pt x="348234" y="118110"/>
                  </a:lnTo>
                  <a:lnTo>
                    <a:pt x="339185" y="113062"/>
                  </a:lnTo>
                  <a:lnTo>
                    <a:pt x="338519" y="111633"/>
                  </a:lnTo>
                  <a:lnTo>
                    <a:pt x="338709" y="110585"/>
                  </a:lnTo>
                  <a:lnTo>
                    <a:pt x="341662" y="107156"/>
                  </a:lnTo>
                  <a:lnTo>
                    <a:pt x="342233" y="105918"/>
                  </a:lnTo>
                  <a:lnTo>
                    <a:pt x="342424" y="104775"/>
                  </a:lnTo>
                  <a:lnTo>
                    <a:pt x="341948" y="100679"/>
                  </a:lnTo>
                  <a:lnTo>
                    <a:pt x="341471" y="99441"/>
                  </a:lnTo>
                  <a:lnTo>
                    <a:pt x="340805" y="98298"/>
                  </a:lnTo>
                  <a:lnTo>
                    <a:pt x="337566" y="98012"/>
                  </a:lnTo>
                  <a:lnTo>
                    <a:pt x="333089" y="96203"/>
                  </a:lnTo>
                  <a:lnTo>
                    <a:pt x="331946" y="96488"/>
                  </a:lnTo>
                  <a:lnTo>
                    <a:pt x="329375" y="98108"/>
                  </a:lnTo>
                  <a:lnTo>
                    <a:pt x="327374" y="98203"/>
                  </a:lnTo>
                  <a:lnTo>
                    <a:pt x="325088" y="97726"/>
                  </a:lnTo>
                  <a:lnTo>
                    <a:pt x="322993" y="96012"/>
                  </a:lnTo>
                  <a:lnTo>
                    <a:pt x="321755" y="94583"/>
                  </a:lnTo>
                  <a:lnTo>
                    <a:pt x="320802" y="92488"/>
                  </a:lnTo>
                  <a:lnTo>
                    <a:pt x="319659" y="83058"/>
                  </a:lnTo>
                  <a:lnTo>
                    <a:pt x="318516" y="80677"/>
                  </a:lnTo>
                  <a:lnTo>
                    <a:pt x="316706" y="79248"/>
                  </a:lnTo>
                  <a:lnTo>
                    <a:pt x="314706" y="78581"/>
                  </a:lnTo>
                  <a:lnTo>
                    <a:pt x="312896" y="78581"/>
                  </a:lnTo>
                  <a:lnTo>
                    <a:pt x="311563" y="78391"/>
                  </a:lnTo>
                  <a:lnTo>
                    <a:pt x="311087" y="77819"/>
                  </a:lnTo>
                  <a:lnTo>
                    <a:pt x="311658" y="76581"/>
                  </a:lnTo>
                  <a:lnTo>
                    <a:pt x="312325" y="75438"/>
                  </a:lnTo>
                  <a:lnTo>
                    <a:pt x="312706" y="74390"/>
                  </a:lnTo>
                  <a:lnTo>
                    <a:pt x="311849" y="73057"/>
                  </a:lnTo>
                  <a:lnTo>
                    <a:pt x="309372" y="74009"/>
                  </a:lnTo>
                  <a:lnTo>
                    <a:pt x="307467" y="75724"/>
                  </a:lnTo>
                  <a:lnTo>
                    <a:pt x="302609" y="79058"/>
                  </a:lnTo>
                  <a:lnTo>
                    <a:pt x="297085" y="79629"/>
                  </a:lnTo>
                  <a:lnTo>
                    <a:pt x="291751" y="72866"/>
                  </a:lnTo>
                  <a:lnTo>
                    <a:pt x="289846" y="71247"/>
                  </a:lnTo>
                  <a:lnTo>
                    <a:pt x="287750" y="70390"/>
                  </a:lnTo>
                  <a:lnTo>
                    <a:pt x="277940" y="70580"/>
                  </a:lnTo>
                  <a:lnTo>
                    <a:pt x="276320" y="70961"/>
                  </a:lnTo>
                  <a:lnTo>
                    <a:pt x="274796" y="72580"/>
                  </a:lnTo>
                  <a:lnTo>
                    <a:pt x="273653" y="74485"/>
                  </a:lnTo>
                  <a:lnTo>
                    <a:pt x="272796" y="76295"/>
                  </a:lnTo>
                  <a:lnTo>
                    <a:pt x="272320" y="78010"/>
                  </a:lnTo>
                  <a:lnTo>
                    <a:pt x="271939" y="81725"/>
                  </a:lnTo>
                  <a:lnTo>
                    <a:pt x="271367" y="83439"/>
                  </a:lnTo>
                  <a:lnTo>
                    <a:pt x="270415" y="84677"/>
                  </a:lnTo>
                  <a:lnTo>
                    <a:pt x="267462" y="85534"/>
                  </a:lnTo>
                  <a:lnTo>
                    <a:pt x="266605" y="86011"/>
                  </a:lnTo>
                  <a:lnTo>
                    <a:pt x="266605" y="86678"/>
                  </a:lnTo>
                  <a:lnTo>
                    <a:pt x="267081" y="87630"/>
                  </a:lnTo>
                  <a:lnTo>
                    <a:pt x="267748" y="88773"/>
                  </a:lnTo>
                  <a:lnTo>
                    <a:pt x="268034" y="89916"/>
                  </a:lnTo>
                  <a:lnTo>
                    <a:pt x="268319" y="91440"/>
                  </a:lnTo>
                  <a:lnTo>
                    <a:pt x="268319" y="96107"/>
                  </a:lnTo>
                  <a:lnTo>
                    <a:pt x="267653" y="97536"/>
                  </a:lnTo>
                  <a:lnTo>
                    <a:pt x="266129" y="98488"/>
                  </a:lnTo>
                  <a:lnTo>
                    <a:pt x="263366" y="98488"/>
                  </a:lnTo>
                  <a:lnTo>
                    <a:pt x="261366" y="98012"/>
                  </a:lnTo>
                  <a:lnTo>
                    <a:pt x="259652" y="97536"/>
                  </a:lnTo>
                  <a:lnTo>
                    <a:pt x="258604" y="97441"/>
                  </a:lnTo>
                  <a:lnTo>
                    <a:pt x="258128" y="99060"/>
                  </a:lnTo>
                  <a:lnTo>
                    <a:pt x="257651" y="99536"/>
                  </a:lnTo>
                  <a:lnTo>
                    <a:pt x="256508" y="100584"/>
                  </a:lnTo>
                  <a:lnTo>
                    <a:pt x="256127" y="101251"/>
                  </a:lnTo>
                  <a:lnTo>
                    <a:pt x="252603" y="104584"/>
                  </a:lnTo>
                  <a:lnTo>
                    <a:pt x="251555" y="104870"/>
                  </a:lnTo>
                  <a:lnTo>
                    <a:pt x="250222" y="104394"/>
                  </a:lnTo>
                  <a:lnTo>
                    <a:pt x="249079" y="103822"/>
                  </a:lnTo>
                  <a:lnTo>
                    <a:pt x="247555" y="103632"/>
                  </a:lnTo>
                  <a:lnTo>
                    <a:pt x="245269" y="104013"/>
                  </a:lnTo>
                  <a:lnTo>
                    <a:pt x="242507" y="104108"/>
                  </a:lnTo>
                  <a:lnTo>
                    <a:pt x="237077" y="103632"/>
                  </a:lnTo>
                  <a:lnTo>
                    <a:pt x="235077" y="104870"/>
                  </a:lnTo>
                  <a:lnTo>
                    <a:pt x="225933" y="105918"/>
                  </a:lnTo>
                  <a:lnTo>
                    <a:pt x="224314" y="106394"/>
                  </a:lnTo>
                  <a:lnTo>
                    <a:pt x="223933" y="107251"/>
                  </a:lnTo>
                  <a:lnTo>
                    <a:pt x="223742" y="108204"/>
                  </a:lnTo>
                  <a:lnTo>
                    <a:pt x="223171" y="108966"/>
                  </a:lnTo>
                  <a:lnTo>
                    <a:pt x="222028" y="109633"/>
                  </a:lnTo>
                  <a:lnTo>
                    <a:pt x="211646" y="113538"/>
                  </a:lnTo>
                  <a:lnTo>
                    <a:pt x="210407" y="114776"/>
                  </a:lnTo>
                  <a:lnTo>
                    <a:pt x="210122" y="115919"/>
                  </a:lnTo>
                  <a:lnTo>
                    <a:pt x="210407" y="117062"/>
                  </a:lnTo>
                  <a:lnTo>
                    <a:pt x="210122" y="118015"/>
                  </a:lnTo>
                  <a:lnTo>
                    <a:pt x="209169" y="118967"/>
                  </a:lnTo>
                  <a:lnTo>
                    <a:pt x="207550" y="120205"/>
                  </a:lnTo>
                  <a:lnTo>
                    <a:pt x="203168" y="124587"/>
                  </a:lnTo>
                  <a:lnTo>
                    <a:pt x="202121" y="124873"/>
                  </a:lnTo>
                  <a:lnTo>
                    <a:pt x="201454" y="124016"/>
                  </a:lnTo>
                  <a:lnTo>
                    <a:pt x="201454" y="122682"/>
                  </a:lnTo>
                  <a:lnTo>
                    <a:pt x="202121" y="119634"/>
                  </a:lnTo>
                  <a:lnTo>
                    <a:pt x="201930" y="118681"/>
                  </a:lnTo>
                  <a:lnTo>
                    <a:pt x="201168" y="118300"/>
                  </a:lnTo>
                  <a:lnTo>
                    <a:pt x="193643" y="121063"/>
                  </a:lnTo>
                  <a:lnTo>
                    <a:pt x="191738" y="122396"/>
                  </a:lnTo>
                  <a:lnTo>
                    <a:pt x="189833" y="123444"/>
                  </a:lnTo>
                  <a:lnTo>
                    <a:pt x="187452" y="124016"/>
                  </a:lnTo>
                  <a:lnTo>
                    <a:pt x="181356" y="123349"/>
                  </a:lnTo>
                  <a:lnTo>
                    <a:pt x="179832" y="122301"/>
                  </a:lnTo>
                  <a:lnTo>
                    <a:pt x="179070" y="120967"/>
                  </a:lnTo>
                  <a:lnTo>
                    <a:pt x="177927" y="114109"/>
                  </a:lnTo>
                  <a:lnTo>
                    <a:pt x="177641" y="112871"/>
                  </a:lnTo>
                  <a:lnTo>
                    <a:pt x="176689" y="112395"/>
                  </a:lnTo>
                  <a:lnTo>
                    <a:pt x="175641" y="112871"/>
                  </a:lnTo>
                  <a:lnTo>
                    <a:pt x="173927" y="113252"/>
                  </a:lnTo>
                  <a:lnTo>
                    <a:pt x="172879" y="112681"/>
                  </a:lnTo>
                  <a:lnTo>
                    <a:pt x="171736" y="106680"/>
                  </a:lnTo>
                  <a:lnTo>
                    <a:pt x="170307" y="105442"/>
                  </a:lnTo>
                  <a:lnTo>
                    <a:pt x="168688" y="105251"/>
                  </a:lnTo>
                  <a:lnTo>
                    <a:pt x="167354" y="106108"/>
                  </a:lnTo>
                  <a:lnTo>
                    <a:pt x="166211" y="107061"/>
                  </a:lnTo>
                  <a:lnTo>
                    <a:pt x="164402" y="108013"/>
                  </a:lnTo>
                  <a:lnTo>
                    <a:pt x="162782" y="109252"/>
                  </a:lnTo>
                  <a:lnTo>
                    <a:pt x="157829" y="112014"/>
                  </a:lnTo>
                  <a:lnTo>
                    <a:pt x="155924" y="113633"/>
                  </a:lnTo>
                  <a:lnTo>
                    <a:pt x="154400" y="116014"/>
                  </a:lnTo>
                  <a:lnTo>
                    <a:pt x="153257" y="119729"/>
                  </a:lnTo>
                  <a:lnTo>
                    <a:pt x="152400" y="120682"/>
                  </a:lnTo>
                  <a:lnTo>
                    <a:pt x="150971" y="120587"/>
                  </a:lnTo>
                  <a:lnTo>
                    <a:pt x="148495" y="120015"/>
                  </a:lnTo>
                  <a:lnTo>
                    <a:pt x="147161" y="119920"/>
                  </a:lnTo>
                  <a:lnTo>
                    <a:pt x="146018" y="119253"/>
                  </a:lnTo>
                  <a:lnTo>
                    <a:pt x="145066" y="118586"/>
                  </a:lnTo>
                  <a:lnTo>
                    <a:pt x="144399" y="118205"/>
                  </a:lnTo>
                  <a:lnTo>
                    <a:pt x="143923" y="118491"/>
                  </a:lnTo>
                  <a:lnTo>
                    <a:pt x="143351" y="119729"/>
                  </a:lnTo>
                  <a:lnTo>
                    <a:pt x="142685" y="121063"/>
                  </a:lnTo>
                  <a:lnTo>
                    <a:pt x="139922" y="123539"/>
                  </a:lnTo>
                  <a:lnTo>
                    <a:pt x="139351" y="124873"/>
                  </a:lnTo>
                  <a:lnTo>
                    <a:pt x="139160" y="126016"/>
                  </a:lnTo>
                  <a:lnTo>
                    <a:pt x="138779" y="126873"/>
                  </a:lnTo>
                  <a:lnTo>
                    <a:pt x="136398" y="129159"/>
                  </a:lnTo>
                  <a:lnTo>
                    <a:pt x="135065" y="129730"/>
                  </a:lnTo>
                  <a:lnTo>
                    <a:pt x="133826" y="129921"/>
                  </a:lnTo>
                  <a:lnTo>
                    <a:pt x="132398" y="129826"/>
                  </a:lnTo>
                  <a:lnTo>
                    <a:pt x="130969" y="129254"/>
                  </a:lnTo>
                  <a:lnTo>
                    <a:pt x="128969" y="127540"/>
                  </a:lnTo>
                  <a:lnTo>
                    <a:pt x="128111" y="126587"/>
                  </a:lnTo>
                  <a:lnTo>
                    <a:pt x="127445" y="125349"/>
                  </a:lnTo>
                  <a:lnTo>
                    <a:pt x="126683" y="124301"/>
                  </a:lnTo>
                  <a:lnTo>
                    <a:pt x="123825" y="122015"/>
                  </a:lnTo>
                  <a:lnTo>
                    <a:pt x="120491" y="120301"/>
                  </a:lnTo>
                  <a:lnTo>
                    <a:pt x="118777" y="118967"/>
                  </a:lnTo>
                  <a:lnTo>
                    <a:pt x="117253" y="117348"/>
                  </a:lnTo>
                  <a:lnTo>
                    <a:pt x="115633" y="114871"/>
                  </a:lnTo>
                  <a:lnTo>
                    <a:pt x="112776" y="112014"/>
                  </a:lnTo>
                  <a:lnTo>
                    <a:pt x="112490" y="110966"/>
                  </a:lnTo>
                  <a:lnTo>
                    <a:pt x="113252" y="109442"/>
                  </a:lnTo>
                  <a:lnTo>
                    <a:pt x="114014" y="108585"/>
                  </a:lnTo>
                  <a:lnTo>
                    <a:pt x="114014" y="104394"/>
                  </a:lnTo>
                  <a:lnTo>
                    <a:pt x="112776" y="101917"/>
                  </a:lnTo>
                  <a:lnTo>
                    <a:pt x="111728" y="100870"/>
                  </a:lnTo>
                  <a:lnTo>
                    <a:pt x="110395" y="100489"/>
                  </a:lnTo>
                  <a:lnTo>
                    <a:pt x="109538" y="100775"/>
                  </a:lnTo>
                  <a:lnTo>
                    <a:pt x="108299" y="102203"/>
                  </a:lnTo>
                  <a:lnTo>
                    <a:pt x="107537" y="102584"/>
                  </a:lnTo>
                  <a:lnTo>
                    <a:pt x="106775" y="102394"/>
                  </a:lnTo>
                  <a:lnTo>
                    <a:pt x="105918" y="101727"/>
                  </a:lnTo>
                  <a:lnTo>
                    <a:pt x="104966" y="101441"/>
                  </a:lnTo>
                  <a:lnTo>
                    <a:pt x="104204" y="101632"/>
                  </a:lnTo>
                  <a:lnTo>
                    <a:pt x="103537" y="102013"/>
                  </a:lnTo>
                  <a:lnTo>
                    <a:pt x="102489" y="102203"/>
                  </a:lnTo>
                  <a:lnTo>
                    <a:pt x="100965" y="101917"/>
                  </a:lnTo>
                  <a:lnTo>
                    <a:pt x="99917" y="102108"/>
                  </a:lnTo>
                  <a:lnTo>
                    <a:pt x="99251" y="102489"/>
                  </a:lnTo>
                  <a:lnTo>
                    <a:pt x="99155" y="103537"/>
                  </a:lnTo>
                  <a:lnTo>
                    <a:pt x="99346" y="106013"/>
                  </a:lnTo>
                  <a:lnTo>
                    <a:pt x="99155" y="107061"/>
                  </a:lnTo>
                  <a:lnTo>
                    <a:pt x="98489" y="107823"/>
                  </a:lnTo>
                  <a:lnTo>
                    <a:pt x="97536" y="107918"/>
                  </a:lnTo>
                  <a:lnTo>
                    <a:pt x="96583" y="107442"/>
                  </a:lnTo>
                  <a:lnTo>
                    <a:pt x="96203" y="106299"/>
                  </a:lnTo>
                  <a:lnTo>
                    <a:pt x="96203" y="105061"/>
                  </a:lnTo>
                  <a:lnTo>
                    <a:pt x="96012" y="104108"/>
                  </a:lnTo>
                  <a:lnTo>
                    <a:pt x="95536" y="103537"/>
                  </a:lnTo>
                  <a:lnTo>
                    <a:pt x="94583" y="103442"/>
                  </a:lnTo>
                  <a:lnTo>
                    <a:pt x="94107" y="103822"/>
                  </a:lnTo>
                  <a:lnTo>
                    <a:pt x="93917" y="104584"/>
                  </a:lnTo>
                  <a:lnTo>
                    <a:pt x="93821" y="105632"/>
                  </a:lnTo>
                  <a:lnTo>
                    <a:pt x="93726" y="106775"/>
                  </a:lnTo>
                  <a:lnTo>
                    <a:pt x="93345" y="107728"/>
                  </a:lnTo>
                  <a:lnTo>
                    <a:pt x="92583" y="108490"/>
                  </a:lnTo>
                  <a:lnTo>
                    <a:pt x="91535" y="108680"/>
                  </a:lnTo>
                  <a:lnTo>
                    <a:pt x="90297" y="108109"/>
                  </a:lnTo>
                  <a:lnTo>
                    <a:pt x="88868" y="106775"/>
                  </a:lnTo>
                  <a:lnTo>
                    <a:pt x="87535" y="104299"/>
                  </a:lnTo>
                  <a:lnTo>
                    <a:pt x="85249" y="96964"/>
                  </a:lnTo>
                  <a:lnTo>
                    <a:pt x="81629" y="89059"/>
                  </a:lnTo>
                  <a:lnTo>
                    <a:pt x="79915" y="87725"/>
                  </a:lnTo>
                  <a:lnTo>
                    <a:pt x="79058" y="87154"/>
                  </a:lnTo>
                  <a:lnTo>
                    <a:pt x="78296" y="87439"/>
                  </a:lnTo>
                  <a:lnTo>
                    <a:pt x="77915" y="88011"/>
                  </a:lnTo>
                  <a:lnTo>
                    <a:pt x="76295" y="92202"/>
                  </a:lnTo>
                  <a:lnTo>
                    <a:pt x="76010" y="92678"/>
                  </a:lnTo>
                  <a:lnTo>
                    <a:pt x="75629" y="93250"/>
                  </a:lnTo>
                  <a:lnTo>
                    <a:pt x="75248" y="93631"/>
                  </a:lnTo>
                  <a:lnTo>
                    <a:pt x="74104" y="94393"/>
                  </a:lnTo>
                  <a:lnTo>
                    <a:pt x="72581" y="95155"/>
                  </a:lnTo>
                  <a:lnTo>
                    <a:pt x="71247" y="97346"/>
                  </a:lnTo>
                  <a:lnTo>
                    <a:pt x="69437" y="98679"/>
                  </a:lnTo>
                  <a:lnTo>
                    <a:pt x="67151" y="99250"/>
                  </a:lnTo>
                  <a:lnTo>
                    <a:pt x="62675" y="99536"/>
                  </a:lnTo>
                  <a:lnTo>
                    <a:pt x="60484" y="100203"/>
                  </a:lnTo>
                  <a:lnTo>
                    <a:pt x="59150" y="100393"/>
                  </a:lnTo>
                  <a:lnTo>
                    <a:pt x="58103" y="100203"/>
                  </a:lnTo>
                  <a:lnTo>
                    <a:pt x="55721" y="99536"/>
                  </a:lnTo>
                  <a:lnTo>
                    <a:pt x="54483" y="99441"/>
                  </a:lnTo>
                  <a:lnTo>
                    <a:pt x="52102" y="100108"/>
                  </a:lnTo>
                  <a:lnTo>
                    <a:pt x="49721" y="103060"/>
                  </a:lnTo>
                  <a:lnTo>
                    <a:pt x="47720" y="103727"/>
                  </a:lnTo>
                  <a:lnTo>
                    <a:pt x="41434" y="104013"/>
                  </a:lnTo>
                  <a:lnTo>
                    <a:pt x="34671" y="102584"/>
                  </a:lnTo>
                  <a:lnTo>
                    <a:pt x="23336" y="100870"/>
                  </a:lnTo>
                  <a:lnTo>
                    <a:pt x="21527" y="101060"/>
                  </a:lnTo>
                  <a:lnTo>
                    <a:pt x="11716" y="102203"/>
                  </a:lnTo>
                  <a:lnTo>
                    <a:pt x="9716" y="103251"/>
                  </a:lnTo>
                  <a:lnTo>
                    <a:pt x="8096" y="104489"/>
                  </a:lnTo>
                  <a:lnTo>
                    <a:pt x="7525" y="105061"/>
                  </a:lnTo>
                  <a:lnTo>
                    <a:pt x="7144" y="105632"/>
                  </a:lnTo>
                  <a:lnTo>
                    <a:pt x="6858" y="106394"/>
                  </a:lnTo>
                  <a:lnTo>
                    <a:pt x="6668" y="107156"/>
                  </a:lnTo>
                  <a:lnTo>
                    <a:pt x="6668" y="108013"/>
                  </a:lnTo>
                  <a:lnTo>
                    <a:pt x="6763" y="108966"/>
                  </a:lnTo>
                  <a:lnTo>
                    <a:pt x="7049" y="110204"/>
                  </a:lnTo>
                  <a:lnTo>
                    <a:pt x="8287" y="113347"/>
                  </a:lnTo>
                  <a:lnTo>
                    <a:pt x="9049" y="114681"/>
                  </a:lnTo>
                  <a:lnTo>
                    <a:pt x="9811" y="115729"/>
                  </a:lnTo>
                  <a:lnTo>
                    <a:pt x="11430" y="117729"/>
                  </a:lnTo>
                  <a:lnTo>
                    <a:pt x="12954" y="119920"/>
                  </a:lnTo>
                  <a:lnTo>
                    <a:pt x="13335" y="121158"/>
                  </a:lnTo>
                  <a:lnTo>
                    <a:pt x="13526" y="122396"/>
                  </a:lnTo>
                  <a:lnTo>
                    <a:pt x="13240" y="123349"/>
                  </a:lnTo>
                  <a:lnTo>
                    <a:pt x="12668" y="124301"/>
                  </a:lnTo>
                  <a:lnTo>
                    <a:pt x="9620" y="128397"/>
                  </a:lnTo>
                  <a:lnTo>
                    <a:pt x="9144" y="129445"/>
                  </a:lnTo>
                  <a:lnTo>
                    <a:pt x="9049" y="130588"/>
                  </a:lnTo>
                  <a:lnTo>
                    <a:pt x="9144" y="131540"/>
                  </a:lnTo>
                  <a:lnTo>
                    <a:pt x="9049" y="133064"/>
                  </a:lnTo>
                  <a:lnTo>
                    <a:pt x="8668" y="134207"/>
                  </a:lnTo>
                  <a:lnTo>
                    <a:pt x="8192" y="135160"/>
                  </a:lnTo>
                  <a:lnTo>
                    <a:pt x="5048" y="138779"/>
                  </a:lnTo>
                  <a:lnTo>
                    <a:pt x="3429" y="141446"/>
                  </a:lnTo>
                  <a:lnTo>
                    <a:pt x="2667" y="142970"/>
                  </a:lnTo>
                  <a:lnTo>
                    <a:pt x="0" y="150400"/>
                  </a:lnTo>
                  <a:lnTo>
                    <a:pt x="6191" y="152305"/>
                  </a:lnTo>
                  <a:lnTo>
                    <a:pt x="12192" y="152686"/>
                  </a:lnTo>
                  <a:lnTo>
                    <a:pt x="13240" y="152971"/>
                  </a:lnTo>
                  <a:lnTo>
                    <a:pt x="14097" y="153638"/>
                  </a:lnTo>
                  <a:lnTo>
                    <a:pt x="16002" y="155258"/>
                  </a:lnTo>
                  <a:lnTo>
                    <a:pt x="20098" y="157639"/>
                  </a:lnTo>
                  <a:lnTo>
                    <a:pt x="20860" y="158591"/>
                  </a:lnTo>
                  <a:lnTo>
                    <a:pt x="21336" y="159734"/>
                  </a:lnTo>
                  <a:lnTo>
                    <a:pt x="21527" y="161449"/>
                  </a:lnTo>
                  <a:lnTo>
                    <a:pt x="21431" y="166497"/>
                  </a:lnTo>
                  <a:lnTo>
                    <a:pt x="21622" y="168116"/>
                  </a:lnTo>
                  <a:lnTo>
                    <a:pt x="21908" y="170021"/>
                  </a:lnTo>
                  <a:lnTo>
                    <a:pt x="22574" y="171736"/>
                  </a:lnTo>
                  <a:lnTo>
                    <a:pt x="23527" y="173546"/>
                  </a:lnTo>
                  <a:lnTo>
                    <a:pt x="25432" y="176213"/>
                  </a:lnTo>
                  <a:lnTo>
                    <a:pt x="41529" y="190976"/>
                  </a:lnTo>
                  <a:lnTo>
                    <a:pt x="43244" y="193167"/>
                  </a:lnTo>
                  <a:lnTo>
                    <a:pt x="45339" y="198215"/>
                  </a:lnTo>
                  <a:lnTo>
                    <a:pt x="45815" y="199739"/>
                  </a:lnTo>
                  <a:lnTo>
                    <a:pt x="46006" y="201073"/>
                  </a:lnTo>
                  <a:lnTo>
                    <a:pt x="45720" y="202216"/>
                  </a:lnTo>
                  <a:lnTo>
                    <a:pt x="44482" y="205835"/>
                  </a:lnTo>
                  <a:lnTo>
                    <a:pt x="44196" y="206883"/>
                  </a:lnTo>
                  <a:lnTo>
                    <a:pt x="44101" y="207740"/>
                  </a:lnTo>
                  <a:lnTo>
                    <a:pt x="44291" y="208883"/>
                  </a:lnTo>
                  <a:lnTo>
                    <a:pt x="45529" y="211646"/>
                  </a:lnTo>
                  <a:lnTo>
                    <a:pt x="46958" y="215646"/>
                  </a:lnTo>
                  <a:lnTo>
                    <a:pt x="48006" y="217837"/>
                  </a:lnTo>
                  <a:lnTo>
                    <a:pt x="49054" y="218980"/>
                  </a:lnTo>
                  <a:lnTo>
                    <a:pt x="50197" y="219837"/>
                  </a:lnTo>
                  <a:lnTo>
                    <a:pt x="51245" y="220218"/>
                  </a:lnTo>
                  <a:lnTo>
                    <a:pt x="52102" y="220313"/>
                  </a:lnTo>
                  <a:lnTo>
                    <a:pt x="53054" y="220313"/>
                  </a:lnTo>
                  <a:lnTo>
                    <a:pt x="55721" y="219742"/>
                  </a:lnTo>
                  <a:lnTo>
                    <a:pt x="56579" y="219646"/>
                  </a:lnTo>
                  <a:lnTo>
                    <a:pt x="57531" y="219742"/>
                  </a:lnTo>
                  <a:lnTo>
                    <a:pt x="58579" y="219932"/>
                  </a:lnTo>
                  <a:lnTo>
                    <a:pt x="65723" y="222980"/>
                  </a:lnTo>
                  <a:lnTo>
                    <a:pt x="66389" y="223075"/>
                  </a:lnTo>
                  <a:lnTo>
                    <a:pt x="66866" y="223075"/>
                  </a:lnTo>
                  <a:lnTo>
                    <a:pt x="67247" y="222695"/>
                  </a:lnTo>
                  <a:lnTo>
                    <a:pt x="67532" y="222313"/>
                  </a:lnTo>
                  <a:lnTo>
                    <a:pt x="67628" y="221551"/>
                  </a:lnTo>
                  <a:lnTo>
                    <a:pt x="67056" y="218789"/>
                  </a:lnTo>
                  <a:lnTo>
                    <a:pt x="67056" y="217265"/>
                  </a:lnTo>
                  <a:lnTo>
                    <a:pt x="67151" y="216503"/>
                  </a:lnTo>
                  <a:lnTo>
                    <a:pt x="67437" y="216027"/>
                  </a:lnTo>
                  <a:lnTo>
                    <a:pt x="67723" y="215551"/>
                  </a:lnTo>
                  <a:lnTo>
                    <a:pt x="68294" y="215170"/>
                  </a:lnTo>
                  <a:lnTo>
                    <a:pt x="68866" y="214884"/>
                  </a:lnTo>
                  <a:lnTo>
                    <a:pt x="70009" y="214598"/>
                  </a:lnTo>
                  <a:lnTo>
                    <a:pt x="70771" y="214217"/>
                  </a:lnTo>
                  <a:lnTo>
                    <a:pt x="72200" y="213265"/>
                  </a:lnTo>
                  <a:lnTo>
                    <a:pt x="72962" y="213074"/>
                  </a:lnTo>
                  <a:lnTo>
                    <a:pt x="73819" y="213074"/>
                  </a:lnTo>
                  <a:lnTo>
                    <a:pt x="74962" y="213646"/>
                  </a:lnTo>
                  <a:lnTo>
                    <a:pt x="75533" y="214503"/>
                  </a:lnTo>
                  <a:lnTo>
                    <a:pt x="75724" y="215837"/>
                  </a:lnTo>
                  <a:lnTo>
                    <a:pt x="75914" y="217170"/>
                  </a:lnTo>
                  <a:lnTo>
                    <a:pt x="76200" y="218694"/>
                  </a:lnTo>
                  <a:lnTo>
                    <a:pt x="78200" y="222695"/>
                  </a:lnTo>
                  <a:lnTo>
                    <a:pt x="78391" y="223361"/>
                  </a:lnTo>
                  <a:lnTo>
                    <a:pt x="78200" y="224314"/>
                  </a:lnTo>
                  <a:lnTo>
                    <a:pt x="77724" y="225552"/>
                  </a:lnTo>
                  <a:lnTo>
                    <a:pt x="77057" y="226695"/>
                  </a:lnTo>
                  <a:lnTo>
                    <a:pt x="75724" y="228505"/>
                  </a:lnTo>
                  <a:lnTo>
                    <a:pt x="72104" y="232315"/>
                  </a:lnTo>
                  <a:lnTo>
                    <a:pt x="71438" y="233267"/>
                  </a:lnTo>
                  <a:lnTo>
                    <a:pt x="71057" y="234220"/>
                  </a:lnTo>
                  <a:lnTo>
                    <a:pt x="70866" y="235172"/>
                  </a:lnTo>
                  <a:lnTo>
                    <a:pt x="70866" y="236220"/>
                  </a:lnTo>
                  <a:lnTo>
                    <a:pt x="71057" y="237363"/>
                  </a:lnTo>
                  <a:lnTo>
                    <a:pt x="71057" y="238411"/>
                  </a:lnTo>
                  <a:lnTo>
                    <a:pt x="70961" y="239649"/>
                  </a:lnTo>
                  <a:lnTo>
                    <a:pt x="70199" y="242983"/>
                  </a:lnTo>
                  <a:lnTo>
                    <a:pt x="70104" y="244221"/>
                  </a:lnTo>
                  <a:lnTo>
                    <a:pt x="70104" y="245840"/>
                  </a:lnTo>
                  <a:lnTo>
                    <a:pt x="70390" y="247459"/>
                  </a:lnTo>
                  <a:lnTo>
                    <a:pt x="70866" y="248412"/>
                  </a:lnTo>
                  <a:lnTo>
                    <a:pt x="71533" y="248888"/>
                  </a:lnTo>
                  <a:lnTo>
                    <a:pt x="72009" y="248888"/>
                  </a:lnTo>
                  <a:lnTo>
                    <a:pt x="72771" y="248412"/>
                  </a:lnTo>
                  <a:lnTo>
                    <a:pt x="75533" y="245364"/>
                  </a:lnTo>
                  <a:lnTo>
                    <a:pt x="76391" y="244983"/>
                  </a:lnTo>
                  <a:lnTo>
                    <a:pt x="77057" y="245078"/>
                  </a:lnTo>
                  <a:lnTo>
                    <a:pt x="78296" y="245840"/>
                  </a:lnTo>
                  <a:lnTo>
                    <a:pt x="79153" y="247174"/>
                  </a:lnTo>
                  <a:lnTo>
                    <a:pt x="79820" y="248888"/>
                  </a:lnTo>
                  <a:lnTo>
                    <a:pt x="80963" y="255079"/>
                  </a:lnTo>
                  <a:lnTo>
                    <a:pt x="80201" y="264985"/>
                  </a:lnTo>
                  <a:lnTo>
                    <a:pt x="78867" y="270415"/>
                  </a:lnTo>
                  <a:lnTo>
                    <a:pt x="79820" y="275558"/>
                  </a:lnTo>
                  <a:lnTo>
                    <a:pt x="81725" y="278416"/>
                  </a:lnTo>
                  <a:lnTo>
                    <a:pt x="85535" y="281750"/>
                  </a:lnTo>
                  <a:lnTo>
                    <a:pt x="86773" y="283274"/>
                  </a:lnTo>
                  <a:lnTo>
                    <a:pt x="87440" y="284797"/>
                  </a:lnTo>
                  <a:lnTo>
                    <a:pt x="87821" y="286226"/>
                  </a:lnTo>
                  <a:lnTo>
                    <a:pt x="88297" y="289750"/>
                  </a:lnTo>
                  <a:lnTo>
                    <a:pt x="88964" y="292322"/>
                  </a:lnTo>
                  <a:lnTo>
                    <a:pt x="89440" y="293465"/>
                  </a:lnTo>
                  <a:lnTo>
                    <a:pt x="89821" y="294037"/>
                  </a:lnTo>
                  <a:lnTo>
                    <a:pt x="90297" y="294418"/>
                  </a:lnTo>
                  <a:lnTo>
                    <a:pt x="90869" y="294704"/>
                  </a:lnTo>
                  <a:lnTo>
                    <a:pt x="91726" y="295084"/>
                  </a:lnTo>
                  <a:lnTo>
                    <a:pt x="92583" y="294989"/>
                  </a:lnTo>
                  <a:lnTo>
                    <a:pt x="93345" y="294704"/>
                  </a:lnTo>
                  <a:lnTo>
                    <a:pt x="93631" y="294322"/>
                  </a:lnTo>
                  <a:lnTo>
                    <a:pt x="93726" y="294037"/>
                  </a:lnTo>
                  <a:lnTo>
                    <a:pt x="93821" y="293846"/>
                  </a:lnTo>
                  <a:lnTo>
                    <a:pt x="93536" y="291941"/>
                  </a:lnTo>
                  <a:lnTo>
                    <a:pt x="93536" y="291275"/>
                  </a:lnTo>
                  <a:lnTo>
                    <a:pt x="94012" y="290798"/>
                  </a:lnTo>
                  <a:lnTo>
                    <a:pt x="94964" y="290989"/>
                  </a:lnTo>
                  <a:lnTo>
                    <a:pt x="98870" y="293465"/>
                  </a:lnTo>
                  <a:lnTo>
                    <a:pt x="99632" y="293846"/>
                  </a:lnTo>
                  <a:lnTo>
                    <a:pt x="101537" y="294513"/>
                  </a:lnTo>
                  <a:lnTo>
                    <a:pt x="102679" y="294608"/>
                  </a:lnTo>
                  <a:lnTo>
                    <a:pt x="103727" y="294608"/>
                  </a:lnTo>
                  <a:lnTo>
                    <a:pt x="104680" y="294322"/>
                  </a:lnTo>
                  <a:lnTo>
                    <a:pt x="105442" y="293942"/>
                  </a:lnTo>
                  <a:lnTo>
                    <a:pt x="105728" y="293846"/>
                  </a:lnTo>
                  <a:lnTo>
                    <a:pt x="106966" y="293751"/>
                  </a:lnTo>
                  <a:lnTo>
                    <a:pt x="107918" y="293751"/>
                  </a:lnTo>
                  <a:lnTo>
                    <a:pt x="109061" y="293846"/>
                  </a:lnTo>
                  <a:lnTo>
                    <a:pt x="110204" y="294227"/>
                  </a:lnTo>
                  <a:lnTo>
                    <a:pt x="113252" y="295751"/>
                  </a:lnTo>
                  <a:lnTo>
                    <a:pt x="114205" y="296609"/>
                  </a:lnTo>
                  <a:lnTo>
                    <a:pt x="114681" y="297561"/>
                  </a:lnTo>
                  <a:lnTo>
                    <a:pt x="114967" y="300133"/>
                  </a:lnTo>
                  <a:lnTo>
                    <a:pt x="115348" y="301562"/>
                  </a:lnTo>
                  <a:lnTo>
                    <a:pt x="116491" y="303847"/>
                  </a:lnTo>
                  <a:lnTo>
                    <a:pt x="117062" y="305371"/>
                  </a:lnTo>
                  <a:lnTo>
                    <a:pt x="117253" y="306896"/>
                  </a:lnTo>
                  <a:lnTo>
                    <a:pt x="117158" y="308229"/>
                  </a:lnTo>
                  <a:lnTo>
                    <a:pt x="116491" y="309658"/>
                  </a:lnTo>
                  <a:lnTo>
                    <a:pt x="115348" y="311182"/>
                  </a:lnTo>
                  <a:lnTo>
                    <a:pt x="113919" y="312706"/>
                  </a:lnTo>
                  <a:lnTo>
                    <a:pt x="109442" y="316039"/>
                  </a:lnTo>
                  <a:lnTo>
                    <a:pt x="108585" y="316801"/>
                  </a:lnTo>
                  <a:lnTo>
                    <a:pt x="107252" y="318325"/>
                  </a:lnTo>
                  <a:lnTo>
                    <a:pt x="106585" y="318992"/>
                  </a:lnTo>
                  <a:lnTo>
                    <a:pt x="104489" y="319754"/>
                  </a:lnTo>
                  <a:lnTo>
                    <a:pt x="103632" y="320230"/>
                  </a:lnTo>
                  <a:lnTo>
                    <a:pt x="102870" y="321088"/>
                  </a:lnTo>
                  <a:lnTo>
                    <a:pt x="102299" y="321945"/>
                  </a:lnTo>
                  <a:lnTo>
                    <a:pt x="101727" y="323088"/>
                  </a:lnTo>
                  <a:lnTo>
                    <a:pt x="99917" y="329470"/>
                  </a:lnTo>
                  <a:lnTo>
                    <a:pt x="99251" y="330517"/>
                  </a:lnTo>
                  <a:lnTo>
                    <a:pt x="98584" y="331280"/>
                  </a:lnTo>
                  <a:lnTo>
                    <a:pt x="92583" y="335566"/>
                  </a:lnTo>
                  <a:lnTo>
                    <a:pt x="90297" y="337947"/>
                  </a:lnTo>
                  <a:lnTo>
                    <a:pt x="89345" y="338423"/>
                  </a:lnTo>
                  <a:lnTo>
                    <a:pt x="88487" y="338804"/>
                  </a:lnTo>
                  <a:lnTo>
                    <a:pt x="87154" y="338900"/>
                  </a:lnTo>
                  <a:lnTo>
                    <a:pt x="83629" y="338804"/>
                  </a:lnTo>
                  <a:lnTo>
                    <a:pt x="83058" y="338995"/>
                  </a:lnTo>
                  <a:lnTo>
                    <a:pt x="81534" y="340328"/>
                  </a:lnTo>
                  <a:lnTo>
                    <a:pt x="79534" y="342805"/>
                  </a:lnTo>
                  <a:lnTo>
                    <a:pt x="78772" y="343471"/>
                  </a:lnTo>
                  <a:lnTo>
                    <a:pt x="78105" y="343948"/>
                  </a:lnTo>
                  <a:lnTo>
                    <a:pt x="76105" y="344900"/>
                  </a:lnTo>
                  <a:lnTo>
                    <a:pt x="75629" y="345281"/>
                  </a:lnTo>
                  <a:lnTo>
                    <a:pt x="75248" y="345662"/>
                  </a:lnTo>
                  <a:lnTo>
                    <a:pt x="74867" y="346424"/>
                  </a:lnTo>
                  <a:lnTo>
                    <a:pt x="74486" y="347186"/>
                  </a:lnTo>
                  <a:lnTo>
                    <a:pt x="73819" y="349758"/>
                  </a:lnTo>
                  <a:lnTo>
                    <a:pt x="73057" y="351568"/>
                  </a:lnTo>
                  <a:lnTo>
                    <a:pt x="77343" y="352520"/>
                  </a:lnTo>
                  <a:lnTo>
                    <a:pt x="80677" y="354139"/>
                  </a:lnTo>
                  <a:lnTo>
                    <a:pt x="84296" y="356521"/>
                  </a:lnTo>
                  <a:lnTo>
                    <a:pt x="90869" y="365570"/>
                  </a:lnTo>
                  <a:lnTo>
                    <a:pt x="91631" y="367379"/>
                  </a:lnTo>
                  <a:lnTo>
                    <a:pt x="92297" y="368808"/>
                  </a:lnTo>
                  <a:lnTo>
                    <a:pt x="93536" y="370618"/>
                  </a:lnTo>
                  <a:lnTo>
                    <a:pt x="97155" y="373380"/>
                  </a:lnTo>
                  <a:lnTo>
                    <a:pt x="98298" y="373856"/>
                  </a:lnTo>
                  <a:lnTo>
                    <a:pt x="99155" y="373951"/>
                  </a:lnTo>
                  <a:lnTo>
                    <a:pt x="101632" y="373856"/>
                  </a:lnTo>
                  <a:lnTo>
                    <a:pt x="103156" y="374237"/>
                  </a:lnTo>
                  <a:lnTo>
                    <a:pt x="110300" y="377857"/>
                  </a:lnTo>
                  <a:lnTo>
                    <a:pt x="112395" y="378428"/>
                  </a:lnTo>
                  <a:lnTo>
                    <a:pt x="123635" y="377857"/>
                  </a:lnTo>
                  <a:lnTo>
                    <a:pt x="125063" y="377571"/>
                  </a:lnTo>
                  <a:lnTo>
                    <a:pt x="132398" y="373666"/>
                  </a:lnTo>
                  <a:lnTo>
                    <a:pt x="133160" y="373094"/>
                  </a:lnTo>
                  <a:lnTo>
                    <a:pt x="133922" y="372428"/>
                  </a:lnTo>
                  <a:lnTo>
                    <a:pt x="134303" y="371856"/>
                  </a:lnTo>
                  <a:lnTo>
                    <a:pt x="134684" y="370808"/>
                  </a:lnTo>
                  <a:lnTo>
                    <a:pt x="134779" y="369856"/>
                  </a:lnTo>
                  <a:lnTo>
                    <a:pt x="134684" y="368617"/>
                  </a:lnTo>
                  <a:lnTo>
                    <a:pt x="134779" y="367570"/>
                  </a:lnTo>
                  <a:lnTo>
                    <a:pt x="135160" y="366808"/>
                  </a:lnTo>
                  <a:lnTo>
                    <a:pt x="136112" y="366236"/>
                  </a:lnTo>
                  <a:lnTo>
                    <a:pt x="137636" y="366046"/>
                  </a:lnTo>
                  <a:lnTo>
                    <a:pt x="161163" y="365474"/>
                  </a:lnTo>
                  <a:lnTo>
                    <a:pt x="162878" y="365093"/>
                  </a:lnTo>
                  <a:lnTo>
                    <a:pt x="163925" y="364522"/>
                  </a:lnTo>
                  <a:lnTo>
                    <a:pt x="164402" y="363855"/>
                  </a:lnTo>
                  <a:lnTo>
                    <a:pt x="165259" y="363188"/>
                  </a:lnTo>
                  <a:lnTo>
                    <a:pt x="166307" y="362903"/>
                  </a:lnTo>
                  <a:lnTo>
                    <a:pt x="168878" y="362617"/>
                  </a:lnTo>
                  <a:lnTo>
                    <a:pt x="170879" y="362903"/>
                  </a:lnTo>
                  <a:lnTo>
                    <a:pt x="177927" y="364712"/>
                  </a:lnTo>
                  <a:lnTo>
                    <a:pt x="181356" y="366141"/>
                  </a:lnTo>
                  <a:lnTo>
                    <a:pt x="182213" y="366046"/>
                  </a:lnTo>
                  <a:lnTo>
                    <a:pt x="182880" y="365855"/>
                  </a:lnTo>
                  <a:lnTo>
                    <a:pt x="184690" y="363760"/>
                  </a:lnTo>
                  <a:lnTo>
                    <a:pt x="185452" y="363284"/>
                  </a:lnTo>
                  <a:lnTo>
                    <a:pt x="186404" y="362998"/>
                  </a:lnTo>
                  <a:lnTo>
                    <a:pt x="190024" y="362617"/>
                  </a:lnTo>
                  <a:lnTo>
                    <a:pt x="190500" y="362426"/>
                  </a:lnTo>
                  <a:lnTo>
                    <a:pt x="196310" y="358616"/>
                  </a:lnTo>
                  <a:lnTo>
                    <a:pt x="199454" y="356045"/>
                  </a:lnTo>
                  <a:lnTo>
                    <a:pt x="202025" y="363093"/>
                  </a:lnTo>
                  <a:lnTo>
                    <a:pt x="203454" y="369665"/>
                  </a:lnTo>
                  <a:lnTo>
                    <a:pt x="203930" y="374237"/>
                  </a:lnTo>
                  <a:lnTo>
                    <a:pt x="203930" y="377571"/>
                  </a:lnTo>
                  <a:lnTo>
                    <a:pt x="203264" y="380809"/>
                  </a:lnTo>
                  <a:lnTo>
                    <a:pt x="202692" y="382619"/>
                  </a:lnTo>
                  <a:lnTo>
                    <a:pt x="202025" y="383858"/>
                  </a:lnTo>
                  <a:lnTo>
                    <a:pt x="196501" y="391859"/>
                  </a:lnTo>
                  <a:lnTo>
                    <a:pt x="192881" y="399859"/>
                  </a:lnTo>
                  <a:lnTo>
                    <a:pt x="191834" y="401764"/>
                  </a:lnTo>
                  <a:lnTo>
                    <a:pt x="191072" y="402908"/>
                  </a:lnTo>
                  <a:lnTo>
                    <a:pt x="190214" y="404717"/>
                  </a:lnTo>
                  <a:lnTo>
                    <a:pt x="190310" y="405479"/>
                  </a:lnTo>
                  <a:lnTo>
                    <a:pt x="190881" y="405860"/>
                  </a:lnTo>
                  <a:lnTo>
                    <a:pt x="192310" y="405575"/>
                  </a:lnTo>
                  <a:lnTo>
                    <a:pt x="196787" y="403860"/>
                  </a:lnTo>
                  <a:lnTo>
                    <a:pt x="197739" y="403670"/>
                  </a:lnTo>
                  <a:lnTo>
                    <a:pt x="199073" y="403670"/>
                  </a:lnTo>
                  <a:lnTo>
                    <a:pt x="201073" y="403955"/>
                  </a:lnTo>
                  <a:lnTo>
                    <a:pt x="203168" y="404622"/>
                  </a:lnTo>
                  <a:lnTo>
                    <a:pt x="204502" y="405289"/>
                  </a:lnTo>
                  <a:lnTo>
                    <a:pt x="213455" y="411385"/>
                  </a:lnTo>
                  <a:lnTo>
                    <a:pt x="215932" y="414147"/>
                  </a:lnTo>
                  <a:lnTo>
                    <a:pt x="216694" y="414909"/>
                  </a:lnTo>
                  <a:lnTo>
                    <a:pt x="217265" y="415100"/>
                  </a:lnTo>
                  <a:lnTo>
                    <a:pt x="217932" y="415004"/>
                  </a:lnTo>
                  <a:lnTo>
                    <a:pt x="218694" y="414338"/>
                  </a:lnTo>
                  <a:lnTo>
                    <a:pt x="223933" y="408146"/>
                  </a:lnTo>
                  <a:lnTo>
                    <a:pt x="229267" y="403003"/>
                  </a:lnTo>
                  <a:lnTo>
                    <a:pt x="230505" y="402241"/>
                  </a:lnTo>
                  <a:lnTo>
                    <a:pt x="235649" y="400431"/>
                  </a:lnTo>
                  <a:lnTo>
                    <a:pt x="237554" y="399097"/>
                  </a:lnTo>
                  <a:lnTo>
                    <a:pt x="239173" y="398621"/>
                  </a:lnTo>
                  <a:lnTo>
                    <a:pt x="240983" y="398240"/>
                  </a:lnTo>
                  <a:lnTo>
                    <a:pt x="242316" y="398335"/>
                  </a:lnTo>
                  <a:lnTo>
                    <a:pt x="243650" y="398526"/>
                  </a:lnTo>
                  <a:lnTo>
                    <a:pt x="245078" y="399097"/>
                  </a:lnTo>
                  <a:lnTo>
                    <a:pt x="255461" y="405384"/>
                  </a:lnTo>
                  <a:lnTo>
                    <a:pt x="262223" y="407289"/>
                  </a:lnTo>
                  <a:lnTo>
                    <a:pt x="267557" y="408242"/>
                  </a:lnTo>
                  <a:lnTo>
                    <a:pt x="270224" y="409289"/>
                  </a:lnTo>
                  <a:lnTo>
                    <a:pt x="270986" y="409194"/>
                  </a:lnTo>
                  <a:lnTo>
                    <a:pt x="273368" y="407860"/>
                  </a:lnTo>
                  <a:lnTo>
                    <a:pt x="274701" y="407289"/>
                  </a:lnTo>
                  <a:lnTo>
                    <a:pt x="276606" y="406813"/>
                  </a:lnTo>
                  <a:lnTo>
                    <a:pt x="278035" y="406146"/>
                  </a:lnTo>
                  <a:lnTo>
                    <a:pt x="279083" y="405384"/>
                  </a:lnTo>
                  <a:lnTo>
                    <a:pt x="280321" y="404241"/>
                  </a:lnTo>
                  <a:lnTo>
                    <a:pt x="281940" y="403193"/>
                  </a:lnTo>
                  <a:lnTo>
                    <a:pt x="283274" y="402717"/>
                  </a:lnTo>
                  <a:lnTo>
                    <a:pt x="284036" y="403098"/>
                  </a:lnTo>
                  <a:lnTo>
                    <a:pt x="284417" y="404241"/>
                  </a:lnTo>
                  <a:lnTo>
                    <a:pt x="284226" y="405575"/>
                  </a:lnTo>
                  <a:lnTo>
                    <a:pt x="283750" y="406717"/>
                  </a:lnTo>
                  <a:lnTo>
                    <a:pt x="282226" y="408813"/>
                  </a:lnTo>
                  <a:lnTo>
                    <a:pt x="281750" y="409766"/>
                  </a:lnTo>
                  <a:lnTo>
                    <a:pt x="281750" y="410813"/>
                  </a:lnTo>
                  <a:lnTo>
                    <a:pt x="281750" y="412147"/>
                  </a:lnTo>
                  <a:lnTo>
                    <a:pt x="281654" y="413861"/>
                  </a:lnTo>
                  <a:lnTo>
                    <a:pt x="281940" y="415957"/>
                  </a:lnTo>
                  <a:lnTo>
                    <a:pt x="282416" y="417290"/>
                  </a:lnTo>
                  <a:lnTo>
                    <a:pt x="288131" y="420529"/>
                  </a:lnTo>
                  <a:lnTo>
                    <a:pt x="293084" y="419291"/>
                  </a:lnTo>
                  <a:lnTo>
                    <a:pt x="295466" y="417767"/>
                  </a:lnTo>
                  <a:lnTo>
                    <a:pt x="297561" y="416052"/>
                  </a:lnTo>
                  <a:lnTo>
                    <a:pt x="303086" y="408146"/>
                  </a:lnTo>
                  <a:lnTo>
                    <a:pt x="303943" y="406622"/>
                  </a:lnTo>
                  <a:lnTo>
                    <a:pt x="304324" y="405765"/>
                  </a:lnTo>
                  <a:lnTo>
                    <a:pt x="304324" y="404908"/>
                  </a:lnTo>
                  <a:lnTo>
                    <a:pt x="304133" y="403955"/>
                  </a:lnTo>
                  <a:lnTo>
                    <a:pt x="304133" y="402146"/>
                  </a:lnTo>
                  <a:lnTo>
                    <a:pt x="304610" y="400145"/>
                  </a:lnTo>
                  <a:lnTo>
                    <a:pt x="305467" y="397383"/>
                  </a:lnTo>
                  <a:lnTo>
                    <a:pt x="305943" y="395383"/>
                  </a:lnTo>
                  <a:lnTo>
                    <a:pt x="305753" y="393668"/>
                  </a:lnTo>
                  <a:lnTo>
                    <a:pt x="303943" y="390334"/>
                  </a:lnTo>
                  <a:lnTo>
                    <a:pt x="303181" y="388239"/>
                  </a:lnTo>
                  <a:lnTo>
                    <a:pt x="303276" y="385953"/>
                  </a:lnTo>
                  <a:lnTo>
                    <a:pt x="303943" y="384524"/>
                  </a:lnTo>
                  <a:lnTo>
                    <a:pt x="306134" y="381286"/>
                  </a:lnTo>
                  <a:lnTo>
                    <a:pt x="306419" y="379381"/>
                  </a:lnTo>
                  <a:lnTo>
                    <a:pt x="306515" y="377000"/>
                  </a:lnTo>
                  <a:lnTo>
                    <a:pt x="305753" y="369760"/>
                  </a:lnTo>
                  <a:lnTo>
                    <a:pt x="305276" y="367570"/>
                  </a:lnTo>
                  <a:lnTo>
                    <a:pt x="304324" y="365855"/>
                  </a:lnTo>
                  <a:lnTo>
                    <a:pt x="301562" y="362331"/>
                  </a:lnTo>
                  <a:lnTo>
                    <a:pt x="300419" y="360426"/>
                  </a:lnTo>
                  <a:lnTo>
                    <a:pt x="300038" y="358140"/>
                  </a:lnTo>
                  <a:lnTo>
                    <a:pt x="300038" y="357092"/>
                  </a:lnTo>
                  <a:lnTo>
                    <a:pt x="300133" y="356521"/>
                  </a:lnTo>
                  <a:lnTo>
                    <a:pt x="300133" y="356425"/>
                  </a:lnTo>
                  <a:lnTo>
                    <a:pt x="300228" y="356330"/>
                  </a:lnTo>
                  <a:lnTo>
                    <a:pt x="300990" y="355759"/>
                  </a:lnTo>
                  <a:lnTo>
                    <a:pt x="303276" y="354806"/>
                  </a:lnTo>
                  <a:lnTo>
                    <a:pt x="304229" y="354616"/>
                  </a:lnTo>
                  <a:lnTo>
                    <a:pt x="305943" y="354330"/>
                  </a:lnTo>
                  <a:lnTo>
                    <a:pt x="306610" y="354235"/>
                  </a:lnTo>
                  <a:lnTo>
                    <a:pt x="306991" y="354044"/>
                  </a:lnTo>
                  <a:lnTo>
                    <a:pt x="307848" y="353378"/>
                  </a:lnTo>
                  <a:lnTo>
                    <a:pt x="309658" y="350425"/>
                  </a:lnTo>
                  <a:lnTo>
                    <a:pt x="310706" y="349853"/>
                  </a:lnTo>
                  <a:lnTo>
                    <a:pt x="311849" y="349377"/>
                  </a:lnTo>
                  <a:lnTo>
                    <a:pt x="312992" y="349472"/>
                  </a:lnTo>
                  <a:lnTo>
                    <a:pt x="313849" y="349949"/>
                  </a:lnTo>
                  <a:lnTo>
                    <a:pt x="314706" y="350710"/>
                  </a:lnTo>
                  <a:lnTo>
                    <a:pt x="319088" y="356425"/>
                  </a:lnTo>
                  <a:lnTo>
                    <a:pt x="338233" y="366141"/>
                  </a:lnTo>
                  <a:lnTo>
                    <a:pt x="340709" y="367760"/>
                  </a:lnTo>
                  <a:lnTo>
                    <a:pt x="342424" y="369284"/>
                  </a:lnTo>
                  <a:lnTo>
                    <a:pt x="344519" y="372809"/>
                  </a:lnTo>
                  <a:lnTo>
                    <a:pt x="345662" y="374333"/>
                  </a:lnTo>
                  <a:lnTo>
                    <a:pt x="347186" y="375952"/>
                  </a:lnTo>
                  <a:lnTo>
                    <a:pt x="349472" y="377666"/>
                  </a:lnTo>
                  <a:lnTo>
                    <a:pt x="351473" y="378524"/>
                  </a:lnTo>
                  <a:lnTo>
                    <a:pt x="353568" y="378905"/>
                  </a:lnTo>
                  <a:lnTo>
                    <a:pt x="355664" y="378809"/>
                  </a:lnTo>
                  <a:lnTo>
                    <a:pt x="357283" y="378524"/>
                  </a:lnTo>
                  <a:lnTo>
                    <a:pt x="361664" y="377000"/>
                  </a:lnTo>
                  <a:lnTo>
                    <a:pt x="363379" y="376809"/>
                  </a:lnTo>
                  <a:lnTo>
                    <a:pt x="364617" y="377095"/>
                  </a:lnTo>
                  <a:lnTo>
                    <a:pt x="365665" y="377571"/>
                  </a:lnTo>
                  <a:lnTo>
                    <a:pt x="376714" y="384810"/>
                  </a:lnTo>
                  <a:lnTo>
                    <a:pt x="381857" y="389477"/>
                  </a:lnTo>
                  <a:lnTo>
                    <a:pt x="386429" y="391573"/>
                  </a:lnTo>
                  <a:lnTo>
                    <a:pt x="387287" y="390811"/>
                  </a:lnTo>
                  <a:lnTo>
                    <a:pt x="388811" y="389763"/>
                  </a:lnTo>
                  <a:lnTo>
                    <a:pt x="390811" y="388620"/>
                  </a:lnTo>
                  <a:lnTo>
                    <a:pt x="391287" y="388049"/>
                  </a:lnTo>
                  <a:lnTo>
                    <a:pt x="391954" y="388049"/>
                  </a:lnTo>
                  <a:lnTo>
                    <a:pt x="393859" y="388810"/>
                  </a:lnTo>
                  <a:lnTo>
                    <a:pt x="395192" y="388810"/>
                  </a:lnTo>
                  <a:lnTo>
                    <a:pt x="395764" y="388049"/>
                  </a:lnTo>
                  <a:lnTo>
                    <a:pt x="396050" y="386715"/>
                  </a:lnTo>
                  <a:lnTo>
                    <a:pt x="395859" y="384238"/>
                  </a:lnTo>
                  <a:lnTo>
                    <a:pt x="396335" y="383381"/>
                  </a:lnTo>
                  <a:lnTo>
                    <a:pt x="397288" y="383096"/>
                  </a:lnTo>
                  <a:lnTo>
                    <a:pt x="399098" y="383191"/>
                  </a:lnTo>
                  <a:lnTo>
                    <a:pt x="403479" y="382810"/>
                  </a:lnTo>
                  <a:lnTo>
                    <a:pt x="405289" y="382048"/>
                  </a:lnTo>
                  <a:lnTo>
                    <a:pt x="405575" y="381095"/>
                  </a:lnTo>
                  <a:lnTo>
                    <a:pt x="405098" y="380143"/>
                  </a:lnTo>
                  <a:lnTo>
                    <a:pt x="403193" y="378142"/>
                  </a:lnTo>
                  <a:lnTo>
                    <a:pt x="401479" y="376809"/>
                  </a:lnTo>
                  <a:lnTo>
                    <a:pt x="399955" y="375380"/>
                  </a:lnTo>
                  <a:lnTo>
                    <a:pt x="399288" y="373285"/>
                  </a:lnTo>
                  <a:lnTo>
                    <a:pt x="399098" y="369094"/>
                  </a:lnTo>
                  <a:lnTo>
                    <a:pt x="398431" y="366998"/>
                  </a:lnTo>
                  <a:lnTo>
                    <a:pt x="396526" y="364903"/>
                  </a:lnTo>
                  <a:lnTo>
                    <a:pt x="395097" y="363760"/>
                  </a:lnTo>
                  <a:lnTo>
                    <a:pt x="391478" y="361950"/>
                  </a:lnTo>
                  <a:lnTo>
                    <a:pt x="390716" y="361188"/>
                  </a:lnTo>
                  <a:lnTo>
                    <a:pt x="390144" y="360235"/>
                  </a:lnTo>
                  <a:lnTo>
                    <a:pt x="389573" y="358521"/>
                  </a:lnTo>
                  <a:lnTo>
                    <a:pt x="389477" y="357378"/>
                  </a:lnTo>
                  <a:lnTo>
                    <a:pt x="389382" y="356711"/>
                  </a:lnTo>
                  <a:lnTo>
                    <a:pt x="389477" y="356425"/>
                  </a:lnTo>
                  <a:lnTo>
                    <a:pt x="389477" y="356330"/>
                  </a:lnTo>
                  <a:lnTo>
                    <a:pt x="389573" y="356140"/>
                  </a:lnTo>
                  <a:lnTo>
                    <a:pt x="389858" y="355759"/>
                  </a:lnTo>
                  <a:lnTo>
                    <a:pt x="390525" y="355663"/>
                  </a:lnTo>
                  <a:lnTo>
                    <a:pt x="392811" y="356140"/>
                  </a:lnTo>
                  <a:lnTo>
                    <a:pt x="393859" y="356140"/>
                  </a:lnTo>
                  <a:lnTo>
                    <a:pt x="394621" y="355663"/>
                  </a:lnTo>
                  <a:lnTo>
                    <a:pt x="394907" y="354901"/>
                  </a:lnTo>
                  <a:lnTo>
                    <a:pt x="394811" y="354139"/>
                  </a:lnTo>
                  <a:lnTo>
                    <a:pt x="394621" y="353092"/>
                  </a:lnTo>
                  <a:lnTo>
                    <a:pt x="393764" y="350806"/>
                  </a:lnTo>
                  <a:lnTo>
                    <a:pt x="392621" y="349187"/>
                  </a:lnTo>
                  <a:lnTo>
                    <a:pt x="391097" y="347472"/>
                  </a:lnTo>
                  <a:lnTo>
                    <a:pt x="388334" y="345662"/>
                  </a:lnTo>
                  <a:lnTo>
                    <a:pt x="386334" y="345091"/>
                  </a:lnTo>
                  <a:lnTo>
                    <a:pt x="381095" y="344996"/>
                  </a:lnTo>
                  <a:lnTo>
                    <a:pt x="379381" y="344519"/>
                  </a:lnTo>
                  <a:lnTo>
                    <a:pt x="377762" y="343376"/>
                  </a:lnTo>
                  <a:lnTo>
                    <a:pt x="376619" y="341567"/>
                  </a:lnTo>
                  <a:lnTo>
                    <a:pt x="375857" y="339852"/>
                  </a:lnTo>
                  <a:lnTo>
                    <a:pt x="374999" y="333851"/>
                  </a:lnTo>
                  <a:lnTo>
                    <a:pt x="367760" y="327755"/>
                  </a:lnTo>
                  <a:lnTo>
                    <a:pt x="364808" y="326041"/>
                  </a:lnTo>
                  <a:lnTo>
                    <a:pt x="363855" y="325946"/>
                  </a:lnTo>
                  <a:lnTo>
                    <a:pt x="362903" y="326136"/>
                  </a:lnTo>
                  <a:lnTo>
                    <a:pt x="361474" y="326041"/>
                  </a:lnTo>
                  <a:lnTo>
                    <a:pt x="359474" y="325755"/>
                  </a:lnTo>
                  <a:lnTo>
                    <a:pt x="353282" y="320802"/>
                  </a:lnTo>
                  <a:lnTo>
                    <a:pt x="352806" y="318992"/>
                  </a:lnTo>
                  <a:lnTo>
                    <a:pt x="352901" y="317373"/>
                  </a:lnTo>
                  <a:lnTo>
                    <a:pt x="353473" y="314039"/>
                  </a:lnTo>
                  <a:lnTo>
                    <a:pt x="353473" y="311087"/>
                  </a:lnTo>
                  <a:lnTo>
                    <a:pt x="353663" y="309848"/>
                  </a:lnTo>
                  <a:lnTo>
                    <a:pt x="354711" y="307086"/>
                  </a:lnTo>
                  <a:lnTo>
                    <a:pt x="355092" y="305657"/>
                  </a:lnTo>
                  <a:lnTo>
                    <a:pt x="354997" y="304514"/>
                  </a:lnTo>
                  <a:lnTo>
                    <a:pt x="354616" y="303085"/>
                  </a:lnTo>
                  <a:lnTo>
                    <a:pt x="354616" y="301942"/>
                  </a:lnTo>
                  <a:lnTo>
                    <a:pt x="355092" y="300990"/>
                  </a:lnTo>
                  <a:lnTo>
                    <a:pt x="358235" y="298418"/>
                  </a:lnTo>
                  <a:lnTo>
                    <a:pt x="359474" y="297751"/>
                  </a:lnTo>
                  <a:lnTo>
                    <a:pt x="361188" y="297371"/>
                  </a:lnTo>
                  <a:lnTo>
                    <a:pt x="362998" y="297085"/>
                  </a:lnTo>
                  <a:lnTo>
                    <a:pt x="364427" y="296799"/>
                  </a:lnTo>
                  <a:lnTo>
                    <a:pt x="365093" y="296513"/>
                  </a:lnTo>
                  <a:lnTo>
                    <a:pt x="365665" y="295846"/>
                  </a:lnTo>
                  <a:lnTo>
                    <a:pt x="365665" y="295370"/>
                  </a:lnTo>
                  <a:lnTo>
                    <a:pt x="365284" y="294894"/>
                  </a:lnTo>
                  <a:lnTo>
                    <a:pt x="364331" y="294513"/>
                  </a:lnTo>
                  <a:lnTo>
                    <a:pt x="362426" y="294418"/>
                  </a:lnTo>
                  <a:lnTo>
                    <a:pt x="361283" y="294037"/>
                  </a:lnTo>
                  <a:lnTo>
                    <a:pt x="360807" y="293942"/>
                  </a:lnTo>
                  <a:lnTo>
                    <a:pt x="360617" y="293846"/>
                  </a:lnTo>
                  <a:lnTo>
                    <a:pt x="360617" y="293751"/>
                  </a:lnTo>
                  <a:lnTo>
                    <a:pt x="360236" y="293560"/>
                  </a:lnTo>
                  <a:lnTo>
                    <a:pt x="359188" y="293370"/>
                  </a:lnTo>
                  <a:lnTo>
                    <a:pt x="343472" y="292799"/>
                  </a:lnTo>
                  <a:lnTo>
                    <a:pt x="337280" y="291370"/>
                  </a:lnTo>
                  <a:lnTo>
                    <a:pt x="332423" y="291370"/>
                  </a:lnTo>
                  <a:lnTo>
                    <a:pt x="331184" y="292132"/>
                  </a:lnTo>
                  <a:lnTo>
                    <a:pt x="329565" y="292894"/>
                  </a:lnTo>
                  <a:lnTo>
                    <a:pt x="327755" y="293180"/>
                  </a:lnTo>
                  <a:lnTo>
                    <a:pt x="326136" y="292513"/>
                  </a:lnTo>
                  <a:lnTo>
                    <a:pt x="323660" y="290322"/>
                  </a:lnTo>
                  <a:lnTo>
                    <a:pt x="309563" y="274796"/>
                  </a:lnTo>
                  <a:lnTo>
                    <a:pt x="307467" y="273177"/>
                  </a:lnTo>
                  <a:lnTo>
                    <a:pt x="305276" y="271939"/>
                  </a:lnTo>
                  <a:lnTo>
                    <a:pt x="302609" y="271463"/>
                  </a:lnTo>
                  <a:lnTo>
                    <a:pt x="300609" y="271272"/>
                  </a:lnTo>
                  <a:lnTo>
                    <a:pt x="295751" y="272987"/>
                  </a:lnTo>
                  <a:lnTo>
                    <a:pt x="294418" y="273463"/>
                  </a:lnTo>
                  <a:lnTo>
                    <a:pt x="294037" y="272987"/>
                  </a:lnTo>
                  <a:lnTo>
                    <a:pt x="293465" y="271653"/>
                  </a:lnTo>
                  <a:lnTo>
                    <a:pt x="293180" y="270224"/>
                  </a:lnTo>
                  <a:lnTo>
                    <a:pt x="292418" y="267462"/>
                  </a:lnTo>
                  <a:lnTo>
                    <a:pt x="288703" y="263747"/>
                  </a:lnTo>
                  <a:lnTo>
                    <a:pt x="287655" y="261175"/>
                  </a:lnTo>
                  <a:lnTo>
                    <a:pt x="287941" y="258318"/>
                  </a:lnTo>
                  <a:lnTo>
                    <a:pt x="289274" y="255365"/>
                  </a:lnTo>
                  <a:lnTo>
                    <a:pt x="291084" y="252603"/>
                  </a:lnTo>
                  <a:lnTo>
                    <a:pt x="292799" y="250412"/>
                  </a:lnTo>
                  <a:lnTo>
                    <a:pt x="293465" y="249174"/>
                  </a:lnTo>
                  <a:lnTo>
                    <a:pt x="293846" y="247745"/>
                  </a:lnTo>
                  <a:lnTo>
                    <a:pt x="294037" y="244792"/>
                  </a:lnTo>
                  <a:lnTo>
                    <a:pt x="294418" y="243364"/>
                  </a:lnTo>
                  <a:lnTo>
                    <a:pt x="295085" y="242411"/>
                  </a:lnTo>
                  <a:lnTo>
                    <a:pt x="295085" y="241649"/>
                  </a:lnTo>
                  <a:lnTo>
                    <a:pt x="294037" y="240411"/>
                  </a:lnTo>
                  <a:lnTo>
                    <a:pt x="293275" y="240125"/>
                  </a:lnTo>
                  <a:lnTo>
                    <a:pt x="289655" y="240411"/>
                  </a:lnTo>
                  <a:lnTo>
                    <a:pt x="288989" y="239935"/>
                  </a:lnTo>
                  <a:lnTo>
                    <a:pt x="288417" y="238696"/>
                  </a:lnTo>
                  <a:lnTo>
                    <a:pt x="287750" y="237554"/>
                  </a:lnTo>
                  <a:lnTo>
                    <a:pt x="286893" y="236887"/>
                  </a:lnTo>
                  <a:lnTo>
                    <a:pt x="286798" y="234887"/>
                  </a:lnTo>
                  <a:lnTo>
                    <a:pt x="287084" y="233743"/>
                  </a:lnTo>
                  <a:lnTo>
                    <a:pt x="287560" y="233267"/>
                  </a:lnTo>
                  <a:lnTo>
                    <a:pt x="289941" y="231934"/>
                  </a:lnTo>
                  <a:lnTo>
                    <a:pt x="296037" y="230791"/>
                  </a:lnTo>
                  <a:lnTo>
                    <a:pt x="297942" y="230886"/>
                  </a:lnTo>
                  <a:lnTo>
                    <a:pt x="300609" y="230696"/>
                  </a:lnTo>
                  <a:lnTo>
                    <a:pt x="306896" y="229648"/>
                  </a:lnTo>
                  <a:lnTo>
                    <a:pt x="307848" y="229267"/>
                  </a:lnTo>
                  <a:lnTo>
                    <a:pt x="308515" y="228791"/>
                  </a:lnTo>
                  <a:lnTo>
                    <a:pt x="309086" y="227457"/>
                  </a:lnTo>
                  <a:lnTo>
                    <a:pt x="308896" y="226219"/>
                  </a:lnTo>
                  <a:lnTo>
                    <a:pt x="307467" y="222028"/>
                  </a:lnTo>
                  <a:lnTo>
                    <a:pt x="307277" y="221075"/>
                  </a:lnTo>
                  <a:lnTo>
                    <a:pt x="307562" y="220313"/>
                  </a:lnTo>
                  <a:lnTo>
                    <a:pt x="308134" y="219361"/>
                  </a:lnTo>
                  <a:lnTo>
                    <a:pt x="309086" y="218313"/>
                  </a:lnTo>
                  <a:lnTo>
                    <a:pt x="310134" y="217646"/>
                  </a:lnTo>
                  <a:lnTo>
                    <a:pt x="311753" y="217646"/>
                  </a:lnTo>
                  <a:lnTo>
                    <a:pt x="313754" y="218218"/>
                  </a:lnTo>
                  <a:lnTo>
                    <a:pt x="318611" y="221171"/>
                  </a:lnTo>
                  <a:lnTo>
                    <a:pt x="322136" y="221266"/>
                  </a:lnTo>
                  <a:lnTo>
                    <a:pt x="322802" y="223647"/>
                  </a:lnTo>
                  <a:lnTo>
                    <a:pt x="321564" y="229267"/>
                  </a:lnTo>
                  <a:lnTo>
                    <a:pt x="321278" y="230981"/>
                  </a:lnTo>
                  <a:lnTo>
                    <a:pt x="321278" y="231172"/>
                  </a:lnTo>
                  <a:lnTo>
                    <a:pt x="321374" y="231458"/>
                  </a:lnTo>
                  <a:lnTo>
                    <a:pt x="321850" y="232029"/>
                  </a:lnTo>
                  <a:lnTo>
                    <a:pt x="322707" y="232600"/>
                  </a:lnTo>
                  <a:lnTo>
                    <a:pt x="324422" y="232791"/>
                  </a:lnTo>
                  <a:lnTo>
                    <a:pt x="325469" y="233172"/>
                  </a:lnTo>
                  <a:lnTo>
                    <a:pt x="328613" y="234601"/>
                  </a:lnTo>
                  <a:lnTo>
                    <a:pt x="330803" y="235934"/>
                  </a:lnTo>
                  <a:lnTo>
                    <a:pt x="331946" y="237458"/>
                  </a:lnTo>
                  <a:lnTo>
                    <a:pt x="333566" y="238220"/>
                  </a:lnTo>
                  <a:lnTo>
                    <a:pt x="335280" y="238220"/>
                  </a:lnTo>
                  <a:lnTo>
                    <a:pt x="338804" y="236887"/>
                  </a:lnTo>
                  <a:lnTo>
                    <a:pt x="342138" y="233839"/>
                  </a:lnTo>
                  <a:lnTo>
                    <a:pt x="343472" y="233077"/>
                  </a:lnTo>
                  <a:lnTo>
                    <a:pt x="344615" y="231838"/>
                  </a:lnTo>
                  <a:lnTo>
                    <a:pt x="345091" y="231362"/>
                  </a:lnTo>
                  <a:lnTo>
                    <a:pt x="345281" y="231076"/>
                  </a:lnTo>
                  <a:lnTo>
                    <a:pt x="345377" y="230981"/>
                  </a:lnTo>
                  <a:lnTo>
                    <a:pt x="345662" y="230791"/>
                  </a:lnTo>
                  <a:lnTo>
                    <a:pt x="346043" y="230029"/>
                  </a:lnTo>
                  <a:lnTo>
                    <a:pt x="346520" y="228791"/>
                  </a:lnTo>
                  <a:lnTo>
                    <a:pt x="346615" y="227362"/>
                  </a:lnTo>
                  <a:lnTo>
                    <a:pt x="346615" y="225742"/>
                  </a:lnTo>
                  <a:lnTo>
                    <a:pt x="346805" y="224314"/>
                  </a:lnTo>
                  <a:lnTo>
                    <a:pt x="347472" y="222599"/>
                  </a:lnTo>
                  <a:lnTo>
                    <a:pt x="348901" y="220789"/>
                  </a:lnTo>
                  <a:lnTo>
                    <a:pt x="351092" y="218789"/>
                  </a:lnTo>
                  <a:lnTo>
                    <a:pt x="354616" y="216408"/>
                  </a:lnTo>
                  <a:lnTo>
                    <a:pt x="360140" y="213646"/>
                  </a:lnTo>
                  <a:lnTo>
                    <a:pt x="369856" y="210979"/>
                  </a:lnTo>
                  <a:lnTo>
                    <a:pt x="374523" y="208788"/>
                  </a:lnTo>
                  <a:lnTo>
                    <a:pt x="381762" y="206312"/>
                  </a:lnTo>
                  <a:lnTo>
                    <a:pt x="395383" y="204025"/>
                  </a:lnTo>
                  <a:lnTo>
                    <a:pt x="399574" y="202692"/>
                  </a:lnTo>
                  <a:lnTo>
                    <a:pt x="401669" y="199644"/>
                  </a:lnTo>
                  <a:lnTo>
                    <a:pt x="402146" y="196215"/>
                  </a:lnTo>
                  <a:lnTo>
                    <a:pt x="401384" y="193738"/>
                  </a:lnTo>
                  <a:lnTo>
                    <a:pt x="400907" y="192500"/>
                  </a:lnTo>
                  <a:lnTo>
                    <a:pt x="400717" y="191738"/>
                  </a:lnTo>
                  <a:lnTo>
                    <a:pt x="400717" y="191071"/>
                  </a:lnTo>
                  <a:lnTo>
                    <a:pt x="401288" y="188690"/>
                  </a:lnTo>
                  <a:lnTo>
                    <a:pt x="402050" y="187166"/>
                  </a:lnTo>
                  <a:lnTo>
                    <a:pt x="402717" y="186309"/>
                  </a:lnTo>
                  <a:lnTo>
                    <a:pt x="404908" y="184690"/>
                  </a:lnTo>
                  <a:lnTo>
                    <a:pt x="405956" y="183356"/>
                  </a:lnTo>
                  <a:lnTo>
                    <a:pt x="406241" y="182880"/>
                  </a:lnTo>
                  <a:lnTo>
                    <a:pt x="406432" y="182213"/>
                  </a:lnTo>
                  <a:lnTo>
                    <a:pt x="406622" y="181261"/>
                  </a:lnTo>
                  <a:lnTo>
                    <a:pt x="407003" y="180404"/>
                  </a:lnTo>
                  <a:lnTo>
                    <a:pt x="407575" y="179642"/>
                  </a:lnTo>
                  <a:lnTo>
                    <a:pt x="408432" y="179070"/>
                  </a:lnTo>
                  <a:lnTo>
                    <a:pt x="409956" y="179165"/>
                  </a:lnTo>
                  <a:lnTo>
                    <a:pt x="411956" y="179927"/>
                  </a:lnTo>
                  <a:lnTo>
                    <a:pt x="417862" y="184118"/>
                  </a:lnTo>
                  <a:lnTo>
                    <a:pt x="420338" y="185261"/>
                  </a:lnTo>
                  <a:lnTo>
                    <a:pt x="422243" y="185452"/>
                  </a:lnTo>
                  <a:lnTo>
                    <a:pt x="423577" y="185547"/>
                  </a:lnTo>
                  <a:lnTo>
                    <a:pt x="424434" y="185833"/>
                  </a:lnTo>
                  <a:lnTo>
                    <a:pt x="426911" y="188404"/>
                  </a:lnTo>
                  <a:lnTo>
                    <a:pt x="429197" y="190119"/>
                  </a:lnTo>
                  <a:lnTo>
                    <a:pt x="431864" y="191357"/>
                  </a:lnTo>
                  <a:lnTo>
                    <a:pt x="437864" y="192881"/>
                  </a:lnTo>
                  <a:lnTo>
                    <a:pt x="441865" y="192024"/>
                  </a:lnTo>
                  <a:lnTo>
                    <a:pt x="442246" y="190309"/>
                  </a:lnTo>
                  <a:lnTo>
                    <a:pt x="442055" y="189643"/>
                  </a:lnTo>
                  <a:lnTo>
                    <a:pt x="441484" y="188595"/>
                  </a:lnTo>
                  <a:lnTo>
                    <a:pt x="439484" y="186690"/>
                  </a:lnTo>
                  <a:lnTo>
                    <a:pt x="438722" y="185738"/>
                  </a:lnTo>
                  <a:lnTo>
                    <a:pt x="438436" y="184785"/>
                  </a:lnTo>
                  <a:lnTo>
                    <a:pt x="438722" y="184023"/>
                  </a:lnTo>
                  <a:lnTo>
                    <a:pt x="439293" y="183451"/>
                  </a:lnTo>
                  <a:lnTo>
                    <a:pt x="440436" y="183261"/>
                  </a:lnTo>
                  <a:lnTo>
                    <a:pt x="441674" y="183451"/>
                  </a:lnTo>
                  <a:lnTo>
                    <a:pt x="444056" y="184118"/>
                  </a:lnTo>
                  <a:lnTo>
                    <a:pt x="445294" y="184309"/>
                  </a:lnTo>
                  <a:lnTo>
                    <a:pt x="446342" y="184595"/>
                  </a:lnTo>
                  <a:lnTo>
                    <a:pt x="447199" y="185356"/>
                  </a:lnTo>
                  <a:lnTo>
                    <a:pt x="448628" y="187452"/>
                  </a:lnTo>
                  <a:lnTo>
                    <a:pt x="449485" y="187547"/>
                  </a:lnTo>
                  <a:lnTo>
                    <a:pt x="450437" y="186880"/>
                  </a:lnTo>
                  <a:lnTo>
                    <a:pt x="451104" y="185166"/>
                  </a:lnTo>
                  <a:lnTo>
                    <a:pt x="451295" y="183737"/>
                  </a:lnTo>
                  <a:lnTo>
                    <a:pt x="451199" y="180975"/>
                  </a:lnTo>
                  <a:lnTo>
                    <a:pt x="451485" y="180022"/>
                  </a:lnTo>
                  <a:lnTo>
                    <a:pt x="452152" y="179451"/>
                  </a:lnTo>
                  <a:lnTo>
                    <a:pt x="453485" y="179451"/>
                  </a:lnTo>
                  <a:lnTo>
                    <a:pt x="454438" y="178784"/>
                  </a:lnTo>
                  <a:lnTo>
                    <a:pt x="455200" y="177165"/>
                  </a:lnTo>
                  <a:lnTo>
                    <a:pt x="455486" y="175546"/>
                  </a:lnTo>
                  <a:lnTo>
                    <a:pt x="455295" y="173736"/>
                  </a:lnTo>
                  <a:lnTo>
                    <a:pt x="454533" y="172403"/>
                  </a:lnTo>
                  <a:lnTo>
                    <a:pt x="452247" y="170497"/>
                  </a:lnTo>
                  <a:lnTo>
                    <a:pt x="451771" y="169735"/>
                  </a:lnTo>
                  <a:lnTo>
                    <a:pt x="451676" y="168974"/>
                  </a:lnTo>
                  <a:lnTo>
                    <a:pt x="451676" y="168021"/>
                  </a:lnTo>
                  <a:lnTo>
                    <a:pt x="451104" y="167354"/>
                  </a:lnTo>
                  <a:lnTo>
                    <a:pt x="449294" y="165640"/>
                  </a:lnTo>
                  <a:lnTo>
                    <a:pt x="448628" y="164592"/>
                  </a:lnTo>
                  <a:lnTo>
                    <a:pt x="448818" y="163830"/>
                  </a:lnTo>
                  <a:lnTo>
                    <a:pt x="449771" y="162973"/>
                  </a:lnTo>
                  <a:lnTo>
                    <a:pt x="452057" y="162211"/>
                  </a:lnTo>
                  <a:lnTo>
                    <a:pt x="457391" y="160877"/>
                  </a:lnTo>
                  <a:lnTo>
                    <a:pt x="458248" y="160972"/>
                  </a:lnTo>
                  <a:lnTo>
                    <a:pt x="459105" y="161639"/>
                  </a:lnTo>
                  <a:lnTo>
                    <a:pt x="459772" y="162687"/>
                  </a:lnTo>
                  <a:lnTo>
                    <a:pt x="460058" y="164211"/>
                  </a:lnTo>
                  <a:lnTo>
                    <a:pt x="460153" y="165830"/>
                  </a:lnTo>
                  <a:lnTo>
                    <a:pt x="460534" y="167164"/>
                  </a:lnTo>
                  <a:lnTo>
                    <a:pt x="460915" y="167735"/>
                  </a:lnTo>
                  <a:lnTo>
                    <a:pt x="461677" y="167830"/>
                  </a:lnTo>
                  <a:lnTo>
                    <a:pt x="468440" y="165163"/>
                  </a:lnTo>
                  <a:lnTo>
                    <a:pt x="470821" y="165068"/>
                  </a:lnTo>
                  <a:lnTo>
                    <a:pt x="474155" y="165925"/>
                  </a:lnTo>
                  <a:lnTo>
                    <a:pt x="475488" y="165545"/>
                  </a:lnTo>
                  <a:lnTo>
                    <a:pt x="477107" y="163735"/>
                  </a:lnTo>
                  <a:lnTo>
                    <a:pt x="478250" y="162973"/>
                  </a:lnTo>
                  <a:lnTo>
                    <a:pt x="479012" y="162116"/>
                  </a:lnTo>
                  <a:lnTo>
                    <a:pt x="479298" y="160972"/>
                  </a:lnTo>
                  <a:lnTo>
                    <a:pt x="479203" y="157734"/>
                  </a:lnTo>
                  <a:lnTo>
                    <a:pt x="479489" y="155734"/>
                  </a:lnTo>
                  <a:lnTo>
                    <a:pt x="478822" y="152400"/>
                  </a:lnTo>
                  <a:lnTo>
                    <a:pt x="479012" y="151352"/>
                  </a:lnTo>
                  <a:lnTo>
                    <a:pt x="480060" y="150590"/>
                  </a:lnTo>
                  <a:lnTo>
                    <a:pt x="481108" y="150400"/>
                  </a:lnTo>
                  <a:lnTo>
                    <a:pt x="482346" y="150495"/>
                  </a:lnTo>
                  <a:lnTo>
                    <a:pt x="483775" y="151257"/>
                  </a:lnTo>
                  <a:lnTo>
                    <a:pt x="486251" y="153734"/>
                  </a:lnTo>
                  <a:lnTo>
                    <a:pt x="487585" y="153924"/>
                  </a:lnTo>
                  <a:lnTo>
                    <a:pt x="488633" y="153257"/>
                  </a:lnTo>
                  <a:lnTo>
                    <a:pt x="489776" y="150781"/>
                  </a:lnTo>
                  <a:lnTo>
                    <a:pt x="490347" y="149257"/>
                  </a:lnTo>
                  <a:lnTo>
                    <a:pt x="490633" y="146495"/>
                  </a:lnTo>
                  <a:lnTo>
                    <a:pt x="491204" y="145542"/>
                  </a:lnTo>
                  <a:lnTo>
                    <a:pt x="492443" y="145066"/>
                  </a:lnTo>
                  <a:lnTo>
                    <a:pt x="496062" y="145542"/>
                  </a:lnTo>
                  <a:lnTo>
                    <a:pt x="497681" y="145351"/>
                  </a:lnTo>
                  <a:lnTo>
                    <a:pt x="498920" y="144589"/>
                  </a:lnTo>
                  <a:lnTo>
                    <a:pt x="499205" y="142780"/>
                  </a:lnTo>
                  <a:lnTo>
                    <a:pt x="497967" y="140399"/>
                  </a:lnTo>
                  <a:lnTo>
                    <a:pt x="497110" y="139827"/>
                  </a:lnTo>
                  <a:lnTo>
                    <a:pt x="496634" y="139827"/>
                  </a:lnTo>
                  <a:lnTo>
                    <a:pt x="495872" y="140208"/>
                  </a:lnTo>
                  <a:lnTo>
                    <a:pt x="495205" y="140303"/>
                  </a:lnTo>
                  <a:lnTo>
                    <a:pt x="494729" y="139922"/>
                  </a:lnTo>
                  <a:lnTo>
                    <a:pt x="494538" y="138970"/>
                  </a:lnTo>
                  <a:lnTo>
                    <a:pt x="494538" y="137731"/>
                  </a:lnTo>
                  <a:lnTo>
                    <a:pt x="494348" y="136398"/>
                  </a:lnTo>
                  <a:lnTo>
                    <a:pt x="494633" y="135160"/>
                  </a:lnTo>
                  <a:lnTo>
                    <a:pt x="495491" y="134017"/>
                  </a:lnTo>
                  <a:lnTo>
                    <a:pt x="497967" y="133064"/>
                  </a:lnTo>
                  <a:lnTo>
                    <a:pt x="499491" y="132683"/>
                  </a:lnTo>
                  <a:lnTo>
                    <a:pt x="502444" y="130588"/>
                  </a:lnTo>
                  <a:lnTo>
                    <a:pt x="505778" y="127921"/>
                  </a:lnTo>
                  <a:lnTo>
                    <a:pt x="507302" y="125730"/>
                  </a:lnTo>
                  <a:lnTo>
                    <a:pt x="512159" y="115062"/>
                  </a:lnTo>
                  <a:lnTo>
                    <a:pt x="512636" y="112967"/>
                  </a:lnTo>
                  <a:lnTo>
                    <a:pt x="512445" y="111633"/>
                  </a:lnTo>
                  <a:lnTo>
                    <a:pt x="512064" y="110490"/>
                  </a:lnTo>
                  <a:lnTo>
                    <a:pt x="512159" y="109347"/>
                  </a:lnTo>
                  <a:lnTo>
                    <a:pt x="512636" y="108395"/>
                  </a:lnTo>
                  <a:lnTo>
                    <a:pt x="513683" y="107347"/>
                  </a:lnTo>
                  <a:lnTo>
                    <a:pt x="514255" y="106585"/>
                  </a:lnTo>
                  <a:lnTo>
                    <a:pt x="514731" y="105537"/>
                  </a:lnTo>
                  <a:lnTo>
                    <a:pt x="515017" y="104680"/>
                  </a:lnTo>
                  <a:lnTo>
                    <a:pt x="514922" y="103727"/>
                  </a:lnTo>
                  <a:lnTo>
                    <a:pt x="514636" y="102870"/>
                  </a:lnTo>
                  <a:lnTo>
                    <a:pt x="513588" y="101441"/>
                  </a:lnTo>
                  <a:lnTo>
                    <a:pt x="513398" y="100489"/>
                  </a:lnTo>
                  <a:lnTo>
                    <a:pt x="513874" y="96869"/>
                  </a:lnTo>
                  <a:lnTo>
                    <a:pt x="513683" y="96012"/>
                  </a:lnTo>
                  <a:lnTo>
                    <a:pt x="512921" y="95345"/>
                  </a:lnTo>
                  <a:lnTo>
                    <a:pt x="511683" y="94869"/>
                  </a:lnTo>
                  <a:lnTo>
                    <a:pt x="510254" y="94488"/>
                  </a:lnTo>
                  <a:lnTo>
                    <a:pt x="509397" y="93726"/>
                  </a:lnTo>
                  <a:lnTo>
                    <a:pt x="509302" y="92964"/>
                  </a:lnTo>
                  <a:lnTo>
                    <a:pt x="510064" y="92202"/>
                  </a:lnTo>
                  <a:lnTo>
                    <a:pt x="511207" y="91916"/>
                  </a:lnTo>
                  <a:lnTo>
                    <a:pt x="512826" y="92107"/>
                  </a:lnTo>
                  <a:lnTo>
                    <a:pt x="514064" y="92583"/>
                  </a:lnTo>
                  <a:lnTo>
                    <a:pt x="515303" y="93154"/>
                  </a:lnTo>
                  <a:lnTo>
                    <a:pt x="516350" y="93821"/>
                  </a:lnTo>
                  <a:lnTo>
                    <a:pt x="517589" y="94488"/>
                  </a:lnTo>
                  <a:lnTo>
                    <a:pt x="518922" y="94774"/>
                  </a:lnTo>
                  <a:lnTo>
                    <a:pt x="520637" y="94679"/>
                  </a:lnTo>
                  <a:lnTo>
                    <a:pt x="522351" y="94297"/>
                  </a:lnTo>
                  <a:lnTo>
                    <a:pt x="523875" y="93535"/>
                  </a:lnTo>
                  <a:lnTo>
                    <a:pt x="525113" y="92488"/>
                  </a:lnTo>
                  <a:lnTo>
                    <a:pt x="525875" y="91535"/>
                  </a:lnTo>
                  <a:lnTo>
                    <a:pt x="526447" y="89440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7" name="Freeform: Shape 28">
              <a:extLst>
                <a:ext uri="{FF2B5EF4-FFF2-40B4-BE49-F238E27FC236}">
                  <a16:creationId xmlns:a16="http://schemas.microsoft.com/office/drawing/2014/main" id="{E975E58B-328C-C4AB-C0A1-10C28436A0F5}"/>
                </a:ext>
              </a:extLst>
            </p:cNvPr>
            <p:cNvSpPr/>
            <p:nvPr/>
          </p:nvSpPr>
          <p:spPr>
            <a:xfrm>
              <a:off x="7299688" y="695729"/>
              <a:ext cx="1341294" cy="988322"/>
            </a:xfrm>
            <a:custGeom>
              <a:avLst/>
              <a:gdLst>
                <a:gd name="connsiteX0" fmla="*/ 905637 w 904875"/>
                <a:gd name="connsiteY0" fmla="*/ 226028 h 666750"/>
                <a:gd name="connsiteX1" fmla="*/ 904780 w 904875"/>
                <a:gd name="connsiteY1" fmla="*/ 222123 h 666750"/>
                <a:gd name="connsiteX2" fmla="*/ 901446 w 904875"/>
                <a:gd name="connsiteY2" fmla="*/ 220028 h 666750"/>
                <a:gd name="connsiteX3" fmla="*/ 899636 w 904875"/>
                <a:gd name="connsiteY3" fmla="*/ 220599 h 666750"/>
                <a:gd name="connsiteX4" fmla="*/ 899541 w 904875"/>
                <a:gd name="connsiteY4" fmla="*/ 220694 h 666750"/>
                <a:gd name="connsiteX5" fmla="*/ 897826 w 904875"/>
                <a:gd name="connsiteY5" fmla="*/ 221742 h 666750"/>
                <a:gd name="connsiteX6" fmla="*/ 896112 w 904875"/>
                <a:gd name="connsiteY6" fmla="*/ 222599 h 666750"/>
                <a:gd name="connsiteX7" fmla="*/ 894207 w 904875"/>
                <a:gd name="connsiteY7" fmla="*/ 222314 h 666750"/>
                <a:gd name="connsiteX8" fmla="*/ 893350 w 904875"/>
                <a:gd name="connsiteY8" fmla="*/ 221456 h 666750"/>
                <a:gd name="connsiteX9" fmla="*/ 892778 w 904875"/>
                <a:gd name="connsiteY9" fmla="*/ 220980 h 666750"/>
                <a:gd name="connsiteX10" fmla="*/ 890683 w 904875"/>
                <a:gd name="connsiteY10" fmla="*/ 217170 h 666750"/>
                <a:gd name="connsiteX11" fmla="*/ 889159 w 904875"/>
                <a:gd name="connsiteY11" fmla="*/ 215741 h 666750"/>
                <a:gd name="connsiteX12" fmla="*/ 884968 w 904875"/>
                <a:gd name="connsiteY12" fmla="*/ 214694 h 666750"/>
                <a:gd name="connsiteX13" fmla="*/ 882777 w 904875"/>
                <a:gd name="connsiteY13" fmla="*/ 217075 h 666750"/>
                <a:gd name="connsiteX14" fmla="*/ 880110 w 904875"/>
                <a:gd name="connsiteY14" fmla="*/ 225838 h 666750"/>
                <a:gd name="connsiteX15" fmla="*/ 878110 w 904875"/>
                <a:gd name="connsiteY15" fmla="*/ 229267 h 666750"/>
                <a:gd name="connsiteX16" fmla="*/ 874967 w 904875"/>
                <a:gd name="connsiteY16" fmla="*/ 232982 h 666750"/>
                <a:gd name="connsiteX17" fmla="*/ 871442 w 904875"/>
                <a:gd name="connsiteY17" fmla="*/ 235744 h 666750"/>
                <a:gd name="connsiteX18" fmla="*/ 868109 w 904875"/>
                <a:gd name="connsiteY18" fmla="*/ 236506 h 666750"/>
                <a:gd name="connsiteX19" fmla="*/ 864775 w 904875"/>
                <a:gd name="connsiteY19" fmla="*/ 234601 h 666750"/>
                <a:gd name="connsiteX20" fmla="*/ 862679 w 904875"/>
                <a:gd name="connsiteY20" fmla="*/ 230791 h 666750"/>
                <a:gd name="connsiteX21" fmla="*/ 861441 w 904875"/>
                <a:gd name="connsiteY21" fmla="*/ 226124 h 666750"/>
                <a:gd name="connsiteX22" fmla="*/ 860774 w 904875"/>
                <a:gd name="connsiteY22" fmla="*/ 221742 h 666750"/>
                <a:gd name="connsiteX23" fmla="*/ 859346 w 904875"/>
                <a:gd name="connsiteY23" fmla="*/ 217170 h 666750"/>
                <a:gd name="connsiteX24" fmla="*/ 856583 w 904875"/>
                <a:gd name="connsiteY24" fmla="*/ 210598 h 666750"/>
                <a:gd name="connsiteX25" fmla="*/ 853059 w 904875"/>
                <a:gd name="connsiteY25" fmla="*/ 206407 h 666750"/>
                <a:gd name="connsiteX26" fmla="*/ 849821 w 904875"/>
                <a:gd name="connsiteY26" fmla="*/ 208502 h 666750"/>
                <a:gd name="connsiteX27" fmla="*/ 848487 w 904875"/>
                <a:gd name="connsiteY27" fmla="*/ 210884 h 666750"/>
                <a:gd name="connsiteX28" fmla="*/ 846582 w 904875"/>
                <a:gd name="connsiteY28" fmla="*/ 212884 h 666750"/>
                <a:gd name="connsiteX29" fmla="*/ 844296 w 904875"/>
                <a:gd name="connsiteY29" fmla="*/ 213741 h 666750"/>
                <a:gd name="connsiteX30" fmla="*/ 842105 w 904875"/>
                <a:gd name="connsiteY30" fmla="*/ 212693 h 666750"/>
                <a:gd name="connsiteX31" fmla="*/ 840962 w 904875"/>
                <a:gd name="connsiteY31" fmla="*/ 210503 h 666750"/>
                <a:gd name="connsiteX32" fmla="*/ 840581 w 904875"/>
                <a:gd name="connsiteY32" fmla="*/ 207836 h 666750"/>
                <a:gd name="connsiteX33" fmla="*/ 839819 w 904875"/>
                <a:gd name="connsiteY33" fmla="*/ 205549 h 666750"/>
                <a:gd name="connsiteX34" fmla="*/ 837438 w 904875"/>
                <a:gd name="connsiteY34" fmla="*/ 204407 h 666750"/>
                <a:gd name="connsiteX35" fmla="*/ 828199 w 904875"/>
                <a:gd name="connsiteY35" fmla="*/ 203073 h 666750"/>
                <a:gd name="connsiteX36" fmla="*/ 824865 w 904875"/>
                <a:gd name="connsiteY36" fmla="*/ 200501 h 666750"/>
                <a:gd name="connsiteX37" fmla="*/ 821912 w 904875"/>
                <a:gd name="connsiteY37" fmla="*/ 192596 h 666750"/>
                <a:gd name="connsiteX38" fmla="*/ 819055 w 904875"/>
                <a:gd name="connsiteY38" fmla="*/ 188119 h 666750"/>
                <a:gd name="connsiteX39" fmla="*/ 818579 w 904875"/>
                <a:gd name="connsiteY39" fmla="*/ 185737 h 666750"/>
                <a:gd name="connsiteX40" fmla="*/ 819722 w 904875"/>
                <a:gd name="connsiteY40" fmla="*/ 183356 h 666750"/>
                <a:gd name="connsiteX41" fmla="*/ 821246 w 904875"/>
                <a:gd name="connsiteY41" fmla="*/ 181547 h 666750"/>
                <a:gd name="connsiteX42" fmla="*/ 822008 w 904875"/>
                <a:gd name="connsiteY42" fmla="*/ 179642 h 666750"/>
                <a:gd name="connsiteX43" fmla="*/ 820484 w 904875"/>
                <a:gd name="connsiteY43" fmla="*/ 176879 h 666750"/>
                <a:gd name="connsiteX44" fmla="*/ 819436 w 904875"/>
                <a:gd name="connsiteY44" fmla="*/ 176403 h 666750"/>
                <a:gd name="connsiteX45" fmla="*/ 815721 w 904875"/>
                <a:gd name="connsiteY45" fmla="*/ 175736 h 666750"/>
                <a:gd name="connsiteX46" fmla="*/ 814673 w 904875"/>
                <a:gd name="connsiteY46" fmla="*/ 175070 h 666750"/>
                <a:gd name="connsiteX47" fmla="*/ 814292 w 904875"/>
                <a:gd name="connsiteY47" fmla="*/ 173831 h 666750"/>
                <a:gd name="connsiteX48" fmla="*/ 814197 w 904875"/>
                <a:gd name="connsiteY48" fmla="*/ 172498 h 666750"/>
                <a:gd name="connsiteX49" fmla="*/ 813626 w 904875"/>
                <a:gd name="connsiteY49" fmla="*/ 171450 h 666750"/>
                <a:gd name="connsiteX50" fmla="*/ 811054 w 904875"/>
                <a:gd name="connsiteY50" fmla="*/ 170593 h 666750"/>
                <a:gd name="connsiteX51" fmla="*/ 808387 w 904875"/>
                <a:gd name="connsiteY51" fmla="*/ 171069 h 666750"/>
                <a:gd name="connsiteX52" fmla="*/ 803053 w 904875"/>
                <a:gd name="connsiteY52" fmla="*/ 173165 h 666750"/>
                <a:gd name="connsiteX53" fmla="*/ 798195 w 904875"/>
                <a:gd name="connsiteY53" fmla="*/ 171926 h 666750"/>
                <a:gd name="connsiteX54" fmla="*/ 797147 w 904875"/>
                <a:gd name="connsiteY54" fmla="*/ 168688 h 666750"/>
                <a:gd name="connsiteX55" fmla="*/ 797528 w 904875"/>
                <a:gd name="connsiteY55" fmla="*/ 164402 h 666750"/>
                <a:gd name="connsiteX56" fmla="*/ 797052 w 904875"/>
                <a:gd name="connsiteY56" fmla="*/ 159925 h 666750"/>
                <a:gd name="connsiteX57" fmla="*/ 794290 w 904875"/>
                <a:gd name="connsiteY57" fmla="*/ 156782 h 666750"/>
                <a:gd name="connsiteX58" fmla="*/ 790099 w 904875"/>
                <a:gd name="connsiteY58" fmla="*/ 154877 h 666750"/>
                <a:gd name="connsiteX59" fmla="*/ 785431 w 904875"/>
                <a:gd name="connsiteY59" fmla="*/ 154210 h 666750"/>
                <a:gd name="connsiteX60" fmla="*/ 781622 w 904875"/>
                <a:gd name="connsiteY60" fmla="*/ 154591 h 666750"/>
                <a:gd name="connsiteX61" fmla="*/ 769334 w 904875"/>
                <a:gd name="connsiteY61" fmla="*/ 159734 h 666750"/>
                <a:gd name="connsiteX62" fmla="*/ 754856 w 904875"/>
                <a:gd name="connsiteY62" fmla="*/ 161163 h 666750"/>
                <a:gd name="connsiteX63" fmla="*/ 741331 w 904875"/>
                <a:gd name="connsiteY63" fmla="*/ 166307 h 666750"/>
                <a:gd name="connsiteX64" fmla="*/ 737711 w 904875"/>
                <a:gd name="connsiteY64" fmla="*/ 166878 h 666750"/>
                <a:gd name="connsiteX65" fmla="*/ 734092 w 904875"/>
                <a:gd name="connsiteY65" fmla="*/ 166307 h 666750"/>
                <a:gd name="connsiteX66" fmla="*/ 726186 w 904875"/>
                <a:gd name="connsiteY66" fmla="*/ 163354 h 666750"/>
                <a:gd name="connsiteX67" fmla="*/ 721900 w 904875"/>
                <a:gd name="connsiteY67" fmla="*/ 162592 h 666750"/>
                <a:gd name="connsiteX68" fmla="*/ 717613 w 904875"/>
                <a:gd name="connsiteY68" fmla="*/ 162782 h 666750"/>
                <a:gd name="connsiteX69" fmla="*/ 713899 w 904875"/>
                <a:gd name="connsiteY69" fmla="*/ 164592 h 666750"/>
                <a:gd name="connsiteX70" fmla="*/ 712470 w 904875"/>
                <a:gd name="connsiteY70" fmla="*/ 166211 h 666750"/>
                <a:gd name="connsiteX71" fmla="*/ 709422 w 904875"/>
                <a:gd name="connsiteY71" fmla="*/ 172403 h 666750"/>
                <a:gd name="connsiteX72" fmla="*/ 707993 w 904875"/>
                <a:gd name="connsiteY72" fmla="*/ 174022 h 666750"/>
                <a:gd name="connsiteX73" fmla="*/ 695706 w 904875"/>
                <a:gd name="connsiteY73" fmla="*/ 182499 h 666750"/>
                <a:gd name="connsiteX74" fmla="*/ 691420 w 904875"/>
                <a:gd name="connsiteY74" fmla="*/ 184404 h 666750"/>
                <a:gd name="connsiteX75" fmla="*/ 682943 w 904875"/>
                <a:gd name="connsiteY75" fmla="*/ 185357 h 666750"/>
                <a:gd name="connsiteX76" fmla="*/ 678942 w 904875"/>
                <a:gd name="connsiteY76" fmla="*/ 187643 h 666750"/>
                <a:gd name="connsiteX77" fmla="*/ 675037 w 904875"/>
                <a:gd name="connsiteY77" fmla="*/ 190500 h 666750"/>
                <a:gd name="connsiteX78" fmla="*/ 670846 w 904875"/>
                <a:gd name="connsiteY78" fmla="*/ 192691 h 666750"/>
                <a:gd name="connsiteX79" fmla="*/ 666464 w 904875"/>
                <a:gd name="connsiteY79" fmla="*/ 193834 h 666750"/>
                <a:gd name="connsiteX80" fmla="*/ 664559 w 904875"/>
                <a:gd name="connsiteY80" fmla="*/ 194786 h 666750"/>
                <a:gd name="connsiteX81" fmla="*/ 662845 w 904875"/>
                <a:gd name="connsiteY81" fmla="*/ 196501 h 666750"/>
                <a:gd name="connsiteX82" fmla="*/ 660559 w 904875"/>
                <a:gd name="connsiteY82" fmla="*/ 200216 h 666750"/>
                <a:gd name="connsiteX83" fmla="*/ 659225 w 904875"/>
                <a:gd name="connsiteY83" fmla="*/ 201549 h 666750"/>
                <a:gd name="connsiteX84" fmla="*/ 654177 w 904875"/>
                <a:gd name="connsiteY84" fmla="*/ 203168 h 666750"/>
                <a:gd name="connsiteX85" fmla="*/ 651415 w 904875"/>
                <a:gd name="connsiteY85" fmla="*/ 204883 h 666750"/>
                <a:gd name="connsiteX86" fmla="*/ 649129 w 904875"/>
                <a:gd name="connsiteY86" fmla="*/ 207455 h 666750"/>
                <a:gd name="connsiteX87" fmla="*/ 647605 w 904875"/>
                <a:gd name="connsiteY87" fmla="*/ 210693 h 666750"/>
                <a:gd name="connsiteX88" fmla="*/ 645986 w 904875"/>
                <a:gd name="connsiteY88" fmla="*/ 216122 h 666750"/>
                <a:gd name="connsiteX89" fmla="*/ 644461 w 904875"/>
                <a:gd name="connsiteY89" fmla="*/ 216980 h 666750"/>
                <a:gd name="connsiteX90" fmla="*/ 641223 w 904875"/>
                <a:gd name="connsiteY90" fmla="*/ 216694 h 666750"/>
                <a:gd name="connsiteX91" fmla="*/ 630936 w 904875"/>
                <a:gd name="connsiteY91" fmla="*/ 213455 h 666750"/>
                <a:gd name="connsiteX92" fmla="*/ 627507 w 904875"/>
                <a:gd name="connsiteY92" fmla="*/ 213646 h 666750"/>
                <a:gd name="connsiteX93" fmla="*/ 625983 w 904875"/>
                <a:gd name="connsiteY93" fmla="*/ 215837 h 666750"/>
                <a:gd name="connsiteX94" fmla="*/ 624935 w 904875"/>
                <a:gd name="connsiteY94" fmla="*/ 219170 h 666750"/>
                <a:gd name="connsiteX95" fmla="*/ 622935 w 904875"/>
                <a:gd name="connsiteY95" fmla="*/ 223266 h 666750"/>
                <a:gd name="connsiteX96" fmla="*/ 620078 w 904875"/>
                <a:gd name="connsiteY96" fmla="*/ 224981 h 666750"/>
                <a:gd name="connsiteX97" fmla="*/ 616649 w 904875"/>
                <a:gd name="connsiteY97" fmla="*/ 224695 h 666750"/>
                <a:gd name="connsiteX98" fmla="*/ 613124 w 904875"/>
                <a:gd name="connsiteY98" fmla="*/ 223552 h 666750"/>
                <a:gd name="connsiteX99" fmla="*/ 609695 w 904875"/>
                <a:gd name="connsiteY99" fmla="*/ 223076 h 666750"/>
                <a:gd name="connsiteX100" fmla="*/ 606647 w 904875"/>
                <a:gd name="connsiteY100" fmla="*/ 222599 h 666750"/>
                <a:gd name="connsiteX101" fmla="*/ 605123 w 904875"/>
                <a:gd name="connsiteY101" fmla="*/ 222695 h 666750"/>
                <a:gd name="connsiteX102" fmla="*/ 603599 w 904875"/>
                <a:gd name="connsiteY102" fmla="*/ 223266 h 666750"/>
                <a:gd name="connsiteX103" fmla="*/ 600075 w 904875"/>
                <a:gd name="connsiteY103" fmla="*/ 225933 h 666750"/>
                <a:gd name="connsiteX104" fmla="*/ 596932 w 904875"/>
                <a:gd name="connsiteY104" fmla="*/ 227743 h 666750"/>
                <a:gd name="connsiteX105" fmla="*/ 593598 w 904875"/>
                <a:gd name="connsiteY105" fmla="*/ 228410 h 666750"/>
                <a:gd name="connsiteX106" fmla="*/ 577310 w 904875"/>
                <a:gd name="connsiteY106" fmla="*/ 225647 h 666750"/>
                <a:gd name="connsiteX107" fmla="*/ 577215 w 904875"/>
                <a:gd name="connsiteY107" fmla="*/ 224599 h 666750"/>
                <a:gd name="connsiteX108" fmla="*/ 576072 w 904875"/>
                <a:gd name="connsiteY108" fmla="*/ 211074 h 666750"/>
                <a:gd name="connsiteX109" fmla="*/ 571500 w 904875"/>
                <a:gd name="connsiteY109" fmla="*/ 200882 h 666750"/>
                <a:gd name="connsiteX110" fmla="*/ 565976 w 904875"/>
                <a:gd name="connsiteY110" fmla="*/ 202502 h 666750"/>
                <a:gd name="connsiteX111" fmla="*/ 557594 w 904875"/>
                <a:gd name="connsiteY111" fmla="*/ 191262 h 666750"/>
                <a:gd name="connsiteX112" fmla="*/ 553022 w 904875"/>
                <a:gd name="connsiteY112" fmla="*/ 191262 h 666750"/>
                <a:gd name="connsiteX113" fmla="*/ 541496 w 904875"/>
                <a:gd name="connsiteY113" fmla="*/ 192691 h 666750"/>
                <a:gd name="connsiteX114" fmla="*/ 532352 w 904875"/>
                <a:gd name="connsiteY114" fmla="*/ 189738 h 666750"/>
                <a:gd name="connsiteX115" fmla="*/ 527685 w 904875"/>
                <a:gd name="connsiteY115" fmla="*/ 188309 h 666750"/>
                <a:gd name="connsiteX116" fmla="*/ 525304 w 904875"/>
                <a:gd name="connsiteY116" fmla="*/ 182690 h 666750"/>
                <a:gd name="connsiteX117" fmla="*/ 518350 w 904875"/>
                <a:gd name="connsiteY117" fmla="*/ 177070 h 666750"/>
                <a:gd name="connsiteX118" fmla="*/ 510350 w 904875"/>
                <a:gd name="connsiteY118" fmla="*/ 174117 h 666750"/>
                <a:gd name="connsiteX119" fmla="*/ 498824 w 904875"/>
                <a:gd name="connsiteY119" fmla="*/ 171355 h 666750"/>
                <a:gd name="connsiteX120" fmla="*/ 491871 w 904875"/>
                <a:gd name="connsiteY120" fmla="*/ 164116 h 666750"/>
                <a:gd name="connsiteX121" fmla="*/ 491871 w 904875"/>
                <a:gd name="connsiteY121" fmla="*/ 145637 h 666750"/>
                <a:gd name="connsiteX122" fmla="*/ 489585 w 904875"/>
                <a:gd name="connsiteY122" fmla="*/ 135636 h 666750"/>
                <a:gd name="connsiteX123" fmla="*/ 484918 w 904875"/>
                <a:gd name="connsiteY123" fmla="*/ 128492 h 666750"/>
                <a:gd name="connsiteX124" fmla="*/ 479203 w 904875"/>
                <a:gd name="connsiteY124" fmla="*/ 124206 h 666750"/>
                <a:gd name="connsiteX125" fmla="*/ 467582 w 904875"/>
                <a:gd name="connsiteY125" fmla="*/ 124206 h 666750"/>
                <a:gd name="connsiteX126" fmla="*/ 456152 w 904875"/>
                <a:gd name="connsiteY126" fmla="*/ 119920 h 666750"/>
                <a:gd name="connsiteX127" fmla="*/ 451485 w 904875"/>
                <a:gd name="connsiteY127" fmla="*/ 117158 h 666750"/>
                <a:gd name="connsiteX128" fmla="*/ 446913 w 904875"/>
                <a:gd name="connsiteY128" fmla="*/ 107061 h 666750"/>
                <a:gd name="connsiteX129" fmla="*/ 438721 w 904875"/>
                <a:gd name="connsiteY129" fmla="*/ 104204 h 666750"/>
                <a:gd name="connsiteX130" fmla="*/ 429578 w 904875"/>
                <a:gd name="connsiteY130" fmla="*/ 105632 h 666750"/>
                <a:gd name="connsiteX131" fmla="*/ 419195 w 904875"/>
                <a:gd name="connsiteY131" fmla="*/ 90678 h 666750"/>
                <a:gd name="connsiteX132" fmla="*/ 399859 w 904875"/>
                <a:gd name="connsiteY132" fmla="*/ 87630 h 666750"/>
                <a:gd name="connsiteX133" fmla="*/ 399383 w 904875"/>
                <a:gd name="connsiteY133" fmla="*/ 85344 h 666750"/>
                <a:gd name="connsiteX134" fmla="*/ 399288 w 904875"/>
                <a:gd name="connsiteY134" fmla="*/ 85154 h 666750"/>
                <a:gd name="connsiteX135" fmla="*/ 387572 w 904875"/>
                <a:gd name="connsiteY135" fmla="*/ 62675 h 666750"/>
                <a:gd name="connsiteX136" fmla="*/ 384715 w 904875"/>
                <a:gd name="connsiteY136" fmla="*/ 59055 h 666750"/>
                <a:gd name="connsiteX137" fmla="*/ 377857 w 904875"/>
                <a:gd name="connsiteY137" fmla="*/ 52864 h 666750"/>
                <a:gd name="connsiteX138" fmla="*/ 370713 w 904875"/>
                <a:gd name="connsiteY138" fmla="*/ 47720 h 666750"/>
                <a:gd name="connsiteX139" fmla="*/ 361569 w 904875"/>
                <a:gd name="connsiteY139" fmla="*/ 43339 h 666750"/>
                <a:gd name="connsiteX140" fmla="*/ 352425 w 904875"/>
                <a:gd name="connsiteY140" fmla="*/ 41434 h 666750"/>
                <a:gd name="connsiteX141" fmla="*/ 345281 w 904875"/>
                <a:gd name="connsiteY141" fmla="*/ 44196 h 666750"/>
                <a:gd name="connsiteX142" fmla="*/ 344519 w 904875"/>
                <a:gd name="connsiteY142" fmla="*/ 45625 h 666750"/>
                <a:gd name="connsiteX143" fmla="*/ 344234 w 904875"/>
                <a:gd name="connsiteY143" fmla="*/ 47149 h 666750"/>
                <a:gd name="connsiteX144" fmla="*/ 343471 w 904875"/>
                <a:gd name="connsiteY144" fmla="*/ 48101 h 666750"/>
                <a:gd name="connsiteX145" fmla="*/ 336518 w 904875"/>
                <a:gd name="connsiteY145" fmla="*/ 47816 h 666750"/>
                <a:gd name="connsiteX146" fmla="*/ 334042 w 904875"/>
                <a:gd name="connsiteY146" fmla="*/ 44291 h 666750"/>
                <a:gd name="connsiteX147" fmla="*/ 333184 w 904875"/>
                <a:gd name="connsiteY147" fmla="*/ 38862 h 666750"/>
                <a:gd name="connsiteX148" fmla="*/ 332994 w 904875"/>
                <a:gd name="connsiteY148" fmla="*/ 32957 h 666750"/>
                <a:gd name="connsiteX149" fmla="*/ 332137 w 904875"/>
                <a:gd name="connsiteY149" fmla="*/ 27432 h 666750"/>
                <a:gd name="connsiteX150" fmla="*/ 330232 w 904875"/>
                <a:gd name="connsiteY150" fmla="*/ 23051 h 666750"/>
                <a:gd name="connsiteX151" fmla="*/ 327184 w 904875"/>
                <a:gd name="connsiteY151" fmla="*/ 20003 h 666750"/>
                <a:gd name="connsiteX152" fmla="*/ 322802 w 904875"/>
                <a:gd name="connsiteY152" fmla="*/ 18098 h 666750"/>
                <a:gd name="connsiteX153" fmla="*/ 309182 w 904875"/>
                <a:gd name="connsiteY153" fmla="*/ 15240 h 666750"/>
                <a:gd name="connsiteX154" fmla="*/ 305276 w 904875"/>
                <a:gd name="connsiteY154" fmla="*/ 12954 h 666750"/>
                <a:gd name="connsiteX155" fmla="*/ 301942 w 904875"/>
                <a:gd name="connsiteY155" fmla="*/ 10001 h 666750"/>
                <a:gd name="connsiteX156" fmla="*/ 300323 w 904875"/>
                <a:gd name="connsiteY156" fmla="*/ 9049 h 666750"/>
                <a:gd name="connsiteX157" fmla="*/ 298228 w 904875"/>
                <a:gd name="connsiteY157" fmla="*/ 8668 h 666750"/>
                <a:gd name="connsiteX158" fmla="*/ 288322 w 904875"/>
                <a:gd name="connsiteY158" fmla="*/ 10097 h 666750"/>
                <a:gd name="connsiteX159" fmla="*/ 283940 w 904875"/>
                <a:gd name="connsiteY159" fmla="*/ 10097 h 666750"/>
                <a:gd name="connsiteX160" fmla="*/ 280035 w 904875"/>
                <a:gd name="connsiteY160" fmla="*/ 11144 h 666750"/>
                <a:gd name="connsiteX161" fmla="*/ 277940 w 904875"/>
                <a:gd name="connsiteY161" fmla="*/ 12002 h 666750"/>
                <a:gd name="connsiteX162" fmla="*/ 276320 w 904875"/>
                <a:gd name="connsiteY162" fmla="*/ 13240 h 666750"/>
                <a:gd name="connsiteX163" fmla="*/ 275177 w 904875"/>
                <a:gd name="connsiteY163" fmla="*/ 15050 h 666750"/>
                <a:gd name="connsiteX164" fmla="*/ 274225 w 904875"/>
                <a:gd name="connsiteY164" fmla="*/ 19241 h 666750"/>
                <a:gd name="connsiteX165" fmla="*/ 273463 w 904875"/>
                <a:gd name="connsiteY165" fmla="*/ 20574 h 666750"/>
                <a:gd name="connsiteX166" fmla="*/ 271939 w 904875"/>
                <a:gd name="connsiteY166" fmla="*/ 21241 h 666750"/>
                <a:gd name="connsiteX167" fmla="*/ 271272 w 904875"/>
                <a:gd name="connsiteY167" fmla="*/ 19907 h 666750"/>
                <a:gd name="connsiteX168" fmla="*/ 270605 w 904875"/>
                <a:gd name="connsiteY168" fmla="*/ 15526 h 666750"/>
                <a:gd name="connsiteX169" fmla="*/ 269748 w 904875"/>
                <a:gd name="connsiteY169" fmla="*/ 13716 h 666750"/>
                <a:gd name="connsiteX170" fmla="*/ 266414 w 904875"/>
                <a:gd name="connsiteY170" fmla="*/ 8668 h 666750"/>
                <a:gd name="connsiteX171" fmla="*/ 266414 w 904875"/>
                <a:gd name="connsiteY171" fmla="*/ 8668 h 666750"/>
                <a:gd name="connsiteX172" fmla="*/ 262700 w 904875"/>
                <a:gd name="connsiteY172" fmla="*/ 5620 h 666750"/>
                <a:gd name="connsiteX173" fmla="*/ 254222 w 904875"/>
                <a:gd name="connsiteY173" fmla="*/ 5429 h 666750"/>
                <a:gd name="connsiteX174" fmla="*/ 251174 w 904875"/>
                <a:gd name="connsiteY174" fmla="*/ 2667 h 666750"/>
                <a:gd name="connsiteX175" fmla="*/ 249460 w 904875"/>
                <a:gd name="connsiteY175" fmla="*/ 381 h 666750"/>
                <a:gd name="connsiteX176" fmla="*/ 247745 w 904875"/>
                <a:gd name="connsiteY176" fmla="*/ 0 h 666750"/>
                <a:gd name="connsiteX177" fmla="*/ 243459 w 904875"/>
                <a:gd name="connsiteY177" fmla="*/ 1619 h 666750"/>
                <a:gd name="connsiteX178" fmla="*/ 236125 w 904875"/>
                <a:gd name="connsiteY178" fmla="*/ 3524 h 666750"/>
                <a:gd name="connsiteX179" fmla="*/ 233839 w 904875"/>
                <a:gd name="connsiteY179" fmla="*/ 4667 h 666750"/>
                <a:gd name="connsiteX180" fmla="*/ 234410 w 904875"/>
                <a:gd name="connsiteY180" fmla="*/ 5525 h 666750"/>
                <a:gd name="connsiteX181" fmla="*/ 234601 w 904875"/>
                <a:gd name="connsiteY181" fmla="*/ 6572 h 666750"/>
                <a:gd name="connsiteX182" fmla="*/ 234505 w 904875"/>
                <a:gd name="connsiteY182" fmla="*/ 7620 h 666750"/>
                <a:gd name="connsiteX183" fmla="*/ 234029 w 904875"/>
                <a:gd name="connsiteY183" fmla="*/ 8668 h 666750"/>
                <a:gd name="connsiteX184" fmla="*/ 233267 w 904875"/>
                <a:gd name="connsiteY184" fmla="*/ 13240 h 666750"/>
                <a:gd name="connsiteX185" fmla="*/ 231457 w 904875"/>
                <a:gd name="connsiteY185" fmla="*/ 13811 h 666750"/>
                <a:gd name="connsiteX186" fmla="*/ 229171 w 904875"/>
                <a:gd name="connsiteY186" fmla="*/ 11811 h 666750"/>
                <a:gd name="connsiteX187" fmla="*/ 227076 w 904875"/>
                <a:gd name="connsiteY187" fmla="*/ 8668 h 666750"/>
                <a:gd name="connsiteX188" fmla="*/ 226695 w 904875"/>
                <a:gd name="connsiteY188" fmla="*/ 8287 h 666750"/>
                <a:gd name="connsiteX189" fmla="*/ 226219 w 904875"/>
                <a:gd name="connsiteY189" fmla="*/ 7906 h 666750"/>
                <a:gd name="connsiteX190" fmla="*/ 224028 w 904875"/>
                <a:gd name="connsiteY190" fmla="*/ 7239 h 666750"/>
                <a:gd name="connsiteX191" fmla="*/ 221551 w 904875"/>
                <a:gd name="connsiteY191" fmla="*/ 7334 h 666750"/>
                <a:gd name="connsiteX192" fmla="*/ 216694 w 904875"/>
                <a:gd name="connsiteY192" fmla="*/ 8668 h 666750"/>
                <a:gd name="connsiteX193" fmla="*/ 213741 w 904875"/>
                <a:gd name="connsiteY193" fmla="*/ 11144 h 666750"/>
                <a:gd name="connsiteX194" fmla="*/ 204121 w 904875"/>
                <a:gd name="connsiteY194" fmla="*/ 17336 h 666750"/>
                <a:gd name="connsiteX195" fmla="*/ 198501 w 904875"/>
                <a:gd name="connsiteY195" fmla="*/ 21908 h 666750"/>
                <a:gd name="connsiteX196" fmla="*/ 195739 w 904875"/>
                <a:gd name="connsiteY196" fmla="*/ 22955 h 666750"/>
                <a:gd name="connsiteX197" fmla="*/ 188119 w 904875"/>
                <a:gd name="connsiteY197" fmla="*/ 22003 h 666750"/>
                <a:gd name="connsiteX198" fmla="*/ 186214 w 904875"/>
                <a:gd name="connsiteY198" fmla="*/ 22479 h 666750"/>
                <a:gd name="connsiteX199" fmla="*/ 184594 w 904875"/>
                <a:gd name="connsiteY199" fmla="*/ 23813 h 666750"/>
                <a:gd name="connsiteX200" fmla="*/ 183832 w 904875"/>
                <a:gd name="connsiteY200" fmla="*/ 25813 h 666750"/>
                <a:gd name="connsiteX201" fmla="*/ 183261 w 904875"/>
                <a:gd name="connsiteY201" fmla="*/ 30766 h 666750"/>
                <a:gd name="connsiteX202" fmla="*/ 182118 w 904875"/>
                <a:gd name="connsiteY202" fmla="*/ 32195 h 666750"/>
                <a:gd name="connsiteX203" fmla="*/ 175355 w 904875"/>
                <a:gd name="connsiteY203" fmla="*/ 34481 h 666750"/>
                <a:gd name="connsiteX204" fmla="*/ 172021 w 904875"/>
                <a:gd name="connsiteY204" fmla="*/ 34385 h 666750"/>
                <a:gd name="connsiteX205" fmla="*/ 168592 w 904875"/>
                <a:gd name="connsiteY205" fmla="*/ 33147 h 666750"/>
                <a:gd name="connsiteX206" fmla="*/ 165163 w 904875"/>
                <a:gd name="connsiteY206" fmla="*/ 32195 h 666750"/>
                <a:gd name="connsiteX207" fmla="*/ 155734 w 904875"/>
                <a:gd name="connsiteY207" fmla="*/ 26194 h 666750"/>
                <a:gd name="connsiteX208" fmla="*/ 152114 w 904875"/>
                <a:gd name="connsiteY208" fmla="*/ 24765 h 666750"/>
                <a:gd name="connsiteX209" fmla="*/ 145066 w 904875"/>
                <a:gd name="connsiteY209" fmla="*/ 23432 h 666750"/>
                <a:gd name="connsiteX210" fmla="*/ 138017 w 904875"/>
                <a:gd name="connsiteY210" fmla="*/ 23146 h 666750"/>
                <a:gd name="connsiteX211" fmla="*/ 138017 w 904875"/>
                <a:gd name="connsiteY211" fmla="*/ 23241 h 666750"/>
                <a:gd name="connsiteX212" fmla="*/ 137731 w 904875"/>
                <a:gd name="connsiteY212" fmla="*/ 26003 h 666750"/>
                <a:gd name="connsiteX213" fmla="*/ 138017 w 904875"/>
                <a:gd name="connsiteY213" fmla="*/ 27813 h 666750"/>
                <a:gd name="connsiteX214" fmla="*/ 138017 w 904875"/>
                <a:gd name="connsiteY214" fmla="*/ 27813 h 666750"/>
                <a:gd name="connsiteX215" fmla="*/ 138017 w 904875"/>
                <a:gd name="connsiteY215" fmla="*/ 27908 h 666750"/>
                <a:gd name="connsiteX216" fmla="*/ 138303 w 904875"/>
                <a:gd name="connsiteY216" fmla="*/ 28575 h 666750"/>
                <a:gd name="connsiteX217" fmla="*/ 138970 w 904875"/>
                <a:gd name="connsiteY217" fmla="*/ 29337 h 666750"/>
                <a:gd name="connsiteX218" fmla="*/ 139351 w 904875"/>
                <a:gd name="connsiteY218" fmla="*/ 29528 h 666750"/>
                <a:gd name="connsiteX219" fmla="*/ 139541 w 904875"/>
                <a:gd name="connsiteY219" fmla="*/ 29718 h 666750"/>
                <a:gd name="connsiteX220" fmla="*/ 140113 w 904875"/>
                <a:gd name="connsiteY220" fmla="*/ 30099 h 666750"/>
                <a:gd name="connsiteX221" fmla="*/ 141065 w 904875"/>
                <a:gd name="connsiteY221" fmla="*/ 30385 h 666750"/>
                <a:gd name="connsiteX222" fmla="*/ 145256 w 904875"/>
                <a:gd name="connsiteY222" fmla="*/ 31147 h 666750"/>
                <a:gd name="connsiteX223" fmla="*/ 146494 w 904875"/>
                <a:gd name="connsiteY223" fmla="*/ 31718 h 666750"/>
                <a:gd name="connsiteX224" fmla="*/ 147923 w 904875"/>
                <a:gd name="connsiteY224" fmla="*/ 32576 h 666750"/>
                <a:gd name="connsiteX225" fmla="*/ 148114 w 904875"/>
                <a:gd name="connsiteY225" fmla="*/ 32671 h 666750"/>
                <a:gd name="connsiteX226" fmla="*/ 149638 w 904875"/>
                <a:gd name="connsiteY226" fmla="*/ 34290 h 666750"/>
                <a:gd name="connsiteX227" fmla="*/ 149733 w 904875"/>
                <a:gd name="connsiteY227" fmla="*/ 34385 h 666750"/>
                <a:gd name="connsiteX228" fmla="*/ 156019 w 904875"/>
                <a:gd name="connsiteY228" fmla="*/ 38767 h 666750"/>
                <a:gd name="connsiteX229" fmla="*/ 156115 w 904875"/>
                <a:gd name="connsiteY229" fmla="*/ 38862 h 666750"/>
                <a:gd name="connsiteX230" fmla="*/ 157544 w 904875"/>
                <a:gd name="connsiteY230" fmla="*/ 40100 h 666750"/>
                <a:gd name="connsiteX231" fmla="*/ 158210 w 904875"/>
                <a:gd name="connsiteY231" fmla="*/ 40862 h 666750"/>
                <a:gd name="connsiteX232" fmla="*/ 158305 w 904875"/>
                <a:gd name="connsiteY232" fmla="*/ 40958 h 666750"/>
                <a:gd name="connsiteX233" fmla="*/ 158305 w 904875"/>
                <a:gd name="connsiteY233" fmla="*/ 40958 h 666750"/>
                <a:gd name="connsiteX234" fmla="*/ 158496 w 904875"/>
                <a:gd name="connsiteY234" fmla="*/ 41815 h 666750"/>
                <a:gd name="connsiteX235" fmla="*/ 158686 w 904875"/>
                <a:gd name="connsiteY235" fmla="*/ 42958 h 666750"/>
                <a:gd name="connsiteX236" fmla="*/ 158686 w 904875"/>
                <a:gd name="connsiteY236" fmla="*/ 42958 h 666750"/>
                <a:gd name="connsiteX237" fmla="*/ 158782 w 904875"/>
                <a:gd name="connsiteY237" fmla="*/ 43625 h 666750"/>
                <a:gd name="connsiteX238" fmla="*/ 158782 w 904875"/>
                <a:gd name="connsiteY238" fmla="*/ 44387 h 666750"/>
                <a:gd name="connsiteX239" fmla="*/ 158305 w 904875"/>
                <a:gd name="connsiteY239" fmla="*/ 45625 h 666750"/>
                <a:gd name="connsiteX240" fmla="*/ 158210 w 904875"/>
                <a:gd name="connsiteY240" fmla="*/ 46196 h 666750"/>
                <a:gd name="connsiteX241" fmla="*/ 158210 w 904875"/>
                <a:gd name="connsiteY241" fmla="*/ 46768 h 666750"/>
                <a:gd name="connsiteX242" fmla="*/ 158305 w 904875"/>
                <a:gd name="connsiteY242" fmla="*/ 47435 h 666750"/>
                <a:gd name="connsiteX243" fmla="*/ 158401 w 904875"/>
                <a:gd name="connsiteY243" fmla="*/ 48197 h 666750"/>
                <a:gd name="connsiteX244" fmla="*/ 158115 w 904875"/>
                <a:gd name="connsiteY244" fmla="*/ 49054 h 666750"/>
                <a:gd name="connsiteX245" fmla="*/ 157353 w 904875"/>
                <a:gd name="connsiteY245" fmla="*/ 49435 h 666750"/>
                <a:gd name="connsiteX246" fmla="*/ 156781 w 904875"/>
                <a:gd name="connsiteY246" fmla="*/ 49530 h 666750"/>
                <a:gd name="connsiteX247" fmla="*/ 154496 w 904875"/>
                <a:gd name="connsiteY247" fmla="*/ 48959 h 666750"/>
                <a:gd name="connsiteX248" fmla="*/ 152019 w 904875"/>
                <a:gd name="connsiteY248" fmla="*/ 48006 h 666750"/>
                <a:gd name="connsiteX249" fmla="*/ 148400 w 904875"/>
                <a:gd name="connsiteY249" fmla="*/ 46958 h 666750"/>
                <a:gd name="connsiteX250" fmla="*/ 147161 w 904875"/>
                <a:gd name="connsiteY250" fmla="*/ 46863 h 666750"/>
                <a:gd name="connsiteX251" fmla="*/ 146685 w 904875"/>
                <a:gd name="connsiteY251" fmla="*/ 46958 h 666750"/>
                <a:gd name="connsiteX252" fmla="*/ 144399 w 904875"/>
                <a:gd name="connsiteY252" fmla="*/ 48578 h 666750"/>
                <a:gd name="connsiteX253" fmla="*/ 143732 w 904875"/>
                <a:gd name="connsiteY253" fmla="*/ 48768 h 666750"/>
                <a:gd name="connsiteX254" fmla="*/ 143161 w 904875"/>
                <a:gd name="connsiteY254" fmla="*/ 48673 h 666750"/>
                <a:gd name="connsiteX255" fmla="*/ 140875 w 904875"/>
                <a:gd name="connsiteY255" fmla="*/ 47530 h 666750"/>
                <a:gd name="connsiteX256" fmla="*/ 139922 w 904875"/>
                <a:gd name="connsiteY256" fmla="*/ 47244 h 666750"/>
                <a:gd name="connsiteX257" fmla="*/ 139065 w 904875"/>
                <a:gd name="connsiteY257" fmla="*/ 47149 h 666750"/>
                <a:gd name="connsiteX258" fmla="*/ 138398 w 904875"/>
                <a:gd name="connsiteY258" fmla="*/ 47435 h 666750"/>
                <a:gd name="connsiteX259" fmla="*/ 136112 w 904875"/>
                <a:gd name="connsiteY259" fmla="*/ 49625 h 666750"/>
                <a:gd name="connsiteX260" fmla="*/ 134874 w 904875"/>
                <a:gd name="connsiteY260" fmla="*/ 50387 h 666750"/>
                <a:gd name="connsiteX261" fmla="*/ 134207 w 904875"/>
                <a:gd name="connsiteY261" fmla="*/ 50483 h 666750"/>
                <a:gd name="connsiteX262" fmla="*/ 133636 w 904875"/>
                <a:gd name="connsiteY262" fmla="*/ 50387 h 666750"/>
                <a:gd name="connsiteX263" fmla="*/ 132302 w 904875"/>
                <a:gd name="connsiteY263" fmla="*/ 49721 h 666750"/>
                <a:gd name="connsiteX264" fmla="*/ 131445 w 904875"/>
                <a:gd name="connsiteY264" fmla="*/ 49530 h 666750"/>
                <a:gd name="connsiteX265" fmla="*/ 128397 w 904875"/>
                <a:gd name="connsiteY265" fmla="*/ 49721 h 666750"/>
                <a:gd name="connsiteX266" fmla="*/ 127730 w 904875"/>
                <a:gd name="connsiteY266" fmla="*/ 49625 h 666750"/>
                <a:gd name="connsiteX267" fmla="*/ 127159 w 904875"/>
                <a:gd name="connsiteY267" fmla="*/ 49340 h 666750"/>
                <a:gd name="connsiteX268" fmla="*/ 127063 w 904875"/>
                <a:gd name="connsiteY268" fmla="*/ 49244 h 666750"/>
                <a:gd name="connsiteX269" fmla="*/ 126682 w 904875"/>
                <a:gd name="connsiteY269" fmla="*/ 48863 h 666750"/>
                <a:gd name="connsiteX270" fmla="*/ 126016 w 904875"/>
                <a:gd name="connsiteY270" fmla="*/ 47911 h 666750"/>
                <a:gd name="connsiteX271" fmla="*/ 125063 w 904875"/>
                <a:gd name="connsiteY271" fmla="*/ 46387 h 666750"/>
                <a:gd name="connsiteX272" fmla="*/ 124587 w 904875"/>
                <a:gd name="connsiteY272" fmla="*/ 46006 h 666750"/>
                <a:gd name="connsiteX273" fmla="*/ 124492 w 904875"/>
                <a:gd name="connsiteY273" fmla="*/ 46006 h 666750"/>
                <a:gd name="connsiteX274" fmla="*/ 124015 w 904875"/>
                <a:gd name="connsiteY274" fmla="*/ 46006 h 666750"/>
                <a:gd name="connsiteX275" fmla="*/ 122396 w 904875"/>
                <a:gd name="connsiteY275" fmla="*/ 46863 h 666750"/>
                <a:gd name="connsiteX276" fmla="*/ 121825 w 904875"/>
                <a:gd name="connsiteY276" fmla="*/ 47054 h 666750"/>
                <a:gd name="connsiteX277" fmla="*/ 121158 w 904875"/>
                <a:gd name="connsiteY277" fmla="*/ 47054 h 666750"/>
                <a:gd name="connsiteX278" fmla="*/ 120205 w 904875"/>
                <a:gd name="connsiteY278" fmla="*/ 46577 h 666750"/>
                <a:gd name="connsiteX279" fmla="*/ 119729 w 904875"/>
                <a:gd name="connsiteY279" fmla="*/ 46387 h 666750"/>
                <a:gd name="connsiteX280" fmla="*/ 118396 w 904875"/>
                <a:gd name="connsiteY280" fmla="*/ 46387 h 666750"/>
                <a:gd name="connsiteX281" fmla="*/ 115919 w 904875"/>
                <a:gd name="connsiteY281" fmla="*/ 46673 h 666750"/>
                <a:gd name="connsiteX282" fmla="*/ 115157 w 904875"/>
                <a:gd name="connsiteY282" fmla="*/ 46577 h 666750"/>
                <a:gd name="connsiteX283" fmla="*/ 108299 w 904875"/>
                <a:gd name="connsiteY283" fmla="*/ 44291 h 666750"/>
                <a:gd name="connsiteX284" fmla="*/ 105442 w 904875"/>
                <a:gd name="connsiteY284" fmla="*/ 43720 h 666750"/>
                <a:gd name="connsiteX285" fmla="*/ 103918 w 904875"/>
                <a:gd name="connsiteY285" fmla="*/ 43625 h 666750"/>
                <a:gd name="connsiteX286" fmla="*/ 92107 w 904875"/>
                <a:gd name="connsiteY286" fmla="*/ 48006 h 666750"/>
                <a:gd name="connsiteX287" fmla="*/ 90106 w 904875"/>
                <a:gd name="connsiteY287" fmla="*/ 48578 h 666750"/>
                <a:gd name="connsiteX288" fmla="*/ 89059 w 904875"/>
                <a:gd name="connsiteY288" fmla="*/ 48578 h 666750"/>
                <a:gd name="connsiteX289" fmla="*/ 87154 w 904875"/>
                <a:gd name="connsiteY289" fmla="*/ 48387 h 666750"/>
                <a:gd name="connsiteX290" fmla="*/ 83915 w 904875"/>
                <a:gd name="connsiteY290" fmla="*/ 48673 h 666750"/>
                <a:gd name="connsiteX291" fmla="*/ 81058 w 904875"/>
                <a:gd name="connsiteY291" fmla="*/ 49340 h 666750"/>
                <a:gd name="connsiteX292" fmla="*/ 80486 w 904875"/>
                <a:gd name="connsiteY292" fmla="*/ 49244 h 666750"/>
                <a:gd name="connsiteX293" fmla="*/ 79915 w 904875"/>
                <a:gd name="connsiteY293" fmla="*/ 48863 h 666750"/>
                <a:gd name="connsiteX294" fmla="*/ 79915 w 904875"/>
                <a:gd name="connsiteY294" fmla="*/ 48863 h 666750"/>
                <a:gd name="connsiteX295" fmla="*/ 78105 w 904875"/>
                <a:gd name="connsiteY295" fmla="*/ 47054 h 666750"/>
                <a:gd name="connsiteX296" fmla="*/ 76962 w 904875"/>
                <a:gd name="connsiteY296" fmla="*/ 46196 h 666750"/>
                <a:gd name="connsiteX297" fmla="*/ 76867 w 904875"/>
                <a:gd name="connsiteY297" fmla="*/ 46196 h 666750"/>
                <a:gd name="connsiteX298" fmla="*/ 76295 w 904875"/>
                <a:gd name="connsiteY298" fmla="*/ 46101 h 666750"/>
                <a:gd name="connsiteX299" fmla="*/ 75724 w 904875"/>
                <a:gd name="connsiteY299" fmla="*/ 46291 h 666750"/>
                <a:gd name="connsiteX300" fmla="*/ 72295 w 904875"/>
                <a:gd name="connsiteY300" fmla="*/ 49054 h 666750"/>
                <a:gd name="connsiteX301" fmla="*/ 70961 w 904875"/>
                <a:gd name="connsiteY301" fmla="*/ 49721 h 666750"/>
                <a:gd name="connsiteX302" fmla="*/ 67151 w 904875"/>
                <a:gd name="connsiteY302" fmla="*/ 50673 h 666750"/>
                <a:gd name="connsiteX303" fmla="*/ 64960 w 904875"/>
                <a:gd name="connsiteY303" fmla="*/ 50959 h 666750"/>
                <a:gd name="connsiteX304" fmla="*/ 64389 w 904875"/>
                <a:gd name="connsiteY304" fmla="*/ 51245 h 666750"/>
                <a:gd name="connsiteX305" fmla="*/ 64103 w 904875"/>
                <a:gd name="connsiteY305" fmla="*/ 51816 h 666750"/>
                <a:gd name="connsiteX306" fmla="*/ 64198 w 904875"/>
                <a:gd name="connsiteY306" fmla="*/ 52388 h 666750"/>
                <a:gd name="connsiteX307" fmla="*/ 64294 w 904875"/>
                <a:gd name="connsiteY307" fmla="*/ 53150 h 666750"/>
                <a:gd name="connsiteX308" fmla="*/ 64389 w 904875"/>
                <a:gd name="connsiteY308" fmla="*/ 56293 h 666750"/>
                <a:gd name="connsiteX309" fmla="*/ 64865 w 904875"/>
                <a:gd name="connsiteY309" fmla="*/ 58103 h 666750"/>
                <a:gd name="connsiteX310" fmla="*/ 66675 w 904875"/>
                <a:gd name="connsiteY310" fmla="*/ 62865 h 666750"/>
                <a:gd name="connsiteX311" fmla="*/ 66961 w 904875"/>
                <a:gd name="connsiteY311" fmla="*/ 64103 h 666750"/>
                <a:gd name="connsiteX312" fmla="*/ 66961 w 904875"/>
                <a:gd name="connsiteY312" fmla="*/ 64484 h 666750"/>
                <a:gd name="connsiteX313" fmla="*/ 66770 w 904875"/>
                <a:gd name="connsiteY313" fmla="*/ 64961 h 666750"/>
                <a:gd name="connsiteX314" fmla="*/ 65722 w 904875"/>
                <a:gd name="connsiteY314" fmla="*/ 66866 h 666750"/>
                <a:gd name="connsiteX315" fmla="*/ 64198 w 904875"/>
                <a:gd name="connsiteY315" fmla="*/ 69247 h 666750"/>
                <a:gd name="connsiteX316" fmla="*/ 63913 w 904875"/>
                <a:gd name="connsiteY316" fmla="*/ 69914 h 666750"/>
                <a:gd name="connsiteX317" fmla="*/ 63532 w 904875"/>
                <a:gd name="connsiteY317" fmla="*/ 71723 h 666750"/>
                <a:gd name="connsiteX318" fmla="*/ 63151 w 904875"/>
                <a:gd name="connsiteY318" fmla="*/ 72771 h 666750"/>
                <a:gd name="connsiteX319" fmla="*/ 62293 w 904875"/>
                <a:gd name="connsiteY319" fmla="*/ 74105 h 666750"/>
                <a:gd name="connsiteX320" fmla="*/ 61531 w 904875"/>
                <a:gd name="connsiteY320" fmla="*/ 74771 h 666750"/>
                <a:gd name="connsiteX321" fmla="*/ 60769 w 904875"/>
                <a:gd name="connsiteY321" fmla="*/ 75343 h 666750"/>
                <a:gd name="connsiteX322" fmla="*/ 54673 w 904875"/>
                <a:gd name="connsiteY322" fmla="*/ 77724 h 666750"/>
                <a:gd name="connsiteX323" fmla="*/ 53912 w 904875"/>
                <a:gd name="connsiteY323" fmla="*/ 78200 h 666750"/>
                <a:gd name="connsiteX324" fmla="*/ 53626 w 904875"/>
                <a:gd name="connsiteY324" fmla="*/ 78677 h 666750"/>
                <a:gd name="connsiteX325" fmla="*/ 53626 w 904875"/>
                <a:gd name="connsiteY325" fmla="*/ 79248 h 666750"/>
                <a:gd name="connsiteX326" fmla="*/ 53816 w 904875"/>
                <a:gd name="connsiteY326" fmla="*/ 79820 h 666750"/>
                <a:gd name="connsiteX327" fmla="*/ 54197 w 904875"/>
                <a:gd name="connsiteY327" fmla="*/ 80486 h 666750"/>
                <a:gd name="connsiteX328" fmla="*/ 54578 w 904875"/>
                <a:gd name="connsiteY328" fmla="*/ 81344 h 666750"/>
                <a:gd name="connsiteX329" fmla="*/ 54673 w 904875"/>
                <a:gd name="connsiteY329" fmla="*/ 82106 h 666750"/>
                <a:gd name="connsiteX330" fmla="*/ 54578 w 904875"/>
                <a:gd name="connsiteY330" fmla="*/ 83249 h 666750"/>
                <a:gd name="connsiteX331" fmla="*/ 54197 w 904875"/>
                <a:gd name="connsiteY331" fmla="*/ 83725 h 666750"/>
                <a:gd name="connsiteX332" fmla="*/ 53721 w 904875"/>
                <a:gd name="connsiteY332" fmla="*/ 84011 h 666750"/>
                <a:gd name="connsiteX333" fmla="*/ 50863 w 904875"/>
                <a:gd name="connsiteY333" fmla="*/ 84392 h 666750"/>
                <a:gd name="connsiteX334" fmla="*/ 47339 w 904875"/>
                <a:gd name="connsiteY334" fmla="*/ 84392 h 666750"/>
                <a:gd name="connsiteX335" fmla="*/ 45148 w 904875"/>
                <a:gd name="connsiteY335" fmla="*/ 84773 h 666750"/>
                <a:gd name="connsiteX336" fmla="*/ 43910 w 904875"/>
                <a:gd name="connsiteY336" fmla="*/ 85344 h 666750"/>
                <a:gd name="connsiteX337" fmla="*/ 43243 w 904875"/>
                <a:gd name="connsiteY337" fmla="*/ 86011 h 666750"/>
                <a:gd name="connsiteX338" fmla="*/ 43053 w 904875"/>
                <a:gd name="connsiteY338" fmla="*/ 86677 h 666750"/>
                <a:gd name="connsiteX339" fmla="*/ 42767 w 904875"/>
                <a:gd name="connsiteY339" fmla="*/ 88583 h 666750"/>
                <a:gd name="connsiteX340" fmla="*/ 42767 w 904875"/>
                <a:gd name="connsiteY340" fmla="*/ 92202 h 666750"/>
                <a:gd name="connsiteX341" fmla="*/ 42863 w 904875"/>
                <a:gd name="connsiteY341" fmla="*/ 93821 h 666750"/>
                <a:gd name="connsiteX342" fmla="*/ 42767 w 904875"/>
                <a:gd name="connsiteY342" fmla="*/ 94583 h 666750"/>
                <a:gd name="connsiteX343" fmla="*/ 42481 w 904875"/>
                <a:gd name="connsiteY343" fmla="*/ 95345 h 666750"/>
                <a:gd name="connsiteX344" fmla="*/ 41719 w 904875"/>
                <a:gd name="connsiteY344" fmla="*/ 96393 h 666750"/>
                <a:gd name="connsiteX345" fmla="*/ 40862 w 904875"/>
                <a:gd name="connsiteY345" fmla="*/ 97060 h 666750"/>
                <a:gd name="connsiteX346" fmla="*/ 37243 w 904875"/>
                <a:gd name="connsiteY346" fmla="*/ 97917 h 666750"/>
                <a:gd name="connsiteX347" fmla="*/ 36290 w 904875"/>
                <a:gd name="connsiteY347" fmla="*/ 98393 h 666750"/>
                <a:gd name="connsiteX348" fmla="*/ 35338 w 904875"/>
                <a:gd name="connsiteY348" fmla="*/ 99251 h 666750"/>
                <a:gd name="connsiteX349" fmla="*/ 31051 w 904875"/>
                <a:gd name="connsiteY349" fmla="*/ 104394 h 666750"/>
                <a:gd name="connsiteX350" fmla="*/ 29813 w 904875"/>
                <a:gd name="connsiteY350" fmla="*/ 105251 h 666750"/>
                <a:gd name="connsiteX351" fmla="*/ 29051 w 904875"/>
                <a:gd name="connsiteY351" fmla="*/ 105632 h 666750"/>
                <a:gd name="connsiteX352" fmla="*/ 27337 w 904875"/>
                <a:gd name="connsiteY352" fmla="*/ 106109 h 666750"/>
                <a:gd name="connsiteX353" fmla="*/ 25622 w 904875"/>
                <a:gd name="connsiteY353" fmla="*/ 106871 h 666750"/>
                <a:gd name="connsiteX354" fmla="*/ 23431 w 904875"/>
                <a:gd name="connsiteY354" fmla="*/ 108490 h 666750"/>
                <a:gd name="connsiteX355" fmla="*/ 22860 w 904875"/>
                <a:gd name="connsiteY355" fmla="*/ 109061 h 666750"/>
                <a:gd name="connsiteX356" fmla="*/ 20383 w 904875"/>
                <a:gd name="connsiteY356" fmla="*/ 112586 h 666750"/>
                <a:gd name="connsiteX357" fmla="*/ 19812 w 904875"/>
                <a:gd name="connsiteY357" fmla="*/ 112871 h 666750"/>
                <a:gd name="connsiteX358" fmla="*/ 19050 w 904875"/>
                <a:gd name="connsiteY358" fmla="*/ 112871 h 666750"/>
                <a:gd name="connsiteX359" fmla="*/ 16002 w 904875"/>
                <a:gd name="connsiteY359" fmla="*/ 111633 h 666750"/>
                <a:gd name="connsiteX360" fmla="*/ 14668 w 904875"/>
                <a:gd name="connsiteY360" fmla="*/ 111538 h 666750"/>
                <a:gd name="connsiteX361" fmla="*/ 13621 w 904875"/>
                <a:gd name="connsiteY361" fmla="*/ 111538 h 666750"/>
                <a:gd name="connsiteX362" fmla="*/ 12287 w 904875"/>
                <a:gd name="connsiteY362" fmla="*/ 111824 h 666750"/>
                <a:gd name="connsiteX363" fmla="*/ 10668 w 904875"/>
                <a:gd name="connsiteY363" fmla="*/ 112395 h 666750"/>
                <a:gd name="connsiteX364" fmla="*/ 9049 w 904875"/>
                <a:gd name="connsiteY364" fmla="*/ 113633 h 666750"/>
                <a:gd name="connsiteX365" fmla="*/ 8096 w 904875"/>
                <a:gd name="connsiteY365" fmla="*/ 114491 h 666750"/>
                <a:gd name="connsiteX366" fmla="*/ 7239 w 904875"/>
                <a:gd name="connsiteY366" fmla="*/ 115634 h 666750"/>
                <a:gd name="connsiteX367" fmla="*/ 6572 w 904875"/>
                <a:gd name="connsiteY367" fmla="*/ 116681 h 666750"/>
                <a:gd name="connsiteX368" fmla="*/ 6096 w 904875"/>
                <a:gd name="connsiteY368" fmla="*/ 117539 h 666750"/>
                <a:gd name="connsiteX369" fmla="*/ 5715 w 904875"/>
                <a:gd name="connsiteY369" fmla="*/ 118491 h 666750"/>
                <a:gd name="connsiteX370" fmla="*/ 4477 w 904875"/>
                <a:gd name="connsiteY370" fmla="*/ 124301 h 666750"/>
                <a:gd name="connsiteX371" fmla="*/ 4191 w 904875"/>
                <a:gd name="connsiteY371" fmla="*/ 126587 h 666750"/>
                <a:gd name="connsiteX372" fmla="*/ 4191 w 904875"/>
                <a:gd name="connsiteY372" fmla="*/ 127064 h 666750"/>
                <a:gd name="connsiteX373" fmla="*/ 4381 w 904875"/>
                <a:gd name="connsiteY373" fmla="*/ 127540 h 666750"/>
                <a:gd name="connsiteX374" fmla="*/ 5239 w 904875"/>
                <a:gd name="connsiteY374" fmla="*/ 129159 h 666750"/>
                <a:gd name="connsiteX375" fmla="*/ 5429 w 904875"/>
                <a:gd name="connsiteY375" fmla="*/ 129921 h 666750"/>
                <a:gd name="connsiteX376" fmla="*/ 5143 w 904875"/>
                <a:gd name="connsiteY376" fmla="*/ 130778 h 666750"/>
                <a:gd name="connsiteX377" fmla="*/ 2191 w 904875"/>
                <a:gd name="connsiteY377" fmla="*/ 134684 h 666750"/>
                <a:gd name="connsiteX378" fmla="*/ 1905 w 904875"/>
                <a:gd name="connsiteY378" fmla="*/ 135350 h 666750"/>
                <a:gd name="connsiteX379" fmla="*/ 1714 w 904875"/>
                <a:gd name="connsiteY379" fmla="*/ 135922 h 666750"/>
                <a:gd name="connsiteX380" fmla="*/ 1619 w 904875"/>
                <a:gd name="connsiteY380" fmla="*/ 136684 h 666750"/>
                <a:gd name="connsiteX381" fmla="*/ 1619 w 904875"/>
                <a:gd name="connsiteY381" fmla="*/ 137446 h 666750"/>
                <a:gd name="connsiteX382" fmla="*/ 1810 w 904875"/>
                <a:gd name="connsiteY382" fmla="*/ 138398 h 666750"/>
                <a:gd name="connsiteX383" fmla="*/ 2286 w 904875"/>
                <a:gd name="connsiteY383" fmla="*/ 139541 h 666750"/>
                <a:gd name="connsiteX384" fmla="*/ 2381 w 904875"/>
                <a:gd name="connsiteY384" fmla="*/ 140018 h 666750"/>
                <a:gd name="connsiteX385" fmla="*/ 2572 w 904875"/>
                <a:gd name="connsiteY385" fmla="*/ 140494 h 666750"/>
                <a:gd name="connsiteX386" fmla="*/ 2953 w 904875"/>
                <a:gd name="connsiteY386" fmla="*/ 140970 h 666750"/>
                <a:gd name="connsiteX387" fmla="*/ 6572 w 904875"/>
                <a:gd name="connsiteY387" fmla="*/ 144209 h 666750"/>
                <a:gd name="connsiteX388" fmla="*/ 7334 w 904875"/>
                <a:gd name="connsiteY388" fmla="*/ 145256 h 666750"/>
                <a:gd name="connsiteX389" fmla="*/ 7525 w 904875"/>
                <a:gd name="connsiteY389" fmla="*/ 146399 h 666750"/>
                <a:gd name="connsiteX390" fmla="*/ 8382 w 904875"/>
                <a:gd name="connsiteY390" fmla="*/ 148685 h 666750"/>
                <a:gd name="connsiteX391" fmla="*/ 8477 w 904875"/>
                <a:gd name="connsiteY391" fmla="*/ 149066 h 666750"/>
                <a:gd name="connsiteX392" fmla="*/ 8382 w 904875"/>
                <a:gd name="connsiteY392" fmla="*/ 149543 h 666750"/>
                <a:gd name="connsiteX393" fmla="*/ 0 w 904875"/>
                <a:gd name="connsiteY393" fmla="*/ 165068 h 666750"/>
                <a:gd name="connsiteX394" fmla="*/ 0 w 904875"/>
                <a:gd name="connsiteY394" fmla="*/ 165068 h 666750"/>
                <a:gd name="connsiteX395" fmla="*/ 4763 w 904875"/>
                <a:gd name="connsiteY395" fmla="*/ 167164 h 666750"/>
                <a:gd name="connsiteX396" fmla="*/ 16002 w 904875"/>
                <a:gd name="connsiteY396" fmla="*/ 172022 h 666750"/>
                <a:gd name="connsiteX397" fmla="*/ 16192 w 904875"/>
                <a:gd name="connsiteY397" fmla="*/ 172117 h 666750"/>
                <a:gd name="connsiteX398" fmla="*/ 27051 w 904875"/>
                <a:gd name="connsiteY398" fmla="*/ 173450 h 666750"/>
                <a:gd name="connsiteX399" fmla="*/ 31909 w 904875"/>
                <a:gd name="connsiteY399" fmla="*/ 174498 h 666750"/>
                <a:gd name="connsiteX400" fmla="*/ 32671 w 904875"/>
                <a:gd name="connsiteY400" fmla="*/ 174498 h 666750"/>
                <a:gd name="connsiteX401" fmla="*/ 33528 w 904875"/>
                <a:gd name="connsiteY401" fmla="*/ 174308 h 666750"/>
                <a:gd name="connsiteX402" fmla="*/ 33814 w 904875"/>
                <a:gd name="connsiteY402" fmla="*/ 173927 h 666750"/>
                <a:gd name="connsiteX403" fmla="*/ 34480 w 904875"/>
                <a:gd name="connsiteY403" fmla="*/ 172974 h 666750"/>
                <a:gd name="connsiteX404" fmla="*/ 34957 w 904875"/>
                <a:gd name="connsiteY404" fmla="*/ 172593 h 666750"/>
                <a:gd name="connsiteX405" fmla="*/ 39338 w 904875"/>
                <a:gd name="connsiteY405" fmla="*/ 169831 h 666750"/>
                <a:gd name="connsiteX406" fmla="*/ 40291 w 904875"/>
                <a:gd name="connsiteY406" fmla="*/ 169450 h 666750"/>
                <a:gd name="connsiteX407" fmla="*/ 41148 w 904875"/>
                <a:gd name="connsiteY407" fmla="*/ 169259 h 666750"/>
                <a:gd name="connsiteX408" fmla="*/ 52673 w 904875"/>
                <a:gd name="connsiteY408" fmla="*/ 168688 h 666750"/>
                <a:gd name="connsiteX409" fmla="*/ 53340 w 904875"/>
                <a:gd name="connsiteY409" fmla="*/ 168878 h 666750"/>
                <a:gd name="connsiteX410" fmla="*/ 53912 w 904875"/>
                <a:gd name="connsiteY410" fmla="*/ 169069 h 666750"/>
                <a:gd name="connsiteX411" fmla="*/ 54292 w 904875"/>
                <a:gd name="connsiteY411" fmla="*/ 169164 h 666750"/>
                <a:gd name="connsiteX412" fmla="*/ 55912 w 904875"/>
                <a:gd name="connsiteY412" fmla="*/ 170021 h 666750"/>
                <a:gd name="connsiteX413" fmla="*/ 56007 w 904875"/>
                <a:gd name="connsiteY413" fmla="*/ 170021 h 666750"/>
                <a:gd name="connsiteX414" fmla="*/ 56769 w 904875"/>
                <a:gd name="connsiteY414" fmla="*/ 170593 h 666750"/>
                <a:gd name="connsiteX415" fmla="*/ 56959 w 904875"/>
                <a:gd name="connsiteY415" fmla="*/ 170688 h 666750"/>
                <a:gd name="connsiteX416" fmla="*/ 57721 w 904875"/>
                <a:gd name="connsiteY416" fmla="*/ 171069 h 666750"/>
                <a:gd name="connsiteX417" fmla="*/ 57817 w 904875"/>
                <a:gd name="connsiteY417" fmla="*/ 171164 h 666750"/>
                <a:gd name="connsiteX418" fmla="*/ 59531 w 904875"/>
                <a:gd name="connsiteY418" fmla="*/ 171736 h 666750"/>
                <a:gd name="connsiteX419" fmla="*/ 60769 w 904875"/>
                <a:gd name="connsiteY419" fmla="*/ 171831 h 666750"/>
                <a:gd name="connsiteX420" fmla="*/ 62008 w 904875"/>
                <a:gd name="connsiteY420" fmla="*/ 171831 h 666750"/>
                <a:gd name="connsiteX421" fmla="*/ 62770 w 904875"/>
                <a:gd name="connsiteY421" fmla="*/ 171641 h 666750"/>
                <a:gd name="connsiteX422" fmla="*/ 63341 w 904875"/>
                <a:gd name="connsiteY422" fmla="*/ 171355 h 666750"/>
                <a:gd name="connsiteX423" fmla="*/ 63722 w 904875"/>
                <a:gd name="connsiteY423" fmla="*/ 171069 h 666750"/>
                <a:gd name="connsiteX424" fmla="*/ 64294 w 904875"/>
                <a:gd name="connsiteY424" fmla="*/ 170593 h 666750"/>
                <a:gd name="connsiteX425" fmla="*/ 65246 w 904875"/>
                <a:gd name="connsiteY425" fmla="*/ 169355 h 666750"/>
                <a:gd name="connsiteX426" fmla="*/ 65722 w 904875"/>
                <a:gd name="connsiteY426" fmla="*/ 168974 h 666750"/>
                <a:gd name="connsiteX427" fmla="*/ 65913 w 904875"/>
                <a:gd name="connsiteY427" fmla="*/ 168974 h 666750"/>
                <a:gd name="connsiteX428" fmla="*/ 66008 w 904875"/>
                <a:gd name="connsiteY428" fmla="*/ 169069 h 666750"/>
                <a:gd name="connsiteX429" fmla="*/ 66103 w 904875"/>
                <a:gd name="connsiteY429" fmla="*/ 169069 h 666750"/>
                <a:gd name="connsiteX430" fmla="*/ 66103 w 904875"/>
                <a:gd name="connsiteY430" fmla="*/ 169069 h 666750"/>
                <a:gd name="connsiteX431" fmla="*/ 66389 w 904875"/>
                <a:gd name="connsiteY431" fmla="*/ 169259 h 666750"/>
                <a:gd name="connsiteX432" fmla="*/ 66580 w 904875"/>
                <a:gd name="connsiteY432" fmla="*/ 169736 h 666750"/>
                <a:gd name="connsiteX433" fmla="*/ 66770 w 904875"/>
                <a:gd name="connsiteY433" fmla="*/ 170117 h 666750"/>
                <a:gd name="connsiteX434" fmla="*/ 68389 w 904875"/>
                <a:gd name="connsiteY434" fmla="*/ 171831 h 666750"/>
                <a:gd name="connsiteX435" fmla="*/ 69628 w 904875"/>
                <a:gd name="connsiteY435" fmla="*/ 172879 h 666750"/>
                <a:gd name="connsiteX436" fmla="*/ 69723 w 904875"/>
                <a:gd name="connsiteY436" fmla="*/ 172974 h 666750"/>
                <a:gd name="connsiteX437" fmla="*/ 69723 w 904875"/>
                <a:gd name="connsiteY437" fmla="*/ 172974 h 666750"/>
                <a:gd name="connsiteX438" fmla="*/ 70866 w 904875"/>
                <a:gd name="connsiteY438" fmla="*/ 173736 h 666750"/>
                <a:gd name="connsiteX439" fmla="*/ 73057 w 904875"/>
                <a:gd name="connsiteY439" fmla="*/ 175260 h 666750"/>
                <a:gd name="connsiteX440" fmla="*/ 73152 w 904875"/>
                <a:gd name="connsiteY440" fmla="*/ 175260 h 666750"/>
                <a:gd name="connsiteX441" fmla="*/ 73533 w 904875"/>
                <a:gd name="connsiteY441" fmla="*/ 175832 h 666750"/>
                <a:gd name="connsiteX442" fmla="*/ 73723 w 904875"/>
                <a:gd name="connsiteY442" fmla="*/ 176308 h 666750"/>
                <a:gd name="connsiteX443" fmla="*/ 73723 w 904875"/>
                <a:gd name="connsiteY443" fmla="*/ 176784 h 666750"/>
                <a:gd name="connsiteX444" fmla="*/ 73342 w 904875"/>
                <a:gd name="connsiteY444" fmla="*/ 177356 h 666750"/>
                <a:gd name="connsiteX445" fmla="*/ 71247 w 904875"/>
                <a:gd name="connsiteY445" fmla="*/ 179451 h 666750"/>
                <a:gd name="connsiteX446" fmla="*/ 70866 w 904875"/>
                <a:gd name="connsiteY446" fmla="*/ 179927 h 666750"/>
                <a:gd name="connsiteX447" fmla="*/ 70771 w 904875"/>
                <a:gd name="connsiteY447" fmla="*/ 180404 h 666750"/>
                <a:gd name="connsiteX448" fmla="*/ 70104 w 904875"/>
                <a:gd name="connsiteY448" fmla="*/ 187738 h 666750"/>
                <a:gd name="connsiteX449" fmla="*/ 70104 w 904875"/>
                <a:gd name="connsiteY449" fmla="*/ 188786 h 666750"/>
                <a:gd name="connsiteX450" fmla="*/ 70199 w 904875"/>
                <a:gd name="connsiteY450" fmla="*/ 189738 h 666750"/>
                <a:gd name="connsiteX451" fmla="*/ 70390 w 904875"/>
                <a:gd name="connsiteY451" fmla="*/ 190500 h 666750"/>
                <a:gd name="connsiteX452" fmla="*/ 70771 w 904875"/>
                <a:gd name="connsiteY452" fmla="*/ 191167 h 666750"/>
                <a:gd name="connsiteX453" fmla="*/ 71533 w 904875"/>
                <a:gd name="connsiteY453" fmla="*/ 191929 h 666750"/>
                <a:gd name="connsiteX454" fmla="*/ 82201 w 904875"/>
                <a:gd name="connsiteY454" fmla="*/ 199168 h 666750"/>
                <a:gd name="connsiteX455" fmla="*/ 83629 w 904875"/>
                <a:gd name="connsiteY455" fmla="*/ 200501 h 666750"/>
                <a:gd name="connsiteX456" fmla="*/ 84011 w 904875"/>
                <a:gd name="connsiteY456" fmla="*/ 200978 h 666750"/>
                <a:gd name="connsiteX457" fmla="*/ 84963 w 904875"/>
                <a:gd name="connsiteY457" fmla="*/ 201835 h 666750"/>
                <a:gd name="connsiteX458" fmla="*/ 88487 w 904875"/>
                <a:gd name="connsiteY458" fmla="*/ 204311 h 666750"/>
                <a:gd name="connsiteX459" fmla="*/ 89344 w 904875"/>
                <a:gd name="connsiteY459" fmla="*/ 204978 h 666750"/>
                <a:gd name="connsiteX460" fmla="*/ 89440 w 904875"/>
                <a:gd name="connsiteY460" fmla="*/ 204978 h 666750"/>
                <a:gd name="connsiteX461" fmla="*/ 90106 w 904875"/>
                <a:gd name="connsiteY461" fmla="*/ 205835 h 666750"/>
                <a:gd name="connsiteX462" fmla="*/ 90392 w 904875"/>
                <a:gd name="connsiteY462" fmla="*/ 206407 h 666750"/>
                <a:gd name="connsiteX463" fmla="*/ 90964 w 904875"/>
                <a:gd name="connsiteY463" fmla="*/ 207931 h 666750"/>
                <a:gd name="connsiteX464" fmla="*/ 91249 w 904875"/>
                <a:gd name="connsiteY464" fmla="*/ 208217 h 666750"/>
                <a:gd name="connsiteX465" fmla="*/ 91345 w 904875"/>
                <a:gd name="connsiteY465" fmla="*/ 208217 h 666750"/>
                <a:gd name="connsiteX466" fmla="*/ 91345 w 904875"/>
                <a:gd name="connsiteY466" fmla="*/ 208217 h 666750"/>
                <a:gd name="connsiteX467" fmla="*/ 91630 w 904875"/>
                <a:gd name="connsiteY467" fmla="*/ 208312 h 666750"/>
                <a:gd name="connsiteX468" fmla="*/ 91726 w 904875"/>
                <a:gd name="connsiteY468" fmla="*/ 208407 h 666750"/>
                <a:gd name="connsiteX469" fmla="*/ 93440 w 904875"/>
                <a:gd name="connsiteY469" fmla="*/ 208788 h 666750"/>
                <a:gd name="connsiteX470" fmla="*/ 93916 w 904875"/>
                <a:gd name="connsiteY470" fmla="*/ 208883 h 666750"/>
                <a:gd name="connsiteX471" fmla="*/ 96202 w 904875"/>
                <a:gd name="connsiteY471" fmla="*/ 208693 h 666750"/>
                <a:gd name="connsiteX472" fmla="*/ 96869 w 904875"/>
                <a:gd name="connsiteY472" fmla="*/ 208693 h 666750"/>
                <a:gd name="connsiteX473" fmla="*/ 98107 w 904875"/>
                <a:gd name="connsiteY473" fmla="*/ 208979 h 666750"/>
                <a:gd name="connsiteX474" fmla="*/ 98107 w 904875"/>
                <a:gd name="connsiteY474" fmla="*/ 208979 h 666750"/>
                <a:gd name="connsiteX475" fmla="*/ 99060 w 904875"/>
                <a:gd name="connsiteY475" fmla="*/ 209360 h 666750"/>
                <a:gd name="connsiteX476" fmla="*/ 99060 w 904875"/>
                <a:gd name="connsiteY476" fmla="*/ 209360 h 666750"/>
                <a:gd name="connsiteX477" fmla="*/ 100013 w 904875"/>
                <a:gd name="connsiteY477" fmla="*/ 209931 h 666750"/>
                <a:gd name="connsiteX478" fmla="*/ 100013 w 904875"/>
                <a:gd name="connsiteY478" fmla="*/ 209931 h 666750"/>
                <a:gd name="connsiteX479" fmla="*/ 100679 w 904875"/>
                <a:gd name="connsiteY479" fmla="*/ 210503 h 666750"/>
                <a:gd name="connsiteX480" fmla="*/ 101155 w 904875"/>
                <a:gd name="connsiteY480" fmla="*/ 211074 h 666750"/>
                <a:gd name="connsiteX481" fmla="*/ 101441 w 904875"/>
                <a:gd name="connsiteY481" fmla="*/ 211836 h 666750"/>
                <a:gd name="connsiteX482" fmla="*/ 101632 w 904875"/>
                <a:gd name="connsiteY482" fmla="*/ 212503 h 666750"/>
                <a:gd name="connsiteX483" fmla="*/ 103061 w 904875"/>
                <a:gd name="connsiteY483" fmla="*/ 215456 h 666750"/>
                <a:gd name="connsiteX484" fmla="*/ 103156 w 904875"/>
                <a:gd name="connsiteY484" fmla="*/ 215551 h 666750"/>
                <a:gd name="connsiteX485" fmla="*/ 103156 w 904875"/>
                <a:gd name="connsiteY485" fmla="*/ 215646 h 666750"/>
                <a:gd name="connsiteX486" fmla="*/ 103156 w 904875"/>
                <a:gd name="connsiteY486" fmla="*/ 215646 h 666750"/>
                <a:gd name="connsiteX487" fmla="*/ 106966 w 904875"/>
                <a:gd name="connsiteY487" fmla="*/ 213646 h 666750"/>
                <a:gd name="connsiteX488" fmla="*/ 109442 w 904875"/>
                <a:gd name="connsiteY488" fmla="*/ 214217 h 666750"/>
                <a:gd name="connsiteX489" fmla="*/ 109633 w 904875"/>
                <a:gd name="connsiteY489" fmla="*/ 214217 h 666750"/>
                <a:gd name="connsiteX490" fmla="*/ 109633 w 904875"/>
                <a:gd name="connsiteY490" fmla="*/ 214217 h 666750"/>
                <a:gd name="connsiteX491" fmla="*/ 109633 w 904875"/>
                <a:gd name="connsiteY491" fmla="*/ 214312 h 666750"/>
                <a:gd name="connsiteX492" fmla="*/ 114014 w 904875"/>
                <a:gd name="connsiteY492" fmla="*/ 217551 h 666750"/>
                <a:gd name="connsiteX493" fmla="*/ 114109 w 904875"/>
                <a:gd name="connsiteY493" fmla="*/ 217551 h 666750"/>
                <a:gd name="connsiteX494" fmla="*/ 114109 w 904875"/>
                <a:gd name="connsiteY494" fmla="*/ 217551 h 666750"/>
                <a:gd name="connsiteX495" fmla="*/ 114109 w 904875"/>
                <a:gd name="connsiteY495" fmla="*/ 217646 h 666750"/>
                <a:gd name="connsiteX496" fmla="*/ 121253 w 904875"/>
                <a:gd name="connsiteY496" fmla="*/ 216503 h 666750"/>
                <a:gd name="connsiteX497" fmla="*/ 128492 w 904875"/>
                <a:gd name="connsiteY497" fmla="*/ 216313 h 666750"/>
                <a:gd name="connsiteX498" fmla="*/ 143351 w 904875"/>
                <a:gd name="connsiteY498" fmla="*/ 218599 h 666750"/>
                <a:gd name="connsiteX499" fmla="*/ 143446 w 904875"/>
                <a:gd name="connsiteY499" fmla="*/ 218599 h 666750"/>
                <a:gd name="connsiteX500" fmla="*/ 144971 w 904875"/>
                <a:gd name="connsiteY500" fmla="*/ 219266 h 666750"/>
                <a:gd name="connsiteX501" fmla="*/ 144971 w 904875"/>
                <a:gd name="connsiteY501" fmla="*/ 219266 h 666750"/>
                <a:gd name="connsiteX502" fmla="*/ 144971 w 904875"/>
                <a:gd name="connsiteY502" fmla="*/ 219361 h 666750"/>
                <a:gd name="connsiteX503" fmla="*/ 145637 w 904875"/>
                <a:gd name="connsiteY503" fmla="*/ 221647 h 666750"/>
                <a:gd name="connsiteX504" fmla="*/ 145732 w 904875"/>
                <a:gd name="connsiteY504" fmla="*/ 222123 h 666750"/>
                <a:gd name="connsiteX505" fmla="*/ 146113 w 904875"/>
                <a:gd name="connsiteY505" fmla="*/ 227933 h 666750"/>
                <a:gd name="connsiteX506" fmla="*/ 146209 w 904875"/>
                <a:gd name="connsiteY506" fmla="*/ 228505 h 666750"/>
                <a:gd name="connsiteX507" fmla="*/ 146399 w 904875"/>
                <a:gd name="connsiteY507" fmla="*/ 229076 h 666750"/>
                <a:gd name="connsiteX508" fmla="*/ 146399 w 904875"/>
                <a:gd name="connsiteY508" fmla="*/ 229553 h 666750"/>
                <a:gd name="connsiteX509" fmla="*/ 146399 w 904875"/>
                <a:gd name="connsiteY509" fmla="*/ 229934 h 666750"/>
                <a:gd name="connsiteX510" fmla="*/ 146018 w 904875"/>
                <a:gd name="connsiteY510" fmla="*/ 230315 h 666750"/>
                <a:gd name="connsiteX511" fmla="*/ 145542 w 904875"/>
                <a:gd name="connsiteY511" fmla="*/ 230600 h 666750"/>
                <a:gd name="connsiteX512" fmla="*/ 144494 w 904875"/>
                <a:gd name="connsiteY512" fmla="*/ 230981 h 666750"/>
                <a:gd name="connsiteX513" fmla="*/ 141542 w 904875"/>
                <a:gd name="connsiteY513" fmla="*/ 232696 h 666750"/>
                <a:gd name="connsiteX514" fmla="*/ 139827 w 904875"/>
                <a:gd name="connsiteY514" fmla="*/ 234124 h 666750"/>
                <a:gd name="connsiteX515" fmla="*/ 139636 w 904875"/>
                <a:gd name="connsiteY515" fmla="*/ 234410 h 666750"/>
                <a:gd name="connsiteX516" fmla="*/ 139446 w 904875"/>
                <a:gd name="connsiteY516" fmla="*/ 234791 h 666750"/>
                <a:gd name="connsiteX517" fmla="*/ 139255 w 904875"/>
                <a:gd name="connsiteY517" fmla="*/ 235363 h 666750"/>
                <a:gd name="connsiteX518" fmla="*/ 138684 w 904875"/>
                <a:gd name="connsiteY518" fmla="*/ 236887 h 666750"/>
                <a:gd name="connsiteX519" fmla="*/ 136017 w 904875"/>
                <a:gd name="connsiteY519" fmla="*/ 241364 h 666750"/>
                <a:gd name="connsiteX520" fmla="*/ 135731 w 904875"/>
                <a:gd name="connsiteY520" fmla="*/ 242126 h 666750"/>
                <a:gd name="connsiteX521" fmla="*/ 135541 w 904875"/>
                <a:gd name="connsiteY521" fmla="*/ 242602 h 666750"/>
                <a:gd name="connsiteX522" fmla="*/ 135541 w 904875"/>
                <a:gd name="connsiteY522" fmla="*/ 242983 h 666750"/>
                <a:gd name="connsiteX523" fmla="*/ 135541 w 904875"/>
                <a:gd name="connsiteY523" fmla="*/ 243840 h 666750"/>
                <a:gd name="connsiteX524" fmla="*/ 135636 w 904875"/>
                <a:gd name="connsiteY524" fmla="*/ 244316 h 666750"/>
                <a:gd name="connsiteX525" fmla="*/ 135160 w 904875"/>
                <a:gd name="connsiteY525" fmla="*/ 248222 h 666750"/>
                <a:gd name="connsiteX526" fmla="*/ 135160 w 904875"/>
                <a:gd name="connsiteY526" fmla="*/ 248793 h 666750"/>
                <a:gd name="connsiteX527" fmla="*/ 135255 w 904875"/>
                <a:gd name="connsiteY527" fmla="*/ 249269 h 666750"/>
                <a:gd name="connsiteX528" fmla="*/ 135350 w 904875"/>
                <a:gd name="connsiteY528" fmla="*/ 249746 h 666750"/>
                <a:gd name="connsiteX529" fmla="*/ 138779 w 904875"/>
                <a:gd name="connsiteY529" fmla="*/ 255842 h 666750"/>
                <a:gd name="connsiteX530" fmla="*/ 138970 w 904875"/>
                <a:gd name="connsiteY530" fmla="*/ 256508 h 666750"/>
                <a:gd name="connsiteX531" fmla="*/ 138970 w 904875"/>
                <a:gd name="connsiteY531" fmla="*/ 257175 h 666750"/>
                <a:gd name="connsiteX532" fmla="*/ 138684 w 904875"/>
                <a:gd name="connsiteY532" fmla="*/ 259271 h 666750"/>
                <a:gd name="connsiteX533" fmla="*/ 138398 w 904875"/>
                <a:gd name="connsiteY533" fmla="*/ 260033 h 666750"/>
                <a:gd name="connsiteX534" fmla="*/ 138398 w 904875"/>
                <a:gd name="connsiteY534" fmla="*/ 260604 h 666750"/>
                <a:gd name="connsiteX535" fmla="*/ 138494 w 904875"/>
                <a:gd name="connsiteY535" fmla="*/ 261271 h 666750"/>
                <a:gd name="connsiteX536" fmla="*/ 139255 w 904875"/>
                <a:gd name="connsiteY536" fmla="*/ 262604 h 666750"/>
                <a:gd name="connsiteX537" fmla="*/ 139827 w 904875"/>
                <a:gd name="connsiteY537" fmla="*/ 263271 h 666750"/>
                <a:gd name="connsiteX538" fmla="*/ 140303 w 904875"/>
                <a:gd name="connsiteY538" fmla="*/ 263462 h 666750"/>
                <a:gd name="connsiteX539" fmla="*/ 140398 w 904875"/>
                <a:gd name="connsiteY539" fmla="*/ 263557 h 666750"/>
                <a:gd name="connsiteX540" fmla="*/ 140398 w 904875"/>
                <a:gd name="connsiteY540" fmla="*/ 263557 h 666750"/>
                <a:gd name="connsiteX541" fmla="*/ 140398 w 904875"/>
                <a:gd name="connsiteY541" fmla="*/ 263557 h 666750"/>
                <a:gd name="connsiteX542" fmla="*/ 140779 w 904875"/>
                <a:gd name="connsiteY542" fmla="*/ 263557 h 666750"/>
                <a:gd name="connsiteX543" fmla="*/ 141161 w 904875"/>
                <a:gd name="connsiteY543" fmla="*/ 263462 h 666750"/>
                <a:gd name="connsiteX544" fmla="*/ 141542 w 904875"/>
                <a:gd name="connsiteY544" fmla="*/ 263271 h 666750"/>
                <a:gd name="connsiteX545" fmla="*/ 141923 w 904875"/>
                <a:gd name="connsiteY545" fmla="*/ 262890 h 666750"/>
                <a:gd name="connsiteX546" fmla="*/ 144304 w 904875"/>
                <a:gd name="connsiteY546" fmla="*/ 260414 h 666750"/>
                <a:gd name="connsiteX547" fmla="*/ 144685 w 904875"/>
                <a:gd name="connsiteY547" fmla="*/ 260128 h 666750"/>
                <a:gd name="connsiteX548" fmla="*/ 145066 w 904875"/>
                <a:gd name="connsiteY548" fmla="*/ 260033 h 666750"/>
                <a:gd name="connsiteX549" fmla="*/ 145447 w 904875"/>
                <a:gd name="connsiteY549" fmla="*/ 259937 h 666750"/>
                <a:gd name="connsiteX550" fmla="*/ 148304 w 904875"/>
                <a:gd name="connsiteY550" fmla="*/ 259937 h 666750"/>
                <a:gd name="connsiteX551" fmla="*/ 149161 w 904875"/>
                <a:gd name="connsiteY551" fmla="*/ 260128 h 666750"/>
                <a:gd name="connsiteX552" fmla="*/ 149352 w 904875"/>
                <a:gd name="connsiteY552" fmla="*/ 260128 h 666750"/>
                <a:gd name="connsiteX553" fmla="*/ 149352 w 904875"/>
                <a:gd name="connsiteY553" fmla="*/ 260128 h 666750"/>
                <a:gd name="connsiteX554" fmla="*/ 149733 w 904875"/>
                <a:gd name="connsiteY554" fmla="*/ 260223 h 666750"/>
                <a:gd name="connsiteX555" fmla="*/ 150590 w 904875"/>
                <a:gd name="connsiteY555" fmla="*/ 260604 h 666750"/>
                <a:gd name="connsiteX556" fmla="*/ 152781 w 904875"/>
                <a:gd name="connsiteY556" fmla="*/ 261747 h 666750"/>
                <a:gd name="connsiteX557" fmla="*/ 154972 w 904875"/>
                <a:gd name="connsiteY557" fmla="*/ 264224 h 666750"/>
                <a:gd name="connsiteX558" fmla="*/ 155543 w 904875"/>
                <a:gd name="connsiteY558" fmla="*/ 264509 h 666750"/>
                <a:gd name="connsiteX559" fmla="*/ 155638 w 904875"/>
                <a:gd name="connsiteY559" fmla="*/ 264509 h 666750"/>
                <a:gd name="connsiteX560" fmla="*/ 155638 w 904875"/>
                <a:gd name="connsiteY560" fmla="*/ 264509 h 666750"/>
                <a:gd name="connsiteX561" fmla="*/ 155638 w 904875"/>
                <a:gd name="connsiteY561" fmla="*/ 264509 h 666750"/>
                <a:gd name="connsiteX562" fmla="*/ 156305 w 904875"/>
                <a:gd name="connsiteY562" fmla="*/ 264509 h 666750"/>
                <a:gd name="connsiteX563" fmla="*/ 158305 w 904875"/>
                <a:gd name="connsiteY563" fmla="*/ 263747 h 666750"/>
                <a:gd name="connsiteX564" fmla="*/ 159448 w 904875"/>
                <a:gd name="connsiteY564" fmla="*/ 263843 h 666750"/>
                <a:gd name="connsiteX565" fmla="*/ 159544 w 904875"/>
                <a:gd name="connsiteY565" fmla="*/ 263938 h 666750"/>
                <a:gd name="connsiteX566" fmla="*/ 160877 w 904875"/>
                <a:gd name="connsiteY566" fmla="*/ 264414 h 666750"/>
                <a:gd name="connsiteX567" fmla="*/ 161449 w 904875"/>
                <a:gd name="connsiteY567" fmla="*/ 264605 h 666750"/>
                <a:gd name="connsiteX568" fmla="*/ 162496 w 904875"/>
                <a:gd name="connsiteY568" fmla="*/ 264986 h 666750"/>
                <a:gd name="connsiteX569" fmla="*/ 165449 w 904875"/>
                <a:gd name="connsiteY569" fmla="*/ 268700 h 666750"/>
                <a:gd name="connsiteX570" fmla="*/ 166021 w 904875"/>
                <a:gd name="connsiteY570" fmla="*/ 268986 h 666750"/>
                <a:gd name="connsiteX571" fmla="*/ 166402 w 904875"/>
                <a:gd name="connsiteY571" fmla="*/ 269081 h 666750"/>
                <a:gd name="connsiteX572" fmla="*/ 166497 w 904875"/>
                <a:gd name="connsiteY572" fmla="*/ 269177 h 666750"/>
                <a:gd name="connsiteX573" fmla="*/ 166497 w 904875"/>
                <a:gd name="connsiteY573" fmla="*/ 269177 h 666750"/>
                <a:gd name="connsiteX574" fmla="*/ 166783 w 904875"/>
                <a:gd name="connsiteY574" fmla="*/ 269177 h 666750"/>
                <a:gd name="connsiteX575" fmla="*/ 167640 w 904875"/>
                <a:gd name="connsiteY575" fmla="*/ 268700 h 666750"/>
                <a:gd name="connsiteX576" fmla="*/ 168592 w 904875"/>
                <a:gd name="connsiteY576" fmla="*/ 268510 h 666750"/>
                <a:gd name="connsiteX577" fmla="*/ 170402 w 904875"/>
                <a:gd name="connsiteY577" fmla="*/ 268319 h 666750"/>
                <a:gd name="connsiteX578" fmla="*/ 170402 w 904875"/>
                <a:gd name="connsiteY578" fmla="*/ 268319 h 666750"/>
                <a:gd name="connsiteX579" fmla="*/ 170688 w 904875"/>
                <a:gd name="connsiteY579" fmla="*/ 268415 h 666750"/>
                <a:gd name="connsiteX580" fmla="*/ 170688 w 904875"/>
                <a:gd name="connsiteY580" fmla="*/ 268415 h 666750"/>
                <a:gd name="connsiteX581" fmla="*/ 171164 w 904875"/>
                <a:gd name="connsiteY581" fmla="*/ 268510 h 666750"/>
                <a:gd name="connsiteX582" fmla="*/ 171545 w 904875"/>
                <a:gd name="connsiteY582" fmla="*/ 268891 h 666750"/>
                <a:gd name="connsiteX583" fmla="*/ 171736 w 904875"/>
                <a:gd name="connsiteY583" fmla="*/ 269367 h 666750"/>
                <a:gd name="connsiteX584" fmla="*/ 172021 w 904875"/>
                <a:gd name="connsiteY584" fmla="*/ 269748 h 666750"/>
                <a:gd name="connsiteX585" fmla="*/ 172021 w 904875"/>
                <a:gd name="connsiteY585" fmla="*/ 269748 h 666750"/>
                <a:gd name="connsiteX586" fmla="*/ 172212 w 904875"/>
                <a:gd name="connsiteY586" fmla="*/ 270034 h 666750"/>
                <a:gd name="connsiteX587" fmla="*/ 174212 w 904875"/>
                <a:gd name="connsiteY587" fmla="*/ 271939 h 666750"/>
                <a:gd name="connsiteX588" fmla="*/ 174879 w 904875"/>
                <a:gd name="connsiteY588" fmla="*/ 272415 h 666750"/>
                <a:gd name="connsiteX589" fmla="*/ 175450 w 904875"/>
                <a:gd name="connsiteY589" fmla="*/ 272606 h 666750"/>
                <a:gd name="connsiteX590" fmla="*/ 175546 w 904875"/>
                <a:gd name="connsiteY590" fmla="*/ 272606 h 666750"/>
                <a:gd name="connsiteX591" fmla="*/ 175546 w 904875"/>
                <a:gd name="connsiteY591" fmla="*/ 272606 h 666750"/>
                <a:gd name="connsiteX592" fmla="*/ 177260 w 904875"/>
                <a:gd name="connsiteY592" fmla="*/ 272796 h 666750"/>
                <a:gd name="connsiteX593" fmla="*/ 180403 w 904875"/>
                <a:gd name="connsiteY593" fmla="*/ 273082 h 666750"/>
                <a:gd name="connsiteX594" fmla="*/ 180403 w 904875"/>
                <a:gd name="connsiteY594" fmla="*/ 273082 h 666750"/>
                <a:gd name="connsiteX595" fmla="*/ 182499 w 904875"/>
                <a:gd name="connsiteY595" fmla="*/ 273082 h 666750"/>
                <a:gd name="connsiteX596" fmla="*/ 182594 w 904875"/>
                <a:gd name="connsiteY596" fmla="*/ 273082 h 666750"/>
                <a:gd name="connsiteX597" fmla="*/ 182594 w 904875"/>
                <a:gd name="connsiteY597" fmla="*/ 273082 h 666750"/>
                <a:gd name="connsiteX598" fmla="*/ 182880 w 904875"/>
                <a:gd name="connsiteY598" fmla="*/ 273177 h 666750"/>
                <a:gd name="connsiteX599" fmla="*/ 183071 w 904875"/>
                <a:gd name="connsiteY599" fmla="*/ 273272 h 666750"/>
                <a:gd name="connsiteX600" fmla="*/ 183071 w 904875"/>
                <a:gd name="connsiteY600" fmla="*/ 273368 h 666750"/>
                <a:gd name="connsiteX601" fmla="*/ 183261 w 904875"/>
                <a:gd name="connsiteY601" fmla="*/ 273653 h 666750"/>
                <a:gd name="connsiteX602" fmla="*/ 183166 w 904875"/>
                <a:gd name="connsiteY602" fmla="*/ 274034 h 666750"/>
                <a:gd name="connsiteX603" fmla="*/ 182975 w 904875"/>
                <a:gd name="connsiteY603" fmla="*/ 274606 h 666750"/>
                <a:gd name="connsiteX604" fmla="*/ 183071 w 904875"/>
                <a:gd name="connsiteY604" fmla="*/ 275273 h 666750"/>
                <a:gd name="connsiteX605" fmla="*/ 183451 w 904875"/>
                <a:gd name="connsiteY605" fmla="*/ 275939 h 666750"/>
                <a:gd name="connsiteX606" fmla="*/ 185071 w 904875"/>
                <a:gd name="connsiteY606" fmla="*/ 277368 h 666750"/>
                <a:gd name="connsiteX607" fmla="*/ 185452 w 904875"/>
                <a:gd name="connsiteY607" fmla="*/ 277940 h 666750"/>
                <a:gd name="connsiteX608" fmla="*/ 185642 w 904875"/>
                <a:gd name="connsiteY608" fmla="*/ 278225 h 666750"/>
                <a:gd name="connsiteX609" fmla="*/ 185642 w 904875"/>
                <a:gd name="connsiteY609" fmla="*/ 278225 h 666750"/>
                <a:gd name="connsiteX610" fmla="*/ 185642 w 904875"/>
                <a:gd name="connsiteY610" fmla="*/ 278225 h 666750"/>
                <a:gd name="connsiteX611" fmla="*/ 185642 w 904875"/>
                <a:gd name="connsiteY611" fmla="*/ 279083 h 666750"/>
                <a:gd name="connsiteX612" fmla="*/ 185642 w 904875"/>
                <a:gd name="connsiteY612" fmla="*/ 279083 h 666750"/>
                <a:gd name="connsiteX613" fmla="*/ 185642 w 904875"/>
                <a:gd name="connsiteY613" fmla="*/ 279083 h 666750"/>
                <a:gd name="connsiteX614" fmla="*/ 185642 w 904875"/>
                <a:gd name="connsiteY614" fmla="*/ 279083 h 666750"/>
                <a:gd name="connsiteX615" fmla="*/ 185642 w 904875"/>
                <a:gd name="connsiteY615" fmla="*/ 279083 h 666750"/>
                <a:gd name="connsiteX616" fmla="*/ 185642 w 904875"/>
                <a:gd name="connsiteY616" fmla="*/ 279083 h 666750"/>
                <a:gd name="connsiteX617" fmla="*/ 182785 w 904875"/>
                <a:gd name="connsiteY617" fmla="*/ 280035 h 666750"/>
                <a:gd name="connsiteX618" fmla="*/ 181451 w 904875"/>
                <a:gd name="connsiteY618" fmla="*/ 281083 h 666750"/>
                <a:gd name="connsiteX619" fmla="*/ 180594 w 904875"/>
                <a:gd name="connsiteY619" fmla="*/ 282035 h 666750"/>
                <a:gd name="connsiteX620" fmla="*/ 180594 w 904875"/>
                <a:gd name="connsiteY620" fmla="*/ 282035 h 666750"/>
                <a:gd name="connsiteX621" fmla="*/ 180118 w 904875"/>
                <a:gd name="connsiteY621" fmla="*/ 282893 h 666750"/>
                <a:gd name="connsiteX622" fmla="*/ 179070 w 904875"/>
                <a:gd name="connsiteY622" fmla="*/ 285274 h 666750"/>
                <a:gd name="connsiteX623" fmla="*/ 178879 w 904875"/>
                <a:gd name="connsiteY623" fmla="*/ 286036 h 666750"/>
                <a:gd name="connsiteX624" fmla="*/ 178879 w 904875"/>
                <a:gd name="connsiteY624" fmla="*/ 286607 h 666750"/>
                <a:gd name="connsiteX625" fmla="*/ 179070 w 904875"/>
                <a:gd name="connsiteY625" fmla="*/ 287084 h 666750"/>
                <a:gd name="connsiteX626" fmla="*/ 179261 w 904875"/>
                <a:gd name="connsiteY626" fmla="*/ 287465 h 666750"/>
                <a:gd name="connsiteX627" fmla="*/ 179261 w 904875"/>
                <a:gd name="connsiteY627" fmla="*/ 287560 h 666750"/>
                <a:gd name="connsiteX628" fmla="*/ 179451 w 904875"/>
                <a:gd name="connsiteY628" fmla="*/ 287750 h 666750"/>
                <a:gd name="connsiteX629" fmla="*/ 179642 w 904875"/>
                <a:gd name="connsiteY629" fmla="*/ 287941 h 666750"/>
                <a:gd name="connsiteX630" fmla="*/ 179927 w 904875"/>
                <a:gd name="connsiteY630" fmla="*/ 288131 h 666750"/>
                <a:gd name="connsiteX631" fmla="*/ 180023 w 904875"/>
                <a:gd name="connsiteY631" fmla="*/ 288227 h 666750"/>
                <a:gd name="connsiteX632" fmla="*/ 181451 w 904875"/>
                <a:gd name="connsiteY632" fmla="*/ 288893 h 666750"/>
                <a:gd name="connsiteX633" fmla="*/ 181451 w 904875"/>
                <a:gd name="connsiteY633" fmla="*/ 288893 h 666750"/>
                <a:gd name="connsiteX634" fmla="*/ 181927 w 904875"/>
                <a:gd name="connsiteY634" fmla="*/ 289274 h 666750"/>
                <a:gd name="connsiteX635" fmla="*/ 182594 w 904875"/>
                <a:gd name="connsiteY635" fmla="*/ 290036 h 666750"/>
                <a:gd name="connsiteX636" fmla="*/ 182975 w 904875"/>
                <a:gd name="connsiteY636" fmla="*/ 291084 h 666750"/>
                <a:gd name="connsiteX637" fmla="*/ 182880 w 904875"/>
                <a:gd name="connsiteY637" fmla="*/ 291656 h 666750"/>
                <a:gd name="connsiteX638" fmla="*/ 182880 w 904875"/>
                <a:gd name="connsiteY638" fmla="*/ 291751 h 666750"/>
                <a:gd name="connsiteX639" fmla="*/ 182499 w 904875"/>
                <a:gd name="connsiteY639" fmla="*/ 292132 h 666750"/>
                <a:gd name="connsiteX640" fmla="*/ 182499 w 904875"/>
                <a:gd name="connsiteY640" fmla="*/ 292132 h 666750"/>
                <a:gd name="connsiteX641" fmla="*/ 181832 w 904875"/>
                <a:gd name="connsiteY641" fmla="*/ 292608 h 666750"/>
                <a:gd name="connsiteX642" fmla="*/ 181165 w 904875"/>
                <a:gd name="connsiteY642" fmla="*/ 293084 h 666750"/>
                <a:gd name="connsiteX643" fmla="*/ 181165 w 904875"/>
                <a:gd name="connsiteY643" fmla="*/ 293084 h 666750"/>
                <a:gd name="connsiteX644" fmla="*/ 180023 w 904875"/>
                <a:gd name="connsiteY644" fmla="*/ 294323 h 666750"/>
                <a:gd name="connsiteX645" fmla="*/ 178975 w 904875"/>
                <a:gd name="connsiteY645" fmla="*/ 295656 h 666750"/>
                <a:gd name="connsiteX646" fmla="*/ 178689 w 904875"/>
                <a:gd name="connsiteY646" fmla="*/ 296704 h 666750"/>
                <a:gd name="connsiteX647" fmla="*/ 178498 w 904875"/>
                <a:gd name="connsiteY647" fmla="*/ 297942 h 666750"/>
                <a:gd name="connsiteX648" fmla="*/ 178689 w 904875"/>
                <a:gd name="connsiteY648" fmla="*/ 300038 h 666750"/>
                <a:gd name="connsiteX649" fmla="*/ 178403 w 904875"/>
                <a:gd name="connsiteY649" fmla="*/ 301276 h 666750"/>
                <a:gd name="connsiteX650" fmla="*/ 177832 w 904875"/>
                <a:gd name="connsiteY650" fmla="*/ 302514 h 666750"/>
                <a:gd name="connsiteX651" fmla="*/ 177546 w 904875"/>
                <a:gd name="connsiteY651" fmla="*/ 302800 h 666750"/>
                <a:gd name="connsiteX652" fmla="*/ 177355 w 904875"/>
                <a:gd name="connsiteY652" fmla="*/ 302990 h 666750"/>
                <a:gd name="connsiteX653" fmla="*/ 176117 w 904875"/>
                <a:gd name="connsiteY653" fmla="*/ 303943 h 666750"/>
                <a:gd name="connsiteX654" fmla="*/ 176022 w 904875"/>
                <a:gd name="connsiteY654" fmla="*/ 303943 h 666750"/>
                <a:gd name="connsiteX655" fmla="*/ 175546 w 904875"/>
                <a:gd name="connsiteY655" fmla="*/ 304705 h 666750"/>
                <a:gd name="connsiteX656" fmla="*/ 175260 w 904875"/>
                <a:gd name="connsiteY656" fmla="*/ 305086 h 666750"/>
                <a:gd name="connsiteX657" fmla="*/ 175260 w 904875"/>
                <a:gd name="connsiteY657" fmla="*/ 305086 h 666750"/>
                <a:gd name="connsiteX658" fmla="*/ 174688 w 904875"/>
                <a:gd name="connsiteY658" fmla="*/ 306419 h 666750"/>
                <a:gd name="connsiteX659" fmla="*/ 174117 w 904875"/>
                <a:gd name="connsiteY659" fmla="*/ 308801 h 666750"/>
                <a:gd name="connsiteX660" fmla="*/ 174117 w 904875"/>
                <a:gd name="connsiteY660" fmla="*/ 308801 h 666750"/>
                <a:gd name="connsiteX661" fmla="*/ 173831 w 904875"/>
                <a:gd name="connsiteY661" fmla="*/ 309086 h 666750"/>
                <a:gd name="connsiteX662" fmla="*/ 173355 w 904875"/>
                <a:gd name="connsiteY662" fmla="*/ 309848 h 666750"/>
                <a:gd name="connsiteX663" fmla="*/ 173355 w 904875"/>
                <a:gd name="connsiteY663" fmla="*/ 309848 h 666750"/>
                <a:gd name="connsiteX664" fmla="*/ 173069 w 904875"/>
                <a:gd name="connsiteY664" fmla="*/ 310134 h 666750"/>
                <a:gd name="connsiteX665" fmla="*/ 172688 w 904875"/>
                <a:gd name="connsiteY665" fmla="*/ 310515 h 666750"/>
                <a:gd name="connsiteX666" fmla="*/ 172688 w 904875"/>
                <a:gd name="connsiteY666" fmla="*/ 310515 h 666750"/>
                <a:gd name="connsiteX667" fmla="*/ 172688 w 904875"/>
                <a:gd name="connsiteY667" fmla="*/ 310515 h 666750"/>
                <a:gd name="connsiteX668" fmla="*/ 171355 w 904875"/>
                <a:gd name="connsiteY668" fmla="*/ 310991 h 666750"/>
                <a:gd name="connsiteX669" fmla="*/ 170021 w 904875"/>
                <a:gd name="connsiteY669" fmla="*/ 311563 h 666750"/>
                <a:gd name="connsiteX670" fmla="*/ 169450 w 904875"/>
                <a:gd name="connsiteY670" fmla="*/ 311658 h 666750"/>
                <a:gd name="connsiteX671" fmla="*/ 168783 w 904875"/>
                <a:gd name="connsiteY671" fmla="*/ 311849 h 666750"/>
                <a:gd name="connsiteX672" fmla="*/ 166878 w 904875"/>
                <a:gd name="connsiteY672" fmla="*/ 312039 h 666750"/>
                <a:gd name="connsiteX673" fmla="*/ 166021 w 904875"/>
                <a:gd name="connsiteY673" fmla="*/ 312420 h 666750"/>
                <a:gd name="connsiteX674" fmla="*/ 166021 w 904875"/>
                <a:gd name="connsiteY674" fmla="*/ 312420 h 666750"/>
                <a:gd name="connsiteX675" fmla="*/ 165259 w 904875"/>
                <a:gd name="connsiteY675" fmla="*/ 312992 h 666750"/>
                <a:gd name="connsiteX676" fmla="*/ 165163 w 904875"/>
                <a:gd name="connsiteY676" fmla="*/ 313087 h 666750"/>
                <a:gd name="connsiteX677" fmla="*/ 164687 w 904875"/>
                <a:gd name="connsiteY677" fmla="*/ 313658 h 666750"/>
                <a:gd name="connsiteX678" fmla="*/ 164021 w 904875"/>
                <a:gd name="connsiteY678" fmla="*/ 314230 h 666750"/>
                <a:gd name="connsiteX679" fmla="*/ 164021 w 904875"/>
                <a:gd name="connsiteY679" fmla="*/ 314230 h 666750"/>
                <a:gd name="connsiteX680" fmla="*/ 163163 w 904875"/>
                <a:gd name="connsiteY680" fmla="*/ 315659 h 666750"/>
                <a:gd name="connsiteX681" fmla="*/ 163163 w 904875"/>
                <a:gd name="connsiteY681" fmla="*/ 315659 h 666750"/>
                <a:gd name="connsiteX682" fmla="*/ 163068 w 904875"/>
                <a:gd name="connsiteY682" fmla="*/ 315849 h 666750"/>
                <a:gd name="connsiteX683" fmla="*/ 162687 w 904875"/>
                <a:gd name="connsiteY683" fmla="*/ 316325 h 666750"/>
                <a:gd name="connsiteX684" fmla="*/ 162496 w 904875"/>
                <a:gd name="connsiteY684" fmla="*/ 316516 h 666750"/>
                <a:gd name="connsiteX685" fmla="*/ 161639 w 904875"/>
                <a:gd name="connsiteY685" fmla="*/ 317183 h 666750"/>
                <a:gd name="connsiteX686" fmla="*/ 160973 w 904875"/>
                <a:gd name="connsiteY686" fmla="*/ 317564 h 666750"/>
                <a:gd name="connsiteX687" fmla="*/ 160687 w 904875"/>
                <a:gd name="connsiteY687" fmla="*/ 317754 h 666750"/>
                <a:gd name="connsiteX688" fmla="*/ 160687 w 904875"/>
                <a:gd name="connsiteY688" fmla="*/ 317754 h 666750"/>
                <a:gd name="connsiteX689" fmla="*/ 158591 w 904875"/>
                <a:gd name="connsiteY689" fmla="*/ 319373 h 666750"/>
                <a:gd name="connsiteX690" fmla="*/ 158496 w 904875"/>
                <a:gd name="connsiteY690" fmla="*/ 319373 h 666750"/>
                <a:gd name="connsiteX691" fmla="*/ 158305 w 904875"/>
                <a:gd name="connsiteY691" fmla="*/ 319564 h 666750"/>
                <a:gd name="connsiteX692" fmla="*/ 157925 w 904875"/>
                <a:gd name="connsiteY692" fmla="*/ 319659 h 666750"/>
                <a:gd name="connsiteX693" fmla="*/ 157829 w 904875"/>
                <a:gd name="connsiteY693" fmla="*/ 319659 h 666750"/>
                <a:gd name="connsiteX694" fmla="*/ 152971 w 904875"/>
                <a:gd name="connsiteY694" fmla="*/ 319183 h 666750"/>
                <a:gd name="connsiteX695" fmla="*/ 150495 w 904875"/>
                <a:gd name="connsiteY695" fmla="*/ 319754 h 666750"/>
                <a:gd name="connsiteX696" fmla="*/ 150019 w 904875"/>
                <a:gd name="connsiteY696" fmla="*/ 319945 h 666750"/>
                <a:gd name="connsiteX697" fmla="*/ 150019 w 904875"/>
                <a:gd name="connsiteY697" fmla="*/ 319945 h 666750"/>
                <a:gd name="connsiteX698" fmla="*/ 147923 w 904875"/>
                <a:gd name="connsiteY698" fmla="*/ 321469 h 666750"/>
                <a:gd name="connsiteX699" fmla="*/ 147828 w 904875"/>
                <a:gd name="connsiteY699" fmla="*/ 321564 h 666750"/>
                <a:gd name="connsiteX700" fmla="*/ 146971 w 904875"/>
                <a:gd name="connsiteY700" fmla="*/ 322040 h 666750"/>
                <a:gd name="connsiteX701" fmla="*/ 146304 w 904875"/>
                <a:gd name="connsiteY701" fmla="*/ 322231 h 666750"/>
                <a:gd name="connsiteX702" fmla="*/ 145542 w 904875"/>
                <a:gd name="connsiteY702" fmla="*/ 322421 h 666750"/>
                <a:gd name="connsiteX703" fmla="*/ 143446 w 904875"/>
                <a:gd name="connsiteY703" fmla="*/ 322231 h 666750"/>
                <a:gd name="connsiteX704" fmla="*/ 142494 w 904875"/>
                <a:gd name="connsiteY704" fmla="*/ 322612 h 666750"/>
                <a:gd name="connsiteX705" fmla="*/ 142494 w 904875"/>
                <a:gd name="connsiteY705" fmla="*/ 322612 h 666750"/>
                <a:gd name="connsiteX706" fmla="*/ 141351 w 904875"/>
                <a:gd name="connsiteY706" fmla="*/ 323374 h 666750"/>
                <a:gd name="connsiteX707" fmla="*/ 138875 w 904875"/>
                <a:gd name="connsiteY707" fmla="*/ 325184 h 666750"/>
                <a:gd name="connsiteX708" fmla="*/ 137636 w 904875"/>
                <a:gd name="connsiteY708" fmla="*/ 326327 h 666750"/>
                <a:gd name="connsiteX709" fmla="*/ 136779 w 904875"/>
                <a:gd name="connsiteY709" fmla="*/ 327374 h 666750"/>
                <a:gd name="connsiteX710" fmla="*/ 136779 w 904875"/>
                <a:gd name="connsiteY710" fmla="*/ 327469 h 666750"/>
                <a:gd name="connsiteX711" fmla="*/ 136017 w 904875"/>
                <a:gd name="connsiteY711" fmla="*/ 328993 h 666750"/>
                <a:gd name="connsiteX712" fmla="*/ 134969 w 904875"/>
                <a:gd name="connsiteY712" fmla="*/ 331946 h 666750"/>
                <a:gd name="connsiteX713" fmla="*/ 134493 w 904875"/>
                <a:gd name="connsiteY713" fmla="*/ 333089 h 666750"/>
                <a:gd name="connsiteX714" fmla="*/ 130969 w 904875"/>
                <a:gd name="connsiteY714" fmla="*/ 338518 h 666750"/>
                <a:gd name="connsiteX715" fmla="*/ 130778 w 904875"/>
                <a:gd name="connsiteY715" fmla="*/ 339090 h 666750"/>
                <a:gd name="connsiteX716" fmla="*/ 130683 w 904875"/>
                <a:gd name="connsiteY716" fmla="*/ 339757 h 666750"/>
                <a:gd name="connsiteX717" fmla="*/ 130778 w 904875"/>
                <a:gd name="connsiteY717" fmla="*/ 340424 h 666750"/>
                <a:gd name="connsiteX718" fmla="*/ 131064 w 904875"/>
                <a:gd name="connsiteY718" fmla="*/ 340995 h 666750"/>
                <a:gd name="connsiteX719" fmla="*/ 131826 w 904875"/>
                <a:gd name="connsiteY719" fmla="*/ 342329 h 666750"/>
                <a:gd name="connsiteX720" fmla="*/ 132017 w 904875"/>
                <a:gd name="connsiteY720" fmla="*/ 343091 h 666750"/>
                <a:gd name="connsiteX721" fmla="*/ 132112 w 904875"/>
                <a:gd name="connsiteY721" fmla="*/ 343757 h 666750"/>
                <a:gd name="connsiteX722" fmla="*/ 132017 w 904875"/>
                <a:gd name="connsiteY722" fmla="*/ 344519 h 666750"/>
                <a:gd name="connsiteX723" fmla="*/ 129635 w 904875"/>
                <a:gd name="connsiteY723" fmla="*/ 351282 h 666750"/>
                <a:gd name="connsiteX724" fmla="*/ 128492 w 904875"/>
                <a:gd name="connsiteY724" fmla="*/ 353568 h 666750"/>
                <a:gd name="connsiteX725" fmla="*/ 128016 w 904875"/>
                <a:gd name="connsiteY725" fmla="*/ 354140 h 666750"/>
                <a:gd name="connsiteX726" fmla="*/ 127825 w 904875"/>
                <a:gd name="connsiteY726" fmla="*/ 354330 h 666750"/>
                <a:gd name="connsiteX727" fmla="*/ 127254 w 904875"/>
                <a:gd name="connsiteY727" fmla="*/ 354330 h 666750"/>
                <a:gd name="connsiteX728" fmla="*/ 127254 w 904875"/>
                <a:gd name="connsiteY728" fmla="*/ 354330 h 666750"/>
                <a:gd name="connsiteX729" fmla="*/ 126968 w 904875"/>
                <a:gd name="connsiteY729" fmla="*/ 353949 h 666750"/>
                <a:gd name="connsiteX730" fmla="*/ 126682 w 904875"/>
                <a:gd name="connsiteY730" fmla="*/ 353568 h 666750"/>
                <a:gd name="connsiteX731" fmla="*/ 126301 w 904875"/>
                <a:gd name="connsiteY731" fmla="*/ 352711 h 666750"/>
                <a:gd name="connsiteX732" fmla="*/ 126016 w 904875"/>
                <a:gd name="connsiteY732" fmla="*/ 351949 h 666750"/>
                <a:gd name="connsiteX733" fmla="*/ 126016 w 904875"/>
                <a:gd name="connsiteY733" fmla="*/ 351949 h 666750"/>
                <a:gd name="connsiteX734" fmla="*/ 126016 w 904875"/>
                <a:gd name="connsiteY734" fmla="*/ 351949 h 666750"/>
                <a:gd name="connsiteX735" fmla="*/ 125921 w 904875"/>
                <a:gd name="connsiteY735" fmla="*/ 351663 h 666750"/>
                <a:gd name="connsiteX736" fmla="*/ 125730 w 904875"/>
                <a:gd name="connsiteY736" fmla="*/ 351377 h 666750"/>
                <a:gd name="connsiteX737" fmla="*/ 125730 w 904875"/>
                <a:gd name="connsiteY737" fmla="*/ 351377 h 666750"/>
                <a:gd name="connsiteX738" fmla="*/ 125158 w 904875"/>
                <a:gd name="connsiteY738" fmla="*/ 351092 h 666750"/>
                <a:gd name="connsiteX739" fmla="*/ 124301 w 904875"/>
                <a:gd name="connsiteY739" fmla="*/ 350901 h 666750"/>
                <a:gd name="connsiteX740" fmla="*/ 124111 w 904875"/>
                <a:gd name="connsiteY740" fmla="*/ 350901 h 666750"/>
                <a:gd name="connsiteX741" fmla="*/ 123158 w 904875"/>
                <a:gd name="connsiteY741" fmla="*/ 350901 h 666750"/>
                <a:gd name="connsiteX742" fmla="*/ 122206 w 904875"/>
                <a:gd name="connsiteY742" fmla="*/ 351092 h 666750"/>
                <a:gd name="connsiteX743" fmla="*/ 121158 w 904875"/>
                <a:gd name="connsiteY743" fmla="*/ 351377 h 666750"/>
                <a:gd name="connsiteX744" fmla="*/ 119729 w 904875"/>
                <a:gd name="connsiteY744" fmla="*/ 352139 h 666750"/>
                <a:gd name="connsiteX745" fmla="*/ 117538 w 904875"/>
                <a:gd name="connsiteY745" fmla="*/ 353282 h 666750"/>
                <a:gd name="connsiteX746" fmla="*/ 117443 w 904875"/>
                <a:gd name="connsiteY746" fmla="*/ 353282 h 666750"/>
                <a:gd name="connsiteX747" fmla="*/ 116967 w 904875"/>
                <a:gd name="connsiteY747" fmla="*/ 353282 h 666750"/>
                <a:gd name="connsiteX748" fmla="*/ 116681 w 904875"/>
                <a:gd name="connsiteY748" fmla="*/ 353282 h 666750"/>
                <a:gd name="connsiteX749" fmla="*/ 116491 w 904875"/>
                <a:gd name="connsiteY749" fmla="*/ 353282 h 666750"/>
                <a:gd name="connsiteX750" fmla="*/ 114014 w 904875"/>
                <a:gd name="connsiteY750" fmla="*/ 352806 h 666750"/>
                <a:gd name="connsiteX751" fmla="*/ 113443 w 904875"/>
                <a:gd name="connsiteY751" fmla="*/ 352806 h 666750"/>
                <a:gd name="connsiteX752" fmla="*/ 113348 w 904875"/>
                <a:gd name="connsiteY752" fmla="*/ 352806 h 666750"/>
                <a:gd name="connsiteX753" fmla="*/ 112871 w 904875"/>
                <a:gd name="connsiteY753" fmla="*/ 352806 h 666750"/>
                <a:gd name="connsiteX754" fmla="*/ 109442 w 904875"/>
                <a:gd name="connsiteY754" fmla="*/ 353378 h 666750"/>
                <a:gd name="connsiteX755" fmla="*/ 109347 w 904875"/>
                <a:gd name="connsiteY755" fmla="*/ 353378 h 666750"/>
                <a:gd name="connsiteX756" fmla="*/ 108299 w 904875"/>
                <a:gd name="connsiteY756" fmla="*/ 353949 h 666750"/>
                <a:gd name="connsiteX757" fmla="*/ 107823 w 904875"/>
                <a:gd name="connsiteY757" fmla="*/ 354521 h 666750"/>
                <a:gd name="connsiteX758" fmla="*/ 107442 w 904875"/>
                <a:gd name="connsiteY758" fmla="*/ 355187 h 666750"/>
                <a:gd name="connsiteX759" fmla="*/ 107347 w 904875"/>
                <a:gd name="connsiteY759" fmla="*/ 355759 h 666750"/>
                <a:gd name="connsiteX760" fmla="*/ 107347 w 904875"/>
                <a:gd name="connsiteY760" fmla="*/ 356426 h 666750"/>
                <a:gd name="connsiteX761" fmla="*/ 107347 w 904875"/>
                <a:gd name="connsiteY761" fmla="*/ 357664 h 666750"/>
                <a:gd name="connsiteX762" fmla="*/ 107251 w 904875"/>
                <a:gd name="connsiteY762" fmla="*/ 358140 h 666750"/>
                <a:gd name="connsiteX763" fmla="*/ 107061 w 904875"/>
                <a:gd name="connsiteY763" fmla="*/ 358616 h 666750"/>
                <a:gd name="connsiteX764" fmla="*/ 106490 w 904875"/>
                <a:gd name="connsiteY764" fmla="*/ 359664 h 666750"/>
                <a:gd name="connsiteX765" fmla="*/ 106299 w 904875"/>
                <a:gd name="connsiteY765" fmla="*/ 360140 h 666750"/>
                <a:gd name="connsiteX766" fmla="*/ 106204 w 904875"/>
                <a:gd name="connsiteY766" fmla="*/ 360807 h 666750"/>
                <a:gd name="connsiteX767" fmla="*/ 106394 w 904875"/>
                <a:gd name="connsiteY767" fmla="*/ 364522 h 666750"/>
                <a:gd name="connsiteX768" fmla="*/ 106394 w 904875"/>
                <a:gd name="connsiteY768" fmla="*/ 364998 h 666750"/>
                <a:gd name="connsiteX769" fmla="*/ 106299 w 904875"/>
                <a:gd name="connsiteY769" fmla="*/ 365379 h 666750"/>
                <a:gd name="connsiteX770" fmla="*/ 106108 w 904875"/>
                <a:gd name="connsiteY770" fmla="*/ 365855 h 666750"/>
                <a:gd name="connsiteX771" fmla="*/ 105442 w 904875"/>
                <a:gd name="connsiteY771" fmla="*/ 367093 h 666750"/>
                <a:gd name="connsiteX772" fmla="*/ 105251 w 904875"/>
                <a:gd name="connsiteY772" fmla="*/ 367379 h 666750"/>
                <a:gd name="connsiteX773" fmla="*/ 105251 w 904875"/>
                <a:gd name="connsiteY773" fmla="*/ 367475 h 666750"/>
                <a:gd name="connsiteX774" fmla="*/ 105251 w 904875"/>
                <a:gd name="connsiteY774" fmla="*/ 367475 h 666750"/>
                <a:gd name="connsiteX775" fmla="*/ 105156 w 904875"/>
                <a:gd name="connsiteY775" fmla="*/ 368046 h 666750"/>
                <a:gd name="connsiteX776" fmla="*/ 105156 w 904875"/>
                <a:gd name="connsiteY776" fmla="*/ 372237 h 666750"/>
                <a:gd name="connsiteX777" fmla="*/ 105061 w 904875"/>
                <a:gd name="connsiteY777" fmla="*/ 372999 h 666750"/>
                <a:gd name="connsiteX778" fmla="*/ 105061 w 904875"/>
                <a:gd name="connsiteY778" fmla="*/ 372999 h 666750"/>
                <a:gd name="connsiteX779" fmla="*/ 104965 w 904875"/>
                <a:gd name="connsiteY779" fmla="*/ 373285 h 666750"/>
                <a:gd name="connsiteX780" fmla="*/ 104394 w 904875"/>
                <a:gd name="connsiteY780" fmla="*/ 375952 h 666750"/>
                <a:gd name="connsiteX781" fmla="*/ 103822 w 904875"/>
                <a:gd name="connsiteY781" fmla="*/ 377571 h 666750"/>
                <a:gd name="connsiteX782" fmla="*/ 102489 w 904875"/>
                <a:gd name="connsiteY782" fmla="*/ 379952 h 666750"/>
                <a:gd name="connsiteX783" fmla="*/ 102108 w 904875"/>
                <a:gd name="connsiteY783" fmla="*/ 380714 h 666750"/>
                <a:gd name="connsiteX784" fmla="*/ 102108 w 904875"/>
                <a:gd name="connsiteY784" fmla="*/ 380714 h 666750"/>
                <a:gd name="connsiteX785" fmla="*/ 102870 w 904875"/>
                <a:gd name="connsiteY785" fmla="*/ 383572 h 666750"/>
                <a:gd name="connsiteX786" fmla="*/ 107537 w 904875"/>
                <a:gd name="connsiteY786" fmla="*/ 390430 h 666750"/>
                <a:gd name="connsiteX787" fmla="*/ 108490 w 904875"/>
                <a:gd name="connsiteY787" fmla="*/ 392335 h 666750"/>
                <a:gd name="connsiteX788" fmla="*/ 108966 w 904875"/>
                <a:gd name="connsiteY788" fmla="*/ 393668 h 666750"/>
                <a:gd name="connsiteX789" fmla="*/ 110585 w 904875"/>
                <a:gd name="connsiteY789" fmla="*/ 395573 h 666750"/>
                <a:gd name="connsiteX790" fmla="*/ 110585 w 904875"/>
                <a:gd name="connsiteY790" fmla="*/ 395573 h 666750"/>
                <a:gd name="connsiteX791" fmla="*/ 112490 w 904875"/>
                <a:gd name="connsiteY791" fmla="*/ 405384 h 666750"/>
                <a:gd name="connsiteX792" fmla="*/ 112586 w 904875"/>
                <a:gd name="connsiteY792" fmla="*/ 407765 h 666750"/>
                <a:gd name="connsiteX793" fmla="*/ 112395 w 904875"/>
                <a:gd name="connsiteY793" fmla="*/ 412242 h 666750"/>
                <a:gd name="connsiteX794" fmla="*/ 112395 w 904875"/>
                <a:gd name="connsiteY794" fmla="*/ 412623 h 666750"/>
                <a:gd name="connsiteX795" fmla="*/ 112395 w 904875"/>
                <a:gd name="connsiteY795" fmla="*/ 413576 h 666750"/>
                <a:gd name="connsiteX796" fmla="*/ 112490 w 904875"/>
                <a:gd name="connsiteY796" fmla="*/ 415004 h 666750"/>
                <a:gd name="connsiteX797" fmla="*/ 112490 w 904875"/>
                <a:gd name="connsiteY797" fmla="*/ 415195 h 666750"/>
                <a:gd name="connsiteX798" fmla="*/ 114586 w 904875"/>
                <a:gd name="connsiteY798" fmla="*/ 423577 h 666750"/>
                <a:gd name="connsiteX799" fmla="*/ 115729 w 904875"/>
                <a:gd name="connsiteY799" fmla="*/ 431768 h 666750"/>
                <a:gd name="connsiteX800" fmla="*/ 115729 w 904875"/>
                <a:gd name="connsiteY800" fmla="*/ 431864 h 666750"/>
                <a:gd name="connsiteX801" fmla="*/ 115729 w 904875"/>
                <a:gd name="connsiteY801" fmla="*/ 431864 h 666750"/>
                <a:gd name="connsiteX802" fmla="*/ 115729 w 904875"/>
                <a:gd name="connsiteY802" fmla="*/ 431959 h 666750"/>
                <a:gd name="connsiteX803" fmla="*/ 122777 w 904875"/>
                <a:gd name="connsiteY803" fmla="*/ 445484 h 666750"/>
                <a:gd name="connsiteX804" fmla="*/ 123063 w 904875"/>
                <a:gd name="connsiteY804" fmla="*/ 450152 h 666750"/>
                <a:gd name="connsiteX805" fmla="*/ 121348 w 904875"/>
                <a:gd name="connsiteY805" fmla="*/ 460343 h 666750"/>
                <a:gd name="connsiteX806" fmla="*/ 122396 w 904875"/>
                <a:gd name="connsiteY806" fmla="*/ 464058 h 666750"/>
                <a:gd name="connsiteX807" fmla="*/ 123825 w 904875"/>
                <a:gd name="connsiteY807" fmla="*/ 466058 h 666750"/>
                <a:gd name="connsiteX808" fmla="*/ 124682 w 904875"/>
                <a:gd name="connsiteY808" fmla="*/ 468440 h 666750"/>
                <a:gd name="connsiteX809" fmla="*/ 125063 w 904875"/>
                <a:gd name="connsiteY809" fmla="*/ 470916 h 666750"/>
                <a:gd name="connsiteX810" fmla="*/ 125158 w 904875"/>
                <a:gd name="connsiteY810" fmla="*/ 473583 h 666750"/>
                <a:gd name="connsiteX811" fmla="*/ 124587 w 904875"/>
                <a:gd name="connsiteY811" fmla="*/ 475393 h 666750"/>
                <a:gd name="connsiteX812" fmla="*/ 122492 w 904875"/>
                <a:gd name="connsiteY812" fmla="*/ 479869 h 666750"/>
                <a:gd name="connsiteX813" fmla="*/ 122396 w 904875"/>
                <a:gd name="connsiteY813" fmla="*/ 481108 h 666750"/>
                <a:gd name="connsiteX814" fmla="*/ 122587 w 904875"/>
                <a:gd name="connsiteY814" fmla="*/ 481965 h 666750"/>
                <a:gd name="connsiteX815" fmla="*/ 122015 w 904875"/>
                <a:gd name="connsiteY815" fmla="*/ 483965 h 666750"/>
                <a:gd name="connsiteX816" fmla="*/ 122396 w 904875"/>
                <a:gd name="connsiteY816" fmla="*/ 484918 h 666750"/>
                <a:gd name="connsiteX817" fmla="*/ 125540 w 904875"/>
                <a:gd name="connsiteY817" fmla="*/ 487775 h 666750"/>
                <a:gd name="connsiteX818" fmla="*/ 126778 w 904875"/>
                <a:gd name="connsiteY818" fmla="*/ 489585 h 666750"/>
                <a:gd name="connsiteX819" fmla="*/ 128016 w 904875"/>
                <a:gd name="connsiteY819" fmla="*/ 491966 h 666750"/>
                <a:gd name="connsiteX820" fmla="*/ 128873 w 904875"/>
                <a:gd name="connsiteY820" fmla="*/ 494538 h 666750"/>
                <a:gd name="connsiteX821" fmla="*/ 129159 w 904875"/>
                <a:gd name="connsiteY821" fmla="*/ 496824 h 666750"/>
                <a:gd name="connsiteX822" fmla="*/ 128683 w 904875"/>
                <a:gd name="connsiteY822" fmla="*/ 498158 h 666750"/>
                <a:gd name="connsiteX823" fmla="*/ 127921 w 904875"/>
                <a:gd name="connsiteY823" fmla="*/ 498539 h 666750"/>
                <a:gd name="connsiteX824" fmla="*/ 127254 w 904875"/>
                <a:gd name="connsiteY824" fmla="*/ 498824 h 666750"/>
                <a:gd name="connsiteX825" fmla="*/ 126778 w 904875"/>
                <a:gd name="connsiteY825" fmla="*/ 499682 h 666750"/>
                <a:gd name="connsiteX826" fmla="*/ 126873 w 904875"/>
                <a:gd name="connsiteY826" fmla="*/ 501015 h 666750"/>
                <a:gd name="connsiteX827" fmla="*/ 127730 w 904875"/>
                <a:gd name="connsiteY827" fmla="*/ 505587 h 666750"/>
                <a:gd name="connsiteX828" fmla="*/ 128111 w 904875"/>
                <a:gd name="connsiteY828" fmla="*/ 506635 h 666750"/>
                <a:gd name="connsiteX829" fmla="*/ 128397 w 904875"/>
                <a:gd name="connsiteY829" fmla="*/ 507778 h 666750"/>
                <a:gd name="connsiteX830" fmla="*/ 128302 w 904875"/>
                <a:gd name="connsiteY830" fmla="*/ 509111 h 666750"/>
                <a:gd name="connsiteX831" fmla="*/ 127730 w 904875"/>
                <a:gd name="connsiteY831" fmla="*/ 509588 h 666750"/>
                <a:gd name="connsiteX832" fmla="*/ 127540 w 904875"/>
                <a:gd name="connsiteY832" fmla="*/ 509588 h 666750"/>
                <a:gd name="connsiteX833" fmla="*/ 126682 w 904875"/>
                <a:gd name="connsiteY833" fmla="*/ 509778 h 666750"/>
                <a:gd name="connsiteX834" fmla="*/ 126587 w 904875"/>
                <a:gd name="connsiteY834" fmla="*/ 509873 h 666750"/>
                <a:gd name="connsiteX835" fmla="*/ 125635 w 904875"/>
                <a:gd name="connsiteY835" fmla="*/ 510540 h 666750"/>
                <a:gd name="connsiteX836" fmla="*/ 124492 w 904875"/>
                <a:gd name="connsiteY836" fmla="*/ 514636 h 666750"/>
                <a:gd name="connsiteX837" fmla="*/ 123158 w 904875"/>
                <a:gd name="connsiteY837" fmla="*/ 516255 h 666750"/>
                <a:gd name="connsiteX838" fmla="*/ 122111 w 904875"/>
                <a:gd name="connsiteY838" fmla="*/ 517969 h 666750"/>
                <a:gd name="connsiteX839" fmla="*/ 122396 w 904875"/>
                <a:gd name="connsiteY839" fmla="*/ 520446 h 666750"/>
                <a:gd name="connsiteX840" fmla="*/ 123634 w 904875"/>
                <a:gd name="connsiteY840" fmla="*/ 522446 h 666750"/>
                <a:gd name="connsiteX841" fmla="*/ 124968 w 904875"/>
                <a:gd name="connsiteY841" fmla="*/ 524161 h 666750"/>
                <a:gd name="connsiteX842" fmla="*/ 125540 w 904875"/>
                <a:gd name="connsiteY842" fmla="*/ 525494 h 666750"/>
                <a:gd name="connsiteX843" fmla="*/ 125158 w 904875"/>
                <a:gd name="connsiteY843" fmla="*/ 527018 h 666750"/>
                <a:gd name="connsiteX844" fmla="*/ 124873 w 904875"/>
                <a:gd name="connsiteY844" fmla="*/ 527971 h 666750"/>
                <a:gd name="connsiteX845" fmla="*/ 124396 w 904875"/>
                <a:gd name="connsiteY845" fmla="*/ 529495 h 666750"/>
                <a:gd name="connsiteX846" fmla="*/ 124587 w 904875"/>
                <a:gd name="connsiteY846" fmla="*/ 532067 h 666750"/>
                <a:gd name="connsiteX847" fmla="*/ 125063 w 904875"/>
                <a:gd name="connsiteY847" fmla="*/ 534734 h 666750"/>
                <a:gd name="connsiteX848" fmla="*/ 125158 w 904875"/>
                <a:gd name="connsiteY848" fmla="*/ 537401 h 666750"/>
                <a:gd name="connsiteX849" fmla="*/ 124777 w 904875"/>
                <a:gd name="connsiteY849" fmla="*/ 537782 h 666750"/>
                <a:gd name="connsiteX850" fmla="*/ 124015 w 904875"/>
                <a:gd name="connsiteY850" fmla="*/ 538163 h 666750"/>
                <a:gd name="connsiteX851" fmla="*/ 123825 w 904875"/>
                <a:gd name="connsiteY851" fmla="*/ 538258 h 666750"/>
                <a:gd name="connsiteX852" fmla="*/ 123158 w 904875"/>
                <a:gd name="connsiteY852" fmla="*/ 538448 h 666750"/>
                <a:gd name="connsiteX853" fmla="*/ 122777 w 904875"/>
                <a:gd name="connsiteY853" fmla="*/ 538448 h 666750"/>
                <a:gd name="connsiteX854" fmla="*/ 122777 w 904875"/>
                <a:gd name="connsiteY854" fmla="*/ 538544 h 666750"/>
                <a:gd name="connsiteX855" fmla="*/ 122968 w 904875"/>
                <a:gd name="connsiteY855" fmla="*/ 539877 h 666750"/>
                <a:gd name="connsiteX856" fmla="*/ 123253 w 904875"/>
                <a:gd name="connsiteY856" fmla="*/ 540068 h 666750"/>
                <a:gd name="connsiteX857" fmla="*/ 123730 w 904875"/>
                <a:gd name="connsiteY857" fmla="*/ 539972 h 666750"/>
                <a:gd name="connsiteX858" fmla="*/ 124492 w 904875"/>
                <a:gd name="connsiteY858" fmla="*/ 539972 h 666750"/>
                <a:gd name="connsiteX859" fmla="*/ 124492 w 904875"/>
                <a:gd name="connsiteY859" fmla="*/ 539972 h 666750"/>
                <a:gd name="connsiteX860" fmla="*/ 125158 w 904875"/>
                <a:gd name="connsiteY860" fmla="*/ 539687 h 666750"/>
                <a:gd name="connsiteX861" fmla="*/ 125254 w 904875"/>
                <a:gd name="connsiteY861" fmla="*/ 539591 h 666750"/>
                <a:gd name="connsiteX862" fmla="*/ 126206 w 904875"/>
                <a:gd name="connsiteY862" fmla="*/ 539401 h 666750"/>
                <a:gd name="connsiteX863" fmla="*/ 126778 w 904875"/>
                <a:gd name="connsiteY863" fmla="*/ 539401 h 666750"/>
                <a:gd name="connsiteX864" fmla="*/ 126873 w 904875"/>
                <a:gd name="connsiteY864" fmla="*/ 539782 h 666750"/>
                <a:gd name="connsiteX865" fmla="*/ 126968 w 904875"/>
                <a:gd name="connsiteY865" fmla="*/ 540639 h 666750"/>
                <a:gd name="connsiteX866" fmla="*/ 127159 w 904875"/>
                <a:gd name="connsiteY866" fmla="*/ 541496 h 666750"/>
                <a:gd name="connsiteX867" fmla="*/ 127540 w 904875"/>
                <a:gd name="connsiteY867" fmla="*/ 542258 h 666750"/>
                <a:gd name="connsiteX868" fmla="*/ 129826 w 904875"/>
                <a:gd name="connsiteY868" fmla="*/ 543687 h 666750"/>
                <a:gd name="connsiteX869" fmla="*/ 130778 w 904875"/>
                <a:gd name="connsiteY869" fmla="*/ 544544 h 666750"/>
                <a:gd name="connsiteX870" fmla="*/ 131445 w 904875"/>
                <a:gd name="connsiteY870" fmla="*/ 545973 h 666750"/>
                <a:gd name="connsiteX871" fmla="*/ 131445 w 904875"/>
                <a:gd name="connsiteY871" fmla="*/ 547592 h 666750"/>
                <a:gd name="connsiteX872" fmla="*/ 130873 w 904875"/>
                <a:gd name="connsiteY872" fmla="*/ 549116 h 666750"/>
                <a:gd name="connsiteX873" fmla="*/ 130207 w 904875"/>
                <a:gd name="connsiteY873" fmla="*/ 550164 h 666750"/>
                <a:gd name="connsiteX874" fmla="*/ 130397 w 904875"/>
                <a:gd name="connsiteY874" fmla="*/ 551688 h 666750"/>
                <a:gd name="connsiteX875" fmla="*/ 127730 w 904875"/>
                <a:gd name="connsiteY875" fmla="*/ 554260 h 666750"/>
                <a:gd name="connsiteX876" fmla="*/ 129826 w 904875"/>
                <a:gd name="connsiteY876" fmla="*/ 557213 h 666750"/>
                <a:gd name="connsiteX877" fmla="*/ 133540 w 904875"/>
                <a:gd name="connsiteY877" fmla="*/ 559689 h 666750"/>
                <a:gd name="connsiteX878" fmla="*/ 140398 w 904875"/>
                <a:gd name="connsiteY878" fmla="*/ 562832 h 666750"/>
                <a:gd name="connsiteX879" fmla="*/ 144018 w 904875"/>
                <a:gd name="connsiteY879" fmla="*/ 565118 h 666750"/>
                <a:gd name="connsiteX880" fmla="*/ 145066 w 904875"/>
                <a:gd name="connsiteY880" fmla="*/ 567214 h 666750"/>
                <a:gd name="connsiteX881" fmla="*/ 146590 w 904875"/>
                <a:gd name="connsiteY881" fmla="*/ 567976 h 666750"/>
                <a:gd name="connsiteX882" fmla="*/ 148876 w 904875"/>
                <a:gd name="connsiteY882" fmla="*/ 569309 h 666750"/>
                <a:gd name="connsiteX883" fmla="*/ 150781 w 904875"/>
                <a:gd name="connsiteY883" fmla="*/ 569595 h 666750"/>
                <a:gd name="connsiteX884" fmla="*/ 151543 w 904875"/>
                <a:gd name="connsiteY884" fmla="*/ 569309 h 666750"/>
                <a:gd name="connsiteX885" fmla="*/ 151638 w 904875"/>
                <a:gd name="connsiteY885" fmla="*/ 569309 h 666750"/>
                <a:gd name="connsiteX886" fmla="*/ 153734 w 904875"/>
                <a:gd name="connsiteY886" fmla="*/ 568166 h 666750"/>
                <a:gd name="connsiteX887" fmla="*/ 153924 w 904875"/>
                <a:gd name="connsiteY887" fmla="*/ 568071 h 666750"/>
                <a:gd name="connsiteX888" fmla="*/ 155067 w 904875"/>
                <a:gd name="connsiteY888" fmla="*/ 567690 h 666750"/>
                <a:gd name="connsiteX889" fmla="*/ 156686 w 904875"/>
                <a:gd name="connsiteY889" fmla="*/ 567500 h 666750"/>
                <a:gd name="connsiteX890" fmla="*/ 160592 w 904875"/>
                <a:gd name="connsiteY890" fmla="*/ 567309 h 666750"/>
                <a:gd name="connsiteX891" fmla="*/ 162782 w 904875"/>
                <a:gd name="connsiteY891" fmla="*/ 567881 h 666750"/>
                <a:gd name="connsiteX892" fmla="*/ 164687 w 904875"/>
                <a:gd name="connsiteY892" fmla="*/ 568928 h 666750"/>
                <a:gd name="connsiteX893" fmla="*/ 165640 w 904875"/>
                <a:gd name="connsiteY893" fmla="*/ 569881 h 666750"/>
                <a:gd name="connsiteX894" fmla="*/ 166211 w 904875"/>
                <a:gd name="connsiteY894" fmla="*/ 570548 h 666750"/>
                <a:gd name="connsiteX895" fmla="*/ 166592 w 904875"/>
                <a:gd name="connsiteY895" fmla="*/ 571119 h 666750"/>
                <a:gd name="connsiteX896" fmla="*/ 166688 w 904875"/>
                <a:gd name="connsiteY896" fmla="*/ 571310 h 666750"/>
                <a:gd name="connsiteX897" fmla="*/ 168592 w 904875"/>
                <a:gd name="connsiteY897" fmla="*/ 574739 h 666750"/>
                <a:gd name="connsiteX898" fmla="*/ 169354 w 904875"/>
                <a:gd name="connsiteY898" fmla="*/ 575691 h 666750"/>
                <a:gd name="connsiteX899" fmla="*/ 207836 w 904875"/>
                <a:gd name="connsiteY899" fmla="*/ 595694 h 666750"/>
                <a:gd name="connsiteX900" fmla="*/ 207740 w 904875"/>
                <a:gd name="connsiteY900" fmla="*/ 595884 h 666750"/>
                <a:gd name="connsiteX901" fmla="*/ 206597 w 904875"/>
                <a:gd name="connsiteY901" fmla="*/ 597503 h 666750"/>
                <a:gd name="connsiteX902" fmla="*/ 207740 w 904875"/>
                <a:gd name="connsiteY902" fmla="*/ 600075 h 666750"/>
                <a:gd name="connsiteX903" fmla="*/ 209264 w 904875"/>
                <a:gd name="connsiteY903" fmla="*/ 602171 h 666750"/>
                <a:gd name="connsiteX904" fmla="*/ 211169 w 904875"/>
                <a:gd name="connsiteY904" fmla="*/ 603409 h 666750"/>
                <a:gd name="connsiteX905" fmla="*/ 213741 w 904875"/>
                <a:gd name="connsiteY905" fmla="*/ 603885 h 666750"/>
                <a:gd name="connsiteX906" fmla="*/ 215836 w 904875"/>
                <a:gd name="connsiteY906" fmla="*/ 603314 h 666750"/>
                <a:gd name="connsiteX907" fmla="*/ 219646 w 904875"/>
                <a:gd name="connsiteY907" fmla="*/ 601028 h 666750"/>
                <a:gd name="connsiteX908" fmla="*/ 221932 w 904875"/>
                <a:gd name="connsiteY908" fmla="*/ 600837 h 666750"/>
                <a:gd name="connsiteX909" fmla="*/ 223838 w 904875"/>
                <a:gd name="connsiteY909" fmla="*/ 601790 h 666750"/>
                <a:gd name="connsiteX910" fmla="*/ 227171 w 904875"/>
                <a:gd name="connsiteY910" fmla="*/ 605314 h 666750"/>
                <a:gd name="connsiteX911" fmla="*/ 229076 w 904875"/>
                <a:gd name="connsiteY911" fmla="*/ 606266 h 666750"/>
                <a:gd name="connsiteX912" fmla="*/ 231362 w 904875"/>
                <a:gd name="connsiteY912" fmla="*/ 606362 h 666750"/>
                <a:gd name="connsiteX913" fmla="*/ 237458 w 904875"/>
                <a:gd name="connsiteY913" fmla="*/ 605409 h 666750"/>
                <a:gd name="connsiteX914" fmla="*/ 239744 w 904875"/>
                <a:gd name="connsiteY914" fmla="*/ 604647 h 666750"/>
                <a:gd name="connsiteX915" fmla="*/ 242125 w 904875"/>
                <a:gd name="connsiteY915" fmla="*/ 602933 h 666750"/>
                <a:gd name="connsiteX916" fmla="*/ 243078 w 904875"/>
                <a:gd name="connsiteY916" fmla="*/ 600932 h 666750"/>
                <a:gd name="connsiteX917" fmla="*/ 243554 w 904875"/>
                <a:gd name="connsiteY917" fmla="*/ 598551 h 666750"/>
                <a:gd name="connsiteX918" fmla="*/ 244602 w 904875"/>
                <a:gd name="connsiteY918" fmla="*/ 595884 h 666750"/>
                <a:gd name="connsiteX919" fmla="*/ 246698 w 904875"/>
                <a:gd name="connsiteY919" fmla="*/ 593789 h 666750"/>
                <a:gd name="connsiteX920" fmla="*/ 248793 w 904875"/>
                <a:gd name="connsiteY920" fmla="*/ 593312 h 666750"/>
                <a:gd name="connsiteX921" fmla="*/ 250317 w 904875"/>
                <a:gd name="connsiteY921" fmla="*/ 594646 h 666750"/>
                <a:gd name="connsiteX922" fmla="*/ 250793 w 904875"/>
                <a:gd name="connsiteY922" fmla="*/ 597694 h 666750"/>
                <a:gd name="connsiteX923" fmla="*/ 250031 w 904875"/>
                <a:gd name="connsiteY923" fmla="*/ 600647 h 666750"/>
                <a:gd name="connsiteX924" fmla="*/ 247078 w 904875"/>
                <a:gd name="connsiteY924" fmla="*/ 606362 h 666750"/>
                <a:gd name="connsiteX925" fmla="*/ 246221 w 904875"/>
                <a:gd name="connsiteY925" fmla="*/ 609410 h 666750"/>
                <a:gd name="connsiteX926" fmla="*/ 246317 w 904875"/>
                <a:gd name="connsiteY926" fmla="*/ 612458 h 666750"/>
                <a:gd name="connsiteX927" fmla="*/ 247078 w 904875"/>
                <a:gd name="connsiteY927" fmla="*/ 617982 h 666750"/>
                <a:gd name="connsiteX928" fmla="*/ 246983 w 904875"/>
                <a:gd name="connsiteY928" fmla="*/ 620744 h 666750"/>
                <a:gd name="connsiteX929" fmla="*/ 246031 w 904875"/>
                <a:gd name="connsiteY929" fmla="*/ 623126 h 666750"/>
                <a:gd name="connsiteX930" fmla="*/ 244792 w 904875"/>
                <a:gd name="connsiteY930" fmla="*/ 625412 h 666750"/>
                <a:gd name="connsiteX931" fmla="*/ 243935 w 904875"/>
                <a:gd name="connsiteY931" fmla="*/ 627983 h 666750"/>
                <a:gd name="connsiteX932" fmla="*/ 244221 w 904875"/>
                <a:gd name="connsiteY932" fmla="*/ 630650 h 666750"/>
                <a:gd name="connsiteX933" fmla="*/ 247745 w 904875"/>
                <a:gd name="connsiteY933" fmla="*/ 640175 h 666750"/>
                <a:gd name="connsiteX934" fmla="*/ 250793 w 904875"/>
                <a:gd name="connsiteY934" fmla="*/ 643890 h 666750"/>
                <a:gd name="connsiteX935" fmla="*/ 254889 w 904875"/>
                <a:gd name="connsiteY935" fmla="*/ 645319 h 666750"/>
                <a:gd name="connsiteX936" fmla="*/ 259366 w 904875"/>
                <a:gd name="connsiteY936" fmla="*/ 645128 h 666750"/>
                <a:gd name="connsiteX937" fmla="*/ 263461 w 904875"/>
                <a:gd name="connsiteY937" fmla="*/ 643700 h 666750"/>
                <a:gd name="connsiteX938" fmla="*/ 267938 w 904875"/>
                <a:gd name="connsiteY938" fmla="*/ 643414 h 666750"/>
                <a:gd name="connsiteX939" fmla="*/ 275939 w 904875"/>
                <a:gd name="connsiteY939" fmla="*/ 647510 h 666750"/>
                <a:gd name="connsiteX940" fmla="*/ 280702 w 904875"/>
                <a:gd name="connsiteY940" fmla="*/ 647033 h 666750"/>
                <a:gd name="connsiteX941" fmla="*/ 285559 w 904875"/>
                <a:gd name="connsiteY941" fmla="*/ 645033 h 666750"/>
                <a:gd name="connsiteX942" fmla="*/ 289369 w 904875"/>
                <a:gd name="connsiteY942" fmla="*/ 644652 h 666750"/>
                <a:gd name="connsiteX943" fmla="*/ 292989 w 904875"/>
                <a:gd name="connsiteY943" fmla="*/ 646081 h 666750"/>
                <a:gd name="connsiteX944" fmla="*/ 297275 w 904875"/>
                <a:gd name="connsiteY944" fmla="*/ 649700 h 666750"/>
                <a:gd name="connsiteX945" fmla="*/ 301180 w 904875"/>
                <a:gd name="connsiteY945" fmla="*/ 652081 h 666750"/>
                <a:gd name="connsiteX946" fmla="*/ 309277 w 904875"/>
                <a:gd name="connsiteY946" fmla="*/ 654082 h 666750"/>
                <a:gd name="connsiteX947" fmla="*/ 313182 w 904875"/>
                <a:gd name="connsiteY947" fmla="*/ 656368 h 666750"/>
                <a:gd name="connsiteX948" fmla="*/ 321088 w 904875"/>
                <a:gd name="connsiteY948" fmla="*/ 662940 h 666750"/>
                <a:gd name="connsiteX949" fmla="*/ 324421 w 904875"/>
                <a:gd name="connsiteY949" fmla="*/ 661892 h 666750"/>
                <a:gd name="connsiteX950" fmla="*/ 331661 w 904875"/>
                <a:gd name="connsiteY950" fmla="*/ 662464 h 666750"/>
                <a:gd name="connsiteX951" fmla="*/ 334423 w 904875"/>
                <a:gd name="connsiteY951" fmla="*/ 661035 h 666750"/>
                <a:gd name="connsiteX952" fmla="*/ 335375 w 904875"/>
                <a:gd name="connsiteY952" fmla="*/ 659987 h 666750"/>
                <a:gd name="connsiteX953" fmla="*/ 336994 w 904875"/>
                <a:gd name="connsiteY953" fmla="*/ 659130 h 666750"/>
                <a:gd name="connsiteX954" fmla="*/ 337661 w 904875"/>
                <a:gd name="connsiteY954" fmla="*/ 659130 h 666750"/>
                <a:gd name="connsiteX955" fmla="*/ 337947 w 904875"/>
                <a:gd name="connsiteY955" fmla="*/ 660083 h 666750"/>
                <a:gd name="connsiteX956" fmla="*/ 337661 w 904875"/>
                <a:gd name="connsiteY956" fmla="*/ 662369 h 666750"/>
                <a:gd name="connsiteX957" fmla="*/ 337947 w 904875"/>
                <a:gd name="connsiteY957" fmla="*/ 663226 h 666750"/>
                <a:gd name="connsiteX958" fmla="*/ 338709 w 904875"/>
                <a:gd name="connsiteY958" fmla="*/ 664083 h 666750"/>
                <a:gd name="connsiteX959" fmla="*/ 340233 w 904875"/>
                <a:gd name="connsiteY959" fmla="*/ 664940 h 666750"/>
                <a:gd name="connsiteX960" fmla="*/ 341376 w 904875"/>
                <a:gd name="connsiteY960" fmla="*/ 665702 h 666750"/>
                <a:gd name="connsiteX961" fmla="*/ 342138 w 904875"/>
                <a:gd name="connsiteY961" fmla="*/ 666274 h 666750"/>
                <a:gd name="connsiteX962" fmla="*/ 344615 w 904875"/>
                <a:gd name="connsiteY962" fmla="*/ 667226 h 666750"/>
                <a:gd name="connsiteX963" fmla="*/ 348710 w 904875"/>
                <a:gd name="connsiteY963" fmla="*/ 661130 h 666750"/>
                <a:gd name="connsiteX964" fmla="*/ 352806 w 904875"/>
                <a:gd name="connsiteY964" fmla="*/ 657130 h 666750"/>
                <a:gd name="connsiteX965" fmla="*/ 357283 w 904875"/>
                <a:gd name="connsiteY965" fmla="*/ 654272 h 666750"/>
                <a:gd name="connsiteX966" fmla="*/ 365379 w 904875"/>
                <a:gd name="connsiteY966" fmla="*/ 653701 h 666750"/>
                <a:gd name="connsiteX967" fmla="*/ 367189 w 904875"/>
                <a:gd name="connsiteY967" fmla="*/ 652844 h 666750"/>
                <a:gd name="connsiteX968" fmla="*/ 368046 w 904875"/>
                <a:gd name="connsiteY968" fmla="*/ 651891 h 666750"/>
                <a:gd name="connsiteX969" fmla="*/ 370046 w 904875"/>
                <a:gd name="connsiteY969" fmla="*/ 650367 h 666750"/>
                <a:gd name="connsiteX970" fmla="*/ 370808 w 904875"/>
                <a:gd name="connsiteY970" fmla="*/ 649605 h 666750"/>
                <a:gd name="connsiteX971" fmla="*/ 371189 w 904875"/>
                <a:gd name="connsiteY971" fmla="*/ 648557 h 666750"/>
                <a:gd name="connsiteX972" fmla="*/ 371665 w 904875"/>
                <a:gd name="connsiteY972" fmla="*/ 645986 h 666750"/>
                <a:gd name="connsiteX973" fmla="*/ 372332 w 904875"/>
                <a:gd name="connsiteY973" fmla="*/ 644843 h 666750"/>
                <a:gd name="connsiteX974" fmla="*/ 378714 w 904875"/>
                <a:gd name="connsiteY974" fmla="*/ 642556 h 666750"/>
                <a:gd name="connsiteX975" fmla="*/ 381000 w 904875"/>
                <a:gd name="connsiteY975" fmla="*/ 640747 h 666750"/>
                <a:gd name="connsiteX976" fmla="*/ 382238 w 904875"/>
                <a:gd name="connsiteY976" fmla="*/ 640271 h 666750"/>
                <a:gd name="connsiteX977" fmla="*/ 383476 w 904875"/>
                <a:gd name="connsiteY977" fmla="*/ 639128 h 666750"/>
                <a:gd name="connsiteX978" fmla="*/ 384429 w 904875"/>
                <a:gd name="connsiteY978" fmla="*/ 637699 h 666750"/>
                <a:gd name="connsiteX979" fmla="*/ 385286 w 904875"/>
                <a:gd name="connsiteY979" fmla="*/ 636365 h 666750"/>
                <a:gd name="connsiteX980" fmla="*/ 386715 w 904875"/>
                <a:gd name="connsiteY980" fmla="*/ 633508 h 666750"/>
                <a:gd name="connsiteX981" fmla="*/ 386525 w 904875"/>
                <a:gd name="connsiteY981" fmla="*/ 631698 h 666750"/>
                <a:gd name="connsiteX982" fmla="*/ 389953 w 904875"/>
                <a:gd name="connsiteY982" fmla="*/ 626745 h 666750"/>
                <a:gd name="connsiteX983" fmla="*/ 391954 w 904875"/>
                <a:gd name="connsiteY983" fmla="*/ 624840 h 666750"/>
                <a:gd name="connsiteX984" fmla="*/ 392811 w 904875"/>
                <a:gd name="connsiteY984" fmla="*/ 624364 h 666750"/>
                <a:gd name="connsiteX985" fmla="*/ 393097 w 904875"/>
                <a:gd name="connsiteY985" fmla="*/ 623983 h 666750"/>
                <a:gd name="connsiteX986" fmla="*/ 393478 w 904875"/>
                <a:gd name="connsiteY986" fmla="*/ 622173 h 666750"/>
                <a:gd name="connsiteX987" fmla="*/ 393478 w 904875"/>
                <a:gd name="connsiteY987" fmla="*/ 620649 h 666750"/>
                <a:gd name="connsiteX988" fmla="*/ 393287 w 904875"/>
                <a:gd name="connsiteY988" fmla="*/ 619220 h 666750"/>
                <a:gd name="connsiteX989" fmla="*/ 391001 w 904875"/>
                <a:gd name="connsiteY989" fmla="*/ 613791 h 666750"/>
                <a:gd name="connsiteX990" fmla="*/ 390620 w 904875"/>
                <a:gd name="connsiteY990" fmla="*/ 612172 h 666750"/>
                <a:gd name="connsiteX991" fmla="*/ 390906 w 904875"/>
                <a:gd name="connsiteY991" fmla="*/ 607600 h 666750"/>
                <a:gd name="connsiteX992" fmla="*/ 392049 w 904875"/>
                <a:gd name="connsiteY992" fmla="*/ 604933 h 666750"/>
                <a:gd name="connsiteX993" fmla="*/ 391954 w 904875"/>
                <a:gd name="connsiteY993" fmla="*/ 604076 h 666750"/>
                <a:gd name="connsiteX994" fmla="*/ 391573 w 904875"/>
                <a:gd name="connsiteY994" fmla="*/ 602647 h 666750"/>
                <a:gd name="connsiteX995" fmla="*/ 390811 w 904875"/>
                <a:gd name="connsiteY995" fmla="*/ 601409 h 666750"/>
                <a:gd name="connsiteX996" fmla="*/ 388906 w 904875"/>
                <a:gd name="connsiteY996" fmla="*/ 598932 h 666750"/>
                <a:gd name="connsiteX997" fmla="*/ 388239 w 904875"/>
                <a:gd name="connsiteY997" fmla="*/ 597694 h 666750"/>
                <a:gd name="connsiteX998" fmla="*/ 387763 w 904875"/>
                <a:gd name="connsiteY998" fmla="*/ 596456 h 666750"/>
                <a:gd name="connsiteX999" fmla="*/ 387001 w 904875"/>
                <a:gd name="connsiteY999" fmla="*/ 595122 h 666750"/>
                <a:gd name="connsiteX1000" fmla="*/ 385667 w 904875"/>
                <a:gd name="connsiteY1000" fmla="*/ 593503 h 666750"/>
                <a:gd name="connsiteX1001" fmla="*/ 381762 w 904875"/>
                <a:gd name="connsiteY1001" fmla="*/ 589217 h 666750"/>
                <a:gd name="connsiteX1002" fmla="*/ 380333 w 904875"/>
                <a:gd name="connsiteY1002" fmla="*/ 587312 h 666750"/>
                <a:gd name="connsiteX1003" fmla="*/ 379476 w 904875"/>
                <a:gd name="connsiteY1003" fmla="*/ 585311 h 666750"/>
                <a:gd name="connsiteX1004" fmla="*/ 379286 w 904875"/>
                <a:gd name="connsiteY1004" fmla="*/ 583502 h 666750"/>
                <a:gd name="connsiteX1005" fmla="*/ 379762 w 904875"/>
                <a:gd name="connsiteY1005" fmla="*/ 581882 h 666750"/>
                <a:gd name="connsiteX1006" fmla="*/ 380619 w 904875"/>
                <a:gd name="connsiteY1006" fmla="*/ 580835 h 666750"/>
                <a:gd name="connsiteX1007" fmla="*/ 381953 w 904875"/>
                <a:gd name="connsiteY1007" fmla="*/ 579882 h 666750"/>
                <a:gd name="connsiteX1008" fmla="*/ 384238 w 904875"/>
                <a:gd name="connsiteY1008" fmla="*/ 579311 h 666750"/>
                <a:gd name="connsiteX1009" fmla="*/ 385667 w 904875"/>
                <a:gd name="connsiteY1009" fmla="*/ 579406 h 666750"/>
                <a:gd name="connsiteX1010" fmla="*/ 387001 w 904875"/>
                <a:gd name="connsiteY1010" fmla="*/ 579692 h 666750"/>
                <a:gd name="connsiteX1011" fmla="*/ 389763 w 904875"/>
                <a:gd name="connsiteY1011" fmla="*/ 580930 h 666750"/>
                <a:gd name="connsiteX1012" fmla="*/ 390811 w 904875"/>
                <a:gd name="connsiteY1012" fmla="*/ 581216 h 666750"/>
                <a:gd name="connsiteX1013" fmla="*/ 391859 w 904875"/>
                <a:gd name="connsiteY1013" fmla="*/ 581597 h 666750"/>
                <a:gd name="connsiteX1014" fmla="*/ 392811 w 904875"/>
                <a:gd name="connsiteY1014" fmla="*/ 582359 h 666750"/>
                <a:gd name="connsiteX1015" fmla="*/ 394621 w 904875"/>
                <a:gd name="connsiteY1015" fmla="*/ 584740 h 666750"/>
                <a:gd name="connsiteX1016" fmla="*/ 395478 w 904875"/>
                <a:gd name="connsiteY1016" fmla="*/ 585407 h 666750"/>
                <a:gd name="connsiteX1017" fmla="*/ 396811 w 904875"/>
                <a:gd name="connsiteY1017" fmla="*/ 584930 h 666750"/>
                <a:gd name="connsiteX1018" fmla="*/ 398812 w 904875"/>
                <a:gd name="connsiteY1018" fmla="*/ 583597 h 666750"/>
                <a:gd name="connsiteX1019" fmla="*/ 407956 w 904875"/>
                <a:gd name="connsiteY1019" fmla="*/ 575596 h 666750"/>
                <a:gd name="connsiteX1020" fmla="*/ 410718 w 904875"/>
                <a:gd name="connsiteY1020" fmla="*/ 572357 h 666750"/>
                <a:gd name="connsiteX1021" fmla="*/ 411480 w 904875"/>
                <a:gd name="connsiteY1021" fmla="*/ 571310 h 666750"/>
                <a:gd name="connsiteX1022" fmla="*/ 413671 w 904875"/>
                <a:gd name="connsiteY1022" fmla="*/ 569595 h 666750"/>
                <a:gd name="connsiteX1023" fmla="*/ 419671 w 904875"/>
                <a:gd name="connsiteY1023" fmla="*/ 566928 h 666750"/>
                <a:gd name="connsiteX1024" fmla="*/ 424434 w 904875"/>
                <a:gd name="connsiteY1024" fmla="*/ 565499 h 666750"/>
                <a:gd name="connsiteX1025" fmla="*/ 426911 w 904875"/>
                <a:gd name="connsiteY1025" fmla="*/ 564356 h 666750"/>
                <a:gd name="connsiteX1026" fmla="*/ 429387 w 904875"/>
                <a:gd name="connsiteY1026" fmla="*/ 562642 h 666750"/>
                <a:gd name="connsiteX1027" fmla="*/ 432244 w 904875"/>
                <a:gd name="connsiteY1027" fmla="*/ 559499 h 666750"/>
                <a:gd name="connsiteX1028" fmla="*/ 433292 w 904875"/>
                <a:gd name="connsiteY1028" fmla="*/ 557117 h 666750"/>
                <a:gd name="connsiteX1029" fmla="*/ 433673 w 904875"/>
                <a:gd name="connsiteY1029" fmla="*/ 555403 h 666750"/>
                <a:gd name="connsiteX1030" fmla="*/ 433673 w 904875"/>
                <a:gd name="connsiteY1030" fmla="*/ 553974 h 666750"/>
                <a:gd name="connsiteX1031" fmla="*/ 434435 w 904875"/>
                <a:gd name="connsiteY1031" fmla="*/ 552641 h 666750"/>
                <a:gd name="connsiteX1032" fmla="*/ 435959 w 904875"/>
                <a:gd name="connsiteY1032" fmla="*/ 551021 h 666750"/>
                <a:gd name="connsiteX1033" fmla="*/ 442817 w 904875"/>
                <a:gd name="connsiteY1033" fmla="*/ 546640 h 666750"/>
                <a:gd name="connsiteX1034" fmla="*/ 447770 w 904875"/>
                <a:gd name="connsiteY1034" fmla="*/ 544163 h 666750"/>
                <a:gd name="connsiteX1035" fmla="*/ 461105 w 904875"/>
                <a:gd name="connsiteY1035" fmla="*/ 541496 h 666750"/>
                <a:gd name="connsiteX1036" fmla="*/ 464630 w 904875"/>
                <a:gd name="connsiteY1036" fmla="*/ 539306 h 666750"/>
                <a:gd name="connsiteX1037" fmla="*/ 466439 w 904875"/>
                <a:gd name="connsiteY1037" fmla="*/ 539496 h 666750"/>
                <a:gd name="connsiteX1038" fmla="*/ 472630 w 904875"/>
                <a:gd name="connsiteY1038" fmla="*/ 544735 h 666750"/>
                <a:gd name="connsiteX1039" fmla="*/ 474250 w 904875"/>
                <a:gd name="connsiteY1039" fmla="*/ 545306 h 666750"/>
                <a:gd name="connsiteX1040" fmla="*/ 487394 w 904875"/>
                <a:gd name="connsiteY1040" fmla="*/ 544259 h 666750"/>
                <a:gd name="connsiteX1041" fmla="*/ 489109 w 904875"/>
                <a:gd name="connsiteY1041" fmla="*/ 544640 h 666750"/>
                <a:gd name="connsiteX1042" fmla="*/ 490728 w 904875"/>
                <a:gd name="connsiteY1042" fmla="*/ 545687 h 666750"/>
                <a:gd name="connsiteX1043" fmla="*/ 497681 w 904875"/>
                <a:gd name="connsiteY1043" fmla="*/ 554165 h 666750"/>
                <a:gd name="connsiteX1044" fmla="*/ 499872 w 904875"/>
                <a:gd name="connsiteY1044" fmla="*/ 555593 h 666750"/>
                <a:gd name="connsiteX1045" fmla="*/ 506159 w 904875"/>
                <a:gd name="connsiteY1045" fmla="*/ 561308 h 666750"/>
                <a:gd name="connsiteX1046" fmla="*/ 509016 w 904875"/>
                <a:gd name="connsiteY1046" fmla="*/ 565118 h 666750"/>
                <a:gd name="connsiteX1047" fmla="*/ 510445 w 904875"/>
                <a:gd name="connsiteY1047" fmla="*/ 566738 h 666750"/>
                <a:gd name="connsiteX1048" fmla="*/ 512350 w 904875"/>
                <a:gd name="connsiteY1048" fmla="*/ 567976 h 666750"/>
                <a:gd name="connsiteX1049" fmla="*/ 517398 w 904875"/>
                <a:gd name="connsiteY1049" fmla="*/ 570452 h 666750"/>
                <a:gd name="connsiteX1050" fmla="*/ 527590 w 904875"/>
                <a:gd name="connsiteY1050" fmla="*/ 578263 h 666750"/>
                <a:gd name="connsiteX1051" fmla="*/ 533019 w 904875"/>
                <a:gd name="connsiteY1051" fmla="*/ 581501 h 666750"/>
                <a:gd name="connsiteX1052" fmla="*/ 542734 w 904875"/>
                <a:gd name="connsiteY1052" fmla="*/ 584930 h 666750"/>
                <a:gd name="connsiteX1053" fmla="*/ 557594 w 904875"/>
                <a:gd name="connsiteY1053" fmla="*/ 589693 h 666750"/>
                <a:gd name="connsiteX1054" fmla="*/ 560261 w 904875"/>
                <a:gd name="connsiteY1054" fmla="*/ 589693 h 666750"/>
                <a:gd name="connsiteX1055" fmla="*/ 560927 w 904875"/>
                <a:gd name="connsiteY1055" fmla="*/ 589026 h 666750"/>
                <a:gd name="connsiteX1056" fmla="*/ 561784 w 904875"/>
                <a:gd name="connsiteY1056" fmla="*/ 587312 h 666750"/>
                <a:gd name="connsiteX1057" fmla="*/ 562261 w 904875"/>
                <a:gd name="connsiteY1057" fmla="*/ 586835 h 666750"/>
                <a:gd name="connsiteX1058" fmla="*/ 562832 w 904875"/>
                <a:gd name="connsiteY1058" fmla="*/ 586550 h 666750"/>
                <a:gd name="connsiteX1059" fmla="*/ 568643 w 904875"/>
                <a:gd name="connsiteY1059" fmla="*/ 585883 h 666750"/>
                <a:gd name="connsiteX1060" fmla="*/ 572453 w 904875"/>
                <a:gd name="connsiteY1060" fmla="*/ 585026 h 666750"/>
                <a:gd name="connsiteX1061" fmla="*/ 574834 w 904875"/>
                <a:gd name="connsiteY1061" fmla="*/ 583883 h 666750"/>
                <a:gd name="connsiteX1062" fmla="*/ 579596 w 904875"/>
                <a:gd name="connsiteY1062" fmla="*/ 582644 h 666750"/>
                <a:gd name="connsiteX1063" fmla="*/ 581215 w 904875"/>
                <a:gd name="connsiteY1063" fmla="*/ 581978 h 666750"/>
                <a:gd name="connsiteX1064" fmla="*/ 582740 w 904875"/>
                <a:gd name="connsiteY1064" fmla="*/ 581025 h 666750"/>
                <a:gd name="connsiteX1065" fmla="*/ 584454 w 904875"/>
                <a:gd name="connsiteY1065" fmla="*/ 579787 h 666750"/>
                <a:gd name="connsiteX1066" fmla="*/ 587502 w 904875"/>
                <a:gd name="connsiteY1066" fmla="*/ 576548 h 666750"/>
                <a:gd name="connsiteX1067" fmla="*/ 588455 w 904875"/>
                <a:gd name="connsiteY1067" fmla="*/ 575786 h 666750"/>
                <a:gd name="connsiteX1068" fmla="*/ 589502 w 904875"/>
                <a:gd name="connsiteY1068" fmla="*/ 575310 h 666750"/>
                <a:gd name="connsiteX1069" fmla="*/ 591598 w 904875"/>
                <a:gd name="connsiteY1069" fmla="*/ 574739 h 666750"/>
                <a:gd name="connsiteX1070" fmla="*/ 592646 w 904875"/>
                <a:gd name="connsiteY1070" fmla="*/ 574072 h 666750"/>
                <a:gd name="connsiteX1071" fmla="*/ 593503 w 904875"/>
                <a:gd name="connsiteY1071" fmla="*/ 573310 h 666750"/>
                <a:gd name="connsiteX1072" fmla="*/ 595122 w 904875"/>
                <a:gd name="connsiteY1072" fmla="*/ 571500 h 666750"/>
                <a:gd name="connsiteX1073" fmla="*/ 595313 w 904875"/>
                <a:gd name="connsiteY1073" fmla="*/ 571310 h 666750"/>
                <a:gd name="connsiteX1074" fmla="*/ 597503 w 904875"/>
                <a:gd name="connsiteY1074" fmla="*/ 570262 h 666750"/>
                <a:gd name="connsiteX1075" fmla="*/ 598551 w 904875"/>
                <a:gd name="connsiteY1075" fmla="*/ 569595 h 666750"/>
                <a:gd name="connsiteX1076" fmla="*/ 599599 w 904875"/>
                <a:gd name="connsiteY1076" fmla="*/ 569405 h 666750"/>
                <a:gd name="connsiteX1077" fmla="*/ 600551 w 904875"/>
                <a:gd name="connsiteY1077" fmla="*/ 569690 h 666750"/>
                <a:gd name="connsiteX1078" fmla="*/ 601885 w 904875"/>
                <a:gd name="connsiteY1078" fmla="*/ 571214 h 666750"/>
                <a:gd name="connsiteX1079" fmla="*/ 603028 w 904875"/>
                <a:gd name="connsiteY1079" fmla="*/ 573215 h 666750"/>
                <a:gd name="connsiteX1080" fmla="*/ 605695 w 904875"/>
                <a:gd name="connsiteY1080" fmla="*/ 576548 h 666750"/>
                <a:gd name="connsiteX1081" fmla="*/ 612457 w 904875"/>
                <a:gd name="connsiteY1081" fmla="*/ 583692 h 666750"/>
                <a:gd name="connsiteX1082" fmla="*/ 616363 w 904875"/>
                <a:gd name="connsiteY1082" fmla="*/ 588836 h 666750"/>
                <a:gd name="connsiteX1083" fmla="*/ 620459 w 904875"/>
                <a:gd name="connsiteY1083" fmla="*/ 598456 h 666750"/>
                <a:gd name="connsiteX1084" fmla="*/ 622459 w 904875"/>
                <a:gd name="connsiteY1084" fmla="*/ 600170 h 666750"/>
                <a:gd name="connsiteX1085" fmla="*/ 623792 w 904875"/>
                <a:gd name="connsiteY1085" fmla="*/ 602266 h 666750"/>
                <a:gd name="connsiteX1086" fmla="*/ 624554 w 904875"/>
                <a:gd name="connsiteY1086" fmla="*/ 604076 h 666750"/>
                <a:gd name="connsiteX1087" fmla="*/ 624935 w 904875"/>
                <a:gd name="connsiteY1087" fmla="*/ 611124 h 666750"/>
                <a:gd name="connsiteX1088" fmla="*/ 625697 w 904875"/>
                <a:gd name="connsiteY1088" fmla="*/ 613220 h 666750"/>
                <a:gd name="connsiteX1089" fmla="*/ 626936 w 904875"/>
                <a:gd name="connsiteY1089" fmla="*/ 614934 h 666750"/>
                <a:gd name="connsiteX1090" fmla="*/ 629698 w 904875"/>
                <a:gd name="connsiteY1090" fmla="*/ 618077 h 666750"/>
                <a:gd name="connsiteX1091" fmla="*/ 630841 w 904875"/>
                <a:gd name="connsiteY1091" fmla="*/ 619697 h 666750"/>
                <a:gd name="connsiteX1092" fmla="*/ 631412 w 904875"/>
                <a:gd name="connsiteY1092" fmla="*/ 621697 h 666750"/>
                <a:gd name="connsiteX1093" fmla="*/ 632174 w 904875"/>
                <a:gd name="connsiteY1093" fmla="*/ 623506 h 666750"/>
                <a:gd name="connsiteX1094" fmla="*/ 633794 w 904875"/>
                <a:gd name="connsiteY1094" fmla="*/ 624935 h 666750"/>
                <a:gd name="connsiteX1095" fmla="*/ 637699 w 904875"/>
                <a:gd name="connsiteY1095" fmla="*/ 624745 h 666750"/>
                <a:gd name="connsiteX1096" fmla="*/ 639604 w 904875"/>
                <a:gd name="connsiteY1096" fmla="*/ 623792 h 666750"/>
                <a:gd name="connsiteX1097" fmla="*/ 640842 w 904875"/>
                <a:gd name="connsiteY1097" fmla="*/ 622173 h 666750"/>
                <a:gd name="connsiteX1098" fmla="*/ 641604 w 904875"/>
                <a:gd name="connsiteY1098" fmla="*/ 620744 h 666750"/>
                <a:gd name="connsiteX1099" fmla="*/ 642461 w 904875"/>
                <a:gd name="connsiteY1099" fmla="*/ 620173 h 666750"/>
                <a:gd name="connsiteX1100" fmla="*/ 643509 w 904875"/>
                <a:gd name="connsiteY1100" fmla="*/ 619601 h 666750"/>
                <a:gd name="connsiteX1101" fmla="*/ 644176 w 904875"/>
                <a:gd name="connsiteY1101" fmla="*/ 618935 h 666750"/>
                <a:gd name="connsiteX1102" fmla="*/ 644747 w 904875"/>
                <a:gd name="connsiteY1102" fmla="*/ 617792 h 666750"/>
                <a:gd name="connsiteX1103" fmla="*/ 645986 w 904875"/>
                <a:gd name="connsiteY1103" fmla="*/ 617030 h 666750"/>
                <a:gd name="connsiteX1104" fmla="*/ 647986 w 904875"/>
                <a:gd name="connsiteY1104" fmla="*/ 616553 h 666750"/>
                <a:gd name="connsiteX1105" fmla="*/ 650557 w 904875"/>
                <a:gd name="connsiteY1105" fmla="*/ 616172 h 666750"/>
                <a:gd name="connsiteX1106" fmla="*/ 653320 w 904875"/>
                <a:gd name="connsiteY1106" fmla="*/ 614172 h 666750"/>
                <a:gd name="connsiteX1107" fmla="*/ 654844 w 904875"/>
                <a:gd name="connsiteY1107" fmla="*/ 613696 h 666750"/>
                <a:gd name="connsiteX1108" fmla="*/ 656749 w 904875"/>
                <a:gd name="connsiteY1108" fmla="*/ 613696 h 666750"/>
                <a:gd name="connsiteX1109" fmla="*/ 659035 w 904875"/>
                <a:gd name="connsiteY1109" fmla="*/ 613981 h 666750"/>
                <a:gd name="connsiteX1110" fmla="*/ 660845 w 904875"/>
                <a:gd name="connsiteY1110" fmla="*/ 613601 h 666750"/>
                <a:gd name="connsiteX1111" fmla="*/ 662083 w 904875"/>
                <a:gd name="connsiteY1111" fmla="*/ 612934 h 666750"/>
                <a:gd name="connsiteX1112" fmla="*/ 663797 w 904875"/>
                <a:gd name="connsiteY1112" fmla="*/ 610457 h 666750"/>
                <a:gd name="connsiteX1113" fmla="*/ 664940 w 904875"/>
                <a:gd name="connsiteY1113" fmla="*/ 609695 h 666750"/>
                <a:gd name="connsiteX1114" fmla="*/ 667988 w 904875"/>
                <a:gd name="connsiteY1114" fmla="*/ 608552 h 666750"/>
                <a:gd name="connsiteX1115" fmla="*/ 669036 w 904875"/>
                <a:gd name="connsiteY1115" fmla="*/ 607790 h 666750"/>
                <a:gd name="connsiteX1116" fmla="*/ 669417 w 904875"/>
                <a:gd name="connsiteY1116" fmla="*/ 606647 h 666750"/>
                <a:gd name="connsiteX1117" fmla="*/ 669131 w 904875"/>
                <a:gd name="connsiteY1117" fmla="*/ 604266 h 666750"/>
                <a:gd name="connsiteX1118" fmla="*/ 669417 w 904875"/>
                <a:gd name="connsiteY1118" fmla="*/ 603695 h 666750"/>
                <a:gd name="connsiteX1119" fmla="*/ 670274 w 904875"/>
                <a:gd name="connsiteY1119" fmla="*/ 603504 h 666750"/>
                <a:gd name="connsiteX1120" fmla="*/ 671227 w 904875"/>
                <a:gd name="connsiteY1120" fmla="*/ 603314 h 666750"/>
                <a:gd name="connsiteX1121" fmla="*/ 673513 w 904875"/>
                <a:gd name="connsiteY1121" fmla="*/ 603218 h 666750"/>
                <a:gd name="connsiteX1122" fmla="*/ 674370 w 904875"/>
                <a:gd name="connsiteY1122" fmla="*/ 603314 h 666750"/>
                <a:gd name="connsiteX1123" fmla="*/ 675037 w 904875"/>
                <a:gd name="connsiteY1123" fmla="*/ 603695 h 666750"/>
                <a:gd name="connsiteX1124" fmla="*/ 675513 w 904875"/>
                <a:gd name="connsiteY1124" fmla="*/ 604266 h 666750"/>
                <a:gd name="connsiteX1125" fmla="*/ 675799 w 904875"/>
                <a:gd name="connsiteY1125" fmla="*/ 605219 h 666750"/>
                <a:gd name="connsiteX1126" fmla="*/ 676656 w 904875"/>
                <a:gd name="connsiteY1126" fmla="*/ 608552 h 666750"/>
                <a:gd name="connsiteX1127" fmla="*/ 676942 w 904875"/>
                <a:gd name="connsiteY1127" fmla="*/ 610648 h 666750"/>
                <a:gd name="connsiteX1128" fmla="*/ 677132 w 904875"/>
                <a:gd name="connsiteY1128" fmla="*/ 612743 h 666750"/>
                <a:gd name="connsiteX1129" fmla="*/ 676656 w 904875"/>
                <a:gd name="connsiteY1129" fmla="*/ 616839 h 666750"/>
                <a:gd name="connsiteX1130" fmla="*/ 676370 w 904875"/>
                <a:gd name="connsiteY1130" fmla="*/ 618458 h 666750"/>
                <a:gd name="connsiteX1131" fmla="*/ 675989 w 904875"/>
                <a:gd name="connsiteY1131" fmla="*/ 619601 h 666750"/>
                <a:gd name="connsiteX1132" fmla="*/ 675227 w 904875"/>
                <a:gd name="connsiteY1132" fmla="*/ 620840 h 666750"/>
                <a:gd name="connsiteX1133" fmla="*/ 674084 w 904875"/>
                <a:gd name="connsiteY1133" fmla="*/ 621983 h 666750"/>
                <a:gd name="connsiteX1134" fmla="*/ 671132 w 904875"/>
                <a:gd name="connsiteY1134" fmla="*/ 623888 h 666750"/>
                <a:gd name="connsiteX1135" fmla="*/ 668941 w 904875"/>
                <a:gd name="connsiteY1135" fmla="*/ 625602 h 666750"/>
                <a:gd name="connsiteX1136" fmla="*/ 667798 w 904875"/>
                <a:gd name="connsiteY1136" fmla="*/ 626840 h 666750"/>
                <a:gd name="connsiteX1137" fmla="*/ 667322 w 904875"/>
                <a:gd name="connsiteY1137" fmla="*/ 627888 h 666750"/>
                <a:gd name="connsiteX1138" fmla="*/ 666559 w 904875"/>
                <a:gd name="connsiteY1138" fmla="*/ 629698 h 666750"/>
                <a:gd name="connsiteX1139" fmla="*/ 665798 w 904875"/>
                <a:gd name="connsiteY1139" fmla="*/ 633794 h 666750"/>
                <a:gd name="connsiteX1140" fmla="*/ 665226 w 904875"/>
                <a:gd name="connsiteY1140" fmla="*/ 635603 h 666750"/>
                <a:gd name="connsiteX1141" fmla="*/ 664369 w 904875"/>
                <a:gd name="connsiteY1141" fmla="*/ 637413 h 666750"/>
                <a:gd name="connsiteX1142" fmla="*/ 663988 w 904875"/>
                <a:gd name="connsiteY1142" fmla="*/ 639413 h 666750"/>
                <a:gd name="connsiteX1143" fmla="*/ 664369 w 904875"/>
                <a:gd name="connsiteY1143" fmla="*/ 641223 h 666750"/>
                <a:gd name="connsiteX1144" fmla="*/ 665321 w 904875"/>
                <a:gd name="connsiteY1144" fmla="*/ 642652 h 666750"/>
                <a:gd name="connsiteX1145" fmla="*/ 666655 w 904875"/>
                <a:gd name="connsiteY1145" fmla="*/ 643700 h 666750"/>
                <a:gd name="connsiteX1146" fmla="*/ 667703 w 904875"/>
                <a:gd name="connsiteY1146" fmla="*/ 643985 h 666750"/>
                <a:gd name="connsiteX1147" fmla="*/ 668941 w 904875"/>
                <a:gd name="connsiteY1147" fmla="*/ 643890 h 666750"/>
                <a:gd name="connsiteX1148" fmla="*/ 674180 w 904875"/>
                <a:gd name="connsiteY1148" fmla="*/ 637889 h 666750"/>
                <a:gd name="connsiteX1149" fmla="*/ 676751 w 904875"/>
                <a:gd name="connsiteY1149" fmla="*/ 636175 h 666750"/>
                <a:gd name="connsiteX1150" fmla="*/ 677132 w 904875"/>
                <a:gd name="connsiteY1150" fmla="*/ 633508 h 666750"/>
                <a:gd name="connsiteX1151" fmla="*/ 679799 w 904875"/>
                <a:gd name="connsiteY1151" fmla="*/ 631984 h 666750"/>
                <a:gd name="connsiteX1152" fmla="*/ 684371 w 904875"/>
                <a:gd name="connsiteY1152" fmla="*/ 630936 h 666750"/>
                <a:gd name="connsiteX1153" fmla="*/ 700850 w 904875"/>
                <a:gd name="connsiteY1153" fmla="*/ 630460 h 666750"/>
                <a:gd name="connsiteX1154" fmla="*/ 705422 w 904875"/>
                <a:gd name="connsiteY1154" fmla="*/ 629317 h 666750"/>
                <a:gd name="connsiteX1155" fmla="*/ 707517 w 904875"/>
                <a:gd name="connsiteY1155" fmla="*/ 628269 h 666750"/>
                <a:gd name="connsiteX1156" fmla="*/ 709422 w 904875"/>
                <a:gd name="connsiteY1156" fmla="*/ 626459 h 666750"/>
                <a:gd name="connsiteX1157" fmla="*/ 712851 w 904875"/>
                <a:gd name="connsiteY1157" fmla="*/ 622268 h 666750"/>
                <a:gd name="connsiteX1158" fmla="*/ 715042 w 904875"/>
                <a:gd name="connsiteY1158" fmla="*/ 621221 h 666750"/>
                <a:gd name="connsiteX1159" fmla="*/ 717804 w 904875"/>
                <a:gd name="connsiteY1159" fmla="*/ 622268 h 666750"/>
                <a:gd name="connsiteX1160" fmla="*/ 719423 w 904875"/>
                <a:gd name="connsiteY1160" fmla="*/ 624554 h 666750"/>
                <a:gd name="connsiteX1161" fmla="*/ 719138 w 904875"/>
                <a:gd name="connsiteY1161" fmla="*/ 626840 h 666750"/>
                <a:gd name="connsiteX1162" fmla="*/ 718185 w 904875"/>
                <a:gd name="connsiteY1162" fmla="*/ 629222 h 666750"/>
                <a:gd name="connsiteX1163" fmla="*/ 717518 w 904875"/>
                <a:gd name="connsiteY1163" fmla="*/ 631698 h 666750"/>
                <a:gd name="connsiteX1164" fmla="*/ 717804 w 904875"/>
                <a:gd name="connsiteY1164" fmla="*/ 633698 h 666750"/>
                <a:gd name="connsiteX1165" fmla="*/ 719804 w 904875"/>
                <a:gd name="connsiteY1165" fmla="*/ 640842 h 666750"/>
                <a:gd name="connsiteX1166" fmla="*/ 721709 w 904875"/>
                <a:gd name="connsiteY1166" fmla="*/ 645224 h 666750"/>
                <a:gd name="connsiteX1167" fmla="*/ 731425 w 904875"/>
                <a:gd name="connsiteY1167" fmla="*/ 653606 h 666750"/>
                <a:gd name="connsiteX1168" fmla="*/ 734473 w 904875"/>
                <a:gd name="connsiteY1168" fmla="*/ 656939 h 666750"/>
                <a:gd name="connsiteX1169" fmla="*/ 737902 w 904875"/>
                <a:gd name="connsiteY1169" fmla="*/ 659892 h 666750"/>
                <a:gd name="connsiteX1170" fmla="*/ 741617 w 904875"/>
                <a:gd name="connsiteY1170" fmla="*/ 661035 h 666750"/>
                <a:gd name="connsiteX1171" fmla="*/ 745331 w 904875"/>
                <a:gd name="connsiteY1171" fmla="*/ 658940 h 666750"/>
                <a:gd name="connsiteX1172" fmla="*/ 746951 w 904875"/>
                <a:gd name="connsiteY1172" fmla="*/ 658558 h 666750"/>
                <a:gd name="connsiteX1173" fmla="*/ 749808 w 904875"/>
                <a:gd name="connsiteY1173" fmla="*/ 657225 h 666750"/>
                <a:gd name="connsiteX1174" fmla="*/ 751332 w 904875"/>
                <a:gd name="connsiteY1174" fmla="*/ 656844 h 666750"/>
                <a:gd name="connsiteX1175" fmla="*/ 752666 w 904875"/>
                <a:gd name="connsiteY1175" fmla="*/ 656939 h 666750"/>
                <a:gd name="connsiteX1176" fmla="*/ 755809 w 904875"/>
                <a:gd name="connsiteY1176" fmla="*/ 657797 h 666750"/>
                <a:gd name="connsiteX1177" fmla="*/ 756856 w 904875"/>
                <a:gd name="connsiteY1177" fmla="*/ 657701 h 666750"/>
                <a:gd name="connsiteX1178" fmla="*/ 758666 w 904875"/>
                <a:gd name="connsiteY1178" fmla="*/ 654939 h 666750"/>
                <a:gd name="connsiteX1179" fmla="*/ 760000 w 904875"/>
                <a:gd name="connsiteY1179" fmla="*/ 646843 h 666750"/>
                <a:gd name="connsiteX1180" fmla="*/ 761143 w 904875"/>
                <a:gd name="connsiteY1180" fmla="*/ 643795 h 666750"/>
                <a:gd name="connsiteX1181" fmla="*/ 763429 w 904875"/>
                <a:gd name="connsiteY1181" fmla="*/ 641985 h 666750"/>
                <a:gd name="connsiteX1182" fmla="*/ 766763 w 904875"/>
                <a:gd name="connsiteY1182" fmla="*/ 640461 h 666750"/>
                <a:gd name="connsiteX1183" fmla="*/ 770192 w 904875"/>
                <a:gd name="connsiteY1183" fmla="*/ 639413 h 666750"/>
                <a:gd name="connsiteX1184" fmla="*/ 772954 w 904875"/>
                <a:gd name="connsiteY1184" fmla="*/ 638937 h 666750"/>
                <a:gd name="connsiteX1185" fmla="*/ 775335 w 904875"/>
                <a:gd name="connsiteY1185" fmla="*/ 639413 h 666750"/>
                <a:gd name="connsiteX1186" fmla="*/ 777716 w 904875"/>
                <a:gd name="connsiteY1186" fmla="*/ 640556 h 666750"/>
                <a:gd name="connsiteX1187" fmla="*/ 780002 w 904875"/>
                <a:gd name="connsiteY1187" fmla="*/ 641318 h 666750"/>
                <a:gd name="connsiteX1188" fmla="*/ 782098 w 904875"/>
                <a:gd name="connsiteY1188" fmla="*/ 640747 h 666750"/>
                <a:gd name="connsiteX1189" fmla="*/ 786955 w 904875"/>
                <a:gd name="connsiteY1189" fmla="*/ 635127 h 666750"/>
                <a:gd name="connsiteX1190" fmla="*/ 798290 w 904875"/>
                <a:gd name="connsiteY1190" fmla="*/ 625983 h 666750"/>
                <a:gd name="connsiteX1191" fmla="*/ 803053 w 904875"/>
                <a:gd name="connsiteY1191" fmla="*/ 620078 h 666750"/>
                <a:gd name="connsiteX1192" fmla="*/ 805339 w 904875"/>
                <a:gd name="connsiteY1192" fmla="*/ 615601 h 666750"/>
                <a:gd name="connsiteX1193" fmla="*/ 806387 w 904875"/>
                <a:gd name="connsiteY1193" fmla="*/ 610648 h 666750"/>
                <a:gd name="connsiteX1194" fmla="*/ 805815 w 904875"/>
                <a:gd name="connsiteY1194" fmla="*/ 606171 h 666750"/>
                <a:gd name="connsiteX1195" fmla="*/ 803053 w 904875"/>
                <a:gd name="connsiteY1195" fmla="*/ 603028 h 666750"/>
                <a:gd name="connsiteX1196" fmla="*/ 799909 w 904875"/>
                <a:gd name="connsiteY1196" fmla="*/ 599504 h 666750"/>
                <a:gd name="connsiteX1197" fmla="*/ 798767 w 904875"/>
                <a:gd name="connsiteY1197" fmla="*/ 595503 h 666750"/>
                <a:gd name="connsiteX1198" fmla="*/ 798005 w 904875"/>
                <a:gd name="connsiteY1198" fmla="*/ 591312 h 666750"/>
                <a:gd name="connsiteX1199" fmla="*/ 795718 w 904875"/>
                <a:gd name="connsiteY1199" fmla="*/ 587026 h 666750"/>
                <a:gd name="connsiteX1200" fmla="*/ 788956 w 904875"/>
                <a:gd name="connsiteY1200" fmla="*/ 580930 h 666750"/>
                <a:gd name="connsiteX1201" fmla="*/ 786670 w 904875"/>
                <a:gd name="connsiteY1201" fmla="*/ 577310 h 666750"/>
                <a:gd name="connsiteX1202" fmla="*/ 786575 w 904875"/>
                <a:gd name="connsiteY1202" fmla="*/ 572167 h 666750"/>
                <a:gd name="connsiteX1203" fmla="*/ 787337 w 904875"/>
                <a:gd name="connsiteY1203" fmla="*/ 569595 h 666750"/>
                <a:gd name="connsiteX1204" fmla="*/ 787813 w 904875"/>
                <a:gd name="connsiteY1204" fmla="*/ 562356 h 666750"/>
                <a:gd name="connsiteX1205" fmla="*/ 788670 w 904875"/>
                <a:gd name="connsiteY1205" fmla="*/ 559689 h 666750"/>
                <a:gd name="connsiteX1206" fmla="*/ 791147 w 904875"/>
                <a:gd name="connsiteY1206" fmla="*/ 555974 h 666750"/>
                <a:gd name="connsiteX1207" fmla="*/ 792194 w 904875"/>
                <a:gd name="connsiteY1207" fmla="*/ 553879 h 666750"/>
                <a:gd name="connsiteX1208" fmla="*/ 791813 w 904875"/>
                <a:gd name="connsiteY1208" fmla="*/ 548831 h 666750"/>
                <a:gd name="connsiteX1209" fmla="*/ 787908 w 904875"/>
                <a:gd name="connsiteY1209" fmla="*/ 546735 h 666750"/>
                <a:gd name="connsiteX1210" fmla="*/ 778669 w 904875"/>
                <a:gd name="connsiteY1210" fmla="*/ 546354 h 666750"/>
                <a:gd name="connsiteX1211" fmla="*/ 774573 w 904875"/>
                <a:gd name="connsiteY1211" fmla="*/ 544925 h 666750"/>
                <a:gd name="connsiteX1212" fmla="*/ 765810 w 904875"/>
                <a:gd name="connsiteY1212" fmla="*/ 540163 h 666750"/>
                <a:gd name="connsiteX1213" fmla="*/ 762191 w 904875"/>
                <a:gd name="connsiteY1213" fmla="*/ 539877 h 666750"/>
                <a:gd name="connsiteX1214" fmla="*/ 758190 w 904875"/>
                <a:gd name="connsiteY1214" fmla="*/ 541687 h 666750"/>
                <a:gd name="connsiteX1215" fmla="*/ 757238 w 904875"/>
                <a:gd name="connsiteY1215" fmla="*/ 540925 h 666750"/>
                <a:gd name="connsiteX1216" fmla="*/ 757047 w 904875"/>
                <a:gd name="connsiteY1216" fmla="*/ 537686 h 666750"/>
                <a:gd name="connsiteX1217" fmla="*/ 756476 w 904875"/>
                <a:gd name="connsiteY1217" fmla="*/ 535115 h 666750"/>
                <a:gd name="connsiteX1218" fmla="*/ 755047 w 904875"/>
                <a:gd name="connsiteY1218" fmla="*/ 533305 h 666750"/>
                <a:gd name="connsiteX1219" fmla="*/ 753142 w 904875"/>
                <a:gd name="connsiteY1219" fmla="*/ 532067 h 666750"/>
                <a:gd name="connsiteX1220" fmla="*/ 751142 w 904875"/>
                <a:gd name="connsiteY1220" fmla="*/ 531114 h 666750"/>
                <a:gd name="connsiteX1221" fmla="*/ 746855 w 904875"/>
                <a:gd name="connsiteY1221" fmla="*/ 529781 h 666750"/>
                <a:gd name="connsiteX1222" fmla="*/ 745046 w 904875"/>
                <a:gd name="connsiteY1222" fmla="*/ 528733 h 666750"/>
                <a:gd name="connsiteX1223" fmla="*/ 738664 w 904875"/>
                <a:gd name="connsiteY1223" fmla="*/ 518160 h 666750"/>
                <a:gd name="connsiteX1224" fmla="*/ 738378 w 904875"/>
                <a:gd name="connsiteY1224" fmla="*/ 517969 h 666750"/>
                <a:gd name="connsiteX1225" fmla="*/ 737997 w 904875"/>
                <a:gd name="connsiteY1225" fmla="*/ 515969 h 666750"/>
                <a:gd name="connsiteX1226" fmla="*/ 737426 w 904875"/>
                <a:gd name="connsiteY1226" fmla="*/ 513017 h 666750"/>
                <a:gd name="connsiteX1227" fmla="*/ 737235 w 904875"/>
                <a:gd name="connsiteY1227" fmla="*/ 509588 h 666750"/>
                <a:gd name="connsiteX1228" fmla="*/ 737711 w 904875"/>
                <a:gd name="connsiteY1228" fmla="*/ 503206 h 666750"/>
                <a:gd name="connsiteX1229" fmla="*/ 737711 w 904875"/>
                <a:gd name="connsiteY1229" fmla="*/ 503206 h 666750"/>
                <a:gd name="connsiteX1230" fmla="*/ 737045 w 904875"/>
                <a:gd name="connsiteY1230" fmla="*/ 499491 h 666750"/>
                <a:gd name="connsiteX1231" fmla="*/ 735044 w 904875"/>
                <a:gd name="connsiteY1231" fmla="*/ 493205 h 666750"/>
                <a:gd name="connsiteX1232" fmla="*/ 734854 w 904875"/>
                <a:gd name="connsiteY1232" fmla="*/ 489776 h 666750"/>
                <a:gd name="connsiteX1233" fmla="*/ 736092 w 904875"/>
                <a:gd name="connsiteY1233" fmla="*/ 485775 h 666750"/>
                <a:gd name="connsiteX1234" fmla="*/ 738568 w 904875"/>
                <a:gd name="connsiteY1234" fmla="*/ 483965 h 666750"/>
                <a:gd name="connsiteX1235" fmla="*/ 741807 w 904875"/>
                <a:gd name="connsiteY1235" fmla="*/ 483870 h 666750"/>
                <a:gd name="connsiteX1236" fmla="*/ 745331 w 904875"/>
                <a:gd name="connsiteY1236" fmla="*/ 485108 h 666750"/>
                <a:gd name="connsiteX1237" fmla="*/ 748379 w 904875"/>
                <a:gd name="connsiteY1237" fmla="*/ 485870 h 666750"/>
                <a:gd name="connsiteX1238" fmla="*/ 749618 w 904875"/>
                <a:gd name="connsiteY1238" fmla="*/ 483965 h 666750"/>
                <a:gd name="connsiteX1239" fmla="*/ 749427 w 904875"/>
                <a:gd name="connsiteY1239" fmla="*/ 480536 h 666750"/>
                <a:gd name="connsiteX1240" fmla="*/ 747713 w 904875"/>
                <a:gd name="connsiteY1240" fmla="*/ 473964 h 666750"/>
                <a:gd name="connsiteX1241" fmla="*/ 747522 w 904875"/>
                <a:gd name="connsiteY1241" fmla="*/ 470630 h 666750"/>
                <a:gd name="connsiteX1242" fmla="*/ 747141 w 904875"/>
                <a:gd name="connsiteY1242" fmla="*/ 467487 h 666750"/>
                <a:gd name="connsiteX1243" fmla="*/ 745331 w 904875"/>
                <a:gd name="connsiteY1243" fmla="*/ 465106 h 666750"/>
                <a:gd name="connsiteX1244" fmla="*/ 741807 w 904875"/>
                <a:gd name="connsiteY1244" fmla="*/ 460915 h 666750"/>
                <a:gd name="connsiteX1245" fmla="*/ 739902 w 904875"/>
                <a:gd name="connsiteY1245" fmla="*/ 456152 h 666750"/>
                <a:gd name="connsiteX1246" fmla="*/ 738473 w 904875"/>
                <a:gd name="connsiteY1246" fmla="*/ 451009 h 666750"/>
                <a:gd name="connsiteX1247" fmla="*/ 736283 w 904875"/>
                <a:gd name="connsiteY1247" fmla="*/ 445961 h 666750"/>
                <a:gd name="connsiteX1248" fmla="*/ 735139 w 904875"/>
                <a:gd name="connsiteY1248" fmla="*/ 440531 h 666750"/>
                <a:gd name="connsiteX1249" fmla="*/ 736949 w 904875"/>
                <a:gd name="connsiteY1249" fmla="*/ 435388 h 666750"/>
                <a:gd name="connsiteX1250" fmla="*/ 740664 w 904875"/>
                <a:gd name="connsiteY1250" fmla="*/ 432054 h 666750"/>
                <a:gd name="connsiteX1251" fmla="*/ 752666 w 904875"/>
                <a:gd name="connsiteY1251" fmla="*/ 432816 h 666750"/>
                <a:gd name="connsiteX1252" fmla="*/ 755333 w 904875"/>
                <a:gd name="connsiteY1252" fmla="*/ 433673 h 666750"/>
                <a:gd name="connsiteX1253" fmla="*/ 756285 w 904875"/>
                <a:gd name="connsiteY1253" fmla="*/ 433673 h 666750"/>
                <a:gd name="connsiteX1254" fmla="*/ 757428 w 904875"/>
                <a:gd name="connsiteY1254" fmla="*/ 433007 h 666750"/>
                <a:gd name="connsiteX1255" fmla="*/ 758952 w 904875"/>
                <a:gd name="connsiteY1255" fmla="*/ 431006 h 666750"/>
                <a:gd name="connsiteX1256" fmla="*/ 759809 w 904875"/>
                <a:gd name="connsiteY1256" fmla="*/ 430244 h 666750"/>
                <a:gd name="connsiteX1257" fmla="*/ 763334 w 904875"/>
                <a:gd name="connsiteY1257" fmla="*/ 429387 h 666750"/>
                <a:gd name="connsiteX1258" fmla="*/ 791527 w 904875"/>
                <a:gd name="connsiteY1258" fmla="*/ 431483 h 666750"/>
                <a:gd name="connsiteX1259" fmla="*/ 794861 w 904875"/>
                <a:gd name="connsiteY1259" fmla="*/ 430054 h 666750"/>
                <a:gd name="connsiteX1260" fmla="*/ 799909 w 904875"/>
                <a:gd name="connsiteY1260" fmla="*/ 423672 h 666750"/>
                <a:gd name="connsiteX1261" fmla="*/ 803053 w 904875"/>
                <a:gd name="connsiteY1261" fmla="*/ 420719 h 666750"/>
                <a:gd name="connsiteX1262" fmla="*/ 805243 w 904875"/>
                <a:gd name="connsiteY1262" fmla="*/ 418338 h 666750"/>
                <a:gd name="connsiteX1263" fmla="*/ 805529 w 904875"/>
                <a:gd name="connsiteY1263" fmla="*/ 416338 h 666750"/>
                <a:gd name="connsiteX1264" fmla="*/ 804291 w 904875"/>
                <a:gd name="connsiteY1264" fmla="*/ 411194 h 666750"/>
                <a:gd name="connsiteX1265" fmla="*/ 804481 w 904875"/>
                <a:gd name="connsiteY1265" fmla="*/ 407670 h 666750"/>
                <a:gd name="connsiteX1266" fmla="*/ 805625 w 904875"/>
                <a:gd name="connsiteY1266" fmla="*/ 407099 h 666750"/>
                <a:gd name="connsiteX1267" fmla="*/ 807434 w 904875"/>
                <a:gd name="connsiteY1267" fmla="*/ 407575 h 666750"/>
                <a:gd name="connsiteX1268" fmla="*/ 809625 w 904875"/>
                <a:gd name="connsiteY1268" fmla="*/ 407384 h 666750"/>
                <a:gd name="connsiteX1269" fmla="*/ 811721 w 904875"/>
                <a:gd name="connsiteY1269" fmla="*/ 403860 h 666750"/>
                <a:gd name="connsiteX1270" fmla="*/ 811339 w 904875"/>
                <a:gd name="connsiteY1270" fmla="*/ 398145 h 666750"/>
                <a:gd name="connsiteX1271" fmla="*/ 808672 w 904875"/>
                <a:gd name="connsiteY1271" fmla="*/ 384048 h 666750"/>
                <a:gd name="connsiteX1272" fmla="*/ 806863 w 904875"/>
                <a:gd name="connsiteY1272" fmla="*/ 378333 h 666750"/>
                <a:gd name="connsiteX1273" fmla="*/ 806958 w 904875"/>
                <a:gd name="connsiteY1273" fmla="*/ 375571 h 666750"/>
                <a:gd name="connsiteX1274" fmla="*/ 808482 w 904875"/>
                <a:gd name="connsiteY1274" fmla="*/ 373571 h 666750"/>
                <a:gd name="connsiteX1275" fmla="*/ 810863 w 904875"/>
                <a:gd name="connsiteY1275" fmla="*/ 373285 h 666750"/>
                <a:gd name="connsiteX1276" fmla="*/ 820007 w 904875"/>
                <a:gd name="connsiteY1276" fmla="*/ 375571 h 666750"/>
                <a:gd name="connsiteX1277" fmla="*/ 825341 w 904875"/>
                <a:gd name="connsiteY1277" fmla="*/ 376238 h 666750"/>
                <a:gd name="connsiteX1278" fmla="*/ 830104 w 904875"/>
                <a:gd name="connsiteY1278" fmla="*/ 375190 h 666750"/>
                <a:gd name="connsiteX1279" fmla="*/ 830389 w 904875"/>
                <a:gd name="connsiteY1279" fmla="*/ 375094 h 666750"/>
                <a:gd name="connsiteX1280" fmla="*/ 833247 w 904875"/>
                <a:gd name="connsiteY1280" fmla="*/ 370999 h 666750"/>
                <a:gd name="connsiteX1281" fmla="*/ 833152 w 904875"/>
                <a:gd name="connsiteY1281" fmla="*/ 368427 h 666750"/>
                <a:gd name="connsiteX1282" fmla="*/ 831818 w 904875"/>
                <a:gd name="connsiteY1282" fmla="*/ 366713 h 666750"/>
                <a:gd name="connsiteX1283" fmla="*/ 830199 w 904875"/>
                <a:gd name="connsiteY1283" fmla="*/ 365189 h 666750"/>
                <a:gd name="connsiteX1284" fmla="*/ 829056 w 904875"/>
                <a:gd name="connsiteY1284" fmla="*/ 363188 h 666750"/>
                <a:gd name="connsiteX1285" fmla="*/ 829151 w 904875"/>
                <a:gd name="connsiteY1285" fmla="*/ 360426 h 666750"/>
                <a:gd name="connsiteX1286" fmla="*/ 830485 w 904875"/>
                <a:gd name="connsiteY1286" fmla="*/ 358426 h 666750"/>
                <a:gd name="connsiteX1287" fmla="*/ 832485 w 904875"/>
                <a:gd name="connsiteY1287" fmla="*/ 356997 h 666750"/>
                <a:gd name="connsiteX1288" fmla="*/ 834771 w 904875"/>
                <a:gd name="connsiteY1288" fmla="*/ 355949 h 666750"/>
                <a:gd name="connsiteX1289" fmla="*/ 839819 w 904875"/>
                <a:gd name="connsiteY1289" fmla="*/ 354997 h 666750"/>
                <a:gd name="connsiteX1290" fmla="*/ 841915 w 904875"/>
                <a:gd name="connsiteY1290" fmla="*/ 354140 h 666750"/>
                <a:gd name="connsiteX1291" fmla="*/ 843915 w 904875"/>
                <a:gd name="connsiteY1291" fmla="*/ 351949 h 666750"/>
                <a:gd name="connsiteX1292" fmla="*/ 844963 w 904875"/>
                <a:gd name="connsiteY1292" fmla="*/ 349282 h 666750"/>
                <a:gd name="connsiteX1293" fmla="*/ 845534 w 904875"/>
                <a:gd name="connsiteY1293" fmla="*/ 346043 h 666750"/>
                <a:gd name="connsiteX1294" fmla="*/ 846392 w 904875"/>
                <a:gd name="connsiteY1294" fmla="*/ 342995 h 666750"/>
                <a:gd name="connsiteX1295" fmla="*/ 848106 w 904875"/>
                <a:gd name="connsiteY1295" fmla="*/ 341090 h 666750"/>
                <a:gd name="connsiteX1296" fmla="*/ 852773 w 904875"/>
                <a:gd name="connsiteY1296" fmla="*/ 340614 h 666750"/>
                <a:gd name="connsiteX1297" fmla="*/ 856297 w 904875"/>
                <a:gd name="connsiteY1297" fmla="*/ 341281 h 666750"/>
                <a:gd name="connsiteX1298" fmla="*/ 862965 w 904875"/>
                <a:gd name="connsiteY1298" fmla="*/ 342614 h 666750"/>
                <a:gd name="connsiteX1299" fmla="*/ 867537 w 904875"/>
                <a:gd name="connsiteY1299" fmla="*/ 341186 h 666750"/>
                <a:gd name="connsiteX1300" fmla="*/ 869251 w 904875"/>
                <a:gd name="connsiteY1300" fmla="*/ 338995 h 666750"/>
                <a:gd name="connsiteX1301" fmla="*/ 871156 w 904875"/>
                <a:gd name="connsiteY1301" fmla="*/ 329946 h 666750"/>
                <a:gd name="connsiteX1302" fmla="*/ 873347 w 904875"/>
                <a:gd name="connsiteY1302" fmla="*/ 324517 h 666750"/>
                <a:gd name="connsiteX1303" fmla="*/ 874776 w 904875"/>
                <a:gd name="connsiteY1303" fmla="*/ 322136 h 666750"/>
                <a:gd name="connsiteX1304" fmla="*/ 881348 w 904875"/>
                <a:gd name="connsiteY1304" fmla="*/ 314420 h 666750"/>
                <a:gd name="connsiteX1305" fmla="*/ 883063 w 904875"/>
                <a:gd name="connsiteY1305" fmla="*/ 311277 h 666750"/>
                <a:gd name="connsiteX1306" fmla="*/ 884015 w 904875"/>
                <a:gd name="connsiteY1306" fmla="*/ 307277 h 666750"/>
                <a:gd name="connsiteX1307" fmla="*/ 883539 w 904875"/>
                <a:gd name="connsiteY1307" fmla="*/ 282893 h 666750"/>
                <a:gd name="connsiteX1308" fmla="*/ 884587 w 904875"/>
                <a:gd name="connsiteY1308" fmla="*/ 278511 h 666750"/>
                <a:gd name="connsiteX1309" fmla="*/ 888016 w 904875"/>
                <a:gd name="connsiteY1309" fmla="*/ 273844 h 666750"/>
                <a:gd name="connsiteX1310" fmla="*/ 891635 w 904875"/>
                <a:gd name="connsiteY1310" fmla="*/ 269748 h 666750"/>
                <a:gd name="connsiteX1311" fmla="*/ 894207 w 904875"/>
                <a:gd name="connsiteY1311" fmla="*/ 265652 h 666750"/>
                <a:gd name="connsiteX1312" fmla="*/ 895064 w 904875"/>
                <a:gd name="connsiteY1312" fmla="*/ 260985 h 666750"/>
                <a:gd name="connsiteX1313" fmla="*/ 893635 w 904875"/>
                <a:gd name="connsiteY1313" fmla="*/ 254984 h 666750"/>
                <a:gd name="connsiteX1314" fmla="*/ 892969 w 904875"/>
                <a:gd name="connsiteY1314" fmla="*/ 248984 h 666750"/>
                <a:gd name="connsiteX1315" fmla="*/ 895541 w 904875"/>
                <a:gd name="connsiteY1315" fmla="*/ 244316 h 666750"/>
                <a:gd name="connsiteX1316" fmla="*/ 903446 w 904875"/>
                <a:gd name="connsiteY1316" fmla="*/ 237268 h 666750"/>
                <a:gd name="connsiteX1317" fmla="*/ 905351 w 904875"/>
                <a:gd name="connsiteY1317" fmla="*/ 233077 h 666750"/>
                <a:gd name="connsiteX1318" fmla="*/ 905923 w 904875"/>
                <a:gd name="connsiteY1318" fmla="*/ 227267 h 66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</a:cxnLst>
              <a:rect l="l" t="t" r="r" b="b"/>
              <a:pathLst>
                <a:path w="904875" h="666750">
                  <a:moveTo>
                    <a:pt x="905637" y="226028"/>
                  </a:moveTo>
                  <a:lnTo>
                    <a:pt x="904780" y="222123"/>
                  </a:lnTo>
                  <a:lnTo>
                    <a:pt x="901446" y="220028"/>
                  </a:lnTo>
                  <a:lnTo>
                    <a:pt x="899636" y="220599"/>
                  </a:lnTo>
                  <a:lnTo>
                    <a:pt x="899541" y="220694"/>
                  </a:lnTo>
                  <a:lnTo>
                    <a:pt x="897826" y="221742"/>
                  </a:lnTo>
                  <a:lnTo>
                    <a:pt x="896112" y="222599"/>
                  </a:lnTo>
                  <a:lnTo>
                    <a:pt x="894207" y="222314"/>
                  </a:lnTo>
                  <a:lnTo>
                    <a:pt x="893350" y="221456"/>
                  </a:lnTo>
                  <a:lnTo>
                    <a:pt x="892778" y="220980"/>
                  </a:lnTo>
                  <a:lnTo>
                    <a:pt x="890683" y="217170"/>
                  </a:lnTo>
                  <a:lnTo>
                    <a:pt x="889159" y="215741"/>
                  </a:lnTo>
                  <a:lnTo>
                    <a:pt x="884968" y="214694"/>
                  </a:lnTo>
                  <a:lnTo>
                    <a:pt x="882777" y="217075"/>
                  </a:lnTo>
                  <a:lnTo>
                    <a:pt x="880110" y="225838"/>
                  </a:lnTo>
                  <a:lnTo>
                    <a:pt x="878110" y="229267"/>
                  </a:lnTo>
                  <a:lnTo>
                    <a:pt x="874967" y="232982"/>
                  </a:lnTo>
                  <a:lnTo>
                    <a:pt x="871442" y="235744"/>
                  </a:lnTo>
                  <a:lnTo>
                    <a:pt x="868109" y="236506"/>
                  </a:lnTo>
                  <a:lnTo>
                    <a:pt x="864775" y="234601"/>
                  </a:lnTo>
                  <a:lnTo>
                    <a:pt x="862679" y="230791"/>
                  </a:lnTo>
                  <a:lnTo>
                    <a:pt x="861441" y="226124"/>
                  </a:lnTo>
                  <a:lnTo>
                    <a:pt x="860774" y="221742"/>
                  </a:lnTo>
                  <a:lnTo>
                    <a:pt x="859346" y="217170"/>
                  </a:lnTo>
                  <a:lnTo>
                    <a:pt x="856583" y="210598"/>
                  </a:lnTo>
                  <a:lnTo>
                    <a:pt x="853059" y="206407"/>
                  </a:lnTo>
                  <a:lnTo>
                    <a:pt x="849821" y="208502"/>
                  </a:lnTo>
                  <a:lnTo>
                    <a:pt x="848487" y="210884"/>
                  </a:lnTo>
                  <a:lnTo>
                    <a:pt x="846582" y="212884"/>
                  </a:lnTo>
                  <a:lnTo>
                    <a:pt x="844296" y="213741"/>
                  </a:lnTo>
                  <a:lnTo>
                    <a:pt x="842105" y="212693"/>
                  </a:lnTo>
                  <a:lnTo>
                    <a:pt x="840962" y="210503"/>
                  </a:lnTo>
                  <a:lnTo>
                    <a:pt x="840581" y="207836"/>
                  </a:lnTo>
                  <a:lnTo>
                    <a:pt x="839819" y="205549"/>
                  </a:lnTo>
                  <a:lnTo>
                    <a:pt x="837438" y="204407"/>
                  </a:lnTo>
                  <a:lnTo>
                    <a:pt x="828199" y="203073"/>
                  </a:lnTo>
                  <a:lnTo>
                    <a:pt x="824865" y="200501"/>
                  </a:lnTo>
                  <a:lnTo>
                    <a:pt x="821912" y="192596"/>
                  </a:lnTo>
                  <a:lnTo>
                    <a:pt x="819055" y="188119"/>
                  </a:lnTo>
                  <a:lnTo>
                    <a:pt x="818579" y="185737"/>
                  </a:lnTo>
                  <a:lnTo>
                    <a:pt x="819722" y="183356"/>
                  </a:lnTo>
                  <a:lnTo>
                    <a:pt x="821246" y="181547"/>
                  </a:lnTo>
                  <a:lnTo>
                    <a:pt x="822008" y="179642"/>
                  </a:lnTo>
                  <a:lnTo>
                    <a:pt x="820484" y="176879"/>
                  </a:lnTo>
                  <a:lnTo>
                    <a:pt x="819436" y="176403"/>
                  </a:lnTo>
                  <a:lnTo>
                    <a:pt x="815721" y="175736"/>
                  </a:lnTo>
                  <a:lnTo>
                    <a:pt x="814673" y="175070"/>
                  </a:lnTo>
                  <a:lnTo>
                    <a:pt x="814292" y="173831"/>
                  </a:lnTo>
                  <a:lnTo>
                    <a:pt x="814197" y="172498"/>
                  </a:lnTo>
                  <a:lnTo>
                    <a:pt x="813626" y="171450"/>
                  </a:lnTo>
                  <a:lnTo>
                    <a:pt x="811054" y="170593"/>
                  </a:lnTo>
                  <a:lnTo>
                    <a:pt x="808387" y="171069"/>
                  </a:lnTo>
                  <a:lnTo>
                    <a:pt x="803053" y="173165"/>
                  </a:lnTo>
                  <a:lnTo>
                    <a:pt x="798195" y="171926"/>
                  </a:lnTo>
                  <a:lnTo>
                    <a:pt x="797147" y="168688"/>
                  </a:lnTo>
                  <a:lnTo>
                    <a:pt x="797528" y="164402"/>
                  </a:lnTo>
                  <a:lnTo>
                    <a:pt x="797052" y="159925"/>
                  </a:lnTo>
                  <a:lnTo>
                    <a:pt x="794290" y="156782"/>
                  </a:lnTo>
                  <a:lnTo>
                    <a:pt x="790099" y="154877"/>
                  </a:lnTo>
                  <a:lnTo>
                    <a:pt x="785431" y="154210"/>
                  </a:lnTo>
                  <a:lnTo>
                    <a:pt x="781622" y="154591"/>
                  </a:lnTo>
                  <a:lnTo>
                    <a:pt x="769334" y="159734"/>
                  </a:lnTo>
                  <a:lnTo>
                    <a:pt x="754856" y="161163"/>
                  </a:lnTo>
                  <a:lnTo>
                    <a:pt x="741331" y="166307"/>
                  </a:lnTo>
                  <a:lnTo>
                    <a:pt x="737711" y="166878"/>
                  </a:lnTo>
                  <a:lnTo>
                    <a:pt x="734092" y="166307"/>
                  </a:lnTo>
                  <a:lnTo>
                    <a:pt x="726186" y="163354"/>
                  </a:lnTo>
                  <a:lnTo>
                    <a:pt x="721900" y="162592"/>
                  </a:lnTo>
                  <a:lnTo>
                    <a:pt x="717613" y="162782"/>
                  </a:lnTo>
                  <a:lnTo>
                    <a:pt x="713899" y="164592"/>
                  </a:lnTo>
                  <a:lnTo>
                    <a:pt x="712470" y="166211"/>
                  </a:lnTo>
                  <a:lnTo>
                    <a:pt x="709422" y="172403"/>
                  </a:lnTo>
                  <a:lnTo>
                    <a:pt x="707993" y="174022"/>
                  </a:lnTo>
                  <a:lnTo>
                    <a:pt x="695706" y="182499"/>
                  </a:lnTo>
                  <a:lnTo>
                    <a:pt x="691420" y="184404"/>
                  </a:lnTo>
                  <a:lnTo>
                    <a:pt x="682943" y="185357"/>
                  </a:lnTo>
                  <a:lnTo>
                    <a:pt x="678942" y="187643"/>
                  </a:lnTo>
                  <a:lnTo>
                    <a:pt x="675037" y="190500"/>
                  </a:lnTo>
                  <a:lnTo>
                    <a:pt x="670846" y="192691"/>
                  </a:lnTo>
                  <a:lnTo>
                    <a:pt x="666464" y="193834"/>
                  </a:lnTo>
                  <a:lnTo>
                    <a:pt x="664559" y="194786"/>
                  </a:lnTo>
                  <a:lnTo>
                    <a:pt x="662845" y="196501"/>
                  </a:lnTo>
                  <a:lnTo>
                    <a:pt x="660559" y="200216"/>
                  </a:lnTo>
                  <a:lnTo>
                    <a:pt x="659225" y="201549"/>
                  </a:lnTo>
                  <a:lnTo>
                    <a:pt x="654177" y="203168"/>
                  </a:lnTo>
                  <a:lnTo>
                    <a:pt x="651415" y="204883"/>
                  </a:lnTo>
                  <a:lnTo>
                    <a:pt x="649129" y="207455"/>
                  </a:lnTo>
                  <a:lnTo>
                    <a:pt x="647605" y="210693"/>
                  </a:lnTo>
                  <a:lnTo>
                    <a:pt x="645986" y="216122"/>
                  </a:lnTo>
                  <a:lnTo>
                    <a:pt x="644461" y="216980"/>
                  </a:lnTo>
                  <a:lnTo>
                    <a:pt x="641223" y="216694"/>
                  </a:lnTo>
                  <a:lnTo>
                    <a:pt x="630936" y="213455"/>
                  </a:lnTo>
                  <a:lnTo>
                    <a:pt x="627507" y="213646"/>
                  </a:lnTo>
                  <a:lnTo>
                    <a:pt x="625983" y="215837"/>
                  </a:lnTo>
                  <a:lnTo>
                    <a:pt x="624935" y="219170"/>
                  </a:lnTo>
                  <a:lnTo>
                    <a:pt x="622935" y="223266"/>
                  </a:lnTo>
                  <a:lnTo>
                    <a:pt x="620078" y="224981"/>
                  </a:lnTo>
                  <a:lnTo>
                    <a:pt x="616649" y="224695"/>
                  </a:lnTo>
                  <a:lnTo>
                    <a:pt x="613124" y="223552"/>
                  </a:lnTo>
                  <a:lnTo>
                    <a:pt x="609695" y="223076"/>
                  </a:lnTo>
                  <a:lnTo>
                    <a:pt x="606647" y="222599"/>
                  </a:lnTo>
                  <a:lnTo>
                    <a:pt x="605123" y="222695"/>
                  </a:lnTo>
                  <a:lnTo>
                    <a:pt x="603599" y="223266"/>
                  </a:lnTo>
                  <a:lnTo>
                    <a:pt x="600075" y="225933"/>
                  </a:lnTo>
                  <a:lnTo>
                    <a:pt x="596932" y="227743"/>
                  </a:lnTo>
                  <a:lnTo>
                    <a:pt x="593598" y="228410"/>
                  </a:lnTo>
                  <a:lnTo>
                    <a:pt x="577310" y="225647"/>
                  </a:lnTo>
                  <a:lnTo>
                    <a:pt x="577215" y="224599"/>
                  </a:lnTo>
                  <a:lnTo>
                    <a:pt x="576072" y="211074"/>
                  </a:lnTo>
                  <a:lnTo>
                    <a:pt x="571500" y="200882"/>
                  </a:lnTo>
                  <a:lnTo>
                    <a:pt x="565976" y="202502"/>
                  </a:lnTo>
                  <a:lnTo>
                    <a:pt x="557594" y="191262"/>
                  </a:lnTo>
                  <a:lnTo>
                    <a:pt x="553022" y="191262"/>
                  </a:lnTo>
                  <a:lnTo>
                    <a:pt x="541496" y="192691"/>
                  </a:lnTo>
                  <a:lnTo>
                    <a:pt x="532352" y="189738"/>
                  </a:lnTo>
                  <a:lnTo>
                    <a:pt x="527685" y="188309"/>
                  </a:lnTo>
                  <a:lnTo>
                    <a:pt x="525304" y="182690"/>
                  </a:lnTo>
                  <a:lnTo>
                    <a:pt x="518350" y="177070"/>
                  </a:lnTo>
                  <a:lnTo>
                    <a:pt x="510350" y="174117"/>
                  </a:lnTo>
                  <a:lnTo>
                    <a:pt x="498824" y="171355"/>
                  </a:lnTo>
                  <a:lnTo>
                    <a:pt x="491871" y="164116"/>
                  </a:lnTo>
                  <a:lnTo>
                    <a:pt x="491871" y="145637"/>
                  </a:lnTo>
                  <a:lnTo>
                    <a:pt x="489585" y="135636"/>
                  </a:lnTo>
                  <a:lnTo>
                    <a:pt x="484918" y="128492"/>
                  </a:lnTo>
                  <a:lnTo>
                    <a:pt x="479203" y="124206"/>
                  </a:lnTo>
                  <a:lnTo>
                    <a:pt x="467582" y="124206"/>
                  </a:lnTo>
                  <a:lnTo>
                    <a:pt x="456152" y="119920"/>
                  </a:lnTo>
                  <a:lnTo>
                    <a:pt x="451485" y="117158"/>
                  </a:lnTo>
                  <a:lnTo>
                    <a:pt x="446913" y="107061"/>
                  </a:lnTo>
                  <a:lnTo>
                    <a:pt x="438721" y="104204"/>
                  </a:lnTo>
                  <a:lnTo>
                    <a:pt x="429578" y="105632"/>
                  </a:lnTo>
                  <a:lnTo>
                    <a:pt x="419195" y="90678"/>
                  </a:lnTo>
                  <a:lnTo>
                    <a:pt x="399859" y="87630"/>
                  </a:lnTo>
                  <a:lnTo>
                    <a:pt x="399383" y="85344"/>
                  </a:lnTo>
                  <a:lnTo>
                    <a:pt x="399288" y="85154"/>
                  </a:lnTo>
                  <a:lnTo>
                    <a:pt x="387572" y="62675"/>
                  </a:lnTo>
                  <a:lnTo>
                    <a:pt x="384715" y="59055"/>
                  </a:lnTo>
                  <a:lnTo>
                    <a:pt x="377857" y="52864"/>
                  </a:lnTo>
                  <a:lnTo>
                    <a:pt x="370713" y="47720"/>
                  </a:lnTo>
                  <a:lnTo>
                    <a:pt x="361569" y="43339"/>
                  </a:lnTo>
                  <a:lnTo>
                    <a:pt x="352425" y="41434"/>
                  </a:lnTo>
                  <a:lnTo>
                    <a:pt x="345281" y="44196"/>
                  </a:lnTo>
                  <a:lnTo>
                    <a:pt x="344519" y="45625"/>
                  </a:lnTo>
                  <a:lnTo>
                    <a:pt x="344234" y="47149"/>
                  </a:lnTo>
                  <a:lnTo>
                    <a:pt x="343471" y="48101"/>
                  </a:lnTo>
                  <a:lnTo>
                    <a:pt x="336518" y="47816"/>
                  </a:lnTo>
                  <a:lnTo>
                    <a:pt x="334042" y="44291"/>
                  </a:lnTo>
                  <a:lnTo>
                    <a:pt x="333184" y="38862"/>
                  </a:lnTo>
                  <a:lnTo>
                    <a:pt x="332994" y="32957"/>
                  </a:lnTo>
                  <a:lnTo>
                    <a:pt x="332137" y="27432"/>
                  </a:lnTo>
                  <a:lnTo>
                    <a:pt x="330232" y="23051"/>
                  </a:lnTo>
                  <a:lnTo>
                    <a:pt x="327184" y="20003"/>
                  </a:lnTo>
                  <a:lnTo>
                    <a:pt x="322802" y="18098"/>
                  </a:lnTo>
                  <a:lnTo>
                    <a:pt x="309182" y="15240"/>
                  </a:lnTo>
                  <a:lnTo>
                    <a:pt x="305276" y="12954"/>
                  </a:lnTo>
                  <a:lnTo>
                    <a:pt x="301942" y="10001"/>
                  </a:lnTo>
                  <a:lnTo>
                    <a:pt x="300323" y="9049"/>
                  </a:lnTo>
                  <a:lnTo>
                    <a:pt x="298228" y="8668"/>
                  </a:lnTo>
                  <a:lnTo>
                    <a:pt x="288322" y="10097"/>
                  </a:lnTo>
                  <a:lnTo>
                    <a:pt x="283940" y="10097"/>
                  </a:lnTo>
                  <a:lnTo>
                    <a:pt x="280035" y="11144"/>
                  </a:lnTo>
                  <a:lnTo>
                    <a:pt x="277940" y="12002"/>
                  </a:lnTo>
                  <a:lnTo>
                    <a:pt x="276320" y="13240"/>
                  </a:lnTo>
                  <a:lnTo>
                    <a:pt x="275177" y="15050"/>
                  </a:lnTo>
                  <a:lnTo>
                    <a:pt x="274225" y="19241"/>
                  </a:lnTo>
                  <a:lnTo>
                    <a:pt x="273463" y="20574"/>
                  </a:lnTo>
                  <a:lnTo>
                    <a:pt x="271939" y="21241"/>
                  </a:lnTo>
                  <a:lnTo>
                    <a:pt x="271272" y="19907"/>
                  </a:lnTo>
                  <a:lnTo>
                    <a:pt x="270605" y="15526"/>
                  </a:lnTo>
                  <a:lnTo>
                    <a:pt x="269748" y="13716"/>
                  </a:lnTo>
                  <a:lnTo>
                    <a:pt x="266414" y="8668"/>
                  </a:lnTo>
                  <a:lnTo>
                    <a:pt x="266414" y="8668"/>
                  </a:lnTo>
                  <a:lnTo>
                    <a:pt x="262700" y="5620"/>
                  </a:lnTo>
                  <a:lnTo>
                    <a:pt x="254222" y="5429"/>
                  </a:lnTo>
                  <a:lnTo>
                    <a:pt x="251174" y="2667"/>
                  </a:lnTo>
                  <a:lnTo>
                    <a:pt x="249460" y="381"/>
                  </a:lnTo>
                  <a:lnTo>
                    <a:pt x="247745" y="0"/>
                  </a:lnTo>
                  <a:lnTo>
                    <a:pt x="243459" y="1619"/>
                  </a:lnTo>
                  <a:lnTo>
                    <a:pt x="236125" y="3524"/>
                  </a:lnTo>
                  <a:lnTo>
                    <a:pt x="233839" y="4667"/>
                  </a:lnTo>
                  <a:lnTo>
                    <a:pt x="234410" y="5525"/>
                  </a:lnTo>
                  <a:lnTo>
                    <a:pt x="234601" y="6572"/>
                  </a:lnTo>
                  <a:lnTo>
                    <a:pt x="234505" y="7620"/>
                  </a:lnTo>
                  <a:lnTo>
                    <a:pt x="234029" y="8668"/>
                  </a:lnTo>
                  <a:lnTo>
                    <a:pt x="233267" y="13240"/>
                  </a:lnTo>
                  <a:lnTo>
                    <a:pt x="231457" y="13811"/>
                  </a:lnTo>
                  <a:lnTo>
                    <a:pt x="229171" y="11811"/>
                  </a:lnTo>
                  <a:lnTo>
                    <a:pt x="227076" y="8668"/>
                  </a:lnTo>
                  <a:lnTo>
                    <a:pt x="226695" y="8287"/>
                  </a:lnTo>
                  <a:lnTo>
                    <a:pt x="226219" y="7906"/>
                  </a:lnTo>
                  <a:lnTo>
                    <a:pt x="224028" y="7239"/>
                  </a:lnTo>
                  <a:lnTo>
                    <a:pt x="221551" y="7334"/>
                  </a:lnTo>
                  <a:lnTo>
                    <a:pt x="216694" y="8668"/>
                  </a:lnTo>
                  <a:lnTo>
                    <a:pt x="213741" y="11144"/>
                  </a:lnTo>
                  <a:lnTo>
                    <a:pt x="204121" y="17336"/>
                  </a:lnTo>
                  <a:lnTo>
                    <a:pt x="198501" y="21908"/>
                  </a:lnTo>
                  <a:lnTo>
                    <a:pt x="195739" y="22955"/>
                  </a:lnTo>
                  <a:lnTo>
                    <a:pt x="188119" y="22003"/>
                  </a:lnTo>
                  <a:lnTo>
                    <a:pt x="186214" y="22479"/>
                  </a:lnTo>
                  <a:lnTo>
                    <a:pt x="184594" y="23813"/>
                  </a:lnTo>
                  <a:lnTo>
                    <a:pt x="183832" y="25813"/>
                  </a:lnTo>
                  <a:lnTo>
                    <a:pt x="183261" y="30766"/>
                  </a:lnTo>
                  <a:lnTo>
                    <a:pt x="182118" y="32195"/>
                  </a:lnTo>
                  <a:lnTo>
                    <a:pt x="175355" y="34481"/>
                  </a:lnTo>
                  <a:lnTo>
                    <a:pt x="172021" y="34385"/>
                  </a:lnTo>
                  <a:lnTo>
                    <a:pt x="168592" y="33147"/>
                  </a:lnTo>
                  <a:lnTo>
                    <a:pt x="165163" y="32195"/>
                  </a:lnTo>
                  <a:lnTo>
                    <a:pt x="155734" y="26194"/>
                  </a:lnTo>
                  <a:lnTo>
                    <a:pt x="152114" y="24765"/>
                  </a:lnTo>
                  <a:lnTo>
                    <a:pt x="145066" y="23432"/>
                  </a:lnTo>
                  <a:lnTo>
                    <a:pt x="138017" y="23146"/>
                  </a:lnTo>
                  <a:lnTo>
                    <a:pt x="138017" y="23241"/>
                  </a:lnTo>
                  <a:lnTo>
                    <a:pt x="137731" y="26003"/>
                  </a:lnTo>
                  <a:lnTo>
                    <a:pt x="138017" y="27813"/>
                  </a:lnTo>
                  <a:lnTo>
                    <a:pt x="138017" y="27813"/>
                  </a:lnTo>
                  <a:lnTo>
                    <a:pt x="138017" y="27908"/>
                  </a:lnTo>
                  <a:lnTo>
                    <a:pt x="138303" y="28575"/>
                  </a:lnTo>
                  <a:lnTo>
                    <a:pt x="138970" y="29337"/>
                  </a:lnTo>
                  <a:lnTo>
                    <a:pt x="139351" y="29528"/>
                  </a:lnTo>
                  <a:lnTo>
                    <a:pt x="139541" y="29718"/>
                  </a:lnTo>
                  <a:lnTo>
                    <a:pt x="140113" y="30099"/>
                  </a:lnTo>
                  <a:lnTo>
                    <a:pt x="141065" y="30385"/>
                  </a:lnTo>
                  <a:lnTo>
                    <a:pt x="145256" y="31147"/>
                  </a:lnTo>
                  <a:lnTo>
                    <a:pt x="146494" y="31718"/>
                  </a:lnTo>
                  <a:lnTo>
                    <a:pt x="147923" y="32576"/>
                  </a:lnTo>
                  <a:lnTo>
                    <a:pt x="148114" y="32671"/>
                  </a:lnTo>
                  <a:lnTo>
                    <a:pt x="149638" y="34290"/>
                  </a:lnTo>
                  <a:lnTo>
                    <a:pt x="149733" y="34385"/>
                  </a:lnTo>
                  <a:lnTo>
                    <a:pt x="156019" y="38767"/>
                  </a:lnTo>
                  <a:lnTo>
                    <a:pt x="156115" y="38862"/>
                  </a:lnTo>
                  <a:lnTo>
                    <a:pt x="157544" y="40100"/>
                  </a:lnTo>
                  <a:lnTo>
                    <a:pt x="158210" y="40862"/>
                  </a:lnTo>
                  <a:lnTo>
                    <a:pt x="158305" y="40958"/>
                  </a:lnTo>
                  <a:lnTo>
                    <a:pt x="158305" y="40958"/>
                  </a:lnTo>
                  <a:lnTo>
                    <a:pt x="158496" y="41815"/>
                  </a:lnTo>
                  <a:lnTo>
                    <a:pt x="158686" y="42958"/>
                  </a:lnTo>
                  <a:lnTo>
                    <a:pt x="158686" y="42958"/>
                  </a:lnTo>
                  <a:lnTo>
                    <a:pt x="158782" y="43625"/>
                  </a:lnTo>
                  <a:lnTo>
                    <a:pt x="158782" y="44387"/>
                  </a:lnTo>
                  <a:lnTo>
                    <a:pt x="158305" y="45625"/>
                  </a:lnTo>
                  <a:lnTo>
                    <a:pt x="158210" y="46196"/>
                  </a:lnTo>
                  <a:lnTo>
                    <a:pt x="158210" y="46768"/>
                  </a:lnTo>
                  <a:lnTo>
                    <a:pt x="158305" y="47435"/>
                  </a:lnTo>
                  <a:lnTo>
                    <a:pt x="158401" y="48197"/>
                  </a:lnTo>
                  <a:lnTo>
                    <a:pt x="158115" y="49054"/>
                  </a:lnTo>
                  <a:lnTo>
                    <a:pt x="157353" y="49435"/>
                  </a:lnTo>
                  <a:lnTo>
                    <a:pt x="156781" y="49530"/>
                  </a:lnTo>
                  <a:lnTo>
                    <a:pt x="154496" y="48959"/>
                  </a:lnTo>
                  <a:lnTo>
                    <a:pt x="152019" y="48006"/>
                  </a:lnTo>
                  <a:lnTo>
                    <a:pt x="148400" y="46958"/>
                  </a:lnTo>
                  <a:lnTo>
                    <a:pt x="147161" y="46863"/>
                  </a:lnTo>
                  <a:lnTo>
                    <a:pt x="146685" y="46958"/>
                  </a:lnTo>
                  <a:lnTo>
                    <a:pt x="144399" y="48578"/>
                  </a:lnTo>
                  <a:lnTo>
                    <a:pt x="143732" y="48768"/>
                  </a:lnTo>
                  <a:lnTo>
                    <a:pt x="143161" y="48673"/>
                  </a:lnTo>
                  <a:lnTo>
                    <a:pt x="140875" y="47530"/>
                  </a:lnTo>
                  <a:lnTo>
                    <a:pt x="139922" y="47244"/>
                  </a:lnTo>
                  <a:lnTo>
                    <a:pt x="139065" y="47149"/>
                  </a:lnTo>
                  <a:lnTo>
                    <a:pt x="138398" y="47435"/>
                  </a:lnTo>
                  <a:lnTo>
                    <a:pt x="136112" y="49625"/>
                  </a:lnTo>
                  <a:lnTo>
                    <a:pt x="134874" y="50387"/>
                  </a:lnTo>
                  <a:lnTo>
                    <a:pt x="134207" y="50483"/>
                  </a:lnTo>
                  <a:lnTo>
                    <a:pt x="133636" y="50387"/>
                  </a:lnTo>
                  <a:lnTo>
                    <a:pt x="132302" y="49721"/>
                  </a:lnTo>
                  <a:lnTo>
                    <a:pt x="131445" y="49530"/>
                  </a:lnTo>
                  <a:lnTo>
                    <a:pt x="128397" y="49721"/>
                  </a:lnTo>
                  <a:lnTo>
                    <a:pt x="127730" y="49625"/>
                  </a:lnTo>
                  <a:lnTo>
                    <a:pt x="127159" y="49340"/>
                  </a:lnTo>
                  <a:lnTo>
                    <a:pt x="127063" y="49244"/>
                  </a:lnTo>
                  <a:lnTo>
                    <a:pt x="126682" y="48863"/>
                  </a:lnTo>
                  <a:lnTo>
                    <a:pt x="126016" y="47911"/>
                  </a:lnTo>
                  <a:lnTo>
                    <a:pt x="125063" y="46387"/>
                  </a:lnTo>
                  <a:lnTo>
                    <a:pt x="124587" y="46006"/>
                  </a:lnTo>
                  <a:lnTo>
                    <a:pt x="124492" y="46006"/>
                  </a:lnTo>
                  <a:lnTo>
                    <a:pt x="124015" y="46006"/>
                  </a:lnTo>
                  <a:lnTo>
                    <a:pt x="122396" y="46863"/>
                  </a:lnTo>
                  <a:lnTo>
                    <a:pt x="121825" y="47054"/>
                  </a:lnTo>
                  <a:lnTo>
                    <a:pt x="121158" y="47054"/>
                  </a:lnTo>
                  <a:lnTo>
                    <a:pt x="120205" y="46577"/>
                  </a:lnTo>
                  <a:lnTo>
                    <a:pt x="119729" y="46387"/>
                  </a:lnTo>
                  <a:lnTo>
                    <a:pt x="118396" y="46387"/>
                  </a:lnTo>
                  <a:lnTo>
                    <a:pt x="115919" y="46673"/>
                  </a:lnTo>
                  <a:lnTo>
                    <a:pt x="115157" y="46577"/>
                  </a:lnTo>
                  <a:lnTo>
                    <a:pt x="108299" y="44291"/>
                  </a:lnTo>
                  <a:lnTo>
                    <a:pt x="105442" y="43720"/>
                  </a:lnTo>
                  <a:lnTo>
                    <a:pt x="103918" y="43625"/>
                  </a:lnTo>
                  <a:lnTo>
                    <a:pt x="92107" y="48006"/>
                  </a:lnTo>
                  <a:lnTo>
                    <a:pt x="90106" y="48578"/>
                  </a:lnTo>
                  <a:lnTo>
                    <a:pt x="89059" y="48578"/>
                  </a:lnTo>
                  <a:lnTo>
                    <a:pt x="87154" y="48387"/>
                  </a:lnTo>
                  <a:lnTo>
                    <a:pt x="83915" y="48673"/>
                  </a:lnTo>
                  <a:lnTo>
                    <a:pt x="81058" y="49340"/>
                  </a:lnTo>
                  <a:lnTo>
                    <a:pt x="80486" y="49244"/>
                  </a:lnTo>
                  <a:lnTo>
                    <a:pt x="79915" y="48863"/>
                  </a:lnTo>
                  <a:lnTo>
                    <a:pt x="79915" y="48863"/>
                  </a:lnTo>
                  <a:lnTo>
                    <a:pt x="78105" y="47054"/>
                  </a:lnTo>
                  <a:lnTo>
                    <a:pt x="76962" y="46196"/>
                  </a:lnTo>
                  <a:lnTo>
                    <a:pt x="76867" y="46196"/>
                  </a:lnTo>
                  <a:lnTo>
                    <a:pt x="76295" y="46101"/>
                  </a:lnTo>
                  <a:lnTo>
                    <a:pt x="75724" y="46291"/>
                  </a:lnTo>
                  <a:lnTo>
                    <a:pt x="72295" y="49054"/>
                  </a:lnTo>
                  <a:lnTo>
                    <a:pt x="70961" y="49721"/>
                  </a:lnTo>
                  <a:lnTo>
                    <a:pt x="67151" y="50673"/>
                  </a:lnTo>
                  <a:lnTo>
                    <a:pt x="64960" y="50959"/>
                  </a:lnTo>
                  <a:lnTo>
                    <a:pt x="64389" y="51245"/>
                  </a:lnTo>
                  <a:lnTo>
                    <a:pt x="64103" y="51816"/>
                  </a:lnTo>
                  <a:lnTo>
                    <a:pt x="64198" y="52388"/>
                  </a:lnTo>
                  <a:lnTo>
                    <a:pt x="64294" y="53150"/>
                  </a:lnTo>
                  <a:lnTo>
                    <a:pt x="64389" y="56293"/>
                  </a:lnTo>
                  <a:lnTo>
                    <a:pt x="64865" y="58103"/>
                  </a:lnTo>
                  <a:lnTo>
                    <a:pt x="66675" y="62865"/>
                  </a:lnTo>
                  <a:lnTo>
                    <a:pt x="66961" y="64103"/>
                  </a:lnTo>
                  <a:lnTo>
                    <a:pt x="66961" y="64484"/>
                  </a:lnTo>
                  <a:lnTo>
                    <a:pt x="66770" y="64961"/>
                  </a:lnTo>
                  <a:lnTo>
                    <a:pt x="65722" y="66866"/>
                  </a:lnTo>
                  <a:lnTo>
                    <a:pt x="64198" y="69247"/>
                  </a:lnTo>
                  <a:lnTo>
                    <a:pt x="63913" y="69914"/>
                  </a:lnTo>
                  <a:lnTo>
                    <a:pt x="63532" y="71723"/>
                  </a:lnTo>
                  <a:lnTo>
                    <a:pt x="63151" y="72771"/>
                  </a:lnTo>
                  <a:lnTo>
                    <a:pt x="62293" y="74105"/>
                  </a:lnTo>
                  <a:lnTo>
                    <a:pt x="61531" y="74771"/>
                  </a:lnTo>
                  <a:lnTo>
                    <a:pt x="60769" y="75343"/>
                  </a:lnTo>
                  <a:lnTo>
                    <a:pt x="54673" y="77724"/>
                  </a:lnTo>
                  <a:lnTo>
                    <a:pt x="53912" y="78200"/>
                  </a:lnTo>
                  <a:lnTo>
                    <a:pt x="53626" y="78677"/>
                  </a:lnTo>
                  <a:lnTo>
                    <a:pt x="53626" y="79248"/>
                  </a:lnTo>
                  <a:lnTo>
                    <a:pt x="53816" y="79820"/>
                  </a:lnTo>
                  <a:lnTo>
                    <a:pt x="54197" y="80486"/>
                  </a:lnTo>
                  <a:lnTo>
                    <a:pt x="54578" y="81344"/>
                  </a:lnTo>
                  <a:lnTo>
                    <a:pt x="54673" y="82106"/>
                  </a:lnTo>
                  <a:lnTo>
                    <a:pt x="54578" y="83249"/>
                  </a:lnTo>
                  <a:lnTo>
                    <a:pt x="54197" y="83725"/>
                  </a:lnTo>
                  <a:lnTo>
                    <a:pt x="53721" y="84011"/>
                  </a:lnTo>
                  <a:lnTo>
                    <a:pt x="50863" y="84392"/>
                  </a:lnTo>
                  <a:lnTo>
                    <a:pt x="47339" y="84392"/>
                  </a:lnTo>
                  <a:lnTo>
                    <a:pt x="45148" y="84773"/>
                  </a:lnTo>
                  <a:lnTo>
                    <a:pt x="43910" y="85344"/>
                  </a:lnTo>
                  <a:lnTo>
                    <a:pt x="43243" y="86011"/>
                  </a:lnTo>
                  <a:lnTo>
                    <a:pt x="43053" y="86677"/>
                  </a:lnTo>
                  <a:lnTo>
                    <a:pt x="42767" y="88583"/>
                  </a:lnTo>
                  <a:lnTo>
                    <a:pt x="42767" y="92202"/>
                  </a:lnTo>
                  <a:lnTo>
                    <a:pt x="42863" y="93821"/>
                  </a:lnTo>
                  <a:lnTo>
                    <a:pt x="42767" y="94583"/>
                  </a:lnTo>
                  <a:lnTo>
                    <a:pt x="42481" y="95345"/>
                  </a:lnTo>
                  <a:lnTo>
                    <a:pt x="41719" y="96393"/>
                  </a:lnTo>
                  <a:lnTo>
                    <a:pt x="40862" y="97060"/>
                  </a:lnTo>
                  <a:lnTo>
                    <a:pt x="37243" y="97917"/>
                  </a:lnTo>
                  <a:lnTo>
                    <a:pt x="36290" y="98393"/>
                  </a:lnTo>
                  <a:lnTo>
                    <a:pt x="35338" y="99251"/>
                  </a:lnTo>
                  <a:lnTo>
                    <a:pt x="31051" y="104394"/>
                  </a:lnTo>
                  <a:lnTo>
                    <a:pt x="29813" y="105251"/>
                  </a:lnTo>
                  <a:lnTo>
                    <a:pt x="29051" y="105632"/>
                  </a:lnTo>
                  <a:lnTo>
                    <a:pt x="27337" y="106109"/>
                  </a:lnTo>
                  <a:lnTo>
                    <a:pt x="25622" y="106871"/>
                  </a:lnTo>
                  <a:lnTo>
                    <a:pt x="23431" y="108490"/>
                  </a:lnTo>
                  <a:lnTo>
                    <a:pt x="22860" y="109061"/>
                  </a:lnTo>
                  <a:lnTo>
                    <a:pt x="20383" y="112586"/>
                  </a:lnTo>
                  <a:lnTo>
                    <a:pt x="19812" y="112871"/>
                  </a:lnTo>
                  <a:lnTo>
                    <a:pt x="19050" y="112871"/>
                  </a:lnTo>
                  <a:lnTo>
                    <a:pt x="16002" y="111633"/>
                  </a:lnTo>
                  <a:lnTo>
                    <a:pt x="14668" y="111538"/>
                  </a:lnTo>
                  <a:lnTo>
                    <a:pt x="13621" y="111538"/>
                  </a:lnTo>
                  <a:lnTo>
                    <a:pt x="12287" y="111824"/>
                  </a:lnTo>
                  <a:lnTo>
                    <a:pt x="10668" y="112395"/>
                  </a:lnTo>
                  <a:lnTo>
                    <a:pt x="9049" y="113633"/>
                  </a:lnTo>
                  <a:lnTo>
                    <a:pt x="8096" y="114491"/>
                  </a:lnTo>
                  <a:lnTo>
                    <a:pt x="7239" y="115634"/>
                  </a:lnTo>
                  <a:lnTo>
                    <a:pt x="6572" y="116681"/>
                  </a:lnTo>
                  <a:lnTo>
                    <a:pt x="6096" y="117539"/>
                  </a:lnTo>
                  <a:lnTo>
                    <a:pt x="5715" y="118491"/>
                  </a:lnTo>
                  <a:lnTo>
                    <a:pt x="4477" y="124301"/>
                  </a:lnTo>
                  <a:lnTo>
                    <a:pt x="4191" y="126587"/>
                  </a:lnTo>
                  <a:lnTo>
                    <a:pt x="4191" y="127064"/>
                  </a:lnTo>
                  <a:lnTo>
                    <a:pt x="4381" y="127540"/>
                  </a:lnTo>
                  <a:lnTo>
                    <a:pt x="5239" y="129159"/>
                  </a:lnTo>
                  <a:lnTo>
                    <a:pt x="5429" y="129921"/>
                  </a:lnTo>
                  <a:lnTo>
                    <a:pt x="5143" y="130778"/>
                  </a:lnTo>
                  <a:lnTo>
                    <a:pt x="2191" y="134684"/>
                  </a:lnTo>
                  <a:lnTo>
                    <a:pt x="1905" y="135350"/>
                  </a:lnTo>
                  <a:lnTo>
                    <a:pt x="1714" y="135922"/>
                  </a:lnTo>
                  <a:lnTo>
                    <a:pt x="1619" y="136684"/>
                  </a:lnTo>
                  <a:lnTo>
                    <a:pt x="1619" y="137446"/>
                  </a:lnTo>
                  <a:lnTo>
                    <a:pt x="1810" y="138398"/>
                  </a:lnTo>
                  <a:lnTo>
                    <a:pt x="2286" y="139541"/>
                  </a:lnTo>
                  <a:lnTo>
                    <a:pt x="2381" y="140018"/>
                  </a:lnTo>
                  <a:lnTo>
                    <a:pt x="2572" y="140494"/>
                  </a:lnTo>
                  <a:lnTo>
                    <a:pt x="2953" y="140970"/>
                  </a:lnTo>
                  <a:lnTo>
                    <a:pt x="6572" y="144209"/>
                  </a:lnTo>
                  <a:lnTo>
                    <a:pt x="7334" y="145256"/>
                  </a:lnTo>
                  <a:lnTo>
                    <a:pt x="7525" y="146399"/>
                  </a:lnTo>
                  <a:lnTo>
                    <a:pt x="8382" y="148685"/>
                  </a:lnTo>
                  <a:lnTo>
                    <a:pt x="8477" y="149066"/>
                  </a:lnTo>
                  <a:lnTo>
                    <a:pt x="8382" y="149543"/>
                  </a:lnTo>
                  <a:lnTo>
                    <a:pt x="0" y="165068"/>
                  </a:lnTo>
                  <a:lnTo>
                    <a:pt x="0" y="165068"/>
                  </a:lnTo>
                  <a:lnTo>
                    <a:pt x="4763" y="167164"/>
                  </a:lnTo>
                  <a:lnTo>
                    <a:pt x="16002" y="172022"/>
                  </a:lnTo>
                  <a:lnTo>
                    <a:pt x="16192" y="172117"/>
                  </a:lnTo>
                  <a:lnTo>
                    <a:pt x="27051" y="173450"/>
                  </a:lnTo>
                  <a:lnTo>
                    <a:pt x="31909" y="174498"/>
                  </a:lnTo>
                  <a:lnTo>
                    <a:pt x="32671" y="174498"/>
                  </a:lnTo>
                  <a:lnTo>
                    <a:pt x="33528" y="174308"/>
                  </a:lnTo>
                  <a:lnTo>
                    <a:pt x="33814" y="173927"/>
                  </a:lnTo>
                  <a:lnTo>
                    <a:pt x="34480" y="172974"/>
                  </a:lnTo>
                  <a:lnTo>
                    <a:pt x="34957" y="172593"/>
                  </a:lnTo>
                  <a:lnTo>
                    <a:pt x="39338" y="169831"/>
                  </a:lnTo>
                  <a:lnTo>
                    <a:pt x="40291" y="169450"/>
                  </a:lnTo>
                  <a:lnTo>
                    <a:pt x="41148" y="169259"/>
                  </a:lnTo>
                  <a:lnTo>
                    <a:pt x="52673" y="168688"/>
                  </a:lnTo>
                  <a:lnTo>
                    <a:pt x="53340" y="168878"/>
                  </a:lnTo>
                  <a:lnTo>
                    <a:pt x="53912" y="169069"/>
                  </a:lnTo>
                  <a:lnTo>
                    <a:pt x="54292" y="169164"/>
                  </a:lnTo>
                  <a:lnTo>
                    <a:pt x="55912" y="170021"/>
                  </a:lnTo>
                  <a:lnTo>
                    <a:pt x="56007" y="170021"/>
                  </a:lnTo>
                  <a:lnTo>
                    <a:pt x="56769" y="170593"/>
                  </a:lnTo>
                  <a:lnTo>
                    <a:pt x="56959" y="170688"/>
                  </a:lnTo>
                  <a:lnTo>
                    <a:pt x="57721" y="171069"/>
                  </a:lnTo>
                  <a:lnTo>
                    <a:pt x="57817" y="171164"/>
                  </a:lnTo>
                  <a:lnTo>
                    <a:pt x="59531" y="171736"/>
                  </a:lnTo>
                  <a:lnTo>
                    <a:pt x="60769" y="171831"/>
                  </a:lnTo>
                  <a:lnTo>
                    <a:pt x="62008" y="171831"/>
                  </a:lnTo>
                  <a:lnTo>
                    <a:pt x="62770" y="171641"/>
                  </a:lnTo>
                  <a:lnTo>
                    <a:pt x="63341" y="171355"/>
                  </a:lnTo>
                  <a:lnTo>
                    <a:pt x="63722" y="171069"/>
                  </a:lnTo>
                  <a:lnTo>
                    <a:pt x="64294" y="170593"/>
                  </a:lnTo>
                  <a:lnTo>
                    <a:pt x="65246" y="169355"/>
                  </a:lnTo>
                  <a:lnTo>
                    <a:pt x="65722" y="168974"/>
                  </a:lnTo>
                  <a:lnTo>
                    <a:pt x="65913" y="168974"/>
                  </a:lnTo>
                  <a:lnTo>
                    <a:pt x="66008" y="169069"/>
                  </a:lnTo>
                  <a:lnTo>
                    <a:pt x="66103" y="169069"/>
                  </a:lnTo>
                  <a:lnTo>
                    <a:pt x="66103" y="169069"/>
                  </a:lnTo>
                  <a:lnTo>
                    <a:pt x="66389" y="169259"/>
                  </a:lnTo>
                  <a:lnTo>
                    <a:pt x="66580" y="169736"/>
                  </a:lnTo>
                  <a:lnTo>
                    <a:pt x="66770" y="170117"/>
                  </a:lnTo>
                  <a:lnTo>
                    <a:pt x="68389" y="171831"/>
                  </a:lnTo>
                  <a:lnTo>
                    <a:pt x="69628" y="172879"/>
                  </a:lnTo>
                  <a:lnTo>
                    <a:pt x="69723" y="172974"/>
                  </a:lnTo>
                  <a:lnTo>
                    <a:pt x="69723" y="172974"/>
                  </a:lnTo>
                  <a:lnTo>
                    <a:pt x="70866" y="173736"/>
                  </a:lnTo>
                  <a:lnTo>
                    <a:pt x="73057" y="175260"/>
                  </a:lnTo>
                  <a:lnTo>
                    <a:pt x="73152" y="175260"/>
                  </a:lnTo>
                  <a:lnTo>
                    <a:pt x="73533" y="175832"/>
                  </a:lnTo>
                  <a:lnTo>
                    <a:pt x="73723" y="176308"/>
                  </a:lnTo>
                  <a:lnTo>
                    <a:pt x="73723" y="176784"/>
                  </a:lnTo>
                  <a:lnTo>
                    <a:pt x="73342" y="177356"/>
                  </a:lnTo>
                  <a:lnTo>
                    <a:pt x="71247" y="179451"/>
                  </a:lnTo>
                  <a:lnTo>
                    <a:pt x="70866" y="179927"/>
                  </a:lnTo>
                  <a:lnTo>
                    <a:pt x="70771" y="180404"/>
                  </a:lnTo>
                  <a:lnTo>
                    <a:pt x="70104" y="187738"/>
                  </a:lnTo>
                  <a:lnTo>
                    <a:pt x="70104" y="188786"/>
                  </a:lnTo>
                  <a:lnTo>
                    <a:pt x="70199" y="189738"/>
                  </a:lnTo>
                  <a:lnTo>
                    <a:pt x="70390" y="190500"/>
                  </a:lnTo>
                  <a:lnTo>
                    <a:pt x="70771" y="191167"/>
                  </a:lnTo>
                  <a:lnTo>
                    <a:pt x="71533" y="191929"/>
                  </a:lnTo>
                  <a:lnTo>
                    <a:pt x="82201" y="199168"/>
                  </a:lnTo>
                  <a:lnTo>
                    <a:pt x="83629" y="200501"/>
                  </a:lnTo>
                  <a:lnTo>
                    <a:pt x="84011" y="200978"/>
                  </a:lnTo>
                  <a:lnTo>
                    <a:pt x="84963" y="201835"/>
                  </a:lnTo>
                  <a:lnTo>
                    <a:pt x="88487" y="204311"/>
                  </a:lnTo>
                  <a:lnTo>
                    <a:pt x="89344" y="204978"/>
                  </a:lnTo>
                  <a:lnTo>
                    <a:pt x="89440" y="204978"/>
                  </a:lnTo>
                  <a:lnTo>
                    <a:pt x="90106" y="205835"/>
                  </a:lnTo>
                  <a:lnTo>
                    <a:pt x="90392" y="206407"/>
                  </a:lnTo>
                  <a:lnTo>
                    <a:pt x="90964" y="207931"/>
                  </a:lnTo>
                  <a:lnTo>
                    <a:pt x="91249" y="208217"/>
                  </a:lnTo>
                  <a:lnTo>
                    <a:pt x="91345" y="208217"/>
                  </a:lnTo>
                  <a:lnTo>
                    <a:pt x="91345" y="208217"/>
                  </a:lnTo>
                  <a:lnTo>
                    <a:pt x="91630" y="208312"/>
                  </a:lnTo>
                  <a:lnTo>
                    <a:pt x="91726" y="208407"/>
                  </a:lnTo>
                  <a:lnTo>
                    <a:pt x="93440" y="208788"/>
                  </a:lnTo>
                  <a:lnTo>
                    <a:pt x="93916" y="208883"/>
                  </a:lnTo>
                  <a:lnTo>
                    <a:pt x="96202" y="208693"/>
                  </a:lnTo>
                  <a:lnTo>
                    <a:pt x="96869" y="208693"/>
                  </a:lnTo>
                  <a:lnTo>
                    <a:pt x="98107" y="208979"/>
                  </a:lnTo>
                  <a:lnTo>
                    <a:pt x="98107" y="208979"/>
                  </a:lnTo>
                  <a:lnTo>
                    <a:pt x="99060" y="209360"/>
                  </a:lnTo>
                  <a:lnTo>
                    <a:pt x="99060" y="209360"/>
                  </a:lnTo>
                  <a:lnTo>
                    <a:pt x="100013" y="209931"/>
                  </a:lnTo>
                  <a:lnTo>
                    <a:pt x="100013" y="209931"/>
                  </a:lnTo>
                  <a:lnTo>
                    <a:pt x="100679" y="210503"/>
                  </a:lnTo>
                  <a:lnTo>
                    <a:pt x="101155" y="211074"/>
                  </a:lnTo>
                  <a:lnTo>
                    <a:pt x="101441" y="211836"/>
                  </a:lnTo>
                  <a:lnTo>
                    <a:pt x="101632" y="212503"/>
                  </a:lnTo>
                  <a:lnTo>
                    <a:pt x="103061" y="215456"/>
                  </a:lnTo>
                  <a:lnTo>
                    <a:pt x="103156" y="215551"/>
                  </a:lnTo>
                  <a:lnTo>
                    <a:pt x="103156" y="215646"/>
                  </a:lnTo>
                  <a:lnTo>
                    <a:pt x="103156" y="215646"/>
                  </a:lnTo>
                  <a:lnTo>
                    <a:pt x="106966" y="213646"/>
                  </a:lnTo>
                  <a:lnTo>
                    <a:pt x="109442" y="214217"/>
                  </a:lnTo>
                  <a:lnTo>
                    <a:pt x="109633" y="214217"/>
                  </a:lnTo>
                  <a:lnTo>
                    <a:pt x="109633" y="214217"/>
                  </a:lnTo>
                  <a:lnTo>
                    <a:pt x="109633" y="214312"/>
                  </a:lnTo>
                  <a:lnTo>
                    <a:pt x="114014" y="217551"/>
                  </a:lnTo>
                  <a:lnTo>
                    <a:pt x="114109" y="217551"/>
                  </a:lnTo>
                  <a:lnTo>
                    <a:pt x="114109" y="217551"/>
                  </a:lnTo>
                  <a:lnTo>
                    <a:pt x="114109" y="217646"/>
                  </a:lnTo>
                  <a:lnTo>
                    <a:pt x="121253" y="216503"/>
                  </a:lnTo>
                  <a:lnTo>
                    <a:pt x="128492" y="216313"/>
                  </a:lnTo>
                  <a:lnTo>
                    <a:pt x="143351" y="218599"/>
                  </a:lnTo>
                  <a:lnTo>
                    <a:pt x="143446" y="218599"/>
                  </a:lnTo>
                  <a:lnTo>
                    <a:pt x="144971" y="219266"/>
                  </a:lnTo>
                  <a:lnTo>
                    <a:pt x="144971" y="219266"/>
                  </a:lnTo>
                  <a:lnTo>
                    <a:pt x="144971" y="219361"/>
                  </a:lnTo>
                  <a:lnTo>
                    <a:pt x="145637" y="221647"/>
                  </a:lnTo>
                  <a:lnTo>
                    <a:pt x="145732" y="222123"/>
                  </a:lnTo>
                  <a:lnTo>
                    <a:pt x="146113" y="227933"/>
                  </a:lnTo>
                  <a:lnTo>
                    <a:pt x="146209" y="228505"/>
                  </a:lnTo>
                  <a:lnTo>
                    <a:pt x="146399" y="229076"/>
                  </a:lnTo>
                  <a:lnTo>
                    <a:pt x="146399" y="229553"/>
                  </a:lnTo>
                  <a:lnTo>
                    <a:pt x="146399" y="229934"/>
                  </a:lnTo>
                  <a:lnTo>
                    <a:pt x="146018" y="230315"/>
                  </a:lnTo>
                  <a:lnTo>
                    <a:pt x="145542" y="230600"/>
                  </a:lnTo>
                  <a:lnTo>
                    <a:pt x="144494" y="230981"/>
                  </a:lnTo>
                  <a:lnTo>
                    <a:pt x="141542" y="232696"/>
                  </a:lnTo>
                  <a:lnTo>
                    <a:pt x="139827" y="234124"/>
                  </a:lnTo>
                  <a:lnTo>
                    <a:pt x="139636" y="234410"/>
                  </a:lnTo>
                  <a:lnTo>
                    <a:pt x="139446" y="234791"/>
                  </a:lnTo>
                  <a:lnTo>
                    <a:pt x="139255" y="235363"/>
                  </a:lnTo>
                  <a:lnTo>
                    <a:pt x="138684" y="236887"/>
                  </a:lnTo>
                  <a:lnTo>
                    <a:pt x="136017" y="241364"/>
                  </a:lnTo>
                  <a:lnTo>
                    <a:pt x="135731" y="242126"/>
                  </a:lnTo>
                  <a:lnTo>
                    <a:pt x="135541" y="242602"/>
                  </a:lnTo>
                  <a:lnTo>
                    <a:pt x="135541" y="242983"/>
                  </a:lnTo>
                  <a:lnTo>
                    <a:pt x="135541" y="243840"/>
                  </a:lnTo>
                  <a:lnTo>
                    <a:pt x="135636" y="244316"/>
                  </a:lnTo>
                  <a:lnTo>
                    <a:pt x="135160" y="248222"/>
                  </a:lnTo>
                  <a:lnTo>
                    <a:pt x="135160" y="248793"/>
                  </a:lnTo>
                  <a:lnTo>
                    <a:pt x="135255" y="249269"/>
                  </a:lnTo>
                  <a:lnTo>
                    <a:pt x="135350" y="249746"/>
                  </a:lnTo>
                  <a:lnTo>
                    <a:pt x="138779" y="255842"/>
                  </a:lnTo>
                  <a:lnTo>
                    <a:pt x="138970" y="256508"/>
                  </a:lnTo>
                  <a:lnTo>
                    <a:pt x="138970" y="257175"/>
                  </a:lnTo>
                  <a:lnTo>
                    <a:pt x="138684" y="259271"/>
                  </a:lnTo>
                  <a:lnTo>
                    <a:pt x="138398" y="260033"/>
                  </a:lnTo>
                  <a:lnTo>
                    <a:pt x="138398" y="260604"/>
                  </a:lnTo>
                  <a:lnTo>
                    <a:pt x="138494" y="261271"/>
                  </a:lnTo>
                  <a:lnTo>
                    <a:pt x="139255" y="262604"/>
                  </a:lnTo>
                  <a:lnTo>
                    <a:pt x="139827" y="263271"/>
                  </a:lnTo>
                  <a:lnTo>
                    <a:pt x="140303" y="263462"/>
                  </a:lnTo>
                  <a:lnTo>
                    <a:pt x="140398" y="263557"/>
                  </a:lnTo>
                  <a:lnTo>
                    <a:pt x="140398" y="263557"/>
                  </a:lnTo>
                  <a:lnTo>
                    <a:pt x="140398" y="263557"/>
                  </a:lnTo>
                  <a:lnTo>
                    <a:pt x="140779" y="263557"/>
                  </a:lnTo>
                  <a:lnTo>
                    <a:pt x="141161" y="263462"/>
                  </a:lnTo>
                  <a:lnTo>
                    <a:pt x="141542" y="263271"/>
                  </a:lnTo>
                  <a:lnTo>
                    <a:pt x="141923" y="262890"/>
                  </a:lnTo>
                  <a:lnTo>
                    <a:pt x="144304" y="260414"/>
                  </a:lnTo>
                  <a:lnTo>
                    <a:pt x="144685" y="260128"/>
                  </a:lnTo>
                  <a:lnTo>
                    <a:pt x="145066" y="260033"/>
                  </a:lnTo>
                  <a:lnTo>
                    <a:pt x="145447" y="259937"/>
                  </a:lnTo>
                  <a:lnTo>
                    <a:pt x="148304" y="259937"/>
                  </a:lnTo>
                  <a:lnTo>
                    <a:pt x="149161" y="260128"/>
                  </a:lnTo>
                  <a:lnTo>
                    <a:pt x="149352" y="260128"/>
                  </a:lnTo>
                  <a:lnTo>
                    <a:pt x="149352" y="260128"/>
                  </a:lnTo>
                  <a:lnTo>
                    <a:pt x="149733" y="260223"/>
                  </a:lnTo>
                  <a:lnTo>
                    <a:pt x="150590" y="260604"/>
                  </a:lnTo>
                  <a:lnTo>
                    <a:pt x="152781" y="261747"/>
                  </a:lnTo>
                  <a:lnTo>
                    <a:pt x="154972" y="264224"/>
                  </a:lnTo>
                  <a:lnTo>
                    <a:pt x="155543" y="264509"/>
                  </a:lnTo>
                  <a:lnTo>
                    <a:pt x="155638" y="264509"/>
                  </a:lnTo>
                  <a:lnTo>
                    <a:pt x="155638" y="264509"/>
                  </a:lnTo>
                  <a:lnTo>
                    <a:pt x="155638" y="264509"/>
                  </a:lnTo>
                  <a:lnTo>
                    <a:pt x="156305" y="264509"/>
                  </a:lnTo>
                  <a:lnTo>
                    <a:pt x="158305" y="263747"/>
                  </a:lnTo>
                  <a:lnTo>
                    <a:pt x="159448" y="263843"/>
                  </a:lnTo>
                  <a:lnTo>
                    <a:pt x="159544" y="263938"/>
                  </a:lnTo>
                  <a:lnTo>
                    <a:pt x="160877" y="264414"/>
                  </a:lnTo>
                  <a:lnTo>
                    <a:pt x="161449" y="264605"/>
                  </a:lnTo>
                  <a:lnTo>
                    <a:pt x="162496" y="264986"/>
                  </a:lnTo>
                  <a:lnTo>
                    <a:pt x="165449" y="268700"/>
                  </a:lnTo>
                  <a:lnTo>
                    <a:pt x="166021" y="268986"/>
                  </a:lnTo>
                  <a:lnTo>
                    <a:pt x="166402" y="269081"/>
                  </a:lnTo>
                  <a:lnTo>
                    <a:pt x="166497" y="269177"/>
                  </a:lnTo>
                  <a:lnTo>
                    <a:pt x="166497" y="269177"/>
                  </a:lnTo>
                  <a:lnTo>
                    <a:pt x="166783" y="269177"/>
                  </a:lnTo>
                  <a:lnTo>
                    <a:pt x="167640" y="268700"/>
                  </a:lnTo>
                  <a:lnTo>
                    <a:pt x="168592" y="268510"/>
                  </a:lnTo>
                  <a:lnTo>
                    <a:pt x="170402" y="268319"/>
                  </a:lnTo>
                  <a:lnTo>
                    <a:pt x="170402" y="268319"/>
                  </a:lnTo>
                  <a:lnTo>
                    <a:pt x="170688" y="268415"/>
                  </a:lnTo>
                  <a:lnTo>
                    <a:pt x="170688" y="268415"/>
                  </a:lnTo>
                  <a:lnTo>
                    <a:pt x="171164" y="268510"/>
                  </a:lnTo>
                  <a:lnTo>
                    <a:pt x="171545" y="268891"/>
                  </a:lnTo>
                  <a:lnTo>
                    <a:pt x="171736" y="269367"/>
                  </a:lnTo>
                  <a:lnTo>
                    <a:pt x="172021" y="269748"/>
                  </a:lnTo>
                  <a:lnTo>
                    <a:pt x="172021" y="269748"/>
                  </a:lnTo>
                  <a:lnTo>
                    <a:pt x="172212" y="270034"/>
                  </a:lnTo>
                  <a:lnTo>
                    <a:pt x="174212" y="271939"/>
                  </a:lnTo>
                  <a:lnTo>
                    <a:pt x="174879" y="272415"/>
                  </a:lnTo>
                  <a:lnTo>
                    <a:pt x="175450" y="272606"/>
                  </a:lnTo>
                  <a:lnTo>
                    <a:pt x="175546" y="272606"/>
                  </a:lnTo>
                  <a:lnTo>
                    <a:pt x="175546" y="272606"/>
                  </a:lnTo>
                  <a:lnTo>
                    <a:pt x="177260" y="272796"/>
                  </a:lnTo>
                  <a:lnTo>
                    <a:pt x="180403" y="273082"/>
                  </a:lnTo>
                  <a:lnTo>
                    <a:pt x="180403" y="273082"/>
                  </a:lnTo>
                  <a:lnTo>
                    <a:pt x="182499" y="273082"/>
                  </a:lnTo>
                  <a:lnTo>
                    <a:pt x="182594" y="273082"/>
                  </a:lnTo>
                  <a:lnTo>
                    <a:pt x="182594" y="273082"/>
                  </a:lnTo>
                  <a:lnTo>
                    <a:pt x="182880" y="273177"/>
                  </a:lnTo>
                  <a:lnTo>
                    <a:pt x="183071" y="273272"/>
                  </a:lnTo>
                  <a:lnTo>
                    <a:pt x="183071" y="273368"/>
                  </a:lnTo>
                  <a:lnTo>
                    <a:pt x="183261" y="273653"/>
                  </a:lnTo>
                  <a:lnTo>
                    <a:pt x="183166" y="274034"/>
                  </a:lnTo>
                  <a:lnTo>
                    <a:pt x="182975" y="274606"/>
                  </a:lnTo>
                  <a:lnTo>
                    <a:pt x="183071" y="275273"/>
                  </a:lnTo>
                  <a:lnTo>
                    <a:pt x="183451" y="275939"/>
                  </a:lnTo>
                  <a:lnTo>
                    <a:pt x="185071" y="277368"/>
                  </a:lnTo>
                  <a:lnTo>
                    <a:pt x="185452" y="277940"/>
                  </a:lnTo>
                  <a:lnTo>
                    <a:pt x="185642" y="278225"/>
                  </a:lnTo>
                  <a:lnTo>
                    <a:pt x="185642" y="278225"/>
                  </a:lnTo>
                  <a:lnTo>
                    <a:pt x="185642" y="278225"/>
                  </a:lnTo>
                  <a:lnTo>
                    <a:pt x="185642" y="279083"/>
                  </a:lnTo>
                  <a:lnTo>
                    <a:pt x="185642" y="279083"/>
                  </a:lnTo>
                  <a:lnTo>
                    <a:pt x="185642" y="279083"/>
                  </a:lnTo>
                  <a:lnTo>
                    <a:pt x="185642" y="279083"/>
                  </a:lnTo>
                  <a:lnTo>
                    <a:pt x="185642" y="279083"/>
                  </a:lnTo>
                  <a:lnTo>
                    <a:pt x="185642" y="279083"/>
                  </a:lnTo>
                  <a:lnTo>
                    <a:pt x="182785" y="280035"/>
                  </a:lnTo>
                  <a:lnTo>
                    <a:pt x="181451" y="281083"/>
                  </a:lnTo>
                  <a:lnTo>
                    <a:pt x="180594" y="282035"/>
                  </a:lnTo>
                  <a:lnTo>
                    <a:pt x="180594" y="282035"/>
                  </a:lnTo>
                  <a:lnTo>
                    <a:pt x="180118" y="282893"/>
                  </a:lnTo>
                  <a:lnTo>
                    <a:pt x="179070" y="285274"/>
                  </a:lnTo>
                  <a:lnTo>
                    <a:pt x="178879" y="286036"/>
                  </a:lnTo>
                  <a:lnTo>
                    <a:pt x="178879" y="286607"/>
                  </a:lnTo>
                  <a:lnTo>
                    <a:pt x="179070" y="287084"/>
                  </a:lnTo>
                  <a:lnTo>
                    <a:pt x="179261" y="287465"/>
                  </a:lnTo>
                  <a:lnTo>
                    <a:pt x="179261" y="287560"/>
                  </a:lnTo>
                  <a:lnTo>
                    <a:pt x="179451" y="287750"/>
                  </a:lnTo>
                  <a:lnTo>
                    <a:pt x="179642" y="287941"/>
                  </a:lnTo>
                  <a:lnTo>
                    <a:pt x="179927" y="288131"/>
                  </a:lnTo>
                  <a:lnTo>
                    <a:pt x="180023" y="288227"/>
                  </a:lnTo>
                  <a:lnTo>
                    <a:pt x="181451" y="288893"/>
                  </a:lnTo>
                  <a:lnTo>
                    <a:pt x="181451" y="288893"/>
                  </a:lnTo>
                  <a:lnTo>
                    <a:pt x="181927" y="289274"/>
                  </a:lnTo>
                  <a:lnTo>
                    <a:pt x="182594" y="290036"/>
                  </a:lnTo>
                  <a:lnTo>
                    <a:pt x="182975" y="291084"/>
                  </a:lnTo>
                  <a:lnTo>
                    <a:pt x="182880" y="291656"/>
                  </a:lnTo>
                  <a:lnTo>
                    <a:pt x="182880" y="291751"/>
                  </a:lnTo>
                  <a:lnTo>
                    <a:pt x="182499" y="292132"/>
                  </a:lnTo>
                  <a:lnTo>
                    <a:pt x="182499" y="292132"/>
                  </a:lnTo>
                  <a:lnTo>
                    <a:pt x="181832" y="292608"/>
                  </a:lnTo>
                  <a:lnTo>
                    <a:pt x="181165" y="293084"/>
                  </a:lnTo>
                  <a:lnTo>
                    <a:pt x="181165" y="293084"/>
                  </a:lnTo>
                  <a:lnTo>
                    <a:pt x="180023" y="294323"/>
                  </a:lnTo>
                  <a:lnTo>
                    <a:pt x="178975" y="295656"/>
                  </a:lnTo>
                  <a:lnTo>
                    <a:pt x="178689" y="296704"/>
                  </a:lnTo>
                  <a:lnTo>
                    <a:pt x="178498" y="297942"/>
                  </a:lnTo>
                  <a:lnTo>
                    <a:pt x="178689" y="300038"/>
                  </a:lnTo>
                  <a:lnTo>
                    <a:pt x="178403" y="301276"/>
                  </a:lnTo>
                  <a:lnTo>
                    <a:pt x="177832" y="302514"/>
                  </a:lnTo>
                  <a:lnTo>
                    <a:pt x="177546" y="302800"/>
                  </a:lnTo>
                  <a:lnTo>
                    <a:pt x="177355" y="302990"/>
                  </a:lnTo>
                  <a:lnTo>
                    <a:pt x="176117" y="303943"/>
                  </a:lnTo>
                  <a:lnTo>
                    <a:pt x="176022" y="303943"/>
                  </a:lnTo>
                  <a:lnTo>
                    <a:pt x="175546" y="304705"/>
                  </a:lnTo>
                  <a:lnTo>
                    <a:pt x="175260" y="305086"/>
                  </a:lnTo>
                  <a:lnTo>
                    <a:pt x="175260" y="305086"/>
                  </a:lnTo>
                  <a:lnTo>
                    <a:pt x="174688" y="306419"/>
                  </a:lnTo>
                  <a:lnTo>
                    <a:pt x="174117" y="308801"/>
                  </a:lnTo>
                  <a:lnTo>
                    <a:pt x="174117" y="308801"/>
                  </a:lnTo>
                  <a:lnTo>
                    <a:pt x="173831" y="309086"/>
                  </a:lnTo>
                  <a:lnTo>
                    <a:pt x="173355" y="309848"/>
                  </a:lnTo>
                  <a:lnTo>
                    <a:pt x="173355" y="309848"/>
                  </a:lnTo>
                  <a:lnTo>
                    <a:pt x="173069" y="310134"/>
                  </a:lnTo>
                  <a:lnTo>
                    <a:pt x="172688" y="310515"/>
                  </a:lnTo>
                  <a:lnTo>
                    <a:pt x="172688" y="310515"/>
                  </a:lnTo>
                  <a:lnTo>
                    <a:pt x="172688" y="310515"/>
                  </a:lnTo>
                  <a:lnTo>
                    <a:pt x="171355" y="310991"/>
                  </a:lnTo>
                  <a:lnTo>
                    <a:pt x="170021" y="311563"/>
                  </a:lnTo>
                  <a:lnTo>
                    <a:pt x="169450" y="311658"/>
                  </a:lnTo>
                  <a:lnTo>
                    <a:pt x="168783" y="311849"/>
                  </a:lnTo>
                  <a:lnTo>
                    <a:pt x="166878" y="312039"/>
                  </a:lnTo>
                  <a:lnTo>
                    <a:pt x="166021" y="312420"/>
                  </a:lnTo>
                  <a:lnTo>
                    <a:pt x="166021" y="312420"/>
                  </a:lnTo>
                  <a:lnTo>
                    <a:pt x="165259" y="312992"/>
                  </a:lnTo>
                  <a:lnTo>
                    <a:pt x="165163" y="313087"/>
                  </a:lnTo>
                  <a:lnTo>
                    <a:pt x="164687" y="313658"/>
                  </a:lnTo>
                  <a:lnTo>
                    <a:pt x="164021" y="314230"/>
                  </a:lnTo>
                  <a:lnTo>
                    <a:pt x="164021" y="314230"/>
                  </a:lnTo>
                  <a:lnTo>
                    <a:pt x="163163" y="315659"/>
                  </a:lnTo>
                  <a:lnTo>
                    <a:pt x="163163" y="315659"/>
                  </a:lnTo>
                  <a:lnTo>
                    <a:pt x="163068" y="315849"/>
                  </a:lnTo>
                  <a:lnTo>
                    <a:pt x="162687" y="316325"/>
                  </a:lnTo>
                  <a:lnTo>
                    <a:pt x="162496" y="316516"/>
                  </a:lnTo>
                  <a:lnTo>
                    <a:pt x="161639" y="317183"/>
                  </a:lnTo>
                  <a:lnTo>
                    <a:pt x="160973" y="317564"/>
                  </a:lnTo>
                  <a:lnTo>
                    <a:pt x="160687" y="317754"/>
                  </a:lnTo>
                  <a:lnTo>
                    <a:pt x="160687" y="317754"/>
                  </a:lnTo>
                  <a:lnTo>
                    <a:pt x="158591" y="319373"/>
                  </a:lnTo>
                  <a:lnTo>
                    <a:pt x="158496" y="319373"/>
                  </a:lnTo>
                  <a:lnTo>
                    <a:pt x="158305" y="319564"/>
                  </a:lnTo>
                  <a:lnTo>
                    <a:pt x="157925" y="319659"/>
                  </a:lnTo>
                  <a:lnTo>
                    <a:pt x="157829" y="319659"/>
                  </a:lnTo>
                  <a:lnTo>
                    <a:pt x="152971" y="319183"/>
                  </a:lnTo>
                  <a:lnTo>
                    <a:pt x="150495" y="319754"/>
                  </a:lnTo>
                  <a:lnTo>
                    <a:pt x="150019" y="319945"/>
                  </a:lnTo>
                  <a:lnTo>
                    <a:pt x="150019" y="319945"/>
                  </a:lnTo>
                  <a:lnTo>
                    <a:pt x="147923" y="321469"/>
                  </a:lnTo>
                  <a:lnTo>
                    <a:pt x="147828" y="321564"/>
                  </a:lnTo>
                  <a:lnTo>
                    <a:pt x="146971" y="322040"/>
                  </a:lnTo>
                  <a:lnTo>
                    <a:pt x="146304" y="322231"/>
                  </a:lnTo>
                  <a:lnTo>
                    <a:pt x="145542" y="322421"/>
                  </a:lnTo>
                  <a:lnTo>
                    <a:pt x="143446" y="322231"/>
                  </a:lnTo>
                  <a:lnTo>
                    <a:pt x="142494" y="322612"/>
                  </a:lnTo>
                  <a:lnTo>
                    <a:pt x="142494" y="322612"/>
                  </a:lnTo>
                  <a:lnTo>
                    <a:pt x="141351" y="323374"/>
                  </a:lnTo>
                  <a:lnTo>
                    <a:pt x="138875" y="325184"/>
                  </a:lnTo>
                  <a:lnTo>
                    <a:pt x="137636" y="326327"/>
                  </a:lnTo>
                  <a:lnTo>
                    <a:pt x="136779" y="327374"/>
                  </a:lnTo>
                  <a:lnTo>
                    <a:pt x="136779" y="327469"/>
                  </a:lnTo>
                  <a:lnTo>
                    <a:pt x="136017" y="328993"/>
                  </a:lnTo>
                  <a:lnTo>
                    <a:pt x="134969" y="331946"/>
                  </a:lnTo>
                  <a:lnTo>
                    <a:pt x="134493" y="333089"/>
                  </a:lnTo>
                  <a:lnTo>
                    <a:pt x="130969" y="338518"/>
                  </a:lnTo>
                  <a:lnTo>
                    <a:pt x="130778" y="339090"/>
                  </a:lnTo>
                  <a:lnTo>
                    <a:pt x="130683" y="339757"/>
                  </a:lnTo>
                  <a:lnTo>
                    <a:pt x="130778" y="340424"/>
                  </a:lnTo>
                  <a:lnTo>
                    <a:pt x="131064" y="340995"/>
                  </a:lnTo>
                  <a:lnTo>
                    <a:pt x="131826" y="342329"/>
                  </a:lnTo>
                  <a:lnTo>
                    <a:pt x="132017" y="343091"/>
                  </a:lnTo>
                  <a:lnTo>
                    <a:pt x="132112" y="343757"/>
                  </a:lnTo>
                  <a:lnTo>
                    <a:pt x="132017" y="344519"/>
                  </a:lnTo>
                  <a:lnTo>
                    <a:pt x="129635" y="351282"/>
                  </a:lnTo>
                  <a:lnTo>
                    <a:pt x="128492" y="353568"/>
                  </a:lnTo>
                  <a:lnTo>
                    <a:pt x="128016" y="354140"/>
                  </a:lnTo>
                  <a:lnTo>
                    <a:pt x="127825" y="354330"/>
                  </a:lnTo>
                  <a:lnTo>
                    <a:pt x="127254" y="354330"/>
                  </a:lnTo>
                  <a:lnTo>
                    <a:pt x="127254" y="354330"/>
                  </a:lnTo>
                  <a:lnTo>
                    <a:pt x="126968" y="353949"/>
                  </a:lnTo>
                  <a:lnTo>
                    <a:pt x="126682" y="353568"/>
                  </a:lnTo>
                  <a:lnTo>
                    <a:pt x="126301" y="352711"/>
                  </a:lnTo>
                  <a:lnTo>
                    <a:pt x="126016" y="351949"/>
                  </a:lnTo>
                  <a:lnTo>
                    <a:pt x="126016" y="351949"/>
                  </a:lnTo>
                  <a:lnTo>
                    <a:pt x="126016" y="351949"/>
                  </a:lnTo>
                  <a:lnTo>
                    <a:pt x="125921" y="351663"/>
                  </a:lnTo>
                  <a:lnTo>
                    <a:pt x="125730" y="351377"/>
                  </a:lnTo>
                  <a:lnTo>
                    <a:pt x="125730" y="351377"/>
                  </a:lnTo>
                  <a:lnTo>
                    <a:pt x="125158" y="351092"/>
                  </a:lnTo>
                  <a:lnTo>
                    <a:pt x="124301" y="350901"/>
                  </a:lnTo>
                  <a:lnTo>
                    <a:pt x="124111" y="350901"/>
                  </a:lnTo>
                  <a:lnTo>
                    <a:pt x="123158" y="350901"/>
                  </a:lnTo>
                  <a:lnTo>
                    <a:pt x="122206" y="351092"/>
                  </a:lnTo>
                  <a:lnTo>
                    <a:pt x="121158" y="351377"/>
                  </a:lnTo>
                  <a:lnTo>
                    <a:pt x="119729" y="352139"/>
                  </a:lnTo>
                  <a:lnTo>
                    <a:pt x="117538" y="353282"/>
                  </a:lnTo>
                  <a:lnTo>
                    <a:pt x="117443" y="353282"/>
                  </a:lnTo>
                  <a:lnTo>
                    <a:pt x="116967" y="353282"/>
                  </a:lnTo>
                  <a:lnTo>
                    <a:pt x="116681" y="353282"/>
                  </a:lnTo>
                  <a:lnTo>
                    <a:pt x="116491" y="353282"/>
                  </a:lnTo>
                  <a:lnTo>
                    <a:pt x="114014" y="352806"/>
                  </a:lnTo>
                  <a:lnTo>
                    <a:pt x="113443" y="352806"/>
                  </a:lnTo>
                  <a:lnTo>
                    <a:pt x="113348" y="352806"/>
                  </a:lnTo>
                  <a:lnTo>
                    <a:pt x="112871" y="352806"/>
                  </a:lnTo>
                  <a:lnTo>
                    <a:pt x="109442" y="353378"/>
                  </a:lnTo>
                  <a:lnTo>
                    <a:pt x="109347" y="353378"/>
                  </a:lnTo>
                  <a:lnTo>
                    <a:pt x="108299" y="353949"/>
                  </a:lnTo>
                  <a:lnTo>
                    <a:pt x="107823" y="354521"/>
                  </a:lnTo>
                  <a:lnTo>
                    <a:pt x="107442" y="355187"/>
                  </a:lnTo>
                  <a:lnTo>
                    <a:pt x="107347" y="355759"/>
                  </a:lnTo>
                  <a:lnTo>
                    <a:pt x="107347" y="356426"/>
                  </a:lnTo>
                  <a:lnTo>
                    <a:pt x="107347" y="357664"/>
                  </a:lnTo>
                  <a:lnTo>
                    <a:pt x="107251" y="358140"/>
                  </a:lnTo>
                  <a:lnTo>
                    <a:pt x="107061" y="358616"/>
                  </a:lnTo>
                  <a:lnTo>
                    <a:pt x="106490" y="359664"/>
                  </a:lnTo>
                  <a:lnTo>
                    <a:pt x="106299" y="360140"/>
                  </a:lnTo>
                  <a:lnTo>
                    <a:pt x="106204" y="360807"/>
                  </a:lnTo>
                  <a:lnTo>
                    <a:pt x="106394" y="364522"/>
                  </a:lnTo>
                  <a:lnTo>
                    <a:pt x="106394" y="364998"/>
                  </a:lnTo>
                  <a:lnTo>
                    <a:pt x="106299" y="365379"/>
                  </a:lnTo>
                  <a:lnTo>
                    <a:pt x="106108" y="365855"/>
                  </a:lnTo>
                  <a:lnTo>
                    <a:pt x="105442" y="367093"/>
                  </a:lnTo>
                  <a:lnTo>
                    <a:pt x="105251" y="367379"/>
                  </a:lnTo>
                  <a:lnTo>
                    <a:pt x="105251" y="367475"/>
                  </a:lnTo>
                  <a:lnTo>
                    <a:pt x="105251" y="367475"/>
                  </a:lnTo>
                  <a:lnTo>
                    <a:pt x="105156" y="368046"/>
                  </a:lnTo>
                  <a:lnTo>
                    <a:pt x="105156" y="372237"/>
                  </a:lnTo>
                  <a:lnTo>
                    <a:pt x="105061" y="372999"/>
                  </a:lnTo>
                  <a:lnTo>
                    <a:pt x="105061" y="372999"/>
                  </a:lnTo>
                  <a:lnTo>
                    <a:pt x="104965" y="373285"/>
                  </a:lnTo>
                  <a:lnTo>
                    <a:pt x="104394" y="375952"/>
                  </a:lnTo>
                  <a:lnTo>
                    <a:pt x="103822" y="377571"/>
                  </a:lnTo>
                  <a:lnTo>
                    <a:pt x="102489" y="379952"/>
                  </a:lnTo>
                  <a:lnTo>
                    <a:pt x="102108" y="380714"/>
                  </a:lnTo>
                  <a:lnTo>
                    <a:pt x="102108" y="380714"/>
                  </a:lnTo>
                  <a:lnTo>
                    <a:pt x="102870" y="383572"/>
                  </a:lnTo>
                  <a:lnTo>
                    <a:pt x="107537" y="390430"/>
                  </a:lnTo>
                  <a:lnTo>
                    <a:pt x="108490" y="392335"/>
                  </a:lnTo>
                  <a:lnTo>
                    <a:pt x="108966" y="393668"/>
                  </a:lnTo>
                  <a:lnTo>
                    <a:pt x="110585" y="395573"/>
                  </a:lnTo>
                  <a:lnTo>
                    <a:pt x="110585" y="395573"/>
                  </a:lnTo>
                  <a:lnTo>
                    <a:pt x="112490" y="405384"/>
                  </a:lnTo>
                  <a:lnTo>
                    <a:pt x="112586" y="407765"/>
                  </a:lnTo>
                  <a:lnTo>
                    <a:pt x="112395" y="412242"/>
                  </a:lnTo>
                  <a:lnTo>
                    <a:pt x="112395" y="412623"/>
                  </a:lnTo>
                  <a:lnTo>
                    <a:pt x="112395" y="413576"/>
                  </a:lnTo>
                  <a:lnTo>
                    <a:pt x="112490" y="415004"/>
                  </a:lnTo>
                  <a:lnTo>
                    <a:pt x="112490" y="415195"/>
                  </a:lnTo>
                  <a:lnTo>
                    <a:pt x="114586" y="423577"/>
                  </a:lnTo>
                  <a:lnTo>
                    <a:pt x="115729" y="431768"/>
                  </a:lnTo>
                  <a:lnTo>
                    <a:pt x="115729" y="431864"/>
                  </a:lnTo>
                  <a:lnTo>
                    <a:pt x="115729" y="431864"/>
                  </a:lnTo>
                  <a:lnTo>
                    <a:pt x="115729" y="431959"/>
                  </a:lnTo>
                  <a:lnTo>
                    <a:pt x="122777" y="445484"/>
                  </a:lnTo>
                  <a:lnTo>
                    <a:pt x="123063" y="450152"/>
                  </a:lnTo>
                  <a:lnTo>
                    <a:pt x="121348" y="460343"/>
                  </a:lnTo>
                  <a:lnTo>
                    <a:pt x="122396" y="464058"/>
                  </a:lnTo>
                  <a:lnTo>
                    <a:pt x="123825" y="466058"/>
                  </a:lnTo>
                  <a:lnTo>
                    <a:pt x="124682" y="468440"/>
                  </a:lnTo>
                  <a:lnTo>
                    <a:pt x="125063" y="470916"/>
                  </a:lnTo>
                  <a:lnTo>
                    <a:pt x="125158" y="473583"/>
                  </a:lnTo>
                  <a:lnTo>
                    <a:pt x="124587" y="475393"/>
                  </a:lnTo>
                  <a:lnTo>
                    <a:pt x="122492" y="479869"/>
                  </a:lnTo>
                  <a:lnTo>
                    <a:pt x="122396" y="481108"/>
                  </a:lnTo>
                  <a:lnTo>
                    <a:pt x="122587" y="481965"/>
                  </a:lnTo>
                  <a:lnTo>
                    <a:pt x="122015" y="483965"/>
                  </a:lnTo>
                  <a:lnTo>
                    <a:pt x="122396" y="484918"/>
                  </a:lnTo>
                  <a:lnTo>
                    <a:pt x="125540" y="487775"/>
                  </a:lnTo>
                  <a:lnTo>
                    <a:pt x="126778" y="489585"/>
                  </a:lnTo>
                  <a:lnTo>
                    <a:pt x="128016" y="491966"/>
                  </a:lnTo>
                  <a:lnTo>
                    <a:pt x="128873" y="494538"/>
                  </a:lnTo>
                  <a:lnTo>
                    <a:pt x="129159" y="496824"/>
                  </a:lnTo>
                  <a:lnTo>
                    <a:pt x="128683" y="498158"/>
                  </a:lnTo>
                  <a:lnTo>
                    <a:pt x="127921" y="498539"/>
                  </a:lnTo>
                  <a:lnTo>
                    <a:pt x="127254" y="498824"/>
                  </a:lnTo>
                  <a:lnTo>
                    <a:pt x="126778" y="499682"/>
                  </a:lnTo>
                  <a:lnTo>
                    <a:pt x="126873" y="501015"/>
                  </a:lnTo>
                  <a:lnTo>
                    <a:pt x="127730" y="505587"/>
                  </a:lnTo>
                  <a:lnTo>
                    <a:pt x="128111" y="506635"/>
                  </a:lnTo>
                  <a:lnTo>
                    <a:pt x="128397" y="507778"/>
                  </a:lnTo>
                  <a:lnTo>
                    <a:pt x="128302" y="509111"/>
                  </a:lnTo>
                  <a:lnTo>
                    <a:pt x="127730" y="509588"/>
                  </a:lnTo>
                  <a:lnTo>
                    <a:pt x="127540" y="509588"/>
                  </a:lnTo>
                  <a:lnTo>
                    <a:pt x="126682" y="509778"/>
                  </a:lnTo>
                  <a:lnTo>
                    <a:pt x="126587" y="509873"/>
                  </a:lnTo>
                  <a:lnTo>
                    <a:pt x="125635" y="510540"/>
                  </a:lnTo>
                  <a:lnTo>
                    <a:pt x="124492" y="514636"/>
                  </a:lnTo>
                  <a:lnTo>
                    <a:pt x="123158" y="516255"/>
                  </a:lnTo>
                  <a:lnTo>
                    <a:pt x="122111" y="517969"/>
                  </a:lnTo>
                  <a:lnTo>
                    <a:pt x="122396" y="520446"/>
                  </a:lnTo>
                  <a:lnTo>
                    <a:pt x="123634" y="522446"/>
                  </a:lnTo>
                  <a:lnTo>
                    <a:pt x="124968" y="524161"/>
                  </a:lnTo>
                  <a:lnTo>
                    <a:pt x="125540" y="525494"/>
                  </a:lnTo>
                  <a:lnTo>
                    <a:pt x="125158" y="527018"/>
                  </a:lnTo>
                  <a:lnTo>
                    <a:pt x="124873" y="527971"/>
                  </a:lnTo>
                  <a:lnTo>
                    <a:pt x="124396" y="529495"/>
                  </a:lnTo>
                  <a:lnTo>
                    <a:pt x="124587" y="532067"/>
                  </a:lnTo>
                  <a:lnTo>
                    <a:pt x="125063" y="534734"/>
                  </a:lnTo>
                  <a:lnTo>
                    <a:pt x="125158" y="537401"/>
                  </a:lnTo>
                  <a:lnTo>
                    <a:pt x="124777" y="537782"/>
                  </a:lnTo>
                  <a:lnTo>
                    <a:pt x="124015" y="538163"/>
                  </a:lnTo>
                  <a:lnTo>
                    <a:pt x="123825" y="538258"/>
                  </a:lnTo>
                  <a:lnTo>
                    <a:pt x="123158" y="538448"/>
                  </a:lnTo>
                  <a:lnTo>
                    <a:pt x="122777" y="538448"/>
                  </a:lnTo>
                  <a:lnTo>
                    <a:pt x="122777" y="538544"/>
                  </a:lnTo>
                  <a:lnTo>
                    <a:pt x="122968" y="539877"/>
                  </a:lnTo>
                  <a:lnTo>
                    <a:pt x="123253" y="540068"/>
                  </a:lnTo>
                  <a:lnTo>
                    <a:pt x="123730" y="539972"/>
                  </a:lnTo>
                  <a:lnTo>
                    <a:pt x="124492" y="539972"/>
                  </a:lnTo>
                  <a:lnTo>
                    <a:pt x="124492" y="539972"/>
                  </a:lnTo>
                  <a:lnTo>
                    <a:pt x="125158" y="539687"/>
                  </a:lnTo>
                  <a:lnTo>
                    <a:pt x="125254" y="539591"/>
                  </a:lnTo>
                  <a:lnTo>
                    <a:pt x="126206" y="539401"/>
                  </a:lnTo>
                  <a:lnTo>
                    <a:pt x="126778" y="539401"/>
                  </a:lnTo>
                  <a:lnTo>
                    <a:pt x="126873" y="539782"/>
                  </a:lnTo>
                  <a:lnTo>
                    <a:pt x="126968" y="540639"/>
                  </a:lnTo>
                  <a:lnTo>
                    <a:pt x="127159" y="541496"/>
                  </a:lnTo>
                  <a:lnTo>
                    <a:pt x="127540" y="542258"/>
                  </a:lnTo>
                  <a:lnTo>
                    <a:pt x="129826" y="543687"/>
                  </a:lnTo>
                  <a:lnTo>
                    <a:pt x="130778" y="544544"/>
                  </a:lnTo>
                  <a:lnTo>
                    <a:pt x="131445" y="545973"/>
                  </a:lnTo>
                  <a:lnTo>
                    <a:pt x="131445" y="547592"/>
                  </a:lnTo>
                  <a:lnTo>
                    <a:pt x="130873" y="549116"/>
                  </a:lnTo>
                  <a:lnTo>
                    <a:pt x="130207" y="550164"/>
                  </a:lnTo>
                  <a:lnTo>
                    <a:pt x="130397" y="551688"/>
                  </a:lnTo>
                  <a:lnTo>
                    <a:pt x="127730" y="554260"/>
                  </a:lnTo>
                  <a:lnTo>
                    <a:pt x="129826" y="557213"/>
                  </a:lnTo>
                  <a:lnTo>
                    <a:pt x="133540" y="559689"/>
                  </a:lnTo>
                  <a:lnTo>
                    <a:pt x="140398" y="562832"/>
                  </a:lnTo>
                  <a:lnTo>
                    <a:pt x="144018" y="565118"/>
                  </a:lnTo>
                  <a:lnTo>
                    <a:pt x="145066" y="567214"/>
                  </a:lnTo>
                  <a:lnTo>
                    <a:pt x="146590" y="567976"/>
                  </a:lnTo>
                  <a:lnTo>
                    <a:pt x="148876" y="569309"/>
                  </a:lnTo>
                  <a:lnTo>
                    <a:pt x="150781" y="569595"/>
                  </a:lnTo>
                  <a:lnTo>
                    <a:pt x="151543" y="569309"/>
                  </a:lnTo>
                  <a:lnTo>
                    <a:pt x="151638" y="569309"/>
                  </a:lnTo>
                  <a:lnTo>
                    <a:pt x="153734" y="568166"/>
                  </a:lnTo>
                  <a:lnTo>
                    <a:pt x="153924" y="568071"/>
                  </a:lnTo>
                  <a:lnTo>
                    <a:pt x="155067" y="567690"/>
                  </a:lnTo>
                  <a:lnTo>
                    <a:pt x="156686" y="567500"/>
                  </a:lnTo>
                  <a:lnTo>
                    <a:pt x="160592" y="567309"/>
                  </a:lnTo>
                  <a:lnTo>
                    <a:pt x="162782" y="567881"/>
                  </a:lnTo>
                  <a:lnTo>
                    <a:pt x="164687" y="568928"/>
                  </a:lnTo>
                  <a:lnTo>
                    <a:pt x="165640" y="569881"/>
                  </a:lnTo>
                  <a:lnTo>
                    <a:pt x="166211" y="570548"/>
                  </a:lnTo>
                  <a:lnTo>
                    <a:pt x="166592" y="571119"/>
                  </a:lnTo>
                  <a:lnTo>
                    <a:pt x="166688" y="571310"/>
                  </a:lnTo>
                  <a:lnTo>
                    <a:pt x="168592" y="574739"/>
                  </a:lnTo>
                  <a:lnTo>
                    <a:pt x="169354" y="575691"/>
                  </a:lnTo>
                  <a:lnTo>
                    <a:pt x="207836" y="595694"/>
                  </a:lnTo>
                  <a:lnTo>
                    <a:pt x="207740" y="595884"/>
                  </a:lnTo>
                  <a:lnTo>
                    <a:pt x="206597" y="597503"/>
                  </a:lnTo>
                  <a:lnTo>
                    <a:pt x="207740" y="600075"/>
                  </a:lnTo>
                  <a:lnTo>
                    <a:pt x="209264" y="602171"/>
                  </a:lnTo>
                  <a:lnTo>
                    <a:pt x="211169" y="603409"/>
                  </a:lnTo>
                  <a:lnTo>
                    <a:pt x="213741" y="603885"/>
                  </a:lnTo>
                  <a:lnTo>
                    <a:pt x="215836" y="603314"/>
                  </a:lnTo>
                  <a:lnTo>
                    <a:pt x="219646" y="601028"/>
                  </a:lnTo>
                  <a:lnTo>
                    <a:pt x="221932" y="600837"/>
                  </a:lnTo>
                  <a:lnTo>
                    <a:pt x="223838" y="601790"/>
                  </a:lnTo>
                  <a:lnTo>
                    <a:pt x="227171" y="605314"/>
                  </a:lnTo>
                  <a:lnTo>
                    <a:pt x="229076" y="606266"/>
                  </a:lnTo>
                  <a:lnTo>
                    <a:pt x="231362" y="606362"/>
                  </a:lnTo>
                  <a:lnTo>
                    <a:pt x="237458" y="605409"/>
                  </a:lnTo>
                  <a:lnTo>
                    <a:pt x="239744" y="604647"/>
                  </a:lnTo>
                  <a:lnTo>
                    <a:pt x="242125" y="602933"/>
                  </a:lnTo>
                  <a:lnTo>
                    <a:pt x="243078" y="600932"/>
                  </a:lnTo>
                  <a:lnTo>
                    <a:pt x="243554" y="598551"/>
                  </a:lnTo>
                  <a:lnTo>
                    <a:pt x="244602" y="595884"/>
                  </a:lnTo>
                  <a:lnTo>
                    <a:pt x="246698" y="593789"/>
                  </a:lnTo>
                  <a:lnTo>
                    <a:pt x="248793" y="593312"/>
                  </a:lnTo>
                  <a:lnTo>
                    <a:pt x="250317" y="594646"/>
                  </a:lnTo>
                  <a:lnTo>
                    <a:pt x="250793" y="597694"/>
                  </a:lnTo>
                  <a:lnTo>
                    <a:pt x="250031" y="600647"/>
                  </a:lnTo>
                  <a:lnTo>
                    <a:pt x="247078" y="606362"/>
                  </a:lnTo>
                  <a:lnTo>
                    <a:pt x="246221" y="609410"/>
                  </a:lnTo>
                  <a:lnTo>
                    <a:pt x="246317" y="612458"/>
                  </a:lnTo>
                  <a:lnTo>
                    <a:pt x="247078" y="617982"/>
                  </a:lnTo>
                  <a:lnTo>
                    <a:pt x="246983" y="620744"/>
                  </a:lnTo>
                  <a:lnTo>
                    <a:pt x="246031" y="623126"/>
                  </a:lnTo>
                  <a:lnTo>
                    <a:pt x="244792" y="625412"/>
                  </a:lnTo>
                  <a:lnTo>
                    <a:pt x="243935" y="627983"/>
                  </a:lnTo>
                  <a:lnTo>
                    <a:pt x="244221" y="630650"/>
                  </a:lnTo>
                  <a:lnTo>
                    <a:pt x="247745" y="640175"/>
                  </a:lnTo>
                  <a:lnTo>
                    <a:pt x="250793" y="643890"/>
                  </a:lnTo>
                  <a:lnTo>
                    <a:pt x="254889" y="645319"/>
                  </a:lnTo>
                  <a:lnTo>
                    <a:pt x="259366" y="645128"/>
                  </a:lnTo>
                  <a:lnTo>
                    <a:pt x="263461" y="643700"/>
                  </a:lnTo>
                  <a:lnTo>
                    <a:pt x="267938" y="643414"/>
                  </a:lnTo>
                  <a:lnTo>
                    <a:pt x="275939" y="647510"/>
                  </a:lnTo>
                  <a:lnTo>
                    <a:pt x="280702" y="647033"/>
                  </a:lnTo>
                  <a:lnTo>
                    <a:pt x="285559" y="645033"/>
                  </a:lnTo>
                  <a:lnTo>
                    <a:pt x="289369" y="644652"/>
                  </a:lnTo>
                  <a:lnTo>
                    <a:pt x="292989" y="646081"/>
                  </a:lnTo>
                  <a:lnTo>
                    <a:pt x="297275" y="649700"/>
                  </a:lnTo>
                  <a:lnTo>
                    <a:pt x="301180" y="652081"/>
                  </a:lnTo>
                  <a:lnTo>
                    <a:pt x="309277" y="654082"/>
                  </a:lnTo>
                  <a:lnTo>
                    <a:pt x="313182" y="656368"/>
                  </a:lnTo>
                  <a:lnTo>
                    <a:pt x="321088" y="662940"/>
                  </a:lnTo>
                  <a:lnTo>
                    <a:pt x="324421" y="661892"/>
                  </a:lnTo>
                  <a:lnTo>
                    <a:pt x="331661" y="662464"/>
                  </a:lnTo>
                  <a:lnTo>
                    <a:pt x="334423" y="661035"/>
                  </a:lnTo>
                  <a:lnTo>
                    <a:pt x="335375" y="659987"/>
                  </a:lnTo>
                  <a:lnTo>
                    <a:pt x="336994" y="659130"/>
                  </a:lnTo>
                  <a:lnTo>
                    <a:pt x="337661" y="659130"/>
                  </a:lnTo>
                  <a:lnTo>
                    <a:pt x="337947" y="660083"/>
                  </a:lnTo>
                  <a:lnTo>
                    <a:pt x="337661" y="662369"/>
                  </a:lnTo>
                  <a:lnTo>
                    <a:pt x="337947" y="663226"/>
                  </a:lnTo>
                  <a:lnTo>
                    <a:pt x="338709" y="664083"/>
                  </a:lnTo>
                  <a:lnTo>
                    <a:pt x="340233" y="664940"/>
                  </a:lnTo>
                  <a:lnTo>
                    <a:pt x="341376" y="665702"/>
                  </a:lnTo>
                  <a:lnTo>
                    <a:pt x="342138" y="666274"/>
                  </a:lnTo>
                  <a:lnTo>
                    <a:pt x="344615" y="667226"/>
                  </a:lnTo>
                  <a:lnTo>
                    <a:pt x="348710" y="661130"/>
                  </a:lnTo>
                  <a:lnTo>
                    <a:pt x="352806" y="657130"/>
                  </a:lnTo>
                  <a:lnTo>
                    <a:pt x="357283" y="654272"/>
                  </a:lnTo>
                  <a:lnTo>
                    <a:pt x="365379" y="653701"/>
                  </a:lnTo>
                  <a:lnTo>
                    <a:pt x="367189" y="652844"/>
                  </a:lnTo>
                  <a:lnTo>
                    <a:pt x="368046" y="651891"/>
                  </a:lnTo>
                  <a:lnTo>
                    <a:pt x="370046" y="650367"/>
                  </a:lnTo>
                  <a:lnTo>
                    <a:pt x="370808" y="649605"/>
                  </a:lnTo>
                  <a:lnTo>
                    <a:pt x="371189" y="648557"/>
                  </a:lnTo>
                  <a:lnTo>
                    <a:pt x="371665" y="645986"/>
                  </a:lnTo>
                  <a:lnTo>
                    <a:pt x="372332" y="644843"/>
                  </a:lnTo>
                  <a:lnTo>
                    <a:pt x="378714" y="642556"/>
                  </a:lnTo>
                  <a:lnTo>
                    <a:pt x="381000" y="640747"/>
                  </a:lnTo>
                  <a:lnTo>
                    <a:pt x="382238" y="640271"/>
                  </a:lnTo>
                  <a:lnTo>
                    <a:pt x="383476" y="639128"/>
                  </a:lnTo>
                  <a:lnTo>
                    <a:pt x="384429" y="637699"/>
                  </a:lnTo>
                  <a:lnTo>
                    <a:pt x="385286" y="636365"/>
                  </a:lnTo>
                  <a:lnTo>
                    <a:pt x="386715" y="633508"/>
                  </a:lnTo>
                  <a:lnTo>
                    <a:pt x="386525" y="631698"/>
                  </a:lnTo>
                  <a:lnTo>
                    <a:pt x="389953" y="626745"/>
                  </a:lnTo>
                  <a:lnTo>
                    <a:pt x="391954" y="624840"/>
                  </a:lnTo>
                  <a:lnTo>
                    <a:pt x="392811" y="624364"/>
                  </a:lnTo>
                  <a:lnTo>
                    <a:pt x="393097" y="623983"/>
                  </a:lnTo>
                  <a:lnTo>
                    <a:pt x="393478" y="622173"/>
                  </a:lnTo>
                  <a:lnTo>
                    <a:pt x="393478" y="620649"/>
                  </a:lnTo>
                  <a:lnTo>
                    <a:pt x="393287" y="619220"/>
                  </a:lnTo>
                  <a:lnTo>
                    <a:pt x="391001" y="613791"/>
                  </a:lnTo>
                  <a:lnTo>
                    <a:pt x="390620" y="612172"/>
                  </a:lnTo>
                  <a:lnTo>
                    <a:pt x="390906" y="607600"/>
                  </a:lnTo>
                  <a:lnTo>
                    <a:pt x="392049" y="604933"/>
                  </a:lnTo>
                  <a:lnTo>
                    <a:pt x="391954" y="604076"/>
                  </a:lnTo>
                  <a:lnTo>
                    <a:pt x="391573" y="602647"/>
                  </a:lnTo>
                  <a:lnTo>
                    <a:pt x="390811" y="601409"/>
                  </a:lnTo>
                  <a:lnTo>
                    <a:pt x="388906" y="598932"/>
                  </a:lnTo>
                  <a:lnTo>
                    <a:pt x="388239" y="597694"/>
                  </a:lnTo>
                  <a:lnTo>
                    <a:pt x="387763" y="596456"/>
                  </a:lnTo>
                  <a:lnTo>
                    <a:pt x="387001" y="595122"/>
                  </a:lnTo>
                  <a:lnTo>
                    <a:pt x="385667" y="593503"/>
                  </a:lnTo>
                  <a:lnTo>
                    <a:pt x="381762" y="589217"/>
                  </a:lnTo>
                  <a:lnTo>
                    <a:pt x="380333" y="587312"/>
                  </a:lnTo>
                  <a:lnTo>
                    <a:pt x="379476" y="585311"/>
                  </a:lnTo>
                  <a:lnTo>
                    <a:pt x="379286" y="583502"/>
                  </a:lnTo>
                  <a:lnTo>
                    <a:pt x="379762" y="581882"/>
                  </a:lnTo>
                  <a:lnTo>
                    <a:pt x="380619" y="580835"/>
                  </a:lnTo>
                  <a:lnTo>
                    <a:pt x="381953" y="579882"/>
                  </a:lnTo>
                  <a:lnTo>
                    <a:pt x="384238" y="579311"/>
                  </a:lnTo>
                  <a:lnTo>
                    <a:pt x="385667" y="579406"/>
                  </a:lnTo>
                  <a:lnTo>
                    <a:pt x="387001" y="579692"/>
                  </a:lnTo>
                  <a:lnTo>
                    <a:pt x="389763" y="580930"/>
                  </a:lnTo>
                  <a:lnTo>
                    <a:pt x="390811" y="581216"/>
                  </a:lnTo>
                  <a:lnTo>
                    <a:pt x="391859" y="581597"/>
                  </a:lnTo>
                  <a:lnTo>
                    <a:pt x="392811" y="582359"/>
                  </a:lnTo>
                  <a:lnTo>
                    <a:pt x="394621" y="584740"/>
                  </a:lnTo>
                  <a:lnTo>
                    <a:pt x="395478" y="585407"/>
                  </a:lnTo>
                  <a:lnTo>
                    <a:pt x="396811" y="584930"/>
                  </a:lnTo>
                  <a:lnTo>
                    <a:pt x="398812" y="583597"/>
                  </a:lnTo>
                  <a:lnTo>
                    <a:pt x="407956" y="575596"/>
                  </a:lnTo>
                  <a:lnTo>
                    <a:pt x="410718" y="572357"/>
                  </a:lnTo>
                  <a:lnTo>
                    <a:pt x="411480" y="571310"/>
                  </a:lnTo>
                  <a:lnTo>
                    <a:pt x="413671" y="569595"/>
                  </a:lnTo>
                  <a:lnTo>
                    <a:pt x="419671" y="566928"/>
                  </a:lnTo>
                  <a:lnTo>
                    <a:pt x="424434" y="565499"/>
                  </a:lnTo>
                  <a:lnTo>
                    <a:pt x="426911" y="564356"/>
                  </a:lnTo>
                  <a:lnTo>
                    <a:pt x="429387" y="562642"/>
                  </a:lnTo>
                  <a:lnTo>
                    <a:pt x="432244" y="559499"/>
                  </a:lnTo>
                  <a:lnTo>
                    <a:pt x="433292" y="557117"/>
                  </a:lnTo>
                  <a:lnTo>
                    <a:pt x="433673" y="555403"/>
                  </a:lnTo>
                  <a:lnTo>
                    <a:pt x="433673" y="553974"/>
                  </a:lnTo>
                  <a:lnTo>
                    <a:pt x="434435" y="552641"/>
                  </a:lnTo>
                  <a:lnTo>
                    <a:pt x="435959" y="551021"/>
                  </a:lnTo>
                  <a:lnTo>
                    <a:pt x="442817" y="546640"/>
                  </a:lnTo>
                  <a:lnTo>
                    <a:pt x="447770" y="544163"/>
                  </a:lnTo>
                  <a:lnTo>
                    <a:pt x="461105" y="541496"/>
                  </a:lnTo>
                  <a:lnTo>
                    <a:pt x="464630" y="539306"/>
                  </a:lnTo>
                  <a:lnTo>
                    <a:pt x="466439" y="539496"/>
                  </a:lnTo>
                  <a:lnTo>
                    <a:pt x="472630" y="544735"/>
                  </a:lnTo>
                  <a:lnTo>
                    <a:pt x="474250" y="545306"/>
                  </a:lnTo>
                  <a:lnTo>
                    <a:pt x="487394" y="544259"/>
                  </a:lnTo>
                  <a:lnTo>
                    <a:pt x="489109" y="544640"/>
                  </a:lnTo>
                  <a:lnTo>
                    <a:pt x="490728" y="545687"/>
                  </a:lnTo>
                  <a:lnTo>
                    <a:pt x="497681" y="554165"/>
                  </a:lnTo>
                  <a:lnTo>
                    <a:pt x="499872" y="555593"/>
                  </a:lnTo>
                  <a:lnTo>
                    <a:pt x="506159" y="561308"/>
                  </a:lnTo>
                  <a:lnTo>
                    <a:pt x="509016" y="565118"/>
                  </a:lnTo>
                  <a:lnTo>
                    <a:pt x="510445" y="566738"/>
                  </a:lnTo>
                  <a:lnTo>
                    <a:pt x="512350" y="567976"/>
                  </a:lnTo>
                  <a:lnTo>
                    <a:pt x="517398" y="570452"/>
                  </a:lnTo>
                  <a:lnTo>
                    <a:pt x="527590" y="578263"/>
                  </a:lnTo>
                  <a:lnTo>
                    <a:pt x="533019" y="581501"/>
                  </a:lnTo>
                  <a:lnTo>
                    <a:pt x="542734" y="584930"/>
                  </a:lnTo>
                  <a:lnTo>
                    <a:pt x="557594" y="589693"/>
                  </a:lnTo>
                  <a:lnTo>
                    <a:pt x="560261" y="589693"/>
                  </a:lnTo>
                  <a:lnTo>
                    <a:pt x="560927" y="589026"/>
                  </a:lnTo>
                  <a:lnTo>
                    <a:pt x="561784" y="587312"/>
                  </a:lnTo>
                  <a:lnTo>
                    <a:pt x="562261" y="586835"/>
                  </a:lnTo>
                  <a:lnTo>
                    <a:pt x="562832" y="586550"/>
                  </a:lnTo>
                  <a:lnTo>
                    <a:pt x="568643" y="585883"/>
                  </a:lnTo>
                  <a:lnTo>
                    <a:pt x="572453" y="585026"/>
                  </a:lnTo>
                  <a:lnTo>
                    <a:pt x="574834" y="583883"/>
                  </a:lnTo>
                  <a:lnTo>
                    <a:pt x="579596" y="582644"/>
                  </a:lnTo>
                  <a:lnTo>
                    <a:pt x="581215" y="581978"/>
                  </a:lnTo>
                  <a:lnTo>
                    <a:pt x="582740" y="581025"/>
                  </a:lnTo>
                  <a:lnTo>
                    <a:pt x="584454" y="579787"/>
                  </a:lnTo>
                  <a:lnTo>
                    <a:pt x="587502" y="576548"/>
                  </a:lnTo>
                  <a:lnTo>
                    <a:pt x="588455" y="575786"/>
                  </a:lnTo>
                  <a:lnTo>
                    <a:pt x="589502" y="575310"/>
                  </a:lnTo>
                  <a:lnTo>
                    <a:pt x="591598" y="574739"/>
                  </a:lnTo>
                  <a:lnTo>
                    <a:pt x="592646" y="574072"/>
                  </a:lnTo>
                  <a:lnTo>
                    <a:pt x="593503" y="573310"/>
                  </a:lnTo>
                  <a:lnTo>
                    <a:pt x="595122" y="571500"/>
                  </a:lnTo>
                  <a:lnTo>
                    <a:pt x="595313" y="571310"/>
                  </a:lnTo>
                  <a:lnTo>
                    <a:pt x="597503" y="570262"/>
                  </a:lnTo>
                  <a:lnTo>
                    <a:pt x="598551" y="569595"/>
                  </a:lnTo>
                  <a:lnTo>
                    <a:pt x="599599" y="569405"/>
                  </a:lnTo>
                  <a:lnTo>
                    <a:pt x="600551" y="569690"/>
                  </a:lnTo>
                  <a:lnTo>
                    <a:pt x="601885" y="571214"/>
                  </a:lnTo>
                  <a:lnTo>
                    <a:pt x="603028" y="573215"/>
                  </a:lnTo>
                  <a:lnTo>
                    <a:pt x="605695" y="576548"/>
                  </a:lnTo>
                  <a:lnTo>
                    <a:pt x="612457" y="583692"/>
                  </a:lnTo>
                  <a:lnTo>
                    <a:pt x="616363" y="588836"/>
                  </a:lnTo>
                  <a:lnTo>
                    <a:pt x="620459" y="598456"/>
                  </a:lnTo>
                  <a:lnTo>
                    <a:pt x="622459" y="600170"/>
                  </a:lnTo>
                  <a:lnTo>
                    <a:pt x="623792" y="602266"/>
                  </a:lnTo>
                  <a:lnTo>
                    <a:pt x="624554" y="604076"/>
                  </a:lnTo>
                  <a:lnTo>
                    <a:pt x="624935" y="611124"/>
                  </a:lnTo>
                  <a:lnTo>
                    <a:pt x="625697" y="613220"/>
                  </a:lnTo>
                  <a:lnTo>
                    <a:pt x="626936" y="614934"/>
                  </a:lnTo>
                  <a:lnTo>
                    <a:pt x="629698" y="618077"/>
                  </a:lnTo>
                  <a:lnTo>
                    <a:pt x="630841" y="619697"/>
                  </a:lnTo>
                  <a:lnTo>
                    <a:pt x="631412" y="621697"/>
                  </a:lnTo>
                  <a:lnTo>
                    <a:pt x="632174" y="623506"/>
                  </a:lnTo>
                  <a:lnTo>
                    <a:pt x="633794" y="624935"/>
                  </a:lnTo>
                  <a:lnTo>
                    <a:pt x="637699" y="624745"/>
                  </a:lnTo>
                  <a:lnTo>
                    <a:pt x="639604" y="623792"/>
                  </a:lnTo>
                  <a:lnTo>
                    <a:pt x="640842" y="622173"/>
                  </a:lnTo>
                  <a:lnTo>
                    <a:pt x="641604" y="620744"/>
                  </a:lnTo>
                  <a:lnTo>
                    <a:pt x="642461" y="620173"/>
                  </a:lnTo>
                  <a:lnTo>
                    <a:pt x="643509" y="619601"/>
                  </a:lnTo>
                  <a:lnTo>
                    <a:pt x="644176" y="618935"/>
                  </a:lnTo>
                  <a:lnTo>
                    <a:pt x="644747" y="617792"/>
                  </a:lnTo>
                  <a:lnTo>
                    <a:pt x="645986" y="617030"/>
                  </a:lnTo>
                  <a:lnTo>
                    <a:pt x="647986" y="616553"/>
                  </a:lnTo>
                  <a:lnTo>
                    <a:pt x="650557" y="616172"/>
                  </a:lnTo>
                  <a:lnTo>
                    <a:pt x="653320" y="614172"/>
                  </a:lnTo>
                  <a:lnTo>
                    <a:pt x="654844" y="613696"/>
                  </a:lnTo>
                  <a:lnTo>
                    <a:pt x="656749" y="613696"/>
                  </a:lnTo>
                  <a:lnTo>
                    <a:pt x="659035" y="613981"/>
                  </a:lnTo>
                  <a:lnTo>
                    <a:pt x="660845" y="613601"/>
                  </a:lnTo>
                  <a:lnTo>
                    <a:pt x="662083" y="612934"/>
                  </a:lnTo>
                  <a:lnTo>
                    <a:pt x="663797" y="610457"/>
                  </a:lnTo>
                  <a:lnTo>
                    <a:pt x="664940" y="609695"/>
                  </a:lnTo>
                  <a:lnTo>
                    <a:pt x="667988" y="608552"/>
                  </a:lnTo>
                  <a:lnTo>
                    <a:pt x="669036" y="607790"/>
                  </a:lnTo>
                  <a:lnTo>
                    <a:pt x="669417" y="606647"/>
                  </a:lnTo>
                  <a:lnTo>
                    <a:pt x="669131" y="604266"/>
                  </a:lnTo>
                  <a:lnTo>
                    <a:pt x="669417" y="603695"/>
                  </a:lnTo>
                  <a:lnTo>
                    <a:pt x="670274" y="603504"/>
                  </a:lnTo>
                  <a:lnTo>
                    <a:pt x="671227" y="603314"/>
                  </a:lnTo>
                  <a:lnTo>
                    <a:pt x="673513" y="603218"/>
                  </a:lnTo>
                  <a:lnTo>
                    <a:pt x="674370" y="603314"/>
                  </a:lnTo>
                  <a:lnTo>
                    <a:pt x="675037" y="603695"/>
                  </a:lnTo>
                  <a:lnTo>
                    <a:pt x="675513" y="604266"/>
                  </a:lnTo>
                  <a:lnTo>
                    <a:pt x="675799" y="605219"/>
                  </a:lnTo>
                  <a:lnTo>
                    <a:pt x="676656" y="608552"/>
                  </a:lnTo>
                  <a:lnTo>
                    <a:pt x="676942" y="610648"/>
                  </a:lnTo>
                  <a:lnTo>
                    <a:pt x="677132" y="612743"/>
                  </a:lnTo>
                  <a:lnTo>
                    <a:pt x="676656" y="616839"/>
                  </a:lnTo>
                  <a:lnTo>
                    <a:pt x="676370" y="618458"/>
                  </a:lnTo>
                  <a:lnTo>
                    <a:pt x="675989" y="619601"/>
                  </a:lnTo>
                  <a:lnTo>
                    <a:pt x="675227" y="620840"/>
                  </a:lnTo>
                  <a:lnTo>
                    <a:pt x="674084" y="621983"/>
                  </a:lnTo>
                  <a:lnTo>
                    <a:pt x="671132" y="623888"/>
                  </a:lnTo>
                  <a:lnTo>
                    <a:pt x="668941" y="625602"/>
                  </a:lnTo>
                  <a:lnTo>
                    <a:pt x="667798" y="626840"/>
                  </a:lnTo>
                  <a:lnTo>
                    <a:pt x="667322" y="627888"/>
                  </a:lnTo>
                  <a:lnTo>
                    <a:pt x="666559" y="629698"/>
                  </a:lnTo>
                  <a:lnTo>
                    <a:pt x="665798" y="633794"/>
                  </a:lnTo>
                  <a:lnTo>
                    <a:pt x="665226" y="635603"/>
                  </a:lnTo>
                  <a:lnTo>
                    <a:pt x="664369" y="637413"/>
                  </a:lnTo>
                  <a:lnTo>
                    <a:pt x="663988" y="639413"/>
                  </a:lnTo>
                  <a:lnTo>
                    <a:pt x="664369" y="641223"/>
                  </a:lnTo>
                  <a:lnTo>
                    <a:pt x="665321" y="642652"/>
                  </a:lnTo>
                  <a:lnTo>
                    <a:pt x="666655" y="643700"/>
                  </a:lnTo>
                  <a:lnTo>
                    <a:pt x="667703" y="643985"/>
                  </a:lnTo>
                  <a:lnTo>
                    <a:pt x="668941" y="643890"/>
                  </a:lnTo>
                  <a:lnTo>
                    <a:pt x="674180" y="637889"/>
                  </a:lnTo>
                  <a:lnTo>
                    <a:pt x="676751" y="636175"/>
                  </a:lnTo>
                  <a:lnTo>
                    <a:pt x="677132" y="633508"/>
                  </a:lnTo>
                  <a:lnTo>
                    <a:pt x="679799" y="631984"/>
                  </a:lnTo>
                  <a:lnTo>
                    <a:pt x="684371" y="630936"/>
                  </a:lnTo>
                  <a:lnTo>
                    <a:pt x="700850" y="630460"/>
                  </a:lnTo>
                  <a:lnTo>
                    <a:pt x="705422" y="629317"/>
                  </a:lnTo>
                  <a:lnTo>
                    <a:pt x="707517" y="628269"/>
                  </a:lnTo>
                  <a:lnTo>
                    <a:pt x="709422" y="626459"/>
                  </a:lnTo>
                  <a:lnTo>
                    <a:pt x="712851" y="622268"/>
                  </a:lnTo>
                  <a:lnTo>
                    <a:pt x="715042" y="621221"/>
                  </a:lnTo>
                  <a:lnTo>
                    <a:pt x="717804" y="622268"/>
                  </a:lnTo>
                  <a:lnTo>
                    <a:pt x="719423" y="624554"/>
                  </a:lnTo>
                  <a:lnTo>
                    <a:pt x="719138" y="626840"/>
                  </a:lnTo>
                  <a:lnTo>
                    <a:pt x="718185" y="629222"/>
                  </a:lnTo>
                  <a:lnTo>
                    <a:pt x="717518" y="631698"/>
                  </a:lnTo>
                  <a:lnTo>
                    <a:pt x="717804" y="633698"/>
                  </a:lnTo>
                  <a:lnTo>
                    <a:pt x="719804" y="640842"/>
                  </a:lnTo>
                  <a:lnTo>
                    <a:pt x="721709" y="645224"/>
                  </a:lnTo>
                  <a:lnTo>
                    <a:pt x="731425" y="653606"/>
                  </a:lnTo>
                  <a:lnTo>
                    <a:pt x="734473" y="656939"/>
                  </a:lnTo>
                  <a:lnTo>
                    <a:pt x="737902" y="659892"/>
                  </a:lnTo>
                  <a:lnTo>
                    <a:pt x="741617" y="661035"/>
                  </a:lnTo>
                  <a:lnTo>
                    <a:pt x="745331" y="658940"/>
                  </a:lnTo>
                  <a:lnTo>
                    <a:pt x="746951" y="658558"/>
                  </a:lnTo>
                  <a:lnTo>
                    <a:pt x="749808" y="657225"/>
                  </a:lnTo>
                  <a:lnTo>
                    <a:pt x="751332" y="656844"/>
                  </a:lnTo>
                  <a:lnTo>
                    <a:pt x="752666" y="656939"/>
                  </a:lnTo>
                  <a:lnTo>
                    <a:pt x="755809" y="657797"/>
                  </a:lnTo>
                  <a:lnTo>
                    <a:pt x="756856" y="657701"/>
                  </a:lnTo>
                  <a:lnTo>
                    <a:pt x="758666" y="654939"/>
                  </a:lnTo>
                  <a:lnTo>
                    <a:pt x="760000" y="646843"/>
                  </a:lnTo>
                  <a:lnTo>
                    <a:pt x="761143" y="643795"/>
                  </a:lnTo>
                  <a:lnTo>
                    <a:pt x="763429" y="641985"/>
                  </a:lnTo>
                  <a:lnTo>
                    <a:pt x="766763" y="640461"/>
                  </a:lnTo>
                  <a:lnTo>
                    <a:pt x="770192" y="639413"/>
                  </a:lnTo>
                  <a:lnTo>
                    <a:pt x="772954" y="638937"/>
                  </a:lnTo>
                  <a:lnTo>
                    <a:pt x="775335" y="639413"/>
                  </a:lnTo>
                  <a:lnTo>
                    <a:pt x="777716" y="640556"/>
                  </a:lnTo>
                  <a:lnTo>
                    <a:pt x="780002" y="641318"/>
                  </a:lnTo>
                  <a:lnTo>
                    <a:pt x="782098" y="640747"/>
                  </a:lnTo>
                  <a:lnTo>
                    <a:pt x="786955" y="635127"/>
                  </a:lnTo>
                  <a:lnTo>
                    <a:pt x="798290" y="625983"/>
                  </a:lnTo>
                  <a:lnTo>
                    <a:pt x="803053" y="620078"/>
                  </a:lnTo>
                  <a:lnTo>
                    <a:pt x="805339" y="615601"/>
                  </a:lnTo>
                  <a:lnTo>
                    <a:pt x="806387" y="610648"/>
                  </a:lnTo>
                  <a:lnTo>
                    <a:pt x="805815" y="606171"/>
                  </a:lnTo>
                  <a:lnTo>
                    <a:pt x="803053" y="603028"/>
                  </a:lnTo>
                  <a:lnTo>
                    <a:pt x="799909" y="599504"/>
                  </a:lnTo>
                  <a:lnTo>
                    <a:pt x="798767" y="595503"/>
                  </a:lnTo>
                  <a:lnTo>
                    <a:pt x="798005" y="591312"/>
                  </a:lnTo>
                  <a:lnTo>
                    <a:pt x="795718" y="587026"/>
                  </a:lnTo>
                  <a:lnTo>
                    <a:pt x="788956" y="580930"/>
                  </a:lnTo>
                  <a:lnTo>
                    <a:pt x="786670" y="577310"/>
                  </a:lnTo>
                  <a:lnTo>
                    <a:pt x="786575" y="572167"/>
                  </a:lnTo>
                  <a:lnTo>
                    <a:pt x="787337" y="569595"/>
                  </a:lnTo>
                  <a:lnTo>
                    <a:pt x="787813" y="562356"/>
                  </a:lnTo>
                  <a:lnTo>
                    <a:pt x="788670" y="559689"/>
                  </a:lnTo>
                  <a:lnTo>
                    <a:pt x="791147" y="555974"/>
                  </a:lnTo>
                  <a:lnTo>
                    <a:pt x="792194" y="553879"/>
                  </a:lnTo>
                  <a:lnTo>
                    <a:pt x="791813" y="548831"/>
                  </a:lnTo>
                  <a:lnTo>
                    <a:pt x="787908" y="546735"/>
                  </a:lnTo>
                  <a:lnTo>
                    <a:pt x="778669" y="546354"/>
                  </a:lnTo>
                  <a:lnTo>
                    <a:pt x="774573" y="544925"/>
                  </a:lnTo>
                  <a:lnTo>
                    <a:pt x="765810" y="540163"/>
                  </a:lnTo>
                  <a:lnTo>
                    <a:pt x="762191" y="539877"/>
                  </a:lnTo>
                  <a:lnTo>
                    <a:pt x="758190" y="541687"/>
                  </a:lnTo>
                  <a:lnTo>
                    <a:pt x="757238" y="540925"/>
                  </a:lnTo>
                  <a:lnTo>
                    <a:pt x="757047" y="537686"/>
                  </a:lnTo>
                  <a:lnTo>
                    <a:pt x="756476" y="535115"/>
                  </a:lnTo>
                  <a:lnTo>
                    <a:pt x="755047" y="533305"/>
                  </a:lnTo>
                  <a:lnTo>
                    <a:pt x="753142" y="532067"/>
                  </a:lnTo>
                  <a:lnTo>
                    <a:pt x="751142" y="531114"/>
                  </a:lnTo>
                  <a:lnTo>
                    <a:pt x="746855" y="529781"/>
                  </a:lnTo>
                  <a:lnTo>
                    <a:pt x="745046" y="528733"/>
                  </a:lnTo>
                  <a:lnTo>
                    <a:pt x="738664" y="518160"/>
                  </a:lnTo>
                  <a:lnTo>
                    <a:pt x="738378" y="517969"/>
                  </a:lnTo>
                  <a:lnTo>
                    <a:pt x="737997" y="515969"/>
                  </a:lnTo>
                  <a:lnTo>
                    <a:pt x="737426" y="513017"/>
                  </a:lnTo>
                  <a:lnTo>
                    <a:pt x="737235" y="509588"/>
                  </a:lnTo>
                  <a:lnTo>
                    <a:pt x="737711" y="503206"/>
                  </a:lnTo>
                  <a:lnTo>
                    <a:pt x="737711" y="503206"/>
                  </a:lnTo>
                  <a:lnTo>
                    <a:pt x="737045" y="499491"/>
                  </a:lnTo>
                  <a:lnTo>
                    <a:pt x="735044" y="493205"/>
                  </a:lnTo>
                  <a:lnTo>
                    <a:pt x="734854" y="489776"/>
                  </a:lnTo>
                  <a:lnTo>
                    <a:pt x="736092" y="485775"/>
                  </a:lnTo>
                  <a:lnTo>
                    <a:pt x="738568" y="483965"/>
                  </a:lnTo>
                  <a:lnTo>
                    <a:pt x="741807" y="483870"/>
                  </a:lnTo>
                  <a:lnTo>
                    <a:pt x="745331" y="485108"/>
                  </a:lnTo>
                  <a:lnTo>
                    <a:pt x="748379" y="485870"/>
                  </a:lnTo>
                  <a:lnTo>
                    <a:pt x="749618" y="483965"/>
                  </a:lnTo>
                  <a:lnTo>
                    <a:pt x="749427" y="480536"/>
                  </a:lnTo>
                  <a:lnTo>
                    <a:pt x="747713" y="473964"/>
                  </a:lnTo>
                  <a:lnTo>
                    <a:pt x="747522" y="470630"/>
                  </a:lnTo>
                  <a:lnTo>
                    <a:pt x="747141" y="467487"/>
                  </a:lnTo>
                  <a:lnTo>
                    <a:pt x="745331" y="465106"/>
                  </a:lnTo>
                  <a:lnTo>
                    <a:pt x="741807" y="460915"/>
                  </a:lnTo>
                  <a:lnTo>
                    <a:pt x="739902" y="456152"/>
                  </a:lnTo>
                  <a:lnTo>
                    <a:pt x="738473" y="451009"/>
                  </a:lnTo>
                  <a:lnTo>
                    <a:pt x="736283" y="445961"/>
                  </a:lnTo>
                  <a:lnTo>
                    <a:pt x="735139" y="440531"/>
                  </a:lnTo>
                  <a:lnTo>
                    <a:pt x="736949" y="435388"/>
                  </a:lnTo>
                  <a:lnTo>
                    <a:pt x="740664" y="432054"/>
                  </a:lnTo>
                  <a:lnTo>
                    <a:pt x="752666" y="432816"/>
                  </a:lnTo>
                  <a:lnTo>
                    <a:pt x="755333" y="433673"/>
                  </a:lnTo>
                  <a:lnTo>
                    <a:pt x="756285" y="433673"/>
                  </a:lnTo>
                  <a:lnTo>
                    <a:pt x="757428" y="433007"/>
                  </a:lnTo>
                  <a:lnTo>
                    <a:pt x="758952" y="431006"/>
                  </a:lnTo>
                  <a:lnTo>
                    <a:pt x="759809" y="430244"/>
                  </a:lnTo>
                  <a:lnTo>
                    <a:pt x="763334" y="429387"/>
                  </a:lnTo>
                  <a:lnTo>
                    <a:pt x="791527" y="431483"/>
                  </a:lnTo>
                  <a:lnTo>
                    <a:pt x="794861" y="430054"/>
                  </a:lnTo>
                  <a:lnTo>
                    <a:pt x="799909" y="423672"/>
                  </a:lnTo>
                  <a:lnTo>
                    <a:pt x="803053" y="420719"/>
                  </a:lnTo>
                  <a:lnTo>
                    <a:pt x="805243" y="418338"/>
                  </a:lnTo>
                  <a:lnTo>
                    <a:pt x="805529" y="416338"/>
                  </a:lnTo>
                  <a:lnTo>
                    <a:pt x="804291" y="411194"/>
                  </a:lnTo>
                  <a:lnTo>
                    <a:pt x="804481" y="407670"/>
                  </a:lnTo>
                  <a:lnTo>
                    <a:pt x="805625" y="407099"/>
                  </a:lnTo>
                  <a:lnTo>
                    <a:pt x="807434" y="407575"/>
                  </a:lnTo>
                  <a:lnTo>
                    <a:pt x="809625" y="407384"/>
                  </a:lnTo>
                  <a:lnTo>
                    <a:pt x="811721" y="403860"/>
                  </a:lnTo>
                  <a:lnTo>
                    <a:pt x="811339" y="398145"/>
                  </a:lnTo>
                  <a:lnTo>
                    <a:pt x="808672" y="384048"/>
                  </a:lnTo>
                  <a:lnTo>
                    <a:pt x="806863" y="378333"/>
                  </a:lnTo>
                  <a:lnTo>
                    <a:pt x="806958" y="375571"/>
                  </a:lnTo>
                  <a:lnTo>
                    <a:pt x="808482" y="373571"/>
                  </a:lnTo>
                  <a:lnTo>
                    <a:pt x="810863" y="373285"/>
                  </a:lnTo>
                  <a:lnTo>
                    <a:pt x="820007" y="375571"/>
                  </a:lnTo>
                  <a:lnTo>
                    <a:pt x="825341" y="376238"/>
                  </a:lnTo>
                  <a:lnTo>
                    <a:pt x="830104" y="375190"/>
                  </a:lnTo>
                  <a:lnTo>
                    <a:pt x="830389" y="375094"/>
                  </a:lnTo>
                  <a:lnTo>
                    <a:pt x="833247" y="370999"/>
                  </a:lnTo>
                  <a:lnTo>
                    <a:pt x="833152" y="368427"/>
                  </a:lnTo>
                  <a:lnTo>
                    <a:pt x="831818" y="366713"/>
                  </a:lnTo>
                  <a:lnTo>
                    <a:pt x="830199" y="365189"/>
                  </a:lnTo>
                  <a:lnTo>
                    <a:pt x="829056" y="363188"/>
                  </a:lnTo>
                  <a:lnTo>
                    <a:pt x="829151" y="360426"/>
                  </a:lnTo>
                  <a:lnTo>
                    <a:pt x="830485" y="358426"/>
                  </a:lnTo>
                  <a:lnTo>
                    <a:pt x="832485" y="356997"/>
                  </a:lnTo>
                  <a:lnTo>
                    <a:pt x="834771" y="355949"/>
                  </a:lnTo>
                  <a:lnTo>
                    <a:pt x="839819" y="354997"/>
                  </a:lnTo>
                  <a:lnTo>
                    <a:pt x="841915" y="354140"/>
                  </a:lnTo>
                  <a:lnTo>
                    <a:pt x="843915" y="351949"/>
                  </a:lnTo>
                  <a:lnTo>
                    <a:pt x="844963" y="349282"/>
                  </a:lnTo>
                  <a:lnTo>
                    <a:pt x="845534" y="346043"/>
                  </a:lnTo>
                  <a:lnTo>
                    <a:pt x="846392" y="342995"/>
                  </a:lnTo>
                  <a:lnTo>
                    <a:pt x="848106" y="341090"/>
                  </a:lnTo>
                  <a:lnTo>
                    <a:pt x="852773" y="340614"/>
                  </a:lnTo>
                  <a:lnTo>
                    <a:pt x="856297" y="341281"/>
                  </a:lnTo>
                  <a:lnTo>
                    <a:pt x="862965" y="342614"/>
                  </a:lnTo>
                  <a:lnTo>
                    <a:pt x="867537" y="341186"/>
                  </a:lnTo>
                  <a:lnTo>
                    <a:pt x="869251" y="338995"/>
                  </a:lnTo>
                  <a:lnTo>
                    <a:pt x="871156" y="329946"/>
                  </a:lnTo>
                  <a:lnTo>
                    <a:pt x="873347" y="324517"/>
                  </a:lnTo>
                  <a:lnTo>
                    <a:pt x="874776" y="322136"/>
                  </a:lnTo>
                  <a:lnTo>
                    <a:pt x="881348" y="314420"/>
                  </a:lnTo>
                  <a:lnTo>
                    <a:pt x="883063" y="311277"/>
                  </a:lnTo>
                  <a:lnTo>
                    <a:pt x="884015" y="307277"/>
                  </a:lnTo>
                  <a:lnTo>
                    <a:pt x="883539" y="282893"/>
                  </a:lnTo>
                  <a:lnTo>
                    <a:pt x="884587" y="278511"/>
                  </a:lnTo>
                  <a:lnTo>
                    <a:pt x="888016" y="273844"/>
                  </a:lnTo>
                  <a:lnTo>
                    <a:pt x="891635" y="269748"/>
                  </a:lnTo>
                  <a:lnTo>
                    <a:pt x="894207" y="265652"/>
                  </a:lnTo>
                  <a:lnTo>
                    <a:pt x="895064" y="260985"/>
                  </a:lnTo>
                  <a:lnTo>
                    <a:pt x="893635" y="254984"/>
                  </a:lnTo>
                  <a:lnTo>
                    <a:pt x="892969" y="248984"/>
                  </a:lnTo>
                  <a:lnTo>
                    <a:pt x="895541" y="244316"/>
                  </a:lnTo>
                  <a:lnTo>
                    <a:pt x="903446" y="237268"/>
                  </a:lnTo>
                  <a:lnTo>
                    <a:pt x="905351" y="233077"/>
                  </a:lnTo>
                  <a:lnTo>
                    <a:pt x="905923" y="227267"/>
                  </a:lnTo>
                  <a:close/>
                </a:path>
              </a:pathLst>
            </a:custGeom>
            <a:solidFill>
              <a:srgbClr val="CCCCCC"/>
            </a:soli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8" name="Freeform: Shape 29">
              <a:extLst>
                <a:ext uri="{FF2B5EF4-FFF2-40B4-BE49-F238E27FC236}">
                  <a16:creationId xmlns:a16="http://schemas.microsoft.com/office/drawing/2014/main" id="{B837B5D0-FA9C-FE61-AE8A-7CAF7F13E7F9}"/>
                </a:ext>
              </a:extLst>
            </p:cNvPr>
            <p:cNvSpPr/>
            <p:nvPr/>
          </p:nvSpPr>
          <p:spPr>
            <a:xfrm>
              <a:off x="7823357" y="1495141"/>
              <a:ext cx="578874" cy="564755"/>
            </a:xfrm>
            <a:custGeom>
              <a:avLst/>
              <a:gdLst>
                <a:gd name="connsiteX0" fmla="*/ 394049 w 390525"/>
                <a:gd name="connsiteY0" fmla="*/ 282226 h 381000"/>
                <a:gd name="connsiteX1" fmla="*/ 390620 w 390525"/>
                <a:gd name="connsiteY1" fmla="*/ 276796 h 381000"/>
                <a:gd name="connsiteX2" fmla="*/ 387477 w 390525"/>
                <a:gd name="connsiteY2" fmla="*/ 271844 h 381000"/>
                <a:gd name="connsiteX3" fmla="*/ 383858 w 390525"/>
                <a:gd name="connsiteY3" fmla="*/ 268129 h 381000"/>
                <a:gd name="connsiteX4" fmla="*/ 383000 w 390525"/>
                <a:gd name="connsiteY4" fmla="*/ 267176 h 381000"/>
                <a:gd name="connsiteX5" fmla="*/ 380905 w 390525"/>
                <a:gd name="connsiteY5" fmla="*/ 263842 h 381000"/>
                <a:gd name="connsiteX6" fmla="*/ 380714 w 390525"/>
                <a:gd name="connsiteY6" fmla="*/ 264033 h 381000"/>
                <a:gd name="connsiteX7" fmla="*/ 378905 w 390525"/>
                <a:gd name="connsiteY7" fmla="*/ 264890 h 381000"/>
                <a:gd name="connsiteX8" fmla="*/ 377380 w 390525"/>
                <a:gd name="connsiteY8" fmla="*/ 264986 h 381000"/>
                <a:gd name="connsiteX9" fmla="*/ 374333 w 390525"/>
                <a:gd name="connsiteY9" fmla="*/ 264605 h 381000"/>
                <a:gd name="connsiteX10" fmla="*/ 371284 w 390525"/>
                <a:gd name="connsiteY10" fmla="*/ 265367 h 381000"/>
                <a:gd name="connsiteX11" fmla="*/ 369951 w 390525"/>
                <a:gd name="connsiteY11" fmla="*/ 265367 h 381000"/>
                <a:gd name="connsiteX12" fmla="*/ 366332 w 390525"/>
                <a:gd name="connsiteY12" fmla="*/ 263462 h 381000"/>
                <a:gd name="connsiteX13" fmla="*/ 365474 w 390525"/>
                <a:gd name="connsiteY13" fmla="*/ 262700 h 381000"/>
                <a:gd name="connsiteX14" fmla="*/ 364903 w 390525"/>
                <a:gd name="connsiteY14" fmla="*/ 261366 h 381000"/>
                <a:gd name="connsiteX15" fmla="*/ 364712 w 390525"/>
                <a:gd name="connsiteY15" fmla="*/ 259080 h 381000"/>
                <a:gd name="connsiteX16" fmla="*/ 365474 w 390525"/>
                <a:gd name="connsiteY16" fmla="*/ 253841 h 381000"/>
                <a:gd name="connsiteX17" fmla="*/ 367189 w 390525"/>
                <a:gd name="connsiteY17" fmla="*/ 248602 h 381000"/>
                <a:gd name="connsiteX18" fmla="*/ 367475 w 390525"/>
                <a:gd name="connsiteY18" fmla="*/ 244126 h 381000"/>
                <a:gd name="connsiteX19" fmla="*/ 364046 w 390525"/>
                <a:gd name="connsiteY19" fmla="*/ 241078 h 381000"/>
                <a:gd name="connsiteX20" fmla="*/ 359664 w 390525"/>
                <a:gd name="connsiteY20" fmla="*/ 238315 h 381000"/>
                <a:gd name="connsiteX21" fmla="*/ 360140 w 390525"/>
                <a:gd name="connsiteY21" fmla="*/ 235363 h 381000"/>
                <a:gd name="connsiteX22" fmla="*/ 371380 w 390525"/>
                <a:gd name="connsiteY22" fmla="*/ 226028 h 381000"/>
                <a:gd name="connsiteX23" fmla="*/ 373380 w 390525"/>
                <a:gd name="connsiteY23" fmla="*/ 223838 h 381000"/>
                <a:gd name="connsiteX24" fmla="*/ 373951 w 390525"/>
                <a:gd name="connsiteY24" fmla="*/ 222218 h 381000"/>
                <a:gd name="connsiteX25" fmla="*/ 371189 w 390525"/>
                <a:gd name="connsiteY25" fmla="*/ 218599 h 381000"/>
                <a:gd name="connsiteX26" fmla="*/ 366903 w 390525"/>
                <a:gd name="connsiteY26" fmla="*/ 214217 h 381000"/>
                <a:gd name="connsiteX27" fmla="*/ 364808 w 390525"/>
                <a:gd name="connsiteY27" fmla="*/ 214217 h 381000"/>
                <a:gd name="connsiteX28" fmla="*/ 363855 w 390525"/>
                <a:gd name="connsiteY28" fmla="*/ 214027 h 381000"/>
                <a:gd name="connsiteX29" fmla="*/ 362998 w 390525"/>
                <a:gd name="connsiteY29" fmla="*/ 213265 h 381000"/>
                <a:gd name="connsiteX30" fmla="*/ 362331 w 390525"/>
                <a:gd name="connsiteY30" fmla="*/ 212312 h 381000"/>
                <a:gd name="connsiteX31" fmla="*/ 361474 w 390525"/>
                <a:gd name="connsiteY31" fmla="*/ 209931 h 381000"/>
                <a:gd name="connsiteX32" fmla="*/ 360045 w 390525"/>
                <a:gd name="connsiteY32" fmla="*/ 208121 h 381000"/>
                <a:gd name="connsiteX33" fmla="*/ 359474 w 390525"/>
                <a:gd name="connsiteY33" fmla="*/ 207169 h 381000"/>
                <a:gd name="connsiteX34" fmla="*/ 359378 w 390525"/>
                <a:gd name="connsiteY34" fmla="*/ 205835 h 381000"/>
                <a:gd name="connsiteX35" fmla="*/ 359664 w 390525"/>
                <a:gd name="connsiteY35" fmla="*/ 204502 h 381000"/>
                <a:gd name="connsiteX36" fmla="*/ 359759 w 390525"/>
                <a:gd name="connsiteY36" fmla="*/ 203359 h 381000"/>
                <a:gd name="connsiteX37" fmla="*/ 356902 w 390525"/>
                <a:gd name="connsiteY37" fmla="*/ 200120 h 381000"/>
                <a:gd name="connsiteX38" fmla="*/ 357283 w 390525"/>
                <a:gd name="connsiteY38" fmla="*/ 197834 h 381000"/>
                <a:gd name="connsiteX39" fmla="*/ 360236 w 390525"/>
                <a:gd name="connsiteY39" fmla="*/ 193167 h 381000"/>
                <a:gd name="connsiteX40" fmla="*/ 360998 w 390525"/>
                <a:gd name="connsiteY40" fmla="*/ 190500 h 381000"/>
                <a:gd name="connsiteX41" fmla="*/ 361855 w 390525"/>
                <a:gd name="connsiteY41" fmla="*/ 184785 h 381000"/>
                <a:gd name="connsiteX42" fmla="*/ 362521 w 390525"/>
                <a:gd name="connsiteY42" fmla="*/ 182118 h 381000"/>
                <a:gd name="connsiteX43" fmla="*/ 365093 w 390525"/>
                <a:gd name="connsiteY43" fmla="*/ 176308 h 381000"/>
                <a:gd name="connsiteX44" fmla="*/ 365379 w 390525"/>
                <a:gd name="connsiteY44" fmla="*/ 173736 h 381000"/>
                <a:gd name="connsiteX45" fmla="*/ 364141 w 390525"/>
                <a:gd name="connsiteY45" fmla="*/ 170974 h 381000"/>
                <a:gd name="connsiteX46" fmla="*/ 362807 w 390525"/>
                <a:gd name="connsiteY46" fmla="*/ 169640 h 381000"/>
                <a:gd name="connsiteX47" fmla="*/ 357759 w 390525"/>
                <a:gd name="connsiteY47" fmla="*/ 166592 h 381000"/>
                <a:gd name="connsiteX48" fmla="*/ 354425 w 390525"/>
                <a:gd name="connsiteY48" fmla="*/ 163925 h 381000"/>
                <a:gd name="connsiteX49" fmla="*/ 343091 w 390525"/>
                <a:gd name="connsiteY49" fmla="*/ 148400 h 381000"/>
                <a:gd name="connsiteX50" fmla="*/ 341186 w 390525"/>
                <a:gd name="connsiteY50" fmla="*/ 144209 h 381000"/>
                <a:gd name="connsiteX51" fmla="*/ 338709 w 390525"/>
                <a:gd name="connsiteY51" fmla="*/ 140589 h 381000"/>
                <a:gd name="connsiteX52" fmla="*/ 334423 w 390525"/>
                <a:gd name="connsiteY52" fmla="*/ 138303 h 381000"/>
                <a:gd name="connsiteX53" fmla="*/ 333566 w 390525"/>
                <a:gd name="connsiteY53" fmla="*/ 138017 h 381000"/>
                <a:gd name="connsiteX54" fmla="*/ 333566 w 390525"/>
                <a:gd name="connsiteY54" fmla="*/ 138017 h 381000"/>
                <a:gd name="connsiteX55" fmla="*/ 332327 w 390525"/>
                <a:gd name="connsiteY55" fmla="*/ 137636 h 381000"/>
                <a:gd name="connsiteX56" fmla="*/ 332137 w 390525"/>
                <a:gd name="connsiteY56" fmla="*/ 135922 h 381000"/>
                <a:gd name="connsiteX57" fmla="*/ 332708 w 390525"/>
                <a:gd name="connsiteY57" fmla="*/ 133445 h 381000"/>
                <a:gd name="connsiteX58" fmla="*/ 332899 w 390525"/>
                <a:gd name="connsiteY58" fmla="*/ 130492 h 381000"/>
                <a:gd name="connsiteX59" fmla="*/ 330137 w 390525"/>
                <a:gd name="connsiteY59" fmla="*/ 118015 h 381000"/>
                <a:gd name="connsiteX60" fmla="*/ 329756 w 390525"/>
                <a:gd name="connsiteY60" fmla="*/ 117348 h 381000"/>
                <a:gd name="connsiteX61" fmla="*/ 329565 w 390525"/>
                <a:gd name="connsiteY61" fmla="*/ 116586 h 381000"/>
                <a:gd name="connsiteX62" fmla="*/ 329851 w 390525"/>
                <a:gd name="connsiteY62" fmla="*/ 114871 h 381000"/>
                <a:gd name="connsiteX63" fmla="*/ 330422 w 390525"/>
                <a:gd name="connsiteY63" fmla="*/ 113729 h 381000"/>
                <a:gd name="connsiteX64" fmla="*/ 331184 w 390525"/>
                <a:gd name="connsiteY64" fmla="*/ 112871 h 381000"/>
                <a:gd name="connsiteX65" fmla="*/ 331661 w 390525"/>
                <a:gd name="connsiteY65" fmla="*/ 112109 h 381000"/>
                <a:gd name="connsiteX66" fmla="*/ 331280 w 390525"/>
                <a:gd name="connsiteY66" fmla="*/ 110681 h 381000"/>
                <a:gd name="connsiteX67" fmla="*/ 326708 w 390525"/>
                <a:gd name="connsiteY67" fmla="*/ 103918 h 381000"/>
                <a:gd name="connsiteX68" fmla="*/ 323469 w 390525"/>
                <a:gd name="connsiteY68" fmla="*/ 96869 h 381000"/>
                <a:gd name="connsiteX69" fmla="*/ 320897 w 390525"/>
                <a:gd name="connsiteY69" fmla="*/ 98584 h 381000"/>
                <a:gd name="connsiteX70" fmla="*/ 315659 w 390525"/>
                <a:gd name="connsiteY70" fmla="*/ 104585 h 381000"/>
                <a:gd name="connsiteX71" fmla="*/ 314420 w 390525"/>
                <a:gd name="connsiteY71" fmla="*/ 104680 h 381000"/>
                <a:gd name="connsiteX72" fmla="*/ 313373 w 390525"/>
                <a:gd name="connsiteY72" fmla="*/ 104394 h 381000"/>
                <a:gd name="connsiteX73" fmla="*/ 312039 w 390525"/>
                <a:gd name="connsiteY73" fmla="*/ 103346 h 381000"/>
                <a:gd name="connsiteX74" fmla="*/ 311087 w 390525"/>
                <a:gd name="connsiteY74" fmla="*/ 101917 h 381000"/>
                <a:gd name="connsiteX75" fmla="*/ 310706 w 390525"/>
                <a:gd name="connsiteY75" fmla="*/ 100108 h 381000"/>
                <a:gd name="connsiteX76" fmla="*/ 311087 w 390525"/>
                <a:gd name="connsiteY76" fmla="*/ 98108 h 381000"/>
                <a:gd name="connsiteX77" fmla="*/ 311944 w 390525"/>
                <a:gd name="connsiteY77" fmla="*/ 96298 h 381000"/>
                <a:gd name="connsiteX78" fmla="*/ 312515 w 390525"/>
                <a:gd name="connsiteY78" fmla="*/ 94488 h 381000"/>
                <a:gd name="connsiteX79" fmla="*/ 313277 w 390525"/>
                <a:gd name="connsiteY79" fmla="*/ 90392 h 381000"/>
                <a:gd name="connsiteX80" fmla="*/ 314039 w 390525"/>
                <a:gd name="connsiteY80" fmla="*/ 88583 h 381000"/>
                <a:gd name="connsiteX81" fmla="*/ 314516 w 390525"/>
                <a:gd name="connsiteY81" fmla="*/ 87535 h 381000"/>
                <a:gd name="connsiteX82" fmla="*/ 315659 w 390525"/>
                <a:gd name="connsiteY82" fmla="*/ 86296 h 381000"/>
                <a:gd name="connsiteX83" fmla="*/ 317849 w 390525"/>
                <a:gd name="connsiteY83" fmla="*/ 84582 h 381000"/>
                <a:gd name="connsiteX84" fmla="*/ 320802 w 390525"/>
                <a:gd name="connsiteY84" fmla="*/ 82677 h 381000"/>
                <a:gd name="connsiteX85" fmla="*/ 321945 w 390525"/>
                <a:gd name="connsiteY85" fmla="*/ 81534 h 381000"/>
                <a:gd name="connsiteX86" fmla="*/ 322707 w 390525"/>
                <a:gd name="connsiteY86" fmla="*/ 80296 h 381000"/>
                <a:gd name="connsiteX87" fmla="*/ 323088 w 390525"/>
                <a:gd name="connsiteY87" fmla="*/ 79153 h 381000"/>
                <a:gd name="connsiteX88" fmla="*/ 323374 w 390525"/>
                <a:gd name="connsiteY88" fmla="*/ 77533 h 381000"/>
                <a:gd name="connsiteX89" fmla="*/ 323850 w 390525"/>
                <a:gd name="connsiteY89" fmla="*/ 73438 h 381000"/>
                <a:gd name="connsiteX90" fmla="*/ 323660 w 390525"/>
                <a:gd name="connsiteY90" fmla="*/ 71342 h 381000"/>
                <a:gd name="connsiteX91" fmla="*/ 323374 w 390525"/>
                <a:gd name="connsiteY91" fmla="*/ 69247 h 381000"/>
                <a:gd name="connsiteX92" fmla="*/ 322517 w 390525"/>
                <a:gd name="connsiteY92" fmla="*/ 65913 h 381000"/>
                <a:gd name="connsiteX93" fmla="*/ 322231 w 390525"/>
                <a:gd name="connsiteY93" fmla="*/ 64960 h 381000"/>
                <a:gd name="connsiteX94" fmla="*/ 321755 w 390525"/>
                <a:gd name="connsiteY94" fmla="*/ 64389 h 381000"/>
                <a:gd name="connsiteX95" fmla="*/ 321088 w 390525"/>
                <a:gd name="connsiteY95" fmla="*/ 64008 h 381000"/>
                <a:gd name="connsiteX96" fmla="*/ 320231 w 390525"/>
                <a:gd name="connsiteY96" fmla="*/ 63913 h 381000"/>
                <a:gd name="connsiteX97" fmla="*/ 317945 w 390525"/>
                <a:gd name="connsiteY97" fmla="*/ 64008 h 381000"/>
                <a:gd name="connsiteX98" fmla="*/ 316992 w 390525"/>
                <a:gd name="connsiteY98" fmla="*/ 64199 h 381000"/>
                <a:gd name="connsiteX99" fmla="*/ 316135 w 390525"/>
                <a:gd name="connsiteY99" fmla="*/ 64389 h 381000"/>
                <a:gd name="connsiteX100" fmla="*/ 315849 w 390525"/>
                <a:gd name="connsiteY100" fmla="*/ 64960 h 381000"/>
                <a:gd name="connsiteX101" fmla="*/ 316135 w 390525"/>
                <a:gd name="connsiteY101" fmla="*/ 67342 h 381000"/>
                <a:gd name="connsiteX102" fmla="*/ 315754 w 390525"/>
                <a:gd name="connsiteY102" fmla="*/ 68485 h 381000"/>
                <a:gd name="connsiteX103" fmla="*/ 314706 w 390525"/>
                <a:gd name="connsiteY103" fmla="*/ 69247 h 381000"/>
                <a:gd name="connsiteX104" fmla="*/ 311658 w 390525"/>
                <a:gd name="connsiteY104" fmla="*/ 70390 h 381000"/>
                <a:gd name="connsiteX105" fmla="*/ 310515 w 390525"/>
                <a:gd name="connsiteY105" fmla="*/ 71152 h 381000"/>
                <a:gd name="connsiteX106" fmla="*/ 308800 w 390525"/>
                <a:gd name="connsiteY106" fmla="*/ 73628 h 381000"/>
                <a:gd name="connsiteX107" fmla="*/ 307562 w 390525"/>
                <a:gd name="connsiteY107" fmla="*/ 74295 h 381000"/>
                <a:gd name="connsiteX108" fmla="*/ 305753 w 390525"/>
                <a:gd name="connsiteY108" fmla="*/ 74676 h 381000"/>
                <a:gd name="connsiteX109" fmla="*/ 303467 w 390525"/>
                <a:gd name="connsiteY109" fmla="*/ 74390 h 381000"/>
                <a:gd name="connsiteX110" fmla="*/ 301562 w 390525"/>
                <a:gd name="connsiteY110" fmla="*/ 74390 h 381000"/>
                <a:gd name="connsiteX111" fmla="*/ 300038 w 390525"/>
                <a:gd name="connsiteY111" fmla="*/ 74867 h 381000"/>
                <a:gd name="connsiteX112" fmla="*/ 297275 w 390525"/>
                <a:gd name="connsiteY112" fmla="*/ 76867 h 381000"/>
                <a:gd name="connsiteX113" fmla="*/ 294704 w 390525"/>
                <a:gd name="connsiteY113" fmla="*/ 77248 h 381000"/>
                <a:gd name="connsiteX114" fmla="*/ 292703 w 390525"/>
                <a:gd name="connsiteY114" fmla="*/ 77724 h 381000"/>
                <a:gd name="connsiteX115" fmla="*/ 291465 w 390525"/>
                <a:gd name="connsiteY115" fmla="*/ 78486 h 381000"/>
                <a:gd name="connsiteX116" fmla="*/ 290894 w 390525"/>
                <a:gd name="connsiteY116" fmla="*/ 79629 h 381000"/>
                <a:gd name="connsiteX117" fmla="*/ 290227 w 390525"/>
                <a:gd name="connsiteY117" fmla="*/ 80296 h 381000"/>
                <a:gd name="connsiteX118" fmla="*/ 289179 w 390525"/>
                <a:gd name="connsiteY118" fmla="*/ 80867 h 381000"/>
                <a:gd name="connsiteX119" fmla="*/ 288322 w 390525"/>
                <a:gd name="connsiteY119" fmla="*/ 81439 h 381000"/>
                <a:gd name="connsiteX120" fmla="*/ 287560 w 390525"/>
                <a:gd name="connsiteY120" fmla="*/ 82867 h 381000"/>
                <a:gd name="connsiteX121" fmla="*/ 286322 w 390525"/>
                <a:gd name="connsiteY121" fmla="*/ 84487 h 381000"/>
                <a:gd name="connsiteX122" fmla="*/ 284417 w 390525"/>
                <a:gd name="connsiteY122" fmla="*/ 85439 h 381000"/>
                <a:gd name="connsiteX123" fmla="*/ 280511 w 390525"/>
                <a:gd name="connsiteY123" fmla="*/ 85630 h 381000"/>
                <a:gd name="connsiteX124" fmla="*/ 278892 w 390525"/>
                <a:gd name="connsiteY124" fmla="*/ 84201 h 381000"/>
                <a:gd name="connsiteX125" fmla="*/ 278130 w 390525"/>
                <a:gd name="connsiteY125" fmla="*/ 82391 h 381000"/>
                <a:gd name="connsiteX126" fmla="*/ 277559 w 390525"/>
                <a:gd name="connsiteY126" fmla="*/ 80391 h 381000"/>
                <a:gd name="connsiteX127" fmla="*/ 276416 w 390525"/>
                <a:gd name="connsiteY127" fmla="*/ 78772 h 381000"/>
                <a:gd name="connsiteX128" fmla="*/ 273653 w 390525"/>
                <a:gd name="connsiteY128" fmla="*/ 75629 h 381000"/>
                <a:gd name="connsiteX129" fmla="*/ 272415 w 390525"/>
                <a:gd name="connsiteY129" fmla="*/ 73914 h 381000"/>
                <a:gd name="connsiteX130" fmla="*/ 271653 w 390525"/>
                <a:gd name="connsiteY130" fmla="*/ 71819 h 381000"/>
                <a:gd name="connsiteX131" fmla="*/ 271272 w 390525"/>
                <a:gd name="connsiteY131" fmla="*/ 64770 h 381000"/>
                <a:gd name="connsiteX132" fmla="*/ 270510 w 390525"/>
                <a:gd name="connsiteY132" fmla="*/ 62960 h 381000"/>
                <a:gd name="connsiteX133" fmla="*/ 269177 w 390525"/>
                <a:gd name="connsiteY133" fmla="*/ 60865 h 381000"/>
                <a:gd name="connsiteX134" fmla="*/ 267176 w 390525"/>
                <a:gd name="connsiteY134" fmla="*/ 59150 h 381000"/>
                <a:gd name="connsiteX135" fmla="*/ 263081 w 390525"/>
                <a:gd name="connsiteY135" fmla="*/ 49530 h 381000"/>
                <a:gd name="connsiteX136" fmla="*/ 259175 w 390525"/>
                <a:gd name="connsiteY136" fmla="*/ 44387 h 381000"/>
                <a:gd name="connsiteX137" fmla="*/ 252413 w 390525"/>
                <a:gd name="connsiteY137" fmla="*/ 37243 h 381000"/>
                <a:gd name="connsiteX138" fmla="*/ 249746 w 390525"/>
                <a:gd name="connsiteY138" fmla="*/ 33909 h 381000"/>
                <a:gd name="connsiteX139" fmla="*/ 248602 w 390525"/>
                <a:gd name="connsiteY139" fmla="*/ 31909 h 381000"/>
                <a:gd name="connsiteX140" fmla="*/ 247269 w 390525"/>
                <a:gd name="connsiteY140" fmla="*/ 30385 h 381000"/>
                <a:gd name="connsiteX141" fmla="*/ 246317 w 390525"/>
                <a:gd name="connsiteY141" fmla="*/ 30099 h 381000"/>
                <a:gd name="connsiteX142" fmla="*/ 245269 w 390525"/>
                <a:gd name="connsiteY142" fmla="*/ 30290 h 381000"/>
                <a:gd name="connsiteX143" fmla="*/ 244221 w 390525"/>
                <a:gd name="connsiteY143" fmla="*/ 30956 h 381000"/>
                <a:gd name="connsiteX144" fmla="*/ 242030 w 390525"/>
                <a:gd name="connsiteY144" fmla="*/ 32004 h 381000"/>
                <a:gd name="connsiteX145" fmla="*/ 241840 w 390525"/>
                <a:gd name="connsiteY145" fmla="*/ 32195 h 381000"/>
                <a:gd name="connsiteX146" fmla="*/ 240221 w 390525"/>
                <a:gd name="connsiteY146" fmla="*/ 34004 h 381000"/>
                <a:gd name="connsiteX147" fmla="*/ 239363 w 390525"/>
                <a:gd name="connsiteY147" fmla="*/ 34766 h 381000"/>
                <a:gd name="connsiteX148" fmla="*/ 238316 w 390525"/>
                <a:gd name="connsiteY148" fmla="*/ 35433 h 381000"/>
                <a:gd name="connsiteX149" fmla="*/ 236220 w 390525"/>
                <a:gd name="connsiteY149" fmla="*/ 36004 h 381000"/>
                <a:gd name="connsiteX150" fmla="*/ 235172 w 390525"/>
                <a:gd name="connsiteY150" fmla="*/ 36481 h 381000"/>
                <a:gd name="connsiteX151" fmla="*/ 234220 w 390525"/>
                <a:gd name="connsiteY151" fmla="*/ 37243 h 381000"/>
                <a:gd name="connsiteX152" fmla="*/ 231172 w 390525"/>
                <a:gd name="connsiteY152" fmla="*/ 40481 h 381000"/>
                <a:gd name="connsiteX153" fmla="*/ 229457 w 390525"/>
                <a:gd name="connsiteY153" fmla="*/ 41720 h 381000"/>
                <a:gd name="connsiteX154" fmla="*/ 227933 w 390525"/>
                <a:gd name="connsiteY154" fmla="*/ 42672 h 381000"/>
                <a:gd name="connsiteX155" fmla="*/ 226314 w 390525"/>
                <a:gd name="connsiteY155" fmla="*/ 43339 h 381000"/>
                <a:gd name="connsiteX156" fmla="*/ 221552 w 390525"/>
                <a:gd name="connsiteY156" fmla="*/ 44577 h 381000"/>
                <a:gd name="connsiteX157" fmla="*/ 219170 w 390525"/>
                <a:gd name="connsiteY157" fmla="*/ 45720 h 381000"/>
                <a:gd name="connsiteX158" fmla="*/ 215360 w 390525"/>
                <a:gd name="connsiteY158" fmla="*/ 46577 h 381000"/>
                <a:gd name="connsiteX159" fmla="*/ 209550 w 390525"/>
                <a:gd name="connsiteY159" fmla="*/ 47244 h 381000"/>
                <a:gd name="connsiteX160" fmla="*/ 208979 w 390525"/>
                <a:gd name="connsiteY160" fmla="*/ 47530 h 381000"/>
                <a:gd name="connsiteX161" fmla="*/ 208502 w 390525"/>
                <a:gd name="connsiteY161" fmla="*/ 48006 h 381000"/>
                <a:gd name="connsiteX162" fmla="*/ 207645 w 390525"/>
                <a:gd name="connsiteY162" fmla="*/ 49721 h 381000"/>
                <a:gd name="connsiteX163" fmla="*/ 206978 w 390525"/>
                <a:gd name="connsiteY163" fmla="*/ 50387 h 381000"/>
                <a:gd name="connsiteX164" fmla="*/ 204311 w 390525"/>
                <a:gd name="connsiteY164" fmla="*/ 50387 h 381000"/>
                <a:gd name="connsiteX165" fmla="*/ 189452 w 390525"/>
                <a:gd name="connsiteY165" fmla="*/ 45625 h 381000"/>
                <a:gd name="connsiteX166" fmla="*/ 179737 w 390525"/>
                <a:gd name="connsiteY166" fmla="*/ 42196 h 381000"/>
                <a:gd name="connsiteX167" fmla="*/ 174308 w 390525"/>
                <a:gd name="connsiteY167" fmla="*/ 38957 h 381000"/>
                <a:gd name="connsiteX168" fmla="*/ 164116 w 390525"/>
                <a:gd name="connsiteY168" fmla="*/ 31147 h 381000"/>
                <a:gd name="connsiteX169" fmla="*/ 159068 w 390525"/>
                <a:gd name="connsiteY169" fmla="*/ 28670 h 381000"/>
                <a:gd name="connsiteX170" fmla="*/ 157163 w 390525"/>
                <a:gd name="connsiteY170" fmla="*/ 27432 h 381000"/>
                <a:gd name="connsiteX171" fmla="*/ 155734 w 390525"/>
                <a:gd name="connsiteY171" fmla="*/ 25813 h 381000"/>
                <a:gd name="connsiteX172" fmla="*/ 152876 w 390525"/>
                <a:gd name="connsiteY172" fmla="*/ 22003 h 381000"/>
                <a:gd name="connsiteX173" fmla="*/ 146590 w 390525"/>
                <a:gd name="connsiteY173" fmla="*/ 16288 h 381000"/>
                <a:gd name="connsiteX174" fmla="*/ 144399 w 390525"/>
                <a:gd name="connsiteY174" fmla="*/ 14859 h 381000"/>
                <a:gd name="connsiteX175" fmla="*/ 137446 w 390525"/>
                <a:gd name="connsiteY175" fmla="*/ 6382 h 381000"/>
                <a:gd name="connsiteX176" fmla="*/ 135827 w 390525"/>
                <a:gd name="connsiteY176" fmla="*/ 5334 h 381000"/>
                <a:gd name="connsiteX177" fmla="*/ 134112 w 390525"/>
                <a:gd name="connsiteY177" fmla="*/ 4953 h 381000"/>
                <a:gd name="connsiteX178" fmla="*/ 120968 w 390525"/>
                <a:gd name="connsiteY178" fmla="*/ 6001 h 381000"/>
                <a:gd name="connsiteX179" fmla="*/ 119348 w 390525"/>
                <a:gd name="connsiteY179" fmla="*/ 5429 h 381000"/>
                <a:gd name="connsiteX180" fmla="*/ 113157 w 390525"/>
                <a:gd name="connsiteY180" fmla="*/ 191 h 381000"/>
                <a:gd name="connsiteX181" fmla="*/ 111347 w 390525"/>
                <a:gd name="connsiteY181" fmla="*/ 0 h 381000"/>
                <a:gd name="connsiteX182" fmla="*/ 107823 w 390525"/>
                <a:gd name="connsiteY182" fmla="*/ 2191 h 381000"/>
                <a:gd name="connsiteX183" fmla="*/ 94488 w 390525"/>
                <a:gd name="connsiteY183" fmla="*/ 4858 h 381000"/>
                <a:gd name="connsiteX184" fmla="*/ 89535 w 390525"/>
                <a:gd name="connsiteY184" fmla="*/ 7334 h 381000"/>
                <a:gd name="connsiteX185" fmla="*/ 82677 w 390525"/>
                <a:gd name="connsiteY185" fmla="*/ 11716 h 381000"/>
                <a:gd name="connsiteX186" fmla="*/ 81153 w 390525"/>
                <a:gd name="connsiteY186" fmla="*/ 13335 h 381000"/>
                <a:gd name="connsiteX187" fmla="*/ 80391 w 390525"/>
                <a:gd name="connsiteY187" fmla="*/ 14669 h 381000"/>
                <a:gd name="connsiteX188" fmla="*/ 80391 w 390525"/>
                <a:gd name="connsiteY188" fmla="*/ 16097 h 381000"/>
                <a:gd name="connsiteX189" fmla="*/ 80010 w 390525"/>
                <a:gd name="connsiteY189" fmla="*/ 17812 h 381000"/>
                <a:gd name="connsiteX190" fmla="*/ 78962 w 390525"/>
                <a:gd name="connsiteY190" fmla="*/ 20193 h 381000"/>
                <a:gd name="connsiteX191" fmla="*/ 76105 w 390525"/>
                <a:gd name="connsiteY191" fmla="*/ 23336 h 381000"/>
                <a:gd name="connsiteX192" fmla="*/ 73628 w 390525"/>
                <a:gd name="connsiteY192" fmla="*/ 25051 h 381000"/>
                <a:gd name="connsiteX193" fmla="*/ 71152 w 390525"/>
                <a:gd name="connsiteY193" fmla="*/ 26194 h 381000"/>
                <a:gd name="connsiteX194" fmla="*/ 66389 w 390525"/>
                <a:gd name="connsiteY194" fmla="*/ 27623 h 381000"/>
                <a:gd name="connsiteX195" fmla="*/ 60389 w 390525"/>
                <a:gd name="connsiteY195" fmla="*/ 30290 h 381000"/>
                <a:gd name="connsiteX196" fmla="*/ 58198 w 390525"/>
                <a:gd name="connsiteY196" fmla="*/ 32004 h 381000"/>
                <a:gd name="connsiteX197" fmla="*/ 57436 w 390525"/>
                <a:gd name="connsiteY197" fmla="*/ 33052 h 381000"/>
                <a:gd name="connsiteX198" fmla="*/ 54674 w 390525"/>
                <a:gd name="connsiteY198" fmla="*/ 36290 h 381000"/>
                <a:gd name="connsiteX199" fmla="*/ 45529 w 390525"/>
                <a:gd name="connsiteY199" fmla="*/ 44291 h 381000"/>
                <a:gd name="connsiteX200" fmla="*/ 43529 w 390525"/>
                <a:gd name="connsiteY200" fmla="*/ 45625 h 381000"/>
                <a:gd name="connsiteX201" fmla="*/ 42196 w 390525"/>
                <a:gd name="connsiteY201" fmla="*/ 46101 h 381000"/>
                <a:gd name="connsiteX202" fmla="*/ 41339 w 390525"/>
                <a:gd name="connsiteY202" fmla="*/ 45434 h 381000"/>
                <a:gd name="connsiteX203" fmla="*/ 39529 w 390525"/>
                <a:gd name="connsiteY203" fmla="*/ 43053 h 381000"/>
                <a:gd name="connsiteX204" fmla="*/ 38576 w 390525"/>
                <a:gd name="connsiteY204" fmla="*/ 42291 h 381000"/>
                <a:gd name="connsiteX205" fmla="*/ 37529 w 390525"/>
                <a:gd name="connsiteY205" fmla="*/ 41910 h 381000"/>
                <a:gd name="connsiteX206" fmla="*/ 36481 w 390525"/>
                <a:gd name="connsiteY206" fmla="*/ 41624 h 381000"/>
                <a:gd name="connsiteX207" fmla="*/ 33719 w 390525"/>
                <a:gd name="connsiteY207" fmla="*/ 40386 h 381000"/>
                <a:gd name="connsiteX208" fmla="*/ 32385 w 390525"/>
                <a:gd name="connsiteY208" fmla="*/ 40100 h 381000"/>
                <a:gd name="connsiteX209" fmla="*/ 30956 w 390525"/>
                <a:gd name="connsiteY209" fmla="*/ 40005 h 381000"/>
                <a:gd name="connsiteX210" fmla="*/ 28670 w 390525"/>
                <a:gd name="connsiteY210" fmla="*/ 40576 h 381000"/>
                <a:gd name="connsiteX211" fmla="*/ 27337 w 390525"/>
                <a:gd name="connsiteY211" fmla="*/ 41529 h 381000"/>
                <a:gd name="connsiteX212" fmla="*/ 26479 w 390525"/>
                <a:gd name="connsiteY212" fmla="*/ 42577 h 381000"/>
                <a:gd name="connsiteX213" fmla="*/ 26003 w 390525"/>
                <a:gd name="connsiteY213" fmla="*/ 44196 h 381000"/>
                <a:gd name="connsiteX214" fmla="*/ 26194 w 390525"/>
                <a:gd name="connsiteY214" fmla="*/ 46006 h 381000"/>
                <a:gd name="connsiteX215" fmla="*/ 27051 w 390525"/>
                <a:gd name="connsiteY215" fmla="*/ 48006 h 381000"/>
                <a:gd name="connsiteX216" fmla="*/ 28480 w 390525"/>
                <a:gd name="connsiteY216" fmla="*/ 49911 h 381000"/>
                <a:gd name="connsiteX217" fmla="*/ 32385 w 390525"/>
                <a:gd name="connsiteY217" fmla="*/ 54197 h 381000"/>
                <a:gd name="connsiteX218" fmla="*/ 33719 w 390525"/>
                <a:gd name="connsiteY218" fmla="*/ 55817 h 381000"/>
                <a:gd name="connsiteX219" fmla="*/ 34481 w 390525"/>
                <a:gd name="connsiteY219" fmla="*/ 57150 h 381000"/>
                <a:gd name="connsiteX220" fmla="*/ 34957 w 390525"/>
                <a:gd name="connsiteY220" fmla="*/ 58388 h 381000"/>
                <a:gd name="connsiteX221" fmla="*/ 35624 w 390525"/>
                <a:gd name="connsiteY221" fmla="*/ 59626 h 381000"/>
                <a:gd name="connsiteX222" fmla="*/ 37529 w 390525"/>
                <a:gd name="connsiteY222" fmla="*/ 62103 h 381000"/>
                <a:gd name="connsiteX223" fmla="*/ 38291 w 390525"/>
                <a:gd name="connsiteY223" fmla="*/ 63341 h 381000"/>
                <a:gd name="connsiteX224" fmla="*/ 38672 w 390525"/>
                <a:gd name="connsiteY224" fmla="*/ 64770 h 381000"/>
                <a:gd name="connsiteX225" fmla="*/ 38767 w 390525"/>
                <a:gd name="connsiteY225" fmla="*/ 65627 h 381000"/>
                <a:gd name="connsiteX226" fmla="*/ 37624 w 390525"/>
                <a:gd name="connsiteY226" fmla="*/ 68294 h 381000"/>
                <a:gd name="connsiteX227" fmla="*/ 37338 w 390525"/>
                <a:gd name="connsiteY227" fmla="*/ 72866 h 381000"/>
                <a:gd name="connsiteX228" fmla="*/ 37719 w 390525"/>
                <a:gd name="connsiteY228" fmla="*/ 74486 h 381000"/>
                <a:gd name="connsiteX229" fmla="*/ 40005 w 390525"/>
                <a:gd name="connsiteY229" fmla="*/ 79915 h 381000"/>
                <a:gd name="connsiteX230" fmla="*/ 40196 w 390525"/>
                <a:gd name="connsiteY230" fmla="*/ 81344 h 381000"/>
                <a:gd name="connsiteX231" fmla="*/ 40196 w 390525"/>
                <a:gd name="connsiteY231" fmla="*/ 82867 h 381000"/>
                <a:gd name="connsiteX232" fmla="*/ 39815 w 390525"/>
                <a:gd name="connsiteY232" fmla="*/ 84677 h 381000"/>
                <a:gd name="connsiteX233" fmla="*/ 39529 w 390525"/>
                <a:gd name="connsiteY233" fmla="*/ 85058 h 381000"/>
                <a:gd name="connsiteX234" fmla="*/ 38672 w 390525"/>
                <a:gd name="connsiteY234" fmla="*/ 85535 h 381000"/>
                <a:gd name="connsiteX235" fmla="*/ 36671 w 390525"/>
                <a:gd name="connsiteY235" fmla="*/ 87440 h 381000"/>
                <a:gd name="connsiteX236" fmla="*/ 33242 w 390525"/>
                <a:gd name="connsiteY236" fmla="*/ 92392 h 381000"/>
                <a:gd name="connsiteX237" fmla="*/ 33433 w 390525"/>
                <a:gd name="connsiteY237" fmla="*/ 94202 h 381000"/>
                <a:gd name="connsiteX238" fmla="*/ 32004 w 390525"/>
                <a:gd name="connsiteY238" fmla="*/ 97060 h 381000"/>
                <a:gd name="connsiteX239" fmla="*/ 31147 w 390525"/>
                <a:gd name="connsiteY239" fmla="*/ 98393 h 381000"/>
                <a:gd name="connsiteX240" fmla="*/ 32195 w 390525"/>
                <a:gd name="connsiteY240" fmla="*/ 98679 h 381000"/>
                <a:gd name="connsiteX241" fmla="*/ 33338 w 390525"/>
                <a:gd name="connsiteY241" fmla="*/ 100013 h 381000"/>
                <a:gd name="connsiteX242" fmla="*/ 33814 w 390525"/>
                <a:gd name="connsiteY242" fmla="*/ 100775 h 381000"/>
                <a:gd name="connsiteX243" fmla="*/ 38576 w 390525"/>
                <a:gd name="connsiteY243" fmla="*/ 110109 h 381000"/>
                <a:gd name="connsiteX244" fmla="*/ 38767 w 390525"/>
                <a:gd name="connsiteY244" fmla="*/ 110871 h 381000"/>
                <a:gd name="connsiteX245" fmla="*/ 38672 w 390525"/>
                <a:gd name="connsiteY245" fmla="*/ 111728 h 381000"/>
                <a:gd name="connsiteX246" fmla="*/ 37814 w 390525"/>
                <a:gd name="connsiteY246" fmla="*/ 112586 h 381000"/>
                <a:gd name="connsiteX247" fmla="*/ 32290 w 390525"/>
                <a:gd name="connsiteY247" fmla="*/ 115729 h 381000"/>
                <a:gd name="connsiteX248" fmla="*/ 23241 w 390525"/>
                <a:gd name="connsiteY248" fmla="*/ 123063 h 381000"/>
                <a:gd name="connsiteX249" fmla="*/ 19050 w 390525"/>
                <a:gd name="connsiteY249" fmla="*/ 128111 h 381000"/>
                <a:gd name="connsiteX250" fmla="*/ 17335 w 390525"/>
                <a:gd name="connsiteY250" fmla="*/ 129635 h 381000"/>
                <a:gd name="connsiteX251" fmla="*/ 15526 w 390525"/>
                <a:gd name="connsiteY251" fmla="*/ 130873 h 381000"/>
                <a:gd name="connsiteX252" fmla="*/ 13240 w 390525"/>
                <a:gd name="connsiteY252" fmla="*/ 131826 h 381000"/>
                <a:gd name="connsiteX253" fmla="*/ 5239 w 390525"/>
                <a:gd name="connsiteY253" fmla="*/ 133636 h 381000"/>
                <a:gd name="connsiteX254" fmla="*/ 4763 w 390525"/>
                <a:gd name="connsiteY254" fmla="*/ 134017 h 381000"/>
                <a:gd name="connsiteX255" fmla="*/ 4096 w 390525"/>
                <a:gd name="connsiteY255" fmla="*/ 134684 h 381000"/>
                <a:gd name="connsiteX256" fmla="*/ 3524 w 390525"/>
                <a:gd name="connsiteY256" fmla="*/ 136208 h 381000"/>
                <a:gd name="connsiteX257" fmla="*/ 3334 w 390525"/>
                <a:gd name="connsiteY257" fmla="*/ 138113 h 381000"/>
                <a:gd name="connsiteX258" fmla="*/ 3524 w 390525"/>
                <a:gd name="connsiteY258" fmla="*/ 140303 h 381000"/>
                <a:gd name="connsiteX259" fmla="*/ 4286 w 390525"/>
                <a:gd name="connsiteY259" fmla="*/ 142113 h 381000"/>
                <a:gd name="connsiteX260" fmla="*/ 5525 w 390525"/>
                <a:gd name="connsiteY260" fmla="*/ 142875 h 381000"/>
                <a:gd name="connsiteX261" fmla="*/ 6287 w 390525"/>
                <a:gd name="connsiteY261" fmla="*/ 142875 h 381000"/>
                <a:gd name="connsiteX262" fmla="*/ 6953 w 390525"/>
                <a:gd name="connsiteY262" fmla="*/ 142589 h 381000"/>
                <a:gd name="connsiteX263" fmla="*/ 7429 w 390525"/>
                <a:gd name="connsiteY263" fmla="*/ 142304 h 381000"/>
                <a:gd name="connsiteX264" fmla="*/ 8096 w 390525"/>
                <a:gd name="connsiteY264" fmla="*/ 142018 h 381000"/>
                <a:gd name="connsiteX265" fmla="*/ 8858 w 390525"/>
                <a:gd name="connsiteY265" fmla="*/ 141923 h 381000"/>
                <a:gd name="connsiteX266" fmla="*/ 9525 w 390525"/>
                <a:gd name="connsiteY266" fmla="*/ 142304 h 381000"/>
                <a:gd name="connsiteX267" fmla="*/ 9620 w 390525"/>
                <a:gd name="connsiteY267" fmla="*/ 143161 h 381000"/>
                <a:gd name="connsiteX268" fmla="*/ 9049 w 390525"/>
                <a:gd name="connsiteY268" fmla="*/ 145161 h 381000"/>
                <a:gd name="connsiteX269" fmla="*/ 8287 w 390525"/>
                <a:gd name="connsiteY269" fmla="*/ 146875 h 381000"/>
                <a:gd name="connsiteX270" fmla="*/ 7144 w 390525"/>
                <a:gd name="connsiteY270" fmla="*/ 148876 h 381000"/>
                <a:gd name="connsiteX271" fmla="*/ 572 w 390525"/>
                <a:gd name="connsiteY271" fmla="*/ 156305 h 381000"/>
                <a:gd name="connsiteX272" fmla="*/ 0 w 390525"/>
                <a:gd name="connsiteY272" fmla="*/ 157544 h 381000"/>
                <a:gd name="connsiteX273" fmla="*/ 381 w 390525"/>
                <a:gd name="connsiteY273" fmla="*/ 158496 h 381000"/>
                <a:gd name="connsiteX274" fmla="*/ 1619 w 390525"/>
                <a:gd name="connsiteY274" fmla="*/ 159067 h 381000"/>
                <a:gd name="connsiteX275" fmla="*/ 2762 w 390525"/>
                <a:gd name="connsiteY275" fmla="*/ 159544 h 381000"/>
                <a:gd name="connsiteX276" fmla="*/ 9811 w 390525"/>
                <a:gd name="connsiteY276" fmla="*/ 160687 h 381000"/>
                <a:gd name="connsiteX277" fmla="*/ 12287 w 390525"/>
                <a:gd name="connsiteY277" fmla="*/ 161639 h 381000"/>
                <a:gd name="connsiteX278" fmla="*/ 14097 w 390525"/>
                <a:gd name="connsiteY278" fmla="*/ 161258 h 381000"/>
                <a:gd name="connsiteX279" fmla="*/ 14859 w 390525"/>
                <a:gd name="connsiteY279" fmla="*/ 162115 h 381000"/>
                <a:gd name="connsiteX280" fmla="*/ 20193 w 390525"/>
                <a:gd name="connsiteY280" fmla="*/ 164497 h 381000"/>
                <a:gd name="connsiteX281" fmla="*/ 25908 w 390525"/>
                <a:gd name="connsiteY281" fmla="*/ 168116 h 381000"/>
                <a:gd name="connsiteX282" fmla="*/ 32766 w 390525"/>
                <a:gd name="connsiteY282" fmla="*/ 171260 h 381000"/>
                <a:gd name="connsiteX283" fmla="*/ 34862 w 390525"/>
                <a:gd name="connsiteY283" fmla="*/ 172688 h 381000"/>
                <a:gd name="connsiteX284" fmla="*/ 36195 w 390525"/>
                <a:gd name="connsiteY284" fmla="*/ 175165 h 381000"/>
                <a:gd name="connsiteX285" fmla="*/ 40386 w 390525"/>
                <a:gd name="connsiteY285" fmla="*/ 181451 h 381000"/>
                <a:gd name="connsiteX286" fmla="*/ 44577 w 390525"/>
                <a:gd name="connsiteY286" fmla="*/ 189452 h 381000"/>
                <a:gd name="connsiteX287" fmla="*/ 45053 w 390525"/>
                <a:gd name="connsiteY287" fmla="*/ 190500 h 381000"/>
                <a:gd name="connsiteX288" fmla="*/ 45053 w 390525"/>
                <a:gd name="connsiteY288" fmla="*/ 191262 h 381000"/>
                <a:gd name="connsiteX289" fmla="*/ 44291 w 390525"/>
                <a:gd name="connsiteY289" fmla="*/ 191834 h 381000"/>
                <a:gd name="connsiteX290" fmla="*/ 43625 w 390525"/>
                <a:gd name="connsiteY290" fmla="*/ 191834 h 381000"/>
                <a:gd name="connsiteX291" fmla="*/ 42100 w 390525"/>
                <a:gd name="connsiteY291" fmla="*/ 191548 h 381000"/>
                <a:gd name="connsiteX292" fmla="*/ 41243 w 390525"/>
                <a:gd name="connsiteY292" fmla="*/ 191643 h 381000"/>
                <a:gd name="connsiteX293" fmla="*/ 40386 w 390525"/>
                <a:gd name="connsiteY293" fmla="*/ 192024 h 381000"/>
                <a:gd name="connsiteX294" fmla="*/ 39815 w 390525"/>
                <a:gd name="connsiteY294" fmla="*/ 192691 h 381000"/>
                <a:gd name="connsiteX295" fmla="*/ 39719 w 390525"/>
                <a:gd name="connsiteY295" fmla="*/ 194119 h 381000"/>
                <a:gd name="connsiteX296" fmla="*/ 39910 w 390525"/>
                <a:gd name="connsiteY296" fmla="*/ 195263 h 381000"/>
                <a:gd name="connsiteX297" fmla="*/ 42196 w 390525"/>
                <a:gd name="connsiteY297" fmla="*/ 199930 h 381000"/>
                <a:gd name="connsiteX298" fmla="*/ 56864 w 390525"/>
                <a:gd name="connsiteY298" fmla="*/ 228029 h 381000"/>
                <a:gd name="connsiteX299" fmla="*/ 63246 w 390525"/>
                <a:gd name="connsiteY299" fmla="*/ 246126 h 381000"/>
                <a:gd name="connsiteX300" fmla="*/ 64960 w 390525"/>
                <a:gd name="connsiteY300" fmla="*/ 254413 h 381000"/>
                <a:gd name="connsiteX301" fmla="*/ 65723 w 390525"/>
                <a:gd name="connsiteY301" fmla="*/ 256413 h 381000"/>
                <a:gd name="connsiteX302" fmla="*/ 67056 w 390525"/>
                <a:gd name="connsiteY302" fmla="*/ 258604 h 381000"/>
                <a:gd name="connsiteX303" fmla="*/ 69437 w 390525"/>
                <a:gd name="connsiteY303" fmla="*/ 261271 h 381000"/>
                <a:gd name="connsiteX304" fmla="*/ 71914 w 390525"/>
                <a:gd name="connsiteY304" fmla="*/ 262795 h 381000"/>
                <a:gd name="connsiteX305" fmla="*/ 74486 w 390525"/>
                <a:gd name="connsiteY305" fmla="*/ 261652 h 381000"/>
                <a:gd name="connsiteX306" fmla="*/ 75438 w 390525"/>
                <a:gd name="connsiteY306" fmla="*/ 261366 h 381000"/>
                <a:gd name="connsiteX307" fmla="*/ 76772 w 390525"/>
                <a:gd name="connsiteY307" fmla="*/ 261366 h 381000"/>
                <a:gd name="connsiteX308" fmla="*/ 78867 w 390525"/>
                <a:gd name="connsiteY308" fmla="*/ 262319 h 381000"/>
                <a:gd name="connsiteX309" fmla="*/ 79724 w 390525"/>
                <a:gd name="connsiteY309" fmla="*/ 262509 h 381000"/>
                <a:gd name="connsiteX310" fmla="*/ 80486 w 390525"/>
                <a:gd name="connsiteY310" fmla="*/ 262319 h 381000"/>
                <a:gd name="connsiteX311" fmla="*/ 81248 w 390525"/>
                <a:gd name="connsiteY311" fmla="*/ 261652 h 381000"/>
                <a:gd name="connsiteX312" fmla="*/ 81915 w 390525"/>
                <a:gd name="connsiteY312" fmla="*/ 260509 h 381000"/>
                <a:gd name="connsiteX313" fmla="*/ 82296 w 390525"/>
                <a:gd name="connsiteY313" fmla="*/ 258509 h 381000"/>
                <a:gd name="connsiteX314" fmla="*/ 82677 w 390525"/>
                <a:gd name="connsiteY314" fmla="*/ 257365 h 381000"/>
                <a:gd name="connsiteX315" fmla="*/ 83439 w 390525"/>
                <a:gd name="connsiteY315" fmla="*/ 256794 h 381000"/>
                <a:gd name="connsiteX316" fmla="*/ 84963 w 390525"/>
                <a:gd name="connsiteY316" fmla="*/ 256985 h 381000"/>
                <a:gd name="connsiteX317" fmla="*/ 85630 w 390525"/>
                <a:gd name="connsiteY317" fmla="*/ 256508 h 381000"/>
                <a:gd name="connsiteX318" fmla="*/ 86011 w 390525"/>
                <a:gd name="connsiteY318" fmla="*/ 255079 h 381000"/>
                <a:gd name="connsiteX319" fmla="*/ 85249 w 390525"/>
                <a:gd name="connsiteY319" fmla="*/ 250031 h 381000"/>
                <a:gd name="connsiteX320" fmla="*/ 85916 w 390525"/>
                <a:gd name="connsiteY320" fmla="*/ 248507 h 381000"/>
                <a:gd name="connsiteX321" fmla="*/ 88583 w 390525"/>
                <a:gd name="connsiteY321" fmla="*/ 247840 h 381000"/>
                <a:gd name="connsiteX322" fmla="*/ 89059 w 390525"/>
                <a:gd name="connsiteY322" fmla="*/ 247555 h 381000"/>
                <a:gd name="connsiteX323" fmla="*/ 89440 w 390525"/>
                <a:gd name="connsiteY323" fmla="*/ 247269 h 381000"/>
                <a:gd name="connsiteX324" fmla="*/ 89821 w 390525"/>
                <a:gd name="connsiteY324" fmla="*/ 246698 h 381000"/>
                <a:gd name="connsiteX325" fmla="*/ 90297 w 390525"/>
                <a:gd name="connsiteY325" fmla="*/ 246126 h 381000"/>
                <a:gd name="connsiteX326" fmla="*/ 91821 w 390525"/>
                <a:gd name="connsiteY326" fmla="*/ 247650 h 381000"/>
                <a:gd name="connsiteX327" fmla="*/ 96393 w 390525"/>
                <a:gd name="connsiteY327" fmla="*/ 256318 h 381000"/>
                <a:gd name="connsiteX328" fmla="*/ 98774 w 390525"/>
                <a:gd name="connsiteY328" fmla="*/ 261366 h 381000"/>
                <a:gd name="connsiteX329" fmla="*/ 99441 w 390525"/>
                <a:gd name="connsiteY329" fmla="*/ 263842 h 381000"/>
                <a:gd name="connsiteX330" fmla="*/ 100394 w 390525"/>
                <a:gd name="connsiteY330" fmla="*/ 264128 h 381000"/>
                <a:gd name="connsiteX331" fmla="*/ 100965 w 390525"/>
                <a:gd name="connsiteY331" fmla="*/ 264033 h 381000"/>
                <a:gd name="connsiteX332" fmla="*/ 101727 w 390525"/>
                <a:gd name="connsiteY332" fmla="*/ 263366 h 381000"/>
                <a:gd name="connsiteX333" fmla="*/ 102203 w 390525"/>
                <a:gd name="connsiteY333" fmla="*/ 262795 h 381000"/>
                <a:gd name="connsiteX334" fmla="*/ 102870 w 390525"/>
                <a:gd name="connsiteY334" fmla="*/ 262700 h 381000"/>
                <a:gd name="connsiteX335" fmla="*/ 103537 w 390525"/>
                <a:gd name="connsiteY335" fmla="*/ 263271 h 381000"/>
                <a:gd name="connsiteX336" fmla="*/ 104489 w 390525"/>
                <a:gd name="connsiteY336" fmla="*/ 264986 h 381000"/>
                <a:gd name="connsiteX337" fmla="*/ 105442 w 390525"/>
                <a:gd name="connsiteY337" fmla="*/ 265843 h 381000"/>
                <a:gd name="connsiteX338" fmla="*/ 106013 w 390525"/>
                <a:gd name="connsiteY338" fmla="*/ 266033 h 381000"/>
                <a:gd name="connsiteX339" fmla="*/ 106299 w 390525"/>
                <a:gd name="connsiteY339" fmla="*/ 265652 h 381000"/>
                <a:gd name="connsiteX340" fmla="*/ 106490 w 390525"/>
                <a:gd name="connsiteY340" fmla="*/ 265271 h 381000"/>
                <a:gd name="connsiteX341" fmla="*/ 106775 w 390525"/>
                <a:gd name="connsiteY341" fmla="*/ 264986 h 381000"/>
                <a:gd name="connsiteX342" fmla="*/ 107252 w 390525"/>
                <a:gd name="connsiteY342" fmla="*/ 264986 h 381000"/>
                <a:gd name="connsiteX343" fmla="*/ 108775 w 390525"/>
                <a:gd name="connsiteY343" fmla="*/ 265271 h 381000"/>
                <a:gd name="connsiteX344" fmla="*/ 109442 w 390525"/>
                <a:gd name="connsiteY344" fmla="*/ 265652 h 381000"/>
                <a:gd name="connsiteX345" fmla="*/ 110014 w 390525"/>
                <a:gd name="connsiteY345" fmla="*/ 266605 h 381000"/>
                <a:gd name="connsiteX346" fmla="*/ 110300 w 390525"/>
                <a:gd name="connsiteY346" fmla="*/ 268224 h 381000"/>
                <a:gd name="connsiteX347" fmla="*/ 110681 w 390525"/>
                <a:gd name="connsiteY347" fmla="*/ 269177 h 381000"/>
                <a:gd name="connsiteX348" fmla="*/ 111252 w 390525"/>
                <a:gd name="connsiteY348" fmla="*/ 269748 h 381000"/>
                <a:gd name="connsiteX349" fmla="*/ 111824 w 390525"/>
                <a:gd name="connsiteY349" fmla="*/ 269653 h 381000"/>
                <a:gd name="connsiteX350" fmla="*/ 112300 w 390525"/>
                <a:gd name="connsiteY350" fmla="*/ 269177 h 381000"/>
                <a:gd name="connsiteX351" fmla="*/ 112776 w 390525"/>
                <a:gd name="connsiteY351" fmla="*/ 268415 h 381000"/>
                <a:gd name="connsiteX352" fmla="*/ 113443 w 390525"/>
                <a:gd name="connsiteY352" fmla="*/ 266890 h 381000"/>
                <a:gd name="connsiteX353" fmla="*/ 113824 w 390525"/>
                <a:gd name="connsiteY353" fmla="*/ 266510 h 381000"/>
                <a:gd name="connsiteX354" fmla="*/ 114205 w 390525"/>
                <a:gd name="connsiteY354" fmla="*/ 266414 h 381000"/>
                <a:gd name="connsiteX355" fmla="*/ 114681 w 390525"/>
                <a:gd name="connsiteY355" fmla="*/ 266795 h 381000"/>
                <a:gd name="connsiteX356" fmla="*/ 115252 w 390525"/>
                <a:gd name="connsiteY356" fmla="*/ 267557 h 381000"/>
                <a:gd name="connsiteX357" fmla="*/ 116110 w 390525"/>
                <a:gd name="connsiteY357" fmla="*/ 269177 h 381000"/>
                <a:gd name="connsiteX358" fmla="*/ 116491 w 390525"/>
                <a:gd name="connsiteY358" fmla="*/ 270510 h 381000"/>
                <a:gd name="connsiteX359" fmla="*/ 115824 w 390525"/>
                <a:gd name="connsiteY359" fmla="*/ 273082 h 381000"/>
                <a:gd name="connsiteX360" fmla="*/ 115919 w 390525"/>
                <a:gd name="connsiteY360" fmla="*/ 273558 h 381000"/>
                <a:gd name="connsiteX361" fmla="*/ 116777 w 390525"/>
                <a:gd name="connsiteY361" fmla="*/ 273653 h 381000"/>
                <a:gd name="connsiteX362" fmla="*/ 119634 w 390525"/>
                <a:gd name="connsiteY362" fmla="*/ 273367 h 381000"/>
                <a:gd name="connsiteX363" fmla="*/ 120682 w 390525"/>
                <a:gd name="connsiteY363" fmla="*/ 273653 h 381000"/>
                <a:gd name="connsiteX364" fmla="*/ 121253 w 390525"/>
                <a:gd name="connsiteY364" fmla="*/ 274511 h 381000"/>
                <a:gd name="connsiteX365" fmla="*/ 120491 w 390525"/>
                <a:gd name="connsiteY365" fmla="*/ 276130 h 381000"/>
                <a:gd name="connsiteX366" fmla="*/ 118681 w 390525"/>
                <a:gd name="connsiteY366" fmla="*/ 278225 h 381000"/>
                <a:gd name="connsiteX367" fmla="*/ 118300 w 390525"/>
                <a:gd name="connsiteY367" fmla="*/ 279178 h 381000"/>
                <a:gd name="connsiteX368" fmla="*/ 118110 w 390525"/>
                <a:gd name="connsiteY368" fmla="*/ 280321 h 381000"/>
                <a:gd name="connsiteX369" fmla="*/ 117920 w 390525"/>
                <a:gd name="connsiteY369" fmla="*/ 286036 h 381000"/>
                <a:gd name="connsiteX370" fmla="*/ 118205 w 390525"/>
                <a:gd name="connsiteY370" fmla="*/ 287084 h 381000"/>
                <a:gd name="connsiteX371" fmla="*/ 120491 w 390525"/>
                <a:gd name="connsiteY371" fmla="*/ 288512 h 381000"/>
                <a:gd name="connsiteX372" fmla="*/ 120587 w 390525"/>
                <a:gd name="connsiteY372" fmla="*/ 289750 h 381000"/>
                <a:gd name="connsiteX373" fmla="*/ 119253 w 390525"/>
                <a:gd name="connsiteY373" fmla="*/ 292227 h 381000"/>
                <a:gd name="connsiteX374" fmla="*/ 118872 w 390525"/>
                <a:gd name="connsiteY374" fmla="*/ 293275 h 381000"/>
                <a:gd name="connsiteX375" fmla="*/ 118681 w 390525"/>
                <a:gd name="connsiteY375" fmla="*/ 294418 h 381000"/>
                <a:gd name="connsiteX376" fmla="*/ 118586 w 390525"/>
                <a:gd name="connsiteY376" fmla="*/ 295846 h 381000"/>
                <a:gd name="connsiteX377" fmla="*/ 118777 w 390525"/>
                <a:gd name="connsiteY377" fmla="*/ 297180 h 381000"/>
                <a:gd name="connsiteX378" fmla="*/ 119158 w 390525"/>
                <a:gd name="connsiteY378" fmla="*/ 298704 h 381000"/>
                <a:gd name="connsiteX379" fmla="*/ 119729 w 390525"/>
                <a:gd name="connsiteY379" fmla="*/ 300133 h 381000"/>
                <a:gd name="connsiteX380" fmla="*/ 120872 w 390525"/>
                <a:gd name="connsiteY380" fmla="*/ 301942 h 381000"/>
                <a:gd name="connsiteX381" fmla="*/ 123158 w 390525"/>
                <a:gd name="connsiteY381" fmla="*/ 304324 h 381000"/>
                <a:gd name="connsiteX382" fmla="*/ 129540 w 390525"/>
                <a:gd name="connsiteY382" fmla="*/ 309372 h 381000"/>
                <a:gd name="connsiteX383" fmla="*/ 132017 w 390525"/>
                <a:gd name="connsiteY383" fmla="*/ 312134 h 381000"/>
                <a:gd name="connsiteX384" fmla="*/ 137350 w 390525"/>
                <a:gd name="connsiteY384" fmla="*/ 316611 h 381000"/>
                <a:gd name="connsiteX385" fmla="*/ 137827 w 390525"/>
                <a:gd name="connsiteY385" fmla="*/ 315944 h 381000"/>
                <a:gd name="connsiteX386" fmla="*/ 138875 w 390525"/>
                <a:gd name="connsiteY386" fmla="*/ 314896 h 381000"/>
                <a:gd name="connsiteX387" fmla="*/ 140589 w 390525"/>
                <a:gd name="connsiteY387" fmla="*/ 313563 h 381000"/>
                <a:gd name="connsiteX388" fmla="*/ 141351 w 390525"/>
                <a:gd name="connsiteY388" fmla="*/ 313182 h 381000"/>
                <a:gd name="connsiteX389" fmla="*/ 142208 w 390525"/>
                <a:gd name="connsiteY389" fmla="*/ 313087 h 381000"/>
                <a:gd name="connsiteX390" fmla="*/ 142875 w 390525"/>
                <a:gd name="connsiteY390" fmla="*/ 313277 h 381000"/>
                <a:gd name="connsiteX391" fmla="*/ 143351 w 390525"/>
                <a:gd name="connsiteY391" fmla="*/ 313754 h 381000"/>
                <a:gd name="connsiteX392" fmla="*/ 144399 w 390525"/>
                <a:gd name="connsiteY392" fmla="*/ 316040 h 381000"/>
                <a:gd name="connsiteX393" fmla="*/ 145352 w 390525"/>
                <a:gd name="connsiteY393" fmla="*/ 317183 h 381000"/>
                <a:gd name="connsiteX394" fmla="*/ 146495 w 390525"/>
                <a:gd name="connsiteY394" fmla="*/ 317849 h 381000"/>
                <a:gd name="connsiteX395" fmla="*/ 148209 w 390525"/>
                <a:gd name="connsiteY395" fmla="*/ 318135 h 381000"/>
                <a:gd name="connsiteX396" fmla="*/ 149828 w 390525"/>
                <a:gd name="connsiteY396" fmla="*/ 317563 h 381000"/>
                <a:gd name="connsiteX397" fmla="*/ 151352 w 390525"/>
                <a:gd name="connsiteY397" fmla="*/ 317468 h 381000"/>
                <a:gd name="connsiteX398" fmla="*/ 153257 w 390525"/>
                <a:gd name="connsiteY398" fmla="*/ 317754 h 381000"/>
                <a:gd name="connsiteX399" fmla="*/ 155258 w 390525"/>
                <a:gd name="connsiteY399" fmla="*/ 320040 h 381000"/>
                <a:gd name="connsiteX400" fmla="*/ 156496 w 390525"/>
                <a:gd name="connsiteY400" fmla="*/ 321659 h 381000"/>
                <a:gd name="connsiteX401" fmla="*/ 157067 w 390525"/>
                <a:gd name="connsiteY401" fmla="*/ 323088 h 381000"/>
                <a:gd name="connsiteX402" fmla="*/ 157639 w 390525"/>
                <a:gd name="connsiteY402" fmla="*/ 325565 h 381000"/>
                <a:gd name="connsiteX403" fmla="*/ 158210 w 390525"/>
                <a:gd name="connsiteY403" fmla="*/ 327184 h 381000"/>
                <a:gd name="connsiteX404" fmla="*/ 159068 w 390525"/>
                <a:gd name="connsiteY404" fmla="*/ 328327 h 381000"/>
                <a:gd name="connsiteX405" fmla="*/ 159925 w 390525"/>
                <a:gd name="connsiteY405" fmla="*/ 328994 h 381000"/>
                <a:gd name="connsiteX406" fmla="*/ 161449 w 390525"/>
                <a:gd name="connsiteY406" fmla="*/ 329375 h 381000"/>
                <a:gd name="connsiteX407" fmla="*/ 162592 w 390525"/>
                <a:gd name="connsiteY407" fmla="*/ 329946 h 381000"/>
                <a:gd name="connsiteX408" fmla="*/ 163449 w 390525"/>
                <a:gd name="connsiteY408" fmla="*/ 330803 h 381000"/>
                <a:gd name="connsiteX409" fmla="*/ 163925 w 390525"/>
                <a:gd name="connsiteY409" fmla="*/ 332423 h 381000"/>
                <a:gd name="connsiteX410" fmla="*/ 163925 w 390525"/>
                <a:gd name="connsiteY410" fmla="*/ 333280 h 381000"/>
                <a:gd name="connsiteX411" fmla="*/ 164306 w 390525"/>
                <a:gd name="connsiteY411" fmla="*/ 334137 h 381000"/>
                <a:gd name="connsiteX412" fmla="*/ 165545 w 390525"/>
                <a:gd name="connsiteY412" fmla="*/ 335090 h 381000"/>
                <a:gd name="connsiteX413" fmla="*/ 169069 w 390525"/>
                <a:gd name="connsiteY413" fmla="*/ 336423 h 381000"/>
                <a:gd name="connsiteX414" fmla="*/ 174117 w 390525"/>
                <a:gd name="connsiteY414" fmla="*/ 339376 h 381000"/>
                <a:gd name="connsiteX415" fmla="*/ 177356 w 390525"/>
                <a:gd name="connsiteY415" fmla="*/ 341567 h 381000"/>
                <a:gd name="connsiteX416" fmla="*/ 178594 w 390525"/>
                <a:gd name="connsiteY416" fmla="*/ 342995 h 381000"/>
                <a:gd name="connsiteX417" fmla="*/ 180404 w 390525"/>
                <a:gd name="connsiteY417" fmla="*/ 345472 h 381000"/>
                <a:gd name="connsiteX418" fmla="*/ 181261 w 390525"/>
                <a:gd name="connsiteY418" fmla="*/ 347377 h 381000"/>
                <a:gd name="connsiteX419" fmla="*/ 181451 w 390525"/>
                <a:gd name="connsiteY419" fmla="*/ 349377 h 381000"/>
                <a:gd name="connsiteX420" fmla="*/ 180975 w 390525"/>
                <a:gd name="connsiteY420" fmla="*/ 352901 h 381000"/>
                <a:gd name="connsiteX421" fmla="*/ 181166 w 390525"/>
                <a:gd name="connsiteY421" fmla="*/ 356616 h 381000"/>
                <a:gd name="connsiteX422" fmla="*/ 180880 w 390525"/>
                <a:gd name="connsiteY422" fmla="*/ 358521 h 381000"/>
                <a:gd name="connsiteX423" fmla="*/ 180118 w 390525"/>
                <a:gd name="connsiteY423" fmla="*/ 360140 h 381000"/>
                <a:gd name="connsiteX424" fmla="*/ 179070 w 390525"/>
                <a:gd name="connsiteY424" fmla="*/ 362140 h 381000"/>
                <a:gd name="connsiteX425" fmla="*/ 179546 w 390525"/>
                <a:gd name="connsiteY425" fmla="*/ 364046 h 381000"/>
                <a:gd name="connsiteX426" fmla="*/ 181166 w 390525"/>
                <a:gd name="connsiteY426" fmla="*/ 366141 h 381000"/>
                <a:gd name="connsiteX427" fmla="*/ 187357 w 390525"/>
                <a:gd name="connsiteY427" fmla="*/ 371285 h 381000"/>
                <a:gd name="connsiteX428" fmla="*/ 187452 w 390525"/>
                <a:gd name="connsiteY428" fmla="*/ 372999 h 381000"/>
                <a:gd name="connsiteX429" fmla="*/ 187643 w 390525"/>
                <a:gd name="connsiteY429" fmla="*/ 373571 h 381000"/>
                <a:gd name="connsiteX430" fmla="*/ 188119 w 390525"/>
                <a:gd name="connsiteY430" fmla="*/ 374428 h 381000"/>
                <a:gd name="connsiteX431" fmla="*/ 188881 w 390525"/>
                <a:gd name="connsiteY431" fmla="*/ 374618 h 381000"/>
                <a:gd name="connsiteX432" fmla="*/ 191929 w 390525"/>
                <a:gd name="connsiteY432" fmla="*/ 372809 h 381000"/>
                <a:gd name="connsiteX433" fmla="*/ 195929 w 390525"/>
                <a:gd name="connsiteY433" fmla="*/ 374809 h 381000"/>
                <a:gd name="connsiteX434" fmla="*/ 197834 w 390525"/>
                <a:gd name="connsiteY434" fmla="*/ 376142 h 381000"/>
                <a:gd name="connsiteX435" fmla="*/ 199073 w 390525"/>
                <a:gd name="connsiteY435" fmla="*/ 376619 h 381000"/>
                <a:gd name="connsiteX436" fmla="*/ 204502 w 390525"/>
                <a:gd name="connsiteY436" fmla="*/ 377571 h 381000"/>
                <a:gd name="connsiteX437" fmla="*/ 205550 w 390525"/>
                <a:gd name="connsiteY437" fmla="*/ 378047 h 381000"/>
                <a:gd name="connsiteX438" fmla="*/ 206216 w 390525"/>
                <a:gd name="connsiteY438" fmla="*/ 379000 h 381000"/>
                <a:gd name="connsiteX439" fmla="*/ 206883 w 390525"/>
                <a:gd name="connsiteY439" fmla="*/ 379952 h 381000"/>
                <a:gd name="connsiteX440" fmla="*/ 208026 w 390525"/>
                <a:gd name="connsiteY440" fmla="*/ 380810 h 381000"/>
                <a:gd name="connsiteX441" fmla="*/ 209931 w 390525"/>
                <a:gd name="connsiteY441" fmla="*/ 380714 h 381000"/>
                <a:gd name="connsiteX442" fmla="*/ 211646 w 390525"/>
                <a:gd name="connsiteY442" fmla="*/ 379952 h 381000"/>
                <a:gd name="connsiteX443" fmla="*/ 215360 w 390525"/>
                <a:gd name="connsiteY443" fmla="*/ 377476 h 381000"/>
                <a:gd name="connsiteX444" fmla="*/ 216218 w 390525"/>
                <a:gd name="connsiteY444" fmla="*/ 377381 h 381000"/>
                <a:gd name="connsiteX445" fmla="*/ 216503 w 390525"/>
                <a:gd name="connsiteY445" fmla="*/ 378238 h 381000"/>
                <a:gd name="connsiteX446" fmla="*/ 215932 w 390525"/>
                <a:gd name="connsiteY446" fmla="*/ 379190 h 381000"/>
                <a:gd name="connsiteX447" fmla="*/ 214122 w 390525"/>
                <a:gd name="connsiteY447" fmla="*/ 381286 h 381000"/>
                <a:gd name="connsiteX448" fmla="*/ 214217 w 390525"/>
                <a:gd name="connsiteY448" fmla="*/ 381857 h 381000"/>
                <a:gd name="connsiteX449" fmla="*/ 215075 w 390525"/>
                <a:gd name="connsiteY449" fmla="*/ 382334 h 381000"/>
                <a:gd name="connsiteX450" fmla="*/ 217361 w 390525"/>
                <a:gd name="connsiteY450" fmla="*/ 382429 h 381000"/>
                <a:gd name="connsiteX451" fmla="*/ 218885 w 390525"/>
                <a:gd name="connsiteY451" fmla="*/ 382238 h 381000"/>
                <a:gd name="connsiteX452" fmla="*/ 220409 w 390525"/>
                <a:gd name="connsiteY452" fmla="*/ 381953 h 381000"/>
                <a:gd name="connsiteX453" fmla="*/ 221456 w 390525"/>
                <a:gd name="connsiteY453" fmla="*/ 381381 h 381000"/>
                <a:gd name="connsiteX454" fmla="*/ 223361 w 390525"/>
                <a:gd name="connsiteY454" fmla="*/ 381381 h 381000"/>
                <a:gd name="connsiteX455" fmla="*/ 226219 w 390525"/>
                <a:gd name="connsiteY455" fmla="*/ 384238 h 381000"/>
                <a:gd name="connsiteX456" fmla="*/ 231458 w 390525"/>
                <a:gd name="connsiteY456" fmla="*/ 387096 h 381000"/>
                <a:gd name="connsiteX457" fmla="*/ 231553 w 390525"/>
                <a:gd name="connsiteY457" fmla="*/ 387001 h 381000"/>
                <a:gd name="connsiteX458" fmla="*/ 231172 w 390525"/>
                <a:gd name="connsiteY458" fmla="*/ 386239 h 381000"/>
                <a:gd name="connsiteX459" fmla="*/ 229552 w 390525"/>
                <a:gd name="connsiteY459" fmla="*/ 383858 h 381000"/>
                <a:gd name="connsiteX460" fmla="*/ 229362 w 390525"/>
                <a:gd name="connsiteY460" fmla="*/ 382715 h 381000"/>
                <a:gd name="connsiteX461" fmla="*/ 230505 w 390525"/>
                <a:gd name="connsiteY461" fmla="*/ 380905 h 381000"/>
                <a:gd name="connsiteX462" fmla="*/ 233077 w 390525"/>
                <a:gd name="connsiteY462" fmla="*/ 379762 h 381000"/>
                <a:gd name="connsiteX463" fmla="*/ 236029 w 390525"/>
                <a:gd name="connsiteY463" fmla="*/ 379190 h 381000"/>
                <a:gd name="connsiteX464" fmla="*/ 238411 w 390525"/>
                <a:gd name="connsiteY464" fmla="*/ 379095 h 381000"/>
                <a:gd name="connsiteX465" fmla="*/ 240792 w 390525"/>
                <a:gd name="connsiteY465" fmla="*/ 378523 h 381000"/>
                <a:gd name="connsiteX466" fmla="*/ 243554 w 390525"/>
                <a:gd name="connsiteY466" fmla="*/ 377285 h 381000"/>
                <a:gd name="connsiteX467" fmla="*/ 252794 w 390525"/>
                <a:gd name="connsiteY467" fmla="*/ 371570 h 381000"/>
                <a:gd name="connsiteX468" fmla="*/ 255461 w 390525"/>
                <a:gd name="connsiteY468" fmla="*/ 370332 h 381000"/>
                <a:gd name="connsiteX469" fmla="*/ 256604 w 390525"/>
                <a:gd name="connsiteY469" fmla="*/ 370237 h 381000"/>
                <a:gd name="connsiteX470" fmla="*/ 257937 w 390525"/>
                <a:gd name="connsiteY470" fmla="*/ 368522 h 381000"/>
                <a:gd name="connsiteX471" fmla="*/ 258127 w 390525"/>
                <a:gd name="connsiteY471" fmla="*/ 367094 h 381000"/>
                <a:gd name="connsiteX472" fmla="*/ 258127 w 390525"/>
                <a:gd name="connsiteY472" fmla="*/ 365950 h 381000"/>
                <a:gd name="connsiteX473" fmla="*/ 258032 w 390525"/>
                <a:gd name="connsiteY473" fmla="*/ 365093 h 381000"/>
                <a:gd name="connsiteX474" fmla="*/ 257461 w 390525"/>
                <a:gd name="connsiteY474" fmla="*/ 364331 h 381000"/>
                <a:gd name="connsiteX475" fmla="*/ 256223 w 390525"/>
                <a:gd name="connsiteY475" fmla="*/ 364141 h 381000"/>
                <a:gd name="connsiteX476" fmla="*/ 254603 w 390525"/>
                <a:gd name="connsiteY476" fmla="*/ 364046 h 381000"/>
                <a:gd name="connsiteX477" fmla="*/ 253365 w 390525"/>
                <a:gd name="connsiteY477" fmla="*/ 363569 h 381000"/>
                <a:gd name="connsiteX478" fmla="*/ 252413 w 390525"/>
                <a:gd name="connsiteY478" fmla="*/ 362426 h 381000"/>
                <a:gd name="connsiteX479" fmla="*/ 249841 w 390525"/>
                <a:gd name="connsiteY479" fmla="*/ 357854 h 381000"/>
                <a:gd name="connsiteX480" fmla="*/ 250127 w 390525"/>
                <a:gd name="connsiteY480" fmla="*/ 357188 h 381000"/>
                <a:gd name="connsiteX481" fmla="*/ 252127 w 390525"/>
                <a:gd name="connsiteY481" fmla="*/ 355759 h 381000"/>
                <a:gd name="connsiteX482" fmla="*/ 252794 w 390525"/>
                <a:gd name="connsiteY482" fmla="*/ 354521 h 381000"/>
                <a:gd name="connsiteX483" fmla="*/ 252984 w 390525"/>
                <a:gd name="connsiteY483" fmla="*/ 353282 h 381000"/>
                <a:gd name="connsiteX484" fmla="*/ 252317 w 390525"/>
                <a:gd name="connsiteY484" fmla="*/ 349758 h 381000"/>
                <a:gd name="connsiteX485" fmla="*/ 251841 w 390525"/>
                <a:gd name="connsiteY485" fmla="*/ 348710 h 381000"/>
                <a:gd name="connsiteX486" fmla="*/ 249936 w 390525"/>
                <a:gd name="connsiteY486" fmla="*/ 346519 h 381000"/>
                <a:gd name="connsiteX487" fmla="*/ 249460 w 390525"/>
                <a:gd name="connsiteY487" fmla="*/ 344805 h 381000"/>
                <a:gd name="connsiteX488" fmla="*/ 249365 w 390525"/>
                <a:gd name="connsiteY488" fmla="*/ 341948 h 381000"/>
                <a:gd name="connsiteX489" fmla="*/ 248888 w 390525"/>
                <a:gd name="connsiteY489" fmla="*/ 339757 h 381000"/>
                <a:gd name="connsiteX490" fmla="*/ 245650 w 390525"/>
                <a:gd name="connsiteY490" fmla="*/ 336518 h 381000"/>
                <a:gd name="connsiteX491" fmla="*/ 245269 w 390525"/>
                <a:gd name="connsiteY491" fmla="*/ 334613 h 381000"/>
                <a:gd name="connsiteX492" fmla="*/ 245554 w 390525"/>
                <a:gd name="connsiteY492" fmla="*/ 332232 h 381000"/>
                <a:gd name="connsiteX493" fmla="*/ 248222 w 390525"/>
                <a:gd name="connsiteY493" fmla="*/ 326231 h 381000"/>
                <a:gd name="connsiteX494" fmla="*/ 249650 w 390525"/>
                <a:gd name="connsiteY494" fmla="*/ 321755 h 381000"/>
                <a:gd name="connsiteX495" fmla="*/ 250889 w 390525"/>
                <a:gd name="connsiteY495" fmla="*/ 319945 h 381000"/>
                <a:gd name="connsiteX496" fmla="*/ 251841 w 390525"/>
                <a:gd name="connsiteY496" fmla="*/ 319850 h 381000"/>
                <a:gd name="connsiteX497" fmla="*/ 252889 w 390525"/>
                <a:gd name="connsiteY497" fmla="*/ 320802 h 381000"/>
                <a:gd name="connsiteX498" fmla="*/ 253365 w 390525"/>
                <a:gd name="connsiteY498" fmla="*/ 321183 h 381000"/>
                <a:gd name="connsiteX499" fmla="*/ 254889 w 390525"/>
                <a:gd name="connsiteY499" fmla="*/ 321183 h 381000"/>
                <a:gd name="connsiteX500" fmla="*/ 255651 w 390525"/>
                <a:gd name="connsiteY500" fmla="*/ 318230 h 381000"/>
                <a:gd name="connsiteX501" fmla="*/ 255556 w 390525"/>
                <a:gd name="connsiteY501" fmla="*/ 314992 h 381000"/>
                <a:gd name="connsiteX502" fmla="*/ 255175 w 390525"/>
                <a:gd name="connsiteY502" fmla="*/ 313563 h 381000"/>
                <a:gd name="connsiteX503" fmla="*/ 254222 w 390525"/>
                <a:gd name="connsiteY503" fmla="*/ 312706 h 381000"/>
                <a:gd name="connsiteX504" fmla="*/ 253079 w 390525"/>
                <a:gd name="connsiteY504" fmla="*/ 312039 h 381000"/>
                <a:gd name="connsiteX505" fmla="*/ 252031 w 390525"/>
                <a:gd name="connsiteY505" fmla="*/ 310991 h 381000"/>
                <a:gd name="connsiteX506" fmla="*/ 250603 w 390525"/>
                <a:gd name="connsiteY506" fmla="*/ 308419 h 381000"/>
                <a:gd name="connsiteX507" fmla="*/ 250603 w 390525"/>
                <a:gd name="connsiteY507" fmla="*/ 306896 h 381000"/>
                <a:gd name="connsiteX508" fmla="*/ 251365 w 390525"/>
                <a:gd name="connsiteY508" fmla="*/ 306134 h 381000"/>
                <a:gd name="connsiteX509" fmla="*/ 252413 w 390525"/>
                <a:gd name="connsiteY509" fmla="*/ 306419 h 381000"/>
                <a:gd name="connsiteX510" fmla="*/ 253556 w 390525"/>
                <a:gd name="connsiteY510" fmla="*/ 306896 h 381000"/>
                <a:gd name="connsiteX511" fmla="*/ 254603 w 390525"/>
                <a:gd name="connsiteY511" fmla="*/ 306896 h 381000"/>
                <a:gd name="connsiteX512" fmla="*/ 255651 w 390525"/>
                <a:gd name="connsiteY512" fmla="*/ 306324 h 381000"/>
                <a:gd name="connsiteX513" fmla="*/ 256604 w 390525"/>
                <a:gd name="connsiteY513" fmla="*/ 305276 h 381000"/>
                <a:gd name="connsiteX514" fmla="*/ 257366 w 390525"/>
                <a:gd name="connsiteY514" fmla="*/ 303657 h 381000"/>
                <a:gd name="connsiteX515" fmla="*/ 257175 w 390525"/>
                <a:gd name="connsiteY515" fmla="*/ 302419 h 381000"/>
                <a:gd name="connsiteX516" fmla="*/ 255937 w 390525"/>
                <a:gd name="connsiteY516" fmla="*/ 300038 h 381000"/>
                <a:gd name="connsiteX517" fmla="*/ 256223 w 390525"/>
                <a:gd name="connsiteY517" fmla="*/ 298609 h 381000"/>
                <a:gd name="connsiteX518" fmla="*/ 257080 w 390525"/>
                <a:gd name="connsiteY518" fmla="*/ 297371 h 381000"/>
                <a:gd name="connsiteX519" fmla="*/ 264033 w 390525"/>
                <a:gd name="connsiteY519" fmla="*/ 290417 h 381000"/>
                <a:gd name="connsiteX520" fmla="*/ 267653 w 390525"/>
                <a:gd name="connsiteY520" fmla="*/ 285655 h 381000"/>
                <a:gd name="connsiteX521" fmla="*/ 271272 w 390525"/>
                <a:gd name="connsiteY521" fmla="*/ 281940 h 381000"/>
                <a:gd name="connsiteX522" fmla="*/ 272701 w 390525"/>
                <a:gd name="connsiteY522" fmla="*/ 280892 h 381000"/>
                <a:gd name="connsiteX523" fmla="*/ 274034 w 390525"/>
                <a:gd name="connsiteY523" fmla="*/ 280416 h 381000"/>
                <a:gd name="connsiteX524" fmla="*/ 275273 w 390525"/>
                <a:gd name="connsiteY524" fmla="*/ 280511 h 381000"/>
                <a:gd name="connsiteX525" fmla="*/ 280511 w 390525"/>
                <a:gd name="connsiteY525" fmla="*/ 281464 h 381000"/>
                <a:gd name="connsiteX526" fmla="*/ 282702 w 390525"/>
                <a:gd name="connsiteY526" fmla="*/ 281369 h 381000"/>
                <a:gd name="connsiteX527" fmla="*/ 284036 w 390525"/>
                <a:gd name="connsiteY527" fmla="*/ 280988 h 381000"/>
                <a:gd name="connsiteX528" fmla="*/ 287655 w 390525"/>
                <a:gd name="connsiteY528" fmla="*/ 279273 h 381000"/>
                <a:gd name="connsiteX529" fmla="*/ 292989 w 390525"/>
                <a:gd name="connsiteY529" fmla="*/ 275368 h 381000"/>
                <a:gd name="connsiteX530" fmla="*/ 300990 w 390525"/>
                <a:gd name="connsiteY530" fmla="*/ 270796 h 381000"/>
                <a:gd name="connsiteX531" fmla="*/ 306515 w 390525"/>
                <a:gd name="connsiteY531" fmla="*/ 268986 h 381000"/>
                <a:gd name="connsiteX532" fmla="*/ 312230 w 390525"/>
                <a:gd name="connsiteY532" fmla="*/ 265081 h 381000"/>
                <a:gd name="connsiteX533" fmla="*/ 313754 w 390525"/>
                <a:gd name="connsiteY533" fmla="*/ 264509 h 381000"/>
                <a:gd name="connsiteX534" fmla="*/ 315563 w 390525"/>
                <a:gd name="connsiteY534" fmla="*/ 264509 h 381000"/>
                <a:gd name="connsiteX535" fmla="*/ 319659 w 390525"/>
                <a:gd name="connsiteY535" fmla="*/ 265176 h 381000"/>
                <a:gd name="connsiteX536" fmla="*/ 322040 w 390525"/>
                <a:gd name="connsiteY536" fmla="*/ 265081 h 381000"/>
                <a:gd name="connsiteX537" fmla="*/ 323183 w 390525"/>
                <a:gd name="connsiteY537" fmla="*/ 265462 h 381000"/>
                <a:gd name="connsiteX538" fmla="*/ 324041 w 390525"/>
                <a:gd name="connsiteY538" fmla="*/ 266129 h 381000"/>
                <a:gd name="connsiteX539" fmla="*/ 324612 w 390525"/>
                <a:gd name="connsiteY539" fmla="*/ 267271 h 381000"/>
                <a:gd name="connsiteX540" fmla="*/ 325850 w 390525"/>
                <a:gd name="connsiteY540" fmla="*/ 268034 h 381000"/>
                <a:gd name="connsiteX541" fmla="*/ 326898 w 390525"/>
                <a:gd name="connsiteY541" fmla="*/ 268129 h 381000"/>
                <a:gd name="connsiteX542" fmla="*/ 328517 w 390525"/>
                <a:gd name="connsiteY542" fmla="*/ 267748 h 381000"/>
                <a:gd name="connsiteX543" fmla="*/ 329470 w 390525"/>
                <a:gd name="connsiteY543" fmla="*/ 268129 h 381000"/>
                <a:gd name="connsiteX544" fmla="*/ 330518 w 390525"/>
                <a:gd name="connsiteY544" fmla="*/ 268891 h 381000"/>
                <a:gd name="connsiteX545" fmla="*/ 334137 w 390525"/>
                <a:gd name="connsiteY545" fmla="*/ 272987 h 381000"/>
                <a:gd name="connsiteX546" fmla="*/ 336137 w 390525"/>
                <a:gd name="connsiteY546" fmla="*/ 274320 h 381000"/>
                <a:gd name="connsiteX547" fmla="*/ 337280 w 390525"/>
                <a:gd name="connsiteY547" fmla="*/ 274606 h 381000"/>
                <a:gd name="connsiteX548" fmla="*/ 339376 w 390525"/>
                <a:gd name="connsiteY548" fmla="*/ 274320 h 381000"/>
                <a:gd name="connsiteX549" fmla="*/ 341757 w 390525"/>
                <a:gd name="connsiteY549" fmla="*/ 273653 h 381000"/>
                <a:gd name="connsiteX550" fmla="*/ 346615 w 390525"/>
                <a:gd name="connsiteY550" fmla="*/ 273082 h 381000"/>
                <a:gd name="connsiteX551" fmla="*/ 349282 w 390525"/>
                <a:gd name="connsiteY551" fmla="*/ 273177 h 381000"/>
                <a:gd name="connsiteX552" fmla="*/ 351187 w 390525"/>
                <a:gd name="connsiteY552" fmla="*/ 273748 h 381000"/>
                <a:gd name="connsiteX553" fmla="*/ 352520 w 390525"/>
                <a:gd name="connsiteY553" fmla="*/ 274415 h 381000"/>
                <a:gd name="connsiteX554" fmla="*/ 354616 w 390525"/>
                <a:gd name="connsiteY554" fmla="*/ 275177 h 381000"/>
                <a:gd name="connsiteX555" fmla="*/ 356330 w 390525"/>
                <a:gd name="connsiteY555" fmla="*/ 275368 h 381000"/>
                <a:gd name="connsiteX556" fmla="*/ 358712 w 390525"/>
                <a:gd name="connsiteY556" fmla="*/ 275082 h 381000"/>
                <a:gd name="connsiteX557" fmla="*/ 362807 w 390525"/>
                <a:gd name="connsiteY557" fmla="*/ 275368 h 381000"/>
                <a:gd name="connsiteX558" fmla="*/ 366427 w 390525"/>
                <a:gd name="connsiteY558" fmla="*/ 276035 h 381000"/>
                <a:gd name="connsiteX559" fmla="*/ 369284 w 390525"/>
                <a:gd name="connsiteY559" fmla="*/ 275939 h 381000"/>
                <a:gd name="connsiteX560" fmla="*/ 370904 w 390525"/>
                <a:gd name="connsiteY560" fmla="*/ 276320 h 381000"/>
                <a:gd name="connsiteX561" fmla="*/ 371856 w 390525"/>
                <a:gd name="connsiteY561" fmla="*/ 277273 h 381000"/>
                <a:gd name="connsiteX562" fmla="*/ 374047 w 390525"/>
                <a:gd name="connsiteY562" fmla="*/ 282035 h 381000"/>
                <a:gd name="connsiteX563" fmla="*/ 375666 w 390525"/>
                <a:gd name="connsiteY563" fmla="*/ 284417 h 381000"/>
                <a:gd name="connsiteX564" fmla="*/ 377095 w 390525"/>
                <a:gd name="connsiteY564" fmla="*/ 286036 h 381000"/>
                <a:gd name="connsiteX565" fmla="*/ 379762 w 390525"/>
                <a:gd name="connsiteY565" fmla="*/ 287750 h 381000"/>
                <a:gd name="connsiteX566" fmla="*/ 387096 w 390525"/>
                <a:gd name="connsiteY566" fmla="*/ 288227 h 381000"/>
                <a:gd name="connsiteX567" fmla="*/ 388715 w 390525"/>
                <a:gd name="connsiteY567" fmla="*/ 288036 h 381000"/>
                <a:gd name="connsiteX568" fmla="*/ 390430 w 390525"/>
                <a:gd name="connsiteY568" fmla="*/ 287846 h 381000"/>
                <a:gd name="connsiteX569" fmla="*/ 394049 w 390525"/>
                <a:gd name="connsiteY569" fmla="*/ 286607 h 381000"/>
                <a:gd name="connsiteX570" fmla="*/ 394525 w 390525"/>
                <a:gd name="connsiteY570" fmla="*/ 284417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</a:cxnLst>
              <a:rect l="l" t="t" r="r" b="b"/>
              <a:pathLst>
                <a:path w="390525" h="381000">
                  <a:moveTo>
                    <a:pt x="394049" y="282226"/>
                  </a:moveTo>
                  <a:lnTo>
                    <a:pt x="390620" y="276796"/>
                  </a:lnTo>
                  <a:lnTo>
                    <a:pt x="387477" y="271844"/>
                  </a:lnTo>
                  <a:lnTo>
                    <a:pt x="383858" y="268129"/>
                  </a:lnTo>
                  <a:lnTo>
                    <a:pt x="383000" y="267176"/>
                  </a:lnTo>
                  <a:lnTo>
                    <a:pt x="380905" y="263842"/>
                  </a:lnTo>
                  <a:lnTo>
                    <a:pt x="380714" y="264033"/>
                  </a:lnTo>
                  <a:lnTo>
                    <a:pt x="378905" y="264890"/>
                  </a:lnTo>
                  <a:lnTo>
                    <a:pt x="377380" y="264986"/>
                  </a:lnTo>
                  <a:lnTo>
                    <a:pt x="374333" y="264605"/>
                  </a:lnTo>
                  <a:lnTo>
                    <a:pt x="371284" y="265367"/>
                  </a:lnTo>
                  <a:lnTo>
                    <a:pt x="369951" y="265367"/>
                  </a:lnTo>
                  <a:lnTo>
                    <a:pt x="366332" y="263462"/>
                  </a:lnTo>
                  <a:lnTo>
                    <a:pt x="365474" y="262700"/>
                  </a:lnTo>
                  <a:lnTo>
                    <a:pt x="364903" y="261366"/>
                  </a:lnTo>
                  <a:lnTo>
                    <a:pt x="364712" y="259080"/>
                  </a:lnTo>
                  <a:lnTo>
                    <a:pt x="365474" y="253841"/>
                  </a:lnTo>
                  <a:lnTo>
                    <a:pt x="367189" y="248602"/>
                  </a:lnTo>
                  <a:lnTo>
                    <a:pt x="367475" y="244126"/>
                  </a:lnTo>
                  <a:lnTo>
                    <a:pt x="364046" y="241078"/>
                  </a:lnTo>
                  <a:lnTo>
                    <a:pt x="359664" y="238315"/>
                  </a:lnTo>
                  <a:lnTo>
                    <a:pt x="360140" y="235363"/>
                  </a:lnTo>
                  <a:lnTo>
                    <a:pt x="371380" y="226028"/>
                  </a:lnTo>
                  <a:lnTo>
                    <a:pt x="373380" y="223838"/>
                  </a:lnTo>
                  <a:lnTo>
                    <a:pt x="373951" y="222218"/>
                  </a:lnTo>
                  <a:lnTo>
                    <a:pt x="371189" y="218599"/>
                  </a:lnTo>
                  <a:lnTo>
                    <a:pt x="366903" y="214217"/>
                  </a:lnTo>
                  <a:lnTo>
                    <a:pt x="364808" y="214217"/>
                  </a:lnTo>
                  <a:lnTo>
                    <a:pt x="363855" y="214027"/>
                  </a:lnTo>
                  <a:lnTo>
                    <a:pt x="362998" y="213265"/>
                  </a:lnTo>
                  <a:lnTo>
                    <a:pt x="362331" y="212312"/>
                  </a:lnTo>
                  <a:lnTo>
                    <a:pt x="361474" y="209931"/>
                  </a:lnTo>
                  <a:lnTo>
                    <a:pt x="360045" y="208121"/>
                  </a:lnTo>
                  <a:lnTo>
                    <a:pt x="359474" y="207169"/>
                  </a:lnTo>
                  <a:lnTo>
                    <a:pt x="359378" y="205835"/>
                  </a:lnTo>
                  <a:lnTo>
                    <a:pt x="359664" y="204502"/>
                  </a:lnTo>
                  <a:lnTo>
                    <a:pt x="359759" y="203359"/>
                  </a:lnTo>
                  <a:lnTo>
                    <a:pt x="356902" y="200120"/>
                  </a:lnTo>
                  <a:lnTo>
                    <a:pt x="357283" y="197834"/>
                  </a:lnTo>
                  <a:lnTo>
                    <a:pt x="360236" y="193167"/>
                  </a:lnTo>
                  <a:lnTo>
                    <a:pt x="360998" y="190500"/>
                  </a:lnTo>
                  <a:lnTo>
                    <a:pt x="361855" y="184785"/>
                  </a:lnTo>
                  <a:lnTo>
                    <a:pt x="362521" y="182118"/>
                  </a:lnTo>
                  <a:lnTo>
                    <a:pt x="365093" y="176308"/>
                  </a:lnTo>
                  <a:lnTo>
                    <a:pt x="365379" y="173736"/>
                  </a:lnTo>
                  <a:lnTo>
                    <a:pt x="364141" y="170974"/>
                  </a:lnTo>
                  <a:lnTo>
                    <a:pt x="362807" y="169640"/>
                  </a:lnTo>
                  <a:lnTo>
                    <a:pt x="357759" y="166592"/>
                  </a:lnTo>
                  <a:lnTo>
                    <a:pt x="354425" y="163925"/>
                  </a:lnTo>
                  <a:lnTo>
                    <a:pt x="343091" y="148400"/>
                  </a:lnTo>
                  <a:lnTo>
                    <a:pt x="341186" y="144209"/>
                  </a:lnTo>
                  <a:lnTo>
                    <a:pt x="338709" y="140589"/>
                  </a:lnTo>
                  <a:lnTo>
                    <a:pt x="334423" y="138303"/>
                  </a:lnTo>
                  <a:lnTo>
                    <a:pt x="333566" y="138017"/>
                  </a:lnTo>
                  <a:lnTo>
                    <a:pt x="333566" y="138017"/>
                  </a:lnTo>
                  <a:lnTo>
                    <a:pt x="332327" y="137636"/>
                  </a:lnTo>
                  <a:lnTo>
                    <a:pt x="332137" y="135922"/>
                  </a:lnTo>
                  <a:lnTo>
                    <a:pt x="332708" y="133445"/>
                  </a:lnTo>
                  <a:lnTo>
                    <a:pt x="332899" y="130492"/>
                  </a:lnTo>
                  <a:lnTo>
                    <a:pt x="330137" y="118015"/>
                  </a:lnTo>
                  <a:lnTo>
                    <a:pt x="329756" y="117348"/>
                  </a:lnTo>
                  <a:lnTo>
                    <a:pt x="329565" y="116586"/>
                  </a:lnTo>
                  <a:lnTo>
                    <a:pt x="329851" y="114871"/>
                  </a:lnTo>
                  <a:lnTo>
                    <a:pt x="330422" y="113729"/>
                  </a:lnTo>
                  <a:lnTo>
                    <a:pt x="331184" y="112871"/>
                  </a:lnTo>
                  <a:lnTo>
                    <a:pt x="331661" y="112109"/>
                  </a:lnTo>
                  <a:lnTo>
                    <a:pt x="331280" y="110681"/>
                  </a:lnTo>
                  <a:lnTo>
                    <a:pt x="326708" y="103918"/>
                  </a:lnTo>
                  <a:lnTo>
                    <a:pt x="323469" y="96869"/>
                  </a:lnTo>
                  <a:lnTo>
                    <a:pt x="320897" y="98584"/>
                  </a:lnTo>
                  <a:lnTo>
                    <a:pt x="315659" y="104585"/>
                  </a:lnTo>
                  <a:lnTo>
                    <a:pt x="314420" y="104680"/>
                  </a:lnTo>
                  <a:lnTo>
                    <a:pt x="313373" y="104394"/>
                  </a:lnTo>
                  <a:lnTo>
                    <a:pt x="312039" y="103346"/>
                  </a:lnTo>
                  <a:lnTo>
                    <a:pt x="311087" y="101917"/>
                  </a:lnTo>
                  <a:lnTo>
                    <a:pt x="310706" y="100108"/>
                  </a:lnTo>
                  <a:lnTo>
                    <a:pt x="311087" y="98108"/>
                  </a:lnTo>
                  <a:lnTo>
                    <a:pt x="311944" y="96298"/>
                  </a:lnTo>
                  <a:lnTo>
                    <a:pt x="312515" y="94488"/>
                  </a:lnTo>
                  <a:lnTo>
                    <a:pt x="313277" y="90392"/>
                  </a:lnTo>
                  <a:lnTo>
                    <a:pt x="314039" y="88583"/>
                  </a:lnTo>
                  <a:lnTo>
                    <a:pt x="314516" y="87535"/>
                  </a:lnTo>
                  <a:lnTo>
                    <a:pt x="315659" y="86296"/>
                  </a:lnTo>
                  <a:lnTo>
                    <a:pt x="317849" y="84582"/>
                  </a:lnTo>
                  <a:lnTo>
                    <a:pt x="320802" y="82677"/>
                  </a:lnTo>
                  <a:lnTo>
                    <a:pt x="321945" y="81534"/>
                  </a:lnTo>
                  <a:lnTo>
                    <a:pt x="322707" y="80296"/>
                  </a:lnTo>
                  <a:lnTo>
                    <a:pt x="323088" y="79153"/>
                  </a:lnTo>
                  <a:lnTo>
                    <a:pt x="323374" y="77533"/>
                  </a:lnTo>
                  <a:lnTo>
                    <a:pt x="323850" y="73438"/>
                  </a:lnTo>
                  <a:lnTo>
                    <a:pt x="323660" y="71342"/>
                  </a:lnTo>
                  <a:lnTo>
                    <a:pt x="323374" y="69247"/>
                  </a:lnTo>
                  <a:lnTo>
                    <a:pt x="322517" y="65913"/>
                  </a:lnTo>
                  <a:lnTo>
                    <a:pt x="322231" y="64960"/>
                  </a:lnTo>
                  <a:lnTo>
                    <a:pt x="321755" y="64389"/>
                  </a:lnTo>
                  <a:lnTo>
                    <a:pt x="321088" y="64008"/>
                  </a:lnTo>
                  <a:lnTo>
                    <a:pt x="320231" y="63913"/>
                  </a:lnTo>
                  <a:lnTo>
                    <a:pt x="317945" y="64008"/>
                  </a:lnTo>
                  <a:lnTo>
                    <a:pt x="316992" y="64199"/>
                  </a:lnTo>
                  <a:lnTo>
                    <a:pt x="316135" y="64389"/>
                  </a:lnTo>
                  <a:lnTo>
                    <a:pt x="315849" y="64960"/>
                  </a:lnTo>
                  <a:lnTo>
                    <a:pt x="316135" y="67342"/>
                  </a:lnTo>
                  <a:lnTo>
                    <a:pt x="315754" y="68485"/>
                  </a:lnTo>
                  <a:lnTo>
                    <a:pt x="314706" y="69247"/>
                  </a:lnTo>
                  <a:lnTo>
                    <a:pt x="311658" y="70390"/>
                  </a:lnTo>
                  <a:lnTo>
                    <a:pt x="310515" y="71152"/>
                  </a:lnTo>
                  <a:lnTo>
                    <a:pt x="308800" y="73628"/>
                  </a:lnTo>
                  <a:lnTo>
                    <a:pt x="307562" y="74295"/>
                  </a:lnTo>
                  <a:lnTo>
                    <a:pt x="305753" y="74676"/>
                  </a:lnTo>
                  <a:lnTo>
                    <a:pt x="303467" y="74390"/>
                  </a:lnTo>
                  <a:lnTo>
                    <a:pt x="301562" y="74390"/>
                  </a:lnTo>
                  <a:lnTo>
                    <a:pt x="300038" y="74867"/>
                  </a:lnTo>
                  <a:lnTo>
                    <a:pt x="297275" y="76867"/>
                  </a:lnTo>
                  <a:lnTo>
                    <a:pt x="294704" y="77248"/>
                  </a:lnTo>
                  <a:lnTo>
                    <a:pt x="292703" y="77724"/>
                  </a:lnTo>
                  <a:lnTo>
                    <a:pt x="291465" y="78486"/>
                  </a:lnTo>
                  <a:lnTo>
                    <a:pt x="290894" y="79629"/>
                  </a:lnTo>
                  <a:lnTo>
                    <a:pt x="290227" y="80296"/>
                  </a:lnTo>
                  <a:lnTo>
                    <a:pt x="289179" y="80867"/>
                  </a:lnTo>
                  <a:lnTo>
                    <a:pt x="288322" y="81439"/>
                  </a:lnTo>
                  <a:lnTo>
                    <a:pt x="287560" y="82867"/>
                  </a:lnTo>
                  <a:lnTo>
                    <a:pt x="286322" y="84487"/>
                  </a:lnTo>
                  <a:lnTo>
                    <a:pt x="284417" y="85439"/>
                  </a:lnTo>
                  <a:lnTo>
                    <a:pt x="280511" y="85630"/>
                  </a:lnTo>
                  <a:lnTo>
                    <a:pt x="278892" y="84201"/>
                  </a:lnTo>
                  <a:lnTo>
                    <a:pt x="278130" y="82391"/>
                  </a:lnTo>
                  <a:lnTo>
                    <a:pt x="277559" y="80391"/>
                  </a:lnTo>
                  <a:lnTo>
                    <a:pt x="276416" y="78772"/>
                  </a:lnTo>
                  <a:lnTo>
                    <a:pt x="273653" y="75629"/>
                  </a:lnTo>
                  <a:lnTo>
                    <a:pt x="272415" y="73914"/>
                  </a:lnTo>
                  <a:lnTo>
                    <a:pt x="271653" y="71819"/>
                  </a:lnTo>
                  <a:lnTo>
                    <a:pt x="271272" y="64770"/>
                  </a:lnTo>
                  <a:lnTo>
                    <a:pt x="270510" y="62960"/>
                  </a:lnTo>
                  <a:lnTo>
                    <a:pt x="269177" y="60865"/>
                  </a:lnTo>
                  <a:lnTo>
                    <a:pt x="267176" y="59150"/>
                  </a:lnTo>
                  <a:lnTo>
                    <a:pt x="263081" y="49530"/>
                  </a:lnTo>
                  <a:lnTo>
                    <a:pt x="259175" y="44387"/>
                  </a:lnTo>
                  <a:lnTo>
                    <a:pt x="252413" y="37243"/>
                  </a:lnTo>
                  <a:lnTo>
                    <a:pt x="249746" y="33909"/>
                  </a:lnTo>
                  <a:lnTo>
                    <a:pt x="248602" y="31909"/>
                  </a:lnTo>
                  <a:lnTo>
                    <a:pt x="247269" y="30385"/>
                  </a:lnTo>
                  <a:lnTo>
                    <a:pt x="246317" y="30099"/>
                  </a:lnTo>
                  <a:lnTo>
                    <a:pt x="245269" y="30290"/>
                  </a:lnTo>
                  <a:lnTo>
                    <a:pt x="244221" y="30956"/>
                  </a:lnTo>
                  <a:lnTo>
                    <a:pt x="242030" y="32004"/>
                  </a:lnTo>
                  <a:lnTo>
                    <a:pt x="241840" y="32195"/>
                  </a:lnTo>
                  <a:lnTo>
                    <a:pt x="240221" y="34004"/>
                  </a:lnTo>
                  <a:lnTo>
                    <a:pt x="239363" y="34766"/>
                  </a:lnTo>
                  <a:lnTo>
                    <a:pt x="238316" y="35433"/>
                  </a:lnTo>
                  <a:lnTo>
                    <a:pt x="236220" y="36004"/>
                  </a:lnTo>
                  <a:lnTo>
                    <a:pt x="235172" y="36481"/>
                  </a:lnTo>
                  <a:lnTo>
                    <a:pt x="234220" y="37243"/>
                  </a:lnTo>
                  <a:lnTo>
                    <a:pt x="231172" y="40481"/>
                  </a:lnTo>
                  <a:lnTo>
                    <a:pt x="229457" y="41720"/>
                  </a:lnTo>
                  <a:lnTo>
                    <a:pt x="227933" y="42672"/>
                  </a:lnTo>
                  <a:lnTo>
                    <a:pt x="226314" y="43339"/>
                  </a:lnTo>
                  <a:lnTo>
                    <a:pt x="221552" y="44577"/>
                  </a:lnTo>
                  <a:lnTo>
                    <a:pt x="219170" y="45720"/>
                  </a:lnTo>
                  <a:lnTo>
                    <a:pt x="215360" y="46577"/>
                  </a:lnTo>
                  <a:lnTo>
                    <a:pt x="209550" y="47244"/>
                  </a:lnTo>
                  <a:lnTo>
                    <a:pt x="208979" y="47530"/>
                  </a:lnTo>
                  <a:lnTo>
                    <a:pt x="208502" y="48006"/>
                  </a:lnTo>
                  <a:lnTo>
                    <a:pt x="207645" y="49721"/>
                  </a:lnTo>
                  <a:lnTo>
                    <a:pt x="206978" y="50387"/>
                  </a:lnTo>
                  <a:lnTo>
                    <a:pt x="204311" y="50387"/>
                  </a:lnTo>
                  <a:lnTo>
                    <a:pt x="189452" y="45625"/>
                  </a:lnTo>
                  <a:lnTo>
                    <a:pt x="179737" y="42196"/>
                  </a:lnTo>
                  <a:lnTo>
                    <a:pt x="174308" y="38957"/>
                  </a:lnTo>
                  <a:lnTo>
                    <a:pt x="164116" y="31147"/>
                  </a:lnTo>
                  <a:lnTo>
                    <a:pt x="159068" y="28670"/>
                  </a:lnTo>
                  <a:lnTo>
                    <a:pt x="157163" y="27432"/>
                  </a:lnTo>
                  <a:lnTo>
                    <a:pt x="155734" y="25813"/>
                  </a:lnTo>
                  <a:lnTo>
                    <a:pt x="152876" y="22003"/>
                  </a:lnTo>
                  <a:lnTo>
                    <a:pt x="146590" y="16288"/>
                  </a:lnTo>
                  <a:lnTo>
                    <a:pt x="144399" y="14859"/>
                  </a:lnTo>
                  <a:lnTo>
                    <a:pt x="137446" y="6382"/>
                  </a:lnTo>
                  <a:lnTo>
                    <a:pt x="135827" y="5334"/>
                  </a:lnTo>
                  <a:lnTo>
                    <a:pt x="134112" y="4953"/>
                  </a:lnTo>
                  <a:lnTo>
                    <a:pt x="120968" y="6001"/>
                  </a:lnTo>
                  <a:lnTo>
                    <a:pt x="119348" y="5429"/>
                  </a:lnTo>
                  <a:lnTo>
                    <a:pt x="113157" y="191"/>
                  </a:lnTo>
                  <a:lnTo>
                    <a:pt x="111347" y="0"/>
                  </a:lnTo>
                  <a:lnTo>
                    <a:pt x="107823" y="2191"/>
                  </a:lnTo>
                  <a:lnTo>
                    <a:pt x="94488" y="4858"/>
                  </a:lnTo>
                  <a:lnTo>
                    <a:pt x="89535" y="7334"/>
                  </a:lnTo>
                  <a:lnTo>
                    <a:pt x="82677" y="11716"/>
                  </a:lnTo>
                  <a:lnTo>
                    <a:pt x="81153" y="13335"/>
                  </a:lnTo>
                  <a:lnTo>
                    <a:pt x="80391" y="14669"/>
                  </a:lnTo>
                  <a:lnTo>
                    <a:pt x="80391" y="16097"/>
                  </a:lnTo>
                  <a:lnTo>
                    <a:pt x="80010" y="17812"/>
                  </a:lnTo>
                  <a:lnTo>
                    <a:pt x="78962" y="20193"/>
                  </a:lnTo>
                  <a:lnTo>
                    <a:pt x="76105" y="23336"/>
                  </a:lnTo>
                  <a:lnTo>
                    <a:pt x="73628" y="25051"/>
                  </a:lnTo>
                  <a:lnTo>
                    <a:pt x="71152" y="26194"/>
                  </a:lnTo>
                  <a:lnTo>
                    <a:pt x="66389" y="27623"/>
                  </a:lnTo>
                  <a:lnTo>
                    <a:pt x="60389" y="30290"/>
                  </a:lnTo>
                  <a:lnTo>
                    <a:pt x="58198" y="32004"/>
                  </a:lnTo>
                  <a:lnTo>
                    <a:pt x="57436" y="33052"/>
                  </a:lnTo>
                  <a:lnTo>
                    <a:pt x="54674" y="36290"/>
                  </a:lnTo>
                  <a:lnTo>
                    <a:pt x="45529" y="44291"/>
                  </a:lnTo>
                  <a:lnTo>
                    <a:pt x="43529" y="45625"/>
                  </a:lnTo>
                  <a:lnTo>
                    <a:pt x="42196" y="46101"/>
                  </a:lnTo>
                  <a:lnTo>
                    <a:pt x="41339" y="45434"/>
                  </a:lnTo>
                  <a:lnTo>
                    <a:pt x="39529" y="43053"/>
                  </a:lnTo>
                  <a:lnTo>
                    <a:pt x="38576" y="42291"/>
                  </a:lnTo>
                  <a:lnTo>
                    <a:pt x="37529" y="41910"/>
                  </a:lnTo>
                  <a:lnTo>
                    <a:pt x="36481" y="41624"/>
                  </a:lnTo>
                  <a:lnTo>
                    <a:pt x="33719" y="40386"/>
                  </a:lnTo>
                  <a:lnTo>
                    <a:pt x="32385" y="40100"/>
                  </a:lnTo>
                  <a:lnTo>
                    <a:pt x="30956" y="40005"/>
                  </a:lnTo>
                  <a:lnTo>
                    <a:pt x="28670" y="40576"/>
                  </a:lnTo>
                  <a:lnTo>
                    <a:pt x="27337" y="41529"/>
                  </a:lnTo>
                  <a:lnTo>
                    <a:pt x="26479" y="42577"/>
                  </a:lnTo>
                  <a:lnTo>
                    <a:pt x="26003" y="44196"/>
                  </a:lnTo>
                  <a:lnTo>
                    <a:pt x="26194" y="46006"/>
                  </a:lnTo>
                  <a:lnTo>
                    <a:pt x="27051" y="48006"/>
                  </a:lnTo>
                  <a:lnTo>
                    <a:pt x="28480" y="49911"/>
                  </a:lnTo>
                  <a:lnTo>
                    <a:pt x="32385" y="54197"/>
                  </a:lnTo>
                  <a:lnTo>
                    <a:pt x="33719" y="55817"/>
                  </a:lnTo>
                  <a:lnTo>
                    <a:pt x="34481" y="57150"/>
                  </a:lnTo>
                  <a:lnTo>
                    <a:pt x="34957" y="58388"/>
                  </a:lnTo>
                  <a:lnTo>
                    <a:pt x="35624" y="59626"/>
                  </a:lnTo>
                  <a:lnTo>
                    <a:pt x="37529" y="62103"/>
                  </a:lnTo>
                  <a:lnTo>
                    <a:pt x="38291" y="63341"/>
                  </a:lnTo>
                  <a:lnTo>
                    <a:pt x="38672" y="64770"/>
                  </a:lnTo>
                  <a:lnTo>
                    <a:pt x="38767" y="65627"/>
                  </a:lnTo>
                  <a:lnTo>
                    <a:pt x="37624" y="68294"/>
                  </a:lnTo>
                  <a:lnTo>
                    <a:pt x="37338" y="72866"/>
                  </a:lnTo>
                  <a:lnTo>
                    <a:pt x="37719" y="74486"/>
                  </a:lnTo>
                  <a:lnTo>
                    <a:pt x="40005" y="79915"/>
                  </a:lnTo>
                  <a:lnTo>
                    <a:pt x="40196" y="81344"/>
                  </a:lnTo>
                  <a:lnTo>
                    <a:pt x="40196" y="82867"/>
                  </a:lnTo>
                  <a:lnTo>
                    <a:pt x="39815" y="84677"/>
                  </a:lnTo>
                  <a:lnTo>
                    <a:pt x="39529" y="85058"/>
                  </a:lnTo>
                  <a:lnTo>
                    <a:pt x="38672" y="85535"/>
                  </a:lnTo>
                  <a:lnTo>
                    <a:pt x="36671" y="87440"/>
                  </a:lnTo>
                  <a:lnTo>
                    <a:pt x="33242" y="92392"/>
                  </a:lnTo>
                  <a:lnTo>
                    <a:pt x="33433" y="94202"/>
                  </a:lnTo>
                  <a:lnTo>
                    <a:pt x="32004" y="97060"/>
                  </a:lnTo>
                  <a:lnTo>
                    <a:pt x="31147" y="98393"/>
                  </a:lnTo>
                  <a:lnTo>
                    <a:pt x="32195" y="98679"/>
                  </a:lnTo>
                  <a:lnTo>
                    <a:pt x="33338" y="100013"/>
                  </a:lnTo>
                  <a:lnTo>
                    <a:pt x="33814" y="100775"/>
                  </a:lnTo>
                  <a:lnTo>
                    <a:pt x="38576" y="110109"/>
                  </a:lnTo>
                  <a:lnTo>
                    <a:pt x="38767" y="110871"/>
                  </a:lnTo>
                  <a:lnTo>
                    <a:pt x="38672" y="111728"/>
                  </a:lnTo>
                  <a:lnTo>
                    <a:pt x="37814" y="112586"/>
                  </a:lnTo>
                  <a:lnTo>
                    <a:pt x="32290" y="115729"/>
                  </a:lnTo>
                  <a:lnTo>
                    <a:pt x="23241" y="123063"/>
                  </a:lnTo>
                  <a:lnTo>
                    <a:pt x="19050" y="128111"/>
                  </a:lnTo>
                  <a:lnTo>
                    <a:pt x="17335" y="129635"/>
                  </a:lnTo>
                  <a:lnTo>
                    <a:pt x="15526" y="130873"/>
                  </a:lnTo>
                  <a:lnTo>
                    <a:pt x="13240" y="131826"/>
                  </a:lnTo>
                  <a:lnTo>
                    <a:pt x="5239" y="133636"/>
                  </a:lnTo>
                  <a:lnTo>
                    <a:pt x="4763" y="134017"/>
                  </a:lnTo>
                  <a:lnTo>
                    <a:pt x="4096" y="134684"/>
                  </a:lnTo>
                  <a:lnTo>
                    <a:pt x="3524" y="136208"/>
                  </a:lnTo>
                  <a:lnTo>
                    <a:pt x="3334" y="138113"/>
                  </a:lnTo>
                  <a:lnTo>
                    <a:pt x="3524" y="140303"/>
                  </a:lnTo>
                  <a:lnTo>
                    <a:pt x="4286" y="142113"/>
                  </a:lnTo>
                  <a:lnTo>
                    <a:pt x="5525" y="142875"/>
                  </a:lnTo>
                  <a:lnTo>
                    <a:pt x="6287" y="142875"/>
                  </a:lnTo>
                  <a:lnTo>
                    <a:pt x="6953" y="142589"/>
                  </a:lnTo>
                  <a:lnTo>
                    <a:pt x="7429" y="142304"/>
                  </a:lnTo>
                  <a:lnTo>
                    <a:pt x="8096" y="142018"/>
                  </a:lnTo>
                  <a:lnTo>
                    <a:pt x="8858" y="141923"/>
                  </a:lnTo>
                  <a:lnTo>
                    <a:pt x="9525" y="142304"/>
                  </a:lnTo>
                  <a:lnTo>
                    <a:pt x="9620" y="143161"/>
                  </a:lnTo>
                  <a:lnTo>
                    <a:pt x="9049" y="145161"/>
                  </a:lnTo>
                  <a:lnTo>
                    <a:pt x="8287" y="146875"/>
                  </a:lnTo>
                  <a:lnTo>
                    <a:pt x="7144" y="148876"/>
                  </a:lnTo>
                  <a:lnTo>
                    <a:pt x="572" y="156305"/>
                  </a:lnTo>
                  <a:lnTo>
                    <a:pt x="0" y="157544"/>
                  </a:lnTo>
                  <a:lnTo>
                    <a:pt x="381" y="158496"/>
                  </a:lnTo>
                  <a:lnTo>
                    <a:pt x="1619" y="159067"/>
                  </a:lnTo>
                  <a:lnTo>
                    <a:pt x="2762" y="159544"/>
                  </a:lnTo>
                  <a:lnTo>
                    <a:pt x="9811" y="160687"/>
                  </a:lnTo>
                  <a:lnTo>
                    <a:pt x="12287" y="161639"/>
                  </a:lnTo>
                  <a:lnTo>
                    <a:pt x="14097" y="161258"/>
                  </a:lnTo>
                  <a:lnTo>
                    <a:pt x="14859" y="162115"/>
                  </a:lnTo>
                  <a:lnTo>
                    <a:pt x="20193" y="164497"/>
                  </a:lnTo>
                  <a:lnTo>
                    <a:pt x="25908" y="168116"/>
                  </a:lnTo>
                  <a:lnTo>
                    <a:pt x="32766" y="171260"/>
                  </a:lnTo>
                  <a:lnTo>
                    <a:pt x="34862" y="172688"/>
                  </a:lnTo>
                  <a:lnTo>
                    <a:pt x="36195" y="175165"/>
                  </a:lnTo>
                  <a:lnTo>
                    <a:pt x="40386" y="181451"/>
                  </a:lnTo>
                  <a:lnTo>
                    <a:pt x="44577" y="189452"/>
                  </a:lnTo>
                  <a:lnTo>
                    <a:pt x="45053" y="190500"/>
                  </a:lnTo>
                  <a:lnTo>
                    <a:pt x="45053" y="191262"/>
                  </a:lnTo>
                  <a:lnTo>
                    <a:pt x="44291" y="191834"/>
                  </a:lnTo>
                  <a:lnTo>
                    <a:pt x="43625" y="191834"/>
                  </a:lnTo>
                  <a:lnTo>
                    <a:pt x="42100" y="191548"/>
                  </a:lnTo>
                  <a:lnTo>
                    <a:pt x="41243" y="191643"/>
                  </a:lnTo>
                  <a:lnTo>
                    <a:pt x="40386" y="192024"/>
                  </a:lnTo>
                  <a:lnTo>
                    <a:pt x="39815" y="192691"/>
                  </a:lnTo>
                  <a:lnTo>
                    <a:pt x="39719" y="194119"/>
                  </a:lnTo>
                  <a:lnTo>
                    <a:pt x="39910" y="195263"/>
                  </a:lnTo>
                  <a:lnTo>
                    <a:pt x="42196" y="199930"/>
                  </a:lnTo>
                  <a:lnTo>
                    <a:pt x="56864" y="228029"/>
                  </a:lnTo>
                  <a:lnTo>
                    <a:pt x="63246" y="246126"/>
                  </a:lnTo>
                  <a:lnTo>
                    <a:pt x="64960" y="254413"/>
                  </a:lnTo>
                  <a:lnTo>
                    <a:pt x="65723" y="256413"/>
                  </a:lnTo>
                  <a:lnTo>
                    <a:pt x="67056" y="258604"/>
                  </a:lnTo>
                  <a:lnTo>
                    <a:pt x="69437" y="261271"/>
                  </a:lnTo>
                  <a:lnTo>
                    <a:pt x="71914" y="262795"/>
                  </a:lnTo>
                  <a:lnTo>
                    <a:pt x="74486" y="261652"/>
                  </a:lnTo>
                  <a:lnTo>
                    <a:pt x="75438" y="261366"/>
                  </a:lnTo>
                  <a:lnTo>
                    <a:pt x="76772" y="261366"/>
                  </a:lnTo>
                  <a:lnTo>
                    <a:pt x="78867" y="262319"/>
                  </a:lnTo>
                  <a:lnTo>
                    <a:pt x="79724" y="262509"/>
                  </a:lnTo>
                  <a:lnTo>
                    <a:pt x="80486" y="262319"/>
                  </a:lnTo>
                  <a:lnTo>
                    <a:pt x="81248" y="261652"/>
                  </a:lnTo>
                  <a:lnTo>
                    <a:pt x="81915" y="260509"/>
                  </a:lnTo>
                  <a:lnTo>
                    <a:pt x="82296" y="258509"/>
                  </a:lnTo>
                  <a:lnTo>
                    <a:pt x="82677" y="257365"/>
                  </a:lnTo>
                  <a:lnTo>
                    <a:pt x="83439" y="256794"/>
                  </a:lnTo>
                  <a:lnTo>
                    <a:pt x="84963" y="256985"/>
                  </a:lnTo>
                  <a:lnTo>
                    <a:pt x="85630" y="256508"/>
                  </a:lnTo>
                  <a:lnTo>
                    <a:pt x="86011" y="255079"/>
                  </a:lnTo>
                  <a:lnTo>
                    <a:pt x="85249" y="250031"/>
                  </a:lnTo>
                  <a:lnTo>
                    <a:pt x="85916" y="248507"/>
                  </a:lnTo>
                  <a:lnTo>
                    <a:pt x="88583" y="247840"/>
                  </a:lnTo>
                  <a:lnTo>
                    <a:pt x="89059" y="247555"/>
                  </a:lnTo>
                  <a:lnTo>
                    <a:pt x="89440" y="247269"/>
                  </a:lnTo>
                  <a:lnTo>
                    <a:pt x="89821" y="246698"/>
                  </a:lnTo>
                  <a:lnTo>
                    <a:pt x="90297" y="246126"/>
                  </a:lnTo>
                  <a:lnTo>
                    <a:pt x="91821" y="247650"/>
                  </a:lnTo>
                  <a:lnTo>
                    <a:pt x="96393" y="256318"/>
                  </a:lnTo>
                  <a:lnTo>
                    <a:pt x="98774" y="261366"/>
                  </a:lnTo>
                  <a:lnTo>
                    <a:pt x="99441" y="263842"/>
                  </a:lnTo>
                  <a:lnTo>
                    <a:pt x="100394" y="264128"/>
                  </a:lnTo>
                  <a:lnTo>
                    <a:pt x="100965" y="264033"/>
                  </a:lnTo>
                  <a:lnTo>
                    <a:pt x="101727" y="263366"/>
                  </a:lnTo>
                  <a:lnTo>
                    <a:pt x="102203" y="262795"/>
                  </a:lnTo>
                  <a:lnTo>
                    <a:pt x="102870" y="262700"/>
                  </a:lnTo>
                  <a:lnTo>
                    <a:pt x="103537" y="263271"/>
                  </a:lnTo>
                  <a:lnTo>
                    <a:pt x="104489" y="264986"/>
                  </a:lnTo>
                  <a:lnTo>
                    <a:pt x="105442" y="265843"/>
                  </a:lnTo>
                  <a:lnTo>
                    <a:pt x="106013" y="266033"/>
                  </a:lnTo>
                  <a:lnTo>
                    <a:pt x="106299" y="265652"/>
                  </a:lnTo>
                  <a:lnTo>
                    <a:pt x="106490" y="265271"/>
                  </a:lnTo>
                  <a:lnTo>
                    <a:pt x="106775" y="264986"/>
                  </a:lnTo>
                  <a:lnTo>
                    <a:pt x="107252" y="264986"/>
                  </a:lnTo>
                  <a:lnTo>
                    <a:pt x="108775" y="265271"/>
                  </a:lnTo>
                  <a:lnTo>
                    <a:pt x="109442" y="265652"/>
                  </a:lnTo>
                  <a:lnTo>
                    <a:pt x="110014" y="266605"/>
                  </a:lnTo>
                  <a:lnTo>
                    <a:pt x="110300" y="268224"/>
                  </a:lnTo>
                  <a:lnTo>
                    <a:pt x="110681" y="269177"/>
                  </a:lnTo>
                  <a:lnTo>
                    <a:pt x="111252" y="269748"/>
                  </a:lnTo>
                  <a:lnTo>
                    <a:pt x="111824" y="269653"/>
                  </a:lnTo>
                  <a:lnTo>
                    <a:pt x="112300" y="269177"/>
                  </a:lnTo>
                  <a:lnTo>
                    <a:pt x="112776" y="268415"/>
                  </a:lnTo>
                  <a:lnTo>
                    <a:pt x="113443" y="266890"/>
                  </a:lnTo>
                  <a:lnTo>
                    <a:pt x="113824" y="266510"/>
                  </a:lnTo>
                  <a:lnTo>
                    <a:pt x="114205" y="266414"/>
                  </a:lnTo>
                  <a:lnTo>
                    <a:pt x="114681" y="266795"/>
                  </a:lnTo>
                  <a:lnTo>
                    <a:pt x="115252" y="267557"/>
                  </a:lnTo>
                  <a:lnTo>
                    <a:pt x="116110" y="269177"/>
                  </a:lnTo>
                  <a:lnTo>
                    <a:pt x="116491" y="270510"/>
                  </a:lnTo>
                  <a:lnTo>
                    <a:pt x="115824" y="273082"/>
                  </a:lnTo>
                  <a:lnTo>
                    <a:pt x="115919" y="273558"/>
                  </a:lnTo>
                  <a:lnTo>
                    <a:pt x="116777" y="273653"/>
                  </a:lnTo>
                  <a:lnTo>
                    <a:pt x="119634" y="273367"/>
                  </a:lnTo>
                  <a:lnTo>
                    <a:pt x="120682" y="273653"/>
                  </a:lnTo>
                  <a:lnTo>
                    <a:pt x="121253" y="274511"/>
                  </a:lnTo>
                  <a:lnTo>
                    <a:pt x="120491" y="276130"/>
                  </a:lnTo>
                  <a:lnTo>
                    <a:pt x="118681" y="278225"/>
                  </a:lnTo>
                  <a:lnTo>
                    <a:pt x="118300" y="279178"/>
                  </a:lnTo>
                  <a:lnTo>
                    <a:pt x="118110" y="280321"/>
                  </a:lnTo>
                  <a:lnTo>
                    <a:pt x="117920" y="286036"/>
                  </a:lnTo>
                  <a:lnTo>
                    <a:pt x="118205" y="287084"/>
                  </a:lnTo>
                  <a:lnTo>
                    <a:pt x="120491" y="288512"/>
                  </a:lnTo>
                  <a:lnTo>
                    <a:pt x="120587" y="289750"/>
                  </a:lnTo>
                  <a:lnTo>
                    <a:pt x="119253" y="292227"/>
                  </a:lnTo>
                  <a:lnTo>
                    <a:pt x="118872" y="293275"/>
                  </a:lnTo>
                  <a:lnTo>
                    <a:pt x="118681" y="294418"/>
                  </a:lnTo>
                  <a:lnTo>
                    <a:pt x="118586" y="295846"/>
                  </a:lnTo>
                  <a:lnTo>
                    <a:pt x="118777" y="297180"/>
                  </a:lnTo>
                  <a:lnTo>
                    <a:pt x="119158" y="298704"/>
                  </a:lnTo>
                  <a:lnTo>
                    <a:pt x="119729" y="300133"/>
                  </a:lnTo>
                  <a:lnTo>
                    <a:pt x="120872" y="301942"/>
                  </a:lnTo>
                  <a:lnTo>
                    <a:pt x="123158" y="304324"/>
                  </a:lnTo>
                  <a:lnTo>
                    <a:pt x="129540" y="309372"/>
                  </a:lnTo>
                  <a:lnTo>
                    <a:pt x="132017" y="312134"/>
                  </a:lnTo>
                  <a:lnTo>
                    <a:pt x="137350" y="316611"/>
                  </a:lnTo>
                  <a:lnTo>
                    <a:pt x="137827" y="315944"/>
                  </a:lnTo>
                  <a:lnTo>
                    <a:pt x="138875" y="314896"/>
                  </a:lnTo>
                  <a:lnTo>
                    <a:pt x="140589" y="313563"/>
                  </a:lnTo>
                  <a:lnTo>
                    <a:pt x="141351" y="313182"/>
                  </a:lnTo>
                  <a:lnTo>
                    <a:pt x="142208" y="313087"/>
                  </a:lnTo>
                  <a:lnTo>
                    <a:pt x="142875" y="313277"/>
                  </a:lnTo>
                  <a:lnTo>
                    <a:pt x="143351" y="313754"/>
                  </a:lnTo>
                  <a:lnTo>
                    <a:pt x="144399" y="316040"/>
                  </a:lnTo>
                  <a:lnTo>
                    <a:pt x="145352" y="317183"/>
                  </a:lnTo>
                  <a:lnTo>
                    <a:pt x="146495" y="317849"/>
                  </a:lnTo>
                  <a:lnTo>
                    <a:pt x="148209" y="318135"/>
                  </a:lnTo>
                  <a:lnTo>
                    <a:pt x="149828" y="317563"/>
                  </a:lnTo>
                  <a:lnTo>
                    <a:pt x="151352" y="317468"/>
                  </a:lnTo>
                  <a:lnTo>
                    <a:pt x="153257" y="317754"/>
                  </a:lnTo>
                  <a:lnTo>
                    <a:pt x="155258" y="320040"/>
                  </a:lnTo>
                  <a:lnTo>
                    <a:pt x="156496" y="321659"/>
                  </a:lnTo>
                  <a:lnTo>
                    <a:pt x="157067" y="323088"/>
                  </a:lnTo>
                  <a:lnTo>
                    <a:pt x="157639" y="325565"/>
                  </a:lnTo>
                  <a:lnTo>
                    <a:pt x="158210" y="327184"/>
                  </a:lnTo>
                  <a:lnTo>
                    <a:pt x="159068" y="328327"/>
                  </a:lnTo>
                  <a:lnTo>
                    <a:pt x="159925" y="328994"/>
                  </a:lnTo>
                  <a:lnTo>
                    <a:pt x="161449" y="329375"/>
                  </a:lnTo>
                  <a:lnTo>
                    <a:pt x="162592" y="329946"/>
                  </a:lnTo>
                  <a:lnTo>
                    <a:pt x="163449" y="330803"/>
                  </a:lnTo>
                  <a:lnTo>
                    <a:pt x="163925" y="332423"/>
                  </a:lnTo>
                  <a:lnTo>
                    <a:pt x="163925" y="333280"/>
                  </a:lnTo>
                  <a:lnTo>
                    <a:pt x="164306" y="334137"/>
                  </a:lnTo>
                  <a:lnTo>
                    <a:pt x="165545" y="335090"/>
                  </a:lnTo>
                  <a:lnTo>
                    <a:pt x="169069" y="336423"/>
                  </a:lnTo>
                  <a:lnTo>
                    <a:pt x="174117" y="339376"/>
                  </a:lnTo>
                  <a:lnTo>
                    <a:pt x="177356" y="341567"/>
                  </a:lnTo>
                  <a:lnTo>
                    <a:pt x="178594" y="342995"/>
                  </a:lnTo>
                  <a:lnTo>
                    <a:pt x="180404" y="345472"/>
                  </a:lnTo>
                  <a:lnTo>
                    <a:pt x="181261" y="347377"/>
                  </a:lnTo>
                  <a:lnTo>
                    <a:pt x="181451" y="349377"/>
                  </a:lnTo>
                  <a:lnTo>
                    <a:pt x="180975" y="352901"/>
                  </a:lnTo>
                  <a:lnTo>
                    <a:pt x="181166" y="356616"/>
                  </a:lnTo>
                  <a:lnTo>
                    <a:pt x="180880" y="358521"/>
                  </a:lnTo>
                  <a:lnTo>
                    <a:pt x="180118" y="360140"/>
                  </a:lnTo>
                  <a:lnTo>
                    <a:pt x="179070" y="362140"/>
                  </a:lnTo>
                  <a:lnTo>
                    <a:pt x="179546" y="364046"/>
                  </a:lnTo>
                  <a:lnTo>
                    <a:pt x="181166" y="366141"/>
                  </a:lnTo>
                  <a:lnTo>
                    <a:pt x="187357" y="371285"/>
                  </a:lnTo>
                  <a:lnTo>
                    <a:pt x="187452" y="372999"/>
                  </a:lnTo>
                  <a:lnTo>
                    <a:pt x="187643" y="373571"/>
                  </a:lnTo>
                  <a:lnTo>
                    <a:pt x="188119" y="374428"/>
                  </a:lnTo>
                  <a:lnTo>
                    <a:pt x="188881" y="374618"/>
                  </a:lnTo>
                  <a:lnTo>
                    <a:pt x="191929" y="372809"/>
                  </a:lnTo>
                  <a:lnTo>
                    <a:pt x="195929" y="374809"/>
                  </a:lnTo>
                  <a:lnTo>
                    <a:pt x="197834" y="376142"/>
                  </a:lnTo>
                  <a:lnTo>
                    <a:pt x="199073" y="376619"/>
                  </a:lnTo>
                  <a:lnTo>
                    <a:pt x="204502" y="377571"/>
                  </a:lnTo>
                  <a:lnTo>
                    <a:pt x="205550" y="378047"/>
                  </a:lnTo>
                  <a:lnTo>
                    <a:pt x="206216" y="379000"/>
                  </a:lnTo>
                  <a:lnTo>
                    <a:pt x="206883" y="379952"/>
                  </a:lnTo>
                  <a:lnTo>
                    <a:pt x="208026" y="380810"/>
                  </a:lnTo>
                  <a:lnTo>
                    <a:pt x="209931" y="380714"/>
                  </a:lnTo>
                  <a:lnTo>
                    <a:pt x="211646" y="379952"/>
                  </a:lnTo>
                  <a:lnTo>
                    <a:pt x="215360" y="377476"/>
                  </a:lnTo>
                  <a:lnTo>
                    <a:pt x="216218" y="377381"/>
                  </a:lnTo>
                  <a:lnTo>
                    <a:pt x="216503" y="378238"/>
                  </a:lnTo>
                  <a:lnTo>
                    <a:pt x="215932" y="379190"/>
                  </a:lnTo>
                  <a:lnTo>
                    <a:pt x="214122" y="381286"/>
                  </a:lnTo>
                  <a:lnTo>
                    <a:pt x="214217" y="381857"/>
                  </a:lnTo>
                  <a:lnTo>
                    <a:pt x="215075" y="382334"/>
                  </a:lnTo>
                  <a:lnTo>
                    <a:pt x="217361" y="382429"/>
                  </a:lnTo>
                  <a:lnTo>
                    <a:pt x="218885" y="382238"/>
                  </a:lnTo>
                  <a:lnTo>
                    <a:pt x="220409" y="381953"/>
                  </a:lnTo>
                  <a:lnTo>
                    <a:pt x="221456" y="381381"/>
                  </a:lnTo>
                  <a:lnTo>
                    <a:pt x="223361" y="381381"/>
                  </a:lnTo>
                  <a:lnTo>
                    <a:pt x="226219" y="384238"/>
                  </a:lnTo>
                  <a:lnTo>
                    <a:pt x="231458" y="387096"/>
                  </a:lnTo>
                  <a:lnTo>
                    <a:pt x="231553" y="387001"/>
                  </a:lnTo>
                  <a:lnTo>
                    <a:pt x="231172" y="386239"/>
                  </a:lnTo>
                  <a:lnTo>
                    <a:pt x="229552" y="383858"/>
                  </a:lnTo>
                  <a:lnTo>
                    <a:pt x="229362" y="382715"/>
                  </a:lnTo>
                  <a:lnTo>
                    <a:pt x="230505" y="380905"/>
                  </a:lnTo>
                  <a:lnTo>
                    <a:pt x="233077" y="379762"/>
                  </a:lnTo>
                  <a:lnTo>
                    <a:pt x="236029" y="379190"/>
                  </a:lnTo>
                  <a:lnTo>
                    <a:pt x="238411" y="379095"/>
                  </a:lnTo>
                  <a:lnTo>
                    <a:pt x="240792" y="378523"/>
                  </a:lnTo>
                  <a:lnTo>
                    <a:pt x="243554" y="377285"/>
                  </a:lnTo>
                  <a:lnTo>
                    <a:pt x="252794" y="371570"/>
                  </a:lnTo>
                  <a:lnTo>
                    <a:pt x="255461" y="370332"/>
                  </a:lnTo>
                  <a:lnTo>
                    <a:pt x="256604" y="370237"/>
                  </a:lnTo>
                  <a:lnTo>
                    <a:pt x="257937" y="368522"/>
                  </a:lnTo>
                  <a:lnTo>
                    <a:pt x="258127" y="367094"/>
                  </a:lnTo>
                  <a:lnTo>
                    <a:pt x="258127" y="365950"/>
                  </a:lnTo>
                  <a:lnTo>
                    <a:pt x="258032" y="365093"/>
                  </a:lnTo>
                  <a:lnTo>
                    <a:pt x="257461" y="364331"/>
                  </a:lnTo>
                  <a:lnTo>
                    <a:pt x="256223" y="364141"/>
                  </a:lnTo>
                  <a:lnTo>
                    <a:pt x="254603" y="364046"/>
                  </a:lnTo>
                  <a:lnTo>
                    <a:pt x="253365" y="363569"/>
                  </a:lnTo>
                  <a:lnTo>
                    <a:pt x="252413" y="362426"/>
                  </a:lnTo>
                  <a:lnTo>
                    <a:pt x="249841" y="357854"/>
                  </a:lnTo>
                  <a:lnTo>
                    <a:pt x="250127" y="357188"/>
                  </a:lnTo>
                  <a:lnTo>
                    <a:pt x="252127" y="355759"/>
                  </a:lnTo>
                  <a:lnTo>
                    <a:pt x="252794" y="354521"/>
                  </a:lnTo>
                  <a:lnTo>
                    <a:pt x="252984" y="353282"/>
                  </a:lnTo>
                  <a:lnTo>
                    <a:pt x="252317" y="349758"/>
                  </a:lnTo>
                  <a:lnTo>
                    <a:pt x="251841" y="348710"/>
                  </a:lnTo>
                  <a:lnTo>
                    <a:pt x="249936" y="346519"/>
                  </a:lnTo>
                  <a:lnTo>
                    <a:pt x="249460" y="344805"/>
                  </a:lnTo>
                  <a:lnTo>
                    <a:pt x="249365" y="341948"/>
                  </a:lnTo>
                  <a:lnTo>
                    <a:pt x="248888" y="339757"/>
                  </a:lnTo>
                  <a:lnTo>
                    <a:pt x="245650" y="336518"/>
                  </a:lnTo>
                  <a:lnTo>
                    <a:pt x="245269" y="334613"/>
                  </a:lnTo>
                  <a:lnTo>
                    <a:pt x="245554" y="332232"/>
                  </a:lnTo>
                  <a:lnTo>
                    <a:pt x="248222" y="326231"/>
                  </a:lnTo>
                  <a:lnTo>
                    <a:pt x="249650" y="321755"/>
                  </a:lnTo>
                  <a:lnTo>
                    <a:pt x="250889" y="319945"/>
                  </a:lnTo>
                  <a:lnTo>
                    <a:pt x="251841" y="319850"/>
                  </a:lnTo>
                  <a:lnTo>
                    <a:pt x="252889" y="320802"/>
                  </a:lnTo>
                  <a:lnTo>
                    <a:pt x="253365" y="321183"/>
                  </a:lnTo>
                  <a:lnTo>
                    <a:pt x="254889" y="321183"/>
                  </a:lnTo>
                  <a:lnTo>
                    <a:pt x="255651" y="318230"/>
                  </a:lnTo>
                  <a:lnTo>
                    <a:pt x="255556" y="314992"/>
                  </a:lnTo>
                  <a:lnTo>
                    <a:pt x="255175" y="313563"/>
                  </a:lnTo>
                  <a:lnTo>
                    <a:pt x="254222" y="312706"/>
                  </a:lnTo>
                  <a:lnTo>
                    <a:pt x="253079" y="312039"/>
                  </a:lnTo>
                  <a:lnTo>
                    <a:pt x="252031" y="310991"/>
                  </a:lnTo>
                  <a:lnTo>
                    <a:pt x="250603" y="308419"/>
                  </a:lnTo>
                  <a:lnTo>
                    <a:pt x="250603" y="306896"/>
                  </a:lnTo>
                  <a:lnTo>
                    <a:pt x="251365" y="306134"/>
                  </a:lnTo>
                  <a:lnTo>
                    <a:pt x="252413" y="306419"/>
                  </a:lnTo>
                  <a:lnTo>
                    <a:pt x="253556" y="306896"/>
                  </a:lnTo>
                  <a:lnTo>
                    <a:pt x="254603" y="306896"/>
                  </a:lnTo>
                  <a:lnTo>
                    <a:pt x="255651" y="306324"/>
                  </a:lnTo>
                  <a:lnTo>
                    <a:pt x="256604" y="305276"/>
                  </a:lnTo>
                  <a:lnTo>
                    <a:pt x="257366" y="303657"/>
                  </a:lnTo>
                  <a:lnTo>
                    <a:pt x="257175" y="302419"/>
                  </a:lnTo>
                  <a:lnTo>
                    <a:pt x="255937" y="300038"/>
                  </a:lnTo>
                  <a:lnTo>
                    <a:pt x="256223" y="298609"/>
                  </a:lnTo>
                  <a:lnTo>
                    <a:pt x="257080" y="297371"/>
                  </a:lnTo>
                  <a:lnTo>
                    <a:pt x="264033" y="290417"/>
                  </a:lnTo>
                  <a:lnTo>
                    <a:pt x="267653" y="285655"/>
                  </a:lnTo>
                  <a:lnTo>
                    <a:pt x="271272" y="281940"/>
                  </a:lnTo>
                  <a:lnTo>
                    <a:pt x="272701" y="280892"/>
                  </a:lnTo>
                  <a:lnTo>
                    <a:pt x="274034" y="280416"/>
                  </a:lnTo>
                  <a:lnTo>
                    <a:pt x="275273" y="280511"/>
                  </a:lnTo>
                  <a:lnTo>
                    <a:pt x="280511" y="281464"/>
                  </a:lnTo>
                  <a:lnTo>
                    <a:pt x="282702" y="281369"/>
                  </a:lnTo>
                  <a:lnTo>
                    <a:pt x="284036" y="280988"/>
                  </a:lnTo>
                  <a:lnTo>
                    <a:pt x="287655" y="279273"/>
                  </a:lnTo>
                  <a:lnTo>
                    <a:pt x="292989" y="275368"/>
                  </a:lnTo>
                  <a:lnTo>
                    <a:pt x="300990" y="270796"/>
                  </a:lnTo>
                  <a:lnTo>
                    <a:pt x="306515" y="268986"/>
                  </a:lnTo>
                  <a:lnTo>
                    <a:pt x="312230" y="265081"/>
                  </a:lnTo>
                  <a:lnTo>
                    <a:pt x="313754" y="264509"/>
                  </a:lnTo>
                  <a:lnTo>
                    <a:pt x="315563" y="264509"/>
                  </a:lnTo>
                  <a:lnTo>
                    <a:pt x="319659" y="265176"/>
                  </a:lnTo>
                  <a:lnTo>
                    <a:pt x="322040" y="265081"/>
                  </a:lnTo>
                  <a:lnTo>
                    <a:pt x="323183" y="265462"/>
                  </a:lnTo>
                  <a:lnTo>
                    <a:pt x="324041" y="266129"/>
                  </a:lnTo>
                  <a:lnTo>
                    <a:pt x="324612" y="267271"/>
                  </a:lnTo>
                  <a:lnTo>
                    <a:pt x="325850" y="268034"/>
                  </a:lnTo>
                  <a:lnTo>
                    <a:pt x="326898" y="268129"/>
                  </a:lnTo>
                  <a:lnTo>
                    <a:pt x="328517" y="267748"/>
                  </a:lnTo>
                  <a:lnTo>
                    <a:pt x="329470" y="268129"/>
                  </a:lnTo>
                  <a:lnTo>
                    <a:pt x="330518" y="268891"/>
                  </a:lnTo>
                  <a:lnTo>
                    <a:pt x="334137" y="272987"/>
                  </a:lnTo>
                  <a:lnTo>
                    <a:pt x="336137" y="274320"/>
                  </a:lnTo>
                  <a:lnTo>
                    <a:pt x="337280" y="274606"/>
                  </a:lnTo>
                  <a:lnTo>
                    <a:pt x="339376" y="274320"/>
                  </a:lnTo>
                  <a:lnTo>
                    <a:pt x="341757" y="273653"/>
                  </a:lnTo>
                  <a:lnTo>
                    <a:pt x="346615" y="273082"/>
                  </a:lnTo>
                  <a:lnTo>
                    <a:pt x="349282" y="273177"/>
                  </a:lnTo>
                  <a:lnTo>
                    <a:pt x="351187" y="273748"/>
                  </a:lnTo>
                  <a:lnTo>
                    <a:pt x="352520" y="274415"/>
                  </a:lnTo>
                  <a:lnTo>
                    <a:pt x="354616" y="275177"/>
                  </a:lnTo>
                  <a:lnTo>
                    <a:pt x="356330" y="275368"/>
                  </a:lnTo>
                  <a:lnTo>
                    <a:pt x="358712" y="275082"/>
                  </a:lnTo>
                  <a:lnTo>
                    <a:pt x="362807" y="275368"/>
                  </a:lnTo>
                  <a:lnTo>
                    <a:pt x="366427" y="276035"/>
                  </a:lnTo>
                  <a:lnTo>
                    <a:pt x="369284" y="275939"/>
                  </a:lnTo>
                  <a:lnTo>
                    <a:pt x="370904" y="276320"/>
                  </a:lnTo>
                  <a:lnTo>
                    <a:pt x="371856" y="277273"/>
                  </a:lnTo>
                  <a:lnTo>
                    <a:pt x="374047" y="282035"/>
                  </a:lnTo>
                  <a:lnTo>
                    <a:pt x="375666" y="284417"/>
                  </a:lnTo>
                  <a:lnTo>
                    <a:pt x="377095" y="286036"/>
                  </a:lnTo>
                  <a:lnTo>
                    <a:pt x="379762" y="287750"/>
                  </a:lnTo>
                  <a:lnTo>
                    <a:pt x="387096" y="288227"/>
                  </a:lnTo>
                  <a:lnTo>
                    <a:pt x="388715" y="288036"/>
                  </a:lnTo>
                  <a:lnTo>
                    <a:pt x="390430" y="287846"/>
                  </a:lnTo>
                  <a:lnTo>
                    <a:pt x="394049" y="286607"/>
                  </a:lnTo>
                  <a:lnTo>
                    <a:pt x="394525" y="284417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9" name="Freeform: Shape 30">
              <a:extLst>
                <a:ext uri="{FF2B5EF4-FFF2-40B4-BE49-F238E27FC236}">
                  <a16:creationId xmlns:a16="http://schemas.microsoft.com/office/drawing/2014/main" id="{E2ECF324-D7E7-3917-31ED-A68C69EDDB05}"/>
                </a:ext>
              </a:extLst>
            </p:cNvPr>
            <p:cNvSpPr/>
            <p:nvPr/>
          </p:nvSpPr>
          <p:spPr>
            <a:xfrm>
              <a:off x="7632188" y="1959229"/>
              <a:ext cx="522399" cy="635350"/>
            </a:xfrm>
            <a:custGeom>
              <a:avLst/>
              <a:gdLst>
                <a:gd name="connsiteX0" fmla="*/ 360712 w 352425"/>
                <a:gd name="connsiteY0" fmla="*/ 74200 h 428625"/>
                <a:gd name="connsiteX1" fmla="*/ 360521 w 352425"/>
                <a:gd name="connsiteY1" fmla="*/ 73914 h 428625"/>
                <a:gd name="connsiteX2" fmla="*/ 360426 w 352425"/>
                <a:gd name="connsiteY2" fmla="*/ 74009 h 428625"/>
                <a:gd name="connsiteX3" fmla="*/ 355187 w 352425"/>
                <a:gd name="connsiteY3" fmla="*/ 71152 h 428625"/>
                <a:gd name="connsiteX4" fmla="*/ 352330 w 352425"/>
                <a:gd name="connsiteY4" fmla="*/ 68294 h 428625"/>
                <a:gd name="connsiteX5" fmla="*/ 350425 w 352425"/>
                <a:gd name="connsiteY5" fmla="*/ 68294 h 428625"/>
                <a:gd name="connsiteX6" fmla="*/ 349377 w 352425"/>
                <a:gd name="connsiteY6" fmla="*/ 68866 h 428625"/>
                <a:gd name="connsiteX7" fmla="*/ 347853 w 352425"/>
                <a:gd name="connsiteY7" fmla="*/ 69151 h 428625"/>
                <a:gd name="connsiteX8" fmla="*/ 346329 w 352425"/>
                <a:gd name="connsiteY8" fmla="*/ 69342 h 428625"/>
                <a:gd name="connsiteX9" fmla="*/ 344043 w 352425"/>
                <a:gd name="connsiteY9" fmla="*/ 69247 h 428625"/>
                <a:gd name="connsiteX10" fmla="*/ 343186 w 352425"/>
                <a:gd name="connsiteY10" fmla="*/ 68770 h 428625"/>
                <a:gd name="connsiteX11" fmla="*/ 343091 w 352425"/>
                <a:gd name="connsiteY11" fmla="*/ 68199 h 428625"/>
                <a:gd name="connsiteX12" fmla="*/ 344900 w 352425"/>
                <a:gd name="connsiteY12" fmla="*/ 66103 h 428625"/>
                <a:gd name="connsiteX13" fmla="*/ 345472 w 352425"/>
                <a:gd name="connsiteY13" fmla="*/ 65151 h 428625"/>
                <a:gd name="connsiteX14" fmla="*/ 345186 w 352425"/>
                <a:gd name="connsiteY14" fmla="*/ 64294 h 428625"/>
                <a:gd name="connsiteX15" fmla="*/ 344329 w 352425"/>
                <a:gd name="connsiteY15" fmla="*/ 64389 h 428625"/>
                <a:gd name="connsiteX16" fmla="*/ 340614 w 352425"/>
                <a:gd name="connsiteY16" fmla="*/ 66865 h 428625"/>
                <a:gd name="connsiteX17" fmla="*/ 338900 w 352425"/>
                <a:gd name="connsiteY17" fmla="*/ 67627 h 428625"/>
                <a:gd name="connsiteX18" fmla="*/ 336995 w 352425"/>
                <a:gd name="connsiteY18" fmla="*/ 67723 h 428625"/>
                <a:gd name="connsiteX19" fmla="*/ 335852 w 352425"/>
                <a:gd name="connsiteY19" fmla="*/ 66865 h 428625"/>
                <a:gd name="connsiteX20" fmla="*/ 335185 w 352425"/>
                <a:gd name="connsiteY20" fmla="*/ 65913 h 428625"/>
                <a:gd name="connsiteX21" fmla="*/ 334518 w 352425"/>
                <a:gd name="connsiteY21" fmla="*/ 64960 h 428625"/>
                <a:gd name="connsiteX22" fmla="*/ 333470 w 352425"/>
                <a:gd name="connsiteY22" fmla="*/ 64484 h 428625"/>
                <a:gd name="connsiteX23" fmla="*/ 328041 w 352425"/>
                <a:gd name="connsiteY23" fmla="*/ 63532 h 428625"/>
                <a:gd name="connsiteX24" fmla="*/ 326803 w 352425"/>
                <a:gd name="connsiteY24" fmla="*/ 63055 h 428625"/>
                <a:gd name="connsiteX25" fmla="*/ 324898 w 352425"/>
                <a:gd name="connsiteY25" fmla="*/ 61722 h 428625"/>
                <a:gd name="connsiteX26" fmla="*/ 320897 w 352425"/>
                <a:gd name="connsiteY26" fmla="*/ 59722 h 428625"/>
                <a:gd name="connsiteX27" fmla="*/ 317849 w 352425"/>
                <a:gd name="connsiteY27" fmla="*/ 61531 h 428625"/>
                <a:gd name="connsiteX28" fmla="*/ 317087 w 352425"/>
                <a:gd name="connsiteY28" fmla="*/ 61341 h 428625"/>
                <a:gd name="connsiteX29" fmla="*/ 316611 w 352425"/>
                <a:gd name="connsiteY29" fmla="*/ 60484 h 428625"/>
                <a:gd name="connsiteX30" fmla="*/ 316421 w 352425"/>
                <a:gd name="connsiteY30" fmla="*/ 59912 h 428625"/>
                <a:gd name="connsiteX31" fmla="*/ 316325 w 352425"/>
                <a:gd name="connsiteY31" fmla="*/ 58198 h 428625"/>
                <a:gd name="connsiteX32" fmla="*/ 310134 w 352425"/>
                <a:gd name="connsiteY32" fmla="*/ 53054 h 428625"/>
                <a:gd name="connsiteX33" fmla="*/ 308515 w 352425"/>
                <a:gd name="connsiteY33" fmla="*/ 50959 h 428625"/>
                <a:gd name="connsiteX34" fmla="*/ 308039 w 352425"/>
                <a:gd name="connsiteY34" fmla="*/ 49054 h 428625"/>
                <a:gd name="connsiteX35" fmla="*/ 309086 w 352425"/>
                <a:gd name="connsiteY35" fmla="*/ 47053 h 428625"/>
                <a:gd name="connsiteX36" fmla="*/ 309848 w 352425"/>
                <a:gd name="connsiteY36" fmla="*/ 45434 h 428625"/>
                <a:gd name="connsiteX37" fmla="*/ 310134 w 352425"/>
                <a:gd name="connsiteY37" fmla="*/ 43529 h 428625"/>
                <a:gd name="connsiteX38" fmla="*/ 309944 w 352425"/>
                <a:gd name="connsiteY38" fmla="*/ 39815 h 428625"/>
                <a:gd name="connsiteX39" fmla="*/ 310420 w 352425"/>
                <a:gd name="connsiteY39" fmla="*/ 36290 h 428625"/>
                <a:gd name="connsiteX40" fmla="*/ 310229 w 352425"/>
                <a:gd name="connsiteY40" fmla="*/ 34290 h 428625"/>
                <a:gd name="connsiteX41" fmla="*/ 309372 w 352425"/>
                <a:gd name="connsiteY41" fmla="*/ 32385 h 428625"/>
                <a:gd name="connsiteX42" fmla="*/ 307562 w 352425"/>
                <a:gd name="connsiteY42" fmla="*/ 29908 h 428625"/>
                <a:gd name="connsiteX43" fmla="*/ 306324 w 352425"/>
                <a:gd name="connsiteY43" fmla="*/ 28480 h 428625"/>
                <a:gd name="connsiteX44" fmla="*/ 303086 w 352425"/>
                <a:gd name="connsiteY44" fmla="*/ 26289 h 428625"/>
                <a:gd name="connsiteX45" fmla="*/ 298037 w 352425"/>
                <a:gd name="connsiteY45" fmla="*/ 23336 h 428625"/>
                <a:gd name="connsiteX46" fmla="*/ 294513 w 352425"/>
                <a:gd name="connsiteY46" fmla="*/ 22003 h 428625"/>
                <a:gd name="connsiteX47" fmla="*/ 293275 w 352425"/>
                <a:gd name="connsiteY47" fmla="*/ 21050 h 428625"/>
                <a:gd name="connsiteX48" fmla="*/ 292894 w 352425"/>
                <a:gd name="connsiteY48" fmla="*/ 20193 h 428625"/>
                <a:gd name="connsiteX49" fmla="*/ 292894 w 352425"/>
                <a:gd name="connsiteY49" fmla="*/ 19336 h 428625"/>
                <a:gd name="connsiteX50" fmla="*/ 292418 w 352425"/>
                <a:gd name="connsiteY50" fmla="*/ 17717 h 428625"/>
                <a:gd name="connsiteX51" fmla="*/ 291560 w 352425"/>
                <a:gd name="connsiteY51" fmla="*/ 16859 h 428625"/>
                <a:gd name="connsiteX52" fmla="*/ 290417 w 352425"/>
                <a:gd name="connsiteY52" fmla="*/ 16288 h 428625"/>
                <a:gd name="connsiteX53" fmla="*/ 288893 w 352425"/>
                <a:gd name="connsiteY53" fmla="*/ 15907 h 428625"/>
                <a:gd name="connsiteX54" fmla="*/ 288036 w 352425"/>
                <a:gd name="connsiteY54" fmla="*/ 15240 h 428625"/>
                <a:gd name="connsiteX55" fmla="*/ 287179 w 352425"/>
                <a:gd name="connsiteY55" fmla="*/ 14097 h 428625"/>
                <a:gd name="connsiteX56" fmla="*/ 286607 w 352425"/>
                <a:gd name="connsiteY56" fmla="*/ 12478 h 428625"/>
                <a:gd name="connsiteX57" fmla="*/ 286036 w 352425"/>
                <a:gd name="connsiteY57" fmla="*/ 10001 h 428625"/>
                <a:gd name="connsiteX58" fmla="*/ 285464 w 352425"/>
                <a:gd name="connsiteY58" fmla="*/ 8572 h 428625"/>
                <a:gd name="connsiteX59" fmla="*/ 284226 w 352425"/>
                <a:gd name="connsiteY59" fmla="*/ 6953 h 428625"/>
                <a:gd name="connsiteX60" fmla="*/ 282226 w 352425"/>
                <a:gd name="connsiteY60" fmla="*/ 4667 h 428625"/>
                <a:gd name="connsiteX61" fmla="*/ 280321 w 352425"/>
                <a:gd name="connsiteY61" fmla="*/ 4381 h 428625"/>
                <a:gd name="connsiteX62" fmla="*/ 278797 w 352425"/>
                <a:gd name="connsiteY62" fmla="*/ 4477 h 428625"/>
                <a:gd name="connsiteX63" fmla="*/ 277178 w 352425"/>
                <a:gd name="connsiteY63" fmla="*/ 5048 h 428625"/>
                <a:gd name="connsiteX64" fmla="*/ 275463 w 352425"/>
                <a:gd name="connsiteY64" fmla="*/ 4763 h 428625"/>
                <a:gd name="connsiteX65" fmla="*/ 274320 w 352425"/>
                <a:gd name="connsiteY65" fmla="*/ 4096 h 428625"/>
                <a:gd name="connsiteX66" fmla="*/ 273368 w 352425"/>
                <a:gd name="connsiteY66" fmla="*/ 2953 h 428625"/>
                <a:gd name="connsiteX67" fmla="*/ 272320 w 352425"/>
                <a:gd name="connsiteY67" fmla="*/ 667 h 428625"/>
                <a:gd name="connsiteX68" fmla="*/ 271844 w 352425"/>
                <a:gd name="connsiteY68" fmla="*/ 190 h 428625"/>
                <a:gd name="connsiteX69" fmla="*/ 271177 w 352425"/>
                <a:gd name="connsiteY69" fmla="*/ 0 h 428625"/>
                <a:gd name="connsiteX70" fmla="*/ 270320 w 352425"/>
                <a:gd name="connsiteY70" fmla="*/ 95 h 428625"/>
                <a:gd name="connsiteX71" fmla="*/ 269558 w 352425"/>
                <a:gd name="connsiteY71" fmla="*/ 476 h 428625"/>
                <a:gd name="connsiteX72" fmla="*/ 267843 w 352425"/>
                <a:gd name="connsiteY72" fmla="*/ 1810 h 428625"/>
                <a:gd name="connsiteX73" fmla="*/ 266795 w 352425"/>
                <a:gd name="connsiteY73" fmla="*/ 2857 h 428625"/>
                <a:gd name="connsiteX74" fmla="*/ 266319 w 352425"/>
                <a:gd name="connsiteY74" fmla="*/ 3524 h 428625"/>
                <a:gd name="connsiteX75" fmla="*/ 267462 w 352425"/>
                <a:gd name="connsiteY75" fmla="*/ 4953 h 428625"/>
                <a:gd name="connsiteX76" fmla="*/ 268319 w 352425"/>
                <a:gd name="connsiteY76" fmla="*/ 6572 h 428625"/>
                <a:gd name="connsiteX77" fmla="*/ 269653 w 352425"/>
                <a:gd name="connsiteY77" fmla="*/ 9715 h 428625"/>
                <a:gd name="connsiteX78" fmla="*/ 270224 w 352425"/>
                <a:gd name="connsiteY78" fmla="*/ 10477 h 428625"/>
                <a:gd name="connsiteX79" fmla="*/ 270986 w 352425"/>
                <a:gd name="connsiteY79" fmla="*/ 10954 h 428625"/>
                <a:gd name="connsiteX80" fmla="*/ 272606 w 352425"/>
                <a:gd name="connsiteY80" fmla="*/ 11430 h 428625"/>
                <a:gd name="connsiteX81" fmla="*/ 273272 w 352425"/>
                <a:gd name="connsiteY81" fmla="*/ 11811 h 428625"/>
                <a:gd name="connsiteX82" fmla="*/ 273749 w 352425"/>
                <a:gd name="connsiteY82" fmla="*/ 12382 h 428625"/>
                <a:gd name="connsiteX83" fmla="*/ 274034 w 352425"/>
                <a:gd name="connsiteY83" fmla="*/ 13240 h 428625"/>
                <a:gd name="connsiteX84" fmla="*/ 274130 w 352425"/>
                <a:gd name="connsiteY84" fmla="*/ 14097 h 428625"/>
                <a:gd name="connsiteX85" fmla="*/ 274034 w 352425"/>
                <a:gd name="connsiteY85" fmla="*/ 14954 h 428625"/>
                <a:gd name="connsiteX86" fmla="*/ 273463 w 352425"/>
                <a:gd name="connsiteY86" fmla="*/ 16859 h 428625"/>
                <a:gd name="connsiteX87" fmla="*/ 271653 w 352425"/>
                <a:gd name="connsiteY87" fmla="*/ 19431 h 428625"/>
                <a:gd name="connsiteX88" fmla="*/ 271367 w 352425"/>
                <a:gd name="connsiteY88" fmla="*/ 21050 h 428625"/>
                <a:gd name="connsiteX89" fmla="*/ 271558 w 352425"/>
                <a:gd name="connsiteY89" fmla="*/ 22003 h 428625"/>
                <a:gd name="connsiteX90" fmla="*/ 272225 w 352425"/>
                <a:gd name="connsiteY90" fmla="*/ 23813 h 428625"/>
                <a:gd name="connsiteX91" fmla="*/ 272796 w 352425"/>
                <a:gd name="connsiteY91" fmla="*/ 24765 h 428625"/>
                <a:gd name="connsiteX92" fmla="*/ 272987 w 352425"/>
                <a:gd name="connsiteY92" fmla="*/ 25717 h 428625"/>
                <a:gd name="connsiteX93" fmla="*/ 273082 w 352425"/>
                <a:gd name="connsiteY93" fmla="*/ 26670 h 428625"/>
                <a:gd name="connsiteX94" fmla="*/ 272510 w 352425"/>
                <a:gd name="connsiteY94" fmla="*/ 28480 h 428625"/>
                <a:gd name="connsiteX95" fmla="*/ 272129 w 352425"/>
                <a:gd name="connsiteY95" fmla="*/ 31051 h 428625"/>
                <a:gd name="connsiteX96" fmla="*/ 273177 w 352425"/>
                <a:gd name="connsiteY96" fmla="*/ 34004 h 428625"/>
                <a:gd name="connsiteX97" fmla="*/ 274415 w 352425"/>
                <a:gd name="connsiteY97" fmla="*/ 34290 h 428625"/>
                <a:gd name="connsiteX98" fmla="*/ 274796 w 352425"/>
                <a:gd name="connsiteY98" fmla="*/ 34195 h 428625"/>
                <a:gd name="connsiteX99" fmla="*/ 275368 w 352425"/>
                <a:gd name="connsiteY99" fmla="*/ 33814 h 428625"/>
                <a:gd name="connsiteX100" fmla="*/ 275654 w 352425"/>
                <a:gd name="connsiteY100" fmla="*/ 33814 h 428625"/>
                <a:gd name="connsiteX101" fmla="*/ 275939 w 352425"/>
                <a:gd name="connsiteY101" fmla="*/ 33909 h 428625"/>
                <a:gd name="connsiteX102" fmla="*/ 276130 w 352425"/>
                <a:gd name="connsiteY102" fmla="*/ 34290 h 428625"/>
                <a:gd name="connsiteX103" fmla="*/ 276225 w 352425"/>
                <a:gd name="connsiteY103" fmla="*/ 34766 h 428625"/>
                <a:gd name="connsiteX104" fmla="*/ 276987 w 352425"/>
                <a:gd name="connsiteY104" fmla="*/ 38767 h 428625"/>
                <a:gd name="connsiteX105" fmla="*/ 277559 w 352425"/>
                <a:gd name="connsiteY105" fmla="*/ 39338 h 428625"/>
                <a:gd name="connsiteX106" fmla="*/ 278225 w 352425"/>
                <a:gd name="connsiteY106" fmla="*/ 39719 h 428625"/>
                <a:gd name="connsiteX107" fmla="*/ 279178 w 352425"/>
                <a:gd name="connsiteY107" fmla="*/ 39815 h 428625"/>
                <a:gd name="connsiteX108" fmla="*/ 279940 w 352425"/>
                <a:gd name="connsiteY108" fmla="*/ 40291 h 428625"/>
                <a:gd name="connsiteX109" fmla="*/ 280511 w 352425"/>
                <a:gd name="connsiteY109" fmla="*/ 41148 h 428625"/>
                <a:gd name="connsiteX110" fmla="*/ 281083 w 352425"/>
                <a:gd name="connsiteY110" fmla="*/ 43434 h 428625"/>
                <a:gd name="connsiteX111" fmla="*/ 281464 w 352425"/>
                <a:gd name="connsiteY111" fmla="*/ 44196 h 428625"/>
                <a:gd name="connsiteX112" fmla="*/ 281750 w 352425"/>
                <a:gd name="connsiteY112" fmla="*/ 45053 h 428625"/>
                <a:gd name="connsiteX113" fmla="*/ 281750 w 352425"/>
                <a:gd name="connsiteY113" fmla="*/ 45815 h 428625"/>
                <a:gd name="connsiteX114" fmla="*/ 280892 w 352425"/>
                <a:gd name="connsiteY114" fmla="*/ 50101 h 428625"/>
                <a:gd name="connsiteX115" fmla="*/ 280702 w 352425"/>
                <a:gd name="connsiteY115" fmla="*/ 52388 h 428625"/>
                <a:gd name="connsiteX116" fmla="*/ 281273 w 352425"/>
                <a:gd name="connsiteY116" fmla="*/ 53530 h 428625"/>
                <a:gd name="connsiteX117" fmla="*/ 282131 w 352425"/>
                <a:gd name="connsiteY117" fmla="*/ 54673 h 428625"/>
                <a:gd name="connsiteX118" fmla="*/ 282702 w 352425"/>
                <a:gd name="connsiteY118" fmla="*/ 55531 h 428625"/>
                <a:gd name="connsiteX119" fmla="*/ 282702 w 352425"/>
                <a:gd name="connsiteY119" fmla="*/ 56388 h 428625"/>
                <a:gd name="connsiteX120" fmla="*/ 282226 w 352425"/>
                <a:gd name="connsiteY120" fmla="*/ 57436 h 428625"/>
                <a:gd name="connsiteX121" fmla="*/ 281559 w 352425"/>
                <a:gd name="connsiteY121" fmla="*/ 58483 h 428625"/>
                <a:gd name="connsiteX122" fmla="*/ 281273 w 352425"/>
                <a:gd name="connsiteY122" fmla="*/ 59055 h 428625"/>
                <a:gd name="connsiteX123" fmla="*/ 281083 w 352425"/>
                <a:gd name="connsiteY123" fmla="*/ 60007 h 428625"/>
                <a:gd name="connsiteX124" fmla="*/ 280988 w 352425"/>
                <a:gd name="connsiteY124" fmla="*/ 64198 h 428625"/>
                <a:gd name="connsiteX125" fmla="*/ 281178 w 352425"/>
                <a:gd name="connsiteY125" fmla="*/ 66008 h 428625"/>
                <a:gd name="connsiteX126" fmla="*/ 282226 w 352425"/>
                <a:gd name="connsiteY126" fmla="*/ 70866 h 428625"/>
                <a:gd name="connsiteX127" fmla="*/ 282321 w 352425"/>
                <a:gd name="connsiteY127" fmla="*/ 72199 h 428625"/>
                <a:gd name="connsiteX128" fmla="*/ 282131 w 352425"/>
                <a:gd name="connsiteY128" fmla="*/ 73723 h 428625"/>
                <a:gd name="connsiteX129" fmla="*/ 281559 w 352425"/>
                <a:gd name="connsiteY129" fmla="*/ 75343 h 428625"/>
                <a:gd name="connsiteX130" fmla="*/ 280511 w 352425"/>
                <a:gd name="connsiteY130" fmla="*/ 76771 h 428625"/>
                <a:gd name="connsiteX131" fmla="*/ 279273 w 352425"/>
                <a:gd name="connsiteY131" fmla="*/ 77248 h 428625"/>
                <a:gd name="connsiteX132" fmla="*/ 277940 w 352425"/>
                <a:gd name="connsiteY132" fmla="*/ 76676 h 428625"/>
                <a:gd name="connsiteX133" fmla="*/ 276892 w 352425"/>
                <a:gd name="connsiteY133" fmla="*/ 74771 h 428625"/>
                <a:gd name="connsiteX134" fmla="*/ 275844 w 352425"/>
                <a:gd name="connsiteY134" fmla="*/ 70961 h 428625"/>
                <a:gd name="connsiteX135" fmla="*/ 275177 w 352425"/>
                <a:gd name="connsiteY135" fmla="*/ 69247 h 428625"/>
                <a:gd name="connsiteX136" fmla="*/ 274511 w 352425"/>
                <a:gd name="connsiteY136" fmla="*/ 68390 h 428625"/>
                <a:gd name="connsiteX137" fmla="*/ 273368 w 352425"/>
                <a:gd name="connsiteY137" fmla="*/ 68008 h 428625"/>
                <a:gd name="connsiteX138" fmla="*/ 269843 w 352425"/>
                <a:gd name="connsiteY138" fmla="*/ 68580 h 428625"/>
                <a:gd name="connsiteX139" fmla="*/ 268415 w 352425"/>
                <a:gd name="connsiteY139" fmla="*/ 68580 h 428625"/>
                <a:gd name="connsiteX140" fmla="*/ 266224 w 352425"/>
                <a:gd name="connsiteY140" fmla="*/ 67532 h 428625"/>
                <a:gd name="connsiteX141" fmla="*/ 264509 w 352425"/>
                <a:gd name="connsiteY141" fmla="*/ 67532 h 428625"/>
                <a:gd name="connsiteX142" fmla="*/ 261652 w 352425"/>
                <a:gd name="connsiteY142" fmla="*/ 68961 h 428625"/>
                <a:gd name="connsiteX143" fmla="*/ 261271 w 352425"/>
                <a:gd name="connsiteY143" fmla="*/ 69437 h 428625"/>
                <a:gd name="connsiteX144" fmla="*/ 260890 w 352425"/>
                <a:gd name="connsiteY144" fmla="*/ 70199 h 428625"/>
                <a:gd name="connsiteX145" fmla="*/ 260318 w 352425"/>
                <a:gd name="connsiteY145" fmla="*/ 74104 h 428625"/>
                <a:gd name="connsiteX146" fmla="*/ 260414 w 352425"/>
                <a:gd name="connsiteY146" fmla="*/ 74771 h 428625"/>
                <a:gd name="connsiteX147" fmla="*/ 260604 w 352425"/>
                <a:gd name="connsiteY147" fmla="*/ 75152 h 428625"/>
                <a:gd name="connsiteX148" fmla="*/ 260985 w 352425"/>
                <a:gd name="connsiteY148" fmla="*/ 75438 h 428625"/>
                <a:gd name="connsiteX149" fmla="*/ 262414 w 352425"/>
                <a:gd name="connsiteY149" fmla="*/ 75724 h 428625"/>
                <a:gd name="connsiteX150" fmla="*/ 262985 w 352425"/>
                <a:gd name="connsiteY150" fmla="*/ 76105 h 428625"/>
                <a:gd name="connsiteX151" fmla="*/ 263081 w 352425"/>
                <a:gd name="connsiteY151" fmla="*/ 76581 h 428625"/>
                <a:gd name="connsiteX152" fmla="*/ 262700 w 352425"/>
                <a:gd name="connsiteY152" fmla="*/ 77343 h 428625"/>
                <a:gd name="connsiteX153" fmla="*/ 261842 w 352425"/>
                <a:gd name="connsiteY153" fmla="*/ 78391 h 428625"/>
                <a:gd name="connsiteX154" fmla="*/ 260128 w 352425"/>
                <a:gd name="connsiteY154" fmla="*/ 80010 h 428625"/>
                <a:gd name="connsiteX155" fmla="*/ 252698 w 352425"/>
                <a:gd name="connsiteY155" fmla="*/ 85439 h 428625"/>
                <a:gd name="connsiteX156" fmla="*/ 251174 w 352425"/>
                <a:gd name="connsiteY156" fmla="*/ 86201 h 428625"/>
                <a:gd name="connsiteX157" fmla="*/ 248888 w 352425"/>
                <a:gd name="connsiteY157" fmla="*/ 87725 h 428625"/>
                <a:gd name="connsiteX158" fmla="*/ 247555 w 352425"/>
                <a:gd name="connsiteY158" fmla="*/ 88392 h 428625"/>
                <a:gd name="connsiteX159" fmla="*/ 242792 w 352425"/>
                <a:gd name="connsiteY159" fmla="*/ 90106 h 428625"/>
                <a:gd name="connsiteX160" fmla="*/ 241173 w 352425"/>
                <a:gd name="connsiteY160" fmla="*/ 91059 h 428625"/>
                <a:gd name="connsiteX161" fmla="*/ 239935 w 352425"/>
                <a:gd name="connsiteY161" fmla="*/ 92297 h 428625"/>
                <a:gd name="connsiteX162" fmla="*/ 239173 w 352425"/>
                <a:gd name="connsiteY162" fmla="*/ 93726 h 428625"/>
                <a:gd name="connsiteX163" fmla="*/ 239459 w 352425"/>
                <a:gd name="connsiteY163" fmla="*/ 95059 h 428625"/>
                <a:gd name="connsiteX164" fmla="*/ 239935 w 352425"/>
                <a:gd name="connsiteY164" fmla="*/ 95726 h 428625"/>
                <a:gd name="connsiteX165" fmla="*/ 240602 w 352425"/>
                <a:gd name="connsiteY165" fmla="*/ 96012 h 428625"/>
                <a:gd name="connsiteX166" fmla="*/ 241173 w 352425"/>
                <a:gd name="connsiteY166" fmla="*/ 95917 h 428625"/>
                <a:gd name="connsiteX167" fmla="*/ 241840 w 352425"/>
                <a:gd name="connsiteY167" fmla="*/ 95536 h 428625"/>
                <a:gd name="connsiteX168" fmla="*/ 242411 w 352425"/>
                <a:gd name="connsiteY168" fmla="*/ 95059 h 428625"/>
                <a:gd name="connsiteX169" fmla="*/ 244316 w 352425"/>
                <a:gd name="connsiteY169" fmla="*/ 92488 h 428625"/>
                <a:gd name="connsiteX170" fmla="*/ 244888 w 352425"/>
                <a:gd name="connsiteY170" fmla="*/ 92011 h 428625"/>
                <a:gd name="connsiteX171" fmla="*/ 245364 w 352425"/>
                <a:gd name="connsiteY171" fmla="*/ 91916 h 428625"/>
                <a:gd name="connsiteX172" fmla="*/ 245840 w 352425"/>
                <a:gd name="connsiteY172" fmla="*/ 92107 h 428625"/>
                <a:gd name="connsiteX173" fmla="*/ 246317 w 352425"/>
                <a:gd name="connsiteY173" fmla="*/ 92488 h 428625"/>
                <a:gd name="connsiteX174" fmla="*/ 246602 w 352425"/>
                <a:gd name="connsiteY174" fmla="*/ 92964 h 428625"/>
                <a:gd name="connsiteX175" fmla="*/ 246793 w 352425"/>
                <a:gd name="connsiteY175" fmla="*/ 93440 h 428625"/>
                <a:gd name="connsiteX176" fmla="*/ 246983 w 352425"/>
                <a:gd name="connsiteY176" fmla="*/ 94202 h 428625"/>
                <a:gd name="connsiteX177" fmla="*/ 247174 w 352425"/>
                <a:gd name="connsiteY177" fmla="*/ 94869 h 428625"/>
                <a:gd name="connsiteX178" fmla="*/ 247555 w 352425"/>
                <a:gd name="connsiteY178" fmla="*/ 95440 h 428625"/>
                <a:gd name="connsiteX179" fmla="*/ 248031 w 352425"/>
                <a:gd name="connsiteY179" fmla="*/ 96012 h 428625"/>
                <a:gd name="connsiteX180" fmla="*/ 248698 w 352425"/>
                <a:gd name="connsiteY180" fmla="*/ 96488 h 428625"/>
                <a:gd name="connsiteX181" fmla="*/ 250222 w 352425"/>
                <a:gd name="connsiteY181" fmla="*/ 96965 h 428625"/>
                <a:gd name="connsiteX182" fmla="*/ 250793 w 352425"/>
                <a:gd name="connsiteY182" fmla="*/ 97250 h 428625"/>
                <a:gd name="connsiteX183" fmla="*/ 251270 w 352425"/>
                <a:gd name="connsiteY183" fmla="*/ 97631 h 428625"/>
                <a:gd name="connsiteX184" fmla="*/ 251460 w 352425"/>
                <a:gd name="connsiteY184" fmla="*/ 98107 h 428625"/>
                <a:gd name="connsiteX185" fmla="*/ 251746 w 352425"/>
                <a:gd name="connsiteY185" fmla="*/ 98584 h 428625"/>
                <a:gd name="connsiteX186" fmla="*/ 251651 w 352425"/>
                <a:gd name="connsiteY186" fmla="*/ 99631 h 428625"/>
                <a:gd name="connsiteX187" fmla="*/ 251365 w 352425"/>
                <a:gd name="connsiteY187" fmla="*/ 100774 h 428625"/>
                <a:gd name="connsiteX188" fmla="*/ 250412 w 352425"/>
                <a:gd name="connsiteY188" fmla="*/ 102775 h 428625"/>
                <a:gd name="connsiteX189" fmla="*/ 250222 w 352425"/>
                <a:gd name="connsiteY189" fmla="*/ 103918 h 428625"/>
                <a:gd name="connsiteX190" fmla="*/ 250317 w 352425"/>
                <a:gd name="connsiteY190" fmla="*/ 105346 h 428625"/>
                <a:gd name="connsiteX191" fmla="*/ 249746 w 352425"/>
                <a:gd name="connsiteY191" fmla="*/ 106013 h 428625"/>
                <a:gd name="connsiteX192" fmla="*/ 245745 w 352425"/>
                <a:gd name="connsiteY192" fmla="*/ 108490 h 428625"/>
                <a:gd name="connsiteX193" fmla="*/ 238982 w 352425"/>
                <a:gd name="connsiteY193" fmla="*/ 113824 h 428625"/>
                <a:gd name="connsiteX194" fmla="*/ 235077 w 352425"/>
                <a:gd name="connsiteY194" fmla="*/ 113633 h 428625"/>
                <a:gd name="connsiteX195" fmla="*/ 233839 w 352425"/>
                <a:gd name="connsiteY195" fmla="*/ 112967 h 428625"/>
                <a:gd name="connsiteX196" fmla="*/ 230981 w 352425"/>
                <a:gd name="connsiteY196" fmla="*/ 112109 h 428625"/>
                <a:gd name="connsiteX197" fmla="*/ 230124 w 352425"/>
                <a:gd name="connsiteY197" fmla="*/ 111442 h 428625"/>
                <a:gd name="connsiteX198" fmla="*/ 229457 w 352425"/>
                <a:gd name="connsiteY198" fmla="*/ 110585 h 428625"/>
                <a:gd name="connsiteX199" fmla="*/ 228219 w 352425"/>
                <a:gd name="connsiteY199" fmla="*/ 108490 h 428625"/>
                <a:gd name="connsiteX200" fmla="*/ 227267 w 352425"/>
                <a:gd name="connsiteY200" fmla="*/ 106299 h 428625"/>
                <a:gd name="connsiteX201" fmla="*/ 226124 w 352425"/>
                <a:gd name="connsiteY201" fmla="*/ 101441 h 428625"/>
                <a:gd name="connsiteX202" fmla="*/ 225647 w 352425"/>
                <a:gd name="connsiteY202" fmla="*/ 100679 h 428625"/>
                <a:gd name="connsiteX203" fmla="*/ 224885 w 352425"/>
                <a:gd name="connsiteY203" fmla="*/ 100203 h 428625"/>
                <a:gd name="connsiteX204" fmla="*/ 224123 w 352425"/>
                <a:gd name="connsiteY204" fmla="*/ 100203 h 428625"/>
                <a:gd name="connsiteX205" fmla="*/ 223171 w 352425"/>
                <a:gd name="connsiteY205" fmla="*/ 100394 h 428625"/>
                <a:gd name="connsiteX206" fmla="*/ 222409 w 352425"/>
                <a:gd name="connsiteY206" fmla="*/ 101060 h 428625"/>
                <a:gd name="connsiteX207" fmla="*/ 222218 w 352425"/>
                <a:gd name="connsiteY207" fmla="*/ 102108 h 428625"/>
                <a:gd name="connsiteX208" fmla="*/ 222504 w 352425"/>
                <a:gd name="connsiteY208" fmla="*/ 102965 h 428625"/>
                <a:gd name="connsiteX209" fmla="*/ 222885 w 352425"/>
                <a:gd name="connsiteY209" fmla="*/ 103727 h 428625"/>
                <a:gd name="connsiteX210" fmla="*/ 223171 w 352425"/>
                <a:gd name="connsiteY210" fmla="*/ 104394 h 428625"/>
                <a:gd name="connsiteX211" fmla="*/ 223171 w 352425"/>
                <a:gd name="connsiteY211" fmla="*/ 105061 h 428625"/>
                <a:gd name="connsiteX212" fmla="*/ 222980 w 352425"/>
                <a:gd name="connsiteY212" fmla="*/ 105727 h 428625"/>
                <a:gd name="connsiteX213" fmla="*/ 221933 w 352425"/>
                <a:gd name="connsiteY213" fmla="*/ 108299 h 428625"/>
                <a:gd name="connsiteX214" fmla="*/ 221456 w 352425"/>
                <a:gd name="connsiteY214" fmla="*/ 109061 h 428625"/>
                <a:gd name="connsiteX215" fmla="*/ 220790 w 352425"/>
                <a:gd name="connsiteY215" fmla="*/ 109442 h 428625"/>
                <a:gd name="connsiteX216" fmla="*/ 220218 w 352425"/>
                <a:gd name="connsiteY216" fmla="*/ 109538 h 428625"/>
                <a:gd name="connsiteX217" fmla="*/ 219647 w 352425"/>
                <a:gd name="connsiteY217" fmla="*/ 109252 h 428625"/>
                <a:gd name="connsiteX218" fmla="*/ 218980 w 352425"/>
                <a:gd name="connsiteY218" fmla="*/ 108490 h 428625"/>
                <a:gd name="connsiteX219" fmla="*/ 217646 w 352425"/>
                <a:gd name="connsiteY219" fmla="*/ 106775 h 428625"/>
                <a:gd name="connsiteX220" fmla="*/ 216789 w 352425"/>
                <a:gd name="connsiteY220" fmla="*/ 106204 h 428625"/>
                <a:gd name="connsiteX221" fmla="*/ 216122 w 352425"/>
                <a:gd name="connsiteY221" fmla="*/ 106108 h 428625"/>
                <a:gd name="connsiteX222" fmla="*/ 215551 w 352425"/>
                <a:gd name="connsiteY222" fmla="*/ 106490 h 428625"/>
                <a:gd name="connsiteX223" fmla="*/ 215551 w 352425"/>
                <a:gd name="connsiteY223" fmla="*/ 107632 h 428625"/>
                <a:gd name="connsiteX224" fmla="*/ 215741 w 352425"/>
                <a:gd name="connsiteY224" fmla="*/ 108585 h 428625"/>
                <a:gd name="connsiteX225" fmla="*/ 215741 w 352425"/>
                <a:gd name="connsiteY225" fmla="*/ 109442 h 428625"/>
                <a:gd name="connsiteX226" fmla="*/ 215360 w 352425"/>
                <a:gd name="connsiteY226" fmla="*/ 110109 h 428625"/>
                <a:gd name="connsiteX227" fmla="*/ 214313 w 352425"/>
                <a:gd name="connsiteY227" fmla="*/ 110776 h 428625"/>
                <a:gd name="connsiteX228" fmla="*/ 213265 w 352425"/>
                <a:gd name="connsiteY228" fmla="*/ 110871 h 428625"/>
                <a:gd name="connsiteX229" fmla="*/ 212217 w 352425"/>
                <a:gd name="connsiteY229" fmla="*/ 110776 h 428625"/>
                <a:gd name="connsiteX230" fmla="*/ 210788 w 352425"/>
                <a:gd name="connsiteY230" fmla="*/ 110299 h 428625"/>
                <a:gd name="connsiteX231" fmla="*/ 209360 w 352425"/>
                <a:gd name="connsiteY231" fmla="*/ 110109 h 428625"/>
                <a:gd name="connsiteX232" fmla="*/ 208502 w 352425"/>
                <a:gd name="connsiteY232" fmla="*/ 109919 h 428625"/>
                <a:gd name="connsiteX233" fmla="*/ 207455 w 352425"/>
                <a:gd name="connsiteY233" fmla="*/ 109252 h 428625"/>
                <a:gd name="connsiteX234" fmla="*/ 204121 w 352425"/>
                <a:gd name="connsiteY234" fmla="*/ 106585 h 428625"/>
                <a:gd name="connsiteX235" fmla="*/ 203168 w 352425"/>
                <a:gd name="connsiteY235" fmla="*/ 106394 h 428625"/>
                <a:gd name="connsiteX236" fmla="*/ 202406 w 352425"/>
                <a:gd name="connsiteY236" fmla="*/ 106680 h 428625"/>
                <a:gd name="connsiteX237" fmla="*/ 201454 w 352425"/>
                <a:gd name="connsiteY237" fmla="*/ 107537 h 428625"/>
                <a:gd name="connsiteX238" fmla="*/ 200978 w 352425"/>
                <a:gd name="connsiteY238" fmla="*/ 108299 h 428625"/>
                <a:gd name="connsiteX239" fmla="*/ 201073 w 352425"/>
                <a:gd name="connsiteY239" fmla="*/ 109252 h 428625"/>
                <a:gd name="connsiteX240" fmla="*/ 201454 w 352425"/>
                <a:gd name="connsiteY240" fmla="*/ 109919 h 428625"/>
                <a:gd name="connsiteX241" fmla="*/ 202121 w 352425"/>
                <a:gd name="connsiteY241" fmla="*/ 110585 h 428625"/>
                <a:gd name="connsiteX242" fmla="*/ 202787 w 352425"/>
                <a:gd name="connsiteY242" fmla="*/ 110966 h 428625"/>
                <a:gd name="connsiteX243" fmla="*/ 205931 w 352425"/>
                <a:gd name="connsiteY243" fmla="*/ 112204 h 428625"/>
                <a:gd name="connsiteX244" fmla="*/ 206693 w 352425"/>
                <a:gd name="connsiteY244" fmla="*/ 112681 h 428625"/>
                <a:gd name="connsiteX245" fmla="*/ 206883 w 352425"/>
                <a:gd name="connsiteY245" fmla="*/ 113252 h 428625"/>
                <a:gd name="connsiteX246" fmla="*/ 206121 w 352425"/>
                <a:gd name="connsiteY246" fmla="*/ 113728 h 428625"/>
                <a:gd name="connsiteX247" fmla="*/ 203645 w 352425"/>
                <a:gd name="connsiteY247" fmla="*/ 114109 h 428625"/>
                <a:gd name="connsiteX248" fmla="*/ 203073 w 352425"/>
                <a:gd name="connsiteY248" fmla="*/ 114490 h 428625"/>
                <a:gd name="connsiteX249" fmla="*/ 202692 w 352425"/>
                <a:gd name="connsiteY249" fmla="*/ 114967 h 428625"/>
                <a:gd name="connsiteX250" fmla="*/ 202692 w 352425"/>
                <a:gd name="connsiteY250" fmla="*/ 115824 h 428625"/>
                <a:gd name="connsiteX251" fmla="*/ 202692 w 352425"/>
                <a:gd name="connsiteY251" fmla="*/ 116491 h 428625"/>
                <a:gd name="connsiteX252" fmla="*/ 202978 w 352425"/>
                <a:gd name="connsiteY252" fmla="*/ 117062 h 428625"/>
                <a:gd name="connsiteX253" fmla="*/ 203264 w 352425"/>
                <a:gd name="connsiteY253" fmla="*/ 117729 h 428625"/>
                <a:gd name="connsiteX254" fmla="*/ 203454 w 352425"/>
                <a:gd name="connsiteY254" fmla="*/ 118300 h 428625"/>
                <a:gd name="connsiteX255" fmla="*/ 203264 w 352425"/>
                <a:gd name="connsiteY255" fmla="*/ 118872 h 428625"/>
                <a:gd name="connsiteX256" fmla="*/ 202978 w 352425"/>
                <a:gd name="connsiteY256" fmla="*/ 119348 h 428625"/>
                <a:gd name="connsiteX257" fmla="*/ 202025 w 352425"/>
                <a:gd name="connsiteY257" fmla="*/ 120586 h 428625"/>
                <a:gd name="connsiteX258" fmla="*/ 201168 w 352425"/>
                <a:gd name="connsiteY258" fmla="*/ 122111 h 428625"/>
                <a:gd name="connsiteX259" fmla="*/ 198882 w 352425"/>
                <a:gd name="connsiteY259" fmla="*/ 128588 h 428625"/>
                <a:gd name="connsiteX260" fmla="*/ 198215 w 352425"/>
                <a:gd name="connsiteY260" fmla="*/ 131064 h 428625"/>
                <a:gd name="connsiteX261" fmla="*/ 198120 w 352425"/>
                <a:gd name="connsiteY261" fmla="*/ 132302 h 428625"/>
                <a:gd name="connsiteX262" fmla="*/ 198311 w 352425"/>
                <a:gd name="connsiteY262" fmla="*/ 133540 h 428625"/>
                <a:gd name="connsiteX263" fmla="*/ 198596 w 352425"/>
                <a:gd name="connsiteY263" fmla="*/ 134588 h 428625"/>
                <a:gd name="connsiteX264" fmla="*/ 199073 w 352425"/>
                <a:gd name="connsiteY264" fmla="*/ 135922 h 428625"/>
                <a:gd name="connsiteX265" fmla="*/ 199358 w 352425"/>
                <a:gd name="connsiteY265" fmla="*/ 137065 h 428625"/>
                <a:gd name="connsiteX266" fmla="*/ 200025 w 352425"/>
                <a:gd name="connsiteY266" fmla="*/ 138208 h 428625"/>
                <a:gd name="connsiteX267" fmla="*/ 200787 w 352425"/>
                <a:gd name="connsiteY267" fmla="*/ 138970 h 428625"/>
                <a:gd name="connsiteX268" fmla="*/ 202978 w 352425"/>
                <a:gd name="connsiteY268" fmla="*/ 140303 h 428625"/>
                <a:gd name="connsiteX269" fmla="*/ 203835 w 352425"/>
                <a:gd name="connsiteY269" fmla="*/ 141256 h 428625"/>
                <a:gd name="connsiteX270" fmla="*/ 203740 w 352425"/>
                <a:gd name="connsiteY270" fmla="*/ 142494 h 428625"/>
                <a:gd name="connsiteX271" fmla="*/ 202406 w 352425"/>
                <a:gd name="connsiteY271" fmla="*/ 143827 h 428625"/>
                <a:gd name="connsiteX272" fmla="*/ 198977 w 352425"/>
                <a:gd name="connsiteY272" fmla="*/ 145637 h 428625"/>
                <a:gd name="connsiteX273" fmla="*/ 196310 w 352425"/>
                <a:gd name="connsiteY273" fmla="*/ 147638 h 428625"/>
                <a:gd name="connsiteX274" fmla="*/ 194691 w 352425"/>
                <a:gd name="connsiteY274" fmla="*/ 148590 h 428625"/>
                <a:gd name="connsiteX275" fmla="*/ 192215 w 352425"/>
                <a:gd name="connsiteY275" fmla="*/ 149161 h 428625"/>
                <a:gd name="connsiteX276" fmla="*/ 187452 w 352425"/>
                <a:gd name="connsiteY276" fmla="*/ 151352 h 428625"/>
                <a:gd name="connsiteX277" fmla="*/ 183737 w 352425"/>
                <a:gd name="connsiteY277" fmla="*/ 156400 h 428625"/>
                <a:gd name="connsiteX278" fmla="*/ 182785 w 352425"/>
                <a:gd name="connsiteY278" fmla="*/ 157163 h 428625"/>
                <a:gd name="connsiteX279" fmla="*/ 181356 w 352425"/>
                <a:gd name="connsiteY279" fmla="*/ 157639 h 428625"/>
                <a:gd name="connsiteX280" fmla="*/ 178118 w 352425"/>
                <a:gd name="connsiteY280" fmla="*/ 157448 h 428625"/>
                <a:gd name="connsiteX281" fmla="*/ 176689 w 352425"/>
                <a:gd name="connsiteY281" fmla="*/ 157924 h 428625"/>
                <a:gd name="connsiteX282" fmla="*/ 174308 w 352425"/>
                <a:gd name="connsiteY282" fmla="*/ 159258 h 428625"/>
                <a:gd name="connsiteX283" fmla="*/ 172688 w 352425"/>
                <a:gd name="connsiteY283" fmla="*/ 159829 h 428625"/>
                <a:gd name="connsiteX284" fmla="*/ 170783 w 352425"/>
                <a:gd name="connsiteY284" fmla="*/ 159829 h 428625"/>
                <a:gd name="connsiteX285" fmla="*/ 167069 w 352425"/>
                <a:gd name="connsiteY285" fmla="*/ 158496 h 428625"/>
                <a:gd name="connsiteX286" fmla="*/ 164592 w 352425"/>
                <a:gd name="connsiteY286" fmla="*/ 158401 h 428625"/>
                <a:gd name="connsiteX287" fmla="*/ 163354 w 352425"/>
                <a:gd name="connsiteY287" fmla="*/ 156877 h 428625"/>
                <a:gd name="connsiteX288" fmla="*/ 163068 w 352425"/>
                <a:gd name="connsiteY288" fmla="*/ 156400 h 428625"/>
                <a:gd name="connsiteX289" fmla="*/ 161354 w 352425"/>
                <a:gd name="connsiteY289" fmla="*/ 152114 h 428625"/>
                <a:gd name="connsiteX290" fmla="*/ 160592 w 352425"/>
                <a:gd name="connsiteY290" fmla="*/ 150971 h 428625"/>
                <a:gd name="connsiteX291" fmla="*/ 158020 w 352425"/>
                <a:gd name="connsiteY291" fmla="*/ 148876 h 428625"/>
                <a:gd name="connsiteX292" fmla="*/ 157067 w 352425"/>
                <a:gd name="connsiteY292" fmla="*/ 148304 h 428625"/>
                <a:gd name="connsiteX293" fmla="*/ 155353 w 352425"/>
                <a:gd name="connsiteY293" fmla="*/ 147828 h 428625"/>
                <a:gd name="connsiteX294" fmla="*/ 154305 w 352425"/>
                <a:gd name="connsiteY294" fmla="*/ 147638 h 428625"/>
                <a:gd name="connsiteX295" fmla="*/ 152972 w 352425"/>
                <a:gd name="connsiteY295" fmla="*/ 147542 h 428625"/>
                <a:gd name="connsiteX296" fmla="*/ 149924 w 352425"/>
                <a:gd name="connsiteY296" fmla="*/ 148495 h 428625"/>
                <a:gd name="connsiteX297" fmla="*/ 146304 w 352425"/>
                <a:gd name="connsiteY297" fmla="*/ 150304 h 428625"/>
                <a:gd name="connsiteX298" fmla="*/ 145447 w 352425"/>
                <a:gd name="connsiteY298" fmla="*/ 151257 h 428625"/>
                <a:gd name="connsiteX299" fmla="*/ 145066 w 352425"/>
                <a:gd name="connsiteY299" fmla="*/ 152400 h 428625"/>
                <a:gd name="connsiteX300" fmla="*/ 145256 w 352425"/>
                <a:gd name="connsiteY300" fmla="*/ 153543 h 428625"/>
                <a:gd name="connsiteX301" fmla="*/ 145161 w 352425"/>
                <a:gd name="connsiteY301" fmla="*/ 154591 h 428625"/>
                <a:gd name="connsiteX302" fmla="*/ 144304 w 352425"/>
                <a:gd name="connsiteY302" fmla="*/ 155448 h 428625"/>
                <a:gd name="connsiteX303" fmla="*/ 142875 w 352425"/>
                <a:gd name="connsiteY303" fmla="*/ 155734 h 428625"/>
                <a:gd name="connsiteX304" fmla="*/ 138875 w 352425"/>
                <a:gd name="connsiteY304" fmla="*/ 154972 h 428625"/>
                <a:gd name="connsiteX305" fmla="*/ 136398 w 352425"/>
                <a:gd name="connsiteY305" fmla="*/ 155257 h 428625"/>
                <a:gd name="connsiteX306" fmla="*/ 134303 w 352425"/>
                <a:gd name="connsiteY306" fmla="*/ 156019 h 428625"/>
                <a:gd name="connsiteX307" fmla="*/ 132017 w 352425"/>
                <a:gd name="connsiteY307" fmla="*/ 156305 h 428625"/>
                <a:gd name="connsiteX308" fmla="*/ 128683 w 352425"/>
                <a:gd name="connsiteY308" fmla="*/ 155734 h 428625"/>
                <a:gd name="connsiteX309" fmla="*/ 125540 w 352425"/>
                <a:gd name="connsiteY309" fmla="*/ 153734 h 428625"/>
                <a:gd name="connsiteX310" fmla="*/ 124587 w 352425"/>
                <a:gd name="connsiteY310" fmla="*/ 153352 h 428625"/>
                <a:gd name="connsiteX311" fmla="*/ 123539 w 352425"/>
                <a:gd name="connsiteY311" fmla="*/ 153448 h 428625"/>
                <a:gd name="connsiteX312" fmla="*/ 121349 w 352425"/>
                <a:gd name="connsiteY312" fmla="*/ 153257 h 428625"/>
                <a:gd name="connsiteX313" fmla="*/ 117443 w 352425"/>
                <a:gd name="connsiteY313" fmla="*/ 151543 h 428625"/>
                <a:gd name="connsiteX314" fmla="*/ 115538 w 352425"/>
                <a:gd name="connsiteY314" fmla="*/ 150590 h 428625"/>
                <a:gd name="connsiteX315" fmla="*/ 114491 w 352425"/>
                <a:gd name="connsiteY315" fmla="*/ 150400 h 428625"/>
                <a:gd name="connsiteX316" fmla="*/ 113729 w 352425"/>
                <a:gd name="connsiteY316" fmla="*/ 150781 h 428625"/>
                <a:gd name="connsiteX317" fmla="*/ 112109 w 352425"/>
                <a:gd name="connsiteY317" fmla="*/ 153543 h 428625"/>
                <a:gd name="connsiteX318" fmla="*/ 109442 w 352425"/>
                <a:gd name="connsiteY318" fmla="*/ 156781 h 428625"/>
                <a:gd name="connsiteX319" fmla="*/ 106680 w 352425"/>
                <a:gd name="connsiteY319" fmla="*/ 162020 h 428625"/>
                <a:gd name="connsiteX320" fmla="*/ 105823 w 352425"/>
                <a:gd name="connsiteY320" fmla="*/ 163259 h 428625"/>
                <a:gd name="connsiteX321" fmla="*/ 103156 w 352425"/>
                <a:gd name="connsiteY321" fmla="*/ 165544 h 428625"/>
                <a:gd name="connsiteX322" fmla="*/ 102203 w 352425"/>
                <a:gd name="connsiteY322" fmla="*/ 166688 h 428625"/>
                <a:gd name="connsiteX323" fmla="*/ 102013 w 352425"/>
                <a:gd name="connsiteY323" fmla="*/ 167640 h 428625"/>
                <a:gd name="connsiteX324" fmla="*/ 102108 w 352425"/>
                <a:gd name="connsiteY324" fmla="*/ 168783 h 428625"/>
                <a:gd name="connsiteX325" fmla="*/ 101918 w 352425"/>
                <a:gd name="connsiteY325" fmla="*/ 169831 h 428625"/>
                <a:gd name="connsiteX326" fmla="*/ 101060 w 352425"/>
                <a:gd name="connsiteY326" fmla="*/ 170117 h 428625"/>
                <a:gd name="connsiteX327" fmla="*/ 100394 w 352425"/>
                <a:gd name="connsiteY327" fmla="*/ 169831 h 428625"/>
                <a:gd name="connsiteX328" fmla="*/ 99441 w 352425"/>
                <a:gd name="connsiteY328" fmla="*/ 169926 h 428625"/>
                <a:gd name="connsiteX329" fmla="*/ 98298 w 352425"/>
                <a:gd name="connsiteY329" fmla="*/ 170783 h 428625"/>
                <a:gd name="connsiteX330" fmla="*/ 96583 w 352425"/>
                <a:gd name="connsiteY330" fmla="*/ 173736 h 428625"/>
                <a:gd name="connsiteX331" fmla="*/ 95822 w 352425"/>
                <a:gd name="connsiteY331" fmla="*/ 175355 h 428625"/>
                <a:gd name="connsiteX332" fmla="*/ 95822 w 352425"/>
                <a:gd name="connsiteY332" fmla="*/ 176689 h 428625"/>
                <a:gd name="connsiteX333" fmla="*/ 96203 w 352425"/>
                <a:gd name="connsiteY333" fmla="*/ 177546 h 428625"/>
                <a:gd name="connsiteX334" fmla="*/ 96869 w 352425"/>
                <a:gd name="connsiteY334" fmla="*/ 178498 h 428625"/>
                <a:gd name="connsiteX335" fmla="*/ 97346 w 352425"/>
                <a:gd name="connsiteY335" fmla="*/ 179642 h 428625"/>
                <a:gd name="connsiteX336" fmla="*/ 97155 w 352425"/>
                <a:gd name="connsiteY336" fmla="*/ 180784 h 428625"/>
                <a:gd name="connsiteX337" fmla="*/ 96393 w 352425"/>
                <a:gd name="connsiteY337" fmla="*/ 181546 h 428625"/>
                <a:gd name="connsiteX338" fmla="*/ 93250 w 352425"/>
                <a:gd name="connsiteY338" fmla="*/ 182213 h 428625"/>
                <a:gd name="connsiteX339" fmla="*/ 90964 w 352425"/>
                <a:gd name="connsiteY339" fmla="*/ 183547 h 428625"/>
                <a:gd name="connsiteX340" fmla="*/ 89440 w 352425"/>
                <a:gd name="connsiteY340" fmla="*/ 183261 h 428625"/>
                <a:gd name="connsiteX341" fmla="*/ 88678 w 352425"/>
                <a:gd name="connsiteY341" fmla="*/ 180213 h 428625"/>
                <a:gd name="connsiteX342" fmla="*/ 88487 w 352425"/>
                <a:gd name="connsiteY342" fmla="*/ 179451 h 428625"/>
                <a:gd name="connsiteX343" fmla="*/ 87821 w 352425"/>
                <a:gd name="connsiteY343" fmla="*/ 178022 h 428625"/>
                <a:gd name="connsiteX344" fmla="*/ 87630 w 352425"/>
                <a:gd name="connsiteY344" fmla="*/ 177546 h 428625"/>
                <a:gd name="connsiteX345" fmla="*/ 87630 w 352425"/>
                <a:gd name="connsiteY345" fmla="*/ 176879 h 428625"/>
                <a:gd name="connsiteX346" fmla="*/ 87440 w 352425"/>
                <a:gd name="connsiteY346" fmla="*/ 176213 h 428625"/>
                <a:gd name="connsiteX347" fmla="*/ 86963 w 352425"/>
                <a:gd name="connsiteY347" fmla="*/ 175355 h 428625"/>
                <a:gd name="connsiteX348" fmla="*/ 86201 w 352425"/>
                <a:gd name="connsiteY348" fmla="*/ 174403 h 428625"/>
                <a:gd name="connsiteX349" fmla="*/ 84773 w 352425"/>
                <a:gd name="connsiteY349" fmla="*/ 173069 h 428625"/>
                <a:gd name="connsiteX350" fmla="*/ 84296 w 352425"/>
                <a:gd name="connsiteY350" fmla="*/ 172307 h 428625"/>
                <a:gd name="connsiteX351" fmla="*/ 84201 w 352425"/>
                <a:gd name="connsiteY351" fmla="*/ 171831 h 428625"/>
                <a:gd name="connsiteX352" fmla="*/ 84582 w 352425"/>
                <a:gd name="connsiteY352" fmla="*/ 171164 h 428625"/>
                <a:gd name="connsiteX353" fmla="*/ 84677 w 352425"/>
                <a:gd name="connsiteY353" fmla="*/ 170783 h 428625"/>
                <a:gd name="connsiteX354" fmla="*/ 84677 w 352425"/>
                <a:gd name="connsiteY354" fmla="*/ 170307 h 428625"/>
                <a:gd name="connsiteX355" fmla="*/ 84582 w 352425"/>
                <a:gd name="connsiteY355" fmla="*/ 169831 h 428625"/>
                <a:gd name="connsiteX356" fmla="*/ 82487 w 352425"/>
                <a:gd name="connsiteY356" fmla="*/ 167640 h 428625"/>
                <a:gd name="connsiteX357" fmla="*/ 82201 w 352425"/>
                <a:gd name="connsiteY357" fmla="*/ 166973 h 428625"/>
                <a:gd name="connsiteX358" fmla="*/ 82201 w 352425"/>
                <a:gd name="connsiteY358" fmla="*/ 166497 h 428625"/>
                <a:gd name="connsiteX359" fmla="*/ 82391 w 352425"/>
                <a:gd name="connsiteY359" fmla="*/ 166211 h 428625"/>
                <a:gd name="connsiteX360" fmla="*/ 83058 w 352425"/>
                <a:gd name="connsiteY360" fmla="*/ 165925 h 428625"/>
                <a:gd name="connsiteX361" fmla="*/ 83534 w 352425"/>
                <a:gd name="connsiteY361" fmla="*/ 165735 h 428625"/>
                <a:gd name="connsiteX362" fmla="*/ 85344 w 352425"/>
                <a:gd name="connsiteY362" fmla="*/ 164782 h 428625"/>
                <a:gd name="connsiteX363" fmla="*/ 86011 w 352425"/>
                <a:gd name="connsiteY363" fmla="*/ 164211 h 428625"/>
                <a:gd name="connsiteX364" fmla="*/ 86201 w 352425"/>
                <a:gd name="connsiteY364" fmla="*/ 163925 h 428625"/>
                <a:gd name="connsiteX365" fmla="*/ 86297 w 352425"/>
                <a:gd name="connsiteY365" fmla="*/ 163449 h 428625"/>
                <a:gd name="connsiteX366" fmla="*/ 86201 w 352425"/>
                <a:gd name="connsiteY366" fmla="*/ 162496 h 428625"/>
                <a:gd name="connsiteX367" fmla="*/ 85916 w 352425"/>
                <a:gd name="connsiteY367" fmla="*/ 160401 h 428625"/>
                <a:gd name="connsiteX368" fmla="*/ 86011 w 352425"/>
                <a:gd name="connsiteY368" fmla="*/ 159448 h 428625"/>
                <a:gd name="connsiteX369" fmla="*/ 86106 w 352425"/>
                <a:gd name="connsiteY369" fmla="*/ 158972 h 428625"/>
                <a:gd name="connsiteX370" fmla="*/ 86297 w 352425"/>
                <a:gd name="connsiteY370" fmla="*/ 158686 h 428625"/>
                <a:gd name="connsiteX371" fmla="*/ 86582 w 352425"/>
                <a:gd name="connsiteY371" fmla="*/ 158591 h 428625"/>
                <a:gd name="connsiteX372" fmla="*/ 87058 w 352425"/>
                <a:gd name="connsiteY372" fmla="*/ 158686 h 428625"/>
                <a:gd name="connsiteX373" fmla="*/ 87535 w 352425"/>
                <a:gd name="connsiteY373" fmla="*/ 158782 h 428625"/>
                <a:gd name="connsiteX374" fmla="*/ 87916 w 352425"/>
                <a:gd name="connsiteY374" fmla="*/ 158782 h 428625"/>
                <a:gd name="connsiteX375" fmla="*/ 88583 w 352425"/>
                <a:gd name="connsiteY375" fmla="*/ 158782 h 428625"/>
                <a:gd name="connsiteX376" fmla="*/ 89154 w 352425"/>
                <a:gd name="connsiteY376" fmla="*/ 158782 h 428625"/>
                <a:gd name="connsiteX377" fmla="*/ 89535 w 352425"/>
                <a:gd name="connsiteY377" fmla="*/ 158591 h 428625"/>
                <a:gd name="connsiteX378" fmla="*/ 89821 w 352425"/>
                <a:gd name="connsiteY378" fmla="*/ 158496 h 428625"/>
                <a:gd name="connsiteX379" fmla="*/ 89821 w 352425"/>
                <a:gd name="connsiteY379" fmla="*/ 158020 h 428625"/>
                <a:gd name="connsiteX380" fmla="*/ 89535 w 352425"/>
                <a:gd name="connsiteY380" fmla="*/ 157353 h 428625"/>
                <a:gd name="connsiteX381" fmla="*/ 88964 w 352425"/>
                <a:gd name="connsiteY381" fmla="*/ 156210 h 428625"/>
                <a:gd name="connsiteX382" fmla="*/ 86868 w 352425"/>
                <a:gd name="connsiteY382" fmla="*/ 153352 h 428625"/>
                <a:gd name="connsiteX383" fmla="*/ 85820 w 352425"/>
                <a:gd name="connsiteY383" fmla="*/ 151638 h 428625"/>
                <a:gd name="connsiteX384" fmla="*/ 85439 w 352425"/>
                <a:gd name="connsiteY384" fmla="*/ 150686 h 428625"/>
                <a:gd name="connsiteX385" fmla="*/ 85154 w 352425"/>
                <a:gd name="connsiteY385" fmla="*/ 149733 h 428625"/>
                <a:gd name="connsiteX386" fmla="*/ 84963 w 352425"/>
                <a:gd name="connsiteY386" fmla="*/ 147923 h 428625"/>
                <a:gd name="connsiteX387" fmla="*/ 84582 w 352425"/>
                <a:gd name="connsiteY387" fmla="*/ 147256 h 428625"/>
                <a:gd name="connsiteX388" fmla="*/ 84011 w 352425"/>
                <a:gd name="connsiteY388" fmla="*/ 147066 h 428625"/>
                <a:gd name="connsiteX389" fmla="*/ 83058 w 352425"/>
                <a:gd name="connsiteY389" fmla="*/ 147256 h 428625"/>
                <a:gd name="connsiteX390" fmla="*/ 81439 w 352425"/>
                <a:gd name="connsiteY390" fmla="*/ 148019 h 428625"/>
                <a:gd name="connsiteX391" fmla="*/ 80772 w 352425"/>
                <a:gd name="connsiteY391" fmla="*/ 148399 h 428625"/>
                <a:gd name="connsiteX392" fmla="*/ 80486 w 352425"/>
                <a:gd name="connsiteY392" fmla="*/ 148876 h 428625"/>
                <a:gd name="connsiteX393" fmla="*/ 80201 w 352425"/>
                <a:gd name="connsiteY393" fmla="*/ 149352 h 428625"/>
                <a:gd name="connsiteX394" fmla="*/ 79820 w 352425"/>
                <a:gd name="connsiteY394" fmla="*/ 152114 h 428625"/>
                <a:gd name="connsiteX395" fmla="*/ 79629 w 352425"/>
                <a:gd name="connsiteY395" fmla="*/ 152495 h 428625"/>
                <a:gd name="connsiteX396" fmla="*/ 79343 w 352425"/>
                <a:gd name="connsiteY396" fmla="*/ 152590 h 428625"/>
                <a:gd name="connsiteX397" fmla="*/ 79058 w 352425"/>
                <a:gd name="connsiteY397" fmla="*/ 152495 h 428625"/>
                <a:gd name="connsiteX398" fmla="*/ 78486 w 352425"/>
                <a:gd name="connsiteY398" fmla="*/ 151924 h 428625"/>
                <a:gd name="connsiteX399" fmla="*/ 77819 w 352425"/>
                <a:gd name="connsiteY399" fmla="*/ 150876 h 428625"/>
                <a:gd name="connsiteX400" fmla="*/ 77153 w 352425"/>
                <a:gd name="connsiteY400" fmla="*/ 150209 h 428625"/>
                <a:gd name="connsiteX401" fmla="*/ 74486 w 352425"/>
                <a:gd name="connsiteY401" fmla="*/ 148780 h 428625"/>
                <a:gd name="connsiteX402" fmla="*/ 73914 w 352425"/>
                <a:gd name="connsiteY402" fmla="*/ 148019 h 428625"/>
                <a:gd name="connsiteX403" fmla="*/ 73628 w 352425"/>
                <a:gd name="connsiteY403" fmla="*/ 147161 h 428625"/>
                <a:gd name="connsiteX404" fmla="*/ 74009 w 352425"/>
                <a:gd name="connsiteY404" fmla="*/ 144875 h 428625"/>
                <a:gd name="connsiteX405" fmla="*/ 73914 w 352425"/>
                <a:gd name="connsiteY405" fmla="*/ 144209 h 428625"/>
                <a:gd name="connsiteX406" fmla="*/ 73724 w 352425"/>
                <a:gd name="connsiteY406" fmla="*/ 143732 h 428625"/>
                <a:gd name="connsiteX407" fmla="*/ 73152 w 352425"/>
                <a:gd name="connsiteY407" fmla="*/ 142684 h 428625"/>
                <a:gd name="connsiteX408" fmla="*/ 73057 w 352425"/>
                <a:gd name="connsiteY408" fmla="*/ 142399 h 428625"/>
                <a:gd name="connsiteX409" fmla="*/ 73057 w 352425"/>
                <a:gd name="connsiteY409" fmla="*/ 142018 h 428625"/>
                <a:gd name="connsiteX410" fmla="*/ 73343 w 352425"/>
                <a:gd name="connsiteY410" fmla="*/ 141827 h 428625"/>
                <a:gd name="connsiteX411" fmla="*/ 73724 w 352425"/>
                <a:gd name="connsiteY411" fmla="*/ 141446 h 428625"/>
                <a:gd name="connsiteX412" fmla="*/ 74105 w 352425"/>
                <a:gd name="connsiteY412" fmla="*/ 141065 h 428625"/>
                <a:gd name="connsiteX413" fmla="*/ 74390 w 352425"/>
                <a:gd name="connsiteY413" fmla="*/ 140303 h 428625"/>
                <a:gd name="connsiteX414" fmla="*/ 74581 w 352425"/>
                <a:gd name="connsiteY414" fmla="*/ 139255 h 428625"/>
                <a:gd name="connsiteX415" fmla="*/ 74676 w 352425"/>
                <a:gd name="connsiteY415" fmla="*/ 138017 h 428625"/>
                <a:gd name="connsiteX416" fmla="*/ 74581 w 352425"/>
                <a:gd name="connsiteY416" fmla="*/ 136969 h 428625"/>
                <a:gd name="connsiteX417" fmla="*/ 74486 w 352425"/>
                <a:gd name="connsiteY417" fmla="*/ 135922 h 428625"/>
                <a:gd name="connsiteX418" fmla="*/ 74105 w 352425"/>
                <a:gd name="connsiteY418" fmla="*/ 135160 h 428625"/>
                <a:gd name="connsiteX419" fmla="*/ 73343 w 352425"/>
                <a:gd name="connsiteY419" fmla="*/ 134684 h 428625"/>
                <a:gd name="connsiteX420" fmla="*/ 72200 w 352425"/>
                <a:gd name="connsiteY420" fmla="*/ 135065 h 428625"/>
                <a:gd name="connsiteX421" fmla="*/ 71723 w 352425"/>
                <a:gd name="connsiteY421" fmla="*/ 135731 h 428625"/>
                <a:gd name="connsiteX422" fmla="*/ 71533 w 352425"/>
                <a:gd name="connsiteY422" fmla="*/ 136588 h 428625"/>
                <a:gd name="connsiteX423" fmla="*/ 71533 w 352425"/>
                <a:gd name="connsiteY423" fmla="*/ 137350 h 428625"/>
                <a:gd name="connsiteX424" fmla="*/ 71342 w 352425"/>
                <a:gd name="connsiteY424" fmla="*/ 138208 h 428625"/>
                <a:gd name="connsiteX425" fmla="*/ 71152 w 352425"/>
                <a:gd name="connsiteY425" fmla="*/ 138874 h 428625"/>
                <a:gd name="connsiteX426" fmla="*/ 70771 w 352425"/>
                <a:gd name="connsiteY426" fmla="*/ 139541 h 428625"/>
                <a:gd name="connsiteX427" fmla="*/ 70199 w 352425"/>
                <a:gd name="connsiteY427" fmla="*/ 139922 h 428625"/>
                <a:gd name="connsiteX428" fmla="*/ 69247 w 352425"/>
                <a:gd name="connsiteY428" fmla="*/ 140208 h 428625"/>
                <a:gd name="connsiteX429" fmla="*/ 67818 w 352425"/>
                <a:gd name="connsiteY429" fmla="*/ 140494 h 428625"/>
                <a:gd name="connsiteX430" fmla="*/ 64580 w 352425"/>
                <a:gd name="connsiteY430" fmla="*/ 141542 h 428625"/>
                <a:gd name="connsiteX431" fmla="*/ 62865 w 352425"/>
                <a:gd name="connsiteY431" fmla="*/ 141922 h 428625"/>
                <a:gd name="connsiteX432" fmla="*/ 61817 w 352425"/>
                <a:gd name="connsiteY432" fmla="*/ 141922 h 428625"/>
                <a:gd name="connsiteX433" fmla="*/ 60579 w 352425"/>
                <a:gd name="connsiteY433" fmla="*/ 141161 h 428625"/>
                <a:gd name="connsiteX434" fmla="*/ 60008 w 352425"/>
                <a:gd name="connsiteY434" fmla="*/ 140589 h 428625"/>
                <a:gd name="connsiteX435" fmla="*/ 59436 w 352425"/>
                <a:gd name="connsiteY435" fmla="*/ 139922 h 428625"/>
                <a:gd name="connsiteX436" fmla="*/ 58769 w 352425"/>
                <a:gd name="connsiteY436" fmla="*/ 139351 h 428625"/>
                <a:gd name="connsiteX437" fmla="*/ 56102 w 352425"/>
                <a:gd name="connsiteY437" fmla="*/ 137636 h 428625"/>
                <a:gd name="connsiteX438" fmla="*/ 55531 w 352425"/>
                <a:gd name="connsiteY438" fmla="*/ 137065 h 428625"/>
                <a:gd name="connsiteX439" fmla="*/ 55150 w 352425"/>
                <a:gd name="connsiteY439" fmla="*/ 136303 h 428625"/>
                <a:gd name="connsiteX440" fmla="*/ 54864 w 352425"/>
                <a:gd name="connsiteY440" fmla="*/ 135445 h 428625"/>
                <a:gd name="connsiteX441" fmla="*/ 54578 w 352425"/>
                <a:gd name="connsiteY441" fmla="*/ 133921 h 428625"/>
                <a:gd name="connsiteX442" fmla="*/ 54388 w 352425"/>
                <a:gd name="connsiteY442" fmla="*/ 133445 h 428625"/>
                <a:gd name="connsiteX443" fmla="*/ 54007 w 352425"/>
                <a:gd name="connsiteY443" fmla="*/ 132874 h 428625"/>
                <a:gd name="connsiteX444" fmla="*/ 52959 w 352425"/>
                <a:gd name="connsiteY444" fmla="*/ 131921 h 428625"/>
                <a:gd name="connsiteX445" fmla="*/ 52292 w 352425"/>
                <a:gd name="connsiteY445" fmla="*/ 131540 h 428625"/>
                <a:gd name="connsiteX446" fmla="*/ 51149 w 352425"/>
                <a:gd name="connsiteY446" fmla="*/ 131064 h 428625"/>
                <a:gd name="connsiteX447" fmla="*/ 45339 w 352425"/>
                <a:gd name="connsiteY447" fmla="*/ 130016 h 428625"/>
                <a:gd name="connsiteX448" fmla="*/ 44006 w 352425"/>
                <a:gd name="connsiteY448" fmla="*/ 129635 h 428625"/>
                <a:gd name="connsiteX449" fmla="*/ 43529 w 352425"/>
                <a:gd name="connsiteY449" fmla="*/ 129254 h 428625"/>
                <a:gd name="connsiteX450" fmla="*/ 43053 w 352425"/>
                <a:gd name="connsiteY450" fmla="*/ 128588 h 428625"/>
                <a:gd name="connsiteX451" fmla="*/ 42386 w 352425"/>
                <a:gd name="connsiteY451" fmla="*/ 127540 h 428625"/>
                <a:gd name="connsiteX452" fmla="*/ 41910 w 352425"/>
                <a:gd name="connsiteY452" fmla="*/ 127063 h 428625"/>
                <a:gd name="connsiteX453" fmla="*/ 41148 w 352425"/>
                <a:gd name="connsiteY453" fmla="*/ 126873 h 428625"/>
                <a:gd name="connsiteX454" fmla="*/ 40005 w 352425"/>
                <a:gd name="connsiteY454" fmla="*/ 126968 h 428625"/>
                <a:gd name="connsiteX455" fmla="*/ 35433 w 352425"/>
                <a:gd name="connsiteY455" fmla="*/ 128397 h 428625"/>
                <a:gd name="connsiteX456" fmla="*/ 32956 w 352425"/>
                <a:gd name="connsiteY456" fmla="*/ 128683 h 428625"/>
                <a:gd name="connsiteX457" fmla="*/ 30766 w 352425"/>
                <a:gd name="connsiteY457" fmla="*/ 128683 h 428625"/>
                <a:gd name="connsiteX458" fmla="*/ 29908 w 352425"/>
                <a:gd name="connsiteY458" fmla="*/ 128873 h 428625"/>
                <a:gd name="connsiteX459" fmla="*/ 28956 w 352425"/>
                <a:gd name="connsiteY459" fmla="*/ 129254 h 428625"/>
                <a:gd name="connsiteX460" fmla="*/ 25146 w 352425"/>
                <a:gd name="connsiteY460" fmla="*/ 131921 h 428625"/>
                <a:gd name="connsiteX461" fmla="*/ 24479 w 352425"/>
                <a:gd name="connsiteY461" fmla="*/ 132588 h 428625"/>
                <a:gd name="connsiteX462" fmla="*/ 23908 w 352425"/>
                <a:gd name="connsiteY462" fmla="*/ 133350 h 428625"/>
                <a:gd name="connsiteX463" fmla="*/ 23051 w 352425"/>
                <a:gd name="connsiteY463" fmla="*/ 135160 h 428625"/>
                <a:gd name="connsiteX464" fmla="*/ 22479 w 352425"/>
                <a:gd name="connsiteY464" fmla="*/ 136112 h 428625"/>
                <a:gd name="connsiteX465" fmla="*/ 22003 w 352425"/>
                <a:gd name="connsiteY465" fmla="*/ 136493 h 428625"/>
                <a:gd name="connsiteX466" fmla="*/ 19907 w 352425"/>
                <a:gd name="connsiteY466" fmla="*/ 136398 h 428625"/>
                <a:gd name="connsiteX467" fmla="*/ 13621 w 352425"/>
                <a:gd name="connsiteY467" fmla="*/ 133826 h 428625"/>
                <a:gd name="connsiteX468" fmla="*/ 6572 w 352425"/>
                <a:gd name="connsiteY468" fmla="*/ 132017 h 428625"/>
                <a:gd name="connsiteX469" fmla="*/ 6287 w 352425"/>
                <a:gd name="connsiteY469" fmla="*/ 136303 h 428625"/>
                <a:gd name="connsiteX470" fmla="*/ 6763 w 352425"/>
                <a:gd name="connsiteY470" fmla="*/ 137065 h 428625"/>
                <a:gd name="connsiteX471" fmla="*/ 7715 w 352425"/>
                <a:gd name="connsiteY471" fmla="*/ 138113 h 428625"/>
                <a:gd name="connsiteX472" fmla="*/ 8668 w 352425"/>
                <a:gd name="connsiteY472" fmla="*/ 138779 h 428625"/>
                <a:gd name="connsiteX473" fmla="*/ 9811 w 352425"/>
                <a:gd name="connsiteY473" fmla="*/ 139922 h 428625"/>
                <a:gd name="connsiteX474" fmla="*/ 10287 w 352425"/>
                <a:gd name="connsiteY474" fmla="*/ 141161 h 428625"/>
                <a:gd name="connsiteX475" fmla="*/ 10382 w 352425"/>
                <a:gd name="connsiteY475" fmla="*/ 142399 h 428625"/>
                <a:gd name="connsiteX476" fmla="*/ 10097 w 352425"/>
                <a:gd name="connsiteY476" fmla="*/ 143542 h 428625"/>
                <a:gd name="connsiteX477" fmla="*/ 9430 w 352425"/>
                <a:gd name="connsiteY477" fmla="*/ 144590 h 428625"/>
                <a:gd name="connsiteX478" fmla="*/ 8668 w 352425"/>
                <a:gd name="connsiteY478" fmla="*/ 145447 h 428625"/>
                <a:gd name="connsiteX479" fmla="*/ 7525 w 352425"/>
                <a:gd name="connsiteY479" fmla="*/ 146209 h 428625"/>
                <a:gd name="connsiteX480" fmla="*/ 4001 w 352425"/>
                <a:gd name="connsiteY480" fmla="*/ 147828 h 428625"/>
                <a:gd name="connsiteX481" fmla="*/ 2953 w 352425"/>
                <a:gd name="connsiteY481" fmla="*/ 148114 h 428625"/>
                <a:gd name="connsiteX482" fmla="*/ 2572 w 352425"/>
                <a:gd name="connsiteY482" fmla="*/ 148495 h 428625"/>
                <a:gd name="connsiteX483" fmla="*/ 1905 w 352425"/>
                <a:gd name="connsiteY483" fmla="*/ 149447 h 428625"/>
                <a:gd name="connsiteX484" fmla="*/ 762 w 352425"/>
                <a:gd name="connsiteY484" fmla="*/ 151828 h 428625"/>
                <a:gd name="connsiteX485" fmla="*/ 191 w 352425"/>
                <a:gd name="connsiteY485" fmla="*/ 154019 h 428625"/>
                <a:gd name="connsiteX486" fmla="*/ 0 w 352425"/>
                <a:gd name="connsiteY486" fmla="*/ 156591 h 428625"/>
                <a:gd name="connsiteX487" fmla="*/ 191 w 352425"/>
                <a:gd name="connsiteY487" fmla="*/ 158020 h 428625"/>
                <a:gd name="connsiteX488" fmla="*/ 953 w 352425"/>
                <a:gd name="connsiteY488" fmla="*/ 159067 h 428625"/>
                <a:gd name="connsiteX489" fmla="*/ 2096 w 352425"/>
                <a:gd name="connsiteY489" fmla="*/ 159639 h 428625"/>
                <a:gd name="connsiteX490" fmla="*/ 3334 w 352425"/>
                <a:gd name="connsiteY490" fmla="*/ 160020 h 428625"/>
                <a:gd name="connsiteX491" fmla="*/ 4477 w 352425"/>
                <a:gd name="connsiteY491" fmla="*/ 160115 h 428625"/>
                <a:gd name="connsiteX492" fmla="*/ 5334 w 352425"/>
                <a:gd name="connsiteY492" fmla="*/ 160020 h 428625"/>
                <a:gd name="connsiteX493" fmla="*/ 6382 w 352425"/>
                <a:gd name="connsiteY493" fmla="*/ 159734 h 428625"/>
                <a:gd name="connsiteX494" fmla="*/ 7334 w 352425"/>
                <a:gd name="connsiteY494" fmla="*/ 159258 h 428625"/>
                <a:gd name="connsiteX495" fmla="*/ 8573 w 352425"/>
                <a:gd name="connsiteY495" fmla="*/ 158210 h 428625"/>
                <a:gd name="connsiteX496" fmla="*/ 9335 w 352425"/>
                <a:gd name="connsiteY496" fmla="*/ 157734 h 428625"/>
                <a:gd name="connsiteX497" fmla="*/ 10192 w 352425"/>
                <a:gd name="connsiteY497" fmla="*/ 157544 h 428625"/>
                <a:gd name="connsiteX498" fmla="*/ 11621 w 352425"/>
                <a:gd name="connsiteY498" fmla="*/ 157544 h 428625"/>
                <a:gd name="connsiteX499" fmla="*/ 12192 w 352425"/>
                <a:gd name="connsiteY499" fmla="*/ 157448 h 428625"/>
                <a:gd name="connsiteX500" fmla="*/ 12573 w 352425"/>
                <a:gd name="connsiteY500" fmla="*/ 157258 h 428625"/>
                <a:gd name="connsiteX501" fmla="*/ 13335 w 352425"/>
                <a:gd name="connsiteY501" fmla="*/ 156305 h 428625"/>
                <a:gd name="connsiteX502" fmla="*/ 13811 w 352425"/>
                <a:gd name="connsiteY502" fmla="*/ 155829 h 428625"/>
                <a:gd name="connsiteX503" fmla="*/ 14383 w 352425"/>
                <a:gd name="connsiteY503" fmla="*/ 155638 h 428625"/>
                <a:gd name="connsiteX504" fmla="*/ 15240 w 352425"/>
                <a:gd name="connsiteY504" fmla="*/ 155734 h 428625"/>
                <a:gd name="connsiteX505" fmla="*/ 15907 w 352425"/>
                <a:gd name="connsiteY505" fmla="*/ 156305 h 428625"/>
                <a:gd name="connsiteX506" fmla="*/ 16764 w 352425"/>
                <a:gd name="connsiteY506" fmla="*/ 157639 h 428625"/>
                <a:gd name="connsiteX507" fmla="*/ 16859 w 352425"/>
                <a:gd name="connsiteY507" fmla="*/ 159353 h 428625"/>
                <a:gd name="connsiteX508" fmla="*/ 16478 w 352425"/>
                <a:gd name="connsiteY508" fmla="*/ 161449 h 428625"/>
                <a:gd name="connsiteX509" fmla="*/ 14859 w 352425"/>
                <a:gd name="connsiteY509" fmla="*/ 166116 h 428625"/>
                <a:gd name="connsiteX510" fmla="*/ 14288 w 352425"/>
                <a:gd name="connsiteY510" fmla="*/ 168307 h 428625"/>
                <a:gd name="connsiteX511" fmla="*/ 13240 w 352425"/>
                <a:gd name="connsiteY511" fmla="*/ 179546 h 428625"/>
                <a:gd name="connsiteX512" fmla="*/ 13716 w 352425"/>
                <a:gd name="connsiteY512" fmla="*/ 181832 h 428625"/>
                <a:gd name="connsiteX513" fmla="*/ 14478 w 352425"/>
                <a:gd name="connsiteY513" fmla="*/ 183356 h 428625"/>
                <a:gd name="connsiteX514" fmla="*/ 16478 w 352425"/>
                <a:gd name="connsiteY514" fmla="*/ 185642 h 428625"/>
                <a:gd name="connsiteX515" fmla="*/ 17526 w 352425"/>
                <a:gd name="connsiteY515" fmla="*/ 187357 h 428625"/>
                <a:gd name="connsiteX516" fmla="*/ 17812 w 352425"/>
                <a:gd name="connsiteY516" fmla="*/ 188786 h 428625"/>
                <a:gd name="connsiteX517" fmla="*/ 17335 w 352425"/>
                <a:gd name="connsiteY517" fmla="*/ 193072 h 428625"/>
                <a:gd name="connsiteX518" fmla="*/ 16955 w 352425"/>
                <a:gd name="connsiteY518" fmla="*/ 194405 h 428625"/>
                <a:gd name="connsiteX519" fmla="*/ 16383 w 352425"/>
                <a:gd name="connsiteY519" fmla="*/ 195358 h 428625"/>
                <a:gd name="connsiteX520" fmla="*/ 15621 w 352425"/>
                <a:gd name="connsiteY520" fmla="*/ 195739 h 428625"/>
                <a:gd name="connsiteX521" fmla="*/ 14669 w 352425"/>
                <a:gd name="connsiteY521" fmla="*/ 195929 h 428625"/>
                <a:gd name="connsiteX522" fmla="*/ 11335 w 352425"/>
                <a:gd name="connsiteY522" fmla="*/ 195739 h 428625"/>
                <a:gd name="connsiteX523" fmla="*/ 10478 w 352425"/>
                <a:gd name="connsiteY523" fmla="*/ 196024 h 428625"/>
                <a:gd name="connsiteX524" fmla="*/ 9525 w 352425"/>
                <a:gd name="connsiteY524" fmla="*/ 196691 h 428625"/>
                <a:gd name="connsiteX525" fmla="*/ 8954 w 352425"/>
                <a:gd name="connsiteY525" fmla="*/ 198215 h 428625"/>
                <a:gd name="connsiteX526" fmla="*/ 8954 w 352425"/>
                <a:gd name="connsiteY526" fmla="*/ 199263 h 428625"/>
                <a:gd name="connsiteX527" fmla="*/ 9144 w 352425"/>
                <a:gd name="connsiteY527" fmla="*/ 200025 h 428625"/>
                <a:gd name="connsiteX528" fmla="*/ 9716 w 352425"/>
                <a:gd name="connsiteY528" fmla="*/ 200596 h 428625"/>
                <a:gd name="connsiteX529" fmla="*/ 11049 w 352425"/>
                <a:gd name="connsiteY529" fmla="*/ 202597 h 428625"/>
                <a:gd name="connsiteX530" fmla="*/ 11811 w 352425"/>
                <a:gd name="connsiteY530" fmla="*/ 204311 h 428625"/>
                <a:gd name="connsiteX531" fmla="*/ 12287 w 352425"/>
                <a:gd name="connsiteY531" fmla="*/ 205359 h 428625"/>
                <a:gd name="connsiteX532" fmla="*/ 14097 w 352425"/>
                <a:gd name="connsiteY532" fmla="*/ 207645 h 428625"/>
                <a:gd name="connsiteX533" fmla="*/ 14954 w 352425"/>
                <a:gd name="connsiteY533" fmla="*/ 209074 h 428625"/>
                <a:gd name="connsiteX534" fmla="*/ 16097 w 352425"/>
                <a:gd name="connsiteY534" fmla="*/ 211741 h 428625"/>
                <a:gd name="connsiteX535" fmla="*/ 16764 w 352425"/>
                <a:gd name="connsiteY535" fmla="*/ 212884 h 428625"/>
                <a:gd name="connsiteX536" fmla="*/ 17621 w 352425"/>
                <a:gd name="connsiteY536" fmla="*/ 213646 h 428625"/>
                <a:gd name="connsiteX537" fmla="*/ 18764 w 352425"/>
                <a:gd name="connsiteY537" fmla="*/ 213836 h 428625"/>
                <a:gd name="connsiteX538" fmla="*/ 19812 w 352425"/>
                <a:gd name="connsiteY538" fmla="*/ 213836 h 428625"/>
                <a:gd name="connsiteX539" fmla="*/ 20383 w 352425"/>
                <a:gd name="connsiteY539" fmla="*/ 213455 h 428625"/>
                <a:gd name="connsiteX540" fmla="*/ 20765 w 352425"/>
                <a:gd name="connsiteY540" fmla="*/ 212788 h 428625"/>
                <a:gd name="connsiteX541" fmla="*/ 21146 w 352425"/>
                <a:gd name="connsiteY541" fmla="*/ 211074 h 428625"/>
                <a:gd name="connsiteX542" fmla="*/ 21336 w 352425"/>
                <a:gd name="connsiteY542" fmla="*/ 210217 h 428625"/>
                <a:gd name="connsiteX543" fmla="*/ 21812 w 352425"/>
                <a:gd name="connsiteY543" fmla="*/ 209550 h 428625"/>
                <a:gd name="connsiteX544" fmla="*/ 22670 w 352425"/>
                <a:gd name="connsiteY544" fmla="*/ 209264 h 428625"/>
                <a:gd name="connsiteX545" fmla="*/ 23336 w 352425"/>
                <a:gd name="connsiteY545" fmla="*/ 209074 h 428625"/>
                <a:gd name="connsiteX546" fmla="*/ 24860 w 352425"/>
                <a:gd name="connsiteY546" fmla="*/ 209074 h 428625"/>
                <a:gd name="connsiteX547" fmla="*/ 28194 w 352425"/>
                <a:gd name="connsiteY547" fmla="*/ 208597 h 428625"/>
                <a:gd name="connsiteX548" fmla="*/ 28766 w 352425"/>
                <a:gd name="connsiteY548" fmla="*/ 208502 h 428625"/>
                <a:gd name="connsiteX549" fmla="*/ 32671 w 352425"/>
                <a:gd name="connsiteY549" fmla="*/ 209359 h 428625"/>
                <a:gd name="connsiteX550" fmla="*/ 34481 w 352425"/>
                <a:gd name="connsiteY550" fmla="*/ 209455 h 428625"/>
                <a:gd name="connsiteX551" fmla="*/ 35433 w 352425"/>
                <a:gd name="connsiteY551" fmla="*/ 209169 h 428625"/>
                <a:gd name="connsiteX552" fmla="*/ 36576 w 352425"/>
                <a:gd name="connsiteY552" fmla="*/ 208407 h 428625"/>
                <a:gd name="connsiteX553" fmla="*/ 37624 w 352425"/>
                <a:gd name="connsiteY553" fmla="*/ 207169 h 428625"/>
                <a:gd name="connsiteX554" fmla="*/ 39053 w 352425"/>
                <a:gd name="connsiteY554" fmla="*/ 205835 h 428625"/>
                <a:gd name="connsiteX555" fmla="*/ 40291 w 352425"/>
                <a:gd name="connsiteY555" fmla="*/ 204978 h 428625"/>
                <a:gd name="connsiteX556" fmla="*/ 41720 w 352425"/>
                <a:gd name="connsiteY556" fmla="*/ 204311 h 428625"/>
                <a:gd name="connsiteX557" fmla="*/ 42863 w 352425"/>
                <a:gd name="connsiteY557" fmla="*/ 204216 h 428625"/>
                <a:gd name="connsiteX558" fmla="*/ 44006 w 352425"/>
                <a:gd name="connsiteY558" fmla="*/ 204406 h 428625"/>
                <a:gd name="connsiteX559" fmla="*/ 45815 w 352425"/>
                <a:gd name="connsiteY559" fmla="*/ 205549 h 428625"/>
                <a:gd name="connsiteX560" fmla="*/ 46768 w 352425"/>
                <a:gd name="connsiteY560" fmla="*/ 205930 h 428625"/>
                <a:gd name="connsiteX561" fmla="*/ 49054 w 352425"/>
                <a:gd name="connsiteY561" fmla="*/ 206407 h 428625"/>
                <a:gd name="connsiteX562" fmla="*/ 50578 w 352425"/>
                <a:gd name="connsiteY562" fmla="*/ 206978 h 428625"/>
                <a:gd name="connsiteX563" fmla="*/ 51626 w 352425"/>
                <a:gd name="connsiteY563" fmla="*/ 207550 h 428625"/>
                <a:gd name="connsiteX564" fmla="*/ 53721 w 352425"/>
                <a:gd name="connsiteY564" fmla="*/ 209264 h 428625"/>
                <a:gd name="connsiteX565" fmla="*/ 54388 w 352425"/>
                <a:gd name="connsiteY565" fmla="*/ 210121 h 428625"/>
                <a:gd name="connsiteX566" fmla="*/ 54674 w 352425"/>
                <a:gd name="connsiteY566" fmla="*/ 210979 h 428625"/>
                <a:gd name="connsiteX567" fmla="*/ 54864 w 352425"/>
                <a:gd name="connsiteY567" fmla="*/ 212026 h 428625"/>
                <a:gd name="connsiteX568" fmla="*/ 55912 w 352425"/>
                <a:gd name="connsiteY568" fmla="*/ 215074 h 428625"/>
                <a:gd name="connsiteX569" fmla="*/ 57245 w 352425"/>
                <a:gd name="connsiteY569" fmla="*/ 217932 h 428625"/>
                <a:gd name="connsiteX570" fmla="*/ 58007 w 352425"/>
                <a:gd name="connsiteY570" fmla="*/ 219170 h 428625"/>
                <a:gd name="connsiteX571" fmla="*/ 58865 w 352425"/>
                <a:gd name="connsiteY571" fmla="*/ 220027 h 428625"/>
                <a:gd name="connsiteX572" fmla="*/ 59531 w 352425"/>
                <a:gd name="connsiteY572" fmla="*/ 220313 h 428625"/>
                <a:gd name="connsiteX573" fmla="*/ 60674 w 352425"/>
                <a:gd name="connsiteY573" fmla="*/ 220599 h 428625"/>
                <a:gd name="connsiteX574" fmla="*/ 61531 w 352425"/>
                <a:gd name="connsiteY574" fmla="*/ 220694 h 428625"/>
                <a:gd name="connsiteX575" fmla="*/ 62103 w 352425"/>
                <a:gd name="connsiteY575" fmla="*/ 220599 h 428625"/>
                <a:gd name="connsiteX576" fmla="*/ 64389 w 352425"/>
                <a:gd name="connsiteY576" fmla="*/ 219265 h 428625"/>
                <a:gd name="connsiteX577" fmla="*/ 65723 w 352425"/>
                <a:gd name="connsiteY577" fmla="*/ 219170 h 428625"/>
                <a:gd name="connsiteX578" fmla="*/ 67151 w 352425"/>
                <a:gd name="connsiteY578" fmla="*/ 219837 h 428625"/>
                <a:gd name="connsiteX579" fmla="*/ 68008 w 352425"/>
                <a:gd name="connsiteY579" fmla="*/ 220790 h 428625"/>
                <a:gd name="connsiteX580" fmla="*/ 68675 w 352425"/>
                <a:gd name="connsiteY580" fmla="*/ 222123 h 428625"/>
                <a:gd name="connsiteX581" fmla="*/ 69818 w 352425"/>
                <a:gd name="connsiteY581" fmla="*/ 224980 h 428625"/>
                <a:gd name="connsiteX582" fmla="*/ 70580 w 352425"/>
                <a:gd name="connsiteY582" fmla="*/ 225838 h 428625"/>
                <a:gd name="connsiteX583" fmla="*/ 71533 w 352425"/>
                <a:gd name="connsiteY583" fmla="*/ 226409 h 428625"/>
                <a:gd name="connsiteX584" fmla="*/ 72581 w 352425"/>
                <a:gd name="connsiteY584" fmla="*/ 226504 h 428625"/>
                <a:gd name="connsiteX585" fmla="*/ 73724 w 352425"/>
                <a:gd name="connsiteY585" fmla="*/ 226314 h 428625"/>
                <a:gd name="connsiteX586" fmla="*/ 74581 w 352425"/>
                <a:gd name="connsiteY586" fmla="*/ 226123 h 428625"/>
                <a:gd name="connsiteX587" fmla="*/ 76295 w 352425"/>
                <a:gd name="connsiteY587" fmla="*/ 225076 h 428625"/>
                <a:gd name="connsiteX588" fmla="*/ 77343 w 352425"/>
                <a:gd name="connsiteY588" fmla="*/ 224599 h 428625"/>
                <a:gd name="connsiteX589" fmla="*/ 79629 w 352425"/>
                <a:gd name="connsiteY589" fmla="*/ 224219 h 428625"/>
                <a:gd name="connsiteX590" fmla="*/ 80677 w 352425"/>
                <a:gd name="connsiteY590" fmla="*/ 223456 h 428625"/>
                <a:gd name="connsiteX591" fmla="*/ 82391 w 352425"/>
                <a:gd name="connsiteY591" fmla="*/ 221647 h 428625"/>
                <a:gd name="connsiteX592" fmla="*/ 83249 w 352425"/>
                <a:gd name="connsiteY592" fmla="*/ 221456 h 428625"/>
                <a:gd name="connsiteX593" fmla="*/ 84201 w 352425"/>
                <a:gd name="connsiteY593" fmla="*/ 221932 h 428625"/>
                <a:gd name="connsiteX594" fmla="*/ 85154 w 352425"/>
                <a:gd name="connsiteY594" fmla="*/ 222694 h 428625"/>
                <a:gd name="connsiteX595" fmla="*/ 87058 w 352425"/>
                <a:gd name="connsiteY595" fmla="*/ 224123 h 428625"/>
                <a:gd name="connsiteX596" fmla="*/ 88678 w 352425"/>
                <a:gd name="connsiteY596" fmla="*/ 224123 h 428625"/>
                <a:gd name="connsiteX597" fmla="*/ 91154 w 352425"/>
                <a:gd name="connsiteY597" fmla="*/ 223742 h 428625"/>
                <a:gd name="connsiteX598" fmla="*/ 92488 w 352425"/>
                <a:gd name="connsiteY598" fmla="*/ 223171 h 428625"/>
                <a:gd name="connsiteX599" fmla="*/ 93250 w 352425"/>
                <a:gd name="connsiteY599" fmla="*/ 222694 h 428625"/>
                <a:gd name="connsiteX600" fmla="*/ 93440 w 352425"/>
                <a:gd name="connsiteY600" fmla="*/ 222028 h 428625"/>
                <a:gd name="connsiteX601" fmla="*/ 93536 w 352425"/>
                <a:gd name="connsiteY601" fmla="*/ 221361 h 428625"/>
                <a:gd name="connsiteX602" fmla="*/ 93821 w 352425"/>
                <a:gd name="connsiteY602" fmla="*/ 220790 h 428625"/>
                <a:gd name="connsiteX603" fmla="*/ 94298 w 352425"/>
                <a:gd name="connsiteY603" fmla="*/ 220313 h 428625"/>
                <a:gd name="connsiteX604" fmla="*/ 98489 w 352425"/>
                <a:gd name="connsiteY604" fmla="*/ 218122 h 428625"/>
                <a:gd name="connsiteX605" fmla="*/ 99536 w 352425"/>
                <a:gd name="connsiteY605" fmla="*/ 218027 h 428625"/>
                <a:gd name="connsiteX606" fmla="*/ 100203 w 352425"/>
                <a:gd name="connsiteY606" fmla="*/ 218408 h 428625"/>
                <a:gd name="connsiteX607" fmla="*/ 100489 w 352425"/>
                <a:gd name="connsiteY607" fmla="*/ 219265 h 428625"/>
                <a:gd name="connsiteX608" fmla="*/ 100489 w 352425"/>
                <a:gd name="connsiteY608" fmla="*/ 220218 h 428625"/>
                <a:gd name="connsiteX609" fmla="*/ 99727 w 352425"/>
                <a:gd name="connsiteY609" fmla="*/ 223171 h 428625"/>
                <a:gd name="connsiteX610" fmla="*/ 99631 w 352425"/>
                <a:gd name="connsiteY610" fmla="*/ 224028 h 428625"/>
                <a:gd name="connsiteX611" fmla="*/ 99822 w 352425"/>
                <a:gd name="connsiteY611" fmla="*/ 225076 h 428625"/>
                <a:gd name="connsiteX612" fmla="*/ 100298 w 352425"/>
                <a:gd name="connsiteY612" fmla="*/ 225933 h 428625"/>
                <a:gd name="connsiteX613" fmla="*/ 101346 w 352425"/>
                <a:gd name="connsiteY613" fmla="*/ 226600 h 428625"/>
                <a:gd name="connsiteX614" fmla="*/ 101918 w 352425"/>
                <a:gd name="connsiteY614" fmla="*/ 226600 h 428625"/>
                <a:gd name="connsiteX615" fmla="*/ 102584 w 352425"/>
                <a:gd name="connsiteY615" fmla="*/ 226028 h 428625"/>
                <a:gd name="connsiteX616" fmla="*/ 103346 w 352425"/>
                <a:gd name="connsiteY616" fmla="*/ 225171 h 428625"/>
                <a:gd name="connsiteX617" fmla="*/ 104394 w 352425"/>
                <a:gd name="connsiteY617" fmla="*/ 224314 h 428625"/>
                <a:gd name="connsiteX618" fmla="*/ 106299 w 352425"/>
                <a:gd name="connsiteY618" fmla="*/ 223456 h 428625"/>
                <a:gd name="connsiteX619" fmla="*/ 107061 w 352425"/>
                <a:gd name="connsiteY619" fmla="*/ 223552 h 428625"/>
                <a:gd name="connsiteX620" fmla="*/ 107537 w 352425"/>
                <a:gd name="connsiteY620" fmla="*/ 224219 h 428625"/>
                <a:gd name="connsiteX621" fmla="*/ 107823 w 352425"/>
                <a:gd name="connsiteY621" fmla="*/ 226695 h 428625"/>
                <a:gd name="connsiteX622" fmla="*/ 109252 w 352425"/>
                <a:gd name="connsiteY622" fmla="*/ 229362 h 428625"/>
                <a:gd name="connsiteX623" fmla="*/ 109538 w 352425"/>
                <a:gd name="connsiteY623" fmla="*/ 230219 h 428625"/>
                <a:gd name="connsiteX624" fmla="*/ 109633 w 352425"/>
                <a:gd name="connsiteY624" fmla="*/ 230981 h 428625"/>
                <a:gd name="connsiteX625" fmla="*/ 109633 w 352425"/>
                <a:gd name="connsiteY625" fmla="*/ 231743 h 428625"/>
                <a:gd name="connsiteX626" fmla="*/ 109442 w 352425"/>
                <a:gd name="connsiteY626" fmla="*/ 232410 h 428625"/>
                <a:gd name="connsiteX627" fmla="*/ 109156 w 352425"/>
                <a:gd name="connsiteY627" fmla="*/ 232791 h 428625"/>
                <a:gd name="connsiteX628" fmla="*/ 108680 w 352425"/>
                <a:gd name="connsiteY628" fmla="*/ 233077 h 428625"/>
                <a:gd name="connsiteX629" fmla="*/ 106966 w 352425"/>
                <a:gd name="connsiteY629" fmla="*/ 233363 h 428625"/>
                <a:gd name="connsiteX630" fmla="*/ 106299 w 352425"/>
                <a:gd name="connsiteY630" fmla="*/ 233744 h 428625"/>
                <a:gd name="connsiteX631" fmla="*/ 105918 w 352425"/>
                <a:gd name="connsiteY631" fmla="*/ 234315 h 428625"/>
                <a:gd name="connsiteX632" fmla="*/ 105728 w 352425"/>
                <a:gd name="connsiteY632" fmla="*/ 235077 h 428625"/>
                <a:gd name="connsiteX633" fmla="*/ 105918 w 352425"/>
                <a:gd name="connsiteY633" fmla="*/ 236125 h 428625"/>
                <a:gd name="connsiteX634" fmla="*/ 106299 w 352425"/>
                <a:gd name="connsiteY634" fmla="*/ 237268 h 428625"/>
                <a:gd name="connsiteX635" fmla="*/ 107347 w 352425"/>
                <a:gd name="connsiteY635" fmla="*/ 238696 h 428625"/>
                <a:gd name="connsiteX636" fmla="*/ 107728 w 352425"/>
                <a:gd name="connsiteY636" fmla="*/ 239554 h 428625"/>
                <a:gd name="connsiteX637" fmla="*/ 107823 w 352425"/>
                <a:gd name="connsiteY637" fmla="*/ 240316 h 428625"/>
                <a:gd name="connsiteX638" fmla="*/ 107633 w 352425"/>
                <a:gd name="connsiteY638" fmla="*/ 241268 h 428625"/>
                <a:gd name="connsiteX639" fmla="*/ 107537 w 352425"/>
                <a:gd name="connsiteY639" fmla="*/ 242411 h 428625"/>
                <a:gd name="connsiteX640" fmla="*/ 107633 w 352425"/>
                <a:gd name="connsiteY640" fmla="*/ 243554 h 428625"/>
                <a:gd name="connsiteX641" fmla="*/ 108299 w 352425"/>
                <a:gd name="connsiteY641" fmla="*/ 245078 h 428625"/>
                <a:gd name="connsiteX642" fmla="*/ 109252 w 352425"/>
                <a:gd name="connsiteY642" fmla="*/ 246602 h 428625"/>
                <a:gd name="connsiteX643" fmla="*/ 111252 w 352425"/>
                <a:gd name="connsiteY643" fmla="*/ 249174 h 428625"/>
                <a:gd name="connsiteX644" fmla="*/ 114491 w 352425"/>
                <a:gd name="connsiteY644" fmla="*/ 254413 h 428625"/>
                <a:gd name="connsiteX645" fmla="*/ 115443 w 352425"/>
                <a:gd name="connsiteY645" fmla="*/ 255270 h 428625"/>
                <a:gd name="connsiteX646" fmla="*/ 120396 w 352425"/>
                <a:gd name="connsiteY646" fmla="*/ 257080 h 428625"/>
                <a:gd name="connsiteX647" fmla="*/ 121253 w 352425"/>
                <a:gd name="connsiteY647" fmla="*/ 257556 h 428625"/>
                <a:gd name="connsiteX648" fmla="*/ 121730 w 352425"/>
                <a:gd name="connsiteY648" fmla="*/ 258032 h 428625"/>
                <a:gd name="connsiteX649" fmla="*/ 122206 w 352425"/>
                <a:gd name="connsiteY649" fmla="*/ 259080 h 428625"/>
                <a:gd name="connsiteX650" fmla="*/ 122492 w 352425"/>
                <a:gd name="connsiteY650" fmla="*/ 260509 h 428625"/>
                <a:gd name="connsiteX651" fmla="*/ 122396 w 352425"/>
                <a:gd name="connsiteY651" fmla="*/ 262033 h 428625"/>
                <a:gd name="connsiteX652" fmla="*/ 121920 w 352425"/>
                <a:gd name="connsiteY652" fmla="*/ 263176 h 428625"/>
                <a:gd name="connsiteX653" fmla="*/ 120872 w 352425"/>
                <a:gd name="connsiteY653" fmla="*/ 264033 h 428625"/>
                <a:gd name="connsiteX654" fmla="*/ 119444 w 352425"/>
                <a:gd name="connsiteY654" fmla="*/ 264986 h 428625"/>
                <a:gd name="connsiteX655" fmla="*/ 118777 w 352425"/>
                <a:gd name="connsiteY655" fmla="*/ 265557 h 428625"/>
                <a:gd name="connsiteX656" fmla="*/ 118491 w 352425"/>
                <a:gd name="connsiteY656" fmla="*/ 266414 h 428625"/>
                <a:gd name="connsiteX657" fmla="*/ 118396 w 352425"/>
                <a:gd name="connsiteY657" fmla="*/ 267271 h 428625"/>
                <a:gd name="connsiteX658" fmla="*/ 119158 w 352425"/>
                <a:gd name="connsiteY658" fmla="*/ 269843 h 428625"/>
                <a:gd name="connsiteX659" fmla="*/ 120206 w 352425"/>
                <a:gd name="connsiteY659" fmla="*/ 273653 h 428625"/>
                <a:gd name="connsiteX660" fmla="*/ 120872 w 352425"/>
                <a:gd name="connsiteY660" fmla="*/ 275939 h 428625"/>
                <a:gd name="connsiteX661" fmla="*/ 122968 w 352425"/>
                <a:gd name="connsiteY661" fmla="*/ 279368 h 428625"/>
                <a:gd name="connsiteX662" fmla="*/ 123254 w 352425"/>
                <a:gd name="connsiteY662" fmla="*/ 281273 h 428625"/>
                <a:gd name="connsiteX663" fmla="*/ 123063 w 352425"/>
                <a:gd name="connsiteY663" fmla="*/ 283369 h 428625"/>
                <a:gd name="connsiteX664" fmla="*/ 123444 w 352425"/>
                <a:gd name="connsiteY664" fmla="*/ 284893 h 428625"/>
                <a:gd name="connsiteX665" fmla="*/ 125825 w 352425"/>
                <a:gd name="connsiteY665" fmla="*/ 289941 h 428625"/>
                <a:gd name="connsiteX666" fmla="*/ 129254 w 352425"/>
                <a:gd name="connsiteY666" fmla="*/ 301276 h 428625"/>
                <a:gd name="connsiteX667" fmla="*/ 130778 w 352425"/>
                <a:gd name="connsiteY667" fmla="*/ 304609 h 428625"/>
                <a:gd name="connsiteX668" fmla="*/ 132779 w 352425"/>
                <a:gd name="connsiteY668" fmla="*/ 307467 h 428625"/>
                <a:gd name="connsiteX669" fmla="*/ 134303 w 352425"/>
                <a:gd name="connsiteY669" fmla="*/ 309277 h 428625"/>
                <a:gd name="connsiteX670" fmla="*/ 137255 w 352425"/>
                <a:gd name="connsiteY670" fmla="*/ 313468 h 428625"/>
                <a:gd name="connsiteX671" fmla="*/ 138113 w 352425"/>
                <a:gd name="connsiteY671" fmla="*/ 314515 h 428625"/>
                <a:gd name="connsiteX672" fmla="*/ 138589 w 352425"/>
                <a:gd name="connsiteY672" fmla="*/ 314896 h 428625"/>
                <a:gd name="connsiteX673" fmla="*/ 139922 w 352425"/>
                <a:gd name="connsiteY673" fmla="*/ 316135 h 428625"/>
                <a:gd name="connsiteX674" fmla="*/ 142875 w 352425"/>
                <a:gd name="connsiteY674" fmla="*/ 320707 h 428625"/>
                <a:gd name="connsiteX675" fmla="*/ 148114 w 352425"/>
                <a:gd name="connsiteY675" fmla="*/ 324993 h 428625"/>
                <a:gd name="connsiteX676" fmla="*/ 150400 w 352425"/>
                <a:gd name="connsiteY676" fmla="*/ 326231 h 428625"/>
                <a:gd name="connsiteX677" fmla="*/ 151543 w 352425"/>
                <a:gd name="connsiteY677" fmla="*/ 327374 h 428625"/>
                <a:gd name="connsiteX678" fmla="*/ 151638 w 352425"/>
                <a:gd name="connsiteY678" fmla="*/ 328232 h 428625"/>
                <a:gd name="connsiteX679" fmla="*/ 151257 w 352425"/>
                <a:gd name="connsiteY679" fmla="*/ 329184 h 428625"/>
                <a:gd name="connsiteX680" fmla="*/ 151067 w 352425"/>
                <a:gd name="connsiteY680" fmla="*/ 330517 h 428625"/>
                <a:gd name="connsiteX681" fmla="*/ 151543 w 352425"/>
                <a:gd name="connsiteY681" fmla="*/ 332232 h 428625"/>
                <a:gd name="connsiteX682" fmla="*/ 152495 w 352425"/>
                <a:gd name="connsiteY682" fmla="*/ 332803 h 428625"/>
                <a:gd name="connsiteX683" fmla="*/ 153638 w 352425"/>
                <a:gd name="connsiteY683" fmla="*/ 332708 h 428625"/>
                <a:gd name="connsiteX684" fmla="*/ 154591 w 352425"/>
                <a:gd name="connsiteY684" fmla="*/ 332137 h 428625"/>
                <a:gd name="connsiteX685" fmla="*/ 155353 w 352425"/>
                <a:gd name="connsiteY685" fmla="*/ 332137 h 428625"/>
                <a:gd name="connsiteX686" fmla="*/ 156686 w 352425"/>
                <a:gd name="connsiteY686" fmla="*/ 332422 h 428625"/>
                <a:gd name="connsiteX687" fmla="*/ 158591 w 352425"/>
                <a:gd name="connsiteY687" fmla="*/ 333946 h 428625"/>
                <a:gd name="connsiteX688" fmla="*/ 161449 w 352425"/>
                <a:gd name="connsiteY688" fmla="*/ 335090 h 428625"/>
                <a:gd name="connsiteX689" fmla="*/ 163163 w 352425"/>
                <a:gd name="connsiteY689" fmla="*/ 335470 h 428625"/>
                <a:gd name="connsiteX690" fmla="*/ 164687 w 352425"/>
                <a:gd name="connsiteY690" fmla="*/ 336042 h 428625"/>
                <a:gd name="connsiteX691" fmla="*/ 167545 w 352425"/>
                <a:gd name="connsiteY691" fmla="*/ 338519 h 428625"/>
                <a:gd name="connsiteX692" fmla="*/ 172784 w 352425"/>
                <a:gd name="connsiteY692" fmla="*/ 343948 h 428625"/>
                <a:gd name="connsiteX693" fmla="*/ 180689 w 352425"/>
                <a:gd name="connsiteY693" fmla="*/ 354520 h 428625"/>
                <a:gd name="connsiteX694" fmla="*/ 182213 w 352425"/>
                <a:gd name="connsiteY694" fmla="*/ 357188 h 428625"/>
                <a:gd name="connsiteX695" fmla="*/ 183261 w 352425"/>
                <a:gd name="connsiteY695" fmla="*/ 359950 h 428625"/>
                <a:gd name="connsiteX696" fmla="*/ 183833 w 352425"/>
                <a:gd name="connsiteY696" fmla="*/ 360617 h 428625"/>
                <a:gd name="connsiteX697" fmla="*/ 185071 w 352425"/>
                <a:gd name="connsiteY697" fmla="*/ 361950 h 428625"/>
                <a:gd name="connsiteX698" fmla="*/ 185833 w 352425"/>
                <a:gd name="connsiteY698" fmla="*/ 363284 h 428625"/>
                <a:gd name="connsiteX699" fmla="*/ 187071 w 352425"/>
                <a:gd name="connsiteY699" fmla="*/ 366046 h 428625"/>
                <a:gd name="connsiteX700" fmla="*/ 186976 w 352425"/>
                <a:gd name="connsiteY700" fmla="*/ 367474 h 428625"/>
                <a:gd name="connsiteX701" fmla="*/ 186214 w 352425"/>
                <a:gd name="connsiteY701" fmla="*/ 368141 h 428625"/>
                <a:gd name="connsiteX702" fmla="*/ 185071 w 352425"/>
                <a:gd name="connsiteY702" fmla="*/ 367665 h 428625"/>
                <a:gd name="connsiteX703" fmla="*/ 184023 w 352425"/>
                <a:gd name="connsiteY703" fmla="*/ 366712 h 428625"/>
                <a:gd name="connsiteX704" fmla="*/ 182213 w 352425"/>
                <a:gd name="connsiteY704" fmla="*/ 364617 h 428625"/>
                <a:gd name="connsiteX705" fmla="*/ 181451 w 352425"/>
                <a:gd name="connsiteY705" fmla="*/ 364331 h 428625"/>
                <a:gd name="connsiteX706" fmla="*/ 180689 w 352425"/>
                <a:gd name="connsiteY706" fmla="*/ 364617 h 428625"/>
                <a:gd name="connsiteX707" fmla="*/ 179927 w 352425"/>
                <a:gd name="connsiteY707" fmla="*/ 365569 h 428625"/>
                <a:gd name="connsiteX708" fmla="*/ 178689 w 352425"/>
                <a:gd name="connsiteY708" fmla="*/ 367760 h 428625"/>
                <a:gd name="connsiteX709" fmla="*/ 177832 w 352425"/>
                <a:gd name="connsiteY709" fmla="*/ 368618 h 428625"/>
                <a:gd name="connsiteX710" fmla="*/ 177070 w 352425"/>
                <a:gd name="connsiteY710" fmla="*/ 369094 h 428625"/>
                <a:gd name="connsiteX711" fmla="*/ 174593 w 352425"/>
                <a:gd name="connsiteY711" fmla="*/ 370046 h 428625"/>
                <a:gd name="connsiteX712" fmla="*/ 173260 w 352425"/>
                <a:gd name="connsiteY712" fmla="*/ 370618 h 428625"/>
                <a:gd name="connsiteX713" fmla="*/ 172212 w 352425"/>
                <a:gd name="connsiteY713" fmla="*/ 371380 h 428625"/>
                <a:gd name="connsiteX714" fmla="*/ 171450 w 352425"/>
                <a:gd name="connsiteY714" fmla="*/ 372142 h 428625"/>
                <a:gd name="connsiteX715" fmla="*/ 170974 w 352425"/>
                <a:gd name="connsiteY715" fmla="*/ 373475 h 428625"/>
                <a:gd name="connsiteX716" fmla="*/ 171164 w 352425"/>
                <a:gd name="connsiteY716" fmla="*/ 374428 h 428625"/>
                <a:gd name="connsiteX717" fmla="*/ 171736 w 352425"/>
                <a:gd name="connsiteY717" fmla="*/ 375380 h 428625"/>
                <a:gd name="connsiteX718" fmla="*/ 174689 w 352425"/>
                <a:gd name="connsiteY718" fmla="*/ 377571 h 428625"/>
                <a:gd name="connsiteX719" fmla="*/ 175355 w 352425"/>
                <a:gd name="connsiteY719" fmla="*/ 377761 h 428625"/>
                <a:gd name="connsiteX720" fmla="*/ 176022 w 352425"/>
                <a:gd name="connsiteY720" fmla="*/ 377476 h 428625"/>
                <a:gd name="connsiteX721" fmla="*/ 176594 w 352425"/>
                <a:gd name="connsiteY721" fmla="*/ 376999 h 428625"/>
                <a:gd name="connsiteX722" fmla="*/ 177546 w 352425"/>
                <a:gd name="connsiteY722" fmla="*/ 375571 h 428625"/>
                <a:gd name="connsiteX723" fmla="*/ 177927 w 352425"/>
                <a:gd name="connsiteY723" fmla="*/ 375094 h 428625"/>
                <a:gd name="connsiteX724" fmla="*/ 178594 w 352425"/>
                <a:gd name="connsiteY724" fmla="*/ 374714 h 428625"/>
                <a:gd name="connsiteX725" fmla="*/ 179451 w 352425"/>
                <a:gd name="connsiteY725" fmla="*/ 374428 h 428625"/>
                <a:gd name="connsiteX726" fmla="*/ 180308 w 352425"/>
                <a:gd name="connsiteY726" fmla="*/ 374714 h 428625"/>
                <a:gd name="connsiteX727" fmla="*/ 181166 w 352425"/>
                <a:gd name="connsiteY727" fmla="*/ 375475 h 428625"/>
                <a:gd name="connsiteX728" fmla="*/ 181261 w 352425"/>
                <a:gd name="connsiteY728" fmla="*/ 376809 h 428625"/>
                <a:gd name="connsiteX729" fmla="*/ 180785 w 352425"/>
                <a:gd name="connsiteY729" fmla="*/ 378047 h 428625"/>
                <a:gd name="connsiteX730" fmla="*/ 179070 w 352425"/>
                <a:gd name="connsiteY730" fmla="*/ 380238 h 428625"/>
                <a:gd name="connsiteX731" fmla="*/ 176879 w 352425"/>
                <a:gd name="connsiteY731" fmla="*/ 382238 h 428625"/>
                <a:gd name="connsiteX732" fmla="*/ 176403 w 352425"/>
                <a:gd name="connsiteY732" fmla="*/ 383286 h 428625"/>
                <a:gd name="connsiteX733" fmla="*/ 176117 w 352425"/>
                <a:gd name="connsiteY733" fmla="*/ 385286 h 428625"/>
                <a:gd name="connsiteX734" fmla="*/ 175736 w 352425"/>
                <a:gd name="connsiteY734" fmla="*/ 386239 h 428625"/>
                <a:gd name="connsiteX735" fmla="*/ 174974 w 352425"/>
                <a:gd name="connsiteY735" fmla="*/ 387001 h 428625"/>
                <a:gd name="connsiteX736" fmla="*/ 174403 w 352425"/>
                <a:gd name="connsiteY736" fmla="*/ 387477 h 428625"/>
                <a:gd name="connsiteX737" fmla="*/ 173927 w 352425"/>
                <a:gd name="connsiteY737" fmla="*/ 388334 h 428625"/>
                <a:gd name="connsiteX738" fmla="*/ 173831 w 352425"/>
                <a:gd name="connsiteY738" fmla="*/ 388715 h 428625"/>
                <a:gd name="connsiteX739" fmla="*/ 173831 w 352425"/>
                <a:gd name="connsiteY739" fmla="*/ 388906 h 428625"/>
                <a:gd name="connsiteX740" fmla="*/ 174879 w 352425"/>
                <a:gd name="connsiteY740" fmla="*/ 389763 h 428625"/>
                <a:gd name="connsiteX741" fmla="*/ 175641 w 352425"/>
                <a:gd name="connsiteY741" fmla="*/ 390430 h 428625"/>
                <a:gd name="connsiteX742" fmla="*/ 176213 w 352425"/>
                <a:gd name="connsiteY742" fmla="*/ 391763 h 428625"/>
                <a:gd name="connsiteX743" fmla="*/ 176117 w 352425"/>
                <a:gd name="connsiteY743" fmla="*/ 392716 h 428625"/>
                <a:gd name="connsiteX744" fmla="*/ 174974 w 352425"/>
                <a:gd name="connsiteY744" fmla="*/ 393668 h 428625"/>
                <a:gd name="connsiteX745" fmla="*/ 174593 w 352425"/>
                <a:gd name="connsiteY745" fmla="*/ 394335 h 428625"/>
                <a:gd name="connsiteX746" fmla="*/ 174022 w 352425"/>
                <a:gd name="connsiteY746" fmla="*/ 394811 h 428625"/>
                <a:gd name="connsiteX747" fmla="*/ 172974 w 352425"/>
                <a:gd name="connsiteY747" fmla="*/ 395097 h 428625"/>
                <a:gd name="connsiteX748" fmla="*/ 170307 w 352425"/>
                <a:gd name="connsiteY748" fmla="*/ 394621 h 428625"/>
                <a:gd name="connsiteX749" fmla="*/ 169831 w 352425"/>
                <a:gd name="connsiteY749" fmla="*/ 394907 h 428625"/>
                <a:gd name="connsiteX750" fmla="*/ 169164 w 352425"/>
                <a:gd name="connsiteY750" fmla="*/ 397002 h 428625"/>
                <a:gd name="connsiteX751" fmla="*/ 169831 w 352425"/>
                <a:gd name="connsiteY751" fmla="*/ 399574 h 428625"/>
                <a:gd name="connsiteX752" fmla="*/ 173450 w 352425"/>
                <a:gd name="connsiteY752" fmla="*/ 401860 h 428625"/>
                <a:gd name="connsiteX753" fmla="*/ 174117 w 352425"/>
                <a:gd name="connsiteY753" fmla="*/ 402622 h 428625"/>
                <a:gd name="connsiteX754" fmla="*/ 174593 w 352425"/>
                <a:gd name="connsiteY754" fmla="*/ 403384 h 428625"/>
                <a:gd name="connsiteX755" fmla="*/ 174689 w 352425"/>
                <a:gd name="connsiteY755" fmla="*/ 404527 h 428625"/>
                <a:gd name="connsiteX756" fmla="*/ 174879 w 352425"/>
                <a:gd name="connsiteY756" fmla="*/ 405765 h 428625"/>
                <a:gd name="connsiteX757" fmla="*/ 175451 w 352425"/>
                <a:gd name="connsiteY757" fmla="*/ 407670 h 428625"/>
                <a:gd name="connsiteX758" fmla="*/ 176308 w 352425"/>
                <a:gd name="connsiteY758" fmla="*/ 408718 h 428625"/>
                <a:gd name="connsiteX759" fmla="*/ 177737 w 352425"/>
                <a:gd name="connsiteY759" fmla="*/ 409385 h 428625"/>
                <a:gd name="connsiteX760" fmla="*/ 188309 w 352425"/>
                <a:gd name="connsiteY760" fmla="*/ 407861 h 428625"/>
                <a:gd name="connsiteX761" fmla="*/ 191548 w 352425"/>
                <a:gd name="connsiteY761" fmla="*/ 408241 h 428625"/>
                <a:gd name="connsiteX762" fmla="*/ 194215 w 352425"/>
                <a:gd name="connsiteY762" fmla="*/ 410908 h 428625"/>
                <a:gd name="connsiteX763" fmla="*/ 198311 w 352425"/>
                <a:gd name="connsiteY763" fmla="*/ 413957 h 428625"/>
                <a:gd name="connsiteX764" fmla="*/ 201835 w 352425"/>
                <a:gd name="connsiteY764" fmla="*/ 411385 h 428625"/>
                <a:gd name="connsiteX765" fmla="*/ 202311 w 352425"/>
                <a:gd name="connsiteY765" fmla="*/ 410432 h 428625"/>
                <a:gd name="connsiteX766" fmla="*/ 202502 w 352425"/>
                <a:gd name="connsiteY766" fmla="*/ 409575 h 428625"/>
                <a:gd name="connsiteX767" fmla="*/ 202121 w 352425"/>
                <a:gd name="connsiteY767" fmla="*/ 408813 h 428625"/>
                <a:gd name="connsiteX768" fmla="*/ 201740 w 352425"/>
                <a:gd name="connsiteY768" fmla="*/ 407861 h 428625"/>
                <a:gd name="connsiteX769" fmla="*/ 201359 w 352425"/>
                <a:gd name="connsiteY769" fmla="*/ 406527 h 428625"/>
                <a:gd name="connsiteX770" fmla="*/ 201263 w 352425"/>
                <a:gd name="connsiteY770" fmla="*/ 404812 h 428625"/>
                <a:gd name="connsiteX771" fmla="*/ 200978 w 352425"/>
                <a:gd name="connsiteY771" fmla="*/ 403765 h 428625"/>
                <a:gd name="connsiteX772" fmla="*/ 200597 w 352425"/>
                <a:gd name="connsiteY772" fmla="*/ 403193 h 428625"/>
                <a:gd name="connsiteX773" fmla="*/ 199168 w 352425"/>
                <a:gd name="connsiteY773" fmla="*/ 402145 h 428625"/>
                <a:gd name="connsiteX774" fmla="*/ 198501 w 352425"/>
                <a:gd name="connsiteY774" fmla="*/ 400717 h 428625"/>
                <a:gd name="connsiteX775" fmla="*/ 198406 w 352425"/>
                <a:gd name="connsiteY775" fmla="*/ 398907 h 428625"/>
                <a:gd name="connsiteX776" fmla="*/ 198596 w 352425"/>
                <a:gd name="connsiteY776" fmla="*/ 396240 h 428625"/>
                <a:gd name="connsiteX777" fmla="*/ 198311 w 352425"/>
                <a:gd name="connsiteY777" fmla="*/ 394430 h 428625"/>
                <a:gd name="connsiteX778" fmla="*/ 196787 w 352425"/>
                <a:gd name="connsiteY778" fmla="*/ 389953 h 428625"/>
                <a:gd name="connsiteX779" fmla="*/ 195929 w 352425"/>
                <a:gd name="connsiteY779" fmla="*/ 386334 h 428625"/>
                <a:gd name="connsiteX780" fmla="*/ 195834 w 352425"/>
                <a:gd name="connsiteY780" fmla="*/ 384524 h 428625"/>
                <a:gd name="connsiteX781" fmla="*/ 196120 w 352425"/>
                <a:gd name="connsiteY781" fmla="*/ 383095 h 428625"/>
                <a:gd name="connsiteX782" fmla="*/ 196501 w 352425"/>
                <a:gd name="connsiteY782" fmla="*/ 381286 h 428625"/>
                <a:gd name="connsiteX783" fmla="*/ 196882 w 352425"/>
                <a:gd name="connsiteY783" fmla="*/ 380333 h 428625"/>
                <a:gd name="connsiteX784" fmla="*/ 197263 w 352425"/>
                <a:gd name="connsiteY784" fmla="*/ 379666 h 428625"/>
                <a:gd name="connsiteX785" fmla="*/ 197930 w 352425"/>
                <a:gd name="connsiteY785" fmla="*/ 379381 h 428625"/>
                <a:gd name="connsiteX786" fmla="*/ 198596 w 352425"/>
                <a:gd name="connsiteY786" fmla="*/ 379190 h 428625"/>
                <a:gd name="connsiteX787" fmla="*/ 199263 w 352425"/>
                <a:gd name="connsiteY787" fmla="*/ 379095 h 428625"/>
                <a:gd name="connsiteX788" fmla="*/ 201740 w 352425"/>
                <a:gd name="connsiteY788" fmla="*/ 379857 h 428625"/>
                <a:gd name="connsiteX789" fmla="*/ 202597 w 352425"/>
                <a:gd name="connsiteY789" fmla="*/ 379952 h 428625"/>
                <a:gd name="connsiteX790" fmla="*/ 203645 w 352425"/>
                <a:gd name="connsiteY790" fmla="*/ 379857 h 428625"/>
                <a:gd name="connsiteX791" fmla="*/ 204502 w 352425"/>
                <a:gd name="connsiteY791" fmla="*/ 379571 h 428625"/>
                <a:gd name="connsiteX792" fmla="*/ 205645 w 352425"/>
                <a:gd name="connsiteY792" fmla="*/ 378714 h 428625"/>
                <a:gd name="connsiteX793" fmla="*/ 206216 w 352425"/>
                <a:gd name="connsiteY793" fmla="*/ 378428 h 428625"/>
                <a:gd name="connsiteX794" fmla="*/ 206978 w 352425"/>
                <a:gd name="connsiteY794" fmla="*/ 378428 h 428625"/>
                <a:gd name="connsiteX795" fmla="*/ 208502 w 352425"/>
                <a:gd name="connsiteY795" fmla="*/ 378714 h 428625"/>
                <a:gd name="connsiteX796" fmla="*/ 212884 w 352425"/>
                <a:gd name="connsiteY796" fmla="*/ 382524 h 428625"/>
                <a:gd name="connsiteX797" fmla="*/ 214408 w 352425"/>
                <a:gd name="connsiteY797" fmla="*/ 382524 h 428625"/>
                <a:gd name="connsiteX798" fmla="*/ 216122 w 352425"/>
                <a:gd name="connsiteY798" fmla="*/ 382048 h 428625"/>
                <a:gd name="connsiteX799" fmla="*/ 217265 w 352425"/>
                <a:gd name="connsiteY799" fmla="*/ 380524 h 428625"/>
                <a:gd name="connsiteX800" fmla="*/ 217646 w 352425"/>
                <a:gd name="connsiteY800" fmla="*/ 378904 h 428625"/>
                <a:gd name="connsiteX801" fmla="*/ 217361 w 352425"/>
                <a:gd name="connsiteY801" fmla="*/ 377666 h 428625"/>
                <a:gd name="connsiteX802" fmla="*/ 216503 w 352425"/>
                <a:gd name="connsiteY802" fmla="*/ 376619 h 428625"/>
                <a:gd name="connsiteX803" fmla="*/ 215551 w 352425"/>
                <a:gd name="connsiteY803" fmla="*/ 376047 h 428625"/>
                <a:gd name="connsiteX804" fmla="*/ 213741 w 352425"/>
                <a:gd name="connsiteY804" fmla="*/ 375380 h 428625"/>
                <a:gd name="connsiteX805" fmla="*/ 213074 w 352425"/>
                <a:gd name="connsiteY805" fmla="*/ 374714 h 428625"/>
                <a:gd name="connsiteX806" fmla="*/ 212789 w 352425"/>
                <a:gd name="connsiteY806" fmla="*/ 373475 h 428625"/>
                <a:gd name="connsiteX807" fmla="*/ 213360 w 352425"/>
                <a:gd name="connsiteY807" fmla="*/ 372808 h 428625"/>
                <a:gd name="connsiteX808" fmla="*/ 214122 w 352425"/>
                <a:gd name="connsiteY808" fmla="*/ 372523 h 428625"/>
                <a:gd name="connsiteX809" fmla="*/ 216218 w 352425"/>
                <a:gd name="connsiteY809" fmla="*/ 372046 h 428625"/>
                <a:gd name="connsiteX810" fmla="*/ 216789 w 352425"/>
                <a:gd name="connsiteY810" fmla="*/ 371475 h 428625"/>
                <a:gd name="connsiteX811" fmla="*/ 216980 w 352425"/>
                <a:gd name="connsiteY811" fmla="*/ 370618 h 428625"/>
                <a:gd name="connsiteX812" fmla="*/ 216694 w 352425"/>
                <a:gd name="connsiteY812" fmla="*/ 369665 h 428625"/>
                <a:gd name="connsiteX813" fmla="*/ 215932 w 352425"/>
                <a:gd name="connsiteY813" fmla="*/ 369094 h 428625"/>
                <a:gd name="connsiteX814" fmla="*/ 213931 w 352425"/>
                <a:gd name="connsiteY814" fmla="*/ 367951 h 428625"/>
                <a:gd name="connsiteX815" fmla="*/ 212979 w 352425"/>
                <a:gd name="connsiteY815" fmla="*/ 366998 h 428625"/>
                <a:gd name="connsiteX816" fmla="*/ 212217 w 352425"/>
                <a:gd name="connsiteY816" fmla="*/ 365760 h 428625"/>
                <a:gd name="connsiteX817" fmla="*/ 212027 w 352425"/>
                <a:gd name="connsiteY817" fmla="*/ 363665 h 428625"/>
                <a:gd name="connsiteX818" fmla="*/ 212598 w 352425"/>
                <a:gd name="connsiteY818" fmla="*/ 362807 h 428625"/>
                <a:gd name="connsiteX819" fmla="*/ 213360 w 352425"/>
                <a:gd name="connsiteY819" fmla="*/ 362617 h 428625"/>
                <a:gd name="connsiteX820" fmla="*/ 214598 w 352425"/>
                <a:gd name="connsiteY820" fmla="*/ 363188 h 428625"/>
                <a:gd name="connsiteX821" fmla="*/ 216027 w 352425"/>
                <a:gd name="connsiteY821" fmla="*/ 363665 h 428625"/>
                <a:gd name="connsiteX822" fmla="*/ 216789 w 352425"/>
                <a:gd name="connsiteY822" fmla="*/ 364141 h 428625"/>
                <a:gd name="connsiteX823" fmla="*/ 217361 w 352425"/>
                <a:gd name="connsiteY823" fmla="*/ 364807 h 428625"/>
                <a:gd name="connsiteX824" fmla="*/ 217742 w 352425"/>
                <a:gd name="connsiteY824" fmla="*/ 365569 h 428625"/>
                <a:gd name="connsiteX825" fmla="*/ 218123 w 352425"/>
                <a:gd name="connsiteY825" fmla="*/ 366427 h 428625"/>
                <a:gd name="connsiteX826" fmla="*/ 218504 w 352425"/>
                <a:gd name="connsiteY826" fmla="*/ 367189 h 428625"/>
                <a:gd name="connsiteX827" fmla="*/ 218980 w 352425"/>
                <a:gd name="connsiteY827" fmla="*/ 367760 h 428625"/>
                <a:gd name="connsiteX828" fmla="*/ 219551 w 352425"/>
                <a:gd name="connsiteY828" fmla="*/ 368236 h 428625"/>
                <a:gd name="connsiteX829" fmla="*/ 220123 w 352425"/>
                <a:gd name="connsiteY829" fmla="*/ 368427 h 428625"/>
                <a:gd name="connsiteX830" fmla="*/ 225552 w 352425"/>
                <a:gd name="connsiteY830" fmla="*/ 367474 h 428625"/>
                <a:gd name="connsiteX831" fmla="*/ 227552 w 352425"/>
                <a:gd name="connsiteY831" fmla="*/ 366903 h 428625"/>
                <a:gd name="connsiteX832" fmla="*/ 228981 w 352425"/>
                <a:gd name="connsiteY832" fmla="*/ 366903 h 428625"/>
                <a:gd name="connsiteX833" fmla="*/ 230029 w 352425"/>
                <a:gd name="connsiteY833" fmla="*/ 367570 h 428625"/>
                <a:gd name="connsiteX834" fmla="*/ 232981 w 352425"/>
                <a:gd name="connsiteY834" fmla="*/ 372046 h 428625"/>
                <a:gd name="connsiteX835" fmla="*/ 233363 w 352425"/>
                <a:gd name="connsiteY835" fmla="*/ 372904 h 428625"/>
                <a:gd name="connsiteX836" fmla="*/ 233458 w 352425"/>
                <a:gd name="connsiteY836" fmla="*/ 373475 h 428625"/>
                <a:gd name="connsiteX837" fmla="*/ 233077 w 352425"/>
                <a:gd name="connsiteY837" fmla="*/ 373761 h 428625"/>
                <a:gd name="connsiteX838" fmla="*/ 232124 w 352425"/>
                <a:gd name="connsiteY838" fmla="*/ 373666 h 428625"/>
                <a:gd name="connsiteX839" fmla="*/ 231172 w 352425"/>
                <a:gd name="connsiteY839" fmla="*/ 373380 h 428625"/>
                <a:gd name="connsiteX840" fmla="*/ 229838 w 352425"/>
                <a:gd name="connsiteY840" fmla="*/ 372808 h 428625"/>
                <a:gd name="connsiteX841" fmla="*/ 229076 w 352425"/>
                <a:gd name="connsiteY841" fmla="*/ 372713 h 428625"/>
                <a:gd name="connsiteX842" fmla="*/ 228600 w 352425"/>
                <a:gd name="connsiteY842" fmla="*/ 372904 h 428625"/>
                <a:gd name="connsiteX843" fmla="*/ 228505 w 352425"/>
                <a:gd name="connsiteY843" fmla="*/ 373570 h 428625"/>
                <a:gd name="connsiteX844" fmla="*/ 228695 w 352425"/>
                <a:gd name="connsiteY844" fmla="*/ 374428 h 428625"/>
                <a:gd name="connsiteX845" fmla="*/ 229172 w 352425"/>
                <a:gd name="connsiteY845" fmla="*/ 375285 h 428625"/>
                <a:gd name="connsiteX846" fmla="*/ 231839 w 352425"/>
                <a:gd name="connsiteY846" fmla="*/ 376904 h 428625"/>
                <a:gd name="connsiteX847" fmla="*/ 232315 w 352425"/>
                <a:gd name="connsiteY847" fmla="*/ 377381 h 428625"/>
                <a:gd name="connsiteX848" fmla="*/ 232696 w 352425"/>
                <a:gd name="connsiteY848" fmla="*/ 377761 h 428625"/>
                <a:gd name="connsiteX849" fmla="*/ 232601 w 352425"/>
                <a:gd name="connsiteY849" fmla="*/ 378143 h 428625"/>
                <a:gd name="connsiteX850" fmla="*/ 232124 w 352425"/>
                <a:gd name="connsiteY850" fmla="*/ 378428 h 428625"/>
                <a:gd name="connsiteX851" fmla="*/ 229934 w 352425"/>
                <a:gd name="connsiteY851" fmla="*/ 379190 h 428625"/>
                <a:gd name="connsiteX852" fmla="*/ 229267 w 352425"/>
                <a:gd name="connsiteY852" fmla="*/ 379666 h 428625"/>
                <a:gd name="connsiteX853" fmla="*/ 229076 w 352425"/>
                <a:gd name="connsiteY853" fmla="*/ 380428 h 428625"/>
                <a:gd name="connsiteX854" fmla="*/ 229648 w 352425"/>
                <a:gd name="connsiteY854" fmla="*/ 381095 h 428625"/>
                <a:gd name="connsiteX855" fmla="*/ 233839 w 352425"/>
                <a:gd name="connsiteY855" fmla="*/ 383191 h 428625"/>
                <a:gd name="connsiteX856" fmla="*/ 234982 w 352425"/>
                <a:gd name="connsiteY856" fmla="*/ 383286 h 428625"/>
                <a:gd name="connsiteX857" fmla="*/ 236506 w 352425"/>
                <a:gd name="connsiteY857" fmla="*/ 383191 h 428625"/>
                <a:gd name="connsiteX858" fmla="*/ 237268 w 352425"/>
                <a:gd name="connsiteY858" fmla="*/ 383381 h 428625"/>
                <a:gd name="connsiteX859" fmla="*/ 237935 w 352425"/>
                <a:gd name="connsiteY859" fmla="*/ 383857 h 428625"/>
                <a:gd name="connsiteX860" fmla="*/ 238316 w 352425"/>
                <a:gd name="connsiteY860" fmla="*/ 385000 h 428625"/>
                <a:gd name="connsiteX861" fmla="*/ 239459 w 352425"/>
                <a:gd name="connsiteY861" fmla="*/ 389763 h 428625"/>
                <a:gd name="connsiteX862" fmla="*/ 239840 w 352425"/>
                <a:gd name="connsiteY862" fmla="*/ 390811 h 428625"/>
                <a:gd name="connsiteX863" fmla="*/ 240411 w 352425"/>
                <a:gd name="connsiteY863" fmla="*/ 391668 h 428625"/>
                <a:gd name="connsiteX864" fmla="*/ 241554 w 352425"/>
                <a:gd name="connsiteY864" fmla="*/ 392620 h 428625"/>
                <a:gd name="connsiteX865" fmla="*/ 242221 w 352425"/>
                <a:gd name="connsiteY865" fmla="*/ 392620 h 428625"/>
                <a:gd name="connsiteX866" fmla="*/ 243173 w 352425"/>
                <a:gd name="connsiteY866" fmla="*/ 391954 h 428625"/>
                <a:gd name="connsiteX867" fmla="*/ 244983 w 352425"/>
                <a:gd name="connsiteY867" fmla="*/ 389477 h 428625"/>
                <a:gd name="connsiteX868" fmla="*/ 245459 w 352425"/>
                <a:gd name="connsiteY868" fmla="*/ 389001 h 428625"/>
                <a:gd name="connsiteX869" fmla="*/ 245840 w 352425"/>
                <a:gd name="connsiteY869" fmla="*/ 388715 h 428625"/>
                <a:gd name="connsiteX870" fmla="*/ 247364 w 352425"/>
                <a:gd name="connsiteY870" fmla="*/ 388048 h 428625"/>
                <a:gd name="connsiteX871" fmla="*/ 248603 w 352425"/>
                <a:gd name="connsiteY871" fmla="*/ 387668 h 428625"/>
                <a:gd name="connsiteX872" fmla="*/ 251174 w 352425"/>
                <a:gd name="connsiteY872" fmla="*/ 387382 h 428625"/>
                <a:gd name="connsiteX873" fmla="*/ 252603 w 352425"/>
                <a:gd name="connsiteY873" fmla="*/ 387096 h 428625"/>
                <a:gd name="connsiteX874" fmla="*/ 253651 w 352425"/>
                <a:gd name="connsiteY874" fmla="*/ 386620 h 428625"/>
                <a:gd name="connsiteX875" fmla="*/ 253746 w 352425"/>
                <a:gd name="connsiteY875" fmla="*/ 386048 h 428625"/>
                <a:gd name="connsiteX876" fmla="*/ 253651 w 352425"/>
                <a:gd name="connsiteY876" fmla="*/ 385096 h 428625"/>
                <a:gd name="connsiteX877" fmla="*/ 252413 w 352425"/>
                <a:gd name="connsiteY877" fmla="*/ 382238 h 428625"/>
                <a:gd name="connsiteX878" fmla="*/ 252031 w 352425"/>
                <a:gd name="connsiteY878" fmla="*/ 381095 h 428625"/>
                <a:gd name="connsiteX879" fmla="*/ 251841 w 352425"/>
                <a:gd name="connsiteY879" fmla="*/ 380048 h 428625"/>
                <a:gd name="connsiteX880" fmla="*/ 251841 w 352425"/>
                <a:gd name="connsiteY880" fmla="*/ 379190 h 428625"/>
                <a:gd name="connsiteX881" fmla="*/ 252031 w 352425"/>
                <a:gd name="connsiteY881" fmla="*/ 378428 h 428625"/>
                <a:gd name="connsiteX882" fmla="*/ 252317 w 352425"/>
                <a:gd name="connsiteY882" fmla="*/ 377666 h 428625"/>
                <a:gd name="connsiteX883" fmla="*/ 252889 w 352425"/>
                <a:gd name="connsiteY883" fmla="*/ 377095 h 428625"/>
                <a:gd name="connsiteX884" fmla="*/ 253841 w 352425"/>
                <a:gd name="connsiteY884" fmla="*/ 376237 h 428625"/>
                <a:gd name="connsiteX885" fmla="*/ 255556 w 352425"/>
                <a:gd name="connsiteY885" fmla="*/ 375285 h 428625"/>
                <a:gd name="connsiteX886" fmla="*/ 256508 w 352425"/>
                <a:gd name="connsiteY886" fmla="*/ 374428 h 428625"/>
                <a:gd name="connsiteX887" fmla="*/ 257747 w 352425"/>
                <a:gd name="connsiteY887" fmla="*/ 373094 h 428625"/>
                <a:gd name="connsiteX888" fmla="*/ 258509 w 352425"/>
                <a:gd name="connsiteY888" fmla="*/ 372618 h 428625"/>
                <a:gd name="connsiteX889" fmla="*/ 259747 w 352425"/>
                <a:gd name="connsiteY889" fmla="*/ 372046 h 428625"/>
                <a:gd name="connsiteX890" fmla="*/ 261842 w 352425"/>
                <a:gd name="connsiteY890" fmla="*/ 370332 h 428625"/>
                <a:gd name="connsiteX891" fmla="*/ 262700 w 352425"/>
                <a:gd name="connsiteY891" fmla="*/ 369570 h 428625"/>
                <a:gd name="connsiteX892" fmla="*/ 265176 w 352425"/>
                <a:gd name="connsiteY892" fmla="*/ 367951 h 428625"/>
                <a:gd name="connsiteX893" fmla="*/ 268034 w 352425"/>
                <a:gd name="connsiteY893" fmla="*/ 364426 h 428625"/>
                <a:gd name="connsiteX894" fmla="*/ 268796 w 352425"/>
                <a:gd name="connsiteY894" fmla="*/ 362331 h 428625"/>
                <a:gd name="connsiteX895" fmla="*/ 269558 w 352425"/>
                <a:gd name="connsiteY895" fmla="*/ 361188 h 428625"/>
                <a:gd name="connsiteX896" fmla="*/ 270415 w 352425"/>
                <a:gd name="connsiteY896" fmla="*/ 360236 h 428625"/>
                <a:gd name="connsiteX897" fmla="*/ 272891 w 352425"/>
                <a:gd name="connsiteY897" fmla="*/ 358616 h 428625"/>
                <a:gd name="connsiteX898" fmla="*/ 273844 w 352425"/>
                <a:gd name="connsiteY898" fmla="*/ 358330 h 428625"/>
                <a:gd name="connsiteX899" fmla="*/ 274892 w 352425"/>
                <a:gd name="connsiteY899" fmla="*/ 358235 h 428625"/>
                <a:gd name="connsiteX900" fmla="*/ 275749 w 352425"/>
                <a:gd name="connsiteY900" fmla="*/ 358521 h 428625"/>
                <a:gd name="connsiteX901" fmla="*/ 276511 w 352425"/>
                <a:gd name="connsiteY901" fmla="*/ 358902 h 428625"/>
                <a:gd name="connsiteX902" fmla="*/ 277368 w 352425"/>
                <a:gd name="connsiteY902" fmla="*/ 359759 h 428625"/>
                <a:gd name="connsiteX903" fmla="*/ 277844 w 352425"/>
                <a:gd name="connsiteY903" fmla="*/ 360331 h 428625"/>
                <a:gd name="connsiteX904" fmla="*/ 278987 w 352425"/>
                <a:gd name="connsiteY904" fmla="*/ 362331 h 428625"/>
                <a:gd name="connsiteX905" fmla="*/ 280035 w 352425"/>
                <a:gd name="connsiteY905" fmla="*/ 363474 h 428625"/>
                <a:gd name="connsiteX906" fmla="*/ 284417 w 352425"/>
                <a:gd name="connsiteY906" fmla="*/ 367094 h 428625"/>
                <a:gd name="connsiteX907" fmla="*/ 285560 w 352425"/>
                <a:gd name="connsiteY907" fmla="*/ 368332 h 428625"/>
                <a:gd name="connsiteX908" fmla="*/ 286131 w 352425"/>
                <a:gd name="connsiteY908" fmla="*/ 369761 h 428625"/>
                <a:gd name="connsiteX909" fmla="*/ 286322 w 352425"/>
                <a:gd name="connsiteY909" fmla="*/ 371189 h 428625"/>
                <a:gd name="connsiteX910" fmla="*/ 286226 w 352425"/>
                <a:gd name="connsiteY910" fmla="*/ 372808 h 428625"/>
                <a:gd name="connsiteX911" fmla="*/ 284226 w 352425"/>
                <a:gd name="connsiteY911" fmla="*/ 379952 h 428625"/>
                <a:gd name="connsiteX912" fmla="*/ 283845 w 352425"/>
                <a:gd name="connsiteY912" fmla="*/ 382143 h 428625"/>
                <a:gd name="connsiteX913" fmla="*/ 283940 w 352425"/>
                <a:gd name="connsiteY913" fmla="*/ 384524 h 428625"/>
                <a:gd name="connsiteX914" fmla="*/ 284417 w 352425"/>
                <a:gd name="connsiteY914" fmla="*/ 386715 h 428625"/>
                <a:gd name="connsiteX915" fmla="*/ 285369 w 352425"/>
                <a:gd name="connsiteY915" fmla="*/ 389096 h 428625"/>
                <a:gd name="connsiteX916" fmla="*/ 285655 w 352425"/>
                <a:gd name="connsiteY916" fmla="*/ 390335 h 428625"/>
                <a:gd name="connsiteX917" fmla="*/ 285845 w 352425"/>
                <a:gd name="connsiteY917" fmla="*/ 391382 h 428625"/>
                <a:gd name="connsiteX918" fmla="*/ 285750 w 352425"/>
                <a:gd name="connsiteY918" fmla="*/ 392240 h 428625"/>
                <a:gd name="connsiteX919" fmla="*/ 285464 w 352425"/>
                <a:gd name="connsiteY919" fmla="*/ 393097 h 428625"/>
                <a:gd name="connsiteX920" fmla="*/ 285464 w 352425"/>
                <a:gd name="connsiteY920" fmla="*/ 394144 h 428625"/>
                <a:gd name="connsiteX921" fmla="*/ 285560 w 352425"/>
                <a:gd name="connsiteY921" fmla="*/ 395478 h 428625"/>
                <a:gd name="connsiteX922" fmla="*/ 286226 w 352425"/>
                <a:gd name="connsiteY922" fmla="*/ 397573 h 428625"/>
                <a:gd name="connsiteX923" fmla="*/ 286417 w 352425"/>
                <a:gd name="connsiteY923" fmla="*/ 398812 h 428625"/>
                <a:gd name="connsiteX924" fmla="*/ 286512 w 352425"/>
                <a:gd name="connsiteY924" fmla="*/ 399955 h 428625"/>
                <a:gd name="connsiteX925" fmla="*/ 286131 w 352425"/>
                <a:gd name="connsiteY925" fmla="*/ 401860 h 428625"/>
                <a:gd name="connsiteX926" fmla="*/ 286512 w 352425"/>
                <a:gd name="connsiteY926" fmla="*/ 406432 h 428625"/>
                <a:gd name="connsiteX927" fmla="*/ 286417 w 352425"/>
                <a:gd name="connsiteY927" fmla="*/ 407479 h 428625"/>
                <a:gd name="connsiteX928" fmla="*/ 286226 w 352425"/>
                <a:gd name="connsiteY928" fmla="*/ 408146 h 428625"/>
                <a:gd name="connsiteX929" fmla="*/ 285845 w 352425"/>
                <a:gd name="connsiteY929" fmla="*/ 408908 h 428625"/>
                <a:gd name="connsiteX930" fmla="*/ 283750 w 352425"/>
                <a:gd name="connsiteY930" fmla="*/ 411956 h 428625"/>
                <a:gd name="connsiteX931" fmla="*/ 283274 w 352425"/>
                <a:gd name="connsiteY931" fmla="*/ 413004 h 428625"/>
                <a:gd name="connsiteX932" fmla="*/ 281654 w 352425"/>
                <a:gd name="connsiteY932" fmla="*/ 422243 h 428625"/>
                <a:gd name="connsiteX933" fmla="*/ 281654 w 352425"/>
                <a:gd name="connsiteY933" fmla="*/ 423482 h 428625"/>
                <a:gd name="connsiteX934" fmla="*/ 282035 w 352425"/>
                <a:gd name="connsiteY934" fmla="*/ 424339 h 428625"/>
                <a:gd name="connsiteX935" fmla="*/ 282607 w 352425"/>
                <a:gd name="connsiteY935" fmla="*/ 425101 h 428625"/>
                <a:gd name="connsiteX936" fmla="*/ 283178 w 352425"/>
                <a:gd name="connsiteY936" fmla="*/ 425672 h 428625"/>
                <a:gd name="connsiteX937" fmla="*/ 283750 w 352425"/>
                <a:gd name="connsiteY937" fmla="*/ 426434 h 428625"/>
                <a:gd name="connsiteX938" fmla="*/ 283750 w 352425"/>
                <a:gd name="connsiteY938" fmla="*/ 427006 h 428625"/>
                <a:gd name="connsiteX939" fmla="*/ 283559 w 352425"/>
                <a:gd name="connsiteY939" fmla="*/ 427387 h 428625"/>
                <a:gd name="connsiteX940" fmla="*/ 281273 w 352425"/>
                <a:gd name="connsiteY940" fmla="*/ 428053 h 428625"/>
                <a:gd name="connsiteX941" fmla="*/ 280797 w 352425"/>
                <a:gd name="connsiteY941" fmla="*/ 428530 h 428625"/>
                <a:gd name="connsiteX942" fmla="*/ 280416 w 352425"/>
                <a:gd name="connsiteY942" fmla="*/ 429387 h 428625"/>
                <a:gd name="connsiteX943" fmla="*/ 280511 w 352425"/>
                <a:gd name="connsiteY943" fmla="*/ 430149 h 428625"/>
                <a:gd name="connsiteX944" fmla="*/ 280988 w 352425"/>
                <a:gd name="connsiteY944" fmla="*/ 430816 h 428625"/>
                <a:gd name="connsiteX945" fmla="*/ 281464 w 352425"/>
                <a:gd name="connsiteY945" fmla="*/ 431197 h 428625"/>
                <a:gd name="connsiteX946" fmla="*/ 282702 w 352425"/>
                <a:gd name="connsiteY946" fmla="*/ 431864 h 428625"/>
                <a:gd name="connsiteX947" fmla="*/ 286226 w 352425"/>
                <a:gd name="connsiteY947" fmla="*/ 430530 h 428625"/>
                <a:gd name="connsiteX948" fmla="*/ 289941 w 352425"/>
                <a:gd name="connsiteY948" fmla="*/ 430720 h 428625"/>
                <a:gd name="connsiteX949" fmla="*/ 290894 w 352425"/>
                <a:gd name="connsiteY949" fmla="*/ 429387 h 428625"/>
                <a:gd name="connsiteX950" fmla="*/ 292322 w 352425"/>
                <a:gd name="connsiteY950" fmla="*/ 425768 h 428625"/>
                <a:gd name="connsiteX951" fmla="*/ 293751 w 352425"/>
                <a:gd name="connsiteY951" fmla="*/ 424053 h 428625"/>
                <a:gd name="connsiteX952" fmla="*/ 295370 w 352425"/>
                <a:gd name="connsiteY952" fmla="*/ 423291 h 428625"/>
                <a:gd name="connsiteX953" fmla="*/ 301371 w 352425"/>
                <a:gd name="connsiteY953" fmla="*/ 422624 h 428625"/>
                <a:gd name="connsiteX954" fmla="*/ 302038 w 352425"/>
                <a:gd name="connsiteY954" fmla="*/ 421957 h 428625"/>
                <a:gd name="connsiteX955" fmla="*/ 301847 w 352425"/>
                <a:gd name="connsiteY955" fmla="*/ 421005 h 428625"/>
                <a:gd name="connsiteX956" fmla="*/ 300990 w 352425"/>
                <a:gd name="connsiteY956" fmla="*/ 420053 h 428625"/>
                <a:gd name="connsiteX957" fmla="*/ 297466 w 352425"/>
                <a:gd name="connsiteY957" fmla="*/ 418433 h 428625"/>
                <a:gd name="connsiteX958" fmla="*/ 296799 w 352425"/>
                <a:gd name="connsiteY958" fmla="*/ 417386 h 428625"/>
                <a:gd name="connsiteX959" fmla="*/ 296704 w 352425"/>
                <a:gd name="connsiteY959" fmla="*/ 416052 h 428625"/>
                <a:gd name="connsiteX960" fmla="*/ 297752 w 352425"/>
                <a:gd name="connsiteY960" fmla="*/ 414052 h 428625"/>
                <a:gd name="connsiteX961" fmla="*/ 299085 w 352425"/>
                <a:gd name="connsiteY961" fmla="*/ 413480 h 428625"/>
                <a:gd name="connsiteX962" fmla="*/ 300704 w 352425"/>
                <a:gd name="connsiteY962" fmla="*/ 413671 h 428625"/>
                <a:gd name="connsiteX963" fmla="*/ 304514 w 352425"/>
                <a:gd name="connsiteY963" fmla="*/ 415290 h 428625"/>
                <a:gd name="connsiteX964" fmla="*/ 306610 w 352425"/>
                <a:gd name="connsiteY964" fmla="*/ 415861 h 428625"/>
                <a:gd name="connsiteX965" fmla="*/ 308515 w 352425"/>
                <a:gd name="connsiteY965" fmla="*/ 415766 h 428625"/>
                <a:gd name="connsiteX966" fmla="*/ 309563 w 352425"/>
                <a:gd name="connsiteY966" fmla="*/ 415004 h 428625"/>
                <a:gd name="connsiteX967" fmla="*/ 311277 w 352425"/>
                <a:gd name="connsiteY967" fmla="*/ 412718 h 428625"/>
                <a:gd name="connsiteX968" fmla="*/ 312039 w 352425"/>
                <a:gd name="connsiteY968" fmla="*/ 412718 h 428625"/>
                <a:gd name="connsiteX969" fmla="*/ 312611 w 352425"/>
                <a:gd name="connsiteY969" fmla="*/ 413290 h 428625"/>
                <a:gd name="connsiteX970" fmla="*/ 312992 w 352425"/>
                <a:gd name="connsiteY970" fmla="*/ 414242 h 428625"/>
                <a:gd name="connsiteX971" fmla="*/ 313563 w 352425"/>
                <a:gd name="connsiteY971" fmla="*/ 415099 h 428625"/>
                <a:gd name="connsiteX972" fmla="*/ 314801 w 352425"/>
                <a:gd name="connsiteY972" fmla="*/ 415195 h 428625"/>
                <a:gd name="connsiteX973" fmla="*/ 315373 w 352425"/>
                <a:gd name="connsiteY973" fmla="*/ 414623 h 428625"/>
                <a:gd name="connsiteX974" fmla="*/ 316040 w 352425"/>
                <a:gd name="connsiteY974" fmla="*/ 412814 h 428625"/>
                <a:gd name="connsiteX975" fmla="*/ 316802 w 352425"/>
                <a:gd name="connsiteY975" fmla="*/ 412718 h 428625"/>
                <a:gd name="connsiteX976" fmla="*/ 317468 w 352425"/>
                <a:gd name="connsiteY976" fmla="*/ 413290 h 428625"/>
                <a:gd name="connsiteX977" fmla="*/ 318230 w 352425"/>
                <a:gd name="connsiteY977" fmla="*/ 414623 h 428625"/>
                <a:gd name="connsiteX978" fmla="*/ 318802 w 352425"/>
                <a:gd name="connsiteY978" fmla="*/ 415481 h 428625"/>
                <a:gd name="connsiteX979" fmla="*/ 319564 w 352425"/>
                <a:gd name="connsiteY979" fmla="*/ 415957 h 428625"/>
                <a:gd name="connsiteX980" fmla="*/ 320040 w 352425"/>
                <a:gd name="connsiteY980" fmla="*/ 415861 h 428625"/>
                <a:gd name="connsiteX981" fmla="*/ 320516 w 352425"/>
                <a:gd name="connsiteY981" fmla="*/ 415385 h 428625"/>
                <a:gd name="connsiteX982" fmla="*/ 322231 w 352425"/>
                <a:gd name="connsiteY982" fmla="*/ 413099 h 428625"/>
                <a:gd name="connsiteX983" fmla="*/ 325469 w 352425"/>
                <a:gd name="connsiteY983" fmla="*/ 413766 h 428625"/>
                <a:gd name="connsiteX984" fmla="*/ 328422 w 352425"/>
                <a:gd name="connsiteY984" fmla="*/ 410813 h 428625"/>
                <a:gd name="connsiteX985" fmla="*/ 329184 w 352425"/>
                <a:gd name="connsiteY985" fmla="*/ 410242 h 428625"/>
                <a:gd name="connsiteX986" fmla="*/ 330137 w 352425"/>
                <a:gd name="connsiteY986" fmla="*/ 409861 h 428625"/>
                <a:gd name="connsiteX987" fmla="*/ 330708 w 352425"/>
                <a:gd name="connsiteY987" fmla="*/ 409765 h 428625"/>
                <a:gd name="connsiteX988" fmla="*/ 331565 w 352425"/>
                <a:gd name="connsiteY988" fmla="*/ 409575 h 428625"/>
                <a:gd name="connsiteX989" fmla="*/ 332518 w 352425"/>
                <a:gd name="connsiteY989" fmla="*/ 409003 h 428625"/>
                <a:gd name="connsiteX990" fmla="*/ 333756 w 352425"/>
                <a:gd name="connsiteY990" fmla="*/ 407956 h 428625"/>
                <a:gd name="connsiteX991" fmla="*/ 338138 w 352425"/>
                <a:gd name="connsiteY991" fmla="*/ 407098 h 428625"/>
                <a:gd name="connsiteX992" fmla="*/ 338900 w 352425"/>
                <a:gd name="connsiteY992" fmla="*/ 406527 h 428625"/>
                <a:gd name="connsiteX993" fmla="*/ 342043 w 352425"/>
                <a:gd name="connsiteY993" fmla="*/ 403098 h 428625"/>
                <a:gd name="connsiteX994" fmla="*/ 343281 w 352425"/>
                <a:gd name="connsiteY994" fmla="*/ 402907 h 428625"/>
                <a:gd name="connsiteX995" fmla="*/ 344615 w 352425"/>
                <a:gd name="connsiteY995" fmla="*/ 403289 h 428625"/>
                <a:gd name="connsiteX996" fmla="*/ 346043 w 352425"/>
                <a:gd name="connsiteY996" fmla="*/ 403860 h 428625"/>
                <a:gd name="connsiteX997" fmla="*/ 347282 w 352425"/>
                <a:gd name="connsiteY997" fmla="*/ 403479 h 428625"/>
                <a:gd name="connsiteX998" fmla="*/ 348425 w 352425"/>
                <a:gd name="connsiteY998" fmla="*/ 402145 h 428625"/>
                <a:gd name="connsiteX999" fmla="*/ 349472 w 352425"/>
                <a:gd name="connsiteY999" fmla="*/ 399288 h 428625"/>
                <a:gd name="connsiteX1000" fmla="*/ 350044 w 352425"/>
                <a:gd name="connsiteY1000" fmla="*/ 398526 h 428625"/>
                <a:gd name="connsiteX1001" fmla="*/ 351663 w 352425"/>
                <a:gd name="connsiteY1001" fmla="*/ 396240 h 428625"/>
                <a:gd name="connsiteX1002" fmla="*/ 354140 w 352425"/>
                <a:gd name="connsiteY1002" fmla="*/ 395097 h 428625"/>
                <a:gd name="connsiteX1003" fmla="*/ 353759 w 352425"/>
                <a:gd name="connsiteY1003" fmla="*/ 392240 h 428625"/>
                <a:gd name="connsiteX1004" fmla="*/ 352139 w 352425"/>
                <a:gd name="connsiteY1004" fmla="*/ 388906 h 428625"/>
                <a:gd name="connsiteX1005" fmla="*/ 351187 w 352425"/>
                <a:gd name="connsiteY1005" fmla="*/ 386239 h 428625"/>
                <a:gd name="connsiteX1006" fmla="*/ 350234 w 352425"/>
                <a:gd name="connsiteY1006" fmla="*/ 385191 h 428625"/>
                <a:gd name="connsiteX1007" fmla="*/ 348425 w 352425"/>
                <a:gd name="connsiteY1007" fmla="*/ 384143 h 428625"/>
                <a:gd name="connsiteX1008" fmla="*/ 347091 w 352425"/>
                <a:gd name="connsiteY1008" fmla="*/ 382715 h 428625"/>
                <a:gd name="connsiteX1009" fmla="*/ 348044 w 352425"/>
                <a:gd name="connsiteY1009" fmla="*/ 379476 h 428625"/>
                <a:gd name="connsiteX1010" fmla="*/ 347377 w 352425"/>
                <a:gd name="connsiteY1010" fmla="*/ 375857 h 428625"/>
                <a:gd name="connsiteX1011" fmla="*/ 347282 w 352425"/>
                <a:gd name="connsiteY1011" fmla="*/ 374142 h 428625"/>
                <a:gd name="connsiteX1012" fmla="*/ 351187 w 352425"/>
                <a:gd name="connsiteY1012" fmla="*/ 376714 h 428625"/>
                <a:gd name="connsiteX1013" fmla="*/ 350234 w 352425"/>
                <a:gd name="connsiteY1013" fmla="*/ 372428 h 428625"/>
                <a:gd name="connsiteX1014" fmla="*/ 350139 w 352425"/>
                <a:gd name="connsiteY1014" fmla="*/ 368998 h 428625"/>
                <a:gd name="connsiteX1015" fmla="*/ 351568 w 352425"/>
                <a:gd name="connsiteY1015" fmla="*/ 366617 h 428625"/>
                <a:gd name="connsiteX1016" fmla="*/ 355187 w 352425"/>
                <a:gd name="connsiteY1016" fmla="*/ 365188 h 428625"/>
                <a:gd name="connsiteX1017" fmla="*/ 354044 w 352425"/>
                <a:gd name="connsiteY1017" fmla="*/ 363665 h 428625"/>
                <a:gd name="connsiteX1018" fmla="*/ 350901 w 352425"/>
                <a:gd name="connsiteY1018" fmla="*/ 363188 h 428625"/>
                <a:gd name="connsiteX1019" fmla="*/ 350425 w 352425"/>
                <a:gd name="connsiteY1019" fmla="*/ 361569 h 428625"/>
                <a:gd name="connsiteX1020" fmla="*/ 350901 w 352425"/>
                <a:gd name="connsiteY1020" fmla="*/ 361188 h 428625"/>
                <a:gd name="connsiteX1021" fmla="*/ 352044 w 352425"/>
                <a:gd name="connsiteY1021" fmla="*/ 360902 h 428625"/>
                <a:gd name="connsiteX1022" fmla="*/ 353092 w 352425"/>
                <a:gd name="connsiteY1022" fmla="*/ 360426 h 428625"/>
                <a:gd name="connsiteX1023" fmla="*/ 353663 w 352425"/>
                <a:gd name="connsiteY1023" fmla="*/ 359378 h 428625"/>
                <a:gd name="connsiteX1024" fmla="*/ 353759 w 352425"/>
                <a:gd name="connsiteY1024" fmla="*/ 358426 h 428625"/>
                <a:gd name="connsiteX1025" fmla="*/ 354044 w 352425"/>
                <a:gd name="connsiteY1025" fmla="*/ 357759 h 428625"/>
                <a:gd name="connsiteX1026" fmla="*/ 354521 w 352425"/>
                <a:gd name="connsiteY1026" fmla="*/ 357283 h 428625"/>
                <a:gd name="connsiteX1027" fmla="*/ 355187 w 352425"/>
                <a:gd name="connsiteY1027" fmla="*/ 357092 h 428625"/>
                <a:gd name="connsiteX1028" fmla="*/ 354140 w 352425"/>
                <a:gd name="connsiteY1028" fmla="*/ 355663 h 428625"/>
                <a:gd name="connsiteX1029" fmla="*/ 351187 w 352425"/>
                <a:gd name="connsiteY1029" fmla="*/ 355282 h 428625"/>
                <a:gd name="connsiteX1030" fmla="*/ 349663 w 352425"/>
                <a:gd name="connsiteY1030" fmla="*/ 354425 h 428625"/>
                <a:gd name="connsiteX1031" fmla="*/ 349472 w 352425"/>
                <a:gd name="connsiteY1031" fmla="*/ 353187 h 428625"/>
                <a:gd name="connsiteX1032" fmla="*/ 349568 w 352425"/>
                <a:gd name="connsiteY1032" fmla="*/ 351377 h 428625"/>
                <a:gd name="connsiteX1033" fmla="*/ 349377 w 352425"/>
                <a:gd name="connsiteY1033" fmla="*/ 349758 h 428625"/>
                <a:gd name="connsiteX1034" fmla="*/ 346901 w 352425"/>
                <a:gd name="connsiteY1034" fmla="*/ 347567 h 428625"/>
                <a:gd name="connsiteX1035" fmla="*/ 347567 w 352425"/>
                <a:gd name="connsiteY1035" fmla="*/ 344329 h 428625"/>
                <a:gd name="connsiteX1036" fmla="*/ 350425 w 352425"/>
                <a:gd name="connsiteY1036" fmla="*/ 337375 h 428625"/>
                <a:gd name="connsiteX1037" fmla="*/ 347948 w 352425"/>
                <a:gd name="connsiteY1037" fmla="*/ 337661 h 428625"/>
                <a:gd name="connsiteX1038" fmla="*/ 347091 w 352425"/>
                <a:gd name="connsiteY1038" fmla="*/ 336899 h 428625"/>
                <a:gd name="connsiteX1039" fmla="*/ 347282 w 352425"/>
                <a:gd name="connsiteY1039" fmla="*/ 333184 h 428625"/>
                <a:gd name="connsiteX1040" fmla="*/ 346805 w 352425"/>
                <a:gd name="connsiteY1040" fmla="*/ 332042 h 428625"/>
                <a:gd name="connsiteX1041" fmla="*/ 345758 w 352425"/>
                <a:gd name="connsiteY1041" fmla="*/ 331946 h 428625"/>
                <a:gd name="connsiteX1042" fmla="*/ 343662 w 352425"/>
                <a:gd name="connsiteY1042" fmla="*/ 332708 h 428625"/>
                <a:gd name="connsiteX1043" fmla="*/ 342424 w 352425"/>
                <a:gd name="connsiteY1043" fmla="*/ 332518 h 428625"/>
                <a:gd name="connsiteX1044" fmla="*/ 342138 w 352425"/>
                <a:gd name="connsiteY1044" fmla="*/ 331851 h 428625"/>
                <a:gd name="connsiteX1045" fmla="*/ 342043 w 352425"/>
                <a:gd name="connsiteY1045" fmla="*/ 330994 h 428625"/>
                <a:gd name="connsiteX1046" fmla="*/ 341186 w 352425"/>
                <a:gd name="connsiteY1046" fmla="*/ 329470 h 428625"/>
                <a:gd name="connsiteX1047" fmla="*/ 341186 w 352425"/>
                <a:gd name="connsiteY1047" fmla="*/ 328708 h 428625"/>
                <a:gd name="connsiteX1048" fmla="*/ 340995 w 352425"/>
                <a:gd name="connsiteY1048" fmla="*/ 327946 h 428625"/>
                <a:gd name="connsiteX1049" fmla="*/ 340138 w 352425"/>
                <a:gd name="connsiteY1049" fmla="*/ 327469 h 428625"/>
                <a:gd name="connsiteX1050" fmla="*/ 339471 w 352425"/>
                <a:gd name="connsiteY1050" fmla="*/ 327660 h 428625"/>
                <a:gd name="connsiteX1051" fmla="*/ 337471 w 352425"/>
                <a:gd name="connsiteY1051" fmla="*/ 328898 h 428625"/>
                <a:gd name="connsiteX1052" fmla="*/ 336614 w 352425"/>
                <a:gd name="connsiteY1052" fmla="*/ 329279 h 428625"/>
                <a:gd name="connsiteX1053" fmla="*/ 336423 w 352425"/>
                <a:gd name="connsiteY1053" fmla="*/ 328517 h 428625"/>
                <a:gd name="connsiteX1054" fmla="*/ 336709 w 352425"/>
                <a:gd name="connsiteY1054" fmla="*/ 326993 h 428625"/>
                <a:gd name="connsiteX1055" fmla="*/ 336518 w 352425"/>
                <a:gd name="connsiteY1055" fmla="*/ 325469 h 428625"/>
                <a:gd name="connsiteX1056" fmla="*/ 334994 w 352425"/>
                <a:gd name="connsiteY1056" fmla="*/ 324803 h 428625"/>
                <a:gd name="connsiteX1057" fmla="*/ 333756 w 352425"/>
                <a:gd name="connsiteY1057" fmla="*/ 324421 h 428625"/>
                <a:gd name="connsiteX1058" fmla="*/ 332708 w 352425"/>
                <a:gd name="connsiteY1058" fmla="*/ 323564 h 428625"/>
                <a:gd name="connsiteX1059" fmla="*/ 331756 w 352425"/>
                <a:gd name="connsiteY1059" fmla="*/ 322326 h 428625"/>
                <a:gd name="connsiteX1060" fmla="*/ 330803 w 352425"/>
                <a:gd name="connsiteY1060" fmla="*/ 320802 h 428625"/>
                <a:gd name="connsiteX1061" fmla="*/ 324231 w 352425"/>
                <a:gd name="connsiteY1061" fmla="*/ 322040 h 428625"/>
                <a:gd name="connsiteX1062" fmla="*/ 322802 w 352425"/>
                <a:gd name="connsiteY1062" fmla="*/ 322612 h 428625"/>
                <a:gd name="connsiteX1063" fmla="*/ 320897 w 352425"/>
                <a:gd name="connsiteY1063" fmla="*/ 323755 h 428625"/>
                <a:gd name="connsiteX1064" fmla="*/ 319183 w 352425"/>
                <a:gd name="connsiteY1064" fmla="*/ 325469 h 428625"/>
                <a:gd name="connsiteX1065" fmla="*/ 318802 w 352425"/>
                <a:gd name="connsiteY1065" fmla="*/ 326326 h 428625"/>
                <a:gd name="connsiteX1066" fmla="*/ 319088 w 352425"/>
                <a:gd name="connsiteY1066" fmla="*/ 327184 h 428625"/>
                <a:gd name="connsiteX1067" fmla="*/ 319945 w 352425"/>
                <a:gd name="connsiteY1067" fmla="*/ 327946 h 428625"/>
                <a:gd name="connsiteX1068" fmla="*/ 320516 w 352425"/>
                <a:gd name="connsiteY1068" fmla="*/ 328803 h 428625"/>
                <a:gd name="connsiteX1069" fmla="*/ 320802 w 352425"/>
                <a:gd name="connsiteY1069" fmla="*/ 329565 h 428625"/>
                <a:gd name="connsiteX1070" fmla="*/ 320707 w 352425"/>
                <a:gd name="connsiteY1070" fmla="*/ 330232 h 428625"/>
                <a:gd name="connsiteX1071" fmla="*/ 320135 w 352425"/>
                <a:gd name="connsiteY1071" fmla="*/ 330898 h 428625"/>
                <a:gd name="connsiteX1072" fmla="*/ 319088 w 352425"/>
                <a:gd name="connsiteY1072" fmla="*/ 331565 h 428625"/>
                <a:gd name="connsiteX1073" fmla="*/ 315373 w 352425"/>
                <a:gd name="connsiteY1073" fmla="*/ 332232 h 428625"/>
                <a:gd name="connsiteX1074" fmla="*/ 310610 w 352425"/>
                <a:gd name="connsiteY1074" fmla="*/ 330422 h 428625"/>
                <a:gd name="connsiteX1075" fmla="*/ 308896 w 352425"/>
                <a:gd name="connsiteY1075" fmla="*/ 329184 h 428625"/>
                <a:gd name="connsiteX1076" fmla="*/ 306134 w 352425"/>
                <a:gd name="connsiteY1076" fmla="*/ 327660 h 428625"/>
                <a:gd name="connsiteX1077" fmla="*/ 304705 w 352425"/>
                <a:gd name="connsiteY1077" fmla="*/ 326612 h 428625"/>
                <a:gd name="connsiteX1078" fmla="*/ 303848 w 352425"/>
                <a:gd name="connsiteY1078" fmla="*/ 325660 h 428625"/>
                <a:gd name="connsiteX1079" fmla="*/ 303371 w 352425"/>
                <a:gd name="connsiteY1079" fmla="*/ 324707 h 428625"/>
                <a:gd name="connsiteX1080" fmla="*/ 302228 w 352425"/>
                <a:gd name="connsiteY1080" fmla="*/ 321088 h 428625"/>
                <a:gd name="connsiteX1081" fmla="*/ 301847 w 352425"/>
                <a:gd name="connsiteY1081" fmla="*/ 320230 h 428625"/>
                <a:gd name="connsiteX1082" fmla="*/ 301276 w 352425"/>
                <a:gd name="connsiteY1082" fmla="*/ 319659 h 428625"/>
                <a:gd name="connsiteX1083" fmla="*/ 293465 w 352425"/>
                <a:gd name="connsiteY1083" fmla="*/ 315659 h 428625"/>
                <a:gd name="connsiteX1084" fmla="*/ 292799 w 352425"/>
                <a:gd name="connsiteY1084" fmla="*/ 315563 h 428625"/>
                <a:gd name="connsiteX1085" fmla="*/ 292037 w 352425"/>
                <a:gd name="connsiteY1085" fmla="*/ 315754 h 428625"/>
                <a:gd name="connsiteX1086" fmla="*/ 291370 w 352425"/>
                <a:gd name="connsiteY1086" fmla="*/ 316897 h 428625"/>
                <a:gd name="connsiteX1087" fmla="*/ 291370 w 352425"/>
                <a:gd name="connsiteY1087" fmla="*/ 318421 h 428625"/>
                <a:gd name="connsiteX1088" fmla="*/ 290513 w 352425"/>
                <a:gd name="connsiteY1088" fmla="*/ 318802 h 428625"/>
                <a:gd name="connsiteX1089" fmla="*/ 288798 w 352425"/>
                <a:gd name="connsiteY1089" fmla="*/ 319183 h 428625"/>
                <a:gd name="connsiteX1090" fmla="*/ 282416 w 352425"/>
                <a:gd name="connsiteY1090" fmla="*/ 319659 h 428625"/>
                <a:gd name="connsiteX1091" fmla="*/ 278416 w 352425"/>
                <a:gd name="connsiteY1091" fmla="*/ 320802 h 428625"/>
                <a:gd name="connsiteX1092" fmla="*/ 278130 w 352425"/>
                <a:gd name="connsiteY1092" fmla="*/ 319659 h 428625"/>
                <a:gd name="connsiteX1093" fmla="*/ 278035 w 352425"/>
                <a:gd name="connsiteY1093" fmla="*/ 318992 h 428625"/>
                <a:gd name="connsiteX1094" fmla="*/ 277749 w 352425"/>
                <a:gd name="connsiteY1094" fmla="*/ 318325 h 428625"/>
                <a:gd name="connsiteX1095" fmla="*/ 277273 w 352425"/>
                <a:gd name="connsiteY1095" fmla="*/ 317468 h 428625"/>
                <a:gd name="connsiteX1096" fmla="*/ 276701 w 352425"/>
                <a:gd name="connsiteY1096" fmla="*/ 316706 h 428625"/>
                <a:gd name="connsiteX1097" fmla="*/ 274892 w 352425"/>
                <a:gd name="connsiteY1097" fmla="*/ 315087 h 428625"/>
                <a:gd name="connsiteX1098" fmla="*/ 274034 w 352425"/>
                <a:gd name="connsiteY1098" fmla="*/ 314039 h 428625"/>
                <a:gd name="connsiteX1099" fmla="*/ 273844 w 352425"/>
                <a:gd name="connsiteY1099" fmla="*/ 312992 h 428625"/>
                <a:gd name="connsiteX1100" fmla="*/ 274225 w 352425"/>
                <a:gd name="connsiteY1100" fmla="*/ 311944 h 428625"/>
                <a:gd name="connsiteX1101" fmla="*/ 276701 w 352425"/>
                <a:gd name="connsiteY1101" fmla="*/ 309563 h 428625"/>
                <a:gd name="connsiteX1102" fmla="*/ 277749 w 352425"/>
                <a:gd name="connsiteY1102" fmla="*/ 307276 h 428625"/>
                <a:gd name="connsiteX1103" fmla="*/ 278321 w 352425"/>
                <a:gd name="connsiteY1103" fmla="*/ 306515 h 428625"/>
                <a:gd name="connsiteX1104" fmla="*/ 279559 w 352425"/>
                <a:gd name="connsiteY1104" fmla="*/ 306038 h 428625"/>
                <a:gd name="connsiteX1105" fmla="*/ 281750 w 352425"/>
                <a:gd name="connsiteY1105" fmla="*/ 305657 h 428625"/>
                <a:gd name="connsiteX1106" fmla="*/ 282702 w 352425"/>
                <a:gd name="connsiteY1106" fmla="*/ 305371 h 428625"/>
                <a:gd name="connsiteX1107" fmla="*/ 283369 w 352425"/>
                <a:gd name="connsiteY1107" fmla="*/ 304705 h 428625"/>
                <a:gd name="connsiteX1108" fmla="*/ 283655 w 352425"/>
                <a:gd name="connsiteY1108" fmla="*/ 302038 h 428625"/>
                <a:gd name="connsiteX1109" fmla="*/ 284131 w 352425"/>
                <a:gd name="connsiteY1109" fmla="*/ 300895 h 428625"/>
                <a:gd name="connsiteX1110" fmla="*/ 286131 w 352425"/>
                <a:gd name="connsiteY1110" fmla="*/ 299085 h 428625"/>
                <a:gd name="connsiteX1111" fmla="*/ 286988 w 352425"/>
                <a:gd name="connsiteY1111" fmla="*/ 297561 h 428625"/>
                <a:gd name="connsiteX1112" fmla="*/ 286703 w 352425"/>
                <a:gd name="connsiteY1112" fmla="*/ 296037 h 428625"/>
                <a:gd name="connsiteX1113" fmla="*/ 285941 w 352425"/>
                <a:gd name="connsiteY1113" fmla="*/ 294608 h 428625"/>
                <a:gd name="connsiteX1114" fmla="*/ 285750 w 352425"/>
                <a:gd name="connsiteY1114" fmla="*/ 293751 h 428625"/>
                <a:gd name="connsiteX1115" fmla="*/ 285845 w 352425"/>
                <a:gd name="connsiteY1115" fmla="*/ 291751 h 428625"/>
                <a:gd name="connsiteX1116" fmla="*/ 285464 w 352425"/>
                <a:gd name="connsiteY1116" fmla="*/ 284988 h 428625"/>
                <a:gd name="connsiteX1117" fmla="*/ 285560 w 352425"/>
                <a:gd name="connsiteY1117" fmla="*/ 283369 h 428625"/>
                <a:gd name="connsiteX1118" fmla="*/ 285750 w 352425"/>
                <a:gd name="connsiteY1118" fmla="*/ 282035 h 428625"/>
                <a:gd name="connsiteX1119" fmla="*/ 286512 w 352425"/>
                <a:gd name="connsiteY1119" fmla="*/ 280511 h 428625"/>
                <a:gd name="connsiteX1120" fmla="*/ 287846 w 352425"/>
                <a:gd name="connsiteY1120" fmla="*/ 279273 h 428625"/>
                <a:gd name="connsiteX1121" fmla="*/ 290608 w 352425"/>
                <a:gd name="connsiteY1121" fmla="*/ 277749 h 428625"/>
                <a:gd name="connsiteX1122" fmla="*/ 293465 w 352425"/>
                <a:gd name="connsiteY1122" fmla="*/ 276796 h 428625"/>
                <a:gd name="connsiteX1123" fmla="*/ 297275 w 352425"/>
                <a:gd name="connsiteY1123" fmla="*/ 276892 h 428625"/>
                <a:gd name="connsiteX1124" fmla="*/ 299371 w 352425"/>
                <a:gd name="connsiteY1124" fmla="*/ 275177 h 428625"/>
                <a:gd name="connsiteX1125" fmla="*/ 299942 w 352425"/>
                <a:gd name="connsiteY1125" fmla="*/ 274225 h 428625"/>
                <a:gd name="connsiteX1126" fmla="*/ 300895 w 352425"/>
                <a:gd name="connsiteY1126" fmla="*/ 273082 h 428625"/>
                <a:gd name="connsiteX1127" fmla="*/ 301943 w 352425"/>
                <a:gd name="connsiteY1127" fmla="*/ 273177 h 428625"/>
                <a:gd name="connsiteX1128" fmla="*/ 307277 w 352425"/>
                <a:gd name="connsiteY1128" fmla="*/ 274606 h 428625"/>
                <a:gd name="connsiteX1129" fmla="*/ 308705 w 352425"/>
                <a:gd name="connsiteY1129" fmla="*/ 275272 h 428625"/>
                <a:gd name="connsiteX1130" fmla="*/ 310229 w 352425"/>
                <a:gd name="connsiteY1130" fmla="*/ 275749 h 428625"/>
                <a:gd name="connsiteX1131" fmla="*/ 310991 w 352425"/>
                <a:gd name="connsiteY1131" fmla="*/ 275844 h 428625"/>
                <a:gd name="connsiteX1132" fmla="*/ 316230 w 352425"/>
                <a:gd name="connsiteY1132" fmla="*/ 273844 h 428625"/>
                <a:gd name="connsiteX1133" fmla="*/ 317659 w 352425"/>
                <a:gd name="connsiteY1133" fmla="*/ 271082 h 428625"/>
                <a:gd name="connsiteX1134" fmla="*/ 318421 w 352425"/>
                <a:gd name="connsiteY1134" fmla="*/ 269938 h 428625"/>
                <a:gd name="connsiteX1135" fmla="*/ 318516 w 352425"/>
                <a:gd name="connsiteY1135" fmla="*/ 268891 h 428625"/>
                <a:gd name="connsiteX1136" fmla="*/ 318135 w 352425"/>
                <a:gd name="connsiteY1136" fmla="*/ 267653 h 428625"/>
                <a:gd name="connsiteX1137" fmla="*/ 317278 w 352425"/>
                <a:gd name="connsiteY1137" fmla="*/ 266128 h 428625"/>
                <a:gd name="connsiteX1138" fmla="*/ 316421 w 352425"/>
                <a:gd name="connsiteY1138" fmla="*/ 265176 h 428625"/>
                <a:gd name="connsiteX1139" fmla="*/ 313277 w 352425"/>
                <a:gd name="connsiteY1139" fmla="*/ 262414 h 428625"/>
                <a:gd name="connsiteX1140" fmla="*/ 313563 w 352425"/>
                <a:gd name="connsiteY1140" fmla="*/ 260128 h 428625"/>
                <a:gd name="connsiteX1141" fmla="*/ 314992 w 352425"/>
                <a:gd name="connsiteY1141" fmla="*/ 259175 h 428625"/>
                <a:gd name="connsiteX1142" fmla="*/ 315659 w 352425"/>
                <a:gd name="connsiteY1142" fmla="*/ 257937 h 428625"/>
                <a:gd name="connsiteX1143" fmla="*/ 312611 w 352425"/>
                <a:gd name="connsiteY1143" fmla="*/ 252794 h 428625"/>
                <a:gd name="connsiteX1144" fmla="*/ 310134 w 352425"/>
                <a:gd name="connsiteY1144" fmla="*/ 244411 h 428625"/>
                <a:gd name="connsiteX1145" fmla="*/ 309753 w 352425"/>
                <a:gd name="connsiteY1145" fmla="*/ 244030 h 428625"/>
                <a:gd name="connsiteX1146" fmla="*/ 309277 w 352425"/>
                <a:gd name="connsiteY1146" fmla="*/ 243745 h 428625"/>
                <a:gd name="connsiteX1147" fmla="*/ 308705 w 352425"/>
                <a:gd name="connsiteY1147" fmla="*/ 243269 h 428625"/>
                <a:gd name="connsiteX1148" fmla="*/ 308515 w 352425"/>
                <a:gd name="connsiteY1148" fmla="*/ 242221 h 428625"/>
                <a:gd name="connsiteX1149" fmla="*/ 308610 w 352425"/>
                <a:gd name="connsiteY1149" fmla="*/ 241840 h 428625"/>
                <a:gd name="connsiteX1150" fmla="*/ 308991 w 352425"/>
                <a:gd name="connsiteY1150" fmla="*/ 241649 h 428625"/>
                <a:gd name="connsiteX1151" fmla="*/ 309277 w 352425"/>
                <a:gd name="connsiteY1151" fmla="*/ 241173 h 428625"/>
                <a:gd name="connsiteX1152" fmla="*/ 309372 w 352425"/>
                <a:gd name="connsiteY1152" fmla="*/ 240411 h 428625"/>
                <a:gd name="connsiteX1153" fmla="*/ 308134 w 352425"/>
                <a:gd name="connsiteY1153" fmla="*/ 220504 h 428625"/>
                <a:gd name="connsiteX1154" fmla="*/ 308515 w 352425"/>
                <a:gd name="connsiteY1154" fmla="*/ 219361 h 428625"/>
                <a:gd name="connsiteX1155" fmla="*/ 309753 w 352425"/>
                <a:gd name="connsiteY1155" fmla="*/ 217742 h 428625"/>
                <a:gd name="connsiteX1156" fmla="*/ 310420 w 352425"/>
                <a:gd name="connsiteY1156" fmla="*/ 216217 h 428625"/>
                <a:gd name="connsiteX1157" fmla="*/ 309848 w 352425"/>
                <a:gd name="connsiteY1157" fmla="*/ 214789 h 428625"/>
                <a:gd name="connsiteX1158" fmla="*/ 308991 w 352425"/>
                <a:gd name="connsiteY1158" fmla="*/ 213550 h 428625"/>
                <a:gd name="connsiteX1159" fmla="*/ 308515 w 352425"/>
                <a:gd name="connsiteY1159" fmla="*/ 212312 h 428625"/>
                <a:gd name="connsiteX1160" fmla="*/ 308420 w 352425"/>
                <a:gd name="connsiteY1160" fmla="*/ 208407 h 428625"/>
                <a:gd name="connsiteX1161" fmla="*/ 308515 w 352425"/>
                <a:gd name="connsiteY1161" fmla="*/ 207359 h 428625"/>
                <a:gd name="connsiteX1162" fmla="*/ 309086 w 352425"/>
                <a:gd name="connsiteY1162" fmla="*/ 206216 h 428625"/>
                <a:gd name="connsiteX1163" fmla="*/ 309848 w 352425"/>
                <a:gd name="connsiteY1163" fmla="*/ 205264 h 428625"/>
                <a:gd name="connsiteX1164" fmla="*/ 310325 w 352425"/>
                <a:gd name="connsiteY1164" fmla="*/ 204311 h 428625"/>
                <a:gd name="connsiteX1165" fmla="*/ 310134 w 352425"/>
                <a:gd name="connsiteY1165" fmla="*/ 202787 h 428625"/>
                <a:gd name="connsiteX1166" fmla="*/ 308134 w 352425"/>
                <a:gd name="connsiteY1166" fmla="*/ 201263 h 428625"/>
                <a:gd name="connsiteX1167" fmla="*/ 304895 w 352425"/>
                <a:gd name="connsiteY1167" fmla="*/ 201168 h 428625"/>
                <a:gd name="connsiteX1168" fmla="*/ 301943 w 352425"/>
                <a:gd name="connsiteY1168" fmla="*/ 201549 h 428625"/>
                <a:gd name="connsiteX1169" fmla="*/ 300609 w 352425"/>
                <a:gd name="connsiteY1169" fmla="*/ 201454 h 428625"/>
                <a:gd name="connsiteX1170" fmla="*/ 301466 w 352425"/>
                <a:gd name="connsiteY1170" fmla="*/ 199453 h 428625"/>
                <a:gd name="connsiteX1171" fmla="*/ 305467 w 352425"/>
                <a:gd name="connsiteY1171" fmla="*/ 195548 h 428625"/>
                <a:gd name="connsiteX1172" fmla="*/ 306991 w 352425"/>
                <a:gd name="connsiteY1172" fmla="*/ 193643 h 428625"/>
                <a:gd name="connsiteX1173" fmla="*/ 305181 w 352425"/>
                <a:gd name="connsiteY1173" fmla="*/ 192119 h 428625"/>
                <a:gd name="connsiteX1174" fmla="*/ 302038 w 352425"/>
                <a:gd name="connsiteY1174" fmla="*/ 192500 h 428625"/>
                <a:gd name="connsiteX1175" fmla="*/ 300609 w 352425"/>
                <a:gd name="connsiteY1175" fmla="*/ 190976 h 428625"/>
                <a:gd name="connsiteX1176" fmla="*/ 300990 w 352425"/>
                <a:gd name="connsiteY1176" fmla="*/ 191071 h 428625"/>
                <a:gd name="connsiteX1177" fmla="*/ 301276 w 352425"/>
                <a:gd name="connsiteY1177" fmla="*/ 190024 h 428625"/>
                <a:gd name="connsiteX1178" fmla="*/ 301466 w 352425"/>
                <a:gd name="connsiteY1178" fmla="*/ 187738 h 428625"/>
                <a:gd name="connsiteX1179" fmla="*/ 301181 w 352425"/>
                <a:gd name="connsiteY1179" fmla="*/ 186690 h 428625"/>
                <a:gd name="connsiteX1180" fmla="*/ 300038 w 352425"/>
                <a:gd name="connsiteY1180" fmla="*/ 185071 h 428625"/>
                <a:gd name="connsiteX1181" fmla="*/ 299752 w 352425"/>
                <a:gd name="connsiteY1181" fmla="*/ 184118 h 428625"/>
                <a:gd name="connsiteX1182" fmla="*/ 300514 w 352425"/>
                <a:gd name="connsiteY1182" fmla="*/ 182213 h 428625"/>
                <a:gd name="connsiteX1183" fmla="*/ 302228 w 352425"/>
                <a:gd name="connsiteY1183" fmla="*/ 181356 h 428625"/>
                <a:gd name="connsiteX1184" fmla="*/ 303848 w 352425"/>
                <a:gd name="connsiteY1184" fmla="*/ 180689 h 428625"/>
                <a:gd name="connsiteX1185" fmla="*/ 304610 w 352425"/>
                <a:gd name="connsiteY1185" fmla="*/ 179642 h 428625"/>
                <a:gd name="connsiteX1186" fmla="*/ 304133 w 352425"/>
                <a:gd name="connsiteY1186" fmla="*/ 178117 h 428625"/>
                <a:gd name="connsiteX1187" fmla="*/ 303371 w 352425"/>
                <a:gd name="connsiteY1187" fmla="*/ 176689 h 428625"/>
                <a:gd name="connsiteX1188" fmla="*/ 302990 w 352425"/>
                <a:gd name="connsiteY1188" fmla="*/ 174974 h 428625"/>
                <a:gd name="connsiteX1189" fmla="*/ 303848 w 352425"/>
                <a:gd name="connsiteY1189" fmla="*/ 172784 h 428625"/>
                <a:gd name="connsiteX1190" fmla="*/ 303181 w 352425"/>
                <a:gd name="connsiteY1190" fmla="*/ 170402 h 428625"/>
                <a:gd name="connsiteX1191" fmla="*/ 306229 w 352425"/>
                <a:gd name="connsiteY1191" fmla="*/ 167259 h 428625"/>
                <a:gd name="connsiteX1192" fmla="*/ 305372 w 352425"/>
                <a:gd name="connsiteY1192" fmla="*/ 164592 h 428625"/>
                <a:gd name="connsiteX1193" fmla="*/ 307848 w 352425"/>
                <a:gd name="connsiteY1193" fmla="*/ 163068 h 428625"/>
                <a:gd name="connsiteX1194" fmla="*/ 308896 w 352425"/>
                <a:gd name="connsiteY1194" fmla="*/ 161925 h 428625"/>
                <a:gd name="connsiteX1195" fmla="*/ 309372 w 352425"/>
                <a:gd name="connsiteY1195" fmla="*/ 160496 h 428625"/>
                <a:gd name="connsiteX1196" fmla="*/ 309182 w 352425"/>
                <a:gd name="connsiteY1196" fmla="*/ 159639 h 428625"/>
                <a:gd name="connsiteX1197" fmla="*/ 308610 w 352425"/>
                <a:gd name="connsiteY1197" fmla="*/ 158591 h 428625"/>
                <a:gd name="connsiteX1198" fmla="*/ 308324 w 352425"/>
                <a:gd name="connsiteY1198" fmla="*/ 157544 h 428625"/>
                <a:gd name="connsiteX1199" fmla="*/ 308515 w 352425"/>
                <a:gd name="connsiteY1199" fmla="*/ 156400 h 428625"/>
                <a:gd name="connsiteX1200" fmla="*/ 309277 w 352425"/>
                <a:gd name="connsiteY1200" fmla="*/ 155638 h 428625"/>
                <a:gd name="connsiteX1201" fmla="*/ 310229 w 352425"/>
                <a:gd name="connsiteY1201" fmla="*/ 155638 h 428625"/>
                <a:gd name="connsiteX1202" fmla="*/ 311087 w 352425"/>
                <a:gd name="connsiteY1202" fmla="*/ 155734 h 428625"/>
                <a:gd name="connsiteX1203" fmla="*/ 311753 w 352425"/>
                <a:gd name="connsiteY1203" fmla="*/ 155448 h 428625"/>
                <a:gd name="connsiteX1204" fmla="*/ 313849 w 352425"/>
                <a:gd name="connsiteY1204" fmla="*/ 151067 h 428625"/>
                <a:gd name="connsiteX1205" fmla="*/ 317278 w 352425"/>
                <a:gd name="connsiteY1205" fmla="*/ 134493 h 428625"/>
                <a:gd name="connsiteX1206" fmla="*/ 318516 w 352425"/>
                <a:gd name="connsiteY1206" fmla="*/ 130302 h 428625"/>
                <a:gd name="connsiteX1207" fmla="*/ 319564 w 352425"/>
                <a:gd name="connsiteY1207" fmla="*/ 128111 h 428625"/>
                <a:gd name="connsiteX1208" fmla="*/ 320802 w 352425"/>
                <a:gd name="connsiteY1208" fmla="*/ 127254 h 428625"/>
                <a:gd name="connsiteX1209" fmla="*/ 325088 w 352425"/>
                <a:gd name="connsiteY1209" fmla="*/ 122682 h 428625"/>
                <a:gd name="connsiteX1210" fmla="*/ 325279 w 352425"/>
                <a:gd name="connsiteY1210" fmla="*/ 122111 h 428625"/>
                <a:gd name="connsiteX1211" fmla="*/ 325279 w 352425"/>
                <a:gd name="connsiteY1211" fmla="*/ 121444 h 428625"/>
                <a:gd name="connsiteX1212" fmla="*/ 325374 w 352425"/>
                <a:gd name="connsiteY1212" fmla="*/ 120682 h 428625"/>
                <a:gd name="connsiteX1213" fmla="*/ 325946 w 352425"/>
                <a:gd name="connsiteY1213" fmla="*/ 119920 h 428625"/>
                <a:gd name="connsiteX1214" fmla="*/ 326422 w 352425"/>
                <a:gd name="connsiteY1214" fmla="*/ 119824 h 428625"/>
                <a:gd name="connsiteX1215" fmla="*/ 327755 w 352425"/>
                <a:gd name="connsiteY1215" fmla="*/ 120110 h 428625"/>
                <a:gd name="connsiteX1216" fmla="*/ 328327 w 352425"/>
                <a:gd name="connsiteY1216" fmla="*/ 119920 h 428625"/>
                <a:gd name="connsiteX1217" fmla="*/ 328898 w 352425"/>
                <a:gd name="connsiteY1217" fmla="*/ 119634 h 428625"/>
                <a:gd name="connsiteX1218" fmla="*/ 329470 w 352425"/>
                <a:gd name="connsiteY1218" fmla="*/ 119729 h 428625"/>
                <a:gd name="connsiteX1219" fmla="*/ 329756 w 352425"/>
                <a:gd name="connsiteY1219" fmla="*/ 119634 h 428625"/>
                <a:gd name="connsiteX1220" fmla="*/ 329851 w 352425"/>
                <a:gd name="connsiteY1220" fmla="*/ 117729 h 428625"/>
                <a:gd name="connsiteX1221" fmla="*/ 330041 w 352425"/>
                <a:gd name="connsiteY1221" fmla="*/ 117062 h 428625"/>
                <a:gd name="connsiteX1222" fmla="*/ 330327 w 352425"/>
                <a:gd name="connsiteY1222" fmla="*/ 116491 h 428625"/>
                <a:gd name="connsiteX1223" fmla="*/ 332137 w 352425"/>
                <a:gd name="connsiteY1223" fmla="*/ 115729 h 428625"/>
                <a:gd name="connsiteX1224" fmla="*/ 335756 w 352425"/>
                <a:gd name="connsiteY1224" fmla="*/ 112204 h 428625"/>
                <a:gd name="connsiteX1225" fmla="*/ 339566 w 352425"/>
                <a:gd name="connsiteY1225" fmla="*/ 110014 h 428625"/>
                <a:gd name="connsiteX1226" fmla="*/ 339852 w 352425"/>
                <a:gd name="connsiteY1226" fmla="*/ 106108 h 428625"/>
                <a:gd name="connsiteX1227" fmla="*/ 340900 w 352425"/>
                <a:gd name="connsiteY1227" fmla="*/ 104680 h 428625"/>
                <a:gd name="connsiteX1228" fmla="*/ 344329 w 352425"/>
                <a:gd name="connsiteY1228" fmla="*/ 101822 h 428625"/>
                <a:gd name="connsiteX1229" fmla="*/ 351854 w 352425"/>
                <a:gd name="connsiteY1229" fmla="*/ 94012 h 428625"/>
                <a:gd name="connsiteX1230" fmla="*/ 356711 w 352425"/>
                <a:gd name="connsiteY1230" fmla="*/ 90202 h 428625"/>
                <a:gd name="connsiteX1231" fmla="*/ 358807 w 352425"/>
                <a:gd name="connsiteY1231" fmla="*/ 87916 h 428625"/>
                <a:gd name="connsiteX1232" fmla="*/ 360521 w 352425"/>
                <a:gd name="connsiteY1232" fmla="*/ 81629 h 428625"/>
                <a:gd name="connsiteX1233" fmla="*/ 360902 w 352425"/>
                <a:gd name="connsiteY1233" fmla="*/ 75628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</a:cxnLst>
              <a:rect l="l" t="t" r="r" b="b"/>
              <a:pathLst>
                <a:path w="352425" h="428625">
                  <a:moveTo>
                    <a:pt x="360712" y="74200"/>
                  </a:moveTo>
                  <a:lnTo>
                    <a:pt x="360521" y="73914"/>
                  </a:lnTo>
                  <a:lnTo>
                    <a:pt x="360426" y="74009"/>
                  </a:lnTo>
                  <a:lnTo>
                    <a:pt x="355187" y="71152"/>
                  </a:lnTo>
                  <a:lnTo>
                    <a:pt x="352330" y="68294"/>
                  </a:lnTo>
                  <a:lnTo>
                    <a:pt x="350425" y="68294"/>
                  </a:lnTo>
                  <a:lnTo>
                    <a:pt x="349377" y="68866"/>
                  </a:lnTo>
                  <a:lnTo>
                    <a:pt x="347853" y="69151"/>
                  </a:lnTo>
                  <a:lnTo>
                    <a:pt x="346329" y="69342"/>
                  </a:lnTo>
                  <a:lnTo>
                    <a:pt x="344043" y="69247"/>
                  </a:lnTo>
                  <a:lnTo>
                    <a:pt x="343186" y="68770"/>
                  </a:lnTo>
                  <a:lnTo>
                    <a:pt x="343091" y="68199"/>
                  </a:lnTo>
                  <a:lnTo>
                    <a:pt x="344900" y="66103"/>
                  </a:lnTo>
                  <a:lnTo>
                    <a:pt x="345472" y="65151"/>
                  </a:lnTo>
                  <a:lnTo>
                    <a:pt x="345186" y="64294"/>
                  </a:lnTo>
                  <a:lnTo>
                    <a:pt x="344329" y="64389"/>
                  </a:lnTo>
                  <a:lnTo>
                    <a:pt x="340614" y="66865"/>
                  </a:lnTo>
                  <a:lnTo>
                    <a:pt x="338900" y="67627"/>
                  </a:lnTo>
                  <a:lnTo>
                    <a:pt x="336995" y="67723"/>
                  </a:lnTo>
                  <a:lnTo>
                    <a:pt x="335852" y="66865"/>
                  </a:lnTo>
                  <a:lnTo>
                    <a:pt x="335185" y="65913"/>
                  </a:lnTo>
                  <a:lnTo>
                    <a:pt x="334518" y="64960"/>
                  </a:lnTo>
                  <a:lnTo>
                    <a:pt x="333470" y="64484"/>
                  </a:lnTo>
                  <a:lnTo>
                    <a:pt x="328041" y="63532"/>
                  </a:lnTo>
                  <a:lnTo>
                    <a:pt x="326803" y="63055"/>
                  </a:lnTo>
                  <a:lnTo>
                    <a:pt x="324898" y="61722"/>
                  </a:lnTo>
                  <a:lnTo>
                    <a:pt x="320897" y="59722"/>
                  </a:lnTo>
                  <a:lnTo>
                    <a:pt x="317849" y="61531"/>
                  </a:lnTo>
                  <a:lnTo>
                    <a:pt x="317087" y="61341"/>
                  </a:lnTo>
                  <a:lnTo>
                    <a:pt x="316611" y="60484"/>
                  </a:lnTo>
                  <a:lnTo>
                    <a:pt x="316421" y="59912"/>
                  </a:lnTo>
                  <a:lnTo>
                    <a:pt x="316325" y="58198"/>
                  </a:lnTo>
                  <a:lnTo>
                    <a:pt x="310134" y="53054"/>
                  </a:lnTo>
                  <a:lnTo>
                    <a:pt x="308515" y="50959"/>
                  </a:lnTo>
                  <a:lnTo>
                    <a:pt x="308039" y="49054"/>
                  </a:lnTo>
                  <a:lnTo>
                    <a:pt x="309086" y="47053"/>
                  </a:lnTo>
                  <a:lnTo>
                    <a:pt x="309848" y="45434"/>
                  </a:lnTo>
                  <a:lnTo>
                    <a:pt x="310134" y="43529"/>
                  </a:lnTo>
                  <a:lnTo>
                    <a:pt x="309944" y="39815"/>
                  </a:lnTo>
                  <a:lnTo>
                    <a:pt x="310420" y="36290"/>
                  </a:lnTo>
                  <a:lnTo>
                    <a:pt x="310229" y="34290"/>
                  </a:lnTo>
                  <a:lnTo>
                    <a:pt x="309372" y="32385"/>
                  </a:lnTo>
                  <a:lnTo>
                    <a:pt x="307562" y="29908"/>
                  </a:lnTo>
                  <a:lnTo>
                    <a:pt x="306324" y="28480"/>
                  </a:lnTo>
                  <a:lnTo>
                    <a:pt x="303086" y="26289"/>
                  </a:lnTo>
                  <a:lnTo>
                    <a:pt x="298037" y="23336"/>
                  </a:lnTo>
                  <a:lnTo>
                    <a:pt x="294513" y="22003"/>
                  </a:lnTo>
                  <a:lnTo>
                    <a:pt x="293275" y="21050"/>
                  </a:lnTo>
                  <a:lnTo>
                    <a:pt x="292894" y="20193"/>
                  </a:lnTo>
                  <a:lnTo>
                    <a:pt x="292894" y="19336"/>
                  </a:lnTo>
                  <a:lnTo>
                    <a:pt x="292418" y="17717"/>
                  </a:lnTo>
                  <a:lnTo>
                    <a:pt x="291560" y="16859"/>
                  </a:lnTo>
                  <a:lnTo>
                    <a:pt x="290417" y="16288"/>
                  </a:lnTo>
                  <a:lnTo>
                    <a:pt x="288893" y="15907"/>
                  </a:lnTo>
                  <a:lnTo>
                    <a:pt x="288036" y="15240"/>
                  </a:lnTo>
                  <a:lnTo>
                    <a:pt x="287179" y="14097"/>
                  </a:lnTo>
                  <a:lnTo>
                    <a:pt x="286607" y="12478"/>
                  </a:lnTo>
                  <a:lnTo>
                    <a:pt x="286036" y="10001"/>
                  </a:lnTo>
                  <a:lnTo>
                    <a:pt x="285464" y="8572"/>
                  </a:lnTo>
                  <a:lnTo>
                    <a:pt x="284226" y="6953"/>
                  </a:lnTo>
                  <a:lnTo>
                    <a:pt x="282226" y="4667"/>
                  </a:lnTo>
                  <a:lnTo>
                    <a:pt x="280321" y="4381"/>
                  </a:lnTo>
                  <a:lnTo>
                    <a:pt x="278797" y="4477"/>
                  </a:lnTo>
                  <a:lnTo>
                    <a:pt x="277178" y="5048"/>
                  </a:lnTo>
                  <a:lnTo>
                    <a:pt x="275463" y="4763"/>
                  </a:lnTo>
                  <a:lnTo>
                    <a:pt x="274320" y="4096"/>
                  </a:lnTo>
                  <a:lnTo>
                    <a:pt x="273368" y="2953"/>
                  </a:lnTo>
                  <a:lnTo>
                    <a:pt x="272320" y="667"/>
                  </a:lnTo>
                  <a:lnTo>
                    <a:pt x="271844" y="190"/>
                  </a:lnTo>
                  <a:lnTo>
                    <a:pt x="271177" y="0"/>
                  </a:lnTo>
                  <a:lnTo>
                    <a:pt x="270320" y="95"/>
                  </a:lnTo>
                  <a:lnTo>
                    <a:pt x="269558" y="476"/>
                  </a:lnTo>
                  <a:lnTo>
                    <a:pt x="267843" y="1810"/>
                  </a:lnTo>
                  <a:lnTo>
                    <a:pt x="266795" y="2857"/>
                  </a:lnTo>
                  <a:lnTo>
                    <a:pt x="266319" y="3524"/>
                  </a:lnTo>
                  <a:lnTo>
                    <a:pt x="267462" y="4953"/>
                  </a:lnTo>
                  <a:lnTo>
                    <a:pt x="268319" y="6572"/>
                  </a:lnTo>
                  <a:lnTo>
                    <a:pt x="269653" y="9715"/>
                  </a:lnTo>
                  <a:lnTo>
                    <a:pt x="270224" y="10477"/>
                  </a:lnTo>
                  <a:lnTo>
                    <a:pt x="270986" y="10954"/>
                  </a:lnTo>
                  <a:lnTo>
                    <a:pt x="272606" y="11430"/>
                  </a:lnTo>
                  <a:lnTo>
                    <a:pt x="273272" y="11811"/>
                  </a:lnTo>
                  <a:lnTo>
                    <a:pt x="273749" y="12382"/>
                  </a:lnTo>
                  <a:lnTo>
                    <a:pt x="274034" y="13240"/>
                  </a:lnTo>
                  <a:lnTo>
                    <a:pt x="274130" y="14097"/>
                  </a:lnTo>
                  <a:lnTo>
                    <a:pt x="274034" y="14954"/>
                  </a:lnTo>
                  <a:lnTo>
                    <a:pt x="273463" y="16859"/>
                  </a:lnTo>
                  <a:lnTo>
                    <a:pt x="271653" y="19431"/>
                  </a:lnTo>
                  <a:lnTo>
                    <a:pt x="271367" y="21050"/>
                  </a:lnTo>
                  <a:lnTo>
                    <a:pt x="271558" y="22003"/>
                  </a:lnTo>
                  <a:lnTo>
                    <a:pt x="272225" y="23813"/>
                  </a:lnTo>
                  <a:lnTo>
                    <a:pt x="272796" y="24765"/>
                  </a:lnTo>
                  <a:lnTo>
                    <a:pt x="272987" y="25717"/>
                  </a:lnTo>
                  <a:lnTo>
                    <a:pt x="273082" y="26670"/>
                  </a:lnTo>
                  <a:lnTo>
                    <a:pt x="272510" y="28480"/>
                  </a:lnTo>
                  <a:lnTo>
                    <a:pt x="272129" y="31051"/>
                  </a:lnTo>
                  <a:lnTo>
                    <a:pt x="273177" y="34004"/>
                  </a:lnTo>
                  <a:lnTo>
                    <a:pt x="274415" y="34290"/>
                  </a:lnTo>
                  <a:lnTo>
                    <a:pt x="274796" y="34195"/>
                  </a:lnTo>
                  <a:lnTo>
                    <a:pt x="275368" y="33814"/>
                  </a:lnTo>
                  <a:lnTo>
                    <a:pt x="275654" y="33814"/>
                  </a:lnTo>
                  <a:lnTo>
                    <a:pt x="275939" y="33909"/>
                  </a:lnTo>
                  <a:lnTo>
                    <a:pt x="276130" y="34290"/>
                  </a:lnTo>
                  <a:lnTo>
                    <a:pt x="276225" y="34766"/>
                  </a:lnTo>
                  <a:lnTo>
                    <a:pt x="276987" y="38767"/>
                  </a:lnTo>
                  <a:lnTo>
                    <a:pt x="277559" y="39338"/>
                  </a:lnTo>
                  <a:lnTo>
                    <a:pt x="278225" y="39719"/>
                  </a:lnTo>
                  <a:lnTo>
                    <a:pt x="279178" y="39815"/>
                  </a:lnTo>
                  <a:lnTo>
                    <a:pt x="279940" y="40291"/>
                  </a:lnTo>
                  <a:lnTo>
                    <a:pt x="280511" y="41148"/>
                  </a:lnTo>
                  <a:lnTo>
                    <a:pt x="281083" y="43434"/>
                  </a:lnTo>
                  <a:lnTo>
                    <a:pt x="281464" y="44196"/>
                  </a:lnTo>
                  <a:lnTo>
                    <a:pt x="281750" y="45053"/>
                  </a:lnTo>
                  <a:lnTo>
                    <a:pt x="281750" y="45815"/>
                  </a:lnTo>
                  <a:lnTo>
                    <a:pt x="280892" y="50101"/>
                  </a:lnTo>
                  <a:lnTo>
                    <a:pt x="280702" y="52388"/>
                  </a:lnTo>
                  <a:lnTo>
                    <a:pt x="281273" y="53530"/>
                  </a:lnTo>
                  <a:lnTo>
                    <a:pt x="282131" y="54673"/>
                  </a:lnTo>
                  <a:lnTo>
                    <a:pt x="282702" y="55531"/>
                  </a:lnTo>
                  <a:lnTo>
                    <a:pt x="282702" y="56388"/>
                  </a:lnTo>
                  <a:lnTo>
                    <a:pt x="282226" y="57436"/>
                  </a:lnTo>
                  <a:lnTo>
                    <a:pt x="281559" y="58483"/>
                  </a:lnTo>
                  <a:lnTo>
                    <a:pt x="281273" y="59055"/>
                  </a:lnTo>
                  <a:lnTo>
                    <a:pt x="281083" y="60007"/>
                  </a:lnTo>
                  <a:lnTo>
                    <a:pt x="280988" y="64198"/>
                  </a:lnTo>
                  <a:lnTo>
                    <a:pt x="281178" y="66008"/>
                  </a:lnTo>
                  <a:lnTo>
                    <a:pt x="282226" y="70866"/>
                  </a:lnTo>
                  <a:lnTo>
                    <a:pt x="282321" y="72199"/>
                  </a:lnTo>
                  <a:lnTo>
                    <a:pt x="282131" y="73723"/>
                  </a:lnTo>
                  <a:lnTo>
                    <a:pt x="281559" y="75343"/>
                  </a:lnTo>
                  <a:lnTo>
                    <a:pt x="280511" y="76771"/>
                  </a:lnTo>
                  <a:lnTo>
                    <a:pt x="279273" y="77248"/>
                  </a:lnTo>
                  <a:lnTo>
                    <a:pt x="277940" y="76676"/>
                  </a:lnTo>
                  <a:lnTo>
                    <a:pt x="276892" y="74771"/>
                  </a:lnTo>
                  <a:lnTo>
                    <a:pt x="275844" y="70961"/>
                  </a:lnTo>
                  <a:lnTo>
                    <a:pt x="275177" y="69247"/>
                  </a:lnTo>
                  <a:lnTo>
                    <a:pt x="274511" y="68390"/>
                  </a:lnTo>
                  <a:lnTo>
                    <a:pt x="273368" y="68008"/>
                  </a:lnTo>
                  <a:lnTo>
                    <a:pt x="269843" y="68580"/>
                  </a:lnTo>
                  <a:lnTo>
                    <a:pt x="268415" y="68580"/>
                  </a:lnTo>
                  <a:lnTo>
                    <a:pt x="266224" y="67532"/>
                  </a:lnTo>
                  <a:lnTo>
                    <a:pt x="264509" y="67532"/>
                  </a:lnTo>
                  <a:lnTo>
                    <a:pt x="261652" y="68961"/>
                  </a:lnTo>
                  <a:lnTo>
                    <a:pt x="261271" y="69437"/>
                  </a:lnTo>
                  <a:lnTo>
                    <a:pt x="260890" y="70199"/>
                  </a:lnTo>
                  <a:lnTo>
                    <a:pt x="260318" y="74104"/>
                  </a:lnTo>
                  <a:lnTo>
                    <a:pt x="260414" y="74771"/>
                  </a:lnTo>
                  <a:lnTo>
                    <a:pt x="260604" y="75152"/>
                  </a:lnTo>
                  <a:lnTo>
                    <a:pt x="260985" y="75438"/>
                  </a:lnTo>
                  <a:lnTo>
                    <a:pt x="262414" y="75724"/>
                  </a:lnTo>
                  <a:lnTo>
                    <a:pt x="262985" y="76105"/>
                  </a:lnTo>
                  <a:lnTo>
                    <a:pt x="263081" y="76581"/>
                  </a:lnTo>
                  <a:lnTo>
                    <a:pt x="262700" y="77343"/>
                  </a:lnTo>
                  <a:lnTo>
                    <a:pt x="261842" y="78391"/>
                  </a:lnTo>
                  <a:lnTo>
                    <a:pt x="260128" y="80010"/>
                  </a:lnTo>
                  <a:lnTo>
                    <a:pt x="252698" y="85439"/>
                  </a:lnTo>
                  <a:lnTo>
                    <a:pt x="251174" y="86201"/>
                  </a:lnTo>
                  <a:lnTo>
                    <a:pt x="248888" y="87725"/>
                  </a:lnTo>
                  <a:lnTo>
                    <a:pt x="247555" y="88392"/>
                  </a:lnTo>
                  <a:lnTo>
                    <a:pt x="242792" y="90106"/>
                  </a:lnTo>
                  <a:lnTo>
                    <a:pt x="241173" y="91059"/>
                  </a:lnTo>
                  <a:lnTo>
                    <a:pt x="239935" y="92297"/>
                  </a:lnTo>
                  <a:lnTo>
                    <a:pt x="239173" y="93726"/>
                  </a:lnTo>
                  <a:lnTo>
                    <a:pt x="239459" y="95059"/>
                  </a:lnTo>
                  <a:lnTo>
                    <a:pt x="239935" y="95726"/>
                  </a:lnTo>
                  <a:lnTo>
                    <a:pt x="240602" y="96012"/>
                  </a:lnTo>
                  <a:lnTo>
                    <a:pt x="241173" y="95917"/>
                  </a:lnTo>
                  <a:lnTo>
                    <a:pt x="241840" y="95536"/>
                  </a:lnTo>
                  <a:lnTo>
                    <a:pt x="242411" y="95059"/>
                  </a:lnTo>
                  <a:lnTo>
                    <a:pt x="244316" y="92488"/>
                  </a:lnTo>
                  <a:lnTo>
                    <a:pt x="244888" y="92011"/>
                  </a:lnTo>
                  <a:lnTo>
                    <a:pt x="245364" y="91916"/>
                  </a:lnTo>
                  <a:lnTo>
                    <a:pt x="245840" y="92107"/>
                  </a:lnTo>
                  <a:lnTo>
                    <a:pt x="246317" y="92488"/>
                  </a:lnTo>
                  <a:lnTo>
                    <a:pt x="246602" y="92964"/>
                  </a:lnTo>
                  <a:lnTo>
                    <a:pt x="246793" y="93440"/>
                  </a:lnTo>
                  <a:lnTo>
                    <a:pt x="246983" y="94202"/>
                  </a:lnTo>
                  <a:lnTo>
                    <a:pt x="247174" y="94869"/>
                  </a:lnTo>
                  <a:lnTo>
                    <a:pt x="247555" y="95440"/>
                  </a:lnTo>
                  <a:lnTo>
                    <a:pt x="248031" y="96012"/>
                  </a:lnTo>
                  <a:lnTo>
                    <a:pt x="248698" y="96488"/>
                  </a:lnTo>
                  <a:lnTo>
                    <a:pt x="250222" y="96965"/>
                  </a:lnTo>
                  <a:lnTo>
                    <a:pt x="250793" y="97250"/>
                  </a:lnTo>
                  <a:lnTo>
                    <a:pt x="251270" y="97631"/>
                  </a:lnTo>
                  <a:lnTo>
                    <a:pt x="251460" y="98107"/>
                  </a:lnTo>
                  <a:lnTo>
                    <a:pt x="251746" y="98584"/>
                  </a:lnTo>
                  <a:lnTo>
                    <a:pt x="251651" y="99631"/>
                  </a:lnTo>
                  <a:lnTo>
                    <a:pt x="251365" y="100774"/>
                  </a:lnTo>
                  <a:lnTo>
                    <a:pt x="250412" y="102775"/>
                  </a:lnTo>
                  <a:lnTo>
                    <a:pt x="250222" y="103918"/>
                  </a:lnTo>
                  <a:lnTo>
                    <a:pt x="250317" y="105346"/>
                  </a:lnTo>
                  <a:lnTo>
                    <a:pt x="249746" y="106013"/>
                  </a:lnTo>
                  <a:lnTo>
                    <a:pt x="245745" y="108490"/>
                  </a:lnTo>
                  <a:lnTo>
                    <a:pt x="238982" y="113824"/>
                  </a:lnTo>
                  <a:lnTo>
                    <a:pt x="235077" y="113633"/>
                  </a:lnTo>
                  <a:lnTo>
                    <a:pt x="233839" y="112967"/>
                  </a:lnTo>
                  <a:lnTo>
                    <a:pt x="230981" y="112109"/>
                  </a:lnTo>
                  <a:lnTo>
                    <a:pt x="230124" y="111442"/>
                  </a:lnTo>
                  <a:lnTo>
                    <a:pt x="229457" y="110585"/>
                  </a:lnTo>
                  <a:lnTo>
                    <a:pt x="228219" y="108490"/>
                  </a:lnTo>
                  <a:lnTo>
                    <a:pt x="227267" y="106299"/>
                  </a:lnTo>
                  <a:lnTo>
                    <a:pt x="226124" y="101441"/>
                  </a:lnTo>
                  <a:lnTo>
                    <a:pt x="225647" y="100679"/>
                  </a:lnTo>
                  <a:lnTo>
                    <a:pt x="224885" y="100203"/>
                  </a:lnTo>
                  <a:lnTo>
                    <a:pt x="224123" y="100203"/>
                  </a:lnTo>
                  <a:lnTo>
                    <a:pt x="223171" y="100394"/>
                  </a:lnTo>
                  <a:lnTo>
                    <a:pt x="222409" y="101060"/>
                  </a:lnTo>
                  <a:lnTo>
                    <a:pt x="222218" y="102108"/>
                  </a:lnTo>
                  <a:lnTo>
                    <a:pt x="222504" y="102965"/>
                  </a:lnTo>
                  <a:lnTo>
                    <a:pt x="222885" y="103727"/>
                  </a:lnTo>
                  <a:lnTo>
                    <a:pt x="223171" y="104394"/>
                  </a:lnTo>
                  <a:lnTo>
                    <a:pt x="223171" y="105061"/>
                  </a:lnTo>
                  <a:lnTo>
                    <a:pt x="222980" y="105727"/>
                  </a:lnTo>
                  <a:lnTo>
                    <a:pt x="221933" y="108299"/>
                  </a:lnTo>
                  <a:lnTo>
                    <a:pt x="221456" y="109061"/>
                  </a:lnTo>
                  <a:lnTo>
                    <a:pt x="220790" y="109442"/>
                  </a:lnTo>
                  <a:lnTo>
                    <a:pt x="220218" y="109538"/>
                  </a:lnTo>
                  <a:lnTo>
                    <a:pt x="219647" y="109252"/>
                  </a:lnTo>
                  <a:lnTo>
                    <a:pt x="218980" y="108490"/>
                  </a:lnTo>
                  <a:lnTo>
                    <a:pt x="217646" y="106775"/>
                  </a:lnTo>
                  <a:lnTo>
                    <a:pt x="216789" y="106204"/>
                  </a:lnTo>
                  <a:lnTo>
                    <a:pt x="216122" y="106108"/>
                  </a:lnTo>
                  <a:lnTo>
                    <a:pt x="215551" y="106490"/>
                  </a:lnTo>
                  <a:lnTo>
                    <a:pt x="215551" y="107632"/>
                  </a:lnTo>
                  <a:lnTo>
                    <a:pt x="215741" y="108585"/>
                  </a:lnTo>
                  <a:lnTo>
                    <a:pt x="215741" y="109442"/>
                  </a:lnTo>
                  <a:lnTo>
                    <a:pt x="215360" y="110109"/>
                  </a:lnTo>
                  <a:lnTo>
                    <a:pt x="214313" y="110776"/>
                  </a:lnTo>
                  <a:lnTo>
                    <a:pt x="213265" y="110871"/>
                  </a:lnTo>
                  <a:lnTo>
                    <a:pt x="212217" y="110776"/>
                  </a:lnTo>
                  <a:lnTo>
                    <a:pt x="210788" y="110299"/>
                  </a:lnTo>
                  <a:lnTo>
                    <a:pt x="209360" y="110109"/>
                  </a:lnTo>
                  <a:lnTo>
                    <a:pt x="208502" y="109919"/>
                  </a:lnTo>
                  <a:lnTo>
                    <a:pt x="207455" y="109252"/>
                  </a:lnTo>
                  <a:lnTo>
                    <a:pt x="204121" y="106585"/>
                  </a:lnTo>
                  <a:lnTo>
                    <a:pt x="203168" y="106394"/>
                  </a:lnTo>
                  <a:lnTo>
                    <a:pt x="202406" y="106680"/>
                  </a:lnTo>
                  <a:lnTo>
                    <a:pt x="201454" y="107537"/>
                  </a:lnTo>
                  <a:lnTo>
                    <a:pt x="200978" y="108299"/>
                  </a:lnTo>
                  <a:lnTo>
                    <a:pt x="201073" y="109252"/>
                  </a:lnTo>
                  <a:lnTo>
                    <a:pt x="201454" y="109919"/>
                  </a:lnTo>
                  <a:lnTo>
                    <a:pt x="202121" y="110585"/>
                  </a:lnTo>
                  <a:lnTo>
                    <a:pt x="202787" y="110966"/>
                  </a:lnTo>
                  <a:lnTo>
                    <a:pt x="205931" y="112204"/>
                  </a:lnTo>
                  <a:lnTo>
                    <a:pt x="206693" y="112681"/>
                  </a:lnTo>
                  <a:lnTo>
                    <a:pt x="206883" y="113252"/>
                  </a:lnTo>
                  <a:lnTo>
                    <a:pt x="206121" y="113728"/>
                  </a:lnTo>
                  <a:lnTo>
                    <a:pt x="203645" y="114109"/>
                  </a:lnTo>
                  <a:lnTo>
                    <a:pt x="203073" y="114490"/>
                  </a:lnTo>
                  <a:lnTo>
                    <a:pt x="202692" y="114967"/>
                  </a:lnTo>
                  <a:lnTo>
                    <a:pt x="202692" y="115824"/>
                  </a:lnTo>
                  <a:lnTo>
                    <a:pt x="202692" y="116491"/>
                  </a:lnTo>
                  <a:lnTo>
                    <a:pt x="202978" y="117062"/>
                  </a:lnTo>
                  <a:lnTo>
                    <a:pt x="203264" y="117729"/>
                  </a:lnTo>
                  <a:lnTo>
                    <a:pt x="203454" y="118300"/>
                  </a:lnTo>
                  <a:lnTo>
                    <a:pt x="203264" y="118872"/>
                  </a:lnTo>
                  <a:lnTo>
                    <a:pt x="202978" y="119348"/>
                  </a:lnTo>
                  <a:lnTo>
                    <a:pt x="202025" y="120586"/>
                  </a:lnTo>
                  <a:lnTo>
                    <a:pt x="201168" y="122111"/>
                  </a:lnTo>
                  <a:lnTo>
                    <a:pt x="198882" y="128588"/>
                  </a:lnTo>
                  <a:lnTo>
                    <a:pt x="198215" y="131064"/>
                  </a:lnTo>
                  <a:lnTo>
                    <a:pt x="198120" y="132302"/>
                  </a:lnTo>
                  <a:lnTo>
                    <a:pt x="198311" y="133540"/>
                  </a:lnTo>
                  <a:lnTo>
                    <a:pt x="198596" y="134588"/>
                  </a:lnTo>
                  <a:lnTo>
                    <a:pt x="199073" y="135922"/>
                  </a:lnTo>
                  <a:lnTo>
                    <a:pt x="199358" y="137065"/>
                  </a:lnTo>
                  <a:lnTo>
                    <a:pt x="200025" y="138208"/>
                  </a:lnTo>
                  <a:lnTo>
                    <a:pt x="200787" y="138970"/>
                  </a:lnTo>
                  <a:lnTo>
                    <a:pt x="202978" y="140303"/>
                  </a:lnTo>
                  <a:lnTo>
                    <a:pt x="203835" y="141256"/>
                  </a:lnTo>
                  <a:lnTo>
                    <a:pt x="203740" y="142494"/>
                  </a:lnTo>
                  <a:lnTo>
                    <a:pt x="202406" y="143827"/>
                  </a:lnTo>
                  <a:lnTo>
                    <a:pt x="198977" y="145637"/>
                  </a:lnTo>
                  <a:lnTo>
                    <a:pt x="196310" y="147638"/>
                  </a:lnTo>
                  <a:lnTo>
                    <a:pt x="194691" y="148590"/>
                  </a:lnTo>
                  <a:lnTo>
                    <a:pt x="192215" y="149161"/>
                  </a:lnTo>
                  <a:lnTo>
                    <a:pt x="187452" y="151352"/>
                  </a:lnTo>
                  <a:lnTo>
                    <a:pt x="183737" y="156400"/>
                  </a:lnTo>
                  <a:lnTo>
                    <a:pt x="182785" y="157163"/>
                  </a:lnTo>
                  <a:lnTo>
                    <a:pt x="181356" y="157639"/>
                  </a:lnTo>
                  <a:lnTo>
                    <a:pt x="178118" y="157448"/>
                  </a:lnTo>
                  <a:lnTo>
                    <a:pt x="176689" y="157924"/>
                  </a:lnTo>
                  <a:lnTo>
                    <a:pt x="174308" y="159258"/>
                  </a:lnTo>
                  <a:lnTo>
                    <a:pt x="172688" y="159829"/>
                  </a:lnTo>
                  <a:lnTo>
                    <a:pt x="170783" y="159829"/>
                  </a:lnTo>
                  <a:lnTo>
                    <a:pt x="167069" y="158496"/>
                  </a:lnTo>
                  <a:lnTo>
                    <a:pt x="164592" y="158401"/>
                  </a:lnTo>
                  <a:lnTo>
                    <a:pt x="163354" y="156877"/>
                  </a:lnTo>
                  <a:lnTo>
                    <a:pt x="163068" y="156400"/>
                  </a:lnTo>
                  <a:lnTo>
                    <a:pt x="161354" y="152114"/>
                  </a:lnTo>
                  <a:lnTo>
                    <a:pt x="160592" y="150971"/>
                  </a:lnTo>
                  <a:lnTo>
                    <a:pt x="158020" y="148876"/>
                  </a:lnTo>
                  <a:lnTo>
                    <a:pt x="157067" y="148304"/>
                  </a:lnTo>
                  <a:lnTo>
                    <a:pt x="155353" y="147828"/>
                  </a:lnTo>
                  <a:lnTo>
                    <a:pt x="154305" y="147638"/>
                  </a:lnTo>
                  <a:lnTo>
                    <a:pt x="152972" y="147542"/>
                  </a:lnTo>
                  <a:lnTo>
                    <a:pt x="149924" y="148495"/>
                  </a:lnTo>
                  <a:lnTo>
                    <a:pt x="146304" y="150304"/>
                  </a:lnTo>
                  <a:lnTo>
                    <a:pt x="145447" y="151257"/>
                  </a:lnTo>
                  <a:lnTo>
                    <a:pt x="145066" y="152400"/>
                  </a:lnTo>
                  <a:lnTo>
                    <a:pt x="145256" y="153543"/>
                  </a:lnTo>
                  <a:lnTo>
                    <a:pt x="145161" y="154591"/>
                  </a:lnTo>
                  <a:lnTo>
                    <a:pt x="144304" y="155448"/>
                  </a:lnTo>
                  <a:lnTo>
                    <a:pt x="142875" y="155734"/>
                  </a:lnTo>
                  <a:lnTo>
                    <a:pt x="138875" y="154972"/>
                  </a:lnTo>
                  <a:lnTo>
                    <a:pt x="136398" y="155257"/>
                  </a:lnTo>
                  <a:lnTo>
                    <a:pt x="134303" y="156019"/>
                  </a:lnTo>
                  <a:lnTo>
                    <a:pt x="132017" y="156305"/>
                  </a:lnTo>
                  <a:lnTo>
                    <a:pt x="128683" y="155734"/>
                  </a:lnTo>
                  <a:lnTo>
                    <a:pt x="125540" y="153734"/>
                  </a:lnTo>
                  <a:lnTo>
                    <a:pt x="124587" y="153352"/>
                  </a:lnTo>
                  <a:lnTo>
                    <a:pt x="123539" y="153448"/>
                  </a:lnTo>
                  <a:lnTo>
                    <a:pt x="121349" y="153257"/>
                  </a:lnTo>
                  <a:lnTo>
                    <a:pt x="117443" y="151543"/>
                  </a:lnTo>
                  <a:lnTo>
                    <a:pt x="115538" y="150590"/>
                  </a:lnTo>
                  <a:lnTo>
                    <a:pt x="114491" y="150400"/>
                  </a:lnTo>
                  <a:lnTo>
                    <a:pt x="113729" y="150781"/>
                  </a:lnTo>
                  <a:lnTo>
                    <a:pt x="112109" y="153543"/>
                  </a:lnTo>
                  <a:lnTo>
                    <a:pt x="109442" y="156781"/>
                  </a:lnTo>
                  <a:lnTo>
                    <a:pt x="106680" y="162020"/>
                  </a:lnTo>
                  <a:lnTo>
                    <a:pt x="105823" y="163259"/>
                  </a:lnTo>
                  <a:lnTo>
                    <a:pt x="103156" y="165544"/>
                  </a:lnTo>
                  <a:lnTo>
                    <a:pt x="102203" y="166688"/>
                  </a:lnTo>
                  <a:lnTo>
                    <a:pt x="102013" y="167640"/>
                  </a:lnTo>
                  <a:lnTo>
                    <a:pt x="102108" y="168783"/>
                  </a:lnTo>
                  <a:lnTo>
                    <a:pt x="101918" y="169831"/>
                  </a:lnTo>
                  <a:lnTo>
                    <a:pt x="101060" y="170117"/>
                  </a:lnTo>
                  <a:lnTo>
                    <a:pt x="100394" y="169831"/>
                  </a:lnTo>
                  <a:lnTo>
                    <a:pt x="99441" y="169926"/>
                  </a:lnTo>
                  <a:lnTo>
                    <a:pt x="98298" y="170783"/>
                  </a:lnTo>
                  <a:lnTo>
                    <a:pt x="96583" y="173736"/>
                  </a:lnTo>
                  <a:lnTo>
                    <a:pt x="95822" y="175355"/>
                  </a:lnTo>
                  <a:lnTo>
                    <a:pt x="95822" y="176689"/>
                  </a:lnTo>
                  <a:lnTo>
                    <a:pt x="96203" y="177546"/>
                  </a:lnTo>
                  <a:lnTo>
                    <a:pt x="96869" y="178498"/>
                  </a:lnTo>
                  <a:lnTo>
                    <a:pt x="97346" y="179642"/>
                  </a:lnTo>
                  <a:lnTo>
                    <a:pt x="97155" y="180784"/>
                  </a:lnTo>
                  <a:lnTo>
                    <a:pt x="96393" y="181546"/>
                  </a:lnTo>
                  <a:lnTo>
                    <a:pt x="93250" y="182213"/>
                  </a:lnTo>
                  <a:lnTo>
                    <a:pt x="90964" y="183547"/>
                  </a:lnTo>
                  <a:lnTo>
                    <a:pt x="89440" y="183261"/>
                  </a:lnTo>
                  <a:lnTo>
                    <a:pt x="88678" y="180213"/>
                  </a:lnTo>
                  <a:lnTo>
                    <a:pt x="88487" y="179451"/>
                  </a:lnTo>
                  <a:lnTo>
                    <a:pt x="87821" y="178022"/>
                  </a:lnTo>
                  <a:lnTo>
                    <a:pt x="87630" y="177546"/>
                  </a:lnTo>
                  <a:lnTo>
                    <a:pt x="87630" y="176879"/>
                  </a:lnTo>
                  <a:lnTo>
                    <a:pt x="87440" y="176213"/>
                  </a:lnTo>
                  <a:lnTo>
                    <a:pt x="86963" y="175355"/>
                  </a:lnTo>
                  <a:lnTo>
                    <a:pt x="86201" y="174403"/>
                  </a:lnTo>
                  <a:lnTo>
                    <a:pt x="84773" y="173069"/>
                  </a:lnTo>
                  <a:lnTo>
                    <a:pt x="84296" y="172307"/>
                  </a:lnTo>
                  <a:lnTo>
                    <a:pt x="84201" y="171831"/>
                  </a:lnTo>
                  <a:lnTo>
                    <a:pt x="84582" y="171164"/>
                  </a:lnTo>
                  <a:lnTo>
                    <a:pt x="84677" y="170783"/>
                  </a:lnTo>
                  <a:lnTo>
                    <a:pt x="84677" y="170307"/>
                  </a:lnTo>
                  <a:lnTo>
                    <a:pt x="84582" y="169831"/>
                  </a:lnTo>
                  <a:lnTo>
                    <a:pt x="82487" y="167640"/>
                  </a:lnTo>
                  <a:lnTo>
                    <a:pt x="82201" y="166973"/>
                  </a:lnTo>
                  <a:lnTo>
                    <a:pt x="82201" y="166497"/>
                  </a:lnTo>
                  <a:lnTo>
                    <a:pt x="82391" y="166211"/>
                  </a:lnTo>
                  <a:lnTo>
                    <a:pt x="83058" y="165925"/>
                  </a:lnTo>
                  <a:lnTo>
                    <a:pt x="83534" y="165735"/>
                  </a:lnTo>
                  <a:lnTo>
                    <a:pt x="85344" y="164782"/>
                  </a:lnTo>
                  <a:lnTo>
                    <a:pt x="86011" y="164211"/>
                  </a:lnTo>
                  <a:lnTo>
                    <a:pt x="86201" y="163925"/>
                  </a:lnTo>
                  <a:lnTo>
                    <a:pt x="86297" y="163449"/>
                  </a:lnTo>
                  <a:lnTo>
                    <a:pt x="86201" y="162496"/>
                  </a:lnTo>
                  <a:lnTo>
                    <a:pt x="85916" y="160401"/>
                  </a:lnTo>
                  <a:lnTo>
                    <a:pt x="86011" y="159448"/>
                  </a:lnTo>
                  <a:lnTo>
                    <a:pt x="86106" y="158972"/>
                  </a:lnTo>
                  <a:lnTo>
                    <a:pt x="86297" y="158686"/>
                  </a:lnTo>
                  <a:lnTo>
                    <a:pt x="86582" y="158591"/>
                  </a:lnTo>
                  <a:lnTo>
                    <a:pt x="87058" y="158686"/>
                  </a:lnTo>
                  <a:lnTo>
                    <a:pt x="87535" y="158782"/>
                  </a:lnTo>
                  <a:lnTo>
                    <a:pt x="87916" y="158782"/>
                  </a:lnTo>
                  <a:lnTo>
                    <a:pt x="88583" y="158782"/>
                  </a:lnTo>
                  <a:lnTo>
                    <a:pt x="89154" y="158782"/>
                  </a:lnTo>
                  <a:lnTo>
                    <a:pt x="89535" y="158591"/>
                  </a:lnTo>
                  <a:lnTo>
                    <a:pt x="89821" y="158496"/>
                  </a:lnTo>
                  <a:lnTo>
                    <a:pt x="89821" y="158020"/>
                  </a:lnTo>
                  <a:lnTo>
                    <a:pt x="89535" y="157353"/>
                  </a:lnTo>
                  <a:lnTo>
                    <a:pt x="88964" y="156210"/>
                  </a:lnTo>
                  <a:lnTo>
                    <a:pt x="86868" y="153352"/>
                  </a:lnTo>
                  <a:lnTo>
                    <a:pt x="85820" y="151638"/>
                  </a:lnTo>
                  <a:lnTo>
                    <a:pt x="85439" y="150686"/>
                  </a:lnTo>
                  <a:lnTo>
                    <a:pt x="85154" y="149733"/>
                  </a:lnTo>
                  <a:lnTo>
                    <a:pt x="84963" y="147923"/>
                  </a:lnTo>
                  <a:lnTo>
                    <a:pt x="84582" y="147256"/>
                  </a:lnTo>
                  <a:lnTo>
                    <a:pt x="84011" y="147066"/>
                  </a:lnTo>
                  <a:lnTo>
                    <a:pt x="83058" y="147256"/>
                  </a:lnTo>
                  <a:lnTo>
                    <a:pt x="81439" y="148019"/>
                  </a:lnTo>
                  <a:lnTo>
                    <a:pt x="80772" y="148399"/>
                  </a:lnTo>
                  <a:lnTo>
                    <a:pt x="80486" y="148876"/>
                  </a:lnTo>
                  <a:lnTo>
                    <a:pt x="80201" y="149352"/>
                  </a:lnTo>
                  <a:lnTo>
                    <a:pt x="79820" y="152114"/>
                  </a:lnTo>
                  <a:lnTo>
                    <a:pt x="79629" y="152495"/>
                  </a:lnTo>
                  <a:lnTo>
                    <a:pt x="79343" y="152590"/>
                  </a:lnTo>
                  <a:lnTo>
                    <a:pt x="79058" y="152495"/>
                  </a:lnTo>
                  <a:lnTo>
                    <a:pt x="78486" y="151924"/>
                  </a:lnTo>
                  <a:lnTo>
                    <a:pt x="77819" y="150876"/>
                  </a:lnTo>
                  <a:lnTo>
                    <a:pt x="77153" y="150209"/>
                  </a:lnTo>
                  <a:lnTo>
                    <a:pt x="74486" y="148780"/>
                  </a:lnTo>
                  <a:lnTo>
                    <a:pt x="73914" y="148019"/>
                  </a:lnTo>
                  <a:lnTo>
                    <a:pt x="73628" y="147161"/>
                  </a:lnTo>
                  <a:lnTo>
                    <a:pt x="74009" y="144875"/>
                  </a:lnTo>
                  <a:lnTo>
                    <a:pt x="73914" y="144209"/>
                  </a:lnTo>
                  <a:lnTo>
                    <a:pt x="73724" y="143732"/>
                  </a:lnTo>
                  <a:lnTo>
                    <a:pt x="73152" y="142684"/>
                  </a:lnTo>
                  <a:lnTo>
                    <a:pt x="73057" y="142399"/>
                  </a:lnTo>
                  <a:lnTo>
                    <a:pt x="73057" y="142018"/>
                  </a:lnTo>
                  <a:lnTo>
                    <a:pt x="73343" y="141827"/>
                  </a:lnTo>
                  <a:lnTo>
                    <a:pt x="73724" y="141446"/>
                  </a:lnTo>
                  <a:lnTo>
                    <a:pt x="74105" y="141065"/>
                  </a:lnTo>
                  <a:lnTo>
                    <a:pt x="74390" y="140303"/>
                  </a:lnTo>
                  <a:lnTo>
                    <a:pt x="74581" y="139255"/>
                  </a:lnTo>
                  <a:lnTo>
                    <a:pt x="74676" y="138017"/>
                  </a:lnTo>
                  <a:lnTo>
                    <a:pt x="74581" y="136969"/>
                  </a:lnTo>
                  <a:lnTo>
                    <a:pt x="74486" y="135922"/>
                  </a:lnTo>
                  <a:lnTo>
                    <a:pt x="74105" y="135160"/>
                  </a:lnTo>
                  <a:lnTo>
                    <a:pt x="73343" y="134684"/>
                  </a:lnTo>
                  <a:lnTo>
                    <a:pt x="72200" y="135065"/>
                  </a:lnTo>
                  <a:lnTo>
                    <a:pt x="71723" y="135731"/>
                  </a:lnTo>
                  <a:lnTo>
                    <a:pt x="71533" y="136588"/>
                  </a:lnTo>
                  <a:lnTo>
                    <a:pt x="71533" y="137350"/>
                  </a:lnTo>
                  <a:lnTo>
                    <a:pt x="71342" y="138208"/>
                  </a:lnTo>
                  <a:lnTo>
                    <a:pt x="71152" y="138874"/>
                  </a:lnTo>
                  <a:lnTo>
                    <a:pt x="70771" y="139541"/>
                  </a:lnTo>
                  <a:lnTo>
                    <a:pt x="70199" y="139922"/>
                  </a:lnTo>
                  <a:lnTo>
                    <a:pt x="69247" y="140208"/>
                  </a:lnTo>
                  <a:lnTo>
                    <a:pt x="67818" y="140494"/>
                  </a:lnTo>
                  <a:lnTo>
                    <a:pt x="64580" y="141542"/>
                  </a:lnTo>
                  <a:lnTo>
                    <a:pt x="62865" y="141922"/>
                  </a:lnTo>
                  <a:lnTo>
                    <a:pt x="61817" y="141922"/>
                  </a:lnTo>
                  <a:lnTo>
                    <a:pt x="60579" y="141161"/>
                  </a:lnTo>
                  <a:lnTo>
                    <a:pt x="60008" y="140589"/>
                  </a:lnTo>
                  <a:lnTo>
                    <a:pt x="59436" y="139922"/>
                  </a:lnTo>
                  <a:lnTo>
                    <a:pt x="58769" y="139351"/>
                  </a:lnTo>
                  <a:lnTo>
                    <a:pt x="56102" y="137636"/>
                  </a:lnTo>
                  <a:lnTo>
                    <a:pt x="55531" y="137065"/>
                  </a:lnTo>
                  <a:lnTo>
                    <a:pt x="55150" y="136303"/>
                  </a:lnTo>
                  <a:lnTo>
                    <a:pt x="54864" y="135445"/>
                  </a:lnTo>
                  <a:lnTo>
                    <a:pt x="54578" y="133921"/>
                  </a:lnTo>
                  <a:lnTo>
                    <a:pt x="54388" y="133445"/>
                  </a:lnTo>
                  <a:lnTo>
                    <a:pt x="54007" y="132874"/>
                  </a:lnTo>
                  <a:lnTo>
                    <a:pt x="52959" y="131921"/>
                  </a:lnTo>
                  <a:lnTo>
                    <a:pt x="52292" y="131540"/>
                  </a:lnTo>
                  <a:lnTo>
                    <a:pt x="51149" y="131064"/>
                  </a:lnTo>
                  <a:lnTo>
                    <a:pt x="45339" y="130016"/>
                  </a:lnTo>
                  <a:lnTo>
                    <a:pt x="44006" y="129635"/>
                  </a:lnTo>
                  <a:lnTo>
                    <a:pt x="43529" y="129254"/>
                  </a:lnTo>
                  <a:lnTo>
                    <a:pt x="43053" y="128588"/>
                  </a:lnTo>
                  <a:lnTo>
                    <a:pt x="42386" y="127540"/>
                  </a:lnTo>
                  <a:lnTo>
                    <a:pt x="41910" y="127063"/>
                  </a:lnTo>
                  <a:lnTo>
                    <a:pt x="41148" y="126873"/>
                  </a:lnTo>
                  <a:lnTo>
                    <a:pt x="40005" y="126968"/>
                  </a:lnTo>
                  <a:lnTo>
                    <a:pt x="35433" y="128397"/>
                  </a:lnTo>
                  <a:lnTo>
                    <a:pt x="32956" y="128683"/>
                  </a:lnTo>
                  <a:lnTo>
                    <a:pt x="30766" y="128683"/>
                  </a:lnTo>
                  <a:lnTo>
                    <a:pt x="29908" y="128873"/>
                  </a:lnTo>
                  <a:lnTo>
                    <a:pt x="28956" y="129254"/>
                  </a:lnTo>
                  <a:lnTo>
                    <a:pt x="25146" y="131921"/>
                  </a:lnTo>
                  <a:lnTo>
                    <a:pt x="24479" y="132588"/>
                  </a:lnTo>
                  <a:lnTo>
                    <a:pt x="23908" y="133350"/>
                  </a:lnTo>
                  <a:lnTo>
                    <a:pt x="23051" y="135160"/>
                  </a:lnTo>
                  <a:lnTo>
                    <a:pt x="22479" y="136112"/>
                  </a:lnTo>
                  <a:lnTo>
                    <a:pt x="22003" y="136493"/>
                  </a:lnTo>
                  <a:lnTo>
                    <a:pt x="19907" y="136398"/>
                  </a:lnTo>
                  <a:lnTo>
                    <a:pt x="13621" y="133826"/>
                  </a:lnTo>
                  <a:lnTo>
                    <a:pt x="6572" y="132017"/>
                  </a:lnTo>
                  <a:lnTo>
                    <a:pt x="6287" y="136303"/>
                  </a:lnTo>
                  <a:lnTo>
                    <a:pt x="6763" y="137065"/>
                  </a:lnTo>
                  <a:lnTo>
                    <a:pt x="7715" y="138113"/>
                  </a:lnTo>
                  <a:lnTo>
                    <a:pt x="8668" y="138779"/>
                  </a:lnTo>
                  <a:lnTo>
                    <a:pt x="9811" y="139922"/>
                  </a:lnTo>
                  <a:lnTo>
                    <a:pt x="10287" y="141161"/>
                  </a:lnTo>
                  <a:lnTo>
                    <a:pt x="10382" y="142399"/>
                  </a:lnTo>
                  <a:lnTo>
                    <a:pt x="10097" y="143542"/>
                  </a:lnTo>
                  <a:lnTo>
                    <a:pt x="9430" y="144590"/>
                  </a:lnTo>
                  <a:lnTo>
                    <a:pt x="8668" y="145447"/>
                  </a:lnTo>
                  <a:lnTo>
                    <a:pt x="7525" y="146209"/>
                  </a:lnTo>
                  <a:lnTo>
                    <a:pt x="4001" y="147828"/>
                  </a:lnTo>
                  <a:lnTo>
                    <a:pt x="2953" y="148114"/>
                  </a:lnTo>
                  <a:lnTo>
                    <a:pt x="2572" y="148495"/>
                  </a:lnTo>
                  <a:lnTo>
                    <a:pt x="1905" y="149447"/>
                  </a:lnTo>
                  <a:lnTo>
                    <a:pt x="762" y="151828"/>
                  </a:lnTo>
                  <a:lnTo>
                    <a:pt x="191" y="154019"/>
                  </a:lnTo>
                  <a:lnTo>
                    <a:pt x="0" y="156591"/>
                  </a:lnTo>
                  <a:lnTo>
                    <a:pt x="191" y="158020"/>
                  </a:lnTo>
                  <a:lnTo>
                    <a:pt x="953" y="159067"/>
                  </a:lnTo>
                  <a:lnTo>
                    <a:pt x="2096" y="159639"/>
                  </a:lnTo>
                  <a:lnTo>
                    <a:pt x="3334" y="160020"/>
                  </a:lnTo>
                  <a:lnTo>
                    <a:pt x="4477" y="160115"/>
                  </a:lnTo>
                  <a:lnTo>
                    <a:pt x="5334" y="160020"/>
                  </a:lnTo>
                  <a:lnTo>
                    <a:pt x="6382" y="159734"/>
                  </a:lnTo>
                  <a:lnTo>
                    <a:pt x="7334" y="159258"/>
                  </a:lnTo>
                  <a:lnTo>
                    <a:pt x="8573" y="158210"/>
                  </a:lnTo>
                  <a:lnTo>
                    <a:pt x="9335" y="157734"/>
                  </a:lnTo>
                  <a:lnTo>
                    <a:pt x="10192" y="157544"/>
                  </a:lnTo>
                  <a:lnTo>
                    <a:pt x="11621" y="157544"/>
                  </a:lnTo>
                  <a:lnTo>
                    <a:pt x="12192" y="157448"/>
                  </a:lnTo>
                  <a:lnTo>
                    <a:pt x="12573" y="157258"/>
                  </a:lnTo>
                  <a:lnTo>
                    <a:pt x="13335" y="156305"/>
                  </a:lnTo>
                  <a:lnTo>
                    <a:pt x="13811" y="155829"/>
                  </a:lnTo>
                  <a:lnTo>
                    <a:pt x="14383" y="155638"/>
                  </a:lnTo>
                  <a:lnTo>
                    <a:pt x="15240" y="155734"/>
                  </a:lnTo>
                  <a:lnTo>
                    <a:pt x="15907" y="156305"/>
                  </a:lnTo>
                  <a:lnTo>
                    <a:pt x="16764" y="157639"/>
                  </a:lnTo>
                  <a:lnTo>
                    <a:pt x="16859" y="159353"/>
                  </a:lnTo>
                  <a:lnTo>
                    <a:pt x="16478" y="161449"/>
                  </a:lnTo>
                  <a:lnTo>
                    <a:pt x="14859" y="166116"/>
                  </a:lnTo>
                  <a:lnTo>
                    <a:pt x="14288" y="168307"/>
                  </a:lnTo>
                  <a:lnTo>
                    <a:pt x="13240" y="179546"/>
                  </a:lnTo>
                  <a:lnTo>
                    <a:pt x="13716" y="181832"/>
                  </a:lnTo>
                  <a:lnTo>
                    <a:pt x="14478" y="183356"/>
                  </a:lnTo>
                  <a:lnTo>
                    <a:pt x="16478" y="185642"/>
                  </a:lnTo>
                  <a:lnTo>
                    <a:pt x="17526" y="187357"/>
                  </a:lnTo>
                  <a:lnTo>
                    <a:pt x="17812" y="188786"/>
                  </a:lnTo>
                  <a:lnTo>
                    <a:pt x="17335" y="193072"/>
                  </a:lnTo>
                  <a:lnTo>
                    <a:pt x="16955" y="194405"/>
                  </a:lnTo>
                  <a:lnTo>
                    <a:pt x="16383" y="195358"/>
                  </a:lnTo>
                  <a:lnTo>
                    <a:pt x="15621" y="195739"/>
                  </a:lnTo>
                  <a:lnTo>
                    <a:pt x="14669" y="195929"/>
                  </a:lnTo>
                  <a:lnTo>
                    <a:pt x="11335" y="195739"/>
                  </a:lnTo>
                  <a:lnTo>
                    <a:pt x="10478" y="196024"/>
                  </a:lnTo>
                  <a:lnTo>
                    <a:pt x="9525" y="196691"/>
                  </a:lnTo>
                  <a:lnTo>
                    <a:pt x="8954" y="198215"/>
                  </a:lnTo>
                  <a:lnTo>
                    <a:pt x="8954" y="199263"/>
                  </a:lnTo>
                  <a:lnTo>
                    <a:pt x="9144" y="200025"/>
                  </a:lnTo>
                  <a:lnTo>
                    <a:pt x="9716" y="200596"/>
                  </a:lnTo>
                  <a:lnTo>
                    <a:pt x="11049" y="202597"/>
                  </a:lnTo>
                  <a:lnTo>
                    <a:pt x="11811" y="204311"/>
                  </a:lnTo>
                  <a:lnTo>
                    <a:pt x="12287" y="205359"/>
                  </a:lnTo>
                  <a:lnTo>
                    <a:pt x="14097" y="207645"/>
                  </a:lnTo>
                  <a:lnTo>
                    <a:pt x="14954" y="209074"/>
                  </a:lnTo>
                  <a:lnTo>
                    <a:pt x="16097" y="211741"/>
                  </a:lnTo>
                  <a:lnTo>
                    <a:pt x="16764" y="212884"/>
                  </a:lnTo>
                  <a:lnTo>
                    <a:pt x="17621" y="213646"/>
                  </a:lnTo>
                  <a:lnTo>
                    <a:pt x="18764" y="213836"/>
                  </a:lnTo>
                  <a:lnTo>
                    <a:pt x="19812" y="213836"/>
                  </a:lnTo>
                  <a:lnTo>
                    <a:pt x="20383" y="213455"/>
                  </a:lnTo>
                  <a:lnTo>
                    <a:pt x="20765" y="212788"/>
                  </a:lnTo>
                  <a:lnTo>
                    <a:pt x="21146" y="211074"/>
                  </a:lnTo>
                  <a:lnTo>
                    <a:pt x="21336" y="210217"/>
                  </a:lnTo>
                  <a:lnTo>
                    <a:pt x="21812" y="209550"/>
                  </a:lnTo>
                  <a:lnTo>
                    <a:pt x="22670" y="209264"/>
                  </a:lnTo>
                  <a:lnTo>
                    <a:pt x="23336" y="209074"/>
                  </a:lnTo>
                  <a:lnTo>
                    <a:pt x="24860" y="209074"/>
                  </a:lnTo>
                  <a:lnTo>
                    <a:pt x="28194" y="208597"/>
                  </a:lnTo>
                  <a:lnTo>
                    <a:pt x="28766" y="208502"/>
                  </a:lnTo>
                  <a:lnTo>
                    <a:pt x="32671" y="209359"/>
                  </a:lnTo>
                  <a:lnTo>
                    <a:pt x="34481" y="209455"/>
                  </a:lnTo>
                  <a:lnTo>
                    <a:pt x="35433" y="209169"/>
                  </a:lnTo>
                  <a:lnTo>
                    <a:pt x="36576" y="208407"/>
                  </a:lnTo>
                  <a:lnTo>
                    <a:pt x="37624" y="207169"/>
                  </a:lnTo>
                  <a:lnTo>
                    <a:pt x="39053" y="205835"/>
                  </a:lnTo>
                  <a:lnTo>
                    <a:pt x="40291" y="204978"/>
                  </a:lnTo>
                  <a:lnTo>
                    <a:pt x="41720" y="204311"/>
                  </a:lnTo>
                  <a:lnTo>
                    <a:pt x="42863" y="204216"/>
                  </a:lnTo>
                  <a:lnTo>
                    <a:pt x="44006" y="204406"/>
                  </a:lnTo>
                  <a:lnTo>
                    <a:pt x="45815" y="205549"/>
                  </a:lnTo>
                  <a:lnTo>
                    <a:pt x="46768" y="205930"/>
                  </a:lnTo>
                  <a:lnTo>
                    <a:pt x="49054" y="206407"/>
                  </a:lnTo>
                  <a:lnTo>
                    <a:pt x="50578" y="206978"/>
                  </a:lnTo>
                  <a:lnTo>
                    <a:pt x="51626" y="207550"/>
                  </a:lnTo>
                  <a:lnTo>
                    <a:pt x="53721" y="209264"/>
                  </a:lnTo>
                  <a:lnTo>
                    <a:pt x="54388" y="210121"/>
                  </a:lnTo>
                  <a:lnTo>
                    <a:pt x="54674" y="210979"/>
                  </a:lnTo>
                  <a:lnTo>
                    <a:pt x="54864" y="212026"/>
                  </a:lnTo>
                  <a:lnTo>
                    <a:pt x="55912" y="215074"/>
                  </a:lnTo>
                  <a:lnTo>
                    <a:pt x="57245" y="217932"/>
                  </a:lnTo>
                  <a:lnTo>
                    <a:pt x="58007" y="219170"/>
                  </a:lnTo>
                  <a:lnTo>
                    <a:pt x="58865" y="220027"/>
                  </a:lnTo>
                  <a:lnTo>
                    <a:pt x="59531" y="220313"/>
                  </a:lnTo>
                  <a:lnTo>
                    <a:pt x="60674" y="220599"/>
                  </a:lnTo>
                  <a:lnTo>
                    <a:pt x="61531" y="220694"/>
                  </a:lnTo>
                  <a:lnTo>
                    <a:pt x="62103" y="220599"/>
                  </a:lnTo>
                  <a:lnTo>
                    <a:pt x="64389" y="219265"/>
                  </a:lnTo>
                  <a:lnTo>
                    <a:pt x="65723" y="219170"/>
                  </a:lnTo>
                  <a:lnTo>
                    <a:pt x="67151" y="219837"/>
                  </a:lnTo>
                  <a:lnTo>
                    <a:pt x="68008" y="220790"/>
                  </a:lnTo>
                  <a:lnTo>
                    <a:pt x="68675" y="222123"/>
                  </a:lnTo>
                  <a:lnTo>
                    <a:pt x="69818" y="224980"/>
                  </a:lnTo>
                  <a:lnTo>
                    <a:pt x="70580" y="225838"/>
                  </a:lnTo>
                  <a:lnTo>
                    <a:pt x="71533" y="226409"/>
                  </a:lnTo>
                  <a:lnTo>
                    <a:pt x="72581" y="226504"/>
                  </a:lnTo>
                  <a:lnTo>
                    <a:pt x="73724" y="226314"/>
                  </a:lnTo>
                  <a:lnTo>
                    <a:pt x="74581" y="226123"/>
                  </a:lnTo>
                  <a:lnTo>
                    <a:pt x="76295" y="225076"/>
                  </a:lnTo>
                  <a:lnTo>
                    <a:pt x="77343" y="224599"/>
                  </a:lnTo>
                  <a:lnTo>
                    <a:pt x="79629" y="224219"/>
                  </a:lnTo>
                  <a:lnTo>
                    <a:pt x="80677" y="223456"/>
                  </a:lnTo>
                  <a:lnTo>
                    <a:pt x="82391" y="221647"/>
                  </a:lnTo>
                  <a:lnTo>
                    <a:pt x="83249" y="221456"/>
                  </a:lnTo>
                  <a:lnTo>
                    <a:pt x="84201" y="221932"/>
                  </a:lnTo>
                  <a:lnTo>
                    <a:pt x="85154" y="222694"/>
                  </a:lnTo>
                  <a:lnTo>
                    <a:pt x="87058" y="224123"/>
                  </a:lnTo>
                  <a:lnTo>
                    <a:pt x="88678" y="224123"/>
                  </a:lnTo>
                  <a:lnTo>
                    <a:pt x="91154" y="223742"/>
                  </a:lnTo>
                  <a:lnTo>
                    <a:pt x="92488" y="223171"/>
                  </a:lnTo>
                  <a:lnTo>
                    <a:pt x="93250" y="222694"/>
                  </a:lnTo>
                  <a:lnTo>
                    <a:pt x="93440" y="222028"/>
                  </a:lnTo>
                  <a:lnTo>
                    <a:pt x="93536" y="221361"/>
                  </a:lnTo>
                  <a:lnTo>
                    <a:pt x="93821" y="220790"/>
                  </a:lnTo>
                  <a:lnTo>
                    <a:pt x="94298" y="220313"/>
                  </a:lnTo>
                  <a:lnTo>
                    <a:pt x="98489" y="218122"/>
                  </a:lnTo>
                  <a:lnTo>
                    <a:pt x="99536" y="218027"/>
                  </a:lnTo>
                  <a:lnTo>
                    <a:pt x="100203" y="218408"/>
                  </a:lnTo>
                  <a:lnTo>
                    <a:pt x="100489" y="219265"/>
                  </a:lnTo>
                  <a:lnTo>
                    <a:pt x="100489" y="220218"/>
                  </a:lnTo>
                  <a:lnTo>
                    <a:pt x="99727" y="223171"/>
                  </a:lnTo>
                  <a:lnTo>
                    <a:pt x="99631" y="224028"/>
                  </a:lnTo>
                  <a:lnTo>
                    <a:pt x="99822" y="225076"/>
                  </a:lnTo>
                  <a:lnTo>
                    <a:pt x="100298" y="225933"/>
                  </a:lnTo>
                  <a:lnTo>
                    <a:pt x="101346" y="226600"/>
                  </a:lnTo>
                  <a:lnTo>
                    <a:pt x="101918" y="226600"/>
                  </a:lnTo>
                  <a:lnTo>
                    <a:pt x="102584" y="226028"/>
                  </a:lnTo>
                  <a:lnTo>
                    <a:pt x="103346" y="225171"/>
                  </a:lnTo>
                  <a:lnTo>
                    <a:pt x="104394" y="224314"/>
                  </a:lnTo>
                  <a:lnTo>
                    <a:pt x="106299" y="223456"/>
                  </a:lnTo>
                  <a:lnTo>
                    <a:pt x="107061" y="223552"/>
                  </a:lnTo>
                  <a:lnTo>
                    <a:pt x="107537" y="224219"/>
                  </a:lnTo>
                  <a:lnTo>
                    <a:pt x="107823" y="226695"/>
                  </a:lnTo>
                  <a:lnTo>
                    <a:pt x="109252" y="229362"/>
                  </a:lnTo>
                  <a:lnTo>
                    <a:pt x="109538" y="230219"/>
                  </a:lnTo>
                  <a:lnTo>
                    <a:pt x="109633" y="230981"/>
                  </a:lnTo>
                  <a:lnTo>
                    <a:pt x="109633" y="231743"/>
                  </a:lnTo>
                  <a:lnTo>
                    <a:pt x="109442" y="232410"/>
                  </a:lnTo>
                  <a:lnTo>
                    <a:pt x="109156" y="232791"/>
                  </a:lnTo>
                  <a:lnTo>
                    <a:pt x="108680" y="233077"/>
                  </a:lnTo>
                  <a:lnTo>
                    <a:pt x="106966" y="233363"/>
                  </a:lnTo>
                  <a:lnTo>
                    <a:pt x="106299" y="233744"/>
                  </a:lnTo>
                  <a:lnTo>
                    <a:pt x="105918" y="234315"/>
                  </a:lnTo>
                  <a:lnTo>
                    <a:pt x="105728" y="235077"/>
                  </a:lnTo>
                  <a:lnTo>
                    <a:pt x="105918" y="236125"/>
                  </a:lnTo>
                  <a:lnTo>
                    <a:pt x="106299" y="237268"/>
                  </a:lnTo>
                  <a:lnTo>
                    <a:pt x="107347" y="238696"/>
                  </a:lnTo>
                  <a:lnTo>
                    <a:pt x="107728" y="239554"/>
                  </a:lnTo>
                  <a:lnTo>
                    <a:pt x="107823" y="240316"/>
                  </a:lnTo>
                  <a:lnTo>
                    <a:pt x="107633" y="241268"/>
                  </a:lnTo>
                  <a:lnTo>
                    <a:pt x="107537" y="242411"/>
                  </a:lnTo>
                  <a:lnTo>
                    <a:pt x="107633" y="243554"/>
                  </a:lnTo>
                  <a:lnTo>
                    <a:pt x="108299" y="245078"/>
                  </a:lnTo>
                  <a:lnTo>
                    <a:pt x="109252" y="246602"/>
                  </a:lnTo>
                  <a:lnTo>
                    <a:pt x="111252" y="249174"/>
                  </a:lnTo>
                  <a:lnTo>
                    <a:pt x="114491" y="254413"/>
                  </a:lnTo>
                  <a:lnTo>
                    <a:pt x="115443" y="255270"/>
                  </a:lnTo>
                  <a:lnTo>
                    <a:pt x="120396" y="257080"/>
                  </a:lnTo>
                  <a:lnTo>
                    <a:pt x="121253" y="257556"/>
                  </a:lnTo>
                  <a:lnTo>
                    <a:pt x="121730" y="258032"/>
                  </a:lnTo>
                  <a:lnTo>
                    <a:pt x="122206" y="259080"/>
                  </a:lnTo>
                  <a:lnTo>
                    <a:pt x="122492" y="260509"/>
                  </a:lnTo>
                  <a:lnTo>
                    <a:pt x="122396" y="262033"/>
                  </a:lnTo>
                  <a:lnTo>
                    <a:pt x="121920" y="263176"/>
                  </a:lnTo>
                  <a:lnTo>
                    <a:pt x="120872" y="264033"/>
                  </a:lnTo>
                  <a:lnTo>
                    <a:pt x="119444" y="264986"/>
                  </a:lnTo>
                  <a:lnTo>
                    <a:pt x="118777" y="265557"/>
                  </a:lnTo>
                  <a:lnTo>
                    <a:pt x="118491" y="266414"/>
                  </a:lnTo>
                  <a:lnTo>
                    <a:pt x="118396" y="267271"/>
                  </a:lnTo>
                  <a:lnTo>
                    <a:pt x="119158" y="269843"/>
                  </a:lnTo>
                  <a:lnTo>
                    <a:pt x="120206" y="273653"/>
                  </a:lnTo>
                  <a:lnTo>
                    <a:pt x="120872" y="275939"/>
                  </a:lnTo>
                  <a:lnTo>
                    <a:pt x="122968" y="279368"/>
                  </a:lnTo>
                  <a:lnTo>
                    <a:pt x="123254" y="281273"/>
                  </a:lnTo>
                  <a:lnTo>
                    <a:pt x="123063" y="283369"/>
                  </a:lnTo>
                  <a:lnTo>
                    <a:pt x="123444" y="284893"/>
                  </a:lnTo>
                  <a:lnTo>
                    <a:pt x="125825" y="289941"/>
                  </a:lnTo>
                  <a:lnTo>
                    <a:pt x="129254" y="301276"/>
                  </a:lnTo>
                  <a:lnTo>
                    <a:pt x="130778" y="304609"/>
                  </a:lnTo>
                  <a:lnTo>
                    <a:pt x="132779" y="307467"/>
                  </a:lnTo>
                  <a:lnTo>
                    <a:pt x="134303" y="309277"/>
                  </a:lnTo>
                  <a:lnTo>
                    <a:pt x="137255" y="313468"/>
                  </a:lnTo>
                  <a:lnTo>
                    <a:pt x="138113" y="314515"/>
                  </a:lnTo>
                  <a:lnTo>
                    <a:pt x="138589" y="314896"/>
                  </a:lnTo>
                  <a:lnTo>
                    <a:pt x="139922" y="316135"/>
                  </a:lnTo>
                  <a:lnTo>
                    <a:pt x="142875" y="320707"/>
                  </a:lnTo>
                  <a:lnTo>
                    <a:pt x="148114" y="324993"/>
                  </a:lnTo>
                  <a:lnTo>
                    <a:pt x="150400" y="326231"/>
                  </a:lnTo>
                  <a:lnTo>
                    <a:pt x="151543" y="327374"/>
                  </a:lnTo>
                  <a:lnTo>
                    <a:pt x="151638" y="328232"/>
                  </a:lnTo>
                  <a:lnTo>
                    <a:pt x="151257" y="329184"/>
                  </a:lnTo>
                  <a:lnTo>
                    <a:pt x="151067" y="330517"/>
                  </a:lnTo>
                  <a:lnTo>
                    <a:pt x="151543" y="332232"/>
                  </a:lnTo>
                  <a:lnTo>
                    <a:pt x="152495" y="332803"/>
                  </a:lnTo>
                  <a:lnTo>
                    <a:pt x="153638" y="332708"/>
                  </a:lnTo>
                  <a:lnTo>
                    <a:pt x="154591" y="332137"/>
                  </a:lnTo>
                  <a:lnTo>
                    <a:pt x="155353" y="332137"/>
                  </a:lnTo>
                  <a:lnTo>
                    <a:pt x="156686" y="332422"/>
                  </a:lnTo>
                  <a:lnTo>
                    <a:pt x="158591" y="333946"/>
                  </a:lnTo>
                  <a:lnTo>
                    <a:pt x="161449" y="335090"/>
                  </a:lnTo>
                  <a:lnTo>
                    <a:pt x="163163" y="335470"/>
                  </a:lnTo>
                  <a:lnTo>
                    <a:pt x="164687" y="336042"/>
                  </a:lnTo>
                  <a:lnTo>
                    <a:pt x="167545" y="338519"/>
                  </a:lnTo>
                  <a:lnTo>
                    <a:pt x="172784" y="343948"/>
                  </a:lnTo>
                  <a:lnTo>
                    <a:pt x="180689" y="354520"/>
                  </a:lnTo>
                  <a:lnTo>
                    <a:pt x="182213" y="357188"/>
                  </a:lnTo>
                  <a:lnTo>
                    <a:pt x="183261" y="359950"/>
                  </a:lnTo>
                  <a:lnTo>
                    <a:pt x="183833" y="360617"/>
                  </a:lnTo>
                  <a:lnTo>
                    <a:pt x="185071" y="361950"/>
                  </a:lnTo>
                  <a:lnTo>
                    <a:pt x="185833" y="363284"/>
                  </a:lnTo>
                  <a:lnTo>
                    <a:pt x="187071" y="366046"/>
                  </a:lnTo>
                  <a:lnTo>
                    <a:pt x="186976" y="367474"/>
                  </a:lnTo>
                  <a:lnTo>
                    <a:pt x="186214" y="368141"/>
                  </a:lnTo>
                  <a:lnTo>
                    <a:pt x="185071" y="367665"/>
                  </a:lnTo>
                  <a:lnTo>
                    <a:pt x="184023" y="366712"/>
                  </a:lnTo>
                  <a:lnTo>
                    <a:pt x="182213" y="364617"/>
                  </a:lnTo>
                  <a:lnTo>
                    <a:pt x="181451" y="364331"/>
                  </a:lnTo>
                  <a:lnTo>
                    <a:pt x="180689" y="364617"/>
                  </a:lnTo>
                  <a:lnTo>
                    <a:pt x="179927" y="365569"/>
                  </a:lnTo>
                  <a:lnTo>
                    <a:pt x="178689" y="367760"/>
                  </a:lnTo>
                  <a:lnTo>
                    <a:pt x="177832" y="368618"/>
                  </a:lnTo>
                  <a:lnTo>
                    <a:pt x="177070" y="369094"/>
                  </a:lnTo>
                  <a:lnTo>
                    <a:pt x="174593" y="370046"/>
                  </a:lnTo>
                  <a:lnTo>
                    <a:pt x="173260" y="370618"/>
                  </a:lnTo>
                  <a:lnTo>
                    <a:pt x="172212" y="371380"/>
                  </a:lnTo>
                  <a:lnTo>
                    <a:pt x="171450" y="372142"/>
                  </a:lnTo>
                  <a:lnTo>
                    <a:pt x="170974" y="373475"/>
                  </a:lnTo>
                  <a:lnTo>
                    <a:pt x="171164" y="374428"/>
                  </a:lnTo>
                  <a:lnTo>
                    <a:pt x="171736" y="375380"/>
                  </a:lnTo>
                  <a:lnTo>
                    <a:pt x="174689" y="377571"/>
                  </a:lnTo>
                  <a:lnTo>
                    <a:pt x="175355" y="377761"/>
                  </a:lnTo>
                  <a:lnTo>
                    <a:pt x="176022" y="377476"/>
                  </a:lnTo>
                  <a:lnTo>
                    <a:pt x="176594" y="376999"/>
                  </a:lnTo>
                  <a:lnTo>
                    <a:pt x="177546" y="375571"/>
                  </a:lnTo>
                  <a:lnTo>
                    <a:pt x="177927" y="375094"/>
                  </a:lnTo>
                  <a:lnTo>
                    <a:pt x="178594" y="374714"/>
                  </a:lnTo>
                  <a:lnTo>
                    <a:pt x="179451" y="374428"/>
                  </a:lnTo>
                  <a:lnTo>
                    <a:pt x="180308" y="374714"/>
                  </a:lnTo>
                  <a:lnTo>
                    <a:pt x="181166" y="375475"/>
                  </a:lnTo>
                  <a:lnTo>
                    <a:pt x="181261" y="376809"/>
                  </a:lnTo>
                  <a:lnTo>
                    <a:pt x="180785" y="378047"/>
                  </a:lnTo>
                  <a:lnTo>
                    <a:pt x="179070" y="380238"/>
                  </a:lnTo>
                  <a:lnTo>
                    <a:pt x="176879" y="382238"/>
                  </a:lnTo>
                  <a:lnTo>
                    <a:pt x="176403" y="383286"/>
                  </a:lnTo>
                  <a:lnTo>
                    <a:pt x="176117" y="385286"/>
                  </a:lnTo>
                  <a:lnTo>
                    <a:pt x="175736" y="386239"/>
                  </a:lnTo>
                  <a:lnTo>
                    <a:pt x="174974" y="387001"/>
                  </a:lnTo>
                  <a:lnTo>
                    <a:pt x="174403" y="387477"/>
                  </a:lnTo>
                  <a:lnTo>
                    <a:pt x="173927" y="388334"/>
                  </a:lnTo>
                  <a:lnTo>
                    <a:pt x="173831" y="388715"/>
                  </a:lnTo>
                  <a:lnTo>
                    <a:pt x="173831" y="388906"/>
                  </a:lnTo>
                  <a:lnTo>
                    <a:pt x="174879" y="389763"/>
                  </a:lnTo>
                  <a:lnTo>
                    <a:pt x="175641" y="390430"/>
                  </a:lnTo>
                  <a:lnTo>
                    <a:pt x="176213" y="391763"/>
                  </a:lnTo>
                  <a:lnTo>
                    <a:pt x="176117" y="392716"/>
                  </a:lnTo>
                  <a:lnTo>
                    <a:pt x="174974" y="393668"/>
                  </a:lnTo>
                  <a:lnTo>
                    <a:pt x="174593" y="394335"/>
                  </a:lnTo>
                  <a:lnTo>
                    <a:pt x="174022" y="394811"/>
                  </a:lnTo>
                  <a:lnTo>
                    <a:pt x="172974" y="395097"/>
                  </a:lnTo>
                  <a:lnTo>
                    <a:pt x="170307" y="394621"/>
                  </a:lnTo>
                  <a:lnTo>
                    <a:pt x="169831" y="394907"/>
                  </a:lnTo>
                  <a:lnTo>
                    <a:pt x="169164" y="397002"/>
                  </a:lnTo>
                  <a:lnTo>
                    <a:pt x="169831" y="399574"/>
                  </a:lnTo>
                  <a:lnTo>
                    <a:pt x="173450" y="401860"/>
                  </a:lnTo>
                  <a:lnTo>
                    <a:pt x="174117" y="402622"/>
                  </a:lnTo>
                  <a:lnTo>
                    <a:pt x="174593" y="403384"/>
                  </a:lnTo>
                  <a:lnTo>
                    <a:pt x="174689" y="404527"/>
                  </a:lnTo>
                  <a:lnTo>
                    <a:pt x="174879" y="405765"/>
                  </a:lnTo>
                  <a:lnTo>
                    <a:pt x="175451" y="407670"/>
                  </a:lnTo>
                  <a:lnTo>
                    <a:pt x="176308" y="408718"/>
                  </a:lnTo>
                  <a:lnTo>
                    <a:pt x="177737" y="409385"/>
                  </a:lnTo>
                  <a:lnTo>
                    <a:pt x="188309" y="407861"/>
                  </a:lnTo>
                  <a:lnTo>
                    <a:pt x="191548" y="408241"/>
                  </a:lnTo>
                  <a:lnTo>
                    <a:pt x="194215" y="410908"/>
                  </a:lnTo>
                  <a:lnTo>
                    <a:pt x="198311" y="413957"/>
                  </a:lnTo>
                  <a:lnTo>
                    <a:pt x="201835" y="411385"/>
                  </a:lnTo>
                  <a:lnTo>
                    <a:pt x="202311" y="410432"/>
                  </a:lnTo>
                  <a:lnTo>
                    <a:pt x="202502" y="409575"/>
                  </a:lnTo>
                  <a:lnTo>
                    <a:pt x="202121" y="408813"/>
                  </a:lnTo>
                  <a:lnTo>
                    <a:pt x="201740" y="407861"/>
                  </a:lnTo>
                  <a:lnTo>
                    <a:pt x="201359" y="406527"/>
                  </a:lnTo>
                  <a:lnTo>
                    <a:pt x="201263" y="404812"/>
                  </a:lnTo>
                  <a:lnTo>
                    <a:pt x="200978" y="403765"/>
                  </a:lnTo>
                  <a:lnTo>
                    <a:pt x="200597" y="403193"/>
                  </a:lnTo>
                  <a:lnTo>
                    <a:pt x="199168" y="402145"/>
                  </a:lnTo>
                  <a:lnTo>
                    <a:pt x="198501" y="400717"/>
                  </a:lnTo>
                  <a:lnTo>
                    <a:pt x="198406" y="398907"/>
                  </a:lnTo>
                  <a:lnTo>
                    <a:pt x="198596" y="396240"/>
                  </a:lnTo>
                  <a:lnTo>
                    <a:pt x="198311" y="394430"/>
                  </a:lnTo>
                  <a:lnTo>
                    <a:pt x="196787" y="389953"/>
                  </a:lnTo>
                  <a:lnTo>
                    <a:pt x="195929" y="386334"/>
                  </a:lnTo>
                  <a:lnTo>
                    <a:pt x="195834" y="384524"/>
                  </a:lnTo>
                  <a:lnTo>
                    <a:pt x="196120" y="383095"/>
                  </a:lnTo>
                  <a:lnTo>
                    <a:pt x="196501" y="381286"/>
                  </a:lnTo>
                  <a:lnTo>
                    <a:pt x="196882" y="380333"/>
                  </a:lnTo>
                  <a:lnTo>
                    <a:pt x="197263" y="379666"/>
                  </a:lnTo>
                  <a:lnTo>
                    <a:pt x="197930" y="379381"/>
                  </a:lnTo>
                  <a:lnTo>
                    <a:pt x="198596" y="379190"/>
                  </a:lnTo>
                  <a:lnTo>
                    <a:pt x="199263" y="379095"/>
                  </a:lnTo>
                  <a:lnTo>
                    <a:pt x="201740" y="379857"/>
                  </a:lnTo>
                  <a:lnTo>
                    <a:pt x="202597" y="379952"/>
                  </a:lnTo>
                  <a:lnTo>
                    <a:pt x="203645" y="379857"/>
                  </a:lnTo>
                  <a:lnTo>
                    <a:pt x="204502" y="379571"/>
                  </a:lnTo>
                  <a:lnTo>
                    <a:pt x="205645" y="378714"/>
                  </a:lnTo>
                  <a:lnTo>
                    <a:pt x="206216" y="378428"/>
                  </a:lnTo>
                  <a:lnTo>
                    <a:pt x="206978" y="378428"/>
                  </a:lnTo>
                  <a:lnTo>
                    <a:pt x="208502" y="378714"/>
                  </a:lnTo>
                  <a:lnTo>
                    <a:pt x="212884" y="382524"/>
                  </a:lnTo>
                  <a:lnTo>
                    <a:pt x="214408" y="382524"/>
                  </a:lnTo>
                  <a:lnTo>
                    <a:pt x="216122" y="382048"/>
                  </a:lnTo>
                  <a:lnTo>
                    <a:pt x="217265" y="380524"/>
                  </a:lnTo>
                  <a:lnTo>
                    <a:pt x="217646" y="378904"/>
                  </a:lnTo>
                  <a:lnTo>
                    <a:pt x="217361" y="377666"/>
                  </a:lnTo>
                  <a:lnTo>
                    <a:pt x="216503" y="376619"/>
                  </a:lnTo>
                  <a:lnTo>
                    <a:pt x="215551" y="376047"/>
                  </a:lnTo>
                  <a:lnTo>
                    <a:pt x="213741" y="375380"/>
                  </a:lnTo>
                  <a:lnTo>
                    <a:pt x="213074" y="374714"/>
                  </a:lnTo>
                  <a:lnTo>
                    <a:pt x="212789" y="373475"/>
                  </a:lnTo>
                  <a:lnTo>
                    <a:pt x="213360" y="372808"/>
                  </a:lnTo>
                  <a:lnTo>
                    <a:pt x="214122" y="372523"/>
                  </a:lnTo>
                  <a:lnTo>
                    <a:pt x="216218" y="372046"/>
                  </a:lnTo>
                  <a:lnTo>
                    <a:pt x="216789" y="371475"/>
                  </a:lnTo>
                  <a:lnTo>
                    <a:pt x="216980" y="370618"/>
                  </a:lnTo>
                  <a:lnTo>
                    <a:pt x="216694" y="369665"/>
                  </a:lnTo>
                  <a:lnTo>
                    <a:pt x="215932" y="369094"/>
                  </a:lnTo>
                  <a:lnTo>
                    <a:pt x="213931" y="367951"/>
                  </a:lnTo>
                  <a:lnTo>
                    <a:pt x="212979" y="366998"/>
                  </a:lnTo>
                  <a:lnTo>
                    <a:pt x="212217" y="365760"/>
                  </a:lnTo>
                  <a:lnTo>
                    <a:pt x="212027" y="363665"/>
                  </a:lnTo>
                  <a:lnTo>
                    <a:pt x="212598" y="362807"/>
                  </a:lnTo>
                  <a:lnTo>
                    <a:pt x="213360" y="362617"/>
                  </a:lnTo>
                  <a:lnTo>
                    <a:pt x="214598" y="363188"/>
                  </a:lnTo>
                  <a:lnTo>
                    <a:pt x="216027" y="363665"/>
                  </a:lnTo>
                  <a:lnTo>
                    <a:pt x="216789" y="364141"/>
                  </a:lnTo>
                  <a:lnTo>
                    <a:pt x="217361" y="364807"/>
                  </a:lnTo>
                  <a:lnTo>
                    <a:pt x="217742" y="365569"/>
                  </a:lnTo>
                  <a:lnTo>
                    <a:pt x="218123" y="366427"/>
                  </a:lnTo>
                  <a:lnTo>
                    <a:pt x="218504" y="367189"/>
                  </a:lnTo>
                  <a:lnTo>
                    <a:pt x="218980" y="367760"/>
                  </a:lnTo>
                  <a:lnTo>
                    <a:pt x="219551" y="368236"/>
                  </a:lnTo>
                  <a:lnTo>
                    <a:pt x="220123" y="368427"/>
                  </a:lnTo>
                  <a:lnTo>
                    <a:pt x="225552" y="367474"/>
                  </a:lnTo>
                  <a:lnTo>
                    <a:pt x="227552" y="366903"/>
                  </a:lnTo>
                  <a:lnTo>
                    <a:pt x="228981" y="366903"/>
                  </a:lnTo>
                  <a:lnTo>
                    <a:pt x="230029" y="367570"/>
                  </a:lnTo>
                  <a:lnTo>
                    <a:pt x="232981" y="372046"/>
                  </a:lnTo>
                  <a:lnTo>
                    <a:pt x="233363" y="372904"/>
                  </a:lnTo>
                  <a:lnTo>
                    <a:pt x="233458" y="373475"/>
                  </a:lnTo>
                  <a:lnTo>
                    <a:pt x="233077" y="373761"/>
                  </a:lnTo>
                  <a:lnTo>
                    <a:pt x="232124" y="373666"/>
                  </a:lnTo>
                  <a:lnTo>
                    <a:pt x="231172" y="373380"/>
                  </a:lnTo>
                  <a:lnTo>
                    <a:pt x="229838" y="372808"/>
                  </a:lnTo>
                  <a:lnTo>
                    <a:pt x="229076" y="372713"/>
                  </a:lnTo>
                  <a:lnTo>
                    <a:pt x="228600" y="372904"/>
                  </a:lnTo>
                  <a:lnTo>
                    <a:pt x="228505" y="373570"/>
                  </a:lnTo>
                  <a:lnTo>
                    <a:pt x="228695" y="374428"/>
                  </a:lnTo>
                  <a:lnTo>
                    <a:pt x="229172" y="375285"/>
                  </a:lnTo>
                  <a:lnTo>
                    <a:pt x="231839" y="376904"/>
                  </a:lnTo>
                  <a:lnTo>
                    <a:pt x="232315" y="377381"/>
                  </a:lnTo>
                  <a:lnTo>
                    <a:pt x="232696" y="377761"/>
                  </a:lnTo>
                  <a:lnTo>
                    <a:pt x="232601" y="378143"/>
                  </a:lnTo>
                  <a:lnTo>
                    <a:pt x="232124" y="378428"/>
                  </a:lnTo>
                  <a:lnTo>
                    <a:pt x="229934" y="379190"/>
                  </a:lnTo>
                  <a:lnTo>
                    <a:pt x="229267" y="379666"/>
                  </a:lnTo>
                  <a:lnTo>
                    <a:pt x="229076" y="380428"/>
                  </a:lnTo>
                  <a:lnTo>
                    <a:pt x="229648" y="381095"/>
                  </a:lnTo>
                  <a:lnTo>
                    <a:pt x="233839" y="383191"/>
                  </a:lnTo>
                  <a:lnTo>
                    <a:pt x="234982" y="383286"/>
                  </a:lnTo>
                  <a:lnTo>
                    <a:pt x="236506" y="383191"/>
                  </a:lnTo>
                  <a:lnTo>
                    <a:pt x="237268" y="383381"/>
                  </a:lnTo>
                  <a:lnTo>
                    <a:pt x="237935" y="383857"/>
                  </a:lnTo>
                  <a:lnTo>
                    <a:pt x="238316" y="385000"/>
                  </a:lnTo>
                  <a:lnTo>
                    <a:pt x="239459" y="389763"/>
                  </a:lnTo>
                  <a:lnTo>
                    <a:pt x="239840" y="390811"/>
                  </a:lnTo>
                  <a:lnTo>
                    <a:pt x="240411" y="391668"/>
                  </a:lnTo>
                  <a:lnTo>
                    <a:pt x="241554" y="392620"/>
                  </a:lnTo>
                  <a:lnTo>
                    <a:pt x="242221" y="392620"/>
                  </a:lnTo>
                  <a:lnTo>
                    <a:pt x="243173" y="391954"/>
                  </a:lnTo>
                  <a:lnTo>
                    <a:pt x="244983" y="389477"/>
                  </a:lnTo>
                  <a:lnTo>
                    <a:pt x="245459" y="389001"/>
                  </a:lnTo>
                  <a:lnTo>
                    <a:pt x="245840" y="388715"/>
                  </a:lnTo>
                  <a:lnTo>
                    <a:pt x="247364" y="388048"/>
                  </a:lnTo>
                  <a:lnTo>
                    <a:pt x="248603" y="387668"/>
                  </a:lnTo>
                  <a:lnTo>
                    <a:pt x="251174" y="387382"/>
                  </a:lnTo>
                  <a:lnTo>
                    <a:pt x="252603" y="387096"/>
                  </a:lnTo>
                  <a:lnTo>
                    <a:pt x="253651" y="386620"/>
                  </a:lnTo>
                  <a:lnTo>
                    <a:pt x="253746" y="386048"/>
                  </a:lnTo>
                  <a:lnTo>
                    <a:pt x="253651" y="385096"/>
                  </a:lnTo>
                  <a:lnTo>
                    <a:pt x="252413" y="382238"/>
                  </a:lnTo>
                  <a:lnTo>
                    <a:pt x="252031" y="381095"/>
                  </a:lnTo>
                  <a:lnTo>
                    <a:pt x="251841" y="380048"/>
                  </a:lnTo>
                  <a:lnTo>
                    <a:pt x="251841" y="379190"/>
                  </a:lnTo>
                  <a:lnTo>
                    <a:pt x="252031" y="378428"/>
                  </a:lnTo>
                  <a:lnTo>
                    <a:pt x="252317" y="377666"/>
                  </a:lnTo>
                  <a:lnTo>
                    <a:pt x="252889" y="377095"/>
                  </a:lnTo>
                  <a:lnTo>
                    <a:pt x="253841" y="376237"/>
                  </a:lnTo>
                  <a:lnTo>
                    <a:pt x="255556" y="375285"/>
                  </a:lnTo>
                  <a:lnTo>
                    <a:pt x="256508" y="374428"/>
                  </a:lnTo>
                  <a:lnTo>
                    <a:pt x="257747" y="373094"/>
                  </a:lnTo>
                  <a:lnTo>
                    <a:pt x="258509" y="372618"/>
                  </a:lnTo>
                  <a:lnTo>
                    <a:pt x="259747" y="372046"/>
                  </a:lnTo>
                  <a:lnTo>
                    <a:pt x="261842" y="370332"/>
                  </a:lnTo>
                  <a:lnTo>
                    <a:pt x="262700" y="369570"/>
                  </a:lnTo>
                  <a:lnTo>
                    <a:pt x="265176" y="367951"/>
                  </a:lnTo>
                  <a:lnTo>
                    <a:pt x="268034" y="364426"/>
                  </a:lnTo>
                  <a:lnTo>
                    <a:pt x="268796" y="362331"/>
                  </a:lnTo>
                  <a:lnTo>
                    <a:pt x="269558" y="361188"/>
                  </a:lnTo>
                  <a:lnTo>
                    <a:pt x="270415" y="360236"/>
                  </a:lnTo>
                  <a:lnTo>
                    <a:pt x="272891" y="358616"/>
                  </a:lnTo>
                  <a:lnTo>
                    <a:pt x="273844" y="358330"/>
                  </a:lnTo>
                  <a:lnTo>
                    <a:pt x="274892" y="358235"/>
                  </a:lnTo>
                  <a:lnTo>
                    <a:pt x="275749" y="358521"/>
                  </a:lnTo>
                  <a:lnTo>
                    <a:pt x="276511" y="358902"/>
                  </a:lnTo>
                  <a:lnTo>
                    <a:pt x="277368" y="359759"/>
                  </a:lnTo>
                  <a:lnTo>
                    <a:pt x="277844" y="360331"/>
                  </a:lnTo>
                  <a:lnTo>
                    <a:pt x="278987" y="362331"/>
                  </a:lnTo>
                  <a:lnTo>
                    <a:pt x="280035" y="363474"/>
                  </a:lnTo>
                  <a:lnTo>
                    <a:pt x="284417" y="367094"/>
                  </a:lnTo>
                  <a:lnTo>
                    <a:pt x="285560" y="368332"/>
                  </a:lnTo>
                  <a:lnTo>
                    <a:pt x="286131" y="369761"/>
                  </a:lnTo>
                  <a:lnTo>
                    <a:pt x="286322" y="371189"/>
                  </a:lnTo>
                  <a:lnTo>
                    <a:pt x="286226" y="372808"/>
                  </a:lnTo>
                  <a:lnTo>
                    <a:pt x="284226" y="379952"/>
                  </a:lnTo>
                  <a:lnTo>
                    <a:pt x="283845" y="382143"/>
                  </a:lnTo>
                  <a:lnTo>
                    <a:pt x="283940" y="384524"/>
                  </a:lnTo>
                  <a:lnTo>
                    <a:pt x="284417" y="386715"/>
                  </a:lnTo>
                  <a:lnTo>
                    <a:pt x="285369" y="389096"/>
                  </a:lnTo>
                  <a:lnTo>
                    <a:pt x="285655" y="390335"/>
                  </a:lnTo>
                  <a:lnTo>
                    <a:pt x="285845" y="391382"/>
                  </a:lnTo>
                  <a:lnTo>
                    <a:pt x="285750" y="392240"/>
                  </a:lnTo>
                  <a:lnTo>
                    <a:pt x="285464" y="393097"/>
                  </a:lnTo>
                  <a:lnTo>
                    <a:pt x="285464" y="394144"/>
                  </a:lnTo>
                  <a:lnTo>
                    <a:pt x="285560" y="395478"/>
                  </a:lnTo>
                  <a:lnTo>
                    <a:pt x="286226" y="397573"/>
                  </a:lnTo>
                  <a:lnTo>
                    <a:pt x="286417" y="398812"/>
                  </a:lnTo>
                  <a:lnTo>
                    <a:pt x="286512" y="399955"/>
                  </a:lnTo>
                  <a:lnTo>
                    <a:pt x="286131" y="401860"/>
                  </a:lnTo>
                  <a:lnTo>
                    <a:pt x="286512" y="406432"/>
                  </a:lnTo>
                  <a:lnTo>
                    <a:pt x="286417" y="407479"/>
                  </a:lnTo>
                  <a:lnTo>
                    <a:pt x="286226" y="408146"/>
                  </a:lnTo>
                  <a:lnTo>
                    <a:pt x="285845" y="408908"/>
                  </a:lnTo>
                  <a:lnTo>
                    <a:pt x="283750" y="411956"/>
                  </a:lnTo>
                  <a:lnTo>
                    <a:pt x="283274" y="413004"/>
                  </a:lnTo>
                  <a:lnTo>
                    <a:pt x="281654" y="422243"/>
                  </a:lnTo>
                  <a:lnTo>
                    <a:pt x="281654" y="423482"/>
                  </a:lnTo>
                  <a:lnTo>
                    <a:pt x="282035" y="424339"/>
                  </a:lnTo>
                  <a:lnTo>
                    <a:pt x="282607" y="425101"/>
                  </a:lnTo>
                  <a:lnTo>
                    <a:pt x="283178" y="425672"/>
                  </a:lnTo>
                  <a:lnTo>
                    <a:pt x="283750" y="426434"/>
                  </a:lnTo>
                  <a:lnTo>
                    <a:pt x="283750" y="427006"/>
                  </a:lnTo>
                  <a:lnTo>
                    <a:pt x="283559" y="427387"/>
                  </a:lnTo>
                  <a:lnTo>
                    <a:pt x="281273" y="428053"/>
                  </a:lnTo>
                  <a:lnTo>
                    <a:pt x="280797" y="428530"/>
                  </a:lnTo>
                  <a:lnTo>
                    <a:pt x="280416" y="429387"/>
                  </a:lnTo>
                  <a:lnTo>
                    <a:pt x="280511" y="430149"/>
                  </a:lnTo>
                  <a:lnTo>
                    <a:pt x="280988" y="430816"/>
                  </a:lnTo>
                  <a:lnTo>
                    <a:pt x="281464" y="431197"/>
                  </a:lnTo>
                  <a:lnTo>
                    <a:pt x="282702" y="431864"/>
                  </a:lnTo>
                  <a:lnTo>
                    <a:pt x="286226" y="430530"/>
                  </a:lnTo>
                  <a:lnTo>
                    <a:pt x="289941" y="430720"/>
                  </a:lnTo>
                  <a:lnTo>
                    <a:pt x="290894" y="429387"/>
                  </a:lnTo>
                  <a:lnTo>
                    <a:pt x="292322" y="425768"/>
                  </a:lnTo>
                  <a:lnTo>
                    <a:pt x="293751" y="424053"/>
                  </a:lnTo>
                  <a:lnTo>
                    <a:pt x="295370" y="423291"/>
                  </a:lnTo>
                  <a:lnTo>
                    <a:pt x="301371" y="422624"/>
                  </a:lnTo>
                  <a:lnTo>
                    <a:pt x="302038" y="421957"/>
                  </a:lnTo>
                  <a:lnTo>
                    <a:pt x="301847" y="421005"/>
                  </a:lnTo>
                  <a:lnTo>
                    <a:pt x="300990" y="420053"/>
                  </a:lnTo>
                  <a:lnTo>
                    <a:pt x="297466" y="418433"/>
                  </a:lnTo>
                  <a:lnTo>
                    <a:pt x="296799" y="417386"/>
                  </a:lnTo>
                  <a:lnTo>
                    <a:pt x="296704" y="416052"/>
                  </a:lnTo>
                  <a:lnTo>
                    <a:pt x="297752" y="414052"/>
                  </a:lnTo>
                  <a:lnTo>
                    <a:pt x="299085" y="413480"/>
                  </a:lnTo>
                  <a:lnTo>
                    <a:pt x="300704" y="413671"/>
                  </a:lnTo>
                  <a:lnTo>
                    <a:pt x="304514" y="415290"/>
                  </a:lnTo>
                  <a:lnTo>
                    <a:pt x="306610" y="415861"/>
                  </a:lnTo>
                  <a:lnTo>
                    <a:pt x="308515" y="415766"/>
                  </a:lnTo>
                  <a:lnTo>
                    <a:pt x="309563" y="415004"/>
                  </a:lnTo>
                  <a:lnTo>
                    <a:pt x="311277" y="412718"/>
                  </a:lnTo>
                  <a:lnTo>
                    <a:pt x="312039" y="412718"/>
                  </a:lnTo>
                  <a:lnTo>
                    <a:pt x="312611" y="413290"/>
                  </a:lnTo>
                  <a:lnTo>
                    <a:pt x="312992" y="414242"/>
                  </a:lnTo>
                  <a:lnTo>
                    <a:pt x="313563" y="415099"/>
                  </a:lnTo>
                  <a:lnTo>
                    <a:pt x="314801" y="415195"/>
                  </a:lnTo>
                  <a:lnTo>
                    <a:pt x="315373" y="414623"/>
                  </a:lnTo>
                  <a:lnTo>
                    <a:pt x="316040" y="412814"/>
                  </a:lnTo>
                  <a:lnTo>
                    <a:pt x="316802" y="412718"/>
                  </a:lnTo>
                  <a:lnTo>
                    <a:pt x="317468" y="413290"/>
                  </a:lnTo>
                  <a:lnTo>
                    <a:pt x="318230" y="414623"/>
                  </a:lnTo>
                  <a:lnTo>
                    <a:pt x="318802" y="415481"/>
                  </a:lnTo>
                  <a:lnTo>
                    <a:pt x="319564" y="415957"/>
                  </a:lnTo>
                  <a:lnTo>
                    <a:pt x="320040" y="415861"/>
                  </a:lnTo>
                  <a:lnTo>
                    <a:pt x="320516" y="415385"/>
                  </a:lnTo>
                  <a:lnTo>
                    <a:pt x="322231" y="413099"/>
                  </a:lnTo>
                  <a:lnTo>
                    <a:pt x="325469" y="413766"/>
                  </a:lnTo>
                  <a:lnTo>
                    <a:pt x="328422" y="410813"/>
                  </a:lnTo>
                  <a:lnTo>
                    <a:pt x="329184" y="410242"/>
                  </a:lnTo>
                  <a:lnTo>
                    <a:pt x="330137" y="409861"/>
                  </a:lnTo>
                  <a:lnTo>
                    <a:pt x="330708" y="409765"/>
                  </a:lnTo>
                  <a:lnTo>
                    <a:pt x="331565" y="409575"/>
                  </a:lnTo>
                  <a:lnTo>
                    <a:pt x="332518" y="409003"/>
                  </a:lnTo>
                  <a:lnTo>
                    <a:pt x="333756" y="407956"/>
                  </a:lnTo>
                  <a:lnTo>
                    <a:pt x="338138" y="407098"/>
                  </a:lnTo>
                  <a:lnTo>
                    <a:pt x="338900" y="406527"/>
                  </a:lnTo>
                  <a:lnTo>
                    <a:pt x="342043" y="403098"/>
                  </a:lnTo>
                  <a:lnTo>
                    <a:pt x="343281" y="402907"/>
                  </a:lnTo>
                  <a:lnTo>
                    <a:pt x="344615" y="403289"/>
                  </a:lnTo>
                  <a:lnTo>
                    <a:pt x="346043" y="403860"/>
                  </a:lnTo>
                  <a:lnTo>
                    <a:pt x="347282" y="403479"/>
                  </a:lnTo>
                  <a:lnTo>
                    <a:pt x="348425" y="402145"/>
                  </a:lnTo>
                  <a:lnTo>
                    <a:pt x="349472" y="399288"/>
                  </a:lnTo>
                  <a:lnTo>
                    <a:pt x="350044" y="398526"/>
                  </a:lnTo>
                  <a:lnTo>
                    <a:pt x="351663" y="396240"/>
                  </a:lnTo>
                  <a:lnTo>
                    <a:pt x="354140" y="395097"/>
                  </a:lnTo>
                  <a:lnTo>
                    <a:pt x="353759" y="392240"/>
                  </a:lnTo>
                  <a:lnTo>
                    <a:pt x="352139" y="388906"/>
                  </a:lnTo>
                  <a:lnTo>
                    <a:pt x="351187" y="386239"/>
                  </a:lnTo>
                  <a:lnTo>
                    <a:pt x="350234" y="385191"/>
                  </a:lnTo>
                  <a:lnTo>
                    <a:pt x="348425" y="384143"/>
                  </a:lnTo>
                  <a:lnTo>
                    <a:pt x="347091" y="382715"/>
                  </a:lnTo>
                  <a:lnTo>
                    <a:pt x="348044" y="379476"/>
                  </a:lnTo>
                  <a:lnTo>
                    <a:pt x="347377" y="375857"/>
                  </a:lnTo>
                  <a:lnTo>
                    <a:pt x="347282" y="374142"/>
                  </a:lnTo>
                  <a:lnTo>
                    <a:pt x="351187" y="376714"/>
                  </a:lnTo>
                  <a:lnTo>
                    <a:pt x="350234" y="372428"/>
                  </a:lnTo>
                  <a:lnTo>
                    <a:pt x="350139" y="368998"/>
                  </a:lnTo>
                  <a:lnTo>
                    <a:pt x="351568" y="366617"/>
                  </a:lnTo>
                  <a:lnTo>
                    <a:pt x="355187" y="365188"/>
                  </a:lnTo>
                  <a:lnTo>
                    <a:pt x="354044" y="363665"/>
                  </a:lnTo>
                  <a:lnTo>
                    <a:pt x="350901" y="363188"/>
                  </a:lnTo>
                  <a:lnTo>
                    <a:pt x="350425" y="361569"/>
                  </a:lnTo>
                  <a:lnTo>
                    <a:pt x="350901" y="361188"/>
                  </a:lnTo>
                  <a:lnTo>
                    <a:pt x="352044" y="360902"/>
                  </a:lnTo>
                  <a:lnTo>
                    <a:pt x="353092" y="360426"/>
                  </a:lnTo>
                  <a:lnTo>
                    <a:pt x="353663" y="359378"/>
                  </a:lnTo>
                  <a:lnTo>
                    <a:pt x="353759" y="358426"/>
                  </a:lnTo>
                  <a:lnTo>
                    <a:pt x="354044" y="357759"/>
                  </a:lnTo>
                  <a:lnTo>
                    <a:pt x="354521" y="357283"/>
                  </a:lnTo>
                  <a:lnTo>
                    <a:pt x="355187" y="357092"/>
                  </a:lnTo>
                  <a:lnTo>
                    <a:pt x="354140" y="355663"/>
                  </a:lnTo>
                  <a:lnTo>
                    <a:pt x="351187" y="355282"/>
                  </a:lnTo>
                  <a:lnTo>
                    <a:pt x="349663" y="354425"/>
                  </a:lnTo>
                  <a:lnTo>
                    <a:pt x="349472" y="353187"/>
                  </a:lnTo>
                  <a:lnTo>
                    <a:pt x="349568" y="351377"/>
                  </a:lnTo>
                  <a:lnTo>
                    <a:pt x="349377" y="349758"/>
                  </a:lnTo>
                  <a:lnTo>
                    <a:pt x="346901" y="347567"/>
                  </a:lnTo>
                  <a:lnTo>
                    <a:pt x="347567" y="344329"/>
                  </a:lnTo>
                  <a:lnTo>
                    <a:pt x="350425" y="337375"/>
                  </a:lnTo>
                  <a:lnTo>
                    <a:pt x="347948" y="337661"/>
                  </a:lnTo>
                  <a:lnTo>
                    <a:pt x="347091" y="336899"/>
                  </a:lnTo>
                  <a:lnTo>
                    <a:pt x="347282" y="333184"/>
                  </a:lnTo>
                  <a:lnTo>
                    <a:pt x="346805" y="332042"/>
                  </a:lnTo>
                  <a:lnTo>
                    <a:pt x="345758" y="331946"/>
                  </a:lnTo>
                  <a:lnTo>
                    <a:pt x="343662" y="332708"/>
                  </a:lnTo>
                  <a:lnTo>
                    <a:pt x="342424" y="332518"/>
                  </a:lnTo>
                  <a:lnTo>
                    <a:pt x="342138" y="331851"/>
                  </a:lnTo>
                  <a:lnTo>
                    <a:pt x="342043" y="330994"/>
                  </a:lnTo>
                  <a:lnTo>
                    <a:pt x="341186" y="329470"/>
                  </a:lnTo>
                  <a:lnTo>
                    <a:pt x="341186" y="328708"/>
                  </a:lnTo>
                  <a:lnTo>
                    <a:pt x="340995" y="327946"/>
                  </a:lnTo>
                  <a:lnTo>
                    <a:pt x="340138" y="327469"/>
                  </a:lnTo>
                  <a:lnTo>
                    <a:pt x="339471" y="327660"/>
                  </a:lnTo>
                  <a:lnTo>
                    <a:pt x="337471" y="328898"/>
                  </a:lnTo>
                  <a:lnTo>
                    <a:pt x="336614" y="329279"/>
                  </a:lnTo>
                  <a:lnTo>
                    <a:pt x="336423" y="328517"/>
                  </a:lnTo>
                  <a:lnTo>
                    <a:pt x="336709" y="326993"/>
                  </a:lnTo>
                  <a:lnTo>
                    <a:pt x="336518" y="325469"/>
                  </a:lnTo>
                  <a:lnTo>
                    <a:pt x="334994" y="324803"/>
                  </a:lnTo>
                  <a:lnTo>
                    <a:pt x="333756" y="324421"/>
                  </a:lnTo>
                  <a:lnTo>
                    <a:pt x="332708" y="323564"/>
                  </a:lnTo>
                  <a:lnTo>
                    <a:pt x="331756" y="322326"/>
                  </a:lnTo>
                  <a:lnTo>
                    <a:pt x="330803" y="320802"/>
                  </a:lnTo>
                  <a:lnTo>
                    <a:pt x="324231" y="322040"/>
                  </a:lnTo>
                  <a:lnTo>
                    <a:pt x="322802" y="322612"/>
                  </a:lnTo>
                  <a:lnTo>
                    <a:pt x="320897" y="323755"/>
                  </a:lnTo>
                  <a:lnTo>
                    <a:pt x="319183" y="325469"/>
                  </a:lnTo>
                  <a:lnTo>
                    <a:pt x="318802" y="326326"/>
                  </a:lnTo>
                  <a:lnTo>
                    <a:pt x="319088" y="327184"/>
                  </a:lnTo>
                  <a:lnTo>
                    <a:pt x="319945" y="327946"/>
                  </a:lnTo>
                  <a:lnTo>
                    <a:pt x="320516" y="328803"/>
                  </a:lnTo>
                  <a:lnTo>
                    <a:pt x="320802" y="329565"/>
                  </a:lnTo>
                  <a:lnTo>
                    <a:pt x="320707" y="330232"/>
                  </a:lnTo>
                  <a:lnTo>
                    <a:pt x="320135" y="330898"/>
                  </a:lnTo>
                  <a:lnTo>
                    <a:pt x="319088" y="331565"/>
                  </a:lnTo>
                  <a:lnTo>
                    <a:pt x="315373" y="332232"/>
                  </a:lnTo>
                  <a:lnTo>
                    <a:pt x="310610" y="330422"/>
                  </a:lnTo>
                  <a:lnTo>
                    <a:pt x="308896" y="329184"/>
                  </a:lnTo>
                  <a:lnTo>
                    <a:pt x="306134" y="327660"/>
                  </a:lnTo>
                  <a:lnTo>
                    <a:pt x="304705" y="326612"/>
                  </a:lnTo>
                  <a:lnTo>
                    <a:pt x="303848" y="325660"/>
                  </a:lnTo>
                  <a:lnTo>
                    <a:pt x="303371" y="324707"/>
                  </a:lnTo>
                  <a:lnTo>
                    <a:pt x="302228" y="321088"/>
                  </a:lnTo>
                  <a:lnTo>
                    <a:pt x="301847" y="320230"/>
                  </a:lnTo>
                  <a:lnTo>
                    <a:pt x="301276" y="319659"/>
                  </a:lnTo>
                  <a:lnTo>
                    <a:pt x="293465" y="315659"/>
                  </a:lnTo>
                  <a:lnTo>
                    <a:pt x="292799" y="315563"/>
                  </a:lnTo>
                  <a:lnTo>
                    <a:pt x="292037" y="315754"/>
                  </a:lnTo>
                  <a:lnTo>
                    <a:pt x="291370" y="316897"/>
                  </a:lnTo>
                  <a:lnTo>
                    <a:pt x="291370" y="318421"/>
                  </a:lnTo>
                  <a:lnTo>
                    <a:pt x="290513" y="318802"/>
                  </a:lnTo>
                  <a:lnTo>
                    <a:pt x="288798" y="319183"/>
                  </a:lnTo>
                  <a:lnTo>
                    <a:pt x="282416" y="319659"/>
                  </a:lnTo>
                  <a:lnTo>
                    <a:pt x="278416" y="320802"/>
                  </a:lnTo>
                  <a:lnTo>
                    <a:pt x="278130" y="319659"/>
                  </a:lnTo>
                  <a:lnTo>
                    <a:pt x="278035" y="318992"/>
                  </a:lnTo>
                  <a:lnTo>
                    <a:pt x="277749" y="318325"/>
                  </a:lnTo>
                  <a:lnTo>
                    <a:pt x="277273" y="317468"/>
                  </a:lnTo>
                  <a:lnTo>
                    <a:pt x="276701" y="316706"/>
                  </a:lnTo>
                  <a:lnTo>
                    <a:pt x="274892" y="315087"/>
                  </a:lnTo>
                  <a:lnTo>
                    <a:pt x="274034" y="314039"/>
                  </a:lnTo>
                  <a:lnTo>
                    <a:pt x="273844" y="312992"/>
                  </a:lnTo>
                  <a:lnTo>
                    <a:pt x="274225" y="311944"/>
                  </a:lnTo>
                  <a:lnTo>
                    <a:pt x="276701" y="309563"/>
                  </a:lnTo>
                  <a:lnTo>
                    <a:pt x="277749" y="307276"/>
                  </a:lnTo>
                  <a:lnTo>
                    <a:pt x="278321" y="306515"/>
                  </a:lnTo>
                  <a:lnTo>
                    <a:pt x="279559" y="306038"/>
                  </a:lnTo>
                  <a:lnTo>
                    <a:pt x="281750" y="305657"/>
                  </a:lnTo>
                  <a:lnTo>
                    <a:pt x="282702" y="305371"/>
                  </a:lnTo>
                  <a:lnTo>
                    <a:pt x="283369" y="304705"/>
                  </a:lnTo>
                  <a:lnTo>
                    <a:pt x="283655" y="302038"/>
                  </a:lnTo>
                  <a:lnTo>
                    <a:pt x="284131" y="300895"/>
                  </a:lnTo>
                  <a:lnTo>
                    <a:pt x="286131" y="299085"/>
                  </a:lnTo>
                  <a:lnTo>
                    <a:pt x="286988" y="297561"/>
                  </a:lnTo>
                  <a:lnTo>
                    <a:pt x="286703" y="296037"/>
                  </a:lnTo>
                  <a:lnTo>
                    <a:pt x="285941" y="294608"/>
                  </a:lnTo>
                  <a:lnTo>
                    <a:pt x="285750" y="293751"/>
                  </a:lnTo>
                  <a:lnTo>
                    <a:pt x="285845" y="291751"/>
                  </a:lnTo>
                  <a:lnTo>
                    <a:pt x="285464" y="284988"/>
                  </a:lnTo>
                  <a:lnTo>
                    <a:pt x="285560" y="283369"/>
                  </a:lnTo>
                  <a:lnTo>
                    <a:pt x="285750" y="282035"/>
                  </a:lnTo>
                  <a:lnTo>
                    <a:pt x="286512" y="280511"/>
                  </a:lnTo>
                  <a:lnTo>
                    <a:pt x="287846" y="279273"/>
                  </a:lnTo>
                  <a:lnTo>
                    <a:pt x="290608" y="277749"/>
                  </a:lnTo>
                  <a:lnTo>
                    <a:pt x="293465" y="276796"/>
                  </a:lnTo>
                  <a:lnTo>
                    <a:pt x="297275" y="276892"/>
                  </a:lnTo>
                  <a:lnTo>
                    <a:pt x="299371" y="275177"/>
                  </a:lnTo>
                  <a:lnTo>
                    <a:pt x="299942" y="274225"/>
                  </a:lnTo>
                  <a:lnTo>
                    <a:pt x="300895" y="273082"/>
                  </a:lnTo>
                  <a:lnTo>
                    <a:pt x="301943" y="273177"/>
                  </a:lnTo>
                  <a:lnTo>
                    <a:pt x="307277" y="274606"/>
                  </a:lnTo>
                  <a:lnTo>
                    <a:pt x="308705" y="275272"/>
                  </a:lnTo>
                  <a:lnTo>
                    <a:pt x="310229" y="275749"/>
                  </a:lnTo>
                  <a:lnTo>
                    <a:pt x="310991" y="275844"/>
                  </a:lnTo>
                  <a:lnTo>
                    <a:pt x="316230" y="273844"/>
                  </a:lnTo>
                  <a:lnTo>
                    <a:pt x="317659" y="271082"/>
                  </a:lnTo>
                  <a:lnTo>
                    <a:pt x="318421" y="269938"/>
                  </a:lnTo>
                  <a:lnTo>
                    <a:pt x="318516" y="268891"/>
                  </a:lnTo>
                  <a:lnTo>
                    <a:pt x="318135" y="267653"/>
                  </a:lnTo>
                  <a:lnTo>
                    <a:pt x="317278" y="266128"/>
                  </a:lnTo>
                  <a:lnTo>
                    <a:pt x="316421" y="265176"/>
                  </a:lnTo>
                  <a:lnTo>
                    <a:pt x="313277" y="262414"/>
                  </a:lnTo>
                  <a:lnTo>
                    <a:pt x="313563" y="260128"/>
                  </a:lnTo>
                  <a:lnTo>
                    <a:pt x="314992" y="259175"/>
                  </a:lnTo>
                  <a:lnTo>
                    <a:pt x="315659" y="257937"/>
                  </a:lnTo>
                  <a:lnTo>
                    <a:pt x="312611" y="252794"/>
                  </a:lnTo>
                  <a:lnTo>
                    <a:pt x="310134" y="244411"/>
                  </a:lnTo>
                  <a:lnTo>
                    <a:pt x="309753" y="244030"/>
                  </a:lnTo>
                  <a:lnTo>
                    <a:pt x="309277" y="243745"/>
                  </a:lnTo>
                  <a:lnTo>
                    <a:pt x="308705" y="243269"/>
                  </a:lnTo>
                  <a:lnTo>
                    <a:pt x="308515" y="242221"/>
                  </a:lnTo>
                  <a:lnTo>
                    <a:pt x="308610" y="241840"/>
                  </a:lnTo>
                  <a:lnTo>
                    <a:pt x="308991" y="241649"/>
                  </a:lnTo>
                  <a:lnTo>
                    <a:pt x="309277" y="241173"/>
                  </a:lnTo>
                  <a:lnTo>
                    <a:pt x="309372" y="240411"/>
                  </a:lnTo>
                  <a:lnTo>
                    <a:pt x="308134" y="220504"/>
                  </a:lnTo>
                  <a:lnTo>
                    <a:pt x="308515" y="219361"/>
                  </a:lnTo>
                  <a:lnTo>
                    <a:pt x="309753" y="217742"/>
                  </a:lnTo>
                  <a:lnTo>
                    <a:pt x="310420" y="216217"/>
                  </a:lnTo>
                  <a:lnTo>
                    <a:pt x="309848" y="214789"/>
                  </a:lnTo>
                  <a:lnTo>
                    <a:pt x="308991" y="213550"/>
                  </a:lnTo>
                  <a:lnTo>
                    <a:pt x="308515" y="212312"/>
                  </a:lnTo>
                  <a:lnTo>
                    <a:pt x="308420" y="208407"/>
                  </a:lnTo>
                  <a:lnTo>
                    <a:pt x="308515" y="207359"/>
                  </a:lnTo>
                  <a:lnTo>
                    <a:pt x="309086" y="206216"/>
                  </a:lnTo>
                  <a:lnTo>
                    <a:pt x="309848" y="205264"/>
                  </a:lnTo>
                  <a:lnTo>
                    <a:pt x="310325" y="204311"/>
                  </a:lnTo>
                  <a:lnTo>
                    <a:pt x="310134" y="202787"/>
                  </a:lnTo>
                  <a:lnTo>
                    <a:pt x="308134" y="201263"/>
                  </a:lnTo>
                  <a:lnTo>
                    <a:pt x="304895" y="201168"/>
                  </a:lnTo>
                  <a:lnTo>
                    <a:pt x="301943" y="201549"/>
                  </a:lnTo>
                  <a:lnTo>
                    <a:pt x="300609" y="201454"/>
                  </a:lnTo>
                  <a:lnTo>
                    <a:pt x="301466" y="199453"/>
                  </a:lnTo>
                  <a:lnTo>
                    <a:pt x="305467" y="195548"/>
                  </a:lnTo>
                  <a:lnTo>
                    <a:pt x="306991" y="193643"/>
                  </a:lnTo>
                  <a:lnTo>
                    <a:pt x="305181" y="192119"/>
                  </a:lnTo>
                  <a:lnTo>
                    <a:pt x="302038" y="192500"/>
                  </a:lnTo>
                  <a:lnTo>
                    <a:pt x="300609" y="190976"/>
                  </a:lnTo>
                  <a:lnTo>
                    <a:pt x="300990" y="191071"/>
                  </a:lnTo>
                  <a:lnTo>
                    <a:pt x="301276" y="190024"/>
                  </a:lnTo>
                  <a:lnTo>
                    <a:pt x="301466" y="187738"/>
                  </a:lnTo>
                  <a:lnTo>
                    <a:pt x="301181" y="186690"/>
                  </a:lnTo>
                  <a:lnTo>
                    <a:pt x="300038" y="185071"/>
                  </a:lnTo>
                  <a:lnTo>
                    <a:pt x="299752" y="184118"/>
                  </a:lnTo>
                  <a:lnTo>
                    <a:pt x="300514" y="182213"/>
                  </a:lnTo>
                  <a:lnTo>
                    <a:pt x="302228" y="181356"/>
                  </a:lnTo>
                  <a:lnTo>
                    <a:pt x="303848" y="180689"/>
                  </a:lnTo>
                  <a:lnTo>
                    <a:pt x="304610" y="179642"/>
                  </a:lnTo>
                  <a:lnTo>
                    <a:pt x="304133" y="178117"/>
                  </a:lnTo>
                  <a:lnTo>
                    <a:pt x="303371" y="176689"/>
                  </a:lnTo>
                  <a:lnTo>
                    <a:pt x="302990" y="174974"/>
                  </a:lnTo>
                  <a:lnTo>
                    <a:pt x="303848" y="172784"/>
                  </a:lnTo>
                  <a:lnTo>
                    <a:pt x="303181" y="170402"/>
                  </a:lnTo>
                  <a:lnTo>
                    <a:pt x="306229" y="167259"/>
                  </a:lnTo>
                  <a:lnTo>
                    <a:pt x="305372" y="164592"/>
                  </a:lnTo>
                  <a:lnTo>
                    <a:pt x="307848" y="163068"/>
                  </a:lnTo>
                  <a:lnTo>
                    <a:pt x="308896" y="161925"/>
                  </a:lnTo>
                  <a:lnTo>
                    <a:pt x="309372" y="160496"/>
                  </a:lnTo>
                  <a:lnTo>
                    <a:pt x="309182" y="159639"/>
                  </a:lnTo>
                  <a:lnTo>
                    <a:pt x="308610" y="158591"/>
                  </a:lnTo>
                  <a:lnTo>
                    <a:pt x="308324" y="157544"/>
                  </a:lnTo>
                  <a:lnTo>
                    <a:pt x="308515" y="156400"/>
                  </a:lnTo>
                  <a:lnTo>
                    <a:pt x="309277" y="155638"/>
                  </a:lnTo>
                  <a:lnTo>
                    <a:pt x="310229" y="155638"/>
                  </a:lnTo>
                  <a:lnTo>
                    <a:pt x="311087" y="155734"/>
                  </a:lnTo>
                  <a:lnTo>
                    <a:pt x="311753" y="155448"/>
                  </a:lnTo>
                  <a:lnTo>
                    <a:pt x="313849" y="151067"/>
                  </a:lnTo>
                  <a:lnTo>
                    <a:pt x="317278" y="134493"/>
                  </a:lnTo>
                  <a:lnTo>
                    <a:pt x="318516" y="130302"/>
                  </a:lnTo>
                  <a:lnTo>
                    <a:pt x="319564" y="128111"/>
                  </a:lnTo>
                  <a:lnTo>
                    <a:pt x="320802" y="127254"/>
                  </a:lnTo>
                  <a:lnTo>
                    <a:pt x="325088" y="122682"/>
                  </a:lnTo>
                  <a:lnTo>
                    <a:pt x="325279" y="122111"/>
                  </a:lnTo>
                  <a:lnTo>
                    <a:pt x="325279" y="121444"/>
                  </a:lnTo>
                  <a:lnTo>
                    <a:pt x="325374" y="120682"/>
                  </a:lnTo>
                  <a:lnTo>
                    <a:pt x="325946" y="119920"/>
                  </a:lnTo>
                  <a:lnTo>
                    <a:pt x="326422" y="119824"/>
                  </a:lnTo>
                  <a:lnTo>
                    <a:pt x="327755" y="120110"/>
                  </a:lnTo>
                  <a:lnTo>
                    <a:pt x="328327" y="119920"/>
                  </a:lnTo>
                  <a:lnTo>
                    <a:pt x="328898" y="119634"/>
                  </a:lnTo>
                  <a:lnTo>
                    <a:pt x="329470" y="119729"/>
                  </a:lnTo>
                  <a:lnTo>
                    <a:pt x="329756" y="119634"/>
                  </a:lnTo>
                  <a:lnTo>
                    <a:pt x="329851" y="117729"/>
                  </a:lnTo>
                  <a:lnTo>
                    <a:pt x="330041" y="117062"/>
                  </a:lnTo>
                  <a:lnTo>
                    <a:pt x="330327" y="116491"/>
                  </a:lnTo>
                  <a:lnTo>
                    <a:pt x="332137" y="115729"/>
                  </a:lnTo>
                  <a:lnTo>
                    <a:pt x="335756" y="112204"/>
                  </a:lnTo>
                  <a:lnTo>
                    <a:pt x="339566" y="110014"/>
                  </a:lnTo>
                  <a:lnTo>
                    <a:pt x="339852" y="106108"/>
                  </a:lnTo>
                  <a:lnTo>
                    <a:pt x="340900" y="104680"/>
                  </a:lnTo>
                  <a:lnTo>
                    <a:pt x="344329" y="101822"/>
                  </a:lnTo>
                  <a:lnTo>
                    <a:pt x="351854" y="94012"/>
                  </a:lnTo>
                  <a:lnTo>
                    <a:pt x="356711" y="90202"/>
                  </a:lnTo>
                  <a:lnTo>
                    <a:pt x="358807" y="87916"/>
                  </a:lnTo>
                  <a:lnTo>
                    <a:pt x="360521" y="81629"/>
                  </a:lnTo>
                  <a:lnTo>
                    <a:pt x="360902" y="75628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0" name="Freeform: Shape 31">
              <a:extLst>
                <a:ext uri="{FF2B5EF4-FFF2-40B4-BE49-F238E27FC236}">
                  <a16:creationId xmlns:a16="http://schemas.microsoft.com/office/drawing/2014/main" id="{8874BBA0-52ED-8EA8-F683-E6AD90730DB8}"/>
                </a:ext>
              </a:extLst>
            </p:cNvPr>
            <p:cNvSpPr/>
            <p:nvPr/>
          </p:nvSpPr>
          <p:spPr>
            <a:xfrm>
              <a:off x="6552093" y="3163993"/>
              <a:ext cx="1073035" cy="847133"/>
            </a:xfrm>
            <a:custGeom>
              <a:avLst/>
              <a:gdLst>
                <a:gd name="connsiteX0" fmla="*/ 727805 w 723900"/>
                <a:gd name="connsiteY0" fmla="*/ 235458 h 571500"/>
                <a:gd name="connsiteX1" fmla="*/ 724853 w 723900"/>
                <a:gd name="connsiteY1" fmla="*/ 231553 h 571500"/>
                <a:gd name="connsiteX2" fmla="*/ 723233 w 723900"/>
                <a:gd name="connsiteY2" fmla="*/ 230600 h 571500"/>
                <a:gd name="connsiteX3" fmla="*/ 721900 w 723900"/>
                <a:gd name="connsiteY3" fmla="*/ 230315 h 571500"/>
                <a:gd name="connsiteX4" fmla="*/ 720947 w 723900"/>
                <a:gd name="connsiteY4" fmla="*/ 230981 h 571500"/>
                <a:gd name="connsiteX5" fmla="*/ 719995 w 723900"/>
                <a:gd name="connsiteY5" fmla="*/ 231362 h 571500"/>
                <a:gd name="connsiteX6" fmla="*/ 719138 w 723900"/>
                <a:gd name="connsiteY6" fmla="*/ 231553 h 571500"/>
                <a:gd name="connsiteX7" fmla="*/ 718376 w 723900"/>
                <a:gd name="connsiteY7" fmla="*/ 231458 h 571500"/>
                <a:gd name="connsiteX8" fmla="*/ 717709 w 723900"/>
                <a:gd name="connsiteY8" fmla="*/ 231172 h 571500"/>
                <a:gd name="connsiteX9" fmla="*/ 717042 w 723900"/>
                <a:gd name="connsiteY9" fmla="*/ 230029 h 571500"/>
                <a:gd name="connsiteX10" fmla="*/ 716566 w 723900"/>
                <a:gd name="connsiteY10" fmla="*/ 228124 h 571500"/>
                <a:gd name="connsiteX11" fmla="*/ 715328 w 723900"/>
                <a:gd name="connsiteY11" fmla="*/ 217170 h 571500"/>
                <a:gd name="connsiteX12" fmla="*/ 712946 w 723900"/>
                <a:gd name="connsiteY12" fmla="*/ 210979 h 571500"/>
                <a:gd name="connsiteX13" fmla="*/ 712089 w 723900"/>
                <a:gd name="connsiteY13" fmla="*/ 208598 h 571500"/>
                <a:gd name="connsiteX14" fmla="*/ 711137 w 723900"/>
                <a:gd name="connsiteY14" fmla="*/ 206788 h 571500"/>
                <a:gd name="connsiteX15" fmla="*/ 710375 w 723900"/>
                <a:gd name="connsiteY15" fmla="*/ 206026 h 571500"/>
                <a:gd name="connsiteX16" fmla="*/ 709422 w 723900"/>
                <a:gd name="connsiteY16" fmla="*/ 205359 h 571500"/>
                <a:gd name="connsiteX17" fmla="*/ 708089 w 723900"/>
                <a:gd name="connsiteY17" fmla="*/ 204788 h 571500"/>
                <a:gd name="connsiteX18" fmla="*/ 707231 w 723900"/>
                <a:gd name="connsiteY18" fmla="*/ 204216 h 571500"/>
                <a:gd name="connsiteX19" fmla="*/ 705231 w 723900"/>
                <a:gd name="connsiteY19" fmla="*/ 200692 h 571500"/>
                <a:gd name="connsiteX20" fmla="*/ 704755 w 723900"/>
                <a:gd name="connsiteY20" fmla="*/ 199358 h 571500"/>
                <a:gd name="connsiteX21" fmla="*/ 703898 w 723900"/>
                <a:gd name="connsiteY21" fmla="*/ 197739 h 571500"/>
                <a:gd name="connsiteX22" fmla="*/ 702564 w 723900"/>
                <a:gd name="connsiteY22" fmla="*/ 195929 h 571500"/>
                <a:gd name="connsiteX23" fmla="*/ 699421 w 723900"/>
                <a:gd name="connsiteY23" fmla="*/ 193929 h 571500"/>
                <a:gd name="connsiteX24" fmla="*/ 697897 w 723900"/>
                <a:gd name="connsiteY24" fmla="*/ 193262 h 571500"/>
                <a:gd name="connsiteX25" fmla="*/ 696944 w 723900"/>
                <a:gd name="connsiteY25" fmla="*/ 193262 h 571500"/>
                <a:gd name="connsiteX26" fmla="*/ 695420 w 723900"/>
                <a:gd name="connsiteY26" fmla="*/ 194596 h 571500"/>
                <a:gd name="connsiteX27" fmla="*/ 694658 w 723900"/>
                <a:gd name="connsiteY27" fmla="*/ 195072 h 571500"/>
                <a:gd name="connsiteX28" fmla="*/ 693801 w 723900"/>
                <a:gd name="connsiteY28" fmla="*/ 195453 h 571500"/>
                <a:gd name="connsiteX29" fmla="*/ 692563 w 723900"/>
                <a:gd name="connsiteY29" fmla="*/ 195644 h 571500"/>
                <a:gd name="connsiteX30" fmla="*/ 691134 w 723900"/>
                <a:gd name="connsiteY30" fmla="*/ 195263 h 571500"/>
                <a:gd name="connsiteX31" fmla="*/ 689705 w 723900"/>
                <a:gd name="connsiteY31" fmla="*/ 194120 h 571500"/>
                <a:gd name="connsiteX32" fmla="*/ 688181 w 723900"/>
                <a:gd name="connsiteY32" fmla="*/ 191548 h 571500"/>
                <a:gd name="connsiteX33" fmla="*/ 687896 w 723900"/>
                <a:gd name="connsiteY33" fmla="*/ 189452 h 571500"/>
                <a:gd name="connsiteX34" fmla="*/ 687896 w 723900"/>
                <a:gd name="connsiteY34" fmla="*/ 187642 h 571500"/>
                <a:gd name="connsiteX35" fmla="*/ 687991 w 723900"/>
                <a:gd name="connsiteY35" fmla="*/ 185928 h 571500"/>
                <a:gd name="connsiteX36" fmla="*/ 687800 w 723900"/>
                <a:gd name="connsiteY36" fmla="*/ 184404 h 571500"/>
                <a:gd name="connsiteX37" fmla="*/ 686848 w 723900"/>
                <a:gd name="connsiteY37" fmla="*/ 182880 h 571500"/>
                <a:gd name="connsiteX38" fmla="*/ 685324 w 723900"/>
                <a:gd name="connsiteY38" fmla="*/ 181451 h 571500"/>
                <a:gd name="connsiteX39" fmla="*/ 679133 w 723900"/>
                <a:gd name="connsiteY39" fmla="*/ 178117 h 571500"/>
                <a:gd name="connsiteX40" fmla="*/ 675132 w 723900"/>
                <a:gd name="connsiteY40" fmla="*/ 174022 h 571500"/>
                <a:gd name="connsiteX41" fmla="*/ 670941 w 723900"/>
                <a:gd name="connsiteY41" fmla="*/ 170498 h 571500"/>
                <a:gd name="connsiteX42" fmla="*/ 669417 w 723900"/>
                <a:gd name="connsiteY42" fmla="*/ 170021 h 571500"/>
                <a:gd name="connsiteX43" fmla="*/ 668560 w 723900"/>
                <a:gd name="connsiteY43" fmla="*/ 170021 h 571500"/>
                <a:gd name="connsiteX44" fmla="*/ 668179 w 723900"/>
                <a:gd name="connsiteY44" fmla="*/ 170593 h 571500"/>
                <a:gd name="connsiteX45" fmla="*/ 667703 w 723900"/>
                <a:gd name="connsiteY45" fmla="*/ 171736 h 571500"/>
                <a:gd name="connsiteX46" fmla="*/ 667417 w 723900"/>
                <a:gd name="connsiteY46" fmla="*/ 172307 h 571500"/>
                <a:gd name="connsiteX47" fmla="*/ 667036 w 723900"/>
                <a:gd name="connsiteY47" fmla="*/ 172784 h 571500"/>
                <a:gd name="connsiteX48" fmla="*/ 666369 w 723900"/>
                <a:gd name="connsiteY48" fmla="*/ 173165 h 571500"/>
                <a:gd name="connsiteX49" fmla="*/ 665417 w 723900"/>
                <a:gd name="connsiteY49" fmla="*/ 173546 h 571500"/>
                <a:gd name="connsiteX50" fmla="*/ 664559 w 723900"/>
                <a:gd name="connsiteY50" fmla="*/ 173641 h 571500"/>
                <a:gd name="connsiteX51" fmla="*/ 663607 w 723900"/>
                <a:gd name="connsiteY51" fmla="*/ 173450 h 571500"/>
                <a:gd name="connsiteX52" fmla="*/ 662369 w 723900"/>
                <a:gd name="connsiteY52" fmla="*/ 172879 h 571500"/>
                <a:gd name="connsiteX53" fmla="*/ 658940 w 723900"/>
                <a:gd name="connsiteY53" fmla="*/ 169069 h 571500"/>
                <a:gd name="connsiteX54" fmla="*/ 654653 w 723900"/>
                <a:gd name="connsiteY54" fmla="*/ 162211 h 571500"/>
                <a:gd name="connsiteX55" fmla="*/ 653891 w 723900"/>
                <a:gd name="connsiteY55" fmla="*/ 160973 h 571500"/>
                <a:gd name="connsiteX56" fmla="*/ 652939 w 723900"/>
                <a:gd name="connsiteY56" fmla="*/ 160401 h 571500"/>
                <a:gd name="connsiteX57" fmla="*/ 651320 w 723900"/>
                <a:gd name="connsiteY57" fmla="*/ 160306 h 571500"/>
                <a:gd name="connsiteX58" fmla="*/ 642271 w 723900"/>
                <a:gd name="connsiteY58" fmla="*/ 163354 h 571500"/>
                <a:gd name="connsiteX59" fmla="*/ 640842 w 723900"/>
                <a:gd name="connsiteY59" fmla="*/ 163259 h 571500"/>
                <a:gd name="connsiteX60" fmla="*/ 638366 w 723900"/>
                <a:gd name="connsiteY60" fmla="*/ 160687 h 571500"/>
                <a:gd name="connsiteX61" fmla="*/ 637127 w 723900"/>
                <a:gd name="connsiteY61" fmla="*/ 160020 h 571500"/>
                <a:gd name="connsiteX62" fmla="*/ 632651 w 723900"/>
                <a:gd name="connsiteY62" fmla="*/ 160401 h 571500"/>
                <a:gd name="connsiteX63" fmla="*/ 631603 w 723900"/>
                <a:gd name="connsiteY63" fmla="*/ 158782 h 571500"/>
                <a:gd name="connsiteX64" fmla="*/ 632936 w 723900"/>
                <a:gd name="connsiteY64" fmla="*/ 155924 h 571500"/>
                <a:gd name="connsiteX65" fmla="*/ 633127 w 723900"/>
                <a:gd name="connsiteY65" fmla="*/ 154210 h 571500"/>
                <a:gd name="connsiteX66" fmla="*/ 632841 w 723900"/>
                <a:gd name="connsiteY66" fmla="*/ 152971 h 571500"/>
                <a:gd name="connsiteX67" fmla="*/ 631984 w 723900"/>
                <a:gd name="connsiteY67" fmla="*/ 151162 h 571500"/>
                <a:gd name="connsiteX68" fmla="*/ 631412 w 723900"/>
                <a:gd name="connsiteY68" fmla="*/ 149542 h 571500"/>
                <a:gd name="connsiteX69" fmla="*/ 631222 w 723900"/>
                <a:gd name="connsiteY69" fmla="*/ 147161 h 571500"/>
                <a:gd name="connsiteX70" fmla="*/ 631698 w 723900"/>
                <a:gd name="connsiteY70" fmla="*/ 144971 h 571500"/>
                <a:gd name="connsiteX71" fmla="*/ 631889 w 723900"/>
                <a:gd name="connsiteY71" fmla="*/ 142304 h 571500"/>
                <a:gd name="connsiteX72" fmla="*/ 631222 w 723900"/>
                <a:gd name="connsiteY72" fmla="*/ 139922 h 571500"/>
                <a:gd name="connsiteX73" fmla="*/ 628841 w 723900"/>
                <a:gd name="connsiteY73" fmla="*/ 136684 h 571500"/>
                <a:gd name="connsiteX74" fmla="*/ 627126 w 723900"/>
                <a:gd name="connsiteY74" fmla="*/ 135731 h 571500"/>
                <a:gd name="connsiteX75" fmla="*/ 625602 w 723900"/>
                <a:gd name="connsiteY75" fmla="*/ 135636 h 571500"/>
                <a:gd name="connsiteX76" fmla="*/ 624459 w 723900"/>
                <a:gd name="connsiteY76" fmla="*/ 136493 h 571500"/>
                <a:gd name="connsiteX77" fmla="*/ 622173 w 723900"/>
                <a:gd name="connsiteY77" fmla="*/ 138684 h 571500"/>
                <a:gd name="connsiteX78" fmla="*/ 620744 w 723900"/>
                <a:gd name="connsiteY78" fmla="*/ 139732 h 571500"/>
                <a:gd name="connsiteX79" fmla="*/ 619506 w 723900"/>
                <a:gd name="connsiteY79" fmla="*/ 140113 h 571500"/>
                <a:gd name="connsiteX80" fmla="*/ 618458 w 723900"/>
                <a:gd name="connsiteY80" fmla="*/ 139827 h 571500"/>
                <a:gd name="connsiteX81" fmla="*/ 617982 w 723900"/>
                <a:gd name="connsiteY81" fmla="*/ 139160 h 571500"/>
                <a:gd name="connsiteX82" fmla="*/ 617887 w 723900"/>
                <a:gd name="connsiteY82" fmla="*/ 137636 h 571500"/>
                <a:gd name="connsiteX83" fmla="*/ 618173 w 723900"/>
                <a:gd name="connsiteY83" fmla="*/ 135827 h 571500"/>
                <a:gd name="connsiteX84" fmla="*/ 618173 w 723900"/>
                <a:gd name="connsiteY84" fmla="*/ 132683 h 571500"/>
                <a:gd name="connsiteX85" fmla="*/ 618458 w 723900"/>
                <a:gd name="connsiteY85" fmla="*/ 131350 h 571500"/>
                <a:gd name="connsiteX86" fmla="*/ 618935 w 723900"/>
                <a:gd name="connsiteY86" fmla="*/ 130302 h 571500"/>
                <a:gd name="connsiteX87" fmla="*/ 619220 w 723900"/>
                <a:gd name="connsiteY87" fmla="*/ 129445 h 571500"/>
                <a:gd name="connsiteX88" fmla="*/ 619030 w 723900"/>
                <a:gd name="connsiteY88" fmla="*/ 128588 h 571500"/>
                <a:gd name="connsiteX89" fmla="*/ 618268 w 723900"/>
                <a:gd name="connsiteY89" fmla="*/ 127349 h 571500"/>
                <a:gd name="connsiteX90" fmla="*/ 617696 w 723900"/>
                <a:gd name="connsiteY90" fmla="*/ 126683 h 571500"/>
                <a:gd name="connsiteX91" fmla="*/ 616649 w 723900"/>
                <a:gd name="connsiteY91" fmla="*/ 126206 h 571500"/>
                <a:gd name="connsiteX92" fmla="*/ 613601 w 723900"/>
                <a:gd name="connsiteY92" fmla="*/ 125635 h 571500"/>
                <a:gd name="connsiteX93" fmla="*/ 612172 w 723900"/>
                <a:gd name="connsiteY93" fmla="*/ 125063 h 571500"/>
                <a:gd name="connsiteX94" fmla="*/ 610933 w 723900"/>
                <a:gd name="connsiteY94" fmla="*/ 123825 h 571500"/>
                <a:gd name="connsiteX95" fmla="*/ 609981 w 723900"/>
                <a:gd name="connsiteY95" fmla="*/ 122111 h 571500"/>
                <a:gd name="connsiteX96" fmla="*/ 609219 w 723900"/>
                <a:gd name="connsiteY96" fmla="*/ 119920 h 571500"/>
                <a:gd name="connsiteX97" fmla="*/ 608552 w 723900"/>
                <a:gd name="connsiteY97" fmla="*/ 118586 h 571500"/>
                <a:gd name="connsiteX98" fmla="*/ 607790 w 723900"/>
                <a:gd name="connsiteY98" fmla="*/ 117538 h 571500"/>
                <a:gd name="connsiteX99" fmla="*/ 606743 w 723900"/>
                <a:gd name="connsiteY99" fmla="*/ 116967 h 571500"/>
                <a:gd name="connsiteX100" fmla="*/ 605790 w 723900"/>
                <a:gd name="connsiteY100" fmla="*/ 116681 h 571500"/>
                <a:gd name="connsiteX101" fmla="*/ 601980 w 723900"/>
                <a:gd name="connsiteY101" fmla="*/ 116872 h 571500"/>
                <a:gd name="connsiteX102" fmla="*/ 601599 w 723900"/>
                <a:gd name="connsiteY102" fmla="*/ 116491 h 571500"/>
                <a:gd name="connsiteX103" fmla="*/ 601409 w 723900"/>
                <a:gd name="connsiteY103" fmla="*/ 115633 h 571500"/>
                <a:gd name="connsiteX104" fmla="*/ 602361 w 723900"/>
                <a:gd name="connsiteY104" fmla="*/ 109919 h 571500"/>
                <a:gd name="connsiteX105" fmla="*/ 602456 w 723900"/>
                <a:gd name="connsiteY105" fmla="*/ 108395 h 571500"/>
                <a:gd name="connsiteX106" fmla="*/ 602171 w 723900"/>
                <a:gd name="connsiteY106" fmla="*/ 105251 h 571500"/>
                <a:gd name="connsiteX107" fmla="*/ 602266 w 723900"/>
                <a:gd name="connsiteY107" fmla="*/ 103727 h 571500"/>
                <a:gd name="connsiteX108" fmla="*/ 602742 w 723900"/>
                <a:gd name="connsiteY108" fmla="*/ 102394 h 571500"/>
                <a:gd name="connsiteX109" fmla="*/ 603599 w 723900"/>
                <a:gd name="connsiteY109" fmla="*/ 101156 h 571500"/>
                <a:gd name="connsiteX110" fmla="*/ 605409 w 723900"/>
                <a:gd name="connsiteY110" fmla="*/ 99822 h 571500"/>
                <a:gd name="connsiteX111" fmla="*/ 607028 w 723900"/>
                <a:gd name="connsiteY111" fmla="*/ 98965 h 571500"/>
                <a:gd name="connsiteX112" fmla="*/ 608552 w 723900"/>
                <a:gd name="connsiteY112" fmla="*/ 97822 h 571500"/>
                <a:gd name="connsiteX113" fmla="*/ 609124 w 723900"/>
                <a:gd name="connsiteY113" fmla="*/ 97155 h 571500"/>
                <a:gd name="connsiteX114" fmla="*/ 608457 w 723900"/>
                <a:gd name="connsiteY114" fmla="*/ 93631 h 571500"/>
                <a:gd name="connsiteX115" fmla="*/ 607124 w 723900"/>
                <a:gd name="connsiteY115" fmla="*/ 91535 h 571500"/>
                <a:gd name="connsiteX116" fmla="*/ 606362 w 723900"/>
                <a:gd name="connsiteY116" fmla="*/ 89725 h 571500"/>
                <a:gd name="connsiteX117" fmla="*/ 606266 w 723900"/>
                <a:gd name="connsiteY117" fmla="*/ 89440 h 571500"/>
                <a:gd name="connsiteX118" fmla="*/ 606171 w 723900"/>
                <a:gd name="connsiteY118" fmla="*/ 88773 h 571500"/>
                <a:gd name="connsiteX119" fmla="*/ 606266 w 723900"/>
                <a:gd name="connsiteY119" fmla="*/ 86011 h 571500"/>
                <a:gd name="connsiteX120" fmla="*/ 605981 w 723900"/>
                <a:gd name="connsiteY120" fmla="*/ 84392 h 571500"/>
                <a:gd name="connsiteX121" fmla="*/ 605123 w 723900"/>
                <a:gd name="connsiteY121" fmla="*/ 82391 h 571500"/>
                <a:gd name="connsiteX122" fmla="*/ 601123 w 723900"/>
                <a:gd name="connsiteY122" fmla="*/ 76486 h 571500"/>
                <a:gd name="connsiteX123" fmla="*/ 600266 w 723900"/>
                <a:gd name="connsiteY123" fmla="*/ 76009 h 571500"/>
                <a:gd name="connsiteX124" fmla="*/ 599218 w 723900"/>
                <a:gd name="connsiteY124" fmla="*/ 76676 h 571500"/>
                <a:gd name="connsiteX125" fmla="*/ 598456 w 723900"/>
                <a:gd name="connsiteY125" fmla="*/ 77819 h 571500"/>
                <a:gd name="connsiteX126" fmla="*/ 597122 w 723900"/>
                <a:gd name="connsiteY126" fmla="*/ 81153 h 571500"/>
                <a:gd name="connsiteX127" fmla="*/ 596360 w 723900"/>
                <a:gd name="connsiteY127" fmla="*/ 82582 h 571500"/>
                <a:gd name="connsiteX128" fmla="*/ 595313 w 723900"/>
                <a:gd name="connsiteY128" fmla="*/ 83915 h 571500"/>
                <a:gd name="connsiteX129" fmla="*/ 594265 w 723900"/>
                <a:gd name="connsiteY129" fmla="*/ 84773 h 571500"/>
                <a:gd name="connsiteX130" fmla="*/ 589788 w 723900"/>
                <a:gd name="connsiteY130" fmla="*/ 87821 h 571500"/>
                <a:gd name="connsiteX131" fmla="*/ 588550 w 723900"/>
                <a:gd name="connsiteY131" fmla="*/ 87725 h 571500"/>
                <a:gd name="connsiteX132" fmla="*/ 586740 w 723900"/>
                <a:gd name="connsiteY132" fmla="*/ 85916 h 571500"/>
                <a:gd name="connsiteX133" fmla="*/ 584264 w 723900"/>
                <a:gd name="connsiteY133" fmla="*/ 82867 h 571500"/>
                <a:gd name="connsiteX134" fmla="*/ 583787 w 723900"/>
                <a:gd name="connsiteY134" fmla="*/ 81725 h 571500"/>
                <a:gd name="connsiteX135" fmla="*/ 583406 w 723900"/>
                <a:gd name="connsiteY135" fmla="*/ 79724 h 571500"/>
                <a:gd name="connsiteX136" fmla="*/ 582930 w 723900"/>
                <a:gd name="connsiteY136" fmla="*/ 78772 h 571500"/>
                <a:gd name="connsiteX137" fmla="*/ 582073 w 723900"/>
                <a:gd name="connsiteY137" fmla="*/ 77819 h 571500"/>
                <a:gd name="connsiteX138" fmla="*/ 579787 w 723900"/>
                <a:gd name="connsiteY138" fmla="*/ 76771 h 571500"/>
                <a:gd name="connsiteX139" fmla="*/ 578930 w 723900"/>
                <a:gd name="connsiteY139" fmla="*/ 76200 h 571500"/>
                <a:gd name="connsiteX140" fmla="*/ 577310 w 723900"/>
                <a:gd name="connsiteY140" fmla="*/ 74200 h 571500"/>
                <a:gd name="connsiteX141" fmla="*/ 576453 w 723900"/>
                <a:gd name="connsiteY141" fmla="*/ 73438 h 571500"/>
                <a:gd name="connsiteX142" fmla="*/ 573786 w 723900"/>
                <a:gd name="connsiteY142" fmla="*/ 72104 h 571500"/>
                <a:gd name="connsiteX143" fmla="*/ 572643 w 723900"/>
                <a:gd name="connsiteY143" fmla="*/ 70771 h 571500"/>
                <a:gd name="connsiteX144" fmla="*/ 571976 w 723900"/>
                <a:gd name="connsiteY144" fmla="*/ 69533 h 571500"/>
                <a:gd name="connsiteX145" fmla="*/ 571119 w 723900"/>
                <a:gd name="connsiteY145" fmla="*/ 66961 h 571500"/>
                <a:gd name="connsiteX146" fmla="*/ 569405 w 723900"/>
                <a:gd name="connsiteY146" fmla="*/ 63913 h 571500"/>
                <a:gd name="connsiteX147" fmla="*/ 569214 w 723900"/>
                <a:gd name="connsiteY147" fmla="*/ 62579 h 571500"/>
                <a:gd name="connsiteX148" fmla="*/ 569500 w 723900"/>
                <a:gd name="connsiteY148" fmla="*/ 61055 h 571500"/>
                <a:gd name="connsiteX149" fmla="*/ 572643 w 723900"/>
                <a:gd name="connsiteY149" fmla="*/ 52769 h 571500"/>
                <a:gd name="connsiteX150" fmla="*/ 573405 w 723900"/>
                <a:gd name="connsiteY150" fmla="*/ 51816 h 571500"/>
                <a:gd name="connsiteX151" fmla="*/ 574358 w 723900"/>
                <a:gd name="connsiteY151" fmla="*/ 51054 h 571500"/>
                <a:gd name="connsiteX152" fmla="*/ 575310 w 723900"/>
                <a:gd name="connsiteY152" fmla="*/ 50006 h 571500"/>
                <a:gd name="connsiteX153" fmla="*/ 575691 w 723900"/>
                <a:gd name="connsiteY153" fmla="*/ 49054 h 571500"/>
                <a:gd name="connsiteX154" fmla="*/ 575882 w 723900"/>
                <a:gd name="connsiteY154" fmla="*/ 47911 h 571500"/>
                <a:gd name="connsiteX155" fmla="*/ 576072 w 723900"/>
                <a:gd name="connsiteY155" fmla="*/ 47244 h 571500"/>
                <a:gd name="connsiteX156" fmla="*/ 576548 w 723900"/>
                <a:gd name="connsiteY156" fmla="*/ 47149 h 571500"/>
                <a:gd name="connsiteX157" fmla="*/ 577787 w 723900"/>
                <a:gd name="connsiteY157" fmla="*/ 47339 h 571500"/>
                <a:gd name="connsiteX158" fmla="*/ 579406 w 723900"/>
                <a:gd name="connsiteY158" fmla="*/ 47530 h 571500"/>
                <a:gd name="connsiteX159" fmla="*/ 581120 w 723900"/>
                <a:gd name="connsiteY159" fmla="*/ 47530 h 571500"/>
                <a:gd name="connsiteX160" fmla="*/ 582454 w 723900"/>
                <a:gd name="connsiteY160" fmla="*/ 47149 h 571500"/>
                <a:gd name="connsiteX161" fmla="*/ 583406 w 723900"/>
                <a:gd name="connsiteY161" fmla="*/ 46768 h 571500"/>
                <a:gd name="connsiteX162" fmla="*/ 584264 w 723900"/>
                <a:gd name="connsiteY162" fmla="*/ 45815 h 571500"/>
                <a:gd name="connsiteX163" fmla="*/ 584835 w 723900"/>
                <a:gd name="connsiteY163" fmla="*/ 44672 h 571500"/>
                <a:gd name="connsiteX164" fmla="*/ 585216 w 723900"/>
                <a:gd name="connsiteY164" fmla="*/ 43053 h 571500"/>
                <a:gd name="connsiteX165" fmla="*/ 585216 w 723900"/>
                <a:gd name="connsiteY165" fmla="*/ 41624 h 571500"/>
                <a:gd name="connsiteX166" fmla="*/ 584740 w 723900"/>
                <a:gd name="connsiteY166" fmla="*/ 40672 h 571500"/>
                <a:gd name="connsiteX167" fmla="*/ 583787 w 723900"/>
                <a:gd name="connsiteY167" fmla="*/ 40196 h 571500"/>
                <a:gd name="connsiteX168" fmla="*/ 582930 w 723900"/>
                <a:gd name="connsiteY168" fmla="*/ 40291 h 571500"/>
                <a:gd name="connsiteX169" fmla="*/ 581692 w 723900"/>
                <a:gd name="connsiteY169" fmla="*/ 41053 h 571500"/>
                <a:gd name="connsiteX170" fmla="*/ 580930 w 723900"/>
                <a:gd name="connsiteY170" fmla="*/ 41720 h 571500"/>
                <a:gd name="connsiteX171" fmla="*/ 580263 w 723900"/>
                <a:gd name="connsiteY171" fmla="*/ 41910 h 571500"/>
                <a:gd name="connsiteX172" fmla="*/ 579406 w 723900"/>
                <a:gd name="connsiteY172" fmla="*/ 41815 h 571500"/>
                <a:gd name="connsiteX173" fmla="*/ 573500 w 723900"/>
                <a:gd name="connsiteY173" fmla="*/ 39815 h 571500"/>
                <a:gd name="connsiteX174" fmla="*/ 572357 w 723900"/>
                <a:gd name="connsiteY174" fmla="*/ 39243 h 571500"/>
                <a:gd name="connsiteX175" fmla="*/ 571500 w 723900"/>
                <a:gd name="connsiteY175" fmla="*/ 38576 h 571500"/>
                <a:gd name="connsiteX176" fmla="*/ 570833 w 723900"/>
                <a:gd name="connsiteY176" fmla="*/ 37719 h 571500"/>
                <a:gd name="connsiteX177" fmla="*/ 570643 w 723900"/>
                <a:gd name="connsiteY177" fmla="*/ 37052 h 571500"/>
                <a:gd name="connsiteX178" fmla="*/ 570643 w 723900"/>
                <a:gd name="connsiteY178" fmla="*/ 36481 h 571500"/>
                <a:gd name="connsiteX179" fmla="*/ 571691 w 723900"/>
                <a:gd name="connsiteY179" fmla="*/ 33719 h 571500"/>
                <a:gd name="connsiteX180" fmla="*/ 571881 w 723900"/>
                <a:gd name="connsiteY180" fmla="*/ 31052 h 571500"/>
                <a:gd name="connsiteX181" fmla="*/ 571881 w 723900"/>
                <a:gd name="connsiteY181" fmla="*/ 28289 h 571500"/>
                <a:gd name="connsiteX182" fmla="*/ 571786 w 723900"/>
                <a:gd name="connsiteY182" fmla="*/ 27337 h 571500"/>
                <a:gd name="connsiteX183" fmla="*/ 571500 w 723900"/>
                <a:gd name="connsiteY183" fmla="*/ 26479 h 571500"/>
                <a:gd name="connsiteX184" fmla="*/ 571405 w 723900"/>
                <a:gd name="connsiteY184" fmla="*/ 26289 h 571500"/>
                <a:gd name="connsiteX185" fmla="*/ 571214 w 723900"/>
                <a:gd name="connsiteY185" fmla="*/ 26003 h 571500"/>
                <a:gd name="connsiteX186" fmla="*/ 570738 w 723900"/>
                <a:gd name="connsiteY186" fmla="*/ 25527 h 571500"/>
                <a:gd name="connsiteX187" fmla="*/ 569405 w 723900"/>
                <a:gd name="connsiteY187" fmla="*/ 25241 h 571500"/>
                <a:gd name="connsiteX188" fmla="*/ 567404 w 723900"/>
                <a:gd name="connsiteY188" fmla="*/ 25527 h 571500"/>
                <a:gd name="connsiteX189" fmla="*/ 563690 w 723900"/>
                <a:gd name="connsiteY189" fmla="*/ 26765 h 571500"/>
                <a:gd name="connsiteX190" fmla="*/ 561975 w 723900"/>
                <a:gd name="connsiteY190" fmla="*/ 27051 h 571500"/>
                <a:gd name="connsiteX191" fmla="*/ 560832 w 723900"/>
                <a:gd name="connsiteY191" fmla="*/ 27146 h 571500"/>
                <a:gd name="connsiteX192" fmla="*/ 560261 w 723900"/>
                <a:gd name="connsiteY192" fmla="*/ 27242 h 571500"/>
                <a:gd name="connsiteX193" fmla="*/ 559594 w 723900"/>
                <a:gd name="connsiteY193" fmla="*/ 27718 h 571500"/>
                <a:gd name="connsiteX194" fmla="*/ 558451 w 723900"/>
                <a:gd name="connsiteY194" fmla="*/ 28956 h 571500"/>
                <a:gd name="connsiteX195" fmla="*/ 557784 w 723900"/>
                <a:gd name="connsiteY195" fmla="*/ 29908 h 571500"/>
                <a:gd name="connsiteX196" fmla="*/ 557308 w 723900"/>
                <a:gd name="connsiteY196" fmla="*/ 30956 h 571500"/>
                <a:gd name="connsiteX197" fmla="*/ 557117 w 723900"/>
                <a:gd name="connsiteY197" fmla="*/ 31718 h 571500"/>
                <a:gd name="connsiteX198" fmla="*/ 557022 w 723900"/>
                <a:gd name="connsiteY198" fmla="*/ 32290 h 571500"/>
                <a:gd name="connsiteX199" fmla="*/ 557022 w 723900"/>
                <a:gd name="connsiteY199" fmla="*/ 34100 h 571500"/>
                <a:gd name="connsiteX200" fmla="*/ 556927 w 723900"/>
                <a:gd name="connsiteY200" fmla="*/ 34957 h 571500"/>
                <a:gd name="connsiteX201" fmla="*/ 556736 w 723900"/>
                <a:gd name="connsiteY201" fmla="*/ 35528 h 571500"/>
                <a:gd name="connsiteX202" fmla="*/ 556451 w 723900"/>
                <a:gd name="connsiteY202" fmla="*/ 36100 h 571500"/>
                <a:gd name="connsiteX203" fmla="*/ 556070 w 723900"/>
                <a:gd name="connsiteY203" fmla="*/ 36481 h 571500"/>
                <a:gd name="connsiteX204" fmla="*/ 555879 w 723900"/>
                <a:gd name="connsiteY204" fmla="*/ 37148 h 571500"/>
                <a:gd name="connsiteX205" fmla="*/ 555784 w 723900"/>
                <a:gd name="connsiteY205" fmla="*/ 37624 h 571500"/>
                <a:gd name="connsiteX206" fmla="*/ 555784 w 723900"/>
                <a:gd name="connsiteY206" fmla="*/ 38957 h 571500"/>
                <a:gd name="connsiteX207" fmla="*/ 555689 w 723900"/>
                <a:gd name="connsiteY207" fmla="*/ 39624 h 571500"/>
                <a:gd name="connsiteX208" fmla="*/ 555498 w 723900"/>
                <a:gd name="connsiteY208" fmla="*/ 40386 h 571500"/>
                <a:gd name="connsiteX209" fmla="*/ 555022 w 723900"/>
                <a:gd name="connsiteY209" fmla="*/ 40958 h 571500"/>
                <a:gd name="connsiteX210" fmla="*/ 554450 w 723900"/>
                <a:gd name="connsiteY210" fmla="*/ 41720 h 571500"/>
                <a:gd name="connsiteX211" fmla="*/ 551593 w 723900"/>
                <a:gd name="connsiteY211" fmla="*/ 43720 h 571500"/>
                <a:gd name="connsiteX212" fmla="*/ 549974 w 723900"/>
                <a:gd name="connsiteY212" fmla="*/ 44101 h 571500"/>
                <a:gd name="connsiteX213" fmla="*/ 548450 w 723900"/>
                <a:gd name="connsiteY213" fmla="*/ 44101 h 571500"/>
                <a:gd name="connsiteX214" fmla="*/ 544163 w 723900"/>
                <a:gd name="connsiteY214" fmla="*/ 42672 h 571500"/>
                <a:gd name="connsiteX215" fmla="*/ 541306 w 723900"/>
                <a:gd name="connsiteY215" fmla="*/ 42005 h 571500"/>
                <a:gd name="connsiteX216" fmla="*/ 536734 w 723900"/>
                <a:gd name="connsiteY216" fmla="*/ 41910 h 571500"/>
                <a:gd name="connsiteX217" fmla="*/ 531114 w 723900"/>
                <a:gd name="connsiteY217" fmla="*/ 41529 h 571500"/>
                <a:gd name="connsiteX218" fmla="*/ 529495 w 723900"/>
                <a:gd name="connsiteY218" fmla="*/ 41053 h 571500"/>
                <a:gd name="connsiteX219" fmla="*/ 527685 w 723900"/>
                <a:gd name="connsiteY219" fmla="*/ 40291 h 571500"/>
                <a:gd name="connsiteX220" fmla="*/ 526066 w 723900"/>
                <a:gd name="connsiteY220" fmla="*/ 39148 h 571500"/>
                <a:gd name="connsiteX221" fmla="*/ 525209 w 723900"/>
                <a:gd name="connsiteY221" fmla="*/ 38100 h 571500"/>
                <a:gd name="connsiteX222" fmla="*/ 524542 w 723900"/>
                <a:gd name="connsiteY222" fmla="*/ 36957 h 571500"/>
                <a:gd name="connsiteX223" fmla="*/ 523208 w 723900"/>
                <a:gd name="connsiteY223" fmla="*/ 33433 h 571500"/>
                <a:gd name="connsiteX224" fmla="*/ 522637 w 723900"/>
                <a:gd name="connsiteY224" fmla="*/ 32290 h 571500"/>
                <a:gd name="connsiteX225" fmla="*/ 521875 w 723900"/>
                <a:gd name="connsiteY225" fmla="*/ 31337 h 571500"/>
                <a:gd name="connsiteX226" fmla="*/ 520827 w 723900"/>
                <a:gd name="connsiteY226" fmla="*/ 30671 h 571500"/>
                <a:gd name="connsiteX227" fmla="*/ 519779 w 723900"/>
                <a:gd name="connsiteY227" fmla="*/ 30290 h 571500"/>
                <a:gd name="connsiteX228" fmla="*/ 517589 w 723900"/>
                <a:gd name="connsiteY228" fmla="*/ 30004 h 571500"/>
                <a:gd name="connsiteX229" fmla="*/ 515874 w 723900"/>
                <a:gd name="connsiteY229" fmla="*/ 29623 h 571500"/>
                <a:gd name="connsiteX230" fmla="*/ 514064 w 723900"/>
                <a:gd name="connsiteY230" fmla="*/ 28956 h 571500"/>
                <a:gd name="connsiteX231" fmla="*/ 509016 w 723900"/>
                <a:gd name="connsiteY231" fmla="*/ 25622 h 571500"/>
                <a:gd name="connsiteX232" fmla="*/ 507683 w 723900"/>
                <a:gd name="connsiteY232" fmla="*/ 25146 h 571500"/>
                <a:gd name="connsiteX233" fmla="*/ 505492 w 723900"/>
                <a:gd name="connsiteY233" fmla="*/ 24956 h 571500"/>
                <a:gd name="connsiteX234" fmla="*/ 504254 w 723900"/>
                <a:gd name="connsiteY234" fmla="*/ 25241 h 571500"/>
                <a:gd name="connsiteX235" fmla="*/ 503492 w 723900"/>
                <a:gd name="connsiteY235" fmla="*/ 25622 h 571500"/>
                <a:gd name="connsiteX236" fmla="*/ 503206 w 723900"/>
                <a:gd name="connsiteY236" fmla="*/ 25908 h 571500"/>
                <a:gd name="connsiteX237" fmla="*/ 503015 w 723900"/>
                <a:gd name="connsiteY237" fmla="*/ 26289 h 571500"/>
                <a:gd name="connsiteX238" fmla="*/ 502634 w 723900"/>
                <a:gd name="connsiteY238" fmla="*/ 26956 h 571500"/>
                <a:gd name="connsiteX239" fmla="*/ 500825 w 723900"/>
                <a:gd name="connsiteY239" fmla="*/ 33528 h 571500"/>
                <a:gd name="connsiteX240" fmla="*/ 500539 w 723900"/>
                <a:gd name="connsiteY240" fmla="*/ 34004 h 571500"/>
                <a:gd name="connsiteX241" fmla="*/ 500253 w 723900"/>
                <a:gd name="connsiteY241" fmla="*/ 34481 h 571500"/>
                <a:gd name="connsiteX242" fmla="*/ 499872 w 723900"/>
                <a:gd name="connsiteY242" fmla="*/ 34766 h 571500"/>
                <a:gd name="connsiteX243" fmla="*/ 499301 w 723900"/>
                <a:gd name="connsiteY243" fmla="*/ 35147 h 571500"/>
                <a:gd name="connsiteX244" fmla="*/ 498539 w 723900"/>
                <a:gd name="connsiteY244" fmla="*/ 35338 h 571500"/>
                <a:gd name="connsiteX245" fmla="*/ 497586 w 723900"/>
                <a:gd name="connsiteY245" fmla="*/ 35242 h 571500"/>
                <a:gd name="connsiteX246" fmla="*/ 496729 w 723900"/>
                <a:gd name="connsiteY246" fmla="*/ 34671 h 571500"/>
                <a:gd name="connsiteX247" fmla="*/ 495776 w 723900"/>
                <a:gd name="connsiteY247" fmla="*/ 33242 h 571500"/>
                <a:gd name="connsiteX248" fmla="*/ 494729 w 723900"/>
                <a:gd name="connsiteY248" fmla="*/ 30956 h 571500"/>
                <a:gd name="connsiteX249" fmla="*/ 493586 w 723900"/>
                <a:gd name="connsiteY249" fmla="*/ 28766 h 571500"/>
                <a:gd name="connsiteX250" fmla="*/ 493205 w 723900"/>
                <a:gd name="connsiteY250" fmla="*/ 27813 h 571500"/>
                <a:gd name="connsiteX251" fmla="*/ 493014 w 723900"/>
                <a:gd name="connsiteY251" fmla="*/ 26575 h 571500"/>
                <a:gd name="connsiteX252" fmla="*/ 493109 w 723900"/>
                <a:gd name="connsiteY252" fmla="*/ 26289 h 571500"/>
                <a:gd name="connsiteX253" fmla="*/ 493300 w 723900"/>
                <a:gd name="connsiteY253" fmla="*/ 25146 h 571500"/>
                <a:gd name="connsiteX254" fmla="*/ 493205 w 723900"/>
                <a:gd name="connsiteY254" fmla="*/ 24194 h 571500"/>
                <a:gd name="connsiteX255" fmla="*/ 492633 w 723900"/>
                <a:gd name="connsiteY255" fmla="*/ 23527 h 571500"/>
                <a:gd name="connsiteX256" fmla="*/ 490728 w 723900"/>
                <a:gd name="connsiteY256" fmla="*/ 23241 h 571500"/>
                <a:gd name="connsiteX257" fmla="*/ 489394 w 723900"/>
                <a:gd name="connsiteY257" fmla="*/ 23336 h 571500"/>
                <a:gd name="connsiteX258" fmla="*/ 487966 w 723900"/>
                <a:gd name="connsiteY258" fmla="*/ 23622 h 571500"/>
                <a:gd name="connsiteX259" fmla="*/ 486918 w 723900"/>
                <a:gd name="connsiteY259" fmla="*/ 23622 h 571500"/>
                <a:gd name="connsiteX260" fmla="*/ 485966 w 723900"/>
                <a:gd name="connsiteY260" fmla="*/ 23336 h 571500"/>
                <a:gd name="connsiteX261" fmla="*/ 485204 w 723900"/>
                <a:gd name="connsiteY261" fmla="*/ 22288 h 571500"/>
                <a:gd name="connsiteX262" fmla="*/ 484727 w 723900"/>
                <a:gd name="connsiteY262" fmla="*/ 21336 h 571500"/>
                <a:gd name="connsiteX263" fmla="*/ 484346 w 723900"/>
                <a:gd name="connsiteY263" fmla="*/ 20288 h 571500"/>
                <a:gd name="connsiteX264" fmla="*/ 483965 w 723900"/>
                <a:gd name="connsiteY264" fmla="*/ 19717 h 571500"/>
                <a:gd name="connsiteX265" fmla="*/ 483013 w 723900"/>
                <a:gd name="connsiteY265" fmla="*/ 19336 h 571500"/>
                <a:gd name="connsiteX266" fmla="*/ 481203 w 723900"/>
                <a:gd name="connsiteY266" fmla="*/ 19145 h 571500"/>
                <a:gd name="connsiteX267" fmla="*/ 479869 w 723900"/>
                <a:gd name="connsiteY267" fmla="*/ 19145 h 571500"/>
                <a:gd name="connsiteX268" fmla="*/ 478250 w 723900"/>
                <a:gd name="connsiteY268" fmla="*/ 18669 h 571500"/>
                <a:gd name="connsiteX269" fmla="*/ 476631 w 723900"/>
                <a:gd name="connsiteY269" fmla="*/ 17717 h 571500"/>
                <a:gd name="connsiteX270" fmla="*/ 474345 w 723900"/>
                <a:gd name="connsiteY270" fmla="*/ 15716 h 571500"/>
                <a:gd name="connsiteX271" fmla="*/ 473583 w 723900"/>
                <a:gd name="connsiteY271" fmla="*/ 14669 h 571500"/>
                <a:gd name="connsiteX272" fmla="*/ 473393 w 723900"/>
                <a:gd name="connsiteY272" fmla="*/ 13811 h 571500"/>
                <a:gd name="connsiteX273" fmla="*/ 473774 w 723900"/>
                <a:gd name="connsiteY273" fmla="*/ 13240 h 571500"/>
                <a:gd name="connsiteX274" fmla="*/ 474440 w 723900"/>
                <a:gd name="connsiteY274" fmla="*/ 12954 h 571500"/>
                <a:gd name="connsiteX275" fmla="*/ 475107 w 723900"/>
                <a:gd name="connsiteY275" fmla="*/ 12668 h 571500"/>
                <a:gd name="connsiteX276" fmla="*/ 480441 w 723900"/>
                <a:gd name="connsiteY276" fmla="*/ 12287 h 571500"/>
                <a:gd name="connsiteX277" fmla="*/ 481775 w 723900"/>
                <a:gd name="connsiteY277" fmla="*/ 12002 h 571500"/>
                <a:gd name="connsiteX278" fmla="*/ 482822 w 723900"/>
                <a:gd name="connsiteY278" fmla="*/ 11525 h 571500"/>
                <a:gd name="connsiteX279" fmla="*/ 483203 w 723900"/>
                <a:gd name="connsiteY279" fmla="*/ 11049 h 571500"/>
                <a:gd name="connsiteX280" fmla="*/ 483394 w 723900"/>
                <a:gd name="connsiteY280" fmla="*/ 10287 h 571500"/>
                <a:gd name="connsiteX281" fmla="*/ 483203 w 723900"/>
                <a:gd name="connsiteY281" fmla="*/ 9239 h 571500"/>
                <a:gd name="connsiteX282" fmla="*/ 482632 w 723900"/>
                <a:gd name="connsiteY282" fmla="*/ 8382 h 571500"/>
                <a:gd name="connsiteX283" fmla="*/ 481584 w 723900"/>
                <a:gd name="connsiteY283" fmla="*/ 8001 h 571500"/>
                <a:gd name="connsiteX284" fmla="*/ 479774 w 723900"/>
                <a:gd name="connsiteY284" fmla="*/ 8192 h 571500"/>
                <a:gd name="connsiteX285" fmla="*/ 475583 w 723900"/>
                <a:gd name="connsiteY285" fmla="*/ 9239 h 571500"/>
                <a:gd name="connsiteX286" fmla="*/ 468725 w 723900"/>
                <a:gd name="connsiteY286" fmla="*/ 9906 h 571500"/>
                <a:gd name="connsiteX287" fmla="*/ 464820 w 723900"/>
                <a:gd name="connsiteY287" fmla="*/ 9430 h 571500"/>
                <a:gd name="connsiteX288" fmla="*/ 456343 w 723900"/>
                <a:gd name="connsiteY288" fmla="*/ 6572 h 571500"/>
                <a:gd name="connsiteX289" fmla="*/ 454152 w 723900"/>
                <a:gd name="connsiteY289" fmla="*/ 5048 h 571500"/>
                <a:gd name="connsiteX290" fmla="*/ 452818 w 723900"/>
                <a:gd name="connsiteY290" fmla="*/ 2286 h 571500"/>
                <a:gd name="connsiteX291" fmla="*/ 451961 w 723900"/>
                <a:gd name="connsiteY291" fmla="*/ 857 h 571500"/>
                <a:gd name="connsiteX292" fmla="*/ 450723 w 723900"/>
                <a:gd name="connsiteY292" fmla="*/ 0 h 571500"/>
                <a:gd name="connsiteX293" fmla="*/ 448818 w 723900"/>
                <a:gd name="connsiteY293" fmla="*/ 191 h 571500"/>
                <a:gd name="connsiteX294" fmla="*/ 443389 w 723900"/>
                <a:gd name="connsiteY294" fmla="*/ 1619 h 571500"/>
                <a:gd name="connsiteX295" fmla="*/ 442436 w 723900"/>
                <a:gd name="connsiteY295" fmla="*/ 2096 h 571500"/>
                <a:gd name="connsiteX296" fmla="*/ 441865 w 723900"/>
                <a:gd name="connsiteY296" fmla="*/ 2667 h 571500"/>
                <a:gd name="connsiteX297" fmla="*/ 439960 w 723900"/>
                <a:gd name="connsiteY297" fmla="*/ 4858 h 571500"/>
                <a:gd name="connsiteX298" fmla="*/ 438912 w 723900"/>
                <a:gd name="connsiteY298" fmla="*/ 5810 h 571500"/>
                <a:gd name="connsiteX299" fmla="*/ 437388 w 723900"/>
                <a:gd name="connsiteY299" fmla="*/ 6382 h 571500"/>
                <a:gd name="connsiteX300" fmla="*/ 435674 w 723900"/>
                <a:gd name="connsiteY300" fmla="*/ 6477 h 571500"/>
                <a:gd name="connsiteX301" fmla="*/ 433483 w 723900"/>
                <a:gd name="connsiteY301" fmla="*/ 5906 h 571500"/>
                <a:gd name="connsiteX302" fmla="*/ 432530 w 723900"/>
                <a:gd name="connsiteY302" fmla="*/ 5144 h 571500"/>
                <a:gd name="connsiteX303" fmla="*/ 431387 w 723900"/>
                <a:gd name="connsiteY303" fmla="*/ 3334 h 571500"/>
                <a:gd name="connsiteX304" fmla="*/ 430625 w 723900"/>
                <a:gd name="connsiteY304" fmla="*/ 2858 h 571500"/>
                <a:gd name="connsiteX305" fmla="*/ 429578 w 723900"/>
                <a:gd name="connsiteY305" fmla="*/ 2762 h 571500"/>
                <a:gd name="connsiteX306" fmla="*/ 428339 w 723900"/>
                <a:gd name="connsiteY306" fmla="*/ 2953 h 571500"/>
                <a:gd name="connsiteX307" fmla="*/ 426625 w 723900"/>
                <a:gd name="connsiteY307" fmla="*/ 3810 h 571500"/>
                <a:gd name="connsiteX308" fmla="*/ 425672 w 723900"/>
                <a:gd name="connsiteY308" fmla="*/ 4667 h 571500"/>
                <a:gd name="connsiteX309" fmla="*/ 425196 w 723900"/>
                <a:gd name="connsiteY309" fmla="*/ 5715 h 571500"/>
                <a:gd name="connsiteX310" fmla="*/ 425196 w 723900"/>
                <a:gd name="connsiteY310" fmla="*/ 6477 h 571500"/>
                <a:gd name="connsiteX311" fmla="*/ 425291 w 723900"/>
                <a:gd name="connsiteY311" fmla="*/ 8192 h 571500"/>
                <a:gd name="connsiteX312" fmla="*/ 425101 w 723900"/>
                <a:gd name="connsiteY312" fmla="*/ 8858 h 571500"/>
                <a:gd name="connsiteX313" fmla="*/ 424243 w 723900"/>
                <a:gd name="connsiteY313" fmla="*/ 9239 h 571500"/>
                <a:gd name="connsiteX314" fmla="*/ 422719 w 723900"/>
                <a:gd name="connsiteY314" fmla="*/ 9144 h 571500"/>
                <a:gd name="connsiteX315" fmla="*/ 420053 w 723900"/>
                <a:gd name="connsiteY315" fmla="*/ 8287 h 571500"/>
                <a:gd name="connsiteX316" fmla="*/ 419005 w 723900"/>
                <a:gd name="connsiteY316" fmla="*/ 7334 h 571500"/>
                <a:gd name="connsiteX317" fmla="*/ 418529 w 723900"/>
                <a:gd name="connsiteY317" fmla="*/ 6001 h 571500"/>
                <a:gd name="connsiteX318" fmla="*/ 418243 w 723900"/>
                <a:gd name="connsiteY318" fmla="*/ 4763 h 571500"/>
                <a:gd name="connsiteX319" fmla="*/ 417481 w 723900"/>
                <a:gd name="connsiteY319" fmla="*/ 4000 h 571500"/>
                <a:gd name="connsiteX320" fmla="*/ 416147 w 723900"/>
                <a:gd name="connsiteY320" fmla="*/ 3810 h 571500"/>
                <a:gd name="connsiteX321" fmla="*/ 404717 w 723900"/>
                <a:gd name="connsiteY321" fmla="*/ 6382 h 571500"/>
                <a:gd name="connsiteX322" fmla="*/ 403003 w 723900"/>
                <a:gd name="connsiteY322" fmla="*/ 6382 h 571500"/>
                <a:gd name="connsiteX323" fmla="*/ 401098 w 723900"/>
                <a:gd name="connsiteY323" fmla="*/ 5906 h 571500"/>
                <a:gd name="connsiteX324" fmla="*/ 399860 w 723900"/>
                <a:gd name="connsiteY324" fmla="*/ 5144 h 571500"/>
                <a:gd name="connsiteX325" fmla="*/ 397669 w 723900"/>
                <a:gd name="connsiteY325" fmla="*/ 3334 h 571500"/>
                <a:gd name="connsiteX326" fmla="*/ 395478 w 723900"/>
                <a:gd name="connsiteY326" fmla="*/ 2762 h 571500"/>
                <a:gd name="connsiteX327" fmla="*/ 392525 w 723900"/>
                <a:gd name="connsiteY327" fmla="*/ 2572 h 571500"/>
                <a:gd name="connsiteX328" fmla="*/ 383667 w 723900"/>
                <a:gd name="connsiteY328" fmla="*/ 2762 h 571500"/>
                <a:gd name="connsiteX329" fmla="*/ 381381 w 723900"/>
                <a:gd name="connsiteY329" fmla="*/ 3334 h 571500"/>
                <a:gd name="connsiteX330" fmla="*/ 380143 w 723900"/>
                <a:gd name="connsiteY330" fmla="*/ 4096 h 571500"/>
                <a:gd name="connsiteX331" fmla="*/ 376714 w 723900"/>
                <a:gd name="connsiteY331" fmla="*/ 6763 h 571500"/>
                <a:gd name="connsiteX332" fmla="*/ 374904 w 723900"/>
                <a:gd name="connsiteY332" fmla="*/ 7525 h 571500"/>
                <a:gd name="connsiteX333" fmla="*/ 373190 w 723900"/>
                <a:gd name="connsiteY333" fmla="*/ 7811 h 571500"/>
                <a:gd name="connsiteX334" fmla="*/ 370808 w 723900"/>
                <a:gd name="connsiteY334" fmla="*/ 7334 h 571500"/>
                <a:gd name="connsiteX335" fmla="*/ 368237 w 723900"/>
                <a:gd name="connsiteY335" fmla="*/ 6096 h 571500"/>
                <a:gd name="connsiteX336" fmla="*/ 366617 w 723900"/>
                <a:gd name="connsiteY336" fmla="*/ 5810 h 571500"/>
                <a:gd name="connsiteX337" fmla="*/ 363665 w 723900"/>
                <a:gd name="connsiteY337" fmla="*/ 6382 h 571500"/>
                <a:gd name="connsiteX338" fmla="*/ 361855 w 723900"/>
                <a:gd name="connsiteY338" fmla="*/ 6953 h 571500"/>
                <a:gd name="connsiteX339" fmla="*/ 360331 w 723900"/>
                <a:gd name="connsiteY339" fmla="*/ 7715 h 571500"/>
                <a:gd name="connsiteX340" fmla="*/ 358521 w 723900"/>
                <a:gd name="connsiteY340" fmla="*/ 9049 h 571500"/>
                <a:gd name="connsiteX341" fmla="*/ 356616 w 723900"/>
                <a:gd name="connsiteY341" fmla="*/ 9144 h 571500"/>
                <a:gd name="connsiteX342" fmla="*/ 355187 w 723900"/>
                <a:gd name="connsiteY342" fmla="*/ 9049 h 571500"/>
                <a:gd name="connsiteX343" fmla="*/ 344519 w 723900"/>
                <a:gd name="connsiteY343" fmla="*/ 6001 h 571500"/>
                <a:gd name="connsiteX344" fmla="*/ 339566 w 723900"/>
                <a:gd name="connsiteY344" fmla="*/ 2667 h 571500"/>
                <a:gd name="connsiteX345" fmla="*/ 336042 w 723900"/>
                <a:gd name="connsiteY345" fmla="*/ 2000 h 571500"/>
                <a:gd name="connsiteX346" fmla="*/ 336899 w 723900"/>
                <a:gd name="connsiteY346" fmla="*/ 3238 h 571500"/>
                <a:gd name="connsiteX347" fmla="*/ 334518 w 723900"/>
                <a:gd name="connsiteY347" fmla="*/ 4953 h 571500"/>
                <a:gd name="connsiteX348" fmla="*/ 326898 w 723900"/>
                <a:gd name="connsiteY348" fmla="*/ 8668 h 571500"/>
                <a:gd name="connsiteX349" fmla="*/ 325184 w 723900"/>
                <a:gd name="connsiteY349" fmla="*/ 11716 h 571500"/>
                <a:gd name="connsiteX350" fmla="*/ 324326 w 723900"/>
                <a:gd name="connsiteY350" fmla="*/ 15716 h 571500"/>
                <a:gd name="connsiteX351" fmla="*/ 324612 w 723900"/>
                <a:gd name="connsiteY351" fmla="*/ 19336 h 571500"/>
                <a:gd name="connsiteX352" fmla="*/ 326898 w 723900"/>
                <a:gd name="connsiteY352" fmla="*/ 21336 h 571500"/>
                <a:gd name="connsiteX353" fmla="*/ 327279 w 723900"/>
                <a:gd name="connsiteY353" fmla="*/ 22003 h 571500"/>
                <a:gd name="connsiteX354" fmla="*/ 327469 w 723900"/>
                <a:gd name="connsiteY354" fmla="*/ 22765 h 571500"/>
                <a:gd name="connsiteX355" fmla="*/ 327279 w 723900"/>
                <a:gd name="connsiteY355" fmla="*/ 23622 h 571500"/>
                <a:gd name="connsiteX356" fmla="*/ 326898 w 723900"/>
                <a:gd name="connsiteY356" fmla="*/ 24479 h 571500"/>
                <a:gd name="connsiteX357" fmla="*/ 326612 w 723900"/>
                <a:gd name="connsiteY357" fmla="*/ 27051 h 571500"/>
                <a:gd name="connsiteX358" fmla="*/ 326422 w 723900"/>
                <a:gd name="connsiteY358" fmla="*/ 28004 h 571500"/>
                <a:gd name="connsiteX359" fmla="*/ 326422 w 723900"/>
                <a:gd name="connsiteY359" fmla="*/ 28956 h 571500"/>
                <a:gd name="connsiteX360" fmla="*/ 326517 w 723900"/>
                <a:gd name="connsiteY360" fmla="*/ 29908 h 571500"/>
                <a:gd name="connsiteX361" fmla="*/ 326898 w 723900"/>
                <a:gd name="connsiteY361" fmla="*/ 30861 h 571500"/>
                <a:gd name="connsiteX362" fmla="*/ 329565 w 723900"/>
                <a:gd name="connsiteY362" fmla="*/ 32385 h 571500"/>
                <a:gd name="connsiteX363" fmla="*/ 334137 w 723900"/>
                <a:gd name="connsiteY363" fmla="*/ 33147 h 571500"/>
                <a:gd name="connsiteX364" fmla="*/ 338138 w 723900"/>
                <a:gd name="connsiteY364" fmla="*/ 34481 h 571500"/>
                <a:gd name="connsiteX365" fmla="*/ 339090 w 723900"/>
                <a:gd name="connsiteY365" fmla="*/ 37624 h 571500"/>
                <a:gd name="connsiteX366" fmla="*/ 337947 w 723900"/>
                <a:gd name="connsiteY366" fmla="*/ 38862 h 571500"/>
                <a:gd name="connsiteX367" fmla="*/ 332423 w 723900"/>
                <a:gd name="connsiteY367" fmla="*/ 40862 h 571500"/>
                <a:gd name="connsiteX368" fmla="*/ 331184 w 723900"/>
                <a:gd name="connsiteY368" fmla="*/ 42196 h 571500"/>
                <a:gd name="connsiteX369" fmla="*/ 330327 w 723900"/>
                <a:gd name="connsiteY369" fmla="*/ 43625 h 571500"/>
                <a:gd name="connsiteX370" fmla="*/ 329089 w 723900"/>
                <a:gd name="connsiteY370" fmla="*/ 44577 h 571500"/>
                <a:gd name="connsiteX371" fmla="*/ 326898 w 723900"/>
                <a:gd name="connsiteY371" fmla="*/ 44482 h 571500"/>
                <a:gd name="connsiteX372" fmla="*/ 324326 w 723900"/>
                <a:gd name="connsiteY372" fmla="*/ 43434 h 571500"/>
                <a:gd name="connsiteX373" fmla="*/ 322136 w 723900"/>
                <a:gd name="connsiteY373" fmla="*/ 43244 h 571500"/>
                <a:gd name="connsiteX374" fmla="*/ 320040 w 723900"/>
                <a:gd name="connsiteY374" fmla="*/ 43910 h 571500"/>
                <a:gd name="connsiteX375" fmla="*/ 312992 w 723900"/>
                <a:gd name="connsiteY375" fmla="*/ 48768 h 571500"/>
                <a:gd name="connsiteX376" fmla="*/ 311182 w 723900"/>
                <a:gd name="connsiteY376" fmla="*/ 51054 h 571500"/>
                <a:gd name="connsiteX377" fmla="*/ 311563 w 723900"/>
                <a:gd name="connsiteY377" fmla="*/ 53245 h 571500"/>
                <a:gd name="connsiteX378" fmla="*/ 313087 w 723900"/>
                <a:gd name="connsiteY378" fmla="*/ 55340 h 571500"/>
                <a:gd name="connsiteX379" fmla="*/ 312420 w 723900"/>
                <a:gd name="connsiteY379" fmla="*/ 56198 h 571500"/>
                <a:gd name="connsiteX380" fmla="*/ 310420 w 723900"/>
                <a:gd name="connsiteY380" fmla="*/ 56674 h 571500"/>
                <a:gd name="connsiteX381" fmla="*/ 308039 w 723900"/>
                <a:gd name="connsiteY381" fmla="*/ 57531 h 571500"/>
                <a:gd name="connsiteX382" fmla="*/ 303657 w 723900"/>
                <a:gd name="connsiteY382" fmla="*/ 59817 h 571500"/>
                <a:gd name="connsiteX383" fmla="*/ 301276 w 723900"/>
                <a:gd name="connsiteY383" fmla="*/ 60388 h 571500"/>
                <a:gd name="connsiteX384" fmla="*/ 285845 w 723900"/>
                <a:gd name="connsiteY384" fmla="*/ 59246 h 571500"/>
                <a:gd name="connsiteX385" fmla="*/ 281559 w 723900"/>
                <a:gd name="connsiteY385" fmla="*/ 57055 h 571500"/>
                <a:gd name="connsiteX386" fmla="*/ 279654 w 723900"/>
                <a:gd name="connsiteY386" fmla="*/ 55245 h 571500"/>
                <a:gd name="connsiteX387" fmla="*/ 278797 w 723900"/>
                <a:gd name="connsiteY387" fmla="*/ 53340 h 571500"/>
                <a:gd name="connsiteX388" fmla="*/ 278225 w 723900"/>
                <a:gd name="connsiteY388" fmla="*/ 48292 h 571500"/>
                <a:gd name="connsiteX389" fmla="*/ 277082 w 723900"/>
                <a:gd name="connsiteY389" fmla="*/ 43910 h 571500"/>
                <a:gd name="connsiteX390" fmla="*/ 277178 w 723900"/>
                <a:gd name="connsiteY390" fmla="*/ 42482 h 571500"/>
                <a:gd name="connsiteX391" fmla="*/ 277844 w 723900"/>
                <a:gd name="connsiteY391" fmla="*/ 41720 h 571500"/>
                <a:gd name="connsiteX392" fmla="*/ 279845 w 723900"/>
                <a:gd name="connsiteY392" fmla="*/ 40386 h 571500"/>
                <a:gd name="connsiteX393" fmla="*/ 280511 w 723900"/>
                <a:gd name="connsiteY393" fmla="*/ 39053 h 571500"/>
                <a:gd name="connsiteX394" fmla="*/ 279083 w 723900"/>
                <a:gd name="connsiteY394" fmla="*/ 36004 h 571500"/>
                <a:gd name="connsiteX395" fmla="*/ 274225 w 723900"/>
                <a:gd name="connsiteY395" fmla="*/ 35909 h 571500"/>
                <a:gd name="connsiteX396" fmla="*/ 262223 w 723900"/>
                <a:gd name="connsiteY396" fmla="*/ 38862 h 571500"/>
                <a:gd name="connsiteX397" fmla="*/ 256889 w 723900"/>
                <a:gd name="connsiteY397" fmla="*/ 42577 h 571500"/>
                <a:gd name="connsiteX398" fmla="*/ 254889 w 723900"/>
                <a:gd name="connsiteY398" fmla="*/ 43339 h 571500"/>
                <a:gd name="connsiteX399" fmla="*/ 248603 w 723900"/>
                <a:gd name="connsiteY399" fmla="*/ 43720 h 571500"/>
                <a:gd name="connsiteX400" fmla="*/ 246317 w 723900"/>
                <a:gd name="connsiteY400" fmla="*/ 44767 h 571500"/>
                <a:gd name="connsiteX401" fmla="*/ 242126 w 723900"/>
                <a:gd name="connsiteY401" fmla="*/ 47911 h 571500"/>
                <a:gd name="connsiteX402" fmla="*/ 239840 w 723900"/>
                <a:gd name="connsiteY402" fmla="*/ 48387 h 571500"/>
                <a:gd name="connsiteX403" fmla="*/ 237458 w 723900"/>
                <a:gd name="connsiteY403" fmla="*/ 48482 h 571500"/>
                <a:gd name="connsiteX404" fmla="*/ 230791 w 723900"/>
                <a:gd name="connsiteY404" fmla="*/ 50768 h 571500"/>
                <a:gd name="connsiteX405" fmla="*/ 226790 w 723900"/>
                <a:gd name="connsiteY405" fmla="*/ 51149 h 571500"/>
                <a:gd name="connsiteX406" fmla="*/ 225457 w 723900"/>
                <a:gd name="connsiteY406" fmla="*/ 51911 h 571500"/>
                <a:gd name="connsiteX407" fmla="*/ 224219 w 723900"/>
                <a:gd name="connsiteY407" fmla="*/ 54007 h 571500"/>
                <a:gd name="connsiteX408" fmla="*/ 221456 w 723900"/>
                <a:gd name="connsiteY408" fmla="*/ 61817 h 571500"/>
                <a:gd name="connsiteX409" fmla="*/ 220123 w 723900"/>
                <a:gd name="connsiteY409" fmla="*/ 64103 h 571500"/>
                <a:gd name="connsiteX410" fmla="*/ 216027 w 723900"/>
                <a:gd name="connsiteY410" fmla="*/ 67723 h 571500"/>
                <a:gd name="connsiteX411" fmla="*/ 210884 w 723900"/>
                <a:gd name="connsiteY411" fmla="*/ 68771 h 571500"/>
                <a:gd name="connsiteX412" fmla="*/ 187547 w 723900"/>
                <a:gd name="connsiteY412" fmla="*/ 69152 h 571500"/>
                <a:gd name="connsiteX413" fmla="*/ 181261 w 723900"/>
                <a:gd name="connsiteY413" fmla="*/ 68390 h 571500"/>
                <a:gd name="connsiteX414" fmla="*/ 176117 w 723900"/>
                <a:gd name="connsiteY414" fmla="*/ 65818 h 571500"/>
                <a:gd name="connsiteX415" fmla="*/ 167069 w 723900"/>
                <a:gd name="connsiteY415" fmla="*/ 56198 h 571500"/>
                <a:gd name="connsiteX416" fmla="*/ 163735 w 723900"/>
                <a:gd name="connsiteY416" fmla="*/ 54674 h 571500"/>
                <a:gd name="connsiteX417" fmla="*/ 131159 w 723900"/>
                <a:gd name="connsiteY417" fmla="*/ 53816 h 571500"/>
                <a:gd name="connsiteX418" fmla="*/ 122587 w 723900"/>
                <a:gd name="connsiteY418" fmla="*/ 56959 h 571500"/>
                <a:gd name="connsiteX419" fmla="*/ 118015 w 723900"/>
                <a:gd name="connsiteY419" fmla="*/ 57721 h 571500"/>
                <a:gd name="connsiteX420" fmla="*/ 115919 w 723900"/>
                <a:gd name="connsiteY420" fmla="*/ 57245 h 571500"/>
                <a:gd name="connsiteX421" fmla="*/ 109347 w 723900"/>
                <a:gd name="connsiteY421" fmla="*/ 54007 h 571500"/>
                <a:gd name="connsiteX422" fmla="*/ 106585 w 723900"/>
                <a:gd name="connsiteY422" fmla="*/ 53245 h 571500"/>
                <a:gd name="connsiteX423" fmla="*/ 104394 w 723900"/>
                <a:gd name="connsiteY423" fmla="*/ 53626 h 571500"/>
                <a:gd name="connsiteX424" fmla="*/ 99632 w 723900"/>
                <a:gd name="connsiteY424" fmla="*/ 56198 h 571500"/>
                <a:gd name="connsiteX425" fmla="*/ 96584 w 723900"/>
                <a:gd name="connsiteY425" fmla="*/ 57436 h 571500"/>
                <a:gd name="connsiteX426" fmla="*/ 94488 w 723900"/>
                <a:gd name="connsiteY426" fmla="*/ 57150 h 571500"/>
                <a:gd name="connsiteX427" fmla="*/ 92869 w 723900"/>
                <a:gd name="connsiteY427" fmla="*/ 55531 h 571500"/>
                <a:gd name="connsiteX428" fmla="*/ 90678 w 723900"/>
                <a:gd name="connsiteY428" fmla="*/ 51435 h 571500"/>
                <a:gd name="connsiteX429" fmla="*/ 89821 w 723900"/>
                <a:gd name="connsiteY429" fmla="*/ 50387 h 571500"/>
                <a:gd name="connsiteX430" fmla="*/ 88773 w 723900"/>
                <a:gd name="connsiteY430" fmla="*/ 49530 h 571500"/>
                <a:gd name="connsiteX431" fmla="*/ 87725 w 723900"/>
                <a:gd name="connsiteY431" fmla="*/ 49149 h 571500"/>
                <a:gd name="connsiteX432" fmla="*/ 86106 w 723900"/>
                <a:gd name="connsiteY432" fmla="*/ 49340 h 571500"/>
                <a:gd name="connsiteX433" fmla="*/ 85535 w 723900"/>
                <a:gd name="connsiteY433" fmla="*/ 50006 h 571500"/>
                <a:gd name="connsiteX434" fmla="*/ 85344 w 723900"/>
                <a:gd name="connsiteY434" fmla="*/ 51054 h 571500"/>
                <a:gd name="connsiteX435" fmla="*/ 84963 w 723900"/>
                <a:gd name="connsiteY435" fmla="*/ 52102 h 571500"/>
                <a:gd name="connsiteX436" fmla="*/ 81344 w 723900"/>
                <a:gd name="connsiteY436" fmla="*/ 58865 h 571500"/>
                <a:gd name="connsiteX437" fmla="*/ 80201 w 723900"/>
                <a:gd name="connsiteY437" fmla="*/ 59817 h 571500"/>
                <a:gd name="connsiteX438" fmla="*/ 78010 w 723900"/>
                <a:gd name="connsiteY438" fmla="*/ 58007 h 571500"/>
                <a:gd name="connsiteX439" fmla="*/ 77343 w 723900"/>
                <a:gd name="connsiteY439" fmla="*/ 50673 h 571500"/>
                <a:gd name="connsiteX440" fmla="*/ 75629 w 723900"/>
                <a:gd name="connsiteY440" fmla="*/ 48101 h 571500"/>
                <a:gd name="connsiteX441" fmla="*/ 69628 w 723900"/>
                <a:gd name="connsiteY441" fmla="*/ 47816 h 571500"/>
                <a:gd name="connsiteX442" fmla="*/ 67151 w 723900"/>
                <a:gd name="connsiteY442" fmla="*/ 53150 h 571500"/>
                <a:gd name="connsiteX443" fmla="*/ 67151 w 723900"/>
                <a:gd name="connsiteY443" fmla="*/ 63246 h 571500"/>
                <a:gd name="connsiteX444" fmla="*/ 67056 w 723900"/>
                <a:gd name="connsiteY444" fmla="*/ 76581 h 571500"/>
                <a:gd name="connsiteX445" fmla="*/ 66961 w 723900"/>
                <a:gd name="connsiteY445" fmla="*/ 94107 h 571500"/>
                <a:gd name="connsiteX446" fmla="*/ 58007 w 723900"/>
                <a:gd name="connsiteY446" fmla="*/ 94012 h 571500"/>
                <a:gd name="connsiteX447" fmla="*/ 46577 w 723900"/>
                <a:gd name="connsiteY447" fmla="*/ 93917 h 571500"/>
                <a:gd name="connsiteX448" fmla="*/ 33242 w 723900"/>
                <a:gd name="connsiteY448" fmla="*/ 93821 h 571500"/>
                <a:gd name="connsiteX449" fmla="*/ 27908 w 723900"/>
                <a:gd name="connsiteY449" fmla="*/ 94679 h 571500"/>
                <a:gd name="connsiteX450" fmla="*/ 24194 w 723900"/>
                <a:gd name="connsiteY450" fmla="*/ 97346 h 571500"/>
                <a:gd name="connsiteX451" fmla="*/ 24194 w 723900"/>
                <a:gd name="connsiteY451" fmla="*/ 96393 h 571500"/>
                <a:gd name="connsiteX452" fmla="*/ 24098 w 723900"/>
                <a:gd name="connsiteY452" fmla="*/ 95155 h 571500"/>
                <a:gd name="connsiteX453" fmla="*/ 23622 w 723900"/>
                <a:gd name="connsiteY453" fmla="*/ 94202 h 571500"/>
                <a:gd name="connsiteX454" fmla="*/ 22955 w 723900"/>
                <a:gd name="connsiteY454" fmla="*/ 93631 h 571500"/>
                <a:gd name="connsiteX455" fmla="*/ 21527 w 723900"/>
                <a:gd name="connsiteY455" fmla="*/ 93917 h 571500"/>
                <a:gd name="connsiteX456" fmla="*/ 21431 w 723900"/>
                <a:gd name="connsiteY456" fmla="*/ 94964 h 571500"/>
                <a:gd name="connsiteX457" fmla="*/ 21908 w 723900"/>
                <a:gd name="connsiteY457" fmla="*/ 96203 h 571500"/>
                <a:gd name="connsiteX458" fmla="*/ 22098 w 723900"/>
                <a:gd name="connsiteY458" fmla="*/ 97155 h 571500"/>
                <a:gd name="connsiteX459" fmla="*/ 21050 w 723900"/>
                <a:gd name="connsiteY459" fmla="*/ 98774 h 571500"/>
                <a:gd name="connsiteX460" fmla="*/ 19622 w 723900"/>
                <a:gd name="connsiteY460" fmla="*/ 100298 h 571500"/>
                <a:gd name="connsiteX461" fmla="*/ 18098 w 723900"/>
                <a:gd name="connsiteY461" fmla="*/ 100965 h 571500"/>
                <a:gd name="connsiteX462" fmla="*/ 16383 w 723900"/>
                <a:gd name="connsiteY462" fmla="*/ 100203 h 571500"/>
                <a:gd name="connsiteX463" fmla="*/ 15716 w 723900"/>
                <a:gd name="connsiteY463" fmla="*/ 99060 h 571500"/>
                <a:gd name="connsiteX464" fmla="*/ 15431 w 723900"/>
                <a:gd name="connsiteY464" fmla="*/ 98108 h 571500"/>
                <a:gd name="connsiteX465" fmla="*/ 15050 w 723900"/>
                <a:gd name="connsiteY465" fmla="*/ 97536 h 571500"/>
                <a:gd name="connsiteX466" fmla="*/ 13811 w 723900"/>
                <a:gd name="connsiteY466" fmla="*/ 97822 h 571500"/>
                <a:gd name="connsiteX467" fmla="*/ 12859 w 723900"/>
                <a:gd name="connsiteY467" fmla="*/ 98679 h 571500"/>
                <a:gd name="connsiteX468" fmla="*/ 12573 w 723900"/>
                <a:gd name="connsiteY468" fmla="*/ 99822 h 571500"/>
                <a:gd name="connsiteX469" fmla="*/ 12573 w 723900"/>
                <a:gd name="connsiteY469" fmla="*/ 100870 h 571500"/>
                <a:gd name="connsiteX470" fmla="*/ 12478 w 723900"/>
                <a:gd name="connsiteY470" fmla="*/ 101727 h 571500"/>
                <a:gd name="connsiteX471" fmla="*/ 12668 w 723900"/>
                <a:gd name="connsiteY471" fmla="*/ 101917 h 571500"/>
                <a:gd name="connsiteX472" fmla="*/ 13145 w 723900"/>
                <a:gd name="connsiteY472" fmla="*/ 102394 h 571500"/>
                <a:gd name="connsiteX473" fmla="*/ 13430 w 723900"/>
                <a:gd name="connsiteY473" fmla="*/ 102870 h 571500"/>
                <a:gd name="connsiteX474" fmla="*/ 13049 w 723900"/>
                <a:gd name="connsiteY474" fmla="*/ 103346 h 571500"/>
                <a:gd name="connsiteX475" fmla="*/ 12573 w 723900"/>
                <a:gd name="connsiteY475" fmla="*/ 103346 h 571500"/>
                <a:gd name="connsiteX476" fmla="*/ 11430 w 723900"/>
                <a:gd name="connsiteY476" fmla="*/ 103156 h 571500"/>
                <a:gd name="connsiteX477" fmla="*/ 11049 w 723900"/>
                <a:gd name="connsiteY477" fmla="*/ 103156 h 571500"/>
                <a:gd name="connsiteX478" fmla="*/ 10287 w 723900"/>
                <a:gd name="connsiteY478" fmla="*/ 103727 h 571500"/>
                <a:gd name="connsiteX479" fmla="*/ 8192 w 723900"/>
                <a:gd name="connsiteY479" fmla="*/ 104584 h 571500"/>
                <a:gd name="connsiteX480" fmla="*/ 7334 w 723900"/>
                <a:gd name="connsiteY480" fmla="*/ 105251 h 571500"/>
                <a:gd name="connsiteX481" fmla="*/ 4572 w 723900"/>
                <a:gd name="connsiteY481" fmla="*/ 109442 h 571500"/>
                <a:gd name="connsiteX482" fmla="*/ 4477 w 723900"/>
                <a:gd name="connsiteY482" fmla="*/ 109633 h 571500"/>
                <a:gd name="connsiteX483" fmla="*/ 4477 w 723900"/>
                <a:gd name="connsiteY483" fmla="*/ 109633 h 571500"/>
                <a:gd name="connsiteX484" fmla="*/ 4477 w 723900"/>
                <a:gd name="connsiteY484" fmla="*/ 110395 h 571500"/>
                <a:gd name="connsiteX485" fmla="*/ 4096 w 723900"/>
                <a:gd name="connsiteY485" fmla="*/ 111442 h 571500"/>
                <a:gd name="connsiteX486" fmla="*/ 3715 w 723900"/>
                <a:gd name="connsiteY486" fmla="*/ 115157 h 571500"/>
                <a:gd name="connsiteX487" fmla="*/ 2572 w 723900"/>
                <a:gd name="connsiteY487" fmla="*/ 118300 h 571500"/>
                <a:gd name="connsiteX488" fmla="*/ 2286 w 723900"/>
                <a:gd name="connsiteY488" fmla="*/ 120301 h 571500"/>
                <a:gd name="connsiteX489" fmla="*/ 2762 w 723900"/>
                <a:gd name="connsiteY489" fmla="*/ 121539 h 571500"/>
                <a:gd name="connsiteX490" fmla="*/ 4001 w 723900"/>
                <a:gd name="connsiteY490" fmla="*/ 120682 h 571500"/>
                <a:gd name="connsiteX491" fmla="*/ 6191 w 723900"/>
                <a:gd name="connsiteY491" fmla="*/ 118110 h 571500"/>
                <a:gd name="connsiteX492" fmla="*/ 6287 w 723900"/>
                <a:gd name="connsiteY492" fmla="*/ 120777 h 571500"/>
                <a:gd name="connsiteX493" fmla="*/ 6001 w 723900"/>
                <a:gd name="connsiteY493" fmla="*/ 123349 h 571500"/>
                <a:gd name="connsiteX494" fmla="*/ 6191 w 723900"/>
                <a:gd name="connsiteY494" fmla="*/ 125730 h 571500"/>
                <a:gd name="connsiteX495" fmla="*/ 7525 w 723900"/>
                <a:gd name="connsiteY495" fmla="*/ 128016 h 571500"/>
                <a:gd name="connsiteX496" fmla="*/ 9335 w 723900"/>
                <a:gd name="connsiteY496" fmla="*/ 129826 h 571500"/>
                <a:gd name="connsiteX497" fmla="*/ 11239 w 723900"/>
                <a:gd name="connsiteY497" fmla="*/ 130778 h 571500"/>
                <a:gd name="connsiteX498" fmla="*/ 13240 w 723900"/>
                <a:gd name="connsiteY498" fmla="*/ 130683 h 571500"/>
                <a:gd name="connsiteX499" fmla="*/ 15716 w 723900"/>
                <a:gd name="connsiteY499" fmla="*/ 129254 h 571500"/>
                <a:gd name="connsiteX500" fmla="*/ 15240 w 723900"/>
                <a:gd name="connsiteY500" fmla="*/ 131826 h 571500"/>
                <a:gd name="connsiteX501" fmla="*/ 13621 w 723900"/>
                <a:gd name="connsiteY501" fmla="*/ 132398 h 571500"/>
                <a:gd name="connsiteX502" fmla="*/ 11716 w 723900"/>
                <a:gd name="connsiteY502" fmla="*/ 132683 h 571500"/>
                <a:gd name="connsiteX503" fmla="*/ 10287 w 723900"/>
                <a:gd name="connsiteY503" fmla="*/ 134493 h 571500"/>
                <a:gd name="connsiteX504" fmla="*/ 8763 w 723900"/>
                <a:gd name="connsiteY504" fmla="*/ 132683 h 571500"/>
                <a:gd name="connsiteX505" fmla="*/ 7525 w 723900"/>
                <a:gd name="connsiteY505" fmla="*/ 132207 h 571500"/>
                <a:gd name="connsiteX506" fmla="*/ 6287 w 723900"/>
                <a:gd name="connsiteY506" fmla="*/ 132683 h 571500"/>
                <a:gd name="connsiteX507" fmla="*/ 4667 w 723900"/>
                <a:gd name="connsiteY507" fmla="*/ 133541 h 571500"/>
                <a:gd name="connsiteX508" fmla="*/ 4382 w 723900"/>
                <a:gd name="connsiteY508" fmla="*/ 134112 h 571500"/>
                <a:gd name="connsiteX509" fmla="*/ 4001 w 723900"/>
                <a:gd name="connsiteY509" fmla="*/ 135827 h 571500"/>
                <a:gd name="connsiteX510" fmla="*/ 3524 w 723900"/>
                <a:gd name="connsiteY510" fmla="*/ 136208 h 571500"/>
                <a:gd name="connsiteX511" fmla="*/ 1238 w 723900"/>
                <a:gd name="connsiteY511" fmla="*/ 136017 h 571500"/>
                <a:gd name="connsiteX512" fmla="*/ 762 w 723900"/>
                <a:gd name="connsiteY512" fmla="*/ 136208 h 571500"/>
                <a:gd name="connsiteX513" fmla="*/ 0 w 723900"/>
                <a:gd name="connsiteY513" fmla="*/ 138494 h 571500"/>
                <a:gd name="connsiteX514" fmla="*/ 1524 w 723900"/>
                <a:gd name="connsiteY514" fmla="*/ 140017 h 571500"/>
                <a:gd name="connsiteX515" fmla="*/ 4382 w 723900"/>
                <a:gd name="connsiteY515" fmla="*/ 140875 h 571500"/>
                <a:gd name="connsiteX516" fmla="*/ 10001 w 723900"/>
                <a:gd name="connsiteY516" fmla="*/ 141637 h 571500"/>
                <a:gd name="connsiteX517" fmla="*/ 17336 w 723900"/>
                <a:gd name="connsiteY517" fmla="*/ 141351 h 571500"/>
                <a:gd name="connsiteX518" fmla="*/ 18955 w 723900"/>
                <a:gd name="connsiteY518" fmla="*/ 141542 h 571500"/>
                <a:gd name="connsiteX519" fmla="*/ 20098 w 723900"/>
                <a:gd name="connsiteY519" fmla="*/ 141827 h 571500"/>
                <a:gd name="connsiteX520" fmla="*/ 21146 w 723900"/>
                <a:gd name="connsiteY520" fmla="*/ 141732 h 571500"/>
                <a:gd name="connsiteX521" fmla="*/ 22860 w 723900"/>
                <a:gd name="connsiteY521" fmla="*/ 140589 h 571500"/>
                <a:gd name="connsiteX522" fmla="*/ 23622 w 723900"/>
                <a:gd name="connsiteY522" fmla="*/ 139732 h 571500"/>
                <a:gd name="connsiteX523" fmla="*/ 24098 w 723900"/>
                <a:gd name="connsiteY523" fmla="*/ 138779 h 571500"/>
                <a:gd name="connsiteX524" fmla="*/ 24003 w 723900"/>
                <a:gd name="connsiteY524" fmla="*/ 137922 h 571500"/>
                <a:gd name="connsiteX525" fmla="*/ 22860 w 723900"/>
                <a:gd name="connsiteY525" fmla="*/ 137065 h 571500"/>
                <a:gd name="connsiteX526" fmla="*/ 30766 w 723900"/>
                <a:gd name="connsiteY526" fmla="*/ 127445 h 571500"/>
                <a:gd name="connsiteX527" fmla="*/ 32766 w 723900"/>
                <a:gd name="connsiteY527" fmla="*/ 125730 h 571500"/>
                <a:gd name="connsiteX528" fmla="*/ 35338 w 723900"/>
                <a:gd name="connsiteY528" fmla="*/ 124587 h 571500"/>
                <a:gd name="connsiteX529" fmla="*/ 38005 w 723900"/>
                <a:gd name="connsiteY529" fmla="*/ 122777 h 571500"/>
                <a:gd name="connsiteX530" fmla="*/ 42291 w 723900"/>
                <a:gd name="connsiteY530" fmla="*/ 122015 h 571500"/>
                <a:gd name="connsiteX531" fmla="*/ 43910 w 723900"/>
                <a:gd name="connsiteY531" fmla="*/ 120967 h 571500"/>
                <a:gd name="connsiteX532" fmla="*/ 45530 w 723900"/>
                <a:gd name="connsiteY532" fmla="*/ 119825 h 571500"/>
                <a:gd name="connsiteX533" fmla="*/ 47435 w 723900"/>
                <a:gd name="connsiteY533" fmla="*/ 118872 h 571500"/>
                <a:gd name="connsiteX534" fmla="*/ 51245 w 723900"/>
                <a:gd name="connsiteY534" fmla="*/ 118015 h 571500"/>
                <a:gd name="connsiteX535" fmla="*/ 52483 w 723900"/>
                <a:gd name="connsiteY535" fmla="*/ 117253 h 571500"/>
                <a:gd name="connsiteX536" fmla="*/ 53721 w 723900"/>
                <a:gd name="connsiteY536" fmla="*/ 115538 h 571500"/>
                <a:gd name="connsiteX537" fmla="*/ 55245 w 723900"/>
                <a:gd name="connsiteY537" fmla="*/ 111824 h 571500"/>
                <a:gd name="connsiteX538" fmla="*/ 56483 w 723900"/>
                <a:gd name="connsiteY538" fmla="*/ 110776 h 571500"/>
                <a:gd name="connsiteX539" fmla="*/ 58865 w 723900"/>
                <a:gd name="connsiteY539" fmla="*/ 110395 h 571500"/>
                <a:gd name="connsiteX540" fmla="*/ 63246 w 723900"/>
                <a:gd name="connsiteY540" fmla="*/ 110300 h 571500"/>
                <a:gd name="connsiteX541" fmla="*/ 66199 w 723900"/>
                <a:gd name="connsiteY541" fmla="*/ 109728 h 571500"/>
                <a:gd name="connsiteX542" fmla="*/ 68771 w 723900"/>
                <a:gd name="connsiteY542" fmla="*/ 108204 h 571500"/>
                <a:gd name="connsiteX543" fmla="*/ 71914 w 723900"/>
                <a:gd name="connsiteY543" fmla="*/ 105061 h 571500"/>
                <a:gd name="connsiteX544" fmla="*/ 73438 w 723900"/>
                <a:gd name="connsiteY544" fmla="*/ 105537 h 571500"/>
                <a:gd name="connsiteX545" fmla="*/ 76391 w 723900"/>
                <a:gd name="connsiteY545" fmla="*/ 104299 h 571500"/>
                <a:gd name="connsiteX546" fmla="*/ 78200 w 723900"/>
                <a:gd name="connsiteY546" fmla="*/ 105061 h 571500"/>
                <a:gd name="connsiteX547" fmla="*/ 72104 w 723900"/>
                <a:gd name="connsiteY547" fmla="*/ 109728 h 571500"/>
                <a:gd name="connsiteX548" fmla="*/ 70676 w 723900"/>
                <a:gd name="connsiteY548" fmla="*/ 110395 h 571500"/>
                <a:gd name="connsiteX549" fmla="*/ 69342 w 723900"/>
                <a:gd name="connsiteY549" fmla="*/ 110776 h 571500"/>
                <a:gd name="connsiteX550" fmla="*/ 67151 w 723900"/>
                <a:gd name="connsiteY550" fmla="*/ 112586 h 571500"/>
                <a:gd name="connsiteX551" fmla="*/ 66008 w 723900"/>
                <a:gd name="connsiteY551" fmla="*/ 112967 h 571500"/>
                <a:gd name="connsiteX552" fmla="*/ 61913 w 723900"/>
                <a:gd name="connsiteY552" fmla="*/ 112681 h 571500"/>
                <a:gd name="connsiteX553" fmla="*/ 60770 w 723900"/>
                <a:gd name="connsiteY553" fmla="*/ 112967 h 571500"/>
                <a:gd name="connsiteX554" fmla="*/ 58960 w 723900"/>
                <a:gd name="connsiteY554" fmla="*/ 115062 h 571500"/>
                <a:gd name="connsiteX555" fmla="*/ 56960 w 723900"/>
                <a:gd name="connsiteY555" fmla="*/ 119729 h 571500"/>
                <a:gd name="connsiteX556" fmla="*/ 52864 w 723900"/>
                <a:gd name="connsiteY556" fmla="*/ 121349 h 571500"/>
                <a:gd name="connsiteX557" fmla="*/ 50768 w 723900"/>
                <a:gd name="connsiteY557" fmla="*/ 123063 h 571500"/>
                <a:gd name="connsiteX558" fmla="*/ 47435 w 723900"/>
                <a:gd name="connsiteY558" fmla="*/ 126683 h 571500"/>
                <a:gd name="connsiteX559" fmla="*/ 45530 w 723900"/>
                <a:gd name="connsiteY559" fmla="*/ 129540 h 571500"/>
                <a:gd name="connsiteX560" fmla="*/ 44958 w 723900"/>
                <a:gd name="connsiteY560" fmla="*/ 130112 h 571500"/>
                <a:gd name="connsiteX561" fmla="*/ 43815 w 723900"/>
                <a:gd name="connsiteY561" fmla="*/ 130588 h 571500"/>
                <a:gd name="connsiteX562" fmla="*/ 41624 w 723900"/>
                <a:gd name="connsiteY562" fmla="*/ 130778 h 571500"/>
                <a:gd name="connsiteX563" fmla="*/ 39815 w 723900"/>
                <a:gd name="connsiteY563" fmla="*/ 131921 h 571500"/>
                <a:gd name="connsiteX564" fmla="*/ 37529 w 723900"/>
                <a:gd name="connsiteY564" fmla="*/ 132683 h 571500"/>
                <a:gd name="connsiteX565" fmla="*/ 37148 w 723900"/>
                <a:gd name="connsiteY565" fmla="*/ 133159 h 571500"/>
                <a:gd name="connsiteX566" fmla="*/ 37529 w 723900"/>
                <a:gd name="connsiteY566" fmla="*/ 134969 h 571500"/>
                <a:gd name="connsiteX567" fmla="*/ 38386 w 723900"/>
                <a:gd name="connsiteY567" fmla="*/ 135160 h 571500"/>
                <a:gd name="connsiteX568" fmla="*/ 39529 w 723900"/>
                <a:gd name="connsiteY568" fmla="*/ 134874 h 571500"/>
                <a:gd name="connsiteX569" fmla="*/ 40291 w 723900"/>
                <a:gd name="connsiteY569" fmla="*/ 135350 h 571500"/>
                <a:gd name="connsiteX570" fmla="*/ 40100 w 723900"/>
                <a:gd name="connsiteY570" fmla="*/ 137732 h 571500"/>
                <a:gd name="connsiteX571" fmla="*/ 37814 w 723900"/>
                <a:gd name="connsiteY571" fmla="*/ 137732 h 571500"/>
                <a:gd name="connsiteX572" fmla="*/ 32766 w 723900"/>
                <a:gd name="connsiteY572" fmla="*/ 136208 h 571500"/>
                <a:gd name="connsiteX573" fmla="*/ 30575 w 723900"/>
                <a:gd name="connsiteY573" fmla="*/ 137446 h 571500"/>
                <a:gd name="connsiteX574" fmla="*/ 30099 w 723900"/>
                <a:gd name="connsiteY574" fmla="*/ 140399 h 571500"/>
                <a:gd name="connsiteX575" fmla="*/ 30766 w 723900"/>
                <a:gd name="connsiteY575" fmla="*/ 146590 h 571500"/>
                <a:gd name="connsiteX576" fmla="*/ 30290 w 723900"/>
                <a:gd name="connsiteY576" fmla="*/ 151638 h 571500"/>
                <a:gd name="connsiteX577" fmla="*/ 30861 w 723900"/>
                <a:gd name="connsiteY577" fmla="*/ 153353 h 571500"/>
                <a:gd name="connsiteX578" fmla="*/ 33147 w 723900"/>
                <a:gd name="connsiteY578" fmla="*/ 153543 h 571500"/>
                <a:gd name="connsiteX579" fmla="*/ 34957 w 723900"/>
                <a:gd name="connsiteY579" fmla="*/ 152305 h 571500"/>
                <a:gd name="connsiteX580" fmla="*/ 35052 w 723900"/>
                <a:gd name="connsiteY580" fmla="*/ 150686 h 571500"/>
                <a:gd name="connsiteX581" fmla="*/ 34290 w 723900"/>
                <a:gd name="connsiteY581" fmla="*/ 148685 h 571500"/>
                <a:gd name="connsiteX582" fmla="*/ 33909 w 723900"/>
                <a:gd name="connsiteY582" fmla="*/ 146590 h 571500"/>
                <a:gd name="connsiteX583" fmla="*/ 34671 w 723900"/>
                <a:gd name="connsiteY583" fmla="*/ 147542 h 571500"/>
                <a:gd name="connsiteX584" fmla="*/ 35814 w 723900"/>
                <a:gd name="connsiteY584" fmla="*/ 149447 h 571500"/>
                <a:gd name="connsiteX585" fmla="*/ 36290 w 723900"/>
                <a:gd name="connsiteY585" fmla="*/ 150019 h 571500"/>
                <a:gd name="connsiteX586" fmla="*/ 37433 w 723900"/>
                <a:gd name="connsiteY586" fmla="*/ 150209 h 571500"/>
                <a:gd name="connsiteX587" fmla="*/ 38291 w 723900"/>
                <a:gd name="connsiteY587" fmla="*/ 149638 h 571500"/>
                <a:gd name="connsiteX588" fmla="*/ 38957 w 723900"/>
                <a:gd name="connsiteY588" fmla="*/ 149542 h 571500"/>
                <a:gd name="connsiteX589" fmla="*/ 39434 w 723900"/>
                <a:gd name="connsiteY589" fmla="*/ 150971 h 571500"/>
                <a:gd name="connsiteX590" fmla="*/ 37148 w 723900"/>
                <a:gd name="connsiteY590" fmla="*/ 152019 h 571500"/>
                <a:gd name="connsiteX591" fmla="*/ 35052 w 723900"/>
                <a:gd name="connsiteY591" fmla="*/ 154305 h 571500"/>
                <a:gd name="connsiteX592" fmla="*/ 33338 w 723900"/>
                <a:gd name="connsiteY592" fmla="*/ 156972 h 571500"/>
                <a:gd name="connsiteX593" fmla="*/ 32290 w 723900"/>
                <a:gd name="connsiteY593" fmla="*/ 159544 h 571500"/>
                <a:gd name="connsiteX594" fmla="*/ 33147 w 723900"/>
                <a:gd name="connsiteY594" fmla="*/ 160687 h 571500"/>
                <a:gd name="connsiteX595" fmla="*/ 34195 w 723900"/>
                <a:gd name="connsiteY595" fmla="*/ 160973 h 571500"/>
                <a:gd name="connsiteX596" fmla="*/ 35528 w 723900"/>
                <a:gd name="connsiteY596" fmla="*/ 160496 h 571500"/>
                <a:gd name="connsiteX597" fmla="*/ 37148 w 723900"/>
                <a:gd name="connsiteY597" fmla="*/ 159544 h 571500"/>
                <a:gd name="connsiteX598" fmla="*/ 36576 w 723900"/>
                <a:gd name="connsiteY598" fmla="*/ 161163 h 571500"/>
                <a:gd name="connsiteX599" fmla="*/ 36386 w 723900"/>
                <a:gd name="connsiteY599" fmla="*/ 162782 h 571500"/>
                <a:gd name="connsiteX600" fmla="*/ 36767 w 723900"/>
                <a:gd name="connsiteY600" fmla="*/ 164116 h 571500"/>
                <a:gd name="connsiteX601" fmla="*/ 38291 w 723900"/>
                <a:gd name="connsiteY601" fmla="*/ 164687 h 571500"/>
                <a:gd name="connsiteX602" fmla="*/ 40005 w 723900"/>
                <a:gd name="connsiteY602" fmla="*/ 164116 h 571500"/>
                <a:gd name="connsiteX603" fmla="*/ 40672 w 723900"/>
                <a:gd name="connsiteY603" fmla="*/ 163068 h 571500"/>
                <a:gd name="connsiteX604" fmla="*/ 41243 w 723900"/>
                <a:gd name="connsiteY604" fmla="*/ 162401 h 571500"/>
                <a:gd name="connsiteX605" fmla="*/ 42577 w 723900"/>
                <a:gd name="connsiteY605" fmla="*/ 162973 h 571500"/>
                <a:gd name="connsiteX606" fmla="*/ 43625 w 723900"/>
                <a:gd name="connsiteY606" fmla="*/ 162211 h 571500"/>
                <a:gd name="connsiteX607" fmla="*/ 44577 w 723900"/>
                <a:gd name="connsiteY607" fmla="*/ 162020 h 571500"/>
                <a:gd name="connsiteX608" fmla="*/ 45244 w 723900"/>
                <a:gd name="connsiteY608" fmla="*/ 162592 h 571500"/>
                <a:gd name="connsiteX609" fmla="*/ 45815 w 723900"/>
                <a:gd name="connsiteY609" fmla="*/ 163830 h 571500"/>
                <a:gd name="connsiteX610" fmla="*/ 44482 w 723900"/>
                <a:gd name="connsiteY610" fmla="*/ 163830 h 571500"/>
                <a:gd name="connsiteX611" fmla="*/ 43529 w 723900"/>
                <a:gd name="connsiteY611" fmla="*/ 164306 h 571500"/>
                <a:gd name="connsiteX612" fmla="*/ 42863 w 723900"/>
                <a:gd name="connsiteY612" fmla="*/ 165354 h 571500"/>
                <a:gd name="connsiteX613" fmla="*/ 42577 w 723900"/>
                <a:gd name="connsiteY613" fmla="*/ 166783 h 571500"/>
                <a:gd name="connsiteX614" fmla="*/ 42863 w 723900"/>
                <a:gd name="connsiteY614" fmla="*/ 168212 h 571500"/>
                <a:gd name="connsiteX615" fmla="*/ 43434 w 723900"/>
                <a:gd name="connsiteY615" fmla="*/ 169164 h 571500"/>
                <a:gd name="connsiteX616" fmla="*/ 44482 w 723900"/>
                <a:gd name="connsiteY616" fmla="*/ 169926 h 571500"/>
                <a:gd name="connsiteX617" fmla="*/ 45815 w 723900"/>
                <a:gd name="connsiteY617" fmla="*/ 170688 h 571500"/>
                <a:gd name="connsiteX618" fmla="*/ 46101 w 723900"/>
                <a:gd name="connsiteY618" fmla="*/ 170498 h 571500"/>
                <a:gd name="connsiteX619" fmla="*/ 46673 w 723900"/>
                <a:gd name="connsiteY619" fmla="*/ 170117 h 571500"/>
                <a:gd name="connsiteX620" fmla="*/ 47435 w 723900"/>
                <a:gd name="connsiteY620" fmla="*/ 169831 h 571500"/>
                <a:gd name="connsiteX621" fmla="*/ 48101 w 723900"/>
                <a:gd name="connsiteY621" fmla="*/ 169831 h 571500"/>
                <a:gd name="connsiteX622" fmla="*/ 48482 w 723900"/>
                <a:gd name="connsiteY622" fmla="*/ 170307 h 571500"/>
                <a:gd name="connsiteX623" fmla="*/ 48768 w 723900"/>
                <a:gd name="connsiteY623" fmla="*/ 171164 h 571500"/>
                <a:gd name="connsiteX624" fmla="*/ 49244 w 723900"/>
                <a:gd name="connsiteY624" fmla="*/ 172021 h 571500"/>
                <a:gd name="connsiteX625" fmla="*/ 50102 w 723900"/>
                <a:gd name="connsiteY625" fmla="*/ 172403 h 571500"/>
                <a:gd name="connsiteX626" fmla="*/ 51721 w 723900"/>
                <a:gd name="connsiteY626" fmla="*/ 172784 h 571500"/>
                <a:gd name="connsiteX627" fmla="*/ 52959 w 723900"/>
                <a:gd name="connsiteY627" fmla="*/ 173736 h 571500"/>
                <a:gd name="connsiteX628" fmla="*/ 53435 w 723900"/>
                <a:gd name="connsiteY628" fmla="*/ 174593 h 571500"/>
                <a:gd name="connsiteX629" fmla="*/ 52483 w 723900"/>
                <a:gd name="connsiteY629" fmla="*/ 175070 h 571500"/>
                <a:gd name="connsiteX630" fmla="*/ 48959 w 723900"/>
                <a:gd name="connsiteY630" fmla="*/ 175546 h 571500"/>
                <a:gd name="connsiteX631" fmla="*/ 48101 w 723900"/>
                <a:gd name="connsiteY631" fmla="*/ 175832 h 571500"/>
                <a:gd name="connsiteX632" fmla="*/ 45815 w 723900"/>
                <a:gd name="connsiteY632" fmla="*/ 180594 h 571500"/>
                <a:gd name="connsiteX633" fmla="*/ 47149 w 723900"/>
                <a:gd name="connsiteY633" fmla="*/ 182880 h 571500"/>
                <a:gd name="connsiteX634" fmla="*/ 50102 w 723900"/>
                <a:gd name="connsiteY634" fmla="*/ 183452 h 571500"/>
                <a:gd name="connsiteX635" fmla="*/ 53245 w 723900"/>
                <a:gd name="connsiteY635" fmla="*/ 182975 h 571500"/>
                <a:gd name="connsiteX636" fmla="*/ 55245 w 723900"/>
                <a:gd name="connsiteY636" fmla="*/ 181928 h 571500"/>
                <a:gd name="connsiteX637" fmla="*/ 55340 w 723900"/>
                <a:gd name="connsiteY637" fmla="*/ 183356 h 571500"/>
                <a:gd name="connsiteX638" fmla="*/ 54959 w 723900"/>
                <a:gd name="connsiteY638" fmla="*/ 184690 h 571500"/>
                <a:gd name="connsiteX639" fmla="*/ 53721 w 723900"/>
                <a:gd name="connsiteY639" fmla="*/ 187071 h 571500"/>
                <a:gd name="connsiteX640" fmla="*/ 52388 w 723900"/>
                <a:gd name="connsiteY640" fmla="*/ 185738 h 571500"/>
                <a:gd name="connsiteX641" fmla="*/ 52102 w 723900"/>
                <a:gd name="connsiteY641" fmla="*/ 185357 h 571500"/>
                <a:gd name="connsiteX642" fmla="*/ 52578 w 723900"/>
                <a:gd name="connsiteY642" fmla="*/ 187262 h 571500"/>
                <a:gd name="connsiteX643" fmla="*/ 53721 w 723900"/>
                <a:gd name="connsiteY643" fmla="*/ 189548 h 571500"/>
                <a:gd name="connsiteX644" fmla="*/ 55245 w 723900"/>
                <a:gd name="connsiteY644" fmla="*/ 191453 h 571500"/>
                <a:gd name="connsiteX645" fmla="*/ 58388 w 723900"/>
                <a:gd name="connsiteY645" fmla="*/ 192786 h 571500"/>
                <a:gd name="connsiteX646" fmla="*/ 58484 w 723900"/>
                <a:gd name="connsiteY646" fmla="*/ 194024 h 571500"/>
                <a:gd name="connsiteX647" fmla="*/ 58484 w 723900"/>
                <a:gd name="connsiteY647" fmla="*/ 195167 h 571500"/>
                <a:gd name="connsiteX648" fmla="*/ 58865 w 723900"/>
                <a:gd name="connsiteY648" fmla="*/ 195739 h 571500"/>
                <a:gd name="connsiteX649" fmla="*/ 59627 w 723900"/>
                <a:gd name="connsiteY649" fmla="*/ 196120 h 571500"/>
                <a:gd name="connsiteX650" fmla="*/ 63151 w 723900"/>
                <a:gd name="connsiteY650" fmla="*/ 199168 h 571500"/>
                <a:gd name="connsiteX651" fmla="*/ 83344 w 723900"/>
                <a:gd name="connsiteY651" fmla="*/ 212979 h 571500"/>
                <a:gd name="connsiteX652" fmla="*/ 103346 w 723900"/>
                <a:gd name="connsiteY652" fmla="*/ 221742 h 571500"/>
                <a:gd name="connsiteX653" fmla="*/ 114395 w 723900"/>
                <a:gd name="connsiteY653" fmla="*/ 229457 h 571500"/>
                <a:gd name="connsiteX654" fmla="*/ 122111 w 723900"/>
                <a:gd name="connsiteY654" fmla="*/ 234029 h 571500"/>
                <a:gd name="connsiteX655" fmla="*/ 126302 w 723900"/>
                <a:gd name="connsiteY655" fmla="*/ 235267 h 571500"/>
                <a:gd name="connsiteX656" fmla="*/ 137827 w 723900"/>
                <a:gd name="connsiteY656" fmla="*/ 236411 h 571500"/>
                <a:gd name="connsiteX657" fmla="*/ 141732 w 723900"/>
                <a:gd name="connsiteY657" fmla="*/ 238125 h 571500"/>
                <a:gd name="connsiteX658" fmla="*/ 145637 w 723900"/>
                <a:gd name="connsiteY658" fmla="*/ 238792 h 571500"/>
                <a:gd name="connsiteX659" fmla="*/ 147733 w 723900"/>
                <a:gd name="connsiteY659" fmla="*/ 240030 h 571500"/>
                <a:gd name="connsiteX660" fmla="*/ 153257 w 723900"/>
                <a:gd name="connsiteY660" fmla="*/ 241173 h 571500"/>
                <a:gd name="connsiteX661" fmla="*/ 153829 w 723900"/>
                <a:gd name="connsiteY661" fmla="*/ 241554 h 571500"/>
                <a:gd name="connsiteX662" fmla="*/ 154496 w 723900"/>
                <a:gd name="connsiteY662" fmla="*/ 242030 h 571500"/>
                <a:gd name="connsiteX663" fmla="*/ 155258 w 723900"/>
                <a:gd name="connsiteY663" fmla="*/ 242411 h 571500"/>
                <a:gd name="connsiteX664" fmla="*/ 156496 w 723900"/>
                <a:gd name="connsiteY664" fmla="*/ 242792 h 571500"/>
                <a:gd name="connsiteX665" fmla="*/ 157734 w 723900"/>
                <a:gd name="connsiteY665" fmla="*/ 242983 h 571500"/>
                <a:gd name="connsiteX666" fmla="*/ 161544 w 723900"/>
                <a:gd name="connsiteY666" fmla="*/ 242792 h 571500"/>
                <a:gd name="connsiteX667" fmla="*/ 163068 w 723900"/>
                <a:gd name="connsiteY667" fmla="*/ 243269 h 571500"/>
                <a:gd name="connsiteX668" fmla="*/ 165164 w 723900"/>
                <a:gd name="connsiteY668" fmla="*/ 244983 h 571500"/>
                <a:gd name="connsiteX669" fmla="*/ 166307 w 723900"/>
                <a:gd name="connsiteY669" fmla="*/ 245364 h 571500"/>
                <a:gd name="connsiteX670" fmla="*/ 174212 w 723900"/>
                <a:gd name="connsiteY670" fmla="*/ 245459 h 571500"/>
                <a:gd name="connsiteX671" fmla="*/ 178880 w 723900"/>
                <a:gd name="connsiteY671" fmla="*/ 246793 h 571500"/>
                <a:gd name="connsiteX672" fmla="*/ 181356 w 723900"/>
                <a:gd name="connsiteY672" fmla="*/ 247174 h 571500"/>
                <a:gd name="connsiteX673" fmla="*/ 182880 w 723900"/>
                <a:gd name="connsiteY673" fmla="*/ 246221 h 571500"/>
                <a:gd name="connsiteX674" fmla="*/ 186499 w 723900"/>
                <a:gd name="connsiteY674" fmla="*/ 239459 h 571500"/>
                <a:gd name="connsiteX675" fmla="*/ 188786 w 723900"/>
                <a:gd name="connsiteY675" fmla="*/ 237077 h 571500"/>
                <a:gd name="connsiteX676" fmla="*/ 191834 w 723900"/>
                <a:gd name="connsiteY676" fmla="*/ 234887 h 571500"/>
                <a:gd name="connsiteX677" fmla="*/ 194882 w 723900"/>
                <a:gd name="connsiteY677" fmla="*/ 233267 h 571500"/>
                <a:gd name="connsiteX678" fmla="*/ 197168 w 723900"/>
                <a:gd name="connsiteY678" fmla="*/ 232600 h 571500"/>
                <a:gd name="connsiteX679" fmla="*/ 200787 w 723900"/>
                <a:gd name="connsiteY679" fmla="*/ 232029 h 571500"/>
                <a:gd name="connsiteX680" fmla="*/ 207264 w 723900"/>
                <a:gd name="connsiteY680" fmla="*/ 229743 h 571500"/>
                <a:gd name="connsiteX681" fmla="*/ 213836 w 723900"/>
                <a:gd name="connsiteY681" fmla="*/ 228791 h 571500"/>
                <a:gd name="connsiteX682" fmla="*/ 221266 w 723900"/>
                <a:gd name="connsiteY682" fmla="*/ 225742 h 571500"/>
                <a:gd name="connsiteX683" fmla="*/ 228029 w 723900"/>
                <a:gd name="connsiteY683" fmla="*/ 224885 h 571500"/>
                <a:gd name="connsiteX684" fmla="*/ 229743 w 723900"/>
                <a:gd name="connsiteY684" fmla="*/ 224219 h 571500"/>
                <a:gd name="connsiteX685" fmla="*/ 229457 w 723900"/>
                <a:gd name="connsiteY685" fmla="*/ 222885 h 571500"/>
                <a:gd name="connsiteX686" fmla="*/ 228029 w 723900"/>
                <a:gd name="connsiteY686" fmla="*/ 221456 h 571500"/>
                <a:gd name="connsiteX687" fmla="*/ 226790 w 723900"/>
                <a:gd name="connsiteY687" fmla="*/ 220599 h 571500"/>
                <a:gd name="connsiteX688" fmla="*/ 229172 w 723900"/>
                <a:gd name="connsiteY688" fmla="*/ 216217 h 571500"/>
                <a:gd name="connsiteX689" fmla="*/ 228695 w 723900"/>
                <a:gd name="connsiteY689" fmla="*/ 217361 h 571500"/>
                <a:gd name="connsiteX690" fmla="*/ 228600 w 723900"/>
                <a:gd name="connsiteY690" fmla="*/ 218504 h 571500"/>
                <a:gd name="connsiteX691" fmla="*/ 229076 w 723900"/>
                <a:gd name="connsiteY691" fmla="*/ 219361 h 571500"/>
                <a:gd name="connsiteX692" fmla="*/ 230410 w 723900"/>
                <a:gd name="connsiteY692" fmla="*/ 219646 h 571500"/>
                <a:gd name="connsiteX693" fmla="*/ 231172 w 723900"/>
                <a:gd name="connsiteY693" fmla="*/ 219742 h 571500"/>
                <a:gd name="connsiteX694" fmla="*/ 231458 w 723900"/>
                <a:gd name="connsiteY694" fmla="*/ 219932 h 571500"/>
                <a:gd name="connsiteX695" fmla="*/ 231553 w 723900"/>
                <a:gd name="connsiteY695" fmla="*/ 220409 h 571500"/>
                <a:gd name="connsiteX696" fmla="*/ 231934 w 723900"/>
                <a:gd name="connsiteY696" fmla="*/ 220980 h 571500"/>
                <a:gd name="connsiteX697" fmla="*/ 232982 w 723900"/>
                <a:gd name="connsiteY697" fmla="*/ 221933 h 571500"/>
                <a:gd name="connsiteX698" fmla="*/ 233458 w 723900"/>
                <a:gd name="connsiteY698" fmla="*/ 221837 h 571500"/>
                <a:gd name="connsiteX699" fmla="*/ 233934 w 723900"/>
                <a:gd name="connsiteY699" fmla="*/ 221552 h 571500"/>
                <a:gd name="connsiteX700" fmla="*/ 234696 w 723900"/>
                <a:gd name="connsiteY700" fmla="*/ 221361 h 571500"/>
                <a:gd name="connsiteX701" fmla="*/ 237649 w 723900"/>
                <a:gd name="connsiteY701" fmla="*/ 221456 h 571500"/>
                <a:gd name="connsiteX702" fmla="*/ 239744 w 723900"/>
                <a:gd name="connsiteY702" fmla="*/ 220599 h 571500"/>
                <a:gd name="connsiteX703" fmla="*/ 240887 w 723900"/>
                <a:gd name="connsiteY703" fmla="*/ 218599 h 571500"/>
                <a:gd name="connsiteX704" fmla="*/ 241078 w 723900"/>
                <a:gd name="connsiteY704" fmla="*/ 215456 h 571500"/>
                <a:gd name="connsiteX705" fmla="*/ 242983 w 723900"/>
                <a:gd name="connsiteY705" fmla="*/ 217075 h 571500"/>
                <a:gd name="connsiteX706" fmla="*/ 243935 w 723900"/>
                <a:gd name="connsiteY706" fmla="*/ 218980 h 571500"/>
                <a:gd name="connsiteX707" fmla="*/ 245174 w 723900"/>
                <a:gd name="connsiteY707" fmla="*/ 220694 h 571500"/>
                <a:gd name="connsiteX708" fmla="*/ 247841 w 723900"/>
                <a:gd name="connsiteY708" fmla="*/ 221361 h 571500"/>
                <a:gd name="connsiteX709" fmla="*/ 248031 w 723900"/>
                <a:gd name="connsiteY709" fmla="*/ 221552 h 571500"/>
                <a:gd name="connsiteX710" fmla="*/ 248793 w 723900"/>
                <a:gd name="connsiteY710" fmla="*/ 222504 h 571500"/>
                <a:gd name="connsiteX711" fmla="*/ 249174 w 723900"/>
                <a:gd name="connsiteY711" fmla="*/ 223266 h 571500"/>
                <a:gd name="connsiteX712" fmla="*/ 249746 w 723900"/>
                <a:gd name="connsiteY712" fmla="*/ 223075 h 571500"/>
                <a:gd name="connsiteX713" fmla="*/ 250412 w 723900"/>
                <a:gd name="connsiteY713" fmla="*/ 222599 h 571500"/>
                <a:gd name="connsiteX714" fmla="*/ 250984 w 723900"/>
                <a:gd name="connsiteY714" fmla="*/ 222313 h 571500"/>
                <a:gd name="connsiteX715" fmla="*/ 251746 w 723900"/>
                <a:gd name="connsiteY715" fmla="*/ 222409 h 571500"/>
                <a:gd name="connsiteX716" fmla="*/ 252222 w 723900"/>
                <a:gd name="connsiteY716" fmla="*/ 222599 h 571500"/>
                <a:gd name="connsiteX717" fmla="*/ 252698 w 723900"/>
                <a:gd name="connsiteY717" fmla="*/ 222980 h 571500"/>
                <a:gd name="connsiteX718" fmla="*/ 253270 w 723900"/>
                <a:gd name="connsiteY718" fmla="*/ 223647 h 571500"/>
                <a:gd name="connsiteX719" fmla="*/ 254127 w 723900"/>
                <a:gd name="connsiteY719" fmla="*/ 224123 h 571500"/>
                <a:gd name="connsiteX720" fmla="*/ 254794 w 723900"/>
                <a:gd name="connsiteY720" fmla="*/ 223838 h 571500"/>
                <a:gd name="connsiteX721" fmla="*/ 255365 w 723900"/>
                <a:gd name="connsiteY721" fmla="*/ 223457 h 571500"/>
                <a:gd name="connsiteX722" fmla="*/ 256127 w 723900"/>
                <a:gd name="connsiteY722" fmla="*/ 223171 h 571500"/>
                <a:gd name="connsiteX723" fmla="*/ 258509 w 723900"/>
                <a:gd name="connsiteY723" fmla="*/ 223171 h 571500"/>
                <a:gd name="connsiteX724" fmla="*/ 259461 w 723900"/>
                <a:gd name="connsiteY724" fmla="*/ 222885 h 571500"/>
                <a:gd name="connsiteX725" fmla="*/ 260128 w 723900"/>
                <a:gd name="connsiteY725" fmla="*/ 222313 h 571500"/>
                <a:gd name="connsiteX726" fmla="*/ 260509 w 723900"/>
                <a:gd name="connsiteY726" fmla="*/ 221266 h 571500"/>
                <a:gd name="connsiteX727" fmla="*/ 260699 w 723900"/>
                <a:gd name="connsiteY727" fmla="*/ 219551 h 571500"/>
                <a:gd name="connsiteX728" fmla="*/ 260699 w 723900"/>
                <a:gd name="connsiteY728" fmla="*/ 217742 h 571500"/>
                <a:gd name="connsiteX729" fmla="*/ 260509 w 723900"/>
                <a:gd name="connsiteY729" fmla="*/ 216694 h 571500"/>
                <a:gd name="connsiteX730" fmla="*/ 260509 w 723900"/>
                <a:gd name="connsiteY730" fmla="*/ 215551 h 571500"/>
                <a:gd name="connsiteX731" fmla="*/ 261557 w 723900"/>
                <a:gd name="connsiteY731" fmla="*/ 212598 h 571500"/>
                <a:gd name="connsiteX732" fmla="*/ 260795 w 723900"/>
                <a:gd name="connsiteY732" fmla="*/ 211360 h 571500"/>
                <a:gd name="connsiteX733" fmla="*/ 260414 w 723900"/>
                <a:gd name="connsiteY733" fmla="*/ 209836 h 571500"/>
                <a:gd name="connsiteX734" fmla="*/ 260128 w 723900"/>
                <a:gd name="connsiteY734" fmla="*/ 208121 h 571500"/>
                <a:gd name="connsiteX735" fmla="*/ 260128 w 723900"/>
                <a:gd name="connsiteY735" fmla="*/ 206883 h 571500"/>
                <a:gd name="connsiteX736" fmla="*/ 261557 w 723900"/>
                <a:gd name="connsiteY736" fmla="*/ 204692 h 571500"/>
                <a:gd name="connsiteX737" fmla="*/ 266129 w 723900"/>
                <a:gd name="connsiteY737" fmla="*/ 202216 h 571500"/>
                <a:gd name="connsiteX738" fmla="*/ 267176 w 723900"/>
                <a:gd name="connsiteY738" fmla="*/ 201168 h 571500"/>
                <a:gd name="connsiteX739" fmla="*/ 268034 w 723900"/>
                <a:gd name="connsiteY739" fmla="*/ 199263 h 571500"/>
                <a:gd name="connsiteX740" fmla="*/ 270034 w 723900"/>
                <a:gd name="connsiteY740" fmla="*/ 200216 h 571500"/>
                <a:gd name="connsiteX741" fmla="*/ 272129 w 723900"/>
                <a:gd name="connsiteY741" fmla="*/ 202406 h 571500"/>
                <a:gd name="connsiteX742" fmla="*/ 273558 w 723900"/>
                <a:gd name="connsiteY742" fmla="*/ 204311 h 571500"/>
                <a:gd name="connsiteX743" fmla="*/ 274606 w 723900"/>
                <a:gd name="connsiteY743" fmla="*/ 206692 h 571500"/>
                <a:gd name="connsiteX744" fmla="*/ 275082 w 723900"/>
                <a:gd name="connsiteY744" fmla="*/ 209550 h 571500"/>
                <a:gd name="connsiteX745" fmla="*/ 274987 w 723900"/>
                <a:gd name="connsiteY745" fmla="*/ 212503 h 571500"/>
                <a:gd name="connsiteX746" fmla="*/ 273939 w 723900"/>
                <a:gd name="connsiteY746" fmla="*/ 214979 h 571500"/>
                <a:gd name="connsiteX747" fmla="*/ 273272 w 723900"/>
                <a:gd name="connsiteY747" fmla="*/ 216122 h 571500"/>
                <a:gd name="connsiteX748" fmla="*/ 272415 w 723900"/>
                <a:gd name="connsiteY748" fmla="*/ 218027 h 571500"/>
                <a:gd name="connsiteX749" fmla="*/ 271558 w 723900"/>
                <a:gd name="connsiteY749" fmla="*/ 219266 h 571500"/>
                <a:gd name="connsiteX750" fmla="*/ 270224 w 723900"/>
                <a:gd name="connsiteY750" fmla="*/ 220028 h 571500"/>
                <a:gd name="connsiteX751" fmla="*/ 268891 w 723900"/>
                <a:gd name="connsiteY751" fmla="*/ 220028 h 571500"/>
                <a:gd name="connsiteX752" fmla="*/ 267557 w 723900"/>
                <a:gd name="connsiteY752" fmla="*/ 219646 h 571500"/>
                <a:gd name="connsiteX753" fmla="*/ 266414 w 723900"/>
                <a:gd name="connsiteY753" fmla="*/ 219646 h 571500"/>
                <a:gd name="connsiteX754" fmla="*/ 264509 w 723900"/>
                <a:gd name="connsiteY754" fmla="*/ 221171 h 571500"/>
                <a:gd name="connsiteX755" fmla="*/ 260795 w 723900"/>
                <a:gd name="connsiteY755" fmla="*/ 225552 h 571500"/>
                <a:gd name="connsiteX756" fmla="*/ 258890 w 723900"/>
                <a:gd name="connsiteY756" fmla="*/ 226504 h 571500"/>
                <a:gd name="connsiteX757" fmla="*/ 257461 w 723900"/>
                <a:gd name="connsiteY757" fmla="*/ 227648 h 571500"/>
                <a:gd name="connsiteX758" fmla="*/ 253746 w 723900"/>
                <a:gd name="connsiteY758" fmla="*/ 235172 h 571500"/>
                <a:gd name="connsiteX759" fmla="*/ 251651 w 723900"/>
                <a:gd name="connsiteY759" fmla="*/ 237268 h 571500"/>
                <a:gd name="connsiteX760" fmla="*/ 251365 w 723900"/>
                <a:gd name="connsiteY760" fmla="*/ 237744 h 571500"/>
                <a:gd name="connsiteX761" fmla="*/ 251270 w 723900"/>
                <a:gd name="connsiteY761" fmla="*/ 239078 h 571500"/>
                <a:gd name="connsiteX762" fmla="*/ 251460 w 723900"/>
                <a:gd name="connsiteY762" fmla="*/ 242125 h 571500"/>
                <a:gd name="connsiteX763" fmla="*/ 250984 w 723900"/>
                <a:gd name="connsiteY763" fmla="*/ 243269 h 571500"/>
                <a:gd name="connsiteX764" fmla="*/ 244983 w 723900"/>
                <a:gd name="connsiteY764" fmla="*/ 252317 h 571500"/>
                <a:gd name="connsiteX765" fmla="*/ 241268 w 723900"/>
                <a:gd name="connsiteY765" fmla="*/ 259461 h 571500"/>
                <a:gd name="connsiteX766" fmla="*/ 238030 w 723900"/>
                <a:gd name="connsiteY766" fmla="*/ 263652 h 571500"/>
                <a:gd name="connsiteX767" fmla="*/ 236030 w 723900"/>
                <a:gd name="connsiteY767" fmla="*/ 268319 h 571500"/>
                <a:gd name="connsiteX768" fmla="*/ 234696 w 723900"/>
                <a:gd name="connsiteY768" fmla="*/ 270320 h 571500"/>
                <a:gd name="connsiteX769" fmla="*/ 230886 w 723900"/>
                <a:gd name="connsiteY769" fmla="*/ 272034 h 571500"/>
                <a:gd name="connsiteX770" fmla="*/ 220980 w 723900"/>
                <a:gd name="connsiteY770" fmla="*/ 270796 h 571500"/>
                <a:gd name="connsiteX771" fmla="*/ 216503 w 723900"/>
                <a:gd name="connsiteY771" fmla="*/ 271177 h 571500"/>
                <a:gd name="connsiteX772" fmla="*/ 214503 w 723900"/>
                <a:gd name="connsiteY772" fmla="*/ 272701 h 571500"/>
                <a:gd name="connsiteX773" fmla="*/ 213741 w 723900"/>
                <a:gd name="connsiteY773" fmla="*/ 272891 h 571500"/>
                <a:gd name="connsiteX774" fmla="*/ 211169 w 723900"/>
                <a:gd name="connsiteY774" fmla="*/ 273082 h 571500"/>
                <a:gd name="connsiteX775" fmla="*/ 211074 w 723900"/>
                <a:gd name="connsiteY775" fmla="*/ 272891 h 571500"/>
                <a:gd name="connsiteX776" fmla="*/ 209741 w 723900"/>
                <a:gd name="connsiteY776" fmla="*/ 273653 h 571500"/>
                <a:gd name="connsiteX777" fmla="*/ 203264 w 723900"/>
                <a:gd name="connsiteY777" fmla="*/ 279749 h 571500"/>
                <a:gd name="connsiteX778" fmla="*/ 200882 w 723900"/>
                <a:gd name="connsiteY778" fmla="*/ 281369 h 571500"/>
                <a:gd name="connsiteX779" fmla="*/ 198406 w 723900"/>
                <a:gd name="connsiteY779" fmla="*/ 282321 h 571500"/>
                <a:gd name="connsiteX780" fmla="*/ 196977 w 723900"/>
                <a:gd name="connsiteY780" fmla="*/ 282416 h 571500"/>
                <a:gd name="connsiteX781" fmla="*/ 195929 w 723900"/>
                <a:gd name="connsiteY781" fmla="*/ 282226 h 571500"/>
                <a:gd name="connsiteX782" fmla="*/ 194882 w 723900"/>
                <a:gd name="connsiteY782" fmla="*/ 282607 h 571500"/>
                <a:gd name="connsiteX783" fmla="*/ 193643 w 723900"/>
                <a:gd name="connsiteY783" fmla="*/ 284036 h 571500"/>
                <a:gd name="connsiteX784" fmla="*/ 192977 w 723900"/>
                <a:gd name="connsiteY784" fmla="*/ 285369 h 571500"/>
                <a:gd name="connsiteX785" fmla="*/ 192596 w 723900"/>
                <a:gd name="connsiteY785" fmla="*/ 286893 h 571500"/>
                <a:gd name="connsiteX786" fmla="*/ 191834 w 723900"/>
                <a:gd name="connsiteY786" fmla="*/ 287941 h 571500"/>
                <a:gd name="connsiteX787" fmla="*/ 190500 w 723900"/>
                <a:gd name="connsiteY787" fmla="*/ 288227 h 571500"/>
                <a:gd name="connsiteX788" fmla="*/ 189738 w 723900"/>
                <a:gd name="connsiteY788" fmla="*/ 287655 h 571500"/>
                <a:gd name="connsiteX789" fmla="*/ 184404 w 723900"/>
                <a:gd name="connsiteY789" fmla="*/ 281464 h 571500"/>
                <a:gd name="connsiteX790" fmla="*/ 183356 w 723900"/>
                <a:gd name="connsiteY790" fmla="*/ 280511 h 571500"/>
                <a:gd name="connsiteX791" fmla="*/ 182499 w 723900"/>
                <a:gd name="connsiteY791" fmla="*/ 282512 h 571500"/>
                <a:gd name="connsiteX792" fmla="*/ 180594 w 723900"/>
                <a:gd name="connsiteY792" fmla="*/ 288131 h 571500"/>
                <a:gd name="connsiteX793" fmla="*/ 179451 w 723900"/>
                <a:gd name="connsiteY793" fmla="*/ 290036 h 571500"/>
                <a:gd name="connsiteX794" fmla="*/ 178880 w 723900"/>
                <a:gd name="connsiteY794" fmla="*/ 290036 h 571500"/>
                <a:gd name="connsiteX795" fmla="*/ 177356 w 723900"/>
                <a:gd name="connsiteY795" fmla="*/ 289370 h 571500"/>
                <a:gd name="connsiteX796" fmla="*/ 176594 w 723900"/>
                <a:gd name="connsiteY796" fmla="*/ 289179 h 571500"/>
                <a:gd name="connsiteX797" fmla="*/ 176022 w 723900"/>
                <a:gd name="connsiteY797" fmla="*/ 289370 h 571500"/>
                <a:gd name="connsiteX798" fmla="*/ 175546 w 723900"/>
                <a:gd name="connsiteY798" fmla="*/ 289941 h 571500"/>
                <a:gd name="connsiteX799" fmla="*/ 175070 w 723900"/>
                <a:gd name="connsiteY799" fmla="*/ 290513 h 571500"/>
                <a:gd name="connsiteX800" fmla="*/ 174689 w 723900"/>
                <a:gd name="connsiteY800" fmla="*/ 290894 h 571500"/>
                <a:gd name="connsiteX801" fmla="*/ 174022 w 723900"/>
                <a:gd name="connsiteY801" fmla="*/ 291751 h 571500"/>
                <a:gd name="connsiteX802" fmla="*/ 173450 w 723900"/>
                <a:gd name="connsiteY802" fmla="*/ 292989 h 571500"/>
                <a:gd name="connsiteX803" fmla="*/ 172688 w 723900"/>
                <a:gd name="connsiteY803" fmla="*/ 293561 h 571500"/>
                <a:gd name="connsiteX804" fmla="*/ 171450 w 723900"/>
                <a:gd name="connsiteY804" fmla="*/ 292513 h 571500"/>
                <a:gd name="connsiteX805" fmla="*/ 170307 w 723900"/>
                <a:gd name="connsiteY805" fmla="*/ 294132 h 571500"/>
                <a:gd name="connsiteX806" fmla="*/ 170021 w 723900"/>
                <a:gd name="connsiteY806" fmla="*/ 294894 h 571500"/>
                <a:gd name="connsiteX807" fmla="*/ 169831 w 723900"/>
                <a:gd name="connsiteY807" fmla="*/ 296037 h 571500"/>
                <a:gd name="connsiteX808" fmla="*/ 168116 w 723900"/>
                <a:gd name="connsiteY808" fmla="*/ 295084 h 571500"/>
                <a:gd name="connsiteX809" fmla="*/ 164402 w 723900"/>
                <a:gd name="connsiteY809" fmla="*/ 294227 h 571500"/>
                <a:gd name="connsiteX810" fmla="*/ 162782 w 723900"/>
                <a:gd name="connsiteY810" fmla="*/ 293275 h 571500"/>
                <a:gd name="connsiteX811" fmla="*/ 163544 w 723900"/>
                <a:gd name="connsiteY811" fmla="*/ 291560 h 571500"/>
                <a:gd name="connsiteX812" fmla="*/ 163354 w 723900"/>
                <a:gd name="connsiteY812" fmla="*/ 289084 h 571500"/>
                <a:gd name="connsiteX813" fmla="*/ 162020 w 723900"/>
                <a:gd name="connsiteY813" fmla="*/ 284036 h 571500"/>
                <a:gd name="connsiteX814" fmla="*/ 161163 w 723900"/>
                <a:gd name="connsiteY814" fmla="*/ 284036 h 571500"/>
                <a:gd name="connsiteX815" fmla="*/ 160020 w 723900"/>
                <a:gd name="connsiteY815" fmla="*/ 284798 h 571500"/>
                <a:gd name="connsiteX816" fmla="*/ 158972 w 723900"/>
                <a:gd name="connsiteY816" fmla="*/ 284417 h 571500"/>
                <a:gd name="connsiteX817" fmla="*/ 158306 w 723900"/>
                <a:gd name="connsiteY817" fmla="*/ 284512 h 571500"/>
                <a:gd name="connsiteX818" fmla="*/ 158020 w 723900"/>
                <a:gd name="connsiteY818" fmla="*/ 286607 h 571500"/>
                <a:gd name="connsiteX819" fmla="*/ 158401 w 723900"/>
                <a:gd name="connsiteY819" fmla="*/ 288512 h 571500"/>
                <a:gd name="connsiteX820" fmla="*/ 159068 w 723900"/>
                <a:gd name="connsiteY820" fmla="*/ 290036 h 571500"/>
                <a:gd name="connsiteX821" fmla="*/ 159449 w 723900"/>
                <a:gd name="connsiteY821" fmla="*/ 291560 h 571500"/>
                <a:gd name="connsiteX822" fmla="*/ 158782 w 723900"/>
                <a:gd name="connsiteY822" fmla="*/ 293275 h 571500"/>
                <a:gd name="connsiteX823" fmla="*/ 158210 w 723900"/>
                <a:gd name="connsiteY823" fmla="*/ 293656 h 571500"/>
                <a:gd name="connsiteX824" fmla="*/ 157448 w 723900"/>
                <a:gd name="connsiteY824" fmla="*/ 293751 h 571500"/>
                <a:gd name="connsiteX825" fmla="*/ 156782 w 723900"/>
                <a:gd name="connsiteY825" fmla="*/ 294037 h 571500"/>
                <a:gd name="connsiteX826" fmla="*/ 156496 w 723900"/>
                <a:gd name="connsiteY826" fmla="*/ 294704 h 571500"/>
                <a:gd name="connsiteX827" fmla="*/ 154781 w 723900"/>
                <a:gd name="connsiteY827" fmla="*/ 297085 h 571500"/>
                <a:gd name="connsiteX828" fmla="*/ 154115 w 723900"/>
                <a:gd name="connsiteY828" fmla="*/ 297752 h 571500"/>
                <a:gd name="connsiteX829" fmla="*/ 152876 w 723900"/>
                <a:gd name="connsiteY829" fmla="*/ 298323 h 571500"/>
                <a:gd name="connsiteX830" fmla="*/ 148971 w 723900"/>
                <a:gd name="connsiteY830" fmla="*/ 299180 h 571500"/>
                <a:gd name="connsiteX831" fmla="*/ 140303 w 723900"/>
                <a:gd name="connsiteY831" fmla="*/ 299371 h 571500"/>
                <a:gd name="connsiteX832" fmla="*/ 138779 w 723900"/>
                <a:gd name="connsiteY832" fmla="*/ 299942 h 571500"/>
                <a:gd name="connsiteX833" fmla="*/ 137541 w 723900"/>
                <a:gd name="connsiteY833" fmla="*/ 302228 h 571500"/>
                <a:gd name="connsiteX834" fmla="*/ 131826 w 723900"/>
                <a:gd name="connsiteY834" fmla="*/ 304895 h 571500"/>
                <a:gd name="connsiteX835" fmla="*/ 123254 w 723900"/>
                <a:gd name="connsiteY835" fmla="*/ 306229 h 571500"/>
                <a:gd name="connsiteX836" fmla="*/ 123254 w 723900"/>
                <a:gd name="connsiteY836" fmla="*/ 305276 h 571500"/>
                <a:gd name="connsiteX837" fmla="*/ 120777 w 723900"/>
                <a:gd name="connsiteY837" fmla="*/ 303943 h 571500"/>
                <a:gd name="connsiteX838" fmla="*/ 118872 w 723900"/>
                <a:gd name="connsiteY838" fmla="*/ 301942 h 571500"/>
                <a:gd name="connsiteX839" fmla="*/ 118396 w 723900"/>
                <a:gd name="connsiteY839" fmla="*/ 299561 h 571500"/>
                <a:gd name="connsiteX840" fmla="*/ 120110 w 723900"/>
                <a:gd name="connsiteY840" fmla="*/ 296799 h 571500"/>
                <a:gd name="connsiteX841" fmla="*/ 119825 w 723900"/>
                <a:gd name="connsiteY841" fmla="*/ 294704 h 571500"/>
                <a:gd name="connsiteX842" fmla="*/ 122492 w 723900"/>
                <a:gd name="connsiteY842" fmla="*/ 290703 h 571500"/>
                <a:gd name="connsiteX843" fmla="*/ 122111 w 723900"/>
                <a:gd name="connsiteY843" fmla="*/ 288703 h 571500"/>
                <a:gd name="connsiteX844" fmla="*/ 120491 w 723900"/>
                <a:gd name="connsiteY844" fmla="*/ 287274 h 571500"/>
                <a:gd name="connsiteX845" fmla="*/ 119348 w 723900"/>
                <a:gd name="connsiteY845" fmla="*/ 287084 h 571500"/>
                <a:gd name="connsiteX846" fmla="*/ 118205 w 723900"/>
                <a:gd name="connsiteY846" fmla="*/ 287941 h 571500"/>
                <a:gd name="connsiteX847" fmla="*/ 116586 w 723900"/>
                <a:gd name="connsiteY847" fmla="*/ 289560 h 571500"/>
                <a:gd name="connsiteX848" fmla="*/ 115729 w 723900"/>
                <a:gd name="connsiteY848" fmla="*/ 289941 h 571500"/>
                <a:gd name="connsiteX849" fmla="*/ 114871 w 723900"/>
                <a:gd name="connsiteY849" fmla="*/ 289655 h 571500"/>
                <a:gd name="connsiteX850" fmla="*/ 114014 w 723900"/>
                <a:gd name="connsiteY850" fmla="*/ 289179 h 571500"/>
                <a:gd name="connsiteX851" fmla="*/ 112967 w 723900"/>
                <a:gd name="connsiteY851" fmla="*/ 289179 h 571500"/>
                <a:gd name="connsiteX852" fmla="*/ 111919 w 723900"/>
                <a:gd name="connsiteY852" fmla="*/ 289560 h 571500"/>
                <a:gd name="connsiteX853" fmla="*/ 110014 w 723900"/>
                <a:gd name="connsiteY853" fmla="*/ 290703 h 571500"/>
                <a:gd name="connsiteX854" fmla="*/ 108966 w 723900"/>
                <a:gd name="connsiteY854" fmla="*/ 290894 h 571500"/>
                <a:gd name="connsiteX855" fmla="*/ 107061 w 723900"/>
                <a:gd name="connsiteY855" fmla="*/ 290608 h 571500"/>
                <a:gd name="connsiteX856" fmla="*/ 105918 w 723900"/>
                <a:gd name="connsiteY856" fmla="*/ 289560 h 571500"/>
                <a:gd name="connsiteX857" fmla="*/ 104299 w 723900"/>
                <a:gd name="connsiteY857" fmla="*/ 286607 h 571500"/>
                <a:gd name="connsiteX858" fmla="*/ 105251 w 723900"/>
                <a:gd name="connsiteY858" fmla="*/ 285274 h 571500"/>
                <a:gd name="connsiteX859" fmla="*/ 107347 w 723900"/>
                <a:gd name="connsiteY859" fmla="*/ 284321 h 571500"/>
                <a:gd name="connsiteX860" fmla="*/ 108299 w 723900"/>
                <a:gd name="connsiteY860" fmla="*/ 283083 h 571500"/>
                <a:gd name="connsiteX861" fmla="*/ 108585 w 723900"/>
                <a:gd name="connsiteY861" fmla="*/ 281464 h 571500"/>
                <a:gd name="connsiteX862" fmla="*/ 108204 w 723900"/>
                <a:gd name="connsiteY862" fmla="*/ 280511 h 571500"/>
                <a:gd name="connsiteX863" fmla="*/ 107252 w 723900"/>
                <a:gd name="connsiteY863" fmla="*/ 280321 h 571500"/>
                <a:gd name="connsiteX864" fmla="*/ 104299 w 723900"/>
                <a:gd name="connsiteY864" fmla="*/ 282512 h 571500"/>
                <a:gd name="connsiteX865" fmla="*/ 99632 w 723900"/>
                <a:gd name="connsiteY865" fmla="*/ 285179 h 571500"/>
                <a:gd name="connsiteX866" fmla="*/ 97917 w 723900"/>
                <a:gd name="connsiteY866" fmla="*/ 286607 h 571500"/>
                <a:gd name="connsiteX867" fmla="*/ 96869 w 723900"/>
                <a:gd name="connsiteY867" fmla="*/ 288131 h 571500"/>
                <a:gd name="connsiteX868" fmla="*/ 95821 w 723900"/>
                <a:gd name="connsiteY868" fmla="*/ 289941 h 571500"/>
                <a:gd name="connsiteX869" fmla="*/ 95060 w 723900"/>
                <a:gd name="connsiteY869" fmla="*/ 292132 h 571500"/>
                <a:gd name="connsiteX870" fmla="*/ 94774 w 723900"/>
                <a:gd name="connsiteY870" fmla="*/ 294704 h 571500"/>
                <a:gd name="connsiteX871" fmla="*/ 94202 w 723900"/>
                <a:gd name="connsiteY871" fmla="*/ 296799 h 571500"/>
                <a:gd name="connsiteX872" fmla="*/ 93155 w 723900"/>
                <a:gd name="connsiteY872" fmla="*/ 298609 h 571500"/>
                <a:gd name="connsiteX873" fmla="*/ 92297 w 723900"/>
                <a:gd name="connsiteY873" fmla="*/ 300704 h 571500"/>
                <a:gd name="connsiteX874" fmla="*/ 92393 w 723900"/>
                <a:gd name="connsiteY874" fmla="*/ 303657 h 571500"/>
                <a:gd name="connsiteX875" fmla="*/ 93345 w 723900"/>
                <a:gd name="connsiteY875" fmla="*/ 306038 h 571500"/>
                <a:gd name="connsiteX876" fmla="*/ 96488 w 723900"/>
                <a:gd name="connsiteY876" fmla="*/ 310991 h 571500"/>
                <a:gd name="connsiteX877" fmla="*/ 98108 w 723900"/>
                <a:gd name="connsiteY877" fmla="*/ 314992 h 571500"/>
                <a:gd name="connsiteX878" fmla="*/ 100203 w 723900"/>
                <a:gd name="connsiteY878" fmla="*/ 317278 h 571500"/>
                <a:gd name="connsiteX879" fmla="*/ 104299 w 723900"/>
                <a:gd name="connsiteY879" fmla="*/ 320707 h 571500"/>
                <a:gd name="connsiteX880" fmla="*/ 109442 w 723900"/>
                <a:gd name="connsiteY880" fmla="*/ 327946 h 571500"/>
                <a:gd name="connsiteX881" fmla="*/ 110681 w 723900"/>
                <a:gd name="connsiteY881" fmla="*/ 330899 h 571500"/>
                <a:gd name="connsiteX882" fmla="*/ 112586 w 723900"/>
                <a:gd name="connsiteY882" fmla="*/ 332613 h 571500"/>
                <a:gd name="connsiteX883" fmla="*/ 116110 w 723900"/>
                <a:gd name="connsiteY883" fmla="*/ 335280 h 571500"/>
                <a:gd name="connsiteX884" fmla="*/ 121634 w 723900"/>
                <a:gd name="connsiteY884" fmla="*/ 342900 h 571500"/>
                <a:gd name="connsiteX885" fmla="*/ 123254 w 723900"/>
                <a:gd name="connsiteY885" fmla="*/ 344424 h 571500"/>
                <a:gd name="connsiteX886" fmla="*/ 126873 w 723900"/>
                <a:gd name="connsiteY886" fmla="*/ 347091 h 571500"/>
                <a:gd name="connsiteX887" fmla="*/ 137541 w 723900"/>
                <a:gd name="connsiteY887" fmla="*/ 357473 h 571500"/>
                <a:gd name="connsiteX888" fmla="*/ 139827 w 723900"/>
                <a:gd name="connsiteY888" fmla="*/ 358616 h 571500"/>
                <a:gd name="connsiteX889" fmla="*/ 141256 w 723900"/>
                <a:gd name="connsiteY889" fmla="*/ 358235 h 571500"/>
                <a:gd name="connsiteX890" fmla="*/ 143828 w 723900"/>
                <a:gd name="connsiteY890" fmla="*/ 355663 h 571500"/>
                <a:gd name="connsiteX891" fmla="*/ 144399 w 723900"/>
                <a:gd name="connsiteY891" fmla="*/ 357664 h 571500"/>
                <a:gd name="connsiteX892" fmla="*/ 144018 w 723900"/>
                <a:gd name="connsiteY892" fmla="*/ 361283 h 571500"/>
                <a:gd name="connsiteX893" fmla="*/ 144685 w 723900"/>
                <a:gd name="connsiteY893" fmla="*/ 363379 h 571500"/>
                <a:gd name="connsiteX894" fmla="*/ 148114 w 723900"/>
                <a:gd name="connsiteY894" fmla="*/ 367570 h 571500"/>
                <a:gd name="connsiteX895" fmla="*/ 150305 w 723900"/>
                <a:gd name="connsiteY895" fmla="*/ 369475 h 571500"/>
                <a:gd name="connsiteX896" fmla="*/ 154019 w 723900"/>
                <a:gd name="connsiteY896" fmla="*/ 371094 h 571500"/>
                <a:gd name="connsiteX897" fmla="*/ 156401 w 723900"/>
                <a:gd name="connsiteY897" fmla="*/ 375190 h 571500"/>
                <a:gd name="connsiteX898" fmla="*/ 158782 w 723900"/>
                <a:gd name="connsiteY898" fmla="*/ 377095 h 571500"/>
                <a:gd name="connsiteX899" fmla="*/ 162592 w 723900"/>
                <a:gd name="connsiteY899" fmla="*/ 381953 h 571500"/>
                <a:gd name="connsiteX900" fmla="*/ 164306 w 723900"/>
                <a:gd name="connsiteY900" fmla="*/ 383858 h 571500"/>
                <a:gd name="connsiteX901" fmla="*/ 171450 w 723900"/>
                <a:gd name="connsiteY901" fmla="*/ 388049 h 571500"/>
                <a:gd name="connsiteX902" fmla="*/ 186023 w 723900"/>
                <a:gd name="connsiteY902" fmla="*/ 403670 h 571500"/>
                <a:gd name="connsiteX903" fmla="*/ 187738 w 723900"/>
                <a:gd name="connsiteY903" fmla="*/ 405194 h 571500"/>
                <a:gd name="connsiteX904" fmla="*/ 189738 w 723900"/>
                <a:gd name="connsiteY904" fmla="*/ 406241 h 571500"/>
                <a:gd name="connsiteX905" fmla="*/ 192024 w 723900"/>
                <a:gd name="connsiteY905" fmla="*/ 406717 h 571500"/>
                <a:gd name="connsiteX906" fmla="*/ 192786 w 723900"/>
                <a:gd name="connsiteY906" fmla="*/ 410718 h 571500"/>
                <a:gd name="connsiteX907" fmla="*/ 196215 w 723900"/>
                <a:gd name="connsiteY907" fmla="*/ 416147 h 571500"/>
                <a:gd name="connsiteX908" fmla="*/ 203930 w 723900"/>
                <a:gd name="connsiteY908" fmla="*/ 425387 h 571500"/>
                <a:gd name="connsiteX909" fmla="*/ 209360 w 723900"/>
                <a:gd name="connsiteY909" fmla="*/ 430530 h 571500"/>
                <a:gd name="connsiteX910" fmla="*/ 210217 w 723900"/>
                <a:gd name="connsiteY910" fmla="*/ 431768 h 571500"/>
                <a:gd name="connsiteX911" fmla="*/ 210788 w 723900"/>
                <a:gd name="connsiteY911" fmla="*/ 432911 h 571500"/>
                <a:gd name="connsiteX912" fmla="*/ 220790 w 723900"/>
                <a:gd name="connsiteY912" fmla="*/ 445961 h 571500"/>
                <a:gd name="connsiteX913" fmla="*/ 231743 w 723900"/>
                <a:gd name="connsiteY913" fmla="*/ 454628 h 571500"/>
                <a:gd name="connsiteX914" fmla="*/ 244507 w 723900"/>
                <a:gd name="connsiteY914" fmla="*/ 466820 h 571500"/>
                <a:gd name="connsiteX915" fmla="*/ 248793 w 723900"/>
                <a:gd name="connsiteY915" fmla="*/ 469487 h 571500"/>
                <a:gd name="connsiteX916" fmla="*/ 252984 w 723900"/>
                <a:gd name="connsiteY916" fmla="*/ 473392 h 571500"/>
                <a:gd name="connsiteX917" fmla="*/ 260128 w 723900"/>
                <a:gd name="connsiteY917" fmla="*/ 476250 h 571500"/>
                <a:gd name="connsiteX918" fmla="*/ 262223 w 723900"/>
                <a:gd name="connsiteY918" fmla="*/ 477869 h 571500"/>
                <a:gd name="connsiteX919" fmla="*/ 266224 w 723900"/>
                <a:gd name="connsiteY919" fmla="*/ 482156 h 571500"/>
                <a:gd name="connsiteX920" fmla="*/ 267557 w 723900"/>
                <a:gd name="connsiteY920" fmla="*/ 483013 h 571500"/>
                <a:gd name="connsiteX921" fmla="*/ 270034 w 723900"/>
                <a:gd name="connsiteY921" fmla="*/ 483680 h 571500"/>
                <a:gd name="connsiteX922" fmla="*/ 276606 w 723900"/>
                <a:gd name="connsiteY922" fmla="*/ 488061 h 571500"/>
                <a:gd name="connsiteX923" fmla="*/ 294704 w 723900"/>
                <a:gd name="connsiteY923" fmla="*/ 495681 h 571500"/>
                <a:gd name="connsiteX924" fmla="*/ 298418 w 723900"/>
                <a:gd name="connsiteY924" fmla="*/ 498538 h 571500"/>
                <a:gd name="connsiteX925" fmla="*/ 299561 w 723900"/>
                <a:gd name="connsiteY925" fmla="*/ 499110 h 571500"/>
                <a:gd name="connsiteX926" fmla="*/ 300895 w 723900"/>
                <a:gd name="connsiteY926" fmla="*/ 499015 h 571500"/>
                <a:gd name="connsiteX927" fmla="*/ 302228 w 723900"/>
                <a:gd name="connsiteY927" fmla="*/ 498348 h 571500"/>
                <a:gd name="connsiteX928" fmla="*/ 303467 w 723900"/>
                <a:gd name="connsiteY928" fmla="*/ 498062 h 571500"/>
                <a:gd name="connsiteX929" fmla="*/ 304705 w 723900"/>
                <a:gd name="connsiteY929" fmla="*/ 498634 h 571500"/>
                <a:gd name="connsiteX930" fmla="*/ 306610 w 723900"/>
                <a:gd name="connsiteY930" fmla="*/ 500253 h 571500"/>
                <a:gd name="connsiteX931" fmla="*/ 308705 w 723900"/>
                <a:gd name="connsiteY931" fmla="*/ 501015 h 571500"/>
                <a:gd name="connsiteX932" fmla="*/ 311087 w 723900"/>
                <a:gd name="connsiteY932" fmla="*/ 501206 h 571500"/>
                <a:gd name="connsiteX933" fmla="*/ 326422 w 723900"/>
                <a:gd name="connsiteY933" fmla="*/ 500253 h 571500"/>
                <a:gd name="connsiteX934" fmla="*/ 326422 w 723900"/>
                <a:gd name="connsiteY934" fmla="*/ 500253 h 571500"/>
                <a:gd name="connsiteX935" fmla="*/ 326231 w 723900"/>
                <a:gd name="connsiteY935" fmla="*/ 499491 h 571500"/>
                <a:gd name="connsiteX936" fmla="*/ 326231 w 723900"/>
                <a:gd name="connsiteY936" fmla="*/ 498348 h 571500"/>
                <a:gd name="connsiteX937" fmla="*/ 326708 w 723900"/>
                <a:gd name="connsiteY937" fmla="*/ 497396 h 571500"/>
                <a:gd name="connsiteX938" fmla="*/ 327469 w 723900"/>
                <a:gd name="connsiteY938" fmla="*/ 496729 h 571500"/>
                <a:gd name="connsiteX939" fmla="*/ 328517 w 723900"/>
                <a:gd name="connsiteY939" fmla="*/ 496538 h 571500"/>
                <a:gd name="connsiteX940" fmla="*/ 329375 w 723900"/>
                <a:gd name="connsiteY940" fmla="*/ 496634 h 571500"/>
                <a:gd name="connsiteX941" fmla="*/ 330232 w 723900"/>
                <a:gd name="connsiteY941" fmla="*/ 496919 h 571500"/>
                <a:gd name="connsiteX942" fmla="*/ 330422 w 723900"/>
                <a:gd name="connsiteY942" fmla="*/ 496253 h 571500"/>
                <a:gd name="connsiteX943" fmla="*/ 332327 w 723900"/>
                <a:gd name="connsiteY943" fmla="*/ 495871 h 571500"/>
                <a:gd name="connsiteX944" fmla="*/ 334613 w 723900"/>
                <a:gd name="connsiteY944" fmla="*/ 496443 h 571500"/>
                <a:gd name="connsiteX945" fmla="*/ 336709 w 723900"/>
                <a:gd name="connsiteY945" fmla="*/ 496634 h 571500"/>
                <a:gd name="connsiteX946" fmla="*/ 337852 w 723900"/>
                <a:gd name="connsiteY946" fmla="*/ 495776 h 571500"/>
                <a:gd name="connsiteX947" fmla="*/ 339090 w 723900"/>
                <a:gd name="connsiteY947" fmla="*/ 494443 h 571500"/>
                <a:gd name="connsiteX948" fmla="*/ 340519 w 723900"/>
                <a:gd name="connsiteY948" fmla="*/ 493586 h 571500"/>
                <a:gd name="connsiteX949" fmla="*/ 342233 w 723900"/>
                <a:gd name="connsiteY949" fmla="*/ 494062 h 571500"/>
                <a:gd name="connsiteX950" fmla="*/ 342995 w 723900"/>
                <a:gd name="connsiteY950" fmla="*/ 493109 h 571500"/>
                <a:gd name="connsiteX951" fmla="*/ 345758 w 723900"/>
                <a:gd name="connsiteY951" fmla="*/ 493300 h 571500"/>
                <a:gd name="connsiteX952" fmla="*/ 366236 w 723900"/>
                <a:gd name="connsiteY952" fmla="*/ 483013 h 571500"/>
                <a:gd name="connsiteX953" fmla="*/ 373094 w 723900"/>
                <a:gd name="connsiteY953" fmla="*/ 481775 h 571500"/>
                <a:gd name="connsiteX954" fmla="*/ 382810 w 723900"/>
                <a:gd name="connsiteY954" fmla="*/ 478536 h 571500"/>
                <a:gd name="connsiteX955" fmla="*/ 385001 w 723900"/>
                <a:gd name="connsiteY955" fmla="*/ 476631 h 571500"/>
                <a:gd name="connsiteX956" fmla="*/ 385382 w 723900"/>
                <a:gd name="connsiteY956" fmla="*/ 474631 h 571500"/>
                <a:gd name="connsiteX957" fmla="*/ 386429 w 723900"/>
                <a:gd name="connsiteY957" fmla="*/ 473107 h 571500"/>
                <a:gd name="connsiteX958" fmla="*/ 391478 w 723900"/>
                <a:gd name="connsiteY958" fmla="*/ 468821 h 571500"/>
                <a:gd name="connsiteX959" fmla="*/ 393097 w 723900"/>
                <a:gd name="connsiteY959" fmla="*/ 467678 h 571500"/>
                <a:gd name="connsiteX960" fmla="*/ 395192 w 723900"/>
                <a:gd name="connsiteY960" fmla="*/ 466916 h 571500"/>
                <a:gd name="connsiteX961" fmla="*/ 394430 w 723900"/>
                <a:gd name="connsiteY961" fmla="*/ 467678 h 571500"/>
                <a:gd name="connsiteX962" fmla="*/ 393764 w 723900"/>
                <a:gd name="connsiteY962" fmla="*/ 468535 h 571500"/>
                <a:gd name="connsiteX963" fmla="*/ 392906 w 723900"/>
                <a:gd name="connsiteY963" fmla="*/ 470440 h 571500"/>
                <a:gd name="connsiteX964" fmla="*/ 396812 w 723900"/>
                <a:gd name="connsiteY964" fmla="*/ 469487 h 571500"/>
                <a:gd name="connsiteX965" fmla="*/ 403384 w 723900"/>
                <a:gd name="connsiteY965" fmla="*/ 464725 h 571500"/>
                <a:gd name="connsiteX966" fmla="*/ 408337 w 723900"/>
                <a:gd name="connsiteY966" fmla="*/ 462915 h 571500"/>
                <a:gd name="connsiteX967" fmla="*/ 412337 w 723900"/>
                <a:gd name="connsiteY967" fmla="*/ 460438 h 571500"/>
                <a:gd name="connsiteX968" fmla="*/ 413766 w 723900"/>
                <a:gd name="connsiteY968" fmla="*/ 460534 h 571500"/>
                <a:gd name="connsiteX969" fmla="*/ 415290 w 723900"/>
                <a:gd name="connsiteY969" fmla="*/ 461010 h 571500"/>
                <a:gd name="connsiteX970" fmla="*/ 417576 w 723900"/>
                <a:gd name="connsiteY970" fmla="*/ 460343 h 571500"/>
                <a:gd name="connsiteX971" fmla="*/ 420529 w 723900"/>
                <a:gd name="connsiteY971" fmla="*/ 458534 h 571500"/>
                <a:gd name="connsiteX972" fmla="*/ 422529 w 723900"/>
                <a:gd name="connsiteY972" fmla="*/ 456724 h 571500"/>
                <a:gd name="connsiteX973" fmla="*/ 436340 w 723900"/>
                <a:gd name="connsiteY973" fmla="*/ 448342 h 571500"/>
                <a:gd name="connsiteX974" fmla="*/ 441674 w 723900"/>
                <a:gd name="connsiteY974" fmla="*/ 448056 h 571500"/>
                <a:gd name="connsiteX975" fmla="*/ 443770 w 723900"/>
                <a:gd name="connsiteY975" fmla="*/ 447484 h 571500"/>
                <a:gd name="connsiteX976" fmla="*/ 451199 w 723900"/>
                <a:gd name="connsiteY976" fmla="*/ 443579 h 571500"/>
                <a:gd name="connsiteX977" fmla="*/ 452152 w 723900"/>
                <a:gd name="connsiteY977" fmla="*/ 442722 h 571500"/>
                <a:gd name="connsiteX978" fmla="*/ 452533 w 723900"/>
                <a:gd name="connsiteY978" fmla="*/ 441960 h 571500"/>
                <a:gd name="connsiteX979" fmla="*/ 453581 w 723900"/>
                <a:gd name="connsiteY979" fmla="*/ 441388 h 571500"/>
                <a:gd name="connsiteX980" fmla="*/ 454628 w 723900"/>
                <a:gd name="connsiteY980" fmla="*/ 441008 h 571500"/>
                <a:gd name="connsiteX981" fmla="*/ 455390 w 723900"/>
                <a:gd name="connsiteY981" fmla="*/ 440722 h 571500"/>
                <a:gd name="connsiteX982" fmla="*/ 457010 w 723900"/>
                <a:gd name="connsiteY982" fmla="*/ 439007 h 571500"/>
                <a:gd name="connsiteX983" fmla="*/ 456914 w 723900"/>
                <a:gd name="connsiteY983" fmla="*/ 436912 h 571500"/>
                <a:gd name="connsiteX984" fmla="*/ 455676 w 723900"/>
                <a:gd name="connsiteY984" fmla="*/ 434245 h 571500"/>
                <a:gd name="connsiteX985" fmla="*/ 455390 w 723900"/>
                <a:gd name="connsiteY985" fmla="*/ 433102 h 571500"/>
                <a:gd name="connsiteX986" fmla="*/ 455676 w 723900"/>
                <a:gd name="connsiteY986" fmla="*/ 432435 h 571500"/>
                <a:gd name="connsiteX987" fmla="*/ 456343 w 723900"/>
                <a:gd name="connsiteY987" fmla="*/ 431578 h 571500"/>
                <a:gd name="connsiteX988" fmla="*/ 456724 w 723900"/>
                <a:gd name="connsiteY988" fmla="*/ 430435 h 571500"/>
                <a:gd name="connsiteX989" fmla="*/ 456057 w 723900"/>
                <a:gd name="connsiteY989" fmla="*/ 428816 h 571500"/>
                <a:gd name="connsiteX990" fmla="*/ 457295 w 723900"/>
                <a:gd name="connsiteY990" fmla="*/ 428530 h 571500"/>
                <a:gd name="connsiteX991" fmla="*/ 457772 w 723900"/>
                <a:gd name="connsiteY991" fmla="*/ 427768 h 571500"/>
                <a:gd name="connsiteX992" fmla="*/ 457581 w 723900"/>
                <a:gd name="connsiteY992" fmla="*/ 426625 h 571500"/>
                <a:gd name="connsiteX993" fmla="*/ 456914 w 723900"/>
                <a:gd name="connsiteY993" fmla="*/ 425387 h 571500"/>
                <a:gd name="connsiteX994" fmla="*/ 458248 w 723900"/>
                <a:gd name="connsiteY994" fmla="*/ 424434 h 571500"/>
                <a:gd name="connsiteX995" fmla="*/ 462343 w 723900"/>
                <a:gd name="connsiteY995" fmla="*/ 419767 h 571500"/>
                <a:gd name="connsiteX996" fmla="*/ 463296 w 723900"/>
                <a:gd name="connsiteY996" fmla="*/ 418148 h 571500"/>
                <a:gd name="connsiteX997" fmla="*/ 464153 w 723900"/>
                <a:gd name="connsiteY997" fmla="*/ 415862 h 571500"/>
                <a:gd name="connsiteX998" fmla="*/ 470249 w 723900"/>
                <a:gd name="connsiteY998" fmla="*/ 409289 h 571500"/>
                <a:gd name="connsiteX999" fmla="*/ 472821 w 723900"/>
                <a:gd name="connsiteY999" fmla="*/ 404908 h 571500"/>
                <a:gd name="connsiteX1000" fmla="*/ 476631 w 723900"/>
                <a:gd name="connsiteY1000" fmla="*/ 390620 h 571500"/>
                <a:gd name="connsiteX1001" fmla="*/ 477107 w 723900"/>
                <a:gd name="connsiteY1001" fmla="*/ 390049 h 571500"/>
                <a:gd name="connsiteX1002" fmla="*/ 478536 w 723900"/>
                <a:gd name="connsiteY1002" fmla="*/ 388620 h 571500"/>
                <a:gd name="connsiteX1003" fmla="*/ 479012 w 723900"/>
                <a:gd name="connsiteY1003" fmla="*/ 388049 h 571500"/>
                <a:gd name="connsiteX1004" fmla="*/ 479393 w 723900"/>
                <a:gd name="connsiteY1004" fmla="*/ 386810 h 571500"/>
                <a:gd name="connsiteX1005" fmla="*/ 479298 w 723900"/>
                <a:gd name="connsiteY1005" fmla="*/ 385858 h 571500"/>
                <a:gd name="connsiteX1006" fmla="*/ 479108 w 723900"/>
                <a:gd name="connsiteY1006" fmla="*/ 384810 h 571500"/>
                <a:gd name="connsiteX1007" fmla="*/ 479012 w 723900"/>
                <a:gd name="connsiteY1007" fmla="*/ 383381 h 571500"/>
                <a:gd name="connsiteX1008" fmla="*/ 478631 w 723900"/>
                <a:gd name="connsiteY1008" fmla="*/ 382715 h 571500"/>
                <a:gd name="connsiteX1009" fmla="*/ 477774 w 723900"/>
                <a:gd name="connsiteY1009" fmla="*/ 382048 h 571500"/>
                <a:gd name="connsiteX1010" fmla="*/ 477012 w 723900"/>
                <a:gd name="connsiteY1010" fmla="*/ 381191 h 571500"/>
                <a:gd name="connsiteX1011" fmla="*/ 476250 w 723900"/>
                <a:gd name="connsiteY1011" fmla="*/ 378809 h 571500"/>
                <a:gd name="connsiteX1012" fmla="*/ 475202 w 723900"/>
                <a:gd name="connsiteY1012" fmla="*/ 378619 h 571500"/>
                <a:gd name="connsiteX1013" fmla="*/ 473964 w 723900"/>
                <a:gd name="connsiteY1013" fmla="*/ 378809 h 571500"/>
                <a:gd name="connsiteX1014" fmla="*/ 472631 w 723900"/>
                <a:gd name="connsiteY1014" fmla="*/ 378714 h 571500"/>
                <a:gd name="connsiteX1015" fmla="*/ 471488 w 723900"/>
                <a:gd name="connsiteY1015" fmla="*/ 378142 h 571500"/>
                <a:gd name="connsiteX1016" fmla="*/ 470726 w 723900"/>
                <a:gd name="connsiteY1016" fmla="*/ 377571 h 571500"/>
                <a:gd name="connsiteX1017" fmla="*/ 470154 w 723900"/>
                <a:gd name="connsiteY1017" fmla="*/ 376904 h 571500"/>
                <a:gd name="connsiteX1018" fmla="*/ 469583 w 723900"/>
                <a:gd name="connsiteY1018" fmla="*/ 376047 h 571500"/>
                <a:gd name="connsiteX1019" fmla="*/ 468249 w 723900"/>
                <a:gd name="connsiteY1019" fmla="*/ 371666 h 571500"/>
                <a:gd name="connsiteX1020" fmla="*/ 467963 w 723900"/>
                <a:gd name="connsiteY1020" fmla="*/ 371475 h 571500"/>
                <a:gd name="connsiteX1021" fmla="*/ 467487 w 723900"/>
                <a:gd name="connsiteY1021" fmla="*/ 370523 h 571500"/>
                <a:gd name="connsiteX1022" fmla="*/ 465296 w 723900"/>
                <a:gd name="connsiteY1022" fmla="*/ 369380 h 571500"/>
                <a:gd name="connsiteX1023" fmla="*/ 464820 w 723900"/>
                <a:gd name="connsiteY1023" fmla="*/ 368046 h 571500"/>
                <a:gd name="connsiteX1024" fmla="*/ 464630 w 723900"/>
                <a:gd name="connsiteY1024" fmla="*/ 366332 h 571500"/>
                <a:gd name="connsiteX1025" fmla="*/ 464058 w 723900"/>
                <a:gd name="connsiteY1025" fmla="*/ 365950 h 571500"/>
                <a:gd name="connsiteX1026" fmla="*/ 458438 w 723900"/>
                <a:gd name="connsiteY1026" fmla="*/ 368141 h 571500"/>
                <a:gd name="connsiteX1027" fmla="*/ 456819 w 723900"/>
                <a:gd name="connsiteY1027" fmla="*/ 368332 h 571500"/>
                <a:gd name="connsiteX1028" fmla="*/ 455009 w 723900"/>
                <a:gd name="connsiteY1028" fmla="*/ 367189 h 571500"/>
                <a:gd name="connsiteX1029" fmla="*/ 453390 w 723900"/>
                <a:gd name="connsiteY1029" fmla="*/ 366617 h 571500"/>
                <a:gd name="connsiteX1030" fmla="*/ 451199 w 723900"/>
                <a:gd name="connsiteY1030" fmla="*/ 366998 h 571500"/>
                <a:gd name="connsiteX1031" fmla="*/ 447389 w 723900"/>
                <a:gd name="connsiteY1031" fmla="*/ 368427 h 571500"/>
                <a:gd name="connsiteX1032" fmla="*/ 447485 w 723900"/>
                <a:gd name="connsiteY1032" fmla="*/ 367570 h 571500"/>
                <a:gd name="connsiteX1033" fmla="*/ 447389 w 723900"/>
                <a:gd name="connsiteY1033" fmla="*/ 365950 h 571500"/>
                <a:gd name="connsiteX1034" fmla="*/ 447389 w 723900"/>
                <a:gd name="connsiteY1034" fmla="*/ 365093 h 571500"/>
                <a:gd name="connsiteX1035" fmla="*/ 445961 w 723900"/>
                <a:gd name="connsiteY1035" fmla="*/ 365760 h 571500"/>
                <a:gd name="connsiteX1036" fmla="*/ 445484 w 723900"/>
                <a:gd name="connsiteY1036" fmla="*/ 366141 h 571500"/>
                <a:gd name="connsiteX1037" fmla="*/ 445008 w 723900"/>
                <a:gd name="connsiteY1037" fmla="*/ 366713 h 571500"/>
                <a:gd name="connsiteX1038" fmla="*/ 444437 w 723900"/>
                <a:gd name="connsiteY1038" fmla="*/ 365284 h 571500"/>
                <a:gd name="connsiteX1039" fmla="*/ 444246 w 723900"/>
                <a:gd name="connsiteY1039" fmla="*/ 363760 h 571500"/>
                <a:gd name="connsiteX1040" fmla="*/ 444246 w 723900"/>
                <a:gd name="connsiteY1040" fmla="*/ 360331 h 571500"/>
                <a:gd name="connsiteX1041" fmla="*/ 444532 w 723900"/>
                <a:gd name="connsiteY1041" fmla="*/ 358426 h 571500"/>
                <a:gd name="connsiteX1042" fmla="*/ 445389 w 723900"/>
                <a:gd name="connsiteY1042" fmla="*/ 358045 h 571500"/>
                <a:gd name="connsiteX1043" fmla="*/ 452152 w 723900"/>
                <a:gd name="connsiteY1043" fmla="*/ 360998 h 571500"/>
                <a:gd name="connsiteX1044" fmla="*/ 454914 w 723900"/>
                <a:gd name="connsiteY1044" fmla="*/ 361474 h 571500"/>
                <a:gd name="connsiteX1045" fmla="*/ 456914 w 723900"/>
                <a:gd name="connsiteY1045" fmla="*/ 360807 h 571500"/>
                <a:gd name="connsiteX1046" fmla="*/ 454819 w 723900"/>
                <a:gd name="connsiteY1046" fmla="*/ 357092 h 571500"/>
                <a:gd name="connsiteX1047" fmla="*/ 454152 w 723900"/>
                <a:gd name="connsiteY1047" fmla="*/ 356521 h 571500"/>
                <a:gd name="connsiteX1048" fmla="*/ 453200 w 723900"/>
                <a:gd name="connsiteY1048" fmla="*/ 356425 h 571500"/>
                <a:gd name="connsiteX1049" fmla="*/ 451961 w 723900"/>
                <a:gd name="connsiteY1049" fmla="*/ 356140 h 571500"/>
                <a:gd name="connsiteX1050" fmla="*/ 451009 w 723900"/>
                <a:gd name="connsiteY1050" fmla="*/ 355759 h 571500"/>
                <a:gd name="connsiteX1051" fmla="*/ 450533 w 723900"/>
                <a:gd name="connsiteY1051" fmla="*/ 355283 h 571500"/>
                <a:gd name="connsiteX1052" fmla="*/ 451580 w 723900"/>
                <a:gd name="connsiteY1052" fmla="*/ 352996 h 571500"/>
                <a:gd name="connsiteX1053" fmla="*/ 453866 w 723900"/>
                <a:gd name="connsiteY1053" fmla="*/ 353473 h 571500"/>
                <a:gd name="connsiteX1054" fmla="*/ 456248 w 723900"/>
                <a:gd name="connsiteY1054" fmla="*/ 355187 h 571500"/>
                <a:gd name="connsiteX1055" fmla="*/ 457772 w 723900"/>
                <a:gd name="connsiteY1055" fmla="*/ 356521 h 571500"/>
                <a:gd name="connsiteX1056" fmla="*/ 459105 w 723900"/>
                <a:gd name="connsiteY1056" fmla="*/ 358521 h 571500"/>
                <a:gd name="connsiteX1057" fmla="*/ 459962 w 723900"/>
                <a:gd name="connsiteY1057" fmla="*/ 359474 h 571500"/>
                <a:gd name="connsiteX1058" fmla="*/ 463582 w 723900"/>
                <a:gd name="connsiteY1058" fmla="*/ 360331 h 571500"/>
                <a:gd name="connsiteX1059" fmla="*/ 464439 w 723900"/>
                <a:gd name="connsiteY1059" fmla="*/ 360140 h 571500"/>
                <a:gd name="connsiteX1060" fmla="*/ 463677 w 723900"/>
                <a:gd name="connsiteY1060" fmla="*/ 358712 h 571500"/>
                <a:gd name="connsiteX1061" fmla="*/ 463391 w 723900"/>
                <a:gd name="connsiteY1061" fmla="*/ 357092 h 571500"/>
                <a:gd name="connsiteX1062" fmla="*/ 464153 w 723900"/>
                <a:gd name="connsiteY1062" fmla="*/ 355378 h 571500"/>
                <a:gd name="connsiteX1063" fmla="*/ 464439 w 723900"/>
                <a:gd name="connsiteY1063" fmla="*/ 354044 h 571500"/>
                <a:gd name="connsiteX1064" fmla="*/ 462439 w 723900"/>
                <a:gd name="connsiteY1064" fmla="*/ 353092 h 571500"/>
                <a:gd name="connsiteX1065" fmla="*/ 463296 w 723900"/>
                <a:gd name="connsiteY1065" fmla="*/ 352234 h 571500"/>
                <a:gd name="connsiteX1066" fmla="*/ 461677 w 723900"/>
                <a:gd name="connsiteY1066" fmla="*/ 351473 h 571500"/>
                <a:gd name="connsiteX1067" fmla="*/ 461677 w 723900"/>
                <a:gd name="connsiteY1067" fmla="*/ 350615 h 571500"/>
                <a:gd name="connsiteX1068" fmla="*/ 462915 w 723900"/>
                <a:gd name="connsiteY1068" fmla="*/ 349567 h 571500"/>
                <a:gd name="connsiteX1069" fmla="*/ 461296 w 723900"/>
                <a:gd name="connsiteY1069" fmla="*/ 349663 h 571500"/>
                <a:gd name="connsiteX1070" fmla="*/ 456914 w 723900"/>
                <a:gd name="connsiteY1070" fmla="*/ 350615 h 571500"/>
                <a:gd name="connsiteX1071" fmla="*/ 455009 w 723900"/>
                <a:gd name="connsiteY1071" fmla="*/ 350330 h 571500"/>
                <a:gd name="connsiteX1072" fmla="*/ 448151 w 723900"/>
                <a:gd name="connsiteY1072" fmla="*/ 347948 h 571500"/>
                <a:gd name="connsiteX1073" fmla="*/ 449294 w 723900"/>
                <a:gd name="connsiteY1073" fmla="*/ 346900 h 571500"/>
                <a:gd name="connsiteX1074" fmla="*/ 451294 w 723900"/>
                <a:gd name="connsiteY1074" fmla="*/ 346138 h 571500"/>
                <a:gd name="connsiteX1075" fmla="*/ 453295 w 723900"/>
                <a:gd name="connsiteY1075" fmla="*/ 346043 h 571500"/>
                <a:gd name="connsiteX1076" fmla="*/ 455009 w 723900"/>
                <a:gd name="connsiteY1076" fmla="*/ 346805 h 571500"/>
                <a:gd name="connsiteX1077" fmla="*/ 455962 w 723900"/>
                <a:gd name="connsiteY1077" fmla="*/ 347472 h 571500"/>
                <a:gd name="connsiteX1078" fmla="*/ 456629 w 723900"/>
                <a:gd name="connsiteY1078" fmla="*/ 347186 h 571500"/>
                <a:gd name="connsiteX1079" fmla="*/ 457010 w 723900"/>
                <a:gd name="connsiteY1079" fmla="*/ 346424 h 571500"/>
                <a:gd name="connsiteX1080" fmla="*/ 456914 w 723900"/>
                <a:gd name="connsiteY1080" fmla="*/ 345472 h 571500"/>
                <a:gd name="connsiteX1081" fmla="*/ 454438 w 723900"/>
                <a:gd name="connsiteY1081" fmla="*/ 343662 h 571500"/>
                <a:gd name="connsiteX1082" fmla="*/ 453676 w 723900"/>
                <a:gd name="connsiteY1082" fmla="*/ 342900 h 571500"/>
                <a:gd name="connsiteX1083" fmla="*/ 458153 w 723900"/>
                <a:gd name="connsiteY1083" fmla="*/ 344138 h 571500"/>
                <a:gd name="connsiteX1084" fmla="*/ 459296 w 723900"/>
                <a:gd name="connsiteY1084" fmla="*/ 343853 h 571500"/>
                <a:gd name="connsiteX1085" fmla="*/ 459677 w 723900"/>
                <a:gd name="connsiteY1085" fmla="*/ 342424 h 571500"/>
                <a:gd name="connsiteX1086" fmla="*/ 458629 w 723900"/>
                <a:gd name="connsiteY1086" fmla="*/ 341186 h 571500"/>
                <a:gd name="connsiteX1087" fmla="*/ 456057 w 723900"/>
                <a:gd name="connsiteY1087" fmla="*/ 339471 h 571500"/>
                <a:gd name="connsiteX1088" fmla="*/ 458057 w 723900"/>
                <a:gd name="connsiteY1088" fmla="*/ 339090 h 571500"/>
                <a:gd name="connsiteX1089" fmla="*/ 460343 w 723900"/>
                <a:gd name="connsiteY1089" fmla="*/ 339757 h 571500"/>
                <a:gd name="connsiteX1090" fmla="*/ 462343 w 723900"/>
                <a:gd name="connsiteY1090" fmla="*/ 341090 h 571500"/>
                <a:gd name="connsiteX1091" fmla="*/ 463296 w 723900"/>
                <a:gd name="connsiteY1091" fmla="*/ 342424 h 571500"/>
                <a:gd name="connsiteX1092" fmla="*/ 463772 w 723900"/>
                <a:gd name="connsiteY1092" fmla="*/ 343662 h 571500"/>
                <a:gd name="connsiteX1093" fmla="*/ 464820 w 723900"/>
                <a:gd name="connsiteY1093" fmla="*/ 343376 h 571500"/>
                <a:gd name="connsiteX1094" fmla="*/ 465963 w 723900"/>
                <a:gd name="connsiteY1094" fmla="*/ 342519 h 571500"/>
                <a:gd name="connsiteX1095" fmla="*/ 466344 w 723900"/>
                <a:gd name="connsiteY1095" fmla="*/ 342043 h 571500"/>
                <a:gd name="connsiteX1096" fmla="*/ 466916 w 723900"/>
                <a:gd name="connsiteY1096" fmla="*/ 341186 h 571500"/>
                <a:gd name="connsiteX1097" fmla="*/ 467392 w 723900"/>
                <a:gd name="connsiteY1097" fmla="*/ 339947 h 571500"/>
                <a:gd name="connsiteX1098" fmla="*/ 467963 w 723900"/>
                <a:gd name="connsiteY1098" fmla="*/ 339471 h 571500"/>
                <a:gd name="connsiteX1099" fmla="*/ 468725 w 723900"/>
                <a:gd name="connsiteY1099" fmla="*/ 341090 h 571500"/>
                <a:gd name="connsiteX1100" fmla="*/ 469583 w 723900"/>
                <a:gd name="connsiteY1100" fmla="*/ 341090 h 571500"/>
                <a:gd name="connsiteX1101" fmla="*/ 469868 w 723900"/>
                <a:gd name="connsiteY1101" fmla="*/ 339376 h 571500"/>
                <a:gd name="connsiteX1102" fmla="*/ 470344 w 723900"/>
                <a:gd name="connsiteY1102" fmla="*/ 338995 h 571500"/>
                <a:gd name="connsiteX1103" fmla="*/ 472250 w 723900"/>
                <a:gd name="connsiteY1103" fmla="*/ 339471 h 571500"/>
                <a:gd name="connsiteX1104" fmla="*/ 473678 w 723900"/>
                <a:gd name="connsiteY1104" fmla="*/ 339376 h 571500"/>
                <a:gd name="connsiteX1105" fmla="*/ 474631 w 723900"/>
                <a:gd name="connsiteY1105" fmla="*/ 338900 h 571500"/>
                <a:gd name="connsiteX1106" fmla="*/ 476631 w 723900"/>
                <a:gd name="connsiteY1106" fmla="*/ 336899 h 571500"/>
                <a:gd name="connsiteX1107" fmla="*/ 476726 w 723900"/>
                <a:gd name="connsiteY1107" fmla="*/ 336423 h 571500"/>
                <a:gd name="connsiteX1108" fmla="*/ 477584 w 723900"/>
                <a:gd name="connsiteY1108" fmla="*/ 334899 h 571500"/>
                <a:gd name="connsiteX1109" fmla="*/ 478536 w 723900"/>
                <a:gd name="connsiteY1109" fmla="*/ 333756 h 571500"/>
                <a:gd name="connsiteX1110" fmla="*/ 479012 w 723900"/>
                <a:gd name="connsiteY1110" fmla="*/ 334042 h 571500"/>
                <a:gd name="connsiteX1111" fmla="*/ 479298 w 723900"/>
                <a:gd name="connsiteY1111" fmla="*/ 332708 h 571500"/>
                <a:gd name="connsiteX1112" fmla="*/ 480346 w 723900"/>
                <a:gd name="connsiteY1112" fmla="*/ 330517 h 571500"/>
                <a:gd name="connsiteX1113" fmla="*/ 481489 w 723900"/>
                <a:gd name="connsiteY1113" fmla="*/ 317373 h 571500"/>
                <a:gd name="connsiteX1114" fmla="*/ 480251 w 723900"/>
                <a:gd name="connsiteY1114" fmla="*/ 311753 h 571500"/>
                <a:gd name="connsiteX1115" fmla="*/ 475869 w 723900"/>
                <a:gd name="connsiteY1115" fmla="*/ 312134 h 571500"/>
                <a:gd name="connsiteX1116" fmla="*/ 472440 w 723900"/>
                <a:gd name="connsiteY1116" fmla="*/ 310610 h 571500"/>
                <a:gd name="connsiteX1117" fmla="*/ 471868 w 723900"/>
                <a:gd name="connsiteY1117" fmla="*/ 310039 h 571500"/>
                <a:gd name="connsiteX1118" fmla="*/ 472250 w 723900"/>
                <a:gd name="connsiteY1118" fmla="*/ 308420 h 571500"/>
                <a:gd name="connsiteX1119" fmla="*/ 472916 w 723900"/>
                <a:gd name="connsiteY1119" fmla="*/ 307277 h 571500"/>
                <a:gd name="connsiteX1120" fmla="*/ 473297 w 723900"/>
                <a:gd name="connsiteY1120" fmla="*/ 306038 h 571500"/>
                <a:gd name="connsiteX1121" fmla="*/ 472631 w 723900"/>
                <a:gd name="connsiteY1121" fmla="*/ 304514 h 571500"/>
                <a:gd name="connsiteX1122" fmla="*/ 469011 w 723900"/>
                <a:gd name="connsiteY1122" fmla="*/ 308038 h 571500"/>
                <a:gd name="connsiteX1123" fmla="*/ 466916 w 723900"/>
                <a:gd name="connsiteY1123" fmla="*/ 309086 h 571500"/>
                <a:gd name="connsiteX1124" fmla="*/ 464058 w 723900"/>
                <a:gd name="connsiteY1124" fmla="*/ 307943 h 571500"/>
                <a:gd name="connsiteX1125" fmla="*/ 462058 w 723900"/>
                <a:gd name="connsiteY1125" fmla="*/ 305753 h 571500"/>
                <a:gd name="connsiteX1126" fmla="*/ 463582 w 723900"/>
                <a:gd name="connsiteY1126" fmla="*/ 305371 h 571500"/>
                <a:gd name="connsiteX1127" fmla="*/ 468725 w 723900"/>
                <a:gd name="connsiteY1127" fmla="*/ 306229 h 571500"/>
                <a:gd name="connsiteX1128" fmla="*/ 468059 w 723900"/>
                <a:gd name="connsiteY1128" fmla="*/ 304038 h 571500"/>
                <a:gd name="connsiteX1129" fmla="*/ 468916 w 723900"/>
                <a:gd name="connsiteY1129" fmla="*/ 302990 h 571500"/>
                <a:gd name="connsiteX1130" fmla="*/ 470630 w 723900"/>
                <a:gd name="connsiteY1130" fmla="*/ 302609 h 571500"/>
                <a:gd name="connsiteX1131" fmla="*/ 472631 w 723900"/>
                <a:gd name="connsiteY1131" fmla="*/ 302800 h 571500"/>
                <a:gd name="connsiteX1132" fmla="*/ 475393 w 723900"/>
                <a:gd name="connsiteY1132" fmla="*/ 303562 h 571500"/>
                <a:gd name="connsiteX1133" fmla="*/ 475583 w 723900"/>
                <a:gd name="connsiteY1133" fmla="*/ 304609 h 571500"/>
                <a:gd name="connsiteX1134" fmla="*/ 475202 w 723900"/>
                <a:gd name="connsiteY1134" fmla="*/ 305943 h 571500"/>
                <a:gd name="connsiteX1135" fmla="*/ 476631 w 723900"/>
                <a:gd name="connsiteY1135" fmla="*/ 307943 h 571500"/>
                <a:gd name="connsiteX1136" fmla="*/ 478155 w 723900"/>
                <a:gd name="connsiteY1136" fmla="*/ 307848 h 571500"/>
                <a:gd name="connsiteX1137" fmla="*/ 480536 w 723900"/>
                <a:gd name="connsiteY1137" fmla="*/ 308324 h 571500"/>
                <a:gd name="connsiteX1138" fmla="*/ 482727 w 723900"/>
                <a:gd name="connsiteY1138" fmla="*/ 307943 h 571500"/>
                <a:gd name="connsiteX1139" fmla="*/ 483680 w 723900"/>
                <a:gd name="connsiteY1139" fmla="*/ 304895 h 571500"/>
                <a:gd name="connsiteX1140" fmla="*/ 484156 w 723900"/>
                <a:gd name="connsiteY1140" fmla="*/ 302609 h 571500"/>
                <a:gd name="connsiteX1141" fmla="*/ 485204 w 723900"/>
                <a:gd name="connsiteY1141" fmla="*/ 299942 h 571500"/>
                <a:gd name="connsiteX1142" fmla="*/ 486537 w 723900"/>
                <a:gd name="connsiteY1142" fmla="*/ 297561 h 571500"/>
                <a:gd name="connsiteX1143" fmla="*/ 487680 w 723900"/>
                <a:gd name="connsiteY1143" fmla="*/ 296037 h 571500"/>
                <a:gd name="connsiteX1144" fmla="*/ 490728 w 723900"/>
                <a:gd name="connsiteY1144" fmla="*/ 294704 h 571500"/>
                <a:gd name="connsiteX1145" fmla="*/ 491966 w 723900"/>
                <a:gd name="connsiteY1145" fmla="*/ 296323 h 571500"/>
                <a:gd name="connsiteX1146" fmla="*/ 491585 w 723900"/>
                <a:gd name="connsiteY1146" fmla="*/ 298895 h 571500"/>
                <a:gd name="connsiteX1147" fmla="*/ 489680 w 723900"/>
                <a:gd name="connsiteY1147" fmla="*/ 300228 h 571500"/>
                <a:gd name="connsiteX1148" fmla="*/ 488728 w 723900"/>
                <a:gd name="connsiteY1148" fmla="*/ 301466 h 571500"/>
                <a:gd name="connsiteX1149" fmla="*/ 488823 w 723900"/>
                <a:gd name="connsiteY1149" fmla="*/ 304229 h 571500"/>
                <a:gd name="connsiteX1150" fmla="*/ 489490 w 723900"/>
                <a:gd name="connsiteY1150" fmla="*/ 307181 h 571500"/>
                <a:gd name="connsiteX1151" fmla="*/ 490061 w 723900"/>
                <a:gd name="connsiteY1151" fmla="*/ 308800 h 571500"/>
                <a:gd name="connsiteX1152" fmla="*/ 492633 w 723900"/>
                <a:gd name="connsiteY1152" fmla="*/ 309658 h 571500"/>
                <a:gd name="connsiteX1153" fmla="*/ 494729 w 723900"/>
                <a:gd name="connsiteY1153" fmla="*/ 308515 h 571500"/>
                <a:gd name="connsiteX1154" fmla="*/ 496634 w 723900"/>
                <a:gd name="connsiteY1154" fmla="*/ 307181 h 571500"/>
                <a:gd name="connsiteX1155" fmla="*/ 498443 w 723900"/>
                <a:gd name="connsiteY1155" fmla="*/ 307467 h 571500"/>
                <a:gd name="connsiteX1156" fmla="*/ 498729 w 723900"/>
                <a:gd name="connsiteY1156" fmla="*/ 308515 h 571500"/>
                <a:gd name="connsiteX1157" fmla="*/ 497396 w 723900"/>
                <a:gd name="connsiteY1157" fmla="*/ 309848 h 571500"/>
                <a:gd name="connsiteX1158" fmla="*/ 497586 w 723900"/>
                <a:gd name="connsiteY1158" fmla="*/ 310896 h 571500"/>
                <a:gd name="connsiteX1159" fmla="*/ 498634 w 723900"/>
                <a:gd name="connsiteY1159" fmla="*/ 311372 h 571500"/>
                <a:gd name="connsiteX1160" fmla="*/ 500158 w 723900"/>
                <a:gd name="connsiteY1160" fmla="*/ 311277 h 571500"/>
                <a:gd name="connsiteX1161" fmla="*/ 502730 w 723900"/>
                <a:gd name="connsiteY1161" fmla="*/ 310420 h 571500"/>
                <a:gd name="connsiteX1162" fmla="*/ 505016 w 723900"/>
                <a:gd name="connsiteY1162" fmla="*/ 308896 h 571500"/>
                <a:gd name="connsiteX1163" fmla="*/ 508730 w 723900"/>
                <a:gd name="connsiteY1163" fmla="*/ 305181 h 571500"/>
                <a:gd name="connsiteX1164" fmla="*/ 511112 w 723900"/>
                <a:gd name="connsiteY1164" fmla="*/ 304514 h 571500"/>
                <a:gd name="connsiteX1165" fmla="*/ 513683 w 723900"/>
                <a:gd name="connsiteY1165" fmla="*/ 304609 h 571500"/>
                <a:gd name="connsiteX1166" fmla="*/ 514826 w 723900"/>
                <a:gd name="connsiteY1166" fmla="*/ 304991 h 571500"/>
                <a:gd name="connsiteX1167" fmla="*/ 517017 w 723900"/>
                <a:gd name="connsiteY1167" fmla="*/ 306610 h 571500"/>
                <a:gd name="connsiteX1168" fmla="*/ 518160 w 723900"/>
                <a:gd name="connsiteY1168" fmla="*/ 306515 h 571500"/>
                <a:gd name="connsiteX1169" fmla="*/ 519493 w 723900"/>
                <a:gd name="connsiteY1169" fmla="*/ 306229 h 571500"/>
                <a:gd name="connsiteX1170" fmla="*/ 520922 w 723900"/>
                <a:gd name="connsiteY1170" fmla="*/ 306229 h 571500"/>
                <a:gd name="connsiteX1171" fmla="*/ 528733 w 723900"/>
                <a:gd name="connsiteY1171" fmla="*/ 309372 h 571500"/>
                <a:gd name="connsiteX1172" fmla="*/ 532162 w 723900"/>
                <a:gd name="connsiteY1172" fmla="*/ 310039 h 571500"/>
                <a:gd name="connsiteX1173" fmla="*/ 535496 w 723900"/>
                <a:gd name="connsiteY1173" fmla="*/ 308420 h 571500"/>
                <a:gd name="connsiteX1174" fmla="*/ 537020 w 723900"/>
                <a:gd name="connsiteY1174" fmla="*/ 307277 h 571500"/>
                <a:gd name="connsiteX1175" fmla="*/ 539306 w 723900"/>
                <a:gd name="connsiteY1175" fmla="*/ 306324 h 571500"/>
                <a:gd name="connsiteX1176" fmla="*/ 541592 w 723900"/>
                <a:gd name="connsiteY1176" fmla="*/ 305943 h 571500"/>
                <a:gd name="connsiteX1177" fmla="*/ 543401 w 723900"/>
                <a:gd name="connsiteY1177" fmla="*/ 306610 h 571500"/>
                <a:gd name="connsiteX1178" fmla="*/ 545211 w 723900"/>
                <a:gd name="connsiteY1178" fmla="*/ 307658 h 571500"/>
                <a:gd name="connsiteX1179" fmla="*/ 547116 w 723900"/>
                <a:gd name="connsiteY1179" fmla="*/ 307658 h 571500"/>
                <a:gd name="connsiteX1180" fmla="*/ 548640 w 723900"/>
                <a:gd name="connsiteY1180" fmla="*/ 306800 h 571500"/>
                <a:gd name="connsiteX1181" fmla="*/ 549402 w 723900"/>
                <a:gd name="connsiteY1181" fmla="*/ 305276 h 571500"/>
                <a:gd name="connsiteX1182" fmla="*/ 550736 w 723900"/>
                <a:gd name="connsiteY1182" fmla="*/ 306610 h 571500"/>
                <a:gd name="connsiteX1183" fmla="*/ 551307 w 723900"/>
                <a:gd name="connsiteY1183" fmla="*/ 308705 h 571500"/>
                <a:gd name="connsiteX1184" fmla="*/ 551307 w 723900"/>
                <a:gd name="connsiteY1184" fmla="*/ 310896 h 571500"/>
                <a:gd name="connsiteX1185" fmla="*/ 550545 w 723900"/>
                <a:gd name="connsiteY1185" fmla="*/ 312611 h 571500"/>
                <a:gd name="connsiteX1186" fmla="*/ 548354 w 723900"/>
                <a:gd name="connsiteY1186" fmla="*/ 313849 h 571500"/>
                <a:gd name="connsiteX1187" fmla="*/ 546545 w 723900"/>
                <a:gd name="connsiteY1187" fmla="*/ 312896 h 571500"/>
                <a:gd name="connsiteX1188" fmla="*/ 544735 w 723900"/>
                <a:gd name="connsiteY1188" fmla="*/ 311277 h 571500"/>
                <a:gd name="connsiteX1189" fmla="*/ 542639 w 723900"/>
                <a:gd name="connsiteY1189" fmla="*/ 310420 h 571500"/>
                <a:gd name="connsiteX1190" fmla="*/ 538639 w 723900"/>
                <a:gd name="connsiteY1190" fmla="*/ 311182 h 571500"/>
                <a:gd name="connsiteX1191" fmla="*/ 536067 w 723900"/>
                <a:gd name="connsiteY1191" fmla="*/ 313277 h 571500"/>
                <a:gd name="connsiteX1192" fmla="*/ 531209 w 723900"/>
                <a:gd name="connsiteY1192" fmla="*/ 319945 h 571500"/>
                <a:gd name="connsiteX1193" fmla="*/ 529019 w 723900"/>
                <a:gd name="connsiteY1193" fmla="*/ 318325 h 571500"/>
                <a:gd name="connsiteX1194" fmla="*/ 527876 w 723900"/>
                <a:gd name="connsiteY1194" fmla="*/ 317659 h 571500"/>
                <a:gd name="connsiteX1195" fmla="*/ 526542 w 723900"/>
                <a:gd name="connsiteY1195" fmla="*/ 317278 h 571500"/>
                <a:gd name="connsiteX1196" fmla="*/ 525590 w 723900"/>
                <a:gd name="connsiteY1196" fmla="*/ 317373 h 571500"/>
                <a:gd name="connsiteX1197" fmla="*/ 524637 w 723900"/>
                <a:gd name="connsiteY1197" fmla="*/ 317754 h 571500"/>
                <a:gd name="connsiteX1198" fmla="*/ 523589 w 723900"/>
                <a:gd name="connsiteY1198" fmla="*/ 317754 h 571500"/>
                <a:gd name="connsiteX1199" fmla="*/ 522161 w 723900"/>
                <a:gd name="connsiteY1199" fmla="*/ 316897 h 571500"/>
                <a:gd name="connsiteX1200" fmla="*/ 520160 w 723900"/>
                <a:gd name="connsiteY1200" fmla="*/ 315182 h 571500"/>
                <a:gd name="connsiteX1201" fmla="*/ 518065 w 723900"/>
                <a:gd name="connsiteY1201" fmla="*/ 314134 h 571500"/>
                <a:gd name="connsiteX1202" fmla="*/ 515779 w 723900"/>
                <a:gd name="connsiteY1202" fmla="*/ 314039 h 571500"/>
                <a:gd name="connsiteX1203" fmla="*/ 513017 w 723900"/>
                <a:gd name="connsiteY1203" fmla="*/ 314801 h 571500"/>
                <a:gd name="connsiteX1204" fmla="*/ 511302 w 723900"/>
                <a:gd name="connsiteY1204" fmla="*/ 316135 h 571500"/>
                <a:gd name="connsiteX1205" fmla="*/ 509207 w 723900"/>
                <a:gd name="connsiteY1205" fmla="*/ 318421 h 571500"/>
                <a:gd name="connsiteX1206" fmla="*/ 507397 w 723900"/>
                <a:gd name="connsiteY1206" fmla="*/ 320897 h 571500"/>
                <a:gd name="connsiteX1207" fmla="*/ 506730 w 723900"/>
                <a:gd name="connsiteY1207" fmla="*/ 322898 h 571500"/>
                <a:gd name="connsiteX1208" fmla="*/ 506444 w 723900"/>
                <a:gd name="connsiteY1208" fmla="*/ 325660 h 571500"/>
                <a:gd name="connsiteX1209" fmla="*/ 506063 w 723900"/>
                <a:gd name="connsiteY1209" fmla="*/ 326993 h 571500"/>
                <a:gd name="connsiteX1210" fmla="*/ 504825 w 723900"/>
                <a:gd name="connsiteY1210" fmla="*/ 329375 h 571500"/>
                <a:gd name="connsiteX1211" fmla="*/ 504825 w 723900"/>
                <a:gd name="connsiteY1211" fmla="*/ 330708 h 571500"/>
                <a:gd name="connsiteX1212" fmla="*/ 505016 w 723900"/>
                <a:gd name="connsiteY1212" fmla="*/ 332137 h 571500"/>
                <a:gd name="connsiteX1213" fmla="*/ 505111 w 723900"/>
                <a:gd name="connsiteY1213" fmla="*/ 333661 h 571500"/>
                <a:gd name="connsiteX1214" fmla="*/ 504635 w 723900"/>
                <a:gd name="connsiteY1214" fmla="*/ 336328 h 571500"/>
                <a:gd name="connsiteX1215" fmla="*/ 503111 w 723900"/>
                <a:gd name="connsiteY1215" fmla="*/ 341090 h 571500"/>
                <a:gd name="connsiteX1216" fmla="*/ 502730 w 723900"/>
                <a:gd name="connsiteY1216" fmla="*/ 343376 h 571500"/>
                <a:gd name="connsiteX1217" fmla="*/ 503396 w 723900"/>
                <a:gd name="connsiteY1217" fmla="*/ 345091 h 571500"/>
                <a:gd name="connsiteX1218" fmla="*/ 506444 w 723900"/>
                <a:gd name="connsiteY1218" fmla="*/ 350330 h 571500"/>
                <a:gd name="connsiteX1219" fmla="*/ 507492 w 723900"/>
                <a:gd name="connsiteY1219" fmla="*/ 351473 h 571500"/>
                <a:gd name="connsiteX1220" fmla="*/ 509302 w 723900"/>
                <a:gd name="connsiteY1220" fmla="*/ 350901 h 571500"/>
                <a:gd name="connsiteX1221" fmla="*/ 511969 w 723900"/>
                <a:gd name="connsiteY1221" fmla="*/ 349282 h 571500"/>
                <a:gd name="connsiteX1222" fmla="*/ 514445 w 723900"/>
                <a:gd name="connsiteY1222" fmla="*/ 347377 h 571500"/>
                <a:gd name="connsiteX1223" fmla="*/ 515398 w 723900"/>
                <a:gd name="connsiteY1223" fmla="*/ 345948 h 571500"/>
                <a:gd name="connsiteX1224" fmla="*/ 516731 w 723900"/>
                <a:gd name="connsiteY1224" fmla="*/ 344519 h 571500"/>
                <a:gd name="connsiteX1225" fmla="*/ 524923 w 723900"/>
                <a:gd name="connsiteY1225" fmla="*/ 343853 h 571500"/>
                <a:gd name="connsiteX1226" fmla="*/ 525113 w 723900"/>
                <a:gd name="connsiteY1226" fmla="*/ 343376 h 571500"/>
                <a:gd name="connsiteX1227" fmla="*/ 525399 w 723900"/>
                <a:gd name="connsiteY1227" fmla="*/ 342614 h 571500"/>
                <a:gd name="connsiteX1228" fmla="*/ 525780 w 723900"/>
                <a:gd name="connsiteY1228" fmla="*/ 341757 h 571500"/>
                <a:gd name="connsiteX1229" fmla="*/ 526542 w 723900"/>
                <a:gd name="connsiteY1229" fmla="*/ 341090 h 571500"/>
                <a:gd name="connsiteX1230" fmla="*/ 527209 w 723900"/>
                <a:gd name="connsiteY1230" fmla="*/ 340900 h 571500"/>
                <a:gd name="connsiteX1231" fmla="*/ 527971 w 723900"/>
                <a:gd name="connsiteY1231" fmla="*/ 340805 h 571500"/>
                <a:gd name="connsiteX1232" fmla="*/ 528733 w 723900"/>
                <a:gd name="connsiteY1232" fmla="*/ 340900 h 571500"/>
                <a:gd name="connsiteX1233" fmla="*/ 529590 w 723900"/>
                <a:gd name="connsiteY1233" fmla="*/ 341090 h 571500"/>
                <a:gd name="connsiteX1234" fmla="*/ 529590 w 723900"/>
                <a:gd name="connsiteY1234" fmla="*/ 342043 h 571500"/>
                <a:gd name="connsiteX1235" fmla="*/ 527304 w 723900"/>
                <a:gd name="connsiteY1235" fmla="*/ 342519 h 571500"/>
                <a:gd name="connsiteX1236" fmla="*/ 526447 w 723900"/>
                <a:gd name="connsiteY1236" fmla="*/ 344615 h 571500"/>
                <a:gd name="connsiteX1237" fmla="*/ 525875 w 723900"/>
                <a:gd name="connsiteY1237" fmla="*/ 346900 h 571500"/>
                <a:gd name="connsiteX1238" fmla="*/ 524542 w 723900"/>
                <a:gd name="connsiteY1238" fmla="*/ 347948 h 571500"/>
                <a:gd name="connsiteX1239" fmla="*/ 520160 w 723900"/>
                <a:gd name="connsiteY1239" fmla="*/ 347663 h 571500"/>
                <a:gd name="connsiteX1240" fmla="*/ 518065 w 723900"/>
                <a:gd name="connsiteY1240" fmla="*/ 348139 h 571500"/>
                <a:gd name="connsiteX1241" fmla="*/ 516255 w 723900"/>
                <a:gd name="connsiteY1241" fmla="*/ 349663 h 571500"/>
                <a:gd name="connsiteX1242" fmla="*/ 513969 w 723900"/>
                <a:gd name="connsiteY1242" fmla="*/ 355187 h 571500"/>
                <a:gd name="connsiteX1243" fmla="*/ 512445 w 723900"/>
                <a:gd name="connsiteY1243" fmla="*/ 357950 h 571500"/>
                <a:gd name="connsiteX1244" fmla="*/ 510254 w 723900"/>
                <a:gd name="connsiteY1244" fmla="*/ 359092 h 571500"/>
                <a:gd name="connsiteX1245" fmla="*/ 509778 w 723900"/>
                <a:gd name="connsiteY1245" fmla="*/ 360331 h 571500"/>
                <a:gd name="connsiteX1246" fmla="*/ 509111 w 723900"/>
                <a:gd name="connsiteY1246" fmla="*/ 368427 h 571500"/>
                <a:gd name="connsiteX1247" fmla="*/ 508349 w 723900"/>
                <a:gd name="connsiteY1247" fmla="*/ 371189 h 571500"/>
                <a:gd name="connsiteX1248" fmla="*/ 506254 w 723900"/>
                <a:gd name="connsiteY1248" fmla="*/ 375952 h 571500"/>
                <a:gd name="connsiteX1249" fmla="*/ 505873 w 723900"/>
                <a:gd name="connsiteY1249" fmla="*/ 378238 h 571500"/>
                <a:gd name="connsiteX1250" fmla="*/ 506540 w 723900"/>
                <a:gd name="connsiteY1250" fmla="*/ 381000 h 571500"/>
                <a:gd name="connsiteX1251" fmla="*/ 508349 w 723900"/>
                <a:gd name="connsiteY1251" fmla="*/ 381762 h 571500"/>
                <a:gd name="connsiteX1252" fmla="*/ 510731 w 723900"/>
                <a:gd name="connsiteY1252" fmla="*/ 381286 h 571500"/>
                <a:gd name="connsiteX1253" fmla="*/ 515969 w 723900"/>
                <a:gd name="connsiteY1253" fmla="*/ 379476 h 571500"/>
                <a:gd name="connsiteX1254" fmla="*/ 518160 w 723900"/>
                <a:gd name="connsiteY1254" fmla="*/ 379571 h 571500"/>
                <a:gd name="connsiteX1255" fmla="*/ 520256 w 723900"/>
                <a:gd name="connsiteY1255" fmla="*/ 380048 h 571500"/>
                <a:gd name="connsiteX1256" fmla="*/ 522923 w 723900"/>
                <a:gd name="connsiteY1256" fmla="*/ 380333 h 571500"/>
                <a:gd name="connsiteX1257" fmla="*/ 529495 w 723900"/>
                <a:gd name="connsiteY1257" fmla="*/ 379190 h 571500"/>
                <a:gd name="connsiteX1258" fmla="*/ 532067 w 723900"/>
                <a:gd name="connsiteY1258" fmla="*/ 379571 h 571500"/>
                <a:gd name="connsiteX1259" fmla="*/ 536924 w 723900"/>
                <a:gd name="connsiteY1259" fmla="*/ 380905 h 571500"/>
                <a:gd name="connsiteX1260" fmla="*/ 539401 w 723900"/>
                <a:gd name="connsiteY1260" fmla="*/ 380714 h 571500"/>
                <a:gd name="connsiteX1261" fmla="*/ 541877 w 723900"/>
                <a:gd name="connsiteY1261" fmla="*/ 379095 h 571500"/>
                <a:gd name="connsiteX1262" fmla="*/ 543878 w 723900"/>
                <a:gd name="connsiteY1262" fmla="*/ 378238 h 571500"/>
                <a:gd name="connsiteX1263" fmla="*/ 546735 w 723900"/>
                <a:gd name="connsiteY1263" fmla="*/ 378524 h 571500"/>
                <a:gd name="connsiteX1264" fmla="*/ 551783 w 723900"/>
                <a:gd name="connsiteY1264" fmla="*/ 379571 h 571500"/>
                <a:gd name="connsiteX1265" fmla="*/ 554546 w 723900"/>
                <a:gd name="connsiteY1265" fmla="*/ 379000 h 571500"/>
                <a:gd name="connsiteX1266" fmla="*/ 559308 w 723900"/>
                <a:gd name="connsiteY1266" fmla="*/ 376619 h 571500"/>
                <a:gd name="connsiteX1267" fmla="*/ 561689 w 723900"/>
                <a:gd name="connsiteY1267" fmla="*/ 376047 h 571500"/>
                <a:gd name="connsiteX1268" fmla="*/ 562832 w 723900"/>
                <a:gd name="connsiteY1268" fmla="*/ 375666 h 571500"/>
                <a:gd name="connsiteX1269" fmla="*/ 565023 w 723900"/>
                <a:gd name="connsiteY1269" fmla="*/ 373952 h 571500"/>
                <a:gd name="connsiteX1270" fmla="*/ 565595 w 723900"/>
                <a:gd name="connsiteY1270" fmla="*/ 373475 h 571500"/>
                <a:gd name="connsiteX1271" fmla="*/ 569976 w 723900"/>
                <a:gd name="connsiteY1271" fmla="*/ 371856 h 571500"/>
                <a:gd name="connsiteX1272" fmla="*/ 573977 w 723900"/>
                <a:gd name="connsiteY1272" fmla="*/ 369665 h 571500"/>
                <a:gd name="connsiteX1273" fmla="*/ 574834 w 723900"/>
                <a:gd name="connsiteY1273" fmla="*/ 369380 h 571500"/>
                <a:gd name="connsiteX1274" fmla="*/ 575501 w 723900"/>
                <a:gd name="connsiteY1274" fmla="*/ 370523 h 571500"/>
                <a:gd name="connsiteX1275" fmla="*/ 574929 w 723900"/>
                <a:gd name="connsiteY1275" fmla="*/ 371856 h 571500"/>
                <a:gd name="connsiteX1276" fmla="*/ 573786 w 723900"/>
                <a:gd name="connsiteY1276" fmla="*/ 372999 h 571500"/>
                <a:gd name="connsiteX1277" fmla="*/ 572738 w 723900"/>
                <a:gd name="connsiteY1277" fmla="*/ 373475 h 571500"/>
                <a:gd name="connsiteX1278" fmla="*/ 570071 w 723900"/>
                <a:gd name="connsiteY1278" fmla="*/ 373952 h 571500"/>
                <a:gd name="connsiteX1279" fmla="*/ 562832 w 723900"/>
                <a:gd name="connsiteY1279" fmla="*/ 377857 h 571500"/>
                <a:gd name="connsiteX1280" fmla="*/ 556260 w 723900"/>
                <a:gd name="connsiteY1280" fmla="*/ 380333 h 571500"/>
                <a:gd name="connsiteX1281" fmla="*/ 552831 w 723900"/>
                <a:gd name="connsiteY1281" fmla="*/ 382810 h 571500"/>
                <a:gd name="connsiteX1282" fmla="*/ 547497 w 723900"/>
                <a:gd name="connsiteY1282" fmla="*/ 385000 h 571500"/>
                <a:gd name="connsiteX1283" fmla="*/ 545402 w 723900"/>
                <a:gd name="connsiteY1283" fmla="*/ 385572 h 571500"/>
                <a:gd name="connsiteX1284" fmla="*/ 543973 w 723900"/>
                <a:gd name="connsiteY1284" fmla="*/ 385382 h 571500"/>
                <a:gd name="connsiteX1285" fmla="*/ 541115 w 723900"/>
                <a:gd name="connsiteY1285" fmla="*/ 384524 h 571500"/>
                <a:gd name="connsiteX1286" fmla="*/ 539877 w 723900"/>
                <a:gd name="connsiteY1286" fmla="*/ 384620 h 571500"/>
                <a:gd name="connsiteX1287" fmla="*/ 538353 w 723900"/>
                <a:gd name="connsiteY1287" fmla="*/ 385763 h 571500"/>
                <a:gd name="connsiteX1288" fmla="*/ 535877 w 723900"/>
                <a:gd name="connsiteY1288" fmla="*/ 390620 h 571500"/>
                <a:gd name="connsiteX1289" fmla="*/ 534067 w 723900"/>
                <a:gd name="connsiteY1289" fmla="*/ 392525 h 571500"/>
                <a:gd name="connsiteX1290" fmla="*/ 531590 w 723900"/>
                <a:gd name="connsiteY1290" fmla="*/ 394430 h 571500"/>
                <a:gd name="connsiteX1291" fmla="*/ 528733 w 723900"/>
                <a:gd name="connsiteY1291" fmla="*/ 395859 h 571500"/>
                <a:gd name="connsiteX1292" fmla="*/ 526066 w 723900"/>
                <a:gd name="connsiteY1292" fmla="*/ 396431 h 571500"/>
                <a:gd name="connsiteX1293" fmla="*/ 524542 w 723900"/>
                <a:gd name="connsiteY1293" fmla="*/ 397478 h 571500"/>
                <a:gd name="connsiteX1294" fmla="*/ 519970 w 723900"/>
                <a:gd name="connsiteY1294" fmla="*/ 401574 h 571500"/>
                <a:gd name="connsiteX1295" fmla="*/ 518160 w 723900"/>
                <a:gd name="connsiteY1295" fmla="*/ 402527 h 571500"/>
                <a:gd name="connsiteX1296" fmla="*/ 516350 w 723900"/>
                <a:gd name="connsiteY1296" fmla="*/ 404050 h 571500"/>
                <a:gd name="connsiteX1297" fmla="*/ 512921 w 723900"/>
                <a:gd name="connsiteY1297" fmla="*/ 410813 h 571500"/>
                <a:gd name="connsiteX1298" fmla="*/ 512255 w 723900"/>
                <a:gd name="connsiteY1298" fmla="*/ 412718 h 571500"/>
                <a:gd name="connsiteX1299" fmla="*/ 515588 w 723900"/>
                <a:gd name="connsiteY1299" fmla="*/ 412147 h 571500"/>
                <a:gd name="connsiteX1300" fmla="*/ 521589 w 723900"/>
                <a:gd name="connsiteY1300" fmla="*/ 407765 h 571500"/>
                <a:gd name="connsiteX1301" fmla="*/ 523685 w 723900"/>
                <a:gd name="connsiteY1301" fmla="*/ 406717 h 571500"/>
                <a:gd name="connsiteX1302" fmla="*/ 530066 w 723900"/>
                <a:gd name="connsiteY1302" fmla="*/ 404622 h 571500"/>
                <a:gd name="connsiteX1303" fmla="*/ 531209 w 723900"/>
                <a:gd name="connsiteY1303" fmla="*/ 405003 h 571500"/>
                <a:gd name="connsiteX1304" fmla="*/ 531686 w 723900"/>
                <a:gd name="connsiteY1304" fmla="*/ 407003 h 571500"/>
                <a:gd name="connsiteX1305" fmla="*/ 531114 w 723900"/>
                <a:gd name="connsiteY1305" fmla="*/ 408337 h 571500"/>
                <a:gd name="connsiteX1306" fmla="*/ 528923 w 723900"/>
                <a:gd name="connsiteY1306" fmla="*/ 406717 h 571500"/>
                <a:gd name="connsiteX1307" fmla="*/ 522923 w 723900"/>
                <a:gd name="connsiteY1307" fmla="*/ 410909 h 571500"/>
                <a:gd name="connsiteX1308" fmla="*/ 522542 w 723900"/>
                <a:gd name="connsiteY1308" fmla="*/ 411385 h 571500"/>
                <a:gd name="connsiteX1309" fmla="*/ 518160 w 723900"/>
                <a:gd name="connsiteY1309" fmla="*/ 413957 h 571500"/>
                <a:gd name="connsiteX1310" fmla="*/ 511112 w 723900"/>
                <a:gd name="connsiteY1310" fmla="*/ 416147 h 571500"/>
                <a:gd name="connsiteX1311" fmla="*/ 510064 w 723900"/>
                <a:gd name="connsiteY1311" fmla="*/ 416624 h 571500"/>
                <a:gd name="connsiteX1312" fmla="*/ 510350 w 723900"/>
                <a:gd name="connsiteY1312" fmla="*/ 417767 h 571500"/>
                <a:gd name="connsiteX1313" fmla="*/ 511683 w 723900"/>
                <a:gd name="connsiteY1313" fmla="*/ 419005 h 571500"/>
                <a:gd name="connsiteX1314" fmla="*/ 513398 w 723900"/>
                <a:gd name="connsiteY1314" fmla="*/ 419481 h 571500"/>
                <a:gd name="connsiteX1315" fmla="*/ 516827 w 723900"/>
                <a:gd name="connsiteY1315" fmla="*/ 418529 h 571500"/>
                <a:gd name="connsiteX1316" fmla="*/ 518541 w 723900"/>
                <a:gd name="connsiteY1316" fmla="*/ 418433 h 571500"/>
                <a:gd name="connsiteX1317" fmla="*/ 519398 w 723900"/>
                <a:gd name="connsiteY1317" fmla="*/ 419481 h 571500"/>
                <a:gd name="connsiteX1318" fmla="*/ 518541 w 723900"/>
                <a:gd name="connsiteY1318" fmla="*/ 420148 h 571500"/>
                <a:gd name="connsiteX1319" fmla="*/ 514445 w 723900"/>
                <a:gd name="connsiteY1319" fmla="*/ 420719 h 571500"/>
                <a:gd name="connsiteX1320" fmla="*/ 513017 w 723900"/>
                <a:gd name="connsiteY1320" fmla="*/ 421291 h 571500"/>
                <a:gd name="connsiteX1321" fmla="*/ 512540 w 723900"/>
                <a:gd name="connsiteY1321" fmla="*/ 422148 h 571500"/>
                <a:gd name="connsiteX1322" fmla="*/ 512826 w 723900"/>
                <a:gd name="connsiteY1322" fmla="*/ 423291 h 571500"/>
                <a:gd name="connsiteX1323" fmla="*/ 513874 w 723900"/>
                <a:gd name="connsiteY1323" fmla="*/ 426339 h 571500"/>
                <a:gd name="connsiteX1324" fmla="*/ 514350 w 723900"/>
                <a:gd name="connsiteY1324" fmla="*/ 430054 h 571500"/>
                <a:gd name="connsiteX1325" fmla="*/ 514826 w 723900"/>
                <a:gd name="connsiteY1325" fmla="*/ 431387 h 571500"/>
                <a:gd name="connsiteX1326" fmla="*/ 516255 w 723900"/>
                <a:gd name="connsiteY1326" fmla="*/ 433102 h 571500"/>
                <a:gd name="connsiteX1327" fmla="*/ 517017 w 723900"/>
                <a:gd name="connsiteY1327" fmla="*/ 432340 h 571500"/>
                <a:gd name="connsiteX1328" fmla="*/ 519398 w 723900"/>
                <a:gd name="connsiteY1328" fmla="*/ 430530 h 571500"/>
                <a:gd name="connsiteX1329" fmla="*/ 519493 w 723900"/>
                <a:gd name="connsiteY1329" fmla="*/ 433007 h 571500"/>
                <a:gd name="connsiteX1330" fmla="*/ 520922 w 723900"/>
                <a:gd name="connsiteY1330" fmla="*/ 434150 h 571500"/>
                <a:gd name="connsiteX1331" fmla="*/ 522542 w 723900"/>
                <a:gd name="connsiteY1331" fmla="*/ 434816 h 571500"/>
                <a:gd name="connsiteX1332" fmla="*/ 523304 w 723900"/>
                <a:gd name="connsiteY1332" fmla="*/ 436055 h 571500"/>
                <a:gd name="connsiteX1333" fmla="*/ 524256 w 723900"/>
                <a:gd name="connsiteY1333" fmla="*/ 437102 h 571500"/>
                <a:gd name="connsiteX1334" fmla="*/ 528352 w 723900"/>
                <a:gd name="connsiteY1334" fmla="*/ 438531 h 571500"/>
                <a:gd name="connsiteX1335" fmla="*/ 529590 w 723900"/>
                <a:gd name="connsiteY1335" fmla="*/ 439769 h 571500"/>
                <a:gd name="connsiteX1336" fmla="*/ 528066 w 723900"/>
                <a:gd name="connsiteY1336" fmla="*/ 439769 h 571500"/>
                <a:gd name="connsiteX1337" fmla="*/ 527018 w 723900"/>
                <a:gd name="connsiteY1337" fmla="*/ 440341 h 571500"/>
                <a:gd name="connsiteX1338" fmla="*/ 524923 w 723900"/>
                <a:gd name="connsiteY1338" fmla="*/ 442341 h 571500"/>
                <a:gd name="connsiteX1339" fmla="*/ 517589 w 723900"/>
                <a:gd name="connsiteY1339" fmla="*/ 447580 h 571500"/>
                <a:gd name="connsiteX1340" fmla="*/ 515874 w 723900"/>
                <a:gd name="connsiteY1340" fmla="*/ 449580 h 571500"/>
                <a:gd name="connsiteX1341" fmla="*/ 515874 w 723900"/>
                <a:gd name="connsiteY1341" fmla="*/ 451295 h 571500"/>
                <a:gd name="connsiteX1342" fmla="*/ 517493 w 723900"/>
                <a:gd name="connsiteY1342" fmla="*/ 453485 h 571500"/>
                <a:gd name="connsiteX1343" fmla="*/ 518446 w 723900"/>
                <a:gd name="connsiteY1343" fmla="*/ 453771 h 571500"/>
                <a:gd name="connsiteX1344" fmla="*/ 520922 w 723900"/>
                <a:gd name="connsiteY1344" fmla="*/ 452342 h 571500"/>
                <a:gd name="connsiteX1345" fmla="*/ 521780 w 723900"/>
                <a:gd name="connsiteY1345" fmla="*/ 452342 h 571500"/>
                <a:gd name="connsiteX1346" fmla="*/ 522351 w 723900"/>
                <a:gd name="connsiteY1346" fmla="*/ 452057 h 571500"/>
                <a:gd name="connsiteX1347" fmla="*/ 522542 w 723900"/>
                <a:gd name="connsiteY1347" fmla="*/ 450437 h 571500"/>
                <a:gd name="connsiteX1348" fmla="*/ 522446 w 723900"/>
                <a:gd name="connsiteY1348" fmla="*/ 447770 h 571500"/>
                <a:gd name="connsiteX1349" fmla="*/ 522446 w 723900"/>
                <a:gd name="connsiteY1349" fmla="*/ 446342 h 571500"/>
                <a:gd name="connsiteX1350" fmla="*/ 522923 w 723900"/>
                <a:gd name="connsiteY1350" fmla="*/ 445389 h 571500"/>
                <a:gd name="connsiteX1351" fmla="*/ 524066 w 723900"/>
                <a:gd name="connsiteY1351" fmla="*/ 444817 h 571500"/>
                <a:gd name="connsiteX1352" fmla="*/ 526447 w 723900"/>
                <a:gd name="connsiteY1352" fmla="*/ 444913 h 571500"/>
                <a:gd name="connsiteX1353" fmla="*/ 527304 w 723900"/>
                <a:gd name="connsiteY1353" fmla="*/ 444056 h 571500"/>
                <a:gd name="connsiteX1354" fmla="*/ 528923 w 723900"/>
                <a:gd name="connsiteY1354" fmla="*/ 446056 h 571500"/>
                <a:gd name="connsiteX1355" fmla="*/ 527971 w 723900"/>
                <a:gd name="connsiteY1355" fmla="*/ 448342 h 571500"/>
                <a:gd name="connsiteX1356" fmla="*/ 526352 w 723900"/>
                <a:gd name="connsiteY1356" fmla="*/ 451199 h 571500"/>
                <a:gd name="connsiteX1357" fmla="*/ 525685 w 723900"/>
                <a:gd name="connsiteY1357" fmla="*/ 455105 h 571500"/>
                <a:gd name="connsiteX1358" fmla="*/ 529114 w 723900"/>
                <a:gd name="connsiteY1358" fmla="*/ 453485 h 571500"/>
                <a:gd name="connsiteX1359" fmla="*/ 529590 w 723900"/>
                <a:gd name="connsiteY1359" fmla="*/ 452914 h 571500"/>
                <a:gd name="connsiteX1360" fmla="*/ 529781 w 723900"/>
                <a:gd name="connsiteY1360" fmla="*/ 450723 h 571500"/>
                <a:gd name="connsiteX1361" fmla="*/ 529971 w 723900"/>
                <a:gd name="connsiteY1361" fmla="*/ 449866 h 571500"/>
                <a:gd name="connsiteX1362" fmla="*/ 530447 w 723900"/>
                <a:gd name="connsiteY1362" fmla="*/ 449104 h 571500"/>
                <a:gd name="connsiteX1363" fmla="*/ 531019 w 723900"/>
                <a:gd name="connsiteY1363" fmla="*/ 449771 h 571500"/>
                <a:gd name="connsiteX1364" fmla="*/ 531686 w 723900"/>
                <a:gd name="connsiteY1364" fmla="*/ 450342 h 571500"/>
                <a:gd name="connsiteX1365" fmla="*/ 532067 w 723900"/>
                <a:gd name="connsiteY1365" fmla="*/ 450818 h 571500"/>
                <a:gd name="connsiteX1366" fmla="*/ 537115 w 723900"/>
                <a:gd name="connsiteY1366" fmla="*/ 448437 h 571500"/>
                <a:gd name="connsiteX1367" fmla="*/ 538258 w 723900"/>
                <a:gd name="connsiteY1367" fmla="*/ 448342 h 571500"/>
                <a:gd name="connsiteX1368" fmla="*/ 539020 w 723900"/>
                <a:gd name="connsiteY1368" fmla="*/ 449390 h 571500"/>
                <a:gd name="connsiteX1369" fmla="*/ 542925 w 723900"/>
                <a:gd name="connsiteY1369" fmla="*/ 458438 h 571500"/>
                <a:gd name="connsiteX1370" fmla="*/ 542354 w 723900"/>
                <a:gd name="connsiteY1370" fmla="*/ 459677 h 571500"/>
                <a:gd name="connsiteX1371" fmla="*/ 539877 w 723900"/>
                <a:gd name="connsiteY1371" fmla="*/ 460153 h 571500"/>
                <a:gd name="connsiteX1372" fmla="*/ 535305 w 723900"/>
                <a:gd name="connsiteY1372" fmla="*/ 459391 h 571500"/>
                <a:gd name="connsiteX1373" fmla="*/ 533400 w 723900"/>
                <a:gd name="connsiteY1373" fmla="*/ 459581 h 571500"/>
                <a:gd name="connsiteX1374" fmla="*/ 533972 w 723900"/>
                <a:gd name="connsiteY1374" fmla="*/ 461391 h 571500"/>
                <a:gd name="connsiteX1375" fmla="*/ 535115 w 723900"/>
                <a:gd name="connsiteY1375" fmla="*/ 463106 h 571500"/>
                <a:gd name="connsiteX1376" fmla="*/ 535781 w 723900"/>
                <a:gd name="connsiteY1376" fmla="*/ 463487 h 571500"/>
                <a:gd name="connsiteX1377" fmla="*/ 537115 w 723900"/>
                <a:gd name="connsiteY1377" fmla="*/ 463677 h 571500"/>
                <a:gd name="connsiteX1378" fmla="*/ 538163 w 723900"/>
                <a:gd name="connsiteY1378" fmla="*/ 463867 h 571500"/>
                <a:gd name="connsiteX1379" fmla="*/ 539020 w 723900"/>
                <a:gd name="connsiteY1379" fmla="*/ 464534 h 571500"/>
                <a:gd name="connsiteX1380" fmla="*/ 539591 w 723900"/>
                <a:gd name="connsiteY1380" fmla="*/ 465392 h 571500"/>
                <a:gd name="connsiteX1381" fmla="*/ 539877 w 723900"/>
                <a:gd name="connsiteY1381" fmla="*/ 466534 h 571500"/>
                <a:gd name="connsiteX1382" fmla="*/ 540925 w 723900"/>
                <a:gd name="connsiteY1382" fmla="*/ 467773 h 571500"/>
                <a:gd name="connsiteX1383" fmla="*/ 543401 w 723900"/>
                <a:gd name="connsiteY1383" fmla="*/ 467487 h 571500"/>
                <a:gd name="connsiteX1384" fmla="*/ 545973 w 723900"/>
                <a:gd name="connsiteY1384" fmla="*/ 466630 h 571500"/>
                <a:gd name="connsiteX1385" fmla="*/ 547402 w 723900"/>
                <a:gd name="connsiteY1385" fmla="*/ 466534 h 571500"/>
                <a:gd name="connsiteX1386" fmla="*/ 547116 w 723900"/>
                <a:gd name="connsiteY1386" fmla="*/ 469011 h 571500"/>
                <a:gd name="connsiteX1387" fmla="*/ 543687 w 723900"/>
                <a:gd name="connsiteY1387" fmla="*/ 470821 h 571500"/>
                <a:gd name="connsiteX1388" fmla="*/ 541401 w 723900"/>
                <a:gd name="connsiteY1388" fmla="*/ 473012 h 571500"/>
                <a:gd name="connsiteX1389" fmla="*/ 544640 w 723900"/>
                <a:gd name="connsiteY1389" fmla="*/ 477012 h 571500"/>
                <a:gd name="connsiteX1390" fmla="*/ 543401 w 723900"/>
                <a:gd name="connsiteY1390" fmla="*/ 478346 h 571500"/>
                <a:gd name="connsiteX1391" fmla="*/ 542449 w 723900"/>
                <a:gd name="connsiteY1391" fmla="*/ 482632 h 571500"/>
                <a:gd name="connsiteX1392" fmla="*/ 541401 w 723900"/>
                <a:gd name="connsiteY1392" fmla="*/ 484632 h 571500"/>
                <a:gd name="connsiteX1393" fmla="*/ 545878 w 723900"/>
                <a:gd name="connsiteY1393" fmla="*/ 481394 h 571500"/>
                <a:gd name="connsiteX1394" fmla="*/ 546545 w 723900"/>
                <a:gd name="connsiteY1394" fmla="*/ 480917 h 571500"/>
                <a:gd name="connsiteX1395" fmla="*/ 547973 w 723900"/>
                <a:gd name="connsiteY1395" fmla="*/ 480441 h 571500"/>
                <a:gd name="connsiteX1396" fmla="*/ 548735 w 723900"/>
                <a:gd name="connsiteY1396" fmla="*/ 480632 h 571500"/>
                <a:gd name="connsiteX1397" fmla="*/ 547402 w 723900"/>
                <a:gd name="connsiteY1397" fmla="*/ 482632 h 571500"/>
                <a:gd name="connsiteX1398" fmla="*/ 546449 w 723900"/>
                <a:gd name="connsiteY1398" fmla="*/ 485394 h 571500"/>
                <a:gd name="connsiteX1399" fmla="*/ 547116 w 723900"/>
                <a:gd name="connsiteY1399" fmla="*/ 488156 h 571500"/>
                <a:gd name="connsiteX1400" fmla="*/ 548735 w 723900"/>
                <a:gd name="connsiteY1400" fmla="*/ 489204 h 571500"/>
                <a:gd name="connsiteX1401" fmla="*/ 550926 w 723900"/>
                <a:gd name="connsiteY1401" fmla="*/ 486442 h 571500"/>
                <a:gd name="connsiteX1402" fmla="*/ 551593 w 723900"/>
                <a:gd name="connsiteY1402" fmla="*/ 487775 h 571500"/>
                <a:gd name="connsiteX1403" fmla="*/ 551307 w 723900"/>
                <a:gd name="connsiteY1403" fmla="*/ 488728 h 571500"/>
                <a:gd name="connsiteX1404" fmla="*/ 550926 w 723900"/>
                <a:gd name="connsiteY1404" fmla="*/ 489585 h 571500"/>
                <a:gd name="connsiteX1405" fmla="*/ 550926 w 723900"/>
                <a:gd name="connsiteY1405" fmla="*/ 490633 h 571500"/>
                <a:gd name="connsiteX1406" fmla="*/ 551783 w 723900"/>
                <a:gd name="connsiteY1406" fmla="*/ 491395 h 571500"/>
                <a:gd name="connsiteX1407" fmla="*/ 552926 w 723900"/>
                <a:gd name="connsiteY1407" fmla="*/ 491966 h 571500"/>
                <a:gd name="connsiteX1408" fmla="*/ 553879 w 723900"/>
                <a:gd name="connsiteY1408" fmla="*/ 492728 h 571500"/>
                <a:gd name="connsiteX1409" fmla="*/ 554069 w 723900"/>
                <a:gd name="connsiteY1409" fmla="*/ 494062 h 571500"/>
                <a:gd name="connsiteX1410" fmla="*/ 553403 w 723900"/>
                <a:gd name="connsiteY1410" fmla="*/ 494062 h 571500"/>
                <a:gd name="connsiteX1411" fmla="*/ 548640 w 723900"/>
                <a:gd name="connsiteY1411" fmla="*/ 497396 h 571500"/>
                <a:gd name="connsiteX1412" fmla="*/ 549593 w 723900"/>
                <a:gd name="connsiteY1412" fmla="*/ 499110 h 571500"/>
                <a:gd name="connsiteX1413" fmla="*/ 549783 w 723900"/>
                <a:gd name="connsiteY1413" fmla="*/ 501587 h 571500"/>
                <a:gd name="connsiteX1414" fmla="*/ 549402 w 723900"/>
                <a:gd name="connsiteY1414" fmla="*/ 507206 h 571500"/>
                <a:gd name="connsiteX1415" fmla="*/ 549021 w 723900"/>
                <a:gd name="connsiteY1415" fmla="*/ 508540 h 571500"/>
                <a:gd name="connsiteX1416" fmla="*/ 547402 w 723900"/>
                <a:gd name="connsiteY1416" fmla="*/ 510254 h 571500"/>
                <a:gd name="connsiteX1417" fmla="*/ 547021 w 723900"/>
                <a:gd name="connsiteY1417" fmla="*/ 511397 h 571500"/>
                <a:gd name="connsiteX1418" fmla="*/ 547116 w 723900"/>
                <a:gd name="connsiteY1418" fmla="*/ 512731 h 571500"/>
                <a:gd name="connsiteX1419" fmla="*/ 547592 w 723900"/>
                <a:gd name="connsiteY1419" fmla="*/ 515303 h 571500"/>
                <a:gd name="connsiteX1420" fmla="*/ 547688 w 723900"/>
                <a:gd name="connsiteY1420" fmla="*/ 516827 h 571500"/>
                <a:gd name="connsiteX1421" fmla="*/ 547592 w 723900"/>
                <a:gd name="connsiteY1421" fmla="*/ 519589 h 571500"/>
                <a:gd name="connsiteX1422" fmla="*/ 547116 w 723900"/>
                <a:gd name="connsiteY1422" fmla="*/ 522161 h 571500"/>
                <a:gd name="connsiteX1423" fmla="*/ 546354 w 723900"/>
                <a:gd name="connsiteY1423" fmla="*/ 524542 h 571500"/>
                <a:gd name="connsiteX1424" fmla="*/ 542639 w 723900"/>
                <a:gd name="connsiteY1424" fmla="*/ 529971 h 571500"/>
                <a:gd name="connsiteX1425" fmla="*/ 542639 w 723900"/>
                <a:gd name="connsiteY1425" fmla="*/ 529971 h 571500"/>
                <a:gd name="connsiteX1426" fmla="*/ 544544 w 723900"/>
                <a:gd name="connsiteY1426" fmla="*/ 530733 h 571500"/>
                <a:gd name="connsiteX1427" fmla="*/ 546354 w 723900"/>
                <a:gd name="connsiteY1427" fmla="*/ 533495 h 571500"/>
                <a:gd name="connsiteX1428" fmla="*/ 546926 w 723900"/>
                <a:gd name="connsiteY1428" fmla="*/ 535972 h 571500"/>
                <a:gd name="connsiteX1429" fmla="*/ 546640 w 723900"/>
                <a:gd name="connsiteY1429" fmla="*/ 539306 h 571500"/>
                <a:gd name="connsiteX1430" fmla="*/ 544830 w 723900"/>
                <a:gd name="connsiteY1430" fmla="*/ 540734 h 571500"/>
                <a:gd name="connsiteX1431" fmla="*/ 541687 w 723900"/>
                <a:gd name="connsiteY1431" fmla="*/ 541306 h 571500"/>
                <a:gd name="connsiteX1432" fmla="*/ 539306 w 723900"/>
                <a:gd name="connsiteY1432" fmla="*/ 541020 h 571500"/>
                <a:gd name="connsiteX1433" fmla="*/ 539306 w 723900"/>
                <a:gd name="connsiteY1433" fmla="*/ 541020 h 571500"/>
                <a:gd name="connsiteX1434" fmla="*/ 539115 w 723900"/>
                <a:gd name="connsiteY1434" fmla="*/ 541306 h 571500"/>
                <a:gd name="connsiteX1435" fmla="*/ 538353 w 723900"/>
                <a:gd name="connsiteY1435" fmla="*/ 542163 h 571500"/>
                <a:gd name="connsiteX1436" fmla="*/ 536924 w 723900"/>
                <a:gd name="connsiteY1436" fmla="*/ 543401 h 571500"/>
                <a:gd name="connsiteX1437" fmla="*/ 535686 w 723900"/>
                <a:gd name="connsiteY1437" fmla="*/ 544259 h 571500"/>
                <a:gd name="connsiteX1438" fmla="*/ 535019 w 723900"/>
                <a:gd name="connsiteY1438" fmla="*/ 544259 h 571500"/>
                <a:gd name="connsiteX1439" fmla="*/ 534543 w 723900"/>
                <a:gd name="connsiteY1439" fmla="*/ 547021 h 571500"/>
                <a:gd name="connsiteX1440" fmla="*/ 533495 w 723900"/>
                <a:gd name="connsiteY1440" fmla="*/ 549212 h 571500"/>
                <a:gd name="connsiteX1441" fmla="*/ 532162 w 723900"/>
                <a:gd name="connsiteY1441" fmla="*/ 551212 h 571500"/>
                <a:gd name="connsiteX1442" fmla="*/ 531209 w 723900"/>
                <a:gd name="connsiteY1442" fmla="*/ 553117 h 571500"/>
                <a:gd name="connsiteX1443" fmla="*/ 530638 w 723900"/>
                <a:gd name="connsiteY1443" fmla="*/ 557117 h 571500"/>
                <a:gd name="connsiteX1444" fmla="*/ 530447 w 723900"/>
                <a:gd name="connsiteY1444" fmla="*/ 557403 h 571500"/>
                <a:gd name="connsiteX1445" fmla="*/ 530447 w 723900"/>
                <a:gd name="connsiteY1445" fmla="*/ 559880 h 571500"/>
                <a:gd name="connsiteX1446" fmla="*/ 530733 w 723900"/>
                <a:gd name="connsiteY1446" fmla="*/ 560546 h 571500"/>
                <a:gd name="connsiteX1447" fmla="*/ 531305 w 723900"/>
                <a:gd name="connsiteY1447" fmla="*/ 560737 h 571500"/>
                <a:gd name="connsiteX1448" fmla="*/ 531781 w 723900"/>
                <a:gd name="connsiteY1448" fmla="*/ 560737 h 571500"/>
                <a:gd name="connsiteX1449" fmla="*/ 532067 w 723900"/>
                <a:gd name="connsiteY1449" fmla="*/ 561118 h 571500"/>
                <a:gd name="connsiteX1450" fmla="*/ 531686 w 723900"/>
                <a:gd name="connsiteY1450" fmla="*/ 562547 h 571500"/>
                <a:gd name="connsiteX1451" fmla="*/ 529971 w 723900"/>
                <a:gd name="connsiteY1451" fmla="*/ 564928 h 571500"/>
                <a:gd name="connsiteX1452" fmla="*/ 529590 w 723900"/>
                <a:gd name="connsiteY1452" fmla="*/ 566261 h 571500"/>
                <a:gd name="connsiteX1453" fmla="*/ 528923 w 723900"/>
                <a:gd name="connsiteY1453" fmla="*/ 571595 h 571500"/>
                <a:gd name="connsiteX1454" fmla="*/ 526828 w 723900"/>
                <a:gd name="connsiteY1454" fmla="*/ 577406 h 571500"/>
                <a:gd name="connsiteX1455" fmla="*/ 526542 w 723900"/>
                <a:gd name="connsiteY1455" fmla="*/ 578644 h 571500"/>
                <a:gd name="connsiteX1456" fmla="*/ 526542 w 723900"/>
                <a:gd name="connsiteY1456" fmla="*/ 578644 h 571500"/>
                <a:gd name="connsiteX1457" fmla="*/ 529304 w 723900"/>
                <a:gd name="connsiteY1457" fmla="*/ 578263 h 571500"/>
                <a:gd name="connsiteX1458" fmla="*/ 531590 w 723900"/>
                <a:gd name="connsiteY1458" fmla="*/ 576929 h 571500"/>
                <a:gd name="connsiteX1459" fmla="*/ 532352 w 723900"/>
                <a:gd name="connsiteY1459" fmla="*/ 576263 h 571500"/>
                <a:gd name="connsiteX1460" fmla="*/ 533781 w 723900"/>
                <a:gd name="connsiteY1460" fmla="*/ 575310 h 571500"/>
                <a:gd name="connsiteX1461" fmla="*/ 534543 w 723900"/>
                <a:gd name="connsiteY1461" fmla="*/ 575120 h 571500"/>
                <a:gd name="connsiteX1462" fmla="*/ 535210 w 723900"/>
                <a:gd name="connsiteY1462" fmla="*/ 575024 h 571500"/>
                <a:gd name="connsiteX1463" fmla="*/ 537877 w 723900"/>
                <a:gd name="connsiteY1463" fmla="*/ 576167 h 571500"/>
                <a:gd name="connsiteX1464" fmla="*/ 538448 w 723900"/>
                <a:gd name="connsiteY1464" fmla="*/ 576072 h 571500"/>
                <a:gd name="connsiteX1465" fmla="*/ 539115 w 723900"/>
                <a:gd name="connsiteY1465" fmla="*/ 575501 h 571500"/>
                <a:gd name="connsiteX1466" fmla="*/ 539877 w 723900"/>
                <a:gd name="connsiteY1466" fmla="*/ 575024 h 571500"/>
                <a:gd name="connsiteX1467" fmla="*/ 540734 w 723900"/>
                <a:gd name="connsiteY1467" fmla="*/ 574738 h 571500"/>
                <a:gd name="connsiteX1468" fmla="*/ 543687 w 723900"/>
                <a:gd name="connsiteY1468" fmla="*/ 575024 h 571500"/>
                <a:gd name="connsiteX1469" fmla="*/ 545592 w 723900"/>
                <a:gd name="connsiteY1469" fmla="*/ 575024 h 571500"/>
                <a:gd name="connsiteX1470" fmla="*/ 548450 w 723900"/>
                <a:gd name="connsiteY1470" fmla="*/ 574358 h 571500"/>
                <a:gd name="connsiteX1471" fmla="*/ 554165 w 723900"/>
                <a:gd name="connsiteY1471" fmla="*/ 571881 h 571500"/>
                <a:gd name="connsiteX1472" fmla="*/ 553879 w 723900"/>
                <a:gd name="connsiteY1472" fmla="*/ 570548 h 571500"/>
                <a:gd name="connsiteX1473" fmla="*/ 553498 w 723900"/>
                <a:gd name="connsiteY1473" fmla="*/ 565785 h 571500"/>
                <a:gd name="connsiteX1474" fmla="*/ 553212 w 723900"/>
                <a:gd name="connsiteY1474" fmla="*/ 564928 h 571500"/>
                <a:gd name="connsiteX1475" fmla="*/ 552831 w 723900"/>
                <a:gd name="connsiteY1475" fmla="*/ 563975 h 571500"/>
                <a:gd name="connsiteX1476" fmla="*/ 552164 w 723900"/>
                <a:gd name="connsiteY1476" fmla="*/ 563118 h 571500"/>
                <a:gd name="connsiteX1477" fmla="*/ 551212 w 723900"/>
                <a:gd name="connsiteY1477" fmla="*/ 562356 h 571500"/>
                <a:gd name="connsiteX1478" fmla="*/ 549116 w 723900"/>
                <a:gd name="connsiteY1478" fmla="*/ 561023 h 571500"/>
                <a:gd name="connsiteX1479" fmla="*/ 548354 w 723900"/>
                <a:gd name="connsiteY1479" fmla="*/ 560356 h 571500"/>
                <a:gd name="connsiteX1480" fmla="*/ 547783 w 723900"/>
                <a:gd name="connsiteY1480" fmla="*/ 559594 h 571500"/>
                <a:gd name="connsiteX1481" fmla="*/ 547402 w 723900"/>
                <a:gd name="connsiteY1481" fmla="*/ 558927 h 571500"/>
                <a:gd name="connsiteX1482" fmla="*/ 547307 w 723900"/>
                <a:gd name="connsiteY1482" fmla="*/ 558260 h 571500"/>
                <a:gd name="connsiteX1483" fmla="*/ 547402 w 723900"/>
                <a:gd name="connsiteY1483" fmla="*/ 557498 h 571500"/>
                <a:gd name="connsiteX1484" fmla="*/ 547878 w 723900"/>
                <a:gd name="connsiteY1484" fmla="*/ 556641 h 571500"/>
                <a:gd name="connsiteX1485" fmla="*/ 548164 w 723900"/>
                <a:gd name="connsiteY1485" fmla="*/ 556070 h 571500"/>
                <a:gd name="connsiteX1486" fmla="*/ 549021 w 723900"/>
                <a:gd name="connsiteY1486" fmla="*/ 555784 h 571500"/>
                <a:gd name="connsiteX1487" fmla="*/ 549974 w 723900"/>
                <a:gd name="connsiteY1487" fmla="*/ 555879 h 571500"/>
                <a:gd name="connsiteX1488" fmla="*/ 551879 w 723900"/>
                <a:gd name="connsiteY1488" fmla="*/ 556355 h 571500"/>
                <a:gd name="connsiteX1489" fmla="*/ 552926 w 723900"/>
                <a:gd name="connsiteY1489" fmla="*/ 556451 h 571500"/>
                <a:gd name="connsiteX1490" fmla="*/ 553688 w 723900"/>
                <a:gd name="connsiteY1490" fmla="*/ 556355 h 571500"/>
                <a:gd name="connsiteX1491" fmla="*/ 553974 w 723900"/>
                <a:gd name="connsiteY1491" fmla="*/ 556070 h 571500"/>
                <a:gd name="connsiteX1492" fmla="*/ 555498 w 723900"/>
                <a:gd name="connsiteY1492" fmla="*/ 552164 h 571500"/>
                <a:gd name="connsiteX1493" fmla="*/ 556070 w 723900"/>
                <a:gd name="connsiteY1493" fmla="*/ 551307 h 571500"/>
                <a:gd name="connsiteX1494" fmla="*/ 556546 w 723900"/>
                <a:gd name="connsiteY1494" fmla="*/ 550926 h 571500"/>
                <a:gd name="connsiteX1495" fmla="*/ 557308 w 723900"/>
                <a:gd name="connsiteY1495" fmla="*/ 550831 h 571500"/>
                <a:gd name="connsiteX1496" fmla="*/ 558546 w 723900"/>
                <a:gd name="connsiteY1496" fmla="*/ 551402 h 571500"/>
                <a:gd name="connsiteX1497" fmla="*/ 559308 w 723900"/>
                <a:gd name="connsiteY1497" fmla="*/ 551498 h 571500"/>
                <a:gd name="connsiteX1498" fmla="*/ 559975 w 723900"/>
                <a:gd name="connsiteY1498" fmla="*/ 551498 h 571500"/>
                <a:gd name="connsiteX1499" fmla="*/ 562261 w 723900"/>
                <a:gd name="connsiteY1499" fmla="*/ 550164 h 571500"/>
                <a:gd name="connsiteX1500" fmla="*/ 565976 w 723900"/>
                <a:gd name="connsiteY1500" fmla="*/ 546926 h 571500"/>
                <a:gd name="connsiteX1501" fmla="*/ 566833 w 723900"/>
                <a:gd name="connsiteY1501" fmla="*/ 546354 h 571500"/>
                <a:gd name="connsiteX1502" fmla="*/ 567785 w 723900"/>
                <a:gd name="connsiteY1502" fmla="*/ 546068 h 571500"/>
                <a:gd name="connsiteX1503" fmla="*/ 568452 w 723900"/>
                <a:gd name="connsiteY1503" fmla="*/ 546259 h 571500"/>
                <a:gd name="connsiteX1504" fmla="*/ 569024 w 723900"/>
                <a:gd name="connsiteY1504" fmla="*/ 547211 h 571500"/>
                <a:gd name="connsiteX1505" fmla="*/ 568833 w 723900"/>
                <a:gd name="connsiteY1505" fmla="*/ 549021 h 571500"/>
                <a:gd name="connsiteX1506" fmla="*/ 568547 w 723900"/>
                <a:gd name="connsiteY1506" fmla="*/ 550164 h 571500"/>
                <a:gd name="connsiteX1507" fmla="*/ 568452 w 723900"/>
                <a:gd name="connsiteY1507" fmla="*/ 551117 h 571500"/>
                <a:gd name="connsiteX1508" fmla="*/ 568833 w 723900"/>
                <a:gd name="connsiteY1508" fmla="*/ 551688 h 571500"/>
                <a:gd name="connsiteX1509" fmla="*/ 569786 w 723900"/>
                <a:gd name="connsiteY1509" fmla="*/ 552355 h 571500"/>
                <a:gd name="connsiteX1510" fmla="*/ 570738 w 723900"/>
                <a:gd name="connsiteY1510" fmla="*/ 552545 h 571500"/>
                <a:gd name="connsiteX1511" fmla="*/ 571691 w 723900"/>
                <a:gd name="connsiteY1511" fmla="*/ 552450 h 571500"/>
                <a:gd name="connsiteX1512" fmla="*/ 572834 w 723900"/>
                <a:gd name="connsiteY1512" fmla="*/ 552259 h 571500"/>
                <a:gd name="connsiteX1513" fmla="*/ 573786 w 723900"/>
                <a:gd name="connsiteY1513" fmla="*/ 552259 h 571500"/>
                <a:gd name="connsiteX1514" fmla="*/ 574262 w 723900"/>
                <a:gd name="connsiteY1514" fmla="*/ 552641 h 571500"/>
                <a:gd name="connsiteX1515" fmla="*/ 574453 w 723900"/>
                <a:gd name="connsiteY1515" fmla="*/ 553403 h 571500"/>
                <a:gd name="connsiteX1516" fmla="*/ 574262 w 723900"/>
                <a:gd name="connsiteY1516" fmla="*/ 554736 h 571500"/>
                <a:gd name="connsiteX1517" fmla="*/ 573786 w 723900"/>
                <a:gd name="connsiteY1517" fmla="*/ 555593 h 571500"/>
                <a:gd name="connsiteX1518" fmla="*/ 573215 w 723900"/>
                <a:gd name="connsiteY1518" fmla="*/ 556260 h 571500"/>
                <a:gd name="connsiteX1519" fmla="*/ 565690 w 723900"/>
                <a:gd name="connsiteY1519" fmla="*/ 560356 h 571500"/>
                <a:gd name="connsiteX1520" fmla="*/ 565023 w 723900"/>
                <a:gd name="connsiteY1520" fmla="*/ 560927 h 571500"/>
                <a:gd name="connsiteX1521" fmla="*/ 564547 w 723900"/>
                <a:gd name="connsiteY1521" fmla="*/ 561499 h 571500"/>
                <a:gd name="connsiteX1522" fmla="*/ 564356 w 723900"/>
                <a:gd name="connsiteY1522" fmla="*/ 561975 h 571500"/>
                <a:gd name="connsiteX1523" fmla="*/ 564166 w 723900"/>
                <a:gd name="connsiteY1523" fmla="*/ 562642 h 571500"/>
                <a:gd name="connsiteX1524" fmla="*/ 564166 w 723900"/>
                <a:gd name="connsiteY1524" fmla="*/ 563213 h 571500"/>
                <a:gd name="connsiteX1525" fmla="*/ 564166 w 723900"/>
                <a:gd name="connsiteY1525" fmla="*/ 563880 h 571500"/>
                <a:gd name="connsiteX1526" fmla="*/ 565118 w 723900"/>
                <a:gd name="connsiteY1526" fmla="*/ 568166 h 571500"/>
                <a:gd name="connsiteX1527" fmla="*/ 565499 w 723900"/>
                <a:gd name="connsiteY1527" fmla="*/ 569214 h 571500"/>
                <a:gd name="connsiteX1528" fmla="*/ 566452 w 723900"/>
                <a:gd name="connsiteY1528" fmla="*/ 570071 h 571500"/>
                <a:gd name="connsiteX1529" fmla="*/ 567881 w 723900"/>
                <a:gd name="connsiteY1529" fmla="*/ 570548 h 571500"/>
                <a:gd name="connsiteX1530" fmla="*/ 570167 w 723900"/>
                <a:gd name="connsiteY1530" fmla="*/ 570452 h 571500"/>
                <a:gd name="connsiteX1531" fmla="*/ 571405 w 723900"/>
                <a:gd name="connsiteY1531" fmla="*/ 569976 h 571500"/>
                <a:gd name="connsiteX1532" fmla="*/ 572072 w 723900"/>
                <a:gd name="connsiteY1532" fmla="*/ 569500 h 571500"/>
                <a:gd name="connsiteX1533" fmla="*/ 572262 w 723900"/>
                <a:gd name="connsiteY1533" fmla="*/ 568928 h 571500"/>
                <a:gd name="connsiteX1534" fmla="*/ 572357 w 723900"/>
                <a:gd name="connsiteY1534" fmla="*/ 567404 h 571500"/>
                <a:gd name="connsiteX1535" fmla="*/ 572548 w 723900"/>
                <a:gd name="connsiteY1535" fmla="*/ 566452 h 571500"/>
                <a:gd name="connsiteX1536" fmla="*/ 572929 w 723900"/>
                <a:gd name="connsiteY1536" fmla="*/ 565595 h 571500"/>
                <a:gd name="connsiteX1537" fmla="*/ 573405 w 723900"/>
                <a:gd name="connsiteY1537" fmla="*/ 565213 h 571500"/>
                <a:gd name="connsiteX1538" fmla="*/ 573977 w 723900"/>
                <a:gd name="connsiteY1538" fmla="*/ 565118 h 571500"/>
                <a:gd name="connsiteX1539" fmla="*/ 578072 w 723900"/>
                <a:gd name="connsiteY1539" fmla="*/ 565690 h 571500"/>
                <a:gd name="connsiteX1540" fmla="*/ 579215 w 723900"/>
                <a:gd name="connsiteY1540" fmla="*/ 566547 h 571500"/>
                <a:gd name="connsiteX1541" fmla="*/ 579882 w 723900"/>
                <a:gd name="connsiteY1541" fmla="*/ 567309 h 571500"/>
                <a:gd name="connsiteX1542" fmla="*/ 579406 w 723900"/>
                <a:gd name="connsiteY1542" fmla="*/ 573405 h 571500"/>
                <a:gd name="connsiteX1543" fmla="*/ 582549 w 723900"/>
                <a:gd name="connsiteY1543" fmla="*/ 573881 h 571500"/>
                <a:gd name="connsiteX1544" fmla="*/ 583597 w 723900"/>
                <a:gd name="connsiteY1544" fmla="*/ 573596 h 571500"/>
                <a:gd name="connsiteX1545" fmla="*/ 585216 w 723900"/>
                <a:gd name="connsiteY1545" fmla="*/ 573024 h 571500"/>
                <a:gd name="connsiteX1546" fmla="*/ 586931 w 723900"/>
                <a:gd name="connsiteY1546" fmla="*/ 572072 h 571500"/>
                <a:gd name="connsiteX1547" fmla="*/ 587693 w 723900"/>
                <a:gd name="connsiteY1547" fmla="*/ 571405 h 571500"/>
                <a:gd name="connsiteX1548" fmla="*/ 588359 w 723900"/>
                <a:gd name="connsiteY1548" fmla="*/ 570548 h 571500"/>
                <a:gd name="connsiteX1549" fmla="*/ 588550 w 723900"/>
                <a:gd name="connsiteY1549" fmla="*/ 569595 h 571500"/>
                <a:gd name="connsiteX1550" fmla="*/ 588550 w 723900"/>
                <a:gd name="connsiteY1550" fmla="*/ 568738 h 571500"/>
                <a:gd name="connsiteX1551" fmla="*/ 588455 w 723900"/>
                <a:gd name="connsiteY1551" fmla="*/ 567881 h 571500"/>
                <a:gd name="connsiteX1552" fmla="*/ 588550 w 723900"/>
                <a:gd name="connsiteY1552" fmla="*/ 567023 h 571500"/>
                <a:gd name="connsiteX1553" fmla="*/ 588836 w 723900"/>
                <a:gd name="connsiteY1553" fmla="*/ 565976 h 571500"/>
                <a:gd name="connsiteX1554" fmla="*/ 589693 w 723900"/>
                <a:gd name="connsiteY1554" fmla="*/ 564642 h 571500"/>
                <a:gd name="connsiteX1555" fmla="*/ 590550 w 723900"/>
                <a:gd name="connsiteY1555" fmla="*/ 564071 h 571500"/>
                <a:gd name="connsiteX1556" fmla="*/ 591598 w 723900"/>
                <a:gd name="connsiteY1556" fmla="*/ 563785 h 571500"/>
                <a:gd name="connsiteX1557" fmla="*/ 599218 w 723900"/>
                <a:gd name="connsiteY1557" fmla="*/ 564928 h 571500"/>
                <a:gd name="connsiteX1558" fmla="*/ 601218 w 723900"/>
                <a:gd name="connsiteY1558" fmla="*/ 565499 h 571500"/>
                <a:gd name="connsiteX1559" fmla="*/ 602266 w 723900"/>
                <a:gd name="connsiteY1559" fmla="*/ 565595 h 571500"/>
                <a:gd name="connsiteX1560" fmla="*/ 603885 w 723900"/>
                <a:gd name="connsiteY1560" fmla="*/ 565404 h 571500"/>
                <a:gd name="connsiteX1561" fmla="*/ 604457 w 723900"/>
                <a:gd name="connsiteY1561" fmla="*/ 564642 h 571500"/>
                <a:gd name="connsiteX1562" fmla="*/ 604552 w 723900"/>
                <a:gd name="connsiteY1562" fmla="*/ 563690 h 571500"/>
                <a:gd name="connsiteX1563" fmla="*/ 603885 w 723900"/>
                <a:gd name="connsiteY1563" fmla="*/ 561784 h 571500"/>
                <a:gd name="connsiteX1564" fmla="*/ 603885 w 723900"/>
                <a:gd name="connsiteY1564" fmla="*/ 560642 h 571500"/>
                <a:gd name="connsiteX1565" fmla="*/ 604076 w 723900"/>
                <a:gd name="connsiteY1565" fmla="*/ 559499 h 571500"/>
                <a:gd name="connsiteX1566" fmla="*/ 605123 w 723900"/>
                <a:gd name="connsiteY1566" fmla="*/ 557498 h 571500"/>
                <a:gd name="connsiteX1567" fmla="*/ 605504 w 723900"/>
                <a:gd name="connsiteY1567" fmla="*/ 556070 h 571500"/>
                <a:gd name="connsiteX1568" fmla="*/ 605695 w 723900"/>
                <a:gd name="connsiteY1568" fmla="*/ 554355 h 571500"/>
                <a:gd name="connsiteX1569" fmla="*/ 604933 w 723900"/>
                <a:gd name="connsiteY1569" fmla="*/ 548450 h 571500"/>
                <a:gd name="connsiteX1570" fmla="*/ 604838 w 723900"/>
                <a:gd name="connsiteY1570" fmla="*/ 546640 h 571500"/>
                <a:gd name="connsiteX1571" fmla="*/ 604742 w 723900"/>
                <a:gd name="connsiteY1571" fmla="*/ 545592 h 571500"/>
                <a:gd name="connsiteX1572" fmla="*/ 604457 w 723900"/>
                <a:gd name="connsiteY1572" fmla="*/ 544640 h 571500"/>
                <a:gd name="connsiteX1573" fmla="*/ 604076 w 723900"/>
                <a:gd name="connsiteY1573" fmla="*/ 544068 h 571500"/>
                <a:gd name="connsiteX1574" fmla="*/ 603695 w 723900"/>
                <a:gd name="connsiteY1574" fmla="*/ 543782 h 571500"/>
                <a:gd name="connsiteX1575" fmla="*/ 602647 w 723900"/>
                <a:gd name="connsiteY1575" fmla="*/ 543401 h 571500"/>
                <a:gd name="connsiteX1576" fmla="*/ 602171 w 723900"/>
                <a:gd name="connsiteY1576" fmla="*/ 542925 h 571500"/>
                <a:gd name="connsiteX1577" fmla="*/ 601885 w 723900"/>
                <a:gd name="connsiteY1577" fmla="*/ 542163 h 571500"/>
                <a:gd name="connsiteX1578" fmla="*/ 602361 w 723900"/>
                <a:gd name="connsiteY1578" fmla="*/ 540544 h 571500"/>
                <a:gd name="connsiteX1579" fmla="*/ 605600 w 723900"/>
                <a:gd name="connsiteY1579" fmla="*/ 536067 h 571500"/>
                <a:gd name="connsiteX1580" fmla="*/ 611219 w 723900"/>
                <a:gd name="connsiteY1580" fmla="*/ 526637 h 571500"/>
                <a:gd name="connsiteX1581" fmla="*/ 612648 w 723900"/>
                <a:gd name="connsiteY1581" fmla="*/ 523589 h 571500"/>
                <a:gd name="connsiteX1582" fmla="*/ 613220 w 723900"/>
                <a:gd name="connsiteY1582" fmla="*/ 521399 h 571500"/>
                <a:gd name="connsiteX1583" fmla="*/ 612267 w 723900"/>
                <a:gd name="connsiteY1583" fmla="*/ 516922 h 571500"/>
                <a:gd name="connsiteX1584" fmla="*/ 611981 w 723900"/>
                <a:gd name="connsiteY1584" fmla="*/ 516255 h 571500"/>
                <a:gd name="connsiteX1585" fmla="*/ 611791 w 723900"/>
                <a:gd name="connsiteY1585" fmla="*/ 515684 h 571500"/>
                <a:gd name="connsiteX1586" fmla="*/ 611410 w 723900"/>
                <a:gd name="connsiteY1586" fmla="*/ 515398 h 571500"/>
                <a:gd name="connsiteX1587" fmla="*/ 610933 w 723900"/>
                <a:gd name="connsiteY1587" fmla="*/ 515303 h 571500"/>
                <a:gd name="connsiteX1588" fmla="*/ 609600 w 723900"/>
                <a:gd name="connsiteY1588" fmla="*/ 515112 h 571500"/>
                <a:gd name="connsiteX1589" fmla="*/ 608933 w 723900"/>
                <a:gd name="connsiteY1589" fmla="*/ 514921 h 571500"/>
                <a:gd name="connsiteX1590" fmla="*/ 608362 w 723900"/>
                <a:gd name="connsiteY1590" fmla="*/ 514636 h 571500"/>
                <a:gd name="connsiteX1591" fmla="*/ 607981 w 723900"/>
                <a:gd name="connsiteY1591" fmla="*/ 514255 h 571500"/>
                <a:gd name="connsiteX1592" fmla="*/ 607790 w 723900"/>
                <a:gd name="connsiteY1592" fmla="*/ 513493 h 571500"/>
                <a:gd name="connsiteX1593" fmla="*/ 607409 w 723900"/>
                <a:gd name="connsiteY1593" fmla="*/ 510731 h 571500"/>
                <a:gd name="connsiteX1594" fmla="*/ 607219 w 723900"/>
                <a:gd name="connsiteY1594" fmla="*/ 509969 h 571500"/>
                <a:gd name="connsiteX1595" fmla="*/ 606838 w 723900"/>
                <a:gd name="connsiteY1595" fmla="*/ 509588 h 571500"/>
                <a:gd name="connsiteX1596" fmla="*/ 606076 w 723900"/>
                <a:gd name="connsiteY1596" fmla="*/ 509302 h 571500"/>
                <a:gd name="connsiteX1597" fmla="*/ 605219 w 723900"/>
                <a:gd name="connsiteY1597" fmla="*/ 509207 h 571500"/>
                <a:gd name="connsiteX1598" fmla="*/ 604076 w 723900"/>
                <a:gd name="connsiteY1598" fmla="*/ 509207 h 571500"/>
                <a:gd name="connsiteX1599" fmla="*/ 603218 w 723900"/>
                <a:gd name="connsiteY1599" fmla="*/ 509016 h 571500"/>
                <a:gd name="connsiteX1600" fmla="*/ 602552 w 723900"/>
                <a:gd name="connsiteY1600" fmla="*/ 508540 h 571500"/>
                <a:gd name="connsiteX1601" fmla="*/ 602266 w 723900"/>
                <a:gd name="connsiteY1601" fmla="*/ 507778 h 571500"/>
                <a:gd name="connsiteX1602" fmla="*/ 602361 w 723900"/>
                <a:gd name="connsiteY1602" fmla="*/ 507206 h 571500"/>
                <a:gd name="connsiteX1603" fmla="*/ 603123 w 723900"/>
                <a:gd name="connsiteY1603" fmla="*/ 506444 h 571500"/>
                <a:gd name="connsiteX1604" fmla="*/ 606933 w 723900"/>
                <a:gd name="connsiteY1604" fmla="*/ 505111 h 571500"/>
                <a:gd name="connsiteX1605" fmla="*/ 608552 w 723900"/>
                <a:gd name="connsiteY1605" fmla="*/ 503396 h 571500"/>
                <a:gd name="connsiteX1606" fmla="*/ 609791 w 723900"/>
                <a:gd name="connsiteY1606" fmla="*/ 500158 h 571500"/>
                <a:gd name="connsiteX1607" fmla="*/ 610362 w 723900"/>
                <a:gd name="connsiteY1607" fmla="*/ 499396 h 571500"/>
                <a:gd name="connsiteX1608" fmla="*/ 610933 w 723900"/>
                <a:gd name="connsiteY1608" fmla="*/ 499015 h 571500"/>
                <a:gd name="connsiteX1609" fmla="*/ 611886 w 723900"/>
                <a:gd name="connsiteY1609" fmla="*/ 498920 h 571500"/>
                <a:gd name="connsiteX1610" fmla="*/ 612553 w 723900"/>
                <a:gd name="connsiteY1610" fmla="*/ 499300 h 571500"/>
                <a:gd name="connsiteX1611" fmla="*/ 613315 w 723900"/>
                <a:gd name="connsiteY1611" fmla="*/ 500063 h 571500"/>
                <a:gd name="connsiteX1612" fmla="*/ 613886 w 723900"/>
                <a:gd name="connsiteY1612" fmla="*/ 501015 h 571500"/>
                <a:gd name="connsiteX1613" fmla="*/ 615125 w 723900"/>
                <a:gd name="connsiteY1613" fmla="*/ 504063 h 571500"/>
                <a:gd name="connsiteX1614" fmla="*/ 615791 w 723900"/>
                <a:gd name="connsiteY1614" fmla="*/ 504634 h 571500"/>
                <a:gd name="connsiteX1615" fmla="*/ 616458 w 723900"/>
                <a:gd name="connsiteY1615" fmla="*/ 505016 h 571500"/>
                <a:gd name="connsiteX1616" fmla="*/ 617506 w 723900"/>
                <a:gd name="connsiteY1616" fmla="*/ 505396 h 571500"/>
                <a:gd name="connsiteX1617" fmla="*/ 618077 w 723900"/>
                <a:gd name="connsiteY1617" fmla="*/ 505778 h 571500"/>
                <a:gd name="connsiteX1618" fmla="*/ 622459 w 723900"/>
                <a:gd name="connsiteY1618" fmla="*/ 508921 h 571500"/>
                <a:gd name="connsiteX1619" fmla="*/ 625983 w 723900"/>
                <a:gd name="connsiteY1619" fmla="*/ 510635 h 571500"/>
                <a:gd name="connsiteX1620" fmla="*/ 627888 w 723900"/>
                <a:gd name="connsiteY1620" fmla="*/ 511874 h 571500"/>
                <a:gd name="connsiteX1621" fmla="*/ 629412 w 723900"/>
                <a:gd name="connsiteY1621" fmla="*/ 513207 h 571500"/>
                <a:gd name="connsiteX1622" fmla="*/ 632174 w 723900"/>
                <a:gd name="connsiteY1622" fmla="*/ 517303 h 571500"/>
                <a:gd name="connsiteX1623" fmla="*/ 632936 w 723900"/>
                <a:gd name="connsiteY1623" fmla="*/ 518160 h 571500"/>
                <a:gd name="connsiteX1624" fmla="*/ 633889 w 723900"/>
                <a:gd name="connsiteY1624" fmla="*/ 518636 h 571500"/>
                <a:gd name="connsiteX1625" fmla="*/ 634937 w 723900"/>
                <a:gd name="connsiteY1625" fmla="*/ 518732 h 571500"/>
                <a:gd name="connsiteX1626" fmla="*/ 641033 w 723900"/>
                <a:gd name="connsiteY1626" fmla="*/ 518350 h 571500"/>
                <a:gd name="connsiteX1627" fmla="*/ 642461 w 723900"/>
                <a:gd name="connsiteY1627" fmla="*/ 517874 h 571500"/>
                <a:gd name="connsiteX1628" fmla="*/ 645319 w 723900"/>
                <a:gd name="connsiteY1628" fmla="*/ 516065 h 571500"/>
                <a:gd name="connsiteX1629" fmla="*/ 648367 w 723900"/>
                <a:gd name="connsiteY1629" fmla="*/ 514541 h 571500"/>
                <a:gd name="connsiteX1630" fmla="*/ 650272 w 723900"/>
                <a:gd name="connsiteY1630" fmla="*/ 513779 h 571500"/>
                <a:gd name="connsiteX1631" fmla="*/ 651701 w 723900"/>
                <a:gd name="connsiteY1631" fmla="*/ 513017 h 571500"/>
                <a:gd name="connsiteX1632" fmla="*/ 652653 w 723900"/>
                <a:gd name="connsiteY1632" fmla="*/ 511874 h 571500"/>
                <a:gd name="connsiteX1633" fmla="*/ 653320 w 723900"/>
                <a:gd name="connsiteY1633" fmla="*/ 510445 h 571500"/>
                <a:gd name="connsiteX1634" fmla="*/ 653701 w 723900"/>
                <a:gd name="connsiteY1634" fmla="*/ 508921 h 571500"/>
                <a:gd name="connsiteX1635" fmla="*/ 653891 w 723900"/>
                <a:gd name="connsiteY1635" fmla="*/ 507397 h 571500"/>
                <a:gd name="connsiteX1636" fmla="*/ 653701 w 723900"/>
                <a:gd name="connsiteY1636" fmla="*/ 505111 h 571500"/>
                <a:gd name="connsiteX1637" fmla="*/ 653796 w 723900"/>
                <a:gd name="connsiteY1637" fmla="*/ 504254 h 571500"/>
                <a:gd name="connsiteX1638" fmla="*/ 657130 w 723900"/>
                <a:gd name="connsiteY1638" fmla="*/ 500729 h 571500"/>
                <a:gd name="connsiteX1639" fmla="*/ 662845 w 723900"/>
                <a:gd name="connsiteY1639" fmla="*/ 496348 h 571500"/>
                <a:gd name="connsiteX1640" fmla="*/ 663988 w 723900"/>
                <a:gd name="connsiteY1640" fmla="*/ 495109 h 571500"/>
                <a:gd name="connsiteX1641" fmla="*/ 664655 w 723900"/>
                <a:gd name="connsiteY1641" fmla="*/ 493681 h 571500"/>
                <a:gd name="connsiteX1642" fmla="*/ 665131 w 723900"/>
                <a:gd name="connsiteY1642" fmla="*/ 492062 h 571500"/>
                <a:gd name="connsiteX1643" fmla="*/ 665417 w 723900"/>
                <a:gd name="connsiteY1643" fmla="*/ 490252 h 571500"/>
                <a:gd name="connsiteX1644" fmla="*/ 665417 w 723900"/>
                <a:gd name="connsiteY1644" fmla="*/ 488252 h 571500"/>
                <a:gd name="connsiteX1645" fmla="*/ 664464 w 723900"/>
                <a:gd name="connsiteY1645" fmla="*/ 478727 h 571500"/>
                <a:gd name="connsiteX1646" fmla="*/ 663416 w 723900"/>
                <a:gd name="connsiteY1646" fmla="*/ 475774 h 571500"/>
                <a:gd name="connsiteX1647" fmla="*/ 662273 w 723900"/>
                <a:gd name="connsiteY1647" fmla="*/ 473488 h 571500"/>
                <a:gd name="connsiteX1648" fmla="*/ 661226 w 723900"/>
                <a:gd name="connsiteY1648" fmla="*/ 469011 h 571500"/>
                <a:gd name="connsiteX1649" fmla="*/ 660464 w 723900"/>
                <a:gd name="connsiteY1649" fmla="*/ 467487 h 571500"/>
                <a:gd name="connsiteX1650" fmla="*/ 659416 w 723900"/>
                <a:gd name="connsiteY1650" fmla="*/ 466534 h 571500"/>
                <a:gd name="connsiteX1651" fmla="*/ 657987 w 723900"/>
                <a:gd name="connsiteY1651" fmla="*/ 465582 h 571500"/>
                <a:gd name="connsiteX1652" fmla="*/ 656368 w 723900"/>
                <a:gd name="connsiteY1652" fmla="*/ 463867 h 571500"/>
                <a:gd name="connsiteX1653" fmla="*/ 654177 w 723900"/>
                <a:gd name="connsiteY1653" fmla="*/ 461296 h 571500"/>
                <a:gd name="connsiteX1654" fmla="*/ 652367 w 723900"/>
                <a:gd name="connsiteY1654" fmla="*/ 458343 h 571500"/>
                <a:gd name="connsiteX1655" fmla="*/ 651415 w 723900"/>
                <a:gd name="connsiteY1655" fmla="*/ 457105 h 571500"/>
                <a:gd name="connsiteX1656" fmla="*/ 649605 w 723900"/>
                <a:gd name="connsiteY1656" fmla="*/ 456724 h 571500"/>
                <a:gd name="connsiteX1657" fmla="*/ 645890 w 723900"/>
                <a:gd name="connsiteY1657" fmla="*/ 455295 h 571500"/>
                <a:gd name="connsiteX1658" fmla="*/ 644557 w 723900"/>
                <a:gd name="connsiteY1658" fmla="*/ 453485 h 571500"/>
                <a:gd name="connsiteX1659" fmla="*/ 643985 w 723900"/>
                <a:gd name="connsiteY1659" fmla="*/ 452342 h 571500"/>
                <a:gd name="connsiteX1660" fmla="*/ 642652 w 723900"/>
                <a:gd name="connsiteY1660" fmla="*/ 450533 h 571500"/>
                <a:gd name="connsiteX1661" fmla="*/ 641604 w 723900"/>
                <a:gd name="connsiteY1661" fmla="*/ 449675 h 571500"/>
                <a:gd name="connsiteX1662" fmla="*/ 640461 w 723900"/>
                <a:gd name="connsiteY1662" fmla="*/ 449199 h 571500"/>
                <a:gd name="connsiteX1663" fmla="*/ 639223 w 723900"/>
                <a:gd name="connsiteY1663" fmla="*/ 449104 h 571500"/>
                <a:gd name="connsiteX1664" fmla="*/ 638175 w 723900"/>
                <a:gd name="connsiteY1664" fmla="*/ 449104 h 571500"/>
                <a:gd name="connsiteX1665" fmla="*/ 636937 w 723900"/>
                <a:gd name="connsiteY1665" fmla="*/ 449675 h 571500"/>
                <a:gd name="connsiteX1666" fmla="*/ 635413 w 723900"/>
                <a:gd name="connsiteY1666" fmla="*/ 449675 h 571500"/>
                <a:gd name="connsiteX1667" fmla="*/ 633413 w 723900"/>
                <a:gd name="connsiteY1667" fmla="*/ 449580 h 571500"/>
                <a:gd name="connsiteX1668" fmla="*/ 629222 w 723900"/>
                <a:gd name="connsiteY1668" fmla="*/ 447104 h 571500"/>
                <a:gd name="connsiteX1669" fmla="*/ 624840 w 723900"/>
                <a:gd name="connsiteY1669" fmla="*/ 442817 h 571500"/>
                <a:gd name="connsiteX1670" fmla="*/ 623983 w 723900"/>
                <a:gd name="connsiteY1670" fmla="*/ 441484 h 571500"/>
                <a:gd name="connsiteX1671" fmla="*/ 623888 w 723900"/>
                <a:gd name="connsiteY1671" fmla="*/ 440817 h 571500"/>
                <a:gd name="connsiteX1672" fmla="*/ 624078 w 723900"/>
                <a:gd name="connsiteY1672" fmla="*/ 440246 h 571500"/>
                <a:gd name="connsiteX1673" fmla="*/ 624650 w 723900"/>
                <a:gd name="connsiteY1673" fmla="*/ 439865 h 571500"/>
                <a:gd name="connsiteX1674" fmla="*/ 625602 w 723900"/>
                <a:gd name="connsiteY1674" fmla="*/ 439960 h 571500"/>
                <a:gd name="connsiteX1675" fmla="*/ 626840 w 723900"/>
                <a:gd name="connsiteY1675" fmla="*/ 440341 h 571500"/>
                <a:gd name="connsiteX1676" fmla="*/ 633127 w 723900"/>
                <a:gd name="connsiteY1676" fmla="*/ 443865 h 571500"/>
                <a:gd name="connsiteX1677" fmla="*/ 633984 w 723900"/>
                <a:gd name="connsiteY1677" fmla="*/ 444056 h 571500"/>
                <a:gd name="connsiteX1678" fmla="*/ 634841 w 723900"/>
                <a:gd name="connsiteY1678" fmla="*/ 443770 h 571500"/>
                <a:gd name="connsiteX1679" fmla="*/ 635699 w 723900"/>
                <a:gd name="connsiteY1679" fmla="*/ 443294 h 571500"/>
                <a:gd name="connsiteX1680" fmla="*/ 636746 w 723900"/>
                <a:gd name="connsiteY1680" fmla="*/ 443008 h 571500"/>
                <a:gd name="connsiteX1681" fmla="*/ 637699 w 723900"/>
                <a:gd name="connsiteY1681" fmla="*/ 443103 h 571500"/>
                <a:gd name="connsiteX1682" fmla="*/ 638747 w 723900"/>
                <a:gd name="connsiteY1682" fmla="*/ 443484 h 571500"/>
                <a:gd name="connsiteX1683" fmla="*/ 639604 w 723900"/>
                <a:gd name="connsiteY1683" fmla="*/ 443770 h 571500"/>
                <a:gd name="connsiteX1684" fmla="*/ 640175 w 723900"/>
                <a:gd name="connsiteY1684" fmla="*/ 443960 h 571500"/>
                <a:gd name="connsiteX1685" fmla="*/ 640556 w 723900"/>
                <a:gd name="connsiteY1685" fmla="*/ 444056 h 571500"/>
                <a:gd name="connsiteX1686" fmla="*/ 640747 w 723900"/>
                <a:gd name="connsiteY1686" fmla="*/ 443865 h 571500"/>
                <a:gd name="connsiteX1687" fmla="*/ 642747 w 723900"/>
                <a:gd name="connsiteY1687" fmla="*/ 442055 h 571500"/>
                <a:gd name="connsiteX1688" fmla="*/ 643700 w 723900"/>
                <a:gd name="connsiteY1688" fmla="*/ 441293 h 571500"/>
                <a:gd name="connsiteX1689" fmla="*/ 644843 w 723900"/>
                <a:gd name="connsiteY1689" fmla="*/ 440722 h 571500"/>
                <a:gd name="connsiteX1690" fmla="*/ 646176 w 723900"/>
                <a:gd name="connsiteY1690" fmla="*/ 440246 h 571500"/>
                <a:gd name="connsiteX1691" fmla="*/ 647414 w 723900"/>
                <a:gd name="connsiteY1691" fmla="*/ 439960 h 571500"/>
                <a:gd name="connsiteX1692" fmla="*/ 648748 w 723900"/>
                <a:gd name="connsiteY1692" fmla="*/ 439198 h 571500"/>
                <a:gd name="connsiteX1693" fmla="*/ 649986 w 723900"/>
                <a:gd name="connsiteY1693" fmla="*/ 437579 h 571500"/>
                <a:gd name="connsiteX1694" fmla="*/ 651701 w 723900"/>
                <a:gd name="connsiteY1694" fmla="*/ 431578 h 571500"/>
                <a:gd name="connsiteX1695" fmla="*/ 652558 w 723900"/>
                <a:gd name="connsiteY1695" fmla="*/ 429578 h 571500"/>
                <a:gd name="connsiteX1696" fmla="*/ 653510 w 723900"/>
                <a:gd name="connsiteY1696" fmla="*/ 429006 h 571500"/>
                <a:gd name="connsiteX1697" fmla="*/ 654463 w 723900"/>
                <a:gd name="connsiteY1697" fmla="*/ 429292 h 571500"/>
                <a:gd name="connsiteX1698" fmla="*/ 656273 w 723900"/>
                <a:gd name="connsiteY1698" fmla="*/ 431197 h 571500"/>
                <a:gd name="connsiteX1699" fmla="*/ 657320 w 723900"/>
                <a:gd name="connsiteY1699" fmla="*/ 431483 h 571500"/>
                <a:gd name="connsiteX1700" fmla="*/ 658749 w 723900"/>
                <a:gd name="connsiteY1700" fmla="*/ 431292 h 571500"/>
                <a:gd name="connsiteX1701" fmla="*/ 665226 w 723900"/>
                <a:gd name="connsiteY1701" fmla="*/ 428911 h 571500"/>
                <a:gd name="connsiteX1702" fmla="*/ 666274 w 723900"/>
                <a:gd name="connsiteY1702" fmla="*/ 428339 h 571500"/>
                <a:gd name="connsiteX1703" fmla="*/ 667512 w 723900"/>
                <a:gd name="connsiteY1703" fmla="*/ 426244 h 571500"/>
                <a:gd name="connsiteX1704" fmla="*/ 669417 w 723900"/>
                <a:gd name="connsiteY1704" fmla="*/ 418148 h 571500"/>
                <a:gd name="connsiteX1705" fmla="*/ 671036 w 723900"/>
                <a:gd name="connsiteY1705" fmla="*/ 415576 h 571500"/>
                <a:gd name="connsiteX1706" fmla="*/ 672656 w 723900"/>
                <a:gd name="connsiteY1706" fmla="*/ 414052 h 571500"/>
                <a:gd name="connsiteX1707" fmla="*/ 674656 w 723900"/>
                <a:gd name="connsiteY1707" fmla="*/ 412909 h 571500"/>
                <a:gd name="connsiteX1708" fmla="*/ 676466 w 723900"/>
                <a:gd name="connsiteY1708" fmla="*/ 411480 h 571500"/>
                <a:gd name="connsiteX1709" fmla="*/ 679133 w 723900"/>
                <a:gd name="connsiteY1709" fmla="*/ 408432 h 571500"/>
                <a:gd name="connsiteX1710" fmla="*/ 680466 w 723900"/>
                <a:gd name="connsiteY1710" fmla="*/ 407194 h 571500"/>
                <a:gd name="connsiteX1711" fmla="*/ 681800 w 723900"/>
                <a:gd name="connsiteY1711" fmla="*/ 406717 h 571500"/>
                <a:gd name="connsiteX1712" fmla="*/ 682943 w 723900"/>
                <a:gd name="connsiteY1712" fmla="*/ 407099 h 571500"/>
                <a:gd name="connsiteX1713" fmla="*/ 685705 w 723900"/>
                <a:gd name="connsiteY1713" fmla="*/ 408337 h 571500"/>
                <a:gd name="connsiteX1714" fmla="*/ 686943 w 723900"/>
                <a:gd name="connsiteY1714" fmla="*/ 408527 h 571500"/>
                <a:gd name="connsiteX1715" fmla="*/ 688181 w 723900"/>
                <a:gd name="connsiteY1715" fmla="*/ 408527 h 571500"/>
                <a:gd name="connsiteX1716" fmla="*/ 703421 w 723900"/>
                <a:gd name="connsiteY1716" fmla="*/ 404241 h 571500"/>
                <a:gd name="connsiteX1717" fmla="*/ 706183 w 723900"/>
                <a:gd name="connsiteY1717" fmla="*/ 402908 h 571500"/>
                <a:gd name="connsiteX1718" fmla="*/ 707993 w 723900"/>
                <a:gd name="connsiteY1718" fmla="*/ 401765 h 571500"/>
                <a:gd name="connsiteX1719" fmla="*/ 709231 w 723900"/>
                <a:gd name="connsiteY1719" fmla="*/ 400717 h 571500"/>
                <a:gd name="connsiteX1720" fmla="*/ 709898 w 723900"/>
                <a:gd name="connsiteY1720" fmla="*/ 399955 h 571500"/>
                <a:gd name="connsiteX1721" fmla="*/ 710279 w 723900"/>
                <a:gd name="connsiteY1721" fmla="*/ 399002 h 571500"/>
                <a:gd name="connsiteX1722" fmla="*/ 710375 w 723900"/>
                <a:gd name="connsiteY1722" fmla="*/ 397859 h 571500"/>
                <a:gd name="connsiteX1723" fmla="*/ 710184 w 723900"/>
                <a:gd name="connsiteY1723" fmla="*/ 396812 h 571500"/>
                <a:gd name="connsiteX1724" fmla="*/ 709898 w 723900"/>
                <a:gd name="connsiteY1724" fmla="*/ 395859 h 571500"/>
                <a:gd name="connsiteX1725" fmla="*/ 709231 w 723900"/>
                <a:gd name="connsiteY1725" fmla="*/ 394240 h 571500"/>
                <a:gd name="connsiteX1726" fmla="*/ 708946 w 723900"/>
                <a:gd name="connsiteY1726" fmla="*/ 393668 h 571500"/>
                <a:gd name="connsiteX1727" fmla="*/ 708565 w 723900"/>
                <a:gd name="connsiteY1727" fmla="*/ 393383 h 571500"/>
                <a:gd name="connsiteX1728" fmla="*/ 707898 w 723900"/>
                <a:gd name="connsiteY1728" fmla="*/ 393287 h 571500"/>
                <a:gd name="connsiteX1729" fmla="*/ 707136 w 723900"/>
                <a:gd name="connsiteY1729" fmla="*/ 393478 h 571500"/>
                <a:gd name="connsiteX1730" fmla="*/ 706279 w 723900"/>
                <a:gd name="connsiteY1730" fmla="*/ 393859 h 571500"/>
                <a:gd name="connsiteX1731" fmla="*/ 704374 w 723900"/>
                <a:gd name="connsiteY1731" fmla="*/ 395097 h 571500"/>
                <a:gd name="connsiteX1732" fmla="*/ 703231 w 723900"/>
                <a:gd name="connsiteY1732" fmla="*/ 395573 h 571500"/>
                <a:gd name="connsiteX1733" fmla="*/ 702088 w 723900"/>
                <a:gd name="connsiteY1733" fmla="*/ 395954 h 571500"/>
                <a:gd name="connsiteX1734" fmla="*/ 697706 w 723900"/>
                <a:gd name="connsiteY1734" fmla="*/ 396812 h 571500"/>
                <a:gd name="connsiteX1735" fmla="*/ 696658 w 723900"/>
                <a:gd name="connsiteY1735" fmla="*/ 396621 h 571500"/>
                <a:gd name="connsiteX1736" fmla="*/ 695897 w 723900"/>
                <a:gd name="connsiteY1736" fmla="*/ 395859 h 571500"/>
                <a:gd name="connsiteX1737" fmla="*/ 695135 w 723900"/>
                <a:gd name="connsiteY1737" fmla="*/ 395002 h 571500"/>
                <a:gd name="connsiteX1738" fmla="*/ 694277 w 723900"/>
                <a:gd name="connsiteY1738" fmla="*/ 394240 h 571500"/>
                <a:gd name="connsiteX1739" fmla="*/ 693611 w 723900"/>
                <a:gd name="connsiteY1739" fmla="*/ 393954 h 571500"/>
                <a:gd name="connsiteX1740" fmla="*/ 692563 w 723900"/>
                <a:gd name="connsiteY1740" fmla="*/ 393668 h 571500"/>
                <a:gd name="connsiteX1741" fmla="*/ 691420 w 723900"/>
                <a:gd name="connsiteY1741" fmla="*/ 393859 h 571500"/>
                <a:gd name="connsiteX1742" fmla="*/ 690848 w 723900"/>
                <a:gd name="connsiteY1742" fmla="*/ 394049 h 571500"/>
                <a:gd name="connsiteX1743" fmla="*/ 690467 w 723900"/>
                <a:gd name="connsiteY1743" fmla="*/ 394430 h 571500"/>
                <a:gd name="connsiteX1744" fmla="*/ 690086 w 723900"/>
                <a:gd name="connsiteY1744" fmla="*/ 395097 h 571500"/>
                <a:gd name="connsiteX1745" fmla="*/ 689420 w 723900"/>
                <a:gd name="connsiteY1745" fmla="*/ 395669 h 571500"/>
                <a:gd name="connsiteX1746" fmla="*/ 688181 w 723900"/>
                <a:gd name="connsiteY1746" fmla="*/ 395954 h 571500"/>
                <a:gd name="connsiteX1747" fmla="*/ 679990 w 723900"/>
                <a:gd name="connsiteY1747" fmla="*/ 395097 h 571500"/>
                <a:gd name="connsiteX1748" fmla="*/ 677799 w 723900"/>
                <a:gd name="connsiteY1748" fmla="*/ 395192 h 571500"/>
                <a:gd name="connsiteX1749" fmla="*/ 675132 w 723900"/>
                <a:gd name="connsiteY1749" fmla="*/ 395573 h 571500"/>
                <a:gd name="connsiteX1750" fmla="*/ 670465 w 723900"/>
                <a:gd name="connsiteY1750" fmla="*/ 397002 h 571500"/>
                <a:gd name="connsiteX1751" fmla="*/ 666845 w 723900"/>
                <a:gd name="connsiteY1751" fmla="*/ 398621 h 571500"/>
                <a:gd name="connsiteX1752" fmla="*/ 659035 w 723900"/>
                <a:gd name="connsiteY1752" fmla="*/ 399859 h 571500"/>
                <a:gd name="connsiteX1753" fmla="*/ 655701 w 723900"/>
                <a:gd name="connsiteY1753" fmla="*/ 401384 h 571500"/>
                <a:gd name="connsiteX1754" fmla="*/ 654939 w 723900"/>
                <a:gd name="connsiteY1754" fmla="*/ 401479 h 571500"/>
                <a:gd name="connsiteX1755" fmla="*/ 654368 w 723900"/>
                <a:gd name="connsiteY1755" fmla="*/ 401003 h 571500"/>
                <a:gd name="connsiteX1756" fmla="*/ 653891 w 723900"/>
                <a:gd name="connsiteY1756" fmla="*/ 400241 h 571500"/>
                <a:gd name="connsiteX1757" fmla="*/ 652558 w 723900"/>
                <a:gd name="connsiteY1757" fmla="*/ 397478 h 571500"/>
                <a:gd name="connsiteX1758" fmla="*/ 651701 w 723900"/>
                <a:gd name="connsiteY1758" fmla="*/ 395954 h 571500"/>
                <a:gd name="connsiteX1759" fmla="*/ 648272 w 723900"/>
                <a:gd name="connsiteY1759" fmla="*/ 391859 h 571500"/>
                <a:gd name="connsiteX1760" fmla="*/ 647605 w 723900"/>
                <a:gd name="connsiteY1760" fmla="*/ 390525 h 571500"/>
                <a:gd name="connsiteX1761" fmla="*/ 646938 w 723900"/>
                <a:gd name="connsiteY1761" fmla="*/ 388715 h 571500"/>
                <a:gd name="connsiteX1762" fmla="*/ 647224 w 723900"/>
                <a:gd name="connsiteY1762" fmla="*/ 387763 h 571500"/>
                <a:gd name="connsiteX1763" fmla="*/ 648176 w 723900"/>
                <a:gd name="connsiteY1763" fmla="*/ 387096 h 571500"/>
                <a:gd name="connsiteX1764" fmla="*/ 651701 w 723900"/>
                <a:gd name="connsiteY1764" fmla="*/ 386715 h 571500"/>
                <a:gd name="connsiteX1765" fmla="*/ 653796 w 723900"/>
                <a:gd name="connsiteY1765" fmla="*/ 385763 h 571500"/>
                <a:gd name="connsiteX1766" fmla="*/ 655892 w 723900"/>
                <a:gd name="connsiteY1766" fmla="*/ 383762 h 571500"/>
                <a:gd name="connsiteX1767" fmla="*/ 657035 w 723900"/>
                <a:gd name="connsiteY1767" fmla="*/ 379857 h 571500"/>
                <a:gd name="connsiteX1768" fmla="*/ 656844 w 723900"/>
                <a:gd name="connsiteY1768" fmla="*/ 377952 h 571500"/>
                <a:gd name="connsiteX1769" fmla="*/ 655701 w 723900"/>
                <a:gd name="connsiteY1769" fmla="*/ 376714 h 571500"/>
                <a:gd name="connsiteX1770" fmla="*/ 654368 w 723900"/>
                <a:gd name="connsiteY1770" fmla="*/ 375857 h 571500"/>
                <a:gd name="connsiteX1771" fmla="*/ 653415 w 723900"/>
                <a:gd name="connsiteY1771" fmla="*/ 374618 h 571500"/>
                <a:gd name="connsiteX1772" fmla="*/ 652939 w 723900"/>
                <a:gd name="connsiteY1772" fmla="*/ 372713 h 571500"/>
                <a:gd name="connsiteX1773" fmla="*/ 653225 w 723900"/>
                <a:gd name="connsiteY1773" fmla="*/ 370999 h 571500"/>
                <a:gd name="connsiteX1774" fmla="*/ 653129 w 723900"/>
                <a:gd name="connsiteY1774" fmla="*/ 369380 h 571500"/>
                <a:gd name="connsiteX1775" fmla="*/ 652177 w 723900"/>
                <a:gd name="connsiteY1775" fmla="*/ 365950 h 571500"/>
                <a:gd name="connsiteX1776" fmla="*/ 652081 w 723900"/>
                <a:gd name="connsiteY1776" fmla="*/ 364617 h 571500"/>
                <a:gd name="connsiteX1777" fmla="*/ 652272 w 723900"/>
                <a:gd name="connsiteY1777" fmla="*/ 363569 h 571500"/>
                <a:gd name="connsiteX1778" fmla="*/ 653606 w 723900"/>
                <a:gd name="connsiteY1778" fmla="*/ 360712 h 571500"/>
                <a:gd name="connsiteX1779" fmla="*/ 655320 w 723900"/>
                <a:gd name="connsiteY1779" fmla="*/ 360045 h 571500"/>
                <a:gd name="connsiteX1780" fmla="*/ 656368 w 723900"/>
                <a:gd name="connsiteY1780" fmla="*/ 359855 h 571500"/>
                <a:gd name="connsiteX1781" fmla="*/ 660749 w 723900"/>
                <a:gd name="connsiteY1781" fmla="*/ 358426 h 571500"/>
                <a:gd name="connsiteX1782" fmla="*/ 663988 w 723900"/>
                <a:gd name="connsiteY1782" fmla="*/ 356521 h 571500"/>
                <a:gd name="connsiteX1783" fmla="*/ 666083 w 723900"/>
                <a:gd name="connsiteY1783" fmla="*/ 356902 h 571500"/>
                <a:gd name="connsiteX1784" fmla="*/ 669036 w 723900"/>
                <a:gd name="connsiteY1784" fmla="*/ 355949 h 571500"/>
                <a:gd name="connsiteX1785" fmla="*/ 671608 w 723900"/>
                <a:gd name="connsiteY1785" fmla="*/ 354330 h 571500"/>
                <a:gd name="connsiteX1786" fmla="*/ 672656 w 723900"/>
                <a:gd name="connsiteY1786" fmla="*/ 352711 h 571500"/>
                <a:gd name="connsiteX1787" fmla="*/ 682657 w 723900"/>
                <a:gd name="connsiteY1787" fmla="*/ 347758 h 571500"/>
                <a:gd name="connsiteX1788" fmla="*/ 690467 w 723900"/>
                <a:gd name="connsiteY1788" fmla="*/ 346329 h 571500"/>
                <a:gd name="connsiteX1789" fmla="*/ 690467 w 723900"/>
                <a:gd name="connsiteY1789" fmla="*/ 337280 h 571500"/>
                <a:gd name="connsiteX1790" fmla="*/ 691991 w 723900"/>
                <a:gd name="connsiteY1790" fmla="*/ 332518 h 571500"/>
                <a:gd name="connsiteX1791" fmla="*/ 691801 w 723900"/>
                <a:gd name="connsiteY1791" fmla="*/ 331470 h 571500"/>
                <a:gd name="connsiteX1792" fmla="*/ 690944 w 723900"/>
                <a:gd name="connsiteY1792" fmla="*/ 329851 h 571500"/>
                <a:gd name="connsiteX1793" fmla="*/ 689801 w 723900"/>
                <a:gd name="connsiteY1793" fmla="*/ 328803 h 571500"/>
                <a:gd name="connsiteX1794" fmla="*/ 689134 w 723900"/>
                <a:gd name="connsiteY1794" fmla="*/ 327660 h 571500"/>
                <a:gd name="connsiteX1795" fmla="*/ 688753 w 723900"/>
                <a:gd name="connsiteY1795" fmla="*/ 326327 h 571500"/>
                <a:gd name="connsiteX1796" fmla="*/ 688467 w 723900"/>
                <a:gd name="connsiteY1796" fmla="*/ 323469 h 571500"/>
                <a:gd name="connsiteX1797" fmla="*/ 687896 w 723900"/>
                <a:gd name="connsiteY1797" fmla="*/ 321374 h 571500"/>
                <a:gd name="connsiteX1798" fmla="*/ 686753 w 723900"/>
                <a:gd name="connsiteY1798" fmla="*/ 318802 h 571500"/>
                <a:gd name="connsiteX1799" fmla="*/ 685800 w 723900"/>
                <a:gd name="connsiteY1799" fmla="*/ 317468 h 571500"/>
                <a:gd name="connsiteX1800" fmla="*/ 683895 w 723900"/>
                <a:gd name="connsiteY1800" fmla="*/ 315754 h 571500"/>
                <a:gd name="connsiteX1801" fmla="*/ 683228 w 723900"/>
                <a:gd name="connsiteY1801" fmla="*/ 314801 h 571500"/>
                <a:gd name="connsiteX1802" fmla="*/ 683038 w 723900"/>
                <a:gd name="connsiteY1802" fmla="*/ 313563 h 571500"/>
                <a:gd name="connsiteX1803" fmla="*/ 683228 w 723900"/>
                <a:gd name="connsiteY1803" fmla="*/ 309848 h 571500"/>
                <a:gd name="connsiteX1804" fmla="*/ 682943 w 723900"/>
                <a:gd name="connsiteY1804" fmla="*/ 308229 h 571500"/>
                <a:gd name="connsiteX1805" fmla="*/ 682371 w 723900"/>
                <a:gd name="connsiteY1805" fmla="*/ 305943 h 571500"/>
                <a:gd name="connsiteX1806" fmla="*/ 682085 w 723900"/>
                <a:gd name="connsiteY1806" fmla="*/ 303752 h 571500"/>
                <a:gd name="connsiteX1807" fmla="*/ 682466 w 723900"/>
                <a:gd name="connsiteY1807" fmla="*/ 300419 h 571500"/>
                <a:gd name="connsiteX1808" fmla="*/ 683228 w 723900"/>
                <a:gd name="connsiteY1808" fmla="*/ 298609 h 571500"/>
                <a:gd name="connsiteX1809" fmla="*/ 683990 w 723900"/>
                <a:gd name="connsiteY1809" fmla="*/ 297466 h 571500"/>
                <a:gd name="connsiteX1810" fmla="*/ 684657 w 723900"/>
                <a:gd name="connsiteY1810" fmla="*/ 296990 h 571500"/>
                <a:gd name="connsiteX1811" fmla="*/ 685419 w 723900"/>
                <a:gd name="connsiteY1811" fmla="*/ 296799 h 571500"/>
                <a:gd name="connsiteX1812" fmla="*/ 686181 w 723900"/>
                <a:gd name="connsiteY1812" fmla="*/ 296894 h 571500"/>
                <a:gd name="connsiteX1813" fmla="*/ 686943 w 723900"/>
                <a:gd name="connsiteY1813" fmla="*/ 297275 h 571500"/>
                <a:gd name="connsiteX1814" fmla="*/ 687800 w 723900"/>
                <a:gd name="connsiteY1814" fmla="*/ 297942 h 571500"/>
                <a:gd name="connsiteX1815" fmla="*/ 689515 w 723900"/>
                <a:gd name="connsiteY1815" fmla="*/ 299657 h 571500"/>
                <a:gd name="connsiteX1816" fmla="*/ 690277 w 723900"/>
                <a:gd name="connsiteY1816" fmla="*/ 300133 h 571500"/>
                <a:gd name="connsiteX1817" fmla="*/ 691420 w 723900"/>
                <a:gd name="connsiteY1817" fmla="*/ 300419 h 571500"/>
                <a:gd name="connsiteX1818" fmla="*/ 692753 w 723900"/>
                <a:gd name="connsiteY1818" fmla="*/ 300419 h 571500"/>
                <a:gd name="connsiteX1819" fmla="*/ 696373 w 723900"/>
                <a:gd name="connsiteY1819" fmla="*/ 299657 h 571500"/>
                <a:gd name="connsiteX1820" fmla="*/ 698278 w 723900"/>
                <a:gd name="connsiteY1820" fmla="*/ 298895 h 571500"/>
                <a:gd name="connsiteX1821" fmla="*/ 700088 w 723900"/>
                <a:gd name="connsiteY1821" fmla="*/ 297942 h 571500"/>
                <a:gd name="connsiteX1822" fmla="*/ 701516 w 723900"/>
                <a:gd name="connsiteY1822" fmla="*/ 296894 h 571500"/>
                <a:gd name="connsiteX1823" fmla="*/ 702659 w 723900"/>
                <a:gd name="connsiteY1823" fmla="*/ 295656 h 571500"/>
                <a:gd name="connsiteX1824" fmla="*/ 703231 w 723900"/>
                <a:gd name="connsiteY1824" fmla="*/ 294799 h 571500"/>
                <a:gd name="connsiteX1825" fmla="*/ 703802 w 723900"/>
                <a:gd name="connsiteY1825" fmla="*/ 293561 h 571500"/>
                <a:gd name="connsiteX1826" fmla="*/ 703993 w 723900"/>
                <a:gd name="connsiteY1826" fmla="*/ 292322 h 571500"/>
                <a:gd name="connsiteX1827" fmla="*/ 703707 w 723900"/>
                <a:gd name="connsiteY1827" fmla="*/ 291179 h 571500"/>
                <a:gd name="connsiteX1828" fmla="*/ 702659 w 723900"/>
                <a:gd name="connsiteY1828" fmla="*/ 290132 h 571500"/>
                <a:gd name="connsiteX1829" fmla="*/ 701135 w 723900"/>
                <a:gd name="connsiteY1829" fmla="*/ 289370 h 571500"/>
                <a:gd name="connsiteX1830" fmla="*/ 698278 w 723900"/>
                <a:gd name="connsiteY1830" fmla="*/ 288703 h 571500"/>
                <a:gd name="connsiteX1831" fmla="*/ 694563 w 723900"/>
                <a:gd name="connsiteY1831" fmla="*/ 288417 h 571500"/>
                <a:gd name="connsiteX1832" fmla="*/ 689991 w 723900"/>
                <a:gd name="connsiteY1832" fmla="*/ 289179 h 571500"/>
                <a:gd name="connsiteX1833" fmla="*/ 688658 w 723900"/>
                <a:gd name="connsiteY1833" fmla="*/ 289179 h 571500"/>
                <a:gd name="connsiteX1834" fmla="*/ 686943 w 723900"/>
                <a:gd name="connsiteY1834" fmla="*/ 288417 h 571500"/>
                <a:gd name="connsiteX1835" fmla="*/ 685038 w 723900"/>
                <a:gd name="connsiteY1835" fmla="*/ 287084 h 571500"/>
                <a:gd name="connsiteX1836" fmla="*/ 679799 w 723900"/>
                <a:gd name="connsiteY1836" fmla="*/ 281940 h 571500"/>
                <a:gd name="connsiteX1837" fmla="*/ 678561 w 723900"/>
                <a:gd name="connsiteY1837" fmla="*/ 280607 h 571500"/>
                <a:gd name="connsiteX1838" fmla="*/ 678466 w 723900"/>
                <a:gd name="connsiteY1838" fmla="*/ 279083 h 571500"/>
                <a:gd name="connsiteX1839" fmla="*/ 679514 w 723900"/>
                <a:gd name="connsiteY1839" fmla="*/ 276796 h 571500"/>
                <a:gd name="connsiteX1840" fmla="*/ 680561 w 723900"/>
                <a:gd name="connsiteY1840" fmla="*/ 276034 h 571500"/>
                <a:gd name="connsiteX1841" fmla="*/ 681419 w 723900"/>
                <a:gd name="connsiteY1841" fmla="*/ 275463 h 571500"/>
                <a:gd name="connsiteX1842" fmla="*/ 682276 w 723900"/>
                <a:gd name="connsiteY1842" fmla="*/ 275368 h 571500"/>
                <a:gd name="connsiteX1843" fmla="*/ 682943 w 723900"/>
                <a:gd name="connsiteY1843" fmla="*/ 275463 h 571500"/>
                <a:gd name="connsiteX1844" fmla="*/ 689420 w 723900"/>
                <a:gd name="connsiteY1844" fmla="*/ 277463 h 571500"/>
                <a:gd name="connsiteX1845" fmla="*/ 690563 w 723900"/>
                <a:gd name="connsiteY1845" fmla="*/ 277559 h 571500"/>
                <a:gd name="connsiteX1846" fmla="*/ 691801 w 723900"/>
                <a:gd name="connsiteY1846" fmla="*/ 277368 h 571500"/>
                <a:gd name="connsiteX1847" fmla="*/ 693134 w 723900"/>
                <a:gd name="connsiteY1847" fmla="*/ 276796 h 571500"/>
                <a:gd name="connsiteX1848" fmla="*/ 694182 w 723900"/>
                <a:gd name="connsiteY1848" fmla="*/ 275939 h 571500"/>
                <a:gd name="connsiteX1849" fmla="*/ 698373 w 723900"/>
                <a:gd name="connsiteY1849" fmla="*/ 271082 h 571500"/>
                <a:gd name="connsiteX1850" fmla="*/ 707041 w 723900"/>
                <a:gd name="connsiteY1850" fmla="*/ 264319 h 571500"/>
                <a:gd name="connsiteX1851" fmla="*/ 707993 w 723900"/>
                <a:gd name="connsiteY1851" fmla="*/ 264033 h 571500"/>
                <a:gd name="connsiteX1852" fmla="*/ 709327 w 723900"/>
                <a:gd name="connsiteY1852" fmla="*/ 263842 h 571500"/>
                <a:gd name="connsiteX1853" fmla="*/ 712280 w 723900"/>
                <a:gd name="connsiteY1853" fmla="*/ 263842 h 571500"/>
                <a:gd name="connsiteX1854" fmla="*/ 713708 w 723900"/>
                <a:gd name="connsiteY1854" fmla="*/ 263652 h 571500"/>
                <a:gd name="connsiteX1855" fmla="*/ 714661 w 723900"/>
                <a:gd name="connsiteY1855" fmla="*/ 263271 h 571500"/>
                <a:gd name="connsiteX1856" fmla="*/ 715994 w 723900"/>
                <a:gd name="connsiteY1856" fmla="*/ 262509 h 571500"/>
                <a:gd name="connsiteX1857" fmla="*/ 717137 w 723900"/>
                <a:gd name="connsiteY1857" fmla="*/ 261461 h 571500"/>
                <a:gd name="connsiteX1858" fmla="*/ 718185 w 723900"/>
                <a:gd name="connsiteY1858" fmla="*/ 260413 h 571500"/>
                <a:gd name="connsiteX1859" fmla="*/ 719042 w 723900"/>
                <a:gd name="connsiteY1859" fmla="*/ 259175 h 571500"/>
                <a:gd name="connsiteX1860" fmla="*/ 728472 w 723900"/>
                <a:gd name="connsiteY1860" fmla="*/ 240030 h 571500"/>
                <a:gd name="connsiteX1861" fmla="*/ 728567 w 723900"/>
                <a:gd name="connsiteY1861" fmla="*/ 237744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</a:cxnLst>
              <a:rect l="l" t="t" r="r" b="b"/>
              <a:pathLst>
                <a:path w="723900" h="571500">
                  <a:moveTo>
                    <a:pt x="727805" y="235458"/>
                  </a:moveTo>
                  <a:lnTo>
                    <a:pt x="724853" y="231553"/>
                  </a:lnTo>
                  <a:lnTo>
                    <a:pt x="723233" y="230600"/>
                  </a:lnTo>
                  <a:lnTo>
                    <a:pt x="721900" y="230315"/>
                  </a:lnTo>
                  <a:lnTo>
                    <a:pt x="720947" y="230981"/>
                  </a:lnTo>
                  <a:lnTo>
                    <a:pt x="719995" y="231362"/>
                  </a:lnTo>
                  <a:lnTo>
                    <a:pt x="719138" y="231553"/>
                  </a:lnTo>
                  <a:lnTo>
                    <a:pt x="718376" y="231458"/>
                  </a:lnTo>
                  <a:lnTo>
                    <a:pt x="717709" y="231172"/>
                  </a:lnTo>
                  <a:lnTo>
                    <a:pt x="717042" y="230029"/>
                  </a:lnTo>
                  <a:lnTo>
                    <a:pt x="716566" y="228124"/>
                  </a:lnTo>
                  <a:lnTo>
                    <a:pt x="715328" y="217170"/>
                  </a:lnTo>
                  <a:lnTo>
                    <a:pt x="712946" y="210979"/>
                  </a:lnTo>
                  <a:lnTo>
                    <a:pt x="712089" y="208598"/>
                  </a:lnTo>
                  <a:lnTo>
                    <a:pt x="711137" y="206788"/>
                  </a:lnTo>
                  <a:lnTo>
                    <a:pt x="710375" y="206026"/>
                  </a:lnTo>
                  <a:lnTo>
                    <a:pt x="709422" y="205359"/>
                  </a:lnTo>
                  <a:lnTo>
                    <a:pt x="708089" y="204788"/>
                  </a:lnTo>
                  <a:lnTo>
                    <a:pt x="707231" y="204216"/>
                  </a:lnTo>
                  <a:lnTo>
                    <a:pt x="705231" y="200692"/>
                  </a:lnTo>
                  <a:lnTo>
                    <a:pt x="704755" y="199358"/>
                  </a:lnTo>
                  <a:lnTo>
                    <a:pt x="703898" y="197739"/>
                  </a:lnTo>
                  <a:lnTo>
                    <a:pt x="702564" y="195929"/>
                  </a:lnTo>
                  <a:lnTo>
                    <a:pt x="699421" y="193929"/>
                  </a:lnTo>
                  <a:lnTo>
                    <a:pt x="697897" y="193262"/>
                  </a:lnTo>
                  <a:lnTo>
                    <a:pt x="696944" y="193262"/>
                  </a:lnTo>
                  <a:lnTo>
                    <a:pt x="695420" y="194596"/>
                  </a:lnTo>
                  <a:lnTo>
                    <a:pt x="694658" y="195072"/>
                  </a:lnTo>
                  <a:lnTo>
                    <a:pt x="693801" y="195453"/>
                  </a:lnTo>
                  <a:lnTo>
                    <a:pt x="692563" y="195644"/>
                  </a:lnTo>
                  <a:lnTo>
                    <a:pt x="691134" y="195263"/>
                  </a:lnTo>
                  <a:lnTo>
                    <a:pt x="689705" y="194120"/>
                  </a:lnTo>
                  <a:lnTo>
                    <a:pt x="688181" y="191548"/>
                  </a:lnTo>
                  <a:lnTo>
                    <a:pt x="687896" y="189452"/>
                  </a:lnTo>
                  <a:lnTo>
                    <a:pt x="687896" y="187642"/>
                  </a:lnTo>
                  <a:lnTo>
                    <a:pt x="687991" y="185928"/>
                  </a:lnTo>
                  <a:lnTo>
                    <a:pt x="687800" y="184404"/>
                  </a:lnTo>
                  <a:lnTo>
                    <a:pt x="686848" y="182880"/>
                  </a:lnTo>
                  <a:lnTo>
                    <a:pt x="685324" y="181451"/>
                  </a:lnTo>
                  <a:lnTo>
                    <a:pt x="679133" y="178117"/>
                  </a:lnTo>
                  <a:lnTo>
                    <a:pt x="675132" y="174022"/>
                  </a:lnTo>
                  <a:lnTo>
                    <a:pt x="670941" y="170498"/>
                  </a:lnTo>
                  <a:lnTo>
                    <a:pt x="669417" y="170021"/>
                  </a:lnTo>
                  <a:lnTo>
                    <a:pt x="668560" y="170021"/>
                  </a:lnTo>
                  <a:lnTo>
                    <a:pt x="668179" y="170593"/>
                  </a:lnTo>
                  <a:lnTo>
                    <a:pt x="667703" y="171736"/>
                  </a:lnTo>
                  <a:lnTo>
                    <a:pt x="667417" y="172307"/>
                  </a:lnTo>
                  <a:lnTo>
                    <a:pt x="667036" y="172784"/>
                  </a:lnTo>
                  <a:lnTo>
                    <a:pt x="666369" y="173165"/>
                  </a:lnTo>
                  <a:lnTo>
                    <a:pt x="665417" y="173546"/>
                  </a:lnTo>
                  <a:lnTo>
                    <a:pt x="664559" y="173641"/>
                  </a:lnTo>
                  <a:lnTo>
                    <a:pt x="663607" y="173450"/>
                  </a:lnTo>
                  <a:lnTo>
                    <a:pt x="662369" y="172879"/>
                  </a:lnTo>
                  <a:lnTo>
                    <a:pt x="658940" y="169069"/>
                  </a:lnTo>
                  <a:lnTo>
                    <a:pt x="654653" y="162211"/>
                  </a:lnTo>
                  <a:lnTo>
                    <a:pt x="653891" y="160973"/>
                  </a:lnTo>
                  <a:lnTo>
                    <a:pt x="652939" y="160401"/>
                  </a:lnTo>
                  <a:lnTo>
                    <a:pt x="651320" y="160306"/>
                  </a:lnTo>
                  <a:lnTo>
                    <a:pt x="642271" y="163354"/>
                  </a:lnTo>
                  <a:lnTo>
                    <a:pt x="640842" y="163259"/>
                  </a:lnTo>
                  <a:lnTo>
                    <a:pt x="638366" y="160687"/>
                  </a:lnTo>
                  <a:lnTo>
                    <a:pt x="637127" y="160020"/>
                  </a:lnTo>
                  <a:lnTo>
                    <a:pt x="632651" y="160401"/>
                  </a:lnTo>
                  <a:lnTo>
                    <a:pt x="631603" y="158782"/>
                  </a:lnTo>
                  <a:lnTo>
                    <a:pt x="632936" y="155924"/>
                  </a:lnTo>
                  <a:lnTo>
                    <a:pt x="633127" y="154210"/>
                  </a:lnTo>
                  <a:lnTo>
                    <a:pt x="632841" y="152971"/>
                  </a:lnTo>
                  <a:lnTo>
                    <a:pt x="631984" y="151162"/>
                  </a:lnTo>
                  <a:lnTo>
                    <a:pt x="631412" y="149542"/>
                  </a:lnTo>
                  <a:lnTo>
                    <a:pt x="631222" y="147161"/>
                  </a:lnTo>
                  <a:lnTo>
                    <a:pt x="631698" y="144971"/>
                  </a:lnTo>
                  <a:lnTo>
                    <a:pt x="631889" y="142304"/>
                  </a:lnTo>
                  <a:lnTo>
                    <a:pt x="631222" y="139922"/>
                  </a:lnTo>
                  <a:lnTo>
                    <a:pt x="628841" y="136684"/>
                  </a:lnTo>
                  <a:lnTo>
                    <a:pt x="627126" y="135731"/>
                  </a:lnTo>
                  <a:lnTo>
                    <a:pt x="625602" y="135636"/>
                  </a:lnTo>
                  <a:lnTo>
                    <a:pt x="624459" y="136493"/>
                  </a:lnTo>
                  <a:lnTo>
                    <a:pt x="622173" y="138684"/>
                  </a:lnTo>
                  <a:lnTo>
                    <a:pt x="620744" y="139732"/>
                  </a:lnTo>
                  <a:lnTo>
                    <a:pt x="619506" y="140113"/>
                  </a:lnTo>
                  <a:lnTo>
                    <a:pt x="618458" y="139827"/>
                  </a:lnTo>
                  <a:lnTo>
                    <a:pt x="617982" y="139160"/>
                  </a:lnTo>
                  <a:lnTo>
                    <a:pt x="617887" y="137636"/>
                  </a:lnTo>
                  <a:lnTo>
                    <a:pt x="618173" y="135827"/>
                  </a:lnTo>
                  <a:lnTo>
                    <a:pt x="618173" y="132683"/>
                  </a:lnTo>
                  <a:lnTo>
                    <a:pt x="618458" y="131350"/>
                  </a:lnTo>
                  <a:lnTo>
                    <a:pt x="618935" y="130302"/>
                  </a:lnTo>
                  <a:lnTo>
                    <a:pt x="619220" y="129445"/>
                  </a:lnTo>
                  <a:lnTo>
                    <a:pt x="619030" y="128588"/>
                  </a:lnTo>
                  <a:lnTo>
                    <a:pt x="618268" y="127349"/>
                  </a:lnTo>
                  <a:lnTo>
                    <a:pt x="617696" y="126683"/>
                  </a:lnTo>
                  <a:lnTo>
                    <a:pt x="616649" y="126206"/>
                  </a:lnTo>
                  <a:lnTo>
                    <a:pt x="613601" y="125635"/>
                  </a:lnTo>
                  <a:lnTo>
                    <a:pt x="612172" y="125063"/>
                  </a:lnTo>
                  <a:lnTo>
                    <a:pt x="610933" y="123825"/>
                  </a:lnTo>
                  <a:lnTo>
                    <a:pt x="609981" y="122111"/>
                  </a:lnTo>
                  <a:lnTo>
                    <a:pt x="609219" y="119920"/>
                  </a:lnTo>
                  <a:lnTo>
                    <a:pt x="608552" y="118586"/>
                  </a:lnTo>
                  <a:lnTo>
                    <a:pt x="607790" y="117538"/>
                  </a:lnTo>
                  <a:lnTo>
                    <a:pt x="606743" y="116967"/>
                  </a:lnTo>
                  <a:lnTo>
                    <a:pt x="605790" y="116681"/>
                  </a:lnTo>
                  <a:lnTo>
                    <a:pt x="601980" y="116872"/>
                  </a:lnTo>
                  <a:lnTo>
                    <a:pt x="601599" y="116491"/>
                  </a:lnTo>
                  <a:lnTo>
                    <a:pt x="601409" y="115633"/>
                  </a:lnTo>
                  <a:lnTo>
                    <a:pt x="602361" y="109919"/>
                  </a:lnTo>
                  <a:lnTo>
                    <a:pt x="602456" y="108395"/>
                  </a:lnTo>
                  <a:lnTo>
                    <a:pt x="602171" y="105251"/>
                  </a:lnTo>
                  <a:lnTo>
                    <a:pt x="602266" y="103727"/>
                  </a:lnTo>
                  <a:lnTo>
                    <a:pt x="602742" y="102394"/>
                  </a:lnTo>
                  <a:lnTo>
                    <a:pt x="603599" y="101156"/>
                  </a:lnTo>
                  <a:lnTo>
                    <a:pt x="605409" y="99822"/>
                  </a:lnTo>
                  <a:lnTo>
                    <a:pt x="607028" y="98965"/>
                  </a:lnTo>
                  <a:lnTo>
                    <a:pt x="608552" y="97822"/>
                  </a:lnTo>
                  <a:lnTo>
                    <a:pt x="609124" y="97155"/>
                  </a:lnTo>
                  <a:lnTo>
                    <a:pt x="608457" y="93631"/>
                  </a:lnTo>
                  <a:lnTo>
                    <a:pt x="607124" y="91535"/>
                  </a:lnTo>
                  <a:lnTo>
                    <a:pt x="606362" y="89725"/>
                  </a:lnTo>
                  <a:lnTo>
                    <a:pt x="606266" y="89440"/>
                  </a:lnTo>
                  <a:lnTo>
                    <a:pt x="606171" y="88773"/>
                  </a:lnTo>
                  <a:lnTo>
                    <a:pt x="606266" y="86011"/>
                  </a:lnTo>
                  <a:lnTo>
                    <a:pt x="605981" y="84392"/>
                  </a:lnTo>
                  <a:lnTo>
                    <a:pt x="605123" y="82391"/>
                  </a:lnTo>
                  <a:lnTo>
                    <a:pt x="601123" y="76486"/>
                  </a:lnTo>
                  <a:lnTo>
                    <a:pt x="600266" y="76009"/>
                  </a:lnTo>
                  <a:lnTo>
                    <a:pt x="599218" y="76676"/>
                  </a:lnTo>
                  <a:lnTo>
                    <a:pt x="598456" y="77819"/>
                  </a:lnTo>
                  <a:lnTo>
                    <a:pt x="597122" y="81153"/>
                  </a:lnTo>
                  <a:lnTo>
                    <a:pt x="596360" y="82582"/>
                  </a:lnTo>
                  <a:lnTo>
                    <a:pt x="595313" y="83915"/>
                  </a:lnTo>
                  <a:lnTo>
                    <a:pt x="594265" y="84773"/>
                  </a:lnTo>
                  <a:lnTo>
                    <a:pt x="589788" y="87821"/>
                  </a:lnTo>
                  <a:lnTo>
                    <a:pt x="588550" y="87725"/>
                  </a:lnTo>
                  <a:lnTo>
                    <a:pt x="586740" y="85916"/>
                  </a:lnTo>
                  <a:lnTo>
                    <a:pt x="584264" y="82867"/>
                  </a:lnTo>
                  <a:lnTo>
                    <a:pt x="583787" y="81725"/>
                  </a:lnTo>
                  <a:lnTo>
                    <a:pt x="583406" y="79724"/>
                  </a:lnTo>
                  <a:lnTo>
                    <a:pt x="582930" y="78772"/>
                  </a:lnTo>
                  <a:lnTo>
                    <a:pt x="582073" y="77819"/>
                  </a:lnTo>
                  <a:lnTo>
                    <a:pt x="579787" y="76771"/>
                  </a:lnTo>
                  <a:lnTo>
                    <a:pt x="578930" y="76200"/>
                  </a:lnTo>
                  <a:lnTo>
                    <a:pt x="577310" y="74200"/>
                  </a:lnTo>
                  <a:lnTo>
                    <a:pt x="576453" y="73438"/>
                  </a:lnTo>
                  <a:lnTo>
                    <a:pt x="573786" y="72104"/>
                  </a:lnTo>
                  <a:lnTo>
                    <a:pt x="572643" y="70771"/>
                  </a:lnTo>
                  <a:lnTo>
                    <a:pt x="571976" y="69533"/>
                  </a:lnTo>
                  <a:lnTo>
                    <a:pt x="571119" y="66961"/>
                  </a:lnTo>
                  <a:lnTo>
                    <a:pt x="569405" y="63913"/>
                  </a:lnTo>
                  <a:lnTo>
                    <a:pt x="569214" y="62579"/>
                  </a:lnTo>
                  <a:lnTo>
                    <a:pt x="569500" y="61055"/>
                  </a:lnTo>
                  <a:lnTo>
                    <a:pt x="572643" y="52769"/>
                  </a:lnTo>
                  <a:lnTo>
                    <a:pt x="573405" y="51816"/>
                  </a:lnTo>
                  <a:lnTo>
                    <a:pt x="574358" y="51054"/>
                  </a:lnTo>
                  <a:lnTo>
                    <a:pt x="575310" y="50006"/>
                  </a:lnTo>
                  <a:lnTo>
                    <a:pt x="575691" y="49054"/>
                  </a:lnTo>
                  <a:lnTo>
                    <a:pt x="575882" y="47911"/>
                  </a:lnTo>
                  <a:lnTo>
                    <a:pt x="576072" y="47244"/>
                  </a:lnTo>
                  <a:lnTo>
                    <a:pt x="576548" y="47149"/>
                  </a:lnTo>
                  <a:lnTo>
                    <a:pt x="577787" y="47339"/>
                  </a:lnTo>
                  <a:lnTo>
                    <a:pt x="579406" y="47530"/>
                  </a:lnTo>
                  <a:lnTo>
                    <a:pt x="581120" y="47530"/>
                  </a:lnTo>
                  <a:lnTo>
                    <a:pt x="582454" y="47149"/>
                  </a:lnTo>
                  <a:lnTo>
                    <a:pt x="583406" y="46768"/>
                  </a:lnTo>
                  <a:lnTo>
                    <a:pt x="584264" y="45815"/>
                  </a:lnTo>
                  <a:lnTo>
                    <a:pt x="584835" y="44672"/>
                  </a:lnTo>
                  <a:lnTo>
                    <a:pt x="585216" y="43053"/>
                  </a:lnTo>
                  <a:lnTo>
                    <a:pt x="585216" y="41624"/>
                  </a:lnTo>
                  <a:lnTo>
                    <a:pt x="584740" y="40672"/>
                  </a:lnTo>
                  <a:lnTo>
                    <a:pt x="583787" y="40196"/>
                  </a:lnTo>
                  <a:lnTo>
                    <a:pt x="582930" y="40291"/>
                  </a:lnTo>
                  <a:lnTo>
                    <a:pt x="581692" y="41053"/>
                  </a:lnTo>
                  <a:lnTo>
                    <a:pt x="580930" y="41720"/>
                  </a:lnTo>
                  <a:lnTo>
                    <a:pt x="580263" y="41910"/>
                  </a:lnTo>
                  <a:lnTo>
                    <a:pt x="579406" y="41815"/>
                  </a:lnTo>
                  <a:lnTo>
                    <a:pt x="573500" y="39815"/>
                  </a:lnTo>
                  <a:lnTo>
                    <a:pt x="572357" y="39243"/>
                  </a:lnTo>
                  <a:lnTo>
                    <a:pt x="571500" y="38576"/>
                  </a:lnTo>
                  <a:lnTo>
                    <a:pt x="570833" y="37719"/>
                  </a:lnTo>
                  <a:lnTo>
                    <a:pt x="570643" y="37052"/>
                  </a:lnTo>
                  <a:lnTo>
                    <a:pt x="570643" y="36481"/>
                  </a:lnTo>
                  <a:lnTo>
                    <a:pt x="571691" y="33719"/>
                  </a:lnTo>
                  <a:lnTo>
                    <a:pt x="571881" y="31052"/>
                  </a:lnTo>
                  <a:lnTo>
                    <a:pt x="571881" y="28289"/>
                  </a:lnTo>
                  <a:lnTo>
                    <a:pt x="571786" y="27337"/>
                  </a:lnTo>
                  <a:lnTo>
                    <a:pt x="571500" y="26479"/>
                  </a:lnTo>
                  <a:lnTo>
                    <a:pt x="571405" y="26289"/>
                  </a:lnTo>
                  <a:lnTo>
                    <a:pt x="571214" y="26003"/>
                  </a:lnTo>
                  <a:lnTo>
                    <a:pt x="570738" y="25527"/>
                  </a:lnTo>
                  <a:lnTo>
                    <a:pt x="569405" y="25241"/>
                  </a:lnTo>
                  <a:lnTo>
                    <a:pt x="567404" y="25527"/>
                  </a:lnTo>
                  <a:lnTo>
                    <a:pt x="563690" y="26765"/>
                  </a:lnTo>
                  <a:lnTo>
                    <a:pt x="561975" y="27051"/>
                  </a:lnTo>
                  <a:lnTo>
                    <a:pt x="560832" y="27146"/>
                  </a:lnTo>
                  <a:lnTo>
                    <a:pt x="560261" y="27242"/>
                  </a:lnTo>
                  <a:lnTo>
                    <a:pt x="559594" y="27718"/>
                  </a:lnTo>
                  <a:lnTo>
                    <a:pt x="558451" y="28956"/>
                  </a:lnTo>
                  <a:lnTo>
                    <a:pt x="557784" y="29908"/>
                  </a:lnTo>
                  <a:lnTo>
                    <a:pt x="557308" y="30956"/>
                  </a:lnTo>
                  <a:lnTo>
                    <a:pt x="557117" y="31718"/>
                  </a:lnTo>
                  <a:lnTo>
                    <a:pt x="557022" y="32290"/>
                  </a:lnTo>
                  <a:lnTo>
                    <a:pt x="557022" y="34100"/>
                  </a:lnTo>
                  <a:lnTo>
                    <a:pt x="556927" y="34957"/>
                  </a:lnTo>
                  <a:lnTo>
                    <a:pt x="556736" y="35528"/>
                  </a:lnTo>
                  <a:lnTo>
                    <a:pt x="556451" y="36100"/>
                  </a:lnTo>
                  <a:lnTo>
                    <a:pt x="556070" y="36481"/>
                  </a:lnTo>
                  <a:lnTo>
                    <a:pt x="555879" y="37148"/>
                  </a:lnTo>
                  <a:lnTo>
                    <a:pt x="555784" y="37624"/>
                  </a:lnTo>
                  <a:lnTo>
                    <a:pt x="555784" y="38957"/>
                  </a:lnTo>
                  <a:lnTo>
                    <a:pt x="555689" y="39624"/>
                  </a:lnTo>
                  <a:lnTo>
                    <a:pt x="555498" y="40386"/>
                  </a:lnTo>
                  <a:lnTo>
                    <a:pt x="555022" y="40958"/>
                  </a:lnTo>
                  <a:lnTo>
                    <a:pt x="554450" y="41720"/>
                  </a:lnTo>
                  <a:lnTo>
                    <a:pt x="551593" y="43720"/>
                  </a:lnTo>
                  <a:lnTo>
                    <a:pt x="549974" y="44101"/>
                  </a:lnTo>
                  <a:lnTo>
                    <a:pt x="548450" y="44101"/>
                  </a:lnTo>
                  <a:lnTo>
                    <a:pt x="544163" y="42672"/>
                  </a:lnTo>
                  <a:lnTo>
                    <a:pt x="541306" y="42005"/>
                  </a:lnTo>
                  <a:lnTo>
                    <a:pt x="536734" y="41910"/>
                  </a:lnTo>
                  <a:lnTo>
                    <a:pt x="531114" y="41529"/>
                  </a:lnTo>
                  <a:lnTo>
                    <a:pt x="529495" y="41053"/>
                  </a:lnTo>
                  <a:lnTo>
                    <a:pt x="527685" y="40291"/>
                  </a:lnTo>
                  <a:lnTo>
                    <a:pt x="526066" y="39148"/>
                  </a:lnTo>
                  <a:lnTo>
                    <a:pt x="525209" y="38100"/>
                  </a:lnTo>
                  <a:lnTo>
                    <a:pt x="524542" y="36957"/>
                  </a:lnTo>
                  <a:lnTo>
                    <a:pt x="523208" y="33433"/>
                  </a:lnTo>
                  <a:lnTo>
                    <a:pt x="522637" y="32290"/>
                  </a:lnTo>
                  <a:lnTo>
                    <a:pt x="521875" y="31337"/>
                  </a:lnTo>
                  <a:lnTo>
                    <a:pt x="520827" y="30671"/>
                  </a:lnTo>
                  <a:lnTo>
                    <a:pt x="519779" y="30290"/>
                  </a:lnTo>
                  <a:lnTo>
                    <a:pt x="517589" y="30004"/>
                  </a:lnTo>
                  <a:lnTo>
                    <a:pt x="515874" y="29623"/>
                  </a:lnTo>
                  <a:lnTo>
                    <a:pt x="514064" y="28956"/>
                  </a:lnTo>
                  <a:lnTo>
                    <a:pt x="509016" y="25622"/>
                  </a:lnTo>
                  <a:lnTo>
                    <a:pt x="507683" y="25146"/>
                  </a:lnTo>
                  <a:lnTo>
                    <a:pt x="505492" y="24956"/>
                  </a:lnTo>
                  <a:lnTo>
                    <a:pt x="504254" y="25241"/>
                  </a:lnTo>
                  <a:lnTo>
                    <a:pt x="503492" y="25622"/>
                  </a:lnTo>
                  <a:lnTo>
                    <a:pt x="503206" y="25908"/>
                  </a:lnTo>
                  <a:lnTo>
                    <a:pt x="503015" y="26289"/>
                  </a:lnTo>
                  <a:lnTo>
                    <a:pt x="502634" y="26956"/>
                  </a:lnTo>
                  <a:lnTo>
                    <a:pt x="500825" y="33528"/>
                  </a:lnTo>
                  <a:lnTo>
                    <a:pt x="500539" y="34004"/>
                  </a:lnTo>
                  <a:lnTo>
                    <a:pt x="500253" y="34481"/>
                  </a:lnTo>
                  <a:lnTo>
                    <a:pt x="499872" y="34766"/>
                  </a:lnTo>
                  <a:lnTo>
                    <a:pt x="499301" y="35147"/>
                  </a:lnTo>
                  <a:lnTo>
                    <a:pt x="498539" y="35338"/>
                  </a:lnTo>
                  <a:lnTo>
                    <a:pt x="497586" y="35242"/>
                  </a:lnTo>
                  <a:lnTo>
                    <a:pt x="496729" y="34671"/>
                  </a:lnTo>
                  <a:lnTo>
                    <a:pt x="495776" y="33242"/>
                  </a:lnTo>
                  <a:lnTo>
                    <a:pt x="494729" y="30956"/>
                  </a:lnTo>
                  <a:lnTo>
                    <a:pt x="493586" y="28766"/>
                  </a:lnTo>
                  <a:lnTo>
                    <a:pt x="493205" y="27813"/>
                  </a:lnTo>
                  <a:lnTo>
                    <a:pt x="493014" y="26575"/>
                  </a:lnTo>
                  <a:lnTo>
                    <a:pt x="493109" y="26289"/>
                  </a:lnTo>
                  <a:lnTo>
                    <a:pt x="493300" y="25146"/>
                  </a:lnTo>
                  <a:lnTo>
                    <a:pt x="493205" y="24194"/>
                  </a:lnTo>
                  <a:lnTo>
                    <a:pt x="492633" y="23527"/>
                  </a:lnTo>
                  <a:lnTo>
                    <a:pt x="490728" y="23241"/>
                  </a:lnTo>
                  <a:lnTo>
                    <a:pt x="489394" y="23336"/>
                  </a:lnTo>
                  <a:lnTo>
                    <a:pt x="487966" y="23622"/>
                  </a:lnTo>
                  <a:lnTo>
                    <a:pt x="486918" y="23622"/>
                  </a:lnTo>
                  <a:lnTo>
                    <a:pt x="485966" y="23336"/>
                  </a:lnTo>
                  <a:lnTo>
                    <a:pt x="485204" y="22288"/>
                  </a:lnTo>
                  <a:lnTo>
                    <a:pt x="484727" y="21336"/>
                  </a:lnTo>
                  <a:lnTo>
                    <a:pt x="484346" y="20288"/>
                  </a:lnTo>
                  <a:lnTo>
                    <a:pt x="483965" y="19717"/>
                  </a:lnTo>
                  <a:lnTo>
                    <a:pt x="483013" y="19336"/>
                  </a:lnTo>
                  <a:lnTo>
                    <a:pt x="481203" y="19145"/>
                  </a:lnTo>
                  <a:lnTo>
                    <a:pt x="479869" y="19145"/>
                  </a:lnTo>
                  <a:lnTo>
                    <a:pt x="478250" y="18669"/>
                  </a:lnTo>
                  <a:lnTo>
                    <a:pt x="476631" y="17717"/>
                  </a:lnTo>
                  <a:lnTo>
                    <a:pt x="474345" y="15716"/>
                  </a:lnTo>
                  <a:lnTo>
                    <a:pt x="473583" y="14669"/>
                  </a:lnTo>
                  <a:lnTo>
                    <a:pt x="473393" y="13811"/>
                  </a:lnTo>
                  <a:lnTo>
                    <a:pt x="473774" y="13240"/>
                  </a:lnTo>
                  <a:lnTo>
                    <a:pt x="474440" y="12954"/>
                  </a:lnTo>
                  <a:lnTo>
                    <a:pt x="475107" y="12668"/>
                  </a:lnTo>
                  <a:lnTo>
                    <a:pt x="480441" y="12287"/>
                  </a:lnTo>
                  <a:lnTo>
                    <a:pt x="481775" y="12002"/>
                  </a:lnTo>
                  <a:lnTo>
                    <a:pt x="482822" y="11525"/>
                  </a:lnTo>
                  <a:lnTo>
                    <a:pt x="483203" y="11049"/>
                  </a:lnTo>
                  <a:lnTo>
                    <a:pt x="483394" y="10287"/>
                  </a:lnTo>
                  <a:lnTo>
                    <a:pt x="483203" y="9239"/>
                  </a:lnTo>
                  <a:lnTo>
                    <a:pt x="482632" y="8382"/>
                  </a:lnTo>
                  <a:lnTo>
                    <a:pt x="481584" y="8001"/>
                  </a:lnTo>
                  <a:lnTo>
                    <a:pt x="479774" y="8192"/>
                  </a:lnTo>
                  <a:lnTo>
                    <a:pt x="475583" y="9239"/>
                  </a:lnTo>
                  <a:lnTo>
                    <a:pt x="468725" y="9906"/>
                  </a:lnTo>
                  <a:lnTo>
                    <a:pt x="464820" y="9430"/>
                  </a:lnTo>
                  <a:lnTo>
                    <a:pt x="456343" y="6572"/>
                  </a:lnTo>
                  <a:lnTo>
                    <a:pt x="454152" y="5048"/>
                  </a:lnTo>
                  <a:lnTo>
                    <a:pt x="452818" y="2286"/>
                  </a:lnTo>
                  <a:lnTo>
                    <a:pt x="451961" y="857"/>
                  </a:lnTo>
                  <a:lnTo>
                    <a:pt x="450723" y="0"/>
                  </a:lnTo>
                  <a:lnTo>
                    <a:pt x="448818" y="191"/>
                  </a:lnTo>
                  <a:lnTo>
                    <a:pt x="443389" y="1619"/>
                  </a:lnTo>
                  <a:lnTo>
                    <a:pt x="442436" y="2096"/>
                  </a:lnTo>
                  <a:lnTo>
                    <a:pt x="441865" y="2667"/>
                  </a:lnTo>
                  <a:lnTo>
                    <a:pt x="439960" y="4858"/>
                  </a:lnTo>
                  <a:lnTo>
                    <a:pt x="438912" y="5810"/>
                  </a:lnTo>
                  <a:lnTo>
                    <a:pt x="437388" y="6382"/>
                  </a:lnTo>
                  <a:lnTo>
                    <a:pt x="435674" y="6477"/>
                  </a:lnTo>
                  <a:lnTo>
                    <a:pt x="433483" y="5906"/>
                  </a:lnTo>
                  <a:lnTo>
                    <a:pt x="432530" y="5144"/>
                  </a:lnTo>
                  <a:lnTo>
                    <a:pt x="431387" y="3334"/>
                  </a:lnTo>
                  <a:lnTo>
                    <a:pt x="430625" y="2858"/>
                  </a:lnTo>
                  <a:lnTo>
                    <a:pt x="429578" y="2762"/>
                  </a:lnTo>
                  <a:lnTo>
                    <a:pt x="428339" y="2953"/>
                  </a:lnTo>
                  <a:lnTo>
                    <a:pt x="426625" y="3810"/>
                  </a:lnTo>
                  <a:lnTo>
                    <a:pt x="425672" y="4667"/>
                  </a:lnTo>
                  <a:lnTo>
                    <a:pt x="425196" y="5715"/>
                  </a:lnTo>
                  <a:lnTo>
                    <a:pt x="425196" y="6477"/>
                  </a:lnTo>
                  <a:lnTo>
                    <a:pt x="425291" y="8192"/>
                  </a:lnTo>
                  <a:lnTo>
                    <a:pt x="425101" y="8858"/>
                  </a:lnTo>
                  <a:lnTo>
                    <a:pt x="424243" y="9239"/>
                  </a:lnTo>
                  <a:lnTo>
                    <a:pt x="422719" y="9144"/>
                  </a:lnTo>
                  <a:lnTo>
                    <a:pt x="420053" y="8287"/>
                  </a:lnTo>
                  <a:lnTo>
                    <a:pt x="419005" y="7334"/>
                  </a:lnTo>
                  <a:lnTo>
                    <a:pt x="418529" y="6001"/>
                  </a:lnTo>
                  <a:lnTo>
                    <a:pt x="418243" y="4763"/>
                  </a:lnTo>
                  <a:lnTo>
                    <a:pt x="417481" y="4000"/>
                  </a:lnTo>
                  <a:lnTo>
                    <a:pt x="416147" y="3810"/>
                  </a:lnTo>
                  <a:lnTo>
                    <a:pt x="404717" y="6382"/>
                  </a:lnTo>
                  <a:lnTo>
                    <a:pt x="403003" y="6382"/>
                  </a:lnTo>
                  <a:lnTo>
                    <a:pt x="401098" y="5906"/>
                  </a:lnTo>
                  <a:lnTo>
                    <a:pt x="399860" y="5144"/>
                  </a:lnTo>
                  <a:lnTo>
                    <a:pt x="397669" y="3334"/>
                  </a:lnTo>
                  <a:lnTo>
                    <a:pt x="395478" y="2762"/>
                  </a:lnTo>
                  <a:lnTo>
                    <a:pt x="392525" y="2572"/>
                  </a:lnTo>
                  <a:lnTo>
                    <a:pt x="383667" y="2762"/>
                  </a:lnTo>
                  <a:lnTo>
                    <a:pt x="381381" y="3334"/>
                  </a:lnTo>
                  <a:lnTo>
                    <a:pt x="380143" y="4096"/>
                  </a:lnTo>
                  <a:lnTo>
                    <a:pt x="376714" y="6763"/>
                  </a:lnTo>
                  <a:lnTo>
                    <a:pt x="374904" y="7525"/>
                  </a:lnTo>
                  <a:lnTo>
                    <a:pt x="373190" y="7811"/>
                  </a:lnTo>
                  <a:lnTo>
                    <a:pt x="370808" y="7334"/>
                  </a:lnTo>
                  <a:lnTo>
                    <a:pt x="368237" y="6096"/>
                  </a:lnTo>
                  <a:lnTo>
                    <a:pt x="366617" y="5810"/>
                  </a:lnTo>
                  <a:lnTo>
                    <a:pt x="363665" y="6382"/>
                  </a:lnTo>
                  <a:lnTo>
                    <a:pt x="361855" y="6953"/>
                  </a:lnTo>
                  <a:lnTo>
                    <a:pt x="360331" y="7715"/>
                  </a:lnTo>
                  <a:lnTo>
                    <a:pt x="358521" y="9049"/>
                  </a:lnTo>
                  <a:lnTo>
                    <a:pt x="356616" y="9144"/>
                  </a:lnTo>
                  <a:lnTo>
                    <a:pt x="355187" y="9049"/>
                  </a:lnTo>
                  <a:lnTo>
                    <a:pt x="344519" y="6001"/>
                  </a:lnTo>
                  <a:lnTo>
                    <a:pt x="339566" y="2667"/>
                  </a:lnTo>
                  <a:lnTo>
                    <a:pt x="336042" y="2000"/>
                  </a:lnTo>
                  <a:lnTo>
                    <a:pt x="336899" y="3238"/>
                  </a:lnTo>
                  <a:lnTo>
                    <a:pt x="334518" y="4953"/>
                  </a:lnTo>
                  <a:lnTo>
                    <a:pt x="326898" y="8668"/>
                  </a:lnTo>
                  <a:lnTo>
                    <a:pt x="325184" y="11716"/>
                  </a:lnTo>
                  <a:lnTo>
                    <a:pt x="324326" y="15716"/>
                  </a:lnTo>
                  <a:lnTo>
                    <a:pt x="324612" y="19336"/>
                  </a:lnTo>
                  <a:lnTo>
                    <a:pt x="326898" y="21336"/>
                  </a:lnTo>
                  <a:lnTo>
                    <a:pt x="327279" y="22003"/>
                  </a:lnTo>
                  <a:lnTo>
                    <a:pt x="327469" y="22765"/>
                  </a:lnTo>
                  <a:lnTo>
                    <a:pt x="327279" y="23622"/>
                  </a:lnTo>
                  <a:lnTo>
                    <a:pt x="326898" y="24479"/>
                  </a:lnTo>
                  <a:lnTo>
                    <a:pt x="326612" y="27051"/>
                  </a:lnTo>
                  <a:lnTo>
                    <a:pt x="326422" y="28004"/>
                  </a:lnTo>
                  <a:lnTo>
                    <a:pt x="326422" y="28956"/>
                  </a:lnTo>
                  <a:lnTo>
                    <a:pt x="326517" y="29908"/>
                  </a:lnTo>
                  <a:lnTo>
                    <a:pt x="326898" y="30861"/>
                  </a:lnTo>
                  <a:lnTo>
                    <a:pt x="329565" y="32385"/>
                  </a:lnTo>
                  <a:lnTo>
                    <a:pt x="334137" y="33147"/>
                  </a:lnTo>
                  <a:lnTo>
                    <a:pt x="338138" y="34481"/>
                  </a:lnTo>
                  <a:lnTo>
                    <a:pt x="339090" y="37624"/>
                  </a:lnTo>
                  <a:lnTo>
                    <a:pt x="337947" y="38862"/>
                  </a:lnTo>
                  <a:lnTo>
                    <a:pt x="332423" y="40862"/>
                  </a:lnTo>
                  <a:lnTo>
                    <a:pt x="331184" y="42196"/>
                  </a:lnTo>
                  <a:lnTo>
                    <a:pt x="330327" y="43625"/>
                  </a:lnTo>
                  <a:lnTo>
                    <a:pt x="329089" y="44577"/>
                  </a:lnTo>
                  <a:lnTo>
                    <a:pt x="326898" y="44482"/>
                  </a:lnTo>
                  <a:lnTo>
                    <a:pt x="324326" y="43434"/>
                  </a:lnTo>
                  <a:lnTo>
                    <a:pt x="322136" y="43244"/>
                  </a:lnTo>
                  <a:lnTo>
                    <a:pt x="320040" y="43910"/>
                  </a:lnTo>
                  <a:lnTo>
                    <a:pt x="312992" y="48768"/>
                  </a:lnTo>
                  <a:lnTo>
                    <a:pt x="311182" y="51054"/>
                  </a:lnTo>
                  <a:lnTo>
                    <a:pt x="311563" y="53245"/>
                  </a:lnTo>
                  <a:lnTo>
                    <a:pt x="313087" y="55340"/>
                  </a:lnTo>
                  <a:lnTo>
                    <a:pt x="312420" y="56198"/>
                  </a:lnTo>
                  <a:lnTo>
                    <a:pt x="310420" y="56674"/>
                  </a:lnTo>
                  <a:lnTo>
                    <a:pt x="308039" y="57531"/>
                  </a:lnTo>
                  <a:lnTo>
                    <a:pt x="303657" y="59817"/>
                  </a:lnTo>
                  <a:lnTo>
                    <a:pt x="301276" y="60388"/>
                  </a:lnTo>
                  <a:lnTo>
                    <a:pt x="285845" y="59246"/>
                  </a:lnTo>
                  <a:lnTo>
                    <a:pt x="281559" y="57055"/>
                  </a:lnTo>
                  <a:lnTo>
                    <a:pt x="279654" y="55245"/>
                  </a:lnTo>
                  <a:lnTo>
                    <a:pt x="278797" y="53340"/>
                  </a:lnTo>
                  <a:lnTo>
                    <a:pt x="278225" y="48292"/>
                  </a:lnTo>
                  <a:lnTo>
                    <a:pt x="277082" y="43910"/>
                  </a:lnTo>
                  <a:lnTo>
                    <a:pt x="277178" y="42482"/>
                  </a:lnTo>
                  <a:lnTo>
                    <a:pt x="277844" y="41720"/>
                  </a:lnTo>
                  <a:lnTo>
                    <a:pt x="279845" y="40386"/>
                  </a:lnTo>
                  <a:lnTo>
                    <a:pt x="280511" y="39053"/>
                  </a:lnTo>
                  <a:lnTo>
                    <a:pt x="279083" y="36004"/>
                  </a:lnTo>
                  <a:lnTo>
                    <a:pt x="274225" y="35909"/>
                  </a:lnTo>
                  <a:lnTo>
                    <a:pt x="262223" y="38862"/>
                  </a:lnTo>
                  <a:lnTo>
                    <a:pt x="256889" y="42577"/>
                  </a:lnTo>
                  <a:lnTo>
                    <a:pt x="254889" y="43339"/>
                  </a:lnTo>
                  <a:lnTo>
                    <a:pt x="248603" y="43720"/>
                  </a:lnTo>
                  <a:lnTo>
                    <a:pt x="246317" y="44767"/>
                  </a:lnTo>
                  <a:lnTo>
                    <a:pt x="242126" y="47911"/>
                  </a:lnTo>
                  <a:lnTo>
                    <a:pt x="239840" y="48387"/>
                  </a:lnTo>
                  <a:lnTo>
                    <a:pt x="237458" y="48482"/>
                  </a:lnTo>
                  <a:lnTo>
                    <a:pt x="230791" y="50768"/>
                  </a:lnTo>
                  <a:lnTo>
                    <a:pt x="226790" y="51149"/>
                  </a:lnTo>
                  <a:lnTo>
                    <a:pt x="225457" y="51911"/>
                  </a:lnTo>
                  <a:lnTo>
                    <a:pt x="224219" y="54007"/>
                  </a:lnTo>
                  <a:lnTo>
                    <a:pt x="221456" y="61817"/>
                  </a:lnTo>
                  <a:lnTo>
                    <a:pt x="220123" y="64103"/>
                  </a:lnTo>
                  <a:lnTo>
                    <a:pt x="216027" y="67723"/>
                  </a:lnTo>
                  <a:lnTo>
                    <a:pt x="210884" y="68771"/>
                  </a:lnTo>
                  <a:lnTo>
                    <a:pt x="187547" y="69152"/>
                  </a:lnTo>
                  <a:lnTo>
                    <a:pt x="181261" y="68390"/>
                  </a:lnTo>
                  <a:lnTo>
                    <a:pt x="176117" y="65818"/>
                  </a:lnTo>
                  <a:lnTo>
                    <a:pt x="167069" y="56198"/>
                  </a:lnTo>
                  <a:lnTo>
                    <a:pt x="163735" y="54674"/>
                  </a:lnTo>
                  <a:lnTo>
                    <a:pt x="131159" y="53816"/>
                  </a:lnTo>
                  <a:lnTo>
                    <a:pt x="122587" y="56959"/>
                  </a:lnTo>
                  <a:lnTo>
                    <a:pt x="118015" y="57721"/>
                  </a:lnTo>
                  <a:lnTo>
                    <a:pt x="115919" y="57245"/>
                  </a:lnTo>
                  <a:lnTo>
                    <a:pt x="109347" y="54007"/>
                  </a:lnTo>
                  <a:lnTo>
                    <a:pt x="106585" y="53245"/>
                  </a:lnTo>
                  <a:lnTo>
                    <a:pt x="104394" y="53626"/>
                  </a:lnTo>
                  <a:lnTo>
                    <a:pt x="99632" y="56198"/>
                  </a:lnTo>
                  <a:lnTo>
                    <a:pt x="96584" y="57436"/>
                  </a:lnTo>
                  <a:lnTo>
                    <a:pt x="94488" y="57150"/>
                  </a:lnTo>
                  <a:lnTo>
                    <a:pt x="92869" y="55531"/>
                  </a:lnTo>
                  <a:lnTo>
                    <a:pt x="90678" y="51435"/>
                  </a:lnTo>
                  <a:lnTo>
                    <a:pt x="89821" y="50387"/>
                  </a:lnTo>
                  <a:lnTo>
                    <a:pt x="88773" y="49530"/>
                  </a:lnTo>
                  <a:lnTo>
                    <a:pt x="87725" y="49149"/>
                  </a:lnTo>
                  <a:lnTo>
                    <a:pt x="86106" y="49340"/>
                  </a:lnTo>
                  <a:lnTo>
                    <a:pt x="85535" y="50006"/>
                  </a:lnTo>
                  <a:lnTo>
                    <a:pt x="85344" y="51054"/>
                  </a:lnTo>
                  <a:lnTo>
                    <a:pt x="84963" y="52102"/>
                  </a:lnTo>
                  <a:lnTo>
                    <a:pt x="81344" y="58865"/>
                  </a:lnTo>
                  <a:lnTo>
                    <a:pt x="80201" y="59817"/>
                  </a:lnTo>
                  <a:lnTo>
                    <a:pt x="78010" y="58007"/>
                  </a:lnTo>
                  <a:lnTo>
                    <a:pt x="77343" y="50673"/>
                  </a:lnTo>
                  <a:lnTo>
                    <a:pt x="75629" y="48101"/>
                  </a:lnTo>
                  <a:lnTo>
                    <a:pt x="69628" y="47816"/>
                  </a:lnTo>
                  <a:lnTo>
                    <a:pt x="67151" y="53150"/>
                  </a:lnTo>
                  <a:lnTo>
                    <a:pt x="67151" y="63246"/>
                  </a:lnTo>
                  <a:lnTo>
                    <a:pt x="67056" y="76581"/>
                  </a:lnTo>
                  <a:lnTo>
                    <a:pt x="66961" y="94107"/>
                  </a:lnTo>
                  <a:lnTo>
                    <a:pt x="58007" y="94012"/>
                  </a:lnTo>
                  <a:lnTo>
                    <a:pt x="46577" y="93917"/>
                  </a:lnTo>
                  <a:lnTo>
                    <a:pt x="33242" y="93821"/>
                  </a:lnTo>
                  <a:lnTo>
                    <a:pt x="27908" y="94679"/>
                  </a:lnTo>
                  <a:lnTo>
                    <a:pt x="24194" y="97346"/>
                  </a:lnTo>
                  <a:lnTo>
                    <a:pt x="24194" y="96393"/>
                  </a:lnTo>
                  <a:lnTo>
                    <a:pt x="24098" y="95155"/>
                  </a:lnTo>
                  <a:lnTo>
                    <a:pt x="23622" y="94202"/>
                  </a:lnTo>
                  <a:lnTo>
                    <a:pt x="22955" y="93631"/>
                  </a:lnTo>
                  <a:lnTo>
                    <a:pt x="21527" y="93917"/>
                  </a:lnTo>
                  <a:lnTo>
                    <a:pt x="21431" y="94964"/>
                  </a:lnTo>
                  <a:lnTo>
                    <a:pt x="21908" y="96203"/>
                  </a:lnTo>
                  <a:lnTo>
                    <a:pt x="22098" y="97155"/>
                  </a:lnTo>
                  <a:lnTo>
                    <a:pt x="21050" y="98774"/>
                  </a:lnTo>
                  <a:lnTo>
                    <a:pt x="19622" y="100298"/>
                  </a:lnTo>
                  <a:lnTo>
                    <a:pt x="18098" y="100965"/>
                  </a:lnTo>
                  <a:lnTo>
                    <a:pt x="16383" y="100203"/>
                  </a:lnTo>
                  <a:lnTo>
                    <a:pt x="15716" y="99060"/>
                  </a:lnTo>
                  <a:lnTo>
                    <a:pt x="15431" y="98108"/>
                  </a:lnTo>
                  <a:lnTo>
                    <a:pt x="15050" y="97536"/>
                  </a:lnTo>
                  <a:lnTo>
                    <a:pt x="13811" y="97822"/>
                  </a:lnTo>
                  <a:lnTo>
                    <a:pt x="12859" y="98679"/>
                  </a:lnTo>
                  <a:lnTo>
                    <a:pt x="12573" y="99822"/>
                  </a:lnTo>
                  <a:lnTo>
                    <a:pt x="12573" y="100870"/>
                  </a:lnTo>
                  <a:lnTo>
                    <a:pt x="12478" y="101727"/>
                  </a:lnTo>
                  <a:lnTo>
                    <a:pt x="12668" y="101917"/>
                  </a:lnTo>
                  <a:lnTo>
                    <a:pt x="13145" y="102394"/>
                  </a:lnTo>
                  <a:lnTo>
                    <a:pt x="13430" y="102870"/>
                  </a:lnTo>
                  <a:lnTo>
                    <a:pt x="13049" y="103346"/>
                  </a:lnTo>
                  <a:lnTo>
                    <a:pt x="12573" y="103346"/>
                  </a:lnTo>
                  <a:lnTo>
                    <a:pt x="11430" y="103156"/>
                  </a:lnTo>
                  <a:lnTo>
                    <a:pt x="11049" y="103156"/>
                  </a:lnTo>
                  <a:lnTo>
                    <a:pt x="10287" y="103727"/>
                  </a:lnTo>
                  <a:lnTo>
                    <a:pt x="8192" y="104584"/>
                  </a:lnTo>
                  <a:lnTo>
                    <a:pt x="7334" y="105251"/>
                  </a:lnTo>
                  <a:lnTo>
                    <a:pt x="4572" y="109442"/>
                  </a:lnTo>
                  <a:lnTo>
                    <a:pt x="4477" y="109633"/>
                  </a:lnTo>
                  <a:lnTo>
                    <a:pt x="4477" y="109633"/>
                  </a:lnTo>
                  <a:lnTo>
                    <a:pt x="4477" y="110395"/>
                  </a:lnTo>
                  <a:lnTo>
                    <a:pt x="4096" y="111442"/>
                  </a:lnTo>
                  <a:lnTo>
                    <a:pt x="3715" y="115157"/>
                  </a:lnTo>
                  <a:lnTo>
                    <a:pt x="2572" y="118300"/>
                  </a:lnTo>
                  <a:lnTo>
                    <a:pt x="2286" y="120301"/>
                  </a:lnTo>
                  <a:lnTo>
                    <a:pt x="2762" y="121539"/>
                  </a:lnTo>
                  <a:lnTo>
                    <a:pt x="4001" y="120682"/>
                  </a:lnTo>
                  <a:lnTo>
                    <a:pt x="6191" y="118110"/>
                  </a:lnTo>
                  <a:lnTo>
                    <a:pt x="6287" y="120777"/>
                  </a:lnTo>
                  <a:lnTo>
                    <a:pt x="6001" y="123349"/>
                  </a:lnTo>
                  <a:lnTo>
                    <a:pt x="6191" y="125730"/>
                  </a:lnTo>
                  <a:lnTo>
                    <a:pt x="7525" y="128016"/>
                  </a:lnTo>
                  <a:lnTo>
                    <a:pt x="9335" y="129826"/>
                  </a:lnTo>
                  <a:lnTo>
                    <a:pt x="11239" y="130778"/>
                  </a:lnTo>
                  <a:lnTo>
                    <a:pt x="13240" y="130683"/>
                  </a:lnTo>
                  <a:lnTo>
                    <a:pt x="15716" y="129254"/>
                  </a:lnTo>
                  <a:lnTo>
                    <a:pt x="15240" y="131826"/>
                  </a:lnTo>
                  <a:lnTo>
                    <a:pt x="13621" y="132398"/>
                  </a:lnTo>
                  <a:lnTo>
                    <a:pt x="11716" y="132683"/>
                  </a:lnTo>
                  <a:lnTo>
                    <a:pt x="10287" y="134493"/>
                  </a:lnTo>
                  <a:lnTo>
                    <a:pt x="8763" y="132683"/>
                  </a:lnTo>
                  <a:lnTo>
                    <a:pt x="7525" y="132207"/>
                  </a:lnTo>
                  <a:lnTo>
                    <a:pt x="6287" y="132683"/>
                  </a:lnTo>
                  <a:lnTo>
                    <a:pt x="4667" y="133541"/>
                  </a:lnTo>
                  <a:lnTo>
                    <a:pt x="4382" y="134112"/>
                  </a:lnTo>
                  <a:lnTo>
                    <a:pt x="4001" y="135827"/>
                  </a:lnTo>
                  <a:lnTo>
                    <a:pt x="3524" y="136208"/>
                  </a:lnTo>
                  <a:lnTo>
                    <a:pt x="1238" y="136017"/>
                  </a:lnTo>
                  <a:lnTo>
                    <a:pt x="762" y="136208"/>
                  </a:lnTo>
                  <a:lnTo>
                    <a:pt x="0" y="138494"/>
                  </a:lnTo>
                  <a:lnTo>
                    <a:pt x="1524" y="140017"/>
                  </a:lnTo>
                  <a:lnTo>
                    <a:pt x="4382" y="140875"/>
                  </a:lnTo>
                  <a:lnTo>
                    <a:pt x="10001" y="141637"/>
                  </a:lnTo>
                  <a:lnTo>
                    <a:pt x="17336" y="141351"/>
                  </a:lnTo>
                  <a:lnTo>
                    <a:pt x="18955" y="141542"/>
                  </a:lnTo>
                  <a:lnTo>
                    <a:pt x="20098" y="141827"/>
                  </a:lnTo>
                  <a:lnTo>
                    <a:pt x="21146" y="141732"/>
                  </a:lnTo>
                  <a:lnTo>
                    <a:pt x="22860" y="140589"/>
                  </a:lnTo>
                  <a:lnTo>
                    <a:pt x="23622" y="139732"/>
                  </a:lnTo>
                  <a:lnTo>
                    <a:pt x="24098" y="138779"/>
                  </a:lnTo>
                  <a:lnTo>
                    <a:pt x="24003" y="137922"/>
                  </a:lnTo>
                  <a:lnTo>
                    <a:pt x="22860" y="137065"/>
                  </a:lnTo>
                  <a:lnTo>
                    <a:pt x="30766" y="127445"/>
                  </a:lnTo>
                  <a:lnTo>
                    <a:pt x="32766" y="125730"/>
                  </a:lnTo>
                  <a:lnTo>
                    <a:pt x="35338" y="124587"/>
                  </a:lnTo>
                  <a:lnTo>
                    <a:pt x="38005" y="122777"/>
                  </a:lnTo>
                  <a:lnTo>
                    <a:pt x="42291" y="122015"/>
                  </a:lnTo>
                  <a:lnTo>
                    <a:pt x="43910" y="120967"/>
                  </a:lnTo>
                  <a:lnTo>
                    <a:pt x="45530" y="119825"/>
                  </a:lnTo>
                  <a:lnTo>
                    <a:pt x="47435" y="118872"/>
                  </a:lnTo>
                  <a:lnTo>
                    <a:pt x="51245" y="118015"/>
                  </a:lnTo>
                  <a:lnTo>
                    <a:pt x="52483" y="117253"/>
                  </a:lnTo>
                  <a:lnTo>
                    <a:pt x="53721" y="115538"/>
                  </a:lnTo>
                  <a:lnTo>
                    <a:pt x="55245" y="111824"/>
                  </a:lnTo>
                  <a:lnTo>
                    <a:pt x="56483" y="110776"/>
                  </a:lnTo>
                  <a:lnTo>
                    <a:pt x="58865" y="110395"/>
                  </a:lnTo>
                  <a:lnTo>
                    <a:pt x="63246" y="110300"/>
                  </a:lnTo>
                  <a:lnTo>
                    <a:pt x="66199" y="109728"/>
                  </a:lnTo>
                  <a:lnTo>
                    <a:pt x="68771" y="108204"/>
                  </a:lnTo>
                  <a:lnTo>
                    <a:pt x="71914" y="105061"/>
                  </a:lnTo>
                  <a:lnTo>
                    <a:pt x="73438" y="105537"/>
                  </a:lnTo>
                  <a:lnTo>
                    <a:pt x="76391" y="104299"/>
                  </a:lnTo>
                  <a:lnTo>
                    <a:pt x="78200" y="105061"/>
                  </a:lnTo>
                  <a:lnTo>
                    <a:pt x="72104" y="109728"/>
                  </a:lnTo>
                  <a:lnTo>
                    <a:pt x="70676" y="110395"/>
                  </a:lnTo>
                  <a:lnTo>
                    <a:pt x="69342" y="110776"/>
                  </a:lnTo>
                  <a:lnTo>
                    <a:pt x="67151" y="112586"/>
                  </a:lnTo>
                  <a:lnTo>
                    <a:pt x="66008" y="112967"/>
                  </a:lnTo>
                  <a:lnTo>
                    <a:pt x="61913" y="112681"/>
                  </a:lnTo>
                  <a:lnTo>
                    <a:pt x="60770" y="112967"/>
                  </a:lnTo>
                  <a:lnTo>
                    <a:pt x="58960" y="115062"/>
                  </a:lnTo>
                  <a:lnTo>
                    <a:pt x="56960" y="119729"/>
                  </a:lnTo>
                  <a:lnTo>
                    <a:pt x="52864" y="121349"/>
                  </a:lnTo>
                  <a:lnTo>
                    <a:pt x="50768" y="123063"/>
                  </a:lnTo>
                  <a:lnTo>
                    <a:pt x="47435" y="126683"/>
                  </a:lnTo>
                  <a:lnTo>
                    <a:pt x="45530" y="129540"/>
                  </a:lnTo>
                  <a:lnTo>
                    <a:pt x="44958" y="130112"/>
                  </a:lnTo>
                  <a:lnTo>
                    <a:pt x="43815" y="130588"/>
                  </a:lnTo>
                  <a:lnTo>
                    <a:pt x="41624" y="130778"/>
                  </a:lnTo>
                  <a:lnTo>
                    <a:pt x="39815" y="131921"/>
                  </a:lnTo>
                  <a:lnTo>
                    <a:pt x="37529" y="132683"/>
                  </a:lnTo>
                  <a:lnTo>
                    <a:pt x="37148" y="133159"/>
                  </a:lnTo>
                  <a:lnTo>
                    <a:pt x="37529" y="134969"/>
                  </a:lnTo>
                  <a:lnTo>
                    <a:pt x="38386" y="135160"/>
                  </a:lnTo>
                  <a:lnTo>
                    <a:pt x="39529" y="134874"/>
                  </a:lnTo>
                  <a:lnTo>
                    <a:pt x="40291" y="135350"/>
                  </a:lnTo>
                  <a:lnTo>
                    <a:pt x="40100" y="137732"/>
                  </a:lnTo>
                  <a:lnTo>
                    <a:pt x="37814" y="137732"/>
                  </a:lnTo>
                  <a:lnTo>
                    <a:pt x="32766" y="136208"/>
                  </a:lnTo>
                  <a:lnTo>
                    <a:pt x="30575" y="137446"/>
                  </a:lnTo>
                  <a:lnTo>
                    <a:pt x="30099" y="140399"/>
                  </a:lnTo>
                  <a:lnTo>
                    <a:pt x="30766" y="146590"/>
                  </a:lnTo>
                  <a:lnTo>
                    <a:pt x="30290" y="151638"/>
                  </a:lnTo>
                  <a:lnTo>
                    <a:pt x="30861" y="153353"/>
                  </a:lnTo>
                  <a:lnTo>
                    <a:pt x="33147" y="153543"/>
                  </a:lnTo>
                  <a:lnTo>
                    <a:pt x="34957" y="152305"/>
                  </a:lnTo>
                  <a:lnTo>
                    <a:pt x="35052" y="150686"/>
                  </a:lnTo>
                  <a:lnTo>
                    <a:pt x="34290" y="148685"/>
                  </a:lnTo>
                  <a:lnTo>
                    <a:pt x="33909" y="146590"/>
                  </a:lnTo>
                  <a:lnTo>
                    <a:pt x="34671" y="147542"/>
                  </a:lnTo>
                  <a:lnTo>
                    <a:pt x="35814" y="149447"/>
                  </a:lnTo>
                  <a:lnTo>
                    <a:pt x="36290" y="150019"/>
                  </a:lnTo>
                  <a:lnTo>
                    <a:pt x="37433" y="150209"/>
                  </a:lnTo>
                  <a:lnTo>
                    <a:pt x="38291" y="149638"/>
                  </a:lnTo>
                  <a:lnTo>
                    <a:pt x="38957" y="149542"/>
                  </a:lnTo>
                  <a:lnTo>
                    <a:pt x="39434" y="150971"/>
                  </a:lnTo>
                  <a:lnTo>
                    <a:pt x="37148" y="152019"/>
                  </a:lnTo>
                  <a:lnTo>
                    <a:pt x="35052" y="154305"/>
                  </a:lnTo>
                  <a:lnTo>
                    <a:pt x="33338" y="156972"/>
                  </a:lnTo>
                  <a:lnTo>
                    <a:pt x="32290" y="159544"/>
                  </a:lnTo>
                  <a:lnTo>
                    <a:pt x="33147" y="160687"/>
                  </a:lnTo>
                  <a:lnTo>
                    <a:pt x="34195" y="160973"/>
                  </a:lnTo>
                  <a:lnTo>
                    <a:pt x="35528" y="160496"/>
                  </a:lnTo>
                  <a:lnTo>
                    <a:pt x="37148" y="159544"/>
                  </a:lnTo>
                  <a:lnTo>
                    <a:pt x="36576" y="161163"/>
                  </a:lnTo>
                  <a:lnTo>
                    <a:pt x="36386" y="162782"/>
                  </a:lnTo>
                  <a:lnTo>
                    <a:pt x="36767" y="164116"/>
                  </a:lnTo>
                  <a:lnTo>
                    <a:pt x="38291" y="164687"/>
                  </a:lnTo>
                  <a:lnTo>
                    <a:pt x="40005" y="164116"/>
                  </a:lnTo>
                  <a:lnTo>
                    <a:pt x="40672" y="163068"/>
                  </a:lnTo>
                  <a:lnTo>
                    <a:pt x="41243" y="162401"/>
                  </a:lnTo>
                  <a:lnTo>
                    <a:pt x="42577" y="162973"/>
                  </a:lnTo>
                  <a:lnTo>
                    <a:pt x="43625" y="162211"/>
                  </a:lnTo>
                  <a:lnTo>
                    <a:pt x="44577" y="162020"/>
                  </a:lnTo>
                  <a:lnTo>
                    <a:pt x="45244" y="162592"/>
                  </a:lnTo>
                  <a:lnTo>
                    <a:pt x="45815" y="163830"/>
                  </a:lnTo>
                  <a:lnTo>
                    <a:pt x="44482" y="163830"/>
                  </a:lnTo>
                  <a:lnTo>
                    <a:pt x="43529" y="164306"/>
                  </a:lnTo>
                  <a:lnTo>
                    <a:pt x="42863" y="165354"/>
                  </a:lnTo>
                  <a:lnTo>
                    <a:pt x="42577" y="166783"/>
                  </a:lnTo>
                  <a:lnTo>
                    <a:pt x="42863" y="168212"/>
                  </a:lnTo>
                  <a:lnTo>
                    <a:pt x="43434" y="169164"/>
                  </a:lnTo>
                  <a:lnTo>
                    <a:pt x="44482" y="169926"/>
                  </a:lnTo>
                  <a:lnTo>
                    <a:pt x="45815" y="170688"/>
                  </a:lnTo>
                  <a:lnTo>
                    <a:pt x="46101" y="170498"/>
                  </a:lnTo>
                  <a:lnTo>
                    <a:pt x="46673" y="170117"/>
                  </a:lnTo>
                  <a:lnTo>
                    <a:pt x="47435" y="169831"/>
                  </a:lnTo>
                  <a:lnTo>
                    <a:pt x="48101" y="169831"/>
                  </a:lnTo>
                  <a:lnTo>
                    <a:pt x="48482" y="170307"/>
                  </a:lnTo>
                  <a:lnTo>
                    <a:pt x="48768" y="171164"/>
                  </a:lnTo>
                  <a:lnTo>
                    <a:pt x="49244" y="172021"/>
                  </a:lnTo>
                  <a:lnTo>
                    <a:pt x="50102" y="172403"/>
                  </a:lnTo>
                  <a:lnTo>
                    <a:pt x="51721" y="172784"/>
                  </a:lnTo>
                  <a:lnTo>
                    <a:pt x="52959" y="173736"/>
                  </a:lnTo>
                  <a:lnTo>
                    <a:pt x="53435" y="174593"/>
                  </a:lnTo>
                  <a:lnTo>
                    <a:pt x="52483" y="175070"/>
                  </a:lnTo>
                  <a:lnTo>
                    <a:pt x="48959" y="175546"/>
                  </a:lnTo>
                  <a:lnTo>
                    <a:pt x="48101" y="175832"/>
                  </a:lnTo>
                  <a:lnTo>
                    <a:pt x="45815" y="180594"/>
                  </a:lnTo>
                  <a:lnTo>
                    <a:pt x="47149" y="182880"/>
                  </a:lnTo>
                  <a:lnTo>
                    <a:pt x="50102" y="183452"/>
                  </a:lnTo>
                  <a:lnTo>
                    <a:pt x="53245" y="182975"/>
                  </a:lnTo>
                  <a:lnTo>
                    <a:pt x="55245" y="181928"/>
                  </a:lnTo>
                  <a:lnTo>
                    <a:pt x="55340" y="183356"/>
                  </a:lnTo>
                  <a:lnTo>
                    <a:pt x="54959" y="184690"/>
                  </a:lnTo>
                  <a:lnTo>
                    <a:pt x="53721" y="187071"/>
                  </a:lnTo>
                  <a:lnTo>
                    <a:pt x="52388" y="185738"/>
                  </a:lnTo>
                  <a:lnTo>
                    <a:pt x="52102" y="185357"/>
                  </a:lnTo>
                  <a:lnTo>
                    <a:pt x="52578" y="187262"/>
                  </a:lnTo>
                  <a:lnTo>
                    <a:pt x="53721" y="189548"/>
                  </a:lnTo>
                  <a:lnTo>
                    <a:pt x="55245" y="191453"/>
                  </a:lnTo>
                  <a:lnTo>
                    <a:pt x="58388" y="192786"/>
                  </a:lnTo>
                  <a:lnTo>
                    <a:pt x="58484" y="194024"/>
                  </a:lnTo>
                  <a:lnTo>
                    <a:pt x="58484" y="195167"/>
                  </a:lnTo>
                  <a:lnTo>
                    <a:pt x="58865" y="195739"/>
                  </a:lnTo>
                  <a:lnTo>
                    <a:pt x="59627" y="196120"/>
                  </a:lnTo>
                  <a:lnTo>
                    <a:pt x="63151" y="199168"/>
                  </a:lnTo>
                  <a:lnTo>
                    <a:pt x="83344" y="212979"/>
                  </a:lnTo>
                  <a:lnTo>
                    <a:pt x="103346" y="221742"/>
                  </a:lnTo>
                  <a:lnTo>
                    <a:pt x="114395" y="229457"/>
                  </a:lnTo>
                  <a:lnTo>
                    <a:pt x="122111" y="234029"/>
                  </a:lnTo>
                  <a:lnTo>
                    <a:pt x="126302" y="235267"/>
                  </a:lnTo>
                  <a:lnTo>
                    <a:pt x="137827" y="236411"/>
                  </a:lnTo>
                  <a:lnTo>
                    <a:pt x="141732" y="238125"/>
                  </a:lnTo>
                  <a:lnTo>
                    <a:pt x="145637" y="238792"/>
                  </a:lnTo>
                  <a:lnTo>
                    <a:pt x="147733" y="240030"/>
                  </a:lnTo>
                  <a:lnTo>
                    <a:pt x="153257" y="241173"/>
                  </a:lnTo>
                  <a:lnTo>
                    <a:pt x="153829" y="241554"/>
                  </a:lnTo>
                  <a:lnTo>
                    <a:pt x="154496" y="242030"/>
                  </a:lnTo>
                  <a:lnTo>
                    <a:pt x="155258" y="242411"/>
                  </a:lnTo>
                  <a:lnTo>
                    <a:pt x="156496" y="242792"/>
                  </a:lnTo>
                  <a:lnTo>
                    <a:pt x="157734" y="242983"/>
                  </a:lnTo>
                  <a:lnTo>
                    <a:pt x="161544" y="242792"/>
                  </a:lnTo>
                  <a:lnTo>
                    <a:pt x="163068" y="243269"/>
                  </a:lnTo>
                  <a:lnTo>
                    <a:pt x="165164" y="244983"/>
                  </a:lnTo>
                  <a:lnTo>
                    <a:pt x="166307" y="245364"/>
                  </a:lnTo>
                  <a:lnTo>
                    <a:pt x="174212" y="245459"/>
                  </a:lnTo>
                  <a:lnTo>
                    <a:pt x="178880" y="246793"/>
                  </a:lnTo>
                  <a:lnTo>
                    <a:pt x="181356" y="247174"/>
                  </a:lnTo>
                  <a:lnTo>
                    <a:pt x="182880" y="246221"/>
                  </a:lnTo>
                  <a:lnTo>
                    <a:pt x="186499" y="239459"/>
                  </a:lnTo>
                  <a:lnTo>
                    <a:pt x="188786" y="237077"/>
                  </a:lnTo>
                  <a:lnTo>
                    <a:pt x="191834" y="234887"/>
                  </a:lnTo>
                  <a:lnTo>
                    <a:pt x="194882" y="233267"/>
                  </a:lnTo>
                  <a:lnTo>
                    <a:pt x="197168" y="232600"/>
                  </a:lnTo>
                  <a:lnTo>
                    <a:pt x="200787" y="232029"/>
                  </a:lnTo>
                  <a:lnTo>
                    <a:pt x="207264" y="229743"/>
                  </a:lnTo>
                  <a:lnTo>
                    <a:pt x="213836" y="228791"/>
                  </a:lnTo>
                  <a:lnTo>
                    <a:pt x="221266" y="225742"/>
                  </a:lnTo>
                  <a:lnTo>
                    <a:pt x="228029" y="224885"/>
                  </a:lnTo>
                  <a:lnTo>
                    <a:pt x="229743" y="224219"/>
                  </a:lnTo>
                  <a:lnTo>
                    <a:pt x="229457" y="222885"/>
                  </a:lnTo>
                  <a:lnTo>
                    <a:pt x="228029" y="221456"/>
                  </a:lnTo>
                  <a:lnTo>
                    <a:pt x="226790" y="220599"/>
                  </a:lnTo>
                  <a:lnTo>
                    <a:pt x="229172" y="216217"/>
                  </a:lnTo>
                  <a:lnTo>
                    <a:pt x="228695" y="217361"/>
                  </a:lnTo>
                  <a:lnTo>
                    <a:pt x="228600" y="218504"/>
                  </a:lnTo>
                  <a:lnTo>
                    <a:pt x="229076" y="219361"/>
                  </a:lnTo>
                  <a:lnTo>
                    <a:pt x="230410" y="219646"/>
                  </a:lnTo>
                  <a:lnTo>
                    <a:pt x="231172" y="219742"/>
                  </a:lnTo>
                  <a:lnTo>
                    <a:pt x="231458" y="219932"/>
                  </a:lnTo>
                  <a:lnTo>
                    <a:pt x="231553" y="220409"/>
                  </a:lnTo>
                  <a:lnTo>
                    <a:pt x="231934" y="220980"/>
                  </a:lnTo>
                  <a:lnTo>
                    <a:pt x="232982" y="221933"/>
                  </a:lnTo>
                  <a:lnTo>
                    <a:pt x="233458" y="221837"/>
                  </a:lnTo>
                  <a:lnTo>
                    <a:pt x="233934" y="221552"/>
                  </a:lnTo>
                  <a:lnTo>
                    <a:pt x="234696" y="221361"/>
                  </a:lnTo>
                  <a:lnTo>
                    <a:pt x="237649" y="221456"/>
                  </a:lnTo>
                  <a:lnTo>
                    <a:pt x="239744" y="220599"/>
                  </a:lnTo>
                  <a:lnTo>
                    <a:pt x="240887" y="218599"/>
                  </a:lnTo>
                  <a:lnTo>
                    <a:pt x="241078" y="215456"/>
                  </a:lnTo>
                  <a:lnTo>
                    <a:pt x="242983" y="217075"/>
                  </a:lnTo>
                  <a:lnTo>
                    <a:pt x="243935" y="218980"/>
                  </a:lnTo>
                  <a:lnTo>
                    <a:pt x="245174" y="220694"/>
                  </a:lnTo>
                  <a:lnTo>
                    <a:pt x="247841" y="221361"/>
                  </a:lnTo>
                  <a:lnTo>
                    <a:pt x="248031" y="221552"/>
                  </a:lnTo>
                  <a:lnTo>
                    <a:pt x="248793" y="222504"/>
                  </a:lnTo>
                  <a:lnTo>
                    <a:pt x="249174" y="223266"/>
                  </a:lnTo>
                  <a:lnTo>
                    <a:pt x="249746" y="223075"/>
                  </a:lnTo>
                  <a:lnTo>
                    <a:pt x="250412" y="222599"/>
                  </a:lnTo>
                  <a:lnTo>
                    <a:pt x="250984" y="222313"/>
                  </a:lnTo>
                  <a:lnTo>
                    <a:pt x="251746" y="222409"/>
                  </a:lnTo>
                  <a:lnTo>
                    <a:pt x="252222" y="222599"/>
                  </a:lnTo>
                  <a:lnTo>
                    <a:pt x="252698" y="222980"/>
                  </a:lnTo>
                  <a:lnTo>
                    <a:pt x="253270" y="223647"/>
                  </a:lnTo>
                  <a:lnTo>
                    <a:pt x="254127" y="224123"/>
                  </a:lnTo>
                  <a:lnTo>
                    <a:pt x="254794" y="223838"/>
                  </a:lnTo>
                  <a:lnTo>
                    <a:pt x="255365" y="223457"/>
                  </a:lnTo>
                  <a:lnTo>
                    <a:pt x="256127" y="223171"/>
                  </a:lnTo>
                  <a:lnTo>
                    <a:pt x="258509" y="223171"/>
                  </a:lnTo>
                  <a:lnTo>
                    <a:pt x="259461" y="222885"/>
                  </a:lnTo>
                  <a:lnTo>
                    <a:pt x="260128" y="222313"/>
                  </a:lnTo>
                  <a:lnTo>
                    <a:pt x="260509" y="221266"/>
                  </a:lnTo>
                  <a:lnTo>
                    <a:pt x="260699" y="219551"/>
                  </a:lnTo>
                  <a:lnTo>
                    <a:pt x="260699" y="217742"/>
                  </a:lnTo>
                  <a:lnTo>
                    <a:pt x="260509" y="216694"/>
                  </a:lnTo>
                  <a:lnTo>
                    <a:pt x="260509" y="215551"/>
                  </a:lnTo>
                  <a:lnTo>
                    <a:pt x="261557" y="212598"/>
                  </a:lnTo>
                  <a:lnTo>
                    <a:pt x="260795" y="211360"/>
                  </a:lnTo>
                  <a:lnTo>
                    <a:pt x="260414" y="209836"/>
                  </a:lnTo>
                  <a:lnTo>
                    <a:pt x="260128" y="208121"/>
                  </a:lnTo>
                  <a:lnTo>
                    <a:pt x="260128" y="206883"/>
                  </a:lnTo>
                  <a:lnTo>
                    <a:pt x="261557" y="204692"/>
                  </a:lnTo>
                  <a:lnTo>
                    <a:pt x="266129" y="202216"/>
                  </a:lnTo>
                  <a:lnTo>
                    <a:pt x="267176" y="201168"/>
                  </a:lnTo>
                  <a:lnTo>
                    <a:pt x="268034" y="199263"/>
                  </a:lnTo>
                  <a:lnTo>
                    <a:pt x="270034" y="200216"/>
                  </a:lnTo>
                  <a:lnTo>
                    <a:pt x="272129" y="202406"/>
                  </a:lnTo>
                  <a:lnTo>
                    <a:pt x="273558" y="204311"/>
                  </a:lnTo>
                  <a:lnTo>
                    <a:pt x="274606" y="206692"/>
                  </a:lnTo>
                  <a:lnTo>
                    <a:pt x="275082" y="209550"/>
                  </a:lnTo>
                  <a:lnTo>
                    <a:pt x="274987" y="212503"/>
                  </a:lnTo>
                  <a:lnTo>
                    <a:pt x="273939" y="214979"/>
                  </a:lnTo>
                  <a:lnTo>
                    <a:pt x="273272" y="216122"/>
                  </a:lnTo>
                  <a:lnTo>
                    <a:pt x="272415" y="218027"/>
                  </a:lnTo>
                  <a:lnTo>
                    <a:pt x="271558" y="219266"/>
                  </a:lnTo>
                  <a:lnTo>
                    <a:pt x="270224" y="220028"/>
                  </a:lnTo>
                  <a:lnTo>
                    <a:pt x="268891" y="220028"/>
                  </a:lnTo>
                  <a:lnTo>
                    <a:pt x="267557" y="219646"/>
                  </a:lnTo>
                  <a:lnTo>
                    <a:pt x="266414" y="219646"/>
                  </a:lnTo>
                  <a:lnTo>
                    <a:pt x="264509" y="221171"/>
                  </a:lnTo>
                  <a:lnTo>
                    <a:pt x="260795" y="225552"/>
                  </a:lnTo>
                  <a:lnTo>
                    <a:pt x="258890" y="226504"/>
                  </a:lnTo>
                  <a:lnTo>
                    <a:pt x="257461" y="227648"/>
                  </a:lnTo>
                  <a:lnTo>
                    <a:pt x="253746" y="235172"/>
                  </a:lnTo>
                  <a:lnTo>
                    <a:pt x="251651" y="237268"/>
                  </a:lnTo>
                  <a:lnTo>
                    <a:pt x="251365" y="237744"/>
                  </a:lnTo>
                  <a:lnTo>
                    <a:pt x="251270" y="239078"/>
                  </a:lnTo>
                  <a:lnTo>
                    <a:pt x="251460" y="242125"/>
                  </a:lnTo>
                  <a:lnTo>
                    <a:pt x="250984" y="243269"/>
                  </a:lnTo>
                  <a:lnTo>
                    <a:pt x="244983" y="252317"/>
                  </a:lnTo>
                  <a:lnTo>
                    <a:pt x="241268" y="259461"/>
                  </a:lnTo>
                  <a:lnTo>
                    <a:pt x="238030" y="263652"/>
                  </a:lnTo>
                  <a:lnTo>
                    <a:pt x="236030" y="268319"/>
                  </a:lnTo>
                  <a:lnTo>
                    <a:pt x="234696" y="270320"/>
                  </a:lnTo>
                  <a:lnTo>
                    <a:pt x="230886" y="272034"/>
                  </a:lnTo>
                  <a:lnTo>
                    <a:pt x="220980" y="270796"/>
                  </a:lnTo>
                  <a:lnTo>
                    <a:pt x="216503" y="271177"/>
                  </a:lnTo>
                  <a:lnTo>
                    <a:pt x="214503" y="272701"/>
                  </a:lnTo>
                  <a:lnTo>
                    <a:pt x="213741" y="272891"/>
                  </a:lnTo>
                  <a:lnTo>
                    <a:pt x="211169" y="273082"/>
                  </a:lnTo>
                  <a:lnTo>
                    <a:pt x="211074" y="272891"/>
                  </a:lnTo>
                  <a:lnTo>
                    <a:pt x="209741" y="273653"/>
                  </a:lnTo>
                  <a:lnTo>
                    <a:pt x="203264" y="279749"/>
                  </a:lnTo>
                  <a:lnTo>
                    <a:pt x="200882" y="281369"/>
                  </a:lnTo>
                  <a:lnTo>
                    <a:pt x="198406" y="282321"/>
                  </a:lnTo>
                  <a:lnTo>
                    <a:pt x="196977" y="282416"/>
                  </a:lnTo>
                  <a:lnTo>
                    <a:pt x="195929" y="282226"/>
                  </a:lnTo>
                  <a:lnTo>
                    <a:pt x="194882" y="282607"/>
                  </a:lnTo>
                  <a:lnTo>
                    <a:pt x="193643" y="284036"/>
                  </a:lnTo>
                  <a:lnTo>
                    <a:pt x="192977" y="285369"/>
                  </a:lnTo>
                  <a:lnTo>
                    <a:pt x="192596" y="286893"/>
                  </a:lnTo>
                  <a:lnTo>
                    <a:pt x="191834" y="287941"/>
                  </a:lnTo>
                  <a:lnTo>
                    <a:pt x="190500" y="288227"/>
                  </a:lnTo>
                  <a:lnTo>
                    <a:pt x="189738" y="287655"/>
                  </a:lnTo>
                  <a:lnTo>
                    <a:pt x="184404" y="281464"/>
                  </a:lnTo>
                  <a:lnTo>
                    <a:pt x="183356" y="280511"/>
                  </a:lnTo>
                  <a:lnTo>
                    <a:pt x="182499" y="282512"/>
                  </a:lnTo>
                  <a:lnTo>
                    <a:pt x="180594" y="288131"/>
                  </a:lnTo>
                  <a:lnTo>
                    <a:pt x="179451" y="290036"/>
                  </a:lnTo>
                  <a:lnTo>
                    <a:pt x="178880" y="290036"/>
                  </a:lnTo>
                  <a:lnTo>
                    <a:pt x="177356" y="289370"/>
                  </a:lnTo>
                  <a:lnTo>
                    <a:pt x="176594" y="289179"/>
                  </a:lnTo>
                  <a:lnTo>
                    <a:pt x="176022" y="289370"/>
                  </a:lnTo>
                  <a:lnTo>
                    <a:pt x="175546" y="289941"/>
                  </a:lnTo>
                  <a:lnTo>
                    <a:pt x="175070" y="290513"/>
                  </a:lnTo>
                  <a:lnTo>
                    <a:pt x="174689" y="290894"/>
                  </a:lnTo>
                  <a:lnTo>
                    <a:pt x="174022" y="291751"/>
                  </a:lnTo>
                  <a:lnTo>
                    <a:pt x="173450" y="292989"/>
                  </a:lnTo>
                  <a:lnTo>
                    <a:pt x="172688" y="293561"/>
                  </a:lnTo>
                  <a:lnTo>
                    <a:pt x="171450" y="292513"/>
                  </a:lnTo>
                  <a:lnTo>
                    <a:pt x="170307" y="294132"/>
                  </a:lnTo>
                  <a:lnTo>
                    <a:pt x="170021" y="294894"/>
                  </a:lnTo>
                  <a:lnTo>
                    <a:pt x="169831" y="296037"/>
                  </a:lnTo>
                  <a:lnTo>
                    <a:pt x="168116" y="295084"/>
                  </a:lnTo>
                  <a:lnTo>
                    <a:pt x="164402" y="294227"/>
                  </a:lnTo>
                  <a:lnTo>
                    <a:pt x="162782" y="293275"/>
                  </a:lnTo>
                  <a:lnTo>
                    <a:pt x="163544" y="291560"/>
                  </a:lnTo>
                  <a:lnTo>
                    <a:pt x="163354" y="289084"/>
                  </a:lnTo>
                  <a:lnTo>
                    <a:pt x="162020" y="284036"/>
                  </a:lnTo>
                  <a:lnTo>
                    <a:pt x="161163" y="284036"/>
                  </a:lnTo>
                  <a:lnTo>
                    <a:pt x="160020" y="284798"/>
                  </a:lnTo>
                  <a:lnTo>
                    <a:pt x="158972" y="284417"/>
                  </a:lnTo>
                  <a:lnTo>
                    <a:pt x="158306" y="284512"/>
                  </a:lnTo>
                  <a:lnTo>
                    <a:pt x="158020" y="286607"/>
                  </a:lnTo>
                  <a:lnTo>
                    <a:pt x="158401" y="288512"/>
                  </a:lnTo>
                  <a:lnTo>
                    <a:pt x="159068" y="290036"/>
                  </a:lnTo>
                  <a:lnTo>
                    <a:pt x="159449" y="291560"/>
                  </a:lnTo>
                  <a:lnTo>
                    <a:pt x="158782" y="293275"/>
                  </a:lnTo>
                  <a:lnTo>
                    <a:pt x="158210" y="293656"/>
                  </a:lnTo>
                  <a:lnTo>
                    <a:pt x="157448" y="293751"/>
                  </a:lnTo>
                  <a:lnTo>
                    <a:pt x="156782" y="294037"/>
                  </a:lnTo>
                  <a:lnTo>
                    <a:pt x="156496" y="294704"/>
                  </a:lnTo>
                  <a:lnTo>
                    <a:pt x="154781" y="297085"/>
                  </a:lnTo>
                  <a:lnTo>
                    <a:pt x="154115" y="297752"/>
                  </a:lnTo>
                  <a:lnTo>
                    <a:pt x="152876" y="298323"/>
                  </a:lnTo>
                  <a:lnTo>
                    <a:pt x="148971" y="299180"/>
                  </a:lnTo>
                  <a:lnTo>
                    <a:pt x="140303" y="299371"/>
                  </a:lnTo>
                  <a:lnTo>
                    <a:pt x="138779" y="299942"/>
                  </a:lnTo>
                  <a:lnTo>
                    <a:pt x="137541" y="302228"/>
                  </a:lnTo>
                  <a:lnTo>
                    <a:pt x="131826" y="304895"/>
                  </a:lnTo>
                  <a:lnTo>
                    <a:pt x="123254" y="306229"/>
                  </a:lnTo>
                  <a:lnTo>
                    <a:pt x="123254" y="305276"/>
                  </a:lnTo>
                  <a:lnTo>
                    <a:pt x="120777" y="303943"/>
                  </a:lnTo>
                  <a:lnTo>
                    <a:pt x="118872" y="301942"/>
                  </a:lnTo>
                  <a:lnTo>
                    <a:pt x="118396" y="299561"/>
                  </a:lnTo>
                  <a:lnTo>
                    <a:pt x="120110" y="296799"/>
                  </a:lnTo>
                  <a:lnTo>
                    <a:pt x="119825" y="294704"/>
                  </a:lnTo>
                  <a:lnTo>
                    <a:pt x="122492" y="290703"/>
                  </a:lnTo>
                  <a:lnTo>
                    <a:pt x="122111" y="288703"/>
                  </a:lnTo>
                  <a:lnTo>
                    <a:pt x="120491" y="287274"/>
                  </a:lnTo>
                  <a:lnTo>
                    <a:pt x="119348" y="287084"/>
                  </a:lnTo>
                  <a:lnTo>
                    <a:pt x="118205" y="287941"/>
                  </a:lnTo>
                  <a:lnTo>
                    <a:pt x="116586" y="289560"/>
                  </a:lnTo>
                  <a:lnTo>
                    <a:pt x="115729" y="289941"/>
                  </a:lnTo>
                  <a:lnTo>
                    <a:pt x="114871" y="289655"/>
                  </a:lnTo>
                  <a:lnTo>
                    <a:pt x="114014" y="289179"/>
                  </a:lnTo>
                  <a:lnTo>
                    <a:pt x="112967" y="289179"/>
                  </a:lnTo>
                  <a:lnTo>
                    <a:pt x="111919" y="289560"/>
                  </a:lnTo>
                  <a:lnTo>
                    <a:pt x="110014" y="290703"/>
                  </a:lnTo>
                  <a:lnTo>
                    <a:pt x="108966" y="290894"/>
                  </a:lnTo>
                  <a:lnTo>
                    <a:pt x="107061" y="290608"/>
                  </a:lnTo>
                  <a:lnTo>
                    <a:pt x="105918" y="289560"/>
                  </a:lnTo>
                  <a:lnTo>
                    <a:pt x="104299" y="286607"/>
                  </a:lnTo>
                  <a:lnTo>
                    <a:pt x="105251" y="285274"/>
                  </a:lnTo>
                  <a:lnTo>
                    <a:pt x="107347" y="284321"/>
                  </a:lnTo>
                  <a:lnTo>
                    <a:pt x="108299" y="283083"/>
                  </a:lnTo>
                  <a:lnTo>
                    <a:pt x="108585" y="281464"/>
                  </a:lnTo>
                  <a:lnTo>
                    <a:pt x="108204" y="280511"/>
                  </a:lnTo>
                  <a:lnTo>
                    <a:pt x="107252" y="280321"/>
                  </a:lnTo>
                  <a:lnTo>
                    <a:pt x="104299" y="282512"/>
                  </a:lnTo>
                  <a:lnTo>
                    <a:pt x="99632" y="285179"/>
                  </a:lnTo>
                  <a:lnTo>
                    <a:pt x="97917" y="286607"/>
                  </a:lnTo>
                  <a:lnTo>
                    <a:pt x="96869" y="288131"/>
                  </a:lnTo>
                  <a:lnTo>
                    <a:pt x="95821" y="289941"/>
                  </a:lnTo>
                  <a:lnTo>
                    <a:pt x="95060" y="292132"/>
                  </a:lnTo>
                  <a:lnTo>
                    <a:pt x="94774" y="294704"/>
                  </a:lnTo>
                  <a:lnTo>
                    <a:pt x="94202" y="296799"/>
                  </a:lnTo>
                  <a:lnTo>
                    <a:pt x="93155" y="298609"/>
                  </a:lnTo>
                  <a:lnTo>
                    <a:pt x="92297" y="300704"/>
                  </a:lnTo>
                  <a:lnTo>
                    <a:pt x="92393" y="303657"/>
                  </a:lnTo>
                  <a:lnTo>
                    <a:pt x="93345" y="306038"/>
                  </a:lnTo>
                  <a:lnTo>
                    <a:pt x="96488" y="310991"/>
                  </a:lnTo>
                  <a:lnTo>
                    <a:pt x="98108" y="314992"/>
                  </a:lnTo>
                  <a:lnTo>
                    <a:pt x="100203" y="317278"/>
                  </a:lnTo>
                  <a:lnTo>
                    <a:pt x="104299" y="320707"/>
                  </a:lnTo>
                  <a:lnTo>
                    <a:pt x="109442" y="327946"/>
                  </a:lnTo>
                  <a:lnTo>
                    <a:pt x="110681" y="330899"/>
                  </a:lnTo>
                  <a:lnTo>
                    <a:pt x="112586" y="332613"/>
                  </a:lnTo>
                  <a:lnTo>
                    <a:pt x="116110" y="335280"/>
                  </a:lnTo>
                  <a:lnTo>
                    <a:pt x="121634" y="342900"/>
                  </a:lnTo>
                  <a:lnTo>
                    <a:pt x="123254" y="344424"/>
                  </a:lnTo>
                  <a:lnTo>
                    <a:pt x="126873" y="347091"/>
                  </a:lnTo>
                  <a:lnTo>
                    <a:pt x="137541" y="357473"/>
                  </a:lnTo>
                  <a:lnTo>
                    <a:pt x="139827" y="358616"/>
                  </a:lnTo>
                  <a:lnTo>
                    <a:pt x="141256" y="358235"/>
                  </a:lnTo>
                  <a:lnTo>
                    <a:pt x="143828" y="355663"/>
                  </a:lnTo>
                  <a:lnTo>
                    <a:pt x="144399" y="357664"/>
                  </a:lnTo>
                  <a:lnTo>
                    <a:pt x="144018" y="361283"/>
                  </a:lnTo>
                  <a:lnTo>
                    <a:pt x="144685" y="363379"/>
                  </a:lnTo>
                  <a:lnTo>
                    <a:pt x="148114" y="367570"/>
                  </a:lnTo>
                  <a:lnTo>
                    <a:pt x="150305" y="369475"/>
                  </a:lnTo>
                  <a:lnTo>
                    <a:pt x="154019" y="371094"/>
                  </a:lnTo>
                  <a:lnTo>
                    <a:pt x="156401" y="375190"/>
                  </a:lnTo>
                  <a:lnTo>
                    <a:pt x="158782" y="377095"/>
                  </a:lnTo>
                  <a:lnTo>
                    <a:pt x="162592" y="381953"/>
                  </a:lnTo>
                  <a:lnTo>
                    <a:pt x="164306" y="383858"/>
                  </a:lnTo>
                  <a:lnTo>
                    <a:pt x="171450" y="388049"/>
                  </a:lnTo>
                  <a:lnTo>
                    <a:pt x="186023" y="403670"/>
                  </a:lnTo>
                  <a:lnTo>
                    <a:pt x="187738" y="405194"/>
                  </a:lnTo>
                  <a:lnTo>
                    <a:pt x="189738" y="406241"/>
                  </a:lnTo>
                  <a:lnTo>
                    <a:pt x="192024" y="406717"/>
                  </a:lnTo>
                  <a:lnTo>
                    <a:pt x="192786" y="410718"/>
                  </a:lnTo>
                  <a:lnTo>
                    <a:pt x="196215" y="416147"/>
                  </a:lnTo>
                  <a:lnTo>
                    <a:pt x="203930" y="425387"/>
                  </a:lnTo>
                  <a:lnTo>
                    <a:pt x="209360" y="430530"/>
                  </a:lnTo>
                  <a:lnTo>
                    <a:pt x="210217" y="431768"/>
                  </a:lnTo>
                  <a:lnTo>
                    <a:pt x="210788" y="432911"/>
                  </a:lnTo>
                  <a:lnTo>
                    <a:pt x="220790" y="445961"/>
                  </a:lnTo>
                  <a:lnTo>
                    <a:pt x="231743" y="454628"/>
                  </a:lnTo>
                  <a:lnTo>
                    <a:pt x="244507" y="466820"/>
                  </a:lnTo>
                  <a:lnTo>
                    <a:pt x="248793" y="469487"/>
                  </a:lnTo>
                  <a:lnTo>
                    <a:pt x="252984" y="473392"/>
                  </a:lnTo>
                  <a:lnTo>
                    <a:pt x="260128" y="476250"/>
                  </a:lnTo>
                  <a:lnTo>
                    <a:pt x="262223" y="477869"/>
                  </a:lnTo>
                  <a:lnTo>
                    <a:pt x="266224" y="482156"/>
                  </a:lnTo>
                  <a:lnTo>
                    <a:pt x="267557" y="483013"/>
                  </a:lnTo>
                  <a:lnTo>
                    <a:pt x="270034" y="483680"/>
                  </a:lnTo>
                  <a:lnTo>
                    <a:pt x="276606" y="488061"/>
                  </a:lnTo>
                  <a:lnTo>
                    <a:pt x="294704" y="495681"/>
                  </a:lnTo>
                  <a:lnTo>
                    <a:pt x="298418" y="498538"/>
                  </a:lnTo>
                  <a:lnTo>
                    <a:pt x="299561" y="499110"/>
                  </a:lnTo>
                  <a:lnTo>
                    <a:pt x="300895" y="499015"/>
                  </a:lnTo>
                  <a:lnTo>
                    <a:pt x="302228" y="498348"/>
                  </a:lnTo>
                  <a:lnTo>
                    <a:pt x="303467" y="498062"/>
                  </a:lnTo>
                  <a:lnTo>
                    <a:pt x="304705" y="498634"/>
                  </a:lnTo>
                  <a:lnTo>
                    <a:pt x="306610" y="500253"/>
                  </a:lnTo>
                  <a:lnTo>
                    <a:pt x="308705" y="501015"/>
                  </a:lnTo>
                  <a:lnTo>
                    <a:pt x="311087" y="501206"/>
                  </a:lnTo>
                  <a:lnTo>
                    <a:pt x="326422" y="500253"/>
                  </a:lnTo>
                  <a:lnTo>
                    <a:pt x="326422" y="500253"/>
                  </a:lnTo>
                  <a:lnTo>
                    <a:pt x="326231" y="499491"/>
                  </a:lnTo>
                  <a:lnTo>
                    <a:pt x="326231" y="498348"/>
                  </a:lnTo>
                  <a:lnTo>
                    <a:pt x="326708" y="497396"/>
                  </a:lnTo>
                  <a:lnTo>
                    <a:pt x="327469" y="496729"/>
                  </a:lnTo>
                  <a:lnTo>
                    <a:pt x="328517" y="496538"/>
                  </a:lnTo>
                  <a:lnTo>
                    <a:pt x="329375" y="496634"/>
                  </a:lnTo>
                  <a:lnTo>
                    <a:pt x="330232" y="496919"/>
                  </a:lnTo>
                  <a:lnTo>
                    <a:pt x="330422" y="496253"/>
                  </a:lnTo>
                  <a:lnTo>
                    <a:pt x="332327" y="495871"/>
                  </a:lnTo>
                  <a:lnTo>
                    <a:pt x="334613" y="496443"/>
                  </a:lnTo>
                  <a:lnTo>
                    <a:pt x="336709" y="496634"/>
                  </a:lnTo>
                  <a:lnTo>
                    <a:pt x="337852" y="495776"/>
                  </a:lnTo>
                  <a:lnTo>
                    <a:pt x="339090" y="494443"/>
                  </a:lnTo>
                  <a:lnTo>
                    <a:pt x="340519" y="493586"/>
                  </a:lnTo>
                  <a:lnTo>
                    <a:pt x="342233" y="494062"/>
                  </a:lnTo>
                  <a:lnTo>
                    <a:pt x="342995" y="493109"/>
                  </a:lnTo>
                  <a:lnTo>
                    <a:pt x="345758" y="493300"/>
                  </a:lnTo>
                  <a:lnTo>
                    <a:pt x="366236" y="483013"/>
                  </a:lnTo>
                  <a:lnTo>
                    <a:pt x="373094" y="481775"/>
                  </a:lnTo>
                  <a:lnTo>
                    <a:pt x="382810" y="478536"/>
                  </a:lnTo>
                  <a:lnTo>
                    <a:pt x="385001" y="476631"/>
                  </a:lnTo>
                  <a:lnTo>
                    <a:pt x="385382" y="474631"/>
                  </a:lnTo>
                  <a:lnTo>
                    <a:pt x="386429" y="473107"/>
                  </a:lnTo>
                  <a:lnTo>
                    <a:pt x="391478" y="468821"/>
                  </a:lnTo>
                  <a:lnTo>
                    <a:pt x="393097" y="467678"/>
                  </a:lnTo>
                  <a:lnTo>
                    <a:pt x="395192" y="466916"/>
                  </a:lnTo>
                  <a:lnTo>
                    <a:pt x="394430" y="467678"/>
                  </a:lnTo>
                  <a:lnTo>
                    <a:pt x="393764" y="468535"/>
                  </a:lnTo>
                  <a:lnTo>
                    <a:pt x="392906" y="470440"/>
                  </a:lnTo>
                  <a:lnTo>
                    <a:pt x="396812" y="469487"/>
                  </a:lnTo>
                  <a:lnTo>
                    <a:pt x="403384" y="464725"/>
                  </a:lnTo>
                  <a:lnTo>
                    <a:pt x="408337" y="462915"/>
                  </a:lnTo>
                  <a:lnTo>
                    <a:pt x="412337" y="460438"/>
                  </a:lnTo>
                  <a:lnTo>
                    <a:pt x="413766" y="460534"/>
                  </a:lnTo>
                  <a:lnTo>
                    <a:pt x="415290" y="461010"/>
                  </a:lnTo>
                  <a:lnTo>
                    <a:pt x="417576" y="460343"/>
                  </a:lnTo>
                  <a:lnTo>
                    <a:pt x="420529" y="458534"/>
                  </a:lnTo>
                  <a:lnTo>
                    <a:pt x="422529" y="456724"/>
                  </a:lnTo>
                  <a:lnTo>
                    <a:pt x="436340" y="448342"/>
                  </a:lnTo>
                  <a:lnTo>
                    <a:pt x="441674" y="448056"/>
                  </a:lnTo>
                  <a:lnTo>
                    <a:pt x="443770" y="447484"/>
                  </a:lnTo>
                  <a:lnTo>
                    <a:pt x="451199" y="443579"/>
                  </a:lnTo>
                  <a:lnTo>
                    <a:pt x="452152" y="442722"/>
                  </a:lnTo>
                  <a:lnTo>
                    <a:pt x="452533" y="441960"/>
                  </a:lnTo>
                  <a:lnTo>
                    <a:pt x="453581" y="441388"/>
                  </a:lnTo>
                  <a:lnTo>
                    <a:pt x="454628" y="441008"/>
                  </a:lnTo>
                  <a:lnTo>
                    <a:pt x="455390" y="440722"/>
                  </a:lnTo>
                  <a:lnTo>
                    <a:pt x="457010" y="439007"/>
                  </a:lnTo>
                  <a:lnTo>
                    <a:pt x="456914" y="436912"/>
                  </a:lnTo>
                  <a:lnTo>
                    <a:pt x="455676" y="434245"/>
                  </a:lnTo>
                  <a:lnTo>
                    <a:pt x="455390" y="433102"/>
                  </a:lnTo>
                  <a:lnTo>
                    <a:pt x="455676" y="432435"/>
                  </a:lnTo>
                  <a:lnTo>
                    <a:pt x="456343" y="431578"/>
                  </a:lnTo>
                  <a:lnTo>
                    <a:pt x="456724" y="430435"/>
                  </a:lnTo>
                  <a:lnTo>
                    <a:pt x="456057" y="428816"/>
                  </a:lnTo>
                  <a:lnTo>
                    <a:pt x="457295" y="428530"/>
                  </a:lnTo>
                  <a:lnTo>
                    <a:pt x="457772" y="427768"/>
                  </a:lnTo>
                  <a:lnTo>
                    <a:pt x="457581" y="426625"/>
                  </a:lnTo>
                  <a:lnTo>
                    <a:pt x="456914" y="425387"/>
                  </a:lnTo>
                  <a:lnTo>
                    <a:pt x="458248" y="424434"/>
                  </a:lnTo>
                  <a:lnTo>
                    <a:pt x="462343" y="419767"/>
                  </a:lnTo>
                  <a:lnTo>
                    <a:pt x="463296" y="418148"/>
                  </a:lnTo>
                  <a:lnTo>
                    <a:pt x="464153" y="415862"/>
                  </a:lnTo>
                  <a:lnTo>
                    <a:pt x="470249" y="409289"/>
                  </a:lnTo>
                  <a:lnTo>
                    <a:pt x="472821" y="404908"/>
                  </a:lnTo>
                  <a:lnTo>
                    <a:pt x="476631" y="390620"/>
                  </a:lnTo>
                  <a:lnTo>
                    <a:pt x="477107" y="390049"/>
                  </a:lnTo>
                  <a:lnTo>
                    <a:pt x="478536" y="388620"/>
                  </a:lnTo>
                  <a:lnTo>
                    <a:pt x="479012" y="388049"/>
                  </a:lnTo>
                  <a:lnTo>
                    <a:pt x="479393" y="386810"/>
                  </a:lnTo>
                  <a:lnTo>
                    <a:pt x="479298" y="385858"/>
                  </a:lnTo>
                  <a:lnTo>
                    <a:pt x="479108" y="384810"/>
                  </a:lnTo>
                  <a:lnTo>
                    <a:pt x="479012" y="383381"/>
                  </a:lnTo>
                  <a:lnTo>
                    <a:pt x="478631" y="382715"/>
                  </a:lnTo>
                  <a:lnTo>
                    <a:pt x="477774" y="382048"/>
                  </a:lnTo>
                  <a:lnTo>
                    <a:pt x="477012" y="381191"/>
                  </a:lnTo>
                  <a:lnTo>
                    <a:pt x="476250" y="378809"/>
                  </a:lnTo>
                  <a:lnTo>
                    <a:pt x="475202" y="378619"/>
                  </a:lnTo>
                  <a:lnTo>
                    <a:pt x="473964" y="378809"/>
                  </a:lnTo>
                  <a:lnTo>
                    <a:pt x="472631" y="378714"/>
                  </a:lnTo>
                  <a:lnTo>
                    <a:pt x="471488" y="378142"/>
                  </a:lnTo>
                  <a:lnTo>
                    <a:pt x="470726" y="377571"/>
                  </a:lnTo>
                  <a:lnTo>
                    <a:pt x="470154" y="376904"/>
                  </a:lnTo>
                  <a:lnTo>
                    <a:pt x="469583" y="376047"/>
                  </a:lnTo>
                  <a:lnTo>
                    <a:pt x="468249" y="371666"/>
                  </a:lnTo>
                  <a:lnTo>
                    <a:pt x="467963" y="371475"/>
                  </a:lnTo>
                  <a:lnTo>
                    <a:pt x="467487" y="370523"/>
                  </a:lnTo>
                  <a:lnTo>
                    <a:pt x="465296" y="369380"/>
                  </a:lnTo>
                  <a:lnTo>
                    <a:pt x="464820" y="368046"/>
                  </a:lnTo>
                  <a:lnTo>
                    <a:pt x="464630" y="366332"/>
                  </a:lnTo>
                  <a:lnTo>
                    <a:pt x="464058" y="365950"/>
                  </a:lnTo>
                  <a:lnTo>
                    <a:pt x="458438" y="368141"/>
                  </a:lnTo>
                  <a:lnTo>
                    <a:pt x="456819" y="368332"/>
                  </a:lnTo>
                  <a:lnTo>
                    <a:pt x="455009" y="367189"/>
                  </a:lnTo>
                  <a:lnTo>
                    <a:pt x="453390" y="366617"/>
                  </a:lnTo>
                  <a:lnTo>
                    <a:pt x="451199" y="366998"/>
                  </a:lnTo>
                  <a:lnTo>
                    <a:pt x="447389" y="368427"/>
                  </a:lnTo>
                  <a:lnTo>
                    <a:pt x="447485" y="367570"/>
                  </a:lnTo>
                  <a:lnTo>
                    <a:pt x="447389" y="365950"/>
                  </a:lnTo>
                  <a:lnTo>
                    <a:pt x="447389" y="365093"/>
                  </a:lnTo>
                  <a:lnTo>
                    <a:pt x="445961" y="365760"/>
                  </a:lnTo>
                  <a:lnTo>
                    <a:pt x="445484" y="366141"/>
                  </a:lnTo>
                  <a:lnTo>
                    <a:pt x="445008" y="366713"/>
                  </a:lnTo>
                  <a:lnTo>
                    <a:pt x="444437" y="365284"/>
                  </a:lnTo>
                  <a:lnTo>
                    <a:pt x="444246" y="363760"/>
                  </a:lnTo>
                  <a:lnTo>
                    <a:pt x="444246" y="360331"/>
                  </a:lnTo>
                  <a:lnTo>
                    <a:pt x="444532" y="358426"/>
                  </a:lnTo>
                  <a:lnTo>
                    <a:pt x="445389" y="358045"/>
                  </a:lnTo>
                  <a:lnTo>
                    <a:pt x="452152" y="360998"/>
                  </a:lnTo>
                  <a:lnTo>
                    <a:pt x="454914" y="361474"/>
                  </a:lnTo>
                  <a:lnTo>
                    <a:pt x="456914" y="360807"/>
                  </a:lnTo>
                  <a:lnTo>
                    <a:pt x="454819" y="357092"/>
                  </a:lnTo>
                  <a:lnTo>
                    <a:pt x="454152" y="356521"/>
                  </a:lnTo>
                  <a:lnTo>
                    <a:pt x="453200" y="356425"/>
                  </a:lnTo>
                  <a:lnTo>
                    <a:pt x="451961" y="356140"/>
                  </a:lnTo>
                  <a:lnTo>
                    <a:pt x="451009" y="355759"/>
                  </a:lnTo>
                  <a:lnTo>
                    <a:pt x="450533" y="355283"/>
                  </a:lnTo>
                  <a:lnTo>
                    <a:pt x="451580" y="352996"/>
                  </a:lnTo>
                  <a:lnTo>
                    <a:pt x="453866" y="353473"/>
                  </a:lnTo>
                  <a:lnTo>
                    <a:pt x="456248" y="355187"/>
                  </a:lnTo>
                  <a:lnTo>
                    <a:pt x="457772" y="356521"/>
                  </a:lnTo>
                  <a:lnTo>
                    <a:pt x="459105" y="358521"/>
                  </a:lnTo>
                  <a:lnTo>
                    <a:pt x="459962" y="359474"/>
                  </a:lnTo>
                  <a:lnTo>
                    <a:pt x="463582" y="360331"/>
                  </a:lnTo>
                  <a:lnTo>
                    <a:pt x="464439" y="360140"/>
                  </a:lnTo>
                  <a:lnTo>
                    <a:pt x="463677" y="358712"/>
                  </a:lnTo>
                  <a:lnTo>
                    <a:pt x="463391" y="357092"/>
                  </a:lnTo>
                  <a:lnTo>
                    <a:pt x="464153" y="355378"/>
                  </a:lnTo>
                  <a:lnTo>
                    <a:pt x="464439" y="354044"/>
                  </a:lnTo>
                  <a:lnTo>
                    <a:pt x="462439" y="353092"/>
                  </a:lnTo>
                  <a:lnTo>
                    <a:pt x="463296" y="352234"/>
                  </a:lnTo>
                  <a:lnTo>
                    <a:pt x="461677" y="351473"/>
                  </a:lnTo>
                  <a:lnTo>
                    <a:pt x="461677" y="350615"/>
                  </a:lnTo>
                  <a:lnTo>
                    <a:pt x="462915" y="349567"/>
                  </a:lnTo>
                  <a:lnTo>
                    <a:pt x="461296" y="349663"/>
                  </a:lnTo>
                  <a:lnTo>
                    <a:pt x="456914" y="350615"/>
                  </a:lnTo>
                  <a:lnTo>
                    <a:pt x="455009" y="350330"/>
                  </a:lnTo>
                  <a:lnTo>
                    <a:pt x="448151" y="347948"/>
                  </a:lnTo>
                  <a:lnTo>
                    <a:pt x="449294" y="346900"/>
                  </a:lnTo>
                  <a:lnTo>
                    <a:pt x="451294" y="346138"/>
                  </a:lnTo>
                  <a:lnTo>
                    <a:pt x="453295" y="346043"/>
                  </a:lnTo>
                  <a:lnTo>
                    <a:pt x="455009" y="346805"/>
                  </a:lnTo>
                  <a:lnTo>
                    <a:pt x="455962" y="347472"/>
                  </a:lnTo>
                  <a:lnTo>
                    <a:pt x="456629" y="347186"/>
                  </a:lnTo>
                  <a:lnTo>
                    <a:pt x="457010" y="346424"/>
                  </a:lnTo>
                  <a:lnTo>
                    <a:pt x="456914" y="345472"/>
                  </a:lnTo>
                  <a:lnTo>
                    <a:pt x="454438" y="343662"/>
                  </a:lnTo>
                  <a:lnTo>
                    <a:pt x="453676" y="342900"/>
                  </a:lnTo>
                  <a:lnTo>
                    <a:pt x="458153" y="344138"/>
                  </a:lnTo>
                  <a:lnTo>
                    <a:pt x="459296" y="343853"/>
                  </a:lnTo>
                  <a:lnTo>
                    <a:pt x="459677" y="342424"/>
                  </a:lnTo>
                  <a:lnTo>
                    <a:pt x="458629" y="341186"/>
                  </a:lnTo>
                  <a:lnTo>
                    <a:pt x="456057" y="339471"/>
                  </a:lnTo>
                  <a:lnTo>
                    <a:pt x="458057" y="339090"/>
                  </a:lnTo>
                  <a:lnTo>
                    <a:pt x="460343" y="339757"/>
                  </a:lnTo>
                  <a:lnTo>
                    <a:pt x="462343" y="341090"/>
                  </a:lnTo>
                  <a:lnTo>
                    <a:pt x="463296" y="342424"/>
                  </a:lnTo>
                  <a:lnTo>
                    <a:pt x="463772" y="343662"/>
                  </a:lnTo>
                  <a:lnTo>
                    <a:pt x="464820" y="343376"/>
                  </a:lnTo>
                  <a:lnTo>
                    <a:pt x="465963" y="342519"/>
                  </a:lnTo>
                  <a:lnTo>
                    <a:pt x="466344" y="342043"/>
                  </a:lnTo>
                  <a:lnTo>
                    <a:pt x="466916" y="341186"/>
                  </a:lnTo>
                  <a:lnTo>
                    <a:pt x="467392" y="339947"/>
                  </a:lnTo>
                  <a:lnTo>
                    <a:pt x="467963" y="339471"/>
                  </a:lnTo>
                  <a:lnTo>
                    <a:pt x="468725" y="341090"/>
                  </a:lnTo>
                  <a:lnTo>
                    <a:pt x="469583" y="341090"/>
                  </a:lnTo>
                  <a:lnTo>
                    <a:pt x="469868" y="339376"/>
                  </a:lnTo>
                  <a:lnTo>
                    <a:pt x="470344" y="338995"/>
                  </a:lnTo>
                  <a:lnTo>
                    <a:pt x="472250" y="339471"/>
                  </a:lnTo>
                  <a:lnTo>
                    <a:pt x="473678" y="339376"/>
                  </a:lnTo>
                  <a:lnTo>
                    <a:pt x="474631" y="338900"/>
                  </a:lnTo>
                  <a:lnTo>
                    <a:pt x="476631" y="336899"/>
                  </a:lnTo>
                  <a:lnTo>
                    <a:pt x="476726" y="336423"/>
                  </a:lnTo>
                  <a:lnTo>
                    <a:pt x="477584" y="334899"/>
                  </a:lnTo>
                  <a:lnTo>
                    <a:pt x="478536" y="333756"/>
                  </a:lnTo>
                  <a:lnTo>
                    <a:pt x="479012" y="334042"/>
                  </a:lnTo>
                  <a:lnTo>
                    <a:pt x="479298" y="332708"/>
                  </a:lnTo>
                  <a:lnTo>
                    <a:pt x="480346" y="330517"/>
                  </a:lnTo>
                  <a:lnTo>
                    <a:pt x="481489" y="317373"/>
                  </a:lnTo>
                  <a:lnTo>
                    <a:pt x="480251" y="311753"/>
                  </a:lnTo>
                  <a:lnTo>
                    <a:pt x="475869" y="312134"/>
                  </a:lnTo>
                  <a:lnTo>
                    <a:pt x="472440" y="310610"/>
                  </a:lnTo>
                  <a:lnTo>
                    <a:pt x="471868" y="310039"/>
                  </a:lnTo>
                  <a:lnTo>
                    <a:pt x="472250" y="308420"/>
                  </a:lnTo>
                  <a:lnTo>
                    <a:pt x="472916" y="307277"/>
                  </a:lnTo>
                  <a:lnTo>
                    <a:pt x="473297" y="306038"/>
                  </a:lnTo>
                  <a:lnTo>
                    <a:pt x="472631" y="304514"/>
                  </a:lnTo>
                  <a:lnTo>
                    <a:pt x="469011" y="308038"/>
                  </a:lnTo>
                  <a:lnTo>
                    <a:pt x="466916" y="309086"/>
                  </a:lnTo>
                  <a:lnTo>
                    <a:pt x="464058" y="307943"/>
                  </a:lnTo>
                  <a:lnTo>
                    <a:pt x="462058" y="305753"/>
                  </a:lnTo>
                  <a:lnTo>
                    <a:pt x="463582" y="305371"/>
                  </a:lnTo>
                  <a:lnTo>
                    <a:pt x="468725" y="306229"/>
                  </a:lnTo>
                  <a:lnTo>
                    <a:pt x="468059" y="304038"/>
                  </a:lnTo>
                  <a:lnTo>
                    <a:pt x="468916" y="302990"/>
                  </a:lnTo>
                  <a:lnTo>
                    <a:pt x="470630" y="302609"/>
                  </a:lnTo>
                  <a:lnTo>
                    <a:pt x="472631" y="302800"/>
                  </a:lnTo>
                  <a:lnTo>
                    <a:pt x="475393" y="303562"/>
                  </a:lnTo>
                  <a:lnTo>
                    <a:pt x="475583" y="304609"/>
                  </a:lnTo>
                  <a:lnTo>
                    <a:pt x="475202" y="305943"/>
                  </a:lnTo>
                  <a:lnTo>
                    <a:pt x="476631" y="307943"/>
                  </a:lnTo>
                  <a:lnTo>
                    <a:pt x="478155" y="307848"/>
                  </a:lnTo>
                  <a:lnTo>
                    <a:pt x="480536" y="308324"/>
                  </a:lnTo>
                  <a:lnTo>
                    <a:pt x="482727" y="307943"/>
                  </a:lnTo>
                  <a:lnTo>
                    <a:pt x="483680" y="304895"/>
                  </a:lnTo>
                  <a:lnTo>
                    <a:pt x="484156" y="302609"/>
                  </a:lnTo>
                  <a:lnTo>
                    <a:pt x="485204" y="299942"/>
                  </a:lnTo>
                  <a:lnTo>
                    <a:pt x="486537" y="297561"/>
                  </a:lnTo>
                  <a:lnTo>
                    <a:pt x="487680" y="296037"/>
                  </a:lnTo>
                  <a:lnTo>
                    <a:pt x="490728" y="294704"/>
                  </a:lnTo>
                  <a:lnTo>
                    <a:pt x="491966" y="296323"/>
                  </a:lnTo>
                  <a:lnTo>
                    <a:pt x="491585" y="298895"/>
                  </a:lnTo>
                  <a:lnTo>
                    <a:pt x="489680" y="300228"/>
                  </a:lnTo>
                  <a:lnTo>
                    <a:pt x="488728" y="301466"/>
                  </a:lnTo>
                  <a:lnTo>
                    <a:pt x="488823" y="304229"/>
                  </a:lnTo>
                  <a:lnTo>
                    <a:pt x="489490" y="307181"/>
                  </a:lnTo>
                  <a:lnTo>
                    <a:pt x="490061" y="308800"/>
                  </a:lnTo>
                  <a:lnTo>
                    <a:pt x="492633" y="309658"/>
                  </a:lnTo>
                  <a:lnTo>
                    <a:pt x="494729" y="308515"/>
                  </a:lnTo>
                  <a:lnTo>
                    <a:pt x="496634" y="307181"/>
                  </a:lnTo>
                  <a:lnTo>
                    <a:pt x="498443" y="307467"/>
                  </a:lnTo>
                  <a:lnTo>
                    <a:pt x="498729" y="308515"/>
                  </a:lnTo>
                  <a:lnTo>
                    <a:pt x="497396" y="309848"/>
                  </a:lnTo>
                  <a:lnTo>
                    <a:pt x="497586" y="310896"/>
                  </a:lnTo>
                  <a:lnTo>
                    <a:pt x="498634" y="311372"/>
                  </a:lnTo>
                  <a:lnTo>
                    <a:pt x="500158" y="311277"/>
                  </a:lnTo>
                  <a:lnTo>
                    <a:pt x="502730" y="310420"/>
                  </a:lnTo>
                  <a:lnTo>
                    <a:pt x="505016" y="308896"/>
                  </a:lnTo>
                  <a:lnTo>
                    <a:pt x="508730" y="305181"/>
                  </a:lnTo>
                  <a:lnTo>
                    <a:pt x="511112" y="304514"/>
                  </a:lnTo>
                  <a:lnTo>
                    <a:pt x="513683" y="304609"/>
                  </a:lnTo>
                  <a:lnTo>
                    <a:pt x="514826" y="304991"/>
                  </a:lnTo>
                  <a:lnTo>
                    <a:pt x="517017" y="306610"/>
                  </a:lnTo>
                  <a:lnTo>
                    <a:pt x="518160" y="306515"/>
                  </a:lnTo>
                  <a:lnTo>
                    <a:pt x="519493" y="306229"/>
                  </a:lnTo>
                  <a:lnTo>
                    <a:pt x="520922" y="306229"/>
                  </a:lnTo>
                  <a:lnTo>
                    <a:pt x="528733" y="309372"/>
                  </a:lnTo>
                  <a:lnTo>
                    <a:pt x="532162" y="310039"/>
                  </a:lnTo>
                  <a:lnTo>
                    <a:pt x="535496" y="308420"/>
                  </a:lnTo>
                  <a:lnTo>
                    <a:pt x="537020" y="307277"/>
                  </a:lnTo>
                  <a:lnTo>
                    <a:pt x="539306" y="306324"/>
                  </a:lnTo>
                  <a:lnTo>
                    <a:pt x="541592" y="305943"/>
                  </a:lnTo>
                  <a:lnTo>
                    <a:pt x="543401" y="306610"/>
                  </a:lnTo>
                  <a:lnTo>
                    <a:pt x="545211" y="307658"/>
                  </a:lnTo>
                  <a:lnTo>
                    <a:pt x="547116" y="307658"/>
                  </a:lnTo>
                  <a:lnTo>
                    <a:pt x="548640" y="306800"/>
                  </a:lnTo>
                  <a:lnTo>
                    <a:pt x="549402" y="305276"/>
                  </a:lnTo>
                  <a:lnTo>
                    <a:pt x="550736" y="306610"/>
                  </a:lnTo>
                  <a:lnTo>
                    <a:pt x="551307" y="308705"/>
                  </a:lnTo>
                  <a:lnTo>
                    <a:pt x="551307" y="310896"/>
                  </a:lnTo>
                  <a:lnTo>
                    <a:pt x="550545" y="312611"/>
                  </a:lnTo>
                  <a:lnTo>
                    <a:pt x="548354" y="313849"/>
                  </a:lnTo>
                  <a:lnTo>
                    <a:pt x="546545" y="312896"/>
                  </a:lnTo>
                  <a:lnTo>
                    <a:pt x="544735" y="311277"/>
                  </a:lnTo>
                  <a:lnTo>
                    <a:pt x="542639" y="310420"/>
                  </a:lnTo>
                  <a:lnTo>
                    <a:pt x="538639" y="311182"/>
                  </a:lnTo>
                  <a:lnTo>
                    <a:pt x="536067" y="313277"/>
                  </a:lnTo>
                  <a:lnTo>
                    <a:pt x="531209" y="319945"/>
                  </a:lnTo>
                  <a:lnTo>
                    <a:pt x="529019" y="318325"/>
                  </a:lnTo>
                  <a:lnTo>
                    <a:pt x="527876" y="317659"/>
                  </a:lnTo>
                  <a:lnTo>
                    <a:pt x="526542" y="317278"/>
                  </a:lnTo>
                  <a:lnTo>
                    <a:pt x="525590" y="317373"/>
                  </a:lnTo>
                  <a:lnTo>
                    <a:pt x="524637" y="317754"/>
                  </a:lnTo>
                  <a:lnTo>
                    <a:pt x="523589" y="317754"/>
                  </a:lnTo>
                  <a:lnTo>
                    <a:pt x="522161" y="316897"/>
                  </a:lnTo>
                  <a:lnTo>
                    <a:pt x="520160" y="315182"/>
                  </a:lnTo>
                  <a:lnTo>
                    <a:pt x="518065" y="314134"/>
                  </a:lnTo>
                  <a:lnTo>
                    <a:pt x="515779" y="314039"/>
                  </a:lnTo>
                  <a:lnTo>
                    <a:pt x="513017" y="314801"/>
                  </a:lnTo>
                  <a:lnTo>
                    <a:pt x="511302" y="316135"/>
                  </a:lnTo>
                  <a:lnTo>
                    <a:pt x="509207" y="318421"/>
                  </a:lnTo>
                  <a:lnTo>
                    <a:pt x="507397" y="320897"/>
                  </a:lnTo>
                  <a:lnTo>
                    <a:pt x="506730" y="322898"/>
                  </a:lnTo>
                  <a:lnTo>
                    <a:pt x="506444" y="325660"/>
                  </a:lnTo>
                  <a:lnTo>
                    <a:pt x="506063" y="326993"/>
                  </a:lnTo>
                  <a:lnTo>
                    <a:pt x="504825" y="329375"/>
                  </a:lnTo>
                  <a:lnTo>
                    <a:pt x="504825" y="330708"/>
                  </a:lnTo>
                  <a:lnTo>
                    <a:pt x="505016" y="332137"/>
                  </a:lnTo>
                  <a:lnTo>
                    <a:pt x="505111" y="333661"/>
                  </a:lnTo>
                  <a:lnTo>
                    <a:pt x="504635" y="336328"/>
                  </a:lnTo>
                  <a:lnTo>
                    <a:pt x="503111" y="341090"/>
                  </a:lnTo>
                  <a:lnTo>
                    <a:pt x="502730" y="343376"/>
                  </a:lnTo>
                  <a:lnTo>
                    <a:pt x="503396" y="345091"/>
                  </a:lnTo>
                  <a:lnTo>
                    <a:pt x="506444" y="350330"/>
                  </a:lnTo>
                  <a:lnTo>
                    <a:pt x="507492" y="351473"/>
                  </a:lnTo>
                  <a:lnTo>
                    <a:pt x="509302" y="350901"/>
                  </a:lnTo>
                  <a:lnTo>
                    <a:pt x="511969" y="349282"/>
                  </a:lnTo>
                  <a:lnTo>
                    <a:pt x="514445" y="347377"/>
                  </a:lnTo>
                  <a:lnTo>
                    <a:pt x="515398" y="345948"/>
                  </a:lnTo>
                  <a:lnTo>
                    <a:pt x="516731" y="344519"/>
                  </a:lnTo>
                  <a:lnTo>
                    <a:pt x="524923" y="343853"/>
                  </a:lnTo>
                  <a:lnTo>
                    <a:pt x="525113" y="343376"/>
                  </a:lnTo>
                  <a:lnTo>
                    <a:pt x="525399" y="342614"/>
                  </a:lnTo>
                  <a:lnTo>
                    <a:pt x="525780" y="341757"/>
                  </a:lnTo>
                  <a:lnTo>
                    <a:pt x="526542" y="341090"/>
                  </a:lnTo>
                  <a:lnTo>
                    <a:pt x="527209" y="340900"/>
                  </a:lnTo>
                  <a:lnTo>
                    <a:pt x="527971" y="340805"/>
                  </a:lnTo>
                  <a:lnTo>
                    <a:pt x="528733" y="340900"/>
                  </a:lnTo>
                  <a:lnTo>
                    <a:pt x="529590" y="341090"/>
                  </a:lnTo>
                  <a:lnTo>
                    <a:pt x="529590" y="342043"/>
                  </a:lnTo>
                  <a:lnTo>
                    <a:pt x="527304" y="342519"/>
                  </a:lnTo>
                  <a:lnTo>
                    <a:pt x="526447" y="344615"/>
                  </a:lnTo>
                  <a:lnTo>
                    <a:pt x="525875" y="346900"/>
                  </a:lnTo>
                  <a:lnTo>
                    <a:pt x="524542" y="347948"/>
                  </a:lnTo>
                  <a:lnTo>
                    <a:pt x="520160" y="347663"/>
                  </a:lnTo>
                  <a:lnTo>
                    <a:pt x="518065" y="348139"/>
                  </a:lnTo>
                  <a:lnTo>
                    <a:pt x="516255" y="349663"/>
                  </a:lnTo>
                  <a:lnTo>
                    <a:pt x="513969" y="355187"/>
                  </a:lnTo>
                  <a:lnTo>
                    <a:pt x="512445" y="357950"/>
                  </a:lnTo>
                  <a:lnTo>
                    <a:pt x="510254" y="359092"/>
                  </a:lnTo>
                  <a:lnTo>
                    <a:pt x="509778" y="360331"/>
                  </a:lnTo>
                  <a:lnTo>
                    <a:pt x="509111" y="368427"/>
                  </a:lnTo>
                  <a:lnTo>
                    <a:pt x="508349" y="371189"/>
                  </a:lnTo>
                  <a:lnTo>
                    <a:pt x="506254" y="375952"/>
                  </a:lnTo>
                  <a:lnTo>
                    <a:pt x="505873" y="378238"/>
                  </a:lnTo>
                  <a:lnTo>
                    <a:pt x="506540" y="381000"/>
                  </a:lnTo>
                  <a:lnTo>
                    <a:pt x="508349" y="381762"/>
                  </a:lnTo>
                  <a:lnTo>
                    <a:pt x="510731" y="381286"/>
                  </a:lnTo>
                  <a:lnTo>
                    <a:pt x="515969" y="379476"/>
                  </a:lnTo>
                  <a:lnTo>
                    <a:pt x="518160" y="379571"/>
                  </a:lnTo>
                  <a:lnTo>
                    <a:pt x="520256" y="380048"/>
                  </a:lnTo>
                  <a:lnTo>
                    <a:pt x="522923" y="380333"/>
                  </a:lnTo>
                  <a:lnTo>
                    <a:pt x="529495" y="379190"/>
                  </a:lnTo>
                  <a:lnTo>
                    <a:pt x="532067" y="379571"/>
                  </a:lnTo>
                  <a:lnTo>
                    <a:pt x="536924" y="380905"/>
                  </a:lnTo>
                  <a:lnTo>
                    <a:pt x="539401" y="380714"/>
                  </a:lnTo>
                  <a:lnTo>
                    <a:pt x="541877" y="379095"/>
                  </a:lnTo>
                  <a:lnTo>
                    <a:pt x="543878" y="378238"/>
                  </a:lnTo>
                  <a:lnTo>
                    <a:pt x="546735" y="378524"/>
                  </a:lnTo>
                  <a:lnTo>
                    <a:pt x="551783" y="379571"/>
                  </a:lnTo>
                  <a:lnTo>
                    <a:pt x="554546" y="379000"/>
                  </a:lnTo>
                  <a:lnTo>
                    <a:pt x="559308" y="376619"/>
                  </a:lnTo>
                  <a:lnTo>
                    <a:pt x="561689" y="376047"/>
                  </a:lnTo>
                  <a:lnTo>
                    <a:pt x="562832" y="375666"/>
                  </a:lnTo>
                  <a:lnTo>
                    <a:pt x="565023" y="373952"/>
                  </a:lnTo>
                  <a:lnTo>
                    <a:pt x="565595" y="373475"/>
                  </a:lnTo>
                  <a:lnTo>
                    <a:pt x="569976" y="371856"/>
                  </a:lnTo>
                  <a:lnTo>
                    <a:pt x="573977" y="369665"/>
                  </a:lnTo>
                  <a:lnTo>
                    <a:pt x="574834" y="369380"/>
                  </a:lnTo>
                  <a:lnTo>
                    <a:pt x="575501" y="370523"/>
                  </a:lnTo>
                  <a:lnTo>
                    <a:pt x="574929" y="371856"/>
                  </a:lnTo>
                  <a:lnTo>
                    <a:pt x="573786" y="372999"/>
                  </a:lnTo>
                  <a:lnTo>
                    <a:pt x="572738" y="373475"/>
                  </a:lnTo>
                  <a:lnTo>
                    <a:pt x="570071" y="373952"/>
                  </a:lnTo>
                  <a:lnTo>
                    <a:pt x="562832" y="377857"/>
                  </a:lnTo>
                  <a:lnTo>
                    <a:pt x="556260" y="380333"/>
                  </a:lnTo>
                  <a:lnTo>
                    <a:pt x="552831" y="382810"/>
                  </a:lnTo>
                  <a:lnTo>
                    <a:pt x="547497" y="385000"/>
                  </a:lnTo>
                  <a:lnTo>
                    <a:pt x="545402" y="385572"/>
                  </a:lnTo>
                  <a:lnTo>
                    <a:pt x="543973" y="385382"/>
                  </a:lnTo>
                  <a:lnTo>
                    <a:pt x="541115" y="384524"/>
                  </a:lnTo>
                  <a:lnTo>
                    <a:pt x="539877" y="384620"/>
                  </a:lnTo>
                  <a:lnTo>
                    <a:pt x="538353" y="385763"/>
                  </a:lnTo>
                  <a:lnTo>
                    <a:pt x="535877" y="390620"/>
                  </a:lnTo>
                  <a:lnTo>
                    <a:pt x="534067" y="392525"/>
                  </a:lnTo>
                  <a:lnTo>
                    <a:pt x="531590" y="394430"/>
                  </a:lnTo>
                  <a:lnTo>
                    <a:pt x="528733" y="395859"/>
                  </a:lnTo>
                  <a:lnTo>
                    <a:pt x="526066" y="396431"/>
                  </a:lnTo>
                  <a:lnTo>
                    <a:pt x="524542" y="397478"/>
                  </a:lnTo>
                  <a:lnTo>
                    <a:pt x="519970" y="401574"/>
                  </a:lnTo>
                  <a:lnTo>
                    <a:pt x="518160" y="402527"/>
                  </a:lnTo>
                  <a:lnTo>
                    <a:pt x="516350" y="404050"/>
                  </a:lnTo>
                  <a:lnTo>
                    <a:pt x="512921" y="410813"/>
                  </a:lnTo>
                  <a:lnTo>
                    <a:pt x="512255" y="412718"/>
                  </a:lnTo>
                  <a:lnTo>
                    <a:pt x="515588" y="412147"/>
                  </a:lnTo>
                  <a:lnTo>
                    <a:pt x="521589" y="407765"/>
                  </a:lnTo>
                  <a:lnTo>
                    <a:pt x="523685" y="406717"/>
                  </a:lnTo>
                  <a:lnTo>
                    <a:pt x="530066" y="404622"/>
                  </a:lnTo>
                  <a:lnTo>
                    <a:pt x="531209" y="405003"/>
                  </a:lnTo>
                  <a:lnTo>
                    <a:pt x="531686" y="407003"/>
                  </a:lnTo>
                  <a:lnTo>
                    <a:pt x="531114" y="408337"/>
                  </a:lnTo>
                  <a:lnTo>
                    <a:pt x="528923" y="406717"/>
                  </a:lnTo>
                  <a:lnTo>
                    <a:pt x="522923" y="410909"/>
                  </a:lnTo>
                  <a:lnTo>
                    <a:pt x="522542" y="411385"/>
                  </a:lnTo>
                  <a:lnTo>
                    <a:pt x="518160" y="413957"/>
                  </a:lnTo>
                  <a:lnTo>
                    <a:pt x="511112" y="416147"/>
                  </a:lnTo>
                  <a:lnTo>
                    <a:pt x="510064" y="416624"/>
                  </a:lnTo>
                  <a:lnTo>
                    <a:pt x="510350" y="417767"/>
                  </a:lnTo>
                  <a:lnTo>
                    <a:pt x="511683" y="419005"/>
                  </a:lnTo>
                  <a:lnTo>
                    <a:pt x="513398" y="419481"/>
                  </a:lnTo>
                  <a:lnTo>
                    <a:pt x="516827" y="418529"/>
                  </a:lnTo>
                  <a:lnTo>
                    <a:pt x="518541" y="418433"/>
                  </a:lnTo>
                  <a:lnTo>
                    <a:pt x="519398" y="419481"/>
                  </a:lnTo>
                  <a:lnTo>
                    <a:pt x="518541" y="420148"/>
                  </a:lnTo>
                  <a:lnTo>
                    <a:pt x="514445" y="420719"/>
                  </a:lnTo>
                  <a:lnTo>
                    <a:pt x="513017" y="421291"/>
                  </a:lnTo>
                  <a:lnTo>
                    <a:pt x="512540" y="422148"/>
                  </a:lnTo>
                  <a:lnTo>
                    <a:pt x="512826" y="423291"/>
                  </a:lnTo>
                  <a:lnTo>
                    <a:pt x="513874" y="426339"/>
                  </a:lnTo>
                  <a:lnTo>
                    <a:pt x="514350" y="430054"/>
                  </a:lnTo>
                  <a:lnTo>
                    <a:pt x="514826" y="431387"/>
                  </a:lnTo>
                  <a:lnTo>
                    <a:pt x="516255" y="433102"/>
                  </a:lnTo>
                  <a:lnTo>
                    <a:pt x="517017" y="432340"/>
                  </a:lnTo>
                  <a:lnTo>
                    <a:pt x="519398" y="430530"/>
                  </a:lnTo>
                  <a:lnTo>
                    <a:pt x="519493" y="433007"/>
                  </a:lnTo>
                  <a:lnTo>
                    <a:pt x="520922" y="434150"/>
                  </a:lnTo>
                  <a:lnTo>
                    <a:pt x="522542" y="434816"/>
                  </a:lnTo>
                  <a:lnTo>
                    <a:pt x="523304" y="436055"/>
                  </a:lnTo>
                  <a:lnTo>
                    <a:pt x="524256" y="437102"/>
                  </a:lnTo>
                  <a:lnTo>
                    <a:pt x="528352" y="438531"/>
                  </a:lnTo>
                  <a:lnTo>
                    <a:pt x="529590" y="439769"/>
                  </a:lnTo>
                  <a:lnTo>
                    <a:pt x="528066" y="439769"/>
                  </a:lnTo>
                  <a:lnTo>
                    <a:pt x="527018" y="440341"/>
                  </a:lnTo>
                  <a:lnTo>
                    <a:pt x="524923" y="442341"/>
                  </a:lnTo>
                  <a:lnTo>
                    <a:pt x="517589" y="447580"/>
                  </a:lnTo>
                  <a:lnTo>
                    <a:pt x="515874" y="449580"/>
                  </a:lnTo>
                  <a:lnTo>
                    <a:pt x="515874" y="451295"/>
                  </a:lnTo>
                  <a:lnTo>
                    <a:pt x="517493" y="453485"/>
                  </a:lnTo>
                  <a:lnTo>
                    <a:pt x="518446" y="453771"/>
                  </a:lnTo>
                  <a:lnTo>
                    <a:pt x="520922" y="452342"/>
                  </a:lnTo>
                  <a:lnTo>
                    <a:pt x="521780" y="452342"/>
                  </a:lnTo>
                  <a:lnTo>
                    <a:pt x="522351" y="452057"/>
                  </a:lnTo>
                  <a:lnTo>
                    <a:pt x="522542" y="450437"/>
                  </a:lnTo>
                  <a:lnTo>
                    <a:pt x="522446" y="447770"/>
                  </a:lnTo>
                  <a:lnTo>
                    <a:pt x="522446" y="446342"/>
                  </a:lnTo>
                  <a:lnTo>
                    <a:pt x="522923" y="445389"/>
                  </a:lnTo>
                  <a:lnTo>
                    <a:pt x="524066" y="444817"/>
                  </a:lnTo>
                  <a:lnTo>
                    <a:pt x="526447" y="444913"/>
                  </a:lnTo>
                  <a:lnTo>
                    <a:pt x="527304" y="444056"/>
                  </a:lnTo>
                  <a:lnTo>
                    <a:pt x="528923" y="446056"/>
                  </a:lnTo>
                  <a:lnTo>
                    <a:pt x="527971" y="448342"/>
                  </a:lnTo>
                  <a:lnTo>
                    <a:pt x="526352" y="451199"/>
                  </a:lnTo>
                  <a:lnTo>
                    <a:pt x="525685" y="455105"/>
                  </a:lnTo>
                  <a:lnTo>
                    <a:pt x="529114" y="453485"/>
                  </a:lnTo>
                  <a:lnTo>
                    <a:pt x="529590" y="452914"/>
                  </a:lnTo>
                  <a:lnTo>
                    <a:pt x="529781" y="450723"/>
                  </a:lnTo>
                  <a:lnTo>
                    <a:pt x="529971" y="449866"/>
                  </a:lnTo>
                  <a:lnTo>
                    <a:pt x="530447" y="449104"/>
                  </a:lnTo>
                  <a:lnTo>
                    <a:pt x="531019" y="449771"/>
                  </a:lnTo>
                  <a:lnTo>
                    <a:pt x="531686" y="450342"/>
                  </a:lnTo>
                  <a:lnTo>
                    <a:pt x="532067" y="450818"/>
                  </a:lnTo>
                  <a:lnTo>
                    <a:pt x="537115" y="448437"/>
                  </a:lnTo>
                  <a:lnTo>
                    <a:pt x="538258" y="448342"/>
                  </a:lnTo>
                  <a:lnTo>
                    <a:pt x="539020" y="449390"/>
                  </a:lnTo>
                  <a:lnTo>
                    <a:pt x="542925" y="458438"/>
                  </a:lnTo>
                  <a:lnTo>
                    <a:pt x="542354" y="459677"/>
                  </a:lnTo>
                  <a:lnTo>
                    <a:pt x="539877" y="460153"/>
                  </a:lnTo>
                  <a:lnTo>
                    <a:pt x="535305" y="459391"/>
                  </a:lnTo>
                  <a:lnTo>
                    <a:pt x="533400" y="459581"/>
                  </a:lnTo>
                  <a:lnTo>
                    <a:pt x="533972" y="461391"/>
                  </a:lnTo>
                  <a:lnTo>
                    <a:pt x="535115" y="463106"/>
                  </a:lnTo>
                  <a:lnTo>
                    <a:pt x="535781" y="463487"/>
                  </a:lnTo>
                  <a:lnTo>
                    <a:pt x="537115" y="463677"/>
                  </a:lnTo>
                  <a:lnTo>
                    <a:pt x="538163" y="463867"/>
                  </a:lnTo>
                  <a:lnTo>
                    <a:pt x="539020" y="464534"/>
                  </a:lnTo>
                  <a:lnTo>
                    <a:pt x="539591" y="465392"/>
                  </a:lnTo>
                  <a:lnTo>
                    <a:pt x="539877" y="466534"/>
                  </a:lnTo>
                  <a:lnTo>
                    <a:pt x="540925" y="467773"/>
                  </a:lnTo>
                  <a:lnTo>
                    <a:pt x="543401" y="467487"/>
                  </a:lnTo>
                  <a:lnTo>
                    <a:pt x="545973" y="466630"/>
                  </a:lnTo>
                  <a:lnTo>
                    <a:pt x="547402" y="466534"/>
                  </a:lnTo>
                  <a:lnTo>
                    <a:pt x="547116" y="469011"/>
                  </a:lnTo>
                  <a:lnTo>
                    <a:pt x="543687" y="470821"/>
                  </a:lnTo>
                  <a:lnTo>
                    <a:pt x="541401" y="473012"/>
                  </a:lnTo>
                  <a:lnTo>
                    <a:pt x="544640" y="477012"/>
                  </a:lnTo>
                  <a:lnTo>
                    <a:pt x="543401" y="478346"/>
                  </a:lnTo>
                  <a:lnTo>
                    <a:pt x="542449" y="482632"/>
                  </a:lnTo>
                  <a:lnTo>
                    <a:pt x="541401" y="484632"/>
                  </a:lnTo>
                  <a:lnTo>
                    <a:pt x="545878" y="481394"/>
                  </a:lnTo>
                  <a:lnTo>
                    <a:pt x="546545" y="480917"/>
                  </a:lnTo>
                  <a:lnTo>
                    <a:pt x="547973" y="480441"/>
                  </a:lnTo>
                  <a:lnTo>
                    <a:pt x="548735" y="480632"/>
                  </a:lnTo>
                  <a:lnTo>
                    <a:pt x="547402" y="482632"/>
                  </a:lnTo>
                  <a:lnTo>
                    <a:pt x="546449" y="485394"/>
                  </a:lnTo>
                  <a:lnTo>
                    <a:pt x="547116" y="488156"/>
                  </a:lnTo>
                  <a:lnTo>
                    <a:pt x="548735" y="489204"/>
                  </a:lnTo>
                  <a:lnTo>
                    <a:pt x="550926" y="486442"/>
                  </a:lnTo>
                  <a:lnTo>
                    <a:pt x="551593" y="487775"/>
                  </a:lnTo>
                  <a:lnTo>
                    <a:pt x="551307" y="488728"/>
                  </a:lnTo>
                  <a:lnTo>
                    <a:pt x="550926" y="489585"/>
                  </a:lnTo>
                  <a:lnTo>
                    <a:pt x="550926" y="490633"/>
                  </a:lnTo>
                  <a:lnTo>
                    <a:pt x="551783" y="491395"/>
                  </a:lnTo>
                  <a:lnTo>
                    <a:pt x="552926" y="491966"/>
                  </a:lnTo>
                  <a:lnTo>
                    <a:pt x="553879" y="492728"/>
                  </a:lnTo>
                  <a:lnTo>
                    <a:pt x="554069" y="494062"/>
                  </a:lnTo>
                  <a:lnTo>
                    <a:pt x="553403" y="494062"/>
                  </a:lnTo>
                  <a:lnTo>
                    <a:pt x="548640" y="497396"/>
                  </a:lnTo>
                  <a:lnTo>
                    <a:pt x="549593" y="499110"/>
                  </a:lnTo>
                  <a:lnTo>
                    <a:pt x="549783" y="501587"/>
                  </a:lnTo>
                  <a:lnTo>
                    <a:pt x="549402" y="507206"/>
                  </a:lnTo>
                  <a:lnTo>
                    <a:pt x="549021" y="508540"/>
                  </a:lnTo>
                  <a:lnTo>
                    <a:pt x="547402" y="510254"/>
                  </a:lnTo>
                  <a:lnTo>
                    <a:pt x="547021" y="511397"/>
                  </a:lnTo>
                  <a:lnTo>
                    <a:pt x="547116" y="512731"/>
                  </a:lnTo>
                  <a:lnTo>
                    <a:pt x="547592" y="515303"/>
                  </a:lnTo>
                  <a:lnTo>
                    <a:pt x="547688" y="516827"/>
                  </a:lnTo>
                  <a:lnTo>
                    <a:pt x="547592" y="519589"/>
                  </a:lnTo>
                  <a:lnTo>
                    <a:pt x="547116" y="522161"/>
                  </a:lnTo>
                  <a:lnTo>
                    <a:pt x="546354" y="524542"/>
                  </a:lnTo>
                  <a:lnTo>
                    <a:pt x="542639" y="529971"/>
                  </a:lnTo>
                  <a:lnTo>
                    <a:pt x="542639" y="529971"/>
                  </a:lnTo>
                  <a:lnTo>
                    <a:pt x="544544" y="530733"/>
                  </a:lnTo>
                  <a:lnTo>
                    <a:pt x="546354" y="533495"/>
                  </a:lnTo>
                  <a:lnTo>
                    <a:pt x="546926" y="535972"/>
                  </a:lnTo>
                  <a:lnTo>
                    <a:pt x="546640" y="539306"/>
                  </a:lnTo>
                  <a:lnTo>
                    <a:pt x="544830" y="540734"/>
                  </a:lnTo>
                  <a:lnTo>
                    <a:pt x="541687" y="541306"/>
                  </a:lnTo>
                  <a:lnTo>
                    <a:pt x="539306" y="541020"/>
                  </a:lnTo>
                  <a:lnTo>
                    <a:pt x="539306" y="541020"/>
                  </a:lnTo>
                  <a:lnTo>
                    <a:pt x="539115" y="541306"/>
                  </a:lnTo>
                  <a:lnTo>
                    <a:pt x="538353" y="542163"/>
                  </a:lnTo>
                  <a:lnTo>
                    <a:pt x="536924" y="543401"/>
                  </a:lnTo>
                  <a:lnTo>
                    <a:pt x="535686" y="544259"/>
                  </a:lnTo>
                  <a:lnTo>
                    <a:pt x="535019" y="544259"/>
                  </a:lnTo>
                  <a:lnTo>
                    <a:pt x="534543" y="547021"/>
                  </a:lnTo>
                  <a:lnTo>
                    <a:pt x="533495" y="549212"/>
                  </a:lnTo>
                  <a:lnTo>
                    <a:pt x="532162" y="551212"/>
                  </a:lnTo>
                  <a:lnTo>
                    <a:pt x="531209" y="553117"/>
                  </a:lnTo>
                  <a:lnTo>
                    <a:pt x="530638" y="557117"/>
                  </a:lnTo>
                  <a:lnTo>
                    <a:pt x="530447" y="557403"/>
                  </a:lnTo>
                  <a:lnTo>
                    <a:pt x="530447" y="559880"/>
                  </a:lnTo>
                  <a:lnTo>
                    <a:pt x="530733" y="560546"/>
                  </a:lnTo>
                  <a:lnTo>
                    <a:pt x="531305" y="560737"/>
                  </a:lnTo>
                  <a:lnTo>
                    <a:pt x="531781" y="560737"/>
                  </a:lnTo>
                  <a:lnTo>
                    <a:pt x="532067" y="561118"/>
                  </a:lnTo>
                  <a:lnTo>
                    <a:pt x="531686" y="562547"/>
                  </a:lnTo>
                  <a:lnTo>
                    <a:pt x="529971" y="564928"/>
                  </a:lnTo>
                  <a:lnTo>
                    <a:pt x="529590" y="566261"/>
                  </a:lnTo>
                  <a:lnTo>
                    <a:pt x="528923" y="571595"/>
                  </a:lnTo>
                  <a:lnTo>
                    <a:pt x="526828" y="577406"/>
                  </a:lnTo>
                  <a:lnTo>
                    <a:pt x="526542" y="578644"/>
                  </a:lnTo>
                  <a:lnTo>
                    <a:pt x="526542" y="578644"/>
                  </a:lnTo>
                  <a:lnTo>
                    <a:pt x="529304" y="578263"/>
                  </a:lnTo>
                  <a:lnTo>
                    <a:pt x="531590" y="576929"/>
                  </a:lnTo>
                  <a:lnTo>
                    <a:pt x="532352" y="576263"/>
                  </a:lnTo>
                  <a:lnTo>
                    <a:pt x="533781" y="575310"/>
                  </a:lnTo>
                  <a:lnTo>
                    <a:pt x="534543" y="575120"/>
                  </a:lnTo>
                  <a:lnTo>
                    <a:pt x="535210" y="575024"/>
                  </a:lnTo>
                  <a:lnTo>
                    <a:pt x="537877" y="576167"/>
                  </a:lnTo>
                  <a:lnTo>
                    <a:pt x="538448" y="576072"/>
                  </a:lnTo>
                  <a:lnTo>
                    <a:pt x="539115" y="575501"/>
                  </a:lnTo>
                  <a:lnTo>
                    <a:pt x="539877" y="575024"/>
                  </a:lnTo>
                  <a:lnTo>
                    <a:pt x="540734" y="574738"/>
                  </a:lnTo>
                  <a:lnTo>
                    <a:pt x="543687" y="575024"/>
                  </a:lnTo>
                  <a:lnTo>
                    <a:pt x="545592" y="575024"/>
                  </a:lnTo>
                  <a:lnTo>
                    <a:pt x="548450" y="574358"/>
                  </a:lnTo>
                  <a:lnTo>
                    <a:pt x="554165" y="571881"/>
                  </a:lnTo>
                  <a:lnTo>
                    <a:pt x="553879" y="570548"/>
                  </a:lnTo>
                  <a:lnTo>
                    <a:pt x="553498" y="565785"/>
                  </a:lnTo>
                  <a:lnTo>
                    <a:pt x="553212" y="564928"/>
                  </a:lnTo>
                  <a:lnTo>
                    <a:pt x="552831" y="563975"/>
                  </a:lnTo>
                  <a:lnTo>
                    <a:pt x="552164" y="563118"/>
                  </a:lnTo>
                  <a:lnTo>
                    <a:pt x="551212" y="562356"/>
                  </a:lnTo>
                  <a:lnTo>
                    <a:pt x="549116" y="561023"/>
                  </a:lnTo>
                  <a:lnTo>
                    <a:pt x="548354" y="560356"/>
                  </a:lnTo>
                  <a:lnTo>
                    <a:pt x="547783" y="559594"/>
                  </a:lnTo>
                  <a:lnTo>
                    <a:pt x="547402" y="558927"/>
                  </a:lnTo>
                  <a:lnTo>
                    <a:pt x="547307" y="558260"/>
                  </a:lnTo>
                  <a:lnTo>
                    <a:pt x="547402" y="557498"/>
                  </a:lnTo>
                  <a:lnTo>
                    <a:pt x="547878" y="556641"/>
                  </a:lnTo>
                  <a:lnTo>
                    <a:pt x="548164" y="556070"/>
                  </a:lnTo>
                  <a:lnTo>
                    <a:pt x="549021" y="555784"/>
                  </a:lnTo>
                  <a:lnTo>
                    <a:pt x="549974" y="555879"/>
                  </a:lnTo>
                  <a:lnTo>
                    <a:pt x="551879" y="556355"/>
                  </a:lnTo>
                  <a:lnTo>
                    <a:pt x="552926" y="556451"/>
                  </a:lnTo>
                  <a:lnTo>
                    <a:pt x="553688" y="556355"/>
                  </a:lnTo>
                  <a:lnTo>
                    <a:pt x="553974" y="556070"/>
                  </a:lnTo>
                  <a:lnTo>
                    <a:pt x="555498" y="552164"/>
                  </a:lnTo>
                  <a:lnTo>
                    <a:pt x="556070" y="551307"/>
                  </a:lnTo>
                  <a:lnTo>
                    <a:pt x="556546" y="550926"/>
                  </a:lnTo>
                  <a:lnTo>
                    <a:pt x="557308" y="550831"/>
                  </a:lnTo>
                  <a:lnTo>
                    <a:pt x="558546" y="551402"/>
                  </a:lnTo>
                  <a:lnTo>
                    <a:pt x="559308" y="551498"/>
                  </a:lnTo>
                  <a:lnTo>
                    <a:pt x="559975" y="551498"/>
                  </a:lnTo>
                  <a:lnTo>
                    <a:pt x="562261" y="550164"/>
                  </a:lnTo>
                  <a:lnTo>
                    <a:pt x="565976" y="546926"/>
                  </a:lnTo>
                  <a:lnTo>
                    <a:pt x="566833" y="546354"/>
                  </a:lnTo>
                  <a:lnTo>
                    <a:pt x="567785" y="546068"/>
                  </a:lnTo>
                  <a:lnTo>
                    <a:pt x="568452" y="546259"/>
                  </a:lnTo>
                  <a:lnTo>
                    <a:pt x="569024" y="547211"/>
                  </a:lnTo>
                  <a:lnTo>
                    <a:pt x="568833" y="549021"/>
                  </a:lnTo>
                  <a:lnTo>
                    <a:pt x="568547" y="550164"/>
                  </a:lnTo>
                  <a:lnTo>
                    <a:pt x="568452" y="551117"/>
                  </a:lnTo>
                  <a:lnTo>
                    <a:pt x="568833" y="551688"/>
                  </a:lnTo>
                  <a:lnTo>
                    <a:pt x="569786" y="552355"/>
                  </a:lnTo>
                  <a:lnTo>
                    <a:pt x="570738" y="552545"/>
                  </a:lnTo>
                  <a:lnTo>
                    <a:pt x="571691" y="552450"/>
                  </a:lnTo>
                  <a:lnTo>
                    <a:pt x="572834" y="552259"/>
                  </a:lnTo>
                  <a:lnTo>
                    <a:pt x="573786" y="552259"/>
                  </a:lnTo>
                  <a:lnTo>
                    <a:pt x="574262" y="552641"/>
                  </a:lnTo>
                  <a:lnTo>
                    <a:pt x="574453" y="553403"/>
                  </a:lnTo>
                  <a:lnTo>
                    <a:pt x="574262" y="554736"/>
                  </a:lnTo>
                  <a:lnTo>
                    <a:pt x="573786" y="555593"/>
                  </a:lnTo>
                  <a:lnTo>
                    <a:pt x="573215" y="556260"/>
                  </a:lnTo>
                  <a:lnTo>
                    <a:pt x="565690" y="560356"/>
                  </a:lnTo>
                  <a:lnTo>
                    <a:pt x="565023" y="560927"/>
                  </a:lnTo>
                  <a:lnTo>
                    <a:pt x="564547" y="561499"/>
                  </a:lnTo>
                  <a:lnTo>
                    <a:pt x="564356" y="561975"/>
                  </a:lnTo>
                  <a:lnTo>
                    <a:pt x="564166" y="562642"/>
                  </a:lnTo>
                  <a:lnTo>
                    <a:pt x="564166" y="563213"/>
                  </a:lnTo>
                  <a:lnTo>
                    <a:pt x="564166" y="563880"/>
                  </a:lnTo>
                  <a:lnTo>
                    <a:pt x="565118" y="568166"/>
                  </a:lnTo>
                  <a:lnTo>
                    <a:pt x="565499" y="569214"/>
                  </a:lnTo>
                  <a:lnTo>
                    <a:pt x="566452" y="570071"/>
                  </a:lnTo>
                  <a:lnTo>
                    <a:pt x="567881" y="570548"/>
                  </a:lnTo>
                  <a:lnTo>
                    <a:pt x="570167" y="570452"/>
                  </a:lnTo>
                  <a:lnTo>
                    <a:pt x="571405" y="569976"/>
                  </a:lnTo>
                  <a:lnTo>
                    <a:pt x="572072" y="569500"/>
                  </a:lnTo>
                  <a:lnTo>
                    <a:pt x="572262" y="568928"/>
                  </a:lnTo>
                  <a:lnTo>
                    <a:pt x="572357" y="567404"/>
                  </a:lnTo>
                  <a:lnTo>
                    <a:pt x="572548" y="566452"/>
                  </a:lnTo>
                  <a:lnTo>
                    <a:pt x="572929" y="565595"/>
                  </a:lnTo>
                  <a:lnTo>
                    <a:pt x="573405" y="565213"/>
                  </a:lnTo>
                  <a:lnTo>
                    <a:pt x="573977" y="565118"/>
                  </a:lnTo>
                  <a:lnTo>
                    <a:pt x="578072" y="565690"/>
                  </a:lnTo>
                  <a:lnTo>
                    <a:pt x="579215" y="566547"/>
                  </a:lnTo>
                  <a:lnTo>
                    <a:pt x="579882" y="567309"/>
                  </a:lnTo>
                  <a:lnTo>
                    <a:pt x="579406" y="573405"/>
                  </a:lnTo>
                  <a:lnTo>
                    <a:pt x="582549" y="573881"/>
                  </a:lnTo>
                  <a:lnTo>
                    <a:pt x="583597" y="573596"/>
                  </a:lnTo>
                  <a:lnTo>
                    <a:pt x="585216" y="573024"/>
                  </a:lnTo>
                  <a:lnTo>
                    <a:pt x="586931" y="572072"/>
                  </a:lnTo>
                  <a:lnTo>
                    <a:pt x="587693" y="571405"/>
                  </a:lnTo>
                  <a:lnTo>
                    <a:pt x="588359" y="570548"/>
                  </a:lnTo>
                  <a:lnTo>
                    <a:pt x="588550" y="569595"/>
                  </a:lnTo>
                  <a:lnTo>
                    <a:pt x="588550" y="568738"/>
                  </a:lnTo>
                  <a:lnTo>
                    <a:pt x="588455" y="567881"/>
                  </a:lnTo>
                  <a:lnTo>
                    <a:pt x="588550" y="567023"/>
                  </a:lnTo>
                  <a:lnTo>
                    <a:pt x="588836" y="565976"/>
                  </a:lnTo>
                  <a:lnTo>
                    <a:pt x="589693" y="564642"/>
                  </a:lnTo>
                  <a:lnTo>
                    <a:pt x="590550" y="564071"/>
                  </a:lnTo>
                  <a:lnTo>
                    <a:pt x="591598" y="563785"/>
                  </a:lnTo>
                  <a:lnTo>
                    <a:pt x="599218" y="564928"/>
                  </a:lnTo>
                  <a:lnTo>
                    <a:pt x="601218" y="565499"/>
                  </a:lnTo>
                  <a:lnTo>
                    <a:pt x="602266" y="565595"/>
                  </a:lnTo>
                  <a:lnTo>
                    <a:pt x="603885" y="565404"/>
                  </a:lnTo>
                  <a:lnTo>
                    <a:pt x="604457" y="564642"/>
                  </a:lnTo>
                  <a:lnTo>
                    <a:pt x="604552" y="563690"/>
                  </a:lnTo>
                  <a:lnTo>
                    <a:pt x="603885" y="561784"/>
                  </a:lnTo>
                  <a:lnTo>
                    <a:pt x="603885" y="560642"/>
                  </a:lnTo>
                  <a:lnTo>
                    <a:pt x="604076" y="559499"/>
                  </a:lnTo>
                  <a:lnTo>
                    <a:pt x="605123" y="557498"/>
                  </a:lnTo>
                  <a:lnTo>
                    <a:pt x="605504" y="556070"/>
                  </a:lnTo>
                  <a:lnTo>
                    <a:pt x="605695" y="554355"/>
                  </a:lnTo>
                  <a:lnTo>
                    <a:pt x="604933" y="548450"/>
                  </a:lnTo>
                  <a:lnTo>
                    <a:pt x="604838" y="546640"/>
                  </a:lnTo>
                  <a:lnTo>
                    <a:pt x="604742" y="545592"/>
                  </a:lnTo>
                  <a:lnTo>
                    <a:pt x="604457" y="544640"/>
                  </a:lnTo>
                  <a:lnTo>
                    <a:pt x="604076" y="544068"/>
                  </a:lnTo>
                  <a:lnTo>
                    <a:pt x="603695" y="543782"/>
                  </a:lnTo>
                  <a:lnTo>
                    <a:pt x="602647" y="543401"/>
                  </a:lnTo>
                  <a:lnTo>
                    <a:pt x="602171" y="542925"/>
                  </a:lnTo>
                  <a:lnTo>
                    <a:pt x="601885" y="542163"/>
                  </a:lnTo>
                  <a:lnTo>
                    <a:pt x="602361" y="540544"/>
                  </a:lnTo>
                  <a:lnTo>
                    <a:pt x="605600" y="536067"/>
                  </a:lnTo>
                  <a:lnTo>
                    <a:pt x="611219" y="526637"/>
                  </a:lnTo>
                  <a:lnTo>
                    <a:pt x="612648" y="523589"/>
                  </a:lnTo>
                  <a:lnTo>
                    <a:pt x="613220" y="521399"/>
                  </a:lnTo>
                  <a:lnTo>
                    <a:pt x="612267" y="516922"/>
                  </a:lnTo>
                  <a:lnTo>
                    <a:pt x="611981" y="516255"/>
                  </a:lnTo>
                  <a:lnTo>
                    <a:pt x="611791" y="515684"/>
                  </a:lnTo>
                  <a:lnTo>
                    <a:pt x="611410" y="515398"/>
                  </a:lnTo>
                  <a:lnTo>
                    <a:pt x="610933" y="515303"/>
                  </a:lnTo>
                  <a:lnTo>
                    <a:pt x="609600" y="515112"/>
                  </a:lnTo>
                  <a:lnTo>
                    <a:pt x="608933" y="514921"/>
                  </a:lnTo>
                  <a:lnTo>
                    <a:pt x="608362" y="514636"/>
                  </a:lnTo>
                  <a:lnTo>
                    <a:pt x="607981" y="514255"/>
                  </a:lnTo>
                  <a:lnTo>
                    <a:pt x="607790" y="513493"/>
                  </a:lnTo>
                  <a:lnTo>
                    <a:pt x="607409" y="510731"/>
                  </a:lnTo>
                  <a:lnTo>
                    <a:pt x="607219" y="509969"/>
                  </a:lnTo>
                  <a:lnTo>
                    <a:pt x="606838" y="509588"/>
                  </a:lnTo>
                  <a:lnTo>
                    <a:pt x="606076" y="509302"/>
                  </a:lnTo>
                  <a:lnTo>
                    <a:pt x="605219" y="509207"/>
                  </a:lnTo>
                  <a:lnTo>
                    <a:pt x="604076" y="509207"/>
                  </a:lnTo>
                  <a:lnTo>
                    <a:pt x="603218" y="509016"/>
                  </a:lnTo>
                  <a:lnTo>
                    <a:pt x="602552" y="508540"/>
                  </a:lnTo>
                  <a:lnTo>
                    <a:pt x="602266" y="507778"/>
                  </a:lnTo>
                  <a:lnTo>
                    <a:pt x="602361" y="507206"/>
                  </a:lnTo>
                  <a:lnTo>
                    <a:pt x="603123" y="506444"/>
                  </a:lnTo>
                  <a:lnTo>
                    <a:pt x="606933" y="505111"/>
                  </a:lnTo>
                  <a:lnTo>
                    <a:pt x="608552" y="503396"/>
                  </a:lnTo>
                  <a:lnTo>
                    <a:pt x="609791" y="500158"/>
                  </a:lnTo>
                  <a:lnTo>
                    <a:pt x="610362" y="499396"/>
                  </a:lnTo>
                  <a:lnTo>
                    <a:pt x="610933" y="499015"/>
                  </a:lnTo>
                  <a:lnTo>
                    <a:pt x="611886" y="498920"/>
                  </a:lnTo>
                  <a:lnTo>
                    <a:pt x="612553" y="499300"/>
                  </a:lnTo>
                  <a:lnTo>
                    <a:pt x="613315" y="500063"/>
                  </a:lnTo>
                  <a:lnTo>
                    <a:pt x="613886" y="501015"/>
                  </a:lnTo>
                  <a:lnTo>
                    <a:pt x="615125" y="504063"/>
                  </a:lnTo>
                  <a:lnTo>
                    <a:pt x="615791" y="504634"/>
                  </a:lnTo>
                  <a:lnTo>
                    <a:pt x="616458" y="505016"/>
                  </a:lnTo>
                  <a:lnTo>
                    <a:pt x="617506" y="505396"/>
                  </a:lnTo>
                  <a:lnTo>
                    <a:pt x="618077" y="505778"/>
                  </a:lnTo>
                  <a:lnTo>
                    <a:pt x="622459" y="508921"/>
                  </a:lnTo>
                  <a:lnTo>
                    <a:pt x="625983" y="510635"/>
                  </a:lnTo>
                  <a:lnTo>
                    <a:pt x="627888" y="511874"/>
                  </a:lnTo>
                  <a:lnTo>
                    <a:pt x="629412" y="513207"/>
                  </a:lnTo>
                  <a:lnTo>
                    <a:pt x="632174" y="517303"/>
                  </a:lnTo>
                  <a:lnTo>
                    <a:pt x="632936" y="518160"/>
                  </a:lnTo>
                  <a:lnTo>
                    <a:pt x="633889" y="518636"/>
                  </a:lnTo>
                  <a:lnTo>
                    <a:pt x="634937" y="518732"/>
                  </a:lnTo>
                  <a:lnTo>
                    <a:pt x="641033" y="518350"/>
                  </a:lnTo>
                  <a:lnTo>
                    <a:pt x="642461" y="517874"/>
                  </a:lnTo>
                  <a:lnTo>
                    <a:pt x="645319" y="516065"/>
                  </a:lnTo>
                  <a:lnTo>
                    <a:pt x="648367" y="514541"/>
                  </a:lnTo>
                  <a:lnTo>
                    <a:pt x="650272" y="513779"/>
                  </a:lnTo>
                  <a:lnTo>
                    <a:pt x="651701" y="513017"/>
                  </a:lnTo>
                  <a:lnTo>
                    <a:pt x="652653" y="511874"/>
                  </a:lnTo>
                  <a:lnTo>
                    <a:pt x="653320" y="510445"/>
                  </a:lnTo>
                  <a:lnTo>
                    <a:pt x="653701" y="508921"/>
                  </a:lnTo>
                  <a:lnTo>
                    <a:pt x="653891" y="507397"/>
                  </a:lnTo>
                  <a:lnTo>
                    <a:pt x="653701" y="505111"/>
                  </a:lnTo>
                  <a:lnTo>
                    <a:pt x="653796" y="504254"/>
                  </a:lnTo>
                  <a:lnTo>
                    <a:pt x="657130" y="500729"/>
                  </a:lnTo>
                  <a:lnTo>
                    <a:pt x="662845" y="496348"/>
                  </a:lnTo>
                  <a:lnTo>
                    <a:pt x="663988" y="495109"/>
                  </a:lnTo>
                  <a:lnTo>
                    <a:pt x="664655" y="493681"/>
                  </a:lnTo>
                  <a:lnTo>
                    <a:pt x="665131" y="492062"/>
                  </a:lnTo>
                  <a:lnTo>
                    <a:pt x="665417" y="490252"/>
                  </a:lnTo>
                  <a:lnTo>
                    <a:pt x="665417" y="488252"/>
                  </a:lnTo>
                  <a:lnTo>
                    <a:pt x="664464" y="478727"/>
                  </a:lnTo>
                  <a:lnTo>
                    <a:pt x="663416" y="475774"/>
                  </a:lnTo>
                  <a:lnTo>
                    <a:pt x="662273" y="473488"/>
                  </a:lnTo>
                  <a:lnTo>
                    <a:pt x="661226" y="469011"/>
                  </a:lnTo>
                  <a:lnTo>
                    <a:pt x="660464" y="467487"/>
                  </a:lnTo>
                  <a:lnTo>
                    <a:pt x="659416" y="466534"/>
                  </a:lnTo>
                  <a:lnTo>
                    <a:pt x="657987" y="465582"/>
                  </a:lnTo>
                  <a:lnTo>
                    <a:pt x="656368" y="463867"/>
                  </a:lnTo>
                  <a:lnTo>
                    <a:pt x="654177" y="461296"/>
                  </a:lnTo>
                  <a:lnTo>
                    <a:pt x="652367" y="458343"/>
                  </a:lnTo>
                  <a:lnTo>
                    <a:pt x="651415" y="457105"/>
                  </a:lnTo>
                  <a:lnTo>
                    <a:pt x="649605" y="456724"/>
                  </a:lnTo>
                  <a:lnTo>
                    <a:pt x="645890" y="455295"/>
                  </a:lnTo>
                  <a:lnTo>
                    <a:pt x="644557" y="453485"/>
                  </a:lnTo>
                  <a:lnTo>
                    <a:pt x="643985" y="452342"/>
                  </a:lnTo>
                  <a:lnTo>
                    <a:pt x="642652" y="450533"/>
                  </a:lnTo>
                  <a:lnTo>
                    <a:pt x="641604" y="449675"/>
                  </a:lnTo>
                  <a:lnTo>
                    <a:pt x="640461" y="449199"/>
                  </a:lnTo>
                  <a:lnTo>
                    <a:pt x="639223" y="449104"/>
                  </a:lnTo>
                  <a:lnTo>
                    <a:pt x="638175" y="449104"/>
                  </a:lnTo>
                  <a:lnTo>
                    <a:pt x="636937" y="449675"/>
                  </a:lnTo>
                  <a:lnTo>
                    <a:pt x="635413" y="449675"/>
                  </a:lnTo>
                  <a:lnTo>
                    <a:pt x="633413" y="449580"/>
                  </a:lnTo>
                  <a:lnTo>
                    <a:pt x="629222" y="447104"/>
                  </a:lnTo>
                  <a:lnTo>
                    <a:pt x="624840" y="442817"/>
                  </a:lnTo>
                  <a:lnTo>
                    <a:pt x="623983" y="441484"/>
                  </a:lnTo>
                  <a:lnTo>
                    <a:pt x="623888" y="440817"/>
                  </a:lnTo>
                  <a:lnTo>
                    <a:pt x="624078" y="440246"/>
                  </a:lnTo>
                  <a:lnTo>
                    <a:pt x="624650" y="439865"/>
                  </a:lnTo>
                  <a:lnTo>
                    <a:pt x="625602" y="439960"/>
                  </a:lnTo>
                  <a:lnTo>
                    <a:pt x="626840" y="440341"/>
                  </a:lnTo>
                  <a:lnTo>
                    <a:pt x="633127" y="443865"/>
                  </a:lnTo>
                  <a:lnTo>
                    <a:pt x="633984" y="444056"/>
                  </a:lnTo>
                  <a:lnTo>
                    <a:pt x="634841" y="443770"/>
                  </a:lnTo>
                  <a:lnTo>
                    <a:pt x="635699" y="443294"/>
                  </a:lnTo>
                  <a:lnTo>
                    <a:pt x="636746" y="443008"/>
                  </a:lnTo>
                  <a:lnTo>
                    <a:pt x="637699" y="443103"/>
                  </a:lnTo>
                  <a:lnTo>
                    <a:pt x="638747" y="443484"/>
                  </a:lnTo>
                  <a:lnTo>
                    <a:pt x="639604" y="443770"/>
                  </a:lnTo>
                  <a:lnTo>
                    <a:pt x="640175" y="443960"/>
                  </a:lnTo>
                  <a:lnTo>
                    <a:pt x="640556" y="444056"/>
                  </a:lnTo>
                  <a:lnTo>
                    <a:pt x="640747" y="443865"/>
                  </a:lnTo>
                  <a:lnTo>
                    <a:pt x="642747" y="442055"/>
                  </a:lnTo>
                  <a:lnTo>
                    <a:pt x="643700" y="441293"/>
                  </a:lnTo>
                  <a:lnTo>
                    <a:pt x="644843" y="440722"/>
                  </a:lnTo>
                  <a:lnTo>
                    <a:pt x="646176" y="440246"/>
                  </a:lnTo>
                  <a:lnTo>
                    <a:pt x="647414" y="439960"/>
                  </a:lnTo>
                  <a:lnTo>
                    <a:pt x="648748" y="439198"/>
                  </a:lnTo>
                  <a:lnTo>
                    <a:pt x="649986" y="437579"/>
                  </a:lnTo>
                  <a:lnTo>
                    <a:pt x="651701" y="431578"/>
                  </a:lnTo>
                  <a:lnTo>
                    <a:pt x="652558" y="429578"/>
                  </a:lnTo>
                  <a:lnTo>
                    <a:pt x="653510" y="429006"/>
                  </a:lnTo>
                  <a:lnTo>
                    <a:pt x="654463" y="429292"/>
                  </a:lnTo>
                  <a:lnTo>
                    <a:pt x="656273" y="431197"/>
                  </a:lnTo>
                  <a:lnTo>
                    <a:pt x="657320" y="431483"/>
                  </a:lnTo>
                  <a:lnTo>
                    <a:pt x="658749" y="431292"/>
                  </a:lnTo>
                  <a:lnTo>
                    <a:pt x="665226" y="428911"/>
                  </a:lnTo>
                  <a:lnTo>
                    <a:pt x="666274" y="428339"/>
                  </a:lnTo>
                  <a:lnTo>
                    <a:pt x="667512" y="426244"/>
                  </a:lnTo>
                  <a:lnTo>
                    <a:pt x="669417" y="418148"/>
                  </a:lnTo>
                  <a:lnTo>
                    <a:pt x="671036" y="415576"/>
                  </a:lnTo>
                  <a:lnTo>
                    <a:pt x="672656" y="414052"/>
                  </a:lnTo>
                  <a:lnTo>
                    <a:pt x="674656" y="412909"/>
                  </a:lnTo>
                  <a:lnTo>
                    <a:pt x="676466" y="411480"/>
                  </a:lnTo>
                  <a:lnTo>
                    <a:pt x="679133" y="408432"/>
                  </a:lnTo>
                  <a:lnTo>
                    <a:pt x="680466" y="407194"/>
                  </a:lnTo>
                  <a:lnTo>
                    <a:pt x="681800" y="406717"/>
                  </a:lnTo>
                  <a:lnTo>
                    <a:pt x="682943" y="407099"/>
                  </a:lnTo>
                  <a:lnTo>
                    <a:pt x="685705" y="408337"/>
                  </a:lnTo>
                  <a:lnTo>
                    <a:pt x="686943" y="408527"/>
                  </a:lnTo>
                  <a:lnTo>
                    <a:pt x="688181" y="408527"/>
                  </a:lnTo>
                  <a:lnTo>
                    <a:pt x="703421" y="404241"/>
                  </a:lnTo>
                  <a:lnTo>
                    <a:pt x="706183" y="402908"/>
                  </a:lnTo>
                  <a:lnTo>
                    <a:pt x="707993" y="401765"/>
                  </a:lnTo>
                  <a:lnTo>
                    <a:pt x="709231" y="400717"/>
                  </a:lnTo>
                  <a:lnTo>
                    <a:pt x="709898" y="399955"/>
                  </a:lnTo>
                  <a:lnTo>
                    <a:pt x="710279" y="399002"/>
                  </a:lnTo>
                  <a:lnTo>
                    <a:pt x="710375" y="397859"/>
                  </a:lnTo>
                  <a:lnTo>
                    <a:pt x="710184" y="396812"/>
                  </a:lnTo>
                  <a:lnTo>
                    <a:pt x="709898" y="395859"/>
                  </a:lnTo>
                  <a:lnTo>
                    <a:pt x="709231" y="394240"/>
                  </a:lnTo>
                  <a:lnTo>
                    <a:pt x="708946" y="393668"/>
                  </a:lnTo>
                  <a:lnTo>
                    <a:pt x="708565" y="393383"/>
                  </a:lnTo>
                  <a:lnTo>
                    <a:pt x="707898" y="393287"/>
                  </a:lnTo>
                  <a:lnTo>
                    <a:pt x="707136" y="393478"/>
                  </a:lnTo>
                  <a:lnTo>
                    <a:pt x="706279" y="393859"/>
                  </a:lnTo>
                  <a:lnTo>
                    <a:pt x="704374" y="395097"/>
                  </a:lnTo>
                  <a:lnTo>
                    <a:pt x="703231" y="395573"/>
                  </a:lnTo>
                  <a:lnTo>
                    <a:pt x="702088" y="395954"/>
                  </a:lnTo>
                  <a:lnTo>
                    <a:pt x="697706" y="396812"/>
                  </a:lnTo>
                  <a:lnTo>
                    <a:pt x="696658" y="396621"/>
                  </a:lnTo>
                  <a:lnTo>
                    <a:pt x="695897" y="395859"/>
                  </a:lnTo>
                  <a:lnTo>
                    <a:pt x="695135" y="395002"/>
                  </a:lnTo>
                  <a:lnTo>
                    <a:pt x="694277" y="394240"/>
                  </a:lnTo>
                  <a:lnTo>
                    <a:pt x="693611" y="393954"/>
                  </a:lnTo>
                  <a:lnTo>
                    <a:pt x="692563" y="393668"/>
                  </a:lnTo>
                  <a:lnTo>
                    <a:pt x="691420" y="393859"/>
                  </a:lnTo>
                  <a:lnTo>
                    <a:pt x="690848" y="394049"/>
                  </a:lnTo>
                  <a:lnTo>
                    <a:pt x="690467" y="394430"/>
                  </a:lnTo>
                  <a:lnTo>
                    <a:pt x="690086" y="395097"/>
                  </a:lnTo>
                  <a:lnTo>
                    <a:pt x="689420" y="395669"/>
                  </a:lnTo>
                  <a:lnTo>
                    <a:pt x="688181" y="395954"/>
                  </a:lnTo>
                  <a:lnTo>
                    <a:pt x="679990" y="395097"/>
                  </a:lnTo>
                  <a:lnTo>
                    <a:pt x="677799" y="395192"/>
                  </a:lnTo>
                  <a:lnTo>
                    <a:pt x="675132" y="395573"/>
                  </a:lnTo>
                  <a:lnTo>
                    <a:pt x="670465" y="397002"/>
                  </a:lnTo>
                  <a:lnTo>
                    <a:pt x="666845" y="398621"/>
                  </a:lnTo>
                  <a:lnTo>
                    <a:pt x="659035" y="399859"/>
                  </a:lnTo>
                  <a:lnTo>
                    <a:pt x="655701" y="401384"/>
                  </a:lnTo>
                  <a:lnTo>
                    <a:pt x="654939" y="401479"/>
                  </a:lnTo>
                  <a:lnTo>
                    <a:pt x="654368" y="401003"/>
                  </a:lnTo>
                  <a:lnTo>
                    <a:pt x="653891" y="400241"/>
                  </a:lnTo>
                  <a:lnTo>
                    <a:pt x="652558" y="397478"/>
                  </a:lnTo>
                  <a:lnTo>
                    <a:pt x="651701" y="395954"/>
                  </a:lnTo>
                  <a:lnTo>
                    <a:pt x="648272" y="391859"/>
                  </a:lnTo>
                  <a:lnTo>
                    <a:pt x="647605" y="390525"/>
                  </a:lnTo>
                  <a:lnTo>
                    <a:pt x="646938" y="388715"/>
                  </a:lnTo>
                  <a:lnTo>
                    <a:pt x="647224" y="387763"/>
                  </a:lnTo>
                  <a:lnTo>
                    <a:pt x="648176" y="387096"/>
                  </a:lnTo>
                  <a:lnTo>
                    <a:pt x="651701" y="386715"/>
                  </a:lnTo>
                  <a:lnTo>
                    <a:pt x="653796" y="385763"/>
                  </a:lnTo>
                  <a:lnTo>
                    <a:pt x="655892" y="383762"/>
                  </a:lnTo>
                  <a:lnTo>
                    <a:pt x="657035" y="379857"/>
                  </a:lnTo>
                  <a:lnTo>
                    <a:pt x="656844" y="377952"/>
                  </a:lnTo>
                  <a:lnTo>
                    <a:pt x="655701" y="376714"/>
                  </a:lnTo>
                  <a:lnTo>
                    <a:pt x="654368" y="375857"/>
                  </a:lnTo>
                  <a:lnTo>
                    <a:pt x="653415" y="374618"/>
                  </a:lnTo>
                  <a:lnTo>
                    <a:pt x="652939" y="372713"/>
                  </a:lnTo>
                  <a:lnTo>
                    <a:pt x="653225" y="370999"/>
                  </a:lnTo>
                  <a:lnTo>
                    <a:pt x="653129" y="369380"/>
                  </a:lnTo>
                  <a:lnTo>
                    <a:pt x="652177" y="365950"/>
                  </a:lnTo>
                  <a:lnTo>
                    <a:pt x="652081" y="364617"/>
                  </a:lnTo>
                  <a:lnTo>
                    <a:pt x="652272" y="363569"/>
                  </a:lnTo>
                  <a:lnTo>
                    <a:pt x="653606" y="360712"/>
                  </a:lnTo>
                  <a:lnTo>
                    <a:pt x="655320" y="360045"/>
                  </a:lnTo>
                  <a:lnTo>
                    <a:pt x="656368" y="359855"/>
                  </a:lnTo>
                  <a:lnTo>
                    <a:pt x="660749" y="358426"/>
                  </a:lnTo>
                  <a:lnTo>
                    <a:pt x="663988" y="356521"/>
                  </a:lnTo>
                  <a:lnTo>
                    <a:pt x="666083" y="356902"/>
                  </a:lnTo>
                  <a:lnTo>
                    <a:pt x="669036" y="355949"/>
                  </a:lnTo>
                  <a:lnTo>
                    <a:pt x="671608" y="354330"/>
                  </a:lnTo>
                  <a:lnTo>
                    <a:pt x="672656" y="352711"/>
                  </a:lnTo>
                  <a:lnTo>
                    <a:pt x="682657" y="347758"/>
                  </a:lnTo>
                  <a:lnTo>
                    <a:pt x="690467" y="346329"/>
                  </a:lnTo>
                  <a:lnTo>
                    <a:pt x="690467" y="337280"/>
                  </a:lnTo>
                  <a:lnTo>
                    <a:pt x="691991" y="332518"/>
                  </a:lnTo>
                  <a:lnTo>
                    <a:pt x="691801" y="331470"/>
                  </a:lnTo>
                  <a:lnTo>
                    <a:pt x="690944" y="329851"/>
                  </a:lnTo>
                  <a:lnTo>
                    <a:pt x="689801" y="328803"/>
                  </a:lnTo>
                  <a:lnTo>
                    <a:pt x="689134" y="327660"/>
                  </a:lnTo>
                  <a:lnTo>
                    <a:pt x="688753" y="326327"/>
                  </a:lnTo>
                  <a:lnTo>
                    <a:pt x="688467" y="323469"/>
                  </a:lnTo>
                  <a:lnTo>
                    <a:pt x="687896" y="321374"/>
                  </a:lnTo>
                  <a:lnTo>
                    <a:pt x="686753" y="318802"/>
                  </a:lnTo>
                  <a:lnTo>
                    <a:pt x="685800" y="317468"/>
                  </a:lnTo>
                  <a:lnTo>
                    <a:pt x="683895" y="315754"/>
                  </a:lnTo>
                  <a:lnTo>
                    <a:pt x="683228" y="314801"/>
                  </a:lnTo>
                  <a:lnTo>
                    <a:pt x="683038" y="313563"/>
                  </a:lnTo>
                  <a:lnTo>
                    <a:pt x="683228" y="309848"/>
                  </a:lnTo>
                  <a:lnTo>
                    <a:pt x="682943" y="308229"/>
                  </a:lnTo>
                  <a:lnTo>
                    <a:pt x="682371" y="305943"/>
                  </a:lnTo>
                  <a:lnTo>
                    <a:pt x="682085" y="303752"/>
                  </a:lnTo>
                  <a:lnTo>
                    <a:pt x="682466" y="300419"/>
                  </a:lnTo>
                  <a:lnTo>
                    <a:pt x="683228" y="298609"/>
                  </a:lnTo>
                  <a:lnTo>
                    <a:pt x="683990" y="297466"/>
                  </a:lnTo>
                  <a:lnTo>
                    <a:pt x="684657" y="296990"/>
                  </a:lnTo>
                  <a:lnTo>
                    <a:pt x="685419" y="296799"/>
                  </a:lnTo>
                  <a:lnTo>
                    <a:pt x="686181" y="296894"/>
                  </a:lnTo>
                  <a:lnTo>
                    <a:pt x="686943" y="297275"/>
                  </a:lnTo>
                  <a:lnTo>
                    <a:pt x="687800" y="297942"/>
                  </a:lnTo>
                  <a:lnTo>
                    <a:pt x="689515" y="299657"/>
                  </a:lnTo>
                  <a:lnTo>
                    <a:pt x="690277" y="300133"/>
                  </a:lnTo>
                  <a:lnTo>
                    <a:pt x="691420" y="300419"/>
                  </a:lnTo>
                  <a:lnTo>
                    <a:pt x="692753" y="300419"/>
                  </a:lnTo>
                  <a:lnTo>
                    <a:pt x="696373" y="299657"/>
                  </a:lnTo>
                  <a:lnTo>
                    <a:pt x="698278" y="298895"/>
                  </a:lnTo>
                  <a:lnTo>
                    <a:pt x="700088" y="297942"/>
                  </a:lnTo>
                  <a:lnTo>
                    <a:pt x="701516" y="296894"/>
                  </a:lnTo>
                  <a:lnTo>
                    <a:pt x="702659" y="295656"/>
                  </a:lnTo>
                  <a:lnTo>
                    <a:pt x="703231" y="294799"/>
                  </a:lnTo>
                  <a:lnTo>
                    <a:pt x="703802" y="293561"/>
                  </a:lnTo>
                  <a:lnTo>
                    <a:pt x="703993" y="292322"/>
                  </a:lnTo>
                  <a:lnTo>
                    <a:pt x="703707" y="291179"/>
                  </a:lnTo>
                  <a:lnTo>
                    <a:pt x="702659" y="290132"/>
                  </a:lnTo>
                  <a:lnTo>
                    <a:pt x="701135" y="289370"/>
                  </a:lnTo>
                  <a:lnTo>
                    <a:pt x="698278" y="288703"/>
                  </a:lnTo>
                  <a:lnTo>
                    <a:pt x="694563" y="288417"/>
                  </a:lnTo>
                  <a:lnTo>
                    <a:pt x="689991" y="289179"/>
                  </a:lnTo>
                  <a:lnTo>
                    <a:pt x="688658" y="289179"/>
                  </a:lnTo>
                  <a:lnTo>
                    <a:pt x="686943" y="288417"/>
                  </a:lnTo>
                  <a:lnTo>
                    <a:pt x="685038" y="287084"/>
                  </a:lnTo>
                  <a:lnTo>
                    <a:pt x="679799" y="281940"/>
                  </a:lnTo>
                  <a:lnTo>
                    <a:pt x="678561" y="280607"/>
                  </a:lnTo>
                  <a:lnTo>
                    <a:pt x="678466" y="279083"/>
                  </a:lnTo>
                  <a:lnTo>
                    <a:pt x="679514" y="276796"/>
                  </a:lnTo>
                  <a:lnTo>
                    <a:pt x="680561" y="276034"/>
                  </a:lnTo>
                  <a:lnTo>
                    <a:pt x="681419" y="275463"/>
                  </a:lnTo>
                  <a:lnTo>
                    <a:pt x="682276" y="275368"/>
                  </a:lnTo>
                  <a:lnTo>
                    <a:pt x="682943" y="275463"/>
                  </a:lnTo>
                  <a:lnTo>
                    <a:pt x="689420" y="277463"/>
                  </a:lnTo>
                  <a:lnTo>
                    <a:pt x="690563" y="277559"/>
                  </a:lnTo>
                  <a:lnTo>
                    <a:pt x="691801" y="277368"/>
                  </a:lnTo>
                  <a:lnTo>
                    <a:pt x="693134" y="276796"/>
                  </a:lnTo>
                  <a:lnTo>
                    <a:pt x="694182" y="275939"/>
                  </a:lnTo>
                  <a:lnTo>
                    <a:pt x="698373" y="271082"/>
                  </a:lnTo>
                  <a:lnTo>
                    <a:pt x="707041" y="264319"/>
                  </a:lnTo>
                  <a:lnTo>
                    <a:pt x="707993" y="264033"/>
                  </a:lnTo>
                  <a:lnTo>
                    <a:pt x="709327" y="263842"/>
                  </a:lnTo>
                  <a:lnTo>
                    <a:pt x="712280" y="263842"/>
                  </a:lnTo>
                  <a:lnTo>
                    <a:pt x="713708" y="263652"/>
                  </a:lnTo>
                  <a:lnTo>
                    <a:pt x="714661" y="263271"/>
                  </a:lnTo>
                  <a:lnTo>
                    <a:pt x="715994" y="262509"/>
                  </a:lnTo>
                  <a:lnTo>
                    <a:pt x="717137" y="261461"/>
                  </a:lnTo>
                  <a:lnTo>
                    <a:pt x="718185" y="260413"/>
                  </a:lnTo>
                  <a:lnTo>
                    <a:pt x="719042" y="259175"/>
                  </a:lnTo>
                  <a:lnTo>
                    <a:pt x="728472" y="240030"/>
                  </a:lnTo>
                  <a:lnTo>
                    <a:pt x="728567" y="237744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1" name="Freeform: Shape 32">
              <a:extLst>
                <a:ext uri="{FF2B5EF4-FFF2-40B4-BE49-F238E27FC236}">
                  <a16:creationId xmlns:a16="http://schemas.microsoft.com/office/drawing/2014/main" id="{E95E2C70-E67A-D8A9-A6C1-74734287C56A}"/>
                </a:ext>
              </a:extLst>
            </p:cNvPr>
            <p:cNvSpPr/>
            <p:nvPr/>
          </p:nvSpPr>
          <p:spPr>
            <a:xfrm>
              <a:off x="7499895" y="4792888"/>
              <a:ext cx="98832" cy="155308"/>
            </a:xfrm>
            <a:custGeom>
              <a:avLst/>
              <a:gdLst>
                <a:gd name="connsiteX0" fmla="*/ 70866 w 66675"/>
                <a:gd name="connsiteY0" fmla="*/ 54388 h 104775"/>
                <a:gd name="connsiteX1" fmla="*/ 70675 w 66675"/>
                <a:gd name="connsiteY1" fmla="*/ 53435 h 104775"/>
                <a:gd name="connsiteX2" fmla="*/ 70390 w 66675"/>
                <a:gd name="connsiteY2" fmla="*/ 52768 h 104775"/>
                <a:gd name="connsiteX3" fmla="*/ 69818 w 66675"/>
                <a:gd name="connsiteY3" fmla="*/ 52006 h 104775"/>
                <a:gd name="connsiteX4" fmla="*/ 66580 w 66675"/>
                <a:gd name="connsiteY4" fmla="*/ 48578 h 104775"/>
                <a:gd name="connsiteX5" fmla="*/ 66103 w 66675"/>
                <a:gd name="connsiteY5" fmla="*/ 47530 h 104775"/>
                <a:gd name="connsiteX6" fmla="*/ 65913 w 66675"/>
                <a:gd name="connsiteY6" fmla="*/ 46577 h 104775"/>
                <a:gd name="connsiteX7" fmla="*/ 65913 w 66675"/>
                <a:gd name="connsiteY7" fmla="*/ 45529 h 104775"/>
                <a:gd name="connsiteX8" fmla="*/ 66103 w 66675"/>
                <a:gd name="connsiteY8" fmla="*/ 44101 h 104775"/>
                <a:gd name="connsiteX9" fmla="*/ 66103 w 66675"/>
                <a:gd name="connsiteY9" fmla="*/ 43529 h 104775"/>
                <a:gd name="connsiteX10" fmla="*/ 66008 w 66675"/>
                <a:gd name="connsiteY10" fmla="*/ 42481 h 104775"/>
                <a:gd name="connsiteX11" fmla="*/ 65627 w 66675"/>
                <a:gd name="connsiteY11" fmla="*/ 41529 h 104775"/>
                <a:gd name="connsiteX12" fmla="*/ 65151 w 66675"/>
                <a:gd name="connsiteY12" fmla="*/ 40767 h 104775"/>
                <a:gd name="connsiteX13" fmla="*/ 63817 w 66675"/>
                <a:gd name="connsiteY13" fmla="*/ 39433 h 104775"/>
                <a:gd name="connsiteX14" fmla="*/ 63532 w 66675"/>
                <a:gd name="connsiteY14" fmla="*/ 37243 h 104775"/>
                <a:gd name="connsiteX15" fmla="*/ 64484 w 66675"/>
                <a:gd name="connsiteY15" fmla="*/ 35433 h 104775"/>
                <a:gd name="connsiteX16" fmla="*/ 65532 w 66675"/>
                <a:gd name="connsiteY16" fmla="*/ 33909 h 104775"/>
                <a:gd name="connsiteX17" fmla="*/ 65913 w 66675"/>
                <a:gd name="connsiteY17" fmla="*/ 31718 h 104775"/>
                <a:gd name="connsiteX18" fmla="*/ 65532 w 66675"/>
                <a:gd name="connsiteY18" fmla="*/ 30004 h 104775"/>
                <a:gd name="connsiteX19" fmla="*/ 64579 w 66675"/>
                <a:gd name="connsiteY19" fmla="*/ 23527 h 104775"/>
                <a:gd name="connsiteX20" fmla="*/ 63627 w 66675"/>
                <a:gd name="connsiteY20" fmla="*/ 20003 h 104775"/>
                <a:gd name="connsiteX21" fmla="*/ 63246 w 66675"/>
                <a:gd name="connsiteY21" fmla="*/ 19240 h 104775"/>
                <a:gd name="connsiteX22" fmla="*/ 62389 w 66675"/>
                <a:gd name="connsiteY22" fmla="*/ 18383 h 104775"/>
                <a:gd name="connsiteX23" fmla="*/ 59055 w 66675"/>
                <a:gd name="connsiteY23" fmla="*/ 16478 h 104775"/>
                <a:gd name="connsiteX24" fmla="*/ 56864 w 66675"/>
                <a:gd name="connsiteY24" fmla="*/ 15716 h 104775"/>
                <a:gd name="connsiteX25" fmla="*/ 56102 w 66675"/>
                <a:gd name="connsiteY25" fmla="*/ 15526 h 104775"/>
                <a:gd name="connsiteX26" fmla="*/ 55531 w 66675"/>
                <a:gd name="connsiteY26" fmla="*/ 15716 h 104775"/>
                <a:gd name="connsiteX27" fmla="*/ 54007 w 66675"/>
                <a:gd name="connsiteY27" fmla="*/ 16764 h 104775"/>
                <a:gd name="connsiteX28" fmla="*/ 53245 w 66675"/>
                <a:gd name="connsiteY28" fmla="*/ 17145 h 104775"/>
                <a:gd name="connsiteX29" fmla="*/ 52483 w 66675"/>
                <a:gd name="connsiteY29" fmla="*/ 17431 h 104775"/>
                <a:gd name="connsiteX30" fmla="*/ 50959 w 66675"/>
                <a:gd name="connsiteY30" fmla="*/ 17716 h 104775"/>
                <a:gd name="connsiteX31" fmla="*/ 49530 w 66675"/>
                <a:gd name="connsiteY31" fmla="*/ 17621 h 104775"/>
                <a:gd name="connsiteX32" fmla="*/ 47815 w 66675"/>
                <a:gd name="connsiteY32" fmla="*/ 17145 h 104775"/>
                <a:gd name="connsiteX33" fmla="*/ 43339 w 66675"/>
                <a:gd name="connsiteY33" fmla="*/ 17240 h 104775"/>
                <a:gd name="connsiteX34" fmla="*/ 36576 w 66675"/>
                <a:gd name="connsiteY34" fmla="*/ 19907 h 104775"/>
                <a:gd name="connsiteX35" fmla="*/ 35052 w 66675"/>
                <a:gd name="connsiteY35" fmla="*/ 20288 h 104775"/>
                <a:gd name="connsiteX36" fmla="*/ 33814 w 66675"/>
                <a:gd name="connsiteY36" fmla="*/ 20193 h 104775"/>
                <a:gd name="connsiteX37" fmla="*/ 32099 w 66675"/>
                <a:gd name="connsiteY37" fmla="*/ 19717 h 104775"/>
                <a:gd name="connsiteX38" fmla="*/ 29623 w 66675"/>
                <a:gd name="connsiteY38" fmla="*/ 18097 h 104775"/>
                <a:gd name="connsiteX39" fmla="*/ 28384 w 66675"/>
                <a:gd name="connsiteY39" fmla="*/ 16669 h 104775"/>
                <a:gd name="connsiteX40" fmla="*/ 27527 w 66675"/>
                <a:gd name="connsiteY40" fmla="*/ 14954 h 104775"/>
                <a:gd name="connsiteX41" fmla="*/ 26194 w 66675"/>
                <a:gd name="connsiteY41" fmla="*/ 8763 h 104775"/>
                <a:gd name="connsiteX42" fmla="*/ 25622 w 66675"/>
                <a:gd name="connsiteY42" fmla="*/ 7429 h 104775"/>
                <a:gd name="connsiteX43" fmla="*/ 24670 w 66675"/>
                <a:gd name="connsiteY43" fmla="*/ 6287 h 104775"/>
                <a:gd name="connsiteX44" fmla="*/ 23717 w 66675"/>
                <a:gd name="connsiteY44" fmla="*/ 5620 h 104775"/>
                <a:gd name="connsiteX45" fmla="*/ 22003 w 66675"/>
                <a:gd name="connsiteY45" fmla="*/ 5239 h 104775"/>
                <a:gd name="connsiteX46" fmla="*/ 19812 w 66675"/>
                <a:gd name="connsiteY46" fmla="*/ 4858 h 104775"/>
                <a:gd name="connsiteX47" fmla="*/ 18955 w 66675"/>
                <a:gd name="connsiteY47" fmla="*/ 4572 h 104775"/>
                <a:gd name="connsiteX48" fmla="*/ 18193 w 66675"/>
                <a:gd name="connsiteY48" fmla="*/ 4096 h 104775"/>
                <a:gd name="connsiteX49" fmla="*/ 17812 w 66675"/>
                <a:gd name="connsiteY49" fmla="*/ 3524 h 104775"/>
                <a:gd name="connsiteX50" fmla="*/ 17526 w 66675"/>
                <a:gd name="connsiteY50" fmla="*/ 2572 h 104775"/>
                <a:gd name="connsiteX51" fmla="*/ 17240 w 66675"/>
                <a:gd name="connsiteY51" fmla="*/ 667 h 104775"/>
                <a:gd name="connsiteX52" fmla="*/ 16859 w 66675"/>
                <a:gd name="connsiteY52" fmla="*/ 190 h 104775"/>
                <a:gd name="connsiteX53" fmla="*/ 16192 w 66675"/>
                <a:gd name="connsiteY53" fmla="*/ 0 h 104775"/>
                <a:gd name="connsiteX54" fmla="*/ 15240 w 66675"/>
                <a:gd name="connsiteY54" fmla="*/ 762 h 104775"/>
                <a:gd name="connsiteX55" fmla="*/ 14669 w 66675"/>
                <a:gd name="connsiteY55" fmla="*/ 1333 h 104775"/>
                <a:gd name="connsiteX56" fmla="*/ 13049 w 66675"/>
                <a:gd name="connsiteY56" fmla="*/ 4096 h 104775"/>
                <a:gd name="connsiteX57" fmla="*/ 12287 w 66675"/>
                <a:gd name="connsiteY57" fmla="*/ 4953 h 104775"/>
                <a:gd name="connsiteX58" fmla="*/ 11335 w 66675"/>
                <a:gd name="connsiteY58" fmla="*/ 5334 h 104775"/>
                <a:gd name="connsiteX59" fmla="*/ 9715 w 66675"/>
                <a:gd name="connsiteY59" fmla="*/ 5620 h 104775"/>
                <a:gd name="connsiteX60" fmla="*/ 4191 w 66675"/>
                <a:gd name="connsiteY60" fmla="*/ 5810 h 104775"/>
                <a:gd name="connsiteX61" fmla="*/ 1715 w 66675"/>
                <a:gd name="connsiteY61" fmla="*/ 7144 h 104775"/>
                <a:gd name="connsiteX62" fmla="*/ 95 w 66675"/>
                <a:gd name="connsiteY62" fmla="*/ 8382 h 104775"/>
                <a:gd name="connsiteX63" fmla="*/ 0 w 66675"/>
                <a:gd name="connsiteY63" fmla="*/ 9430 h 104775"/>
                <a:gd name="connsiteX64" fmla="*/ 571 w 66675"/>
                <a:gd name="connsiteY64" fmla="*/ 10668 h 104775"/>
                <a:gd name="connsiteX65" fmla="*/ 1333 w 66675"/>
                <a:gd name="connsiteY65" fmla="*/ 14383 h 104775"/>
                <a:gd name="connsiteX66" fmla="*/ 2381 w 66675"/>
                <a:gd name="connsiteY66" fmla="*/ 16669 h 104775"/>
                <a:gd name="connsiteX67" fmla="*/ 3715 w 66675"/>
                <a:gd name="connsiteY67" fmla="*/ 18669 h 104775"/>
                <a:gd name="connsiteX68" fmla="*/ 4858 w 66675"/>
                <a:gd name="connsiteY68" fmla="*/ 19621 h 104775"/>
                <a:gd name="connsiteX69" fmla="*/ 5429 w 66675"/>
                <a:gd name="connsiteY69" fmla="*/ 18955 h 104775"/>
                <a:gd name="connsiteX70" fmla="*/ 9430 w 66675"/>
                <a:gd name="connsiteY70" fmla="*/ 16288 h 104775"/>
                <a:gd name="connsiteX71" fmla="*/ 10477 w 66675"/>
                <a:gd name="connsiteY71" fmla="*/ 15812 h 104775"/>
                <a:gd name="connsiteX72" fmla="*/ 11240 w 66675"/>
                <a:gd name="connsiteY72" fmla="*/ 14859 h 104775"/>
                <a:gd name="connsiteX73" fmla="*/ 13240 w 66675"/>
                <a:gd name="connsiteY73" fmla="*/ 14573 h 104775"/>
                <a:gd name="connsiteX74" fmla="*/ 17526 w 66675"/>
                <a:gd name="connsiteY74" fmla="*/ 14668 h 104775"/>
                <a:gd name="connsiteX75" fmla="*/ 17526 w 66675"/>
                <a:gd name="connsiteY75" fmla="*/ 15430 h 104775"/>
                <a:gd name="connsiteX76" fmla="*/ 11716 w 66675"/>
                <a:gd name="connsiteY76" fmla="*/ 16954 h 104775"/>
                <a:gd name="connsiteX77" fmla="*/ 8573 w 66675"/>
                <a:gd name="connsiteY77" fmla="*/ 18097 h 104775"/>
                <a:gd name="connsiteX78" fmla="*/ 7239 w 66675"/>
                <a:gd name="connsiteY78" fmla="*/ 19907 h 104775"/>
                <a:gd name="connsiteX79" fmla="*/ 6953 w 66675"/>
                <a:gd name="connsiteY79" fmla="*/ 20955 h 104775"/>
                <a:gd name="connsiteX80" fmla="*/ 6382 w 66675"/>
                <a:gd name="connsiteY80" fmla="*/ 21431 h 104775"/>
                <a:gd name="connsiteX81" fmla="*/ 5905 w 66675"/>
                <a:gd name="connsiteY81" fmla="*/ 22098 h 104775"/>
                <a:gd name="connsiteX82" fmla="*/ 5620 w 66675"/>
                <a:gd name="connsiteY82" fmla="*/ 23622 h 104775"/>
                <a:gd name="connsiteX83" fmla="*/ 5810 w 66675"/>
                <a:gd name="connsiteY83" fmla="*/ 25337 h 104775"/>
                <a:gd name="connsiteX84" fmla="*/ 6382 w 66675"/>
                <a:gd name="connsiteY84" fmla="*/ 26765 h 104775"/>
                <a:gd name="connsiteX85" fmla="*/ 8096 w 66675"/>
                <a:gd name="connsiteY85" fmla="*/ 29432 h 104775"/>
                <a:gd name="connsiteX86" fmla="*/ 7525 w 66675"/>
                <a:gd name="connsiteY86" fmla="*/ 32385 h 104775"/>
                <a:gd name="connsiteX87" fmla="*/ 9239 w 66675"/>
                <a:gd name="connsiteY87" fmla="*/ 34290 h 104775"/>
                <a:gd name="connsiteX88" fmla="*/ 11525 w 66675"/>
                <a:gd name="connsiteY88" fmla="*/ 34862 h 104775"/>
                <a:gd name="connsiteX89" fmla="*/ 12763 w 66675"/>
                <a:gd name="connsiteY89" fmla="*/ 33909 h 104775"/>
                <a:gd name="connsiteX90" fmla="*/ 20765 w 66675"/>
                <a:gd name="connsiteY90" fmla="*/ 29432 h 104775"/>
                <a:gd name="connsiteX91" fmla="*/ 20765 w 66675"/>
                <a:gd name="connsiteY91" fmla="*/ 30194 h 104775"/>
                <a:gd name="connsiteX92" fmla="*/ 20098 w 66675"/>
                <a:gd name="connsiteY92" fmla="*/ 30861 h 104775"/>
                <a:gd name="connsiteX93" fmla="*/ 20002 w 66675"/>
                <a:gd name="connsiteY93" fmla="*/ 31432 h 104775"/>
                <a:gd name="connsiteX94" fmla="*/ 20383 w 66675"/>
                <a:gd name="connsiteY94" fmla="*/ 32004 h 104775"/>
                <a:gd name="connsiteX95" fmla="*/ 21431 w 66675"/>
                <a:gd name="connsiteY95" fmla="*/ 32575 h 104775"/>
                <a:gd name="connsiteX96" fmla="*/ 16383 w 66675"/>
                <a:gd name="connsiteY96" fmla="*/ 33718 h 104775"/>
                <a:gd name="connsiteX97" fmla="*/ 15145 w 66675"/>
                <a:gd name="connsiteY97" fmla="*/ 34290 h 104775"/>
                <a:gd name="connsiteX98" fmla="*/ 14192 w 66675"/>
                <a:gd name="connsiteY98" fmla="*/ 35338 h 104775"/>
                <a:gd name="connsiteX99" fmla="*/ 13144 w 66675"/>
                <a:gd name="connsiteY99" fmla="*/ 36957 h 104775"/>
                <a:gd name="connsiteX100" fmla="*/ 12573 w 66675"/>
                <a:gd name="connsiteY100" fmla="*/ 38576 h 104775"/>
                <a:gd name="connsiteX101" fmla="*/ 12763 w 66675"/>
                <a:gd name="connsiteY101" fmla="*/ 40005 h 104775"/>
                <a:gd name="connsiteX102" fmla="*/ 13811 w 66675"/>
                <a:gd name="connsiteY102" fmla="*/ 39624 h 104775"/>
                <a:gd name="connsiteX103" fmla="*/ 17907 w 66675"/>
                <a:gd name="connsiteY103" fmla="*/ 40005 h 104775"/>
                <a:gd name="connsiteX104" fmla="*/ 18574 w 66675"/>
                <a:gd name="connsiteY104" fmla="*/ 40291 h 104775"/>
                <a:gd name="connsiteX105" fmla="*/ 19431 w 66675"/>
                <a:gd name="connsiteY105" fmla="*/ 41338 h 104775"/>
                <a:gd name="connsiteX106" fmla="*/ 19907 w 66675"/>
                <a:gd name="connsiteY106" fmla="*/ 41720 h 104775"/>
                <a:gd name="connsiteX107" fmla="*/ 20669 w 66675"/>
                <a:gd name="connsiteY107" fmla="*/ 41815 h 104775"/>
                <a:gd name="connsiteX108" fmla="*/ 22288 w 66675"/>
                <a:gd name="connsiteY108" fmla="*/ 41624 h 104775"/>
                <a:gd name="connsiteX109" fmla="*/ 23050 w 66675"/>
                <a:gd name="connsiteY109" fmla="*/ 41720 h 104775"/>
                <a:gd name="connsiteX110" fmla="*/ 27813 w 66675"/>
                <a:gd name="connsiteY110" fmla="*/ 43815 h 104775"/>
                <a:gd name="connsiteX111" fmla="*/ 28956 w 66675"/>
                <a:gd name="connsiteY111" fmla="*/ 44577 h 104775"/>
                <a:gd name="connsiteX112" fmla="*/ 31623 w 66675"/>
                <a:gd name="connsiteY112" fmla="*/ 48196 h 104775"/>
                <a:gd name="connsiteX113" fmla="*/ 32480 w 66675"/>
                <a:gd name="connsiteY113" fmla="*/ 49054 h 104775"/>
                <a:gd name="connsiteX114" fmla="*/ 32099 w 66675"/>
                <a:gd name="connsiteY114" fmla="*/ 49435 h 104775"/>
                <a:gd name="connsiteX115" fmla="*/ 31813 w 66675"/>
                <a:gd name="connsiteY115" fmla="*/ 49721 h 104775"/>
                <a:gd name="connsiteX116" fmla="*/ 31432 w 66675"/>
                <a:gd name="connsiteY116" fmla="*/ 49816 h 104775"/>
                <a:gd name="connsiteX117" fmla="*/ 30956 w 66675"/>
                <a:gd name="connsiteY117" fmla="*/ 49911 h 104775"/>
                <a:gd name="connsiteX118" fmla="*/ 29908 w 66675"/>
                <a:gd name="connsiteY118" fmla="*/ 47625 h 104775"/>
                <a:gd name="connsiteX119" fmla="*/ 28480 w 66675"/>
                <a:gd name="connsiteY119" fmla="*/ 46482 h 104775"/>
                <a:gd name="connsiteX120" fmla="*/ 24670 w 66675"/>
                <a:gd name="connsiteY120" fmla="*/ 44958 h 104775"/>
                <a:gd name="connsiteX121" fmla="*/ 22955 w 66675"/>
                <a:gd name="connsiteY121" fmla="*/ 46101 h 104775"/>
                <a:gd name="connsiteX122" fmla="*/ 21431 w 66675"/>
                <a:gd name="connsiteY122" fmla="*/ 45625 h 104775"/>
                <a:gd name="connsiteX123" fmla="*/ 20098 w 66675"/>
                <a:gd name="connsiteY123" fmla="*/ 44958 h 104775"/>
                <a:gd name="connsiteX124" fmla="*/ 18764 w 66675"/>
                <a:gd name="connsiteY124" fmla="*/ 45339 h 104775"/>
                <a:gd name="connsiteX125" fmla="*/ 17717 w 66675"/>
                <a:gd name="connsiteY125" fmla="*/ 45434 h 104775"/>
                <a:gd name="connsiteX126" fmla="*/ 11144 w 66675"/>
                <a:gd name="connsiteY126" fmla="*/ 44958 h 104775"/>
                <a:gd name="connsiteX127" fmla="*/ 14288 w 66675"/>
                <a:gd name="connsiteY127" fmla="*/ 48578 h 104775"/>
                <a:gd name="connsiteX128" fmla="*/ 16288 w 66675"/>
                <a:gd name="connsiteY128" fmla="*/ 50101 h 104775"/>
                <a:gd name="connsiteX129" fmla="*/ 18764 w 66675"/>
                <a:gd name="connsiteY129" fmla="*/ 50673 h 104775"/>
                <a:gd name="connsiteX130" fmla="*/ 21146 w 66675"/>
                <a:gd name="connsiteY130" fmla="*/ 50768 h 104775"/>
                <a:gd name="connsiteX131" fmla="*/ 22669 w 66675"/>
                <a:gd name="connsiteY131" fmla="*/ 51245 h 104775"/>
                <a:gd name="connsiteX132" fmla="*/ 23622 w 66675"/>
                <a:gd name="connsiteY132" fmla="*/ 52673 h 104775"/>
                <a:gd name="connsiteX133" fmla="*/ 30099 w 66675"/>
                <a:gd name="connsiteY133" fmla="*/ 74486 h 104775"/>
                <a:gd name="connsiteX134" fmla="*/ 30956 w 66675"/>
                <a:gd name="connsiteY134" fmla="*/ 73628 h 104775"/>
                <a:gd name="connsiteX135" fmla="*/ 31813 w 66675"/>
                <a:gd name="connsiteY135" fmla="*/ 75533 h 104775"/>
                <a:gd name="connsiteX136" fmla="*/ 31432 w 66675"/>
                <a:gd name="connsiteY136" fmla="*/ 76581 h 104775"/>
                <a:gd name="connsiteX137" fmla="*/ 28956 w 66675"/>
                <a:gd name="connsiteY137" fmla="*/ 78105 h 104775"/>
                <a:gd name="connsiteX138" fmla="*/ 28003 w 66675"/>
                <a:gd name="connsiteY138" fmla="*/ 79343 h 104775"/>
                <a:gd name="connsiteX139" fmla="*/ 27242 w 66675"/>
                <a:gd name="connsiteY139" fmla="*/ 80867 h 104775"/>
                <a:gd name="connsiteX140" fmla="*/ 26194 w 66675"/>
                <a:gd name="connsiteY140" fmla="*/ 84296 h 104775"/>
                <a:gd name="connsiteX141" fmla="*/ 32099 w 66675"/>
                <a:gd name="connsiteY141" fmla="*/ 86011 h 104775"/>
                <a:gd name="connsiteX142" fmla="*/ 33052 w 66675"/>
                <a:gd name="connsiteY142" fmla="*/ 86963 h 104775"/>
                <a:gd name="connsiteX143" fmla="*/ 35719 w 66675"/>
                <a:gd name="connsiteY143" fmla="*/ 92392 h 104775"/>
                <a:gd name="connsiteX144" fmla="*/ 36957 w 66675"/>
                <a:gd name="connsiteY144" fmla="*/ 93154 h 104775"/>
                <a:gd name="connsiteX145" fmla="*/ 38576 w 66675"/>
                <a:gd name="connsiteY145" fmla="*/ 93536 h 104775"/>
                <a:gd name="connsiteX146" fmla="*/ 39815 w 66675"/>
                <a:gd name="connsiteY146" fmla="*/ 94297 h 104775"/>
                <a:gd name="connsiteX147" fmla="*/ 40386 w 66675"/>
                <a:gd name="connsiteY147" fmla="*/ 96107 h 104775"/>
                <a:gd name="connsiteX148" fmla="*/ 39815 w 66675"/>
                <a:gd name="connsiteY148" fmla="*/ 99727 h 104775"/>
                <a:gd name="connsiteX149" fmla="*/ 39719 w 66675"/>
                <a:gd name="connsiteY149" fmla="*/ 101441 h 104775"/>
                <a:gd name="connsiteX150" fmla="*/ 40386 w 66675"/>
                <a:gd name="connsiteY150" fmla="*/ 103156 h 104775"/>
                <a:gd name="connsiteX151" fmla="*/ 45148 w 66675"/>
                <a:gd name="connsiteY151" fmla="*/ 105823 h 104775"/>
                <a:gd name="connsiteX152" fmla="*/ 45529 w 66675"/>
                <a:gd name="connsiteY152" fmla="*/ 106394 h 104775"/>
                <a:gd name="connsiteX153" fmla="*/ 46768 w 66675"/>
                <a:gd name="connsiteY153" fmla="*/ 107156 h 104775"/>
                <a:gd name="connsiteX154" fmla="*/ 50673 w 66675"/>
                <a:gd name="connsiteY154" fmla="*/ 105061 h 104775"/>
                <a:gd name="connsiteX155" fmla="*/ 53245 w 66675"/>
                <a:gd name="connsiteY155" fmla="*/ 102870 h 104775"/>
                <a:gd name="connsiteX156" fmla="*/ 54007 w 66675"/>
                <a:gd name="connsiteY156" fmla="*/ 102394 h 104775"/>
                <a:gd name="connsiteX157" fmla="*/ 54769 w 66675"/>
                <a:gd name="connsiteY157" fmla="*/ 102203 h 104775"/>
                <a:gd name="connsiteX158" fmla="*/ 57340 w 66675"/>
                <a:gd name="connsiteY158" fmla="*/ 102489 h 104775"/>
                <a:gd name="connsiteX159" fmla="*/ 58960 w 66675"/>
                <a:gd name="connsiteY159" fmla="*/ 102203 h 104775"/>
                <a:gd name="connsiteX160" fmla="*/ 60388 w 66675"/>
                <a:gd name="connsiteY160" fmla="*/ 101632 h 104775"/>
                <a:gd name="connsiteX161" fmla="*/ 62389 w 66675"/>
                <a:gd name="connsiteY161" fmla="*/ 100489 h 104775"/>
                <a:gd name="connsiteX162" fmla="*/ 64008 w 66675"/>
                <a:gd name="connsiteY162" fmla="*/ 98965 h 104775"/>
                <a:gd name="connsiteX163" fmla="*/ 64294 w 66675"/>
                <a:gd name="connsiteY163" fmla="*/ 98298 h 104775"/>
                <a:gd name="connsiteX164" fmla="*/ 64484 w 66675"/>
                <a:gd name="connsiteY164" fmla="*/ 97822 h 104775"/>
                <a:gd name="connsiteX165" fmla="*/ 64770 w 66675"/>
                <a:gd name="connsiteY165" fmla="*/ 96393 h 104775"/>
                <a:gd name="connsiteX166" fmla="*/ 65627 w 66675"/>
                <a:gd name="connsiteY166" fmla="*/ 93726 h 104775"/>
                <a:gd name="connsiteX167" fmla="*/ 66294 w 66675"/>
                <a:gd name="connsiteY167" fmla="*/ 92107 h 104775"/>
                <a:gd name="connsiteX168" fmla="*/ 66675 w 66675"/>
                <a:gd name="connsiteY168" fmla="*/ 91059 h 104775"/>
                <a:gd name="connsiteX169" fmla="*/ 66961 w 66675"/>
                <a:gd name="connsiteY169" fmla="*/ 89821 h 104775"/>
                <a:gd name="connsiteX170" fmla="*/ 67056 w 66675"/>
                <a:gd name="connsiteY170" fmla="*/ 88773 h 104775"/>
                <a:gd name="connsiteX171" fmla="*/ 67056 w 66675"/>
                <a:gd name="connsiteY171" fmla="*/ 87725 h 104775"/>
                <a:gd name="connsiteX172" fmla="*/ 66199 w 66675"/>
                <a:gd name="connsiteY172" fmla="*/ 83820 h 104775"/>
                <a:gd name="connsiteX173" fmla="*/ 66199 w 66675"/>
                <a:gd name="connsiteY173" fmla="*/ 82963 h 104775"/>
                <a:gd name="connsiteX174" fmla="*/ 66199 w 66675"/>
                <a:gd name="connsiteY174" fmla="*/ 82010 h 104775"/>
                <a:gd name="connsiteX175" fmla="*/ 66484 w 66675"/>
                <a:gd name="connsiteY175" fmla="*/ 80200 h 104775"/>
                <a:gd name="connsiteX176" fmla="*/ 66770 w 66675"/>
                <a:gd name="connsiteY176" fmla="*/ 79248 h 104775"/>
                <a:gd name="connsiteX177" fmla="*/ 69532 w 66675"/>
                <a:gd name="connsiteY177" fmla="*/ 73723 h 104775"/>
                <a:gd name="connsiteX178" fmla="*/ 69913 w 66675"/>
                <a:gd name="connsiteY178" fmla="*/ 72390 h 104775"/>
                <a:gd name="connsiteX179" fmla="*/ 70009 w 66675"/>
                <a:gd name="connsiteY179" fmla="*/ 71247 h 104775"/>
                <a:gd name="connsiteX180" fmla="*/ 69818 w 66675"/>
                <a:gd name="connsiteY180" fmla="*/ 70390 h 104775"/>
                <a:gd name="connsiteX181" fmla="*/ 69437 w 66675"/>
                <a:gd name="connsiteY181" fmla="*/ 69723 h 104775"/>
                <a:gd name="connsiteX182" fmla="*/ 68961 w 66675"/>
                <a:gd name="connsiteY182" fmla="*/ 69151 h 104775"/>
                <a:gd name="connsiteX183" fmla="*/ 68390 w 66675"/>
                <a:gd name="connsiteY183" fmla="*/ 68771 h 104775"/>
                <a:gd name="connsiteX184" fmla="*/ 64960 w 66675"/>
                <a:gd name="connsiteY184" fmla="*/ 66770 h 104775"/>
                <a:gd name="connsiteX185" fmla="*/ 64389 w 66675"/>
                <a:gd name="connsiteY185" fmla="*/ 66104 h 104775"/>
                <a:gd name="connsiteX186" fmla="*/ 64008 w 66675"/>
                <a:gd name="connsiteY186" fmla="*/ 65246 h 104775"/>
                <a:gd name="connsiteX187" fmla="*/ 64008 w 66675"/>
                <a:gd name="connsiteY187" fmla="*/ 64198 h 104775"/>
                <a:gd name="connsiteX188" fmla="*/ 64294 w 66675"/>
                <a:gd name="connsiteY188" fmla="*/ 63532 h 104775"/>
                <a:gd name="connsiteX189" fmla="*/ 64675 w 66675"/>
                <a:gd name="connsiteY189" fmla="*/ 63151 h 104775"/>
                <a:gd name="connsiteX190" fmla="*/ 65246 w 66675"/>
                <a:gd name="connsiteY190" fmla="*/ 62960 h 104775"/>
                <a:gd name="connsiteX191" fmla="*/ 68771 w 66675"/>
                <a:gd name="connsiteY191" fmla="*/ 62198 h 104775"/>
                <a:gd name="connsiteX192" fmla="*/ 69628 w 66675"/>
                <a:gd name="connsiteY192" fmla="*/ 61817 h 104775"/>
                <a:gd name="connsiteX193" fmla="*/ 70675 w 66675"/>
                <a:gd name="connsiteY193" fmla="*/ 61055 h 104775"/>
                <a:gd name="connsiteX194" fmla="*/ 71056 w 66675"/>
                <a:gd name="connsiteY194" fmla="*/ 60198 h 104775"/>
                <a:gd name="connsiteX195" fmla="*/ 71342 w 66675"/>
                <a:gd name="connsiteY195" fmla="*/ 59150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</a:cxnLst>
              <a:rect l="l" t="t" r="r" b="b"/>
              <a:pathLst>
                <a:path w="66675" h="104775">
                  <a:moveTo>
                    <a:pt x="70866" y="54388"/>
                  </a:moveTo>
                  <a:lnTo>
                    <a:pt x="70675" y="53435"/>
                  </a:lnTo>
                  <a:lnTo>
                    <a:pt x="70390" y="52768"/>
                  </a:lnTo>
                  <a:lnTo>
                    <a:pt x="69818" y="52006"/>
                  </a:lnTo>
                  <a:lnTo>
                    <a:pt x="66580" y="48578"/>
                  </a:lnTo>
                  <a:lnTo>
                    <a:pt x="66103" y="47530"/>
                  </a:lnTo>
                  <a:lnTo>
                    <a:pt x="65913" y="46577"/>
                  </a:lnTo>
                  <a:lnTo>
                    <a:pt x="65913" y="45529"/>
                  </a:lnTo>
                  <a:lnTo>
                    <a:pt x="66103" y="44101"/>
                  </a:lnTo>
                  <a:lnTo>
                    <a:pt x="66103" y="43529"/>
                  </a:lnTo>
                  <a:lnTo>
                    <a:pt x="66008" y="42481"/>
                  </a:lnTo>
                  <a:lnTo>
                    <a:pt x="65627" y="41529"/>
                  </a:lnTo>
                  <a:lnTo>
                    <a:pt x="65151" y="40767"/>
                  </a:lnTo>
                  <a:lnTo>
                    <a:pt x="63817" y="39433"/>
                  </a:lnTo>
                  <a:lnTo>
                    <a:pt x="63532" y="37243"/>
                  </a:lnTo>
                  <a:lnTo>
                    <a:pt x="64484" y="35433"/>
                  </a:lnTo>
                  <a:lnTo>
                    <a:pt x="65532" y="33909"/>
                  </a:lnTo>
                  <a:lnTo>
                    <a:pt x="65913" y="31718"/>
                  </a:lnTo>
                  <a:lnTo>
                    <a:pt x="65532" y="30004"/>
                  </a:lnTo>
                  <a:lnTo>
                    <a:pt x="64579" y="23527"/>
                  </a:lnTo>
                  <a:lnTo>
                    <a:pt x="63627" y="20003"/>
                  </a:lnTo>
                  <a:lnTo>
                    <a:pt x="63246" y="19240"/>
                  </a:lnTo>
                  <a:lnTo>
                    <a:pt x="62389" y="18383"/>
                  </a:lnTo>
                  <a:lnTo>
                    <a:pt x="59055" y="16478"/>
                  </a:lnTo>
                  <a:lnTo>
                    <a:pt x="56864" y="15716"/>
                  </a:lnTo>
                  <a:lnTo>
                    <a:pt x="56102" y="15526"/>
                  </a:lnTo>
                  <a:lnTo>
                    <a:pt x="55531" y="15716"/>
                  </a:lnTo>
                  <a:lnTo>
                    <a:pt x="54007" y="16764"/>
                  </a:lnTo>
                  <a:lnTo>
                    <a:pt x="53245" y="17145"/>
                  </a:lnTo>
                  <a:lnTo>
                    <a:pt x="52483" y="17431"/>
                  </a:lnTo>
                  <a:lnTo>
                    <a:pt x="50959" y="17716"/>
                  </a:lnTo>
                  <a:lnTo>
                    <a:pt x="49530" y="17621"/>
                  </a:lnTo>
                  <a:lnTo>
                    <a:pt x="47815" y="17145"/>
                  </a:lnTo>
                  <a:lnTo>
                    <a:pt x="43339" y="17240"/>
                  </a:lnTo>
                  <a:lnTo>
                    <a:pt x="36576" y="19907"/>
                  </a:lnTo>
                  <a:lnTo>
                    <a:pt x="35052" y="20288"/>
                  </a:lnTo>
                  <a:lnTo>
                    <a:pt x="33814" y="20193"/>
                  </a:lnTo>
                  <a:lnTo>
                    <a:pt x="32099" y="19717"/>
                  </a:lnTo>
                  <a:lnTo>
                    <a:pt x="29623" y="18097"/>
                  </a:lnTo>
                  <a:lnTo>
                    <a:pt x="28384" y="16669"/>
                  </a:lnTo>
                  <a:lnTo>
                    <a:pt x="27527" y="14954"/>
                  </a:lnTo>
                  <a:lnTo>
                    <a:pt x="26194" y="8763"/>
                  </a:lnTo>
                  <a:lnTo>
                    <a:pt x="25622" y="7429"/>
                  </a:lnTo>
                  <a:lnTo>
                    <a:pt x="24670" y="6287"/>
                  </a:lnTo>
                  <a:lnTo>
                    <a:pt x="23717" y="5620"/>
                  </a:lnTo>
                  <a:lnTo>
                    <a:pt x="22003" y="5239"/>
                  </a:lnTo>
                  <a:lnTo>
                    <a:pt x="19812" y="4858"/>
                  </a:lnTo>
                  <a:lnTo>
                    <a:pt x="18955" y="4572"/>
                  </a:lnTo>
                  <a:lnTo>
                    <a:pt x="18193" y="4096"/>
                  </a:lnTo>
                  <a:lnTo>
                    <a:pt x="17812" y="3524"/>
                  </a:lnTo>
                  <a:lnTo>
                    <a:pt x="17526" y="2572"/>
                  </a:lnTo>
                  <a:lnTo>
                    <a:pt x="17240" y="667"/>
                  </a:lnTo>
                  <a:lnTo>
                    <a:pt x="16859" y="190"/>
                  </a:lnTo>
                  <a:lnTo>
                    <a:pt x="16192" y="0"/>
                  </a:lnTo>
                  <a:lnTo>
                    <a:pt x="15240" y="762"/>
                  </a:lnTo>
                  <a:lnTo>
                    <a:pt x="14669" y="1333"/>
                  </a:lnTo>
                  <a:lnTo>
                    <a:pt x="13049" y="4096"/>
                  </a:lnTo>
                  <a:lnTo>
                    <a:pt x="12287" y="4953"/>
                  </a:lnTo>
                  <a:lnTo>
                    <a:pt x="11335" y="5334"/>
                  </a:lnTo>
                  <a:lnTo>
                    <a:pt x="9715" y="5620"/>
                  </a:lnTo>
                  <a:lnTo>
                    <a:pt x="4191" y="5810"/>
                  </a:lnTo>
                  <a:lnTo>
                    <a:pt x="1715" y="7144"/>
                  </a:lnTo>
                  <a:lnTo>
                    <a:pt x="95" y="8382"/>
                  </a:lnTo>
                  <a:lnTo>
                    <a:pt x="0" y="9430"/>
                  </a:lnTo>
                  <a:lnTo>
                    <a:pt x="571" y="10668"/>
                  </a:lnTo>
                  <a:lnTo>
                    <a:pt x="1333" y="14383"/>
                  </a:lnTo>
                  <a:lnTo>
                    <a:pt x="2381" y="16669"/>
                  </a:lnTo>
                  <a:lnTo>
                    <a:pt x="3715" y="18669"/>
                  </a:lnTo>
                  <a:lnTo>
                    <a:pt x="4858" y="19621"/>
                  </a:lnTo>
                  <a:lnTo>
                    <a:pt x="5429" y="18955"/>
                  </a:lnTo>
                  <a:lnTo>
                    <a:pt x="9430" y="16288"/>
                  </a:lnTo>
                  <a:lnTo>
                    <a:pt x="10477" y="15812"/>
                  </a:lnTo>
                  <a:lnTo>
                    <a:pt x="11240" y="14859"/>
                  </a:lnTo>
                  <a:lnTo>
                    <a:pt x="13240" y="14573"/>
                  </a:lnTo>
                  <a:lnTo>
                    <a:pt x="17526" y="14668"/>
                  </a:lnTo>
                  <a:lnTo>
                    <a:pt x="17526" y="15430"/>
                  </a:lnTo>
                  <a:lnTo>
                    <a:pt x="11716" y="16954"/>
                  </a:lnTo>
                  <a:lnTo>
                    <a:pt x="8573" y="18097"/>
                  </a:lnTo>
                  <a:lnTo>
                    <a:pt x="7239" y="19907"/>
                  </a:lnTo>
                  <a:lnTo>
                    <a:pt x="6953" y="20955"/>
                  </a:lnTo>
                  <a:lnTo>
                    <a:pt x="6382" y="21431"/>
                  </a:lnTo>
                  <a:lnTo>
                    <a:pt x="5905" y="22098"/>
                  </a:lnTo>
                  <a:lnTo>
                    <a:pt x="5620" y="23622"/>
                  </a:lnTo>
                  <a:lnTo>
                    <a:pt x="5810" y="25337"/>
                  </a:lnTo>
                  <a:lnTo>
                    <a:pt x="6382" y="26765"/>
                  </a:lnTo>
                  <a:lnTo>
                    <a:pt x="8096" y="29432"/>
                  </a:lnTo>
                  <a:lnTo>
                    <a:pt x="7525" y="32385"/>
                  </a:lnTo>
                  <a:lnTo>
                    <a:pt x="9239" y="34290"/>
                  </a:lnTo>
                  <a:lnTo>
                    <a:pt x="11525" y="34862"/>
                  </a:lnTo>
                  <a:lnTo>
                    <a:pt x="12763" y="33909"/>
                  </a:lnTo>
                  <a:lnTo>
                    <a:pt x="20765" y="29432"/>
                  </a:lnTo>
                  <a:lnTo>
                    <a:pt x="20765" y="30194"/>
                  </a:lnTo>
                  <a:lnTo>
                    <a:pt x="20098" y="30861"/>
                  </a:lnTo>
                  <a:lnTo>
                    <a:pt x="20002" y="31432"/>
                  </a:lnTo>
                  <a:lnTo>
                    <a:pt x="20383" y="32004"/>
                  </a:lnTo>
                  <a:lnTo>
                    <a:pt x="21431" y="32575"/>
                  </a:lnTo>
                  <a:lnTo>
                    <a:pt x="16383" y="33718"/>
                  </a:lnTo>
                  <a:lnTo>
                    <a:pt x="15145" y="34290"/>
                  </a:lnTo>
                  <a:lnTo>
                    <a:pt x="14192" y="35338"/>
                  </a:lnTo>
                  <a:lnTo>
                    <a:pt x="13144" y="36957"/>
                  </a:lnTo>
                  <a:lnTo>
                    <a:pt x="12573" y="38576"/>
                  </a:lnTo>
                  <a:lnTo>
                    <a:pt x="12763" y="40005"/>
                  </a:lnTo>
                  <a:lnTo>
                    <a:pt x="13811" y="39624"/>
                  </a:lnTo>
                  <a:lnTo>
                    <a:pt x="17907" y="40005"/>
                  </a:lnTo>
                  <a:lnTo>
                    <a:pt x="18574" y="40291"/>
                  </a:lnTo>
                  <a:lnTo>
                    <a:pt x="19431" y="41338"/>
                  </a:lnTo>
                  <a:lnTo>
                    <a:pt x="19907" y="41720"/>
                  </a:lnTo>
                  <a:lnTo>
                    <a:pt x="20669" y="41815"/>
                  </a:lnTo>
                  <a:lnTo>
                    <a:pt x="22288" y="41624"/>
                  </a:lnTo>
                  <a:lnTo>
                    <a:pt x="23050" y="41720"/>
                  </a:lnTo>
                  <a:lnTo>
                    <a:pt x="27813" y="43815"/>
                  </a:lnTo>
                  <a:lnTo>
                    <a:pt x="28956" y="44577"/>
                  </a:lnTo>
                  <a:lnTo>
                    <a:pt x="31623" y="48196"/>
                  </a:lnTo>
                  <a:lnTo>
                    <a:pt x="32480" y="49054"/>
                  </a:lnTo>
                  <a:lnTo>
                    <a:pt x="32099" y="49435"/>
                  </a:lnTo>
                  <a:lnTo>
                    <a:pt x="31813" y="49721"/>
                  </a:lnTo>
                  <a:lnTo>
                    <a:pt x="31432" y="49816"/>
                  </a:lnTo>
                  <a:lnTo>
                    <a:pt x="30956" y="49911"/>
                  </a:lnTo>
                  <a:lnTo>
                    <a:pt x="29908" y="47625"/>
                  </a:lnTo>
                  <a:lnTo>
                    <a:pt x="28480" y="46482"/>
                  </a:lnTo>
                  <a:lnTo>
                    <a:pt x="24670" y="44958"/>
                  </a:lnTo>
                  <a:lnTo>
                    <a:pt x="22955" y="46101"/>
                  </a:lnTo>
                  <a:lnTo>
                    <a:pt x="21431" y="45625"/>
                  </a:lnTo>
                  <a:lnTo>
                    <a:pt x="20098" y="44958"/>
                  </a:lnTo>
                  <a:lnTo>
                    <a:pt x="18764" y="45339"/>
                  </a:lnTo>
                  <a:lnTo>
                    <a:pt x="17717" y="45434"/>
                  </a:lnTo>
                  <a:lnTo>
                    <a:pt x="11144" y="44958"/>
                  </a:lnTo>
                  <a:lnTo>
                    <a:pt x="14288" y="48578"/>
                  </a:lnTo>
                  <a:lnTo>
                    <a:pt x="16288" y="50101"/>
                  </a:lnTo>
                  <a:lnTo>
                    <a:pt x="18764" y="50673"/>
                  </a:lnTo>
                  <a:lnTo>
                    <a:pt x="21146" y="50768"/>
                  </a:lnTo>
                  <a:lnTo>
                    <a:pt x="22669" y="51245"/>
                  </a:lnTo>
                  <a:lnTo>
                    <a:pt x="23622" y="52673"/>
                  </a:lnTo>
                  <a:lnTo>
                    <a:pt x="30099" y="74486"/>
                  </a:lnTo>
                  <a:lnTo>
                    <a:pt x="30956" y="73628"/>
                  </a:lnTo>
                  <a:lnTo>
                    <a:pt x="31813" y="75533"/>
                  </a:lnTo>
                  <a:lnTo>
                    <a:pt x="31432" y="76581"/>
                  </a:lnTo>
                  <a:lnTo>
                    <a:pt x="28956" y="78105"/>
                  </a:lnTo>
                  <a:lnTo>
                    <a:pt x="28003" y="79343"/>
                  </a:lnTo>
                  <a:lnTo>
                    <a:pt x="27242" y="80867"/>
                  </a:lnTo>
                  <a:lnTo>
                    <a:pt x="26194" y="84296"/>
                  </a:lnTo>
                  <a:lnTo>
                    <a:pt x="32099" y="86011"/>
                  </a:lnTo>
                  <a:lnTo>
                    <a:pt x="33052" y="86963"/>
                  </a:lnTo>
                  <a:lnTo>
                    <a:pt x="35719" y="92392"/>
                  </a:lnTo>
                  <a:lnTo>
                    <a:pt x="36957" y="93154"/>
                  </a:lnTo>
                  <a:lnTo>
                    <a:pt x="38576" y="93536"/>
                  </a:lnTo>
                  <a:lnTo>
                    <a:pt x="39815" y="94297"/>
                  </a:lnTo>
                  <a:lnTo>
                    <a:pt x="40386" y="96107"/>
                  </a:lnTo>
                  <a:lnTo>
                    <a:pt x="39815" y="99727"/>
                  </a:lnTo>
                  <a:lnTo>
                    <a:pt x="39719" y="101441"/>
                  </a:lnTo>
                  <a:lnTo>
                    <a:pt x="40386" y="103156"/>
                  </a:lnTo>
                  <a:lnTo>
                    <a:pt x="45148" y="105823"/>
                  </a:lnTo>
                  <a:lnTo>
                    <a:pt x="45529" y="106394"/>
                  </a:lnTo>
                  <a:lnTo>
                    <a:pt x="46768" y="107156"/>
                  </a:lnTo>
                  <a:lnTo>
                    <a:pt x="50673" y="105061"/>
                  </a:lnTo>
                  <a:lnTo>
                    <a:pt x="53245" y="102870"/>
                  </a:lnTo>
                  <a:lnTo>
                    <a:pt x="54007" y="102394"/>
                  </a:lnTo>
                  <a:lnTo>
                    <a:pt x="54769" y="102203"/>
                  </a:lnTo>
                  <a:lnTo>
                    <a:pt x="57340" y="102489"/>
                  </a:lnTo>
                  <a:lnTo>
                    <a:pt x="58960" y="102203"/>
                  </a:lnTo>
                  <a:lnTo>
                    <a:pt x="60388" y="101632"/>
                  </a:lnTo>
                  <a:lnTo>
                    <a:pt x="62389" y="100489"/>
                  </a:lnTo>
                  <a:lnTo>
                    <a:pt x="64008" y="98965"/>
                  </a:lnTo>
                  <a:lnTo>
                    <a:pt x="64294" y="98298"/>
                  </a:lnTo>
                  <a:lnTo>
                    <a:pt x="64484" y="97822"/>
                  </a:lnTo>
                  <a:lnTo>
                    <a:pt x="64770" y="96393"/>
                  </a:lnTo>
                  <a:lnTo>
                    <a:pt x="65627" y="93726"/>
                  </a:lnTo>
                  <a:lnTo>
                    <a:pt x="66294" y="92107"/>
                  </a:lnTo>
                  <a:lnTo>
                    <a:pt x="66675" y="91059"/>
                  </a:lnTo>
                  <a:lnTo>
                    <a:pt x="66961" y="89821"/>
                  </a:lnTo>
                  <a:lnTo>
                    <a:pt x="67056" y="88773"/>
                  </a:lnTo>
                  <a:lnTo>
                    <a:pt x="67056" y="87725"/>
                  </a:lnTo>
                  <a:lnTo>
                    <a:pt x="66199" y="83820"/>
                  </a:lnTo>
                  <a:lnTo>
                    <a:pt x="66199" y="82963"/>
                  </a:lnTo>
                  <a:lnTo>
                    <a:pt x="66199" y="82010"/>
                  </a:lnTo>
                  <a:lnTo>
                    <a:pt x="66484" y="80200"/>
                  </a:lnTo>
                  <a:lnTo>
                    <a:pt x="66770" y="79248"/>
                  </a:lnTo>
                  <a:lnTo>
                    <a:pt x="69532" y="73723"/>
                  </a:lnTo>
                  <a:lnTo>
                    <a:pt x="69913" y="72390"/>
                  </a:lnTo>
                  <a:lnTo>
                    <a:pt x="70009" y="71247"/>
                  </a:lnTo>
                  <a:lnTo>
                    <a:pt x="69818" y="70390"/>
                  </a:lnTo>
                  <a:lnTo>
                    <a:pt x="69437" y="69723"/>
                  </a:lnTo>
                  <a:lnTo>
                    <a:pt x="68961" y="69151"/>
                  </a:lnTo>
                  <a:lnTo>
                    <a:pt x="68390" y="68771"/>
                  </a:lnTo>
                  <a:lnTo>
                    <a:pt x="64960" y="66770"/>
                  </a:lnTo>
                  <a:lnTo>
                    <a:pt x="64389" y="66104"/>
                  </a:lnTo>
                  <a:lnTo>
                    <a:pt x="64008" y="65246"/>
                  </a:lnTo>
                  <a:lnTo>
                    <a:pt x="64008" y="64198"/>
                  </a:lnTo>
                  <a:lnTo>
                    <a:pt x="64294" y="63532"/>
                  </a:lnTo>
                  <a:lnTo>
                    <a:pt x="64675" y="63151"/>
                  </a:lnTo>
                  <a:lnTo>
                    <a:pt x="65246" y="62960"/>
                  </a:lnTo>
                  <a:lnTo>
                    <a:pt x="68771" y="62198"/>
                  </a:lnTo>
                  <a:lnTo>
                    <a:pt x="69628" y="61817"/>
                  </a:lnTo>
                  <a:lnTo>
                    <a:pt x="70675" y="61055"/>
                  </a:lnTo>
                  <a:lnTo>
                    <a:pt x="71056" y="60198"/>
                  </a:lnTo>
                  <a:lnTo>
                    <a:pt x="71342" y="59150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2" name="Freeform: Shape 33">
              <a:extLst>
                <a:ext uri="{FF2B5EF4-FFF2-40B4-BE49-F238E27FC236}">
                  <a16:creationId xmlns:a16="http://schemas.microsoft.com/office/drawing/2014/main" id="{202D16E8-6388-81B7-2E82-A04DF0D03836}"/>
                </a:ext>
              </a:extLst>
            </p:cNvPr>
            <p:cNvSpPr/>
            <p:nvPr/>
          </p:nvSpPr>
          <p:spPr>
            <a:xfrm>
              <a:off x="7035807" y="3900010"/>
              <a:ext cx="324734" cy="56476"/>
            </a:xfrm>
            <a:custGeom>
              <a:avLst/>
              <a:gdLst>
                <a:gd name="connsiteX0" fmla="*/ 220028 w 219075"/>
                <a:gd name="connsiteY0" fmla="*/ 36957 h 38100"/>
                <a:gd name="connsiteX1" fmla="*/ 218218 w 219075"/>
                <a:gd name="connsiteY1" fmla="*/ 34195 h 38100"/>
                <a:gd name="connsiteX2" fmla="*/ 216313 w 219075"/>
                <a:gd name="connsiteY2" fmla="*/ 33433 h 38100"/>
                <a:gd name="connsiteX3" fmla="*/ 216313 w 219075"/>
                <a:gd name="connsiteY3" fmla="*/ 33433 h 38100"/>
                <a:gd name="connsiteX4" fmla="*/ 215551 w 219075"/>
                <a:gd name="connsiteY4" fmla="*/ 34576 h 38100"/>
                <a:gd name="connsiteX5" fmla="*/ 214313 w 219075"/>
                <a:gd name="connsiteY5" fmla="*/ 37147 h 38100"/>
                <a:gd name="connsiteX6" fmla="*/ 213551 w 219075"/>
                <a:gd name="connsiteY6" fmla="*/ 39719 h 38100"/>
                <a:gd name="connsiteX7" fmla="*/ 213265 w 219075"/>
                <a:gd name="connsiteY7" fmla="*/ 43529 h 38100"/>
                <a:gd name="connsiteX8" fmla="*/ 212979 w 219075"/>
                <a:gd name="connsiteY8" fmla="*/ 44482 h 38100"/>
                <a:gd name="connsiteX9" fmla="*/ 212979 w 219075"/>
                <a:gd name="connsiteY9" fmla="*/ 44482 h 38100"/>
                <a:gd name="connsiteX10" fmla="*/ 215360 w 219075"/>
                <a:gd name="connsiteY10" fmla="*/ 44767 h 38100"/>
                <a:gd name="connsiteX11" fmla="*/ 218504 w 219075"/>
                <a:gd name="connsiteY11" fmla="*/ 44196 h 38100"/>
                <a:gd name="connsiteX12" fmla="*/ 220313 w 219075"/>
                <a:gd name="connsiteY12" fmla="*/ 42767 h 38100"/>
                <a:gd name="connsiteX13" fmla="*/ 220599 w 219075"/>
                <a:gd name="connsiteY13" fmla="*/ 39433 h 38100"/>
                <a:gd name="connsiteX14" fmla="*/ 220028 w 219075"/>
                <a:gd name="connsiteY14" fmla="*/ 36957 h 38100"/>
                <a:gd name="connsiteX15" fmla="*/ 2191 w 219075"/>
                <a:gd name="connsiteY15" fmla="*/ 0 h 38100"/>
                <a:gd name="connsiteX16" fmla="*/ 1143 w 219075"/>
                <a:gd name="connsiteY16" fmla="*/ 191 h 38100"/>
                <a:gd name="connsiteX17" fmla="*/ 476 w 219075"/>
                <a:gd name="connsiteY17" fmla="*/ 857 h 38100"/>
                <a:gd name="connsiteX18" fmla="*/ 0 w 219075"/>
                <a:gd name="connsiteY18" fmla="*/ 1905 h 38100"/>
                <a:gd name="connsiteX19" fmla="*/ 0 w 219075"/>
                <a:gd name="connsiteY19" fmla="*/ 3048 h 38100"/>
                <a:gd name="connsiteX20" fmla="*/ 191 w 219075"/>
                <a:gd name="connsiteY20" fmla="*/ 3810 h 38100"/>
                <a:gd name="connsiteX21" fmla="*/ 1238 w 219075"/>
                <a:gd name="connsiteY21" fmla="*/ 3715 h 38100"/>
                <a:gd name="connsiteX22" fmla="*/ 3334 w 219075"/>
                <a:gd name="connsiteY22" fmla="*/ 2191 h 38100"/>
                <a:gd name="connsiteX23" fmla="*/ 3905 w 219075"/>
                <a:gd name="connsiteY23" fmla="*/ 381 h 38100"/>
                <a:gd name="connsiteX24" fmla="*/ 3905 w 219075"/>
                <a:gd name="connsiteY24" fmla="*/ 381 h 38100"/>
                <a:gd name="connsiteX25" fmla="*/ 3143 w 219075"/>
                <a:gd name="connsiteY25" fmla="*/ 95 h 38100"/>
                <a:gd name="connsiteX26" fmla="*/ 2191 w 219075"/>
                <a:gd name="connsiteY26" fmla="*/ 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9075" h="38100">
                  <a:moveTo>
                    <a:pt x="220028" y="36957"/>
                  </a:moveTo>
                  <a:lnTo>
                    <a:pt x="218218" y="34195"/>
                  </a:lnTo>
                  <a:lnTo>
                    <a:pt x="216313" y="33433"/>
                  </a:lnTo>
                  <a:lnTo>
                    <a:pt x="216313" y="33433"/>
                  </a:lnTo>
                  <a:lnTo>
                    <a:pt x="215551" y="34576"/>
                  </a:lnTo>
                  <a:lnTo>
                    <a:pt x="214313" y="37147"/>
                  </a:lnTo>
                  <a:lnTo>
                    <a:pt x="213551" y="39719"/>
                  </a:lnTo>
                  <a:lnTo>
                    <a:pt x="213265" y="43529"/>
                  </a:lnTo>
                  <a:lnTo>
                    <a:pt x="212979" y="44482"/>
                  </a:lnTo>
                  <a:lnTo>
                    <a:pt x="212979" y="44482"/>
                  </a:lnTo>
                  <a:lnTo>
                    <a:pt x="215360" y="44767"/>
                  </a:lnTo>
                  <a:lnTo>
                    <a:pt x="218504" y="44196"/>
                  </a:lnTo>
                  <a:lnTo>
                    <a:pt x="220313" y="42767"/>
                  </a:lnTo>
                  <a:lnTo>
                    <a:pt x="220599" y="39433"/>
                  </a:lnTo>
                  <a:lnTo>
                    <a:pt x="220028" y="36957"/>
                  </a:lnTo>
                  <a:close/>
                  <a:moveTo>
                    <a:pt x="2191" y="0"/>
                  </a:moveTo>
                  <a:lnTo>
                    <a:pt x="1143" y="191"/>
                  </a:lnTo>
                  <a:lnTo>
                    <a:pt x="476" y="857"/>
                  </a:lnTo>
                  <a:lnTo>
                    <a:pt x="0" y="1905"/>
                  </a:lnTo>
                  <a:lnTo>
                    <a:pt x="0" y="3048"/>
                  </a:lnTo>
                  <a:lnTo>
                    <a:pt x="191" y="3810"/>
                  </a:lnTo>
                  <a:lnTo>
                    <a:pt x="1238" y="3715"/>
                  </a:lnTo>
                  <a:lnTo>
                    <a:pt x="3334" y="2191"/>
                  </a:lnTo>
                  <a:lnTo>
                    <a:pt x="3905" y="381"/>
                  </a:lnTo>
                  <a:lnTo>
                    <a:pt x="3905" y="381"/>
                  </a:lnTo>
                  <a:lnTo>
                    <a:pt x="3143" y="95"/>
                  </a:lnTo>
                  <a:lnTo>
                    <a:pt x="2191" y="0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3" name="Freeform: Shape 34">
              <a:extLst>
                <a:ext uri="{FF2B5EF4-FFF2-40B4-BE49-F238E27FC236}">
                  <a16:creationId xmlns:a16="http://schemas.microsoft.com/office/drawing/2014/main" id="{CDE67B37-550C-3B64-E67B-4CD7C1137F7F}"/>
                </a:ext>
              </a:extLst>
            </p:cNvPr>
            <p:cNvSpPr/>
            <p:nvPr/>
          </p:nvSpPr>
          <p:spPr>
            <a:xfrm>
              <a:off x="7363365" y="3973428"/>
              <a:ext cx="42357" cy="56476"/>
            </a:xfrm>
            <a:custGeom>
              <a:avLst/>
              <a:gdLst>
                <a:gd name="connsiteX0" fmla="*/ 32575 w 28575"/>
                <a:gd name="connsiteY0" fmla="*/ 21241 h 38100"/>
                <a:gd name="connsiteX1" fmla="*/ 31909 w 28575"/>
                <a:gd name="connsiteY1" fmla="*/ 20479 h 38100"/>
                <a:gd name="connsiteX2" fmla="*/ 30766 w 28575"/>
                <a:gd name="connsiteY2" fmla="*/ 19621 h 38100"/>
                <a:gd name="connsiteX3" fmla="*/ 26670 w 28575"/>
                <a:gd name="connsiteY3" fmla="*/ 19050 h 38100"/>
                <a:gd name="connsiteX4" fmla="*/ 26099 w 28575"/>
                <a:gd name="connsiteY4" fmla="*/ 19145 h 38100"/>
                <a:gd name="connsiteX5" fmla="*/ 25622 w 28575"/>
                <a:gd name="connsiteY5" fmla="*/ 19526 h 38100"/>
                <a:gd name="connsiteX6" fmla="*/ 25241 w 28575"/>
                <a:gd name="connsiteY6" fmla="*/ 20383 h 38100"/>
                <a:gd name="connsiteX7" fmla="*/ 25051 w 28575"/>
                <a:gd name="connsiteY7" fmla="*/ 21336 h 38100"/>
                <a:gd name="connsiteX8" fmla="*/ 24955 w 28575"/>
                <a:gd name="connsiteY8" fmla="*/ 22860 h 38100"/>
                <a:gd name="connsiteX9" fmla="*/ 24765 w 28575"/>
                <a:gd name="connsiteY9" fmla="*/ 23432 h 38100"/>
                <a:gd name="connsiteX10" fmla="*/ 24098 w 28575"/>
                <a:gd name="connsiteY10" fmla="*/ 23908 h 38100"/>
                <a:gd name="connsiteX11" fmla="*/ 22860 w 28575"/>
                <a:gd name="connsiteY11" fmla="*/ 24384 h 38100"/>
                <a:gd name="connsiteX12" fmla="*/ 20574 w 28575"/>
                <a:gd name="connsiteY12" fmla="*/ 24479 h 38100"/>
                <a:gd name="connsiteX13" fmla="*/ 19145 w 28575"/>
                <a:gd name="connsiteY13" fmla="*/ 24003 h 38100"/>
                <a:gd name="connsiteX14" fmla="*/ 18193 w 28575"/>
                <a:gd name="connsiteY14" fmla="*/ 23146 h 38100"/>
                <a:gd name="connsiteX15" fmla="*/ 17812 w 28575"/>
                <a:gd name="connsiteY15" fmla="*/ 22098 h 38100"/>
                <a:gd name="connsiteX16" fmla="*/ 16859 w 28575"/>
                <a:gd name="connsiteY16" fmla="*/ 17812 h 38100"/>
                <a:gd name="connsiteX17" fmla="*/ 16859 w 28575"/>
                <a:gd name="connsiteY17" fmla="*/ 17145 h 38100"/>
                <a:gd name="connsiteX18" fmla="*/ 16859 w 28575"/>
                <a:gd name="connsiteY18" fmla="*/ 16574 h 38100"/>
                <a:gd name="connsiteX19" fmla="*/ 17050 w 28575"/>
                <a:gd name="connsiteY19" fmla="*/ 15907 h 38100"/>
                <a:gd name="connsiteX20" fmla="*/ 17240 w 28575"/>
                <a:gd name="connsiteY20" fmla="*/ 15430 h 38100"/>
                <a:gd name="connsiteX21" fmla="*/ 17717 w 28575"/>
                <a:gd name="connsiteY21" fmla="*/ 14859 h 38100"/>
                <a:gd name="connsiteX22" fmla="*/ 18383 w 28575"/>
                <a:gd name="connsiteY22" fmla="*/ 14288 h 38100"/>
                <a:gd name="connsiteX23" fmla="*/ 25908 w 28575"/>
                <a:gd name="connsiteY23" fmla="*/ 10192 h 38100"/>
                <a:gd name="connsiteX24" fmla="*/ 26479 w 28575"/>
                <a:gd name="connsiteY24" fmla="*/ 9525 h 38100"/>
                <a:gd name="connsiteX25" fmla="*/ 26956 w 28575"/>
                <a:gd name="connsiteY25" fmla="*/ 8668 h 38100"/>
                <a:gd name="connsiteX26" fmla="*/ 27146 w 28575"/>
                <a:gd name="connsiteY26" fmla="*/ 7334 h 38100"/>
                <a:gd name="connsiteX27" fmla="*/ 26956 w 28575"/>
                <a:gd name="connsiteY27" fmla="*/ 6572 h 38100"/>
                <a:gd name="connsiteX28" fmla="*/ 26479 w 28575"/>
                <a:gd name="connsiteY28" fmla="*/ 6191 h 38100"/>
                <a:gd name="connsiteX29" fmla="*/ 25527 w 28575"/>
                <a:gd name="connsiteY29" fmla="*/ 6191 h 38100"/>
                <a:gd name="connsiteX30" fmla="*/ 24384 w 28575"/>
                <a:gd name="connsiteY30" fmla="*/ 6382 h 38100"/>
                <a:gd name="connsiteX31" fmla="*/ 23431 w 28575"/>
                <a:gd name="connsiteY31" fmla="*/ 6477 h 38100"/>
                <a:gd name="connsiteX32" fmla="*/ 22479 w 28575"/>
                <a:gd name="connsiteY32" fmla="*/ 6287 h 38100"/>
                <a:gd name="connsiteX33" fmla="*/ 21526 w 28575"/>
                <a:gd name="connsiteY33" fmla="*/ 5620 h 38100"/>
                <a:gd name="connsiteX34" fmla="*/ 21146 w 28575"/>
                <a:gd name="connsiteY34" fmla="*/ 5048 h 38100"/>
                <a:gd name="connsiteX35" fmla="*/ 21241 w 28575"/>
                <a:gd name="connsiteY35" fmla="*/ 4096 h 38100"/>
                <a:gd name="connsiteX36" fmla="*/ 21526 w 28575"/>
                <a:gd name="connsiteY36" fmla="*/ 2953 h 38100"/>
                <a:gd name="connsiteX37" fmla="*/ 21717 w 28575"/>
                <a:gd name="connsiteY37" fmla="*/ 1143 h 38100"/>
                <a:gd name="connsiteX38" fmla="*/ 21146 w 28575"/>
                <a:gd name="connsiteY38" fmla="*/ 191 h 38100"/>
                <a:gd name="connsiteX39" fmla="*/ 20479 w 28575"/>
                <a:gd name="connsiteY39" fmla="*/ 0 h 38100"/>
                <a:gd name="connsiteX40" fmla="*/ 19526 w 28575"/>
                <a:gd name="connsiteY40" fmla="*/ 286 h 38100"/>
                <a:gd name="connsiteX41" fmla="*/ 18669 w 28575"/>
                <a:gd name="connsiteY41" fmla="*/ 857 h 38100"/>
                <a:gd name="connsiteX42" fmla="*/ 14954 w 28575"/>
                <a:gd name="connsiteY42" fmla="*/ 4096 h 38100"/>
                <a:gd name="connsiteX43" fmla="*/ 12668 w 28575"/>
                <a:gd name="connsiteY43" fmla="*/ 5429 h 38100"/>
                <a:gd name="connsiteX44" fmla="*/ 12001 w 28575"/>
                <a:gd name="connsiteY44" fmla="*/ 5429 h 38100"/>
                <a:gd name="connsiteX45" fmla="*/ 11240 w 28575"/>
                <a:gd name="connsiteY45" fmla="*/ 5334 h 38100"/>
                <a:gd name="connsiteX46" fmla="*/ 10001 w 28575"/>
                <a:gd name="connsiteY46" fmla="*/ 4763 h 38100"/>
                <a:gd name="connsiteX47" fmla="*/ 9239 w 28575"/>
                <a:gd name="connsiteY47" fmla="*/ 4858 h 38100"/>
                <a:gd name="connsiteX48" fmla="*/ 8763 w 28575"/>
                <a:gd name="connsiteY48" fmla="*/ 5239 h 38100"/>
                <a:gd name="connsiteX49" fmla="*/ 8192 w 28575"/>
                <a:gd name="connsiteY49" fmla="*/ 6096 h 38100"/>
                <a:gd name="connsiteX50" fmla="*/ 6668 w 28575"/>
                <a:gd name="connsiteY50" fmla="*/ 10001 h 38100"/>
                <a:gd name="connsiteX51" fmla="*/ 6382 w 28575"/>
                <a:gd name="connsiteY51" fmla="*/ 10287 h 38100"/>
                <a:gd name="connsiteX52" fmla="*/ 5620 w 28575"/>
                <a:gd name="connsiteY52" fmla="*/ 10382 h 38100"/>
                <a:gd name="connsiteX53" fmla="*/ 4572 w 28575"/>
                <a:gd name="connsiteY53" fmla="*/ 10287 h 38100"/>
                <a:gd name="connsiteX54" fmla="*/ 2667 w 28575"/>
                <a:gd name="connsiteY54" fmla="*/ 9811 h 38100"/>
                <a:gd name="connsiteX55" fmla="*/ 1715 w 28575"/>
                <a:gd name="connsiteY55" fmla="*/ 9716 h 38100"/>
                <a:gd name="connsiteX56" fmla="*/ 857 w 28575"/>
                <a:gd name="connsiteY56" fmla="*/ 10001 h 38100"/>
                <a:gd name="connsiteX57" fmla="*/ 572 w 28575"/>
                <a:gd name="connsiteY57" fmla="*/ 10573 h 38100"/>
                <a:gd name="connsiteX58" fmla="*/ 95 w 28575"/>
                <a:gd name="connsiteY58" fmla="*/ 11430 h 38100"/>
                <a:gd name="connsiteX59" fmla="*/ 0 w 28575"/>
                <a:gd name="connsiteY59" fmla="*/ 12192 h 38100"/>
                <a:gd name="connsiteX60" fmla="*/ 95 w 28575"/>
                <a:gd name="connsiteY60" fmla="*/ 12859 h 38100"/>
                <a:gd name="connsiteX61" fmla="*/ 476 w 28575"/>
                <a:gd name="connsiteY61" fmla="*/ 13525 h 38100"/>
                <a:gd name="connsiteX62" fmla="*/ 1048 w 28575"/>
                <a:gd name="connsiteY62" fmla="*/ 14288 h 38100"/>
                <a:gd name="connsiteX63" fmla="*/ 1810 w 28575"/>
                <a:gd name="connsiteY63" fmla="*/ 14954 h 38100"/>
                <a:gd name="connsiteX64" fmla="*/ 3905 w 28575"/>
                <a:gd name="connsiteY64" fmla="*/ 16288 h 38100"/>
                <a:gd name="connsiteX65" fmla="*/ 4858 w 28575"/>
                <a:gd name="connsiteY65" fmla="*/ 17050 h 38100"/>
                <a:gd name="connsiteX66" fmla="*/ 5524 w 28575"/>
                <a:gd name="connsiteY66" fmla="*/ 17907 h 38100"/>
                <a:gd name="connsiteX67" fmla="*/ 5905 w 28575"/>
                <a:gd name="connsiteY67" fmla="*/ 18859 h 38100"/>
                <a:gd name="connsiteX68" fmla="*/ 6191 w 28575"/>
                <a:gd name="connsiteY68" fmla="*/ 19717 h 38100"/>
                <a:gd name="connsiteX69" fmla="*/ 6572 w 28575"/>
                <a:gd name="connsiteY69" fmla="*/ 24479 h 38100"/>
                <a:gd name="connsiteX70" fmla="*/ 6858 w 28575"/>
                <a:gd name="connsiteY70" fmla="*/ 25813 h 38100"/>
                <a:gd name="connsiteX71" fmla="*/ 9525 w 28575"/>
                <a:gd name="connsiteY71" fmla="*/ 30861 h 38100"/>
                <a:gd name="connsiteX72" fmla="*/ 10668 w 28575"/>
                <a:gd name="connsiteY72" fmla="*/ 33814 h 38100"/>
                <a:gd name="connsiteX73" fmla="*/ 11811 w 28575"/>
                <a:gd name="connsiteY73" fmla="*/ 35624 h 38100"/>
                <a:gd name="connsiteX74" fmla="*/ 12668 w 28575"/>
                <a:gd name="connsiteY74" fmla="*/ 36576 h 38100"/>
                <a:gd name="connsiteX75" fmla="*/ 13145 w 28575"/>
                <a:gd name="connsiteY75" fmla="*/ 36671 h 38100"/>
                <a:gd name="connsiteX76" fmla="*/ 13811 w 28575"/>
                <a:gd name="connsiteY76" fmla="*/ 36576 h 38100"/>
                <a:gd name="connsiteX77" fmla="*/ 14764 w 28575"/>
                <a:gd name="connsiteY77" fmla="*/ 36004 h 38100"/>
                <a:gd name="connsiteX78" fmla="*/ 16574 w 28575"/>
                <a:gd name="connsiteY78" fmla="*/ 34576 h 38100"/>
                <a:gd name="connsiteX79" fmla="*/ 17526 w 28575"/>
                <a:gd name="connsiteY79" fmla="*/ 34195 h 38100"/>
                <a:gd name="connsiteX80" fmla="*/ 18288 w 28575"/>
                <a:gd name="connsiteY80" fmla="*/ 34480 h 38100"/>
                <a:gd name="connsiteX81" fmla="*/ 18955 w 28575"/>
                <a:gd name="connsiteY81" fmla="*/ 35242 h 38100"/>
                <a:gd name="connsiteX82" fmla="*/ 19717 w 28575"/>
                <a:gd name="connsiteY82" fmla="*/ 36100 h 38100"/>
                <a:gd name="connsiteX83" fmla="*/ 20288 w 28575"/>
                <a:gd name="connsiteY83" fmla="*/ 36481 h 38100"/>
                <a:gd name="connsiteX84" fmla="*/ 20765 w 28575"/>
                <a:gd name="connsiteY84" fmla="*/ 36481 h 38100"/>
                <a:gd name="connsiteX85" fmla="*/ 21336 w 28575"/>
                <a:gd name="connsiteY85" fmla="*/ 36195 h 38100"/>
                <a:gd name="connsiteX86" fmla="*/ 22860 w 28575"/>
                <a:gd name="connsiteY86" fmla="*/ 35052 h 38100"/>
                <a:gd name="connsiteX87" fmla="*/ 23717 w 28575"/>
                <a:gd name="connsiteY87" fmla="*/ 34576 h 38100"/>
                <a:gd name="connsiteX88" fmla="*/ 24860 w 28575"/>
                <a:gd name="connsiteY88" fmla="*/ 34576 h 38100"/>
                <a:gd name="connsiteX89" fmla="*/ 25622 w 28575"/>
                <a:gd name="connsiteY89" fmla="*/ 34957 h 38100"/>
                <a:gd name="connsiteX90" fmla="*/ 26479 w 28575"/>
                <a:gd name="connsiteY90" fmla="*/ 35814 h 38100"/>
                <a:gd name="connsiteX91" fmla="*/ 27242 w 28575"/>
                <a:gd name="connsiteY91" fmla="*/ 36767 h 38100"/>
                <a:gd name="connsiteX92" fmla="*/ 28670 w 28575"/>
                <a:gd name="connsiteY92" fmla="*/ 38100 h 38100"/>
                <a:gd name="connsiteX93" fmla="*/ 29432 w 28575"/>
                <a:gd name="connsiteY93" fmla="*/ 38195 h 38100"/>
                <a:gd name="connsiteX94" fmla="*/ 30004 w 28575"/>
                <a:gd name="connsiteY94" fmla="*/ 38005 h 38100"/>
                <a:gd name="connsiteX95" fmla="*/ 30671 w 28575"/>
                <a:gd name="connsiteY95" fmla="*/ 37433 h 38100"/>
                <a:gd name="connsiteX96" fmla="*/ 31528 w 28575"/>
                <a:gd name="connsiteY96" fmla="*/ 35624 h 38100"/>
                <a:gd name="connsiteX97" fmla="*/ 32099 w 28575"/>
                <a:gd name="connsiteY97" fmla="*/ 33814 h 38100"/>
                <a:gd name="connsiteX98" fmla="*/ 32385 w 28575"/>
                <a:gd name="connsiteY98" fmla="*/ 31909 h 38100"/>
                <a:gd name="connsiteX99" fmla="*/ 32099 w 28575"/>
                <a:gd name="connsiteY99" fmla="*/ 273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28575" h="38100">
                  <a:moveTo>
                    <a:pt x="32575" y="21241"/>
                  </a:moveTo>
                  <a:lnTo>
                    <a:pt x="31909" y="20479"/>
                  </a:lnTo>
                  <a:lnTo>
                    <a:pt x="30766" y="19621"/>
                  </a:lnTo>
                  <a:lnTo>
                    <a:pt x="26670" y="19050"/>
                  </a:lnTo>
                  <a:lnTo>
                    <a:pt x="26099" y="19145"/>
                  </a:lnTo>
                  <a:lnTo>
                    <a:pt x="25622" y="19526"/>
                  </a:lnTo>
                  <a:lnTo>
                    <a:pt x="25241" y="20383"/>
                  </a:lnTo>
                  <a:lnTo>
                    <a:pt x="25051" y="21336"/>
                  </a:lnTo>
                  <a:lnTo>
                    <a:pt x="24955" y="22860"/>
                  </a:lnTo>
                  <a:lnTo>
                    <a:pt x="24765" y="23432"/>
                  </a:lnTo>
                  <a:lnTo>
                    <a:pt x="24098" y="23908"/>
                  </a:lnTo>
                  <a:lnTo>
                    <a:pt x="22860" y="24384"/>
                  </a:lnTo>
                  <a:lnTo>
                    <a:pt x="20574" y="24479"/>
                  </a:lnTo>
                  <a:lnTo>
                    <a:pt x="19145" y="24003"/>
                  </a:lnTo>
                  <a:lnTo>
                    <a:pt x="18193" y="23146"/>
                  </a:lnTo>
                  <a:lnTo>
                    <a:pt x="17812" y="22098"/>
                  </a:lnTo>
                  <a:lnTo>
                    <a:pt x="16859" y="17812"/>
                  </a:lnTo>
                  <a:lnTo>
                    <a:pt x="16859" y="17145"/>
                  </a:lnTo>
                  <a:lnTo>
                    <a:pt x="16859" y="16574"/>
                  </a:lnTo>
                  <a:lnTo>
                    <a:pt x="17050" y="15907"/>
                  </a:lnTo>
                  <a:lnTo>
                    <a:pt x="17240" y="15430"/>
                  </a:lnTo>
                  <a:lnTo>
                    <a:pt x="17717" y="14859"/>
                  </a:lnTo>
                  <a:lnTo>
                    <a:pt x="18383" y="14288"/>
                  </a:lnTo>
                  <a:lnTo>
                    <a:pt x="25908" y="10192"/>
                  </a:lnTo>
                  <a:lnTo>
                    <a:pt x="26479" y="9525"/>
                  </a:lnTo>
                  <a:lnTo>
                    <a:pt x="26956" y="8668"/>
                  </a:lnTo>
                  <a:lnTo>
                    <a:pt x="27146" y="7334"/>
                  </a:lnTo>
                  <a:lnTo>
                    <a:pt x="26956" y="6572"/>
                  </a:lnTo>
                  <a:lnTo>
                    <a:pt x="26479" y="6191"/>
                  </a:lnTo>
                  <a:lnTo>
                    <a:pt x="25527" y="6191"/>
                  </a:lnTo>
                  <a:lnTo>
                    <a:pt x="24384" y="6382"/>
                  </a:lnTo>
                  <a:lnTo>
                    <a:pt x="23431" y="6477"/>
                  </a:lnTo>
                  <a:lnTo>
                    <a:pt x="22479" y="6287"/>
                  </a:lnTo>
                  <a:lnTo>
                    <a:pt x="21526" y="5620"/>
                  </a:lnTo>
                  <a:lnTo>
                    <a:pt x="21146" y="5048"/>
                  </a:lnTo>
                  <a:lnTo>
                    <a:pt x="21241" y="4096"/>
                  </a:lnTo>
                  <a:lnTo>
                    <a:pt x="21526" y="2953"/>
                  </a:lnTo>
                  <a:lnTo>
                    <a:pt x="21717" y="1143"/>
                  </a:lnTo>
                  <a:lnTo>
                    <a:pt x="21146" y="191"/>
                  </a:lnTo>
                  <a:lnTo>
                    <a:pt x="20479" y="0"/>
                  </a:lnTo>
                  <a:lnTo>
                    <a:pt x="19526" y="286"/>
                  </a:lnTo>
                  <a:lnTo>
                    <a:pt x="18669" y="857"/>
                  </a:lnTo>
                  <a:lnTo>
                    <a:pt x="14954" y="4096"/>
                  </a:lnTo>
                  <a:lnTo>
                    <a:pt x="12668" y="5429"/>
                  </a:lnTo>
                  <a:lnTo>
                    <a:pt x="12001" y="5429"/>
                  </a:lnTo>
                  <a:lnTo>
                    <a:pt x="11240" y="5334"/>
                  </a:lnTo>
                  <a:lnTo>
                    <a:pt x="10001" y="4763"/>
                  </a:lnTo>
                  <a:lnTo>
                    <a:pt x="9239" y="4858"/>
                  </a:lnTo>
                  <a:lnTo>
                    <a:pt x="8763" y="5239"/>
                  </a:lnTo>
                  <a:lnTo>
                    <a:pt x="8192" y="6096"/>
                  </a:lnTo>
                  <a:lnTo>
                    <a:pt x="6668" y="10001"/>
                  </a:lnTo>
                  <a:lnTo>
                    <a:pt x="6382" y="10287"/>
                  </a:lnTo>
                  <a:lnTo>
                    <a:pt x="5620" y="10382"/>
                  </a:lnTo>
                  <a:lnTo>
                    <a:pt x="4572" y="10287"/>
                  </a:lnTo>
                  <a:lnTo>
                    <a:pt x="2667" y="9811"/>
                  </a:lnTo>
                  <a:lnTo>
                    <a:pt x="1715" y="9716"/>
                  </a:lnTo>
                  <a:lnTo>
                    <a:pt x="857" y="10001"/>
                  </a:lnTo>
                  <a:lnTo>
                    <a:pt x="572" y="10573"/>
                  </a:lnTo>
                  <a:lnTo>
                    <a:pt x="95" y="11430"/>
                  </a:lnTo>
                  <a:lnTo>
                    <a:pt x="0" y="12192"/>
                  </a:lnTo>
                  <a:lnTo>
                    <a:pt x="95" y="12859"/>
                  </a:lnTo>
                  <a:lnTo>
                    <a:pt x="476" y="13525"/>
                  </a:lnTo>
                  <a:lnTo>
                    <a:pt x="1048" y="14288"/>
                  </a:lnTo>
                  <a:lnTo>
                    <a:pt x="1810" y="14954"/>
                  </a:lnTo>
                  <a:lnTo>
                    <a:pt x="3905" y="16288"/>
                  </a:lnTo>
                  <a:lnTo>
                    <a:pt x="4858" y="17050"/>
                  </a:lnTo>
                  <a:lnTo>
                    <a:pt x="5524" y="17907"/>
                  </a:lnTo>
                  <a:lnTo>
                    <a:pt x="5905" y="18859"/>
                  </a:lnTo>
                  <a:lnTo>
                    <a:pt x="6191" y="19717"/>
                  </a:lnTo>
                  <a:lnTo>
                    <a:pt x="6572" y="24479"/>
                  </a:lnTo>
                  <a:lnTo>
                    <a:pt x="6858" y="25813"/>
                  </a:lnTo>
                  <a:lnTo>
                    <a:pt x="9525" y="30861"/>
                  </a:lnTo>
                  <a:lnTo>
                    <a:pt x="10668" y="33814"/>
                  </a:lnTo>
                  <a:lnTo>
                    <a:pt x="11811" y="35624"/>
                  </a:lnTo>
                  <a:lnTo>
                    <a:pt x="12668" y="36576"/>
                  </a:lnTo>
                  <a:lnTo>
                    <a:pt x="13145" y="36671"/>
                  </a:lnTo>
                  <a:lnTo>
                    <a:pt x="13811" y="36576"/>
                  </a:lnTo>
                  <a:lnTo>
                    <a:pt x="14764" y="36004"/>
                  </a:lnTo>
                  <a:lnTo>
                    <a:pt x="16574" y="34576"/>
                  </a:lnTo>
                  <a:lnTo>
                    <a:pt x="17526" y="34195"/>
                  </a:lnTo>
                  <a:lnTo>
                    <a:pt x="18288" y="34480"/>
                  </a:lnTo>
                  <a:lnTo>
                    <a:pt x="18955" y="35242"/>
                  </a:lnTo>
                  <a:lnTo>
                    <a:pt x="19717" y="36100"/>
                  </a:lnTo>
                  <a:lnTo>
                    <a:pt x="20288" y="36481"/>
                  </a:lnTo>
                  <a:lnTo>
                    <a:pt x="20765" y="36481"/>
                  </a:lnTo>
                  <a:lnTo>
                    <a:pt x="21336" y="36195"/>
                  </a:lnTo>
                  <a:lnTo>
                    <a:pt x="22860" y="35052"/>
                  </a:lnTo>
                  <a:lnTo>
                    <a:pt x="23717" y="34576"/>
                  </a:lnTo>
                  <a:lnTo>
                    <a:pt x="24860" y="34576"/>
                  </a:lnTo>
                  <a:lnTo>
                    <a:pt x="25622" y="34957"/>
                  </a:lnTo>
                  <a:lnTo>
                    <a:pt x="26479" y="35814"/>
                  </a:lnTo>
                  <a:lnTo>
                    <a:pt x="27242" y="36767"/>
                  </a:lnTo>
                  <a:lnTo>
                    <a:pt x="28670" y="38100"/>
                  </a:lnTo>
                  <a:lnTo>
                    <a:pt x="29432" y="38195"/>
                  </a:lnTo>
                  <a:lnTo>
                    <a:pt x="30004" y="38005"/>
                  </a:lnTo>
                  <a:lnTo>
                    <a:pt x="30671" y="37433"/>
                  </a:lnTo>
                  <a:lnTo>
                    <a:pt x="31528" y="35624"/>
                  </a:lnTo>
                  <a:lnTo>
                    <a:pt x="32099" y="33814"/>
                  </a:lnTo>
                  <a:lnTo>
                    <a:pt x="32385" y="31909"/>
                  </a:lnTo>
                  <a:lnTo>
                    <a:pt x="32099" y="27337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4" name="Freeform: Shape 35">
              <a:extLst>
                <a:ext uri="{FF2B5EF4-FFF2-40B4-BE49-F238E27FC236}">
                  <a16:creationId xmlns:a16="http://schemas.microsoft.com/office/drawing/2014/main" id="{C2694748-9D44-6E12-941D-686EC8A8A2DB}"/>
                </a:ext>
              </a:extLst>
            </p:cNvPr>
            <p:cNvSpPr/>
            <p:nvPr/>
          </p:nvSpPr>
          <p:spPr>
            <a:xfrm>
              <a:off x="8624181" y="3270732"/>
              <a:ext cx="691825" cy="1157748"/>
            </a:xfrm>
            <a:custGeom>
              <a:avLst/>
              <a:gdLst>
                <a:gd name="connsiteX0" fmla="*/ 471964 w 466725"/>
                <a:gd name="connsiteY0" fmla="*/ 154972 h 781050"/>
                <a:gd name="connsiteX1" fmla="*/ 471392 w 466725"/>
                <a:gd name="connsiteY1" fmla="*/ 153448 h 781050"/>
                <a:gd name="connsiteX2" fmla="*/ 470249 w 466725"/>
                <a:gd name="connsiteY2" fmla="*/ 151162 h 781050"/>
                <a:gd name="connsiteX3" fmla="*/ 469868 w 466725"/>
                <a:gd name="connsiteY3" fmla="*/ 149733 h 781050"/>
                <a:gd name="connsiteX4" fmla="*/ 469583 w 466725"/>
                <a:gd name="connsiteY4" fmla="*/ 147161 h 781050"/>
                <a:gd name="connsiteX5" fmla="*/ 469106 w 466725"/>
                <a:gd name="connsiteY5" fmla="*/ 146209 h 781050"/>
                <a:gd name="connsiteX6" fmla="*/ 468154 w 466725"/>
                <a:gd name="connsiteY6" fmla="*/ 145352 h 781050"/>
                <a:gd name="connsiteX7" fmla="*/ 465106 w 466725"/>
                <a:gd name="connsiteY7" fmla="*/ 143828 h 781050"/>
                <a:gd name="connsiteX8" fmla="*/ 463963 w 466725"/>
                <a:gd name="connsiteY8" fmla="*/ 143447 h 781050"/>
                <a:gd name="connsiteX9" fmla="*/ 462820 w 466725"/>
                <a:gd name="connsiteY9" fmla="*/ 143351 h 781050"/>
                <a:gd name="connsiteX10" fmla="*/ 461867 w 466725"/>
                <a:gd name="connsiteY10" fmla="*/ 143351 h 781050"/>
                <a:gd name="connsiteX11" fmla="*/ 460629 w 466725"/>
                <a:gd name="connsiteY11" fmla="*/ 143447 h 781050"/>
                <a:gd name="connsiteX12" fmla="*/ 460343 w 466725"/>
                <a:gd name="connsiteY12" fmla="*/ 143542 h 781050"/>
                <a:gd name="connsiteX13" fmla="*/ 459581 w 466725"/>
                <a:gd name="connsiteY13" fmla="*/ 143923 h 781050"/>
                <a:gd name="connsiteX14" fmla="*/ 458629 w 466725"/>
                <a:gd name="connsiteY14" fmla="*/ 144209 h 781050"/>
                <a:gd name="connsiteX15" fmla="*/ 457581 w 466725"/>
                <a:gd name="connsiteY15" fmla="*/ 144209 h 781050"/>
                <a:gd name="connsiteX16" fmla="*/ 456438 w 466725"/>
                <a:gd name="connsiteY16" fmla="*/ 144113 h 781050"/>
                <a:gd name="connsiteX17" fmla="*/ 454533 w 466725"/>
                <a:gd name="connsiteY17" fmla="*/ 143447 h 781050"/>
                <a:gd name="connsiteX18" fmla="*/ 453771 w 466725"/>
                <a:gd name="connsiteY18" fmla="*/ 143066 h 781050"/>
                <a:gd name="connsiteX19" fmla="*/ 449866 w 466725"/>
                <a:gd name="connsiteY19" fmla="*/ 140589 h 781050"/>
                <a:gd name="connsiteX20" fmla="*/ 448913 w 466725"/>
                <a:gd name="connsiteY20" fmla="*/ 140399 h 781050"/>
                <a:gd name="connsiteX21" fmla="*/ 448437 w 466725"/>
                <a:gd name="connsiteY21" fmla="*/ 140875 h 781050"/>
                <a:gd name="connsiteX22" fmla="*/ 448437 w 466725"/>
                <a:gd name="connsiteY22" fmla="*/ 141542 h 781050"/>
                <a:gd name="connsiteX23" fmla="*/ 448723 w 466725"/>
                <a:gd name="connsiteY23" fmla="*/ 143447 h 781050"/>
                <a:gd name="connsiteX24" fmla="*/ 448628 w 466725"/>
                <a:gd name="connsiteY24" fmla="*/ 143637 h 781050"/>
                <a:gd name="connsiteX25" fmla="*/ 448532 w 466725"/>
                <a:gd name="connsiteY25" fmla="*/ 143923 h 781050"/>
                <a:gd name="connsiteX26" fmla="*/ 448246 w 466725"/>
                <a:gd name="connsiteY26" fmla="*/ 144304 h 781050"/>
                <a:gd name="connsiteX27" fmla="*/ 447484 w 466725"/>
                <a:gd name="connsiteY27" fmla="*/ 144590 h 781050"/>
                <a:gd name="connsiteX28" fmla="*/ 446627 w 466725"/>
                <a:gd name="connsiteY28" fmla="*/ 144685 h 781050"/>
                <a:gd name="connsiteX29" fmla="*/ 445770 w 466725"/>
                <a:gd name="connsiteY29" fmla="*/ 144304 h 781050"/>
                <a:gd name="connsiteX30" fmla="*/ 445199 w 466725"/>
                <a:gd name="connsiteY30" fmla="*/ 144018 h 781050"/>
                <a:gd name="connsiteX31" fmla="*/ 444722 w 466725"/>
                <a:gd name="connsiteY31" fmla="*/ 143637 h 781050"/>
                <a:gd name="connsiteX32" fmla="*/ 444341 w 466725"/>
                <a:gd name="connsiteY32" fmla="*/ 143066 h 781050"/>
                <a:gd name="connsiteX33" fmla="*/ 443865 w 466725"/>
                <a:gd name="connsiteY33" fmla="*/ 141923 h 781050"/>
                <a:gd name="connsiteX34" fmla="*/ 443198 w 466725"/>
                <a:gd name="connsiteY34" fmla="*/ 139351 h 781050"/>
                <a:gd name="connsiteX35" fmla="*/ 442722 w 466725"/>
                <a:gd name="connsiteY35" fmla="*/ 135827 h 781050"/>
                <a:gd name="connsiteX36" fmla="*/ 442341 w 466725"/>
                <a:gd name="connsiteY36" fmla="*/ 134398 h 781050"/>
                <a:gd name="connsiteX37" fmla="*/ 441674 w 466725"/>
                <a:gd name="connsiteY37" fmla="*/ 132874 h 781050"/>
                <a:gd name="connsiteX38" fmla="*/ 440436 w 466725"/>
                <a:gd name="connsiteY38" fmla="*/ 131350 h 781050"/>
                <a:gd name="connsiteX39" fmla="*/ 436626 w 466725"/>
                <a:gd name="connsiteY39" fmla="*/ 128016 h 781050"/>
                <a:gd name="connsiteX40" fmla="*/ 434721 w 466725"/>
                <a:gd name="connsiteY40" fmla="*/ 125158 h 781050"/>
                <a:gd name="connsiteX41" fmla="*/ 433768 w 466725"/>
                <a:gd name="connsiteY41" fmla="*/ 120015 h 781050"/>
                <a:gd name="connsiteX42" fmla="*/ 435102 w 466725"/>
                <a:gd name="connsiteY42" fmla="*/ 114586 h 781050"/>
                <a:gd name="connsiteX43" fmla="*/ 435864 w 466725"/>
                <a:gd name="connsiteY43" fmla="*/ 104680 h 781050"/>
                <a:gd name="connsiteX44" fmla="*/ 434721 w 466725"/>
                <a:gd name="connsiteY44" fmla="*/ 98489 h 781050"/>
                <a:gd name="connsiteX45" fmla="*/ 434054 w 466725"/>
                <a:gd name="connsiteY45" fmla="*/ 96774 h 781050"/>
                <a:gd name="connsiteX46" fmla="*/ 433197 w 466725"/>
                <a:gd name="connsiteY46" fmla="*/ 95441 h 781050"/>
                <a:gd name="connsiteX47" fmla="*/ 431959 w 466725"/>
                <a:gd name="connsiteY47" fmla="*/ 94679 h 781050"/>
                <a:gd name="connsiteX48" fmla="*/ 431292 w 466725"/>
                <a:gd name="connsiteY48" fmla="*/ 94583 h 781050"/>
                <a:gd name="connsiteX49" fmla="*/ 430435 w 466725"/>
                <a:gd name="connsiteY49" fmla="*/ 94964 h 781050"/>
                <a:gd name="connsiteX50" fmla="*/ 427672 w 466725"/>
                <a:gd name="connsiteY50" fmla="*/ 98012 h 781050"/>
                <a:gd name="connsiteX51" fmla="*/ 426911 w 466725"/>
                <a:gd name="connsiteY51" fmla="*/ 98489 h 781050"/>
                <a:gd name="connsiteX52" fmla="*/ 426434 w 466725"/>
                <a:gd name="connsiteY52" fmla="*/ 98489 h 781050"/>
                <a:gd name="connsiteX53" fmla="*/ 425767 w 466725"/>
                <a:gd name="connsiteY53" fmla="*/ 98012 h 781050"/>
                <a:gd name="connsiteX54" fmla="*/ 425291 w 466725"/>
                <a:gd name="connsiteY54" fmla="*/ 97060 h 781050"/>
                <a:gd name="connsiteX55" fmla="*/ 425005 w 466725"/>
                <a:gd name="connsiteY55" fmla="*/ 95441 h 781050"/>
                <a:gd name="connsiteX56" fmla="*/ 425005 w 466725"/>
                <a:gd name="connsiteY56" fmla="*/ 93821 h 781050"/>
                <a:gd name="connsiteX57" fmla="*/ 425101 w 466725"/>
                <a:gd name="connsiteY57" fmla="*/ 92583 h 781050"/>
                <a:gd name="connsiteX58" fmla="*/ 425863 w 466725"/>
                <a:gd name="connsiteY58" fmla="*/ 89249 h 781050"/>
                <a:gd name="connsiteX59" fmla="*/ 425958 w 466725"/>
                <a:gd name="connsiteY59" fmla="*/ 88011 h 781050"/>
                <a:gd name="connsiteX60" fmla="*/ 425958 w 466725"/>
                <a:gd name="connsiteY60" fmla="*/ 86963 h 781050"/>
                <a:gd name="connsiteX61" fmla="*/ 425767 w 466725"/>
                <a:gd name="connsiteY61" fmla="*/ 85820 h 781050"/>
                <a:gd name="connsiteX62" fmla="*/ 425767 w 466725"/>
                <a:gd name="connsiteY62" fmla="*/ 84773 h 781050"/>
                <a:gd name="connsiteX63" fmla="*/ 425958 w 466725"/>
                <a:gd name="connsiteY63" fmla="*/ 83820 h 781050"/>
                <a:gd name="connsiteX64" fmla="*/ 426339 w 466725"/>
                <a:gd name="connsiteY64" fmla="*/ 82868 h 781050"/>
                <a:gd name="connsiteX65" fmla="*/ 427006 w 466725"/>
                <a:gd name="connsiteY65" fmla="*/ 81915 h 781050"/>
                <a:gd name="connsiteX66" fmla="*/ 430625 w 466725"/>
                <a:gd name="connsiteY66" fmla="*/ 78105 h 781050"/>
                <a:gd name="connsiteX67" fmla="*/ 431959 w 466725"/>
                <a:gd name="connsiteY67" fmla="*/ 76295 h 781050"/>
                <a:gd name="connsiteX68" fmla="*/ 432625 w 466725"/>
                <a:gd name="connsiteY68" fmla="*/ 75152 h 781050"/>
                <a:gd name="connsiteX69" fmla="*/ 433102 w 466725"/>
                <a:gd name="connsiteY69" fmla="*/ 73914 h 781050"/>
                <a:gd name="connsiteX70" fmla="*/ 433292 w 466725"/>
                <a:gd name="connsiteY70" fmla="*/ 72962 h 781050"/>
                <a:gd name="connsiteX71" fmla="*/ 433102 w 466725"/>
                <a:gd name="connsiteY71" fmla="*/ 72295 h 781050"/>
                <a:gd name="connsiteX72" fmla="*/ 431101 w 466725"/>
                <a:gd name="connsiteY72" fmla="*/ 68294 h 781050"/>
                <a:gd name="connsiteX73" fmla="*/ 430816 w 466725"/>
                <a:gd name="connsiteY73" fmla="*/ 66770 h 781050"/>
                <a:gd name="connsiteX74" fmla="*/ 430625 w 466725"/>
                <a:gd name="connsiteY74" fmla="*/ 65437 h 781050"/>
                <a:gd name="connsiteX75" fmla="*/ 430435 w 466725"/>
                <a:gd name="connsiteY75" fmla="*/ 64103 h 781050"/>
                <a:gd name="connsiteX76" fmla="*/ 429863 w 466725"/>
                <a:gd name="connsiteY76" fmla="*/ 63246 h 781050"/>
                <a:gd name="connsiteX77" fmla="*/ 428720 w 466725"/>
                <a:gd name="connsiteY77" fmla="*/ 62675 h 781050"/>
                <a:gd name="connsiteX78" fmla="*/ 427863 w 466725"/>
                <a:gd name="connsiteY78" fmla="*/ 62675 h 781050"/>
                <a:gd name="connsiteX79" fmla="*/ 427101 w 466725"/>
                <a:gd name="connsiteY79" fmla="*/ 62865 h 781050"/>
                <a:gd name="connsiteX80" fmla="*/ 425672 w 466725"/>
                <a:gd name="connsiteY80" fmla="*/ 63818 h 781050"/>
                <a:gd name="connsiteX81" fmla="*/ 424910 w 466725"/>
                <a:gd name="connsiteY81" fmla="*/ 64199 h 781050"/>
                <a:gd name="connsiteX82" fmla="*/ 423767 w 466725"/>
                <a:gd name="connsiteY82" fmla="*/ 64484 h 781050"/>
                <a:gd name="connsiteX83" fmla="*/ 423196 w 466725"/>
                <a:gd name="connsiteY83" fmla="*/ 64770 h 781050"/>
                <a:gd name="connsiteX84" fmla="*/ 422624 w 466725"/>
                <a:gd name="connsiteY84" fmla="*/ 65151 h 781050"/>
                <a:gd name="connsiteX85" fmla="*/ 422338 w 466725"/>
                <a:gd name="connsiteY85" fmla="*/ 65627 h 781050"/>
                <a:gd name="connsiteX86" fmla="*/ 422053 w 466725"/>
                <a:gd name="connsiteY86" fmla="*/ 66104 h 781050"/>
                <a:gd name="connsiteX87" fmla="*/ 421958 w 466725"/>
                <a:gd name="connsiteY87" fmla="*/ 66866 h 781050"/>
                <a:gd name="connsiteX88" fmla="*/ 421958 w 466725"/>
                <a:gd name="connsiteY88" fmla="*/ 68390 h 781050"/>
                <a:gd name="connsiteX89" fmla="*/ 422529 w 466725"/>
                <a:gd name="connsiteY89" fmla="*/ 71152 h 781050"/>
                <a:gd name="connsiteX90" fmla="*/ 422434 w 466725"/>
                <a:gd name="connsiteY90" fmla="*/ 71914 h 781050"/>
                <a:gd name="connsiteX91" fmla="*/ 422148 w 466725"/>
                <a:gd name="connsiteY91" fmla="*/ 72295 h 781050"/>
                <a:gd name="connsiteX92" fmla="*/ 421767 w 466725"/>
                <a:gd name="connsiteY92" fmla="*/ 72676 h 781050"/>
                <a:gd name="connsiteX93" fmla="*/ 421291 w 466725"/>
                <a:gd name="connsiteY93" fmla="*/ 72676 h 781050"/>
                <a:gd name="connsiteX94" fmla="*/ 420624 w 466725"/>
                <a:gd name="connsiteY94" fmla="*/ 72581 h 781050"/>
                <a:gd name="connsiteX95" fmla="*/ 413480 w 466725"/>
                <a:gd name="connsiteY95" fmla="*/ 69533 h 781050"/>
                <a:gd name="connsiteX96" fmla="*/ 412433 w 466725"/>
                <a:gd name="connsiteY96" fmla="*/ 69342 h 781050"/>
                <a:gd name="connsiteX97" fmla="*/ 411480 w 466725"/>
                <a:gd name="connsiteY97" fmla="*/ 69247 h 781050"/>
                <a:gd name="connsiteX98" fmla="*/ 410623 w 466725"/>
                <a:gd name="connsiteY98" fmla="*/ 69342 h 781050"/>
                <a:gd name="connsiteX99" fmla="*/ 407956 w 466725"/>
                <a:gd name="connsiteY99" fmla="*/ 69914 h 781050"/>
                <a:gd name="connsiteX100" fmla="*/ 407003 w 466725"/>
                <a:gd name="connsiteY100" fmla="*/ 69914 h 781050"/>
                <a:gd name="connsiteX101" fmla="*/ 406146 w 466725"/>
                <a:gd name="connsiteY101" fmla="*/ 69818 h 781050"/>
                <a:gd name="connsiteX102" fmla="*/ 405098 w 466725"/>
                <a:gd name="connsiteY102" fmla="*/ 69437 h 781050"/>
                <a:gd name="connsiteX103" fmla="*/ 403955 w 466725"/>
                <a:gd name="connsiteY103" fmla="*/ 68580 h 781050"/>
                <a:gd name="connsiteX104" fmla="*/ 402908 w 466725"/>
                <a:gd name="connsiteY104" fmla="*/ 67437 h 781050"/>
                <a:gd name="connsiteX105" fmla="*/ 401860 w 466725"/>
                <a:gd name="connsiteY105" fmla="*/ 65246 h 781050"/>
                <a:gd name="connsiteX106" fmla="*/ 400431 w 466725"/>
                <a:gd name="connsiteY106" fmla="*/ 61246 h 781050"/>
                <a:gd name="connsiteX107" fmla="*/ 399193 w 466725"/>
                <a:gd name="connsiteY107" fmla="*/ 58483 h 781050"/>
                <a:gd name="connsiteX108" fmla="*/ 399002 w 466725"/>
                <a:gd name="connsiteY108" fmla="*/ 57341 h 781050"/>
                <a:gd name="connsiteX109" fmla="*/ 399097 w 466725"/>
                <a:gd name="connsiteY109" fmla="*/ 56483 h 781050"/>
                <a:gd name="connsiteX110" fmla="*/ 399383 w 466725"/>
                <a:gd name="connsiteY110" fmla="*/ 55436 h 781050"/>
                <a:gd name="connsiteX111" fmla="*/ 400621 w 466725"/>
                <a:gd name="connsiteY111" fmla="*/ 51816 h 781050"/>
                <a:gd name="connsiteX112" fmla="*/ 400907 w 466725"/>
                <a:gd name="connsiteY112" fmla="*/ 50673 h 781050"/>
                <a:gd name="connsiteX113" fmla="*/ 400717 w 466725"/>
                <a:gd name="connsiteY113" fmla="*/ 49340 h 781050"/>
                <a:gd name="connsiteX114" fmla="*/ 400241 w 466725"/>
                <a:gd name="connsiteY114" fmla="*/ 47816 h 781050"/>
                <a:gd name="connsiteX115" fmla="*/ 398145 w 466725"/>
                <a:gd name="connsiteY115" fmla="*/ 42767 h 781050"/>
                <a:gd name="connsiteX116" fmla="*/ 396430 w 466725"/>
                <a:gd name="connsiteY116" fmla="*/ 40577 h 781050"/>
                <a:gd name="connsiteX117" fmla="*/ 380333 w 466725"/>
                <a:gd name="connsiteY117" fmla="*/ 25813 h 781050"/>
                <a:gd name="connsiteX118" fmla="*/ 378428 w 466725"/>
                <a:gd name="connsiteY118" fmla="*/ 23146 h 781050"/>
                <a:gd name="connsiteX119" fmla="*/ 377476 w 466725"/>
                <a:gd name="connsiteY119" fmla="*/ 21336 h 781050"/>
                <a:gd name="connsiteX120" fmla="*/ 376809 w 466725"/>
                <a:gd name="connsiteY120" fmla="*/ 19622 h 781050"/>
                <a:gd name="connsiteX121" fmla="*/ 376523 w 466725"/>
                <a:gd name="connsiteY121" fmla="*/ 17717 h 781050"/>
                <a:gd name="connsiteX122" fmla="*/ 376333 w 466725"/>
                <a:gd name="connsiteY122" fmla="*/ 16097 h 781050"/>
                <a:gd name="connsiteX123" fmla="*/ 376428 w 466725"/>
                <a:gd name="connsiteY123" fmla="*/ 11049 h 781050"/>
                <a:gd name="connsiteX124" fmla="*/ 376238 w 466725"/>
                <a:gd name="connsiteY124" fmla="*/ 9335 h 781050"/>
                <a:gd name="connsiteX125" fmla="*/ 375761 w 466725"/>
                <a:gd name="connsiteY125" fmla="*/ 8192 h 781050"/>
                <a:gd name="connsiteX126" fmla="*/ 374999 w 466725"/>
                <a:gd name="connsiteY126" fmla="*/ 7239 h 781050"/>
                <a:gd name="connsiteX127" fmla="*/ 370904 w 466725"/>
                <a:gd name="connsiteY127" fmla="*/ 4858 h 781050"/>
                <a:gd name="connsiteX128" fmla="*/ 368999 w 466725"/>
                <a:gd name="connsiteY128" fmla="*/ 3239 h 781050"/>
                <a:gd name="connsiteX129" fmla="*/ 368141 w 466725"/>
                <a:gd name="connsiteY129" fmla="*/ 2572 h 781050"/>
                <a:gd name="connsiteX130" fmla="*/ 367093 w 466725"/>
                <a:gd name="connsiteY130" fmla="*/ 2286 h 781050"/>
                <a:gd name="connsiteX131" fmla="*/ 361093 w 466725"/>
                <a:gd name="connsiteY131" fmla="*/ 1905 h 781050"/>
                <a:gd name="connsiteX132" fmla="*/ 354901 w 466725"/>
                <a:gd name="connsiteY132" fmla="*/ 0 h 781050"/>
                <a:gd name="connsiteX133" fmla="*/ 353663 w 466725"/>
                <a:gd name="connsiteY133" fmla="*/ 2000 h 781050"/>
                <a:gd name="connsiteX134" fmla="*/ 352425 w 466725"/>
                <a:gd name="connsiteY134" fmla="*/ 5906 h 781050"/>
                <a:gd name="connsiteX135" fmla="*/ 351758 w 466725"/>
                <a:gd name="connsiteY135" fmla="*/ 7049 h 781050"/>
                <a:gd name="connsiteX136" fmla="*/ 350901 w 466725"/>
                <a:gd name="connsiteY136" fmla="*/ 7906 h 781050"/>
                <a:gd name="connsiteX137" fmla="*/ 347091 w 466725"/>
                <a:gd name="connsiteY137" fmla="*/ 10192 h 781050"/>
                <a:gd name="connsiteX138" fmla="*/ 346043 w 466725"/>
                <a:gd name="connsiteY138" fmla="*/ 11621 h 781050"/>
                <a:gd name="connsiteX139" fmla="*/ 345472 w 466725"/>
                <a:gd name="connsiteY139" fmla="*/ 13335 h 781050"/>
                <a:gd name="connsiteX140" fmla="*/ 345281 w 466725"/>
                <a:gd name="connsiteY140" fmla="*/ 16954 h 781050"/>
                <a:gd name="connsiteX141" fmla="*/ 345091 w 466725"/>
                <a:gd name="connsiteY141" fmla="*/ 17717 h 781050"/>
                <a:gd name="connsiteX142" fmla="*/ 344710 w 466725"/>
                <a:gd name="connsiteY142" fmla="*/ 18479 h 781050"/>
                <a:gd name="connsiteX143" fmla="*/ 342329 w 466725"/>
                <a:gd name="connsiteY143" fmla="*/ 22574 h 781050"/>
                <a:gd name="connsiteX144" fmla="*/ 341567 w 466725"/>
                <a:gd name="connsiteY144" fmla="*/ 23432 h 781050"/>
                <a:gd name="connsiteX145" fmla="*/ 340900 w 466725"/>
                <a:gd name="connsiteY145" fmla="*/ 24098 h 781050"/>
                <a:gd name="connsiteX146" fmla="*/ 339852 w 466725"/>
                <a:gd name="connsiteY146" fmla="*/ 24765 h 781050"/>
                <a:gd name="connsiteX147" fmla="*/ 337280 w 466725"/>
                <a:gd name="connsiteY147" fmla="*/ 25718 h 781050"/>
                <a:gd name="connsiteX148" fmla="*/ 334042 w 466725"/>
                <a:gd name="connsiteY148" fmla="*/ 26384 h 781050"/>
                <a:gd name="connsiteX149" fmla="*/ 332899 w 466725"/>
                <a:gd name="connsiteY149" fmla="*/ 26765 h 781050"/>
                <a:gd name="connsiteX150" fmla="*/ 329470 w 466725"/>
                <a:gd name="connsiteY150" fmla="*/ 28385 h 781050"/>
                <a:gd name="connsiteX151" fmla="*/ 328041 w 466725"/>
                <a:gd name="connsiteY151" fmla="*/ 28766 h 781050"/>
                <a:gd name="connsiteX152" fmla="*/ 326326 w 466725"/>
                <a:gd name="connsiteY152" fmla="*/ 28956 h 781050"/>
                <a:gd name="connsiteX153" fmla="*/ 320802 w 466725"/>
                <a:gd name="connsiteY153" fmla="*/ 28194 h 781050"/>
                <a:gd name="connsiteX154" fmla="*/ 316611 w 466725"/>
                <a:gd name="connsiteY154" fmla="*/ 28099 h 781050"/>
                <a:gd name="connsiteX155" fmla="*/ 313182 w 466725"/>
                <a:gd name="connsiteY155" fmla="*/ 28575 h 781050"/>
                <a:gd name="connsiteX156" fmla="*/ 311944 w 466725"/>
                <a:gd name="connsiteY156" fmla="*/ 28575 h 781050"/>
                <a:gd name="connsiteX157" fmla="*/ 308705 w 466725"/>
                <a:gd name="connsiteY157" fmla="*/ 27718 h 781050"/>
                <a:gd name="connsiteX158" fmla="*/ 305943 w 466725"/>
                <a:gd name="connsiteY158" fmla="*/ 26384 h 781050"/>
                <a:gd name="connsiteX159" fmla="*/ 303847 w 466725"/>
                <a:gd name="connsiteY159" fmla="*/ 24956 h 781050"/>
                <a:gd name="connsiteX160" fmla="*/ 297561 w 466725"/>
                <a:gd name="connsiteY160" fmla="*/ 18955 h 781050"/>
                <a:gd name="connsiteX161" fmla="*/ 293084 w 466725"/>
                <a:gd name="connsiteY161" fmla="*/ 17812 h 781050"/>
                <a:gd name="connsiteX162" fmla="*/ 291465 w 466725"/>
                <a:gd name="connsiteY162" fmla="*/ 20098 h 781050"/>
                <a:gd name="connsiteX163" fmla="*/ 291465 w 466725"/>
                <a:gd name="connsiteY163" fmla="*/ 20955 h 781050"/>
                <a:gd name="connsiteX164" fmla="*/ 291179 w 466725"/>
                <a:gd name="connsiteY164" fmla="*/ 22289 h 781050"/>
                <a:gd name="connsiteX165" fmla="*/ 291179 w 466725"/>
                <a:gd name="connsiteY165" fmla="*/ 24003 h 781050"/>
                <a:gd name="connsiteX166" fmla="*/ 290608 w 466725"/>
                <a:gd name="connsiteY166" fmla="*/ 25337 h 781050"/>
                <a:gd name="connsiteX167" fmla="*/ 289274 w 466725"/>
                <a:gd name="connsiteY167" fmla="*/ 26670 h 781050"/>
                <a:gd name="connsiteX168" fmla="*/ 285655 w 466725"/>
                <a:gd name="connsiteY168" fmla="*/ 28575 h 781050"/>
                <a:gd name="connsiteX169" fmla="*/ 283750 w 466725"/>
                <a:gd name="connsiteY169" fmla="*/ 29242 h 781050"/>
                <a:gd name="connsiteX170" fmla="*/ 280511 w 466725"/>
                <a:gd name="connsiteY170" fmla="*/ 29623 h 781050"/>
                <a:gd name="connsiteX171" fmla="*/ 278035 w 466725"/>
                <a:gd name="connsiteY171" fmla="*/ 30861 h 781050"/>
                <a:gd name="connsiteX172" fmla="*/ 276606 w 466725"/>
                <a:gd name="connsiteY172" fmla="*/ 32290 h 781050"/>
                <a:gd name="connsiteX173" fmla="*/ 276130 w 466725"/>
                <a:gd name="connsiteY173" fmla="*/ 34004 h 781050"/>
                <a:gd name="connsiteX174" fmla="*/ 276130 w 466725"/>
                <a:gd name="connsiteY174" fmla="*/ 35719 h 781050"/>
                <a:gd name="connsiteX175" fmla="*/ 275749 w 466725"/>
                <a:gd name="connsiteY175" fmla="*/ 37243 h 781050"/>
                <a:gd name="connsiteX176" fmla="*/ 274892 w 466725"/>
                <a:gd name="connsiteY176" fmla="*/ 38195 h 781050"/>
                <a:gd name="connsiteX177" fmla="*/ 271272 w 466725"/>
                <a:gd name="connsiteY177" fmla="*/ 40291 h 781050"/>
                <a:gd name="connsiteX178" fmla="*/ 266224 w 466725"/>
                <a:gd name="connsiteY178" fmla="*/ 42386 h 781050"/>
                <a:gd name="connsiteX179" fmla="*/ 264509 w 466725"/>
                <a:gd name="connsiteY179" fmla="*/ 43720 h 781050"/>
                <a:gd name="connsiteX180" fmla="*/ 263557 w 466725"/>
                <a:gd name="connsiteY180" fmla="*/ 45053 h 781050"/>
                <a:gd name="connsiteX181" fmla="*/ 262033 w 466725"/>
                <a:gd name="connsiteY181" fmla="*/ 46006 h 781050"/>
                <a:gd name="connsiteX182" fmla="*/ 258223 w 466725"/>
                <a:gd name="connsiteY182" fmla="*/ 46387 h 781050"/>
                <a:gd name="connsiteX183" fmla="*/ 248603 w 466725"/>
                <a:gd name="connsiteY183" fmla="*/ 45053 h 781050"/>
                <a:gd name="connsiteX184" fmla="*/ 230981 w 466725"/>
                <a:gd name="connsiteY184" fmla="*/ 44768 h 781050"/>
                <a:gd name="connsiteX185" fmla="*/ 228695 w 466725"/>
                <a:gd name="connsiteY185" fmla="*/ 44387 h 781050"/>
                <a:gd name="connsiteX186" fmla="*/ 224218 w 466725"/>
                <a:gd name="connsiteY186" fmla="*/ 42863 h 781050"/>
                <a:gd name="connsiteX187" fmla="*/ 213074 w 466725"/>
                <a:gd name="connsiteY187" fmla="*/ 43053 h 781050"/>
                <a:gd name="connsiteX188" fmla="*/ 209645 w 466725"/>
                <a:gd name="connsiteY188" fmla="*/ 42767 h 781050"/>
                <a:gd name="connsiteX189" fmla="*/ 204216 w 466725"/>
                <a:gd name="connsiteY189" fmla="*/ 39433 h 781050"/>
                <a:gd name="connsiteX190" fmla="*/ 201263 w 466725"/>
                <a:gd name="connsiteY190" fmla="*/ 38291 h 781050"/>
                <a:gd name="connsiteX191" fmla="*/ 193453 w 466725"/>
                <a:gd name="connsiteY191" fmla="*/ 37814 h 781050"/>
                <a:gd name="connsiteX192" fmla="*/ 190309 w 466725"/>
                <a:gd name="connsiteY192" fmla="*/ 38862 h 781050"/>
                <a:gd name="connsiteX193" fmla="*/ 184690 w 466725"/>
                <a:gd name="connsiteY193" fmla="*/ 42291 h 781050"/>
                <a:gd name="connsiteX194" fmla="*/ 181737 w 466725"/>
                <a:gd name="connsiteY194" fmla="*/ 43529 h 781050"/>
                <a:gd name="connsiteX195" fmla="*/ 178594 w 466725"/>
                <a:gd name="connsiteY195" fmla="*/ 43625 h 781050"/>
                <a:gd name="connsiteX196" fmla="*/ 175070 w 466725"/>
                <a:gd name="connsiteY196" fmla="*/ 42672 h 781050"/>
                <a:gd name="connsiteX197" fmla="*/ 171259 w 466725"/>
                <a:gd name="connsiteY197" fmla="*/ 39815 h 781050"/>
                <a:gd name="connsiteX198" fmla="*/ 166307 w 466725"/>
                <a:gd name="connsiteY198" fmla="*/ 34004 h 781050"/>
                <a:gd name="connsiteX199" fmla="*/ 164021 w 466725"/>
                <a:gd name="connsiteY199" fmla="*/ 32195 h 781050"/>
                <a:gd name="connsiteX200" fmla="*/ 159258 w 466725"/>
                <a:gd name="connsiteY200" fmla="*/ 32195 h 781050"/>
                <a:gd name="connsiteX201" fmla="*/ 156782 w 466725"/>
                <a:gd name="connsiteY201" fmla="*/ 34385 h 781050"/>
                <a:gd name="connsiteX202" fmla="*/ 157925 w 466725"/>
                <a:gd name="connsiteY202" fmla="*/ 35528 h 781050"/>
                <a:gd name="connsiteX203" fmla="*/ 158020 w 466725"/>
                <a:gd name="connsiteY203" fmla="*/ 37052 h 781050"/>
                <a:gd name="connsiteX204" fmla="*/ 157067 w 466725"/>
                <a:gd name="connsiteY204" fmla="*/ 38672 h 781050"/>
                <a:gd name="connsiteX205" fmla="*/ 157448 w 466725"/>
                <a:gd name="connsiteY205" fmla="*/ 39815 h 781050"/>
                <a:gd name="connsiteX206" fmla="*/ 159067 w 466725"/>
                <a:gd name="connsiteY206" fmla="*/ 42100 h 781050"/>
                <a:gd name="connsiteX207" fmla="*/ 162020 w 466725"/>
                <a:gd name="connsiteY207" fmla="*/ 49530 h 781050"/>
                <a:gd name="connsiteX208" fmla="*/ 163925 w 466725"/>
                <a:gd name="connsiteY208" fmla="*/ 52388 h 781050"/>
                <a:gd name="connsiteX209" fmla="*/ 164497 w 466725"/>
                <a:gd name="connsiteY209" fmla="*/ 54674 h 781050"/>
                <a:gd name="connsiteX210" fmla="*/ 164497 w 466725"/>
                <a:gd name="connsiteY210" fmla="*/ 56769 h 781050"/>
                <a:gd name="connsiteX211" fmla="*/ 163735 w 466725"/>
                <a:gd name="connsiteY211" fmla="*/ 58293 h 781050"/>
                <a:gd name="connsiteX212" fmla="*/ 162687 w 466725"/>
                <a:gd name="connsiteY212" fmla="*/ 59531 h 781050"/>
                <a:gd name="connsiteX213" fmla="*/ 160972 w 466725"/>
                <a:gd name="connsiteY213" fmla="*/ 62008 h 781050"/>
                <a:gd name="connsiteX214" fmla="*/ 159925 w 466725"/>
                <a:gd name="connsiteY214" fmla="*/ 62675 h 781050"/>
                <a:gd name="connsiteX215" fmla="*/ 157448 w 466725"/>
                <a:gd name="connsiteY215" fmla="*/ 63627 h 781050"/>
                <a:gd name="connsiteX216" fmla="*/ 156686 w 466725"/>
                <a:gd name="connsiteY216" fmla="*/ 64675 h 781050"/>
                <a:gd name="connsiteX217" fmla="*/ 156210 w 466725"/>
                <a:gd name="connsiteY217" fmla="*/ 69152 h 781050"/>
                <a:gd name="connsiteX218" fmla="*/ 155543 w 466725"/>
                <a:gd name="connsiteY218" fmla="*/ 70771 h 781050"/>
                <a:gd name="connsiteX219" fmla="*/ 154686 w 466725"/>
                <a:gd name="connsiteY219" fmla="*/ 71628 h 781050"/>
                <a:gd name="connsiteX220" fmla="*/ 153924 w 466725"/>
                <a:gd name="connsiteY220" fmla="*/ 72295 h 781050"/>
                <a:gd name="connsiteX221" fmla="*/ 153543 w 466725"/>
                <a:gd name="connsiteY221" fmla="*/ 72962 h 781050"/>
                <a:gd name="connsiteX222" fmla="*/ 154019 w 466725"/>
                <a:gd name="connsiteY222" fmla="*/ 74486 h 781050"/>
                <a:gd name="connsiteX223" fmla="*/ 154686 w 466725"/>
                <a:gd name="connsiteY223" fmla="*/ 76105 h 781050"/>
                <a:gd name="connsiteX224" fmla="*/ 156210 w 466725"/>
                <a:gd name="connsiteY224" fmla="*/ 78677 h 781050"/>
                <a:gd name="connsiteX225" fmla="*/ 156877 w 466725"/>
                <a:gd name="connsiteY225" fmla="*/ 80677 h 781050"/>
                <a:gd name="connsiteX226" fmla="*/ 157829 w 466725"/>
                <a:gd name="connsiteY226" fmla="*/ 82201 h 781050"/>
                <a:gd name="connsiteX227" fmla="*/ 159639 w 466725"/>
                <a:gd name="connsiteY227" fmla="*/ 82963 h 781050"/>
                <a:gd name="connsiteX228" fmla="*/ 161163 w 466725"/>
                <a:gd name="connsiteY228" fmla="*/ 82296 h 781050"/>
                <a:gd name="connsiteX229" fmla="*/ 164401 w 466725"/>
                <a:gd name="connsiteY229" fmla="*/ 79820 h 781050"/>
                <a:gd name="connsiteX230" fmla="*/ 167640 w 466725"/>
                <a:gd name="connsiteY230" fmla="*/ 78391 h 781050"/>
                <a:gd name="connsiteX231" fmla="*/ 170021 w 466725"/>
                <a:gd name="connsiteY231" fmla="*/ 76200 h 781050"/>
                <a:gd name="connsiteX232" fmla="*/ 171259 w 466725"/>
                <a:gd name="connsiteY232" fmla="*/ 75343 h 781050"/>
                <a:gd name="connsiteX233" fmla="*/ 172974 w 466725"/>
                <a:gd name="connsiteY233" fmla="*/ 75248 h 781050"/>
                <a:gd name="connsiteX234" fmla="*/ 175165 w 466725"/>
                <a:gd name="connsiteY234" fmla="*/ 76105 h 781050"/>
                <a:gd name="connsiteX235" fmla="*/ 177641 w 466725"/>
                <a:gd name="connsiteY235" fmla="*/ 76772 h 781050"/>
                <a:gd name="connsiteX236" fmla="*/ 184309 w 466725"/>
                <a:gd name="connsiteY236" fmla="*/ 79724 h 781050"/>
                <a:gd name="connsiteX237" fmla="*/ 190024 w 466725"/>
                <a:gd name="connsiteY237" fmla="*/ 80010 h 781050"/>
                <a:gd name="connsiteX238" fmla="*/ 192310 w 466725"/>
                <a:gd name="connsiteY238" fmla="*/ 81248 h 781050"/>
                <a:gd name="connsiteX239" fmla="*/ 194977 w 466725"/>
                <a:gd name="connsiteY239" fmla="*/ 84868 h 781050"/>
                <a:gd name="connsiteX240" fmla="*/ 197834 w 466725"/>
                <a:gd name="connsiteY240" fmla="*/ 90773 h 781050"/>
                <a:gd name="connsiteX241" fmla="*/ 199739 w 466725"/>
                <a:gd name="connsiteY241" fmla="*/ 93250 h 781050"/>
                <a:gd name="connsiteX242" fmla="*/ 201263 w 466725"/>
                <a:gd name="connsiteY242" fmla="*/ 94298 h 781050"/>
                <a:gd name="connsiteX243" fmla="*/ 202692 w 466725"/>
                <a:gd name="connsiteY243" fmla="*/ 94298 h 781050"/>
                <a:gd name="connsiteX244" fmla="*/ 203645 w 466725"/>
                <a:gd name="connsiteY244" fmla="*/ 94869 h 781050"/>
                <a:gd name="connsiteX245" fmla="*/ 204121 w 466725"/>
                <a:gd name="connsiteY245" fmla="*/ 96298 h 781050"/>
                <a:gd name="connsiteX246" fmla="*/ 204692 w 466725"/>
                <a:gd name="connsiteY246" fmla="*/ 97346 h 781050"/>
                <a:gd name="connsiteX247" fmla="*/ 205740 w 466725"/>
                <a:gd name="connsiteY247" fmla="*/ 97822 h 781050"/>
                <a:gd name="connsiteX248" fmla="*/ 212026 w 466725"/>
                <a:gd name="connsiteY248" fmla="*/ 96869 h 781050"/>
                <a:gd name="connsiteX249" fmla="*/ 213741 w 466725"/>
                <a:gd name="connsiteY249" fmla="*/ 97155 h 781050"/>
                <a:gd name="connsiteX250" fmla="*/ 215075 w 466725"/>
                <a:gd name="connsiteY250" fmla="*/ 98012 h 781050"/>
                <a:gd name="connsiteX251" fmla="*/ 216313 w 466725"/>
                <a:gd name="connsiteY251" fmla="*/ 99536 h 781050"/>
                <a:gd name="connsiteX252" fmla="*/ 220694 w 466725"/>
                <a:gd name="connsiteY252" fmla="*/ 102489 h 781050"/>
                <a:gd name="connsiteX253" fmla="*/ 222218 w 466725"/>
                <a:gd name="connsiteY253" fmla="*/ 104680 h 781050"/>
                <a:gd name="connsiteX254" fmla="*/ 222599 w 466725"/>
                <a:gd name="connsiteY254" fmla="*/ 107252 h 781050"/>
                <a:gd name="connsiteX255" fmla="*/ 219646 w 466725"/>
                <a:gd name="connsiteY255" fmla="*/ 117158 h 781050"/>
                <a:gd name="connsiteX256" fmla="*/ 218789 w 466725"/>
                <a:gd name="connsiteY256" fmla="*/ 122111 h 781050"/>
                <a:gd name="connsiteX257" fmla="*/ 218789 w 466725"/>
                <a:gd name="connsiteY257" fmla="*/ 124873 h 781050"/>
                <a:gd name="connsiteX258" fmla="*/ 217075 w 466725"/>
                <a:gd name="connsiteY258" fmla="*/ 129254 h 781050"/>
                <a:gd name="connsiteX259" fmla="*/ 215646 w 466725"/>
                <a:gd name="connsiteY259" fmla="*/ 131350 h 781050"/>
                <a:gd name="connsiteX260" fmla="*/ 213550 w 466725"/>
                <a:gd name="connsiteY260" fmla="*/ 130778 h 781050"/>
                <a:gd name="connsiteX261" fmla="*/ 211074 w 466725"/>
                <a:gd name="connsiteY261" fmla="*/ 130493 h 781050"/>
                <a:gd name="connsiteX262" fmla="*/ 208883 w 466725"/>
                <a:gd name="connsiteY262" fmla="*/ 130874 h 781050"/>
                <a:gd name="connsiteX263" fmla="*/ 203073 w 466725"/>
                <a:gd name="connsiteY263" fmla="*/ 134493 h 781050"/>
                <a:gd name="connsiteX264" fmla="*/ 196787 w 466725"/>
                <a:gd name="connsiteY264" fmla="*/ 136493 h 781050"/>
                <a:gd name="connsiteX265" fmla="*/ 194500 w 466725"/>
                <a:gd name="connsiteY265" fmla="*/ 138113 h 781050"/>
                <a:gd name="connsiteX266" fmla="*/ 193072 w 466725"/>
                <a:gd name="connsiteY266" fmla="*/ 141351 h 781050"/>
                <a:gd name="connsiteX267" fmla="*/ 192976 w 466725"/>
                <a:gd name="connsiteY267" fmla="*/ 143542 h 781050"/>
                <a:gd name="connsiteX268" fmla="*/ 194310 w 466725"/>
                <a:gd name="connsiteY268" fmla="*/ 148114 h 781050"/>
                <a:gd name="connsiteX269" fmla="*/ 193834 w 466725"/>
                <a:gd name="connsiteY269" fmla="*/ 150304 h 781050"/>
                <a:gd name="connsiteX270" fmla="*/ 189929 w 466725"/>
                <a:gd name="connsiteY270" fmla="*/ 154400 h 781050"/>
                <a:gd name="connsiteX271" fmla="*/ 185166 w 466725"/>
                <a:gd name="connsiteY271" fmla="*/ 158306 h 781050"/>
                <a:gd name="connsiteX272" fmla="*/ 182880 w 466725"/>
                <a:gd name="connsiteY272" fmla="*/ 159449 h 781050"/>
                <a:gd name="connsiteX273" fmla="*/ 178403 w 466725"/>
                <a:gd name="connsiteY273" fmla="*/ 160782 h 781050"/>
                <a:gd name="connsiteX274" fmla="*/ 176308 w 466725"/>
                <a:gd name="connsiteY274" fmla="*/ 161925 h 781050"/>
                <a:gd name="connsiteX275" fmla="*/ 175260 w 466725"/>
                <a:gd name="connsiteY275" fmla="*/ 164021 h 781050"/>
                <a:gd name="connsiteX276" fmla="*/ 174974 w 466725"/>
                <a:gd name="connsiteY276" fmla="*/ 166878 h 781050"/>
                <a:gd name="connsiteX277" fmla="*/ 175736 w 466725"/>
                <a:gd name="connsiteY277" fmla="*/ 170974 h 781050"/>
                <a:gd name="connsiteX278" fmla="*/ 175927 w 466725"/>
                <a:gd name="connsiteY278" fmla="*/ 175546 h 781050"/>
                <a:gd name="connsiteX279" fmla="*/ 173926 w 466725"/>
                <a:gd name="connsiteY279" fmla="*/ 177832 h 781050"/>
                <a:gd name="connsiteX280" fmla="*/ 173165 w 466725"/>
                <a:gd name="connsiteY280" fmla="*/ 178975 h 781050"/>
                <a:gd name="connsiteX281" fmla="*/ 173069 w 466725"/>
                <a:gd name="connsiteY281" fmla="*/ 180785 h 781050"/>
                <a:gd name="connsiteX282" fmla="*/ 173736 w 466725"/>
                <a:gd name="connsiteY282" fmla="*/ 183261 h 781050"/>
                <a:gd name="connsiteX283" fmla="*/ 173736 w 466725"/>
                <a:gd name="connsiteY283" fmla="*/ 185547 h 781050"/>
                <a:gd name="connsiteX284" fmla="*/ 172021 w 466725"/>
                <a:gd name="connsiteY284" fmla="*/ 187166 h 781050"/>
                <a:gd name="connsiteX285" fmla="*/ 169259 w 466725"/>
                <a:gd name="connsiteY285" fmla="*/ 187643 h 781050"/>
                <a:gd name="connsiteX286" fmla="*/ 162592 w 466725"/>
                <a:gd name="connsiteY286" fmla="*/ 192405 h 781050"/>
                <a:gd name="connsiteX287" fmla="*/ 160877 w 466725"/>
                <a:gd name="connsiteY287" fmla="*/ 194691 h 781050"/>
                <a:gd name="connsiteX288" fmla="*/ 160306 w 466725"/>
                <a:gd name="connsiteY288" fmla="*/ 196596 h 781050"/>
                <a:gd name="connsiteX289" fmla="*/ 160211 w 466725"/>
                <a:gd name="connsiteY289" fmla="*/ 198406 h 781050"/>
                <a:gd name="connsiteX290" fmla="*/ 159449 w 466725"/>
                <a:gd name="connsiteY290" fmla="*/ 199644 h 781050"/>
                <a:gd name="connsiteX291" fmla="*/ 157353 w 466725"/>
                <a:gd name="connsiteY291" fmla="*/ 200882 h 781050"/>
                <a:gd name="connsiteX292" fmla="*/ 154876 w 466725"/>
                <a:gd name="connsiteY292" fmla="*/ 201835 h 781050"/>
                <a:gd name="connsiteX293" fmla="*/ 152019 w 466725"/>
                <a:gd name="connsiteY293" fmla="*/ 202216 h 781050"/>
                <a:gd name="connsiteX294" fmla="*/ 149924 w 466725"/>
                <a:gd name="connsiteY294" fmla="*/ 203073 h 781050"/>
                <a:gd name="connsiteX295" fmla="*/ 147542 w 466725"/>
                <a:gd name="connsiteY295" fmla="*/ 203549 h 781050"/>
                <a:gd name="connsiteX296" fmla="*/ 144399 w 466725"/>
                <a:gd name="connsiteY296" fmla="*/ 205835 h 781050"/>
                <a:gd name="connsiteX297" fmla="*/ 142018 w 466725"/>
                <a:gd name="connsiteY297" fmla="*/ 208312 h 781050"/>
                <a:gd name="connsiteX298" fmla="*/ 140494 w 466725"/>
                <a:gd name="connsiteY298" fmla="*/ 209455 h 781050"/>
                <a:gd name="connsiteX299" fmla="*/ 138303 w 466725"/>
                <a:gd name="connsiteY299" fmla="*/ 210788 h 781050"/>
                <a:gd name="connsiteX300" fmla="*/ 137065 w 466725"/>
                <a:gd name="connsiteY300" fmla="*/ 212312 h 781050"/>
                <a:gd name="connsiteX301" fmla="*/ 135160 w 466725"/>
                <a:gd name="connsiteY301" fmla="*/ 213455 h 781050"/>
                <a:gd name="connsiteX302" fmla="*/ 133541 w 466725"/>
                <a:gd name="connsiteY302" fmla="*/ 213836 h 781050"/>
                <a:gd name="connsiteX303" fmla="*/ 131826 w 466725"/>
                <a:gd name="connsiteY303" fmla="*/ 212503 h 781050"/>
                <a:gd name="connsiteX304" fmla="*/ 129635 w 466725"/>
                <a:gd name="connsiteY304" fmla="*/ 208407 h 781050"/>
                <a:gd name="connsiteX305" fmla="*/ 128302 w 466725"/>
                <a:gd name="connsiteY305" fmla="*/ 206978 h 781050"/>
                <a:gd name="connsiteX306" fmla="*/ 126587 w 466725"/>
                <a:gd name="connsiteY306" fmla="*/ 206312 h 781050"/>
                <a:gd name="connsiteX307" fmla="*/ 125063 w 466725"/>
                <a:gd name="connsiteY307" fmla="*/ 206407 h 781050"/>
                <a:gd name="connsiteX308" fmla="*/ 122301 w 466725"/>
                <a:gd name="connsiteY308" fmla="*/ 208788 h 781050"/>
                <a:gd name="connsiteX309" fmla="*/ 119063 w 466725"/>
                <a:gd name="connsiteY309" fmla="*/ 209169 h 781050"/>
                <a:gd name="connsiteX310" fmla="*/ 117348 w 466725"/>
                <a:gd name="connsiteY310" fmla="*/ 209836 h 781050"/>
                <a:gd name="connsiteX311" fmla="*/ 115157 w 466725"/>
                <a:gd name="connsiteY311" fmla="*/ 211741 h 781050"/>
                <a:gd name="connsiteX312" fmla="*/ 112395 w 466725"/>
                <a:gd name="connsiteY312" fmla="*/ 212979 h 781050"/>
                <a:gd name="connsiteX313" fmla="*/ 110966 w 466725"/>
                <a:gd name="connsiteY313" fmla="*/ 212598 h 781050"/>
                <a:gd name="connsiteX314" fmla="*/ 109823 w 466725"/>
                <a:gd name="connsiteY314" fmla="*/ 212027 h 781050"/>
                <a:gd name="connsiteX315" fmla="*/ 108966 w 466725"/>
                <a:gd name="connsiteY315" fmla="*/ 209550 h 781050"/>
                <a:gd name="connsiteX316" fmla="*/ 108299 w 466725"/>
                <a:gd name="connsiteY316" fmla="*/ 208312 h 781050"/>
                <a:gd name="connsiteX317" fmla="*/ 107251 w 466725"/>
                <a:gd name="connsiteY317" fmla="*/ 208026 h 781050"/>
                <a:gd name="connsiteX318" fmla="*/ 105823 w 466725"/>
                <a:gd name="connsiteY318" fmla="*/ 208693 h 781050"/>
                <a:gd name="connsiteX319" fmla="*/ 104299 w 466725"/>
                <a:gd name="connsiteY319" fmla="*/ 210407 h 781050"/>
                <a:gd name="connsiteX320" fmla="*/ 100393 w 466725"/>
                <a:gd name="connsiteY320" fmla="*/ 215646 h 781050"/>
                <a:gd name="connsiteX321" fmla="*/ 99441 w 466725"/>
                <a:gd name="connsiteY321" fmla="*/ 218408 h 781050"/>
                <a:gd name="connsiteX322" fmla="*/ 99250 w 466725"/>
                <a:gd name="connsiteY322" fmla="*/ 222885 h 781050"/>
                <a:gd name="connsiteX323" fmla="*/ 99632 w 466725"/>
                <a:gd name="connsiteY323" fmla="*/ 226314 h 781050"/>
                <a:gd name="connsiteX324" fmla="*/ 99441 w 466725"/>
                <a:gd name="connsiteY324" fmla="*/ 229553 h 781050"/>
                <a:gd name="connsiteX325" fmla="*/ 99060 w 466725"/>
                <a:gd name="connsiteY325" fmla="*/ 231648 h 781050"/>
                <a:gd name="connsiteX326" fmla="*/ 96298 w 466725"/>
                <a:gd name="connsiteY326" fmla="*/ 236411 h 781050"/>
                <a:gd name="connsiteX327" fmla="*/ 91535 w 466725"/>
                <a:gd name="connsiteY327" fmla="*/ 239268 h 781050"/>
                <a:gd name="connsiteX328" fmla="*/ 90392 w 466725"/>
                <a:gd name="connsiteY328" fmla="*/ 240221 h 781050"/>
                <a:gd name="connsiteX329" fmla="*/ 88868 w 466725"/>
                <a:gd name="connsiteY329" fmla="*/ 242125 h 781050"/>
                <a:gd name="connsiteX330" fmla="*/ 88011 w 466725"/>
                <a:gd name="connsiteY330" fmla="*/ 244221 h 781050"/>
                <a:gd name="connsiteX331" fmla="*/ 87725 w 466725"/>
                <a:gd name="connsiteY331" fmla="*/ 250793 h 781050"/>
                <a:gd name="connsiteX332" fmla="*/ 87154 w 466725"/>
                <a:gd name="connsiteY332" fmla="*/ 252222 h 781050"/>
                <a:gd name="connsiteX333" fmla="*/ 86201 w 466725"/>
                <a:gd name="connsiteY333" fmla="*/ 252984 h 781050"/>
                <a:gd name="connsiteX334" fmla="*/ 84296 w 466725"/>
                <a:gd name="connsiteY334" fmla="*/ 253651 h 781050"/>
                <a:gd name="connsiteX335" fmla="*/ 83725 w 466725"/>
                <a:gd name="connsiteY335" fmla="*/ 254127 h 781050"/>
                <a:gd name="connsiteX336" fmla="*/ 83820 w 466725"/>
                <a:gd name="connsiteY336" fmla="*/ 254889 h 781050"/>
                <a:gd name="connsiteX337" fmla="*/ 85154 w 466725"/>
                <a:gd name="connsiteY337" fmla="*/ 257080 h 781050"/>
                <a:gd name="connsiteX338" fmla="*/ 85725 w 466725"/>
                <a:gd name="connsiteY338" fmla="*/ 258699 h 781050"/>
                <a:gd name="connsiteX339" fmla="*/ 85534 w 466725"/>
                <a:gd name="connsiteY339" fmla="*/ 260509 h 781050"/>
                <a:gd name="connsiteX340" fmla="*/ 84582 w 466725"/>
                <a:gd name="connsiteY340" fmla="*/ 261938 h 781050"/>
                <a:gd name="connsiteX341" fmla="*/ 83629 w 466725"/>
                <a:gd name="connsiteY341" fmla="*/ 262223 h 781050"/>
                <a:gd name="connsiteX342" fmla="*/ 82772 w 466725"/>
                <a:gd name="connsiteY342" fmla="*/ 261747 h 781050"/>
                <a:gd name="connsiteX343" fmla="*/ 79534 w 466725"/>
                <a:gd name="connsiteY343" fmla="*/ 256794 h 781050"/>
                <a:gd name="connsiteX344" fmla="*/ 77819 w 466725"/>
                <a:gd name="connsiteY344" fmla="*/ 255937 h 781050"/>
                <a:gd name="connsiteX345" fmla="*/ 76009 w 466725"/>
                <a:gd name="connsiteY345" fmla="*/ 256223 h 781050"/>
                <a:gd name="connsiteX346" fmla="*/ 74200 w 466725"/>
                <a:gd name="connsiteY346" fmla="*/ 257747 h 781050"/>
                <a:gd name="connsiteX347" fmla="*/ 72009 w 466725"/>
                <a:gd name="connsiteY347" fmla="*/ 261175 h 781050"/>
                <a:gd name="connsiteX348" fmla="*/ 67342 w 466725"/>
                <a:gd name="connsiteY348" fmla="*/ 271177 h 781050"/>
                <a:gd name="connsiteX349" fmla="*/ 66294 w 466725"/>
                <a:gd name="connsiteY349" fmla="*/ 274415 h 781050"/>
                <a:gd name="connsiteX350" fmla="*/ 66008 w 466725"/>
                <a:gd name="connsiteY350" fmla="*/ 279845 h 781050"/>
                <a:gd name="connsiteX351" fmla="*/ 66580 w 466725"/>
                <a:gd name="connsiteY351" fmla="*/ 287465 h 781050"/>
                <a:gd name="connsiteX352" fmla="*/ 64770 w 466725"/>
                <a:gd name="connsiteY352" fmla="*/ 292894 h 781050"/>
                <a:gd name="connsiteX353" fmla="*/ 62865 w 466725"/>
                <a:gd name="connsiteY353" fmla="*/ 296418 h 781050"/>
                <a:gd name="connsiteX354" fmla="*/ 60865 w 466725"/>
                <a:gd name="connsiteY354" fmla="*/ 298037 h 781050"/>
                <a:gd name="connsiteX355" fmla="*/ 56959 w 466725"/>
                <a:gd name="connsiteY355" fmla="*/ 298609 h 781050"/>
                <a:gd name="connsiteX356" fmla="*/ 55340 w 466725"/>
                <a:gd name="connsiteY356" fmla="*/ 300514 h 781050"/>
                <a:gd name="connsiteX357" fmla="*/ 54197 w 466725"/>
                <a:gd name="connsiteY357" fmla="*/ 303848 h 781050"/>
                <a:gd name="connsiteX358" fmla="*/ 53530 w 466725"/>
                <a:gd name="connsiteY358" fmla="*/ 316135 h 781050"/>
                <a:gd name="connsiteX359" fmla="*/ 53054 w 466725"/>
                <a:gd name="connsiteY359" fmla="*/ 317754 h 781050"/>
                <a:gd name="connsiteX360" fmla="*/ 52768 w 466725"/>
                <a:gd name="connsiteY360" fmla="*/ 319850 h 781050"/>
                <a:gd name="connsiteX361" fmla="*/ 53530 w 466725"/>
                <a:gd name="connsiteY361" fmla="*/ 330708 h 781050"/>
                <a:gd name="connsiteX362" fmla="*/ 53150 w 466725"/>
                <a:gd name="connsiteY362" fmla="*/ 333756 h 781050"/>
                <a:gd name="connsiteX363" fmla="*/ 51340 w 466725"/>
                <a:gd name="connsiteY363" fmla="*/ 338614 h 781050"/>
                <a:gd name="connsiteX364" fmla="*/ 50483 w 466725"/>
                <a:gd name="connsiteY364" fmla="*/ 342995 h 781050"/>
                <a:gd name="connsiteX365" fmla="*/ 48292 w 466725"/>
                <a:gd name="connsiteY365" fmla="*/ 348901 h 781050"/>
                <a:gd name="connsiteX366" fmla="*/ 48196 w 466725"/>
                <a:gd name="connsiteY366" fmla="*/ 354997 h 781050"/>
                <a:gd name="connsiteX367" fmla="*/ 46863 w 466725"/>
                <a:gd name="connsiteY367" fmla="*/ 357759 h 781050"/>
                <a:gd name="connsiteX368" fmla="*/ 43529 w 466725"/>
                <a:gd name="connsiteY368" fmla="*/ 361188 h 781050"/>
                <a:gd name="connsiteX369" fmla="*/ 42100 w 466725"/>
                <a:gd name="connsiteY369" fmla="*/ 362331 h 781050"/>
                <a:gd name="connsiteX370" fmla="*/ 33242 w 466725"/>
                <a:gd name="connsiteY370" fmla="*/ 366808 h 781050"/>
                <a:gd name="connsiteX371" fmla="*/ 25813 w 466725"/>
                <a:gd name="connsiteY371" fmla="*/ 371666 h 781050"/>
                <a:gd name="connsiteX372" fmla="*/ 24479 w 466725"/>
                <a:gd name="connsiteY372" fmla="*/ 372904 h 781050"/>
                <a:gd name="connsiteX373" fmla="*/ 23622 w 466725"/>
                <a:gd name="connsiteY373" fmla="*/ 374047 h 781050"/>
                <a:gd name="connsiteX374" fmla="*/ 22955 w 466725"/>
                <a:gd name="connsiteY374" fmla="*/ 375571 h 781050"/>
                <a:gd name="connsiteX375" fmla="*/ 22670 w 466725"/>
                <a:gd name="connsiteY375" fmla="*/ 376809 h 781050"/>
                <a:gd name="connsiteX376" fmla="*/ 21526 w 466725"/>
                <a:gd name="connsiteY376" fmla="*/ 384810 h 781050"/>
                <a:gd name="connsiteX377" fmla="*/ 20288 w 466725"/>
                <a:gd name="connsiteY377" fmla="*/ 389287 h 781050"/>
                <a:gd name="connsiteX378" fmla="*/ 20098 w 466725"/>
                <a:gd name="connsiteY378" fmla="*/ 390716 h 781050"/>
                <a:gd name="connsiteX379" fmla="*/ 20193 w 466725"/>
                <a:gd name="connsiteY379" fmla="*/ 392430 h 781050"/>
                <a:gd name="connsiteX380" fmla="*/ 20860 w 466725"/>
                <a:gd name="connsiteY380" fmla="*/ 395002 h 781050"/>
                <a:gd name="connsiteX381" fmla="*/ 21908 w 466725"/>
                <a:gd name="connsiteY381" fmla="*/ 397383 h 781050"/>
                <a:gd name="connsiteX382" fmla="*/ 22479 w 466725"/>
                <a:gd name="connsiteY382" fmla="*/ 398431 h 781050"/>
                <a:gd name="connsiteX383" fmla="*/ 23432 w 466725"/>
                <a:gd name="connsiteY383" fmla="*/ 399479 h 781050"/>
                <a:gd name="connsiteX384" fmla="*/ 24384 w 466725"/>
                <a:gd name="connsiteY384" fmla="*/ 400241 h 781050"/>
                <a:gd name="connsiteX385" fmla="*/ 25527 w 466725"/>
                <a:gd name="connsiteY385" fmla="*/ 400812 h 781050"/>
                <a:gd name="connsiteX386" fmla="*/ 26670 w 466725"/>
                <a:gd name="connsiteY386" fmla="*/ 401003 h 781050"/>
                <a:gd name="connsiteX387" fmla="*/ 27432 w 466725"/>
                <a:gd name="connsiteY387" fmla="*/ 401003 h 781050"/>
                <a:gd name="connsiteX388" fmla="*/ 28004 w 466725"/>
                <a:gd name="connsiteY388" fmla="*/ 400907 h 781050"/>
                <a:gd name="connsiteX389" fmla="*/ 29813 w 466725"/>
                <a:gd name="connsiteY389" fmla="*/ 400241 h 781050"/>
                <a:gd name="connsiteX390" fmla="*/ 30766 w 466725"/>
                <a:gd name="connsiteY390" fmla="*/ 400050 h 781050"/>
                <a:gd name="connsiteX391" fmla="*/ 31528 w 466725"/>
                <a:gd name="connsiteY391" fmla="*/ 400050 h 781050"/>
                <a:gd name="connsiteX392" fmla="*/ 32385 w 466725"/>
                <a:gd name="connsiteY392" fmla="*/ 400526 h 781050"/>
                <a:gd name="connsiteX393" fmla="*/ 33147 w 466725"/>
                <a:gd name="connsiteY393" fmla="*/ 401384 h 781050"/>
                <a:gd name="connsiteX394" fmla="*/ 33623 w 466725"/>
                <a:gd name="connsiteY394" fmla="*/ 402336 h 781050"/>
                <a:gd name="connsiteX395" fmla="*/ 33909 w 466725"/>
                <a:gd name="connsiteY395" fmla="*/ 403765 h 781050"/>
                <a:gd name="connsiteX396" fmla="*/ 34100 w 466725"/>
                <a:gd name="connsiteY396" fmla="*/ 404813 h 781050"/>
                <a:gd name="connsiteX397" fmla="*/ 34195 w 466725"/>
                <a:gd name="connsiteY397" fmla="*/ 407384 h 781050"/>
                <a:gd name="connsiteX398" fmla="*/ 34195 w 466725"/>
                <a:gd name="connsiteY398" fmla="*/ 419386 h 781050"/>
                <a:gd name="connsiteX399" fmla="*/ 36100 w 466725"/>
                <a:gd name="connsiteY399" fmla="*/ 429673 h 781050"/>
                <a:gd name="connsiteX400" fmla="*/ 35814 w 466725"/>
                <a:gd name="connsiteY400" fmla="*/ 431578 h 781050"/>
                <a:gd name="connsiteX401" fmla="*/ 35242 w 466725"/>
                <a:gd name="connsiteY401" fmla="*/ 432816 h 781050"/>
                <a:gd name="connsiteX402" fmla="*/ 34480 w 466725"/>
                <a:gd name="connsiteY402" fmla="*/ 433483 h 781050"/>
                <a:gd name="connsiteX403" fmla="*/ 29623 w 466725"/>
                <a:gd name="connsiteY403" fmla="*/ 435769 h 781050"/>
                <a:gd name="connsiteX404" fmla="*/ 28670 w 466725"/>
                <a:gd name="connsiteY404" fmla="*/ 436626 h 781050"/>
                <a:gd name="connsiteX405" fmla="*/ 28004 w 466725"/>
                <a:gd name="connsiteY405" fmla="*/ 437579 h 781050"/>
                <a:gd name="connsiteX406" fmla="*/ 27242 w 466725"/>
                <a:gd name="connsiteY406" fmla="*/ 439388 h 781050"/>
                <a:gd name="connsiteX407" fmla="*/ 27051 w 466725"/>
                <a:gd name="connsiteY407" fmla="*/ 440531 h 781050"/>
                <a:gd name="connsiteX408" fmla="*/ 27051 w 466725"/>
                <a:gd name="connsiteY408" fmla="*/ 441579 h 781050"/>
                <a:gd name="connsiteX409" fmla="*/ 27337 w 466725"/>
                <a:gd name="connsiteY409" fmla="*/ 442150 h 781050"/>
                <a:gd name="connsiteX410" fmla="*/ 27718 w 466725"/>
                <a:gd name="connsiteY410" fmla="*/ 442627 h 781050"/>
                <a:gd name="connsiteX411" fmla="*/ 28384 w 466725"/>
                <a:gd name="connsiteY411" fmla="*/ 442913 h 781050"/>
                <a:gd name="connsiteX412" fmla="*/ 29337 w 466725"/>
                <a:gd name="connsiteY412" fmla="*/ 443103 h 781050"/>
                <a:gd name="connsiteX413" fmla="*/ 30385 w 466725"/>
                <a:gd name="connsiteY413" fmla="*/ 443008 h 781050"/>
                <a:gd name="connsiteX414" fmla="*/ 31337 w 466725"/>
                <a:gd name="connsiteY414" fmla="*/ 442532 h 781050"/>
                <a:gd name="connsiteX415" fmla="*/ 33052 w 466725"/>
                <a:gd name="connsiteY415" fmla="*/ 441579 h 781050"/>
                <a:gd name="connsiteX416" fmla="*/ 35147 w 466725"/>
                <a:gd name="connsiteY416" fmla="*/ 440055 h 781050"/>
                <a:gd name="connsiteX417" fmla="*/ 35909 w 466725"/>
                <a:gd name="connsiteY417" fmla="*/ 439769 h 781050"/>
                <a:gd name="connsiteX418" fmla="*/ 36767 w 466725"/>
                <a:gd name="connsiteY418" fmla="*/ 439674 h 781050"/>
                <a:gd name="connsiteX419" fmla="*/ 37529 w 466725"/>
                <a:gd name="connsiteY419" fmla="*/ 439674 h 781050"/>
                <a:gd name="connsiteX420" fmla="*/ 39243 w 466725"/>
                <a:gd name="connsiteY420" fmla="*/ 440150 h 781050"/>
                <a:gd name="connsiteX421" fmla="*/ 40100 w 466725"/>
                <a:gd name="connsiteY421" fmla="*/ 440531 h 781050"/>
                <a:gd name="connsiteX422" fmla="*/ 40862 w 466725"/>
                <a:gd name="connsiteY422" fmla="*/ 441008 h 781050"/>
                <a:gd name="connsiteX423" fmla="*/ 41720 w 466725"/>
                <a:gd name="connsiteY423" fmla="*/ 441579 h 781050"/>
                <a:gd name="connsiteX424" fmla="*/ 41910 w 466725"/>
                <a:gd name="connsiteY424" fmla="*/ 442150 h 781050"/>
                <a:gd name="connsiteX425" fmla="*/ 41910 w 466725"/>
                <a:gd name="connsiteY425" fmla="*/ 442817 h 781050"/>
                <a:gd name="connsiteX426" fmla="*/ 41815 w 466725"/>
                <a:gd name="connsiteY426" fmla="*/ 443484 h 781050"/>
                <a:gd name="connsiteX427" fmla="*/ 41624 w 466725"/>
                <a:gd name="connsiteY427" fmla="*/ 448913 h 781050"/>
                <a:gd name="connsiteX428" fmla="*/ 41720 w 466725"/>
                <a:gd name="connsiteY428" fmla="*/ 449866 h 781050"/>
                <a:gd name="connsiteX429" fmla="*/ 42100 w 466725"/>
                <a:gd name="connsiteY429" fmla="*/ 450628 h 781050"/>
                <a:gd name="connsiteX430" fmla="*/ 42482 w 466725"/>
                <a:gd name="connsiteY430" fmla="*/ 451104 h 781050"/>
                <a:gd name="connsiteX431" fmla="*/ 43243 w 466725"/>
                <a:gd name="connsiteY431" fmla="*/ 452533 h 781050"/>
                <a:gd name="connsiteX432" fmla="*/ 42672 w 466725"/>
                <a:gd name="connsiteY432" fmla="*/ 453962 h 781050"/>
                <a:gd name="connsiteX433" fmla="*/ 41910 w 466725"/>
                <a:gd name="connsiteY433" fmla="*/ 455295 h 781050"/>
                <a:gd name="connsiteX434" fmla="*/ 41148 w 466725"/>
                <a:gd name="connsiteY434" fmla="*/ 457295 h 781050"/>
                <a:gd name="connsiteX435" fmla="*/ 40862 w 466725"/>
                <a:gd name="connsiteY435" fmla="*/ 458438 h 781050"/>
                <a:gd name="connsiteX436" fmla="*/ 40481 w 466725"/>
                <a:gd name="connsiteY436" fmla="*/ 466249 h 781050"/>
                <a:gd name="connsiteX437" fmla="*/ 40672 w 466725"/>
                <a:gd name="connsiteY437" fmla="*/ 468154 h 781050"/>
                <a:gd name="connsiteX438" fmla="*/ 41053 w 466725"/>
                <a:gd name="connsiteY438" fmla="*/ 469868 h 781050"/>
                <a:gd name="connsiteX439" fmla="*/ 41624 w 466725"/>
                <a:gd name="connsiteY439" fmla="*/ 471107 h 781050"/>
                <a:gd name="connsiteX440" fmla="*/ 42196 w 466725"/>
                <a:gd name="connsiteY440" fmla="*/ 473393 h 781050"/>
                <a:gd name="connsiteX441" fmla="*/ 42291 w 466725"/>
                <a:gd name="connsiteY441" fmla="*/ 474536 h 781050"/>
                <a:gd name="connsiteX442" fmla="*/ 41720 w 466725"/>
                <a:gd name="connsiteY442" fmla="*/ 475488 h 781050"/>
                <a:gd name="connsiteX443" fmla="*/ 40958 w 466725"/>
                <a:gd name="connsiteY443" fmla="*/ 475869 h 781050"/>
                <a:gd name="connsiteX444" fmla="*/ 38671 w 466725"/>
                <a:gd name="connsiteY444" fmla="*/ 476726 h 781050"/>
                <a:gd name="connsiteX445" fmla="*/ 37529 w 466725"/>
                <a:gd name="connsiteY445" fmla="*/ 477393 h 781050"/>
                <a:gd name="connsiteX446" fmla="*/ 36290 w 466725"/>
                <a:gd name="connsiteY446" fmla="*/ 478346 h 781050"/>
                <a:gd name="connsiteX447" fmla="*/ 33052 w 466725"/>
                <a:gd name="connsiteY447" fmla="*/ 481394 h 781050"/>
                <a:gd name="connsiteX448" fmla="*/ 31623 w 466725"/>
                <a:gd name="connsiteY448" fmla="*/ 482441 h 781050"/>
                <a:gd name="connsiteX449" fmla="*/ 30099 w 466725"/>
                <a:gd name="connsiteY449" fmla="*/ 483013 h 781050"/>
                <a:gd name="connsiteX450" fmla="*/ 28861 w 466725"/>
                <a:gd name="connsiteY450" fmla="*/ 483203 h 781050"/>
                <a:gd name="connsiteX451" fmla="*/ 22288 w 466725"/>
                <a:gd name="connsiteY451" fmla="*/ 483870 h 781050"/>
                <a:gd name="connsiteX452" fmla="*/ 20860 w 466725"/>
                <a:gd name="connsiteY452" fmla="*/ 484442 h 781050"/>
                <a:gd name="connsiteX453" fmla="*/ 19717 w 466725"/>
                <a:gd name="connsiteY453" fmla="*/ 485204 h 781050"/>
                <a:gd name="connsiteX454" fmla="*/ 18955 w 466725"/>
                <a:gd name="connsiteY454" fmla="*/ 486728 h 781050"/>
                <a:gd name="connsiteX455" fmla="*/ 18764 w 466725"/>
                <a:gd name="connsiteY455" fmla="*/ 488252 h 781050"/>
                <a:gd name="connsiteX456" fmla="*/ 18859 w 466725"/>
                <a:gd name="connsiteY456" fmla="*/ 489585 h 781050"/>
                <a:gd name="connsiteX457" fmla="*/ 18859 w 466725"/>
                <a:gd name="connsiteY457" fmla="*/ 491300 h 781050"/>
                <a:gd name="connsiteX458" fmla="*/ 17717 w 466725"/>
                <a:gd name="connsiteY458" fmla="*/ 495205 h 781050"/>
                <a:gd name="connsiteX459" fmla="*/ 17717 w 466725"/>
                <a:gd name="connsiteY459" fmla="*/ 496443 h 781050"/>
                <a:gd name="connsiteX460" fmla="*/ 18193 w 466725"/>
                <a:gd name="connsiteY460" fmla="*/ 497205 h 781050"/>
                <a:gd name="connsiteX461" fmla="*/ 19145 w 466725"/>
                <a:gd name="connsiteY461" fmla="*/ 497586 h 781050"/>
                <a:gd name="connsiteX462" fmla="*/ 28480 w 466725"/>
                <a:gd name="connsiteY462" fmla="*/ 498062 h 781050"/>
                <a:gd name="connsiteX463" fmla="*/ 29337 w 466725"/>
                <a:gd name="connsiteY463" fmla="*/ 498253 h 781050"/>
                <a:gd name="connsiteX464" fmla="*/ 30194 w 466725"/>
                <a:gd name="connsiteY464" fmla="*/ 498539 h 781050"/>
                <a:gd name="connsiteX465" fmla="*/ 31147 w 466725"/>
                <a:gd name="connsiteY465" fmla="*/ 499015 h 781050"/>
                <a:gd name="connsiteX466" fmla="*/ 33814 w 466725"/>
                <a:gd name="connsiteY466" fmla="*/ 506540 h 781050"/>
                <a:gd name="connsiteX467" fmla="*/ 34195 w 466725"/>
                <a:gd name="connsiteY467" fmla="*/ 509588 h 781050"/>
                <a:gd name="connsiteX468" fmla="*/ 34004 w 466725"/>
                <a:gd name="connsiteY468" fmla="*/ 511112 h 781050"/>
                <a:gd name="connsiteX469" fmla="*/ 33909 w 466725"/>
                <a:gd name="connsiteY469" fmla="*/ 511683 h 781050"/>
                <a:gd name="connsiteX470" fmla="*/ 33623 w 466725"/>
                <a:gd name="connsiteY470" fmla="*/ 512445 h 781050"/>
                <a:gd name="connsiteX471" fmla="*/ 32766 w 466725"/>
                <a:gd name="connsiteY471" fmla="*/ 515684 h 781050"/>
                <a:gd name="connsiteX472" fmla="*/ 32099 w 466725"/>
                <a:gd name="connsiteY472" fmla="*/ 522351 h 781050"/>
                <a:gd name="connsiteX473" fmla="*/ 31623 w 466725"/>
                <a:gd name="connsiteY473" fmla="*/ 524161 h 781050"/>
                <a:gd name="connsiteX474" fmla="*/ 31242 w 466725"/>
                <a:gd name="connsiteY474" fmla="*/ 525304 h 781050"/>
                <a:gd name="connsiteX475" fmla="*/ 30671 w 466725"/>
                <a:gd name="connsiteY475" fmla="*/ 525494 h 781050"/>
                <a:gd name="connsiteX476" fmla="*/ 29813 w 466725"/>
                <a:gd name="connsiteY476" fmla="*/ 525590 h 781050"/>
                <a:gd name="connsiteX477" fmla="*/ 28766 w 466725"/>
                <a:gd name="connsiteY477" fmla="*/ 525399 h 781050"/>
                <a:gd name="connsiteX478" fmla="*/ 27432 w 466725"/>
                <a:gd name="connsiteY478" fmla="*/ 524923 h 781050"/>
                <a:gd name="connsiteX479" fmla="*/ 23813 w 466725"/>
                <a:gd name="connsiteY479" fmla="*/ 523113 h 781050"/>
                <a:gd name="connsiteX480" fmla="*/ 23050 w 466725"/>
                <a:gd name="connsiteY480" fmla="*/ 522732 h 781050"/>
                <a:gd name="connsiteX481" fmla="*/ 22098 w 466725"/>
                <a:gd name="connsiteY481" fmla="*/ 523113 h 781050"/>
                <a:gd name="connsiteX482" fmla="*/ 21241 w 466725"/>
                <a:gd name="connsiteY482" fmla="*/ 523970 h 781050"/>
                <a:gd name="connsiteX483" fmla="*/ 19717 w 466725"/>
                <a:gd name="connsiteY483" fmla="*/ 526352 h 781050"/>
                <a:gd name="connsiteX484" fmla="*/ 19145 w 466725"/>
                <a:gd name="connsiteY484" fmla="*/ 527590 h 781050"/>
                <a:gd name="connsiteX485" fmla="*/ 18955 w 466725"/>
                <a:gd name="connsiteY485" fmla="*/ 528733 h 781050"/>
                <a:gd name="connsiteX486" fmla="*/ 19241 w 466725"/>
                <a:gd name="connsiteY486" fmla="*/ 529209 h 781050"/>
                <a:gd name="connsiteX487" fmla="*/ 19812 w 466725"/>
                <a:gd name="connsiteY487" fmla="*/ 529781 h 781050"/>
                <a:gd name="connsiteX488" fmla="*/ 20383 w 466725"/>
                <a:gd name="connsiteY488" fmla="*/ 530162 h 781050"/>
                <a:gd name="connsiteX489" fmla="*/ 21241 w 466725"/>
                <a:gd name="connsiteY489" fmla="*/ 530447 h 781050"/>
                <a:gd name="connsiteX490" fmla="*/ 24575 w 466725"/>
                <a:gd name="connsiteY490" fmla="*/ 531019 h 781050"/>
                <a:gd name="connsiteX491" fmla="*/ 25432 w 466725"/>
                <a:gd name="connsiteY491" fmla="*/ 531305 h 781050"/>
                <a:gd name="connsiteX492" fmla="*/ 25908 w 466725"/>
                <a:gd name="connsiteY492" fmla="*/ 531971 h 781050"/>
                <a:gd name="connsiteX493" fmla="*/ 26003 w 466725"/>
                <a:gd name="connsiteY493" fmla="*/ 533305 h 781050"/>
                <a:gd name="connsiteX494" fmla="*/ 25717 w 466725"/>
                <a:gd name="connsiteY494" fmla="*/ 534448 h 781050"/>
                <a:gd name="connsiteX495" fmla="*/ 25241 w 466725"/>
                <a:gd name="connsiteY495" fmla="*/ 535305 h 781050"/>
                <a:gd name="connsiteX496" fmla="*/ 24765 w 466725"/>
                <a:gd name="connsiteY496" fmla="*/ 535877 h 781050"/>
                <a:gd name="connsiteX497" fmla="*/ 24384 w 466725"/>
                <a:gd name="connsiteY497" fmla="*/ 536353 h 781050"/>
                <a:gd name="connsiteX498" fmla="*/ 23336 w 466725"/>
                <a:gd name="connsiteY498" fmla="*/ 537115 h 781050"/>
                <a:gd name="connsiteX499" fmla="*/ 21526 w 466725"/>
                <a:gd name="connsiteY499" fmla="*/ 538067 h 781050"/>
                <a:gd name="connsiteX500" fmla="*/ 19336 w 466725"/>
                <a:gd name="connsiteY500" fmla="*/ 538734 h 781050"/>
                <a:gd name="connsiteX501" fmla="*/ 18193 w 466725"/>
                <a:gd name="connsiteY501" fmla="*/ 539306 h 781050"/>
                <a:gd name="connsiteX502" fmla="*/ 17336 w 466725"/>
                <a:gd name="connsiteY502" fmla="*/ 540163 h 781050"/>
                <a:gd name="connsiteX503" fmla="*/ 17145 w 466725"/>
                <a:gd name="connsiteY503" fmla="*/ 541020 h 781050"/>
                <a:gd name="connsiteX504" fmla="*/ 17431 w 466725"/>
                <a:gd name="connsiteY504" fmla="*/ 542068 h 781050"/>
                <a:gd name="connsiteX505" fmla="*/ 18383 w 466725"/>
                <a:gd name="connsiteY505" fmla="*/ 542735 h 781050"/>
                <a:gd name="connsiteX506" fmla="*/ 19717 w 466725"/>
                <a:gd name="connsiteY506" fmla="*/ 543306 h 781050"/>
                <a:gd name="connsiteX507" fmla="*/ 22860 w 466725"/>
                <a:gd name="connsiteY507" fmla="*/ 544068 h 781050"/>
                <a:gd name="connsiteX508" fmla="*/ 24098 w 466725"/>
                <a:gd name="connsiteY508" fmla="*/ 544259 h 781050"/>
                <a:gd name="connsiteX509" fmla="*/ 25241 w 466725"/>
                <a:gd name="connsiteY509" fmla="*/ 544163 h 781050"/>
                <a:gd name="connsiteX510" fmla="*/ 25813 w 466725"/>
                <a:gd name="connsiteY510" fmla="*/ 543973 h 781050"/>
                <a:gd name="connsiteX511" fmla="*/ 26194 w 466725"/>
                <a:gd name="connsiteY511" fmla="*/ 543592 h 781050"/>
                <a:gd name="connsiteX512" fmla="*/ 26289 w 466725"/>
                <a:gd name="connsiteY512" fmla="*/ 543211 h 781050"/>
                <a:gd name="connsiteX513" fmla="*/ 26289 w 466725"/>
                <a:gd name="connsiteY513" fmla="*/ 542735 h 781050"/>
                <a:gd name="connsiteX514" fmla="*/ 26194 w 466725"/>
                <a:gd name="connsiteY514" fmla="*/ 542068 h 781050"/>
                <a:gd name="connsiteX515" fmla="*/ 26099 w 466725"/>
                <a:gd name="connsiteY515" fmla="*/ 541496 h 781050"/>
                <a:gd name="connsiteX516" fmla="*/ 26194 w 466725"/>
                <a:gd name="connsiteY516" fmla="*/ 540925 h 781050"/>
                <a:gd name="connsiteX517" fmla="*/ 26479 w 466725"/>
                <a:gd name="connsiteY517" fmla="*/ 540163 h 781050"/>
                <a:gd name="connsiteX518" fmla="*/ 26956 w 466725"/>
                <a:gd name="connsiteY518" fmla="*/ 539401 h 781050"/>
                <a:gd name="connsiteX519" fmla="*/ 27718 w 466725"/>
                <a:gd name="connsiteY519" fmla="*/ 538734 h 781050"/>
                <a:gd name="connsiteX520" fmla="*/ 28670 w 466725"/>
                <a:gd name="connsiteY520" fmla="*/ 538258 h 781050"/>
                <a:gd name="connsiteX521" fmla="*/ 29718 w 466725"/>
                <a:gd name="connsiteY521" fmla="*/ 538067 h 781050"/>
                <a:gd name="connsiteX522" fmla="*/ 30956 w 466725"/>
                <a:gd name="connsiteY522" fmla="*/ 538163 h 781050"/>
                <a:gd name="connsiteX523" fmla="*/ 32004 w 466725"/>
                <a:gd name="connsiteY523" fmla="*/ 538734 h 781050"/>
                <a:gd name="connsiteX524" fmla="*/ 32766 w 466725"/>
                <a:gd name="connsiteY524" fmla="*/ 539782 h 781050"/>
                <a:gd name="connsiteX525" fmla="*/ 33242 w 466725"/>
                <a:gd name="connsiteY525" fmla="*/ 541020 h 781050"/>
                <a:gd name="connsiteX526" fmla="*/ 34385 w 466725"/>
                <a:gd name="connsiteY526" fmla="*/ 545592 h 781050"/>
                <a:gd name="connsiteX527" fmla="*/ 35242 w 466725"/>
                <a:gd name="connsiteY527" fmla="*/ 547497 h 781050"/>
                <a:gd name="connsiteX528" fmla="*/ 36195 w 466725"/>
                <a:gd name="connsiteY528" fmla="*/ 548831 h 781050"/>
                <a:gd name="connsiteX529" fmla="*/ 37719 w 466725"/>
                <a:gd name="connsiteY529" fmla="*/ 549974 h 781050"/>
                <a:gd name="connsiteX530" fmla="*/ 39148 w 466725"/>
                <a:gd name="connsiteY530" fmla="*/ 550640 h 781050"/>
                <a:gd name="connsiteX531" fmla="*/ 43625 w 466725"/>
                <a:gd name="connsiteY531" fmla="*/ 551688 h 781050"/>
                <a:gd name="connsiteX532" fmla="*/ 44958 w 466725"/>
                <a:gd name="connsiteY532" fmla="*/ 552164 h 781050"/>
                <a:gd name="connsiteX533" fmla="*/ 46006 w 466725"/>
                <a:gd name="connsiteY533" fmla="*/ 552831 h 781050"/>
                <a:gd name="connsiteX534" fmla="*/ 46958 w 466725"/>
                <a:gd name="connsiteY534" fmla="*/ 553688 h 781050"/>
                <a:gd name="connsiteX535" fmla="*/ 47911 w 466725"/>
                <a:gd name="connsiteY535" fmla="*/ 555212 h 781050"/>
                <a:gd name="connsiteX536" fmla="*/ 48958 w 466725"/>
                <a:gd name="connsiteY536" fmla="*/ 561880 h 781050"/>
                <a:gd name="connsiteX537" fmla="*/ 49721 w 466725"/>
                <a:gd name="connsiteY537" fmla="*/ 563594 h 781050"/>
                <a:gd name="connsiteX538" fmla="*/ 50863 w 466725"/>
                <a:gd name="connsiteY538" fmla="*/ 564928 h 781050"/>
                <a:gd name="connsiteX539" fmla="*/ 52197 w 466725"/>
                <a:gd name="connsiteY539" fmla="*/ 565499 h 781050"/>
                <a:gd name="connsiteX540" fmla="*/ 57817 w 466725"/>
                <a:gd name="connsiteY540" fmla="*/ 567023 h 781050"/>
                <a:gd name="connsiteX541" fmla="*/ 59531 w 466725"/>
                <a:gd name="connsiteY541" fmla="*/ 567881 h 781050"/>
                <a:gd name="connsiteX542" fmla="*/ 62960 w 466725"/>
                <a:gd name="connsiteY542" fmla="*/ 570548 h 781050"/>
                <a:gd name="connsiteX543" fmla="*/ 63913 w 466725"/>
                <a:gd name="connsiteY543" fmla="*/ 570833 h 781050"/>
                <a:gd name="connsiteX544" fmla="*/ 64865 w 466725"/>
                <a:gd name="connsiteY544" fmla="*/ 570833 h 781050"/>
                <a:gd name="connsiteX545" fmla="*/ 65818 w 466725"/>
                <a:gd name="connsiteY545" fmla="*/ 571024 h 781050"/>
                <a:gd name="connsiteX546" fmla="*/ 66675 w 466725"/>
                <a:gd name="connsiteY546" fmla="*/ 571500 h 781050"/>
                <a:gd name="connsiteX547" fmla="*/ 68580 w 466725"/>
                <a:gd name="connsiteY547" fmla="*/ 573596 h 781050"/>
                <a:gd name="connsiteX548" fmla="*/ 71247 w 466725"/>
                <a:gd name="connsiteY548" fmla="*/ 575977 h 781050"/>
                <a:gd name="connsiteX549" fmla="*/ 73057 w 466725"/>
                <a:gd name="connsiteY549" fmla="*/ 578739 h 781050"/>
                <a:gd name="connsiteX550" fmla="*/ 73438 w 466725"/>
                <a:gd name="connsiteY550" fmla="*/ 580644 h 781050"/>
                <a:gd name="connsiteX551" fmla="*/ 73247 w 466725"/>
                <a:gd name="connsiteY551" fmla="*/ 582644 h 781050"/>
                <a:gd name="connsiteX552" fmla="*/ 72485 w 466725"/>
                <a:gd name="connsiteY552" fmla="*/ 584264 h 781050"/>
                <a:gd name="connsiteX553" fmla="*/ 71628 w 466725"/>
                <a:gd name="connsiteY553" fmla="*/ 585597 h 781050"/>
                <a:gd name="connsiteX554" fmla="*/ 70295 w 466725"/>
                <a:gd name="connsiteY554" fmla="*/ 586645 h 781050"/>
                <a:gd name="connsiteX555" fmla="*/ 68485 w 466725"/>
                <a:gd name="connsiteY555" fmla="*/ 587312 h 781050"/>
                <a:gd name="connsiteX556" fmla="*/ 65151 w 466725"/>
                <a:gd name="connsiteY556" fmla="*/ 587693 h 781050"/>
                <a:gd name="connsiteX557" fmla="*/ 63817 w 466725"/>
                <a:gd name="connsiteY557" fmla="*/ 587978 h 781050"/>
                <a:gd name="connsiteX558" fmla="*/ 62865 w 466725"/>
                <a:gd name="connsiteY558" fmla="*/ 588645 h 781050"/>
                <a:gd name="connsiteX559" fmla="*/ 62579 w 466725"/>
                <a:gd name="connsiteY559" fmla="*/ 589788 h 781050"/>
                <a:gd name="connsiteX560" fmla="*/ 62865 w 466725"/>
                <a:gd name="connsiteY560" fmla="*/ 590741 h 781050"/>
                <a:gd name="connsiteX561" fmla="*/ 64961 w 466725"/>
                <a:gd name="connsiteY561" fmla="*/ 593598 h 781050"/>
                <a:gd name="connsiteX562" fmla="*/ 66008 w 466725"/>
                <a:gd name="connsiteY562" fmla="*/ 595694 h 781050"/>
                <a:gd name="connsiteX563" fmla="*/ 65818 w 466725"/>
                <a:gd name="connsiteY563" fmla="*/ 597122 h 781050"/>
                <a:gd name="connsiteX564" fmla="*/ 64865 w 466725"/>
                <a:gd name="connsiteY564" fmla="*/ 598075 h 781050"/>
                <a:gd name="connsiteX565" fmla="*/ 60484 w 466725"/>
                <a:gd name="connsiteY565" fmla="*/ 599885 h 781050"/>
                <a:gd name="connsiteX566" fmla="*/ 57817 w 466725"/>
                <a:gd name="connsiteY566" fmla="*/ 601504 h 781050"/>
                <a:gd name="connsiteX567" fmla="*/ 56579 w 466725"/>
                <a:gd name="connsiteY567" fmla="*/ 602361 h 781050"/>
                <a:gd name="connsiteX568" fmla="*/ 54959 w 466725"/>
                <a:gd name="connsiteY568" fmla="*/ 603885 h 781050"/>
                <a:gd name="connsiteX569" fmla="*/ 53530 w 466725"/>
                <a:gd name="connsiteY569" fmla="*/ 605600 h 781050"/>
                <a:gd name="connsiteX570" fmla="*/ 53054 w 466725"/>
                <a:gd name="connsiteY570" fmla="*/ 605981 h 781050"/>
                <a:gd name="connsiteX571" fmla="*/ 52673 w 466725"/>
                <a:gd name="connsiteY571" fmla="*/ 605885 h 781050"/>
                <a:gd name="connsiteX572" fmla="*/ 51911 w 466725"/>
                <a:gd name="connsiteY572" fmla="*/ 603885 h 781050"/>
                <a:gd name="connsiteX573" fmla="*/ 49530 w 466725"/>
                <a:gd name="connsiteY573" fmla="*/ 599885 h 781050"/>
                <a:gd name="connsiteX574" fmla="*/ 48387 w 466725"/>
                <a:gd name="connsiteY574" fmla="*/ 598646 h 781050"/>
                <a:gd name="connsiteX575" fmla="*/ 45244 w 466725"/>
                <a:gd name="connsiteY575" fmla="*/ 598551 h 781050"/>
                <a:gd name="connsiteX576" fmla="*/ 43053 w 466725"/>
                <a:gd name="connsiteY576" fmla="*/ 599218 h 781050"/>
                <a:gd name="connsiteX577" fmla="*/ 41148 w 466725"/>
                <a:gd name="connsiteY577" fmla="*/ 599027 h 781050"/>
                <a:gd name="connsiteX578" fmla="*/ 39243 w 466725"/>
                <a:gd name="connsiteY578" fmla="*/ 596170 h 781050"/>
                <a:gd name="connsiteX579" fmla="*/ 37719 w 466725"/>
                <a:gd name="connsiteY579" fmla="*/ 591312 h 781050"/>
                <a:gd name="connsiteX580" fmla="*/ 36386 w 466725"/>
                <a:gd name="connsiteY580" fmla="*/ 590074 h 781050"/>
                <a:gd name="connsiteX581" fmla="*/ 33814 w 466725"/>
                <a:gd name="connsiteY581" fmla="*/ 590645 h 781050"/>
                <a:gd name="connsiteX582" fmla="*/ 32575 w 466725"/>
                <a:gd name="connsiteY582" fmla="*/ 591693 h 781050"/>
                <a:gd name="connsiteX583" fmla="*/ 30671 w 466725"/>
                <a:gd name="connsiteY583" fmla="*/ 594551 h 781050"/>
                <a:gd name="connsiteX584" fmla="*/ 29623 w 466725"/>
                <a:gd name="connsiteY584" fmla="*/ 595789 h 781050"/>
                <a:gd name="connsiteX585" fmla="*/ 28575 w 466725"/>
                <a:gd name="connsiteY585" fmla="*/ 596360 h 781050"/>
                <a:gd name="connsiteX586" fmla="*/ 26479 w 466725"/>
                <a:gd name="connsiteY586" fmla="*/ 597122 h 781050"/>
                <a:gd name="connsiteX587" fmla="*/ 25432 w 466725"/>
                <a:gd name="connsiteY587" fmla="*/ 597789 h 781050"/>
                <a:gd name="connsiteX588" fmla="*/ 24289 w 466725"/>
                <a:gd name="connsiteY588" fmla="*/ 599313 h 781050"/>
                <a:gd name="connsiteX589" fmla="*/ 22574 w 466725"/>
                <a:gd name="connsiteY589" fmla="*/ 603123 h 781050"/>
                <a:gd name="connsiteX590" fmla="*/ 21526 w 466725"/>
                <a:gd name="connsiteY590" fmla="*/ 604647 h 781050"/>
                <a:gd name="connsiteX591" fmla="*/ 20383 w 466725"/>
                <a:gd name="connsiteY591" fmla="*/ 605504 h 781050"/>
                <a:gd name="connsiteX592" fmla="*/ 17717 w 466725"/>
                <a:gd name="connsiteY592" fmla="*/ 606647 h 781050"/>
                <a:gd name="connsiteX593" fmla="*/ 16669 w 466725"/>
                <a:gd name="connsiteY593" fmla="*/ 607314 h 781050"/>
                <a:gd name="connsiteX594" fmla="*/ 15716 w 466725"/>
                <a:gd name="connsiteY594" fmla="*/ 609314 h 781050"/>
                <a:gd name="connsiteX595" fmla="*/ 12954 w 466725"/>
                <a:gd name="connsiteY595" fmla="*/ 619411 h 781050"/>
                <a:gd name="connsiteX596" fmla="*/ 12668 w 466725"/>
                <a:gd name="connsiteY596" fmla="*/ 621221 h 781050"/>
                <a:gd name="connsiteX597" fmla="*/ 12287 w 466725"/>
                <a:gd name="connsiteY597" fmla="*/ 623602 h 781050"/>
                <a:gd name="connsiteX598" fmla="*/ 9906 w 466725"/>
                <a:gd name="connsiteY598" fmla="*/ 627983 h 781050"/>
                <a:gd name="connsiteX599" fmla="*/ 3429 w 466725"/>
                <a:gd name="connsiteY599" fmla="*/ 635603 h 781050"/>
                <a:gd name="connsiteX600" fmla="*/ 1333 w 466725"/>
                <a:gd name="connsiteY600" fmla="*/ 640461 h 781050"/>
                <a:gd name="connsiteX601" fmla="*/ 1238 w 466725"/>
                <a:gd name="connsiteY601" fmla="*/ 644366 h 781050"/>
                <a:gd name="connsiteX602" fmla="*/ 2667 w 466725"/>
                <a:gd name="connsiteY602" fmla="*/ 647605 h 781050"/>
                <a:gd name="connsiteX603" fmla="*/ 9620 w 466725"/>
                <a:gd name="connsiteY603" fmla="*/ 656177 h 781050"/>
                <a:gd name="connsiteX604" fmla="*/ 10287 w 466725"/>
                <a:gd name="connsiteY604" fmla="*/ 658559 h 781050"/>
                <a:gd name="connsiteX605" fmla="*/ 9049 w 466725"/>
                <a:gd name="connsiteY605" fmla="*/ 660654 h 781050"/>
                <a:gd name="connsiteX606" fmla="*/ 1619 w 466725"/>
                <a:gd name="connsiteY606" fmla="*/ 665131 h 781050"/>
                <a:gd name="connsiteX607" fmla="*/ 667 w 466725"/>
                <a:gd name="connsiteY607" fmla="*/ 666179 h 781050"/>
                <a:gd name="connsiteX608" fmla="*/ 0 w 466725"/>
                <a:gd name="connsiteY608" fmla="*/ 667703 h 781050"/>
                <a:gd name="connsiteX609" fmla="*/ 95 w 466725"/>
                <a:gd name="connsiteY609" fmla="*/ 669036 h 781050"/>
                <a:gd name="connsiteX610" fmla="*/ 476 w 466725"/>
                <a:gd name="connsiteY610" fmla="*/ 670655 h 781050"/>
                <a:gd name="connsiteX611" fmla="*/ 1143 w 466725"/>
                <a:gd name="connsiteY611" fmla="*/ 672846 h 781050"/>
                <a:gd name="connsiteX612" fmla="*/ 2572 w 466725"/>
                <a:gd name="connsiteY612" fmla="*/ 672465 h 781050"/>
                <a:gd name="connsiteX613" fmla="*/ 3905 w 466725"/>
                <a:gd name="connsiteY613" fmla="*/ 672846 h 781050"/>
                <a:gd name="connsiteX614" fmla="*/ 4953 w 466725"/>
                <a:gd name="connsiteY614" fmla="*/ 673894 h 781050"/>
                <a:gd name="connsiteX615" fmla="*/ 5620 w 466725"/>
                <a:gd name="connsiteY615" fmla="*/ 675227 h 781050"/>
                <a:gd name="connsiteX616" fmla="*/ 6096 w 466725"/>
                <a:gd name="connsiteY616" fmla="*/ 676561 h 781050"/>
                <a:gd name="connsiteX617" fmla="*/ 6382 w 466725"/>
                <a:gd name="connsiteY617" fmla="*/ 677704 h 781050"/>
                <a:gd name="connsiteX618" fmla="*/ 6572 w 466725"/>
                <a:gd name="connsiteY618" fmla="*/ 680371 h 781050"/>
                <a:gd name="connsiteX619" fmla="*/ 6858 w 466725"/>
                <a:gd name="connsiteY619" fmla="*/ 681514 h 781050"/>
                <a:gd name="connsiteX620" fmla="*/ 7715 w 466725"/>
                <a:gd name="connsiteY620" fmla="*/ 682943 h 781050"/>
                <a:gd name="connsiteX621" fmla="*/ 8763 w 466725"/>
                <a:gd name="connsiteY621" fmla="*/ 684086 h 781050"/>
                <a:gd name="connsiteX622" fmla="*/ 9716 w 466725"/>
                <a:gd name="connsiteY622" fmla="*/ 685324 h 781050"/>
                <a:gd name="connsiteX623" fmla="*/ 10096 w 466725"/>
                <a:gd name="connsiteY623" fmla="*/ 686943 h 781050"/>
                <a:gd name="connsiteX624" fmla="*/ 10573 w 466725"/>
                <a:gd name="connsiteY624" fmla="*/ 687610 h 781050"/>
                <a:gd name="connsiteX625" fmla="*/ 11621 w 466725"/>
                <a:gd name="connsiteY625" fmla="*/ 686753 h 781050"/>
                <a:gd name="connsiteX626" fmla="*/ 12573 w 466725"/>
                <a:gd name="connsiteY626" fmla="*/ 685419 h 781050"/>
                <a:gd name="connsiteX627" fmla="*/ 12859 w 466725"/>
                <a:gd name="connsiteY627" fmla="*/ 684752 h 781050"/>
                <a:gd name="connsiteX628" fmla="*/ 14192 w 466725"/>
                <a:gd name="connsiteY628" fmla="*/ 685133 h 781050"/>
                <a:gd name="connsiteX629" fmla="*/ 15050 w 466725"/>
                <a:gd name="connsiteY629" fmla="*/ 686181 h 781050"/>
                <a:gd name="connsiteX630" fmla="*/ 15430 w 466725"/>
                <a:gd name="connsiteY630" fmla="*/ 687515 h 781050"/>
                <a:gd name="connsiteX631" fmla="*/ 17145 w 466725"/>
                <a:gd name="connsiteY631" fmla="*/ 687991 h 781050"/>
                <a:gd name="connsiteX632" fmla="*/ 19336 w 466725"/>
                <a:gd name="connsiteY632" fmla="*/ 687038 h 781050"/>
                <a:gd name="connsiteX633" fmla="*/ 23527 w 466725"/>
                <a:gd name="connsiteY633" fmla="*/ 685895 h 781050"/>
                <a:gd name="connsiteX634" fmla="*/ 26099 w 466725"/>
                <a:gd name="connsiteY634" fmla="*/ 685895 h 781050"/>
                <a:gd name="connsiteX635" fmla="*/ 27908 w 466725"/>
                <a:gd name="connsiteY635" fmla="*/ 686657 h 781050"/>
                <a:gd name="connsiteX636" fmla="*/ 30004 w 466725"/>
                <a:gd name="connsiteY636" fmla="*/ 688658 h 781050"/>
                <a:gd name="connsiteX637" fmla="*/ 31051 w 466725"/>
                <a:gd name="connsiteY637" fmla="*/ 689515 h 781050"/>
                <a:gd name="connsiteX638" fmla="*/ 33623 w 466725"/>
                <a:gd name="connsiteY638" fmla="*/ 690658 h 781050"/>
                <a:gd name="connsiteX639" fmla="*/ 34671 w 466725"/>
                <a:gd name="connsiteY639" fmla="*/ 691515 h 781050"/>
                <a:gd name="connsiteX640" fmla="*/ 37243 w 466725"/>
                <a:gd name="connsiteY640" fmla="*/ 693801 h 781050"/>
                <a:gd name="connsiteX641" fmla="*/ 42577 w 466725"/>
                <a:gd name="connsiteY641" fmla="*/ 699992 h 781050"/>
                <a:gd name="connsiteX642" fmla="*/ 44291 w 466725"/>
                <a:gd name="connsiteY642" fmla="*/ 702469 h 781050"/>
                <a:gd name="connsiteX643" fmla="*/ 46672 w 466725"/>
                <a:gd name="connsiteY643" fmla="*/ 704945 h 781050"/>
                <a:gd name="connsiteX644" fmla="*/ 48292 w 466725"/>
                <a:gd name="connsiteY644" fmla="*/ 707231 h 781050"/>
                <a:gd name="connsiteX645" fmla="*/ 50292 w 466725"/>
                <a:gd name="connsiteY645" fmla="*/ 709517 h 781050"/>
                <a:gd name="connsiteX646" fmla="*/ 51340 w 466725"/>
                <a:gd name="connsiteY646" fmla="*/ 711422 h 781050"/>
                <a:gd name="connsiteX647" fmla="*/ 52102 w 466725"/>
                <a:gd name="connsiteY647" fmla="*/ 713232 h 781050"/>
                <a:gd name="connsiteX648" fmla="*/ 53054 w 466725"/>
                <a:gd name="connsiteY648" fmla="*/ 716851 h 781050"/>
                <a:gd name="connsiteX649" fmla="*/ 55912 w 466725"/>
                <a:gd name="connsiteY649" fmla="*/ 723519 h 781050"/>
                <a:gd name="connsiteX650" fmla="*/ 58769 w 466725"/>
                <a:gd name="connsiteY650" fmla="*/ 728186 h 781050"/>
                <a:gd name="connsiteX651" fmla="*/ 59246 w 466725"/>
                <a:gd name="connsiteY651" fmla="*/ 729425 h 781050"/>
                <a:gd name="connsiteX652" fmla="*/ 59341 w 466725"/>
                <a:gd name="connsiteY652" fmla="*/ 730568 h 781050"/>
                <a:gd name="connsiteX653" fmla="*/ 59055 w 466725"/>
                <a:gd name="connsiteY653" fmla="*/ 731330 h 781050"/>
                <a:gd name="connsiteX654" fmla="*/ 58103 w 466725"/>
                <a:gd name="connsiteY654" fmla="*/ 731901 h 781050"/>
                <a:gd name="connsiteX655" fmla="*/ 55912 w 466725"/>
                <a:gd name="connsiteY655" fmla="*/ 732949 h 781050"/>
                <a:gd name="connsiteX656" fmla="*/ 54959 w 466725"/>
                <a:gd name="connsiteY656" fmla="*/ 733616 h 781050"/>
                <a:gd name="connsiteX657" fmla="*/ 54388 w 466725"/>
                <a:gd name="connsiteY657" fmla="*/ 734377 h 781050"/>
                <a:gd name="connsiteX658" fmla="*/ 54102 w 466725"/>
                <a:gd name="connsiteY658" fmla="*/ 735521 h 781050"/>
                <a:gd name="connsiteX659" fmla="*/ 54102 w 466725"/>
                <a:gd name="connsiteY659" fmla="*/ 736854 h 781050"/>
                <a:gd name="connsiteX660" fmla="*/ 54769 w 466725"/>
                <a:gd name="connsiteY660" fmla="*/ 738473 h 781050"/>
                <a:gd name="connsiteX661" fmla="*/ 55626 w 466725"/>
                <a:gd name="connsiteY661" fmla="*/ 739331 h 781050"/>
                <a:gd name="connsiteX662" fmla="*/ 56864 w 466725"/>
                <a:gd name="connsiteY662" fmla="*/ 739616 h 781050"/>
                <a:gd name="connsiteX663" fmla="*/ 59817 w 466725"/>
                <a:gd name="connsiteY663" fmla="*/ 739616 h 781050"/>
                <a:gd name="connsiteX664" fmla="*/ 61246 w 466725"/>
                <a:gd name="connsiteY664" fmla="*/ 739426 h 781050"/>
                <a:gd name="connsiteX665" fmla="*/ 62198 w 466725"/>
                <a:gd name="connsiteY665" fmla="*/ 739140 h 781050"/>
                <a:gd name="connsiteX666" fmla="*/ 62770 w 466725"/>
                <a:gd name="connsiteY666" fmla="*/ 738664 h 781050"/>
                <a:gd name="connsiteX667" fmla="*/ 63055 w 466725"/>
                <a:gd name="connsiteY667" fmla="*/ 738092 h 781050"/>
                <a:gd name="connsiteX668" fmla="*/ 63341 w 466725"/>
                <a:gd name="connsiteY668" fmla="*/ 737426 h 781050"/>
                <a:gd name="connsiteX669" fmla="*/ 63817 w 466725"/>
                <a:gd name="connsiteY669" fmla="*/ 734854 h 781050"/>
                <a:gd name="connsiteX670" fmla="*/ 64103 w 466725"/>
                <a:gd name="connsiteY670" fmla="*/ 734187 h 781050"/>
                <a:gd name="connsiteX671" fmla="*/ 64579 w 466725"/>
                <a:gd name="connsiteY671" fmla="*/ 733711 h 781050"/>
                <a:gd name="connsiteX672" fmla="*/ 65532 w 466725"/>
                <a:gd name="connsiteY672" fmla="*/ 733425 h 781050"/>
                <a:gd name="connsiteX673" fmla="*/ 66484 w 466725"/>
                <a:gd name="connsiteY673" fmla="*/ 733616 h 781050"/>
                <a:gd name="connsiteX674" fmla="*/ 67723 w 466725"/>
                <a:gd name="connsiteY674" fmla="*/ 734377 h 781050"/>
                <a:gd name="connsiteX675" fmla="*/ 68294 w 466725"/>
                <a:gd name="connsiteY675" fmla="*/ 735711 h 781050"/>
                <a:gd name="connsiteX676" fmla="*/ 68485 w 466725"/>
                <a:gd name="connsiteY676" fmla="*/ 737330 h 781050"/>
                <a:gd name="connsiteX677" fmla="*/ 68580 w 466725"/>
                <a:gd name="connsiteY677" fmla="*/ 739045 h 781050"/>
                <a:gd name="connsiteX678" fmla="*/ 68866 w 466725"/>
                <a:gd name="connsiteY678" fmla="*/ 740664 h 781050"/>
                <a:gd name="connsiteX679" fmla="*/ 69628 w 466725"/>
                <a:gd name="connsiteY679" fmla="*/ 742188 h 781050"/>
                <a:gd name="connsiteX680" fmla="*/ 70771 w 466725"/>
                <a:gd name="connsiteY680" fmla="*/ 742855 h 781050"/>
                <a:gd name="connsiteX681" fmla="*/ 72009 w 466725"/>
                <a:gd name="connsiteY681" fmla="*/ 742950 h 781050"/>
                <a:gd name="connsiteX682" fmla="*/ 73438 w 466725"/>
                <a:gd name="connsiteY682" fmla="*/ 742474 h 781050"/>
                <a:gd name="connsiteX683" fmla="*/ 76295 w 466725"/>
                <a:gd name="connsiteY683" fmla="*/ 741235 h 781050"/>
                <a:gd name="connsiteX684" fmla="*/ 77724 w 466725"/>
                <a:gd name="connsiteY684" fmla="*/ 740759 h 781050"/>
                <a:gd name="connsiteX685" fmla="*/ 79724 w 466725"/>
                <a:gd name="connsiteY685" fmla="*/ 741045 h 781050"/>
                <a:gd name="connsiteX686" fmla="*/ 80582 w 466725"/>
                <a:gd name="connsiteY686" fmla="*/ 741617 h 781050"/>
                <a:gd name="connsiteX687" fmla="*/ 80867 w 466725"/>
                <a:gd name="connsiteY687" fmla="*/ 742569 h 781050"/>
                <a:gd name="connsiteX688" fmla="*/ 80391 w 466725"/>
                <a:gd name="connsiteY688" fmla="*/ 743807 h 781050"/>
                <a:gd name="connsiteX689" fmla="*/ 79438 w 466725"/>
                <a:gd name="connsiteY689" fmla="*/ 745331 h 781050"/>
                <a:gd name="connsiteX690" fmla="*/ 78581 w 466725"/>
                <a:gd name="connsiteY690" fmla="*/ 747141 h 781050"/>
                <a:gd name="connsiteX691" fmla="*/ 78105 w 466725"/>
                <a:gd name="connsiteY691" fmla="*/ 749141 h 781050"/>
                <a:gd name="connsiteX692" fmla="*/ 78200 w 466725"/>
                <a:gd name="connsiteY692" fmla="*/ 751523 h 781050"/>
                <a:gd name="connsiteX693" fmla="*/ 78581 w 466725"/>
                <a:gd name="connsiteY693" fmla="*/ 753713 h 781050"/>
                <a:gd name="connsiteX694" fmla="*/ 79343 w 466725"/>
                <a:gd name="connsiteY694" fmla="*/ 756095 h 781050"/>
                <a:gd name="connsiteX695" fmla="*/ 80105 w 466725"/>
                <a:gd name="connsiteY695" fmla="*/ 758000 h 781050"/>
                <a:gd name="connsiteX696" fmla="*/ 82296 w 466725"/>
                <a:gd name="connsiteY696" fmla="*/ 762000 h 781050"/>
                <a:gd name="connsiteX697" fmla="*/ 82867 w 466725"/>
                <a:gd name="connsiteY697" fmla="*/ 764000 h 781050"/>
                <a:gd name="connsiteX698" fmla="*/ 83629 w 466725"/>
                <a:gd name="connsiteY698" fmla="*/ 778955 h 781050"/>
                <a:gd name="connsiteX699" fmla="*/ 85344 w 466725"/>
                <a:gd name="connsiteY699" fmla="*/ 782955 h 781050"/>
                <a:gd name="connsiteX700" fmla="*/ 87058 w 466725"/>
                <a:gd name="connsiteY700" fmla="*/ 785622 h 781050"/>
                <a:gd name="connsiteX701" fmla="*/ 88678 w 466725"/>
                <a:gd name="connsiteY701" fmla="*/ 786575 h 781050"/>
                <a:gd name="connsiteX702" fmla="*/ 90488 w 466725"/>
                <a:gd name="connsiteY702" fmla="*/ 786765 h 781050"/>
                <a:gd name="connsiteX703" fmla="*/ 92012 w 466725"/>
                <a:gd name="connsiteY703" fmla="*/ 786003 h 781050"/>
                <a:gd name="connsiteX704" fmla="*/ 94869 w 466725"/>
                <a:gd name="connsiteY704" fmla="*/ 783812 h 781050"/>
                <a:gd name="connsiteX705" fmla="*/ 97822 w 466725"/>
                <a:gd name="connsiteY705" fmla="*/ 782384 h 781050"/>
                <a:gd name="connsiteX706" fmla="*/ 100965 w 466725"/>
                <a:gd name="connsiteY706" fmla="*/ 780193 h 781050"/>
                <a:gd name="connsiteX707" fmla="*/ 102394 w 466725"/>
                <a:gd name="connsiteY707" fmla="*/ 779431 h 781050"/>
                <a:gd name="connsiteX708" fmla="*/ 103442 w 466725"/>
                <a:gd name="connsiteY708" fmla="*/ 779240 h 781050"/>
                <a:gd name="connsiteX709" fmla="*/ 104584 w 466725"/>
                <a:gd name="connsiteY709" fmla="*/ 779431 h 781050"/>
                <a:gd name="connsiteX710" fmla="*/ 105823 w 466725"/>
                <a:gd name="connsiteY710" fmla="*/ 780002 h 781050"/>
                <a:gd name="connsiteX711" fmla="*/ 108775 w 466725"/>
                <a:gd name="connsiteY711" fmla="*/ 781812 h 781050"/>
                <a:gd name="connsiteX712" fmla="*/ 110871 w 466725"/>
                <a:gd name="connsiteY712" fmla="*/ 782765 h 781050"/>
                <a:gd name="connsiteX713" fmla="*/ 113633 w 466725"/>
                <a:gd name="connsiteY713" fmla="*/ 783336 h 781050"/>
                <a:gd name="connsiteX714" fmla="*/ 116967 w 466725"/>
                <a:gd name="connsiteY714" fmla="*/ 783336 h 781050"/>
                <a:gd name="connsiteX715" fmla="*/ 122206 w 466725"/>
                <a:gd name="connsiteY715" fmla="*/ 782765 h 781050"/>
                <a:gd name="connsiteX716" fmla="*/ 130778 w 466725"/>
                <a:gd name="connsiteY716" fmla="*/ 783050 h 781050"/>
                <a:gd name="connsiteX717" fmla="*/ 130397 w 466725"/>
                <a:gd name="connsiteY717" fmla="*/ 781526 h 781050"/>
                <a:gd name="connsiteX718" fmla="*/ 130397 w 466725"/>
                <a:gd name="connsiteY718" fmla="*/ 779335 h 781050"/>
                <a:gd name="connsiteX719" fmla="*/ 130683 w 466725"/>
                <a:gd name="connsiteY719" fmla="*/ 777240 h 781050"/>
                <a:gd name="connsiteX720" fmla="*/ 130778 w 466725"/>
                <a:gd name="connsiteY720" fmla="*/ 775049 h 781050"/>
                <a:gd name="connsiteX721" fmla="*/ 130874 w 466725"/>
                <a:gd name="connsiteY721" fmla="*/ 774383 h 781050"/>
                <a:gd name="connsiteX722" fmla="*/ 131159 w 466725"/>
                <a:gd name="connsiteY722" fmla="*/ 773716 h 781050"/>
                <a:gd name="connsiteX723" fmla="*/ 131731 w 466725"/>
                <a:gd name="connsiteY723" fmla="*/ 773240 h 781050"/>
                <a:gd name="connsiteX724" fmla="*/ 132397 w 466725"/>
                <a:gd name="connsiteY724" fmla="*/ 773049 h 781050"/>
                <a:gd name="connsiteX725" fmla="*/ 132969 w 466725"/>
                <a:gd name="connsiteY725" fmla="*/ 773144 h 781050"/>
                <a:gd name="connsiteX726" fmla="*/ 133541 w 466725"/>
                <a:gd name="connsiteY726" fmla="*/ 773430 h 781050"/>
                <a:gd name="connsiteX727" fmla="*/ 134398 w 466725"/>
                <a:gd name="connsiteY727" fmla="*/ 774192 h 781050"/>
                <a:gd name="connsiteX728" fmla="*/ 134874 w 466725"/>
                <a:gd name="connsiteY728" fmla="*/ 774478 h 781050"/>
                <a:gd name="connsiteX729" fmla="*/ 135446 w 466725"/>
                <a:gd name="connsiteY729" fmla="*/ 774573 h 781050"/>
                <a:gd name="connsiteX730" fmla="*/ 136017 w 466725"/>
                <a:gd name="connsiteY730" fmla="*/ 774478 h 781050"/>
                <a:gd name="connsiteX731" fmla="*/ 136588 w 466725"/>
                <a:gd name="connsiteY731" fmla="*/ 774192 h 781050"/>
                <a:gd name="connsiteX732" fmla="*/ 136874 w 466725"/>
                <a:gd name="connsiteY732" fmla="*/ 773525 h 781050"/>
                <a:gd name="connsiteX733" fmla="*/ 137160 w 466725"/>
                <a:gd name="connsiteY733" fmla="*/ 772668 h 781050"/>
                <a:gd name="connsiteX734" fmla="*/ 137160 w 466725"/>
                <a:gd name="connsiteY734" fmla="*/ 771049 h 781050"/>
                <a:gd name="connsiteX735" fmla="*/ 137350 w 466725"/>
                <a:gd name="connsiteY735" fmla="*/ 769810 h 781050"/>
                <a:gd name="connsiteX736" fmla="*/ 137636 w 466725"/>
                <a:gd name="connsiteY736" fmla="*/ 768668 h 781050"/>
                <a:gd name="connsiteX737" fmla="*/ 138303 w 466725"/>
                <a:gd name="connsiteY737" fmla="*/ 767143 h 781050"/>
                <a:gd name="connsiteX738" fmla="*/ 138779 w 466725"/>
                <a:gd name="connsiteY738" fmla="*/ 766382 h 781050"/>
                <a:gd name="connsiteX739" fmla="*/ 139637 w 466725"/>
                <a:gd name="connsiteY739" fmla="*/ 765239 h 781050"/>
                <a:gd name="connsiteX740" fmla="*/ 140017 w 466725"/>
                <a:gd name="connsiteY740" fmla="*/ 764476 h 781050"/>
                <a:gd name="connsiteX741" fmla="*/ 140494 w 466725"/>
                <a:gd name="connsiteY741" fmla="*/ 763048 h 781050"/>
                <a:gd name="connsiteX742" fmla="*/ 140970 w 466725"/>
                <a:gd name="connsiteY742" fmla="*/ 760285 h 781050"/>
                <a:gd name="connsiteX743" fmla="*/ 140970 w 466725"/>
                <a:gd name="connsiteY743" fmla="*/ 756190 h 781050"/>
                <a:gd name="connsiteX744" fmla="*/ 140779 w 466725"/>
                <a:gd name="connsiteY744" fmla="*/ 755142 h 781050"/>
                <a:gd name="connsiteX745" fmla="*/ 140779 w 466725"/>
                <a:gd name="connsiteY745" fmla="*/ 754285 h 781050"/>
                <a:gd name="connsiteX746" fmla="*/ 141065 w 466725"/>
                <a:gd name="connsiteY746" fmla="*/ 753332 h 781050"/>
                <a:gd name="connsiteX747" fmla="*/ 141637 w 466725"/>
                <a:gd name="connsiteY747" fmla="*/ 752189 h 781050"/>
                <a:gd name="connsiteX748" fmla="*/ 142494 w 466725"/>
                <a:gd name="connsiteY748" fmla="*/ 750856 h 781050"/>
                <a:gd name="connsiteX749" fmla="*/ 142970 w 466725"/>
                <a:gd name="connsiteY749" fmla="*/ 750475 h 781050"/>
                <a:gd name="connsiteX750" fmla="*/ 143351 w 466725"/>
                <a:gd name="connsiteY750" fmla="*/ 749903 h 781050"/>
                <a:gd name="connsiteX751" fmla="*/ 143732 w 466725"/>
                <a:gd name="connsiteY751" fmla="*/ 749237 h 781050"/>
                <a:gd name="connsiteX752" fmla="*/ 144875 w 466725"/>
                <a:gd name="connsiteY752" fmla="*/ 745331 h 781050"/>
                <a:gd name="connsiteX753" fmla="*/ 145161 w 466725"/>
                <a:gd name="connsiteY753" fmla="*/ 743141 h 781050"/>
                <a:gd name="connsiteX754" fmla="*/ 145637 w 466725"/>
                <a:gd name="connsiteY754" fmla="*/ 741331 h 781050"/>
                <a:gd name="connsiteX755" fmla="*/ 145828 w 466725"/>
                <a:gd name="connsiteY755" fmla="*/ 740093 h 781050"/>
                <a:gd name="connsiteX756" fmla="*/ 145733 w 466725"/>
                <a:gd name="connsiteY756" fmla="*/ 739045 h 781050"/>
                <a:gd name="connsiteX757" fmla="*/ 144780 w 466725"/>
                <a:gd name="connsiteY757" fmla="*/ 737235 h 781050"/>
                <a:gd name="connsiteX758" fmla="*/ 144590 w 466725"/>
                <a:gd name="connsiteY758" fmla="*/ 736664 h 781050"/>
                <a:gd name="connsiteX759" fmla="*/ 144494 w 466725"/>
                <a:gd name="connsiteY759" fmla="*/ 735997 h 781050"/>
                <a:gd name="connsiteX760" fmla="*/ 144590 w 466725"/>
                <a:gd name="connsiteY760" fmla="*/ 735235 h 781050"/>
                <a:gd name="connsiteX761" fmla="*/ 144875 w 466725"/>
                <a:gd name="connsiteY761" fmla="*/ 734377 h 781050"/>
                <a:gd name="connsiteX762" fmla="*/ 145542 w 466725"/>
                <a:gd name="connsiteY762" fmla="*/ 733139 h 781050"/>
                <a:gd name="connsiteX763" fmla="*/ 146399 w 466725"/>
                <a:gd name="connsiteY763" fmla="*/ 731710 h 781050"/>
                <a:gd name="connsiteX764" fmla="*/ 147923 w 466725"/>
                <a:gd name="connsiteY764" fmla="*/ 727710 h 781050"/>
                <a:gd name="connsiteX765" fmla="*/ 148590 w 466725"/>
                <a:gd name="connsiteY765" fmla="*/ 726948 h 781050"/>
                <a:gd name="connsiteX766" fmla="*/ 149162 w 466725"/>
                <a:gd name="connsiteY766" fmla="*/ 726853 h 781050"/>
                <a:gd name="connsiteX767" fmla="*/ 149733 w 466725"/>
                <a:gd name="connsiteY767" fmla="*/ 727043 h 781050"/>
                <a:gd name="connsiteX768" fmla="*/ 150590 w 466725"/>
                <a:gd name="connsiteY768" fmla="*/ 727234 h 781050"/>
                <a:gd name="connsiteX769" fmla="*/ 151638 w 466725"/>
                <a:gd name="connsiteY769" fmla="*/ 727139 h 781050"/>
                <a:gd name="connsiteX770" fmla="*/ 153734 w 466725"/>
                <a:gd name="connsiteY770" fmla="*/ 726567 h 781050"/>
                <a:gd name="connsiteX771" fmla="*/ 159639 w 466725"/>
                <a:gd name="connsiteY771" fmla="*/ 724091 h 781050"/>
                <a:gd name="connsiteX772" fmla="*/ 160592 w 466725"/>
                <a:gd name="connsiteY772" fmla="*/ 723424 h 781050"/>
                <a:gd name="connsiteX773" fmla="*/ 161258 w 466725"/>
                <a:gd name="connsiteY773" fmla="*/ 722757 h 781050"/>
                <a:gd name="connsiteX774" fmla="*/ 162687 w 466725"/>
                <a:gd name="connsiteY774" fmla="*/ 720185 h 781050"/>
                <a:gd name="connsiteX775" fmla="*/ 163259 w 466725"/>
                <a:gd name="connsiteY775" fmla="*/ 719518 h 781050"/>
                <a:gd name="connsiteX776" fmla="*/ 164116 w 466725"/>
                <a:gd name="connsiteY776" fmla="*/ 719042 h 781050"/>
                <a:gd name="connsiteX777" fmla="*/ 165068 w 466725"/>
                <a:gd name="connsiteY777" fmla="*/ 718661 h 781050"/>
                <a:gd name="connsiteX778" fmla="*/ 168021 w 466725"/>
                <a:gd name="connsiteY778" fmla="*/ 718185 h 781050"/>
                <a:gd name="connsiteX779" fmla="*/ 168974 w 466725"/>
                <a:gd name="connsiteY779" fmla="*/ 717804 h 781050"/>
                <a:gd name="connsiteX780" fmla="*/ 169926 w 466725"/>
                <a:gd name="connsiteY780" fmla="*/ 717137 h 781050"/>
                <a:gd name="connsiteX781" fmla="*/ 170783 w 466725"/>
                <a:gd name="connsiteY781" fmla="*/ 716090 h 781050"/>
                <a:gd name="connsiteX782" fmla="*/ 174403 w 466725"/>
                <a:gd name="connsiteY782" fmla="*/ 709422 h 781050"/>
                <a:gd name="connsiteX783" fmla="*/ 176689 w 466725"/>
                <a:gd name="connsiteY783" fmla="*/ 706374 h 781050"/>
                <a:gd name="connsiteX784" fmla="*/ 178117 w 466725"/>
                <a:gd name="connsiteY784" fmla="*/ 705041 h 781050"/>
                <a:gd name="connsiteX785" fmla="*/ 182690 w 466725"/>
                <a:gd name="connsiteY785" fmla="*/ 701516 h 781050"/>
                <a:gd name="connsiteX786" fmla="*/ 185642 w 466725"/>
                <a:gd name="connsiteY786" fmla="*/ 697802 h 781050"/>
                <a:gd name="connsiteX787" fmla="*/ 187928 w 466725"/>
                <a:gd name="connsiteY787" fmla="*/ 695611 h 781050"/>
                <a:gd name="connsiteX788" fmla="*/ 190691 w 466725"/>
                <a:gd name="connsiteY788" fmla="*/ 693420 h 781050"/>
                <a:gd name="connsiteX789" fmla="*/ 191929 w 466725"/>
                <a:gd name="connsiteY789" fmla="*/ 692658 h 781050"/>
                <a:gd name="connsiteX790" fmla="*/ 192976 w 466725"/>
                <a:gd name="connsiteY790" fmla="*/ 692277 h 781050"/>
                <a:gd name="connsiteX791" fmla="*/ 193834 w 466725"/>
                <a:gd name="connsiteY791" fmla="*/ 691706 h 781050"/>
                <a:gd name="connsiteX792" fmla="*/ 194596 w 466725"/>
                <a:gd name="connsiteY792" fmla="*/ 690658 h 781050"/>
                <a:gd name="connsiteX793" fmla="*/ 194691 w 466725"/>
                <a:gd name="connsiteY793" fmla="*/ 689134 h 781050"/>
                <a:gd name="connsiteX794" fmla="*/ 194024 w 466725"/>
                <a:gd name="connsiteY794" fmla="*/ 687419 h 781050"/>
                <a:gd name="connsiteX795" fmla="*/ 193072 w 466725"/>
                <a:gd name="connsiteY795" fmla="*/ 686562 h 781050"/>
                <a:gd name="connsiteX796" fmla="*/ 190976 w 466725"/>
                <a:gd name="connsiteY796" fmla="*/ 685419 h 781050"/>
                <a:gd name="connsiteX797" fmla="*/ 190119 w 466725"/>
                <a:gd name="connsiteY797" fmla="*/ 684752 h 781050"/>
                <a:gd name="connsiteX798" fmla="*/ 189547 w 466725"/>
                <a:gd name="connsiteY798" fmla="*/ 683990 h 781050"/>
                <a:gd name="connsiteX799" fmla="*/ 189452 w 466725"/>
                <a:gd name="connsiteY799" fmla="*/ 683419 h 781050"/>
                <a:gd name="connsiteX800" fmla="*/ 189547 w 466725"/>
                <a:gd name="connsiteY800" fmla="*/ 682562 h 781050"/>
                <a:gd name="connsiteX801" fmla="*/ 190309 w 466725"/>
                <a:gd name="connsiteY801" fmla="*/ 681609 h 781050"/>
                <a:gd name="connsiteX802" fmla="*/ 191071 w 466725"/>
                <a:gd name="connsiteY802" fmla="*/ 681323 h 781050"/>
                <a:gd name="connsiteX803" fmla="*/ 192119 w 466725"/>
                <a:gd name="connsiteY803" fmla="*/ 681228 h 781050"/>
                <a:gd name="connsiteX804" fmla="*/ 192976 w 466725"/>
                <a:gd name="connsiteY804" fmla="*/ 681038 h 781050"/>
                <a:gd name="connsiteX805" fmla="*/ 193834 w 466725"/>
                <a:gd name="connsiteY805" fmla="*/ 680466 h 781050"/>
                <a:gd name="connsiteX806" fmla="*/ 194691 w 466725"/>
                <a:gd name="connsiteY806" fmla="*/ 679609 h 781050"/>
                <a:gd name="connsiteX807" fmla="*/ 196215 w 466725"/>
                <a:gd name="connsiteY807" fmla="*/ 677228 h 781050"/>
                <a:gd name="connsiteX808" fmla="*/ 197072 w 466725"/>
                <a:gd name="connsiteY808" fmla="*/ 676275 h 781050"/>
                <a:gd name="connsiteX809" fmla="*/ 198311 w 466725"/>
                <a:gd name="connsiteY809" fmla="*/ 675227 h 781050"/>
                <a:gd name="connsiteX810" fmla="*/ 199454 w 466725"/>
                <a:gd name="connsiteY810" fmla="*/ 674465 h 781050"/>
                <a:gd name="connsiteX811" fmla="*/ 200501 w 466725"/>
                <a:gd name="connsiteY811" fmla="*/ 673989 h 781050"/>
                <a:gd name="connsiteX812" fmla="*/ 201359 w 466725"/>
                <a:gd name="connsiteY812" fmla="*/ 673799 h 781050"/>
                <a:gd name="connsiteX813" fmla="*/ 205835 w 466725"/>
                <a:gd name="connsiteY813" fmla="*/ 673418 h 781050"/>
                <a:gd name="connsiteX814" fmla="*/ 207550 w 466725"/>
                <a:gd name="connsiteY814" fmla="*/ 672941 h 781050"/>
                <a:gd name="connsiteX815" fmla="*/ 208788 w 466725"/>
                <a:gd name="connsiteY815" fmla="*/ 672084 h 781050"/>
                <a:gd name="connsiteX816" fmla="*/ 209550 w 466725"/>
                <a:gd name="connsiteY816" fmla="*/ 670846 h 781050"/>
                <a:gd name="connsiteX817" fmla="*/ 211265 w 466725"/>
                <a:gd name="connsiteY817" fmla="*/ 666750 h 781050"/>
                <a:gd name="connsiteX818" fmla="*/ 211646 w 466725"/>
                <a:gd name="connsiteY818" fmla="*/ 666083 h 781050"/>
                <a:gd name="connsiteX819" fmla="*/ 212122 w 466725"/>
                <a:gd name="connsiteY819" fmla="*/ 665893 h 781050"/>
                <a:gd name="connsiteX820" fmla="*/ 212503 w 466725"/>
                <a:gd name="connsiteY820" fmla="*/ 665988 h 781050"/>
                <a:gd name="connsiteX821" fmla="*/ 212979 w 466725"/>
                <a:gd name="connsiteY821" fmla="*/ 666274 h 781050"/>
                <a:gd name="connsiteX822" fmla="*/ 214313 w 466725"/>
                <a:gd name="connsiteY822" fmla="*/ 667798 h 781050"/>
                <a:gd name="connsiteX823" fmla="*/ 215360 w 466725"/>
                <a:gd name="connsiteY823" fmla="*/ 668465 h 781050"/>
                <a:gd name="connsiteX824" fmla="*/ 216694 w 466725"/>
                <a:gd name="connsiteY824" fmla="*/ 668750 h 781050"/>
                <a:gd name="connsiteX825" fmla="*/ 217170 w 466725"/>
                <a:gd name="connsiteY825" fmla="*/ 666464 h 781050"/>
                <a:gd name="connsiteX826" fmla="*/ 218027 w 466725"/>
                <a:gd name="connsiteY826" fmla="*/ 664369 h 781050"/>
                <a:gd name="connsiteX827" fmla="*/ 218313 w 466725"/>
                <a:gd name="connsiteY827" fmla="*/ 663893 h 781050"/>
                <a:gd name="connsiteX828" fmla="*/ 218504 w 466725"/>
                <a:gd name="connsiteY828" fmla="*/ 663321 h 781050"/>
                <a:gd name="connsiteX829" fmla="*/ 219551 w 466725"/>
                <a:gd name="connsiteY829" fmla="*/ 657797 h 781050"/>
                <a:gd name="connsiteX830" fmla="*/ 219646 w 466725"/>
                <a:gd name="connsiteY830" fmla="*/ 654082 h 781050"/>
                <a:gd name="connsiteX831" fmla="*/ 219837 w 466725"/>
                <a:gd name="connsiteY831" fmla="*/ 653320 h 781050"/>
                <a:gd name="connsiteX832" fmla="*/ 220218 w 466725"/>
                <a:gd name="connsiteY832" fmla="*/ 652748 h 781050"/>
                <a:gd name="connsiteX833" fmla="*/ 220980 w 466725"/>
                <a:gd name="connsiteY833" fmla="*/ 651891 h 781050"/>
                <a:gd name="connsiteX834" fmla="*/ 221361 w 466725"/>
                <a:gd name="connsiteY834" fmla="*/ 651415 h 781050"/>
                <a:gd name="connsiteX835" fmla="*/ 221647 w 466725"/>
                <a:gd name="connsiteY835" fmla="*/ 650843 h 781050"/>
                <a:gd name="connsiteX836" fmla="*/ 222028 w 466725"/>
                <a:gd name="connsiteY836" fmla="*/ 650367 h 781050"/>
                <a:gd name="connsiteX837" fmla="*/ 222504 w 466725"/>
                <a:gd name="connsiteY837" fmla="*/ 649986 h 781050"/>
                <a:gd name="connsiteX838" fmla="*/ 225362 w 466725"/>
                <a:gd name="connsiteY838" fmla="*/ 648462 h 781050"/>
                <a:gd name="connsiteX839" fmla="*/ 226028 w 466725"/>
                <a:gd name="connsiteY839" fmla="*/ 648272 h 781050"/>
                <a:gd name="connsiteX840" fmla="*/ 226600 w 466725"/>
                <a:gd name="connsiteY840" fmla="*/ 647414 h 781050"/>
                <a:gd name="connsiteX841" fmla="*/ 226981 w 466725"/>
                <a:gd name="connsiteY841" fmla="*/ 645986 h 781050"/>
                <a:gd name="connsiteX842" fmla="*/ 226695 w 466725"/>
                <a:gd name="connsiteY842" fmla="*/ 638366 h 781050"/>
                <a:gd name="connsiteX843" fmla="*/ 226695 w 466725"/>
                <a:gd name="connsiteY843" fmla="*/ 637318 h 781050"/>
                <a:gd name="connsiteX844" fmla="*/ 226600 w 466725"/>
                <a:gd name="connsiteY844" fmla="*/ 636080 h 781050"/>
                <a:gd name="connsiteX845" fmla="*/ 226219 w 466725"/>
                <a:gd name="connsiteY845" fmla="*/ 634937 h 781050"/>
                <a:gd name="connsiteX846" fmla="*/ 224504 w 466725"/>
                <a:gd name="connsiteY846" fmla="*/ 632270 h 781050"/>
                <a:gd name="connsiteX847" fmla="*/ 223838 w 466725"/>
                <a:gd name="connsiteY847" fmla="*/ 630841 h 781050"/>
                <a:gd name="connsiteX848" fmla="*/ 223457 w 466725"/>
                <a:gd name="connsiteY848" fmla="*/ 627698 h 781050"/>
                <a:gd name="connsiteX849" fmla="*/ 223171 w 466725"/>
                <a:gd name="connsiteY849" fmla="*/ 626650 h 781050"/>
                <a:gd name="connsiteX850" fmla="*/ 222409 w 466725"/>
                <a:gd name="connsiteY850" fmla="*/ 625602 h 781050"/>
                <a:gd name="connsiteX851" fmla="*/ 219646 w 466725"/>
                <a:gd name="connsiteY851" fmla="*/ 623792 h 781050"/>
                <a:gd name="connsiteX852" fmla="*/ 219075 w 466725"/>
                <a:gd name="connsiteY852" fmla="*/ 622935 h 781050"/>
                <a:gd name="connsiteX853" fmla="*/ 219170 w 466725"/>
                <a:gd name="connsiteY853" fmla="*/ 621697 h 781050"/>
                <a:gd name="connsiteX854" fmla="*/ 220028 w 466725"/>
                <a:gd name="connsiteY854" fmla="*/ 619030 h 781050"/>
                <a:gd name="connsiteX855" fmla="*/ 220123 w 466725"/>
                <a:gd name="connsiteY855" fmla="*/ 617601 h 781050"/>
                <a:gd name="connsiteX856" fmla="*/ 219837 w 466725"/>
                <a:gd name="connsiteY856" fmla="*/ 616077 h 781050"/>
                <a:gd name="connsiteX857" fmla="*/ 218313 w 466725"/>
                <a:gd name="connsiteY857" fmla="*/ 613315 h 781050"/>
                <a:gd name="connsiteX858" fmla="*/ 217837 w 466725"/>
                <a:gd name="connsiteY858" fmla="*/ 611886 h 781050"/>
                <a:gd name="connsiteX859" fmla="*/ 217456 w 466725"/>
                <a:gd name="connsiteY859" fmla="*/ 610457 h 781050"/>
                <a:gd name="connsiteX860" fmla="*/ 217456 w 466725"/>
                <a:gd name="connsiteY860" fmla="*/ 608076 h 781050"/>
                <a:gd name="connsiteX861" fmla="*/ 217742 w 466725"/>
                <a:gd name="connsiteY861" fmla="*/ 606362 h 781050"/>
                <a:gd name="connsiteX862" fmla="*/ 218313 w 466725"/>
                <a:gd name="connsiteY862" fmla="*/ 604742 h 781050"/>
                <a:gd name="connsiteX863" fmla="*/ 220409 w 466725"/>
                <a:gd name="connsiteY863" fmla="*/ 600456 h 781050"/>
                <a:gd name="connsiteX864" fmla="*/ 220504 w 466725"/>
                <a:gd name="connsiteY864" fmla="*/ 599218 h 781050"/>
                <a:gd name="connsiteX865" fmla="*/ 220123 w 466725"/>
                <a:gd name="connsiteY865" fmla="*/ 598170 h 781050"/>
                <a:gd name="connsiteX866" fmla="*/ 218980 w 466725"/>
                <a:gd name="connsiteY866" fmla="*/ 597027 h 781050"/>
                <a:gd name="connsiteX867" fmla="*/ 217075 w 466725"/>
                <a:gd name="connsiteY867" fmla="*/ 595789 h 781050"/>
                <a:gd name="connsiteX868" fmla="*/ 216408 w 466725"/>
                <a:gd name="connsiteY868" fmla="*/ 595122 h 781050"/>
                <a:gd name="connsiteX869" fmla="*/ 216313 w 466725"/>
                <a:gd name="connsiteY869" fmla="*/ 594455 h 781050"/>
                <a:gd name="connsiteX870" fmla="*/ 216789 w 466725"/>
                <a:gd name="connsiteY870" fmla="*/ 593408 h 781050"/>
                <a:gd name="connsiteX871" fmla="*/ 217551 w 466725"/>
                <a:gd name="connsiteY871" fmla="*/ 592646 h 781050"/>
                <a:gd name="connsiteX872" fmla="*/ 219551 w 466725"/>
                <a:gd name="connsiteY872" fmla="*/ 591407 h 781050"/>
                <a:gd name="connsiteX873" fmla="*/ 220123 w 466725"/>
                <a:gd name="connsiteY873" fmla="*/ 590741 h 781050"/>
                <a:gd name="connsiteX874" fmla="*/ 220313 w 466725"/>
                <a:gd name="connsiteY874" fmla="*/ 589693 h 781050"/>
                <a:gd name="connsiteX875" fmla="*/ 220028 w 466725"/>
                <a:gd name="connsiteY875" fmla="*/ 588455 h 781050"/>
                <a:gd name="connsiteX876" fmla="*/ 218980 w 466725"/>
                <a:gd name="connsiteY876" fmla="*/ 586835 h 781050"/>
                <a:gd name="connsiteX877" fmla="*/ 218122 w 466725"/>
                <a:gd name="connsiteY877" fmla="*/ 586073 h 781050"/>
                <a:gd name="connsiteX878" fmla="*/ 217170 w 466725"/>
                <a:gd name="connsiteY878" fmla="*/ 585597 h 781050"/>
                <a:gd name="connsiteX879" fmla="*/ 214313 w 466725"/>
                <a:gd name="connsiteY879" fmla="*/ 584835 h 781050"/>
                <a:gd name="connsiteX880" fmla="*/ 213550 w 466725"/>
                <a:gd name="connsiteY880" fmla="*/ 584549 h 781050"/>
                <a:gd name="connsiteX881" fmla="*/ 212979 w 466725"/>
                <a:gd name="connsiteY881" fmla="*/ 584168 h 781050"/>
                <a:gd name="connsiteX882" fmla="*/ 212503 w 466725"/>
                <a:gd name="connsiteY882" fmla="*/ 583502 h 781050"/>
                <a:gd name="connsiteX883" fmla="*/ 210598 w 466725"/>
                <a:gd name="connsiteY883" fmla="*/ 579215 h 781050"/>
                <a:gd name="connsiteX884" fmla="*/ 210026 w 466725"/>
                <a:gd name="connsiteY884" fmla="*/ 578168 h 781050"/>
                <a:gd name="connsiteX885" fmla="*/ 209359 w 466725"/>
                <a:gd name="connsiteY885" fmla="*/ 577501 h 781050"/>
                <a:gd name="connsiteX886" fmla="*/ 208407 w 466725"/>
                <a:gd name="connsiteY886" fmla="*/ 577120 h 781050"/>
                <a:gd name="connsiteX887" fmla="*/ 205073 w 466725"/>
                <a:gd name="connsiteY887" fmla="*/ 576548 h 781050"/>
                <a:gd name="connsiteX888" fmla="*/ 204407 w 466725"/>
                <a:gd name="connsiteY888" fmla="*/ 575786 h 781050"/>
                <a:gd name="connsiteX889" fmla="*/ 204025 w 466725"/>
                <a:gd name="connsiteY889" fmla="*/ 574643 h 781050"/>
                <a:gd name="connsiteX890" fmla="*/ 204407 w 466725"/>
                <a:gd name="connsiteY890" fmla="*/ 565214 h 781050"/>
                <a:gd name="connsiteX891" fmla="*/ 205168 w 466725"/>
                <a:gd name="connsiteY891" fmla="*/ 561594 h 781050"/>
                <a:gd name="connsiteX892" fmla="*/ 205359 w 466725"/>
                <a:gd name="connsiteY892" fmla="*/ 559975 h 781050"/>
                <a:gd name="connsiteX893" fmla="*/ 205168 w 466725"/>
                <a:gd name="connsiteY893" fmla="*/ 558260 h 781050"/>
                <a:gd name="connsiteX894" fmla="*/ 204311 w 466725"/>
                <a:gd name="connsiteY894" fmla="*/ 555212 h 781050"/>
                <a:gd name="connsiteX895" fmla="*/ 203835 w 466725"/>
                <a:gd name="connsiteY895" fmla="*/ 552831 h 781050"/>
                <a:gd name="connsiteX896" fmla="*/ 203930 w 466725"/>
                <a:gd name="connsiteY896" fmla="*/ 550355 h 781050"/>
                <a:gd name="connsiteX897" fmla="*/ 205073 w 466725"/>
                <a:gd name="connsiteY897" fmla="*/ 545402 h 781050"/>
                <a:gd name="connsiteX898" fmla="*/ 204883 w 466725"/>
                <a:gd name="connsiteY898" fmla="*/ 544068 h 781050"/>
                <a:gd name="connsiteX899" fmla="*/ 204025 w 466725"/>
                <a:gd name="connsiteY899" fmla="*/ 542925 h 781050"/>
                <a:gd name="connsiteX900" fmla="*/ 202978 w 466725"/>
                <a:gd name="connsiteY900" fmla="*/ 542258 h 781050"/>
                <a:gd name="connsiteX901" fmla="*/ 202025 w 466725"/>
                <a:gd name="connsiteY901" fmla="*/ 541877 h 781050"/>
                <a:gd name="connsiteX902" fmla="*/ 198120 w 466725"/>
                <a:gd name="connsiteY902" fmla="*/ 541496 h 781050"/>
                <a:gd name="connsiteX903" fmla="*/ 197072 w 466725"/>
                <a:gd name="connsiteY903" fmla="*/ 541115 h 781050"/>
                <a:gd name="connsiteX904" fmla="*/ 196120 w 466725"/>
                <a:gd name="connsiteY904" fmla="*/ 540544 h 781050"/>
                <a:gd name="connsiteX905" fmla="*/ 195453 w 466725"/>
                <a:gd name="connsiteY905" fmla="*/ 539591 h 781050"/>
                <a:gd name="connsiteX906" fmla="*/ 194120 w 466725"/>
                <a:gd name="connsiteY906" fmla="*/ 536162 h 781050"/>
                <a:gd name="connsiteX907" fmla="*/ 193453 w 466725"/>
                <a:gd name="connsiteY907" fmla="*/ 534924 h 781050"/>
                <a:gd name="connsiteX908" fmla="*/ 192500 w 466725"/>
                <a:gd name="connsiteY908" fmla="*/ 534067 h 781050"/>
                <a:gd name="connsiteX909" fmla="*/ 182880 w 466725"/>
                <a:gd name="connsiteY909" fmla="*/ 528447 h 781050"/>
                <a:gd name="connsiteX910" fmla="*/ 181451 w 466725"/>
                <a:gd name="connsiteY910" fmla="*/ 527304 h 781050"/>
                <a:gd name="connsiteX911" fmla="*/ 180404 w 466725"/>
                <a:gd name="connsiteY911" fmla="*/ 526161 h 781050"/>
                <a:gd name="connsiteX912" fmla="*/ 179546 w 466725"/>
                <a:gd name="connsiteY912" fmla="*/ 524828 h 781050"/>
                <a:gd name="connsiteX913" fmla="*/ 179165 w 466725"/>
                <a:gd name="connsiteY913" fmla="*/ 523494 h 781050"/>
                <a:gd name="connsiteX914" fmla="*/ 179165 w 466725"/>
                <a:gd name="connsiteY914" fmla="*/ 522256 h 781050"/>
                <a:gd name="connsiteX915" fmla="*/ 179356 w 466725"/>
                <a:gd name="connsiteY915" fmla="*/ 520922 h 781050"/>
                <a:gd name="connsiteX916" fmla="*/ 179832 w 466725"/>
                <a:gd name="connsiteY916" fmla="*/ 519779 h 781050"/>
                <a:gd name="connsiteX917" fmla="*/ 184595 w 466725"/>
                <a:gd name="connsiteY917" fmla="*/ 511016 h 781050"/>
                <a:gd name="connsiteX918" fmla="*/ 185452 w 466725"/>
                <a:gd name="connsiteY918" fmla="*/ 509778 h 781050"/>
                <a:gd name="connsiteX919" fmla="*/ 186690 w 466725"/>
                <a:gd name="connsiteY919" fmla="*/ 509302 h 781050"/>
                <a:gd name="connsiteX920" fmla="*/ 188881 w 466725"/>
                <a:gd name="connsiteY920" fmla="*/ 507968 h 781050"/>
                <a:gd name="connsiteX921" fmla="*/ 192596 w 466725"/>
                <a:gd name="connsiteY921" fmla="*/ 503492 h 781050"/>
                <a:gd name="connsiteX922" fmla="*/ 193738 w 466725"/>
                <a:gd name="connsiteY922" fmla="*/ 502634 h 781050"/>
                <a:gd name="connsiteX923" fmla="*/ 194310 w 466725"/>
                <a:gd name="connsiteY923" fmla="*/ 502539 h 781050"/>
                <a:gd name="connsiteX924" fmla="*/ 195167 w 466725"/>
                <a:gd name="connsiteY924" fmla="*/ 502825 h 781050"/>
                <a:gd name="connsiteX925" fmla="*/ 196120 w 466725"/>
                <a:gd name="connsiteY925" fmla="*/ 503587 h 781050"/>
                <a:gd name="connsiteX926" fmla="*/ 201740 w 466725"/>
                <a:gd name="connsiteY926" fmla="*/ 510064 h 781050"/>
                <a:gd name="connsiteX927" fmla="*/ 202311 w 466725"/>
                <a:gd name="connsiteY927" fmla="*/ 511207 h 781050"/>
                <a:gd name="connsiteX928" fmla="*/ 202501 w 466725"/>
                <a:gd name="connsiteY928" fmla="*/ 511874 h 781050"/>
                <a:gd name="connsiteX929" fmla="*/ 202406 w 466725"/>
                <a:gd name="connsiteY929" fmla="*/ 512731 h 781050"/>
                <a:gd name="connsiteX930" fmla="*/ 202597 w 466725"/>
                <a:gd name="connsiteY930" fmla="*/ 513493 h 781050"/>
                <a:gd name="connsiteX931" fmla="*/ 203168 w 466725"/>
                <a:gd name="connsiteY931" fmla="*/ 514064 h 781050"/>
                <a:gd name="connsiteX932" fmla="*/ 204502 w 466725"/>
                <a:gd name="connsiteY932" fmla="*/ 514064 h 781050"/>
                <a:gd name="connsiteX933" fmla="*/ 205359 w 466725"/>
                <a:gd name="connsiteY933" fmla="*/ 513779 h 781050"/>
                <a:gd name="connsiteX934" fmla="*/ 206026 w 466725"/>
                <a:gd name="connsiteY934" fmla="*/ 513302 h 781050"/>
                <a:gd name="connsiteX935" fmla="*/ 206407 w 466725"/>
                <a:gd name="connsiteY935" fmla="*/ 512636 h 781050"/>
                <a:gd name="connsiteX936" fmla="*/ 207359 w 466725"/>
                <a:gd name="connsiteY936" fmla="*/ 510350 h 781050"/>
                <a:gd name="connsiteX937" fmla="*/ 207740 w 466725"/>
                <a:gd name="connsiteY937" fmla="*/ 509683 h 781050"/>
                <a:gd name="connsiteX938" fmla="*/ 208312 w 466725"/>
                <a:gd name="connsiteY938" fmla="*/ 508921 h 781050"/>
                <a:gd name="connsiteX939" fmla="*/ 208883 w 466725"/>
                <a:gd name="connsiteY939" fmla="*/ 508540 h 781050"/>
                <a:gd name="connsiteX940" fmla="*/ 209359 w 466725"/>
                <a:gd name="connsiteY940" fmla="*/ 508349 h 781050"/>
                <a:gd name="connsiteX941" fmla="*/ 210026 w 466725"/>
                <a:gd name="connsiteY941" fmla="*/ 508445 h 781050"/>
                <a:gd name="connsiteX942" fmla="*/ 210503 w 466725"/>
                <a:gd name="connsiteY942" fmla="*/ 508540 h 781050"/>
                <a:gd name="connsiteX943" fmla="*/ 211169 w 466725"/>
                <a:gd name="connsiteY943" fmla="*/ 508825 h 781050"/>
                <a:gd name="connsiteX944" fmla="*/ 211836 w 466725"/>
                <a:gd name="connsiteY944" fmla="*/ 509302 h 781050"/>
                <a:gd name="connsiteX945" fmla="*/ 215360 w 466725"/>
                <a:gd name="connsiteY945" fmla="*/ 512731 h 781050"/>
                <a:gd name="connsiteX946" fmla="*/ 216979 w 466725"/>
                <a:gd name="connsiteY946" fmla="*/ 513969 h 781050"/>
                <a:gd name="connsiteX947" fmla="*/ 217837 w 466725"/>
                <a:gd name="connsiteY947" fmla="*/ 514826 h 781050"/>
                <a:gd name="connsiteX948" fmla="*/ 218408 w 466725"/>
                <a:gd name="connsiteY948" fmla="*/ 515493 h 781050"/>
                <a:gd name="connsiteX949" fmla="*/ 218599 w 466725"/>
                <a:gd name="connsiteY949" fmla="*/ 516065 h 781050"/>
                <a:gd name="connsiteX950" fmla="*/ 218789 w 466725"/>
                <a:gd name="connsiteY950" fmla="*/ 516541 h 781050"/>
                <a:gd name="connsiteX951" fmla="*/ 218980 w 466725"/>
                <a:gd name="connsiteY951" fmla="*/ 517208 h 781050"/>
                <a:gd name="connsiteX952" fmla="*/ 219170 w 466725"/>
                <a:gd name="connsiteY952" fmla="*/ 517589 h 781050"/>
                <a:gd name="connsiteX953" fmla="*/ 219742 w 466725"/>
                <a:gd name="connsiteY953" fmla="*/ 518065 h 781050"/>
                <a:gd name="connsiteX954" fmla="*/ 220409 w 466725"/>
                <a:gd name="connsiteY954" fmla="*/ 518350 h 781050"/>
                <a:gd name="connsiteX955" fmla="*/ 221551 w 466725"/>
                <a:gd name="connsiteY955" fmla="*/ 518350 h 781050"/>
                <a:gd name="connsiteX956" fmla="*/ 224218 w 466725"/>
                <a:gd name="connsiteY956" fmla="*/ 517970 h 781050"/>
                <a:gd name="connsiteX957" fmla="*/ 224885 w 466725"/>
                <a:gd name="connsiteY957" fmla="*/ 518160 h 781050"/>
                <a:gd name="connsiteX958" fmla="*/ 225838 w 466725"/>
                <a:gd name="connsiteY958" fmla="*/ 518827 h 781050"/>
                <a:gd name="connsiteX959" fmla="*/ 227076 w 466725"/>
                <a:gd name="connsiteY959" fmla="*/ 520637 h 781050"/>
                <a:gd name="connsiteX960" fmla="*/ 234220 w 466725"/>
                <a:gd name="connsiteY960" fmla="*/ 535686 h 781050"/>
                <a:gd name="connsiteX961" fmla="*/ 235077 w 466725"/>
                <a:gd name="connsiteY961" fmla="*/ 536829 h 781050"/>
                <a:gd name="connsiteX962" fmla="*/ 235839 w 466725"/>
                <a:gd name="connsiteY962" fmla="*/ 537210 h 781050"/>
                <a:gd name="connsiteX963" fmla="*/ 236887 w 466725"/>
                <a:gd name="connsiteY963" fmla="*/ 536829 h 781050"/>
                <a:gd name="connsiteX964" fmla="*/ 237554 w 466725"/>
                <a:gd name="connsiteY964" fmla="*/ 535877 h 781050"/>
                <a:gd name="connsiteX965" fmla="*/ 239173 w 466725"/>
                <a:gd name="connsiteY965" fmla="*/ 532638 h 781050"/>
                <a:gd name="connsiteX966" fmla="*/ 239649 w 466725"/>
                <a:gd name="connsiteY966" fmla="*/ 531781 h 781050"/>
                <a:gd name="connsiteX967" fmla="*/ 240125 w 466725"/>
                <a:gd name="connsiteY967" fmla="*/ 531305 h 781050"/>
                <a:gd name="connsiteX968" fmla="*/ 240697 w 466725"/>
                <a:gd name="connsiteY968" fmla="*/ 530638 h 781050"/>
                <a:gd name="connsiteX969" fmla="*/ 241459 w 466725"/>
                <a:gd name="connsiteY969" fmla="*/ 530162 h 781050"/>
                <a:gd name="connsiteX970" fmla="*/ 242316 w 466725"/>
                <a:gd name="connsiteY970" fmla="*/ 529781 h 781050"/>
                <a:gd name="connsiteX971" fmla="*/ 243459 w 466725"/>
                <a:gd name="connsiteY971" fmla="*/ 529590 h 781050"/>
                <a:gd name="connsiteX972" fmla="*/ 244697 w 466725"/>
                <a:gd name="connsiteY972" fmla="*/ 529495 h 781050"/>
                <a:gd name="connsiteX973" fmla="*/ 255556 w 466725"/>
                <a:gd name="connsiteY973" fmla="*/ 531209 h 781050"/>
                <a:gd name="connsiteX974" fmla="*/ 257080 w 466725"/>
                <a:gd name="connsiteY974" fmla="*/ 531781 h 781050"/>
                <a:gd name="connsiteX975" fmla="*/ 259937 w 466725"/>
                <a:gd name="connsiteY975" fmla="*/ 533400 h 781050"/>
                <a:gd name="connsiteX976" fmla="*/ 261366 w 466725"/>
                <a:gd name="connsiteY976" fmla="*/ 533876 h 781050"/>
                <a:gd name="connsiteX977" fmla="*/ 265843 w 466725"/>
                <a:gd name="connsiteY977" fmla="*/ 534067 h 781050"/>
                <a:gd name="connsiteX978" fmla="*/ 266891 w 466725"/>
                <a:gd name="connsiteY978" fmla="*/ 534257 h 781050"/>
                <a:gd name="connsiteX979" fmla="*/ 267462 w 466725"/>
                <a:gd name="connsiteY979" fmla="*/ 534734 h 781050"/>
                <a:gd name="connsiteX980" fmla="*/ 267367 w 466725"/>
                <a:gd name="connsiteY980" fmla="*/ 535972 h 781050"/>
                <a:gd name="connsiteX981" fmla="*/ 266986 w 466725"/>
                <a:gd name="connsiteY981" fmla="*/ 537020 h 781050"/>
                <a:gd name="connsiteX982" fmla="*/ 266795 w 466725"/>
                <a:gd name="connsiteY982" fmla="*/ 538258 h 781050"/>
                <a:gd name="connsiteX983" fmla="*/ 266700 w 466725"/>
                <a:gd name="connsiteY983" fmla="*/ 539496 h 781050"/>
                <a:gd name="connsiteX984" fmla="*/ 266986 w 466725"/>
                <a:gd name="connsiteY984" fmla="*/ 541211 h 781050"/>
                <a:gd name="connsiteX985" fmla="*/ 266891 w 466725"/>
                <a:gd name="connsiteY985" fmla="*/ 542258 h 781050"/>
                <a:gd name="connsiteX986" fmla="*/ 266795 w 466725"/>
                <a:gd name="connsiteY986" fmla="*/ 543116 h 781050"/>
                <a:gd name="connsiteX987" fmla="*/ 266891 w 466725"/>
                <a:gd name="connsiteY987" fmla="*/ 543592 h 781050"/>
                <a:gd name="connsiteX988" fmla="*/ 267081 w 466725"/>
                <a:gd name="connsiteY988" fmla="*/ 543973 h 781050"/>
                <a:gd name="connsiteX989" fmla="*/ 269081 w 466725"/>
                <a:gd name="connsiteY989" fmla="*/ 543878 h 781050"/>
                <a:gd name="connsiteX990" fmla="*/ 270034 w 466725"/>
                <a:gd name="connsiteY990" fmla="*/ 543211 h 781050"/>
                <a:gd name="connsiteX991" fmla="*/ 274415 w 466725"/>
                <a:gd name="connsiteY991" fmla="*/ 539401 h 781050"/>
                <a:gd name="connsiteX992" fmla="*/ 275749 w 466725"/>
                <a:gd name="connsiteY992" fmla="*/ 538734 h 781050"/>
                <a:gd name="connsiteX993" fmla="*/ 276892 w 466725"/>
                <a:gd name="connsiteY993" fmla="*/ 538163 h 781050"/>
                <a:gd name="connsiteX994" fmla="*/ 279368 w 466725"/>
                <a:gd name="connsiteY994" fmla="*/ 537305 h 781050"/>
                <a:gd name="connsiteX995" fmla="*/ 280511 w 466725"/>
                <a:gd name="connsiteY995" fmla="*/ 536543 h 781050"/>
                <a:gd name="connsiteX996" fmla="*/ 282321 w 466725"/>
                <a:gd name="connsiteY996" fmla="*/ 534734 h 781050"/>
                <a:gd name="connsiteX997" fmla="*/ 282892 w 466725"/>
                <a:gd name="connsiteY997" fmla="*/ 533972 h 781050"/>
                <a:gd name="connsiteX998" fmla="*/ 282988 w 466725"/>
                <a:gd name="connsiteY998" fmla="*/ 533305 h 781050"/>
                <a:gd name="connsiteX999" fmla="*/ 282512 w 466725"/>
                <a:gd name="connsiteY999" fmla="*/ 532352 h 781050"/>
                <a:gd name="connsiteX1000" fmla="*/ 280416 w 466725"/>
                <a:gd name="connsiteY1000" fmla="*/ 530447 h 781050"/>
                <a:gd name="connsiteX1001" fmla="*/ 280130 w 466725"/>
                <a:gd name="connsiteY1001" fmla="*/ 529971 h 781050"/>
                <a:gd name="connsiteX1002" fmla="*/ 279749 w 466725"/>
                <a:gd name="connsiteY1002" fmla="*/ 529304 h 781050"/>
                <a:gd name="connsiteX1003" fmla="*/ 279654 w 466725"/>
                <a:gd name="connsiteY1003" fmla="*/ 528352 h 781050"/>
                <a:gd name="connsiteX1004" fmla="*/ 279749 w 466725"/>
                <a:gd name="connsiteY1004" fmla="*/ 527114 h 781050"/>
                <a:gd name="connsiteX1005" fmla="*/ 281368 w 466725"/>
                <a:gd name="connsiteY1005" fmla="*/ 521018 h 781050"/>
                <a:gd name="connsiteX1006" fmla="*/ 281559 w 466725"/>
                <a:gd name="connsiteY1006" fmla="*/ 519398 h 781050"/>
                <a:gd name="connsiteX1007" fmla="*/ 281464 w 466725"/>
                <a:gd name="connsiteY1007" fmla="*/ 517970 h 781050"/>
                <a:gd name="connsiteX1008" fmla="*/ 280988 w 466725"/>
                <a:gd name="connsiteY1008" fmla="*/ 515779 h 781050"/>
                <a:gd name="connsiteX1009" fmla="*/ 280892 w 466725"/>
                <a:gd name="connsiteY1009" fmla="*/ 515493 h 781050"/>
                <a:gd name="connsiteX1010" fmla="*/ 280607 w 466725"/>
                <a:gd name="connsiteY1010" fmla="*/ 515398 h 781050"/>
                <a:gd name="connsiteX1011" fmla="*/ 280130 w 466725"/>
                <a:gd name="connsiteY1011" fmla="*/ 515207 h 781050"/>
                <a:gd name="connsiteX1012" fmla="*/ 277463 w 466725"/>
                <a:gd name="connsiteY1012" fmla="*/ 514922 h 781050"/>
                <a:gd name="connsiteX1013" fmla="*/ 276034 w 466725"/>
                <a:gd name="connsiteY1013" fmla="*/ 514922 h 781050"/>
                <a:gd name="connsiteX1014" fmla="*/ 275368 w 466725"/>
                <a:gd name="connsiteY1014" fmla="*/ 515017 h 781050"/>
                <a:gd name="connsiteX1015" fmla="*/ 274892 w 466725"/>
                <a:gd name="connsiteY1015" fmla="*/ 515207 h 781050"/>
                <a:gd name="connsiteX1016" fmla="*/ 274415 w 466725"/>
                <a:gd name="connsiteY1016" fmla="*/ 515493 h 781050"/>
                <a:gd name="connsiteX1017" fmla="*/ 274225 w 466725"/>
                <a:gd name="connsiteY1017" fmla="*/ 515684 h 781050"/>
                <a:gd name="connsiteX1018" fmla="*/ 272987 w 466725"/>
                <a:gd name="connsiteY1018" fmla="*/ 516541 h 781050"/>
                <a:gd name="connsiteX1019" fmla="*/ 272034 w 466725"/>
                <a:gd name="connsiteY1019" fmla="*/ 516922 h 781050"/>
                <a:gd name="connsiteX1020" fmla="*/ 271177 w 466725"/>
                <a:gd name="connsiteY1020" fmla="*/ 517017 h 781050"/>
                <a:gd name="connsiteX1021" fmla="*/ 270320 w 466725"/>
                <a:gd name="connsiteY1021" fmla="*/ 516731 h 781050"/>
                <a:gd name="connsiteX1022" fmla="*/ 269748 w 466725"/>
                <a:gd name="connsiteY1022" fmla="*/ 516446 h 781050"/>
                <a:gd name="connsiteX1023" fmla="*/ 269272 w 466725"/>
                <a:gd name="connsiteY1023" fmla="*/ 516065 h 781050"/>
                <a:gd name="connsiteX1024" fmla="*/ 268700 w 466725"/>
                <a:gd name="connsiteY1024" fmla="*/ 515493 h 781050"/>
                <a:gd name="connsiteX1025" fmla="*/ 267367 w 466725"/>
                <a:gd name="connsiteY1025" fmla="*/ 513779 h 781050"/>
                <a:gd name="connsiteX1026" fmla="*/ 266700 w 466725"/>
                <a:gd name="connsiteY1026" fmla="*/ 513207 h 781050"/>
                <a:gd name="connsiteX1027" fmla="*/ 265938 w 466725"/>
                <a:gd name="connsiteY1027" fmla="*/ 512826 h 781050"/>
                <a:gd name="connsiteX1028" fmla="*/ 265081 w 466725"/>
                <a:gd name="connsiteY1028" fmla="*/ 512540 h 781050"/>
                <a:gd name="connsiteX1029" fmla="*/ 264224 w 466725"/>
                <a:gd name="connsiteY1029" fmla="*/ 512540 h 781050"/>
                <a:gd name="connsiteX1030" fmla="*/ 259461 w 466725"/>
                <a:gd name="connsiteY1030" fmla="*/ 512826 h 781050"/>
                <a:gd name="connsiteX1031" fmla="*/ 257937 w 466725"/>
                <a:gd name="connsiteY1031" fmla="*/ 512731 h 781050"/>
                <a:gd name="connsiteX1032" fmla="*/ 257366 w 466725"/>
                <a:gd name="connsiteY1032" fmla="*/ 512540 h 781050"/>
                <a:gd name="connsiteX1033" fmla="*/ 256794 w 466725"/>
                <a:gd name="connsiteY1033" fmla="*/ 512255 h 781050"/>
                <a:gd name="connsiteX1034" fmla="*/ 254984 w 466725"/>
                <a:gd name="connsiteY1034" fmla="*/ 510445 h 781050"/>
                <a:gd name="connsiteX1035" fmla="*/ 254317 w 466725"/>
                <a:gd name="connsiteY1035" fmla="*/ 509873 h 781050"/>
                <a:gd name="connsiteX1036" fmla="*/ 248603 w 466725"/>
                <a:gd name="connsiteY1036" fmla="*/ 507302 h 781050"/>
                <a:gd name="connsiteX1037" fmla="*/ 248317 w 466725"/>
                <a:gd name="connsiteY1037" fmla="*/ 506063 h 781050"/>
                <a:gd name="connsiteX1038" fmla="*/ 248412 w 466725"/>
                <a:gd name="connsiteY1038" fmla="*/ 504063 h 781050"/>
                <a:gd name="connsiteX1039" fmla="*/ 250698 w 466725"/>
                <a:gd name="connsiteY1039" fmla="*/ 495967 h 781050"/>
                <a:gd name="connsiteX1040" fmla="*/ 250984 w 466725"/>
                <a:gd name="connsiteY1040" fmla="*/ 494157 h 781050"/>
                <a:gd name="connsiteX1041" fmla="*/ 250984 w 466725"/>
                <a:gd name="connsiteY1041" fmla="*/ 491109 h 781050"/>
                <a:gd name="connsiteX1042" fmla="*/ 250031 w 466725"/>
                <a:gd name="connsiteY1042" fmla="*/ 485870 h 781050"/>
                <a:gd name="connsiteX1043" fmla="*/ 249936 w 466725"/>
                <a:gd name="connsiteY1043" fmla="*/ 479393 h 781050"/>
                <a:gd name="connsiteX1044" fmla="*/ 249460 w 466725"/>
                <a:gd name="connsiteY1044" fmla="*/ 477869 h 781050"/>
                <a:gd name="connsiteX1045" fmla="*/ 248984 w 466725"/>
                <a:gd name="connsiteY1045" fmla="*/ 476917 h 781050"/>
                <a:gd name="connsiteX1046" fmla="*/ 248507 w 466725"/>
                <a:gd name="connsiteY1046" fmla="*/ 476155 h 781050"/>
                <a:gd name="connsiteX1047" fmla="*/ 248221 w 466725"/>
                <a:gd name="connsiteY1047" fmla="*/ 475393 h 781050"/>
                <a:gd name="connsiteX1048" fmla="*/ 248126 w 466725"/>
                <a:gd name="connsiteY1048" fmla="*/ 473107 h 781050"/>
                <a:gd name="connsiteX1049" fmla="*/ 249365 w 466725"/>
                <a:gd name="connsiteY1049" fmla="*/ 462915 h 781050"/>
                <a:gd name="connsiteX1050" fmla="*/ 249174 w 466725"/>
                <a:gd name="connsiteY1050" fmla="*/ 459962 h 781050"/>
                <a:gd name="connsiteX1051" fmla="*/ 248888 w 466725"/>
                <a:gd name="connsiteY1051" fmla="*/ 458629 h 781050"/>
                <a:gd name="connsiteX1052" fmla="*/ 248221 w 466725"/>
                <a:gd name="connsiteY1052" fmla="*/ 458915 h 781050"/>
                <a:gd name="connsiteX1053" fmla="*/ 247650 w 466725"/>
                <a:gd name="connsiteY1053" fmla="*/ 459391 h 781050"/>
                <a:gd name="connsiteX1054" fmla="*/ 247079 w 466725"/>
                <a:gd name="connsiteY1054" fmla="*/ 459772 h 781050"/>
                <a:gd name="connsiteX1055" fmla="*/ 246412 w 466725"/>
                <a:gd name="connsiteY1055" fmla="*/ 459772 h 781050"/>
                <a:gd name="connsiteX1056" fmla="*/ 245840 w 466725"/>
                <a:gd name="connsiteY1056" fmla="*/ 459200 h 781050"/>
                <a:gd name="connsiteX1057" fmla="*/ 245364 w 466725"/>
                <a:gd name="connsiteY1057" fmla="*/ 458248 h 781050"/>
                <a:gd name="connsiteX1058" fmla="*/ 244792 w 466725"/>
                <a:gd name="connsiteY1058" fmla="*/ 456057 h 781050"/>
                <a:gd name="connsiteX1059" fmla="*/ 244697 w 466725"/>
                <a:gd name="connsiteY1059" fmla="*/ 454152 h 781050"/>
                <a:gd name="connsiteX1060" fmla="*/ 244602 w 466725"/>
                <a:gd name="connsiteY1060" fmla="*/ 453962 h 781050"/>
                <a:gd name="connsiteX1061" fmla="*/ 244126 w 466725"/>
                <a:gd name="connsiteY1061" fmla="*/ 453200 h 781050"/>
                <a:gd name="connsiteX1062" fmla="*/ 243650 w 466725"/>
                <a:gd name="connsiteY1062" fmla="*/ 453200 h 781050"/>
                <a:gd name="connsiteX1063" fmla="*/ 243268 w 466725"/>
                <a:gd name="connsiteY1063" fmla="*/ 453390 h 781050"/>
                <a:gd name="connsiteX1064" fmla="*/ 242983 w 466725"/>
                <a:gd name="connsiteY1064" fmla="*/ 453771 h 781050"/>
                <a:gd name="connsiteX1065" fmla="*/ 242697 w 466725"/>
                <a:gd name="connsiteY1065" fmla="*/ 454057 h 781050"/>
                <a:gd name="connsiteX1066" fmla="*/ 242316 w 466725"/>
                <a:gd name="connsiteY1066" fmla="*/ 454152 h 781050"/>
                <a:gd name="connsiteX1067" fmla="*/ 242221 w 466725"/>
                <a:gd name="connsiteY1067" fmla="*/ 454152 h 781050"/>
                <a:gd name="connsiteX1068" fmla="*/ 242125 w 466725"/>
                <a:gd name="connsiteY1068" fmla="*/ 454057 h 781050"/>
                <a:gd name="connsiteX1069" fmla="*/ 240316 w 466725"/>
                <a:gd name="connsiteY1069" fmla="*/ 450437 h 781050"/>
                <a:gd name="connsiteX1070" fmla="*/ 239935 w 466725"/>
                <a:gd name="connsiteY1070" fmla="*/ 448818 h 781050"/>
                <a:gd name="connsiteX1071" fmla="*/ 239935 w 466725"/>
                <a:gd name="connsiteY1071" fmla="*/ 447104 h 781050"/>
                <a:gd name="connsiteX1072" fmla="*/ 241935 w 466725"/>
                <a:gd name="connsiteY1072" fmla="*/ 438722 h 781050"/>
                <a:gd name="connsiteX1073" fmla="*/ 242507 w 466725"/>
                <a:gd name="connsiteY1073" fmla="*/ 436817 h 781050"/>
                <a:gd name="connsiteX1074" fmla="*/ 242983 w 466725"/>
                <a:gd name="connsiteY1074" fmla="*/ 434721 h 781050"/>
                <a:gd name="connsiteX1075" fmla="*/ 243078 w 466725"/>
                <a:gd name="connsiteY1075" fmla="*/ 433197 h 781050"/>
                <a:gd name="connsiteX1076" fmla="*/ 242983 w 466725"/>
                <a:gd name="connsiteY1076" fmla="*/ 431578 h 781050"/>
                <a:gd name="connsiteX1077" fmla="*/ 242697 w 466725"/>
                <a:gd name="connsiteY1077" fmla="*/ 430054 h 781050"/>
                <a:gd name="connsiteX1078" fmla="*/ 242221 w 466725"/>
                <a:gd name="connsiteY1078" fmla="*/ 428720 h 781050"/>
                <a:gd name="connsiteX1079" fmla="*/ 241078 w 466725"/>
                <a:gd name="connsiteY1079" fmla="*/ 426149 h 781050"/>
                <a:gd name="connsiteX1080" fmla="*/ 240697 w 466725"/>
                <a:gd name="connsiteY1080" fmla="*/ 424815 h 781050"/>
                <a:gd name="connsiteX1081" fmla="*/ 240411 w 466725"/>
                <a:gd name="connsiteY1081" fmla="*/ 423482 h 781050"/>
                <a:gd name="connsiteX1082" fmla="*/ 240125 w 466725"/>
                <a:gd name="connsiteY1082" fmla="*/ 409575 h 781050"/>
                <a:gd name="connsiteX1083" fmla="*/ 240316 w 466725"/>
                <a:gd name="connsiteY1083" fmla="*/ 408813 h 781050"/>
                <a:gd name="connsiteX1084" fmla="*/ 240601 w 466725"/>
                <a:gd name="connsiteY1084" fmla="*/ 408146 h 781050"/>
                <a:gd name="connsiteX1085" fmla="*/ 240983 w 466725"/>
                <a:gd name="connsiteY1085" fmla="*/ 407575 h 781050"/>
                <a:gd name="connsiteX1086" fmla="*/ 241459 w 466725"/>
                <a:gd name="connsiteY1086" fmla="*/ 407099 h 781050"/>
                <a:gd name="connsiteX1087" fmla="*/ 242221 w 466725"/>
                <a:gd name="connsiteY1087" fmla="*/ 406908 h 781050"/>
                <a:gd name="connsiteX1088" fmla="*/ 242792 w 466725"/>
                <a:gd name="connsiteY1088" fmla="*/ 406908 h 781050"/>
                <a:gd name="connsiteX1089" fmla="*/ 246221 w 466725"/>
                <a:gd name="connsiteY1089" fmla="*/ 407765 h 781050"/>
                <a:gd name="connsiteX1090" fmla="*/ 246983 w 466725"/>
                <a:gd name="connsiteY1090" fmla="*/ 408146 h 781050"/>
                <a:gd name="connsiteX1091" fmla="*/ 247364 w 466725"/>
                <a:gd name="connsiteY1091" fmla="*/ 408527 h 781050"/>
                <a:gd name="connsiteX1092" fmla="*/ 247555 w 466725"/>
                <a:gd name="connsiteY1092" fmla="*/ 409004 h 781050"/>
                <a:gd name="connsiteX1093" fmla="*/ 247555 w 466725"/>
                <a:gd name="connsiteY1093" fmla="*/ 409480 h 781050"/>
                <a:gd name="connsiteX1094" fmla="*/ 247459 w 466725"/>
                <a:gd name="connsiteY1094" fmla="*/ 411004 h 781050"/>
                <a:gd name="connsiteX1095" fmla="*/ 247459 w 466725"/>
                <a:gd name="connsiteY1095" fmla="*/ 411671 h 781050"/>
                <a:gd name="connsiteX1096" fmla="*/ 247745 w 466725"/>
                <a:gd name="connsiteY1096" fmla="*/ 412242 h 781050"/>
                <a:gd name="connsiteX1097" fmla="*/ 248126 w 466725"/>
                <a:gd name="connsiteY1097" fmla="*/ 412718 h 781050"/>
                <a:gd name="connsiteX1098" fmla="*/ 248698 w 466725"/>
                <a:gd name="connsiteY1098" fmla="*/ 412909 h 781050"/>
                <a:gd name="connsiteX1099" fmla="*/ 249460 w 466725"/>
                <a:gd name="connsiteY1099" fmla="*/ 412814 h 781050"/>
                <a:gd name="connsiteX1100" fmla="*/ 251270 w 466725"/>
                <a:gd name="connsiteY1100" fmla="*/ 412147 h 781050"/>
                <a:gd name="connsiteX1101" fmla="*/ 252984 w 466725"/>
                <a:gd name="connsiteY1101" fmla="*/ 411290 h 781050"/>
                <a:gd name="connsiteX1102" fmla="*/ 254127 w 466725"/>
                <a:gd name="connsiteY1102" fmla="*/ 410242 h 781050"/>
                <a:gd name="connsiteX1103" fmla="*/ 255270 w 466725"/>
                <a:gd name="connsiteY1103" fmla="*/ 408813 h 781050"/>
                <a:gd name="connsiteX1104" fmla="*/ 256984 w 466725"/>
                <a:gd name="connsiteY1104" fmla="*/ 405670 h 781050"/>
                <a:gd name="connsiteX1105" fmla="*/ 258223 w 466725"/>
                <a:gd name="connsiteY1105" fmla="*/ 403765 h 781050"/>
                <a:gd name="connsiteX1106" fmla="*/ 260033 w 466725"/>
                <a:gd name="connsiteY1106" fmla="*/ 401765 h 781050"/>
                <a:gd name="connsiteX1107" fmla="*/ 260985 w 466725"/>
                <a:gd name="connsiteY1107" fmla="*/ 401098 h 781050"/>
                <a:gd name="connsiteX1108" fmla="*/ 261557 w 466725"/>
                <a:gd name="connsiteY1108" fmla="*/ 400717 h 781050"/>
                <a:gd name="connsiteX1109" fmla="*/ 262795 w 466725"/>
                <a:gd name="connsiteY1109" fmla="*/ 400622 h 781050"/>
                <a:gd name="connsiteX1110" fmla="*/ 263938 w 466725"/>
                <a:gd name="connsiteY1110" fmla="*/ 399860 h 781050"/>
                <a:gd name="connsiteX1111" fmla="*/ 265557 w 466725"/>
                <a:gd name="connsiteY1111" fmla="*/ 397955 h 781050"/>
                <a:gd name="connsiteX1112" fmla="*/ 270700 w 466725"/>
                <a:gd name="connsiteY1112" fmla="*/ 389382 h 781050"/>
                <a:gd name="connsiteX1113" fmla="*/ 273082 w 466725"/>
                <a:gd name="connsiteY1113" fmla="*/ 382334 h 781050"/>
                <a:gd name="connsiteX1114" fmla="*/ 274987 w 466725"/>
                <a:gd name="connsiteY1114" fmla="*/ 379476 h 781050"/>
                <a:gd name="connsiteX1115" fmla="*/ 275272 w 466725"/>
                <a:gd name="connsiteY1115" fmla="*/ 377095 h 781050"/>
                <a:gd name="connsiteX1116" fmla="*/ 274892 w 466725"/>
                <a:gd name="connsiteY1116" fmla="*/ 375475 h 781050"/>
                <a:gd name="connsiteX1117" fmla="*/ 274796 w 466725"/>
                <a:gd name="connsiteY1117" fmla="*/ 374999 h 781050"/>
                <a:gd name="connsiteX1118" fmla="*/ 275082 w 466725"/>
                <a:gd name="connsiteY1118" fmla="*/ 374523 h 781050"/>
                <a:gd name="connsiteX1119" fmla="*/ 275558 w 466725"/>
                <a:gd name="connsiteY1119" fmla="*/ 373952 h 781050"/>
                <a:gd name="connsiteX1120" fmla="*/ 276416 w 466725"/>
                <a:gd name="connsiteY1120" fmla="*/ 373475 h 781050"/>
                <a:gd name="connsiteX1121" fmla="*/ 277749 w 466725"/>
                <a:gd name="connsiteY1121" fmla="*/ 373094 h 781050"/>
                <a:gd name="connsiteX1122" fmla="*/ 287560 w 466725"/>
                <a:gd name="connsiteY1122" fmla="*/ 372523 h 781050"/>
                <a:gd name="connsiteX1123" fmla="*/ 288512 w 466725"/>
                <a:gd name="connsiteY1123" fmla="*/ 372809 h 781050"/>
                <a:gd name="connsiteX1124" fmla="*/ 289465 w 466725"/>
                <a:gd name="connsiteY1124" fmla="*/ 373285 h 781050"/>
                <a:gd name="connsiteX1125" fmla="*/ 290132 w 466725"/>
                <a:gd name="connsiteY1125" fmla="*/ 373952 h 781050"/>
                <a:gd name="connsiteX1126" fmla="*/ 290893 w 466725"/>
                <a:gd name="connsiteY1126" fmla="*/ 374428 h 781050"/>
                <a:gd name="connsiteX1127" fmla="*/ 291846 w 466725"/>
                <a:gd name="connsiteY1127" fmla="*/ 374428 h 781050"/>
                <a:gd name="connsiteX1128" fmla="*/ 292703 w 466725"/>
                <a:gd name="connsiteY1128" fmla="*/ 374142 h 781050"/>
                <a:gd name="connsiteX1129" fmla="*/ 294227 w 466725"/>
                <a:gd name="connsiteY1129" fmla="*/ 373285 h 781050"/>
                <a:gd name="connsiteX1130" fmla="*/ 295561 w 466725"/>
                <a:gd name="connsiteY1130" fmla="*/ 372809 h 781050"/>
                <a:gd name="connsiteX1131" fmla="*/ 297751 w 466725"/>
                <a:gd name="connsiteY1131" fmla="*/ 372428 h 781050"/>
                <a:gd name="connsiteX1132" fmla="*/ 300133 w 466725"/>
                <a:gd name="connsiteY1132" fmla="*/ 372332 h 781050"/>
                <a:gd name="connsiteX1133" fmla="*/ 311944 w 466725"/>
                <a:gd name="connsiteY1133" fmla="*/ 370332 h 781050"/>
                <a:gd name="connsiteX1134" fmla="*/ 313372 w 466725"/>
                <a:gd name="connsiteY1134" fmla="*/ 370618 h 781050"/>
                <a:gd name="connsiteX1135" fmla="*/ 314801 w 466725"/>
                <a:gd name="connsiteY1135" fmla="*/ 371475 h 781050"/>
                <a:gd name="connsiteX1136" fmla="*/ 315563 w 466725"/>
                <a:gd name="connsiteY1136" fmla="*/ 372523 h 781050"/>
                <a:gd name="connsiteX1137" fmla="*/ 316230 w 466725"/>
                <a:gd name="connsiteY1137" fmla="*/ 373094 h 781050"/>
                <a:gd name="connsiteX1138" fmla="*/ 317087 w 466725"/>
                <a:gd name="connsiteY1138" fmla="*/ 373666 h 781050"/>
                <a:gd name="connsiteX1139" fmla="*/ 318230 w 466725"/>
                <a:gd name="connsiteY1139" fmla="*/ 374142 h 781050"/>
                <a:gd name="connsiteX1140" fmla="*/ 319564 w 466725"/>
                <a:gd name="connsiteY1140" fmla="*/ 374428 h 781050"/>
                <a:gd name="connsiteX1141" fmla="*/ 320612 w 466725"/>
                <a:gd name="connsiteY1141" fmla="*/ 374904 h 781050"/>
                <a:gd name="connsiteX1142" fmla="*/ 321564 w 466725"/>
                <a:gd name="connsiteY1142" fmla="*/ 375571 h 781050"/>
                <a:gd name="connsiteX1143" fmla="*/ 323279 w 466725"/>
                <a:gd name="connsiteY1143" fmla="*/ 377476 h 781050"/>
                <a:gd name="connsiteX1144" fmla="*/ 324041 w 466725"/>
                <a:gd name="connsiteY1144" fmla="*/ 377952 h 781050"/>
                <a:gd name="connsiteX1145" fmla="*/ 325088 w 466725"/>
                <a:gd name="connsiteY1145" fmla="*/ 378238 h 781050"/>
                <a:gd name="connsiteX1146" fmla="*/ 330994 w 466725"/>
                <a:gd name="connsiteY1146" fmla="*/ 377762 h 781050"/>
                <a:gd name="connsiteX1147" fmla="*/ 332613 w 466725"/>
                <a:gd name="connsiteY1147" fmla="*/ 377476 h 781050"/>
                <a:gd name="connsiteX1148" fmla="*/ 334137 w 466725"/>
                <a:gd name="connsiteY1148" fmla="*/ 376809 h 781050"/>
                <a:gd name="connsiteX1149" fmla="*/ 336137 w 466725"/>
                <a:gd name="connsiteY1149" fmla="*/ 374999 h 781050"/>
                <a:gd name="connsiteX1150" fmla="*/ 337566 w 466725"/>
                <a:gd name="connsiteY1150" fmla="*/ 373380 h 781050"/>
                <a:gd name="connsiteX1151" fmla="*/ 338900 w 466725"/>
                <a:gd name="connsiteY1151" fmla="*/ 370999 h 781050"/>
                <a:gd name="connsiteX1152" fmla="*/ 342233 w 466725"/>
                <a:gd name="connsiteY1152" fmla="*/ 361474 h 781050"/>
                <a:gd name="connsiteX1153" fmla="*/ 343091 w 466725"/>
                <a:gd name="connsiteY1153" fmla="*/ 360045 h 781050"/>
                <a:gd name="connsiteX1154" fmla="*/ 345758 w 466725"/>
                <a:gd name="connsiteY1154" fmla="*/ 356425 h 781050"/>
                <a:gd name="connsiteX1155" fmla="*/ 346043 w 466725"/>
                <a:gd name="connsiteY1155" fmla="*/ 355283 h 781050"/>
                <a:gd name="connsiteX1156" fmla="*/ 345948 w 466725"/>
                <a:gd name="connsiteY1156" fmla="*/ 354616 h 781050"/>
                <a:gd name="connsiteX1157" fmla="*/ 345662 w 466725"/>
                <a:gd name="connsiteY1157" fmla="*/ 354140 h 781050"/>
                <a:gd name="connsiteX1158" fmla="*/ 345472 w 466725"/>
                <a:gd name="connsiteY1158" fmla="*/ 353854 h 781050"/>
                <a:gd name="connsiteX1159" fmla="*/ 345472 w 466725"/>
                <a:gd name="connsiteY1159" fmla="*/ 353187 h 781050"/>
                <a:gd name="connsiteX1160" fmla="*/ 345758 w 466725"/>
                <a:gd name="connsiteY1160" fmla="*/ 352330 h 781050"/>
                <a:gd name="connsiteX1161" fmla="*/ 346138 w 466725"/>
                <a:gd name="connsiteY1161" fmla="*/ 351187 h 781050"/>
                <a:gd name="connsiteX1162" fmla="*/ 346710 w 466725"/>
                <a:gd name="connsiteY1162" fmla="*/ 349949 h 781050"/>
                <a:gd name="connsiteX1163" fmla="*/ 347377 w 466725"/>
                <a:gd name="connsiteY1163" fmla="*/ 348901 h 781050"/>
                <a:gd name="connsiteX1164" fmla="*/ 348329 w 466725"/>
                <a:gd name="connsiteY1164" fmla="*/ 347948 h 781050"/>
                <a:gd name="connsiteX1165" fmla="*/ 349472 w 466725"/>
                <a:gd name="connsiteY1165" fmla="*/ 347853 h 781050"/>
                <a:gd name="connsiteX1166" fmla="*/ 350806 w 466725"/>
                <a:gd name="connsiteY1166" fmla="*/ 347948 h 781050"/>
                <a:gd name="connsiteX1167" fmla="*/ 355854 w 466725"/>
                <a:gd name="connsiteY1167" fmla="*/ 350234 h 781050"/>
                <a:gd name="connsiteX1168" fmla="*/ 356807 w 466725"/>
                <a:gd name="connsiteY1168" fmla="*/ 350520 h 781050"/>
                <a:gd name="connsiteX1169" fmla="*/ 357664 w 466725"/>
                <a:gd name="connsiteY1169" fmla="*/ 350711 h 781050"/>
                <a:gd name="connsiteX1170" fmla="*/ 358807 w 466725"/>
                <a:gd name="connsiteY1170" fmla="*/ 350711 h 781050"/>
                <a:gd name="connsiteX1171" fmla="*/ 359855 w 466725"/>
                <a:gd name="connsiteY1171" fmla="*/ 350425 h 781050"/>
                <a:gd name="connsiteX1172" fmla="*/ 360521 w 466725"/>
                <a:gd name="connsiteY1172" fmla="*/ 349472 h 781050"/>
                <a:gd name="connsiteX1173" fmla="*/ 360902 w 466725"/>
                <a:gd name="connsiteY1173" fmla="*/ 348139 h 781050"/>
                <a:gd name="connsiteX1174" fmla="*/ 360807 w 466725"/>
                <a:gd name="connsiteY1174" fmla="*/ 345662 h 781050"/>
                <a:gd name="connsiteX1175" fmla="*/ 360426 w 466725"/>
                <a:gd name="connsiteY1175" fmla="*/ 344138 h 781050"/>
                <a:gd name="connsiteX1176" fmla="*/ 360045 w 466725"/>
                <a:gd name="connsiteY1176" fmla="*/ 342900 h 781050"/>
                <a:gd name="connsiteX1177" fmla="*/ 359378 w 466725"/>
                <a:gd name="connsiteY1177" fmla="*/ 342043 h 781050"/>
                <a:gd name="connsiteX1178" fmla="*/ 355473 w 466725"/>
                <a:gd name="connsiteY1178" fmla="*/ 338423 h 781050"/>
                <a:gd name="connsiteX1179" fmla="*/ 354616 w 466725"/>
                <a:gd name="connsiteY1179" fmla="*/ 337375 h 781050"/>
                <a:gd name="connsiteX1180" fmla="*/ 354140 w 466725"/>
                <a:gd name="connsiteY1180" fmla="*/ 336233 h 781050"/>
                <a:gd name="connsiteX1181" fmla="*/ 353854 w 466725"/>
                <a:gd name="connsiteY1181" fmla="*/ 334994 h 781050"/>
                <a:gd name="connsiteX1182" fmla="*/ 353663 w 466725"/>
                <a:gd name="connsiteY1182" fmla="*/ 331946 h 781050"/>
                <a:gd name="connsiteX1183" fmla="*/ 353854 w 466725"/>
                <a:gd name="connsiteY1183" fmla="*/ 330613 h 781050"/>
                <a:gd name="connsiteX1184" fmla="*/ 354711 w 466725"/>
                <a:gd name="connsiteY1184" fmla="*/ 327946 h 781050"/>
                <a:gd name="connsiteX1185" fmla="*/ 355568 w 466725"/>
                <a:gd name="connsiteY1185" fmla="*/ 324326 h 781050"/>
                <a:gd name="connsiteX1186" fmla="*/ 355663 w 466725"/>
                <a:gd name="connsiteY1186" fmla="*/ 322993 h 781050"/>
                <a:gd name="connsiteX1187" fmla="*/ 356616 w 466725"/>
                <a:gd name="connsiteY1187" fmla="*/ 320897 h 781050"/>
                <a:gd name="connsiteX1188" fmla="*/ 367284 w 466725"/>
                <a:gd name="connsiteY1188" fmla="*/ 303371 h 781050"/>
                <a:gd name="connsiteX1189" fmla="*/ 368999 w 466725"/>
                <a:gd name="connsiteY1189" fmla="*/ 299657 h 781050"/>
                <a:gd name="connsiteX1190" fmla="*/ 369475 w 466725"/>
                <a:gd name="connsiteY1190" fmla="*/ 297466 h 781050"/>
                <a:gd name="connsiteX1191" fmla="*/ 369570 w 466725"/>
                <a:gd name="connsiteY1191" fmla="*/ 294418 h 781050"/>
                <a:gd name="connsiteX1192" fmla="*/ 369951 w 466725"/>
                <a:gd name="connsiteY1192" fmla="*/ 293275 h 781050"/>
                <a:gd name="connsiteX1193" fmla="*/ 370618 w 466725"/>
                <a:gd name="connsiteY1193" fmla="*/ 292322 h 781050"/>
                <a:gd name="connsiteX1194" fmla="*/ 372142 w 466725"/>
                <a:gd name="connsiteY1194" fmla="*/ 292132 h 781050"/>
                <a:gd name="connsiteX1195" fmla="*/ 373094 w 466725"/>
                <a:gd name="connsiteY1195" fmla="*/ 292418 h 781050"/>
                <a:gd name="connsiteX1196" fmla="*/ 373856 w 466725"/>
                <a:gd name="connsiteY1196" fmla="*/ 292989 h 781050"/>
                <a:gd name="connsiteX1197" fmla="*/ 374428 w 466725"/>
                <a:gd name="connsiteY1197" fmla="*/ 293656 h 781050"/>
                <a:gd name="connsiteX1198" fmla="*/ 374999 w 466725"/>
                <a:gd name="connsiteY1198" fmla="*/ 293656 h 781050"/>
                <a:gd name="connsiteX1199" fmla="*/ 375571 w 466725"/>
                <a:gd name="connsiteY1199" fmla="*/ 293275 h 781050"/>
                <a:gd name="connsiteX1200" fmla="*/ 375952 w 466725"/>
                <a:gd name="connsiteY1200" fmla="*/ 291941 h 781050"/>
                <a:gd name="connsiteX1201" fmla="*/ 376047 w 466725"/>
                <a:gd name="connsiteY1201" fmla="*/ 289941 h 781050"/>
                <a:gd name="connsiteX1202" fmla="*/ 376333 w 466725"/>
                <a:gd name="connsiteY1202" fmla="*/ 289465 h 781050"/>
                <a:gd name="connsiteX1203" fmla="*/ 377000 w 466725"/>
                <a:gd name="connsiteY1203" fmla="*/ 289084 h 781050"/>
                <a:gd name="connsiteX1204" fmla="*/ 379095 w 466725"/>
                <a:gd name="connsiteY1204" fmla="*/ 289274 h 781050"/>
                <a:gd name="connsiteX1205" fmla="*/ 379857 w 466725"/>
                <a:gd name="connsiteY1205" fmla="*/ 289084 h 781050"/>
                <a:gd name="connsiteX1206" fmla="*/ 380333 w 466725"/>
                <a:gd name="connsiteY1206" fmla="*/ 288893 h 781050"/>
                <a:gd name="connsiteX1207" fmla="*/ 381191 w 466725"/>
                <a:gd name="connsiteY1207" fmla="*/ 286607 h 781050"/>
                <a:gd name="connsiteX1208" fmla="*/ 380714 w 466725"/>
                <a:gd name="connsiteY1208" fmla="*/ 284607 h 781050"/>
                <a:gd name="connsiteX1209" fmla="*/ 380619 w 466725"/>
                <a:gd name="connsiteY1209" fmla="*/ 283940 h 781050"/>
                <a:gd name="connsiteX1210" fmla="*/ 380809 w 466725"/>
                <a:gd name="connsiteY1210" fmla="*/ 282797 h 781050"/>
                <a:gd name="connsiteX1211" fmla="*/ 381857 w 466725"/>
                <a:gd name="connsiteY1211" fmla="*/ 279845 h 781050"/>
                <a:gd name="connsiteX1212" fmla="*/ 382048 w 466725"/>
                <a:gd name="connsiteY1212" fmla="*/ 278797 h 781050"/>
                <a:gd name="connsiteX1213" fmla="*/ 381857 w 466725"/>
                <a:gd name="connsiteY1213" fmla="*/ 277940 h 781050"/>
                <a:gd name="connsiteX1214" fmla="*/ 381381 w 466725"/>
                <a:gd name="connsiteY1214" fmla="*/ 277273 h 781050"/>
                <a:gd name="connsiteX1215" fmla="*/ 380524 w 466725"/>
                <a:gd name="connsiteY1215" fmla="*/ 276606 h 781050"/>
                <a:gd name="connsiteX1216" fmla="*/ 377190 w 466725"/>
                <a:gd name="connsiteY1216" fmla="*/ 274606 h 781050"/>
                <a:gd name="connsiteX1217" fmla="*/ 376238 w 466725"/>
                <a:gd name="connsiteY1217" fmla="*/ 273749 h 781050"/>
                <a:gd name="connsiteX1218" fmla="*/ 375475 w 466725"/>
                <a:gd name="connsiteY1218" fmla="*/ 272891 h 781050"/>
                <a:gd name="connsiteX1219" fmla="*/ 375190 w 466725"/>
                <a:gd name="connsiteY1219" fmla="*/ 271748 h 781050"/>
                <a:gd name="connsiteX1220" fmla="*/ 375285 w 466725"/>
                <a:gd name="connsiteY1220" fmla="*/ 270510 h 781050"/>
                <a:gd name="connsiteX1221" fmla="*/ 375857 w 466725"/>
                <a:gd name="connsiteY1221" fmla="*/ 265843 h 781050"/>
                <a:gd name="connsiteX1222" fmla="*/ 376333 w 466725"/>
                <a:gd name="connsiteY1222" fmla="*/ 264795 h 781050"/>
                <a:gd name="connsiteX1223" fmla="*/ 377095 w 466725"/>
                <a:gd name="connsiteY1223" fmla="*/ 264033 h 781050"/>
                <a:gd name="connsiteX1224" fmla="*/ 379000 w 466725"/>
                <a:gd name="connsiteY1224" fmla="*/ 262890 h 781050"/>
                <a:gd name="connsiteX1225" fmla="*/ 380238 w 466725"/>
                <a:gd name="connsiteY1225" fmla="*/ 262414 h 781050"/>
                <a:gd name="connsiteX1226" fmla="*/ 381191 w 466725"/>
                <a:gd name="connsiteY1226" fmla="*/ 261842 h 781050"/>
                <a:gd name="connsiteX1227" fmla="*/ 381953 w 466725"/>
                <a:gd name="connsiteY1227" fmla="*/ 261080 h 781050"/>
                <a:gd name="connsiteX1228" fmla="*/ 382048 w 466725"/>
                <a:gd name="connsiteY1228" fmla="*/ 259937 h 781050"/>
                <a:gd name="connsiteX1229" fmla="*/ 381857 w 466725"/>
                <a:gd name="connsiteY1229" fmla="*/ 259175 h 781050"/>
                <a:gd name="connsiteX1230" fmla="*/ 381286 w 466725"/>
                <a:gd name="connsiteY1230" fmla="*/ 258413 h 781050"/>
                <a:gd name="connsiteX1231" fmla="*/ 380714 w 466725"/>
                <a:gd name="connsiteY1231" fmla="*/ 257937 h 781050"/>
                <a:gd name="connsiteX1232" fmla="*/ 379571 w 466725"/>
                <a:gd name="connsiteY1232" fmla="*/ 256604 h 781050"/>
                <a:gd name="connsiteX1233" fmla="*/ 379095 w 466725"/>
                <a:gd name="connsiteY1233" fmla="*/ 255746 h 781050"/>
                <a:gd name="connsiteX1234" fmla="*/ 379381 w 466725"/>
                <a:gd name="connsiteY1234" fmla="*/ 254318 h 781050"/>
                <a:gd name="connsiteX1235" fmla="*/ 380333 w 466725"/>
                <a:gd name="connsiteY1235" fmla="*/ 252222 h 781050"/>
                <a:gd name="connsiteX1236" fmla="*/ 385858 w 466725"/>
                <a:gd name="connsiteY1236" fmla="*/ 243935 h 781050"/>
                <a:gd name="connsiteX1237" fmla="*/ 388049 w 466725"/>
                <a:gd name="connsiteY1237" fmla="*/ 241840 h 781050"/>
                <a:gd name="connsiteX1238" fmla="*/ 389858 w 466725"/>
                <a:gd name="connsiteY1238" fmla="*/ 240602 h 781050"/>
                <a:gd name="connsiteX1239" fmla="*/ 392716 w 466725"/>
                <a:gd name="connsiteY1239" fmla="*/ 239078 h 781050"/>
                <a:gd name="connsiteX1240" fmla="*/ 399288 w 466725"/>
                <a:gd name="connsiteY1240" fmla="*/ 236601 h 781050"/>
                <a:gd name="connsiteX1241" fmla="*/ 400621 w 466725"/>
                <a:gd name="connsiteY1241" fmla="*/ 235649 h 781050"/>
                <a:gd name="connsiteX1242" fmla="*/ 410242 w 466725"/>
                <a:gd name="connsiteY1242" fmla="*/ 226981 h 781050"/>
                <a:gd name="connsiteX1243" fmla="*/ 413099 w 466725"/>
                <a:gd name="connsiteY1243" fmla="*/ 224981 h 781050"/>
                <a:gd name="connsiteX1244" fmla="*/ 417195 w 466725"/>
                <a:gd name="connsiteY1244" fmla="*/ 223647 h 781050"/>
                <a:gd name="connsiteX1245" fmla="*/ 422053 w 466725"/>
                <a:gd name="connsiteY1245" fmla="*/ 223171 h 781050"/>
                <a:gd name="connsiteX1246" fmla="*/ 423577 w 466725"/>
                <a:gd name="connsiteY1246" fmla="*/ 222790 h 781050"/>
                <a:gd name="connsiteX1247" fmla="*/ 425196 w 466725"/>
                <a:gd name="connsiteY1247" fmla="*/ 222123 h 781050"/>
                <a:gd name="connsiteX1248" fmla="*/ 426339 w 466725"/>
                <a:gd name="connsiteY1248" fmla="*/ 221171 h 781050"/>
                <a:gd name="connsiteX1249" fmla="*/ 429578 w 466725"/>
                <a:gd name="connsiteY1249" fmla="*/ 217265 h 781050"/>
                <a:gd name="connsiteX1250" fmla="*/ 430149 w 466725"/>
                <a:gd name="connsiteY1250" fmla="*/ 216408 h 781050"/>
                <a:gd name="connsiteX1251" fmla="*/ 430530 w 466725"/>
                <a:gd name="connsiteY1251" fmla="*/ 215456 h 781050"/>
                <a:gd name="connsiteX1252" fmla="*/ 430816 w 466725"/>
                <a:gd name="connsiteY1252" fmla="*/ 214598 h 781050"/>
                <a:gd name="connsiteX1253" fmla="*/ 431006 w 466725"/>
                <a:gd name="connsiteY1253" fmla="*/ 213455 h 781050"/>
                <a:gd name="connsiteX1254" fmla="*/ 431101 w 466725"/>
                <a:gd name="connsiteY1254" fmla="*/ 212027 h 781050"/>
                <a:gd name="connsiteX1255" fmla="*/ 430816 w 466725"/>
                <a:gd name="connsiteY1255" fmla="*/ 209931 h 781050"/>
                <a:gd name="connsiteX1256" fmla="*/ 430340 w 466725"/>
                <a:gd name="connsiteY1256" fmla="*/ 208121 h 781050"/>
                <a:gd name="connsiteX1257" fmla="*/ 428054 w 466725"/>
                <a:gd name="connsiteY1257" fmla="*/ 204025 h 781050"/>
                <a:gd name="connsiteX1258" fmla="*/ 427768 w 466725"/>
                <a:gd name="connsiteY1258" fmla="*/ 203264 h 781050"/>
                <a:gd name="connsiteX1259" fmla="*/ 427958 w 466725"/>
                <a:gd name="connsiteY1259" fmla="*/ 201168 h 781050"/>
                <a:gd name="connsiteX1260" fmla="*/ 428720 w 466725"/>
                <a:gd name="connsiteY1260" fmla="*/ 199358 h 781050"/>
                <a:gd name="connsiteX1261" fmla="*/ 429387 w 466725"/>
                <a:gd name="connsiteY1261" fmla="*/ 196787 h 781050"/>
                <a:gd name="connsiteX1262" fmla="*/ 429768 w 466725"/>
                <a:gd name="connsiteY1262" fmla="*/ 196025 h 781050"/>
                <a:gd name="connsiteX1263" fmla="*/ 430149 w 466725"/>
                <a:gd name="connsiteY1263" fmla="*/ 195263 h 781050"/>
                <a:gd name="connsiteX1264" fmla="*/ 430530 w 466725"/>
                <a:gd name="connsiteY1264" fmla="*/ 194882 h 781050"/>
                <a:gd name="connsiteX1265" fmla="*/ 431006 w 466725"/>
                <a:gd name="connsiteY1265" fmla="*/ 194500 h 781050"/>
                <a:gd name="connsiteX1266" fmla="*/ 433007 w 466725"/>
                <a:gd name="connsiteY1266" fmla="*/ 193548 h 781050"/>
                <a:gd name="connsiteX1267" fmla="*/ 433673 w 466725"/>
                <a:gd name="connsiteY1267" fmla="*/ 193072 h 781050"/>
                <a:gd name="connsiteX1268" fmla="*/ 434435 w 466725"/>
                <a:gd name="connsiteY1268" fmla="*/ 192405 h 781050"/>
                <a:gd name="connsiteX1269" fmla="*/ 436436 w 466725"/>
                <a:gd name="connsiteY1269" fmla="*/ 189929 h 781050"/>
                <a:gd name="connsiteX1270" fmla="*/ 437959 w 466725"/>
                <a:gd name="connsiteY1270" fmla="*/ 188595 h 781050"/>
                <a:gd name="connsiteX1271" fmla="*/ 438531 w 466725"/>
                <a:gd name="connsiteY1271" fmla="*/ 188404 h 781050"/>
                <a:gd name="connsiteX1272" fmla="*/ 442055 w 466725"/>
                <a:gd name="connsiteY1272" fmla="*/ 188500 h 781050"/>
                <a:gd name="connsiteX1273" fmla="*/ 443389 w 466725"/>
                <a:gd name="connsiteY1273" fmla="*/ 188404 h 781050"/>
                <a:gd name="connsiteX1274" fmla="*/ 444246 w 466725"/>
                <a:gd name="connsiteY1274" fmla="*/ 188024 h 781050"/>
                <a:gd name="connsiteX1275" fmla="*/ 445199 w 466725"/>
                <a:gd name="connsiteY1275" fmla="*/ 187547 h 781050"/>
                <a:gd name="connsiteX1276" fmla="*/ 447484 w 466725"/>
                <a:gd name="connsiteY1276" fmla="*/ 185166 h 781050"/>
                <a:gd name="connsiteX1277" fmla="*/ 453485 w 466725"/>
                <a:gd name="connsiteY1277" fmla="*/ 180880 h 781050"/>
                <a:gd name="connsiteX1278" fmla="*/ 454152 w 466725"/>
                <a:gd name="connsiteY1278" fmla="*/ 180118 h 781050"/>
                <a:gd name="connsiteX1279" fmla="*/ 454819 w 466725"/>
                <a:gd name="connsiteY1279" fmla="*/ 179070 h 781050"/>
                <a:gd name="connsiteX1280" fmla="*/ 456629 w 466725"/>
                <a:gd name="connsiteY1280" fmla="*/ 172688 h 781050"/>
                <a:gd name="connsiteX1281" fmla="*/ 457200 w 466725"/>
                <a:gd name="connsiteY1281" fmla="*/ 171545 h 781050"/>
                <a:gd name="connsiteX1282" fmla="*/ 457771 w 466725"/>
                <a:gd name="connsiteY1282" fmla="*/ 170688 h 781050"/>
                <a:gd name="connsiteX1283" fmla="*/ 458534 w 466725"/>
                <a:gd name="connsiteY1283" fmla="*/ 169831 h 781050"/>
                <a:gd name="connsiteX1284" fmla="*/ 459391 w 466725"/>
                <a:gd name="connsiteY1284" fmla="*/ 169354 h 781050"/>
                <a:gd name="connsiteX1285" fmla="*/ 461486 w 466725"/>
                <a:gd name="connsiteY1285" fmla="*/ 168593 h 781050"/>
                <a:gd name="connsiteX1286" fmla="*/ 462153 w 466725"/>
                <a:gd name="connsiteY1286" fmla="*/ 167926 h 781050"/>
                <a:gd name="connsiteX1287" fmla="*/ 463487 w 466725"/>
                <a:gd name="connsiteY1287" fmla="*/ 166402 h 781050"/>
                <a:gd name="connsiteX1288" fmla="*/ 464344 w 466725"/>
                <a:gd name="connsiteY1288" fmla="*/ 165640 h 781050"/>
                <a:gd name="connsiteX1289" fmla="*/ 468821 w 466725"/>
                <a:gd name="connsiteY1289" fmla="*/ 162306 h 781050"/>
                <a:gd name="connsiteX1290" fmla="*/ 470249 w 466725"/>
                <a:gd name="connsiteY1290" fmla="*/ 160782 h 781050"/>
                <a:gd name="connsiteX1291" fmla="*/ 471392 w 466725"/>
                <a:gd name="connsiteY1291" fmla="*/ 159258 h 781050"/>
                <a:gd name="connsiteX1292" fmla="*/ 472059 w 466725"/>
                <a:gd name="connsiteY1292" fmla="*/ 157829 h 781050"/>
                <a:gd name="connsiteX1293" fmla="*/ 472154 w 466725"/>
                <a:gd name="connsiteY1293" fmla="*/ 156496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</a:cxnLst>
              <a:rect l="l" t="t" r="r" b="b"/>
              <a:pathLst>
                <a:path w="466725" h="781050">
                  <a:moveTo>
                    <a:pt x="471964" y="154972"/>
                  </a:moveTo>
                  <a:lnTo>
                    <a:pt x="471392" y="153448"/>
                  </a:lnTo>
                  <a:lnTo>
                    <a:pt x="470249" y="151162"/>
                  </a:lnTo>
                  <a:lnTo>
                    <a:pt x="469868" y="149733"/>
                  </a:lnTo>
                  <a:lnTo>
                    <a:pt x="469583" y="147161"/>
                  </a:lnTo>
                  <a:lnTo>
                    <a:pt x="469106" y="146209"/>
                  </a:lnTo>
                  <a:lnTo>
                    <a:pt x="468154" y="145352"/>
                  </a:lnTo>
                  <a:lnTo>
                    <a:pt x="465106" y="143828"/>
                  </a:lnTo>
                  <a:lnTo>
                    <a:pt x="463963" y="143447"/>
                  </a:lnTo>
                  <a:lnTo>
                    <a:pt x="462820" y="143351"/>
                  </a:lnTo>
                  <a:lnTo>
                    <a:pt x="461867" y="143351"/>
                  </a:lnTo>
                  <a:lnTo>
                    <a:pt x="460629" y="143447"/>
                  </a:lnTo>
                  <a:lnTo>
                    <a:pt x="460343" y="143542"/>
                  </a:lnTo>
                  <a:lnTo>
                    <a:pt x="459581" y="143923"/>
                  </a:lnTo>
                  <a:lnTo>
                    <a:pt x="458629" y="144209"/>
                  </a:lnTo>
                  <a:lnTo>
                    <a:pt x="457581" y="144209"/>
                  </a:lnTo>
                  <a:lnTo>
                    <a:pt x="456438" y="144113"/>
                  </a:lnTo>
                  <a:lnTo>
                    <a:pt x="454533" y="143447"/>
                  </a:lnTo>
                  <a:lnTo>
                    <a:pt x="453771" y="143066"/>
                  </a:lnTo>
                  <a:lnTo>
                    <a:pt x="449866" y="140589"/>
                  </a:lnTo>
                  <a:lnTo>
                    <a:pt x="448913" y="140399"/>
                  </a:lnTo>
                  <a:lnTo>
                    <a:pt x="448437" y="140875"/>
                  </a:lnTo>
                  <a:lnTo>
                    <a:pt x="448437" y="141542"/>
                  </a:lnTo>
                  <a:lnTo>
                    <a:pt x="448723" y="143447"/>
                  </a:lnTo>
                  <a:lnTo>
                    <a:pt x="448628" y="143637"/>
                  </a:lnTo>
                  <a:lnTo>
                    <a:pt x="448532" y="143923"/>
                  </a:lnTo>
                  <a:lnTo>
                    <a:pt x="448246" y="144304"/>
                  </a:lnTo>
                  <a:lnTo>
                    <a:pt x="447484" y="144590"/>
                  </a:lnTo>
                  <a:lnTo>
                    <a:pt x="446627" y="144685"/>
                  </a:lnTo>
                  <a:lnTo>
                    <a:pt x="445770" y="144304"/>
                  </a:lnTo>
                  <a:lnTo>
                    <a:pt x="445199" y="144018"/>
                  </a:lnTo>
                  <a:lnTo>
                    <a:pt x="444722" y="143637"/>
                  </a:lnTo>
                  <a:lnTo>
                    <a:pt x="444341" y="143066"/>
                  </a:lnTo>
                  <a:lnTo>
                    <a:pt x="443865" y="141923"/>
                  </a:lnTo>
                  <a:lnTo>
                    <a:pt x="443198" y="139351"/>
                  </a:lnTo>
                  <a:lnTo>
                    <a:pt x="442722" y="135827"/>
                  </a:lnTo>
                  <a:lnTo>
                    <a:pt x="442341" y="134398"/>
                  </a:lnTo>
                  <a:lnTo>
                    <a:pt x="441674" y="132874"/>
                  </a:lnTo>
                  <a:lnTo>
                    <a:pt x="440436" y="131350"/>
                  </a:lnTo>
                  <a:lnTo>
                    <a:pt x="436626" y="128016"/>
                  </a:lnTo>
                  <a:lnTo>
                    <a:pt x="434721" y="125158"/>
                  </a:lnTo>
                  <a:lnTo>
                    <a:pt x="433768" y="120015"/>
                  </a:lnTo>
                  <a:lnTo>
                    <a:pt x="435102" y="114586"/>
                  </a:lnTo>
                  <a:lnTo>
                    <a:pt x="435864" y="104680"/>
                  </a:lnTo>
                  <a:lnTo>
                    <a:pt x="434721" y="98489"/>
                  </a:lnTo>
                  <a:lnTo>
                    <a:pt x="434054" y="96774"/>
                  </a:lnTo>
                  <a:lnTo>
                    <a:pt x="433197" y="95441"/>
                  </a:lnTo>
                  <a:lnTo>
                    <a:pt x="431959" y="94679"/>
                  </a:lnTo>
                  <a:lnTo>
                    <a:pt x="431292" y="94583"/>
                  </a:lnTo>
                  <a:lnTo>
                    <a:pt x="430435" y="94964"/>
                  </a:lnTo>
                  <a:lnTo>
                    <a:pt x="427672" y="98012"/>
                  </a:lnTo>
                  <a:lnTo>
                    <a:pt x="426911" y="98489"/>
                  </a:lnTo>
                  <a:lnTo>
                    <a:pt x="426434" y="98489"/>
                  </a:lnTo>
                  <a:lnTo>
                    <a:pt x="425767" y="98012"/>
                  </a:lnTo>
                  <a:lnTo>
                    <a:pt x="425291" y="97060"/>
                  </a:lnTo>
                  <a:lnTo>
                    <a:pt x="425005" y="95441"/>
                  </a:lnTo>
                  <a:lnTo>
                    <a:pt x="425005" y="93821"/>
                  </a:lnTo>
                  <a:lnTo>
                    <a:pt x="425101" y="92583"/>
                  </a:lnTo>
                  <a:lnTo>
                    <a:pt x="425863" y="89249"/>
                  </a:lnTo>
                  <a:lnTo>
                    <a:pt x="425958" y="88011"/>
                  </a:lnTo>
                  <a:lnTo>
                    <a:pt x="425958" y="86963"/>
                  </a:lnTo>
                  <a:lnTo>
                    <a:pt x="425767" y="85820"/>
                  </a:lnTo>
                  <a:lnTo>
                    <a:pt x="425767" y="84773"/>
                  </a:lnTo>
                  <a:lnTo>
                    <a:pt x="425958" y="83820"/>
                  </a:lnTo>
                  <a:lnTo>
                    <a:pt x="426339" y="82868"/>
                  </a:lnTo>
                  <a:lnTo>
                    <a:pt x="427006" y="81915"/>
                  </a:lnTo>
                  <a:lnTo>
                    <a:pt x="430625" y="78105"/>
                  </a:lnTo>
                  <a:lnTo>
                    <a:pt x="431959" y="76295"/>
                  </a:lnTo>
                  <a:lnTo>
                    <a:pt x="432625" y="75152"/>
                  </a:lnTo>
                  <a:lnTo>
                    <a:pt x="433102" y="73914"/>
                  </a:lnTo>
                  <a:lnTo>
                    <a:pt x="433292" y="72962"/>
                  </a:lnTo>
                  <a:lnTo>
                    <a:pt x="433102" y="72295"/>
                  </a:lnTo>
                  <a:lnTo>
                    <a:pt x="431101" y="68294"/>
                  </a:lnTo>
                  <a:lnTo>
                    <a:pt x="430816" y="66770"/>
                  </a:lnTo>
                  <a:lnTo>
                    <a:pt x="430625" y="65437"/>
                  </a:lnTo>
                  <a:lnTo>
                    <a:pt x="430435" y="64103"/>
                  </a:lnTo>
                  <a:lnTo>
                    <a:pt x="429863" y="63246"/>
                  </a:lnTo>
                  <a:lnTo>
                    <a:pt x="428720" y="62675"/>
                  </a:lnTo>
                  <a:lnTo>
                    <a:pt x="427863" y="62675"/>
                  </a:lnTo>
                  <a:lnTo>
                    <a:pt x="427101" y="62865"/>
                  </a:lnTo>
                  <a:lnTo>
                    <a:pt x="425672" y="63818"/>
                  </a:lnTo>
                  <a:lnTo>
                    <a:pt x="424910" y="64199"/>
                  </a:lnTo>
                  <a:lnTo>
                    <a:pt x="423767" y="64484"/>
                  </a:lnTo>
                  <a:lnTo>
                    <a:pt x="423196" y="64770"/>
                  </a:lnTo>
                  <a:lnTo>
                    <a:pt x="422624" y="65151"/>
                  </a:lnTo>
                  <a:lnTo>
                    <a:pt x="422338" y="65627"/>
                  </a:lnTo>
                  <a:lnTo>
                    <a:pt x="422053" y="66104"/>
                  </a:lnTo>
                  <a:lnTo>
                    <a:pt x="421958" y="66866"/>
                  </a:lnTo>
                  <a:lnTo>
                    <a:pt x="421958" y="68390"/>
                  </a:lnTo>
                  <a:lnTo>
                    <a:pt x="422529" y="71152"/>
                  </a:lnTo>
                  <a:lnTo>
                    <a:pt x="422434" y="71914"/>
                  </a:lnTo>
                  <a:lnTo>
                    <a:pt x="422148" y="72295"/>
                  </a:lnTo>
                  <a:lnTo>
                    <a:pt x="421767" y="72676"/>
                  </a:lnTo>
                  <a:lnTo>
                    <a:pt x="421291" y="72676"/>
                  </a:lnTo>
                  <a:lnTo>
                    <a:pt x="420624" y="72581"/>
                  </a:lnTo>
                  <a:lnTo>
                    <a:pt x="413480" y="69533"/>
                  </a:lnTo>
                  <a:lnTo>
                    <a:pt x="412433" y="69342"/>
                  </a:lnTo>
                  <a:lnTo>
                    <a:pt x="411480" y="69247"/>
                  </a:lnTo>
                  <a:lnTo>
                    <a:pt x="410623" y="69342"/>
                  </a:lnTo>
                  <a:lnTo>
                    <a:pt x="407956" y="69914"/>
                  </a:lnTo>
                  <a:lnTo>
                    <a:pt x="407003" y="69914"/>
                  </a:lnTo>
                  <a:lnTo>
                    <a:pt x="406146" y="69818"/>
                  </a:lnTo>
                  <a:lnTo>
                    <a:pt x="405098" y="69437"/>
                  </a:lnTo>
                  <a:lnTo>
                    <a:pt x="403955" y="68580"/>
                  </a:lnTo>
                  <a:lnTo>
                    <a:pt x="402908" y="67437"/>
                  </a:lnTo>
                  <a:lnTo>
                    <a:pt x="401860" y="65246"/>
                  </a:lnTo>
                  <a:lnTo>
                    <a:pt x="400431" y="61246"/>
                  </a:lnTo>
                  <a:lnTo>
                    <a:pt x="399193" y="58483"/>
                  </a:lnTo>
                  <a:lnTo>
                    <a:pt x="399002" y="57341"/>
                  </a:lnTo>
                  <a:lnTo>
                    <a:pt x="399097" y="56483"/>
                  </a:lnTo>
                  <a:lnTo>
                    <a:pt x="399383" y="55436"/>
                  </a:lnTo>
                  <a:lnTo>
                    <a:pt x="400621" y="51816"/>
                  </a:lnTo>
                  <a:lnTo>
                    <a:pt x="400907" y="50673"/>
                  </a:lnTo>
                  <a:lnTo>
                    <a:pt x="400717" y="49340"/>
                  </a:lnTo>
                  <a:lnTo>
                    <a:pt x="400241" y="47816"/>
                  </a:lnTo>
                  <a:lnTo>
                    <a:pt x="398145" y="42767"/>
                  </a:lnTo>
                  <a:lnTo>
                    <a:pt x="396430" y="40577"/>
                  </a:lnTo>
                  <a:lnTo>
                    <a:pt x="380333" y="25813"/>
                  </a:lnTo>
                  <a:lnTo>
                    <a:pt x="378428" y="23146"/>
                  </a:lnTo>
                  <a:lnTo>
                    <a:pt x="377476" y="21336"/>
                  </a:lnTo>
                  <a:lnTo>
                    <a:pt x="376809" y="19622"/>
                  </a:lnTo>
                  <a:lnTo>
                    <a:pt x="376523" y="17717"/>
                  </a:lnTo>
                  <a:lnTo>
                    <a:pt x="376333" y="16097"/>
                  </a:lnTo>
                  <a:lnTo>
                    <a:pt x="376428" y="11049"/>
                  </a:lnTo>
                  <a:lnTo>
                    <a:pt x="376238" y="9335"/>
                  </a:lnTo>
                  <a:lnTo>
                    <a:pt x="375761" y="8192"/>
                  </a:lnTo>
                  <a:lnTo>
                    <a:pt x="374999" y="7239"/>
                  </a:lnTo>
                  <a:lnTo>
                    <a:pt x="370904" y="4858"/>
                  </a:lnTo>
                  <a:lnTo>
                    <a:pt x="368999" y="3239"/>
                  </a:lnTo>
                  <a:lnTo>
                    <a:pt x="368141" y="2572"/>
                  </a:lnTo>
                  <a:lnTo>
                    <a:pt x="367093" y="2286"/>
                  </a:lnTo>
                  <a:lnTo>
                    <a:pt x="361093" y="1905"/>
                  </a:lnTo>
                  <a:lnTo>
                    <a:pt x="354901" y="0"/>
                  </a:lnTo>
                  <a:lnTo>
                    <a:pt x="353663" y="2000"/>
                  </a:lnTo>
                  <a:lnTo>
                    <a:pt x="352425" y="5906"/>
                  </a:lnTo>
                  <a:lnTo>
                    <a:pt x="351758" y="7049"/>
                  </a:lnTo>
                  <a:lnTo>
                    <a:pt x="350901" y="7906"/>
                  </a:lnTo>
                  <a:lnTo>
                    <a:pt x="347091" y="10192"/>
                  </a:lnTo>
                  <a:lnTo>
                    <a:pt x="346043" y="11621"/>
                  </a:lnTo>
                  <a:lnTo>
                    <a:pt x="345472" y="13335"/>
                  </a:lnTo>
                  <a:lnTo>
                    <a:pt x="345281" y="16954"/>
                  </a:lnTo>
                  <a:lnTo>
                    <a:pt x="345091" y="17717"/>
                  </a:lnTo>
                  <a:lnTo>
                    <a:pt x="344710" y="18479"/>
                  </a:lnTo>
                  <a:lnTo>
                    <a:pt x="342329" y="22574"/>
                  </a:lnTo>
                  <a:lnTo>
                    <a:pt x="341567" y="23432"/>
                  </a:lnTo>
                  <a:lnTo>
                    <a:pt x="340900" y="24098"/>
                  </a:lnTo>
                  <a:lnTo>
                    <a:pt x="339852" y="24765"/>
                  </a:lnTo>
                  <a:lnTo>
                    <a:pt x="337280" y="25718"/>
                  </a:lnTo>
                  <a:lnTo>
                    <a:pt x="334042" y="26384"/>
                  </a:lnTo>
                  <a:lnTo>
                    <a:pt x="332899" y="26765"/>
                  </a:lnTo>
                  <a:lnTo>
                    <a:pt x="329470" y="28385"/>
                  </a:lnTo>
                  <a:lnTo>
                    <a:pt x="328041" y="28766"/>
                  </a:lnTo>
                  <a:lnTo>
                    <a:pt x="326326" y="28956"/>
                  </a:lnTo>
                  <a:lnTo>
                    <a:pt x="320802" y="28194"/>
                  </a:lnTo>
                  <a:lnTo>
                    <a:pt x="316611" y="28099"/>
                  </a:lnTo>
                  <a:lnTo>
                    <a:pt x="313182" y="28575"/>
                  </a:lnTo>
                  <a:lnTo>
                    <a:pt x="311944" y="28575"/>
                  </a:lnTo>
                  <a:lnTo>
                    <a:pt x="308705" y="27718"/>
                  </a:lnTo>
                  <a:lnTo>
                    <a:pt x="305943" y="26384"/>
                  </a:lnTo>
                  <a:lnTo>
                    <a:pt x="303847" y="24956"/>
                  </a:lnTo>
                  <a:lnTo>
                    <a:pt x="297561" y="18955"/>
                  </a:lnTo>
                  <a:lnTo>
                    <a:pt x="293084" y="17812"/>
                  </a:lnTo>
                  <a:lnTo>
                    <a:pt x="291465" y="20098"/>
                  </a:lnTo>
                  <a:lnTo>
                    <a:pt x="291465" y="20955"/>
                  </a:lnTo>
                  <a:lnTo>
                    <a:pt x="291179" y="22289"/>
                  </a:lnTo>
                  <a:lnTo>
                    <a:pt x="291179" y="24003"/>
                  </a:lnTo>
                  <a:lnTo>
                    <a:pt x="290608" y="25337"/>
                  </a:lnTo>
                  <a:lnTo>
                    <a:pt x="289274" y="26670"/>
                  </a:lnTo>
                  <a:lnTo>
                    <a:pt x="285655" y="28575"/>
                  </a:lnTo>
                  <a:lnTo>
                    <a:pt x="283750" y="29242"/>
                  </a:lnTo>
                  <a:lnTo>
                    <a:pt x="280511" y="29623"/>
                  </a:lnTo>
                  <a:lnTo>
                    <a:pt x="278035" y="30861"/>
                  </a:lnTo>
                  <a:lnTo>
                    <a:pt x="276606" y="32290"/>
                  </a:lnTo>
                  <a:lnTo>
                    <a:pt x="276130" y="34004"/>
                  </a:lnTo>
                  <a:lnTo>
                    <a:pt x="276130" y="35719"/>
                  </a:lnTo>
                  <a:lnTo>
                    <a:pt x="275749" y="37243"/>
                  </a:lnTo>
                  <a:lnTo>
                    <a:pt x="274892" y="38195"/>
                  </a:lnTo>
                  <a:lnTo>
                    <a:pt x="271272" y="40291"/>
                  </a:lnTo>
                  <a:lnTo>
                    <a:pt x="266224" y="42386"/>
                  </a:lnTo>
                  <a:lnTo>
                    <a:pt x="264509" y="43720"/>
                  </a:lnTo>
                  <a:lnTo>
                    <a:pt x="263557" y="45053"/>
                  </a:lnTo>
                  <a:lnTo>
                    <a:pt x="262033" y="46006"/>
                  </a:lnTo>
                  <a:lnTo>
                    <a:pt x="258223" y="46387"/>
                  </a:lnTo>
                  <a:lnTo>
                    <a:pt x="248603" y="45053"/>
                  </a:lnTo>
                  <a:lnTo>
                    <a:pt x="230981" y="44768"/>
                  </a:lnTo>
                  <a:lnTo>
                    <a:pt x="228695" y="44387"/>
                  </a:lnTo>
                  <a:lnTo>
                    <a:pt x="224218" y="42863"/>
                  </a:lnTo>
                  <a:lnTo>
                    <a:pt x="213074" y="43053"/>
                  </a:lnTo>
                  <a:lnTo>
                    <a:pt x="209645" y="42767"/>
                  </a:lnTo>
                  <a:lnTo>
                    <a:pt x="204216" y="39433"/>
                  </a:lnTo>
                  <a:lnTo>
                    <a:pt x="201263" y="38291"/>
                  </a:lnTo>
                  <a:lnTo>
                    <a:pt x="193453" y="37814"/>
                  </a:lnTo>
                  <a:lnTo>
                    <a:pt x="190309" y="38862"/>
                  </a:lnTo>
                  <a:lnTo>
                    <a:pt x="184690" y="42291"/>
                  </a:lnTo>
                  <a:lnTo>
                    <a:pt x="181737" y="43529"/>
                  </a:lnTo>
                  <a:lnTo>
                    <a:pt x="178594" y="43625"/>
                  </a:lnTo>
                  <a:lnTo>
                    <a:pt x="175070" y="42672"/>
                  </a:lnTo>
                  <a:lnTo>
                    <a:pt x="171259" y="39815"/>
                  </a:lnTo>
                  <a:lnTo>
                    <a:pt x="166307" y="34004"/>
                  </a:lnTo>
                  <a:lnTo>
                    <a:pt x="164021" y="32195"/>
                  </a:lnTo>
                  <a:lnTo>
                    <a:pt x="159258" y="32195"/>
                  </a:lnTo>
                  <a:lnTo>
                    <a:pt x="156782" y="34385"/>
                  </a:lnTo>
                  <a:lnTo>
                    <a:pt x="157925" y="35528"/>
                  </a:lnTo>
                  <a:lnTo>
                    <a:pt x="158020" y="37052"/>
                  </a:lnTo>
                  <a:lnTo>
                    <a:pt x="157067" y="38672"/>
                  </a:lnTo>
                  <a:lnTo>
                    <a:pt x="157448" y="39815"/>
                  </a:lnTo>
                  <a:lnTo>
                    <a:pt x="159067" y="42100"/>
                  </a:lnTo>
                  <a:lnTo>
                    <a:pt x="162020" y="49530"/>
                  </a:lnTo>
                  <a:lnTo>
                    <a:pt x="163925" y="52388"/>
                  </a:lnTo>
                  <a:lnTo>
                    <a:pt x="164497" y="54674"/>
                  </a:lnTo>
                  <a:lnTo>
                    <a:pt x="164497" y="56769"/>
                  </a:lnTo>
                  <a:lnTo>
                    <a:pt x="163735" y="58293"/>
                  </a:lnTo>
                  <a:lnTo>
                    <a:pt x="162687" y="59531"/>
                  </a:lnTo>
                  <a:lnTo>
                    <a:pt x="160972" y="62008"/>
                  </a:lnTo>
                  <a:lnTo>
                    <a:pt x="159925" y="62675"/>
                  </a:lnTo>
                  <a:lnTo>
                    <a:pt x="157448" y="63627"/>
                  </a:lnTo>
                  <a:lnTo>
                    <a:pt x="156686" y="64675"/>
                  </a:lnTo>
                  <a:lnTo>
                    <a:pt x="156210" y="69152"/>
                  </a:lnTo>
                  <a:lnTo>
                    <a:pt x="155543" y="70771"/>
                  </a:lnTo>
                  <a:lnTo>
                    <a:pt x="154686" y="71628"/>
                  </a:lnTo>
                  <a:lnTo>
                    <a:pt x="153924" y="72295"/>
                  </a:lnTo>
                  <a:lnTo>
                    <a:pt x="153543" y="72962"/>
                  </a:lnTo>
                  <a:lnTo>
                    <a:pt x="154019" y="74486"/>
                  </a:lnTo>
                  <a:lnTo>
                    <a:pt x="154686" y="76105"/>
                  </a:lnTo>
                  <a:lnTo>
                    <a:pt x="156210" y="78677"/>
                  </a:lnTo>
                  <a:lnTo>
                    <a:pt x="156877" y="80677"/>
                  </a:lnTo>
                  <a:lnTo>
                    <a:pt x="157829" y="82201"/>
                  </a:lnTo>
                  <a:lnTo>
                    <a:pt x="159639" y="82963"/>
                  </a:lnTo>
                  <a:lnTo>
                    <a:pt x="161163" y="82296"/>
                  </a:lnTo>
                  <a:lnTo>
                    <a:pt x="164401" y="79820"/>
                  </a:lnTo>
                  <a:lnTo>
                    <a:pt x="167640" y="78391"/>
                  </a:lnTo>
                  <a:lnTo>
                    <a:pt x="170021" y="76200"/>
                  </a:lnTo>
                  <a:lnTo>
                    <a:pt x="171259" y="75343"/>
                  </a:lnTo>
                  <a:lnTo>
                    <a:pt x="172974" y="75248"/>
                  </a:lnTo>
                  <a:lnTo>
                    <a:pt x="175165" y="76105"/>
                  </a:lnTo>
                  <a:lnTo>
                    <a:pt x="177641" y="76772"/>
                  </a:lnTo>
                  <a:lnTo>
                    <a:pt x="184309" y="79724"/>
                  </a:lnTo>
                  <a:lnTo>
                    <a:pt x="190024" y="80010"/>
                  </a:lnTo>
                  <a:lnTo>
                    <a:pt x="192310" y="81248"/>
                  </a:lnTo>
                  <a:lnTo>
                    <a:pt x="194977" y="84868"/>
                  </a:lnTo>
                  <a:lnTo>
                    <a:pt x="197834" y="90773"/>
                  </a:lnTo>
                  <a:lnTo>
                    <a:pt x="199739" y="93250"/>
                  </a:lnTo>
                  <a:lnTo>
                    <a:pt x="201263" y="94298"/>
                  </a:lnTo>
                  <a:lnTo>
                    <a:pt x="202692" y="94298"/>
                  </a:lnTo>
                  <a:lnTo>
                    <a:pt x="203645" y="94869"/>
                  </a:lnTo>
                  <a:lnTo>
                    <a:pt x="204121" y="96298"/>
                  </a:lnTo>
                  <a:lnTo>
                    <a:pt x="204692" y="97346"/>
                  </a:lnTo>
                  <a:lnTo>
                    <a:pt x="205740" y="97822"/>
                  </a:lnTo>
                  <a:lnTo>
                    <a:pt x="212026" y="96869"/>
                  </a:lnTo>
                  <a:lnTo>
                    <a:pt x="213741" y="97155"/>
                  </a:lnTo>
                  <a:lnTo>
                    <a:pt x="215075" y="98012"/>
                  </a:lnTo>
                  <a:lnTo>
                    <a:pt x="216313" y="99536"/>
                  </a:lnTo>
                  <a:lnTo>
                    <a:pt x="220694" y="102489"/>
                  </a:lnTo>
                  <a:lnTo>
                    <a:pt x="222218" y="104680"/>
                  </a:lnTo>
                  <a:lnTo>
                    <a:pt x="222599" y="107252"/>
                  </a:lnTo>
                  <a:lnTo>
                    <a:pt x="219646" y="117158"/>
                  </a:lnTo>
                  <a:lnTo>
                    <a:pt x="218789" y="122111"/>
                  </a:lnTo>
                  <a:lnTo>
                    <a:pt x="218789" y="124873"/>
                  </a:lnTo>
                  <a:lnTo>
                    <a:pt x="217075" y="129254"/>
                  </a:lnTo>
                  <a:lnTo>
                    <a:pt x="215646" y="131350"/>
                  </a:lnTo>
                  <a:lnTo>
                    <a:pt x="213550" y="130778"/>
                  </a:lnTo>
                  <a:lnTo>
                    <a:pt x="211074" y="130493"/>
                  </a:lnTo>
                  <a:lnTo>
                    <a:pt x="208883" y="130874"/>
                  </a:lnTo>
                  <a:lnTo>
                    <a:pt x="203073" y="134493"/>
                  </a:lnTo>
                  <a:lnTo>
                    <a:pt x="196787" y="136493"/>
                  </a:lnTo>
                  <a:lnTo>
                    <a:pt x="194500" y="138113"/>
                  </a:lnTo>
                  <a:lnTo>
                    <a:pt x="193072" y="141351"/>
                  </a:lnTo>
                  <a:lnTo>
                    <a:pt x="192976" y="143542"/>
                  </a:lnTo>
                  <a:lnTo>
                    <a:pt x="194310" y="148114"/>
                  </a:lnTo>
                  <a:lnTo>
                    <a:pt x="193834" y="150304"/>
                  </a:lnTo>
                  <a:lnTo>
                    <a:pt x="189929" y="154400"/>
                  </a:lnTo>
                  <a:lnTo>
                    <a:pt x="185166" y="158306"/>
                  </a:lnTo>
                  <a:lnTo>
                    <a:pt x="182880" y="159449"/>
                  </a:lnTo>
                  <a:lnTo>
                    <a:pt x="178403" y="160782"/>
                  </a:lnTo>
                  <a:lnTo>
                    <a:pt x="176308" y="161925"/>
                  </a:lnTo>
                  <a:lnTo>
                    <a:pt x="175260" y="164021"/>
                  </a:lnTo>
                  <a:lnTo>
                    <a:pt x="174974" y="166878"/>
                  </a:lnTo>
                  <a:lnTo>
                    <a:pt x="175736" y="170974"/>
                  </a:lnTo>
                  <a:lnTo>
                    <a:pt x="175927" y="175546"/>
                  </a:lnTo>
                  <a:lnTo>
                    <a:pt x="173926" y="177832"/>
                  </a:lnTo>
                  <a:lnTo>
                    <a:pt x="173165" y="178975"/>
                  </a:lnTo>
                  <a:lnTo>
                    <a:pt x="173069" y="180785"/>
                  </a:lnTo>
                  <a:lnTo>
                    <a:pt x="173736" y="183261"/>
                  </a:lnTo>
                  <a:lnTo>
                    <a:pt x="173736" y="185547"/>
                  </a:lnTo>
                  <a:lnTo>
                    <a:pt x="172021" y="187166"/>
                  </a:lnTo>
                  <a:lnTo>
                    <a:pt x="169259" y="187643"/>
                  </a:lnTo>
                  <a:lnTo>
                    <a:pt x="162592" y="192405"/>
                  </a:lnTo>
                  <a:lnTo>
                    <a:pt x="160877" y="194691"/>
                  </a:lnTo>
                  <a:lnTo>
                    <a:pt x="160306" y="196596"/>
                  </a:lnTo>
                  <a:lnTo>
                    <a:pt x="160211" y="198406"/>
                  </a:lnTo>
                  <a:lnTo>
                    <a:pt x="159449" y="199644"/>
                  </a:lnTo>
                  <a:lnTo>
                    <a:pt x="157353" y="200882"/>
                  </a:lnTo>
                  <a:lnTo>
                    <a:pt x="154876" y="201835"/>
                  </a:lnTo>
                  <a:lnTo>
                    <a:pt x="152019" y="202216"/>
                  </a:lnTo>
                  <a:lnTo>
                    <a:pt x="149924" y="203073"/>
                  </a:lnTo>
                  <a:lnTo>
                    <a:pt x="147542" y="203549"/>
                  </a:lnTo>
                  <a:lnTo>
                    <a:pt x="144399" y="205835"/>
                  </a:lnTo>
                  <a:lnTo>
                    <a:pt x="142018" y="208312"/>
                  </a:lnTo>
                  <a:lnTo>
                    <a:pt x="140494" y="209455"/>
                  </a:lnTo>
                  <a:lnTo>
                    <a:pt x="138303" y="210788"/>
                  </a:lnTo>
                  <a:lnTo>
                    <a:pt x="137065" y="212312"/>
                  </a:lnTo>
                  <a:lnTo>
                    <a:pt x="135160" y="213455"/>
                  </a:lnTo>
                  <a:lnTo>
                    <a:pt x="133541" y="213836"/>
                  </a:lnTo>
                  <a:lnTo>
                    <a:pt x="131826" y="212503"/>
                  </a:lnTo>
                  <a:lnTo>
                    <a:pt x="129635" y="208407"/>
                  </a:lnTo>
                  <a:lnTo>
                    <a:pt x="128302" y="206978"/>
                  </a:lnTo>
                  <a:lnTo>
                    <a:pt x="126587" y="206312"/>
                  </a:lnTo>
                  <a:lnTo>
                    <a:pt x="125063" y="206407"/>
                  </a:lnTo>
                  <a:lnTo>
                    <a:pt x="122301" y="208788"/>
                  </a:lnTo>
                  <a:lnTo>
                    <a:pt x="119063" y="209169"/>
                  </a:lnTo>
                  <a:lnTo>
                    <a:pt x="117348" y="209836"/>
                  </a:lnTo>
                  <a:lnTo>
                    <a:pt x="115157" y="211741"/>
                  </a:lnTo>
                  <a:lnTo>
                    <a:pt x="112395" y="212979"/>
                  </a:lnTo>
                  <a:lnTo>
                    <a:pt x="110966" y="212598"/>
                  </a:lnTo>
                  <a:lnTo>
                    <a:pt x="109823" y="212027"/>
                  </a:lnTo>
                  <a:lnTo>
                    <a:pt x="108966" y="209550"/>
                  </a:lnTo>
                  <a:lnTo>
                    <a:pt x="108299" y="208312"/>
                  </a:lnTo>
                  <a:lnTo>
                    <a:pt x="107251" y="208026"/>
                  </a:lnTo>
                  <a:lnTo>
                    <a:pt x="105823" y="208693"/>
                  </a:lnTo>
                  <a:lnTo>
                    <a:pt x="104299" y="210407"/>
                  </a:lnTo>
                  <a:lnTo>
                    <a:pt x="100393" y="215646"/>
                  </a:lnTo>
                  <a:lnTo>
                    <a:pt x="99441" y="218408"/>
                  </a:lnTo>
                  <a:lnTo>
                    <a:pt x="99250" y="222885"/>
                  </a:lnTo>
                  <a:lnTo>
                    <a:pt x="99632" y="226314"/>
                  </a:lnTo>
                  <a:lnTo>
                    <a:pt x="99441" y="229553"/>
                  </a:lnTo>
                  <a:lnTo>
                    <a:pt x="99060" y="231648"/>
                  </a:lnTo>
                  <a:lnTo>
                    <a:pt x="96298" y="236411"/>
                  </a:lnTo>
                  <a:lnTo>
                    <a:pt x="91535" y="239268"/>
                  </a:lnTo>
                  <a:lnTo>
                    <a:pt x="90392" y="240221"/>
                  </a:lnTo>
                  <a:lnTo>
                    <a:pt x="88868" y="242125"/>
                  </a:lnTo>
                  <a:lnTo>
                    <a:pt x="88011" y="244221"/>
                  </a:lnTo>
                  <a:lnTo>
                    <a:pt x="87725" y="250793"/>
                  </a:lnTo>
                  <a:lnTo>
                    <a:pt x="87154" y="252222"/>
                  </a:lnTo>
                  <a:lnTo>
                    <a:pt x="86201" y="252984"/>
                  </a:lnTo>
                  <a:lnTo>
                    <a:pt x="84296" y="253651"/>
                  </a:lnTo>
                  <a:lnTo>
                    <a:pt x="83725" y="254127"/>
                  </a:lnTo>
                  <a:lnTo>
                    <a:pt x="83820" y="254889"/>
                  </a:lnTo>
                  <a:lnTo>
                    <a:pt x="85154" y="257080"/>
                  </a:lnTo>
                  <a:lnTo>
                    <a:pt x="85725" y="258699"/>
                  </a:lnTo>
                  <a:lnTo>
                    <a:pt x="85534" y="260509"/>
                  </a:lnTo>
                  <a:lnTo>
                    <a:pt x="84582" y="261938"/>
                  </a:lnTo>
                  <a:lnTo>
                    <a:pt x="83629" y="262223"/>
                  </a:lnTo>
                  <a:lnTo>
                    <a:pt x="82772" y="261747"/>
                  </a:lnTo>
                  <a:lnTo>
                    <a:pt x="79534" y="256794"/>
                  </a:lnTo>
                  <a:lnTo>
                    <a:pt x="77819" y="255937"/>
                  </a:lnTo>
                  <a:lnTo>
                    <a:pt x="76009" y="256223"/>
                  </a:lnTo>
                  <a:lnTo>
                    <a:pt x="74200" y="257747"/>
                  </a:lnTo>
                  <a:lnTo>
                    <a:pt x="72009" y="261175"/>
                  </a:lnTo>
                  <a:lnTo>
                    <a:pt x="67342" y="271177"/>
                  </a:lnTo>
                  <a:lnTo>
                    <a:pt x="66294" y="274415"/>
                  </a:lnTo>
                  <a:lnTo>
                    <a:pt x="66008" y="279845"/>
                  </a:lnTo>
                  <a:lnTo>
                    <a:pt x="66580" y="287465"/>
                  </a:lnTo>
                  <a:lnTo>
                    <a:pt x="64770" y="292894"/>
                  </a:lnTo>
                  <a:lnTo>
                    <a:pt x="62865" y="296418"/>
                  </a:lnTo>
                  <a:lnTo>
                    <a:pt x="60865" y="298037"/>
                  </a:lnTo>
                  <a:lnTo>
                    <a:pt x="56959" y="298609"/>
                  </a:lnTo>
                  <a:lnTo>
                    <a:pt x="55340" y="300514"/>
                  </a:lnTo>
                  <a:lnTo>
                    <a:pt x="54197" y="303848"/>
                  </a:lnTo>
                  <a:lnTo>
                    <a:pt x="53530" y="316135"/>
                  </a:lnTo>
                  <a:lnTo>
                    <a:pt x="53054" y="317754"/>
                  </a:lnTo>
                  <a:lnTo>
                    <a:pt x="52768" y="319850"/>
                  </a:lnTo>
                  <a:lnTo>
                    <a:pt x="53530" y="330708"/>
                  </a:lnTo>
                  <a:lnTo>
                    <a:pt x="53150" y="333756"/>
                  </a:lnTo>
                  <a:lnTo>
                    <a:pt x="51340" y="338614"/>
                  </a:lnTo>
                  <a:lnTo>
                    <a:pt x="50483" y="342995"/>
                  </a:lnTo>
                  <a:lnTo>
                    <a:pt x="48292" y="348901"/>
                  </a:lnTo>
                  <a:lnTo>
                    <a:pt x="48196" y="354997"/>
                  </a:lnTo>
                  <a:lnTo>
                    <a:pt x="46863" y="357759"/>
                  </a:lnTo>
                  <a:lnTo>
                    <a:pt x="43529" y="361188"/>
                  </a:lnTo>
                  <a:lnTo>
                    <a:pt x="42100" y="362331"/>
                  </a:lnTo>
                  <a:lnTo>
                    <a:pt x="33242" y="366808"/>
                  </a:lnTo>
                  <a:lnTo>
                    <a:pt x="25813" y="371666"/>
                  </a:lnTo>
                  <a:lnTo>
                    <a:pt x="24479" y="372904"/>
                  </a:lnTo>
                  <a:lnTo>
                    <a:pt x="23622" y="374047"/>
                  </a:lnTo>
                  <a:lnTo>
                    <a:pt x="22955" y="375571"/>
                  </a:lnTo>
                  <a:lnTo>
                    <a:pt x="22670" y="376809"/>
                  </a:lnTo>
                  <a:lnTo>
                    <a:pt x="21526" y="384810"/>
                  </a:lnTo>
                  <a:lnTo>
                    <a:pt x="20288" y="389287"/>
                  </a:lnTo>
                  <a:lnTo>
                    <a:pt x="20098" y="390716"/>
                  </a:lnTo>
                  <a:lnTo>
                    <a:pt x="20193" y="392430"/>
                  </a:lnTo>
                  <a:lnTo>
                    <a:pt x="20860" y="395002"/>
                  </a:lnTo>
                  <a:lnTo>
                    <a:pt x="21908" y="397383"/>
                  </a:lnTo>
                  <a:lnTo>
                    <a:pt x="22479" y="398431"/>
                  </a:lnTo>
                  <a:lnTo>
                    <a:pt x="23432" y="399479"/>
                  </a:lnTo>
                  <a:lnTo>
                    <a:pt x="24384" y="400241"/>
                  </a:lnTo>
                  <a:lnTo>
                    <a:pt x="25527" y="400812"/>
                  </a:lnTo>
                  <a:lnTo>
                    <a:pt x="26670" y="401003"/>
                  </a:lnTo>
                  <a:lnTo>
                    <a:pt x="27432" y="401003"/>
                  </a:lnTo>
                  <a:lnTo>
                    <a:pt x="28004" y="400907"/>
                  </a:lnTo>
                  <a:lnTo>
                    <a:pt x="29813" y="400241"/>
                  </a:lnTo>
                  <a:lnTo>
                    <a:pt x="30766" y="400050"/>
                  </a:lnTo>
                  <a:lnTo>
                    <a:pt x="31528" y="400050"/>
                  </a:lnTo>
                  <a:lnTo>
                    <a:pt x="32385" y="400526"/>
                  </a:lnTo>
                  <a:lnTo>
                    <a:pt x="33147" y="401384"/>
                  </a:lnTo>
                  <a:lnTo>
                    <a:pt x="33623" y="402336"/>
                  </a:lnTo>
                  <a:lnTo>
                    <a:pt x="33909" y="403765"/>
                  </a:lnTo>
                  <a:lnTo>
                    <a:pt x="34100" y="404813"/>
                  </a:lnTo>
                  <a:lnTo>
                    <a:pt x="34195" y="407384"/>
                  </a:lnTo>
                  <a:lnTo>
                    <a:pt x="34195" y="419386"/>
                  </a:lnTo>
                  <a:lnTo>
                    <a:pt x="36100" y="429673"/>
                  </a:lnTo>
                  <a:lnTo>
                    <a:pt x="35814" y="431578"/>
                  </a:lnTo>
                  <a:lnTo>
                    <a:pt x="35242" y="432816"/>
                  </a:lnTo>
                  <a:lnTo>
                    <a:pt x="34480" y="433483"/>
                  </a:lnTo>
                  <a:lnTo>
                    <a:pt x="29623" y="435769"/>
                  </a:lnTo>
                  <a:lnTo>
                    <a:pt x="28670" y="436626"/>
                  </a:lnTo>
                  <a:lnTo>
                    <a:pt x="28004" y="437579"/>
                  </a:lnTo>
                  <a:lnTo>
                    <a:pt x="27242" y="439388"/>
                  </a:lnTo>
                  <a:lnTo>
                    <a:pt x="27051" y="440531"/>
                  </a:lnTo>
                  <a:lnTo>
                    <a:pt x="27051" y="441579"/>
                  </a:lnTo>
                  <a:lnTo>
                    <a:pt x="27337" y="442150"/>
                  </a:lnTo>
                  <a:lnTo>
                    <a:pt x="27718" y="442627"/>
                  </a:lnTo>
                  <a:lnTo>
                    <a:pt x="28384" y="442913"/>
                  </a:lnTo>
                  <a:lnTo>
                    <a:pt x="29337" y="443103"/>
                  </a:lnTo>
                  <a:lnTo>
                    <a:pt x="30385" y="443008"/>
                  </a:lnTo>
                  <a:lnTo>
                    <a:pt x="31337" y="442532"/>
                  </a:lnTo>
                  <a:lnTo>
                    <a:pt x="33052" y="441579"/>
                  </a:lnTo>
                  <a:lnTo>
                    <a:pt x="35147" y="440055"/>
                  </a:lnTo>
                  <a:lnTo>
                    <a:pt x="35909" y="439769"/>
                  </a:lnTo>
                  <a:lnTo>
                    <a:pt x="36767" y="439674"/>
                  </a:lnTo>
                  <a:lnTo>
                    <a:pt x="37529" y="439674"/>
                  </a:lnTo>
                  <a:lnTo>
                    <a:pt x="39243" y="440150"/>
                  </a:lnTo>
                  <a:lnTo>
                    <a:pt x="40100" y="440531"/>
                  </a:lnTo>
                  <a:lnTo>
                    <a:pt x="40862" y="441008"/>
                  </a:lnTo>
                  <a:lnTo>
                    <a:pt x="41720" y="441579"/>
                  </a:lnTo>
                  <a:lnTo>
                    <a:pt x="41910" y="442150"/>
                  </a:lnTo>
                  <a:lnTo>
                    <a:pt x="41910" y="442817"/>
                  </a:lnTo>
                  <a:lnTo>
                    <a:pt x="41815" y="443484"/>
                  </a:lnTo>
                  <a:lnTo>
                    <a:pt x="41624" y="448913"/>
                  </a:lnTo>
                  <a:lnTo>
                    <a:pt x="41720" y="449866"/>
                  </a:lnTo>
                  <a:lnTo>
                    <a:pt x="42100" y="450628"/>
                  </a:lnTo>
                  <a:lnTo>
                    <a:pt x="42482" y="451104"/>
                  </a:lnTo>
                  <a:lnTo>
                    <a:pt x="43243" y="452533"/>
                  </a:lnTo>
                  <a:lnTo>
                    <a:pt x="42672" y="453962"/>
                  </a:lnTo>
                  <a:lnTo>
                    <a:pt x="41910" y="455295"/>
                  </a:lnTo>
                  <a:lnTo>
                    <a:pt x="41148" y="457295"/>
                  </a:lnTo>
                  <a:lnTo>
                    <a:pt x="40862" y="458438"/>
                  </a:lnTo>
                  <a:lnTo>
                    <a:pt x="40481" y="466249"/>
                  </a:lnTo>
                  <a:lnTo>
                    <a:pt x="40672" y="468154"/>
                  </a:lnTo>
                  <a:lnTo>
                    <a:pt x="41053" y="469868"/>
                  </a:lnTo>
                  <a:lnTo>
                    <a:pt x="41624" y="471107"/>
                  </a:lnTo>
                  <a:lnTo>
                    <a:pt x="42196" y="473393"/>
                  </a:lnTo>
                  <a:lnTo>
                    <a:pt x="42291" y="474536"/>
                  </a:lnTo>
                  <a:lnTo>
                    <a:pt x="41720" y="475488"/>
                  </a:lnTo>
                  <a:lnTo>
                    <a:pt x="40958" y="475869"/>
                  </a:lnTo>
                  <a:lnTo>
                    <a:pt x="38671" y="476726"/>
                  </a:lnTo>
                  <a:lnTo>
                    <a:pt x="37529" y="477393"/>
                  </a:lnTo>
                  <a:lnTo>
                    <a:pt x="36290" y="478346"/>
                  </a:lnTo>
                  <a:lnTo>
                    <a:pt x="33052" y="481394"/>
                  </a:lnTo>
                  <a:lnTo>
                    <a:pt x="31623" y="482441"/>
                  </a:lnTo>
                  <a:lnTo>
                    <a:pt x="30099" y="483013"/>
                  </a:lnTo>
                  <a:lnTo>
                    <a:pt x="28861" y="483203"/>
                  </a:lnTo>
                  <a:lnTo>
                    <a:pt x="22288" y="483870"/>
                  </a:lnTo>
                  <a:lnTo>
                    <a:pt x="20860" y="484442"/>
                  </a:lnTo>
                  <a:lnTo>
                    <a:pt x="19717" y="485204"/>
                  </a:lnTo>
                  <a:lnTo>
                    <a:pt x="18955" y="486728"/>
                  </a:lnTo>
                  <a:lnTo>
                    <a:pt x="18764" y="488252"/>
                  </a:lnTo>
                  <a:lnTo>
                    <a:pt x="18859" y="489585"/>
                  </a:lnTo>
                  <a:lnTo>
                    <a:pt x="18859" y="491300"/>
                  </a:lnTo>
                  <a:lnTo>
                    <a:pt x="17717" y="495205"/>
                  </a:lnTo>
                  <a:lnTo>
                    <a:pt x="17717" y="496443"/>
                  </a:lnTo>
                  <a:lnTo>
                    <a:pt x="18193" y="497205"/>
                  </a:lnTo>
                  <a:lnTo>
                    <a:pt x="19145" y="497586"/>
                  </a:lnTo>
                  <a:lnTo>
                    <a:pt x="28480" y="498062"/>
                  </a:lnTo>
                  <a:lnTo>
                    <a:pt x="29337" y="498253"/>
                  </a:lnTo>
                  <a:lnTo>
                    <a:pt x="30194" y="498539"/>
                  </a:lnTo>
                  <a:lnTo>
                    <a:pt x="31147" y="499015"/>
                  </a:lnTo>
                  <a:lnTo>
                    <a:pt x="33814" y="506540"/>
                  </a:lnTo>
                  <a:lnTo>
                    <a:pt x="34195" y="509588"/>
                  </a:lnTo>
                  <a:lnTo>
                    <a:pt x="34004" y="511112"/>
                  </a:lnTo>
                  <a:lnTo>
                    <a:pt x="33909" y="511683"/>
                  </a:lnTo>
                  <a:lnTo>
                    <a:pt x="33623" y="512445"/>
                  </a:lnTo>
                  <a:lnTo>
                    <a:pt x="32766" y="515684"/>
                  </a:lnTo>
                  <a:lnTo>
                    <a:pt x="32099" y="522351"/>
                  </a:lnTo>
                  <a:lnTo>
                    <a:pt x="31623" y="524161"/>
                  </a:lnTo>
                  <a:lnTo>
                    <a:pt x="31242" y="525304"/>
                  </a:lnTo>
                  <a:lnTo>
                    <a:pt x="30671" y="525494"/>
                  </a:lnTo>
                  <a:lnTo>
                    <a:pt x="29813" y="525590"/>
                  </a:lnTo>
                  <a:lnTo>
                    <a:pt x="28766" y="525399"/>
                  </a:lnTo>
                  <a:lnTo>
                    <a:pt x="27432" y="524923"/>
                  </a:lnTo>
                  <a:lnTo>
                    <a:pt x="23813" y="523113"/>
                  </a:lnTo>
                  <a:lnTo>
                    <a:pt x="23050" y="522732"/>
                  </a:lnTo>
                  <a:lnTo>
                    <a:pt x="22098" y="523113"/>
                  </a:lnTo>
                  <a:lnTo>
                    <a:pt x="21241" y="523970"/>
                  </a:lnTo>
                  <a:lnTo>
                    <a:pt x="19717" y="526352"/>
                  </a:lnTo>
                  <a:lnTo>
                    <a:pt x="19145" y="527590"/>
                  </a:lnTo>
                  <a:lnTo>
                    <a:pt x="18955" y="528733"/>
                  </a:lnTo>
                  <a:lnTo>
                    <a:pt x="19241" y="529209"/>
                  </a:lnTo>
                  <a:lnTo>
                    <a:pt x="19812" y="529781"/>
                  </a:lnTo>
                  <a:lnTo>
                    <a:pt x="20383" y="530162"/>
                  </a:lnTo>
                  <a:lnTo>
                    <a:pt x="21241" y="530447"/>
                  </a:lnTo>
                  <a:lnTo>
                    <a:pt x="24575" y="531019"/>
                  </a:lnTo>
                  <a:lnTo>
                    <a:pt x="25432" y="531305"/>
                  </a:lnTo>
                  <a:lnTo>
                    <a:pt x="25908" y="531971"/>
                  </a:lnTo>
                  <a:lnTo>
                    <a:pt x="26003" y="533305"/>
                  </a:lnTo>
                  <a:lnTo>
                    <a:pt x="25717" y="534448"/>
                  </a:lnTo>
                  <a:lnTo>
                    <a:pt x="25241" y="535305"/>
                  </a:lnTo>
                  <a:lnTo>
                    <a:pt x="24765" y="535877"/>
                  </a:lnTo>
                  <a:lnTo>
                    <a:pt x="24384" y="536353"/>
                  </a:lnTo>
                  <a:lnTo>
                    <a:pt x="23336" y="537115"/>
                  </a:lnTo>
                  <a:lnTo>
                    <a:pt x="21526" y="538067"/>
                  </a:lnTo>
                  <a:lnTo>
                    <a:pt x="19336" y="538734"/>
                  </a:lnTo>
                  <a:lnTo>
                    <a:pt x="18193" y="539306"/>
                  </a:lnTo>
                  <a:lnTo>
                    <a:pt x="17336" y="540163"/>
                  </a:lnTo>
                  <a:lnTo>
                    <a:pt x="17145" y="541020"/>
                  </a:lnTo>
                  <a:lnTo>
                    <a:pt x="17431" y="542068"/>
                  </a:lnTo>
                  <a:lnTo>
                    <a:pt x="18383" y="542735"/>
                  </a:lnTo>
                  <a:lnTo>
                    <a:pt x="19717" y="543306"/>
                  </a:lnTo>
                  <a:lnTo>
                    <a:pt x="22860" y="544068"/>
                  </a:lnTo>
                  <a:lnTo>
                    <a:pt x="24098" y="544259"/>
                  </a:lnTo>
                  <a:lnTo>
                    <a:pt x="25241" y="544163"/>
                  </a:lnTo>
                  <a:lnTo>
                    <a:pt x="25813" y="543973"/>
                  </a:lnTo>
                  <a:lnTo>
                    <a:pt x="26194" y="543592"/>
                  </a:lnTo>
                  <a:lnTo>
                    <a:pt x="26289" y="543211"/>
                  </a:lnTo>
                  <a:lnTo>
                    <a:pt x="26289" y="542735"/>
                  </a:lnTo>
                  <a:lnTo>
                    <a:pt x="26194" y="542068"/>
                  </a:lnTo>
                  <a:lnTo>
                    <a:pt x="26099" y="541496"/>
                  </a:lnTo>
                  <a:lnTo>
                    <a:pt x="26194" y="540925"/>
                  </a:lnTo>
                  <a:lnTo>
                    <a:pt x="26479" y="540163"/>
                  </a:lnTo>
                  <a:lnTo>
                    <a:pt x="26956" y="539401"/>
                  </a:lnTo>
                  <a:lnTo>
                    <a:pt x="27718" y="538734"/>
                  </a:lnTo>
                  <a:lnTo>
                    <a:pt x="28670" y="538258"/>
                  </a:lnTo>
                  <a:lnTo>
                    <a:pt x="29718" y="538067"/>
                  </a:lnTo>
                  <a:lnTo>
                    <a:pt x="30956" y="538163"/>
                  </a:lnTo>
                  <a:lnTo>
                    <a:pt x="32004" y="538734"/>
                  </a:lnTo>
                  <a:lnTo>
                    <a:pt x="32766" y="539782"/>
                  </a:lnTo>
                  <a:lnTo>
                    <a:pt x="33242" y="541020"/>
                  </a:lnTo>
                  <a:lnTo>
                    <a:pt x="34385" y="545592"/>
                  </a:lnTo>
                  <a:lnTo>
                    <a:pt x="35242" y="547497"/>
                  </a:lnTo>
                  <a:lnTo>
                    <a:pt x="36195" y="548831"/>
                  </a:lnTo>
                  <a:lnTo>
                    <a:pt x="37719" y="549974"/>
                  </a:lnTo>
                  <a:lnTo>
                    <a:pt x="39148" y="550640"/>
                  </a:lnTo>
                  <a:lnTo>
                    <a:pt x="43625" y="551688"/>
                  </a:lnTo>
                  <a:lnTo>
                    <a:pt x="44958" y="552164"/>
                  </a:lnTo>
                  <a:lnTo>
                    <a:pt x="46006" y="552831"/>
                  </a:lnTo>
                  <a:lnTo>
                    <a:pt x="46958" y="553688"/>
                  </a:lnTo>
                  <a:lnTo>
                    <a:pt x="47911" y="555212"/>
                  </a:lnTo>
                  <a:lnTo>
                    <a:pt x="48958" y="561880"/>
                  </a:lnTo>
                  <a:lnTo>
                    <a:pt x="49721" y="563594"/>
                  </a:lnTo>
                  <a:lnTo>
                    <a:pt x="50863" y="564928"/>
                  </a:lnTo>
                  <a:lnTo>
                    <a:pt x="52197" y="565499"/>
                  </a:lnTo>
                  <a:lnTo>
                    <a:pt x="57817" y="567023"/>
                  </a:lnTo>
                  <a:lnTo>
                    <a:pt x="59531" y="567881"/>
                  </a:lnTo>
                  <a:lnTo>
                    <a:pt x="62960" y="570548"/>
                  </a:lnTo>
                  <a:lnTo>
                    <a:pt x="63913" y="570833"/>
                  </a:lnTo>
                  <a:lnTo>
                    <a:pt x="64865" y="570833"/>
                  </a:lnTo>
                  <a:lnTo>
                    <a:pt x="65818" y="571024"/>
                  </a:lnTo>
                  <a:lnTo>
                    <a:pt x="66675" y="571500"/>
                  </a:lnTo>
                  <a:lnTo>
                    <a:pt x="68580" y="573596"/>
                  </a:lnTo>
                  <a:lnTo>
                    <a:pt x="71247" y="575977"/>
                  </a:lnTo>
                  <a:lnTo>
                    <a:pt x="73057" y="578739"/>
                  </a:lnTo>
                  <a:lnTo>
                    <a:pt x="73438" y="580644"/>
                  </a:lnTo>
                  <a:lnTo>
                    <a:pt x="73247" y="582644"/>
                  </a:lnTo>
                  <a:lnTo>
                    <a:pt x="72485" y="584264"/>
                  </a:lnTo>
                  <a:lnTo>
                    <a:pt x="71628" y="585597"/>
                  </a:lnTo>
                  <a:lnTo>
                    <a:pt x="70295" y="586645"/>
                  </a:lnTo>
                  <a:lnTo>
                    <a:pt x="68485" y="587312"/>
                  </a:lnTo>
                  <a:lnTo>
                    <a:pt x="65151" y="587693"/>
                  </a:lnTo>
                  <a:lnTo>
                    <a:pt x="63817" y="587978"/>
                  </a:lnTo>
                  <a:lnTo>
                    <a:pt x="62865" y="588645"/>
                  </a:lnTo>
                  <a:lnTo>
                    <a:pt x="62579" y="589788"/>
                  </a:lnTo>
                  <a:lnTo>
                    <a:pt x="62865" y="590741"/>
                  </a:lnTo>
                  <a:lnTo>
                    <a:pt x="64961" y="593598"/>
                  </a:lnTo>
                  <a:lnTo>
                    <a:pt x="66008" y="595694"/>
                  </a:lnTo>
                  <a:lnTo>
                    <a:pt x="65818" y="597122"/>
                  </a:lnTo>
                  <a:lnTo>
                    <a:pt x="64865" y="598075"/>
                  </a:lnTo>
                  <a:lnTo>
                    <a:pt x="60484" y="599885"/>
                  </a:lnTo>
                  <a:lnTo>
                    <a:pt x="57817" y="601504"/>
                  </a:lnTo>
                  <a:lnTo>
                    <a:pt x="56579" y="602361"/>
                  </a:lnTo>
                  <a:lnTo>
                    <a:pt x="54959" y="603885"/>
                  </a:lnTo>
                  <a:lnTo>
                    <a:pt x="53530" y="605600"/>
                  </a:lnTo>
                  <a:lnTo>
                    <a:pt x="53054" y="605981"/>
                  </a:lnTo>
                  <a:lnTo>
                    <a:pt x="52673" y="605885"/>
                  </a:lnTo>
                  <a:lnTo>
                    <a:pt x="51911" y="603885"/>
                  </a:lnTo>
                  <a:lnTo>
                    <a:pt x="49530" y="599885"/>
                  </a:lnTo>
                  <a:lnTo>
                    <a:pt x="48387" y="598646"/>
                  </a:lnTo>
                  <a:lnTo>
                    <a:pt x="45244" y="598551"/>
                  </a:lnTo>
                  <a:lnTo>
                    <a:pt x="43053" y="599218"/>
                  </a:lnTo>
                  <a:lnTo>
                    <a:pt x="41148" y="599027"/>
                  </a:lnTo>
                  <a:lnTo>
                    <a:pt x="39243" y="596170"/>
                  </a:lnTo>
                  <a:lnTo>
                    <a:pt x="37719" y="591312"/>
                  </a:lnTo>
                  <a:lnTo>
                    <a:pt x="36386" y="590074"/>
                  </a:lnTo>
                  <a:lnTo>
                    <a:pt x="33814" y="590645"/>
                  </a:lnTo>
                  <a:lnTo>
                    <a:pt x="32575" y="591693"/>
                  </a:lnTo>
                  <a:lnTo>
                    <a:pt x="30671" y="594551"/>
                  </a:lnTo>
                  <a:lnTo>
                    <a:pt x="29623" y="595789"/>
                  </a:lnTo>
                  <a:lnTo>
                    <a:pt x="28575" y="596360"/>
                  </a:lnTo>
                  <a:lnTo>
                    <a:pt x="26479" y="597122"/>
                  </a:lnTo>
                  <a:lnTo>
                    <a:pt x="25432" y="597789"/>
                  </a:lnTo>
                  <a:lnTo>
                    <a:pt x="24289" y="599313"/>
                  </a:lnTo>
                  <a:lnTo>
                    <a:pt x="22574" y="603123"/>
                  </a:lnTo>
                  <a:lnTo>
                    <a:pt x="21526" y="604647"/>
                  </a:lnTo>
                  <a:lnTo>
                    <a:pt x="20383" y="605504"/>
                  </a:lnTo>
                  <a:lnTo>
                    <a:pt x="17717" y="606647"/>
                  </a:lnTo>
                  <a:lnTo>
                    <a:pt x="16669" y="607314"/>
                  </a:lnTo>
                  <a:lnTo>
                    <a:pt x="15716" y="609314"/>
                  </a:lnTo>
                  <a:lnTo>
                    <a:pt x="12954" y="619411"/>
                  </a:lnTo>
                  <a:lnTo>
                    <a:pt x="12668" y="621221"/>
                  </a:lnTo>
                  <a:lnTo>
                    <a:pt x="12287" y="623602"/>
                  </a:lnTo>
                  <a:lnTo>
                    <a:pt x="9906" y="627983"/>
                  </a:lnTo>
                  <a:lnTo>
                    <a:pt x="3429" y="635603"/>
                  </a:lnTo>
                  <a:lnTo>
                    <a:pt x="1333" y="640461"/>
                  </a:lnTo>
                  <a:lnTo>
                    <a:pt x="1238" y="644366"/>
                  </a:lnTo>
                  <a:lnTo>
                    <a:pt x="2667" y="647605"/>
                  </a:lnTo>
                  <a:lnTo>
                    <a:pt x="9620" y="656177"/>
                  </a:lnTo>
                  <a:lnTo>
                    <a:pt x="10287" y="658559"/>
                  </a:lnTo>
                  <a:lnTo>
                    <a:pt x="9049" y="660654"/>
                  </a:lnTo>
                  <a:lnTo>
                    <a:pt x="1619" y="665131"/>
                  </a:lnTo>
                  <a:lnTo>
                    <a:pt x="667" y="666179"/>
                  </a:lnTo>
                  <a:lnTo>
                    <a:pt x="0" y="667703"/>
                  </a:lnTo>
                  <a:lnTo>
                    <a:pt x="95" y="669036"/>
                  </a:lnTo>
                  <a:lnTo>
                    <a:pt x="476" y="670655"/>
                  </a:lnTo>
                  <a:lnTo>
                    <a:pt x="1143" y="672846"/>
                  </a:lnTo>
                  <a:lnTo>
                    <a:pt x="2572" y="672465"/>
                  </a:lnTo>
                  <a:lnTo>
                    <a:pt x="3905" y="672846"/>
                  </a:lnTo>
                  <a:lnTo>
                    <a:pt x="4953" y="673894"/>
                  </a:lnTo>
                  <a:lnTo>
                    <a:pt x="5620" y="675227"/>
                  </a:lnTo>
                  <a:lnTo>
                    <a:pt x="6096" y="676561"/>
                  </a:lnTo>
                  <a:lnTo>
                    <a:pt x="6382" y="677704"/>
                  </a:lnTo>
                  <a:lnTo>
                    <a:pt x="6572" y="680371"/>
                  </a:lnTo>
                  <a:lnTo>
                    <a:pt x="6858" y="681514"/>
                  </a:lnTo>
                  <a:lnTo>
                    <a:pt x="7715" y="682943"/>
                  </a:lnTo>
                  <a:lnTo>
                    <a:pt x="8763" y="684086"/>
                  </a:lnTo>
                  <a:lnTo>
                    <a:pt x="9716" y="685324"/>
                  </a:lnTo>
                  <a:lnTo>
                    <a:pt x="10096" y="686943"/>
                  </a:lnTo>
                  <a:lnTo>
                    <a:pt x="10573" y="687610"/>
                  </a:lnTo>
                  <a:lnTo>
                    <a:pt x="11621" y="686753"/>
                  </a:lnTo>
                  <a:lnTo>
                    <a:pt x="12573" y="685419"/>
                  </a:lnTo>
                  <a:lnTo>
                    <a:pt x="12859" y="684752"/>
                  </a:lnTo>
                  <a:lnTo>
                    <a:pt x="14192" y="685133"/>
                  </a:lnTo>
                  <a:lnTo>
                    <a:pt x="15050" y="686181"/>
                  </a:lnTo>
                  <a:lnTo>
                    <a:pt x="15430" y="687515"/>
                  </a:lnTo>
                  <a:lnTo>
                    <a:pt x="17145" y="687991"/>
                  </a:lnTo>
                  <a:lnTo>
                    <a:pt x="19336" y="687038"/>
                  </a:lnTo>
                  <a:lnTo>
                    <a:pt x="23527" y="685895"/>
                  </a:lnTo>
                  <a:lnTo>
                    <a:pt x="26099" y="685895"/>
                  </a:lnTo>
                  <a:lnTo>
                    <a:pt x="27908" y="686657"/>
                  </a:lnTo>
                  <a:lnTo>
                    <a:pt x="30004" y="688658"/>
                  </a:lnTo>
                  <a:lnTo>
                    <a:pt x="31051" y="689515"/>
                  </a:lnTo>
                  <a:lnTo>
                    <a:pt x="33623" y="690658"/>
                  </a:lnTo>
                  <a:lnTo>
                    <a:pt x="34671" y="691515"/>
                  </a:lnTo>
                  <a:lnTo>
                    <a:pt x="37243" y="693801"/>
                  </a:lnTo>
                  <a:lnTo>
                    <a:pt x="42577" y="699992"/>
                  </a:lnTo>
                  <a:lnTo>
                    <a:pt x="44291" y="702469"/>
                  </a:lnTo>
                  <a:lnTo>
                    <a:pt x="46672" y="704945"/>
                  </a:lnTo>
                  <a:lnTo>
                    <a:pt x="48292" y="707231"/>
                  </a:lnTo>
                  <a:lnTo>
                    <a:pt x="50292" y="709517"/>
                  </a:lnTo>
                  <a:lnTo>
                    <a:pt x="51340" y="711422"/>
                  </a:lnTo>
                  <a:lnTo>
                    <a:pt x="52102" y="713232"/>
                  </a:lnTo>
                  <a:lnTo>
                    <a:pt x="53054" y="716851"/>
                  </a:lnTo>
                  <a:lnTo>
                    <a:pt x="55912" y="723519"/>
                  </a:lnTo>
                  <a:lnTo>
                    <a:pt x="58769" y="728186"/>
                  </a:lnTo>
                  <a:lnTo>
                    <a:pt x="59246" y="729425"/>
                  </a:lnTo>
                  <a:lnTo>
                    <a:pt x="59341" y="730568"/>
                  </a:lnTo>
                  <a:lnTo>
                    <a:pt x="59055" y="731330"/>
                  </a:lnTo>
                  <a:lnTo>
                    <a:pt x="58103" y="731901"/>
                  </a:lnTo>
                  <a:lnTo>
                    <a:pt x="55912" y="732949"/>
                  </a:lnTo>
                  <a:lnTo>
                    <a:pt x="54959" y="733616"/>
                  </a:lnTo>
                  <a:lnTo>
                    <a:pt x="54388" y="734377"/>
                  </a:lnTo>
                  <a:lnTo>
                    <a:pt x="54102" y="735521"/>
                  </a:lnTo>
                  <a:lnTo>
                    <a:pt x="54102" y="736854"/>
                  </a:lnTo>
                  <a:lnTo>
                    <a:pt x="54769" y="738473"/>
                  </a:lnTo>
                  <a:lnTo>
                    <a:pt x="55626" y="739331"/>
                  </a:lnTo>
                  <a:lnTo>
                    <a:pt x="56864" y="739616"/>
                  </a:lnTo>
                  <a:lnTo>
                    <a:pt x="59817" y="739616"/>
                  </a:lnTo>
                  <a:lnTo>
                    <a:pt x="61246" y="739426"/>
                  </a:lnTo>
                  <a:lnTo>
                    <a:pt x="62198" y="739140"/>
                  </a:lnTo>
                  <a:lnTo>
                    <a:pt x="62770" y="738664"/>
                  </a:lnTo>
                  <a:lnTo>
                    <a:pt x="63055" y="738092"/>
                  </a:lnTo>
                  <a:lnTo>
                    <a:pt x="63341" y="737426"/>
                  </a:lnTo>
                  <a:lnTo>
                    <a:pt x="63817" y="734854"/>
                  </a:lnTo>
                  <a:lnTo>
                    <a:pt x="64103" y="734187"/>
                  </a:lnTo>
                  <a:lnTo>
                    <a:pt x="64579" y="733711"/>
                  </a:lnTo>
                  <a:lnTo>
                    <a:pt x="65532" y="733425"/>
                  </a:lnTo>
                  <a:lnTo>
                    <a:pt x="66484" y="733616"/>
                  </a:lnTo>
                  <a:lnTo>
                    <a:pt x="67723" y="734377"/>
                  </a:lnTo>
                  <a:lnTo>
                    <a:pt x="68294" y="735711"/>
                  </a:lnTo>
                  <a:lnTo>
                    <a:pt x="68485" y="737330"/>
                  </a:lnTo>
                  <a:lnTo>
                    <a:pt x="68580" y="739045"/>
                  </a:lnTo>
                  <a:lnTo>
                    <a:pt x="68866" y="740664"/>
                  </a:lnTo>
                  <a:lnTo>
                    <a:pt x="69628" y="742188"/>
                  </a:lnTo>
                  <a:lnTo>
                    <a:pt x="70771" y="742855"/>
                  </a:lnTo>
                  <a:lnTo>
                    <a:pt x="72009" y="742950"/>
                  </a:lnTo>
                  <a:lnTo>
                    <a:pt x="73438" y="742474"/>
                  </a:lnTo>
                  <a:lnTo>
                    <a:pt x="76295" y="741235"/>
                  </a:lnTo>
                  <a:lnTo>
                    <a:pt x="77724" y="740759"/>
                  </a:lnTo>
                  <a:lnTo>
                    <a:pt x="79724" y="741045"/>
                  </a:lnTo>
                  <a:lnTo>
                    <a:pt x="80582" y="741617"/>
                  </a:lnTo>
                  <a:lnTo>
                    <a:pt x="80867" y="742569"/>
                  </a:lnTo>
                  <a:lnTo>
                    <a:pt x="80391" y="743807"/>
                  </a:lnTo>
                  <a:lnTo>
                    <a:pt x="79438" y="745331"/>
                  </a:lnTo>
                  <a:lnTo>
                    <a:pt x="78581" y="747141"/>
                  </a:lnTo>
                  <a:lnTo>
                    <a:pt x="78105" y="749141"/>
                  </a:lnTo>
                  <a:lnTo>
                    <a:pt x="78200" y="751523"/>
                  </a:lnTo>
                  <a:lnTo>
                    <a:pt x="78581" y="753713"/>
                  </a:lnTo>
                  <a:lnTo>
                    <a:pt x="79343" y="756095"/>
                  </a:lnTo>
                  <a:lnTo>
                    <a:pt x="80105" y="758000"/>
                  </a:lnTo>
                  <a:lnTo>
                    <a:pt x="82296" y="762000"/>
                  </a:lnTo>
                  <a:lnTo>
                    <a:pt x="82867" y="764000"/>
                  </a:lnTo>
                  <a:lnTo>
                    <a:pt x="83629" y="778955"/>
                  </a:lnTo>
                  <a:lnTo>
                    <a:pt x="85344" y="782955"/>
                  </a:lnTo>
                  <a:lnTo>
                    <a:pt x="87058" y="785622"/>
                  </a:lnTo>
                  <a:lnTo>
                    <a:pt x="88678" y="786575"/>
                  </a:lnTo>
                  <a:lnTo>
                    <a:pt x="90488" y="786765"/>
                  </a:lnTo>
                  <a:lnTo>
                    <a:pt x="92012" y="786003"/>
                  </a:lnTo>
                  <a:lnTo>
                    <a:pt x="94869" y="783812"/>
                  </a:lnTo>
                  <a:lnTo>
                    <a:pt x="97822" y="782384"/>
                  </a:lnTo>
                  <a:lnTo>
                    <a:pt x="100965" y="780193"/>
                  </a:lnTo>
                  <a:lnTo>
                    <a:pt x="102394" y="779431"/>
                  </a:lnTo>
                  <a:lnTo>
                    <a:pt x="103442" y="779240"/>
                  </a:lnTo>
                  <a:lnTo>
                    <a:pt x="104584" y="779431"/>
                  </a:lnTo>
                  <a:lnTo>
                    <a:pt x="105823" y="780002"/>
                  </a:lnTo>
                  <a:lnTo>
                    <a:pt x="108775" y="781812"/>
                  </a:lnTo>
                  <a:lnTo>
                    <a:pt x="110871" y="782765"/>
                  </a:lnTo>
                  <a:lnTo>
                    <a:pt x="113633" y="783336"/>
                  </a:lnTo>
                  <a:lnTo>
                    <a:pt x="116967" y="783336"/>
                  </a:lnTo>
                  <a:lnTo>
                    <a:pt x="122206" y="782765"/>
                  </a:lnTo>
                  <a:lnTo>
                    <a:pt x="130778" y="783050"/>
                  </a:lnTo>
                  <a:lnTo>
                    <a:pt x="130397" y="781526"/>
                  </a:lnTo>
                  <a:lnTo>
                    <a:pt x="130397" y="779335"/>
                  </a:lnTo>
                  <a:lnTo>
                    <a:pt x="130683" y="777240"/>
                  </a:lnTo>
                  <a:lnTo>
                    <a:pt x="130778" y="775049"/>
                  </a:lnTo>
                  <a:lnTo>
                    <a:pt x="130874" y="774383"/>
                  </a:lnTo>
                  <a:lnTo>
                    <a:pt x="131159" y="773716"/>
                  </a:lnTo>
                  <a:lnTo>
                    <a:pt x="131731" y="773240"/>
                  </a:lnTo>
                  <a:lnTo>
                    <a:pt x="132397" y="773049"/>
                  </a:lnTo>
                  <a:lnTo>
                    <a:pt x="132969" y="773144"/>
                  </a:lnTo>
                  <a:lnTo>
                    <a:pt x="133541" y="773430"/>
                  </a:lnTo>
                  <a:lnTo>
                    <a:pt x="134398" y="774192"/>
                  </a:lnTo>
                  <a:lnTo>
                    <a:pt x="134874" y="774478"/>
                  </a:lnTo>
                  <a:lnTo>
                    <a:pt x="135446" y="774573"/>
                  </a:lnTo>
                  <a:lnTo>
                    <a:pt x="136017" y="774478"/>
                  </a:lnTo>
                  <a:lnTo>
                    <a:pt x="136588" y="774192"/>
                  </a:lnTo>
                  <a:lnTo>
                    <a:pt x="136874" y="773525"/>
                  </a:lnTo>
                  <a:lnTo>
                    <a:pt x="137160" y="772668"/>
                  </a:lnTo>
                  <a:lnTo>
                    <a:pt x="137160" y="771049"/>
                  </a:lnTo>
                  <a:lnTo>
                    <a:pt x="137350" y="769810"/>
                  </a:lnTo>
                  <a:lnTo>
                    <a:pt x="137636" y="768668"/>
                  </a:lnTo>
                  <a:lnTo>
                    <a:pt x="138303" y="767143"/>
                  </a:lnTo>
                  <a:lnTo>
                    <a:pt x="138779" y="766382"/>
                  </a:lnTo>
                  <a:lnTo>
                    <a:pt x="139637" y="765239"/>
                  </a:lnTo>
                  <a:lnTo>
                    <a:pt x="140017" y="764476"/>
                  </a:lnTo>
                  <a:lnTo>
                    <a:pt x="140494" y="763048"/>
                  </a:lnTo>
                  <a:lnTo>
                    <a:pt x="140970" y="760285"/>
                  </a:lnTo>
                  <a:lnTo>
                    <a:pt x="140970" y="756190"/>
                  </a:lnTo>
                  <a:lnTo>
                    <a:pt x="140779" y="755142"/>
                  </a:lnTo>
                  <a:lnTo>
                    <a:pt x="140779" y="754285"/>
                  </a:lnTo>
                  <a:lnTo>
                    <a:pt x="141065" y="753332"/>
                  </a:lnTo>
                  <a:lnTo>
                    <a:pt x="141637" y="752189"/>
                  </a:lnTo>
                  <a:lnTo>
                    <a:pt x="142494" y="750856"/>
                  </a:lnTo>
                  <a:lnTo>
                    <a:pt x="142970" y="750475"/>
                  </a:lnTo>
                  <a:lnTo>
                    <a:pt x="143351" y="749903"/>
                  </a:lnTo>
                  <a:lnTo>
                    <a:pt x="143732" y="749237"/>
                  </a:lnTo>
                  <a:lnTo>
                    <a:pt x="144875" y="745331"/>
                  </a:lnTo>
                  <a:lnTo>
                    <a:pt x="145161" y="743141"/>
                  </a:lnTo>
                  <a:lnTo>
                    <a:pt x="145637" y="741331"/>
                  </a:lnTo>
                  <a:lnTo>
                    <a:pt x="145828" y="740093"/>
                  </a:lnTo>
                  <a:lnTo>
                    <a:pt x="145733" y="739045"/>
                  </a:lnTo>
                  <a:lnTo>
                    <a:pt x="144780" y="737235"/>
                  </a:lnTo>
                  <a:lnTo>
                    <a:pt x="144590" y="736664"/>
                  </a:lnTo>
                  <a:lnTo>
                    <a:pt x="144494" y="735997"/>
                  </a:lnTo>
                  <a:lnTo>
                    <a:pt x="144590" y="735235"/>
                  </a:lnTo>
                  <a:lnTo>
                    <a:pt x="144875" y="734377"/>
                  </a:lnTo>
                  <a:lnTo>
                    <a:pt x="145542" y="733139"/>
                  </a:lnTo>
                  <a:lnTo>
                    <a:pt x="146399" y="731710"/>
                  </a:lnTo>
                  <a:lnTo>
                    <a:pt x="147923" y="727710"/>
                  </a:lnTo>
                  <a:lnTo>
                    <a:pt x="148590" y="726948"/>
                  </a:lnTo>
                  <a:lnTo>
                    <a:pt x="149162" y="726853"/>
                  </a:lnTo>
                  <a:lnTo>
                    <a:pt x="149733" y="727043"/>
                  </a:lnTo>
                  <a:lnTo>
                    <a:pt x="150590" y="727234"/>
                  </a:lnTo>
                  <a:lnTo>
                    <a:pt x="151638" y="727139"/>
                  </a:lnTo>
                  <a:lnTo>
                    <a:pt x="153734" y="726567"/>
                  </a:lnTo>
                  <a:lnTo>
                    <a:pt x="159639" y="724091"/>
                  </a:lnTo>
                  <a:lnTo>
                    <a:pt x="160592" y="723424"/>
                  </a:lnTo>
                  <a:lnTo>
                    <a:pt x="161258" y="722757"/>
                  </a:lnTo>
                  <a:lnTo>
                    <a:pt x="162687" y="720185"/>
                  </a:lnTo>
                  <a:lnTo>
                    <a:pt x="163259" y="719518"/>
                  </a:lnTo>
                  <a:lnTo>
                    <a:pt x="164116" y="719042"/>
                  </a:lnTo>
                  <a:lnTo>
                    <a:pt x="165068" y="718661"/>
                  </a:lnTo>
                  <a:lnTo>
                    <a:pt x="168021" y="718185"/>
                  </a:lnTo>
                  <a:lnTo>
                    <a:pt x="168974" y="717804"/>
                  </a:lnTo>
                  <a:lnTo>
                    <a:pt x="169926" y="717137"/>
                  </a:lnTo>
                  <a:lnTo>
                    <a:pt x="170783" y="716090"/>
                  </a:lnTo>
                  <a:lnTo>
                    <a:pt x="174403" y="709422"/>
                  </a:lnTo>
                  <a:lnTo>
                    <a:pt x="176689" y="706374"/>
                  </a:lnTo>
                  <a:lnTo>
                    <a:pt x="178117" y="705041"/>
                  </a:lnTo>
                  <a:lnTo>
                    <a:pt x="182690" y="701516"/>
                  </a:lnTo>
                  <a:lnTo>
                    <a:pt x="185642" y="697802"/>
                  </a:lnTo>
                  <a:lnTo>
                    <a:pt x="187928" y="695611"/>
                  </a:lnTo>
                  <a:lnTo>
                    <a:pt x="190691" y="693420"/>
                  </a:lnTo>
                  <a:lnTo>
                    <a:pt x="191929" y="692658"/>
                  </a:lnTo>
                  <a:lnTo>
                    <a:pt x="192976" y="692277"/>
                  </a:lnTo>
                  <a:lnTo>
                    <a:pt x="193834" y="691706"/>
                  </a:lnTo>
                  <a:lnTo>
                    <a:pt x="194596" y="690658"/>
                  </a:lnTo>
                  <a:lnTo>
                    <a:pt x="194691" y="689134"/>
                  </a:lnTo>
                  <a:lnTo>
                    <a:pt x="194024" y="687419"/>
                  </a:lnTo>
                  <a:lnTo>
                    <a:pt x="193072" y="686562"/>
                  </a:lnTo>
                  <a:lnTo>
                    <a:pt x="190976" y="685419"/>
                  </a:lnTo>
                  <a:lnTo>
                    <a:pt x="190119" y="684752"/>
                  </a:lnTo>
                  <a:lnTo>
                    <a:pt x="189547" y="683990"/>
                  </a:lnTo>
                  <a:lnTo>
                    <a:pt x="189452" y="683419"/>
                  </a:lnTo>
                  <a:lnTo>
                    <a:pt x="189547" y="682562"/>
                  </a:lnTo>
                  <a:lnTo>
                    <a:pt x="190309" y="681609"/>
                  </a:lnTo>
                  <a:lnTo>
                    <a:pt x="191071" y="681323"/>
                  </a:lnTo>
                  <a:lnTo>
                    <a:pt x="192119" y="681228"/>
                  </a:lnTo>
                  <a:lnTo>
                    <a:pt x="192976" y="681038"/>
                  </a:lnTo>
                  <a:lnTo>
                    <a:pt x="193834" y="680466"/>
                  </a:lnTo>
                  <a:lnTo>
                    <a:pt x="194691" y="679609"/>
                  </a:lnTo>
                  <a:lnTo>
                    <a:pt x="196215" y="677228"/>
                  </a:lnTo>
                  <a:lnTo>
                    <a:pt x="197072" y="676275"/>
                  </a:lnTo>
                  <a:lnTo>
                    <a:pt x="198311" y="675227"/>
                  </a:lnTo>
                  <a:lnTo>
                    <a:pt x="199454" y="674465"/>
                  </a:lnTo>
                  <a:lnTo>
                    <a:pt x="200501" y="673989"/>
                  </a:lnTo>
                  <a:lnTo>
                    <a:pt x="201359" y="673799"/>
                  </a:lnTo>
                  <a:lnTo>
                    <a:pt x="205835" y="673418"/>
                  </a:lnTo>
                  <a:lnTo>
                    <a:pt x="207550" y="672941"/>
                  </a:lnTo>
                  <a:lnTo>
                    <a:pt x="208788" y="672084"/>
                  </a:lnTo>
                  <a:lnTo>
                    <a:pt x="209550" y="670846"/>
                  </a:lnTo>
                  <a:lnTo>
                    <a:pt x="211265" y="666750"/>
                  </a:lnTo>
                  <a:lnTo>
                    <a:pt x="211646" y="666083"/>
                  </a:lnTo>
                  <a:lnTo>
                    <a:pt x="212122" y="665893"/>
                  </a:lnTo>
                  <a:lnTo>
                    <a:pt x="212503" y="665988"/>
                  </a:lnTo>
                  <a:lnTo>
                    <a:pt x="212979" y="666274"/>
                  </a:lnTo>
                  <a:lnTo>
                    <a:pt x="214313" y="667798"/>
                  </a:lnTo>
                  <a:lnTo>
                    <a:pt x="215360" y="668465"/>
                  </a:lnTo>
                  <a:lnTo>
                    <a:pt x="216694" y="668750"/>
                  </a:lnTo>
                  <a:lnTo>
                    <a:pt x="217170" y="666464"/>
                  </a:lnTo>
                  <a:lnTo>
                    <a:pt x="218027" y="664369"/>
                  </a:lnTo>
                  <a:lnTo>
                    <a:pt x="218313" y="663893"/>
                  </a:lnTo>
                  <a:lnTo>
                    <a:pt x="218504" y="663321"/>
                  </a:lnTo>
                  <a:lnTo>
                    <a:pt x="219551" y="657797"/>
                  </a:lnTo>
                  <a:lnTo>
                    <a:pt x="219646" y="654082"/>
                  </a:lnTo>
                  <a:lnTo>
                    <a:pt x="219837" y="653320"/>
                  </a:lnTo>
                  <a:lnTo>
                    <a:pt x="220218" y="652748"/>
                  </a:lnTo>
                  <a:lnTo>
                    <a:pt x="220980" y="651891"/>
                  </a:lnTo>
                  <a:lnTo>
                    <a:pt x="221361" y="651415"/>
                  </a:lnTo>
                  <a:lnTo>
                    <a:pt x="221647" y="650843"/>
                  </a:lnTo>
                  <a:lnTo>
                    <a:pt x="222028" y="650367"/>
                  </a:lnTo>
                  <a:lnTo>
                    <a:pt x="222504" y="649986"/>
                  </a:lnTo>
                  <a:lnTo>
                    <a:pt x="225362" y="648462"/>
                  </a:lnTo>
                  <a:lnTo>
                    <a:pt x="226028" y="648272"/>
                  </a:lnTo>
                  <a:lnTo>
                    <a:pt x="226600" y="647414"/>
                  </a:lnTo>
                  <a:lnTo>
                    <a:pt x="226981" y="645986"/>
                  </a:lnTo>
                  <a:lnTo>
                    <a:pt x="226695" y="638366"/>
                  </a:lnTo>
                  <a:lnTo>
                    <a:pt x="226695" y="637318"/>
                  </a:lnTo>
                  <a:lnTo>
                    <a:pt x="226600" y="636080"/>
                  </a:lnTo>
                  <a:lnTo>
                    <a:pt x="226219" y="634937"/>
                  </a:lnTo>
                  <a:lnTo>
                    <a:pt x="224504" y="632270"/>
                  </a:lnTo>
                  <a:lnTo>
                    <a:pt x="223838" y="630841"/>
                  </a:lnTo>
                  <a:lnTo>
                    <a:pt x="223457" y="627698"/>
                  </a:lnTo>
                  <a:lnTo>
                    <a:pt x="223171" y="626650"/>
                  </a:lnTo>
                  <a:lnTo>
                    <a:pt x="222409" y="625602"/>
                  </a:lnTo>
                  <a:lnTo>
                    <a:pt x="219646" y="623792"/>
                  </a:lnTo>
                  <a:lnTo>
                    <a:pt x="219075" y="622935"/>
                  </a:lnTo>
                  <a:lnTo>
                    <a:pt x="219170" y="621697"/>
                  </a:lnTo>
                  <a:lnTo>
                    <a:pt x="220028" y="619030"/>
                  </a:lnTo>
                  <a:lnTo>
                    <a:pt x="220123" y="617601"/>
                  </a:lnTo>
                  <a:lnTo>
                    <a:pt x="219837" y="616077"/>
                  </a:lnTo>
                  <a:lnTo>
                    <a:pt x="218313" y="613315"/>
                  </a:lnTo>
                  <a:lnTo>
                    <a:pt x="217837" y="611886"/>
                  </a:lnTo>
                  <a:lnTo>
                    <a:pt x="217456" y="610457"/>
                  </a:lnTo>
                  <a:lnTo>
                    <a:pt x="217456" y="608076"/>
                  </a:lnTo>
                  <a:lnTo>
                    <a:pt x="217742" y="606362"/>
                  </a:lnTo>
                  <a:lnTo>
                    <a:pt x="218313" y="604742"/>
                  </a:lnTo>
                  <a:lnTo>
                    <a:pt x="220409" y="600456"/>
                  </a:lnTo>
                  <a:lnTo>
                    <a:pt x="220504" y="599218"/>
                  </a:lnTo>
                  <a:lnTo>
                    <a:pt x="220123" y="598170"/>
                  </a:lnTo>
                  <a:lnTo>
                    <a:pt x="218980" y="597027"/>
                  </a:lnTo>
                  <a:lnTo>
                    <a:pt x="217075" y="595789"/>
                  </a:lnTo>
                  <a:lnTo>
                    <a:pt x="216408" y="595122"/>
                  </a:lnTo>
                  <a:lnTo>
                    <a:pt x="216313" y="594455"/>
                  </a:lnTo>
                  <a:lnTo>
                    <a:pt x="216789" y="593408"/>
                  </a:lnTo>
                  <a:lnTo>
                    <a:pt x="217551" y="592646"/>
                  </a:lnTo>
                  <a:lnTo>
                    <a:pt x="219551" y="591407"/>
                  </a:lnTo>
                  <a:lnTo>
                    <a:pt x="220123" y="590741"/>
                  </a:lnTo>
                  <a:lnTo>
                    <a:pt x="220313" y="589693"/>
                  </a:lnTo>
                  <a:lnTo>
                    <a:pt x="220028" y="588455"/>
                  </a:lnTo>
                  <a:lnTo>
                    <a:pt x="218980" y="586835"/>
                  </a:lnTo>
                  <a:lnTo>
                    <a:pt x="218122" y="586073"/>
                  </a:lnTo>
                  <a:lnTo>
                    <a:pt x="217170" y="585597"/>
                  </a:lnTo>
                  <a:lnTo>
                    <a:pt x="214313" y="584835"/>
                  </a:lnTo>
                  <a:lnTo>
                    <a:pt x="213550" y="584549"/>
                  </a:lnTo>
                  <a:lnTo>
                    <a:pt x="212979" y="584168"/>
                  </a:lnTo>
                  <a:lnTo>
                    <a:pt x="212503" y="583502"/>
                  </a:lnTo>
                  <a:lnTo>
                    <a:pt x="210598" y="579215"/>
                  </a:lnTo>
                  <a:lnTo>
                    <a:pt x="210026" y="578168"/>
                  </a:lnTo>
                  <a:lnTo>
                    <a:pt x="209359" y="577501"/>
                  </a:lnTo>
                  <a:lnTo>
                    <a:pt x="208407" y="577120"/>
                  </a:lnTo>
                  <a:lnTo>
                    <a:pt x="205073" y="576548"/>
                  </a:lnTo>
                  <a:lnTo>
                    <a:pt x="204407" y="575786"/>
                  </a:lnTo>
                  <a:lnTo>
                    <a:pt x="204025" y="574643"/>
                  </a:lnTo>
                  <a:lnTo>
                    <a:pt x="204407" y="565214"/>
                  </a:lnTo>
                  <a:lnTo>
                    <a:pt x="205168" y="561594"/>
                  </a:lnTo>
                  <a:lnTo>
                    <a:pt x="205359" y="559975"/>
                  </a:lnTo>
                  <a:lnTo>
                    <a:pt x="205168" y="558260"/>
                  </a:lnTo>
                  <a:lnTo>
                    <a:pt x="204311" y="555212"/>
                  </a:lnTo>
                  <a:lnTo>
                    <a:pt x="203835" y="552831"/>
                  </a:lnTo>
                  <a:lnTo>
                    <a:pt x="203930" y="550355"/>
                  </a:lnTo>
                  <a:lnTo>
                    <a:pt x="205073" y="545402"/>
                  </a:lnTo>
                  <a:lnTo>
                    <a:pt x="204883" y="544068"/>
                  </a:lnTo>
                  <a:lnTo>
                    <a:pt x="204025" y="542925"/>
                  </a:lnTo>
                  <a:lnTo>
                    <a:pt x="202978" y="542258"/>
                  </a:lnTo>
                  <a:lnTo>
                    <a:pt x="202025" y="541877"/>
                  </a:lnTo>
                  <a:lnTo>
                    <a:pt x="198120" y="541496"/>
                  </a:lnTo>
                  <a:lnTo>
                    <a:pt x="197072" y="541115"/>
                  </a:lnTo>
                  <a:lnTo>
                    <a:pt x="196120" y="540544"/>
                  </a:lnTo>
                  <a:lnTo>
                    <a:pt x="195453" y="539591"/>
                  </a:lnTo>
                  <a:lnTo>
                    <a:pt x="194120" y="536162"/>
                  </a:lnTo>
                  <a:lnTo>
                    <a:pt x="193453" y="534924"/>
                  </a:lnTo>
                  <a:lnTo>
                    <a:pt x="192500" y="534067"/>
                  </a:lnTo>
                  <a:lnTo>
                    <a:pt x="182880" y="528447"/>
                  </a:lnTo>
                  <a:lnTo>
                    <a:pt x="181451" y="527304"/>
                  </a:lnTo>
                  <a:lnTo>
                    <a:pt x="180404" y="526161"/>
                  </a:lnTo>
                  <a:lnTo>
                    <a:pt x="179546" y="524828"/>
                  </a:lnTo>
                  <a:lnTo>
                    <a:pt x="179165" y="523494"/>
                  </a:lnTo>
                  <a:lnTo>
                    <a:pt x="179165" y="522256"/>
                  </a:lnTo>
                  <a:lnTo>
                    <a:pt x="179356" y="520922"/>
                  </a:lnTo>
                  <a:lnTo>
                    <a:pt x="179832" y="519779"/>
                  </a:lnTo>
                  <a:lnTo>
                    <a:pt x="184595" y="511016"/>
                  </a:lnTo>
                  <a:lnTo>
                    <a:pt x="185452" y="509778"/>
                  </a:lnTo>
                  <a:lnTo>
                    <a:pt x="186690" y="509302"/>
                  </a:lnTo>
                  <a:lnTo>
                    <a:pt x="188881" y="507968"/>
                  </a:lnTo>
                  <a:lnTo>
                    <a:pt x="192596" y="503492"/>
                  </a:lnTo>
                  <a:lnTo>
                    <a:pt x="193738" y="502634"/>
                  </a:lnTo>
                  <a:lnTo>
                    <a:pt x="194310" y="502539"/>
                  </a:lnTo>
                  <a:lnTo>
                    <a:pt x="195167" y="502825"/>
                  </a:lnTo>
                  <a:lnTo>
                    <a:pt x="196120" y="503587"/>
                  </a:lnTo>
                  <a:lnTo>
                    <a:pt x="201740" y="510064"/>
                  </a:lnTo>
                  <a:lnTo>
                    <a:pt x="202311" y="511207"/>
                  </a:lnTo>
                  <a:lnTo>
                    <a:pt x="202501" y="511874"/>
                  </a:lnTo>
                  <a:lnTo>
                    <a:pt x="202406" y="512731"/>
                  </a:lnTo>
                  <a:lnTo>
                    <a:pt x="202597" y="513493"/>
                  </a:lnTo>
                  <a:lnTo>
                    <a:pt x="203168" y="514064"/>
                  </a:lnTo>
                  <a:lnTo>
                    <a:pt x="204502" y="514064"/>
                  </a:lnTo>
                  <a:lnTo>
                    <a:pt x="205359" y="513779"/>
                  </a:lnTo>
                  <a:lnTo>
                    <a:pt x="206026" y="513302"/>
                  </a:lnTo>
                  <a:lnTo>
                    <a:pt x="206407" y="512636"/>
                  </a:lnTo>
                  <a:lnTo>
                    <a:pt x="207359" y="510350"/>
                  </a:lnTo>
                  <a:lnTo>
                    <a:pt x="207740" y="509683"/>
                  </a:lnTo>
                  <a:lnTo>
                    <a:pt x="208312" y="508921"/>
                  </a:lnTo>
                  <a:lnTo>
                    <a:pt x="208883" y="508540"/>
                  </a:lnTo>
                  <a:lnTo>
                    <a:pt x="209359" y="508349"/>
                  </a:lnTo>
                  <a:lnTo>
                    <a:pt x="210026" y="508445"/>
                  </a:lnTo>
                  <a:lnTo>
                    <a:pt x="210503" y="508540"/>
                  </a:lnTo>
                  <a:lnTo>
                    <a:pt x="211169" y="508825"/>
                  </a:lnTo>
                  <a:lnTo>
                    <a:pt x="211836" y="509302"/>
                  </a:lnTo>
                  <a:lnTo>
                    <a:pt x="215360" y="512731"/>
                  </a:lnTo>
                  <a:lnTo>
                    <a:pt x="216979" y="513969"/>
                  </a:lnTo>
                  <a:lnTo>
                    <a:pt x="217837" y="514826"/>
                  </a:lnTo>
                  <a:lnTo>
                    <a:pt x="218408" y="515493"/>
                  </a:lnTo>
                  <a:lnTo>
                    <a:pt x="218599" y="516065"/>
                  </a:lnTo>
                  <a:lnTo>
                    <a:pt x="218789" y="516541"/>
                  </a:lnTo>
                  <a:lnTo>
                    <a:pt x="218980" y="517208"/>
                  </a:lnTo>
                  <a:lnTo>
                    <a:pt x="219170" y="517589"/>
                  </a:lnTo>
                  <a:lnTo>
                    <a:pt x="219742" y="518065"/>
                  </a:lnTo>
                  <a:lnTo>
                    <a:pt x="220409" y="518350"/>
                  </a:lnTo>
                  <a:lnTo>
                    <a:pt x="221551" y="518350"/>
                  </a:lnTo>
                  <a:lnTo>
                    <a:pt x="224218" y="517970"/>
                  </a:lnTo>
                  <a:lnTo>
                    <a:pt x="224885" y="518160"/>
                  </a:lnTo>
                  <a:lnTo>
                    <a:pt x="225838" y="518827"/>
                  </a:lnTo>
                  <a:lnTo>
                    <a:pt x="227076" y="520637"/>
                  </a:lnTo>
                  <a:lnTo>
                    <a:pt x="234220" y="535686"/>
                  </a:lnTo>
                  <a:lnTo>
                    <a:pt x="235077" y="536829"/>
                  </a:lnTo>
                  <a:lnTo>
                    <a:pt x="235839" y="537210"/>
                  </a:lnTo>
                  <a:lnTo>
                    <a:pt x="236887" y="536829"/>
                  </a:lnTo>
                  <a:lnTo>
                    <a:pt x="237554" y="535877"/>
                  </a:lnTo>
                  <a:lnTo>
                    <a:pt x="239173" y="532638"/>
                  </a:lnTo>
                  <a:lnTo>
                    <a:pt x="239649" y="531781"/>
                  </a:lnTo>
                  <a:lnTo>
                    <a:pt x="240125" y="531305"/>
                  </a:lnTo>
                  <a:lnTo>
                    <a:pt x="240697" y="530638"/>
                  </a:lnTo>
                  <a:lnTo>
                    <a:pt x="241459" y="530162"/>
                  </a:lnTo>
                  <a:lnTo>
                    <a:pt x="242316" y="529781"/>
                  </a:lnTo>
                  <a:lnTo>
                    <a:pt x="243459" y="529590"/>
                  </a:lnTo>
                  <a:lnTo>
                    <a:pt x="244697" y="529495"/>
                  </a:lnTo>
                  <a:lnTo>
                    <a:pt x="255556" y="531209"/>
                  </a:lnTo>
                  <a:lnTo>
                    <a:pt x="257080" y="531781"/>
                  </a:lnTo>
                  <a:lnTo>
                    <a:pt x="259937" y="533400"/>
                  </a:lnTo>
                  <a:lnTo>
                    <a:pt x="261366" y="533876"/>
                  </a:lnTo>
                  <a:lnTo>
                    <a:pt x="265843" y="534067"/>
                  </a:lnTo>
                  <a:lnTo>
                    <a:pt x="266891" y="534257"/>
                  </a:lnTo>
                  <a:lnTo>
                    <a:pt x="267462" y="534734"/>
                  </a:lnTo>
                  <a:lnTo>
                    <a:pt x="267367" y="535972"/>
                  </a:lnTo>
                  <a:lnTo>
                    <a:pt x="266986" y="537020"/>
                  </a:lnTo>
                  <a:lnTo>
                    <a:pt x="266795" y="538258"/>
                  </a:lnTo>
                  <a:lnTo>
                    <a:pt x="266700" y="539496"/>
                  </a:lnTo>
                  <a:lnTo>
                    <a:pt x="266986" y="541211"/>
                  </a:lnTo>
                  <a:lnTo>
                    <a:pt x="266891" y="542258"/>
                  </a:lnTo>
                  <a:lnTo>
                    <a:pt x="266795" y="543116"/>
                  </a:lnTo>
                  <a:lnTo>
                    <a:pt x="266891" y="543592"/>
                  </a:lnTo>
                  <a:lnTo>
                    <a:pt x="267081" y="543973"/>
                  </a:lnTo>
                  <a:lnTo>
                    <a:pt x="269081" y="543878"/>
                  </a:lnTo>
                  <a:lnTo>
                    <a:pt x="270034" y="543211"/>
                  </a:lnTo>
                  <a:lnTo>
                    <a:pt x="274415" y="539401"/>
                  </a:lnTo>
                  <a:lnTo>
                    <a:pt x="275749" y="538734"/>
                  </a:lnTo>
                  <a:lnTo>
                    <a:pt x="276892" y="538163"/>
                  </a:lnTo>
                  <a:lnTo>
                    <a:pt x="279368" y="537305"/>
                  </a:lnTo>
                  <a:lnTo>
                    <a:pt x="280511" y="536543"/>
                  </a:lnTo>
                  <a:lnTo>
                    <a:pt x="282321" y="534734"/>
                  </a:lnTo>
                  <a:lnTo>
                    <a:pt x="282892" y="533972"/>
                  </a:lnTo>
                  <a:lnTo>
                    <a:pt x="282988" y="533305"/>
                  </a:lnTo>
                  <a:lnTo>
                    <a:pt x="282512" y="532352"/>
                  </a:lnTo>
                  <a:lnTo>
                    <a:pt x="280416" y="530447"/>
                  </a:lnTo>
                  <a:lnTo>
                    <a:pt x="280130" y="529971"/>
                  </a:lnTo>
                  <a:lnTo>
                    <a:pt x="279749" y="529304"/>
                  </a:lnTo>
                  <a:lnTo>
                    <a:pt x="279654" y="528352"/>
                  </a:lnTo>
                  <a:lnTo>
                    <a:pt x="279749" y="527114"/>
                  </a:lnTo>
                  <a:lnTo>
                    <a:pt x="281368" y="521018"/>
                  </a:lnTo>
                  <a:lnTo>
                    <a:pt x="281559" y="519398"/>
                  </a:lnTo>
                  <a:lnTo>
                    <a:pt x="281464" y="517970"/>
                  </a:lnTo>
                  <a:lnTo>
                    <a:pt x="280988" y="515779"/>
                  </a:lnTo>
                  <a:lnTo>
                    <a:pt x="280892" y="515493"/>
                  </a:lnTo>
                  <a:lnTo>
                    <a:pt x="280607" y="515398"/>
                  </a:lnTo>
                  <a:lnTo>
                    <a:pt x="280130" y="515207"/>
                  </a:lnTo>
                  <a:lnTo>
                    <a:pt x="277463" y="514922"/>
                  </a:lnTo>
                  <a:lnTo>
                    <a:pt x="276034" y="514922"/>
                  </a:lnTo>
                  <a:lnTo>
                    <a:pt x="275368" y="515017"/>
                  </a:lnTo>
                  <a:lnTo>
                    <a:pt x="274892" y="515207"/>
                  </a:lnTo>
                  <a:lnTo>
                    <a:pt x="274415" y="515493"/>
                  </a:lnTo>
                  <a:lnTo>
                    <a:pt x="274225" y="515684"/>
                  </a:lnTo>
                  <a:lnTo>
                    <a:pt x="272987" y="516541"/>
                  </a:lnTo>
                  <a:lnTo>
                    <a:pt x="272034" y="516922"/>
                  </a:lnTo>
                  <a:lnTo>
                    <a:pt x="271177" y="517017"/>
                  </a:lnTo>
                  <a:lnTo>
                    <a:pt x="270320" y="516731"/>
                  </a:lnTo>
                  <a:lnTo>
                    <a:pt x="269748" y="516446"/>
                  </a:lnTo>
                  <a:lnTo>
                    <a:pt x="269272" y="516065"/>
                  </a:lnTo>
                  <a:lnTo>
                    <a:pt x="268700" y="515493"/>
                  </a:lnTo>
                  <a:lnTo>
                    <a:pt x="267367" y="513779"/>
                  </a:lnTo>
                  <a:lnTo>
                    <a:pt x="266700" y="513207"/>
                  </a:lnTo>
                  <a:lnTo>
                    <a:pt x="265938" y="512826"/>
                  </a:lnTo>
                  <a:lnTo>
                    <a:pt x="265081" y="512540"/>
                  </a:lnTo>
                  <a:lnTo>
                    <a:pt x="264224" y="512540"/>
                  </a:lnTo>
                  <a:lnTo>
                    <a:pt x="259461" y="512826"/>
                  </a:lnTo>
                  <a:lnTo>
                    <a:pt x="257937" y="512731"/>
                  </a:lnTo>
                  <a:lnTo>
                    <a:pt x="257366" y="512540"/>
                  </a:lnTo>
                  <a:lnTo>
                    <a:pt x="256794" y="512255"/>
                  </a:lnTo>
                  <a:lnTo>
                    <a:pt x="254984" y="510445"/>
                  </a:lnTo>
                  <a:lnTo>
                    <a:pt x="254317" y="509873"/>
                  </a:lnTo>
                  <a:lnTo>
                    <a:pt x="248603" y="507302"/>
                  </a:lnTo>
                  <a:lnTo>
                    <a:pt x="248317" y="506063"/>
                  </a:lnTo>
                  <a:lnTo>
                    <a:pt x="248412" y="504063"/>
                  </a:lnTo>
                  <a:lnTo>
                    <a:pt x="250698" y="495967"/>
                  </a:lnTo>
                  <a:lnTo>
                    <a:pt x="250984" y="494157"/>
                  </a:lnTo>
                  <a:lnTo>
                    <a:pt x="250984" y="491109"/>
                  </a:lnTo>
                  <a:lnTo>
                    <a:pt x="250031" y="485870"/>
                  </a:lnTo>
                  <a:lnTo>
                    <a:pt x="249936" y="479393"/>
                  </a:lnTo>
                  <a:lnTo>
                    <a:pt x="249460" y="477869"/>
                  </a:lnTo>
                  <a:lnTo>
                    <a:pt x="248984" y="476917"/>
                  </a:lnTo>
                  <a:lnTo>
                    <a:pt x="248507" y="476155"/>
                  </a:lnTo>
                  <a:lnTo>
                    <a:pt x="248221" y="475393"/>
                  </a:lnTo>
                  <a:lnTo>
                    <a:pt x="248126" y="473107"/>
                  </a:lnTo>
                  <a:lnTo>
                    <a:pt x="249365" y="462915"/>
                  </a:lnTo>
                  <a:lnTo>
                    <a:pt x="249174" y="459962"/>
                  </a:lnTo>
                  <a:lnTo>
                    <a:pt x="248888" y="458629"/>
                  </a:lnTo>
                  <a:lnTo>
                    <a:pt x="248221" y="458915"/>
                  </a:lnTo>
                  <a:lnTo>
                    <a:pt x="247650" y="459391"/>
                  </a:lnTo>
                  <a:lnTo>
                    <a:pt x="247079" y="459772"/>
                  </a:lnTo>
                  <a:lnTo>
                    <a:pt x="246412" y="459772"/>
                  </a:lnTo>
                  <a:lnTo>
                    <a:pt x="245840" y="459200"/>
                  </a:lnTo>
                  <a:lnTo>
                    <a:pt x="245364" y="458248"/>
                  </a:lnTo>
                  <a:lnTo>
                    <a:pt x="244792" y="456057"/>
                  </a:lnTo>
                  <a:lnTo>
                    <a:pt x="244697" y="454152"/>
                  </a:lnTo>
                  <a:lnTo>
                    <a:pt x="244602" y="453962"/>
                  </a:lnTo>
                  <a:lnTo>
                    <a:pt x="244126" y="453200"/>
                  </a:lnTo>
                  <a:lnTo>
                    <a:pt x="243650" y="453200"/>
                  </a:lnTo>
                  <a:lnTo>
                    <a:pt x="243268" y="453390"/>
                  </a:lnTo>
                  <a:lnTo>
                    <a:pt x="242983" y="453771"/>
                  </a:lnTo>
                  <a:lnTo>
                    <a:pt x="242697" y="454057"/>
                  </a:lnTo>
                  <a:lnTo>
                    <a:pt x="242316" y="454152"/>
                  </a:lnTo>
                  <a:lnTo>
                    <a:pt x="242221" y="454152"/>
                  </a:lnTo>
                  <a:lnTo>
                    <a:pt x="242125" y="454057"/>
                  </a:lnTo>
                  <a:lnTo>
                    <a:pt x="240316" y="450437"/>
                  </a:lnTo>
                  <a:lnTo>
                    <a:pt x="239935" y="448818"/>
                  </a:lnTo>
                  <a:lnTo>
                    <a:pt x="239935" y="447104"/>
                  </a:lnTo>
                  <a:lnTo>
                    <a:pt x="241935" y="438722"/>
                  </a:lnTo>
                  <a:lnTo>
                    <a:pt x="242507" y="436817"/>
                  </a:lnTo>
                  <a:lnTo>
                    <a:pt x="242983" y="434721"/>
                  </a:lnTo>
                  <a:lnTo>
                    <a:pt x="243078" y="433197"/>
                  </a:lnTo>
                  <a:lnTo>
                    <a:pt x="242983" y="431578"/>
                  </a:lnTo>
                  <a:lnTo>
                    <a:pt x="242697" y="430054"/>
                  </a:lnTo>
                  <a:lnTo>
                    <a:pt x="242221" y="428720"/>
                  </a:lnTo>
                  <a:lnTo>
                    <a:pt x="241078" y="426149"/>
                  </a:lnTo>
                  <a:lnTo>
                    <a:pt x="240697" y="424815"/>
                  </a:lnTo>
                  <a:lnTo>
                    <a:pt x="240411" y="423482"/>
                  </a:lnTo>
                  <a:lnTo>
                    <a:pt x="240125" y="409575"/>
                  </a:lnTo>
                  <a:lnTo>
                    <a:pt x="240316" y="408813"/>
                  </a:lnTo>
                  <a:lnTo>
                    <a:pt x="240601" y="408146"/>
                  </a:lnTo>
                  <a:lnTo>
                    <a:pt x="240983" y="407575"/>
                  </a:lnTo>
                  <a:lnTo>
                    <a:pt x="241459" y="407099"/>
                  </a:lnTo>
                  <a:lnTo>
                    <a:pt x="242221" y="406908"/>
                  </a:lnTo>
                  <a:lnTo>
                    <a:pt x="242792" y="406908"/>
                  </a:lnTo>
                  <a:lnTo>
                    <a:pt x="246221" y="407765"/>
                  </a:lnTo>
                  <a:lnTo>
                    <a:pt x="246983" y="408146"/>
                  </a:lnTo>
                  <a:lnTo>
                    <a:pt x="247364" y="408527"/>
                  </a:lnTo>
                  <a:lnTo>
                    <a:pt x="247555" y="409004"/>
                  </a:lnTo>
                  <a:lnTo>
                    <a:pt x="247555" y="409480"/>
                  </a:lnTo>
                  <a:lnTo>
                    <a:pt x="247459" y="411004"/>
                  </a:lnTo>
                  <a:lnTo>
                    <a:pt x="247459" y="411671"/>
                  </a:lnTo>
                  <a:lnTo>
                    <a:pt x="247745" y="412242"/>
                  </a:lnTo>
                  <a:lnTo>
                    <a:pt x="248126" y="412718"/>
                  </a:lnTo>
                  <a:lnTo>
                    <a:pt x="248698" y="412909"/>
                  </a:lnTo>
                  <a:lnTo>
                    <a:pt x="249460" y="412814"/>
                  </a:lnTo>
                  <a:lnTo>
                    <a:pt x="251270" y="412147"/>
                  </a:lnTo>
                  <a:lnTo>
                    <a:pt x="252984" y="411290"/>
                  </a:lnTo>
                  <a:lnTo>
                    <a:pt x="254127" y="410242"/>
                  </a:lnTo>
                  <a:lnTo>
                    <a:pt x="255270" y="408813"/>
                  </a:lnTo>
                  <a:lnTo>
                    <a:pt x="256984" y="405670"/>
                  </a:lnTo>
                  <a:lnTo>
                    <a:pt x="258223" y="403765"/>
                  </a:lnTo>
                  <a:lnTo>
                    <a:pt x="260033" y="401765"/>
                  </a:lnTo>
                  <a:lnTo>
                    <a:pt x="260985" y="401098"/>
                  </a:lnTo>
                  <a:lnTo>
                    <a:pt x="261557" y="400717"/>
                  </a:lnTo>
                  <a:lnTo>
                    <a:pt x="262795" y="400622"/>
                  </a:lnTo>
                  <a:lnTo>
                    <a:pt x="263938" y="399860"/>
                  </a:lnTo>
                  <a:lnTo>
                    <a:pt x="265557" y="397955"/>
                  </a:lnTo>
                  <a:lnTo>
                    <a:pt x="270700" y="389382"/>
                  </a:lnTo>
                  <a:lnTo>
                    <a:pt x="273082" y="382334"/>
                  </a:lnTo>
                  <a:lnTo>
                    <a:pt x="274987" y="379476"/>
                  </a:lnTo>
                  <a:lnTo>
                    <a:pt x="275272" y="377095"/>
                  </a:lnTo>
                  <a:lnTo>
                    <a:pt x="274892" y="375475"/>
                  </a:lnTo>
                  <a:lnTo>
                    <a:pt x="274796" y="374999"/>
                  </a:lnTo>
                  <a:lnTo>
                    <a:pt x="275082" y="374523"/>
                  </a:lnTo>
                  <a:lnTo>
                    <a:pt x="275558" y="373952"/>
                  </a:lnTo>
                  <a:lnTo>
                    <a:pt x="276416" y="373475"/>
                  </a:lnTo>
                  <a:lnTo>
                    <a:pt x="277749" y="373094"/>
                  </a:lnTo>
                  <a:lnTo>
                    <a:pt x="287560" y="372523"/>
                  </a:lnTo>
                  <a:lnTo>
                    <a:pt x="288512" y="372809"/>
                  </a:lnTo>
                  <a:lnTo>
                    <a:pt x="289465" y="373285"/>
                  </a:lnTo>
                  <a:lnTo>
                    <a:pt x="290132" y="373952"/>
                  </a:lnTo>
                  <a:lnTo>
                    <a:pt x="290893" y="374428"/>
                  </a:lnTo>
                  <a:lnTo>
                    <a:pt x="291846" y="374428"/>
                  </a:lnTo>
                  <a:lnTo>
                    <a:pt x="292703" y="374142"/>
                  </a:lnTo>
                  <a:lnTo>
                    <a:pt x="294227" y="373285"/>
                  </a:lnTo>
                  <a:lnTo>
                    <a:pt x="295561" y="372809"/>
                  </a:lnTo>
                  <a:lnTo>
                    <a:pt x="297751" y="372428"/>
                  </a:lnTo>
                  <a:lnTo>
                    <a:pt x="300133" y="372332"/>
                  </a:lnTo>
                  <a:lnTo>
                    <a:pt x="311944" y="370332"/>
                  </a:lnTo>
                  <a:lnTo>
                    <a:pt x="313372" y="370618"/>
                  </a:lnTo>
                  <a:lnTo>
                    <a:pt x="314801" y="371475"/>
                  </a:lnTo>
                  <a:lnTo>
                    <a:pt x="315563" y="372523"/>
                  </a:lnTo>
                  <a:lnTo>
                    <a:pt x="316230" y="373094"/>
                  </a:lnTo>
                  <a:lnTo>
                    <a:pt x="317087" y="373666"/>
                  </a:lnTo>
                  <a:lnTo>
                    <a:pt x="318230" y="374142"/>
                  </a:lnTo>
                  <a:lnTo>
                    <a:pt x="319564" y="374428"/>
                  </a:lnTo>
                  <a:lnTo>
                    <a:pt x="320612" y="374904"/>
                  </a:lnTo>
                  <a:lnTo>
                    <a:pt x="321564" y="375571"/>
                  </a:lnTo>
                  <a:lnTo>
                    <a:pt x="323279" y="377476"/>
                  </a:lnTo>
                  <a:lnTo>
                    <a:pt x="324041" y="377952"/>
                  </a:lnTo>
                  <a:lnTo>
                    <a:pt x="325088" y="378238"/>
                  </a:lnTo>
                  <a:lnTo>
                    <a:pt x="330994" y="377762"/>
                  </a:lnTo>
                  <a:lnTo>
                    <a:pt x="332613" y="377476"/>
                  </a:lnTo>
                  <a:lnTo>
                    <a:pt x="334137" y="376809"/>
                  </a:lnTo>
                  <a:lnTo>
                    <a:pt x="336137" y="374999"/>
                  </a:lnTo>
                  <a:lnTo>
                    <a:pt x="337566" y="373380"/>
                  </a:lnTo>
                  <a:lnTo>
                    <a:pt x="338900" y="370999"/>
                  </a:lnTo>
                  <a:lnTo>
                    <a:pt x="342233" y="361474"/>
                  </a:lnTo>
                  <a:lnTo>
                    <a:pt x="343091" y="360045"/>
                  </a:lnTo>
                  <a:lnTo>
                    <a:pt x="345758" y="356425"/>
                  </a:lnTo>
                  <a:lnTo>
                    <a:pt x="346043" y="355283"/>
                  </a:lnTo>
                  <a:lnTo>
                    <a:pt x="345948" y="354616"/>
                  </a:lnTo>
                  <a:lnTo>
                    <a:pt x="345662" y="354140"/>
                  </a:lnTo>
                  <a:lnTo>
                    <a:pt x="345472" y="353854"/>
                  </a:lnTo>
                  <a:lnTo>
                    <a:pt x="345472" y="353187"/>
                  </a:lnTo>
                  <a:lnTo>
                    <a:pt x="345758" y="352330"/>
                  </a:lnTo>
                  <a:lnTo>
                    <a:pt x="346138" y="351187"/>
                  </a:lnTo>
                  <a:lnTo>
                    <a:pt x="346710" y="349949"/>
                  </a:lnTo>
                  <a:lnTo>
                    <a:pt x="347377" y="348901"/>
                  </a:lnTo>
                  <a:lnTo>
                    <a:pt x="348329" y="347948"/>
                  </a:lnTo>
                  <a:lnTo>
                    <a:pt x="349472" y="347853"/>
                  </a:lnTo>
                  <a:lnTo>
                    <a:pt x="350806" y="347948"/>
                  </a:lnTo>
                  <a:lnTo>
                    <a:pt x="355854" y="350234"/>
                  </a:lnTo>
                  <a:lnTo>
                    <a:pt x="356807" y="350520"/>
                  </a:lnTo>
                  <a:lnTo>
                    <a:pt x="357664" y="350711"/>
                  </a:lnTo>
                  <a:lnTo>
                    <a:pt x="358807" y="350711"/>
                  </a:lnTo>
                  <a:lnTo>
                    <a:pt x="359855" y="350425"/>
                  </a:lnTo>
                  <a:lnTo>
                    <a:pt x="360521" y="349472"/>
                  </a:lnTo>
                  <a:lnTo>
                    <a:pt x="360902" y="348139"/>
                  </a:lnTo>
                  <a:lnTo>
                    <a:pt x="360807" y="345662"/>
                  </a:lnTo>
                  <a:lnTo>
                    <a:pt x="360426" y="344138"/>
                  </a:lnTo>
                  <a:lnTo>
                    <a:pt x="360045" y="342900"/>
                  </a:lnTo>
                  <a:lnTo>
                    <a:pt x="359378" y="342043"/>
                  </a:lnTo>
                  <a:lnTo>
                    <a:pt x="355473" y="338423"/>
                  </a:lnTo>
                  <a:lnTo>
                    <a:pt x="354616" y="337375"/>
                  </a:lnTo>
                  <a:lnTo>
                    <a:pt x="354140" y="336233"/>
                  </a:lnTo>
                  <a:lnTo>
                    <a:pt x="353854" y="334994"/>
                  </a:lnTo>
                  <a:lnTo>
                    <a:pt x="353663" y="331946"/>
                  </a:lnTo>
                  <a:lnTo>
                    <a:pt x="353854" y="330613"/>
                  </a:lnTo>
                  <a:lnTo>
                    <a:pt x="354711" y="327946"/>
                  </a:lnTo>
                  <a:lnTo>
                    <a:pt x="355568" y="324326"/>
                  </a:lnTo>
                  <a:lnTo>
                    <a:pt x="355663" y="322993"/>
                  </a:lnTo>
                  <a:lnTo>
                    <a:pt x="356616" y="320897"/>
                  </a:lnTo>
                  <a:lnTo>
                    <a:pt x="367284" y="303371"/>
                  </a:lnTo>
                  <a:lnTo>
                    <a:pt x="368999" y="299657"/>
                  </a:lnTo>
                  <a:lnTo>
                    <a:pt x="369475" y="297466"/>
                  </a:lnTo>
                  <a:lnTo>
                    <a:pt x="369570" y="294418"/>
                  </a:lnTo>
                  <a:lnTo>
                    <a:pt x="369951" y="293275"/>
                  </a:lnTo>
                  <a:lnTo>
                    <a:pt x="370618" y="292322"/>
                  </a:lnTo>
                  <a:lnTo>
                    <a:pt x="372142" y="292132"/>
                  </a:lnTo>
                  <a:lnTo>
                    <a:pt x="373094" y="292418"/>
                  </a:lnTo>
                  <a:lnTo>
                    <a:pt x="373856" y="292989"/>
                  </a:lnTo>
                  <a:lnTo>
                    <a:pt x="374428" y="293656"/>
                  </a:lnTo>
                  <a:lnTo>
                    <a:pt x="374999" y="293656"/>
                  </a:lnTo>
                  <a:lnTo>
                    <a:pt x="375571" y="293275"/>
                  </a:lnTo>
                  <a:lnTo>
                    <a:pt x="375952" y="291941"/>
                  </a:lnTo>
                  <a:lnTo>
                    <a:pt x="376047" y="289941"/>
                  </a:lnTo>
                  <a:lnTo>
                    <a:pt x="376333" y="289465"/>
                  </a:lnTo>
                  <a:lnTo>
                    <a:pt x="377000" y="289084"/>
                  </a:lnTo>
                  <a:lnTo>
                    <a:pt x="379095" y="289274"/>
                  </a:lnTo>
                  <a:lnTo>
                    <a:pt x="379857" y="289084"/>
                  </a:lnTo>
                  <a:lnTo>
                    <a:pt x="380333" y="288893"/>
                  </a:lnTo>
                  <a:lnTo>
                    <a:pt x="381191" y="286607"/>
                  </a:lnTo>
                  <a:lnTo>
                    <a:pt x="380714" y="284607"/>
                  </a:lnTo>
                  <a:lnTo>
                    <a:pt x="380619" y="283940"/>
                  </a:lnTo>
                  <a:lnTo>
                    <a:pt x="380809" y="282797"/>
                  </a:lnTo>
                  <a:lnTo>
                    <a:pt x="381857" y="279845"/>
                  </a:lnTo>
                  <a:lnTo>
                    <a:pt x="382048" y="278797"/>
                  </a:lnTo>
                  <a:lnTo>
                    <a:pt x="381857" y="277940"/>
                  </a:lnTo>
                  <a:lnTo>
                    <a:pt x="381381" y="277273"/>
                  </a:lnTo>
                  <a:lnTo>
                    <a:pt x="380524" y="276606"/>
                  </a:lnTo>
                  <a:lnTo>
                    <a:pt x="377190" y="274606"/>
                  </a:lnTo>
                  <a:lnTo>
                    <a:pt x="376238" y="273749"/>
                  </a:lnTo>
                  <a:lnTo>
                    <a:pt x="375475" y="272891"/>
                  </a:lnTo>
                  <a:lnTo>
                    <a:pt x="375190" y="271748"/>
                  </a:lnTo>
                  <a:lnTo>
                    <a:pt x="375285" y="270510"/>
                  </a:lnTo>
                  <a:lnTo>
                    <a:pt x="375857" y="265843"/>
                  </a:lnTo>
                  <a:lnTo>
                    <a:pt x="376333" y="264795"/>
                  </a:lnTo>
                  <a:lnTo>
                    <a:pt x="377095" y="264033"/>
                  </a:lnTo>
                  <a:lnTo>
                    <a:pt x="379000" y="262890"/>
                  </a:lnTo>
                  <a:lnTo>
                    <a:pt x="380238" y="262414"/>
                  </a:lnTo>
                  <a:lnTo>
                    <a:pt x="381191" y="261842"/>
                  </a:lnTo>
                  <a:lnTo>
                    <a:pt x="381953" y="261080"/>
                  </a:lnTo>
                  <a:lnTo>
                    <a:pt x="382048" y="259937"/>
                  </a:lnTo>
                  <a:lnTo>
                    <a:pt x="381857" y="259175"/>
                  </a:lnTo>
                  <a:lnTo>
                    <a:pt x="381286" y="258413"/>
                  </a:lnTo>
                  <a:lnTo>
                    <a:pt x="380714" y="257937"/>
                  </a:lnTo>
                  <a:lnTo>
                    <a:pt x="379571" y="256604"/>
                  </a:lnTo>
                  <a:lnTo>
                    <a:pt x="379095" y="255746"/>
                  </a:lnTo>
                  <a:lnTo>
                    <a:pt x="379381" y="254318"/>
                  </a:lnTo>
                  <a:lnTo>
                    <a:pt x="380333" y="252222"/>
                  </a:lnTo>
                  <a:lnTo>
                    <a:pt x="385858" y="243935"/>
                  </a:lnTo>
                  <a:lnTo>
                    <a:pt x="388049" y="241840"/>
                  </a:lnTo>
                  <a:lnTo>
                    <a:pt x="389858" y="240602"/>
                  </a:lnTo>
                  <a:lnTo>
                    <a:pt x="392716" y="239078"/>
                  </a:lnTo>
                  <a:lnTo>
                    <a:pt x="399288" y="236601"/>
                  </a:lnTo>
                  <a:lnTo>
                    <a:pt x="400621" y="235649"/>
                  </a:lnTo>
                  <a:lnTo>
                    <a:pt x="410242" y="226981"/>
                  </a:lnTo>
                  <a:lnTo>
                    <a:pt x="413099" y="224981"/>
                  </a:lnTo>
                  <a:lnTo>
                    <a:pt x="417195" y="223647"/>
                  </a:lnTo>
                  <a:lnTo>
                    <a:pt x="422053" y="223171"/>
                  </a:lnTo>
                  <a:lnTo>
                    <a:pt x="423577" y="222790"/>
                  </a:lnTo>
                  <a:lnTo>
                    <a:pt x="425196" y="222123"/>
                  </a:lnTo>
                  <a:lnTo>
                    <a:pt x="426339" y="221171"/>
                  </a:lnTo>
                  <a:lnTo>
                    <a:pt x="429578" y="217265"/>
                  </a:lnTo>
                  <a:lnTo>
                    <a:pt x="430149" y="216408"/>
                  </a:lnTo>
                  <a:lnTo>
                    <a:pt x="430530" y="215456"/>
                  </a:lnTo>
                  <a:lnTo>
                    <a:pt x="430816" y="214598"/>
                  </a:lnTo>
                  <a:lnTo>
                    <a:pt x="431006" y="213455"/>
                  </a:lnTo>
                  <a:lnTo>
                    <a:pt x="431101" y="212027"/>
                  </a:lnTo>
                  <a:lnTo>
                    <a:pt x="430816" y="209931"/>
                  </a:lnTo>
                  <a:lnTo>
                    <a:pt x="430340" y="208121"/>
                  </a:lnTo>
                  <a:lnTo>
                    <a:pt x="428054" y="204025"/>
                  </a:lnTo>
                  <a:lnTo>
                    <a:pt x="427768" y="203264"/>
                  </a:lnTo>
                  <a:lnTo>
                    <a:pt x="427958" y="201168"/>
                  </a:lnTo>
                  <a:lnTo>
                    <a:pt x="428720" y="199358"/>
                  </a:lnTo>
                  <a:lnTo>
                    <a:pt x="429387" y="196787"/>
                  </a:lnTo>
                  <a:lnTo>
                    <a:pt x="429768" y="196025"/>
                  </a:lnTo>
                  <a:lnTo>
                    <a:pt x="430149" y="195263"/>
                  </a:lnTo>
                  <a:lnTo>
                    <a:pt x="430530" y="194882"/>
                  </a:lnTo>
                  <a:lnTo>
                    <a:pt x="431006" y="194500"/>
                  </a:lnTo>
                  <a:lnTo>
                    <a:pt x="433007" y="193548"/>
                  </a:lnTo>
                  <a:lnTo>
                    <a:pt x="433673" y="193072"/>
                  </a:lnTo>
                  <a:lnTo>
                    <a:pt x="434435" y="192405"/>
                  </a:lnTo>
                  <a:lnTo>
                    <a:pt x="436436" y="189929"/>
                  </a:lnTo>
                  <a:lnTo>
                    <a:pt x="437959" y="188595"/>
                  </a:lnTo>
                  <a:lnTo>
                    <a:pt x="438531" y="188404"/>
                  </a:lnTo>
                  <a:lnTo>
                    <a:pt x="442055" y="188500"/>
                  </a:lnTo>
                  <a:lnTo>
                    <a:pt x="443389" y="188404"/>
                  </a:lnTo>
                  <a:lnTo>
                    <a:pt x="444246" y="188024"/>
                  </a:lnTo>
                  <a:lnTo>
                    <a:pt x="445199" y="187547"/>
                  </a:lnTo>
                  <a:lnTo>
                    <a:pt x="447484" y="185166"/>
                  </a:lnTo>
                  <a:lnTo>
                    <a:pt x="453485" y="180880"/>
                  </a:lnTo>
                  <a:lnTo>
                    <a:pt x="454152" y="180118"/>
                  </a:lnTo>
                  <a:lnTo>
                    <a:pt x="454819" y="179070"/>
                  </a:lnTo>
                  <a:lnTo>
                    <a:pt x="456629" y="172688"/>
                  </a:lnTo>
                  <a:lnTo>
                    <a:pt x="457200" y="171545"/>
                  </a:lnTo>
                  <a:lnTo>
                    <a:pt x="457771" y="170688"/>
                  </a:lnTo>
                  <a:lnTo>
                    <a:pt x="458534" y="169831"/>
                  </a:lnTo>
                  <a:lnTo>
                    <a:pt x="459391" y="169354"/>
                  </a:lnTo>
                  <a:lnTo>
                    <a:pt x="461486" y="168593"/>
                  </a:lnTo>
                  <a:lnTo>
                    <a:pt x="462153" y="167926"/>
                  </a:lnTo>
                  <a:lnTo>
                    <a:pt x="463487" y="166402"/>
                  </a:lnTo>
                  <a:lnTo>
                    <a:pt x="464344" y="165640"/>
                  </a:lnTo>
                  <a:lnTo>
                    <a:pt x="468821" y="162306"/>
                  </a:lnTo>
                  <a:lnTo>
                    <a:pt x="470249" y="160782"/>
                  </a:lnTo>
                  <a:lnTo>
                    <a:pt x="471392" y="159258"/>
                  </a:lnTo>
                  <a:lnTo>
                    <a:pt x="472059" y="157829"/>
                  </a:lnTo>
                  <a:lnTo>
                    <a:pt x="472154" y="156496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5" name="Freeform: Shape 36">
              <a:extLst>
                <a:ext uri="{FF2B5EF4-FFF2-40B4-BE49-F238E27FC236}">
                  <a16:creationId xmlns:a16="http://schemas.microsoft.com/office/drawing/2014/main" id="{21B2F5AF-6399-09FA-4629-282E4911BB95}"/>
                </a:ext>
              </a:extLst>
            </p:cNvPr>
            <p:cNvSpPr/>
            <p:nvPr/>
          </p:nvSpPr>
          <p:spPr>
            <a:xfrm>
              <a:off x="8014245" y="1986195"/>
              <a:ext cx="14119" cy="14119"/>
            </a:xfrm>
            <a:custGeom>
              <a:avLst/>
              <a:gdLst>
                <a:gd name="connsiteX0" fmla="*/ 14383 w 9525"/>
                <a:gd name="connsiteY0" fmla="*/ 12859 h 9525"/>
                <a:gd name="connsiteX1" fmla="*/ 14764 w 9525"/>
                <a:gd name="connsiteY1" fmla="*/ 10287 h 9525"/>
                <a:gd name="connsiteX2" fmla="*/ 15335 w 9525"/>
                <a:gd name="connsiteY2" fmla="*/ 8477 h 9525"/>
                <a:gd name="connsiteX3" fmla="*/ 15240 w 9525"/>
                <a:gd name="connsiteY3" fmla="*/ 7525 h 9525"/>
                <a:gd name="connsiteX4" fmla="*/ 15049 w 9525"/>
                <a:gd name="connsiteY4" fmla="*/ 6572 h 9525"/>
                <a:gd name="connsiteX5" fmla="*/ 14478 w 9525"/>
                <a:gd name="connsiteY5" fmla="*/ 5620 h 9525"/>
                <a:gd name="connsiteX6" fmla="*/ 13811 w 9525"/>
                <a:gd name="connsiteY6" fmla="*/ 3810 h 9525"/>
                <a:gd name="connsiteX7" fmla="*/ 13621 w 9525"/>
                <a:gd name="connsiteY7" fmla="*/ 2858 h 9525"/>
                <a:gd name="connsiteX8" fmla="*/ 13906 w 9525"/>
                <a:gd name="connsiteY8" fmla="*/ 1238 h 9525"/>
                <a:gd name="connsiteX9" fmla="*/ 9239 w 9525"/>
                <a:gd name="connsiteY9" fmla="*/ 0 h 9525"/>
                <a:gd name="connsiteX10" fmla="*/ 7429 w 9525"/>
                <a:gd name="connsiteY10" fmla="*/ 0 h 9525"/>
                <a:gd name="connsiteX11" fmla="*/ 5524 w 9525"/>
                <a:gd name="connsiteY11" fmla="*/ 286 h 9525"/>
                <a:gd name="connsiteX12" fmla="*/ 1143 w 9525"/>
                <a:gd name="connsiteY12" fmla="*/ 2286 h 9525"/>
                <a:gd name="connsiteX13" fmla="*/ 381 w 9525"/>
                <a:gd name="connsiteY13" fmla="*/ 3048 h 9525"/>
                <a:gd name="connsiteX14" fmla="*/ 95 w 9525"/>
                <a:gd name="connsiteY14" fmla="*/ 3620 h 9525"/>
                <a:gd name="connsiteX15" fmla="*/ 0 w 9525"/>
                <a:gd name="connsiteY15" fmla="*/ 4763 h 9525"/>
                <a:gd name="connsiteX16" fmla="*/ 190 w 9525"/>
                <a:gd name="connsiteY16" fmla="*/ 5715 h 9525"/>
                <a:gd name="connsiteX17" fmla="*/ 476 w 9525"/>
                <a:gd name="connsiteY17" fmla="*/ 6668 h 9525"/>
                <a:gd name="connsiteX18" fmla="*/ 952 w 9525"/>
                <a:gd name="connsiteY18" fmla="*/ 7239 h 9525"/>
                <a:gd name="connsiteX19" fmla="*/ 4286 w 9525"/>
                <a:gd name="connsiteY19" fmla="*/ 10096 h 9525"/>
                <a:gd name="connsiteX20" fmla="*/ 7620 w 9525"/>
                <a:gd name="connsiteY20" fmla="*/ 14288 h 9525"/>
                <a:gd name="connsiteX21" fmla="*/ 8763 w 9525"/>
                <a:gd name="connsiteY21" fmla="*/ 15335 h 9525"/>
                <a:gd name="connsiteX22" fmla="*/ 9430 w 9525"/>
                <a:gd name="connsiteY22" fmla="*/ 16288 h 9525"/>
                <a:gd name="connsiteX23" fmla="*/ 10001 w 9525"/>
                <a:gd name="connsiteY23" fmla="*/ 16764 h 9525"/>
                <a:gd name="connsiteX24" fmla="*/ 10573 w 9525"/>
                <a:gd name="connsiteY24" fmla="*/ 16954 h 9525"/>
                <a:gd name="connsiteX25" fmla="*/ 11621 w 9525"/>
                <a:gd name="connsiteY25" fmla="*/ 16002 h 9525"/>
                <a:gd name="connsiteX26" fmla="*/ 12287 w 9525"/>
                <a:gd name="connsiteY26" fmla="*/ 15621 h 9525"/>
                <a:gd name="connsiteX27" fmla="*/ 13049 w 9525"/>
                <a:gd name="connsiteY27" fmla="*/ 15526 h 9525"/>
                <a:gd name="connsiteX28" fmla="*/ 13621 w 9525"/>
                <a:gd name="connsiteY28" fmla="*/ 15526 h 9525"/>
                <a:gd name="connsiteX29" fmla="*/ 15430 w 9525"/>
                <a:gd name="connsiteY29" fmla="*/ 158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9525" h="9525">
                  <a:moveTo>
                    <a:pt x="14383" y="12859"/>
                  </a:moveTo>
                  <a:lnTo>
                    <a:pt x="14764" y="10287"/>
                  </a:lnTo>
                  <a:lnTo>
                    <a:pt x="15335" y="8477"/>
                  </a:lnTo>
                  <a:lnTo>
                    <a:pt x="15240" y="7525"/>
                  </a:lnTo>
                  <a:lnTo>
                    <a:pt x="15049" y="6572"/>
                  </a:lnTo>
                  <a:lnTo>
                    <a:pt x="14478" y="5620"/>
                  </a:lnTo>
                  <a:lnTo>
                    <a:pt x="13811" y="3810"/>
                  </a:lnTo>
                  <a:lnTo>
                    <a:pt x="13621" y="2858"/>
                  </a:lnTo>
                  <a:lnTo>
                    <a:pt x="13906" y="1238"/>
                  </a:lnTo>
                  <a:lnTo>
                    <a:pt x="9239" y="0"/>
                  </a:lnTo>
                  <a:lnTo>
                    <a:pt x="7429" y="0"/>
                  </a:lnTo>
                  <a:lnTo>
                    <a:pt x="5524" y="286"/>
                  </a:lnTo>
                  <a:lnTo>
                    <a:pt x="1143" y="2286"/>
                  </a:lnTo>
                  <a:lnTo>
                    <a:pt x="381" y="3048"/>
                  </a:lnTo>
                  <a:lnTo>
                    <a:pt x="95" y="3620"/>
                  </a:lnTo>
                  <a:lnTo>
                    <a:pt x="0" y="4763"/>
                  </a:lnTo>
                  <a:lnTo>
                    <a:pt x="190" y="5715"/>
                  </a:lnTo>
                  <a:lnTo>
                    <a:pt x="476" y="6668"/>
                  </a:lnTo>
                  <a:lnTo>
                    <a:pt x="952" y="7239"/>
                  </a:lnTo>
                  <a:lnTo>
                    <a:pt x="4286" y="10096"/>
                  </a:lnTo>
                  <a:lnTo>
                    <a:pt x="7620" y="14288"/>
                  </a:lnTo>
                  <a:lnTo>
                    <a:pt x="8763" y="15335"/>
                  </a:lnTo>
                  <a:lnTo>
                    <a:pt x="9430" y="16288"/>
                  </a:lnTo>
                  <a:lnTo>
                    <a:pt x="10001" y="16764"/>
                  </a:lnTo>
                  <a:lnTo>
                    <a:pt x="10573" y="16954"/>
                  </a:lnTo>
                  <a:lnTo>
                    <a:pt x="11621" y="16002"/>
                  </a:lnTo>
                  <a:lnTo>
                    <a:pt x="12287" y="15621"/>
                  </a:lnTo>
                  <a:lnTo>
                    <a:pt x="13049" y="15526"/>
                  </a:lnTo>
                  <a:lnTo>
                    <a:pt x="13621" y="15526"/>
                  </a:lnTo>
                  <a:lnTo>
                    <a:pt x="15430" y="15812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6" name="Freeform: Shape 37">
              <a:extLst>
                <a:ext uri="{FF2B5EF4-FFF2-40B4-BE49-F238E27FC236}">
                  <a16:creationId xmlns:a16="http://schemas.microsoft.com/office/drawing/2014/main" id="{48E131F0-C555-C65E-D514-953E7CA50F83}"/>
                </a:ext>
              </a:extLst>
            </p:cNvPr>
            <p:cNvSpPr/>
            <p:nvPr/>
          </p:nvSpPr>
          <p:spPr>
            <a:xfrm>
              <a:off x="9147850" y="2629027"/>
              <a:ext cx="847133" cy="607112"/>
            </a:xfrm>
            <a:custGeom>
              <a:avLst/>
              <a:gdLst>
                <a:gd name="connsiteX0" fmla="*/ 574643 w 571500"/>
                <a:gd name="connsiteY0" fmla="*/ 149733 h 409575"/>
                <a:gd name="connsiteX1" fmla="*/ 574167 w 571500"/>
                <a:gd name="connsiteY1" fmla="*/ 148590 h 409575"/>
                <a:gd name="connsiteX2" fmla="*/ 573310 w 571500"/>
                <a:gd name="connsiteY2" fmla="*/ 147542 h 409575"/>
                <a:gd name="connsiteX3" fmla="*/ 571786 w 571500"/>
                <a:gd name="connsiteY3" fmla="*/ 146685 h 409575"/>
                <a:gd name="connsiteX4" fmla="*/ 569595 w 571500"/>
                <a:gd name="connsiteY4" fmla="*/ 145733 h 409575"/>
                <a:gd name="connsiteX5" fmla="*/ 569024 w 571500"/>
                <a:gd name="connsiteY5" fmla="*/ 145066 h 409575"/>
                <a:gd name="connsiteX6" fmla="*/ 568928 w 571500"/>
                <a:gd name="connsiteY6" fmla="*/ 144113 h 409575"/>
                <a:gd name="connsiteX7" fmla="*/ 569405 w 571500"/>
                <a:gd name="connsiteY7" fmla="*/ 143161 h 409575"/>
                <a:gd name="connsiteX8" fmla="*/ 570071 w 571500"/>
                <a:gd name="connsiteY8" fmla="*/ 142494 h 409575"/>
                <a:gd name="connsiteX9" fmla="*/ 571214 w 571500"/>
                <a:gd name="connsiteY9" fmla="*/ 141827 h 409575"/>
                <a:gd name="connsiteX10" fmla="*/ 571691 w 571500"/>
                <a:gd name="connsiteY10" fmla="*/ 141542 h 409575"/>
                <a:gd name="connsiteX11" fmla="*/ 572167 w 571500"/>
                <a:gd name="connsiteY11" fmla="*/ 140875 h 409575"/>
                <a:gd name="connsiteX12" fmla="*/ 571786 w 571500"/>
                <a:gd name="connsiteY12" fmla="*/ 140017 h 409575"/>
                <a:gd name="connsiteX13" fmla="*/ 570833 w 571500"/>
                <a:gd name="connsiteY13" fmla="*/ 138875 h 409575"/>
                <a:gd name="connsiteX14" fmla="*/ 567023 w 571500"/>
                <a:gd name="connsiteY14" fmla="*/ 134969 h 409575"/>
                <a:gd name="connsiteX15" fmla="*/ 565880 w 571500"/>
                <a:gd name="connsiteY15" fmla="*/ 134017 h 409575"/>
                <a:gd name="connsiteX16" fmla="*/ 564547 w 571500"/>
                <a:gd name="connsiteY16" fmla="*/ 133636 h 409575"/>
                <a:gd name="connsiteX17" fmla="*/ 563690 w 571500"/>
                <a:gd name="connsiteY17" fmla="*/ 133159 h 409575"/>
                <a:gd name="connsiteX18" fmla="*/ 562642 w 571500"/>
                <a:gd name="connsiteY18" fmla="*/ 132207 h 409575"/>
                <a:gd name="connsiteX19" fmla="*/ 562166 w 571500"/>
                <a:gd name="connsiteY19" fmla="*/ 131636 h 409575"/>
                <a:gd name="connsiteX20" fmla="*/ 562166 w 571500"/>
                <a:gd name="connsiteY20" fmla="*/ 131636 h 409575"/>
                <a:gd name="connsiteX21" fmla="*/ 562070 w 571500"/>
                <a:gd name="connsiteY21" fmla="*/ 131445 h 409575"/>
                <a:gd name="connsiteX22" fmla="*/ 562261 w 571500"/>
                <a:gd name="connsiteY22" fmla="*/ 130016 h 409575"/>
                <a:gd name="connsiteX23" fmla="*/ 563404 w 571500"/>
                <a:gd name="connsiteY23" fmla="*/ 126587 h 409575"/>
                <a:gd name="connsiteX24" fmla="*/ 563118 w 571500"/>
                <a:gd name="connsiteY24" fmla="*/ 125540 h 409575"/>
                <a:gd name="connsiteX25" fmla="*/ 561975 w 571500"/>
                <a:gd name="connsiteY25" fmla="*/ 125254 h 409575"/>
                <a:gd name="connsiteX26" fmla="*/ 556927 w 571500"/>
                <a:gd name="connsiteY26" fmla="*/ 127063 h 409575"/>
                <a:gd name="connsiteX27" fmla="*/ 554736 w 571500"/>
                <a:gd name="connsiteY27" fmla="*/ 127635 h 409575"/>
                <a:gd name="connsiteX28" fmla="*/ 553688 w 571500"/>
                <a:gd name="connsiteY28" fmla="*/ 127730 h 409575"/>
                <a:gd name="connsiteX29" fmla="*/ 551688 w 571500"/>
                <a:gd name="connsiteY29" fmla="*/ 127063 h 409575"/>
                <a:gd name="connsiteX30" fmla="*/ 549688 w 571500"/>
                <a:gd name="connsiteY30" fmla="*/ 126587 h 409575"/>
                <a:gd name="connsiteX31" fmla="*/ 548831 w 571500"/>
                <a:gd name="connsiteY31" fmla="*/ 129445 h 409575"/>
                <a:gd name="connsiteX32" fmla="*/ 548735 w 571500"/>
                <a:gd name="connsiteY32" fmla="*/ 130683 h 409575"/>
                <a:gd name="connsiteX33" fmla="*/ 549116 w 571500"/>
                <a:gd name="connsiteY33" fmla="*/ 132302 h 409575"/>
                <a:gd name="connsiteX34" fmla="*/ 549116 w 571500"/>
                <a:gd name="connsiteY34" fmla="*/ 132302 h 409575"/>
                <a:gd name="connsiteX35" fmla="*/ 548164 w 571500"/>
                <a:gd name="connsiteY35" fmla="*/ 137636 h 409575"/>
                <a:gd name="connsiteX36" fmla="*/ 544735 w 571500"/>
                <a:gd name="connsiteY36" fmla="*/ 143828 h 409575"/>
                <a:gd name="connsiteX37" fmla="*/ 540353 w 571500"/>
                <a:gd name="connsiteY37" fmla="*/ 148400 h 409575"/>
                <a:gd name="connsiteX38" fmla="*/ 536829 w 571500"/>
                <a:gd name="connsiteY38" fmla="*/ 148876 h 409575"/>
                <a:gd name="connsiteX39" fmla="*/ 535115 w 571500"/>
                <a:gd name="connsiteY39" fmla="*/ 147257 h 409575"/>
                <a:gd name="connsiteX40" fmla="*/ 531400 w 571500"/>
                <a:gd name="connsiteY40" fmla="*/ 144971 h 409575"/>
                <a:gd name="connsiteX41" fmla="*/ 529781 w 571500"/>
                <a:gd name="connsiteY41" fmla="*/ 143446 h 409575"/>
                <a:gd name="connsiteX42" fmla="*/ 529114 w 571500"/>
                <a:gd name="connsiteY42" fmla="*/ 142208 h 409575"/>
                <a:gd name="connsiteX43" fmla="*/ 528352 w 571500"/>
                <a:gd name="connsiteY43" fmla="*/ 140017 h 409575"/>
                <a:gd name="connsiteX44" fmla="*/ 527780 w 571500"/>
                <a:gd name="connsiteY44" fmla="*/ 138970 h 409575"/>
                <a:gd name="connsiteX45" fmla="*/ 527495 w 571500"/>
                <a:gd name="connsiteY45" fmla="*/ 139065 h 409575"/>
                <a:gd name="connsiteX46" fmla="*/ 524732 w 571500"/>
                <a:gd name="connsiteY46" fmla="*/ 136684 h 409575"/>
                <a:gd name="connsiteX47" fmla="*/ 524637 w 571500"/>
                <a:gd name="connsiteY47" fmla="*/ 136208 h 409575"/>
                <a:gd name="connsiteX48" fmla="*/ 522542 w 571500"/>
                <a:gd name="connsiteY48" fmla="*/ 136779 h 409575"/>
                <a:gd name="connsiteX49" fmla="*/ 519017 w 571500"/>
                <a:gd name="connsiteY49" fmla="*/ 139732 h 409575"/>
                <a:gd name="connsiteX50" fmla="*/ 517017 w 571500"/>
                <a:gd name="connsiteY50" fmla="*/ 139732 h 409575"/>
                <a:gd name="connsiteX51" fmla="*/ 514921 w 571500"/>
                <a:gd name="connsiteY51" fmla="*/ 138589 h 409575"/>
                <a:gd name="connsiteX52" fmla="*/ 513017 w 571500"/>
                <a:gd name="connsiteY52" fmla="*/ 137922 h 409575"/>
                <a:gd name="connsiteX53" fmla="*/ 511492 w 571500"/>
                <a:gd name="connsiteY53" fmla="*/ 138494 h 409575"/>
                <a:gd name="connsiteX54" fmla="*/ 510731 w 571500"/>
                <a:gd name="connsiteY54" fmla="*/ 141256 h 409575"/>
                <a:gd name="connsiteX55" fmla="*/ 509873 w 571500"/>
                <a:gd name="connsiteY55" fmla="*/ 143161 h 409575"/>
                <a:gd name="connsiteX56" fmla="*/ 508159 w 571500"/>
                <a:gd name="connsiteY56" fmla="*/ 144018 h 409575"/>
                <a:gd name="connsiteX57" fmla="*/ 506254 w 571500"/>
                <a:gd name="connsiteY57" fmla="*/ 143828 h 409575"/>
                <a:gd name="connsiteX58" fmla="*/ 504730 w 571500"/>
                <a:gd name="connsiteY58" fmla="*/ 142494 h 409575"/>
                <a:gd name="connsiteX59" fmla="*/ 502825 w 571500"/>
                <a:gd name="connsiteY59" fmla="*/ 141446 h 409575"/>
                <a:gd name="connsiteX60" fmla="*/ 500348 w 571500"/>
                <a:gd name="connsiteY60" fmla="*/ 142304 h 409575"/>
                <a:gd name="connsiteX61" fmla="*/ 499110 w 571500"/>
                <a:gd name="connsiteY61" fmla="*/ 143256 h 409575"/>
                <a:gd name="connsiteX62" fmla="*/ 496253 w 571500"/>
                <a:gd name="connsiteY62" fmla="*/ 145447 h 409575"/>
                <a:gd name="connsiteX63" fmla="*/ 491966 w 571500"/>
                <a:gd name="connsiteY63" fmla="*/ 147352 h 409575"/>
                <a:gd name="connsiteX64" fmla="*/ 487966 w 571500"/>
                <a:gd name="connsiteY64" fmla="*/ 146304 h 409575"/>
                <a:gd name="connsiteX65" fmla="*/ 479679 w 571500"/>
                <a:gd name="connsiteY65" fmla="*/ 141542 h 409575"/>
                <a:gd name="connsiteX66" fmla="*/ 476155 w 571500"/>
                <a:gd name="connsiteY66" fmla="*/ 140875 h 409575"/>
                <a:gd name="connsiteX67" fmla="*/ 472345 w 571500"/>
                <a:gd name="connsiteY67" fmla="*/ 141065 h 409575"/>
                <a:gd name="connsiteX68" fmla="*/ 468535 w 571500"/>
                <a:gd name="connsiteY68" fmla="*/ 142113 h 409575"/>
                <a:gd name="connsiteX69" fmla="*/ 465392 w 571500"/>
                <a:gd name="connsiteY69" fmla="*/ 144113 h 409575"/>
                <a:gd name="connsiteX70" fmla="*/ 464058 w 571500"/>
                <a:gd name="connsiteY70" fmla="*/ 145923 h 409575"/>
                <a:gd name="connsiteX71" fmla="*/ 461867 w 571500"/>
                <a:gd name="connsiteY71" fmla="*/ 150590 h 409575"/>
                <a:gd name="connsiteX72" fmla="*/ 460439 w 571500"/>
                <a:gd name="connsiteY72" fmla="*/ 151829 h 409575"/>
                <a:gd name="connsiteX73" fmla="*/ 458915 w 571500"/>
                <a:gd name="connsiteY73" fmla="*/ 151543 h 409575"/>
                <a:gd name="connsiteX74" fmla="*/ 454057 w 571500"/>
                <a:gd name="connsiteY74" fmla="*/ 149352 h 409575"/>
                <a:gd name="connsiteX75" fmla="*/ 452533 w 571500"/>
                <a:gd name="connsiteY75" fmla="*/ 148400 h 409575"/>
                <a:gd name="connsiteX76" fmla="*/ 451485 w 571500"/>
                <a:gd name="connsiteY76" fmla="*/ 146685 h 409575"/>
                <a:gd name="connsiteX77" fmla="*/ 450723 w 571500"/>
                <a:gd name="connsiteY77" fmla="*/ 144685 h 409575"/>
                <a:gd name="connsiteX78" fmla="*/ 449485 w 571500"/>
                <a:gd name="connsiteY78" fmla="*/ 143542 h 409575"/>
                <a:gd name="connsiteX79" fmla="*/ 445961 w 571500"/>
                <a:gd name="connsiteY79" fmla="*/ 144590 h 409575"/>
                <a:gd name="connsiteX80" fmla="*/ 439865 w 571500"/>
                <a:gd name="connsiteY80" fmla="*/ 145256 h 409575"/>
                <a:gd name="connsiteX81" fmla="*/ 436531 w 571500"/>
                <a:gd name="connsiteY81" fmla="*/ 143923 h 409575"/>
                <a:gd name="connsiteX82" fmla="*/ 433864 w 571500"/>
                <a:gd name="connsiteY82" fmla="*/ 140399 h 409575"/>
                <a:gd name="connsiteX83" fmla="*/ 431959 w 571500"/>
                <a:gd name="connsiteY83" fmla="*/ 136112 h 409575"/>
                <a:gd name="connsiteX84" fmla="*/ 430816 w 571500"/>
                <a:gd name="connsiteY84" fmla="*/ 132302 h 409575"/>
                <a:gd name="connsiteX85" fmla="*/ 430816 w 571500"/>
                <a:gd name="connsiteY85" fmla="*/ 132302 h 409575"/>
                <a:gd name="connsiteX86" fmla="*/ 430816 w 571500"/>
                <a:gd name="connsiteY86" fmla="*/ 132302 h 409575"/>
                <a:gd name="connsiteX87" fmla="*/ 429482 w 571500"/>
                <a:gd name="connsiteY87" fmla="*/ 125921 h 409575"/>
                <a:gd name="connsiteX88" fmla="*/ 429387 w 571500"/>
                <a:gd name="connsiteY88" fmla="*/ 123730 h 409575"/>
                <a:gd name="connsiteX89" fmla="*/ 429006 w 571500"/>
                <a:gd name="connsiteY89" fmla="*/ 121349 h 409575"/>
                <a:gd name="connsiteX90" fmla="*/ 427673 w 571500"/>
                <a:gd name="connsiteY90" fmla="*/ 121349 h 409575"/>
                <a:gd name="connsiteX91" fmla="*/ 426053 w 571500"/>
                <a:gd name="connsiteY91" fmla="*/ 122777 h 409575"/>
                <a:gd name="connsiteX92" fmla="*/ 422529 w 571500"/>
                <a:gd name="connsiteY92" fmla="*/ 126397 h 409575"/>
                <a:gd name="connsiteX93" fmla="*/ 421100 w 571500"/>
                <a:gd name="connsiteY93" fmla="*/ 127540 h 409575"/>
                <a:gd name="connsiteX94" fmla="*/ 416814 w 571500"/>
                <a:gd name="connsiteY94" fmla="*/ 129064 h 409575"/>
                <a:gd name="connsiteX95" fmla="*/ 413575 w 571500"/>
                <a:gd name="connsiteY95" fmla="*/ 130207 h 409575"/>
                <a:gd name="connsiteX96" fmla="*/ 409956 w 571500"/>
                <a:gd name="connsiteY96" fmla="*/ 132302 h 409575"/>
                <a:gd name="connsiteX97" fmla="*/ 408718 w 571500"/>
                <a:gd name="connsiteY97" fmla="*/ 135255 h 409575"/>
                <a:gd name="connsiteX98" fmla="*/ 406527 w 571500"/>
                <a:gd name="connsiteY98" fmla="*/ 137732 h 409575"/>
                <a:gd name="connsiteX99" fmla="*/ 403670 w 571500"/>
                <a:gd name="connsiteY99" fmla="*/ 139637 h 409575"/>
                <a:gd name="connsiteX100" fmla="*/ 400812 w 571500"/>
                <a:gd name="connsiteY100" fmla="*/ 140494 h 409575"/>
                <a:gd name="connsiteX101" fmla="*/ 399669 w 571500"/>
                <a:gd name="connsiteY101" fmla="*/ 140303 h 409575"/>
                <a:gd name="connsiteX102" fmla="*/ 395669 w 571500"/>
                <a:gd name="connsiteY102" fmla="*/ 138684 h 409575"/>
                <a:gd name="connsiteX103" fmla="*/ 394049 w 571500"/>
                <a:gd name="connsiteY103" fmla="*/ 138875 h 409575"/>
                <a:gd name="connsiteX104" fmla="*/ 393192 w 571500"/>
                <a:gd name="connsiteY104" fmla="*/ 140208 h 409575"/>
                <a:gd name="connsiteX105" fmla="*/ 392430 w 571500"/>
                <a:gd name="connsiteY105" fmla="*/ 141732 h 409575"/>
                <a:gd name="connsiteX106" fmla="*/ 391192 w 571500"/>
                <a:gd name="connsiteY106" fmla="*/ 142684 h 409575"/>
                <a:gd name="connsiteX107" fmla="*/ 389096 w 571500"/>
                <a:gd name="connsiteY107" fmla="*/ 142208 h 409575"/>
                <a:gd name="connsiteX108" fmla="*/ 381000 w 571500"/>
                <a:gd name="connsiteY108" fmla="*/ 137255 h 409575"/>
                <a:gd name="connsiteX109" fmla="*/ 373285 w 571500"/>
                <a:gd name="connsiteY109" fmla="*/ 133731 h 409575"/>
                <a:gd name="connsiteX110" fmla="*/ 370904 w 571500"/>
                <a:gd name="connsiteY110" fmla="*/ 132302 h 409575"/>
                <a:gd name="connsiteX111" fmla="*/ 370904 w 571500"/>
                <a:gd name="connsiteY111" fmla="*/ 132302 h 409575"/>
                <a:gd name="connsiteX112" fmla="*/ 369380 w 571500"/>
                <a:gd name="connsiteY112" fmla="*/ 130492 h 409575"/>
                <a:gd name="connsiteX113" fmla="*/ 367760 w 571500"/>
                <a:gd name="connsiteY113" fmla="*/ 129064 h 409575"/>
                <a:gd name="connsiteX114" fmla="*/ 365950 w 571500"/>
                <a:gd name="connsiteY114" fmla="*/ 128111 h 409575"/>
                <a:gd name="connsiteX115" fmla="*/ 363760 w 571500"/>
                <a:gd name="connsiteY115" fmla="*/ 127540 h 409575"/>
                <a:gd name="connsiteX116" fmla="*/ 360236 w 571500"/>
                <a:gd name="connsiteY116" fmla="*/ 126111 h 409575"/>
                <a:gd name="connsiteX117" fmla="*/ 353187 w 571500"/>
                <a:gd name="connsiteY117" fmla="*/ 122301 h 409575"/>
                <a:gd name="connsiteX118" fmla="*/ 349663 w 571500"/>
                <a:gd name="connsiteY118" fmla="*/ 120967 h 409575"/>
                <a:gd name="connsiteX119" fmla="*/ 348710 w 571500"/>
                <a:gd name="connsiteY119" fmla="*/ 120967 h 409575"/>
                <a:gd name="connsiteX120" fmla="*/ 346139 w 571500"/>
                <a:gd name="connsiteY120" fmla="*/ 121349 h 409575"/>
                <a:gd name="connsiteX121" fmla="*/ 345377 w 571500"/>
                <a:gd name="connsiteY121" fmla="*/ 121253 h 409575"/>
                <a:gd name="connsiteX122" fmla="*/ 344519 w 571500"/>
                <a:gd name="connsiteY122" fmla="*/ 120301 h 409575"/>
                <a:gd name="connsiteX123" fmla="*/ 344519 w 571500"/>
                <a:gd name="connsiteY123" fmla="*/ 118491 h 409575"/>
                <a:gd name="connsiteX124" fmla="*/ 343662 w 571500"/>
                <a:gd name="connsiteY124" fmla="*/ 117634 h 409575"/>
                <a:gd name="connsiteX125" fmla="*/ 341662 w 571500"/>
                <a:gd name="connsiteY125" fmla="*/ 117253 h 409575"/>
                <a:gd name="connsiteX126" fmla="*/ 339281 w 571500"/>
                <a:gd name="connsiteY126" fmla="*/ 117634 h 409575"/>
                <a:gd name="connsiteX127" fmla="*/ 334899 w 571500"/>
                <a:gd name="connsiteY127" fmla="*/ 119063 h 409575"/>
                <a:gd name="connsiteX128" fmla="*/ 332327 w 571500"/>
                <a:gd name="connsiteY128" fmla="*/ 120777 h 409575"/>
                <a:gd name="connsiteX129" fmla="*/ 331470 w 571500"/>
                <a:gd name="connsiteY129" fmla="*/ 120967 h 409575"/>
                <a:gd name="connsiteX130" fmla="*/ 330232 w 571500"/>
                <a:gd name="connsiteY130" fmla="*/ 120777 h 409575"/>
                <a:gd name="connsiteX131" fmla="*/ 329565 w 571500"/>
                <a:gd name="connsiteY131" fmla="*/ 120205 h 409575"/>
                <a:gd name="connsiteX132" fmla="*/ 328994 w 571500"/>
                <a:gd name="connsiteY132" fmla="*/ 119634 h 409575"/>
                <a:gd name="connsiteX133" fmla="*/ 328232 w 571500"/>
                <a:gd name="connsiteY133" fmla="*/ 119158 h 409575"/>
                <a:gd name="connsiteX134" fmla="*/ 326517 w 571500"/>
                <a:gd name="connsiteY134" fmla="*/ 118682 h 409575"/>
                <a:gd name="connsiteX135" fmla="*/ 325755 w 571500"/>
                <a:gd name="connsiteY135" fmla="*/ 118586 h 409575"/>
                <a:gd name="connsiteX136" fmla="*/ 325565 w 571500"/>
                <a:gd name="connsiteY136" fmla="*/ 118586 h 409575"/>
                <a:gd name="connsiteX137" fmla="*/ 322993 w 571500"/>
                <a:gd name="connsiteY137" fmla="*/ 118682 h 409575"/>
                <a:gd name="connsiteX138" fmla="*/ 322231 w 571500"/>
                <a:gd name="connsiteY138" fmla="*/ 118396 h 409575"/>
                <a:gd name="connsiteX139" fmla="*/ 321659 w 571500"/>
                <a:gd name="connsiteY139" fmla="*/ 117920 h 409575"/>
                <a:gd name="connsiteX140" fmla="*/ 313658 w 571500"/>
                <a:gd name="connsiteY140" fmla="*/ 112871 h 409575"/>
                <a:gd name="connsiteX141" fmla="*/ 310229 w 571500"/>
                <a:gd name="connsiteY141" fmla="*/ 111728 h 409575"/>
                <a:gd name="connsiteX142" fmla="*/ 306038 w 571500"/>
                <a:gd name="connsiteY142" fmla="*/ 113062 h 409575"/>
                <a:gd name="connsiteX143" fmla="*/ 303371 w 571500"/>
                <a:gd name="connsiteY143" fmla="*/ 113348 h 409575"/>
                <a:gd name="connsiteX144" fmla="*/ 301371 w 571500"/>
                <a:gd name="connsiteY144" fmla="*/ 114491 h 409575"/>
                <a:gd name="connsiteX145" fmla="*/ 293465 w 571500"/>
                <a:gd name="connsiteY145" fmla="*/ 121349 h 409575"/>
                <a:gd name="connsiteX146" fmla="*/ 290989 w 571500"/>
                <a:gd name="connsiteY146" fmla="*/ 122873 h 409575"/>
                <a:gd name="connsiteX147" fmla="*/ 289084 w 571500"/>
                <a:gd name="connsiteY147" fmla="*/ 123158 h 409575"/>
                <a:gd name="connsiteX148" fmla="*/ 288322 w 571500"/>
                <a:gd name="connsiteY148" fmla="*/ 122396 h 409575"/>
                <a:gd name="connsiteX149" fmla="*/ 288131 w 571500"/>
                <a:gd name="connsiteY149" fmla="*/ 121444 h 409575"/>
                <a:gd name="connsiteX150" fmla="*/ 288036 w 571500"/>
                <a:gd name="connsiteY150" fmla="*/ 120301 h 409575"/>
                <a:gd name="connsiteX151" fmla="*/ 287846 w 571500"/>
                <a:gd name="connsiteY151" fmla="*/ 119158 h 409575"/>
                <a:gd name="connsiteX152" fmla="*/ 286893 w 571500"/>
                <a:gd name="connsiteY152" fmla="*/ 118396 h 409575"/>
                <a:gd name="connsiteX153" fmla="*/ 285845 w 571500"/>
                <a:gd name="connsiteY153" fmla="*/ 118682 h 409575"/>
                <a:gd name="connsiteX154" fmla="*/ 284607 w 571500"/>
                <a:gd name="connsiteY154" fmla="*/ 119158 h 409575"/>
                <a:gd name="connsiteX155" fmla="*/ 283655 w 571500"/>
                <a:gd name="connsiteY155" fmla="*/ 118872 h 409575"/>
                <a:gd name="connsiteX156" fmla="*/ 277368 w 571500"/>
                <a:gd name="connsiteY156" fmla="*/ 113919 h 409575"/>
                <a:gd name="connsiteX157" fmla="*/ 275749 w 571500"/>
                <a:gd name="connsiteY157" fmla="*/ 111919 h 409575"/>
                <a:gd name="connsiteX158" fmla="*/ 274511 w 571500"/>
                <a:gd name="connsiteY158" fmla="*/ 107347 h 409575"/>
                <a:gd name="connsiteX159" fmla="*/ 275368 w 571500"/>
                <a:gd name="connsiteY159" fmla="*/ 97822 h 409575"/>
                <a:gd name="connsiteX160" fmla="*/ 274511 w 571500"/>
                <a:gd name="connsiteY160" fmla="*/ 93345 h 409575"/>
                <a:gd name="connsiteX161" fmla="*/ 272891 w 571500"/>
                <a:gd name="connsiteY161" fmla="*/ 91440 h 409575"/>
                <a:gd name="connsiteX162" fmla="*/ 263842 w 571500"/>
                <a:gd name="connsiteY162" fmla="*/ 86296 h 409575"/>
                <a:gd name="connsiteX163" fmla="*/ 262604 w 571500"/>
                <a:gd name="connsiteY163" fmla="*/ 85916 h 409575"/>
                <a:gd name="connsiteX164" fmla="*/ 253460 w 571500"/>
                <a:gd name="connsiteY164" fmla="*/ 89535 h 409575"/>
                <a:gd name="connsiteX165" fmla="*/ 248412 w 571500"/>
                <a:gd name="connsiteY165" fmla="*/ 92297 h 409575"/>
                <a:gd name="connsiteX166" fmla="*/ 244221 w 571500"/>
                <a:gd name="connsiteY166" fmla="*/ 94488 h 409575"/>
                <a:gd name="connsiteX167" fmla="*/ 242125 w 571500"/>
                <a:gd name="connsiteY167" fmla="*/ 95155 h 409575"/>
                <a:gd name="connsiteX168" fmla="*/ 240030 w 571500"/>
                <a:gd name="connsiteY168" fmla="*/ 94583 h 409575"/>
                <a:gd name="connsiteX169" fmla="*/ 238030 w 571500"/>
                <a:gd name="connsiteY169" fmla="*/ 94393 h 409575"/>
                <a:gd name="connsiteX170" fmla="*/ 236125 w 571500"/>
                <a:gd name="connsiteY170" fmla="*/ 96203 h 409575"/>
                <a:gd name="connsiteX171" fmla="*/ 234506 w 571500"/>
                <a:gd name="connsiteY171" fmla="*/ 98108 h 409575"/>
                <a:gd name="connsiteX172" fmla="*/ 234220 w 571500"/>
                <a:gd name="connsiteY172" fmla="*/ 98393 h 409575"/>
                <a:gd name="connsiteX173" fmla="*/ 232410 w 571500"/>
                <a:gd name="connsiteY173" fmla="*/ 99822 h 409575"/>
                <a:gd name="connsiteX174" fmla="*/ 228410 w 571500"/>
                <a:gd name="connsiteY174" fmla="*/ 101060 h 409575"/>
                <a:gd name="connsiteX175" fmla="*/ 226695 w 571500"/>
                <a:gd name="connsiteY175" fmla="*/ 101060 h 409575"/>
                <a:gd name="connsiteX176" fmla="*/ 216027 w 571500"/>
                <a:gd name="connsiteY176" fmla="*/ 98298 h 409575"/>
                <a:gd name="connsiteX177" fmla="*/ 212598 w 571500"/>
                <a:gd name="connsiteY177" fmla="*/ 94679 h 409575"/>
                <a:gd name="connsiteX178" fmla="*/ 212598 w 571500"/>
                <a:gd name="connsiteY178" fmla="*/ 90297 h 409575"/>
                <a:gd name="connsiteX179" fmla="*/ 212217 w 571500"/>
                <a:gd name="connsiteY179" fmla="*/ 86296 h 409575"/>
                <a:gd name="connsiteX180" fmla="*/ 207645 w 571500"/>
                <a:gd name="connsiteY180" fmla="*/ 84487 h 409575"/>
                <a:gd name="connsiteX181" fmla="*/ 205073 w 571500"/>
                <a:gd name="connsiteY181" fmla="*/ 84773 h 409575"/>
                <a:gd name="connsiteX182" fmla="*/ 198596 w 571500"/>
                <a:gd name="connsiteY182" fmla="*/ 87249 h 409575"/>
                <a:gd name="connsiteX183" fmla="*/ 195644 w 571500"/>
                <a:gd name="connsiteY183" fmla="*/ 87058 h 409575"/>
                <a:gd name="connsiteX184" fmla="*/ 195453 w 571500"/>
                <a:gd name="connsiteY184" fmla="*/ 85249 h 409575"/>
                <a:gd name="connsiteX185" fmla="*/ 195548 w 571500"/>
                <a:gd name="connsiteY185" fmla="*/ 83344 h 409575"/>
                <a:gd name="connsiteX186" fmla="*/ 193643 w 571500"/>
                <a:gd name="connsiteY186" fmla="*/ 82296 h 409575"/>
                <a:gd name="connsiteX187" fmla="*/ 192119 w 571500"/>
                <a:gd name="connsiteY187" fmla="*/ 82105 h 409575"/>
                <a:gd name="connsiteX188" fmla="*/ 190691 w 571500"/>
                <a:gd name="connsiteY188" fmla="*/ 81725 h 409575"/>
                <a:gd name="connsiteX189" fmla="*/ 188024 w 571500"/>
                <a:gd name="connsiteY189" fmla="*/ 80296 h 409575"/>
                <a:gd name="connsiteX190" fmla="*/ 187071 w 571500"/>
                <a:gd name="connsiteY190" fmla="*/ 78010 h 409575"/>
                <a:gd name="connsiteX191" fmla="*/ 186404 w 571500"/>
                <a:gd name="connsiteY191" fmla="*/ 75248 h 409575"/>
                <a:gd name="connsiteX192" fmla="*/ 184785 w 571500"/>
                <a:gd name="connsiteY192" fmla="*/ 72771 h 409575"/>
                <a:gd name="connsiteX193" fmla="*/ 182118 w 571500"/>
                <a:gd name="connsiteY193" fmla="*/ 71342 h 409575"/>
                <a:gd name="connsiteX194" fmla="*/ 176403 w 571500"/>
                <a:gd name="connsiteY194" fmla="*/ 69342 h 409575"/>
                <a:gd name="connsiteX195" fmla="*/ 173736 w 571500"/>
                <a:gd name="connsiteY195" fmla="*/ 67723 h 409575"/>
                <a:gd name="connsiteX196" fmla="*/ 173641 w 571500"/>
                <a:gd name="connsiteY196" fmla="*/ 67723 h 409575"/>
                <a:gd name="connsiteX197" fmla="*/ 172498 w 571500"/>
                <a:gd name="connsiteY197" fmla="*/ 65723 h 409575"/>
                <a:gd name="connsiteX198" fmla="*/ 170688 w 571500"/>
                <a:gd name="connsiteY198" fmla="*/ 65246 h 409575"/>
                <a:gd name="connsiteX199" fmla="*/ 168783 w 571500"/>
                <a:gd name="connsiteY199" fmla="*/ 66008 h 409575"/>
                <a:gd name="connsiteX200" fmla="*/ 167164 w 571500"/>
                <a:gd name="connsiteY200" fmla="*/ 67151 h 409575"/>
                <a:gd name="connsiteX201" fmla="*/ 165925 w 571500"/>
                <a:gd name="connsiteY201" fmla="*/ 67151 h 409575"/>
                <a:gd name="connsiteX202" fmla="*/ 152019 w 571500"/>
                <a:gd name="connsiteY202" fmla="*/ 63437 h 409575"/>
                <a:gd name="connsiteX203" fmla="*/ 150495 w 571500"/>
                <a:gd name="connsiteY203" fmla="*/ 62294 h 409575"/>
                <a:gd name="connsiteX204" fmla="*/ 149828 w 571500"/>
                <a:gd name="connsiteY204" fmla="*/ 59531 h 409575"/>
                <a:gd name="connsiteX205" fmla="*/ 150876 w 571500"/>
                <a:gd name="connsiteY205" fmla="*/ 56579 h 409575"/>
                <a:gd name="connsiteX206" fmla="*/ 152495 w 571500"/>
                <a:gd name="connsiteY206" fmla="*/ 53626 h 409575"/>
                <a:gd name="connsiteX207" fmla="*/ 153638 w 571500"/>
                <a:gd name="connsiteY207" fmla="*/ 50863 h 409575"/>
                <a:gd name="connsiteX208" fmla="*/ 154305 w 571500"/>
                <a:gd name="connsiteY208" fmla="*/ 45625 h 409575"/>
                <a:gd name="connsiteX209" fmla="*/ 154019 w 571500"/>
                <a:gd name="connsiteY209" fmla="*/ 40672 h 409575"/>
                <a:gd name="connsiteX210" fmla="*/ 152971 w 571500"/>
                <a:gd name="connsiteY210" fmla="*/ 35909 h 409575"/>
                <a:gd name="connsiteX211" fmla="*/ 151067 w 571500"/>
                <a:gd name="connsiteY211" fmla="*/ 31147 h 409575"/>
                <a:gd name="connsiteX212" fmla="*/ 148114 w 571500"/>
                <a:gd name="connsiteY212" fmla="*/ 26765 h 409575"/>
                <a:gd name="connsiteX213" fmla="*/ 144685 w 571500"/>
                <a:gd name="connsiteY213" fmla="*/ 24384 h 409575"/>
                <a:gd name="connsiteX214" fmla="*/ 111538 w 571500"/>
                <a:gd name="connsiteY214" fmla="*/ 18288 h 409575"/>
                <a:gd name="connsiteX215" fmla="*/ 109061 w 571500"/>
                <a:gd name="connsiteY215" fmla="*/ 16669 h 409575"/>
                <a:gd name="connsiteX216" fmla="*/ 106871 w 571500"/>
                <a:gd name="connsiteY216" fmla="*/ 13525 h 409575"/>
                <a:gd name="connsiteX217" fmla="*/ 105728 w 571500"/>
                <a:gd name="connsiteY217" fmla="*/ 11144 h 409575"/>
                <a:gd name="connsiteX218" fmla="*/ 104204 w 571500"/>
                <a:gd name="connsiteY218" fmla="*/ 9906 h 409575"/>
                <a:gd name="connsiteX219" fmla="*/ 100679 w 571500"/>
                <a:gd name="connsiteY219" fmla="*/ 10478 h 409575"/>
                <a:gd name="connsiteX220" fmla="*/ 99632 w 571500"/>
                <a:gd name="connsiteY220" fmla="*/ 10192 h 409575"/>
                <a:gd name="connsiteX221" fmla="*/ 98393 w 571500"/>
                <a:gd name="connsiteY221" fmla="*/ 6953 h 409575"/>
                <a:gd name="connsiteX222" fmla="*/ 97250 w 571500"/>
                <a:gd name="connsiteY222" fmla="*/ 5810 h 409575"/>
                <a:gd name="connsiteX223" fmla="*/ 94488 w 571500"/>
                <a:gd name="connsiteY223" fmla="*/ 4667 h 409575"/>
                <a:gd name="connsiteX224" fmla="*/ 93250 w 571500"/>
                <a:gd name="connsiteY224" fmla="*/ 3905 h 409575"/>
                <a:gd name="connsiteX225" fmla="*/ 92202 w 571500"/>
                <a:gd name="connsiteY225" fmla="*/ 2858 h 409575"/>
                <a:gd name="connsiteX226" fmla="*/ 91631 w 571500"/>
                <a:gd name="connsiteY226" fmla="*/ 476 h 409575"/>
                <a:gd name="connsiteX227" fmla="*/ 89630 w 571500"/>
                <a:gd name="connsiteY227" fmla="*/ 0 h 409575"/>
                <a:gd name="connsiteX228" fmla="*/ 87344 w 571500"/>
                <a:gd name="connsiteY228" fmla="*/ 953 h 409575"/>
                <a:gd name="connsiteX229" fmla="*/ 81439 w 571500"/>
                <a:gd name="connsiteY229" fmla="*/ 8192 h 409575"/>
                <a:gd name="connsiteX230" fmla="*/ 79058 w 571500"/>
                <a:gd name="connsiteY230" fmla="*/ 9906 h 409575"/>
                <a:gd name="connsiteX231" fmla="*/ 75343 w 571500"/>
                <a:gd name="connsiteY231" fmla="*/ 10001 h 409575"/>
                <a:gd name="connsiteX232" fmla="*/ 70771 w 571500"/>
                <a:gd name="connsiteY232" fmla="*/ 9144 h 409575"/>
                <a:gd name="connsiteX233" fmla="*/ 69247 w 571500"/>
                <a:gd name="connsiteY233" fmla="*/ 8668 h 409575"/>
                <a:gd name="connsiteX234" fmla="*/ 69152 w 571500"/>
                <a:gd name="connsiteY234" fmla="*/ 8763 h 409575"/>
                <a:gd name="connsiteX235" fmla="*/ 66580 w 571500"/>
                <a:gd name="connsiteY235" fmla="*/ 9525 h 409575"/>
                <a:gd name="connsiteX236" fmla="*/ 61246 w 571500"/>
                <a:gd name="connsiteY236" fmla="*/ 9811 h 409575"/>
                <a:gd name="connsiteX237" fmla="*/ 58960 w 571500"/>
                <a:gd name="connsiteY237" fmla="*/ 10763 h 409575"/>
                <a:gd name="connsiteX238" fmla="*/ 60008 w 571500"/>
                <a:gd name="connsiteY238" fmla="*/ 12859 h 409575"/>
                <a:gd name="connsiteX239" fmla="*/ 63246 w 571500"/>
                <a:gd name="connsiteY239" fmla="*/ 16574 h 409575"/>
                <a:gd name="connsiteX240" fmla="*/ 63532 w 571500"/>
                <a:gd name="connsiteY240" fmla="*/ 17812 h 409575"/>
                <a:gd name="connsiteX241" fmla="*/ 64008 w 571500"/>
                <a:gd name="connsiteY241" fmla="*/ 19050 h 409575"/>
                <a:gd name="connsiteX242" fmla="*/ 64008 w 571500"/>
                <a:gd name="connsiteY242" fmla="*/ 20193 h 409575"/>
                <a:gd name="connsiteX243" fmla="*/ 62865 w 571500"/>
                <a:gd name="connsiteY243" fmla="*/ 20574 h 409575"/>
                <a:gd name="connsiteX244" fmla="*/ 62198 w 571500"/>
                <a:gd name="connsiteY244" fmla="*/ 21050 h 409575"/>
                <a:gd name="connsiteX245" fmla="*/ 61341 w 571500"/>
                <a:gd name="connsiteY245" fmla="*/ 22288 h 409575"/>
                <a:gd name="connsiteX246" fmla="*/ 61246 w 571500"/>
                <a:gd name="connsiteY246" fmla="*/ 22193 h 409575"/>
                <a:gd name="connsiteX247" fmla="*/ 61246 w 571500"/>
                <a:gd name="connsiteY247" fmla="*/ 22193 h 409575"/>
                <a:gd name="connsiteX248" fmla="*/ 60960 w 571500"/>
                <a:gd name="connsiteY248" fmla="*/ 23241 h 409575"/>
                <a:gd name="connsiteX249" fmla="*/ 60674 w 571500"/>
                <a:gd name="connsiteY249" fmla="*/ 23908 h 409575"/>
                <a:gd name="connsiteX250" fmla="*/ 60579 w 571500"/>
                <a:gd name="connsiteY250" fmla="*/ 24384 h 409575"/>
                <a:gd name="connsiteX251" fmla="*/ 60770 w 571500"/>
                <a:gd name="connsiteY251" fmla="*/ 24670 h 409575"/>
                <a:gd name="connsiteX252" fmla="*/ 64675 w 571500"/>
                <a:gd name="connsiteY252" fmla="*/ 24289 h 409575"/>
                <a:gd name="connsiteX253" fmla="*/ 65437 w 571500"/>
                <a:gd name="connsiteY253" fmla="*/ 24479 h 409575"/>
                <a:gd name="connsiteX254" fmla="*/ 65818 w 571500"/>
                <a:gd name="connsiteY254" fmla="*/ 25051 h 409575"/>
                <a:gd name="connsiteX255" fmla="*/ 65723 w 571500"/>
                <a:gd name="connsiteY255" fmla="*/ 26384 h 409575"/>
                <a:gd name="connsiteX256" fmla="*/ 64770 w 571500"/>
                <a:gd name="connsiteY256" fmla="*/ 29908 h 409575"/>
                <a:gd name="connsiteX257" fmla="*/ 64961 w 571500"/>
                <a:gd name="connsiteY257" fmla="*/ 30766 h 409575"/>
                <a:gd name="connsiteX258" fmla="*/ 65532 w 571500"/>
                <a:gd name="connsiteY258" fmla="*/ 31623 h 409575"/>
                <a:gd name="connsiteX259" fmla="*/ 67056 w 571500"/>
                <a:gd name="connsiteY259" fmla="*/ 33147 h 409575"/>
                <a:gd name="connsiteX260" fmla="*/ 68104 w 571500"/>
                <a:gd name="connsiteY260" fmla="*/ 33814 h 409575"/>
                <a:gd name="connsiteX261" fmla="*/ 69342 w 571500"/>
                <a:gd name="connsiteY261" fmla="*/ 34862 h 409575"/>
                <a:gd name="connsiteX262" fmla="*/ 70009 w 571500"/>
                <a:gd name="connsiteY262" fmla="*/ 35624 h 409575"/>
                <a:gd name="connsiteX263" fmla="*/ 71533 w 571500"/>
                <a:gd name="connsiteY263" fmla="*/ 38195 h 409575"/>
                <a:gd name="connsiteX264" fmla="*/ 71533 w 571500"/>
                <a:gd name="connsiteY264" fmla="*/ 40386 h 409575"/>
                <a:gd name="connsiteX265" fmla="*/ 71152 w 571500"/>
                <a:gd name="connsiteY265" fmla="*/ 42482 h 409575"/>
                <a:gd name="connsiteX266" fmla="*/ 71057 w 571500"/>
                <a:gd name="connsiteY266" fmla="*/ 45720 h 409575"/>
                <a:gd name="connsiteX267" fmla="*/ 71342 w 571500"/>
                <a:gd name="connsiteY267" fmla="*/ 47149 h 409575"/>
                <a:gd name="connsiteX268" fmla="*/ 72200 w 571500"/>
                <a:gd name="connsiteY268" fmla="*/ 48387 h 409575"/>
                <a:gd name="connsiteX269" fmla="*/ 74867 w 571500"/>
                <a:gd name="connsiteY269" fmla="*/ 50483 h 409575"/>
                <a:gd name="connsiteX270" fmla="*/ 75819 w 571500"/>
                <a:gd name="connsiteY270" fmla="*/ 51530 h 409575"/>
                <a:gd name="connsiteX271" fmla="*/ 77248 w 571500"/>
                <a:gd name="connsiteY271" fmla="*/ 55245 h 409575"/>
                <a:gd name="connsiteX272" fmla="*/ 77915 w 571500"/>
                <a:gd name="connsiteY272" fmla="*/ 56388 h 409575"/>
                <a:gd name="connsiteX273" fmla="*/ 80010 w 571500"/>
                <a:gd name="connsiteY273" fmla="*/ 58103 h 409575"/>
                <a:gd name="connsiteX274" fmla="*/ 80867 w 571500"/>
                <a:gd name="connsiteY274" fmla="*/ 59341 h 409575"/>
                <a:gd name="connsiteX275" fmla="*/ 81344 w 571500"/>
                <a:gd name="connsiteY275" fmla="*/ 61341 h 409575"/>
                <a:gd name="connsiteX276" fmla="*/ 81439 w 571500"/>
                <a:gd name="connsiteY276" fmla="*/ 63151 h 409575"/>
                <a:gd name="connsiteX277" fmla="*/ 81248 w 571500"/>
                <a:gd name="connsiteY277" fmla="*/ 66770 h 409575"/>
                <a:gd name="connsiteX278" fmla="*/ 81248 w 571500"/>
                <a:gd name="connsiteY278" fmla="*/ 67151 h 409575"/>
                <a:gd name="connsiteX279" fmla="*/ 85058 w 571500"/>
                <a:gd name="connsiteY279" fmla="*/ 74962 h 409575"/>
                <a:gd name="connsiteX280" fmla="*/ 86296 w 571500"/>
                <a:gd name="connsiteY280" fmla="*/ 76962 h 409575"/>
                <a:gd name="connsiteX281" fmla="*/ 88106 w 571500"/>
                <a:gd name="connsiteY281" fmla="*/ 78010 h 409575"/>
                <a:gd name="connsiteX282" fmla="*/ 89535 w 571500"/>
                <a:gd name="connsiteY282" fmla="*/ 78581 h 409575"/>
                <a:gd name="connsiteX283" fmla="*/ 90869 w 571500"/>
                <a:gd name="connsiteY283" fmla="*/ 79343 h 409575"/>
                <a:gd name="connsiteX284" fmla="*/ 92297 w 571500"/>
                <a:gd name="connsiteY284" fmla="*/ 80867 h 409575"/>
                <a:gd name="connsiteX285" fmla="*/ 95345 w 571500"/>
                <a:gd name="connsiteY285" fmla="*/ 83058 h 409575"/>
                <a:gd name="connsiteX286" fmla="*/ 96488 w 571500"/>
                <a:gd name="connsiteY286" fmla="*/ 83058 h 409575"/>
                <a:gd name="connsiteX287" fmla="*/ 97155 w 571500"/>
                <a:gd name="connsiteY287" fmla="*/ 82487 h 409575"/>
                <a:gd name="connsiteX288" fmla="*/ 98012 w 571500"/>
                <a:gd name="connsiteY288" fmla="*/ 81820 h 409575"/>
                <a:gd name="connsiteX289" fmla="*/ 98774 w 571500"/>
                <a:gd name="connsiteY289" fmla="*/ 81248 h 409575"/>
                <a:gd name="connsiteX290" fmla="*/ 99822 w 571500"/>
                <a:gd name="connsiteY290" fmla="*/ 80772 h 409575"/>
                <a:gd name="connsiteX291" fmla="*/ 100965 w 571500"/>
                <a:gd name="connsiteY291" fmla="*/ 80582 h 409575"/>
                <a:gd name="connsiteX292" fmla="*/ 102108 w 571500"/>
                <a:gd name="connsiteY292" fmla="*/ 80582 h 409575"/>
                <a:gd name="connsiteX293" fmla="*/ 103156 w 571500"/>
                <a:gd name="connsiteY293" fmla="*/ 80677 h 409575"/>
                <a:gd name="connsiteX294" fmla="*/ 104204 w 571500"/>
                <a:gd name="connsiteY294" fmla="*/ 81058 h 409575"/>
                <a:gd name="connsiteX295" fmla="*/ 105156 w 571500"/>
                <a:gd name="connsiteY295" fmla="*/ 81915 h 409575"/>
                <a:gd name="connsiteX296" fmla="*/ 105918 w 571500"/>
                <a:gd name="connsiteY296" fmla="*/ 83344 h 409575"/>
                <a:gd name="connsiteX297" fmla="*/ 106585 w 571500"/>
                <a:gd name="connsiteY297" fmla="*/ 86011 h 409575"/>
                <a:gd name="connsiteX298" fmla="*/ 106680 w 571500"/>
                <a:gd name="connsiteY298" fmla="*/ 88202 h 409575"/>
                <a:gd name="connsiteX299" fmla="*/ 106680 w 571500"/>
                <a:gd name="connsiteY299" fmla="*/ 90107 h 409575"/>
                <a:gd name="connsiteX300" fmla="*/ 105823 w 571500"/>
                <a:gd name="connsiteY300" fmla="*/ 96488 h 409575"/>
                <a:gd name="connsiteX301" fmla="*/ 106013 w 571500"/>
                <a:gd name="connsiteY301" fmla="*/ 97631 h 409575"/>
                <a:gd name="connsiteX302" fmla="*/ 106585 w 571500"/>
                <a:gd name="connsiteY302" fmla="*/ 98488 h 409575"/>
                <a:gd name="connsiteX303" fmla="*/ 107728 w 571500"/>
                <a:gd name="connsiteY303" fmla="*/ 98870 h 409575"/>
                <a:gd name="connsiteX304" fmla="*/ 109823 w 571500"/>
                <a:gd name="connsiteY304" fmla="*/ 98679 h 409575"/>
                <a:gd name="connsiteX305" fmla="*/ 110871 w 571500"/>
                <a:gd name="connsiteY305" fmla="*/ 98679 h 409575"/>
                <a:gd name="connsiteX306" fmla="*/ 112014 w 571500"/>
                <a:gd name="connsiteY306" fmla="*/ 99155 h 409575"/>
                <a:gd name="connsiteX307" fmla="*/ 113443 w 571500"/>
                <a:gd name="connsiteY307" fmla="*/ 100108 h 409575"/>
                <a:gd name="connsiteX308" fmla="*/ 122111 w 571500"/>
                <a:gd name="connsiteY308" fmla="*/ 108775 h 409575"/>
                <a:gd name="connsiteX309" fmla="*/ 122968 w 571500"/>
                <a:gd name="connsiteY309" fmla="*/ 109823 h 409575"/>
                <a:gd name="connsiteX310" fmla="*/ 123444 w 571500"/>
                <a:gd name="connsiteY310" fmla="*/ 110776 h 409575"/>
                <a:gd name="connsiteX311" fmla="*/ 123635 w 571500"/>
                <a:gd name="connsiteY311" fmla="*/ 111728 h 409575"/>
                <a:gd name="connsiteX312" fmla="*/ 123539 w 571500"/>
                <a:gd name="connsiteY312" fmla="*/ 112395 h 409575"/>
                <a:gd name="connsiteX313" fmla="*/ 122301 w 571500"/>
                <a:gd name="connsiteY313" fmla="*/ 113348 h 409575"/>
                <a:gd name="connsiteX314" fmla="*/ 104585 w 571500"/>
                <a:gd name="connsiteY314" fmla="*/ 113538 h 409575"/>
                <a:gd name="connsiteX315" fmla="*/ 100298 w 571500"/>
                <a:gd name="connsiteY315" fmla="*/ 112776 h 409575"/>
                <a:gd name="connsiteX316" fmla="*/ 97155 w 571500"/>
                <a:gd name="connsiteY316" fmla="*/ 111824 h 409575"/>
                <a:gd name="connsiteX317" fmla="*/ 96012 w 571500"/>
                <a:gd name="connsiteY317" fmla="*/ 111824 h 409575"/>
                <a:gd name="connsiteX318" fmla="*/ 94012 w 571500"/>
                <a:gd name="connsiteY318" fmla="*/ 112300 h 409575"/>
                <a:gd name="connsiteX319" fmla="*/ 90392 w 571500"/>
                <a:gd name="connsiteY319" fmla="*/ 112204 h 409575"/>
                <a:gd name="connsiteX320" fmla="*/ 89630 w 571500"/>
                <a:gd name="connsiteY320" fmla="*/ 112395 h 409575"/>
                <a:gd name="connsiteX321" fmla="*/ 88773 w 571500"/>
                <a:gd name="connsiteY321" fmla="*/ 112967 h 409575"/>
                <a:gd name="connsiteX322" fmla="*/ 88106 w 571500"/>
                <a:gd name="connsiteY322" fmla="*/ 113919 h 409575"/>
                <a:gd name="connsiteX323" fmla="*/ 87440 w 571500"/>
                <a:gd name="connsiteY323" fmla="*/ 115633 h 409575"/>
                <a:gd name="connsiteX324" fmla="*/ 86392 w 571500"/>
                <a:gd name="connsiteY324" fmla="*/ 119825 h 409575"/>
                <a:gd name="connsiteX325" fmla="*/ 85820 w 571500"/>
                <a:gd name="connsiteY325" fmla="*/ 121158 h 409575"/>
                <a:gd name="connsiteX326" fmla="*/ 85058 w 571500"/>
                <a:gd name="connsiteY326" fmla="*/ 122396 h 409575"/>
                <a:gd name="connsiteX327" fmla="*/ 84392 w 571500"/>
                <a:gd name="connsiteY327" fmla="*/ 123349 h 409575"/>
                <a:gd name="connsiteX328" fmla="*/ 83344 w 571500"/>
                <a:gd name="connsiteY328" fmla="*/ 124016 h 409575"/>
                <a:gd name="connsiteX329" fmla="*/ 82201 w 571500"/>
                <a:gd name="connsiteY329" fmla="*/ 124492 h 409575"/>
                <a:gd name="connsiteX330" fmla="*/ 77533 w 571500"/>
                <a:gd name="connsiteY330" fmla="*/ 125540 h 409575"/>
                <a:gd name="connsiteX331" fmla="*/ 77057 w 571500"/>
                <a:gd name="connsiteY331" fmla="*/ 125730 h 409575"/>
                <a:gd name="connsiteX332" fmla="*/ 76676 w 571500"/>
                <a:gd name="connsiteY332" fmla="*/ 126016 h 409575"/>
                <a:gd name="connsiteX333" fmla="*/ 76200 w 571500"/>
                <a:gd name="connsiteY333" fmla="*/ 126683 h 409575"/>
                <a:gd name="connsiteX334" fmla="*/ 74867 w 571500"/>
                <a:gd name="connsiteY334" fmla="*/ 128969 h 409575"/>
                <a:gd name="connsiteX335" fmla="*/ 74390 w 571500"/>
                <a:gd name="connsiteY335" fmla="*/ 129350 h 409575"/>
                <a:gd name="connsiteX336" fmla="*/ 73914 w 571500"/>
                <a:gd name="connsiteY336" fmla="*/ 129635 h 409575"/>
                <a:gd name="connsiteX337" fmla="*/ 73438 w 571500"/>
                <a:gd name="connsiteY337" fmla="*/ 129445 h 409575"/>
                <a:gd name="connsiteX338" fmla="*/ 73057 w 571500"/>
                <a:gd name="connsiteY338" fmla="*/ 128969 h 409575"/>
                <a:gd name="connsiteX339" fmla="*/ 72866 w 571500"/>
                <a:gd name="connsiteY339" fmla="*/ 128111 h 409575"/>
                <a:gd name="connsiteX340" fmla="*/ 72676 w 571500"/>
                <a:gd name="connsiteY340" fmla="*/ 127159 h 409575"/>
                <a:gd name="connsiteX341" fmla="*/ 72485 w 571500"/>
                <a:gd name="connsiteY341" fmla="*/ 126302 h 409575"/>
                <a:gd name="connsiteX342" fmla="*/ 72104 w 571500"/>
                <a:gd name="connsiteY342" fmla="*/ 125730 h 409575"/>
                <a:gd name="connsiteX343" fmla="*/ 71723 w 571500"/>
                <a:gd name="connsiteY343" fmla="*/ 125254 h 409575"/>
                <a:gd name="connsiteX344" fmla="*/ 71152 w 571500"/>
                <a:gd name="connsiteY344" fmla="*/ 125063 h 409575"/>
                <a:gd name="connsiteX345" fmla="*/ 70390 w 571500"/>
                <a:gd name="connsiteY345" fmla="*/ 125158 h 409575"/>
                <a:gd name="connsiteX346" fmla="*/ 69628 w 571500"/>
                <a:gd name="connsiteY346" fmla="*/ 125730 h 409575"/>
                <a:gd name="connsiteX347" fmla="*/ 69152 w 571500"/>
                <a:gd name="connsiteY347" fmla="*/ 126492 h 409575"/>
                <a:gd name="connsiteX348" fmla="*/ 68961 w 571500"/>
                <a:gd name="connsiteY348" fmla="*/ 127445 h 409575"/>
                <a:gd name="connsiteX349" fmla="*/ 68866 w 571500"/>
                <a:gd name="connsiteY349" fmla="*/ 131540 h 409575"/>
                <a:gd name="connsiteX350" fmla="*/ 68866 w 571500"/>
                <a:gd name="connsiteY350" fmla="*/ 131636 h 409575"/>
                <a:gd name="connsiteX351" fmla="*/ 68771 w 571500"/>
                <a:gd name="connsiteY351" fmla="*/ 133636 h 409575"/>
                <a:gd name="connsiteX352" fmla="*/ 68961 w 571500"/>
                <a:gd name="connsiteY352" fmla="*/ 134969 h 409575"/>
                <a:gd name="connsiteX353" fmla="*/ 69628 w 571500"/>
                <a:gd name="connsiteY353" fmla="*/ 136208 h 409575"/>
                <a:gd name="connsiteX354" fmla="*/ 71438 w 571500"/>
                <a:gd name="connsiteY354" fmla="*/ 137255 h 409575"/>
                <a:gd name="connsiteX355" fmla="*/ 72962 w 571500"/>
                <a:gd name="connsiteY355" fmla="*/ 137636 h 409575"/>
                <a:gd name="connsiteX356" fmla="*/ 74581 w 571500"/>
                <a:gd name="connsiteY356" fmla="*/ 137732 h 409575"/>
                <a:gd name="connsiteX357" fmla="*/ 75914 w 571500"/>
                <a:gd name="connsiteY357" fmla="*/ 137541 h 409575"/>
                <a:gd name="connsiteX358" fmla="*/ 77057 w 571500"/>
                <a:gd name="connsiteY358" fmla="*/ 137160 h 409575"/>
                <a:gd name="connsiteX359" fmla="*/ 77915 w 571500"/>
                <a:gd name="connsiteY359" fmla="*/ 136684 h 409575"/>
                <a:gd name="connsiteX360" fmla="*/ 78391 w 571500"/>
                <a:gd name="connsiteY360" fmla="*/ 136303 h 409575"/>
                <a:gd name="connsiteX361" fmla="*/ 78867 w 571500"/>
                <a:gd name="connsiteY361" fmla="*/ 135731 h 409575"/>
                <a:gd name="connsiteX362" fmla="*/ 79343 w 571500"/>
                <a:gd name="connsiteY362" fmla="*/ 135255 h 409575"/>
                <a:gd name="connsiteX363" fmla="*/ 80010 w 571500"/>
                <a:gd name="connsiteY363" fmla="*/ 135065 h 409575"/>
                <a:gd name="connsiteX364" fmla="*/ 81153 w 571500"/>
                <a:gd name="connsiteY364" fmla="*/ 135636 h 409575"/>
                <a:gd name="connsiteX365" fmla="*/ 82772 w 571500"/>
                <a:gd name="connsiteY365" fmla="*/ 136874 h 409575"/>
                <a:gd name="connsiteX366" fmla="*/ 85916 w 571500"/>
                <a:gd name="connsiteY366" fmla="*/ 139827 h 409575"/>
                <a:gd name="connsiteX367" fmla="*/ 88106 w 571500"/>
                <a:gd name="connsiteY367" fmla="*/ 141161 h 409575"/>
                <a:gd name="connsiteX368" fmla="*/ 90107 w 571500"/>
                <a:gd name="connsiteY368" fmla="*/ 142113 h 409575"/>
                <a:gd name="connsiteX369" fmla="*/ 98679 w 571500"/>
                <a:gd name="connsiteY369" fmla="*/ 144018 h 409575"/>
                <a:gd name="connsiteX370" fmla="*/ 99346 w 571500"/>
                <a:gd name="connsiteY370" fmla="*/ 144399 h 409575"/>
                <a:gd name="connsiteX371" fmla="*/ 99632 w 571500"/>
                <a:gd name="connsiteY371" fmla="*/ 145256 h 409575"/>
                <a:gd name="connsiteX372" fmla="*/ 99632 w 571500"/>
                <a:gd name="connsiteY372" fmla="*/ 146780 h 409575"/>
                <a:gd name="connsiteX373" fmla="*/ 98774 w 571500"/>
                <a:gd name="connsiteY373" fmla="*/ 148685 h 409575"/>
                <a:gd name="connsiteX374" fmla="*/ 96965 w 571500"/>
                <a:gd name="connsiteY374" fmla="*/ 151543 h 409575"/>
                <a:gd name="connsiteX375" fmla="*/ 96774 w 571500"/>
                <a:gd name="connsiteY375" fmla="*/ 152495 h 409575"/>
                <a:gd name="connsiteX376" fmla="*/ 96965 w 571500"/>
                <a:gd name="connsiteY376" fmla="*/ 153734 h 409575"/>
                <a:gd name="connsiteX377" fmla="*/ 97917 w 571500"/>
                <a:gd name="connsiteY377" fmla="*/ 155734 h 409575"/>
                <a:gd name="connsiteX378" fmla="*/ 99727 w 571500"/>
                <a:gd name="connsiteY378" fmla="*/ 158305 h 409575"/>
                <a:gd name="connsiteX379" fmla="*/ 99727 w 571500"/>
                <a:gd name="connsiteY379" fmla="*/ 158972 h 409575"/>
                <a:gd name="connsiteX380" fmla="*/ 99536 w 571500"/>
                <a:gd name="connsiteY380" fmla="*/ 159353 h 409575"/>
                <a:gd name="connsiteX381" fmla="*/ 97441 w 571500"/>
                <a:gd name="connsiteY381" fmla="*/ 160687 h 409575"/>
                <a:gd name="connsiteX382" fmla="*/ 94964 w 571500"/>
                <a:gd name="connsiteY382" fmla="*/ 160401 h 409575"/>
                <a:gd name="connsiteX383" fmla="*/ 94012 w 571500"/>
                <a:gd name="connsiteY383" fmla="*/ 160115 h 409575"/>
                <a:gd name="connsiteX384" fmla="*/ 92869 w 571500"/>
                <a:gd name="connsiteY384" fmla="*/ 159925 h 409575"/>
                <a:gd name="connsiteX385" fmla="*/ 92012 w 571500"/>
                <a:gd name="connsiteY385" fmla="*/ 159925 h 409575"/>
                <a:gd name="connsiteX386" fmla="*/ 91250 w 571500"/>
                <a:gd name="connsiteY386" fmla="*/ 160211 h 409575"/>
                <a:gd name="connsiteX387" fmla="*/ 90583 w 571500"/>
                <a:gd name="connsiteY387" fmla="*/ 160687 h 409575"/>
                <a:gd name="connsiteX388" fmla="*/ 89249 w 571500"/>
                <a:gd name="connsiteY388" fmla="*/ 161925 h 409575"/>
                <a:gd name="connsiteX389" fmla="*/ 88487 w 571500"/>
                <a:gd name="connsiteY389" fmla="*/ 162306 h 409575"/>
                <a:gd name="connsiteX390" fmla="*/ 87440 w 571500"/>
                <a:gd name="connsiteY390" fmla="*/ 162687 h 409575"/>
                <a:gd name="connsiteX391" fmla="*/ 80772 w 571500"/>
                <a:gd name="connsiteY391" fmla="*/ 163259 h 409575"/>
                <a:gd name="connsiteX392" fmla="*/ 79058 w 571500"/>
                <a:gd name="connsiteY392" fmla="*/ 163735 h 409575"/>
                <a:gd name="connsiteX393" fmla="*/ 78296 w 571500"/>
                <a:gd name="connsiteY393" fmla="*/ 164116 h 409575"/>
                <a:gd name="connsiteX394" fmla="*/ 77915 w 571500"/>
                <a:gd name="connsiteY394" fmla="*/ 164402 h 409575"/>
                <a:gd name="connsiteX395" fmla="*/ 77343 w 571500"/>
                <a:gd name="connsiteY395" fmla="*/ 164973 h 409575"/>
                <a:gd name="connsiteX396" fmla="*/ 76771 w 571500"/>
                <a:gd name="connsiteY396" fmla="*/ 165830 h 409575"/>
                <a:gd name="connsiteX397" fmla="*/ 76391 w 571500"/>
                <a:gd name="connsiteY397" fmla="*/ 166783 h 409575"/>
                <a:gd name="connsiteX398" fmla="*/ 76391 w 571500"/>
                <a:gd name="connsiteY398" fmla="*/ 168021 h 409575"/>
                <a:gd name="connsiteX399" fmla="*/ 76771 w 571500"/>
                <a:gd name="connsiteY399" fmla="*/ 169164 h 409575"/>
                <a:gd name="connsiteX400" fmla="*/ 77915 w 571500"/>
                <a:gd name="connsiteY400" fmla="*/ 170307 h 409575"/>
                <a:gd name="connsiteX401" fmla="*/ 80677 w 571500"/>
                <a:gd name="connsiteY401" fmla="*/ 172403 h 409575"/>
                <a:gd name="connsiteX402" fmla="*/ 82582 w 571500"/>
                <a:gd name="connsiteY402" fmla="*/ 175165 h 409575"/>
                <a:gd name="connsiteX403" fmla="*/ 85630 w 571500"/>
                <a:gd name="connsiteY403" fmla="*/ 182690 h 409575"/>
                <a:gd name="connsiteX404" fmla="*/ 86678 w 571500"/>
                <a:gd name="connsiteY404" fmla="*/ 183071 h 409575"/>
                <a:gd name="connsiteX405" fmla="*/ 88297 w 571500"/>
                <a:gd name="connsiteY405" fmla="*/ 184213 h 409575"/>
                <a:gd name="connsiteX406" fmla="*/ 89249 w 571500"/>
                <a:gd name="connsiteY406" fmla="*/ 184309 h 409575"/>
                <a:gd name="connsiteX407" fmla="*/ 90583 w 571500"/>
                <a:gd name="connsiteY407" fmla="*/ 184785 h 409575"/>
                <a:gd name="connsiteX408" fmla="*/ 93059 w 571500"/>
                <a:gd name="connsiteY408" fmla="*/ 186500 h 409575"/>
                <a:gd name="connsiteX409" fmla="*/ 94393 w 571500"/>
                <a:gd name="connsiteY409" fmla="*/ 186880 h 409575"/>
                <a:gd name="connsiteX410" fmla="*/ 95536 w 571500"/>
                <a:gd name="connsiteY410" fmla="*/ 187547 h 409575"/>
                <a:gd name="connsiteX411" fmla="*/ 96679 w 571500"/>
                <a:gd name="connsiteY411" fmla="*/ 188881 h 409575"/>
                <a:gd name="connsiteX412" fmla="*/ 97631 w 571500"/>
                <a:gd name="connsiteY412" fmla="*/ 190500 h 409575"/>
                <a:gd name="connsiteX413" fmla="*/ 98393 w 571500"/>
                <a:gd name="connsiteY413" fmla="*/ 193072 h 409575"/>
                <a:gd name="connsiteX414" fmla="*/ 99536 w 571500"/>
                <a:gd name="connsiteY414" fmla="*/ 193358 h 409575"/>
                <a:gd name="connsiteX415" fmla="*/ 100775 w 571500"/>
                <a:gd name="connsiteY415" fmla="*/ 193453 h 409575"/>
                <a:gd name="connsiteX416" fmla="*/ 101917 w 571500"/>
                <a:gd name="connsiteY416" fmla="*/ 194024 h 409575"/>
                <a:gd name="connsiteX417" fmla="*/ 102489 w 571500"/>
                <a:gd name="connsiteY417" fmla="*/ 195072 h 409575"/>
                <a:gd name="connsiteX418" fmla="*/ 103537 w 571500"/>
                <a:gd name="connsiteY418" fmla="*/ 199263 h 409575"/>
                <a:gd name="connsiteX419" fmla="*/ 104204 w 571500"/>
                <a:gd name="connsiteY419" fmla="*/ 200692 h 409575"/>
                <a:gd name="connsiteX420" fmla="*/ 104775 w 571500"/>
                <a:gd name="connsiteY420" fmla="*/ 201549 h 409575"/>
                <a:gd name="connsiteX421" fmla="*/ 106204 w 571500"/>
                <a:gd name="connsiteY421" fmla="*/ 203168 h 409575"/>
                <a:gd name="connsiteX422" fmla="*/ 108299 w 571500"/>
                <a:gd name="connsiteY422" fmla="*/ 204788 h 409575"/>
                <a:gd name="connsiteX423" fmla="*/ 110490 w 571500"/>
                <a:gd name="connsiteY423" fmla="*/ 205359 h 409575"/>
                <a:gd name="connsiteX424" fmla="*/ 112586 w 571500"/>
                <a:gd name="connsiteY424" fmla="*/ 205169 h 409575"/>
                <a:gd name="connsiteX425" fmla="*/ 116586 w 571500"/>
                <a:gd name="connsiteY425" fmla="*/ 203835 h 409575"/>
                <a:gd name="connsiteX426" fmla="*/ 117920 w 571500"/>
                <a:gd name="connsiteY426" fmla="*/ 203645 h 409575"/>
                <a:gd name="connsiteX427" fmla="*/ 121349 w 571500"/>
                <a:gd name="connsiteY427" fmla="*/ 203645 h 409575"/>
                <a:gd name="connsiteX428" fmla="*/ 122396 w 571500"/>
                <a:gd name="connsiteY428" fmla="*/ 204311 h 409575"/>
                <a:gd name="connsiteX429" fmla="*/ 123920 w 571500"/>
                <a:gd name="connsiteY429" fmla="*/ 205740 h 409575"/>
                <a:gd name="connsiteX430" fmla="*/ 125158 w 571500"/>
                <a:gd name="connsiteY430" fmla="*/ 207645 h 409575"/>
                <a:gd name="connsiteX431" fmla="*/ 125730 w 571500"/>
                <a:gd name="connsiteY431" fmla="*/ 209359 h 409575"/>
                <a:gd name="connsiteX432" fmla="*/ 126587 w 571500"/>
                <a:gd name="connsiteY432" fmla="*/ 210121 h 409575"/>
                <a:gd name="connsiteX433" fmla="*/ 130778 w 571500"/>
                <a:gd name="connsiteY433" fmla="*/ 212693 h 409575"/>
                <a:gd name="connsiteX434" fmla="*/ 132398 w 571500"/>
                <a:gd name="connsiteY434" fmla="*/ 213170 h 409575"/>
                <a:gd name="connsiteX435" fmla="*/ 136112 w 571500"/>
                <a:gd name="connsiteY435" fmla="*/ 212979 h 409575"/>
                <a:gd name="connsiteX436" fmla="*/ 138113 w 571500"/>
                <a:gd name="connsiteY436" fmla="*/ 213074 h 409575"/>
                <a:gd name="connsiteX437" fmla="*/ 139446 w 571500"/>
                <a:gd name="connsiteY437" fmla="*/ 213646 h 409575"/>
                <a:gd name="connsiteX438" fmla="*/ 148019 w 571500"/>
                <a:gd name="connsiteY438" fmla="*/ 221647 h 409575"/>
                <a:gd name="connsiteX439" fmla="*/ 148590 w 571500"/>
                <a:gd name="connsiteY439" fmla="*/ 222695 h 409575"/>
                <a:gd name="connsiteX440" fmla="*/ 148781 w 571500"/>
                <a:gd name="connsiteY440" fmla="*/ 223361 h 409575"/>
                <a:gd name="connsiteX441" fmla="*/ 148590 w 571500"/>
                <a:gd name="connsiteY441" fmla="*/ 224980 h 409575"/>
                <a:gd name="connsiteX442" fmla="*/ 147257 w 571500"/>
                <a:gd name="connsiteY442" fmla="*/ 226600 h 409575"/>
                <a:gd name="connsiteX443" fmla="*/ 147447 w 571500"/>
                <a:gd name="connsiteY443" fmla="*/ 228409 h 409575"/>
                <a:gd name="connsiteX444" fmla="*/ 146495 w 571500"/>
                <a:gd name="connsiteY444" fmla="*/ 229553 h 409575"/>
                <a:gd name="connsiteX445" fmla="*/ 145733 w 571500"/>
                <a:gd name="connsiteY445" fmla="*/ 229934 h 409575"/>
                <a:gd name="connsiteX446" fmla="*/ 140684 w 571500"/>
                <a:gd name="connsiteY446" fmla="*/ 233744 h 409575"/>
                <a:gd name="connsiteX447" fmla="*/ 139922 w 571500"/>
                <a:gd name="connsiteY447" fmla="*/ 234029 h 409575"/>
                <a:gd name="connsiteX448" fmla="*/ 138589 w 571500"/>
                <a:gd name="connsiteY448" fmla="*/ 234410 h 409575"/>
                <a:gd name="connsiteX449" fmla="*/ 135731 w 571500"/>
                <a:gd name="connsiteY449" fmla="*/ 234601 h 409575"/>
                <a:gd name="connsiteX450" fmla="*/ 134303 w 571500"/>
                <a:gd name="connsiteY450" fmla="*/ 234315 h 409575"/>
                <a:gd name="connsiteX451" fmla="*/ 133445 w 571500"/>
                <a:gd name="connsiteY451" fmla="*/ 234029 h 409575"/>
                <a:gd name="connsiteX452" fmla="*/ 131636 w 571500"/>
                <a:gd name="connsiteY452" fmla="*/ 232886 h 409575"/>
                <a:gd name="connsiteX453" fmla="*/ 128683 w 571500"/>
                <a:gd name="connsiteY453" fmla="*/ 232029 h 409575"/>
                <a:gd name="connsiteX454" fmla="*/ 126492 w 571500"/>
                <a:gd name="connsiteY454" fmla="*/ 230505 h 409575"/>
                <a:gd name="connsiteX455" fmla="*/ 122873 w 571500"/>
                <a:gd name="connsiteY455" fmla="*/ 226790 h 409575"/>
                <a:gd name="connsiteX456" fmla="*/ 121158 w 571500"/>
                <a:gd name="connsiteY456" fmla="*/ 226124 h 409575"/>
                <a:gd name="connsiteX457" fmla="*/ 119253 w 571500"/>
                <a:gd name="connsiteY457" fmla="*/ 226695 h 409575"/>
                <a:gd name="connsiteX458" fmla="*/ 117348 w 571500"/>
                <a:gd name="connsiteY458" fmla="*/ 227743 h 409575"/>
                <a:gd name="connsiteX459" fmla="*/ 115729 w 571500"/>
                <a:gd name="connsiteY459" fmla="*/ 228219 h 409575"/>
                <a:gd name="connsiteX460" fmla="*/ 114491 w 571500"/>
                <a:gd name="connsiteY460" fmla="*/ 229076 h 409575"/>
                <a:gd name="connsiteX461" fmla="*/ 114205 w 571500"/>
                <a:gd name="connsiteY461" fmla="*/ 231934 h 409575"/>
                <a:gd name="connsiteX462" fmla="*/ 115633 w 571500"/>
                <a:gd name="connsiteY462" fmla="*/ 235458 h 409575"/>
                <a:gd name="connsiteX463" fmla="*/ 115824 w 571500"/>
                <a:gd name="connsiteY463" fmla="*/ 236220 h 409575"/>
                <a:gd name="connsiteX464" fmla="*/ 115919 w 571500"/>
                <a:gd name="connsiteY464" fmla="*/ 236982 h 409575"/>
                <a:gd name="connsiteX465" fmla="*/ 116015 w 571500"/>
                <a:gd name="connsiteY465" fmla="*/ 237744 h 409575"/>
                <a:gd name="connsiteX466" fmla="*/ 116015 w 571500"/>
                <a:gd name="connsiteY466" fmla="*/ 238506 h 409575"/>
                <a:gd name="connsiteX467" fmla="*/ 115824 w 571500"/>
                <a:gd name="connsiteY467" fmla="*/ 239173 h 409575"/>
                <a:gd name="connsiteX468" fmla="*/ 115538 w 571500"/>
                <a:gd name="connsiteY468" fmla="*/ 239744 h 409575"/>
                <a:gd name="connsiteX469" fmla="*/ 114871 w 571500"/>
                <a:gd name="connsiteY469" fmla="*/ 240316 h 409575"/>
                <a:gd name="connsiteX470" fmla="*/ 113824 w 571500"/>
                <a:gd name="connsiteY470" fmla="*/ 240887 h 409575"/>
                <a:gd name="connsiteX471" fmla="*/ 111633 w 571500"/>
                <a:gd name="connsiteY471" fmla="*/ 241649 h 409575"/>
                <a:gd name="connsiteX472" fmla="*/ 110014 w 571500"/>
                <a:gd name="connsiteY472" fmla="*/ 241935 h 409575"/>
                <a:gd name="connsiteX473" fmla="*/ 108014 w 571500"/>
                <a:gd name="connsiteY473" fmla="*/ 241935 h 409575"/>
                <a:gd name="connsiteX474" fmla="*/ 107061 w 571500"/>
                <a:gd name="connsiteY474" fmla="*/ 241649 h 409575"/>
                <a:gd name="connsiteX475" fmla="*/ 106299 w 571500"/>
                <a:gd name="connsiteY475" fmla="*/ 241363 h 409575"/>
                <a:gd name="connsiteX476" fmla="*/ 105728 w 571500"/>
                <a:gd name="connsiteY476" fmla="*/ 241078 h 409575"/>
                <a:gd name="connsiteX477" fmla="*/ 104680 w 571500"/>
                <a:gd name="connsiteY477" fmla="*/ 240411 h 409575"/>
                <a:gd name="connsiteX478" fmla="*/ 104204 w 571500"/>
                <a:gd name="connsiteY478" fmla="*/ 239935 h 409575"/>
                <a:gd name="connsiteX479" fmla="*/ 103823 w 571500"/>
                <a:gd name="connsiteY479" fmla="*/ 239459 h 409575"/>
                <a:gd name="connsiteX480" fmla="*/ 103442 w 571500"/>
                <a:gd name="connsiteY480" fmla="*/ 238792 h 409575"/>
                <a:gd name="connsiteX481" fmla="*/ 103156 w 571500"/>
                <a:gd name="connsiteY481" fmla="*/ 238125 h 409575"/>
                <a:gd name="connsiteX482" fmla="*/ 102965 w 571500"/>
                <a:gd name="connsiteY482" fmla="*/ 237363 h 409575"/>
                <a:gd name="connsiteX483" fmla="*/ 102775 w 571500"/>
                <a:gd name="connsiteY483" fmla="*/ 236601 h 409575"/>
                <a:gd name="connsiteX484" fmla="*/ 102679 w 571500"/>
                <a:gd name="connsiteY484" fmla="*/ 235839 h 409575"/>
                <a:gd name="connsiteX485" fmla="*/ 102775 w 571500"/>
                <a:gd name="connsiteY485" fmla="*/ 235172 h 409575"/>
                <a:gd name="connsiteX486" fmla="*/ 102870 w 571500"/>
                <a:gd name="connsiteY486" fmla="*/ 234505 h 409575"/>
                <a:gd name="connsiteX487" fmla="*/ 102965 w 571500"/>
                <a:gd name="connsiteY487" fmla="*/ 233363 h 409575"/>
                <a:gd name="connsiteX488" fmla="*/ 102965 w 571500"/>
                <a:gd name="connsiteY488" fmla="*/ 231648 h 409575"/>
                <a:gd name="connsiteX489" fmla="*/ 102679 w 571500"/>
                <a:gd name="connsiteY489" fmla="*/ 230886 h 409575"/>
                <a:gd name="connsiteX490" fmla="*/ 98870 w 571500"/>
                <a:gd name="connsiteY490" fmla="*/ 228600 h 409575"/>
                <a:gd name="connsiteX491" fmla="*/ 94679 w 571500"/>
                <a:gd name="connsiteY491" fmla="*/ 229838 h 409575"/>
                <a:gd name="connsiteX492" fmla="*/ 84868 w 571500"/>
                <a:gd name="connsiteY492" fmla="*/ 237839 h 409575"/>
                <a:gd name="connsiteX493" fmla="*/ 78581 w 571500"/>
                <a:gd name="connsiteY493" fmla="*/ 246221 h 409575"/>
                <a:gd name="connsiteX494" fmla="*/ 76010 w 571500"/>
                <a:gd name="connsiteY494" fmla="*/ 248603 h 409575"/>
                <a:gd name="connsiteX495" fmla="*/ 68675 w 571500"/>
                <a:gd name="connsiteY495" fmla="*/ 253746 h 409575"/>
                <a:gd name="connsiteX496" fmla="*/ 67532 w 571500"/>
                <a:gd name="connsiteY496" fmla="*/ 255175 h 409575"/>
                <a:gd name="connsiteX497" fmla="*/ 67056 w 571500"/>
                <a:gd name="connsiteY497" fmla="*/ 256223 h 409575"/>
                <a:gd name="connsiteX498" fmla="*/ 65056 w 571500"/>
                <a:gd name="connsiteY498" fmla="*/ 257842 h 409575"/>
                <a:gd name="connsiteX499" fmla="*/ 61436 w 571500"/>
                <a:gd name="connsiteY499" fmla="*/ 259747 h 409575"/>
                <a:gd name="connsiteX500" fmla="*/ 57150 w 571500"/>
                <a:gd name="connsiteY500" fmla="*/ 261271 h 409575"/>
                <a:gd name="connsiteX501" fmla="*/ 56388 w 571500"/>
                <a:gd name="connsiteY501" fmla="*/ 261842 h 409575"/>
                <a:gd name="connsiteX502" fmla="*/ 55721 w 571500"/>
                <a:gd name="connsiteY502" fmla="*/ 263080 h 409575"/>
                <a:gd name="connsiteX503" fmla="*/ 55245 w 571500"/>
                <a:gd name="connsiteY503" fmla="*/ 264605 h 409575"/>
                <a:gd name="connsiteX504" fmla="*/ 52197 w 571500"/>
                <a:gd name="connsiteY504" fmla="*/ 267081 h 409575"/>
                <a:gd name="connsiteX505" fmla="*/ 40100 w 571500"/>
                <a:gd name="connsiteY505" fmla="*/ 274320 h 409575"/>
                <a:gd name="connsiteX506" fmla="*/ 24194 w 571500"/>
                <a:gd name="connsiteY506" fmla="*/ 283559 h 409575"/>
                <a:gd name="connsiteX507" fmla="*/ 22289 w 571500"/>
                <a:gd name="connsiteY507" fmla="*/ 284702 h 409575"/>
                <a:gd name="connsiteX508" fmla="*/ 18574 w 571500"/>
                <a:gd name="connsiteY508" fmla="*/ 287560 h 409575"/>
                <a:gd name="connsiteX509" fmla="*/ 16954 w 571500"/>
                <a:gd name="connsiteY509" fmla="*/ 288512 h 409575"/>
                <a:gd name="connsiteX510" fmla="*/ 10763 w 571500"/>
                <a:gd name="connsiteY510" fmla="*/ 291370 h 409575"/>
                <a:gd name="connsiteX511" fmla="*/ 7049 w 571500"/>
                <a:gd name="connsiteY511" fmla="*/ 293751 h 409575"/>
                <a:gd name="connsiteX512" fmla="*/ 5715 w 571500"/>
                <a:gd name="connsiteY512" fmla="*/ 294894 h 409575"/>
                <a:gd name="connsiteX513" fmla="*/ 4000 w 571500"/>
                <a:gd name="connsiteY513" fmla="*/ 296704 h 409575"/>
                <a:gd name="connsiteX514" fmla="*/ 2667 w 571500"/>
                <a:gd name="connsiteY514" fmla="*/ 298418 h 409575"/>
                <a:gd name="connsiteX515" fmla="*/ 2191 w 571500"/>
                <a:gd name="connsiteY515" fmla="*/ 299371 h 409575"/>
                <a:gd name="connsiteX516" fmla="*/ 1715 w 571500"/>
                <a:gd name="connsiteY516" fmla="*/ 300419 h 409575"/>
                <a:gd name="connsiteX517" fmla="*/ 1333 w 571500"/>
                <a:gd name="connsiteY517" fmla="*/ 301847 h 409575"/>
                <a:gd name="connsiteX518" fmla="*/ 857 w 571500"/>
                <a:gd name="connsiteY518" fmla="*/ 305276 h 409575"/>
                <a:gd name="connsiteX519" fmla="*/ 286 w 571500"/>
                <a:gd name="connsiteY519" fmla="*/ 312420 h 409575"/>
                <a:gd name="connsiteX520" fmla="*/ 0 w 571500"/>
                <a:gd name="connsiteY520" fmla="*/ 313754 h 409575"/>
                <a:gd name="connsiteX521" fmla="*/ 95 w 571500"/>
                <a:gd name="connsiteY521" fmla="*/ 315182 h 409575"/>
                <a:gd name="connsiteX522" fmla="*/ 476 w 571500"/>
                <a:gd name="connsiteY522" fmla="*/ 316325 h 409575"/>
                <a:gd name="connsiteX523" fmla="*/ 1715 w 571500"/>
                <a:gd name="connsiteY523" fmla="*/ 318897 h 409575"/>
                <a:gd name="connsiteX524" fmla="*/ 4286 w 571500"/>
                <a:gd name="connsiteY524" fmla="*/ 322707 h 409575"/>
                <a:gd name="connsiteX525" fmla="*/ 4763 w 571500"/>
                <a:gd name="connsiteY525" fmla="*/ 323659 h 409575"/>
                <a:gd name="connsiteX526" fmla="*/ 4763 w 571500"/>
                <a:gd name="connsiteY526" fmla="*/ 324041 h 409575"/>
                <a:gd name="connsiteX527" fmla="*/ 5048 w 571500"/>
                <a:gd name="connsiteY527" fmla="*/ 327755 h 409575"/>
                <a:gd name="connsiteX528" fmla="*/ 4953 w 571500"/>
                <a:gd name="connsiteY528" fmla="*/ 332518 h 409575"/>
                <a:gd name="connsiteX529" fmla="*/ 4667 w 571500"/>
                <a:gd name="connsiteY529" fmla="*/ 334613 h 409575"/>
                <a:gd name="connsiteX530" fmla="*/ 4191 w 571500"/>
                <a:gd name="connsiteY530" fmla="*/ 336137 h 409575"/>
                <a:gd name="connsiteX531" fmla="*/ 3810 w 571500"/>
                <a:gd name="connsiteY531" fmla="*/ 336899 h 409575"/>
                <a:gd name="connsiteX532" fmla="*/ 3429 w 571500"/>
                <a:gd name="connsiteY532" fmla="*/ 338042 h 409575"/>
                <a:gd name="connsiteX533" fmla="*/ 3715 w 571500"/>
                <a:gd name="connsiteY533" fmla="*/ 339662 h 409575"/>
                <a:gd name="connsiteX534" fmla="*/ 4286 w 571500"/>
                <a:gd name="connsiteY534" fmla="*/ 341186 h 409575"/>
                <a:gd name="connsiteX535" fmla="*/ 6858 w 571500"/>
                <a:gd name="connsiteY535" fmla="*/ 343662 h 409575"/>
                <a:gd name="connsiteX536" fmla="*/ 8001 w 571500"/>
                <a:gd name="connsiteY536" fmla="*/ 344043 h 409575"/>
                <a:gd name="connsiteX537" fmla="*/ 8763 w 571500"/>
                <a:gd name="connsiteY537" fmla="*/ 344519 h 409575"/>
                <a:gd name="connsiteX538" fmla="*/ 9430 w 571500"/>
                <a:gd name="connsiteY538" fmla="*/ 345186 h 409575"/>
                <a:gd name="connsiteX539" fmla="*/ 11716 w 571500"/>
                <a:gd name="connsiteY539" fmla="*/ 348901 h 409575"/>
                <a:gd name="connsiteX540" fmla="*/ 12668 w 571500"/>
                <a:gd name="connsiteY540" fmla="*/ 350234 h 409575"/>
                <a:gd name="connsiteX541" fmla="*/ 14097 w 571500"/>
                <a:gd name="connsiteY541" fmla="*/ 351377 h 409575"/>
                <a:gd name="connsiteX542" fmla="*/ 15621 w 571500"/>
                <a:gd name="connsiteY542" fmla="*/ 352330 h 409575"/>
                <a:gd name="connsiteX543" fmla="*/ 17240 w 571500"/>
                <a:gd name="connsiteY543" fmla="*/ 352996 h 409575"/>
                <a:gd name="connsiteX544" fmla="*/ 21527 w 571500"/>
                <a:gd name="connsiteY544" fmla="*/ 354044 h 409575"/>
                <a:gd name="connsiteX545" fmla="*/ 22479 w 571500"/>
                <a:gd name="connsiteY545" fmla="*/ 354902 h 409575"/>
                <a:gd name="connsiteX546" fmla="*/ 23146 w 571500"/>
                <a:gd name="connsiteY546" fmla="*/ 356045 h 409575"/>
                <a:gd name="connsiteX547" fmla="*/ 23908 w 571500"/>
                <a:gd name="connsiteY547" fmla="*/ 358616 h 409575"/>
                <a:gd name="connsiteX548" fmla="*/ 24098 w 571500"/>
                <a:gd name="connsiteY548" fmla="*/ 360236 h 409575"/>
                <a:gd name="connsiteX549" fmla="*/ 24003 w 571500"/>
                <a:gd name="connsiteY549" fmla="*/ 361474 h 409575"/>
                <a:gd name="connsiteX550" fmla="*/ 21908 w 571500"/>
                <a:gd name="connsiteY550" fmla="*/ 365093 h 409575"/>
                <a:gd name="connsiteX551" fmla="*/ 21717 w 571500"/>
                <a:gd name="connsiteY551" fmla="*/ 366046 h 409575"/>
                <a:gd name="connsiteX552" fmla="*/ 21908 w 571500"/>
                <a:gd name="connsiteY552" fmla="*/ 366998 h 409575"/>
                <a:gd name="connsiteX553" fmla="*/ 23146 w 571500"/>
                <a:gd name="connsiteY553" fmla="*/ 369761 h 409575"/>
                <a:gd name="connsiteX554" fmla="*/ 23432 w 571500"/>
                <a:gd name="connsiteY554" fmla="*/ 370999 h 409575"/>
                <a:gd name="connsiteX555" fmla="*/ 23050 w 571500"/>
                <a:gd name="connsiteY555" fmla="*/ 372618 h 409575"/>
                <a:gd name="connsiteX556" fmla="*/ 22765 w 571500"/>
                <a:gd name="connsiteY556" fmla="*/ 375571 h 409575"/>
                <a:gd name="connsiteX557" fmla="*/ 23336 w 571500"/>
                <a:gd name="connsiteY557" fmla="*/ 379857 h 409575"/>
                <a:gd name="connsiteX558" fmla="*/ 23146 w 571500"/>
                <a:gd name="connsiteY558" fmla="*/ 383572 h 409575"/>
                <a:gd name="connsiteX559" fmla="*/ 24956 w 571500"/>
                <a:gd name="connsiteY559" fmla="*/ 383381 h 409575"/>
                <a:gd name="connsiteX560" fmla="*/ 36290 w 571500"/>
                <a:gd name="connsiteY560" fmla="*/ 385096 h 409575"/>
                <a:gd name="connsiteX561" fmla="*/ 43053 w 571500"/>
                <a:gd name="connsiteY561" fmla="*/ 386525 h 409575"/>
                <a:gd name="connsiteX562" fmla="*/ 49340 w 571500"/>
                <a:gd name="connsiteY562" fmla="*/ 386239 h 409575"/>
                <a:gd name="connsiteX563" fmla="*/ 51340 w 571500"/>
                <a:gd name="connsiteY563" fmla="*/ 385572 h 409575"/>
                <a:gd name="connsiteX564" fmla="*/ 53721 w 571500"/>
                <a:gd name="connsiteY564" fmla="*/ 382619 h 409575"/>
                <a:gd name="connsiteX565" fmla="*/ 56102 w 571500"/>
                <a:gd name="connsiteY565" fmla="*/ 381953 h 409575"/>
                <a:gd name="connsiteX566" fmla="*/ 57341 w 571500"/>
                <a:gd name="connsiteY566" fmla="*/ 382048 h 409575"/>
                <a:gd name="connsiteX567" fmla="*/ 59722 w 571500"/>
                <a:gd name="connsiteY567" fmla="*/ 382715 h 409575"/>
                <a:gd name="connsiteX568" fmla="*/ 60770 w 571500"/>
                <a:gd name="connsiteY568" fmla="*/ 382905 h 409575"/>
                <a:gd name="connsiteX569" fmla="*/ 62103 w 571500"/>
                <a:gd name="connsiteY569" fmla="*/ 382715 h 409575"/>
                <a:gd name="connsiteX570" fmla="*/ 64294 w 571500"/>
                <a:gd name="connsiteY570" fmla="*/ 382048 h 409575"/>
                <a:gd name="connsiteX571" fmla="*/ 68771 w 571500"/>
                <a:gd name="connsiteY571" fmla="*/ 381762 h 409575"/>
                <a:gd name="connsiteX572" fmla="*/ 71057 w 571500"/>
                <a:gd name="connsiteY572" fmla="*/ 381191 h 409575"/>
                <a:gd name="connsiteX573" fmla="*/ 72866 w 571500"/>
                <a:gd name="connsiteY573" fmla="*/ 379857 h 409575"/>
                <a:gd name="connsiteX574" fmla="*/ 74200 w 571500"/>
                <a:gd name="connsiteY574" fmla="*/ 377666 h 409575"/>
                <a:gd name="connsiteX575" fmla="*/ 75724 w 571500"/>
                <a:gd name="connsiteY575" fmla="*/ 376904 h 409575"/>
                <a:gd name="connsiteX576" fmla="*/ 76867 w 571500"/>
                <a:gd name="connsiteY576" fmla="*/ 376142 h 409575"/>
                <a:gd name="connsiteX577" fmla="*/ 77248 w 571500"/>
                <a:gd name="connsiteY577" fmla="*/ 375761 h 409575"/>
                <a:gd name="connsiteX578" fmla="*/ 77629 w 571500"/>
                <a:gd name="connsiteY578" fmla="*/ 375190 h 409575"/>
                <a:gd name="connsiteX579" fmla="*/ 77915 w 571500"/>
                <a:gd name="connsiteY579" fmla="*/ 374713 h 409575"/>
                <a:gd name="connsiteX580" fmla="*/ 79534 w 571500"/>
                <a:gd name="connsiteY580" fmla="*/ 370523 h 409575"/>
                <a:gd name="connsiteX581" fmla="*/ 79915 w 571500"/>
                <a:gd name="connsiteY581" fmla="*/ 369951 h 409575"/>
                <a:gd name="connsiteX582" fmla="*/ 80677 w 571500"/>
                <a:gd name="connsiteY582" fmla="*/ 369665 h 409575"/>
                <a:gd name="connsiteX583" fmla="*/ 81534 w 571500"/>
                <a:gd name="connsiteY583" fmla="*/ 370237 h 409575"/>
                <a:gd name="connsiteX584" fmla="*/ 83249 w 571500"/>
                <a:gd name="connsiteY584" fmla="*/ 371570 h 409575"/>
                <a:gd name="connsiteX585" fmla="*/ 86868 w 571500"/>
                <a:gd name="connsiteY585" fmla="*/ 379476 h 409575"/>
                <a:gd name="connsiteX586" fmla="*/ 89154 w 571500"/>
                <a:gd name="connsiteY586" fmla="*/ 386810 h 409575"/>
                <a:gd name="connsiteX587" fmla="*/ 90488 w 571500"/>
                <a:gd name="connsiteY587" fmla="*/ 389287 h 409575"/>
                <a:gd name="connsiteX588" fmla="*/ 91916 w 571500"/>
                <a:gd name="connsiteY588" fmla="*/ 390620 h 409575"/>
                <a:gd name="connsiteX589" fmla="*/ 93154 w 571500"/>
                <a:gd name="connsiteY589" fmla="*/ 391192 h 409575"/>
                <a:gd name="connsiteX590" fmla="*/ 94202 w 571500"/>
                <a:gd name="connsiteY590" fmla="*/ 391001 h 409575"/>
                <a:gd name="connsiteX591" fmla="*/ 94964 w 571500"/>
                <a:gd name="connsiteY591" fmla="*/ 390239 h 409575"/>
                <a:gd name="connsiteX592" fmla="*/ 95345 w 571500"/>
                <a:gd name="connsiteY592" fmla="*/ 389287 h 409575"/>
                <a:gd name="connsiteX593" fmla="*/ 95441 w 571500"/>
                <a:gd name="connsiteY593" fmla="*/ 388144 h 409575"/>
                <a:gd name="connsiteX594" fmla="*/ 95536 w 571500"/>
                <a:gd name="connsiteY594" fmla="*/ 387096 h 409575"/>
                <a:gd name="connsiteX595" fmla="*/ 95726 w 571500"/>
                <a:gd name="connsiteY595" fmla="*/ 386334 h 409575"/>
                <a:gd name="connsiteX596" fmla="*/ 96203 w 571500"/>
                <a:gd name="connsiteY596" fmla="*/ 385953 h 409575"/>
                <a:gd name="connsiteX597" fmla="*/ 97155 w 571500"/>
                <a:gd name="connsiteY597" fmla="*/ 386048 h 409575"/>
                <a:gd name="connsiteX598" fmla="*/ 97631 w 571500"/>
                <a:gd name="connsiteY598" fmla="*/ 386620 h 409575"/>
                <a:gd name="connsiteX599" fmla="*/ 97822 w 571500"/>
                <a:gd name="connsiteY599" fmla="*/ 387572 h 409575"/>
                <a:gd name="connsiteX600" fmla="*/ 97822 w 571500"/>
                <a:gd name="connsiteY600" fmla="*/ 388811 h 409575"/>
                <a:gd name="connsiteX601" fmla="*/ 98203 w 571500"/>
                <a:gd name="connsiteY601" fmla="*/ 389954 h 409575"/>
                <a:gd name="connsiteX602" fmla="*/ 99155 w 571500"/>
                <a:gd name="connsiteY602" fmla="*/ 390430 h 409575"/>
                <a:gd name="connsiteX603" fmla="*/ 100108 w 571500"/>
                <a:gd name="connsiteY603" fmla="*/ 390334 h 409575"/>
                <a:gd name="connsiteX604" fmla="*/ 100775 w 571500"/>
                <a:gd name="connsiteY604" fmla="*/ 389573 h 409575"/>
                <a:gd name="connsiteX605" fmla="*/ 100965 w 571500"/>
                <a:gd name="connsiteY605" fmla="*/ 388525 h 409575"/>
                <a:gd name="connsiteX606" fmla="*/ 100775 w 571500"/>
                <a:gd name="connsiteY606" fmla="*/ 386048 h 409575"/>
                <a:gd name="connsiteX607" fmla="*/ 100870 w 571500"/>
                <a:gd name="connsiteY607" fmla="*/ 385000 h 409575"/>
                <a:gd name="connsiteX608" fmla="*/ 101537 w 571500"/>
                <a:gd name="connsiteY608" fmla="*/ 384620 h 409575"/>
                <a:gd name="connsiteX609" fmla="*/ 102584 w 571500"/>
                <a:gd name="connsiteY609" fmla="*/ 384429 h 409575"/>
                <a:gd name="connsiteX610" fmla="*/ 104108 w 571500"/>
                <a:gd name="connsiteY610" fmla="*/ 384715 h 409575"/>
                <a:gd name="connsiteX611" fmla="*/ 105156 w 571500"/>
                <a:gd name="connsiteY611" fmla="*/ 384524 h 409575"/>
                <a:gd name="connsiteX612" fmla="*/ 105823 w 571500"/>
                <a:gd name="connsiteY612" fmla="*/ 384143 h 409575"/>
                <a:gd name="connsiteX613" fmla="*/ 106585 w 571500"/>
                <a:gd name="connsiteY613" fmla="*/ 383953 h 409575"/>
                <a:gd name="connsiteX614" fmla="*/ 107537 w 571500"/>
                <a:gd name="connsiteY614" fmla="*/ 384238 h 409575"/>
                <a:gd name="connsiteX615" fmla="*/ 108395 w 571500"/>
                <a:gd name="connsiteY615" fmla="*/ 384905 h 409575"/>
                <a:gd name="connsiteX616" fmla="*/ 109157 w 571500"/>
                <a:gd name="connsiteY616" fmla="*/ 385096 h 409575"/>
                <a:gd name="connsiteX617" fmla="*/ 109919 w 571500"/>
                <a:gd name="connsiteY617" fmla="*/ 384715 h 409575"/>
                <a:gd name="connsiteX618" fmla="*/ 111157 w 571500"/>
                <a:gd name="connsiteY618" fmla="*/ 383286 h 409575"/>
                <a:gd name="connsiteX619" fmla="*/ 112014 w 571500"/>
                <a:gd name="connsiteY619" fmla="*/ 383000 h 409575"/>
                <a:gd name="connsiteX620" fmla="*/ 113348 w 571500"/>
                <a:gd name="connsiteY620" fmla="*/ 383381 h 409575"/>
                <a:gd name="connsiteX621" fmla="*/ 114395 w 571500"/>
                <a:gd name="connsiteY621" fmla="*/ 384429 h 409575"/>
                <a:gd name="connsiteX622" fmla="*/ 115633 w 571500"/>
                <a:gd name="connsiteY622" fmla="*/ 386905 h 409575"/>
                <a:gd name="connsiteX623" fmla="*/ 115633 w 571500"/>
                <a:gd name="connsiteY623" fmla="*/ 391096 h 409575"/>
                <a:gd name="connsiteX624" fmla="*/ 114871 w 571500"/>
                <a:gd name="connsiteY624" fmla="*/ 391954 h 409575"/>
                <a:gd name="connsiteX625" fmla="*/ 114110 w 571500"/>
                <a:gd name="connsiteY625" fmla="*/ 393478 h 409575"/>
                <a:gd name="connsiteX626" fmla="*/ 114395 w 571500"/>
                <a:gd name="connsiteY626" fmla="*/ 394525 h 409575"/>
                <a:gd name="connsiteX627" fmla="*/ 117253 w 571500"/>
                <a:gd name="connsiteY627" fmla="*/ 397383 h 409575"/>
                <a:gd name="connsiteX628" fmla="*/ 118872 w 571500"/>
                <a:gd name="connsiteY628" fmla="*/ 399859 h 409575"/>
                <a:gd name="connsiteX629" fmla="*/ 120396 w 571500"/>
                <a:gd name="connsiteY629" fmla="*/ 401479 h 409575"/>
                <a:gd name="connsiteX630" fmla="*/ 122111 w 571500"/>
                <a:gd name="connsiteY630" fmla="*/ 402812 h 409575"/>
                <a:gd name="connsiteX631" fmla="*/ 125444 w 571500"/>
                <a:gd name="connsiteY631" fmla="*/ 404527 h 409575"/>
                <a:gd name="connsiteX632" fmla="*/ 128302 w 571500"/>
                <a:gd name="connsiteY632" fmla="*/ 406813 h 409575"/>
                <a:gd name="connsiteX633" fmla="*/ 129064 w 571500"/>
                <a:gd name="connsiteY633" fmla="*/ 407861 h 409575"/>
                <a:gd name="connsiteX634" fmla="*/ 129731 w 571500"/>
                <a:gd name="connsiteY634" fmla="*/ 409099 h 409575"/>
                <a:gd name="connsiteX635" fmla="*/ 130588 w 571500"/>
                <a:gd name="connsiteY635" fmla="*/ 410051 h 409575"/>
                <a:gd name="connsiteX636" fmla="*/ 132588 w 571500"/>
                <a:gd name="connsiteY636" fmla="*/ 411766 h 409575"/>
                <a:gd name="connsiteX637" fmla="*/ 134017 w 571500"/>
                <a:gd name="connsiteY637" fmla="*/ 412337 h 409575"/>
                <a:gd name="connsiteX638" fmla="*/ 135446 w 571500"/>
                <a:gd name="connsiteY638" fmla="*/ 412433 h 409575"/>
                <a:gd name="connsiteX639" fmla="*/ 136684 w 571500"/>
                <a:gd name="connsiteY639" fmla="*/ 412242 h 409575"/>
                <a:gd name="connsiteX640" fmla="*/ 138017 w 571500"/>
                <a:gd name="connsiteY640" fmla="*/ 411671 h 409575"/>
                <a:gd name="connsiteX641" fmla="*/ 140399 w 571500"/>
                <a:gd name="connsiteY641" fmla="*/ 409384 h 409575"/>
                <a:gd name="connsiteX642" fmla="*/ 140779 w 571500"/>
                <a:gd name="connsiteY642" fmla="*/ 408527 h 409575"/>
                <a:gd name="connsiteX643" fmla="*/ 140970 w 571500"/>
                <a:gd name="connsiteY643" fmla="*/ 407384 h 409575"/>
                <a:gd name="connsiteX644" fmla="*/ 141542 w 571500"/>
                <a:gd name="connsiteY644" fmla="*/ 406051 h 409575"/>
                <a:gd name="connsiteX645" fmla="*/ 144304 w 571500"/>
                <a:gd name="connsiteY645" fmla="*/ 403574 h 409575"/>
                <a:gd name="connsiteX646" fmla="*/ 144971 w 571500"/>
                <a:gd name="connsiteY646" fmla="*/ 402241 h 409575"/>
                <a:gd name="connsiteX647" fmla="*/ 145542 w 571500"/>
                <a:gd name="connsiteY647" fmla="*/ 401003 h 409575"/>
                <a:gd name="connsiteX648" fmla="*/ 146018 w 571500"/>
                <a:gd name="connsiteY648" fmla="*/ 400717 h 409575"/>
                <a:gd name="connsiteX649" fmla="*/ 146685 w 571500"/>
                <a:gd name="connsiteY649" fmla="*/ 401098 h 409575"/>
                <a:gd name="connsiteX650" fmla="*/ 147638 w 571500"/>
                <a:gd name="connsiteY650" fmla="*/ 401765 h 409575"/>
                <a:gd name="connsiteX651" fmla="*/ 148781 w 571500"/>
                <a:gd name="connsiteY651" fmla="*/ 402431 h 409575"/>
                <a:gd name="connsiteX652" fmla="*/ 150114 w 571500"/>
                <a:gd name="connsiteY652" fmla="*/ 402527 h 409575"/>
                <a:gd name="connsiteX653" fmla="*/ 152591 w 571500"/>
                <a:gd name="connsiteY653" fmla="*/ 403098 h 409575"/>
                <a:gd name="connsiteX654" fmla="*/ 154019 w 571500"/>
                <a:gd name="connsiteY654" fmla="*/ 403193 h 409575"/>
                <a:gd name="connsiteX655" fmla="*/ 154877 w 571500"/>
                <a:gd name="connsiteY655" fmla="*/ 402241 h 409575"/>
                <a:gd name="connsiteX656" fmla="*/ 156020 w 571500"/>
                <a:gd name="connsiteY656" fmla="*/ 398526 h 409575"/>
                <a:gd name="connsiteX657" fmla="*/ 157544 w 571500"/>
                <a:gd name="connsiteY657" fmla="*/ 396145 h 409575"/>
                <a:gd name="connsiteX658" fmla="*/ 159449 w 571500"/>
                <a:gd name="connsiteY658" fmla="*/ 394525 h 409575"/>
                <a:gd name="connsiteX659" fmla="*/ 164402 w 571500"/>
                <a:gd name="connsiteY659" fmla="*/ 391763 h 409575"/>
                <a:gd name="connsiteX660" fmla="*/ 166021 w 571500"/>
                <a:gd name="connsiteY660" fmla="*/ 390525 h 409575"/>
                <a:gd name="connsiteX661" fmla="*/ 167831 w 571500"/>
                <a:gd name="connsiteY661" fmla="*/ 389573 h 409575"/>
                <a:gd name="connsiteX662" fmla="*/ 168974 w 571500"/>
                <a:gd name="connsiteY662" fmla="*/ 388620 h 409575"/>
                <a:gd name="connsiteX663" fmla="*/ 170307 w 571500"/>
                <a:gd name="connsiteY663" fmla="*/ 387763 h 409575"/>
                <a:gd name="connsiteX664" fmla="*/ 171926 w 571500"/>
                <a:gd name="connsiteY664" fmla="*/ 387953 h 409575"/>
                <a:gd name="connsiteX665" fmla="*/ 173355 w 571500"/>
                <a:gd name="connsiteY665" fmla="*/ 389192 h 409575"/>
                <a:gd name="connsiteX666" fmla="*/ 174498 w 571500"/>
                <a:gd name="connsiteY666" fmla="*/ 395192 h 409575"/>
                <a:gd name="connsiteX667" fmla="*/ 175546 w 571500"/>
                <a:gd name="connsiteY667" fmla="*/ 395764 h 409575"/>
                <a:gd name="connsiteX668" fmla="*/ 177260 w 571500"/>
                <a:gd name="connsiteY668" fmla="*/ 395383 h 409575"/>
                <a:gd name="connsiteX669" fmla="*/ 178308 w 571500"/>
                <a:gd name="connsiteY669" fmla="*/ 394907 h 409575"/>
                <a:gd name="connsiteX670" fmla="*/ 179261 w 571500"/>
                <a:gd name="connsiteY670" fmla="*/ 395383 h 409575"/>
                <a:gd name="connsiteX671" fmla="*/ 179546 w 571500"/>
                <a:gd name="connsiteY671" fmla="*/ 396621 h 409575"/>
                <a:gd name="connsiteX672" fmla="*/ 180689 w 571500"/>
                <a:gd name="connsiteY672" fmla="*/ 403479 h 409575"/>
                <a:gd name="connsiteX673" fmla="*/ 181451 w 571500"/>
                <a:gd name="connsiteY673" fmla="*/ 404813 h 409575"/>
                <a:gd name="connsiteX674" fmla="*/ 182975 w 571500"/>
                <a:gd name="connsiteY674" fmla="*/ 405860 h 409575"/>
                <a:gd name="connsiteX675" fmla="*/ 189071 w 571500"/>
                <a:gd name="connsiteY675" fmla="*/ 406527 h 409575"/>
                <a:gd name="connsiteX676" fmla="*/ 191453 w 571500"/>
                <a:gd name="connsiteY676" fmla="*/ 405955 h 409575"/>
                <a:gd name="connsiteX677" fmla="*/ 193358 w 571500"/>
                <a:gd name="connsiteY677" fmla="*/ 404908 h 409575"/>
                <a:gd name="connsiteX678" fmla="*/ 195263 w 571500"/>
                <a:gd name="connsiteY678" fmla="*/ 403574 h 409575"/>
                <a:gd name="connsiteX679" fmla="*/ 202787 w 571500"/>
                <a:gd name="connsiteY679" fmla="*/ 400812 h 409575"/>
                <a:gd name="connsiteX680" fmla="*/ 203549 w 571500"/>
                <a:gd name="connsiteY680" fmla="*/ 401193 h 409575"/>
                <a:gd name="connsiteX681" fmla="*/ 203740 w 571500"/>
                <a:gd name="connsiteY681" fmla="*/ 402146 h 409575"/>
                <a:gd name="connsiteX682" fmla="*/ 203073 w 571500"/>
                <a:gd name="connsiteY682" fmla="*/ 405194 h 409575"/>
                <a:gd name="connsiteX683" fmla="*/ 203073 w 571500"/>
                <a:gd name="connsiteY683" fmla="*/ 406527 h 409575"/>
                <a:gd name="connsiteX684" fmla="*/ 203740 w 571500"/>
                <a:gd name="connsiteY684" fmla="*/ 407384 h 409575"/>
                <a:gd name="connsiteX685" fmla="*/ 204788 w 571500"/>
                <a:gd name="connsiteY685" fmla="*/ 407099 h 409575"/>
                <a:gd name="connsiteX686" fmla="*/ 209169 w 571500"/>
                <a:gd name="connsiteY686" fmla="*/ 402717 h 409575"/>
                <a:gd name="connsiteX687" fmla="*/ 210788 w 571500"/>
                <a:gd name="connsiteY687" fmla="*/ 401479 h 409575"/>
                <a:gd name="connsiteX688" fmla="*/ 211741 w 571500"/>
                <a:gd name="connsiteY688" fmla="*/ 400526 h 409575"/>
                <a:gd name="connsiteX689" fmla="*/ 212027 w 571500"/>
                <a:gd name="connsiteY689" fmla="*/ 399574 h 409575"/>
                <a:gd name="connsiteX690" fmla="*/ 211741 w 571500"/>
                <a:gd name="connsiteY690" fmla="*/ 398431 h 409575"/>
                <a:gd name="connsiteX691" fmla="*/ 212027 w 571500"/>
                <a:gd name="connsiteY691" fmla="*/ 397288 h 409575"/>
                <a:gd name="connsiteX692" fmla="*/ 213265 w 571500"/>
                <a:gd name="connsiteY692" fmla="*/ 396050 h 409575"/>
                <a:gd name="connsiteX693" fmla="*/ 223647 w 571500"/>
                <a:gd name="connsiteY693" fmla="*/ 392144 h 409575"/>
                <a:gd name="connsiteX694" fmla="*/ 224790 w 571500"/>
                <a:gd name="connsiteY694" fmla="*/ 391478 h 409575"/>
                <a:gd name="connsiteX695" fmla="*/ 225362 w 571500"/>
                <a:gd name="connsiteY695" fmla="*/ 390716 h 409575"/>
                <a:gd name="connsiteX696" fmla="*/ 225552 w 571500"/>
                <a:gd name="connsiteY696" fmla="*/ 389763 h 409575"/>
                <a:gd name="connsiteX697" fmla="*/ 225933 w 571500"/>
                <a:gd name="connsiteY697" fmla="*/ 388906 h 409575"/>
                <a:gd name="connsiteX698" fmla="*/ 227552 w 571500"/>
                <a:gd name="connsiteY698" fmla="*/ 388430 h 409575"/>
                <a:gd name="connsiteX699" fmla="*/ 236696 w 571500"/>
                <a:gd name="connsiteY699" fmla="*/ 387382 h 409575"/>
                <a:gd name="connsiteX700" fmla="*/ 238696 w 571500"/>
                <a:gd name="connsiteY700" fmla="*/ 386144 h 409575"/>
                <a:gd name="connsiteX701" fmla="*/ 244126 w 571500"/>
                <a:gd name="connsiteY701" fmla="*/ 386620 h 409575"/>
                <a:gd name="connsiteX702" fmla="*/ 246888 w 571500"/>
                <a:gd name="connsiteY702" fmla="*/ 386525 h 409575"/>
                <a:gd name="connsiteX703" fmla="*/ 249174 w 571500"/>
                <a:gd name="connsiteY703" fmla="*/ 386144 h 409575"/>
                <a:gd name="connsiteX704" fmla="*/ 250698 w 571500"/>
                <a:gd name="connsiteY704" fmla="*/ 386334 h 409575"/>
                <a:gd name="connsiteX705" fmla="*/ 251841 w 571500"/>
                <a:gd name="connsiteY705" fmla="*/ 386905 h 409575"/>
                <a:gd name="connsiteX706" fmla="*/ 253175 w 571500"/>
                <a:gd name="connsiteY706" fmla="*/ 387382 h 409575"/>
                <a:gd name="connsiteX707" fmla="*/ 254222 w 571500"/>
                <a:gd name="connsiteY707" fmla="*/ 387096 h 409575"/>
                <a:gd name="connsiteX708" fmla="*/ 257746 w 571500"/>
                <a:gd name="connsiteY708" fmla="*/ 383762 h 409575"/>
                <a:gd name="connsiteX709" fmla="*/ 258128 w 571500"/>
                <a:gd name="connsiteY709" fmla="*/ 383096 h 409575"/>
                <a:gd name="connsiteX710" fmla="*/ 259271 w 571500"/>
                <a:gd name="connsiteY710" fmla="*/ 382048 h 409575"/>
                <a:gd name="connsiteX711" fmla="*/ 259747 w 571500"/>
                <a:gd name="connsiteY711" fmla="*/ 381571 h 409575"/>
                <a:gd name="connsiteX712" fmla="*/ 260223 w 571500"/>
                <a:gd name="connsiteY712" fmla="*/ 379952 h 409575"/>
                <a:gd name="connsiteX713" fmla="*/ 261271 w 571500"/>
                <a:gd name="connsiteY713" fmla="*/ 380048 h 409575"/>
                <a:gd name="connsiteX714" fmla="*/ 262985 w 571500"/>
                <a:gd name="connsiteY714" fmla="*/ 380524 h 409575"/>
                <a:gd name="connsiteX715" fmla="*/ 264986 w 571500"/>
                <a:gd name="connsiteY715" fmla="*/ 381000 h 409575"/>
                <a:gd name="connsiteX716" fmla="*/ 267748 w 571500"/>
                <a:gd name="connsiteY716" fmla="*/ 381000 h 409575"/>
                <a:gd name="connsiteX717" fmla="*/ 269272 w 571500"/>
                <a:gd name="connsiteY717" fmla="*/ 380048 h 409575"/>
                <a:gd name="connsiteX718" fmla="*/ 269939 w 571500"/>
                <a:gd name="connsiteY718" fmla="*/ 378619 h 409575"/>
                <a:gd name="connsiteX719" fmla="*/ 269939 w 571500"/>
                <a:gd name="connsiteY719" fmla="*/ 373952 h 409575"/>
                <a:gd name="connsiteX720" fmla="*/ 269653 w 571500"/>
                <a:gd name="connsiteY720" fmla="*/ 372428 h 409575"/>
                <a:gd name="connsiteX721" fmla="*/ 269367 w 571500"/>
                <a:gd name="connsiteY721" fmla="*/ 371284 h 409575"/>
                <a:gd name="connsiteX722" fmla="*/ 268700 w 571500"/>
                <a:gd name="connsiteY722" fmla="*/ 370142 h 409575"/>
                <a:gd name="connsiteX723" fmla="*/ 268224 w 571500"/>
                <a:gd name="connsiteY723" fmla="*/ 369189 h 409575"/>
                <a:gd name="connsiteX724" fmla="*/ 268224 w 571500"/>
                <a:gd name="connsiteY724" fmla="*/ 368522 h 409575"/>
                <a:gd name="connsiteX725" fmla="*/ 269081 w 571500"/>
                <a:gd name="connsiteY725" fmla="*/ 368046 h 409575"/>
                <a:gd name="connsiteX726" fmla="*/ 272034 w 571500"/>
                <a:gd name="connsiteY726" fmla="*/ 367189 h 409575"/>
                <a:gd name="connsiteX727" fmla="*/ 272987 w 571500"/>
                <a:gd name="connsiteY727" fmla="*/ 365950 h 409575"/>
                <a:gd name="connsiteX728" fmla="*/ 273558 w 571500"/>
                <a:gd name="connsiteY728" fmla="*/ 364236 h 409575"/>
                <a:gd name="connsiteX729" fmla="*/ 273939 w 571500"/>
                <a:gd name="connsiteY729" fmla="*/ 360521 h 409575"/>
                <a:gd name="connsiteX730" fmla="*/ 274415 w 571500"/>
                <a:gd name="connsiteY730" fmla="*/ 358807 h 409575"/>
                <a:gd name="connsiteX731" fmla="*/ 275273 w 571500"/>
                <a:gd name="connsiteY731" fmla="*/ 356997 h 409575"/>
                <a:gd name="connsiteX732" fmla="*/ 276416 w 571500"/>
                <a:gd name="connsiteY732" fmla="*/ 355092 h 409575"/>
                <a:gd name="connsiteX733" fmla="*/ 277940 w 571500"/>
                <a:gd name="connsiteY733" fmla="*/ 353473 h 409575"/>
                <a:gd name="connsiteX734" fmla="*/ 279559 w 571500"/>
                <a:gd name="connsiteY734" fmla="*/ 353092 h 409575"/>
                <a:gd name="connsiteX735" fmla="*/ 289370 w 571500"/>
                <a:gd name="connsiteY735" fmla="*/ 352901 h 409575"/>
                <a:gd name="connsiteX736" fmla="*/ 291465 w 571500"/>
                <a:gd name="connsiteY736" fmla="*/ 353759 h 409575"/>
                <a:gd name="connsiteX737" fmla="*/ 293370 w 571500"/>
                <a:gd name="connsiteY737" fmla="*/ 355378 h 409575"/>
                <a:gd name="connsiteX738" fmla="*/ 298704 w 571500"/>
                <a:gd name="connsiteY738" fmla="*/ 362141 h 409575"/>
                <a:gd name="connsiteX739" fmla="*/ 304229 w 571500"/>
                <a:gd name="connsiteY739" fmla="*/ 361569 h 409575"/>
                <a:gd name="connsiteX740" fmla="*/ 309086 w 571500"/>
                <a:gd name="connsiteY740" fmla="*/ 358235 h 409575"/>
                <a:gd name="connsiteX741" fmla="*/ 310991 w 571500"/>
                <a:gd name="connsiteY741" fmla="*/ 356521 h 409575"/>
                <a:gd name="connsiteX742" fmla="*/ 313468 w 571500"/>
                <a:gd name="connsiteY742" fmla="*/ 355568 h 409575"/>
                <a:gd name="connsiteX743" fmla="*/ 314325 w 571500"/>
                <a:gd name="connsiteY743" fmla="*/ 356902 h 409575"/>
                <a:gd name="connsiteX744" fmla="*/ 313944 w 571500"/>
                <a:gd name="connsiteY744" fmla="*/ 357950 h 409575"/>
                <a:gd name="connsiteX745" fmla="*/ 313277 w 571500"/>
                <a:gd name="connsiteY745" fmla="*/ 359092 h 409575"/>
                <a:gd name="connsiteX746" fmla="*/ 312706 w 571500"/>
                <a:gd name="connsiteY746" fmla="*/ 360331 h 409575"/>
                <a:gd name="connsiteX747" fmla="*/ 313182 w 571500"/>
                <a:gd name="connsiteY747" fmla="*/ 360902 h 409575"/>
                <a:gd name="connsiteX748" fmla="*/ 314516 w 571500"/>
                <a:gd name="connsiteY748" fmla="*/ 361093 h 409575"/>
                <a:gd name="connsiteX749" fmla="*/ 316325 w 571500"/>
                <a:gd name="connsiteY749" fmla="*/ 361093 h 409575"/>
                <a:gd name="connsiteX750" fmla="*/ 318325 w 571500"/>
                <a:gd name="connsiteY750" fmla="*/ 361759 h 409575"/>
                <a:gd name="connsiteX751" fmla="*/ 320135 w 571500"/>
                <a:gd name="connsiteY751" fmla="*/ 363188 h 409575"/>
                <a:gd name="connsiteX752" fmla="*/ 321278 w 571500"/>
                <a:gd name="connsiteY752" fmla="*/ 365570 h 409575"/>
                <a:gd name="connsiteX753" fmla="*/ 322421 w 571500"/>
                <a:gd name="connsiteY753" fmla="*/ 374999 h 409575"/>
                <a:gd name="connsiteX754" fmla="*/ 323374 w 571500"/>
                <a:gd name="connsiteY754" fmla="*/ 377095 h 409575"/>
                <a:gd name="connsiteX755" fmla="*/ 324612 w 571500"/>
                <a:gd name="connsiteY755" fmla="*/ 378524 h 409575"/>
                <a:gd name="connsiteX756" fmla="*/ 326708 w 571500"/>
                <a:gd name="connsiteY756" fmla="*/ 380238 h 409575"/>
                <a:gd name="connsiteX757" fmla="*/ 328994 w 571500"/>
                <a:gd name="connsiteY757" fmla="*/ 380714 h 409575"/>
                <a:gd name="connsiteX758" fmla="*/ 330994 w 571500"/>
                <a:gd name="connsiteY758" fmla="*/ 380619 h 409575"/>
                <a:gd name="connsiteX759" fmla="*/ 333566 w 571500"/>
                <a:gd name="connsiteY759" fmla="*/ 379000 h 409575"/>
                <a:gd name="connsiteX760" fmla="*/ 334709 w 571500"/>
                <a:gd name="connsiteY760" fmla="*/ 378714 h 409575"/>
                <a:gd name="connsiteX761" fmla="*/ 339185 w 571500"/>
                <a:gd name="connsiteY761" fmla="*/ 380524 h 409575"/>
                <a:gd name="connsiteX762" fmla="*/ 342424 w 571500"/>
                <a:gd name="connsiteY762" fmla="*/ 380809 h 409575"/>
                <a:gd name="connsiteX763" fmla="*/ 343091 w 571500"/>
                <a:gd name="connsiteY763" fmla="*/ 381953 h 409575"/>
                <a:gd name="connsiteX764" fmla="*/ 343567 w 571500"/>
                <a:gd name="connsiteY764" fmla="*/ 383191 h 409575"/>
                <a:gd name="connsiteX765" fmla="*/ 344043 w 571500"/>
                <a:gd name="connsiteY765" fmla="*/ 387287 h 409575"/>
                <a:gd name="connsiteX766" fmla="*/ 343853 w 571500"/>
                <a:gd name="connsiteY766" fmla="*/ 388430 h 409575"/>
                <a:gd name="connsiteX767" fmla="*/ 343281 w 571500"/>
                <a:gd name="connsiteY767" fmla="*/ 389668 h 409575"/>
                <a:gd name="connsiteX768" fmla="*/ 340328 w 571500"/>
                <a:gd name="connsiteY768" fmla="*/ 393097 h 409575"/>
                <a:gd name="connsiteX769" fmla="*/ 340138 w 571500"/>
                <a:gd name="connsiteY769" fmla="*/ 394145 h 409575"/>
                <a:gd name="connsiteX770" fmla="*/ 340805 w 571500"/>
                <a:gd name="connsiteY770" fmla="*/ 395573 h 409575"/>
                <a:gd name="connsiteX771" fmla="*/ 349853 w 571500"/>
                <a:gd name="connsiteY771" fmla="*/ 400621 h 409575"/>
                <a:gd name="connsiteX772" fmla="*/ 356902 w 571500"/>
                <a:gd name="connsiteY772" fmla="*/ 406051 h 409575"/>
                <a:gd name="connsiteX773" fmla="*/ 359474 w 571500"/>
                <a:gd name="connsiteY773" fmla="*/ 407575 h 409575"/>
                <a:gd name="connsiteX774" fmla="*/ 360807 w 571500"/>
                <a:gd name="connsiteY774" fmla="*/ 407194 h 409575"/>
                <a:gd name="connsiteX775" fmla="*/ 361569 w 571500"/>
                <a:gd name="connsiteY775" fmla="*/ 406051 h 409575"/>
                <a:gd name="connsiteX776" fmla="*/ 362141 w 571500"/>
                <a:gd name="connsiteY776" fmla="*/ 404622 h 409575"/>
                <a:gd name="connsiteX777" fmla="*/ 362331 w 571500"/>
                <a:gd name="connsiteY777" fmla="*/ 403384 h 409575"/>
                <a:gd name="connsiteX778" fmla="*/ 362045 w 571500"/>
                <a:gd name="connsiteY778" fmla="*/ 402050 h 409575"/>
                <a:gd name="connsiteX779" fmla="*/ 362236 w 571500"/>
                <a:gd name="connsiteY779" fmla="*/ 401003 h 409575"/>
                <a:gd name="connsiteX780" fmla="*/ 362807 w 571500"/>
                <a:gd name="connsiteY780" fmla="*/ 400050 h 409575"/>
                <a:gd name="connsiteX781" fmla="*/ 363665 w 571500"/>
                <a:gd name="connsiteY781" fmla="*/ 399574 h 409575"/>
                <a:gd name="connsiteX782" fmla="*/ 364998 w 571500"/>
                <a:gd name="connsiteY782" fmla="*/ 398717 h 409575"/>
                <a:gd name="connsiteX783" fmla="*/ 364903 w 571500"/>
                <a:gd name="connsiteY783" fmla="*/ 394240 h 409575"/>
                <a:gd name="connsiteX784" fmla="*/ 365950 w 571500"/>
                <a:gd name="connsiteY784" fmla="*/ 389858 h 409575"/>
                <a:gd name="connsiteX785" fmla="*/ 366998 w 571500"/>
                <a:gd name="connsiteY785" fmla="*/ 388525 h 409575"/>
                <a:gd name="connsiteX786" fmla="*/ 370713 w 571500"/>
                <a:gd name="connsiteY786" fmla="*/ 385382 h 409575"/>
                <a:gd name="connsiteX787" fmla="*/ 376428 w 571500"/>
                <a:gd name="connsiteY787" fmla="*/ 379571 h 409575"/>
                <a:gd name="connsiteX788" fmla="*/ 379000 w 571500"/>
                <a:gd name="connsiteY788" fmla="*/ 379571 h 409575"/>
                <a:gd name="connsiteX789" fmla="*/ 381476 w 571500"/>
                <a:gd name="connsiteY789" fmla="*/ 380619 h 409575"/>
                <a:gd name="connsiteX790" fmla="*/ 383762 w 571500"/>
                <a:gd name="connsiteY790" fmla="*/ 381953 h 409575"/>
                <a:gd name="connsiteX791" fmla="*/ 385763 w 571500"/>
                <a:gd name="connsiteY791" fmla="*/ 381953 h 409575"/>
                <a:gd name="connsiteX792" fmla="*/ 388430 w 571500"/>
                <a:gd name="connsiteY792" fmla="*/ 381286 h 409575"/>
                <a:gd name="connsiteX793" fmla="*/ 389954 w 571500"/>
                <a:gd name="connsiteY793" fmla="*/ 381286 h 409575"/>
                <a:gd name="connsiteX794" fmla="*/ 392906 w 571500"/>
                <a:gd name="connsiteY794" fmla="*/ 379667 h 409575"/>
                <a:gd name="connsiteX795" fmla="*/ 394049 w 571500"/>
                <a:gd name="connsiteY795" fmla="*/ 377095 h 409575"/>
                <a:gd name="connsiteX796" fmla="*/ 394811 w 571500"/>
                <a:gd name="connsiteY796" fmla="*/ 376333 h 409575"/>
                <a:gd name="connsiteX797" fmla="*/ 396050 w 571500"/>
                <a:gd name="connsiteY797" fmla="*/ 376142 h 409575"/>
                <a:gd name="connsiteX798" fmla="*/ 397478 w 571500"/>
                <a:gd name="connsiteY798" fmla="*/ 376619 h 409575"/>
                <a:gd name="connsiteX799" fmla="*/ 399002 w 571500"/>
                <a:gd name="connsiteY799" fmla="*/ 377476 h 409575"/>
                <a:gd name="connsiteX800" fmla="*/ 402717 w 571500"/>
                <a:gd name="connsiteY800" fmla="*/ 380429 h 409575"/>
                <a:gd name="connsiteX801" fmla="*/ 411575 w 571500"/>
                <a:gd name="connsiteY801" fmla="*/ 383286 h 409575"/>
                <a:gd name="connsiteX802" fmla="*/ 411766 w 571500"/>
                <a:gd name="connsiteY802" fmla="*/ 382619 h 409575"/>
                <a:gd name="connsiteX803" fmla="*/ 411575 w 571500"/>
                <a:gd name="connsiteY803" fmla="*/ 380143 h 409575"/>
                <a:gd name="connsiteX804" fmla="*/ 411671 w 571500"/>
                <a:gd name="connsiteY804" fmla="*/ 379095 h 409575"/>
                <a:gd name="connsiteX805" fmla="*/ 412718 w 571500"/>
                <a:gd name="connsiteY805" fmla="*/ 377666 h 409575"/>
                <a:gd name="connsiteX806" fmla="*/ 414528 w 571500"/>
                <a:gd name="connsiteY806" fmla="*/ 374999 h 409575"/>
                <a:gd name="connsiteX807" fmla="*/ 414814 w 571500"/>
                <a:gd name="connsiteY807" fmla="*/ 372999 h 409575"/>
                <a:gd name="connsiteX808" fmla="*/ 415671 w 571500"/>
                <a:gd name="connsiteY808" fmla="*/ 372904 h 409575"/>
                <a:gd name="connsiteX809" fmla="*/ 419767 w 571500"/>
                <a:gd name="connsiteY809" fmla="*/ 373952 h 409575"/>
                <a:gd name="connsiteX810" fmla="*/ 425767 w 571500"/>
                <a:gd name="connsiteY810" fmla="*/ 376428 h 409575"/>
                <a:gd name="connsiteX811" fmla="*/ 427673 w 571500"/>
                <a:gd name="connsiteY811" fmla="*/ 376714 h 409575"/>
                <a:gd name="connsiteX812" fmla="*/ 429101 w 571500"/>
                <a:gd name="connsiteY812" fmla="*/ 376142 h 409575"/>
                <a:gd name="connsiteX813" fmla="*/ 430054 w 571500"/>
                <a:gd name="connsiteY813" fmla="*/ 374999 h 409575"/>
                <a:gd name="connsiteX814" fmla="*/ 430244 w 571500"/>
                <a:gd name="connsiteY814" fmla="*/ 372332 h 409575"/>
                <a:gd name="connsiteX815" fmla="*/ 430721 w 571500"/>
                <a:gd name="connsiteY815" fmla="*/ 370618 h 409575"/>
                <a:gd name="connsiteX816" fmla="*/ 432245 w 571500"/>
                <a:gd name="connsiteY816" fmla="*/ 366046 h 409575"/>
                <a:gd name="connsiteX817" fmla="*/ 431959 w 571500"/>
                <a:gd name="connsiteY817" fmla="*/ 362045 h 409575"/>
                <a:gd name="connsiteX818" fmla="*/ 433197 w 571500"/>
                <a:gd name="connsiteY818" fmla="*/ 356235 h 409575"/>
                <a:gd name="connsiteX819" fmla="*/ 433007 w 571500"/>
                <a:gd name="connsiteY819" fmla="*/ 354235 h 409575"/>
                <a:gd name="connsiteX820" fmla="*/ 432435 w 571500"/>
                <a:gd name="connsiteY820" fmla="*/ 352996 h 409575"/>
                <a:gd name="connsiteX821" fmla="*/ 432149 w 571500"/>
                <a:gd name="connsiteY821" fmla="*/ 351949 h 409575"/>
                <a:gd name="connsiteX822" fmla="*/ 432435 w 571500"/>
                <a:gd name="connsiteY822" fmla="*/ 351473 h 409575"/>
                <a:gd name="connsiteX823" fmla="*/ 433197 w 571500"/>
                <a:gd name="connsiteY823" fmla="*/ 350711 h 409575"/>
                <a:gd name="connsiteX824" fmla="*/ 434150 w 571500"/>
                <a:gd name="connsiteY824" fmla="*/ 349472 h 409575"/>
                <a:gd name="connsiteX825" fmla="*/ 436055 w 571500"/>
                <a:gd name="connsiteY825" fmla="*/ 345758 h 409575"/>
                <a:gd name="connsiteX826" fmla="*/ 437198 w 571500"/>
                <a:gd name="connsiteY826" fmla="*/ 344234 h 409575"/>
                <a:gd name="connsiteX827" fmla="*/ 437960 w 571500"/>
                <a:gd name="connsiteY827" fmla="*/ 342709 h 409575"/>
                <a:gd name="connsiteX828" fmla="*/ 438341 w 571500"/>
                <a:gd name="connsiteY828" fmla="*/ 341186 h 409575"/>
                <a:gd name="connsiteX829" fmla="*/ 437769 w 571500"/>
                <a:gd name="connsiteY829" fmla="*/ 327470 h 409575"/>
                <a:gd name="connsiteX830" fmla="*/ 438245 w 571500"/>
                <a:gd name="connsiteY830" fmla="*/ 325565 h 409575"/>
                <a:gd name="connsiteX831" fmla="*/ 439007 w 571500"/>
                <a:gd name="connsiteY831" fmla="*/ 323564 h 409575"/>
                <a:gd name="connsiteX832" fmla="*/ 441674 w 571500"/>
                <a:gd name="connsiteY832" fmla="*/ 319754 h 409575"/>
                <a:gd name="connsiteX833" fmla="*/ 444341 w 571500"/>
                <a:gd name="connsiteY833" fmla="*/ 316992 h 409575"/>
                <a:gd name="connsiteX834" fmla="*/ 445675 w 571500"/>
                <a:gd name="connsiteY834" fmla="*/ 315944 h 409575"/>
                <a:gd name="connsiteX835" fmla="*/ 449294 w 571500"/>
                <a:gd name="connsiteY835" fmla="*/ 314611 h 409575"/>
                <a:gd name="connsiteX836" fmla="*/ 450818 w 571500"/>
                <a:gd name="connsiteY836" fmla="*/ 314706 h 409575"/>
                <a:gd name="connsiteX837" fmla="*/ 453581 w 571500"/>
                <a:gd name="connsiteY837" fmla="*/ 315754 h 409575"/>
                <a:gd name="connsiteX838" fmla="*/ 454438 w 571500"/>
                <a:gd name="connsiteY838" fmla="*/ 315659 h 409575"/>
                <a:gd name="connsiteX839" fmla="*/ 454914 w 571500"/>
                <a:gd name="connsiteY839" fmla="*/ 314611 h 409575"/>
                <a:gd name="connsiteX840" fmla="*/ 456629 w 571500"/>
                <a:gd name="connsiteY840" fmla="*/ 307181 h 409575"/>
                <a:gd name="connsiteX841" fmla="*/ 456914 w 571500"/>
                <a:gd name="connsiteY841" fmla="*/ 304705 h 409575"/>
                <a:gd name="connsiteX842" fmla="*/ 457962 w 571500"/>
                <a:gd name="connsiteY842" fmla="*/ 301562 h 409575"/>
                <a:gd name="connsiteX843" fmla="*/ 459105 w 571500"/>
                <a:gd name="connsiteY843" fmla="*/ 300419 h 409575"/>
                <a:gd name="connsiteX844" fmla="*/ 460629 w 571500"/>
                <a:gd name="connsiteY844" fmla="*/ 299942 h 409575"/>
                <a:gd name="connsiteX845" fmla="*/ 463201 w 571500"/>
                <a:gd name="connsiteY845" fmla="*/ 299847 h 409575"/>
                <a:gd name="connsiteX846" fmla="*/ 463677 w 571500"/>
                <a:gd name="connsiteY846" fmla="*/ 299561 h 409575"/>
                <a:gd name="connsiteX847" fmla="*/ 464439 w 571500"/>
                <a:gd name="connsiteY847" fmla="*/ 299085 h 409575"/>
                <a:gd name="connsiteX848" fmla="*/ 465296 w 571500"/>
                <a:gd name="connsiteY848" fmla="*/ 298704 h 409575"/>
                <a:gd name="connsiteX849" fmla="*/ 466249 w 571500"/>
                <a:gd name="connsiteY849" fmla="*/ 298799 h 409575"/>
                <a:gd name="connsiteX850" fmla="*/ 467678 w 571500"/>
                <a:gd name="connsiteY850" fmla="*/ 299561 h 409575"/>
                <a:gd name="connsiteX851" fmla="*/ 469487 w 571500"/>
                <a:gd name="connsiteY851" fmla="*/ 300323 h 409575"/>
                <a:gd name="connsiteX852" fmla="*/ 471202 w 571500"/>
                <a:gd name="connsiteY852" fmla="*/ 300704 h 409575"/>
                <a:gd name="connsiteX853" fmla="*/ 473107 w 571500"/>
                <a:gd name="connsiteY853" fmla="*/ 299752 h 409575"/>
                <a:gd name="connsiteX854" fmla="*/ 473869 w 571500"/>
                <a:gd name="connsiteY854" fmla="*/ 298037 h 409575"/>
                <a:gd name="connsiteX855" fmla="*/ 474536 w 571500"/>
                <a:gd name="connsiteY855" fmla="*/ 294608 h 409575"/>
                <a:gd name="connsiteX856" fmla="*/ 475202 w 571500"/>
                <a:gd name="connsiteY856" fmla="*/ 293751 h 409575"/>
                <a:gd name="connsiteX857" fmla="*/ 476726 w 571500"/>
                <a:gd name="connsiteY857" fmla="*/ 292799 h 409575"/>
                <a:gd name="connsiteX858" fmla="*/ 476821 w 571500"/>
                <a:gd name="connsiteY858" fmla="*/ 291751 h 409575"/>
                <a:gd name="connsiteX859" fmla="*/ 477298 w 571500"/>
                <a:gd name="connsiteY859" fmla="*/ 289941 h 409575"/>
                <a:gd name="connsiteX860" fmla="*/ 478536 w 571500"/>
                <a:gd name="connsiteY860" fmla="*/ 287560 h 409575"/>
                <a:gd name="connsiteX861" fmla="*/ 483013 w 571500"/>
                <a:gd name="connsiteY861" fmla="*/ 283655 h 409575"/>
                <a:gd name="connsiteX862" fmla="*/ 484632 w 571500"/>
                <a:gd name="connsiteY862" fmla="*/ 282512 h 409575"/>
                <a:gd name="connsiteX863" fmla="*/ 486061 w 571500"/>
                <a:gd name="connsiteY863" fmla="*/ 282988 h 409575"/>
                <a:gd name="connsiteX864" fmla="*/ 486537 w 571500"/>
                <a:gd name="connsiteY864" fmla="*/ 283464 h 409575"/>
                <a:gd name="connsiteX865" fmla="*/ 487680 w 571500"/>
                <a:gd name="connsiteY865" fmla="*/ 283655 h 409575"/>
                <a:gd name="connsiteX866" fmla="*/ 488633 w 571500"/>
                <a:gd name="connsiteY866" fmla="*/ 284036 h 409575"/>
                <a:gd name="connsiteX867" fmla="*/ 490061 w 571500"/>
                <a:gd name="connsiteY867" fmla="*/ 285083 h 409575"/>
                <a:gd name="connsiteX868" fmla="*/ 491300 w 571500"/>
                <a:gd name="connsiteY868" fmla="*/ 286893 h 409575"/>
                <a:gd name="connsiteX869" fmla="*/ 492157 w 571500"/>
                <a:gd name="connsiteY869" fmla="*/ 288512 h 409575"/>
                <a:gd name="connsiteX870" fmla="*/ 493300 w 571500"/>
                <a:gd name="connsiteY870" fmla="*/ 289846 h 409575"/>
                <a:gd name="connsiteX871" fmla="*/ 500348 w 571500"/>
                <a:gd name="connsiteY871" fmla="*/ 291275 h 409575"/>
                <a:gd name="connsiteX872" fmla="*/ 502825 w 571500"/>
                <a:gd name="connsiteY872" fmla="*/ 292513 h 409575"/>
                <a:gd name="connsiteX873" fmla="*/ 508064 w 571500"/>
                <a:gd name="connsiteY873" fmla="*/ 291751 h 409575"/>
                <a:gd name="connsiteX874" fmla="*/ 510731 w 571500"/>
                <a:gd name="connsiteY874" fmla="*/ 292132 h 409575"/>
                <a:gd name="connsiteX875" fmla="*/ 511969 w 571500"/>
                <a:gd name="connsiteY875" fmla="*/ 292799 h 409575"/>
                <a:gd name="connsiteX876" fmla="*/ 513112 w 571500"/>
                <a:gd name="connsiteY876" fmla="*/ 293561 h 409575"/>
                <a:gd name="connsiteX877" fmla="*/ 514064 w 571500"/>
                <a:gd name="connsiteY877" fmla="*/ 294799 h 409575"/>
                <a:gd name="connsiteX878" fmla="*/ 514636 w 571500"/>
                <a:gd name="connsiteY878" fmla="*/ 296513 h 409575"/>
                <a:gd name="connsiteX879" fmla="*/ 518541 w 571500"/>
                <a:gd name="connsiteY879" fmla="*/ 292417 h 409575"/>
                <a:gd name="connsiteX880" fmla="*/ 520922 w 571500"/>
                <a:gd name="connsiteY880" fmla="*/ 288417 h 409575"/>
                <a:gd name="connsiteX881" fmla="*/ 521017 w 571500"/>
                <a:gd name="connsiteY881" fmla="*/ 287084 h 409575"/>
                <a:gd name="connsiteX882" fmla="*/ 519875 w 571500"/>
                <a:gd name="connsiteY882" fmla="*/ 285274 h 409575"/>
                <a:gd name="connsiteX883" fmla="*/ 519017 w 571500"/>
                <a:gd name="connsiteY883" fmla="*/ 282607 h 409575"/>
                <a:gd name="connsiteX884" fmla="*/ 518446 w 571500"/>
                <a:gd name="connsiteY884" fmla="*/ 280321 h 409575"/>
                <a:gd name="connsiteX885" fmla="*/ 518160 w 571500"/>
                <a:gd name="connsiteY885" fmla="*/ 279559 h 409575"/>
                <a:gd name="connsiteX886" fmla="*/ 517303 w 571500"/>
                <a:gd name="connsiteY886" fmla="*/ 278511 h 409575"/>
                <a:gd name="connsiteX887" fmla="*/ 516446 w 571500"/>
                <a:gd name="connsiteY887" fmla="*/ 277178 h 409575"/>
                <a:gd name="connsiteX888" fmla="*/ 516160 w 571500"/>
                <a:gd name="connsiteY888" fmla="*/ 276892 h 409575"/>
                <a:gd name="connsiteX889" fmla="*/ 515684 w 571500"/>
                <a:gd name="connsiteY889" fmla="*/ 276701 h 409575"/>
                <a:gd name="connsiteX890" fmla="*/ 515303 w 571500"/>
                <a:gd name="connsiteY890" fmla="*/ 276796 h 409575"/>
                <a:gd name="connsiteX891" fmla="*/ 514445 w 571500"/>
                <a:gd name="connsiteY891" fmla="*/ 277082 h 409575"/>
                <a:gd name="connsiteX892" fmla="*/ 514064 w 571500"/>
                <a:gd name="connsiteY892" fmla="*/ 277082 h 409575"/>
                <a:gd name="connsiteX893" fmla="*/ 513683 w 571500"/>
                <a:gd name="connsiteY893" fmla="*/ 276987 h 409575"/>
                <a:gd name="connsiteX894" fmla="*/ 513302 w 571500"/>
                <a:gd name="connsiteY894" fmla="*/ 276796 h 409575"/>
                <a:gd name="connsiteX895" fmla="*/ 513112 w 571500"/>
                <a:gd name="connsiteY895" fmla="*/ 276416 h 409575"/>
                <a:gd name="connsiteX896" fmla="*/ 512731 w 571500"/>
                <a:gd name="connsiteY896" fmla="*/ 275082 h 409575"/>
                <a:gd name="connsiteX897" fmla="*/ 512350 w 571500"/>
                <a:gd name="connsiteY897" fmla="*/ 274225 h 409575"/>
                <a:gd name="connsiteX898" fmla="*/ 512064 w 571500"/>
                <a:gd name="connsiteY898" fmla="*/ 273939 h 409575"/>
                <a:gd name="connsiteX899" fmla="*/ 511778 w 571500"/>
                <a:gd name="connsiteY899" fmla="*/ 273653 h 409575"/>
                <a:gd name="connsiteX900" fmla="*/ 510540 w 571500"/>
                <a:gd name="connsiteY900" fmla="*/ 273177 h 409575"/>
                <a:gd name="connsiteX901" fmla="*/ 510159 w 571500"/>
                <a:gd name="connsiteY901" fmla="*/ 272891 h 409575"/>
                <a:gd name="connsiteX902" fmla="*/ 510064 w 571500"/>
                <a:gd name="connsiteY902" fmla="*/ 272510 h 409575"/>
                <a:gd name="connsiteX903" fmla="*/ 510254 w 571500"/>
                <a:gd name="connsiteY903" fmla="*/ 271939 h 409575"/>
                <a:gd name="connsiteX904" fmla="*/ 510731 w 571500"/>
                <a:gd name="connsiteY904" fmla="*/ 271367 h 409575"/>
                <a:gd name="connsiteX905" fmla="*/ 511874 w 571500"/>
                <a:gd name="connsiteY905" fmla="*/ 270510 h 409575"/>
                <a:gd name="connsiteX906" fmla="*/ 512445 w 571500"/>
                <a:gd name="connsiteY906" fmla="*/ 269938 h 409575"/>
                <a:gd name="connsiteX907" fmla="*/ 512731 w 571500"/>
                <a:gd name="connsiteY907" fmla="*/ 269462 h 409575"/>
                <a:gd name="connsiteX908" fmla="*/ 512826 w 571500"/>
                <a:gd name="connsiteY908" fmla="*/ 268986 h 409575"/>
                <a:gd name="connsiteX909" fmla="*/ 512921 w 571500"/>
                <a:gd name="connsiteY909" fmla="*/ 268605 h 409575"/>
                <a:gd name="connsiteX910" fmla="*/ 512826 w 571500"/>
                <a:gd name="connsiteY910" fmla="*/ 268129 h 409575"/>
                <a:gd name="connsiteX911" fmla="*/ 514921 w 571500"/>
                <a:gd name="connsiteY911" fmla="*/ 266891 h 409575"/>
                <a:gd name="connsiteX912" fmla="*/ 518827 w 571500"/>
                <a:gd name="connsiteY912" fmla="*/ 265462 h 409575"/>
                <a:gd name="connsiteX913" fmla="*/ 522351 w 571500"/>
                <a:gd name="connsiteY913" fmla="*/ 263747 h 409575"/>
                <a:gd name="connsiteX914" fmla="*/ 523875 w 571500"/>
                <a:gd name="connsiteY914" fmla="*/ 262795 h 409575"/>
                <a:gd name="connsiteX915" fmla="*/ 524637 w 571500"/>
                <a:gd name="connsiteY915" fmla="*/ 261842 h 409575"/>
                <a:gd name="connsiteX916" fmla="*/ 525590 w 571500"/>
                <a:gd name="connsiteY916" fmla="*/ 260033 h 409575"/>
                <a:gd name="connsiteX917" fmla="*/ 525590 w 571500"/>
                <a:gd name="connsiteY917" fmla="*/ 260033 h 409575"/>
                <a:gd name="connsiteX918" fmla="*/ 525685 w 571500"/>
                <a:gd name="connsiteY918" fmla="*/ 259937 h 409575"/>
                <a:gd name="connsiteX919" fmla="*/ 525780 w 571500"/>
                <a:gd name="connsiteY919" fmla="*/ 259842 h 409575"/>
                <a:gd name="connsiteX920" fmla="*/ 526447 w 571500"/>
                <a:gd name="connsiteY920" fmla="*/ 259556 h 409575"/>
                <a:gd name="connsiteX921" fmla="*/ 530733 w 571500"/>
                <a:gd name="connsiteY921" fmla="*/ 258223 h 409575"/>
                <a:gd name="connsiteX922" fmla="*/ 533019 w 571500"/>
                <a:gd name="connsiteY922" fmla="*/ 256794 h 409575"/>
                <a:gd name="connsiteX923" fmla="*/ 534543 w 571500"/>
                <a:gd name="connsiteY923" fmla="*/ 255651 h 409575"/>
                <a:gd name="connsiteX924" fmla="*/ 536734 w 571500"/>
                <a:gd name="connsiteY924" fmla="*/ 256413 h 409575"/>
                <a:gd name="connsiteX925" fmla="*/ 538353 w 571500"/>
                <a:gd name="connsiteY925" fmla="*/ 257651 h 409575"/>
                <a:gd name="connsiteX926" fmla="*/ 538448 w 571500"/>
                <a:gd name="connsiteY926" fmla="*/ 258128 h 409575"/>
                <a:gd name="connsiteX927" fmla="*/ 538544 w 571500"/>
                <a:gd name="connsiteY927" fmla="*/ 259080 h 409575"/>
                <a:gd name="connsiteX928" fmla="*/ 540258 w 571500"/>
                <a:gd name="connsiteY928" fmla="*/ 259842 h 409575"/>
                <a:gd name="connsiteX929" fmla="*/ 547402 w 571500"/>
                <a:gd name="connsiteY929" fmla="*/ 261175 h 409575"/>
                <a:gd name="connsiteX930" fmla="*/ 547116 w 571500"/>
                <a:gd name="connsiteY930" fmla="*/ 259175 h 409575"/>
                <a:gd name="connsiteX931" fmla="*/ 547116 w 571500"/>
                <a:gd name="connsiteY931" fmla="*/ 257461 h 409575"/>
                <a:gd name="connsiteX932" fmla="*/ 546830 w 571500"/>
                <a:gd name="connsiteY932" fmla="*/ 256889 h 409575"/>
                <a:gd name="connsiteX933" fmla="*/ 546449 w 571500"/>
                <a:gd name="connsiteY933" fmla="*/ 256223 h 409575"/>
                <a:gd name="connsiteX934" fmla="*/ 545402 w 571500"/>
                <a:gd name="connsiteY934" fmla="*/ 255270 h 409575"/>
                <a:gd name="connsiteX935" fmla="*/ 544925 w 571500"/>
                <a:gd name="connsiteY935" fmla="*/ 254603 h 409575"/>
                <a:gd name="connsiteX936" fmla="*/ 544640 w 571500"/>
                <a:gd name="connsiteY936" fmla="*/ 254032 h 409575"/>
                <a:gd name="connsiteX937" fmla="*/ 544735 w 571500"/>
                <a:gd name="connsiteY937" fmla="*/ 252794 h 409575"/>
                <a:gd name="connsiteX938" fmla="*/ 545592 w 571500"/>
                <a:gd name="connsiteY938" fmla="*/ 249174 h 409575"/>
                <a:gd name="connsiteX939" fmla="*/ 546164 w 571500"/>
                <a:gd name="connsiteY939" fmla="*/ 245459 h 409575"/>
                <a:gd name="connsiteX940" fmla="*/ 546164 w 571500"/>
                <a:gd name="connsiteY940" fmla="*/ 244507 h 409575"/>
                <a:gd name="connsiteX941" fmla="*/ 546068 w 571500"/>
                <a:gd name="connsiteY941" fmla="*/ 243745 h 409575"/>
                <a:gd name="connsiteX942" fmla="*/ 545402 w 571500"/>
                <a:gd name="connsiteY942" fmla="*/ 241363 h 409575"/>
                <a:gd name="connsiteX943" fmla="*/ 545021 w 571500"/>
                <a:gd name="connsiteY943" fmla="*/ 238411 h 409575"/>
                <a:gd name="connsiteX944" fmla="*/ 544544 w 571500"/>
                <a:gd name="connsiteY944" fmla="*/ 237268 h 409575"/>
                <a:gd name="connsiteX945" fmla="*/ 543401 w 571500"/>
                <a:gd name="connsiteY945" fmla="*/ 235553 h 409575"/>
                <a:gd name="connsiteX946" fmla="*/ 540163 w 571500"/>
                <a:gd name="connsiteY946" fmla="*/ 233077 h 409575"/>
                <a:gd name="connsiteX947" fmla="*/ 533019 w 571500"/>
                <a:gd name="connsiteY947" fmla="*/ 229934 h 409575"/>
                <a:gd name="connsiteX948" fmla="*/ 531781 w 571500"/>
                <a:gd name="connsiteY948" fmla="*/ 227838 h 409575"/>
                <a:gd name="connsiteX949" fmla="*/ 529304 w 571500"/>
                <a:gd name="connsiteY949" fmla="*/ 226124 h 409575"/>
                <a:gd name="connsiteX950" fmla="*/ 528542 w 571500"/>
                <a:gd name="connsiteY950" fmla="*/ 225076 h 409575"/>
                <a:gd name="connsiteX951" fmla="*/ 527780 w 571500"/>
                <a:gd name="connsiteY951" fmla="*/ 223361 h 409575"/>
                <a:gd name="connsiteX952" fmla="*/ 527209 w 571500"/>
                <a:gd name="connsiteY952" fmla="*/ 221075 h 409575"/>
                <a:gd name="connsiteX953" fmla="*/ 526637 w 571500"/>
                <a:gd name="connsiteY953" fmla="*/ 219932 h 409575"/>
                <a:gd name="connsiteX954" fmla="*/ 526066 w 571500"/>
                <a:gd name="connsiteY954" fmla="*/ 219266 h 409575"/>
                <a:gd name="connsiteX955" fmla="*/ 525590 w 571500"/>
                <a:gd name="connsiteY955" fmla="*/ 218694 h 409575"/>
                <a:gd name="connsiteX956" fmla="*/ 524066 w 571500"/>
                <a:gd name="connsiteY956" fmla="*/ 216027 h 409575"/>
                <a:gd name="connsiteX957" fmla="*/ 522923 w 571500"/>
                <a:gd name="connsiteY957" fmla="*/ 215265 h 409575"/>
                <a:gd name="connsiteX958" fmla="*/ 519398 w 571500"/>
                <a:gd name="connsiteY958" fmla="*/ 213550 h 409575"/>
                <a:gd name="connsiteX959" fmla="*/ 517208 w 571500"/>
                <a:gd name="connsiteY959" fmla="*/ 212217 h 409575"/>
                <a:gd name="connsiteX960" fmla="*/ 516636 w 571500"/>
                <a:gd name="connsiteY960" fmla="*/ 211550 h 409575"/>
                <a:gd name="connsiteX961" fmla="*/ 516350 w 571500"/>
                <a:gd name="connsiteY961" fmla="*/ 210979 h 409575"/>
                <a:gd name="connsiteX962" fmla="*/ 516255 w 571500"/>
                <a:gd name="connsiteY962" fmla="*/ 210503 h 409575"/>
                <a:gd name="connsiteX963" fmla="*/ 516065 w 571500"/>
                <a:gd name="connsiteY963" fmla="*/ 210026 h 409575"/>
                <a:gd name="connsiteX964" fmla="*/ 515874 w 571500"/>
                <a:gd name="connsiteY964" fmla="*/ 209645 h 409575"/>
                <a:gd name="connsiteX965" fmla="*/ 515303 w 571500"/>
                <a:gd name="connsiteY965" fmla="*/ 208502 h 409575"/>
                <a:gd name="connsiteX966" fmla="*/ 515112 w 571500"/>
                <a:gd name="connsiteY966" fmla="*/ 208026 h 409575"/>
                <a:gd name="connsiteX967" fmla="*/ 515112 w 571500"/>
                <a:gd name="connsiteY967" fmla="*/ 207359 h 409575"/>
                <a:gd name="connsiteX968" fmla="*/ 515303 w 571500"/>
                <a:gd name="connsiteY968" fmla="*/ 206312 h 409575"/>
                <a:gd name="connsiteX969" fmla="*/ 515779 w 571500"/>
                <a:gd name="connsiteY969" fmla="*/ 205835 h 409575"/>
                <a:gd name="connsiteX970" fmla="*/ 516636 w 571500"/>
                <a:gd name="connsiteY970" fmla="*/ 205454 h 409575"/>
                <a:gd name="connsiteX971" fmla="*/ 517779 w 571500"/>
                <a:gd name="connsiteY971" fmla="*/ 205169 h 409575"/>
                <a:gd name="connsiteX972" fmla="*/ 518255 w 571500"/>
                <a:gd name="connsiteY972" fmla="*/ 204692 h 409575"/>
                <a:gd name="connsiteX973" fmla="*/ 518541 w 571500"/>
                <a:gd name="connsiteY973" fmla="*/ 204025 h 409575"/>
                <a:gd name="connsiteX974" fmla="*/ 519398 w 571500"/>
                <a:gd name="connsiteY974" fmla="*/ 200311 h 409575"/>
                <a:gd name="connsiteX975" fmla="*/ 519779 w 571500"/>
                <a:gd name="connsiteY975" fmla="*/ 199168 h 409575"/>
                <a:gd name="connsiteX976" fmla="*/ 519970 w 571500"/>
                <a:gd name="connsiteY976" fmla="*/ 197739 h 409575"/>
                <a:gd name="connsiteX977" fmla="*/ 519875 w 571500"/>
                <a:gd name="connsiteY977" fmla="*/ 196025 h 409575"/>
                <a:gd name="connsiteX978" fmla="*/ 519875 w 571500"/>
                <a:gd name="connsiteY978" fmla="*/ 195929 h 409575"/>
                <a:gd name="connsiteX979" fmla="*/ 519875 w 571500"/>
                <a:gd name="connsiteY979" fmla="*/ 195929 h 409575"/>
                <a:gd name="connsiteX980" fmla="*/ 520160 w 571500"/>
                <a:gd name="connsiteY980" fmla="*/ 194596 h 409575"/>
                <a:gd name="connsiteX981" fmla="*/ 521113 w 571500"/>
                <a:gd name="connsiteY981" fmla="*/ 193072 h 409575"/>
                <a:gd name="connsiteX982" fmla="*/ 524351 w 571500"/>
                <a:gd name="connsiteY982" fmla="*/ 189643 h 409575"/>
                <a:gd name="connsiteX983" fmla="*/ 532352 w 571500"/>
                <a:gd name="connsiteY983" fmla="*/ 183261 h 409575"/>
                <a:gd name="connsiteX984" fmla="*/ 536162 w 571500"/>
                <a:gd name="connsiteY984" fmla="*/ 178213 h 409575"/>
                <a:gd name="connsiteX985" fmla="*/ 537210 w 571500"/>
                <a:gd name="connsiteY985" fmla="*/ 177260 h 409575"/>
                <a:gd name="connsiteX986" fmla="*/ 537972 w 571500"/>
                <a:gd name="connsiteY986" fmla="*/ 177070 h 409575"/>
                <a:gd name="connsiteX987" fmla="*/ 538734 w 571500"/>
                <a:gd name="connsiteY987" fmla="*/ 177165 h 409575"/>
                <a:gd name="connsiteX988" fmla="*/ 539591 w 571500"/>
                <a:gd name="connsiteY988" fmla="*/ 177260 h 409575"/>
                <a:gd name="connsiteX989" fmla="*/ 540353 w 571500"/>
                <a:gd name="connsiteY989" fmla="*/ 177070 h 409575"/>
                <a:gd name="connsiteX990" fmla="*/ 541496 w 571500"/>
                <a:gd name="connsiteY990" fmla="*/ 176594 h 409575"/>
                <a:gd name="connsiteX991" fmla="*/ 543973 w 571500"/>
                <a:gd name="connsiteY991" fmla="*/ 174022 h 409575"/>
                <a:gd name="connsiteX992" fmla="*/ 545116 w 571500"/>
                <a:gd name="connsiteY992" fmla="*/ 173260 h 409575"/>
                <a:gd name="connsiteX993" fmla="*/ 547402 w 571500"/>
                <a:gd name="connsiteY993" fmla="*/ 172212 h 409575"/>
                <a:gd name="connsiteX994" fmla="*/ 548831 w 571500"/>
                <a:gd name="connsiteY994" fmla="*/ 171164 h 409575"/>
                <a:gd name="connsiteX995" fmla="*/ 550926 w 571500"/>
                <a:gd name="connsiteY995" fmla="*/ 168878 h 409575"/>
                <a:gd name="connsiteX996" fmla="*/ 553307 w 571500"/>
                <a:gd name="connsiteY996" fmla="*/ 166878 h 409575"/>
                <a:gd name="connsiteX997" fmla="*/ 557403 w 571500"/>
                <a:gd name="connsiteY997" fmla="*/ 161830 h 409575"/>
                <a:gd name="connsiteX998" fmla="*/ 558927 w 571500"/>
                <a:gd name="connsiteY998" fmla="*/ 160401 h 409575"/>
                <a:gd name="connsiteX999" fmla="*/ 560451 w 571500"/>
                <a:gd name="connsiteY999" fmla="*/ 159258 h 409575"/>
                <a:gd name="connsiteX1000" fmla="*/ 563690 w 571500"/>
                <a:gd name="connsiteY1000" fmla="*/ 158210 h 409575"/>
                <a:gd name="connsiteX1001" fmla="*/ 565023 w 571500"/>
                <a:gd name="connsiteY1001" fmla="*/ 157448 h 409575"/>
                <a:gd name="connsiteX1002" fmla="*/ 568547 w 571500"/>
                <a:gd name="connsiteY1002" fmla="*/ 154019 h 409575"/>
                <a:gd name="connsiteX1003" fmla="*/ 570071 w 571500"/>
                <a:gd name="connsiteY1003" fmla="*/ 153257 h 409575"/>
                <a:gd name="connsiteX1004" fmla="*/ 571500 w 571500"/>
                <a:gd name="connsiteY1004" fmla="*/ 152971 h 409575"/>
                <a:gd name="connsiteX1005" fmla="*/ 573405 w 571500"/>
                <a:gd name="connsiteY1005" fmla="*/ 152876 h 409575"/>
                <a:gd name="connsiteX1006" fmla="*/ 573881 w 571500"/>
                <a:gd name="connsiteY1006" fmla="*/ 152781 h 409575"/>
                <a:gd name="connsiteX1007" fmla="*/ 574262 w 571500"/>
                <a:gd name="connsiteY1007" fmla="*/ 152400 h 409575"/>
                <a:gd name="connsiteX1008" fmla="*/ 574548 w 571500"/>
                <a:gd name="connsiteY1008" fmla="*/ 151733 h 409575"/>
                <a:gd name="connsiteX1009" fmla="*/ 574643 w 571500"/>
                <a:gd name="connsiteY1009" fmla="*/ 150781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</a:cxnLst>
              <a:rect l="l" t="t" r="r" b="b"/>
              <a:pathLst>
                <a:path w="571500" h="409575">
                  <a:moveTo>
                    <a:pt x="574643" y="149733"/>
                  </a:moveTo>
                  <a:lnTo>
                    <a:pt x="574167" y="148590"/>
                  </a:lnTo>
                  <a:lnTo>
                    <a:pt x="573310" y="147542"/>
                  </a:lnTo>
                  <a:lnTo>
                    <a:pt x="571786" y="146685"/>
                  </a:lnTo>
                  <a:lnTo>
                    <a:pt x="569595" y="145733"/>
                  </a:lnTo>
                  <a:lnTo>
                    <a:pt x="569024" y="145066"/>
                  </a:lnTo>
                  <a:lnTo>
                    <a:pt x="568928" y="144113"/>
                  </a:lnTo>
                  <a:lnTo>
                    <a:pt x="569405" y="143161"/>
                  </a:lnTo>
                  <a:lnTo>
                    <a:pt x="570071" y="142494"/>
                  </a:lnTo>
                  <a:lnTo>
                    <a:pt x="571214" y="141827"/>
                  </a:lnTo>
                  <a:lnTo>
                    <a:pt x="571691" y="141542"/>
                  </a:lnTo>
                  <a:lnTo>
                    <a:pt x="572167" y="140875"/>
                  </a:lnTo>
                  <a:lnTo>
                    <a:pt x="571786" y="140017"/>
                  </a:lnTo>
                  <a:lnTo>
                    <a:pt x="570833" y="138875"/>
                  </a:lnTo>
                  <a:lnTo>
                    <a:pt x="567023" y="134969"/>
                  </a:lnTo>
                  <a:lnTo>
                    <a:pt x="565880" y="134017"/>
                  </a:lnTo>
                  <a:lnTo>
                    <a:pt x="564547" y="133636"/>
                  </a:lnTo>
                  <a:lnTo>
                    <a:pt x="563690" y="133159"/>
                  </a:lnTo>
                  <a:lnTo>
                    <a:pt x="562642" y="132207"/>
                  </a:lnTo>
                  <a:lnTo>
                    <a:pt x="562166" y="131636"/>
                  </a:lnTo>
                  <a:lnTo>
                    <a:pt x="562166" y="131636"/>
                  </a:lnTo>
                  <a:lnTo>
                    <a:pt x="562070" y="131445"/>
                  </a:lnTo>
                  <a:lnTo>
                    <a:pt x="562261" y="130016"/>
                  </a:lnTo>
                  <a:lnTo>
                    <a:pt x="563404" y="126587"/>
                  </a:lnTo>
                  <a:lnTo>
                    <a:pt x="563118" y="125540"/>
                  </a:lnTo>
                  <a:lnTo>
                    <a:pt x="561975" y="125254"/>
                  </a:lnTo>
                  <a:lnTo>
                    <a:pt x="556927" y="127063"/>
                  </a:lnTo>
                  <a:lnTo>
                    <a:pt x="554736" y="127635"/>
                  </a:lnTo>
                  <a:lnTo>
                    <a:pt x="553688" y="127730"/>
                  </a:lnTo>
                  <a:lnTo>
                    <a:pt x="551688" y="127063"/>
                  </a:lnTo>
                  <a:lnTo>
                    <a:pt x="549688" y="126587"/>
                  </a:lnTo>
                  <a:lnTo>
                    <a:pt x="548831" y="129445"/>
                  </a:lnTo>
                  <a:lnTo>
                    <a:pt x="548735" y="130683"/>
                  </a:lnTo>
                  <a:lnTo>
                    <a:pt x="549116" y="132302"/>
                  </a:lnTo>
                  <a:lnTo>
                    <a:pt x="549116" y="132302"/>
                  </a:lnTo>
                  <a:lnTo>
                    <a:pt x="548164" y="137636"/>
                  </a:lnTo>
                  <a:lnTo>
                    <a:pt x="544735" y="143828"/>
                  </a:lnTo>
                  <a:lnTo>
                    <a:pt x="540353" y="148400"/>
                  </a:lnTo>
                  <a:lnTo>
                    <a:pt x="536829" y="148876"/>
                  </a:lnTo>
                  <a:lnTo>
                    <a:pt x="535115" y="147257"/>
                  </a:lnTo>
                  <a:lnTo>
                    <a:pt x="531400" y="144971"/>
                  </a:lnTo>
                  <a:lnTo>
                    <a:pt x="529781" y="143446"/>
                  </a:lnTo>
                  <a:lnTo>
                    <a:pt x="529114" y="142208"/>
                  </a:lnTo>
                  <a:lnTo>
                    <a:pt x="528352" y="140017"/>
                  </a:lnTo>
                  <a:lnTo>
                    <a:pt x="527780" y="138970"/>
                  </a:lnTo>
                  <a:lnTo>
                    <a:pt x="527495" y="139065"/>
                  </a:lnTo>
                  <a:lnTo>
                    <a:pt x="524732" y="136684"/>
                  </a:lnTo>
                  <a:lnTo>
                    <a:pt x="524637" y="136208"/>
                  </a:lnTo>
                  <a:lnTo>
                    <a:pt x="522542" y="136779"/>
                  </a:lnTo>
                  <a:lnTo>
                    <a:pt x="519017" y="139732"/>
                  </a:lnTo>
                  <a:lnTo>
                    <a:pt x="517017" y="139732"/>
                  </a:lnTo>
                  <a:lnTo>
                    <a:pt x="514921" y="138589"/>
                  </a:lnTo>
                  <a:lnTo>
                    <a:pt x="513017" y="137922"/>
                  </a:lnTo>
                  <a:lnTo>
                    <a:pt x="511492" y="138494"/>
                  </a:lnTo>
                  <a:lnTo>
                    <a:pt x="510731" y="141256"/>
                  </a:lnTo>
                  <a:lnTo>
                    <a:pt x="509873" y="143161"/>
                  </a:lnTo>
                  <a:lnTo>
                    <a:pt x="508159" y="144018"/>
                  </a:lnTo>
                  <a:lnTo>
                    <a:pt x="506254" y="143828"/>
                  </a:lnTo>
                  <a:lnTo>
                    <a:pt x="504730" y="142494"/>
                  </a:lnTo>
                  <a:lnTo>
                    <a:pt x="502825" y="141446"/>
                  </a:lnTo>
                  <a:lnTo>
                    <a:pt x="500348" y="142304"/>
                  </a:lnTo>
                  <a:lnTo>
                    <a:pt x="499110" y="143256"/>
                  </a:lnTo>
                  <a:lnTo>
                    <a:pt x="496253" y="145447"/>
                  </a:lnTo>
                  <a:lnTo>
                    <a:pt x="491966" y="147352"/>
                  </a:lnTo>
                  <a:lnTo>
                    <a:pt x="487966" y="146304"/>
                  </a:lnTo>
                  <a:lnTo>
                    <a:pt x="479679" y="141542"/>
                  </a:lnTo>
                  <a:lnTo>
                    <a:pt x="476155" y="140875"/>
                  </a:lnTo>
                  <a:lnTo>
                    <a:pt x="472345" y="141065"/>
                  </a:lnTo>
                  <a:lnTo>
                    <a:pt x="468535" y="142113"/>
                  </a:lnTo>
                  <a:lnTo>
                    <a:pt x="465392" y="144113"/>
                  </a:lnTo>
                  <a:lnTo>
                    <a:pt x="464058" y="145923"/>
                  </a:lnTo>
                  <a:lnTo>
                    <a:pt x="461867" y="150590"/>
                  </a:lnTo>
                  <a:lnTo>
                    <a:pt x="460439" y="151829"/>
                  </a:lnTo>
                  <a:lnTo>
                    <a:pt x="458915" y="151543"/>
                  </a:lnTo>
                  <a:lnTo>
                    <a:pt x="454057" y="149352"/>
                  </a:lnTo>
                  <a:lnTo>
                    <a:pt x="452533" y="148400"/>
                  </a:lnTo>
                  <a:lnTo>
                    <a:pt x="451485" y="146685"/>
                  </a:lnTo>
                  <a:lnTo>
                    <a:pt x="450723" y="144685"/>
                  </a:lnTo>
                  <a:lnTo>
                    <a:pt x="449485" y="143542"/>
                  </a:lnTo>
                  <a:lnTo>
                    <a:pt x="445961" y="144590"/>
                  </a:lnTo>
                  <a:lnTo>
                    <a:pt x="439865" y="145256"/>
                  </a:lnTo>
                  <a:lnTo>
                    <a:pt x="436531" y="143923"/>
                  </a:lnTo>
                  <a:lnTo>
                    <a:pt x="433864" y="140399"/>
                  </a:lnTo>
                  <a:lnTo>
                    <a:pt x="431959" y="136112"/>
                  </a:lnTo>
                  <a:lnTo>
                    <a:pt x="430816" y="132302"/>
                  </a:lnTo>
                  <a:lnTo>
                    <a:pt x="430816" y="132302"/>
                  </a:lnTo>
                  <a:lnTo>
                    <a:pt x="430816" y="132302"/>
                  </a:lnTo>
                  <a:lnTo>
                    <a:pt x="429482" y="125921"/>
                  </a:lnTo>
                  <a:lnTo>
                    <a:pt x="429387" y="123730"/>
                  </a:lnTo>
                  <a:lnTo>
                    <a:pt x="429006" y="121349"/>
                  </a:lnTo>
                  <a:lnTo>
                    <a:pt x="427673" y="121349"/>
                  </a:lnTo>
                  <a:lnTo>
                    <a:pt x="426053" y="122777"/>
                  </a:lnTo>
                  <a:lnTo>
                    <a:pt x="422529" y="126397"/>
                  </a:lnTo>
                  <a:lnTo>
                    <a:pt x="421100" y="127540"/>
                  </a:lnTo>
                  <a:lnTo>
                    <a:pt x="416814" y="129064"/>
                  </a:lnTo>
                  <a:lnTo>
                    <a:pt x="413575" y="130207"/>
                  </a:lnTo>
                  <a:lnTo>
                    <a:pt x="409956" y="132302"/>
                  </a:lnTo>
                  <a:lnTo>
                    <a:pt x="408718" y="135255"/>
                  </a:lnTo>
                  <a:lnTo>
                    <a:pt x="406527" y="137732"/>
                  </a:lnTo>
                  <a:lnTo>
                    <a:pt x="403670" y="139637"/>
                  </a:lnTo>
                  <a:lnTo>
                    <a:pt x="400812" y="140494"/>
                  </a:lnTo>
                  <a:lnTo>
                    <a:pt x="399669" y="140303"/>
                  </a:lnTo>
                  <a:lnTo>
                    <a:pt x="395669" y="138684"/>
                  </a:lnTo>
                  <a:lnTo>
                    <a:pt x="394049" y="138875"/>
                  </a:lnTo>
                  <a:lnTo>
                    <a:pt x="393192" y="140208"/>
                  </a:lnTo>
                  <a:lnTo>
                    <a:pt x="392430" y="141732"/>
                  </a:lnTo>
                  <a:lnTo>
                    <a:pt x="391192" y="142684"/>
                  </a:lnTo>
                  <a:lnTo>
                    <a:pt x="389096" y="142208"/>
                  </a:lnTo>
                  <a:lnTo>
                    <a:pt x="381000" y="137255"/>
                  </a:lnTo>
                  <a:lnTo>
                    <a:pt x="373285" y="133731"/>
                  </a:lnTo>
                  <a:lnTo>
                    <a:pt x="370904" y="132302"/>
                  </a:lnTo>
                  <a:lnTo>
                    <a:pt x="370904" y="132302"/>
                  </a:lnTo>
                  <a:lnTo>
                    <a:pt x="369380" y="130492"/>
                  </a:lnTo>
                  <a:lnTo>
                    <a:pt x="367760" y="129064"/>
                  </a:lnTo>
                  <a:lnTo>
                    <a:pt x="365950" y="128111"/>
                  </a:lnTo>
                  <a:lnTo>
                    <a:pt x="363760" y="127540"/>
                  </a:lnTo>
                  <a:lnTo>
                    <a:pt x="360236" y="126111"/>
                  </a:lnTo>
                  <a:lnTo>
                    <a:pt x="353187" y="122301"/>
                  </a:lnTo>
                  <a:lnTo>
                    <a:pt x="349663" y="120967"/>
                  </a:lnTo>
                  <a:lnTo>
                    <a:pt x="348710" y="120967"/>
                  </a:lnTo>
                  <a:lnTo>
                    <a:pt x="346139" y="121349"/>
                  </a:lnTo>
                  <a:lnTo>
                    <a:pt x="345377" y="121253"/>
                  </a:lnTo>
                  <a:lnTo>
                    <a:pt x="344519" y="120301"/>
                  </a:lnTo>
                  <a:lnTo>
                    <a:pt x="344519" y="118491"/>
                  </a:lnTo>
                  <a:lnTo>
                    <a:pt x="343662" y="117634"/>
                  </a:lnTo>
                  <a:lnTo>
                    <a:pt x="341662" y="117253"/>
                  </a:lnTo>
                  <a:lnTo>
                    <a:pt x="339281" y="117634"/>
                  </a:lnTo>
                  <a:lnTo>
                    <a:pt x="334899" y="119063"/>
                  </a:lnTo>
                  <a:lnTo>
                    <a:pt x="332327" y="120777"/>
                  </a:lnTo>
                  <a:lnTo>
                    <a:pt x="331470" y="120967"/>
                  </a:lnTo>
                  <a:lnTo>
                    <a:pt x="330232" y="120777"/>
                  </a:lnTo>
                  <a:lnTo>
                    <a:pt x="329565" y="120205"/>
                  </a:lnTo>
                  <a:lnTo>
                    <a:pt x="328994" y="119634"/>
                  </a:lnTo>
                  <a:lnTo>
                    <a:pt x="328232" y="119158"/>
                  </a:lnTo>
                  <a:lnTo>
                    <a:pt x="326517" y="118682"/>
                  </a:lnTo>
                  <a:lnTo>
                    <a:pt x="325755" y="118586"/>
                  </a:lnTo>
                  <a:lnTo>
                    <a:pt x="325565" y="118586"/>
                  </a:lnTo>
                  <a:lnTo>
                    <a:pt x="322993" y="118682"/>
                  </a:lnTo>
                  <a:lnTo>
                    <a:pt x="322231" y="118396"/>
                  </a:lnTo>
                  <a:lnTo>
                    <a:pt x="321659" y="117920"/>
                  </a:lnTo>
                  <a:lnTo>
                    <a:pt x="313658" y="112871"/>
                  </a:lnTo>
                  <a:lnTo>
                    <a:pt x="310229" y="111728"/>
                  </a:lnTo>
                  <a:lnTo>
                    <a:pt x="306038" y="113062"/>
                  </a:lnTo>
                  <a:lnTo>
                    <a:pt x="303371" y="113348"/>
                  </a:lnTo>
                  <a:lnTo>
                    <a:pt x="301371" y="114491"/>
                  </a:lnTo>
                  <a:lnTo>
                    <a:pt x="293465" y="121349"/>
                  </a:lnTo>
                  <a:lnTo>
                    <a:pt x="290989" y="122873"/>
                  </a:lnTo>
                  <a:lnTo>
                    <a:pt x="289084" y="123158"/>
                  </a:lnTo>
                  <a:lnTo>
                    <a:pt x="288322" y="122396"/>
                  </a:lnTo>
                  <a:lnTo>
                    <a:pt x="288131" y="121444"/>
                  </a:lnTo>
                  <a:lnTo>
                    <a:pt x="288036" y="120301"/>
                  </a:lnTo>
                  <a:lnTo>
                    <a:pt x="287846" y="119158"/>
                  </a:lnTo>
                  <a:lnTo>
                    <a:pt x="286893" y="118396"/>
                  </a:lnTo>
                  <a:lnTo>
                    <a:pt x="285845" y="118682"/>
                  </a:lnTo>
                  <a:lnTo>
                    <a:pt x="284607" y="119158"/>
                  </a:lnTo>
                  <a:lnTo>
                    <a:pt x="283655" y="118872"/>
                  </a:lnTo>
                  <a:lnTo>
                    <a:pt x="277368" y="113919"/>
                  </a:lnTo>
                  <a:lnTo>
                    <a:pt x="275749" y="111919"/>
                  </a:lnTo>
                  <a:lnTo>
                    <a:pt x="274511" y="107347"/>
                  </a:lnTo>
                  <a:lnTo>
                    <a:pt x="275368" y="97822"/>
                  </a:lnTo>
                  <a:lnTo>
                    <a:pt x="274511" y="93345"/>
                  </a:lnTo>
                  <a:lnTo>
                    <a:pt x="272891" y="91440"/>
                  </a:lnTo>
                  <a:lnTo>
                    <a:pt x="263842" y="86296"/>
                  </a:lnTo>
                  <a:lnTo>
                    <a:pt x="262604" y="85916"/>
                  </a:lnTo>
                  <a:lnTo>
                    <a:pt x="253460" y="89535"/>
                  </a:lnTo>
                  <a:lnTo>
                    <a:pt x="248412" y="92297"/>
                  </a:lnTo>
                  <a:lnTo>
                    <a:pt x="244221" y="94488"/>
                  </a:lnTo>
                  <a:lnTo>
                    <a:pt x="242125" y="95155"/>
                  </a:lnTo>
                  <a:lnTo>
                    <a:pt x="240030" y="94583"/>
                  </a:lnTo>
                  <a:lnTo>
                    <a:pt x="238030" y="94393"/>
                  </a:lnTo>
                  <a:lnTo>
                    <a:pt x="236125" y="96203"/>
                  </a:lnTo>
                  <a:lnTo>
                    <a:pt x="234506" y="98108"/>
                  </a:lnTo>
                  <a:lnTo>
                    <a:pt x="234220" y="98393"/>
                  </a:lnTo>
                  <a:lnTo>
                    <a:pt x="232410" y="99822"/>
                  </a:lnTo>
                  <a:lnTo>
                    <a:pt x="228410" y="101060"/>
                  </a:lnTo>
                  <a:lnTo>
                    <a:pt x="226695" y="101060"/>
                  </a:lnTo>
                  <a:lnTo>
                    <a:pt x="216027" y="98298"/>
                  </a:lnTo>
                  <a:lnTo>
                    <a:pt x="212598" y="94679"/>
                  </a:lnTo>
                  <a:lnTo>
                    <a:pt x="212598" y="90297"/>
                  </a:lnTo>
                  <a:lnTo>
                    <a:pt x="212217" y="86296"/>
                  </a:lnTo>
                  <a:lnTo>
                    <a:pt x="207645" y="84487"/>
                  </a:lnTo>
                  <a:lnTo>
                    <a:pt x="205073" y="84773"/>
                  </a:lnTo>
                  <a:lnTo>
                    <a:pt x="198596" y="87249"/>
                  </a:lnTo>
                  <a:lnTo>
                    <a:pt x="195644" y="87058"/>
                  </a:lnTo>
                  <a:lnTo>
                    <a:pt x="195453" y="85249"/>
                  </a:lnTo>
                  <a:lnTo>
                    <a:pt x="195548" y="83344"/>
                  </a:lnTo>
                  <a:lnTo>
                    <a:pt x="193643" y="82296"/>
                  </a:lnTo>
                  <a:lnTo>
                    <a:pt x="192119" y="82105"/>
                  </a:lnTo>
                  <a:lnTo>
                    <a:pt x="190691" y="81725"/>
                  </a:lnTo>
                  <a:lnTo>
                    <a:pt x="188024" y="80296"/>
                  </a:lnTo>
                  <a:lnTo>
                    <a:pt x="187071" y="78010"/>
                  </a:lnTo>
                  <a:lnTo>
                    <a:pt x="186404" y="75248"/>
                  </a:lnTo>
                  <a:lnTo>
                    <a:pt x="184785" y="72771"/>
                  </a:lnTo>
                  <a:lnTo>
                    <a:pt x="182118" y="71342"/>
                  </a:lnTo>
                  <a:lnTo>
                    <a:pt x="176403" y="69342"/>
                  </a:lnTo>
                  <a:lnTo>
                    <a:pt x="173736" y="67723"/>
                  </a:lnTo>
                  <a:lnTo>
                    <a:pt x="173641" y="67723"/>
                  </a:lnTo>
                  <a:lnTo>
                    <a:pt x="172498" y="65723"/>
                  </a:lnTo>
                  <a:lnTo>
                    <a:pt x="170688" y="65246"/>
                  </a:lnTo>
                  <a:lnTo>
                    <a:pt x="168783" y="66008"/>
                  </a:lnTo>
                  <a:lnTo>
                    <a:pt x="167164" y="67151"/>
                  </a:lnTo>
                  <a:lnTo>
                    <a:pt x="165925" y="67151"/>
                  </a:lnTo>
                  <a:lnTo>
                    <a:pt x="152019" y="63437"/>
                  </a:lnTo>
                  <a:lnTo>
                    <a:pt x="150495" y="62294"/>
                  </a:lnTo>
                  <a:lnTo>
                    <a:pt x="149828" y="59531"/>
                  </a:lnTo>
                  <a:lnTo>
                    <a:pt x="150876" y="56579"/>
                  </a:lnTo>
                  <a:lnTo>
                    <a:pt x="152495" y="53626"/>
                  </a:lnTo>
                  <a:lnTo>
                    <a:pt x="153638" y="50863"/>
                  </a:lnTo>
                  <a:lnTo>
                    <a:pt x="154305" y="45625"/>
                  </a:lnTo>
                  <a:lnTo>
                    <a:pt x="154019" y="40672"/>
                  </a:lnTo>
                  <a:lnTo>
                    <a:pt x="152971" y="35909"/>
                  </a:lnTo>
                  <a:lnTo>
                    <a:pt x="151067" y="31147"/>
                  </a:lnTo>
                  <a:lnTo>
                    <a:pt x="148114" y="26765"/>
                  </a:lnTo>
                  <a:lnTo>
                    <a:pt x="144685" y="24384"/>
                  </a:lnTo>
                  <a:lnTo>
                    <a:pt x="111538" y="18288"/>
                  </a:lnTo>
                  <a:lnTo>
                    <a:pt x="109061" y="16669"/>
                  </a:lnTo>
                  <a:lnTo>
                    <a:pt x="106871" y="13525"/>
                  </a:lnTo>
                  <a:lnTo>
                    <a:pt x="105728" y="11144"/>
                  </a:lnTo>
                  <a:lnTo>
                    <a:pt x="104204" y="9906"/>
                  </a:lnTo>
                  <a:lnTo>
                    <a:pt x="100679" y="10478"/>
                  </a:lnTo>
                  <a:lnTo>
                    <a:pt x="99632" y="10192"/>
                  </a:lnTo>
                  <a:lnTo>
                    <a:pt x="98393" y="6953"/>
                  </a:lnTo>
                  <a:lnTo>
                    <a:pt x="97250" y="5810"/>
                  </a:lnTo>
                  <a:lnTo>
                    <a:pt x="94488" y="4667"/>
                  </a:lnTo>
                  <a:lnTo>
                    <a:pt x="93250" y="3905"/>
                  </a:lnTo>
                  <a:lnTo>
                    <a:pt x="92202" y="2858"/>
                  </a:lnTo>
                  <a:lnTo>
                    <a:pt x="91631" y="476"/>
                  </a:lnTo>
                  <a:lnTo>
                    <a:pt x="89630" y="0"/>
                  </a:lnTo>
                  <a:lnTo>
                    <a:pt x="87344" y="953"/>
                  </a:lnTo>
                  <a:lnTo>
                    <a:pt x="81439" y="8192"/>
                  </a:lnTo>
                  <a:lnTo>
                    <a:pt x="79058" y="9906"/>
                  </a:lnTo>
                  <a:lnTo>
                    <a:pt x="75343" y="10001"/>
                  </a:lnTo>
                  <a:lnTo>
                    <a:pt x="70771" y="9144"/>
                  </a:lnTo>
                  <a:lnTo>
                    <a:pt x="69247" y="8668"/>
                  </a:lnTo>
                  <a:lnTo>
                    <a:pt x="69152" y="8763"/>
                  </a:lnTo>
                  <a:lnTo>
                    <a:pt x="66580" y="9525"/>
                  </a:lnTo>
                  <a:lnTo>
                    <a:pt x="61246" y="9811"/>
                  </a:lnTo>
                  <a:lnTo>
                    <a:pt x="58960" y="10763"/>
                  </a:lnTo>
                  <a:lnTo>
                    <a:pt x="60008" y="12859"/>
                  </a:lnTo>
                  <a:lnTo>
                    <a:pt x="63246" y="16574"/>
                  </a:lnTo>
                  <a:lnTo>
                    <a:pt x="63532" y="17812"/>
                  </a:lnTo>
                  <a:lnTo>
                    <a:pt x="64008" y="19050"/>
                  </a:lnTo>
                  <a:lnTo>
                    <a:pt x="64008" y="20193"/>
                  </a:lnTo>
                  <a:lnTo>
                    <a:pt x="62865" y="20574"/>
                  </a:lnTo>
                  <a:lnTo>
                    <a:pt x="62198" y="21050"/>
                  </a:lnTo>
                  <a:lnTo>
                    <a:pt x="61341" y="22288"/>
                  </a:lnTo>
                  <a:lnTo>
                    <a:pt x="61246" y="22193"/>
                  </a:lnTo>
                  <a:lnTo>
                    <a:pt x="61246" y="22193"/>
                  </a:lnTo>
                  <a:lnTo>
                    <a:pt x="60960" y="23241"/>
                  </a:lnTo>
                  <a:lnTo>
                    <a:pt x="60674" y="23908"/>
                  </a:lnTo>
                  <a:lnTo>
                    <a:pt x="60579" y="24384"/>
                  </a:lnTo>
                  <a:lnTo>
                    <a:pt x="60770" y="24670"/>
                  </a:lnTo>
                  <a:lnTo>
                    <a:pt x="64675" y="24289"/>
                  </a:lnTo>
                  <a:lnTo>
                    <a:pt x="65437" y="24479"/>
                  </a:lnTo>
                  <a:lnTo>
                    <a:pt x="65818" y="25051"/>
                  </a:lnTo>
                  <a:lnTo>
                    <a:pt x="65723" y="26384"/>
                  </a:lnTo>
                  <a:lnTo>
                    <a:pt x="64770" y="29908"/>
                  </a:lnTo>
                  <a:lnTo>
                    <a:pt x="64961" y="30766"/>
                  </a:lnTo>
                  <a:lnTo>
                    <a:pt x="65532" y="31623"/>
                  </a:lnTo>
                  <a:lnTo>
                    <a:pt x="67056" y="33147"/>
                  </a:lnTo>
                  <a:lnTo>
                    <a:pt x="68104" y="33814"/>
                  </a:lnTo>
                  <a:lnTo>
                    <a:pt x="69342" y="34862"/>
                  </a:lnTo>
                  <a:lnTo>
                    <a:pt x="70009" y="35624"/>
                  </a:lnTo>
                  <a:lnTo>
                    <a:pt x="71533" y="38195"/>
                  </a:lnTo>
                  <a:lnTo>
                    <a:pt x="71533" y="40386"/>
                  </a:lnTo>
                  <a:lnTo>
                    <a:pt x="71152" y="42482"/>
                  </a:lnTo>
                  <a:lnTo>
                    <a:pt x="71057" y="45720"/>
                  </a:lnTo>
                  <a:lnTo>
                    <a:pt x="71342" y="47149"/>
                  </a:lnTo>
                  <a:lnTo>
                    <a:pt x="72200" y="48387"/>
                  </a:lnTo>
                  <a:lnTo>
                    <a:pt x="74867" y="50483"/>
                  </a:lnTo>
                  <a:lnTo>
                    <a:pt x="75819" y="51530"/>
                  </a:lnTo>
                  <a:lnTo>
                    <a:pt x="77248" y="55245"/>
                  </a:lnTo>
                  <a:lnTo>
                    <a:pt x="77915" y="56388"/>
                  </a:lnTo>
                  <a:lnTo>
                    <a:pt x="80010" y="58103"/>
                  </a:lnTo>
                  <a:lnTo>
                    <a:pt x="80867" y="59341"/>
                  </a:lnTo>
                  <a:lnTo>
                    <a:pt x="81344" y="61341"/>
                  </a:lnTo>
                  <a:lnTo>
                    <a:pt x="81439" y="63151"/>
                  </a:lnTo>
                  <a:lnTo>
                    <a:pt x="81248" y="66770"/>
                  </a:lnTo>
                  <a:lnTo>
                    <a:pt x="81248" y="67151"/>
                  </a:lnTo>
                  <a:lnTo>
                    <a:pt x="85058" y="74962"/>
                  </a:lnTo>
                  <a:lnTo>
                    <a:pt x="86296" y="76962"/>
                  </a:lnTo>
                  <a:lnTo>
                    <a:pt x="88106" y="78010"/>
                  </a:lnTo>
                  <a:lnTo>
                    <a:pt x="89535" y="78581"/>
                  </a:lnTo>
                  <a:lnTo>
                    <a:pt x="90869" y="79343"/>
                  </a:lnTo>
                  <a:lnTo>
                    <a:pt x="92297" y="80867"/>
                  </a:lnTo>
                  <a:lnTo>
                    <a:pt x="95345" y="83058"/>
                  </a:lnTo>
                  <a:lnTo>
                    <a:pt x="96488" y="83058"/>
                  </a:lnTo>
                  <a:lnTo>
                    <a:pt x="97155" y="82487"/>
                  </a:lnTo>
                  <a:lnTo>
                    <a:pt x="98012" y="81820"/>
                  </a:lnTo>
                  <a:lnTo>
                    <a:pt x="98774" y="81248"/>
                  </a:lnTo>
                  <a:lnTo>
                    <a:pt x="99822" y="80772"/>
                  </a:lnTo>
                  <a:lnTo>
                    <a:pt x="100965" y="80582"/>
                  </a:lnTo>
                  <a:lnTo>
                    <a:pt x="102108" y="80582"/>
                  </a:lnTo>
                  <a:lnTo>
                    <a:pt x="103156" y="80677"/>
                  </a:lnTo>
                  <a:lnTo>
                    <a:pt x="104204" y="81058"/>
                  </a:lnTo>
                  <a:lnTo>
                    <a:pt x="105156" y="81915"/>
                  </a:lnTo>
                  <a:lnTo>
                    <a:pt x="105918" y="83344"/>
                  </a:lnTo>
                  <a:lnTo>
                    <a:pt x="106585" y="86011"/>
                  </a:lnTo>
                  <a:lnTo>
                    <a:pt x="106680" y="88202"/>
                  </a:lnTo>
                  <a:lnTo>
                    <a:pt x="106680" y="90107"/>
                  </a:lnTo>
                  <a:lnTo>
                    <a:pt x="105823" y="96488"/>
                  </a:lnTo>
                  <a:lnTo>
                    <a:pt x="106013" y="97631"/>
                  </a:lnTo>
                  <a:lnTo>
                    <a:pt x="106585" y="98488"/>
                  </a:lnTo>
                  <a:lnTo>
                    <a:pt x="107728" y="98870"/>
                  </a:lnTo>
                  <a:lnTo>
                    <a:pt x="109823" y="98679"/>
                  </a:lnTo>
                  <a:lnTo>
                    <a:pt x="110871" y="98679"/>
                  </a:lnTo>
                  <a:lnTo>
                    <a:pt x="112014" y="99155"/>
                  </a:lnTo>
                  <a:lnTo>
                    <a:pt x="113443" y="100108"/>
                  </a:lnTo>
                  <a:lnTo>
                    <a:pt x="122111" y="108775"/>
                  </a:lnTo>
                  <a:lnTo>
                    <a:pt x="122968" y="109823"/>
                  </a:lnTo>
                  <a:lnTo>
                    <a:pt x="123444" y="110776"/>
                  </a:lnTo>
                  <a:lnTo>
                    <a:pt x="123635" y="111728"/>
                  </a:lnTo>
                  <a:lnTo>
                    <a:pt x="123539" y="112395"/>
                  </a:lnTo>
                  <a:lnTo>
                    <a:pt x="122301" y="113348"/>
                  </a:lnTo>
                  <a:lnTo>
                    <a:pt x="104585" y="113538"/>
                  </a:lnTo>
                  <a:lnTo>
                    <a:pt x="100298" y="112776"/>
                  </a:lnTo>
                  <a:lnTo>
                    <a:pt x="97155" y="111824"/>
                  </a:lnTo>
                  <a:lnTo>
                    <a:pt x="96012" y="111824"/>
                  </a:lnTo>
                  <a:lnTo>
                    <a:pt x="94012" y="112300"/>
                  </a:lnTo>
                  <a:lnTo>
                    <a:pt x="90392" y="112204"/>
                  </a:lnTo>
                  <a:lnTo>
                    <a:pt x="89630" y="112395"/>
                  </a:lnTo>
                  <a:lnTo>
                    <a:pt x="88773" y="112967"/>
                  </a:lnTo>
                  <a:lnTo>
                    <a:pt x="88106" y="113919"/>
                  </a:lnTo>
                  <a:lnTo>
                    <a:pt x="87440" y="115633"/>
                  </a:lnTo>
                  <a:lnTo>
                    <a:pt x="86392" y="119825"/>
                  </a:lnTo>
                  <a:lnTo>
                    <a:pt x="85820" y="121158"/>
                  </a:lnTo>
                  <a:lnTo>
                    <a:pt x="85058" y="122396"/>
                  </a:lnTo>
                  <a:lnTo>
                    <a:pt x="84392" y="123349"/>
                  </a:lnTo>
                  <a:lnTo>
                    <a:pt x="83344" y="124016"/>
                  </a:lnTo>
                  <a:lnTo>
                    <a:pt x="82201" y="124492"/>
                  </a:lnTo>
                  <a:lnTo>
                    <a:pt x="77533" y="125540"/>
                  </a:lnTo>
                  <a:lnTo>
                    <a:pt x="77057" y="125730"/>
                  </a:lnTo>
                  <a:lnTo>
                    <a:pt x="76676" y="126016"/>
                  </a:lnTo>
                  <a:lnTo>
                    <a:pt x="76200" y="126683"/>
                  </a:lnTo>
                  <a:lnTo>
                    <a:pt x="74867" y="128969"/>
                  </a:lnTo>
                  <a:lnTo>
                    <a:pt x="74390" y="129350"/>
                  </a:lnTo>
                  <a:lnTo>
                    <a:pt x="73914" y="129635"/>
                  </a:lnTo>
                  <a:lnTo>
                    <a:pt x="73438" y="129445"/>
                  </a:lnTo>
                  <a:lnTo>
                    <a:pt x="73057" y="128969"/>
                  </a:lnTo>
                  <a:lnTo>
                    <a:pt x="72866" y="128111"/>
                  </a:lnTo>
                  <a:lnTo>
                    <a:pt x="72676" y="127159"/>
                  </a:lnTo>
                  <a:lnTo>
                    <a:pt x="72485" y="126302"/>
                  </a:lnTo>
                  <a:lnTo>
                    <a:pt x="72104" y="125730"/>
                  </a:lnTo>
                  <a:lnTo>
                    <a:pt x="71723" y="125254"/>
                  </a:lnTo>
                  <a:lnTo>
                    <a:pt x="71152" y="125063"/>
                  </a:lnTo>
                  <a:lnTo>
                    <a:pt x="70390" y="125158"/>
                  </a:lnTo>
                  <a:lnTo>
                    <a:pt x="69628" y="125730"/>
                  </a:lnTo>
                  <a:lnTo>
                    <a:pt x="69152" y="126492"/>
                  </a:lnTo>
                  <a:lnTo>
                    <a:pt x="68961" y="127445"/>
                  </a:lnTo>
                  <a:lnTo>
                    <a:pt x="68866" y="131540"/>
                  </a:lnTo>
                  <a:lnTo>
                    <a:pt x="68866" y="131636"/>
                  </a:lnTo>
                  <a:lnTo>
                    <a:pt x="68771" y="133636"/>
                  </a:lnTo>
                  <a:lnTo>
                    <a:pt x="68961" y="134969"/>
                  </a:lnTo>
                  <a:lnTo>
                    <a:pt x="69628" y="136208"/>
                  </a:lnTo>
                  <a:lnTo>
                    <a:pt x="71438" y="137255"/>
                  </a:lnTo>
                  <a:lnTo>
                    <a:pt x="72962" y="137636"/>
                  </a:lnTo>
                  <a:lnTo>
                    <a:pt x="74581" y="137732"/>
                  </a:lnTo>
                  <a:lnTo>
                    <a:pt x="75914" y="137541"/>
                  </a:lnTo>
                  <a:lnTo>
                    <a:pt x="77057" y="137160"/>
                  </a:lnTo>
                  <a:lnTo>
                    <a:pt x="77915" y="136684"/>
                  </a:lnTo>
                  <a:lnTo>
                    <a:pt x="78391" y="136303"/>
                  </a:lnTo>
                  <a:lnTo>
                    <a:pt x="78867" y="135731"/>
                  </a:lnTo>
                  <a:lnTo>
                    <a:pt x="79343" y="135255"/>
                  </a:lnTo>
                  <a:lnTo>
                    <a:pt x="80010" y="135065"/>
                  </a:lnTo>
                  <a:lnTo>
                    <a:pt x="81153" y="135636"/>
                  </a:lnTo>
                  <a:lnTo>
                    <a:pt x="82772" y="136874"/>
                  </a:lnTo>
                  <a:lnTo>
                    <a:pt x="85916" y="139827"/>
                  </a:lnTo>
                  <a:lnTo>
                    <a:pt x="88106" y="141161"/>
                  </a:lnTo>
                  <a:lnTo>
                    <a:pt x="90107" y="142113"/>
                  </a:lnTo>
                  <a:lnTo>
                    <a:pt x="98679" y="144018"/>
                  </a:lnTo>
                  <a:lnTo>
                    <a:pt x="99346" y="144399"/>
                  </a:lnTo>
                  <a:lnTo>
                    <a:pt x="99632" y="145256"/>
                  </a:lnTo>
                  <a:lnTo>
                    <a:pt x="99632" y="146780"/>
                  </a:lnTo>
                  <a:lnTo>
                    <a:pt x="98774" y="148685"/>
                  </a:lnTo>
                  <a:lnTo>
                    <a:pt x="96965" y="151543"/>
                  </a:lnTo>
                  <a:lnTo>
                    <a:pt x="96774" y="152495"/>
                  </a:lnTo>
                  <a:lnTo>
                    <a:pt x="96965" y="153734"/>
                  </a:lnTo>
                  <a:lnTo>
                    <a:pt x="97917" y="155734"/>
                  </a:lnTo>
                  <a:lnTo>
                    <a:pt x="99727" y="158305"/>
                  </a:lnTo>
                  <a:lnTo>
                    <a:pt x="99727" y="158972"/>
                  </a:lnTo>
                  <a:lnTo>
                    <a:pt x="99536" y="159353"/>
                  </a:lnTo>
                  <a:lnTo>
                    <a:pt x="97441" y="160687"/>
                  </a:lnTo>
                  <a:lnTo>
                    <a:pt x="94964" y="160401"/>
                  </a:lnTo>
                  <a:lnTo>
                    <a:pt x="94012" y="160115"/>
                  </a:lnTo>
                  <a:lnTo>
                    <a:pt x="92869" y="159925"/>
                  </a:lnTo>
                  <a:lnTo>
                    <a:pt x="92012" y="159925"/>
                  </a:lnTo>
                  <a:lnTo>
                    <a:pt x="91250" y="160211"/>
                  </a:lnTo>
                  <a:lnTo>
                    <a:pt x="90583" y="160687"/>
                  </a:lnTo>
                  <a:lnTo>
                    <a:pt x="89249" y="161925"/>
                  </a:lnTo>
                  <a:lnTo>
                    <a:pt x="88487" y="162306"/>
                  </a:lnTo>
                  <a:lnTo>
                    <a:pt x="87440" y="162687"/>
                  </a:lnTo>
                  <a:lnTo>
                    <a:pt x="80772" y="163259"/>
                  </a:lnTo>
                  <a:lnTo>
                    <a:pt x="79058" y="163735"/>
                  </a:lnTo>
                  <a:lnTo>
                    <a:pt x="78296" y="164116"/>
                  </a:lnTo>
                  <a:lnTo>
                    <a:pt x="77915" y="164402"/>
                  </a:lnTo>
                  <a:lnTo>
                    <a:pt x="77343" y="164973"/>
                  </a:lnTo>
                  <a:lnTo>
                    <a:pt x="76771" y="165830"/>
                  </a:lnTo>
                  <a:lnTo>
                    <a:pt x="76391" y="166783"/>
                  </a:lnTo>
                  <a:lnTo>
                    <a:pt x="76391" y="168021"/>
                  </a:lnTo>
                  <a:lnTo>
                    <a:pt x="76771" y="169164"/>
                  </a:lnTo>
                  <a:lnTo>
                    <a:pt x="77915" y="170307"/>
                  </a:lnTo>
                  <a:lnTo>
                    <a:pt x="80677" y="172403"/>
                  </a:lnTo>
                  <a:lnTo>
                    <a:pt x="82582" y="175165"/>
                  </a:lnTo>
                  <a:lnTo>
                    <a:pt x="85630" y="182690"/>
                  </a:lnTo>
                  <a:lnTo>
                    <a:pt x="86678" y="183071"/>
                  </a:lnTo>
                  <a:lnTo>
                    <a:pt x="88297" y="184213"/>
                  </a:lnTo>
                  <a:lnTo>
                    <a:pt x="89249" y="184309"/>
                  </a:lnTo>
                  <a:lnTo>
                    <a:pt x="90583" y="184785"/>
                  </a:lnTo>
                  <a:lnTo>
                    <a:pt x="93059" y="186500"/>
                  </a:lnTo>
                  <a:lnTo>
                    <a:pt x="94393" y="186880"/>
                  </a:lnTo>
                  <a:lnTo>
                    <a:pt x="95536" y="187547"/>
                  </a:lnTo>
                  <a:lnTo>
                    <a:pt x="96679" y="188881"/>
                  </a:lnTo>
                  <a:lnTo>
                    <a:pt x="97631" y="190500"/>
                  </a:lnTo>
                  <a:lnTo>
                    <a:pt x="98393" y="193072"/>
                  </a:lnTo>
                  <a:lnTo>
                    <a:pt x="99536" y="193358"/>
                  </a:lnTo>
                  <a:lnTo>
                    <a:pt x="100775" y="193453"/>
                  </a:lnTo>
                  <a:lnTo>
                    <a:pt x="101917" y="194024"/>
                  </a:lnTo>
                  <a:lnTo>
                    <a:pt x="102489" y="195072"/>
                  </a:lnTo>
                  <a:lnTo>
                    <a:pt x="103537" y="199263"/>
                  </a:lnTo>
                  <a:lnTo>
                    <a:pt x="104204" y="200692"/>
                  </a:lnTo>
                  <a:lnTo>
                    <a:pt x="104775" y="201549"/>
                  </a:lnTo>
                  <a:lnTo>
                    <a:pt x="106204" y="203168"/>
                  </a:lnTo>
                  <a:lnTo>
                    <a:pt x="108299" y="204788"/>
                  </a:lnTo>
                  <a:lnTo>
                    <a:pt x="110490" y="205359"/>
                  </a:lnTo>
                  <a:lnTo>
                    <a:pt x="112586" y="205169"/>
                  </a:lnTo>
                  <a:lnTo>
                    <a:pt x="116586" y="203835"/>
                  </a:lnTo>
                  <a:lnTo>
                    <a:pt x="117920" y="203645"/>
                  </a:lnTo>
                  <a:lnTo>
                    <a:pt x="121349" y="203645"/>
                  </a:lnTo>
                  <a:lnTo>
                    <a:pt x="122396" y="204311"/>
                  </a:lnTo>
                  <a:lnTo>
                    <a:pt x="123920" y="205740"/>
                  </a:lnTo>
                  <a:lnTo>
                    <a:pt x="125158" y="207645"/>
                  </a:lnTo>
                  <a:lnTo>
                    <a:pt x="125730" y="209359"/>
                  </a:lnTo>
                  <a:lnTo>
                    <a:pt x="126587" y="210121"/>
                  </a:lnTo>
                  <a:lnTo>
                    <a:pt x="130778" y="212693"/>
                  </a:lnTo>
                  <a:lnTo>
                    <a:pt x="132398" y="213170"/>
                  </a:lnTo>
                  <a:lnTo>
                    <a:pt x="136112" y="212979"/>
                  </a:lnTo>
                  <a:lnTo>
                    <a:pt x="138113" y="213074"/>
                  </a:lnTo>
                  <a:lnTo>
                    <a:pt x="139446" y="213646"/>
                  </a:lnTo>
                  <a:lnTo>
                    <a:pt x="148019" y="221647"/>
                  </a:lnTo>
                  <a:lnTo>
                    <a:pt x="148590" y="222695"/>
                  </a:lnTo>
                  <a:lnTo>
                    <a:pt x="148781" y="223361"/>
                  </a:lnTo>
                  <a:lnTo>
                    <a:pt x="148590" y="224980"/>
                  </a:lnTo>
                  <a:lnTo>
                    <a:pt x="147257" y="226600"/>
                  </a:lnTo>
                  <a:lnTo>
                    <a:pt x="147447" y="228409"/>
                  </a:lnTo>
                  <a:lnTo>
                    <a:pt x="146495" y="229553"/>
                  </a:lnTo>
                  <a:lnTo>
                    <a:pt x="145733" y="229934"/>
                  </a:lnTo>
                  <a:lnTo>
                    <a:pt x="140684" y="233744"/>
                  </a:lnTo>
                  <a:lnTo>
                    <a:pt x="139922" y="234029"/>
                  </a:lnTo>
                  <a:lnTo>
                    <a:pt x="138589" y="234410"/>
                  </a:lnTo>
                  <a:lnTo>
                    <a:pt x="135731" y="234601"/>
                  </a:lnTo>
                  <a:lnTo>
                    <a:pt x="134303" y="234315"/>
                  </a:lnTo>
                  <a:lnTo>
                    <a:pt x="133445" y="234029"/>
                  </a:lnTo>
                  <a:lnTo>
                    <a:pt x="131636" y="232886"/>
                  </a:lnTo>
                  <a:lnTo>
                    <a:pt x="128683" y="232029"/>
                  </a:lnTo>
                  <a:lnTo>
                    <a:pt x="126492" y="230505"/>
                  </a:lnTo>
                  <a:lnTo>
                    <a:pt x="122873" y="226790"/>
                  </a:lnTo>
                  <a:lnTo>
                    <a:pt x="121158" y="226124"/>
                  </a:lnTo>
                  <a:lnTo>
                    <a:pt x="119253" y="226695"/>
                  </a:lnTo>
                  <a:lnTo>
                    <a:pt x="117348" y="227743"/>
                  </a:lnTo>
                  <a:lnTo>
                    <a:pt x="115729" y="228219"/>
                  </a:lnTo>
                  <a:lnTo>
                    <a:pt x="114491" y="229076"/>
                  </a:lnTo>
                  <a:lnTo>
                    <a:pt x="114205" y="231934"/>
                  </a:lnTo>
                  <a:lnTo>
                    <a:pt x="115633" y="235458"/>
                  </a:lnTo>
                  <a:lnTo>
                    <a:pt x="115824" y="236220"/>
                  </a:lnTo>
                  <a:lnTo>
                    <a:pt x="115919" y="236982"/>
                  </a:lnTo>
                  <a:lnTo>
                    <a:pt x="116015" y="237744"/>
                  </a:lnTo>
                  <a:lnTo>
                    <a:pt x="116015" y="238506"/>
                  </a:lnTo>
                  <a:lnTo>
                    <a:pt x="115824" y="239173"/>
                  </a:lnTo>
                  <a:lnTo>
                    <a:pt x="115538" y="239744"/>
                  </a:lnTo>
                  <a:lnTo>
                    <a:pt x="114871" y="240316"/>
                  </a:lnTo>
                  <a:lnTo>
                    <a:pt x="113824" y="240887"/>
                  </a:lnTo>
                  <a:lnTo>
                    <a:pt x="111633" y="241649"/>
                  </a:lnTo>
                  <a:lnTo>
                    <a:pt x="110014" y="241935"/>
                  </a:lnTo>
                  <a:lnTo>
                    <a:pt x="108014" y="241935"/>
                  </a:lnTo>
                  <a:lnTo>
                    <a:pt x="107061" y="241649"/>
                  </a:lnTo>
                  <a:lnTo>
                    <a:pt x="106299" y="241363"/>
                  </a:lnTo>
                  <a:lnTo>
                    <a:pt x="105728" y="241078"/>
                  </a:lnTo>
                  <a:lnTo>
                    <a:pt x="104680" y="240411"/>
                  </a:lnTo>
                  <a:lnTo>
                    <a:pt x="104204" y="239935"/>
                  </a:lnTo>
                  <a:lnTo>
                    <a:pt x="103823" y="239459"/>
                  </a:lnTo>
                  <a:lnTo>
                    <a:pt x="103442" y="238792"/>
                  </a:lnTo>
                  <a:lnTo>
                    <a:pt x="103156" y="238125"/>
                  </a:lnTo>
                  <a:lnTo>
                    <a:pt x="102965" y="237363"/>
                  </a:lnTo>
                  <a:lnTo>
                    <a:pt x="102775" y="236601"/>
                  </a:lnTo>
                  <a:lnTo>
                    <a:pt x="102679" y="235839"/>
                  </a:lnTo>
                  <a:lnTo>
                    <a:pt x="102775" y="235172"/>
                  </a:lnTo>
                  <a:lnTo>
                    <a:pt x="102870" y="234505"/>
                  </a:lnTo>
                  <a:lnTo>
                    <a:pt x="102965" y="233363"/>
                  </a:lnTo>
                  <a:lnTo>
                    <a:pt x="102965" y="231648"/>
                  </a:lnTo>
                  <a:lnTo>
                    <a:pt x="102679" y="230886"/>
                  </a:lnTo>
                  <a:lnTo>
                    <a:pt x="98870" y="228600"/>
                  </a:lnTo>
                  <a:lnTo>
                    <a:pt x="94679" y="229838"/>
                  </a:lnTo>
                  <a:lnTo>
                    <a:pt x="84868" y="237839"/>
                  </a:lnTo>
                  <a:lnTo>
                    <a:pt x="78581" y="246221"/>
                  </a:lnTo>
                  <a:lnTo>
                    <a:pt x="76010" y="248603"/>
                  </a:lnTo>
                  <a:lnTo>
                    <a:pt x="68675" y="253746"/>
                  </a:lnTo>
                  <a:lnTo>
                    <a:pt x="67532" y="255175"/>
                  </a:lnTo>
                  <a:lnTo>
                    <a:pt x="67056" y="256223"/>
                  </a:lnTo>
                  <a:lnTo>
                    <a:pt x="65056" y="257842"/>
                  </a:lnTo>
                  <a:lnTo>
                    <a:pt x="61436" y="259747"/>
                  </a:lnTo>
                  <a:lnTo>
                    <a:pt x="57150" y="261271"/>
                  </a:lnTo>
                  <a:lnTo>
                    <a:pt x="56388" y="261842"/>
                  </a:lnTo>
                  <a:lnTo>
                    <a:pt x="55721" y="263080"/>
                  </a:lnTo>
                  <a:lnTo>
                    <a:pt x="55245" y="264605"/>
                  </a:lnTo>
                  <a:lnTo>
                    <a:pt x="52197" y="267081"/>
                  </a:lnTo>
                  <a:lnTo>
                    <a:pt x="40100" y="274320"/>
                  </a:lnTo>
                  <a:lnTo>
                    <a:pt x="24194" y="283559"/>
                  </a:lnTo>
                  <a:lnTo>
                    <a:pt x="22289" y="284702"/>
                  </a:lnTo>
                  <a:lnTo>
                    <a:pt x="18574" y="287560"/>
                  </a:lnTo>
                  <a:lnTo>
                    <a:pt x="16954" y="288512"/>
                  </a:lnTo>
                  <a:lnTo>
                    <a:pt x="10763" y="291370"/>
                  </a:lnTo>
                  <a:lnTo>
                    <a:pt x="7049" y="293751"/>
                  </a:lnTo>
                  <a:lnTo>
                    <a:pt x="5715" y="294894"/>
                  </a:lnTo>
                  <a:lnTo>
                    <a:pt x="4000" y="296704"/>
                  </a:lnTo>
                  <a:lnTo>
                    <a:pt x="2667" y="298418"/>
                  </a:lnTo>
                  <a:lnTo>
                    <a:pt x="2191" y="299371"/>
                  </a:lnTo>
                  <a:lnTo>
                    <a:pt x="1715" y="300419"/>
                  </a:lnTo>
                  <a:lnTo>
                    <a:pt x="1333" y="301847"/>
                  </a:lnTo>
                  <a:lnTo>
                    <a:pt x="857" y="305276"/>
                  </a:lnTo>
                  <a:lnTo>
                    <a:pt x="286" y="312420"/>
                  </a:lnTo>
                  <a:lnTo>
                    <a:pt x="0" y="313754"/>
                  </a:lnTo>
                  <a:lnTo>
                    <a:pt x="95" y="315182"/>
                  </a:lnTo>
                  <a:lnTo>
                    <a:pt x="476" y="316325"/>
                  </a:lnTo>
                  <a:lnTo>
                    <a:pt x="1715" y="318897"/>
                  </a:lnTo>
                  <a:lnTo>
                    <a:pt x="4286" y="322707"/>
                  </a:lnTo>
                  <a:lnTo>
                    <a:pt x="4763" y="323659"/>
                  </a:lnTo>
                  <a:lnTo>
                    <a:pt x="4763" y="324041"/>
                  </a:lnTo>
                  <a:lnTo>
                    <a:pt x="5048" y="327755"/>
                  </a:lnTo>
                  <a:lnTo>
                    <a:pt x="4953" y="332518"/>
                  </a:lnTo>
                  <a:lnTo>
                    <a:pt x="4667" y="334613"/>
                  </a:lnTo>
                  <a:lnTo>
                    <a:pt x="4191" y="336137"/>
                  </a:lnTo>
                  <a:lnTo>
                    <a:pt x="3810" y="336899"/>
                  </a:lnTo>
                  <a:lnTo>
                    <a:pt x="3429" y="338042"/>
                  </a:lnTo>
                  <a:lnTo>
                    <a:pt x="3715" y="339662"/>
                  </a:lnTo>
                  <a:lnTo>
                    <a:pt x="4286" y="341186"/>
                  </a:lnTo>
                  <a:lnTo>
                    <a:pt x="6858" y="343662"/>
                  </a:lnTo>
                  <a:lnTo>
                    <a:pt x="8001" y="344043"/>
                  </a:lnTo>
                  <a:lnTo>
                    <a:pt x="8763" y="344519"/>
                  </a:lnTo>
                  <a:lnTo>
                    <a:pt x="9430" y="345186"/>
                  </a:lnTo>
                  <a:lnTo>
                    <a:pt x="11716" y="348901"/>
                  </a:lnTo>
                  <a:lnTo>
                    <a:pt x="12668" y="350234"/>
                  </a:lnTo>
                  <a:lnTo>
                    <a:pt x="14097" y="351377"/>
                  </a:lnTo>
                  <a:lnTo>
                    <a:pt x="15621" y="352330"/>
                  </a:lnTo>
                  <a:lnTo>
                    <a:pt x="17240" y="352996"/>
                  </a:lnTo>
                  <a:lnTo>
                    <a:pt x="21527" y="354044"/>
                  </a:lnTo>
                  <a:lnTo>
                    <a:pt x="22479" y="354902"/>
                  </a:lnTo>
                  <a:lnTo>
                    <a:pt x="23146" y="356045"/>
                  </a:lnTo>
                  <a:lnTo>
                    <a:pt x="23908" y="358616"/>
                  </a:lnTo>
                  <a:lnTo>
                    <a:pt x="24098" y="360236"/>
                  </a:lnTo>
                  <a:lnTo>
                    <a:pt x="24003" y="361474"/>
                  </a:lnTo>
                  <a:lnTo>
                    <a:pt x="21908" y="365093"/>
                  </a:lnTo>
                  <a:lnTo>
                    <a:pt x="21717" y="366046"/>
                  </a:lnTo>
                  <a:lnTo>
                    <a:pt x="21908" y="366998"/>
                  </a:lnTo>
                  <a:lnTo>
                    <a:pt x="23146" y="369761"/>
                  </a:lnTo>
                  <a:lnTo>
                    <a:pt x="23432" y="370999"/>
                  </a:lnTo>
                  <a:lnTo>
                    <a:pt x="23050" y="372618"/>
                  </a:lnTo>
                  <a:lnTo>
                    <a:pt x="22765" y="375571"/>
                  </a:lnTo>
                  <a:lnTo>
                    <a:pt x="23336" y="379857"/>
                  </a:lnTo>
                  <a:lnTo>
                    <a:pt x="23146" y="383572"/>
                  </a:lnTo>
                  <a:lnTo>
                    <a:pt x="24956" y="383381"/>
                  </a:lnTo>
                  <a:lnTo>
                    <a:pt x="36290" y="385096"/>
                  </a:lnTo>
                  <a:lnTo>
                    <a:pt x="43053" y="386525"/>
                  </a:lnTo>
                  <a:lnTo>
                    <a:pt x="49340" y="386239"/>
                  </a:lnTo>
                  <a:lnTo>
                    <a:pt x="51340" y="385572"/>
                  </a:lnTo>
                  <a:lnTo>
                    <a:pt x="53721" y="382619"/>
                  </a:lnTo>
                  <a:lnTo>
                    <a:pt x="56102" y="381953"/>
                  </a:lnTo>
                  <a:lnTo>
                    <a:pt x="57341" y="382048"/>
                  </a:lnTo>
                  <a:lnTo>
                    <a:pt x="59722" y="382715"/>
                  </a:lnTo>
                  <a:lnTo>
                    <a:pt x="60770" y="382905"/>
                  </a:lnTo>
                  <a:lnTo>
                    <a:pt x="62103" y="382715"/>
                  </a:lnTo>
                  <a:lnTo>
                    <a:pt x="64294" y="382048"/>
                  </a:lnTo>
                  <a:lnTo>
                    <a:pt x="68771" y="381762"/>
                  </a:lnTo>
                  <a:lnTo>
                    <a:pt x="71057" y="381191"/>
                  </a:lnTo>
                  <a:lnTo>
                    <a:pt x="72866" y="379857"/>
                  </a:lnTo>
                  <a:lnTo>
                    <a:pt x="74200" y="377666"/>
                  </a:lnTo>
                  <a:lnTo>
                    <a:pt x="75724" y="376904"/>
                  </a:lnTo>
                  <a:lnTo>
                    <a:pt x="76867" y="376142"/>
                  </a:lnTo>
                  <a:lnTo>
                    <a:pt x="77248" y="375761"/>
                  </a:lnTo>
                  <a:lnTo>
                    <a:pt x="77629" y="375190"/>
                  </a:lnTo>
                  <a:lnTo>
                    <a:pt x="77915" y="374713"/>
                  </a:lnTo>
                  <a:lnTo>
                    <a:pt x="79534" y="370523"/>
                  </a:lnTo>
                  <a:lnTo>
                    <a:pt x="79915" y="369951"/>
                  </a:lnTo>
                  <a:lnTo>
                    <a:pt x="80677" y="369665"/>
                  </a:lnTo>
                  <a:lnTo>
                    <a:pt x="81534" y="370237"/>
                  </a:lnTo>
                  <a:lnTo>
                    <a:pt x="83249" y="371570"/>
                  </a:lnTo>
                  <a:lnTo>
                    <a:pt x="86868" y="379476"/>
                  </a:lnTo>
                  <a:lnTo>
                    <a:pt x="89154" y="386810"/>
                  </a:lnTo>
                  <a:lnTo>
                    <a:pt x="90488" y="389287"/>
                  </a:lnTo>
                  <a:lnTo>
                    <a:pt x="91916" y="390620"/>
                  </a:lnTo>
                  <a:lnTo>
                    <a:pt x="93154" y="391192"/>
                  </a:lnTo>
                  <a:lnTo>
                    <a:pt x="94202" y="391001"/>
                  </a:lnTo>
                  <a:lnTo>
                    <a:pt x="94964" y="390239"/>
                  </a:lnTo>
                  <a:lnTo>
                    <a:pt x="95345" y="389287"/>
                  </a:lnTo>
                  <a:lnTo>
                    <a:pt x="95441" y="388144"/>
                  </a:lnTo>
                  <a:lnTo>
                    <a:pt x="95536" y="387096"/>
                  </a:lnTo>
                  <a:lnTo>
                    <a:pt x="95726" y="386334"/>
                  </a:lnTo>
                  <a:lnTo>
                    <a:pt x="96203" y="385953"/>
                  </a:lnTo>
                  <a:lnTo>
                    <a:pt x="97155" y="386048"/>
                  </a:lnTo>
                  <a:lnTo>
                    <a:pt x="97631" y="386620"/>
                  </a:lnTo>
                  <a:lnTo>
                    <a:pt x="97822" y="387572"/>
                  </a:lnTo>
                  <a:lnTo>
                    <a:pt x="97822" y="388811"/>
                  </a:lnTo>
                  <a:lnTo>
                    <a:pt x="98203" y="389954"/>
                  </a:lnTo>
                  <a:lnTo>
                    <a:pt x="99155" y="390430"/>
                  </a:lnTo>
                  <a:lnTo>
                    <a:pt x="100108" y="390334"/>
                  </a:lnTo>
                  <a:lnTo>
                    <a:pt x="100775" y="389573"/>
                  </a:lnTo>
                  <a:lnTo>
                    <a:pt x="100965" y="388525"/>
                  </a:lnTo>
                  <a:lnTo>
                    <a:pt x="100775" y="386048"/>
                  </a:lnTo>
                  <a:lnTo>
                    <a:pt x="100870" y="385000"/>
                  </a:lnTo>
                  <a:lnTo>
                    <a:pt x="101537" y="384620"/>
                  </a:lnTo>
                  <a:lnTo>
                    <a:pt x="102584" y="384429"/>
                  </a:lnTo>
                  <a:lnTo>
                    <a:pt x="104108" y="384715"/>
                  </a:lnTo>
                  <a:lnTo>
                    <a:pt x="105156" y="384524"/>
                  </a:lnTo>
                  <a:lnTo>
                    <a:pt x="105823" y="384143"/>
                  </a:lnTo>
                  <a:lnTo>
                    <a:pt x="106585" y="383953"/>
                  </a:lnTo>
                  <a:lnTo>
                    <a:pt x="107537" y="384238"/>
                  </a:lnTo>
                  <a:lnTo>
                    <a:pt x="108395" y="384905"/>
                  </a:lnTo>
                  <a:lnTo>
                    <a:pt x="109157" y="385096"/>
                  </a:lnTo>
                  <a:lnTo>
                    <a:pt x="109919" y="384715"/>
                  </a:lnTo>
                  <a:lnTo>
                    <a:pt x="111157" y="383286"/>
                  </a:lnTo>
                  <a:lnTo>
                    <a:pt x="112014" y="383000"/>
                  </a:lnTo>
                  <a:lnTo>
                    <a:pt x="113348" y="383381"/>
                  </a:lnTo>
                  <a:lnTo>
                    <a:pt x="114395" y="384429"/>
                  </a:lnTo>
                  <a:lnTo>
                    <a:pt x="115633" y="386905"/>
                  </a:lnTo>
                  <a:lnTo>
                    <a:pt x="115633" y="391096"/>
                  </a:lnTo>
                  <a:lnTo>
                    <a:pt x="114871" y="391954"/>
                  </a:lnTo>
                  <a:lnTo>
                    <a:pt x="114110" y="393478"/>
                  </a:lnTo>
                  <a:lnTo>
                    <a:pt x="114395" y="394525"/>
                  </a:lnTo>
                  <a:lnTo>
                    <a:pt x="117253" y="397383"/>
                  </a:lnTo>
                  <a:lnTo>
                    <a:pt x="118872" y="399859"/>
                  </a:lnTo>
                  <a:lnTo>
                    <a:pt x="120396" y="401479"/>
                  </a:lnTo>
                  <a:lnTo>
                    <a:pt x="122111" y="402812"/>
                  </a:lnTo>
                  <a:lnTo>
                    <a:pt x="125444" y="404527"/>
                  </a:lnTo>
                  <a:lnTo>
                    <a:pt x="128302" y="406813"/>
                  </a:lnTo>
                  <a:lnTo>
                    <a:pt x="129064" y="407861"/>
                  </a:lnTo>
                  <a:lnTo>
                    <a:pt x="129731" y="409099"/>
                  </a:lnTo>
                  <a:lnTo>
                    <a:pt x="130588" y="410051"/>
                  </a:lnTo>
                  <a:lnTo>
                    <a:pt x="132588" y="411766"/>
                  </a:lnTo>
                  <a:lnTo>
                    <a:pt x="134017" y="412337"/>
                  </a:lnTo>
                  <a:lnTo>
                    <a:pt x="135446" y="412433"/>
                  </a:lnTo>
                  <a:lnTo>
                    <a:pt x="136684" y="412242"/>
                  </a:lnTo>
                  <a:lnTo>
                    <a:pt x="138017" y="411671"/>
                  </a:lnTo>
                  <a:lnTo>
                    <a:pt x="140399" y="409384"/>
                  </a:lnTo>
                  <a:lnTo>
                    <a:pt x="140779" y="408527"/>
                  </a:lnTo>
                  <a:lnTo>
                    <a:pt x="140970" y="407384"/>
                  </a:lnTo>
                  <a:lnTo>
                    <a:pt x="141542" y="406051"/>
                  </a:lnTo>
                  <a:lnTo>
                    <a:pt x="144304" y="403574"/>
                  </a:lnTo>
                  <a:lnTo>
                    <a:pt x="144971" y="402241"/>
                  </a:lnTo>
                  <a:lnTo>
                    <a:pt x="145542" y="401003"/>
                  </a:lnTo>
                  <a:lnTo>
                    <a:pt x="146018" y="400717"/>
                  </a:lnTo>
                  <a:lnTo>
                    <a:pt x="146685" y="401098"/>
                  </a:lnTo>
                  <a:lnTo>
                    <a:pt x="147638" y="401765"/>
                  </a:lnTo>
                  <a:lnTo>
                    <a:pt x="148781" y="402431"/>
                  </a:lnTo>
                  <a:lnTo>
                    <a:pt x="150114" y="402527"/>
                  </a:lnTo>
                  <a:lnTo>
                    <a:pt x="152591" y="403098"/>
                  </a:lnTo>
                  <a:lnTo>
                    <a:pt x="154019" y="403193"/>
                  </a:lnTo>
                  <a:lnTo>
                    <a:pt x="154877" y="402241"/>
                  </a:lnTo>
                  <a:lnTo>
                    <a:pt x="156020" y="398526"/>
                  </a:lnTo>
                  <a:lnTo>
                    <a:pt x="157544" y="396145"/>
                  </a:lnTo>
                  <a:lnTo>
                    <a:pt x="159449" y="394525"/>
                  </a:lnTo>
                  <a:lnTo>
                    <a:pt x="164402" y="391763"/>
                  </a:lnTo>
                  <a:lnTo>
                    <a:pt x="166021" y="390525"/>
                  </a:lnTo>
                  <a:lnTo>
                    <a:pt x="167831" y="389573"/>
                  </a:lnTo>
                  <a:lnTo>
                    <a:pt x="168974" y="388620"/>
                  </a:lnTo>
                  <a:lnTo>
                    <a:pt x="170307" y="387763"/>
                  </a:lnTo>
                  <a:lnTo>
                    <a:pt x="171926" y="387953"/>
                  </a:lnTo>
                  <a:lnTo>
                    <a:pt x="173355" y="389192"/>
                  </a:lnTo>
                  <a:lnTo>
                    <a:pt x="174498" y="395192"/>
                  </a:lnTo>
                  <a:lnTo>
                    <a:pt x="175546" y="395764"/>
                  </a:lnTo>
                  <a:lnTo>
                    <a:pt x="177260" y="395383"/>
                  </a:lnTo>
                  <a:lnTo>
                    <a:pt x="178308" y="394907"/>
                  </a:lnTo>
                  <a:lnTo>
                    <a:pt x="179261" y="395383"/>
                  </a:lnTo>
                  <a:lnTo>
                    <a:pt x="179546" y="396621"/>
                  </a:lnTo>
                  <a:lnTo>
                    <a:pt x="180689" y="403479"/>
                  </a:lnTo>
                  <a:lnTo>
                    <a:pt x="181451" y="404813"/>
                  </a:lnTo>
                  <a:lnTo>
                    <a:pt x="182975" y="405860"/>
                  </a:lnTo>
                  <a:lnTo>
                    <a:pt x="189071" y="406527"/>
                  </a:lnTo>
                  <a:lnTo>
                    <a:pt x="191453" y="405955"/>
                  </a:lnTo>
                  <a:lnTo>
                    <a:pt x="193358" y="404908"/>
                  </a:lnTo>
                  <a:lnTo>
                    <a:pt x="195263" y="403574"/>
                  </a:lnTo>
                  <a:lnTo>
                    <a:pt x="202787" y="400812"/>
                  </a:lnTo>
                  <a:lnTo>
                    <a:pt x="203549" y="401193"/>
                  </a:lnTo>
                  <a:lnTo>
                    <a:pt x="203740" y="402146"/>
                  </a:lnTo>
                  <a:lnTo>
                    <a:pt x="203073" y="405194"/>
                  </a:lnTo>
                  <a:lnTo>
                    <a:pt x="203073" y="406527"/>
                  </a:lnTo>
                  <a:lnTo>
                    <a:pt x="203740" y="407384"/>
                  </a:lnTo>
                  <a:lnTo>
                    <a:pt x="204788" y="407099"/>
                  </a:lnTo>
                  <a:lnTo>
                    <a:pt x="209169" y="402717"/>
                  </a:lnTo>
                  <a:lnTo>
                    <a:pt x="210788" y="401479"/>
                  </a:lnTo>
                  <a:lnTo>
                    <a:pt x="211741" y="400526"/>
                  </a:lnTo>
                  <a:lnTo>
                    <a:pt x="212027" y="399574"/>
                  </a:lnTo>
                  <a:lnTo>
                    <a:pt x="211741" y="398431"/>
                  </a:lnTo>
                  <a:lnTo>
                    <a:pt x="212027" y="397288"/>
                  </a:lnTo>
                  <a:lnTo>
                    <a:pt x="213265" y="396050"/>
                  </a:lnTo>
                  <a:lnTo>
                    <a:pt x="223647" y="392144"/>
                  </a:lnTo>
                  <a:lnTo>
                    <a:pt x="224790" y="391478"/>
                  </a:lnTo>
                  <a:lnTo>
                    <a:pt x="225362" y="390716"/>
                  </a:lnTo>
                  <a:lnTo>
                    <a:pt x="225552" y="389763"/>
                  </a:lnTo>
                  <a:lnTo>
                    <a:pt x="225933" y="388906"/>
                  </a:lnTo>
                  <a:lnTo>
                    <a:pt x="227552" y="388430"/>
                  </a:lnTo>
                  <a:lnTo>
                    <a:pt x="236696" y="387382"/>
                  </a:lnTo>
                  <a:lnTo>
                    <a:pt x="238696" y="386144"/>
                  </a:lnTo>
                  <a:lnTo>
                    <a:pt x="244126" y="386620"/>
                  </a:lnTo>
                  <a:lnTo>
                    <a:pt x="246888" y="386525"/>
                  </a:lnTo>
                  <a:lnTo>
                    <a:pt x="249174" y="386144"/>
                  </a:lnTo>
                  <a:lnTo>
                    <a:pt x="250698" y="386334"/>
                  </a:lnTo>
                  <a:lnTo>
                    <a:pt x="251841" y="386905"/>
                  </a:lnTo>
                  <a:lnTo>
                    <a:pt x="253175" y="387382"/>
                  </a:lnTo>
                  <a:lnTo>
                    <a:pt x="254222" y="387096"/>
                  </a:lnTo>
                  <a:lnTo>
                    <a:pt x="257746" y="383762"/>
                  </a:lnTo>
                  <a:lnTo>
                    <a:pt x="258128" y="383096"/>
                  </a:lnTo>
                  <a:lnTo>
                    <a:pt x="259271" y="382048"/>
                  </a:lnTo>
                  <a:lnTo>
                    <a:pt x="259747" y="381571"/>
                  </a:lnTo>
                  <a:lnTo>
                    <a:pt x="260223" y="379952"/>
                  </a:lnTo>
                  <a:lnTo>
                    <a:pt x="261271" y="380048"/>
                  </a:lnTo>
                  <a:lnTo>
                    <a:pt x="262985" y="380524"/>
                  </a:lnTo>
                  <a:lnTo>
                    <a:pt x="264986" y="381000"/>
                  </a:lnTo>
                  <a:lnTo>
                    <a:pt x="267748" y="381000"/>
                  </a:lnTo>
                  <a:lnTo>
                    <a:pt x="269272" y="380048"/>
                  </a:lnTo>
                  <a:lnTo>
                    <a:pt x="269939" y="378619"/>
                  </a:lnTo>
                  <a:lnTo>
                    <a:pt x="269939" y="373952"/>
                  </a:lnTo>
                  <a:lnTo>
                    <a:pt x="269653" y="372428"/>
                  </a:lnTo>
                  <a:lnTo>
                    <a:pt x="269367" y="371284"/>
                  </a:lnTo>
                  <a:lnTo>
                    <a:pt x="268700" y="370142"/>
                  </a:lnTo>
                  <a:lnTo>
                    <a:pt x="268224" y="369189"/>
                  </a:lnTo>
                  <a:lnTo>
                    <a:pt x="268224" y="368522"/>
                  </a:lnTo>
                  <a:lnTo>
                    <a:pt x="269081" y="368046"/>
                  </a:lnTo>
                  <a:lnTo>
                    <a:pt x="272034" y="367189"/>
                  </a:lnTo>
                  <a:lnTo>
                    <a:pt x="272987" y="365950"/>
                  </a:lnTo>
                  <a:lnTo>
                    <a:pt x="273558" y="364236"/>
                  </a:lnTo>
                  <a:lnTo>
                    <a:pt x="273939" y="360521"/>
                  </a:lnTo>
                  <a:lnTo>
                    <a:pt x="274415" y="358807"/>
                  </a:lnTo>
                  <a:lnTo>
                    <a:pt x="275273" y="356997"/>
                  </a:lnTo>
                  <a:lnTo>
                    <a:pt x="276416" y="355092"/>
                  </a:lnTo>
                  <a:lnTo>
                    <a:pt x="277940" y="353473"/>
                  </a:lnTo>
                  <a:lnTo>
                    <a:pt x="279559" y="353092"/>
                  </a:lnTo>
                  <a:lnTo>
                    <a:pt x="289370" y="352901"/>
                  </a:lnTo>
                  <a:lnTo>
                    <a:pt x="291465" y="353759"/>
                  </a:lnTo>
                  <a:lnTo>
                    <a:pt x="293370" y="355378"/>
                  </a:lnTo>
                  <a:lnTo>
                    <a:pt x="298704" y="362141"/>
                  </a:lnTo>
                  <a:lnTo>
                    <a:pt x="304229" y="361569"/>
                  </a:lnTo>
                  <a:lnTo>
                    <a:pt x="309086" y="358235"/>
                  </a:lnTo>
                  <a:lnTo>
                    <a:pt x="310991" y="356521"/>
                  </a:lnTo>
                  <a:lnTo>
                    <a:pt x="313468" y="355568"/>
                  </a:lnTo>
                  <a:lnTo>
                    <a:pt x="314325" y="356902"/>
                  </a:lnTo>
                  <a:lnTo>
                    <a:pt x="313944" y="357950"/>
                  </a:lnTo>
                  <a:lnTo>
                    <a:pt x="313277" y="359092"/>
                  </a:lnTo>
                  <a:lnTo>
                    <a:pt x="312706" y="360331"/>
                  </a:lnTo>
                  <a:lnTo>
                    <a:pt x="313182" y="360902"/>
                  </a:lnTo>
                  <a:lnTo>
                    <a:pt x="314516" y="361093"/>
                  </a:lnTo>
                  <a:lnTo>
                    <a:pt x="316325" y="361093"/>
                  </a:lnTo>
                  <a:lnTo>
                    <a:pt x="318325" y="361759"/>
                  </a:lnTo>
                  <a:lnTo>
                    <a:pt x="320135" y="363188"/>
                  </a:lnTo>
                  <a:lnTo>
                    <a:pt x="321278" y="365570"/>
                  </a:lnTo>
                  <a:lnTo>
                    <a:pt x="322421" y="374999"/>
                  </a:lnTo>
                  <a:lnTo>
                    <a:pt x="323374" y="377095"/>
                  </a:lnTo>
                  <a:lnTo>
                    <a:pt x="324612" y="378524"/>
                  </a:lnTo>
                  <a:lnTo>
                    <a:pt x="326708" y="380238"/>
                  </a:lnTo>
                  <a:lnTo>
                    <a:pt x="328994" y="380714"/>
                  </a:lnTo>
                  <a:lnTo>
                    <a:pt x="330994" y="380619"/>
                  </a:lnTo>
                  <a:lnTo>
                    <a:pt x="333566" y="379000"/>
                  </a:lnTo>
                  <a:lnTo>
                    <a:pt x="334709" y="378714"/>
                  </a:lnTo>
                  <a:lnTo>
                    <a:pt x="339185" y="380524"/>
                  </a:lnTo>
                  <a:lnTo>
                    <a:pt x="342424" y="380809"/>
                  </a:lnTo>
                  <a:lnTo>
                    <a:pt x="343091" y="381953"/>
                  </a:lnTo>
                  <a:lnTo>
                    <a:pt x="343567" y="383191"/>
                  </a:lnTo>
                  <a:lnTo>
                    <a:pt x="344043" y="387287"/>
                  </a:lnTo>
                  <a:lnTo>
                    <a:pt x="343853" y="388430"/>
                  </a:lnTo>
                  <a:lnTo>
                    <a:pt x="343281" y="389668"/>
                  </a:lnTo>
                  <a:lnTo>
                    <a:pt x="340328" y="393097"/>
                  </a:lnTo>
                  <a:lnTo>
                    <a:pt x="340138" y="394145"/>
                  </a:lnTo>
                  <a:lnTo>
                    <a:pt x="340805" y="395573"/>
                  </a:lnTo>
                  <a:lnTo>
                    <a:pt x="349853" y="400621"/>
                  </a:lnTo>
                  <a:lnTo>
                    <a:pt x="356902" y="406051"/>
                  </a:lnTo>
                  <a:lnTo>
                    <a:pt x="359474" y="407575"/>
                  </a:lnTo>
                  <a:lnTo>
                    <a:pt x="360807" y="407194"/>
                  </a:lnTo>
                  <a:lnTo>
                    <a:pt x="361569" y="406051"/>
                  </a:lnTo>
                  <a:lnTo>
                    <a:pt x="362141" y="404622"/>
                  </a:lnTo>
                  <a:lnTo>
                    <a:pt x="362331" y="403384"/>
                  </a:lnTo>
                  <a:lnTo>
                    <a:pt x="362045" y="402050"/>
                  </a:lnTo>
                  <a:lnTo>
                    <a:pt x="362236" y="401003"/>
                  </a:lnTo>
                  <a:lnTo>
                    <a:pt x="362807" y="400050"/>
                  </a:lnTo>
                  <a:lnTo>
                    <a:pt x="363665" y="399574"/>
                  </a:lnTo>
                  <a:lnTo>
                    <a:pt x="364998" y="398717"/>
                  </a:lnTo>
                  <a:lnTo>
                    <a:pt x="364903" y="394240"/>
                  </a:lnTo>
                  <a:lnTo>
                    <a:pt x="365950" y="389858"/>
                  </a:lnTo>
                  <a:lnTo>
                    <a:pt x="366998" y="388525"/>
                  </a:lnTo>
                  <a:lnTo>
                    <a:pt x="370713" y="385382"/>
                  </a:lnTo>
                  <a:lnTo>
                    <a:pt x="376428" y="379571"/>
                  </a:lnTo>
                  <a:lnTo>
                    <a:pt x="379000" y="379571"/>
                  </a:lnTo>
                  <a:lnTo>
                    <a:pt x="381476" y="380619"/>
                  </a:lnTo>
                  <a:lnTo>
                    <a:pt x="383762" y="381953"/>
                  </a:lnTo>
                  <a:lnTo>
                    <a:pt x="385763" y="381953"/>
                  </a:lnTo>
                  <a:lnTo>
                    <a:pt x="388430" y="381286"/>
                  </a:lnTo>
                  <a:lnTo>
                    <a:pt x="389954" y="381286"/>
                  </a:lnTo>
                  <a:lnTo>
                    <a:pt x="392906" y="379667"/>
                  </a:lnTo>
                  <a:lnTo>
                    <a:pt x="394049" y="377095"/>
                  </a:lnTo>
                  <a:lnTo>
                    <a:pt x="394811" y="376333"/>
                  </a:lnTo>
                  <a:lnTo>
                    <a:pt x="396050" y="376142"/>
                  </a:lnTo>
                  <a:lnTo>
                    <a:pt x="397478" y="376619"/>
                  </a:lnTo>
                  <a:lnTo>
                    <a:pt x="399002" y="377476"/>
                  </a:lnTo>
                  <a:lnTo>
                    <a:pt x="402717" y="380429"/>
                  </a:lnTo>
                  <a:lnTo>
                    <a:pt x="411575" y="383286"/>
                  </a:lnTo>
                  <a:lnTo>
                    <a:pt x="411766" y="382619"/>
                  </a:lnTo>
                  <a:lnTo>
                    <a:pt x="411575" y="380143"/>
                  </a:lnTo>
                  <a:lnTo>
                    <a:pt x="411671" y="379095"/>
                  </a:lnTo>
                  <a:lnTo>
                    <a:pt x="412718" y="377666"/>
                  </a:lnTo>
                  <a:lnTo>
                    <a:pt x="414528" y="374999"/>
                  </a:lnTo>
                  <a:lnTo>
                    <a:pt x="414814" y="372999"/>
                  </a:lnTo>
                  <a:lnTo>
                    <a:pt x="415671" y="372904"/>
                  </a:lnTo>
                  <a:lnTo>
                    <a:pt x="419767" y="373952"/>
                  </a:lnTo>
                  <a:lnTo>
                    <a:pt x="425767" y="376428"/>
                  </a:lnTo>
                  <a:lnTo>
                    <a:pt x="427673" y="376714"/>
                  </a:lnTo>
                  <a:lnTo>
                    <a:pt x="429101" y="376142"/>
                  </a:lnTo>
                  <a:lnTo>
                    <a:pt x="430054" y="374999"/>
                  </a:lnTo>
                  <a:lnTo>
                    <a:pt x="430244" y="372332"/>
                  </a:lnTo>
                  <a:lnTo>
                    <a:pt x="430721" y="370618"/>
                  </a:lnTo>
                  <a:lnTo>
                    <a:pt x="432245" y="366046"/>
                  </a:lnTo>
                  <a:lnTo>
                    <a:pt x="431959" y="362045"/>
                  </a:lnTo>
                  <a:lnTo>
                    <a:pt x="433197" y="356235"/>
                  </a:lnTo>
                  <a:lnTo>
                    <a:pt x="433007" y="354235"/>
                  </a:lnTo>
                  <a:lnTo>
                    <a:pt x="432435" y="352996"/>
                  </a:lnTo>
                  <a:lnTo>
                    <a:pt x="432149" y="351949"/>
                  </a:lnTo>
                  <a:lnTo>
                    <a:pt x="432435" y="351473"/>
                  </a:lnTo>
                  <a:lnTo>
                    <a:pt x="433197" y="350711"/>
                  </a:lnTo>
                  <a:lnTo>
                    <a:pt x="434150" y="349472"/>
                  </a:lnTo>
                  <a:lnTo>
                    <a:pt x="436055" y="345758"/>
                  </a:lnTo>
                  <a:lnTo>
                    <a:pt x="437198" y="344234"/>
                  </a:lnTo>
                  <a:lnTo>
                    <a:pt x="437960" y="342709"/>
                  </a:lnTo>
                  <a:lnTo>
                    <a:pt x="438341" y="341186"/>
                  </a:lnTo>
                  <a:lnTo>
                    <a:pt x="437769" y="327470"/>
                  </a:lnTo>
                  <a:lnTo>
                    <a:pt x="438245" y="325565"/>
                  </a:lnTo>
                  <a:lnTo>
                    <a:pt x="439007" y="323564"/>
                  </a:lnTo>
                  <a:lnTo>
                    <a:pt x="441674" y="319754"/>
                  </a:lnTo>
                  <a:lnTo>
                    <a:pt x="444341" y="316992"/>
                  </a:lnTo>
                  <a:lnTo>
                    <a:pt x="445675" y="315944"/>
                  </a:lnTo>
                  <a:lnTo>
                    <a:pt x="449294" y="314611"/>
                  </a:lnTo>
                  <a:lnTo>
                    <a:pt x="450818" y="314706"/>
                  </a:lnTo>
                  <a:lnTo>
                    <a:pt x="453581" y="315754"/>
                  </a:lnTo>
                  <a:lnTo>
                    <a:pt x="454438" y="315659"/>
                  </a:lnTo>
                  <a:lnTo>
                    <a:pt x="454914" y="314611"/>
                  </a:lnTo>
                  <a:lnTo>
                    <a:pt x="456629" y="307181"/>
                  </a:lnTo>
                  <a:lnTo>
                    <a:pt x="456914" y="304705"/>
                  </a:lnTo>
                  <a:lnTo>
                    <a:pt x="457962" y="301562"/>
                  </a:lnTo>
                  <a:lnTo>
                    <a:pt x="459105" y="300419"/>
                  </a:lnTo>
                  <a:lnTo>
                    <a:pt x="460629" y="299942"/>
                  </a:lnTo>
                  <a:lnTo>
                    <a:pt x="463201" y="299847"/>
                  </a:lnTo>
                  <a:lnTo>
                    <a:pt x="463677" y="299561"/>
                  </a:lnTo>
                  <a:lnTo>
                    <a:pt x="464439" y="299085"/>
                  </a:lnTo>
                  <a:lnTo>
                    <a:pt x="465296" y="298704"/>
                  </a:lnTo>
                  <a:lnTo>
                    <a:pt x="466249" y="298799"/>
                  </a:lnTo>
                  <a:lnTo>
                    <a:pt x="467678" y="299561"/>
                  </a:lnTo>
                  <a:lnTo>
                    <a:pt x="469487" y="300323"/>
                  </a:lnTo>
                  <a:lnTo>
                    <a:pt x="471202" y="300704"/>
                  </a:lnTo>
                  <a:lnTo>
                    <a:pt x="473107" y="299752"/>
                  </a:lnTo>
                  <a:lnTo>
                    <a:pt x="473869" y="298037"/>
                  </a:lnTo>
                  <a:lnTo>
                    <a:pt x="474536" y="294608"/>
                  </a:lnTo>
                  <a:lnTo>
                    <a:pt x="475202" y="293751"/>
                  </a:lnTo>
                  <a:lnTo>
                    <a:pt x="476726" y="292799"/>
                  </a:lnTo>
                  <a:lnTo>
                    <a:pt x="476821" y="291751"/>
                  </a:lnTo>
                  <a:lnTo>
                    <a:pt x="477298" y="289941"/>
                  </a:lnTo>
                  <a:lnTo>
                    <a:pt x="478536" y="287560"/>
                  </a:lnTo>
                  <a:lnTo>
                    <a:pt x="483013" y="283655"/>
                  </a:lnTo>
                  <a:lnTo>
                    <a:pt x="484632" y="282512"/>
                  </a:lnTo>
                  <a:lnTo>
                    <a:pt x="486061" y="282988"/>
                  </a:lnTo>
                  <a:lnTo>
                    <a:pt x="486537" y="283464"/>
                  </a:lnTo>
                  <a:lnTo>
                    <a:pt x="487680" y="283655"/>
                  </a:lnTo>
                  <a:lnTo>
                    <a:pt x="488633" y="284036"/>
                  </a:lnTo>
                  <a:lnTo>
                    <a:pt x="490061" y="285083"/>
                  </a:lnTo>
                  <a:lnTo>
                    <a:pt x="491300" y="286893"/>
                  </a:lnTo>
                  <a:lnTo>
                    <a:pt x="492157" y="288512"/>
                  </a:lnTo>
                  <a:lnTo>
                    <a:pt x="493300" y="289846"/>
                  </a:lnTo>
                  <a:lnTo>
                    <a:pt x="500348" y="291275"/>
                  </a:lnTo>
                  <a:lnTo>
                    <a:pt x="502825" y="292513"/>
                  </a:lnTo>
                  <a:lnTo>
                    <a:pt x="508064" y="291751"/>
                  </a:lnTo>
                  <a:lnTo>
                    <a:pt x="510731" y="292132"/>
                  </a:lnTo>
                  <a:lnTo>
                    <a:pt x="511969" y="292799"/>
                  </a:lnTo>
                  <a:lnTo>
                    <a:pt x="513112" y="293561"/>
                  </a:lnTo>
                  <a:lnTo>
                    <a:pt x="514064" y="294799"/>
                  </a:lnTo>
                  <a:lnTo>
                    <a:pt x="514636" y="296513"/>
                  </a:lnTo>
                  <a:lnTo>
                    <a:pt x="518541" y="292417"/>
                  </a:lnTo>
                  <a:lnTo>
                    <a:pt x="520922" y="288417"/>
                  </a:lnTo>
                  <a:lnTo>
                    <a:pt x="521017" y="287084"/>
                  </a:lnTo>
                  <a:lnTo>
                    <a:pt x="519875" y="285274"/>
                  </a:lnTo>
                  <a:lnTo>
                    <a:pt x="519017" y="282607"/>
                  </a:lnTo>
                  <a:lnTo>
                    <a:pt x="518446" y="280321"/>
                  </a:lnTo>
                  <a:lnTo>
                    <a:pt x="518160" y="279559"/>
                  </a:lnTo>
                  <a:lnTo>
                    <a:pt x="517303" y="278511"/>
                  </a:lnTo>
                  <a:lnTo>
                    <a:pt x="516446" y="277178"/>
                  </a:lnTo>
                  <a:lnTo>
                    <a:pt x="516160" y="276892"/>
                  </a:lnTo>
                  <a:lnTo>
                    <a:pt x="515684" y="276701"/>
                  </a:lnTo>
                  <a:lnTo>
                    <a:pt x="515303" y="276796"/>
                  </a:lnTo>
                  <a:lnTo>
                    <a:pt x="514445" y="277082"/>
                  </a:lnTo>
                  <a:lnTo>
                    <a:pt x="514064" y="277082"/>
                  </a:lnTo>
                  <a:lnTo>
                    <a:pt x="513683" y="276987"/>
                  </a:lnTo>
                  <a:lnTo>
                    <a:pt x="513302" y="276796"/>
                  </a:lnTo>
                  <a:lnTo>
                    <a:pt x="513112" y="276416"/>
                  </a:lnTo>
                  <a:lnTo>
                    <a:pt x="512731" y="275082"/>
                  </a:lnTo>
                  <a:lnTo>
                    <a:pt x="512350" y="274225"/>
                  </a:lnTo>
                  <a:lnTo>
                    <a:pt x="512064" y="273939"/>
                  </a:lnTo>
                  <a:lnTo>
                    <a:pt x="511778" y="273653"/>
                  </a:lnTo>
                  <a:lnTo>
                    <a:pt x="510540" y="273177"/>
                  </a:lnTo>
                  <a:lnTo>
                    <a:pt x="510159" y="272891"/>
                  </a:lnTo>
                  <a:lnTo>
                    <a:pt x="510064" y="272510"/>
                  </a:lnTo>
                  <a:lnTo>
                    <a:pt x="510254" y="271939"/>
                  </a:lnTo>
                  <a:lnTo>
                    <a:pt x="510731" y="271367"/>
                  </a:lnTo>
                  <a:lnTo>
                    <a:pt x="511874" y="270510"/>
                  </a:lnTo>
                  <a:lnTo>
                    <a:pt x="512445" y="269938"/>
                  </a:lnTo>
                  <a:lnTo>
                    <a:pt x="512731" y="269462"/>
                  </a:lnTo>
                  <a:lnTo>
                    <a:pt x="512826" y="268986"/>
                  </a:lnTo>
                  <a:lnTo>
                    <a:pt x="512921" y="268605"/>
                  </a:lnTo>
                  <a:lnTo>
                    <a:pt x="512826" y="268129"/>
                  </a:lnTo>
                  <a:lnTo>
                    <a:pt x="514921" y="266891"/>
                  </a:lnTo>
                  <a:lnTo>
                    <a:pt x="518827" y="265462"/>
                  </a:lnTo>
                  <a:lnTo>
                    <a:pt x="522351" y="263747"/>
                  </a:lnTo>
                  <a:lnTo>
                    <a:pt x="523875" y="262795"/>
                  </a:lnTo>
                  <a:lnTo>
                    <a:pt x="524637" y="261842"/>
                  </a:lnTo>
                  <a:lnTo>
                    <a:pt x="525590" y="260033"/>
                  </a:lnTo>
                  <a:lnTo>
                    <a:pt x="525590" y="260033"/>
                  </a:lnTo>
                  <a:lnTo>
                    <a:pt x="525685" y="259937"/>
                  </a:lnTo>
                  <a:lnTo>
                    <a:pt x="525780" y="259842"/>
                  </a:lnTo>
                  <a:lnTo>
                    <a:pt x="526447" y="259556"/>
                  </a:lnTo>
                  <a:lnTo>
                    <a:pt x="530733" y="258223"/>
                  </a:lnTo>
                  <a:lnTo>
                    <a:pt x="533019" y="256794"/>
                  </a:lnTo>
                  <a:lnTo>
                    <a:pt x="534543" y="255651"/>
                  </a:lnTo>
                  <a:lnTo>
                    <a:pt x="536734" y="256413"/>
                  </a:lnTo>
                  <a:lnTo>
                    <a:pt x="538353" y="257651"/>
                  </a:lnTo>
                  <a:lnTo>
                    <a:pt x="538448" y="258128"/>
                  </a:lnTo>
                  <a:lnTo>
                    <a:pt x="538544" y="259080"/>
                  </a:lnTo>
                  <a:lnTo>
                    <a:pt x="540258" y="259842"/>
                  </a:lnTo>
                  <a:lnTo>
                    <a:pt x="547402" y="261175"/>
                  </a:lnTo>
                  <a:lnTo>
                    <a:pt x="547116" y="259175"/>
                  </a:lnTo>
                  <a:lnTo>
                    <a:pt x="547116" y="257461"/>
                  </a:lnTo>
                  <a:lnTo>
                    <a:pt x="546830" y="256889"/>
                  </a:lnTo>
                  <a:lnTo>
                    <a:pt x="546449" y="256223"/>
                  </a:lnTo>
                  <a:lnTo>
                    <a:pt x="545402" y="255270"/>
                  </a:lnTo>
                  <a:lnTo>
                    <a:pt x="544925" y="254603"/>
                  </a:lnTo>
                  <a:lnTo>
                    <a:pt x="544640" y="254032"/>
                  </a:lnTo>
                  <a:lnTo>
                    <a:pt x="544735" y="252794"/>
                  </a:lnTo>
                  <a:lnTo>
                    <a:pt x="545592" y="249174"/>
                  </a:lnTo>
                  <a:lnTo>
                    <a:pt x="546164" y="245459"/>
                  </a:lnTo>
                  <a:lnTo>
                    <a:pt x="546164" y="244507"/>
                  </a:lnTo>
                  <a:lnTo>
                    <a:pt x="546068" y="243745"/>
                  </a:lnTo>
                  <a:lnTo>
                    <a:pt x="545402" y="241363"/>
                  </a:lnTo>
                  <a:lnTo>
                    <a:pt x="545021" y="238411"/>
                  </a:lnTo>
                  <a:lnTo>
                    <a:pt x="544544" y="237268"/>
                  </a:lnTo>
                  <a:lnTo>
                    <a:pt x="543401" y="235553"/>
                  </a:lnTo>
                  <a:lnTo>
                    <a:pt x="540163" y="233077"/>
                  </a:lnTo>
                  <a:lnTo>
                    <a:pt x="533019" y="229934"/>
                  </a:lnTo>
                  <a:lnTo>
                    <a:pt x="531781" y="227838"/>
                  </a:lnTo>
                  <a:lnTo>
                    <a:pt x="529304" y="226124"/>
                  </a:lnTo>
                  <a:lnTo>
                    <a:pt x="528542" y="225076"/>
                  </a:lnTo>
                  <a:lnTo>
                    <a:pt x="527780" y="223361"/>
                  </a:lnTo>
                  <a:lnTo>
                    <a:pt x="527209" y="221075"/>
                  </a:lnTo>
                  <a:lnTo>
                    <a:pt x="526637" y="219932"/>
                  </a:lnTo>
                  <a:lnTo>
                    <a:pt x="526066" y="219266"/>
                  </a:lnTo>
                  <a:lnTo>
                    <a:pt x="525590" y="218694"/>
                  </a:lnTo>
                  <a:lnTo>
                    <a:pt x="524066" y="216027"/>
                  </a:lnTo>
                  <a:lnTo>
                    <a:pt x="522923" y="215265"/>
                  </a:lnTo>
                  <a:lnTo>
                    <a:pt x="519398" y="213550"/>
                  </a:lnTo>
                  <a:lnTo>
                    <a:pt x="517208" y="212217"/>
                  </a:lnTo>
                  <a:lnTo>
                    <a:pt x="516636" y="211550"/>
                  </a:lnTo>
                  <a:lnTo>
                    <a:pt x="516350" y="210979"/>
                  </a:lnTo>
                  <a:lnTo>
                    <a:pt x="516255" y="210503"/>
                  </a:lnTo>
                  <a:lnTo>
                    <a:pt x="516065" y="210026"/>
                  </a:lnTo>
                  <a:lnTo>
                    <a:pt x="515874" y="209645"/>
                  </a:lnTo>
                  <a:lnTo>
                    <a:pt x="515303" y="208502"/>
                  </a:lnTo>
                  <a:lnTo>
                    <a:pt x="515112" y="208026"/>
                  </a:lnTo>
                  <a:lnTo>
                    <a:pt x="515112" y="207359"/>
                  </a:lnTo>
                  <a:lnTo>
                    <a:pt x="515303" y="206312"/>
                  </a:lnTo>
                  <a:lnTo>
                    <a:pt x="515779" y="205835"/>
                  </a:lnTo>
                  <a:lnTo>
                    <a:pt x="516636" y="205454"/>
                  </a:lnTo>
                  <a:lnTo>
                    <a:pt x="517779" y="205169"/>
                  </a:lnTo>
                  <a:lnTo>
                    <a:pt x="518255" y="204692"/>
                  </a:lnTo>
                  <a:lnTo>
                    <a:pt x="518541" y="204025"/>
                  </a:lnTo>
                  <a:lnTo>
                    <a:pt x="519398" y="200311"/>
                  </a:lnTo>
                  <a:lnTo>
                    <a:pt x="519779" y="199168"/>
                  </a:lnTo>
                  <a:lnTo>
                    <a:pt x="519970" y="197739"/>
                  </a:lnTo>
                  <a:lnTo>
                    <a:pt x="519875" y="196025"/>
                  </a:lnTo>
                  <a:lnTo>
                    <a:pt x="519875" y="195929"/>
                  </a:lnTo>
                  <a:lnTo>
                    <a:pt x="519875" y="195929"/>
                  </a:lnTo>
                  <a:lnTo>
                    <a:pt x="520160" y="194596"/>
                  </a:lnTo>
                  <a:lnTo>
                    <a:pt x="521113" y="193072"/>
                  </a:lnTo>
                  <a:lnTo>
                    <a:pt x="524351" y="189643"/>
                  </a:lnTo>
                  <a:lnTo>
                    <a:pt x="532352" y="183261"/>
                  </a:lnTo>
                  <a:lnTo>
                    <a:pt x="536162" y="178213"/>
                  </a:lnTo>
                  <a:lnTo>
                    <a:pt x="537210" y="177260"/>
                  </a:lnTo>
                  <a:lnTo>
                    <a:pt x="537972" y="177070"/>
                  </a:lnTo>
                  <a:lnTo>
                    <a:pt x="538734" y="177165"/>
                  </a:lnTo>
                  <a:lnTo>
                    <a:pt x="539591" y="177260"/>
                  </a:lnTo>
                  <a:lnTo>
                    <a:pt x="540353" y="177070"/>
                  </a:lnTo>
                  <a:lnTo>
                    <a:pt x="541496" y="176594"/>
                  </a:lnTo>
                  <a:lnTo>
                    <a:pt x="543973" y="174022"/>
                  </a:lnTo>
                  <a:lnTo>
                    <a:pt x="545116" y="173260"/>
                  </a:lnTo>
                  <a:lnTo>
                    <a:pt x="547402" y="172212"/>
                  </a:lnTo>
                  <a:lnTo>
                    <a:pt x="548831" y="171164"/>
                  </a:lnTo>
                  <a:lnTo>
                    <a:pt x="550926" y="168878"/>
                  </a:lnTo>
                  <a:lnTo>
                    <a:pt x="553307" y="166878"/>
                  </a:lnTo>
                  <a:lnTo>
                    <a:pt x="557403" y="161830"/>
                  </a:lnTo>
                  <a:lnTo>
                    <a:pt x="558927" y="160401"/>
                  </a:lnTo>
                  <a:lnTo>
                    <a:pt x="560451" y="159258"/>
                  </a:lnTo>
                  <a:lnTo>
                    <a:pt x="563690" y="158210"/>
                  </a:lnTo>
                  <a:lnTo>
                    <a:pt x="565023" y="157448"/>
                  </a:lnTo>
                  <a:lnTo>
                    <a:pt x="568547" y="154019"/>
                  </a:lnTo>
                  <a:lnTo>
                    <a:pt x="570071" y="153257"/>
                  </a:lnTo>
                  <a:lnTo>
                    <a:pt x="571500" y="152971"/>
                  </a:lnTo>
                  <a:lnTo>
                    <a:pt x="573405" y="152876"/>
                  </a:lnTo>
                  <a:lnTo>
                    <a:pt x="573881" y="152781"/>
                  </a:lnTo>
                  <a:lnTo>
                    <a:pt x="574262" y="152400"/>
                  </a:lnTo>
                  <a:lnTo>
                    <a:pt x="574548" y="151733"/>
                  </a:lnTo>
                  <a:lnTo>
                    <a:pt x="574643" y="150781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7" name="Freeform: Shape 38">
              <a:extLst>
                <a:ext uri="{FF2B5EF4-FFF2-40B4-BE49-F238E27FC236}">
                  <a16:creationId xmlns:a16="http://schemas.microsoft.com/office/drawing/2014/main" id="{C12FBB88-E666-C683-B607-604DEC7CA0FF}"/>
                </a:ext>
              </a:extLst>
            </p:cNvPr>
            <p:cNvSpPr/>
            <p:nvPr/>
          </p:nvSpPr>
          <p:spPr>
            <a:xfrm>
              <a:off x="10230910" y="2536972"/>
              <a:ext cx="1073035" cy="734182"/>
            </a:xfrm>
            <a:custGeom>
              <a:avLst/>
              <a:gdLst>
                <a:gd name="connsiteX0" fmla="*/ 732949 w 723900"/>
                <a:gd name="connsiteY0" fmla="*/ 75533 h 495300"/>
                <a:gd name="connsiteX1" fmla="*/ 732377 w 723900"/>
                <a:gd name="connsiteY1" fmla="*/ 74295 h 495300"/>
                <a:gd name="connsiteX2" fmla="*/ 730187 w 723900"/>
                <a:gd name="connsiteY2" fmla="*/ 71438 h 495300"/>
                <a:gd name="connsiteX3" fmla="*/ 729424 w 723900"/>
                <a:gd name="connsiteY3" fmla="*/ 70866 h 495300"/>
                <a:gd name="connsiteX4" fmla="*/ 728281 w 723900"/>
                <a:gd name="connsiteY4" fmla="*/ 70676 h 495300"/>
                <a:gd name="connsiteX5" fmla="*/ 727424 w 723900"/>
                <a:gd name="connsiteY5" fmla="*/ 70676 h 495300"/>
                <a:gd name="connsiteX6" fmla="*/ 726472 w 723900"/>
                <a:gd name="connsiteY6" fmla="*/ 70771 h 495300"/>
                <a:gd name="connsiteX7" fmla="*/ 725710 w 723900"/>
                <a:gd name="connsiteY7" fmla="*/ 70961 h 495300"/>
                <a:gd name="connsiteX8" fmla="*/ 725043 w 723900"/>
                <a:gd name="connsiteY8" fmla="*/ 71152 h 495300"/>
                <a:gd name="connsiteX9" fmla="*/ 724472 w 723900"/>
                <a:gd name="connsiteY9" fmla="*/ 71533 h 495300"/>
                <a:gd name="connsiteX10" fmla="*/ 724090 w 723900"/>
                <a:gd name="connsiteY10" fmla="*/ 71914 h 495300"/>
                <a:gd name="connsiteX11" fmla="*/ 720471 w 723900"/>
                <a:gd name="connsiteY11" fmla="*/ 76581 h 495300"/>
                <a:gd name="connsiteX12" fmla="*/ 719614 w 723900"/>
                <a:gd name="connsiteY12" fmla="*/ 77343 h 495300"/>
                <a:gd name="connsiteX13" fmla="*/ 718947 w 723900"/>
                <a:gd name="connsiteY13" fmla="*/ 77057 h 495300"/>
                <a:gd name="connsiteX14" fmla="*/ 718661 w 723900"/>
                <a:gd name="connsiteY14" fmla="*/ 76010 h 495300"/>
                <a:gd name="connsiteX15" fmla="*/ 719138 w 723900"/>
                <a:gd name="connsiteY15" fmla="*/ 73628 h 495300"/>
                <a:gd name="connsiteX16" fmla="*/ 719233 w 723900"/>
                <a:gd name="connsiteY16" fmla="*/ 72295 h 495300"/>
                <a:gd name="connsiteX17" fmla="*/ 718852 w 723900"/>
                <a:gd name="connsiteY17" fmla="*/ 71057 h 495300"/>
                <a:gd name="connsiteX18" fmla="*/ 718185 w 723900"/>
                <a:gd name="connsiteY18" fmla="*/ 70580 h 495300"/>
                <a:gd name="connsiteX19" fmla="*/ 717995 w 723900"/>
                <a:gd name="connsiteY19" fmla="*/ 69723 h 495300"/>
                <a:gd name="connsiteX20" fmla="*/ 717995 w 723900"/>
                <a:gd name="connsiteY20" fmla="*/ 69152 h 495300"/>
                <a:gd name="connsiteX21" fmla="*/ 719899 w 723900"/>
                <a:gd name="connsiteY21" fmla="*/ 64580 h 495300"/>
                <a:gd name="connsiteX22" fmla="*/ 719423 w 723900"/>
                <a:gd name="connsiteY22" fmla="*/ 62389 h 495300"/>
                <a:gd name="connsiteX23" fmla="*/ 718852 w 723900"/>
                <a:gd name="connsiteY23" fmla="*/ 56864 h 495300"/>
                <a:gd name="connsiteX24" fmla="*/ 718090 w 723900"/>
                <a:gd name="connsiteY24" fmla="*/ 55245 h 495300"/>
                <a:gd name="connsiteX25" fmla="*/ 717137 w 723900"/>
                <a:gd name="connsiteY25" fmla="*/ 54388 h 495300"/>
                <a:gd name="connsiteX26" fmla="*/ 714280 w 723900"/>
                <a:gd name="connsiteY26" fmla="*/ 52959 h 495300"/>
                <a:gd name="connsiteX27" fmla="*/ 713232 w 723900"/>
                <a:gd name="connsiteY27" fmla="*/ 52007 h 495300"/>
                <a:gd name="connsiteX28" fmla="*/ 712089 w 723900"/>
                <a:gd name="connsiteY28" fmla="*/ 50578 h 495300"/>
                <a:gd name="connsiteX29" fmla="*/ 711613 w 723900"/>
                <a:gd name="connsiteY29" fmla="*/ 50292 h 495300"/>
                <a:gd name="connsiteX30" fmla="*/ 710184 w 723900"/>
                <a:gd name="connsiteY30" fmla="*/ 49530 h 495300"/>
                <a:gd name="connsiteX31" fmla="*/ 709327 w 723900"/>
                <a:gd name="connsiteY31" fmla="*/ 48768 h 495300"/>
                <a:gd name="connsiteX32" fmla="*/ 708660 w 723900"/>
                <a:gd name="connsiteY32" fmla="*/ 47625 h 495300"/>
                <a:gd name="connsiteX33" fmla="*/ 708279 w 723900"/>
                <a:gd name="connsiteY33" fmla="*/ 46482 h 495300"/>
                <a:gd name="connsiteX34" fmla="*/ 707422 w 723900"/>
                <a:gd name="connsiteY34" fmla="*/ 38767 h 495300"/>
                <a:gd name="connsiteX35" fmla="*/ 706755 w 723900"/>
                <a:gd name="connsiteY35" fmla="*/ 37624 h 495300"/>
                <a:gd name="connsiteX36" fmla="*/ 706088 w 723900"/>
                <a:gd name="connsiteY36" fmla="*/ 36005 h 495300"/>
                <a:gd name="connsiteX37" fmla="*/ 707422 w 723900"/>
                <a:gd name="connsiteY37" fmla="*/ 32766 h 495300"/>
                <a:gd name="connsiteX38" fmla="*/ 710374 w 723900"/>
                <a:gd name="connsiteY38" fmla="*/ 28575 h 495300"/>
                <a:gd name="connsiteX39" fmla="*/ 720471 w 723900"/>
                <a:gd name="connsiteY39" fmla="*/ 16669 h 495300"/>
                <a:gd name="connsiteX40" fmla="*/ 724757 w 723900"/>
                <a:gd name="connsiteY40" fmla="*/ 9620 h 495300"/>
                <a:gd name="connsiteX41" fmla="*/ 726281 w 723900"/>
                <a:gd name="connsiteY41" fmla="*/ 5906 h 495300"/>
                <a:gd name="connsiteX42" fmla="*/ 727996 w 723900"/>
                <a:gd name="connsiteY42" fmla="*/ 3048 h 495300"/>
                <a:gd name="connsiteX43" fmla="*/ 728758 w 723900"/>
                <a:gd name="connsiteY43" fmla="*/ 1524 h 495300"/>
                <a:gd name="connsiteX44" fmla="*/ 728853 w 723900"/>
                <a:gd name="connsiteY44" fmla="*/ 572 h 495300"/>
                <a:gd name="connsiteX45" fmla="*/ 727805 w 723900"/>
                <a:gd name="connsiteY45" fmla="*/ 0 h 495300"/>
                <a:gd name="connsiteX46" fmla="*/ 699230 w 723900"/>
                <a:gd name="connsiteY46" fmla="*/ 381 h 495300"/>
                <a:gd name="connsiteX47" fmla="*/ 694087 w 723900"/>
                <a:gd name="connsiteY47" fmla="*/ 2000 h 495300"/>
                <a:gd name="connsiteX48" fmla="*/ 684466 w 723900"/>
                <a:gd name="connsiteY48" fmla="*/ 8192 h 495300"/>
                <a:gd name="connsiteX49" fmla="*/ 682180 w 723900"/>
                <a:gd name="connsiteY49" fmla="*/ 10001 h 495300"/>
                <a:gd name="connsiteX50" fmla="*/ 679228 w 723900"/>
                <a:gd name="connsiteY50" fmla="*/ 11906 h 495300"/>
                <a:gd name="connsiteX51" fmla="*/ 673418 w 723900"/>
                <a:gd name="connsiteY51" fmla="*/ 14002 h 495300"/>
                <a:gd name="connsiteX52" fmla="*/ 663702 w 723900"/>
                <a:gd name="connsiteY52" fmla="*/ 16002 h 495300"/>
                <a:gd name="connsiteX53" fmla="*/ 660654 w 723900"/>
                <a:gd name="connsiteY53" fmla="*/ 16002 h 495300"/>
                <a:gd name="connsiteX54" fmla="*/ 658844 w 723900"/>
                <a:gd name="connsiteY54" fmla="*/ 15716 h 495300"/>
                <a:gd name="connsiteX55" fmla="*/ 657225 w 723900"/>
                <a:gd name="connsiteY55" fmla="*/ 15240 h 495300"/>
                <a:gd name="connsiteX56" fmla="*/ 655891 w 723900"/>
                <a:gd name="connsiteY56" fmla="*/ 14573 h 495300"/>
                <a:gd name="connsiteX57" fmla="*/ 652653 w 723900"/>
                <a:gd name="connsiteY57" fmla="*/ 12668 h 495300"/>
                <a:gd name="connsiteX58" fmla="*/ 651700 w 723900"/>
                <a:gd name="connsiteY58" fmla="*/ 12668 h 495300"/>
                <a:gd name="connsiteX59" fmla="*/ 650462 w 723900"/>
                <a:gd name="connsiteY59" fmla="*/ 13145 h 495300"/>
                <a:gd name="connsiteX60" fmla="*/ 645033 w 723900"/>
                <a:gd name="connsiteY60" fmla="*/ 16574 h 495300"/>
                <a:gd name="connsiteX61" fmla="*/ 610553 w 723900"/>
                <a:gd name="connsiteY61" fmla="*/ 29147 h 495300"/>
                <a:gd name="connsiteX62" fmla="*/ 604552 w 723900"/>
                <a:gd name="connsiteY62" fmla="*/ 32290 h 495300"/>
                <a:gd name="connsiteX63" fmla="*/ 596551 w 723900"/>
                <a:gd name="connsiteY63" fmla="*/ 36386 h 495300"/>
                <a:gd name="connsiteX64" fmla="*/ 593312 w 723900"/>
                <a:gd name="connsiteY64" fmla="*/ 38100 h 495300"/>
                <a:gd name="connsiteX65" fmla="*/ 592169 w 723900"/>
                <a:gd name="connsiteY65" fmla="*/ 38291 h 495300"/>
                <a:gd name="connsiteX66" fmla="*/ 584549 w 723900"/>
                <a:gd name="connsiteY66" fmla="*/ 39910 h 495300"/>
                <a:gd name="connsiteX67" fmla="*/ 577596 w 723900"/>
                <a:gd name="connsiteY67" fmla="*/ 42291 h 495300"/>
                <a:gd name="connsiteX68" fmla="*/ 571214 w 723900"/>
                <a:gd name="connsiteY68" fmla="*/ 45244 h 495300"/>
                <a:gd name="connsiteX69" fmla="*/ 566071 w 723900"/>
                <a:gd name="connsiteY69" fmla="*/ 48863 h 495300"/>
                <a:gd name="connsiteX70" fmla="*/ 565404 w 723900"/>
                <a:gd name="connsiteY70" fmla="*/ 49435 h 495300"/>
                <a:gd name="connsiteX71" fmla="*/ 561880 w 723900"/>
                <a:gd name="connsiteY71" fmla="*/ 50768 h 495300"/>
                <a:gd name="connsiteX72" fmla="*/ 560737 w 723900"/>
                <a:gd name="connsiteY72" fmla="*/ 50673 h 495300"/>
                <a:gd name="connsiteX73" fmla="*/ 558832 w 723900"/>
                <a:gd name="connsiteY73" fmla="*/ 50578 h 495300"/>
                <a:gd name="connsiteX74" fmla="*/ 555879 w 723900"/>
                <a:gd name="connsiteY74" fmla="*/ 52102 h 495300"/>
                <a:gd name="connsiteX75" fmla="*/ 553022 w 723900"/>
                <a:gd name="connsiteY75" fmla="*/ 49149 h 495300"/>
                <a:gd name="connsiteX76" fmla="*/ 541877 w 723900"/>
                <a:gd name="connsiteY76" fmla="*/ 52197 h 495300"/>
                <a:gd name="connsiteX77" fmla="*/ 538448 w 723900"/>
                <a:gd name="connsiteY77" fmla="*/ 50387 h 495300"/>
                <a:gd name="connsiteX78" fmla="*/ 537210 w 723900"/>
                <a:gd name="connsiteY78" fmla="*/ 49911 h 495300"/>
                <a:gd name="connsiteX79" fmla="*/ 534543 w 723900"/>
                <a:gd name="connsiteY79" fmla="*/ 49340 h 495300"/>
                <a:gd name="connsiteX80" fmla="*/ 533686 w 723900"/>
                <a:gd name="connsiteY80" fmla="*/ 48673 h 495300"/>
                <a:gd name="connsiteX81" fmla="*/ 532543 w 723900"/>
                <a:gd name="connsiteY81" fmla="*/ 46863 h 495300"/>
                <a:gd name="connsiteX82" fmla="*/ 531876 w 723900"/>
                <a:gd name="connsiteY82" fmla="*/ 46196 h 495300"/>
                <a:gd name="connsiteX83" fmla="*/ 530638 w 723900"/>
                <a:gd name="connsiteY83" fmla="*/ 45149 h 495300"/>
                <a:gd name="connsiteX84" fmla="*/ 530066 w 723900"/>
                <a:gd name="connsiteY84" fmla="*/ 44958 h 495300"/>
                <a:gd name="connsiteX85" fmla="*/ 529209 w 723900"/>
                <a:gd name="connsiteY85" fmla="*/ 45053 h 495300"/>
                <a:gd name="connsiteX86" fmla="*/ 526447 w 723900"/>
                <a:gd name="connsiteY86" fmla="*/ 47816 h 495300"/>
                <a:gd name="connsiteX87" fmla="*/ 525685 w 723900"/>
                <a:gd name="connsiteY87" fmla="*/ 49625 h 495300"/>
                <a:gd name="connsiteX88" fmla="*/ 526256 w 723900"/>
                <a:gd name="connsiteY88" fmla="*/ 51721 h 495300"/>
                <a:gd name="connsiteX89" fmla="*/ 527590 w 723900"/>
                <a:gd name="connsiteY89" fmla="*/ 53435 h 495300"/>
                <a:gd name="connsiteX90" fmla="*/ 528923 w 723900"/>
                <a:gd name="connsiteY90" fmla="*/ 54578 h 495300"/>
                <a:gd name="connsiteX91" fmla="*/ 529971 w 723900"/>
                <a:gd name="connsiteY91" fmla="*/ 55817 h 495300"/>
                <a:gd name="connsiteX92" fmla="*/ 530638 w 723900"/>
                <a:gd name="connsiteY92" fmla="*/ 57722 h 495300"/>
                <a:gd name="connsiteX93" fmla="*/ 530828 w 723900"/>
                <a:gd name="connsiteY93" fmla="*/ 58007 h 495300"/>
                <a:gd name="connsiteX94" fmla="*/ 529971 w 723900"/>
                <a:gd name="connsiteY94" fmla="*/ 59817 h 495300"/>
                <a:gd name="connsiteX95" fmla="*/ 529209 w 723900"/>
                <a:gd name="connsiteY95" fmla="*/ 60865 h 495300"/>
                <a:gd name="connsiteX96" fmla="*/ 514160 w 723900"/>
                <a:gd name="connsiteY96" fmla="*/ 74390 h 495300"/>
                <a:gd name="connsiteX97" fmla="*/ 508825 w 723900"/>
                <a:gd name="connsiteY97" fmla="*/ 79153 h 495300"/>
                <a:gd name="connsiteX98" fmla="*/ 504444 w 723900"/>
                <a:gd name="connsiteY98" fmla="*/ 82106 h 495300"/>
                <a:gd name="connsiteX99" fmla="*/ 500444 w 723900"/>
                <a:gd name="connsiteY99" fmla="*/ 85535 h 495300"/>
                <a:gd name="connsiteX100" fmla="*/ 499110 w 723900"/>
                <a:gd name="connsiteY100" fmla="*/ 86678 h 495300"/>
                <a:gd name="connsiteX101" fmla="*/ 496538 w 723900"/>
                <a:gd name="connsiteY101" fmla="*/ 89535 h 495300"/>
                <a:gd name="connsiteX102" fmla="*/ 483489 w 723900"/>
                <a:gd name="connsiteY102" fmla="*/ 103346 h 495300"/>
                <a:gd name="connsiteX103" fmla="*/ 483489 w 723900"/>
                <a:gd name="connsiteY103" fmla="*/ 103346 h 495300"/>
                <a:gd name="connsiteX104" fmla="*/ 482060 w 723900"/>
                <a:gd name="connsiteY104" fmla="*/ 105442 h 495300"/>
                <a:gd name="connsiteX105" fmla="*/ 481203 w 723900"/>
                <a:gd name="connsiteY105" fmla="*/ 107537 h 495300"/>
                <a:gd name="connsiteX106" fmla="*/ 481108 w 723900"/>
                <a:gd name="connsiteY106" fmla="*/ 110871 h 495300"/>
                <a:gd name="connsiteX107" fmla="*/ 482155 w 723900"/>
                <a:gd name="connsiteY107" fmla="*/ 114395 h 495300"/>
                <a:gd name="connsiteX108" fmla="*/ 481965 w 723900"/>
                <a:gd name="connsiteY108" fmla="*/ 115443 h 495300"/>
                <a:gd name="connsiteX109" fmla="*/ 481203 w 723900"/>
                <a:gd name="connsiteY109" fmla="*/ 116777 h 495300"/>
                <a:gd name="connsiteX110" fmla="*/ 477679 w 723900"/>
                <a:gd name="connsiteY110" fmla="*/ 118682 h 495300"/>
                <a:gd name="connsiteX111" fmla="*/ 475012 w 723900"/>
                <a:gd name="connsiteY111" fmla="*/ 120777 h 495300"/>
                <a:gd name="connsiteX112" fmla="*/ 473488 w 723900"/>
                <a:gd name="connsiteY112" fmla="*/ 121920 h 495300"/>
                <a:gd name="connsiteX113" fmla="*/ 470535 w 723900"/>
                <a:gd name="connsiteY113" fmla="*/ 124968 h 495300"/>
                <a:gd name="connsiteX114" fmla="*/ 468630 w 723900"/>
                <a:gd name="connsiteY114" fmla="*/ 126587 h 495300"/>
                <a:gd name="connsiteX115" fmla="*/ 465963 w 723900"/>
                <a:gd name="connsiteY115" fmla="*/ 128397 h 495300"/>
                <a:gd name="connsiteX116" fmla="*/ 458724 w 723900"/>
                <a:gd name="connsiteY116" fmla="*/ 131350 h 495300"/>
                <a:gd name="connsiteX117" fmla="*/ 455295 w 723900"/>
                <a:gd name="connsiteY117" fmla="*/ 132112 h 495300"/>
                <a:gd name="connsiteX118" fmla="*/ 448818 w 723900"/>
                <a:gd name="connsiteY118" fmla="*/ 132683 h 495300"/>
                <a:gd name="connsiteX119" fmla="*/ 446341 w 723900"/>
                <a:gd name="connsiteY119" fmla="*/ 133255 h 495300"/>
                <a:gd name="connsiteX120" fmla="*/ 441198 w 723900"/>
                <a:gd name="connsiteY120" fmla="*/ 135731 h 495300"/>
                <a:gd name="connsiteX121" fmla="*/ 438912 w 723900"/>
                <a:gd name="connsiteY121" fmla="*/ 136017 h 495300"/>
                <a:gd name="connsiteX122" fmla="*/ 435578 w 723900"/>
                <a:gd name="connsiteY122" fmla="*/ 133350 h 495300"/>
                <a:gd name="connsiteX123" fmla="*/ 434149 w 723900"/>
                <a:gd name="connsiteY123" fmla="*/ 132112 h 495300"/>
                <a:gd name="connsiteX124" fmla="*/ 431959 w 723900"/>
                <a:gd name="connsiteY124" fmla="*/ 131064 h 495300"/>
                <a:gd name="connsiteX125" fmla="*/ 429101 w 723900"/>
                <a:gd name="connsiteY125" fmla="*/ 130588 h 495300"/>
                <a:gd name="connsiteX126" fmla="*/ 388144 w 723900"/>
                <a:gd name="connsiteY126" fmla="*/ 135255 h 495300"/>
                <a:gd name="connsiteX127" fmla="*/ 384429 w 723900"/>
                <a:gd name="connsiteY127" fmla="*/ 134588 h 495300"/>
                <a:gd name="connsiteX128" fmla="*/ 381762 w 723900"/>
                <a:gd name="connsiteY128" fmla="*/ 133636 h 495300"/>
                <a:gd name="connsiteX129" fmla="*/ 379476 w 723900"/>
                <a:gd name="connsiteY129" fmla="*/ 131921 h 495300"/>
                <a:gd name="connsiteX130" fmla="*/ 378809 w 723900"/>
                <a:gd name="connsiteY130" fmla="*/ 130778 h 495300"/>
                <a:gd name="connsiteX131" fmla="*/ 378523 w 723900"/>
                <a:gd name="connsiteY131" fmla="*/ 129635 h 495300"/>
                <a:gd name="connsiteX132" fmla="*/ 378523 w 723900"/>
                <a:gd name="connsiteY132" fmla="*/ 129159 h 495300"/>
                <a:gd name="connsiteX133" fmla="*/ 378428 w 723900"/>
                <a:gd name="connsiteY133" fmla="*/ 128969 h 495300"/>
                <a:gd name="connsiteX134" fmla="*/ 374523 w 723900"/>
                <a:gd name="connsiteY134" fmla="*/ 126778 h 495300"/>
                <a:gd name="connsiteX135" fmla="*/ 364427 w 723900"/>
                <a:gd name="connsiteY135" fmla="*/ 122587 h 495300"/>
                <a:gd name="connsiteX136" fmla="*/ 355854 w 723900"/>
                <a:gd name="connsiteY136" fmla="*/ 121063 h 495300"/>
                <a:gd name="connsiteX137" fmla="*/ 351091 w 723900"/>
                <a:gd name="connsiteY137" fmla="*/ 120587 h 495300"/>
                <a:gd name="connsiteX138" fmla="*/ 348710 w 723900"/>
                <a:gd name="connsiteY138" fmla="*/ 121253 h 495300"/>
                <a:gd name="connsiteX139" fmla="*/ 346043 w 723900"/>
                <a:gd name="connsiteY139" fmla="*/ 123539 h 495300"/>
                <a:gd name="connsiteX140" fmla="*/ 344424 w 723900"/>
                <a:gd name="connsiteY140" fmla="*/ 125444 h 495300"/>
                <a:gd name="connsiteX141" fmla="*/ 342710 w 723900"/>
                <a:gd name="connsiteY141" fmla="*/ 126873 h 495300"/>
                <a:gd name="connsiteX142" fmla="*/ 340328 w 723900"/>
                <a:gd name="connsiteY142" fmla="*/ 127921 h 495300"/>
                <a:gd name="connsiteX143" fmla="*/ 333565 w 723900"/>
                <a:gd name="connsiteY143" fmla="*/ 129254 h 495300"/>
                <a:gd name="connsiteX144" fmla="*/ 325279 w 723900"/>
                <a:gd name="connsiteY144" fmla="*/ 132207 h 495300"/>
                <a:gd name="connsiteX145" fmla="*/ 312611 w 723900"/>
                <a:gd name="connsiteY145" fmla="*/ 135636 h 495300"/>
                <a:gd name="connsiteX146" fmla="*/ 308420 w 723900"/>
                <a:gd name="connsiteY146" fmla="*/ 137446 h 495300"/>
                <a:gd name="connsiteX147" fmla="*/ 306896 w 723900"/>
                <a:gd name="connsiteY147" fmla="*/ 137827 h 495300"/>
                <a:gd name="connsiteX148" fmla="*/ 302609 w 723900"/>
                <a:gd name="connsiteY148" fmla="*/ 137922 h 495300"/>
                <a:gd name="connsiteX149" fmla="*/ 300133 w 723900"/>
                <a:gd name="connsiteY149" fmla="*/ 138970 h 495300"/>
                <a:gd name="connsiteX150" fmla="*/ 294704 w 723900"/>
                <a:gd name="connsiteY150" fmla="*/ 140494 h 495300"/>
                <a:gd name="connsiteX151" fmla="*/ 283369 w 723900"/>
                <a:gd name="connsiteY151" fmla="*/ 139541 h 495300"/>
                <a:gd name="connsiteX152" fmla="*/ 279749 w 723900"/>
                <a:gd name="connsiteY152" fmla="*/ 139351 h 495300"/>
                <a:gd name="connsiteX153" fmla="*/ 278797 w 723900"/>
                <a:gd name="connsiteY153" fmla="*/ 143732 h 495300"/>
                <a:gd name="connsiteX154" fmla="*/ 274606 w 723900"/>
                <a:gd name="connsiteY154" fmla="*/ 147923 h 495300"/>
                <a:gd name="connsiteX155" fmla="*/ 267557 w 723900"/>
                <a:gd name="connsiteY155" fmla="*/ 148971 h 495300"/>
                <a:gd name="connsiteX156" fmla="*/ 265557 w 723900"/>
                <a:gd name="connsiteY156" fmla="*/ 148019 h 495300"/>
                <a:gd name="connsiteX157" fmla="*/ 261842 w 723900"/>
                <a:gd name="connsiteY157" fmla="*/ 144875 h 495300"/>
                <a:gd name="connsiteX158" fmla="*/ 259842 w 723900"/>
                <a:gd name="connsiteY158" fmla="*/ 144018 h 495300"/>
                <a:gd name="connsiteX159" fmla="*/ 258128 w 723900"/>
                <a:gd name="connsiteY159" fmla="*/ 144494 h 495300"/>
                <a:gd name="connsiteX160" fmla="*/ 258413 w 723900"/>
                <a:gd name="connsiteY160" fmla="*/ 146209 h 495300"/>
                <a:gd name="connsiteX161" fmla="*/ 258413 w 723900"/>
                <a:gd name="connsiteY161" fmla="*/ 148114 h 495300"/>
                <a:gd name="connsiteX162" fmla="*/ 255937 w 723900"/>
                <a:gd name="connsiteY162" fmla="*/ 149352 h 495300"/>
                <a:gd name="connsiteX163" fmla="*/ 257270 w 723900"/>
                <a:gd name="connsiteY163" fmla="*/ 151067 h 495300"/>
                <a:gd name="connsiteX164" fmla="*/ 257365 w 723900"/>
                <a:gd name="connsiteY164" fmla="*/ 153162 h 495300"/>
                <a:gd name="connsiteX165" fmla="*/ 256413 w 723900"/>
                <a:gd name="connsiteY165" fmla="*/ 154686 h 495300"/>
                <a:gd name="connsiteX166" fmla="*/ 254603 w 723900"/>
                <a:gd name="connsiteY166" fmla="*/ 154400 h 495300"/>
                <a:gd name="connsiteX167" fmla="*/ 253365 w 723900"/>
                <a:gd name="connsiteY167" fmla="*/ 152686 h 495300"/>
                <a:gd name="connsiteX168" fmla="*/ 253079 w 723900"/>
                <a:gd name="connsiteY168" fmla="*/ 150590 h 495300"/>
                <a:gd name="connsiteX169" fmla="*/ 252413 w 723900"/>
                <a:gd name="connsiteY169" fmla="*/ 148685 h 495300"/>
                <a:gd name="connsiteX170" fmla="*/ 250222 w 723900"/>
                <a:gd name="connsiteY170" fmla="*/ 147447 h 495300"/>
                <a:gd name="connsiteX171" fmla="*/ 246793 w 723900"/>
                <a:gd name="connsiteY171" fmla="*/ 148114 h 495300"/>
                <a:gd name="connsiteX172" fmla="*/ 239458 w 723900"/>
                <a:gd name="connsiteY172" fmla="*/ 152972 h 495300"/>
                <a:gd name="connsiteX173" fmla="*/ 236029 w 723900"/>
                <a:gd name="connsiteY173" fmla="*/ 154591 h 495300"/>
                <a:gd name="connsiteX174" fmla="*/ 230505 w 723900"/>
                <a:gd name="connsiteY174" fmla="*/ 155353 h 495300"/>
                <a:gd name="connsiteX175" fmla="*/ 228695 w 723900"/>
                <a:gd name="connsiteY175" fmla="*/ 155162 h 495300"/>
                <a:gd name="connsiteX176" fmla="*/ 223552 w 723900"/>
                <a:gd name="connsiteY176" fmla="*/ 153638 h 495300"/>
                <a:gd name="connsiteX177" fmla="*/ 221456 w 723900"/>
                <a:gd name="connsiteY177" fmla="*/ 153734 h 495300"/>
                <a:gd name="connsiteX178" fmla="*/ 217265 w 723900"/>
                <a:gd name="connsiteY178" fmla="*/ 155162 h 495300"/>
                <a:gd name="connsiteX179" fmla="*/ 215170 w 723900"/>
                <a:gd name="connsiteY179" fmla="*/ 155353 h 495300"/>
                <a:gd name="connsiteX180" fmla="*/ 213646 w 723900"/>
                <a:gd name="connsiteY180" fmla="*/ 154019 h 495300"/>
                <a:gd name="connsiteX181" fmla="*/ 210979 w 723900"/>
                <a:gd name="connsiteY181" fmla="*/ 148209 h 495300"/>
                <a:gd name="connsiteX182" fmla="*/ 209836 w 723900"/>
                <a:gd name="connsiteY182" fmla="*/ 146590 h 495300"/>
                <a:gd name="connsiteX183" fmla="*/ 208216 w 723900"/>
                <a:gd name="connsiteY183" fmla="*/ 146114 h 495300"/>
                <a:gd name="connsiteX184" fmla="*/ 203549 w 723900"/>
                <a:gd name="connsiteY184" fmla="*/ 145828 h 495300"/>
                <a:gd name="connsiteX185" fmla="*/ 201930 w 723900"/>
                <a:gd name="connsiteY185" fmla="*/ 146018 h 495300"/>
                <a:gd name="connsiteX186" fmla="*/ 199930 w 723900"/>
                <a:gd name="connsiteY186" fmla="*/ 147447 h 495300"/>
                <a:gd name="connsiteX187" fmla="*/ 198691 w 723900"/>
                <a:gd name="connsiteY187" fmla="*/ 149543 h 495300"/>
                <a:gd name="connsiteX188" fmla="*/ 197739 w 723900"/>
                <a:gd name="connsiteY188" fmla="*/ 151829 h 495300"/>
                <a:gd name="connsiteX189" fmla="*/ 196405 w 723900"/>
                <a:gd name="connsiteY189" fmla="*/ 154210 h 495300"/>
                <a:gd name="connsiteX190" fmla="*/ 194977 w 723900"/>
                <a:gd name="connsiteY190" fmla="*/ 155734 h 495300"/>
                <a:gd name="connsiteX191" fmla="*/ 193167 w 723900"/>
                <a:gd name="connsiteY191" fmla="*/ 156877 h 495300"/>
                <a:gd name="connsiteX192" fmla="*/ 191167 w 723900"/>
                <a:gd name="connsiteY192" fmla="*/ 157829 h 495300"/>
                <a:gd name="connsiteX193" fmla="*/ 189262 w 723900"/>
                <a:gd name="connsiteY193" fmla="*/ 158306 h 495300"/>
                <a:gd name="connsiteX194" fmla="*/ 186880 w 723900"/>
                <a:gd name="connsiteY194" fmla="*/ 158401 h 495300"/>
                <a:gd name="connsiteX195" fmla="*/ 185261 w 723900"/>
                <a:gd name="connsiteY195" fmla="*/ 157734 h 495300"/>
                <a:gd name="connsiteX196" fmla="*/ 181928 w 723900"/>
                <a:gd name="connsiteY196" fmla="*/ 155639 h 495300"/>
                <a:gd name="connsiteX197" fmla="*/ 177927 w 723900"/>
                <a:gd name="connsiteY197" fmla="*/ 154781 h 495300"/>
                <a:gd name="connsiteX198" fmla="*/ 169736 w 723900"/>
                <a:gd name="connsiteY198" fmla="*/ 154972 h 495300"/>
                <a:gd name="connsiteX199" fmla="*/ 165640 w 723900"/>
                <a:gd name="connsiteY199" fmla="*/ 154400 h 495300"/>
                <a:gd name="connsiteX200" fmla="*/ 162211 w 723900"/>
                <a:gd name="connsiteY200" fmla="*/ 154496 h 495300"/>
                <a:gd name="connsiteX201" fmla="*/ 156496 w 723900"/>
                <a:gd name="connsiteY201" fmla="*/ 157067 h 495300"/>
                <a:gd name="connsiteX202" fmla="*/ 155924 w 723900"/>
                <a:gd name="connsiteY202" fmla="*/ 157353 h 495300"/>
                <a:gd name="connsiteX203" fmla="*/ 148685 w 723900"/>
                <a:gd name="connsiteY203" fmla="*/ 157734 h 495300"/>
                <a:gd name="connsiteX204" fmla="*/ 122396 w 723900"/>
                <a:gd name="connsiteY204" fmla="*/ 159258 h 495300"/>
                <a:gd name="connsiteX205" fmla="*/ 107537 w 723900"/>
                <a:gd name="connsiteY205" fmla="*/ 157639 h 495300"/>
                <a:gd name="connsiteX206" fmla="*/ 94488 w 723900"/>
                <a:gd name="connsiteY206" fmla="*/ 150876 h 495300"/>
                <a:gd name="connsiteX207" fmla="*/ 83820 w 723900"/>
                <a:gd name="connsiteY207" fmla="*/ 143161 h 495300"/>
                <a:gd name="connsiteX208" fmla="*/ 79915 w 723900"/>
                <a:gd name="connsiteY208" fmla="*/ 142589 h 495300"/>
                <a:gd name="connsiteX209" fmla="*/ 77629 w 723900"/>
                <a:gd name="connsiteY209" fmla="*/ 143351 h 495300"/>
                <a:gd name="connsiteX210" fmla="*/ 75914 w 723900"/>
                <a:gd name="connsiteY210" fmla="*/ 144685 h 495300"/>
                <a:gd name="connsiteX211" fmla="*/ 74390 w 723900"/>
                <a:gd name="connsiteY211" fmla="*/ 146209 h 495300"/>
                <a:gd name="connsiteX212" fmla="*/ 72485 w 723900"/>
                <a:gd name="connsiteY212" fmla="*/ 147638 h 495300"/>
                <a:gd name="connsiteX213" fmla="*/ 70390 w 723900"/>
                <a:gd name="connsiteY213" fmla="*/ 148400 h 495300"/>
                <a:gd name="connsiteX214" fmla="*/ 66104 w 723900"/>
                <a:gd name="connsiteY214" fmla="*/ 148209 h 495300"/>
                <a:gd name="connsiteX215" fmla="*/ 64008 w 723900"/>
                <a:gd name="connsiteY215" fmla="*/ 148400 h 495300"/>
                <a:gd name="connsiteX216" fmla="*/ 60198 w 723900"/>
                <a:gd name="connsiteY216" fmla="*/ 150876 h 495300"/>
                <a:gd name="connsiteX217" fmla="*/ 57245 w 723900"/>
                <a:gd name="connsiteY217" fmla="*/ 158687 h 495300"/>
                <a:gd name="connsiteX218" fmla="*/ 54388 w 723900"/>
                <a:gd name="connsiteY218" fmla="*/ 161354 h 495300"/>
                <a:gd name="connsiteX219" fmla="*/ 50006 w 723900"/>
                <a:gd name="connsiteY219" fmla="*/ 162592 h 495300"/>
                <a:gd name="connsiteX220" fmla="*/ 36862 w 723900"/>
                <a:gd name="connsiteY220" fmla="*/ 163830 h 495300"/>
                <a:gd name="connsiteX221" fmla="*/ 29528 w 723900"/>
                <a:gd name="connsiteY221" fmla="*/ 165830 h 495300"/>
                <a:gd name="connsiteX222" fmla="*/ 27051 w 723900"/>
                <a:gd name="connsiteY222" fmla="*/ 166021 h 495300"/>
                <a:gd name="connsiteX223" fmla="*/ 25908 w 723900"/>
                <a:gd name="connsiteY223" fmla="*/ 165830 h 495300"/>
                <a:gd name="connsiteX224" fmla="*/ 23527 w 723900"/>
                <a:gd name="connsiteY224" fmla="*/ 165164 h 495300"/>
                <a:gd name="connsiteX225" fmla="*/ 23431 w 723900"/>
                <a:gd name="connsiteY225" fmla="*/ 165068 h 495300"/>
                <a:gd name="connsiteX226" fmla="*/ 22860 w 723900"/>
                <a:gd name="connsiteY226" fmla="*/ 166783 h 495300"/>
                <a:gd name="connsiteX227" fmla="*/ 25241 w 723900"/>
                <a:gd name="connsiteY227" fmla="*/ 173831 h 495300"/>
                <a:gd name="connsiteX228" fmla="*/ 25718 w 723900"/>
                <a:gd name="connsiteY228" fmla="*/ 176117 h 495300"/>
                <a:gd name="connsiteX229" fmla="*/ 26861 w 723900"/>
                <a:gd name="connsiteY229" fmla="*/ 189548 h 495300"/>
                <a:gd name="connsiteX230" fmla="*/ 25051 w 723900"/>
                <a:gd name="connsiteY230" fmla="*/ 192405 h 495300"/>
                <a:gd name="connsiteX231" fmla="*/ 24955 w 723900"/>
                <a:gd name="connsiteY231" fmla="*/ 192881 h 495300"/>
                <a:gd name="connsiteX232" fmla="*/ 24765 w 723900"/>
                <a:gd name="connsiteY232" fmla="*/ 193262 h 495300"/>
                <a:gd name="connsiteX233" fmla="*/ 24670 w 723900"/>
                <a:gd name="connsiteY233" fmla="*/ 193739 h 495300"/>
                <a:gd name="connsiteX234" fmla="*/ 23336 w 723900"/>
                <a:gd name="connsiteY234" fmla="*/ 197453 h 495300"/>
                <a:gd name="connsiteX235" fmla="*/ 22765 w 723900"/>
                <a:gd name="connsiteY235" fmla="*/ 200025 h 495300"/>
                <a:gd name="connsiteX236" fmla="*/ 21622 w 723900"/>
                <a:gd name="connsiteY236" fmla="*/ 208979 h 495300"/>
                <a:gd name="connsiteX237" fmla="*/ 21431 w 723900"/>
                <a:gd name="connsiteY237" fmla="*/ 209360 h 495300"/>
                <a:gd name="connsiteX238" fmla="*/ 21146 w 723900"/>
                <a:gd name="connsiteY238" fmla="*/ 209645 h 495300"/>
                <a:gd name="connsiteX239" fmla="*/ 19717 w 723900"/>
                <a:gd name="connsiteY239" fmla="*/ 210503 h 495300"/>
                <a:gd name="connsiteX240" fmla="*/ 18764 w 723900"/>
                <a:gd name="connsiteY240" fmla="*/ 211265 h 495300"/>
                <a:gd name="connsiteX241" fmla="*/ 18383 w 723900"/>
                <a:gd name="connsiteY241" fmla="*/ 211646 h 495300"/>
                <a:gd name="connsiteX242" fmla="*/ 18288 w 723900"/>
                <a:gd name="connsiteY242" fmla="*/ 212312 h 495300"/>
                <a:gd name="connsiteX243" fmla="*/ 18383 w 723900"/>
                <a:gd name="connsiteY243" fmla="*/ 213360 h 495300"/>
                <a:gd name="connsiteX244" fmla="*/ 19526 w 723900"/>
                <a:gd name="connsiteY244" fmla="*/ 214313 h 495300"/>
                <a:gd name="connsiteX245" fmla="*/ 20098 w 723900"/>
                <a:gd name="connsiteY245" fmla="*/ 215170 h 495300"/>
                <a:gd name="connsiteX246" fmla="*/ 19907 w 723900"/>
                <a:gd name="connsiteY246" fmla="*/ 215932 h 495300"/>
                <a:gd name="connsiteX247" fmla="*/ 19145 w 723900"/>
                <a:gd name="connsiteY247" fmla="*/ 216408 h 495300"/>
                <a:gd name="connsiteX248" fmla="*/ 17336 w 723900"/>
                <a:gd name="connsiteY248" fmla="*/ 216884 h 495300"/>
                <a:gd name="connsiteX249" fmla="*/ 14478 w 723900"/>
                <a:gd name="connsiteY249" fmla="*/ 218408 h 495300"/>
                <a:gd name="connsiteX250" fmla="*/ 14192 w 723900"/>
                <a:gd name="connsiteY250" fmla="*/ 218789 h 495300"/>
                <a:gd name="connsiteX251" fmla="*/ 13621 w 723900"/>
                <a:gd name="connsiteY251" fmla="*/ 219837 h 495300"/>
                <a:gd name="connsiteX252" fmla="*/ 11906 w 723900"/>
                <a:gd name="connsiteY252" fmla="*/ 224219 h 495300"/>
                <a:gd name="connsiteX253" fmla="*/ 10096 w 723900"/>
                <a:gd name="connsiteY253" fmla="*/ 225457 h 495300"/>
                <a:gd name="connsiteX254" fmla="*/ 8858 w 723900"/>
                <a:gd name="connsiteY254" fmla="*/ 225838 h 495300"/>
                <a:gd name="connsiteX255" fmla="*/ 8572 w 723900"/>
                <a:gd name="connsiteY255" fmla="*/ 226695 h 495300"/>
                <a:gd name="connsiteX256" fmla="*/ 8858 w 723900"/>
                <a:gd name="connsiteY256" fmla="*/ 227552 h 495300"/>
                <a:gd name="connsiteX257" fmla="*/ 9430 w 723900"/>
                <a:gd name="connsiteY257" fmla="*/ 228505 h 495300"/>
                <a:gd name="connsiteX258" fmla="*/ 9525 w 723900"/>
                <a:gd name="connsiteY258" fmla="*/ 230029 h 495300"/>
                <a:gd name="connsiteX259" fmla="*/ 9144 w 723900"/>
                <a:gd name="connsiteY259" fmla="*/ 230886 h 495300"/>
                <a:gd name="connsiteX260" fmla="*/ 8191 w 723900"/>
                <a:gd name="connsiteY260" fmla="*/ 231553 h 495300"/>
                <a:gd name="connsiteX261" fmla="*/ 6096 w 723900"/>
                <a:gd name="connsiteY261" fmla="*/ 232220 h 495300"/>
                <a:gd name="connsiteX262" fmla="*/ 3620 w 723900"/>
                <a:gd name="connsiteY262" fmla="*/ 233267 h 495300"/>
                <a:gd name="connsiteX263" fmla="*/ 190 w 723900"/>
                <a:gd name="connsiteY263" fmla="*/ 234029 h 495300"/>
                <a:gd name="connsiteX264" fmla="*/ 190 w 723900"/>
                <a:gd name="connsiteY264" fmla="*/ 236887 h 495300"/>
                <a:gd name="connsiteX265" fmla="*/ 0 w 723900"/>
                <a:gd name="connsiteY265" fmla="*/ 237363 h 495300"/>
                <a:gd name="connsiteX266" fmla="*/ 286 w 723900"/>
                <a:gd name="connsiteY266" fmla="*/ 237649 h 495300"/>
                <a:gd name="connsiteX267" fmla="*/ 1714 w 723900"/>
                <a:gd name="connsiteY267" fmla="*/ 238316 h 495300"/>
                <a:gd name="connsiteX268" fmla="*/ 2477 w 723900"/>
                <a:gd name="connsiteY268" fmla="*/ 238411 h 495300"/>
                <a:gd name="connsiteX269" fmla="*/ 4858 w 723900"/>
                <a:gd name="connsiteY269" fmla="*/ 238220 h 495300"/>
                <a:gd name="connsiteX270" fmla="*/ 5810 w 723900"/>
                <a:gd name="connsiteY270" fmla="*/ 238316 h 495300"/>
                <a:gd name="connsiteX271" fmla="*/ 7239 w 723900"/>
                <a:gd name="connsiteY271" fmla="*/ 239363 h 495300"/>
                <a:gd name="connsiteX272" fmla="*/ 7906 w 723900"/>
                <a:gd name="connsiteY272" fmla="*/ 241268 h 495300"/>
                <a:gd name="connsiteX273" fmla="*/ 8382 w 723900"/>
                <a:gd name="connsiteY273" fmla="*/ 243459 h 495300"/>
                <a:gd name="connsiteX274" fmla="*/ 9335 w 723900"/>
                <a:gd name="connsiteY274" fmla="*/ 245174 h 495300"/>
                <a:gd name="connsiteX275" fmla="*/ 10858 w 723900"/>
                <a:gd name="connsiteY275" fmla="*/ 247269 h 495300"/>
                <a:gd name="connsiteX276" fmla="*/ 10954 w 723900"/>
                <a:gd name="connsiteY276" fmla="*/ 248888 h 495300"/>
                <a:gd name="connsiteX277" fmla="*/ 10668 w 723900"/>
                <a:gd name="connsiteY277" fmla="*/ 250508 h 495300"/>
                <a:gd name="connsiteX278" fmla="*/ 10858 w 723900"/>
                <a:gd name="connsiteY278" fmla="*/ 252794 h 495300"/>
                <a:gd name="connsiteX279" fmla="*/ 11525 w 723900"/>
                <a:gd name="connsiteY279" fmla="*/ 253937 h 495300"/>
                <a:gd name="connsiteX280" fmla="*/ 13906 w 723900"/>
                <a:gd name="connsiteY280" fmla="*/ 256985 h 495300"/>
                <a:gd name="connsiteX281" fmla="*/ 14764 w 723900"/>
                <a:gd name="connsiteY281" fmla="*/ 258699 h 495300"/>
                <a:gd name="connsiteX282" fmla="*/ 15430 w 723900"/>
                <a:gd name="connsiteY282" fmla="*/ 259652 h 495300"/>
                <a:gd name="connsiteX283" fmla="*/ 16097 w 723900"/>
                <a:gd name="connsiteY283" fmla="*/ 259842 h 495300"/>
                <a:gd name="connsiteX284" fmla="*/ 16859 w 723900"/>
                <a:gd name="connsiteY284" fmla="*/ 259556 h 495300"/>
                <a:gd name="connsiteX285" fmla="*/ 17621 w 723900"/>
                <a:gd name="connsiteY285" fmla="*/ 258699 h 495300"/>
                <a:gd name="connsiteX286" fmla="*/ 17716 w 723900"/>
                <a:gd name="connsiteY286" fmla="*/ 258699 h 495300"/>
                <a:gd name="connsiteX287" fmla="*/ 17716 w 723900"/>
                <a:gd name="connsiteY287" fmla="*/ 258699 h 495300"/>
                <a:gd name="connsiteX288" fmla="*/ 17907 w 723900"/>
                <a:gd name="connsiteY288" fmla="*/ 258604 h 495300"/>
                <a:gd name="connsiteX289" fmla="*/ 18097 w 723900"/>
                <a:gd name="connsiteY289" fmla="*/ 258509 h 495300"/>
                <a:gd name="connsiteX290" fmla="*/ 18288 w 723900"/>
                <a:gd name="connsiteY290" fmla="*/ 258604 h 495300"/>
                <a:gd name="connsiteX291" fmla="*/ 18383 w 723900"/>
                <a:gd name="connsiteY291" fmla="*/ 258699 h 495300"/>
                <a:gd name="connsiteX292" fmla="*/ 19907 w 723900"/>
                <a:gd name="connsiteY292" fmla="*/ 260699 h 495300"/>
                <a:gd name="connsiteX293" fmla="*/ 19621 w 723900"/>
                <a:gd name="connsiteY293" fmla="*/ 262509 h 495300"/>
                <a:gd name="connsiteX294" fmla="*/ 18002 w 723900"/>
                <a:gd name="connsiteY294" fmla="*/ 263843 h 495300"/>
                <a:gd name="connsiteX295" fmla="*/ 15716 w 723900"/>
                <a:gd name="connsiteY295" fmla="*/ 264605 h 495300"/>
                <a:gd name="connsiteX296" fmla="*/ 17907 w 723900"/>
                <a:gd name="connsiteY296" fmla="*/ 265938 h 495300"/>
                <a:gd name="connsiteX297" fmla="*/ 19717 w 723900"/>
                <a:gd name="connsiteY297" fmla="*/ 266129 h 495300"/>
                <a:gd name="connsiteX298" fmla="*/ 20574 w 723900"/>
                <a:gd name="connsiteY298" fmla="*/ 266795 h 495300"/>
                <a:gd name="connsiteX299" fmla="*/ 20098 w 723900"/>
                <a:gd name="connsiteY299" fmla="*/ 269939 h 495300"/>
                <a:gd name="connsiteX300" fmla="*/ 15145 w 723900"/>
                <a:gd name="connsiteY300" fmla="*/ 278702 h 495300"/>
                <a:gd name="connsiteX301" fmla="*/ 14669 w 723900"/>
                <a:gd name="connsiteY301" fmla="*/ 281845 h 495300"/>
                <a:gd name="connsiteX302" fmla="*/ 16764 w 723900"/>
                <a:gd name="connsiteY302" fmla="*/ 293370 h 495300"/>
                <a:gd name="connsiteX303" fmla="*/ 19431 w 723900"/>
                <a:gd name="connsiteY303" fmla="*/ 299847 h 495300"/>
                <a:gd name="connsiteX304" fmla="*/ 20574 w 723900"/>
                <a:gd name="connsiteY304" fmla="*/ 304895 h 495300"/>
                <a:gd name="connsiteX305" fmla="*/ 19526 w 723900"/>
                <a:gd name="connsiteY305" fmla="*/ 313849 h 495300"/>
                <a:gd name="connsiteX306" fmla="*/ 19336 w 723900"/>
                <a:gd name="connsiteY306" fmla="*/ 323469 h 495300"/>
                <a:gd name="connsiteX307" fmla="*/ 17621 w 723900"/>
                <a:gd name="connsiteY307" fmla="*/ 329851 h 495300"/>
                <a:gd name="connsiteX308" fmla="*/ 20574 w 723900"/>
                <a:gd name="connsiteY308" fmla="*/ 328708 h 495300"/>
                <a:gd name="connsiteX309" fmla="*/ 25337 w 723900"/>
                <a:gd name="connsiteY309" fmla="*/ 327184 h 495300"/>
                <a:gd name="connsiteX310" fmla="*/ 26194 w 723900"/>
                <a:gd name="connsiteY310" fmla="*/ 326517 h 495300"/>
                <a:gd name="connsiteX311" fmla="*/ 26861 w 723900"/>
                <a:gd name="connsiteY311" fmla="*/ 325565 h 495300"/>
                <a:gd name="connsiteX312" fmla="*/ 27432 w 723900"/>
                <a:gd name="connsiteY312" fmla="*/ 323945 h 495300"/>
                <a:gd name="connsiteX313" fmla="*/ 27718 w 723900"/>
                <a:gd name="connsiteY313" fmla="*/ 322326 h 495300"/>
                <a:gd name="connsiteX314" fmla="*/ 27622 w 723900"/>
                <a:gd name="connsiteY314" fmla="*/ 318516 h 495300"/>
                <a:gd name="connsiteX315" fmla="*/ 27813 w 723900"/>
                <a:gd name="connsiteY315" fmla="*/ 316802 h 495300"/>
                <a:gd name="connsiteX316" fmla="*/ 28575 w 723900"/>
                <a:gd name="connsiteY316" fmla="*/ 315278 h 495300"/>
                <a:gd name="connsiteX317" fmla="*/ 30480 w 723900"/>
                <a:gd name="connsiteY317" fmla="*/ 314420 h 495300"/>
                <a:gd name="connsiteX318" fmla="*/ 34004 w 723900"/>
                <a:gd name="connsiteY318" fmla="*/ 314516 h 495300"/>
                <a:gd name="connsiteX319" fmla="*/ 35814 w 723900"/>
                <a:gd name="connsiteY319" fmla="*/ 314230 h 495300"/>
                <a:gd name="connsiteX320" fmla="*/ 37529 w 723900"/>
                <a:gd name="connsiteY320" fmla="*/ 313468 h 495300"/>
                <a:gd name="connsiteX321" fmla="*/ 38767 w 723900"/>
                <a:gd name="connsiteY321" fmla="*/ 312611 h 495300"/>
                <a:gd name="connsiteX322" fmla="*/ 39529 w 723900"/>
                <a:gd name="connsiteY322" fmla="*/ 311849 h 495300"/>
                <a:gd name="connsiteX323" fmla="*/ 39910 w 723900"/>
                <a:gd name="connsiteY323" fmla="*/ 310991 h 495300"/>
                <a:gd name="connsiteX324" fmla="*/ 40196 w 723900"/>
                <a:gd name="connsiteY324" fmla="*/ 309563 h 495300"/>
                <a:gd name="connsiteX325" fmla="*/ 40005 w 723900"/>
                <a:gd name="connsiteY325" fmla="*/ 308801 h 495300"/>
                <a:gd name="connsiteX326" fmla="*/ 39719 w 723900"/>
                <a:gd name="connsiteY326" fmla="*/ 308134 h 495300"/>
                <a:gd name="connsiteX327" fmla="*/ 38957 w 723900"/>
                <a:gd name="connsiteY327" fmla="*/ 307181 h 495300"/>
                <a:gd name="connsiteX328" fmla="*/ 35814 w 723900"/>
                <a:gd name="connsiteY328" fmla="*/ 304419 h 495300"/>
                <a:gd name="connsiteX329" fmla="*/ 35052 w 723900"/>
                <a:gd name="connsiteY329" fmla="*/ 303467 h 495300"/>
                <a:gd name="connsiteX330" fmla="*/ 34385 w 723900"/>
                <a:gd name="connsiteY330" fmla="*/ 302228 h 495300"/>
                <a:gd name="connsiteX331" fmla="*/ 33814 w 723900"/>
                <a:gd name="connsiteY331" fmla="*/ 300895 h 495300"/>
                <a:gd name="connsiteX332" fmla="*/ 33052 w 723900"/>
                <a:gd name="connsiteY332" fmla="*/ 297656 h 495300"/>
                <a:gd name="connsiteX333" fmla="*/ 32861 w 723900"/>
                <a:gd name="connsiteY333" fmla="*/ 296037 h 495300"/>
                <a:gd name="connsiteX334" fmla="*/ 32956 w 723900"/>
                <a:gd name="connsiteY334" fmla="*/ 294608 h 495300"/>
                <a:gd name="connsiteX335" fmla="*/ 33338 w 723900"/>
                <a:gd name="connsiteY335" fmla="*/ 293275 h 495300"/>
                <a:gd name="connsiteX336" fmla="*/ 33909 w 723900"/>
                <a:gd name="connsiteY336" fmla="*/ 291941 h 495300"/>
                <a:gd name="connsiteX337" fmla="*/ 35433 w 723900"/>
                <a:gd name="connsiteY337" fmla="*/ 289655 h 495300"/>
                <a:gd name="connsiteX338" fmla="*/ 35909 w 723900"/>
                <a:gd name="connsiteY338" fmla="*/ 288608 h 495300"/>
                <a:gd name="connsiteX339" fmla="*/ 36290 w 723900"/>
                <a:gd name="connsiteY339" fmla="*/ 287465 h 495300"/>
                <a:gd name="connsiteX340" fmla="*/ 36576 w 723900"/>
                <a:gd name="connsiteY340" fmla="*/ 286226 h 495300"/>
                <a:gd name="connsiteX341" fmla="*/ 36671 w 723900"/>
                <a:gd name="connsiteY341" fmla="*/ 283559 h 495300"/>
                <a:gd name="connsiteX342" fmla="*/ 37433 w 723900"/>
                <a:gd name="connsiteY342" fmla="*/ 281940 h 495300"/>
                <a:gd name="connsiteX343" fmla="*/ 38481 w 723900"/>
                <a:gd name="connsiteY343" fmla="*/ 280511 h 495300"/>
                <a:gd name="connsiteX344" fmla="*/ 42005 w 723900"/>
                <a:gd name="connsiteY344" fmla="*/ 276987 h 495300"/>
                <a:gd name="connsiteX345" fmla="*/ 42767 w 723900"/>
                <a:gd name="connsiteY345" fmla="*/ 275844 h 495300"/>
                <a:gd name="connsiteX346" fmla="*/ 43434 w 723900"/>
                <a:gd name="connsiteY346" fmla="*/ 274034 h 495300"/>
                <a:gd name="connsiteX347" fmla="*/ 44387 w 723900"/>
                <a:gd name="connsiteY347" fmla="*/ 272701 h 495300"/>
                <a:gd name="connsiteX348" fmla="*/ 46196 w 723900"/>
                <a:gd name="connsiteY348" fmla="*/ 270986 h 495300"/>
                <a:gd name="connsiteX349" fmla="*/ 50006 w 723900"/>
                <a:gd name="connsiteY349" fmla="*/ 268224 h 495300"/>
                <a:gd name="connsiteX350" fmla="*/ 52864 w 723900"/>
                <a:gd name="connsiteY350" fmla="*/ 265081 h 495300"/>
                <a:gd name="connsiteX351" fmla="*/ 53530 w 723900"/>
                <a:gd name="connsiteY351" fmla="*/ 264128 h 495300"/>
                <a:gd name="connsiteX352" fmla="*/ 55340 w 723900"/>
                <a:gd name="connsiteY352" fmla="*/ 263271 h 495300"/>
                <a:gd name="connsiteX353" fmla="*/ 64675 w 723900"/>
                <a:gd name="connsiteY353" fmla="*/ 261366 h 495300"/>
                <a:gd name="connsiteX354" fmla="*/ 72009 w 723900"/>
                <a:gd name="connsiteY354" fmla="*/ 261271 h 495300"/>
                <a:gd name="connsiteX355" fmla="*/ 73819 w 723900"/>
                <a:gd name="connsiteY355" fmla="*/ 260604 h 495300"/>
                <a:gd name="connsiteX356" fmla="*/ 77057 w 723900"/>
                <a:gd name="connsiteY356" fmla="*/ 260033 h 495300"/>
                <a:gd name="connsiteX357" fmla="*/ 77819 w 723900"/>
                <a:gd name="connsiteY357" fmla="*/ 259747 h 495300"/>
                <a:gd name="connsiteX358" fmla="*/ 78581 w 723900"/>
                <a:gd name="connsiteY358" fmla="*/ 259271 h 495300"/>
                <a:gd name="connsiteX359" fmla="*/ 80963 w 723900"/>
                <a:gd name="connsiteY359" fmla="*/ 257270 h 495300"/>
                <a:gd name="connsiteX360" fmla="*/ 82772 w 723900"/>
                <a:gd name="connsiteY360" fmla="*/ 256223 h 495300"/>
                <a:gd name="connsiteX361" fmla="*/ 83915 w 723900"/>
                <a:gd name="connsiteY361" fmla="*/ 255937 h 495300"/>
                <a:gd name="connsiteX362" fmla="*/ 85535 w 723900"/>
                <a:gd name="connsiteY362" fmla="*/ 255842 h 495300"/>
                <a:gd name="connsiteX363" fmla="*/ 91154 w 723900"/>
                <a:gd name="connsiteY363" fmla="*/ 256699 h 495300"/>
                <a:gd name="connsiteX364" fmla="*/ 92964 w 723900"/>
                <a:gd name="connsiteY364" fmla="*/ 256699 h 495300"/>
                <a:gd name="connsiteX365" fmla="*/ 94488 w 723900"/>
                <a:gd name="connsiteY365" fmla="*/ 256508 h 495300"/>
                <a:gd name="connsiteX366" fmla="*/ 95631 w 723900"/>
                <a:gd name="connsiteY366" fmla="*/ 256508 h 495300"/>
                <a:gd name="connsiteX367" fmla="*/ 96774 w 723900"/>
                <a:gd name="connsiteY367" fmla="*/ 256794 h 495300"/>
                <a:gd name="connsiteX368" fmla="*/ 99155 w 723900"/>
                <a:gd name="connsiteY368" fmla="*/ 258032 h 495300"/>
                <a:gd name="connsiteX369" fmla="*/ 102584 w 723900"/>
                <a:gd name="connsiteY369" fmla="*/ 260604 h 495300"/>
                <a:gd name="connsiteX370" fmla="*/ 103156 w 723900"/>
                <a:gd name="connsiteY370" fmla="*/ 261366 h 495300"/>
                <a:gd name="connsiteX371" fmla="*/ 103346 w 723900"/>
                <a:gd name="connsiteY371" fmla="*/ 263081 h 495300"/>
                <a:gd name="connsiteX372" fmla="*/ 103061 w 723900"/>
                <a:gd name="connsiteY372" fmla="*/ 264224 h 495300"/>
                <a:gd name="connsiteX373" fmla="*/ 101918 w 723900"/>
                <a:gd name="connsiteY373" fmla="*/ 266319 h 495300"/>
                <a:gd name="connsiteX374" fmla="*/ 101155 w 723900"/>
                <a:gd name="connsiteY374" fmla="*/ 268129 h 495300"/>
                <a:gd name="connsiteX375" fmla="*/ 100965 w 723900"/>
                <a:gd name="connsiteY375" fmla="*/ 268891 h 495300"/>
                <a:gd name="connsiteX376" fmla="*/ 100870 w 723900"/>
                <a:gd name="connsiteY376" fmla="*/ 269367 h 495300"/>
                <a:gd name="connsiteX377" fmla="*/ 101346 w 723900"/>
                <a:gd name="connsiteY377" fmla="*/ 269462 h 495300"/>
                <a:gd name="connsiteX378" fmla="*/ 101822 w 723900"/>
                <a:gd name="connsiteY378" fmla="*/ 269462 h 495300"/>
                <a:gd name="connsiteX379" fmla="*/ 106489 w 723900"/>
                <a:gd name="connsiteY379" fmla="*/ 266129 h 495300"/>
                <a:gd name="connsiteX380" fmla="*/ 108109 w 723900"/>
                <a:gd name="connsiteY380" fmla="*/ 264700 h 495300"/>
                <a:gd name="connsiteX381" fmla="*/ 108490 w 723900"/>
                <a:gd name="connsiteY381" fmla="*/ 264128 h 495300"/>
                <a:gd name="connsiteX382" fmla="*/ 109347 w 723900"/>
                <a:gd name="connsiteY382" fmla="*/ 262414 h 495300"/>
                <a:gd name="connsiteX383" fmla="*/ 110014 w 723900"/>
                <a:gd name="connsiteY383" fmla="*/ 262033 h 495300"/>
                <a:gd name="connsiteX384" fmla="*/ 110966 w 723900"/>
                <a:gd name="connsiteY384" fmla="*/ 261938 h 495300"/>
                <a:gd name="connsiteX385" fmla="*/ 112014 w 723900"/>
                <a:gd name="connsiteY385" fmla="*/ 262700 h 495300"/>
                <a:gd name="connsiteX386" fmla="*/ 112490 w 723900"/>
                <a:gd name="connsiteY386" fmla="*/ 263652 h 495300"/>
                <a:gd name="connsiteX387" fmla="*/ 112681 w 723900"/>
                <a:gd name="connsiteY387" fmla="*/ 264795 h 495300"/>
                <a:gd name="connsiteX388" fmla="*/ 112776 w 723900"/>
                <a:gd name="connsiteY388" fmla="*/ 265938 h 495300"/>
                <a:gd name="connsiteX389" fmla="*/ 113157 w 723900"/>
                <a:gd name="connsiteY389" fmla="*/ 266700 h 495300"/>
                <a:gd name="connsiteX390" fmla="*/ 114014 w 723900"/>
                <a:gd name="connsiteY390" fmla="*/ 266891 h 495300"/>
                <a:gd name="connsiteX391" fmla="*/ 116777 w 723900"/>
                <a:gd name="connsiteY391" fmla="*/ 265557 h 495300"/>
                <a:gd name="connsiteX392" fmla="*/ 119539 w 723900"/>
                <a:gd name="connsiteY392" fmla="*/ 264509 h 495300"/>
                <a:gd name="connsiteX393" fmla="*/ 126587 w 723900"/>
                <a:gd name="connsiteY393" fmla="*/ 262985 h 495300"/>
                <a:gd name="connsiteX394" fmla="*/ 127635 w 723900"/>
                <a:gd name="connsiteY394" fmla="*/ 262985 h 495300"/>
                <a:gd name="connsiteX395" fmla="*/ 128111 w 723900"/>
                <a:gd name="connsiteY395" fmla="*/ 263271 h 495300"/>
                <a:gd name="connsiteX396" fmla="*/ 128397 w 723900"/>
                <a:gd name="connsiteY396" fmla="*/ 264033 h 495300"/>
                <a:gd name="connsiteX397" fmla="*/ 128492 w 723900"/>
                <a:gd name="connsiteY397" fmla="*/ 266319 h 495300"/>
                <a:gd name="connsiteX398" fmla="*/ 128873 w 723900"/>
                <a:gd name="connsiteY398" fmla="*/ 267367 h 495300"/>
                <a:gd name="connsiteX399" fmla="*/ 129445 w 723900"/>
                <a:gd name="connsiteY399" fmla="*/ 267748 h 495300"/>
                <a:gd name="connsiteX400" fmla="*/ 130683 w 723900"/>
                <a:gd name="connsiteY400" fmla="*/ 267367 h 495300"/>
                <a:gd name="connsiteX401" fmla="*/ 133636 w 723900"/>
                <a:gd name="connsiteY401" fmla="*/ 265367 h 495300"/>
                <a:gd name="connsiteX402" fmla="*/ 134779 w 723900"/>
                <a:gd name="connsiteY402" fmla="*/ 264986 h 495300"/>
                <a:gd name="connsiteX403" fmla="*/ 139922 w 723900"/>
                <a:gd name="connsiteY403" fmla="*/ 264319 h 495300"/>
                <a:gd name="connsiteX404" fmla="*/ 143351 w 723900"/>
                <a:gd name="connsiteY404" fmla="*/ 264795 h 495300"/>
                <a:gd name="connsiteX405" fmla="*/ 146399 w 723900"/>
                <a:gd name="connsiteY405" fmla="*/ 265557 h 495300"/>
                <a:gd name="connsiteX406" fmla="*/ 150876 w 723900"/>
                <a:gd name="connsiteY406" fmla="*/ 265176 h 495300"/>
                <a:gd name="connsiteX407" fmla="*/ 152114 w 723900"/>
                <a:gd name="connsiteY407" fmla="*/ 265271 h 495300"/>
                <a:gd name="connsiteX408" fmla="*/ 152971 w 723900"/>
                <a:gd name="connsiteY408" fmla="*/ 266224 h 495300"/>
                <a:gd name="connsiteX409" fmla="*/ 153638 w 723900"/>
                <a:gd name="connsiteY409" fmla="*/ 268034 h 495300"/>
                <a:gd name="connsiteX410" fmla="*/ 154305 w 723900"/>
                <a:gd name="connsiteY410" fmla="*/ 268605 h 495300"/>
                <a:gd name="connsiteX411" fmla="*/ 155638 w 723900"/>
                <a:gd name="connsiteY411" fmla="*/ 268700 h 495300"/>
                <a:gd name="connsiteX412" fmla="*/ 156686 w 723900"/>
                <a:gd name="connsiteY412" fmla="*/ 268891 h 495300"/>
                <a:gd name="connsiteX413" fmla="*/ 157829 w 723900"/>
                <a:gd name="connsiteY413" fmla="*/ 269843 h 495300"/>
                <a:gd name="connsiteX414" fmla="*/ 158401 w 723900"/>
                <a:gd name="connsiteY414" fmla="*/ 270986 h 495300"/>
                <a:gd name="connsiteX415" fmla="*/ 158591 w 723900"/>
                <a:gd name="connsiteY415" fmla="*/ 272606 h 495300"/>
                <a:gd name="connsiteX416" fmla="*/ 158496 w 723900"/>
                <a:gd name="connsiteY416" fmla="*/ 274225 h 495300"/>
                <a:gd name="connsiteX417" fmla="*/ 157829 w 723900"/>
                <a:gd name="connsiteY417" fmla="*/ 277749 h 495300"/>
                <a:gd name="connsiteX418" fmla="*/ 157924 w 723900"/>
                <a:gd name="connsiteY418" fmla="*/ 278702 h 495300"/>
                <a:gd name="connsiteX419" fmla="*/ 158687 w 723900"/>
                <a:gd name="connsiteY419" fmla="*/ 279178 h 495300"/>
                <a:gd name="connsiteX420" fmla="*/ 160401 w 723900"/>
                <a:gd name="connsiteY420" fmla="*/ 278225 h 495300"/>
                <a:gd name="connsiteX421" fmla="*/ 162115 w 723900"/>
                <a:gd name="connsiteY421" fmla="*/ 277082 h 495300"/>
                <a:gd name="connsiteX422" fmla="*/ 162496 w 723900"/>
                <a:gd name="connsiteY422" fmla="*/ 277082 h 495300"/>
                <a:gd name="connsiteX423" fmla="*/ 163163 w 723900"/>
                <a:gd name="connsiteY423" fmla="*/ 277654 h 495300"/>
                <a:gd name="connsiteX424" fmla="*/ 163449 w 723900"/>
                <a:gd name="connsiteY424" fmla="*/ 278606 h 495300"/>
                <a:gd name="connsiteX425" fmla="*/ 164497 w 723900"/>
                <a:gd name="connsiteY425" fmla="*/ 278892 h 495300"/>
                <a:gd name="connsiteX426" fmla="*/ 166211 w 723900"/>
                <a:gd name="connsiteY426" fmla="*/ 278606 h 495300"/>
                <a:gd name="connsiteX427" fmla="*/ 175736 w 723900"/>
                <a:gd name="connsiteY427" fmla="*/ 274796 h 495300"/>
                <a:gd name="connsiteX428" fmla="*/ 177641 w 723900"/>
                <a:gd name="connsiteY428" fmla="*/ 274892 h 495300"/>
                <a:gd name="connsiteX429" fmla="*/ 178022 w 723900"/>
                <a:gd name="connsiteY429" fmla="*/ 276416 h 495300"/>
                <a:gd name="connsiteX430" fmla="*/ 177451 w 723900"/>
                <a:gd name="connsiteY430" fmla="*/ 279940 h 495300"/>
                <a:gd name="connsiteX431" fmla="*/ 177451 w 723900"/>
                <a:gd name="connsiteY431" fmla="*/ 281940 h 495300"/>
                <a:gd name="connsiteX432" fmla="*/ 177832 w 723900"/>
                <a:gd name="connsiteY432" fmla="*/ 284321 h 495300"/>
                <a:gd name="connsiteX433" fmla="*/ 178022 w 723900"/>
                <a:gd name="connsiteY433" fmla="*/ 288798 h 495300"/>
                <a:gd name="connsiteX434" fmla="*/ 179070 w 723900"/>
                <a:gd name="connsiteY434" fmla="*/ 291941 h 495300"/>
                <a:gd name="connsiteX435" fmla="*/ 180689 w 723900"/>
                <a:gd name="connsiteY435" fmla="*/ 292608 h 495300"/>
                <a:gd name="connsiteX436" fmla="*/ 182023 w 723900"/>
                <a:gd name="connsiteY436" fmla="*/ 292418 h 495300"/>
                <a:gd name="connsiteX437" fmla="*/ 184023 w 723900"/>
                <a:gd name="connsiteY437" fmla="*/ 291751 h 495300"/>
                <a:gd name="connsiteX438" fmla="*/ 186119 w 723900"/>
                <a:gd name="connsiteY438" fmla="*/ 289941 h 495300"/>
                <a:gd name="connsiteX439" fmla="*/ 191357 w 723900"/>
                <a:gd name="connsiteY439" fmla="*/ 283940 h 495300"/>
                <a:gd name="connsiteX440" fmla="*/ 193072 w 723900"/>
                <a:gd name="connsiteY440" fmla="*/ 280988 h 495300"/>
                <a:gd name="connsiteX441" fmla="*/ 194691 w 723900"/>
                <a:gd name="connsiteY441" fmla="*/ 279368 h 495300"/>
                <a:gd name="connsiteX442" fmla="*/ 196691 w 723900"/>
                <a:gd name="connsiteY442" fmla="*/ 278225 h 495300"/>
                <a:gd name="connsiteX443" fmla="*/ 203073 w 723900"/>
                <a:gd name="connsiteY443" fmla="*/ 276225 h 495300"/>
                <a:gd name="connsiteX444" fmla="*/ 209740 w 723900"/>
                <a:gd name="connsiteY444" fmla="*/ 275844 h 495300"/>
                <a:gd name="connsiteX445" fmla="*/ 215932 w 723900"/>
                <a:gd name="connsiteY445" fmla="*/ 272415 h 495300"/>
                <a:gd name="connsiteX446" fmla="*/ 216313 w 723900"/>
                <a:gd name="connsiteY446" fmla="*/ 271558 h 495300"/>
                <a:gd name="connsiteX447" fmla="*/ 216503 w 723900"/>
                <a:gd name="connsiteY447" fmla="*/ 270701 h 495300"/>
                <a:gd name="connsiteX448" fmla="*/ 215932 w 723900"/>
                <a:gd name="connsiteY448" fmla="*/ 270701 h 495300"/>
                <a:gd name="connsiteX449" fmla="*/ 213074 w 723900"/>
                <a:gd name="connsiteY449" fmla="*/ 272796 h 495300"/>
                <a:gd name="connsiteX450" fmla="*/ 212312 w 723900"/>
                <a:gd name="connsiteY450" fmla="*/ 273082 h 495300"/>
                <a:gd name="connsiteX451" fmla="*/ 211455 w 723900"/>
                <a:gd name="connsiteY451" fmla="*/ 273177 h 495300"/>
                <a:gd name="connsiteX452" fmla="*/ 209931 w 723900"/>
                <a:gd name="connsiteY452" fmla="*/ 272891 h 495300"/>
                <a:gd name="connsiteX453" fmla="*/ 209550 w 723900"/>
                <a:gd name="connsiteY453" fmla="*/ 272225 h 495300"/>
                <a:gd name="connsiteX454" fmla="*/ 209836 w 723900"/>
                <a:gd name="connsiteY454" fmla="*/ 271367 h 495300"/>
                <a:gd name="connsiteX455" fmla="*/ 212312 w 723900"/>
                <a:gd name="connsiteY455" fmla="*/ 269367 h 495300"/>
                <a:gd name="connsiteX456" fmla="*/ 213074 w 723900"/>
                <a:gd name="connsiteY456" fmla="*/ 268510 h 495300"/>
                <a:gd name="connsiteX457" fmla="*/ 215360 w 723900"/>
                <a:gd name="connsiteY457" fmla="*/ 264319 h 495300"/>
                <a:gd name="connsiteX458" fmla="*/ 217456 w 723900"/>
                <a:gd name="connsiteY458" fmla="*/ 262319 h 495300"/>
                <a:gd name="connsiteX459" fmla="*/ 219456 w 723900"/>
                <a:gd name="connsiteY459" fmla="*/ 260033 h 495300"/>
                <a:gd name="connsiteX460" fmla="*/ 220599 w 723900"/>
                <a:gd name="connsiteY460" fmla="*/ 258128 h 495300"/>
                <a:gd name="connsiteX461" fmla="*/ 220599 w 723900"/>
                <a:gd name="connsiteY461" fmla="*/ 258032 h 495300"/>
                <a:gd name="connsiteX462" fmla="*/ 222218 w 723900"/>
                <a:gd name="connsiteY462" fmla="*/ 254603 h 495300"/>
                <a:gd name="connsiteX463" fmla="*/ 223361 w 723900"/>
                <a:gd name="connsiteY463" fmla="*/ 253651 h 495300"/>
                <a:gd name="connsiteX464" fmla="*/ 224980 w 723900"/>
                <a:gd name="connsiteY464" fmla="*/ 253270 h 495300"/>
                <a:gd name="connsiteX465" fmla="*/ 227266 w 723900"/>
                <a:gd name="connsiteY465" fmla="*/ 253746 h 495300"/>
                <a:gd name="connsiteX466" fmla="*/ 228695 w 723900"/>
                <a:gd name="connsiteY466" fmla="*/ 254699 h 495300"/>
                <a:gd name="connsiteX467" fmla="*/ 229457 w 723900"/>
                <a:gd name="connsiteY467" fmla="*/ 256032 h 495300"/>
                <a:gd name="connsiteX468" fmla="*/ 229553 w 723900"/>
                <a:gd name="connsiteY468" fmla="*/ 257842 h 495300"/>
                <a:gd name="connsiteX469" fmla="*/ 229553 w 723900"/>
                <a:gd name="connsiteY469" fmla="*/ 258032 h 495300"/>
                <a:gd name="connsiteX470" fmla="*/ 229362 w 723900"/>
                <a:gd name="connsiteY470" fmla="*/ 259175 h 495300"/>
                <a:gd name="connsiteX471" fmla="*/ 228695 w 723900"/>
                <a:gd name="connsiteY471" fmla="*/ 261557 h 495300"/>
                <a:gd name="connsiteX472" fmla="*/ 228029 w 723900"/>
                <a:gd name="connsiteY472" fmla="*/ 263081 h 495300"/>
                <a:gd name="connsiteX473" fmla="*/ 227743 w 723900"/>
                <a:gd name="connsiteY473" fmla="*/ 264700 h 495300"/>
                <a:gd name="connsiteX474" fmla="*/ 227933 w 723900"/>
                <a:gd name="connsiteY474" fmla="*/ 265843 h 495300"/>
                <a:gd name="connsiteX475" fmla="*/ 229076 w 723900"/>
                <a:gd name="connsiteY475" fmla="*/ 266700 h 495300"/>
                <a:gd name="connsiteX476" fmla="*/ 230600 w 723900"/>
                <a:gd name="connsiteY476" fmla="*/ 267081 h 495300"/>
                <a:gd name="connsiteX477" fmla="*/ 232696 w 723900"/>
                <a:gd name="connsiteY477" fmla="*/ 266891 h 495300"/>
                <a:gd name="connsiteX478" fmla="*/ 235077 w 723900"/>
                <a:gd name="connsiteY478" fmla="*/ 265557 h 495300"/>
                <a:gd name="connsiteX479" fmla="*/ 236696 w 723900"/>
                <a:gd name="connsiteY479" fmla="*/ 264033 h 495300"/>
                <a:gd name="connsiteX480" fmla="*/ 237935 w 723900"/>
                <a:gd name="connsiteY480" fmla="*/ 262223 h 495300"/>
                <a:gd name="connsiteX481" fmla="*/ 239363 w 723900"/>
                <a:gd name="connsiteY481" fmla="*/ 259461 h 495300"/>
                <a:gd name="connsiteX482" fmla="*/ 239839 w 723900"/>
                <a:gd name="connsiteY482" fmla="*/ 258032 h 495300"/>
                <a:gd name="connsiteX483" fmla="*/ 240602 w 723900"/>
                <a:gd name="connsiteY483" fmla="*/ 254222 h 495300"/>
                <a:gd name="connsiteX484" fmla="*/ 241078 w 723900"/>
                <a:gd name="connsiteY484" fmla="*/ 252984 h 495300"/>
                <a:gd name="connsiteX485" fmla="*/ 241840 w 723900"/>
                <a:gd name="connsiteY485" fmla="*/ 251936 h 495300"/>
                <a:gd name="connsiteX486" fmla="*/ 246507 w 723900"/>
                <a:gd name="connsiteY486" fmla="*/ 247460 h 495300"/>
                <a:gd name="connsiteX487" fmla="*/ 248221 w 723900"/>
                <a:gd name="connsiteY487" fmla="*/ 246793 h 495300"/>
                <a:gd name="connsiteX488" fmla="*/ 250317 w 723900"/>
                <a:gd name="connsiteY488" fmla="*/ 246602 h 495300"/>
                <a:gd name="connsiteX489" fmla="*/ 252984 w 723900"/>
                <a:gd name="connsiteY489" fmla="*/ 247936 h 495300"/>
                <a:gd name="connsiteX490" fmla="*/ 256318 w 723900"/>
                <a:gd name="connsiteY490" fmla="*/ 251365 h 495300"/>
                <a:gd name="connsiteX491" fmla="*/ 257842 w 723900"/>
                <a:gd name="connsiteY491" fmla="*/ 252508 h 495300"/>
                <a:gd name="connsiteX492" fmla="*/ 259271 w 723900"/>
                <a:gd name="connsiteY492" fmla="*/ 252889 h 495300"/>
                <a:gd name="connsiteX493" fmla="*/ 261461 w 723900"/>
                <a:gd name="connsiteY493" fmla="*/ 253175 h 495300"/>
                <a:gd name="connsiteX494" fmla="*/ 265176 w 723900"/>
                <a:gd name="connsiteY494" fmla="*/ 252603 h 495300"/>
                <a:gd name="connsiteX495" fmla="*/ 272796 w 723900"/>
                <a:gd name="connsiteY495" fmla="*/ 250508 h 495300"/>
                <a:gd name="connsiteX496" fmla="*/ 274034 w 723900"/>
                <a:gd name="connsiteY496" fmla="*/ 250508 h 495300"/>
                <a:gd name="connsiteX497" fmla="*/ 275368 w 723900"/>
                <a:gd name="connsiteY497" fmla="*/ 250793 h 495300"/>
                <a:gd name="connsiteX498" fmla="*/ 276701 w 723900"/>
                <a:gd name="connsiteY498" fmla="*/ 250793 h 495300"/>
                <a:gd name="connsiteX499" fmla="*/ 284036 w 723900"/>
                <a:gd name="connsiteY499" fmla="*/ 248793 h 495300"/>
                <a:gd name="connsiteX500" fmla="*/ 287655 w 723900"/>
                <a:gd name="connsiteY500" fmla="*/ 247269 h 495300"/>
                <a:gd name="connsiteX501" fmla="*/ 289370 w 723900"/>
                <a:gd name="connsiteY501" fmla="*/ 246698 h 495300"/>
                <a:gd name="connsiteX502" fmla="*/ 299847 w 723900"/>
                <a:gd name="connsiteY502" fmla="*/ 247174 h 495300"/>
                <a:gd name="connsiteX503" fmla="*/ 300895 w 723900"/>
                <a:gd name="connsiteY503" fmla="*/ 247460 h 495300"/>
                <a:gd name="connsiteX504" fmla="*/ 301371 w 723900"/>
                <a:gd name="connsiteY504" fmla="*/ 248031 h 495300"/>
                <a:gd name="connsiteX505" fmla="*/ 301657 w 723900"/>
                <a:gd name="connsiteY505" fmla="*/ 248698 h 495300"/>
                <a:gd name="connsiteX506" fmla="*/ 300609 w 723900"/>
                <a:gd name="connsiteY506" fmla="*/ 250984 h 495300"/>
                <a:gd name="connsiteX507" fmla="*/ 291655 w 723900"/>
                <a:gd name="connsiteY507" fmla="*/ 258985 h 495300"/>
                <a:gd name="connsiteX508" fmla="*/ 291179 w 723900"/>
                <a:gd name="connsiteY508" fmla="*/ 259652 h 495300"/>
                <a:gd name="connsiteX509" fmla="*/ 290703 w 723900"/>
                <a:gd name="connsiteY509" fmla="*/ 260699 h 495300"/>
                <a:gd name="connsiteX510" fmla="*/ 290513 w 723900"/>
                <a:gd name="connsiteY510" fmla="*/ 261938 h 495300"/>
                <a:gd name="connsiteX511" fmla="*/ 290608 w 723900"/>
                <a:gd name="connsiteY511" fmla="*/ 263366 h 495300"/>
                <a:gd name="connsiteX512" fmla="*/ 291084 w 723900"/>
                <a:gd name="connsiteY512" fmla="*/ 264795 h 495300"/>
                <a:gd name="connsiteX513" fmla="*/ 292037 w 723900"/>
                <a:gd name="connsiteY513" fmla="*/ 265462 h 495300"/>
                <a:gd name="connsiteX514" fmla="*/ 294418 w 723900"/>
                <a:gd name="connsiteY514" fmla="*/ 265843 h 495300"/>
                <a:gd name="connsiteX515" fmla="*/ 295085 w 723900"/>
                <a:gd name="connsiteY515" fmla="*/ 266795 h 495300"/>
                <a:gd name="connsiteX516" fmla="*/ 295180 w 723900"/>
                <a:gd name="connsiteY516" fmla="*/ 268415 h 495300"/>
                <a:gd name="connsiteX517" fmla="*/ 293275 w 723900"/>
                <a:gd name="connsiteY517" fmla="*/ 272796 h 495300"/>
                <a:gd name="connsiteX518" fmla="*/ 291655 w 723900"/>
                <a:gd name="connsiteY518" fmla="*/ 277749 h 495300"/>
                <a:gd name="connsiteX519" fmla="*/ 289750 w 723900"/>
                <a:gd name="connsiteY519" fmla="*/ 281559 h 495300"/>
                <a:gd name="connsiteX520" fmla="*/ 289560 w 723900"/>
                <a:gd name="connsiteY520" fmla="*/ 282607 h 495300"/>
                <a:gd name="connsiteX521" fmla="*/ 289750 w 723900"/>
                <a:gd name="connsiteY521" fmla="*/ 283845 h 495300"/>
                <a:gd name="connsiteX522" fmla="*/ 290131 w 723900"/>
                <a:gd name="connsiteY522" fmla="*/ 285369 h 495300"/>
                <a:gd name="connsiteX523" fmla="*/ 290417 w 723900"/>
                <a:gd name="connsiteY523" fmla="*/ 287274 h 495300"/>
                <a:gd name="connsiteX524" fmla="*/ 290513 w 723900"/>
                <a:gd name="connsiteY524" fmla="*/ 289465 h 495300"/>
                <a:gd name="connsiteX525" fmla="*/ 289750 w 723900"/>
                <a:gd name="connsiteY525" fmla="*/ 296513 h 495300"/>
                <a:gd name="connsiteX526" fmla="*/ 289750 w 723900"/>
                <a:gd name="connsiteY526" fmla="*/ 297847 h 495300"/>
                <a:gd name="connsiteX527" fmla="*/ 290131 w 723900"/>
                <a:gd name="connsiteY527" fmla="*/ 298514 h 495300"/>
                <a:gd name="connsiteX528" fmla="*/ 290989 w 723900"/>
                <a:gd name="connsiteY528" fmla="*/ 298514 h 495300"/>
                <a:gd name="connsiteX529" fmla="*/ 292227 w 723900"/>
                <a:gd name="connsiteY529" fmla="*/ 297371 h 495300"/>
                <a:gd name="connsiteX530" fmla="*/ 294037 w 723900"/>
                <a:gd name="connsiteY530" fmla="*/ 296037 h 495300"/>
                <a:gd name="connsiteX531" fmla="*/ 296704 w 723900"/>
                <a:gd name="connsiteY531" fmla="*/ 294799 h 495300"/>
                <a:gd name="connsiteX532" fmla="*/ 301180 w 723900"/>
                <a:gd name="connsiteY532" fmla="*/ 293561 h 495300"/>
                <a:gd name="connsiteX533" fmla="*/ 306991 w 723900"/>
                <a:gd name="connsiteY533" fmla="*/ 293084 h 495300"/>
                <a:gd name="connsiteX534" fmla="*/ 308705 w 723900"/>
                <a:gd name="connsiteY534" fmla="*/ 291846 h 495300"/>
                <a:gd name="connsiteX535" fmla="*/ 309848 w 723900"/>
                <a:gd name="connsiteY535" fmla="*/ 290798 h 495300"/>
                <a:gd name="connsiteX536" fmla="*/ 311277 w 723900"/>
                <a:gd name="connsiteY536" fmla="*/ 289751 h 495300"/>
                <a:gd name="connsiteX537" fmla="*/ 312801 w 723900"/>
                <a:gd name="connsiteY537" fmla="*/ 288893 h 495300"/>
                <a:gd name="connsiteX538" fmla="*/ 314515 w 723900"/>
                <a:gd name="connsiteY538" fmla="*/ 288322 h 495300"/>
                <a:gd name="connsiteX539" fmla="*/ 316325 w 723900"/>
                <a:gd name="connsiteY539" fmla="*/ 288703 h 495300"/>
                <a:gd name="connsiteX540" fmla="*/ 318135 w 723900"/>
                <a:gd name="connsiteY540" fmla="*/ 289941 h 495300"/>
                <a:gd name="connsiteX541" fmla="*/ 320421 w 723900"/>
                <a:gd name="connsiteY541" fmla="*/ 292799 h 495300"/>
                <a:gd name="connsiteX542" fmla="*/ 325469 w 723900"/>
                <a:gd name="connsiteY542" fmla="*/ 296513 h 495300"/>
                <a:gd name="connsiteX543" fmla="*/ 330613 w 723900"/>
                <a:gd name="connsiteY543" fmla="*/ 301466 h 495300"/>
                <a:gd name="connsiteX544" fmla="*/ 338899 w 723900"/>
                <a:gd name="connsiteY544" fmla="*/ 311087 h 495300"/>
                <a:gd name="connsiteX545" fmla="*/ 339090 w 723900"/>
                <a:gd name="connsiteY545" fmla="*/ 311182 h 495300"/>
                <a:gd name="connsiteX546" fmla="*/ 339376 w 723900"/>
                <a:gd name="connsiteY546" fmla="*/ 311277 h 495300"/>
                <a:gd name="connsiteX547" fmla="*/ 339662 w 723900"/>
                <a:gd name="connsiteY547" fmla="*/ 311372 h 495300"/>
                <a:gd name="connsiteX548" fmla="*/ 340138 w 723900"/>
                <a:gd name="connsiteY548" fmla="*/ 311372 h 495300"/>
                <a:gd name="connsiteX549" fmla="*/ 341662 w 723900"/>
                <a:gd name="connsiteY549" fmla="*/ 310706 h 495300"/>
                <a:gd name="connsiteX550" fmla="*/ 342424 w 723900"/>
                <a:gd name="connsiteY550" fmla="*/ 310229 h 495300"/>
                <a:gd name="connsiteX551" fmla="*/ 344519 w 723900"/>
                <a:gd name="connsiteY551" fmla="*/ 308705 h 495300"/>
                <a:gd name="connsiteX552" fmla="*/ 346138 w 723900"/>
                <a:gd name="connsiteY552" fmla="*/ 307848 h 495300"/>
                <a:gd name="connsiteX553" fmla="*/ 346996 w 723900"/>
                <a:gd name="connsiteY553" fmla="*/ 307658 h 495300"/>
                <a:gd name="connsiteX554" fmla="*/ 347758 w 723900"/>
                <a:gd name="connsiteY554" fmla="*/ 307658 h 495300"/>
                <a:gd name="connsiteX555" fmla="*/ 348615 w 723900"/>
                <a:gd name="connsiteY555" fmla="*/ 307943 h 495300"/>
                <a:gd name="connsiteX556" fmla="*/ 349091 w 723900"/>
                <a:gd name="connsiteY556" fmla="*/ 308515 h 495300"/>
                <a:gd name="connsiteX557" fmla="*/ 349282 w 723900"/>
                <a:gd name="connsiteY557" fmla="*/ 309848 h 495300"/>
                <a:gd name="connsiteX558" fmla="*/ 348710 w 723900"/>
                <a:gd name="connsiteY558" fmla="*/ 310991 h 495300"/>
                <a:gd name="connsiteX559" fmla="*/ 348044 w 723900"/>
                <a:gd name="connsiteY559" fmla="*/ 312039 h 495300"/>
                <a:gd name="connsiteX560" fmla="*/ 347186 w 723900"/>
                <a:gd name="connsiteY560" fmla="*/ 312801 h 495300"/>
                <a:gd name="connsiteX561" fmla="*/ 346329 w 723900"/>
                <a:gd name="connsiteY561" fmla="*/ 313658 h 495300"/>
                <a:gd name="connsiteX562" fmla="*/ 345757 w 723900"/>
                <a:gd name="connsiteY562" fmla="*/ 314516 h 495300"/>
                <a:gd name="connsiteX563" fmla="*/ 344614 w 723900"/>
                <a:gd name="connsiteY563" fmla="*/ 316516 h 495300"/>
                <a:gd name="connsiteX564" fmla="*/ 343853 w 723900"/>
                <a:gd name="connsiteY564" fmla="*/ 317659 h 495300"/>
                <a:gd name="connsiteX565" fmla="*/ 342900 w 723900"/>
                <a:gd name="connsiteY565" fmla="*/ 318802 h 495300"/>
                <a:gd name="connsiteX566" fmla="*/ 340805 w 723900"/>
                <a:gd name="connsiteY566" fmla="*/ 320612 h 495300"/>
                <a:gd name="connsiteX567" fmla="*/ 338328 w 723900"/>
                <a:gd name="connsiteY567" fmla="*/ 322326 h 495300"/>
                <a:gd name="connsiteX568" fmla="*/ 337947 w 723900"/>
                <a:gd name="connsiteY568" fmla="*/ 322612 h 495300"/>
                <a:gd name="connsiteX569" fmla="*/ 337947 w 723900"/>
                <a:gd name="connsiteY569" fmla="*/ 323183 h 495300"/>
                <a:gd name="connsiteX570" fmla="*/ 338233 w 723900"/>
                <a:gd name="connsiteY570" fmla="*/ 324041 h 495300"/>
                <a:gd name="connsiteX571" fmla="*/ 341186 w 723900"/>
                <a:gd name="connsiteY571" fmla="*/ 325279 h 495300"/>
                <a:gd name="connsiteX572" fmla="*/ 342043 w 723900"/>
                <a:gd name="connsiteY572" fmla="*/ 325946 h 495300"/>
                <a:gd name="connsiteX573" fmla="*/ 342614 w 723900"/>
                <a:gd name="connsiteY573" fmla="*/ 327374 h 495300"/>
                <a:gd name="connsiteX574" fmla="*/ 343376 w 723900"/>
                <a:gd name="connsiteY574" fmla="*/ 328327 h 495300"/>
                <a:gd name="connsiteX575" fmla="*/ 343853 w 723900"/>
                <a:gd name="connsiteY575" fmla="*/ 328803 h 495300"/>
                <a:gd name="connsiteX576" fmla="*/ 347758 w 723900"/>
                <a:gd name="connsiteY576" fmla="*/ 329946 h 495300"/>
                <a:gd name="connsiteX577" fmla="*/ 349187 w 723900"/>
                <a:gd name="connsiteY577" fmla="*/ 330422 h 495300"/>
                <a:gd name="connsiteX578" fmla="*/ 350139 w 723900"/>
                <a:gd name="connsiteY578" fmla="*/ 330803 h 495300"/>
                <a:gd name="connsiteX579" fmla="*/ 351377 w 723900"/>
                <a:gd name="connsiteY579" fmla="*/ 331661 h 495300"/>
                <a:gd name="connsiteX580" fmla="*/ 356045 w 723900"/>
                <a:gd name="connsiteY580" fmla="*/ 335947 h 495300"/>
                <a:gd name="connsiteX581" fmla="*/ 357569 w 723900"/>
                <a:gd name="connsiteY581" fmla="*/ 338042 h 495300"/>
                <a:gd name="connsiteX582" fmla="*/ 358616 w 723900"/>
                <a:gd name="connsiteY582" fmla="*/ 339090 h 495300"/>
                <a:gd name="connsiteX583" fmla="*/ 360616 w 723900"/>
                <a:gd name="connsiteY583" fmla="*/ 340519 h 495300"/>
                <a:gd name="connsiteX584" fmla="*/ 361569 w 723900"/>
                <a:gd name="connsiteY584" fmla="*/ 341471 h 495300"/>
                <a:gd name="connsiteX585" fmla="*/ 362236 w 723900"/>
                <a:gd name="connsiteY585" fmla="*/ 342805 h 495300"/>
                <a:gd name="connsiteX586" fmla="*/ 362521 w 723900"/>
                <a:gd name="connsiteY586" fmla="*/ 344138 h 495300"/>
                <a:gd name="connsiteX587" fmla="*/ 362331 w 723900"/>
                <a:gd name="connsiteY587" fmla="*/ 345758 h 495300"/>
                <a:gd name="connsiteX588" fmla="*/ 361855 w 723900"/>
                <a:gd name="connsiteY588" fmla="*/ 347091 h 495300"/>
                <a:gd name="connsiteX589" fmla="*/ 361188 w 723900"/>
                <a:gd name="connsiteY589" fmla="*/ 348710 h 495300"/>
                <a:gd name="connsiteX590" fmla="*/ 361188 w 723900"/>
                <a:gd name="connsiteY590" fmla="*/ 349949 h 495300"/>
                <a:gd name="connsiteX591" fmla="*/ 361283 w 723900"/>
                <a:gd name="connsiteY591" fmla="*/ 350615 h 495300"/>
                <a:gd name="connsiteX592" fmla="*/ 361664 w 723900"/>
                <a:gd name="connsiteY592" fmla="*/ 351377 h 495300"/>
                <a:gd name="connsiteX593" fmla="*/ 361855 w 723900"/>
                <a:gd name="connsiteY593" fmla="*/ 352139 h 495300"/>
                <a:gd name="connsiteX594" fmla="*/ 362045 w 723900"/>
                <a:gd name="connsiteY594" fmla="*/ 352997 h 495300"/>
                <a:gd name="connsiteX595" fmla="*/ 362521 w 723900"/>
                <a:gd name="connsiteY595" fmla="*/ 353854 h 495300"/>
                <a:gd name="connsiteX596" fmla="*/ 363950 w 723900"/>
                <a:gd name="connsiteY596" fmla="*/ 355283 h 495300"/>
                <a:gd name="connsiteX597" fmla="*/ 364046 w 723900"/>
                <a:gd name="connsiteY597" fmla="*/ 356045 h 495300"/>
                <a:gd name="connsiteX598" fmla="*/ 363379 w 723900"/>
                <a:gd name="connsiteY598" fmla="*/ 356902 h 495300"/>
                <a:gd name="connsiteX599" fmla="*/ 348901 w 723900"/>
                <a:gd name="connsiteY599" fmla="*/ 361950 h 495300"/>
                <a:gd name="connsiteX600" fmla="*/ 345377 w 723900"/>
                <a:gd name="connsiteY600" fmla="*/ 366141 h 495300"/>
                <a:gd name="connsiteX601" fmla="*/ 344138 w 723900"/>
                <a:gd name="connsiteY601" fmla="*/ 366046 h 495300"/>
                <a:gd name="connsiteX602" fmla="*/ 339852 w 723900"/>
                <a:gd name="connsiteY602" fmla="*/ 366903 h 495300"/>
                <a:gd name="connsiteX603" fmla="*/ 338138 w 723900"/>
                <a:gd name="connsiteY603" fmla="*/ 366903 h 495300"/>
                <a:gd name="connsiteX604" fmla="*/ 335566 w 723900"/>
                <a:gd name="connsiteY604" fmla="*/ 366522 h 495300"/>
                <a:gd name="connsiteX605" fmla="*/ 335089 w 723900"/>
                <a:gd name="connsiteY605" fmla="*/ 366808 h 495300"/>
                <a:gd name="connsiteX606" fmla="*/ 334899 w 723900"/>
                <a:gd name="connsiteY606" fmla="*/ 367856 h 495300"/>
                <a:gd name="connsiteX607" fmla="*/ 334994 w 723900"/>
                <a:gd name="connsiteY607" fmla="*/ 368808 h 495300"/>
                <a:gd name="connsiteX608" fmla="*/ 334708 w 723900"/>
                <a:gd name="connsiteY608" fmla="*/ 369665 h 495300"/>
                <a:gd name="connsiteX609" fmla="*/ 333375 w 723900"/>
                <a:gd name="connsiteY609" fmla="*/ 369951 h 495300"/>
                <a:gd name="connsiteX610" fmla="*/ 332041 w 723900"/>
                <a:gd name="connsiteY610" fmla="*/ 369951 h 495300"/>
                <a:gd name="connsiteX611" fmla="*/ 330803 w 723900"/>
                <a:gd name="connsiteY611" fmla="*/ 370427 h 495300"/>
                <a:gd name="connsiteX612" fmla="*/ 329279 w 723900"/>
                <a:gd name="connsiteY612" fmla="*/ 371570 h 495300"/>
                <a:gd name="connsiteX613" fmla="*/ 326803 w 723900"/>
                <a:gd name="connsiteY613" fmla="*/ 373952 h 495300"/>
                <a:gd name="connsiteX614" fmla="*/ 322802 w 723900"/>
                <a:gd name="connsiteY614" fmla="*/ 377000 h 495300"/>
                <a:gd name="connsiteX615" fmla="*/ 317659 w 723900"/>
                <a:gd name="connsiteY615" fmla="*/ 382619 h 495300"/>
                <a:gd name="connsiteX616" fmla="*/ 314801 w 723900"/>
                <a:gd name="connsiteY616" fmla="*/ 385286 h 495300"/>
                <a:gd name="connsiteX617" fmla="*/ 315087 w 723900"/>
                <a:gd name="connsiteY617" fmla="*/ 386525 h 495300"/>
                <a:gd name="connsiteX618" fmla="*/ 315087 w 723900"/>
                <a:gd name="connsiteY618" fmla="*/ 386525 h 495300"/>
                <a:gd name="connsiteX619" fmla="*/ 315087 w 723900"/>
                <a:gd name="connsiteY619" fmla="*/ 386525 h 495300"/>
                <a:gd name="connsiteX620" fmla="*/ 315944 w 723900"/>
                <a:gd name="connsiteY620" fmla="*/ 386810 h 495300"/>
                <a:gd name="connsiteX621" fmla="*/ 317945 w 723900"/>
                <a:gd name="connsiteY621" fmla="*/ 387477 h 495300"/>
                <a:gd name="connsiteX622" fmla="*/ 317945 w 723900"/>
                <a:gd name="connsiteY622" fmla="*/ 387477 h 495300"/>
                <a:gd name="connsiteX623" fmla="*/ 318040 w 723900"/>
                <a:gd name="connsiteY623" fmla="*/ 387477 h 495300"/>
                <a:gd name="connsiteX624" fmla="*/ 318040 w 723900"/>
                <a:gd name="connsiteY624" fmla="*/ 387858 h 495300"/>
                <a:gd name="connsiteX625" fmla="*/ 318040 w 723900"/>
                <a:gd name="connsiteY625" fmla="*/ 387953 h 495300"/>
                <a:gd name="connsiteX626" fmla="*/ 321755 w 723900"/>
                <a:gd name="connsiteY626" fmla="*/ 390716 h 495300"/>
                <a:gd name="connsiteX627" fmla="*/ 321755 w 723900"/>
                <a:gd name="connsiteY627" fmla="*/ 390716 h 495300"/>
                <a:gd name="connsiteX628" fmla="*/ 322802 w 723900"/>
                <a:gd name="connsiteY628" fmla="*/ 391192 h 495300"/>
                <a:gd name="connsiteX629" fmla="*/ 322802 w 723900"/>
                <a:gd name="connsiteY629" fmla="*/ 391192 h 495300"/>
                <a:gd name="connsiteX630" fmla="*/ 323279 w 723900"/>
                <a:gd name="connsiteY630" fmla="*/ 391859 h 495300"/>
                <a:gd name="connsiteX631" fmla="*/ 323279 w 723900"/>
                <a:gd name="connsiteY631" fmla="*/ 391859 h 495300"/>
                <a:gd name="connsiteX632" fmla="*/ 322326 w 723900"/>
                <a:gd name="connsiteY632" fmla="*/ 392716 h 495300"/>
                <a:gd name="connsiteX633" fmla="*/ 322326 w 723900"/>
                <a:gd name="connsiteY633" fmla="*/ 392716 h 495300"/>
                <a:gd name="connsiteX634" fmla="*/ 322326 w 723900"/>
                <a:gd name="connsiteY634" fmla="*/ 392716 h 495300"/>
                <a:gd name="connsiteX635" fmla="*/ 325183 w 723900"/>
                <a:gd name="connsiteY635" fmla="*/ 393954 h 495300"/>
                <a:gd name="connsiteX636" fmla="*/ 325183 w 723900"/>
                <a:gd name="connsiteY636" fmla="*/ 393954 h 495300"/>
                <a:gd name="connsiteX637" fmla="*/ 326231 w 723900"/>
                <a:gd name="connsiteY637" fmla="*/ 395002 h 495300"/>
                <a:gd name="connsiteX638" fmla="*/ 327088 w 723900"/>
                <a:gd name="connsiteY638" fmla="*/ 397097 h 495300"/>
                <a:gd name="connsiteX639" fmla="*/ 327088 w 723900"/>
                <a:gd name="connsiteY639" fmla="*/ 397097 h 495300"/>
                <a:gd name="connsiteX640" fmla="*/ 327470 w 723900"/>
                <a:gd name="connsiteY640" fmla="*/ 399288 h 495300"/>
                <a:gd name="connsiteX641" fmla="*/ 327184 w 723900"/>
                <a:gd name="connsiteY641" fmla="*/ 400717 h 495300"/>
                <a:gd name="connsiteX642" fmla="*/ 325564 w 723900"/>
                <a:gd name="connsiteY642" fmla="*/ 403193 h 495300"/>
                <a:gd name="connsiteX643" fmla="*/ 321469 w 723900"/>
                <a:gd name="connsiteY643" fmla="*/ 404336 h 495300"/>
                <a:gd name="connsiteX644" fmla="*/ 314325 w 723900"/>
                <a:gd name="connsiteY644" fmla="*/ 406718 h 495300"/>
                <a:gd name="connsiteX645" fmla="*/ 313182 w 723900"/>
                <a:gd name="connsiteY645" fmla="*/ 406527 h 495300"/>
                <a:gd name="connsiteX646" fmla="*/ 312420 w 723900"/>
                <a:gd name="connsiteY646" fmla="*/ 406146 h 495300"/>
                <a:gd name="connsiteX647" fmla="*/ 312420 w 723900"/>
                <a:gd name="connsiteY647" fmla="*/ 406146 h 495300"/>
                <a:gd name="connsiteX648" fmla="*/ 311848 w 723900"/>
                <a:gd name="connsiteY648" fmla="*/ 405479 h 495300"/>
                <a:gd name="connsiteX649" fmla="*/ 311848 w 723900"/>
                <a:gd name="connsiteY649" fmla="*/ 405479 h 495300"/>
                <a:gd name="connsiteX650" fmla="*/ 311753 w 723900"/>
                <a:gd name="connsiteY650" fmla="*/ 404527 h 495300"/>
                <a:gd name="connsiteX651" fmla="*/ 311753 w 723900"/>
                <a:gd name="connsiteY651" fmla="*/ 404527 h 495300"/>
                <a:gd name="connsiteX652" fmla="*/ 303943 w 723900"/>
                <a:gd name="connsiteY652" fmla="*/ 399764 h 495300"/>
                <a:gd name="connsiteX653" fmla="*/ 303943 w 723900"/>
                <a:gd name="connsiteY653" fmla="*/ 399764 h 495300"/>
                <a:gd name="connsiteX654" fmla="*/ 299561 w 723900"/>
                <a:gd name="connsiteY654" fmla="*/ 398240 h 495300"/>
                <a:gd name="connsiteX655" fmla="*/ 296132 w 723900"/>
                <a:gd name="connsiteY655" fmla="*/ 399764 h 495300"/>
                <a:gd name="connsiteX656" fmla="*/ 295561 w 723900"/>
                <a:gd name="connsiteY656" fmla="*/ 401860 h 495300"/>
                <a:gd name="connsiteX657" fmla="*/ 296037 w 723900"/>
                <a:gd name="connsiteY657" fmla="*/ 404051 h 495300"/>
                <a:gd name="connsiteX658" fmla="*/ 296037 w 723900"/>
                <a:gd name="connsiteY658" fmla="*/ 404146 h 495300"/>
                <a:gd name="connsiteX659" fmla="*/ 297561 w 723900"/>
                <a:gd name="connsiteY659" fmla="*/ 408146 h 495300"/>
                <a:gd name="connsiteX660" fmla="*/ 297561 w 723900"/>
                <a:gd name="connsiteY660" fmla="*/ 408242 h 495300"/>
                <a:gd name="connsiteX661" fmla="*/ 297752 w 723900"/>
                <a:gd name="connsiteY661" fmla="*/ 410242 h 495300"/>
                <a:gd name="connsiteX662" fmla="*/ 297752 w 723900"/>
                <a:gd name="connsiteY662" fmla="*/ 412242 h 495300"/>
                <a:gd name="connsiteX663" fmla="*/ 297371 w 723900"/>
                <a:gd name="connsiteY663" fmla="*/ 414242 h 495300"/>
                <a:gd name="connsiteX664" fmla="*/ 291560 w 723900"/>
                <a:gd name="connsiteY664" fmla="*/ 430721 h 495300"/>
                <a:gd name="connsiteX665" fmla="*/ 290417 w 723900"/>
                <a:gd name="connsiteY665" fmla="*/ 435674 h 495300"/>
                <a:gd name="connsiteX666" fmla="*/ 289941 w 723900"/>
                <a:gd name="connsiteY666" fmla="*/ 439960 h 495300"/>
                <a:gd name="connsiteX667" fmla="*/ 289274 w 723900"/>
                <a:gd name="connsiteY667" fmla="*/ 441960 h 495300"/>
                <a:gd name="connsiteX668" fmla="*/ 288131 w 723900"/>
                <a:gd name="connsiteY668" fmla="*/ 443770 h 495300"/>
                <a:gd name="connsiteX669" fmla="*/ 287750 w 723900"/>
                <a:gd name="connsiteY669" fmla="*/ 444056 h 495300"/>
                <a:gd name="connsiteX670" fmla="*/ 288798 w 723900"/>
                <a:gd name="connsiteY670" fmla="*/ 444532 h 495300"/>
                <a:gd name="connsiteX671" fmla="*/ 296037 w 723900"/>
                <a:gd name="connsiteY671" fmla="*/ 449390 h 495300"/>
                <a:gd name="connsiteX672" fmla="*/ 296704 w 723900"/>
                <a:gd name="connsiteY672" fmla="*/ 450056 h 495300"/>
                <a:gd name="connsiteX673" fmla="*/ 297180 w 723900"/>
                <a:gd name="connsiteY673" fmla="*/ 450914 h 495300"/>
                <a:gd name="connsiteX674" fmla="*/ 297466 w 723900"/>
                <a:gd name="connsiteY674" fmla="*/ 452057 h 495300"/>
                <a:gd name="connsiteX675" fmla="*/ 297561 w 723900"/>
                <a:gd name="connsiteY675" fmla="*/ 455962 h 495300"/>
                <a:gd name="connsiteX676" fmla="*/ 297656 w 723900"/>
                <a:gd name="connsiteY676" fmla="*/ 457295 h 495300"/>
                <a:gd name="connsiteX677" fmla="*/ 298037 w 723900"/>
                <a:gd name="connsiteY677" fmla="*/ 458438 h 495300"/>
                <a:gd name="connsiteX678" fmla="*/ 300133 w 723900"/>
                <a:gd name="connsiteY678" fmla="*/ 462629 h 495300"/>
                <a:gd name="connsiteX679" fmla="*/ 300419 w 723900"/>
                <a:gd name="connsiteY679" fmla="*/ 463963 h 495300"/>
                <a:gd name="connsiteX680" fmla="*/ 300514 w 723900"/>
                <a:gd name="connsiteY680" fmla="*/ 466249 h 495300"/>
                <a:gd name="connsiteX681" fmla="*/ 300228 w 723900"/>
                <a:gd name="connsiteY681" fmla="*/ 468154 h 495300"/>
                <a:gd name="connsiteX682" fmla="*/ 299752 w 723900"/>
                <a:gd name="connsiteY682" fmla="*/ 470059 h 495300"/>
                <a:gd name="connsiteX683" fmla="*/ 295846 w 723900"/>
                <a:gd name="connsiteY683" fmla="*/ 479298 h 495300"/>
                <a:gd name="connsiteX684" fmla="*/ 296418 w 723900"/>
                <a:gd name="connsiteY684" fmla="*/ 480441 h 495300"/>
                <a:gd name="connsiteX685" fmla="*/ 297085 w 723900"/>
                <a:gd name="connsiteY685" fmla="*/ 481298 h 495300"/>
                <a:gd name="connsiteX686" fmla="*/ 304895 w 723900"/>
                <a:gd name="connsiteY686" fmla="*/ 482632 h 495300"/>
                <a:gd name="connsiteX687" fmla="*/ 312991 w 723900"/>
                <a:gd name="connsiteY687" fmla="*/ 482156 h 495300"/>
                <a:gd name="connsiteX688" fmla="*/ 318421 w 723900"/>
                <a:gd name="connsiteY688" fmla="*/ 482441 h 495300"/>
                <a:gd name="connsiteX689" fmla="*/ 319278 w 723900"/>
                <a:gd name="connsiteY689" fmla="*/ 482632 h 495300"/>
                <a:gd name="connsiteX690" fmla="*/ 319659 w 723900"/>
                <a:gd name="connsiteY690" fmla="*/ 482918 h 495300"/>
                <a:gd name="connsiteX691" fmla="*/ 319849 w 723900"/>
                <a:gd name="connsiteY691" fmla="*/ 483299 h 495300"/>
                <a:gd name="connsiteX692" fmla="*/ 319945 w 723900"/>
                <a:gd name="connsiteY692" fmla="*/ 483680 h 495300"/>
                <a:gd name="connsiteX693" fmla="*/ 319754 w 723900"/>
                <a:gd name="connsiteY693" fmla="*/ 484346 h 495300"/>
                <a:gd name="connsiteX694" fmla="*/ 319469 w 723900"/>
                <a:gd name="connsiteY694" fmla="*/ 484918 h 495300"/>
                <a:gd name="connsiteX695" fmla="*/ 318516 w 723900"/>
                <a:gd name="connsiteY695" fmla="*/ 486442 h 495300"/>
                <a:gd name="connsiteX696" fmla="*/ 318325 w 723900"/>
                <a:gd name="connsiteY696" fmla="*/ 487109 h 495300"/>
                <a:gd name="connsiteX697" fmla="*/ 318325 w 723900"/>
                <a:gd name="connsiteY697" fmla="*/ 487966 h 495300"/>
                <a:gd name="connsiteX698" fmla="*/ 319278 w 723900"/>
                <a:gd name="connsiteY698" fmla="*/ 491300 h 495300"/>
                <a:gd name="connsiteX699" fmla="*/ 320230 w 723900"/>
                <a:gd name="connsiteY699" fmla="*/ 493395 h 495300"/>
                <a:gd name="connsiteX700" fmla="*/ 320802 w 723900"/>
                <a:gd name="connsiteY700" fmla="*/ 494348 h 495300"/>
                <a:gd name="connsiteX701" fmla="*/ 321659 w 723900"/>
                <a:gd name="connsiteY701" fmla="*/ 495205 h 495300"/>
                <a:gd name="connsiteX702" fmla="*/ 322707 w 723900"/>
                <a:gd name="connsiteY702" fmla="*/ 495967 h 495300"/>
                <a:gd name="connsiteX703" fmla="*/ 323945 w 723900"/>
                <a:gd name="connsiteY703" fmla="*/ 496443 h 495300"/>
                <a:gd name="connsiteX704" fmla="*/ 324898 w 723900"/>
                <a:gd name="connsiteY704" fmla="*/ 496538 h 495300"/>
                <a:gd name="connsiteX705" fmla="*/ 325850 w 723900"/>
                <a:gd name="connsiteY705" fmla="*/ 496348 h 495300"/>
                <a:gd name="connsiteX706" fmla="*/ 326898 w 723900"/>
                <a:gd name="connsiteY706" fmla="*/ 495967 h 495300"/>
                <a:gd name="connsiteX707" fmla="*/ 328327 w 723900"/>
                <a:gd name="connsiteY707" fmla="*/ 494919 h 495300"/>
                <a:gd name="connsiteX708" fmla="*/ 329374 w 723900"/>
                <a:gd name="connsiteY708" fmla="*/ 493776 h 495300"/>
                <a:gd name="connsiteX709" fmla="*/ 330994 w 723900"/>
                <a:gd name="connsiteY709" fmla="*/ 491776 h 495300"/>
                <a:gd name="connsiteX710" fmla="*/ 334708 w 723900"/>
                <a:gd name="connsiteY710" fmla="*/ 488537 h 495300"/>
                <a:gd name="connsiteX711" fmla="*/ 338328 w 723900"/>
                <a:gd name="connsiteY711" fmla="*/ 484727 h 495300"/>
                <a:gd name="connsiteX712" fmla="*/ 339662 w 723900"/>
                <a:gd name="connsiteY712" fmla="*/ 483775 h 495300"/>
                <a:gd name="connsiteX713" fmla="*/ 340900 w 723900"/>
                <a:gd name="connsiteY713" fmla="*/ 483203 h 495300"/>
                <a:gd name="connsiteX714" fmla="*/ 341757 w 723900"/>
                <a:gd name="connsiteY714" fmla="*/ 483013 h 495300"/>
                <a:gd name="connsiteX715" fmla="*/ 342519 w 723900"/>
                <a:gd name="connsiteY715" fmla="*/ 482537 h 495300"/>
                <a:gd name="connsiteX716" fmla="*/ 342710 w 723900"/>
                <a:gd name="connsiteY716" fmla="*/ 481489 h 495300"/>
                <a:gd name="connsiteX717" fmla="*/ 342519 w 723900"/>
                <a:gd name="connsiteY717" fmla="*/ 480441 h 495300"/>
                <a:gd name="connsiteX718" fmla="*/ 342233 w 723900"/>
                <a:gd name="connsiteY718" fmla="*/ 479203 h 495300"/>
                <a:gd name="connsiteX719" fmla="*/ 342233 w 723900"/>
                <a:gd name="connsiteY719" fmla="*/ 477203 h 495300"/>
                <a:gd name="connsiteX720" fmla="*/ 343186 w 723900"/>
                <a:gd name="connsiteY720" fmla="*/ 475393 h 495300"/>
                <a:gd name="connsiteX721" fmla="*/ 348805 w 723900"/>
                <a:gd name="connsiteY721" fmla="*/ 469392 h 495300"/>
                <a:gd name="connsiteX722" fmla="*/ 351377 w 723900"/>
                <a:gd name="connsiteY722" fmla="*/ 466916 h 495300"/>
                <a:gd name="connsiteX723" fmla="*/ 352044 w 723900"/>
                <a:gd name="connsiteY723" fmla="*/ 465963 h 495300"/>
                <a:gd name="connsiteX724" fmla="*/ 352425 w 723900"/>
                <a:gd name="connsiteY724" fmla="*/ 465011 h 495300"/>
                <a:gd name="connsiteX725" fmla="*/ 352901 w 723900"/>
                <a:gd name="connsiteY725" fmla="*/ 462915 h 495300"/>
                <a:gd name="connsiteX726" fmla="*/ 356521 w 723900"/>
                <a:gd name="connsiteY726" fmla="*/ 453104 h 495300"/>
                <a:gd name="connsiteX727" fmla="*/ 357092 w 723900"/>
                <a:gd name="connsiteY727" fmla="*/ 452057 h 495300"/>
                <a:gd name="connsiteX728" fmla="*/ 357854 w 723900"/>
                <a:gd name="connsiteY728" fmla="*/ 451580 h 495300"/>
                <a:gd name="connsiteX729" fmla="*/ 358712 w 723900"/>
                <a:gd name="connsiteY729" fmla="*/ 451771 h 495300"/>
                <a:gd name="connsiteX730" fmla="*/ 360140 w 723900"/>
                <a:gd name="connsiteY730" fmla="*/ 453200 h 495300"/>
                <a:gd name="connsiteX731" fmla="*/ 360902 w 723900"/>
                <a:gd name="connsiteY731" fmla="*/ 454343 h 495300"/>
                <a:gd name="connsiteX732" fmla="*/ 366046 w 723900"/>
                <a:gd name="connsiteY732" fmla="*/ 465011 h 495300"/>
                <a:gd name="connsiteX733" fmla="*/ 366998 w 723900"/>
                <a:gd name="connsiteY733" fmla="*/ 466249 h 495300"/>
                <a:gd name="connsiteX734" fmla="*/ 368618 w 723900"/>
                <a:gd name="connsiteY734" fmla="*/ 466439 h 495300"/>
                <a:gd name="connsiteX735" fmla="*/ 370046 w 723900"/>
                <a:gd name="connsiteY735" fmla="*/ 466439 h 495300"/>
                <a:gd name="connsiteX736" fmla="*/ 377762 w 723900"/>
                <a:gd name="connsiteY736" fmla="*/ 463201 h 495300"/>
                <a:gd name="connsiteX737" fmla="*/ 379381 w 723900"/>
                <a:gd name="connsiteY737" fmla="*/ 463963 h 495300"/>
                <a:gd name="connsiteX738" fmla="*/ 383096 w 723900"/>
                <a:gd name="connsiteY738" fmla="*/ 464534 h 495300"/>
                <a:gd name="connsiteX739" fmla="*/ 384905 w 723900"/>
                <a:gd name="connsiteY739" fmla="*/ 464534 h 495300"/>
                <a:gd name="connsiteX740" fmla="*/ 387953 w 723900"/>
                <a:gd name="connsiteY740" fmla="*/ 462248 h 495300"/>
                <a:gd name="connsiteX741" fmla="*/ 387191 w 723900"/>
                <a:gd name="connsiteY741" fmla="*/ 460439 h 495300"/>
                <a:gd name="connsiteX742" fmla="*/ 390049 w 723900"/>
                <a:gd name="connsiteY742" fmla="*/ 460248 h 495300"/>
                <a:gd name="connsiteX743" fmla="*/ 391096 w 723900"/>
                <a:gd name="connsiteY743" fmla="*/ 456438 h 495300"/>
                <a:gd name="connsiteX744" fmla="*/ 391858 w 723900"/>
                <a:gd name="connsiteY744" fmla="*/ 446532 h 495300"/>
                <a:gd name="connsiteX745" fmla="*/ 393287 w 723900"/>
                <a:gd name="connsiteY745" fmla="*/ 441960 h 495300"/>
                <a:gd name="connsiteX746" fmla="*/ 394335 w 723900"/>
                <a:gd name="connsiteY746" fmla="*/ 440912 h 495300"/>
                <a:gd name="connsiteX747" fmla="*/ 396240 w 723900"/>
                <a:gd name="connsiteY747" fmla="*/ 440531 h 495300"/>
                <a:gd name="connsiteX748" fmla="*/ 397383 w 723900"/>
                <a:gd name="connsiteY748" fmla="*/ 439674 h 495300"/>
                <a:gd name="connsiteX749" fmla="*/ 396812 w 723900"/>
                <a:gd name="connsiteY749" fmla="*/ 437579 h 495300"/>
                <a:gd name="connsiteX750" fmla="*/ 395002 w 723900"/>
                <a:gd name="connsiteY750" fmla="*/ 433673 h 495300"/>
                <a:gd name="connsiteX751" fmla="*/ 397193 w 723900"/>
                <a:gd name="connsiteY751" fmla="*/ 429863 h 495300"/>
                <a:gd name="connsiteX752" fmla="*/ 398050 w 723900"/>
                <a:gd name="connsiteY752" fmla="*/ 427577 h 495300"/>
                <a:gd name="connsiteX753" fmla="*/ 397002 w 723900"/>
                <a:gd name="connsiteY753" fmla="*/ 426625 h 495300"/>
                <a:gd name="connsiteX754" fmla="*/ 396335 w 723900"/>
                <a:gd name="connsiteY754" fmla="*/ 426244 h 495300"/>
                <a:gd name="connsiteX755" fmla="*/ 395954 w 723900"/>
                <a:gd name="connsiteY755" fmla="*/ 425291 h 495300"/>
                <a:gd name="connsiteX756" fmla="*/ 395859 w 723900"/>
                <a:gd name="connsiteY756" fmla="*/ 423196 h 495300"/>
                <a:gd name="connsiteX757" fmla="*/ 396240 w 723900"/>
                <a:gd name="connsiteY757" fmla="*/ 422243 h 495300"/>
                <a:gd name="connsiteX758" fmla="*/ 396526 w 723900"/>
                <a:gd name="connsiteY758" fmla="*/ 421958 h 495300"/>
                <a:gd name="connsiteX759" fmla="*/ 397097 w 723900"/>
                <a:gd name="connsiteY759" fmla="*/ 420624 h 495300"/>
                <a:gd name="connsiteX760" fmla="*/ 397669 w 723900"/>
                <a:gd name="connsiteY760" fmla="*/ 418529 h 495300"/>
                <a:gd name="connsiteX761" fmla="*/ 398716 w 723900"/>
                <a:gd name="connsiteY761" fmla="*/ 413861 h 495300"/>
                <a:gd name="connsiteX762" fmla="*/ 399383 w 723900"/>
                <a:gd name="connsiteY762" fmla="*/ 411671 h 495300"/>
                <a:gd name="connsiteX763" fmla="*/ 400145 w 723900"/>
                <a:gd name="connsiteY763" fmla="*/ 410147 h 495300"/>
                <a:gd name="connsiteX764" fmla="*/ 400621 w 723900"/>
                <a:gd name="connsiteY764" fmla="*/ 409480 h 495300"/>
                <a:gd name="connsiteX765" fmla="*/ 401383 w 723900"/>
                <a:gd name="connsiteY765" fmla="*/ 408908 h 495300"/>
                <a:gd name="connsiteX766" fmla="*/ 401955 w 723900"/>
                <a:gd name="connsiteY766" fmla="*/ 408623 h 495300"/>
                <a:gd name="connsiteX767" fmla="*/ 402907 w 723900"/>
                <a:gd name="connsiteY767" fmla="*/ 408337 h 495300"/>
                <a:gd name="connsiteX768" fmla="*/ 403288 w 723900"/>
                <a:gd name="connsiteY768" fmla="*/ 408242 h 495300"/>
                <a:gd name="connsiteX769" fmla="*/ 403574 w 723900"/>
                <a:gd name="connsiteY769" fmla="*/ 408242 h 495300"/>
                <a:gd name="connsiteX770" fmla="*/ 403860 w 723900"/>
                <a:gd name="connsiteY770" fmla="*/ 408432 h 495300"/>
                <a:gd name="connsiteX771" fmla="*/ 405194 w 723900"/>
                <a:gd name="connsiteY771" fmla="*/ 409575 h 495300"/>
                <a:gd name="connsiteX772" fmla="*/ 405860 w 723900"/>
                <a:gd name="connsiteY772" fmla="*/ 409956 h 495300"/>
                <a:gd name="connsiteX773" fmla="*/ 406718 w 723900"/>
                <a:gd name="connsiteY773" fmla="*/ 410147 h 495300"/>
                <a:gd name="connsiteX774" fmla="*/ 407670 w 723900"/>
                <a:gd name="connsiteY774" fmla="*/ 409956 h 495300"/>
                <a:gd name="connsiteX775" fmla="*/ 408813 w 723900"/>
                <a:gd name="connsiteY775" fmla="*/ 409289 h 495300"/>
                <a:gd name="connsiteX776" fmla="*/ 409289 w 723900"/>
                <a:gd name="connsiteY776" fmla="*/ 408337 h 495300"/>
                <a:gd name="connsiteX777" fmla="*/ 409480 w 723900"/>
                <a:gd name="connsiteY777" fmla="*/ 407289 h 495300"/>
                <a:gd name="connsiteX778" fmla="*/ 409670 w 723900"/>
                <a:gd name="connsiteY778" fmla="*/ 405289 h 495300"/>
                <a:gd name="connsiteX779" fmla="*/ 411956 w 723900"/>
                <a:gd name="connsiteY779" fmla="*/ 401193 h 495300"/>
                <a:gd name="connsiteX780" fmla="*/ 415004 w 723900"/>
                <a:gd name="connsiteY780" fmla="*/ 396716 h 495300"/>
                <a:gd name="connsiteX781" fmla="*/ 414814 w 723900"/>
                <a:gd name="connsiteY781" fmla="*/ 395097 h 495300"/>
                <a:gd name="connsiteX782" fmla="*/ 414433 w 723900"/>
                <a:gd name="connsiteY782" fmla="*/ 394621 h 495300"/>
                <a:gd name="connsiteX783" fmla="*/ 413575 w 723900"/>
                <a:gd name="connsiteY783" fmla="*/ 393573 h 495300"/>
                <a:gd name="connsiteX784" fmla="*/ 413385 w 723900"/>
                <a:gd name="connsiteY784" fmla="*/ 392906 h 495300"/>
                <a:gd name="connsiteX785" fmla="*/ 413671 w 723900"/>
                <a:gd name="connsiteY785" fmla="*/ 392335 h 495300"/>
                <a:gd name="connsiteX786" fmla="*/ 414242 w 723900"/>
                <a:gd name="connsiteY786" fmla="*/ 392049 h 495300"/>
                <a:gd name="connsiteX787" fmla="*/ 414814 w 723900"/>
                <a:gd name="connsiteY787" fmla="*/ 391954 h 495300"/>
                <a:gd name="connsiteX788" fmla="*/ 415576 w 723900"/>
                <a:gd name="connsiteY788" fmla="*/ 391668 h 495300"/>
                <a:gd name="connsiteX789" fmla="*/ 416433 w 723900"/>
                <a:gd name="connsiteY789" fmla="*/ 391192 h 495300"/>
                <a:gd name="connsiteX790" fmla="*/ 417481 w 723900"/>
                <a:gd name="connsiteY790" fmla="*/ 390049 h 495300"/>
                <a:gd name="connsiteX791" fmla="*/ 417766 w 723900"/>
                <a:gd name="connsiteY791" fmla="*/ 389287 h 495300"/>
                <a:gd name="connsiteX792" fmla="*/ 417671 w 723900"/>
                <a:gd name="connsiteY792" fmla="*/ 388430 h 495300"/>
                <a:gd name="connsiteX793" fmla="*/ 415766 w 723900"/>
                <a:gd name="connsiteY793" fmla="*/ 384810 h 495300"/>
                <a:gd name="connsiteX794" fmla="*/ 415862 w 723900"/>
                <a:gd name="connsiteY794" fmla="*/ 382143 h 495300"/>
                <a:gd name="connsiteX795" fmla="*/ 416147 w 723900"/>
                <a:gd name="connsiteY795" fmla="*/ 381286 h 495300"/>
                <a:gd name="connsiteX796" fmla="*/ 416814 w 723900"/>
                <a:gd name="connsiteY796" fmla="*/ 380143 h 495300"/>
                <a:gd name="connsiteX797" fmla="*/ 417481 w 723900"/>
                <a:gd name="connsiteY797" fmla="*/ 379286 h 495300"/>
                <a:gd name="connsiteX798" fmla="*/ 418243 w 723900"/>
                <a:gd name="connsiteY798" fmla="*/ 378714 h 495300"/>
                <a:gd name="connsiteX799" fmla="*/ 419100 w 723900"/>
                <a:gd name="connsiteY799" fmla="*/ 378428 h 495300"/>
                <a:gd name="connsiteX800" fmla="*/ 420910 w 723900"/>
                <a:gd name="connsiteY800" fmla="*/ 378047 h 495300"/>
                <a:gd name="connsiteX801" fmla="*/ 421767 w 723900"/>
                <a:gd name="connsiteY801" fmla="*/ 377571 h 495300"/>
                <a:gd name="connsiteX802" fmla="*/ 422338 w 723900"/>
                <a:gd name="connsiteY802" fmla="*/ 376428 h 495300"/>
                <a:gd name="connsiteX803" fmla="*/ 422815 w 723900"/>
                <a:gd name="connsiteY803" fmla="*/ 374809 h 495300"/>
                <a:gd name="connsiteX804" fmla="*/ 423672 w 723900"/>
                <a:gd name="connsiteY804" fmla="*/ 373380 h 495300"/>
                <a:gd name="connsiteX805" fmla="*/ 425005 w 723900"/>
                <a:gd name="connsiteY805" fmla="*/ 371666 h 495300"/>
                <a:gd name="connsiteX806" fmla="*/ 425672 w 723900"/>
                <a:gd name="connsiteY806" fmla="*/ 370046 h 495300"/>
                <a:gd name="connsiteX807" fmla="*/ 427958 w 723900"/>
                <a:gd name="connsiteY807" fmla="*/ 363284 h 495300"/>
                <a:gd name="connsiteX808" fmla="*/ 431292 w 723900"/>
                <a:gd name="connsiteY808" fmla="*/ 355949 h 495300"/>
                <a:gd name="connsiteX809" fmla="*/ 433197 w 723900"/>
                <a:gd name="connsiteY809" fmla="*/ 352520 h 495300"/>
                <a:gd name="connsiteX810" fmla="*/ 434626 w 723900"/>
                <a:gd name="connsiteY810" fmla="*/ 350615 h 495300"/>
                <a:gd name="connsiteX811" fmla="*/ 437674 w 723900"/>
                <a:gd name="connsiteY811" fmla="*/ 347377 h 495300"/>
                <a:gd name="connsiteX812" fmla="*/ 437674 w 723900"/>
                <a:gd name="connsiteY812" fmla="*/ 347377 h 495300"/>
                <a:gd name="connsiteX813" fmla="*/ 438340 w 723900"/>
                <a:gd name="connsiteY813" fmla="*/ 344805 h 495300"/>
                <a:gd name="connsiteX814" fmla="*/ 438340 w 723900"/>
                <a:gd name="connsiteY814" fmla="*/ 342805 h 495300"/>
                <a:gd name="connsiteX815" fmla="*/ 438721 w 723900"/>
                <a:gd name="connsiteY815" fmla="*/ 339566 h 495300"/>
                <a:gd name="connsiteX816" fmla="*/ 438721 w 723900"/>
                <a:gd name="connsiteY816" fmla="*/ 337376 h 495300"/>
                <a:gd name="connsiteX817" fmla="*/ 438245 w 723900"/>
                <a:gd name="connsiteY817" fmla="*/ 335566 h 495300"/>
                <a:gd name="connsiteX818" fmla="*/ 437769 w 723900"/>
                <a:gd name="connsiteY818" fmla="*/ 334423 h 495300"/>
                <a:gd name="connsiteX819" fmla="*/ 437007 w 723900"/>
                <a:gd name="connsiteY819" fmla="*/ 332137 h 495300"/>
                <a:gd name="connsiteX820" fmla="*/ 436340 w 723900"/>
                <a:gd name="connsiteY820" fmla="*/ 330803 h 495300"/>
                <a:gd name="connsiteX821" fmla="*/ 435197 w 723900"/>
                <a:gd name="connsiteY821" fmla="*/ 329470 h 495300"/>
                <a:gd name="connsiteX822" fmla="*/ 433864 w 723900"/>
                <a:gd name="connsiteY822" fmla="*/ 328613 h 495300"/>
                <a:gd name="connsiteX823" fmla="*/ 432625 w 723900"/>
                <a:gd name="connsiteY823" fmla="*/ 327946 h 495300"/>
                <a:gd name="connsiteX824" fmla="*/ 431482 w 723900"/>
                <a:gd name="connsiteY824" fmla="*/ 327089 h 495300"/>
                <a:gd name="connsiteX825" fmla="*/ 430816 w 723900"/>
                <a:gd name="connsiteY825" fmla="*/ 325946 h 495300"/>
                <a:gd name="connsiteX826" fmla="*/ 430149 w 723900"/>
                <a:gd name="connsiteY826" fmla="*/ 324612 h 495300"/>
                <a:gd name="connsiteX827" fmla="*/ 429482 w 723900"/>
                <a:gd name="connsiteY827" fmla="*/ 323660 h 495300"/>
                <a:gd name="connsiteX828" fmla="*/ 428720 w 723900"/>
                <a:gd name="connsiteY828" fmla="*/ 322993 h 495300"/>
                <a:gd name="connsiteX829" fmla="*/ 428244 w 723900"/>
                <a:gd name="connsiteY829" fmla="*/ 322612 h 495300"/>
                <a:gd name="connsiteX830" fmla="*/ 428054 w 723900"/>
                <a:gd name="connsiteY830" fmla="*/ 322231 h 495300"/>
                <a:gd name="connsiteX831" fmla="*/ 427958 w 723900"/>
                <a:gd name="connsiteY831" fmla="*/ 322040 h 495300"/>
                <a:gd name="connsiteX832" fmla="*/ 427482 w 723900"/>
                <a:gd name="connsiteY832" fmla="*/ 321183 h 495300"/>
                <a:gd name="connsiteX833" fmla="*/ 426815 w 723900"/>
                <a:gd name="connsiteY833" fmla="*/ 320231 h 495300"/>
                <a:gd name="connsiteX834" fmla="*/ 425101 w 723900"/>
                <a:gd name="connsiteY834" fmla="*/ 318421 h 495300"/>
                <a:gd name="connsiteX835" fmla="*/ 424529 w 723900"/>
                <a:gd name="connsiteY835" fmla="*/ 317278 h 495300"/>
                <a:gd name="connsiteX836" fmla="*/ 424815 w 723900"/>
                <a:gd name="connsiteY836" fmla="*/ 315944 h 495300"/>
                <a:gd name="connsiteX837" fmla="*/ 425672 w 723900"/>
                <a:gd name="connsiteY837" fmla="*/ 314801 h 495300"/>
                <a:gd name="connsiteX838" fmla="*/ 429578 w 723900"/>
                <a:gd name="connsiteY838" fmla="*/ 311753 h 495300"/>
                <a:gd name="connsiteX839" fmla="*/ 434149 w 723900"/>
                <a:gd name="connsiteY839" fmla="*/ 307181 h 495300"/>
                <a:gd name="connsiteX840" fmla="*/ 440912 w 723900"/>
                <a:gd name="connsiteY840" fmla="*/ 302514 h 495300"/>
                <a:gd name="connsiteX841" fmla="*/ 446341 w 723900"/>
                <a:gd name="connsiteY841" fmla="*/ 297942 h 495300"/>
                <a:gd name="connsiteX842" fmla="*/ 452819 w 723900"/>
                <a:gd name="connsiteY842" fmla="*/ 288417 h 495300"/>
                <a:gd name="connsiteX843" fmla="*/ 455009 w 723900"/>
                <a:gd name="connsiteY843" fmla="*/ 286226 h 495300"/>
                <a:gd name="connsiteX844" fmla="*/ 466154 w 723900"/>
                <a:gd name="connsiteY844" fmla="*/ 276606 h 495300"/>
                <a:gd name="connsiteX845" fmla="*/ 467201 w 723900"/>
                <a:gd name="connsiteY845" fmla="*/ 275463 h 495300"/>
                <a:gd name="connsiteX846" fmla="*/ 467582 w 723900"/>
                <a:gd name="connsiteY846" fmla="*/ 274796 h 495300"/>
                <a:gd name="connsiteX847" fmla="*/ 467392 w 723900"/>
                <a:gd name="connsiteY847" fmla="*/ 274034 h 495300"/>
                <a:gd name="connsiteX848" fmla="*/ 466820 w 723900"/>
                <a:gd name="connsiteY848" fmla="*/ 273272 h 495300"/>
                <a:gd name="connsiteX849" fmla="*/ 465011 w 723900"/>
                <a:gd name="connsiteY849" fmla="*/ 271558 h 495300"/>
                <a:gd name="connsiteX850" fmla="*/ 464344 w 723900"/>
                <a:gd name="connsiteY850" fmla="*/ 270510 h 495300"/>
                <a:gd name="connsiteX851" fmla="*/ 463963 w 723900"/>
                <a:gd name="connsiteY851" fmla="*/ 269462 h 495300"/>
                <a:gd name="connsiteX852" fmla="*/ 464058 w 723900"/>
                <a:gd name="connsiteY852" fmla="*/ 268415 h 495300"/>
                <a:gd name="connsiteX853" fmla="*/ 464820 w 723900"/>
                <a:gd name="connsiteY853" fmla="*/ 267462 h 495300"/>
                <a:gd name="connsiteX854" fmla="*/ 466249 w 723900"/>
                <a:gd name="connsiteY854" fmla="*/ 266605 h 495300"/>
                <a:gd name="connsiteX855" fmla="*/ 469487 w 723900"/>
                <a:gd name="connsiteY855" fmla="*/ 265367 h 495300"/>
                <a:gd name="connsiteX856" fmla="*/ 472059 w 723900"/>
                <a:gd name="connsiteY856" fmla="*/ 263843 h 495300"/>
                <a:gd name="connsiteX857" fmla="*/ 472535 w 723900"/>
                <a:gd name="connsiteY857" fmla="*/ 263366 h 495300"/>
                <a:gd name="connsiteX858" fmla="*/ 473297 w 723900"/>
                <a:gd name="connsiteY858" fmla="*/ 263176 h 495300"/>
                <a:gd name="connsiteX859" fmla="*/ 474536 w 723900"/>
                <a:gd name="connsiteY859" fmla="*/ 263176 h 495300"/>
                <a:gd name="connsiteX860" fmla="*/ 476536 w 723900"/>
                <a:gd name="connsiteY860" fmla="*/ 263652 h 495300"/>
                <a:gd name="connsiteX861" fmla="*/ 477679 w 723900"/>
                <a:gd name="connsiteY861" fmla="*/ 264319 h 495300"/>
                <a:gd name="connsiteX862" fmla="*/ 478536 w 723900"/>
                <a:gd name="connsiteY862" fmla="*/ 265462 h 495300"/>
                <a:gd name="connsiteX863" fmla="*/ 479012 w 723900"/>
                <a:gd name="connsiteY863" fmla="*/ 266891 h 495300"/>
                <a:gd name="connsiteX864" fmla="*/ 479298 w 723900"/>
                <a:gd name="connsiteY864" fmla="*/ 268605 h 495300"/>
                <a:gd name="connsiteX865" fmla="*/ 479298 w 723900"/>
                <a:gd name="connsiteY865" fmla="*/ 270415 h 495300"/>
                <a:gd name="connsiteX866" fmla="*/ 479012 w 723900"/>
                <a:gd name="connsiteY866" fmla="*/ 272034 h 495300"/>
                <a:gd name="connsiteX867" fmla="*/ 478441 w 723900"/>
                <a:gd name="connsiteY867" fmla="*/ 273368 h 495300"/>
                <a:gd name="connsiteX868" fmla="*/ 477583 w 723900"/>
                <a:gd name="connsiteY868" fmla="*/ 274606 h 495300"/>
                <a:gd name="connsiteX869" fmla="*/ 475679 w 723900"/>
                <a:gd name="connsiteY869" fmla="*/ 276797 h 495300"/>
                <a:gd name="connsiteX870" fmla="*/ 475202 w 723900"/>
                <a:gd name="connsiteY870" fmla="*/ 277844 h 495300"/>
                <a:gd name="connsiteX871" fmla="*/ 475107 w 723900"/>
                <a:gd name="connsiteY871" fmla="*/ 278511 h 495300"/>
                <a:gd name="connsiteX872" fmla="*/ 475202 w 723900"/>
                <a:gd name="connsiteY872" fmla="*/ 279368 h 495300"/>
                <a:gd name="connsiteX873" fmla="*/ 475679 w 723900"/>
                <a:gd name="connsiteY873" fmla="*/ 279749 h 495300"/>
                <a:gd name="connsiteX874" fmla="*/ 476726 w 723900"/>
                <a:gd name="connsiteY874" fmla="*/ 279749 h 495300"/>
                <a:gd name="connsiteX875" fmla="*/ 478727 w 723900"/>
                <a:gd name="connsiteY875" fmla="*/ 279368 h 495300"/>
                <a:gd name="connsiteX876" fmla="*/ 482251 w 723900"/>
                <a:gd name="connsiteY876" fmla="*/ 277940 h 495300"/>
                <a:gd name="connsiteX877" fmla="*/ 487871 w 723900"/>
                <a:gd name="connsiteY877" fmla="*/ 277082 h 495300"/>
                <a:gd name="connsiteX878" fmla="*/ 490156 w 723900"/>
                <a:gd name="connsiteY878" fmla="*/ 276416 h 495300"/>
                <a:gd name="connsiteX879" fmla="*/ 493681 w 723900"/>
                <a:gd name="connsiteY879" fmla="*/ 274225 h 495300"/>
                <a:gd name="connsiteX880" fmla="*/ 495110 w 723900"/>
                <a:gd name="connsiteY880" fmla="*/ 272701 h 495300"/>
                <a:gd name="connsiteX881" fmla="*/ 498157 w 723900"/>
                <a:gd name="connsiteY881" fmla="*/ 267938 h 495300"/>
                <a:gd name="connsiteX882" fmla="*/ 499110 w 723900"/>
                <a:gd name="connsiteY882" fmla="*/ 266986 h 495300"/>
                <a:gd name="connsiteX883" fmla="*/ 499586 w 723900"/>
                <a:gd name="connsiteY883" fmla="*/ 265938 h 495300"/>
                <a:gd name="connsiteX884" fmla="*/ 499967 w 723900"/>
                <a:gd name="connsiteY884" fmla="*/ 264986 h 495300"/>
                <a:gd name="connsiteX885" fmla="*/ 498920 w 723900"/>
                <a:gd name="connsiteY885" fmla="*/ 262319 h 495300"/>
                <a:gd name="connsiteX886" fmla="*/ 498253 w 723900"/>
                <a:gd name="connsiteY886" fmla="*/ 260985 h 495300"/>
                <a:gd name="connsiteX887" fmla="*/ 497872 w 723900"/>
                <a:gd name="connsiteY887" fmla="*/ 260033 h 495300"/>
                <a:gd name="connsiteX888" fmla="*/ 497681 w 723900"/>
                <a:gd name="connsiteY888" fmla="*/ 258985 h 495300"/>
                <a:gd name="connsiteX889" fmla="*/ 497586 w 723900"/>
                <a:gd name="connsiteY889" fmla="*/ 258128 h 495300"/>
                <a:gd name="connsiteX890" fmla="*/ 497681 w 723900"/>
                <a:gd name="connsiteY890" fmla="*/ 254603 h 495300"/>
                <a:gd name="connsiteX891" fmla="*/ 498062 w 723900"/>
                <a:gd name="connsiteY891" fmla="*/ 252889 h 495300"/>
                <a:gd name="connsiteX892" fmla="*/ 499205 w 723900"/>
                <a:gd name="connsiteY892" fmla="*/ 251270 h 495300"/>
                <a:gd name="connsiteX893" fmla="*/ 500348 w 723900"/>
                <a:gd name="connsiteY893" fmla="*/ 250317 h 495300"/>
                <a:gd name="connsiteX894" fmla="*/ 501015 w 723900"/>
                <a:gd name="connsiteY894" fmla="*/ 249365 h 495300"/>
                <a:gd name="connsiteX895" fmla="*/ 501491 w 723900"/>
                <a:gd name="connsiteY895" fmla="*/ 248222 h 495300"/>
                <a:gd name="connsiteX896" fmla="*/ 502348 w 723900"/>
                <a:gd name="connsiteY896" fmla="*/ 241268 h 495300"/>
                <a:gd name="connsiteX897" fmla="*/ 502253 w 723900"/>
                <a:gd name="connsiteY897" fmla="*/ 239744 h 495300"/>
                <a:gd name="connsiteX898" fmla="*/ 501396 w 723900"/>
                <a:gd name="connsiteY898" fmla="*/ 236887 h 495300"/>
                <a:gd name="connsiteX899" fmla="*/ 501491 w 723900"/>
                <a:gd name="connsiteY899" fmla="*/ 235934 h 495300"/>
                <a:gd name="connsiteX900" fmla="*/ 502063 w 723900"/>
                <a:gd name="connsiteY900" fmla="*/ 234410 h 495300"/>
                <a:gd name="connsiteX901" fmla="*/ 513016 w 723900"/>
                <a:gd name="connsiteY901" fmla="*/ 219075 h 495300"/>
                <a:gd name="connsiteX902" fmla="*/ 516731 w 723900"/>
                <a:gd name="connsiteY902" fmla="*/ 215170 h 495300"/>
                <a:gd name="connsiteX903" fmla="*/ 519684 w 723900"/>
                <a:gd name="connsiteY903" fmla="*/ 212979 h 495300"/>
                <a:gd name="connsiteX904" fmla="*/ 520827 w 723900"/>
                <a:gd name="connsiteY904" fmla="*/ 211741 h 495300"/>
                <a:gd name="connsiteX905" fmla="*/ 521684 w 723900"/>
                <a:gd name="connsiteY905" fmla="*/ 210217 h 495300"/>
                <a:gd name="connsiteX906" fmla="*/ 522351 w 723900"/>
                <a:gd name="connsiteY906" fmla="*/ 207264 h 495300"/>
                <a:gd name="connsiteX907" fmla="*/ 523018 w 723900"/>
                <a:gd name="connsiteY907" fmla="*/ 200501 h 495300"/>
                <a:gd name="connsiteX908" fmla="*/ 523685 w 723900"/>
                <a:gd name="connsiteY908" fmla="*/ 198215 h 495300"/>
                <a:gd name="connsiteX909" fmla="*/ 525113 w 723900"/>
                <a:gd name="connsiteY909" fmla="*/ 195834 h 495300"/>
                <a:gd name="connsiteX910" fmla="*/ 529685 w 723900"/>
                <a:gd name="connsiteY910" fmla="*/ 190786 h 495300"/>
                <a:gd name="connsiteX911" fmla="*/ 532257 w 723900"/>
                <a:gd name="connsiteY911" fmla="*/ 186690 h 495300"/>
                <a:gd name="connsiteX912" fmla="*/ 534733 w 723900"/>
                <a:gd name="connsiteY912" fmla="*/ 188214 h 495300"/>
                <a:gd name="connsiteX913" fmla="*/ 534924 w 723900"/>
                <a:gd name="connsiteY913" fmla="*/ 189929 h 495300"/>
                <a:gd name="connsiteX914" fmla="*/ 535591 w 723900"/>
                <a:gd name="connsiteY914" fmla="*/ 193643 h 495300"/>
                <a:gd name="connsiteX915" fmla="*/ 535591 w 723900"/>
                <a:gd name="connsiteY915" fmla="*/ 193739 h 495300"/>
                <a:gd name="connsiteX916" fmla="*/ 535686 w 723900"/>
                <a:gd name="connsiteY916" fmla="*/ 193834 h 495300"/>
                <a:gd name="connsiteX917" fmla="*/ 536067 w 723900"/>
                <a:gd name="connsiteY917" fmla="*/ 194786 h 495300"/>
                <a:gd name="connsiteX918" fmla="*/ 536734 w 723900"/>
                <a:gd name="connsiteY918" fmla="*/ 195644 h 495300"/>
                <a:gd name="connsiteX919" fmla="*/ 537781 w 723900"/>
                <a:gd name="connsiteY919" fmla="*/ 196120 h 495300"/>
                <a:gd name="connsiteX920" fmla="*/ 539020 w 723900"/>
                <a:gd name="connsiteY920" fmla="*/ 196120 h 495300"/>
                <a:gd name="connsiteX921" fmla="*/ 541020 w 723900"/>
                <a:gd name="connsiteY921" fmla="*/ 195072 h 495300"/>
                <a:gd name="connsiteX922" fmla="*/ 542544 w 723900"/>
                <a:gd name="connsiteY922" fmla="*/ 193929 h 495300"/>
                <a:gd name="connsiteX923" fmla="*/ 543973 w 723900"/>
                <a:gd name="connsiteY923" fmla="*/ 192215 h 495300"/>
                <a:gd name="connsiteX924" fmla="*/ 545782 w 723900"/>
                <a:gd name="connsiteY924" fmla="*/ 190500 h 495300"/>
                <a:gd name="connsiteX925" fmla="*/ 546925 w 723900"/>
                <a:gd name="connsiteY925" fmla="*/ 189357 h 495300"/>
                <a:gd name="connsiteX926" fmla="*/ 549688 w 723900"/>
                <a:gd name="connsiteY926" fmla="*/ 185071 h 495300"/>
                <a:gd name="connsiteX927" fmla="*/ 549783 w 723900"/>
                <a:gd name="connsiteY927" fmla="*/ 182785 h 495300"/>
                <a:gd name="connsiteX928" fmla="*/ 549783 w 723900"/>
                <a:gd name="connsiteY928" fmla="*/ 181737 h 495300"/>
                <a:gd name="connsiteX929" fmla="*/ 549878 w 723900"/>
                <a:gd name="connsiteY929" fmla="*/ 180404 h 495300"/>
                <a:gd name="connsiteX930" fmla="*/ 550640 w 723900"/>
                <a:gd name="connsiteY930" fmla="*/ 178689 h 495300"/>
                <a:gd name="connsiteX931" fmla="*/ 554164 w 723900"/>
                <a:gd name="connsiteY931" fmla="*/ 174689 h 495300"/>
                <a:gd name="connsiteX932" fmla="*/ 555307 w 723900"/>
                <a:gd name="connsiteY932" fmla="*/ 172974 h 495300"/>
                <a:gd name="connsiteX933" fmla="*/ 556450 w 723900"/>
                <a:gd name="connsiteY933" fmla="*/ 171641 h 495300"/>
                <a:gd name="connsiteX934" fmla="*/ 557308 w 723900"/>
                <a:gd name="connsiteY934" fmla="*/ 170974 h 495300"/>
                <a:gd name="connsiteX935" fmla="*/ 558355 w 723900"/>
                <a:gd name="connsiteY935" fmla="*/ 170879 h 495300"/>
                <a:gd name="connsiteX936" fmla="*/ 560070 w 723900"/>
                <a:gd name="connsiteY936" fmla="*/ 170879 h 495300"/>
                <a:gd name="connsiteX937" fmla="*/ 561213 w 723900"/>
                <a:gd name="connsiteY937" fmla="*/ 170593 h 495300"/>
                <a:gd name="connsiteX938" fmla="*/ 562451 w 723900"/>
                <a:gd name="connsiteY938" fmla="*/ 169450 h 495300"/>
                <a:gd name="connsiteX939" fmla="*/ 563499 w 723900"/>
                <a:gd name="connsiteY939" fmla="*/ 168307 h 495300"/>
                <a:gd name="connsiteX940" fmla="*/ 564547 w 723900"/>
                <a:gd name="connsiteY940" fmla="*/ 167735 h 495300"/>
                <a:gd name="connsiteX941" fmla="*/ 565595 w 723900"/>
                <a:gd name="connsiteY941" fmla="*/ 167831 h 495300"/>
                <a:gd name="connsiteX942" fmla="*/ 568928 w 723900"/>
                <a:gd name="connsiteY942" fmla="*/ 167926 h 495300"/>
                <a:gd name="connsiteX943" fmla="*/ 578358 w 723900"/>
                <a:gd name="connsiteY943" fmla="*/ 163830 h 495300"/>
                <a:gd name="connsiteX944" fmla="*/ 580835 w 723900"/>
                <a:gd name="connsiteY944" fmla="*/ 162687 h 495300"/>
                <a:gd name="connsiteX945" fmla="*/ 589502 w 723900"/>
                <a:gd name="connsiteY945" fmla="*/ 156591 h 495300"/>
                <a:gd name="connsiteX946" fmla="*/ 593312 w 723900"/>
                <a:gd name="connsiteY946" fmla="*/ 153162 h 495300"/>
                <a:gd name="connsiteX947" fmla="*/ 597218 w 723900"/>
                <a:gd name="connsiteY947" fmla="*/ 147638 h 495300"/>
                <a:gd name="connsiteX948" fmla="*/ 600551 w 723900"/>
                <a:gd name="connsiteY948" fmla="*/ 141827 h 495300"/>
                <a:gd name="connsiteX949" fmla="*/ 601885 w 723900"/>
                <a:gd name="connsiteY949" fmla="*/ 140208 h 495300"/>
                <a:gd name="connsiteX950" fmla="*/ 605219 w 723900"/>
                <a:gd name="connsiteY950" fmla="*/ 137160 h 495300"/>
                <a:gd name="connsiteX951" fmla="*/ 606171 w 723900"/>
                <a:gd name="connsiteY951" fmla="*/ 136112 h 495300"/>
                <a:gd name="connsiteX952" fmla="*/ 607028 w 723900"/>
                <a:gd name="connsiteY952" fmla="*/ 135446 h 495300"/>
                <a:gd name="connsiteX953" fmla="*/ 607886 w 723900"/>
                <a:gd name="connsiteY953" fmla="*/ 135541 h 495300"/>
                <a:gd name="connsiteX954" fmla="*/ 608552 w 723900"/>
                <a:gd name="connsiteY954" fmla="*/ 135827 h 495300"/>
                <a:gd name="connsiteX955" fmla="*/ 611314 w 723900"/>
                <a:gd name="connsiteY955" fmla="*/ 137922 h 495300"/>
                <a:gd name="connsiteX956" fmla="*/ 612648 w 723900"/>
                <a:gd name="connsiteY956" fmla="*/ 138589 h 495300"/>
                <a:gd name="connsiteX957" fmla="*/ 614363 w 723900"/>
                <a:gd name="connsiteY957" fmla="*/ 138970 h 495300"/>
                <a:gd name="connsiteX958" fmla="*/ 616363 w 723900"/>
                <a:gd name="connsiteY958" fmla="*/ 139065 h 495300"/>
                <a:gd name="connsiteX959" fmla="*/ 618649 w 723900"/>
                <a:gd name="connsiteY959" fmla="*/ 138494 h 495300"/>
                <a:gd name="connsiteX960" fmla="*/ 620173 w 723900"/>
                <a:gd name="connsiteY960" fmla="*/ 137732 h 495300"/>
                <a:gd name="connsiteX961" fmla="*/ 633698 w 723900"/>
                <a:gd name="connsiteY961" fmla="*/ 129159 h 495300"/>
                <a:gd name="connsiteX962" fmla="*/ 633698 w 723900"/>
                <a:gd name="connsiteY962" fmla="*/ 129159 h 495300"/>
                <a:gd name="connsiteX963" fmla="*/ 633794 w 723900"/>
                <a:gd name="connsiteY963" fmla="*/ 129064 h 495300"/>
                <a:gd name="connsiteX964" fmla="*/ 634079 w 723900"/>
                <a:gd name="connsiteY964" fmla="*/ 128683 h 495300"/>
                <a:gd name="connsiteX965" fmla="*/ 634841 w 723900"/>
                <a:gd name="connsiteY965" fmla="*/ 127826 h 495300"/>
                <a:gd name="connsiteX966" fmla="*/ 635698 w 723900"/>
                <a:gd name="connsiteY966" fmla="*/ 126016 h 495300"/>
                <a:gd name="connsiteX967" fmla="*/ 636937 w 723900"/>
                <a:gd name="connsiteY967" fmla="*/ 124873 h 495300"/>
                <a:gd name="connsiteX968" fmla="*/ 637889 w 723900"/>
                <a:gd name="connsiteY968" fmla="*/ 123730 h 495300"/>
                <a:gd name="connsiteX969" fmla="*/ 638556 w 723900"/>
                <a:gd name="connsiteY969" fmla="*/ 123349 h 495300"/>
                <a:gd name="connsiteX970" fmla="*/ 639604 w 723900"/>
                <a:gd name="connsiteY970" fmla="*/ 123063 h 495300"/>
                <a:gd name="connsiteX971" fmla="*/ 641413 w 723900"/>
                <a:gd name="connsiteY971" fmla="*/ 123158 h 495300"/>
                <a:gd name="connsiteX972" fmla="*/ 644080 w 723900"/>
                <a:gd name="connsiteY972" fmla="*/ 123635 h 495300"/>
                <a:gd name="connsiteX973" fmla="*/ 645509 w 723900"/>
                <a:gd name="connsiteY973" fmla="*/ 123254 h 495300"/>
                <a:gd name="connsiteX974" fmla="*/ 646652 w 723900"/>
                <a:gd name="connsiteY974" fmla="*/ 122873 h 495300"/>
                <a:gd name="connsiteX975" fmla="*/ 651700 w 723900"/>
                <a:gd name="connsiteY975" fmla="*/ 118872 h 495300"/>
                <a:gd name="connsiteX976" fmla="*/ 657701 w 723900"/>
                <a:gd name="connsiteY976" fmla="*/ 114300 h 495300"/>
                <a:gd name="connsiteX977" fmla="*/ 659130 w 723900"/>
                <a:gd name="connsiteY977" fmla="*/ 113348 h 495300"/>
                <a:gd name="connsiteX978" fmla="*/ 661035 w 723900"/>
                <a:gd name="connsiteY978" fmla="*/ 112490 h 495300"/>
                <a:gd name="connsiteX979" fmla="*/ 663321 w 723900"/>
                <a:gd name="connsiteY979" fmla="*/ 111824 h 495300"/>
                <a:gd name="connsiteX980" fmla="*/ 665416 w 723900"/>
                <a:gd name="connsiteY980" fmla="*/ 110871 h 495300"/>
                <a:gd name="connsiteX981" fmla="*/ 668274 w 723900"/>
                <a:gd name="connsiteY981" fmla="*/ 108585 h 495300"/>
                <a:gd name="connsiteX982" fmla="*/ 669988 w 723900"/>
                <a:gd name="connsiteY982" fmla="*/ 106204 h 495300"/>
                <a:gd name="connsiteX983" fmla="*/ 671131 w 723900"/>
                <a:gd name="connsiteY983" fmla="*/ 103918 h 495300"/>
                <a:gd name="connsiteX984" fmla="*/ 671798 w 723900"/>
                <a:gd name="connsiteY984" fmla="*/ 101918 h 495300"/>
                <a:gd name="connsiteX985" fmla="*/ 672274 w 723900"/>
                <a:gd name="connsiteY985" fmla="*/ 99251 h 495300"/>
                <a:gd name="connsiteX986" fmla="*/ 672846 w 723900"/>
                <a:gd name="connsiteY986" fmla="*/ 97822 h 495300"/>
                <a:gd name="connsiteX987" fmla="*/ 673513 w 723900"/>
                <a:gd name="connsiteY987" fmla="*/ 96774 h 495300"/>
                <a:gd name="connsiteX988" fmla="*/ 674370 w 723900"/>
                <a:gd name="connsiteY988" fmla="*/ 96012 h 495300"/>
                <a:gd name="connsiteX989" fmla="*/ 675513 w 723900"/>
                <a:gd name="connsiteY989" fmla="*/ 95250 h 495300"/>
                <a:gd name="connsiteX990" fmla="*/ 678180 w 723900"/>
                <a:gd name="connsiteY990" fmla="*/ 93917 h 495300"/>
                <a:gd name="connsiteX991" fmla="*/ 679513 w 723900"/>
                <a:gd name="connsiteY991" fmla="*/ 93631 h 495300"/>
                <a:gd name="connsiteX992" fmla="*/ 681133 w 723900"/>
                <a:gd name="connsiteY992" fmla="*/ 94012 h 495300"/>
                <a:gd name="connsiteX993" fmla="*/ 682943 w 723900"/>
                <a:gd name="connsiteY993" fmla="*/ 94869 h 495300"/>
                <a:gd name="connsiteX994" fmla="*/ 685514 w 723900"/>
                <a:gd name="connsiteY994" fmla="*/ 97060 h 495300"/>
                <a:gd name="connsiteX995" fmla="*/ 688372 w 723900"/>
                <a:gd name="connsiteY995" fmla="*/ 98965 h 495300"/>
                <a:gd name="connsiteX996" fmla="*/ 690848 w 723900"/>
                <a:gd name="connsiteY996" fmla="*/ 99346 h 495300"/>
                <a:gd name="connsiteX997" fmla="*/ 708755 w 723900"/>
                <a:gd name="connsiteY997" fmla="*/ 92107 h 495300"/>
                <a:gd name="connsiteX998" fmla="*/ 710184 w 723900"/>
                <a:gd name="connsiteY998" fmla="*/ 92012 h 495300"/>
                <a:gd name="connsiteX999" fmla="*/ 714089 w 723900"/>
                <a:gd name="connsiteY999" fmla="*/ 92488 h 495300"/>
                <a:gd name="connsiteX1000" fmla="*/ 714851 w 723900"/>
                <a:gd name="connsiteY1000" fmla="*/ 92393 h 495300"/>
                <a:gd name="connsiteX1001" fmla="*/ 715899 w 723900"/>
                <a:gd name="connsiteY1001" fmla="*/ 92107 h 495300"/>
                <a:gd name="connsiteX1002" fmla="*/ 716947 w 723900"/>
                <a:gd name="connsiteY1002" fmla="*/ 91916 h 495300"/>
                <a:gd name="connsiteX1003" fmla="*/ 717899 w 723900"/>
                <a:gd name="connsiteY1003" fmla="*/ 92107 h 495300"/>
                <a:gd name="connsiteX1004" fmla="*/ 720852 w 723900"/>
                <a:gd name="connsiteY1004" fmla="*/ 93345 h 495300"/>
                <a:gd name="connsiteX1005" fmla="*/ 721423 w 723900"/>
                <a:gd name="connsiteY1005" fmla="*/ 93250 h 495300"/>
                <a:gd name="connsiteX1006" fmla="*/ 721995 w 723900"/>
                <a:gd name="connsiteY1006" fmla="*/ 92583 h 495300"/>
                <a:gd name="connsiteX1007" fmla="*/ 722376 w 723900"/>
                <a:gd name="connsiteY1007" fmla="*/ 91821 h 495300"/>
                <a:gd name="connsiteX1008" fmla="*/ 722852 w 723900"/>
                <a:gd name="connsiteY1008" fmla="*/ 90392 h 495300"/>
                <a:gd name="connsiteX1009" fmla="*/ 723519 w 723900"/>
                <a:gd name="connsiteY1009" fmla="*/ 89726 h 495300"/>
                <a:gd name="connsiteX1010" fmla="*/ 723995 w 723900"/>
                <a:gd name="connsiteY1010" fmla="*/ 89249 h 495300"/>
                <a:gd name="connsiteX1011" fmla="*/ 726186 w 723900"/>
                <a:gd name="connsiteY1011" fmla="*/ 88678 h 495300"/>
                <a:gd name="connsiteX1012" fmla="*/ 726662 w 723900"/>
                <a:gd name="connsiteY1012" fmla="*/ 88487 h 495300"/>
                <a:gd name="connsiteX1013" fmla="*/ 727234 w 723900"/>
                <a:gd name="connsiteY1013" fmla="*/ 88202 h 495300"/>
                <a:gd name="connsiteX1014" fmla="*/ 727520 w 723900"/>
                <a:gd name="connsiteY1014" fmla="*/ 87725 h 495300"/>
                <a:gd name="connsiteX1015" fmla="*/ 727805 w 723900"/>
                <a:gd name="connsiteY1015" fmla="*/ 87058 h 495300"/>
                <a:gd name="connsiteX1016" fmla="*/ 728281 w 723900"/>
                <a:gd name="connsiteY1016" fmla="*/ 85439 h 495300"/>
                <a:gd name="connsiteX1017" fmla="*/ 728663 w 723900"/>
                <a:gd name="connsiteY1017" fmla="*/ 84677 h 495300"/>
                <a:gd name="connsiteX1018" fmla="*/ 729139 w 723900"/>
                <a:gd name="connsiteY1018" fmla="*/ 84201 h 495300"/>
                <a:gd name="connsiteX1019" fmla="*/ 729805 w 723900"/>
                <a:gd name="connsiteY1019" fmla="*/ 83725 h 495300"/>
                <a:gd name="connsiteX1020" fmla="*/ 731901 w 723900"/>
                <a:gd name="connsiteY1020" fmla="*/ 82582 h 495300"/>
                <a:gd name="connsiteX1021" fmla="*/ 732377 w 723900"/>
                <a:gd name="connsiteY1021" fmla="*/ 82296 h 495300"/>
                <a:gd name="connsiteX1022" fmla="*/ 732758 w 723900"/>
                <a:gd name="connsiteY1022" fmla="*/ 81820 h 495300"/>
                <a:gd name="connsiteX1023" fmla="*/ 733044 w 723900"/>
                <a:gd name="connsiteY1023" fmla="*/ 81248 h 495300"/>
                <a:gd name="connsiteX1024" fmla="*/ 733235 w 723900"/>
                <a:gd name="connsiteY1024" fmla="*/ 80391 h 495300"/>
                <a:gd name="connsiteX1025" fmla="*/ 733235 w 723900"/>
                <a:gd name="connsiteY1025" fmla="*/ 76676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723900" h="495300">
                  <a:moveTo>
                    <a:pt x="732949" y="75533"/>
                  </a:moveTo>
                  <a:lnTo>
                    <a:pt x="732377" y="74295"/>
                  </a:lnTo>
                  <a:lnTo>
                    <a:pt x="730187" y="71438"/>
                  </a:lnTo>
                  <a:lnTo>
                    <a:pt x="729424" y="70866"/>
                  </a:lnTo>
                  <a:lnTo>
                    <a:pt x="728281" y="70676"/>
                  </a:lnTo>
                  <a:lnTo>
                    <a:pt x="727424" y="70676"/>
                  </a:lnTo>
                  <a:lnTo>
                    <a:pt x="726472" y="70771"/>
                  </a:lnTo>
                  <a:lnTo>
                    <a:pt x="725710" y="70961"/>
                  </a:lnTo>
                  <a:lnTo>
                    <a:pt x="725043" y="71152"/>
                  </a:lnTo>
                  <a:lnTo>
                    <a:pt x="724472" y="71533"/>
                  </a:lnTo>
                  <a:lnTo>
                    <a:pt x="724090" y="71914"/>
                  </a:lnTo>
                  <a:lnTo>
                    <a:pt x="720471" y="76581"/>
                  </a:lnTo>
                  <a:lnTo>
                    <a:pt x="719614" y="77343"/>
                  </a:lnTo>
                  <a:lnTo>
                    <a:pt x="718947" y="77057"/>
                  </a:lnTo>
                  <a:lnTo>
                    <a:pt x="718661" y="76010"/>
                  </a:lnTo>
                  <a:lnTo>
                    <a:pt x="719138" y="73628"/>
                  </a:lnTo>
                  <a:lnTo>
                    <a:pt x="719233" y="72295"/>
                  </a:lnTo>
                  <a:lnTo>
                    <a:pt x="718852" y="71057"/>
                  </a:lnTo>
                  <a:lnTo>
                    <a:pt x="718185" y="70580"/>
                  </a:lnTo>
                  <a:lnTo>
                    <a:pt x="717995" y="69723"/>
                  </a:lnTo>
                  <a:lnTo>
                    <a:pt x="717995" y="69152"/>
                  </a:lnTo>
                  <a:lnTo>
                    <a:pt x="719899" y="64580"/>
                  </a:lnTo>
                  <a:lnTo>
                    <a:pt x="719423" y="62389"/>
                  </a:lnTo>
                  <a:lnTo>
                    <a:pt x="718852" y="56864"/>
                  </a:lnTo>
                  <a:lnTo>
                    <a:pt x="718090" y="55245"/>
                  </a:lnTo>
                  <a:lnTo>
                    <a:pt x="717137" y="54388"/>
                  </a:lnTo>
                  <a:lnTo>
                    <a:pt x="714280" y="52959"/>
                  </a:lnTo>
                  <a:lnTo>
                    <a:pt x="713232" y="52007"/>
                  </a:lnTo>
                  <a:lnTo>
                    <a:pt x="712089" y="50578"/>
                  </a:lnTo>
                  <a:lnTo>
                    <a:pt x="711613" y="50292"/>
                  </a:lnTo>
                  <a:lnTo>
                    <a:pt x="710184" y="49530"/>
                  </a:lnTo>
                  <a:lnTo>
                    <a:pt x="709327" y="48768"/>
                  </a:lnTo>
                  <a:lnTo>
                    <a:pt x="708660" y="47625"/>
                  </a:lnTo>
                  <a:lnTo>
                    <a:pt x="708279" y="46482"/>
                  </a:lnTo>
                  <a:lnTo>
                    <a:pt x="707422" y="38767"/>
                  </a:lnTo>
                  <a:lnTo>
                    <a:pt x="706755" y="37624"/>
                  </a:lnTo>
                  <a:lnTo>
                    <a:pt x="706088" y="36005"/>
                  </a:lnTo>
                  <a:lnTo>
                    <a:pt x="707422" y="32766"/>
                  </a:lnTo>
                  <a:lnTo>
                    <a:pt x="710374" y="28575"/>
                  </a:lnTo>
                  <a:lnTo>
                    <a:pt x="720471" y="16669"/>
                  </a:lnTo>
                  <a:lnTo>
                    <a:pt x="724757" y="9620"/>
                  </a:lnTo>
                  <a:lnTo>
                    <a:pt x="726281" y="5906"/>
                  </a:lnTo>
                  <a:lnTo>
                    <a:pt x="727996" y="3048"/>
                  </a:lnTo>
                  <a:lnTo>
                    <a:pt x="728758" y="1524"/>
                  </a:lnTo>
                  <a:lnTo>
                    <a:pt x="728853" y="572"/>
                  </a:lnTo>
                  <a:lnTo>
                    <a:pt x="727805" y="0"/>
                  </a:lnTo>
                  <a:lnTo>
                    <a:pt x="699230" y="381"/>
                  </a:lnTo>
                  <a:lnTo>
                    <a:pt x="694087" y="2000"/>
                  </a:lnTo>
                  <a:lnTo>
                    <a:pt x="684466" y="8192"/>
                  </a:lnTo>
                  <a:lnTo>
                    <a:pt x="682180" y="10001"/>
                  </a:lnTo>
                  <a:lnTo>
                    <a:pt x="679228" y="11906"/>
                  </a:lnTo>
                  <a:lnTo>
                    <a:pt x="673418" y="14002"/>
                  </a:lnTo>
                  <a:lnTo>
                    <a:pt x="663702" y="16002"/>
                  </a:lnTo>
                  <a:lnTo>
                    <a:pt x="660654" y="16002"/>
                  </a:lnTo>
                  <a:lnTo>
                    <a:pt x="658844" y="15716"/>
                  </a:lnTo>
                  <a:lnTo>
                    <a:pt x="657225" y="15240"/>
                  </a:lnTo>
                  <a:lnTo>
                    <a:pt x="655891" y="14573"/>
                  </a:lnTo>
                  <a:lnTo>
                    <a:pt x="652653" y="12668"/>
                  </a:lnTo>
                  <a:lnTo>
                    <a:pt x="651700" y="12668"/>
                  </a:lnTo>
                  <a:lnTo>
                    <a:pt x="650462" y="13145"/>
                  </a:lnTo>
                  <a:lnTo>
                    <a:pt x="645033" y="16574"/>
                  </a:lnTo>
                  <a:lnTo>
                    <a:pt x="610553" y="29147"/>
                  </a:lnTo>
                  <a:lnTo>
                    <a:pt x="604552" y="32290"/>
                  </a:lnTo>
                  <a:lnTo>
                    <a:pt x="596551" y="36386"/>
                  </a:lnTo>
                  <a:lnTo>
                    <a:pt x="593312" y="38100"/>
                  </a:lnTo>
                  <a:lnTo>
                    <a:pt x="592169" y="38291"/>
                  </a:lnTo>
                  <a:lnTo>
                    <a:pt x="584549" y="39910"/>
                  </a:lnTo>
                  <a:lnTo>
                    <a:pt x="577596" y="42291"/>
                  </a:lnTo>
                  <a:lnTo>
                    <a:pt x="571214" y="45244"/>
                  </a:lnTo>
                  <a:lnTo>
                    <a:pt x="566071" y="48863"/>
                  </a:lnTo>
                  <a:lnTo>
                    <a:pt x="565404" y="49435"/>
                  </a:lnTo>
                  <a:lnTo>
                    <a:pt x="561880" y="50768"/>
                  </a:lnTo>
                  <a:lnTo>
                    <a:pt x="560737" y="50673"/>
                  </a:lnTo>
                  <a:lnTo>
                    <a:pt x="558832" y="50578"/>
                  </a:lnTo>
                  <a:lnTo>
                    <a:pt x="555879" y="52102"/>
                  </a:lnTo>
                  <a:lnTo>
                    <a:pt x="553022" y="49149"/>
                  </a:lnTo>
                  <a:lnTo>
                    <a:pt x="541877" y="52197"/>
                  </a:lnTo>
                  <a:lnTo>
                    <a:pt x="538448" y="50387"/>
                  </a:lnTo>
                  <a:lnTo>
                    <a:pt x="537210" y="49911"/>
                  </a:lnTo>
                  <a:lnTo>
                    <a:pt x="534543" y="49340"/>
                  </a:lnTo>
                  <a:lnTo>
                    <a:pt x="533686" y="48673"/>
                  </a:lnTo>
                  <a:lnTo>
                    <a:pt x="532543" y="46863"/>
                  </a:lnTo>
                  <a:lnTo>
                    <a:pt x="531876" y="46196"/>
                  </a:lnTo>
                  <a:lnTo>
                    <a:pt x="530638" y="45149"/>
                  </a:lnTo>
                  <a:lnTo>
                    <a:pt x="530066" y="44958"/>
                  </a:lnTo>
                  <a:lnTo>
                    <a:pt x="529209" y="45053"/>
                  </a:lnTo>
                  <a:lnTo>
                    <a:pt x="526447" y="47816"/>
                  </a:lnTo>
                  <a:lnTo>
                    <a:pt x="525685" y="49625"/>
                  </a:lnTo>
                  <a:lnTo>
                    <a:pt x="526256" y="51721"/>
                  </a:lnTo>
                  <a:lnTo>
                    <a:pt x="527590" y="53435"/>
                  </a:lnTo>
                  <a:lnTo>
                    <a:pt x="528923" y="54578"/>
                  </a:lnTo>
                  <a:lnTo>
                    <a:pt x="529971" y="55817"/>
                  </a:lnTo>
                  <a:lnTo>
                    <a:pt x="530638" y="57722"/>
                  </a:lnTo>
                  <a:lnTo>
                    <a:pt x="530828" y="58007"/>
                  </a:lnTo>
                  <a:lnTo>
                    <a:pt x="529971" y="59817"/>
                  </a:lnTo>
                  <a:lnTo>
                    <a:pt x="529209" y="60865"/>
                  </a:lnTo>
                  <a:lnTo>
                    <a:pt x="514160" y="74390"/>
                  </a:lnTo>
                  <a:lnTo>
                    <a:pt x="508825" y="79153"/>
                  </a:lnTo>
                  <a:lnTo>
                    <a:pt x="504444" y="82106"/>
                  </a:lnTo>
                  <a:lnTo>
                    <a:pt x="500444" y="85535"/>
                  </a:lnTo>
                  <a:lnTo>
                    <a:pt x="499110" y="86678"/>
                  </a:lnTo>
                  <a:lnTo>
                    <a:pt x="496538" y="89535"/>
                  </a:lnTo>
                  <a:lnTo>
                    <a:pt x="483489" y="103346"/>
                  </a:lnTo>
                  <a:lnTo>
                    <a:pt x="483489" y="103346"/>
                  </a:lnTo>
                  <a:lnTo>
                    <a:pt x="482060" y="105442"/>
                  </a:lnTo>
                  <a:lnTo>
                    <a:pt x="481203" y="107537"/>
                  </a:lnTo>
                  <a:lnTo>
                    <a:pt x="481108" y="110871"/>
                  </a:lnTo>
                  <a:lnTo>
                    <a:pt x="482155" y="114395"/>
                  </a:lnTo>
                  <a:lnTo>
                    <a:pt x="481965" y="115443"/>
                  </a:lnTo>
                  <a:lnTo>
                    <a:pt x="481203" y="116777"/>
                  </a:lnTo>
                  <a:lnTo>
                    <a:pt x="477679" y="118682"/>
                  </a:lnTo>
                  <a:lnTo>
                    <a:pt x="475012" y="120777"/>
                  </a:lnTo>
                  <a:lnTo>
                    <a:pt x="473488" y="121920"/>
                  </a:lnTo>
                  <a:lnTo>
                    <a:pt x="470535" y="124968"/>
                  </a:lnTo>
                  <a:lnTo>
                    <a:pt x="468630" y="126587"/>
                  </a:lnTo>
                  <a:lnTo>
                    <a:pt x="465963" y="128397"/>
                  </a:lnTo>
                  <a:lnTo>
                    <a:pt x="458724" y="131350"/>
                  </a:lnTo>
                  <a:lnTo>
                    <a:pt x="455295" y="132112"/>
                  </a:lnTo>
                  <a:lnTo>
                    <a:pt x="448818" y="132683"/>
                  </a:lnTo>
                  <a:lnTo>
                    <a:pt x="446341" y="133255"/>
                  </a:lnTo>
                  <a:lnTo>
                    <a:pt x="441198" y="135731"/>
                  </a:lnTo>
                  <a:lnTo>
                    <a:pt x="438912" y="136017"/>
                  </a:lnTo>
                  <a:lnTo>
                    <a:pt x="435578" y="133350"/>
                  </a:lnTo>
                  <a:lnTo>
                    <a:pt x="434149" y="132112"/>
                  </a:lnTo>
                  <a:lnTo>
                    <a:pt x="431959" y="131064"/>
                  </a:lnTo>
                  <a:lnTo>
                    <a:pt x="429101" y="130588"/>
                  </a:lnTo>
                  <a:lnTo>
                    <a:pt x="388144" y="135255"/>
                  </a:lnTo>
                  <a:lnTo>
                    <a:pt x="384429" y="134588"/>
                  </a:lnTo>
                  <a:lnTo>
                    <a:pt x="381762" y="133636"/>
                  </a:lnTo>
                  <a:lnTo>
                    <a:pt x="379476" y="131921"/>
                  </a:lnTo>
                  <a:lnTo>
                    <a:pt x="378809" y="130778"/>
                  </a:lnTo>
                  <a:lnTo>
                    <a:pt x="378523" y="129635"/>
                  </a:lnTo>
                  <a:lnTo>
                    <a:pt x="378523" y="129159"/>
                  </a:lnTo>
                  <a:lnTo>
                    <a:pt x="378428" y="128969"/>
                  </a:lnTo>
                  <a:lnTo>
                    <a:pt x="374523" y="126778"/>
                  </a:lnTo>
                  <a:lnTo>
                    <a:pt x="364427" y="122587"/>
                  </a:lnTo>
                  <a:lnTo>
                    <a:pt x="355854" y="121063"/>
                  </a:lnTo>
                  <a:lnTo>
                    <a:pt x="351091" y="120587"/>
                  </a:lnTo>
                  <a:lnTo>
                    <a:pt x="348710" y="121253"/>
                  </a:lnTo>
                  <a:lnTo>
                    <a:pt x="346043" y="123539"/>
                  </a:lnTo>
                  <a:lnTo>
                    <a:pt x="344424" y="125444"/>
                  </a:lnTo>
                  <a:lnTo>
                    <a:pt x="342710" y="126873"/>
                  </a:lnTo>
                  <a:lnTo>
                    <a:pt x="340328" y="127921"/>
                  </a:lnTo>
                  <a:lnTo>
                    <a:pt x="333565" y="129254"/>
                  </a:lnTo>
                  <a:lnTo>
                    <a:pt x="325279" y="132207"/>
                  </a:lnTo>
                  <a:lnTo>
                    <a:pt x="312611" y="135636"/>
                  </a:lnTo>
                  <a:lnTo>
                    <a:pt x="308420" y="137446"/>
                  </a:lnTo>
                  <a:lnTo>
                    <a:pt x="306896" y="137827"/>
                  </a:lnTo>
                  <a:lnTo>
                    <a:pt x="302609" y="137922"/>
                  </a:lnTo>
                  <a:lnTo>
                    <a:pt x="300133" y="138970"/>
                  </a:lnTo>
                  <a:lnTo>
                    <a:pt x="294704" y="140494"/>
                  </a:lnTo>
                  <a:lnTo>
                    <a:pt x="283369" y="139541"/>
                  </a:lnTo>
                  <a:lnTo>
                    <a:pt x="279749" y="139351"/>
                  </a:lnTo>
                  <a:lnTo>
                    <a:pt x="278797" y="143732"/>
                  </a:lnTo>
                  <a:lnTo>
                    <a:pt x="274606" y="147923"/>
                  </a:lnTo>
                  <a:lnTo>
                    <a:pt x="267557" y="148971"/>
                  </a:lnTo>
                  <a:lnTo>
                    <a:pt x="265557" y="148019"/>
                  </a:lnTo>
                  <a:lnTo>
                    <a:pt x="261842" y="144875"/>
                  </a:lnTo>
                  <a:lnTo>
                    <a:pt x="259842" y="144018"/>
                  </a:lnTo>
                  <a:lnTo>
                    <a:pt x="258128" y="144494"/>
                  </a:lnTo>
                  <a:lnTo>
                    <a:pt x="258413" y="146209"/>
                  </a:lnTo>
                  <a:lnTo>
                    <a:pt x="258413" y="148114"/>
                  </a:lnTo>
                  <a:lnTo>
                    <a:pt x="255937" y="149352"/>
                  </a:lnTo>
                  <a:lnTo>
                    <a:pt x="257270" y="151067"/>
                  </a:lnTo>
                  <a:lnTo>
                    <a:pt x="257365" y="153162"/>
                  </a:lnTo>
                  <a:lnTo>
                    <a:pt x="256413" y="154686"/>
                  </a:lnTo>
                  <a:lnTo>
                    <a:pt x="254603" y="154400"/>
                  </a:lnTo>
                  <a:lnTo>
                    <a:pt x="253365" y="152686"/>
                  </a:lnTo>
                  <a:lnTo>
                    <a:pt x="253079" y="150590"/>
                  </a:lnTo>
                  <a:lnTo>
                    <a:pt x="252413" y="148685"/>
                  </a:lnTo>
                  <a:lnTo>
                    <a:pt x="250222" y="147447"/>
                  </a:lnTo>
                  <a:lnTo>
                    <a:pt x="246793" y="148114"/>
                  </a:lnTo>
                  <a:lnTo>
                    <a:pt x="239458" y="152972"/>
                  </a:lnTo>
                  <a:lnTo>
                    <a:pt x="236029" y="154591"/>
                  </a:lnTo>
                  <a:lnTo>
                    <a:pt x="230505" y="155353"/>
                  </a:lnTo>
                  <a:lnTo>
                    <a:pt x="228695" y="155162"/>
                  </a:lnTo>
                  <a:lnTo>
                    <a:pt x="223552" y="153638"/>
                  </a:lnTo>
                  <a:lnTo>
                    <a:pt x="221456" y="153734"/>
                  </a:lnTo>
                  <a:lnTo>
                    <a:pt x="217265" y="155162"/>
                  </a:lnTo>
                  <a:lnTo>
                    <a:pt x="215170" y="155353"/>
                  </a:lnTo>
                  <a:lnTo>
                    <a:pt x="213646" y="154019"/>
                  </a:lnTo>
                  <a:lnTo>
                    <a:pt x="210979" y="148209"/>
                  </a:lnTo>
                  <a:lnTo>
                    <a:pt x="209836" y="146590"/>
                  </a:lnTo>
                  <a:lnTo>
                    <a:pt x="208216" y="146114"/>
                  </a:lnTo>
                  <a:lnTo>
                    <a:pt x="203549" y="145828"/>
                  </a:lnTo>
                  <a:lnTo>
                    <a:pt x="201930" y="146018"/>
                  </a:lnTo>
                  <a:lnTo>
                    <a:pt x="199930" y="147447"/>
                  </a:lnTo>
                  <a:lnTo>
                    <a:pt x="198691" y="149543"/>
                  </a:lnTo>
                  <a:lnTo>
                    <a:pt x="197739" y="151829"/>
                  </a:lnTo>
                  <a:lnTo>
                    <a:pt x="196405" y="154210"/>
                  </a:lnTo>
                  <a:lnTo>
                    <a:pt x="194977" y="155734"/>
                  </a:lnTo>
                  <a:lnTo>
                    <a:pt x="193167" y="156877"/>
                  </a:lnTo>
                  <a:lnTo>
                    <a:pt x="191167" y="157829"/>
                  </a:lnTo>
                  <a:lnTo>
                    <a:pt x="189262" y="158306"/>
                  </a:lnTo>
                  <a:lnTo>
                    <a:pt x="186880" y="158401"/>
                  </a:lnTo>
                  <a:lnTo>
                    <a:pt x="185261" y="157734"/>
                  </a:lnTo>
                  <a:lnTo>
                    <a:pt x="181928" y="155639"/>
                  </a:lnTo>
                  <a:lnTo>
                    <a:pt x="177927" y="154781"/>
                  </a:lnTo>
                  <a:lnTo>
                    <a:pt x="169736" y="154972"/>
                  </a:lnTo>
                  <a:lnTo>
                    <a:pt x="165640" y="154400"/>
                  </a:lnTo>
                  <a:lnTo>
                    <a:pt x="162211" y="154496"/>
                  </a:lnTo>
                  <a:lnTo>
                    <a:pt x="156496" y="157067"/>
                  </a:lnTo>
                  <a:lnTo>
                    <a:pt x="155924" y="157353"/>
                  </a:lnTo>
                  <a:lnTo>
                    <a:pt x="148685" y="157734"/>
                  </a:lnTo>
                  <a:lnTo>
                    <a:pt x="122396" y="159258"/>
                  </a:lnTo>
                  <a:lnTo>
                    <a:pt x="107537" y="157639"/>
                  </a:lnTo>
                  <a:lnTo>
                    <a:pt x="94488" y="150876"/>
                  </a:lnTo>
                  <a:lnTo>
                    <a:pt x="83820" y="143161"/>
                  </a:lnTo>
                  <a:lnTo>
                    <a:pt x="79915" y="142589"/>
                  </a:lnTo>
                  <a:lnTo>
                    <a:pt x="77629" y="143351"/>
                  </a:lnTo>
                  <a:lnTo>
                    <a:pt x="75914" y="144685"/>
                  </a:lnTo>
                  <a:lnTo>
                    <a:pt x="74390" y="146209"/>
                  </a:lnTo>
                  <a:lnTo>
                    <a:pt x="72485" y="147638"/>
                  </a:lnTo>
                  <a:lnTo>
                    <a:pt x="70390" y="148400"/>
                  </a:lnTo>
                  <a:lnTo>
                    <a:pt x="66104" y="148209"/>
                  </a:lnTo>
                  <a:lnTo>
                    <a:pt x="64008" y="148400"/>
                  </a:lnTo>
                  <a:lnTo>
                    <a:pt x="60198" y="150876"/>
                  </a:lnTo>
                  <a:lnTo>
                    <a:pt x="57245" y="158687"/>
                  </a:lnTo>
                  <a:lnTo>
                    <a:pt x="54388" y="161354"/>
                  </a:lnTo>
                  <a:lnTo>
                    <a:pt x="50006" y="162592"/>
                  </a:lnTo>
                  <a:lnTo>
                    <a:pt x="36862" y="163830"/>
                  </a:lnTo>
                  <a:lnTo>
                    <a:pt x="29528" y="165830"/>
                  </a:lnTo>
                  <a:lnTo>
                    <a:pt x="27051" y="166021"/>
                  </a:lnTo>
                  <a:lnTo>
                    <a:pt x="25908" y="165830"/>
                  </a:lnTo>
                  <a:lnTo>
                    <a:pt x="23527" y="165164"/>
                  </a:lnTo>
                  <a:lnTo>
                    <a:pt x="23431" y="165068"/>
                  </a:lnTo>
                  <a:lnTo>
                    <a:pt x="22860" y="166783"/>
                  </a:lnTo>
                  <a:lnTo>
                    <a:pt x="25241" y="173831"/>
                  </a:lnTo>
                  <a:lnTo>
                    <a:pt x="25718" y="176117"/>
                  </a:lnTo>
                  <a:lnTo>
                    <a:pt x="26861" y="189548"/>
                  </a:lnTo>
                  <a:lnTo>
                    <a:pt x="25051" y="192405"/>
                  </a:lnTo>
                  <a:lnTo>
                    <a:pt x="24955" y="192881"/>
                  </a:lnTo>
                  <a:lnTo>
                    <a:pt x="24765" y="193262"/>
                  </a:lnTo>
                  <a:lnTo>
                    <a:pt x="24670" y="193739"/>
                  </a:lnTo>
                  <a:lnTo>
                    <a:pt x="23336" y="197453"/>
                  </a:lnTo>
                  <a:lnTo>
                    <a:pt x="22765" y="200025"/>
                  </a:lnTo>
                  <a:lnTo>
                    <a:pt x="21622" y="208979"/>
                  </a:lnTo>
                  <a:lnTo>
                    <a:pt x="21431" y="209360"/>
                  </a:lnTo>
                  <a:lnTo>
                    <a:pt x="21146" y="209645"/>
                  </a:lnTo>
                  <a:lnTo>
                    <a:pt x="19717" y="210503"/>
                  </a:lnTo>
                  <a:lnTo>
                    <a:pt x="18764" y="211265"/>
                  </a:lnTo>
                  <a:lnTo>
                    <a:pt x="18383" y="211646"/>
                  </a:lnTo>
                  <a:lnTo>
                    <a:pt x="18288" y="212312"/>
                  </a:lnTo>
                  <a:lnTo>
                    <a:pt x="18383" y="213360"/>
                  </a:lnTo>
                  <a:lnTo>
                    <a:pt x="19526" y="214313"/>
                  </a:lnTo>
                  <a:lnTo>
                    <a:pt x="20098" y="215170"/>
                  </a:lnTo>
                  <a:lnTo>
                    <a:pt x="19907" y="215932"/>
                  </a:lnTo>
                  <a:lnTo>
                    <a:pt x="19145" y="216408"/>
                  </a:lnTo>
                  <a:lnTo>
                    <a:pt x="17336" y="216884"/>
                  </a:lnTo>
                  <a:lnTo>
                    <a:pt x="14478" y="218408"/>
                  </a:lnTo>
                  <a:lnTo>
                    <a:pt x="14192" y="218789"/>
                  </a:lnTo>
                  <a:lnTo>
                    <a:pt x="13621" y="219837"/>
                  </a:lnTo>
                  <a:lnTo>
                    <a:pt x="11906" y="224219"/>
                  </a:lnTo>
                  <a:lnTo>
                    <a:pt x="10096" y="225457"/>
                  </a:lnTo>
                  <a:lnTo>
                    <a:pt x="8858" y="225838"/>
                  </a:lnTo>
                  <a:lnTo>
                    <a:pt x="8572" y="226695"/>
                  </a:lnTo>
                  <a:lnTo>
                    <a:pt x="8858" y="227552"/>
                  </a:lnTo>
                  <a:lnTo>
                    <a:pt x="9430" y="228505"/>
                  </a:lnTo>
                  <a:lnTo>
                    <a:pt x="9525" y="230029"/>
                  </a:lnTo>
                  <a:lnTo>
                    <a:pt x="9144" y="230886"/>
                  </a:lnTo>
                  <a:lnTo>
                    <a:pt x="8191" y="231553"/>
                  </a:lnTo>
                  <a:lnTo>
                    <a:pt x="6096" y="232220"/>
                  </a:lnTo>
                  <a:lnTo>
                    <a:pt x="3620" y="233267"/>
                  </a:lnTo>
                  <a:lnTo>
                    <a:pt x="190" y="234029"/>
                  </a:lnTo>
                  <a:lnTo>
                    <a:pt x="190" y="236887"/>
                  </a:lnTo>
                  <a:lnTo>
                    <a:pt x="0" y="237363"/>
                  </a:lnTo>
                  <a:lnTo>
                    <a:pt x="286" y="237649"/>
                  </a:lnTo>
                  <a:lnTo>
                    <a:pt x="1714" y="238316"/>
                  </a:lnTo>
                  <a:lnTo>
                    <a:pt x="2477" y="238411"/>
                  </a:lnTo>
                  <a:lnTo>
                    <a:pt x="4858" y="238220"/>
                  </a:lnTo>
                  <a:lnTo>
                    <a:pt x="5810" y="238316"/>
                  </a:lnTo>
                  <a:lnTo>
                    <a:pt x="7239" y="239363"/>
                  </a:lnTo>
                  <a:lnTo>
                    <a:pt x="7906" y="241268"/>
                  </a:lnTo>
                  <a:lnTo>
                    <a:pt x="8382" y="243459"/>
                  </a:lnTo>
                  <a:lnTo>
                    <a:pt x="9335" y="245174"/>
                  </a:lnTo>
                  <a:lnTo>
                    <a:pt x="10858" y="247269"/>
                  </a:lnTo>
                  <a:lnTo>
                    <a:pt x="10954" y="248888"/>
                  </a:lnTo>
                  <a:lnTo>
                    <a:pt x="10668" y="250508"/>
                  </a:lnTo>
                  <a:lnTo>
                    <a:pt x="10858" y="252794"/>
                  </a:lnTo>
                  <a:lnTo>
                    <a:pt x="11525" y="253937"/>
                  </a:lnTo>
                  <a:lnTo>
                    <a:pt x="13906" y="256985"/>
                  </a:lnTo>
                  <a:lnTo>
                    <a:pt x="14764" y="258699"/>
                  </a:lnTo>
                  <a:lnTo>
                    <a:pt x="15430" y="259652"/>
                  </a:lnTo>
                  <a:lnTo>
                    <a:pt x="16097" y="259842"/>
                  </a:lnTo>
                  <a:lnTo>
                    <a:pt x="16859" y="259556"/>
                  </a:lnTo>
                  <a:lnTo>
                    <a:pt x="17621" y="258699"/>
                  </a:lnTo>
                  <a:lnTo>
                    <a:pt x="17716" y="258699"/>
                  </a:lnTo>
                  <a:lnTo>
                    <a:pt x="17716" y="258699"/>
                  </a:lnTo>
                  <a:lnTo>
                    <a:pt x="17907" y="258604"/>
                  </a:lnTo>
                  <a:lnTo>
                    <a:pt x="18097" y="258509"/>
                  </a:lnTo>
                  <a:lnTo>
                    <a:pt x="18288" y="258604"/>
                  </a:lnTo>
                  <a:lnTo>
                    <a:pt x="18383" y="258699"/>
                  </a:lnTo>
                  <a:lnTo>
                    <a:pt x="19907" y="260699"/>
                  </a:lnTo>
                  <a:lnTo>
                    <a:pt x="19621" y="262509"/>
                  </a:lnTo>
                  <a:lnTo>
                    <a:pt x="18002" y="263843"/>
                  </a:lnTo>
                  <a:lnTo>
                    <a:pt x="15716" y="264605"/>
                  </a:lnTo>
                  <a:lnTo>
                    <a:pt x="17907" y="265938"/>
                  </a:lnTo>
                  <a:lnTo>
                    <a:pt x="19717" y="266129"/>
                  </a:lnTo>
                  <a:lnTo>
                    <a:pt x="20574" y="266795"/>
                  </a:lnTo>
                  <a:lnTo>
                    <a:pt x="20098" y="269939"/>
                  </a:lnTo>
                  <a:lnTo>
                    <a:pt x="15145" y="278702"/>
                  </a:lnTo>
                  <a:lnTo>
                    <a:pt x="14669" y="281845"/>
                  </a:lnTo>
                  <a:lnTo>
                    <a:pt x="16764" y="293370"/>
                  </a:lnTo>
                  <a:lnTo>
                    <a:pt x="19431" y="299847"/>
                  </a:lnTo>
                  <a:lnTo>
                    <a:pt x="20574" y="304895"/>
                  </a:lnTo>
                  <a:lnTo>
                    <a:pt x="19526" y="313849"/>
                  </a:lnTo>
                  <a:lnTo>
                    <a:pt x="19336" y="323469"/>
                  </a:lnTo>
                  <a:lnTo>
                    <a:pt x="17621" y="329851"/>
                  </a:lnTo>
                  <a:lnTo>
                    <a:pt x="20574" y="328708"/>
                  </a:lnTo>
                  <a:lnTo>
                    <a:pt x="25337" y="327184"/>
                  </a:lnTo>
                  <a:lnTo>
                    <a:pt x="26194" y="326517"/>
                  </a:lnTo>
                  <a:lnTo>
                    <a:pt x="26861" y="325565"/>
                  </a:lnTo>
                  <a:lnTo>
                    <a:pt x="27432" y="323945"/>
                  </a:lnTo>
                  <a:lnTo>
                    <a:pt x="27718" y="322326"/>
                  </a:lnTo>
                  <a:lnTo>
                    <a:pt x="27622" y="318516"/>
                  </a:lnTo>
                  <a:lnTo>
                    <a:pt x="27813" y="316802"/>
                  </a:lnTo>
                  <a:lnTo>
                    <a:pt x="28575" y="315278"/>
                  </a:lnTo>
                  <a:lnTo>
                    <a:pt x="30480" y="314420"/>
                  </a:lnTo>
                  <a:lnTo>
                    <a:pt x="34004" y="314516"/>
                  </a:lnTo>
                  <a:lnTo>
                    <a:pt x="35814" y="314230"/>
                  </a:lnTo>
                  <a:lnTo>
                    <a:pt x="37529" y="313468"/>
                  </a:lnTo>
                  <a:lnTo>
                    <a:pt x="38767" y="312611"/>
                  </a:lnTo>
                  <a:lnTo>
                    <a:pt x="39529" y="311849"/>
                  </a:lnTo>
                  <a:lnTo>
                    <a:pt x="39910" y="310991"/>
                  </a:lnTo>
                  <a:lnTo>
                    <a:pt x="40196" y="309563"/>
                  </a:lnTo>
                  <a:lnTo>
                    <a:pt x="40005" y="308801"/>
                  </a:lnTo>
                  <a:lnTo>
                    <a:pt x="39719" y="308134"/>
                  </a:lnTo>
                  <a:lnTo>
                    <a:pt x="38957" y="307181"/>
                  </a:lnTo>
                  <a:lnTo>
                    <a:pt x="35814" y="304419"/>
                  </a:lnTo>
                  <a:lnTo>
                    <a:pt x="35052" y="303467"/>
                  </a:lnTo>
                  <a:lnTo>
                    <a:pt x="34385" y="302228"/>
                  </a:lnTo>
                  <a:lnTo>
                    <a:pt x="33814" y="300895"/>
                  </a:lnTo>
                  <a:lnTo>
                    <a:pt x="33052" y="297656"/>
                  </a:lnTo>
                  <a:lnTo>
                    <a:pt x="32861" y="296037"/>
                  </a:lnTo>
                  <a:lnTo>
                    <a:pt x="32956" y="294608"/>
                  </a:lnTo>
                  <a:lnTo>
                    <a:pt x="33338" y="293275"/>
                  </a:lnTo>
                  <a:lnTo>
                    <a:pt x="33909" y="291941"/>
                  </a:lnTo>
                  <a:lnTo>
                    <a:pt x="35433" y="289655"/>
                  </a:lnTo>
                  <a:lnTo>
                    <a:pt x="35909" y="288608"/>
                  </a:lnTo>
                  <a:lnTo>
                    <a:pt x="36290" y="287465"/>
                  </a:lnTo>
                  <a:lnTo>
                    <a:pt x="36576" y="286226"/>
                  </a:lnTo>
                  <a:lnTo>
                    <a:pt x="36671" y="283559"/>
                  </a:lnTo>
                  <a:lnTo>
                    <a:pt x="37433" y="281940"/>
                  </a:lnTo>
                  <a:lnTo>
                    <a:pt x="38481" y="280511"/>
                  </a:lnTo>
                  <a:lnTo>
                    <a:pt x="42005" y="276987"/>
                  </a:lnTo>
                  <a:lnTo>
                    <a:pt x="42767" y="275844"/>
                  </a:lnTo>
                  <a:lnTo>
                    <a:pt x="43434" y="274034"/>
                  </a:lnTo>
                  <a:lnTo>
                    <a:pt x="44387" y="272701"/>
                  </a:lnTo>
                  <a:lnTo>
                    <a:pt x="46196" y="270986"/>
                  </a:lnTo>
                  <a:lnTo>
                    <a:pt x="50006" y="268224"/>
                  </a:lnTo>
                  <a:lnTo>
                    <a:pt x="52864" y="265081"/>
                  </a:lnTo>
                  <a:lnTo>
                    <a:pt x="53530" y="264128"/>
                  </a:lnTo>
                  <a:lnTo>
                    <a:pt x="55340" y="263271"/>
                  </a:lnTo>
                  <a:lnTo>
                    <a:pt x="64675" y="261366"/>
                  </a:lnTo>
                  <a:lnTo>
                    <a:pt x="72009" y="261271"/>
                  </a:lnTo>
                  <a:lnTo>
                    <a:pt x="73819" y="260604"/>
                  </a:lnTo>
                  <a:lnTo>
                    <a:pt x="77057" y="260033"/>
                  </a:lnTo>
                  <a:lnTo>
                    <a:pt x="77819" y="259747"/>
                  </a:lnTo>
                  <a:lnTo>
                    <a:pt x="78581" y="259271"/>
                  </a:lnTo>
                  <a:lnTo>
                    <a:pt x="80963" y="257270"/>
                  </a:lnTo>
                  <a:lnTo>
                    <a:pt x="82772" y="256223"/>
                  </a:lnTo>
                  <a:lnTo>
                    <a:pt x="83915" y="255937"/>
                  </a:lnTo>
                  <a:lnTo>
                    <a:pt x="85535" y="255842"/>
                  </a:lnTo>
                  <a:lnTo>
                    <a:pt x="91154" y="256699"/>
                  </a:lnTo>
                  <a:lnTo>
                    <a:pt x="92964" y="256699"/>
                  </a:lnTo>
                  <a:lnTo>
                    <a:pt x="94488" y="256508"/>
                  </a:lnTo>
                  <a:lnTo>
                    <a:pt x="95631" y="256508"/>
                  </a:lnTo>
                  <a:lnTo>
                    <a:pt x="96774" y="256794"/>
                  </a:lnTo>
                  <a:lnTo>
                    <a:pt x="99155" y="258032"/>
                  </a:lnTo>
                  <a:lnTo>
                    <a:pt x="102584" y="260604"/>
                  </a:lnTo>
                  <a:lnTo>
                    <a:pt x="103156" y="261366"/>
                  </a:lnTo>
                  <a:lnTo>
                    <a:pt x="103346" y="263081"/>
                  </a:lnTo>
                  <a:lnTo>
                    <a:pt x="103061" y="264224"/>
                  </a:lnTo>
                  <a:lnTo>
                    <a:pt x="101918" y="266319"/>
                  </a:lnTo>
                  <a:lnTo>
                    <a:pt x="101155" y="268129"/>
                  </a:lnTo>
                  <a:lnTo>
                    <a:pt x="100965" y="268891"/>
                  </a:lnTo>
                  <a:lnTo>
                    <a:pt x="100870" y="269367"/>
                  </a:lnTo>
                  <a:lnTo>
                    <a:pt x="101346" y="269462"/>
                  </a:lnTo>
                  <a:lnTo>
                    <a:pt x="101822" y="269462"/>
                  </a:lnTo>
                  <a:lnTo>
                    <a:pt x="106489" y="266129"/>
                  </a:lnTo>
                  <a:lnTo>
                    <a:pt x="108109" y="264700"/>
                  </a:lnTo>
                  <a:lnTo>
                    <a:pt x="108490" y="264128"/>
                  </a:lnTo>
                  <a:lnTo>
                    <a:pt x="109347" y="262414"/>
                  </a:lnTo>
                  <a:lnTo>
                    <a:pt x="110014" y="262033"/>
                  </a:lnTo>
                  <a:lnTo>
                    <a:pt x="110966" y="261938"/>
                  </a:lnTo>
                  <a:lnTo>
                    <a:pt x="112014" y="262700"/>
                  </a:lnTo>
                  <a:lnTo>
                    <a:pt x="112490" y="263652"/>
                  </a:lnTo>
                  <a:lnTo>
                    <a:pt x="112681" y="264795"/>
                  </a:lnTo>
                  <a:lnTo>
                    <a:pt x="112776" y="265938"/>
                  </a:lnTo>
                  <a:lnTo>
                    <a:pt x="113157" y="266700"/>
                  </a:lnTo>
                  <a:lnTo>
                    <a:pt x="114014" y="266891"/>
                  </a:lnTo>
                  <a:lnTo>
                    <a:pt x="116777" y="265557"/>
                  </a:lnTo>
                  <a:lnTo>
                    <a:pt x="119539" y="264509"/>
                  </a:lnTo>
                  <a:lnTo>
                    <a:pt x="126587" y="262985"/>
                  </a:lnTo>
                  <a:lnTo>
                    <a:pt x="127635" y="262985"/>
                  </a:lnTo>
                  <a:lnTo>
                    <a:pt x="128111" y="263271"/>
                  </a:lnTo>
                  <a:lnTo>
                    <a:pt x="128397" y="264033"/>
                  </a:lnTo>
                  <a:lnTo>
                    <a:pt x="128492" y="266319"/>
                  </a:lnTo>
                  <a:lnTo>
                    <a:pt x="128873" y="267367"/>
                  </a:lnTo>
                  <a:lnTo>
                    <a:pt x="129445" y="267748"/>
                  </a:lnTo>
                  <a:lnTo>
                    <a:pt x="130683" y="267367"/>
                  </a:lnTo>
                  <a:lnTo>
                    <a:pt x="133636" y="265367"/>
                  </a:lnTo>
                  <a:lnTo>
                    <a:pt x="134779" y="264986"/>
                  </a:lnTo>
                  <a:lnTo>
                    <a:pt x="139922" y="264319"/>
                  </a:lnTo>
                  <a:lnTo>
                    <a:pt x="143351" y="264795"/>
                  </a:lnTo>
                  <a:lnTo>
                    <a:pt x="146399" y="265557"/>
                  </a:lnTo>
                  <a:lnTo>
                    <a:pt x="150876" y="265176"/>
                  </a:lnTo>
                  <a:lnTo>
                    <a:pt x="152114" y="265271"/>
                  </a:lnTo>
                  <a:lnTo>
                    <a:pt x="152971" y="266224"/>
                  </a:lnTo>
                  <a:lnTo>
                    <a:pt x="153638" y="268034"/>
                  </a:lnTo>
                  <a:lnTo>
                    <a:pt x="154305" y="268605"/>
                  </a:lnTo>
                  <a:lnTo>
                    <a:pt x="155638" y="268700"/>
                  </a:lnTo>
                  <a:lnTo>
                    <a:pt x="156686" y="268891"/>
                  </a:lnTo>
                  <a:lnTo>
                    <a:pt x="157829" y="269843"/>
                  </a:lnTo>
                  <a:lnTo>
                    <a:pt x="158401" y="270986"/>
                  </a:lnTo>
                  <a:lnTo>
                    <a:pt x="158591" y="272606"/>
                  </a:lnTo>
                  <a:lnTo>
                    <a:pt x="158496" y="274225"/>
                  </a:lnTo>
                  <a:lnTo>
                    <a:pt x="157829" y="277749"/>
                  </a:lnTo>
                  <a:lnTo>
                    <a:pt x="157924" y="278702"/>
                  </a:lnTo>
                  <a:lnTo>
                    <a:pt x="158687" y="279178"/>
                  </a:lnTo>
                  <a:lnTo>
                    <a:pt x="160401" y="278225"/>
                  </a:lnTo>
                  <a:lnTo>
                    <a:pt x="162115" y="277082"/>
                  </a:lnTo>
                  <a:lnTo>
                    <a:pt x="162496" y="277082"/>
                  </a:lnTo>
                  <a:lnTo>
                    <a:pt x="163163" y="277654"/>
                  </a:lnTo>
                  <a:lnTo>
                    <a:pt x="163449" y="278606"/>
                  </a:lnTo>
                  <a:lnTo>
                    <a:pt x="164497" y="278892"/>
                  </a:lnTo>
                  <a:lnTo>
                    <a:pt x="166211" y="278606"/>
                  </a:lnTo>
                  <a:lnTo>
                    <a:pt x="175736" y="274796"/>
                  </a:lnTo>
                  <a:lnTo>
                    <a:pt x="177641" y="274892"/>
                  </a:lnTo>
                  <a:lnTo>
                    <a:pt x="178022" y="276416"/>
                  </a:lnTo>
                  <a:lnTo>
                    <a:pt x="177451" y="279940"/>
                  </a:lnTo>
                  <a:lnTo>
                    <a:pt x="177451" y="281940"/>
                  </a:lnTo>
                  <a:lnTo>
                    <a:pt x="177832" y="284321"/>
                  </a:lnTo>
                  <a:lnTo>
                    <a:pt x="178022" y="288798"/>
                  </a:lnTo>
                  <a:lnTo>
                    <a:pt x="179070" y="291941"/>
                  </a:lnTo>
                  <a:lnTo>
                    <a:pt x="180689" y="292608"/>
                  </a:lnTo>
                  <a:lnTo>
                    <a:pt x="182023" y="292418"/>
                  </a:lnTo>
                  <a:lnTo>
                    <a:pt x="184023" y="291751"/>
                  </a:lnTo>
                  <a:lnTo>
                    <a:pt x="186119" y="289941"/>
                  </a:lnTo>
                  <a:lnTo>
                    <a:pt x="191357" y="283940"/>
                  </a:lnTo>
                  <a:lnTo>
                    <a:pt x="193072" y="280988"/>
                  </a:lnTo>
                  <a:lnTo>
                    <a:pt x="194691" y="279368"/>
                  </a:lnTo>
                  <a:lnTo>
                    <a:pt x="196691" y="278225"/>
                  </a:lnTo>
                  <a:lnTo>
                    <a:pt x="203073" y="276225"/>
                  </a:lnTo>
                  <a:lnTo>
                    <a:pt x="209740" y="275844"/>
                  </a:lnTo>
                  <a:lnTo>
                    <a:pt x="215932" y="272415"/>
                  </a:lnTo>
                  <a:lnTo>
                    <a:pt x="216313" y="271558"/>
                  </a:lnTo>
                  <a:lnTo>
                    <a:pt x="216503" y="270701"/>
                  </a:lnTo>
                  <a:lnTo>
                    <a:pt x="215932" y="270701"/>
                  </a:lnTo>
                  <a:lnTo>
                    <a:pt x="213074" y="272796"/>
                  </a:lnTo>
                  <a:lnTo>
                    <a:pt x="212312" y="273082"/>
                  </a:lnTo>
                  <a:lnTo>
                    <a:pt x="211455" y="273177"/>
                  </a:lnTo>
                  <a:lnTo>
                    <a:pt x="209931" y="272891"/>
                  </a:lnTo>
                  <a:lnTo>
                    <a:pt x="209550" y="272225"/>
                  </a:lnTo>
                  <a:lnTo>
                    <a:pt x="209836" y="271367"/>
                  </a:lnTo>
                  <a:lnTo>
                    <a:pt x="212312" y="269367"/>
                  </a:lnTo>
                  <a:lnTo>
                    <a:pt x="213074" y="268510"/>
                  </a:lnTo>
                  <a:lnTo>
                    <a:pt x="215360" y="264319"/>
                  </a:lnTo>
                  <a:lnTo>
                    <a:pt x="217456" y="262319"/>
                  </a:lnTo>
                  <a:lnTo>
                    <a:pt x="219456" y="260033"/>
                  </a:lnTo>
                  <a:lnTo>
                    <a:pt x="220599" y="258128"/>
                  </a:lnTo>
                  <a:lnTo>
                    <a:pt x="220599" y="258032"/>
                  </a:lnTo>
                  <a:lnTo>
                    <a:pt x="222218" y="254603"/>
                  </a:lnTo>
                  <a:lnTo>
                    <a:pt x="223361" y="253651"/>
                  </a:lnTo>
                  <a:lnTo>
                    <a:pt x="224980" y="253270"/>
                  </a:lnTo>
                  <a:lnTo>
                    <a:pt x="227266" y="253746"/>
                  </a:lnTo>
                  <a:lnTo>
                    <a:pt x="228695" y="254699"/>
                  </a:lnTo>
                  <a:lnTo>
                    <a:pt x="229457" y="256032"/>
                  </a:lnTo>
                  <a:lnTo>
                    <a:pt x="229553" y="257842"/>
                  </a:lnTo>
                  <a:lnTo>
                    <a:pt x="229553" y="258032"/>
                  </a:lnTo>
                  <a:lnTo>
                    <a:pt x="229362" y="259175"/>
                  </a:lnTo>
                  <a:lnTo>
                    <a:pt x="228695" y="261557"/>
                  </a:lnTo>
                  <a:lnTo>
                    <a:pt x="228029" y="263081"/>
                  </a:lnTo>
                  <a:lnTo>
                    <a:pt x="227743" y="264700"/>
                  </a:lnTo>
                  <a:lnTo>
                    <a:pt x="227933" y="265843"/>
                  </a:lnTo>
                  <a:lnTo>
                    <a:pt x="229076" y="266700"/>
                  </a:lnTo>
                  <a:lnTo>
                    <a:pt x="230600" y="267081"/>
                  </a:lnTo>
                  <a:lnTo>
                    <a:pt x="232696" y="266891"/>
                  </a:lnTo>
                  <a:lnTo>
                    <a:pt x="235077" y="265557"/>
                  </a:lnTo>
                  <a:lnTo>
                    <a:pt x="236696" y="264033"/>
                  </a:lnTo>
                  <a:lnTo>
                    <a:pt x="237935" y="262223"/>
                  </a:lnTo>
                  <a:lnTo>
                    <a:pt x="239363" y="259461"/>
                  </a:lnTo>
                  <a:lnTo>
                    <a:pt x="239839" y="258032"/>
                  </a:lnTo>
                  <a:lnTo>
                    <a:pt x="240602" y="254222"/>
                  </a:lnTo>
                  <a:lnTo>
                    <a:pt x="241078" y="252984"/>
                  </a:lnTo>
                  <a:lnTo>
                    <a:pt x="241840" y="251936"/>
                  </a:lnTo>
                  <a:lnTo>
                    <a:pt x="246507" y="247460"/>
                  </a:lnTo>
                  <a:lnTo>
                    <a:pt x="248221" y="246793"/>
                  </a:lnTo>
                  <a:lnTo>
                    <a:pt x="250317" y="246602"/>
                  </a:lnTo>
                  <a:lnTo>
                    <a:pt x="252984" y="247936"/>
                  </a:lnTo>
                  <a:lnTo>
                    <a:pt x="256318" y="251365"/>
                  </a:lnTo>
                  <a:lnTo>
                    <a:pt x="257842" y="252508"/>
                  </a:lnTo>
                  <a:lnTo>
                    <a:pt x="259271" y="252889"/>
                  </a:lnTo>
                  <a:lnTo>
                    <a:pt x="261461" y="253175"/>
                  </a:lnTo>
                  <a:lnTo>
                    <a:pt x="265176" y="252603"/>
                  </a:lnTo>
                  <a:lnTo>
                    <a:pt x="272796" y="250508"/>
                  </a:lnTo>
                  <a:lnTo>
                    <a:pt x="274034" y="250508"/>
                  </a:lnTo>
                  <a:lnTo>
                    <a:pt x="275368" y="250793"/>
                  </a:lnTo>
                  <a:lnTo>
                    <a:pt x="276701" y="250793"/>
                  </a:lnTo>
                  <a:lnTo>
                    <a:pt x="284036" y="248793"/>
                  </a:lnTo>
                  <a:lnTo>
                    <a:pt x="287655" y="247269"/>
                  </a:lnTo>
                  <a:lnTo>
                    <a:pt x="289370" y="246698"/>
                  </a:lnTo>
                  <a:lnTo>
                    <a:pt x="299847" y="247174"/>
                  </a:lnTo>
                  <a:lnTo>
                    <a:pt x="300895" y="247460"/>
                  </a:lnTo>
                  <a:lnTo>
                    <a:pt x="301371" y="248031"/>
                  </a:lnTo>
                  <a:lnTo>
                    <a:pt x="301657" y="248698"/>
                  </a:lnTo>
                  <a:lnTo>
                    <a:pt x="300609" y="250984"/>
                  </a:lnTo>
                  <a:lnTo>
                    <a:pt x="291655" y="258985"/>
                  </a:lnTo>
                  <a:lnTo>
                    <a:pt x="291179" y="259652"/>
                  </a:lnTo>
                  <a:lnTo>
                    <a:pt x="290703" y="260699"/>
                  </a:lnTo>
                  <a:lnTo>
                    <a:pt x="290513" y="261938"/>
                  </a:lnTo>
                  <a:lnTo>
                    <a:pt x="290608" y="263366"/>
                  </a:lnTo>
                  <a:lnTo>
                    <a:pt x="291084" y="264795"/>
                  </a:lnTo>
                  <a:lnTo>
                    <a:pt x="292037" y="265462"/>
                  </a:lnTo>
                  <a:lnTo>
                    <a:pt x="294418" y="265843"/>
                  </a:lnTo>
                  <a:lnTo>
                    <a:pt x="295085" y="266795"/>
                  </a:lnTo>
                  <a:lnTo>
                    <a:pt x="295180" y="268415"/>
                  </a:lnTo>
                  <a:lnTo>
                    <a:pt x="293275" y="272796"/>
                  </a:lnTo>
                  <a:lnTo>
                    <a:pt x="291655" y="277749"/>
                  </a:lnTo>
                  <a:lnTo>
                    <a:pt x="289750" y="281559"/>
                  </a:lnTo>
                  <a:lnTo>
                    <a:pt x="289560" y="282607"/>
                  </a:lnTo>
                  <a:lnTo>
                    <a:pt x="289750" y="283845"/>
                  </a:lnTo>
                  <a:lnTo>
                    <a:pt x="290131" y="285369"/>
                  </a:lnTo>
                  <a:lnTo>
                    <a:pt x="290417" y="287274"/>
                  </a:lnTo>
                  <a:lnTo>
                    <a:pt x="290513" y="289465"/>
                  </a:lnTo>
                  <a:lnTo>
                    <a:pt x="289750" y="296513"/>
                  </a:lnTo>
                  <a:lnTo>
                    <a:pt x="289750" y="297847"/>
                  </a:lnTo>
                  <a:lnTo>
                    <a:pt x="290131" y="298514"/>
                  </a:lnTo>
                  <a:lnTo>
                    <a:pt x="290989" y="298514"/>
                  </a:lnTo>
                  <a:lnTo>
                    <a:pt x="292227" y="297371"/>
                  </a:lnTo>
                  <a:lnTo>
                    <a:pt x="294037" y="296037"/>
                  </a:lnTo>
                  <a:lnTo>
                    <a:pt x="296704" y="294799"/>
                  </a:lnTo>
                  <a:lnTo>
                    <a:pt x="301180" y="293561"/>
                  </a:lnTo>
                  <a:lnTo>
                    <a:pt x="306991" y="293084"/>
                  </a:lnTo>
                  <a:lnTo>
                    <a:pt x="308705" y="291846"/>
                  </a:lnTo>
                  <a:lnTo>
                    <a:pt x="309848" y="290798"/>
                  </a:lnTo>
                  <a:lnTo>
                    <a:pt x="311277" y="289751"/>
                  </a:lnTo>
                  <a:lnTo>
                    <a:pt x="312801" y="288893"/>
                  </a:lnTo>
                  <a:lnTo>
                    <a:pt x="314515" y="288322"/>
                  </a:lnTo>
                  <a:lnTo>
                    <a:pt x="316325" y="288703"/>
                  </a:lnTo>
                  <a:lnTo>
                    <a:pt x="318135" y="289941"/>
                  </a:lnTo>
                  <a:lnTo>
                    <a:pt x="320421" y="292799"/>
                  </a:lnTo>
                  <a:lnTo>
                    <a:pt x="325469" y="296513"/>
                  </a:lnTo>
                  <a:lnTo>
                    <a:pt x="330613" y="301466"/>
                  </a:lnTo>
                  <a:lnTo>
                    <a:pt x="338899" y="311087"/>
                  </a:lnTo>
                  <a:lnTo>
                    <a:pt x="339090" y="311182"/>
                  </a:lnTo>
                  <a:lnTo>
                    <a:pt x="339376" y="311277"/>
                  </a:lnTo>
                  <a:lnTo>
                    <a:pt x="339662" y="311372"/>
                  </a:lnTo>
                  <a:lnTo>
                    <a:pt x="340138" y="311372"/>
                  </a:lnTo>
                  <a:lnTo>
                    <a:pt x="341662" y="310706"/>
                  </a:lnTo>
                  <a:lnTo>
                    <a:pt x="342424" y="310229"/>
                  </a:lnTo>
                  <a:lnTo>
                    <a:pt x="344519" y="308705"/>
                  </a:lnTo>
                  <a:lnTo>
                    <a:pt x="346138" y="307848"/>
                  </a:lnTo>
                  <a:lnTo>
                    <a:pt x="346996" y="307658"/>
                  </a:lnTo>
                  <a:lnTo>
                    <a:pt x="347758" y="307658"/>
                  </a:lnTo>
                  <a:lnTo>
                    <a:pt x="348615" y="307943"/>
                  </a:lnTo>
                  <a:lnTo>
                    <a:pt x="349091" y="308515"/>
                  </a:lnTo>
                  <a:lnTo>
                    <a:pt x="349282" y="309848"/>
                  </a:lnTo>
                  <a:lnTo>
                    <a:pt x="348710" y="310991"/>
                  </a:lnTo>
                  <a:lnTo>
                    <a:pt x="348044" y="312039"/>
                  </a:lnTo>
                  <a:lnTo>
                    <a:pt x="347186" y="312801"/>
                  </a:lnTo>
                  <a:lnTo>
                    <a:pt x="346329" y="313658"/>
                  </a:lnTo>
                  <a:lnTo>
                    <a:pt x="345757" y="314516"/>
                  </a:lnTo>
                  <a:lnTo>
                    <a:pt x="344614" y="316516"/>
                  </a:lnTo>
                  <a:lnTo>
                    <a:pt x="343853" y="317659"/>
                  </a:lnTo>
                  <a:lnTo>
                    <a:pt x="342900" y="318802"/>
                  </a:lnTo>
                  <a:lnTo>
                    <a:pt x="340805" y="320612"/>
                  </a:lnTo>
                  <a:lnTo>
                    <a:pt x="338328" y="322326"/>
                  </a:lnTo>
                  <a:lnTo>
                    <a:pt x="337947" y="322612"/>
                  </a:lnTo>
                  <a:lnTo>
                    <a:pt x="337947" y="323183"/>
                  </a:lnTo>
                  <a:lnTo>
                    <a:pt x="338233" y="324041"/>
                  </a:lnTo>
                  <a:lnTo>
                    <a:pt x="341186" y="325279"/>
                  </a:lnTo>
                  <a:lnTo>
                    <a:pt x="342043" y="325946"/>
                  </a:lnTo>
                  <a:lnTo>
                    <a:pt x="342614" y="327374"/>
                  </a:lnTo>
                  <a:lnTo>
                    <a:pt x="343376" y="328327"/>
                  </a:lnTo>
                  <a:lnTo>
                    <a:pt x="343853" y="328803"/>
                  </a:lnTo>
                  <a:lnTo>
                    <a:pt x="347758" y="329946"/>
                  </a:lnTo>
                  <a:lnTo>
                    <a:pt x="349187" y="330422"/>
                  </a:lnTo>
                  <a:lnTo>
                    <a:pt x="350139" y="330803"/>
                  </a:lnTo>
                  <a:lnTo>
                    <a:pt x="351377" y="331661"/>
                  </a:lnTo>
                  <a:lnTo>
                    <a:pt x="356045" y="335947"/>
                  </a:lnTo>
                  <a:lnTo>
                    <a:pt x="357569" y="338042"/>
                  </a:lnTo>
                  <a:lnTo>
                    <a:pt x="358616" y="339090"/>
                  </a:lnTo>
                  <a:lnTo>
                    <a:pt x="360616" y="340519"/>
                  </a:lnTo>
                  <a:lnTo>
                    <a:pt x="361569" y="341471"/>
                  </a:lnTo>
                  <a:lnTo>
                    <a:pt x="362236" y="342805"/>
                  </a:lnTo>
                  <a:lnTo>
                    <a:pt x="362521" y="344138"/>
                  </a:lnTo>
                  <a:lnTo>
                    <a:pt x="362331" y="345758"/>
                  </a:lnTo>
                  <a:lnTo>
                    <a:pt x="361855" y="347091"/>
                  </a:lnTo>
                  <a:lnTo>
                    <a:pt x="361188" y="348710"/>
                  </a:lnTo>
                  <a:lnTo>
                    <a:pt x="361188" y="349949"/>
                  </a:lnTo>
                  <a:lnTo>
                    <a:pt x="361283" y="350615"/>
                  </a:lnTo>
                  <a:lnTo>
                    <a:pt x="361664" y="351377"/>
                  </a:lnTo>
                  <a:lnTo>
                    <a:pt x="361855" y="352139"/>
                  </a:lnTo>
                  <a:lnTo>
                    <a:pt x="362045" y="352997"/>
                  </a:lnTo>
                  <a:lnTo>
                    <a:pt x="362521" y="353854"/>
                  </a:lnTo>
                  <a:lnTo>
                    <a:pt x="363950" y="355283"/>
                  </a:lnTo>
                  <a:lnTo>
                    <a:pt x="364046" y="356045"/>
                  </a:lnTo>
                  <a:lnTo>
                    <a:pt x="363379" y="356902"/>
                  </a:lnTo>
                  <a:lnTo>
                    <a:pt x="348901" y="361950"/>
                  </a:lnTo>
                  <a:lnTo>
                    <a:pt x="345377" y="366141"/>
                  </a:lnTo>
                  <a:lnTo>
                    <a:pt x="344138" y="366046"/>
                  </a:lnTo>
                  <a:lnTo>
                    <a:pt x="339852" y="366903"/>
                  </a:lnTo>
                  <a:lnTo>
                    <a:pt x="338138" y="366903"/>
                  </a:lnTo>
                  <a:lnTo>
                    <a:pt x="335566" y="366522"/>
                  </a:lnTo>
                  <a:lnTo>
                    <a:pt x="335089" y="366808"/>
                  </a:lnTo>
                  <a:lnTo>
                    <a:pt x="334899" y="367856"/>
                  </a:lnTo>
                  <a:lnTo>
                    <a:pt x="334994" y="368808"/>
                  </a:lnTo>
                  <a:lnTo>
                    <a:pt x="334708" y="369665"/>
                  </a:lnTo>
                  <a:lnTo>
                    <a:pt x="333375" y="369951"/>
                  </a:lnTo>
                  <a:lnTo>
                    <a:pt x="332041" y="369951"/>
                  </a:lnTo>
                  <a:lnTo>
                    <a:pt x="330803" y="370427"/>
                  </a:lnTo>
                  <a:lnTo>
                    <a:pt x="329279" y="371570"/>
                  </a:lnTo>
                  <a:lnTo>
                    <a:pt x="326803" y="373952"/>
                  </a:lnTo>
                  <a:lnTo>
                    <a:pt x="322802" y="377000"/>
                  </a:lnTo>
                  <a:lnTo>
                    <a:pt x="317659" y="382619"/>
                  </a:lnTo>
                  <a:lnTo>
                    <a:pt x="314801" y="385286"/>
                  </a:lnTo>
                  <a:lnTo>
                    <a:pt x="315087" y="386525"/>
                  </a:lnTo>
                  <a:lnTo>
                    <a:pt x="315087" y="386525"/>
                  </a:lnTo>
                  <a:lnTo>
                    <a:pt x="315087" y="386525"/>
                  </a:lnTo>
                  <a:lnTo>
                    <a:pt x="315944" y="386810"/>
                  </a:lnTo>
                  <a:lnTo>
                    <a:pt x="317945" y="387477"/>
                  </a:lnTo>
                  <a:lnTo>
                    <a:pt x="317945" y="387477"/>
                  </a:lnTo>
                  <a:lnTo>
                    <a:pt x="318040" y="387477"/>
                  </a:lnTo>
                  <a:lnTo>
                    <a:pt x="318040" y="387858"/>
                  </a:lnTo>
                  <a:lnTo>
                    <a:pt x="318040" y="387953"/>
                  </a:lnTo>
                  <a:lnTo>
                    <a:pt x="321755" y="390716"/>
                  </a:lnTo>
                  <a:lnTo>
                    <a:pt x="321755" y="390716"/>
                  </a:lnTo>
                  <a:lnTo>
                    <a:pt x="322802" y="391192"/>
                  </a:lnTo>
                  <a:lnTo>
                    <a:pt x="322802" y="391192"/>
                  </a:lnTo>
                  <a:lnTo>
                    <a:pt x="323279" y="391859"/>
                  </a:lnTo>
                  <a:lnTo>
                    <a:pt x="323279" y="391859"/>
                  </a:lnTo>
                  <a:lnTo>
                    <a:pt x="322326" y="392716"/>
                  </a:lnTo>
                  <a:lnTo>
                    <a:pt x="322326" y="392716"/>
                  </a:lnTo>
                  <a:lnTo>
                    <a:pt x="322326" y="392716"/>
                  </a:lnTo>
                  <a:lnTo>
                    <a:pt x="325183" y="393954"/>
                  </a:lnTo>
                  <a:lnTo>
                    <a:pt x="325183" y="393954"/>
                  </a:lnTo>
                  <a:lnTo>
                    <a:pt x="326231" y="395002"/>
                  </a:lnTo>
                  <a:lnTo>
                    <a:pt x="327088" y="397097"/>
                  </a:lnTo>
                  <a:lnTo>
                    <a:pt x="327088" y="397097"/>
                  </a:lnTo>
                  <a:lnTo>
                    <a:pt x="327470" y="399288"/>
                  </a:lnTo>
                  <a:lnTo>
                    <a:pt x="327184" y="400717"/>
                  </a:lnTo>
                  <a:lnTo>
                    <a:pt x="325564" y="403193"/>
                  </a:lnTo>
                  <a:lnTo>
                    <a:pt x="321469" y="404336"/>
                  </a:lnTo>
                  <a:lnTo>
                    <a:pt x="314325" y="406718"/>
                  </a:lnTo>
                  <a:lnTo>
                    <a:pt x="313182" y="406527"/>
                  </a:lnTo>
                  <a:lnTo>
                    <a:pt x="312420" y="406146"/>
                  </a:lnTo>
                  <a:lnTo>
                    <a:pt x="312420" y="406146"/>
                  </a:lnTo>
                  <a:lnTo>
                    <a:pt x="311848" y="405479"/>
                  </a:lnTo>
                  <a:lnTo>
                    <a:pt x="311848" y="405479"/>
                  </a:lnTo>
                  <a:lnTo>
                    <a:pt x="311753" y="404527"/>
                  </a:lnTo>
                  <a:lnTo>
                    <a:pt x="311753" y="404527"/>
                  </a:lnTo>
                  <a:lnTo>
                    <a:pt x="303943" y="399764"/>
                  </a:lnTo>
                  <a:lnTo>
                    <a:pt x="303943" y="399764"/>
                  </a:lnTo>
                  <a:lnTo>
                    <a:pt x="299561" y="398240"/>
                  </a:lnTo>
                  <a:lnTo>
                    <a:pt x="296132" y="399764"/>
                  </a:lnTo>
                  <a:lnTo>
                    <a:pt x="295561" y="401860"/>
                  </a:lnTo>
                  <a:lnTo>
                    <a:pt x="296037" y="404051"/>
                  </a:lnTo>
                  <a:lnTo>
                    <a:pt x="296037" y="404146"/>
                  </a:lnTo>
                  <a:lnTo>
                    <a:pt x="297561" y="408146"/>
                  </a:lnTo>
                  <a:lnTo>
                    <a:pt x="297561" y="408242"/>
                  </a:lnTo>
                  <a:lnTo>
                    <a:pt x="297752" y="410242"/>
                  </a:lnTo>
                  <a:lnTo>
                    <a:pt x="297752" y="412242"/>
                  </a:lnTo>
                  <a:lnTo>
                    <a:pt x="297371" y="414242"/>
                  </a:lnTo>
                  <a:lnTo>
                    <a:pt x="291560" y="430721"/>
                  </a:lnTo>
                  <a:lnTo>
                    <a:pt x="290417" y="435674"/>
                  </a:lnTo>
                  <a:lnTo>
                    <a:pt x="289941" y="439960"/>
                  </a:lnTo>
                  <a:lnTo>
                    <a:pt x="289274" y="441960"/>
                  </a:lnTo>
                  <a:lnTo>
                    <a:pt x="288131" y="443770"/>
                  </a:lnTo>
                  <a:lnTo>
                    <a:pt x="287750" y="444056"/>
                  </a:lnTo>
                  <a:lnTo>
                    <a:pt x="288798" y="444532"/>
                  </a:lnTo>
                  <a:lnTo>
                    <a:pt x="296037" y="449390"/>
                  </a:lnTo>
                  <a:lnTo>
                    <a:pt x="296704" y="450056"/>
                  </a:lnTo>
                  <a:lnTo>
                    <a:pt x="297180" y="450914"/>
                  </a:lnTo>
                  <a:lnTo>
                    <a:pt x="297466" y="452057"/>
                  </a:lnTo>
                  <a:lnTo>
                    <a:pt x="297561" y="455962"/>
                  </a:lnTo>
                  <a:lnTo>
                    <a:pt x="297656" y="457295"/>
                  </a:lnTo>
                  <a:lnTo>
                    <a:pt x="298037" y="458438"/>
                  </a:lnTo>
                  <a:lnTo>
                    <a:pt x="300133" y="462629"/>
                  </a:lnTo>
                  <a:lnTo>
                    <a:pt x="300419" y="463963"/>
                  </a:lnTo>
                  <a:lnTo>
                    <a:pt x="300514" y="466249"/>
                  </a:lnTo>
                  <a:lnTo>
                    <a:pt x="300228" y="468154"/>
                  </a:lnTo>
                  <a:lnTo>
                    <a:pt x="299752" y="470059"/>
                  </a:lnTo>
                  <a:lnTo>
                    <a:pt x="295846" y="479298"/>
                  </a:lnTo>
                  <a:lnTo>
                    <a:pt x="296418" y="480441"/>
                  </a:lnTo>
                  <a:lnTo>
                    <a:pt x="297085" y="481298"/>
                  </a:lnTo>
                  <a:lnTo>
                    <a:pt x="304895" y="482632"/>
                  </a:lnTo>
                  <a:lnTo>
                    <a:pt x="312991" y="482156"/>
                  </a:lnTo>
                  <a:lnTo>
                    <a:pt x="318421" y="482441"/>
                  </a:lnTo>
                  <a:lnTo>
                    <a:pt x="319278" y="482632"/>
                  </a:lnTo>
                  <a:lnTo>
                    <a:pt x="319659" y="482918"/>
                  </a:lnTo>
                  <a:lnTo>
                    <a:pt x="319849" y="483299"/>
                  </a:lnTo>
                  <a:lnTo>
                    <a:pt x="319945" y="483680"/>
                  </a:lnTo>
                  <a:lnTo>
                    <a:pt x="319754" y="484346"/>
                  </a:lnTo>
                  <a:lnTo>
                    <a:pt x="319469" y="484918"/>
                  </a:lnTo>
                  <a:lnTo>
                    <a:pt x="318516" y="486442"/>
                  </a:lnTo>
                  <a:lnTo>
                    <a:pt x="318325" y="487109"/>
                  </a:lnTo>
                  <a:lnTo>
                    <a:pt x="318325" y="487966"/>
                  </a:lnTo>
                  <a:lnTo>
                    <a:pt x="319278" y="491300"/>
                  </a:lnTo>
                  <a:lnTo>
                    <a:pt x="320230" y="493395"/>
                  </a:lnTo>
                  <a:lnTo>
                    <a:pt x="320802" y="494348"/>
                  </a:lnTo>
                  <a:lnTo>
                    <a:pt x="321659" y="495205"/>
                  </a:lnTo>
                  <a:lnTo>
                    <a:pt x="322707" y="495967"/>
                  </a:lnTo>
                  <a:lnTo>
                    <a:pt x="323945" y="496443"/>
                  </a:lnTo>
                  <a:lnTo>
                    <a:pt x="324898" y="496538"/>
                  </a:lnTo>
                  <a:lnTo>
                    <a:pt x="325850" y="496348"/>
                  </a:lnTo>
                  <a:lnTo>
                    <a:pt x="326898" y="495967"/>
                  </a:lnTo>
                  <a:lnTo>
                    <a:pt x="328327" y="494919"/>
                  </a:lnTo>
                  <a:lnTo>
                    <a:pt x="329374" y="493776"/>
                  </a:lnTo>
                  <a:lnTo>
                    <a:pt x="330994" y="491776"/>
                  </a:lnTo>
                  <a:lnTo>
                    <a:pt x="334708" y="488537"/>
                  </a:lnTo>
                  <a:lnTo>
                    <a:pt x="338328" y="484727"/>
                  </a:lnTo>
                  <a:lnTo>
                    <a:pt x="339662" y="483775"/>
                  </a:lnTo>
                  <a:lnTo>
                    <a:pt x="340900" y="483203"/>
                  </a:lnTo>
                  <a:lnTo>
                    <a:pt x="341757" y="483013"/>
                  </a:lnTo>
                  <a:lnTo>
                    <a:pt x="342519" y="482537"/>
                  </a:lnTo>
                  <a:lnTo>
                    <a:pt x="342710" y="481489"/>
                  </a:lnTo>
                  <a:lnTo>
                    <a:pt x="342519" y="480441"/>
                  </a:lnTo>
                  <a:lnTo>
                    <a:pt x="342233" y="479203"/>
                  </a:lnTo>
                  <a:lnTo>
                    <a:pt x="342233" y="477203"/>
                  </a:lnTo>
                  <a:lnTo>
                    <a:pt x="343186" y="475393"/>
                  </a:lnTo>
                  <a:lnTo>
                    <a:pt x="348805" y="469392"/>
                  </a:lnTo>
                  <a:lnTo>
                    <a:pt x="351377" y="466916"/>
                  </a:lnTo>
                  <a:lnTo>
                    <a:pt x="352044" y="465963"/>
                  </a:lnTo>
                  <a:lnTo>
                    <a:pt x="352425" y="465011"/>
                  </a:lnTo>
                  <a:lnTo>
                    <a:pt x="352901" y="462915"/>
                  </a:lnTo>
                  <a:lnTo>
                    <a:pt x="356521" y="453104"/>
                  </a:lnTo>
                  <a:lnTo>
                    <a:pt x="357092" y="452057"/>
                  </a:lnTo>
                  <a:lnTo>
                    <a:pt x="357854" y="451580"/>
                  </a:lnTo>
                  <a:lnTo>
                    <a:pt x="358712" y="451771"/>
                  </a:lnTo>
                  <a:lnTo>
                    <a:pt x="360140" y="453200"/>
                  </a:lnTo>
                  <a:lnTo>
                    <a:pt x="360902" y="454343"/>
                  </a:lnTo>
                  <a:lnTo>
                    <a:pt x="366046" y="465011"/>
                  </a:lnTo>
                  <a:lnTo>
                    <a:pt x="366998" y="466249"/>
                  </a:lnTo>
                  <a:lnTo>
                    <a:pt x="368618" y="466439"/>
                  </a:lnTo>
                  <a:lnTo>
                    <a:pt x="370046" y="466439"/>
                  </a:lnTo>
                  <a:lnTo>
                    <a:pt x="377762" y="463201"/>
                  </a:lnTo>
                  <a:lnTo>
                    <a:pt x="379381" y="463963"/>
                  </a:lnTo>
                  <a:lnTo>
                    <a:pt x="383096" y="464534"/>
                  </a:lnTo>
                  <a:lnTo>
                    <a:pt x="384905" y="464534"/>
                  </a:lnTo>
                  <a:lnTo>
                    <a:pt x="387953" y="462248"/>
                  </a:lnTo>
                  <a:lnTo>
                    <a:pt x="387191" y="460439"/>
                  </a:lnTo>
                  <a:lnTo>
                    <a:pt x="390049" y="460248"/>
                  </a:lnTo>
                  <a:lnTo>
                    <a:pt x="391096" y="456438"/>
                  </a:lnTo>
                  <a:lnTo>
                    <a:pt x="391858" y="446532"/>
                  </a:lnTo>
                  <a:lnTo>
                    <a:pt x="393287" y="441960"/>
                  </a:lnTo>
                  <a:lnTo>
                    <a:pt x="394335" y="440912"/>
                  </a:lnTo>
                  <a:lnTo>
                    <a:pt x="396240" y="440531"/>
                  </a:lnTo>
                  <a:lnTo>
                    <a:pt x="397383" y="439674"/>
                  </a:lnTo>
                  <a:lnTo>
                    <a:pt x="396812" y="437579"/>
                  </a:lnTo>
                  <a:lnTo>
                    <a:pt x="395002" y="433673"/>
                  </a:lnTo>
                  <a:lnTo>
                    <a:pt x="397193" y="429863"/>
                  </a:lnTo>
                  <a:lnTo>
                    <a:pt x="398050" y="427577"/>
                  </a:lnTo>
                  <a:lnTo>
                    <a:pt x="397002" y="426625"/>
                  </a:lnTo>
                  <a:lnTo>
                    <a:pt x="396335" y="426244"/>
                  </a:lnTo>
                  <a:lnTo>
                    <a:pt x="395954" y="425291"/>
                  </a:lnTo>
                  <a:lnTo>
                    <a:pt x="395859" y="423196"/>
                  </a:lnTo>
                  <a:lnTo>
                    <a:pt x="396240" y="422243"/>
                  </a:lnTo>
                  <a:lnTo>
                    <a:pt x="396526" y="421958"/>
                  </a:lnTo>
                  <a:lnTo>
                    <a:pt x="397097" y="420624"/>
                  </a:lnTo>
                  <a:lnTo>
                    <a:pt x="397669" y="418529"/>
                  </a:lnTo>
                  <a:lnTo>
                    <a:pt x="398716" y="413861"/>
                  </a:lnTo>
                  <a:lnTo>
                    <a:pt x="399383" y="411671"/>
                  </a:lnTo>
                  <a:lnTo>
                    <a:pt x="400145" y="410147"/>
                  </a:lnTo>
                  <a:lnTo>
                    <a:pt x="400621" y="409480"/>
                  </a:lnTo>
                  <a:lnTo>
                    <a:pt x="401383" y="408908"/>
                  </a:lnTo>
                  <a:lnTo>
                    <a:pt x="401955" y="408623"/>
                  </a:lnTo>
                  <a:lnTo>
                    <a:pt x="402907" y="408337"/>
                  </a:lnTo>
                  <a:lnTo>
                    <a:pt x="403288" y="408242"/>
                  </a:lnTo>
                  <a:lnTo>
                    <a:pt x="403574" y="408242"/>
                  </a:lnTo>
                  <a:lnTo>
                    <a:pt x="403860" y="408432"/>
                  </a:lnTo>
                  <a:lnTo>
                    <a:pt x="405194" y="409575"/>
                  </a:lnTo>
                  <a:lnTo>
                    <a:pt x="405860" y="409956"/>
                  </a:lnTo>
                  <a:lnTo>
                    <a:pt x="406718" y="410147"/>
                  </a:lnTo>
                  <a:lnTo>
                    <a:pt x="407670" y="409956"/>
                  </a:lnTo>
                  <a:lnTo>
                    <a:pt x="408813" y="409289"/>
                  </a:lnTo>
                  <a:lnTo>
                    <a:pt x="409289" y="408337"/>
                  </a:lnTo>
                  <a:lnTo>
                    <a:pt x="409480" y="407289"/>
                  </a:lnTo>
                  <a:lnTo>
                    <a:pt x="409670" y="405289"/>
                  </a:lnTo>
                  <a:lnTo>
                    <a:pt x="411956" y="401193"/>
                  </a:lnTo>
                  <a:lnTo>
                    <a:pt x="415004" y="396716"/>
                  </a:lnTo>
                  <a:lnTo>
                    <a:pt x="414814" y="395097"/>
                  </a:lnTo>
                  <a:lnTo>
                    <a:pt x="414433" y="394621"/>
                  </a:lnTo>
                  <a:lnTo>
                    <a:pt x="413575" y="393573"/>
                  </a:lnTo>
                  <a:lnTo>
                    <a:pt x="413385" y="392906"/>
                  </a:lnTo>
                  <a:lnTo>
                    <a:pt x="413671" y="392335"/>
                  </a:lnTo>
                  <a:lnTo>
                    <a:pt x="414242" y="392049"/>
                  </a:lnTo>
                  <a:lnTo>
                    <a:pt x="414814" y="391954"/>
                  </a:lnTo>
                  <a:lnTo>
                    <a:pt x="415576" y="391668"/>
                  </a:lnTo>
                  <a:lnTo>
                    <a:pt x="416433" y="391192"/>
                  </a:lnTo>
                  <a:lnTo>
                    <a:pt x="417481" y="390049"/>
                  </a:lnTo>
                  <a:lnTo>
                    <a:pt x="417766" y="389287"/>
                  </a:lnTo>
                  <a:lnTo>
                    <a:pt x="417671" y="388430"/>
                  </a:lnTo>
                  <a:lnTo>
                    <a:pt x="415766" y="384810"/>
                  </a:lnTo>
                  <a:lnTo>
                    <a:pt x="415862" y="382143"/>
                  </a:lnTo>
                  <a:lnTo>
                    <a:pt x="416147" y="381286"/>
                  </a:lnTo>
                  <a:lnTo>
                    <a:pt x="416814" y="380143"/>
                  </a:lnTo>
                  <a:lnTo>
                    <a:pt x="417481" y="379286"/>
                  </a:lnTo>
                  <a:lnTo>
                    <a:pt x="418243" y="378714"/>
                  </a:lnTo>
                  <a:lnTo>
                    <a:pt x="419100" y="378428"/>
                  </a:lnTo>
                  <a:lnTo>
                    <a:pt x="420910" y="378047"/>
                  </a:lnTo>
                  <a:lnTo>
                    <a:pt x="421767" y="377571"/>
                  </a:lnTo>
                  <a:lnTo>
                    <a:pt x="422338" y="376428"/>
                  </a:lnTo>
                  <a:lnTo>
                    <a:pt x="422815" y="374809"/>
                  </a:lnTo>
                  <a:lnTo>
                    <a:pt x="423672" y="373380"/>
                  </a:lnTo>
                  <a:lnTo>
                    <a:pt x="425005" y="371666"/>
                  </a:lnTo>
                  <a:lnTo>
                    <a:pt x="425672" y="370046"/>
                  </a:lnTo>
                  <a:lnTo>
                    <a:pt x="427958" y="363284"/>
                  </a:lnTo>
                  <a:lnTo>
                    <a:pt x="431292" y="355949"/>
                  </a:lnTo>
                  <a:lnTo>
                    <a:pt x="433197" y="352520"/>
                  </a:lnTo>
                  <a:lnTo>
                    <a:pt x="434626" y="350615"/>
                  </a:lnTo>
                  <a:lnTo>
                    <a:pt x="437674" y="347377"/>
                  </a:lnTo>
                  <a:lnTo>
                    <a:pt x="437674" y="347377"/>
                  </a:lnTo>
                  <a:lnTo>
                    <a:pt x="438340" y="344805"/>
                  </a:lnTo>
                  <a:lnTo>
                    <a:pt x="438340" y="342805"/>
                  </a:lnTo>
                  <a:lnTo>
                    <a:pt x="438721" y="339566"/>
                  </a:lnTo>
                  <a:lnTo>
                    <a:pt x="438721" y="337376"/>
                  </a:lnTo>
                  <a:lnTo>
                    <a:pt x="438245" y="335566"/>
                  </a:lnTo>
                  <a:lnTo>
                    <a:pt x="437769" y="334423"/>
                  </a:lnTo>
                  <a:lnTo>
                    <a:pt x="437007" y="332137"/>
                  </a:lnTo>
                  <a:lnTo>
                    <a:pt x="436340" y="330803"/>
                  </a:lnTo>
                  <a:lnTo>
                    <a:pt x="435197" y="329470"/>
                  </a:lnTo>
                  <a:lnTo>
                    <a:pt x="433864" y="328613"/>
                  </a:lnTo>
                  <a:lnTo>
                    <a:pt x="432625" y="327946"/>
                  </a:lnTo>
                  <a:lnTo>
                    <a:pt x="431482" y="327089"/>
                  </a:lnTo>
                  <a:lnTo>
                    <a:pt x="430816" y="325946"/>
                  </a:lnTo>
                  <a:lnTo>
                    <a:pt x="430149" y="324612"/>
                  </a:lnTo>
                  <a:lnTo>
                    <a:pt x="429482" y="323660"/>
                  </a:lnTo>
                  <a:lnTo>
                    <a:pt x="428720" y="322993"/>
                  </a:lnTo>
                  <a:lnTo>
                    <a:pt x="428244" y="322612"/>
                  </a:lnTo>
                  <a:lnTo>
                    <a:pt x="428054" y="322231"/>
                  </a:lnTo>
                  <a:lnTo>
                    <a:pt x="427958" y="322040"/>
                  </a:lnTo>
                  <a:lnTo>
                    <a:pt x="427482" y="321183"/>
                  </a:lnTo>
                  <a:lnTo>
                    <a:pt x="426815" y="320231"/>
                  </a:lnTo>
                  <a:lnTo>
                    <a:pt x="425101" y="318421"/>
                  </a:lnTo>
                  <a:lnTo>
                    <a:pt x="424529" y="317278"/>
                  </a:lnTo>
                  <a:lnTo>
                    <a:pt x="424815" y="315944"/>
                  </a:lnTo>
                  <a:lnTo>
                    <a:pt x="425672" y="314801"/>
                  </a:lnTo>
                  <a:lnTo>
                    <a:pt x="429578" y="311753"/>
                  </a:lnTo>
                  <a:lnTo>
                    <a:pt x="434149" y="307181"/>
                  </a:lnTo>
                  <a:lnTo>
                    <a:pt x="440912" y="302514"/>
                  </a:lnTo>
                  <a:lnTo>
                    <a:pt x="446341" y="297942"/>
                  </a:lnTo>
                  <a:lnTo>
                    <a:pt x="452819" y="288417"/>
                  </a:lnTo>
                  <a:lnTo>
                    <a:pt x="455009" y="286226"/>
                  </a:lnTo>
                  <a:lnTo>
                    <a:pt x="466154" y="276606"/>
                  </a:lnTo>
                  <a:lnTo>
                    <a:pt x="467201" y="275463"/>
                  </a:lnTo>
                  <a:lnTo>
                    <a:pt x="467582" y="274796"/>
                  </a:lnTo>
                  <a:lnTo>
                    <a:pt x="467392" y="274034"/>
                  </a:lnTo>
                  <a:lnTo>
                    <a:pt x="466820" y="273272"/>
                  </a:lnTo>
                  <a:lnTo>
                    <a:pt x="465011" y="271558"/>
                  </a:lnTo>
                  <a:lnTo>
                    <a:pt x="464344" y="270510"/>
                  </a:lnTo>
                  <a:lnTo>
                    <a:pt x="463963" y="269462"/>
                  </a:lnTo>
                  <a:lnTo>
                    <a:pt x="464058" y="268415"/>
                  </a:lnTo>
                  <a:lnTo>
                    <a:pt x="464820" y="267462"/>
                  </a:lnTo>
                  <a:lnTo>
                    <a:pt x="466249" y="266605"/>
                  </a:lnTo>
                  <a:lnTo>
                    <a:pt x="469487" y="265367"/>
                  </a:lnTo>
                  <a:lnTo>
                    <a:pt x="472059" y="263843"/>
                  </a:lnTo>
                  <a:lnTo>
                    <a:pt x="472535" y="263366"/>
                  </a:lnTo>
                  <a:lnTo>
                    <a:pt x="473297" y="263176"/>
                  </a:lnTo>
                  <a:lnTo>
                    <a:pt x="474536" y="263176"/>
                  </a:lnTo>
                  <a:lnTo>
                    <a:pt x="476536" y="263652"/>
                  </a:lnTo>
                  <a:lnTo>
                    <a:pt x="477679" y="264319"/>
                  </a:lnTo>
                  <a:lnTo>
                    <a:pt x="478536" y="265462"/>
                  </a:lnTo>
                  <a:lnTo>
                    <a:pt x="479012" y="266891"/>
                  </a:lnTo>
                  <a:lnTo>
                    <a:pt x="479298" y="268605"/>
                  </a:lnTo>
                  <a:lnTo>
                    <a:pt x="479298" y="270415"/>
                  </a:lnTo>
                  <a:lnTo>
                    <a:pt x="479012" y="272034"/>
                  </a:lnTo>
                  <a:lnTo>
                    <a:pt x="478441" y="273368"/>
                  </a:lnTo>
                  <a:lnTo>
                    <a:pt x="477583" y="274606"/>
                  </a:lnTo>
                  <a:lnTo>
                    <a:pt x="475679" y="276797"/>
                  </a:lnTo>
                  <a:lnTo>
                    <a:pt x="475202" y="277844"/>
                  </a:lnTo>
                  <a:lnTo>
                    <a:pt x="475107" y="278511"/>
                  </a:lnTo>
                  <a:lnTo>
                    <a:pt x="475202" y="279368"/>
                  </a:lnTo>
                  <a:lnTo>
                    <a:pt x="475679" y="279749"/>
                  </a:lnTo>
                  <a:lnTo>
                    <a:pt x="476726" y="279749"/>
                  </a:lnTo>
                  <a:lnTo>
                    <a:pt x="478727" y="279368"/>
                  </a:lnTo>
                  <a:lnTo>
                    <a:pt x="482251" y="277940"/>
                  </a:lnTo>
                  <a:lnTo>
                    <a:pt x="487871" y="277082"/>
                  </a:lnTo>
                  <a:lnTo>
                    <a:pt x="490156" y="276416"/>
                  </a:lnTo>
                  <a:lnTo>
                    <a:pt x="493681" y="274225"/>
                  </a:lnTo>
                  <a:lnTo>
                    <a:pt x="495110" y="272701"/>
                  </a:lnTo>
                  <a:lnTo>
                    <a:pt x="498157" y="267938"/>
                  </a:lnTo>
                  <a:lnTo>
                    <a:pt x="499110" y="266986"/>
                  </a:lnTo>
                  <a:lnTo>
                    <a:pt x="499586" y="265938"/>
                  </a:lnTo>
                  <a:lnTo>
                    <a:pt x="499967" y="264986"/>
                  </a:lnTo>
                  <a:lnTo>
                    <a:pt x="498920" y="262319"/>
                  </a:lnTo>
                  <a:lnTo>
                    <a:pt x="498253" y="260985"/>
                  </a:lnTo>
                  <a:lnTo>
                    <a:pt x="497872" y="260033"/>
                  </a:lnTo>
                  <a:lnTo>
                    <a:pt x="497681" y="258985"/>
                  </a:lnTo>
                  <a:lnTo>
                    <a:pt x="497586" y="258128"/>
                  </a:lnTo>
                  <a:lnTo>
                    <a:pt x="497681" y="254603"/>
                  </a:lnTo>
                  <a:lnTo>
                    <a:pt x="498062" y="252889"/>
                  </a:lnTo>
                  <a:lnTo>
                    <a:pt x="499205" y="251270"/>
                  </a:lnTo>
                  <a:lnTo>
                    <a:pt x="500348" y="250317"/>
                  </a:lnTo>
                  <a:lnTo>
                    <a:pt x="501015" y="249365"/>
                  </a:lnTo>
                  <a:lnTo>
                    <a:pt x="501491" y="248222"/>
                  </a:lnTo>
                  <a:lnTo>
                    <a:pt x="502348" y="241268"/>
                  </a:lnTo>
                  <a:lnTo>
                    <a:pt x="502253" y="239744"/>
                  </a:lnTo>
                  <a:lnTo>
                    <a:pt x="501396" y="236887"/>
                  </a:lnTo>
                  <a:lnTo>
                    <a:pt x="501491" y="235934"/>
                  </a:lnTo>
                  <a:lnTo>
                    <a:pt x="502063" y="234410"/>
                  </a:lnTo>
                  <a:lnTo>
                    <a:pt x="513016" y="219075"/>
                  </a:lnTo>
                  <a:lnTo>
                    <a:pt x="516731" y="215170"/>
                  </a:lnTo>
                  <a:lnTo>
                    <a:pt x="519684" y="212979"/>
                  </a:lnTo>
                  <a:lnTo>
                    <a:pt x="520827" y="211741"/>
                  </a:lnTo>
                  <a:lnTo>
                    <a:pt x="521684" y="210217"/>
                  </a:lnTo>
                  <a:lnTo>
                    <a:pt x="522351" y="207264"/>
                  </a:lnTo>
                  <a:lnTo>
                    <a:pt x="523018" y="200501"/>
                  </a:lnTo>
                  <a:lnTo>
                    <a:pt x="523685" y="198215"/>
                  </a:lnTo>
                  <a:lnTo>
                    <a:pt x="525113" y="195834"/>
                  </a:lnTo>
                  <a:lnTo>
                    <a:pt x="529685" y="190786"/>
                  </a:lnTo>
                  <a:lnTo>
                    <a:pt x="532257" y="186690"/>
                  </a:lnTo>
                  <a:lnTo>
                    <a:pt x="534733" y="188214"/>
                  </a:lnTo>
                  <a:lnTo>
                    <a:pt x="534924" y="189929"/>
                  </a:lnTo>
                  <a:lnTo>
                    <a:pt x="535591" y="193643"/>
                  </a:lnTo>
                  <a:lnTo>
                    <a:pt x="535591" y="193739"/>
                  </a:lnTo>
                  <a:lnTo>
                    <a:pt x="535686" y="193834"/>
                  </a:lnTo>
                  <a:lnTo>
                    <a:pt x="536067" y="194786"/>
                  </a:lnTo>
                  <a:lnTo>
                    <a:pt x="536734" y="195644"/>
                  </a:lnTo>
                  <a:lnTo>
                    <a:pt x="537781" y="196120"/>
                  </a:lnTo>
                  <a:lnTo>
                    <a:pt x="539020" y="196120"/>
                  </a:lnTo>
                  <a:lnTo>
                    <a:pt x="541020" y="195072"/>
                  </a:lnTo>
                  <a:lnTo>
                    <a:pt x="542544" y="193929"/>
                  </a:lnTo>
                  <a:lnTo>
                    <a:pt x="543973" y="192215"/>
                  </a:lnTo>
                  <a:lnTo>
                    <a:pt x="545782" y="190500"/>
                  </a:lnTo>
                  <a:lnTo>
                    <a:pt x="546925" y="189357"/>
                  </a:lnTo>
                  <a:lnTo>
                    <a:pt x="549688" y="185071"/>
                  </a:lnTo>
                  <a:lnTo>
                    <a:pt x="549783" y="182785"/>
                  </a:lnTo>
                  <a:lnTo>
                    <a:pt x="549783" y="181737"/>
                  </a:lnTo>
                  <a:lnTo>
                    <a:pt x="549878" y="180404"/>
                  </a:lnTo>
                  <a:lnTo>
                    <a:pt x="550640" y="178689"/>
                  </a:lnTo>
                  <a:lnTo>
                    <a:pt x="554164" y="174689"/>
                  </a:lnTo>
                  <a:lnTo>
                    <a:pt x="555307" y="172974"/>
                  </a:lnTo>
                  <a:lnTo>
                    <a:pt x="556450" y="171641"/>
                  </a:lnTo>
                  <a:lnTo>
                    <a:pt x="557308" y="170974"/>
                  </a:lnTo>
                  <a:lnTo>
                    <a:pt x="558355" y="170879"/>
                  </a:lnTo>
                  <a:lnTo>
                    <a:pt x="560070" y="170879"/>
                  </a:lnTo>
                  <a:lnTo>
                    <a:pt x="561213" y="170593"/>
                  </a:lnTo>
                  <a:lnTo>
                    <a:pt x="562451" y="169450"/>
                  </a:lnTo>
                  <a:lnTo>
                    <a:pt x="563499" y="168307"/>
                  </a:lnTo>
                  <a:lnTo>
                    <a:pt x="564547" y="167735"/>
                  </a:lnTo>
                  <a:lnTo>
                    <a:pt x="565595" y="167831"/>
                  </a:lnTo>
                  <a:lnTo>
                    <a:pt x="568928" y="167926"/>
                  </a:lnTo>
                  <a:lnTo>
                    <a:pt x="578358" y="163830"/>
                  </a:lnTo>
                  <a:lnTo>
                    <a:pt x="580835" y="162687"/>
                  </a:lnTo>
                  <a:lnTo>
                    <a:pt x="589502" y="156591"/>
                  </a:lnTo>
                  <a:lnTo>
                    <a:pt x="593312" y="153162"/>
                  </a:lnTo>
                  <a:lnTo>
                    <a:pt x="597218" y="147638"/>
                  </a:lnTo>
                  <a:lnTo>
                    <a:pt x="600551" y="141827"/>
                  </a:lnTo>
                  <a:lnTo>
                    <a:pt x="601885" y="140208"/>
                  </a:lnTo>
                  <a:lnTo>
                    <a:pt x="605219" y="137160"/>
                  </a:lnTo>
                  <a:lnTo>
                    <a:pt x="606171" y="136112"/>
                  </a:lnTo>
                  <a:lnTo>
                    <a:pt x="607028" y="135446"/>
                  </a:lnTo>
                  <a:lnTo>
                    <a:pt x="607886" y="135541"/>
                  </a:lnTo>
                  <a:lnTo>
                    <a:pt x="608552" y="135827"/>
                  </a:lnTo>
                  <a:lnTo>
                    <a:pt x="611314" y="137922"/>
                  </a:lnTo>
                  <a:lnTo>
                    <a:pt x="612648" y="138589"/>
                  </a:lnTo>
                  <a:lnTo>
                    <a:pt x="614363" y="138970"/>
                  </a:lnTo>
                  <a:lnTo>
                    <a:pt x="616363" y="139065"/>
                  </a:lnTo>
                  <a:lnTo>
                    <a:pt x="618649" y="138494"/>
                  </a:lnTo>
                  <a:lnTo>
                    <a:pt x="620173" y="137732"/>
                  </a:lnTo>
                  <a:lnTo>
                    <a:pt x="633698" y="129159"/>
                  </a:lnTo>
                  <a:lnTo>
                    <a:pt x="633698" y="129159"/>
                  </a:lnTo>
                  <a:lnTo>
                    <a:pt x="633794" y="129064"/>
                  </a:lnTo>
                  <a:lnTo>
                    <a:pt x="634079" y="128683"/>
                  </a:lnTo>
                  <a:lnTo>
                    <a:pt x="634841" y="127826"/>
                  </a:lnTo>
                  <a:lnTo>
                    <a:pt x="635698" y="126016"/>
                  </a:lnTo>
                  <a:lnTo>
                    <a:pt x="636937" y="124873"/>
                  </a:lnTo>
                  <a:lnTo>
                    <a:pt x="637889" y="123730"/>
                  </a:lnTo>
                  <a:lnTo>
                    <a:pt x="638556" y="123349"/>
                  </a:lnTo>
                  <a:lnTo>
                    <a:pt x="639604" y="123063"/>
                  </a:lnTo>
                  <a:lnTo>
                    <a:pt x="641413" y="123158"/>
                  </a:lnTo>
                  <a:lnTo>
                    <a:pt x="644080" y="123635"/>
                  </a:lnTo>
                  <a:lnTo>
                    <a:pt x="645509" y="123254"/>
                  </a:lnTo>
                  <a:lnTo>
                    <a:pt x="646652" y="122873"/>
                  </a:lnTo>
                  <a:lnTo>
                    <a:pt x="651700" y="118872"/>
                  </a:lnTo>
                  <a:lnTo>
                    <a:pt x="657701" y="114300"/>
                  </a:lnTo>
                  <a:lnTo>
                    <a:pt x="659130" y="113348"/>
                  </a:lnTo>
                  <a:lnTo>
                    <a:pt x="661035" y="112490"/>
                  </a:lnTo>
                  <a:lnTo>
                    <a:pt x="663321" y="111824"/>
                  </a:lnTo>
                  <a:lnTo>
                    <a:pt x="665416" y="110871"/>
                  </a:lnTo>
                  <a:lnTo>
                    <a:pt x="668274" y="108585"/>
                  </a:lnTo>
                  <a:lnTo>
                    <a:pt x="669988" y="106204"/>
                  </a:lnTo>
                  <a:lnTo>
                    <a:pt x="671131" y="103918"/>
                  </a:lnTo>
                  <a:lnTo>
                    <a:pt x="671798" y="101918"/>
                  </a:lnTo>
                  <a:lnTo>
                    <a:pt x="672274" y="99251"/>
                  </a:lnTo>
                  <a:lnTo>
                    <a:pt x="672846" y="97822"/>
                  </a:lnTo>
                  <a:lnTo>
                    <a:pt x="673513" y="96774"/>
                  </a:lnTo>
                  <a:lnTo>
                    <a:pt x="674370" y="96012"/>
                  </a:lnTo>
                  <a:lnTo>
                    <a:pt x="675513" y="95250"/>
                  </a:lnTo>
                  <a:lnTo>
                    <a:pt x="678180" y="93917"/>
                  </a:lnTo>
                  <a:lnTo>
                    <a:pt x="679513" y="93631"/>
                  </a:lnTo>
                  <a:lnTo>
                    <a:pt x="681133" y="94012"/>
                  </a:lnTo>
                  <a:lnTo>
                    <a:pt x="682943" y="94869"/>
                  </a:lnTo>
                  <a:lnTo>
                    <a:pt x="685514" y="97060"/>
                  </a:lnTo>
                  <a:lnTo>
                    <a:pt x="688372" y="98965"/>
                  </a:lnTo>
                  <a:lnTo>
                    <a:pt x="690848" y="99346"/>
                  </a:lnTo>
                  <a:lnTo>
                    <a:pt x="708755" y="92107"/>
                  </a:lnTo>
                  <a:lnTo>
                    <a:pt x="710184" y="92012"/>
                  </a:lnTo>
                  <a:lnTo>
                    <a:pt x="714089" y="92488"/>
                  </a:lnTo>
                  <a:lnTo>
                    <a:pt x="714851" y="92393"/>
                  </a:lnTo>
                  <a:lnTo>
                    <a:pt x="715899" y="92107"/>
                  </a:lnTo>
                  <a:lnTo>
                    <a:pt x="716947" y="91916"/>
                  </a:lnTo>
                  <a:lnTo>
                    <a:pt x="717899" y="92107"/>
                  </a:lnTo>
                  <a:lnTo>
                    <a:pt x="720852" y="93345"/>
                  </a:lnTo>
                  <a:lnTo>
                    <a:pt x="721423" y="93250"/>
                  </a:lnTo>
                  <a:lnTo>
                    <a:pt x="721995" y="92583"/>
                  </a:lnTo>
                  <a:lnTo>
                    <a:pt x="722376" y="91821"/>
                  </a:lnTo>
                  <a:lnTo>
                    <a:pt x="722852" y="90392"/>
                  </a:lnTo>
                  <a:lnTo>
                    <a:pt x="723519" y="89726"/>
                  </a:lnTo>
                  <a:lnTo>
                    <a:pt x="723995" y="89249"/>
                  </a:lnTo>
                  <a:lnTo>
                    <a:pt x="726186" y="88678"/>
                  </a:lnTo>
                  <a:lnTo>
                    <a:pt x="726662" y="88487"/>
                  </a:lnTo>
                  <a:lnTo>
                    <a:pt x="727234" y="88202"/>
                  </a:lnTo>
                  <a:lnTo>
                    <a:pt x="727520" y="87725"/>
                  </a:lnTo>
                  <a:lnTo>
                    <a:pt x="727805" y="87058"/>
                  </a:lnTo>
                  <a:lnTo>
                    <a:pt x="728281" y="85439"/>
                  </a:lnTo>
                  <a:lnTo>
                    <a:pt x="728663" y="84677"/>
                  </a:lnTo>
                  <a:lnTo>
                    <a:pt x="729139" y="84201"/>
                  </a:lnTo>
                  <a:lnTo>
                    <a:pt x="729805" y="83725"/>
                  </a:lnTo>
                  <a:lnTo>
                    <a:pt x="731901" y="82582"/>
                  </a:lnTo>
                  <a:lnTo>
                    <a:pt x="732377" y="82296"/>
                  </a:lnTo>
                  <a:lnTo>
                    <a:pt x="732758" y="81820"/>
                  </a:lnTo>
                  <a:lnTo>
                    <a:pt x="733044" y="81248"/>
                  </a:lnTo>
                  <a:lnTo>
                    <a:pt x="733235" y="80391"/>
                  </a:lnTo>
                  <a:lnTo>
                    <a:pt x="733235" y="76676"/>
                  </a:lnTo>
                  <a:close/>
                </a:path>
              </a:pathLst>
            </a:custGeom>
            <a:solidFill>
              <a:srgbClr val="CCCCCC"/>
            </a:soli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8" name="Freeform: Shape 39">
              <a:extLst>
                <a:ext uri="{FF2B5EF4-FFF2-40B4-BE49-F238E27FC236}">
                  <a16:creationId xmlns:a16="http://schemas.microsoft.com/office/drawing/2014/main" id="{72784F09-48D7-70AA-BAC8-7782E8FBB846}"/>
                </a:ext>
              </a:extLst>
            </p:cNvPr>
            <p:cNvSpPr/>
            <p:nvPr/>
          </p:nvSpPr>
          <p:spPr>
            <a:xfrm>
              <a:off x="10558751" y="2268715"/>
              <a:ext cx="988322" cy="522399"/>
            </a:xfrm>
            <a:custGeom>
              <a:avLst/>
              <a:gdLst>
                <a:gd name="connsiteX0" fmla="*/ 667036 w 666750"/>
                <a:gd name="connsiteY0" fmla="*/ 177070 h 352425"/>
                <a:gd name="connsiteX1" fmla="*/ 661511 w 666750"/>
                <a:gd name="connsiteY1" fmla="*/ 170974 h 352425"/>
                <a:gd name="connsiteX2" fmla="*/ 659892 w 666750"/>
                <a:gd name="connsiteY2" fmla="*/ 167640 h 352425"/>
                <a:gd name="connsiteX3" fmla="*/ 660559 w 666750"/>
                <a:gd name="connsiteY3" fmla="*/ 163163 h 352425"/>
                <a:gd name="connsiteX4" fmla="*/ 663988 w 666750"/>
                <a:gd name="connsiteY4" fmla="*/ 155257 h 352425"/>
                <a:gd name="connsiteX5" fmla="*/ 663416 w 666750"/>
                <a:gd name="connsiteY5" fmla="*/ 151638 h 352425"/>
                <a:gd name="connsiteX6" fmla="*/ 659035 w 666750"/>
                <a:gd name="connsiteY6" fmla="*/ 149257 h 352425"/>
                <a:gd name="connsiteX7" fmla="*/ 652653 w 666750"/>
                <a:gd name="connsiteY7" fmla="*/ 144113 h 352425"/>
                <a:gd name="connsiteX8" fmla="*/ 651605 w 666750"/>
                <a:gd name="connsiteY8" fmla="*/ 142970 h 352425"/>
                <a:gd name="connsiteX9" fmla="*/ 650367 w 666750"/>
                <a:gd name="connsiteY9" fmla="*/ 139732 h 352425"/>
                <a:gd name="connsiteX10" fmla="*/ 649510 w 666750"/>
                <a:gd name="connsiteY10" fmla="*/ 139351 h 352425"/>
                <a:gd name="connsiteX11" fmla="*/ 648367 w 666750"/>
                <a:gd name="connsiteY11" fmla="*/ 139351 h 352425"/>
                <a:gd name="connsiteX12" fmla="*/ 647224 w 666750"/>
                <a:gd name="connsiteY12" fmla="*/ 138875 h 352425"/>
                <a:gd name="connsiteX13" fmla="*/ 639413 w 666750"/>
                <a:gd name="connsiteY13" fmla="*/ 132112 h 352425"/>
                <a:gd name="connsiteX14" fmla="*/ 635127 w 666750"/>
                <a:gd name="connsiteY14" fmla="*/ 130969 h 352425"/>
                <a:gd name="connsiteX15" fmla="*/ 629888 w 666750"/>
                <a:gd name="connsiteY15" fmla="*/ 133350 h 352425"/>
                <a:gd name="connsiteX16" fmla="*/ 625792 w 666750"/>
                <a:gd name="connsiteY16" fmla="*/ 135922 h 352425"/>
                <a:gd name="connsiteX17" fmla="*/ 622173 w 666750"/>
                <a:gd name="connsiteY17" fmla="*/ 136874 h 352425"/>
                <a:gd name="connsiteX18" fmla="*/ 618458 w 666750"/>
                <a:gd name="connsiteY18" fmla="*/ 136017 h 352425"/>
                <a:gd name="connsiteX19" fmla="*/ 614363 w 666750"/>
                <a:gd name="connsiteY19" fmla="*/ 133636 h 352425"/>
                <a:gd name="connsiteX20" fmla="*/ 612838 w 666750"/>
                <a:gd name="connsiteY20" fmla="*/ 124015 h 352425"/>
                <a:gd name="connsiteX21" fmla="*/ 607600 w 666750"/>
                <a:gd name="connsiteY21" fmla="*/ 117443 h 352425"/>
                <a:gd name="connsiteX22" fmla="*/ 599504 w 666750"/>
                <a:gd name="connsiteY22" fmla="*/ 112109 h 352425"/>
                <a:gd name="connsiteX23" fmla="*/ 591312 w 666750"/>
                <a:gd name="connsiteY23" fmla="*/ 102870 h 352425"/>
                <a:gd name="connsiteX24" fmla="*/ 581501 w 666750"/>
                <a:gd name="connsiteY24" fmla="*/ 100203 h 352425"/>
                <a:gd name="connsiteX25" fmla="*/ 575120 w 666750"/>
                <a:gd name="connsiteY25" fmla="*/ 103537 h 352425"/>
                <a:gd name="connsiteX26" fmla="*/ 571595 w 666750"/>
                <a:gd name="connsiteY26" fmla="*/ 110204 h 352425"/>
                <a:gd name="connsiteX27" fmla="*/ 570452 w 666750"/>
                <a:gd name="connsiteY27" fmla="*/ 116110 h 352425"/>
                <a:gd name="connsiteX28" fmla="*/ 569881 w 666750"/>
                <a:gd name="connsiteY28" fmla="*/ 123920 h 352425"/>
                <a:gd name="connsiteX29" fmla="*/ 567880 w 666750"/>
                <a:gd name="connsiteY29" fmla="*/ 124873 h 352425"/>
                <a:gd name="connsiteX30" fmla="*/ 564071 w 666750"/>
                <a:gd name="connsiteY30" fmla="*/ 116110 h 352425"/>
                <a:gd name="connsiteX31" fmla="*/ 559975 w 666750"/>
                <a:gd name="connsiteY31" fmla="*/ 112109 h 352425"/>
                <a:gd name="connsiteX32" fmla="*/ 564642 w 666750"/>
                <a:gd name="connsiteY32" fmla="*/ 106204 h 352425"/>
                <a:gd name="connsiteX33" fmla="*/ 560927 w 666750"/>
                <a:gd name="connsiteY33" fmla="*/ 100013 h 352425"/>
                <a:gd name="connsiteX34" fmla="*/ 568738 w 666750"/>
                <a:gd name="connsiteY34" fmla="*/ 95631 h 352425"/>
                <a:gd name="connsiteX35" fmla="*/ 579691 w 666750"/>
                <a:gd name="connsiteY35" fmla="*/ 86963 h 352425"/>
                <a:gd name="connsiteX36" fmla="*/ 579120 w 666750"/>
                <a:gd name="connsiteY36" fmla="*/ 80677 h 352425"/>
                <a:gd name="connsiteX37" fmla="*/ 577310 w 666750"/>
                <a:gd name="connsiteY37" fmla="*/ 74009 h 352425"/>
                <a:gd name="connsiteX38" fmla="*/ 571214 w 666750"/>
                <a:gd name="connsiteY38" fmla="*/ 66675 h 352425"/>
                <a:gd name="connsiteX39" fmla="*/ 569690 w 666750"/>
                <a:gd name="connsiteY39" fmla="*/ 63913 h 352425"/>
                <a:gd name="connsiteX40" fmla="*/ 568452 w 666750"/>
                <a:gd name="connsiteY40" fmla="*/ 58102 h 352425"/>
                <a:gd name="connsiteX41" fmla="*/ 567499 w 666750"/>
                <a:gd name="connsiteY41" fmla="*/ 55626 h 352425"/>
                <a:gd name="connsiteX42" fmla="*/ 565499 w 666750"/>
                <a:gd name="connsiteY42" fmla="*/ 53816 h 352425"/>
                <a:gd name="connsiteX43" fmla="*/ 563785 w 666750"/>
                <a:gd name="connsiteY43" fmla="*/ 53626 h 352425"/>
                <a:gd name="connsiteX44" fmla="*/ 562928 w 666750"/>
                <a:gd name="connsiteY44" fmla="*/ 52673 h 352425"/>
                <a:gd name="connsiteX45" fmla="*/ 562832 w 666750"/>
                <a:gd name="connsiteY45" fmla="*/ 51244 h 352425"/>
                <a:gd name="connsiteX46" fmla="*/ 563499 w 666750"/>
                <a:gd name="connsiteY46" fmla="*/ 49530 h 352425"/>
                <a:gd name="connsiteX47" fmla="*/ 553022 w 666750"/>
                <a:gd name="connsiteY47" fmla="*/ 44006 h 352425"/>
                <a:gd name="connsiteX48" fmla="*/ 551307 w 666750"/>
                <a:gd name="connsiteY48" fmla="*/ 35909 h 352425"/>
                <a:gd name="connsiteX49" fmla="*/ 543115 w 666750"/>
                <a:gd name="connsiteY49" fmla="*/ 38576 h 352425"/>
                <a:gd name="connsiteX50" fmla="*/ 533305 w 666750"/>
                <a:gd name="connsiteY50" fmla="*/ 45244 h 352425"/>
                <a:gd name="connsiteX51" fmla="*/ 530923 w 666750"/>
                <a:gd name="connsiteY51" fmla="*/ 34385 h 352425"/>
                <a:gd name="connsiteX52" fmla="*/ 531876 w 666750"/>
                <a:gd name="connsiteY52" fmla="*/ 32480 h 352425"/>
                <a:gd name="connsiteX53" fmla="*/ 533114 w 666750"/>
                <a:gd name="connsiteY53" fmla="*/ 30766 h 352425"/>
                <a:gd name="connsiteX54" fmla="*/ 535019 w 666750"/>
                <a:gd name="connsiteY54" fmla="*/ 29527 h 352425"/>
                <a:gd name="connsiteX55" fmla="*/ 547211 w 666750"/>
                <a:gd name="connsiteY55" fmla="*/ 26098 h 352425"/>
                <a:gd name="connsiteX56" fmla="*/ 548545 w 666750"/>
                <a:gd name="connsiteY56" fmla="*/ 24956 h 352425"/>
                <a:gd name="connsiteX57" fmla="*/ 550259 w 666750"/>
                <a:gd name="connsiteY57" fmla="*/ 20955 h 352425"/>
                <a:gd name="connsiteX58" fmla="*/ 553022 w 666750"/>
                <a:gd name="connsiteY58" fmla="*/ 16573 h 352425"/>
                <a:gd name="connsiteX59" fmla="*/ 553022 w 666750"/>
                <a:gd name="connsiteY59" fmla="*/ 14859 h 352425"/>
                <a:gd name="connsiteX60" fmla="*/ 551116 w 666750"/>
                <a:gd name="connsiteY60" fmla="*/ 12573 h 352425"/>
                <a:gd name="connsiteX61" fmla="*/ 549592 w 666750"/>
                <a:gd name="connsiteY61" fmla="*/ 11811 h 352425"/>
                <a:gd name="connsiteX62" fmla="*/ 548069 w 666750"/>
                <a:gd name="connsiteY62" fmla="*/ 12478 h 352425"/>
                <a:gd name="connsiteX63" fmla="*/ 545782 w 666750"/>
                <a:gd name="connsiteY63" fmla="*/ 14288 h 352425"/>
                <a:gd name="connsiteX64" fmla="*/ 541687 w 666750"/>
                <a:gd name="connsiteY64" fmla="*/ 16859 h 352425"/>
                <a:gd name="connsiteX65" fmla="*/ 537877 w 666750"/>
                <a:gd name="connsiteY65" fmla="*/ 16954 h 352425"/>
                <a:gd name="connsiteX66" fmla="*/ 534448 w 666750"/>
                <a:gd name="connsiteY66" fmla="*/ 14859 h 352425"/>
                <a:gd name="connsiteX67" fmla="*/ 531114 w 666750"/>
                <a:gd name="connsiteY67" fmla="*/ 10954 h 352425"/>
                <a:gd name="connsiteX68" fmla="*/ 529876 w 666750"/>
                <a:gd name="connsiteY68" fmla="*/ 8763 h 352425"/>
                <a:gd name="connsiteX69" fmla="*/ 528161 w 666750"/>
                <a:gd name="connsiteY69" fmla="*/ 2000 h 352425"/>
                <a:gd name="connsiteX70" fmla="*/ 527113 w 666750"/>
                <a:gd name="connsiteY70" fmla="*/ 95 h 352425"/>
                <a:gd name="connsiteX71" fmla="*/ 519303 w 666750"/>
                <a:gd name="connsiteY71" fmla="*/ 0 h 352425"/>
                <a:gd name="connsiteX72" fmla="*/ 512350 w 666750"/>
                <a:gd name="connsiteY72" fmla="*/ 667 h 352425"/>
                <a:gd name="connsiteX73" fmla="*/ 505396 w 666750"/>
                <a:gd name="connsiteY73" fmla="*/ 1333 h 352425"/>
                <a:gd name="connsiteX74" fmla="*/ 494919 w 666750"/>
                <a:gd name="connsiteY74" fmla="*/ 6001 h 352425"/>
                <a:gd name="connsiteX75" fmla="*/ 487204 w 666750"/>
                <a:gd name="connsiteY75" fmla="*/ 2191 h 352425"/>
                <a:gd name="connsiteX76" fmla="*/ 484918 w 666750"/>
                <a:gd name="connsiteY76" fmla="*/ 3143 h 352425"/>
                <a:gd name="connsiteX77" fmla="*/ 481298 w 666750"/>
                <a:gd name="connsiteY77" fmla="*/ 3810 h 352425"/>
                <a:gd name="connsiteX78" fmla="*/ 481584 w 666750"/>
                <a:gd name="connsiteY78" fmla="*/ 12668 h 352425"/>
                <a:gd name="connsiteX79" fmla="*/ 478155 w 666750"/>
                <a:gd name="connsiteY79" fmla="*/ 20002 h 352425"/>
                <a:gd name="connsiteX80" fmla="*/ 469963 w 666750"/>
                <a:gd name="connsiteY80" fmla="*/ 18669 h 352425"/>
                <a:gd name="connsiteX81" fmla="*/ 463677 w 666750"/>
                <a:gd name="connsiteY81" fmla="*/ 15811 h 352425"/>
                <a:gd name="connsiteX82" fmla="*/ 462439 w 666750"/>
                <a:gd name="connsiteY82" fmla="*/ 16097 h 352425"/>
                <a:gd name="connsiteX83" fmla="*/ 461486 w 666750"/>
                <a:gd name="connsiteY83" fmla="*/ 16097 h 352425"/>
                <a:gd name="connsiteX84" fmla="*/ 460534 w 666750"/>
                <a:gd name="connsiteY84" fmla="*/ 16383 h 352425"/>
                <a:gd name="connsiteX85" fmla="*/ 459296 w 666750"/>
                <a:gd name="connsiteY85" fmla="*/ 17240 h 352425"/>
                <a:gd name="connsiteX86" fmla="*/ 458914 w 666750"/>
                <a:gd name="connsiteY86" fmla="*/ 18383 h 352425"/>
                <a:gd name="connsiteX87" fmla="*/ 459105 w 666750"/>
                <a:gd name="connsiteY87" fmla="*/ 19717 h 352425"/>
                <a:gd name="connsiteX88" fmla="*/ 458819 w 666750"/>
                <a:gd name="connsiteY88" fmla="*/ 20765 h 352425"/>
                <a:gd name="connsiteX89" fmla="*/ 454819 w 666750"/>
                <a:gd name="connsiteY89" fmla="*/ 21146 h 352425"/>
                <a:gd name="connsiteX90" fmla="*/ 454438 w 666750"/>
                <a:gd name="connsiteY90" fmla="*/ 22669 h 352425"/>
                <a:gd name="connsiteX91" fmla="*/ 455676 w 666750"/>
                <a:gd name="connsiteY91" fmla="*/ 27527 h 352425"/>
                <a:gd name="connsiteX92" fmla="*/ 455486 w 666750"/>
                <a:gd name="connsiteY92" fmla="*/ 30575 h 352425"/>
                <a:gd name="connsiteX93" fmla="*/ 454342 w 666750"/>
                <a:gd name="connsiteY93" fmla="*/ 31432 h 352425"/>
                <a:gd name="connsiteX94" fmla="*/ 450152 w 666750"/>
                <a:gd name="connsiteY94" fmla="*/ 30766 h 352425"/>
                <a:gd name="connsiteX95" fmla="*/ 449199 w 666750"/>
                <a:gd name="connsiteY95" fmla="*/ 32575 h 352425"/>
                <a:gd name="connsiteX96" fmla="*/ 447104 w 666750"/>
                <a:gd name="connsiteY96" fmla="*/ 29242 h 352425"/>
                <a:gd name="connsiteX97" fmla="*/ 446722 w 666750"/>
                <a:gd name="connsiteY97" fmla="*/ 24194 h 352425"/>
                <a:gd name="connsiteX98" fmla="*/ 444341 w 666750"/>
                <a:gd name="connsiteY98" fmla="*/ 25336 h 352425"/>
                <a:gd name="connsiteX99" fmla="*/ 442627 w 666750"/>
                <a:gd name="connsiteY99" fmla="*/ 31623 h 352425"/>
                <a:gd name="connsiteX100" fmla="*/ 438245 w 666750"/>
                <a:gd name="connsiteY100" fmla="*/ 30385 h 352425"/>
                <a:gd name="connsiteX101" fmla="*/ 430816 w 666750"/>
                <a:gd name="connsiteY101" fmla="*/ 30861 h 352425"/>
                <a:gd name="connsiteX102" fmla="*/ 427006 w 666750"/>
                <a:gd name="connsiteY102" fmla="*/ 33909 h 352425"/>
                <a:gd name="connsiteX103" fmla="*/ 427863 w 666750"/>
                <a:gd name="connsiteY103" fmla="*/ 41815 h 352425"/>
                <a:gd name="connsiteX104" fmla="*/ 421291 w 666750"/>
                <a:gd name="connsiteY104" fmla="*/ 40957 h 352425"/>
                <a:gd name="connsiteX105" fmla="*/ 420338 w 666750"/>
                <a:gd name="connsiteY105" fmla="*/ 40196 h 352425"/>
                <a:gd name="connsiteX106" fmla="*/ 420053 w 666750"/>
                <a:gd name="connsiteY106" fmla="*/ 39148 h 352425"/>
                <a:gd name="connsiteX107" fmla="*/ 419957 w 666750"/>
                <a:gd name="connsiteY107" fmla="*/ 38005 h 352425"/>
                <a:gd name="connsiteX108" fmla="*/ 419386 w 666750"/>
                <a:gd name="connsiteY108" fmla="*/ 36957 h 352425"/>
                <a:gd name="connsiteX109" fmla="*/ 418433 w 666750"/>
                <a:gd name="connsiteY109" fmla="*/ 36385 h 352425"/>
                <a:gd name="connsiteX110" fmla="*/ 417481 w 666750"/>
                <a:gd name="connsiteY110" fmla="*/ 36004 h 352425"/>
                <a:gd name="connsiteX111" fmla="*/ 408908 w 666750"/>
                <a:gd name="connsiteY111" fmla="*/ 34576 h 352425"/>
                <a:gd name="connsiteX112" fmla="*/ 406813 w 666750"/>
                <a:gd name="connsiteY112" fmla="*/ 33814 h 352425"/>
                <a:gd name="connsiteX113" fmla="*/ 400907 w 666750"/>
                <a:gd name="connsiteY113" fmla="*/ 30194 h 352425"/>
                <a:gd name="connsiteX114" fmla="*/ 394145 w 666750"/>
                <a:gd name="connsiteY114" fmla="*/ 28480 h 352425"/>
                <a:gd name="connsiteX115" fmla="*/ 392144 w 666750"/>
                <a:gd name="connsiteY115" fmla="*/ 27623 h 352425"/>
                <a:gd name="connsiteX116" fmla="*/ 390144 w 666750"/>
                <a:gd name="connsiteY116" fmla="*/ 26479 h 352425"/>
                <a:gd name="connsiteX117" fmla="*/ 391287 w 666750"/>
                <a:gd name="connsiteY117" fmla="*/ 28956 h 352425"/>
                <a:gd name="connsiteX118" fmla="*/ 393287 w 666750"/>
                <a:gd name="connsiteY118" fmla="*/ 31242 h 352425"/>
                <a:gd name="connsiteX119" fmla="*/ 394049 w 666750"/>
                <a:gd name="connsiteY119" fmla="*/ 32385 h 352425"/>
                <a:gd name="connsiteX120" fmla="*/ 391478 w 666750"/>
                <a:gd name="connsiteY120" fmla="*/ 31623 h 352425"/>
                <a:gd name="connsiteX121" fmla="*/ 382810 w 666750"/>
                <a:gd name="connsiteY121" fmla="*/ 27623 h 352425"/>
                <a:gd name="connsiteX122" fmla="*/ 378523 w 666750"/>
                <a:gd name="connsiteY122" fmla="*/ 26384 h 352425"/>
                <a:gd name="connsiteX123" fmla="*/ 374047 w 666750"/>
                <a:gd name="connsiteY123" fmla="*/ 26479 h 352425"/>
                <a:gd name="connsiteX124" fmla="*/ 372142 w 666750"/>
                <a:gd name="connsiteY124" fmla="*/ 26860 h 352425"/>
                <a:gd name="connsiteX125" fmla="*/ 369570 w 666750"/>
                <a:gd name="connsiteY125" fmla="*/ 26765 h 352425"/>
                <a:gd name="connsiteX126" fmla="*/ 367855 w 666750"/>
                <a:gd name="connsiteY126" fmla="*/ 25717 h 352425"/>
                <a:gd name="connsiteX127" fmla="*/ 368617 w 666750"/>
                <a:gd name="connsiteY127" fmla="*/ 20574 h 352425"/>
                <a:gd name="connsiteX128" fmla="*/ 367284 w 666750"/>
                <a:gd name="connsiteY128" fmla="*/ 18383 h 352425"/>
                <a:gd name="connsiteX129" fmla="*/ 361283 w 666750"/>
                <a:gd name="connsiteY129" fmla="*/ 11144 h 352425"/>
                <a:gd name="connsiteX130" fmla="*/ 357092 w 666750"/>
                <a:gd name="connsiteY130" fmla="*/ 8287 h 352425"/>
                <a:gd name="connsiteX131" fmla="*/ 352711 w 666750"/>
                <a:gd name="connsiteY131" fmla="*/ 6572 h 352425"/>
                <a:gd name="connsiteX132" fmla="*/ 349187 w 666750"/>
                <a:gd name="connsiteY132" fmla="*/ 6953 h 352425"/>
                <a:gd name="connsiteX133" fmla="*/ 347186 w 666750"/>
                <a:gd name="connsiteY133" fmla="*/ 8763 h 352425"/>
                <a:gd name="connsiteX134" fmla="*/ 340995 w 666750"/>
                <a:gd name="connsiteY134" fmla="*/ 18288 h 352425"/>
                <a:gd name="connsiteX135" fmla="*/ 339376 w 666750"/>
                <a:gd name="connsiteY135" fmla="*/ 19621 h 352425"/>
                <a:gd name="connsiteX136" fmla="*/ 337471 w 666750"/>
                <a:gd name="connsiteY136" fmla="*/ 20383 h 352425"/>
                <a:gd name="connsiteX137" fmla="*/ 334804 w 666750"/>
                <a:gd name="connsiteY137" fmla="*/ 20955 h 352425"/>
                <a:gd name="connsiteX138" fmla="*/ 328708 w 666750"/>
                <a:gd name="connsiteY138" fmla="*/ 20955 h 352425"/>
                <a:gd name="connsiteX139" fmla="*/ 325755 w 666750"/>
                <a:gd name="connsiteY139" fmla="*/ 21431 h 352425"/>
                <a:gd name="connsiteX140" fmla="*/ 322993 w 666750"/>
                <a:gd name="connsiteY140" fmla="*/ 22860 h 352425"/>
                <a:gd name="connsiteX141" fmla="*/ 321850 w 666750"/>
                <a:gd name="connsiteY141" fmla="*/ 24289 h 352425"/>
                <a:gd name="connsiteX142" fmla="*/ 319945 w 666750"/>
                <a:gd name="connsiteY142" fmla="*/ 27813 h 352425"/>
                <a:gd name="connsiteX143" fmla="*/ 318706 w 666750"/>
                <a:gd name="connsiteY143" fmla="*/ 29051 h 352425"/>
                <a:gd name="connsiteX144" fmla="*/ 317373 w 666750"/>
                <a:gd name="connsiteY144" fmla="*/ 29527 h 352425"/>
                <a:gd name="connsiteX145" fmla="*/ 313182 w 666750"/>
                <a:gd name="connsiteY145" fmla="*/ 29242 h 352425"/>
                <a:gd name="connsiteX146" fmla="*/ 311277 w 666750"/>
                <a:gd name="connsiteY146" fmla="*/ 35909 h 352425"/>
                <a:gd name="connsiteX147" fmla="*/ 315658 w 666750"/>
                <a:gd name="connsiteY147" fmla="*/ 40957 h 352425"/>
                <a:gd name="connsiteX148" fmla="*/ 320040 w 666750"/>
                <a:gd name="connsiteY148" fmla="*/ 45625 h 352425"/>
                <a:gd name="connsiteX149" fmla="*/ 313658 w 666750"/>
                <a:gd name="connsiteY149" fmla="*/ 51816 h 352425"/>
                <a:gd name="connsiteX150" fmla="*/ 308896 w 666750"/>
                <a:gd name="connsiteY150" fmla="*/ 57626 h 352425"/>
                <a:gd name="connsiteX151" fmla="*/ 300038 w 666750"/>
                <a:gd name="connsiteY151" fmla="*/ 58007 h 352425"/>
                <a:gd name="connsiteX152" fmla="*/ 295656 w 666750"/>
                <a:gd name="connsiteY152" fmla="*/ 62294 h 352425"/>
                <a:gd name="connsiteX153" fmla="*/ 289179 w 666750"/>
                <a:gd name="connsiteY153" fmla="*/ 64198 h 352425"/>
                <a:gd name="connsiteX154" fmla="*/ 283083 w 666750"/>
                <a:gd name="connsiteY154" fmla="*/ 66675 h 352425"/>
                <a:gd name="connsiteX155" fmla="*/ 281369 w 666750"/>
                <a:gd name="connsiteY155" fmla="*/ 68199 h 352425"/>
                <a:gd name="connsiteX156" fmla="*/ 279082 w 666750"/>
                <a:gd name="connsiteY156" fmla="*/ 69247 h 352425"/>
                <a:gd name="connsiteX157" fmla="*/ 277082 w 666750"/>
                <a:gd name="connsiteY157" fmla="*/ 70580 h 352425"/>
                <a:gd name="connsiteX158" fmla="*/ 275368 w 666750"/>
                <a:gd name="connsiteY158" fmla="*/ 70294 h 352425"/>
                <a:gd name="connsiteX159" fmla="*/ 272891 w 666750"/>
                <a:gd name="connsiteY159" fmla="*/ 70294 h 352425"/>
                <a:gd name="connsiteX160" fmla="*/ 270605 w 666750"/>
                <a:gd name="connsiteY160" fmla="*/ 70771 h 352425"/>
                <a:gd name="connsiteX161" fmla="*/ 269272 w 666750"/>
                <a:gd name="connsiteY161" fmla="*/ 71819 h 352425"/>
                <a:gd name="connsiteX162" fmla="*/ 269272 w 666750"/>
                <a:gd name="connsiteY162" fmla="*/ 72866 h 352425"/>
                <a:gd name="connsiteX163" fmla="*/ 269653 w 666750"/>
                <a:gd name="connsiteY163" fmla="*/ 73628 h 352425"/>
                <a:gd name="connsiteX164" fmla="*/ 269843 w 666750"/>
                <a:gd name="connsiteY164" fmla="*/ 74390 h 352425"/>
                <a:gd name="connsiteX165" fmla="*/ 269462 w 666750"/>
                <a:gd name="connsiteY165" fmla="*/ 75343 h 352425"/>
                <a:gd name="connsiteX166" fmla="*/ 268414 w 666750"/>
                <a:gd name="connsiteY166" fmla="*/ 75819 h 352425"/>
                <a:gd name="connsiteX167" fmla="*/ 267081 w 666750"/>
                <a:gd name="connsiteY167" fmla="*/ 75819 h 352425"/>
                <a:gd name="connsiteX168" fmla="*/ 265843 w 666750"/>
                <a:gd name="connsiteY168" fmla="*/ 76105 h 352425"/>
                <a:gd name="connsiteX169" fmla="*/ 265462 w 666750"/>
                <a:gd name="connsiteY169" fmla="*/ 77533 h 352425"/>
                <a:gd name="connsiteX170" fmla="*/ 264509 w 666750"/>
                <a:gd name="connsiteY170" fmla="*/ 78391 h 352425"/>
                <a:gd name="connsiteX171" fmla="*/ 257746 w 666750"/>
                <a:gd name="connsiteY171" fmla="*/ 80486 h 352425"/>
                <a:gd name="connsiteX172" fmla="*/ 255937 w 666750"/>
                <a:gd name="connsiteY172" fmla="*/ 81629 h 352425"/>
                <a:gd name="connsiteX173" fmla="*/ 248031 w 666750"/>
                <a:gd name="connsiteY173" fmla="*/ 88773 h 352425"/>
                <a:gd name="connsiteX174" fmla="*/ 246031 w 666750"/>
                <a:gd name="connsiteY174" fmla="*/ 89344 h 352425"/>
                <a:gd name="connsiteX175" fmla="*/ 244126 w 666750"/>
                <a:gd name="connsiteY175" fmla="*/ 88392 h 352425"/>
                <a:gd name="connsiteX176" fmla="*/ 242506 w 666750"/>
                <a:gd name="connsiteY176" fmla="*/ 87916 h 352425"/>
                <a:gd name="connsiteX177" fmla="*/ 240792 w 666750"/>
                <a:gd name="connsiteY177" fmla="*/ 89154 h 352425"/>
                <a:gd name="connsiteX178" fmla="*/ 238887 w 666750"/>
                <a:gd name="connsiteY178" fmla="*/ 90869 h 352425"/>
                <a:gd name="connsiteX179" fmla="*/ 236791 w 666750"/>
                <a:gd name="connsiteY179" fmla="*/ 91916 h 352425"/>
                <a:gd name="connsiteX180" fmla="*/ 234696 w 666750"/>
                <a:gd name="connsiteY180" fmla="*/ 92011 h 352425"/>
                <a:gd name="connsiteX181" fmla="*/ 228314 w 666750"/>
                <a:gd name="connsiteY181" fmla="*/ 91059 h 352425"/>
                <a:gd name="connsiteX182" fmla="*/ 216122 w 666750"/>
                <a:gd name="connsiteY182" fmla="*/ 92011 h 352425"/>
                <a:gd name="connsiteX183" fmla="*/ 205645 w 666750"/>
                <a:gd name="connsiteY183" fmla="*/ 98298 h 352425"/>
                <a:gd name="connsiteX184" fmla="*/ 201263 w 666750"/>
                <a:gd name="connsiteY184" fmla="*/ 100965 h 352425"/>
                <a:gd name="connsiteX185" fmla="*/ 195072 w 666750"/>
                <a:gd name="connsiteY185" fmla="*/ 106394 h 352425"/>
                <a:gd name="connsiteX186" fmla="*/ 190024 w 666750"/>
                <a:gd name="connsiteY186" fmla="*/ 109156 h 352425"/>
                <a:gd name="connsiteX187" fmla="*/ 186309 w 666750"/>
                <a:gd name="connsiteY187" fmla="*/ 112204 h 352425"/>
                <a:gd name="connsiteX188" fmla="*/ 182594 w 666750"/>
                <a:gd name="connsiteY188" fmla="*/ 115252 h 352425"/>
                <a:gd name="connsiteX189" fmla="*/ 181928 w 666750"/>
                <a:gd name="connsiteY189" fmla="*/ 119634 h 352425"/>
                <a:gd name="connsiteX190" fmla="*/ 180404 w 666750"/>
                <a:gd name="connsiteY190" fmla="*/ 124492 h 352425"/>
                <a:gd name="connsiteX191" fmla="*/ 178117 w 666750"/>
                <a:gd name="connsiteY191" fmla="*/ 128969 h 352425"/>
                <a:gd name="connsiteX192" fmla="*/ 175355 w 666750"/>
                <a:gd name="connsiteY192" fmla="*/ 132112 h 352425"/>
                <a:gd name="connsiteX193" fmla="*/ 164687 w 666750"/>
                <a:gd name="connsiteY193" fmla="*/ 139636 h 352425"/>
                <a:gd name="connsiteX194" fmla="*/ 161735 w 666750"/>
                <a:gd name="connsiteY194" fmla="*/ 143161 h 352425"/>
                <a:gd name="connsiteX195" fmla="*/ 160020 w 666750"/>
                <a:gd name="connsiteY195" fmla="*/ 144685 h 352425"/>
                <a:gd name="connsiteX196" fmla="*/ 155638 w 666750"/>
                <a:gd name="connsiteY196" fmla="*/ 146209 h 352425"/>
                <a:gd name="connsiteX197" fmla="*/ 153543 w 666750"/>
                <a:gd name="connsiteY197" fmla="*/ 147447 h 352425"/>
                <a:gd name="connsiteX198" fmla="*/ 151924 w 666750"/>
                <a:gd name="connsiteY198" fmla="*/ 149257 h 352425"/>
                <a:gd name="connsiteX199" fmla="*/ 149066 w 666750"/>
                <a:gd name="connsiteY199" fmla="*/ 153257 h 352425"/>
                <a:gd name="connsiteX200" fmla="*/ 147352 w 666750"/>
                <a:gd name="connsiteY200" fmla="*/ 154972 h 352425"/>
                <a:gd name="connsiteX201" fmla="*/ 145542 w 666750"/>
                <a:gd name="connsiteY201" fmla="*/ 156115 h 352425"/>
                <a:gd name="connsiteX202" fmla="*/ 143828 w 666750"/>
                <a:gd name="connsiteY202" fmla="*/ 156591 h 352425"/>
                <a:gd name="connsiteX203" fmla="*/ 142208 w 666750"/>
                <a:gd name="connsiteY203" fmla="*/ 156781 h 352425"/>
                <a:gd name="connsiteX204" fmla="*/ 140398 w 666750"/>
                <a:gd name="connsiteY204" fmla="*/ 156686 h 352425"/>
                <a:gd name="connsiteX205" fmla="*/ 139827 w 666750"/>
                <a:gd name="connsiteY205" fmla="*/ 156115 h 352425"/>
                <a:gd name="connsiteX206" fmla="*/ 139541 w 666750"/>
                <a:gd name="connsiteY206" fmla="*/ 155067 h 352425"/>
                <a:gd name="connsiteX207" fmla="*/ 139160 w 666750"/>
                <a:gd name="connsiteY207" fmla="*/ 154496 h 352425"/>
                <a:gd name="connsiteX208" fmla="*/ 138113 w 666750"/>
                <a:gd name="connsiteY208" fmla="*/ 154972 h 352425"/>
                <a:gd name="connsiteX209" fmla="*/ 130969 w 666750"/>
                <a:gd name="connsiteY209" fmla="*/ 159734 h 352425"/>
                <a:gd name="connsiteX210" fmla="*/ 127540 w 666750"/>
                <a:gd name="connsiteY210" fmla="*/ 162687 h 352425"/>
                <a:gd name="connsiteX211" fmla="*/ 124778 w 666750"/>
                <a:gd name="connsiteY211" fmla="*/ 166211 h 352425"/>
                <a:gd name="connsiteX212" fmla="*/ 122777 w 666750"/>
                <a:gd name="connsiteY212" fmla="*/ 170688 h 352425"/>
                <a:gd name="connsiteX213" fmla="*/ 122968 w 666750"/>
                <a:gd name="connsiteY213" fmla="*/ 172593 h 352425"/>
                <a:gd name="connsiteX214" fmla="*/ 124778 w 666750"/>
                <a:gd name="connsiteY214" fmla="*/ 173260 h 352425"/>
                <a:gd name="connsiteX215" fmla="*/ 128778 w 666750"/>
                <a:gd name="connsiteY215" fmla="*/ 173736 h 352425"/>
                <a:gd name="connsiteX216" fmla="*/ 130207 w 666750"/>
                <a:gd name="connsiteY216" fmla="*/ 175165 h 352425"/>
                <a:gd name="connsiteX217" fmla="*/ 130207 w 666750"/>
                <a:gd name="connsiteY217" fmla="*/ 176784 h 352425"/>
                <a:gd name="connsiteX218" fmla="*/ 128969 w 666750"/>
                <a:gd name="connsiteY218" fmla="*/ 180689 h 352425"/>
                <a:gd name="connsiteX219" fmla="*/ 128969 w 666750"/>
                <a:gd name="connsiteY219" fmla="*/ 180785 h 352425"/>
                <a:gd name="connsiteX220" fmla="*/ 128969 w 666750"/>
                <a:gd name="connsiteY220" fmla="*/ 180785 h 352425"/>
                <a:gd name="connsiteX221" fmla="*/ 128969 w 666750"/>
                <a:gd name="connsiteY221" fmla="*/ 180785 h 352425"/>
                <a:gd name="connsiteX222" fmla="*/ 128588 w 666750"/>
                <a:gd name="connsiteY222" fmla="*/ 184309 h 352425"/>
                <a:gd name="connsiteX223" fmla="*/ 125730 w 666750"/>
                <a:gd name="connsiteY223" fmla="*/ 188023 h 352425"/>
                <a:gd name="connsiteX224" fmla="*/ 121729 w 666750"/>
                <a:gd name="connsiteY224" fmla="*/ 191072 h 352425"/>
                <a:gd name="connsiteX225" fmla="*/ 118586 w 666750"/>
                <a:gd name="connsiteY225" fmla="*/ 192500 h 352425"/>
                <a:gd name="connsiteX226" fmla="*/ 115824 w 666750"/>
                <a:gd name="connsiteY226" fmla="*/ 192977 h 352425"/>
                <a:gd name="connsiteX227" fmla="*/ 114395 w 666750"/>
                <a:gd name="connsiteY227" fmla="*/ 193739 h 352425"/>
                <a:gd name="connsiteX228" fmla="*/ 111347 w 666750"/>
                <a:gd name="connsiteY228" fmla="*/ 197168 h 352425"/>
                <a:gd name="connsiteX229" fmla="*/ 109633 w 666750"/>
                <a:gd name="connsiteY229" fmla="*/ 198311 h 352425"/>
                <a:gd name="connsiteX230" fmla="*/ 104108 w 666750"/>
                <a:gd name="connsiteY230" fmla="*/ 200120 h 352425"/>
                <a:gd name="connsiteX231" fmla="*/ 99917 w 666750"/>
                <a:gd name="connsiteY231" fmla="*/ 203168 h 352425"/>
                <a:gd name="connsiteX232" fmla="*/ 98584 w 666750"/>
                <a:gd name="connsiteY232" fmla="*/ 203454 h 352425"/>
                <a:gd name="connsiteX233" fmla="*/ 97441 w 666750"/>
                <a:gd name="connsiteY233" fmla="*/ 202406 h 352425"/>
                <a:gd name="connsiteX234" fmla="*/ 95917 w 666750"/>
                <a:gd name="connsiteY234" fmla="*/ 199168 h 352425"/>
                <a:gd name="connsiteX235" fmla="*/ 94583 w 666750"/>
                <a:gd name="connsiteY235" fmla="*/ 198882 h 352425"/>
                <a:gd name="connsiteX236" fmla="*/ 93250 w 666750"/>
                <a:gd name="connsiteY236" fmla="*/ 200692 h 352425"/>
                <a:gd name="connsiteX237" fmla="*/ 92583 w 666750"/>
                <a:gd name="connsiteY237" fmla="*/ 203454 h 352425"/>
                <a:gd name="connsiteX238" fmla="*/ 91726 w 666750"/>
                <a:gd name="connsiteY238" fmla="*/ 205645 h 352425"/>
                <a:gd name="connsiteX239" fmla="*/ 89630 w 666750"/>
                <a:gd name="connsiteY239" fmla="*/ 205835 h 352425"/>
                <a:gd name="connsiteX240" fmla="*/ 88487 w 666750"/>
                <a:gd name="connsiteY240" fmla="*/ 204121 h 352425"/>
                <a:gd name="connsiteX241" fmla="*/ 87916 w 666750"/>
                <a:gd name="connsiteY241" fmla="*/ 202120 h 352425"/>
                <a:gd name="connsiteX242" fmla="*/ 87249 w 666750"/>
                <a:gd name="connsiteY242" fmla="*/ 201930 h 352425"/>
                <a:gd name="connsiteX243" fmla="*/ 85915 w 666750"/>
                <a:gd name="connsiteY243" fmla="*/ 205740 h 352425"/>
                <a:gd name="connsiteX244" fmla="*/ 84296 w 666750"/>
                <a:gd name="connsiteY244" fmla="*/ 208026 h 352425"/>
                <a:gd name="connsiteX245" fmla="*/ 82582 w 666750"/>
                <a:gd name="connsiteY245" fmla="*/ 207073 h 352425"/>
                <a:gd name="connsiteX246" fmla="*/ 81058 w 666750"/>
                <a:gd name="connsiteY246" fmla="*/ 204692 h 352425"/>
                <a:gd name="connsiteX247" fmla="*/ 79057 w 666750"/>
                <a:gd name="connsiteY247" fmla="*/ 199930 h 352425"/>
                <a:gd name="connsiteX248" fmla="*/ 78010 w 666750"/>
                <a:gd name="connsiteY248" fmla="*/ 198025 h 352425"/>
                <a:gd name="connsiteX249" fmla="*/ 76867 w 666750"/>
                <a:gd name="connsiteY249" fmla="*/ 197644 h 352425"/>
                <a:gd name="connsiteX250" fmla="*/ 75724 w 666750"/>
                <a:gd name="connsiteY250" fmla="*/ 199739 h 352425"/>
                <a:gd name="connsiteX251" fmla="*/ 75724 w 666750"/>
                <a:gd name="connsiteY251" fmla="*/ 201073 h 352425"/>
                <a:gd name="connsiteX252" fmla="*/ 76200 w 666750"/>
                <a:gd name="connsiteY252" fmla="*/ 202216 h 352425"/>
                <a:gd name="connsiteX253" fmla="*/ 76390 w 666750"/>
                <a:gd name="connsiteY253" fmla="*/ 203454 h 352425"/>
                <a:gd name="connsiteX254" fmla="*/ 75724 w 666750"/>
                <a:gd name="connsiteY254" fmla="*/ 204787 h 352425"/>
                <a:gd name="connsiteX255" fmla="*/ 74771 w 666750"/>
                <a:gd name="connsiteY255" fmla="*/ 205264 h 352425"/>
                <a:gd name="connsiteX256" fmla="*/ 73533 w 666750"/>
                <a:gd name="connsiteY256" fmla="*/ 205359 h 352425"/>
                <a:gd name="connsiteX257" fmla="*/ 63817 w 666750"/>
                <a:gd name="connsiteY257" fmla="*/ 204502 h 352425"/>
                <a:gd name="connsiteX258" fmla="*/ 61531 w 666750"/>
                <a:gd name="connsiteY258" fmla="*/ 204787 h 352425"/>
                <a:gd name="connsiteX259" fmla="*/ 57340 w 666750"/>
                <a:gd name="connsiteY259" fmla="*/ 206978 h 352425"/>
                <a:gd name="connsiteX260" fmla="*/ 50673 w 666750"/>
                <a:gd name="connsiteY260" fmla="*/ 213836 h 352425"/>
                <a:gd name="connsiteX261" fmla="*/ 46387 w 666750"/>
                <a:gd name="connsiteY261" fmla="*/ 215741 h 352425"/>
                <a:gd name="connsiteX262" fmla="*/ 43720 w 666750"/>
                <a:gd name="connsiteY262" fmla="*/ 216027 h 352425"/>
                <a:gd name="connsiteX263" fmla="*/ 38767 w 666750"/>
                <a:gd name="connsiteY263" fmla="*/ 215074 h 352425"/>
                <a:gd name="connsiteX264" fmla="*/ 33719 w 666750"/>
                <a:gd name="connsiteY264" fmla="*/ 215265 h 352425"/>
                <a:gd name="connsiteX265" fmla="*/ 31909 w 666750"/>
                <a:gd name="connsiteY265" fmla="*/ 214598 h 352425"/>
                <a:gd name="connsiteX266" fmla="*/ 27908 w 666750"/>
                <a:gd name="connsiteY266" fmla="*/ 212122 h 352425"/>
                <a:gd name="connsiteX267" fmla="*/ 23146 w 666750"/>
                <a:gd name="connsiteY267" fmla="*/ 210883 h 352425"/>
                <a:gd name="connsiteX268" fmla="*/ 6953 w 666750"/>
                <a:gd name="connsiteY268" fmla="*/ 211455 h 352425"/>
                <a:gd name="connsiteX269" fmla="*/ 6191 w 666750"/>
                <a:gd name="connsiteY269" fmla="*/ 217075 h 352425"/>
                <a:gd name="connsiteX270" fmla="*/ 762 w 666750"/>
                <a:gd name="connsiteY270" fmla="*/ 224695 h 352425"/>
                <a:gd name="connsiteX271" fmla="*/ 0 w 666750"/>
                <a:gd name="connsiteY271" fmla="*/ 229648 h 352425"/>
                <a:gd name="connsiteX272" fmla="*/ 2572 w 666750"/>
                <a:gd name="connsiteY272" fmla="*/ 239268 h 352425"/>
                <a:gd name="connsiteX273" fmla="*/ 3620 w 666750"/>
                <a:gd name="connsiteY273" fmla="*/ 241078 h 352425"/>
                <a:gd name="connsiteX274" fmla="*/ 6953 w 666750"/>
                <a:gd name="connsiteY274" fmla="*/ 243745 h 352425"/>
                <a:gd name="connsiteX275" fmla="*/ 7906 w 666750"/>
                <a:gd name="connsiteY275" fmla="*/ 245936 h 352425"/>
                <a:gd name="connsiteX276" fmla="*/ 9715 w 666750"/>
                <a:gd name="connsiteY276" fmla="*/ 247936 h 352425"/>
                <a:gd name="connsiteX277" fmla="*/ 12382 w 666750"/>
                <a:gd name="connsiteY277" fmla="*/ 248793 h 352425"/>
                <a:gd name="connsiteX278" fmla="*/ 15240 w 666750"/>
                <a:gd name="connsiteY278" fmla="*/ 249365 h 352425"/>
                <a:gd name="connsiteX279" fmla="*/ 17812 w 666750"/>
                <a:gd name="connsiteY279" fmla="*/ 250412 h 352425"/>
                <a:gd name="connsiteX280" fmla="*/ 17812 w 666750"/>
                <a:gd name="connsiteY280" fmla="*/ 250507 h 352425"/>
                <a:gd name="connsiteX281" fmla="*/ 19717 w 666750"/>
                <a:gd name="connsiteY281" fmla="*/ 253174 h 352425"/>
                <a:gd name="connsiteX282" fmla="*/ 19812 w 666750"/>
                <a:gd name="connsiteY282" fmla="*/ 255175 h 352425"/>
                <a:gd name="connsiteX283" fmla="*/ 20479 w 666750"/>
                <a:gd name="connsiteY283" fmla="*/ 256127 h 352425"/>
                <a:gd name="connsiteX284" fmla="*/ 23813 w 666750"/>
                <a:gd name="connsiteY284" fmla="*/ 255841 h 352425"/>
                <a:gd name="connsiteX285" fmla="*/ 32766 w 666750"/>
                <a:gd name="connsiteY285" fmla="*/ 252698 h 352425"/>
                <a:gd name="connsiteX286" fmla="*/ 35909 w 666750"/>
                <a:gd name="connsiteY286" fmla="*/ 252127 h 352425"/>
                <a:gd name="connsiteX287" fmla="*/ 40100 w 666750"/>
                <a:gd name="connsiteY287" fmla="*/ 252412 h 352425"/>
                <a:gd name="connsiteX288" fmla="*/ 41624 w 666750"/>
                <a:gd name="connsiteY288" fmla="*/ 251841 h 352425"/>
                <a:gd name="connsiteX289" fmla="*/ 45053 w 666750"/>
                <a:gd name="connsiteY289" fmla="*/ 249269 h 352425"/>
                <a:gd name="connsiteX290" fmla="*/ 46387 w 666750"/>
                <a:gd name="connsiteY290" fmla="*/ 248888 h 352425"/>
                <a:gd name="connsiteX291" fmla="*/ 48958 w 666750"/>
                <a:gd name="connsiteY291" fmla="*/ 251936 h 352425"/>
                <a:gd name="connsiteX292" fmla="*/ 59055 w 666750"/>
                <a:gd name="connsiteY292" fmla="*/ 270701 h 352425"/>
                <a:gd name="connsiteX293" fmla="*/ 59531 w 666750"/>
                <a:gd name="connsiteY293" fmla="*/ 272224 h 352425"/>
                <a:gd name="connsiteX294" fmla="*/ 58674 w 666750"/>
                <a:gd name="connsiteY294" fmla="*/ 274511 h 352425"/>
                <a:gd name="connsiteX295" fmla="*/ 55150 w 666750"/>
                <a:gd name="connsiteY295" fmla="*/ 277558 h 352425"/>
                <a:gd name="connsiteX296" fmla="*/ 53530 w 666750"/>
                <a:gd name="connsiteY296" fmla="*/ 279464 h 352425"/>
                <a:gd name="connsiteX297" fmla="*/ 53054 w 666750"/>
                <a:gd name="connsiteY297" fmla="*/ 280702 h 352425"/>
                <a:gd name="connsiteX298" fmla="*/ 52769 w 666750"/>
                <a:gd name="connsiteY298" fmla="*/ 283083 h 352425"/>
                <a:gd name="connsiteX299" fmla="*/ 52388 w 666750"/>
                <a:gd name="connsiteY299" fmla="*/ 284226 h 352425"/>
                <a:gd name="connsiteX300" fmla="*/ 51721 w 666750"/>
                <a:gd name="connsiteY300" fmla="*/ 285274 h 352425"/>
                <a:gd name="connsiteX301" fmla="*/ 50197 w 666750"/>
                <a:gd name="connsiteY301" fmla="*/ 286893 h 352425"/>
                <a:gd name="connsiteX302" fmla="*/ 49911 w 666750"/>
                <a:gd name="connsiteY302" fmla="*/ 287369 h 352425"/>
                <a:gd name="connsiteX303" fmla="*/ 49625 w 666750"/>
                <a:gd name="connsiteY303" fmla="*/ 287750 h 352425"/>
                <a:gd name="connsiteX304" fmla="*/ 48768 w 666750"/>
                <a:gd name="connsiteY304" fmla="*/ 289655 h 352425"/>
                <a:gd name="connsiteX305" fmla="*/ 48196 w 666750"/>
                <a:gd name="connsiteY305" fmla="*/ 291941 h 352425"/>
                <a:gd name="connsiteX306" fmla="*/ 47911 w 666750"/>
                <a:gd name="connsiteY306" fmla="*/ 294323 h 352425"/>
                <a:gd name="connsiteX307" fmla="*/ 47815 w 666750"/>
                <a:gd name="connsiteY307" fmla="*/ 296704 h 352425"/>
                <a:gd name="connsiteX308" fmla="*/ 49244 w 666750"/>
                <a:gd name="connsiteY308" fmla="*/ 300895 h 352425"/>
                <a:gd name="connsiteX309" fmla="*/ 54959 w 666750"/>
                <a:gd name="connsiteY309" fmla="*/ 306705 h 352425"/>
                <a:gd name="connsiteX310" fmla="*/ 56960 w 666750"/>
                <a:gd name="connsiteY310" fmla="*/ 310801 h 352425"/>
                <a:gd name="connsiteX311" fmla="*/ 56960 w 666750"/>
                <a:gd name="connsiteY311" fmla="*/ 310801 h 352425"/>
                <a:gd name="connsiteX312" fmla="*/ 58960 w 666750"/>
                <a:gd name="connsiteY312" fmla="*/ 318230 h 352425"/>
                <a:gd name="connsiteX313" fmla="*/ 58579 w 666750"/>
                <a:gd name="connsiteY313" fmla="*/ 320326 h 352425"/>
                <a:gd name="connsiteX314" fmla="*/ 62198 w 666750"/>
                <a:gd name="connsiteY314" fmla="*/ 320516 h 352425"/>
                <a:gd name="connsiteX315" fmla="*/ 73533 w 666750"/>
                <a:gd name="connsiteY315" fmla="*/ 321469 h 352425"/>
                <a:gd name="connsiteX316" fmla="*/ 78962 w 666750"/>
                <a:gd name="connsiteY316" fmla="*/ 319945 h 352425"/>
                <a:gd name="connsiteX317" fmla="*/ 81439 w 666750"/>
                <a:gd name="connsiteY317" fmla="*/ 318897 h 352425"/>
                <a:gd name="connsiteX318" fmla="*/ 85725 w 666750"/>
                <a:gd name="connsiteY318" fmla="*/ 318802 h 352425"/>
                <a:gd name="connsiteX319" fmla="*/ 87249 w 666750"/>
                <a:gd name="connsiteY319" fmla="*/ 318421 h 352425"/>
                <a:gd name="connsiteX320" fmla="*/ 91440 w 666750"/>
                <a:gd name="connsiteY320" fmla="*/ 316611 h 352425"/>
                <a:gd name="connsiteX321" fmla="*/ 104108 w 666750"/>
                <a:gd name="connsiteY321" fmla="*/ 313182 h 352425"/>
                <a:gd name="connsiteX322" fmla="*/ 112395 w 666750"/>
                <a:gd name="connsiteY322" fmla="*/ 310229 h 352425"/>
                <a:gd name="connsiteX323" fmla="*/ 119158 w 666750"/>
                <a:gd name="connsiteY323" fmla="*/ 308896 h 352425"/>
                <a:gd name="connsiteX324" fmla="*/ 121539 w 666750"/>
                <a:gd name="connsiteY324" fmla="*/ 307848 h 352425"/>
                <a:gd name="connsiteX325" fmla="*/ 123254 w 666750"/>
                <a:gd name="connsiteY325" fmla="*/ 306419 h 352425"/>
                <a:gd name="connsiteX326" fmla="*/ 124873 w 666750"/>
                <a:gd name="connsiteY326" fmla="*/ 304514 h 352425"/>
                <a:gd name="connsiteX327" fmla="*/ 127540 w 666750"/>
                <a:gd name="connsiteY327" fmla="*/ 302228 h 352425"/>
                <a:gd name="connsiteX328" fmla="*/ 129921 w 666750"/>
                <a:gd name="connsiteY328" fmla="*/ 301561 h 352425"/>
                <a:gd name="connsiteX329" fmla="*/ 134683 w 666750"/>
                <a:gd name="connsiteY329" fmla="*/ 302038 h 352425"/>
                <a:gd name="connsiteX330" fmla="*/ 143256 w 666750"/>
                <a:gd name="connsiteY330" fmla="*/ 303562 h 352425"/>
                <a:gd name="connsiteX331" fmla="*/ 153353 w 666750"/>
                <a:gd name="connsiteY331" fmla="*/ 307753 h 352425"/>
                <a:gd name="connsiteX332" fmla="*/ 157258 w 666750"/>
                <a:gd name="connsiteY332" fmla="*/ 309944 h 352425"/>
                <a:gd name="connsiteX333" fmla="*/ 157353 w 666750"/>
                <a:gd name="connsiteY333" fmla="*/ 310134 h 352425"/>
                <a:gd name="connsiteX334" fmla="*/ 157353 w 666750"/>
                <a:gd name="connsiteY334" fmla="*/ 310610 h 352425"/>
                <a:gd name="connsiteX335" fmla="*/ 157639 w 666750"/>
                <a:gd name="connsiteY335" fmla="*/ 311753 h 352425"/>
                <a:gd name="connsiteX336" fmla="*/ 158305 w 666750"/>
                <a:gd name="connsiteY336" fmla="*/ 312896 h 352425"/>
                <a:gd name="connsiteX337" fmla="*/ 160591 w 666750"/>
                <a:gd name="connsiteY337" fmla="*/ 314611 h 352425"/>
                <a:gd name="connsiteX338" fmla="*/ 163258 w 666750"/>
                <a:gd name="connsiteY338" fmla="*/ 315563 h 352425"/>
                <a:gd name="connsiteX339" fmla="*/ 166973 w 666750"/>
                <a:gd name="connsiteY339" fmla="*/ 316230 h 352425"/>
                <a:gd name="connsiteX340" fmla="*/ 207931 w 666750"/>
                <a:gd name="connsiteY340" fmla="*/ 311563 h 352425"/>
                <a:gd name="connsiteX341" fmla="*/ 210788 w 666750"/>
                <a:gd name="connsiteY341" fmla="*/ 312039 h 352425"/>
                <a:gd name="connsiteX342" fmla="*/ 212979 w 666750"/>
                <a:gd name="connsiteY342" fmla="*/ 313087 h 352425"/>
                <a:gd name="connsiteX343" fmla="*/ 214408 w 666750"/>
                <a:gd name="connsiteY343" fmla="*/ 314325 h 352425"/>
                <a:gd name="connsiteX344" fmla="*/ 217741 w 666750"/>
                <a:gd name="connsiteY344" fmla="*/ 316992 h 352425"/>
                <a:gd name="connsiteX345" fmla="*/ 220028 w 666750"/>
                <a:gd name="connsiteY345" fmla="*/ 316706 h 352425"/>
                <a:gd name="connsiteX346" fmla="*/ 225171 w 666750"/>
                <a:gd name="connsiteY346" fmla="*/ 314230 h 352425"/>
                <a:gd name="connsiteX347" fmla="*/ 227647 w 666750"/>
                <a:gd name="connsiteY347" fmla="*/ 313658 h 352425"/>
                <a:gd name="connsiteX348" fmla="*/ 234124 w 666750"/>
                <a:gd name="connsiteY348" fmla="*/ 313087 h 352425"/>
                <a:gd name="connsiteX349" fmla="*/ 237554 w 666750"/>
                <a:gd name="connsiteY349" fmla="*/ 312325 h 352425"/>
                <a:gd name="connsiteX350" fmla="*/ 244792 w 666750"/>
                <a:gd name="connsiteY350" fmla="*/ 309372 h 352425"/>
                <a:gd name="connsiteX351" fmla="*/ 247460 w 666750"/>
                <a:gd name="connsiteY351" fmla="*/ 307562 h 352425"/>
                <a:gd name="connsiteX352" fmla="*/ 249364 w 666750"/>
                <a:gd name="connsiteY352" fmla="*/ 305943 h 352425"/>
                <a:gd name="connsiteX353" fmla="*/ 252317 w 666750"/>
                <a:gd name="connsiteY353" fmla="*/ 302895 h 352425"/>
                <a:gd name="connsiteX354" fmla="*/ 253841 w 666750"/>
                <a:gd name="connsiteY354" fmla="*/ 301752 h 352425"/>
                <a:gd name="connsiteX355" fmla="*/ 256508 w 666750"/>
                <a:gd name="connsiteY355" fmla="*/ 299657 h 352425"/>
                <a:gd name="connsiteX356" fmla="*/ 260032 w 666750"/>
                <a:gd name="connsiteY356" fmla="*/ 297752 h 352425"/>
                <a:gd name="connsiteX357" fmla="*/ 260795 w 666750"/>
                <a:gd name="connsiteY357" fmla="*/ 296418 h 352425"/>
                <a:gd name="connsiteX358" fmla="*/ 260985 w 666750"/>
                <a:gd name="connsiteY358" fmla="*/ 295370 h 352425"/>
                <a:gd name="connsiteX359" fmla="*/ 259937 w 666750"/>
                <a:gd name="connsiteY359" fmla="*/ 291846 h 352425"/>
                <a:gd name="connsiteX360" fmla="*/ 260032 w 666750"/>
                <a:gd name="connsiteY360" fmla="*/ 288512 h 352425"/>
                <a:gd name="connsiteX361" fmla="*/ 260890 w 666750"/>
                <a:gd name="connsiteY361" fmla="*/ 286417 h 352425"/>
                <a:gd name="connsiteX362" fmla="*/ 262319 w 666750"/>
                <a:gd name="connsiteY362" fmla="*/ 284321 h 352425"/>
                <a:gd name="connsiteX363" fmla="*/ 262319 w 666750"/>
                <a:gd name="connsiteY363" fmla="*/ 284321 h 352425"/>
                <a:gd name="connsiteX364" fmla="*/ 275368 w 666750"/>
                <a:gd name="connsiteY364" fmla="*/ 270510 h 352425"/>
                <a:gd name="connsiteX365" fmla="*/ 277939 w 666750"/>
                <a:gd name="connsiteY365" fmla="*/ 267653 h 352425"/>
                <a:gd name="connsiteX366" fmla="*/ 279273 w 666750"/>
                <a:gd name="connsiteY366" fmla="*/ 266510 h 352425"/>
                <a:gd name="connsiteX367" fmla="*/ 283273 w 666750"/>
                <a:gd name="connsiteY367" fmla="*/ 263081 h 352425"/>
                <a:gd name="connsiteX368" fmla="*/ 287655 w 666750"/>
                <a:gd name="connsiteY368" fmla="*/ 260128 h 352425"/>
                <a:gd name="connsiteX369" fmla="*/ 292989 w 666750"/>
                <a:gd name="connsiteY369" fmla="*/ 255365 h 352425"/>
                <a:gd name="connsiteX370" fmla="*/ 308038 w 666750"/>
                <a:gd name="connsiteY370" fmla="*/ 241840 h 352425"/>
                <a:gd name="connsiteX371" fmla="*/ 308800 w 666750"/>
                <a:gd name="connsiteY371" fmla="*/ 240792 h 352425"/>
                <a:gd name="connsiteX372" fmla="*/ 309658 w 666750"/>
                <a:gd name="connsiteY372" fmla="*/ 238982 h 352425"/>
                <a:gd name="connsiteX373" fmla="*/ 309467 w 666750"/>
                <a:gd name="connsiteY373" fmla="*/ 238697 h 352425"/>
                <a:gd name="connsiteX374" fmla="*/ 308800 w 666750"/>
                <a:gd name="connsiteY374" fmla="*/ 236791 h 352425"/>
                <a:gd name="connsiteX375" fmla="*/ 307753 w 666750"/>
                <a:gd name="connsiteY375" fmla="*/ 235553 h 352425"/>
                <a:gd name="connsiteX376" fmla="*/ 306419 w 666750"/>
                <a:gd name="connsiteY376" fmla="*/ 234410 h 352425"/>
                <a:gd name="connsiteX377" fmla="*/ 305086 w 666750"/>
                <a:gd name="connsiteY377" fmla="*/ 232696 h 352425"/>
                <a:gd name="connsiteX378" fmla="*/ 304514 w 666750"/>
                <a:gd name="connsiteY378" fmla="*/ 230600 h 352425"/>
                <a:gd name="connsiteX379" fmla="*/ 305276 w 666750"/>
                <a:gd name="connsiteY379" fmla="*/ 228790 h 352425"/>
                <a:gd name="connsiteX380" fmla="*/ 308038 w 666750"/>
                <a:gd name="connsiteY380" fmla="*/ 226028 h 352425"/>
                <a:gd name="connsiteX381" fmla="*/ 308896 w 666750"/>
                <a:gd name="connsiteY381" fmla="*/ 225933 h 352425"/>
                <a:gd name="connsiteX382" fmla="*/ 309467 w 666750"/>
                <a:gd name="connsiteY382" fmla="*/ 226123 h 352425"/>
                <a:gd name="connsiteX383" fmla="*/ 310705 w 666750"/>
                <a:gd name="connsiteY383" fmla="*/ 227171 h 352425"/>
                <a:gd name="connsiteX384" fmla="*/ 311372 w 666750"/>
                <a:gd name="connsiteY384" fmla="*/ 227838 h 352425"/>
                <a:gd name="connsiteX385" fmla="*/ 312515 w 666750"/>
                <a:gd name="connsiteY385" fmla="*/ 229648 h 352425"/>
                <a:gd name="connsiteX386" fmla="*/ 313372 w 666750"/>
                <a:gd name="connsiteY386" fmla="*/ 230315 h 352425"/>
                <a:gd name="connsiteX387" fmla="*/ 316039 w 666750"/>
                <a:gd name="connsiteY387" fmla="*/ 230886 h 352425"/>
                <a:gd name="connsiteX388" fmla="*/ 317278 w 666750"/>
                <a:gd name="connsiteY388" fmla="*/ 231362 h 352425"/>
                <a:gd name="connsiteX389" fmla="*/ 320707 w 666750"/>
                <a:gd name="connsiteY389" fmla="*/ 233172 h 352425"/>
                <a:gd name="connsiteX390" fmla="*/ 331851 w 666750"/>
                <a:gd name="connsiteY390" fmla="*/ 230124 h 352425"/>
                <a:gd name="connsiteX391" fmla="*/ 334708 w 666750"/>
                <a:gd name="connsiteY391" fmla="*/ 233077 h 352425"/>
                <a:gd name="connsiteX392" fmla="*/ 337661 w 666750"/>
                <a:gd name="connsiteY392" fmla="*/ 231553 h 352425"/>
                <a:gd name="connsiteX393" fmla="*/ 339566 w 666750"/>
                <a:gd name="connsiteY393" fmla="*/ 231648 h 352425"/>
                <a:gd name="connsiteX394" fmla="*/ 340709 w 666750"/>
                <a:gd name="connsiteY394" fmla="*/ 231743 h 352425"/>
                <a:gd name="connsiteX395" fmla="*/ 344233 w 666750"/>
                <a:gd name="connsiteY395" fmla="*/ 230410 h 352425"/>
                <a:gd name="connsiteX396" fmla="*/ 344900 w 666750"/>
                <a:gd name="connsiteY396" fmla="*/ 229838 h 352425"/>
                <a:gd name="connsiteX397" fmla="*/ 350044 w 666750"/>
                <a:gd name="connsiteY397" fmla="*/ 226219 h 352425"/>
                <a:gd name="connsiteX398" fmla="*/ 356425 w 666750"/>
                <a:gd name="connsiteY398" fmla="*/ 223266 h 352425"/>
                <a:gd name="connsiteX399" fmla="*/ 363379 w 666750"/>
                <a:gd name="connsiteY399" fmla="*/ 220885 h 352425"/>
                <a:gd name="connsiteX400" fmla="*/ 370999 w 666750"/>
                <a:gd name="connsiteY400" fmla="*/ 219265 h 352425"/>
                <a:gd name="connsiteX401" fmla="*/ 372142 w 666750"/>
                <a:gd name="connsiteY401" fmla="*/ 219075 h 352425"/>
                <a:gd name="connsiteX402" fmla="*/ 375380 w 666750"/>
                <a:gd name="connsiteY402" fmla="*/ 217361 h 352425"/>
                <a:gd name="connsiteX403" fmla="*/ 383381 w 666750"/>
                <a:gd name="connsiteY403" fmla="*/ 213265 h 352425"/>
                <a:gd name="connsiteX404" fmla="*/ 389382 w 666750"/>
                <a:gd name="connsiteY404" fmla="*/ 210122 h 352425"/>
                <a:gd name="connsiteX405" fmla="*/ 423863 w 666750"/>
                <a:gd name="connsiteY405" fmla="*/ 197548 h 352425"/>
                <a:gd name="connsiteX406" fmla="*/ 429292 w 666750"/>
                <a:gd name="connsiteY406" fmla="*/ 194119 h 352425"/>
                <a:gd name="connsiteX407" fmla="*/ 430530 w 666750"/>
                <a:gd name="connsiteY407" fmla="*/ 193643 h 352425"/>
                <a:gd name="connsiteX408" fmla="*/ 431482 w 666750"/>
                <a:gd name="connsiteY408" fmla="*/ 193643 h 352425"/>
                <a:gd name="connsiteX409" fmla="*/ 434721 w 666750"/>
                <a:gd name="connsiteY409" fmla="*/ 195548 h 352425"/>
                <a:gd name="connsiteX410" fmla="*/ 436055 w 666750"/>
                <a:gd name="connsiteY410" fmla="*/ 196215 h 352425"/>
                <a:gd name="connsiteX411" fmla="*/ 437674 w 666750"/>
                <a:gd name="connsiteY411" fmla="*/ 196691 h 352425"/>
                <a:gd name="connsiteX412" fmla="*/ 439483 w 666750"/>
                <a:gd name="connsiteY412" fmla="*/ 196977 h 352425"/>
                <a:gd name="connsiteX413" fmla="*/ 442531 w 666750"/>
                <a:gd name="connsiteY413" fmla="*/ 196977 h 352425"/>
                <a:gd name="connsiteX414" fmla="*/ 452247 w 666750"/>
                <a:gd name="connsiteY414" fmla="*/ 194977 h 352425"/>
                <a:gd name="connsiteX415" fmla="*/ 458057 w 666750"/>
                <a:gd name="connsiteY415" fmla="*/ 192881 h 352425"/>
                <a:gd name="connsiteX416" fmla="*/ 461010 w 666750"/>
                <a:gd name="connsiteY416" fmla="*/ 190976 h 352425"/>
                <a:gd name="connsiteX417" fmla="*/ 463296 w 666750"/>
                <a:gd name="connsiteY417" fmla="*/ 189166 h 352425"/>
                <a:gd name="connsiteX418" fmla="*/ 472916 w 666750"/>
                <a:gd name="connsiteY418" fmla="*/ 182975 h 352425"/>
                <a:gd name="connsiteX419" fmla="*/ 478060 w 666750"/>
                <a:gd name="connsiteY419" fmla="*/ 181356 h 352425"/>
                <a:gd name="connsiteX420" fmla="*/ 506635 w 666750"/>
                <a:gd name="connsiteY420" fmla="*/ 180975 h 352425"/>
                <a:gd name="connsiteX421" fmla="*/ 507682 w 666750"/>
                <a:gd name="connsiteY421" fmla="*/ 181547 h 352425"/>
                <a:gd name="connsiteX422" fmla="*/ 507587 w 666750"/>
                <a:gd name="connsiteY422" fmla="*/ 182499 h 352425"/>
                <a:gd name="connsiteX423" fmla="*/ 506825 w 666750"/>
                <a:gd name="connsiteY423" fmla="*/ 184023 h 352425"/>
                <a:gd name="connsiteX424" fmla="*/ 505111 w 666750"/>
                <a:gd name="connsiteY424" fmla="*/ 186881 h 352425"/>
                <a:gd name="connsiteX425" fmla="*/ 503587 w 666750"/>
                <a:gd name="connsiteY425" fmla="*/ 190595 h 352425"/>
                <a:gd name="connsiteX426" fmla="*/ 499300 w 666750"/>
                <a:gd name="connsiteY426" fmla="*/ 197644 h 352425"/>
                <a:gd name="connsiteX427" fmla="*/ 489204 w 666750"/>
                <a:gd name="connsiteY427" fmla="*/ 209550 h 352425"/>
                <a:gd name="connsiteX428" fmla="*/ 486251 w 666750"/>
                <a:gd name="connsiteY428" fmla="*/ 213741 h 352425"/>
                <a:gd name="connsiteX429" fmla="*/ 484918 w 666750"/>
                <a:gd name="connsiteY429" fmla="*/ 216980 h 352425"/>
                <a:gd name="connsiteX430" fmla="*/ 485585 w 666750"/>
                <a:gd name="connsiteY430" fmla="*/ 218599 h 352425"/>
                <a:gd name="connsiteX431" fmla="*/ 486251 w 666750"/>
                <a:gd name="connsiteY431" fmla="*/ 219742 h 352425"/>
                <a:gd name="connsiteX432" fmla="*/ 487108 w 666750"/>
                <a:gd name="connsiteY432" fmla="*/ 227457 h 352425"/>
                <a:gd name="connsiteX433" fmla="*/ 487489 w 666750"/>
                <a:gd name="connsiteY433" fmla="*/ 228600 h 352425"/>
                <a:gd name="connsiteX434" fmla="*/ 488156 w 666750"/>
                <a:gd name="connsiteY434" fmla="*/ 229743 h 352425"/>
                <a:gd name="connsiteX435" fmla="*/ 489013 w 666750"/>
                <a:gd name="connsiteY435" fmla="*/ 230505 h 352425"/>
                <a:gd name="connsiteX436" fmla="*/ 490442 w 666750"/>
                <a:gd name="connsiteY436" fmla="*/ 231267 h 352425"/>
                <a:gd name="connsiteX437" fmla="*/ 490919 w 666750"/>
                <a:gd name="connsiteY437" fmla="*/ 231553 h 352425"/>
                <a:gd name="connsiteX438" fmla="*/ 492062 w 666750"/>
                <a:gd name="connsiteY438" fmla="*/ 232981 h 352425"/>
                <a:gd name="connsiteX439" fmla="*/ 493109 w 666750"/>
                <a:gd name="connsiteY439" fmla="*/ 233934 h 352425"/>
                <a:gd name="connsiteX440" fmla="*/ 495967 w 666750"/>
                <a:gd name="connsiteY440" fmla="*/ 235363 h 352425"/>
                <a:gd name="connsiteX441" fmla="*/ 496919 w 666750"/>
                <a:gd name="connsiteY441" fmla="*/ 236220 h 352425"/>
                <a:gd name="connsiteX442" fmla="*/ 497681 w 666750"/>
                <a:gd name="connsiteY442" fmla="*/ 237839 h 352425"/>
                <a:gd name="connsiteX443" fmla="*/ 498253 w 666750"/>
                <a:gd name="connsiteY443" fmla="*/ 243364 h 352425"/>
                <a:gd name="connsiteX444" fmla="*/ 498729 w 666750"/>
                <a:gd name="connsiteY444" fmla="*/ 245555 h 352425"/>
                <a:gd name="connsiteX445" fmla="*/ 496824 w 666750"/>
                <a:gd name="connsiteY445" fmla="*/ 250127 h 352425"/>
                <a:gd name="connsiteX446" fmla="*/ 496824 w 666750"/>
                <a:gd name="connsiteY446" fmla="*/ 250698 h 352425"/>
                <a:gd name="connsiteX447" fmla="*/ 497014 w 666750"/>
                <a:gd name="connsiteY447" fmla="*/ 251555 h 352425"/>
                <a:gd name="connsiteX448" fmla="*/ 497681 w 666750"/>
                <a:gd name="connsiteY448" fmla="*/ 252031 h 352425"/>
                <a:gd name="connsiteX449" fmla="*/ 498062 w 666750"/>
                <a:gd name="connsiteY449" fmla="*/ 253270 h 352425"/>
                <a:gd name="connsiteX450" fmla="*/ 497967 w 666750"/>
                <a:gd name="connsiteY450" fmla="*/ 254603 h 352425"/>
                <a:gd name="connsiteX451" fmla="*/ 497491 w 666750"/>
                <a:gd name="connsiteY451" fmla="*/ 256985 h 352425"/>
                <a:gd name="connsiteX452" fmla="*/ 497777 w 666750"/>
                <a:gd name="connsiteY452" fmla="*/ 258032 h 352425"/>
                <a:gd name="connsiteX453" fmla="*/ 498443 w 666750"/>
                <a:gd name="connsiteY453" fmla="*/ 258318 h 352425"/>
                <a:gd name="connsiteX454" fmla="*/ 499300 w 666750"/>
                <a:gd name="connsiteY454" fmla="*/ 257556 h 352425"/>
                <a:gd name="connsiteX455" fmla="*/ 502920 w 666750"/>
                <a:gd name="connsiteY455" fmla="*/ 252889 h 352425"/>
                <a:gd name="connsiteX456" fmla="*/ 503301 w 666750"/>
                <a:gd name="connsiteY456" fmla="*/ 252508 h 352425"/>
                <a:gd name="connsiteX457" fmla="*/ 503872 w 666750"/>
                <a:gd name="connsiteY457" fmla="*/ 252127 h 352425"/>
                <a:gd name="connsiteX458" fmla="*/ 504539 w 666750"/>
                <a:gd name="connsiteY458" fmla="*/ 251936 h 352425"/>
                <a:gd name="connsiteX459" fmla="*/ 505301 w 666750"/>
                <a:gd name="connsiteY459" fmla="*/ 251746 h 352425"/>
                <a:gd name="connsiteX460" fmla="*/ 506254 w 666750"/>
                <a:gd name="connsiteY460" fmla="*/ 251651 h 352425"/>
                <a:gd name="connsiteX461" fmla="*/ 507111 w 666750"/>
                <a:gd name="connsiteY461" fmla="*/ 251651 h 352425"/>
                <a:gd name="connsiteX462" fmla="*/ 508254 w 666750"/>
                <a:gd name="connsiteY462" fmla="*/ 251841 h 352425"/>
                <a:gd name="connsiteX463" fmla="*/ 509016 w 666750"/>
                <a:gd name="connsiteY463" fmla="*/ 252412 h 352425"/>
                <a:gd name="connsiteX464" fmla="*/ 511207 w 666750"/>
                <a:gd name="connsiteY464" fmla="*/ 255270 h 352425"/>
                <a:gd name="connsiteX465" fmla="*/ 511778 w 666750"/>
                <a:gd name="connsiteY465" fmla="*/ 256508 h 352425"/>
                <a:gd name="connsiteX466" fmla="*/ 512064 w 666750"/>
                <a:gd name="connsiteY466" fmla="*/ 257651 h 352425"/>
                <a:gd name="connsiteX467" fmla="*/ 512064 w 666750"/>
                <a:gd name="connsiteY467" fmla="*/ 261366 h 352425"/>
                <a:gd name="connsiteX468" fmla="*/ 511873 w 666750"/>
                <a:gd name="connsiteY468" fmla="*/ 262223 h 352425"/>
                <a:gd name="connsiteX469" fmla="*/ 511588 w 666750"/>
                <a:gd name="connsiteY469" fmla="*/ 262795 h 352425"/>
                <a:gd name="connsiteX470" fmla="*/ 511207 w 666750"/>
                <a:gd name="connsiteY470" fmla="*/ 263271 h 352425"/>
                <a:gd name="connsiteX471" fmla="*/ 510730 w 666750"/>
                <a:gd name="connsiteY471" fmla="*/ 263557 h 352425"/>
                <a:gd name="connsiteX472" fmla="*/ 508635 w 666750"/>
                <a:gd name="connsiteY472" fmla="*/ 264700 h 352425"/>
                <a:gd name="connsiteX473" fmla="*/ 507968 w 666750"/>
                <a:gd name="connsiteY473" fmla="*/ 265176 h 352425"/>
                <a:gd name="connsiteX474" fmla="*/ 507492 w 666750"/>
                <a:gd name="connsiteY474" fmla="*/ 265652 h 352425"/>
                <a:gd name="connsiteX475" fmla="*/ 507111 w 666750"/>
                <a:gd name="connsiteY475" fmla="*/ 266414 h 352425"/>
                <a:gd name="connsiteX476" fmla="*/ 506635 w 666750"/>
                <a:gd name="connsiteY476" fmla="*/ 268033 h 352425"/>
                <a:gd name="connsiteX477" fmla="*/ 506349 w 666750"/>
                <a:gd name="connsiteY477" fmla="*/ 268700 h 352425"/>
                <a:gd name="connsiteX478" fmla="*/ 506063 w 666750"/>
                <a:gd name="connsiteY478" fmla="*/ 269177 h 352425"/>
                <a:gd name="connsiteX479" fmla="*/ 505492 w 666750"/>
                <a:gd name="connsiteY479" fmla="*/ 269462 h 352425"/>
                <a:gd name="connsiteX480" fmla="*/ 505015 w 666750"/>
                <a:gd name="connsiteY480" fmla="*/ 269653 h 352425"/>
                <a:gd name="connsiteX481" fmla="*/ 502825 w 666750"/>
                <a:gd name="connsiteY481" fmla="*/ 270224 h 352425"/>
                <a:gd name="connsiteX482" fmla="*/ 502348 w 666750"/>
                <a:gd name="connsiteY482" fmla="*/ 270701 h 352425"/>
                <a:gd name="connsiteX483" fmla="*/ 501682 w 666750"/>
                <a:gd name="connsiteY483" fmla="*/ 271367 h 352425"/>
                <a:gd name="connsiteX484" fmla="*/ 501205 w 666750"/>
                <a:gd name="connsiteY484" fmla="*/ 272796 h 352425"/>
                <a:gd name="connsiteX485" fmla="*/ 500824 w 666750"/>
                <a:gd name="connsiteY485" fmla="*/ 273558 h 352425"/>
                <a:gd name="connsiteX486" fmla="*/ 500253 w 666750"/>
                <a:gd name="connsiteY486" fmla="*/ 274225 h 352425"/>
                <a:gd name="connsiteX487" fmla="*/ 499681 w 666750"/>
                <a:gd name="connsiteY487" fmla="*/ 274320 h 352425"/>
                <a:gd name="connsiteX488" fmla="*/ 496729 w 666750"/>
                <a:gd name="connsiteY488" fmla="*/ 273082 h 352425"/>
                <a:gd name="connsiteX489" fmla="*/ 495776 w 666750"/>
                <a:gd name="connsiteY489" fmla="*/ 272891 h 352425"/>
                <a:gd name="connsiteX490" fmla="*/ 494729 w 666750"/>
                <a:gd name="connsiteY490" fmla="*/ 273082 h 352425"/>
                <a:gd name="connsiteX491" fmla="*/ 493681 w 666750"/>
                <a:gd name="connsiteY491" fmla="*/ 273368 h 352425"/>
                <a:gd name="connsiteX492" fmla="*/ 492919 w 666750"/>
                <a:gd name="connsiteY492" fmla="*/ 273463 h 352425"/>
                <a:gd name="connsiteX493" fmla="*/ 489013 w 666750"/>
                <a:gd name="connsiteY493" fmla="*/ 272986 h 352425"/>
                <a:gd name="connsiteX494" fmla="*/ 487585 w 666750"/>
                <a:gd name="connsiteY494" fmla="*/ 273082 h 352425"/>
                <a:gd name="connsiteX495" fmla="*/ 469678 w 666750"/>
                <a:gd name="connsiteY495" fmla="*/ 280321 h 352425"/>
                <a:gd name="connsiteX496" fmla="*/ 467201 w 666750"/>
                <a:gd name="connsiteY496" fmla="*/ 279940 h 352425"/>
                <a:gd name="connsiteX497" fmla="*/ 464344 w 666750"/>
                <a:gd name="connsiteY497" fmla="*/ 278035 h 352425"/>
                <a:gd name="connsiteX498" fmla="*/ 461772 w 666750"/>
                <a:gd name="connsiteY498" fmla="*/ 275844 h 352425"/>
                <a:gd name="connsiteX499" fmla="*/ 459962 w 666750"/>
                <a:gd name="connsiteY499" fmla="*/ 274987 h 352425"/>
                <a:gd name="connsiteX500" fmla="*/ 458343 w 666750"/>
                <a:gd name="connsiteY500" fmla="*/ 274606 h 352425"/>
                <a:gd name="connsiteX501" fmla="*/ 457010 w 666750"/>
                <a:gd name="connsiteY501" fmla="*/ 274891 h 352425"/>
                <a:gd name="connsiteX502" fmla="*/ 454342 w 666750"/>
                <a:gd name="connsiteY502" fmla="*/ 276225 h 352425"/>
                <a:gd name="connsiteX503" fmla="*/ 453199 w 666750"/>
                <a:gd name="connsiteY503" fmla="*/ 276987 h 352425"/>
                <a:gd name="connsiteX504" fmla="*/ 452342 w 666750"/>
                <a:gd name="connsiteY504" fmla="*/ 277749 h 352425"/>
                <a:gd name="connsiteX505" fmla="*/ 451675 w 666750"/>
                <a:gd name="connsiteY505" fmla="*/ 278797 h 352425"/>
                <a:gd name="connsiteX506" fmla="*/ 451104 w 666750"/>
                <a:gd name="connsiteY506" fmla="*/ 280226 h 352425"/>
                <a:gd name="connsiteX507" fmla="*/ 450628 w 666750"/>
                <a:gd name="connsiteY507" fmla="*/ 282893 h 352425"/>
                <a:gd name="connsiteX508" fmla="*/ 449961 w 666750"/>
                <a:gd name="connsiteY508" fmla="*/ 284893 h 352425"/>
                <a:gd name="connsiteX509" fmla="*/ 448818 w 666750"/>
                <a:gd name="connsiteY509" fmla="*/ 287179 h 352425"/>
                <a:gd name="connsiteX510" fmla="*/ 447104 w 666750"/>
                <a:gd name="connsiteY510" fmla="*/ 289560 h 352425"/>
                <a:gd name="connsiteX511" fmla="*/ 444246 w 666750"/>
                <a:gd name="connsiteY511" fmla="*/ 291846 h 352425"/>
                <a:gd name="connsiteX512" fmla="*/ 442150 w 666750"/>
                <a:gd name="connsiteY512" fmla="*/ 292798 h 352425"/>
                <a:gd name="connsiteX513" fmla="*/ 439864 w 666750"/>
                <a:gd name="connsiteY513" fmla="*/ 293465 h 352425"/>
                <a:gd name="connsiteX514" fmla="*/ 437960 w 666750"/>
                <a:gd name="connsiteY514" fmla="*/ 294323 h 352425"/>
                <a:gd name="connsiteX515" fmla="*/ 436531 w 666750"/>
                <a:gd name="connsiteY515" fmla="*/ 295275 h 352425"/>
                <a:gd name="connsiteX516" fmla="*/ 430530 w 666750"/>
                <a:gd name="connsiteY516" fmla="*/ 299847 h 352425"/>
                <a:gd name="connsiteX517" fmla="*/ 425482 w 666750"/>
                <a:gd name="connsiteY517" fmla="*/ 303848 h 352425"/>
                <a:gd name="connsiteX518" fmla="*/ 424339 w 666750"/>
                <a:gd name="connsiteY518" fmla="*/ 304228 h 352425"/>
                <a:gd name="connsiteX519" fmla="*/ 422910 w 666750"/>
                <a:gd name="connsiteY519" fmla="*/ 304610 h 352425"/>
                <a:gd name="connsiteX520" fmla="*/ 420243 w 666750"/>
                <a:gd name="connsiteY520" fmla="*/ 304133 h 352425"/>
                <a:gd name="connsiteX521" fmla="*/ 418433 w 666750"/>
                <a:gd name="connsiteY521" fmla="*/ 304038 h 352425"/>
                <a:gd name="connsiteX522" fmla="*/ 417386 w 666750"/>
                <a:gd name="connsiteY522" fmla="*/ 304324 h 352425"/>
                <a:gd name="connsiteX523" fmla="*/ 416719 w 666750"/>
                <a:gd name="connsiteY523" fmla="*/ 304705 h 352425"/>
                <a:gd name="connsiteX524" fmla="*/ 415766 w 666750"/>
                <a:gd name="connsiteY524" fmla="*/ 305848 h 352425"/>
                <a:gd name="connsiteX525" fmla="*/ 416147 w 666750"/>
                <a:gd name="connsiteY525" fmla="*/ 309658 h 352425"/>
                <a:gd name="connsiteX526" fmla="*/ 417290 w 666750"/>
                <a:gd name="connsiteY526" fmla="*/ 310610 h 352425"/>
                <a:gd name="connsiteX527" fmla="*/ 418338 w 666750"/>
                <a:gd name="connsiteY527" fmla="*/ 310991 h 352425"/>
                <a:gd name="connsiteX528" fmla="*/ 419481 w 666750"/>
                <a:gd name="connsiteY528" fmla="*/ 311658 h 352425"/>
                <a:gd name="connsiteX529" fmla="*/ 421386 w 666750"/>
                <a:gd name="connsiteY529" fmla="*/ 313468 h 352425"/>
                <a:gd name="connsiteX530" fmla="*/ 422053 w 666750"/>
                <a:gd name="connsiteY530" fmla="*/ 315278 h 352425"/>
                <a:gd name="connsiteX531" fmla="*/ 422434 w 666750"/>
                <a:gd name="connsiteY531" fmla="*/ 317182 h 352425"/>
                <a:gd name="connsiteX532" fmla="*/ 422053 w 666750"/>
                <a:gd name="connsiteY532" fmla="*/ 322040 h 352425"/>
                <a:gd name="connsiteX533" fmla="*/ 421767 w 666750"/>
                <a:gd name="connsiteY533" fmla="*/ 323278 h 352425"/>
                <a:gd name="connsiteX534" fmla="*/ 421386 w 666750"/>
                <a:gd name="connsiteY534" fmla="*/ 324422 h 352425"/>
                <a:gd name="connsiteX535" fmla="*/ 420814 w 666750"/>
                <a:gd name="connsiteY535" fmla="*/ 325374 h 352425"/>
                <a:gd name="connsiteX536" fmla="*/ 420148 w 666750"/>
                <a:gd name="connsiteY536" fmla="*/ 326136 h 352425"/>
                <a:gd name="connsiteX537" fmla="*/ 419386 w 666750"/>
                <a:gd name="connsiteY537" fmla="*/ 326612 h 352425"/>
                <a:gd name="connsiteX538" fmla="*/ 418719 w 666750"/>
                <a:gd name="connsiteY538" fmla="*/ 327374 h 352425"/>
                <a:gd name="connsiteX539" fmla="*/ 418338 w 666750"/>
                <a:gd name="connsiteY539" fmla="*/ 328327 h 352425"/>
                <a:gd name="connsiteX540" fmla="*/ 418147 w 666750"/>
                <a:gd name="connsiteY540" fmla="*/ 330613 h 352425"/>
                <a:gd name="connsiteX541" fmla="*/ 418433 w 666750"/>
                <a:gd name="connsiteY541" fmla="*/ 332137 h 352425"/>
                <a:gd name="connsiteX542" fmla="*/ 419195 w 666750"/>
                <a:gd name="connsiteY542" fmla="*/ 333375 h 352425"/>
                <a:gd name="connsiteX543" fmla="*/ 421386 w 666750"/>
                <a:gd name="connsiteY543" fmla="*/ 335185 h 352425"/>
                <a:gd name="connsiteX544" fmla="*/ 422243 w 666750"/>
                <a:gd name="connsiteY544" fmla="*/ 336232 h 352425"/>
                <a:gd name="connsiteX545" fmla="*/ 422529 w 666750"/>
                <a:gd name="connsiteY545" fmla="*/ 337185 h 352425"/>
                <a:gd name="connsiteX546" fmla="*/ 421577 w 666750"/>
                <a:gd name="connsiteY546" fmla="*/ 341186 h 352425"/>
                <a:gd name="connsiteX547" fmla="*/ 421291 w 666750"/>
                <a:gd name="connsiteY547" fmla="*/ 343472 h 352425"/>
                <a:gd name="connsiteX548" fmla="*/ 421386 w 666750"/>
                <a:gd name="connsiteY548" fmla="*/ 344900 h 352425"/>
                <a:gd name="connsiteX549" fmla="*/ 421577 w 666750"/>
                <a:gd name="connsiteY549" fmla="*/ 345853 h 352425"/>
                <a:gd name="connsiteX550" fmla="*/ 423767 w 666750"/>
                <a:gd name="connsiteY550" fmla="*/ 351568 h 352425"/>
                <a:gd name="connsiteX551" fmla="*/ 423863 w 666750"/>
                <a:gd name="connsiteY551" fmla="*/ 355473 h 352425"/>
                <a:gd name="connsiteX552" fmla="*/ 423863 w 666750"/>
                <a:gd name="connsiteY552" fmla="*/ 355568 h 352425"/>
                <a:gd name="connsiteX553" fmla="*/ 425482 w 666750"/>
                <a:gd name="connsiteY553" fmla="*/ 355664 h 352425"/>
                <a:gd name="connsiteX554" fmla="*/ 427577 w 666750"/>
                <a:gd name="connsiteY554" fmla="*/ 354997 h 352425"/>
                <a:gd name="connsiteX555" fmla="*/ 431863 w 666750"/>
                <a:gd name="connsiteY555" fmla="*/ 352901 h 352425"/>
                <a:gd name="connsiteX556" fmla="*/ 440627 w 666750"/>
                <a:gd name="connsiteY556" fmla="*/ 350044 h 352425"/>
                <a:gd name="connsiteX557" fmla="*/ 442722 w 666750"/>
                <a:gd name="connsiteY557" fmla="*/ 348710 h 352425"/>
                <a:gd name="connsiteX558" fmla="*/ 446151 w 666750"/>
                <a:gd name="connsiteY558" fmla="*/ 344329 h 352425"/>
                <a:gd name="connsiteX559" fmla="*/ 448723 w 666750"/>
                <a:gd name="connsiteY559" fmla="*/ 338995 h 352425"/>
                <a:gd name="connsiteX560" fmla="*/ 451866 w 666750"/>
                <a:gd name="connsiteY560" fmla="*/ 334613 h 352425"/>
                <a:gd name="connsiteX561" fmla="*/ 456629 w 666750"/>
                <a:gd name="connsiteY561" fmla="*/ 333375 h 352425"/>
                <a:gd name="connsiteX562" fmla="*/ 459296 w 666750"/>
                <a:gd name="connsiteY562" fmla="*/ 333851 h 352425"/>
                <a:gd name="connsiteX563" fmla="*/ 461677 w 666750"/>
                <a:gd name="connsiteY563" fmla="*/ 333947 h 352425"/>
                <a:gd name="connsiteX564" fmla="*/ 463582 w 666750"/>
                <a:gd name="connsiteY564" fmla="*/ 332994 h 352425"/>
                <a:gd name="connsiteX565" fmla="*/ 465011 w 666750"/>
                <a:gd name="connsiteY565" fmla="*/ 330327 h 352425"/>
                <a:gd name="connsiteX566" fmla="*/ 466154 w 666750"/>
                <a:gd name="connsiteY566" fmla="*/ 327279 h 352425"/>
                <a:gd name="connsiteX567" fmla="*/ 467392 w 666750"/>
                <a:gd name="connsiteY567" fmla="*/ 325565 h 352425"/>
                <a:gd name="connsiteX568" fmla="*/ 469202 w 666750"/>
                <a:gd name="connsiteY568" fmla="*/ 324803 h 352425"/>
                <a:gd name="connsiteX569" fmla="*/ 474536 w 666750"/>
                <a:gd name="connsiteY569" fmla="*/ 324231 h 352425"/>
                <a:gd name="connsiteX570" fmla="*/ 476060 w 666750"/>
                <a:gd name="connsiteY570" fmla="*/ 323564 h 352425"/>
                <a:gd name="connsiteX571" fmla="*/ 477203 w 666750"/>
                <a:gd name="connsiteY571" fmla="*/ 322136 h 352425"/>
                <a:gd name="connsiteX572" fmla="*/ 480155 w 666750"/>
                <a:gd name="connsiteY572" fmla="*/ 316992 h 352425"/>
                <a:gd name="connsiteX573" fmla="*/ 485108 w 666750"/>
                <a:gd name="connsiteY573" fmla="*/ 310801 h 352425"/>
                <a:gd name="connsiteX574" fmla="*/ 488252 w 666750"/>
                <a:gd name="connsiteY574" fmla="*/ 309562 h 352425"/>
                <a:gd name="connsiteX575" fmla="*/ 494729 w 666750"/>
                <a:gd name="connsiteY575" fmla="*/ 308324 h 352425"/>
                <a:gd name="connsiteX576" fmla="*/ 497967 w 666750"/>
                <a:gd name="connsiteY576" fmla="*/ 306610 h 352425"/>
                <a:gd name="connsiteX577" fmla="*/ 501110 w 666750"/>
                <a:gd name="connsiteY577" fmla="*/ 303466 h 352425"/>
                <a:gd name="connsiteX578" fmla="*/ 503587 w 666750"/>
                <a:gd name="connsiteY578" fmla="*/ 299752 h 352425"/>
                <a:gd name="connsiteX579" fmla="*/ 507873 w 666750"/>
                <a:gd name="connsiteY579" fmla="*/ 291656 h 352425"/>
                <a:gd name="connsiteX580" fmla="*/ 512255 w 666750"/>
                <a:gd name="connsiteY580" fmla="*/ 285464 h 352425"/>
                <a:gd name="connsiteX581" fmla="*/ 519303 w 666750"/>
                <a:gd name="connsiteY581" fmla="*/ 280321 h 352425"/>
                <a:gd name="connsiteX582" fmla="*/ 527209 w 666750"/>
                <a:gd name="connsiteY582" fmla="*/ 276797 h 352425"/>
                <a:gd name="connsiteX583" fmla="*/ 557784 w 666750"/>
                <a:gd name="connsiteY583" fmla="*/ 271462 h 352425"/>
                <a:gd name="connsiteX584" fmla="*/ 565499 w 666750"/>
                <a:gd name="connsiteY584" fmla="*/ 271844 h 352425"/>
                <a:gd name="connsiteX585" fmla="*/ 567309 w 666750"/>
                <a:gd name="connsiteY585" fmla="*/ 272415 h 352425"/>
                <a:gd name="connsiteX586" fmla="*/ 569690 w 666750"/>
                <a:gd name="connsiteY586" fmla="*/ 272224 h 352425"/>
                <a:gd name="connsiteX587" fmla="*/ 572072 w 666750"/>
                <a:gd name="connsiteY587" fmla="*/ 271462 h 352425"/>
                <a:gd name="connsiteX588" fmla="*/ 573881 w 666750"/>
                <a:gd name="connsiteY588" fmla="*/ 270415 h 352425"/>
                <a:gd name="connsiteX589" fmla="*/ 576167 w 666750"/>
                <a:gd name="connsiteY589" fmla="*/ 267557 h 352425"/>
                <a:gd name="connsiteX590" fmla="*/ 577215 w 666750"/>
                <a:gd name="connsiteY590" fmla="*/ 265366 h 352425"/>
                <a:gd name="connsiteX591" fmla="*/ 578453 w 666750"/>
                <a:gd name="connsiteY591" fmla="*/ 264319 h 352425"/>
                <a:gd name="connsiteX592" fmla="*/ 581597 w 666750"/>
                <a:gd name="connsiteY592" fmla="*/ 264986 h 352425"/>
                <a:gd name="connsiteX593" fmla="*/ 582644 w 666750"/>
                <a:gd name="connsiteY593" fmla="*/ 265557 h 352425"/>
                <a:gd name="connsiteX594" fmla="*/ 583311 w 666750"/>
                <a:gd name="connsiteY594" fmla="*/ 266224 h 352425"/>
                <a:gd name="connsiteX595" fmla="*/ 584168 w 666750"/>
                <a:gd name="connsiteY595" fmla="*/ 266605 h 352425"/>
                <a:gd name="connsiteX596" fmla="*/ 585597 w 666750"/>
                <a:gd name="connsiteY596" fmla="*/ 266510 h 352425"/>
                <a:gd name="connsiteX597" fmla="*/ 586835 w 666750"/>
                <a:gd name="connsiteY597" fmla="*/ 265843 h 352425"/>
                <a:gd name="connsiteX598" fmla="*/ 588740 w 666750"/>
                <a:gd name="connsiteY598" fmla="*/ 263747 h 352425"/>
                <a:gd name="connsiteX599" fmla="*/ 590074 w 666750"/>
                <a:gd name="connsiteY599" fmla="*/ 263271 h 352425"/>
                <a:gd name="connsiteX600" fmla="*/ 592074 w 666750"/>
                <a:gd name="connsiteY600" fmla="*/ 263366 h 352425"/>
                <a:gd name="connsiteX601" fmla="*/ 594265 w 666750"/>
                <a:gd name="connsiteY601" fmla="*/ 263938 h 352425"/>
                <a:gd name="connsiteX602" fmla="*/ 598265 w 666750"/>
                <a:gd name="connsiteY602" fmla="*/ 265843 h 352425"/>
                <a:gd name="connsiteX603" fmla="*/ 600265 w 666750"/>
                <a:gd name="connsiteY603" fmla="*/ 267272 h 352425"/>
                <a:gd name="connsiteX604" fmla="*/ 601789 w 666750"/>
                <a:gd name="connsiteY604" fmla="*/ 268891 h 352425"/>
                <a:gd name="connsiteX605" fmla="*/ 604171 w 666750"/>
                <a:gd name="connsiteY605" fmla="*/ 273082 h 352425"/>
                <a:gd name="connsiteX606" fmla="*/ 605504 w 666750"/>
                <a:gd name="connsiteY606" fmla="*/ 274701 h 352425"/>
                <a:gd name="connsiteX607" fmla="*/ 609219 w 666750"/>
                <a:gd name="connsiteY607" fmla="*/ 277940 h 352425"/>
                <a:gd name="connsiteX608" fmla="*/ 609886 w 666750"/>
                <a:gd name="connsiteY608" fmla="*/ 278987 h 352425"/>
                <a:gd name="connsiteX609" fmla="*/ 608933 w 666750"/>
                <a:gd name="connsiteY609" fmla="*/ 281464 h 352425"/>
                <a:gd name="connsiteX610" fmla="*/ 607886 w 666750"/>
                <a:gd name="connsiteY610" fmla="*/ 283655 h 352425"/>
                <a:gd name="connsiteX611" fmla="*/ 607981 w 666750"/>
                <a:gd name="connsiteY611" fmla="*/ 285750 h 352425"/>
                <a:gd name="connsiteX612" fmla="*/ 610553 w 666750"/>
                <a:gd name="connsiteY612" fmla="*/ 287941 h 352425"/>
                <a:gd name="connsiteX613" fmla="*/ 626459 w 666750"/>
                <a:gd name="connsiteY613" fmla="*/ 295275 h 352425"/>
                <a:gd name="connsiteX614" fmla="*/ 627507 w 666750"/>
                <a:gd name="connsiteY614" fmla="*/ 296323 h 352425"/>
                <a:gd name="connsiteX615" fmla="*/ 628269 w 666750"/>
                <a:gd name="connsiteY615" fmla="*/ 297370 h 352425"/>
                <a:gd name="connsiteX616" fmla="*/ 629222 w 666750"/>
                <a:gd name="connsiteY616" fmla="*/ 298323 h 352425"/>
                <a:gd name="connsiteX617" fmla="*/ 630460 w 666750"/>
                <a:gd name="connsiteY617" fmla="*/ 298894 h 352425"/>
                <a:gd name="connsiteX618" fmla="*/ 631603 w 666750"/>
                <a:gd name="connsiteY618" fmla="*/ 298799 h 352425"/>
                <a:gd name="connsiteX619" fmla="*/ 632936 w 666750"/>
                <a:gd name="connsiteY619" fmla="*/ 298228 h 352425"/>
                <a:gd name="connsiteX620" fmla="*/ 633794 w 666750"/>
                <a:gd name="connsiteY620" fmla="*/ 297847 h 352425"/>
                <a:gd name="connsiteX621" fmla="*/ 635032 w 666750"/>
                <a:gd name="connsiteY621" fmla="*/ 297656 h 352425"/>
                <a:gd name="connsiteX622" fmla="*/ 636461 w 666750"/>
                <a:gd name="connsiteY622" fmla="*/ 298228 h 352425"/>
                <a:gd name="connsiteX623" fmla="*/ 637413 w 666750"/>
                <a:gd name="connsiteY623" fmla="*/ 298990 h 352425"/>
                <a:gd name="connsiteX624" fmla="*/ 638365 w 666750"/>
                <a:gd name="connsiteY624" fmla="*/ 299466 h 352425"/>
                <a:gd name="connsiteX625" fmla="*/ 639889 w 666750"/>
                <a:gd name="connsiteY625" fmla="*/ 298799 h 352425"/>
                <a:gd name="connsiteX626" fmla="*/ 640271 w 666750"/>
                <a:gd name="connsiteY626" fmla="*/ 298037 h 352425"/>
                <a:gd name="connsiteX627" fmla="*/ 641413 w 666750"/>
                <a:gd name="connsiteY627" fmla="*/ 294608 h 352425"/>
                <a:gd name="connsiteX628" fmla="*/ 641699 w 666750"/>
                <a:gd name="connsiteY628" fmla="*/ 293656 h 352425"/>
                <a:gd name="connsiteX629" fmla="*/ 641032 w 666750"/>
                <a:gd name="connsiteY629" fmla="*/ 292322 h 352425"/>
                <a:gd name="connsiteX630" fmla="*/ 640080 w 666750"/>
                <a:gd name="connsiteY630" fmla="*/ 291465 h 352425"/>
                <a:gd name="connsiteX631" fmla="*/ 639032 w 666750"/>
                <a:gd name="connsiteY631" fmla="*/ 290894 h 352425"/>
                <a:gd name="connsiteX632" fmla="*/ 638175 w 666750"/>
                <a:gd name="connsiteY632" fmla="*/ 289941 h 352425"/>
                <a:gd name="connsiteX633" fmla="*/ 637889 w 666750"/>
                <a:gd name="connsiteY633" fmla="*/ 288703 h 352425"/>
                <a:gd name="connsiteX634" fmla="*/ 637794 w 666750"/>
                <a:gd name="connsiteY634" fmla="*/ 286417 h 352425"/>
                <a:gd name="connsiteX635" fmla="*/ 637127 w 666750"/>
                <a:gd name="connsiteY635" fmla="*/ 285369 h 352425"/>
                <a:gd name="connsiteX636" fmla="*/ 633984 w 666750"/>
                <a:gd name="connsiteY636" fmla="*/ 282035 h 352425"/>
                <a:gd name="connsiteX637" fmla="*/ 615124 w 666750"/>
                <a:gd name="connsiteY637" fmla="*/ 257175 h 352425"/>
                <a:gd name="connsiteX638" fmla="*/ 612457 w 666750"/>
                <a:gd name="connsiteY638" fmla="*/ 252508 h 352425"/>
                <a:gd name="connsiteX639" fmla="*/ 611886 w 666750"/>
                <a:gd name="connsiteY639" fmla="*/ 250031 h 352425"/>
                <a:gd name="connsiteX640" fmla="*/ 613410 w 666750"/>
                <a:gd name="connsiteY640" fmla="*/ 246221 h 352425"/>
                <a:gd name="connsiteX641" fmla="*/ 613220 w 666750"/>
                <a:gd name="connsiteY641" fmla="*/ 244316 h 352425"/>
                <a:gd name="connsiteX642" fmla="*/ 612838 w 666750"/>
                <a:gd name="connsiteY642" fmla="*/ 243173 h 352425"/>
                <a:gd name="connsiteX643" fmla="*/ 612362 w 666750"/>
                <a:gd name="connsiteY643" fmla="*/ 240792 h 352425"/>
                <a:gd name="connsiteX644" fmla="*/ 612267 w 666750"/>
                <a:gd name="connsiteY644" fmla="*/ 239554 h 352425"/>
                <a:gd name="connsiteX645" fmla="*/ 611981 w 666750"/>
                <a:gd name="connsiteY645" fmla="*/ 238315 h 352425"/>
                <a:gd name="connsiteX646" fmla="*/ 610648 w 666750"/>
                <a:gd name="connsiteY646" fmla="*/ 236315 h 352425"/>
                <a:gd name="connsiteX647" fmla="*/ 610172 w 666750"/>
                <a:gd name="connsiteY647" fmla="*/ 235077 h 352425"/>
                <a:gd name="connsiteX648" fmla="*/ 610172 w 666750"/>
                <a:gd name="connsiteY648" fmla="*/ 232315 h 352425"/>
                <a:gd name="connsiteX649" fmla="*/ 611124 w 666750"/>
                <a:gd name="connsiteY649" fmla="*/ 229743 h 352425"/>
                <a:gd name="connsiteX650" fmla="*/ 612648 w 666750"/>
                <a:gd name="connsiteY650" fmla="*/ 227552 h 352425"/>
                <a:gd name="connsiteX651" fmla="*/ 614553 w 666750"/>
                <a:gd name="connsiteY651" fmla="*/ 225838 h 352425"/>
                <a:gd name="connsiteX652" fmla="*/ 619125 w 666750"/>
                <a:gd name="connsiteY652" fmla="*/ 222599 h 352425"/>
                <a:gd name="connsiteX653" fmla="*/ 621125 w 666750"/>
                <a:gd name="connsiteY653" fmla="*/ 220790 h 352425"/>
                <a:gd name="connsiteX654" fmla="*/ 625030 w 666750"/>
                <a:gd name="connsiteY654" fmla="*/ 215741 h 352425"/>
                <a:gd name="connsiteX655" fmla="*/ 626555 w 666750"/>
                <a:gd name="connsiteY655" fmla="*/ 214789 h 352425"/>
                <a:gd name="connsiteX656" fmla="*/ 630269 w 666750"/>
                <a:gd name="connsiteY656" fmla="*/ 213646 h 352425"/>
                <a:gd name="connsiteX657" fmla="*/ 631984 w 666750"/>
                <a:gd name="connsiteY657" fmla="*/ 213169 h 352425"/>
                <a:gd name="connsiteX658" fmla="*/ 632650 w 666750"/>
                <a:gd name="connsiteY658" fmla="*/ 213169 h 352425"/>
                <a:gd name="connsiteX659" fmla="*/ 633031 w 666750"/>
                <a:gd name="connsiteY659" fmla="*/ 212598 h 352425"/>
                <a:gd name="connsiteX660" fmla="*/ 633222 w 666750"/>
                <a:gd name="connsiteY660" fmla="*/ 210979 h 352425"/>
                <a:gd name="connsiteX661" fmla="*/ 633603 w 666750"/>
                <a:gd name="connsiteY661" fmla="*/ 209550 h 352425"/>
                <a:gd name="connsiteX662" fmla="*/ 634460 w 666750"/>
                <a:gd name="connsiteY662" fmla="*/ 208883 h 352425"/>
                <a:gd name="connsiteX663" fmla="*/ 636746 w 666750"/>
                <a:gd name="connsiteY663" fmla="*/ 208121 h 352425"/>
                <a:gd name="connsiteX664" fmla="*/ 637413 w 666750"/>
                <a:gd name="connsiteY664" fmla="*/ 207359 h 352425"/>
                <a:gd name="connsiteX665" fmla="*/ 638365 w 666750"/>
                <a:gd name="connsiteY665" fmla="*/ 205454 h 352425"/>
                <a:gd name="connsiteX666" fmla="*/ 639128 w 666750"/>
                <a:gd name="connsiteY666" fmla="*/ 204978 h 352425"/>
                <a:gd name="connsiteX667" fmla="*/ 640366 w 666750"/>
                <a:gd name="connsiteY667" fmla="*/ 204597 h 352425"/>
                <a:gd name="connsiteX668" fmla="*/ 641318 w 666750"/>
                <a:gd name="connsiteY668" fmla="*/ 204026 h 352425"/>
                <a:gd name="connsiteX669" fmla="*/ 647129 w 666750"/>
                <a:gd name="connsiteY669" fmla="*/ 198691 h 352425"/>
                <a:gd name="connsiteX670" fmla="*/ 648938 w 666750"/>
                <a:gd name="connsiteY670" fmla="*/ 196596 h 352425"/>
                <a:gd name="connsiteX671" fmla="*/ 650462 w 666750"/>
                <a:gd name="connsiteY671" fmla="*/ 194501 h 352425"/>
                <a:gd name="connsiteX672" fmla="*/ 651796 w 666750"/>
                <a:gd name="connsiteY672" fmla="*/ 193167 h 352425"/>
                <a:gd name="connsiteX673" fmla="*/ 653987 w 666750"/>
                <a:gd name="connsiteY673" fmla="*/ 192119 h 352425"/>
                <a:gd name="connsiteX674" fmla="*/ 656177 w 666750"/>
                <a:gd name="connsiteY674" fmla="*/ 191548 h 352425"/>
                <a:gd name="connsiteX675" fmla="*/ 657987 w 666750"/>
                <a:gd name="connsiteY675" fmla="*/ 191833 h 352425"/>
                <a:gd name="connsiteX676" fmla="*/ 659321 w 666750"/>
                <a:gd name="connsiteY676" fmla="*/ 193453 h 352425"/>
                <a:gd name="connsiteX677" fmla="*/ 659416 w 666750"/>
                <a:gd name="connsiteY677" fmla="*/ 195167 h 352425"/>
                <a:gd name="connsiteX678" fmla="*/ 659892 w 666750"/>
                <a:gd name="connsiteY678" fmla="*/ 196024 h 352425"/>
                <a:gd name="connsiteX679" fmla="*/ 662464 w 666750"/>
                <a:gd name="connsiteY679" fmla="*/ 195167 h 352425"/>
                <a:gd name="connsiteX680" fmla="*/ 664559 w 666750"/>
                <a:gd name="connsiteY680" fmla="*/ 193929 h 352425"/>
                <a:gd name="connsiteX681" fmla="*/ 665131 w 666750"/>
                <a:gd name="connsiteY681" fmla="*/ 192977 h 352425"/>
                <a:gd name="connsiteX682" fmla="*/ 664940 w 666750"/>
                <a:gd name="connsiteY682" fmla="*/ 191452 h 352425"/>
                <a:gd name="connsiteX683" fmla="*/ 664845 w 666750"/>
                <a:gd name="connsiteY683" fmla="*/ 188500 h 352425"/>
                <a:gd name="connsiteX684" fmla="*/ 665321 w 666750"/>
                <a:gd name="connsiteY684" fmla="*/ 186404 h 352425"/>
                <a:gd name="connsiteX685" fmla="*/ 667226 w 666750"/>
                <a:gd name="connsiteY685" fmla="*/ 182594 h 352425"/>
                <a:gd name="connsiteX686" fmla="*/ 667893 w 666750"/>
                <a:gd name="connsiteY686" fmla="*/ 180785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</a:cxnLst>
              <a:rect l="l" t="t" r="r" b="b"/>
              <a:pathLst>
                <a:path w="666750" h="352425">
                  <a:moveTo>
                    <a:pt x="667036" y="177070"/>
                  </a:moveTo>
                  <a:lnTo>
                    <a:pt x="661511" y="170974"/>
                  </a:lnTo>
                  <a:lnTo>
                    <a:pt x="659892" y="167640"/>
                  </a:lnTo>
                  <a:lnTo>
                    <a:pt x="660559" y="163163"/>
                  </a:lnTo>
                  <a:lnTo>
                    <a:pt x="663988" y="155257"/>
                  </a:lnTo>
                  <a:lnTo>
                    <a:pt x="663416" y="151638"/>
                  </a:lnTo>
                  <a:lnTo>
                    <a:pt x="659035" y="149257"/>
                  </a:lnTo>
                  <a:lnTo>
                    <a:pt x="652653" y="144113"/>
                  </a:lnTo>
                  <a:lnTo>
                    <a:pt x="651605" y="142970"/>
                  </a:lnTo>
                  <a:lnTo>
                    <a:pt x="650367" y="139732"/>
                  </a:lnTo>
                  <a:lnTo>
                    <a:pt x="649510" y="139351"/>
                  </a:lnTo>
                  <a:lnTo>
                    <a:pt x="648367" y="139351"/>
                  </a:lnTo>
                  <a:lnTo>
                    <a:pt x="647224" y="138875"/>
                  </a:lnTo>
                  <a:lnTo>
                    <a:pt x="639413" y="132112"/>
                  </a:lnTo>
                  <a:lnTo>
                    <a:pt x="635127" y="130969"/>
                  </a:lnTo>
                  <a:lnTo>
                    <a:pt x="629888" y="133350"/>
                  </a:lnTo>
                  <a:lnTo>
                    <a:pt x="625792" y="135922"/>
                  </a:lnTo>
                  <a:lnTo>
                    <a:pt x="622173" y="136874"/>
                  </a:lnTo>
                  <a:lnTo>
                    <a:pt x="618458" y="136017"/>
                  </a:lnTo>
                  <a:lnTo>
                    <a:pt x="614363" y="133636"/>
                  </a:lnTo>
                  <a:lnTo>
                    <a:pt x="612838" y="124015"/>
                  </a:lnTo>
                  <a:lnTo>
                    <a:pt x="607600" y="117443"/>
                  </a:lnTo>
                  <a:lnTo>
                    <a:pt x="599504" y="112109"/>
                  </a:lnTo>
                  <a:lnTo>
                    <a:pt x="591312" y="102870"/>
                  </a:lnTo>
                  <a:lnTo>
                    <a:pt x="581501" y="100203"/>
                  </a:lnTo>
                  <a:lnTo>
                    <a:pt x="575120" y="103537"/>
                  </a:lnTo>
                  <a:lnTo>
                    <a:pt x="571595" y="110204"/>
                  </a:lnTo>
                  <a:lnTo>
                    <a:pt x="570452" y="116110"/>
                  </a:lnTo>
                  <a:lnTo>
                    <a:pt x="569881" y="123920"/>
                  </a:lnTo>
                  <a:lnTo>
                    <a:pt x="567880" y="124873"/>
                  </a:lnTo>
                  <a:lnTo>
                    <a:pt x="564071" y="116110"/>
                  </a:lnTo>
                  <a:lnTo>
                    <a:pt x="559975" y="112109"/>
                  </a:lnTo>
                  <a:lnTo>
                    <a:pt x="564642" y="106204"/>
                  </a:lnTo>
                  <a:lnTo>
                    <a:pt x="560927" y="100013"/>
                  </a:lnTo>
                  <a:lnTo>
                    <a:pt x="568738" y="95631"/>
                  </a:lnTo>
                  <a:lnTo>
                    <a:pt x="579691" y="86963"/>
                  </a:lnTo>
                  <a:lnTo>
                    <a:pt x="579120" y="80677"/>
                  </a:lnTo>
                  <a:lnTo>
                    <a:pt x="577310" y="74009"/>
                  </a:lnTo>
                  <a:lnTo>
                    <a:pt x="571214" y="66675"/>
                  </a:lnTo>
                  <a:lnTo>
                    <a:pt x="569690" y="63913"/>
                  </a:lnTo>
                  <a:lnTo>
                    <a:pt x="568452" y="58102"/>
                  </a:lnTo>
                  <a:lnTo>
                    <a:pt x="567499" y="55626"/>
                  </a:lnTo>
                  <a:lnTo>
                    <a:pt x="565499" y="53816"/>
                  </a:lnTo>
                  <a:lnTo>
                    <a:pt x="563785" y="53626"/>
                  </a:lnTo>
                  <a:lnTo>
                    <a:pt x="562928" y="52673"/>
                  </a:lnTo>
                  <a:lnTo>
                    <a:pt x="562832" y="51244"/>
                  </a:lnTo>
                  <a:lnTo>
                    <a:pt x="563499" y="49530"/>
                  </a:lnTo>
                  <a:lnTo>
                    <a:pt x="553022" y="44006"/>
                  </a:lnTo>
                  <a:lnTo>
                    <a:pt x="551307" y="35909"/>
                  </a:lnTo>
                  <a:lnTo>
                    <a:pt x="543115" y="38576"/>
                  </a:lnTo>
                  <a:lnTo>
                    <a:pt x="533305" y="45244"/>
                  </a:lnTo>
                  <a:lnTo>
                    <a:pt x="530923" y="34385"/>
                  </a:lnTo>
                  <a:lnTo>
                    <a:pt x="531876" y="32480"/>
                  </a:lnTo>
                  <a:lnTo>
                    <a:pt x="533114" y="30766"/>
                  </a:lnTo>
                  <a:lnTo>
                    <a:pt x="535019" y="29527"/>
                  </a:lnTo>
                  <a:lnTo>
                    <a:pt x="547211" y="26098"/>
                  </a:lnTo>
                  <a:lnTo>
                    <a:pt x="548545" y="24956"/>
                  </a:lnTo>
                  <a:lnTo>
                    <a:pt x="550259" y="20955"/>
                  </a:lnTo>
                  <a:lnTo>
                    <a:pt x="553022" y="16573"/>
                  </a:lnTo>
                  <a:lnTo>
                    <a:pt x="553022" y="14859"/>
                  </a:lnTo>
                  <a:lnTo>
                    <a:pt x="551116" y="12573"/>
                  </a:lnTo>
                  <a:lnTo>
                    <a:pt x="549592" y="11811"/>
                  </a:lnTo>
                  <a:lnTo>
                    <a:pt x="548069" y="12478"/>
                  </a:lnTo>
                  <a:lnTo>
                    <a:pt x="545782" y="14288"/>
                  </a:lnTo>
                  <a:lnTo>
                    <a:pt x="541687" y="16859"/>
                  </a:lnTo>
                  <a:lnTo>
                    <a:pt x="537877" y="16954"/>
                  </a:lnTo>
                  <a:lnTo>
                    <a:pt x="534448" y="14859"/>
                  </a:lnTo>
                  <a:lnTo>
                    <a:pt x="531114" y="10954"/>
                  </a:lnTo>
                  <a:lnTo>
                    <a:pt x="529876" y="8763"/>
                  </a:lnTo>
                  <a:lnTo>
                    <a:pt x="528161" y="2000"/>
                  </a:lnTo>
                  <a:lnTo>
                    <a:pt x="527113" y="95"/>
                  </a:lnTo>
                  <a:lnTo>
                    <a:pt x="519303" y="0"/>
                  </a:lnTo>
                  <a:lnTo>
                    <a:pt x="512350" y="667"/>
                  </a:lnTo>
                  <a:lnTo>
                    <a:pt x="505396" y="1333"/>
                  </a:lnTo>
                  <a:lnTo>
                    <a:pt x="494919" y="6001"/>
                  </a:lnTo>
                  <a:lnTo>
                    <a:pt x="487204" y="2191"/>
                  </a:lnTo>
                  <a:lnTo>
                    <a:pt x="484918" y="3143"/>
                  </a:lnTo>
                  <a:lnTo>
                    <a:pt x="481298" y="3810"/>
                  </a:lnTo>
                  <a:lnTo>
                    <a:pt x="481584" y="12668"/>
                  </a:lnTo>
                  <a:lnTo>
                    <a:pt x="478155" y="20002"/>
                  </a:lnTo>
                  <a:lnTo>
                    <a:pt x="469963" y="18669"/>
                  </a:lnTo>
                  <a:lnTo>
                    <a:pt x="463677" y="15811"/>
                  </a:lnTo>
                  <a:lnTo>
                    <a:pt x="462439" y="16097"/>
                  </a:lnTo>
                  <a:lnTo>
                    <a:pt x="461486" y="16097"/>
                  </a:lnTo>
                  <a:lnTo>
                    <a:pt x="460534" y="16383"/>
                  </a:lnTo>
                  <a:lnTo>
                    <a:pt x="459296" y="17240"/>
                  </a:lnTo>
                  <a:lnTo>
                    <a:pt x="458914" y="18383"/>
                  </a:lnTo>
                  <a:lnTo>
                    <a:pt x="459105" y="19717"/>
                  </a:lnTo>
                  <a:lnTo>
                    <a:pt x="458819" y="20765"/>
                  </a:lnTo>
                  <a:lnTo>
                    <a:pt x="454819" y="21146"/>
                  </a:lnTo>
                  <a:lnTo>
                    <a:pt x="454438" y="22669"/>
                  </a:lnTo>
                  <a:lnTo>
                    <a:pt x="455676" y="27527"/>
                  </a:lnTo>
                  <a:lnTo>
                    <a:pt x="455486" y="30575"/>
                  </a:lnTo>
                  <a:lnTo>
                    <a:pt x="454342" y="31432"/>
                  </a:lnTo>
                  <a:lnTo>
                    <a:pt x="450152" y="30766"/>
                  </a:lnTo>
                  <a:lnTo>
                    <a:pt x="449199" y="32575"/>
                  </a:lnTo>
                  <a:lnTo>
                    <a:pt x="447104" y="29242"/>
                  </a:lnTo>
                  <a:lnTo>
                    <a:pt x="446722" y="24194"/>
                  </a:lnTo>
                  <a:lnTo>
                    <a:pt x="444341" y="25336"/>
                  </a:lnTo>
                  <a:lnTo>
                    <a:pt x="442627" y="31623"/>
                  </a:lnTo>
                  <a:lnTo>
                    <a:pt x="438245" y="30385"/>
                  </a:lnTo>
                  <a:lnTo>
                    <a:pt x="430816" y="30861"/>
                  </a:lnTo>
                  <a:lnTo>
                    <a:pt x="427006" y="33909"/>
                  </a:lnTo>
                  <a:lnTo>
                    <a:pt x="427863" y="41815"/>
                  </a:lnTo>
                  <a:lnTo>
                    <a:pt x="421291" y="40957"/>
                  </a:lnTo>
                  <a:lnTo>
                    <a:pt x="420338" y="40196"/>
                  </a:lnTo>
                  <a:lnTo>
                    <a:pt x="420053" y="39148"/>
                  </a:lnTo>
                  <a:lnTo>
                    <a:pt x="419957" y="38005"/>
                  </a:lnTo>
                  <a:lnTo>
                    <a:pt x="419386" y="36957"/>
                  </a:lnTo>
                  <a:lnTo>
                    <a:pt x="418433" y="36385"/>
                  </a:lnTo>
                  <a:lnTo>
                    <a:pt x="417481" y="36004"/>
                  </a:lnTo>
                  <a:lnTo>
                    <a:pt x="408908" y="34576"/>
                  </a:lnTo>
                  <a:lnTo>
                    <a:pt x="406813" y="33814"/>
                  </a:lnTo>
                  <a:lnTo>
                    <a:pt x="400907" y="30194"/>
                  </a:lnTo>
                  <a:lnTo>
                    <a:pt x="394145" y="28480"/>
                  </a:lnTo>
                  <a:lnTo>
                    <a:pt x="392144" y="27623"/>
                  </a:lnTo>
                  <a:lnTo>
                    <a:pt x="390144" y="26479"/>
                  </a:lnTo>
                  <a:lnTo>
                    <a:pt x="391287" y="28956"/>
                  </a:lnTo>
                  <a:lnTo>
                    <a:pt x="393287" y="31242"/>
                  </a:lnTo>
                  <a:lnTo>
                    <a:pt x="394049" y="32385"/>
                  </a:lnTo>
                  <a:lnTo>
                    <a:pt x="391478" y="31623"/>
                  </a:lnTo>
                  <a:lnTo>
                    <a:pt x="382810" y="27623"/>
                  </a:lnTo>
                  <a:lnTo>
                    <a:pt x="378523" y="26384"/>
                  </a:lnTo>
                  <a:lnTo>
                    <a:pt x="374047" y="26479"/>
                  </a:lnTo>
                  <a:lnTo>
                    <a:pt x="372142" y="26860"/>
                  </a:lnTo>
                  <a:lnTo>
                    <a:pt x="369570" y="26765"/>
                  </a:lnTo>
                  <a:lnTo>
                    <a:pt x="367855" y="25717"/>
                  </a:lnTo>
                  <a:lnTo>
                    <a:pt x="368617" y="20574"/>
                  </a:lnTo>
                  <a:lnTo>
                    <a:pt x="367284" y="18383"/>
                  </a:lnTo>
                  <a:lnTo>
                    <a:pt x="361283" y="11144"/>
                  </a:lnTo>
                  <a:lnTo>
                    <a:pt x="357092" y="8287"/>
                  </a:lnTo>
                  <a:lnTo>
                    <a:pt x="352711" y="6572"/>
                  </a:lnTo>
                  <a:lnTo>
                    <a:pt x="349187" y="6953"/>
                  </a:lnTo>
                  <a:lnTo>
                    <a:pt x="347186" y="8763"/>
                  </a:lnTo>
                  <a:lnTo>
                    <a:pt x="340995" y="18288"/>
                  </a:lnTo>
                  <a:lnTo>
                    <a:pt x="339376" y="19621"/>
                  </a:lnTo>
                  <a:lnTo>
                    <a:pt x="337471" y="20383"/>
                  </a:lnTo>
                  <a:lnTo>
                    <a:pt x="334804" y="20955"/>
                  </a:lnTo>
                  <a:lnTo>
                    <a:pt x="328708" y="20955"/>
                  </a:lnTo>
                  <a:lnTo>
                    <a:pt x="325755" y="21431"/>
                  </a:lnTo>
                  <a:lnTo>
                    <a:pt x="322993" y="22860"/>
                  </a:lnTo>
                  <a:lnTo>
                    <a:pt x="321850" y="24289"/>
                  </a:lnTo>
                  <a:lnTo>
                    <a:pt x="319945" y="27813"/>
                  </a:lnTo>
                  <a:lnTo>
                    <a:pt x="318706" y="29051"/>
                  </a:lnTo>
                  <a:lnTo>
                    <a:pt x="317373" y="29527"/>
                  </a:lnTo>
                  <a:lnTo>
                    <a:pt x="313182" y="29242"/>
                  </a:lnTo>
                  <a:lnTo>
                    <a:pt x="311277" y="35909"/>
                  </a:lnTo>
                  <a:lnTo>
                    <a:pt x="315658" y="40957"/>
                  </a:lnTo>
                  <a:lnTo>
                    <a:pt x="320040" y="45625"/>
                  </a:lnTo>
                  <a:lnTo>
                    <a:pt x="313658" y="51816"/>
                  </a:lnTo>
                  <a:lnTo>
                    <a:pt x="308896" y="57626"/>
                  </a:lnTo>
                  <a:lnTo>
                    <a:pt x="300038" y="58007"/>
                  </a:lnTo>
                  <a:lnTo>
                    <a:pt x="295656" y="62294"/>
                  </a:lnTo>
                  <a:lnTo>
                    <a:pt x="289179" y="64198"/>
                  </a:lnTo>
                  <a:lnTo>
                    <a:pt x="283083" y="66675"/>
                  </a:lnTo>
                  <a:lnTo>
                    <a:pt x="281369" y="68199"/>
                  </a:lnTo>
                  <a:lnTo>
                    <a:pt x="279082" y="69247"/>
                  </a:lnTo>
                  <a:lnTo>
                    <a:pt x="277082" y="70580"/>
                  </a:lnTo>
                  <a:lnTo>
                    <a:pt x="275368" y="70294"/>
                  </a:lnTo>
                  <a:lnTo>
                    <a:pt x="272891" y="70294"/>
                  </a:lnTo>
                  <a:lnTo>
                    <a:pt x="270605" y="70771"/>
                  </a:lnTo>
                  <a:lnTo>
                    <a:pt x="269272" y="71819"/>
                  </a:lnTo>
                  <a:lnTo>
                    <a:pt x="269272" y="72866"/>
                  </a:lnTo>
                  <a:lnTo>
                    <a:pt x="269653" y="73628"/>
                  </a:lnTo>
                  <a:lnTo>
                    <a:pt x="269843" y="74390"/>
                  </a:lnTo>
                  <a:lnTo>
                    <a:pt x="269462" y="75343"/>
                  </a:lnTo>
                  <a:lnTo>
                    <a:pt x="268414" y="75819"/>
                  </a:lnTo>
                  <a:lnTo>
                    <a:pt x="267081" y="75819"/>
                  </a:lnTo>
                  <a:lnTo>
                    <a:pt x="265843" y="76105"/>
                  </a:lnTo>
                  <a:lnTo>
                    <a:pt x="265462" y="77533"/>
                  </a:lnTo>
                  <a:lnTo>
                    <a:pt x="264509" y="78391"/>
                  </a:lnTo>
                  <a:lnTo>
                    <a:pt x="257746" y="80486"/>
                  </a:lnTo>
                  <a:lnTo>
                    <a:pt x="255937" y="81629"/>
                  </a:lnTo>
                  <a:lnTo>
                    <a:pt x="248031" y="88773"/>
                  </a:lnTo>
                  <a:lnTo>
                    <a:pt x="246031" y="89344"/>
                  </a:lnTo>
                  <a:lnTo>
                    <a:pt x="244126" y="88392"/>
                  </a:lnTo>
                  <a:lnTo>
                    <a:pt x="242506" y="87916"/>
                  </a:lnTo>
                  <a:lnTo>
                    <a:pt x="240792" y="89154"/>
                  </a:lnTo>
                  <a:lnTo>
                    <a:pt x="238887" y="90869"/>
                  </a:lnTo>
                  <a:lnTo>
                    <a:pt x="236791" y="91916"/>
                  </a:lnTo>
                  <a:lnTo>
                    <a:pt x="234696" y="92011"/>
                  </a:lnTo>
                  <a:lnTo>
                    <a:pt x="228314" y="91059"/>
                  </a:lnTo>
                  <a:lnTo>
                    <a:pt x="216122" y="92011"/>
                  </a:lnTo>
                  <a:lnTo>
                    <a:pt x="205645" y="98298"/>
                  </a:lnTo>
                  <a:lnTo>
                    <a:pt x="201263" y="100965"/>
                  </a:lnTo>
                  <a:lnTo>
                    <a:pt x="195072" y="106394"/>
                  </a:lnTo>
                  <a:lnTo>
                    <a:pt x="190024" y="109156"/>
                  </a:lnTo>
                  <a:lnTo>
                    <a:pt x="186309" y="112204"/>
                  </a:lnTo>
                  <a:lnTo>
                    <a:pt x="182594" y="115252"/>
                  </a:lnTo>
                  <a:lnTo>
                    <a:pt x="181928" y="119634"/>
                  </a:lnTo>
                  <a:lnTo>
                    <a:pt x="180404" y="124492"/>
                  </a:lnTo>
                  <a:lnTo>
                    <a:pt x="178117" y="128969"/>
                  </a:lnTo>
                  <a:lnTo>
                    <a:pt x="175355" y="132112"/>
                  </a:lnTo>
                  <a:lnTo>
                    <a:pt x="164687" y="139636"/>
                  </a:lnTo>
                  <a:lnTo>
                    <a:pt x="161735" y="143161"/>
                  </a:lnTo>
                  <a:lnTo>
                    <a:pt x="160020" y="144685"/>
                  </a:lnTo>
                  <a:lnTo>
                    <a:pt x="155638" y="146209"/>
                  </a:lnTo>
                  <a:lnTo>
                    <a:pt x="153543" y="147447"/>
                  </a:lnTo>
                  <a:lnTo>
                    <a:pt x="151924" y="149257"/>
                  </a:lnTo>
                  <a:lnTo>
                    <a:pt x="149066" y="153257"/>
                  </a:lnTo>
                  <a:lnTo>
                    <a:pt x="147352" y="154972"/>
                  </a:lnTo>
                  <a:lnTo>
                    <a:pt x="145542" y="156115"/>
                  </a:lnTo>
                  <a:lnTo>
                    <a:pt x="143828" y="156591"/>
                  </a:lnTo>
                  <a:lnTo>
                    <a:pt x="142208" y="156781"/>
                  </a:lnTo>
                  <a:lnTo>
                    <a:pt x="140398" y="156686"/>
                  </a:lnTo>
                  <a:lnTo>
                    <a:pt x="139827" y="156115"/>
                  </a:lnTo>
                  <a:lnTo>
                    <a:pt x="139541" y="155067"/>
                  </a:lnTo>
                  <a:lnTo>
                    <a:pt x="139160" y="154496"/>
                  </a:lnTo>
                  <a:lnTo>
                    <a:pt x="138113" y="154972"/>
                  </a:lnTo>
                  <a:lnTo>
                    <a:pt x="130969" y="159734"/>
                  </a:lnTo>
                  <a:lnTo>
                    <a:pt x="127540" y="162687"/>
                  </a:lnTo>
                  <a:lnTo>
                    <a:pt x="124778" y="166211"/>
                  </a:lnTo>
                  <a:lnTo>
                    <a:pt x="122777" y="170688"/>
                  </a:lnTo>
                  <a:lnTo>
                    <a:pt x="122968" y="172593"/>
                  </a:lnTo>
                  <a:lnTo>
                    <a:pt x="124778" y="173260"/>
                  </a:lnTo>
                  <a:lnTo>
                    <a:pt x="128778" y="173736"/>
                  </a:lnTo>
                  <a:lnTo>
                    <a:pt x="130207" y="175165"/>
                  </a:lnTo>
                  <a:lnTo>
                    <a:pt x="130207" y="176784"/>
                  </a:lnTo>
                  <a:lnTo>
                    <a:pt x="128969" y="180689"/>
                  </a:lnTo>
                  <a:lnTo>
                    <a:pt x="128969" y="180785"/>
                  </a:lnTo>
                  <a:lnTo>
                    <a:pt x="128969" y="180785"/>
                  </a:lnTo>
                  <a:lnTo>
                    <a:pt x="128969" y="180785"/>
                  </a:lnTo>
                  <a:lnTo>
                    <a:pt x="128588" y="184309"/>
                  </a:lnTo>
                  <a:lnTo>
                    <a:pt x="125730" y="188023"/>
                  </a:lnTo>
                  <a:lnTo>
                    <a:pt x="121729" y="191072"/>
                  </a:lnTo>
                  <a:lnTo>
                    <a:pt x="118586" y="192500"/>
                  </a:lnTo>
                  <a:lnTo>
                    <a:pt x="115824" y="192977"/>
                  </a:lnTo>
                  <a:lnTo>
                    <a:pt x="114395" y="193739"/>
                  </a:lnTo>
                  <a:lnTo>
                    <a:pt x="111347" y="197168"/>
                  </a:lnTo>
                  <a:lnTo>
                    <a:pt x="109633" y="198311"/>
                  </a:lnTo>
                  <a:lnTo>
                    <a:pt x="104108" y="200120"/>
                  </a:lnTo>
                  <a:lnTo>
                    <a:pt x="99917" y="203168"/>
                  </a:lnTo>
                  <a:lnTo>
                    <a:pt x="98584" y="203454"/>
                  </a:lnTo>
                  <a:lnTo>
                    <a:pt x="97441" y="202406"/>
                  </a:lnTo>
                  <a:lnTo>
                    <a:pt x="95917" y="199168"/>
                  </a:lnTo>
                  <a:lnTo>
                    <a:pt x="94583" y="198882"/>
                  </a:lnTo>
                  <a:lnTo>
                    <a:pt x="93250" y="200692"/>
                  </a:lnTo>
                  <a:lnTo>
                    <a:pt x="92583" y="203454"/>
                  </a:lnTo>
                  <a:lnTo>
                    <a:pt x="91726" y="205645"/>
                  </a:lnTo>
                  <a:lnTo>
                    <a:pt x="89630" y="205835"/>
                  </a:lnTo>
                  <a:lnTo>
                    <a:pt x="88487" y="204121"/>
                  </a:lnTo>
                  <a:lnTo>
                    <a:pt x="87916" y="202120"/>
                  </a:lnTo>
                  <a:lnTo>
                    <a:pt x="87249" y="201930"/>
                  </a:lnTo>
                  <a:lnTo>
                    <a:pt x="85915" y="205740"/>
                  </a:lnTo>
                  <a:lnTo>
                    <a:pt x="84296" y="208026"/>
                  </a:lnTo>
                  <a:lnTo>
                    <a:pt x="82582" y="207073"/>
                  </a:lnTo>
                  <a:lnTo>
                    <a:pt x="81058" y="204692"/>
                  </a:lnTo>
                  <a:lnTo>
                    <a:pt x="79057" y="199930"/>
                  </a:lnTo>
                  <a:lnTo>
                    <a:pt x="78010" y="198025"/>
                  </a:lnTo>
                  <a:lnTo>
                    <a:pt x="76867" y="197644"/>
                  </a:lnTo>
                  <a:lnTo>
                    <a:pt x="75724" y="199739"/>
                  </a:lnTo>
                  <a:lnTo>
                    <a:pt x="75724" y="201073"/>
                  </a:lnTo>
                  <a:lnTo>
                    <a:pt x="76200" y="202216"/>
                  </a:lnTo>
                  <a:lnTo>
                    <a:pt x="76390" y="203454"/>
                  </a:lnTo>
                  <a:lnTo>
                    <a:pt x="75724" y="204787"/>
                  </a:lnTo>
                  <a:lnTo>
                    <a:pt x="74771" y="205264"/>
                  </a:lnTo>
                  <a:lnTo>
                    <a:pt x="73533" y="205359"/>
                  </a:lnTo>
                  <a:lnTo>
                    <a:pt x="63817" y="204502"/>
                  </a:lnTo>
                  <a:lnTo>
                    <a:pt x="61531" y="204787"/>
                  </a:lnTo>
                  <a:lnTo>
                    <a:pt x="57340" y="206978"/>
                  </a:lnTo>
                  <a:lnTo>
                    <a:pt x="50673" y="213836"/>
                  </a:lnTo>
                  <a:lnTo>
                    <a:pt x="46387" y="215741"/>
                  </a:lnTo>
                  <a:lnTo>
                    <a:pt x="43720" y="216027"/>
                  </a:lnTo>
                  <a:lnTo>
                    <a:pt x="38767" y="215074"/>
                  </a:lnTo>
                  <a:lnTo>
                    <a:pt x="33719" y="215265"/>
                  </a:lnTo>
                  <a:lnTo>
                    <a:pt x="31909" y="214598"/>
                  </a:lnTo>
                  <a:lnTo>
                    <a:pt x="27908" y="212122"/>
                  </a:lnTo>
                  <a:lnTo>
                    <a:pt x="23146" y="210883"/>
                  </a:lnTo>
                  <a:lnTo>
                    <a:pt x="6953" y="211455"/>
                  </a:lnTo>
                  <a:lnTo>
                    <a:pt x="6191" y="217075"/>
                  </a:lnTo>
                  <a:lnTo>
                    <a:pt x="762" y="224695"/>
                  </a:lnTo>
                  <a:lnTo>
                    <a:pt x="0" y="229648"/>
                  </a:lnTo>
                  <a:lnTo>
                    <a:pt x="2572" y="239268"/>
                  </a:lnTo>
                  <a:lnTo>
                    <a:pt x="3620" y="241078"/>
                  </a:lnTo>
                  <a:lnTo>
                    <a:pt x="6953" y="243745"/>
                  </a:lnTo>
                  <a:lnTo>
                    <a:pt x="7906" y="245936"/>
                  </a:lnTo>
                  <a:lnTo>
                    <a:pt x="9715" y="247936"/>
                  </a:lnTo>
                  <a:lnTo>
                    <a:pt x="12382" y="248793"/>
                  </a:lnTo>
                  <a:lnTo>
                    <a:pt x="15240" y="249365"/>
                  </a:lnTo>
                  <a:lnTo>
                    <a:pt x="17812" y="250412"/>
                  </a:lnTo>
                  <a:lnTo>
                    <a:pt x="17812" y="250507"/>
                  </a:lnTo>
                  <a:lnTo>
                    <a:pt x="19717" y="253174"/>
                  </a:lnTo>
                  <a:lnTo>
                    <a:pt x="19812" y="255175"/>
                  </a:lnTo>
                  <a:lnTo>
                    <a:pt x="20479" y="256127"/>
                  </a:lnTo>
                  <a:lnTo>
                    <a:pt x="23813" y="255841"/>
                  </a:lnTo>
                  <a:lnTo>
                    <a:pt x="32766" y="252698"/>
                  </a:lnTo>
                  <a:lnTo>
                    <a:pt x="35909" y="252127"/>
                  </a:lnTo>
                  <a:lnTo>
                    <a:pt x="40100" y="252412"/>
                  </a:lnTo>
                  <a:lnTo>
                    <a:pt x="41624" y="251841"/>
                  </a:lnTo>
                  <a:lnTo>
                    <a:pt x="45053" y="249269"/>
                  </a:lnTo>
                  <a:lnTo>
                    <a:pt x="46387" y="248888"/>
                  </a:lnTo>
                  <a:lnTo>
                    <a:pt x="48958" y="251936"/>
                  </a:lnTo>
                  <a:lnTo>
                    <a:pt x="59055" y="270701"/>
                  </a:lnTo>
                  <a:lnTo>
                    <a:pt x="59531" y="272224"/>
                  </a:lnTo>
                  <a:lnTo>
                    <a:pt x="58674" y="274511"/>
                  </a:lnTo>
                  <a:lnTo>
                    <a:pt x="55150" y="277558"/>
                  </a:lnTo>
                  <a:lnTo>
                    <a:pt x="53530" y="279464"/>
                  </a:lnTo>
                  <a:lnTo>
                    <a:pt x="53054" y="280702"/>
                  </a:lnTo>
                  <a:lnTo>
                    <a:pt x="52769" y="283083"/>
                  </a:lnTo>
                  <a:lnTo>
                    <a:pt x="52388" y="284226"/>
                  </a:lnTo>
                  <a:lnTo>
                    <a:pt x="51721" y="285274"/>
                  </a:lnTo>
                  <a:lnTo>
                    <a:pt x="50197" y="286893"/>
                  </a:lnTo>
                  <a:lnTo>
                    <a:pt x="49911" y="287369"/>
                  </a:lnTo>
                  <a:lnTo>
                    <a:pt x="49625" y="287750"/>
                  </a:lnTo>
                  <a:lnTo>
                    <a:pt x="48768" y="289655"/>
                  </a:lnTo>
                  <a:lnTo>
                    <a:pt x="48196" y="291941"/>
                  </a:lnTo>
                  <a:lnTo>
                    <a:pt x="47911" y="294323"/>
                  </a:lnTo>
                  <a:lnTo>
                    <a:pt x="47815" y="296704"/>
                  </a:lnTo>
                  <a:lnTo>
                    <a:pt x="49244" y="300895"/>
                  </a:lnTo>
                  <a:lnTo>
                    <a:pt x="54959" y="306705"/>
                  </a:lnTo>
                  <a:lnTo>
                    <a:pt x="56960" y="310801"/>
                  </a:lnTo>
                  <a:lnTo>
                    <a:pt x="56960" y="310801"/>
                  </a:lnTo>
                  <a:lnTo>
                    <a:pt x="58960" y="318230"/>
                  </a:lnTo>
                  <a:lnTo>
                    <a:pt x="58579" y="320326"/>
                  </a:lnTo>
                  <a:lnTo>
                    <a:pt x="62198" y="320516"/>
                  </a:lnTo>
                  <a:lnTo>
                    <a:pt x="73533" y="321469"/>
                  </a:lnTo>
                  <a:lnTo>
                    <a:pt x="78962" y="319945"/>
                  </a:lnTo>
                  <a:lnTo>
                    <a:pt x="81439" y="318897"/>
                  </a:lnTo>
                  <a:lnTo>
                    <a:pt x="85725" y="318802"/>
                  </a:lnTo>
                  <a:lnTo>
                    <a:pt x="87249" y="318421"/>
                  </a:lnTo>
                  <a:lnTo>
                    <a:pt x="91440" y="316611"/>
                  </a:lnTo>
                  <a:lnTo>
                    <a:pt x="104108" y="313182"/>
                  </a:lnTo>
                  <a:lnTo>
                    <a:pt x="112395" y="310229"/>
                  </a:lnTo>
                  <a:lnTo>
                    <a:pt x="119158" y="308896"/>
                  </a:lnTo>
                  <a:lnTo>
                    <a:pt x="121539" y="307848"/>
                  </a:lnTo>
                  <a:lnTo>
                    <a:pt x="123254" y="306419"/>
                  </a:lnTo>
                  <a:lnTo>
                    <a:pt x="124873" y="304514"/>
                  </a:lnTo>
                  <a:lnTo>
                    <a:pt x="127540" y="302228"/>
                  </a:lnTo>
                  <a:lnTo>
                    <a:pt x="129921" y="301561"/>
                  </a:lnTo>
                  <a:lnTo>
                    <a:pt x="134683" y="302038"/>
                  </a:lnTo>
                  <a:lnTo>
                    <a:pt x="143256" y="303562"/>
                  </a:lnTo>
                  <a:lnTo>
                    <a:pt x="153353" y="307753"/>
                  </a:lnTo>
                  <a:lnTo>
                    <a:pt x="157258" y="309944"/>
                  </a:lnTo>
                  <a:lnTo>
                    <a:pt x="157353" y="310134"/>
                  </a:lnTo>
                  <a:lnTo>
                    <a:pt x="157353" y="310610"/>
                  </a:lnTo>
                  <a:lnTo>
                    <a:pt x="157639" y="311753"/>
                  </a:lnTo>
                  <a:lnTo>
                    <a:pt x="158305" y="312896"/>
                  </a:lnTo>
                  <a:lnTo>
                    <a:pt x="160591" y="314611"/>
                  </a:lnTo>
                  <a:lnTo>
                    <a:pt x="163258" y="315563"/>
                  </a:lnTo>
                  <a:lnTo>
                    <a:pt x="166973" y="316230"/>
                  </a:lnTo>
                  <a:lnTo>
                    <a:pt x="207931" y="311563"/>
                  </a:lnTo>
                  <a:lnTo>
                    <a:pt x="210788" y="312039"/>
                  </a:lnTo>
                  <a:lnTo>
                    <a:pt x="212979" y="313087"/>
                  </a:lnTo>
                  <a:lnTo>
                    <a:pt x="214408" y="314325"/>
                  </a:lnTo>
                  <a:lnTo>
                    <a:pt x="217741" y="316992"/>
                  </a:lnTo>
                  <a:lnTo>
                    <a:pt x="220028" y="316706"/>
                  </a:lnTo>
                  <a:lnTo>
                    <a:pt x="225171" y="314230"/>
                  </a:lnTo>
                  <a:lnTo>
                    <a:pt x="227647" y="313658"/>
                  </a:lnTo>
                  <a:lnTo>
                    <a:pt x="234124" y="313087"/>
                  </a:lnTo>
                  <a:lnTo>
                    <a:pt x="237554" y="312325"/>
                  </a:lnTo>
                  <a:lnTo>
                    <a:pt x="244792" y="309372"/>
                  </a:lnTo>
                  <a:lnTo>
                    <a:pt x="247460" y="307562"/>
                  </a:lnTo>
                  <a:lnTo>
                    <a:pt x="249364" y="305943"/>
                  </a:lnTo>
                  <a:lnTo>
                    <a:pt x="252317" y="302895"/>
                  </a:lnTo>
                  <a:lnTo>
                    <a:pt x="253841" y="301752"/>
                  </a:lnTo>
                  <a:lnTo>
                    <a:pt x="256508" y="299657"/>
                  </a:lnTo>
                  <a:lnTo>
                    <a:pt x="260032" y="297752"/>
                  </a:lnTo>
                  <a:lnTo>
                    <a:pt x="260795" y="296418"/>
                  </a:lnTo>
                  <a:lnTo>
                    <a:pt x="260985" y="295370"/>
                  </a:lnTo>
                  <a:lnTo>
                    <a:pt x="259937" y="291846"/>
                  </a:lnTo>
                  <a:lnTo>
                    <a:pt x="260032" y="288512"/>
                  </a:lnTo>
                  <a:lnTo>
                    <a:pt x="260890" y="286417"/>
                  </a:lnTo>
                  <a:lnTo>
                    <a:pt x="262319" y="284321"/>
                  </a:lnTo>
                  <a:lnTo>
                    <a:pt x="262319" y="284321"/>
                  </a:lnTo>
                  <a:lnTo>
                    <a:pt x="275368" y="270510"/>
                  </a:lnTo>
                  <a:lnTo>
                    <a:pt x="277939" y="267653"/>
                  </a:lnTo>
                  <a:lnTo>
                    <a:pt x="279273" y="266510"/>
                  </a:lnTo>
                  <a:lnTo>
                    <a:pt x="283273" y="263081"/>
                  </a:lnTo>
                  <a:lnTo>
                    <a:pt x="287655" y="260128"/>
                  </a:lnTo>
                  <a:lnTo>
                    <a:pt x="292989" y="255365"/>
                  </a:lnTo>
                  <a:lnTo>
                    <a:pt x="308038" y="241840"/>
                  </a:lnTo>
                  <a:lnTo>
                    <a:pt x="308800" y="240792"/>
                  </a:lnTo>
                  <a:lnTo>
                    <a:pt x="309658" y="238982"/>
                  </a:lnTo>
                  <a:lnTo>
                    <a:pt x="309467" y="238697"/>
                  </a:lnTo>
                  <a:lnTo>
                    <a:pt x="308800" y="236791"/>
                  </a:lnTo>
                  <a:lnTo>
                    <a:pt x="307753" y="235553"/>
                  </a:lnTo>
                  <a:lnTo>
                    <a:pt x="306419" y="234410"/>
                  </a:lnTo>
                  <a:lnTo>
                    <a:pt x="305086" y="232696"/>
                  </a:lnTo>
                  <a:lnTo>
                    <a:pt x="304514" y="230600"/>
                  </a:lnTo>
                  <a:lnTo>
                    <a:pt x="305276" y="228790"/>
                  </a:lnTo>
                  <a:lnTo>
                    <a:pt x="308038" y="226028"/>
                  </a:lnTo>
                  <a:lnTo>
                    <a:pt x="308896" y="225933"/>
                  </a:lnTo>
                  <a:lnTo>
                    <a:pt x="309467" y="226123"/>
                  </a:lnTo>
                  <a:lnTo>
                    <a:pt x="310705" y="227171"/>
                  </a:lnTo>
                  <a:lnTo>
                    <a:pt x="311372" y="227838"/>
                  </a:lnTo>
                  <a:lnTo>
                    <a:pt x="312515" y="229648"/>
                  </a:lnTo>
                  <a:lnTo>
                    <a:pt x="313372" y="230315"/>
                  </a:lnTo>
                  <a:lnTo>
                    <a:pt x="316039" y="230886"/>
                  </a:lnTo>
                  <a:lnTo>
                    <a:pt x="317278" y="231362"/>
                  </a:lnTo>
                  <a:lnTo>
                    <a:pt x="320707" y="233172"/>
                  </a:lnTo>
                  <a:lnTo>
                    <a:pt x="331851" y="230124"/>
                  </a:lnTo>
                  <a:lnTo>
                    <a:pt x="334708" y="233077"/>
                  </a:lnTo>
                  <a:lnTo>
                    <a:pt x="337661" y="231553"/>
                  </a:lnTo>
                  <a:lnTo>
                    <a:pt x="339566" y="231648"/>
                  </a:lnTo>
                  <a:lnTo>
                    <a:pt x="340709" y="231743"/>
                  </a:lnTo>
                  <a:lnTo>
                    <a:pt x="344233" y="230410"/>
                  </a:lnTo>
                  <a:lnTo>
                    <a:pt x="344900" y="229838"/>
                  </a:lnTo>
                  <a:lnTo>
                    <a:pt x="350044" y="226219"/>
                  </a:lnTo>
                  <a:lnTo>
                    <a:pt x="356425" y="223266"/>
                  </a:lnTo>
                  <a:lnTo>
                    <a:pt x="363379" y="220885"/>
                  </a:lnTo>
                  <a:lnTo>
                    <a:pt x="370999" y="219265"/>
                  </a:lnTo>
                  <a:lnTo>
                    <a:pt x="372142" y="219075"/>
                  </a:lnTo>
                  <a:lnTo>
                    <a:pt x="375380" y="217361"/>
                  </a:lnTo>
                  <a:lnTo>
                    <a:pt x="383381" y="213265"/>
                  </a:lnTo>
                  <a:lnTo>
                    <a:pt x="389382" y="210122"/>
                  </a:lnTo>
                  <a:lnTo>
                    <a:pt x="423863" y="197548"/>
                  </a:lnTo>
                  <a:lnTo>
                    <a:pt x="429292" y="194119"/>
                  </a:lnTo>
                  <a:lnTo>
                    <a:pt x="430530" y="193643"/>
                  </a:lnTo>
                  <a:lnTo>
                    <a:pt x="431482" y="193643"/>
                  </a:lnTo>
                  <a:lnTo>
                    <a:pt x="434721" y="195548"/>
                  </a:lnTo>
                  <a:lnTo>
                    <a:pt x="436055" y="196215"/>
                  </a:lnTo>
                  <a:lnTo>
                    <a:pt x="437674" y="196691"/>
                  </a:lnTo>
                  <a:lnTo>
                    <a:pt x="439483" y="196977"/>
                  </a:lnTo>
                  <a:lnTo>
                    <a:pt x="442531" y="196977"/>
                  </a:lnTo>
                  <a:lnTo>
                    <a:pt x="452247" y="194977"/>
                  </a:lnTo>
                  <a:lnTo>
                    <a:pt x="458057" y="192881"/>
                  </a:lnTo>
                  <a:lnTo>
                    <a:pt x="461010" y="190976"/>
                  </a:lnTo>
                  <a:lnTo>
                    <a:pt x="463296" y="189166"/>
                  </a:lnTo>
                  <a:lnTo>
                    <a:pt x="472916" y="182975"/>
                  </a:lnTo>
                  <a:lnTo>
                    <a:pt x="478060" y="181356"/>
                  </a:lnTo>
                  <a:lnTo>
                    <a:pt x="506635" y="180975"/>
                  </a:lnTo>
                  <a:lnTo>
                    <a:pt x="507682" y="181547"/>
                  </a:lnTo>
                  <a:lnTo>
                    <a:pt x="507587" y="182499"/>
                  </a:lnTo>
                  <a:lnTo>
                    <a:pt x="506825" y="184023"/>
                  </a:lnTo>
                  <a:lnTo>
                    <a:pt x="505111" y="186881"/>
                  </a:lnTo>
                  <a:lnTo>
                    <a:pt x="503587" y="190595"/>
                  </a:lnTo>
                  <a:lnTo>
                    <a:pt x="499300" y="197644"/>
                  </a:lnTo>
                  <a:lnTo>
                    <a:pt x="489204" y="209550"/>
                  </a:lnTo>
                  <a:lnTo>
                    <a:pt x="486251" y="213741"/>
                  </a:lnTo>
                  <a:lnTo>
                    <a:pt x="484918" y="216980"/>
                  </a:lnTo>
                  <a:lnTo>
                    <a:pt x="485585" y="218599"/>
                  </a:lnTo>
                  <a:lnTo>
                    <a:pt x="486251" y="219742"/>
                  </a:lnTo>
                  <a:lnTo>
                    <a:pt x="487108" y="227457"/>
                  </a:lnTo>
                  <a:lnTo>
                    <a:pt x="487489" y="228600"/>
                  </a:lnTo>
                  <a:lnTo>
                    <a:pt x="488156" y="229743"/>
                  </a:lnTo>
                  <a:lnTo>
                    <a:pt x="489013" y="230505"/>
                  </a:lnTo>
                  <a:lnTo>
                    <a:pt x="490442" y="231267"/>
                  </a:lnTo>
                  <a:lnTo>
                    <a:pt x="490919" y="231553"/>
                  </a:lnTo>
                  <a:lnTo>
                    <a:pt x="492062" y="232981"/>
                  </a:lnTo>
                  <a:lnTo>
                    <a:pt x="493109" y="233934"/>
                  </a:lnTo>
                  <a:lnTo>
                    <a:pt x="495967" y="235363"/>
                  </a:lnTo>
                  <a:lnTo>
                    <a:pt x="496919" y="236220"/>
                  </a:lnTo>
                  <a:lnTo>
                    <a:pt x="497681" y="237839"/>
                  </a:lnTo>
                  <a:lnTo>
                    <a:pt x="498253" y="243364"/>
                  </a:lnTo>
                  <a:lnTo>
                    <a:pt x="498729" y="245555"/>
                  </a:lnTo>
                  <a:lnTo>
                    <a:pt x="496824" y="250127"/>
                  </a:lnTo>
                  <a:lnTo>
                    <a:pt x="496824" y="250698"/>
                  </a:lnTo>
                  <a:lnTo>
                    <a:pt x="497014" y="251555"/>
                  </a:lnTo>
                  <a:lnTo>
                    <a:pt x="497681" y="252031"/>
                  </a:lnTo>
                  <a:lnTo>
                    <a:pt x="498062" y="253270"/>
                  </a:lnTo>
                  <a:lnTo>
                    <a:pt x="497967" y="254603"/>
                  </a:lnTo>
                  <a:lnTo>
                    <a:pt x="497491" y="256985"/>
                  </a:lnTo>
                  <a:lnTo>
                    <a:pt x="497777" y="258032"/>
                  </a:lnTo>
                  <a:lnTo>
                    <a:pt x="498443" y="258318"/>
                  </a:lnTo>
                  <a:lnTo>
                    <a:pt x="499300" y="257556"/>
                  </a:lnTo>
                  <a:lnTo>
                    <a:pt x="502920" y="252889"/>
                  </a:lnTo>
                  <a:lnTo>
                    <a:pt x="503301" y="252508"/>
                  </a:lnTo>
                  <a:lnTo>
                    <a:pt x="503872" y="252127"/>
                  </a:lnTo>
                  <a:lnTo>
                    <a:pt x="504539" y="251936"/>
                  </a:lnTo>
                  <a:lnTo>
                    <a:pt x="505301" y="251746"/>
                  </a:lnTo>
                  <a:lnTo>
                    <a:pt x="506254" y="251651"/>
                  </a:lnTo>
                  <a:lnTo>
                    <a:pt x="507111" y="251651"/>
                  </a:lnTo>
                  <a:lnTo>
                    <a:pt x="508254" y="251841"/>
                  </a:lnTo>
                  <a:lnTo>
                    <a:pt x="509016" y="252412"/>
                  </a:lnTo>
                  <a:lnTo>
                    <a:pt x="511207" y="255270"/>
                  </a:lnTo>
                  <a:lnTo>
                    <a:pt x="511778" y="256508"/>
                  </a:lnTo>
                  <a:lnTo>
                    <a:pt x="512064" y="257651"/>
                  </a:lnTo>
                  <a:lnTo>
                    <a:pt x="512064" y="261366"/>
                  </a:lnTo>
                  <a:lnTo>
                    <a:pt x="511873" y="262223"/>
                  </a:lnTo>
                  <a:lnTo>
                    <a:pt x="511588" y="262795"/>
                  </a:lnTo>
                  <a:lnTo>
                    <a:pt x="511207" y="263271"/>
                  </a:lnTo>
                  <a:lnTo>
                    <a:pt x="510730" y="263557"/>
                  </a:lnTo>
                  <a:lnTo>
                    <a:pt x="508635" y="264700"/>
                  </a:lnTo>
                  <a:lnTo>
                    <a:pt x="507968" y="265176"/>
                  </a:lnTo>
                  <a:lnTo>
                    <a:pt x="507492" y="265652"/>
                  </a:lnTo>
                  <a:lnTo>
                    <a:pt x="507111" y="266414"/>
                  </a:lnTo>
                  <a:lnTo>
                    <a:pt x="506635" y="268033"/>
                  </a:lnTo>
                  <a:lnTo>
                    <a:pt x="506349" y="268700"/>
                  </a:lnTo>
                  <a:lnTo>
                    <a:pt x="506063" y="269177"/>
                  </a:lnTo>
                  <a:lnTo>
                    <a:pt x="505492" y="269462"/>
                  </a:lnTo>
                  <a:lnTo>
                    <a:pt x="505015" y="269653"/>
                  </a:lnTo>
                  <a:lnTo>
                    <a:pt x="502825" y="270224"/>
                  </a:lnTo>
                  <a:lnTo>
                    <a:pt x="502348" y="270701"/>
                  </a:lnTo>
                  <a:lnTo>
                    <a:pt x="501682" y="271367"/>
                  </a:lnTo>
                  <a:lnTo>
                    <a:pt x="501205" y="272796"/>
                  </a:lnTo>
                  <a:lnTo>
                    <a:pt x="500824" y="273558"/>
                  </a:lnTo>
                  <a:lnTo>
                    <a:pt x="500253" y="274225"/>
                  </a:lnTo>
                  <a:lnTo>
                    <a:pt x="499681" y="274320"/>
                  </a:lnTo>
                  <a:lnTo>
                    <a:pt x="496729" y="273082"/>
                  </a:lnTo>
                  <a:lnTo>
                    <a:pt x="495776" y="272891"/>
                  </a:lnTo>
                  <a:lnTo>
                    <a:pt x="494729" y="273082"/>
                  </a:lnTo>
                  <a:lnTo>
                    <a:pt x="493681" y="273368"/>
                  </a:lnTo>
                  <a:lnTo>
                    <a:pt x="492919" y="273463"/>
                  </a:lnTo>
                  <a:lnTo>
                    <a:pt x="489013" y="272986"/>
                  </a:lnTo>
                  <a:lnTo>
                    <a:pt x="487585" y="273082"/>
                  </a:lnTo>
                  <a:lnTo>
                    <a:pt x="469678" y="280321"/>
                  </a:lnTo>
                  <a:lnTo>
                    <a:pt x="467201" y="279940"/>
                  </a:lnTo>
                  <a:lnTo>
                    <a:pt x="464344" y="278035"/>
                  </a:lnTo>
                  <a:lnTo>
                    <a:pt x="461772" y="275844"/>
                  </a:lnTo>
                  <a:lnTo>
                    <a:pt x="459962" y="274987"/>
                  </a:lnTo>
                  <a:lnTo>
                    <a:pt x="458343" y="274606"/>
                  </a:lnTo>
                  <a:lnTo>
                    <a:pt x="457010" y="274891"/>
                  </a:lnTo>
                  <a:lnTo>
                    <a:pt x="454342" y="276225"/>
                  </a:lnTo>
                  <a:lnTo>
                    <a:pt x="453199" y="276987"/>
                  </a:lnTo>
                  <a:lnTo>
                    <a:pt x="452342" y="277749"/>
                  </a:lnTo>
                  <a:lnTo>
                    <a:pt x="451675" y="278797"/>
                  </a:lnTo>
                  <a:lnTo>
                    <a:pt x="451104" y="280226"/>
                  </a:lnTo>
                  <a:lnTo>
                    <a:pt x="450628" y="282893"/>
                  </a:lnTo>
                  <a:lnTo>
                    <a:pt x="449961" y="284893"/>
                  </a:lnTo>
                  <a:lnTo>
                    <a:pt x="448818" y="287179"/>
                  </a:lnTo>
                  <a:lnTo>
                    <a:pt x="447104" y="289560"/>
                  </a:lnTo>
                  <a:lnTo>
                    <a:pt x="444246" y="291846"/>
                  </a:lnTo>
                  <a:lnTo>
                    <a:pt x="442150" y="292798"/>
                  </a:lnTo>
                  <a:lnTo>
                    <a:pt x="439864" y="293465"/>
                  </a:lnTo>
                  <a:lnTo>
                    <a:pt x="437960" y="294323"/>
                  </a:lnTo>
                  <a:lnTo>
                    <a:pt x="436531" y="295275"/>
                  </a:lnTo>
                  <a:lnTo>
                    <a:pt x="430530" y="299847"/>
                  </a:lnTo>
                  <a:lnTo>
                    <a:pt x="425482" y="303848"/>
                  </a:lnTo>
                  <a:lnTo>
                    <a:pt x="424339" y="304228"/>
                  </a:lnTo>
                  <a:lnTo>
                    <a:pt x="422910" y="304610"/>
                  </a:lnTo>
                  <a:lnTo>
                    <a:pt x="420243" y="304133"/>
                  </a:lnTo>
                  <a:lnTo>
                    <a:pt x="418433" y="304038"/>
                  </a:lnTo>
                  <a:lnTo>
                    <a:pt x="417386" y="304324"/>
                  </a:lnTo>
                  <a:lnTo>
                    <a:pt x="416719" y="304705"/>
                  </a:lnTo>
                  <a:lnTo>
                    <a:pt x="415766" y="305848"/>
                  </a:lnTo>
                  <a:lnTo>
                    <a:pt x="416147" y="309658"/>
                  </a:lnTo>
                  <a:lnTo>
                    <a:pt x="417290" y="310610"/>
                  </a:lnTo>
                  <a:lnTo>
                    <a:pt x="418338" y="310991"/>
                  </a:lnTo>
                  <a:lnTo>
                    <a:pt x="419481" y="311658"/>
                  </a:lnTo>
                  <a:lnTo>
                    <a:pt x="421386" y="313468"/>
                  </a:lnTo>
                  <a:lnTo>
                    <a:pt x="422053" y="315278"/>
                  </a:lnTo>
                  <a:lnTo>
                    <a:pt x="422434" y="317182"/>
                  </a:lnTo>
                  <a:lnTo>
                    <a:pt x="422053" y="322040"/>
                  </a:lnTo>
                  <a:lnTo>
                    <a:pt x="421767" y="323278"/>
                  </a:lnTo>
                  <a:lnTo>
                    <a:pt x="421386" y="324422"/>
                  </a:lnTo>
                  <a:lnTo>
                    <a:pt x="420814" y="325374"/>
                  </a:lnTo>
                  <a:lnTo>
                    <a:pt x="420148" y="326136"/>
                  </a:lnTo>
                  <a:lnTo>
                    <a:pt x="419386" y="326612"/>
                  </a:lnTo>
                  <a:lnTo>
                    <a:pt x="418719" y="327374"/>
                  </a:lnTo>
                  <a:lnTo>
                    <a:pt x="418338" y="328327"/>
                  </a:lnTo>
                  <a:lnTo>
                    <a:pt x="418147" y="330613"/>
                  </a:lnTo>
                  <a:lnTo>
                    <a:pt x="418433" y="332137"/>
                  </a:lnTo>
                  <a:lnTo>
                    <a:pt x="419195" y="333375"/>
                  </a:lnTo>
                  <a:lnTo>
                    <a:pt x="421386" y="335185"/>
                  </a:lnTo>
                  <a:lnTo>
                    <a:pt x="422243" y="336232"/>
                  </a:lnTo>
                  <a:lnTo>
                    <a:pt x="422529" y="337185"/>
                  </a:lnTo>
                  <a:lnTo>
                    <a:pt x="421577" y="341186"/>
                  </a:lnTo>
                  <a:lnTo>
                    <a:pt x="421291" y="343472"/>
                  </a:lnTo>
                  <a:lnTo>
                    <a:pt x="421386" y="344900"/>
                  </a:lnTo>
                  <a:lnTo>
                    <a:pt x="421577" y="345853"/>
                  </a:lnTo>
                  <a:lnTo>
                    <a:pt x="423767" y="351568"/>
                  </a:lnTo>
                  <a:lnTo>
                    <a:pt x="423863" y="355473"/>
                  </a:lnTo>
                  <a:lnTo>
                    <a:pt x="423863" y="355568"/>
                  </a:lnTo>
                  <a:lnTo>
                    <a:pt x="425482" y="355664"/>
                  </a:lnTo>
                  <a:lnTo>
                    <a:pt x="427577" y="354997"/>
                  </a:lnTo>
                  <a:lnTo>
                    <a:pt x="431863" y="352901"/>
                  </a:lnTo>
                  <a:lnTo>
                    <a:pt x="440627" y="350044"/>
                  </a:lnTo>
                  <a:lnTo>
                    <a:pt x="442722" y="348710"/>
                  </a:lnTo>
                  <a:lnTo>
                    <a:pt x="446151" y="344329"/>
                  </a:lnTo>
                  <a:lnTo>
                    <a:pt x="448723" y="338995"/>
                  </a:lnTo>
                  <a:lnTo>
                    <a:pt x="451866" y="334613"/>
                  </a:lnTo>
                  <a:lnTo>
                    <a:pt x="456629" y="333375"/>
                  </a:lnTo>
                  <a:lnTo>
                    <a:pt x="459296" y="333851"/>
                  </a:lnTo>
                  <a:lnTo>
                    <a:pt x="461677" y="333947"/>
                  </a:lnTo>
                  <a:lnTo>
                    <a:pt x="463582" y="332994"/>
                  </a:lnTo>
                  <a:lnTo>
                    <a:pt x="465011" y="330327"/>
                  </a:lnTo>
                  <a:lnTo>
                    <a:pt x="466154" y="327279"/>
                  </a:lnTo>
                  <a:lnTo>
                    <a:pt x="467392" y="325565"/>
                  </a:lnTo>
                  <a:lnTo>
                    <a:pt x="469202" y="324803"/>
                  </a:lnTo>
                  <a:lnTo>
                    <a:pt x="474536" y="324231"/>
                  </a:lnTo>
                  <a:lnTo>
                    <a:pt x="476060" y="323564"/>
                  </a:lnTo>
                  <a:lnTo>
                    <a:pt x="477203" y="322136"/>
                  </a:lnTo>
                  <a:lnTo>
                    <a:pt x="480155" y="316992"/>
                  </a:lnTo>
                  <a:lnTo>
                    <a:pt x="485108" y="310801"/>
                  </a:lnTo>
                  <a:lnTo>
                    <a:pt x="488252" y="309562"/>
                  </a:lnTo>
                  <a:lnTo>
                    <a:pt x="494729" y="308324"/>
                  </a:lnTo>
                  <a:lnTo>
                    <a:pt x="497967" y="306610"/>
                  </a:lnTo>
                  <a:lnTo>
                    <a:pt x="501110" y="303466"/>
                  </a:lnTo>
                  <a:lnTo>
                    <a:pt x="503587" y="299752"/>
                  </a:lnTo>
                  <a:lnTo>
                    <a:pt x="507873" y="291656"/>
                  </a:lnTo>
                  <a:lnTo>
                    <a:pt x="512255" y="285464"/>
                  </a:lnTo>
                  <a:lnTo>
                    <a:pt x="519303" y="280321"/>
                  </a:lnTo>
                  <a:lnTo>
                    <a:pt x="527209" y="276797"/>
                  </a:lnTo>
                  <a:lnTo>
                    <a:pt x="557784" y="271462"/>
                  </a:lnTo>
                  <a:lnTo>
                    <a:pt x="565499" y="271844"/>
                  </a:lnTo>
                  <a:lnTo>
                    <a:pt x="567309" y="272415"/>
                  </a:lnTo>
                  <a:lnTo>
                    <a:pt x="569690" y="272224"/>
                  </a:lnTo>
                  <a:lnTo>
                    <a:pt x="572072" y="271462"/>
                  </a:lnTo>
                  <a:lnTo>
                    <a:pt x="573881" y="270415"/>
                  </a:lnTo>
                  <a:lnTo>
                    <a:pt x="576167" y="267557"/>
                  </a:lnTo>
                  <a:lnTo>
                    <a:pt x="577215" y="265366"/>
                  </a:lnTo>
                  <a:lnTo>
                    <a:pt x="578453" y="264319"/>
                  </a:lnTo>
                  <a:lnTo>
                    <a:pt x="581597" y="264986"/>
                  </a:lnTo>
                  <a:lnTo>
                    <a:pt x="582644" y="265557"/>
                  </a:lnTo>
                  <a:lnTo>
                    <a:pt x="583311" y="266224"/>
                  </a:lnTo>
                  <a:lnTo>
                    <a:pt x="584168" y="266605"/>
                  </a:lnTo>
                  <a:lnTo>
                    <a:pt x="585597" y="266510"/>
                  </a:lnTo>
                  <a:lnTo>
                    <a:pt x="586835" y="265843"/>
                  </a:lnTo>
                  <a:lnTo>
                    <a:pt x="588740" y="263747"/>
                  </a:lnTo>
                  <a:lnTo>
                    <a:pt x="590074" y="263271"/>
                  </a:lnTo>
                  <a:lnTo>
                    <a:pt x="592074" y="263366"/>
                  </a:lnTo>
                  <a:lnTo>
                    <a:pt x="594265" y="263938"/>
                  </a:lnTo>
                  <a:lnTo>
                    <a:pt x="598265" y="265843"/>
                  </a:lnTo>
                  <a:lnTo>
                    <a:pt x="600265" y="267272"/>
                  </a:lnTo>
                  <a:lnTo>
                    <a:pt x="601789" y="268891"/>
                  </a:lnTo>
                  <a:lnTo>
                    <a:pt x="604171" y="273082"/>
                  </a:lnTo>
                  <a:lnTo>
                    <a:pt x="605504" y="274701"/>
                  </a:lnTo>
                  <a:lnTo>
                    <a:pt x="609219" y="277940"/>
                  </a:lnTo>
                  <a:lnTo>
                    <a:pt x="609886" y="278987"/>
                  </a:lnTo>
                  <a:lnTo>
                    <a:pt x="608933" y="281464"/>
                  </a:lnTo>
                  <a:lnTo>
                    <a:pt x="607886" y="283655"/>
                  </a:lnTo>
                  <a:lnTo>
                    <a:pt x="607981" y="285750"/>
                  </a:lnTo>
                  <a:lnTo>
                    <a:pt x="610553" y="287941"/>
                  </a:lnTo>
                  <a:lnTo>
                    <a:pt x="626459" y="295275"/>
                  </a:lnTo>
                  <a:lnTo>
                    <a:pt x="627507" y="296323"/>
                  </a:lnTo>
                  <a:lnTo>
                    <a:pt x="628269" y="297370"/>
                  </a:lnTo>
                  <a:lnTo>
                    <a:pt x="629222" y="298323"/>
                  </a:lnTo>
                  <a:lnTo>
                    <a:pt x="630460" y="298894"/>
                  </a:lnTo>
                  <a:lnTo>
                    <a:pt x="631603" y="298799"/>
                  </a:lnTo>
                  <a:lnTo>
                    <a:pt x="632936" y="298228"/>
                  </a:lnTo>
                  <a:lnTo>
                    <a:pt x="633794" y="297847"/>
                  </a:lnTo>
                  <a:lnTo>
                    <a:pt x="635032" y="297656"/>
                  </a:lnTo>
                  <a:lnTo>
                    <a:pt x="636461" y="298228"/>
                  </a:lnTo>
                  <a:lnTo>
                    <a:pt x="637413" y="298990"/>
                  </a:lnTo>
                  <a:lnTo>
                    <a:pt x="638365" y="299466"/>
                  </a:lnTo>
                  <a:lnTo>
                    <a:pt x="639889" y="298799"/>
                  </a:lnTo>
                  <a:lnTo>
                    <a:pt x="640271" y="298037"/>
                  </a:lnTo>
                  <a:lnTo>
                    <a:pt x="641413" y="294608"/>
                  </a:lnTo>
                  <a:lnTo>
                    <a:pt x="641699" y="293656"/>
                  </a:lnTo>
                  <a:lnTo>
                    <a:pt x="641032" y="292322"/>
                  </a:lnTo>
                  <a:lnTo>
                    <a:pt x="640080" y="291465"/>
                  </a:lnTo>
                  <a:lnTo>
                    <a:pt x="639032" y="290894"/>
                  </a:lnTo>
                  <a:lnTo>
                    <a:pt x="638175" y="289941"/>
                  </a:lnTo>
                  <a:lnTo>
                    <a:pt x="637889" y="288703"/>
                  </a:lnTo>
                  <a:lnTo>
                    <a:pt x="637794" y="286417"/>
                  </a:lnTo>
                  <a:lnTo>
                    <a:pt x="637127" y="285369"/>
                  </a:lnTo>
                  <a:lnTo>
                    <a:pt x="633984" y="282035"/>
                  </a:lnTo>
                  <a:lnTo>
                    <a:pt x="615124" y="257175"/>
                  </a:lnTo>
                  <a:lnTo>
                    <a:pt x="612457" y="252508"/>
                  </a:lnTo>
                  <a:lnTo>
                    <a:pt x="611886" y="250031"/>
                  </a:lnTo>
                  <a:lnTo>
                    <a:pt x="613410" y="246221"/>
                  </a:lnTo>
                  <a:lnTo>
                    <a:pt x="613220" y="244316"/>
                  </a:lnTo>
                  <a:lnTo>
                    <a:pt x="612838" y="243173"/>
                  </a:lnTo>
                  <a:lnTo>
                    <a:pt x="612362" y="240792"/>
                  </a:lnTo>
                  <a:lnTo>
                    <a:pt x="612267" y="239554"/>
                  </a:lnTo>
                  <a:lnTo>
                    <a:pt x="611981" y="238315"/>
                  </a:lnTo>
                  <a:lnTo>
                    <a:pt x="610648" y="236315"/>
                  </a:lnTo>
                  <a:lnTo>
                    <a:pt x="610172" y="235077"/>
                  </a:lnTo>
                  <a:lnTo>
                    <a:pt x="610172" y="232315"/>
                  </a:lnTo>
                  <a:lnTo>
                    <a:pt x="611124" y="229743"/>
                  </a:lnTo>
                  <a:lnTo>
                    <a:pt x="612648" y="227552"/>
                  </a:lnTo>
                  <a:lnTo>
                    <a:pt x="614553" y="225838"/>
                  </a:lnTo>
                  <a:lnTo>
                    <a:pt x="619125" y="222599"/>
                  </a:lnTo>
                  <a:lnTo>
                    <a:pt x="621125" y="220790"/>
                  </a:lnTo>
                  <a:lnTo>
                    <a:pt x="625030" y="215741"/>
                  </a:lnTo>
                  <a:lnTo>
                    <a:pt x="626555" y="214789"/>
                  </a:lnTo>
                  <a:lnTo>
                    <a:pt x="630269" y="213646"/>
                  </a:lnTo>
                  <a:lnTo>
                    <a:pt x="631984" y="213169"/>
                  </a:lnTo>
                  <a:lnTo>
                    <a:pt x="632650" y="213169"/>
                  </a:lnTo>
                  <a:lnTo>
                    <a:pt x="633031" y="212598"/>
                  </a:lnTo>
                  <a:lnTo>
                    <a:pt x="633222" y="210979"/>
                  </a:lnTo>
                  <a:lnTo>
                    <a:pt x="633603" y="209550"/>
                  </a:lnTo>
                  <a:lnTo>
                    <a:pt x="634460" y="208883"/>
                  </a:lnTo>
                  <a:lnTo>
                    <a:pt x="636746" y="208121"/>
                  </a:lnTo>
                  <a:lnTo>
                    <a:pt x="637413" y="207359"/>
                  </a:lnTo>
                  <a:lnTo>
                    <a:pt x="638365" y="205454"/>
                  </a:lnTo>
                  <a:lnTo>
                    <a:pt x="639128" y="204978"/>
                  </a:lnTo>
                  <a:lnTo>
                    <a:pt x="640366" y="204597"/>
                  </a:lnTo>
                  <a:lnTo>
                    <a:pt x="641318" y="204026"/>
                  </a:lnTo>
                  <a:lnTo>
                    <a:pt x="647129" y="198691"/>
                  </a:lnTo>
                  <a:lnTo>
                    <a:pt x="648938" y="196596"/>
                  </a:lnTo>
                  <a:lnTo>
                    <a:pt x="650462" y="194501"/>
                  </a:lnTo>
                  <a:lnTo>
                    <a:pt x="651796" y="193167"/>
                  </a:lnTo>
                  <a:lnTo>
                    <a:pt x="653987" y="192119"/>
                  </a:lnTo>
                  <a:lnTo>
                    <a:pt x="656177" y="191548"/>
                  </a:lnTo>
                  <a:lnTo>
                    <a:pt x="657987" y="191833"/>
                  </a:lnTo>
                  <a:lnTo>
                    <a:pt x="659321" y="193453"/>
                  </a:lnTo>
                  <a:lnTo>
                    <a:pt x="659416" y="195167"/>
                  </a:lnTo>
                  <a:lnTo>
                    <a:pt x="659892" y="196024"/>
                  </a:lnTo>
                  <a:lnTo>
                    <a:pt x="662464" y="195167"/>
                  </a:lnTo>
                  <a:lnTo>
                    <a:pt x="664559" y="193929"/>
                  </a:lnTo>
                  <a:lnTo>
                    <a:pt x="665131" y="192977"/>
                  </a:lnTo>
                  <a:lnTo>
                    <a:pt x="664940" y="191452"/>
                  </a:lnTo>
                  <a:lnTo>
                    <a:pt x="664845" y="188500"/>
                  </a:lnTo>
                  <a:lnTo>
                    <a:pt x="665321" y="186404"/>
                  </a:lnTo>
                  <a:lnTo>
                    <a:pt x="667226" y="182594"/>
                  </a:lnTo>
                  <a:lnTo>
                    <a:pt x="667893" y="180785"/>
                  </a:lnTo>
                  <a:close/>
                </a:path>
              </a:pathLst>
            </a:custGeom>
            <a:grpFill/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9" name="Freeform: Shape 40">
              <a:extLst>
                <a:ext uri="{FF2B5EF4-FFF2-40B4-BE49-F238E27FC236}">
                  <a16:creationId xmlns:a16="http://schemas.microsoft.com/office/drawing/2014/main" id="{582E045F-53D2-A37E-F5A8-8E99C7A8770B}"/>
                </a:ext>
              </a:extLst>
            </p:cNvPr>
            <p:cNvSpPr/>
            <p:nvPr/>
          </p:nvSpPr>
          <p:spPr>
            <a:xfrm>
              <a:off x="8018340" y="4187330"/>
              <a:ext cx="1369532" cy="1157748"/>
            </a:xfrm>
            <a:custGeom>
              <a:avLst/>
              <a:gdLst>
                <a:gd name="connsiteX0" fmla="*/ 929545 w 923925"/>
                <a:gd name="connsiteY0" fmla="*/ 7334 h 781050"/>
                <a:gd name="connsiteX1" fmla="*/ 928687 w 923925"/>
                <a:gd name="connsiteY1" fmla="*/ 7144 h 781050"/>
                <a:gd name="connsiteX2" fmla="*/ 927925 w 923925"/>
                <a:gd name="connsiteY2" fmla="*/ 7144 h 781050"/>
                <a:gd name="connsiteX3" fmla="*/ 927449 w 923925"/>
                <a:gd name="connsiteY3" fmla="*/ 7620 h 781050"/>
                <a:gd name="connsiteX4" fmla="*/ 925544 w 923925"/>
                <a:gd name="connsiteY4" fmla="*/ 10573 h 781050"/>
                <a:gd name="connsiteX5" fmla="*/ 924973 w 923925"/>
                <a:gd name="connsiteY5" fmla="*/ 9430 h 781050"/>
                <a:gd name="connsiteX6" fmla="*/ 923544 w 923925"/>
                <a:gd name="connsiteY6" fmla="*/ 7906 h 781050"/>
                <a:gd name="connsiteX7" fmla="*/ 923258 w 923925"/>
                <a:gd name="connsiteY7" fmla="*/ 7239 h 781050"/>
                <a:gd name="connsiteX8" fmla="*/ 923353 w 923925"/>
                <a:gd name="connsiteY8" fmla="*/ 5715 h 781050"/>
                <a:gd name="connsiteX9" fmla="*/ 924496 w 923925"/>
                <a:gd name="connsiteY9" fmla="*/ 3905 h 781050"/>
                <a:gd name="connsiteX10" fmla="*/ 924782 w 923925"/>
                <a:gd name="connsiteY10" fmla="*/ 2667 h 781050"/>
                <a:gd name="connsiteX11" fmla="*/ 925354 w 923925"/>
                <a:gd name="connsiteY11" fmla="*/ 1619 h 781050"/>
                <a:gd name="connsiteX12" fmla="*/ 926687 w 923925"/>
                <a:gd name="connsiteY12" fmla="*/ 2762 h 781050"/>
                <a:gd name="connsiteX13" fmla="*/ 928307 w 923925"/>
                <a:gd name="connsiteY13" fmla="*/ 4572 h 781050"/>
                <a:gd name="connsiteX14" fmla="*/ 929545 w 923925"/>
                <a:gd name="connsiteY14" fmla="*/ 5525 h 781050"/>
                <a:gd name="connsiteX15" fmla="*/ 929831 w 923925"/>
                <a:gd name="connsiteY15" fmla="*/ 5429 h 781050"/>
                <a:gd name="connsiteX16" fmla="*/ 929831 w 923925"/>
                <a:gd name="connsiteY16" fmla="*/ 5429 h 781050"/>
                <a:gd name="connsiteX17" fmla="*/ 929449 w 923925"/>
                <a:gd name="connsiteY17" fmla="*/ 2572 h 781050"/>
                <a:gd name="connsiteX18" fmla="*/ 929069 w 923925"/>
                <a:gd name="connsiteY18" fmla="*/ 1715 h 781050"/>
                <a:gd name="connsiteX19" fmla="*/ 928211 w 923925"/>
                <a:gd name="connsiteY19" fmla="*/ 572 h 781050"/>
                <a:gd name="connsiteX20" fmla="*/ 927259 w 923925"/>
                <a:gd name="connsiteY20" fmla="*/ 191 h 781050"/>
                <a:gd name="connsiteX21" fmla="*/ 926020 w 923925"/>
                <a:gd name="connsiteY21" fmla="*/ 0 h 781050"/>
                <a:gd name="connsiteX22" fmla="*/ 921925 w 923925"/>
                <a:gd name="connsiteY22" fmla="*/ 0 h 781050"/>
                <a:gd name="connsiteX23" fmla="*/ 920306 w 923925"/>
                <a:gd name="connsiteY23" fmla="*/ 95 h 781050"/>
                <a:gd name="connsiteX24" fmla="*/ 919258 w 923925"/>
                <a:gd name="connsiteY24" fmla="*/ 476 h 781050"/>
                <a:gd name="connsiteX25" fmla="*/ 918782 w 923925"/>
                <a:gd name="connsiteY25" fmla="*/ 953 h 781050"/>
                <a:gd name="connsiteX26" fmla="*/ 918972 w 923925"/>
                <a:gd name="connsiteY26" fmla="*/ 1715 h 781050"/>
                <a:gd name="connsiteX27" fmla="*/ 919353 w 923925"/>
                <a:gd name="connsiteY27" fmla="*/ 2477 h 781050"/>
                <a:gd name="connsiteX28" fmla="*/ 919544 w 923925"/>
                <a:gd name="connsiteY28" fmla="*/ 3239 h 781050"/>
                <a:gd name="connsiteX29" fmla="*/ 919734 w 923925"/>
                <a:gd name="connsiteY29" fmla="*/ 4382 h 781050"/>
                <a:gd name="connsiteX30" fmla="*/ 919448 w 923925"/>
                <a:gd name="connsiteY30" fmla="*/ 6001 h 781050"/>
                <a:gd name="connsiteX31" fmla="*/ 918782 w 923925"/>
                <a:gd name="connsiteY31" fmla="*/ 7430 h 781050"/>
                <a:gd name="connsiteX32" fmla="*/ 917448 w 923925"/>
                <a:gd name="connsiteY32" fmla="*/ 8668 h 781050"/>
                <a:gd name="connsiteX33" fmla="*/ 916495 w 923925"/>
                <a:gd name="connsiteY33" fmla="*/ 8668 h 781050"/>
                <a:gd name="connsiteX34" fmla="*/ 915924 w 923925"/>
                <a:gd name="connsiteY34" fmla="*/ 8287 h 781050"/>
                <a:gd name="connsiteX35" fmla="*/ 915353 w 923925"/>
                <a:gd name="connsiteY35" fmla="*/ 7715 h 781050"/>
                <a:gd name="connsiteX36" fmla="*/ 914114 w 923925"/>
                <a:gd name="connsiteY36" fmla="*/ 7430 h 781050"/>
                <a:gd name="connsiteX37" fmla="*/ 905542 w 923925"/>
                <a:gd name="connsiteY37" fmla="*/ 11621 h 781050"/>
                <a:gd name="connsiteX38" fmla="*/ 904303 w 923925"/>
                <a:gd name="connsiteY38" fmla="*/ 12478 h 781050"/>
                <a:gd name="connsiteX39" fmla="*/ 900779 w 923925"/>
                <a:gd name="connsiteY39" fmla="*/ 15716 h 781050"/>
                <a:gd name="connsiteX40" fmla="*/ 899446 w 923925"/>
                <a:gd name="connsiteY40" fmla="*/ 16097 h 781050"/>
                <a:gd name="connsiteX41" fmla="*/ 898017 w 923925"/>
                <a:gd name="connsiteY41" fmla="*/ 16002 h 781050"/>
                <a:gd name="connsiteX42" fmla="*/ 896683 w 923925"/>
                <a:gd name="connsiteY42" fmla="*/ 15716 h 781050"/>
                <a:gd name="connsiteX43" fmla="*/ 895064 w 923925"/>
                <a:gd name="connsiteY43" fmla="*/ 15621 h 781050"/>
                <a:gd name="connsiteX44" fmla="*/ 894398 w 923925"/>
                <a:gd name="connsiteY44" fmla="*/ 16002 h 781050"/>
                <a:gd name="connsiteX45" fmla="*/ 894112 w 923925"/>
                <a:gd name="connsiteY45" fmla="*/ 16574 h 781050"/>
                <a:gd name="connsiteX46" fmla="*/ 894302 w 923925"/>
                <a:gd name="connsiteY46" fmla="*/ 17431 h 781050"/>
                <a:gd name="connsiteX47" fmla="*/ 894874 w 923925"/>
                <a:gd name="connsiteY47" fmla="*/ 18860 h 781050"/>
                <a:gd name="connsiteX48" fmla="*/ 894969 w 923925"/>
                <a:gd name="connsiteY48" fmla="*/ 19622 h 781050"/>
                <a:gd name="connsiteX49" fmla="*/ 894969 w 923925"/>
                <a:gd name="connsiteY49" fmla="*/ 19717 h 781050"/>
                <a:gd name="connsiteX50" fmla="*/ 894016 w 923925"/>
                <a:gd name="connsiteY50" fmla="*/ 21336 h 781050"/>
                <a:gd name="connsiteX51" fmla="*/ 893731 w 923925"/>
                <a:gd name="connsiteY51" fmla="*/ 22193 h 781050"/>
                <a:gd name="connsiteX52" fmla="*/ 893636 w 923925"/>
                <a:gd name="connsiteY52" fmla="*/ 22955 h 781050"/>
                <a:gd name="connsiteX53" fmla="*/ 893826 w 923925"/>
                <a:gd name="connsiteY53" fmla="*/ 23527 h 781050"/>
                <a:gd name="connsiteX54" fmla="*/ 894112 w 923925"/>
                <a:gd name="connsiteY54" fmla="*/ 24003 h 781050"/>
                <a:gd name="connsiteX55" fmla="*/ 894302 w 923925"/>
                <a:gd name="connsiteY55" fmla="*/ 24575 h 781050"/>
                <a:gd name="connsiteX56" fmla="*/ 894112 w 923925"/>
                <a:gd name="connsiteY56" fmla="*/ 25337 h 781050"/>
                <a:gd name="connsiteX57" fmla="*/ 893540 w 923925"/>
                <a:gd name="connsiteY57" fmla="*/ 26194 h 781050"/>
                <a:gd name="connsiteX58" fmla="*/ 889445 w 923925"/>
                <a:gd name="connsiteY58" fmla="*/ 31337 h 781050"/>
                <a:gd name="connsiteX59" fmla="*/ 888397 w 923925"/>
                <a:gd name="connsiteY59" fmla="*/ 31718 h 781050"/>
                <a:gd name="connsiteX60" fmla="*/ 887349 w 923925"/>
                <a:gd name="connsiteY60" fmla="*/ 31623 h 781050"/>
                <a:gd name="connsiteX61" fmla="*/ 886111 w 923925"/>
                <a:gd name="connsiteY61" fmla="*/ 31433 h 781050"/>
                <a:gd name="connsiteX62" fmla="*/ 885349 w 923925"/>
                <a:gd name="connsiteY62" fmla="*/ 31814 h 781050"/>
                <a:gd name="connsiteX63" fmla="*/ 884682 w 923925"/>
                <a:gd name="connsiteY63" fmla="*/ 32576 h 781050"/>
                <a:gd name="connsiteX64" fmla="*/ 883634 w 923925"/>
                <a:gd name="connsiteY64" fmla="*/ 35909 h 781050"/>
                <a:gd name="connsiteX65" fmla="*/ 882682 w 923925"/>
                <a:gd name="connsiteY65" fmla="*/ 38100 h 781050"/>
                <a:gd name="connsiteX66" fmla="*/ 880682 w 923925"/>
                <a:gd name="connsiteY66" fmla="*/ 40767 h 781050"/>
                <a:gd name="connsiteX67" fmla="*/ 878872 w 923925"/>
                <a:gd name="connsiteY67" fmla="*/ 42101 h 781050"/>
                <a:gd name="connsiteX68" fmla="*/ 876776 w 923925"/>
                <a:gd name="connsiteY68" fmla="*/ 42958 h 781050"/>
                <a:gd name="connsiteX69" fmla="*/ 869347 w 923925"/>
                <a:gd name="connsiteY69" fmla="*/ 43434 h 781050"/>
                <a:gd name="connsiteX70" fmla="*/ 861060 w 923925"/>
                <a:gd name="connsiteY70" fmla="*/ 45530 h 781050"/>
                <a:gd name="connsiteX71" fmla="*/ 858774 w 923925"/>
                <a:gd name="connsiteY71" fmla="*/ 45815 h 781050"/>
                <a:gd name="connsiteX72" fmla="*/ 857726 w 923925"/>
                <a:gd name="connsiteY72" fmla="*/ 45530 h 781050"/>
                <a:gd name="connsiteX73" fmla="*/ 856107 w 923925"/>
                <a:gd name="connsiteY73" fmla="*/ 44291 h 781050"/>
                <a:gd name="connsiteX74" fmla="*/ 855059 w 923925"/>
                <a:gd name="connsiteY74" fmla="*/ 43815 h 781050"/>
                <a:gd name="connsiteX75" fmla="*/ 852011 w 923925"/>
                <a:gd name="connsiteY75" fmla="*/ 43720 h 781050"/>
                <a:gd name="connsiteX76" fmla="*/ 850773 w 923925"/>
                <a:gd name="connsiteY76" fmla="*/ 43339 h 781050"/>
                <a:gd name="connsiteX77" fmla="*/ 849725 w 923925"/>
                <a:gd name="connsiteY77" fmla="*/ 42482 h 781050"/>
                <a:gd name="connsiteX78" fmla="*/ 848296 w 923925"/>
                <a:gd name="connsiteY78" fmla="*/ 41910 h 781050"/>
                <a:gd name="connsiteX79" fmla="*/ 846391 w 923925"/>
                <a:gd name="connsiteY79" fmla="*/ 41815 h 781050"/>
                <a:gd name="connsiteX80" fmla="*/ 839819 w 923925"/>
                <a:gd name="connsiteY80" fmla="*/ 43244 h 781050"/>
                <a:gd name="connsiteX81" fmla="*/ 834295 w 923925"/>
                <a:gd name="connsiteY81" fmla="*/ 43053 h 781050"/>
                <a:gd name="connsiteX82" fmla="*/ 828865 w 923925"/>
                <a:gd name="connsiteY82" fmla="*/ 43434 h 781050"/>
                <a:gd name="connsiteX83" fmla="*/ 828294 w 923925"/>
                <a:gd name="connsiteY83" fmla="*/ 43148 h 781050"/>
                <a:gd name="connsiteX84" fmla="*/ 827341 w 923925"/>
                <a:gd name="connsiteY84" fmla="*/ 42386 h 781050"/>
                <a:gd name="connsiteX85" fmla="*/ 826865 w 923925"/>
                <a:gd name="connsiteY85" fmla="*/ 42101 h 781050"/>
                <a:gd name="connsiteX86" fmla="*/ 826389 w 923925"/>
                <a:gd name="connsiteY86" fmla="*/ 41720 h 781050"/>
                <a:gd name="connsiteX87" fmla="*/ 826008 w 923925"/>
                <a:gd name="connsiteY87" fmla="*/ 41148 h 781050"/>
                <a:gd name="connsiteX88" fmla="*/ 825436 w 923925"/>
                <a:gd name="connsiteY88" fmla="*/ 39910 h 781050"/>
                <a:gd name="connsiteX89" fmla="*/ 824770 w 923925"/>
                <a:gd name="connsiteY89" fmla="*/ 38862 h 781050"/>
                <a:gd name="connsiteX90" fmla="*/ 823912 w 923925"/>
                <a:gd name="connsiteY90" fmla="*/ 37910 h 781050"/>
                <a:gd name="connsiteX91" fmla="*/ 823532 w 923925"/>
                <a:gd name="connsiteY91" fmla="*/ 37433 h 781050"/>
                <a:gd name="connsiteX92" fmla="*/ 823246 w 923925"/>
                <a:gd name="connsiteY92" fmla="*/ 36862 h 781050"/>
                <a:gd name="connsiteX93" fmla="*/ 822770 w 923925"/>
                <a:gd name="connsiteY93" fmla="*/ 35528 h 781050"/>
                <a:gd name="connsiteX94" fmla="*/ 821531 w 923925"/>
                <a:gd name="connsiteY94" fmla="*/ 31814 h 781050"/>
                <a:gd name="connsiteX95" fmla="*/ 820293 w 923925"/>
                <a:gd name="connsiteY95" fmla="*/ 30194 h 781050"/>
                <a:gd name="connsiteX96" fmla="*/ 819912 w 923925"/>
                <a:gd name="connsiteY96" fmla="*/ 29528 h 781050"/>
                <a:gd name="connsiteX97" fmla="*/ 818960 w 923925"/>
                <a:gd name="connsiteY97" fmla="*/ 24479 h 781050"/>
                <a:gd name="connsiteX98" fmla="*/ 817054 w 923925"/>
                <a:gd name="connsiteY98" fmla="*/ 19812 h 781050"/>
                <a:gd name="connsiteX99" fmla="*/ 814578 w 923925"/>
                <a:gd name="connsiteY99" fmla="*/ 18669 h 781050"/>
                <a:gd name="connsiteX100" fmla="*/ 813625 w 923925"/>
                <a:gd name="connsiteY100" fmla="*/ 18574 h 781050"/>
                <a:gd name="connsiteX101" fmla="*/ 812673 w 923925"/>
                <a:gd name="connsiteY101" fmla="*/ 18574 h 781050"/>
                <a:gd name="connsiteX102" fmla="*/ 811816 w 923925"/>
                <a:gd name="connsiteY102" fmla="*/ 18955 h 781050"/>
                <a:gd name="connsiteX103" fmla="*/ 811054 w 923925"/>
                <a:gd name="connsiteY103" fmla="*/ 19622 h 781050"/>
                <a:gd name="connsiteX104" fmla="*/ 810958 w 923925"/>
                <a:gd name="connsiteY104" fmla="*/ 19717 h 781050"/>
                <a:gd name="connsiteX105" fmla="*/ 810673 w 923925"/>
                <a:gd name="connsiteY105" fmla="*/ 20384 h 781050"/>
                <a:gd name="connsiteX106" fmla="*/ 810482 w 923925"/>
                <a:gd name="connsiteY106" fmla="*/ 21146 h 781050"/>
                <a:gd name="connsiteX107" fmla="*/ 810482 w 923925"/>
                <a:gd name="connsiteY107" fmla="*/ 22098 h 781050"/>
                <a:gd name="connsiteX108" fmla="*/ 810673 w 923925"/>
                <a:gd name="connsiteY108" fmla="*/ 23146 h 781050"/>
                <a:gd name="connsiteX109" fmla="*/ 810958 w 923925"/>
                <a:gd name="connsiteY109" fmla="*/ 24003 h 781050"/>
                <a:gd name="connsiteX110" fmla="*/ 811149 w 923925"/>
                <a:gd name="connsiteY110" fmla="*/ 24956 h 781050"/>
                <a:gd name="connsiteX111" fmla="*/ 811244 w 923925"/>
                <a:gd name="connsiteY111" fmla="*/ 26099 h 781050"/>
                <a:gd name="connsiteX112" fmla="*/ 810863 w 923925"/>
                <a:gd name="connsiteY112" fmla="*/ 27623 h 781050"/>
                <a:gd name="connsiteX113" fmla="*/ 810292 w 923925"/>
                <a:gd name="connsiteY113" fmla="*/ 28289 h 781050"/>
                <a:gd name="connsiteX114" fmla="*/ 809625 w 923925"/>
                <a:gd name="connsiteY114" fmla="*/ 28385 h 781050"/>
                <a:gd name="connsiteX115" fmla="*/ 808863 w 923925"/>
                <a:gd name="connsiteY115" fmla="*/ 27813 h 781050"/>
                <a:gd name="connsiteX116" fmla="*/ 808196 w 923925"/>
                <a:gd name="connsiteY116" fmla="*/ 26575 h 781050"/>
                <a:gd name="connsiteX117" fmla="*/ 806006 w 923925"/>
                <a:gd name="connsiteY117" fmla="*/ 19526 h 781050"/>
                <a:gd name="connsiteX118" fmla="*/ 805434 w 923925"/>
                <a:gd name="connsiteY118" fmla="*/ 18288 h 781050"/>
                <a:gd name="connsiteX119" fmla="*/ 803815 w 923925"/>
                <a:gd name="connsiteY119" fmla="*/ 15716 h 781050"/>
                <a:gd name="connsiteX120" fmla="*/ 799148 w 923925"/>
                <a:gd name="connsiteY120" fmla="*/ 10478 h 781050"/>
                <a:gd name="connsiteX121" fmla="*/ 798195 w 923925"/>
                <a:gd name="connsiteY121" fmla="*/ 9049 h 781050"/>
                <a:gd name="connsiteX122" fmla="*/ 796481 w 923925"/>
                <a:gd name="connsiteY122" fmla="*/ 5715 h 781050"/>
                <a:gd name="connsiteX123" fmla="*/ 795242 w 923925"/>
                <a:gd name="connsiteY123" fmla="*/ 3905 h 781050"/>
                <a:gd name="connsiteX124" fmla="*/ 794290 w 923925"/>
                <a:gd name="connsiteY124" fmla="*/ 3715 h 781050"/>
                <a:gd name="connsiteX125" fmla="*/ 793528 w 923925"/>
                <a:gd name="connsiteY125" fmla="*/ 4191 h 781050"/>
                <a:gd name="connsiteX126" fmla="*/ 792956 w 923925"/>
                <a:gd name="connsiteY126" fmla="*/ 5429 h 781050"/>
                <a:gd name="connsiteX127" fmla="*/ 792480 w 923925"/>
                <a:gd name="connsiteY127" fmla="*/ 6953 h 781050"/>
                <a:gd name="connsiteX128" fmla="*/ 792194 w 923925"/>
                <a:gd name="connsiteY128" fmla="*/ 8477 h 781050"/>
                <a:gd name="connsiteX129" fmla="*/ 791528 w 923925"/>
                <a:gd name="connsiteY129" fmla="*/ 9906 h 781050"/>
                <a:gd name="connsiteX130" fmla="*/ 790575 w 923925"/>
                <a:gd name="connsiteY130" fmla="*/ 11144 h 781050"/>
                <a:gd name="connsiteX131" fmla="*/ 788384 w 923925"/>
                <a:gd name="connsiteY131" fmla="*/ 11811 h 781050"/>
                <a:gd name="connsiteX132" fmla="*/ 787432 w 923925"/>
                <a:gd name="connsiteY132" fmla="*/ 12478 h 781050"/>
                <a:gd name="connsiteX133" fmla="*/ 786670 w 923925"/>
                <a:gd name="connsiteY133" fmla="*/ 13335 h 781050"/>
                <a:gd name="connsiteX134" fmla="*/ 785717 w 923925"/>
                <a:gd name="connsiteY134" fmla="*/ 16288 h 781050"/>
                <a:gd name="connsiteX135" fmla="*/ 784955 w 923925"/>
                <a:gd name="connsiteY135" fmla="*/ 17717 h 781050"/>
                <a:gd name="connsiteX136" fmla="*/ 784193 w 923925"/>
                <a:gd name="connsiteY136" fmla="*/ 18479 h 781050"/>
                <a:gd name="connsiteX137" fmla="*/ 783050 w 923925"/>
                <a:gd name="connsiteY137" fmla="*/ 18860 h 781050"/>
                <a:gd name="connsiteX138" fmla="*/ 782383 w 923925"/>
                <a:gd name="connsiteY138" fmla="*/ 18574 h 781050"/>
                <a:gd name="connsiteX139" fmla="*/ 781907 w 923925"/>
                <a:gd name="connsiteY139" fmla="*/ 17717 h 781050"/>
                <a:gd name="connsiteX140" fmla="*/ 781336 w 923925"/>
                <a:gd name="connsiteY140" fmla="*/ 14764 h 781050"/>
                <a:gd name="connsiteX141" fmla="*/ 780860 w 923925"/>
                <a:gd name="connsiteY141" fmla="*/ 13335 h 781050"/>
                <a:gd name="connsiteX142" fmla="*/ 780193 w 923925"/>
                <a:gd name="connsiteY142" fmla="*/ 12192 h 781050"/>
                <a:gd name="connsiteX143" fmla="*/ 779240 w 923925"/>
                <a:gd name="connsiteY143" fmla="*/ 11240 h 781050"/>
                <a:gd name="connsiteX144" fmla="*/ 777907 w 923925"/>
                <a:gd name="connsiteY144" fmla="*/ 10668 h 781050"/>
                <a:gd name="connsiteX145" fmla="*/ 777145 w 923925"/>
                <a:gd name="connsiteY145" fmla="*/ 11144 h 781050"/>
                <a:gd name="connsiteX146" fmla="*/ 776954 w 923925"/>
                <a:gd name="connsiteY146" fmla="*/ 12192 h 781050"/>
                <a:gd name="connsiteX147" fmla="*/ 778097 w 923925"/>
                <a:gd name="connsiteY147" fmla="*/ 16383 h 781050"/>
                <a:gd name="connsiteX148" fmla="*/ 778002 w 923925"/>
                <a:gd name="connsiteY148" fmla="*/ 17431 h 781050"/>
                <a:gd name="connsiteX149" fmla="*/ 777716 w 923925"/>
                <a:gd name="connsiteY149" fmla="*/ 18288 h 781050"/>
                <a:gd name="connsiteX150" fmla="*/ 776287 w 923925"/>
                <a:gd name="connsiteY150" fmla="*/ 19336 h 781050"/>
                <a:gd name="connsiteX151" fmla="*/ 776192 w 923925"/>
                <a:gd name="connsiteY151" fmla="*/ 19526 h 781050"/>
                <a:gd name="connsiteX152" fmla="*/ 776192 w 923925"/>
                <a:gd name="connsiteY152" fmla="*/ 19622 h 781050"/>
                <a:gd name="connsiteX153" fmla="*/ 776192 w 923925"/>
                <a:gd name="connsiteY153" fmla="*/ 19622 h 781050"/>
                <a:gd name="connsiteX154" fmla="*/ 776764 w 923925"/>
                <a:gd name="connsiteY154" fmla="*/ 20574 h 781050"/>
                <a:gd name="connsiteX155" fmla="*/ 776954 w 923925"/>
                <a:gd name="connsiteY155" fmla="*/ 21241 h 781050"/>
                <a:gd name="connsiteX156" fmla="*/ 776859 w 923925"/>
                <a:gd name="connsiteY156" fmla="*/ 22479 h 781050"/>
                <a:gd name="connsiteX157" fmla="*/ 776287 w 923925"/>
                <a:gd name="connsiteY157" fmla="*/ 23527 h 781050"/>
                <a:gd name="connsiteX158" fmla="*/ 774668 w 923925"/>
                <a:gd name="connsiteY158" fmla="*/ 24289 h 781050"/>
                <a:gd name="connsiteX159" fmla="*/ 773335 w 923925"/>
                <a:gd name="connsiteY159" fmla="*/ 24003 h 781050"/>
                <a:gd name="connsiteX160" fmla="*/ 770858 w 923925"/>
                <a:gd name="connsiteY160" fmla="*/ 22193 h 781050"/>
                <a:gd name="connsiteX161" fmla="*/ 769620 w 923925"/>
                <a:gd name="connsiteY161" fmla="*/ 21431 h 781050"/>
                <a:gd name="connsiteX162" fmla="*/ 766858 w 923925"/>
                <a:gd name="connsiteY162" fmla="*/ 20574 h 781050"/>
                <a:gd name="connsiteX163" fmla="*/ 765429 w 923925"/>
                <a:gd name="connsiteY163" fmla="*/ 19812 h 781050"/>
                <a:gd name="connsiteX164" fmla="*/ 765143 w 923925"/>
                <a:gd name="connsiteY164" fmla="*/ 19526 h 781050"/>
                <a:gd name="connsiteX165" fmla="*/ 763810 w 923925"/>
                <a:gd name="connsiteY165" fmla="*/ 19145 h 781050"/>
                <a:gd name="connsiteX166" fmla="*/ 762667 w 923925"/>
                <a:gd name="connsiteY166" fmla="*/ 19241 h 781050"/>
                <a:gd name="connsiteX167" fmla="*/ 761619 w 923925"/>
                <a:gd name="connsiteY167" fmla="*/ 19431 h 781050"/>
                <a:gd name="connsiteX168" fmla="*/ 760571 w 923925"/>
                <a:gd name="connsiteY168" fmla="*/ 19717 h 781050"/>
                <a:gd name="connsiteX169" fmla="*/ 758952 w 923925"/>
                <a:gd name="connsiteY169" fmla="*/ 20669 h 781050"/>
                <a:gd name="connsiteX170" fmla="*/ 758761 w 923925"/>
                <a:gd name="connsiteY170" fmla="*/ 21717 h 781050"/>
                <a:gd name="connsiteX171" fmla="*/ 758857 w 923925"/>
                <a:gd name="connsiteY171" fmla="*/ 22479 h 781050"/>
                <a:gd name="connsiteX172" fmla="*/ 759333 w 923925"/>
                <a:gd name="connsiteY172" fmla="*/ 23146 h 781050"/>
                <a:gd name="connsiteX173" fmla="*/ 760000 w 923925"/>
                <a:gd name="connsiteY173" fmla="*/ 23717 h 781050"/>
                <a:gd name="connsiteX174" fmla="*/ 760476 w 923925"/>
                <a:gd name="connsiteY174" fmla="*/ 24384 h 781050"/>
                <a:gd name="connsiteX175" fmla="*/ 760952 w 923925"/>
                <a:gd name="connsiteY175" fmla="*/ 25337 h 781050"/>
                <a:gd name="connsiteX176" fmla="*/ 761619 w 923925"/>
                <a:gd name="connsiteY176" fmla="*/ 27432 h 781050"/>
                <a:gd name="connsiteX177" fmla="*/ 762000 w 923925"/>
                <a:gd name="connsiteY177" fmla="*/ 28099 h 781050"/>
                <a:gd name="connsiteX178" fmla="*/ 764381 w 923925"/>
                <a:gd name="connsiteY178" fmla="*/ 31147 h 781050"/>
                <a:gd name="connsiteX179" fmla="*/ 764953 w 923925"/>
                <a:gd name="connsiteY179" fmla="*/ 31528 h 781050"/>
                <a:gd name="connsiteX180" fmla="*/ 765429 w 923925"/>
                <a:gd name="connsiteY180" fmla="*/ 31718 h 781050"/>
                <a:gd name="connsiteX181" fmla="*/ 766000 w 923925"/>
                <a:gd name="connsiteY181" fmla="*/ 31718 h 781050"/>
                <a:gd name="connsiteX182" fmla="*/ 766667 w 923925"/>
                <a:gd name="connsiteY182" fmla="*/ 31814 h 781050"/>
                <a:gd name="connsiteX183" fmla="*/ 767239 w 923925"/>
                <a:gd name="connsiteY183" fmla="*/ 32004 h 781050"/>
                <a:gd name="connsiteX184" fmla="*/ 767524 w 923925"/>
                <a:gd name="connsiteY184" fmla="*/ 32385 h 781050"/>
                <a:gd name="connsiteX185" fmla="*/ 767906 w 923925"/>
                <a:gd name="connsiteY185" fmla="*/ 33814 h 781050"/>
                <a:gd name="connsiteX186" fmla="*/ 768191 w 923925"/>
                <a:gd name="connsiteY186" fmla="*/ 34385 h 781050"/>
                <a:gd name="connsiteX187" fmla="*/ 768667 w 923925"/>
                <a:gd name="connsiteY187" fmla="*/ 34862 h 781050"/>
                <a:gd name="connsiteX188" fmla="*/ 769239 w 923925"/>
                <a:gd name="connsiteY188" fmla="*/ 35147 h 781050"/>
                <a:gd name="connsiteX189" fmla="*/ 769715 w 923925"/>
                <a:gd name="connsiteY189" fmla="*/ 35528 h 781050"/>
                <a:gd name="connsiteX190" fmla="*/ 769811 w 923925"/>
                <a:gd name="connsiteY190" fmla="*/ 36290 h 781050"/>
                <a:gd name="connsiteX191" fmla="*/ 769429 w 923925"/>
                <a:gd name="connsiteY191" fmla="*/ 37433 h 781050"/>
                <a:gd name="connsiteX192" fmla="*/ 768001 w 923925"/>
                <a:gd name="connsiteY192" fmla="*/ 38672 h 781050"/>
                <a:gd name="connsiteX193" fmla="*/ 766382 w 923925"/>
                <a:gd name="connsiteY193" fmla="*/ 39434 h 781050"/>
                <a:gd name="connsiteX194" fmla="*/ 763905 w 923925"/>
                <a:gd name="connsiteY194" fmla="*/ 40196 h 781050"/>
                <a:gd name="connsiteX195" fmla="*/ 762095 w 923925"/>
                <a:gd name="connsiteY195" fmla="*/ 41243 h 781050"/>
                <a:gd name="connsiteX196" fmla="*/ 758476 w 923925"/>
                <a:gd name="connsiteY196" fmla="*/ 44006 h 781050"/>
                <a:gd name="connsiteX197" fmla="*/ 755618 w 923925"/>
                <a:gd name="connsiteY197" fmla="*/ 46768 h 781050"/>
                <a:gd name="connsiteX198" fmla="*/ 753808 w 923925"/>
                <a:gd name="connsiteY198" fmla="*/ 48101 h 781050"/>
                <a:gd name="connsiteX199" fmla="*/ 747427 w 923925"/>
                <a:gd name="connsiteY199" fmla="*/ 50959 h 781050"/>
                <a:gd name="connsiteX200" fmla="*/ 746189 w 923925"/>
                <a:gd name="connsiteY200" fmla="*/ 50768 h 781050"/>
                <a:gd name="connsiteX201" fmla="*/ 745141 w 923925"/>
                <a:gd name="connsiteY201" fmla="*/ 50006 h 781050"/>
                <a:gd name="connsiteX202" fmla="*/ 744093 w 923925"/>
                <a:gd name="connsiteY202" fmla="*/ 48863 h 781050"/>
                <a:gd name="connsiteX203" fmla="*/ 742760 w 923925"/>
                <a:gd name="connsiteY203" fmla="*/ 48197 h 781050"/>
                <a:gd name="connsiteX204" fmla="*/ 741521 w 923925"/>
                <a:gd name="connsiteY204" fmla="*/ 47911 h 781050"/>
                <a:gd name="connsiteX205" fmla="*/ 739997 w 923925"/>
                <a:gd name="connsiteY205" fmla="*/ 48101 h 781050"/>
                <a:gd name="connsiteX206" fmla="*/ 738759 w 923925"/>
                <a:gd name="connsiteY206" fmla="*/ 48863 h 781050"/>
                <a:gd name="connsiteX207" fmla="*/ 736759 w 923925"/>
                <a:gd name="connsiteY207" fmla="*/ 50864 h 781050"/>
                <a:gd name="connsiteX208" fmla="*/ 735425 w 923925"/>
                <a:gd name="connsiteY208" fmla="*/ 52578 h 781050"/>
                <a:gd name="connsiteX209" fmla="*/ 732853 w 923925"/>
                <a:gd name="connsiteY209" fmla="*/ 57055 h 781050"/>
                <a:gd name="connsiteX210" fmla="*/ 731615 w 923925"/>
                <a:gd name="connsiteY210" fmla="*/ 58769 h 781050"/>
                <a:gd name="connsiteX211" fmla="*/ 730282 w 923925"/>
                <a:gd name="connsiteY211" fmla="*/ 60293 h 781050"/>
                <a:gd name="connsiteX212" fmla="*/ 727424 w 923925"/>
                <a:gd name="connsiteY212" fmla="*/ 63056 h 781050"/>
                <a:gd name="connsiteX213" fmla="*/ 727139 w 923925"/>
                <a:gd name="connsiteY213" fmla="*/ 63627 h 781050"/>
                <a:gd name="connsiteX214" fmla="*/ 727043 w 923925"/>
                <a:gd name="connsiteY214" fmla="*/ 64484 h 781050"/>
                <a:gd name="connsiteX215" fmla="*/ 727043 w 923925"/>
                <a:gd name="connsiteY215" fmla="*/ 65437 h 781050"/>
                <a:gd name="connsiteX216" fmla="*/ 726853 w 923925"/>
                <a:gd name="connsiteY216" fmla="*/ 66580 h 781050"/>
                <a:gd name="connsiteX217" fmla="*/ 726567 w 923925"/>
                <a:gd name="connsiteY217" fmla="*/ 67628 h 781050"/>
                <a:gd name="connsiteX218" fmla="*/ 726377 w 923925"/>
                <a:gd name="connsiteY218" fmla="*/ 68580 h 781050"/>
                <a:gd name="connsiteX219" fmla="*/ 726567 w 923925"/>
                <a:gd name="connsiteY219" fmla="*/ 69533 h 781050"/>
                <a:gd name="connsiteX220" fmla="*/ 728282 w 923925"/>
                <a:gd name="connsiteY220" fmla="*/ 72200 h 781050"/>
                <a:gd name="connsiteX221" fmla="*/ 729139 w 923925"/>
                <a:gd name="connsiteY221" fmla="*/ 74486 h 781050"/>
                <a:gd name="connsiteX222" fmla="*/ 729520 w 923925"/>
                <a:gd name="connsiteY222" fmla="*/ 75057 h 781050"/>
                <a:gd name="connsiteX223" fmla="*/ 730282 w 923925"/>
                <a:gd name="connsiteY223" fmla="*/ 75152 h 781050"/>
                <a:gd name="connsiteX224" fmla="*/ 732187 w 923925"/>
                <a:gd name="connsiteY224" fmla="*/ 74867 h 781050"/>
                <a:gd name="connsiteX225" fmla="*/ 732853 w 923925"/>
                <a:gd name="connsiteY225" fmla="*/ 74867 h 781050"/>
                <a:gd name="connsiteX226" fmla="*/ 733235 w 923925"/>
                <a:gd name="connsiteY226" fmla="*/ 75152 h 781050"/>
                <a:gd name="connsiteX227" fmla="*/ 733520 w 923925"/>
                <a:gd name="connsiteY227" fmla="*/ 75533 h 781050"/>
                <a:gd name="connsiteX228" fmla="*/ 733711 w 923925"/>
                <a:gd name="connsiteY228" fmla="*/ 77153 h 781050"/>
                <a:gd name="connsiteX229" fmla="*/ 728282 w 923925"/>
                <a:gd name="connsiteY229" fmla="*/ 83915 h 781050"/>
                <a:gd name="connsiteX230" fmla="*/ 727900 w 923925"/>
                <a:gd name="connsiteY230" fmla="*/ 84868 h 781050"/>
                <a:gd name="connsiteX231" fmla="*/ 727520 w 923925"/>
                <a:gd name="connsiteY231" fmla="*/ 86296 h 781050"/>
                <a:gd name="connsiteX232" fmla="*/ 727996 w 923925"/>
                <a:gd name="connsiteY232" fmla="*/ 86963 h 781050"/>
                <a:gd name="connsiteX233" fmla="*/ 728567 w 923925"/>
                <a:gd name="connsiteY233" fmla="*/ 87630 h 781050"/>
                <a:gd name="connsiteX234" fmla="*/ 728948 w 923925"/>
                <a:gd name="connsiteY234" fmla="*/ 88773 h 781050"/>
                <a:gd name="connsiteX235" fmla="*/ 729044 w 923925"/>
                <a:gd name="connsiteY235" fmla="*/ 90392 h 781050"/>
                <a:gd name="connsiteX236" fmla="*/ 728472 w 923925"/>
                <a:gd name="connsiteY236" fmla="*/ 93631 h 781050"/>
                <a:gd name="connsiteX237" fmla="*/ 727424 w 923925"/>
                <a:gd name="connsiteY237" fmla="*/ 94679 h 781050"/>
                <a:gd name="connsiteX238" fmla="*/ 726186 w 923925"/>
                <a:gd name="connsiteY238" fmla="*/ 95060 h 781050"/>
                <a:gd name="connsiteX239" fmla="*/ 724662 w 923925"/>
                <a:gd name="connsiteY239" fmla="*/ 94964 h 781050"/>
                <a:gd name="connsiteX240" fmla="*/ 723710 w 923925"/>
                <a:gd name="connsiteY240" fmla="*/ 95060 h 781050"/>
                <a:gd name="connsiteX241" fmla="*/ 722566 w 923925"/>
                <a:gd name="connsiteY241" fmla="*/ 95536 h 781050"/>
                <a:gd name="connsiteX242" fmla="*/ 718375 w 923925"/>
                <a:gd name="connsiteY242" fmla="*/ 97631 h 781050"/>
                <a:gd name="connsiteX243" fmla="*/ 717328 w 923925"/>
                <a:gd name="connsiteY243" fmla="*/ 97822 h 781050"/>
                <a:gd name="connsiteX244" fmla="*/ 712851 w 923925"/>
                <a:gd name="connsiteY244" fmla="*/ 98012 h 781050"/>
                <a:gd name="connsiteX245" fmla="*/ 711803 w 923925"/>
                <a:gd name="connsiteY245" fmla="*/ 97727 h 781050"/>
                <a:gd name="connsiteX246" fmla="*/ 711041 w 923925"/>
                <a:gd name="connsiteY246" fmla="*/ 97155 h 781050"/>
                <a:gd name="connsiteX247" fmla="*/ 710660 w 923925"/>
                <a:gd name="connsiteY247" fmla="*/ 96203 h 781050"/>
                <a:gd name="connsiteX248" fmla="*/ 710660 w 923925"/>
                <a:gd name="connsiteY248" fmla="*/ 95155 h 781050"/>
                <a:gd name="connsiteX249" fmla="*/ 710946 w 923925"/>
                <a:gd name="connsiteY249" fmla="*/ 93059 h 781050"/>
                <a:gd name="connsiteX250" fmla="*/ 710660 w 923925"/>
                <a:gd name="connsiteY250" fmla="*/ 92107 h 781050"/>
                <a:gd name="connsiteX251" fmla="*/ 709803 w 923925"/>
                <a:gd name="connsiteY251" fmla="*/ 91440 h 781050"/>
                <a:gd name="connsiteX252" fmla="*/ 707803 w 923925"/>
                <a:gd name="connsiteY252" fmla="*/ 91345 h 781050"/>
                <a:gd name="connsiteX253" fmla="*/ 706374 w 923925"/>
                <a:gd name="connsiteY253" fmla="*/ 90869 h 781050"/>
                <a:gd name="connsiteX254" fmla="*/ 705136 w 923925"/>
                <a:gd name="connsiteY254" fmla="*/ 89916 h 781050"/>
                <a:gd name="connsiteX255" fmla="*/ 703993 w 923925"/>
                <a:gd name="connsiteY255" fmla="*/ 89154 h 781050"/>
                <a:gd name="connsiteX256" fmla="*/ 702564 w 923925"/>
                <a:gd name="connsiteY256" fmla="*/ 88773 h 781050"/>
                <a:gd name="connsiteX257" fmla="*/ 700183 w 923925"/>
                <a:gd name="connsiteY257" fmla="*/ 89154 h 781050"/>
                <a:gd name="connsiteX258" fmla="*/ 699040 w 923925"/>
                <a:gd name="connsiteY258" fmla="*/ 89821 h 781050"/>
                <a:gd name="connsiteX259" fmla="*/ 698373 w 923925"/>
                <a:gd name="connsiteY259" fmla="*/ 90678 h 781050"/>
                <a:gd name="connsiteX260" fmla="*/ 698468 w 923925"/>
                <a:gd name="connsiteY260" fmla="*/ 91916 h 781050"/>
                <a:gd name="connsiteX261" fmla="*/ 699230 w 923925"/>
                <a:gd name="connsiteY261" fmla="*/ 94774 h 781050"/>
                <a:gd name="connsiteX262" fmla="*/ 699135 w 923925"/>
                <a:gd name="connsiteY262" fmla="*/ 96298 h 781050"/>
                <a:gd name="connsiteX263" fmla="*/ 698659 w 923925"/>
                <a:gd name="connsiteY263" fmla="*/ 97727 h 781050"/>
                <a:gd name="connsiteX264" fmla="*/ 697516 w 923925"/>
                <a:gd name="connsiteY264" fmla="*/ 99346 h 781050"/>
                <a:gd name="connsiteX265" fmla="*/ 696182 w 923925"/>
                <a:gd name="connsiteY265" fmla="*/ 100203 h 781050"/>
                <a:gd name="connsiteX266" fmla="*/ 692658 w 923925"/>
                <a:gd name="connsiteY266" fmla="*/ 101537 h 781050"/>
                <a:gd name="connsiteX267" fmla="*/ 688943 w 923925"/>
                <a:gd name="connsiteY267" fmla="*/ 104108 h 781050"/>
                <a:gd name="connsiteX268" fmla="*/ 686943 w 923925"/>
                <a:gd name="connsiteY268" fmla="*/ 105156 h 781050"/>
                <a:gd name="connsiteX269" fmla="*/ 685705 w 923925"/>
                <a:gd name="connsiteY269" fmla="*/ 106013 h 781050"/>
                <a:gd name="connsiteX270" fmla="*/ 684943 w 923925"/>
                <a:gd name="connsiteY270" fmla="*/ 106871 h 781050"/>
                <a:gd name="connsiteX271" fmla="*/ 684657 w 923925"/>
                <a:gd name="connsiteY271" fmla="*/ 107918 h 781050"/>
                <a:gd name="connsiteX272" fmla="*/ 684086 w 923925"/>
                <a:gd name="connsiteY272" fmla="*/ 110776 h 781050"/>
                <a:gd name="connsiteX273" fmla="*/ 683609 w 923925"/>
                <a:gd name="connsiteY273" fmla="*/ 112014 h 781050"/>
                <a:gd name="connsiteX274" fmla="*/ 682466 w 923925"/>
                <a:gd name="connsiteY274" fmla="*/ 113347 h 781050"/>
                <a:gd name="connsiteX275" fmla="*/ 681704 w 923925"/>
                <a:gd name="connsiteY275" fmla="*/ 113443 h 781050"/>
                <a:gd name="connsiteX276" fmla="*/ 680180 w 923925"/>
                <a:gd name="connsiteY276" fmla="*/ 112586 h 781050"/>
                <a:gd name="connsiteX277" fmla="*/ 679228 w 923925"/>
                <a:gd name="connsiteY277" fmla="*/ 112395 h 781050"/>
                <a:gd name="connsiteX278" fmla="*/ 677799 w 923925"/>
                <a:gd name="connsiteY278" fmla="*/ 112300 h 781050"/>
                <a:gd name="connsiteX279" fmla="*/ 676846 w 923925"/>
                <a:gd name="connsiteY279" fmla="*/ 112014 h 781050"/>
                <a:gd name="connsiteX280" fmla="*/ 676085 w 923925"/>
                <a:gd name="connsiteY280" fmla="*/ 111443 h 781050"/>
                <a:gd name="connsiteX281" fmla="*/ 675608 w 923925"/>
                <a:gd name="connsiteY281" fmla="*/ 110680 h 781050"/>
                <a:gd name="connsiteX282" fmla="*/ 675323 w 923925"/>
                <a:gd name="connsiteY282" fmla="*/ 109538 h 781050"/>
                <a:gd name="connsiteX283" fmla="*/ 675323 w 923925"/>
                <a:gd name="connsiteY283" fmla="*/ 108299 h 781050"/>
                <a:gd name="connsiteX284" fmla="*/ 675608 w 923925"/>
                <a:gd name="connsiteY284" fmla="*/ 106871 h 781050"/>
                <a:gd name="connsiteX285" fmla="*/ 677132 w 923925"/>
                <a:gd name="connsiteY285" fmla="*/ 103537 h 781050"/>
                <a:gd name="connsiteX286" fmla="*/ 677323 w 923925"/>
                <a:gd name="connsiteY286" fmla="*/ 102584 h 781050"/>
                <a:gd name="connsiteX287" fmla="*/ 677323 w 923925"/>
                <a:gd name="connsiteY287" fmla="*/ 101632 h 781050"/>
                <a:gd name="connsiteX288" fmla="*/ 677037 w 923925"/>
                <a:gd name="connsiteY288" fmla="*/ 100679 h 781050"/>
                <a:gd name="connsiteX289" fmla="*/ 676465 w 923925"/>
                <a:gd name="connsiteY289" fmla="*/ 99632 h 781050"/>
                <a:gd name="connsiteX290" fmla="*/ 675799 w 923925"/>
                <a:gd name="connsiteY290" fmla="*/ 98774 h 781050"/>
                <a:gd name="connsiteX291" fmla="*/ 675037 w 923925"/>
                <a:gd name="connsiteY291" fmla="*/ 98012 h 781050"/>
                <a:gd name="connsiteX292" fmla="*/ 669322 w 923925"/>
                <a:gd name="connsiteY292" fmla="*/ 92869 h 781050"/>
                <a:gd name="connsiteX293" fmla="*/ 667988 w 923925"/>
                <a:gd name="connsiteY293" fmla="*/ 91250 h 781050"/>
                <a:gd name="connsiteX294" fmla="*/ 667321 w 923925"/>
                <a:gd name="connsiteY294" fmla="*/ 89821 h 781050"/>
                <a:gd name="connsiteX295" fmla="*/ 667226 w 923925"/>
                <a:gd name="connsiteY295" fmla="*/ 88392 h 781050"/>
                <a:gd name="connsiteX296" fmla="*/ 667512 w 923925"/>
                <a:gd name="connsiteY296" fmla="*/ 85916 h 781050"/>
                <a:gd name="connsiteX297" fmla="*/ 667417 w 923925"/>
                <a:gd name="connsiteY297" fmla="*/ 84963 h 781050"/>
                <a:gd name="connsiteX298" fmla="*/ 667226 w 923925"/>
                <a:gd name="connsiteY298" fmla="*/ 84201 h 781050"/>
                <a:gd name="connsiteX299" fmla="*/ 666845 w 923925"/>
                <a:gd name="connsiteY299" fmla="*/ 83439 h 781050"/>
                <a:gd name="connsiteX300" fmla="*/ 666655 w 923925"/>
                <a:gd name="connsiteY300" fmla="*/ 82772 h 781050"/>
                <a:gd name="connsiteX301" fmla="*/ 666655 w 923925"/>
                <a:gd name="connsiteY301" fmla="*/ 81820 h 781050"/>
                <a:gd name="connsiteX302" fmla="*/ 666750 w 923925"/>
                <a:gd name="connsiteY302" fmla="*/ 80772 h 781050"/>
                <a:gd name="connsiteX303" fmla="*/ 666750 w 923925"/>
                <a:gd name="connsiteY303" fmla="*/ 80010 h 781050"/>
                <a:gd name="connsiteX304" fmla="*/ 666274 w 923925"/>
                <a:gd name="connsiteY304" fmla="*/ 78962 h 781050"/>
                <a:gd name="connsiteX305" fmla="*/ 665702 w 923925"/>
                <a:gd name="connsiteY305" fmla="*/ 78772 h 781050"/>
                <a:gd name="connsiteX306" fmla="*/ 664464 w 923925"/>
                <a:gd name="connsiteY306" fmla="*/ 78962 h 781050"/>
                <a:gd name="connsiteX307" fmla="*/ 663416 w 923925"/>
                <a:gd name="connsiteY307" fmla="*/ 78772 h 781050"/>
                <a:gd name="connsiteX308" fmla="*/ 662083 w 923925"/>
                <a:gd name="connsiteY308" fmla="*/ 78105 h 781050"/>
                <a:gd name="connsiteX309" fmla="*/ 660082 w 923925"/>
                <a:gd name="connsiteY309" fmla="*/ 77534 h 781050"/>
                <a:gd name="connsiteX310" fmla="*/ 658844 w 923925"/>
                <a:gd name="connsiteY310" fmla="*/ 77915 h 781050"/>
                <a:gd name="connsiteX311" fmla="*/ 657796 w 923925"/>
                <a:gd name="connsiteY311" fmla="*/ 78962 h 781050"/>
                <a:gd name="connsiteX312" fmla="*/ 656368 w 923925"/>
                <a:gd name="connsiteY312" fmla="*/ 82582 h 781050"/>
                <a:gd name="connsiteX313" fmla="*/ 655511 w 923925"/>
                <a:gd name="connsiteY313" fmla="*/ 84296 h 781050"/>
                <a:gd name="connsiteX314" fmla="*/ 651415 w 923925"/>
                <a:gd name="connsiteY314" fmla="*/ 89249 h 781050"/>
                <a:gd name="connsiteX315" fmla="*/ 650939 w 923925"/>
                <a:gd name="connsiteY315" fmla="*/ 90107 h 781050"/>
                <a:gd name="connsiteX316" fmla="*/ 650748 w 923925"/>
                <a:gd name="connsiteY316" fmla="*/ 90678 h 781050"/>
                <a:gd name="connsiteX317" fmla="*/ 650939 w 923925"/>
                <a:gd name="connsiteY317" fmla="*/ 92869 h 781050"/>
                <a:gd name="connsiteX318" fmla="*/ 650939 w 923925"/>
                <a:gd name="connsiteY318" fmla="*/ 94583 h 781050"/>
                <a:gd name="connsiteX319" fmla="*/ 650653 w 923925"/>
                <a:gd name="connsiteY319" fmla="*/ 96488 h 781050"/>
                <a:gd name="connsiteX320" fmla="*/ 648938 w 923925"/>
                <a:gd name="connsiteY320" fmla="*/ 100870 h 781050"/>
                <a:gd name="connsiteX321" fmla="*/ 648748 w 923925"/>
                <a:gd name="connsiteY321" fmla="*/ 101727 h 781050"/>
                <a:gd name="connsiteX322" fmla="*/ 648843 w 923925"/>
                <a:gd name="connsiteY322" fmla="*/ 102394 h 781050"/>
                <a:gd name="connsiteX323" fmla="*/ 649795 w 923925"/>
                <a:gd name="connsiteY323" fmla="*/ 104394 h 781050"/>
                <a:gd name="connsiteX324" fmla="*/ 649891 w 923925"/>
                <a:gd name="connsiteY324" fmla="*/ 105632 h 781050"/>
                <a:gd name="connsiteX325" fmla="*/ 649415 w 923925"/>
                <a:gd name="connsiteY325" fmla="*/ 107347 h 781050"/>
                <a:gd name="connsiteX326" fmla="*/ 648653 w 923925"/>
                <a:gd name="connsiteY326" fmla="*/ 108776 h 781050"/>
                <a:gd name="connsiteX327" fmla="*/ 644842 w 923925"/>
                <a:gd name="connsiteY327" fmla="*/ 114681 h 781050"/>
                <a:gd name="connsiteX328" fmla="*/ 644176 w 923925"/>
                <a:gd name="connsiteY328" fmla="*/ 116110 h 781050"/>
                <a:gd name="connsiteX329" fmla="*/ 643985 w 923925"/>
                <a:gd name="connsiteY329" fmla="*/ 117443 h 781050"/>
                <a:gd name="connsiteX330" fmla="*/ 644366 w 923925"/>
                <a:gd name="connsiteY330" fmla="*/ 118396 h 781050"/>
                <a:gd name="connsiteX331" fmla="*/ 645509 w 923925"/>
                <a:gd name="connsiteY331" fmla="*/ 119729 h 781050"/>
                <a:gd name="connsiteX332" fmla="*/ 648938 w 923925"/>
                <a:gd name="connsiteY332" fmla="*/ 122301 h 781050"/>
                <a:gd name="connsiteX333" fmla="*/ 649605 w 923925"/>
                <a:gd name="connsiteY333" fmla="*/ 123254 h 781050"/>
                <a:gd name="connsiteX334" fmla="*/ 649795 w 923925"/>
                <a:gd name="connsiteY334" fmla="*/ 124206 h 781050"/>
                <a:gd name="connsiteX335" fmla="*/ 649319 w 923925"/>
                <a:gd name="connsiteY335" fmla="*/ 125159 h 781050"/>
                <a:gd name="connsiteX336" fmla="*/ 648271 w 923925"/>
                <a:gd name="connsiteY336" fmla="*/ 125825 h 781050"/>
                <a:gd name="connsiteX337" fmla="*/ 646938 w 923925"/>
                <a:gd name="connsiteY337" fmla="*/ 126492 h 781050"/>
                <a:gd name="connsiteX338" fmla="*/ 646462 w 923925"/>
                <a:gd name="connsiteY338" fmla="*/ 127445 h 781050"/>
                <a:gd name="connsiteX339" fmla="*/ 646557 w 923925"/>
                <a:gd name="connsiteY339" fmla="*/ 128969 h 781050"/>
                <a:gd name="connsiteX340" fmla="*/ 647033 w 923925"/>
                <a:gd name="connsiteY340" fmla="*/ 131159 h 781050"/>
                <a:gd name="connsiteX341" fmla="*/ 647319 w 923925"/>
                <a:gd name="connsiteY341" fmla="*/ 132969 h 781050"/>
                <a:gd name="connsiteX342" fmla="*/ 647128 w 923925"/>
                <a:gd name="connsiteY342" fmla="*/ 134588 h 781050"/>
                <a:gd name="connsiteX343" fmla="*/ 646366 w 923925"/>
                <a:gd name="connsiteY343" fmla="*/ 135636 h 781050"/>
                <a:gd name="connsiteX344" fmla="*/ 645128 w 923925"/>
                <a:gd name="connsiteY344" fmla="*/ 135922 h 781050"/>
                <a:gd name="connsiteX345" fmla="*/ 642080 w 923925"/>
                <a:gd name="connsiteY345" fmla="*/ 135636 h 781050"/>
                <a:gd name="connsiteX346" fmla="*/ 640175 w 923925"/>
                <a:gd name="connsiteY346" fmla="*/ 136017 h 781050"/>
                <a:gd name="connsiteX347" fmla="*/ 639128 w 923925"/>
                <a:gd name="connsiteY347" fmla="*/ 136970 h 781050"/>
                <a:gd name="connsiteX348" fmla="*/ 638365 w 923925"/>
                <a:gd name="connsiteY348" fmla="*/ 138494 h 781050"/>
                <a:gd name="connsiteX349" fmla="*/ 637889 w 923925"/>
                <a:gd name="connsiteY349" fmla="*/ 140018 h 781050"/>
                <a:gd name="connsiteX350" fmla="*/ 637032 w 923925"/>
                <a:gd name="connsiteY350" fmla="*/ 141256 h 781050"/>
                <a:gd name="connsiteX351" fmla="*/ 635794 w 923925"/>
                <a:gd name="connsiteY351" fmla="*/ 141827 h 781050"/>
                <a:gd name="connsiteX352" fmla="*/ 634556 w 923925"/>
                <a:gd name="connsiteY352" fmla="*/ 141637 h 781050"/>
                <a:gd name="connsiteX353" fmla="*/ 633603 w 923925"/>
                <a:gd name="connsiteY353" fmla="*/ 141256 h 781050"/>
                <a:gd name="connsiteX354" fmla="*/ 632936 w 923925"/>
                <a:gd name="connsiteY354" fmla="*/ 141065 h 781050"/>
                <a:gd name="connsiteX355" fmla="*/ 632079 w 923925"/>
                <a:gd name="connsiteY355" fmla="*/ 141065 h 781050"/>
                <a:gd name="connsiteX356" fmla="*/ 630365 w 923925"/>
                <a:gd name="connsiteY356" fmla="*/ 141161 h 781050"/>
                <a:gd name="connsiteX357" fmla="*/ 628936 w 923925"/>
                <a:gd name="connsiteY357" fmla="*/ 140970 h 781050"/>
                <a:gd name="connsiteX358" fmla="*/ 628840 w 923925"/>
                <a:gd name="connsiteY358" fmla="*/ 140875 h 781050"/>
                <a:gd name="connsiteX359" fmla="*/ 626840 w 923925"/>
                <a:gd name="connsiteY359" fmla="*/ 138684 h 781050"/>
                <a:gd name="connsiteX360" fmla="*/ 625221 w 923925"/>
                <a:gd name="connsiteY360" fmla="*/ 137446 h 781050"/>
                <a:gd name="connsiteX361" fmla="*/ 623221 w 923925"/>
                <a:gd name="connsiteY361" fmla="*/ 136208 h 781050"/>
                <a:gd name="connsiteX362" fmla="*/ 618649 w 923925"/>
                <a:gd name="connsiteY362" fmla="*/ 134874 h 781050"/>
                <a:gd name="connsiteX363" fmla="*/ 612934 w 923925"/>
                <a:gd name="connsiteY363" fmla="*/ 135636 h 781050"/>
                <a:gd name="connsiteX364" fmla="*/ 607504 w 923925"/>
                <a:gd name="connsiteY364" fmla="*/ 139637 h 781050"/>
                <a:gd name="connsiteX365" fmla="*/ 603218 w 923925"/>
                <a:gd name="connsiteY365" fmla="*/ 140494 h 781050"/>
                <a:gd name="connsiteX366" fmla="*/ 599218 w 923925"/>
                <a:gd name="connsiteY366" fmla="*/ 140779 h 781050"/>
                <a:gd name="connsiteX367" fmla="*/ 587883 w 923925"/>
                <a:gd name="connsiteY367" fmla="*/ 148304 h 781050"/>
                <a:gd name="connsiteX368" fmla="*/ 580263 w 923925"/>
                <a:gd name="connsiteY368" fmla="*/ 151829 h 781050"/>
                <a:gd name="connsiteX369" fmla="*/ 580263 w 923925"/>
                <a:gd name="connsiteY369" fmla="*/ 151829 h 781050"/>
                <a:gd name="connsiteX370" fmla="*/ 580835 w 923925"/>
                <a:gd name="connsiteY370" fmla="*/ 154686 h 781050"/>
                <a:gd name="connsiteX371" fmla="*/ 581501 w 923925"/>
                <a:gd name="connsiteY371" fmla="*/ 155543 h 781050"/>
                <a:gd name="connsiteX372" fmla="*/ 582930 w 923925"/>
                <a:gd name="connsiteY372" fmla="*/ 156496 h 781050"/>
                <a:gd name="connsiteX373" fmla="*/ 583597 w 923925"/>
                <a:gd name="connsiteY373" fmla="*/ 157448 h 781050"/>
                <a:gd name="connsiteX374" fmla="*/ 584168 w 923925"/>
                <a:gd name="connsiteY374" fmla="*/ 158687 h 781050"/>
                <a:gd name="connsiteX375" fmla="*/ 584359 w 923925"/>
                <a:gd name="connsiteY375" fmla="*/ 159734 h 781050"/>
                <a:gd name="connsiteX376" fmla="*/ 583597 w 923925"/>
                <a:gd name="connsiteY376" fmla="*/ 160306 h 781050"/>
                <a:gd name="connsiteX377" fmla="*/ 582930 w 923925"/>
                <a:gd name="connsiteY377" fmla="*/ 161163 h 781050"/>
                <a:gd name="connsiteX378" fmla="*/ 580835 w 923925"/>
                <a:gd name="connsiteY378" fmla="*/ 161449 h 781050"/>
                <a:gd name="connsiteX379" fmla="*/ 579596 w 923925"/>
                <a:gd name="connsiteY379" fmla="*/ 162878 h 781050"/>
                <a:gd name="connsiteX380" fmla="*/ 577977 w 923925"/>
                <a:gd name="connsiteY380" fmla="*/ 162496 h 781050"/>
                <a:gd name="connsiteX381" fmla="*/ 576929 w 923925"/>
                <a:gd name="connsiteY381" fmla="*/ 162782 h 781050"/>
                <a:gd name="connsiteX382" fmla="*/ 576262 w 923925"/>
                <a:gd name="connsiteY382" fmla="*/ 163259 h 781050"/>
                <a:gd name="connsiteX383" fmla="*/ 574643 w 923925"/>
                <a:gd name="connsiteY383" fmla="*/ 164497 h 781050"/>
                <a:gd name="connsiteX384" fmla="*/ 573977 w 923925"/>
                <a:gd name="connsiteY384" fmla="*/ 165163 h 781050"/>
                <a:gd name="connsiteX385" fmla="*/ 574548 w 923925"/>
                <a:gd name="connsiteY385" fmla="*/ 167354 h 781050"/>
                <a:gd name="connsiteX386" fmla="*/ 573786 w 923925"/>
                <a:gd name="connsiteY386" fmla="*/ 168402 h 781050"/>
                <a:gd name="connsiteX387" fmla="*/ 573024 w 923925"/>
                <a:gd name="connsiteY387" fmla="*/ 169069 h 781050"/>
                <a:gd name="connsiteX388" fmla="*/ 571881 w 923925"/>
                <a:gd name="connsiteY388" fmla="*/ 169450 h 781050"/>
                <a:gd name="connsiteX389" fmla="*/ 569404 w 923925"/>
                <a:gd name="connsiteY389" fmla="*/ 169640 h 781050"/>
                <a:gd name="connsiteX390" fmla="*/ 568166 w 923925"/>
                <a:gd name="connsiteY390" fmla="*/ 169640 h 781050"/>
                <a:gd name="connsiteX391" fmla="*/ 565975 w 923925"/>
                <a:gd name="connsiteY391" fmla="*/ 170021 h 781050"/>
                <a:gd name="connsiteX392" fmla="*/ 565499 w 923925"/>
                <a:gd name="connsiteY392" fmla="*/ 170497 h 781050"/>
                <a:gd name="connsiteX393" fmla="*/ 564832 w 923925"/>
                <a:gd name="connsiteY393" fmla="*/ 171926 h 781050"/>
                <a:gd name="connsiteX394" fmla="*/ 564452 w 923925"/>
                <a:gd name="connsiteY394" fmla="*/ 172307 h 781050"/>
                <a:gd name="connsiteX395" fmla="*/ 561308 w 923925"/>
                <a:gd name="connsiteY395" fmla="*/ 173927 h 781050"/>
                <a:gd name="connsiteX396" fmla="*/ 560737 w 923925"/>
                <a:gd name="connsiteY396" fmla="*/ 174498 h 781050"/>
                <a:gd name="connsiteX397" fmla="*/ 560356 w 923925"/>
                <a:gd name="connsiteY397" fmla="*/ 175355 h 781050"/>
                <a:gd name="connsiteX398" fmla="*/ 560261 w 923925"/>
                <a:gd name="connsiteY398" fmla="*/ 176213 h 781050"/>
                <a:gd name="connsiteX399" fmla="*/ 560165 w 923925"/>
                <a:gd name="connsiteY399" fmla="*/ 177260 h 781050"/>
                <a:gd name="connsiteX400" fmla="*/ 560165 w 923925"/>
                <a:gd name="connsiteY400" fmla="*/ 179070 h 781050"/>
                <a:gd name="connsiteX401" fmla="*/ 559784 w 923925"/>
                <a:gd name="connsiteY401" fmla="*/ 179642 h 781050"/>
                <a:gd name="connsiteX402" fmla="*/ 558832 w 923925"/>
                <a:gd name="connsiteY402" fmla="*/ 180404 h 781050"/>
                <a:gd name="connsiteX403" fmla="*/ 558070 w 923925"/>
                <a:gd name="connsiteY403" fmla="*/ 181642 h 781050"/>
                <a:gd name="connsiteX404" fmla="*/ 557212 w 923925"/>
                <a:gd name="connsiteY404" fmla="*/ 183547 h 781050"/>
                <a:gd name="connsiteX405" fmla="*/ 557022 w 923925"/>
                <a:gd name="connsiteY405" fmla="*/ 184213 h 781050"/>
                <a:gd name="connsiteX406" fmla="*/ 555879 w 923925"/>
                <a:gd name="connsiteY406" fmla="*/ 186023 h 781050"/>
                <a:gd name="connsiteX407" fmla="*/ 554165 w 923925"/>
                <a:gd name="connsiteY407" fmla="*/ 187452 h 781050"/>
                <a:gd name="connsiteX408" fmla="*/ 553307 w 923925"/>
                <a:gd name="connsiteY408" fmla="*/ 188500 h 781050"/>
                <a:gd name="connsiteX409" fmla="*/ 553021 w 923925"/>
                <a:gd name="connsiteY409" fmla="*/ 189262 h 781050"/>
                <a:gd name="connsiteX410" fmla="*/ 553021 w 923925"/>
                <a:gd name="connsiteY410" fmla="*/ 189929 h 781050"/>
                <a:gd name="connsiteX411" fmla="*/ 552640 w 923925"/>
                <a:gd name="connsiteY411" fmla="*/ 190214 h 781050"/>
                <a:gd name="connsiteX412" fmla="*/ 552069 w 923925"/>
                <a:gd name="connsiteY412" fmla="*/ 190881 h 781050"/>
                <a:gd name="connsiteX413" fmla="*/ 553212 w 923925"/>
                <a:gd name="connsiteY413" fmla="*/ 191738 h 781050"/>
                <a:gd name="connsiteX414" fmla="*/ 554165 w 923925"/>
                <a:gd name="connsiteY414" fmla="*/ 192596 h 781050"/>
                <a:gd name="connsiteX415" fmla="*/ 554545 w 923925"/>
                <a:gd name="connsiteY415" fmla="*/ 192977 h 781050"/>
                <a:gd name="connsiteX416" fmla="*/ 554545 w 923925"/>
                <a:gd name="connsiteY416" fmla="*/ 193358 h 781050"/>
                <a:gd name="connsiteX417" fmla="*/ 554165 w 923925"/>
                <a:gd name="connsiteY417" fmla="*/ 193929 h 781050"/>
                <a:gd name="connsiteX418" fmla="*/ 553403 w 923925"/>
                <a:gd name="connsiteY418" fmla="*/ 194786 h 781050"/>
                <a:gd name="connsiteX419" fmla="*/ 552831 w 923925"/>
                <a:gd name="connsiteY419" fmla="*/ 195739 h 781050"/>
                <a:gd name="connsiteX420" fmla="*/ 551974 w 923925"/>
                <a:gd name="connsiteY420" fmla="*/ 196977 h 781050"/>
                <a:gd name="connsiteX421" fmla="*/ 551783 w 923925"/>
                <a:gd name="connsiteY421" fmla="*/ 197929 h 781050"/>
                <a:gd name="connsiteX422" fmla="*/ 551593 w 923925"/>
                <a:gd name="connsiteY422" fmla="*/ 200501 h 781050"/>
                <a:gd name="connsiteX423" fmla="*/ 551783 w 923925"/>
                <a:gd name="connsiteY423" fmla="*/ 201549 h 781050"/>
                <a:gd name="connsiteX424" fmla="*/ 551593 w 923925"/>
                <a:gd name="connsiteY424" fmla="*/ 202978 h 781050"/>
                <a:gd name="connsiteX425" fmla="*/ 551021 w 923925"/>
                <a:gd name="connsiteY425" fmla="*/ 204502 h 781050"/>
                <a:gd name="connsiteX426" fmla="*/ 551021 w 923925"/>
                <a:gd name="connsiteY426" fmla="*/ 205835 h 781050"/>
                <a:gd name="connsiteX427" fmla="*/ 551307 w 923925"/>
                <a:gd name="connsiteY427" fmla="*/ 206502 h 781050"/>
                <a:gd name="connsiteX428" fmla="*/ 551212 w 923925"/>
                <a:gd name="connsiteY428" fmla="*/ 207264 h 781050"/>
                <a:gd name="connsiteX429" fmla="*/ 551021 w 923925"/>
                <a:gd name="connsiteY429" fmla="*/ 207836 h 781050"/>
                <a:gd name="connsiteX430" fmla="*/ 549688 w 923925"/>
                <a:gd name="connsiteY430" fmla="*/ 209836 h 781050"/>
                <a:gd name="connsiteX431" fmla="*/ 548545 w 923925"/>
                <a:gd name="connsiteY431" fmla="*/ 211360 h 781050"/>
                <a:gd name="connsiteX432" fmla="*/ 546830 w 923925"/>
                <a:gd name="connsiteY432" fmla="*/ 213074 h 781050"/>
                <a:gd name="connsiteX433" fmla="*/ 546164 w 923925"/>
                <a:gd name="connsiteY433" fmla="*/ 213932 h 781050"/>
                <a:gd name="connsiteX434" fmla="*/ 545497 w 923925"/>
                <a:gd name="connsiteY434" fmla="*/ 214884 h 781050"/>
                <a:gd name="connsiteX435" fmla="*/ 544925 w 923925"/>
                <a:gd name="connsiteY435" fmla="*/ 215932 h 781050"/>
                <a:gd name="connsiteX436" fmla="*/ 543973 w 923925"/>
                <a:gd name="connsiteY436" fmla="*/ 216789 h 781050"/>
                <a:gd name="connsiteX437" fmla="*/ 542449 w 923925"/>
                <a:gd name="connsiteY437" fmla="*/ 217170 h 781050"/>
                <a:gd name="connsiteX438" fmla="*/ 542258 w 923925"/>
                <a:gd name="connsiteY438" fmla="*/ 217837 h 781050"/>
                <a:gd name="connsiteX439" fmla="*/ 541973 w 923925"/>
                <a:gd name="connsiteY439" fmla="*/ 218408 h 781050"/>
                <a:gd name="connsiteX440" fmla="*/ 540925 w 923925"/>
                <a:gd name="connsiteY440" fmla="*/ 218408 h 781050"/>
                <a:gd name="connsiteX441" fmla="*/ 538448 w 923925"/>
                <a:gd name="connsiteY441" fmla="*/ 219170 h 781050"/>
                <a:gd name="connsiteX442" fmla="*/ 537686 w 923925"/>
                <a:gd name="connsiteY442" fmla="*/ 219075 h 781050"/>
                <a:gd name="connsiteX443" fmla="*/ 536924 w 923925"/>
                <a:gd name="connsiteY443" fmla="*/ 218980 h 781050"/>
                <a:gd name="connsiteX444" fmla="*/ 535972 w 923925"/>
                <a:gd name="connsiteY444" fmla="*/ 218599 h 781050"/>
                <a:gd name="connsiteX445" fmla="*/ 534353 w 923925"/>
                <a:gd name="connsiteY445" fmla="*/ 217646 h 781050"/>
                <a:gd name="connsiteX446" fmla="*/ 533590 w 923925"/>
                <a:gd name="connsiteY446" fmla="*/ 216789 h 781050"/>
                <a:gd name="connsiteX447" fmla="*/ 533590 w 923925"/>
                <a:gd name="connsiteY447" fmla="*/ 215646 h 781050"/>
                <a:gd name="connsiteX448" fmla="*/ 532924 w 923925"/>
                <a:gd name="connsiteY448" fmla="*/ 215075 h 781050"/>
                <a:gd name="connsiteX449" fmla="*/ 532162 w 923925"/>
                <a:gd name="connsiteY449" fmla="*/ 214789 h 781050"/>
                <a:gd name="connsiteX450" fmla="*/ 531495 w 923925"/>
                <a:gd name="connsiteY450" fmla="*/ 214979 h 781050"/>
                <a:gd name="connsiteX451" fmla="*/ 531209 w 923925"/>
                <a:gd name="connsiteY451" fmla="*/ 215170 h 781050"/>
                <a:gd name="connsiteX452" fmla="*/ 529971 w 923925"/>
                <a:gd name="connsiteY452" fmla="*/ 216884 h 781050"/>
                <a:gd name="connsiteX453" fmla="*/ 528828 w 923925"/>
                <a:gd name="connsiteY453" fmla="*/ 218694 h 781050"/>
                <a:gd name="connsiteX454" fmla="*/ 528542 w 923925"/>
                <a:gd name="connsiteY454" fmla="*/ 219646 h 781050"/>
                <a:gd name="connsiteX455" fmla="*/ 527399 w 923925"/>
                <a:gd name="connsiteY455" fmla="*/ 221456 h 781050"/>
                <a:gd name="connsiteX456" fmla="*/ 526542 w 923925"/>
                <a:gd name="connsiteY456" fmla="*/ 222409 h 781050"/>
                <a:gd name="connsiteX457" fmla="*/ 524828 w 923925"/>
                <a:gd name="connsiteY457" fmla="*/ 223552 h 781050"/>
                <a:gd name="connsiteX458" fmla="*/ 524256 w 923925"/>
                <a:gd name="connsiteY458" fmla="*/ 223361 h 781050"/>
                <a:gd name="connsiteX459" fmla="*/ 523685 w 923925"/>
                <a:gd name="connsiteY459" fmla="*/ 223266 h 781050"/>
                <a:gd name="connsiteX460" fmla="*/ 521017 w 923925"/>
                <a:gd name="connsiteY460" fmla="*/ 223266 h 781050"/>
                <a:gd name="connsiteX461" fmla="*/ 519208 w 923925"/>
                <a:gd name="connsiteY461" fmla="*/ 223361 h 781050"/>
                <a:gd name="connsiteX462" fmla="*/ 515969 w 923925"/>
                <a:gd name="connsiteY462" fmla="*/ 222695 h 781050"/>
                <a:gd name="connsiteX463" fmla="*/ 514921 w 923925"/>
                <a:gd name="connsiteY463" fmla="*/ 223361 h 781050"/>
                <a:gd name="connsiteX464" fmla="*/ 514540 w 923925"/>
                <a:gd name="connsiteY464" fmla="*/ 224314 h 781050"/>
                <a:gd name="connsiteX465" fmla="*/ 513778 w 923925"/>
                <a:gd name="connsiteY465" fmla="*/ 225457 h 781050"/>
                <a:gd name="connsiteX466" fmla="*/ 513588 w 923925"/>
                <a:gd name="connsiteY466" fmla="*/ 226504 h 781050"/>
                <a:gd name="connsiteX467" fmla="*/ 513683 w 923925"/>
                <a:gd name="connsiteY467" fmla="*/ 230124 h 781050"/>
                <a:gd name="connsiteX468" fmla="*/ 514064 w 923925"/>
                <a:gd name="connsiteY468" fmla="*/ 230886 h 781050"/>
                <a:gd name="connsiteX469" fmla="*/ 514731 w 923925"/>
                <a:gd name="connsiteY469" fmla="*/ 231553 h 781050"/>
                <a:gd name="connsiteX470" fmla="*/ 513302 w 923925"/>
                <a:gd name="connsiteY470" fmla="*/ 233077 h 781050"/>
                <a:gd name="connsiteX471" fmla="*/ 512731 w 923925"/>
                <a:gd name="connsiteY471" fmla="*/ 234220 h 781050"/>
                <a:gd name="connsiteX472" fmla="*/ 510731 w 923925"/>
                <a:gd name="connsiteY472" fmla="*/ 234315 h 781050"/>
                <a:gd name="connsiteX473" fmla="*/ 507587 w 923925"/>
                <a:gd name="connsiteY473" fmla="*/ 235172 h 781050"/>
                <a:gd name="connsiteX474" fmla="*/ 503682 w 923925"/>
                <a:gd name="connsiteY474" fmla="*/ 236506 h 781050"/>
                <a:gd name="connsiteX475" fmla="*/ 501110 w 923925"/>
                <a:gd name="connsiteY475" fmla="*/ 237649 h 781050"/>
                <a:gd name="connsiteX476" fmla="*/ 500158 w 923925"/>
                <a:gd name="connsiteY476" fmla="*/ 236887 h 781050"/>
                <a:gd name="connsiteX477" fmla="*/ 499300 w 923925"/>
                <a:gd name="connsiteY477" fmla="*/ 236411 h 781050"/>
                <a:gd name="connsiteX478" fmla="*/ 499015 w 923925"/>
                <a:gd name="connsiteY478" fmla="*/ 237554 h 781050"/>
                <a:gd name="connsiteX479" fmla="*/ 498539 w 923925"/>
                <a:gd name="connsiteY479" fmla="*/ 238125 h 781050"/>
                <a:gd name="connsiteX480" fmla="*/ 497967 w 923925"/>
                <a:gd name="connsiteY480" fmla="*/ 238411 h 781050"/>
                <a:gd name="connsiteX481" fmla="*/ 497586 w 923925"/>
                <a:gd name="connsiteY481" fmla="*/ 238982 h 781050"/>
                <a:gd name="connsiteX482" fmla="*/ 497015 w 923925"/>
                <a:gd name="connsiteY482" fmla="*/ 239649 h 781050"/>
                <a:gd name="connsiteX483" fmla="*/ 494633 w 923925"/>
                <a:gd name="connsiteY483" fmla="*/ 239935 h 781050"/>
                <a:gd name="connsiteX484" fmla="*/ 493776 w 923925"/>
                <a:gd name="connsiteY484" fmla="*/ 240221 h 781050"/>
                <a:gd name="connsiteX485" fmla="*/ 493014 w 923925"/>
                <a:gd name="connsiteY485" fmla="*/ 240506 h 781050"/>
                <a:gd name="connsiteX486" fmla="*/ 492347 w 923925"/>
                <a:gd name="connsiteY486" fmla="*/ 240506 h 781050"/>
                <a:gd name="connsiteX487" fmla="*/ 490157 w 923925"/>
                <a:gd name="connsiteY487" fmla="*/ 239839 h 781050"/>
                <a:gd name="connsiteX488" fmla="*/ 488918 w 923925"/>
                <a:gd name="connsiteY488" fmla="*/ 239363 h 781050"/>
                <a:gd name="connsiteX489" fmla="*/ 487966 w 923925"/>
                <a:gd name="connsiteY489" fmla="*/ 238696 h 781050"/>
                <a:gd name="connsiteX490" fmla="*/ 486918 w 923925"/>
                <a:gd name="connsiteY490" fmla="*/ 237839 h 781050"/>
                <a:gd name="connsiteX491" fmla="*/ 485965 w 923925"/>
                <a:gd name="connsiteY491" fmla="*/ 237268 h 781050"/>
                <a:gd name="connsiteX492" fmla="*/ 484823 w 923925"/>
                <a:gd name="connsiteY492" fmla="*/ 237172 h 781050"/>
                <a:gd name="connsiteX493" fmla="*/ 484061 w 923925"/>
                <a:gd name="connsiteY493" fmla="*/ 237268 h 781050"/>
                <a:gd name="connsiteX494" fmla="*/ 483108 w 923925"/>
                <a:gd name="connsiteY494" fmla="*/ 237744 h 781050"/>
                <a:gd name="connsiteX495" fmla="*/ 483394 w 923925"/>
                <a:gd name="connsiteY495" fmla="*/ 238792 h 781050"/>
                <a:gd name="connsiteX496" fmla="*/ 483298 w 923925"/>
                <a:gd name="connsiteY496" fmla="*/ 239839 h 781050"/>
                <a:gd name="connsiteX497" fmla="*/ 483489 w 923925"/>
                <a:gd name="connsiteY497" fmla="*/ 240506 h 781050"/>
                <a:gd name="connsiteX498" fmla="*/ 483965 w 923925"/>
                <a:gd name="connsiteY498" fmla="*/ 240983 h 781050"/>
                <a:gd name="connsiteX499" fmla="*/ 484156 w 923925"/>
                <a:gd name="connsiteY499" fmla="*/ 241459 h 781050"/>
                <a:gd name="connsiteX500" fmla="*/ 484061 w 923925"/>
                <a:gd name="connsiteY500" fmla="*/ 242507 h 781050"/>
                <a:gd name="connsiteX501" fmla="*/ 483870 w 923925"/>
                <a:gd name="connsiteY501" fmla="*/ 243364 h 781050"/>
                <a:gd name="connsiteX502" fmla="*/ 483965 w 923925"/>
                <a:gd name="connsiteY502" fmla="*/ 244316 h 781050"/>
                <a:gd name="connsiteX503" fmla="*/ 483489 w 923925"/>
                <a:gd name="connsiteY503" fmla="*/ 244697 h 781050"/>
                <a:gd name="connsiteX504" fmla="*/ 482822 w 923925"/>
                <a:gd name="connsiteY504" fmla="*/ 244888 h 781050"/>
                <a:gd name="connsiteX505" fmla="*/ 481965 w 923925"/>
                <a:gd name="connsiteY505" fmla="*/ 244888 h 781050"/>
                <a:gd name="connsiteX506" fmla="*/ 481108 w 923925"/>
                <a:gd name="connsiteY506" fmla="*/ 244888 h 781050"/>
                <a:gd name="connsiteX507" fmla="*/ 479679 w 923925"/>
                <a:gd name="connsiteY507" fmla="*/ 244412 h 781050"/>
                <a:gd name="connsiteX508" fmla="*/ 478917 w 923925"/>
                <a:gd name="connsiteY508" fmla="*/ 244316 h 781050"/>
                <a:gd name="connsiteX509" fmla="*/ 478536 w 923925"/>
                <a:gd name="connsiteY509" fmla="*/ 246888 h 781050"/>
                <a:gd name="connsiteX510" fmla="*/ 478155 w 923925"/>
                <a:gd name="connsiteY510" fmla="*/ 247650 h 781050"/>
                <a:gd name="connsiteX511" fmla="*/ 477203 w 923925"/>
                <a:gd name="connsiteY511" fmla="*/ 248412 h 781050"/>
                <a:gd name="connsiteX512" fmla="*/ 478250 w 923925"/>
                <a:gd name="connsiteY512" fmla="*/ 250317 h 781050"/>
                <a:gd name="connsiteX513" fmla="*/ 478060 w 923925"/>
                <a:gd name="connsiteY513" fmla="*/ 251555 h 781050"/>
                <a:gd name="connsiteX514" fmla="*/ 478060 w 923925"/>
                <a:gd name="connsiteY514" fmla="*/ 252032 h 781050"/>
                <a:gd name="connsiteX515" fmla="*/ 477393 w 923925"/>
                <a:gd name="connsiteY515" fmla="*/ 253555 h 781050"/>
                <a:gd name="connsiteX516" fmla="*/ 477679 w 923925"/>
                <a:gd name="connsiteY516" fmla="*/ 255651 h 781050"/>
                <a:gd name="connsiteX517" fmla="*/ 477203 w 923925"/>
                <a:gd name="connsiteY517" fmla="*/ 256508 h 781050"/>
                <a:gd name="connsiteX518" fmla="*/ 476726 w 923925"/>
                <a:gd name="connsiteY518" fmla="*/ 256985 h 781050"/>
                <a:gd name="connsiteX519" fmla="*/ 476060 w 923925"/>
                <a:gd name="connsiteY519" fmla="*/ 257842 h 781050"/>
                <a:gd name="connsiteX520" fmla="*/ 474631 w 923925"/>
                <a:gd name="connsiteY520" fmla="*/ 258699 h 781050"/>
                <a:gd name="connsiteX521" fmla="*/ 474250 w 923925"/>
                <a:gd name="connsiteY521" fmla="*/ 257937 h 781050"/>
                <a:gd name="connsiteX522" fmla="*/ 473583 w 923925"/>
                <a:gd name="connsiteY522" fmla="*/ 257270 h 781050"/>
                <a:gd name="connsiteX523" fmla="*/ 471297 w 923925"/>
                <a:gd name="connsiteY523" fmla="*/ 256699 h 781050"/>
                <a:gd name="connsiteX524" fmla="*/ 470059 w 923925"/>
                <a:gd name="connsiteY524" fmla="*/ 256604 h 781050"/>
                <a:gd name="connsiteX525" fmla="*/ 469202 w 923925"/>
                <a:gd name="connsiteY525" fmla="*/ 256032 h 781050"/>
                <a:gd name="connsiteX526" fmla="*/ 468630 w 923925"/>
                <a:gd name="connsiteY526" fmla="*/ 255937 h 781050"/>
                <a:gd name="connsiteX527" fmla="*/ 467011 w 923925"/>
                <a:gd name="connsiteY527" fmla="*/ 255746 h 781050"/>
                <a:gd name="connsiteX528" fmla="*/ 464725 w 923925"/>
                <a:gd name="connsiteY528" fmla="*/ 255175 h 781050"/>
                <a:gd name="connsiteX529" fmla="*/ 462344 w 923925"/>
                <a:gd name="connsiteY529" fmla="*/ 254032 h 781050"/>
                <a:gd name="connsiteX530" fmla="*/ 460819 w 923925"/>
                <a:gd name="connsiteY530" fmla="*/ 253937 h 781050"/>
                <a:gd name="connsiteX531" fmla="*/ 458819 w 923925"/>
                <a:gd name="connsiteY531" fmla="*/ 253555 h 781050"/>
                <a:gd name="connsiteX532" fmla="*/ 457486 w 923925"/>
                <a:gd name="connsiteY532" fmla="*/ 253555 h 781050"/>
                <a:gd name="connsiteX533" fmla="*/ 457200 w 923925"/>
                <a:gd name="connsiteY533" fmla="*/ 254127 h 781050"/>
                <a:gd name="connsiteX534" fmla="*/ 456533 w 923925"/>
                <a:gd name="connsiteY534" fmla="*/ 254508 h 781050"/>
                <a:gd name="connsiteX535" fmla="*/ 455581 w 923925"/>
                <a:gd name="connsiteY535" fmla="*/ 254699 h 781050"/>
                <a:gd name="connsiteX536" fmla="*/ 454723 w 923925"/>
                <a:gd name="connsiteY536" fmla="*/ 255079 h 781050"/>
                <a:gd name="connsiteX537" fmla="*/ 453390 w 923925"/>
                <a:gd name="connsiteY537" fmla="*/ 255365 h 781050"/>
                <a:gd name="connsiteX538" fmla="*/ 452247 w 923925"/>
                <a:gd name="connsiteY538" fmla="*/ 255270 h 781050"/>
                <a:gd name="connsiteX539" fmla="*/ 451580 w 923925"/>
                <a:gd name="connsiteY539" fmla="*/ 254794 h 781050"/>
                <a:gd name="connsiteX540" fmla="*/ 452057 w 923925"/>
                <a:gd name="connsiteY540" fmla="*/ 253937 h 781050"/>
                <a:gd name="connsiteX541" fmla="*/ 452057 w 923925"/>
                <a:gd name="connsiteY541" fmla="*/ 253175 h 781050"/>
                <a:gd name="connsiteX542" fmla="*/ 452819 w 923925"/>
                <a:gd name="connsiteY542" fmla="*/ 252508 h 781050"/>
                <a:gd name="connsiteX543" fmla="*/ 454057 w 923925"/>
                <a:gd name="connsiteY543" fmla="*/ 251651 h 781050"/>
                <a:gd name="connsiteX544" fmla="*/ 454152 w 923925"/>
                <a:gd name="connsiteY544" fmla="*/ 251174 h 781050"/>
                <a:gd name="connsiteX545" fmla="*/ 452914 w 923925"/>
                <a:gd name="connsiteY545" fmla="*/ 250412 h 781050"/>
                <a:gd name="connsiteX546" fmla="*/ 451771 w 923925"/>
                <a:gd name="connsiteY546" fmla="*/ 250127 h 781050"/>
                <a:gd name="connsiteX547" fmla="*/ 450437 w 923925"/>
                <a:gd name="connsiteY547" fmla="*/ 249555 h 781050"/>
                <a:gd name="connsiteX548" fmla="*/ 450914 w 923925"/>
                <a:gd name="connsiteY548" fmla="*/ 248603 h 781050"/>
                <a:gd name="connsiteX549" fmla="*/ 450247 w 923925"/>
                <a:gd name="connsiteY549" fmla="*/ 248412 h 781050"/>
                <a:gd name="connsiteX550" fmla="*/ 449390 w 923925"/>
                <a:gd name="connsiteY550" fmla="*/ 247936 h 781050"/>
                <a:gd name="connsiteX551" fmla="*/ 449008 w 923925"/>
                <a:gd name="connsiteY551" fmla="*/ 247841 h 781050"/>
                <a:gd name="connsiteX552" fmla="*/ 447961 w 923925"/>
                <a:gd name="connsiteY552" fmla="*/ 247936 h 781050"/>
                <a:gd name="connsiteX553" fmla="*/ 446913 w 923925"/>
                <a:gd name="connsiteY553" fmla="*/ 247460 h 781050"/>
                <a:gd name="connsiteX554" fmla="*/ 445198 w 923925"/>
                <a:gd name="connsiteY554" fmla="*/ 246126 h 781050"/>
                <a:gd name="connsiteX555" fmla="*/ 444436 w 923925"/>
                <a:gd name="connsiteY555" fmla="*/ 245554 h 781050"/>
                <a:gd name="connsiteX556" fmla="*/ 442912 w 923925"/>
                <a:gd name="connsiteY556" fmla="*/ 245269 h 781050"/>
                <a:gd name="connsiteX557" fmla="*/ 441674 w 923925"/>
                <a:gd name="connsiteY557" fmla="*/ 246983 h 781050"/>
                <a:gd name="connsiteX558" fmla="*/ 440817 w 923925"/>
                <a:gd name="connsiteY558" fmla="*/ 247364 h 781050"/>
                <a:gd name="connsiteX559" fmla="*/ 440055 w 923925"/>
                <a:gd name="connsiteY559" fmla="*/ 247460 h 781050"/>
                <a:gd name="connsiteX560" fmla="*/ 439293 w 923925"/>
                <a:gd name="connsiteY560" fmla="*/ 248221 h 781050"/>
                <a:gd name="connsiteX561" fmla="*/ 438150 w 923925"/>
                <a:gd name="connsiteY561" fmla="*/ 248888 h 781050"/>
                <a:gd name="connsiteX562" fmla="*/ 437293 w 923925"/>
                <a:gd name="connsiteY562" fmla="*/ 249079 h 781050"/>
                <a:gd name="connsiteX563" fmla="*/ 435483 w 923925"/>
                <a:gd name="connsiteY563" fmla="*/ 248888 h 781050"/>
                <a:gd name="connsiteX564" fmla="*/ 435578 w 923925"/>
                <a:gd name="connsiteY564" fmla="*/ 249650 h 781050"/>
                <a:gd name="connsiteX565" fmla="*/ 435102 w 923925"/>
                <a:gd name="connsiteY565" fmla="*/ 250698 h 781050"/>
                <a:gd name="connsiteX566" fmla="*/ 434721 w 923925"/>
                <a:gd name="connsiteY566" fmla="*/ 251270 h 781050"/>
                <a:gd name="connsiteX567" fmla="*/ 434531 w 923925"/>
                <a:gd name="connsiteY567" fmla="*/ 251841 h 781050"/>
                <a:gd name="connsiteX568" fmla="*/ 434245 w 923925"/>
                <a:gd name="connsiteY568" fmla="*/ 253651 h 781050"/>
                <a:gd name="connsiteX569" fmla="*/ 434245 w 923925"/>
                <a:gd name="connsiteY569" fmla="*/ 254984 h 781050"/>
                <a:gd name="connsiteX570" fmla="*/ 433959 w 923925"/>
                <a:gd name="connsiteY570" fmla="*/ 255746 h 781050"/>
                <a:gd name="connsiteX571" fmla="*/ 433102 w 923925"/>
                <a:gd name="connsiteY571" fmla="*/ 256604 h 781050"/>
                <a:gd name="connsiteX572" fmla="*/ 432721 w 923925"/>
                <a:gd name="connsiteY572" fmla="*/ 257175 h 781050"/>
                <a:gd name="connsiteX573" fmla="*/ 431864 w 923925"/>
                <a:gd name="connsiteY573" fmla="*/ 257270 h 781050"/>
                <a:gd name="connsiteX574" fmla="*/ 430530 w 923925"/>
                <a:gd name="connsiteY574" fmla="*/ 257270 h 781050"/>
                <a:gd name="connsiteX575" fmla="*/ 429768 w 923925"/>
                <a:gd name="connsiteY575" fmla="*/ 259652 h 781050"/>
                <a:gd name="connsiteX576" fmla="*/ 428244 w 923925"/>
                <a:gd name="connsiteY576" fmla="*/ 259080 h 781050"/>
                <a:gd name="connsiteX577" fmla="*/ 426815 w 923925"/>
                <a:gd name="connsiteY577" fmla="*/ 258699 h 781050"/>
                <a:gd name="connsiteX578" fmla="*/ 426529 w 923925"/>
                <a:gd name="connsiteY578" fmla="*/ 258223 h 781050"/>
                <a:gd name="connsiteX579" fmla="*/ 426148 w 923925"/>
                <a:gd name="connsiteY579" fmla="*/ 256604 h 781050"/>
                <a:gd name="connsiteX580" fmla="*/ 424624 w 923925"/>
                <a:gd name="connsiteY580" fmla="*/ 255079 h 781050"/>
                <a:gd name="connsiteX581" fmla="*/ 424434 w 923925"/>
                <a:gd name="connsiteY581" fmla="*/ 254413 h 781050"/>
                <a:gd name="connsiteX582" fmla="*/ 424529 w 923925"/>
                <a:gd name="connsiteY582" fmla="*/ 253746 h 781050"/>
                <a:gd name="connsiteX583" fmla="*/ 424244 w 923925"/>
                <a:gd name="connsiteY583" fmla="*/ 252698 h 781050"/>
                <a:gd name="connsiteX584" fmla="*/ 423958 w 923925"/>
                <a:gd name="connsiteY584" fmla="*/ 252222 h 781050"/>
                <a:gd name="connsiteX585" fmla="*/ 423767 w 923925"/>
                <a:gd name="connsiteY585" fmla="*/ 252222 h 781050"/>
                <a:gd name="connsiteX586" fmla="*/ 423386 w 923925"/>
                <a:gd name="connsiteY586" fmla="*/ 252413 h 781050"/>
                <a:gd name="connsiteX587" fmla="*/ 422148 w 923925"/>
                <a:gd name="connsiteY587" fmla="*/ 253651 h 781050"/>
                <a:gd name="connsiteX588" fmla="*/ 421577 w 923925"/>
                <a:gd name="connsiteY588" fmla="*/ 254032 h 781050"/>
                <a:gd name="connsiteX589" fmla="*/ 420719 w 923925"/>
                <a:gd name="connsiteY589" fmla="*/ 254794 h 781050"/>
                <a:gd name="connsiteX590" fmla="*/ 420815 w 923925"/>
                <a:gd name="connsiteY590" fmla="*/ 255270 h 781050"/>
                <a:gd name="connsiteX591" fmla="*/ 421291 w 923925"/>
                <a:gd name="connsiteY591" fmla="*/ 255937 h 781050"/>
                <a:gd name="connsiteX592" fmla="*/ 422053 w 923925"/>
                <a:gd name="connsiteY592" fmla="*/ 257556 h 781050"/>
                <a:gd name="connsiteX593" fmla="*/ 421957 w 923925"/>
                <a:gd name="connsiteY593" fmla="*/ 258318 h 781050"/>
                <a:gd name="connsiteX594" fmla="*/ 422053 w 923925"/>
                <a:gd name="connsiteY594" fmla="*/ 258889 h 781050"/>
                <a:gd name="connsiteX595" fmla="*/ 422719 w 923925"/>
                <a:gd name="connsiteY595" fmla="*/ 259366 h 781050"/>
                <a:gd name="connsiteX596" fmla="*/ 423291 w 923925"/>
                <a:gd name="connsiteY596" fmla="*/ 260033 h 781050"/>
                <a:gd name="connsiteX597" fmla="*/ 423196 w 923925"/>
                <a:gd name="connsiteY597" fmla="*/ 260890 h 781050"/>
                <a:gd name="connsiteX598" fmla="*/ 423005 w 923925"/>
                <a:gd name="connsiteY598" fmla="*/ 261461 h 781050"/>
                <a:gd name="connsiteX599" fmla="*/ 422529 w 923925"/>
                <a:gd name="connsiteY599" fmla="*/ 261842 h 781050"/>
                <a:gd name="connsiteX600" fmla="*/ 421291 w 923925"/>
                <a:gd name="connsiteY600" fmla="*/ 262319 h 781050"/>
                <a:gd name="connsiteX601" fmla="*/ 421291 w 923925"/>
                <a:gd name="connsiteY601" fmla="*/ 262604 h 781050"/>
                <a:gd name="connsiteX602" fmla="*/ 421386 w 923925"/>
                <a:gd name="connsiteY602" fmla="*/ 263366 h 781050"/>
                <a:gd name="connsiteX603" fmla="*/ 421195 w 923925"/>
                <a:gd name="connsiteY603" fmla="*/ 263843 h 781050"/>
                <a:gd name="connsiteX604" fmla="*/ 420243 w 923925"/>
                <a:gd name="connsiteY604" fmla="*/ 264890 h 781050"/>
                <a:gd name="connsiteX605" fmla="*/ 419957 w 923925"/>
                <a:gd name="connsiteY605" fmla="*/ 265367 h 781050"/>
                <a:gd name="connsiteX606" fmla="*/ 420243 w 923925"/>
                <a:gd name="connsiteY606" fmla="*/ 265367 h 781050"/>
                <a:gd name="connsiteX607" fmla="*/ 422624 w 923925"/>
                <a:gd name="connsiteY607" fmla="*/ 266319 h 781050"/>
                <a:gd name="connsiteX608" fmla="*/ 424529 w 923925"/>
                <a:gd name="connsiteY608" fmla="*/ 266986 h 781050"/>
                <a:gd name="connsiteX609" fmla="*/ 426244 w 923925"/>
                <a:gd name="connsiteY609" fmla="*/ 267367 h 781050"/>
                <a:gd name="connsiteX610" fmla="*/ 429768 w 923925"/>
                <a:gd name="connsiteY610" fmla="*/ 268510 h 781050"/>
                <a:gd name="connsiteX611" fmla="*/ 431006 w 923925"/>
                <a:gd name="connsiteY611" fmla="*/ 269272 h 781050"/>
                <a:gd name="connsiteX612" fmla="*/ 432149 w 923925"/>
                <a:gd name="connsiteY612" fmla="*/ 270224 h 781050"/>
                <a:gd name="connsiteX613" fmla="*/ 432911 w 923925"/>
                <a:gd name="connsiteY613" fmla="*/ 270701 h 781050"/>
                <a:gd name="connsiteX614" fmla="*/ 433769 w 923925"/>
                <a:gd name="connsiteY614" fmla="*/ 271367 h 781050"/>
                <a:gd name="connsiteX615" fmla="*/ 435007 w 923925"/>
                <a:gd name="connsiteY615" fmla="*/ 271844 h 781050"/>
                <a:gd name="connsiteX616" fmla="*/ 434721 w 923925"/>
                <a:gd name="connsiteY616" fmla="*/ 270701 h 781050"/>
                <a:gd name="connsiteX617" fmla="*/ 434911 w 923925"/>
                <a:gd name="connsiteY617" fmla="*/ 269558 h 781050"/>
                <a:gd name="connsiteX618" fmla="*/ 435388 w 923925"/>
                <a:gd name="connsiteY618" fmla="*/ 268224 h 781050"/>
                <a:gd name="connsiteX619" fmla="*/ 437483 w 923925"/>
                <a:gd name="connsiteY619" fmla="*/ 268891 h 781050"/>
                <a:gd name="connsiteX620" fmla="*/ 438721 w 923925"/>
                <a:gd name="connsiteY620" fmla="*/ 269653 h 781050"/>
                <a:gd name="connsiteX621" fmla="*/ 439960 w 923925"/>
                <a:gd name="connsiteY621" fmla="*/ 268034 h 781050"/>
                <a:gd name="connsiteX622" fmla="*/ 444341 w 923925"/>
                <a:gd name="connsiteY622" fmla="*/ 270796 h 781050"/>
                <a:gd name="connsiteX623" fmla="*/ 446056 w 923925"/>
                <a:gd name="connsiteY623" fmla="*/ 270796 h 781050"/>
                <a:gd name="connsiteX624" fmla="*/ 446627 w 923925"/>
                <a:gd name="connsiteY624" fmla="*/ 271939 h 781050"/>
                <a:gd name="connsiteX625" fmla="*/ 446723 w 923925"/>
                <a:gd name="connsiteY625" fmla="*/ 272510 h 781050"/>
                <a:gd name="connsiteX626" fmla="*/ 446627 w 923925"/>
                <a:gd name="connsiteY626" fmla="*/ 273082 h 781050"/>
                <a:gd name="connsiteX627" fmla="*/ 446246 w 923925"/>
                <a:gd name="connsiteY627" fmla="*/ 273463 h 781050"/>
                <a:gd name="connsiteX628" fmla="*/ 445770 w 923925"/>
                <a:gd name="connsiteY628" fmla="*/ 273653 h 781050"/>
                <a:gd name="connsiteX629" fmla="*/ 445675 w 923925"/>
                <a:gd name="connsiteY629" fmla="*/ 274415 h 781050"/>
                <a:gd name="connsiteX630" fmla="*/ 445961 w 923925"/>
                <a:gd name="connsiteY630" fmla="*/ 275177 h 781050"/>
                <a:gd name="connsiteX631" fmla="*/ 446246 w 923925"/>
                <a:gd name="connsiteY631" fmla="*/ 275558 h 781050"/>
                <a:gd name="connsiteX632" fmla="*/ 446341 w 923925"/>
                <a:gd name="connsiteY632" fmla="*/ 277178 h 781050"/>
                <a:gd name="connsiteX633" fmla="*/ 445198 w 923925"/>
                <a:gd name="connsiteY633" fmla="*/ 277273 h 781050"/>
                <a:gd name="connsiteX634" fmla="*/ 443865 w 923925"/>
                <a:gd name="connsiteY634" fmla="*/ 277749 h 781050"/>
                <a:gd name="connsiteX635" fmla="*/ 443865 w 923925"/>
                <a:gd name="connsiteY635" fmla="*/ 280035 h 781050"/>
                <a:gd name="connsiteX636" fmla="*/ 443770 w 923925"/>
                <a:gd name="connsiteY636" fmla="*/ 280892 h 781050"/>
                <a:gd name="connsiteX637" fmla="*/ 443579 w 923925"/>
                <a:gd name="connsiteY637" fmla="*/ 281654 h 781050"/>
                <a:gd name="connsiteX638" fmla="*/ 442627 w 923925"/>
                <a:gd name="connsiteY638" fmla="*/ 283083 h 781050"/>
                <a:gd name="connsiteX639" fmla="*/ 442817 w 923925"/>
                <a:gd name="connsiteY639" fmla="*/ 283845 h 781050"/>
                <a:gd name="connsiteX640" fmla="*/ 443389 w 923925"/>
                <a:gd name="connsiteY640" fmla="*/ 284036 h 781050"/>
                <a:gd name="connsiteX641" fmla="*/ 444056 w 923925"/>
                <a:gd name="connsiteY641" fmla="*/ 284036 h 781050"/>
                <a:gd name="connsiteX642" fmla="*/ 444627 w 923925"/>
                <a:gd name="connsiteY642" fmla="*/ 284607 h 781050"/>
                <a:gd name="connsiteX643" fmla="*/ 446246 w 923925"/>
                <a:gd name="connsiteY643" fmla="*/ 285274 h 781050"/>
                <a:gd name="connsiteX644" fmla="*/ 447103 w 923925"/>
                <a:gd name="connsiteY644" fmla="*/ 286321 h 781050"/>
                <a:gd name="connsiteX645" fmla="*/ 447580 w 923925"/>
                <a:gd name="connsiteY645" fmla="*/ 286988 h 781050"/>
                <a:gd name="connsiteX646" fmla="*/ 448342 w 923925"/>
                <a:gd name="connsiteY646" fmla="*/ 287464 h 781050"/>
                <a:gd name="connsiteX647" fmla="*/ 447580 w 923925"/>
                <a:gd name="connsiteY647" fmla="*/ 287750 h 781050"/>
                <a:gd name="connsiteX648" fmla="*/ 444341 w 923925"/>
                <a:gd name="connsiteY648" fmla="*/ 289465 h 781050"/>
                <a:gd name="connsiteX649" fmla="*/ 443579 w 923925"/>
                <a:gd name="connsiteY649" fmla="*/ 290417 h 781050"/>
                <a:gd name="connsiteX650" fmla="*/ 441674 w 923925"/>
                <a:gd name="connsiteY650" fmla="*/ 289846 h 781050"/>
                <a:gd name="connsiteX651" fmla="*/ 439769 w 923925"/>
                <a:gd name="connsiteY651" fmla="*/ 289560 h 781050"/>
                <a:gd name="connsiteX652" fmla="*/ 438340 w 923925"/>
                <a:gd name="connsiteY652" fmla="*/ 289751 h 781050"/>
                <a:gd name="connsiteX653" fmla="*/ 437483 w 923925"/>
                <a:gd name="connsiteY653" fmla="*/ 289655 h 781050"/>
                <a:gd name="connsiteX654" fmla="*/ 435007 w 923925"/>
                <a:gd name="connsiteY654" fmla="*/ 288893 h 781050"/>
                <a:gd name="connsiteX655" fmla="*/ 434435 w 923925"/>
                <a:gd name="connsiteY655" fmla="*/ 288227 h 781050"/>
                <a:gd name="connsiteX656" fmla="*/ 433769 w 923925"/>
                <a:gd name="connsiteY656" fmla="*/ 287750 h 781050"/>
                <a:gd name="connsiteX657" fmla="*/ 432816 w 923925"/>
                <a:gd name="connsiteY657" fmla="*/ 287369 h 781050"/>
                <a:gd name="connsiteX658" fmla="*/ 431102 w 923925"/>
                <a:gd name="connsiteY658" fmla="*/ 287179 h 781050"/>
                <a:gd name="connsiteX659" fmla="*/ 430911 w 923925"/>
                <a:gd name="connsiteY659" fmla="*/ 285179 h 781050"/>
                <a:gd name="connsiteX660" fmla="*/ 430625 w 923925"/>
                <a:gd name="connsiteY660" fmla="*/ 284131 h 781050"/>
                <a:gd name="connsiteX661" fmla="*/ 429673 w 923925"/>
                <a:gd name="connsiteY661" fmla="*/ 283655 h 781050"/>
                <a:gd name="connsiteX662" fmla="*/ 428149 w 923925"/>
                <a:gd name="connsiteY662" fmla="*/ 283083 h 781050"/>
                <a:gd name="connsiteX663" fmla="*/ 428149 w 923925"/>
                <a:gd name="connsiteY663" fmla="*/ 282702 h 781050"/>
                <a:gd name="connsiteX664" fmla="*/ 427101 w 923925"/>
                <a:gd name="connsiteY664" fmla="*/ 282416 h 781050"/>
                <a:gd name="connsiteX665" fmla="*/ 426911 w 923925"/>
                <a:gd name="connsiteY665" fmla="*/ 281464 h 781050"/>
                <a:gd name="connsiteX666" fmla="*/ 426625 w 923925"/>
                <a:gd name="connsiteY666" fmla="*/ 280797 h 781050"/>
                <a:gd name="connsiteX667" fmla="*/ 424434 w 923925"/>
                <a:gd name="connsiteY667" fmla="*/ 279940 h 781050"/>
                <a:gd name="connsiteX668" fmla="*/ 424529 w 923925"/>
                <a:gd name="connsiteY668" fmla="*/ 281464 h 781050"/>
                <a:gd name="connsiteX669" fmla="*/ 424434 w 923925"/>
                <a:gd name="connsiteY669" fmla="*/ 282130 h 781050"/>
                <a:gd name="connsiteX670" fmla="*/ 423862 w 923925"/>
                <a:gd name="connsiteY670" fmla="*/ 282893 h 781050"/>
                <a:gd name="connsiteX671" fmla="*/ 422148 w 923925"/>
                <a:gd name="connsiteY671" fmla="*/ 283559 h 781050"/>
                <a:gd name="connsiteX672" fmla="*/ 421957 w 923925"/>
                <a:gd name="connsiteY672" fmla="*/ 284417 h 781050"/>
                <a:gd name="connsiteX673" fmla="*/ 421767 w 923925"/>
                <a:gd name="connsiteY673" fmla="*/ 284607 h 781050"/>
                <a:gd name="connsiteX674" fmla="*/ 421386 w 923925"/>
                <a:gd name="connsiteY674" fmla="*/ 284512 h 781050"/>
                <a:gd name="connsiteX675" fmla="*/ 420719 w 923925"/>
                <a:gd name="connsiteY675" fmla="*/ 282607 h 781050"/>
                <a:gd name="connsiteX676" fmla="*/ 420433 w 923925"/>
                <a:gd name="connsiteY676" fmla="*/ 281178 h 781050"/>
                <a:gd name="connsiteX677" fmla="*/ 420053 w 923925"/>
                <a:gd name="connsiteY677" fmla="*/ 279749 h 781050"/>
                <a:gd name="connsiteX678" fmla="*/ 419767 w 923925"/>
                <a:gd name="connsiteY678" fmla="*/ 279178 h 781050"/>
                <a:gd name="connsiteX679" fmla="*/ 418910 w 923925"/>
                <a:gd name="connsiteY679" fmla="*/ 279368 h 781050"/>
                <a:gd name="connsiteX680" fmla="*/ 417100 w 923925"/>
                <a:gd name="connsiteY680" fmla="*/ 279083 h 781050"/>
                <a:gd name="connsiteX681" fmla="*/ 417386 w 923925"/>
                <a:gd name="connsiteY681" fmla="*/ 277749 h 781050"/>
                <a:gd name="connsiteX682" fmla="*/ 416242 w 923925"/>
                <a:gd name="connsiteY682" fmla="*/ 277273 h 781050"/>
                <a:gd name="connsiteX683" fmla="*/ 415290 w 923925"/>
                <a:gd name="connsiteY683" fmla="*/ 277273 h 781050"/>
                <a:gd name="connsiteX684" fmla="*/ 415195 w 923925"/>
                <a:gd name="connsiteY684" fmla="*/ 276511 h 781050"/>
                <a:gd name="connsiteX685" fmla="*/ 414909 w 923925"/>
                <a:gd name="connsiteY685" fmla="*/ 275749 h 781050"/>
                <a:gd name="connsiteX686" fmla="*/ 414909 w 923925"/>
                <a:gd name="connsiteY686" fmla="*/ 274415 h 781050"/>
                <a:gd name="connsiteX687" fmla="*/ 414623 w 923925"/>
                <a:gd name="connsiteY687" fmla="*/ 272320 h 781050"/>
                <a:gd name="connsiteX688" fmla="*/ 414909 w 923925"/>
                <a:gd name="connsiteY688" fmla="*/ 272320 h 781050"/>
                <a:gd name="connsiteX689" fmla="*/ 414052 w 923925"/>
                <a:gd name="connsiteY689" fmla="*/ 270986 h 781050"/>
                <a:gd name="connsiteX690" fmla="*/ 413575 w 923925"/>
                <a:gd name="connsiteY690" fmla="*/ 269081 h 781050"/>
                <a:gd name="connsiteX691" fmla="*/ 413290 w 923925"/>
                <a:gd name="connsiteY691" fmla="*/ 267081 h 781050"/>
                <a:gd name="connsiteX692" fmla="*/ 411861 w 923925"/>
                <a:gd name="connsiteY692" fmla="*/ 264509 h 781050"/>
                <a:gd name="connsiteX693" fmla="*/ 410337 w 923925"/>
                <a:gd name="connsiteY693" fmla="*/ 262509 h 781050"/>
                <a:gd name="connsiteX694" fmla="*/ 408718 w 923925"/>
                <a:gd name="connsiteY694" fmla="*/ 260413 h 781050"/>
                <a:gd name="connsiteX695" fmla="*/ 407384 w 923925"/>
                <a:gd name="connsiteY695" fmla="*/ 260795 h 781050"/>
                <a:gd name="connsiteX696" fmla="*/ 406336 w 923925"/>
                <a:gd name="connsiteY696" fmla="*/ 261366 h 781050"/>
                <a:gd name="connsiteX697" fmla="*/ 405670 w 923925"/>
                <a:gd name="connsiteY697" fmla="*/ 261461 h 781050"/>
                <a:gd name="connsiteX698" fmla="*/ 405289 w 923925"/>
                <a:gd name="connsiteY698" fmla="*/ 261176 h 781050"/>
                <a:gd name="connsiteX699" fmla="*/ 403669 w 923925"/>
                <a:gd name="connsiteY699" fmla="*/ 259366 h 781050"/>
                <a:gd name="connsiteX700" fmla="*/ 403098 w 923925"/>
                <a:gd name="connsiteY700" fmla="*/ 259461 h 781050"/>
                <a:gd name="connsiteX701" fmla="*/ 401669 w 923925"/>
                <a:gd name="connsiteY701" fmla="*/ 260223 h 781050"/>
                <a:gd name="connsiteX702" fmla="*/ 401003 w 923925"/>
                <a:gd name="connsiteY702" fmla="*/ 259652 h 781050"/>
                <a:gd name="connsiteX703" fmla="*/ 401098 w 923925"/>
                <a:gd name="connsiteY703" fmla="*/ 258699 h 781050"/>
                <a:gd name="connsiteX704" fmla="*/ 400907 w 923925"/>
                <a:gd name="connsiteY704" fmla="*/ 256699 h 781050"/>
                <a:gd name="connsiteX705" fmla="*/ 399478 w 923925"/>
                <a:gd name="connsiteY705" fmla="*/ 256413 h 781050"/>
                <a:gd name="connsiteX706" fmla="*/ 398145 w 923925"/>
                <a:gd name="connsiteY706" fmla="*/ 258128 h 781050"/>
                <a:gd name="connsiteX707" fmla="*/ 397764 w 923925"/>
                <a:gd name="connsiteY707" fmla="*/ 258985 h 781050"/>
                <a:gd name="connsiteX708" fmla="*/ 395669 w 923925"/>
                <a:gd name="connsiteY708" fmla="*/ 260890 h 781050"/>
                <a:gd name="connsiteX709" fmla="*/ 394907 w 923925"/>
                <a:gd name="connsiteY709" fmla="*/ 261652 h 781050"/>
                <a:gd name="connsiteX710" fmla="*/ 394716 w 923925"/>
                <a:gd name="connsiteY710" fmla="*/ 262604 h 781050"/>
                <a:gd name="connsiteX711" fmla="*/ 393954 w 923925"/>
                <a:gd name="connsiteY711" fmla="*/ 263557 h 781050"/>
                <a:gd name="connsiteX712" fmla="*/ 393192 w 923925"/>
                <a:gd name="connsiteY712" fmla="*/ 263557 h 781050"/>
                <a:gd name="connsiteX713" fmla="*/ 392430 w 923925"/>
                <a:gd name="connsiteY713" fmla="*/ 263366 h 781050"/>
                <a:gd name="connsiteX714" fmla="*/ 391763 w 923925"/>
                <a:gd name="connsiteY714" fmla="*/ 263462 h 781050"/>
                <a:gd name="connsiteX715" fmla="*/ 391573 w 923925"/>
                <a:gd name="connsiteY715" fmla="*/ 263938 h 781050"/>
                <a:gd name="connsiteX716" fmla="*/ 390811 w 923925"/>
                <a:gd name="connsiteY716" fmla="*/ 264033 h 781050"/>
                <a:gd name="connsiteX717" fmla="*/ 390049 w 923925"/>
                <a:gd name="connsiteY717" fmla="*/ 263843 h 781050"/>
                <a:gd name="connsiteX718" fmla="*/ 388715 w 923925"/>
                <a:gd name="connsiteY718" fmla="*/ 263271 h 781050"/>
                <a:gd name="connsiteX719" fmla="*/ 388239 w 923925"/>
                <a:gd name="connsiteY719" fmla="*/ 264414 h 781050"/>
                <a:gd name="connsiteX720" fmla="*/ 388239 w 923925"/>
                <a:gd name="connsiteY720" fmla="*/ 266129 h 781050"/>
                <a:gd name="connsiteX721" fmla="*/ 383857 w 923925"/>
                <a:gd name="connsiteY721" fmla="*/ 265843 h 781050"/>
                <a:gd name="connsiteX722" fmla="*/ 382810 w 923925"/>
                <a:gd name="connsiteY722" fmla="*/ 269367 h 781050"/>
                <a:gd name="connsiteX723" fmla="*/ 381857 w 923925"/>
                <a:gd name="connsiteY723" fmla="*/ 270415 h 781050"/>
                <a:gd name="connsiteX724" fmla="*/ 380714 w 923925"/>
                <a:gd name="connsiteY724" fmla="*/ 271463 h 781050"/>
                <a:gd name="connsiteX725" fmla="*/ 379666 w 923925"/>
                <a:gd name="connsiteY725" fmla="*/ 272891 h 781050"/>
                <a:gd name="connsiteX726" fmla="*/ 378904 w 923925"/>
                <a:gd name="connsiteY726" fmla="*/ 274796 h 781050"/>
                <a:gd name="connsiteX727" fmla="*/ 378047 w 923925"/>
                <a:gd name="connsiteY727" fmla="*/ 276511 h 781050"/>
                <a:gd name="connsiteX728" fmla="*/ 377666 w 923925"/>
                <a:gd name="connsiteY728" fmla="*/ 278225 h 781050"/>
                <a:gd name="connsiteX729" fmla="*/ 377952 w 923925"/>
                <a:gd name="connsiteY729" fmla="*/ 278321 h 781050"/>
                <a:gd name="connsiteX730" fmla="*/ 380238 w 923925"/>
                <a:gd name="connsiteY730" fmla="*/ 279463 h 781050"/>
                <a:gd name="connsiteX731" fmla="*/ 382429 w 923925"/>
                <a:gd name="connsiteY731" fmla="*/ 279559 h 781050"/>
                <a:gd name="connsiteX732" fmla="*/ 382619 w 923925"/>
                <a:gd name="connsiteY732" fmla="*/ 280130 h 781050"/>
                <a:gd name="connsiteX733" fmla="*/ 382619 w 923925"/>
                <a:gd name="connsiteY733" fmla="*/ 281178 h 781050"/>
                <a:gd name="connsiteX734" fmla="*/ 382905 w 923925"/>
                <a:gd name="connsiteY734" fmla="*/ 282035 h 781050"/>
                <a:gd name="connsiteX735" fmla="*/ 383477 w 923925"/>
                <a:gd name="connsiteY735" fmla="*/ 282797 h 781050"/>
                <a:gd name="connsiteX736" fmla="*/ 386715 w 923925"/>
                <a:gd name="connsiteY736" fmla="*/ 284321 h 781050"/>
                <a:gd name="connsiteX737" fmla="*/ 386144 w 923925"/>
                <a:gd name="connsiteY737" fmla="*/ 285655 h 781050"/>
                <a:gd name="connsiteX738" fmla="*/ 385286 w 923925"/>
                <a:gd name="connsiteY738" fmla="*/ 288131 h 781050"/>
                <a:gd name="connsiteX739" fmla="*/ 384619 w 923925"/>
                <a:gd name="connsiteY739" fmla="*/ 289370 h 781050"/>
                <a:gd name="connsiteX740" fmla="*/ 384239 w 923925"/>
                <a:gd name="connsiteY740" fmla="*/ 292513 h 781050"/>
                <a:gd name="connsiteX741" fmla="*/ 383762 w 923925"/>
                <a:gd name="connsiteY741" fmla="*/ 293180 h 781050"/>
                <a:gd name="connsiteX742" fmla="*/ 382524 w 923925"/>
                <a:gd name="connsiteY742" fmla="*/ 294132 h 781050"/>
                <a:gd name="connsiteX743" fmla="*/ 381476 w 923925"/>
                <a:gd name="connsiteY743" fmla="*/ 295751 h 781050"/>
                <a:gd name="connsiteX744" fmla="*/ 380714 w 923925"/>
                <a:gd name="connsiteY744" fmla="*/ 296513 h 781050"/>
                <a:gd name="connsiteX745" fmla="*/ 379095 w 923925"/>
                <a:gd name="connsiteY745" fmla="*/ 297561 h 781050"/>
                <a:gd name="connsiteX746" fmla="*/ 378047 w 923925"/>
                <a:gd name="connsiteY746" fmla="*/ 298609 h 781050"/>
                <a:gd name="connsiteX747" fmla="*/ 377761 w 923925"/>
                <a:gd name="connsiteY747" fmla="*/ 298799 h 781050"/>
                <a:gd name="connsiteX748" fmla="*/ 375666 w 923925"/>
                <a:gd name="connsiteY748" fmla="*/ 302800 h 781050"/>
                <a:gd name="connsiteX749" fmla="*/ 373952 w 923925"/>
                <a:gd name="connsiteY749" fmla="*/ 304895 h 781050"/>
                <a:gd name="connsiteX750" fmla="*/ 372142 w 923925"/>
                <a:gd name="connsiteY750" fmla="*/ 306038 h 781050"/>
                <a:gd name="connsiteX751" fmla="*/ 369951 w 923925"/>
                <a:gd name="connsiteY751" fmla="*/ 306229 h 781050"/>
                <a:gd name="connsiteX752" fmla="*/ 368808 w 923925"/>
                <a:gd name="connsiteY752" fmla="*/ 305943 h 781050"/>
                <a:gd name="connsiteX753" fmla="*/ 367474 w 923925"/>
                <a:gd name="connsiteY753" fmla="*/ 305371 h 781050"/>
                <a:gd name="connsiteX754" fmla="*/ 366141 w 923925"/>
                <a:gd name="connsiteY754" fmla="*/ 303943 h 781050"/>
                <a:gd name="connsiteX755" fmla="*/ 364998 w 923925"/>
                <a:gd name="connsiteY755" fmla="*/ 300704 h 781050"/>
                <a:gd name="connsiteX756" fmla="*/ 364141 w 923925"/>
                <a:gd name="connsiteY756" fmla="*/ 299180 h 781050"/>
                <a:gd name="connsiteX757" fmla="*/ 362807 w 923925"/>
                <a:gd name="connsiteY757" fmla="*/ 298037 h 781050"/>
                <a:gd name="connsiteX758" fmla="*/ 360807 w 923925"/>
                <a:gd name="connsiteY758" fmla="*/ 298228 h 781050"/>
                <a:gd name="connsiteX759" fmla="*/ 358616 w 923925"/>
                <a:gd name="connsiteY759" fmla="*/ 298799 h 781050"/>
                <a:gd name="connsiteX760" fmla="*/ 356807 w 923925"/>
                <a:gd name="connsiteY760" fmla="*/ 298895 h 781050"/>
                <a:gd name="connsiteX761" fmla="*/ 353663 w 923925"/>
                <a:gd name="connsiteY761" fmla="*/ 294799 h 781050"/>
                <a:gd name="connsiteX762" fmla="*/ 352711 w 923925"/>
                <a:gd name="connsiteY762" fmla="*/ 294227 h 781050"/>
                <a:gd name="connsiteX763" fmla="*/ 351377 w 923925"/>
                <a:gd name="connsiteY763" fmla="*/ 294513 h 781050"/>
                <a:gd name="connsiteX764" fmla="*/ 349948 w 923925"/>
                <a:gd name="connsiteY764" fmla="*/ 295370 h 781050"/>
                <a:gd name="connsiteX765" fmla="*/ 348044 w 923925"/>
                <a:gd name="connsiteY765" fmla="*/ 298037 h 781050"/>
                <a:gd name="connsiteX766" fmla="*/ 346805 w 923925"/>
                <a:gd name="connsiteY766" fmla="*/ 298704 h 781050"/>
                <a:gd name="connsiteX767" fmla="*/ 342233 w 923925"/>
                <a:gd name="connsiteY767" fmla="*/ 298990 h 781050"/>
                <a:gd name="connsiteX768" fmla="*/ 340614 w 923925"/>
                <a:gd name="connsiteY768" fmla="*/ 299752 h 781050"/>
                <a:gd name="connsiteX769" fmla="*/ 339090 w 923925"/>
                <a:gd name="connsiteY769" fmla="*/ 300990 h 781050"/>
                <a:gd name="connsiteX770" fmla="*/ 338233 w 923925"/>
                <a:gd name="connsiteY770" fmla="*/ 302419 h 781050"/>
                <a:gd name="connsiteX771" fmla="*/ 336518 w 923925"/>
                <a:gd name="connsiteY771" fmla="*/ 302514 h 781050"/>
                <a:gd name="connsiteX772" fmla="*/ 334613 w 923925"/>
                <a:gd name="connsiteY772" fmla="*/ 302038 h 781050"/>
                <a:gd name="connsiteX773" fmla="*/ 332708 w 923925"/>
                <a:gd name="connsiteY773" fmla="*/ 302228 h 781050"/>
                <a:gd name="connsiteX774" fmla="*/ 331089 w 923925"/>
                <a:gd name="connsiteY774" fmla="*/ 303657 h 781050"/>
                <a:gd name="connsiteX775" fmla="*/ 329756 w 923925"/>
                <a:gd name="connsiteY775" fmla="*/ 304610 h 781050"/>
                <a:gd name="connsiteX776" fmla="*/ 328517 w 923925"/>
                <a:gd name="connsiteY776" fmla="*/ 305276 h 781050"/>
                <a:gd name="connsiteX777" fmla="*/ 327374 w 923925"/>
                <a:gd name="connsiteY777" fmla="*/ 305657 h 781050"/>
                <a:gd name="connsiteX778" fmla="*/ 325374 w 923925"/>
                <a:gd name="connsiteY778" fmla="*/ 306038 h 781050"/>
                <a:gd name="connsiteX779" fmla="*/ 322516 w 923925"/>
                <a:gd name="connsiteY779" fmla="*/ 305753 h 781050"/>
                <a:gd name="connsiteX780" fmla="*/ 320802 w 923925"/>
                <a:gd name="connsiteY780" fmla="*/ 306134 h 781050"/>
                <a:gd name="connsiteX781" fmla="*/ 317659 w 923925"/>
                <a:gd name="connsiteY781" fmla="*/ 307562 h 781050"/>
                <a:gd name="connsiteX782" fmla="*/ 315373 w 923925"/>
                <a:gd name="connsiteY782" fmla="*/ 308705 h 781050"/>
                <a:gd name="connsiteX783" fmla="*/ 314515 w 923925"/>
                <a:gd name="connsiteY783" fmla="*/ 310610 h 781050"/>
                <a:gd name="connsiteX784" fmla="*/ 313563 w 923925"/>
                <a:gd name="connsiteY784" fmla="*/ 311563 h 781050"/>
                <a:gd name="connsiteX785" fmla="*/ 312611 w 923925"/>
                <a:gd name="connsiteY785" fmla="*/ 311944 h 781050"/>
                <a:gd name="connsiteX786" fmla="*/ 309848 w 923925"/>
                <a:gd name="connsiteY786" fmla="*/ 312230 h 781050"/>
                <a:gd name="connsiteX787" fmla="*/ 303276 w 923925"/>
                <a:gd name="connsiteY787" fmla="*/ 312325 h 781050"/>
                <a:gd name="connsiteX788" fmla="*/ 301847 w 923925"/>
                <a:gd name="connsiteY788" fmla="*/ 312420 h 781050"/>
                <a:gd name="connsiteX789" fmla="*/ 300323 w 923925"/>
                <a:gd name="connsiteY789" fmla="*/ 312706 h 781050"/>
                <a:gd name="connsiteX790" fmla="*/ 297466 w 923925"/>
                <a:gd name="connsiteY790" fmla="*/ 313754 h 781050"/>
                <a:gd name="connsiteX791" fmla="*/ 296037 w 923925"/>
                <a:gd name="connsiteY791" fmla="*/ 313944 h 781050"/>
                <a:gd name="connsiteX792" fmla="*/ 294132 w 923925"/>
                <a:gd name="connsiteY792" fmla="*/ 314420 h 781050"/>
                <a:gd name="connsiteX793" fmla="*/ 293561 w 923925"/>
                <a:gd name="connsiteY793" fmla="*/ 316230 h 781050"/>
                <a:gd name="connsiteX794" fmla="*/ 290036 w 923925"/>
                <a:gd name="connsiteY794" fmla="*/ 319469 h 781050"/>
                <a:gd name="connsiteX795" fmla="*/ 289465 w 923925"/>
                <a:gd name="connsiteY795" fmla="*/ 320802 h 781050"/>
                <a:gd name="connsiteX796" fmla="*/ 289369 w 923925"/>
                <a:gd name="connsiteY796" fmla="*/ 322707 h 781050"/>
                <a:gd name="connsiteX797" fmla="*/ 290132 w 923925"/>
                <a:gd name="connsiteY797" fmla="*/ 323945 h 781050"/>
                <a:gd name="connsiteX798" fmla="*/ 290608 w 923925"/>
                <a:gd name="connsiteY798" fmla="*/ 325279 h 781050"/>
                <a:gd name="connsiteX799" fmla="*/ 290703 w 923925"/>
                <a:gd name="connsiteY799" fmla="*/ 326708 h 781050"/>
                <a:gd name="connsiteX800" fmla="*/ 289560 w 923925"/>
                <a:gd name="connsiteY800" fmla="*/ 327470 h 781050"/>
                <a:gd name="connsiteX801" fmla="*/ 288703 w 923925"/>
                <a:gd name="connsiteY801" fmla="*/ 329184 h 781050"/>
                <a:gd name="connsiteX802" fmla="*/ 288227 w 923925"/>
                <a:gd name="connsiteY802" fmla="*/ 331851 h 781050"/>
                <a:gd name="connsiteX803" fmla="*/ 287941 w 923925"/>
                <a:gd name="connsiteY803" fmla="*/ 334518 h 781050"/>
                <a:gd name="connsiteX804" fmla="*/ 288036 w 923925"/>
                <a:gd name="connsiteY804" fmla="*/ 336804 h 781050"/>
                <a:gd name="connsiteX805" fmla="*/ 287845 w 923925"/>
                <a:gd name="connsiteY805" fmla="*/ 338233 h 781050"/>
                <a:gd name="connsiteX806" fmla="*/ 289179 w 923925"/>
                <a:gd name="connsiteY806" fmla="*/ 339757 h 781050"/>
                <a:gd name="connsiteX807" fmla="*/ 289750 w 923925"/>
                <a:gd name="connsiteY807" fmla="*/ 341376 h 781050"/>
                <a:gd name="connsiteX808" fmla="*/ 289941 w 923925"/>
                <a:gd name="connsiteY808" fmla="*/ 345758 h 781050"/>
                <a:gd name="connsiteX809" fmla="*/ 289369 w 923925"/>
                <a:gd name="connsiteY809" fmla="*/ 351758 h 781050"/>
                <a:gd name="connsiteX810" fmla="*/ 288607 w 923925"/>
                <a:gd name="connsiteY810" fmla="*/ 352996 h 781050"/>
                <a:gd name="connsiteX811" fmla="*/ 287274 w 923925"/>
                <a:gd name="connsiteY811" fmla="*/ 354044 h 781050"/>
                <a:gd name="connsiteX812" fmla="*/ 285464 w 923925"/>
                <a:gd name="connsiteY812" fmla="*/ 354997 h 781050"/>
                <a:gd name="connsiteX813" fmla="*/ 283654 w 923925"/>
                <a:gd name="connsiteY813" fmla="*/ 355663 h 781050"/>
                <a:gd name="connsiteX814" fmla="*/ 282035 w 923925"/>
                <a:gd name="connsiteY814" fmla="*/ 355283 h 781050"/>
                <a:gd name="connsiteX815" fmla="*/ 280702 w 923925"/>
                <a:gd name="connsiteY815" fmla="*/ 354711 h 781050"/>
                <a:gd name="connsiteX816" fmla="*/ 279654 w 923925"/>
                <a:gd name="connsiteY816" fmla="*/ 354139 h 781050"/>
                <a:gd name="connsiteX817" fmla="*/ 278606 w 923925"/>
                <a:gd name="connsiteY817" fmla="*/ 353282 h 781050"/>
                <a:gd name="connsiteX818" fmla="*/ 277463 w 923925"/>
                <a:gd name="connsiteY818" fmla="*/ 353092 h 781050"/>
                <a:gd name="connsiteX819" fmla="*/ 271177 w 923925"/>
                <a:gd name="connsiteY819" fmla="*/ 353092 h 781050"/>
                <a:gd name="connsiteX820" fmla="*/ 269462 w 923925"/>
                <a:gd name="connsiteY820" fmla="*/ 352520 h 781050"/>
                <a:gd name="connsiteX821" fmla="*/ 268129 w 923925"/>
                <a:gd name="connsiteY821" fmla="*/ 352235 h 781050"/>
                <a:gd name="connsiteX822" fmla="*/ 266795 w 923925"/>
                <a:gd name="connsiteY822" fmla="*/ 352139 h 781050"/>
                <a:gd name="connsiteX823" fmla="*/ 265557 w 923925"/>
                <a:gd name="connsiteY823" fmla="*/ 352330 h 781050"/>
                <a:gd name="connsiteX824" fmla="*/ 264414 w 923925"/>
                <a:gd name="connsiteY824" fmla="*/ 352806 h 781050"/>
                <a:gd name="connsiteX825" fmla="*/ 262414 w 923925"/>
                <a:gd name="connsiteY825" fmla="*/ 354235 h 781050"/>
                <a:gd name="connsiteX826" fmla="*/ 260794 w 923925"/>
                <a:gd name="connsiteY826" fmla="*/ 354902 h 781050"/>
                <a:gd name="connsiteX827" fmla="*/ 258604 w 923925"/>
                <a:gd name="connsiteY827" fmla="*/ 355568 h 781050"/>
                <a:gd name="connsiteX828" fmla="*/ 256508 w 923925"/>
                <a:gd name="connsiteY828" fmla="*/ 356426 h 781050"/>
                <a:gd name="connsiteX829" fmla="*/ 254698 w 923925"/>
                <a:gd name="connsiteY829" fmla="*/ 357283 h 781050"/>
                <a:gd name="connsiteX830" fmla="*/ 252698 w 923925"/>
                <a:gd name="connsiteY830" fmla="*/ 358616 h 781050"/>
                <a:gd name="connsiteX831" fmla="*/ 252412 w 923925"/>
                <a:gd name="connsiteY831" fmla="*/ 359759 h 781050"/>
                <a:gd name="connsiteX832" fmla="*/ 252412 w 923925"/>
                <a:gd name="connsiteY832" fmla="*/ 361760 h 781050"/>
                <a:gd name="connsiteX833" fmla="*/ 254127 w 923925"/>
                <a:gd name="connsiteY833" fmla="*/ 365474 h 781050"/>
                <a:gd name="connsiteX834" fmla="*/ 254222 w 923925"/>
                <a:gd name="connsiteY834" fmla="*/ 366903 h 781050"/>
                <a:gd name="connsiteX835" fmla="*/ 253651 w 923925"/>
                <a:gd name="connsiteY835" fmla="*/ 367951 h 781050"/>
                <a:gd name="connsiteX836" fmla="*/ 253174 w 923925"/>
                <a:gd name="connsiteY836" fmla="*/ 368522 h 781050"/>
                <a:gd name="connsiteX837" fmla="*/ 252889 w 923925"/>
                <a:gd name="connsiteY837" fmla="*/ 368999 h 781050"/>
                <a:gd name="connsiteX838" fmla="*/ 251841 w 923925"/>
                <a:gd name="connsiteY838" fmla="*/ 369951 h 781050"/>
                <a:gd name="connsiteX839" fmla="*/ 250412 w 923925"/>
                <a:gd name="connsiteY839" fmla="*/ 369856 h 781050"/>
                <a:gd name="connsiteX840" fmla="*/ 248507 w 923925"/>
                <a:gd name="connsiteY840" fmla="*/ 368427 h 781050"/>
                <a:gd name="connsiteX841" fmla="*/ 248126 w 923925"/>
                <a:gd name="connsiteY841" fmla="*/ 367094 h 781050"/>
                <a:gd name="connsiteX842" fmla="*/ 247936 w 923925"/>
                <a:gd name="connsiteY842" fmla="*/ 365474 h 781050"/>
                <a:gd name="connsiteX843" fmla="*/ 247745 w 923925"/>
                <a:gd name="connsiteY843" fmla="*/ 364427 h 781050"/>
                <a:gd name="connsiteX844" fmla="*/ 247364 w 923925"/>
                <a:gd name="connsiteY844" fmla="*/ 363284 h 781050"/>
                <a:gd name="connsiteX845" fmla="*/ 246602 w 923925"/>
                <a:gd name="connsiteY845" fmla="*/ 362617 h 781050"/>
                <a:gd name="connsiteX846" fmla="*/ 245459 w 923925"/>
                <a:gd name="connsiteY846" fmla="*/ 362521 h 781050"/>
                <a:gd name="connsiteX847" fmla="*/ 244507 w 923925"/>
                <a:gd name="connsiteY847" fmla="*/ 362903 h 781050"/>
                <a:gd name="connsiteX848" fmla="*/ 243840 w 923925"/>
                <a:gd name="connsiteY848" fmla="*/ 363474 h 781050"/>
                <a:gd name="connsiteX849" fmla="*/ 243649 w 923925"/>
                <a:gd name="connsiteY849" fmla="*/ 364617 h 781050"/>
                <a:gd name="connsiteX850" fmla="*/ 243745 w 923925"/>
                <a:gd name="connsiteY850" fmla="*/ 365760 h 781050"/>
                <a:gd name="connsiteX851" fmla="*/ 244031 w 923925"/>
                <a:gd name="connsiteY851" fmla="*/ 367284 h 781050"/>
                <a:gd name="connsiteX852" fmla="*/ 244507 w 923925"/>
                <a:gd name="connsiteY852" fmla="*/ 368427 h 781050"/>
                <a:gd name="connsiteX853" fmla="*/ 244792 w 923925"/>
                <a:gd name="connsiteY853" fmla="*/ 369380 h 781050"/>
                <a:gd name="connsiteX854" fmla="*/ 244697 w 923925"/>
                <a:gd name="connsiteY854" fmla="*/ 370427 h 781050"/>
                <a:gd name="connsiteX855" fmla="*/ 244411 w 923925"/>
                <a:gd name="connsiteY855" fmla="*/ 371285 h 781050"/>
                <a:gd name="connsiteX856" fmla="*/ 242697 w 923925"/>
                <a:gd name="connsiteY856" fmla="*/ 374333 h 781050"/>
                <a:gd name="connsiteX857" fmla="*/ 241840 w 923925"/>
                <a:gd name="connsiteY857" fmla="*/ 375571 h 781050"/>
                <a:gd name="connsiteX858" fmla="*/ 241173 w 923925"/>
                <a:gd name="connsiteY858" fmla="*/ 376333 h 781050"/>
                <a:gd name="connsiteX859" fmla="*/ 239077 w 923925"/>
                <a:gd name="connsiteY859" fmla="*/ 377952 h 781050"/>
                <a:gd name="connsiteX860" fmla="*/ 237363 w 923925"/>
                <a:gd name="connsiteY860" fmla="*/ 379000 h 781050"/>
                <a:gd name="connsiteX861" fmla="*/ 234886 w 923925"/>
                <a:gd name="connsiteY861" fmla="*/ 379286 h 781050"/>
                <a:gd name="connsiteX862" fmla="*/ 233172 w 923925"/>
                <a:gd name="connsiteY862" fmla="*/ 379286 h 781050"/>
                <a:gd name="connsiteX863" fmla="*/ 231648 w 923925"/>
                <a:gd name="connsiteY863" fmla="*/ 379095 h 781050"/>
                <a:gd name="connsiteX864" fmla="*/ 230219 w 923925"/>
                <a:gd name="connsiteY864" fmla="*/ 378619 h 781050"/>
                <a:gd name="connsiteX865" fmla="*/ 227076 w 923925"/>
                <a:gd name="connsiteY865" fmla="*/ 377000 h 781050"/>
                <a:gd name="connsiteX866" fmla="*/ 225742 w 923925"/>
                <a:gd name="connsiteY866" fmla="*/ 375952 h 781050"/>
                <a:gd name="connsiteX867" fmla="*/ 224980 w 923925"/>
                <a:gd name="connsiteY867" fmla="*/ 375095 h 781050"/>
                <a:gd name="connsiteX868" fmla="*/ 223742 w 923925"/>
                <a:gd name="connsiteY868" fmla="*/ 373189 h 781050"/>
                <a:gd name="connsiteX869" fmla="*/ 222504 w 923925"/>
                <a:gd name="connsiteY869" fmla="*/ 371856 h 781050"/>
                <a:gd name="connsiteX870" fmla="*/ 221361 w 923925"/>
                <a:gd name="connsiteY870" fmla="*/ 370808 h 781050"/>
                <a:gd name="connsiteX871" fmla="*/ 219075 w 923925"/>
                <a:gd name="connsiteY871" fmla="*/ 369951 h 781050"/>
                <a:gd name="connsiteX872" fmla="*/ 217551 w 923925"/>
                <a:gd name="connsiteY872" fmla="*/ 370237 h 781050"/>
                <a:gd name="connsiteX873" fmla="*/ 216313 w 923925"/>
                <a:gd name="connsiteY873" fmla="*/ 371380 h 781050"/>
                <a:gd name="connsiteX874" fmla="*/ 214408 w 923925"/>
                <a:gd name="connsiteY874" fmla="*/ 373380 h 781050"/>
                <a:gd name="connsiteX875" fmla="*/ 213360 w 923925"/>
                <a:gd name="connsiteY875" fmla="*/ 374428 h 781050"/>
                <a:gd name="connsiteX876" fmla="*/ 212407 w 923925"/>
                <a:gd name="connsiteY876" fmla="*/ 375095 h 781050"/>
                <a:gd name="connsiteX877" fmla="*/ 210979 w 923925"/>
                <a:gd name="connsiteY877" fmla="*/ 375095 h 781050"/>
                <a:gd name="connsiteX878" fmla="*/ 209359 w 923925"/>
                <a:gd name="connsiteY878" fmla="*/ 374333 h 781050"/>
                <a:gd name="connsiteX879" fmla="*/ 207931 w 923925"/>
                <a:gd name="connsiteY879" fmla="*/ 374047 h 781050"/>
                <a:gd name="connsiteX880" fmla="*/ 204978 w 923925"/>
                <a:gd name="connsiteY880" fmla="*/ 373094 h 781050"/>
                <a:gd name="connsiteX881" fmla="*/ 199834 w 923925"/>
                <a:gd name="connsiteY881" fmla="*/ 372142 h 781050"/>
                <a:gd name="connsiteX882" fmla="*/ 196405 w 923925"/>
                <a:gd name="connsiteY882" fmla="*/ 371951 h 781050"/>
                <a:gd name="connsiteX883" fmla="*/ 194596 w 923925"/>
                <a:gd name="connsiteY883" fmla="*/ 372142 h 781050"/>
                <a:gd name="connsiteX884" fmla="*/ 192119 w 923925"/>
                <a:gd name="connsiteY884" fmla="*/ 373189 h 781050"/>
                <a:gd name="connsiteX885" fmla="*/ 190500 w 923925"/>
                <a:gd name="connsiteY885" fmla="*/ 374618 h 781050"/>
                <a:gd name="connsiteX886" fmla="*/ 188595 w 923925"/>
                <a:gd name="connsiteY886" fmla="*/ 375285 h 781050"/>
                <a:gd name="connsiteX887" fmla="*/ 187166 w 923925"/>
                <a:gd name="connsiteY887" fmla="*/ 375476 h 781050"/>
                <a:gd name="connsiteX888" fmla="*/ 186118 w 923925"/>
                <a:gd name="connsiteY888" fmla="*/ 376142 h 781050"/>
                <a:gd name="connsiteX889" fmla="*/ 185261 w 923925"/>
                <a:gd name="connsiteY889" fmla="*/ 377285 h 781050"/>
                <a:gd name="connsiteX890" fmla="*/ 184404 w 923925"/>
                <a:gd name="connsiteY890" fmla="*/ 378238 h 781050"/>
                <a:gd name="connsiteX891" fmla="*/ 181642 w 923925"/>
                <a:gd name="connsiteY891" fmla="*/ 378333 h 781050"/>
                <a:gd name="connsiteX892" fmla="*/ 180403 w 923925"/>
                <a:gd name="connsiteY892" fmla="*/ 377857 h 781050"/>
                <a:gd name="connsiteX893" fmla="*/ 178879 w 923925"/>
                <a:gd name="connsiteY893" fmla="*/ 377571 h 781050"/>
                <a:gd name="connsiteX894" fmla="*/ 177546 w 923925"/>
                <a:gd name="connsiteY894" fmla="*/ 377952 h 781050"/>
                <a:gd name="connsiteX895" fmla="*/ 176974 w 923925"/>
                <a:gd name="connsiteY895" fmla="*/ 378619 h 781050"/>
                <a:gd name="connsiteX896" fmla="*/ 177832 w 923925"/>
                <a:gd name="connsiteY896" fmla="*/ 381095 h 781050"/>
                <a:gd name="connsiteX897" fmla="*/ 177927 w 923925"/>
                <a:gd name="connsiteY897" fmla="*/ 382334 h 781050"/>
                <a:gd name="connsiteX898" fmla="*/ 177165 w 923925"/>
                <a:gd name="connsiteY898" fmla="*/ 384334 h 781050"/>
                <a:gd name="connsiteX899" fmla="*/ 176974 w 923925"/>
                <a:gd name="connsiteY899" fmla="*/ 385286 h 781050"/>
                <a:gd name="connsiteX900" fmla="*/ 176689 w 923925"/>
                <a:gd name="connsiteY900" fmla="*/ 385572 h 781050"/>
                <a:gd name="connsiteX901" fmla="*/ 176593 w 923925"/>
                <a:gd name="connsiteY901" fmla="*/ 386525 h 781050"/>
                <a:gd name="connsiteX902" fmla="*/ 176213 w 923925"/>
                <a:gd name="connsiteY902" fmla="*/ 388049 h 781050"/>
                <a:gd name="connsiteX903" fmla="*/ 176117 w 923925"/>
                <a:gd name="connsiteY903" fmla="*/ 389192 h 781050"/>
                <a:gd name="connsiteX904" fmla="*/ 175546 w 923925"/>
                <a:gd name="connsiteY904" fmla="*/ 390144 h 781050"/>
                <a:gd name="connsiteX905" fmla="*/ 174403 w 923925"/>
                <a:gd name="connsiteY905" fmla="*/ 390811 h 781050"/>
                <a:gd name="connsiteX906" fmla="*/ 171831 w 923925"/>
                <a:gd name="connsiteY906" fmla="*/ 391573 h 781050"/>
                <a:gd name="connsiteX907" fmla="*/ 170783 w 923925"/>
                <a:gd name="connsiteY907" fmla="*/ 392144 h 781050"/>
                <a:gd name="connsiteX908" fmla="*/ 168878 w 923925"/>
                <a:gd name="connsiteY908" fmla="*/ 393573 h 781050"/>
                <a:gd name="connsiteX909" fmla="*/ 168783 w 923925"/>
                <a:gd name="connsiteY909" fmla="*/ 394240 h 781050"/>
                <a:gd name="connsiteX910" fmla="*/ 169069 w 923925"/>
                <a:gd name="connsiteY910" fmla="*/ 395097 h 781050"/>
                <a:gd name="connsiteX911" fmla="*/ 168783 w 923925"/>
                <a:gd name="connsiteY911" fmla="*/ 396050 h 781050"/>
                <a:gd name="connsiteX912" fmla="*/ 168211 w 923925"/>
                <a:gd name="connsiteY912" fmla="*/ 396907 h 781050"/>
                <a:gd name="connsiteX913" fmla="*/ 167830 w 923925"/>
                <a:gd name="connsiteY913" fmla="*/ 397669 h 781050"/>
                <a:gd name="connsiteX914" fmla="*/ 167640 w 923925"/>
                <a:gd name="connsiteY914" fmla="*/ 399288 h 781050"/>
                <a:gd name="connsiteX915" fmla="*/ 167164 w 923925"/>
                <a:gd name="connsiteY915" fmla="*/ 399764 h 781050"/>
                <a:gd name="connsiteX916" fmla="*/ 165544 w 923925"/>
                <a:gd name="connsiteY916" fmla="*/ 399764 h 781050"/>
                <a:gd name="connsiteX917" fmla="*/ 165259 w 923925"/>
                <a:gd name="connsiteY917" fmla="*/ 399669 h 781050"/>
                <a:gd name="connsiteX918" fmla="*/ 164020 w 923925"/>
                <a:gd name="connsiteY918" fmla="*/ 399669 h 781050"/>
                <a:gd name="connsiteX919" fmla="*/ 162592 w 923925"/>
                <a:gd name="connsiteY919" fmla="*/ 399860 h 781050"/>
                <a:gd name="connsiteX920" fmla="*/ 162687 w 923925"/>
                <a:gd name="connsiteY920" fmla="*/ 401574 h 781050"/>
                <a:gd name="connsiteX921" fmla="*/ 161830 w 923925"/>
                <a:gd name="connsiteY921" fmla="*/ 402146 h 781050"/>
                <a:gd name="connsiteX922" fmla="*/ 160687 w 923925"/>
                <a:gd name="connsiteY922" fmla="*/ 402527 h 781050"/>
                <a:gd name="connsiteX923" fmla="*/ 159734 w 923925"/>
                <a:gd name="connsiteY923" fmla="*/ 402431 h 781050"/>
                <a:gd name="connsiteX924" fmla="*/ 155448 w 923925"/>
                <a:gd name="connsiteY924" fmla="*/ 400431 h 781050"/>
                <a:gd name="connsiteX925" fmla="*/ 154876 w 923925"/>
                <a:gd name="connsiteY925" fmla="*/ 399764 h 781050"/>
                <a:gd name="connsiteX926" fmla="*/ 153734 w 923925"/>
                <a:gd name="connsiteY926" fmla="*/ 397288 h 781050"/>
                <a:gd name="connsiteX927" fmla="*/ 152781 w 923925"/>
                <a:gd name="connsiteY927" fmla="*/ 397097 h 781050"/>
                <a:gd name="connsiteX928" fmla="*/ 152686 w 923925"/>
                <a:gd name="connsiteY928" fmla="*/ 393954 h 781050"/>
                <a:gd name="connsiteX929" fmla="*/ 152305 w 923925"/>
                <a:gd name="connsiteY929" fmla="*/ 393478 h 781050"/>
                <a:gd name="connsiteX930" fmla="*/ 151447 w 923925"/>
                <a:gd name="connsiteY930" fmla="*/ 393383 h 781050"/>
                <a:gd name="connsiteX931" fmla="*/ 150876 w 923925"/>
                <a:gd name="connsiteY931" fmla="*/ 393859 h 781050"/>
                <a:gd name="connsiteX932" fmla="*/ 150019 w 923925"/>
                <a:gd name="connsiteY932" fmla="*/ 394240 h 781050"/>
                <a:gd name="connsiteX933" fmla="*/ 149733 w 923925"/>
                <a:gd name="connsiteY933" fmla="*/ 395002 h 781050"/>
                <a:gd name="connsiteX934" fmla="*/ 148780 w 923925"/>
                <a:gd name="connsiteY934" fmla="*/ 397002 h 781050"/>
                <a:gd name="connsiteX935" fmla="*/ 148209 w 923925"/>
                <a:gd name="connsiteY935" fmla="*/ 398526 h 781050"/>
                <a:gd name="connsiteX936" fmla="*/ 147256 w 923925"/>
                <a:gd name="connsiteY936" fmla="*/ 398336 h 781050"/>
                <a:gd name="connsiteX937" fmla="*/ 144875 w 923925"/>
                <a:gd name="connsiteY937" fmla="*/ 396716 h 781050"/>
                <a:gd name="connsiteX938" fmla="*/ 143732 w 923925"/>
                <a:gd name="connsiteY938" fmla="*/ 396526 h 781050"/>
                <a:gd name="connsiteX939" fmla="*/ 141541 w 923925"/>
                <a:gd name="connsiteY939" fmla="*/ 396621 h 781050"/>
                <a:gd name="connsiteX940" fmla="*/ 139732 w 923925"/>
                <a:gd name="connsiteY940" fmla="*/ 396430 h 781050"/>
                <a:gd name="connsiteX941" fmla="*/ 137350 w 923925"/>
                <a:gd name="connsiteY941" fmla="*/ 395383 h 781050"/>
                <a:gd name="connsiteX942" fmla="*/ 135065 w 923925"/>
                <a:gd name="connsiteY942" fmla="*/ 394049 h 781050"/>
                <a:gd name="connsiteX943" fmla="*/ 133731 w 923925"/>
                <a:gd name="connsiteY943" fmla="*/ 394049 h 781050"/>
                <a:gd name="connsiteX944" fmla="*/ 132683 w 923925"/>
                <a:gd name="connsiteY944" fmla="*/ 394526 h 781050"/>
                <a:gd name="connsiteX945" fmla="*/ 131350 w 923925"/>
                <a:gd name="connsiteY945" fmla="*/ 396526 h 781050"/>
                <a:gd name="connsiteX946" fmla="*/ 130683 w 923925"/>
                <a:gd name="connsiteY946" fmla="*/ 396716 h 781050"/>
                <a:gd name="connsiteX947" fmla="*/ 129445 w 923925"/>
                <a:gd name="connsiteY947" fmla="*/ 396716 h 781050"/>
                <a:gd name="connsiteX948" fmla="*/ 128778 w 923925"/>
                <a:gd name="connsiteY948" fmla="*/ 396526 h 781050"/>
                <a:gd name="connsiteX949" fmla="*/ 127825 w 923925"/>
                <a:gd name="connsiteY949" fmla="*/ 396716 h 781050"/>
                <a:gd name="connsiteX950" fmla="*/ 126968 w 923925"/>
                <a:gd name="connsiteY950" fmla="*/ 397193 h 781050"/>
                <a:gd name="connsiteX951" fmla="*/ 126016 w 923925"/>
                <a:gd name="connsiteY951" fmla="*/ 397478 h 781050"/>
                <a:gd name="connsiteX952" fmla="*/ 124873 w 923925"/>
                <a:gd name="connsiteY952" fmla="*/ 397669 h 781050"/>
                <a:gd name="connsiteX953" fmla="*/ 123825 w 923925"/>
                <a:gd name="connsiteY953" fmla="*/ 397478 h 781050"/>
                <a:gd name="connsiteX954" fmla="*/ 122587 w 923925"/>
                <a:gd name="connsiteY954" fmla="*/ 397193 h 781050"/>
                <a:gd name="connsiteX955" fmla="*/ 121539 w 923925"/>
                <a:gd name="connsiteY955" fmla="*/ 396716 h 781050"/>
                <a:gd name="connsiteX956" fmla="*/ 120396 w 923925"/>
                <a:gd name="connsiteY956" fmla="*/ 396335 h 781050"/>
                <a:gd name="connsiteX957" fmla="*/ 119158 w 923925"/>
                <a:gd name="connsiteY957" fmla="*/ 396430 h 781050"/>
                <a:gd name="connsiteX958" fmla="*/ 117919 w 923925"/>
                <a:gd name="connsiteY958" fmla="*/ 396145 h 781050"/>
                <a:gd name="connsiteX959" fmla="*/ 117157 w 923925"/>
                <a:gd name="connsiteY959" fmla="*/ 395669 h 781050"/>
                <a:gd name="connsiteX960" fmla="*/ 116300 w 923925"/>
                <a:gd name="connsiteY960" fmla="*/ 395383 h 781050"/>
                <a:gd name="connsiteX961" fmla="*/ 115252 w 923925"/>
                <a:gd name="connsiteY961" fmla="*/ 395192 h 781050"/>
                <a:gd name="connsiteX962" fmla="*/ 114205 w 923925"/>
                <a:gd name="connsiteY962" fmla="*/ 395478 h 781050"/>
                <a:gd name="connsiteX963" fmla="*/ 113252 w 923925"/>
                <a:gd name="connsiteY963" fmla="*/ 395954 h 781050"/>
                <a:gd name="connsiteX964" fmla="*/ 112490 w 923925"/>
                <a:gd name="connsiteY964" fmla="*/ 396526 h 781050"/>
                <a:gd name="connsiteX965" fmla="*/ 111442 w 923925"/>
                <a:gd name="connsiteY965" fmla="*/ 396716 h 781050"/>
                <a:gd name="connsiteX966" fmla="*/ 108585 w 923925"/>
                <a:gd name="connsiteY966" fmla="*/ 396430 h 781050"/>
                <a:gd name="connsiteX967" fmla="*/ 107347 w 923925"/>
                <a:gd name="connsiteY967" fmla="*/ 396145 h 781050"/>
                <a:gd name="connsiteX968" fmla="*/ 106394 w 923925"/>
                <a:gd name="connsiteY968" fmla="*/ 395669 h 781050"/>
                <a:gd name="connsiteX969" fmla="*/ 105537 w 923925"/>
                <a:gd name="connsiteY969" fmla="*/ 394621 h 781050"/>
                <a:gd name="connsiteX970" fmla="*/ 104775 w 923925"/>
                <a:gd name="connsiteY970" fmla="*/ 393763 h 781050"/>
                <a:gd name="connsiteX971" fmla="*/ 104013 w 923925"/>
                <a:gd name="connsiteY971" fmla="*/ 393192 h 781050"/>
                <a:gd name="connsiteX972" fmla="*/ 103441 w 923925"/>
                <a:gd name="connsiteY972" fmla="*/ 392716 h 781050"/>
                <a:gd name="connsiteX973" fmla="*/ 102584 w 923925"/>
                <a:gd name="connsiteY973" fmla="*/ 392239 h 781050"/>
                <a:gd name="connsiteX974" fmla="*/ 101727 w 923925"/>
                <a:gd name="connsiteY974" fmla="*/ 392621 h 781050"/>
                <a:gd name="connsiteX975" fmla="*/ 100584 w 923925"/>
                <a:gd name="connsiteY975" fmla="*/ 392811 h 781050"/>
                <a:gd name="connsiteX976" fmla="*/ 99631 w 923925"/>
                <a:gd name="connsiteY976" fmla="*/ 392430 h 781050"/>
                <a:gd name="connsiteX977" fmla="*/ 96488 w 923925"/>
                <a:gd name="connsiteY977" fmla="*/ 392716 h 781050"/>
                <a:gd name="connsiteX978" fmla="*/ 94107 w 923925"/>
                <a:gd name="connsiteY978" fmla="*/ 391954 h 781050"/>
                <a:gd name="connsiteX979" fmla="*/ 89059 w 923925"/>
                <a:gd name="connsiteY979" fmla="*/ 390144 h 781050"/>
                <a:gd name="connsiteX980" fmla="*/ 84201 w 923925"/>
                <a:gd name="connsiteY980" fmla="*/ 387287 h 781050"/>
                <a:gd name="connsiteX981" fmla="*/ 82677 w 923925"/>
                <a:gd name="connsiteY981" fmla="*/ 387096 h 781050"/>
                <a:gd name="connsiteX982" fmla="*/ 82201 w 923925"/>
                <a:gd name="connsiteY982" fmla="*/ 387001 h 781050"/>
                <a:gd name="connsiteX983" fmla="*/ 68104 w 923925"/>
                <a:gd name="connsiteY983" fmla="*/ 386905 h 781050"/>
                <a:gd name="connsiteX984" fmla="*/ 63151 w 923925"/>
                <a:gd name="connsiteY984" fmla="*/ 386334 h 781050"/>
                <a:gd name="connsiteX985" fmla="*/ 61913 w 923925"/>
                <a:gd name="connsiteY985" fmla="*/ 385858 h 781050"/>
                <a:gd name="connsiteX986" fmla="*/ 59912 w 923925"/>
                <a:gd name="connsiteY986" fmla="*/ 384810 h 781050"/>
                <a:gd name="connsiteX987" fmla="*/ 58865 w 923925"/>
                <a:gd name="connsiteY987" fmla="*/ 384620 h 781050"/>
                <a:gd name="connsiteX988" fmla="*/ 51530 w 923925"/>
                <a:gd name="connsiteY988" fmla="*/ 385763 h 781050"/>
                <a:gd name="connsiteX989" fmla="*/ 49340 w 923925"/>
                <a:gd name="connsiteY989" fmla="*/ 386525 h 781050"/>
                <a:gd name="connsiteX990" fmla="*/ 41243 w 923925"/>
                <a:gd name="connsiteY990" fmla="*/ 391287 h 781050"/>
                <a:gd name="connsiteX991" fmla="*/ 36671 w 923925"/>
                <a:gd name="connsiteY991" fmla="*/ 397002 h 781050"/>
                <a:gd name="connsiteX992" fmla="*/ 36862 w 923925"/>
                <a:gd name="connsiteY992" fmla="*/ 398717 h 781050"/>
                <a:gd name="connsiteX993" fmla="*/ 36290 w 923925"/>
                <a:gd name="connsiteY993" fmla="*/ 399955 h 781050"/>
                <a:gd name="connsiteX994" fmla="*/ 36290 w 923925"/>
                <a:gd name="connsiteY994" fmla="*/ 402908 h 781050"/>
                <a:gd name="connsiteX995" fmla="*/ 35719 w 923925"/>
                <a:gd name="connsiteY995" fmla="*/ 408146 h 781050"/>
                <a:gd name="connsiteX996" fmla="*/ 36004 w 923925"/>
                <a:gd name="connsiteY996" fmla="*/ 410623 h 781050"/>
                <a:gd name="connsiteX997" fmla="*/ 36385 w 923925"/>
                <a:gd name="connsiteY997" fmla="*/ 412052 h 781050"/>
                <a:gd name="connsiteX998" fmla="*/ 37052 w 923925"/>
                <a:gd name="connsiteY998" fmla="*/ 412528 h 781050"/>
                <a:gd name="connsiteX999" fmla="*/ 37624 w 923925"/>
                <a:gd name="connsiteY999" fmla="*/ 412718 h 781050"/>
                <a:gd name="connsiteX1000" fmla="*/ 38195 w 923925"/>
                <a:gd name="connsiteY1000" fmla="*/ 413004 h 781050"/>
                <a:gd name="connsiteX1001" fmla="*/ 38767 w 923925"/>
                <a:gd name="connsiteY1001" fmla="*/ 413480 h 781050"/>
                <a:gd name="connsiteX1002" fmla="*/ 40100 w 923925"/>
                <a:gd name="connsiteY1002" fmla="*/ 416433 h 781050"/>
                <a:gd name="connsiteX1003" fmla="*/ 41624 w 923925"/>
                <a:gd name="connsiteY1003" fmla="*/ 419100 h 781050"/>
                <a:gd name="connsiteX1004" fmla="*/ 42577 w 923925"/>
                <a:gd name="connsiteY1004" fmla="*/ 421862 h 781050"/>
                <a:gd name="connsiteX1005" fmla="*/ 42386 w 923925"/>
                <a:gd name="connsiteY1005" fmla="*/ 423005 h 781050"/>
                <a:gd name="connsiteX1006" fmla="*/ 41624 w 923925"/>
                <a:gd name="connsiteY1006" fmla="*/ 423482 h 781050"/>
                <a:gd name="connsiteX1007" fmla="*/ 40481 w 923925"/>
                <a:gd name="connsiteY1007" fmla="*/ 423196 h 781050"/>
                <a:gd name="connsiteX1008" fmla="*/ 39338 w 923925"/>
                <a:gd name="connsiteY1008" fmla="*/ 422720 h 781050"/>
                <a:gd name="connsiteX1009" fmla="*/ 38290 w 923925"/>
                <a:gd name="connsiteY1009" fmla="*/ 422434 h 781050"/>
                <a:gd name="connsiteX1010" fmla="*/ 37243 w 923925"/>
                <a:gd name="connsiteY1010" fmla="*/ 422434 h 781050"/>
                <a:gd name="connsiteX1011" fmla="*/ 36100 w 923925"/>
                <a:gd name="connsiteY1011" fmla="*/ 422720 h 781050"/>
                <a:gd name="connsiteX1012" fmla="*/ 35052 w 923925"/>
                <a:gd name="connsiteY1012" fmla="*/ 423482 h 781050"/>
                <a:gd name="connsiteX1013" fmla="*/ 34004 w 923925"/>
                <a:gd name="connsiteY1013" fmla="*/ 424625 h 781050"/>
                <a:gd name="connsiteX1014" fmla="*/ 33242 w 923925"/>
                <a:gd name="connsiteY1014" fmla="*/ 426149 h 781050"/>
                <a:gd name="connsiteX1015" fmla="*/ 32956 w 923925"/>
                <a:gd name="connsiteY1015" fmla="*/ 427101 h 781050"/>
                <a:gd name="connsiteX1016" fmla="*/ 32861 w 923925"/>
                <a:gd name="connsiteY1016" fmla="*/ 427672 h 781050"/>
                <a:gd name="connsiteX1017" fmla="*/ 32861 w 923925"/>
                <a:gd name="connsiteY1017" fmla="*/ 428339 h 781050"/>
                <a:gd name="connsiteX1018" fmla="*/ 34004 w 923925"/>
                <a:gd name="connsiteY1018" fmla="*/ 433673 h 781050"/>
                <a:gd name="connsiteX1019" fmla="*/ 34099 w 923925"/>
                <a:gd name="connsiteY1019" fmla="*/ 439007 h 781050"/>
                <a:gd name="connsiteX1020" fmla="*/ 33909 w 923925"/>
                <a:gd name="connsiteY1020" fmla="*/ 440531 h 781050"/>
                <a:gd name="connsiteX1021" fmla="*/ 33528 w 923925"/>
                <a:gd name="connsiteY1021" fmla="*/ 441388 h 781050"/>
                <a:gd name="connsiteX1022" fmla="*/ 33052 w 923925"/>
                <a:gd name="connsiteY1022" fmla="*/ 441484 h 781050"/>
                <a:gd name="connsiteX1023" fmla="*/ 32575 w 923925"/>
                <a:gd name="connsiteY1023" fmla="*/ 441293 h 781050"/>
                <a:gd name="connsiteX1024" fmla="*/ 30670 w 923925"/>
                <a:gd name="connsiteY1024" fmla="*/ 439674 h 781050"/>
                <a:gd name="connsiteX1025" fmla="*/ 29718 w 923925"/>
                <a:gd name="connsiteY1025" fmla="*/ 439293 h 781050"/>
                <a:gd name="connsiteX1026" fmla="*/ 29051 w 923925"/>
                <a:gd name="connsiteY1026" fmla="*/ 440246 h 781050"/>
                <a:gd name="connsiteX1027" fmla="*/ 29146 w 923925"/>
                <a:gd name="connsiteY1027" fmla="*/ 441198 h 781050"/>
                <a:gd name="connsiteX1028" fmla="*/ 29242 w 923925"/>
                <a:gd name="connsiteY1028" fmla="*/ 441770 h 781050"/>
                <a:gd name="connsiteX1029" fmla="*/ 29623 w 923925"/>
                <a:gd name="connsiteY1029" fmla="*/ 442246 h 781050"/>
                <a:gd name="connsiteX1030" fmla="*/ 30766 w 923925"/>
                <a:gd name="connsiteY1030" fmla="*/ 444437 h 781050"/>
                <a:gd name="connsiteX1031" fmla="*/ 31337 w 923925"/>
                <a:gd name="connsiteY1031" fmla="*/ 446532 h 781050"/>
                <a:gd name="connsiteX1032" fmla="*/ 31813 w 923925"/>
                <a:gd name="connsiteY1032" fmla="*/ 447580 h 781050"/>
                <a:gd name="connsiteX1033" fmla="*/ 32385 w 923925"/>
                <a:gd name="connsiteY1033" fmla="*/ 448342 h 781050"/>
                <a:gd name="connsiteX1034" fmla="*/ 32956 w 923925"/>
                <a:gd name="connsiteY1034" fmla="*/ 448723 h 781050"/>
                <a:gd name="connsiteX1035" fmla="*/ 33718 w 923925"/>
                <a:gd name="connsiteY1035" fmla="*/ 449866 h 781050"/>
                <a:gd name="connsiteX1036" fmla="*/ 34480 w 923925"/>
                <a:gd name="connsiteY1036" fmla="*/ 451771 h 781050"/>
                <a:gd name="connsiteX1037" fmla="*/ 35433 w 923925"/>
                <a:gd name="connsiteY1037" fmla="*/ 458057 h 781050"/>
                <a:gd name="connsiteX1038" fmla="*/ 35814 w 923925"/>
                <a:gd name="connsiteY1038" fmla="*/ 459677 h 781050"/>
                <a:gd name="connsiteX1039" fmla="*/ 36481 w 923925"/>
                <a:gd name="connsiteY1039" fmla="*/ 460343 h 781050"/>
                <a:gd name="connsiteX1040" fmla="*/ 37433 w 923925"/>
                <a:gd name="connsiteY1040" fmla="*/ 460820 h 781050"/>
                <a:gd name="connsiteX1041" fmla="*/ 41434 w 923925"/>
                <a:gd name="connsiteY1041" fmla="*/ 461772 h 781050"/>
                <a:gd name="connsiteX1042" fmla="*/ 42672 w 923925"/>
                <a:gd name="connsiteY1042" fmla="*/ 462439 h 781050"/>
                <a:gd name="connsiteX1043" fmla="*/ 43624 w 923925"/>
                <a:gd name="connsiteY1043" fmla="*/ 463105 h 781050"/>
                <a:gd name="connsiteX1044" fmla="*/ 44958 w 923925"/>
                <a:gd name="connsiteY1044" fmla="*/ 464820 h 781050"/>
                <a:gd name="connsiteX1045" fmla="*/ 45910 w 923925"/>
                <a:gd name="connsiteY1045" fmla="*/ 472726 h 781050"/>
                <a:gd name="connsiteX1046" fmla="*/ 47625 w 923925"/>
                <a:gd name="connsiteY1046" fmla="*/ 478441 h 781050"/>
                <a:gd name="connsiteX1047" fmla="*/ 48006 w 923925"/>
                <a:gd name="connsiteY1047" fmla="*/ 480727 h 781050"/>
                <a:gd name="connsiteX1048" fmla="*/ 48006 w 923925"/>
                <a:gd name="connsiteY1048" fmla="*/ 483203 h 781050"/>
                <a:gd name="connsiteX1049" fmla="*/ 47815 w 923925"/>
                <a:gd name="connsiteY1049" fmla="*/ 484727 h 781050"/>
                <a:gd name="connsiteX1050" fmla="*/ 47530 w 923925"/>
                <a:gd name="connsiteY1050" fmla="*/ 485870 h 781050"/>
                <a:gd name="connsiteX1051" fmla="*/ 47053 w 923925"/>
                <a:gd name="connsiteY1051" fmla="*/ 486918 h 781050"/>
                <a:gd name="connsiteX1052" fmla="*/ 46482 w 923925"/>
                <a:gd name="connsiteY1052" fmla="*/ 487871 h 781050"/>
                <a:gd name="connsiteX1053" fmla="*/ 45720 w 923925"/>
                <a:gd name="connsiteY1053" fmla="*/ 488728 h 781050"/>
                <a:gd name="connsiteX1054" fmla="*/ 44958 w 923925"/>
                <a:gd name="connsiteY1054" fmla="*/ 489871 h 781050"/>
                <a:gd name="connsiteX1055" fmla="*/ 44196 w 923925"/>
                <a:gd name="connsiteY1055" fmla="*/ 491490 h 781050"/>
                <a:gd name="connsiteX1056" fmla="*/ 43339 w 923925"/>
                <a:gd name="connsiteY1056" fmla="*/ 494538 h 781050"/>
                <a:gd name="connsiteX1057" fmla="*/ 42577 w 923925"/>
                <a:gd name="connsiteY1057" fmla="*/ 496062 h 781050"/>
                <a:gd name="connsiteX1058" fmla="*/ 41815 w 923925"/>
                <a:gd name="connsiteY1058" fmla="*/ 497205 h 781050"/>
                <a:gd name="connsiteX1059" fmla="*/ 39148 w 923925"/>
                <a:gd name="connsiteY1059" fmla="*/ 499872 h 781050"/>
                <a:gd name="connsiteX1060" fmla="*/ 38386 w 923925"/>
                <a:gd name="connsiteY1060" fmla="*/ 500348 h 781050"/>
                <a:gd name="connsiteX1061" fmla="*/ 37433 w 923925"/>
                <a:gd name="connsiteY1061" fmla="*/ 500729 h 781050"/>
                <a:gd name="connsiteX1062" fmla="*/ 36481 w 923925"/>
                <a:gd name="connsiteY1062" fmla="*/ 500920 h 781050"/>
                <a:gd name="connsiteX1063" fmla="*/ 35623 w 923925"/>
                <a:gd name="connsiteY1063" fmla="*/ 500729 h 781050"/>
                <a:gd name="connsiteX1064" fmla="*/ 35052 w 923925"/>
                <a:gd name="connsiteY1064" fmla="*/ 500063 h 781050"/>
                <a:gd name="connsiteX1065" fmla="*/ 34480 w 923925"/>
                <a:gd name="connsiteY1065" fmla="*/ 499205 h 781050"/>
                <a:gd name="connsiteX1066" fmla="*/ 33909 w 923925"/>
                <a:gd name="connsiteY1066" fmla="*/ 498538 h 781050"/>
                <a:gd name="connsiteX1067" fmla="*/ 33242 w 923925"/>
                <a:gd name="connsiteY1067" fmla="*/ 497967 h 781050"/>
                <a:gd name="connsiteX1068" fmla="*/ 32480 w 923925"/>
                <a:gd name="connsiteY1068" fmla="*/ 497681 h 781050"/>
                <a:gd name="connsiteX1069" fmla="*/ 31718 w 923925"/>
                <a:gd name="connsiteY1069" fmla="*/ 497491 h 781050"/>
                <a:gd name="connsiteX1070" fmla="*/ 30385 w 923925"/>
                <a:gd name="connsiteY1070" fmla="*/ 497586 h 781050"/>
                <a:gd name="connsiteX1071" fmla="*/ 29146 w 923925"/>
                <a:gd name="connsiteY1071" fmla="*/ 497872 h 781050"/>
                <a:gd name="connsiteX1072" fmla="*/ 27527 w 923925"/>
                <a:gd name="connsiteY1072" fmla="*/ 498729 h 781050"/>
                <a:gd name="connsiteX1073" fmla="*/ 26384 w 923925"/>
                <a:gd name="connsiteY1073" fmla="*/ 499015 h 781050"/>
                <a:gd name="connsiteX1074" fmla="*/ 25146 w 923925"/>
                <a:gd name="connsiteY1074" fmla="*/ 498824 h 781050"/>
                <a:gd name="connsiteX1075" fmla="*/ 23050 w 923925"/>
                <a:gd name="connsiteY1075" fmla="*/ 497777 h 781050"/>
                <a:gd name="connsiteX1076" fmla="*/ 21622 w 923925"/>
                <a:gd name="connsiteY1076" fmla="*/ 497300 h 781050"/>
                <a:gd name="connsiteX1077" fmla="*/ 18574 w 923925"/>
                <a:gd name="connsiteY1077" fmla="*/ 497014 h 781050"/>
                <a:gd name="connsiteX1078" fmla="*/ 16669 w 923925"/>
                <a:gd name="connsiteY1078" fmla="*/ 496634 h 781050"/>
                <a:gd name="connsiteX1079" fmla="*/ 6572 w 923925"/>
                <a:gd name="connsiteY1079" fmla="*/ 490728 h 781050"/>
                <a:gd name="connsiteX1080" fmla="*/ 5239 w 923925"/>
                <a:gd name="connsiteY1080" fmla="*/ 490252 h 781050"/>
                <a:gd name="connsiteX1081" fmla="*/ 3048 w 923925"/>
                <a:gd name="connsiteY1081" fmla="*/ 493871 h 781050"/>
                <a:gd name="connsiteX1082" fmla="*/ 2857 w 923925"/>
                <a:gd name="connsiteY1082" fmla="*/ 496729 h 781050"/>
                <a:gd name="connsiteX1083" fmla="*/ 2953 w 923925"/>
                <a:gd name="connsiteY1083" fmla="*/ 498443 h 781050"/>
                <a:gd name="connsiteX1084" fmla="*/ 2762 w 923925"/>
                <a:gd name="connsiteY1084" fmla="*/ 499301 h 781050"/>
                <a:gd name="connsiteX1085" fmla="*/ 2381 w 923925"/>
                <a:gd name="connsiteY1085" fmla="*/ 499967 h 781050"/>
                <a:gd name="connsiteX1086" fmla="*/ 1810 w 923925"/>
                <a:gd name="connsiteY1086" fmla="*/ 500444 h 781050"/>
                <a:gd name="connsiteX1087" fmla="*/ 857 w 923925"/>
                <a:gd name="connsiteY1087" fmla="*/ 501491 h 781050"/>
                <a:gd name="connsiteX1088" fmla="*/ 0 w 923925"/>
                <a:gd name="connsiteY1088" fmla="*/ 502730 h 781050"/>
                <a:gd name="connsiteX1089" fmla="*/ 0 w 923925"/>
                <a:gd name="connsiteY1089" fmla="*/ 503206 h 781050"/>
                <a:gd name="connsiteX1090" fmla="*/ 286 w 923925"/>
                <a:gd name="connsiteY1090" fmla="*/ 503587 h 781050"/>
                <a:gd name="connsiteX1091" fmla="*/ 952 w 923925"/>
                <a:gd name="connsiteY1091" fmla="*/ 503777 h 781050"/>
                <a:gd name="connsiteX1092" fmla="*/ 4381 w 923925"/>
                <a:gd name="connsiteY1092" fmla="*/ 504539 h 781050"/>
                <a:gd name="connsiteX1093" fmla="*/ 5143 w 923925"/>
                <a:gd name="connsiteY1093" fmla="*/ 504825 h 781050"/>
                <a:gd name="connsiteX1094" fmla="*/ 7334 w 923925"/>
                <a:gd name="connsiteY1094" fmla="*/ 506254 h 781050"/>
                <a:gd name="connsiteX1095" fmla="*/ 8191 w 923925"/>
                <a:gd name="connsiteY1095" fmla="*/ 506539 h 781050"/>
                <a:gd name="connsiteX1096" fmla="*/ 8953 w 923925"/>
                <a:gd name="connsiteY1096" fmla="*/ 506730 h 781050"/>
                <a:gd name="connsiteX1097" fmla="*/ 9715 w 923925"/>
                <a:gd name="connsiteY1097" fmla="*/ 507016 h 781050"/>
                <a:gd name="connsiteX1098" fmla="*/ 10573 w 923925"/>
                <a:gd name="connsiteY1098" fmla="*/ 507587 h 781050"/>
                <a:gd name="connsiteX1099" fmla="*/ 11620 w 923925"/>
                <a:gd name="connsiteY1099" fmla="*/ 508826 h 781050"/>
                <a:gd name="connsiteX1100" fmla="*/ 11906 w 923925"/>
                <a:gd name="connsiteY1100" fmla="*/ 509778 h 781050"/>
                <a:gd name="connsiteX1101" fmla="*/ 11906 w 923925"/>
                <a:gd name="connsiteY1101" fmla="*/ 510730 h 781050"/>
                <a:gd name="connsiteX1102" fmla="*/ 11525 w 923925"/>
                <a:gd name="connsiteY1102" fmla="*/ 513207 h 781050"/>
                <a:gd name="connsiteX1103" fmla="*/ 11430 w 923925"/>
                <a:gd name="connsiteY1103" fmla="*/ 515303 h 781050"/>
                <a:gd name="connsiteX1104" fmla="*/ 11049 w 923925"/>
                <a:gd name="connsiteY1104" fmla="*/ 518255 h 781050"/>
                <a:gd name="connsiteX1105" fmla="*/ 9239 w 923925"/>
                <a:gd name="connsiteY1105" fmla="*/ 525780 h 781050"/>
                <a:gd name="connsiteX1106" fmla="*/ 8953 w 923925"/>
                <a:gd name="connsiteY1106" fmla="*/ 526447 h 781050"/>
                <a:gd name="connsiteX1107" fmla="*/ 8668 w 923925"/>
                <a:gd name="connsiteY1107" fmla="*/ 526828 h 781050"/>
                <a:gd name="connsiteX1108" fmla="*/ 8191 w 923925"/>
                <a:gd name="connsiteY1108" fmla="*/ 527113 h 781050"/>
                <a:gd name="connsiteX1109" fmla="*/ 5715 w 923925"/>
                <a:gd name="connsiteY1109" fmla="*/ 528066 h 781050"/>
                <a:gd name="connsiteX1110" fmla="*/ 5239 w 923925"/>
                <a:gd name="connsiteY1110" fmla="*/ 528447 h 781050"/>
                <a:gd name="connsiteX1111" fmla="*/ 4953 w 923925"/>
                <a:gd name="connsiteY1111" fmla="*/ 529590 h 781050"/>
                <a:gd name="connsiteX1112" fmla="*/ 5429 w 923925"/>
                <a:gd name="connsiteY1112" fmla="*/ 533400 h 781050"/>
                <a:gd name="connsiteX1113" fmla="*/ 5334 w 923925"/>
                <a:gd name="connsiteY1113" fmla="*/ 534924 h 781050"/>
                <a:gd name="connsiteX1114" fmla="*/ 4953 w 923925"/>
                <a:gd name="connsiteY1114" fmla="*/ 536353 h 781050"/>
                <a:gd name="connsiteX1115" fmla="*/ 3905 w 923925"/>
                <a:gd name="connsiteY1115" fmla="*/ 538163 h 781050"/>
                <a:gd name="connsiteX1116" fmla="*/ 2762 w 923925"/>
                <a:gd name="connsiteY1116" fmla="*/ 541020 h 781050"/>
                <a:gd name="connsiteX1117" fmla="*/ 2191 w 923925"/>
                <a:gd name="connsiteY1117" fmla="*/ 543973 h 781050"/>
                <a:gd name="connsiteX1118" fmla="*/ 2095 w 923925"/>
                <a:gd name="connsiteY1118" fmla="*/ 545687 h 781050"/>
                <a:gd name="connsiteX1119" fmla="*/ 2381 w 923925"/>
                <a:gd name="connsiteY1119" fmla="*/ 547592 h 781050"/>
                <a:gd name="connsiteX1120" fmla="*/ 3810 w 923925"/>
                <a:gd name="connsiteY1120" fmla="*/ 553212 h 781050"/>
                <a:gd name="connsiteX1121" fmla="*/ 4191 w 923925"/>
                <a:gd name="connsiteY1121" fmla="*/ 553974 h 781050"/>
                <a:gd name="connsiteX1122" fmla="*/ 4763 w 923925"/>
                <a:gd name="connsiteY1122" fmla="*/ 554355 h 781050"/>
                <a:gd name="connsiteX1123" fmla="*/ 6572 w 923925"/>
                <a:gd name="connsiteY1123" fmla="*/ 555022 h 781050"/>
                <a:gd name="connsiteX1124" fmla="*/ 7429 w 923925"/>
                <a:gd name="connsiteY1124" fmla="*/ 555403 h 781050"/>
                <a:gd name="connsiteX1125" fmla="*/ 8191 w 923925"/>
                <a:gd name="connsiteY1125" fmla="*/ 555974 h 781050"/>
                <a:gd name="connsiteX1126" fmla="*/ 8953 w 923925"/>
                <a:gd name="connsiteY1126" fmla="*/ 556927 h 781050"/>
                <a:gd name="connsiteX1127" fmla="*/ 9620 w 923925"/>
                <a:gd name="connsiteY1127" fmla="*/ 558070 h 781050"/>
                <a:gd name="connsiteX1128" fmla="*/ 10858 w 923925"/>
                <a:gd name="connsiteY1128" fmla="*/ 560927 h 781050"/>
                <a:gd name="connsiteX1129" fmla="*/ 11716 w 923925"/>
                <a:gd name="connsiteY1129" fmla="*/ 562642 h 781050"/>
                <a:gd name="connsiteX1130" fmla="*/ 12192 w 923925"/>
                <a:gd name="connsiteY1130" fmla="*/ 563213 h 781050"/>
                <a:gd name="connsiteX1131" fmla="*/ 12668 w 923925"/>
                <a:gd name="connsiteY1131" fmla="*/ 563499 h 781050"/>
                <a:gd name="connsiteX1132" fmla="*/ 13240 w 923925"/>
                <a:gd name="connsiteY1132" fmla="*/ 563499 h 781050"/>
                <a:gd name="connsiteX1133" fmla="*/ 14002 w 923925"/>
                <a:gd name="connsiteY1133" fmla="*/ 563309 h 781050"/>
                <a:gd name="connsiteX1134" fmla="*/ 15621 w 923925"/>
                <a:gd name="connsiteY1134" fmla="*/ 562451 h 781050"/>
                <a:gd name="connsiteX1135" fmla="*/ 16288 w 923925"/>
                <a:gd name="connsiteY1135" fmla="*/ 562261 h 781050"/>
                <a:gd name="connsiteX1136" fmla="*/ 17145 w 923925"/>
                <a:gd name="connsiteY1136" fmla="*/ 562166 h 781050"/>
                <a:gd name="connsiteX1137" fmla="*/ 19717 w 923925"/>
                <a:gd name="connsiteY1137" fmla="*/ 562547 h 781050"/>
                <a:gd name="connsiteX1138" fmla="*/ 22003 w 923925"/>
                <a:gd name="connsiteY1138" fmla="*/ 562547 h 781050"/>
                <a:gd name="connsiteX1139" fmla="*/ 22765 w 923925"/>
                <a:gd name="connsiteY1139" fmla="*/ 562928 h 781050"/>
                <a:gd name="connsiteX1140" fmla="*/ 23431 w 923925"/>
                <a:gd name="connsiteY1140" fmla="*/ 563594 h 781050"/>
                <a:gd name="connsiteX1141" fmla="*/ 24193 w 923925"/>
                <a:gd name="connsiteY1141" fmla="*/ 565023 h 781050"/>
                <a:gd name="connsiteX1142" fmla="*/ 24384 w 923925"/>
                <a:gd name="connsiteY1142" fmla="*/ 566071 h 781050"/>
                <a:gd name="connsiteX1143" fmla="*/ 24289 w 923925"/>
                <a:gd name="connsiteY1143" fmla="*/ 567023 h 781050"/>
                <a:gd name="connsiteX1144" fmla="*/ 23908 w 923925"/>
                <a:gd name="connsiteY1144" fmla="*/ 567690 h 781050"/>
                <a:gd name="connsiteX1145" fmla="*/ 22765 w 923925"/>
                <a:gd name="connsiteY1145" fmla="*/ 568833 h 781050"/>
                <a:gd name="connsiteX1146" fmla="*/ 22384 w 923925"/>
                <a:gd name="connsiteY1146" fmla="*/ 569595 h 781050"/>
                <a:gd name="connsiteX1147" fmla="*/ 22003 w 923925"/>
                <a:gd name="connsiteY1147" fmla="*/ 571119 h 781050"/>
                <a:gd name="connsiteX1148" fmla="*/ 21717 w 923925"/>
                <a:gd name="connsiteY1148" fmla="*/ 571691 h 781050"/>
                <a:gd name="connsiteX1149" fmla="*/ 21050 w 923925"/>
                <a:gd name="connsiteY1149" fmla="*/ 572072 h 781050"/>
                <a:gd name="connsiteX1150" fmla="*/ 20193 w 923925"/>
                <a:gd name="connsiteY1150" fmla="*/ 572167 h 781050"/>
                <a:gd name="connsiteX1151" fmla="*/ 19431 w 923925"/>
                <a:gd name="connsiteY1151" fmla="*/ 572072 h 781050"/>
                <a:gd name="connsiteX1152" fmla="*/ 18859 w 923925"/>
                <a:gd name="connsiteY1152" fmla="*/ 571881 h 781050"/>
                <a:gd name="connsiteX1153" fmla="*/ 18288 w 923925"/>
                <a:gd name="connsiteY1153" fmla="*/ 571881 h 781050"/>
                <a:gd name="connsiteX1154" fmla="*/ 17716 w 923925"/>
                <a:gd name="connsiteY1154" fmla="*/ 572072 h 781050"/>
                <a:gd name="connsiteX1155" fmla="*/ 17145 w 923925"/>
                <a:gd name="connsiteY1155" fmla="*/ 572548 h 781050"/>
                <a:gd name="connsiteX1156" fmla="*/ 16669 w 923925"/>
                <a:gd name="connsiteY1156" fmla="*/ 573119 h 781050"/>
                <a:gd name="connsiteX1157" fmla="*/ 16288 w 923925"/>
                <a:gd name="connsiteY1157" fmla="*/ 573977 h 781050"/>
                <a:gd name="connsiteX1158" fmla="*/ 16002 w 923925"/>
                <a:gd name="connsiteY1158" fmla="*/ 575024 h 781050"/>
                <a:gd name="connsiteX1159" fmla="*/ 15811 w 923925"/>
                <a:gd name="connsiteY1159" fmla="*/ 576739 h 781050"/>
                <a:gd name="connsiteX1160" fmla="*/ 16002 w 923925"/>
                <a:gd name="connsiteY1160" fmla="*/ 578072 h 781050"/>
                <a:gd name="connsiteX1161" fmla="*/ 16383 w 923925"/>
                <a:gd name="connsiteY1161" fmla="*/ 579215 h 781050"/>
                <a:gd name="connsiteX1162" fmla="*/ 17050 w 923925"/>
                <a:gd name="connsiteY1162" fmla="*/ 580263 h 781050"/>
                <a:gd name="connsiteX1163" fmla="*/ 17907 w 923925"/>
                <a:gd name="connsiteY1163" fmla="*/ 581216 h 781050"/>
                <a:gd name="connsiteX1164" fmla="*/ 18764 w 923925"/>
                <a:gd name="connsiteY1164" fmla="*/ 581882 h 781050"/>
                <a:gd name="connsiteX1165" fmla="*/ 22574 w 923925"/>
                <a:gd name="connsiteY1165" fmla="*/ 583502 h 781050"/>
                <a:gd name="connsiteX1166" fmla="*/ 23336 w 923925"/>
                <a:gd name="connsiteY1166" fmla="*/ 584263 h 781050"/>
                <a:gd name="connsiteX1167" fmla="*/ 23431 w 923925"/>
                <a:gd name="connsiteY1167" fmla="*/ 585026 h 781050"/>
                <a:gd name="connsiteX1168" fmla="*/ 23241 w 923925"/>
                <a:gd name="connsiteY1168" fmla="*/ 585788 h 781050"/>
                <a:gd name="connsiteX1169" fmla="*/ 22669 w 923925"/>
                <a:gd name="connsiteY1169" fmla="*/ 586645 h 781050"/>
                <a:gd name="connsiteX1170" fmla="*/ 22098 w 923925"/>
                <a:gd name="connsiteY1170" fmla="*/ 587597 h 781050"/>
                <a:gd name="connsiteX1171" fmla="*/ 21526 w 923925"/>
                <a:gd name="connsiteY1171" fmla="*/ 588645 h 781050"/>
                <a:gd name="connsiteX1172" fmla="*/ 21812 w 923925"/>
                <a:gd name="connsiteY1172" fmla="*/ 589883 h 781050"/>
                <a:gd name="connsiteX1173" fmla="*/ 28670 w 923925"/>
                <a:gd name="connsiteY1173" fmla="*/ 591312 h 781050"/>
                <a:gd name="connsiteX1174" fmla="*/ 32290 w 923925"/>
                <a:gd name="connsiteY1174" fmla="*/ 591503 h 781050"/>
                <a:gd name="connsiteX1175" fmla="*/ 35242 w 923925"/>
                <a:gd name="connsiteY1175" fmla="*/ 592169 h 781050"/>
                <a:gd name="connsiteX1176" fmla="*/ 37624 w 923925"/>
                <a:gd name="connsiteY1176" fmla="*/ 592931 h 781050"/>
                <a:gd name="connsiteX1177" fmla="*/ 39624 w 923925"/>
                <a:gd name="connsiteY1177" fmla="*/ 593027 h 781050"/>
                <a:gd name="connsiteX1178" fmla="*/ 40767 w 923925"/>
                <a:gd name="connsiteY1178" fmla="*/ 592836 h 781050"/>
                <a:gd name="connsiteX1179" fmla="*/ 41434 w 923925"/>
                <a:gd name="connsiteY1179" fmla="*/ 592264 h 781050"/>
                <a:gd name="connsiteX1180" fmla="*/ 41719 w 923925"/>
                <a:gd name="connsiteY1180" fmla="*/ 591503 h 781050"/>
                <a:gd name="connsiteX1181" fmla="*/ 41910 w 923925"/>
                <a:gd name="connsiteY1181" fmla="*/ 590550 h 781050"/>
                <a:gd name="connsiteX1182" fmla="*/ 41624 w 923925"/>
                <a:gd name="connsiteY1182" fmla="*/ 587312 h 781050"/>
                <a:gd name="connsiteX1183" fmla="*/ 41910 w 923925"/>
                <a:gd name="connsiteY1183" fmla="*/ 586073 h 781050"/>
                <a:gd name="connsiteX1184" fmla="*/ 42386 w 923925"/>
                <a:gd name="connsiteY1184" fmla="*/ 585216 h 781050"/>
                <a:gd name="connsiteX1185" fmla="*/ 43815 w 923925"/>
                <a:gd name="connsiteY1185" fmla="*/ 583406 h 781050"/>
                <a:gd name="connsiteX1186" fmla="*/ 45244 w 923925"/>
                <a:gd name="connsiteY1186" fmla="*/ 581216 h 781050"/>
                <a:gd name="connsiteX1187" fmla="*/ 46768 w 923925"/>
                <a:gd name="connsiteY1187" fmla="*/ 579882 h 781050"/>
                <a:gd name="connsiteX1188" fmla="*/ 47720 w 923925"/>
                <a:gd name="connsiteY1188" fmla="*/ 579501 h 781050"/>
                <a:gd name="connsiteX1189" fmla="*/ 48673 w 923925"/>
                <a:gd name="connsiteY1189" fmla="*/ 579596 h 781050"/>
                <a:gd name="connsiteX1190" fmla="*/ 50863 w 923925"/>
                <a:gd name="connsiteY1190" fmla="*/ 580930 h 781050"/>
                <a:gd name="connsiteX1191" fmla="*/ 52006 w 923925"/>
                <a:gd name="connsiteY1191" fmla="*/ 581406 h 781050"/>
                <a:gd name="connsiteX1192" fmla="*/ 53721 w 923925"/>
                <a:gd name="connsiteY1192" fmla="*/ 581692 h 781050"/>
                <a:gd name="connsiteX1193" fmla="*/ 56197 w 923925"/>
                <a:gd name="connsiteY1193" fmla="*/ 581597 h 781050"/>
                <a:gd name="connsiteX1194" fmla="*/ 59245 w 923925"/>
                <a:gd name="connsiteY1194" fmla="*/ 580835 h 781050"/>
                <a:gd name="connsiteX1195" fmla="*/ 60960 w 923925"/>
                <a:gd name="connsiteY1195" fmla="*/ 580644 h 781050"/>
                <a:gd name="connsiteX1196" fmla="*/ 62008 w 923925"/>
                <a:gd name="connsiteY1196" fmla="*/ 580739 h 781050"/>
                <a:gd name="connsiteX1197" fmla="*/ 62484 w 923925"/>
                <a:gd name="connsiteY1197" fmla="*/ 581216 h 781050"/>
                <a:gd name="connsiteX1198" fmla="*/ 62674 w 923925"/>
                <a:gd name="connsiteY1198" fmla="*/ 581882 h 781050"/>
                <a:gd name="connsiteX1199" fmla="*/ 62674 w 923925"/>
                <a:gd name="connsiteY1199" fmla="*/ 582739 h 781050"/>
                <a:gd name="connsiteX1200" fmla="*/ 62674 w 923925"/>
                <a:gd name="connsiteY1200" fmla="*/ 583692 h 781050"/>
                <a:gd name="connsiteX1201" fmla="*/ 63341 w 923925"/>
                <a:gd name="connsiteY1201" fmla="*/ 584645 h 781050"/>
                <a:gd name="connsiteX1202" fmla="*/ 64484 w 923925"/>
                <a:gd name="connsiteY1202" fmla="*/ 585311 h 781050"/>
                <a:gd name="connsiteX1203" fmla="*/ 67532 w 923925"/>
                <a:gd name="connsiteY1203" fmla="*/ 585978 h 781050"/>
                <a:gd name="connsiteX1204" fmla="*/ 69056 w 923925"/>
                <a:gd name="connsiteY1204" fmla="*/ 586454 h 781050"/>
                <a:gd name="connsiteX1205" fmla="*/ 70104 w 923925"/>
                <a:gd name="connsiteY1205" fmla="*/ 587026 h 781050"/>
                <a:gd name="connsiteX1206" fmla="*/ 72009 w 923925"/>
                <a:gd name="connsiteY1206" fmla="*/ 589883 h 781050"/>
                <a:gd name="connsiteX1207" fmla="*/ 73247 w 923925"/>
                <a:gd name="connsiteY1207" fmla="*/ 591217 h 781050"/>
                <a:gd name="connsiteX1208" fmla="*/ 74771 w 923925"/>
                <a:gd name="connsiteY1208" fmla="*/ 592169 h 781050"/>
                <a:gd name="connsiteX1209" fmla="*/ 76105 w 923925"/>
                <a:gd name="connsiteY1209" fmla="*/ 592169 h 781050"/>
                <a:gd name="connsiteX1210" fmla="*/ 76962 w 923925"/>
                <a:gd name="connsiteY1210" fmla="*/ 591407 h 781050"/>
                <a:gd name="connsiteX1211" fmla="*/ 77057 w 923925"/>
                <a:gd name="connsiteY1211" fmla="*/ 590455 h 781050"/>
                <a:gd name="connsiteX1212" fmla="*/ 76676 w 923925"/>
                <a:gd name="connsiteY1212" fmla="*/ 589312 h 781050"/>
                <a:gd name="connsiteX1213" fmla="*/ 74676 w 923925"/>
                <a:gd name="connsiteY1213" fmla="*/ 586359 h 781050"/>
                <a:gd name="connsiteX1214" fmla="*/ 74200 w 923925"/>
                <a:gd name="connsiteY1214" fmla="*/ 585407 h 781050"/>
                <a:gd name="connsiteX1215" fmla="*/ 73819 w 923925"/>
                <a:gd name="connsiteY1215" fmla="*/ 584359 h 781050"/>
                <a:gd name="connsiteX1216" fmla="*/ 73628 w 923925"/>
                <a:gd name="connsiteY1216" fmla="*/ 583311 h 781050"/>
                <a:gd name="connsiteX1217" fmla="*/ 73819 w 923925"/>
                <a:gd name="connsiteY1217" fmla="*/ 582263 h 781050"/>
                <a:gd name="connsiteX1218" fmla="*/ 74390 w 923925"/>
                <a:gd name="connsiteY1218" fmla="*/ 581406 h 781050"/>
                <a:gd name="connsiteX1219" fmla="*/ 75628 w 923925"/>
                <a:gd name="connsiteY1219" fmla="*/ 580739 h 781050"/>
                <a:gd name="connsiteX1220" fmla="*/ 76581 w 923925"/>
                <a:gd name="connsiteY1220" fmla="*/ 580644 h 781050"/>
                <a:gd name="connsiteX1221" fmla="*/ 77438 w 923925"/>
                <a:gd name="connsiteY1221" fmla="*/ 580835 h 781050"/>
                <a:gd name="connsiteX1222" fmla="*/ 78676 w 923925"/>
                <a:gd name="connsiteY1222" fmla="*/ 581597 h 781050"/>
                <a:gd name="connsiteX1223" fmla="*/ 79343 w 923925"/>
                <a:gd name="connsiteY1223" fmla="*/ 582073 h 781050"/>
                <a:gd name="connsiteX1224" fmla="*/ 79819 w 923925"/>
                <a:gd name="connsiteY1224" fmla="*/ 582549 h 781050"/>
                <a:gd name="connsiteX1225" fmla="*/ 80200 w 923925"/>
                <a:gd name="connsiteY1225" fmla="*/ 583216 h 781050"/>
                <a:gd name="connsiteX1226" fmla="*/ 80296 w 923925"/>
                <a:gd name="connsiteY1226" fmla="*/ 583692 h 781050"/>
                <a:gd name="connsiteX1227" fmla="*/ 80296 w 923925"/>
                <a:gd name="connsiteY1227" fmla="*/ 584359 h 781050"/>
                <a:gd name="connsiteX1228" fmla="*/ 80581 w 923925"/>
                <a:gd name="connsiteY1228" fmla="*/ 584835 h 781050"/>
                <a:gd name="connsiteX1229" fmla="*/ 81343 w 923925"/>
                <a:gd name="connsiteY1229" fmla="*/ 585216 h 781050"/>
                <a:gd name="connsiteX1230" fmla="*/ 84582 w 923925"/>
                <a:gd name="connsiteY1230" fmla="*/ 585597 h 781050"/>
                <a:gd name="connsiteX1231" fmla="*/ 85630 w 923925"/>
                <a:gd name="connsiteY1231" fmla="*/ 586073 h 781050"/>
                <a:gd name="connsiteX1232" fmla="*/ 86011 w 923925"/>
                <a:gd name="connsiteY1232" fmla="*/ 586645 h 781050"/>
                <a:gd name="connsiteX1233" fmla="*/ 86011 w 923925"/>
                <a:gd name="connsiteY1233" fmla="*/ 587597 h 781050"/>
                <a:gd name="connsiteX1234" fmla="*/ 85153 w 923925"/>
                <a:gd name="connsiteY1234" fmla="*/ 589883 h 781050"/>
                <a:gd name="connsiteX1235" fmla="*/ 84868 w 923925"/>
                <a:gd name="connsiteY1235" fmla="*/ 591026 h 781050"/>
                <a:gd name="connsiteX1236" fmla="*/ 84868 w 923925"/>
                <a:gd name="connsiteY1236" fmla="*/ 592074 h 781050"/>
                <a:gd name="connsiteX1237" fmla="*/ 85058 w 923925"/>
                <a:gd name="connsiteY1237" fmla="*/ 593122 h 781050"/>
                <a:gd name="connsiteX1238" fmla="*/ 86106 w 923925"/>
                <a:gd name="connsiteY1238" fmla="*/ 595979 h 781050"/>
                <a:gd name="connsiteX1239" fmla="*/ 86392 w 923925"/>
                <a:gd name="connsiteY1239" fmla="*/ 596837 h 781050"/>
                <a:gd name="connsiteX1240" fmla="*/ 86487 w 923925"/>
                <a:gd name="connsiteY1240" fmla="*/ 597599 h 781050"/>
                <a:gd name="connsiteX1241" fmla="*/ 86201 w 923925"/>
                <a:gd name="connsiteY1241" fmla="*/ 598361 h 781050"/>
                <a:gd name="connsiteX1242" fmla="*/ 85630 w 923925"/>
                <a:gd name="connsiteY1242" fmla="*/ 599027 h 781050"/>
                <a:gd name="connsiteX1243" fmla="*/ 84582 w 923925"/>
                <a:gd name="connsiteY1243" fmla="*/ 599599 h 781050"/>
                <a:gd name="connsiteX1244" fmla="*/ 83248 w 923925"/>
                <a:gd name="connsiteY1244" fmla="*/ 599885 h 781050"/>
                <a:gd name="connsiteX1245" fmla="*/ 78295 w 923925"/>
                <a:gd name="connsiteY1245" fmla="*/ 600075 h 781050"/>
                <a:gd name="connsiteX1246" fmla="*/ 76676 w 923925"/>
                <a:gd name="connsiteY1246" fmla="*/ 600361 h 781050"/>
                <a:gd name="connsiteX1247" fmla="*/ 75819 w 923925"/>
                <a:gd name="connsiteY1247" fmla="*/ 600742 h 781050"/>
                <a:gd name="connsiteX1248" fmla="*/ 75057 w 923925"/>
                <a:gd name="connsiteY1248" fmla="*/ 601218 h 781050"/>
                <a:gd name="connsiteX1249" fmla="*/ 72866 w 923925"/>
                <a:gd name="connsiteY1249" fmla="*/ 603599 h 781050"/>
                <a:gd name="connsiteX1250" fmla="*/ 70866 w 923925"/>
                <a:gd name="connsiteY1250" fmla="*/ 605219 h 781050"/>
                <a:gd name="connsiteX1251" fmla="*/ 70485 w 923925"/>
                <a:gd name="connsiteY1251" fmla="*/ 605695 h 781050"/>
                <a:gd name="connsiteX1252" fmla="*/ 70390 w 923925"/>
                <a:gd name="connsiteY1252" fmla="*/ 606076 h 781050"/>
                <a:gd name="connsiteX1253" fmla="*/ 70771 w 923925"/>
                <a:gd name="connsiteY1253" fmla="*/ 606457 h 781050"/>
                <a:gd name="connsiteX1254" fmla="*/ 71628 w 923925"/>
                <a:gd name="connsiteY1254" fmla="*/ 606647 h 781050"/>
                <a:gd name="connsiteX1255" fmla="*/ 73152 w 923925"/>
                <a:gd name="connsiteY1255" fmla="*/ 606838 h 781050"/>
                <a:gd name="connsiteX1256" fmla="*/ 73914 w 923925"/>
                <a:gd name="connsiteY1256" fmla="*/ 607314 h 781050"/>
                <a:gd name="connsiteX1257" fmla="*/ 74200 w 923925"/>
                <a:gd name="connsiteY1257" fmla="*/ 607981 h 781050"/>
                <a:gd name="connsiteX1258" fmla="*/ 73914 w 923925"/>
                <a:gd name="connsiteY1258" fmla="*/ 608933 h 781050"/>
                <a:gd name="connsiteX1259" fmla="*/ 73438 w 923925"/>
                <a:gd name="connsiteY1259" fmla="*/ 609791 h 781050"/>
                <a:gd name="connsiteX1260" fmla="*/ 70866 w 923925"/>
                <a:gd name="connsiteY1260" fmla="*/ 613124 h 781050"/>
                <a:gd name="connsiteX1261" fmla="*/ 70485 w 923925"/>
                <a:gd name="connsiteY1261" fmla="*/ 613886 h 781050"/>
                <a:gd name="connsiteX1262" fmla="*/ 70390 w 923925"/>
                <a:gd name="connsiteY1262" fmla="*/ 614458 h 781050"/>
                <a:gd name="connsiteX1263" fmla="*/ 70580 w 923925"/>
                <a:gd name="connsiteY1263" fmla="*/ 615220 h 781050"/>
                <a:gd name="connsiteX1264" fmla="*/ 71056 w 923925"/>
                <a:gd name="connsiteY1264" fmla="*/ 615982 h 781050"/>
                <a:gd name="connsiteX1265" fmla="*/ 72485 w 923925"/>
                <a:gd name="connsiteY1265" fmla="*/ 617601 h 781050"/>
                <a:gd name="connsiteX1266" fmla="*/ 72771 w 923925"/>
                <a:gd name="connsiteY1266" fmla="*/ 618172 h 781050"/>
                <a:gd name="connsiteX1267" fmla="*/ 73152 w 923925"/>
                <a:gd name="connsiteY1267" fmla="*/ 620744 h 781050"/>
                <a:gd name="connsiteX1268" fmla="*/ 73247 w 923925"/>
                <a:gd name="connsiteY1268" fmla="*/ 621030 h 781050"/>
                <a:gd name="connsiteX1269" fmla="*/ 73533 w 923925"/>
                <a:gd name="connsiteY1269" fmla="*/ 621506 h 781050"/>
                <a:gd name="connsiteX1270" fmla="*/ 74390 w 923925"/>
                <a:gd name="connsiteY1270" fmla="*/ 622459 h 781050"/>
                <a:gd name="connsiteX1271" fmla="*/ 75247 w 923925"/>
                <a:gd name="connsiteY1271" fmla="*/ 623030 h 781050"/>
                <a:gd name="connsiteX1272" fmla="*/ 76486 w 923925"/>
                <a:gd name="connsiteY1272" fmla="*/ 623602 h 781050"/>
                <a:gd name="connsiteX1273" fmla="*/ 77057 w 923925"/>
                <a:gd name="connsiteY1273" fmla="*/ 624269 h 781050"/>
                <a:gd name="connsiteX1274" fmla="*/ 77248 w 923925"/>
                <a:gd name="connsiteY1274" fmla="*/ 625030 h 781050"/>
                <a:gd name="connsiteX1275" fmla="*/ 76867 w 923925"/>
                <a:gd name="connsiteY1275" fmla="*/ 627031 h 781050"/>
                <a:gd name="connsiteX1276" fmla="*/ 76771 w 923925"/>
                <a:gd name="connsiteY1276" fmla="*/ 627793 h 781050"/>
                <a:gd name="connsiteX1277" fmla="*/ 76962 w 923925"/>
                <a:gd name="connsiteY1277" fmla="*/ 628460 h 781050"/>
                <a:gd name="connsiteX1278" fmla="*/ 78486 w 923925"/>
                <a:gd name="connsiteY1278" fmla="*/ 631127 h 781050"/>
                <a:gd name="connsiteX1279" fmla="*/ 78676 w 923925"/>
                <a:gd name="connsiteY1279" fmla="*/ 632079 h 781050"/>
                <a:gd name="connsiteX1280" fmla="*/ 78581 w 923925"/>
                <a:gd name="connsiteY1280" fmla="*/ 632841 h 781050"/>
                <a:gd name="connsiteX1281" fmla="*/ 78010 w 923925"/>
                <a:gd name="connsiteY1281" fmla="*/ 633413 h 781050"/>
                <a:gd name="connsiteX1282" fmla="*/ 77057 w 923925"/>
                <a:gd name="connsiteY1282" fmla="*/ 633603 h 781050"/>
                <a:gd name="connsiteX1283" fmla="*/ 75914 w 923925"/>
                <a:gd name="connsiteY1283" fmla="*/ 633413 h 781050"/>
                <a:gd name="connsiteX1284" fmla="*/ 73723 w 923925"/>
                <a:gd name="connsiteY1284" fmla="*/ 632365 h 781050"/>
                <a:gd name="connsiteX1285" fmla="*/ 71818 w 923925"/>
                <a:gd name="connsiteY1285" fmla="*/ 631888 h 781050"/>
                <a:gd name="connsiteX1286" fmla="*/ 70771 w 923925"/>
                <a:gd name="connsiteY1286" fmla="*/ 631508 h 781050"/>
                <a:gd name="connsiteX1287" fmla="*/ 70390 w 923925"/>
                <a:gd name="connsiteY1287" fmla="*/ 630841 h 781050"/>
                <a:gd name="connsiteX1288" fmla="*/ 70485 w 923925"/>
                <a:gd name="connsiteY1288" fmla="*/ 629888 h 781050"/>
                <a:gd name="connsiteX1289" fmla="*/ 70675 w 923925"/>
                <a:gd name="connsiteY1289" fmla="*/ 628936 h 781050"/>
                <a:gd name="connsiteX1290" fmla="*/ 70675 w 923925"/>
                <a:gd name="connsiteY1290" fmla="*/ 627888 h 781050"/>
                <a:gd name="connsiteX1291" fmla="*/ 70104 w 923925"/>
                <a:gd name="connsiteY1291" fmla="*/ 626650 h 781050"/>
                <a:gd name="connsiteX1292" fmla="*/ 68390 w 923925"/>
                <a:gd name="connsiteY1292" fmla="*/ 623888 h 781050"/>
                <a:gd name="connsiteX1293" fmla="*/ 66865 w 923925"/>
                <a:gd name="connsiteY1293" fmla="*/ 620649 h 781050"/>
                <a:gd name="connsiteX1294" fmla="*/ 66389 w 923925"/>
                <a:gd name="connsiteY1294" fmla="*/ 619982 h 781050"/>
                <a:gd name="connsiteX1295" fmla="*/ 65913 w 923925"/>
                <a:gd name="connsiteY1295" fmla="*/ 619506 h 781050"/>
                <a:gd name="connsiteX1296" fmla="*/ 65341 w 923925"/>
                <a:gd name="connsiteY1296" fmla="*/ 619220 h 781050"/>
                <a:gd name="connsiteX1297" fmla="*/ 64008 w 923925"/>
                <a:gd name="connsiteY1297" fmla="*/ 619125 h 781050"/>
                <a:gd name="connsiteX1298" fmla="*/ 63151 w 923925"/>
                <a:gd name="connsiteY1298" fmla="*/ 618839 h 781050"/>
                <a:gd name="connsiteX1299" fmla="*/ 62389 w 923925"/>
                <a:gd name="connsiteY1299" fmla="*/ 618458 h 781050"/>
                <a:gd name="connsiteX1300" fmla="*/ 61531 w 923925"/>
                <a:gd name="connsiteY1300" fmla="*/ 618172 h 781050"/>
                <a:gd name="connsiteX1301" fmla="*/ 60674 w 923925"/>
                <a:gd name="connsiteY1301" fmla="*/ 618172 h 781050"/>
                <a:gd name="connsiteX1302" fmla="*/ 53340 w 923925"/>
                <a:gd name="connsiteY1302" fmla="*/ 619982 h 781050"/>
                <a:gd name="connsiteX1303" fmla="*/ 51911 w 923925"/>
                <a:gd name="connsiteY1303" fmla="*/ 620078 h 781050"/>
                <a:gd name="connsiteX1304" fmla="*/ 48673 w 923925"/>
                <a:gd name="connsiteY1304" fmla="*/ 619982 h 781050"/>
                <a:gd name="connsiteX1305" fmla="*/ 46577 w 923925"/>
                <a:gd name="connsiteY1305" fmla="*/ 620173 h 781050"/>
                <a:gd name="connsiteX1306" fmla="*/ 45434 w 923925"/>
                <a:gd name="connsiteY1306" fmla="*/ 620078 h 781050"/>
                <a:gd name="connsiteX1307" fmla="*/ 44386 w 923925"/>
                <a:gd name="connsiteY1307" fmla="*/ 619601 h 781050"/>
                <a:gd name="connsiteX1308" fmla="*/ 43720 w 923925"/>
                <a:gd name="connsiteY1308" fmla="*/ 618839 h 781050"/>
                <a:gd name="connsiteX1309" fmla="*/ 42577 w 923925"/>
                <a:gd name="connsiteY1309" fmla="*/ 617315 h 781050"/>
                <a:gd name="connsiteX1310" fmla="*/ 41910 w 923925"/>
                <a:gd name="connsiteY1310" fmla="*/ 616649 h 781050"/>
                <a:gd name="connsiteX1311" fmla="*/ 41053 w 923925"/>
                <a:gd name="connsiteY1311" fmla="*/ 616172 h 781050"/>
                <a:gd name="connsiteX1312" fmla="*/ 40005 w 923925"/>
                <a:gd name="connsiteY1312" fmla="*/ 615887 h 781050"/>
                <a:gd name="connsiteX1313" fmla="*/ 36576 w 923925"/>
                <a:gd name="connsiteY1313" fmla="*/ 615220 h 781050"/>
                <a:gd name="connsiteX1314" fmla="*/ 34671 w 923925"/>
                <a:gd name="connsiteY1314" fmla="*/ 614553 h 781050"/>
                <a:gd name="connsiteX1315" fmla="*/ 32956 w 923925"/>
                <a:gd name="connsiteY1315" fmla="*/ 613696 h 781050"/>
                <a:gd name="connsiteX1316" fmla="*/ 32385 w 923925"/>
                <a:gd name="connsiteY1316" fmla="*/ 613315 h 781050"/>
                <a:gd name="connsiteX1317" fmla="*/ 31813 w 923925"/>
                <a:gd name="connsiteY1317" fmla="*/ 612743 h 781050"/>
                <a:gd name="connsiteX1318" fmla="*/ 31242 w 923925"/>
                <a:gd name="connsiteY1318" fmla="*/ 611791 h 781050"/>
                <a:gd name="connsiteX1319" fmla="*/ 30766 w 923925"/>
                <a:gd name="connsiteY1319" fmla="*/ 610648 h 781050"/>
                <a:gd name="connsiteX1320" fmla="*/ 30099 w 923925"/>
                <a:gd name="connsiteY1320" fmla="*/ 607981 h 781050"/>
                <a:gd name="connsiteX1321" fmla="*/ 29337 w 923925"/>
                <a:gd name="connsiteY1321" fmla="*/ 602171 h 781050"/>
                <a:gd name="connsiteX1322" fmla="*/ 29051 w 923925"/>
                <a:gd name="connsiteY1322" fmla="*/ 601123 h 781050"/>
                <a:gd name="connsiteX1323" fmla="*/ 28575 w 923925"/>
                <a:gd name="connsiteY1323" fmla="*/ 600361 h 781050"/>
                <a:gd name="connsiteX1324" fmla="*/ 28003 w 923925"/>
                <a:gd name="connsiteY1324" fmla="*/ 600266 h 781050"/>
                <a:gd name="connsiteX1325" fmla="*/ 27527 w 923925"/>
                <a:gd name="connsiteY1325" fmla="*/ 600456 h 781050"/>
                <a:gd name="connsiteX1326" fmla="*/ 27051 w 923925"/>
                <a:gd name="connsiteY1326" fmla="*/ 600551 h 781050"/>
                <a:gd name="connsiteX1327" fmla="*/ 26479 w 923925"/>
                <a:gd name="connsiteY1327" fmla="*/ 600456 h 781050"/>
                <a:gd name="connsiteX1328" fmla="*/ 25717 w 923925"/>
                <a:gd name="connsiteY1328" fmla="*/ 599980 h 781050"/>
                <a:gd name="connsiteX1329" fmla="*/ 24479 w 923925"/>
                <a:gd name="connsiteY1329" fmla="*/ 598837 h 781050"/>
                <a:gd name="connsiteX1330" fmla="*/ 23908 w 923925"/>
                <a:gd name="connsiteY1330" fmla="*/ 598456 h 781050"/>
                <a:gd name="connsiteX1331" fmla="*/ 23241 w 923925"/>
                <a:gd name="connsiteY1331" fmla="*/ 598170 h 781050"/>
                <a:gd name="connsiteX1332" fmla="*/ 22669 w 923925"/>
                <a:gd name="connsiteY1332" fmla="*/ 598170 h 781050"/>
                <a:gd name="connsiteX1333" fmla="*/ 22003 w 923925"/>
                <a:gd name="connsiteY1333" fmla="*/ 598551 h 781050"/>
                <a:gd name="connsiteX1334" fmla="*/ 21431 w 923925"/>
                <a:gd name="connsiteY1334" fmla="*/ 599218 h 781050"/>
                <a:gd name="connsiteX1335" fmla="*/ 20669 w 923925"/>
                <a:gd name="connsiteY1335" fmla="*/ 600361 h 781050"/>
                <a:gd name="connsiteX1336" fmla="*/ 20288 w 923925"/>
                <a:gd name="connsiteY1336" fmla="*/ 600551 h 781050"/>
                <a:gd name="connsiteX1337" fmla="*/ 18764 w 923925"/>
                <a:gd name="connsiteY1337" fmla="*/ 600837 h 781050"/>
                <a:gd name="connsiteX1338" fmla="*/ 17907 w 923925"/>
                <a:gd name="connsiteY1338" fmla="*/ 601218 h 781050"/>
                <a:gd name="connsiteX1339" fmla="*/ 17050 w 923925"/>
                <a:gd name="connsiteY1339" fmla="*/ 602266 h 781050"/>
                <a:gd name="connsiteX1340" fmla="*/ 17050 w 923925"/>
                <a:gd name="connsiteY1340" fmla="*/ 603218 h 781050"/>
                <a:gd name="connsiteX1341" fmla="*/ 17621 w 923925"/>
                <a:gd name="connsiteY1341" fmla="*/ 604171 h 781050"/>
                <a:gd name="connsiteX1342" fmla="*/ 24479 w 923925"/>
                <a:gd name="connsiteY1342" fmla="*/ 611029 h 781050"/>
                <a:gd name="connsiteX1343" fmla="*/ 25432 w 923925"/>
                <a:gd name="connsiteY1343" fmla="*/ 612553 h 781050"/>
                <a:gd name="connsiteX1344" fmla="*/ 25622 w 923925"/>
                <a:gd name="connsiteY1344" fmla="*/ 613315 h 781050"/>
                <a:gd name="connsiteX1345" fmla="*/ 25432 w 923925"/>
                <a:gd name="connsiteY1345" fmla="*/ 613886 h 781050"/>
                <a:gd name="connsiteX1346" fmla="*/ 24955 w 923925"/>
                <a:gd name="connsiteY1346" fmla="*/ 614648 h 781050"/>
                <a:gd name="connsiteX1347" fmla="*/ 24574 w 923925"/>
                <a:gd name="connsiteY1347" fmla="*/ 615791 h 781050"/>
                <a:gd name="connsiteX1348" fmla="*/ 24384 w 923925"/>
                <a:gd name="connsiteY1348" fmla="*/ 618077 h 781050"/>
                <a:gd name="connsiteX1349" fmla="*/ 24765 w 923925"/>
                <a:gd name="connsiteY1349" fmla="*/ 619316 h 781050"/>
                <a:gd name="connsiteX1350" fmla="*/ 25432 w 923925"/>
                <a:gd name="connsiteY1350" fmla="*/ 620173 h 781050"/>
                <a:gd name="connsiteX1351" fmla="*/ 26098 w 923925"/>
                <a:gd name="connsiteY1351" fmla="*/ 620649 h 781050"/>
                <a:gd name="connsiteX1352" fmla="*/ 26670 w 923925"/>
                <a:gd name="connsiteY1352" fmla="*/ 621125 h 781050"/>
                <a:gd name="connsiteX1353" fmla="*/ 27813 w 923925"/>
                <a:gd name="connsiteY1353" fmla="*/ 622745 h 781050"/>
                <a:gd name="connsiteX1354" fmla="*/ 29432 w 923925"/>
                <a:gd name="connsiteY1354" fmla="*/ 625602 h 781050"/>
                <a:gd name="connsiteX1355" fmla="*/ 30099 w 923925"/>
                <a:gd name="connsiteY1355" fmla="*/ 626555 h 781050"/>
                <a:gd name="connsiteX1356" fmla="*/ 32290 w 923925"/>
                <a:gd name="connsiteY1356" fmla="*/ 628841 h 781050"/>
                <a:gd name="connsiteX1357" fmla="*/ 32861 w 923925"/>
                <a:gd name="connsiteY1357" fmla="*/ 629603 h 781050"/>
                <a:gd name="connsiteX1358" fmla="*/ 33433 w 923925"/>
                <a:gd name="connsiteY1358" fmla="*/ 630841 h 781050"/>
                <a:gd name="connsiteX1359" fmla="*/ 33433 w 923925"/>
                <a:gd name="connsiteY1359" fmla="*/ 631888 h 781050"/>
                <a:gd name="connsiteX1360" fmla="*/ 32956 w 923925"/>
                <a:gd name="connsiteY1360" fmla="*/ 632651 h 781050"/>
                <a:gd name="connsiteX1361" fmla="*/ 32480 w 923925"/>
                <a:gd name="connsiteY1361" fmla="*/ 633127 h 781050"/>
                <a:gd name="connsiteX1362" fmla="*/ 32194 w 923925"/>
                <a:gd name="connsiteY1362" fmla="*/ 633413 h 781050"/>
                <a:gd name="connsiteX1363" fmla="*/ 31718 w 923925"/>
                <a:gd name="connsiteY1363" fmla="*/ 633794 h 781050"/>
                <a:gd name="connsiteX1364" fmla="*/ 31337 w 923925"/>
                <a:gd name="connsiteY1364" fmla="*/ 634365 h 781050"/>
                <a:gd name="connsiteX1365" fmla="*/ 30861 w 923925"/>
                <a:gd name="connsiteY1365" fmla="*/ 635318 h 781050"/>
                <a:gd name="connsiteX1366" fmla="*/ 30575 w 923925"/>
                <a:gd name="connsiteY1366" fmla="*/ 636175 h 781050"/>
                <a:gd name="connsiteX1367" fmla="*/ 30194 w 923925"/>
                <a:gd name="connsiteY1367" fmla="*/ 636937 h 781050"/>
                <a:gd name="connsiteX1368" fmla="*/ 29623 w 923925"/>
                <a:gd name="connsiteY1368" fmla="*/ 637699 h 781050"/>
                <a:gd name="connsiteX1369" fmla="*/ 28003 w 923925"/>
                <a:gd name="connsiteY1369" fmla="*/ 639509 h 781050"/>
                <a:gd name="connsiteX1370" fmla="*/ 27337 w 923925"/>
                <a:gd name="connsiteY1370" fmla="*/ 640366 h 781050"/>
                <a:gd name="connsiteX1371" fmla="*/ 26956 w 923925"/>
                <a:gd name="connsiteY1371" fmla="*/ 641890 h 781050"/>
                <a:gd name="connsiteX1372" fmla="*/ 26956 w 923925"/>
                <a:gd name="connsiteY1372" fmla="*/ 643414 h 781050"/>
                <a:gd name="connsiteX1373" fmla="*/ 27432 w 923925"/>
                <a:gd name="connsiteY1373" fmla="*/ 646462 h 781050"/>
                <a:gd name="connsiteX1374" fmla="*/ 27908 w 923925"/>
                <a:gd name="connsiteY1374" fmla="*/ 648176 h 781050"/>
                <a:gd name="connsiteX1375" fmla="*/ 28670 w 923925"/>
                <a:gd name="connsiteY1375" fmla="*/ 649796 h 781050"/>
                <a:gd name="connsiteX1376" fmla="*/ 29242 w 923925"/>
                <a:gd name="connsiteY1376" fmla="*/ 650177 h 781050"/>
                <a:gd name="connsiteX1377" fmla="*/ 29908 w 923925"/>
                <a:gd name="connsiteY1377" fmla="*/ 649891 h 781050"/>
                <a:gd name="connsiteX1378" fmla="*/ 30480 w 923925"/>
                <a:gd name="connsiteY1378" fmla="*/ 649034 h 781050"/>
                <a:gd name="connsiteX1379" fmla="*/ 30861 w 923925"/>
                <a:gd name="connsiteY1379" fmla="*/ 648272 h 781050"/>
                <a:gd name="connsiteX1380" fmla="*/ 31242 w 923925"/>
                <a:gd name="connsiteY1380" fmla="*/ 647129 h 781050"/>
                <a:gd name="connsiteX1381" fmla="*/ 31337 w 923925"/>
                <a:gd name="connsiteY1381" fmla="*/ 646843 h 781050"/>
                <a:gd name="connsiteX1382" fmla="*/ 31528 w 923925"/>
                <a:gd name="connsiteY1382" fmla="*/ 646747 h 781050"/>
                <a:gd name="connsiteX1383" fmla="*/ 32004 w 923925"/>
                <a:gd name="connsiteY1383" fmla="*/ 646938 h 781050"/>
                <a:gd name="connsiteX1384" fmla="*/ 32385 w 923925"/>
                <a:gd name="connsiteY1384" fmla="*/ 647129 h 781050"/>
                <a:gd name="connsiteX1385" fmla="*/ 32956 w 923925"/>
                <a:gd name="connsiteY1385" fmla="*/ 647510 h 781050"/>
                <a:gd name="connsiteX1386" fmla="*/ 33433 w 923925"/>
                <a:gd name="connsiteY1386" fmla="*/ 647986 h 781050"/>
                <a:gd name="connsiteX1387" fmla="*/ 34957 w 923925"/>
                <a:gd name="connsiteY1387" fmla="*/ 649700 h 781050"/>
                <a:gd name="connsiteX1388" fmla="*/ 36004 w 923925"/>
                <a:gd name="connsiteY1388" fmla="*/ 650748 h 781050"/>
                <a:gd name="connsiteX1389" fmla="*/ 37052 w 923925"/>
                <a:gd name="connsiteY1389" fmla="*/ 651034 h 781050"/>
                <a:gd name="connsiteX1390" fmla="*/ 37909 w 923925"/>
                <a:gd name="connsiteY1390" fmla="*/ 650558 h 781050"/>
                <a:gd name="connsiteX1391" fmla="*/ 38386 w 923925"/>
                <a:gd name="connsiteY1391" fmla="*/ 649700 h 781050"/>
                <a:gd name="connsiteX1392" fmla="*/ 38671 w 923925"/>
                <a:gd name="connsiteY1392" fmla="*/ 648653 h 781050"/>
                <a:gd name="connsiteX1393" fmla="*/ 39052 w 923925"/>
                <a:gd name="connsiteY1393" fmla="*/ 648081 h 781050"/>
                <a:gd name="connsiteX1394" fmla="*/ 39719 w 923925"/>
                <a:gd name="connsiteY1394" fmla="*/ 647891 h 781050"/>
                <a:gd name="connsiteX1395" fmla="*/ 40576 w 923925"/>
                <a:gd name="connsiteY1395" fmla="*/ 647986 h 781050"/>
                <a:gd name="connsiteX1396" fmla="*/ 42577 w 923925"/>
                <a:gd name="connsiteY1396" fmla="*/ 648557 h 781050"/>
                <a:gd name="connsiteX1397" fmla="*/ 43720 w 923925"/>
                <a:gd name="connsiteY1397" fmla="*/ 648748 h 781050"/>
                <a:gd name="connsiteX1398" fmla="*/ 44958 w 923925"/>
                <a:gd name="connsiteY1398" fmla="*/ 648843 h 781050"/>
                <a:gd name="connsiteX1399" fmla="*/ 46101 w 923925"/>
                <a:gd name="connsiteY1399" fmla="*/ 648653 h 781050"/>
                <a:gd name="connsiteX1400" fmla="*/ 47053 w 923925"/>
                <a:gd name="connsiteY1400" fmla="*/ 648081 h 781050"/>
                <a:gd name="connsiteX1401" fmla="*/ 47625 w 923925"/>
                <a:gd name="connsiteY1401" fmla="*/ 647129 h 781050"/>
                <a:gd name="connsiteX1402" fmla="*/ 47720 w 923925"/>
                <a:gd name="connsiteY1402" fmla="*/ 646081 h 781050"/>
                <a:gd name="connsiteX1403" fmla="*/ 47053 w 923925"/>
                <a:gd name="connsiteY1403" fmla="*/ 644271 h 781050"/>
                <a:gd name="connsiteX1404" fmla="*/ 46958 w 923925"/>
                <a:gd name="connsiteY1404" fmla="*/ 643319 h 781050"/>
                <a:gd name="connsiteX1405" fmla="*/ 47053 w 923925"/>
                <a:gd name="connsiteY1405" fmla="*/ 642176 h 781050"/>
                <a:gd name="connsiteX1406" fmla="*/ 46958 w 923925"/>
                <a:gd name="connsiteY1406" fmla="*/ 640652 h 781050"/>
                <a:gd name="connsiteX1407" fmla="*/ 46577 w 923925"/>
                <a:gd name="connsiteY1407" fmla="*/ 639889 h 781050"/>
                <a:gd name="connsiteX1408" fmla="*/ 45910 w 923925"/>
                <a:gd name="connsiteY1408" fmla="*/ 639318 h 781050"/>
                <a:gd name="connsiteX1409" fmla="*/ 45148 w 923925"/>
                <a:gd name="connsiteY1409" fmla="*/ 638937 h 781050"/>
                <a:gd name="connsiteX1410" fmla="*/ 44386 w 923925"/>
                <a:gd name="connsiteY1410" fmla="*/ 638366 h 781050"/>
                <a:gd name="connsiteX1411" fmla="*/ 44005 w 923925"/>
                <a:gd name="connsiteY1411" fmla="*/ 637794 h 781050"/>
                <a:gd name="connsiteX1412" fmla="*/ 44101 w 923925"/>
                <a:gd name="connsiteY1412" fmla="*/ 637222 h 781050"/>
                <a:gd name="connsiteX1413" fmla="*/ 44482 w 923925"/>
                <a:gd name="connsiteY1413" fmla="*/ 636842 h 781050"/>
                <a:gd name="connsiteX1414" fmla="*/ 46387 w 923925"/>
                <a:gd name="connsiteY1414" fmla="*/ 636175 h 781050"/>
                <a:gd name="connsiteX1415" fmla="*/ 46863 w 923925"/>
                <a:gd name="connsiteY1415" fmla="*/ 635889 h 781050"/>
                <a:gd name="connsiteX1416" fmla="*/ 47149 w 923925"/>
                <a:gd name="connsiteY1416" fmla="*/ 635508 h 781050"/>
                <a:gd name="connsiteX1417" fmla="*/ 47244 w 923925"/>
                <a:gd name="connsiteY1417" fmla="*/ 635032 h 781050"/>
                <a:gd name="connsiteX1418" fmla="*/ 47244 w 923925"/>
                <a:gd name="connsiteY1418" fmla="*/ 634460 h 781050"/>
                <a:gd name="connsiteX1419" fmla="*/ 47244 w 923925"/>
                <a:gd name="connsiteY1419" fmla="*/ 633889 h 781050"/>
                <a:gd name="connsiteX1420" fmla="*/ 47339 w 923925"/>
                <a:gd name="connsiteY1420" fmla="*/ 633413 h 781050"/>
                <a:gd name="connsiteX1421" fmla="*/ 47530 w 923925"/>
                <a:gd name="connsiteY1421" fmla="*/ 632841 h 781050"/>
                <a:gd name="connsiteX1422" fmla="*/ 47815 w 923925"/>
                <a:gd name="connsiteY1422" fmla="*/ 632270 h 781050"/>
                <a:gd name="connsiteX1423" fmla="*/ 48196 w 923925"/>
                <a:gd name="connsiteY1423" fmla="*/ 631603 h 781050"/>
                <a:gd name="connsiteX1424" fmla="*/ 48673 w 923925"/>
                <a:gd name="connsiteY1424" fmla="*/ 631222 h 781050"/>
                <a:gd name="connsiteX1425" fmla="*/ 49244 w 923925"/>
                <a:gd name="connsiteY1425" fmla="*/ 631031 h 781050"/>
                <a:gd name="connsiteX1426" fmla="*/ 49911 w 923925"/>
                <a:gd name="connsiteY1426" fmla="*/ 631317 h 781050"/>
                <a:gd name="connsiteX1427" fmla="*/ 50197 w 923925"/>
                <a:gd name="connsiteY1427" fmla="*/ 631793 h 781050"/>
                <a:gd name="connsiteX1428" fmla="*/ 50292 w 923925"/>
                <a:gd name="connsiteY1428" fmla="*/ 632651 h 781050"/>
                <a:gd name="connsiteX1429" fmla="*/ 50292 w 923925"/>
                <a:gd name="connsiteY1429" fmla="*/ 633603 h 781050"/>
                <a:gd name="connsiteX1430" fmla="*/ 50387 w 923925"/>
                <a:gd name="connsiteY1430" fmla="*/ 634746 h 781050"/>
                <a:gd name="connsiteX1431" fmla="*/ 50673 w 923925"/>
                <a:gd name="connsiteY1431" fmla="*/ 635222 h 781050"/>
                <a:gd name="connsiteX1432" fmla="*/ 51340 w 923925"/>
                <a:gd name="connsiteY1432" fmla="*/ 635222 h 781050"/>
                <a:gd name="connsiteX1433" fmla="*/ 53721 w 923925"/>
                <a:gd name="connsiteY1433" fmla="*/ 633508 h 781050"/>
                <a:gd name="connsiteX1434" fmla="*/ 54483 w 923925"/>
                <a:gd name="connsiteY1434" fmla="*/ 633127 h 781050"/>
                <a:gd name="connsiteX1435" fmla="*/ 55340 w 923925"/>
                <a:gd name="connsiteY1435" fmla="*/ 633127 h 781050"/>
                <a:gd name="connsiteX1436" fmla="*/ 56388 w 923925"/>
                <a:gd name="connsiteY1436" fmla="*/ 633794 h 781050"/>
                <a:gd name="connsiteX1437" fmla="*/ 58102 w 923925"/>
                <a:gd name="connsiteY1437" fmla="*/ 635984 h 781050"/>
                <a:gd name="connsiteX1438" fmla="*/ 59245 w 923925"/>
                <a:gd name="connsiteY1438" fmla="*/ 636175 h 781050"/>
                <a:gd name="connsiteX1439" fmla="*/ 61436 w 923925"/>
                <a:gd name="connsiteY1439" fmla="*/ 635889 h 781050"/>
                <a:gd name="connsiteX1440" fmla="*/ 62389 w 923925"/>
                <a:gd name="connsiteY1440" fmla="*/ 636080 h 781050"/>
                <a:gd name="connsiteX1441" fmla="*/ 63532 w 923925"/>
                <a:gd name="connsiteY1441" fmla="*/ 636746 h 781050"/>
                <a:gd name="connsiteX1442" fmla="*/ 65056 w 923925"/>
                <a:gd name="connsiteY1442" fmla="*/ 637794 h 781050"/>
                <a:gd name="connsiteX1443" fmla="*/ 66294 w 923925"/>
                <a:gd name="connsiteY1443" fmla="*/ 638270 h 781050"/>
                <a:gd name="connsiteX1444" fmla="*/ 67437 w 923925"/>
                <a:gd name="connsiteY1444" fmla="*/ 638270 h 781050"/>
                <a:gd name="connsiteX1445" fmla="*/ 68390 w 923925"/>
                <a:gd name="connsiteY1445" fmla="*/ 638080 h 781050"/>
                <a:gd name="connsiteX1446" fmla="*/ 69247 w 923925"/>
                <a:gd name="connsiteY1446" fmla="*/ 637985 h 781050"/>
                <a:gd name="connsiteX1447" fmla="*/ 71342 w 923925"/>
                <a:gd name="connsiteY1447" fmla="*/ 638366 h 781050"/>
                <a:gd name="connsiteX1448" fmla="*/ 73533 w 923925"/>
                <a:gd name="connsiteY1448" fmla="*/ 638937 h 781050"/>
                <a:gd name="connsiteX1449" fmla="*/ 76962 w 923925"/>
                <a:gd name="connsiteY1449" fmla="*/ 638461 h 781050"/>
                <a:gd name="connsiteX1450" fmla="*/ 77533 w 923925"/>
                <a:gd name="connsiteY1450" fmla="*/ 638842 h 781050"/>
                <a:gd name="connsiteX1451" fmla="*/ 78200 w 923925"/>
                <a:gd name="connsiteY1451" fmla="*/ 639604 h 781050"/>
                <a:gd name="connsiteX1452" fmla="*/ 78295 w 923925"/>
                <a:gd name="connsiteY1452" fmla="*/ 640556 h 781050"/>
                <a:gd name="connsiteX1453" fmla="*/ 78676 w 923925"/>
                <a:gd name="connsiteY1453" fmla="*/ 641318 h 781050"/>
                <a:gd name="connsiteX1454" fmla="*/ 79534 w 923925"/>
                <a:gd name="connsiteY1454" fmla="*/ 642271 h 781050"/>
                <a:gd name="connsiteX1455" fmla="*/ 80963 w 923925"/>
                <a:gd name="connsiteY1455" fmla="*/ 643128 h 781050"/>
                <a:gd name="connsiteX1456" fmla="*/ 81724 w 923925"/>
                <a:gd name="connsiteY1456" fmla="*/ 644176 h 781050"/>
                <a:gd name="connsiteX1457" fmla="*/ 82105 w 923925"/>
                <a:gd name="connsiteY1457" fmla="*/ 645414 h 781050"/>
                <a:gd name="connsiteX1458" fmla="*/ 82391 w 923925"/>
                <a:gd name="connsiteY1458" fmla="*/ 646747 h 781050"/>
                <a:gd name="connsiteX1459" fmla="*/ 83344 w 923925"/>
                <a:gd name="connsiteY1459" fmla="*/ 649414 h 781050"/>
                <a:gd name="connsiteX1460" fmla="*/ 83629 w 923925"/>
                <a:gd name="connsiteY1460" fmla="*/ 650558 h 781050"/>
                <a:gd name="connsiteX1461" fmla="*/ 83629 w 923925"/>
                <a:gd name="connsiteY1461" fmla="*/ 653701 h 781050"/>
                <a:gd name="connsiteX1462" fmla="*/ 83820 w 923925"/>
                <a:gd name="connsiteY1462" fmla="*/ 655606 h 781050"/>
                <a:gd name="connsiteX1463" fmla="*/ 84582 w 923925"/>
                <a:gd name="connsiteY1463" fmla="*/ 655892 h 781050"/>
                <a:gd name="connsiteX1464" fmla="*/ 85153 w 923925"/>
                <a:gd name="connsiteY1464" fmla="*/ 655892 h 781050"/>
                <a:gd name="connsiteX1465" fmla="*/ 86011 w 923925"/>
                <a:gd name="connsiteY1465" fmla="*/ 655415 h 781050"/>
                <a:gd name="connsiteX1466" fmla="*/ 86677 w 923925"/>
                <a:gd name="connsiteY1466" fmla="*/ 655320 h 781050"/>
                <a:gd name="connsiteX1467" fmla="*/ 89154 w 923925"/>
                <a:gd name="connsiteY1467" fmla="*/ 655606 h 781050"/>
                <a:gd name="connsiteX1468" fmla="*/ 89916 w 923925"/>
                <a:gd name="connsiteY1468" fmla="*/ 655606 h 781050"/>
                <a:gd name="connsiteX1469" fmla="*/ 90488 w 923925"/>
                <a:gd name="connsiteY1469" fmla="*/ 655320 h 781050"/>
                <a:gd name="connsiteX1470" fmla="*/ 93440 w 923925"/>
                <a:gd name="connsiteY1470" fmla="*/ 652939 h 781050"/>
                <a:gd name="connsiteX1471" fmla="*/ 96488 w 923925"/>
                <a:gd name="connsiteY1471" fmla="*/ 651510 h 781050"/>
                <a:gd name="connsiteX1472" fmla="*/ 97917 w 923925"/>
                <a:gd name="connsiteY1472" fmla="*/ 651129 h 781050"/>
                <a:gd name="connsiteX1473" fmla="*/ 100298 w 923925"/>
                <a:gd name="connsiteY1473" fmla="*/ 651320 h 781050"/>
                <a:gd name="connsiteX1474" fmla="*/ 101251 w 923925"/>
                <a:gd name="connsiteY1474" fmla="*/ 651129 h 781050"/>
                <a:gd name="connsiteX1475" fmla="*/ 101632 w 923925"/>
                <a:gd name="connsiteY1475" fmla="*/ 650748 h 781050"/>
                <a:gd name="connsiteX1476" fmla="*/ 101251 w 923925"/>
                <a:gd name="connsiteY1476" fmla="*/ 649414 h 781050"/>
                <a:gd name="connsiteX1477" fmla="*/ 101251 w 923925"/>
                <a:gd name="connsiteY1477" fmla="*/ 648557 h 781050"/>
                <a:gd name="connsiteX1478" fmla="*/ 101441 w 923925"/>
                <a:gd name="connsiteY1478" fmla="*/ 647891 h 781050"/>
                <a:gd name="connsiteX1479" fmla="*/ 102013 w 923925"/>
                <a:gd name="connsiteY1479" fmla="*/ 647224 h 781050"/>
                <a:gd name="connsiteX1480" fmla="*/ 102775 w 923925"/>
                <a:gd name="connsiteY1480" fmla="*/ 646747 h 781050"/>
                <a:gd name="connsiteX1481" fmla="*/ 103822 w 923925"/>
                <a:gd name="connsiteY1481" fmla="*/ 646367 h 781050"/>
                <a:gd name="connsiteX1482" fmla="*/ 105251 w 923925"/>
                <a:gd name="connsiteY1482" fmla="*/ 646081 h 781050"/>
                <a:gd name="connsiteX1483" fmla="*/ 106870 w 923925"/>
                <a:gd name="connsiteY1483" fmla="*/ 646081 h 781050"/>
                <a:gd name="connsiteX1484" fmla="*/ 107728 w 923925"/>
                <a:gd name="connsiteY1484" fmla="*/ 646557 h 781050"/>
                <a:gd name="connsiteX1485" fmla="*/ 108299 w 923925"/>
                <a:gd name="connsiteY1485" fmla="*/ 647319 h 781050"/>
                <a:gd name="connsiteX1486" fmla="*/ 108680 w 923925"/>
                <a:gd name="connsiteY1486" fmla="*/ 647986 h 781050"/>
                <a:gd name="connsiteX1487" fmla="*/ 109442 w 923925"/>
                <a:gd name="connsiteY1487" fmla="*/ 648653 h 781050"/>
                <a:gd name="connsiteX1488" fmla="*/ 110204 w 923925"/>
                <a:gd name="connsiteY1488" fmla="*/ 648557 h 781050"/>
                <a:gd name="connsiteX1489" fmla="*/ 110871 w 923925"/>
                <a:gd name="connsiteY1489" fmla="*/ 647795 h 781050"/>
                <a:gd name="connsiteX1490" fmla="*/ 111347 w 923925"/>
                <a:gd name="connsiteY1490" fmla="*/ 646557 h 781050"/>
                <a:gd name="connsiteX1491" fmla="*/ 111728 w 923925"/>
                <a:gd name="connsiteY1491" fmla="*/ 645128 h 781050"/>
                <a:gd name="connsiteX1492" fmla="*/ 112204 w 923925"/>
                <a:gd name="connsiteY1492" fmla="*/ 643890 h 781050"/>
                <a:gd name="connsiteX1493" fmla="*/ 113062 w 923925"/>
                <a:gd name="connsiteY1493" fmla="*/ 642938 h 781050"/>
                <a:gd name="connsiteX1494" fmla="*/ 114109 w 923925"/>
                <a:gd name="connsiteY1494" fmla="*/ 642366 h 781050"/>
                <a:gd name="connsiteX1495" fmla="*/ 116015 w 923925"/>
                <a:gd name="connsiteY1495" fmla="*/ 641795 h 781050"/>
                <a:gd name="connsiteX1496" fmla="*/ 117157 w 923925"/>
                <a:gd name="connsiteY1496" fmla="*/ 641318 h 781050"/>
                <a:gd name="connsiteX1497" fmla="*/ 117824 w 923925"/>
                <a:gd name="connsiteY1497" fmla="*/ 640937 h 781050"/>
                <a:gd name="connsiteX1498" fmla="*/ 119158 w 923925"/>
                <a:gd name="connsiteY1498" fmla="*/ 639509 h 781050"/>
                <a:gd name="connsiteX1499" fmla="*/ 120205 w 923925"/>
                <a:gd name="connsiteY1499" fmla="*/ 638651 h 781050"/>
                <a:gd name="connsiteX1500" fmla="*/ 122587 w 923925"/>
                <a:gd name="connsiteY1500" fmla="*/ 637127 h 781050"/>
                <a:gd name="connsiteX1501" fmla="*/ 123539 w 923925"/>
                <a:gd name="connsiteY1501" fmla="*/ 636365 h 781050"/>
                <a:gd name="connsiteX1502" fmla="*/ 124111 w 923925"/>
                <a:gd name="connsiteY1502" fmla="*/ 635603 h 781050"/>
                <a:gd name="connsiteX1503" fmla="*/ 124396 w 923925"/>
                <a:gd name="connsiteY1503" fmla="*/ 634746 h 781050"/>
                <a:gd name="connsiteX1504" fmla="*/ 124301 w 923925"/>
                <a:gd name="connsiteY1504" fmla="*/ 633889 h 781050"/>
                <a:gd name="connsiteX1505" fmla="*/ 123920 w 923925"/>
                <a:gd name="connsiteY1505" fmla="*/ 633127 h 781050"/>
                <a:gd name="connsiteX1506" fmla="*/ 123253 w 923925"/>
                <a:gd name="connsiteY1506" fmla="*/ 632460 h 781050"/>
                <a:gd name="connsiteX1507" fmla="*/ 122587 w 923925"/>
                <a:gd name="connsiteY1507" fmla="*/ 631698 h 781050"/>
                <a:gd name="connsiteX1508" fmla="*/ 122206 w 923925"/>
                <a:gd name="connsiteY1508" fmla="*/ 630841 h 781050"/>
                <a:gd name="connsiteX1509" fmla="*/ 122111 w 923925"/>
                <a:gd name="connsiteY1509" fmla="*/ 629984 h 781050"/>
                <a:gd name="connsiteX1510" fmla="*/ 122301 w 923925"/>
                <a:gd name="connsiteY1510" fmla="*/ 629222 h 781050"/>
                <a:gd name="connsiteX1511" fmla="*/ 122777 w 923925"/>
                <a:gd name="connsiteY1511" fmla="*/ 628460 h 781050"/>
                <a:gd name="connsiteX1512" fmla="*/ 123349 w 923925"/>
                <a:gd name="connsiteY1512" fmla="*/ 627793 h 781050"/>
                <a:gd name="connsiteX1513" fmla="*/ 124396 w 923925"/>
                <a:gd name="connsiteY1513" fmla="*/ 627221 h 781050"/>
                <a:gd name="connsiteX1514" fmla="*/ 125349 w 923925"/>
                <a:gd name="connsiteY1514" fmla="*/ 627317 h 781050"/>
                <a:gd name="connsiteX1515" fmla="*/ 127349 w 923925"/>
                <a:gd name="connsiteY1515" fmla="*/ 627983 h 781050"/>
                <a:gd name="connsiteX1516" fmla="*/ 129826 w 923925"/>
                <a:gd name="connsiteY1516" fmla="*/ 627983 h 781050"/>
                <a:gd name="connsiteX1517" fmla="*/ 130588 w 923925"/>
                <a:gd name="connsiteY1517" fmla="*/ 628079 h 781050"/>
                <a:gd name="connsiteX1518" fmla="*/ 131159 w 923925"/>
                <a:gd name="connsiteY1518" fmla="*/ 628460 h 781050"/>
                <a:gd name="connsiteX1519" fmla="*/ 131921 w 923925"/>
                <a:gd name="connsiteY1519" fmla="*/ 629126 h 781050"/>
                <a:gd name="connsiteX1520" fmla="*/ 132778 w 923925"/>
                <a:gd name="connsiteY1520" fmla="*/ 629698 h 781050"/>
                <a:gd name="connsiteX1521" fmla="*/ 134493 w 923925"/>
                <a:gd name="connsiteY1521" fmla="*/ 630174 h 781050"/>
                <a:gd name="connsiteX1522" fmla="*/ 135636 w 923925"/>
                <a:gd name="connsiteY1522" fmla="*/ 629888 h 781050"/>
                <a:gd name="connsiteX1523" fmla="*/ 136588 w 923925"/>
                <a:gd name="connsiteY1523" fmla="*/ 629126 h 781050"/>
                <a:gd name="connsiteX1524" fmla="*/ 137065 w 923925"/>
                <a:gd name="connsiteY1524" fmla="*/ 628079 h 781050"/>
                <a:gd name="connsiteX1525" fmla="*/ 137446 w 923925"/>
                <a:gd name="connsiteY1525" fmla="*/ 627221 h 781050"/>
                <a:gd name="connsiteX1526" fmla="*/ 138017 w 923925"/>
                <a:gd name="connsiteY1526" fmla="*/ 626364 h 781050"/>
                <a:gd name="connsiteX1527" fmla="*/ 138684 w 923925"/>
                <a:gd name="connsiteY1527" fmla="*/ 625697 h 781050"/>
                <a:gd name="connsiteX1528" fmla="*/ 140113 w 923925"/>
                <a:gd name="connsiteY1528" fmla="*/ 624840 h 781050"/>
                <a:gd name="connsiteX1529" fmla="*/ 140779 w 923925"/>
                <a:gd name="connsiteY1529" fmla="*/ 624554 h 781050"/>
                <a:gd name="connsiteX1530" fmla="*/ 141351 w 923925"/>
                <a:gd name="connsiteY1530" fmla="*/ 624650 h 781050"/>
                <a:gd name="connsiteX1531" fmla="*/ 141637 w 923925"/>
                <a:gd name="connsiteY1531" fmla="*/ 624935 h 781050"/>
                <a:gd name="connsiteX1532" fmla="*/ 141827 w 923925"/>
                <a:gd name="connsiteY1532" fmla="*/ 625602 h 781050"/>
                <a:gd name="connsiteX1533" fmla="*/ 141922 w 923925"/>
                <a:gd name="connsiteY1533" fmla="*/ 626555 h 781050"/>
                <a:gd name="connsiteX1534" fmla="*/ 141827 w 923925"/>
                <a:gd name="connsiteY1534" fmla="*/ 629698 h 781050"/>
                <a:gd name="connsiteX1535" fmla="*/ 141732 w 923925"/>
                <a:gd name="connsiteY1535" fmla="*/ 630079 h 781050"/>
                <a:gd name="connsiteX1536" fmla="*/ 141541 w 923925"/>
                <a:gd name="connsiteY1536" fmla="*/ 630555 h 781050"/>
                <a:gd name="connsiteX1537" fmla="*/ 141065 w 923925"/>
                <a:gd name="connsiteY1537" fmla="*/ 631127 h 781050"/>
                <a:gd name="connsiteX1538" fmla="*/ 138874 w 923925"/>
                <a:gd name="connsiteY1538" fmla="*/ 633032 h 781050"/>
                <a:gd name="connsiteX1539" fmla="*/ 138398 w 923925"/>
                <a:gd name="connsiteY1539" fmla="*/ 633603 h 781050"/>
                <a:gd name="connsiteX1540" fmla="*/ 138113 w 923925"/>
                <a:gd name="connsiteY1540" fmla="*/ 634365 h 781050"/>
                <a:gd name="connsiteX1541" fmla="*/ 138113 w 923925"/>
                <a:gd name="connsiteY1541" fmla="*/ 635318 h 781050"/>
                <a:gd name="connsiteX1542" fmla="*/ 138493 w 923925"/>
                <a:gd name="connsiteY1542" fmla="*/ 637889 h 781050"/>
                <a:gd name="connsiteX1543" fmla="*/ 138779 w 923925"/>
                <a:gd name="connsiteY1543" fmla="*/ 638937 h 781050"/>
                <a:gd name="connsiteX1544" fmla="*/ 139065 w 923925"/>
                <a:gd name="connsiteY1544" fmla="*/ 639699 h 781050"/>
                <a:gd name="connsiteX1545" fmla="*/ 139446 w 923925"/>
                <a:gd name="connsiteY1545" fmla="*/ 640175 h 781050"/>
                <a:gd name="connsiteX1546" fmla="*/ 140017 w 923925"/>
                <a:gd name="connsiteY1546" fmla="*/ 639889 h 781050"/>
                <a:gd name="connsiteX1547" fmla="*/ 140779 w 923925"/>
                <a:gd name="connsiteY1547" fmla="*/ 639128 h 781050"/>
                <a:gd name="connsiteX1548" fmla="*/ 142589 w 923925"/>
                <a:gd name="connsiteY1548" fmla="*/ 636651 h 781050"/>
                <a:gd name="connsiteX1549" fmla="*/ 144113 w 923925"/>
                <a:gd name="connsiteY1549" fmla="*/ 635508 h 781050"/>
                <a:gd name="connsiteX1550" fmla="*/ 145447 w 923925"/>
                <a:gd name="connsiteY1550" fmla="*/ 635222 h 781050"/>
                <a:gd name="connsiteX1551" fmla="*/ 146685 w 923925"/>
                <a:gd name="connsiteY1551" fmla="*/ 635318 h 781050"/>
                <a:gd name="connsiteX1552" fmla="*/ 147828 w 923925"/>
                <a:gd name="connsiteY1552" fmla="*/ 635699 h 781050"/>
                <a:gd name="connsiteX1553" fmla="*/ 148495 w 923925"/>
                <a:gd name="connsiteY1553" fmla="*/ 635794 h 781050"/>
                <a:gd name="connsiteX1554" fmla="*/ 148971 w 923925"/>
                <a:gd name="connsiteY1554" fmla="*/ 635699 h 781050"/>
                <a:gd name="connsiteX1555" fmla="*/ 152495 w 923925"/>
                <a:gd name="connsiteY1555" fmla="*/ 633603 h 781050"/>
                <a:gd name="connsiteX1556" fmla="*/ 157924 w 923925"/>
                <a:gd name="connsiteY1556" fmla="*/ 636937 h 781050"/>
                <a:gd name="connsiteX1557" fmla="*/ 159258 w 923925"/>
                <a:gd name="connsiteY1557" fmla="*/ 640080 h 781050"/>
                <a:gd name="connsiteX1558" fmla="*/ 159925 w 923925"/>
                <a:gd name="connsiteY1558" fmla="*/ 642557 h 781050"/>
                <a:gd name="connsiteX1559" fmla="*/ 160020 w 923925"/>
                <a:gd name="connsiteY1559" fmla="*/ 644080 h 781050"/>
                <a:gd name="connsiteX1560" fmla="*/ 159829 w 923925"/>
                <a:gd name="connsiteY1560" fmla="*/ 645509 h 781050"/>
                <a:gd name="connsiteX1561" fmla="*/ 158686 w 923925"/>
                <a:gd name="connsiteY1561" fmla="*/ 647795 h 781050"/>
                <a:gd name="connsiteX1562" fmla="*/ 158210 w 923925"/>
                <a:gd name="connsiteY1562" fmla="*/ 649129 h 781050"/>
                <a:gd name="connsiteX1563" fmla="*/ 158591 w 923925"/>
                <a:gd name="connsiteY1563" fmla="*/ 650367 h 781050"/>
                <a:gd name="connsiteX1564" fmla="*/ 159353 w 923925"/>
                <a:gd name="connsiteY1564" fmla="*/ 651701 h 781050"/>
                <a:gd name="connsiteX1565" fmla="*/ 160591 w 923925"/>
                <a:gd name="connsiteY1565" fmla="*/ 653510 h 781050"/>
                <a:gd name="connsiteX1566" fmla="*/ 160972 w 923925"/>
                <a:gd name="connsiteY1566" fmla="*/ 654558 h 781050"/>
                <a:gd name="connsiteX1567" fmla="*/ 160877 w 923925"/>
                <a:gd name="connsiteY1567" fmla="*/ 655415 h 781050"/>
                <a:gd name="connsiteX1568" fmla="*/ 160306 w 923925"/>
                <a:gd name="connsiteY1568" fmla="*/ 655892 h 781050"/>
                <a:gd name="connsiteX1569" fmla="*/ 159544 w 923925"/>
                <a:gd name="connsiteY1569" fmla="*/ 656177 h 781050"/>
                <a:gd name="connsiteX1570" fmla="*/ 158496 w 923925"/>
                <a:gd name="connsiteY1570" fmla="*/ 656177 h 781050"/>
                <a:gd name="connsiteX1571" fmla="*/ 156591 w 923925"/>
                <a:gd name="connsiteY1571" fmla="*/ 655701 h 781050"/>
                <a:gd name="connsiteX1572" fmla="*/ 155829 w 923925"/>
                <a:gd name="connsiteY1572" fmla="*/ 655796 h 781050"/>
                <a:gd name="connsiteX1573" fmla="*/ 155257 w 923925"/>
                <a:gd name="connsiteY1573" fmla="*/ 656558 h 781050"/>
                <a:gd name="connsiteX1574" fmla="*/ 155353 w 923925"/>
                <a:gd name="connsiteY1574" fmla="*/ 657701 h 781050"/>
                <a:gd name="connsiteX1575" fmla="*/ 155734 w 923925"/>
                <a:gd name="connsiteY1575" fmla="*/ 658939 h 781050"/>
                <a:gd name="connsiteX1576" fmla="*/ 156591 w 923925"/>
                <a:gd name="connsiteY1576" fmla="*/ 660463 h 781050"/>
                <a:gd name="connsiteX1577" fmla="*/ 157353 w 923925"/>
                <a:gd name="connsiteY1577" fmla="*/ 661130 h 781050"/>
                <a:gd name="connsiteX1578" fmla="*/ 158496 w 923925"/>
                <a:gd name="connsiteY1578" fmla="*/ 661130 h 781050"/>
                <a:gd name="connsiteX1579" fmla="*/ 160496 w 923925"/>
                <a:gd name="connsiteY1579" fmla="*/ 660273 h 781050"/>
                <a:gd name="connsiteX1580" fmla="*/ 161544 w 923925"/>
                <a:gd name="connsiteY1580" fmla="*/ 660083 h 781050"/>
                <a:gd name="connsiteX1581" fmla="*/ 162496 w 923925"/>
                <a:gd name="connsiteY1581" fmla="*/ 660178 h 781050"/>
                <a:gd name="connsiteX1582" fmla="*/ 163449 w 923925"/>
                <a:gd name="connsiteY1582" fmla="*/ 660559 h 781050"/>
                <a:gd name="connsiteX1583" fmla="*/ 164306 w 923925"/>
                <a:gd name="connsiteY1583" fmla="*/ 661130 h 781050"/>
                <a:gd name="connsiteX1584" fmla="*/ 168307 w 923925"/>
                <a:gd name="connsiteY1584" fmla="*/ 665797 h 781050"/>
                <a:gd name="connsiteX1585" fmla="*/ 169259 w 923925"/>
                <a:gd name="connsiteY1585" fmla="*/ 666655 h 781050"/>
                <a:gd name="connsiteX1586" fmla="*/ 170116 w 923925"/>
                <a:gd name="connsiteY1586" fmla="*/ 667226 h 781050"/>
                <a:gd name="connsiteX1587" fmla="*/ 170688 w 923925"/>
                <a:gd name="connsiteY1587" fmla="*/ 667417 h 781050"/>
                <a:gd name="connsiteX1588" fmla="*/ 172307 w 923925"/>
                <a:gd name="connsiteY1588" fmla="*/ 667607 h 781050"/>
                <a:gd name="connsiteX1589" fmla="*/ 173450 w 923925"/>
                <a:gd name="connsiteY1589" fmla="*/ 667893 h 781050"/>
                <a:gd name="connsiteX1590" fmla="*/ 175641 w 923925"/>
                <a:gd name="connsiteY1590" fmla="*/ 668655 h 781050"/>
                <a:gd name="connsiteX1591" fmla="*/ 178213 w 923925"/>
                <a:gd name="connsiteY1591" fmla="*/ 669131 h 781050"/>
                <a:gd name="connsiteX1592" fmla="*/ 179356 w 923925"/>
                <a:gd name="connsiteY1592" fmla="*/ 669227 h 781050"/>
                <a:gd name="connsiteX1593" fmla="*/ 180308 w 923925"/>
                <a:gd name="connsiteY1593" fmla="*/ 669131 h 781050"/>
                <a:gd name="connsiteX1594" fmla="*/ 181070 w 923925"/>
                <a:gd name="connsiteY1594" fmla="*/ 668846 h 781050"/>
                <a:gd name="connsiteX1595" fmla="*/ 182594 w 923925"/>
                <a:gd name="connsiteY1595" fmla="*/ 667798 h 781050"/>
                <a:gd name="connsiteX1596" fmla="*/ 183261 w 923925"/>
                <a:gd name="connsiteY1596" fmla="*/ 667512 h 781050"/>
                <a:gd name="connsiteX1597" fmla="*/ 184023 w 923925"/>
                <a:gd name="connsiteY1597" fmla="*/ 667512 h 781050"/>
                <a:gd name="connsiteX1598" fmla="*/ 184785 w 923925"/>
                <a:gd name="connsiteY1598" fmla="*/ 667798 h 781050"/>
                <a:gd name="connsiteX1599" fmla="*/ 186214 w 923925"/>
                <a:gd name="connsiteY1599" fmla="*/ 668655 h 781050"/>
                <a:gd name="connsiteX1600" fmla="*/ 186785 w 923925"/>
                <a:gd name="connsiteY1600" fmla="*/ 668846 h 781050"/>
                <a:gd name="connsiteX1601" fmla="*/ 187357 w 923925"/>
                <a:gd name="connsiteY1601" fmla="*/ 668846 h 781050"/>
                <a:gd name="connsiteX1602" fmla="*/ 187928 w 923925"/>
                <a:gd name="connsiteY1602" fmla="*/ 668750 h 781050"/>
                <a:gd name="connsiteX1603" fmla="*/ 189452 w 923925"/>
                <a:gd name="connsiteY1603" fmla="*/ 668274 h 781050"/>
                <a:gd name="connsiteX1604" fmla="*/ 190309 w 923925"/>
                <a:gd name="connsiteY1604" fmla="*/ 668179 h 781050"/>
                <a:gd name="connsiteX1605" fmla="*/ 191452 w 923925"/>
                <a:gd name="connsiteY1605" fmla="*/ 668369 h 781050"/>
                <a:gd name="connsiteX1606" fmla="*/ 192024 w 923925"/>
                <a:gd name="connsiteY1606" fmla="*/ 668941 h 781050"/>
                <a:gd name="connsiteX1607" fmla="*/ 192215 w 923925"/>
                <a:gd name="connsiteY1607" fmla="*/ 669703 h 781050"/>
                <a:gd name="connsiteX1608" fmla="*/ 191929 w 923925"/>
                <a:gd name="connsiteY1608" fmla="*/ 670655 h 781050"/>
                <a:gd name="connsiteX1609" fmla="*/ 191071 w 923925"/>
                <a:gd name="connsiteY1609" fmla="*/ 672941 h 781050"/>
                <a:gd name="connsiteX1610" fmla="*/ 190786 w 923925"/>
                <a:gd name="connsiteY1610" fmla="*/ 674275 h 781050"/>
                <a:gd name="connsiteX1611" fmla="*/ 190690 w 923925"/>
                <a:gd name="connsiteY1611" fmla="*/ 675704 h 781050"/>
                <a:gd name="connsiteX1612" fmla="*/ 191167 w 923925"/>
                <a:gd name="connsiteY1612" fmla="*/ 679037 h 781050"/>
                <a:gd name="connsiteX1613" fmla="*/ 191167 w 923925"/>
                <a:gd name="connsiteY1613" fmla="*/ 679323 h 781050"/>
                <a:gd name="connsiteX1614" fmla="*/ 190976 w 923925"/>
                <a:gd name="connsiteY1614" fmla="*/ 680561 h 781050"/>
                <a:gd name="connsiteX1615" fmla="*/ 190595 w 923925"/>
                <a:gd name="connsiteY1615" fmla="*/ 681609 h 781050"/>
                <a:gd name="connsiteX1616" fmla="*/ 190309 w 923925"/>
                <a:gd name="connsiteY1616" fmla="*/ 682752 h 781050"/>
                <a:gd name="connsiteX1617" fmla="*/ 190119 w 923925"/>
                <a:gd name="connsiteY1617" fmla="*/ 684181 h 781050"/>
                <a:gd name="connsiteX1618" fmla="*/ 190405 w 923925"/>
                <a:gd name="connsiteY1618" fmla="*/ 689420 h 781050"/>
                <a:gd name="connsiteX1619" fmla="*/ 190309 w 923925"/>
                <a:gd name="connsiteY1619" fmla="*/ 690086 h 781050"/>
                <a:gd name="connsiteX1620" fmla="*/ 190024 w 923925"/>
                <a:gd name="connsiteY1620" fmla="*/ 690658 h 781050"/>
                <a:gd name="connsiteX1621" fmla="*/ 189643 w 923925"/>
                <a:gd name="connsiteY1621" fmla="*/ 691134 h 781050"/>
                <a:gd name="connsiteX1622" fmla="*/ 189262 w 923925"/>
                <a:gd name="connsiteY1622" fmla="*/ 691801 h 781050"/>
                <a:gd name="connsiteX1623" fmla="*/ 189071 w 923925"/>
                <a:gd name="connsiteY1623" fmla="*/ 692563 h 781050"/>
                <a:gd name="connsiteX1624" fmla="*/ 189071 w 923925"/>
                <a:gd name="connsiteY1624" fmla="*/ 693896 h 781050"/>
                <a:gd name="connsiteX1625" fmla="*/ 189452 w 923925"/>
                <a:gd name="connsiteY1625" fmla="*/ 694754 h 781050"/>
                <a:gd name="connsiteX1626" fmla="*/ 190119 w 923925"/>
                <a:gd name="connsiteY1626" fmla="*/ 695516 h 781050"/>
                <a:gd name="connsiteX1627" fmla="*/ 190786 w 923925"/>
                <a:gd name="connsiteY1627" fmla="*/ 696182 h 781050"/>
                <a:gd name="connsiteX1628" fmla="*/ 191643 w 923925"/>
                <a:gd name="connsiteY1628" fmla="*/ 697325 h 781050"/>
                <a:gd name="connsiteX1629" fmla="*/ 192119 w 923925"/>
                <a:gd name="connsiteY1629" fmla="*/ 698468 h 781050"/>
                <a:gd name="connsiteX1630" fmla="*/ 192500 w 923925"/>
                <a:gd name="connsiteY1630" fmla="*/ 700183 h 781050"/>
                <a:gd name="connsiteX1631" fmla="*/ 193262 w 923925"/>
                <a:gd name="connsiteY1631" fmla="*/ 700754 h 781050"/>
                <a:gd name="connsiteX1632" fmla="*/ 194119 w 923925"/>
                <a:gd name="connsiteY1632" fmla="*/ 700754 h 781050"/>
                <a:gd name="connsiteX1633" fmla="*/ 195834 w 923925"/>
                <a:gd name="connsiteY1633" fmla="*/ 699707 h 781050"/>
                <a:gd name="connsiteX1634" fmla="*/ 196596 w 923925"/>
                <a:gd name="connsiteY1634" fmla="*/ 699611 h 781050"/>
                <a:gd name="connsiteX1635" fmla="*/ 197167 w 923925"/>
                <a:gd name="connsiteY1635" fmla="*/ 699897 h 781050"/>
                <a:gd name="connsiteX1636" fmla="*/ 198215 w 923925"/>
                <a:gd name="connsiteY1636" fmla="*/ 700659 h 781050"/>
                <a:gd name="connsiteX1637" fmla="*/ 198882 w 923925"/>
                <a:gd name="connsiteY1637" fmla="*/ 700945 h 781050"/>
                <a:gd name="connsiteX1638" fmla="*/ 199549 w 923925"/>
                <a:gd name="connsiteY1638" fmla="*/ 701135 h 781050"/>
                <a:gd name="connsiteX1639" fmla="*/ 200120 w 923925"/>
                <a:gd name="connsiteY1639" fmla="*/ 701135 h 781050"/>
                <a:gd name="connsiteX1640" fmla="*/ 200787 w 923925"/>
                <a:gd name="connsiteY1640" fmla="*/ 701040 h 781050"/>
                <a:gd name="connsiteX1641" fmla="*/ 201549 w 923925"/>
                <a:gd name="connsiteY1641" fmla="*/ 701040 h 781050"/>
                <a:gd name="connsiteX1642" fmla="*/ 202311 w 923925"/>
                <a:gd name="connsiteY1642" fmla="*/ 701326 h 781050"/>
                <a:gd name="connsiteX1643" fmla="*/ 206883 w 923925"/>
                <a:gd name="connsiteY1643" fmla="*/ 704945 h 781050"/>
                <a:gd name="connsiteX1644" fmla="*/ 207454 w 923925"/>
                <a:gd name="connsiteY1644" fmla="*/ 705231 h 781050"/>
                <a:gd name="connsiteX1645" fmla="*/ 208121 w 923925"/>
                <a:gd name="connsiteY1645" fmla="*/ 705326 h 781050"/>
                <a:gd name="connsiteX1646" fmla="*/ 208883 w 923925"/>
                <a:gd name="connsiteY1646" fmla="*/ 705326 h 781050"/>
                <a:gd name="connsiteX1647" fmla="*/ 209740 w 923925"/>
                <a:gd name="connsiteY1647" fmla="*/ 705136 h 781050"/>
                <a:gd name="connsiteX1648" fmla="*/ 210312 w 923925"/>
                <a:gd name="connsiteY1648" fmla="*/ 704850 h 781050"/>
                <a:gd name="connsiteX1649" fmla="*/ 210979 w 923925"/>
                <a:gd name="connsiteY1649" fmla="*/ 704279 h 781050"/>
                <a:gd name="connsiteX1650" fmla="*/ 212503 w 923925"/>
                <a:gd name="connsiteY1650" fmla="*/ 702659 h 781050"/>
                <a:gd name="connsiteX1651" fmla="*/ 213074 w 923925"/>
                <a:gd name="connsiteY1651" fmla="*/ 703040 h 781050"/>
                <a:gd name="connsiteX1652" fmla="*/ 213455 w 923925"/>
                <a:gd name="connsiteY1652" fmla="*/ 703612 h 781050"/>
                <a:gd name="connsiteX1653" fmla="*/ 213836 w 923925"/>
                <a:gd name="connsiteY1653" fmla="*/ 704469 h 781050"/>
                <a:gd name="connsiteX1654" fmla="*/ 214122 w 923925"/>
                <a:gd name="connsiteY1654" fmla="*/ 705803 h 781050"/>
                <a:gd name="connsiteX1655" fmla="*/ 214217 w 923925"/>
                <a:gd name="connsiteY1655" fmla="*/ 706850 h 781050"/>
                <a:gd name="connsiteX1656" fmla="*/ 214122 w 923925"/>
                <a:gd name="connsiteY1656" fmla="*/ 707993 h 781050"/>
                <a:gd name="connsiteX1657" fmla="*/ 213836 w 923925"/>
                <a:gd name="connsiteY1657" fmla="*/ 709994 h 781050"/>
                <a:gd name="connsiteX1658" fmla="*/ 213836 w 923925"/>
                <a:gd name="connsiteY1658" fmla="*/ 710946 h 781050"/>
                <a:gd name="connsiteX1659" fmla="*/ 213836 w 923925"/>
                <a:gd name="connsiteY1659" fmla="*/ 711803 h 781050"/>
                <a:gd name="connsiteX1660" fmla="*/ 213741 w 923925"/>
                <a:gd name="connsiteY1660" fmla="*/ 712565 h 781050"/>
                <a:gd name="connsiteX1661" fmla="*/ 213646 w 923925"/>
                <a:gd name="connsiteY1661" fmla="*/ 713327 h 781050"/>
                <a:gd name="connsiteX1662" fmla="*/ 213455 w 923925"/>
                <a:gd name="connsiteY1662" fmla="*/ 713899 h 781050"/>
                <a:gd name="connsiteX1663" fmla="*/ 212884 w 923925"/>
                <a:gd name="connsiteY1663" fmla="*/ 716471 h 781050"/>
                <a:gd name="connsiteX1664" fmla="*/ 212407 w 923925"/>
                <a:gd name="connsiteY1664" fmla="*/ 717709 h 781050"/>
                <a:gd name="connsiteX1665" fmla="*/ 211645 w 923925"/>
                <a:gd name="connsiteY1665" fmla="*/ 718947 h 781050"/>
                <a:gd name="connsiteX1666" fmla="*/ 209740 w 923925"/>
                <a:gd name="connsiteY1666" fmla="*/ 720947 h 781050"/>
                <a:gd name="connsiteX1667" fmla="*/ 208978 w 923925"/>
                <a:gd name="connsiteY1667" fmla="*/ 721995 h 781050"/>
                <a:gd name="connsiteX1668" fmla="*/ 208597 w 923925"/>
                <a:gd name="connsiteY1668" fmla="*/ 723329 h 781050"/>
                <a:gd name="connsiteX1669" fmla="*/ 208407 w 923925"/>
                <a:gd name="connsiteY1669" fmla="*/ 726186 h 781050"/>
                <a:gd name="connsiteX1670" fmla="*/ 208121 w 923925"/>
                <a:gd name="connsiteY1670" fmla="*/ 727901 h 781050"/>
                <a:gd name="connsiteX1671" fmla="*/ 207550 w 923925"/>
                <a:gd name="connsiteY1671" fmla="*/ 729329 h 781050"/>
                <a:gd name="connsiteX1672" fmla="*/ 206502 w 923925"/>
                <a:gd name="connsiteY1672" fmla="*/ 730568 h 781050"/>
                <a:gd name="connsiteX1673" fmla="*/ 205740 w 923925"/>
                <a:gd name="connsiteY1673" fmla="*/ 731139 h 781050"/>
                <a:gd name="connsiteX1674" fmla="*/ 203549 w 923925"/>
                <a:gd name="connsiteY1674" fmla="*/ 732282 h 781050"/>
                <a:gd name="connsiteX1675" fmla="*/ 202787 w 923925"/>
                <a:gd name="connsiteY1675" fmla="*/ 732854 h 781050"/>
                <a:gd name="connsiteX1676" fmla="*/ 202311 w 923925"/>
                <a:gd name="connsiteY1676" fmla="*/ 733616 h 781050"/>
                <a:gd name="connsiteX1677" fmla="*/ 201835 w 923925"/>
                <a:gd name="connsiteY1677" fmla="*/ 734854 h 781050"/>
                <a:gd name="connsiteX1678" fmla="*/ 201168 w 923925"/>
                <a:gd name="connsiteY1678" fmla="*/ 737521 h 781050"/>
                <a:gd name="connsiteX1679" fmla="*/ 200882 w 923925"/>
                <a:gd name="connsiteY1679" fmla="*/ 738473 h 781050"/>
                <a:gd name="connsiteX1680" fmla="*/ 200692 w 923925"/>
                <a:gd name="connsiteY1680" fmla="*/ 738950 h 781050"/>
                <a:gd name="connsiteX1681" fmla="*/ 199453 w 923925"/>
                <a:gd name="connsiteY1681" fmla="*/ 740950 h 781050"/>
                <a:gd name="connsiteX1682" fmla="*/ 196501 w 923925"/>
                <a:gd name="connsiteY1682" fmla="*/ 744664 h 781050"/>
                <a:gd name="connsiteX1683" fmla="*/ 196024 w 923925"/>
                <a:gd name="connsiteY1683" fmla="*/ 745998 h 781050"/>
                <a:gd name="connsiteX1684" fmla="*/ 196120 w 923925"/>
                <a:gd name="connsiteY1684" fmla="*/ 746760 h 781050"/>
                <a:gd name="connsiteX1685" fmla="*/ 196501 w 923925"/>
                <a:gd name="connsiteY1685" fmla="*/ 747236 h 781050"/>
                <a:gd name="connsiteX1686" fmla="*/ 197548 w 923925"/>
                <a:gd name="connsiteY1686" fmla="*/ 747522 h 781050"/>
                <a:gd name="connsiteX1687" fmla="*/ 198787 w 923925"/>
                <a:gd name="connsiteY1687" fmla="*/ 748189 h 781050"/>
                <a:gd name="connsiteX1688" fmla="*/ 200215 w 923925"/>
                <a:gd name="connsiteY1688" fmla="*/ 749237 h 781050"/>
                <a:gd name="connsiteX1689" fmla="*/ 201930 w 923925"/>
                <a:gd name="connsiteY1689" fmla="*/ 751618 h 781050"/>
                <a:gd name="connsiteX1690" fmla="*/ 202501 w 923925"/>
                <a:gd name="connsiteY1690" fmla="*/ 753142 h 781050"/>
                <a:gd name="connsiteX1691" fmla="*/ 202406 w 923925"/>
                <a:gd name="connsiteY1691" fmla="*/ 754285 h 781050"/>
                <a:gd name="connsiteX1692" fmla="*/ 201740 w 923925"/>
                <a:gd name="connsiteY1692" fmla="*/ 754761 h 781050"/>
                <a:gd name="connsiteX1693" fmla="*/ 200596 w 923925"/>
                <a:gd name="connsiteY1693" fmla="*/ 754856 h 781050"/>
                <a:gd name="connsiteX1694" fmla="*/ 199168 w 923925"/>
                <a:gd name="connsiteY1694" fmla="*/ 754380 h 781050"/>
                <a:gd name="connsiteX1695" fmla="*/ 192024 w 923925"/>
                <a:gd name="connsiteY1695" fmla="*/ 749237 h 781050"/>
                <a:gd name="connsiteX1696" fmla="*/ 191167 w 923925"/>
                <a:gd name="connsiteY1696" fmla="*/ 748855 h 781050"/>
                <a:gd name="connsiteX1697" fmla="*/ 190500 w 923925"/>
                <a:gd name="connsiteY1697" fmla="*/ 748570 h 781050"/>
                <a:gd name="connsiteX1698" fmla="*/ 189833 w 923925"/>
                <a:gd name="connsiteY1698" fmla="*/ 748570 h 781050"/>
                <a:gd name="connsiteX1699" fmla="*/ 189071 w 923925"/>
                <a:gd name="connsiteY1699" fmla="*/ 748665 h 781050"/>
                <a:gd name="connsiteX1700" fmla="*/ 188309 w 923925"/>
                <a:gd name="connsiteY1700" fmla="*/ 749046 h 781050"/>
                <a:gd name="connsiteX1701" fmla="*/ 187833 w 923925"/>
                <a:gd name="connsiteY1701" fmla="*/ 749713 h 781050"/>
                <a:gd name="connsiteX1702" fmla="*/ 187642 w 923925"/>
                <a:gd name="connsiteY1702" fmla="*/ 750570 h 781050"/>
                <a:gd name="connsiteX1703" fmla="*/ 187642 w 923925"/>
                <a:gd name="connsiteY1703" fmla="*/ 753428 h 781050"/>
                <a:gd name="connsiteX1704" fmla="*/ 187452 w 923925"/>
                <a:gd name="connsiteY1704" fmla="*/ 754189 h 781050"/>
                <a:gd name="connsiteX1705" fmla="*/ 187071 w 923925"/>
                <a:gd name="connsiteY1705" fmla="*/ 754571 h 781050"/>
                <a:gd name="connsiteX1706" fmla="*/ 186023 w 923925"/>
                <a:gd name="connsiteY1706" fmla="*/ 755237 h 781050"/>
                <a:gd name="connsiteX1707" fmla="*/ 185166 w 923925"/>
                <a:gd name="connsiteY1707" fmla="*/ 755523 h 781050"/>
                <a:gd name="connsiteX1708" fmla="*/ 184404 w 923925"/>
                <a:gd name="connsiteY1708" fmla="*/ 755618 h 781050"/>
                <a:gd name="connsiteX1709" fmla="*/ 183356 w 923925"/>
                <a:gd name="connsiteY1709" fmla="*/ 755618 h 781050"/>
                <a:gd name="connsiteX1710" fmla="*/ 182975 w 923925"/>
                <a:gd name="connsiteY1710" fmla="*/ 755809 h 781050"/>
                <a:gd name="connsiteX1711" fmla="*/ 182118 w 923925"/>
                <a:gd name="connsiteY1711" fmla="*/ 756761 h 781050"/>
                <a:gd name="connsiteX1712" fmla="*/ 181642 w 923925"/>
                <a:gd name="connsiteY1712" fmla="*/ 757142 h 781050"/>
                <a:gd name="connsiteX1713" fmla="*/ 181261 w 923925"/>
                <a:gd name="connsiteY1713" fmla="*/ 757333 h 781050"/>
                <a:gd name="connsiteX1714" fmla="*/ 180880 w 923925"/>
                <a:gd name="connsiteY1714" fmla="*/ 757238 h 781050"/>
                <a:gd name="connsiteX1715" fmla="*/ 179927 w 923925"/>
                <a:gd name="connsiteY1715" fmla="*/ 756380 h 781050"/>
                <a:gd name="connsiteX1716" fmla="*/ 179165 w 923925"/>
                <a:gd name="connsiteY1716" fmla="*/ 755904 h 781050"/>
                <a:gd name="connsiteX1717" fmla="*/ 178308 w 923925"/>
                <a:gd name="connsiteY1717" fmla="*/ 755618 h 781050"/>
                <a:gd name="connsiteX1718" fmla="*/ 177355 w 923925"/>
                <a:gd name="connsiteY1718" fmla="*/ 755618 h 781050"/>
                <a:gd name="connsiteX1719" fmla="*/ 176784 w 923925"/>
                <a:gd name="connsiteY1719" fmla="*/ 755809 h 781050"/>
                <a:gd name="connsiteX1720" fmla="*/ 176403 w 923925"/>
                <a:gd name="connsiteY1720" fmla="*/ 756095 h 781050"/>
                <a:gd name="connsiteX1721" fmla="*/ 176213 w 923925"/>
                <a:gd name="connsiteY1721" fmla="*/ 756571 h 781050"/>
                <a:gd name="connsiteX1722" fmla="*/ 176022 w 923925"/>
                <a:gd name="connsiteY1722" fmla="*/ 757428 h 781050"/>
                <a:gd name="connsiteX1723" fmla="*/ 176022 w 923925"/>
                <a:gd name="connsiteY1723" fmla="*/ 759143 h 781050"/>
                <a:gd name="connsiteX1724" fmla="*/ 176879 w 923925"/>
                <a:gd name="connsiteY1724" fmla="*/ 762286 h 781050"/>
                <a:gd name="connsiteX1725" fmla="*/ 176974 w 923925"/>
                <a:gd name="connsiteY1725" fmla="*/ 763524 h 781050"/>
                <a:gd name="connsiteX1726" fmla="*/ 176593 w 923925"/>
                <a:gd name="connsiteY1726" fmla="*/ 764667 h 781050"/>
                <a:gd name="connsiteX1727" fmla="*/ 175641 w 923925"/>
                <a:gd name="connsiteY1727" fmla="*/ 766096 h 781050"/>
                <a:gd name="connsiteX1728" fmla="*/ 174688 w 923925"/>
                <a:gd name="connsiteY1728" fmla="*/ 767239 h 781050"/>
                <a:gd name="connsiteX1729" fmla="*/ 179832 w 923925"/>
                <a:gd name="connsiteY1729" fmla="*/ 774668 h 781050"/>
                <a:gd name="connsiteX1730" fmla="*/ 182690 w 923925"/>
                <a:gd name="connsiteY1730" fmla="*/ 777335 h 781050"/>
                <a:gd name="connsiteX1731" fmla="*/ 188881 w 923925"/>
                <a:gd name="connsiteY1731" fmla="*/ 781336 h 781050"/>
                <a:gd name="connsiteX1732" fmla="*/ 191929 w 923925"/>
                <a:gd name="connsiteY1732" fmla="*/ 782193 h 781050"/>
                <a:gd name="connsiteX1733" fmla="*/ 192976 w 923925"/>
                <a:gd name="connsiteY1733" fmla="*/ 782384 h 781050"/>
                <a:gd name="connsiteX1734" fmla="*/ 194119 w 923925"/>
                <a:gd name="connsiteY1734" fmla="*/ 782479 h 781050"/>
                <a:gd name="connsiteX1735" fmla="*/ 196501 w 923925"/>
                <a:gd name="connsiteY1735" fmla="*/ 782384 h 781050"/>
                <a:gd name="connsiteX1736" fmla="*/ 197263 w 923925"/>
                <a:gd name="connsiteY1736" fmla="*/ 782288 h 781050"/>
                <a:gd name="connsiteX1737" fmla="*/ 198406 w 923925"/>
                <a:gd name="connsiteY1737" fmla="*/ 781812 h 781050"/>
                <a:gd name="connsiteX1738" fmla="*/ 199739 w 923925"/>
                <a:gd name="connsiteY1738" fmla="*/ 781145 h 781050"/>
                <a:gd name="connsiteX1739" fmla="*/ 204692 w 923925"/>
                <a:gd name="connsiteY1739" fmla="*/ 775811 h 781050"/>
                <a:gd name="connsiteX1740" fmla="*/ 205264 w 923925"/>
                <a:gd name="connsiteY1740" fmla="*/ 773906 h 781050"/>
                <a:gd name="connsiteX1741" fmla="*/ 205454 w 923925"/>
                <a:gd name="connsiteY1741" fmla="*/ 772287 h 781050"/>
                <a:gd name="connsiteX1742" fmla="*/ 205359 w 923925"/>
                <a:gd name="connsiteY1742" fmla="*/ 770858 h 781050"/>
                <a:gd name="connsiteX1743" fmla="*/ 205549 w 923925"/>
                <a:gd name="connsiteY1743" fmla="*/ 769811 h 781050"/>
                <a:gd name="connsiteX1744" fmla="*/ 205835 w 923925"/>
                <a:gd name="connsiteY1744" fmla="*/ 769239 h 781050"/>
                <a:gd name="connsiteX1745" fmla="*/ 206216 w 923925"/>
                <a:gd name="connsiteY1745" fmla="*/ 769049 h 781050"/>
                <a:gd name="connsiteX1746" fmla="*/ 206978 w 923925"/>
                <a:gd name="connsiteY1746" fmla="*/ 769430 h 781050"/>
                <a:gd name="connsiteX1747" fmla="*/ 207645 w 923925"/>
                <a:gd name="connsiteY1747" fmla="*/ 770096 h 781050"/>
                <a:gd name="connsiteX1748" fmla="*/ 208502 w 923925"/>
                <a:gd name="connsiteY1748" fmla="*/ 770477 h 781050"/>
                <a:gd name="connsiteX1749" fmla="*/ 209550 w 923925"/>
                <a:gd name="connsiteY1749" fmla="*/ 770287 h 781050"/>
                <a:gd name="connsiteX1750" fmla="*/ 213931 w 923925"/>
                <a:gd name="connsiteY1750" fmla="*/ 766858 h 781050"/>
                <a:gd name="connsiteX1751" fmla="*/ 214693 w 923925"/>
                <a:gd name="connsiteY1751" fmla="*/ 766191 h 781050"/>
                <a:gd name="connsiteX1752" fmla="*/ 215265 w 923925"/>
                <a:gd name="connsiteY1752" fmla="*/ 765238 h 781050"/>
                <a:gd name="connsiteX1753" fmla="*/ 218503 w 923925"/>
                <a:gd name="connsiteY1753" fmla="*/ 756761 h 781050"/>
                <a:gd name="connsiteX1754" fmla="*/ 220504 w 923925"/>
                <a:gd name="connsiteY1754" fmla="*/ 748951 h 781050"/>
                <a:gd name="connsiteX1755" fmla="*/ 221361 w 923925"/>
                <a:gd name="connsiteY1755" fmla="*/ 746855 h 781050"/>
                <a:gd name="connsiteX1756" fmla="*/ 221647 w 923925"/>
                <a:gd name="connsiteY1756" fmla="*/ 745617 h 781050"/>
                <a:gd name="connsiteX1757" fmla="*/ 221837 w 923925"/>
                <a:gd name="connsiteY1757" fmla="*/ 742283 h 781050"/>
                <a:gd name="connsiteX1758" fmla="*/ 222123 w 923925"/>
                <a:gd name="connsiteY1758" fmla="*/ 740855 h 781050"/>
                <a:gd name="connsiteX1759" fmla="*/ 222409 w 923925"/>
                <a:gd name="connsiteY1759" fmla="*/ 739902 h 781050"/>
                <a:gd name="connsiteX1760" fmla="*/ 223552 w 923925"/>
                <a:gd name="connsiteY1760" fmla="*/ 738188 h 781050"/>
                <a:gd name="connsiteX1761" fmla="*/ 224409 w 923925"/>
                <a:gd name="connsiteY1761" fmla="*/ 737330 h 781050"/>
                <a:gd name="connsiteX1762" fmla="*/ 225457 w 923925"/>
                <a:gd name="connsiteY1762" fmla="*/ 736854 h 781050"/>
                <a:gd name="connsiteX1763" fmla="*/ 226886 w 923925"/>
                <a:gd name="connsiteY1763" fmla="*/ 736854 h 781050"/>
                <a:gd name="connsiteX1764" fmla="*/ 228314 w 923925"/>
                <a:gd name="connsiteY1764" fmla="*/ 736663 h 781050"/>
                <a:gd name="connsiteX1765" fmla="*/ 229267 w 923925"/>
                <a:gd name="connsiteY1765" fmla="*/ 735997 h 781050"/>
                <a:gd name="connsiteX1766" fmla="*/ 229933 w 923925"/>
                <a:gd name="connsiteY1766" fmla="*/ 734854 h 781050"/>
                <a:gd name="connsiteX1767" fmla="*/ 230886 w 923925"/>
                <a:gd name="connsiteY1767" fmla="*/ 732758 h 781050"/>
                <a:gd name="connsiteX1768" fmla="*/ 231743 w 923925"/>
                <a:gd name="connsiteY1768" fmla="*/ 732092 h 781050"/>
                <a:gd name="connsiteX1769" fmla="*/ 233077 w 923925"/>
                <a:gd name="connsiteY1769" fmla="*/ 731711 h 781050"/>
                <a:gd name="connsiteX1770" fmla="*/ 237744 w 923925"/>
                <a:gd name="connsiteY1770" fmla="*/ 731139 h 781050"/>
                <a:gd name="connsiteX1771" fmla="*/ 240411 w 923925"/>
                <a:gd name="connsiteY1771" fmla="*/ 730282 h 781050"/>
                <a:gd name="connsiteX1772" fmla="*/ 242030 w 923925"/>
                <a:gd name="connsiteY1772" fmla="*/ 729901 h 781050"/>
                <a:gd name="connsiteX1773" fmla="*/ 247174 w 923925"/>
                <a:gd name="connsiteY1773" fmla="*/ 729329 h 781050"/>
                <a:gd name="connsiteX1774" fmla="*/ 248412 w 923925"/>
                <a:gd name="connsiteY1774" fmla="*/ 729996 h 781050"/>
                <a:gd name="connsiteX1775" fmla="*/ 249079 w 923925"/>
                <a:gd name="connsiteY1775" fmla="*/ 731234 h 781050"/>
                <a:gd name="connsiteX1776" fmla="*/ 249460 w 923925"/>
                <a:gd name="connsiteY1776" fmla="*/ 732663 h 781050"/>
                <a:gd name="connsiteX1777" fmla="*/ 250031 w 923925"/>
                <a:gd name="connsiteY1777" fmla="*/ 733901 h 781050"/>
                <a:gd name="connsiteX1778" fmla="*/ 250984 w 923925"/>
                <a:gd name="connsiteY1778" fmla="*/ 734473 h 781050"/>
                <a:gd name="connsiteX1779" fmla="*/ 252127 w 923925"/>
                <a:gd name="connsiteY1779" fmla="*/ 734378 h 781050"/>
                <a:gd name="connsiteX1780" fmla="*/ 253746 w 923925"/>
                <a:gd name="connsiteY1780" fmla="*/ 733425 h 781050"/>
                <a:gd name="connsiteX1781" fmla="*/ 254603 w 923925"/>
                <a:gd name="connsiteY1781" fmla="*/ 732377 h 781050"/>
                <a:gd name="connsiteX1782" fmla="*/ 255079 w 923925"/>
                <a:gd name="connsiteY1782" fmla="*/ 731330 h 781050"/>
                <a:gd name="connsiteX1783" fmla="*/ 255175 w 923925"/>
                <a:gd name="connsiteY1783" fmla="*/ 730282 h 781050"/>
                <a:gd name="connsiteX1784" fmla="*/ 255556 w 923925"/>
                <a:gd name="connsiteY1784" fmla="*/ 728567 h 781050"/>
                <a:gd name="connsiteX1785" fmla="*/ 256223 w 923925"/>
                <a:gd name="connsiteY1785" fmla="*/ 727996 h 781050"/>
                <a:gd name="connsiteX1786" fmla="*/ 257175 w 923925"/>
                <a:gd name="connsiteY1786" fmla="*/ 727805 h 781050"/>
                <a:gd name="connsiteX1787" fmla="*/ 259175 w 923925"/>
                <a:gd name="connsiteY1787" fmla="*/ 727805 h 781050"/>
                <a:gd name="connsiteX1788" fmla="*/ 262033 w 923925"/>
                <a:gd name="connsiteY1788" fmla="*/ 728282 h 781050"/>
                <a:gd name="connsiteX1789" fmla="*/ 262890 w 923925"/>
                <a:gd name="connsiteY1789" fmla="*/ 728567 h 781050"/>
                <a:gd name="connsiteX1790" fmla="*/ 263557 w 923925"/>
                <a:gd name="connsiteY1790" fmla="*/ 728948 h 781050"/>
                <a:gd name="connsiteX1791" fmla="*/ 264033 w 923925"/>
                <a:gd name="connsiteY1791" fmla="*/ 729329 h 781050"/>
                <a:gd name="connsiteX1792" fmla="*/ 264319 w 923925"/>
                <a:gd name="connsiteY1792" fmla="*/ 729901 h 781050"/>
                <a:gd name="connsiteX1793" fmla="*/ 264700 w 923925"/>
                <a:gd name="connsiteY1793" fmla="*/ 731615 h 781050"/>
                <a:gd name="connsiteX1794" fmla="*/ 265176 w 923925"/>
                <a:gd name="connsiteY1794" fmla="*/ 732377 h 781050"/>
                <a:gd name="connsiteX1795" fmla="*/ 266128 w 923925"/>
                <a:gd name="connsiteY1795" fmla="*/ 732758 h 781050"/>
                <a:gd name="connsiteX1796" fmla="*/ 269081 w 923925"/>
                <a:gd name="connsiteY1796" fmla="*/ 733044 h 781050"/>
                <a:gd name="connsiteX1797" fmla="*/ 270319 w 923925"/>
                <a:gd name="connsiteY1797" fmla="*/ 733425 h 781050"/>
                <a:gd name="connsiteX1798" fmla="*/ 271367 w 923925"/>
                <a:gd name="connsiteY1798" fmla="*/ 734092 h 781050"/>
                <a:gd name="connsiteX1799" fmla="*/ 272701 w 923925"/>
                <a:gd name="connsiteY1799" fmla="*/ 734759 h 781050"/>
                <a:gd name="connsiteX1800" fmla="*/ 274415 w 923925"/>
                <a:gd name="connsiteY1800" fmla="*/ 734949 h 781050"/>
                <a:gd name="connsiteX1801" fmla="*/ 276892 w 923925"/>
                <a:gd name="connsiteY1801" fmla="*/ 734282 h 781050"/>
                <a:gd name="connsiteX1802" fmla="*/ 280987 w 923925"/>
                <a:gd name="connsiteY1802" fmla="*/ 733901 h 781050"/>
                <a:gd name="connsiteX1803" fmla="*/ 282321 w 923925"/>
                <a:gd name="connsiteY1803" fmla="*/ 733616 h 781050"/>
                <a:gd name="connsiteX1804" fmla="*/ 283559 w 923925"/>
                <a:gd name="connsiteY1804" fmla="*/ 732758 h 781050"/>
                <a:gd name="connsiteX1805" fmla="*/ 284321 w 923925"/>
                <a:gd name="connsiteY1805" fmla="*/ 732092 h 781050"/>
                <a:gd name="connsiteX1806" fmla="*/ 287274 w 923925"/>
                <a:gd name="connsiteY1806" fmla="*/ 728472 h 781050"/>
                <a:gd name="connsiteX1807" fmla="*/ 291274 w 923925"/>
                <a:gd name="connsiteY1807" fmla="*/ 722567 h 781050"/>
                <a:gd name="connsiteX1808" fmla="*/ 292608 w 923925"/>
                <a:gd name="connsiteY1808" fmla="*/ 721424 h 781050"/>
                <a:gd name="connsiteX1809" fmla="*/ 294037 w 923925"/>
                <a:gd name="connsiteY1809" fmla="*/ 721043 h 781050"/>
                <a:gd name="connsiteX1810" fmla="*/ 295751 w 923925"/>
                <a:gd name="connsiteY1810" fmla="*/ 721328 h 781050"/>
                <a:gd name="connsiteX1811" fmla="*/ 296799 w 923925"/>
                <a:gd name="connsiteY1811" fmla="*/ 722281 h 781050"/>
                <a:gd name="connsiteX1812" fmla="*/ 297656 w 923925"/>
                <a:gd name="connsiteY1812" fmla="*/ 723233 h 781050"/>
                <a:gd name="connsiteX1813" fmla="*/ 298704 w 923925"/>
                <a:gd name="connsiteY1813" fmla="*/ 723614 h 781050"/>
                <a:gd name="connsiteX1814" fmla="*/ 300037 w 923925"/>
                <a:gd name="connsiteY1814" fmla="*/ 723329 h 781050"/>
                <a:gd name="connsiteX1815" fmla="*/ 301752 w 923925"/>
                <a:gd name="connsiteY1815" fmla="*/ 721995 h 781050"/>
                <a:gd name="connsiteX1816" fmla="*/ 304228 w 923925"/>
                <a:gd name="connsiteY1816" fmla="*/ 718852 h 781050"/>
                <a:gd name="connsiteX1817" fmla="*/ 306324 w 923925"/>
                <a:gd name="connsiteY1817" fmla="*/ 716947 h 781050"/>
                <a:gd name="connsiteX1818" fmla="*/ 307467 w 923925"/>
                <a:gd name="connsiteY1818" fmla="*/ 715518 h 781050"/>
                <a:gd name="connsiteX1819" fmla="*/ 308419 w 923925"/>
                <a:gd name="connsiteY1819" fmla="*/ 714851 h 781050"/>
                <a:gd name="connsiteX1820" fmla="*/ 312325 w 923925"/>
                <a:gd name="connsiteY1820" fmla="*/ 712946 h 781050"/>
                <a:gd name="connsiteX1821" fmla="*/ 313087 w 923925"/>
                <a:gd name="connsiteY1821" fmla="*/ 711518 h 781050"/>
                <a:gd name="connsiteX1822" fmla="*/ 313182 w 923925"/>
                <a:gd name="connsiteY1822" fmla="*/ 710184 h 781050"/>
                <a:gd name="connsiteX1823" fmla="*/ 312896 w 923925"/>
                <a:gd name="connsiteY1823" fmla="*/ 709041 h 781050"/>
                <a:gd name="connsiteX1824" fmla="*/ 312801 w 923925"/>
                <a:gd name="connsiteY1824" fmla="*/ 708184 h 781050"/>
                <a:gd name="connsiteX1825" fmla="*/ 312991 w 923925"/>
                <a:gd name="connsiteY1825" fmla="*/ 707327 h 781050"/>
                <a:gd name="connsiteX1826" fmla="*/ 314135 w 923925"/>
                <a:gd name="connsiteY1826" fmla="*/ 704945 h 781050"/>
                <a:gd name="connsiteX1827" fmla="*/ 314325 w 923925"/>
                <a:gd name="connsiteY1827" fmla="*/ 703897 h 781050"/>
                <a:gd name="connsiteX1828" fmla="*/ 314515 w 923925"/>
                <a:gd name="connsiteY1828" fmla="*/ 701802 h 781050"/>
                <a:gd name="connsiteX1829" fmla="*/ 314801 w 923925"/>
                <a:gd name="connsiteY1829" fmla="*/ 700945 h 781050"/>
                <a:gd name="connsiteX1830" fmla="*/ 315278 w 923925"/>
                <a:gd name="connsiteY1830" fmla="*/ 700278 h 781050"/>
                <a:gd name="connsiteX1831" fmla="*/ 315849 w 923925"/>
                <a:gd name="connsiteY1831" fmla="*/ 699802 h 781050"/>
                <a:gd name="connsiteX1832" fmla="*/ 317849 w 923925"/>
                <a:gd name="connsiteY1832" fmla="*/ 699040 h 781050"/>
                <a:gd name="connsiteX1833" fmla="*/ 320611 w 923925"/>
                <a:gd name="connsiteY1833" fmla="*/ 698754 h 781050"/>
                <a:gd name="connsiteX1834" fmla="*/ 322326 w 923925"/>
                <a:gd name="connsiteY1834" fmla="*/ 698849 h 781050"/>
                <a:gd name="connsiteX1835" fmla="*/ 324326 w 923925"/>
                <a:gd name="connsiteY1835" fmla="*/ 699230 h 781050"/>
                <a:gd name="connsiteX1836" fmla="*/ 325660 w 923925"/>
                <a:gd name="connsiteY1836" fmla="*/ 699802 h 781050"/>
                <a:gd name="connsiteX1837" fmla="*/ 326898 w 923925"/>
                <a:gd name="connsiteY1837" fmla="*/ 700659 h 781050"/>
                <a:gd name="connsiteX1838" fmla="*/ 328327 w 923925"/>
                <a:gd name="connsiteY1838" fmla="*/ 702564 h 781050"/>
                <a:gd name="connsiteX1839" fmla="*/ 329184 w 923925"/>
                <a:gd name="connsiteY1839" fmla="*/ 704183 h 781050"/>
                <a:gd name="connsiteX1840" fmla="*/ 330041 w 923925"/>
                <a:gd name="connsiteY1840" fmla="*/ 705326 h 781050"/>
                <a:gd name="connsiteX1841" fmla="*/ 331279 w 923925"/>
                <a:gd name="connsiteY1841" fmla="*/ 706088 h 781050"/>
                <a:gd name="connsiteX1842" fmla="*/ 333375 w 923925"/>
                <a:gd name="connsiteY1842" fmla="*/ 706184 h 781050"/>
                <a:gd name="connsiteX1843" fmla="*/ 341186 w 923925"/>
                <a:gd name="connsiteY1843" fmla="*/ 704564 h 781050"/>
                <a:gd name="connsiteX1844" fmla="*/ 342614 w 923925"/>
                <a:gd name="connsiteY1844" fmla="*/ 704850 h 781050"/>
                <a:gd name="connsiteX1845" fmla="*/ 343567 w 923925"/>
                <a:gd name="connsiteY1845" fmla="*/ 705612 h 781050"/>
                <a:gd name="connsiteX1846" fmla="*/ 343948 w 923925"/>
                <a:gd name="connsiteY1846" fmla="*/ 707517 h 781050"/>
                <a:gd name="connsiteX1847" fmla="*/ 343853 w 923925"/>
                <a:gd name="connsiteY1847" fmla="*/ 708660 h 781050"/>
                <a:gd name="connsiteX1848" fmla="*/ 343662 w 923925"/>
                <a:gd name="connsiteY1848" fmla="*/ 709517 h 781050"/>
                <a:gd name="connsiteX1849" fmla="*/ 343853 w 923925"/>
                <a:gd name="connsiteY1849" fmla="*/ 710279 h 781050"/>
                <a:gd name="connsiteX1850" fmla="*/ 344519 w 923925"/>
                <a:gd name="connsiteY1850" fmla="*/ 711137 h 781050"/>
                <a:gd name="connsiteX1851" fmla="*/ 347282 w 923925"/>
                <a:gd name="connsiteY1851" fmla="*/ 712756 h 781050"/>
                <a:gd name="connsiteX1852" fmla="*/ 349091 w 923925"/>
                <a:gd name="connsiteY1852" fmla="*/ 712565 h 781050"/>
                <a:gd name="connsiteX1853" fmla="*/ 351282 w 923925"/>
                <a:gd name="connsiteY1853" fmla="*/ 712565 h 781050"/>
                <a:gd name="connsiteX1854" fmla="*/ 352330 w 923925"/>
                <a:gd name="connsiteY1854" fmla="*/ 712946 h 781050"/>
                <a:gd name="connsiteX1855" fmla="*/ 353663 w 923925"/>
                <a:gd name="connsiteY1855" fmla="*/ 712946 h 781050"/>
                <a:gd name="connsiteX1856" fmla="*/ 354711 w 923925"/>
                <a:gd name="connsiteY1856" fmla="*/ 712565 h 781050"/>
                <a:gd name="connsiteX1857" fmla="*/ 355378 w 923925"/>
                <a:gd name="connsiteY1857" fmla="*/ 711232 h 781050"/>
                <a:gd name="connsiteX1858" fmla="*/ 355282 w 923925"/>
                <a:gd name="connsiteY1858" fmla="*/ 710470 h 781050"/>
                <a:gd name="connsiteX1859" fmla="*/ 354902 w 923925"/>
                <a:gd name="connsiteY1859" fmla="*/ 709803 h 781050"/>
                <a:gd name="connsiteX1860" fmla="*/ 354140 w 923925"/>
                <a:gd name="connsiteY1860" fmla="*/ 709232 h 781050"/>
                <a:gd name="connsiteX1861" fmla="*/ 353378 w 923925"/>
                <a:gd name="connsiteY1861" fmla="*/ 708755 h 781050"/>
                <a:gd name="connsiteX1862" fmla="*/ 352520 w 923925"/>
                <a:gd name="connsiteY1862" fmla="*/ 708374 h 781050"/>
                <a:gd name="connsiteX1863" fmla="*/ 351758 w 923925"/>
                <a:gd name="connsiteY1863" fmla="*/ 707898 h 781050"/>
                <a:gd name="connsiteX1864" fmla="*/ 351282 w 923925"/>
                <a:gd name="connsiteY1864" fmla="*/ 707231 h 781050"/>
                <a:gd name="connsiteX1865" fmla="*/ 351091 w 923925"/>
                <a:gd name="connsiteY1865" fmla="*/ 706374 h 781050"/>
                <a:gd name="connsiteX1866" fmla="*/ 351091 w 923925"/>
                <a:gd name="connsiteY1866" fmla="*/ 705422 h 781050"/>
                <a:gd name="connsiteX1867" fmla="*/ 351473 w 923925"/>
                <a:gd name="connsiteY1867" fmla="*/ 704469 h 781050"/>
                <a:gd name="connsiteX1868" fmla="*/ 352139 w 923925"/>
                <a:gd name="connsiteY1868" fmla="*/ 703897 h 781050"/>
                <a:gd name="connsiteX1869" fmla="*/ 353473 w 923925"/>
                <a:gd name="connsiteY1869" fmla="*/ 703897 h 781050"/>
                <a:gd name="connsiteX1870" fmla="*/ 354425 w 923925"/>
                <a:gd name="connsiteY1870" fmla="*/ 704374 h 781050"/>
                <a:gd name="connsiteX1871" fmla="*/ 356044 w 923925"/>
                <a:gd name="connsiteY1871" fmla="*/ 704660 h 781050"/>
                <a:gd name="connsiteX1872" fmla="*/ 358045 w 923925"/>
                <a:gd name="connsiteY1872" fmla="*/ 704279 h 781050"/>
                <a:gd name="connsiteX1873" fmla="*/ 364617 w 923925"/>
                <a:gd name="connsiteY1873" fmla="*/ 701612 h 781050"/>
                <a:gd name="connsiteX1874" fmla="*/ 374237 w 923925"/>
                <a:gd name="connsiteY1874" fmla="*/ 695897 h 781050"/>
                <a:gd name="connsiteX1875" fmla="*/ 375190 w 923925"/>
                <a:gd name="connsiteY1875" fmla="*/ 694372 h 781050"/>
                <a:gd name="connsiteX1876" fmla="*/ 375285 w 923925"/>
                <a:gd name="connsiteY1876" fmla="*/ 693325 h 781050"/>
                <a:gd name="connsiteX1877" fmla="*/ 375094 w 923925"/>
                <a:gd name="connsiteY1877" fmla="*/ 692372 h 781050"/>
                <a:gd name="connsiteX1878" fmla="*/ 374809 w 923925"/>
                <a:gd name="connsiteY1878" fmla="*/ 691515 h 781050"/>
                <a:gd name="connsiteX1879" fmla="*/ 374714 w 923925"/>
                <a:gd name="connsiteY1879" fmla="*/ 690848 h 781050"/>
                <a:gd name="connsiteX1880" fmla="*/ 374904 w 923925"/>
                <a:gd name="connsiteY1880" fmla="*/ 689801 h 781050"/>
                <a:gd name="connsiteX1881" fmla="*/ 375761 w 923925"/>
                <a:gd name="connsiteY1881" fmla="*/ 688562 h 781050"/>
                <a:gd name="connsiteX1882" fmla="*/ 377476 w 923925"/>
                <a:gd name="connsiteY1882" fmla="*/ 686562 h 781050"/>
                <a:gd name="connsiteX1883" fmla="*/ 379286 w 923925"/>
                <a:gd name="connsiteY1883" fmla="*/ 685038 h 781050"/>
                <a:gd name="connsiteX1884" fmla="*/ 381571 w 923925"/>
                <a:gd name="connsiteY1884" fmla="*/ 683990 h 781050"/>
                <a:gd name="connsiteX1885" fmla="*/ 384239 w 923925"/>
                <a:gd name="connsiteY1885" fmla="*/ 683228 h 781050"/>
                <a:gd name="connsiteX1886" fmla="*/ 385000 w 923925"/>
                <a:gd name="connsiteY1886" fmla="*/ 682752 h 781050"/>
                <a:gd name="connsiteX1887" fmla="*/ 385477 w 923925"/>
                <a:gd name="connsiteY1887" fmla="*/ 681800 h 781050"/>
                <a:gd name="connsiteX1888" fmla="*/ 385572 w 923925"/>
                <a:gd name="connsiteY1888" fmla="*/ 680847 h 781050"/>
                <a:gd name="connsiteX1889" fmla="*/ 385382 w 923925"/>
                <a:gd name="connsiteY1889" fmla="*/ 680276 h 781050"/>
                <a:gd name="connsiteX1890" fmla="*/ 384905 w 923925"/>
                <a:gd name="connsiteY1890" fmla="*/ 679704 h 781050"/>
                <a:gd name="connsiteX1891" fmla="*/ 383953 w 923925"/>
                <a:gd name="connsiteY1891" fmla="*/ 679133 h 781050"/>
                <a:gd name="connsiteX1892" fmla="*/ 383191 w 923925"/>
                <a:gd name="connsiteY1892" fmla="*/ 678466 h 781050"/>
                <a:gd name="connsiteX1893" fmla="*/ 382619 w 923925"/>
                <a:gd name="connsiteY1893" fmla="*/ 677704 h 781050"/>
                <a:gd name="connsiteX1894" fmla="*/ 382524 w 923925"/>
                <a:gd name="connsiteY1894" fmla="*/ 677132 h 781050"/>
                <a:gd name="connsiteX1895" fmla="*/ 382715 w 923925"/>
                <a:gd name="connsiteY1895" fmla="*/ 676466 h 781050"/>
                <a:gd name="connsiteX1896" fmla="*/ 383191 w 923925"/>
                <a:gd name="connsiteY1896" fmla="*/ 675894 h 781050"/>
                <a:gd name="connsiteX1897" fmla="*/ 384048 w 923925"/>
                <a:gd name="connsiteY1897" fmla="*/ 675704 h 781050"/>
                <a:gd name="connsiteX1898" fmla="*/ 384810 w 923925"/>
                <a:gd name="connsiteY1898" fmla="*/ 675894 h 781050"/>
                <a:gd name="connsiteX1899" fmla="*/ 387286 w 923925"/>
                <a:gd name="connsiteY1899" fmla="*/ 677704 h 781050"/>
                <a:gd name="connsiteX1900" fmla="*/ 389001 w 923925"/>
                <a:gd name="connsiteY1900" fmla="*/ 678466 h 781050"/>
                <a:gd name="connsiteX1901" fmla="*/ 391763 w 923925"/>
                <a:gd name="connsiteY1901" fmla="*/ 678561 h 781050"/>
                <a:gd name="connsiteX1902" fmla="*/ 391954 w 923925"/>
                <a:gd name="connsiteY1902" fmla="*/ 678942 h 781050"/>
                <a:gd name="connsiteX1903" fmla="*/ 391954 w 923925"/>
                <a:gd name="connsiteY1903" fmla="*/ 680180 h 781050"/>
                <a:gd name="connsiteX1904" fmla="*/ 391763 w 923925"/>
                <a:gd name="connsiteY1904" fmla="*/ 680752 h 781050"/>
                <a:gd name="connsiteX1905" fmla="*/ 391478 w 923925"/>
                <a:gd name="connsiteY1905" fmla="*/ 681514 h 781050"/>
                <a:gd name="connsiteX1906" fmla="*/ 390811 w 923925"/>
                <a:gd name="connsiteY1906" fmla="*/ 682562 h 781050"/>
                <a:gd name="connsiteX1907" fmla="*/ 390620 w 923925"/>
                <a:gd name="connsiteY1907" fmla="*/ 683038 h 781050"/>
                <a:gd name="connsiteX1908" fmla="*/ 390430 w 923925"/>
                <a:gd name="connsiteY1908" fmla="*/ 683705 h 781050"/>
                <a:gd name="connsiteX1909" fmla="*/ 390335 w 923925"/>
                <a:gd name="connsiteY1909" fmla="*/ 684371 h 781050"/>
                <a:gd name="connsiteX1910" fmla="*/ 390906 w 923925"/>
                <a:gd name="connsiteY1910" fmla="*/ 684847 h 781050"/>
                <a:gd name="connsiteX1911" fmla="*/ 392049 w 923925"/>
                <a:gd name="connsiteY1911" fmla="*/ 685038 h 781050"/>
                <a:gd name="connsiteX1912" fmla="*/ 394907 w 923925"/>
                <a:gd name="connsiteY1912" fmla="*/ 684752 h 781050"/>
                <a:gd name="connsiteX1913" fmla="*/ 396811 w 923925"/>
                <a:gd name="connsiteY1913" fmla="*/ 684752 h 781050"/>
                <a:gd name="connsiteX1914" fmla="*/ 402527 w 923925"/>
                <a:gd name="connsiteY1914" fmla="*/ 686086 h 781050"/>
                <a:gd name="connsiteX1915" fmla="*/ 405194 w 923925"/>
                <a:gd name="connsiteY1915" fmla="*/ 685800 h 781050"/>
                <a:gd name="connsiteX1916" fmla="*/ 409099 w 923925"/>
                <a:gd name="connsiteY1916" fmla="*/ 683990 h 781050"/>
                <a:gd name="connsiteX1917" fmla="*/ 409194 w 923925"/>
                <a:gd name="connsiteY1917" fmla="*/ 683705 h 781050"/>
                <a:gd name="connsiteX1918" fmla="*/ 409194 w 923925"/>
                <a:gd name="connsiteY1918" fmla="*/ 683705 h 781050"/>
                <a:gd name="connsiteX1919" fmla="*/ 409194 w 923925"/>
                <a:gd name="connsiteY1919" fmla="*/ 683705 h 781050"/>
                <a:gd name="connsiteX1920" fmla="*/ 408432 w 923925"/>
                <a:gd name="connsiteY1920" fmla="*/ 683705 h 781050"/>
                <a:gd name="connsiteX1921" fmla="*/ 407289 w 923925"/>
                <a:gd name="connsiteY1921" fmla="*/ 683324 h 781050"/>
                <a:gd name="connsiteX1922" fmla="*/ 406336 w 923925"/>
                <a:gd name="connsiteY1922" fmla="*/ 682657 h 781050"/>
                <a:gd name="connsiteX1923" fmla="*/ 405479 w 923925"/>
                <a:gd name="connsiteY1923" fmla="*/ 681800 h 781050"/>
                <a:gd name="connsiteX1924" fmla="*/ 404527 w 923925"/>
                <a:gd name="connsiteY1924" fmla="*/ 681514 h 781050"/>
                <a:gd name="connsiteX1925" fmla="*/ 399478 w 923925"/>
                <a:gd name="connsiteY1925" fmla="*/ 681323 h 781050"/>
                <a:gd name="connsiteX1926" fmla="*/ 396811 w 923925"/>
                <a:gd name="connsiteY1926" fmla="*/ 680752 h 781050"/>
                <a:gd name="connsiteX1927" fmla="*/ 394335 w 923925"/>
                <a:gd name="connsiteY1927" fmla="*/ 680561 h 781050"/>
                <a:gd name="connsiteX1928" fmla="*/ 392906 w 923925"/>
                <a:gd name="connsiteY1928" fmla="*/ 679990 h 781050"/>
                <a:gd name="connsiteX1929" fmla="*/ 392049 w 923925"/>
                <a:gd name="connsiteY1929" fmla="*/ 678656 h 781050"/>
                <a:gd name="connsiteX1930" fmla="*/ 390811 w 923925"/>
                <a:gd name="connsiteY1930" fmla="*/ 675608 h 781050"/>
                <a:gd name="connsiteX1931" fmla="*/ 387096 w 923925"/>
                <a:gd name="connsiteY1931" fmla="*/ 671227 h 781050"/>
                <a:gd name="connsiteX1932" fmla="*/ 385572 w 923925"/>
                <a:gd name="connsiteY1932" fmla="*/ 668750 h 781050"/>
                <a:gd name="connsiteX1933" fmla="*/ 385191 w 923925"/>
                <a:gd name="connsiteY1933" fmla="*/ 665893 h 781050"/>
                <a:gd name="connsiteX1934" fmla="*/ 387763 w 923925"/>
                <a:gd name="connsiteY1934" fmla="*/ 662369 h 781050"/>
                <a:gd name="connsiteX1935" fmla="*/ 389573 w 923925"/>
                <a:gd name="connsiteY1935" fmla="*/ 661130 h 781050"/>
                <a:gd name="connsiteX1936" fmla="*/ 389858 w 923925"/>
                <a:gd name="connsiteY1936" fmla="*/ 659702 h 781050"/>
                <a:gd name="connsiteX1937" fmla="*/ 389858 w 923925"/>
                <a:gd name="connsiteY1937" fmla="*/ 656939 h 781050"/>
                <a:gd name="connsiteX1938" fmla="*/ 390620 w 923925"/>
                <a:gd name="connsiteY1938" fmla="*/ 657987 h 781050"/>
                <a:gd name="connsiteX1939" fmla="*/ 391668 w 923925"/>
                <a:gd name="connsiteY1939" fmla="*/ 658654 h 781050"/>
                <a:gd name="connsiteX1940" fmla="*/ 392620 w 923925"/>
                <a:gd name="connsiteY1940" fmla="*/ 659416 h 781050"/>
                <a:gd name="connsiteX1941" fmla="*/ 393002 w 923925"/>
                <a:gd name="connsiteY1941" fmla="*/ 660654 h 781050"/>
                <a:gd name="connsiteX1942" fmla="*/ 392620 w 923925"/>
                <a:gd name="connsiteY1942" fmla="*/ 663607 h 781050"/>
                <a:gd name="connsiteX1943" fmla="*/ 393002 w 923925"/>
                <a:gd name="connsiteY1943" fmla="*/ 664940 h 781050"/>
                <a:gd name="connsiteX1944" fmla="*/ 394621 w 923925"/>
                <a:gd name="connsiteY1944" fmla="*/ 665893 h 781050"/>
                <a:gd name="connsiteX1945" fmla="*/ 395287 w 923925"/>
                <a:gd name="connsiteY1945" fmla="*/ 662369 h 781050"/>
                <a:gd name="connsiteX1946" fmla="*/ 395287 w 923925"/>
                <a:gd name="connsiteY1946" fmla="*/ 652844 h 781050"/>
                <a:gd name="connsiteX1947" fmla="*/ 396526 w 923925"/>
                <a:gd name="connsiteY1947" fmla="*/ 653987 h 781050"/>
                <a:gd name="connsiteX1948" fmla="*/ 400145 w 923925"/>
                <a:gd name="connsiteY1948" fmla="*/ 658749 h 781050"/>
                <a:gd name="connsiteX1949" fmla="*/ 401765 w 923925"/>
                <a:gd name="connsiteY1949" fmla="*/ 662940 h 781050"/>
                <a:gd name="connsiteX1950" fmla="*/ 407289 w 923925"/>
                <a:gd name="connsiteY1950" fmla="*/ 669131 h 781050"/>
                <a:gd name="connsiteX1951" fmla="*/ 411004 w 923925"/>
                <a:gd name="connsiteY1951" fmla="*/ 678561 h 781050"/>
                <a:gd name="connsiteX1952" fmla="*/ 411099 w 923925"/>
                <a:gd name="connsiteY1952" fmla="*/ 678371 h 781050"/>
                <a:gd name="connsiteX1953" fmla="*/ 411861 w 923925"/>
                <a:gd name="connsiteY1953" fmla="*/ 677323 h 781050"/>
                <a:gd name="connsiteX1954" fmla="*/ 412242 w 923925"/>
                <a:gd name="connsiteY1954" fmla="*/ 676847 h 781050"/>
                <a:gd name="connsiteX1955" fmla="*/ 412242 w 923925"/>
                <a:gd name="connsiteY1955" fmla="*/ 676847 h 781050"/>
                <a:gd name="connsiteX1956" fmla="*/ 408908 w 923925"/>
                <a:gd name="connsiteY1956" fmla="*/ 669131 h 781050"/>
                <a:gd name="connsiteX1957" fmla="*/ 406527 w 923925"/>
                <a:gd name="connsiteY1957" fmla="*/ 661035 h 781050"/>
                <a:gd name="connsiteX1958" fmla="*/ 405289 w 923925"/>
                <a:gd name="connsiteY1958" fmla="*/ 659035 h 781050"/>
                <a:gd name="connsiteX1959" fmla="*/ 404527 w 923925"/>
                <a:gd name="connsiteY1959" fmla="*/ 656654 h 781050"/>
                <a:gd name="connsiteX1960" fmla="*/ 405289 w 923925"/>
                <a:gd name="connsiteY1960" fmla="*/ 653891 h 781050"/>
                <a:gd name="connsiteX1961" fmla="*/ 407384 w 923925"/>
                <a:gd name="connsiteY1961" fmla="*/ 649700 h 781050"/>
                <a:gd name="connsiteX1962" fmla="*/ 407861 w 923925"/>
                <a:gd name="connsiteY1962" fmla="*/ 644366 h 781050"/>
                <a:gd name="connsiteX1963" fmla="*/ 406432 w 923925"/>
                <a:gd name="connsiteY1963" fmla="*/ 639699 h 781050"/>
                <a:gd name="connsiteX1964" fmla="*/ 397954 w 923925"/>
                <a:gd name="connsiteY1964" fmla="*/ 622078 h 781050"/>
                <a:gd name="connsiteX1965" fmla="*/ 396335 w 923925"/>
                <a:gd name="connsiteY1965" fmla="*/ 617315 h 781050"/>
                <a:gd name="connsiteX1966" fmla="*/ 393573 w 923925"/>
                <a:gd name="connsiteY1966" fmla="*/ 602933 h 781050"/>
                <a:gd name="connsiteX1967" fmla="*/ 393287 w 923925"/>
                <a:gd name="connsiteY1967" fmla="*/ 597599 h 781050"/>
                <a:gd name="connsiteX1968" fmla="*/ 394716 w 923925"/>
                <a:gd name="connsiteY1968" fmla="*/ 593312 h 781050"/>
                <a:gd name="connsiteX1969" fmla="*/ 393002 w 923925"/>
                <a:gd name="connsiteY1969" fmla="*/ 591788 h 781050"/>
                <a:gd name="connsiteX1970" fmla="*/ 391287 w 923925"/>
                <a:gd name="connsiteY1970" fmla="*/ 592741 h 781050"/>
                <a:gd name="connsiteX1971" fmla="*/ 389477 w 923925"/>
                <a:gd name="connsiteY1971" fmla="*/ 594836 h 781050"/>
                <a:gd name="connsiteX1972" fmla="*/ 387477 w 923925"/>
                <a:gd name="connsiteY1972" fmla="*/ 596646 h 781050"/>
                <a:gd name="connsiteX1973" fmla="*/ 384810 w 923925"/>
                <a:gd name="connsiteY1973" fmla="*/ 597313 h 781050"/>
                <a:gd name="connsiteX1974" fmla="*/ 384334 w 923925"/>
                <a:gd name="connsiteY1974" fmla="*/ 596075 h 781050"/>
                <a:gd name="connsiteX1975" fmla="*/ 385286 w 923925"/>
                <a:gd name="connsiteY1975" fmla="*/ 594265 h 781050"/>
                <a:gd name="connsiteX1976" fmla="*/ 387001 w 923925"/>
                <a:gd name="connsiteY1976" fmla="*/ 593312 h 781050"/>
                <a:gd name="connsiteX1977" fmla="*/ 387191 w 923925"/>
                <a:gd name="connsiteY1977" fmla="*/ 592931 h 781050"/>
                <a:gd name="connsiteX1978" fmla="*/ 389001 w 923925"/>
                <a:gd name="connsiteY1978" fmla="*/ 590741 h 781050"/>
                <a:gd name="connsiteX1979" fmla="*/ 390239 w 923925"/>
                <a:gd name="connsiteY1979" fmla="*/ 590264 h 781050"/>
                <a:gd name="connsiteX1980" fmla="*/ 393764 w 923925"/>
                <a:gd name="connsiteY1980" fmla="*/ 589979 h 781050"/>
                <a:gd name="connsiteX1981" fmla="*/ 394811 w 923925"/>
                <a:gd name="connsiteY1981" fmla="*/ 588359 h 781050"/>
                <a:gd name="connsiteX1982" fmla="*/ 397383 w 923925"/>
                <a:gd name="connsiteY1982" fmla="*/ 581787 h 781050"/>
                <a:gd name="connsiteX1983" fmla="*/ 399193 w 923925"/>
                <a:gd name="connsiteY1983" fmla="*/ 579406 h 781050"/>
                <a:gd name="connsiteX1984" fmla="*/ 399669 w 923925"/>
                <a:gd name="connsiteY1984" fmla="*/ 574072 h 781050"/>
                <a:gd name="connsiteX1985" fmla="*/ 399383 w 923925"/>
                <a:gd name="connsiteY1985" fmla="*/ 564642 h 781050"/>
                <a:gd name="connsiteX1986" fmla="*/ 400812 w 923925"/>
                <a:gd name="connsiteY1986" fmla="*/ 557879 h 781050"/>
                <a:gd name="connsiteX1987" fmla="*/ 401003 w 923925"/>
                <a:gd name="connsiteY1987" fmla="*/ 555308 h 781050"/>
                <a:gd name="connsiteX1988" fmla="*/ 401288 w 923925"/>
                <a:gd name="connsiteY1988" fmla="*/ 554641 h 781050"/>
                <a:gd name="connsiteX1989" fmla="*/ 401669 w 923925"/>
                <a:gd name="connsiteY1989" fmla="*/ 553974 h 781050"/>
                <a:gd name="connsiteX1990" fmla="*/ 401765 w 923925"/>
                <a:gd name="connsiteY1990" fmla="*/ 553307 h 781050"/>
                <a:gd name="connsiteX1991" fmla="*/ 401003 w 923925"/>
                <a:gd name="connsiteY1991" fmla="*/ 552545 h 781050"/>
                <a:gd name="connsiteX1992" fmla="*/ 400240 w 923925"/>
                <a:gd name="connsiteY1992" fmla="*/ 552545 h 781050"/>
                <a:gd name="connsiteX1993" fmla="*/ 397478 w 923925"/>
                <a:gd name="connsiteY1993" fmla="*/ 553212 h 781050"/>
                <a:gd name="connsiteX1994" fmla="*/ 396335 w 923925"/>
                <a:gd name="connsiteY1994" fmla="*/ 553307 h 781050"/>
                <a:gd name="connsiteX1995" fmla="*/ 395478 w 923925"/>
                <a:gd name="connsiteY1995" fmla="*/ 552545 h 781050"/>
                <a:gd name="connsiteX1996" fmla="*/ 397669 w 923925"/>
                <a:gd name="connsiteY1996" fmla="*/ 551497 h 781050"/>
                <a:gd name="connsiteX1997" fmla="*/ 398716 w 923925"/>
                <a:gd name="connsiteY1997" fmla="*/ 550736 h 781050"/>
                <a:gd name="connsiteX1998" fmla="*/ 399478 w 923925"/>
                <a:gd name="connsiteY1998" fmla="*/ 549878 h 781050"/>
                <a:gd name="connsiteX1999" fmla="*/ 399764 w 923925"/>
                <a:gd name="connsiteY1999" fmla="*/ 548354 h 781050"/>
                <a:gd name="connsiteX2000" fmla="*/ 399193 w 923925"/>
                <a:gd name="connsiteY2000" fmla="*/ 547116 h 781050"/>
                <a:gd name="connsiteX2001" fmla="*/ 398336 w 923925"/>
                <a:gd name="connsiteY2001" fmla="*/ 545687 h 781050"/>
                <a:gd name="connsiteX2002" fmla="*/ 397573 w 923925"/>
                <a:gd name="connsiteY2002" fmla="*/ 541592 h 781050"/>
                <a:gd name="connsiteX2003" fmla="*/ 396621 w 923925"/>
                <a:gd name="connsiteY2003" fmla="*/ 540353 h 781050"/>
                <a:gd name="connsiteX2004" fmla="*/ 393859 w 923925"/>
                <a:gd name="connsiteY2004" fmla="*/ 538448 h 781050"/>
                <a:gd name="connsiteX2005" fmla="*/ 392525 w 923925"/>
                <a:gd name="connsiteY2005" fmla="*/ 537305 h 781050"/>
                <a:gd name="connsiteX2006" fmla="*/ 391763 w 923925"/>
                <a:gd name="connsiteY2006" fmla="*/ 536543 h 781050"/>
                <a:gd name="connsiteX2007" fmla="*/ 391478 w 923925"/>
                <a:gd name="connsiteY2007" fmla="*/ 535400 h 781050"/>
                <a:gd name="connsiteX2008" fmla="*/ 391096 w 923925"/>
                <a:gd name="connsiteY2008" fmla="*/ 529495 h 781050"/>
                <a:gd name="connsiteX2009" fmla="*/ 387382 w 923925"/>
                <a:gd name="connsiteY2009" fmla="*/ 510826 h 781050"/>
                <a:gd name="connsiteX2010" fmla="*/ 387382 w 923925"/>
                <a:gd name="connsiteY2010" fmla="*/ 508254 h 781050"/>
                <a:gd name="connsiteX2011" fmla="*/ 386048 w 923925"/>
                <a:gd name="connsiteY2011" fmla="*/ 504349 h 781050"/>
                <a:gd name="connsiteX2012" fmla="*/ 385286 w 923925"/>
                <a:gd name="connsiteY2012" fmla="*/ 499682 h 781050"/>
                <a:gd name="connsiteX2013" fmla="*/ 385096 w 923925"/>
                <a:gd name="connsiteY2013" fmla="*/ 490347 h 781050"/>
                <a:gd name="connsiteX2014" fmla="*/ 388525 w 923925"/>
                <a:gd name="connsiteY2014" fmla="*/ 477012 h 781050"/>
                <a:gd name="connsiteX2015" fmla="*/ 389668 w 923925"/>
                <a:gd name="connsiteY2015" fmla="*/ 465963 h 781050"/>
                <a:gd name="connsiteX2016" fmla="*/ 389477 w 923925"/>
                <a:gd name="connsiteY2016" fmla="*/ 465011 h 781050"/>
                <a:gd name="connsiteX2017" fmla="*/ 393002 w 923925"/>
                <a:gd name="connsiteY2017" fmla="*/ 457200 h 781050"/>
                <a:gd name="connsiteX2018" fmla="*/ 393668 w 923925"/>
                <a:gd name="connsiteY2018" fmla="*/ 455009 h 781050"/>
                <a:gd name="connsiteX2019" fmla="*/ 395192 w 923925"/>
                <a:gd name="connsiteY2019" fmla="*/ 452819 h 781050"/>
                <a:gd name="connsiteX2020" fmla="*/ 398907 w 923925"/>
                <a:gd name="connsiteY2020" fmla="*/ 449009 h 781050"/>
                <a:gd name="connsiteX2021" fmla="*/ 400145 w 923925"/>
                <a:gd name="connsiteY2021" fmla="*/ 447294 h 781050"/>
                <a:gd name="connsiteX2022" fmla="*/ 402050 w 923925"/>
                <a:gd name="connsiteY2022" fmla="*/ 443675 h 781050"/>
                <a:gd name="connsiteX2023" fmla="*/ 403289 w 923925"/>
                <a:gd name="connsiteY2023" fmla="*/ 441960 h 781050"/>
                <a:gd name="connsiteX2024" fmla="*/ 401765 w 923925"/>
                <a:gd name="connsiteY2024" fmla="*/ 441198 h 781050"/>
                <a:gd name="connsiteX2025" fmla="*/ 402241 w 923925"/>
                <a:gd name="connsiteY2025" fmla="*/ 439388 h 781050"/>
                <a:gd name="connsiteX2026" fmla="*/ 404146 w 923925"/>
                <a:gd name="connsiteY2026" fmla="*/ 435769 h 781050"/>
                <a:gd name="connsiteX2027" fmla="*/ 404336 w 923925"/>
                <a:gd name="connsiteY2027" fmla="*/ 433483 h 781050"/>
                <a:gd name="connsiteX2028" fmla="*/ 409385 w 923925"/>
                <a:gd name="connsiteY2028" fmla="*/ 420624 h 781050"/>
                <a:gd name="connsiteX2029" fmla="*/ 411290 w 923925"/>
                <a:gd name="connsiteY2029" fmla="*/ 417481 h 781050"/>
                <a:gd name="connsiteX2030" fmla="*/ 420529 w 923925"/>
                <a:gd name="connsiteY2030" fmla="*/ 408432 h 781050"/>
                <a:gd name="connsiteX2031" fmla="*/ 424434 w 923925"/>
                <a:gd name="connsiteY2031" fmla="*/ 405860 h 781050"/>
                <a:gd name="connsiteX2032" fmla="*/ 429387 w 923925"/>
                <a:gd name="connsiteY2032" fmla="*/ 404527 h 781050"/>
                <a:gd name="connsiteX2033" fmla="*/ 430435 w 923925"/>
                <a:gd name="connsiteY2033" fmla="*/ 403765 h 781050"/>
                <a:gd name="connsiteX2034" fmla="*/ 432244 w 923925"/>
                <a:gd name="connsiteY2034" fmla="*/ 401955 h 781050"/>
                <a:gd name="connsiteX2035" fmla="*/ 433102 w 923925"/>
                <a:gd name="connsiteY2035" fmla="*/ 401384 h 781050"/>
                <a:gd name="connsiteX2036" fmla="*/ 433864 w 923925"/>
                <a:gd name="connsiteY2036" fmla="*/ 401193 h 781050"/>
                <a:gd name="connsiteX2037" fmla="*/ 434721 w 923925"/>
                <a:gd name="connsiteY2037" fmla="*/ 401098 h 781050"/>
                <a:gd name="connsiteX2038" fmla="*/ 435769 w 923925"/>
                <a:gd name="connsiteY2038" fmla="*/ 400717 h 781050"/>
                <a:gd name="connsiteX2039" fmla="*/ 439674 w 923925"/>
                <a:gd name="connsiteY2039" fmla="*/ 398621 h 781050"/>
                <a:gd name="connsiteX2040" fmla="*/ 441484 w 923925"/>
                <a:gd name="connsiteY2040" fmla="*/ 397288 h 781050"/>
                <a:gd name="connsiteX2041" fmla="*/ 442912 w 923925"/>
                <a:gd name="connsiteY2041" fmla="*/ 395764 h 781050"/>
                <a:gd name="connsiteX2042" fmla="*/ 443674 w 923925"/>
                <a:gd name="connsiteY2042" fmla="*/ 395764 h 781050"/>
                <a:gd name="connsiteX2043" fmla="*/ 444913 w 923925"/>
                <a:gd name="connsiteY2043" fmla="*/ 397193 h 781050"/>
                <a:gd name="connsiteX2044" fmla="*/ 446437 w 923925"/>
                <a:gd name="connsiteY2044" fmla="*/ 396716 h 781050"/>
                <a:gd name="connsiteX2045" fmla="*/ 448246 w 923925"/>
                <a:gd name="connsiteY2045" fmla="*/ 395573 h 781050"/>
                <a:gd name="connsiteX2046" fmla="*/ 450342 w 923925"/>
                <a:gd name="connsiteY2046" fmla="*/ 394907 h 781050"/>
                <a:gd name="connsiteX2047" fmla="*/ 455486 w 923925"/>
                <a:gd name="connsiteY2047" fmla="*/ 394716 h 781050"/>
                <a:gd name="connsiteX2048" fmla="*/ 455200 w 923925"/>
                <a:gd name="connsiteY2048" fmla="*/ 394145 h 781050"/>
                <a:gd name="connsiteX2049" fmla="*/ 455486 w 923925"/>
                <a:gd name="connsiteY2049" fmla="*/ 393287 h 781050"/>
                <a:gd name="connsiteX2050" fmla="*/ 456343 w 923925"/>
                <a:gd name="connsiteY2050" fmla="*/ 392430 h 781050"/>
                <a:gd name="connsiteX2051" fmla="*/ 457010 w 923925"/>
                <a:gd name="connsiteY2051" fmla="*/ 392525 h 781050"/>
                <a:gd name="connsiteX2052" fmla="*/ 457676 w 923925"/>
                <a:gd name="connsiteY2052" fmla="*/ 393002 h 781050"/>
                <a:gd name="connsiteX2053" fmla="*/ 458629 w 923925"/>
                <a:gd name="connsiteY2053" fmla="*/ 393287 h 781050"/>
                <a:gd name="connsiteX2054" fmla="*/ 463963 w 923925"/>
                <a:gd name="connsiteY2054" fmla="*/ 393668 h 781050"/>
                <a:gd name="connsiteX2055" fmla="*/ 466725 w 923925"/>
                <a:gd name="connsiteY2055" fmla="*/ 394240 h 781050"/>
                <a:gd name="connsiteX2056" fmla="*/ 468535 w 923925"/>
                <a:gd name="connsiteY2056" fmla="*/ 395288 h 781050"/>
                <a:gd name="connsiteX2057" fmla="*/ 471583 w 923925"/>
                <a:gd name="connsiteY2057" fmla="*/ 400336 h 781050"/>
                <a:gd name="connsiteX2058" fmla="*/ 472249 w 923925"/>
                <a:gd name="connsiteY2058" fmla="*/ 404908 h 781050"/>
                <a:gd name="connsiteX2059" fmla="*/ 472154 w 923925"/>
                <a:gd name="connsiteY2059" fmla="*/ 415385 h 781050"/>
                <a:gd name="connsiteX2060" fmla="*/ 473678 w 923925"/>
                <a:gd name="connsiteY2060" fmla="*/ 414147 h 781050"/>
                <a:gd name="connsiteX2061" fmla="*/ 474821 w 923925"/>
                <a:gd name="connsiteY2061" fmla="*/ 411671 h 781050"/>
                <a:gd name="connsiteX2062" fmla="*/ 477774 w 923925"/>
                <a:gd name="connsiteY2062" fmla="*/ 402622 h 781050"/>
                <a:gd name="connsiteX2063" fmla="*/ 481774 w 923925"/>
                <a:gd name="connsiteY2063" fmla="*/ 393954 h 781050"/>
                <a:gd name="connsiteX2064" fmla="*/ 482441 w 923925"/>
                <a:gd name="connsiteY2064" fmla="*/ 389096 h 781050"/>
                <a:gd name="connsiteX2065" fmla="*/ 481965 w 923925"/>
                <a:gd name="connsiteY2065" fmla="*/ 384048 h 781050"/>
                <a:gd name="connsiteX2066" fmla="*/ 480155 w 923925"/>
                <a:gd name="connsiteY2066" fmla="*/ 379381 h 781050"/>
                <a:gd name="connsiteX2067" fmla="*/ 481012 w 923925"/>
                <a:gd name="connsiteY2067" fmla="*/ 380047 h 781050"/>
                <a:gd name="connsiteX2068" fmla="*/ 481394 w 923925"/>
                <a:gd name="connsiteY2068" fmla="*/ 380333 h 781050"/>
                <a:gd name="connsiteX2069" fmla="*/ 481774 w 923925"/>
                <a:gd name="connsiteY2069" fmla="*/ 380905 h 781050"/>
                <a:gd name="connsiteX2070" fmla="*/ 482632 w 923925"/>
                <a:gd name="connsiteY2070" fmla="*/ 380047 h 781050"/>
                <a:gd name="connsiteX2071" fmla="*/ 482156 w 923925"/>
                <a:gd name="connsiteY2071" fmla="*/ 378809 h 781050"/>
                <a:gd name="connsiteX2072" fmla="*/ 482632 w 923925"/>
                <a:gd name="connsiteY2072" fmla="*/ 377571 h 781050"/>
                <a:gd name="connsiteX2073" fmla="*/ 483775 w 923925"/>
                <a:gd name="connsiteY2073" fmla="*/ 381286 h 781050"/>
                <a:gd name="connsiteX2074" fmla="*/ 484156 w 923925"/>
                <a:gd name="connsiteY2074" fmla="*/ 383286 h 781050"/>
                <a:gd name="connsiteX2075" fmla="*/ 484251 w 923925"/>
                <a:gd name="connsiteY2075" fmla="*/ 385382 h 781050"/>
                <a:gd name="connsiteX2076" fmla="*/ 483394 w 923925"/>
                <a:gd name="connsiteY2076" fmla="*/ 394430 h 781050"/>
                <a:gd name="connsiteX2077" fmla="*/ 483584 w 923925"/>
                <a:gd name="connsiteY2077" fmla="*/ 396812 h 781050"/>
                <a:gd name="connsiteX2078" fmla="*/ 484251 w 923925"/>
                <a:gd name="connsiteY2078" fmla="*/ 399002 h 781050"/>
                <a:gd name="connsiteX2079" fmla="*/ 485585 w 923925"/>
                <a:gd name="connsiteY2079" fmla="*/ 400717 h 781050"/>
                <a:gd name="connsiteX2080" fmla="*/ 487775 w 923925"/>
                <a:gd name="connsiteY2080" fmla="*/ 401384 h 781050"/>
                <a:gd name="connsiteX2081" fmla="*/ 488823 w 923925"/>
                <a:gd name="connsiteY2081" fmla="*/ 401955 h 781050"/>
                <a:gd name="connsiteX2082" fmla="*/ 492252 w 923925"/>
                <a:gd name="connsiteY2082" fmla="*/ 404908 h 781050"/>
                <a:gd name="connsiteX2083" fmla="*/ 493300 w 923925"/>
                <a:gd name="connsiteY2083" fmla="*/ 406337 h 781050"/>
                <a:gd name="connsiteX2084" fmla="*/ 494157 w 923925"/>
                <a:gd name="connsiteY2084" fmla="*/ 407194 h 781050"/>
                <a:gd name="connsiteX2085" fmla="*/ 495205 w 923925"/>
                <a:gd name="connsiteY2085" fmla="*/ 407861 h 781050"/>
                <a:gd name="connsiteX2086" fmla="*/ 496062 w 923925"/>
                <a:gd name="connsiteY2086" fmla="*/ 407956 h 781050"/>
                <a:gd name="connsiteX2087" fmla="*/ 496824 w 923925"/>
                <a:gd name="connsiteY2087" fmla="*/ 407194 h 781050"/>
                <a:gd name="connsiteX2088" fmla="*/ 496824 w 923925"/>
                <a:gd name="connsiteY2088" fmla="*/ 406241 h 781050"/>
                <a:gd name="connsiteX2089" fmla="*/ 496062 w 923925"/>
                <a:gd name="connsiteY2089" fmla="*/ 403860 h 781050"/>
                <a:gd name="connsiteX2090" fmla="*/ 495586 w 923925"/>
                <a:gd name="connsiteY2090" fmla="*/ 403193 h 781050"/>
                <a:gd name="connsiteX2091" fmla="*/ 494919 w 923925"/>
                <a:gd name="connsiteY2091" fmla="*/ 402336 h 781050"/>
                <a:gd name="connsiteX2092" fmla="*/ 494348 w 923925"/>
                <a:gd name="connsiteY2092" fmla="*/ 401193 h 781050"/>
                <a:gd name="connsiteX2093" fmla="*/ 494443 w 923925"/>
                <a:gd name="connsiteY2093" fmla="*/ 399764 h 781050"/>
                <a:gd name="connsiteX2094" fmla="*/ 497681 w 923925"/>
                <a:gd name="connsiteY2094" fmla="*/ 395669 h 781050"/>
                <a:gd name="connsiteX2095" fmla="*/ 499586 w 923925"/>
                <a:gd name="connsiteY2095" fmla="*/ 394049 h 781050"/>
                <a:gd name="connsiteX2096" fmla="*/ 504730 w 923925"/>
                <a:gd name="connsiteY2096" fmla="*/ 390811 h 781050"/>
                <a:gd name="connsiteX2097" fmla="*/ 510159 w 923925"/>
                <a:gd name="connsiteY2097" fmla="*/ 385382 h 781050"/>
                <a:gd name="connsiteX2098" fmla="*/ 511873 w 923925"/>
                <a:gd name="connsiteY2098" fmla="*/ 385001 h 781050"/>
                <a:gd name="connsiteX2099" fmla="*/ 512540 w 923925"/>
                <a:gd name="connsiteY2099" fmla="*/ 383096 h 781050"/>
                <a:gd name="connsiteX2100" fmla="*/ 512636 w 923925"/>
                <a:gd name="connsiteY2100" fmla="*/ 376714 h 781050"/>
                <a:gd name="connsiteX2101" fmla="*/ 513302 w 923925"/>
                <a:gd name="connsiteY2101" fmla="*/ 374523 h 781050"/>
                <a:gd name="connsiteX2102" fmla="*/ 515398 w 923925"/>
                <a:gd name="connsiteY2102" fmla="*/ 370999 h 781050"/>
                <a:gd name="connsiteX2103" fmla="*/ 516541 w 923925"/>
                <a:gd name="connsiteY2103" fmla="*/ 364712 h 781050"/>
                <a:gd name="connsiteX2104" fmla="*/ 519779 w 923925"/>
                <a:gd name="connsiteY2104" fmla="*/ 357473 h 781050"/>
                <a:gd name="connsiteX2105" fmla="*/ 521113 w 923925"/>
                <a:gd name="connsiteY2105" fmla="*/ 352139 h 781050"/>
                <a:gd name="connsiteX2106" fmla="*/ 523875 w 923925"/>
                <a:gd name="connsiteY2106" fmla="*/ 348805 h 781050"/>
                <a:gd name="connsiteX2107" fmla="*/ 524542 w 923925"/>
                <a:gd name="connsiteY2107" fmla="*/ 346710 h 781050"/>
                <a:gd name="connsiteX2108" fmla="*/ 524161 w 923925"/>
                <a:gd name="connsiteY2108" fmla="*/ 345091 h 781050"/>
                <a:gd name="connsiteX2109" fmla="*/ 523494 w 923925"/>
                <a:gd name="connsiteY2109" fmla="*/ 343948 h 781050"/>
                <a:gd name="connsiteX2110" fmla="*/ 523303 w 923925"/>
                <a:gd name="connsiteY2110" fmla="*/ 342900 h 781050"/>
                <a:gd name="connsiteX2111" fmla="*/ 524542 w 923925"/>
                <a:gd name="connsiteY2111" fmla="*/ 341376 h 781050"/>
                <a:gd name="connsiteX2112" fmla="*/ 531209 w 923925"/>
                <a:gd name="connsiteY2112" fmla="*/ 337185 h 781050"/>
                <a:gd name="connsiteX2113" fmla="*/ 532828 w 923925"/>
                <a:gd name="connsiteY2113" fmla="*/ 336899 h 781050"/>
                <a:gd name="connsiteX2114" fmla="*/ 534448 w 923925"/>
                <a:gd name="connsiteY2114" fmla="*/ 336423 h 781050"/>
                <a:gd name="connsiteX2115" fmla="*/ 536067 w 923925"/>
                <a:gd name="connsiteY2115" fmla="*/ 336328 h 781050"/>
                <a:gd name="connsiteX2116" fmla="*/ 537972 w 923925"/>
                <a:gd name="connsiteY2116" fmla="*/ 337185 h 781050"/>
                <a:gd name="connsiteX2117" fmla="*/ 539306 w 923925"/>
                <a:gd name="connsiteY2117" fmla="*/ 336042 h 781050"/>
                <a:gd name="connsiteX2118" fmla="*/ 540639 w 923925"/>
                <a:gd name="connsiteY2118" fmla="*/ 335375 h 781050"/>
                <a:gd name="connsiteX2119" fmla="*/ 542068 w 923925"/>
                <a:gd name="connsiteY2119" fmla="*/ 335375 h 781050"/>
                <a:gd name="connsiteX2120" fmla="*/ 543496 w 923925"/>
                <a:gd name="connsiteY2120" fmla="*/ 336423 h 781050"/>
                <a:gd name="connsiteX2121" fmla="*/ 543973 w 923925"/>
                <a:gd name="connsiteY2121" fmla="*/ 337376 h 781050"/>
                <a:gd name="connsiteX2122" fmla="*/ 543687 w 923925"/>
                <a:gd name="connsiteY2122" fmla="*/ 338233 h 781050"/>
                <a:gd name="connsiteX2123" fmla="*/ 543115 w 923925"/>
                <a:gd name="connsiteY2123" fmla="*/ 339185 h 781050"/>
                <a:gd name="connsiteX2124" fmla="*/ 542639 w 923925"/>
                <a:gd name="connsiteY2124" fmla="*/ 340519 h 781050"/>
                <a:gd name="connsiteX2125" fmla="*/ 549402 w 923925"/>
                <a:gd name="connsiteY2125" fmla="*/ 338328 h 781050"/>
                <a:gd name="connsiteX2126" fmla="*/ 551783 w 923925"/>
                <a:gd name="connsiteY2126" fmla="*/ 338042 h 781050"/>
                <a:gd name="connsiteX2127" fmla="*/ 556450 w 923925"/>
                <a:gd name="connsiteY2127" fmla="*/ 339280 h 781050"/>
                <a:gd name="connsiteX2128" fmla="*/ 557974 w 923925"/>
                <a:gd name="connsiteY2128" fmla="*/ 338995 h 781050"/>
                <a:gd name="connsiteX2129" fmla="*/ 556927 w 923925"/>
                <a:gd name="connsiteY2129" fmla="*/ 336423 h 781050"/>
                <a:gd name="connsiteX2130" fmla="*/ 558832 w 923925"/>
                <a:gd name="connsiteY2130" fmla="*/ 336518 h 781050"/>
                <a:gd name="connsiteX2131" fmla="*/ 560261 w 923925"/>
                <a:gd name="connsiteY2131" fmla="*/ 337185 h 781050"/>
                <a:gd name="connsiteX2132" fmla="*/ 560832 w 923925"/>
                <a:gd name="connsiteY2132" fmla="*/ 338328 h 781050"/>
                <a:gd name="connsiteX2133" fmla="*/ 560165 w 923925"/>
                <a:gd name="connsiteY2133" fmla="*/ 339757 h 781050"/>
                <a:gd name="connsiteX2134" fmla="*/ 562070 w 923925"/>
                <a:gd name="connsiteY2134" fmla="*/ 340233 h 781050"/>
                <a:gd name="connsiteX2135" fmla="*/ 566261 w 923925"/>
                <a:gd name="connsiteY2135" fmla="*/ 340519 h 781050"/>
                <a:gd name="connsiteX2136" fmla="*/ 568071 w 923925"/>
                <a:gd name="connsiteY2136" fmla="*/ 341376 h 781050"/>
                <a:gd name="connsiteX2137" fmla="*/ 570357 w 923925"/>
                <a:gd name="connsiteY2137" fmla="*/ 340805 h 781050"/>
                <a:gd name="connsiteX2138" fmla="*/ 572738 w 923925"/>
                <a:gd name="connsiteY2138" fmla="*/ 342043 h 781050"/>
                <a:gd name="connsiteX2139" fmla="*/ 574929 w 923925"/>
                <a:gd name="connsiteY2139" fmla="*/ 343567 h 781050"/>
                <a:gd name="connsiteX2140" fmla="*/ 576739 w 923925"/>
                <a:gd name="connsiteY2140" fmla="*/ 343853 h 781050"/>
                <a:gd name="connsiteX2141" fmla="*/ 577406 w 923925"/>
                <a:gd name="connsiteY2141" fmla="*/ 343853 h 781050"/>
                <a:gd name="connsiteX2142" fmla="*/ 582644 w 923925"/>
                <a:gd name="connsiteY2142" fmla="*/ 342614 h 781050"/>
                <a:gd name="connsiteX2143" fmla="*/ 585025 w 923925"/>
                <a:gd name="connsiteY2143" fmla="*/ 340709 h 781050"/>
                <a:gd name="connsiteX2144" fmla="*/ 594074 w 923925"/>
                <a:gd name="connsiteY2144" fmla="*/ 336328 h 781050"/>
                <a:gd name="connsiteX2145" fmla="*/ 596265 w 923925"/>
                <a:gd name="connsiteY2145" fmla="*/ 335566 h 781050"/>
                <a:gd name="connsiteX2146" fmla="*/ 598456 w 923925"/>
                <a:gd name="connsiteY2146" fmla="*/ 335089 h 781050"/>
                <a:gd name="connsiteX2147" fmla="*/ 603123 w 923925"/>
                <a:gd name="connsiteY2147" fmla="*/ 334804 h 781050"/>
                <a:gd name="connsiteX2148" fmla="*/ 603980 w 923925"/>
                <a:gd name="connsiteY2148" fmla="*/ 334423 h 781050"/>
                <a:gd name="connsiteX2149" fmla="*/ 604933 w 923925"/>
                <a:gd name="connsiteY2149" fmla="*/ 332518 h 781050"/>
                <a:gd name="connsiteX2150" fmla="*/ 606266 w 923925"/>
                <a:gd name="connsiteY2150" fmla="*/ 332327 h 781050"/>
                <a:gd name="connsiteX2151" fmla="*/ 607886 w 923925"/>
                <a:gd name="connsiteY2151" fmla="*/ 332422 h 781050"/>
                <a:gd name="connsiteX2152" fmla="*/ 609124 w 923925"/>
                <a:gd name="connsiteY2152" fmla="*/ 332327 h 781050"/>
                <a:gd name="connsiteX2153" fmla="*/ 610838 w 923925"/>
                <a:gd name="connsiteY2153" fmla="*/ 330994 h 781050"/>
                <a:gd name="connsiteX2154" fmla="*/ 612553 w 923925"/>
                <a:gd name="connsiteY2154" fmla="*/ 329089 h 781050"/>
                <a:gd name="connsiteX2155" fmla="*/ 614267 w 923925"/>
                <a:gd name="connsiteY2155" fmla="*/ 327660 h 781050"/>
                <a:gd name="connsiteX2156" fmla="*/ 617887 w 923925"/>
                <a:gd name="connsiteY2156" fmla="*/ 328041 h 781050"/>
                <a:gd name="connsiteX2157" fmla="*/ 620458 w 923925"/>
                <a:gd name="connsiteY2157" fmla="*/ 326803 h 781050"/>
                <a:gd name="connsiteX2158" fmla="*/ 624173 w 923925"/>
                <a:gd name="connsiteY2158" fmla="*/ 324041 h 781050"/>
                <a:gd name="connsiteX2159" fmla="*/ 629983 w 923925"/>
                <a:gd name="connsiteY2159" fmla="*/ 321183 h 781050"/>
                <a:gd name="connsiteX2160" fmla="*/ 631698 w 923925"/>
                <a:gd name="connsiteY2160" fmla="*/ 320802 h 781050"/>
                <a:gd name="connsiteX2161" fmla="*/ 633412 w 923925"/>
                <a:gd name="connsiteY2161" fmla="*/ 319754 h 781050"/>
                <a:gd name="connsiteX2162" fmla="*/ 639794 w 923925"/>
                <a:gd name="connsiteY2162" fmla="*/ 313372 h 781050"/>
                <a:gd name="connsiteX2163" fmla="*/ 645414 w 923925"/>
                <a:gd name="connsiteY2163" fmla="*/ 311658 h 781050"/>
                <a:gd name="connsiteX2164" fmla="*/ 644081 w 923925"/>
                <a:gd name="connsiteY2164" fmla="*/ 310325 h 781050"/>
                <a:gd name="connsiteX2165" fmla="*/ 642842 w 923925"/>
                <a:gd name="connsiteY2165" fmla="*/ 308420 h 781050"/>
                <a:gd name="connsiteX2166" fmla="*/ 642271 w 923925"/>
                <a:gd name="connsiteY2166" fmla="*/ 306705 h 781050"/>
                <a:gd name="connsiteX2167" fmla="*/ 642937 w 923925"/>
                <a:gd name="connsiteY2167" fmla="*/ 305848 h 781050"/>
                <a:gd name="connsiteX2168" fmla="*/ 643699 w 923925"/>
                <a:gd name="connsiteY2168" fmla="*/ 306134 h 781050"/>
                <a:gd name="connsiteX2169" fmla="*/ 644366 w 923925"/>
                <a:gd name="connsiteY2169" fmla="*/ 308038 h 781050"/>
                <a:gd name="connsiteX2170" fmla="*/ 644938 w 923925"/>
                <a:gd name="connsiteY2170" fmla="*/ 308515 h 781050"/>
                <a:gd name="connsiteX2171" fmla="*/ 645986 w 923925"/>
                <a:gd name="connsiteY2171" fmla="*/ 308324 h 781050"/>
                <a:gd name="connsiteX2172" fmla="*/ 646081 w 923925"/>
                <a:gd name="connsiteY2172" fmla="*/ 307753 h 781050"/>
                <a:gd name="connsiteX2173" fmla="*/ 645890 w 923925"/>
                <a:gd name="connsiteY2173" fmla="*/ 306896 h 781050"/>
                <a:gd name="connsiteX2174" fmla="*/ 646081 w 923925"/>
                <a:gd name="connsiteY2174" fmla="*/ 305943 h 781050"/>
                <a:gd name="connsiteX2175" fmla="*/ 648843 w 923925"/>
                <a:gd name="connsiteY2175" fmla="*/ 299847 h 781050"/>
                <a:gd name="connsiteX2176" fmla="*/ 649700 w 923925"/>
                <a:gd name="connsiteY2176" fmla="*/ 296513 h 781050"/>
                <a:gd name="connsiteX2177" fmla="*/ 650367 w 923925"/>
                <a:gd name="connsiteY2177" fmla="*/ 289846 h 781050"/>
                <a:gd name="connsiteX2178" fmla="*/ 651891 w 923925"/>
                <a:gd name="connsiteY2178" fmla="*/ 283750 h 781050"/>
                <a:gd name="connsiteX2179" fmla="*/ 652082 w 923925"/>
                <a:gd name="connsiteY2179" fmla="*/ 277844 h 781050"/>
                <a:gd name="connsiteX2180" fmla="*/ 651986 w 923925"/>
                <a:gd name="connsiteY2180" fmla="*/ 272034 h 781050"/>
                <a:gd name="connsiteX2181" fmla="*/ 651320 w 923925"/>
                <a:gd name="connsiteY2181" fmla="*/ 268700 h 781050"/>
                <a:gd name="connsiteX2182" fmla="*/ 649891 w 923925"/>
                <a:gd name="connsiteY2182" fmla="*/ 266224 h 781050"/>
                <a:gd name="connsiteX2183" fmla="*/ 650843 w 923925"/>
                <a:gd name="connsiteY2183" fmla="*/ 270034 h 781050"/>
                <a:gd name="connsiteX2184" fmla="*/ 651320 w 923925"/>
                <a:gd name="connsiteY2184" fmla="*/ 274034 h 781050"/>
                <a:gd name="connsiteX2185" fmla="*/ 651510 w 923925"/>
                <a:gd name="connsiteY2185" fmla="*/ 277939 h 781050"/>
                <a:gd name="connsiteX2186" fmla="*/ 650272 w 923925"/>
                <a:gd name="connsiteY2186" fmla="*/ 279559 h 781050"/>
                <a:gd name="connsiteX2187" fmla="*/ 648271 w 923925"/>
                <a:gd name="connsiteY2187" fmla="*/ 278511 h 781050"/>
                <a:gd name="connsiteX2188" fmla="*/ 648081 w 923925"/>
                <a:gd name="connsiteY2188" fmla="*/ 278702 h 781050"/>
                <a:gd name="connsiteX2189" fmla="*/ 647414 w 923925"/>
                <a:gd name="connsiteY2189" fmla="*/ 278987 h 781050"/>
                <a:gd name="connsiteX2190" fmla="*/ 646557 w 923925"/>
                <a:gd name="connsiteY2190" fmla="*/ 279273 h 781050"/>
                <a:gd name="connsiteX2191" fmla="*/ 645890 w 923925"/>
                <a:gd name="connsiteY2191" fmla="*/ 279368 h 781050"/>
                <a:gd name="connsiteX2192" fmla="*/ 645224 w 923925"/>
                <a:gd name="connsiteY2192" fmla="*/ 278987 h 781050"/>
                <a:gd name="connsiteX2193" fmla="*/ 644652 w 923925"/>
                <a:gd name="connsiteY2193" fmla="*/ 278416 h 781050"/>
                <a:gd name="connsiteX2194" fmla="*/ 644081 w 923925"/>
                <a:gd name="connsiteY2194" fmla="*/ 277939 h 781050"/>
                <a:gd name="connsiteX2195" fmla="*/ 640556 w 923925"/>
                <a:gd name="connsiteY2195" fmla="*/ 276892 h 781050"/>
                <a:gd name="connsiteX2196" fmla="*/ 639128 w 923925"/>
                <a:gd name="connsiteY2196" fmla="*/ 274701 h 781050"/>
                <a:gd name="connsiteX2197" fmla="*/ 638651 w 923925"/>
                <a:gd name="connsiteY2197" fmla="*/ 271939 h 781050"/>
                <a:gd name="connsiteX2198" fmla="*/ 638842 w 923925"/>
                <a:gd name="connsiteY2198" fmla="*/ 269367 h 781050"/>
                <a:gd name="connsiteX2199" fmla="*/ 643319 w 923925"/>
                <a:gd name="connsiteY2199" fmla="*/ 260985 h 781050"/>
                <a:gd name="connsiteX2200" fmla="*/ 644176 w 923925"/>
                <a:gd name="connsiteY2200" fmla="*/ 257175 h 781050"/>
                <a:gd name="connsiteX2201" fmla="*/ 645604 w 923925"/>
                <a:gd name="connsiteY2201" fmla="*/ 255175 h 781050"/>
                <a:gd name="connsiteX2202" fmla="*/ 649129 w 923925"/>
                <a:gd name="connsiteY2202" fmla="*/ 251936 h 781050"/>
                <a:gd name="connsiteX2203" fmla="*/ 652367 w 923925"/>
                <a:gd name="connsiteY2203" fmla="*/ 247460 h 781050"/>
                <a:gd name="connsiteX2204" fmla="*/ 654367 w 923925"/>
                <a:gd name="connsiteY2204" fmla="*/ 245459 h 781050"/>
                <a:gd name="connsiteX2205" fmla="*/ 658463 w 923925"/>
                <a:gd name="connsiteY2205" fmla="*/ 243840 h 781050"/>
                <a:gd name="connsiteX2206" fmla="*/ 659892 w 923925"/>
                <a:gd name="connsiteY2206" fmla="*/ 242126 h 781050"/>
                <a:gd name="connsiteX2207" fmla="*/ 661797 w 923925"/>
                <a:gd name="connsiteY2207" fmla="*/ 238696 h 781050"/>
                <a:gd name="connsiteX2208" fmla="*/ 664464 w 923925"/>
                <a:gd name="connsiteY2208" fmla="*/ 235839 h 781050"/>
                <a:gd name="connsiteX2209" fmla="*/ 692563 w 923925"/>
                <a:gd name="connsiteY2209" fmla="*/ 218599 h 781050"/>
                <a:gd name="connsiteX2210" fmla="*/ 697135 w 923925"/>
                <a:gd name="connsiteY2210" fmla="*/ 217361 h 781050"/>
                <a:gd name="connsiteX2211" fmla="*/ 701516 w 923925"/>
                <a:gd name="connsiteY2211" fmla="*/ 214503 h 781050"/>
                <a:gd name="connsiteX2212" fmla="*/ 706279 w 923925"/>
                <a:gd name="connsiteY2212" fmla="*/ 213360 h 781050"/>
                <a:gd name="connsiteX2213" fmla="*/ 708184 w 923925"/>
                <a:gd name="connsiteY2213" fmla="*/ 212122 h 781050"/>
                <a:gd name="connsiteX2214" fmla="*/ 709898 w 923925"/>
                <a:gd name="connsiteY2214" fmla="*/ 210788 h 781050"/>
                <a:gd name="connsiteX2215" fmla="*/ 711517 w 923925"/>
                <a:gd name="connsiteY2215" fmla="*/ 209836 h 781050"/>
                <a:gd name="connsiteX2216" fmla="*/ 712184 w 923925"/>
                <a:gd name="connsiteY2216" fmla="*/ 211264 h 781050"/>
                <a:gd name="connsiteX2217" fmla="*/ 713137 w 923925"/>
                <a:gd name="connsiteY2217" fmla="*/ 211360 h 781050"/>
                <a:gd name="connsiteX2218" fmla="*/ 718757 w 923925"/>
                <a:gd name="connsiteY2218" fmla="*/ 207264 h 781050"/>
                <a:gd name="connsiteX2219" fmla="*/ 719614 w 923925"/>
                <a:gd name="connsiteY2219" fmla="*/ 206883 h 781050"/>
                <a:gd name="connsiteX2220" fmla="*/ 721519 w 923925"/>
                <a:gd name="connsiteY2220" fmla="*/ 206407 h 781050"/>
                <a:gd name="connsiteX2221" fmla="*/ 722281 w 923925"/>
                <a:gd name="connsiteY2221" fmla="*/ 205930 h 781050"/>
                <a:gd name="connsiteX2222" fmla="*/ 724662 w 923925"/>
                <a:gd name="connsiteY2222" fmla="*/ 203549 h 781050"/>
                <a:gd name="connsiteX2223" fmla="*/ 727329 w 923925"/>
                <a:gd name="connsiteY2223" fmla="*/ 201454 h 781050"/>
                <a:gd name="connsiteX2224" fmla="*/ 731139 w 923925"/>
                <a:gd name="connsiteY2224" fmla="*/ 199549 h 781050"/>
                <a:gd name="connsiteX2225" fmla="*/ 735140 w 923925"/>
                <a:gd name="connsiteY2225" fmla="*/ 196596 h 781050"/>
                <a:gd name="connsiteX2226" fmla="*/ 744760 w 923925"/>
                <a:gd name="connsiteY2226" fmla="*/ 193072 h 781050"/>
                <a:gd name="connsiteX2227" fmla="*/ 747617 w 923925"/>
                <a:gd name="connsiteY2227" fmla="*/ 190976 h 781050"/>
                <a:gd name="connsiteX2228" fmla="*/ 749141 w 923925"/>
                <a:gd name="connsiteY2228" fmla="*/ 190119 h 781050"/>
                <a:gd name="connsiteX2229" fmla="*/ 750761 w 923925"/>
                <a:gd name="connsiteY2229" fmla="*/ 189738 h 781050"/>
                <a:gd name="connsiteX2230" fmla="*/ 752570 w 923925"/>
                <a:gd name="connsiteY2230" fmla="*/ 188976 h 781050"/>
                <a:gd name="connsiteX2231" fmla="*/ 751999 w 923925"/>
                <a:gd name="connsiteY2231" fmla="*/ 187166 h 781050"/>
                <a:gd name="connsiteX2232" fmla="*/ 749617 w 923925"/>
                <a:gd name="connsiteY2232" fmla="*/ 183833 h 781050"/>
                <a:gd name="connsiteX2233" fmla="*/ 753523 w 923925"/>
                <a:gd name="connsiteY2233" fmla="*/ 183928 h 781050"/>
                <a:gd name="connsiteX2234" fmla="*/ 754475 w 923925"/>
                <a:gd name="connsiteY2234" fmla="*/ 183452 h 781050"/>
                <a:gd name="connsiteX2235" fmla="*/ 755999 w 923925"/>
                <a:gd name="connsiteY2235" fmla="*/ 182213 h 781050"/>
                <a:gd name="connsiteX2236" fmla="*/ 758381 w 923925"/>
                <a:gd name="connsiteY2236" fmla="*/ 181166 h 781050"/>
                <a:gd name="connsiteX2237" fmla="*/ 759524 w 923925"/>
                <a:gd name="connsiteY2237" fmla="*/ 180404 h 781050"/>
                <a:gd name="connsiteX2238" fmla="*/ 759428 w 923925"/>
                <a:gd name="connsiteY2238" fmla="*/ 179356 h 781050"/>
                <a:gd name="connsiteX2239" fmla="*/ 758761 w 923925"/>
                <a:gd name="connsiteY2239" fmla="*/ 178784 h 781050"/>
                <a:gd name="connsiteX2240" fmla="*/ 756380 w 923925"/>
                <a:gd name="connsiteY2240" fmla="*/ 177451 h 781050"/>
                <a:gd name="connsiteX2241" fmla="*/ 753713 w 923925"/>
                <a:gd name="connsiteY2241" fmla="*/ 176594 h 781050"/>
                <a:gd name="connsiteX2242" fmla="*/ 752856 w 923925"/>
                <a:gd name="connsiteY2242" fmla="*/ 175260 h 781050"/>
                <a:gd name="connsiteX2243" fmla="*/ 753428 w 923925"/>
                <a:gd name="connsiteY2243" fmla="*/ 174117 h 781050"/>
                <a:gd name="connsiteX2244" fmla="*/ 755904 w 923925"/>
                <a:gd name="connsiteY2244" fmla="*/ 173927 h 781050"/>
                <a:gd name="connsiteX2245" fmla="*/ 756857 w 923925"/>
                <a:gd name="connsiteY2245" fmla="*/ 174498 h 781050"/>
                <a:gd name="connsiteX2246" fmla="*/ 757333 w 923925"/>
                <a:gd name="connsiteY2246" fmla="*/ 175355 h 781050"/>
                <a:gd name="connsiteX2247" fmla="*/ 757523 w 923925"/>
                <a:gd name="connsiteY2247" fmla="*/ 176117 h 781050"/>
                <a:gd name="connsiteX2248" fmla="*/ 757809 w 923925"/>
                <a:gd name="connsiteY2248" fmla="*/ 176498 h 781050"/>
                <a:gd name="connsiteX2249" fmla="*/ 758095 w 923925"/>
                <a:gd name="connsiteY2249" fmla="*/ 176594 h 781050"/>
                <a:gd name="connsiteX2250" fmla="*/ 758381 w 923925"/>
                <a:gd name="connsiteY2250" fmla="*/ 176879 h 781050"/>
                <a:gd name="connsiteX2251" fmla="*/ 758761 w 923925"/>
                <a:gd name="connsiteY2251" fmla="*/ 177165 h 781050"/>
                <a:gd name="connsiteX2252" fmla="*/ 759428 w 923925"/>
                <a:gd name="connsiteY2252" fmla="*/ 177260 h 781050"/>
                <a:gd name="connsiteX2253" fmla="*/ 760095 w 923925"/>
                <a:gd name="connsiteY2253" fmla="*/ 176975 h 781050"/>
                <a:gd name="connsiteX2254" fmla="*/ 761143 w 923925"/>
                <a:gd name="connsiteY2254" fmla="*/ 175927 h 781050"/>
                <a:gd name="connsiteX2255" fmla="*/ 761810 w 923925"/>
                <a:gd name="connsiteY2255" fmla="*/ 175641 h 781050"/>
                <a:gd name="connsiteX2256" fmla="*/ 764381 w 923925"/>
                <a:gd name="connsiteY2256" fmla="*/ 173927 h 781050"/>
                <a:gd name="connsiteX2257" fmla="*/ 771430 w 923925"/>
                <a:gd name="connsiteY2257" fmla="*/ 165830 h 781050"/>
                <a:gd name="connsiteX2258" fmla="*/ 773240 w 923925"/>
                <a:gd name="connsiteY2258" fmla="*/ 163163 h 781050"/>
                <a:gd name="connsiteX2259" fmla="*/ 774097 w 923925"/>
                <a:gd name="connsiteY2259" fmla="*/ 159258 h 781050"/>
                <a:gd name="connsiteX2260" fmla="*/ 774764 w 923925"/>
                <a:gd name="connsiteY2260" fmla="*/ 157353 h 781050"/>
                <a:gd name="connsiteX2261" fmla="*/ 777240 w 923925"/>
                <a:gd name="connsiteY2261" fmla="*/ 155638 h 781050"/>
                <a:gd name="connsiteX2262" fmla="*/ 777145 w 923925"/>
                <a:gd name="connsiteY2262" fmla="*/ 153448 h 781050"/>
                <a:gd name="connsiteX2263" fmla="*/ 776764 w 923925"/>
                <a:gd name="connsiteY2263" fmla="*/ 150971 h 781050"/>
                <a:gd name="connsiteX2264" fmla="*/ 777145 w 923925"/>
                <a:gd name="connsiteY2264" fmla="*/ 149066 h 781050"/>
                <a:gd name="connsiteX2265" fmla="*/ 778383 w 923925"/>
                <a:gd name="connsiteY2265" fmla="*/ 150781 h 781050"/>
                <a:gd name="connsiteX2266" fmla="*/ 778669 w 923925"/>
                <a:gd name="connsiteY2266" fmla="*/ 151543 h 781050"/>
                <a:gd name="connsiteX2267" fmla="*/ 779526 w 923925"/>
                <a:gd name="connsiteY2267" fmla="*/ 151543 h 781050"/>
                <a:gd name="connsiteX2268" fmla="*/ 781145 w 923925"/>
                <a:gd name="connsiteY2268" fmla="*/ 149828 h 781050"/>
                <a:gd name="connsiteX2269" fmla="*/ 785717 w 923925"/>
                <a:gd name="connsiteY2269" fmla="*/ 146685 h 781050"/>
                <a:gd name="connsiteX2270" fmla="*/ 786670 w 923925"/>
                <a:gd name="connsiteY2270" fmla="*/ 145352 h 781050"/>
                <a:gd name="connsiteX2271" fmla="*/ 787146 w 923925"/>
                <a:gd name="connsiteY2271" fmla="*/ 144971 h 781050"/>
                <a:gd name="connsiteX2272" fmla="*/ 789146 w 923925"/>
                <a:gd name="connsiteY2272" fmla="*/ 142875 h 781050"/>
                <a:gd name="connsiteX2273" fmla="*/ 789337 w 923925"/>
                <a:gd name="connsiteY2273" fmla="*/ 142399 h 781050"/>
                <a:gd name="connsiteX2274" fmla="*/ 789813 w 923925"/>
                <a:gd name="connsiteY2274" fmla="*/ 141732 h 781050"/>
                <a:gd name="connsiteX2275" fmla="*/ 791337 w 923925"/>
                <a:gd name="connsiteY2275" fmla="*/ 138494 h 781050"/>
                <a:gd name="connsiteX2276" fmla="*/ 792004 w 923925"/>
                <a:gd name="connsiteY2276" fmla="*/ 137351 h 781050"/>
                <a:gd name="connsiteX2277" fmla="*/ 795623 w 923925"/>
                <a:gd name="connsiteY2277" fmla="*/ 134207 h 781050"/>
                <a:gd name="connsiteX2278" fmla="*/ 814197 w 923925"/>
                <a:gd name="connsiteY2278" fmla="*/ 122777 h 781050"/>
                <a:gd name="connsiteX2279" fmla="*/ 849058 w 923925"/>
                <a:gd name="connsiteY2279" fmla="*/ 106775 h 781050"/>
                <a:gd name="connsiteX2280" fmla="*/ 853154 w 923925"/>
                <a:gd name="connsiteY2280" fmla="*/ 103537 h 781050"/>
                <a:gd name="connsiteX2281" fmla="*/ 854392 w 923925"/>
                <a:gd name="connsiteY2281" fmla="*/ 99251 h 781050"/>
                <a:gd name="connsiteX2282" fmla="*/ 855440 w 923925"/>
                <a:gd name="connsiteY2282" fmla="*/ 98108 h 781050"/>
                <a:gd name="connsiteX2283" fmla="*/ 855821 w 923925"/>
                <a:gd name="connsiteY2283" fmla="*/ 96869 h 781050"/>
                <a:gd name="connsiteX2284" fmla="*/ 856107 w 923925"/>
                <a:gd name="connsiteY2284" fmla="*/ 95536 h 781050"/>
                <a:gd name="connsiteX2285" fmla="*/ 856678 w 923925"/>
                <a:gd name="connsiteY2285" fmla="*/ 94202 h 781050"/>
                <a:gd name="connsiteX2286" fmla="*/ 857726 w 923925"/>
                <a:gd name="connsiteY2286" fmla="*/ 93154 h 781050"/>
                <a:gd name="connsiteX2287" fmla="*/ 860203 w 923925"/>
                <a:gd name="connsiteY2287" fmla="*/ 91154 h 781050"/>
                <a:gd name="connsiteX2288" fmla="*/ 861822 w 923925"/>
                <a:gd name="connsiteY2288" fmla="*/ 88963 h 781050"/>
                <a:gd name="connsiteX2289" fmla="*/ 866680 w 923925"/>
                <a:gd name="connsiteY2289" fmla="*/ 85535 h 781050"/>
                <a:gd name="connsiteX2290" fmla="*/ 867823 w 923925"/>
                <a:gd name="connsiteY2290" fmla="*/ 83725 h 781050"/>
                <a:gd name="connsiteX2291" fmla="*/ 873347 w 923925"/>
                <a:gd name="connsiteY2291" fmla="*/ 78296 h 781050"/>
                <a:gd name="connsiteX2292" fmla="*/ 878300 w 923925"/>
                <a:gd name="connsiteY2292" fmla="*/ 74295 h 781050"/>
                <a:gd name="connsiteX2293" fmla="*/ 880491 w 923925"/>
                <a:gd name="connsiteY2293" fmla="*/ 72581 h 781050"/>
                <a:gd name="connsiteX2294" fmla="*/ 877729 w 923925"/>
                <a:gd name="connsiteY2294" fmla="*/ 74486 h 781050"/>
                <a:gd name="connsiteX2295" fmla="*/ 874395 w 923925"/>
                <a:gd name="connsiteY2295" fmla="*/ 77057 h 781050"/>
                <a:gd name="connsiteX2296" fmla="*/ 871347 w 923925"/>
                <a:gd name="connsiteY2296" fmla="*/ 79058 h 781050"/>
                <a:gd name="connsiteX2297" fmla="*/ 868870 w 923925"/>
                <a:gd name="connsiteY2297" fmla="*/ 78867 h 781050"/>
                <a:gd name="connsiteX2298" fmla="*/ 867537 w 923925"/>
                <a:gd name="connsiteY2298" fmla="*/ 77724 h 781050"/>
                <a:gd name="connsiteX2299" fmla="*/ 868585 w 923925"/>
                <a:gd name="connsiteY2299" fmla="*/ 75914 h 781050"/>
                <a:gd name="connsiteX2300" fmla="*/ 868966 w 923925"/>
                <a:gd name="connsiteY2300" fmla="*/ 76105 h 781050"/>
                <a:gd name="connsiteX2301" fmla="*/ 871537 w 923925"/>
                <a:gd name="connsiteY2301" fmla="*/ 76105 h 781050"/>
                <a:gd name="connsiteX2302" fmla="*/ 872585 w 923925"/>
                <a:gd name="connsiteY2302" fmla="*/ 75914 h 781050"/>
                <a:gd name="connsiteX2303" fmla="*/ 873347 w 923925"/>
                <a:gd name="connsiteY2303" fmla="*/ 75438 h 781050"/>
                <a:gd name="connsiteX2304" fmla="*/ 875348 w 923925"/>
                <a:gd name="connsiteY2304" fmla="*/ 73724 h 781050"/>
                <a:gd name="connsiteX2305" fmla="*/ 876014 w 923925"/>
                <a:gd name="connsiteY2305" fmla="*/ 73343 h 781050"/>
                <a:gd name="connsiteX2306" fmla="*/ 878395 w 923925"/>
                <a:gd name="connsiteY2306" fmla="*/ 72485 h 781050"/>
                <a:gd name="connsiteX2307" fmla="*/ 880300 w 923925"/>
                <a:gd name="connsiteY2307" fmla="*/ 70485 h 781050"/>
                <a:gd name="connsiteX2308" fmla="*/ 882682 w 923925"/>
                <a:gd name="connsiteY2308" fmla="*/ 66675 h 781050"/>
                <a:gd name="connsiteX2309" fmla="*/ 888778 w 923925"/>
                <a:gd name="connsiteY2309" fmla="*/ 62389 h 781050"/>
                <a:gd name="connsiteX2310" fmla="*/ 889825 w 923925"/>
                <a:gd name="connsiteY2310" fmla="*/ 61246 h 781050"/>
                <a:gd name="connsiteX2311" fmla="*/ 890397 w 923925"/>
                <a:gd name="connsiteY2311" fmla="*/ 59150 h 781050"/>
                <a:gd name="connsiteX2312" fmla="*/ 891635 w 923925"/>
                <a:gd name="connsiteY2312" fmla="*/ 56960 h 781050"/>
                <a:gd name="connsiteX2313" fmla="*/ 902399 w 923925"/>
                <a:gd name="connsiteY2313" fmla="*/ 45339 h 781050"/>
                <a:gd name="connsiteX2314" fmla="*/ 903065 w 923925"/>
                <a:gd name="connsiteY2314" fmla="*/ 42863 h 781050"/>
                <a:gd name="connsiteX2315" fmla="*/ 912686 w 923925"/>
                <a:gd name="connsiteY2315" fmla="*/ 28289 h 781050"/>
                <a:gd name="connsiteX2316" fmla="*/ 916591 w 923925"/>
                <a:gd name="connsiteY2316" fmla="*/ 26575 h 781050"/>
                <a:gd name="connsiteX2317" fmla="*/ 918305 w 923925"/>
                <a:gd name="connsiteY2317" fmla="*/ 24670 h 781050"/>
                <a:gd name="connsiteX2318" fmla="*/ 920591 w 923925"/>
                <a:gd name="connsiteY2318" fmla="*/ 20765 h 781050"/>
                <a:gd name="connsiteX2319" fmla="*/ 925354 w 923925"/>
                <a:gd name="connsiteY2319" fmla="*/ 14573 h 781050"/>
                <a:gd name="connsiteX2320" fmla="*/ 926497 w 923925"/>
                <a:gd name="connsiteY2320" fmla="*/ 11430 h 781050"/>
                <a:gd name="connsiteX2321" fmla="*/ 929640 w 923925"/>
                <a:gd name="connsiteY2321" fmla="*/ 6858 h 781050"/>
                <a:gd name="connsiteX2322" fmla="*/ 929831 w 923925"/>
                <a:gd name="connsiteY2322" fmla="*/ 6096 h 781050"/>
                <a:gd name="connsiteX2323" fmla="*/ 929545 w 923925"/>
                <a:gd name="connsiteY2323" fmla="*/ 7334 h 781050"/>
                <a:gd name="connsiteX2324" fmla="*/ 639794 w 923925"/>
                <a:gd name="connsiteY2324" fmla="*/ 295942 h 781050"/>
                <a:gd name="connsiteX2325" fmla="*/ 640842 w 923925"/>
                <a:gd name="connsiteY2325" fmla="*/ 295656 h 781050"/>
                <a:gd name="connsiteX2326" fmla="*/ 641699 w 923925"/>
                <a:gd name="connsiteY2326" fmla="*/ 294989 h 781050"/>
                <a:gd name="connsiteX2327" fmla="*/ 642557 w 923925"/>
                <a:gd name="connsiteY2327" fmla="*/ 293751 h 781050"/>
                <a:gd name="connsiteX2328" fmla="*/ 643033 w 923925"/>
                <a:gd name="connsiteY2328" fmla="*/ 293180 h 781050"/>
                <a:gd name="connsiteX2329" fmla="*/ 643509 w 923925"/>
                <a:gd name="connsiteY2329" fmla="*/ 293180 h 781050"/>
                <a:gd name="connsiteX2330" fmla="*/ 643890 w 923925"/>
                <a:gd name="connsiteY2330" fmla="*/ 293561 h 781050"/>
                <a:gd name="connsiteX2331" fmla="*/ 644271 w 923925"/>
                <a:gd name="connsiteY2331" fmla="*/ 294132 h 781050"/>
                <a:gd name="connsiteX2332" fmla="*/ 644271 w 923925"/>
                <a:gd name="connsiteY2332" fmla="*/ 296037 h 781050"/>
                <a:gd name="connsiteX2333" fmla="*/ 643509 w 923925"/>
                <a:gd name="connsiteY2333" fmla="*/ 296989 h 781050"/>
                <a:gd name="connsiteX2334" fmla="*/ 642271 w 923925"/>
                <a:gd name="connsiteY2334" fmla="*/ 297275 h 781050"/>
                <a:gd name="connsiteX2335" fmla="*/ 640842 w 923925"/>
                <a:gd name="connsiteY2335" fmla="*/ 297180 h 781050"/>
                <a:gd name="connsiteX2336" fmla="*/ 640842 w 923925"/>
                <a:gd name="connsiteY2336" fmla="*/ 297180 h 781050"/>
                <a:gd name="connsiteX2337" fmla="*/ 640270 w 923925"/>
                <a:gd name="connsiteY2337" fmla="*/ 297847 h 781050"/>
                <a:gd name="connsiteX2338" fmla="*/ 642461 w 923925"/>
                <a:gd name="connsiteY2338" fmla="*/ 298513 h 781050"/>
                <a:gd name="connsiteX2339" fmla="*/ 641032 w 923925"/>
                <a:gd name="connsiteY2339" fmla="*/ 299180 h 781050"/>
                <a:gd name="connsiteX2340" fmla="*/ 639604 w 923925"/>
                <a:gd name="connsiteY2340" fmla="*/ 299466 h 781050"/>
                <a:gd name="connsiteX2341" fmla="*/ 638175 w 923925"/>
                <a:gd name="connsiteY2341" fmla="*/ 299276 h 781050"/>
                <a:gd name="connsiteX2342" fmla="*/ 635413 w 923925"/>
                <a:gd name="connsiteY2342" fmla="*/ 297847 h 781050"/>
                <a:gd name="connsiteX2343" fmla="*/ 632746 w 923925"/>
                <a:gd name="connsiteY2343" fmla="*/ 297466 h 781050"/>
                <a:gd name="connsiteX2344" fmla="*/ 631412 w 923925"/>
                <a:gd name="connsiteY2344" fmla="*/ 296989 h 781050"/>
                <a:gd name="connsiteX2345" fmla="*/ 629983 w 923925"/>
                <a:gd name="connsiteY2345" fmla="*/ 296037 h 781050"/>
                <a:gd name="connsiteX2346" fmla="*/ 629983 w 923925"/>
                <a:gd name="connsiteY2346" fmla="*/ 295561 h 781050"/>
                <a:gd name="connsiteX2347" fmla="*/ 630745 w 923925"/>
                <a:gd name="connsiteY2347" fmla="*/ 295180 h 781050"/>
                <a:gd name="connsiteX2348" fmla="*/ 631698 w 923925"/>
                <a:gd name="connsiteY2348" fmla="*/ 294513 h 781050"/>
                <a:gd name="connsiteX2349" fmla="*/ 632460 w 923925"/>
                <a:gd name="connsiteY2349" fmla="*/ 293751 h 781050"/>
                <a:gd name="connsiteX2350" fmla="*/ 633317 w 923925"/>
                <a:gd name="connsiteY2350" fmla="*/ 293084 h 781050"/>
                <a:gd name="connsiteX2351" fmla="*/ 634174 w 923925"/>
                <a:gd name="connsiteY2351" fmla="*/ 292608 h 781050"/>
                <a:gd name="connsiteX2352" fmla="*/ 635127 w 923925"/>
                <a:gd name="connsiteY2352" fmla="*/ 292322 h 781050"/>
                <a:gd name="connsiteX2353" fmla="*/ 634174 w 923925"/>
                <a:gd name="connsiteY2353" fmla="*/ 294513 h 781050"/>
                <a:gd name="connsiteX2354" fmla="*/ 634651 w 923925"/>
                <a:gd name="connsiteY2354" fmla="*/ 295656 h 781050"/>
                <a:gd name="connsiteX2355" fmla="*/ 636175 w 923925"/>
                <a:gd name="connsiteY2355" fmla="*/ 296132 h 781050"/>
                <a:gd name="connsiteX2356" fmla="*/ 639794 w 923925"/>
                <a:gd name="connsiteY2356" fmla="*/ 295942 h 781050"/>
                <a:gd name="connsiteX2357" fmla="*/ 490347 w 923925"/>
                <a:gd name="connsiteY2357" fmla="*/ 407099 h 781050"/>
                <a:gd name="connsiteX2358" fmla="*/ 486728 w 923925"/>
                <a:gd name="connsiteY2358" fmla="*/ 404241 h 781050"/>
                <a:gd name="connsiteX2359" fmla="*/ 481108 w 923925"/>
                <a:gd name="connsiteY2359" fmla="*/ 400907 h 781050"/>
                <a:gd name="connsiteX2360" fmla="*/ 480060 w 923925"/>
                <a:gd name="connsiteY2360" fmla="*/ 401669 h 781050"/>
                <a:gd name="connsiteX2361" fmla="*/ 478822 w 923925"/>
                <a:gd name="connsiteY2361" fmla="*/ 405003 h 781050"/>
                <a:gd name="connsiteX2362" fmla="*/ 484537 w 923925"/>
                <a:gd name="connsiteY2362" fmla="*/ 411861 h 781050"/>
                <a:gd name="connsiteX2363" fmla="*/ 487394 w 923925"/>
                <a:gd name="connsiteY2363" fmla="*/ 413576 h 781050"/>
                <a:gd name="connsiteX2364" fmla="*/ 487394 w 923925"/>
                <a:gd name="connsiteY2364" fmla="*/ 413576 h 781050"/>
                <a:gd name="connsiteX2365" fmla="*/ 490728 w 923925"/>
                <a:gd name="connsiteY2365" fmla="*/ 412433 h 781050"/>
                <a:gd name="connsiteX2366" fmla="*/ 492252 w 923925"/>
                <a:gd name="connsiteY2366" fmla="*/ 411099 h 781050"/>
                <a:gd name="connsiteX2367" fmla="*/ 492633 w 923925"/>
                <a:gd name="connsiteY2367" fmla="*/ 410051 h 781050"/>
                <a:gd name="connsiteX2368" fmla="*/ 491966 w 923925"/>
                <a:gd name="connsiteY2368" fmla="*/ 408813 h 781050"/>
                <a:gd name="connsiteX2369" fmla="*/ 490347 w 923925"/>
                <a:gd name="connsiteY2369" fmla="*/ 407099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</a:cxnLst>
              <a:rect l="l" t="t" r="r" b="b"/>
              <a:pathLst>
                <a:path w="923925" h="781050">
                  <a:moveTo>
                    <a:pt x="929545" y="7334"/>
                  </a:moveTo>
                  <a:lnTo>
                    <a:pt x="928687" y="7144"/>
                  </a:lnTo>
                  <a:lnTo>
                    <a:pt x="927925" y="7144"/>
                  </a:lnTo>
                  <a:lnTo>
                    <a:pt x="927449" y="7620"/>
                  </a:lnTo>
                  <a:lnTo>
                    <a:pt x="925544" y="10573"/>
                  </a:lnTo>
                  <a:lnTo>
                    <a:pt x="924973" y="9430"/>
                  </a:lnTo>
                  <a:lnTo>
                    <a:pt x="923544" y="7906"/>
                  </a:lnTo>
                  <a:lnTo>
                    <a:pt x="923258" y="7239"/>
                  </a:lnTo>
                  <a:lnTo>
                    <a:pt x="923353" y="5715"/>
                  </a:lnTo>
                  <a:lnTo>
                    <a:pt x="924496" y="3905"/>
                  </a:lnTo>
                  <a:lnTo>
                    <a:pt x="924782" y="2667"/>
                  </a:lnTo>
                  <a:lnTo>
                    <a:pt x="925354" y="1619"/>
                  </a:lnTo>
                  <a:lnTo>
                    <a:pt x="926687" y="2762"/>
                  </a:lnTo>
                  <a:lnTo>
                    <a:pt x="928307" y="4572"/>
                  </a:lnTo>
                  <a:lnTo>
                    <a:pt x="929545" y="5525"/>
                  </a:lnTo>
                  <a:lnTo>
                    <a:pt x="929831" y="5429"/>
                  </a:lnTo>
                  <a:lnTo>
                    <a:pt x="929831" y="5429"/>
                  </a:lnTo>
                  <a:lnTo>
                    <a:pt x="929449" y="2572"/>
                  </a:lnTo>
                  <a:lnTo>
                    <a:pt x="929069" y="1715"/>
                  </a:lnTo>
                  <a:lnTo>
                    <a:pt x="928211" y="572"/>
                  </a:lnTo>
                  <a:lnTo>
                    <a:pt x="927259" y="191"/>
                  </a:lnTo>
                  <a:lnTo>
                    <a:pt x="926020" y="0"/>
                  </a:lnTo>
                  <a:lnTo>
                    <a:pt x="921925" y="0"/>
                  </a:lnTo>
                  <a:lnTo>
                    <a:pt x="920306" y="95"/>
                  </a:lnTo>
                  <a:lnTo>
                    <a:pt x="919258" y="476"/>
                  </a:lnTo>
                  <a:lnTo>
                    <a:pt x="918782" y="953"/>
                  </a:lnTo>
                  <a:lnTo>
                    <a:pt x="918972" y="1715"/>
                  </a:lnTo>
                  <a:lnTo>
                    <a:pt x="919353" y="2477"/>
                  </a:lnTo>
                  <a:lnTo>
                    <a:pt x="919544" y="3239"/>
                  </a:lnTo>
                  <a:lnTo>
                    <a:pt x="919734" y="4382"/>
                  </a:lnTo>
                  <a:lnTo>
                    <a:pt x="919448" y="6001"/>
                  </a:lnTo>
                  <a:lnTo>
                    <a:pt x="918782" y="7430"/>
                  </a:lnTo>
                  <a:lnTo>
                    <a:pt x="917448" y="8668"/>
                  </a:lnTo>
                  <a:lnTo>
                    <a:pt x="916495" y="8668"/>
                  </a:lnTo>
                  <a:lnTo>
                    <a:pt x="915924" y="8287"/>
                  </a:lnTo>
                  <a:lnTo>
                    <a:pt x="915353" y="7715"/>
                  </a:lnTo>
                  <a:lnTo>
                    <a:pt x="914114" y="7430"/>
                  </a:lnTo>
                  <a:lnTo>
                    <a:pt x="905542" y="11621"/>
                  </a:lnTo>
                  <a:lnTo>
                    <a:pt x="904303" y="12478"/>
                  </a:lnTo>
                  <a:lnTo>
                    <a:pt x="900779" y="15716"/>
                  </a:lnTo>
                  <a:lnTo>
                    <a:pt x="899446" y="16097"/>
                  </a:lnTo>
                  <a:lnTo>
                    <a:pt x="898017" y="16002"/>
                  </a:lnTo>
                  <a:lnTo>
                    <a:pt x="896683" y="15716"/>
                  </a:lnTo>
                  <a:lnTo>
                    <a:pt x="895064" y="15621"/>
                  </a:lnTo>
                  <a:lnTo>
                    <a:pt x="894398" y="16002"/>
                  </a:lnTo>
                  <a:lnTo>
                    <a:pt x="894112" y="16574"/>
                  </a:lnTo>
                  <a:lnTo>
                    <a:pt x="894302" y="17431"/>
                  </a:lnTo>
                  <a:lnTo>
                    <a:pt x="894874" y="18860"/>
                  </a:lnTo>
                  <a:lnTo>
                    <a:pt x="894969" y="19622"/>
                  </a:lnTo>
                  <a:lnTo>
                    <a:pt x="894969" y="19717"/>
                  </a:lnTo>
                  <a:lnTo>
                    <a:pt x="894016" y="21336"/>
                  </a:lnTo>
                  <a:lnTo>
                    <a:pt x="893731" y="22193"/>
                  </a:lnTo>
                  <a:lnTo>
                    <a:pt x="893636" y="22955"/>
                  </a:lnTo>
                  <a:lnTo>
                    <a:pt x="893826" y="23527"/>
                  </a:lnTo>
                  <a:lnTo>
                    <a:pt x="894112" y="24003"/>
                  </a:lnTo>
                  <a:lnTo>
                    <a:pt x="894302" y="24575"/>
                  </a:lnTo>
                  <a:lnTo>
                    <a:pt x="894112" y="25337"/>
                  </a:lnTo>
                  <a:lnTo>
                    <a:pt x="893540" y="26194"/>
                  </a:lnTo>
                  <a:lnTo>
                    <a:pt x="889445" y="31337"/>
                  </a:lnTo>
                  <a:lnTo>
                    <a:pt x="888397" y="31718"/>
                  </a:lnTo>
                  <a:lnTo>
                    <a:pt x="887349" y="31623"/>
                  </a:lnTo>
                  <a:lnTo>
                    <a:pt x="886111" y="31433"/>
                  </a:lnTo>
                  <a:lnTo>
                    <a:pt x="885349" y="31814"/>
                  </a:lnTo>
                  <a:lnTo>
                    <a:pt x="884682" y="32576"/>
                  </a:lnTo>
                  <a:lnTo>
                    <a:pt x="883634" y="35909"/>
                  </a:lnTo>
                  <a:lnTo>
                    <a:pt x="882682" y="38100"/>
                  </a:lnTo>
                  <a:lnTo>
                    <a:pt x="880682" y="40767"/>
                  </a:lnTo>
                  <a:lnTo>
                    <a:pt x="878872" y="42101"/>
                  </a:lnTo>
                  <a:lnTo>
                    <a:pt x="876776" y="42958"/>
                  </a:lnTo>
                  <a:lnTo>
                    <a:pt x="869347" y="43434"/>
                  </a:lnTo>
                  <a:lnTo>
                    <a:pt x="861060" y="45530"/>
                  </a:lnTo>
                  <a:lnTo>
                    <a:pt x="858774" y="45815"/>
                  </a:lnTo>
                  <a:lnTo>
                    <a:pt x="857726" y="45530"/>
                  </a:lnTo>
                  <a:lnTo>
                    <a:pt x="856107" y="44291"/>
                  </a:lnTo>
                  <a:lnTo>
                    <a:pt x="855059" y="43815"/>
                  </a:lnTo>
                  <a:lnTo>
                    <a:pt x="852011" y="43720"/>
                  </a:lnTo>
                  <a:lnTo>
                    <a:pt x="850773" y="43339"/>
                  </a:lnTo>
                  <a:lnTo>
                    <a:pt x="849725" y="42482"/>
                  </a:lnTo>
                  <a:lnTo>
                    <a:pt x="848296" y="41910"/>
                  </a:lnTo>
                  <a:lnTo>
                    <a:pt x="846391" y="41815"/>
                  </a:lnTo>
                  <a:lnTo>
                    <a:pt x="839819" y="43244"/>
                  </a:lnTo>
                  <a:lnTo>
                    <a:pt x="834295" y="43053"/>
                  </a:lnTo>
                  <a:lnTo>
                    <a:pt x="828865" y="43434"/>
                  </a:lnTo>
                  <a:lnTo>
                    <a:pt x="828294" y="43148"/>
                  </a:lnTo>
                  <a:lnTo>
                    <a:pt x="827341" y="42386"/>
                  </a:lnTo>
                  <a:lnTo>
                    <a:pt x="826865" y="42101"/>
                  </a:lnTo>
                  <a:lnTo>
                    <a:pt x="826389" y="41720"/>
                  </a:lnTo>
                  <a:lnTo>
                    <a:pt x="826008" y="41148"/>
                  </a:lnTo>
                  <a:lnTo>
                    <a:pt x="825436" y="39910"/>
                  </a:lnTo>
                  <a:lnTo>
                    <a:pt x="824770" y="38862"/>
                  </a:lnTo>
                  <a:lnTo>
                    <a:pt x="823912" y="37910"/>
                  </a:lnTo>
                  <a:lnTo>
                    <a:pt x="823532" y="37433"/>
                  </a:lnTo>
                  <a:lnTo>
                    <a:pt x="823246" y="36862"/>
                  </a:lnTo>
                  <a:lnTo>
                    <a:pt x="822770" y="35528"/>
                  </a:lnTo>
                  <a:lnTo>
                    <a:pt x="821531" y="31814"/>
                  </a:lnTo>
                  <a:lnTo>
                    <a:pt x="820293" y="30194"/>
                  </a:lnTo>
                  <a:lnTo>
                    <a:pt x="819912" y="29528"/>
                  </a:lnTo>
                  <a:lnTo>
                    <a:pt x="818960" y="24479"/>
                  </a:lnTo>
                  <a:lnTo>
                    <a:pt x="817054" y="19812"/>
                  </a:lnTo>
                  <a:lnTo>
                    <a:pt x="814578" y="18669"/>
                  </a:lnTo>
                  <a:lnTo>
                    <a:pt x="813625" y="18574"/>
                  </a:lnTo>
                  <a:lnTo>
                    <a:pt x="812673" y="18574"/>
                  </a:lnTo>
                  <a:lnTo>
                    <a:pt x="811816" y="18955"/>
                  </a:lnTo>
                  <a:lnTo>
                    <a:pt x="811054" y="19622"/>
                  </a:lnTo>
                  <a:lnTo>
                    <a:pt x="810958" y="19717"/>
                  </a:lnTo>
                  <a:lnTo>
                    <a:pt x="810673" y="20384"/>
                  </a:lnTo>
                  <a:lnTo>
                    <a:pt x="810482" y="21146"/>
                  </a:lnTo>
                  <a:lnTo>
                    <a:pt x="810482" y="22098"/>
                  </a:lnTo>
                  <a:lnTo>
                    <a:pt x="810673" y="23146"/>
                  </a:lnTo>
                  <a:lnTo>
                    <a:pt x="810958" y="24003"/>
                  </a:lnTo>
                  <a:lnTo>
                    <a:pt x="811149" y="24956"/>
                  </a:lnTo>
                  <a:lnTo>
                    <a:pt x="811244" y="26099"/>
                  </a:lnTo>
                  <a:lnTo>
                    <a:pt x="810863" y="27623"/>
                  </a:lnTo>
                  <a:lnTo>
                    <a:pt x="810292" y="28289"/>
                  </a:lnTo>
                  <a:lnTo>
                    <a:pt x="809625" y="28385"/>
                  </a:lnTo>
                  <a:lnTo>
                    <a:pt x="808863" y="27813"/>
                  </a:lnTo>
                  <a:lnTo>
                    <a:pt x="808196" y="26575"/>
                  </a:lnTo>
                  <a:lnTo>
                    <a:pt x="806006" y="19526"/>
                  </a:lnTo>
                  <a:lnTo>
                    <a:pt x="805434" y="18288"/>
                  </a:lnTo>
                  <a:lnTo>
                    <a:pt x="803815" y="15716"/>
                  </a:lnTo>
                  <a:lnTo>
                    <a:pt x="799148" y="10478"/>
                  </a:lnTo>
                  <a:lnTo>
                    <a:pt x="798195" y="9049"/>
                  </a:lnTo>
                  <a:lnTo>
                    <a:pt x="796481" y="5715"/>
                  </a:lnTo>
                  <a:lnTo>
                    <a:pt x="795242" y="3905"/>
                  </a:lnTo>
                  <a:lnTo>
                    <a:pt x="794290" y="3715"/>
                  </a:lnTo>
                  <a:lnTo>
                    <a:pt x="793528" y="4191"/>
                  </a:lnTo>
                  <a:lnTo>
                    <a:pt x="792956" y="5429"/>
                  </a:lnTo>
                  <a:lnTo>
                    <a:pt x="792480" y="6953"/>
                  </a:lnTo>
                  <a:lnTo>
                    <a:pt x="792194" y="8477"/>
                  </a:lnTo>
                  <a:lnTo>
                    <a:pt x="791528" y="9906"/>
                  </a:lnTo>
                  <a:lnTo>
                    <a:pt x="790575" y="11144"/>
                  </a:lnTo>
                  <a:lnTo>
                    <a:pt x="788384" y="11811"/>
                  </a:lnTo>
                  <a:lnTo>
                    <a:pt x="787432" y="12478"/>
                  </a:lnTo>
                  <a:lnTo>
                    <a:pt x="786670" y="13335"/>
                  </a:lnTo>
                  <a:lnTo>
                    <a:pt x="785717" y="16288"/>
                  </a:lnTo>
                  <a:lnTo>
                    <a:pt x="784955" y="17717"/>
                  </a:lnTo>
                  <a:lnTo>
                    <a:pt x="784193" y="18479"/>
                  </a:lnTo>
                  <a:lnTo>
                    <a:pt x="783050" y="18860"/>
                  </a:lnTo>
                  <a:lnTo>
                    <a:pt x="782383" y="18574"/>
                  </a:lnTo>
                  <a:lnTo>
                    <a:pt x="781907" y="17717"/>
                  </a:lnTo>
                  <a:lnTo>
                    <a:pt x="781336" y="14764"/>
                  </a:lnTo>
                  <a:lnTo>
                    <a:pt x="780860" y="13335"/>
                  </a:lnTo>
                  <a:lnTo>
                    <a:pt x="780193" y="12192"/>
                  </a:lnTo>
                  <a:lnTo>
                    <a:pt x="779240" y="11240"/>
                  </a:lnTo>
                  <a:lnTo>
                    <a:pt x="777907" y="10668"/>
                  </a:lnTo>
                  <a:lnTo>
                    <a:pt x="777145" y="11144"/>
                  </a:lnTo>
                  <a:lnTo>
                    <a:pt x="776954" y="12192"/>
                  </a:lnTo>
                  <a:lnTo>
                    <a:pt x="778097" y="16383"/>
                  </a:lnTo>
                  <a:lnTo>
                    <a:pt x="778002" y="17431"/>
                  </a:lnTo>
                  <a:lnTo>
                    <a:pt x="777716" y="18288"/>
                  </a:lnTo>
                  <a:lnTo>
                    <a:pt x="776287" y="19336"/>
                  </a:lnTo>
                  <a:lnTo>
                    <a:pt x="776192" y="19526"/>
                  </a:lnTo>
                  <a:lnTo>
                    <a:pt x="776192" y="19622"/>
                  </a:lnTo>
                  <a:lnTo>
                    <a:pt x="776192" y="19622"/>
                  </a:lnTo>
                  <a:lnTo>
                    <a:pt x="776764" y="20574"/>
                  </a:lnTo>
                  <a:lnTo>
                    <a:pt x="776954" y="21241"/>
                  </a:lnTo>
                  <a:lnTo>
                    <a:pt x="776859" y="22479"/>
                  </a:lnTo>
                  <a:lnTo>
                    <a:pt x="776287" y="23527"/>
                  </a:lnTo>
                  <a:lnTo>
                    <a:pt x="774668" y="24289"/>
                  </a:lnTo>
                  <a:lnTo>
                    <a:pt x="773335" y="24003"/>
                  </a:lnTo>
                  <a:lnTo>
                    <a:pt x="770858" y="22193"/>
                  </a:lnTo>
                  <a:lnTo>
                    <a:pt x="769620" y="21431"/>
                  </a:lnTo>
                  <a:lnTo>
                    <a:pt x="766858" y="20574"/>
                  </a:lnTo>
                  <a:lnTo>
                    <a:pt x="765429" y="19812"/>
                  </a:lnTo>
                  <a:lnTo>
                    <a:pt x="765143" y="19526"/>
                  </a:lnTo>
                  <a:lnTo>
                    <a:pt x="763810" y="19145"/>
                  </a:lnTo>
                  <a:lnTo>
                    <a:pt x="762667" y="19241"/>
                  </a:lnTo>
                  <a:lnTo>
                    <a:pt x="761619" y="19431"/>
                  </a:lnTo>
                  <a:lnTo>
                    <a:pt x="760571" y="19717"/>
                  </a:lnTo>
                  <a:lnTo>
                    <a:pt x="758952" y="20669"/>
                  </a:lnTo>
                  <a:lnTo>
                    <a:pt x="758761" y="21717"/>
                  </a:lnTo>
                  <a:lnTo>
                    <a:pt x="758857" y="22479"/>
                  </a:lnTo>
                  <a:lnTo>
                    <a:pt x="759333" y="23146"/>
                  </a:lnTo>
                  <a:lnTo>
                    <a:pt x="760000" y="23717"/>
                  </a:lnTo>
                  <a:lnTo>
                    <a:pt x="760476" y="24384"/>
                  </a:lnTo>
                  <a:lnTo>
                    <a:pt x="760952" y="25337"/>
                  </a:lnTo>
                  <a:lnTo>
                    <a:pt x="761619" y="27432"/>
                  </a:lnTo>
                  <a:lnTo>
                    <a:pt x="762000" y="28099"/>
                  </a:lnTo>
                  <a:lnTo>
                    <a:pt x="764381" y="31147"/>
                  </a:lnTo>
                  <a:lnTo>
                    <a:pt x="764953" y="31528"/>
                  </a:lnTo>
                  <a:lnTo>
                    <a:pt x="765429" y="31718"/>
                  </a:lnTo>
                  <a:lnTo>
                    <a:pt x="766000" y="31718"/>
                  </a:lnTo>
                  <a:lnTo>
                    <a:pt x="766667" y="31814"/>
                  </a:lnTo>
                  <a:lnTo>
                    <a:pt x="767239" y="32004"/>
                  </a:lnTo>
                  <a:lnTo>
                    <a:pt x="767524" y="32385"/>
                  </a:lnTo>
                  <a:lnTo>
                    <a:pt x="767906" y="33814"/>
                  </a:lnTo>
                  <a:lnTo>
                    <a:pt x="768191" y="34385"/>
                  </a:lnTo>
                  <a:lnTo>
                    <a:pt x="768667" y="34862"/>
                  </a:lnTo>
                  <a:lnTo>
                    <a:pt x="769239" y="35147"/>
                  </a:lnTo>
                  <a:lnTo>
                    <a:pt x="769715" y="35528"/>
                  </a:lnTo>
                  <a:lnTo>
                    <a:pt x="769811" y="36290"/>
                  </a:lnTo>
                  <a:lnTo>
                    <a:pt x="769429" y="37433"/>
                  </a:lnTo>
                  <a:lnTo>
                    <a:pt x="768001" y="38672"/>
                  </a:lnTo>
                  <a:lnTo>
                    <a:pt x="766382" y="39434"/>
                  </a:lnTo>
                  <a:lnTo>
                    <a:pt x="763905" y="40196"/>
                  </a:lnTo>
                  <a:lnTo>
                    <a:pt x="762095" y="41243"/>
                  </a:lnTo>
                  <a:lnTo>
                    <a:pt x="758476" y="44006"/>
                  </a:lnTo>
                  <a:lnTo>
                    <a:pt x="755618" y="46768"/>
                  </a:lnTo>
                  <a:lnTo>
                    <a:pt x="753808" y="48101"/>
                  </a:lnTo>
                  <a:lnTo>
                    <a:pt x="747427" y="50959"/>
                  </a:lnTo>
                  <a:lnTo>
                    <a:pt x="746189" y="50768"/>
                  </a:lnTo>
                  <a:lnTo>
                    <a:pt x="745141" y="50006"/>
                  </a:lnTo>
                  <a:lnTo>
                    <a:pt x="744093" y="48863"/>
                  </a:lnTo>
                  <a:lnTo>
                    <a:pt x="742760" y="48197"/>
                  </a:lnTo>
                  <a:lnTo>
                    <a:pt x="741521" y="47911"/>
                  </a:lnTo>
                  <a:lnTo>
                    <a:pt x="739997" y="48101"/>
                  </a:lnTo>
                  <a:lnTo>
                    <a:pt x="738759" y="48863"/>
                  </a:lnTo>
                  <a:lnTo>
                    <a:pt x="736759" y="50864"/>
                  </a:lnTo>
                  <a:lnTo>
                    <a:pt x="735425" y="52578"/>
                  </a:lnTo>
                  <a:lnTo>
                    <a:pt x="732853" y="57055"/>
                  </a:lnTo>
                  <a:lnTo>
                    <a:pt x="731615" y="58769"/>
                  </a:lnTo>
                  <a:lnTo>
                    <a:pt x="730282" y="60293"/>
                  </a:lnTo>
                  <a:lnTo>
                    <a:pt x="727424" y="63056"/>
                  </a:lnTo>
                  <a:lnTo>
                    <a:pt x="727139" y="63627"/>
                  </a:lnTo>
                  <a:lnTo>
                    <a:pt x="727043" y="64484"/>
                  </a:lnTo>
                  <a:lnTo>
                    <a:pt x="727043" y="65437"/>
                  </a:lnTo>
                  <a:lnTo>
                    <a:pt x="726853" y="66580"/>
                  </a:lnTo>
                  <a:lnTo>
                    <a:pt x="726567" y="67628"/>
                  </a:lnTo>
                  <a:lnTo>
                    <a:pt x="726377" y="68580"/>
                  </a:lnTo>
                  <a:lnTo>
                    <a:pt x="726567" y="69533"/>
                  </a:lnTo>
                  <a:lnTo>
                    <a:pt x="728282" y="72200"/>
                  </a:lnTo>
                  <a:lnTo>
                    <a:pt x="729139" y="74486"/>
                  </a:lnTo>
                  <a:lnTo>
                    <a:pt x="729520" y="75057"/>
                  </a:lnTo>
                  <a:lnTo>
                    <a:pt x="730282" y="75152"/>
                  </a:lnTo>
                  <a:lnTo>
                    <a:pt x="732187" y="74867"/>
                  </a:lnTo>
                  <a:lnTo>
                    <a:pt x="732853" y="74867"/>
                  </a:lnTo>
                  <a:lnTo>
                    <a:pt x="733235" y="75152"/>
                  </a:lnTo>
                  <a:lnTo>
                    <a:pt x="733520" y="75533"/>
                  </a:lnTo>
                  <a:lnTo>
                    <a:pt x="733711" y="77153"/>
                  </a:lnTo>
                  <a:lnTo>
                    <a:pt x="728282" y="83915"/>
                  </a:lnTo>
                  <a:lnTo>
                    <a:pt x="727900" y="84868"/>
                  </a:lnTo>
                  <a:lnTo>
                    <a:pt x="727520" y="86296"/>
                  </a:lnTo>
                  <a:lnTo>
                    <a:pt x="727996" y="86963"/>
                  </a:lnTo>
                  <a:lnTo>
                    <a:pt x="728567" y="87630"/>
                  </a:lnTo>
                  <a:lnTo>
                    <a:pt x="728948" y="88773"/>
                  </a:lnTo>
                  <a:lnTo>
                    <a:pt x="729044" y="90392"/>
                  </a:lnTo>
                  <a:lnTo>
                    <a:pt x="728472" y="93631"/>
                  </a:lnTo>
                  <a:lnTo>
                    <a:pt x="727424" y="94679"/>
                  </a:lnTo>
                  <a:lnTo>
                    <a:pt x="726186" y="95060"/>
                  </a:lnTo>
                  <a:lnTo>
                    <a:pt x="724662" y="94964"/>
                  </a:lnTo>
                  <a:lnTo>
                    <a:pt x="723710" y="95060"/>
                  </a:lnTo>
                  <a:lnTo>
                    <a:pt x="722566" y="95536"/>
                  </a:lnTo>
                  <a:lnTo>
                    <a:pt x="718375" y="97631"/>
                  </a:lnTo>
                  <a:lnTo>
                    <a:pt x="717328" y="97822"/>
                  </a:lnTo>
                  <a:lnTo>
                    <a:pt x="712851" y="98012"/>
                  </a:lnTo>
                  <a:lnTo>
                    <a:pt x="711803" y="97727"/>
                  </a:lnTo>
                  <a:lnTo>
                    <a:pt x="711041" y="97155"/>
                  </a:lnTo>
                  <a:lnTo>
                    <a:pt x="710660" y="96203"/>
                  </a:lnTo>
                  <a:lnTo>
                    <a:pt x="710660" y="95155"/>
                  </a:lnTo>
                  <a:lnTo>
                    <a:pt x="710946" y="93059"/>
                  </a:lnTo>
                  <a:lnTo>
                    <a:pt x="710660" y="92107"/>
                  </a:lnTo>
                  <a:lnTo>
                    <a:pt x="709803" y="91440"/>
                  </a:lnTo>
                  <a:lnTo>
                    <a:pt x="707803" y="91345"/>
                  </a:lnTo>
                  <a:lnTo>
                    <a:pt x="706374" y="90869"/>
                  </a:lnTo>
                  <a:lnTo>
                    <a:pt x="705136" y="89916"/>
                  </a:lnTo>
                  <a:lnTo>
                    <a:pt x="703993" y="89154"/>
                  </a:lnTo>
                  <a:lnTo>
                    <a:pt x="702564" y="88773"/>
                  </a:lnTo>
                  <a:lnTo>
                    <a:pt x="700183" y="89154"/>
                  </a:lnTo>
                  <a:lnTo>
                    <a:pt x="699040" y="89821"/>
                  </a:lnTo>
                  <a:lnTo>
                    <a:pt x="698373" y="90678"/>
                  </a:lnTo>
                  <a:lnTo>
                    <a:pt x="698468" y="91916"/>
                  </a:lnTo>
                  <a:lnTo>
                    <a:pt x="699230" y="94774"/>
                  </a:lnTo>
                  <a:lnTo>
                    <a:pt x="699135" y="96298"/>
                  </a:lnTo>
                  <a:lnTo>
                    <a:pt x="698659" y="97727"/>
                  </a:lnTo>
                  <a:lnTo>
                    <a:pt x="697516" y="99346"/>
                  </a:lnTo>
                  <a:lnTo>
                    <a:pt x="696182" y="100203"/>
                  </a:lnTo>
                  <a:lnTo>
                    <a:pt x="692658" y="101537"/>
                  </a:lnTo>
                  <a:lnTo>
                    <a:pt x="688943" y="104108"/>
                  </a:lnTo>
                  <a:lnTo>
                    <a:pt x="686943" y="105156"/>
                  </a:lnTo>
                  <a:lnTo>
                    <a:pt x="685705" y="106013"/>
                  </a:lnTo>
                  <a:lnTo>
                    <a:pt x="684943" y="106871"/>
                  </a:lnTo>
                  <a:lnTo>
                    <a:pt x="684657" y="107918"/>
                  </a:lnTo>
                  <a:lnTo>
                    <a:pt x="684086" y="110776"/>
                  </a:lnTo>
                  <a:lnTo>
                    <a:pt x="683609" y="112014"/>
                  </a:lnTo>
                  <a:lnTo>
                    <a:pt x="682466" y="113347"/>
                  </a:lnTo>
                  <a:lnTo>
                    <a:pt x="681704" y="113443"/>
                  </a:lnTo>
                  <a:lnTo>
                    <a:pt x="680180" y="112586"/>
                  </a:lnTo>
                  <a:lnTo>
                    <a:pt x="679228" y="112395"/>
                  </a:lnTo>
                  <a:lnTo>
                    <a:pt x="677799" y="112300"/>
                  </a:lnTo>
                  <a:lnTo>
                    <a:pt x="676846" y="112014"/>
                  </a:lnTo>
                  <a:lnTo>
                    <a:pt x="676085" y="111443"/>
                  </a:lnTo>
                  <a:lnTo>
                    <a:pt x="675608" y="110680"/>
                  </a:lnTo>
                  <a:lnTo>
                    <a:pt x="675323" y="109538"/>
                  </a:lnTo>
                  <a:lnTo>
                    <a:pt x="675323" y="108299"/>
                  </a:lnTo>
                  <a:lnTo>
                    <a:pt x="675608" y="106871"/>
                  </a:lnTo>
                  <a:lnTo>
                    <a:pt x="677132" y="103537"/>
                  </a:lnTo>
                  <a:lnTo>
                    <a:pt x="677323" y="102584"/>
                  </a:lnTo>
                  <a:lnTo>
                    <a:pt x="677323" y="101632"/>
                  </a:lnTo>
                  <a:lnTo>
                    <a:pt x="677037" y="100679"/>
                  </a:lnTo>
                  <a:lnTo>
                    <a:pt x="676465" y="99632"/>
                  </a:lnTo>
                  <a:lnTo>
                    <a:pt x="675799" y="98774"/>
                  </a:lnTo>
                  <a:lnTo>
                    <a:pt x="675037" y="98012"/>
                  </a:lnTo>
                  <a:lnTo>
                    <a:pt x="669322" y="92869"/>
                  </a:lnTo>
                  <a:lnTo>
                    <a:pt x="667988" y="91250"/>
                  </a:lnTo>
                  <a:lnTo>
                    <a:pt x="667321" y="89821"/>
                  </a:lnTo>
                  <a:lnTo>
                    <a:pt x="667226" y="88392"/>
                  </a:lnTo>
                  <a:lnTo>
                    <a:pt x="667512" y="85916"/>
                  </a:lnTo>
                  <a:lnTo>
                    <a:pt x="667417" y="84963"/>
                  </a:lnTo>
                  <a:lnTo>
                    <a:pt x="667226" y="84201"/>
                  </a:lnTo>
                  <a:lnTo>
                    <a:pt x="666845" y="83439"/>
                  </a:lnTo>
                  <a:lnTo>
                    <a:pt x="666655" y="82772"/>
                  </a:lnTo>
                  <a:lnTo>
                    <a:pt x="666655" y="81820"/>
                  </a:lnTo>
                  <a:lnTo>
                    <a:pt x="666750" y="80772"/>
                  </a:lnTo>
                  <a:lnTo>
                    <a:pt x="666750" y="80010"/>
                  </a:lnTo>
                  <a:lnTo>
                    <a:pt x="666274" y="78962"/>
                  </a:lnTo>
                  <a:lnTo>
                    <a:pt x="665702" y="78772"/>
                  </a:lnTo>
                  <a:lnTo>
                    <a:pt x="664464" y="78962"/>
                  </a:lnTo>
                  <a:lnTo>
                    <a:pt x="663416" y="78772"/>
                  </a:lnTo>
                  <a:lnTo>
                    <a:pt x="662083" y="78105"/>
                  </a:lnTo>
                  <a:lnTo>
                    <a:pt x="660082" y="77534"/>
                  </a:lnTo>
                  <a:lnTo>
                    <a:pt x="658844" y="77915"/>
                  </a:lnTo>
                  <a:lnTo>
                    <a:pt x="657796" y="78962"/>
                  </a:lnTo>
                  <a:lnTo>
                    <a:pt x="656368" y="82582"/>
                  </a:lnTo>
                  <a:lnTo>
                    <a:pt x="655511" y="84296"/>
                  </a:lnTo>
                  <a:lnTo>
                    <a:pt x="651415" y="89249"/>
                  </a:lnTo>
                  <a:lnTo>
                    <a:pt x="650939" y="90107"/>
                  </a:lnTo>
                  <a:lnTo>
                    <a:pt x="650748" y="90678"/>
                  </a:lnTo>
                  <a:lnTo>
                    <a:pt x="650939" y="92869"/>
                  </a:lnTo>
                  <a:lnTo>
                    <a:pt x="650939" y="94583"/>
                  </a:lnTo>
                  <a:lnTo>
                    <a:pt x="650653" y="96488"/>
                  </a:lnTo>
                  <a:lnTo>
                    <a:pt x="648938" y="100870"/>
                  </a:lnTo>
                  <a:lnTo>
                    <a:pt x="648748" y="101727"/>
                  </a:lnTo>
                  <a:lnTo>
                    <a:pt x="648843" y="102394"/>
                  </a:lnTo>
                  <a:lnTo>
                    <a:pt x="649795" y="104394"/>
                  </a:lnTo>
                  <a:lnTo>
                    <a:pt x="649891" y="105632"/>
                  </a:lnTo>
                  <a:lnTo>
                    <a:pt x="649415" y="107347"/>
                  </a:lnTo>
                  <a:lnTo>
                    <a:pt x="648653" y="108776"/>
                  </a:lnTo>
                  <a:lnTo>
                    <a:pt x="644842" y="114681"/>
                  </a:lnTo>
                  <a:lnTo>
                    <a:pt x="644176" y="116110"/>
                  </a:lnTo>
                  <a:lnTo>
                    <a:pt x="643985" y="117443"/>
                  </a:lnTo>
                  <a:lnTo>
                    <a:pt x="644366" y="118396"/>
                  </a:lnTo>
                  <a:lnTo>
                    <a:pt x="645509" y="119729"/>
                  </a:lnTo>
                  <a:lnTo>
                    <a:pt x="648938" y="122301"/>
                  </a:lnTo>
                  <a:lnTo>
                    <a:pt x="649605" y="123254"/>
                  </a:lnTo>
                  <a:lnTo>
                    <a:pt x="649795" y="124206"/>
                  </a:lnTo>
                  <a:lnTo>
                    <a:pt x="649319" y="125159"/>
                  </a:lnTo>
                  <a:lnTo>
                    <a:pt x="648271" y="125825"/>
                  </a:lnTo>
                  <a:lnTo>
                    <a:pt x="646938" y="126492"/>
                  </a:lnTo>
                  <a:lnTo>
                    <a:pt x="646462" y="127445"/>
                  </a:lnTo>
                  <a:lnTo>
                    <a:pt x="646557" y="128969"/>
                  </a:lnTo>
                  <a:lnTo>
                    <a:pt x="647033" y="131159"/>
                  </a:lnTo>
                  <a:lnTo>
                    <a:pt x="647319" y="132969"/>
                  </a:lnTo>
                  <a:lnTo>
                    <a:pt x="647128" y="134588"/>
                  </a:lnTo>
                  <a:lnTo>
                    <a:pt x="646366" y="135636"/>
                  </a:lnTo>
                  <a:lnTo>
                    <a:pt x="645128" y="135922"/>
                  </a:lnTo>
                  <a:lnTo>
                    <a:pt x="642080" y="135636"/>
                  </a:lnTo>
                  <a:lnTo>
                    <a:pt x="640175" y="136017"/>
                  </a:lnTo>
                  <a:lnTo>
                    <a:pt x="639128" y="136970"/>
                  </a:lnTo>
                  <a:lnTo>
                    <a:pt x="638365" y="138494"/>
                  </a:lnTo>
                  <a:lnTo>
                    <a:pt x="637889" y="140018"/>
                  </a:lnTo>
                  <a:lnTo>
                    <a:pt x="637032" y="141256"/>
                  </a:lnTo>
                  <a:lnTo>
                    <a:pt x="635794" y="141827"/>
                  </a:lnTo>
                  <a:lnTo>
                    <a:pt x="634556" y="141637"/>
                  </a:lnTo>
                  <a:lnTo>
                    <a:pt x="633603" y="141256"/>
                  </a:lnTo>
                  <a:lnTo>
                    <a:pt x="632936" y="141065"/>
                  </a:lnTo>
                  <a:lnTo>
                    <a:pt x="632079" y="141065"/>
                  </a:lnTo>
                  <a:lnTo>
                    <a:pt x="630365" y="141161"/>
                  </a:lnTo>
                  <a:lnTo>
                    <a:pt x="628936" y="140970"/>
                  </a:lnTo>
                  <a:lnTo>
                    <a:pt x="628840" y="140875"/>
                  </a:lnTo>
                  <a:lnTo>
                    <a:pt x="626840" y="138684"/>
                  </a:lnTo>
                  <a:lnTo>
                    <a:pt x="625221" y="137446"/>
                  </a:lnTo>
                  <a:lnTo>
                    <a:pt x="623221" y="136208"/>
                  </a:lnTo>
                  <a:lnTo>
                    <a:pt x="618649" y="134874"/>
                  </a:lnTo>
                  <a:lnTo>
                    <a:pt x="612934" y="135636"/>
                  </a:lnTo>
                  <a:lnTo>
                    <a:pt x="607504" y="139637"/>
                  </a:lnTo>
                  <a:lnTo>
                    <a:pt x="603218" y="140494"/>
                  </a:lnTo>
                  <a:lnTo>
                    <a:pt x="599218" y="140779"/>
                  </a:lnTo>
                  <a:lnTo>
                    <a:pt x="587883" y="148304"/>
                  </a:lnTo>
                  <a:lnTo>
                    <a:pt x="580263" y="151829"/>
                  </a:lnTo>
                  <a:lnTo>
                    <a:pt x="580263" y="151829"/>
                  </a:lnTo>
                  <a:lnTo>
                    <a:pt x="580835" y="154686"/>
                  </a:lnTo>
                  <a:lnTo>
                    <a:pt x="581501" y="155543"/>
                  </a:lnTo>
                  <a:lnTo>
                    <a:pt x="582930" y="156496"/>
                  </a:lnTo>
                  <a:lnTo>
                    <a:pt x="583597" y="157448"/>
                  </a:lnTo>
                  <a:lnTo>
                    <a:pt x="584168" y="158687"/>
                  </a:lnTo>
                  <a:lnTo>
                    <a:pt x="584359" y="159734"/>
                  </a:lnTo>
                  <a:lnTo>
                    <a:pt x="583597" y="160306"/>
                  </a:lnTo>
                  <a:lnTo>
                    <a:pt x="582930" y="161163"/>
                  </a:lnTo>
                  <a:lnTo>
                    <a:pt x="580835" y="161449"/>
                  </a:lnTo>
                  <a:lnTo>
                    <a:pt x="579596" y="162878"/>
                  </a:lnTo>
                  <a:lnTo>
                    <a:pt x="577977" y="162496"/>
                  </a:lnTo>
                  <a:lnTo>
                    <a:pt x="576929" y="162782"/>
                  </a:lnTo>
                  <a:lnTo>
                    <a:pt x="576262" y="163259"/>
                  </a:lnTo>
                  <a:lnTo>
                    <a:pt x="574643" y="164497"/>
                  </a:lnTo>
                  <a:lnTo>
                    <a:pt x="573977" y="165163"/>
                  </a:lnTo>
                  <a:lnTo>
                    <a:pt x="574548" y="167354"/>
                  </a:lnTo>
                  <a:lnTo>
                    <a:pt x="573786" y="168402"/>
                  </a:lnTo>
                  <a:lnTo>
                    <a:pt x="573024" y="169069"/>
                  </a:lnTo>
                  <a:lnTo>
                    <a:pt x="571881" y="169450"/>
                  </a:lnTo>
                  <a:lnTo>
                    <a:pt x="569404" y="169640"/>
                  </a:lnTo>
                  <a:lnTo>
                    <a:pt x="568166" y="169640"/>
                  </a:lnTo>
                  <a:lnTo>
                    <a:pt x="565975" y="170021"/>
                  </a:lnTo>
                  <a:lnTo>
                    <a:pt x="565499" y="170497"/>
                  </a:lnTo>
                  <a:lnTo>
                    <a:pt x="564832" y="171926"/>
                  </a:lnTo>
                  <a:lnTo>
                    <a:pt x="564452" y="172307"/>
                  </a:lnTo>
                  <a:lnTo>
                    <a:pt x="561308" y="173927"/>
                  </a:lnTo>
                  <a:lnTo>
                    <a:pt x="560737" y="174498"/>
                  </a:lnTo>
                  <a:lnTo>
                    <a:pt x="560356" y="175355"/>
                  </a:lnTo>
                  <a:lnTo>
                    <a:pt x="560261" y="176213"/>
                  </a:lnTo>
                  <a:lnTo>
                    <a:pt x="560165" y="177260"/>
                  </a:lnTo>
                  <a:lnTo>
                    <a:pt x="560165" y="179070"/>
                  </a:lnTo>
                  <a:lnTo>
                    <a:pt x="559784" y="179642"/>
                  </a:lnTo>
                  <a:lnTo>
                    <a:pt x="558832" y="180404"/>
                  </a:lnTo>
                  <a:lnTo>
                    <a:pt x="558070" y="181642"/>
                  </a:lnTo>
                  <a:lnTo>
                    <a:pt x="557212" y="183547"/>
                  </a:lnTo>
                  <a:lnTo>
                    <a:pt x="557022" y="184213"/>
                  </a:lnTo>
                  <a:lnTo>
                    <a:pt x="555879" y="186023"/>
                  </a:lnTo>
                  <a:lnTo>
                    <a:pt x="554165" y="187452"/>
                  </a:lnTo>
                  <a:lnTo>
                    <a:pt x="553307" y="188500"/>
                  </a:lnTo>
                  <a:lnTo>
                    <a:pt x="553021" y="189262"/>
                  </a:lnTo>
                  <a:lnTo>
                    <a:pt x="553021" y="189929"/>
                  </a:lnTo>
                  <a:lnTo>
                    <a:pt x="552640" y="190214"/>
                  </a:lnTo>
                  <a:lnTo>
                    <a:pt x="552069" y="190881"/>
                  </a:lnTo>
                  <a:lnTo>
                    <a:pt x="553212" y="191738"/>
                  </a:lnTo>
                  <a:lnTo>
                    <a:pt x="554165" y="192596"/>
                  </a:lnTo>
                  <a:lnTo>
                    <a:pt x="554545" y="192977"/>
                  </a:lnTo>
                  <a:lnTo>
                    <a:pt x="554545" y="193358"/>
                  </a:lnTo>
                  <a:lnTo>
                    <a:pt x="554165" y="193929"/>
                  </a:lnTo>
                  <a:lnTo>
                    <a:pt x="553403" y="194786"/>
                  </a:lnTo>
                  <a:lnTo>
                    <a:pt x="552831" y="195739"/>
                  </a:lnTo>
                  <a:lnTo>
                    <a:pt x="551974" y="196977"/>
                  </a:lnTo>
                  <a:lnTo>
                    <a:pt x="551783" y="197929"/>
                  </a:lnTo>
                  <a:lnTo>
                    <a:pt x="551593" y="200501"/>
                  </a:lnTo>
                  <a:lnTo>
                    <a:pt x="551783" y="201549"/>
                  </a:lnTo>
                  <a:lnTo>
                    <a:pt x="551593" y="202978"/>
                  </a:lnTo>
                  <a:lnTo>
                    <a:pt x="551021" y="204502"/>
                  </a:lnTo>
                  <a:lnTo>
                    <a:pt x="551021" y="205835"/>
                  </a:lnTo>
                  <a:lnTo>
                    <a:pt x="551307" y="206502"/>
                  </a:lnTo>
                  <a:lnTo>
                    <a:pt x="551212" y="207264"/>
                  </a:lnTo>
                  <a:lnTo>
                    <a:pt x="551021" y="207836"/>
                  </a:lnTo>
                  <a:lnTo>
                    <a:pt x="549688" y="209836"/>
                  </a:lnTo>
                  <a:lnTo>
                    <a:pt x="548545" y="211360"/>
                  </a:lnTo>
                  <a:lnTo>
                    <a:pt x="546830" y="213074"/>
                  </a:lnTo>
                  <a:lnTo>
                    <a:pt x="546164" y="213932"/>
                  </a:lnTo>
                  <a:lnTo>
                    <a:pt x="545497" y="214884"/>
                  </a:lnTo>
                  <a:lnTo>
                    <a:pt x="544925" y="215932"/>
                  </a:lnTo>
                  <a:lnTo>
                    <a:pt x="543973" y="216789"/>
                  </a:lnTo>
                  <a:lnTo>
                    <a:pt x="542449" y="217170"/>
                  </a:lnTo>
                  <a:lnTo>
                    <a:pt x="542258" y="217837"/>
                  </a:lnTo>
                  <a:lnTo>
                    <a:pt x="541973" y="218408"/>
                  </a:lnTo>
                  <a:lnTo>
                    <a:pt x="540925" y="218408"/>
                  </a:lnTo>
                  <a:lnTo>
                    <a:pt x="538448" y="219170"/>
                  </a:lnTo>
                  <a:lnTo>
                    <a:pt x="537686" y="219075"/>
                  </a:lnTo>
                  <a:lnTo>
                    <a:pt x="536924" y="218980"/>
                  </a:lnTo>
                  <a:lnTo>
                    <a:pt x="535972" y="218599"/>
                  </a:lnTo>
                  <a:lnTo>
                    <a:pt x="534353" y="217646"/>
                  </a:lnTo>
                  <a:lnTo>
                    <a:pt x="533590" y="216789"/>
                  </a:lnTo>
                  <a:lnTo>
                    <a:pt x="533590" y="215646"/>
                  </a:lnTo>
                  <a:lnTo>
                    <a:pt x="532924" y="215075"/>
                  </a:lnTo>
                  <a:lnTo>
                    <a:pt x="532162" y="214789"/>
                  </a:lnTo>
                  <a:lnTo>
                    <a:pt x="531495" y="214979"/>
                  </a:lnTo>
                  <a:lnTo>
                    <a:pt x="531209" y="215170"/>
                  </a:lnTo>
                  <a:lnTo>
                    <a:pt x="529971" y="216884"/>
                  </a:lnTo>
                  <a:lnTo>
                    <a:pt x="528828" y="218694"/>
                  </a:lnTo>
                  <a:lnTo>
                    <a:pt x="528542" y="219646"/>
                  </a:lnTo>
                  <a:lnTo>
                    <a:pt x="527399" y="221456"/>
                  </a:lnTo>
                  <a:lnTo>
                    <a:pt x="526542" y="222409"/>
                  </a:lnTo>
                  <a:lnTo>
                    <a:pt x="524828" y="223552"/>
                  </a:lnTo>
                  <a:lnTo>
                    <a:pt x="524256" y="223361"/>
                  </a:lnTo>
                  <a:lnTo>
                    <a:pt x="523685" y="223266"/>
                  </a:lnTo>
                  <a:lnTo>
                    <a:pt x="521017" y="223266"/>
                  </a:lnTo>
                  <a:lnTo>
                    <a:pt x="519208" y="223361"/>
                  </a:lnTo>
                  <a:lnTo>
                    <a:pt x="515969" y="222695"/>
                  </a:lnTo>
                  <a:lnTo>
                    <a:pt x="514921" y="223361"/>
                  </a:lnTo>
                  <a:lnTo>
                    <a:pt x="514540" y="224314"/>
                  </a:lnTo>
                  <a:lnTo>
                    <a:pt x="513778" y="225457"/>
                  </a:lnTo>
                  <a:lnTo>
                    <a:pt x="513588" y="226504"/>
                  </a:lnTo>
                  <a:lnTo>
                    <a:pt x="513683" y="230124"/>
                  </a:lnTo>
                  <a:lnTo>
                    <a:pt x="514064" y="230886"/>
                  </a:lnTo>
                  <a:lnTo>
                    <a:pt x="514731" y="231553"/>
                  </a:lnTo>
                  <a:lnTo>
                    <a:pt x="513302" y="233077"/>
                  </a:lnTo>
                  <a:lnTo>
                    <a:pt x="512731" y="234220"/>
                  </a:lnTo>
                  <a:lnTo>
                    <a:pt x="510731" y="234315"/>
                  </a:lnTo>
                  <a:lnTo>
                    <a:pt x="507587" y="235172"/>
                  </a:lnTo>
                  <a:lnTo>
                    <a:pt x="503682" y="236506"/>
                  </a:lnTo>
                  <a:lnTo>
                    <a:pt x="501110" y="237649"/>
                  </a:lnTo>
                  <a:lnTo>
                    <a:pt x="500158" y="236887"/>
                  </a:lnTo>
                  <a:lnTo>
                    <a:pt x="499300" y="236411"/>
                  </a:lnTo>
                  <a:lnTo>
                    <a:pt x="499015" y="237554"/>
                  </a:lnTo>
                  <a:lnTo>
                    <a:pt x="498539" y="238125"/>
                  </a:lnTo>
                  <a:lnTo>
                    <a:pt x="497967" y="238411"/>
                  </a:lnTo>
                  <a:lnTo>
                    <a:pt x="497586" y="238982"/>
                  </a:lnTo>
                  <a:lnTo>
                    <a:pt x="497015" y="239649"/>
                  </a:lnTo>
                  <a:lnTo>
                    <a:pt x="494633" y="239935"/>
                  </a:lnTo>
                  <a:lnTo>
                    <a:pt x="493776" y="240221"/>
                  </a:lnTo>
                  <a:lnTo>
                    <a:pt x="493014" y="240506"/>
                  </a:lnTo>
                  <a:lnTo>
                    <a:pt x="492347" y="240506"/>
                  </a:lnTo>
                  <a:lnTo>
                    <a:pt x="490157" y="239839"/>
                  </a:lnTo>
                  <a:lnTo>
                    <a:pt x="488918" y="239363"/>
                  </a:lnTo>
                  <a:lnTo>
                    <a:pt x="487966" y="238696"/>
                  </a:lnTo>
                  <a:lnTo>
                    <a:pt x="486918" y="237839"/>
                  </a:lnTo>
                  <a:lnTo>
                    <a:pt x="485965" y="237268"/>
                  </a:lnTo>
                  <a:lnTo>
                    <a:pt x="484823" y="237172"/>
                  </a:lnTo>
                  <a:lnTo>
                    <a:pt x="484061" y="237268"/>
                  </a:lnTo>
                  <a:lnTo>
                    <a:pt x="483108" y="237744"/>
                  </a:lnTo>
                  <a:lnTo>
                    <a:pt x="483394" y="238792"/>
                  </a:lnTo>
                  <a:lnTo>
                    <a:pt x="483298" y="239839"/>
                  </a:lnTo>
                  <a:lnTo>
                    <a:pt x="483489" y="240506"/>
                  </a:lnTo>
                  <a:lnTo>
                    <a:pt x="483965" y="240983"/>
                  </a:lnTo>
                  <a:lnTo>
                    <a:pt x="484156" y="241459"/>
                  </a:lnTo>
                  <a:lnTo>
                    <a:pt x="484061" y="242507"/>
                  </a:lnTo>
                  <a:lnTo>
                    <a:pt x="483870" y="243364"/>
                  </a:lnTo>
                  <a:lnTo>
                    <a:pt x="483965" y="244316"/>
                  </a:lnTo>
                  <a:lnTo>
                    <a:pt x="483489" y="244697"/>
                  </a:lnTo>
                  <a:lnTo>
                    <a:pt x="482822" y="244888"/>
                  </a:lnTo>
                  <a:lnTo>
                    <a:pt x="481965" y="244888"/>
                  </a:lnTo>
                  <a:lnTo>
                    <a:pt x="481108" y="244888"/>
                  </a:lnTo>
                  <a:lnTo>
                    <a:pt x="479679" y="244412"/>
                  </a:lnTo>
                  <a:lnTo>
                    <a:pt x="478917" y="244316"/>
                  </a:lnTo>
                  <a:lnTo>
                    <a:pt x="478536" y="246888"/>
                  </a:lnTo>
                  <a:lnTo>
                    <a:pt x="478155" y="247650"/>
                  </a:lnTo>
                  <a:lnTo>
                    <a:pt x="477203" y="248412"/>
                  </a:lnTo>
                  <a:lnTo>
                    <a:pt x="478250" y="250317"/>
                  </a:lnTo>
                  <a:lnTo>
                    <a:pt x="478060" y="251555"/>
                  </a:lnTo>
                  <a:lnTo>
                    <a:pt x="478060" y="252032"/>
                  </a:lnTo>
                  <a:lnTo>
                    <a:pt x="477393" y="253555"/>
                  </a:lnTo>
                  <a:lnTo>
                    <a:pt x="477679" y="255651"/>
                  </a:lnTo>
                  <a:lnTo>
                    <a:pt x="477203" y="256508"/>
                  </a:lnTo>
                  <a:lnTo>
                    <a:pt x="476726" y="256985"/>
                  </a:lnTo>
                  <a:lnTo>
                    <a:pt x="476060" y="257842"/>
                  </a:lnTo>
                  <a:lnTo>
                    <a:pt x="474631" y="258699"/>
                  </a:lnTo>
                  <a:lnTo>
                    <a:pt x="474250" y="257937"/>
                  </a:lnTo>
                  <a:lnTo>
                    <a:pt x="473583" y="257270"/>
                  </a:lnTo>
                  <a:lnTo>
                    <a:pt x="471297" y="256699"/>
                  </a:lnTo>
                  <a:lnTo>
                    <a:pt x="470059" y="256604"/>
                  </a:lnTo>
                  <a:lnTo>
                    <a:pt x="469202" y="256032"/>
                  </a:lnTo>
                  <a:lnTo>
                    <a:pt x="468630" y="255937"/>
                  </a:lnTo>
                  <a:lnTo>
                    <a:pt x="467011" y="255746"/>
                  </a:lnTo>
                  <a:lnTo>
                    <a:pt x="464725" y="255175"/>
                  </a:lnTo>
                  <a:lnTo>
                    <a:pt x="462344" y="254032"/>
                  </a:lnTo>
                  <a:lnTo>
                    <a:pt x="460819" y="253937"/>
                  </a:lnTo>
                  <a:lnTo>
                    <a:pt x="458819" y="253555"/>
                  </a:lnTo>
                  <a:lnTo>
                    <a:pt x="457486" y="253555"/>
                  </a:lnTo>
                  <a:lnTo>
                    <a:pt x="457200" y="254127"/>
                  </a:lnTo>
                  <a:lnTo>
                    <a:pt x="456533" y="254508"/>
                  </a:lnTo>
                  <a:lnTo>
                    <a:pt x="455581" y="254699"/>
                  </a:lnTo>
                  <a:lnTo>
                    <a:pt x="454723" y="255079"/>
                  </a:lnTo>
                  <a:lnTo>
                    <a:pt x="453390" y="255365"/>
                  </a:lnTo>
                  <a:lnTo>
                    <a:pt x="452247" y="255270"/>
                  </a:lnTo>
                  <a:lnTo>
                    <a:pt x="451580" y="254794"/>
                  </a:lnTo>
                  <a:lnTo>
                    <a:pt x="452057" y="253937"/>
                  </a:lnTo>
                  <a:lnTo>
                    <a:pt x="452057" y="253175"/>
                  </a:lnTo>
                  <a:lnTo>
                    <a:pt x="452819" y="252508"/>
                  </a:lnTo>
                  <a:lnTo>
                    <a:pt x="454057" y="251651"/>
                  </a:lnTo>
                  <a:lnTo>
                    <a:pt x="454152" y="251174"/>
                  </a:lnTo>
                  <a:lnTo>
                    <a:pt x="452914" y="250412"/>
                  </a:lnTo>
                  <a:lnTo>
                    <a:pt x="451771" y="250127"/>
                  </a:lnTo>
                  <a:lnTo>
                    <a:pt x="450437" y="249555"/>
                  </a:lnTo>
                  <a:lnTo>
                    <a:pt x="450914" y="248603"/>
                  </a:lnTo>
                  <a:lnTo>
                    <a:pt x="450247" y="248412"/>
                  </a:lnTo>
                  <a:lnTo>
                    <a:pt x="449390" y="247936"/>
                  </a:lnTo>
                  <a:lnTo>
                    <a:pt x="449008" y="247841"/>
                  </a:lnTo>
                  <a:lnTo>
                    <a:pt x="447961" y="247936"/>
                  </a:lnTo>
                  <a:lnTo>
                    <a:pt x="446913" y="247460"/>
                  </a:lnTo>
                  <a:lnTo>
                    <a:pt x="445198" y="246126"/>
                  </a:lnTo>
                  <a:lnTo>
                    <a:pt x="444436" y="245554"/>
                  </a:lnTo>
                  <a:lnTo>
                    <a:pt x="442912" y="245269"/>
                  </a:lnTo>
                  <a:lnTo>
                    <a:pt x="441674" y="246983"/>
                  </a:lnTo>
                  <a:lnTo>
                    <a:pt x="440817" y="247364"/>
                  </a:lnTo>
                  <a:lnTo>
                    <a:pt x="440055" y="247460"/>
                  </a:lnTo>
                  <a:lnTo>
                    <a:pt x="439293" y="248221"/>
                  </a:lnTo>
                  <a:lnTo>
                    <a:pt x="438150" y="248888"/>
                  </a:lnTo>
                  <a:lnTo>
                    <a:pt x="437293" y="249079"/>
                  </a:lnTo>
                  <a:lnTo>
                    <a:pt x="435483" y="248888"/>
                  </a:lnTo>
                  <a:lnTo>
                    <a:pt x="435578" y="249650"/>
                  </a:lnTo>
                  <a:lnTo>
                    <a:pt x="435102" y="250698"/>
                  </a:lnTo>
                  <a:lnTo>
                    <a:pt x="434721" y="251270"/>
                  </a:lnTo>
                  <a:lnTo>
                    <a:pt x="434531" y="251841"/>
                  </a:lnTo>
                  <a:lnTo>
                    <a:pt x="434245" y="253651"/>
                  </a:lnTo>
                  <a:lnTo>
                    <a:pt x="434245" y="254984"/>
                  </a:lnTo>
                  <a:lnTo>
                    <a:pt x="433959" y="255746"/>
                  </a:lnTo>
                  <a:lnTo>
                    <a:pt x="433102" y="256604"/>
                  </a:lnTo>
                  <a:lnTo>
                    <a:pt x="432721" y="257175"/>
                  </a:lnTo>
                  <a:lnTo>
                    <a:pt x="431864" y="257270"/>
                  </a:lnTo>
                  <a:lnTo>
                    <a:pt x="430530" y="257270"/>
                  </a:lnTo>
                  <a:lnTo>
                    <a:pt x="429768" y="259652"/>
                  </a:lnTo>
                  <a:lnTo>
                    <a:pt x="428244" y="259080"/>
                  </a:lnTo>
                  <a:lnTo>
                    <a:pt x="426815" y="258699"/>
                  </a:lnTo>
                  <a:lnTo>
                    <a:pt x="426529" y="258223"/>
                  </a:lnTo>
                  <a:lnTo>
                    <a:pt x="426148" y="256604"/>
                  </a:lnTo>
                  <a:lnTo>
                    <a:pt x="424624" y="255079"/>
                  </a:lnTo>
                  <a:lnTo>
                    <a:pt x="424434" y="254413"/>
                  </a:lnTo>
                  <a:lnTo>
                    <a:pt x="424529" y="253746"/>
                  </a:lnTo>
                  <a:lnTo>
                    <a:pt x="424244" y="252698"/>
                  </a:lnTo>
                  <a:lnTo>
                    <a:pt x="423958" y="252222"/>
                  </a:lnTo>
                  <a:lnTo>
                    <a:pt x="423767" y="252222"/>
                  </a:lnTo>
                  <a:lnTo>
                    <a:pt x="423386" y="252413"/>
                  </a:lnTo>
                  <a:lnTo>
                    <a:pt x="422148" y="253651"/>
                  </a:lnTo>
                  <a:lnTo>
                    <a:pt x="421577" y="254032"/>
                  </a:lnTo>
                  <a:lnTo>
                    <a:pt x="420719" y="254794"/>
                  </a:lnTo>
                  <a:lnTo>
                    <a:pt x="420815" y="255270"/>
                  </a:lnTo>
                  <a:lnTo>
                    <a:pt x="421291" y="255937"/>
                  </a:lnTo>
                  <a:lnTo>
                    <a:pt x="422053" y="257556"/>
                  </a:lnTo>
                  <a:lnTo>
                    <a:pt x="421957" y="258318"/>
                  </a:lnTo>
                  <a:lnTo>
                    <a:pt x="422053" y="258889"/>
                  </a:lnTo>
                  <a:lnTo>
                    <a:pt x="422719" y="259366"/>
                  </a:lnTo>
                  <a:lnTo>
                    <a:pt x="423291" y="260033"/>
                  </a:lnTo>
                  <a:lnTo>
                    <a:pt x="423196" y="260890"/>
                  </a:lnTo>
                  <a:lnTo>
                    <a:pt x="423005" y="261461"/>
                  </a:lnTo>
                  <a:lnTo>
                    <a:pt x="422529" y="261842"/>
                  </a:lnTo>
                  <a:lnTo>
                    <a:pt x="421291" y="262319"/>
                  </a:lnTo>
                  <a:lnTo>
                    <a:pt x="421291" y="262604"/>
                  </a:lnTo>
                  <a:lnTo>
                    <a:pt x="421386" y="263366"/>
                  </a:lnTo>
                  <a:lnTo>
                    <a:pt x="421195" y="263843"/>
                  </a:lnTo>
                  <a:lnTo>
                    <a:pt x="420243" y="264890"/>
                  </a:lnTo>
                  <a:lnTo>
                    <a:pt x="419957" y="265367"/>
                  </a:lnTo>
                  <a:lnTo>
                    <a:pt x="420243" y="265367"/>
                  </a:lnTo>
                  <a:lnTo>
                    <a:pt x="422624" y="266319"/>
                  </a:lnTo>
                  <a:lnTo>
                    <a:pt x="424529" y="266986"/>
                  </a:lnTo>
                  <a:lnTo>
                    <a:pt x="426244" y="267367"/>
                  </a:lnTo>
                  <a:lnTo>
                    <a:pt x="429768" y="268510"/>
                  </a:lnTo>
                  <a:lnTo>
                    <a:pt x="431006" y="269272"/>
                  </a:lnTo>
                  <a:lnTo>
                    <a:pt x="432149" y="270224"/>
                  </a:lnTo>
                  <a:lnTo>
                    <a:pt x="432911" y="270701"/>
                  </a:lnTo>
                  <a:lnTo>
                    <a:pt x="433769" y="271367"/>
                  </a:lnTo>
                  <a:lnTo>
                    <a:pt x="435007" y="271844"/>
                  </a:lnTo>
                  <a:lnTo>
                    <a:pt x="434721" y="270701"/>
                  </a:lnTo>
                  <a:lnTo>
                    <a:pt x="434911" y="269558"/>
                  </a:lnTo>
                  <a:lnTo>
                    <a:pt x="435388" y="268224"/>
                  </a:lnTo>
                  <a:lnTo>
                    <a:pt x="437483" y="268891"/>
                  </a:lnTo>
                  <a:lnTo>
                    <a:pt x="438721" y="269653"/>
                  </a:lnTo>
                  <a:lnTo>
                    <a:pt x="439960" y="268034"/>
                  </a:lnTo>
                  <a:lnTo>
                    <a:pt x="444341" y="270796"/>
                  </a:lnTo>
                  <a:lnTo>
                    <a:pt x="446056" y="270796"/>
                  </a:lnTo>
                  <a:lnTo>
                    <a:pt x="446627" y="271939"/>
                  </a:lnTo>
                  <a:lnTo>
                    <a:pt x="446723" y="272510"/>
                  </a:lnTo>
                  <a:lnTo>
                    <a:pt x="446627" y="273082"/>
                  </a:lnTo>
                  <a:lnTo>
                    <a:pt x="446246" y="273463"/>
                  </a:lnTo>
                  <a:lnTo>
                    <a:pt x="445770" y="273653"/>
                  </a:lnTo>
                  <a:lnTo>
                    <a:pt x="445675" y="274415"/>
                  </a:lnTo>
                  <a:lnTo>
                    <a:pt x="445961" y="275177"/>
                  </a:lnTo>
                  <a:lnTo>
                    <a:pt x="446246" y="275558"/>
                  </a:lnTo>
                  <a:lnTo>
                    <a:pt x="446341" y="277178"/>
                  </a:lnTo>
                  <a:lnTo>
                    <a:pt x="445198" y="277273"/>
                  </a:lnTo>
                  <a:lnTo>
                    <a:pt x="443865" y="277749"/>
                  </a:lnTo>
                  <a:lnTo>
                    <a:pt x="443865" y="280035"/>
                  </a:lnTo>
                  <a:lnTo>
                    <a:pt x="443770" y="280892"/>
                  </a:lnTo>
                  <a:lnTo>
                    <a:pt x="443579" y="281654"/>
                  </a:lnTo>
                  <a:lnTo>
                    <a:pt x="442627" y="283083"/>
                  </a:lnTo>
                  <a:lnTo>
                    <a:pt x="442817" y="283845"/>
                  </a:lnTo>
                  <a:lnTo>
                    <a:pt x="443389" y="284036"/>
                  </a:lnTo>
                  <a:lnTo>
                    <a:pt x="444056" y="284036"/>
                  </a:lnTo>
                  <a:lnTo>
                    <a:pt x="444627" y="284607"/>
                  </a:lnTo>
                  <a:lnTo>
                    <a:pt x="446246" y="285274"/>
                  </a:lnTo>
                  <a:lnTo>
                    <a:pt x="447103" y="286321"/>
                  </a:lnTo>
                  <a:lnTo>
                    <a:pt x="447580" y="286988"/>
                  </a:lnTo>
                  <a:lnTo>
                    <a:pt x="448342" y="287464"/>
                  </a:lnTo>
                  <a:lnTo>
                    <a:pt x="447580" y="287750"/>
                  </a:lnTo>
                  <a:lnTo>
                    <a:pt x="444341" y="289465"/>
                  </a:lnTo>
                  <a:lnTo>
                    <a:pt x="443579" y="290417"/>
                  </a:lnTo>
                  <a:lnTo>
                    <a:pt x="441674" y="289846"/>
                  </a:lnTo>
                  <a:lnTo>
                    <a:pt x="439769" y="289560"/>
                  </a:lnTo>
                  <a:lnTo>
                    <a:pt x="438340" y="289751"/>
                  </a:lnTo>
                  <a:lnTo>
                    <a:pt x="437483" y="289655"/>
                  </a:lnTo>
                  <a:lnTo>
                    <a:pt x="435007" y="288893"/>
                  </a:lnTo>
                  <a:lnTo>
                    <a:pt x="434435" y="288227"/>
                  </a:lnTo>
                  <a:lnTo>
                    <a:pt x="433769" y="287750"/>
                  </a:lnTo>
                  <a:lnTo>
                    <a:pt x="432816" y="287369"/>
                  </a:lnTo>
                  <a:lnTo>
                    <a:pt x="431102" y="287179"/>
                  </a:lnTo>
                  <a:lnTo>
                    <a:pt x="430911" y="285179"/>
                  </a:lnTo>
                  <a:lnTo>
                    <a:pt x="430625" y="284131"/>
                  </a:lnTo>
                  <a:lnTo>
                    <a:pt x="429673" y="283655"/>
                  </a:lnTo>
                  <a:lnTo>
                    <a:pt x="428149" y="283083"/>
                  </a:lnTo>
                  <a:lnTo>
                    <a:pt x="428149" y="282702"/>
                  </a:lnTo>
                  <a:lnTo>
                    <a:pt x="427101" y="282416"/>
                  </a:lnTo>
                  <a:lnTo>
                    <a:pt x="426911" y="281464"/>
                  </a:lnTo>
                  <a:lnTo>
                    <a:pt x="426625" y="280797"/>
                  </a:lnTo>
                  <a:lnTo>
                    <a:pt x="424434" y="279940"/>
                  </a:lnTo>
                  <a:lnTo>
                    <a:pt x="424529" y="281464"/>
                  </a:lnTo>
                  <a:lnTo>
                    <a:pt x="424434" y="282130"/>
                  </a:lnTo>
                  <a:lnTo>
                    <a:pt x="423862" y="282893"/>
                  </a:lnTo>
                  <a:lnTo>
                    <a:pt x="422148" y="283559"/>
                  </a:lnTo>
                  <a:lnTo>
                    <a:pt x="421957" y="284417"/>
                  </a:lnTo>
                  <a:lnTo>
                    <a:pt x="421767" y="284607"/>
                  </a:lnTo>
                  <a:lnTo>
                    <a:pt x="421386" y="284512"/>
                  </a:lnTo>
                  <a:lnTo>
                    <a:pt x="420719" y="282607"/>
                  </a:lnTo>
                  <a:lnTo>
                    <a:pt x="420433" y="281178"/>
                  </a:lnTo>
                  <a:lnTo>
                    <a:pt x="420053" y="279749"/>
                  </a:lnTo>
                  <a:lnTo>
                    <a:pt x="419767" y="279178"/>
                  </a:lnTo>
                  <a:lnTo>
                    <a:pt x="418910" y="279368"/>
                  </a:lnTo>
                  <a:lnTo>
                    <a:pt x="417100" y="279083"/>
                  </a:lnTo>
                  <a:lnTo>
                    <a:pt x="417386" y="277749"/>
                  </a:lnTo>
                  <a:lnTo>
                    <a:pt x="416242" y="277273"/>
                  </a:lnTo>
                  <a:lnTo>
                    <a:pt x="415290" y="277273"/>
                  </a:lnTo>
                  <a:lnTo>
                    <a:pt x="415195" y="276511"/>
                  </a:lnTo>
                  <a:lnTo>
                    <a:pt x="414909" y="275749"/>
                  </a:lnTo>
                  <a:lnTo>
                    <a:pt x="414909" y="274415"/>
                  </a:lnTo>
                  <a:lnTo>
                    <a:pt x="414623" y="272320"/>
                  </a:lnTo>
                  <a:lnTo>
                    <a:pt x="414909" y="272320"/>
                  </a:lnTo>
                  <a:lnTo>
                    <a:pt x="414052" y="270986"/>
                  </a:lnTo>
                  <a:lnTo>
                    <a:pt x="413575" y="269081"/>
                  </a:lnTo>
                  <a:lnTo>
                    <a:pt x="413290" y="267081"/>
                  </a:lnTo>
                  <a:lnTo>
                    <a:pt x="411861" y="264509"/>
                  </a:lnTo>
                  <a:lnTo>
                    <a:pt x="410337" y="262509"/>
                  </a:lnTo>
                  <a:lnTo>
                    <a:pt x="408718" y="260413"/>
                  </a:lnTo>
                  <a:lnTo>
                    <a:pt x="407384" y="260795"/>
                  </a:lnTo>
                  <a:lnTo>
                    <a:pt x="406336" y="261366"/>
                  </a:lnTo>
                  <a:lnTo>
                    <a:pt x="405670" y="261461"/>
                  </a:lnTo>
                  <a:lnTo>
                    <a:pt x="405289" y="261176"/>
                  </a:lnTo>
                  <a:lnTo>
                    <a:pt x="403669" y="259366"/>
                  </a:lnTo>
                  <a:lnTo>
                    <a:pt x="403098" y="259461"/>
                  </a:lnTo>
                  <a:lnTo>
                    <a:pt x="401669" y="260223"/>
                  </a:lnTo>
                  <a:lnTo>
                    <a:pt x="401003" y="259652"/>
                  </a:lnTo>
                  <a:lnTo>
                    <a:pt x="401098" y="258699"/>
                  </a:lnTo>
                  <a:lnTo>
                    <a:pt x="400907" y="256699"/>
                  </a:lnTo>
                  <a:lnTo>
                    <a:pt x="399478" y="256413"/>
                  </a:lnTo>
                  <a:lnTo>
                    <a:pt x="398145" y="258128"/>
                  </a:lnTo>
                  <a:lnTo>
                    <a:pt x="397764" y="258985"/>
                  </a:lnTo>
                  <a:lnTo>
                    <a:pt x="395669" y="260890"/>
                  </a:lnTo>
                  <a:lnTo>
                    <a:pt x="394907" y="261652"/>
                  </a:lnTo>
                  <a:lnTo>
                    <a:pt x="394716" y="262604"/>
                  </a:lnTo>
                  <a:lnTo>
                    <a:pt x="393954" y="263557"/>
                  </a:lnTo>
                  <a:lnTo>
                    <a:pt x="393192" y="263557"/>
                  </a:lnTo>
                  <a:lnTo>
                    <a:pt x="392430" y="263366"/>
                  </a:lnTo>
                  <a:lnTo>
                    <a:pt x="391763" y="263462"/>
                  </a:lnTo>
                  <a:lnTo>
                    <a:pt x="391573" y="263938"/>
                  </a:lnTo>
                  <a:lnTo>
                    <a:pt x="390811" y="264033"/>
                  </a:lnTo>
                  <a:lnTo>
                    <a:pt x="390049" y="263843"/>
                  </a:lnTo>
                  <a:lnTo>
                    <a:pt x="388715" y="263271"/>
                  </a:lnTo>
                  <a:lnTo>
                    <a:pt x="388239" y="264414"/>
                  </a:lnTo>
                  <a:lnTo>
                    <a:pt x="388239" y="266129"/>
                  </a:lnTo>
                  <a:lnTo>
                    <a:pt x="383857" y="265843"/>
                  </a:lnTo>
                  <a:lnTo>
                    <a:pt x="382810" y="269367"/>
                  </a:lnTo>
                  <a:lnTo>
                    <a:pt x="381857" y="270415"/>
                  </a:lnTo>
                  <a:lnTo>
                    <a:pt x="380714" y="271463"/>
                  </a:lnTo>
                  <a:lnTo>
                    <a:pt x="379666" y="272891"/>
                  </a:lnTo>
                  <a:lnTo>
                    <a:pt x="378904" y="274796"/>
                  </a:lnTo>
                  <a:lnTo>
                    <a:pt x="378047" y="276511"/>
                  </a:lnTo>
                  <a:lnTo>
                    <a:pt x="377666" y="278225"/>
                  </a:lnTo>
                  <a:lnTo>
                    <a:pt x="377952" y="278321"/>
                  </a:lnTo>
                  <a:lnTo>
                    <a:pt x="380238" y="279463"/>
                  </a:lnTo>
                  <a:lnTo>
                    <a:pt x="382429" y="279559"/>
                  </a:lnTo>
                  <a:lnTo>
                    <a:pt x="382619" y="280130"/>
                  </a:lnTo>
                  <a:lnTo>
                    <a:pt x="382619" y="281178"/>
                  </a:lnTo>
                  <a:lnTo>
                    <a:pt x="382905" y="282035"/>
                  </a:lnTo>
                  <a:lnTo>
                    <a:pt x="383477" y="282797"/>
                  </a:lnTo>
                  <a:lnTo>
                    <a:pt x="386715" y="284321"/>
                  </a:lnTo>
                  <a:lnTo>
                    <a:pt x="386144" y="285655"/>
                  </a:lnTo>
                  <a:lnTo>
                    <a:pt x="385286" y="288131"/>
                  </a:lnTo>
                  <a:lnTo>
                    <a:pt x="384619" y="289370"/>
                  </a:lnTo>
                  <a:lnTo>
                    <a:pt x="384239" y="292513"/>
                  </a:lnTo>
                  <a:lnTo>
                    <a:pt x="383762" y="293180"/>
                  </a:lnTo>
                  <a:lnTo>
                    <a:pt x="382524" y="294132"/>
                  </a:lnTo>
                  <a:lnTo>
                    <a:pt x="381476" y="295751"/>
                  </a:lnTo>
                  <a:lnTo>
                    <a:pt x="380714" y="296513"/>
                  </a:lnTo>
                  <a:lnTo>
                    <a:pt x="379095" y="297561"/>
                  </a:lnTo>
                  <a:lnTo>
                    <a:pt x="378047" y="298609"/>
                  </a:lnTo>
                  <a:lnTo>
                    <a:pt x="377761" y="298799"/>
                  </a:lnTo>
                  <a:lnTo>
                    <a:pt x="375666" y="302800"/>
                  </a:lnTo>
                  <a:lnTo>
                    <a:pt x="373952" y="304895"/>
                  </a:lnTo>
                  <a:lnTo>
                    <a:pt x="372142" y="306038"/>
                  </a:lnTo>
                  <a:lnTo>
                    <a:pt x="369951" y="306229"/>
                  </a:lnTo>
                  <a:lnTo>
                    <a:pt x="368808" y="305943"/>
                  </a:lnTo>
                  <a:lnTo>
                    <a:pt x="367474" y="305371"/>
                  </a:lnTo>
                  <a:lnTo>
                    <a:pt x="366141" y="303943"/>
                  </a:lnTo>
                  <a:lnTo>
                    <a:pt x="364998" y="300704"/>
                  </a:lnTo>
                  <a:lnTo>
                    <a:pt x="364141" y="299180"/>
                  </a:lnTo>
                  <a:lnTo>
                    <a:pt x="362807" y="298037"/>
                  </a:lnTo>
                  <a:lnTo>
                    <a:pt x="360807" y="298228"/>
                  </a:lnTo>
                  <a:lnTo>
                    <a:pt x="358616" y="298799"/>
                  </a:lnTo>
                  <a:lnTo>
                    <a:pt x="356807" y="298895"/>
                  </a:lnTo>
                  <a:lnTo>
                    <a:pt x="353663" y="294799"/>
                  </a:lnTo>
                  <a:lnTo>
                    <a:pt x="352711" y="294227"/>
                  </a:lnTo>
                  <a:lnTo>
                    <a:pt x="351377" y="294513"/>
                  </a:lnTo>
                  <a:lnTo>
                    <a:pt x="349948" y="295370"/>
                  </a:lnTo>
                  <a:lnTo>
                    <a:pt x="348044" y="298037"/>
                  </a:lnTo>
                  <a:lnTo>
                    <a:pt x="346805" y="298704"/>
                  </a:lnTo>
                  <a:lnTo>
                    <a:pt x="342233" y="298990"/>
                  </a:lnTo>
                  <a:lnTo>
                    <a:pt x="340614" y="299752"/>
                  </a:lnTo>
                  <a:lnTo>
                    <a:pt x="339090" y="300990"/>
                  </a:lnTo>
                  <a:lnTo>
                    <a:pt x="338233" y="302419"/>
                  </a:lnTo>
                  <a:lnTo>
                    <a:pt x="336518" y="302514"/>
                  </a:lnTo>
                  <a:lnTo>
                    <a:pt x="334613" y="302038"/>
                  </a:lnTo>
                  <a:lnTo>
                    <a:pt x="332708" y="302228"/>
                  </a:lnTo>
                  <a:lnTo>
                    <a:pt x="331089" y="303657"/>
                  </a:lnTo>
                  <a:lnTo>
                    <a:pt x="329756" y="304610"/>
                  </a:lnTo>
                  <a:lnTo>
                    <a:pt x="328517" y="305276"/>
                  </a:lnTo>
                  <a:lnTo>
                    <a:pt x="327374" y="305657"/>
                  </a:lnTo>
                  <a:lnTo>
                    <a:pt x="325374" y="306038"/>
                  </a:lnTo>
                  <a:lnTo>
                    <a:pt x="322516" y="305753"/>
                  </a:lnTo>
                  <a:lnTo>
                    <a:pt x="320802" y="306134"/>
                  </a:lnTo>
                  <a:lnTo>
                    <a:pt x="317659" y="307562"/>
                  </a:lnTo>
                  <a:lnTo>
                    <a:pt x="315373" y="308705"/>
                  </a:lnTo>
                  <a:lnTo>
                    <a:pt x="314515" y="310610"/>
                  </a:lnTo>
                  <a:lnTo>
                    <a:pt x="313563" y="311563"/>
                  </a:lnTo>
                  <a:lnTo>
                    <a:pt x="312611" y="311944"/>
                  </a:lnTo>
                  <a:lnTo>
                    <a:pt x="309848" y="312230"/>
                  </a:lnTo>
                  <a:lnTo>
                    <a:pt x="303276" y="312325"/>
                  </a:lnTo>
                  <a:lnTo>
                    <a:pt x="301847" y="312420"/>
                  </a:lnTo>
                  <a:lnTo>
                    <a:pt x="300323" y="312706"/>
                  </a:lnTo>
                  <a:lnTo>
                    <a:pt x="297466" y="313754"/>
                  </a:lnTo>
                  <a:lnTo>
                    <a:pt x="296037" y="313944"/>
                  </a:lnTo>
                  <a:lnTo>
                    <a:pt x="294132" y="314420"/>
                  </a:lnTo>
                  <a:lnTo>
                    <a:pt x="293561" y="316230"/>
                  </a:lnTo>
                  <a:lnTo>
                    <a:pt x="290036" y="319469"/>
                  </a:lnTo>
                  <a:lnTo>
                    <a:pt x="289465" y="320802"/>
                  </a:lnTo>
                  <a:lnTo>
                    <a:pt x="289369" y="322707"/>
                  </a:lnTo>
                  <a:lnTo>
                    <a:pt x="290132" y="323945"/>
                  </a:lnTo>
                  <a:lnTo>
                    <a:pt x="290608" y="325279"/>
                  </a:lnTo>
                  <a:lnTo>
                    <a:pt x="290703" y="326708"/>
                  </a:lnTo>
                  <a:lnTo>
                    <a:pt x="289560" y="327470"/>
                  </a:lnTo>
                  <a:lnTo>
                    <a:pt x="288703" y="329184"/>
                  </a:lnTo>
                  <a:lnTo>
                    <a:pt x="288227" y="331851"/>
                  </a:lnTo>
                  <a:lnTo>
                    <a:pt x="287941" y="334518"/>
                  </a:lnTo>
                  <a:lnTo>
                    <a:pt x="288036" y="336804"/>
                  </a:lnTo>
                  <a:lnTo>
                    <a:pt x="287845" y="338233"/>
                  </a:lnTo>
                  <a:lnTo>
                    <a:pt x="289179" y="339757"/>
                  </a:lnTo>
                  <a:lnTo>
                    <a:pt x="289750" y="341376"/>
                  </a:lnTo>
                  <a:lnTo>
                    <a:pt x="289941" y="345758"/>
                  </a:lnTo>
                  <a:lnTo>
                    <a:pt x="289369" y="351758"/>
                  </a:lnTo>
                  <a:lnTo>
                    <a:pt x="288607" y="352996"/>
                  </a:lnTo>
                  <a:lnTo>
                    <a:pt x="287274" y="354044"/>
                  </a:lnTo>
                  <a:lnTo>
                    <a:pt x="285464" y="354997"/>
                  </a:lnTo>
                  <a:lnTo>
                    <a:pt x="283654" y="355663"/>
                  </a:lnTo>
                  <a:lnTo>
                    <a:pt x="282035" y="355283"/>
                  </a:lnTo>
                  <a:lnTo>
                    <a:pt x="280702" y="354711"/>
                  </a:lnTo>
                  <a:lnTo>
                    <a:pt x="279654" y="354139"/>
                  </a:lnTo>
                  <a:lnTo>
                    <a:pt x="278606" y="353282"/>
                  </a:lnTo>
                  <a:lnTo>
                    <a:pt x="277463" y="353092"/>
                  </a:lnTo>
                  <a:lnTo>
                    <a:pt x="271177" y="353092"/>
                  </a:lnTo>
                  <a:lnTo>
                    <a:pt x="269462" y="352520"/>
                  </a:lnTo>
                  <a:lnTo>
                    <a:pt x="268129" y="352235"/>
                  </a:lnTo>
                  <a:lnTo>
                    <a:pt x="266795" y="352139"/>
                  </a:lnTo>
                  <a:lnTo>
                    <a:pt x="265557" y="352330"/>
                  </a:lnTo>
                  <a:lnTo>
                    <a:pt x="264414" y="352806"/>
                  </a:lnTo>
                  <a:lnTo>
                    <a:pt x="262414" y="354235"/>
                  </a:lnTo>
                  <a:lnTo>
                    <a:pt x="260794" y="354902"/>
                  </a:lnTo>
                  <a:lnTo>
                    <a:pt x="258604" y="355568"/>
                  </a:lnTo>
                  <a:lnTo>
                    <a:pt x="256508" y="356426"/>
                  </a:lnTo>
                  <a:lnTo>
                    <a:pt x="254698" y="357283"/>
                  </a:lnTo>
                  <a:lnTo>
                    <a:pt x="252698" y="358616"/>
                  </a:lnTo>
                  <a:lnTo>
                    <a:pt x="252412" y="359759"/>
                  </a:lnTo>
                  <a:lnTo>
                    <a:pt x="252412" y="361760"/>
                  </a:lnTo>
                  <a:lnTo>
                    <a:pt x="254127" y="365474"/>
                  </a:lnTo>
                  <a:lnTo>
                    <a:pt x="254222" y="366903"/>
                  </a:lnTo>
                  <a:lnTo>
                    <a:pt x="253651" y="367951"/>
                  </a:lnTo>
                  <a:lnTo>
                    <a:pt x="253174" y="368522"/>
                  </a:lnTo>
                  <a:lnTo>
                    <a:pt x="252889" y="368999"/>
                  </a:lnTo>
                  <a:lnTo>
                    <a:pt x="251841" y="369951"/>
                  </a:lnTo>
                  <a:lnTo>
                    <a:pt x="250412" y="369856"/>
                  </a:lnTo>
                  <a:lnTo>
                    <a:pt x="248507" y="368427"/>
                  </a:lnTo>
                  <a:lnTo>
                    <a:pt x="248126" y="367094"/>
                  </a:lnTo>
                  <a:lnTo>
                    <a:pt x="247936" y="365474"/>
                  </a:lnTo>
                  <a:lnTo>
                    <a:pt x="247745" y="364427"/>
                  </a:lnTo>
                  <a:lnTo>
                    <a:pt x="247364" y="363284"/>
                  </a:lnTo>
                  <a:lnTo>
                    <a:pt x="246602" y="362617"/>
                  </a:lnTo>
                  <a:lnTo>
                    <a:pt x="245459" y="362521"/>
                  </a:lnTo>
                  <a:lnTo>
                    <a:pt x="244507" y="362903"/>
                  </a:lnTo>
                  <a:lnTo>
                    <a:pt x="243840" y="363474"/>
                  </a:lnTo>
                  <a:lnTo>
                    <a:pt x="243649" y="364617"/>
                  </a:lnTo>
                  <a:lnTo>
                    <a:pt x="243745" y="365760"/>
                  </a:lnTo>
                  <a:lnTo>
                    <a:pt x="244031" y="367284"/>
                  </a:lnTo>
                  <a:lnTo>
                    <a:pt x="244507" y="368427"/>
                  </a:lnTo>
                  <a:lnTo>
                    <a:pt x="244792" y="369380"/>
                  </a:lnTo>
                  <a:lnTo>
                    <a:pt x="244697" y="370427"/>
                  </a:lnTo>
                  <a:lnTo>
                    <a:pt x="244411" y="371285"/>
                  </a:lnTo>
                  <a:lnTo>
                    <a:pt x="242697" y="374333"/>
                  </a:lnTo>
                  <a:lnTo>
                    <a:pt x="241840" y="375571"/>
                  </a:lnTo>
                  <a:lnTo>
                    <a:pt x="241173" y="376333"/>
                  </a:lnTo>
                  <a:lnTo>
                    <a:pt x="239077" y="377952"/>
                  </a:lnTo>
                  <a:lnTo>
                    <a:pt x="237363" y="379000"/>
                  </a:lnTo>
                  <a:lnTo>
                    <a:pt x="234886" y="379286"/>
                  </a:lnTo>
                  <a:lnTo>
                    <a:pt x="233172" y="379286"/>
                  </a:lnTo>
                  <a:lnTo>
                    <a:pt x="231648" y="379095"/>
                  </a:lnTo>
                  <a:lnTo>
                    <a:pt x="230219" y="378619"/>
                  </a:lnTo>
                  <a:lnTo>
                    <a:pt x="227076" y="377000"/>
                  </a:lnTo>
                  <a:lnTo>
                    <a:pt x="225742" y="375952"/>
                  </a:lnTo>
                  <a:lnTo>
                    <a:pt x="224980" y="375095"/>
                  </a:lnTo>
                  <a:lnTo>
                    <a:pt x="223742" y="373189"/>
                  </a:lnTo>
                  <a:lnTo>
                    <a:pt x="222504" y="371856"/>
                  </a:lnTo>
                  <a:lnTo>
                    <a:pt x="221361" y="370808"/>
                  </a:lnTo>
                  <a:lnTo>
                    <a:pt x="219075" y="369951"/>
                  </a:lnTo>
                  <a:lnTo>
                    <a:pt x="217551" y="370237"/>
                  </a:lnTo>
                  <a:lnTo>
                    <a:pt x="216313" y="371380"/>
                  </a:lnTo>
                  <a:lnTo>
                    <a:pt x="214408" y="373380"/>
                  </a:lnTo>
                  <a:lnTo>
                    <a:pt x="213360" y="374428"/>
                  </a:lnTo>
                  <a:lnTo>
                    <a:pt x="212407" y="375095"/>
                  </a:lnTo>
                  <a:lnTo>
                    <a:pt x="210979" y="375095"/>
                  </a:lnTo>
                  <a:lnTo>
                    <a:pt x="209359" y="374333"/>
                  </a:lnTo>
                  <a:lnTo>
                    <a:pt x="207931" y="374047"/>
                  </a:lnTo>
                  <a:lnTo>
                    <a:pt x="204978" y="373094"/>
                  </a:lnTo>
                  <a:lnTo>
                    <a:pt x="199834" y="372142"/>
                  </a:lnTo>
                  <a:lnTo>
                    <a:pt x="196405" y="371951"/>
                  </a:lnTo>
                  <a:lnTo>
                    <a:pt x="194596" y="372142"/>
                  </a:lnTo>
                  <a:lnTo>
                    <a:pt x="192119" y="373189"/>
                  </a:lnTo>
                  <a:lnTo>
                    <a:pt x="190500" y="374618"/>
                  </a:lnTo>
                  <a:lnTo>
                    <a:pt x="188595" y="375285"/>
                  </a:lnTo>
                  <a:lnTo>
                    <a:pt x="187166" y="375476"/>
                  </a:lnTo>
                  <a:lnTo>
                    <a:pt x="186118" y="376142"/>
                  </a:lnTo>
                  <a:lnTo>
                    <a:pt x="185261" y="377285"/>
                  </a:lnTo>
                  <a:lnTo>
                    <a:pt x="184404" y="378238"/>
                  </a:lnTo>
                  <a:lnTo>
                    <a:pt x="181642" y="378333"/>
                  </a:lnTo>
                  <a:lnTo>
                    <a:pt x="180403" y="377857"/>
                  </a:lnTo>
                  <a:lnTo>
                    <a:pt x="178879" y="377571"/>
                  </a:lnTo>
                  <a:lnTo>
                    <a:pt x="177546" y="377952"/>
                  </a:lnTo>
                  <a:lnTo>
                    <a:pt x="176974" y="378619"/>
                  </a:lnTo>
                  <a:lnTo>
                    <a:pt x="177832" y="381095"/>
                  </a:lnTo>
                  <a:lnTo>
                    <a:pt x="177927" y="382334"/>
                  </a:lnTo>
                  <a:lnTo>
                    <a:pt x="177165" y="384334"/>
                  </a:lnTo>
                  <a:lnTo>
                    <a:pt x="176974" y="385286"/>
                  </a:lnTo>
                  <a:lnTo>
                    <a:pt x="176689" y="385572"/>
                  </a:lnTo>
                  <a:lnTo>
                    <a:pt x="176593" y="386525"/>
                  </a:lnTo>
                  <a:lnTo>
                    <a:pt x="176213" y="388049"/>
                  </a:lnTo>
                  <a:lnTo>
                    <a:pt x="176117" y="389192"/>
                  </a:lnTo>
                  <a:lnTo>
                    <a:pt x="175546" y="390144"/>
                  </a:lnTo>
                  <a:lnTo>
                    <a:pt x="174403" y="390811"/>
                  </a:lnTo>
                  <a:lnTo>
                    <a:pt x="171831" y="391573"/>
                  </a:lnTo>
                  <a:lnTo>
                    <a:pt x="170783" y="392144"/>
                  </a:lnTo>
                  <a:lnTo>
                    <a:pt x="168878" y="393573"/>
                  </a:lnTo>
                  <a:lnTo>
                    <a:pt x="168783" y="394240"/>
                  </a:lnTo>
                  <a:lnTo>
                    <a:pt x="169069" y="395097"/>
                  </a:lnTo>
                  <a:lnTo>
                    <a:pt x="168783" y="396050"/>
                  </a:lnTo>
                  <a:lnTo>
                    <a:pt x="168211" y="396907"/>
                  </a:lnTo>
                  <a:lnTo>
                    <a:pt x="167830" y="397669"/>
                  </a:lnTo>
                  <a:lnTo>
                    <a:pt x="167640" y="399288"/>
                  </a:lnTo>
                  <a:lnTo>
                    <a:pt x="167164" y="399764"/>
                  </a:lnTo>
                  <a:lnTo>
                    <a:pt x="165544" y="399764"/>
                  </a:lnTo>
                  <a:lnTo>
                    <a:pt x="165259" y="399669"/>
                  </a:lnTo>
                  <a:lnTo>
                    <a:pt x="164020" y="399669"/>
                  </a:lnTo>
                  <a:lnTo>
                    <a:pt x="162592" y="399860"/>
                  </a:lnTo>
                  <a:lnTo>
                    <a:pt x="162687" y="401574"/>
                  </a:lnTo>
                  <a:lnTo>
                    <a:pt x="161830" y="402146"/>
                  </a:lnTo>
                  <a:lnTo>
                    <a:pt x="160687" y="402527"/>
                  </a:lnTo>
                  <a:lnTo>
                    <a:pt x="159734" y="402431"/>
                  </a:lnTo>
                  <a:lnTo>
                    <a:pt x="155448" y="400431"/>
                  </a:lnTo>
                  <a:lnTo>
                    <a:pt x="154876" y="399764"/>
                  </a:lnTo>
                  <a:lnTo>
                    <a:pt x="153734" y="397288"/>
                  </a:lnTo>
                  <a:lnTo>
                    <a:pt x="152781" y="397097"/>
                  </a:lnTo>
                  <a:lnTo>
                    <a:pt x="152686" y="393954"/>
                  </a:lnTo>
                  <a:lnTo>
                    <a:pt x="152305" y="393478"/>
                  </a:lnTo>
                  <a:lnTo>
                    <a:pt x="151447" y="393383"/>
                  </a:lnTo>
                  <a:lnTo>
                    <a:pt x="150876" y="393859"/>
                  </a:lnTo>
                  <a:lnTo>
                    <a:pt x="150019" y="394240"/>
                  </a:lnTo>
                  <a:lnTo>
                    <a:pt x="149733" y="395002"/>
                  </a:lnTo>
                  <a:lnTo>
                    <a:pt x="148780" y="397002"/>
                  </a:lnTo>
                  <a:lnTo>
                    <a:pt x="148209" y="398526"/>
                  </a:lnTo>
                  <a:lnTo>
                    <a:pt x="147256" y="398336"/>
                  </a:lnTo>
                  <a:lnTo>
                    <a:pt x="144875" y="396716"/>
                  </a:lnTo>
                  <a:lnTo>
                    <a:pt x="143732" y="396526"/>
                  </a:lnTo>
                  <a:lnTo>
                    <a:pt x="141541" y="396621"/>
                  </a:lnTo>
                  <a:lnTo>
                    <a:pt x="139732" y="396430"/>
                  </a:lnTo>
                  <a:lnTo>
                    <a:pt x="137350" y="395383"/>
                  </a:lnTo>
                  <a:lnTo>
                    <a:pt x="135065" y="394049"/>
                  </a:lnTo>
                  <a:lnTo>
                    <a:pt x="133731" y="394049"/>
                  </a:lnTo>
                  <a:lnTo>
                    <a:pt x="132683" y="394526"/>
                  </a:lnTo>
                  <a:lnTo>
                    <a:pt x="131350" y="396526"/>
                  </a:lnTo>
                  <a:lnTo>
                    <a:pt x="130683" y="396716"/>
                  </a:lnTo>
                  <a:lnTo>
                    <a:pt x="129445" y="396716"/>
                  </a:lnTo>
                  <a:lnTo>
                    <a:pt x="128778" y="396526"/>
                  </a:lnTo>
                  <a:lnTo>
                    <a:pt x="127825" y="396716"/>
                  </a:lnTo>
                  <a:lnTo>
                    <a:pt x="126968" y="397193"/>
                  </a:lnTo>
                  <a:lnTo>
                    <a:pt x="126016" y="397478"/>
                  </a:lnTo>
                  <a:lnTo>
                    <a:pt x="124873" y="397669"/>
                  </a:lnTo>
                  <a:lnTo>
                    <a:pt x="123825" y="397478"/>
                  </a:lnTo>
                  <a:lnTo>
                    <a:pt x="122587" y="397193"/>
                  </a:lnTo>
                  <a:lnTo>
                    <a:pt x="121539" y="396716"/>
                  </a:lnTo>
                  <a:lnTo>
                    <a:pt x="120396" y="396335"/>
                  </a:lnTo>
                  <a:lnTo>
                    <a:pt x="119158" y="396430"/>
                  </a:lnTo>
                  <a:lnTo>
                    <a:pt x="117919" y="396145"/>
                  </a:lnTo>
                  <a:lnTo>
                    <a:pt x="117157" y="395669"/>
                  </a:lnTo>
                  <a:lnTo>
                    <a:pt x="116300" y="395383"/>
                  </a:lnTo>
                  <a:lnTo>
                    <a:pt x="115252" y="395192"/>
                  </a:lnTo>
                  <a:lnTo>
                    <a:pt x="114205" y="395478"/>
                  </a:lnTo>
                  <a:lnTo>
                    <a:pt x="113252" y="395954"/>
                  </a:lnTo>
                  <a:lnTo>
                    <a:pt x="112490" y="396526"/>
                  </a:lnTo>
                  <a:lnTo>
                    <a:pt x="111442" y="396716"/>
                  </a:lnTo>
                  <a:lnTo>
                    <a:pt x="108585" y="396430"/>
                  </a:lnTo>
                  <a:lnTo>
                    <a:pt x="107347" y="396145"/>
                  </a:lnTo>
                  <a:lnTo>
                    <a:pt x="106394" y="395669"/>
                  </a:lnTo>
                  <a:lnTo>
                    <a:pt x="105537" y="394621"/>
                  </a:lnTo>
                  <a:lnTo>
                    <a:pt x="104775" y="393763"/>
                  </a:lnTo>
                  <a:lnTo>
                    <a:pt x="104013" y="393192"/>
                  </a:lnTo>
                  <a:lnTo>
                    <a:pt x="103441" y="392716"/>
                  </a:lnTo>
                  <a:lnTo>
                    <a:pt x="102584" y="392239"/>
                  </a:lnTo>
                  <a:lnTo>
                    <a:pt x="101727" y="392621"/>
                  </a:lnTo>
                  <a:lnTo>
                    <a:pt x="100584" y="392811"/>
                  </a:lnTo>
                  <a:lnTo>
                    <a:pt x="99631" y="392430"/>
                  </a:lnTo>
                  <a:lnTo>
                    <a:pt x="96488" y="392716"/>
                  </a:lnTo>
                  <a:lnTo>
                    <a:pt x="94107" y="391954"/>
                  </a:lnTo>
                  <a:lnTo>
                    <a:pt x="89059" y="390144"/>
                  </a:lnTo>
                  <a:lnTo>
                    <a:pt x="84201" y="387287"/>
                  </a:lnTo>
                  <a:lnTo>
                    <a:pt x="82677" y="387096"/>
                  </a:lnTo>
                  <a:lnTo>
                    <a:pt x="82201" y="387001"/>
                  </a:lnTo>
                  <a:lnTo>
                    <a:pt x="68104" y="386905"/>
                  </a:lnTo>
                  <a:lnTo>
                    <a:pt x="63151" y="386334"/>
                  </a:lnTo>
                  <a:lnTo>
                    <a:pt x="61913" y="385858"/>
                  </a:lnTo>
                  <a:lnTo>
                    <a:pt x="59912" y="384810"/>
                  </a:lnTo>
                  <a:lnTo>
                    <a:pt x="58865" y="384620"/>
                  </a:lnTo>
                  <a:lnTo>
                    <a:pt x="51530" y="385763"/>
                  </a:lnTo>
                  <a:lnTo>
                    <a:pt x="49340" y="386525"/>
                  </a:lnTo>
                  <a:lnTo>
                    <a:pt x="41243" y="391287"/>
                  </a:lnTo>
                  <a:lnTo>
                    <a:pt x="36671" y="397002"/>
                  </a:lnTo>
                  <a:lnTo>
                    <a:pt x="36862" y="398717"/>
                  </a:lnTo>
                  <a:lnTo>
                    <a:pt x="36290" y="399955"/>
                  </a:lnTo>
                  <a:lnTo>
                    <a:pt x="36290" y="402908"/>
                  </a:lnTo>
                  <a:lnTo>
                    <a:pt x="35719" y="408146"/>
                  </a:lnTo>
                  <a:lnTo>
                    <a:pt x="36004" y="410623"/>
                  </a:lnTo>
                  <a:lnTo>
                    <a:pt x="36385" y="412052"/>
                  </a:lnTo>
                  <a:lnTo>
                    <a:pt x="37052" y="412528"/>
                  </a:lnTo>
                  <a:lnTo>
                    <a:pt x="37624" y="412718"/>
                  </a:lnTo>
                  <a:lnTo>
                    <a:pt x="38195" y="413004"/>
                  </a:lnTo>
                  <a:lnTo>
                    <a:pt x="38767" y="413480"/>
                  </a:lnTo>
                  <a:lnTo>
                    <a:pt x="40100" y="416433"/>
                  </a:lnTo>
                  <a:lnTo>
                    <a:pt x="41624" y="419100"/>
                  </a:lnTo>
                  <a:lnTo>
                    <a:pt x="42577" y="421862"/>
                  </a:lnTo>
                  <a:lnTo>
                    <a:pt x="42386" y="423005"/>
                  </a:lnTo>
                  <a:lnTo>
                    <a:pt x="41624" y="423482"/>
                  </a:lnTo>
                  <a:lnTo>
                    <a:pt x="40481" y="423196"/>
                  </a:lnTo>
                  <a:lnTo>
                    <a:pt x="39338" y="422720"/>
                  </a:lnTo>
                  <a:lnTo>
                    <a:pt x="38290" y="422434"/>
                  </a:lnTo>
                  <a:lnTo>
                    <a:pt x="37243" y="422434"/>
                  </a:lnTo>
                  <a:lnTo>
                    <a:pt x="36100" y="422720"/>
                  </a:lnTo>
                  <a:lnTo>
                    <a:pt x="35052" y="423482"/>
                  </a:lnTo>
                  <a:lnTo>
                    <a:pt x="34004" y="424625"/>
                  </a:lnTo>
                  <a:lnTo>
                    <a:pt x="33242" y="426149"/>
                  </a:lnTo>
                  <a:lnTo>
                    <a:pt x="32956" y="427101"/>
                  </a:lnTo>
                  <a:lnTo>
                    <a:pt x="32861" y="427672"/>
                  </a:lnTo>
                  <a:lnTo>
                    <a:pt x="32861" y="428339"/>
                  </a:lnTo>
                  <a:lnTo>
                    <a:pt x="34004" y="433673"/>
                  </a:lnTo>
                  <a:lnTo>
                    <a:pt x="34099" y="439007"/>
                  </a:lnTo>
                  <a:lnTo>
                    <a:pt x="33909" y="440531"/>
                  </a:lnTo>
                  <a:lnTo>
                    <a:pt x="33528" y="441388"/>
                  </a:lnTo>
                  <a:lnTo>
                    <a:pt x="33052" y="441484"/>
                  </a:lnTo>
                  <a:lnTo>
                    <a:pt x="32575" y="441293"/>
                  </a:lnTo>
                  <a:lnTo>
                    <a:pt x="30670" y="439674"/>
                  </a:lnTo>
                  <a:lnTo>
                    <a:pt x="29718" y="439293"/>
                  </a:lnTo>
                  <a:lnTo>
                    <a:pt x="29051" y="440246"/>
                  </a:lnTo>
                  <a:lnTo>
                    <a:pt x="29146" y="441198"/>
                  </a:lnTo>
                  <a:lnTo>
                    <a:pt x="29242" y="441770"/>
                  </a:lnTo>
                  <a:lnTo>
                    <a:pt x="29623" y="442246"/>
                  </a:lnTo>
                  <a:lnTo>
                    <a:pt x="30766" y="444437"/>
                  </a:lnTo>
                  <a:lnTo>
                    <a:pt x="31337" y="446532"/>
                  </a:lnTo>
                  <a:lnTo>
                    <a:pt x="31813" y="447580"/>
                  </a:lnTo>
                  <a:lnTo>
                    <a:pt x="32385" y="448342"/>
                  </a:lnTo>
                  <a:lnTo>
                    <a:pt x="32956" y="448723"/>
                  </a:lnTo>
                  <a:lnTo>
                    <a:pt x="33718" y="449866"/>
                  </a:lnTo>
                  <a:lnTo>
                    <a:pt x="34480" y="451771"/>
                  </a:lnTo>
                  <a:lnTo>
                    <a:pt x="35433" y="458057"/>
                  </a:lnTo>
                  <a:lnTo>
                    <a:pt x="35814" y="459677"/>
                  </a:lnTo>
                  <a:lnTo>
                    <a:pt x="36481" y="460343"/>
                  </a:lnTo>
                  <a:lnTo>
                    <a:pt x="37433" y="460820"/>
                  </a:lnTo>
                  <a:lnTo>
                    <a:pt x="41434" y="461772"/>
                  </a:lnTo>
                  <a:lnTo>
                    <a:pt x="42672" y="462439"/>
                  </a:lnTo>
                  <a:lnTo>
                    <a:pt x="43624" y="463105"/>
                  </a:lnTo>
                  <a:lnTo>
                    <a:pt x="44958" y="464820"/>
                  </a:lnTo>
                  <a:lnTo>
                    <a:pt x="45910" y="472726"/>
                  </a:lnTo>
                  <a:lnTo>
                    <a:pt x="47625" y="478441"/>
                  </a:lnTo>
                  <a:lnTo>
                    <a:pt x="48006" y="480727"/>
                  </a:lnTo>
                  <a:lnTo>
                    <a:pt x="48006" y="483203"/>
                  </a:lnTo>
                  <a:lnTo>
                    <a:pt x="47815" y="484727"/>
                  </a:lnTo>
                  <a:lnTo>
                    <a:pt x="47530" y="485870"/>
                  </a:lnTo>
                  <a:lnTo>
                    <a:pt x="47053" y="486918"/>
                  </a:lnTo>
                  <a:lnTo>
                    <a:pt x="46482" y="487871"/>
                  </a:lnTo>
                  <a:lnTo>
                    <a:pt x="45720" y="488728"/>
                  </a:lnTo>
                  <a:lnTo>
                    <a:pt x="44958" y="489871"/>
                  </a:lnTo>
                  <a:lnTo>
                    <a:pt x="44196" y="491490"/>
                  </a:lnTo>
                  <a:lnTo>
                    <a:pt x="43339" y="494538"/>
                  </a:lnTo>
                  <a:lnTo>
                    <a:pt x="42577" y="496062"/>
                  </a:lnTo>
                  <a:lnTo>
                    <a:pt x="41815" y="497205"/>
                  </a:lnTo>
                  <a:lnTo>
                    <a:pt x="39148" y="499872"/>
                  </a:lnTo>
                  <a:lnTo>
                    <a:pt x="38386" y="500348"/>
                  </a:lnTo>
                  <a:lnTo>
                    <a:pt x="37433" y="500729"/>
                  </a:lnTo>
                  <a:lnTo>
                    <a:pt x="36481" y="500920"/>
                  </a:lnTo>
                  <a:lnTo>
                    <a:pt x="35623" y="500729"/>
                  </a:lnTo>
                  <a:lnTo>
                    <a:pt x="35052" y="500063"/>
                  </a:lnTo>
                  <a:lnTo>
                    <a:pt x="34480" y="499205"/>
                  </a:lnTo>
                  <a:lnTo>
                    <a:pt x="33909" y="498538"/>
                  </a:lnTo>
                  <a:lnTo>
                    <a:pt x="33242" y="497967"/>
                  </a:lnTo>
                  <a:lnTo>
                    <a:pt x="32480" y="497681"/>
                  </a:lnTo>
                  <a:lnTo>
                    <a:pt x="31718" y="497491"/>
                  </a:lnTo>
                  <a:lnTo>
                    <a:pt x="30385" y="497586"/>
                  </a:lnTo>
                  <a:lnTo>
                    <a:pt x="29146" y="497872"/>
                  </a:lnTo>
                  <a:lnTo>
                    <a:pt x="27527" y="498729"/>
                  </a:lnTo>
                  <a:lnTo>
                    <a:pt x="26384" y="499015"/>
                  </a:lnTo>
                  <a:lnTo>
                    <a:pt x="25146" y="498824"/>
                  </a:lnTo>
                  <a:lnTo>
                    <a:pt x="23050" y="497777"/>
                  </a:lnTo>
                  <a:lnTo>
                    <a:pt x="21622" y="497300"/>
                  </a:lnTo>
                  <a:lnTo>
                    <a:pt x="18574" y="497014"/>
                  </a:lnTo>
                  <a:lnTo>
                    <a:pt x="16669" y="496634"/>
                  </a:lnTo>
                  <a:lnTo>
                    <a:pt x="6572" y="490728"/>
                  </a:lnTo>
                  <a:lnTo>
                    <a:pt x="5239" y="490252"/>
                  </a:lnTo>
                  <a:lnTo>
                    <a:pt x="3048" y="493871"/>
                  </a:lnTo>
                  <a:lnTo>
                    <a:pt x="2857" y="496729"/>
                  </a:lnTo>
                  <a:lnTo>
                    <a:pt x="2953" y="498443"/>
                  </a:lnTo>
                  <a:lnTo>
                    <a:pt x="2762" y="499301"/>
                  </a:lnTo>
                  <a:lnTo>
                    <a:pt x="2381" y="499967"/>
                  </a:lnTo>
                  <a:lnTo>
                    <a:pt x="1810" y="500444"/>
                  </a:lnTo>
                  <a:lnTo>
                    <a:pt x="857" y="501491"/>
                  </a:lnTo>
                  <a:lnTo>
                    <a:pt x="0" y="502730"/>
                  </a:lnTo>
                  <a:lnTo>
                    <a:pt x="0" y="503206"/>
                  </a:lnTo>
                  <a:lnTo>
                    <a:pt x="286" y="503587"/>
                  </a:lnTo>
                  <a:lnTo>
                    <a:pt x="952" y="503777"/>
                  </a:lnTo>
                  <a:lnTo>
                    <a:pt x="4381" y="504539"/>
                  </a:lnTo>
                  <a:lnTo>
                    <a:pt x="5143" y="504825"/>
                  </a:lnTo>
                  <a:lnTo>
                    <a:pt x="7334" y="506254"/>
                  </a:lnTo>
                  <a:lnTo>
                    <a:pt x="8191" y="506539"/>
                  </a:lnTo>
                  <a:lnTo>
                    <a:pt x="8953" y="506730"/>
                  </a:lnTo>
                  <a:lnTo>
                    <a:pt x="9715" y="507016"/>
                  </a:lnTo>
                  <a:lnTo>
                    <a:pt x="10573" y="507587"/>
                  </a:lnTo>
                  <a:lnTo>
                    <a:pt x="11620" y="508826"/>
                  </a:lnTo>
                  <a:lnTo>
                    <a:pt x="11906" y="509778"/>
                  </a:lnTo>
                  <a:lnTo>
                    <a:pt x="11906" y="510730"/>
                  </a:lnTo>
                  <a:lnTo>
                    <a:pt x="11525" y="513207"/>
                  </a:lnTo>
                  <a:lnTo>
                    <a:pt x="11430" y="515303"/>
                  </a:lnTo>
                  <a:lnTo>
                    <a:pt x="11049" y="518255"/>
                  </a:lnTo>
                  <a:lnTo>
                    <a:pt x="9239" y="525780"/>
                  </a:lnTo>
                  <a:lnTo>
                    <a:pt x="8953" y="526447"/>
                  </a:lnTo>
                  <a:lnTo>
                    <a:pt x="8668" y="526828"/>
                  </a:lnTo>
                  <a:lnTo>
                    <a:pt x="8191" y="527113"/>
                  </a:lnTo>
                  <a:lnTo>
                    <a:pt x="5715" y="528066"/>
                  </a:lnTo>
                  <a:lnTo>
                    <a:pt x="5239" y="528447"/>
                  </a:lnTo>
                  <a:lnTo>
                    <a:pt x="4953" y="529590"/>
                  </a:lnTo>
                  <a:lnTo>
                    <a:pt x="5429" y="533400"/>
                  </a:lnTo>
                  <a:lnTo>
                    <a:pt x="5334" y="534924"/>
                  </a:lnTo>
                  <a:lnTo>
                    <a:pt x="4953" y="536353"/>
                  </a:lnTo>
                  <a:lnTo>
                    <a:pt x="3905" y="538163"/>
                  </a:lnTo>
                  <a:lnTo>
                    <a:pt x="2762" y="541020"/>
                  </a:lnTo>
                  <a:lnTo>
                    <a:pt x="2191" y="543973"/>
                  </a:lnTo>
                  <a:lnTo>
                    <a:pt x="2095" y="545687"/>
                  </a:lnTo>
                  <a:lnTo>
                    <a:pt x="2381" y="547592"/>
                  </a:lnTo>
                  <a:lnTo>
                    <a:pt x="3810" y="553212"/>
                  </a:lnTo>
                  <a:lnTo>
                    <a:pt x="4191" y="553974"/>
                  </a:lnTo>
                  <a:lnTo>
                    <a:pt x="4763" y="554355"/>
                  </a:lnTo>
                  <a:lnTo>
                    <a:pt x="6572" y="555022"/>
                  </a:lnTo>
                  <a:lnTo>
                    <a:pt x="7429" y="555403"/>
                  </a:lnTo>
                  <a:lnTo>
                    <a:pt x="8191" y="555974"/>
                  </a:lnTo>
                  <a:lnTo>
                    <a:pt x="8953" y="556927"/>
                  </a:lnTo>
                  <a:lnTo>
                    <a:pt x="9620" y="558070"/>
                  </a:lnTo>
                  <a:lnTo>
                    <a:pt x="10858" y="560927"/>
                  </a:lnTo>
                  <a:lnTo>
                    <a:pt x="11716" y="562642"/>
                  </a:lnTo>
                  <a:lnTo>
                    <a:pt x="12192" y="563213"/>
                  </a:lnTo>
                  <a:lnTo>
                    <a:pt x="12668" y="563499"/>
                  </a:lnTo>
                  <a:lnTo>
                    <a:pt x="13240" y="563499"/>
                  </a:lnTo>
                  <a:lnTo>
                    <a:pt x="14002" y="563309"/>
                  </a:lnTo>
                  <a:lnTo>
                    <a:pt x="15621" y="562451"/>
                  </a:lnTo>
                  <a:lnTo>
                    <a:pt x="16288" y="562261"/>
                  </a:lnTo>
                  <a:lnTo>
                    <a:pt x="17145" y="562166"/>
                  </a:lnTo>
                  <a:lnTo>
                    <a:pt x="19717" y="562547"/>
                  </a:lnTo>
                  <a:lnTo>
                    <a:pt x="22003" y="562547"/>
                  </a:lnTo>
                  <a:lnTo>
                    <a:pt x="22765" y="562928"/>
                  </a:lnTo>
                  <a:lnTo>
                    <a:pt x="23431" y="563594"/>
                  </a:lnTo>
                  <a:lnTo>
                    <a:pt x="24193" y="565023"/>
                  </a:lnTo>
                  <a:lnTo>
                    <a:pt x="24384" y="566071"/>
                  </a:lnTo>
                  <a:lnTo>
                    <a:pt x="24289" y="567023"/>
                  </a:lnTo>
                  <a:lnTo>
                    <a:pt x="23908" y="567690"/>
                  </a:lnTo>
                  <a:lnTo>
                    <a:pt x="22765" y="568833"/>
                  </a:lnTo>
                  <a:lnTo>
                    <a:pt x="22384" y="569595"/>
                  </a:lnTo>
                  <a:lnTo>
                    <a:pt x="22003" y="571119"/>
                  </a:lnTo>
                  <a:lnTo>
                    <a:pt x="21717" y="571691"/>
                  </a:lnTo>
                  <a:lnTo>
                    <a:pt x="21050" y="572072"/>
                  </a:lnTo>
                  <a:lnTo>
                    <a:pt x="20193" y="572167"/>
                  </a:lnTo>
                  <a:lnTo>
                    <a:pt x="19431" y="572072"/>
                  </a:lnTo>
                  <a:lnTo>
                    <a:pt x="18859" y="571881"/>
                  </a:lnTo>
                  <a:lnTo>
                    <a:pt x="18288" y="571881"/>
                  </a:lnTo>
                  <a:lnTo>
                    <a:pt x="17716" y="572072"/>
                  </a:lnTo>
                  <a:lnTo>
                    <a:pt x="17145" y="572548"/>
                  </a:lnTo>
                  <a:lnTo>
                    <a:pt x="16669" y="573119"/>
                  </a:lnTo>
                  <a:lnTo>
                    <a:pt x="16288" y="573977"/>
                  </a:lnTo>
                  <a:lnTo>
                    <a:pt x="16002" y="575024"/>
                  </a:lnTo>
                  <a:lnTo>
                    <a:pt x="15811" y="576739"/>
                  </a:lnTo>
                  <a:lnTo>
                    <a:pt x="16002" y="578072"/>
                  </a:lnTo>
                  <a:lnTo>
                    <a:pt x="16383" y="579215"/>
                  </a:lnTo>
                  <a:lnTo>
                    <a:pt x="17050" y="580263"/>
                  </a:lnTo>
                  <a:lnTo>
                    <a:pt x="17907" y="581216"/>
                  </a:lnTo>
                  <a:lnTo>
                    <a:pt x="18764" y="581882"/>
                  </a:lnTo>
                  <a:lnTo>
                    <a:pt x="22574" y="583502"/>
                  </a:lnTo>
                  <a:lnTo>
                    <a:pt x="23336" y="584263"/>
                  </a:lnTo>
                  <a:lnTo>
                    <a:pt x="23431" y="585026"/>
                  </a:lnTo>
                  <a:lnTo>
                    <a:pt x="23241" y="585788"/>
                  </a:lnTo>
                  <a:lnTo>
                    <a:pt x="22669" y="586645"/>
                  </a:lnTo>
                  <a:lnTo>
                    <a:pt x="22098" y="587597"/>
                  </a:lnTo>
                  <a:lnTo>
                    <a:pt x="21526" y="588645"/>
                  </a:lnTo>
                  <a:lnTo>
                    <a:pt x="21812" y="589883"/>
                  </a:lnTo>
                  <a:lnTo>
                    <a:pt x="28670" y="591312"/>
                  </a:lnTo>
                  <a:lnTo>
                    <a:pt x="32290" y="591503"/>
                  </a:lnTo>
                  <a:lnTo>
                    <a:pt x="35242" y="592169"/>
                  </a:lnTo>
                  <a:lnTo>
                    <a:pt x="37624" y="592931"/>
                  </a:lnTo>
                  <a:lnTo>
                    <a:pt x="39624" y="593027"/>
                  </a:lnTo>
                  <a:lnTo>
                    <a:pt x="40767" y="592836"/>
                  </a:lnTo>
                  <a:lnTo>
                    <a:pt x="41434" y="592264"/>
                  </a:lnTo>
                  <a:lnTo>
                    <a:pt x="41719" y="591503"/>
                  </a:lnTo>
                  <a:lnTo>
                    <a:pt x="41910" y="590550"/>
                  </a:lnTo>
                  <a:lnTo>
                    <a:pt x="41624" y="587312"/>
                  </a:lnTo>
                  <a:lnTo>
                    <a:pt x="41910" y="586073"/>
                  </a:lnTo>
                  <a:lnTo>
                    <a:pt x="42386" y="585216"/>
                  </a:lnTo>
                  <a:lnTo>
                    <a:pt x="43815" y="583406"/>
                  </a:lnTo>
                  <a:lnTo>
                    <a:pt x="45244" y="581216"/>
                  </a:lnTo>
                  <a:lnTo>
                    <a:pt x="46768" y="579882"/>
                  </a:lnTo>
                  <a:lnTo>
                    <a:pt x="47720" y="579501"/>
                  </a:lnTo>
                  <a:lnTo>
                    <a:pt x="48673" y="579596"/>
                  </a:lnTo>
                  <a:lnTo>
                    <a:pt x="50863" y="580930"/>
                  </a:lnTo>
                  <a:lnTo>
                    <a:pt x="52006" y="581406"/>
                  </a:lnTo>
                  <a:lnTo>
                    <a:pt x="53721" y="581692"/>
                  </a:lnTo>
                  <a:lnTo>
                    <a:pt x="56197" y="581597"/>
                  </a:lnTo>
                  <a:lnTo>
                    <a:pt x="59245" y="580835"/>
                  </a:lnTo>
                  <a:lnTo>
                    <a:pt x="60960" y="580644"/>
                  </a:lnTo>
                  <a:lnTo>
                    <a:pt x="62008" y="580739"/>
                  </a:lnTo>
                  <a:lnTo>
                    <a:pt x="62484" y="581216"/>
                  </a:lnTo>
                  <a:lnTo>
                    <a:pt x="62674" y="581882"/>
                  </a:lnTo>
                  <a:lnTo>
                    <a:pt x="62674" y="582739"/>
                  </a:lnTo>
                  <a:lnTo>
                    <a:pt x="62674" y="583692"/>
                  </a:lnTo>
                  <a:lnTo>
                    <a:pt x="63341" y="584645"/>
                  </a:lnTo>
                  <a:lnTo>
                    <a:pt x="64484" y="585311"/>
                  </a:lnTo>
                  <a:lnTo>
                    <a:pt x="67532" y="585978"/>
                  </a:lnTo>
                  <a:lnTo>
                    <a:pt x="69056" y="586454"/>
                  </a:lnTo>
                  <a:lnTo>
                    <a:pt x="70104" y="587026"/>
                  </a:lnTo>
                  <a:lnTo>
                    <a:pt x="72009" y="589883"/>
                  </a:lnTo>
                  <a:lnTo>
                    <a:pt x="73247" y="591217"/>
                  </a:lnTo>
                  <a:lnTo>
                    <a:pt x="74771" y="592169"/>
                  </a:lnTo>
                  <a:lnTo>
                    <a:pt x="76105" y="592169"/>
                  </a:lnTo>
                  <a:lnTo>
                    <a:pt x="76962" y="591407"/>
                  </a:lnTo>
                  <a:lnTo>
                    <a:pt x="77057" y="590455"/>
                  </a:lnTo>
                  <a:lnTo>
                    <a:pt x="76676" y="589312"/>
                  </a:lnTo>
                  <a:lnTo>
                    <a:pt x="74676" y="586359"/>
                  </a:lnTo>
                  <a:lnTo>
                    <a:pt x="74200" y="585407"/>
                  </a:lnTo>
                  <a:lnTo>
                    <a:pt x="73819" y="584359"/>
                  </a:lnTo>
                  <a:lnTo>
                    <a:pt x="73628" y="583311"/>
                  </a:lnTo>
                  <a:lnTo>
                    <a:pt x="73819" y="582263"/>
                  </a:lnTo>
                  <a:lnTo>
                    <a:pt x="74390" y="581406"/>
                  </a:lnTo>
                  <a:lnTo>
                    <a:pt x="75628" y="580739"/>
                  </a:lnTo>
                  <a:lnTo>
                    <a:pt x="76581" y="580644"/>
                  </a:lnTo>
                  <a:lnTo>
                    <a:pt x="77438" y="580835"/>
                  </a:lnTo>
                  <a:lnTo>
                    <a:pt x="78676" y="581597"/>
                  </a:lnTo>
                  <a:lnTo>
                    <a:pt x="79343" y="582073"/>
                  </a:lnTo>
                  <a:lnTo>
                    <a:pt x="79819" y="582549"/>
                  </a:lnTo>
                  <a:lnTo>
                    <a:pt x="80200" y="583216"/>
                  </a:lnTo>
                  <a:lnTo>
                    <a:pt x="80296" y="583692"/>
                  </a:lnTo>
                  <a:lnTo>
                    <a:pt x="80296" y="584359"/>
                  </a:lnTo>
                  <a:lnTo>
                    <a:pt x="80581" y="584835"/>
                  </a:lnTo>
                  <a:lnTo>
                    <a:pt x="81343" y="585216"/>
                  </a:lnTo>
                  <a:lnTo>
                    <a:pt x="84582" y="585597"/>
                  </a:lnTo>
                  <a:lnTo>
                    <a:pt x="85630" y="586073"/>
                  </a:lnTo>
                  <a:lnTo>
                    <a:pt x="86011" y="586645"/>
                  </a:lnTo>
                  <a:lnTo>
                    <a:pt x="86011" y="587597"/>
                  </a:lnTo>
                  <a:lnTo>
                    <a:pt x="85153" y="589883"/>
                  </a:lnTo>
                  <a:lnTo>
                    <a:pt x="84868" y="591026"/>
                  </a:lnTo>
                  <a:lnTo>
                    <a:pt x="84868" y="592074"/>
                  </a:lnTo>
                  <a:lnTo>
                    <a:pt x="85058" y="593122"/>
                  </a:lnTo>
                  <a:lnTo>
                    <a:pt x="86106" y="595979"/>
                  </a:lnTo>
                  <a:lnTo>
                    <a:pt x="86392" y="596837"/>
                  </a:lnTo>
                  <a:lnTo>
                    <a:pt x="86487" y="597599"/>
                  </a:lnTo>
                  <a:lnTo>
                    <a:pt x="86201" y="598361"/>
                  </a:lnTo>
                  <a:lnTo>
                    <a:pt x="85630" y="599027"/>
                  </a:lnTo>
                  <a:lnTo>
                    <a:pt x="84582" y="599599"/>
                  </a:lnTo>
                  <a:lnTo>
                    <a:pt x="83248" y="599885"/>
                  </a:lnTo>
                  <a:lnTo>
                    <a:pt x="78295" y="600075"/>
                  </a:lnTo>
                  <a:lnTo>
                    <a:pt x="76676" y="600361"/>
                  </a:lnTo>
                  <a:lnTo>
                    <a:pt x="75819" y="600742"/>
                  </a:lnTo>
                  <a:lnTo>
                    <a:pt x="75057" y="601218"/>
                  </a:lnTo>
                  <a:lnTo>
                    <a:pt x="72866" y="603599"/>
                  </a:lnTo>
                  <a:lnTo>
                    <a:pt x="70866" y="605219"/>
                  </a:lnTo>
                  <a:lnTo>
                    <a:pt x="70485" y="605695"/>
                  </a:lnTo>
                  <a:lnTo>
                    <a:pt x="70390" y="606076"/>
                  </a:lnTo>
                  <a:lnTo>
                    <a:pt x="70771" y="606457"/>
                  </a:lnTo>
                  <a:lnTo>
                    <a:pt x="71628" y="606647"/>
                  </a:lnTo>
                  <a:lnTo>
                    <a:pt x="73152" y="606838"/>
                  </a:lnTo>
                  <a:lnTo>
                    <a:pt x="73914" y="607314"/>
                  </a:lnTo>
                  <a:lnTo>
                    <a:pt x="74200" y="607981"/>
                  </a:lnTo>
                  <a:lnTo>
                    <a:pt x="73914" y="608933"/>
                  </a:lnTo>
                  <a:lnTo>
                    <a:pt x="73438" y="609791"/>
                  </a:lnTo>
                  <a:lnTo>
                    <a:pt x="70866" y="613124"/>
                  </a:lnTo>
                  <a:lnTo>
                    <a:pt x="70485" y="613886"/>
                  </a:lnTo>
                  <a:lnTo>
                    <a:pt x="70390" y="614458"/>
                  </a:lnTo>
                  <a:lnTo>
                    <a:pt x="70580" y="615220"/>
                  </a:lnTo>
                  <a:lnTo>
                    <a:pt x="71056" y="615982"/>
                  </a:lnTo>
                  <a:lnTo>
                    <a:pt x="72485" y="617601"/>
                  </a:lnTo>
                  <a:lnTo>
                    <a:pt x="72771" y="618172"/>
                  </a:lnTo>
                  <a:lnTo>
                    <a:pt x="73152" y="620744"/>
                  </a:lnTo>
                  <a:lnTo>
                    <a:pt x="73247" y="621030"/>
                  </a:lnTo>
                  <a:lnTo>
                    <a:pt x="73533" y="621506"/>
                  </a:lnTo>
                  <a:lnTo>
                    <a:pt x="74390" y="622459"/>
                  </a:lnTo>
                  <a:lnTo>
                    <a:pt x="75247" y="623030"/>
                  </a:lnTo>
                  <a:lnTo>
                    <a:pt x="76486" y="623602"/>
                  </a:lnTo>
                  <a:lnTo>
                    <a:pt x="77057" y="624269"/>
                  </a:lnTo>
                  <a:lnTo>
                    <a:pt x="77248" y="625030"/>
                  </a:lnTo>
                  <a:lnTo>
                    <a:pt x="76867" y="627031"/>
                  </a:lnTo>
                  <a:lnTo>
                    <a:pt x="76771" y="627793"/>
                  </a:lnTo>
                  <a:lnTo>
                    <a:pt x="76962" y="628460"/>
                  </a:lnTo>
                  <a:lnTo>
                    <a:pt x="78486" y="631127"/>
                  </a:lnTo>
                  <a:lnTo>
                    <a:pt x="78676" y="632079"/>
                  </a:lnTo>
                  <a:lnTo>
                    <a:pt x="78581" y="632841"/>
                  </a:lnTo>
                  <a:lnTo>
                    <a:pt x="78010" y="633413"/>
                  </a:lnTo>
                  <a:lnTo>
                    <a:pt x="77057" y="633603"/>
                  </a:lnTo>
                  <a:lnTo>
                    <a:pt x="75914" y="633413"/>
                  </a:lnTo>
                  <a:lnTo>
                    <a:pt x="73723" y="632365"/>
                  </a:lnTo>
                  <a:lnTo>
                    <a:pt x="71818" y="631888"/>
                  </a:lnTo>
                  <a:lnTo>
                    <a:pt x="70771" y="631508"/>
                  </a:lnTo>
                  <a:lnTo>
                    <a:pt x="70390" y="630841"/>
                  </a:lnTo>
                  <a:lnTo>
                    <a:pt x="70485" y="629888"/>
                  </a:lnTo>
                  <a:lnTo>
                    <a:pt x="70675" y="628936"/>
                  </a:lnTo>
                  <a:lnTo>
                    <a:pt x="70675" y="627888"/>
                  </a:lnTo>
                  <a:lnTo>
                    <a:pt x="70104" y="626650"/>
                  </a:lnTo>
                  <a:lnTo>
                    <a:pt x="68390" y="623888"/>
                  </a:lnTo>
                  <a:lnTo>
                    <a:pt x="66865" y="620649"/>
                  </a:lnTo>
                  <a:lnTo>
                    <a:pt x="66389" y="619982"/>
                  </a:lnTo>
                  <a:lnTo>
                    <a:pt x="65913" y="619506"/>
                  </a:lnTo>
                  <a:lnTo>
                    <a:pt x="65341" y="619220"/>
                  </a:lnTo>
                  <a:lnTo>
                    <a:pt x="64008" y="619125"/>
                  </a:lnTo>
                  <a:lnTo>
                    <a:pt x="63151" y="618839"/>
                  </a:lnTo>
                  <a:lnTo>
                    <a:pt x="62389" y="618458"/>
                  </a:lnTo>
                  <a:lnTo>
                    <a:pt x="61531" y="618172"/>
                  </a:lnTo>
                  <a:lnTo>
                    <a:pt x="60674" y="618172"/>
                  </a:lnTo>
                  <a:lnTo>
                    <a:pt x="53340" y="619982"/>
                  </a:lnTo>
                  <a:lnTo>
                    <a:pt x="51911" y="620078"/>
                  </a:lnTo>
                  <a:lnTo>
                    <a:pt x="48673" y="619982"/>
                  </a:lnTo>
                  <a:lnTo>
                    <a:pt x="46577" y="620173"/>
                  </a:lnTo>
                  <a:lnTo>
                    <a:pt x="45434" y="620078"/>
                  </a:lnTo>
                  <a:lnTo>
                    <a:pt x="44386" y="619601"/>
                  </a:lnTo>
                  <a:lnTo>
                    <a:pt x="43720" y="618839"/>
                  </a:lnTo>
                  <a:lnTo>
                    <a:pt x="42577" y="617315"/>
                  </a:lnTo>
                  <a:lnTo>
                    <a:pt x="41910" y="616649"/>
                  </a:lnTo>
                  <a:lnTo>
                    <a:pt x="41053" y="616172"/>
                  </a:lnTo>
                  <a:lnTo>
                    <a:pt x="40005" y="615887"/>
                  </a:lnTo>
                  <a:lnTo>
                    <a:pt x="36576" y="615220"/>
                  </a:lnTo>
                  <a:lnTo>
                    <a:pt x="34671" y="614553"/>
                  </a:lnTo>
                  <a:lnTo>
                    <a:pt x="32956" y="613696"/>
                  </a:lnTo>
                  <a:lnTo>
                    <a:pt x="32385" y="613315"/>
                  </a:lnTo>
                  <a:lnTo>
                    <a:pt x="31813" y="612743"/>
                  </a:lnTo>
                  <a:lnTo>
                    <a:pt x="31242" y="611791"/>
                  </a:lnTo>
                  <a:lnTo>
                    <a:pt x="30766" y="610648"/>
                  </a:lnTo>
                  <a:lnTo>
                    <a:pt x="30099" y="607981"/>
                  </a:lnTo>
                  <a:lnTo>
                    <a:pt x="29337" y="602171"/>
                  </a:lnTo>
                  <a:lnTo>
                    <a:pt x="29051" y="601123"/>
                  </a:lnTo>
                  <a:lnTo>
                    <a:pt x="28575" y="600361"/>
                  </a:lnTo>
                  <a:lnTo>
                    <a:pt x="28003" y="600266"/>
                  </a:lnTo>
                  <a:lnTo>
                    <a:pt x="27527" y="600456"/>
                  </a:lnTo>
                  <a:lnTo>
                    <a:pt x="27051" y="600551"/>
                  </a:lnTo>
                  <a:lnTo>
                    <a:pt x="26479" y="600456"/>
                  </a:lnTo>
                  <a:lnTo>
                    <a:pt x="25717" y="599980"/>
                  </a:lnTo>
                  <a:lnTo>
                    <a:pt x="24479" y="598837"/>
                  </a:lnTo>
                  <a:lnTo>
                    <a:pt x="23908" y="598456"/>
                  </a:lnTo>
                  <a:lnTo>
                    <a:pt x="23241" y="598170"/>
                  </a:lnTo>
                  <a:lnTo>
                    <a:pt x="22669" y="598170"/>
                  </a:lnTo>
                  <a:lnTo>
                    <a:pt x="22003" y="598551"/>
                  </a:lnTo>
                  <a:lnTo>
                    <a:pt x="21431" y="599218"/>
                  </a:lnTo>
                  <a:lnTo>
                    <a:pt x="20669" y="600361"/>
                  </a:lnTo>
                  <a:lnTo>
                    <a:pt x="20288" y="600551"/>
                  </a:lnTo>
                  <a:lnTo>
                    <a:pt x="18764" y="600837"/>
                  </a:lnTo>
                  <a:lnTo>
                    <a:pt x="17907" y="601218"/>
                  </a:lnTo>
                  <a:lnTo>
                    <a:pt x="17050" y="602266"/>
                  </a:lnTo>
                  <a:lnTo>
                    <a:pt x="17050" y="603218"/>
                  </a:lnTo>
                  <a:lnTo>
                    <a:pt x="17621" y="604171"/>
                  </a:lnTo>
                  <a:lnTo>
                    <a:pt x="24479" y="611029"/>
                  </a:lnTo>
                  <a:lnTo>
                    <a:pt x="25432" y="612553"/>
                  </a:lnTo>
                  <a:lnTo>
                    <a:pt x="25622" y="613315"/>
                  </a:lnTo>
                  <a:lnTo>
                    <a:pt x="25432" y="613886"/>
                  </a:lnTo>
                  <a:lnTo>
                    <a:pt x="24955" y="614648"/>
                  </a:lnTo>
                  <a:lnTo>
                    <a:pt x="24574" y="615791"/>
                  </a:lnTo>
                  <a:lnTo>
                    <a:pt x="24384" y="618077"/>
                  </a:lnTo>
                  <a:lnTo>
                    <a:pt x="24765" y="619316"/>
                  </a:lnTo>
                  <a:lnTo>
                    <a:pt x="25432" y="620173"/>
                  </a:lnTo>
                  <a:lnTo>
                    <a:pt x="26098" y="620649"/>
                  </a:lnTo>
                  <a:lnTo>
                    <a:pt x="26670" y="621125"/>
                  </a:lnTo>
                  <a:lnTo>
                    <a:pt x="27813" y="622745"/>
                  </a:lnTo>
                  <a:lnTo>
                    <a:pt x="29432" y="625602"/>
                  </a:lnTo>
                  <a:lnTo>
                    <a:pt x="30099" y="626555"/>
                  </a:lnTo>
                  <a:lnTo>
                    <a:pt x="32290" y="628841"/>
                  </a:lnTo>
                  <a:lnTo>
                    <a:pt x="32861" y="629603"/>
                  </a:lnTo>
                  <a:lnTo>
                    <a:pt x="33433" y="630841"/>
                  </a:lnTo>
                  <a:lnTo>
                    <a:pt x="33433" y="631888"/>
                  </a:lnTo>
                  <a:lnTo>
                    <a:pt x="32956" y="632651"/>
                  </a:lnTo>
                  <a:lnTo>
                    <a:pt x="32480" y="633127"/>
                  </a:lnTo>
                  <a:lnTo>
                    <a:pt x="32194" y="633413"/>
                  </a:lnTo>
                  <a:lnTo>
                    <a:pt x="31718" y="633794"/>
                  </a:lnTo>
                  <a:lnTo>
                    <a:pt x="31337" y="634365"/>
                  </a:lnTo>
                  <a:lnTo>
                    <a:pt x="30861" y="635318"/>
                  </a:lnTo>
                  <a:lnTo>
                    <a:pt x="30575" y="636175"/>
                  </a:lnTo>
                  <a:lnTo>
                    <a:pt x="30194" y="636937"/>
                  </a:lnTo>
                  <a:lnTo>
                    <a:pt x="29623" y="637699"/>
                  </a:lnTo>
                  <a:lnTo>
                    <a:pt x="28003" y="639509"/>
                  </a:lnTo>
                  <a:lnTo>
                    <a:pt x="27337" y="640366"/>
                  </a:lnTo>
                  <a:lnTo>
                    <a:pt x="26956" y="641890"/>
                  </a:lnTo>
                  <a:lnTo>
                    <a:pt x="26956" y="643414"/>
                  </a:lnTo>
                  <a:lnTo>
                    <a:pt x="27432" y="646462"/>
                  </a:lnTo>
                  <a:lnTo>
                    <a:pt x="27908" y="648176"/>
                  </a:lnTo>
                  <a:lnTo>
                    <a:pt x="28670" y="649796"/>
                  </a:lnTo>
                  <a:lnTo>
                    <a:pt x="29242" y="650177"/>
                  </a:lnTo>
                  <a:lnTo>
                    <a:pt x="29908" y="649891"/>
                  </a:lnTo>
                  <a:lnTo>
                    <a:pt x="30480" y="649034"/>
                  </a:lnTo>
                  <a:lnTo>
                    <a:pt x="30861" y="648272"/>
                  </a:lnTo>
                  <a:lnTo>
                    <a:pt x="31242" y="647129"/>
                  </a:lnTo>
                  <a:lnTo>
                    <a:pt x="31337" y="646843"/>
                  </a:lnTo>
                  <a:lnTo>
                    <a:pt x="31528" y="646747"/>
                  </a:lnTo>
                  <a:lnTo>
                    <a:pt x="32004" y="646938"/>
                  </a:lnTo>
                  <a:lnTo>
                    <a:pt x="32385" y="647129"/>
                  </a:lnTo>
                  <a:lnTo>
                    <a:pt x="32956" y="647510"/>
                  </a:lnTo>
                  <a:lnTo>
                    <a:pt x="33433" y="647986"/>
                  </a:lnTo>
                  <a:lnTo>
                    <a:pt x="34957" y="649700"/>
                  </a:lnTo>
                  <a:lnTo>
                    <a:pt x="36004" y="650748"/>
                  </a:lnTo>
                  <a:lnTo>
                    <a:pt x="37052" y="651034"/>
                  </a:lnTo>
                  <a:lnTo>
                    <a:pt x="37909" y="650558"/>
                  </a:lnTo>
                  <a:lnTo>
                    <a:pt x="38386" y="649700"/>
                  </a:lnTo>
                  <a:lnTo>
                    <a:pt x="38671" y="648653"/>
                  </a:lnTo>
                  <a:lnTo>
                    <a:pt x="39052" y="648081"/>
                  </a:lnTo>
                  <a:lnTo>
                    <a:pt x="39719" y="647891"/>
                  </a:lnTo>
                  <a:lnTo>
                    <a:pt x="40576" y="647986"/>
                  </a:lnTo>
                  <a:lnTo>
                    <a:pt x="42577" y="648557"/>
                  </a:lnTo>
                  <a:lnTo>
                    <a:pt x="43720" y="648748"/>
                  </a:lnTo>
                  <a:lnTo>
                    <a:pt x="44958" y="648843"/>
                  </a:lnTo>
                  <a:lnTo>
                    <a:pt x="46101" y="648653"/>
                  </a:lnTo>
                  <a:lnTo>
                    <a:pt x="47053" y="648081"/>
                  </a:lnTo>
                  <a:lnTo>
                    <a:pt x="47625" y="647129"/>
                  </a:lnTo>
                  <a:lnTo>
                    <a:pt x="47720" y="646081"/>
                  </a:lnTo>
                  <a:lnTo>
                    <a:pt x="47053" y="644271"/>
                  </a:lnTo>
                  <a:lnTo>
                    <a:pt x="46958" y="643319"/>
                  </a:lnTo>
                  <a:lnTo>
                    <a:pt x="47053" y="642176"/>
                  </a:lnTo>
                  <a:lnTo>
                    <a:pt x="46958" y="640652"/>
                  </a:lnTo>
                  <a:lnTo>
                    <a:pt x="46577" y="639889"/>
                  </a:lnTo>
                  <a:lnTo>
                    <a:pt x="45910" y="639318"/>
                  </a:lnTo>
                  <a:lnTo>
                    <a:pt x="45148" y="638937"/>
                  </a:lnTo>
                  <a:lnTo>
                    <a:pt x="44386" y="638366"/>
                  </a:lnTo>
                  <a:lnTo>
                    <a:pt x="44005" y="637794"/>
                  </a:lnTo>
                  <a:lnTo>
                    <a:pt x="44101" y="637222"/>
                  </a:lnTo>
                  <a:lnTo>
                    <a:pt x="44482" y="636842"/>
                  </a:lnTo>
                  <a:lnTo>
                    <a:pt x="46387" y="636175"/>
                  </a:lnTo>
                  <a:lnTo>
                    <a:pt x="46863" y="635889"/>
                  </a:lnTo>
                  <a:lnTo>
                    <a:pt x="47149" y="635508"/>
                  </a:lnTo>
                  <a:lnTo>
                    <a:pt x="47244" y="635032"/>
                  </a:lnTo>
                  <a:lnTo>
                    <a:pt x="47244" y="634460"/>
                  </a:lnTo>
                  <a:lnTo>
                    <a:pt x="47244" y="633889"/>
                  </a:lnTo>
                  <a:lnTo>
                    <a:pt x="47339" y="633413"/>
                  </a:lnTo>
                  <a:lnTo>
                    <a:pt x="47530" y="632841"/>
                  </a:lnTo>
                  <a:lnTo>
                    <a:pt x="47815" y="632270"/>
                  </a:lnTo>
                  <a:lnTo>
                    <a:pt x="48196" y="631603"/>
                  </a:lnTo>
                  <a:lnTo>
                    <a:pt x="48673" y="631222"/>
                  </a:lnTo>
                  <a:lnTo>
                    <a:pt x="49244" y="631031"/>
                  </a:lnTo>
                  <a:lnTo>
                    <a:pt x="49911" y="631317"/>
                  </a:lnTo>
                  <a:lnTo>
                    <a:pt x="50197" y="631793"/>
                  </a:lnTo>
                  <a:lnTo>
                    <a:pt x="50292" y="632651"/>
                  </a:lnTo>
                  <a:lnTo>
                    <a:pt x="50292" y="633603"/>
                  </a:lnTo>
                  <a:lnTo>
                    <a:pt x="50387" y="634746"/>
                  </a:lnTo>
                  <a:lnTo>
                    <a:pt x="50673" y="635222"/>
                  </a:lnTo>
                  <a:lnTo>
                    <a:pt x="51340" y="635222"/>
                  </a:lnTo>
                  <a:lnTo>
                    <a:pt x="53721" y="633508"/>
                  </a:lnTo>
                  <a:lnTo>
                    <a:pt x="54483" y="633127"/>
                  </a:lnTo>
                  <a:lnTo>
                    <a:pt x="55340" y="633127"/>
                  </a:lnTo>
                  <a:lnTo>
                    <a:pt x="56388" y="633794"/>
                  </a:lnTo>
                  <a:lnTo>
                    <a:pt x="58102" y="635984"/>
                  </a:lnTo>
                  <a:lnTo>
                    <a:pt x="59245" y="636175"/>
                  </a:lnTo>
                  <a:lnTo>
                    <a:pt x="61436" y="635889"/>
                  </a:lnTo>
                  <a:lnTo>
                    <a:pt x="62389" y="636080"/>
                  </a:lnTo>
                  <a:lnTo>
                    <a:pt x="63532" y="636746"/>
                  </a:lnTo>
                  <a:lnTo>
                    <a:pt x="65056" y="637794"/>
                  </a:lnTo>
                  <a:lnTo>
                    <a:pt x="66294" y="638270"/>
                  </a:lnTo>
                  <a:lnTo>
                    <a:pt x="67437" y="638270"/>
                  </a:lnTo>
                  <a:lnTo>
                    <a:pt x="68390" y="638080"/>
                  </a:lnTo>
                  <a:lnTo>
                    <a:pt x="69247" y="637985"/>
                  </a:lnTo>
                  <a:lnTo>
                    <a:pt x="71342" y="638366"/>
                  </a:lnTo>
                  <a:lnTo>
                    <a:pt x="73533" y="638937"/>
                  </a:lnTo>
                  <a:lnTo>
                    <a:pt x="76962" y="638461"/>
                  </a:lnTo>
                  <a:lnTo>
                    <a:pt x="77533" y="638842"/>
                  </a:lnTo>
                  <a:lnTo>
                    <a:pt x="78200" y="639604"/>
                  </a:lnTo>
                  <a:lnTo>
                    <a:pt x="78295" y="640556"/>
                  </a:lnTo>
                  <a:lnTo>
                    <a:pt x="78676" y="641318"/>
                  </a:lnTo>
                  <a:lnTo>
                    <a:pt x="79534" y="642271"/>
                  </a:lnTo>
                  <a:lnTo>
                    <a:pt x="80963" y="643128"/>
                  </a:lnTo>
                  <a:lnTo>
                    <a:pt x="81724" y="644176"/>
                  </a:lnTo>
                  <a:lnTo>
                    <a:pt x="82105" y="645414"/>
                  </a:lnTo>
                  <a:lnTo>
                    <a:pt x="82391" y="646747"/>
                  </a:lnTo>
                  <a:lnTo>
                    <a:pt x="83344" y="649414"/>
                  </a:lnTo>
                  <a:lnTo>
                    <a:pt x="83629" y="650558"/>
                  </a:lnTo>
                  <a:lnTo>
                    <a:pt x="83629" y="653701"/>
                  </a:lnTo>
                  <a:lnTo>
                    <a:pt x="83820" y="655606"/>
                  </a:lnTo>
                  <a:lnTo>
                    <a:pt x="84582" y="655892"/>
                  </a:lnTo>
                  <a:lnTo>
                    <a:pt x="85153" y="655892"/>
                  </a:lnTo>
                  <a:lnTo>
                    <a:pt x="86011" y="655415"/>
                  </a:lnTo>
                  <a:lnTo>
                    <a:pt x="86677" y="655320"/>
                  </a:lnTo>
                  <a:lnTo>
                    <a:pt x="89154" y="655606"/>
                  </a:lnTo>
                  <a:lnTo>
                    <a:pt x="89916" y="655606"/>
                  </a:lnTo>
                  <a:lnTo>
                    <a:pt x="90488" y="655320"/>
                  </a:lnTo>
                  <a:lnTo>
                    <a:pt x="93440" y="652939"/>
                  </a:lnTo>
                  <a:lnTo>
                    <a:pt x="96488" y="651510"/>
                  </a:lnTo>
                  <a:lnTo>
                    <a:pt x="97917" y="651129"/>
                  </a:lnTo>
                  <a:lnTo>
                    <a:pt x="100298" y="651320"/>
                  </a:lnTo>
                  <a:lnTo>
                    <a:pt x="101251" y="651129"/>
                  </a:lnTo>
                  <a:lnTo>
                    <a:pt x="101632" y="650748"/>
                  </a:lnTo>
                  <a:lnTo>
                    <a:pt x="101251" y="649414"/>
                  </a:lnTo>
                  <a:lnTo>
                    <a:pt x="101251" y="648557"/>
                  </a:lnTo>
                  <a:lnTo>
                    <a:pt x="101441" y="647891"/>
                  </a:lnTo>
                  <a:lnTo>
                    <a:pt x="102013" y="647224"/>
                  </a:lnTo>
                  <a:lnTo>
                    <a:pt x="102775" y="646747"/>
                  </a:lnTo>
                  <a:lnTo>
                    <a:pt x="103822" y="646367"/>
                  </a:lnTo>
                  <a:lnTo>
                    <a:pt x="105251" y="646081"/>
                  </a:lnTo>
                  <a:lnTo>
                    <a:pt x="106870" y="646081"/>
                  </a:lnTo>
                  <a:lnTo>
                    <a:pt x="107728" y="646557"/>
                  </a:lnTo>
                  <a:lnTo>
                    <a:pt x="108299" y="647319"/>
                  </a:lnTo>
                  <a:lnTo>
                    <a:pt x="108680" y="647986"/>
                  </a:lnTo>
                  <a:lnTo>
                    <a:pt x="109442" y="648653"/>
                  </a:lnTo>
                  <a:lnTo>
                    <a:pt x="110204" y="648557"/>
                  </a:lnTo>
                  <a:lnTo>
                    <a:pt x="110871" y="647795"/>
                  </a:lnTo>
                  <a:lnTo>
                    <a:pt x="111347" y="646557"/>
                  </a:lnTo>
                  <a:lnTo>
                    <a:pt x="111728" y="645128"/>
                  </a:lnTo>
                  <a:lnTo>
                    <a:pt x="112204" y="643890"/>
                  </a:lnTo>
                  <a:lnTo>
                    <a:pt x="113062" y="642938"/>
                  </a:lnTo>
                  <a:lnTo>
                    <a:pt x="114109" y="642366"/>
                  </a:lnTo>
                  <a:lnTo>
                    <a:pt x="116015" y="641795"/>
                  </a:lnTo>
                  <a:lnTo>
                    <a:pt x="117157" y="641318"/>
                  </a:lnTo>
                  <a:lnTo>
                    <a:pt x="117824" y="640937"/>
                  </a:lnTo>
                  <a:lnTo>
                    <a:pt x="119158" y="639509"/>
                  </a:lnTo>
                  <a:lnTo>
                    <a:pt x="120205" y="638651"/>
                  </a:lnTo>
                  <a:lnTo>
                    <a:pt x="122587" y="637127"/>
                  </a:lnTo>
                  <a:lnTo>
                    <a:pt x="123539" y="636365"/>
                  </a:lnTo>
                  <a:lnTo>
                    <a:pt x="124111" y="635603"/>
                  </a:lnTo>
                  <a:lnTo>
                    <a:pt x="124396" y="634746"/>
                  </a:lnTo>
                  <a:lnTo>
                    <a:pt x="124301" y="633889"/>
                  </a:lnTo>
                  <a:lnTo>
                    <a:pt x="123920" y="633127"/>
                  </a:lnTo>
                  <a:lnTo>
                    <a:pt x="123253" y="632460"/>
                  </a:lnTo>
                  <a:lnTo>
                    <a:pt x="122587" y="631698"/>
                  </a:lnTo>
                  <a:lnTo>
                    <a:pt x="122206" y="630841"/>
                  </a:lnTo>
                  <a:lnTo>
                    <a:pt x="122111" y="629984"/>
                  </a:lnTo>
                  <a:lnTo>
                    <a:pt x="122301" y="629222"/>
                  </a:lnTo>
                  <a:lnTo>
                    <a:pt x="122777" y="628460"/>
                  </a:lnTo>
                  <a:lnTo>
                    <a:pt x="123349" y="627793"/>
                  </a:lnTo>
                  <a:lnTo>
                    <a:pt x="124396" y="627221"/>
                  </a:lnTo>
                  <a:lnTo>
                    <a:pt x="125349" y="627317"/>
                  </a:lnTo>
                  <a:lnTo>
                    <a:pt x="127349" y="627983"/>
                  </a:lnTo>
                  <a:lnTo>
                    <a:pt x="129826" y="627983"/>
                  </a:lnTo>
                  <a:lnTo>
                    <a:pt x="130588" y="628079"/>
                  </a:lnTo>
                  <a:lnTo>
                    <a:pt x="131159" y="628460"/>
                  </a:lnTo>
                  <a:lnTo>
                    <a:pt x="131921" y="629126"/>
                  </a:lnTo>
                  <a:lnTo>
                    <a:pt x="132778" y="629698"/>
                  </a:lnTo>
                  <a:lnTo>
                    <a:pt x="134493" y="630174"/>
                  </a:lnTo>
                  <a:lnTo>
                    <a:pt x="135636" y="629888"/>
                  </a:lnTo>
                  <a:lnTo>
                    <a:pt x="136588" y="629126"/>
                  </a:lnTo>
                  <a:lnTo>
                    <a:pt x="137065" y="628079"/>
                  </a:lnTo>
                  <a:lnTo>
                    <a:pt x="137446" y="627221"/>
                  </a:lnTo>
                  <a:lnTo>
                    <a:pt x="138017" y="626364"/>
                  </a:lnTo>
                  <a:lnTo>
                    <a:pt x="138684" y="625697"/>
                  </a:lnTo>
                  <a:lnTo>
                    <a:pt x="140113" y="624840"/>
                  </a:lnTo>
                  <a:lnTo>
                    <a:pt x="140779" y="624554"/>
                  </a:lnTo>
                  <a:lnTo>
                    <a:pt x="141351" y="624650"/>
                  </a:lnTo>
                  <a:lnTo>
                    <a:pt x="141637" y="624935"/>
                  </a:lnTo>
                  <a:lnTo>
                    <a:pt x="141827" y="625602"/>
                  </a:lnTo>
                  <a:lnTo>
                    <a:pt x="141922" y="626555"/>
                  </a:lnTo>
                  <a:lnTo>
                    <a:pt x="141827" y="629698"/>
                  </a:lnTo>
                  <a:lnTo>
                    <a:pt x="141732" y="630079"/>
                  </a:lnTo>
                  <a:lnTo>
                    <a:pt x="141541" y="630555"/>
                  </a:lnTo>
                  <a:lnTo>
                    <a:pt x="141065" y="631127"/>
                  </a:lnTo>
                  <a:lnTo>
                    <a:pt x="138874" y="633032"/>
                  </a:lnTo>
                  <a:lnTo>
                    <a:pt x="138398" y="633603"/>
                  </a:lnTo>
                  <a:lnTo>
                    <a:pt x="138113" y="634365"/>
                  </a:lnTo>
                  <a:lnTo>
                    <a:pt x="138113" y="635318"/>
                  </a:lnTo>
                  <a:lnTo>
                    <a:pt x="138493" y="637889"/>
                  </a:lnTo>
                  <a:lnTo>
                    <a:pt x="138779" y="638937"/>
                  </a:lnTo>
                  <a:lnTo>
                    <a:pt x="139065" y="639699"/>
                  </a:lnTo>
                  <a:lnTo>
                    <a:pt x="139446" y="640175"/>
                  </a:lnTo>
                  <a:lnTo>
                    <a:pt x="140017" y="639889"/>
                  </a:lnTo>
                  <a:lnTo>
                    <a:pt x="140779" y="639128"/>
                  </a:lnTo>
                  <a:lnTo>
                    <a:pt x="142589" y="636651"/>
                  </a:lnTo>
                  <a:lnTo>
                    <a:pt x="144113" y="635508"/>
                  </a:lnTo>
                  <a:lnTo>
                    <a:pt x="145447" y="635222"/>
                  </a:lnTo>
                  <a:lnTo>
                    <a:pt x="146685" y="635318"/>
                  </a:lnTo>
                  <a:lnTo>
                    <a:pt x="147828" y="635699"/>
                  </a:lnTo>
                  <a:lnTo>
                    <a:pt x="148495" y="635794"/>
                  </a:lnTo>
                  <a:lnTo>
                    <a:pt x="148971" y="635699"/>
                  </a:lnTo>
                  <a:lnTo>
                    <a:pt x="152495" y="633603"/>
                  </a:lnTo>
                  <a:lnTo>
                    <a:pt x="157924" y="636937"/>
                  </a:lnTo>
                  <a:lnTo>
                    <a:pt x="159258" y="640080"/>
                  </a:lnTo>
                  <a:lnTo>
                    <a:pt x="159925" y="642557"/>
                  </a:lnTo>
                  <a:lnTo>
                    <a:pt x="160020" y="644080"/>
                  </a:lnTo>
                  <a:lnTo>
                    <a:pt x="159829" y="645509"/>
                  </a:lnTo>
                  <a:lnTo>
                    <a:pt x="158686" y="647795"/>
                  </a:lnTo>
                  <a:lnTo>
                    <a:pt x="158210" y="649129"/>
                  </a:lnTo>
                  <a:lnTo>
                    <a:pt x="158591" y="650367"/>
                  </a:lnTo>
                  <a:lnTo>
                    <a:pt x="159353" y="651701"/>
                  </a:lnTo>
                  <a:lnTo>
                    <a:pt x="160591" y="653510"/>
                  </a:lnTo>
                  <a:lnTo>
                    <a:pt x="160972" y="654558"/>
                  </a:lnTo>
                  <a:lnTo>
                    <a:pt x="160877" y="655415"/>
                  </a:lnTo>
                  <a:lnTo>
                    <a:pt x="160306" y="655892"/>
                  </a:lnTo>
                  <a:lnTo>
                    <a:pt x="159544" y="656177"/>
                  </a:lnTo>
                  <a:lnTo>
                    <a:pt x="158496" y="656177"/>
                  </a:lnTo>
                  <a:lnTo>
                    <a:pt x="156591" y="655701"/>
                  </a:lnTo>
                  <a:lnTo>
                    <a:pt x="155829" y="655796"/>
                  </a:lnTo>
                  <a:lnTo>
                    <a:pt x="155257" y="656558"/>
                  </a:lnTo>
                  <a:lnTo>
                    <a:pt x="155353" y="657701"/>
                  </a:lnTo>
                  <a:lnTo>
                    <a:pt x="155734" y="658939"/>
                  </a:lnTo>
                  <a:lnTo>
                    <a:pt x="156591" y="660463"/>
                  </a:lnTo>
                  <a:lnTo>
                    <a:pt x="157353" y="661130"/>
                  </a:lnTo>
                  <a:lnTo>
                    <a:pt x="158496" y="661130"/>
                  </a:lnTo>
                  <a:lnTo>
                    <a:pt x="160496" y="660273"/>
                  </a:lnTo>
                  <a:lnTo>
                    <a:pt x="161544" y="660083"/>
                  </a:lnTo>
                  <a:lnTo>
                    <a:pt x="162496" y="660178"/>
                  </a:lnTo>
                  <a:lnTo>
                    <a:pt x="163449" y="660559"/>
                  </a:lnTo>
                  <a:lnTo>
                    <a:pt x="164306" y="661130"/>
                  </a:lnTo>
                  <a:lnTo>
                    <a:pt x="168307" y="665797"/>
                  </a:lnTo>
                  <a:lnTo>
                    <a:pt x="169259" y="666655"/>
                  </a:lnTo>
                  <a:lnTo>
                    <a:pt x="170116" y="667226"/>
                  </a:lnTo>
                  <a:lnTo>
                    <a:pt x="170688" y="667417"/>
                  </a:lnTo>
                  <a:lnTo>
                    <a:pt x="172307" y="667607"/>
                  </a:lnTo>
                  <a:lnTo>
                    <a:pt x="173450" y="667893"/>
                  </a:lnTo>
                  <a:lnTo>
                    <a:pt x="175641" y="668655"/>
                  </a:lnTo>
                  <a:lnTo>
                    <a:pt x="178213" y="669131"/>
                  </a:lnTo>
                  <a:lnTo>
                    <a:pt x="179356" y="669227"/>
                  </a:lnTo>
                  <a:lnTo>
                    <a:pt x="180308" y="669131"/>
                  </a:lnTo>
                  <a:lnTo>
                    <a:pt x="181070" y="668846"/>
                  </a:lnTo>
                  <a:lnTo>
                    <a:pt x="182594" y="667798"/>
                  </a:lnTo>
                  <a:lnTo>
                    <a:pt x="183261" y="667512"/>
                  </a:lnTo>
                  <a:lnTo>
                    <a:pt x="184023" y="667512"/>
                  </a:lnTo>
                  <a:lnTo>
                    <a:pt x="184785" y="667798"/>
                  </a:lnTo>
                  <a:lnTo>
                    <a:pt x="186214" y="668655"/>
                  </a:lnTo>
                  <a:lnTo>
                    <a:pt x="186785" y="668846"/>
                  </a:lnTo>
                  <a:lnTo>
                    <a:pt x="187357" y="668846"/>
                  </a:lnTo>
                  <a:lnTo>
                    <a:pt x="187928" y="668750"/>
                  </a:lnTo>
                  <a:lnTo>
                    <a:pt x="189452" y="668274"/>
                  </a:lnTo>
                  <a:lnTo>
                    <a:pt x="190309" y="668179"/>
                  </a:lnTo>
                  <a:lnTo>
                    <a:pt x="191452" y="668369"/>
                  </a:lnTo>
                  <a:lnTo>
                    <a:pt x="192024" y="668941"/>
                  </a:lnTo>
                  <a:lnTo>
                    <a:pt x="192215" y="669703"/>
                  </a:lnTo>
                  <a:lnTo>
                    <a:pt x="191929" y="670655"/>
                  </a:lnTo>
                  <a:lnTo>
                    <a:pt x="191071" y="672941"/>
                  </a:lnTo>
                  <a:lnTo>
                    <a:pt x="190786" y="674275"/>
                  </a:lnTo>
                  <a:lnTo>
                    <a:pt x="190690" y="675704"/>
                  </a:lnTo>
                  <a:lnTo>
                    <a:pt x="191167" y="679037"/>
                  </a:lnTo>
                  <a:lnTo>
                    <a:pt x="191167" y="679323"/>
                  </a:lnTo>
                  <a:lnTo>
                    <a:pt x="190976" y="680561"/>
                  </a:lnTo>
                  <a:lnTo>
                    <a:pt x="190595" y="681609"/>
                  </a:lnTo>
                  <a:lnTo>
                    <a:pt x="190309" y="682752"/>
                  </a:lnTo>
                  <a:lnTo>
                    <a:pt x="190119" y="684181"/>
                  </a:lnTo>
                  <a:lnTo>
                    <a:pt x="190405" y="689420"/>
                  </a:lnTo>
                  <a:lnTo>
                    <a:pt x="190309" y="690086"/>
                  </a:lnTo>
                  <a:lnTo>
                    <a:pt x="190024" y="690658"/>
                  </a:lnTo>
                  <a:lnTo>
                    <a:pt x="189643" y="691134"/>
                  </a:lnTo>
                  <a:lnTo>
                    <a:pt x="189262" y="691801"/>
                  </a:lnTo>
                  <a:lnTo>
                    <a:pt x="189071" y="692563"/>
                  </a:lnTo>
                  <a:lnTo>
                    <a:pt x="189071" y="693896"/>
                  </a:lnTo>
                  <a:lnTo>
                    <a:pt x="189452" y="694754"/>
                  </a:lnTo>
                  <a:lnTo>
                    <a:pt x="190119" y="695516"/>
                  </a:lnTo>
                  <a:lnTo>
                    <a:pt x="190786" y="696182"/>
                  </a:lnTo>
                  <a:lnTo>
                    <a:pt x="191643" y="697325"/>
                  </a:lnTo>
                  <a:lnTo>
                    <a:pt x="192119" y="698468"/>
                  </a:lnTo>
                  <a:lnTo>
                    <a:pt x="192500" y="700183"/>
                  </a:lnTo>
                  <a:lnTo>
                    <a:pt x="193262" y="700754"/>
                  </a:lnTo>
                  <a:lnTo>
                    <a:pt x="194119" y="700754"/>
                  </a:lnTo>
                  <a:lnTo>
                    <a:pt x="195834" y="699707"/>
                  </a:lnTo>
                  <a:lnTo>
                    <a:pt x="196596" y="699611"/>
                  </a:lnTo>
                  <a:lnTo>
                    <a:pt x="197167" y="699897"/>
                  </a:lnTo>
                  <a:lnTo>
                    <a:pt x="198215" y="700659"/>
                  </a:lnTo>
                  <a:lnTo>
                    <a:pt x="198882" y="700945"/>
                  </a:lnTo>
                  <a:lnTo>
                    <a:pt x="199549" y="701135"/>
                  </a:lnTo>
                  <a:lnTo>
                    <a:pt x="200120" y="701135"/>
                  </a:lnTo>
                  <a:lnTo>
                    <a:pt x="200787" y="701040"/>
                  </a:lnTo>
                  <a:lnTo>
                    <a:pt x="201549" y="701040"/>
                  </a:lnTo>
                  <a:lnTo>
                    <a:pt x="202311" y="701326"/>
                  </a:lnTo>
                  <a:lnTo>
                    <a:pt x="206883" y="704945"/>
                  </a:lnTo>
                  <a:lnTo>
                    <a:pt x="207454" y="705231"/>
                  </a:lnTo>
                  <a:lnTo>
                    <a:pt x="208121" y="705326"/>
                  </a:lnTo>
                  <a:lnTo>
                    <a:pt x="208883" y="705326"/>
                  </a:lnTo>
                  <a:lnTo>
                    <a:pt x="209740" y="705136"/>
                  </a:lnTo>
                  <a:lnTo>
                    <a:pt x="210312" y="704850"/>
                  </a:lnTo>
                  <a:lnTo>
                    <a:pt x="210979" y="704279"/>
                  </a:lnTo>
                  <a:lnTo>
                    <a:pt x="212503" y="702659"/>
                  </a:lnTo>
                  <a:lnTo>
                    <a:pt x="213074" y="703040"/>
                  </a:lnTo>
                  <a:lnTo>
                    <a:pt x="213455" y="703612"/>
                  </a:lnTo>
                  <a:lnTo>
                    <a:pt x="213836" y="704469"/>
                  </a:lnTo>
                  <a:lnTo>
                    <a:pt x="214122" y="705803"/>
                  </a:lnTo>
                  <a:lnTo>
                    <a:pt x="214217" y="706850"/>
                  </a:lnTo>
                  <a:lnTo>
                    <a:pt x="214122" y="707993"/>
                  </a:lnTo>
                  <a:lnTo>
                    <a:pt x="213836" y="709994"/>
                  </a:lnTo>
                  <a:lnTo>
                    <a:pt x="213836" y="710946"/>
                  </a:lnTo>
                  <a:lnTo>
                    <a:pt x="213836" y="711803"/>
                  </a:lnTo>
                  <a:lnTo>
                    <a:pt x="213741" y="712565"/>
                  </a:lnTo>
                  <a:lnTo>
                    <a:pt x="213646" y="713327"/>
                  </a:lnTo>
                  <a:lnTo>
                    <a:pt x="213455" y="713899"/>
                  </a:lnTo>
                  <a:lnTo>
                    <a:pt x="212884" y="716471"/>
                  </a:lnTo>
                  <a:lnTo>
                    <a:pt x="212407" y="717709"/>
                  </a:lnTo>
                  <a:lnTo>
                    <a:pt x="211645" y="718947"/>
                  </a:lnTo>
                  <a:lnTo>
                    <a:pt x="209740" y="720947"/>
                  </a:lnTo>
                  <a:lnTo>
                    <a:pt x="208978" y="721995"/>
                  </a:lnTo>
                  <a:lnTo>
                    <a:pt x="208597" y="723329"/>
                  </a:lnTo>
                  <a:lnTo>
                    <a:pt x="208407" y="726186"/>
                  </a:lnTo>
                  <a:lnTo>
                    <a:pt x="208121" y="727901"/>
                  </a:lnTo>
                  <a:lnTo>
                    <a:pt x="207550" y="729329"/>
                  </a:lnTo>
                  <a:lnTo>
                    <a:pt x="206502" y="730568"/>
                  </a:lnTo>
                  <a:lnTo>
                    <a:pt x="205740" y="731139"/>
                  </a:lnTo>
                  <a:lnTo>
                    <a:pt x="203549" y="732282"/>
                  </a:lnTo>
                  <a:lnTo>
                    <a:pt x="202787" y="732854"/>
                  </a:lnTo>
                  <a:lnTo>
                    <a:pt x="202311" y="733616"/>
                  </a:lnTo>
                  <a:lnTo>
                    <a:pt x="201835" y="734854"/>
                  </a:lnTo>
                  <a:lnTo>
                    <a:pt x="201168" y="737521"/>
                  </a:lnTo>
                  <a:lnTo>
                    <a:pt x="200882" y="738473"/>
                  </a:lnTo>
                  <a:lnTo>
                    <a:pt x="200692" y="738950"/>
                  </a:lnTo>
                  <a:lnTo>
                    <a:pt x="199453" y="740950"/>
                  </a:lnTo>
                  <a:lnTo>
                    <a:pt x="196501" y="744664"/>
                  </a:lnTo>
                  <a:lnTo>
                    <a:pt x="196024" y="745998"/>
                  </a:lnTo>
                  <a:lnTo>
                    <a:pt x="196120" y="746760"/>
                  </a:lnTo>
                  <a:lnTo>
                    <a:pt x="196501" y="747236"/>
                  </a:lnTo>
                  <a:lnTo>
                    <a:pt x="197548" y="747522"/>
                  </a:lnTo>
                  <a:lnTo>
                    <a:pt x="198787" y="748189"/>
                  </a:lnTo>
                  <a:lnTo>
                    <a:pt x="200215" y="749237"/>
                  </a:lnTo>
                  <a:lnTo>
                    <a:pt x="201930" y="751618"/>
                  </a:lnTo>
                  <a:lnTo>
                    <a:pt x="202501" y="753142"/>
                  </a:lnTo>
                  <a:lnTo>
                    <a:pt x="202406" y="754285"/>
                  </a:lnTo>
                  <a:lnTo>
                    <a:pt x="201740" y="754761"/>
                  </a:lnTo>
                  <a:lnTo>
                    <a:pt x="200596" y="754856"/>
                  </a:lnTo>
                  <a:lnTo>
                    <a:pt x="199168" y="754380"/>
                  </a:lnTo>
                  <a:lnTo>
                    <a:pt x="192024" y="749237"/>
                  </a:lnTo>
                  <a:lnTo>
                    <a:pt x="191167" y="748855"/>
                  </a:lnTo>
                  <a:lnTo>
                    <a:pt x="190500" y="748570"/>
                  </a:lnTo>
                  <a:lnTo>
                    <a:pt x="189833" y="748570"/>
                  </a:lnTo>
                  <a:lnTo>
                    <a:pt x="189071" y="748665"/>
                  </a:lnTo>
                  <a:lnTo>
                    <a:pt x="188309" y="749046"/>
                  </a:lnTo>
                  <a:lnTo>
                    <a:pt x="187833" y="749713"/>
                  </a:lnTo>
                  <a:lnTo>
                    <a:pt x="187642" y="750570"/>
                  </a:lnTo>
                  <a:lnTo>
                    <a:pt x="187642" y="753428"/>
                  </a:lnTo>
                  <a:lnTo>
                    <a:pt x="187452" y="754189"/>
                  </a:lnTo>
                  <a:lnTo>
                    <a:pt x="187071" y="754571"/>
                  </a:lnTo>
                  <a:lnTo>
                    <a:pt x="186023" y="755237"/>
                  </a:lnTo>
                  <a:lnTo>
                    <a:pt x="185166" y="755523"/>
                  </a:lnTo>
                  <a:lnTo>
                    <a:pt x="184404" y="755618"/>
                  </a:lnTo>
                  <a:lnTo>
                    <a:pt x="183356" y="755618"/>
                  </a:lnTo>
                  <a:lnTo>
                    <a:pt x="182975" y="755809"/>
                  </a:lnTo>
                  <a:lnTo>
                    <a:pt x="182118" y="756761"/>
                  </a:lnTo>
                  <a:lnTo>
                    <a:pt x="181642" y="757142"/>
                  </a:lnTo>
                  <a:lnTo>
                    <a:pt x="181261" y="757333"/>
                  </a:lnTo>
                  <a:lnTo>
                    <a:pt x="180880" y="757238"/>
                  </a:lnTo>
                  <a:lnTo>
                    <a:pt x="179927" y="756380"/>
                  </a:lnTo>
                  <a:lnTo>
                    <a:pt x="179165" y="755904"/>
                  </a:lnTo>
                  <a:lnTo>
                    <a:pt x="178308" y="755618"/>
                  </a:lnTo>
                  <a:lnTo>
                    <a:pt x="177355" y="755618"/>
                  </a:lnTo>
                  <a:lnTo>
                    <a:pt x="176784" y="755809"/>
                  </a:lnTo>
                  <a:lnTo>
                    <a:pt x="176403" y="756095"/>
                  </a:lnTo>
                  <a:lnTo>
                    <a:pt x="176213" y="756571"/>
                  </a:lnTo>
                  <a:lnTo>
                    <a:pt x="176022" y="757428"/>
                  </a:lnTo>
                  <a:lnTo>
                    <a:pt x="176022" y="759143"/>
                  </a:lnTo>
                  <a:lnTo>
                    <a:pt x="176879" y="762286"/>
                  </a:lnTo>
                  <a:lnTo>
                    <a:pt x="176974" y="763524"/>
                  </a:lnTo>
                  <a:lnTo>
                    <a:pt x="176593" y="764667"/>
                  </a:lnTo>
                  <a:lnTo>
                    <a:pt x="175641" y="766096"/>
                  </a:lnTo>
                  <a:lnTo>
                    <a:pt x="174688" y="767239"/>
                  </a:lnTo>
                  <a:lnTo>
                    <a:pt x="179832" y="774668"/>
                  </a:lnTo>
                  <a:lnTo>
                    <a:pt x="182690" y="777335"/>
                  </a:lnTo>
                  <a:lnTo>
                    <a:pt x="188881" y="781336"/>
                  </a:lnTo>
                  <a:lnTo>
                    <a:pt x="191929" y="782193"/>
                  </a:lnTo>
                  <a:lnTo>
                    <a:pt x="192976" y="782384"/>
                  </a:lnTo>
                  <a:lnTo>
                    <a:pt x="194119" y="782479"/>
                  </a:lnTo>
                  <a:lnTo>
                    <a:pt x="196501" y="782384"/>
                  </a:lnTo>
                  <a:lnTo>
                    <a:pt x="197263" y="782288"/>
                  </a:lnTo>
                  <a:lnTo>
                    <a:pt x="198406" y="781812"/>
                  </a:lnTo>
                  <a:lnTo>
                    <a:pt x="199739" y="781145"/>
                  </a:lnTo>
                  <a:lnTo>
                    <a:pt x="204692" y="775811"/>
                  </a:lnTo>
                  <a:lnTo>
                    <a:pt x="205264" y="773906"/>
                  </a:lnTo>
                  <a:lnTo>
                    <a:pt x="205454" y="772287"/>
                  </a:lnTo>
                  <a:lnTo>
                    <a:pt x="205359" y="770858"/>
                  </a:lnTo>
                  <a:lnTo>
                    <a:pt x="205549" y="769811"/>
                  </a:lnTo>
                  <a:lnTo>
                    <a:pt x="205835" y="769239"/>
                  </a:lnTo>
                  <a:lnTo>
                    <a:pt x="206216" y="769049"/>
                  </a:lnTo>
                  <a:lnTo>
                    <a:pt x="206978" y="769430"/>
                  </a:lnTo>
                  <a:lnTo>
                    <a:pt x="207645" y="770096"/>
                  </a:lnTo>
                  <a:lnTo>
                    <a:pt x="208502" y="770477"/>
                  </a:lnTo>
                  <a:lnTo>
                    <a:pt x="209550" y="770287"/>
                  </a:lnTo>
                  <a:lnTo>
                    <a:pt x="213931" y="766858"/>
                  </a:lnTo>
                  <a:lnTo>
                    <a:pt x="214693" y="766191"/>
                  </a:lnTo>
                  <a:lnTo>
                    <a:pt x="215265" y="765238"/>
                  </a:lnTo>
                  <a:lnTo>
                    <a:pt x="218503" y="756761"/>
                  </a:lnTo>
                  <a:lnTo>
                    <a:pt x="220504" y="748951"/>
                  </a:lnTo>
                  <a:lnTo>
                    <a:pt x="221361" y="746855"/>
                  </a:lnTo>
                  <a:lnTo>
                    <a:pt x="221647" y="745617"/>
                  </a:lnTo>
                  <a:lnTo>
                    <a:pt x="221837" y="742283"/>
                  </a:lnTo>
                  <a:lnTo>
                    <a:pt x="222123" y="740855"/>
                  </a:lnTo>
                  <a:lnTo>
                    <a:pt x="222409" y="739902"/>
                  </a:lnTo>
                  <a:lnTo>
                    <a:pt x="223552" y="738188"/>
                  </a:lnTo>
                  <a:lnTo>
                    <a:pt x="224409" y="737330"/>
                  </a:lnTo>
                  <a:lnTo>
                    <a:pt x="225457" y="736854"/>
                  </a:lnTo>
                  <a:lnTo>
                    <a:pt x="226886" y="736854"/>
                  </a:lnTo>
                  <a:lnTo>
                    <a:pt x="228314" y="736663"/>
                  </a:lnTo>
                  <a:lnTo>
                    <a:pt x="229267" y="735997"/>
                  </a:lnTo>
                  <a:lnTo>
                    <a:pt x="229933" y="734854"/>
                  </a:lnTo>
                  <a:lnTo>
                    <a:pt x="230886" y="732758"/>
                  </a:lnTo>
                  <a:lnTo>
                    <a:pt x="231743" y="732092"/>
                  </a:lnTo>
                  <a:lnTo>
                    <a:pt x="233077" y="731711"/>
                  </a:lnTo>
                  <a:lnTo>
                    <a:pt x="237744" y="731139"/>
                  </a:lnTo>
                  <a:lnTo>
                    <a:pt x="240411" y="730282"/>
                  </a:lnTo>
                  <a:lnTo>
                    <a:pt x="242030" y="729901"/>
                  </a:lnTo>
                  <a:lnTo>
                    <a:pt x="247174" y="729329"/>
                  </a:lnTo>
                  <a:lnTo>
                    <a:pt x="248412" y="729996"/>
                  </a:lnTo>
                  <a:lnTo>
                    <a:pt x="249079" y="731234"/>
                  </a:lnTo>
                  <a:lnTo>
                    <a:pt x="249460" y="732663"/>
                  </a:lnTo>
                  <a:lnTo>
                    <a:pt x="250031" y="733901"/>
                  </a:lnTo>
                  <a:lnTo>
                    <a:pt x="250984" y="734473"/>
                  </a:lnTo>
                  <a:lnTo>
                    <a:pt x="252127" y="734378"/>
                  </a:lnTo>
                  <a:lnTo>
                    <a:pt x="253746" y="733425"/>
                  </a:lnTo>
                  <a:lnTo>
                    <a:pt x="254603" y="732377"/>
                  </a:lnTo>
                  <a:lnTo>
                    <a:pt x="255079" y="731330"/>
                  </a:lnTo>
                  <a:lnTo>
                    <a:pt x="255175" y="730282"/>
                  </a:lnTo>
                  <a:lnTo>
                    <a:pt x="255556" y="728567"/>
                  </a:lnTo>
                  <a:lnTo>
                    <a:pt x="256223" y="727996"/>
                  </a:lnTo>
                  <a:lnTo>
                    <a:pt x="257175" y="727805"/>
                  </a:lnTo>
                  <a:lnTo>
                    <a:pt x="259175" y="727805"/>
                  </a:lnTo>
                  <a:lnTo>
                    <a:pt x="262033" y="728282"/>
                  </a:lnTo>
                  <a:lnTo>
                    <a:pt x="262890" y="728567"/>
                  </a:lnTo>
                  <a:lnTo>
                    <a:pt x="263557" y="728948"/>
                  </a:lnTo>
                  <a:lnTo>
                    <a:pt x="264033" y="729329"/>
                  </a:lnTo>
                  <a:lnTo>
                    <a:pt x="264319" y="729901"/>
                  </a:lnTo>
                  <a:lnTo>
                    <a:pt x="264700" y="731615"/>
                  </a:lnTo>
                  <a:lnTo>
                    <a:pt x="265176" y="732377"/>
                  </a:lnTo>
                  <a:lnTo>
                    <a:pt x="266128" y="732758"/>
                  </a:lnTo>
                  <a:lnTo>
                    <a:pt x="269081" y="733044"/>
                  </a:lnTo>
                  <a:lnTo>
                    <a:pt x="270319" y="733425"/>
                  </a:lnTo>
                  <a:lnTo>
                    <a:pt x="271367" y="734092"/>
                  </a:lnTo>
                  <a:lnTo>
                    <a:pt x="272701" y="734759"/>
                  </a:lnTo>
                  <a:lnTo>
                    <a:pt x="274415" y="734949"/>
                  </a:lnTo>
                  <a:lnTo>
                    <a:pt x="276892" y="734282"/>
                  </a:lnTo>
                  <a:lnTo>
                    <a:pt x="280987" y="733901"/>
                  </a:lnTo>
                  <a:lnTo>
                    <a:pt x="282321" y="733616"/>
                  </a:lnTo>
                  <a:lnTo>
                    <a:pt x="283559" y="732758"/>
                  </a:lnTo>
                  <a:lnTo>
                    <a:pt x="284321" y="732092"/>
                  </a:lnTo>
                  <a:lnTo>
                    <a:pt x="287274" y="728472"/>
                  </a:lnTo>
                  <a:lnTo>
                    <a:pt x="291274" y="722567"/>
                  </a:lnTo>
                  <a:lnTo>
                    <a:pt x="292608" y="721424"/>
                  </a:lnTo>
                  <a:lnTo>
                    <a:pt x="294037" y="721043"/>
                  </a:lnTo>
                  <a:lnTo>
                    <a:pt x="295751" y="721328"/>
                  </a:lnTo>
                  <a:lnTo>
                    <a:pt x="296799" y="722281"/>
                  </a:lnTo>
                  <a:lnTo>
                    <a:pt x="297656" y="723233"/>
                  </a:lnTo>
                  <a:lnTo>
                    <a:pt x="298704" y="723614"/>
                  </a:lnTo>
                  <a:lnTo>
                    <a:pt x="300037" y="723329"/>
                  </a:lnTo>
                  <a:lnTo>
                    <a:pt x="301752" y="721995"/>
                  </a:lnTo>
                  <a:lnTo>
                    <a:pt x="304228" y="718852"/>
                  </a:lnTo>
                  <a:lnTo>
                    <a:pt x="306324" y="716947"/>
                  </a:lnTo>
                  <a:lnTo>
                    <a:pt x="307467" y="715518"/>
                  </a:lnTo>
                  <a:lnTo>
                    <a:pt x="308419" y="714851"/>
                  </a:lnTo>
                  <a:lnTo>
                    <a:pt x="312325" y="712946"/>
                  </a:lnTo>
                  <a:lnTo>
                    <a:pt x="313087" y="711518"/>
                  </a:lnTo>
                  <a:lnTo>
                    <a:pt x="313182" y="710184"/>
                  </a:lnTo>
                  <a:lnTo>
                    <a:pt x="312896" y="709041"/>
                  </a:lnTo>
                  <a:lnTo>
                    <a:pt x="312801" y="708184"/>
                  </a:lnTo>
                  <a:lnTo>
                    <a:pt x="312991" y="707327"/>
                  </a:lnTo>
                  <a:lnTo>
                    <a:pt x="314135" y="704945"/>
                  </a:lnTo>
                  <a:lnTo>
                    <a:pt x="314325" y="703897"/>
                  </a:lnTo>
                  <a:lnTo>
                    <a:pt x="314515" y="701802"/>
                  </a:lnTo>
                  <a:lnTo>
                    <a:pt x="314801" y="700945"/>
                  </a:lnTo>
                  <a:lnTo>
                    <a:pt x="315278" y="700278"/>
                  </a:lnTo>
                  <a:lnTo>
                    <a:pt x="315849" y="699802"/>
                  </a:lnTo>
                  <a:lnTo>
                    <a:pt x="317849" y="699040"/>
                  </a:lnTo>
                  <a:lnTo>
                    <a:pt x="320611" y="698754"/>
                  </a:lnTo>
                  <a:lnTo>
                    <a:pt x="322326" y="698849"/>
                  </a:lnTo>
                  <a:lnTo>
                    <a:pt x="324326" y="699230"/>
                  </a:lnTo>
                  <a:lnTo>
                    <a:pt x="325660" y="699802"/>
                  </a:lnTo>
                  <a:lnTo>
                    <a:pt x="326898" y="700659"/>
                  </a:lnTo>
                  <a:lnTo>
                    <a:pt x="328327" y="702564"/>
                  </a:lnTo>
                  <a:lnTo>
                    <a:pt x="329184" y="704183"/>
                  </a:lnTo>
                  <a:lnTo>
                    <a:pt x="330041" y="705326"/>
                  </a:lnTo>
                  <a:lnTo>
                    <a:pt x="331279" y="706088"/>
                  </a:lnTo>
                  <a:lnTo>
                    <a:pt x="333375" y="706184"/>
                  </a:lnTo>
                  <a:lnTo>
                    <a:pt x="341186" y="704564"/>
                  </a:lnTo>
                  <a:lnTo>
                    <a:pt x="342614" y="704850"/>
                  </a:lnTo>
                  <a:lnTo>
                    <a:pt x="343567" y="705612"/>
                  </a:lnTo>
                  <a:lnTo>
                    <a:pt x="343948" y="707517"/>
                  </a:lnTo>
                  <a:lnTo>
                    <a:pt x="343853" y="708660"/>
                  </a:lnTo>
                  <a:lnTo>
                    <a:pt x="343662" y="709517"/>
                  </a:lnTo>
                  <a:lnTo>
                    <a:pt x="343853" y="710279"/>
                  </a:lnTo>
                  <a:lnTo>
                    <a:pt x="344519" y="711137"/>
                  </a:lnTo>
                  <a:lnTo>
                    <a:pt x="347282" y="712756"/>
                  </a:lnTo>
                  <a:lnTo>
                    <a:pt x="349091" y="712565"/>
                  </a:lnTo>
                  <a:lnTo>
                    <a:pt x="351282" y="712565"/>
                  </a:lnTo>
                  <a:lnTo>
                    <a:pt x="352330" y="712946"/>
                  </a:lnTo>
                  <a:lnTo>
                    <a:pt x="353663" y="712946"/>
                  </a:lnTo>
                  <a:lnTo>
                    <a:pt x="354711" y="712565"/>
                  </a:lnTo>
                  <a:lnTo>
                    <a:pt x="355378" y="711232"/>
                  </a:lnTo>
                  <a:lnTo>
                    <a:pt x="355282" y="710470"/>
                  </a:lnTo>
                  <a:lnTo>
                    <a:pt x="354902" y="709803"/>
                  </a:lnTo>
                  <a:lnTo>
                    <a:pt x="354140" y="709232"/>
                  </a:lnTo>
                  <a:lnTo>
                    <a:pt x="353378" y="708755"/>
                  </a:lnTo>
                  <a:lnTo>
                    <a:pt x="352520" y="708374"/>
                  </a:lnTo>
                  <a:lnTo>
                    <a:pt x="351758" y="707898"/>
                  </a:lnTo>
                  <a:lnTo>
                    <a:pt x="351282" y="707231"/>
                  </a:lnTo>
                  <a:lnTo>
                    <a:pt x="351091" y="706374"/>
                  </a:lnTo>
                  <a:lnTo>
                    <a:pt x="351091" y="705422"/>
                  </a:lnTo>
                  <a:lnTo>
                    <a:pt x="351473" y="704469"/>
                  </a:lnTo>
                  <a:lnTo>
                    <a:pt x="352139" y="703897"/>
                  </a:lnTo>
                  <a:lnTo>
                    <a:pt x="353473" y="703897"/>
                  </a:lnTo>
                  <a:lnTo>
                    <a:pt x="354425" y="704374"/>
                  </a:lnTo>
                  <a:lnTo>
                    <a:pt x="356044" y="704660"/>
                  </a:lnTo>
                  <a:lnTo>
                    <a:pt x="358045" y="704279"/>
                  </a:lnTo>
                  <a:lnTo>
                    <a:pt x="364617" y="701612"/>
                  </a:lnTo>
                  <a:lnTo>
                    <a:pt x="374237" y="695897"/>
                  </a:lnTo>
                  <a:lnTo>
                    <a:pt x="375190" y="694372"/>
                  </a:lnTo>
                  <a:lnTo>
                    <a:pt x="375285" y="693325"/>
                  </a:lnTo>
                  <a:lnTo>
                    <a:pt x="375094" y="692372"/>
                  </a:lnTo>
                  <a:lnTo>
                    <a:pt x="374809" y="691515"/>
                  </a:lnTo>
                  <a:lnTo>
                    <a:pt x="374714" y="690848"/>
                  </a:lnTo>
                  <a:lnTo>
                    <a:pt x="374904" y="689801"/>
                  </a:lnTo>
                  <a:lnTo>
                    <a:pt x="375761" y="688562"/>
                  </a:lnTo>
                  <a:lnTo>
                    <a:pt x="377476" y="686562"/>
                  </a:lnTo>
                  <a:lnTo>
                    <a:pt x="379286" y="685038"/>
                  </a:lnTo>
                  <a:lnTo>
                    <a:pt x="381571" y="683990"/>
                  </a:lnTo>
                  <a:lnTo>
                    <a:pt x="384239" y="683228"/>
                  </a:lnTo>
                  <a:lnTo>
                    <a:pt x="385000" y="682752"/>
                  </a:lnTo>
                  <a:lnTo>
                    <a:pt x="385477" y="681800"/>
                  </a:lnTo>
                  <a:lnTo>
                    <a:pt x="385572" y="680847"/>
                  </a:lnTo>
                  <a:lnTo>
                    <a:pt x="385382" y="680276"/>
                  </a:lnTo>
                  <a:lnTo>
                    <a:pt x="384905" y="679704"/>
                  </a:lnTo>
                  <a:lnTo>
                    <a:pt x="383953" y="679133"/>
                  </a:lnTo>
                  <a:lnTo>
                    <a:pt x="383191" y="678466"/>
                  </a:lnTo>
                  <a:lnTo>
                    <a:pt x="382619" y="677704"/>
                  </a:lnTo>
                  <a:lnTo>
                    <a:pt x="382524" y="677132"/>
                  </a:lnTo>
                  <a:lnTo>
                    <a:pt x="382715" y="676466"/>
                  </a:lnTo>
                  <a:lnTo>
                    <a:pt x="383191" y="675894"/>
                  </a:lnTo>
                  <a:lnTo>
                    <a:pt x="384048" y="675704"/>
                  </a:lnTo>
                  <a:lnTo>
                    <a:pt x="384810" y="675894"/>
                  </a:lnTo>
                  <a:lnTo>
                    <a:pt x="387286" y="677704"/>
                  </a:lnTo>
                  <a:lnTo>
                    <a:pt x="389001" y="678466"/>
                  </a:lnTo>
                  <a:lnTo>
                    <a:pt x="391763" y="678561"/>
                  </a:lnTo>
                  <a:lnTo>
                    <a:pt x="391954" y="678942"/>
                  </a:lnTo>
                  <a:lnTo>
                    <a:pt x="391954" y="680180"/>
                  </a:lnTo>
                  <a:lnTo>
                    <a:pt x="391763" y="680752"/>
                  </a:lnTo>
                  <a:lnTo>
                    <a:pt x="391478" y="681514"/>
                  </a:lnTo>
                  <a:lnTo>
                    <a:pt x="390811" y="682562"/>
                  </a:lnTo>
                  <a:lnTo>
                    <a:pt x="390620" y="683038"/>
                  </a:lnTo>
                  <a:lnTo>
                    <a:pt x="390430" y="683705"/>
                  </a:lnTo>
                  <a:lnTo>
                    <a:pt x="390335" y="684371"/>
                  </a:lnTo>
                  <a:lnTo>
                    <a:pt x="390906" y="684847"/>
                  </a:lnTo>
                  <a:lnTo>
                    <a:pt x="392049" y="685038"/>
                  </a:lnTo>
                  <a:lnTo>
                    <a:pt x="394907" y="684752"/>
                  </a:lnTo>
                  <a:lnTo>
                    <a:pt x="396811" y="684752"/>
                  </a:lnTo>
                  <a:lnTo>
                    <a:pt x="402527" y="686086"/>
                  </a:lnTo>
                  <a:lnTo>
                    <a:pt x="405194" y="685800"/>
                  </a:lnTo>
                  <a:lnTo>
                    <a:pt x="409099" y="683990"/>
                  </a:lnTo>
                  <a:lnTo>
                    <a:pt x="409194" y="683705"/>
                  </a:lnTo>
                  <a:lnTo>
                    <a:pt x="409194" y="683705"/>
                  </a:lnTo>
                  <a:lnTo>
                    <a:pt x="409194" y="683705"/>
                  </a:lnTo>
                  <a:lnTo>
                    <a:pt x="408432" y="683705"/>
                  </a:lnTo>
                  <a:lnTo>
                    <a:pt x="407289" y="683324"/>
                  </a:lnTo>
                  <a:lnTo>
                    <a:pt x="406336" y="682657"/>
                  </a:lnTo>
                  <a:lnTo>
                    <a:pt x="405479" y="681800"/>
                  </a:lnTo>
                  <a:lnTo>
                    <a:pt x="404527" y="681514"/>
                  </a:lnTo>
                  <a:lnTo>
                    <a:pt x="399478" y="681323"/>
                  </a:lnTo>
                  <a:lnTo>
                    <a:pt x="396811" y="680752"/>
                  </a:lnTo>
                  <a:lnTo>
                    <a:pt x="394335" y="680561"/>
                  </a:lnTo>
                  <a:lnTo>
                    <a:pt x="392906" y="679990"/>
                  </a:lnTo>
                  <a:lnTo>
                    <a:pt x="392049" y="678656"/>
                  </a:lnTo>
                  <a:lnTo>
                    <a:pt x="390811" y="675608"/>
                  </a:lnTo>
                  <a:lnTo>
                    <a:pt x="387096" y="671227"/>
                  </a:lnTo>
                  <a:lnTo>
                    <a:pt x="385572" y="668750"/>
                  </a:lnTo>
                  <a:lnTo>
                    <a:pt x="385191" y="665893"/>
                  </a:lnTo>
                  <a:lnTo>
                    <a:pt x="387763" y="662369"/>
                  </a:lnTo>
                  <a:lnTo>
                    <a:pt x="389573" y="661130"/>
                  </a:lnTo>
                  <a:lnTo>
                    <a:pt x="389858" y="659702"/>
                  </a:lnTo>
                  <a:lnTo>
                    <a:pt x="389858" y="656939"/>
                  </a:lnTo>
                  <a:lnTo>
                    <a:pt x="390620" y="657987"/>
                  </a:lnTo>
                  <a:lnTo>
                    <a:pt x="391668" y="658654"/>
                  </a:lnTo>
                  <a:lnTo>
                    <a:pt x="392620" y="659416"/>
                  </a:lnTo>
                  <a:lnTo>
                    <a:pt x="393002" y="660654"/>
                  </a:lnTo>
                  <a:lnTo>
                    <a:pt x="392620" y="663607"/>
                  </a:lnTo>
                  <a:lnTo>
                    <a:pt x="393002" y="664940"/>
                  </a:lnTo>
                  <a:lnTo>
                    <a:pt x="394621" y="665893"/>
                  </a:lnTo>
                  <a:lnTo>
                    <a:pt x="395287" y="662369"/>
                  </a:lnTo>
                  <a:lnTo>
                    <a:pt x="395287" y="652844"/>
                  </a:lnTo>
                  <a:lnTo>
                    <a:pt x="396526" y="653987"/>
                  </a:lnTo>
                  <a:lnTo>
                    <a:pt x="400145" y="658749"/>
                  </a:lnTo>
                  <a:lnTo>
                    <a:pt x="401765" y="662940"/>
                  </a:lnTo>
                  <a:lnTo>
                    <a:pt x="407289" y="669131"/>
                  </a:lnTo>
                  <a:lnTo>
                    <a:pt x="411004" y="678561"/>
                  </a:lnTo>
                  <a:lnTo>
                    <a:pt x="411099" y="678371"/>
                  </a:lnTo>
                  <a:lnTo>
                    <a:pt x="411861" y="677323"/>
                  </a:lnTo>
                  <a:lnTo>
                    <a:pt x="412242" y="676847"/>
                  </a:lnTo>
                  <a:lnTo>
                    <a:pt x="412242" y="676847"/>
                  </a:lnTo>
                  <a:lnTo>
                    <a:pt x="408908" y="669131"/>
                  </a:lnTo>
                  <a:lnTo>
                    <a:pt x="406527" y="661035"/>
                  </a:lnTo>
                  <a:lnTo>
                    <a:pt x="405289" y="659035"/>
                  </a:lnTo>
                  <a:lnTo>
                    <a:pt x="404527" y="656654"/>
                  </a:lnTo>
                  <a:lnTo>
                    <a:pt x="405289" y="653891"/>
                  </a:lnTo>
                  <a:lnTo>
                    <a:pt x="407384" y="649700"/>
                  </a:lnTo>
                  <a:lnTo>
                    <a:pt x="407861" y="644366"/>
                  </a:lnTo>
                  <a:lnTo>
                    <a:pt x="406432" y="639699"/>
                  </a:lnTo>
                  <a:lnTo>
                    <a:pt x="397954" y="622078"/>
                  </a:lnTo>
                  <a:lnTo>
                    <a:pt x="396335" y="617315"/>
                  </a:lnTo>
                  <a:lnTo>
                    <a:pt x="393573" y="602933"/>
                  </a:lnTo>
                  <a:lnTo>
                    <a:pt x="393287" y="597599"/>
                  </a:lnTo>
                  <a:lnTo>
                    <a:pt x="394716" y="593312"/>
                  </a:lnTo>
                  <a:lnTo>
                    <a:pt x="393002" y="591788"/>
                  </a:lnTo>
                  <a:lnTo>
                    <a:pt x="391287" y="592741"/>
                  </a:lnTo>
                  <a:lnTo>
                    <a:pt x="389477" y="594836"/>
                  </a:lnTo>
                  <a:lnTo>
                    <a:pt x="387477" y="596646"/>
                  </a:lnTo>
                  <a:lnTo>
                    <a:pt x="384810" y="597313"/>
                  </a:lnTo>
                  <a:lnTo>
                    <a:pt x="384334" y="596075"/>
                  </a:lnTo>
                  <a:lnTo>
                    <a:pt x="385286" y="594265"/>
                  </a:lnTo>
                  <a:lnTo>
                    <a:pt x="387001" y="593312"/>
                  </a:lnTo>
                  <a:lnTo>
                    <a:pt x="387191" y="592931"/>
                  </a:lnTo>
                  <a:lnTo>
                    <a:pt x="389001" y="590741"/>
                  </a:lnTo>
                  <a:lnTo>
                    <a:pt x="390239" y="590264"/>
                  </a:lnTo>
                  <a:lnTo>
                    <a:pt x="393764" y="589979"/>
                  </a:lnTo>
                  <a:lnTo>
                    <a:pt x="394811" y="588359"/>
                  </a:lnTo>
                  <a:lnTo>
                    <a:pt x="397383" y="581787"/>
                  </a:lnTo>
                  <a:lnTo>
                    <a:pt x="399193" y="579406"/>
                  </a:lnTo>
                  <a:lnTo>
                    <a:pt x="399669" y="574072"/>
                  </a:lnTo>
                  <a:lnTo>
                    <a:pt x="399383" y="564642"/>
                  </a:lnTo>
                  <a:lnTo>
                    <a:pt x="400812" y="557879"/>
                  </a:lnTo>
                  <a:lnTo>
                    <a:pt x="401003" y="555308"/>
                  </a:lnTo>
                  <a:lnTo>
                    <a:pt x="401288" y="554641"/>
                  </a:lnTo>
                  <a:lnTo>
                    <a:pt x="401669" y="553974"/>
                  </a:lnTo>
                  <a:lnTo>
                    <a:pt x="401765" y="553307"/>
                  </a:lnTo>
                  <a:lnTo>
                    <a:pt x="401003" y="552545"/>
                  </a:lnTo>
                  <a:lnTo>
                    <a:pt x="400240" y="552545"/>
                  </a:lnTo>
                  <a:lnTo>
                    <a:pt x="397478" y="553212"/>
                  </a:lnTo>
                  <a:lnTo>
                    <a:pt x="396335" y="553307"/>
                  </a:lnTo>
                  <a:lnTo>
                    <a:pt x="395478" y="552545"/>
                  </a:lnTo>
                  <a:lnTo>
                    <a:pt x="397669" y="551497"/>
                  </a:lnTo>
                  <a:lnTo>
                    <a:pt x="398716" y="550736"/>
                  </a:lnTo>
                  <a:lnTo>
                    <a:pt x="399478" y="549878"/>
                  </a:lnTo>
                  <a:lnTo>
                    <a:pt x="399764" y="548354"/>
                  </a:lnTo>
                  <a:lnTo>
                    <a:pt x="399193" y="547116"/>
                  </a:lnTo>
                  <a:lnTo>
                    <a:pt x="398336" y="545687"/>
                  </a:lnTo>
                  <a:lnTo>
                    <a:pt x="397573" y="541592"/>
                  </a:lnTo>
                  <a:lnTo>
                    <a:pt x="396621" y="540353"/>
                  </a:lnTo>
                  <a:lnTo>
                    <a:pt x="393859" y="538448"/>
                  </a:lnTo>
                  <a:lnTo>
                    <a:pt x="392525" y="537305"/>
                  </a:lnTo>
                  <a:lnTo>
                    <a:pt x="391763" y="536543"/>
                  </a:lnTo>
                  <a:lnTo>
                    <a:pt x="391478" y="535400"/>
                  </a:lnTo>
                  <a:lnTo>
                    <a:pt x="391096" y="529495"/>
                  </a:lnTo>
                  <a:lnTo>
                    <a:pt x="387382" y="510826"/>
                  </a:lnTo>
                  <a:lnTo>
                    <a:pt x="387382" y="508254"/>
                  </a:lnTo>
                  <a:lnTo>
                    <a:pt x="386048" y="504349"/>
                  </a:lnTo>
                  <a:lnTo>
                    <a:pt x="385286" y="499682"/>
                  </a:lnTo>
                  <a:lnTo>
                    <a:pt x="385096" y="490347"/>
                  </a:lnTo>
                  <a:lnTo>
                    <a:pt x="388525" y="477012"/>
                  </a:lnTo>
                  <a:lnTo>
                    <a:pt x="389668" y="465963"/>
                  </a:lnTo>
                  <a:lnTo>
                    <a:pt x="389477" y="465011"/>
                  </a:lnTo>
                  <a:lnTo>
                    <a:pt x="393002" y="457200"/>
                  </a:lnTo>
                  <a:lnTo>
                    <a:pt x="393668" y="455009"/>
                  </a:lnTo>
                  <a:lnTo>
                    <a:pt x="395192" y="452819"/>
                  </a:lnTo>
                  <a:lnTo>
                    <a:pt x="398907" y="449009"/>
                  </a:lnTo>
                  <a:lnTo>
                    <a:pt x="400145" y="447294"/>
                  </a:lnTo>
                  <a:lnTo>
                    <a:pt x="402050" y="443675"/>
                  </a:lnTo>
                  <a:lnTo>
                    <a:pt x="403289" y="441960"/>
                  </a:lnTo>
                  <a:lnTo>
                    <a:pt x="401765" y="441198"/>
                  </a:lnTo>
                  <a:lnTo>
                    <a:pt x="402241" y="439388"/>
                  </a:lnTo>
                  <a:lnTo>
                    <a:pt x="404146" y="435769"/>
                  </a:lnTo>
                  <a:lnTo>
                    <a:pt x="404336" y="433483"/>
                  </a:lnTo>
                  <a:lnTo>
                    <a:pt x="409385" y="420624"/>
                  </a:lnTo>
                  <a:lnTo>
                    <a:pt x="411290" y="417481"/>
                  </a:lnTo>
                  <a:lnTo>
                    <a:pt x="420529" y="408432"/>
                  </a:lnTo>
                  <a:lnTo>
                    <a:pt x="424434" y="405860"/>
                  </a:lnTo>
                  <a:lnTo>
                    <a:pt x="429387" y="404527"/>
                  </a:lnTo>
                  <a:lnTo>
                    <a:pt x="430435" y="403765"/>
                  </a:lnTo>
                  <a:lnTo>
                    <a:pt x="432244" y="401955"/>
                  </a:lnTo>
                  <a:lnTo>
                    <a:pt x="433102" y="401384"/>
                  </a:lnTo>
                  <a:lnTo>
                    <a:pt x="433864" y="401193"/>
                  </a:lnTo>
                  <a:lnTo>
                    <a:pt x="434721" y="401098"/>
                  </a:lnTo>
                  <a:lnTo>
                    <a:pt x="435769" y="400717"/>
                  </a:lnTo>
                  <a:lnTo>
                    <a:pt x="439674" y="398621"/>
                  </a:lnTo>
                  <a:lnTo>
                    <a:pt x="441484" y="397288"/>
                  </a:lnTo>
                  <a:lnTo>
                    <a:pt x="442912" y="395764"/>
                  </a:lnTo>
                  <a:lnTo>
                    <a:pt x="443674" y="395764"/>
                  </a:lnTo>
                  <a:lnTo>
                    <a:pt x="444913" y="397193"/>
                  </a:lnTo>
                  <a:lnTo>
                    <a:pt x="446437" y="396716"/>
                  </a:lnTo>
                  <a:lnTo>
                    <a:pt x="448246" y="395573"/>
                  </a:lnTo>
                  <a:lnTo>
                    <a:pt x="450342" y="394907"/>
                  </a:lnTo>
                  <a:lnTo>
                    <a:pt x="455486" y="394716"/>
                  </a:lnTo>
                  <a:lnTo>
                    <a:pt x="455200" y="394145"/>
                  </a:lnTo>
                  <a:lnTo>
                    <a:pt x="455486" y="393287"/>
                  </a:lnTo>
                  <a:lnTo>
                    <a:pt x="456343" y="392430"/>
                  </a:lnTo>
                  <a:lnTo>
                    <a:pt x="457010" y="392525"/>
                  </a:lnTo>
                  <a:lnTo>
                    <a:pt x="457676" y="393002"/>
                  </a:lnTo>
                  <a:lnTo>
                    <a:pt x="458629" y="393287"/>
                  </a:lnTo>
                  <a:lnTo>
                    <a:pt x="463963" y="393668"/>
                  </a:lnTo>
                  <a:lnTo>
                    <a:pt x="466725" y="394240"/>
                  </a:lnTo>
                  <a:lnTo>
                    <a:pt x="468535" y="395288"/>
                  </a:lnTo>
                  <a:lnTo>
                    <a:pt x="471583" y="400336"/>
                  </a:lnTo>
                  <a:lnTo>
                    <a:pt x="472249" y="404908"/>
                  </a:lnTo>
                  <a:lnTo>
                    <a:pt x="472154" y="415385"/>
                  </a:lnTo>
                  <a:lnTo>
                    <a:pt x="473678" y="414147"/>
                  </a:lnTo>
                  <a:lnTo>
                    <a:pt x="474821" y="411671"/>
                  </a:lnTo>
                  <a:lnTo>
                    <a:pt x="477774" y="402622"/>
                  </a:lnTo>
                  <a:lnTo>
                    <a:pt x="481774" y="393954"/>
                  </a:lnTo>
                  <a:lnTo>
                    <a:pt x="482441" y="389096"/>
                  </a:lnTo>
                  <a:lnTo>
                    <a:pt x="481965" y="384048"/>
                  </a:lnTo>
                  <a:lnTo>
                    <a:pt x="480155" y="379381"/>
                  </a:lnTo>
                  <a:lnTo>
                    <a:pt x="481012" y="380047"/>
                  </a:lnTo>
                  <a:lnTo>
                    <a:pt x="481394" y="380333"/>
                  </a:lnTo>
                  <a:lnTo>
                    <a:pt x="481774" y="380905"/>
                  </a:lnTo>
                  <a:lnTo>
                    <a:pt x="482632" y="380047"/>
                  </a:lnTo>
                  <a:lnTo>
                    <a:pt x="482156" y="378809"/>
                  </a:lnTo>
                  <a:lnTo>
                    <a:pt x="482632" y="377571"/>
                  </a:lnTo>
                  <a:lnTo>
                    <a:pt x="483775" y="381286"/>
                  </a:lnTo>
                  <a:lnTo>
                    <a:pt x="484156" y="383286"/>
                  </a:lnTo>
                  <a:lnTo>
                    <a:pt x="484251" y="385382"/>
                  </a:lnTo>
                  <a:lnTo>
                    <a:pt x="483394" y="394430"/>
                  </a:lnTo>
                  <a:lnTo>
                    <a:pt x="483584" y="396812"/>
                  </a:lnTo>
                  <a:lnTo>
                    <a:pt x="484251" y="399002"/>
                  </a:lnTo>
                  <a:lnTo>
                    <a:pt x="485585" y="400717"/>
                  </a:lnTo>
                  <a:lnTo>
                    <a:pt x="487775" y="401384"/>
                  </a:lnTo>
                  <a:lnTo>
                    <a:pt x="488823" y="401955"/>
                  </a:lnTo>
                  <a:lnTo>
                    <a:pt x="492252" y="404908"/>
                  </a:lnTo>
                  <a:lnTo>
                    <a:pt x="493300" y="406337"/>
                  </a:lnTo>
                  <a:lnTo>
                    <a:pt x="494157" y="407194"/>
                  </a:lnTo>
                  <a:lnTo>
                    <a:pt x="495205" y="407861"/>
                  </a:lnTo>
                  <a:lnTo>
                    <a:pt x="496062" y="407956"/>
                  </a:lnTo>
                  <a:lnTo>
                    <a:pt x="496824" y="407194"/>
                  </a:lnTo>
                  <a:lnTo>
                    <a:pt x="496824" y="406241"/>
                  </a:lnTo>
                  <a:lnTo>
                    <a:pt x="496062" y="403860"/>
                  </a:lnTo>
                  <a:lnTo>
                    <a:pt x="495586" y="403193"/>
                  </a:lnTo>
                  <a:lnTo>
                    <a:pt x="494919" y="402336"/>
                  </a:lnTo>
                  <a:lnTo>
                    <a:pt x="494348" y="401193"/>
                  </a:lnTo>
                  <a:lnTo>
                    <a:pt x="494443" y="399764"/>
                  </a:lnTo>
                  <a:lnTo>
                    <a:pt x="497681" y="395669"/>
                  </a:lnTo>
                  <a:lnTo>
                    <a:pt x="499586" y="394049"/>
                  </a:lnTo>
                  <a:lnTo>
                    <a:pt x="504730" y="390811"/>
                  </a:lnTo>
                  <a:lnTo>
                    <a:pt x="510159" y="385382"/>
                  </a:lnTo>
                  <a:lnTo>
                    <a:pt x="511873" y="385001"/>
                  </a:lnTo>
                  <a:lnTo>
                    <a:pt x="512540" y="383096"/>
                  </a:lnTo>
                  <a:lnTo>
                    <a:pt x="512636" y="376714"/>
                  </a:lnTo>
                  <a:lnTo>
                    <a:pt x="513302" y="374523"/>
                  </a:lnTo>
                  <a:lnTo>
                    <a:pt x="515398" y="370999"/>
                  </a:lnTo>
                  <a:lnTo>
                    <a:pt x="516541" y="364712"/>
                  </a:lnTo>
                  <a:lnTo>
                    <a:pt x="519779" y="357473"/>
                  </a:lnTo>
                  <a:lnTo>
                    <a:pt x="521113" y="352139"/>
                  </a:lnTo>
                  <a:lnTo>
                    <a:pt x="523875" y="348805"/>
                  </a:lnTo>
                  <a:lnTo>
                    <a:pt x="524542" y="346710"/>
                  </a:lnTo>
                  <a:lnTo>
                    <a:pt x="524161" y="345091"/>
                  </a:lnTo>
                  <a:lnTo>
                    <a:pt x="523494" y="343948"/>
                  </a:lnTo>
                  <a:lnTo>
                    <a:pt x="523303" y="342900"/>
                  </a:lnTo>
                  <a:lnTo>
                    <a:pt x="524542" y="341376"/>
                  </a:lnTo>
                  <a:lnTo>
                    <a:pt x="531209" y="337185"/>
                  </a:lnTo>
                  <a:lnTo>
                    <a:pt x="532828" y="336899"/>
                  </a:lnTo>
                  <a:lnTo>
                    <a:pt x="534448" y="336423"/>
                  </a:lnTo>
                  <a:lnTo>
                    <a:pt x="536067" y="336328"/>
                  </a:lnTo>
                  <a:lnTo>
                    <a:pt x="537972" y="337185"/>
                  </a:lnTo>
                  <a:lnTo>
                    <a:pt x="539306" y="336042"/>
                  </a:lnTo>
                  <a:lnTo>
                    <a:pt x="540639" y="335375"/>
                  </a:lnTo>
                  <a:lnTo>
                    <a:pt x="542068" y="335375"/>
                  </a:lnTo>
                  <a:lnTo>
                    <a:pt x="543496" y="336423"/>
                  </a:lnTo>
                  <a:lnTo>
                    <a:pt x="543973" y="337376"/>
                  </a:lnTo>
                  <a:lnTo>
                    <a:pt x="543687" y="338233"/>
                  </a:lnTo>
                  <a:lnTo>
                    <a:pt x="543115" y="339185"/>
                  </a:lnTo>
                  <a:lnTo>
                    <a:pt x="542639" y="340519"/>
                  </a:lnTo>
                  <a:lnTo>
                    <a:pt x="549402" y="338328"/>
                  </a:lnTo>
                  <a:lnTo>
                    <a:pt x="551783" y="338042"/>
                  </a:lnTo>
                  <a:lnTo>
                    <a:pt x="556450" y="339280"/>
                  </a:lnTo>
                  <a:lnTo>
                    <a:pt x="557974" y="338995"/>
                  </a:lnTo>
                  <a:lnTo>
                    <a:pt x="556927" y="336423"/>
                  </a:lnTo>
                  <a:lnTo>
                    <a:pt x="558832" y="336518"/>
                  </a:lnTo>
                  <a:lnTo>
                    <a:pt x="560261" y="337185"/>
                  </a:lnTo>
                  <a:lnTo>
                    <a:pt x="560832" y="338328"/>
                  </a:lnTo>
                  <a:lnTo>
                    <a:pt x="560165" y="339757"/>
                  </a:lnTo>
                  <a:lnTo>
                    <a:pt x="562070" y="340233"/>
                  </a:lnTo>
                  <a:lnTo>
                    <a:pt x="566261" y="340519"/>
                  </a:lnTo>
                  <a:lnTo>
                    <a:pt x="568071" y="341376"/>
                  </a:lnTo>
                  <a:lnTo>
                    <a:pt x="570357" y="340805"/>
                  </a:lnTo>
                  <a:lnTo>
                    <a:pt x="572738" y="342043"/>
                  </a:lnTo>
                  <a:lnTo>
                    <a:pt x="574929" y="343567"/>
                  </a:lnTo>
                  <a:lnTo>
                    <a:pt x="576739" y="343853"/>
                  </a:lnTo>
                  <a:lnTo>
                    <a:pt x="577406" y="343853"/>
                  </a:lnTo>
                  <a:lnTo>
                    <a:pt x="582644" y="342614"/>
                  </a:lnTo>
                  <a:lnTo>
                    <a:pt x="585025" y="340709"/>
                  </a:lnTo>
                  <a:lnTo>
                    <a:pt x="594074" y="336328"/>
                  </a:lnTo>
                  <a:lnTo>
                    <a:pt x="596265" y="335566"/>
                  </a:lnTo>
                  <a:lnTo>
                    <a:pt x="598456" y="335089"/>
                  </a:lnTo>
                  <a:lnTo>
                    <a:pt x="603123" y="334804"/>
                  </a:lnTo>
                  <a:lnTo>
                    <a:pt x="603980" y="334423"/>
                  </a:lnTo>
                  <a:lnTo>
                    <a:pt x="604933" y="332518"/>
                  </a:lnTo>
                  <a:lnTo>
                    <a:pt x="606266" y="332327"/>
                  </a:lnTo>
                  <a:lnTo>
                    <a:pt x="607886" y="332422"/>
                  </a:lnTo>
                  <a:lnTo>
                    <a:pt x="609124" y="332327"/>
                  </a:lnTo>
                  <a:lnTo>
                    <a:pt x="610838" y="330994"/>
                  </a:lnTo>
                  <a:lnTo>
                    <a:pt x="612553" y="329089"/>
                  </a:lnTo>
                  <a:lnTo>
                    <a:pt x="614267" y="327660"/>
                  </a:lnTo>
                  <a:lnTo>
                    <a:pt x="617887" y="328041"/>
                  </a:lnTo>
                  <a:lnTo>
                    <a:pt x="620458" y="326803"/>
                  </a:lnTo>
                  <a:lnTo>
                    <a:pt x="624173" y="324041"/>
                  </a:lnTo>
                  <a:lnTo>
                    <a:pt x="629983" y="321183"/>
                  </a:lnTo>
                  <a:lnTo>
                    <a:pt x="631698" y="320802"/>
                  </a:lnTo>
                  <a:lnTo>
                    <a:pt x="633412" y="319754"/>
                  </a:lnTo>
                  <a:lnTo>
                    <a:pt x="639794" y="313372"/>
                  </a:lnTo>
                  <a:lnTo>
                    <a:pt x="645414" y="311658"/>
                  </a:lnTo>
                  <a:lnTo>
                    <a:pt x="644081" y="310325"/>
                  </a:lnTo>
                  <a:lnTo>
                    <a:pt x="642842" y="308420"/>
                  </a:lnTo>
                  <a:lnTo>
                    <a:pt x="642271" y="306705"/>
                  </a:lnTo>
                  <a:lnTo>
                    <a:pt x="642937" y="305848"/>
                  </a:lnTo>
                  <a:lnTo>
                    <a:pt x="643699" y="306134"/>
                  </a:lnTo>
                  <a:lnTo>
                    <a:pt x="644366" y="308038"/>
                  </a:lnTo>
                  <a:lnTo>
                    <a:pt x="644938" y="308515"/>
                  </a:lnTo>
                  <a:lnTo>
                    <a:pt x="645986" y="308324"/>
                  </a:lnTo>
                  <a:lnTo>
                    <a:pt x="646081" y="307753"/>
                  </a:lnTo>
                  <a:lnTo>
                    <a:pt x="645890" y="306896"/>
                  </a:lnTo>
                  <a:lnTo>
                    <a:pt x="646081" y="305943"/>
                  </a:lnTo>
                  <a:lnTo>
                    <a:pt x="648843" y="299847"/>
                  </a:lnTo>
                  <a:lnTo>
                    <a:pt x="649700" y="296513"/>
                  </a:lnTo>
                  <a:lnTo>
                    <a:pt x="650367" y="289846"/>
                  </a:lnTo>
                  <a:lnTo>
                    <a:pt x="651891" y="283750"/>
                  </a:lnTo>
                  <a:lnTo>
                    <a:pt x="652082" y="277844"/>
                  </a:lnTo>
                  <a:lnTo>
                    <a:pt x="651986" y="272034"/>
                  </a:lnTo>
                  <a:lnTo>
                    <a:pt x="651320" y="268700"/>
                  </a:lnTo>
                  <a:lnTo>
                    <a:pt x="649891" y="266224"/>
                  </a:lnTo>
                  <a:lnTo>
                    <a:pt x="650843" y="270034"/>
                  </a:lnTo>
                  <a:lnTo>
                    <a:pt x="651320" y="274034"/>
                  </a:lnTo>
                  <a:lnTo>
                    <a:pt x="651510" y="277939"/>
                  </a:lnTo>
                  <a:lnTo>
                    <a:pt x="650272" y="279559"/>
                  </a:lnTo>
                  <a:lnTo>
                    <a:pt x="648271" y="278511"/>
                  </a:lnTo>
                  <a:lnTo>
                    <a:pt x="648081" y="278702"/>
                  </a:lnTo>
                  <a:lnTo>
                    <a:pt x="647414" y="278987"/>
                  </a:lnTo>
                  <a:lnTo>
                    <a:pt x="646557" y="279273"/>
                  </a:lnTo>
                  <a:lnTo>
                    <a:pt x="645890" y="279368"/>
                  </a:lnTo>
                  <a:lnTo>
                    <a:pt x="645224" y="278987"/>
                  </a:lnTo>
                  <a:lnTo>
                    <a:pt x="644652" y="278416"/>
                  </a:lnTo>
                  <a:lnTo>
                    <a:pt x="644081" y="277939"/>
                  </a:lnTo>
                  <a:lnTo>
                    <a:pt x="640556" y="276892"/>
                  </a:lnTo>
                  <a:lnTo>
                    <a:pt x="639128" y="274701"/>
                  </a:lnTo>
                  <a:lnTo>
                    <a:pt x="638651" y="271939"/>
                  </a:lnTo>
                  <a:lnTo>
                    <a:pt x="638842" y="269367"/>
                  </a:lnTo>
                  <a:lnTo>
                    <a:pt x="643319" y="260985"/>
                  </a:lnTo>
                  <a:lnTo>
                    <a:pt x="644176" y="257175"/>
                  </a:lnTo>
                  <a:lnTo>
                    <a:pt x="645604" y="255175"/>
                  </a:lnTo>
                  <a:lnTo>
                    <a:pt x="649129" y="251936"/>
                  </a:lnTo>
                  <a:lnTo>
                    <a:pt x="652367" y="247460"/>
                  </a:lnTo>
                  <a:lnTo>
                    <a:pt x="654367" y="245459"/>
                  </a:lnTo>
                  <a:lnTo>
                    <a:pt x="658463" y="243840"/>
                  </a:lnTo>
                  <a:lnTo>
                    <a:pt x="659892" y="242126"/>
                  </a:lnTo>
                  <a:lnTo>
                    <a:pt x="661797" y="238696"/>
                  </a:lnTo>
                  <a:lnTo>
                    <a:pt x="664464" y="235839"/>
                  </a:lnTo>
                  <a:lnTo>
                    <a:pt x="692563" y="218599"/>
                  </a:lnTo>
                  <a:lnTo>
                    <a:pt x="697135" y="217361"/>
                  </a:lnTo>
                  <a:lnTo>
                    <a:pt x="701516" y="214503"/>
                  </a:lnTo>
                  <a:lnTo>
                    <a:pt x="706279" y="213360"/>
                  </a:lnTo>
                  <a:lnTo>
                    <a:pt x="708184" y="212122"/>
                  </a:lnTo>
                  <a:lnTo>
                    <a:pt x="709898" y="210788"/>
                  </a:lnTo>
                  <a:lnTo>
                    <a:pt x="711517" y="209836"/>
                  </a:lnTo>
                  <a:lnTo>
                    <a:pt x="712184" y="211264"/>
                  </a:lnTo>
                  <a:lnTo>
                    <a:pt x="713137" y="211360"/>
                  </a:lnTo>
                  <a:lnTo>
                    <a:pt x="718757" y="207264"/>
                  </a:lnTo>
                  <a:lnTo>
                    <a:pt x="719614" y="206883"/>
                  </a:lnTo>
                  <a:lnTo>
                    <a:pt x="721519" y="206407"/>
                  </a:lnTo>
                  <a:lnTo>
                    <a:pt x="722281" y="205930"/>
                  </a:lnTo>
                  <a:lnTo>
                    <a:pt x="724662" y="203549"/>
                  </a:lnTo>
                  <a:lnTo>
                    <a:pt x="727329" y="201454"/>
                  </a:lnTo>
                  <a:lnTo>
                    <a:pt x="731139" y="199549"/>
                  </a:lnTo>
                  <a:lnTo>
                    <a:pt x="735140" y="196596"/>
                  </a:lnTo>
                  <a:lnTo>
                    <a:pt x="744760" y="193072"/>
                  </a:lnTo>
                  <a:lnTo>
                    <a:pt x="747617" y="190976"/>
                  </a:lnTo>
                  <a:lnTo>
                    <a:pt x="749141" y="190119"/>
                  </a:lnTo>
                  <a:lnTo>
                    <a:pt x="750761" y="189738"/>
                  </a:lnTo>
                  <a:lnTo>
                    <a:pt x="752570" y="188976"/>
                  </a:lnTo>
                  <a:lnTo>
                    <a:pt x="751999" y="187166"/>
                  </a:lnTo>
                  <a:lnTo>
                    <a:pt x="749617" y="183833"/>
                  </a:lnTo>
                  <a:lnTo>
                    <a:pt x="753523" y="183928"/>
                  </a:lnTo>
                  <a:lnTo>
                    <a:pt x="754475" y="183452"/>
                  </a:lnTo>
                  <a:lnTo>
                    <a:pt x="755999" y="182213"/>
                  </a:lnTo>
                  <a:lnTo>
                    <a:pt x="758381" y="181166"/>
                  </a:lnTo>
                  <a:lnTo>
                    <a:pt x="759524" y="180404"/>
                  </a:lnTo>
                  <a:lnTo>
                    <a:pt x="759428" y="179356"/>
                  </a:lnTo>
                  <a:lnTo>
                    <a:pt x="758761" y="178784"/>
                  </a:lnTo>
                  <a:lnTo>
                    <a:pt x="756380" y="177451"/>
                  </a:lnTo>
                  <a:lnTo>
                    <a:pt x="753713" y="176594"/>
                  </a:lnTo>
                  <a:lnTo>
                    <a:pt x="752856" y="175260"/>
                  </a:lnTo>
                  <a:lnTo>
                    <a:pt x="753428" y="174117"/>
                  </a:lnTo>
                  <a:lnTo>
                    <a:pt x="755904" y="173927"/>
                  </a:lnTo>
                  <a:lnTo>
                    <a:pt x="756857" y="174498"/>
                  </a:lnTo>
                  <a:lnTo>
                    <a:pt x="757333" y="175355"/>
                  </a:lnTo>
                  <a:lnTo>
                    <a:pt x="757523" y="176117"/>
                  </a:lnTo>
                  <a:lnTo>
                    <a:pt x="757809" y="176498"/>
                  </a:lnTo>
                  <a:lnTo>
                    <a:pt x="758095" y="176594"/>
                  </a:lnTo>
                  <a:lnTo>
                    <a:pt x="758381" y="176879"/>
                  </a:lnTo>
                  <a:lnTo>
                    <a:pt x="758761" y="177165"/>
                  </a:lnTo>
                  <a:lnTo>
                    <a:pt x="759428" y="177260"/>
                  </a:lnTo>
                  <a:lnTo>
                    <a:pt x="760095" y="176975"/>
                  </a:lnTo>
                  <a:lnTo>
                    <a:pt x="761143" y="175927"/>
                  </a:lnTo>
                  <a:lnTo>
                    <a:pt x="761810" y="175641"/>
                  </a:lnTo>
                  <a:lnTo>
                    <a:pt x="764381" y="173927"/>
                  </a:lnTo>
                  <a:lnTo>
                    <a:pt x="771430" y="165830"/>
                  </a:lnTo>
                  <a:lnTo>
                    <a:pt x="773240" y="163163"/>
                  </a:lnTo>
                  <a:lnTo>
                    <a:pt x="774097" y="159258"/>
                  </a:lnTo>
                  <a:lnTo>
                    <a:pt x="774764" y="157353"/>
                  </a:lnTo>
                  <a:lnTo>
                    <a:pt x="777240" y="155638"/>
                  </a:lnTo>
                  <a:lnTo>
                    <a:pt x="777145" y="153448"/>
                  </a:lnTo>
                  <a:lnTo>
                    <a:pt x="776764" y="150971"/>
                  </a:lnTo>
                  <a:lnTo>
                    <a:pt x="777145" y="149066"/>
                  </a:lnTo>
                  <a:lnTo>
                    <a:pt x="778383" y="150781"/>
                  </a:lnTo>
                  <a:lnTo>
                    <a:pt x="778669" y="151543"/>
                  </a:lnTo>
                  <a:lnTo>
                    <a:pt x="779526" y="151543"/>
                  </a:lnTo>
                  <a:lnTo>
                    <a:pt x="781145" y="149828"/>
                  </a:lnTo>
                  <a:lnTo>
                    <a:pt x="785717" y="146685"/>
                  </a:lnTo>
                  <a:lnTo>
                    <a:pt x="786670" y="145352"/>
                  </a:lnTo>
                  <a:lnTo>
                    <a:pt x="787146" y="144971"/>
                  </a:lnTo>
                  <a:lnTo>
                    <a:pt x="789146" y="142875"/>
                  </a:lnTo>
                  <a:lnTo>
                    <a:pt x="789337" y="142399"/>
                  </a:lnTo>
                  <a:lnTo>
                    <a:pt x="789813" y="141732"/>
                  </a:lnTo>
                  <a:lnTo>
                    <a:pt x="791337" y="138494"/>
                  </a:lnTo>
                  <a:lnTo>
                    <a:pt x="792004" y="137351"/>
                  </a:lnTo>
                  <a:lnTo>
                    <a:pt x="795623" y="134207"/>
                  </a:lnTo>
                  <a:lnTo>
                    <a:pt x="814197" y="122777"/>
                  </a:lnTo>
                  <a:lnTo>
                    <a:pt x="849058" y="106775"/>
                  </a:lnTo>
                  <a:lnTo>
                    <a:pt x="853154" y="103537"/>
                  </a:lnTo>
                  <a:lnTo>
                    <a:pt x="854392" y="99251"/>
                  </a:lnTo>
                  <a:lnTo>
                    <a:pt x="855440" y="98108"/>
                  </a:lnTo>
                  <a:lnTo>
                    <a:pt x="855821" y="96869"/>
                  </a:lnTo>
                  <a:lnTo>
                    <a:pt x="856107" y="95536"/>
                  </a:lnTo>
                  <a:lnTo>
                    <a:pt x="856678" y="94202"/>
                  </a:lnTo>
                  <a:lnTo>
                    <a:pt x="857726" y="93154"/>
                  </a:lnTo>
                  <a:lnTo>
                    <a:pt x="860203" y="91154"/>
                  </a:lnTo>
                  <a:lnTo>
                    <a:pt x="861822" y="88963"/>
                  </a:lnTo>
                  <a:lnTo>
                    <a:pt x="866680" y="85535"/>
                  </a:lnTo>
                  <a:lnTo>
                    <a:pt x="867823" y="83725"/>
                  </a:lnTo>
                  <a:lnTo>
                    <a:pt x="873347" y="78296"/>
                  </a:lnTo>
                  <a:lnTo>
                    <a:pt x="878300" y="74295"/>
                  </a:lnTo>
                  <a:lnTo>
                    <a:pt x="880491" y="72581"/>
                  </a:lnTo>
                  <a:lnTo>
                    <a:pt x="877729" y="74486"/>
                  </a:lnTo>
                  <a:lnTo>
                    <a:pt x="874395" y="77057"/>
                  </a:lnTo>
                  <a:lnTo>
                    <a:pt x="871347" y="79058"/>
                  </a:lnTo>
                  <a:lnTo>
                    <a:pt x="868870" y="78867"/>
                  </a:lnTo>
                  <a:lnTo>
                    <a:pt x="867537" y="77724"/>
                  </a:lnTo>
                  <a:lnTo>
                    <a:pt x="868585" y="75914"/>
                  </a:lnTo>
                  <a:lnTo>
                    <a:pt x="868966" y="76105"/>
                  </a:lnTo>
                  <a:lnTo>
                    <a:pt x="871537" y="76105"/>
                  </a:lnTo>
                  <a:lnTo>
                    <a:pt x="872585" y="75914"/>
                  </a:lnTo>
                  <a:lnTo>
                    <a:pt x="873347" y="75438"/>
                  </a:lnTo>
                  <a:lnTo>
                    <a:pt x="875348" y="73724"/>
                  </a:lnTo>
                  <a:lnTo>
                    <a:pt x="876014" y="73343"/>
                  </a:lnTo>
                  <a:lnTo>
                    <a:pt x="878395" y="72485"/>
                  </a:lnTo>
                  <a:lnTo>
                    <a:pt x="880300" y="70485"/>
                  </a:lnTo>
                  <a:lnTo>
                    <a:pt x="882682" y="66675"/>
                  </a:lnTo>
                  <a:lnTo>
                    <a:pt x="888778" y="62389"/>
                  </a:lnTo>
                  <a:lnTo>
                    <a:pt x="889825" y="61246"/>
                  </a:lnTo>
                  <a:lnTo>
                    <a:pt x="890397" y="59150"/>
                  </a:lnTo>
                  <a:lnTo>
                    <a:pt x="891635" y="56960"/>
                  </a:lnTo>
                  <a:lnTo>
                    <a:pt x="902399" y="45339"/>
                  </a:lnTo>
                  <a:lnTo>
                    <a:pt x="903065" y="42863"/>
                  </a:lnTo>
                  <a:lnTo>
                    <a:pt x="912686" y="28289"/>
                  </a:lnTo>
                  <a:lnTo>
                    <a:pt x="916591" y="26575"/>
                  </a:lnTo>
                  <a:lnTo>
                    <a:pt x="918305" y="24670"/>
                  </a:lnTo>
                  <a:lnTo>
                    <a:pt x="920591" y="20765"/>
                  </a:lnTo>
                  <a:lnTo>
                    <a:pt x="925354" y="14573"/>
                  </a:lnTo>
                  <a:lnTo>
                    <a:pt x="926497" y="11430"/>
                  </a:lnTo>
                  <a:lnTo>
                    <a:pt x="929640" y="6858"/>
                  </a:lnTo>
                  <a:lnTo>
                    <a:pt x="929831" y="6096"/>
                  </a:lnTo>
                  <a:lnTo>
                    <a:pt x="929545" y="7334"/>
                  </a:lnTo>
                  <a:close/>
                  <a:moveTo>
                    <a:pt x="639794" y="295942"/>
                  </a:moveTo>
                  <a:lnTo>
                    <a:pt x="640842" y="295656"/>
                  </a:lnTo>
                  <a:lnTo>
                    <a:pt x="641699" y="294989"/>
                  </a:lnTo>
                  <a:lnTo>
                    <a:pt x="642557" y="293751"/>
                  </a:lnTo>
                  <a:lnTo>
                    <a:pt x="643033" y="293180"/>
                  </a:lnTo>
                  <a:lnTo>
                    <a:pt x="643509" y="293180"/>
                  </a:lnTo>
                  <a:lnTo>
                    <a:pt x="643890" y="293561"/>
                  </a:lnTo>
                  <a:lnTo>
                    <a:pt x="644271" y="294132"/>
                  </a:lnTo>
                  <a:lnTo>
                    <a:pt x="644271" y="296037"/>
                  </a:lnTo>
                  <a:lnTo>
                    <a:pt x="643509" y="296989"/>
                  </a:lnTo>
                  <a:lnTo>
                    <a:pt x="642271" y="297275"/>
                  </a:lnTo>
                  <a:lnTo>
                    <a:pt x="640842" y="297180"/>
                  </a:lnTo>
                  <a:lnTo>
                    <a:pt x="640842" y="297180"/>
                  </a:lnTo>
                  <a:lnTo>
                    <a:pt x="640270" y="297847"/>
                  </a:lnTo>
                  <a:lnTo>
                    <a:pt x="642461" y="298513"/>
                  </a:lnTo>
                  <a:lnTo>
                    <a:pt x="641032" y="299180"/>
                  </a:lnTo>
                  <a:lnTo>
                    <a:pt x="639604" y="299466"/>
                  </a:lnTo>
                  <a:lnTo>
                    <a:pt x="638175" y="299276"/>
                  </a:lnTo>
                  <a:lnTo>
                    <a:pt x="635413" y="297847"/>
                  </a:lnTo>
                  <a:lnTo>
                    <a:pt x="632746" y="297466"/>
                  </a:lnTo>
                  <a:lnTo>
                    <a:pt x="631412" y="296989"/>
                  </a:lnTo>
                  <a:lnTo>
                    <a:pt x="629983" y="296037"/>
                  </a:lnTo>
                  <a:lnTo>
                    <a:pt x="629983" y="295561"/>
                  </a:lnTo>
                  <a:lnTo>
                    <a:pt x="630745" y="295180"/>
                  </a:lnTo>
                  <a:lnTo>
                    <a:pt x="631698" y="294513"/>
                  </a:lnTo>
                  <a:lnTo>
                    <a:pt x="632460" y="293751"/>
                  </a:lnTo>
                  <a:lnTo>
                    <a:pt x="633317" y="293084"/>
                  </a:lnTo>
                  <a:lnTo>
                    <a:pt x="634174" y="292608"/>
                  </a:lnTo>
                  <a:lnTo>
                    <a:pt x="635127" y="292322"/>
                  </a:lnTo>
                  <a:lnTo>
                    <a:pt x="634174" y="294513"/>
                  </a:lnTo>
                  <a:lnTo>
                    <a:pt x="634651" y="295656"/>
                  </a:lnTo>
                  <a:lnTo>
                    <a:pt x="636175" y="296132"/>
                  </a:lnTo>
                  <a:lnTo>
                    <a:pt x="639794" y="295942"/>
                  </a:lnTo>
                  <a:close/>
                  <a:moveTo>
                    <a:pt x="490347" y="407099"/>
                  </a:moveTo>
                  <a:lnTo>
                    <a:pt x="486728" y="404241"/>
                  </a:lnTo>
                  <a:lnTo>
                    <a:pt x="481108" y="400907"/>
                  </a:lnTo>
                  <a:lnTo>
                    <a:pt x="480060" y="401669"/>
                  </a:lnTo>
                  <a:lnTo>
                    <a:pt x="478822" y="405003"/>
                  </a:lnTo>
                  <a:lnTo>
                    <a:pt x="484537" y="411861"/>
                  </a:lnTo>
                  <a:lnTo>
                    <a:pt x="487394" y="413576"/>
                  </a:lnTo>
                  <a:lnTo>
                    <a:pt x="487394" y="413576"/>
                  </a:lnTo>
                  <a:lnTo>
                    <a:pt x="490728" y="412433"/>
                  </a:lnTo>
                  <a:lnTo>
                    <a:pt x="492252" y="411099"/>
                  </a:lnTo>
                  <a:lnTo>
                    <a:pt x="492633" y="410051"/>
                  </a:lnTo>
                  <a:lnTo>
                    <a:pt x="491966" y="408813"/>
                  </a:lnTo>
                  <a:lnTo>
                    <a:pt x="490347" y="407099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 w="2381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</p:grpSp>
      <p:pic>
        <p:nvPicPr>
          <p:cNvPr id="110" name="Picture 81">
            <a:extLst>
              <a:ext uri="{FF2B5EF4-FFF2-40B4-BE49-F238E27FC236}">
                <a16:creationId xmlns:a16="http://schemas.microsoft.com/office/drawing/2014/main" id="{28C5EAFF-76EF-9F32-BE79-5194E6D4D83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5" y="661112"/>
            <a:ext cx="840331" cy="560703"/>
          </a:xfrm>
          <a:prstGeom prst="rect">
            <a:avLst/>
          </a:prstGeom>
          <a:effectLst>
            <a:outerShdw blurRad="63500" algn="ctr" rotWithShape="0">
              <a:prstClr val="black">
                <a:alpha val="15000"/>
              </a:prstClr>
            </a:outerShdw>
          </a:effectLst>
        </p:spPr>
      </p:pic>
      <p:sp>
        <p:nvSpPr>
          <p:cNvPr id="111" name="TextBox 110">
            <a:extLst>
              <a:ext uri="{FF2B5EF4-FFF2-40B4-BE49-F238E27FC236}">
                <a16:creationId xmlns:a16="http://schemas.microsoft.com/office/drawing/2014/main" id="{25F7520E-E1EA-AB86-3FCA-05861565381D}"/>
              </a:ext>
            </a:extLst>
          </p:cNvPr>
          <p:cNvSpPr txBox="1"/>
          <p:nvPr userDrawn="1"/>
        </p:nvSpPr>
        <p:spPr>
          <a:xfrm>
            <a:off x="957498" y="781165"/>
            <a:ext cx="992901" cy="328593"/>
          </a:xfrm>
          <a:prstGeom prst="rect">
            <a:avLst/>
          </a:prstGeom>
        </p:spPr>
        <p:txBody>
          <a:bodyPr vert="horz" wrap="square" lIns="91440" tIns="45719" rIns="91440" bIns="45719" rtlCol="0" anchor="t">
            <a:noAutofit/>
          </a:bodyPr>
          <a:lstStyle/>
          <a:p>
            <a:pPr algn="ctr"/>
            <a:r>
              <a:rPr kumimoji="1" lang="en-US" altLang="ko-KR" sz="1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INDIA</a:t>
            </a:r>
            <a:endParaRPr kumimoji="1" lang="ko-KR" altLang="en-US" sz="1800" dirty="0" err="1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2333450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onesia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제목 1">
            <a:extLst>
              <a:ext uri="{FF2B5EF4-FFF2-40B4-BE49-F238E27FC236}">
                <a16:creationId xmlns:a16="http://schemas.microsoft.com/office/drawing/2014/main" id="{CDB90050-671D-57B0-573C-588D1DEE68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3" name="矩形 22">
            <a:extLst>
              <a:ext uri="{FF2B5EF4-FFF2-40B4-BE49-F238E27FC236}">
                <a16:creationId xmlns:a16="http://schemas.microsoft.com/office/drawing/2014/main" id="{3E58CF20-8B24-F4AD-045E-0765795B1B6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grpSp>
        <p:nvGrpSpPr>
          <p:cNvPr id="2" name="Group 92">
            <a:extLst>
              <a:ext uri="{FF2B5EF4-FFF2-40B4-BE49-F238E27FC236}">
                <a16:creationId xmlns:a16="http://schemas.microsoft.com/office/drawing/2014/main" id="{F948D98D-FA04-0C16-66D6-6DBAA1789C79}"/>
              </a:ext>
            </a:extLst>
          </p:cNvPr>
          <p:cNvGrpSpPr/>
          <p:nvPr userDrawn="1"/>
        </p:nvGrpSpPr>
        <p:grpSpPr>
          <a:xfrm>
            <a:off x="537332" y="2492896"/>
            <a:ext cx="7846503" cy="2874176"/>
            <a:chOff x="3474130" y="2257898"/>
            <a:chExt cx="5552862" cy="2034015"/>
          </a:xfrm>
          <a:solidFill>
            <a:srgbClr val="CCCCCC"/>
          </a:solidFill>
        </p:grpSpPr>
        <p:sp>
          <p:nvSpPr>
            <p:cNvPr id="3" name="Freeform 5">
              <a:extLst>
                <a:ext uri="{FF2B5EF4-FFF2-40B4-BE49-F238E27FC236}">
                  <a16:creationId xmlns:a16="http://schemas.microsoft.com/office/drawing/2014/main" id="{690974EB-47A6-377F-0FE7-B386C3F008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4130" y="2257898"/>
              <a:ext cx="396633" cy="469857"/>
            </a:xfrm>
            <a:custGeom>
              <a:avLst/>
              <a:gdLst/>
              <a:ahLst/>
              <a:cxnLst>
                <a:cxn ang="0">
                  <a:pos x="32" y="15"/>
                </a:cxn>
                <a:cxn ang="0">
                  <a:pos x="26" y="0"/>
                </a:cxn>
                <a:cxn ang="0">
                  <a:pos x="15" y="26"/>
                </a:cxn>
                <a:cxn ang="0">
                  <a:pos x="0" y="22"/>
                </a:cxn>
                <a:cxn ang="0">
                  <a:pos x="8" y="22"/>
                </a:cxn>
                <a:cxn ang="0">
                  <a:pos x="17" y="39"/>
                </a:cxn>
                <a:cxn ang="0">
                  <a:pos x="17" y="30"/>
                </a:cxn>
                <a:cxn ang="0">
                  <a:pos x="360" y="438"/>
                </a:cxn>
                <a:cxn ang="0">
                  <a:pos x="340" y="436"/>
                </a:cxn>
                <a:cxn ang="0">
                  <a:pos x="314" y="413"/>
                </a:cxn>
                <a:cxn ang="0">
                  <a:pos x="312" y="378"/>
                </a:cxn>
                <a:cxn ang="0">
                  <a:pos x="306" y="361"/>
                </a:cxn>
                <a:cxn ang="0">
                  <a:pos x="286" y="354"/>
                </a:cxn>
                <a:cxn ang="0">
                  <a:pos x="271" y="333"/>
                </a:cxn>
                <a:cxn ang="0">
                  <a:pos x="267" y="318"/>
                </a:cxn>
                <a:cxn ang="0">
                  <a:pos x="241" y="289"/>
                </a:cxn>
                <a:cxn ang="0">
                  <a:pos x="202" y="257"/>
                </a:cxn>
                <a:cxn ang="0">
                  <a:pos x="181" y="257"/>
                </a:cxn>
                <a:cxn ang="0">
                  <a:pos x="157" y="233"/>
                </a:cxn>
                <a:cxn ang="0">
                  <a:pos x="140" y="212"/>
                </a:cxn>
                <a:cxn ang="0">
                  <a:pos x="118" y="201"/>
                </a:cxn>
                <a:cxn ang="0">
                  <a:pos x="62" y="147"/>
                </a:cxn>
                <a:cxn ang="0">
                  <a:pos x="26" y="76"/>
                </a:cxn>
                <a:cxn ang="0">
                  <a:pos x="32" y="41"/>
                </a:cxn>
                <a:cxn ang="0">
                  <a:pos x="71" y="35"/>
                </a:cxn>
                <a:cxn ang="0">
                  <a:pos x="105" y="54"/>
                </a:cxn>
                <a:cxn ang="0">
                  <a:pos x="127" y="73"/>
                </a:cxn>
                <a:cxn ang="0">
                  <a:pos x="196" y="82"/>
                </a:cxn>
                <a:cxn ang="0">
                  <a:pos x="215" y="76"/>
                </a:cxn>
                <a:cxn ang="0">
                  <a:pos x="254" y="84"/>
                </a:cxn>
                <a:cxn ang="0">
                  <a:pos x="260" y="91"/>
                </a:cxn>
                <a:cxn ang="0">
                  <a:pos x="295" y="80"/>
                </a:cxn>
                <a:cxn ang="0">
                  <a:pos x="310" y="95"/>
                </a:cxn>
                <a:cxn ang="0">
                  <a:pos x="349" y="132"/>
                </a:cxn>
                <a:cxn ang="0">
                  <a:pos x="353" y="147"/>
                </a:cxn>
                <a:cxn ang="0">
                  <a:pos x="388" y="177"/>
                </a:cxn>
                <a:cxn ang="0">
                  <a:pos x="364" y="207"/>
                </a:cxn>
                <a:cxn ang="0">
                  <a:pos x="340" y="272"/>
                </a:cxn>
                <a:cxn ang="0">
                  <a:pos x="351" y="326"/>
                </a:cxn>
                <a:cxn ang="0">
                  <a:pos x="368" y="374"/>
                </a:cxn>
                <a:cxn ang="0">
                  <a:pos x="174" y="421"/>
                </a:cxn>
                <a:cxn ang="0">
                  <a:pos x="157" y="421"/>
                </a:cxn>
                <a:cxn ang="0">
                  <a:pos x="120" y="393"/>
                </a:cxn>
                <a:cxn ang="0">
                  <a:pos x="82" y="369"/>
                </a:cxn>
                <a:cxn ang="0">
                  <a:pos x="105" y="356"/>
                </a:cxn>
                <a:cxn ang="0">
                  <a:pos x="127" y="374"/>
                </a:cxn>
                <a:cxn ang="0">
                  <a:pos x="153" y="397"/>
                </a:cxn>
                <a:cxn ang="0">
                  <a:pos x="174" y="421"/>
                </a:cxn>
                <a:cxn ang="0">
                  <a:pos x="271" y="456"/>
                </a:cxn>
                <a:cxn ang="0">
                  <a:pos x="247" y="438"/>
                </a:cxn>
                <a:cxn ang="0">
                  <a:pos x="271" y="438"/>
                </a:cxn>
                <a:cxn ang="0">
                  <a:pos x="194" y="447"/>
                </a:cxn>
                <a:cxn ang="0">
                  <a:pos x="189" y="441"/>
                </a:cxn>
                <a:cxn ang="0">
                  <a:pos x="196" y="454"/>
                </a:cxn>
                <a:cxn ang="0">
                  <a:pos x="189" y="451"/>
                </a:cxn>
                <a:cxn ang="0">
                  <a:pos x="196" y="449"/>
                </a:cxn>
                <a:cxn ang="0">
                  <a:pos x="196" y="454"/>
                </a:cxn>
                <a:cxn ang="0">
                  <a:pos x="243" y="456"/>
                </a:cxn>
                <a:cxn ang="0">
                  <a:pos x="254" y="456"/>
                </a:cxn>
              </a:cxnLst>
              <a:rect l="0" t="0" r="r" b="b"/>
              <a:pathLst>
                <a:path w="390" h="462">
                  <a:moveTo>
                    <a:pt x="45" y="9"/>
                  </a:moveTo>
                  <a:lnTo>
                    <a:pt x="45" y="11"/>
                  </a:lnTo>
                  <a:lnTo>
                    <a:pt x="45" y="13"/>
                  </a:lnTo>
                  <a:lnTo>
                    <a:pt x="41" y="17"/>
                  </a:lnTo>
                  <a:lnTo>
                    <a:pt x="38" y="17"/>
                  </a:lnTo>
                  <a:lnTo>
                    <a:pt x="38" y="17"/>
                  </a:lnTo>
                  <a:lnTo>
                    <a:pt x="34" y="1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26" y="4"/>
                  </a:lnTo>
                  <a:lnTo>
                    <a:pt x="23" y="4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5" y="9"/>
                  </a:lnTo>
                  <a:close/>
                  <a:moveTo>
                    <a:pt x="13" y="26"/>
                  </a:moveTo>
                  <a:lnTo>
                    <a:pt x="15" y="26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3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2"/>
                  </a:lnTo>
                  <a:lnTo>
                    <a:pt x="13" y="26"/>
                  </a:lnTo>
                  <a:lnTo>
                    <a:pt x="13" y="26"/>
                  </a:lnTo>
                  <a:close/>
                  <a:moveTo>
                    <a:pt x="19" y="35"/>
                  </a:moveTo>
                  <a:lnTo>
                    <a:pt x="21" y="37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7" y="39"/>
                  </a:lnTo>
                  <a:lnTo>
                    <a:pt x="17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9" y="35"/>
                  </a:lnTo>
                  <a:lnTo>
                    <a:pt x="19" y="35"/>
                  </a:lnTo>
                  <a:close/>
                  <a:moveTo>
                    <a:pt x="372" y="445"/>
                  </a:moveTo>
                  <a:lnTo>
                    <a:pt x="370" y="445"/>
                  </a:lnTo>
                  <a:lnTo>
                    <a:pt x="368" y="443"/>
                  </a:lnTo>
                  <a:lnTo>
                    <a:pt x="366" y="441"/>
                  </a:lnTo>
                  <a:lnTo>
                    <a:pt x="360" y="438"/>
                  </a:lnTo>
                  <a:lnTo>
                    <a:pt x="349" y="432"/>
                  </a:lnTo>
                  <a:lnTo>
                    <a:pt x="347" y="432"/>
                  </a:lnTo>
                  <a:lnTo>
                    <a:pt x="347" y="432"/>
                  </a:lnTo>
                  <a:lnTo>
                    <a:pt x="344" y="432"/>
                  </a:lnTo>
                  <a:lnTo>
                    <a:pt x="342" y="434"/>
                  </a:lnTo>
                  <a:lnTo>
                    <a:pt x="342" y="434"/>
                  </a:lnTo>
                  <a:lnTo>
                    <a:pt x="340" y="436"/>
                  </a:lnTo>
                  <a:lnTo>
                    <a:pt x="340" y="436"/>
                  </a:lnTo>
                  <a:lnTo>
                    <a:pt x="338" y="436"/>
                  </a:lnTo>
                  <a:lnTo>
                    <a:pt x="327" y="432"/>
                  </a:lnTo>
                  <a:lnTo>
                    <a:pt x="325" y="432"/>
                  </a:lnTo>
                  <a:lnTo>
                    <a:pt x="325" y="432"/>
                  </a:lnTo>
                  <a:lnTo>
                    <a:pt x="314" y="417"/>
                  </a:lnTo>
                  <a:lnTo>
                    <a:pt x="314" y="417"/>
                  </a:lnTo>
                  <a:lnTo>
                    <a:pt x="314" y="415"/>
                  </a:lnTo>
                  <a:lnTo>
                    <a:pt x="314" y="413"/>
                  </a:lnTo>
                  <a:lnTo>
                    <a:pt x="312" y="408"/>
                  </a:lnTo>
                  <a:lnTo>
                    <a:pt x="312" y="406"/>
                  </a:lnTo>
                  <a:lnTo>
                    <a:pt x="314" y="406"/>
                  </a:lnTo>
                  <a:lnTo>
                    <a:pt x="314" y="404"/>
                  </a:lnTo>
                  <a:lnTo>
                    <a:pt x="314" y="393"/>
                  </a:lnTo>
                  <a:lnTo>
                    <a:pt x="314" y="391"/>
                  </a:lnTo>
                  <a:lnTo>
                    <a:pt x="314" y="389"/>
                  </a:lnTo>
                  <a:lnTo>
                    <a:pt x="312" y="378"/>
                  </a:lnTo>
                  <a:lnTo>
                    <a:pt x="310" y="374"/>
                  </a:lnTo>
                  <a:lnTo>
                    <a:pt x="310" y="372"/>
                  </a:lnTo>
                  <a:lnTo>
                    <a:pt x="308" y="365"/>
                  </a:lnTo>
                  <a:lnTo>
                    <a:pt x="308" y="363"/>
                  </a:lnTo>
                  <a:lnTo>
                    <a:pt x="308" y="361"/>
                  </a:lnTo>
                  <a:lnTo>
                    <a:pt x="306" y="361"/>
                  </a:lnTo>
                  <a:lnTo>
                    <a:pt x="306" y="361"/>
                  </a:lnTo>
                  <a:lnTo>
                    <a:pt x="306" y="361"/>
                  </a:lnTo>
                  <a:lnTo>
                    <a:pt x="303" y="361"/>
                  </a:lnTo>
                  <a:lnTo>
                    <a:pt x="303" y="361"/>
                  </a:lnTo>
                  <a:lnTo>
                    <a:pt x="301" y="361"/>
                  </a:lnTo>
                  <a:lnTo>
                    <a:pt x="301" y="361"/>
                  </a:lnTo>
                  <a:lnTo>
                    <a:pt x="301" y="361"/>
                  </a:lnTo>
                  <a:lnTo>
                    <a:pt x="299" y="361"/>
                  </a:lnTo>
                  <a:lnTo>
                    <a:pt x="288" y="356"/>
                  </a:lnTo>
                  <a:lnTo>
                    <a:pt x="286" y="354"/>
                  </a:lnTo>
                  <a:lnTo>
                    <a:pt x="286" y="354"/>
                  </a:lnTo>
                  <a:lnTo>
                    <a:pt x="282" y="350"/>
                  </a:lnTo>
                  <a:lnTo>
                    <a:pt x="280" y="348"/>
                  </a:lnTo>
                  <a:lnTo>
                    <a:pt x="275" y="343"/>
                  </a:lnTo>
                  <a:lnTo>
                    <a:pt x="273" y="339"/>
                  </a:lnTo>
                  <a:lnTo>
                    <a:pt x="273" y="339"/>
                  </a:lnTo>
                  <a:lnTo>
                    <a:pt x="271" y="335"/>
                  </a:lnTo>
                  <a:lnTo>
                    <a:pt x="271" y="333"/>
                  </a:lnTo>
                  <a:lnTo>
                    <a:pt x="271" y="330"/>
                  </a:lnTo>
                  <a:lnTo>
                    <a:pt x="271" y="328"/>
                  </a:lnTo>
                  <a:lnTo>
                    <a:pt x="271" y="326"/>
                  </a:lnTo>
                  <a:lnTo>
                    <a:pt x="269" y="324"/>
                  </a:lnTo>
                  <a:lnTo>
                    <a:pt x="269" y="324"/>
                  </a:lnTo>
                  <a:lnTo>
                    <a:pt x="267" y="320"/>
                  </a:lnTo>
                  <a:lnTo>
                    <a:pt x="267" y="320"/>
                  </a:lnTo>
                  <a:lnTo>
                    <a:pt x="267" y="318"/>
                  </a:lnTo>
                  <a:lnTo>
                    <a:pt x="265" y="318"/>
                  </a:lnTo>
                  <a:lnTo>
                    <a:pt x="260" y="318"/>
                  </a:lnTo>
                  <a:lnTo>
                    <a:pt x="258" y="318"/>
                  </a:lnTo>
                  <a:lnTo>
                    <a:pt x="256" y="315"/>
                  </a:lnTo>
                  <a:lnTo>
                    <a:pt x="256" y="315"/>
                  </a:lnTo>
                  <a:lnTo>
                    <a:pt x="256" y="315"/>
                  </a:lnTo>
                  <a:lnTo>
                    <a:pt x="245" y="298"/>
                  </a:lnTo>
                  <a:lnTo>
                    <a:pt x="241" y="289"/>
                  </a:lnTo>
                  <a:lnTo>
                    <a:pt x="239" y="287"/>
                  </a:lnTo>
                  <a:lnTo>
                    <a:pt x="237" y="283"/>
                  </a:lnTo>
                  <a:lnTo>
                    <a:pt x="222" y="266"/>
                  </a:lnTo>
                  <a:lnTo>
                    <a:pt x="222" y="266"/>
                  </a:lnTo>
                  <a:lnTo>
                    <a:pt x="219" y="264"/>
                  </a:lnTo>
                  <a:lnTo>
                    <a:pt x="213" y="259"/>
                  </a:lnTo>
                  <a:lnTo>
                    <a:pt x="211" y="257"/>
                  </a:lnTo>
                  <a:lnTo>
                    <a:pt x="202" y="257"/>
                  </a:lnTo>
                  <a:lnTo>
                    <a:pt x="198" y="257"/>
                  </a:lnTo>
                  <a:lnTo>
                    <a:pt x="194" y="257"/>
                  </a:lnTo>
                  <a:lnTo>
                    <a:pt x="189" y="257"/>
                  </a:lnTo>
                  <a:lnTo>
                    <a:pt x="187" y="257"/>
                  </a:lnTo>
                  <a:lnTo>
                    <a:pt x="185" y="259"/>
                  </a:lnTo>
                  <a:lnTo>
                    <a:pt x="183" y="259"/>
                  </a:lnTo>
                  <a:lnTo>
                    <a:pt x="181" y="259"/>
                  </a:lnTo>
                  <a:lnTo>
                    <a:pt x="181" y="257"/>
                  </a:lnTo>
                  <a:lnTo>
                    <a:pt x="179" y="257"/>
                  </a:lnTo>
                  <a:lnTo>
                    <a:pt x="176" y="255"/>
                  </a:lnTo>
                  <a:lnTo>
                    <a:pt x="172" y="253"/>
                  </a:lnTo>
                  <a:lnTo>
                    <a:pt x="168" y="248"/>
                  </a:lnTo>
                  <a:lnTo>
                    <a:pt x="168" y="246"/>
                  </a:lnTo>
                  <a:lnTo>
                    <a:pt x="163" y="244"/>
                  </a:lnTo>
                  <a:lnTo>
                    <a:pt x="159" y="238"/>
                  </a:lnTo>
                  <a:lnTo>
                    <a:pt x="157" y="233"/>
                  </a:lnTo>
                  <a:lnTo>
                    <a:pt x="155" y="231"/>
                  </a:lnTo>
                  <a:lnTo>
                    <a:pt x="155" y="231"/>
                  </a:lnTo>
                  <a:lnTo>
                    <a:pt x="153" y="227"/>
                  </a:lnTo>
                  <a:lnTo>
                    <a:pt x="150" y="225"/>
                  </a:lnTo>
                  <a:lnTo>
                    <a:pt x="148" y="223"/>
                  </a:lnTo>
                  <a:lnTo>
                    <a:pt x="140" y="214"/>
                  </a:lnTo>
                  <a:lnTo>
                    <a:pt x="140" y="214"/>
                  </a:lnTo>
                  <a:lnTo>
                    <a:pt x="140" y="212"/>
                  </a:lnTo>
                  <a:lnTo>
                    <a:pt x="138" y="212"/>
                  </a:lnTo>
                  <a:lnTo>
                    <a:pt x="138" y="212"/>
                  </a:lnTo>
                  <a:lnTo>
                    <a:pt x="135" y="212"/>
                  </a:lnTo>
                  <a:lnTo>
                    <a:pt x="133" y="212"/>
                  </a:lnTo>
                  <a:lnTo>
                    <a:pt x="129" y="207"/>
                  </a:lnTo>
                  <a:lnTo>
                    <a:pt x="125" y="203"/>
                  </a:lnTo>
                  <a:lnTo>
                    <a:pt x="120" y="203"/>
                  </a:lnTo>
                  <a:lnTo>
                    <a:pt x="118" y="201"/>
                  </a:lnTo>
                  <a:lnTo>
                    <a:pt x="112" y="194"/>
                  </a:lnTo>
                  <a:lnTo>
                    <a:pt x="110" y="194"/>
                  </a:lnTo>
                  <a:lnTo>
                    <a:pt x="105" y="188"/>
                  </a:lnTo>
                  <a:lnTo>
                    <a:pt x="97" y="177"/>
                  </a:lnTo>
                  <a:lnTo>
                    <a:pt x="77" y="160"/>
                  </a:lnTo>
                  <a:lnTo>
                    <a:pt x="75" y="158"/>
                  </a:lnTo>
                  <a:lnTo>
                    <a:pt x="69" y="153"/>
                  </a:lnTo>
                  <a:lnTo>
                    <a:pt x="62" y="147"/>
                  </a:lnTo>
                  <a:lnTo>
                    <a:pt x="49" y="127"/>
                  </a:lnTo>
                  <a:lnTo>
                    <a:pt x="32" y="95"/>
                  </a:lnTo>
                  <a:lnTo>
                    <a:pt x="34" y="93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26" y="76"/>
                  </a:lnTo>
                  <a:lnTo>
                    <a:pt x="30" y="63"/>
                  </a:lnTo>
                  <a:lnTo>
                    <a:pt x="30" y="61"/>
                  </a:lnTo>
                  <a:lnTo>
                    <a:pt x="28" y="61"/>
                  </a:lnTo>
                  <a:lnTo>
                    <a:pt x="28" y="56"/>
                  </a:lnTo>
                  <a:lnTo>
                    <a:pt x="26" y="52"/>
                  </a:lnTo>
                  <a:lnTo>
                    <a:pt x="26" y="41"/>
                  </a:lnTo>
                  <a:lnTo>
                    <a:pt x="28" y="41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4" y="41"/>
                  </a:lnTo>
                  <a:lnTo>
                    <a:pt x="38" y="37"/>
                  </a:lnTo>
                  <a:lnTo>
                    <a:pt x="47" y="32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71" y="35"/>
                  </a:lnTo>
                  <a:lnTo>
                    <a:pt x="71" y="35"/>
                  </a:lnTo>
                  <a:lnTo>
                    <a:pt x="86" y="39"/>
                  </a:lnTo>
                  <a:lnTo>
                    <a:pt x="97" y="45"/>
                  </a:lnTo>
                  <a:lnTo>
                    <a:pt x="103" y="50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6"/>
                  </a:lnTo>
                  <a:lnTo>
                    <a:pt x="107" y="56"/>
                  </a:lnTo>
                  <a:lnTo>
                    <a:pt x="110" y="61"/>
                  </a:lnTo>
                  <a:lnTo>
                    <a:pt x="114" y="65"/>
                  </a:lnTo>
                  <a:lnTo>
                    <a:pt x="125" y="73"/>
                  </a:lnTo>
                  <a:lnTo>
                    <a:pt x="127" y="73"/>
                  </a:lnTo>
                  <a:lnTo>
                    <a:pt x="129" y="76"/>
                  </a:lnTo>
                  <a:lnTo>
                    <a:pt x="131" y="76"/>
                  </a:lnTo>
                  <a:lnTo>
                    <a:pt x="159" y="82"/>
                  </a:lnTo>
                  <a:lnTo>
                    <a:pt x="166" y="84"/>
                  </a:lnTo>
                  <a:lnTo>
                    <a:pt x="168" y="84"/>
                  </a:lnTo>
                  <a:lnTo>
                    <a:pt x="185" y="84"/>
                  </a:lnTo>
                  <a:lnTo>
                    <a:pt x="187" y="84"/>
                  </a:lnTo>
                  <a:lnTo>
                    <a:pt x="196" y="82"/>
                  </a:lnTo>
                  <a:lnTo>
                    <a:pt x="200" y="82"/>
                  </a:lnTo>
                  <a:lnTo>
                    <a:pt x="202" y="80"/>
                  </a:lnTo>
                  <a:lnTo>
                    <a:pt x="204" y="80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3" y="76"/>
                  </a:lnTo>
                  <a:lnTo>
                    <a:pt x="215" y="76"/>
                  </a:lnTo>
                  <a:lnTo>
                    <a:pt x="217" y="76"/>
                  </a:lnTo>
                  <a:lnTo>
                    <a:pt x="235" y="78"/>
                  </a:lnTo>
                  <a:lnTo>
                    <a:pt x="241" y="78"/>
                  </a:lnTo>
                  <a:lnTo>
                    <a:pt x="241" y="78"/>
                  </a:lnTo>
                  <a:lnTo>
                    <a:pt x="247" y="80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4" y="86"/>
                  </a:lnTo>
                  <a:lnTo>
                    <a:pt x="256" y="86"/>
                  </a:lnTo>
                  <a:lnTo>
                    <a:pt x="256" y="89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3" y="91"/>
                  </a:lnTo>
                  <a:lnTo>
                    <a:pt x="265" y="91"/>
                  </a:lnTo>
                  <a:lnTo>
                    <a:pt x="267" y="89"/>
                  </a:lnTo>
                  <a:lnTo>
                    <a:pt x="282" y="84"/>
                  </a:lnTo>
                  <a:lnTo>
                    <a:pt x="286" y="82"/>
                  </a:lnTo>
                  <a:lnTo>
                    <a:pt x="288" y="82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301" y="84"/>
                  </a:lnTo>
                  <a:lnTo>
                    <a:pt x="303" y="86"/>
                  </a:lnTo>
                  <a:lnTo>
                    <a:pt x="306" y="89"/>
                  </a:lnTo>
                  <a:lnTo>
                    <a:pt x="308" y="93"/>
                  </a:lnTo>
                  <a:lnTo>
                    <a:pt x="310" y="95"/>
                  </a:lnTo>
                  <a:lnTo>
                    <a:pt x="312" y="99"/>
                  </a:lnTo>
                  <a:lnTo>
                    <a:pt x="316" y="102"/>
                  </a:lnTo>
                  <a:lnTo>
                    <a:pt x="327" y="110"/>
                  </a:lnTo>
                  <a:lnTo>
                    <a:pt x="342" y="121"/>
                  </a:lnTo>
                  <a:lnTo>
                    <a:pt x="344" y="123"/>
                  </a:lnTo>
                  <a:lnTo>
                    <a:pt x="347" y="123"/>
                  </a:lnTo>
                  <a:lnTo>
                    <a:pt x="349" y="130"/>
                  </a:lnTo>
                  <a:lnTo>
                    <a:pt x="349" y="132"/>
                  </a:lnTo>
                  <a:lnTo>
                    <a:pt x="351" y="134"/>
                  </a:lnTo>
                  <a:lnTo>
                    <a:pt x="351" y="136"/>
                  </a:lnTo>
                  <a:lnTo>
                    <a:pt x="351" y="136"/>
                  </a:lnTo>
                  <a:lnTo>
                    <a:pt x="351" y="138"/>
                  </a:lnTo>
                  <a:lnTo>
                    <a:pt x="351" y="138"/>
                  </a:lnTo>
                  <a:lnTo>
                    <a:pt x="351" y="140"/>
                  </a:lnTo>
                  <a:lnTo>
                    <a:pt x="351" y="145"/>
                  </a:lnTo>
                  <a:lnTo>
                    <a:pt x="353" y="147"/>
                  </a:lnTo>
                  <a:lnTo>
                    <a:pt x="357" y="162"/>
                  </a:lnTo>
                  <a:lnTo>
                    <a:pt x="362" y="162"/>
                  </a:lnTo>
                  <a:lnTo>
                    <a:pt x="364" y="162"/>
                  </a:lnTo>
                  <a:lnTo>
                    <a:pt x="368" y="164"/>
                  </a:lnTo>
                  <a:lnTo>
                    <a:pt x="372" y="166"/>
                  </a:lnTo>
                  <a:lnTo>
                    <a:pt x="375" y="166"/>
                  </a:lnTo>
                  <a:lnTo>
                    <a:pt x="379" y="169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8" y="179"/>
                  </a:lnTo>
                  <a:lnTo>
                    <a:pt x="390" y="186"/>
                  </a:lnTo>
                  <a:lnTo>
                    <a:pt x="390" y="186"/>
                  </a:lnTo>
                  <a:lnTo>
                    <a:pt x="385" y="190"/>
                  </a:lnTo>
                  <a:lnTo>
                    <a:pt x="375" y="192"/>
                  </a:lnTo>
                  <a:lnTo>
                    <a:pt x="370" y="199"/>
                  </a:lnTo>
                  <a:lnTo>
                    <a:pt x="364" y="207"/>
                  </a:lnTo>
                  <a:lnTo>
                    <a:pt x="357" y="216"/>
                  </a:lnTo>
                  <a:lnTo>
                    <a:pt x="353" y="223"/>
                  </a:lnTo>
                  <a:lnTo>
                    <a:pt x="347" y="229"/>
                  </a:lnTo>
                  <a:lnTo>
                    <a:pt x="336" y="244"/>
                  </a:lnTo>
                  <a:lnTo>
                    <a:pt x="334" y="248"/>
                  </a:lnTo>
                  <a:lnTo>
                    <a:pt x="332" y="253"/>
                  </a:lnTo>
                  <a:lnTo>
                    <a:pt x="332" y="259"/>
                  </a:lnTo>
                  <a:lnTo>
                    <a:pt x="340" y="272"/>
                  </a:lnTo>
                  <a:lnTo>
                    <a:pt x="347" y="279"/>
                  </a:lnTo>
                  <a:lnTo>
                    <a:pt x="349" y="283"/>
                  </a:lnTo>
                  <a:lnTo>
                    <a:pt x="353" y="298"/>
                  </a:lnTo>
                  <a:lnTo>
                    <a:pt x="357" y="302"/>
                  </a:lnTo>
                  <a:lnTo>
                    <a:pt x="355" y="309"/>
                  </a:lnTo>
                  <a:lnTo>
                    <a:pt x="351" y="315"/>
                  </a:lnTo>
                  <a:lnTo>
                    <a:pt x="349" y="320"/>
                  </a:lnTo>
                  <a:lnTo>
                    <a:pt x="351" y="326"/>
                  </a:lnTo>
                  <a:lnTo>
                    <a:pt x="355" y="333"/>
                  </a:lnTo>
                  <a:lnTo>
                    <a:pt x="353" y="337"/>
                  </a:lnTo>
                  <a:lnTo>
                    <a:pt x="351" y="341"/>
                  </a:lnTo>
                  <a:lnTo>
                    <a:pt x="349" y="350"/>
                  </a:lnTo>
                  <a:lnTo>
                    <a:pt x="353" y="356"/>
                  </a:lnTo>
                  <a:lnTo>
                    <a:pt x="362" y="361"/>
                  </a:lnTo>
                  <a:lnTo>
                    <a:pt x="366" y="365"/>
                  </a:lnTo>
                  <a:lnTo>
                    <a:pt x="368" y="374"/>
                  </a:lnTo>
                  <a:lnTo>
                    <a:pt x="362" y="404"/>
                  </a:lnTo>
                  <a:lnTo>
                    <a:pt x="364" y="406"/>
                  </a:lnTo>
                  <a:lnTo>
                    <a:pt x="375" y="415"/>
                  </a:lnTo>
                  <a:lnTo>
                    <a:pt x="379" y="423"/>
                  </a:lnTo>
                  <a:lnTo>
                    <a:pt x="379" y="430"/>
                  </a:lnTo>
                  <a:lnTo>
                    <a:pt x="372" y="445"/>
                  </a:lnTo>
                  <a:lnTo>
                    <a:pt x="372" y="445"/>
                  </a:lnTo>
                  <a:close/>
                  <a:moveTo>
                    <a:pt x="174" y="421"/>
                  </a:moveTo>
                  <a:lnTo>
                    <a:pt x="174" y="421"/>
                  </a:lnTo>
                  <a:lnTo>
                    <a:pt x="174" y="421"/>
                  </a:lnTo>
                  <a:lnTo>
                    <a:pt x="174" y="421"/>
                  </a:lnTo>
                  <a:lnTo>
                    <a:pt x="168" y="423"/>
                  </a:lnTo>
                  <a:lnTo>
                    <a:pt x="168" y="423"/>
                  </a:lnTo>
                  <a:lnTo>
                    <a:pt x="157" y="423"/>
                  </a:lnTo>
                  <a:lnTo>
                    <a:pt x="157" y="423"/>
                  </a:lnTo>
                  <a:lnTo>
                    <a:pt x="157" y="421"/>
                  </a:lnTo>
                  <a:lnTo>
                    <a:pt x="155" y="421"/>
                  </a:lnTo>
                  <a:lnTo>
                    <a:pt x="155" y="419"/>
                  </a:lnTo>
                  <a:lnTo>
                    <a:pt x="153" y="417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25" y="395"/>
                  </a:lnTo>
                  <a:lnTo>
                    <a:pt x="120" y="393"/>
                  </a:lnTo>
                  <a:lnTo>
                    <a:pt x="120" y="393"/>
                  </a:lnTo>
                  <a:lnTo>
                    <a:pt x="103" y="389"/>
                  </a:lnTo>
                  <a:lnTo>
                    <a:pt x="101" y="387"/>
                  </a:lnTo>
                  <a:lnTo>
                    <a:pt x="97" y="387"/>
                  </a:lnTo>
                  <a:lnTo>
                    <a:pt x="82" y="374"/>
                  </a:lnTo>
                  <a:lnTo>
                    <a:pt x="82" y="372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7"/>
                  </a:lnTo>
                  <a:lnTo>
                    <a:pt x="82" y="365"/>
                  </a:lnTo>
                  <a:lnTo>
                    <a:pt x="92" y="354"/>
                  </a:lnTo>
                  <a:lnTo>
                    <a:pt x="92" y="352"/>
                  </a:lnTo>
                  <a:lnTo>
                    <a:pt x="103" y="354"/>
                  </a:lnTo>
                  <a:lnTo>
                    <a:pt x="103" y="356"/>
                  </a:lnTo>
                  <a:lnTo>
                    <a:pt x="105" y="356"/>
                  </a:lnTo>
                  <a:lnTo>
                    <a:pt x="105" y="356"/>
                  </a:lnTo>
                  <a:lnTo>
                    <a:pt x="107" y="359"/>
                  </a:lnTo>
                  <a:lnTo>
                    <a:pt x="107" y="361"/>
                  </a:lnTo>
                  <a:lnTo>
                    <a:pt x="114" y="369"/>
                  </a:lnTo>
                  <a:lnTo>
                    <a:pt x="116" y="372"/>
                  </a:lnTo>
                  <a:lnTo>
                    <a:pt x="118" y="374"/>
                  </a:lnTo>
                  <a:lnTo>
                    <a:pt x="120" y="374"/>
                  </a:lnTo>
                  <a:lnTo>
                    <a:pt x="122" y="374"/>
                  </a:lnTo>
                  <a:lnTo>
                    <a:pt x="127" y="374"/>
                  </a:lnTo>
                  <a:lnTo>
                    <a:pt x="127" y="374"/>
                  </a:lnTo>
                  <a:lnTo>
                    <a:pt x="127" y="374"/>
                  </a:lnTo>
                  <a:lnTo>
                    <a:pt x="129" y="376"/>
                  </a:lnTo>
                  <a:lnTo>
                    <a:pt x="131" y="376"/>
                  </a:lnTo>
                  <a:lnTo>
                    <a:pt x="131" y="378"/>
                  </a:lnTo>
                  <a:lnTo>
                    <a:pt x="138" y="384"/>
                  </a:lnTo>
                  <a:lnTo>
                    <a:pt x="142" y="389"/>
                  </a:lnTo>
                  <a:lnTo>
                    <a:pt x="153" y="397"/>
                  </a:lnTo>
                  <a:lnTo>
                    <a:pt x="159" y="400"/>
                  </a:lnTo>
                  <a:lnTo>
                    <a:pt x="166" y="404"/>
                  </a:lnTo>
                  <a:lnTo>
                    <a:pt x="168" y="404"/>
                  </a:lnTo>
                  <a:lnTo>
                    <a:pt x="172" y="410"/>
                  </a:lnTo>
                  <a:lnTo>
                    <a:pt x="172" y="413"/>
                  </a:lnTo>
                  <a:lnTo>
                    <a:pt x="174" y="417"/>
                  </a:lnTo>
                  <a:lnTo>
                    <a:pt x="174" y="421"/>
                  </a:lnTo>
                  <a:lnTo>
                    <a:pt x="174" y="421"/>
                  </a:lnTo>
                  <a:close/>
                  <a:moveTo>
                    <a:pt x="278" y="458"/>
                  </a:moveTo>
                  <a:lnTo>
                    <a:pt x="275" y="460"/>
                  </a:lnTo>
                  <a:lnTo>
                    <a:pt x="275" y="460"/>
                  </a:lnTo>
                  <a:lnTo>
                    <a:pt x="275" y="460"/>
                  </a:lnTo>
                  <a:lnTo>
                    <a:pt x="273" y="460"/>
                  </a:lnTo>
                  <a:lnTo>
                    <a:pt x="273" y="458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69" y="454"/>
                  </a:lnTo>
                  <a:lnTo>
                    <a:pt x="265" y="447"/>
                  </a:lnTo>
                  <a:lnTo>
                    <a:pt x="260" y="443"/>
                  </a:lnTo>
                  <a:lnTo>
                    <a:pt x="260" y="443"/>
                  </a:lnTo>
                  <a:lnTo>
                    <a:pt x="254" y="441"/>
                  </a:lnTo>
                  <a:lnTo>
                    <a:pt x="250" y="441"/>
                  </a:lnTo>
                  <a:lnTo>
                    <a:pt x="247" y="441"/>
                  </a:lnTo>
                  <a:lnTo>
                    <a:pt x="247" y="438"/>
                  </a:lnTo>
                  <a:lnTo>
                    <a:pt x="247" y="438"/>
                  </a:lnTo>
                  <a:lnTo>
                    <a:pt x="247" y="438"/>
                  </a:lnTo>
                  <a:lnTo>
                    <a:pt x="250" y="438"/>
                  </a:lnTo>
                  <a:lnTo>
                    <a:pt x="256" y="436"/>
                  </a:lnTo>
                  <a:lnTo>
                    <a:pt x="256" y="436"/>
                  </a:lnTo>
                  <a:lnTo>
                    <a:pt x="269" y="436"/>
                  </a:lnTo>
                  <a:lnTo>
                    <a:pt x="269" y="436"/>
                  </a:lnTo>
                  <a:lnTo>
                    <a:pt x="271" y="438"/>
                  </a:lnTo>
                  <a:lnTo>
                    <a:pt x="275" y="445"/>
                  </a:lnTo>
                  <a:lnTo>
                    <a:pt x="275" y="445"/>
                  </a:lnTo>
                  <a:lnTo>
                    <a:pt x="278" y="451"/>
                  </a:lnTo>
                  <a:lnTo>
                    <a:pt x="278" y="458"/>
                  </a:lnTo>
                  <a:lnTo>
                    <a:pt x="278" y="458"/>
                  </a:lnTo>
                  <a:lnTo>
                    <a:pt x="278" y="458"/>
                  </a:lnTo>
                  <a:close/>
                  <a:moveTo>
                    <a:pt x="196" y="445"/>
                  </a:moveTo>
                  <a:lnTo>
                    <a:pt x="194" y="447"/>
                  </a:lnTo>
                  <a:lnTo>
                    <a:pt x="191" y="447"/>
                  </a:lnTo>
                  <a:lnTo>
                    <a:pt x="191" y="447"/>
                  </a:lnTo>
                  <a:lnTo>
                    <a:pt x="191" y="445"/>
                  </a:lnTo>
                  <a:lnTo>
                    <a:pt x="189" y="443"/>
                  </a:lnTo>
                  <a:lnTo>
                    <a:pt x="187" y="443"/>
                  </a:lnTo>
                  <a:lnTo>
                    <a:pt x="187" y="443"/>
                  </a:lnTo>
                  <a:lnTo>
                    <a:pt x="189" y="441"/>
                  </a:lnTo>
                  <a:lnTo>
                    <a:pt x="189" y="441"/>
                  </a:lnTo>
                  <a:lnTo>
                    <a:pt x="189" y="441"/>
                  </a:lnTo>
                  <a:lnTo>
                    <a:pt x="189" y="441"/>
                  </a:lnTo>
                  <a:lnTo>
                    <a:pt x="194" y="443"/>
                  </a:lnTo>
                  <a:lnTo>
                    <a:pt x="196" y="443"/>
                  </a:lnTo>
                  <a:lnTo>
                    <a:pt x="196" y="445"/>
                  </a:lnTo>
                  <a:lnTo>
                    <a:pt x="196" y="445"/>
                  </a:lnTo>
                  <a:lnTo>
                    <a:pt x="196" y="445"/>
                  </a:lnTo>
                  <a:close/>
                  <a:moveTo>
                    <a:pt x="196" y="454"/>
                  </a:moveTo>
                  <a:lnTo>
                    <a:pt x="196" y="456"/>
                  </a:lnTo>
                  <a:lnTo>
                    <a:pt x="194" y="456"/>
                  </a:lnTo>
                  <a:lnTo>
                    <a:pt x="194" y="456"/>
                  </a:lnTo>
                  <a:lnTo>
                    <a:pt x="191" y="456"/>
                  </a:lnTo>
                  <a:lnTo>
                    <a:pt x="191" y="456"/>
                  </a:lnTo>
                  <a:lnTo>
                    <a:pt x="189" y="454"/>
                  </a:lnTo>
                  <a:lnTo>
                    <a:pt x="189" y="451"/>
                  </a:lnTo>
                  <a:lnTo>
                    <a:pt x="189" y="451"/>
                  </a:lnTo>
                  <a:lnTo>
                    <a:pt x="189" y="451"/>
                  </a:lnTo>
                  <a:lnTo>
                    <a:pt x="189" y="449"/>
                  </a:lnTo>
                  <a:lnTo>
                    <a:pt x="189" y="449"/>
                  </a:lnTo>
                  <a:lnTo>
                    <a:pt x="191" y="449"/>
                  </a:lnTo>
                  <a:lnTo>
                    <a:pt x="191" y="449"/>
                  </a:lnTo>
                  <a:lnTo>
                    <a:pt x="194" y="449"/>
                  </a:lnTo>
                  <a:lnTo>
                    <a:pt x="196" y="449"/>
                  </a:lnTo>
                  <a:lnTo>
                    <a:pt x="196" y="449"/>
                  </a:lnTo>
                  <a:lnTo>
                    <a:pt x="196" y="449"/>
                  </a:lnTo>
                  <a:lnTo>
                    <a:pt x="198" y="451"/>
                  </a:lnTo>
                  <a:lnTo>
                    <a:pt x="198" y="451"/>
                  </a:lnTo>
                  <a:lnTo>
                    <a:pt x="198" y="454"/>
                  </a:lnTo>
                  <a:lnTo>
                    <a:pt x="198" y="454"/>
                  </a:lnTo>
                  <a:lnTo>
                    <a:pt x="196" y="454"/>
                  </a:lnTo>
                  <a:lnTo>
                    <a:pt x="196" y="454"/>
                  </a:lnTo>
                  <a:lnTo>
                    <a:pt x="196" y="454"/>
                  </a:lnTo>
                  <a:close/>
                  <a:moveTo>
                    <a:pt x="254" y="458"/>
                  </a:moveTo>
                  <a:lnTo>
                    <a:pt x="252" y="462"/>
                  </a:lnTo>
                  <a:lnTo>
                    <a:pt x="250" y="462"/>
                  </a:lnTo>
                  <a:lnTo>
                    <a:pt x="250" y="462"/>
                  </a:lnTo>
                  <a:lnTo>
                    <a:pt x="250" y="462"/>
                  </a:lnTo>
                  <a:lnTo>
                    <a:pt x="247" y="462"/>
                  </a:lnTo>
                  <a:lnTo>
                    <a:pt x="247" y="460"/>
                  </a:lnTo>
                  <a:lnTo>
                    <a:pt x="243" y="456"/>
                  </a:lnTo>
                  <a:lnTo>
                    <a:pt x="243" y="456"/>
                  </a:lnTo>
                  <a:lnTo>
                    <a:pt x="243" y="454"/>
                  </a:lnTo>
                  <a:lnTo>
                    <a:pt x="247" y="451"/>
                  </a:lnTo>
                  <a:lnTo>
                    <a:pt x="250" y="451"/>
                  </a:lnTo>
                  <a:lnTo>
                    <a:pt x="252" y="451"/>
                  </a:lnTo>
                  <a:lnTo>
                    <a:pt x="252" y="451"/>
                  </a:lnTo>
                  <a:lnTo>
                    <a:pt x="254" y="454"/>
                  </a:lnTo>
                  <a:lnTo>
                    <a:pt x="254" y="456"/>
                  </a:lnTo>
                  <a:lnTo>
                    <a:pt x="254" y="458"/>
                  </a:lnTo>
                  <a:lnTo>
                    <a:pt x="254" y="45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4" name="Freeform 6">
              <a:extLst>
                <a:ext uri="{FF2B5EF4-FFF2-40B4-BE49-F238E27FC236}">
                  <a16:creationId xmlns:a16="http://schemas.microsoft.com/office/drawing/2014/main" id="{230DE46A-EACC-ED74-3917-BC9B990FFE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21384" y="3942062"/>
              <a:ext cx="152551" cy="96616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34" y="11"/>
                </a:cxn>
                <a:cxn ang="0">
                  <a:pos x="38" y="13"/>
                </a:cxn>
                <a:cxn ang="0">
                  <a:pos x="64" y="16"/>
                </a:cxn>
                <a:cxn ang="0">
                  <a:pos x="66" y="13"/>
                </a:cxn>
                <a:cxn ang="0">
                  <a:pos x="77" y="7"/>
                </a:cxn>
                <a:cxn ang="0">
                  <a:pos x="84" y="0"/>
                </a:cxn>
                <a:cxn ang="0">
                  <a:pos x="86" y="0"/>
                </a:cxn>
                <a:cxn ang="0">
                  <a:pos x="107" y="7"/>
                </a:cxn>
                <a:cxn ang="0">
                  <a:pos x="124" y="13"/>
                </a:cxn>
                <a:cxn ang="0">
                  <a:pos x="131" y="20"/>
                </a:cxn>
                <a:cxn ang="0">
                  <a:pos x="150" y="37"/>
                </a:cxn>
                <a:cxn ang="0">
                  <a:pos x="148" y="41"/>
                </a:cxn>
                <a:cxn ang="0">
                  <a:pos x="137" y="52"/>
                </a:cxn>
                <a:cxn ang="0">
                  <a:pos x="112" y="63"/>
                </a:cxn>
                <a:cxn ang="0">
                  <a:pos x="105" y="67"/>
                </a:cxn>
                <a:cxn ang="0">
                  <a:pos x="99" y="72"/>
                </a:cxn>
                <a:cxn ang="0">
                  <a:pos x="96" y="78"/>
                </a:cxn>
                <a:cxn ang="0">
                  <a:pos x="88" y="82"/>
                </a:cxn>
                <a:cxn ang="0">
                  <a:pos x="90" y="87"/>
                </a:cxn>
                <a:cxn ang="0">
                  <a:pos x="90" y="85"/>
                </a:cxn>
                <a:cxn ang="0">
                  <a:pos x="92" y="85"/>
                </a:cxn>
                <a:cxn ang="0">
                  <a:pos x="94" y="89"/>
                </a:cxn>
                <a:cxn ang="0">
                  <a:pos x="90" y="93"/>
                </a:cxn>
                <a:cxn ang="0">
                  <a:pos x="84" y="95"/>
                </a:cxn>
                <a:cxn ang="0">
                  <a:pos x="77" y="93"/>
                </a:cxn>
                <a:cxn ang="0">
                  <a:pos x="75" y="91"/>
                </a:cxn>
                <a:cxn ang="0">
                  <a:pos x="79" y="89"/>
                </a:cxn>
                <a:cxn ang="0">
                  <a:pos x="84" y="87"/>
                </a:cxn>
                <a:cxn ang="0">
                  <a:pos x="86" y="82"/>
                </a:cxn>
                <a:cxn ang="0">
                  <a:pos x="86" y="78"/>
                </a:cxn>
                <a:cxn ang="0">
                  <a:pos x="81" y="72"/>
                </a:cxn>
                <a:cxn ang="0">
                  <a:pos x="56" y="48"/>
                </a:cxn>
                <a:cxn ang="0">
                  <a:pos x="40" y="41"/>
                </a:cxn>
                <a:cxn ang="0">
                  <a:pos x="30" y="39"/>
                </a:cxn>
                <a:cxn ang="0">
                  <a:pos x="21" y="41"/>
                </a:cxn>
                <a:cxn ang="0">
                  <a:pos x="17" y="39"/>
                </a:cxn>
                <a:cxn ang="0">
                  <a:pos x="8" y="28"/>
                </a:cxn>
                <a:cxn ang="0">
                  <a:pos x="4" y="24"/>
                </a:cxn>
                <a:cxn ang="0">
                  <a:pos x="2" y="16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4" y="3"/>
                </a:cxn>
                <a:cxn ang="0">
                  <a:pos x="133" y="89"/>
                </a:cxn>
                <a:cxn ang="0">
                  <a:pos x="124" y="85"/>
                </a:cxn>
                <a:cxn ang="0">
                  <a:pos x="120" y="80"/>
                </a:cxn>
                <a:cxn ang="0">
                  <a:pos x="120" y="78"/>
                </a:cxn>
                <a:cxn ang="0">
                  <a:pos x="124" y="74"/>
                </a:cxn>
                <a:cxn ang="0">
                  <a:pos x="131" y="72"/>
                </a:cxn>
                <a:cxn ang="0">
                  <a:pos x="133" y="74"/>
                </a:cxn>
                <a:cxn ang="0">
                  <a:pos x="137" y="78"/>
                </a:cxn>
                <a:cxn ang="0">
                  <a:pos x="137" y="85"/>
                </a:cxn>
                <a:cxn ang="0">
                  <a:pos x="135" y="89"/>
                </a:cxn>
                <a:cxn ang="0">
                  <a:pos x="135" y="89"/>
                </a:cxn>
              </a:cxnLst>
              <a:rect l="0" t="0" r="r" b="b"/>
              <a:pathLst>
                <a:path w="150" h="95">
                  <a:moveTo>
                    <a:pt x="4" y="3"/>
                  </a:moveTo>
                  <a:lnTo>
                    <a:pt x="4" y="5"/>
                  </a:lnTo>
                  <a:lnTo>
                    <a:pt x="6" y="5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4" y="11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8" y="13"/>
                  </a:lnTo>
                  <a:lnTo>
                    <a:pt x="45" y="16"/>
                  </a:lnTo>
                  <a:lnTo>
                    <a:pt x="51" y="16"/>
                  </a:lnTo>
                  <a:lnTo>
                    <a:pt x="64" y="16"/>
                  </a:lnTo>
                  <a:lnTo>
                    <a:pt x="64" y="16"/>
                  </a:lnTo>
                  <a:lnTo>
                    <a:pt x="66" y="16"/>
                  </a:lnTo>
                  <a:lnTo>
                    <a:pt x="66" y="13"/>
                  </a:lnTo>
                  <a:lnTo>
                    <a:pt x="68" y="13"/>
                  </a:lnTo>
                  <a:lnTo>
                    <a:pt x="71" y="11"/>
                  </a:lnTo>
                  <a:lnTo>
                    <a:pt x="77" y="7"/>
                  </a:lnTo>
                  <a:lnTo>
                    <a:pt x="79" y="3"/>
                  </a:lnTo>
                  <a:lnTo>
                    <a:pt x="81" y="0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7" y="7"/>
                  </a:lnTo>
                  <a:lnTo>
                    <a:pt x="112" y="9"/>
                  </a:lnTo>
                  <a:lnTo>
                    <a:pt x="120" y="11"/>
                  </a:lnTo>
                  <a:lnTo>
                    <a:pt x="124" y="13"/>
                  </a:lnTo>
                  <a:lnTo>
                    <a:pt x="127" y="16"/>
                  </a:lnTo>
                  <a:lnTo>
                    <a:pt x="131" y="18"/>
                  </a:lnTo>
                  <a:lnTo>
                    <a:pt x="131" y="20"/>
                  </a:lnTo>
                  <a:lnTo>
                    <a:pt x="148" y="35"/>
                  </a:lnTo>
                  <a:lnTo>
                    <a:pt x="148" y="37"/>
                  </a:lnTo>
                  <a:lnTo>
                    <a:pt x="150" y="37"/>
                  </a:lnTo>
                  <a:lnTo>
                    <a:pt x="150" y="39"/>
                  </a:lnTo>
                  <a:lnTo>
                    <a:pt x="148" y="41"/>
                  </a:lnTo>
                  <a:lnTo>
                    <a:pt x="148" y="41"/>
                  </a:lnTo>
                  <a:lnTo>
                    <a:pt x="148" y="44"/>
                  </a:lnTo>
                  <a:lnTo>
                    <a:pt x="146" y="46"/>
                  </a:lnTo>
                  <a:lnTo>
                    <a:pt x="137" y="52"/>
                  </a:lnTo>
                  <a:lnTo>
                    <a:pt x="124" y="59"/>
                  </a:lnTo>
                  <a:lnTo>
                    <a:pt x="118" y="61"/>
                  </a:lnTo>
                  <a:lnTo>
                    <a:pt x="112" y="63"/>
                  </a:lnTo>
                  <a:lnTo>
                    <a:pt x="109" y="63"/>
                  </a:lnTo>
                  <a:lnTo>
                    <a:pt x="105" y="65"/>
                  </a:lnTo>
                  <a:lnTo>
                    <a:pt x="105" y="67"/>
                  </a:lnTo>
                  <a:lnTo>
                    <a:pt x="103" y="67"/>
                  </a:lnTo>
                  <a:lnTo>
                    <a:pt x="101" y="70"/>
                  </a:lnTo>
                  <a:lnTo>
                    <a:pt x="99" y="72"/>
                  </a:lnTo>
                  <a:lnTo>
                    <a:pt x="96" y="76"/>
                  </a:lnTo>
                  <a:lnTo>
                    <a:pt x="96" y="78"/>
                  </a:lnTo>
                  <a:lnTo>
                    <a:pt x="96" y="78"/>
                  </a:lnTo>
                  <a:lnTo>
                    <a:pt x="92" y="80"/>
                  </a:lnTo>
                  <a:lnTo>
                    <a:pt x="90" y="80"/>
                  </a:lnTo>
                  <a:lnTo>
                    <a:pt x="88" y="82"/>
                  </a:lnTo>
                  <a:lnTo>
                    <a:pt x="88" y="85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92" y="87"/>
                  </a:lnTo>
                  <a:lnTo>
                    <a:pt x="90" y="85"/>
                  </a:lnTo>
                  <a:lnTo>
                    <a:pt x="90" y="85"/>
                  </a:lnTo>
                  <a:lnTo>
                    <a:pt x="92" y="82"/>
                  </a:lnTo>
                  <a:lnTo>
                    <a:pt x="92" y="82"/>
                  </a:lnTo>
                  <a:lnTo>
                    <a:pt x="92" y="85"/>
                  </a:lnTo>
                  <a:lnTo>
                    <a:pt x="92" y="85"/>
                  </a:lnTo>
                  <a:lnTo>
                    <a:pt x="94" y="87"/>
                  </a:lnTo>
                  <a:lnTo>
                    <a:pt x="94" y="89"/>
                  </a:lnTo>
                  <a:lnTo>
                    <a:pt x="92" y="89"/>
                  </a:lnTo>
                  <a:lnTo>
                    <a:pt x="92" y="91"/>
                  </a:lnTo>
                  <a:lnTo>
                    <a:pt x="90" y="93"/>
                  </a:lnTo>
                  <a:lnTo>
                    <a:pt x="90" y="93"/>
                  </a:lnTo>
                  <a:lnTo>
                    <a:pt x="90" y="93"/>
                  </a:lnTo>
                  <a:lnTo>
                    <a:pt x="84" y="95"/>
                  </a:lnTo>
                  <a:lnTo>
                    <a:pt x="81" y="95"/>
                  </a:lnTo>
                  <a:lnTo>
                    <a:pt x="79" y="95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5" y="93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79" y="89"/>
                  </a:lnTo>
                  <a:lnTo>
                    <a:pt x="81" y="87"/>
                  </a:lnTo>
                  <a:lnTo>
                    <a:pt x="81" y="87"/>
                  </a:lnTo>
                  <a:lnTo>
                    <a:pt x="84" y="87"/>
                  </a:lnTo>
                  <a:lnTo>
                    <a:pt x="86" y="87"/>
                  </a:lnTo>
                  <a:lnTo>
                    <a:pt x="86" y="85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78"/>
                  </a:lnTo>
                  <a:lnTo>
                    <a:pt x="86" y="78"/>
                  </a:lnTo>
                  <a:lnTo>
                    <a:pt x="86" y="76"/>
                  </a:lnTo>
                  <a:lnTo>
                    <a:pt x="84" y="74"/>
                  </a:lnTo>
                  <a:lnTo>
                    <a:pt x="81" y="72"/>
                  </a:lnTo>
                  <a:lnTo>
                    <a:pt x="73" y="63"/>
                  </a:lnTo>
                  <a:lnTo>
                    <a:pt x="60" y="52"/>
                  </a:lnTo>
                  <a:lnTo>
                    <a:pt x="56" y="48"/>
                  </a:lnTo>
                  <a:lnTo>
                    <a:pt x="51" y="46"/>
                  </a:lnTo>
                  <a:lnTo>
                    <a:pt x="49" y="46"/>
                  </a:lnTo>
                  <a:lnTo>
                    <a:pt x="40" y="41"/>
                  </a:lnTo>
                  <a:lnTo>
                    <a:pt x="36" y="41"/>
                  </a:lnTo>
                  <a:lnTo>
                    <a:pt x="32" y="39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23" y="39"/>
                  </a:lnTo>
                  <a:lnTo>
                    <a:pt x="21" y="41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17" y="39"/>
                  </a:lnTo>
                  <a:lnTo>
                    <a:pt x="15" y="35"/>
                  </a:lnTo>
                  <a:lnTo>
                    <a:pt x="10" y="31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4" y="3"/>
                  </a:lnTo>
                  <a:lnTo>
                    <a:pt x="4" y="3"/>
                  </a:lnTo>
                  <a:close/>
                  <a:moveTo>
                    <a:pt x="135" y="89"/>
                  </a:moveTo>
                  <a:lnTo>
                    <a:pt x="133" y="89"/>
                  </a:lnTo>
                  <a:lnTo>
                    <a:pt x="131" y="89"/>
                  </a:lnTo>
                  <a:lnTo>
                    <a:pt x="129" y="87"/>
                  </a:lnTo>
                  <a:lnTo>
                    <a:pt x="124" y="85"/>
                  </a:lnTo>
                  <a:lnTo>
                    <a:pt x="124" y="85"/>
                  </a:lnTo>
                  <a:lnTo>
                    <a:pt x="122" y="82"/>
                  </a:lnTo>
                  <a:lnTo>
                    <a:pt x="120" y="80"/>
                  </a:lnTo>
                  <a:lnTo>
                    <a:pt x="120" y="80"/>
                  </a:lnTo>
                  <a:lnTo>
                    <a:pt x="120" y="80"/>
                  </a:lnTo>
                  <a:lnTo>
                    <a:pt x="120" y="78"/>
                  </a:lnTo>
                  <a:lnTo>
                    <a:pt x="124" y="74"/>
                  </a:lnTo>
                  <a:lnTo>
                    <a:pt x="124" y="74"/>
                  </a:lnTo>
                  <a:lnTo>
                    <a:pt x="124" y="74"/>
                  </a:lnTo>
                  <a:lnTo>
                    <a:pt x="127" y="72"/>
                  </a:lnTo>
                  <a:lnTo>
                    <a:pt x="127" y="72"/>
                  </a:lnTo>
                  <a:lnTo>
                    <a:pt x="131" y="72"/>
                  </a:lnTo>
                  <a:lnTo>
                    <a:pt x="131" y="74"/>
                  </a:lnTo>
                  <a:lnTo>
                    <a:pt x="133" y="74"/>
                  </a:lnTo>
                  <a:lnTo>
                    <a:pt x="133" y="74"/>
                  </a:lnTo>
                  <a:lnTo>
                    <a:pt x="135" y="76"/>
                  </a:lnTo>
                  <a:lnTo>
                    <a:pt x="135" y="76"/>
                  </a:lnTo>
                  <a:lnTo>
                    <a:pt x="137" y="78"/>
                  </a:lnTo>
                  <a:lnTo>
                    <a:pt x="137" y="80"/>
                  </a:lnTo>
                  <a:lnTo>
                    <a:pt x="137" y="82"/>
                  </a:lnTo>
                  <a:lnTo>
                    <a:pt x="137" y="85"/>
                  </a:lnTo>
                  <a:lnTo>
                    <a:pt x="137" y="85"/>
                  </a:lnTo>
                  <a:lnTo>
                    <a:pt x="137" y="87"/>
                  </a:lnTo>
                  <a:lnTo>
                    <a:pt x="135" y="89"/>
                  </a:lnTo>
                  <a:lnTo>
                    <a:pt x="135" y="89"/>
                  </a:lnTo>
                  <a:lnTo>
                    <a:pt x="135" y="89"/>
                  </a:lnTo>
                  <a:lnTo>
                    <a:pt x="135" y="8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EB7F8D6E-F432-FD08-5A31-F28A314BF0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223" y="3239311"/>
              <a:ext cx="332562" cy="391548"/>
            </a:xfrm>
            <a:custGeom>
              <a:avLst/>
              <a:gdLst/>
              <a:ahLst/>
              <a:cxnLst>
                <a:cxn ang="0">
                  <a:pos x="140" y="74"/>
                </a:cxn>
                <a:cxn ang="0">
                  <a:pos x="157" y="95"/>
                </a:cxn>
                <a:cxn ang="0">
                  <a:pos x="200" y="136"/>
                </a:cxn>
                <a:cxn ang="0">
                  <a:pos x="228" y="136"/>
                </a:cxn>
                <a:cxn ang="0">
                  <a:pos x="239" y="149"/>
                </a:cxn>
                <a:cxn ang="0">
                  <a:pos x="222" y="164"/>
                </a:cxn>
                <a:cxn ang="0">
                  <a:pos x="202" y="184"/>
                </a:cxn>
                <a:cxn ang="0">
                  <a:pos x="226" y="216"/>
                </a:cxn>
                <a:cxn ang="0">
                  <a:pos x="260" y="231"/>
                </a:cxn>
                <a:cxn ang="0">
                  <a:pos x="289" y="251"/>
                </a:cxn>
                <a:cxn ang="0">
                  <a:pos x="310" y="285"/>
                </a:cxn>
                <a:cxn ang="0">
                  <a:pos x="327" y="303"/>
                </a:cxn>
                <a:cxn ang="0">
                  <a:pos x="304" y="316"/>
                </a:cxn>
                <a:cxn ang="0">
                  <a:pos x="280" y="303"/>
                </a:cxn>
                <a:cxn ang="0">
                  <a:pos x="271" y="294"/>
                </a:cxn>
                <a:cxn ang="0">
                  <a:pos x="265" y="288"/>
                </a:cxn>
                <a:cxn ang="0">
                  <a:pos x="243" y="272"/>
                </a:cxn>
                <a:cxn ang="0">
                  <a:pos x="220" y="255"/>
                </a:cxn>
                <a:cxn ang="0">
                  <a:pos x="204" y="242"/>
                </a:cxn>
                <a:cxn ang="0">
                  <a:pos x="189" y="231"/>
                </a:cxn>
                <a:cxn ang="0">
                  <a:pos x="176" y="223"/>
                </a:cxn>
                <a:cxn ang="0">
                  <a:pos x="157" y="210"/>
                </a:cxn>
                <a:cxn ang="0">
                  <a:pos x="153" y="203"/>
                </a:cxn>
                <a:cxn ang="0">
                  <a:pos x="151" y="199"/>
                </a:cxn>
                <a:cxn ang="0">
                  <a:pos x="146" y="171"/>
                </a:cxn>
                <a:cxn ang="0">
                  <a:pos x="146" y="167"/>
                </a:cxn>
                <a:cxn ang="0">
                  <a:pos x="144" y="164"/>
                </a:cxn>
                <a:cxn ang="0">
                  <a:pos x="103" y="141"/>
                </a:cxn>
                <a:cxn ang="0">
                  <a:pos x="75" y="119"/>
                </a:cxn>
                <a:cxn ang="0">
                  <a:pos x="58" y="95"/>
                </a:cxn>
                <a:cxn ang="0">
                  <a:pos x="47" y="76"/>
                </a:cxn>
                <a:cxn ang="0">
                  <a:pos x="36" y="57"/>
                </a:cxn>
                <a:cxn ang="0">
                  <a:pos x="32" y="52"/>
                </a:cxn>
                <a:cxn ang="0">
                  <a:pos x="23" y="50"/>
                </a:cxn>
                <a:cxn ang="0">
                  <a:pos x="15" y="44"/>
                </a:cxn>
                <a:cxn ang="0">
                  <a:pos x="11" y="39"/>
                </a:cxn>
                <a:cxn ang="0">
                  <a:pos x="0" y="26"/>
                </a:cxn>
                <a:cxn ang="0">
                  <a:pos x="54" y="13"/>
                </a:cxn>
                <a:cxn ang="0">
                  <a:pos x="64" y="26"/>
                </a:cxn>
                <a:cxn ang="0">
                  <a:pos x="90" y="48"/>
                </a:cxn>
                <a:cxn ang="0">
                  <a:pos x="110" y="48"/>
                </a:cxn>
                <a:cxn ang="0">
                  <a:pos x="125" y="52"/>
                </a:cxn>
                <a:cxn ang="0">
                  <a:pos x="4" y="212"/>
                </a:cxn>
                <a:cxn ang="0">
                  <a:pos x="2" y="210"/>
                </a:cxn>
                <a:cxn ang="0">
                  <a:pos x="4" y="208"/>
                </a:cxn>
                <a:cxn ang="0">
                  <a:pos x="6" y="208"/>
                </a:cxn>
                <a:cxn ang="0">
                  <a:pos x="6" y="210"/>
                </a:cxn>
                <a:cxn ang="0">
                  <a:pos x="164" y="385"/>
                </a:cxn>
                <a:cxn ang="0">
                  <a:pos x="131" y="367"/>
                </a:cxn>
                <a:cxn ang="0">
                  <a:pos x="138" y="361"/>
                </a:cxn>
                <a:cxn ang="0">
                  <a:pos x="140" y="361"/>
                </a:cxn>
                <a:cxn ang="0">
                  <a:pos x="166" y="372"/>
                </a:cxn>
                <a:cxn ang="0">
                  <a:pos x="166" y="385"/>
                </a:cxn>
                <a:cxn ang="0">
                  <a:pos x="164" y="385"/>
                </a:cxn>
              </a:cxnLst>
              <a:rect l="0" t="0" r="r" b="b"/>
              <a:pathLst>
                <a:path w="327" h="385">
                  <a:moveTo>
                    <a:pt x="125" y="52"/>
                  </a:moveTo>
                  <a:lnTo>
                    <a:pt x="131" y="63"/>
                  </a:lnTo>
                  <a:lnTo>
                    <a:pt x="140" y="74"/>
                  </a:lnTo>
                  <a:lnTo>
                    <a:pt x="142" y="82"/>
                  </a:lnTo>
                  <a:lnTo>
                    <a:pt x="148" y="91"/>
                  </a:lnTo>
                  <a:lnTo>
                    <a:pt x="157" y="95"/>
                  </a:lnTo>
                  <a:lnTo>
                    <a:pt x="166" y="102"/>
                  </a:lnTo>
                  <a:lnTo>
                    <a:pt x="187" y="128"/>
                  </a:lnTo>
                  <a:lnTo>
                    <a:pt x="200" y="136"/>
                  </a:lnTo>
                  <a:lnTo>
                    <a:pt x="211" y="141"/>
                  </a:lnTo>
                  <a:lnTo>
                    <a:pt x="222" y="139"/>
                  </a:lnTo>
                  <a:lnTo>
                    <a:pt x="228" y="136"/>
                  </a:lnTo>
                  <a:lnTo>
                    <a:pt x="232" y="141"/>
                  </a:lnTo>
                  <a:lnTo>
                    <a:pt x="237" y="143"/>
                  </a:lnTo>
                  <a:lnTo>
                    <a:pt x="239" y="149"/>
                  </a:lnTo>
                  <a:lnTo>
                    <a:pt x="237" y="156"/>
                  </a:lnTo>
                  <a:lnTo>
                    <a:pt x="230" y="162"/>
                  </a:lnTo>
                  <a:lnTo>
                    <a:pt x="222" y="164"/>
                  </a:lnTo>
                  <a:lnTo>
                    <a:pt x="213" y="171"/>
                  </a:lnTo>
                  <a:lnTo>
                    <a:pt x="207" y="177"/>
                  </a:lnTo>
                  <a:lnTo>
                    <a:pt x="202" y="184"/>
                  </a:lnTo>
                  <a:lnTo>
                    <a:pt x="200" y="193"/>
                  </a:lnTo>
                  <a:lnTo>
                    <a:pt x="209" y="203"/>
                  </a:lnTo>
                  <a:lnTo>
                    <a:pt x="226" y="216"/>
                  </a:lnTo>
                  <a:lnTo>
                    <a:pt x="237" y="221"/>
                  </a:lnTo>
                  <a:lnTo>
                    <a:pt x="252" y="225"/>
                  </a:lnTo>
                  <a:lnTo>
                    <a:pt x="260" y="231"/>
                  </a:lnTo>
                  <a:lnTo>
                    <a:pt x="273" y="240"/>
                  </a:lnTo>
                  <a:lnTo>
                    <a:pt x="280" y="247"/>
                  </a:lnTo>
                  <a:lnTo>
                    <a:pt x="289" y="251"/>
                  </a:lnTo>
                  <a:lnTo>
                    <a:pt x="295" y="255"/>
                  </a:lnTo>
                  <a:lnTo>
                    <a:pt x="306" y="275"/>
                  </a:lnTo>
                  <a:lnTo>
                    <a:pt x="310" y="285"/>
                  </a:lnTo>
                  <a:lnTo>
                    <a:pt x="314" y="292"/>
                  </a:lnTo>
                  <a:lnTo>
                    <a:pt x="323" y="298"/>
                  </a:lnTo>
                  <a:lnTo>
                    <a:pt x="327" y="303"/>
                  </a:lnTo>
                  <a:lnTo>
                    <a:pt x="310" y="318"/>
                  </a:lnTo>
                  <a:lnTo>
                    <a:pt x="306" y="316"/>
                  </a:lnTo>
                  <a:lnTo>
                    <a:pt x="304" y="316"/>
                  </a:lnTo>
                  <a:lnTo>
                    <a:pt x="291" y="311"/>
                  </a:lnTo>
                  <a:lnTo>
                    <a:pt x="286" y="307"/>
                  </a:lnTo>
                  <a:lnTo>
                    <a:pt x="280" y="303"/>
                  </a:lnTo>
                  <a:lnTo>
                    <a:pt x="273" y="296"/>
                  </a:lnTo>
                  <a:lnTo>
                    <a:pt x="271" y="296"/>
                  </a:lnTo>
                  <a:lnTo>
                    <a:pt x="271" y="294"/>
                  </a:lnTo>
                  <a:lnTo>
                    <a:pt x="269" y="292"/>
                  </a:lnTo>
                  <a:lnTo>
                    <a:pt x="265" y="288"/>
                  </a:lnTo>
                  <a:lnTo>
                    <a:pt x="265" y="288"/>
                  </a:lnTo>
                  <a:lnTo>
                    <a:pt x="252" y="279"/>
                  </a:lnTo>
                  <a:lnTo>
                    <a:pt x="250" y="277"/>
                  </a:lnTo>
                  <a:lnTo>
                    <a:pt x="243" y="272"/>
                  </a:lnTo>
                  <a:lnTo>
                    <a:pt x="241" y="270"/>
                  </a:lnTo>
                  <a:lnTo>
                    <a:pt x="222" y="257"/>
                  </a:lnTo>
                  <a:lnTo>
                    <a:pt x="220" y="255"/>
                  </a:lnTo>
                  <a:lnTo>
                    <a:pt x="217" y="253"/>
                  </a:lnTo>
                  <a:lnTo>
                    <a:pt x="204" y="242"/>
                  </a:lnTo>
                  <a:lnTo>
                    <a:pt x="204" y="242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89" y="231"/>
                  </a:lnTo>
                  <a:lnTo>
                    <a:pt x="185" y="227"/>
                  </a:lnTo>
                  <a:lnTo>
                    <a:pt x="183" y="227"/>
                  </a:lnTo>
                  <a:lnTo>
                    <a:pt x="176" y="223"/>
                  </a:lnTo>
                  <a:lnTo>
                    <a:pt x="172" y="221"/>
                  </a:lnTo>
                  <a:lnTo>
                    <a:pt x="159" y="210"/>
                  </a:lnTo>
                  <a:lnTo>
                    <a:pt x="157" y="210"/>
                  </a:lnTo>
                  <a:lnTo>
                    <a:pt x="155" y="208"/>
                  </a:lnTo>
                  <a:lnTo>
                    <a:pt x="155" y="206"/>
                  </a:lnTo>
                  <a:lnTo>
                    <a:pt x="153" y="203"/>
                  </a:lnTo>
                  <a:lnTo>
                    <a:pt x="153" y="203"/>
                  </a:lnTo>
                  <a:lnTo>
                    <a:pt x="153" y="201"/>
                  </a:lnTo>
                  <a:lnTo>
                    <a:pt x="151" y="199"/>
                  </a:lnTo>
                  <a:lnTo>
                    <a:pt x="153" y="199"/>
                  </a:lnTo>
                  <a:lnTo>
                    <a:pt x="151" y="186"/>
                  </a:lnTo>
                  <a:lnTo>
                    <a:pt x="146" y="171"/>
                  </a:lnTo>
                  <a:lnTo>
                    <a:pt x="146" y="169"/>
                  </a:lnTo>
                  <a:lnTo>
                    <a:pt x="146" y="169"/>
                  </a:lnTo>
                  <a:lnTo>
                    <a:pt x="146" y="167"/>
                  </a:lnTo>
                  <a:lnTo>
                    <a:pt x="144" y="167"/>
                  </a:lnTo>
                  <a:lnTo>
                    <a:pt x="144" y="167"/>
                  </a:lnTo>
                  <a:lnTo>
                    <a:pt x="144" y="164"/>
                  </a:lnTo>
                  <a:lnTo>
                    <a:pt x="131" y="158"/>
                  </a:lnTo>
                  <a:lnTo>
                    <a:pt x="118" y="149"/>
                  </a:lnTo>
                  <a:lnTo>
                    <a:pt x="103" y="141"/>
                  </a:lnTo>
                  <a:lnTo>
                    <a:pt x="77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3" y="117"/>
                  </a:lnTo>
                  <a:lnTo>
                    <a:pt x="58" y="98"/>
                  </a:lnTo>
                  <a:lnTo>
                    <a:pt x="58" y="95"/>
                  </a:lnTo>
                  <a:lnTo>
                    <a:pt x="56" y="93"/>
                  </a:lnTo>
                  <a:lnTo>
                    <a:pt x="54" y="91"/>
                  </a:lnTo>
                  <a:lnTo>
                    <a:pt x="47" y="76"/>
                  </a:lnTo>
                  <a:lnTo>
                    <a:pt x="39" y="59"/>
                  </a:lnTo>
                  <a:lnTo>
                    <a:pt x="36" y="57"/>
                  </a:lnTo>
                  <a:lnTo>
                    <a:pt x="36" y="5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32" y="52"/>
                  </a:lnTo>
                  <a:lnTo>
                    <a:pt x="30" y="52"/>
                  </a:lnTo>
                  <a:lnTo>
                    <a:pt x="30" y="52"/>
                  </a:lnTo>
                  <a:lnTo>
                    <a:pt x="23" y="50"/>
                  </a:lnTo>
                  <a:lnTo>
                    <a:pt x="21" y="48"/>
                  </a:lnTo>
                  <a:lnTo>
                    <a:pt x="17" y="46"/>
                  </a:lnTo>
                  <a:lnTo>
                    <a:pt x="15" y="44"/>
                  </a:lnTo>
                  <a:lnTo>
                    <a:pt x="13" y="41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4" y="31"/>
                  </a:lnTo>
                  <a:lnTo>
                    <a:pt x="2" y="28"/>
                  </a:lnTo>
                  <a:lnTo>
                    <a:pt x="0" y="26"/>
                  </a:lnTo>
                  <a:lnTo>
                    <a:pt x="15" y="15"/>
                  </a:lnTo>
                  <a:lnTo>
                    <a:pt x="39" y="0"/>
                  </a:lnTo>
                  <a:lnTo>
                    <a:pt x="54" y="13"/>
                  </a:lnTo>
                  <a:lnTo>
                    <a:pt x="58" y="18"/>
                  </a:lnTo>
                  <a:lnTo>
                    <a:pt x="60" y="24"/>
                  </a:lnTo>
                  <a:lnTo>
                    <a:pt x="64" y="26"/>
                  </a:lnTo>
                  <a:lnTo>
                    <a:pt x="69" y="24"/>
                  </a:lnTo>
                  <a:lnTo>
                    <a:pt x="75" y="26"/>
                  </a:lnTo>
                  <a:lnTo>
                    <a:pt x="90" y="48"/>
                  </a:lnTo>
                  <a:lnTo>
                    <a:pt x="97" y="50"/>
                  </a:lnTo>
                  <a:lnTo>
                    <a:pt x="101" y="48"/>
                  </a:lnTo>
                  <a:lnTo>
                    <a:pt x="110" y="48"/>
                  </a:lnTo>
                  <a:lnTo>
                    <a:pt x="114" y="50"/>
                  </a:lnTo>
                  <a:lnTo>
                    <a:pt x="125" y="52"/>
                  </a:lnTo>
                  <a:lnTo>
                    <a:pt x="125" y="52"/>
                  </a:lnTo>
                  <a:close/>
                  <a:moveTo>
                    <a:pt x="6" y="210"/>
                  </a:moveTo>
                  <a:lnTo>
                    <a:pt x="4" y="212"/>
                  </a:lnTo>
                  <a:lnTo>
                    <a:pt x="4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0"/>
                  </a:lnTo>
                  <a:lnTo>
                    <a:pt x="4" y="210"/>
                  </a:lnTo>
                  <a:lnTo>
                    <a:pt x="4" y="208"/>
                  </a:lnTo>
                  <a:lnTo>
                    <a:pt x="4" y="208"/>
                  </a:lnTo>
                  <a:lnTo>
                    <a:pt x="4" y="208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6" y="210"/>
                  </a:lnTo>
                  <a:lnTo>
                    <a:pt x="6" y="210"/>
                  </a:lnTo>
                  <a:lnTo>
                    <a:pt x="6" y="210"/>
                  </a:lnTo>
                  <a:lnTo>
                    <a:pt x="6" y="210"/>
                  </a:lnTo>
                  <a:close/>
                  <a:moveTo>
                    <a:pt x="164" y="385"/>
                  </a:moveTo>
                  <a:lnTo>
                    <a:pt x="157" y="383"/>
                  </a:lnTo>
                  <a:lnTo>
                    <a:pt x="148" y="380"/>
                  </a:lnTo>
                  <a:lnTo>
                    <a:pt x="131" y="367"/>
                  </a:lnTo>
                  <a:lnTo>
                    <a:pt x="131" y="367"/>
                  </a:lnTo>
                  <a:lnTo>
                    <a:pt x="131" y="365"/>
                  </a:lnTo>
                  <a:lnTo>
                    <a:pt x="138" y="361"/>
                  </a:lnTo>
                  <a:lnTo>
                    <a:pt x="138" y="359"/>
                  </a:lnTo>
                  <a:lnTo>
                    <a:pt x="140" y="359"/>
                  </a:lnTo>
                  <a:lnTo>
                    <a:pt x="140" y="361"/>
                  </a:lnTo>
                  <a:lnTo>
                    <a:pt x="151" y="365"/>
                  </a:lnTo>
                  <a:lnTo>
                    <a:pt x="164" y="372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6"/>
                  </a:lnTo>
                  <a:lnTo>
                    <a:pt x="166" y="385"/>
                  </a:lnTo>
                  <a:lnTo>
                    <a:pt x="164" y="385"/>
                  </a:lnTo>
                  <a:lnTo>
                    <a:pt x="164" y="385"/>
                  </a:lnTo>
                  <a:lnTo>
                    <a:pt x="164" y="38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6" name="Freeform 8">
              <a:extLst>
                <a:ext uri="{FF2B5EF4-FFF2-40B4-BE49-F238E27FC236}">
                  <a16:creationId xmlns:a16="http://schemas.microsoft.com/office/drawing/2014/main" id="{AE233CA5-CB29-0CB3-4FAE-F69499E73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805" y="3703066"/>
              <a:ext cx="23391" cy="28476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8" y="2"/>
                </a:cxn>
                <a:cxn ang="0">
                  <a:pos x="19" y="0"/>
                </a:cxn>
                <a:cxn ang="0">
                  <a:pos x="23" y="0"/>
                </a:cxn>
                <a:cxn ang="0">
                  <a:pos x="23" y="11"/>
                </a:cxn>
                <a:cxn ang="0">
                  <a:pos x="21" y="19"/>
                </a:cxn>
                <a:cxn ang="0">
                  <a:pos x="21" y="22"/>
                </a:cxn>
                <a:cxn ang="0">
                  <a:pos x="19" y="24"/>
                </a:cxn>
                <a:cxn ang="0">
                  <a:pos x="15" y="28"/>
                </a:cxn>
                <a:cxn ang="0">
                  <a:pos x="10" y="28"/>
                </a:cxn>
                <a:cxn ang="0">
                  <a:pos x="6" y="28"/>
                </a:cxn>
                <a:cxn ang="0">
                  <a:pos x="4" y="28"/>
                </a:cxn>
                <a:cxn ang="0">
                  <a:pos x="2" y="26"/>
                </a:cxn>
                <a:cxn ang="0">
                  <a:pos x="0" y="22"/>
                </a:cxn>
                <a:cxn ang="0">
                  <a:pos x="0" y="17"/>
                </a:cxn>
                <a:cxn ang="0">
                  <a:pos x="2" y="13"/>
                </a:cxn>
                <a:cxn ang="0">
                  <a:pos x="2" y="6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23" h="28">
                  <a:moveTo>
                    <a:pt x="2" y="2"/>
                  </a:moveTo>
                  <a:lnTo>
                    <a:pt x="8" y="2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3" y="11"/>
                  </a:lnTo>
                  <a:lnTo>
                    <a:pt x="21" y="19"/>
                  </a:lnTo>
                  <a:lnTo>
                    <a:pt x="21" y="22"/>
                  </a:lnTo>
                  <a:lnTo>
                    <a:pt x="19" y="24"/>
                  </a:lnTo>
                  <a:lnTo>
                    <a:pt x="15" y="28"/>
                  </a:lnTo>
                  <a:lnTo>
                    <a:pt x="10" y="28"/>
                  </a:lnTo>
                  <a:lnTo>
                    <a:pt x="6" y="28"/>
                  </a:lnTo>
                  <a:lnTo>
                    <a:pt x="4" y="28"/>
                  </a:lnTo>
                  <a:lnTo>
                    <a:pt x="2" y="26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2" y="13"/>
                  </a:lnTo>
                  <a:lnTo>
                    <a:pt x="2" y="6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7" name="Freeform 9">
              <a:extLst>
                <a:ext uri="{FF2B5EF4-FFF2-40B4-BE49-F238E27FC236}">
                  <a16:creationId xmlns:a16="http://schemas.microsoft.com/office/drawing/2014/main" id="{19AB55EA-AD89-C639-14FC-0F82E9C426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0444" y="3061334"/>
              <a:ext cx="406803" cy="230861"/>
            </a:xfrm>
            <a:custGeom>
              <a:avLst/>
              <a:gdLst/>
              <a:ahLst/>
              <a:cxnLst>
                <a:cxn ang="0">
                  <a:pos x="90" y="20"/>
                </a:cxn>
                <a:cxn ang="0">
                  <a:pos x="103" y="11"/>
                </a:cxn>
                <a:cxn ang="0">
                  <a:pos x="123" y="20"/>
                </a:cxn>
                <a:cxn ang="0">
                  <a:pos x="157" y="41"/>
                </a:cxn>
                <a:cxn ang="0">
                  <a:pos x="181" y="50"/>
                </a:cxn>
                <a:cxn ang="0">
                  <a:pos x="196" y="31"/>
                </a:cxn>
                <a:cxn ang="0">
                  <a:pos x="219" y="13"/>
                </a:cxn>
                <a:cxn ang="0">
                  <a:pos x="239" y="5"/>
                </a:cxn>
                <a:cxn ang="0">
                  <a:pos x="263" y="11"/>
                </a:cxn>
                <a:cxn ang="0">
                  <a:pos x="280" y="3"/>
                </a:cxn>
                <a:cxn ang="0">
                  <a:pos x="301" y="22"/>
                </a:cxn>
                <a:cxn ang="0">
                  <a:pos x="312" y="29"/>
                </a:cxn>
                <a:cxn ang="0">
                  <a:pos x="327" y="31"/>
                </a:cxn>
                <a:cxn ang="0">
                  <a:pos x="336" y="26"/>
                </a:cxn>
                <a:cxn ang="0">
                  <a:pos x="355" y="33"/>
                </a:cxn>
                <a:cxn ang="0">
                  <a:pos x="370" y="35"/>
                </a:cxn>
                <a:cxn ang="0">
                  <a:pos x="388" y="33"/>
                </a:cxn>
                <a:cxn ang="0">
                  <a:pos x="388" y="35"/>
                </a:cxn>
                <a:cxn ang="0">
                  <a:pos x="392" y="48"/>
                </a:cxn>
                <a:cxn ang="0">
                  <a:pos x="390" y="52"/>
                </a:cxn>
                <a:cxn ang="0">
                  <a:pos x="392" y="59"/>
                </a:cxn>
                <a:cxn ang="0">
                  <a:pos x="392" y="61"/>
                </a:cxn>
                <a:cxn ang="0">
                  <a:pos x="396" y="67"/>
                </a:cxn>
                <a:cxn ang="0">
                  <a:pos x="398" y="72"/>
                </a:cxn>
                <a:cxn ang="0">
                  <a:pos x="396" y="78"/>
                </a:cxn>
                <a:cxn ang="0">
                  <a:pos x="396" y="83"/>
                </a:cxn>
                <a:cxn ang="0">
                  <a:pos x="398" y="95"/>
                </a:cxn>
                <a:cxn ang="0">
                  <a:pos x="388" y="108"/>
                </a:cxn>
                <a:cxn ang="0">
                  <a:pos x="364" y="111"/>
                </a:cxn>
                <a:cxn ang="0">
                  <a:pos x="336" y="117"/>
                </a:cxn>
                <a:cxn ang="0">
                  <a:pos x="286" y="126"/>
                </a:cxn>
                <a:cxn ang="0">
                  <a:pos x="278" y="141"/>
                </a:cxn>
                <a:cxn ang="0">
                  <a:pos x="276" y="160"/>
                </a:cxn>
                <a:cxn ang="0">
                  <a:pos x="269" y="178"/>
                </a:cxn>
                <a:cxn ang="0">
                  <a:pos x="256" y="171"/>
                </a:cxn>
                <a:cxn ang="0">
                  <a:pos x="245" y="160"/>
                </a:cxn>
                <a:cxn ang="0">
                  <a:pos x="237" y="175"/>
                </a:cxn>
                <a:cxn ang="0">
                  <a:pos x="213" y="178"/>
                </a:cxn>
                <a:cxn ang="0">
                  <a:pos x="198" y="190"/>
                </a:cxn>
                <a:cxn ang="0">
                  <a:pos x="189" y="212"/>
                </a:cxn>
                <a:cxn ang="0">
                  <a:pos x="151" y="221"/>
                </a:cxn>
                <a:cxn ang="0">
                  <a:pos x="125" y="223"/>
                </a:cxn>
                <a:cxn ang="0">
                  <a:pos x="101" y="225"/>
                </a:cxn>
                <a:cxn ang="0">
                  <a:pos x="84" y="225"/>
                </a:cxn>
                <a:cxn ang="0">
                  <a:pos x="56" y="199"/>
                </a:cxn>
                <a:cxn ang="0">
                  <a:pos x="45" y="193"/>
                </a:cxn>
                <a:cxn ang="0">
                  <a:pos x="4" y="149"/>
                </a:cxn>
                <a:cxn ang="0">
                  <a:pos x="2" y="132"/>
                </a:cxn>
                <a:cxn ang="0">
                  <a:pos x="13" y="119"/>
                </a:cxn>
                <a:cxn ang="0">
                  <a:pos x="36" y="108"/>
                </a:cxn>
                <a:cxn ang="0">
                  <a:pos x="62" y="87"/>
                </a:cxn>
                <a:cxn ang="0">
                  <a:pos x="60" y="70"/>
                </a:cxn>
                <a:cxn ang="0">
                  <a:pos x="84" y="52"/>
                </a:cxn>
                <a:cxn ang="0">
                  <a:pos x="75" y="18"/>
                </a:cxn>
                <a:cxn ang="0">
                  <a:pos x="372" y="31"/>
                </a:cxn>
                <a:cxn ang="0">
                  <a:pos x="368" y="33"/>
                </a:cxn>
                <a:cxn ang="0">
                  <a:pos x="368" y="33"/>
                </a:cxn>
                <a:cxn ang="0">
                  <a:pos x="370" y="31"/>
                </a:cxn>
              </a:cxnLst>
              <a:rect l="0" t="0" r="r" b="b"/>
              <a:pathLst>
                <a:path w="400" h="227">
                  <a:moveTo>
                    <a:pt x="75" y="18"/>
                  </a:moveTo>
                  <a:lnTo>
                    <a:pt x="84" y="20"/>
                  </a:lnTo>
                  <a:lnTo>
                    <a:pt x="90" y="20"/>
                  </a:lnTo>
                  <a:lnTo>
                    <a:pt x="95" y="16"/>
                  </a:lnTo>
                  <a:lnTo>
                    <a:pt x="99" y="11"/>
                  </a:lnTo>
                  <a:lnTo>
                    <a:pt x="103" y="11"/>
                  </a:lnTo>
                  <a:lnTo>
                    <a:pt x="107" y="16"/>
                  </a:lnTo>
                  <a:lnTo>
                    <a:pt x="110" y="18"/>
                  </a:lnTo>
                  <a:lnTo>
                    <a:pt x="123" y="20"/>
                  </a:lnTo>
                  <a:lnTo>
                    <a:pt x="129" y="22"/>
                  </a:lnTo>
                  <a:lnTo>
                    <a:pt x="146" y="33"/>
                  </a:lnTo>
                  <a:lnTo>
                    <a:pt x="157" y="41"/>
                  </a:lnTo>
                  <a:lnTo>
                    <a:pt x="168" y="48"/>
                  </a:lnTo>
                  <a:lnTo>
                    <a:pt x="176" y="50"/>
                  </a:lnTo>
                  <a:lnTo>
                    <a:pt x="181" y="50"/>
                  </a:lnTo>
                  <a:lnTo>
                    <a:pt x="191" y="41"/>
                  </a:lnTo>
                  <a:lnTo>
                    <a:pt x="194" y="35"/>
                  </a:lnTo>
                  <a:lnTo>
                    <a:pt x="196" y="31"/>
                  </a:lnTo>
                  <a:lnTo>
                    <a:pt x="207" y="26"/>
                  </a:lnTo>
                  <a:lnTo>
                    <a:pt x="215" y="18"/>
                  </a:lnTo>
                  <a:lnTo>
                    <a:pt x="219" y="13"/>
                  </a:lnTo>
                  <a:lnTo>
                    <a:pt x="224" y="7"/>
                  </a:lnTo>
                  <a:lnTo>
                    <a:pt x="230" y="5"/>
                  </a:lnTo>
                  <a:lnTo>
                    <a:pt x="239" y="5"/>
                  </a:lnTo>
                  <a:lnTo>
                    <a:pt x="247" y="9"/>
                  </a:lnTo>
                  <a:lnTo>
                    <a:pt x="256" y="11"/>
                  </a:lnTo>
                  <a:lnTo>
                    <a:pt x="263" y="11"/>
                  </a:lnTo>
                  <a:lnTo>
                    <a:pt x="271" y="7"/>
                  </a:lnTo>
                  <a:lnTo>
                    <a:pt x="280" y="0"/>
                  </a:lnTo>
                  <a:lnTo>
                    <a:pt x="280" y="3"/>
                  </a:lnTo>
                  <a:lnTo>
                    <a:pt x="288" y="13"/>
                  </a:lnTo>
                  <a:lnTo>
                    <a:pt x="291" y="13"/>
                  </a:lnTo>
                  <a:lnTo>
                    <a:pt x="301" y="22"/>
                  </a:lnTo>
                  <a:lnTo>
                    <a:pt x="304" y="22"/>
                  </a:lnTo>
                  <a:lnTo>
                    <a:pt x="312" y="29"/>
                  </a:lnTo>
                  <a:lnTo>
                    <a:pt x="312" y="29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9" y="29"/>
                  </a:lnTo>
                  <a:lnTo>
                    <a:pt x="334" y="26"/>
                  </a:lnTo>
                  <a:lnTo>
                    <a:pt x="336" y="26"/>
                  </a:lnTo>
                  <a:lnTo>
                    <a:pt x="338" y="26"/>
                  </a:lnTo>
                  <a:lnTo>
                    <a:pt x="340" y="26"/>
                  </a:lnTo>
                  <a:lnTo>
                    <a:pt x="355" y="33"/>
                  </a:lnTo>
                  <a:lnTo>
                    <a:pt x="357" y="33"/>
                  </a:lnTo>
                  <a:lnTo>
                    <a:pt x="368" y="37"/>
                  </a:lnTo>
                  <a:lnTo>
                    <a:pt x="370" y="35"/>
                  </a:lnTo>
                  <a:lnTo>
                    <a:pt x="383" y="31"/>
                  </a:lnTo>
                  <a:lnTo>
                    <a:pt x="385" y="33"/>
                  </a:lnTo>
                  <a:lnTo>
                    <a:pt x="388" y="33"/>
                  </a:lnTo>
                  <a:lnTo>
                    <a:pt x="388" y="33"/>
                  </a:lnTo>
                  <a:lnTo>
                    <a:pt x="388" y="33"/>
                  </a:lnTo>
                  <a:lnTo>
                    <a:pt x="388" y="35"/>
                  </a:lnTo>
                  <a:lnTo>
                    <a:pt x="392" y="44"/>
                  </a:lnTo>
                  <a:lnTo>
                    <a:pt x="392" y="46"/>
                  </a:lnTo>
                  <a:lnTo>
                    <a:pt x="392" y="48"/>
                  </a:lnTo>
                  <a:lnTo>
                    <a:pt x="390" y="48"/>
                  </a:lnTo>
                  <a:lnTo>
                    <a:pt x="390" y="50"/>
                  </a:lnTo>
                  <a:lnTo>
                    <a:pt x="390" y="52"/>
                  </a:lnTo>
                  <a:lnTo>
                    <a:pt x="390" y="54"/>
                  </a:lnTo>
                  <a:lnTo>
                    <a:pt x="390" y="57"/>
                  </a:lnTo>
                  <a:lnTo>
                    <a:pt x="392" y="59"/>
                  </a:lnTo>
                  <a:lnTo>
                    <a:pt x="392" y="59"/>
                  </a:lnTo>
                  <a:lnTo>
                    <a:pt x="392" y="61"/>
                  </a:lnTo>
                  <a:lnTo>
                    <a:pt x="392" y="61"/>
                  </a:lnTo>
                  <a:lnTo>
                    <a:pt x="394" y="63"/>
                  </a:lnTo>
                  <a:lnTo>
                    <a:pt x="396" y="65"/>
                  </a:lnTo>
                  <a:lnTo>
                    <a:pt x="396" y="67"/>
                  </a:lnTo>
                  <a:lnTo>
                    <a:pt x="396" y="67"/>
                  </a:lnTo>
                  <a:lnTo>
                    <a:pt x="396" y="70"/>
                  </a:lnTo>
                  <a:lnTo>
                    <a:pt x="398" y="72"/>
                  </a:lnTo>
                  <a:lnTo>
                    <a:pt x="398" y="76"/>
                  </a:lnTo>
                  <a:lnTo>
                    <a:pt x="396" y="76"/>
                  </a:lnTo>
                  <a:lnTo>
                    <a:pt x="396" y="78"/>
                  </a:lnTo>
                  <a:lnTo>
                    <a:pt x="396" y="80"/>
                  </a:lnTo>
                  <a:lnTo>
                    <a:pt x="396" y="83"/>
                  </a:lnTo>
                  <a:lnTo>
                    <a:pt x="396" y="83"/>
                  </a:lnTo>
                  <a:lnTo>
                    <a:pt x="396" y="89"/>
                  </a:lnTo>
                  <a:lnTo>
                    <a:pt x="396" y="89"/>
                  </a:lnTo>
                  <a:lnTo>
                    <a:pt x="398" y="95"/>
                  </a:lnTo>
                  <a:lnTo>
                    <a:pt x="398" y="98"/>
                  </a:lnTo>
                  <a:lnTo>
                    <a:pt x="400" y="104"/>
                  </a:lnTo>
                  <a:lnTo>
                    <a:pt x="388" y="108"/>
                  </a:lnTo>
                  <a:lnTo>
                    <a:pt x="379" y="108"/>
                  </a:lnTo>
                  <a:lnTo>
                    <a:pt x="370" y="108"/>
                  </a:lnTo>
                  <a:lnTo>
                    <a:pt x="364" y="111"/>
                  </a:lnTo>
                  <a:lnTo>
                    <a:pt x="357" y="115"/>
                  </a:lnTo>
                  <a:lnTo>
                    <a:pt x="353" y="119"/>
                  </a:lnTo>
                  <a:lnTo>
                    <a:pt x="336" y="117"/>
                  </a:lnTo>
                  <a:lnTo>
                    <a:pt x="312" y="121"/>
                  </a:lnTo>
                  <a:lnTo>
                    <a:pt x="297" y="124"/>
                  </a:lnTo>
                  <a:lnTo>
                    <a:pt x="286" y="126"/>
                  </a:lnTo>
                  <a:lnTo>
                    <a:pt x="278" y="128"/>
                  </a:lnTo>
                  <a:lnTo>
                    <a:pt x="273" y="132"/>
                  </a:lnTo>
                  <a:lnTo>
                    <a:pt x="278" y="141"/>
                  </a:lnTo>
                  <a:lnTo>
                    <a:pt x="280" y="147"/>
                  </a:lnTo>
                  <a:lnTo>
                    <a:pt x="280" y="154"/>
                  </a:lnTo>
                  <a:lnTo>
                    <a:pt x="276" y="160"/>
                  </a:lnTo>
                  <a:lnTo>
                    <a:pt x="271" y="162"/>
                  </a:lnTo>
                  <a:lnTo>
                    <a:pt x="269" y="167"/>
                  </a:lnTo>
                  <a:lnTo>
                    <a:pt x="269" y="178"/>
                  </a:lnTo>
                  <a:lnTo>
                    <a:pt x="265" y="180"/>
                  </a:lnTo>
                  <a:lnTo>
                    <a:pt x="260" y="175"/>
                  </a:lnTo>
                  <a:lnTo>
                    <a:pt x="256" y="171"/>
                  </a:lnTo>
                  <a:lnTo>
                    <a:pt x="252" y="165"/>
                  </a:lnTo>
                  <a:lnTo>
                    <a:pt x="252" y="158"/>
                  </a:lnTo>
                  <a:lnTo>
                    <a:pt x="245" y="160"/>
                  </a:lnTo>
                  <a:lnTo>
                    <a:pt x="241" y="162"/>
                  </a:lnTo>
                  <a:lnTo>
                    <a:pt x="239" y="171"/>
                  </a:lnTo>
                  <a:lnTo>
                    <a:pt x="237" y="175"/>
                  </a:lnTo>
                  <a:lnTo>
                    <a:pt x="232" y="180"/>
                  </a:lnTo>
                  <a:lnTo>
                    <a:pt x="224" y="178"/>
                  </a:lnTo>
                  <a:lnTo>
                    <a:pt x="213" y="178"/>
                  </a:lnTo>
                  <a:lnTo>
                    <a:pt x="202" y="178"/>
                  </a:lnTo>
                  <a:lnTo>
                    <a:pt x="198" y="180"/>
                  </a:lnTo>
                  <a:lnTo>
                    <a:pt x="198" y="190"/>
                  </a:lnTo>
                  <a:lnTo>
                    <a:pt x="198" y="203"/>
                  </a:lnTo>
                  <a:lnTo>
                    <a:pt x="196" y="208"/>
                  </a:lnTo>
                  <a:lnTo>
                    <a:pt x="189" y="212"/>
                  </a:lnTo>
                  <a:lnTo>
                    <a:pt x="183" y="219"/>
                  </a:lnTo>
                  <a:lnTo>
                    <a:pt x="166" y="223"/>
                  </a:lnTo>
                  <a:lnTo>
                    <a:pt x="151" y="221"/>
                  </a:lnTo>
                  <a:lnTo>
                    <a:pt x="142" y="216"/>
                  </a:lnTo>
                  <a:lnTo>
                    <a:pt x="133" y="219"/>
                  </a:lnTo>
                  <a:lnTo>
                    <a:pt x="125" y="223"/>
                  </a:lnTo>
                  <a:lnTo>
                    <a:pt x="118" y="227"/>
                  </a:lnTo>
                  <a:lnTo>
                    <a:pt x="112" y="227"/>
                  </a:lnTo>
                  <a:lnTo>
                    <a:pt x="101" y="225"/>
                  </a:lnTo>
                  <a:lnTo>
                    <a:pt x="97" y="223"/>
                  </a:lnTo>
                  <a:lnTo>
                    <a:pt x="88" y="223"/>
                  </a:lnTo>
                  <a:lnTo>
                    <a:pt x="84" y="225"/>
                  </a:lnTo>
                  <a:lnTo>
                    <a:pt x="77" y="223"/>
                  </a:lnTo>
                  <a:lnTo>
                    <a:pt x="62" y="201"/>
                  </a:lnTo>
                  <a:lnTo>
                    <a:pt x="56" y="199"/>
                  </a:lnTo>
                  <a:lnTo>
                    <a:pt x="51" y="201"/>
                  </a:lnTo>
                  <a:lnTo>
                    <a:pt x="47" y="199"/>
                  </a:lnTo>
                  <a:lnTo>
                    <a:pt x="45" y="193"/>
                  </a:lnTo>
                  <a:lnTo>
                    <a:pt x="41" y="188"/>
                  </a:lnTo>
                  <a:lnTo>
                    <a:pt x="26" y="175"/>
                  </a:lnTo>
                  <a:lnTo>
                    <a:pt x="4" y="149"/>
                  </a:lnTo>
                  <a:lnTo>
                    <a:pt x="0" y="139"/>
                  </a:lnTo>
                  <a:lnTo>
                    <a:pt x="0" y="134"/>
                  </a:lnTo>
                  <a:lnTo>
                    <a:pt x="2" y="132"/>
                  </a:lnTo>
                  <a:lnTo>
                    <a:pt x="6" y="128"/>
                  </a:lnTo>
                  <a:lnTo>
                    <a:pt x="8" y="124"/>
                  </a:lnTo>
                  <a:lnTo>
                    <a:pt x="13" y="119"/>
                  </a:lnTo>
                  <a:lnTo>
                    <a:pt x="21" y="119"/>
                  </a:lnTo>
                  <a:lnTo>
                    <a:pt x="26" y="117"/>
                  </a:lnTo>
                  <a:lnTo>
                    <a:pt x="36" y="108"/>
                  </a:lnTo>
                  <a:lnTo>
                    <a:pt x="49" y="98"/>
                  </a:lnTo>
                  <a:lnTo>
                    <a:pt x="54" y="91"/>
                  </a:lnTo>
                  <a:lnTo>
                    <a:pt x="62" y="87"/>
                  </a:lnTo>
                  <a:lnTo>
                    <a:pt x="62" y="80"/>
                  </a:lnTo>
                  <a:lnTo>
                    <a:pt x="62" y="76"/>
                  </a:lnTo>
                  <a:lnTo>
                    <a:pt x="60" y="70"/>
                  </a:lnTo>
                  <a:lnTo>
                    <a:pt x="64" y="65"/>
                  </a:lnTo>
                  <a:lnTo>
                    <a:pt x="75" y="59"/>
                  </a:lnTo>
                  <a:lnTo>
                    <a:pt x="84" y="52"/>
                  </a:lnTo>
                  <a:lnTo>
                    <a:pt x="84" y="46"/>
                  </a:lnTo>
                  <a:lnTo>
                    <a:pt x="82" y="35"/>
                  </a:lnTo>
                  <a:lnTo>
                    <a:pt x="75" y="18"/>
                  </a:lnTo>
                  <a:lnTo>
                    <a:pt x="75" y="18"/>
                  </a:lnTo>
                  <a:close/>
                  <a:moveTo>
                    <a:pt x="370" y="31"/>
                  </a:moveTo>
                  <a:lnTo>
                    <a:pt x="372" y="31"/>
                  </a:lnTo>
                  <a:lnTo>
                    <a:pt x="372" y="33"/>
                  </a:lnTo>
                  <a:lnTo>
                    <a:pt x="372" y="33"/>
                  </a:lnTo>
                  <a:lnTo>
                    <a:pt x="368" y="33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8" y="33"/>
                  </a:lnTo>
                  <a:lnTo>
                    <a:pt x="370" y="31"/>
                  </a:lnTo>
                  <a:lnTo>
                    <a:pt x="370" y="31"/>
                  </a:lnTo>
                  <a:lnTo>
                    <a:pt x="370" y="31"/>
                  </a:lnTo>
                  <a:lnTo>
                    <a:pt x="370" y="31"/>
                  </a:lnTo>
                  <a:lnTo>
                    <a:pt x="370" y="3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7202A208-577A-64DB-E4F5-FC9513AB50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94539" y="3678658"/>
              <a:ext cx="442399" cy="232895"/>
            </a:xfrm>
            <a:custGeom>
              <a:avLst/>
              <a:gdLst/>
              <a:ahLst/>
              <a:cxnLst>
                <a:cxn ang="0">
                  <a:pos x="299" y="203"/>
                </a:cxn>
                <a:cxn ang="0">
                  <a:pos x="271" y="190"/>
                </a:cxn>
                <a:cxn ang="0">
                  <a:pos x="174" y="182"/>
                </a:cxn>
                <a:cxn ang="0">
                  <a:pos x="151" y="169"/>
                </a:cxn>
                <a:cxn ang="0">
                  <a:pos x="159" y="149"/>
                </a:cxn>
                <a:cxn ang="0">
                  <a:pos x="168" y="143"/>
                </a:cxn>
                <a:cxn ang="0">
                  <a:pos x="168" y="132"/>
                </a:cxn>
                <a:cxn ang="0">
                  <a:pos x="157" y="130"/>
                </a:cxn>
                <a:cxn ang="0">
                  <a:pos x="146" y="134"/>
                </a:cxn>
                <a:cxn ang="0">
                  <a:pos x="121" y="119"/>
                </a:cxn>
                <a:cxn ang="0">
                  <a:pos x="106" y="113"/>
                </a:cxn>
                <a:cxn ang="0">
                  <a:pos x="54" y="117"/>
                </a:cxn>
                <a:cxn ang="0">
                  <a:pos x="39" y="115"/>
                </a:cxn>
                <a:cxn ang="0">
                  <a:pos x="15" y="110"/>
                </a:cxn>
                <a:cxn ang="0">
                  <a:pos x="24" y="100"/>
                </a:cxn>
                <a:cxn ang="0">
                  <a:pos x="41" y="110"/>
                </a:cxn>
                <a:cxn ang="0">
                  <a:pos x="60" y="89"/>
                </a:cxn>
                <a:cxn ang="0">
                  <a:pos x="60" y="69"/>
                </a:cxn>
                <a:cxn ang="0">
                  <a:pos x="67" y="69"/>
                </a:cxn>
                <a:cxn ang="0">
                  <a:pos x="71" y="76"/>
                </a:cxn>
                <a:cxn ang="0">
                  <a:pos x="82" y="65"/>
                </a:cxn>
                <a:cxn ang="0">
                  <a:pos x="84" y="46"/>
                </a:cxn>
                <a:cxn ang="0">
                  <a:pos x="103" y="5"/>
                </a:cxn>
                <a:cxn ang="0">
                  <a:pos x="114" y="0"/>
                </a:cxn>
                <a:cxn ang="0">
                  <a:pos x="118" y="5"/>
                </a:cxn>
                <a:cxn ang="0">
                  <a:pos x="118" y="13"/>
                </a:cxn>
                <a:cxn ang="0">
                  <a:pos x="127" y="15"/>
                </a:cxn>
                <a:cxn ang="0">
                  <a:pos x="134" y="7"/>
                </a:cxn>
                <a:cxn ang="0">
                  <a:pos x="144" y="11"/>
                </a:cxn>
                <a:cxn ang="0">
                  <a:pos x="166" y="18"/>
                </a:cxn>
                <a:cxn ang="0">
                  <a:pos x="190" y="15"/>
                </a:cxn>
                <a:cxn ang="0">
                  <a:pos x="194" y="26"/>
                </a:cxn>
                <a:cxn ang="0">
                  <a:pos x="196" y="52"/>
                </a:cxn>
                <a:cxn ang="0">
                  <a:pos x="213" y="43"/>
                </a:cxn>
                <a:cxn ang="0">
                  <a:pos x="224" y="22"/>
                </a:cxn>
                <a:cxn ang="0">
                  <a:pos x="224" y="5"/>
                </a:cxn>
                <a:cxn ang="0">
                  <a:pos x="237" y="7"/>
                </a:cxn>
                <a:cxn ang="0">
                  <a:pos x="241" y="11"/>
                </a:cxn>
                <a:cxn ang="0">
                  <a:pos x="256" y="9"/>
                </a:cxn>
                <a:cxn ang="0">
                  <a:pos x="265" y="11"/>
                </a:cxn>
                <a:cxn ang="0">
                  <a:pos x="299" y="43"/>
                </a:cxn>
                <a:cxn ang="0">
                  <a:pos x="312" y="43"/>
                </a:cxn>
                <a:cxn ang="0">
                  <a:pos x="358" y="54"/>
                </a:cxn>
                <a:cxn ang="0">
                  <a:pos x="364" y="52"/>
                </a:cxn>
                <a:cxn ang="0">
                  <a:pos x="368" y="43"/>
                </a:cxn>
                <a:cxn ang="0">
                  <a:pos x="381" y="48"/>
                </a:cxn>
                <a:cxn ang="0">
                  <a:pos x="396" y="67"/>
                </a:cxn>
                <a:cxn ang="0">
                  <a:pos x="407" y="74"/>
                </a:cxn>
                <a:cxn ang="0">
                  <a:pos x="411" y="102"/>
                </a:cxn>
                <a:cxn ang="0">
                  <a:pos x="429" y="110"/>
                </a:cxn>
                <a:cxn ang="0">
                  <a:pos x="431" y="136"/>
                </a:cxn>
                <a:cxn ang="0">
                  <a:pos x="416" y="158"/>
                </a:cxn>
                <a:cxn ang="0">
                  <a:pos x="431" y="203"/>
                </a:cxn>
                <a:cxn ang="0">
                  <a:pos x="405" y="216"/>
                </a:cxn>
                <a:cxn ang="0">
                  <a:pos x="403" y="223"/>
                </a:cxn>
                <a:cxn ang="0">
                  <a:pos x="396" y="229"/>
                </a:cxn>
                <a:cxn ang="0">
                  <a:pos x="351" y="223"/>
                </a:cxn>
                <a:cxn ang="0">
                  <a:pos x="17" y="78"/>
                </a:cxn>
                <a:cxn ang="0">
                  <a:pos x="9" y="95"/>
                </a:cxn>
                <a:cxn ang="0">
                  <a:pos x="0" y="87"/>
                </a:cxn>
                <a:cxn ang="0">
                  <a:pos x="17" y="76"/>
                </a:cxn>
              </a:cxnLst>
              <a:rect l="0" t="0" r="r" b="b"/>
              <a:pathLst>
                <a:path w="435" h="229">
                  <a:moveTo>
                    <a:pt x="319" y="212"/>
                  </a:moveTo>
                  <a:lnTo>
                    <a:pt x="317" y="212"/>
                  </a:lnTo>
                  <a:lnTo>
                    <a:pt x="306" y="208"/>
                  </a:lnTo>
                  <a:lnTo>
                    <a:pt x="304" y="208"/>
                  </a:lnTo>
                  <a:lnTo>
                    <a:pt x="304" y="208"/>
                  </a:lnTo>
                  <a:lnTo>
                    <a:pt x="299" y="203"/>
                  </a:lnTo>
                  <a:lnTo>
                    <a:pt x="297" y="201"/>
                  </a:lnTo>
                  <a:lnTo>
                    <a:pt x="291" y="199"/>
                  </a:lnTo>
                  <a:lnTo>
                    <a:pt x="289" y="197"/>
                  </a:lnTo>
                  <a:lnTo>
                    <a:pt x="280" y="192"/>
                  </a:lnTo>
                  <a:lnTo>
                    <a:pt x="278" y="192"/>
                  </a:lnTo>
                  <a:lnTo>
                    <a:pt x="271" y="190"/>
                  </a:lnTo>
                  <a:lnTo>
                    <a:pt x="269" y="190"/>
                  </a:lnTo>
                  <a:lnTo>
                    <a:pt x="261" y="190"/>
                  </a:lnTo>
                  <a:lnTo>
                    <a:pt x="248" y="188"/>
                  </a:lnTo>
                  <a:lnTo>
                    <a:pt x="233" y="186"/>
                  </a:lnTo>
                  <a:lnTo>
                    <a:pt x="190" y="182"/>
                  </a:lnTo>
                  <a:lnTo>
                    <a:pt x="174" y="182"/>
                  </a:lnTo>
                  <a:lnTo>
                    <a:pt x="172" y="182"/>
                  </a:lnTo>
                  <a:lnTo>
                    <a:pt x="172" y="182"/>
                  </a:lnTo>
                  <a:lnTo>
                    <a:pt x="155" y="177"/>
                  </a:lnTo>
                  <a:lnTo>
                    <a:pt x="153" y="175"/>
                  </a:lnTo>
                  <a:lnTo>
                    <a:pt x="151" y="171"/>
                  </a:lnTo>
                  <a:lnTo>
                    <a:pt x="151" y="169"/>
                  </a:lnTo>
                  <a:lnTo>
                    <a:pt x="151" y="169"/>
                  </a:lnTo>
                  <a:lnTo>
                    <a:pt x="149" y="162"/>
                  </a:lnTo>
                  <a:lnTo>
                    <a:pt x="149" y="162"/>
                  </a:lnTo>
                  <a:lnTo>
                    <a:pt x="153" y="158"/>
                  </a:lnTo>
                  <a:lnTo>
                    <a:pt x="153" y="156"/>
                  </a:lnTo>
                  <a:lnTo>
                    <a:pt x="159" y="149"/>
                  </a:lnTo>
                  <a:lnTo>
                    <a:pt x="162" y="147"/>
                  </a:lnTo>
                  <a:lnTo>
                    <a:pt x="162" y="147"/>
                  </a:lnTo>
                  <a:lnTo>
                    <a:pt x="164" y="147"/>
                  </a:lnTo>
                  <a:lnTo>
                    <a:pt x="166" y="145"/>
                  </a:lnTo>
                  <a:lnTo>
                    <a:pt x="166" y="143"/>
                  </a:lnTo>
                  <a:lnTo>
                    <a:pt x="168" y="143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38"/>
                  </a:lnTo>
                  <a:lnTo>
                    <a:pt x="168" y="134"/>
                  </a:lnTo>
                  <a:lnTo>
                    <a:pt x="168" y="132"/>
                  </a:lnTo>
                  <a:lnTo>
                    <a:pt x="168" y="132"/>
                  </a:lnTo>
                  <a:lnTo>
                    <a:pt x="168" y="132"/>
                  </a:lnTo>
                  <a:lnTo>
                    <a:pt x="166" y="130"/>
                  </a:lnTo>
                  <a:lnTo>
                    <a:pt x="164" y="130"/>
                  </a:lnTo>
                  <a:lnTo>
                    <a:pt x="157" y="128"/>
                  </a:lnTo>
                  <a:lnTo>
                    <a:pt x="157" y="128"/>
                  </a:lnTo>
                  <a:lnTo>
                    <a:pt x="157" y="130"/>
                  </a:lnTo>
                  <a:lnTo>
                    <a:pt x="155" y="130"/>
                  </a:lnTo>
                  <a:lnTo>
                    <a:pt x="155" y="130"/>
                  </a:lnTo>
                  <a:lnTo>
                    <a:pt x="153" y="132"/>
                  </a:lnTo>
                  <a:lnTo>
                    <a:pt x="151" y="132"/>
                  </a:lnTo>
                  <a:lnTo>
                    <a:pt x="149" y="134"/>
                  </a:lnTo>
                  <a:lnTo>
                    <a:pt x="146" y="134"/>
                  </a:lnTo>
                  <a:lnTo>
                    <a:pt x="144" y="132"/>
                  </a:lnTo>
                  <a:lnTo>
                    <a:pt x="142" y="132"/>
                  </a:lnTo>
                  <a:lnTo>
                    <a:pt x="138" y="132"/>
                  </a:lnTo>
                  <a:lnTo>
                    <a:pt x="125" y="123"/>
                  </a:lnTo>
                  <a:lnTo>
                    <a:pt x="123" y="121"/>
                  </a:lnTo>
                  <a:lnTo>
                    <a:pt x="121" y="119"/>
                  </a:lnTo>
                  <a:lnTo>
                    <a:pt x="116" y="117"/>
                  </a:lnTo>
                  <a:lnTo>
                    <a:pt x="114" y="115"/>
                  </a:lnTo>
                  <a:lnTo>
                    <a:pt x="110" y="113"/>
                  </a:lnTo>
                  <a:lnTo>
                    <a:pt x="108" y="113"/>
                  </a:lnTo>
                  <a:lnTo>
                    <a:pt x="108" y="113"/>
                  </a:lnTo>
                  <a:lnTo>
                    <a:pt x="106" y="113"/>
                  </a:lnTo>
                  <a:lnTo>
                    <a:pt x="97" y="113"/>
                  </a:lnTo>
                  <a:lnTo>
                    <a:pt x="95" y="113"/>
                  </a:lnTo>
                  <a:lnTo>
                    <a:pt x="67" y="115"/>
                  </a:lnTo>
                  <a:lnTo>
                    <a:pt x="58" y="115"/>
                  </a:lnTo>
                  <a:lnTo>
                    <a:pt x="56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49" y="117"/>
                  </a:lnTo>
                  <a:lnTo>
                    <a:pt x="43" y="117"/>
                  </a:lnTo>
                  <a:lnTo>
                    <a:pt x="43" y="117"/>
                  </a:lnTo>
                  <a:lnTo>
                    <a:pt x="41" y="117"/>
                  </a:lnTo>
                  <a:lnTo>
                    <a:pt x="39" y="115"/>
                  </a:lnTo>
                  <a:lnTo>
                    <a:pt x="30" y="110"/>
                  </a:lnTo>
                  <a:lnTo>
                    <a:pt x="28" y="110"/>
                  </a:lnTo>
                  <a:lnTo>
                    <a:pt x="24" y="110"/>
                  </a:lnTo>
                  <a:lnTo>
                    <a:pt x="21" y="110"/>
                  </a:lnTo>
                  <a:lnTo>
                    <a:pt x="21" y="110"/>
                  </a:lnTo>
                  <a:lnTo>
                    <a:pt x="15" y="110"/>
                  </a:lnTo>
                  <a:lnTo>
                    <a:pt x="11" y="106"/>
                  </a:lnTo>
                  <a:lnTo>
                    <a:pt x="15" y="106"/>
                  </a:lnTo>
                  <a:lnTo>
                    <a:pt x="17" y="106"/>
                  </a:lnTo>
                  <a:lnTo>
                    <a:pt x="17" y="104"/>
                  </a:lnTo>
                  <a:lnTo>
                    <a:pt x="19" y="104"/>
                  </a:lnTo>
                  <a:lnTo>
                    <a:pt x="24" y="100"/>
                  </a:lnTo>
                  <a:lnTo>
                    <a:pt x="34" y="102"/>
                  </a:lnTo>
                  <a:lnTo>
                    <a:pt x="37" y="106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58" y="91"/>
                  </a:lnTo>
                  <a:lnTo>
                    <a:pt x="60" y="89"/>
                  </a:lnTo>
                  <a:lnTo>
                    <a:pt x="60" y="89"/>
                  </a:lnTo>
                  <a:lnTo>
                    <a:pt x="60" y="87"/>
                  </a:lnTo>
                  <a:lnTo>
                    <a:pt x="60" y="87"/>
                  </a:lnTo>
                  <a:lnTo>
                    <a:pt x="60" y="80"/>
                  </a:lnTo>
                  <a:lnTo>
                    <a:pt x="60" y="72"/>
                  </a:lnTo>
                  <a:lnTo>
                    <a:pt x="60" y="72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7"/>
                  </a:lnTo>
                  <a:lnTo>
                    <a:pt x="65" y="67"/>
                  </a:lnTo>
                  <a:lnTo>
                    <a:pt x="65" y="67"/>
                  </a:lnTo>
                  <a:lnTo>
                    <a:pt x="65" y="67"/>
                  </a:lnTo>
                  <a:lnTo>
                    <a:pt x="67" y="69"/>
                  </a:lnTo>
                  <a:lnTo>
                    <a:pt x="67" y="69"/>
                  </a:lnTo>
                  <a:lnTo>
                    <a:pt x="67" y="72"/>
                  </a:lnTo>
                  <a:lnTo>
                    <a:pt x="67" y="74"/>
                  </a:lnTo>
                  <a:lnTo>
                    <a:pt x="69" y="74"/>
                  </a:lnTo>
                  <a:lnTo>
                    <a:pt x="69" y="76"/>
                  </a:lnTo>
                  <a:lnTo>
                    <a:pt x="71" y="76"/>
                  </a:lnTo>
                  <a:lnTo>
                    <a:pt x="71" y="76"/>
                  </a:lnTo>
                  <a:lnTo>
                    <a:pt x="77" y="74"/>
                  </a:lnTo>
                  <a:lnTo>
                    <a:pt x="77" y="72"/>
                  </a:lnTo>
                  <a:lnTo>
                    <a:pt x="82" y="69"/>
                  </a:lnTo>
                  <a:lnTo>
                    <a:pt x="82" y="67"/>
                  </a:lnTo>
                  <a:lnTo>
                    <a:pt x="82" y="65"/>
                  </a:lnTo>
                  <a:lnTo>
                    <a:pt x="84" y="63"/>
                  </a:lnTo>
                  <a:lnTo>
                    <a:pt x="84" y="63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48"/>
                  </a:lnTo>
                  <a:lnTo>
                    <a:pt x="84" y="46"/>
                  </a:lnTo>
                  <a:lnTo>
                    <a:pt x="84" y="43"/>
                  </a:lnTo>
                  <a:lnTo>
                    <a:pt x="84" y="41"/>
                  </a:lnTo>
                  <a:lnTo>
                    <a:pt x="86" y="39"/>
                  </a:lnTo>
                  <a:lnTo>
                    <a:pt x="90" y="24"/>
                  </a:lnTo>
                  <a:lnTo>
                    <a:pt x="90" y="22"/>
                  </a:lnTo>
                  <a:lnTo>
                    <a:pt x="103" y="5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8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6" y="0"/>
                  </a:lnTo>
                  <a:lnTo>
                    <a:pt x="116" y="2"/>
                  </a:lnTo>
                  <a:lnTo>
                    <a:pt x="116" y="2"/>
                  </a:lnTo>
                  <a:lnTo>
                    <a:pt x="116" y="2"/>
                  </a:lnTo>
                  <a:lnTo>
                    <a:pt x="118" y="5"/>
                  </a:lnTo>
                  <a:lnTo>
                    <a:pt x="118" y="7"/>
                  </a:lnTo>
                  <a:lnTo>
                    <a:pt x="116" y="9"/>
                  </a:lnTo>
                  <a:lnTo>
                    <a:pt x="116" y="11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18" y="13"/>
                  </a:lnTo>
                  <a:lnTo>
                    <a:pt x="121" y="13"/>
                  </a:lnTo>
                  <a:lnTo>
                    <a:pt x="121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31" y="9"/>
                  </a:lnTo>
                  <a:lnTo>
                    <a:pt x="134" y="9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6" y="7"/>
                  </a:lnTo>
                  <a:lnTo>
                    <a:pt x="136" y="7"/>
                  </a:lnTo>
                  <a:lnTo>
                    <a:pt x="138" y="7"/>
                  </a:lnTo>
                  <a:lnTo>
                    <a:pt x="138" y="7"/>
                  </a:lnTo>
                  <a:lnTo>
                    <a:pt x="144" y="11"/>
                  </a:lnTo>
                  <a:lnTo>
                    <a:pt x="159" y="18"/>
                  </a:lnTo>
                  <a:lnTo>
                    <a:pt x="162" y="18"/>
                  </a:lnTo>
                  <a:lnTo>
                    <a:pt x="162" y="20"/>
                  </a:lnTo>
                  <a:lnTo>
                    <a:pt x="164" y="20"/>
                  </a:lnTo>
                  <a:lnTo>
                    <a:pt x="164" y="20"/>
                  </a:lnTo>
                  <a:lnTo>
                    <a:pt x="166" y="18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87" y="15"/>
                  </a:lnTo>
                  <a:lnTo>
                    <a:pt x="187" y="15"/>
                  </a:lnTo>
                  <a:lnTo>
                    <a:pt x="190" y="15"/>
                  </a:lnTo>
                  <a:lnTo>
                    <a:pt x="190" y="18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4"/>
                  </a:lnTo>
                  <a:lnTo>
                    <a:pt x="192" y="24"/>
                  </a:lnTo>
                  <a:lnTo>
                    <a:pt x="194" y="26"/>
                  </a:lnTo>
                  <a:lnTo>
                    <a:pt x="194" y="30"/>
                  </a:lnTo>
                  <a:lnTo>
                    <a:pt x="194" y="37"/>
                  </a:lnTo>
                  <a:lnTo>
                    <a:pt x="192" y="41"/>
                  </a:lnTo>
                  <a:lnTo>
                    <a:pt x="192" y="46"/>
                  </a:lnTo>
                  <a:lnTo>
                    <a:pt x="194" y="50"/>
                  </a:lnTo>
                  <a:lnTo>
                    <a:pt x="196" y="52"/>
                  </a:lnTo>
                  <a:lnTo>
                    <a:pt x="198" y="52"/>
                  </a:lnTo>
                  <a:lnTo>
                    <a:pt x="202" y="52"/>
                  </a:lnTo>
                  <a:lnTo>
                    <a:pt x="207" y="52"/>
                  </a:lnTo>
                  <a:lnTo>
                    <a:pt x="211" y="48"/>
                  </a:lnTo>
                  <a:lnTo>
                    <a:pt x="213" y="46"/>
                  </a:lnTo>
                  <a:lnTo>
                    <a:pt x="213" y="43"/>
                  </a:lnTo>
                  <a:lnTo>
                    <a:pt x="215" y="35"/>
                  </a:lnTo>
                  <a:lnTo>
                    <a:pt x="215" y="24"/>
                  </a:lnTo>
                  <a:lnTo>
                    <a:pt x="218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4" y="20"/>
                  </a:lnTo>
                  <a:lnTo>
                    <a:pt x="226" y="18"/>
                  </a:lnTo>
                  <a:lnTo>
                    <a:pt x="226" y="11"/>
                  </a:lnTo>
                  <a:lnTo>
                    <a:pt x="224" y="5"/>
                  </a:lnTo>
                  <a:lnTo>
                    <a:pt x="224" y="5"/>
                  </a:lnTo>
                  <a:lnTo>
                    <a:pt x="226" y="5"/>
                  </a:lnTo>
                  <a:lnTo>
                    <a:pt x="226" y="2"/>
                  </a:lnTo>
                  <a:lnTo>
                    <a:pt x="228" y="5"/>
                  </a:lnTo>
                  <a:lnTo>
                    <a:pt x="235" y="7"/>
                  </a:lnTo>
                  <a:lnTo>
                    <a:pt x="235" y="7"/>
                  </a:lnTo>
                  <a:lnTo>
                    <a:pt x="237" y="7"/>
                  </a:lnTo>
                  <a:lnTo>
                    <a:pt x="237" y="7"/>
                  </a:lnTo>
                  <a:lnTo>
                    <a:pt x="237" y="9"/>
                  </a:lnTo>
                  <a:lnTo>
                    <a:pt x="237" y="9"/>
                  </a:lnTo>
                  <a:lnTo>
                    <a:pt x="239" y="11"/>
                  </a:lnTo>
                  <a:lnTo>
                    <a:pt x="241" y="11"/>
                  </a:lnTo>
                  <a:lnTo>
                    <a:pt x="241" y="11"/>
                  </a:lnTo>
                  <a:lnTo>
                    <a:pt x="243" y="11"/>
                  </a:lnTo>
                  <a:lnTo>
                    <a:pt x="246" y="11"/>
                  </a:lnTo>
                  <a:lnTo>
                    <a:pt x="248" y="11"/>
                  </a:lnTo>
                  <a:lnTo>
                    <a:pt x="250" y="11"/>
                  </a:lnTo>
                  <a:lnTo>
                    <a:pt x="254" y="9"/>
                  </a:lnTo>
                  <a:lnTo>
                    <a:pt x="256" y="9"/>
                  </a:lnTo>
                  <a:lnTo>
                    <a:pt x="258" y="9"/>
                  </a:lnTo>
                  <a:lnTo>
                    <a:pt x="258" y="9"/>
                  </a:lnTo>
                  <a:lnTo>
                    <a:pt x="261" y="9"/>
                  </a:lnTo>
                  <a:lnTo>
                    <a:pt x="261" y="9"/>
                  </a:lnTo>
                  <a:lnTo>
                    <a:pt x="263" y="9"/>
                  </a:lnTo>
                  <a:lnTo>
                    <a:pt x="265" y="11"/>
                  </a:lnTo>
                  <a:lnTo>
                    <a:pt x="267" y="13"/>
                  </a:lnTo>
                  <a:lnTo>
                    <a:pt x="269" y="15"/>
                  </a:lnTo>
                  <a:lnTo>
                    <a:pt x="271" y="18"/>
                  </a:lnTo>
                  <a:lnTo>
                    <a:pt x="276" y="24"/>
                  </a:lnTo>
                  <a:lnTo>
                    <a:pt x="289" y="35"/>
                  </a:lnTo>
                  <a:lnTo>
                    <a:pt x="299" y="43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6" y="43"/>
                  </a:lnTo>
                  <a:lnTo>
                    <a:pt x="308" y="43"/>
                  </a:lnTo>
                  <a:lnTo>
                    <a:pt x="310" y="43"/>
                  </a:lnTo>
                  <a:lnTo>
                    <a:pt x="312" y="43"/>
                  </a:lnTo>
                  <a:lnTo>
                    <a:pt x="327" y="41"/>
                  </a:lnTo>
                  <a:lnTo>
                    <a:pt x="327" y="41"/>
                  </a:lnTo>
                  <a:lnTo>
                    <a:pt x="349" y="54"/>
                  </a:lnTo>
                  <a:lnTo>
                    <a:pt x="353" y="54"/>
                  </a:lnTo>
                  <a:lnTo>
                    <a:pt x="353" y="54"/>
                  </a:lnTo>
                  <a:lnTo>
                    <a:pt x="358" y="54"/>
                  </a:lnTo>
                  <a:lnTo>
                    <a:pt x="360" y="54"/>
                  </a:lnTo>
                  <a:lnTo>
                    <a:pt x="362" y="54"/>
                  </a:lnTo>
                  <a:lnTo>
                    <a:pt x="364" y="54"/>
                  </a:lnTo>
                  <a:lnTo>
                    <a:pt x="364" y="54"/>
                  </a:lnTo>
                  <a:lnTo>
                    <a:pt x="364" y="54"/>
                  </a:lnTo>
                  <a:lnTo>
                    <a:pt x="364" y="52"/>
                  </a:lnTo>
                  <a:lnTo>
                    <a:pt x="364" y="52"/>
                  </a:lnTo>
                  <a:lnTo>
                    <a:pt x="364" y="50"/>
                  </a:lnTo>
                  <a:lnTo>
                    <a:pt x="364" y="50"/>
                  </a:lnTo>
                  <a:lnTo>
                    <a:pt x="364" y="50"/>
                  </a:lnTo>
                  <a:lnTo>
                    <a:pt x="366" y="46"/>
                  </a:lnTo>
                  <a:lnTo>
                    <a:pt x="368" y="43"/>
                  </a:lnTo>
                  <a:lnTo>
                    <a:pt x="371" y="43"/>
                  </a:lnTo>
                  <a:lnTo>
                    <a:pt x="377" y="43"/>
                  </a:lnTo>
                  <a:lnTo>
                    <a:pt x="379" y="46"/>
                  </a:lnTo>
                  <a:lnTo>
                    <a:pt x="379" y="46"/>
                  </a:lnTo>
                  <a:lnTo>
                    <a:pt x="381" y="46"/>
                  </a:lnTo>
                  <a:lnTo>
                    <a:pt x="381" y="48"/>
                  </a:lnTo>
                  <a:lnTo>
                    <a:pt x="383" y="52"/>
                  </a:lnTo>
                  <a:lnTo>
                    <a:pt x="390" y="61"/>
                  </a:lnTo>
                  <a:lnTo>
                    <a:pt x="392" y="61"/>
                  </a:lnTo>
                  <a:lnTo>
                    <a:pt x="392" y="63"/>
                  </a:lnTo>
                  <a:lnTo>
                    <a:pt x="394" y="65"/>
                  </a:lnTo>
                  <a:lnTo>
                    <a:pt x="396" y="67"/>
                  </a:lnTo>
                  <a:lnTo>
                    <a:pt x="399" y="69"/>
                  </a:lnTo>
                  <a:lnTo>
                    <a:pt x="401" y="69"/>
                  </a:lnTo>
                  <a:lnTo>
                    <a:pt x="405" y="72"/>
                  </a:lnTo>
                  <a:lnTo>
                    <a:pt x="405" y="72"/>
                  </a:lnTo>
                  <a:lnTo>
                    <a:pt x="407" y="74"/>
                  </a:lnTo>
                  <a:lnTo>
                    <a:pt x="407" y="74"/>
                  </a:lnTo>
                  <a:lnTo>
                    <a:pt x="407" y="80"/>
                  </a:lnTo>
                  <a:lnTo>
                    <a:pt x="409" y="91"/>
                  </a:lnTo>
                  <a:lnTo>
                    <a:pt x="409" y="91"/>
                  </a:lnTo>
                  <a:lnTo>
                    <a:pt x="409" y="95"/>
                  </a:lnTo>
                  <a:lnTo>
                    <a:pt x="409" y="97"/>
                  </a:lnTo>
                  <a:lnTo>
                    <a:pt x="411" y="102"/>
                  </a:lnTo>
                  <a:lnTo>
                    <a:pt x="411" y="102"/>
                  </a:lnTo>
                  <a:lnTo>
                    <a:pt x="414" y="104"/>
                  </a:lnTo>
                  <a:lnTo>
                    <a:pt x="416" y="106"/>
                  </a:lnTo>
                  <a:lnTo>
                    <a:pt x="416" y="106"/>
                  </a:lnTo>
                  <a:lnTo>
                    <a:pt x="427" y="110"/>
                  </a:lnTo>
                  <a:lnTo>
                    <a:pt x="429" y="110"/>
                  </a:lnTo>
                  <a:lnTo>
                    <a:pt x="429" y="110"/>
                  </a:lnTo>
                  <a:lnTo>
                    <a:pt x="433" y="110"/>
                  </a:lnTo>
                  <a:lnTo>
                    <a:pt x="435" y="110"/>
                  </a:lnTo>
                  <a:lnTo>
                    <a:pt x="435" y="121"/>
                  </a:lnTo>
                  <a:lnTo>
                    <a:pt x="431" y="130"/>
                  </a:lnTo>
                  <a:lnTo>
                    <a:pt x="431" y="136"/>
                  </a:lnTo>
                  <a:lnTo>
                    <a:pt x="433" y="138"/>
                  </a:lnTo>
                  <a:lnTo>
                    <a:pt x="433" y="145"/>
                  </a:lnTo>
                  <a:lnTo>
                    <a:pt x="431" y="149"/>
                  </a:lnTo>
                  <a:lnTo>
                    <a:pt x="424" y="149"/>
                  </a:lnTo>
                  <a:lnTo>
                    <a:pt x="420" y="151"/>
                  </a:lnTo>
                  <a:lnTo>
                    <a:pt x="416" y="158"/>
                  </a:lnTo>
                  <a:lnTo>
                    <a:pt x="418" y="162"/>
                  </a:lnTo>
                  <a:lnTo>
                    <a:pt x="422" y="173"/>
                  </a:lnTo>
                  <a:lnTo>
                    <a:pt x="424" y="180"/>
                  </a:lnTo>
                  <a:lnTo>
                    <a:pt x="424" y="188"/>
                  </a:lnTo>
                  <a:lnTo>
                    <a:pt x="427" y="195"/>
                  </a:lnTo>
                  <a:lnTo>
                    <a:pt x="431" y="203"/>
                  </a:lnTo>
                  <a:lnTo>
                    <a:pt x="435" y="214"/>
                  </a:lnTo>
                  <a:lnTo>
                    <a:pt x="422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05" y="216"/>
                  </a:lnTo>
                  <a:lnTo>
                    <a:pt x="405" y="216"/>
                  </a:lnTo>
                  <a:lnTo>
                    <a:pt x="403" y="216"/>
                  </a:lnTo>
                  <a:lnTo>
                    <a:pt x="403" y="218"/>
                  </a:lnTo>
                  <a:lnTo>
                    <a:pt x="401" y="218"/>
                  </a:lnTo>
                  <a:lnTo>
                    <a:pt x="401" y="218"/>
                  </a:lnTo>
                  <a:lnTo>
                    <a:pt x="401" y="221"/>
                  </a:lnTo>
                  <a:lnTo>
                    <a:pt x="403" y="223"/>
                  </a:lnTo>
                  <a:lnTo>
                    <a:pt x="403" y="223"/>
                  </a:lnTo>
                  <a:lnTo>
                    <a:pt x="401" y="225"/>
                  </a:lnTo>
                  <a:lnTo>
                    <a:pt x="401" y="227"/>
                  </a:lnTo>
                  <a:lnTo>
                    <a:pt x="399" y="229"/>
                  </a:lnTo>
                  <a:lnTo>
                    <a:pt x="399" y="229"/>
                  </a:lnTo>
                  <a:lnTo>
                    <a:pt x="396" y="229"/>
                  </a:lnTo>
                  <a:lnTo>
                    <a:pt x="392" y="229"/>
                  </a:lnTo>
                  <a:lnTo>
                    <a:pt x="388" y="229"/>
                  </a:lnTo>
                  <a:lnTo>
                    <a:pt x="364" y="227"/>
                  </a:lnTo>
                  <a:lnTo>
                    <a:pt x="362" y="225"/>
                  </a:lnTo>
                  <a:lnTo>
                    <a:pt x="358" y="225"/>
                  </a:lnTo>
                  <a:lnTo>
                    <a:pt x="351" y="223"/>
                  </a:lnTo>
                  <a:lnTo>
                    <a:pt x="332" y="218"/>
                  </a:lnTo>
                  <a:lnTo>
                    <a:pt x="321" y="214"/>
                  </a:lnTo>
                  <a:lnTo>
                    <a:pt x="319" y="212"/>
                  </a:lnTo>
                  <a:lnTo>
                    <a:pt x="319" y="212"/>
                  </a:lnTo>
                  <a:close/>
                  <a:moveTo>
                    <a:pt x="17" y="78"/>
                  </a:moveTo>
                  <a:lnTo>
                    <a:pt x="17" y="78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5" y="89"/>
                  </a:lnTo>
                  <a:lnTo>
                    <a:pt x="15" y="91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6" y="95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4" y="80"/>
                  </a:lnTo>
                  <a:lnTo>
                    <a:pt x="9" y="80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7" y="76"/>
                  </a:lnTo>
                  <a:lnTo>
                    <a:pt x="17" y="78"/>
                  </a:lnTo>
                  <a:lnTo>
                    <a:pt x="17" y="78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9" name="Freeform 11">
              <a:extLst>
                <a:ext uri="{FF2B5EF4-FFF2-40B4-BE49-F238E27FC236}">
                  <a16:creationId xmlns:a16="http://schemas.microsoft.com/office/drawing/2014/main" id="{15FF6744-A833-4437-6131-A56907956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614" y="3742729"/>
              <a:ext cx="374259" cy="217640"/>
            </a:xfrm>
            <a:custGeom>
              <a:avLst/>
              <a:gdLst/>
              <a:ahLst/>
              <a:cxnLst>
                <a:cxn ang="0">
                  <a:pos x="250" y="173"/>
                </a:cxn>
                <a:cxn ang="0">
                  <a:pos x="224" y="160"/>
                </a:cxn>
                <a:cxn ang="0">
                  <a:pos x="209" y="136"/>
                </a:cxn>
                <a:cxn ang="0">
                  <a:pos x="185" y="142"/>
                </a:cxn>
                <a:cxn ang="0">
                  <a:pos x="172" y="164"/>
                </a:cxn>
                <a:cxn ang="0">
                  <a:pos x="127" y="164"/>
                </a:cxn>
                <a:cxn ang="0">
                  <a:pos x="92" y="155"/>
                </a:cxn>
                <a:cxn ang="0">
                  <a:pos x="62" y="151"/>
                </a:cxn>
                <a:cxn ang="0">
                  <a:pos x="49" y="155"/>
                </a:cxn>
                <a:cxn ang="0">
                  <a:pos x="32" y="151"/>
                </a:cxn>
                <a:cxn ang="0">
                  <a:pos x="19" y="151"/>
                </a:cxn>
                <a:cxn ang="0">
                  <a:pos x="8" y="117"/>
                </a:cxn>
                <a:cxn ang="0">
                  <a:pos x="4" y="88"/>
                </a:cxn>
                <a:cxn ang="0">
                  <a:pos x="17" y="75"/>
                </a:cxn>
                <a:cxn ang="0">
                  <a:pos x="19" y="47"/>
                </a:cxn>
                <a:cxn ang="0">
                  <a:pos x="30" y="45"/>
                </a:cxn>
                <a:cxn ang="0">
                  <a:pos x="77" y="56"/>
                </a:cxn>
                <a:cxn ang="0">
                  <a:pos x="95" y="54"/>
                </a:cxn>
                <a:cxn ang="0">
                  <a:pos x="99" y="52"/>
                </a:cxn>
                <a:cxn ang="0">
                  <a:pos x="138" y="56"/>
                </a:cxn>
                <a:cxn ang="0">
                  <a:pos x="161" y="60"/>
                </a:cxn>
                <a:cxn ang="0">
                  <a:pos x="179" y="58"/>
                </a:cxn>
                <a:cxn ang="0">
                  <a:pos x="187" y="58"/>
                </a:cxn>
                <a:cxn ang="0">
                  <a:pos x="205" y="67"/>
                </a:cxn>
                <a:cxn ang="0">
                  <a:pos x="211" y="67"/>
                </a:cxn>
                <a:cxn ang="0">
                  <a:pos x="224" y="60"/>
                </a:cxn>
                <a:cxn ang="0">
                  <a:pos x="237" y="39"/>
                </a:cxn>
                <a:cxn ang="0">
                  <a:pos x="241" y="30"/>
                </a:cxn>
                <a:cxn ang="0">
                  <a:pos x="241" y="17"/>
                </a:cxn>
                <a:cxn ang="0">
                  <a:pos x="250" y="6"/>
                </a:cxn>
                <a:cxn ang="0">
                  <a:pos x="254" y="2"/>
                </a:cxn>
                <a:cxn ang="0">
                  <a:pos x="273" y="0"/>
                </a:cxn>
                <a:cxn ang="0">
                  <a:pos x="289" y="6"/>
                </a:cxn>
                <a:cxn ang="0">
                  <a:pos x="293" y="19"/>
                </a:cxn>
                <a:cxn ang="0">
                  <a:pos x="295" y="26"/>
                </a:cxn>
                <a:cxn ang="0">
                  <a:pos x="299" y="34"/>
                </a:cxn>
                <a:cxn ang="0">
                  <a:pos x="327" y="34"/>
                </a:cxn>
                <a:cxn ang="0">
                  <a:pos x="334" y="32"/>
                </a:cxn>
                <a:cxn ang="0">
                  <a:pos x="336" y="28"/>
                </a:cxn>
                <a:cxn ang="0">
                  <a:pos x="340" y="26"/>
                </a:cxn>
                <a:cxn ang="0">
                  <a:pos x="351" y="28"/>
                </a:cxn>
                <a:cxn ang="0">
                  <a:pos x="358" y="34"/>
                </a:cxn>
                <a:cxn ang="0">
                  <a:pos x="364" y="41"/>
                </a:cxn>
                <a:cxn ang="0">
                  <a:pos x="349" y="54"/>
                </a:cxn>
                <a:cxn ang="0">
                  <a:pos x="355" y="86"/>
                </a:cxn>
                <a:cxn ang="0">
                  <a:pos x="319" y="101"/>
                </a:cxn>
                <a:cxn ang="0">
                  <a:pos x="295" y="97"/>
                </a:cxn>
                <a:cxn ang="0">
                  <a:pos x="291" y="119"/>
                </a:cxn>
                <a:cxn ang="0">
                  <a:pos x="306" y="145"/>
                </a:cxn>
                <a:cxn ang="0">
                  <a:pos x="312" y="162"/>
                </a:cxn>
                <a:cxn ang="0">
                  <a:pos x="312" y="179"/>
                </a:cxn>
                <a:cxn ang="0">
                  <a:pos x="291" y="183"/>
                </a:cxn>
                <a:cxn ang="0">
                  <a:pos x="269" y="203"/>
                </a:cxn>
                <a:cxn ang="0">
                  <a:pos x="254" y="212"/>
                </a:cxn>
              </a:cxnLst>
              <a:rect l="0" t="0" r="r" b="b"/>
              <a:pathLst>
                <a:path w="368" h="214">
                  <a:moveTo>
                    <a:pt x="254" y="212"/>
                  </a:moveTo>
                  <a:lnTo>
                    <a:pt x="256" y="199"/>
                  </a:lnTo>
                  <a:lnTo>
                    <a:pt x="254" y="188"/>
                  </a:lnTo>
                  <a:lnTo>
                    <a:pt x="250" y="173"/>
                  </a:lnTo>
                  <a:lnTo>
                    <a:pt x="245" y="166"/>
                  </a:lnTo>
                  <a:lnTo>
                    <a:pt x="239" y="164"/>
                  </a:lnTo>
                  <a:lnTo>
                    <a:pt x="230" y="162"/>
                  </a:lnTo>
                  <a:lnTo>
                    <a:pt x="224" y="160"/>
                  </a:lnTo>
                  <a:lnTo>
                    <a:pt x="222" y="155"/>
                  </a:lnTo>
                  <a:lnTo>
                    <a:pt x="220" y="149"/>
                  </a:lnTo>
                  <a:lnTo>
                    <a:pt x="215" y="142"/>
                  </a:lnTo>
                  <a:lnTo>
                    <a:pt x="209" y="136"/>
                  </a:lnTo>
                  <a:lnTo>
                    <a:pt x="205" y="142"/>
                  </a:lnTo>
                  <a:lnTo>
                    <a:pt x="196" y="147"/>
                  </a:lnTo>
                  <a:lnTo>
                    <a:pt x="192" y="145"/>
                  </a:lnTo>
                  <a:lnTo>
                    <a:pt x="185" y="142"/>
                  </a:lnTo>
                  <a:lnTo>
                    <a:pt x="179" y="145"/>
                  </a:lnTo>
                  <a:lnTo>
                    <a:pt x="177" y="149"/>
                  </a:lnTo>
                  <a:lnTo>
                    <a:pt x="174" y="155"/>
                  </a:lnTo>
                  <a:lnTo>
                    <a:pt x="172" y="164"/>
                  </a:lnTo>
                  <a:lnTo>
                    <a:pt x="170" y="177"/>
                  </a:lnTo>
                  <a:lnTo>
                    <a:pt x="168" y="175"/>
                  </a:lnTo>
                  <a:lnTo>
                    <a:pt x="153" y="170"/>
                  </a:lnTo>
                  <a:lnTo>
                    <a:pt x="127" y="164"/>
                  </a:lnTo>
                  <a:lnTo>
                    <a:pt x="114" y="162"/>
                  </a:lnTo>
                  <a:lnTo>
                    <a:pt x="105" y="162"/>
                  </a:lnTo>
                  <a:lnTo>
                    <a:pt x="92" y="155"/>
                  </a:lnTo>
                  <a:lnTo>
                    <a:pt x="92" y="155"/>
                  </a:lnTo>
                  <a:lnTo>
                    <a:pt x="92" y="155"/>
                  </a:lnTo>
                  <a:lnTo>
                    <a:pt x="80" y="153"/>
                  </a:lnTo>
                  <a:lnTo>
                    <a:pt x="75" y="153"/>
                  </a:lnTo>
                  <a:lnTo>
                    <a:pt x="62" y="151"/>
                  </a:lnTo>
                  <a:lnTo>
                    <a:pt x="58" y="151"/>
                  </a:lnTo>
                  <a:lnTo>
                    <a:pt x="54" y="153"/>
                  </a:lnTo>
                  <a:lnTo>
                    <a:pt x="52" y="153"/>
                  </a:lnTo>
                  <a:lnTo>
                    <a:pt x="49" y="155"/>
                  </a:lnTo>
                  <a:lnTo>
                    <a:pt x="43" y="155"/>
                  </a:lnTo>
                  <a:lnTo>
                    <a:pt x="32" y="153"/>
                  </a:lnTo>
                  <a:lnTo>
                    <a:pt x="32" y="151"/>
                  </a:lnTo>
                  <a:lnTo>
                    <a:pt x="32" y="151"/>
                  </a:lnTo>
                  <a:lnTo>
                    <a:pt x="30" y="149"/>
                  </a:lnTo>
                  <a:lnTo>
                    <a:pt x="30" y="147"/>
                  </a:lnTo>
                  <a:lnTo>
                    <a:pt x="21" y="147"/>
                  </a:lnTo>
                  <a:lnTo>
                    <a:pt x="19" y="151"/>
                  </a:lnTo>
                  <a:lnTo>
                    <a:pt x="15" y="140"/>
                  </a:lnTo>
                  <a:lnTo>
                    <a:pt x="11" y="132"/>
                  </a:lnTo>
                  <a:lnTo>
                    <a:pt x="8" y="125"/>
                  </a:lnTo>
                  <a:lnTo>
                    <a:pt x="8" y="117"/>
                  </a:lnTo>
                  <a:lnTo>
                    <a:pt x="6" y="110"/>
                  </a:lnTo>
                  <a:lnTo>
                    <a:pt x="2" y="99"/>
                  </a:lnTo>
                  <a:lnTo>
                    <a:pt x="0" y="95"/>
                  </a:lnTo>
                  <a:lnTo>
                    <a:pt x="4" y="88"/>
                  </a:lnTo>
                  <a:lnTo>
                    <a:pt x="8" y="86"/>
                  </a:lnTo>
                  <a:lnTo>
                    <a:pt x="15" y="86"/>
                  </a:lnTo>
                  <a:lnTo>
                    <a:pt x="17" y="82"/>
                  </a:lnTo>
                  <a:lnTo>
                    <a:pt x="17" y="75"/>
                  </a:lnTo>
                  <a:lnTo>
                    <a:pt x="15" y="73"/>
                  </a:lnTo>
                  <a:lnTo>
                    <a:pt x="15" y="67"/>
                  </a:lnTo>
                  <a:lnTo>
                    <a:pt x="19" y="58"/>
                  </a:lnTo>
                  <a:lnTo>
                    <a:pt x="19" y="47"/>
                  </a:lnTo>
                  <a:lnTo>
                    <a:pt x="24" y="45"/>
                  </a:lnTo>
                  <a:lnTo>
                    <a:pt x="24" y="45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32" y="47"/>
                  </a:lnTo>
                  <a:lnTo>
                    <a:pt x="32" y="47"/>
                  </a:lnTo>
                  <a:lnTo>
                    <a:pt x="43" y="50"/>
                  </a:lnTo>
                  <a:lnTo>
                    <a:pt x="77" y="56"/>
                  </a:lnTo>
                  <a:lnTo>
                    <a:pt x="82" y="56"/>
                  </a:lnTo>
                  <a:lnTo>
                    <a:pt x="82" y="56"/>
                  </a:lnTo>
                  <a:lnTo>
                    <a:pt x="92" y="54"/>
                  </a:lnTo>
                  <a:lnTo>
                    <a:pt x="95" y="54"/>
                  </a:lnTo>
                  <a:lnTo>
                    <a:pt x="97" y="54"/>
                  </a:lnTo>
                  <a:lnTo>
                    <a:pt x="97" y="52"/>
                  </a:lnTo>
                  <a:lnTo>
                    <a:pt x="99" y="52"/>
                  </a:lnTo>
                  <a:lnTo>
                    <a:pt x="99" y="52"/>
                  </a:lnTo>
                  <a:lnTo>
                    <a:pt x="99" y="52"/>
                  </a:lnTo>
                  <a:lnTo>
                    <a:pt x="108" y="50"/>
                  </a:lnTo>
                  <a:lnTo>
                    <a:pt x="120" y="52"/>
                  </a:lnTo>
                  <a:lnTo>
                    <a:pt x="138" y="56"/>
                  </a:lnTo>
                  <a:lnTo>
                    <a:pt x="142" y="58"/>
                  </a:lnTo>
                  <a:lnTo>
                    <a:pt x="148" y="60"/>
                  </a:lnTo>
                  <a:lnTo>
                    <a:pt x="155" y="60"/>
                  </a:lnTo>
                  <a:lnTo>
                    <a:pt x="161" y="60"/>
                  </a:lnTo>
                  <a:lnTo>
                    <a:pt x="164" y="60"/>
                  </a:lnTo>
                  <a:lnTo>
                    <a:pt x="174" y="58"/>
                  </a:lnTo>
                  <a:lnTo>
                    <a:pt x="177" y="58"/>
                  </a:lnTo>
                  <a:lnTo>
                    <a:pt x="179" y="58"/>
                  </a:lnTo>
                  <a:lnTo>
                    <a:pt x="179" y="58"/>
                  </a:lnTo>
                  <a:lnTo>
                    <a:pt x="179" y="58"/>
                  </a:lnTo>
                  <a:lnTo>
                    <a:pt x="181" y="56"/>
                  </a:lnTo>
                  <a:lnTo>
                    <a:pt x="187" y="58"/>
                  </a:lnTo>
                  <a:lnTo>
                    <a:pt x="187" y="58"/>
                  </a:lnTo>
                  <a:lnTo>
                    <a:pt x="202" y="65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7" y="67"/>
                  </a:lnTo>
                  <a:lnTo>
                    <a:pt x="209" y="67"/>
                  </a:lnTo>
                  <a:lnTo>
                    <a:pt x="209" y="67"/>
                  </a:lnTo>
                  <a:lnTo>
                    <a:pt x="211" y="67"/>
                  </a:lnTo>
                  <a:lnTo>
                    <a:pt x="220" y="65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0"/>
                  </a:lnTo>
                  <a:lnTo>
                    <a:pt x="230" y="52"/>
                  </a:lnTo>
                  <a:lnTo>
                    <a:pt x="230" y="52"/>
                  </a:lnTo>
                  <a:lnTo>
                    <a:pt x="233" y="50"/>
                  </a:lnTo>
                  <a:lnTo>
                    <a:pt x="237" y="39"/>
                  </a:lnTo>
                  <a:lnTo>
                    <a:pt x="237" y="37"/>
                  </a:lnTo>
                  <a:lnTo>
                    <a:pt x="239" y="32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24"/>
                  </a:lnTo>
                  <a:lnTo>
                    <a:pt x="241" y="21"/>
                  </a:lnTo>
                  <a:lnTo>
                    <a:pt x="241" y="19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3" y="13"/>
                  </a:lnTo>
                  <a:lnTo>
                    <a:pt x="248" y="9"/>
                  </a:lnTo>
                  <a:lnTo>
                    <a:pt x="250" y="6"/>
                  </a:lnTo>
                  <a:lnTo>
                    <a:pt x="250" y="6"/>
                  </a:lnTo>
                  <a:lnTo>
                    <a:pt x="250" y="4"/>
                  </a:lnTo>
                  <a:lnTo>
                    <a:pt x="254" y="4"/>
                  </a:lnTo>
                  <a:lnTo>
                    <a:pt x="254" y="2"/>
                  </a:lnTo>
                  <a:lnTo>
                    <a:pt x="265" y="0"/>
                  </a:lnTo>
                  <a:lnTo>
                    <a:pt x="265" y="0"/>
                  </a:lnTo>
                  <a:lnTo>
                    <a:pt x="273" y="0"/>
                  </a:lnTo>
                  <a:lnTo>
                    <a:pt x="273" y="0"/>
                  </a:lnTo>
                  <a:lnTo>
                    <a:pt x="273" y="0"/>
                  </a:lnTo>
                  <a:lnTo>
                    <a:pt x="284" y="2"/>
                  </a:lnTo>
                  <a:lnTo>
                    <a:pt x="289" y="6"/>
                  </a:lnTo>
                  <a:lnTo>
                    <a:pt x="289" y="6"/>
                  </a:lnTo>
                  <a:lnTo>
                    <a:pt x="293" y="15"/>
                  </a:lnTo>
                  <a:lnTo>
                    <a:pt x="293" y="17"/>
                  </a:lnTo>
                  <a:lnTo>
                    <a:pt x="293" y="17"/>
                  </a:lnTo>
                  <a:lnTo>
                    <a:pt x="293" y="19"/>
                  </a:lnTo>
                  <a:lnTo>
                    <a:pt x="293" y="21"/>
                  </a:lnTo>
                  <a:lnTo>
                    <a:pt x="293" y="24"/>
                  </a:lnTo>
                  <a:lnTo>
                    <a:pt x="295" y="24"/>
                  </a:lnTo>
                  <a:lnTo>
                    <a:pt x="295" y="26"/>
                  </a:lnTo>
                  <a:lnTo>
                    <a:pt x="297" y="30"/>
                  </a:lnTo>
                  <a:lnTo>
                    <a:pt x="299" y="32"/>
                  </a:lnTo>
                  <a:lnTo>
                    <a:pt x="299" y="34"/>
                  </a:lnTo>
                  <a:lnTo>
                    <a:pt x="299" y="34"/>
                  </a:lnTo>
                  <a:lnTo>
                    <a:pt x="306" y="34"/>
                  </a:lnTo>
                  <a:lnTo>
                    <a:pt x="323" y="37"/>
                  </a:lnTo>
                  <a:lnTo>
                    <a:pt x="325" y="37"/>
                  </a:lnTo>
                  <a:lnTo>
                    <a:pt x="327" y="34"/>
                  </a:lnTo>
                  <a:lnTo>
                    <a:pt x="332" y="34"/>
                  </a:lnTo>
                  <a:lnTo>
                    <a:pt x="334" y="34"/>
                  </a:lnTo>
                  <a:lnTo>
                    <a:pt x="334" y="32"/>
                  </a:lnTo>
                  <a:lnTo>
                    <a:pt x="334" y="32"/>
                  </a:lnTo>
                  <a:lnTo>
                    <a:pt x="336" y="32"/>
                  </a:lnTo>
                  <a:lnTo>
                    <a:pt x="336" y="30"/>
                  </a:lnTo>
                  <a:lnTo>
                    <a:pt x="336" y="30"/>
                  </a:lnTo>
                  <a:lnTo>
                    <a:pt x="336" y="28"/>
                  </a:lnTo>
                  <a:lnTo>
                    <a:pt x="338" y="28"/>
                  </a:lnTo>
                  <a:lnTo>
                    <a:pt x="338" y="26"/>
                  </a:lnTo>
                  <a:lnTo>
                    <a:pt x="338" y="26"/>
                  </a:lnTo>
                  <a:lnTo>
                    <a:pt x="340" y="26"/>
                  </a:lnTo>
                  <a:lnTo>
                    <a:pt x="340" y="26"/>
                  </a:lnTo>
                  <a:lnTo>
                    <a:pt x="340" y="26"/>
                  </a:lnTo>
                  <a:lnTo>
                    <a:pt x="351" y="28"/>
                  </a:lnTo>
                  <a:lnTo>
                    <a:pt x="351" y="28"/>
                  </a:lnTo>
                  <a:lnTo>
                    <a:pt x="355" y="30"/>
                  </a:lnTo>
                  <a:lnTo>
                    <a:pt x="355" y="32"/>
                  </a:lnTo>
                  <a:lnTo>
                    <a:pt x="358" y="34"/>
                  </a:lnTo>
                  <a:lnTo>
                    <a:pt x="358" y="34"/>
                  </a:lnTo>
                  <a:lnTo>
                    <a:pt x="360" y="34"/>
                  </a:lnTo>
                  <a:lnTo>
                    <a:pt x="360" y="37"/>
                  </a:lnTo>
                  <a:lnTo>
                    <a:pt x="362" y="39"/>
                  </a:lnTo>
                  <a:lnTo>
                    <a:pt x="364" y="41"/>
                  </a:lnTo>
                  <a:lnTo>
                    <a:pt x="366" y="43"/>
                  </a:lnTo>
                  <a:lnTo>
                    <a:pt x="368" y="43"/>
                  </a:lnTo>
                  <a:lnTo>
                    <a:pt x="360" y="50"/>
                  </a:lnTo>
                  <a:lnTo>
                    <a:pt x="349" y="54"/>
                  </a:lnTo>
                  <a:lnTo>
                    <a:pt x="349" y="58"/>
                  </a:lnTo>
                  <a:lnTo>
                    <a:pt x="353" y="78"/>
                  </a:lnTo>
                  <a:lnTo>
                    <a:pt x="355" y="82"/>
                  </a:lnTo>
                  <a:lnTo>
                    <a:pt x="355" y="86"/>
                  </a:lnTo>
                  <a:lnTo>
                    <a:pt x="342" y="97"/>
                  </a:lnTo>
                  <a:lnTo>
                    <a:pt x="334" y="104"/>
                  </a:lnTo>
                  <a:lnTo>
                    <a:pt x="325" y="106"/>
                  </a:lnTo>
                  <a:lnTo>
                    <a:pt x="319" y="101"/>
                  </a:lnTo>
                  <a:lnTo>
                    <a:pt x="314" y="99"/>
                  </a:lnTo>
                  <a:lnTo>
                    <a:pt x="308" y="97"/>
                  </a:lnTo>
                  <a:lnTo>
                    <a:pt x="301" y="97"/>
                  </a:lnTo>
                  <a:lnTo>
                    <a:pt x="295" y="97"/>
                  </a:lnTo>
                  <a:lnTo>
                    <a:pt x="291" y="97"/>
                  </a:lnTo>
                  <a:lnTo>
                    <a:pt x="289" y="104"/>
                  </a:lnTo>
                  <a:lnTo>
                    <a:pt x="289" y="110"/>
                  </a:lnTo>
                  <a:lnTo>
                    <a:pt x="291" y="119"/>
                  </a:lnTo>
                  <a:lnTo>
                    <a:pt x="295" y="125"/>
                  </a:lnTo>
                  <a:lnTo>
                    <a:pt x="301" y="132"/>
                  </a:lnTo>
                  <a:lnTo>
                    <a:pt x="304" y="136"/>
                  </a:lnTo>
                  <a:lnTo>
                    <a:pt x="306" y="145"/>
                  </a:lnTo>
                  <a:lnTo>
                    <a:pt x="306" y="151"/>
                  </a:lnTo>
                  <a:lnTo>
                    <a:pt x="306" y="155"/>
                  </a:lnTo>
                  <a:lnTo>
                    <a:pt x="310" y="160"/>
                  </a:lnTo>
                  <a:lnTo>
                    <a:pt x="312" y="162"/>
                  </a:lnTo>
                  <a:lnTo>
                    <a:pt x="314" y="166"/>
                  </a:lnTo>
                  <a:lnTo>
                    <a:pt x="314" y="173"/>
                  </a:lnTo>
                  <a:lnTo>
                    <a:pt x="314" y="177"/>
                  </a:lnTo>
                  <a:lnTo>
                    <a:pt x="312" y="179"/>
                  </a:lnTo>
                  <a:lnTo>
                    <a:pt x="306" y="181"/>
                  </a:lnTo>
                  <a:lnTo>
                    <a:pt x="297" y="179"/>
                  </a:lnTo>
                  <a:lnTo>
                    <a:pt x="293" y="179"/>
                  </a:lnTo>
                  <a:lnTo>
                    <a:pt x="291" y="183"/>
                  </a:lnTo>
                  <a:lnTo>
                    <a:pt x="289" y="190"/>
                  </a:lnTo>
                  <a:lnTo>
                    <a:pt x="284" y="192"/>
                  </a:lnTo>
                  <a:lnTo>
                    <a:pt x="276" y="196"/>
                  </a:lnTo>
                  <a:lnTo>
                    <a:pt x="269" y="203"/>
                  </a:lnTo>
                  <a:lnTo>
                    <a:pt x="263" y="214"/>
                  </a:lnTo>
                  <a:lnTo>
                    <a:pt x="256" y="212"/>
                  </a:lnTo>
                  <a:lnTo>
                    <a:pt x="254" y="212"/>
                  </a:lnTo>
                  <a:lnTo>
                    <a:pt x="254" y="2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10" name="Freeform 12">
              <a:extLst>
                <a:ext uri="{FF2B5EF4-FFF2-40B4-BE49-F238E27FC236}">
                  <a16:creationId xmlns:a16="http://schemas.microsoft.com/office/drawing/2014/main" id="{B571045E-948F-187E-AF66-EE67FAA5B7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85088" y="3659334"/>
              <a:ext cx="571558" cy="371208"/>
            </a:xfrm>
            <a:custGeom>
              <a:avLst/>
              <a:gdLst/>
              <a:ahLst/>
              <a:cxnLst>
                <a:cxn ang="0">
                  <a:pos x="224" y="13"/>
                </a:cxn>
                <a:cxn ang="0">
                  <a:pos x="207" y="15"/>
                </a:cxn>
                <a:cxn ang="0">
                  <a:pos x="219" y="0"/>
                </a:cxn>
                <a:cxn ang="0">
                  <a:pos x="133" y="125"/>
                </a:cxn>
                <a:cxn ang="0">
                  <a:pos x="146" y="138"/>
                </a:cxn>
                <a:cxn ang="0">
                  <a:pos x="159" y="140"/>
                </a:cxn>
                <a:cxn ang="0">
                  <a:pos x="211" y="157"/>
                </a:cxn>
                <a:cxn ang="0">
                  <a:pos x="217" y="177"/>
                </a:cxn>
                <a:cxn ang="0">
                  <a:pos x="209" y="177"/>
                </a:cxn>
                <a:cxn ang="0">
                  <a:pos x="224" y="181"/>
                </a:cxn>
                <a:cxn ang="0">
                  <a:pos x="230" y="177"/>
                </a:cxn>
                <a:cxn ang="0">
                  <a:pos x="235" y="199"/>
                </a:cxn>
                <a:cxn ang="0">
                  <a:pos x="228" y="214"/>
                </a:cxn>
                <a:cxn ang="0">
                  <a:pos x="267" y="235"/>
                </a:cxn>
                <a:cxn ang="0">
                  <a:pos x="299" y="244"/>
                </a:cxn>
                <a:cxn ang="0">
                  <a:pos x="327" y="237"/>
                </a:cxn>
                <a:cxn ang="0">
                  <a:pos x="375" y="227"/>
                </a:cxn>
                <a:cxn ang="0">
                  <a:pos x="385" y="229"/>
                </a:cxn>
                <a:cxn ang="0">
                  <a:pos x="411" y="242"/>
                </a:cxn>
                <a:cxn ang="0">
                  <a:pos x="431" y="257"/>
                </a:cxn>
                <a:cxn ang="0">
                  <a:pos x="418" y="313"/>
                </a:cxn>
                <a:cxn ang="0">
                  <a:pos x="431" y="345"/>
                </a:cxn>
                <a:cxn ang="0">
                  <a:pos x="448" y="354"/>
                </a:cxn>
                <a:cxn ang="0">
                  <a:pos x="446" y="363"/>
                </a:cxn>
                <a:cxn ang="0">
                  <a:pos x="422" y="352"/>
                </a:cxn>
                <a:cxn ang="0">
                  <a:pos x="407" y="343"/>
                </a:cxn>
                <a:cxn ang="0">
                  <a:pos x="383" y="348"/>
                </a:cxn>
                <a:cxn ang="0">
                  <a:pos x="334" y="328"/>
                </a:cxn>
                <a:cxn ang="0">
                  <a:pos x="295" y="306"/>
                </a:cxn>
                <a:cxn ang="0">
                  <a:pos x="265" y="306"/>
                </a:cxn>
                <a:cxn ang="0">
                  <a:pos x="250" y="315"/>
                </a:cxn>
                <a:cxn ang="0">
                  <a:pos x="181" y="311"/>
                </a:cxn>
                <a:cxn ang="0">
                  <a:pos x="103" y="306"/>
                </a:cxn>
                <a:cxn ang="0">
                  <a:pos x="64" y="304"/>
                </a:cxn>
                <a:cxn ang="0">
                  <a:pos x="6" y="285"/>
                </a:cxn>
                <a:cxn ang="0">
                  <a:pos x="49" y="261"/>
                </a:cxn>
                <a:cxn ang="0">
                  <a:pos x="43" y="227"/>
                </a:cxn>
                <a:cxn ang="0">
                  <a:pos x="32" y="179"/>
                </a:cxn>
                <a:cxn ang="0">
                  <a:pos x="92" y="168"/>
                </a:cxn>
                <a:cxn ang="0">
                  <a:pos x="528" y="132"/>
                </a:cxn>
                <a:cxn ang="0">
                  <a:pos x="558" y="138"/>
                </a:cxn>
                <a:cxn ang="0">
                  <a:pos x="560" y="147"/>
                </a:cxn>
                <a:cxn ang="0">
                  <a:pos x="534" y="142"/>
                </a:cxn>
                <a:cxn ang="0">
                  <a:pos x="541" y="147"/>
                </a:cxn>
                <a:cxn ang="0">
                  <a:pos x="528" y="151"/>
                </a:cxn>
                <a:cxn ang="0">
                  <a:pos x="523" y="132"/>
                </a:cxn>
                <a:cxn ang="0">
                  <a:pos x="293" y="138"/>
                </a:cxn>
                <a:cxn ang="0">
                  <a:pos x="372" y="136"/>
                </a:cxn>
                <a:cxn ang="0">
                  <a:pos x="390" y="149"/>
                </a:cxn>
                <a:cxn ang="0">
                  <a:pos x="360" y="157"/>
                </a:cxn>
                <a:cxn ang="0">
                  <a:pos x="336" y="166"/>
                </a:cxn>
                <a:cxn ang="0">
                  <a:pos x="308" y="179"/>
                </a:cxn>
                <a:cxn ang="0">
                  <a:pos x="254" y="175"/>
                </a:cxn>
                <a:cxn ang="0">
                  <a:pos x="224" y="170"/>
                </a:cxn>
                <a:cxn ang="0">
                  <a:pos x="224" y="155"/>
                </a:cxn>
                <a:cxn ang="0">
                  <a:pos x="237" y="140"/>
                </a:cxn>
                <a:cxn ang="0">
                  <a:pos x="418" y="160"/>
                </a:cxn>
                <a:cxn ang="0">
                  <a:pos x="422" y="173"/>
                </a:cxn>
                <a:cxn ang="0">
                  <a:pos x="409" y="162"/>
                </a:cxn>
                <a:cxn ang="0">
                  <a:pos x="291" y="330"/>
                </a:cxn>
                <a:cxn ang="0">
                  <a:pos x="304" y="324"/>
                </a:cxn>
                <a:cxn ang="0">
                  <a:pos x="304" y="330"/>
                </a:cxn>
              </a:cxnLst>
              <a:rect l="0" t="0" r="r" b="b"/>
              <a:pathLst>
                <a:path w="562" h="365">
                  <a:moveTo>
                    <a:pt x="219" y="0"/>
                  </a:moveTo>
                  <a:lnTo>
                    <a:pt x="222" y="2"/>
                  </a:lnTo>
                  <a:lnTo>
                    <a:pt x="224" y="2"/>
                  </a:lnTo>
                  <a:lnTo>
                    <a:pt x="224" y="2"/>
                  </a:lnTo>
                  <a:lnTo>
                    <a:pt x="224" y="2"/>
                  </a:lnTo>
                  <a:lnTo>
                    <a:pt x="226" y="6"/>
                  </a:lnTo>
                  <a:lnTo>
                    <a:pt x="226" y="8"/>
                  </a:lnTo>
                  <a:lnTo>
                    <a:pt x="224" y="13"/>
                  </a:lnTo>
                  <a:lnTo>
                    <a:pt x="224" y="13"/>
                  </a:lnTo>
                  <a:lnTo>
                    <a:pt x="224" y="13"/>
                  </a:lnTo>
                  <a:lnTo>
                    <a:pt x="224" y="15"/>
                  </a:lnTo>
                  <a:lnTo>
                    <a:pt x="219" y="15"/>
                  </a:lnTo>
                  <a:lnTo>
                    <a:pt x="211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7" y="15"/>
                  </a:lnTo>
                  <a:lnTo>
                    <a:pt x="207" y="13"/>
                  </a:lnTo>
                  <a:lnTo>
                    <a:pt x="207" y="8"/>
                  </a:lnTo>
                  <a:lnTo>
                    <a:pt x="207" y="6"/>
                  </a:lnTo>
                  <a:lnTo>
                    <a:pt x="207" y="6"/>
                  </a:lnTo>
                  <a:lnTo>
                    <a:pt x="213" y="2"/>
                  </a:lnTo>
                  <a:lnTo>
                    <a:pt x="213" y="2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19" y="0"/>
                  </a:lnTo>
                  <a:close/>
                  <a:moveTo>
                    <a:pt x="105" y="125"/>
                  </a:moveTo>
                  <a:lnTo>
                    <a:pt x="107" y="125"/>
                  </a:lnTo>
                  <a:lnTo>
                    <a:pt x="127" y="127"/>
                  </a:lnTo>
                  <a:lnTo>
                    <a:pt x="129" y="127"/>
                  </a:lnTo>
                  <a:lnTo>
                    <a:pt x="131" y="125"/>
                  </a:lnTo>
                  <a:lnTo>
                    <a:pt x="133" y="125"/>
                  </a:lnTo>
                  <a:lnTo>
                    <a:pt x="133" y="125"/>
                  </a:lnTo>
                  <a:lnTo>
                    <a:pt x="135" y="127"/>
                  </a:lnTo>
                  <a:lnTo>
                    <a:pt x="138" y="127"/>
                  </a:lnTo>
                  <a:lnTo>
                    <a:pt x="140" y="132"/>
                  </a:lnTo>
                  <a:lnTo>
                    <a:pt x="142" y="134"/>
                  </a:lnTo>
                  <a:lnTo>
                    <a:pt x="142" y="136"/>
                  </a:lnTo>
                  <a:lnTo>
                    <a:pt x="144" y="138"/>
                  </a:lnTo>
                  <a:lnTo>
                    <a:pt x="146" y="138"/>
                  </a:lnTo>
                  <a:lnTo>
                    <a:pt x="146" y="140"/>
                  </a:lnTo>
                  <a:lnTo>
                    <a:pt x="146" y="140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1" y="140"/>
                  </a:lnTo>
                  <a:lnTo>
                    <a:pt x="153" y="142"/>
                  </a:lnTo>
                  <a:lnTo>
                    <a:pt x="157" y="140"/>
                  </a:lnTo>
                  <a:lnTo>
                    <a:pt x="159" y="140"/>
                  </a:lnTo>
                  <a:lnTo>
                    <a:pt x="163" y="140"/>
                  </a:lnTo>
                  <a:lnTo>
                    <a:pt x="170" y="138"/>
                  </a:lnTo>
                  <a:lnTo>
                    <a:pt x="176" y="136"/>
                  </a:lnTo>
                  <a:lnTo>
                    <a:pt x="179" y="136"/>
                  </a:lnTo>
                  <a:lnTo>
                    <a:pt x="189" y="136"/>
                  </a:lnTo>
                  <a:lnTo>
                    <a:pt x="191" y="136"/>
                  </a:lnTo>
                  <a:lnTo>
                    <a:pt x="204" y="140"/>
                  </a:lnTo>
                  <a:lnTo>
                    <a:pt x="211" y="157"/>
                  </a:lnTo>
                  <a:lnTo>
                    <a:pt x="217" y="170"/>
                  </a:lnTo>
                  <a:lnTo>
                    <a:pt x="219" y="173"/>
                  </a:lnTo>
                  <a:lnTo>
                    <a:pt x="219" y="173"/>
                  </a:lnTo>
                  <a:lnTo>
                    <a:pt x="217" y="175"/>
                  </a:lnTo>
                  <a:lnTo>
                    <a:pt x="217" y="175"/>
                  </a:lnTo>
                  <a:lnTo>
                    <a:pt x="217" y="175"/>
                  </a:lnTo>
                  <a:lnTo>
                    <a:pt x="217" y="175"/>
                  </a:lnTo>
                  <a:lnTo>
                    <a:pt x="217" y="177"/>
                  </a:lnTo>
                  <a:lnTo>
                    <a:pt x="215" y="175"/>
                  </a:lnTo>
                  <a:lnTo>
                    <a:pt x="213" y="175"/>
                  </a:lnTo>
                  <a:lnTo>
                    <a:pt x="211" y="175"/>
                  </a:lnTo>
                  <a:lnTo>
                    <a:pt x="211" y="175"/>
                  </a:lnTo>
                  <a:lnTo>
                    <a:pt x="209" y="175"/>
                  </a:lnTo>
                  <a:lnTo>
                    <a:pt x="209" y="175"/>
                  </a:lnTo>
                  <a:lnTo>
                    <a:pt x="209" y="175"/>
                  </a:lnTo>
                  <a:lnTo>
                    <a:pt x="209" y="177"/>
                  </a:lnTo>
                  <a:lnTo>
                    <a:pt x="211" y="177"/>
                  </a:lnTo>
                  <a:lnTo>
                    <a:pt x="215" y="179"/>
                  </a:lnTo>
                  <a:lnTo>
                    <a:pt x="217" y="181"/>
                  </a:lnTo>
                  <a:lnTo>
                    <a:pt x="217" y="181"/>
                  </a:lnTo>
                  <a:lnTo>
                    <a:pt x="219" y="181"/>
                  </a:lnTo>
                  <a:lnTo>
                    <a:pt x="222" y="181"/>
                  </a:lnTo>
                  <a:lnTo>
                    <a:pt x="222" y="181"/>
                  </a:lnTo>
                  <a:lnTo>
                    <a:pt x="224" y="181"/>
                  </a:lnTo>
                  <a:lnTo>
                    <a:pt x="224" y="179"/>
                  </a:lnTo>
                  <a:lnTo>
                    <a:pt x="224" y="177"/>
                  </a:lnTo>
                  <a:lnTo>
                    <a:pt x="224" y="177"/>
                  </a:lnTo>
                  <a:lnTo>
                    <a:pt x="226" y="177"/>
                  </a:lnTo>
                  <a:lnTo>
                    <a:pt x="226" y="177"/>
                  </a:lnTo>
                  <a:lnTo>
                    <a:pt x="228" y="175"/>
                  </a:lnTo>
                  <a:lnTo>
                    <a:pt x="228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2" y="179"/>
                  </a:lnTo>
                  <a:lnTo>
                    <a:pt x="235" y="181"/>
                  </a:lnTo>
                  <a:lnTo>
                    <a:pt x="235" y="181"/>
                  </a:lnTo>
                  <a:lnTo>
                    <a:pt x="237" y="186"/>
                  </a:lnTo>
                  <a:lnTo>
                    <a:pt x="237" y="186"/>
                  </a:lnTo>
                  <a:lnTo>
                    <a:pt x="237" y="188"/>
                  </a:lnTo>
                  <a:lnTo>
                    <a:pt x="235" y="199"/>
                  </a:lnTo>
                  <a:lnTo>
                    <a:pt x="232" y="201"/>
                  </a:lnTo>
                  <a:lnTo>
                    <a:pt x="230" y="203"/>
                  </a:lnTo>
                  <a:lnTo>
                    <a:pt x="228" y="203"/>
                  </a:lnTo>
                  <a:lnTo>
                    <a:pt x="228" y="203"/>
                  </a:lnTo>
                  <a:lnTo>
                    <a:pt x="228" y="205"/>
                  </a:lnTo>
                  <a:lnTo>
                    <a:pt x="228" y="205"/>
                  </a:lnTo>
                  <a:lnTo>
                    <a:pt x="228" y="205"/>
                  </a:lnTo>
                  <a:lnTo>
                    <a:pt x="228" y="214"/>
                  </a:lnTo>
                  <a:lnTo>
                    <a:pt x="230" y="216"/>
                  </a:lnTo>
                  <a:lnTo>
                    <a:pt x="235" y="220"/>
                  </a:lnTo>
                  <a:lnTo>
                    <a:pt x="237" y="222"/>
                  </a:lnTo>
                  <a:lnTo>
                    <a:pt x="239" y="222"/>
                  </a:lnTo>
                  <a:lnTo>
                    <a:pt x="239" y="222"/>
                  </a:lnTo>
                  <a:lnTo>
                    <a:pt x="252" y="229"/>
                  </a:lnTo>
                  <a:lnTo>
                    <a:pt x="267" y="235"/>
                  </a:lnTo>
                  <a:lnTo>
                    <a:pt x="267" y="235"/>
                  </a:lnTo>
                  <a:lnTo>
                    <a:pt x="269" y="237"/>
                  </a:lnTo>
                  <a:lnTo>
                    <a:pt x="278" y="240"/>
                  </a:lnTo>
                  <a:lnTo>
                    <a:pt x="291" y="246"/>
                  </a:lnTo>
                  <a:lnTo>
                    <a:pt x="291" y="246"/>
                  </a:lnTo>
                  <a:lnTo>
                    <a:pt x="293" y="246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299" y="244"/>
                  </a:lnTo>
                  <a:lnTo>
                    <a:pt x="299" y="242"/>
                  </a:lnTo>
                  <a:lnTo>
                    <a:pt x="301" y="242"/>
                  </a:lnTo>
                  <a:lnTo>
                    <a:pt x="304" y="242"/>
                  </a:lnTo>
                  <a:lnTo>
                    <a:pt x="304" y="240"/>
                  </a:lnTo>
                  <a:lnTo>
                    <a:pt x="314" y="235"/>
                  </a:lnTo>
                  <a:lnTo>
                    <a:pt x="316" y="235"/>
                  </a:lnTo>
                  <a:lnTo>
                    <a:pt x="323" y="235"/>
                  </a:lnTo>
                  <a:lnTo>
                    <a:pt x="327" y="237"/>
                  </a:lnTo>
                  <a:lnTo>
                    <a:pt x="338" y="237"/>
                  </a:lnTo>
                  <a:lnTo>
                    <a:pt x="347" y="240"/>
                  </a:lnTo>
                  <a:lnTo>
                    <a:pt x="349" y="240"/>
                  </a:lnTo>
                  <a:lnTo>
                    <a:pt x="366" y="233"/>
                  </a:lnTo>
                  <a:lnTo>
                    <a:pt x="368" y="233"/>
                  </a:lnTo>
                  <a:lnTo>
                    <a:pt x="368" y="233"/>
                  </a:lnTo>
                  <a:lnTo>
                    <a:pt x="370" y="231"/>
                  </a:lnTo>
                  <a:lnTo>
                    <a:pt x="375" y="227"/>
                  </a:lnTo>
                  <a:lnTo>
                    <a:pt x="377" y="224"/>
                  </a:lnTo>
                  <a:lnTo>
                    <a:pt x="379" y="224"/>
                  </a:lnTo>
                  <a:lnTo>
                    <a:pt x="379" y="224"/>
                  </a:lnTo>
                  <a:lnTo>
                    <a:pt x="379" y="224"/>
                  </a:lnTo>
                  <a:lnTo>
                    <a:pt x="381" y="227"/>
                  </a:lnTo>
                  <a:lnTo>
                    <a:pt x="383" y="227"/>
                  </a:lnTo>
                  <a:lnTo>
                    <a:pt x="383" y="227"/>
                  </a:lnTo>
                  <a:lnTo>
                    <a:pt x="385" y="229"/>
                  </a:lnTo>
                  <a:lnTo>
                    <a:pt x="385" y="229"/>
                  </a:lnTo>
                  <a:lnTo>
                    <a:pt x="385" y="229"/>
                  </a:lnTo>
                  <a:lnTo>
                    <a:pt x="385" y="231"/>
                  </a:lnTo>
                  <a:lnTo>
                    <a:pt x="388" y="231"/>
                  </a:lnTo>
                  <a:lnTo>
                    <a:pt x="390" y="235"/>
                  </a:lnTo>
                  <a:lnTo>
                    <a:pt x="392" y="235"/>
                  </a:lnTo>
                  <a:lnTo>
                    <a:pt x="392" y="235"/>
                  </a:lnTo>
                  <a:lnTo>
                    <a:pt x="411" y="242"/>
                  </a:lnTo>
                  <a:lnTo>
                    <a:pt x="418" y="242"/>
                  </a:lnTo>
                  <a:lnTo>
                    <a:pt x="420" y="242"/>
                  </a:lnTo>
                  <a:lnTo>
                    <a:pt x="420" y="242"/>
                  </a:lnTo>
                  <a:lnTo>
                    <a:pt x="426" y="246"/>
                  </a:lnTo>
                  <a:lnTo>
                    <a:pt x="429" y="246"/>
                  </a:lnTo>
                  <a:lnTo>
                    <a:pt x="431" y="250"/>
                  </a:lnTo>
                  <a:lnTo>
                    <a:pt x="431" y="250"/>
                  </a:lnTo>
                  <a:lnTo>
                    <a:pt x="431" y="257"/>
                  </a:lnTo>
                  <a:lnTo>
                    <a:pt x="431" y="257"/>
                  </a:lnTo>
                  <a:lnTo>
                    <a:pt x="422" y="296"/>
                  </a:lnTo>
                  <a:lnTo>
                    <a:pt x="422" y="300"/>
                  </a:lnTo>
                  <a:lnTo>
                    <a:pt x="420" y="304"/>
                  </a:lnTo>
                  <a:lnTo>
                    <a:pt x="420" y="304"/>
                  </a:lnTo>
                  <a:lnTo>
                    <a:pt x="420" y="306"/>
                  </a:lnTo>
                  <a:lnTo>
                    <a:pt x="420" y="311"/>
                  </a:lnTo>
                  <a:lnTo>
                    <a:pt x="418" y="313"/>
                  </a:lnTo>
                  <a:lnTo>
                    <a:pt x="418" y="322"/>
                  </a:lnTo>
                  <a:lnTo>
                    <a:pt x="418" y="322"/>
                  </a:lnTo>
                  <a:lnTo>
                    <a:pt x="418" y="324"/>
                  </a:lnTo>
                  <a:lnTo>
                    <a:pt x="420" y="332"/>
                  </a:lnTo>
                  <a:lnTo>
                    <a:pt x="420" y="335"/>
                  </a:lnTo>
                  <a:lnTo>
                    <a:pt x="431" y="345"/>
                  </a:lnTo>
                  <a:lnTo>
                    <a:pt x="431" y="345"/>
                  </a:lnTo>
                  <a:lnTo>
                    <a:pt x="431" y="345"/>
                  </a:lnTo>
                  <a:lnTo>
                    <a:pt x="431" y="345"/>
                  </a:lnTo>
                  <a:lnTo>
                    <a:pt x="433" y="345"/>
                  </a:lnTo>
                  <a:lnTo>
                    <a:pt x="433" y="345"/>
                  </a:lnTo>
                  <a:lnTo>
                    <a:pt x="435" y="345"/>
                  </a:lnTo>
                  <a:lnTo>
                    <a:pt x="444" y="350"/>
                  </a:lnTo>
                  <a:lnTo>
                    <a:pt x="444" y="350"/>
                  </a:lnTo>
                  <a:lnTo>
                    <a:pt x="448" y="352"/>
                  </a:lnTo>
                  <a:lnTo>
                    <a:pt x="448" y="354"/>
                  </a:lnTo>
                  <a:lnTo>
                    <a:pt x="448" y="354"/>
                  </a:lnTo>
                  <a:lnTo>
                    <a:pt x="448" y="356"/>
                  </a:lnTo>
                  <a:lnTo>
                    <a:pt x="450" y="356"/>
                  </a:lnTo>
                  <a:lnTo>
                    <a:pt x="448" y="358"/>
                  </a:lnTo>
                  <a:lnTo>
                    <a:pt x="448" y="360"/>
                  </a:lnTo>
                  <a:lnTo>
                    <a:pt x="448" y="363"/>
                  </a:lnTo>
                  <a:lnTo>
                    <a:pt x="446" y="363"/>
                  </a:lnTo>
                  <a:lnTo>
                    <a:pt x="446" y="363"/>
                  </a:lnTo>
                  <a:lnTo>
                    <a:pt x="441" y="365"/>
                  </a:lnTo>
                  <a:lnTo>
                    <a:pt x="441" y="365"/>
                  </a:lnTo>
                  <a:lnTo>
                    <a:pt x="439" y="363"/>
                  </a:lnTo>
                  <a:lnTo>
                    <a:pt x="424" y="360"/>
                  </a:lnTo>
                  <a:lnTo>
                    <a:pt x="420" y="356"/>
                  </a:lnTo>
                  <a:lnTo>
                    <a:pt x="422" y="356"/>
                  </a:lnTo>
                  <a:lnTo>
                    <a:pt x="422" y="354"/>
                  </a:lnTo>
                  <a:lnTo>
                    <a:pt x="422" y="352"/>
                  </a:lnTo>
                  <a:lnTo>
                    <a:pt x="422" y="352"/>
                  </a:lnTo>
                  <a:lnTo>
                    <a:pt x="422" y="350"/>
                  </a:lnTo>
                  <a:lnTo>
                    <a:pt x="420" y="350"/>
                  </a:lnTo>
                  <a:lnTo>
                    <a:pt x="418" y="348"/>
                  </a:lnTo>
                  <a:lnTo>
                    <a:pt x="418" y="348"/>
                  </a:lnTo>
                  <a:lnTo>
                    <a:pt x="409" y="343"/>
                  </a:lnTo>
                  <a:lnTo>
                    <a:pt x="409" y="343"/>
                  </a:lnTo>
                  <a:lnTo>
                    <a:pt x="407" y="343"/>
                  </a:lnTo>
                  <a:lnTo>
                    <a:pt x="407" y="343"/>
                  </a:lnTo>
                  <a:lnTo>
                    <a:pt x="405" y="345"/>
                  </a:lnTo>
                  <a:lnTo>
                    <a:pt x="405" y="345"/>
                  </a:lnTo>
                  <a:lnTo>
                    <a:pt x="403" y="348"/>
                  </a:lnTo>
                  <a:lnTo>
                    <a:pt x="400" y="348"/>
                  </a:lnTo>
                  <a:lnTo>
                    <a:pt x="400" y="348"/>
                  </a:lnTo>
                  <a:lnTo>
                    <a:pt x="388" y="348"/>
                  </a:lnTo>
                  <a:lnTo>
                    <a:pt x="383" y="348"/>
                  </a:lnTo>
                  <a:lnTo>
                    <a:pt x="370" y="343"/>
                  </a:lnTo>
                  <a:lnTo>
                    <a:pt x="360" y="339"/>
                  </a:lnTo>
                  <a:lnTo>
                    <a:pt x="344" y="335"/>
                  </a:lnTo>
                  <a:lnTo>
                    <a:pt x="342" y="335"/>
                  </a:lnTo>
                  <a:lnTo>
                    <a:pt x="342" y="335"/>
                  </a:lnTo>
                  <a:lnTo>
                    <a:pt x="336" y="330"/>
                  </a:lnTo>
                  <a:lnTo>
                    <a:pt x="334" y="330"/>
                  </a:lnTo>
                  <a:lnTo>
                    <a:pt x="334" y="328"/>
                  </a:lnTo>
                  <a:lnTo>
                    <a:pt x="334" y="328"/>
                  </a:lnTo>
                  <a:lnTo>
                    <a:pt x="334" y="326"/>
                  </a:lnTo>
                  <a:lnTo>
                    <a:pt x="334" y="326"/>
                  </a:lnTo>
                  <a:lnTo>
                    <a:pt x="332" y="326"/>
                  </a:lnTo>
                  <a:lnTo>
                    <a:pt x="329" y="324"/>
                  </a:lnTo>
                  <a:lnTo>
                    <a:pt x="323" y="324"/>
                  </a:lnTo>
                  <a:lnTo>
                    <a:pt x="308" y="315"/>
                  </a:lnTo>
                  <a:lnTo>
                    <a:pt x="295" y="306"/>
                  </a:lnTo>
                  <a:lnTo>
                    <a:pt x="291" y="306"/>
                  </a:lnTo>
                  <a:lnTo>
                    <a:pt x="288" y="306"/>
                  </a:lnTo>
                  <a:lnTo>
                    <a:pt x="284" y="304"/>
                  </a:lnTo>
                  <a:lnTo>
                    <a:pt x="280" y="304"/>
                  </a:lnTo>
                  <a:lnTo>
                    <a:pt x="278" y="304"/>
                  </a:lnTo>
                  <a:lnTo>
                    <a:pt x="276" y="304"/>
                  </a:lnTo>
                  <a:lnTo>
                    <a:pt x="269" y="304"/>
                  </a:lnTo>
                  <a:lnTo>
                    <a:pt x="265" y="306"/>
                  </a:lnTo>
                  <a:lnTo>
                    <a:pt x="260" y="306"/>
                  </a:lnTo>
                  <a:lnTo>
                    <a:pt x="260" y="306"/>
                  </a:lnTo>
                  <a:lnTo>
                    <a:pt x="258" y="306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2" y="311"/>
                  </a:lnTo>
                  <a:lnTo>
                    <a:pt x="252" y="313"/>
                  </a:lnTo>
                  <a:lnTo>
                    <a:pt x="250" y="315"/>
                  </a:lnTo>
                  <a:lnTo>
                    <a:pt x="250" y="315"/>
                  </a:lnTo>
                  <a:lnTo>
                    <a:pt x="250" y="317"/>
                  </a:lnTo>
                  <a:lnTo>
                    <a:pt x="248" y="317"/>
                  </a:lnTo>
                  <a:lnTo>
                    <a:pt x="248" y="317"/>
                  </a:lnTo>
                  <a:lnTo>
                    <a:pt x="245" y="319"/>
                  </a:lnTo>
                  <a:lnTo>
                    <a:pt x="215" y="322"/>
                  </a:lnTo>
                  <a:lnTo>
                    <a:pt x="200" y="317"/>
                  </a:lnTo>
                  <a:lnTo>
                    <a:pt x="181" y="311"/>
                  </a:lnTo>
                  <a:lnTo>
                    <a:pt x="172" y="311"/>
                  </a:lnTo>
                  <a:lnTo>
                    <a:pt x="157" y="309"/>
                  </a:lnTo>
                  <a:lnTo>
                    <a:pt x="131" y="304"/>
                  </a:lnTo>
                  <a:lnTo>
                    <a:pt x="120" y="302"/>
                  </a:lnTo>
                  <a:lnTo>
                    <a:pt x="114" y="302"/>
                  </a:lnTo>
                  <a:lnTo>
                    <a:pt x="112" y="302"/>
                  </a:lnTo>
                  <a:lnTo>
                    <a:pt x="112" y="302"/>
                  </a:lnTo>
                  <a:lnTo>
                    <a:pt x="103" y="306"/>
                  </a:lnTo>
                  <a:lnTo>
                    <a:pt x="103" y="306"/>
                  </a:lnTo>
                  <a:lnTo>
                    <a:pt x="101" y="311"/>
                  </a:lnTo>
                  <a:lnTo>
                    <a:pt x="101" y="311"/>
                  </a:lnTo>
                  <a:lnTo>
                    <a:pt x="101" y="311"/>
                  </a:lnTo>
                  <a:lnTo>
                    <a:pt x="103" y="313"/>
                  </a:lnTo>
                  <a:lnTo>
                    <a:pt x="97" y="315"/>
                  </a:lnTo>
                  <a:lnTo>
                    <a:pt x="73" y="309"/>
                  </a:lnTo>
                  <a:lnTo>
                    <a:pt x="64" y="304"/>
                  </a:lnTo>
                  <a:lnTo>
                    <a:pt x="32" y="300"/>
                  </a:lnTo>
                  <a:lnTo>
                    <a:pt x="28" y="300"/>
                  </a:lnTo>
                  <a:lnTo>
                    <a:pt x="28" y="300"/>
                  </a:lnTo>
                  <a:lnTo>
                    <a:pt x="23" y="302"/>
                  </a:lnTo>
                  <a:lnTo>
                    <a:pt x="21" y="302"/>
                  </a:lnTo>
                  <a:lnTo>
                    <a:pt x="8" y="298"/>
                  </a:lnTo>
                  <a:lnTo>
                    <a:pt x="0" y="296"/>
                  </a:lnTo>
                  <a:lnTo>
                    <a:pt x="6" y="285"/>
                  </a:lnTo>
                  <a:lnTo>
                    <a:pt x="13" y="278"/>
                  </a:lnTo>
                  <a:lnTo>
                    <a:pt x="21" y="274"/>
                  </a:lnTo>
                  <a:lnTo>
                    <a:pt x="26" y="272"/>
                  </a:lnTo>
                  <a:lnTo>
                    <a:pt x="28" y="265"/>
                  </a:lnTo>
                  <a:lnTo>
                    <a:pt x="30" y="261"/>
                  </a:lnTo>
                  <a:lnTo>
                    <a:pt x="34" y="261"/>
                  </a:lnTo>
                  <a:lnTo>
                    <a:pt x="43" y="263"/>
                  </a:lnTo>
                  <a:lnTo>
                    <a:pt x="49" y="261"/>
                  </a:lnTo>
                  <a:lnTo>
                    <a:pt x="51" y="259"/>
                  </a:lnTo>
                  <a:lnTo>
                    <a:pt x="51" y="255"/>
                  </a:lnTo>
                  <a:lnTo>
                    <a:pt x="51" y="248"/>
                  </a:lnTo>
                  <a:lnTo>
                    <a:pt x="49" y="244"/>
                  </a:lnTo>
                  <a:lnTo>
                    <a:pt x="47" y="242"/>
                  </a:lnTo>
                  <a:lnTo>
                    <a:pt x="43" y="237"/>
                  </a:lnTo>
                  <a:lnTo>
                    <a:pt x="43" y="233"/>
                  </a:lnTo>
                  <a:lnTo>
                    <a:pt x="43" y="227"/>
                  </a:lnTo>
                  <a:lnTo>
                    <a:pt x="41" y="218"/>
                  </a:lnTo>
                  <a:lnTo>
                    <a:pt x="38" y="214"/>
                  </a:lnTo>
                  <a:lnTo>
                    <a:pt x="32" y="207"/>
                  </a:lnTo>
                  <a:lnTo>
                    <a:pt x="28" y="201"/>
                  </a:lnTo>
                  <a:lnTo>
                    <a:pt x="26" y="192"/>
                  </a:lnTo>
                  <a:lnTo>
                    <a:pt x="26" y="186"/>
                  </a:lnTo>
                  <a:lnTo>
                    <a:pt x="28" y="179"/>
                  </a:lnTo>
                  <a:lnTo>
                    <a:pt x="32" y="179"/>
                  </a:lnTo>
                  <a:lnTo>
                    <a:pt x="38" y="179"/>
                  </a:lnTo>
                  <a:lnTo>
                    <a:pt x="45" y="179"/>
                  </a:lnTo>
                  <a:lnTo>
                    <a:pt x="51" y="181"/>
                  </a:lnTo>
                  <a:lnTo>
                    <a:pt x="56" y="183"/>
                  </a:lnTo>
                  <a:lnTo>
                    <a:pt x="62" y="188"/>
                  </a:lnTo>
                  <a:lnTo>
                    <a:pt x="71" y="186"/>
                  </a:lnTo>
                  <a:lnTo>
                    <a:pt x="79" y="179"/>
                  </a:lnTo>
                  <a:lnTo>
                    <a:pt x="92" y="168"/>
                  </a:lnTo>
                  <a:lnTo>
                    <a:pt x="92" y="164"/>
                  </a:lnTo>
                  <a:lnTo>
                    <a:pt x="90" y="160"/>
                  </a:lnTo>
                  <a:lnTo>
                    <a:pt x="86" y="140"/>
                  </a:lnTo>
                  <a:lnTo>
                    <a:pt x="86" y="136"/>
                  </a:lnTo>
                  <a:lnTo>
                    <a:pt x="97" y="132"/>
                  </a:lnTo>
                  <a:lnTo>
                    <a:pt x="105" y="125"/>
                  </a:lnTo>
                  <a:lnTo>
                    <a:pt x="105" y="125"/>
                  </a:lnTo>
                  <a:close/>
                  <a:moveTo>
                    <a:pt x="528" y="132"/>
                  </a:moveTo>
                  <a:lnTo>
                    <a:pt x="532" y="132"/>
                  </a:lnTo>
                  <a:lnTo>
                    <a:pt x="532" y="132"/>
                  </a:lnTo>
                  <a:lnTo>
                    <a:pt x="536" y="132"/>
                  </a:lnTo>
                  <a:lnTo>
                    <a:pt x="541" y="134"/>
                  </a:lnTo>
                  <a:lnTo>
                    <a:pt x="545" y="134"/>
                  </a:lnTo>
                  <a:lnTo>
                    <a:pt x="549" y="134"/>
                  </a:lnTo>
                  <a:lnTo>
                    <a:pt x="551" y="136"/>
                  </a:lnTo>
                  <a:lnTo>
                    <a:pt x="558" y="138"/>
                  </a:lnTo>
                  <a:lnTo>
                    <a:pt x="560" y="140"/>
                  </a:lnTo>
                  <a:lnTo>
                    <a:pt x="560" y="140"/>
                  </a:lnTo>
                  <a:lnTo>
                    <a:pt x="562" y="142"/>
                  </a:lnTo>
                  <a:lnTo>
                    <a:pt x="562" y="142"/>
                  </a:lnTo>
                  <a:lnTo>
                    <a:pt x="562" y="142"/>
                  </a:lnTo>
                  <a:lnTo>
                    <a:pt x="560" y="145"/>
                  </a:lnTo>
                  <a:lnTo>
                    <a:pt x="560" y="145"/>
                  </a:lnTo>
                  <a:lnTo>
                    <a:pt x="560" y="147"/>
                  </a:lnTo>
                  <a:lnTo>
                    <a:pt x="558" y="147"/>
                  </a:lnTo>
                  <a:lnTo>
                    <a:pt x="558" y="147"/>
                  </a:lnTo>
                  <a:lnTo>
                    <a:pt x="553" y="145"/>
                  </a:lnTo>
                  <a:lnTo>
                    <a:pt x="549" y="142"/>
                  </a:lnTo>
                  <a:lnTo>
                    <a:pt x="547" y="142"/>
                  </a:lnTo>
                  <a:lnTo>
                    <a:pt x="547" y="142"/>
                  </a:lnTo>
                  <a:lnTo>
                    <a:pt x="541" y="140"/>
                  </a:lnTo>
                  <a:lnTo>
                    <a:pt x="534" y="142"/>
                  </a:lnTo>
                  <a:lnTo>
                    <a:pt x="534" y="145"/>
                  </a:lnTo>
                  <a:lnTo>
                    <a:pt x="534" y="145"/>
                  </a:lnTo>
                  <a:lnTo>
                    <a:pt x="534" y="145"/>
                  </a:lnTo>
                  <a:lnTo>
                    <a:pt x="534" y="145"/>
                  </a:lnTo>
                  <a:lnTo>
                    <a:pt x="536" y="147"/>
                  </a:lnTo>
                  <a:lnTo>
                    <a:pt x="538" y="147"/>
                  </a:lnTo>
                  <a:lnTo>
                    <a:pt x="541" y="147"/>
                  </a:lnTo>
                  <a:lnTo>
                    <a:pt x="541" y="147"/>
                  </a:lnTo>
                  <a:lnTo>
                    <a:pt x="541" y="149"/>
                  </a:lnTo>
                  <a:lnTo>
                    <a:pt x="541" y="149"/>
                  </a:lnTo>
                  <a:lnTo>
                    <a:pt x="541" y="149"/>
                  </a:lnTo>
                  <a:lnTo>
                    <a:pt x="541" y="151"/>
                  </a:lnTo>
                  <a:lnTo>
                    <a:pt x="530" y="153"/>
                  </a:lnTo>
                  <a:lnTo>
                    <a:pt x="530" y="153"/>
                  </a:lnTo>
                  <a:lnTo>
                    <a:pt x="528" y="153"/>
                  </a:lnTo>
                  <a:lnTo>
                    <a:pt x="528" y="151"/>
                  </a:lnTo>
                  <a:lnTo>
                    <a:pt x="525" y="151"/>
                  </a:lnTo>
                  <a:lnTo>
                    <a:pt x="525" y="151"/>
                  </a:lnTo>
                  <a:lnTo>
                    <a:pt x="519" y="145"/>
                  </a:lnTo>
                  <a:lnTo>
                    <a:pt x="519" y="142"/>
                  </a:lnTo>
                  <a:lnTo>
                    <a:pt x="519" y="140"/>
                  </a:lnTo>
                  <a:lnTo>
                    <a:pt x="519" y="140"/>
                  </a:lnTo>
                  <a:lnTo>
                    <a:pt x="523" y="134"/>
                  </a:lnTo>
                  <a:lnTo>
                    <a:pt x="523" y="132"/>
                  </a:lnTo>
                  <a:lnTo>
                    <a:pt x="523" y="132"/>
                  </a:lnTo>
                  <a:lnTo>
                    <a:pt x="525" y="132"/>
                  </a:lnTo>
                  <a:lnTo>
                    <a:pt x="528" y="132"/>
                  </a:lnTo>
                  <a:lnTo>
                    <a:pt x="528" y="132"/>
                  </a:lnTo>
                  <a:close/>
                  <a:moveTo>
                    <a:pt x="250" y="138"/>
                  </a:moveTo>
                  <a:lnTo>
                    <a:pt x="256" y="138"/>
                  </a:lnTo>
                  <a:lnTo>
                    <a:pt x="269" y="138"/>
                  </a:lnTo>
                  <a:lnTo>
                    <a:pt x="293" y="138"/>
                  </a:lnTo>
                  <a:lnTo>
                    <a:pt x="321" y="140"/>
                  </a:lnTo>
                  <a:lnTo>
                    <a:pt x="347" y="138"/>
                  </a:lnTo>
                  <a:lnTo>
                    <a:pt x="360" y="136"/>
                  </a:lnTo>
                  <a:lnTo>
                    <a:pt x="364" y="136"/>
                  </a:lnTo>
                  <a:lnTo>
                    <a:pt x="364" y="136"/>
                  </a:lnTo>
                  <a:lnTo>
                    <a:pt x="366" y="136"/>
                  </a:lnTo>
                  <a:lnTo>
                    <a:pt x="368" y="136"/>
                  </a:lnTo>
                  <a:lnTo>
                    <a:pt x="372" y="136"/>
                  </a:lnTo>
                  <a:lnTo>
                    <a:pt x="375" y="138"/>
                  </a:lnTo>
                  <a:lnTo>
                    <a:pt x="388" y="142"/>
                  </a:lnTo>
                  <a:lnTo>
                    <a:pt x="388" y="145"/>
                  </a:lnTo>
                  <a:lnTo>
                    <a:pt x="390" y="145"/>
                  </a:lnTo>
                  <a:lnTo>
                    <a:pt x="390" y="147"/>
                  </a:lnTo>
                  <a:lnTo>
                    <a:pt x="390" y="147"/>
                  </a:lnTo>
                  <a:lnTo>
                    <a:pt x="390" y="147"/>
                  </a:lnTo>
                  <a:lnTo>
                    <a:pt x="390" y="149"/>
                  </a:lnTo>
                  <a:lnTo>
                    <a:pt x="390" y="149"/>
                  </a:lnTo>
                  <a:lnTo>
                    <a:pt x="390" y="149"/>
                  </a:lnTo>
                  <a:lnTo>
                    <a:pt x="383" y="151"/>
                  </a:lnTo>
                  <a:lnTo>
                    <a:pt x="383" y="153"/>
                  </a:lnTo>
                  <a:lnTo>
                    <a:pt x="381" y="153"/>
                  </a:lnTo>
                  <a:lnTo>
                    <a:pt x="372" y="153"/>
                  </a:lnTo>
                  <a:lnTo>
                    <a:pt x="362" y="155"/>
                  </a:lnTo>
                  <a:lnTo>
                    <a:pt x="360" y="157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2"/>
                  </a:lnTo>
                  <a:lnTo>
                    <a:pt x="355" y="166"/>
                  </a:lnTo>
                  <a:lnTo>
                    <a:pt x="344" y="166"/>
                  </a:lnTo>
                  <a:lnTo>
                    <a:pt x="340" y="164"/>
                  </a:lnTo>
                  <a:lnTo>
                    <a:pt x="336" y="166"/>
                  </a:lnTo>
                  <a:lnTo>
                    <a:pt x="332" y="166"/>
                  </a:lnTo>
                  <a:lnTo>
                    <a:pt x="329" y="166"/>
                  </a:lnTo>
                  <a:lnTo>
                    <a:pt x="323" y="170"/>
                  </a:lnTo>
                  <a:lnTo>
                    <a:pt x="323" y="173"/>
                  </a:lnTo>
                  <a:lnTo>
                    <a:pt x="321" y="175"/>
                  </a:lnTo>
                  <a:lnTo>
                    <a:pt x="321" y="175"/>
                  </a:lnTo>
                  <a:lnTo>
                    <a:pt x="316" y="179"/>
                  </a:lnTo>
                  <a:lnTo>
                    <a:pt x="308" y="179"/>
                  </a:lnTo>
                  <a:lnTo>
                    <a:pt x="304" y="179"/>
                  </a:lnTo>
                  <a:lnTo>
                    <a:pt x="278" y="179"/>
                  </a:lnTo>
                  <a:lnTo>
                    <a:pt x="276" y="179"/>
                  </a:lnTo>
                  <a:lnTo>
                    <a:pt x="276" y="177"/>
                  </a:lnTo>
                  <a:lnTo>
                    <a:pt x="276" y="177"/>
                  </a:lnTo>
                  <a:lnTo>
                    <a:pt x="276" y="177"/>
                  </a:lnTo>
                  <a:lnTo>
                    <a:pt x="269" y="175"/>
                  </a:lnTo>
                  <a:lnTo>
                    <a:pt x="254" y="175"/>
                  </a:lnTo>
                  <a:lnTo>
                    <a:pt x="239" y="173"/>
                  </a:lnTo>
                  <a:lnTo>
                    <a:pt x="235" y="170"/>
                  </a:lnTo>
                  <a:lnTo>
                    <a:pt x="232" y="170"/>
                  </a:lnTo>
                  <a:lnTo>
                    <a:pt x="230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4" y="170"/>
                  </a:lnTo>
                  <a:lnTo>
                    <a:pt x="224" y="170"/>
                  </a:lnTo>
                  <a:lnTo>
                    <a:pt x="222" y="168"/>
                  </a:lnTo>
                  <a:lnTo>
                    <a:pt x="219" y="162"/>
                  </a:lnTo>
                  <a:lnTo>
                    <a:pt x="219" y="157"/>
                  </a:lnTo>
                  <a:lnTo>
                    <a:pt x="219" y="157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22" y="155"/>
                  </a:lnTo>
                  <a:lnTo>
                    <a:pt x="224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8" y="153"/>
                  </a:lnTo>
                  <a:lnTo>
                    <a:pt x="230" y="151"/>
                  </a:lnTo>
                  <a:lnTo>
                    <a:pt x="235" y="147"/>
                  </a:lnTo>
                  <a:lnTo>
                    <a:pt x="237" y="142"/>
                  </a:lnTo>
                  <a:lnTo>
                    <a:pt x="237" y="140"/>
                  </a:lnTo>
                  <a:lnTo>
                    <a:pt x="237" y="140"/>
                  </a:lnTo>
                  <a:lnTo>
                    <a:pt x="239" y="140"/>
                  </a:lnTo>
                  <a:lnTo>
                    <a:pt x="248" y="138"/>
                  </a:lnTo>
                  <a:lnTo>
                    <a:pt x="250" y="138"/>
                  </a:lnTo>
                  <a:lnTo>
                    <a:pt x="250" y="138"/>
                  </a:lnTo>
                  <a:close/>
                  <a:moveTo>
                    <a:pt x="413" y="160"/>
                  </a:moveTo>
                  <a:lnTo>
                    <a:pt x="416" y="160"/>
                  </a:lnTo>
                  <a:lnTo>
                    <a:pt x="418" y="160"/>
                  </a:lnTo>
                  <a:lnTo>
                    <a:pt x="418" y="160"/>
                  </a:lnTo>
                  <a:lnTo>
                    <a:pt x="420" y="160"/>
                  </a:lnTo>
                  <a:lnTo>
                    <a:pt x="420" y="162"/>
                  </a:lnTo>
                  <a:lnTo>
                    <a:pt x="422" y="164"/>
                  </a:lnTo>
                  <a:lnTo>
                    <a:pt x="424" y="166"/>
                  </a:lnTo>
                  <a:lnTo>
                    <a:pt x="424" y="170"/>
                  </a:lnTo>
                  <a:lnTo>
                    <a:pt x="424" y="173"/>
                  </a:lnTo>
                  <a:lnTo>
                    <a:pt x="422" y="173"/>
                  </a:lnTo>
                  <a:lnTo>
                    <a:pt x="422" y="173"/>
                  </a:lnTo>
                  <a:lnTo>
                    <a:pt x="420" y="173"/>
                  </a:lnTo>
                  <a:lnTo>
                    <a:pt x="413" y="170"/>
                  </a:lnTo>
                  <a:lnTo>
                    <a:pt x="413" y="170"/>
                  </a:lnTo>
                  <a:lnTo>
                    <a:pt x="411" y="164"/>
                  </a:lnTo>
                  <a:lnTo>
                    <a:pt x="409" y="164"/>
                  </a:lnTo>
                  <a:lnTo>
                    <a:pt x="409" y="162"/>
                  </a:lnTo>
                  <a:lnTo>
                    <a:pt x="409" y="162"/>
                  </a:lnTo>
                  <a:lnTo>
                    <a:pt x="409" y="162"/>
                  </a:lnTo>
                  <a:lnTo>
                    <a:pt x="411" y="160"/>
                  </a:lnTo>
                  <a:lnTo>
                    <a:pt x="411" y="160"/>
                  </a:lnTo>
                  <a:lnTo>
                    <a:pt x="411" y="160"/>
                  </a:lnTo>
                  <a:lnTo>
                    <a:pt x="413" y="160"/>
                  </a:lnTo>
                  <a:lnTo>
                    <a:pt x="413" y="160"/>
                  </a:lnTo>
                  <a:close/>
                  <a:moveTo>
                    <a:pt x="293" y="330"/>
                  </a:moveTo>
                  <a:lnTo>
                    <a:pt x="291" y="330"/>
                  </a:lnTo>
                  <a:lnTo>
                    <a:pt x="291" y="330"/>
                  </a:lnTo>
                  <a:lnTo>
                    <a:pt x="291" y="328"/>
                  </a:lnTo>
                  <a:lnTo>
                    <a:pt x="288" y="328"/>
                  </a:lnTo>
                  <a:lnTo>
                    <a:pt x="288" y="328"/>
                  </a:lnTo>
                  <a:lnTo>
                    <a:pt x="288" y="326"/>
                  </a:lnTo>
                  <a:lnTo>
                    <a:pt x="291" y="324"/>
                  </a:lnTo>
                  <a:lnTo>
                    <a:pt x="291" y="324"/>
                  </a:lnTo>
                  <a:lnTo>
                    <a:pt x="304" y="324"/>
                  </a:lnTo>
                  <a:lnTo>
                    <a:pt x="304" y="324"/>
                  </a:lnTo>
                  <a:lnTo>
                    <a:pt x="304" y="326"/>
                  </a:lnTo>
                  <a:lnTo>
                    <a:pt x="306" y="326"/>
                  </a:lnTo>
                  <a:lnTo>
                    <a:pt x="306" y="326"/>
                  </a:lnTo>
                  <a:lnTo>
                    <a:pt x="306" y="328"/>
                  </a:lnTo>
                  <a:lnTo>
                    <a:pt x="306" y="328"/>
                  </a:lnTo>
                  <a:lnTo>
                    <a:pt x="306" y="328"/>
                  </a:lnTo>
                  <a:lnTo>
                    <a:pt x="304" y="330"/>
                  </a:lnTo>
                  <a:lnTo>
                    <a:pt x="304" y="330"/>
                  </a:lnTo>
                  <a:lnTo>
                    <a:pt x="293" y="330"/>
                  </a:lnTo>
                  <a:lnTo>
                    <a:pt x="293" y="33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BAC4EBA3-F87E-14F8-9C16-0A3ADDA22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0506" y="3881042"/>
              <a:ext cx="87463" cy="77293"/>
            </a:xfrm>
            <a:custGeom>
              <a:avLst/>
              <a:gdLst/>
              <a:ahLst/>
              <a:cxnLst>
                <a:cxn ang="0">
                  <a:pos x="84" y="76"/>
                </a:cxn>
                <a:cxn ang="0">
                  <a:pos x="80" y="76"/>
                </a:cxn>
                <a:cxn ang="0">
                  <a:pos x="78" y="76"/>
                </a:cxn>
                <a:cxn ang="0">
                  <a:pos x="50" y="65"/>
                </a:cxn>
                <a:cxn ang="0">
                  <a:pos x="39" y="63"/>
                </a:cxn>
                <a:cxn ang="0">
                  <a:pos x="37" y="60"/>
                </a:cxn>
                <a:cxn ang="0">
                  <a:pos x="37" y="60"/>
                </a:cxn>
                <a:cxn ang="0">
                  <a:pos x="19" y="50"/>
                </a:cxn>
                <a:cxn ang="0">
                  <a:pos x="7" y="45"/>
                </a:cxn>
                <a:cxn ang="0">
                  <a:pos x="2" y="43"/>
                </a:cxn>
                <a:cxn ang="0">
                  <a:pos x="0" y="41"/>
                </a:cxn>
                <a:cxn ang="0">
                  <a:pos x="2" y="28"/>
                </a:cxn>
                <a:cxn ang="0">
                  <a:pos x="4" y="19"/>
                </a:cxn>
                <a:cxn ang="0">
                  <a:pos x="7" y="13"/>
                </a:cxn>
                <a:cxn ang="0">
                  <a:pos x="9" y="9"/>
                </a:cxn>
                <a:cxn ang="0">
                  <a:pos x="15" y="6"/>
                </a:cxn>
                <a:cxn ang="0">
                  <a:pos x="22" y="9"/>
                </a:cxn>
                <a:cxn ang="0">
                  <a:pos x="26" y="11"/>
                </a:cxn>
                <a:cxn ang="0">
                  <a:pos x="35" y="6"/>
                </a:cxn>
                <a:cxn ang="0">
                  <a:pos x="39" y="0"/>
                </a:cxn>
                <a:cxn ang="0">
                  <a:pos x="45" y="6"/>
                </a:cxn>
                <a:cxn ang="0">
                  <a:pos x="50" y="13"/>
                </a:cxn>
                <a:cxn ang="0">
                  <a:pos x="52" y="19"/>
                </a:cxn>
                <a:cxn ang="0">
                  <a:pos x="54" y="24"/>
                </a:cxn>
                <a:cxn ang="0">
                  <a:pos x="60" y="26"/>
                </a:cxn>
                <a:cxn ang="0">
                  <a:pos x="69" y="28"/>
                </a:cxn>
                <a:cxn ang="0">
                  <a:pos x="75" y="30"/>
                </a:cxn>
                <a:cxn ang="0">
                  <a:pos x="80" y="37"/>
                </a:cxn>
                <a:cxn ang="0">
                  <a:pos x="84" y="52"/>
                </a:cxn>
                <a:cxn ang="0">
                  <a:pos x="86" y="63"/>
                </a:cxn>
                <a:cxn ang="0">
                  <a:pos x="84" y="76"/>
                </a:cxn>
                <a:cxn ang="0">
                  <a:pos x="84" y="76"/>
                </a:cxn>
              </a:cxnLst>
              <a:rect l="0" t="0" r="r" b="b"/>
              <a:pathLst>
                <a:path w="86" h="76">
                  <a:moveTo>
                    <a:pt x="84" y="76"/>
                  </a:moveTo>
                  <a:lnTo>
                    <a:pt x="80" y="76"/>
                  </a:lnTo>
                  <a:lnTo>
                    <a:pt x="78" y="76"/>
                  </a:lnTo>
                  <a:lnTo>
                    <a:pt x="50" y="65"/>
                  </a:lnTo>
                  <a:lnTo>
                    <a:pt x="39" y="63"/>
                  </a:lnTo>
                  <a:lnTo>
                    <a:pt x="37" y="60"/>
                  </a:lnTo>
                  <a:lnTo>
                    <a:pt x="37" y="60"/>
                  </a:lnTo>
                  <a:lnTo>
                    <a:pt x="19" y="50"/>
                  </a:lnTo>
                  <a:lnTo>
                    <a:pt x="7" y="45"/>
                  </a:lnTo>
                  <a:lnTo>
                    <a:pt x="2" y="4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4" y="19"/>
                  </a:lnTo>
                  <a:lnTo>
                    <a:pt x="7" y="13"/>
                  </a:lnTo>
                  <a:lnTo>
                    <a:pt x="9" y="9"/>
                  </a:lnTo>
                  <a:lnTo>
                    <a:pt x="15" y="6"/>
                  </a:lnTo>
                  <a:lnTo>
                    <a:pt x="22" y="9"/>
                  </a:lnTo>
                  <a:lnTo>
                    <a:pt x="26" y="11"/>
                  </a:lnTo>
                  <a:lnTo>
                    <a:pt x="35" y="6"/>
                  </a:lnTo>
                  <a:lnTo>
                    <a:pt x="39" y="0"/>
                  </a:lnTo>
                  <a:lnTo>
                    <a:pt x="45" y="6"/>
                  </a:lnTo>
                  <a:lnTo>
                    <a:pt x="50" y="13"/>
                  </a:lnTo>
                  <a:lnTo>
                    <a:pt x="52" y="19"/>
                  </a:lnTo>
                  <a:lnTo>
                    <a:pt x="54" y="24"/>
                  </a:lnTo>
                  <a:lnTo>
                    <a:pt x="60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0" y="37"/>
                  </a:lnTo>
                  <a:lnTo>
                    <a:pt x="84" y="52"/>
                  </a:lnTo>
                  <a:lnTo>
                    <a:pt x="86" y="63"/>
                  </a:lnTo>
                  <a:lnTo>
                    <a:pt x="84" y="76"/>
                  </a:lnTo>
                  <a:lnTo>
                    <a:pt x="84" y="7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12" name="Freeform 14">
              <a:extLst>
                <a:ext uri="{FF2B5EF4-FFF2-40B4-BE49-F238E27FC236}">
                  <a16:creationId xmlns:a16="http://schemas.microsoft.com/office/drawing/2014/main" id="{2BD47E4B-F98C-C329-0D38-71C0A94427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3716" y="2721653"/>
              <a:ext cx="655970" cy="619358"/>
            </a:xfrm>
            <a:custGeom>
              <a:avLst/>
              <a:gdLst/>
              <a:ahLst/>
              <a:cxnLst>
                <a:cxn ang="0">
                  <a:pos x="168" y="509"/>
                </a:cxn>
                <a:cxn ang="0">
                  <a:pos x="168" y="475"/>
                </a:cxn>
                <a:cxn ang="0">
                  <a:pos x="147" y="455"/>
                </a:cxn>
                <a:cxn ang="0">
                  <a:pos x="155" y="449"/>
                </a:cxn>
                <a:cxn ang="0">
                  <a:pos x="164" y="401"/>
                </a:cxn>
                <a:cxn ang="0">
                  <a:pos x="108" y="352"/>
                </a:cxn>
                <a:cxn ang="0">
                  <a:pos x="89" y="345"/>
                </a:cxn>
                <a:cxn ang="0">
                  <a:pos x="86" y="352"/>
                </a:cxn>
                <a:cxn ang="0">
                  <a:pos x="69" y="324"/>
                </a:cxn>
                <a:cxn ang="0">
                  <a:pos x="86" y="315"/>
                </a:cxn>
                <a:cxn ang="0">
                  <a:pos x="56" y="309"/>
                </a:cxn>
                <a:cxn ang="0">
                  <a:pos x="46" y="272"/>
                </a:cxn>
                <a:cxn ang="0">
                  <a:pos x="58" y="233"/>
                </a:cxn>
                <a:cxn ang="0">
                  <a:pos x="37" y="209"/>
                </a:cxn>
                <a:cxn ang="0">
                  <a:pos x="30" y="198"/>
                </a:cxn>
                <a:cxn ang="0">
                  <a:pos x="20" y="149"/>
                </a:cxn>
                <a:cxn ang="0">
                  <a:pos x="35" y="136"/>
                </a:cxn>
                <a:cxn ang="0">
                  <a:pos x="50" y="101"/>
                </a:cxn>
                <a:cxn ang="0">
                  <a:pos x="56" y="93"/>
                </a:cxn>
                <a:cxn ang="0">
                  <a:pos x="39" y="95"/>
                </a:cxn>
                <a:cxn ang="0">
                  <a:pos x="46" y="71"/>
                </a:cxn>
                <a:cxn ang="0">
                  <a:pos x="58" y="54"/>
                </a:cxn>
                <a:cxn ang="0">
                  <a:pos x="78" y="21"/>
                </a:cxn>
                <a:cxn ang="0">
                  <a:pos x="108" y="32"/>
                </a:cxn>
                <a:cxn ang="0">
                  <a:pos x="127" y="62"/>
                </a:cxn>
                <a:cxn ang="0">
                  <a:pos x="173" y="103"/>
                </a:cxn>
                <a:cxn ang="0">
                  <a:pos x="222" y="144"/>
                </a:cxn>
                <a:cxn ang="0">
                  <a:pos x="255" y="131"/>
                </a:cxn>
                <a:cxn ang="0">
                  <a:pos x="306" y="118"/>
                </a:cxn>
                <a:cxn ang="0">
                  <a:pos x="356" y="123"/>
                </a:cxn>
                <a:cxn ang="0">
                  <a:pos x="380" y="121"/>
                </a:cxn>
                <a:cxn ang="0">
                  <a:pos x="408" y="110"/>
                </a:cxn>
                <a:cxn ang="0">
                  <a:pos x="418" y="80"/>
                </a:cxn>
                <a:cxn ang="0">
                  <a:pos x="455" y="58"/>
                </a:cxn>
                <a:cxn ang="0">
                  <a:pos x="528" y="75"/>
                </a:cxn>
                <a:cxn ang="0">
                  <a:pos x="591" y="99"/>
                </a:cxn>
                <a:cxn ang="0">
                  <a:pos x="623" y="73"/>
                </a:cxn>
                <a:cxn ang="0">
                  <a:pos x="608" y="125"/>
                </a:cxn>
                <a:cxn ang="0">
                  <a:pos x="578" y="207"/>
                </a:cxn>
                <a:cxn ang="0">
                  <a:pos x="537" y="283"/>
                </a:cxn>
                <a:cxn ang="0">
                  <a:pos x="487" y="313"/>
                </a:cxn>
                <a:cxn ang="0">
                  <a:pos x="392" y="341"/>
                </a:cxn>
                <a:cxn ang="0">
                  <a:pos x="319" y="399"/>
                </a:cxn>
                <a:cxn ang="0">
                  <a:pos x="274" y="453"/>
                </a:cxn>
                <a:cxn ang="0">
                  <a:pos x="287" y="522"/>
                </a:cxn>
                <a:cxn ang="0">
                  <a:pos x="272" y="585"/>
                </a:cxn>
                <a:cxn ang="0">
                  <a:pos x="242" y="604"/>
                </a:cxn>
                <a:cxn ang="0">
                  <a:pos x="231" y="604"/>
                </a:cxn>
                <a:cxn ang="0">
                  <a:pos x="229" y="585"/>
                </a:cxn>
                <a:cxn ang="0">
                  <a:pos x="194" y="598"/>
                </a:cxn>
                <a:cxn ang="0">
                  <a:pos x="183" y="585"/>
                </a:cxn>
                <a:cxn ang="0">
                  <a:pos x="127" y="373"/>
                </a:cxn>
                <a:cxn ang="0">
                  <a:pos x="97" y="399"/>
                </a:cxn>
                <a:cxn ang="0">
                  <a:pos x="91" y="384"/>
                </a:cxn>
                <a:cxn ang="0">
                  <a:pos x="125" y="363"/>
                </a:cxn>
                <a:cxn ang="0">
                  <a:pos x="33" y="436"/>
                </a:cxn>
                <a:cxn ang="0">
                  <a:pos x="15" y="432"/>
                </a:cxn>
                <a:cxn ang="0">
                  <a:pos x="33" y="429"/>
                </a:cxn>
                <a:cxn ang="0">
                  <a:pos x="0" y="447"/>
                </a:cxn>
              </a:cxnLst>
              <a:rect l="0" t="0" r="r" b="b"/>
              <a:pathLst>
                <a:path w="645" h="609">
                  <a:moveTo>
                    <a:pt x="183" y="572"/>
                  </a:moveTo>
                  <a:lnTo>
                    <a:pt x="183" y="566"/>
                  </a:lnTo>
                  <a:lnTo>
                    <a:pt x="181" y="542"/>
                  </a:lnTo>
                  <a:lnTo>
                    <a:pt x="175" y="516"/>
                  </a:lnTo>
                  <a:lnTo>
                    <a:pt x="173" y="514"/>
                  </a:lnTo>
                  <a:lnTo>
                    <a:pt x="173" y="514"/>
                  </a:lnTo>
                  <a:lnTo>
                    <a:pt x="173" y="512"/>
                  </a:lnTo>
                  <a:lnTo>
                    <a:pt x="168" y="509"/>
                  </a:lnTo>
                  <a:lnTo>
                    <a:pt x="168" y="509"/>
                  </a:lnTo>
                  <a:lnTo>
                    <a:pt x="168" y="509"/>
                  </a:lnTo>
                  <a:lnTo>
                    <a:pt x="168" y="509"/>
                  </a:lnTo>
                  <a:lnTo>
                    <a:pt x="168" y="503"/>
                  </a:lnTo>
                  <a:lnTo>
                    <a:pt x="168" y="501"/>
                  </a:lnTo>
                  <a:lnTo>
                    <a:pt x="168" y="499"/>
                  </a:lnTo>
                  <a:lnTo>
                    <a:pt x="171" y="496"/>
                  </a:lnTo>
                  <a:lnTo>
                    <a:pt x="173" y="492"/>
                  </a:lnTo>
                  <a:lnTo>
                    <a:pt x="173" y="490"/>
                  </a:lnTo>
                  <a:lnTo>
                    <a:pt x="173" y="488"/>
                  </a:lnTo>
                  <a:lnTo>
                    <a:pt x="173" y="488"/>
                  </a:lnTo>
                  <a:lnTo>
                    <a:pt x="173" y="486"/>
                  </a:lnTo>
                  <a:lnTo>
                    <a:pt x="171" y="483"/>
                  </a:lnTo>
                  <a:lnTo>
                    <a:pt x="168" y="475"/>
                  </a:lnTo>
                  <a:lnTo>
                    <a:pt x="168" y="475"/>
                  </a:lnTo>
                  <a:lnTo>
                    <a:pt x="166" y="473"/>
                  </a:lnTo>
                  <a:lnTo>
                    <a:pt x="164" y="473"/>
                  </a:lnTo>
                  <a:lnTo>
                    <a:pt x="162" y="470"/>
                  </a:lnTo>
                  <a:lnTo>
                    <a:pt x="158" y="468"/>
                  </a:lnTo>
                  <a:lnTo>
                    <a:pt x="153" y="466"/>
                  </a:lnTo>
                  <a:lnTo>
                    <a:pt x="151" y="466"/>
                  </a:lnTo>
                  <a:lnTo>
                    <a:pt x="149" y="464"/>
                  </a:lnTo>
                  <a:lnTo>
                    <a:pt x="147" y="462"/>
                  </a:lnTo>
                  <a:lnTo>
                    <a:pt x="147" y="460"/>
                  </a:lnTo>
                  <a:lnTo>
                    <a:pt x="147" y="455"/>
                  </a:lnTo>
                  <a:lnTo>
                    <a:pt x="147" y="455"/>
                  </a:lnTo>
                  <a:lnTo>
                    <a:pt x="147" y="455"/>
                  </a:lnTo>
                  <a:lnTo>
                    <a:pt x="147" y="455"/>
                  </a:lnTo>
                  <a:lnTo>
                    <a:pt x="147" y="453"/>
                  </a:lnTo>
                  <a:lnTo>
                    <a:pt x="149" y="453"/>
                  </a:lnTo>
                  <a:lnTo>
                    <a:pt x="149" y="453"/>
                  </a:lnTo>
                  <a:lnTo>
                    <a:pt x="151" y="453"/>
                  </a:lnTo>
                  <a:lnTo>
                    <a:pt x="151" y="451"/>
                  </a:lnTo>
                  <a:lnTo>
                    <a:pt x="155" y="451"/>
                  </a:lnTo>
                  <a:lnTo>
                    <a:pt x="155" y="451"/>
                  </a:lnTo>
                  <a:lnTo>
                    <a:pt x="155" y="449"/>
                  </a:lnTo>
                  <a:lnTo>
                    <a:pt x="158" y="447"/>
                  </a:lnTo>
                  <a:lnTo>
                    <a:pt x="160" y="445"/>
                  </a:lnTo>
                  <a:lnTo>
                    <a:pt x="162" y="440"/>
                  </a:lnTo>
                  <a:lnTo>
                    <a:pt x="162" y="438"/>
                  </a:lnTo>
                  <a:lnTo>
                    <a:pt x="166" y="419"/>
                  </a:lnTo>
                  <a:lnTo>
                    <a:pt x="166" y="410"/>
                  </a:lnTo>
                  <a:lnTo>
                    <a:pt x="166" y="408"/>
                  </a:lnTo>
                  <a:lnTo>
                    <a:pt x="166" y="408"/>
                  </a:lnTo>
                  <a:lnTo>
                    <a:pt x="166" y="406"/>
                  </a:lnTo>
                  <a:lnTo>
                    <a:pt x="164" y="401"/>
                  </a:lnTo>
                  <a:lnTo>
                    <a:pt x="164" y="401"/>
                  </a:lnTo>
                  <a:lnTo>
                    <a:pt x="162" y="399"/>
                  </a:lnTo>
                  <a:lnTo>
                    <a:pt x="162" y="397"/>
                  </a:lnTo>
                  <a:lnTo>
                    <a:pt x="158" y="395"/>
                  </a:lnTo>
                  <a:lnTo>
                    <a:pt x="147" y="384"/>
                  </a:lnTo>
                  <a:lnTo>
                    <a:pt x="142" y="373"/>
                  </a:lnTo>
                  <a:lnTo>
                    <a:pt x="125" y="358"/>
                  </a:lnTo>
                  <a:lnTo>
                    <a:pt x="119" y="360"/>
                  </a:lnTo>
                  <a:lnTo>
                    <a:pt x="119" y="360"/>
                  </a:lnTo>
                  <a:lnTo>
                    <a:pt x="117" y="360"/>
                  </a:lnTo>
                  <a:lnTo>
                    <a:pt x="112" y="358"/>
                  </a:lnTo>
                  <a:lnTo>
                    <a:pt x="108" y="352"/>
                  </a:lnTo>
                  <a:lnTo>
                    <a:pt x="108" y="352"/>
                  </a:lnTo>
                  <a:lnTo>
                    <a:pt x="108" y="350"/>
                  </a:lnTo>
                  <a:lnTo>
                    <a:pt x="106" y="350"/>
                  </a:lnTo>
                  <a:lnTo>
                    <a:pt x="106" y="347"/>
                  </a:lnTo>
                  <a:lnTo>
                    <a:pt x="104" y="347"/>
                  </a:lnTo>
                  <a:lnTo>
                    <a:pt x="95" y="345"/>
                  </a:lnTo>
                  <a:lnTo>
                    <a:pt x="91" y="345"/>
                  </a:lnTo>
                  <a:lnTo>
                    <a:pt x="91" y="345"/>
                  </a:lnTo>
                  <a:lnTo>
                    <a:pt x="89" y="345"/>
                  </a:lnTo>
                  <a:lnTo>
                    <a:pt x="89" y="345"/>
                  </a:lnTo>
                  <a:lnTo>
                    <a:pt x="89" y="345"/>
                  </a:lnTo>
                  <a:lnTo>
                    <a:pt x="86" y="345"/>
                  </a:lnTo>
                  <a:lnTo>
                    <a:pt x="86" y="347"/>
                  </a:lnTo>
                  <a:lnTo>
                    <a:pt x="86" y="347"/>
                  </a:lnTo>
                  <a:lnTo>
                    <a:pt x="89" y="347"/>
                  </a:lnTo>
                  <a:lnTo>
                    <a:pt x="89" y="347"/>
                  </a:lnTo>
                  <a:lnTo>
                    <a:pt x="89" y="350"/>
                  </a:lnTo>
                  <a:lnTo>
                    <a:pt x="89" y="350"/>
                  </a:lnTo>
                  <a:lnTo>
                    <a:pt x="89" y="352"/>
                  </a:lnTo>
                  <a:lnTo>
                    <a:pt x="89" y="352"/>
                  </a:lnTo>
                  <a:lnTo>
                    <a:pt x="86" y="352"/>
                  </a:lnTo>
                  <a:lnTo>
                    <a:pt x="86" y="352"/>
                  </a:lnTo>
                  <a:lnTo>
                    <a:pt x="86" y="354"/>
                  </a:lnTo>
                  <a:lnTo>
                    <a:pt x="84" y="354"/>
                  </a:lnTo>
                  <a:lnTo>
                    <a:pt x="84" y="352"/>
                  </a:lnTo>
                  <a:lnTo>
                    <a:pt x="74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67" y="328"/>
                  </a:lnTo>
                  <a:lnTo>
                    <a:pt x="67" y="326"/>
                  </a:lnTo>
                  <a:lnTo>
                    <a:pt x="69" y="324"/>
                  </a:lnTo>
                  <a:lnTo>
                    <a:pt x="69" y="324"/>
                  </a:lnTo>
                  <a:lnTo>
                    <a:pt x="69" y="324"/>
                  </a:lnTo>
                  <a:lnTo>
                    <a:pt x="69" y="324"/>
                  </a:lnTo>
                  <a:lnTo>
                    <a:pt x="69" y="324"/>
                  </a:lnTo>
                  <a:lnTo>
                    <a:pt x="95" y="332"/>
                  </a:lnTo>
                  <a:lnTo>
                    <a:pt x="95" y="332"/>
                  </a:lnTo>
                  <a:lnTo>
                    <a:pt x="97" y="332"/>
                  </a:lnTo>
                  <a:lnTo>
                    <a:pt x="99" y="330"/>
                  </a:lnTo>
                  <a:lnTo>
                    <a:pt x="89" y="317"/>
                  </a:lnTo>
                  <a:lnTo>
                    <a:pt x="89" y="317"/>
                  </a:lnTo>
                  <a:lnTo>
                    <a:pt x="86" y="315"/>
                  </a:lnTo>
                  <a:lnTo>
                    <a:pt x="82" y="313"/>
                  </a:lnTo>
                  <a:lnTo>
                    <a:pt x="82" y="313"/>
                  </a:lnTo>
                  <a:lnTo>
                    <a:pt x="82" y="313"/>
                  </a:lnTo>
                  <a:lnTo>
                    <a:pt x="80" y="313"/>
                  </a:lnTo>
                  <a:lnTo>
                    <a:pt x="74" y="313"/>
                  </a:lnTo>
                  <a:lnTo>
                    <a:pt x="71" y="315"/>
                  </a:lnTo>
                  <a:lnTo>
                    <a:pt x="69" y="315"/>
                  </a:lnTo>
                  <a:lnTo>
                    <a:pt x="69" y="315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6" y="309"/>
                  </a:lnTo>
                  <a:lnTo>
                    <a:pt x="56" y="309"/>
                  </a:lnTo>
                  <a:lnTo>
                    <a:pt x="54" y="306"/>
                  </a:lnTo>
                  <a:lnTo>
                    <a:pt x="54" y="304"/>
                  </a:lnTo>
                  <a:lnTo>
                    <a:pt x="52" y="304"/>
                  </a:lnTo>
                  <a:lnTo>
                    <a:pt x="50" y="291"/>
                  </a:lnTo>
                  <a:lnTo>
                    <a:pt x="43" y="276"/>
                  </a:lnTo>
                  <a:lnTo>
                    <a:pt x="43" y="274"/>
                  </a:lnTo>
                  <a:lnTo>
                    <a:pt x="43" y="274"/>
                  </a:lnTo>
                  <a:lnTo>
                    <a:pt x="43" y="272"/>
                  </a:lnTo>
                  <a:lnTo>
                    <a:pt x="43" y="272"/>
                  </a:lnTo>
                  <a:lnTo>
                    <a:pt x="46" y="272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48" y="270"/>
                  </a:lnTo>
                  <a:lnTo>
                    <a:pt x="48" y="270"/>
                  </a:lnTo>
                  <a:lnTo>
                    <a:pt x="52" y="270"/>
                  </a:lnTo>
                  <a:lnTo>
                    <a:pt x="52" y="270"/>
                  </a:lnTo>
                  <a:lnTo>
                    <a:pt x="58" y="270"/>
                  </a:lnTo>
                  <a:lnTo>
                    <a:pt x="61" y="268"/>
                  </a:lnTo>
                  <a:lnTo>
                    <a:pt x="61" y="261"/>
                  </a:lnTo>
                  <a:lnTo>
                    <a:pt x="61" y="242"/>
                  </a:lnTo>
                  <a:lnTo>
                    <a:pt x="58" y="233"/>
                  </a:lnTo>
                  <a:lnTo>
                    <a:pt x="52" y="220"/>
                  </a:lnTo>
                  <a:lnTo>
                    <a:pt x="52" y="220"/>
                  </a:lnTo>
                  <a:lnTo>
                    <a:pt x="50" y="216"/>
                  </a:lnTo>
                  <a:lnTo>
                    <a:pt x="48" y="214"/>
                  </a:lnTo>
                  <a:lnTo>
                    <a:pt x="46" y="211"/>
                  </a:lnTo>
                  <a:lnTo>
                    <a:pt x="46" y="211"/>
                  </a:lnTo>
                  <a:lnTo>
                    <a:pt x="43" y="209"/>
                  </a:lnTo>
                  <a:lnTo>
                    <a:pt x="43" y="209"/>
                  </a:lnTo>
                  <a:lnTo>
                    <a:pt x="41" y="209"/>
                  </a:lnTo>
                  <a:lnTo>
                    <a:pt x="39" y="209"/>
                  </a:lnTo>
                  <a:lnTo>
                    <a:pt x="37" y="209"/>
                  </a:lnTo>
                  <a:lnTo>
                    <a:pt x="35" y="209"/>
                  </a:lnTo>
                  <a:lnTo>
                    <a:pt x="33" y="209"/>
                  </a:lnTo>
                  <a:lnTo>
                    <a:pt x="30" y="209"/>
                  </a:lnTo>
                  <a:lnTo>
                    <a:pt x="30" y="209"/>
                  </a:lnTo>
                  <a:lnTo>
                    <a:pt x="28" y="207"/>
                  </a:lnTo>
                  <a:lnTo>
                    <a:pt x="28" y="207"/>
                  </a:lnTo>
                  <a:lnTo>
                    <a:pt x="28" y="205"/>
                  </a:lnTo>
                  <a:lnTo>
                    <a:pt x="28" y="205"/>
                  </a:lnTo>
                  <a:lnTo>
                    <a:pt x="28" y="203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4"/>
                  </a:lnTo>
                  <a:lnTo>
                    <a:pt x="30" y="172"/>
                  </a:lnTo>
                  <a:lnTo>
                    <a:pt x="28" y="168"/>
                  </a:lnTo>
                  <a:lnTo>
                    <a:pt x="26" y="155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2" y="151"/>
                  </a:lnTo>
                  <a:lnTo>
                    <a:pt x="20" y="149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2" y="147"/>
                  </a:lnTo>
                  <a:lnTo>
                    <a:pt x="26" y="142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28" y="142"/>
                  </a:lnTo>
                  <a:lnTo>
                    <a:pt x="30" y="142"/>
                  </a:lnTo>
                  <a:lnTo>
                    <a:pt x="33" y="140"/>
                  </a:lnTo>
                  <a:lnTo>
                    <a:pt x="35" y="138"/>
                  </a:lnTo>
                  <a:lnTo>
                    <a:pt x="35" y="136"/>
                  </a:lnTo>
                  <a:lnTo>
                    <a:pt x="37" y="134"/>
                  </a:lnTo>
                  <a:lnTo>
                    <a:pt x="37" y="131"/>
                  </a:lnTo>
                  <a:lnTo>
                    <a:pt x="37" y="129"/>
                  </a:lnTo>
                  <a:lnTo>
                    <a:pt x="37" y="127"/>
                  </a:lnTo>
                  <a:lnTo>
                    <a:pt x="37" y="125"/>
                  </a:lnTo>
                  <a:lnTo>
                    <a:pt x="35" y="123"/>
                  </a:lnTo>
                  <a:lnTo>
                    <a:pt x="35" y="121"/>
                  </a:lnTo>
                  <a:lnTo>
                    <a:pt x="33" y="106"/>
                  </a:lnTo>
                  <a:lnTo>
                    <a:pt x="46" y="103"/>
                  </a:lnTo>
                  <a:lnTo>
                    <a:pt x="48" y="101"/>
                  </a:lnTo>
                  <a:lnTo>
                    <a:pt x="50" y="101"/>
                  </a:lnTo>
                  <a:lnTo>
                    <a:pt x="56" y="97"/>
                  </a:lnTo>
                  <a:lnTo>
                    <a:pt x="58" y="95"/>
                  </a:lnTo>
                  <a:lnTo>
                    <a:pt x="58" y="9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67" y="77"/>
                  </a:lnTo>
                  <a:lnTo>
                    <a:pt x="67" y="80"/>
                  </a:lnTo>
                  <a:lnTo>
                    <a:pt x="65" y="80"/>
                  </a:lnTo>
                  <a:lnTo>
                    <a:pt x="58" y="88"/>
                  </a:lnTo>
                  <a:lnTo>
                    <a:pt x="58" y="90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4" y="95"/>
                  </a:lnTo>
                  <a:lnTo>
                    <a:pt x="46" y="101"/>
                  </a:lnTo>
                  <a:lnTo>
                    <a:pt x="46" y="101"/>
                  </a:lnTo>
                  <a:lnTo>
                    <a:pt x="43" y="101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99"/>
                  </a:lnTo>
                  <a:lnTo>
                    <a:pt x="37" y="99"/>
                  </a:lnTo>
                  <a:lnTo>
                    <a:pt x="37" y="99"/>
                  </a:lnTo>
                  <a:lnTo>
                    <a:pt x="39" y="95"/>
                  </a:lnTo>
                  <a:lnTo>
                    <a:pt x="39" y="95"/>
                  </a:lnTo>
                  <a:lnTo>
                    <a:pt x="39" y="95"/>
                  </a:lnTo>
                  <a:lnTo>
                    <a:pt x="41" y="90"/>
                  </a:lnTo>
                  <a:lnTo>
                    <a:pt x="43" y="88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46" y="82"/>
                  </a:lnTo>
                  <a:lnTo>
                    <a:pt x="46" y="82"/>
                  </a:lnTo>
                  <a:lnTo>
                    <a:pt x="46" y="75"/>
                  </a:lnTo>
                  <a:lnTo>
                    <a:pt x="46" y="73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6" y="67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50" y="60"/>
                  </a:lnTo>
                  <a:lnTo>
                    <a:pt x="52" y="58"/>
                  </a:lnTo>
                  <a:lnTo>
                    <a:pt x="56" y="56"/>
                  </a:lnTo>
                  <a:lnTo>
                    <a:pt x="58" y="56"/>
                  </a:lnTo>
                  <a:lnTo>
                    <a:pt x="58" y="54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49"/>
                  </a:lnTo>
                  <a:lnTo>
                    <a:pt x="67" y="49"/>
                  </a:lnTo>
                  <a:lnTo>
                    <a:pt x="69" y="45"/>
                  </a:lnTo>
                  <a:lnTo>
                    <a:pt x="71" y="45"/>
                  </a:lnTo>
                  <a:lnTo>
                    <a:pt x="71" y="43"/>
                  </a:lnTo>
                  <a:lnTo>
                    <a:pt x="78" y="32"/>
                  </a:lnTo>
                  <a:lnTo>
                    <a:pt x="78" y="30"/>
                  </a:lnTo>
                  <a:lnTo>
                    <a:pt x="78" y="21"/>
                  </a:lnTo>
                  <a:lnTo>
                    <a:pt x="78" y="21"/>
                  </a:lnTo>
                  <a:lnTo>
                    <a:pt x="91" y="13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8"/>
                  </a:lnTo>
                  <a:lnTo>
                    <a:pt x="114" y="0"/>
                  </a:lnTo>
                  <a:lnTo>
                    <a:pt x="114" y="4"/>
                  </a:lnTo>
                  <a:lnTo>
                    <a:pt x="104" y="19"/>
                  </a:lnTo>
                  <a:lnTo>
                    <a:pt x="104" y="19"/>
                  </a:lnTo>
                  <a:lnTo>
                    <a:pt x="106" y="28"/>
                  </a:lnTo>
                  <a:lnTo>
                    <a:pt x="108" y="32"/>
                  </a:lnTo>
                  <a:lnTo>
                    <a:pt x="108" y="32"/>
                  </a:lnTo>
                  <a:lnTo>
                    <a:pt x="108" y="32"/>
                  </a:lnTo>
                  <a:lnTo>
                    <a:pt x="110" y="32"/>
                  </a:lnTo>
                  <a:lnTo>
                    <a:pt x="112" y="32"/>
                  </a:lnTo>
                  <a:lnTo>
                    <a:pt x="119" y="43"/>
                  </a:lnTo>
                  <a:lnTo>
                    <a:pt x="119" y="52"/>
                  </a:lnTo>
                  <a:lnTo>
                    <a:pt x="119" y="54"/>
                  </a:lnTo>
                  <a:lnTo>
                    <a:pt x="119" y="54"/>
                  </a:lnTo>
                  <a:lnTo>
                    <a:pt x="121" y="58"/>
                  </a:lnTo>
                  <a:lnTo>
                    <a:pt x="123" y="60"/>
                  </a:lnTo>
                  <a:lnTo>
                    <a:pt x="125" y="60"/>
                  </a:lnTo>
                  <a:lnTo>
                    <a:pt x="127" y="62"/>
                  </a:lnTo>
                  <a:lnTo>
                    <a:pt x="136" y="71"/>
                  </a:lnTo>
                  <a:lnTo>
                    <a:pt x="149" y="77"/>
                  </a:lnTo>
                  <a:lnTo>
                    <a:pt x="155" y="88"/>
                  </a:lnTo>
                  <a:lnTo>
                    <a:pt x="155" y="90"/>
                  </a:lnTo>
                  <a:lnTo>
                    <a:pt x="158" y="93"/>
                  </a:lnTo>
                  <a:lnTo>
                    <a:pt x="158" y="93"/>
                  </a:lnTo>
                  <a:lnTo>
                    <a:pt x="166" y="101"/>
                  </a:lnTo>
                  <a:lnTo>
                    <a:pt x="166" y="101"/>
                  </a:lnTo>
                  <a:lnTo>
                    <a:pt x="168" y="103"/>
                  </a:lnTo>
                  <a:lnTo>
                    <a:pt x="171" y="103"/>
                  </a:lnTo>
                  <a:lnTo>
                    <a:pt x="173" y="103"/>
                  </a:lnTo>
                  <a:lnTo>
                    <a:pt x="175" y="103"/>
                  </a:lnTo>
                  <a:lnTo>
                    <a:pt x="177" y="103"/>
                  </a:lnTo>
                  <a:lnTo>
                    <a:pt x="179" y="103"/>
                  </a:lnTo>
                  <a:lnTo>
                    <a:pt x="179" y="103"/>
                  </a:lnTo>
                  <a:lnTo>
                    <a:pt x="181" y="106"/>
                  </a:lnTo>
                  <a:lnTo>
                    <a:pt x="196" y="127"/>
                  </a:lnTo>
                  <a:lnTo>
                    <a:pt x="211" y="138"/>
                  </a:lnTo>
                  <a:lnTo>
                    <a:pt x="218" y="142"/>
                  </a:lnTo>
                  <a:lnTo>
                    <a:pt x="220" y="142"/>
                  </a:lnTo>
                  <a:lnTo>
                    <a:pt x="222" y="142"/>
                  </a:lnTo>
                  <a:lnTo>
                    <a:pt x="222" y="144"/>
                  </a:lnTo>
                  <a:lnTo>
                    <a:pt x="224" y="144"/>
                  </a:lnTo>
                  <a:lnTo>
                    <a:pt x="229" y="142"/>
                  </a:lnTo>
                  <a:lnTo>
                    <a:pt x="242" y="140"/>
                  </a:lnTo>
                  <a:lnTo>
                    <a:pt x="252" y="138"/>
                  </a:lnTo>
                  <a:lnTo>
                    <a:pt x="252" y="138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5" y="134"/>
                  </a:lnTo>
                  <a:lnTo>
                    <a:pt x="255" y="134"/>
                  </a:lnTo>
                  <a:lnTo>
                    <a:pt x="255" y="131"/>
                  </a:lnTo>
                  <a:lnTo>
                    <a:pt x="255" y="131"/>
                  </a:lnTo>
                  <a:lnTo>
                    <a:pt x="263" y="125"/>
                  </a:lnTo>
                  <a:lnTo>
                    <a:pt x="265" y="125"/>
                  </a:lnTo>
                  <a:lnTo>
                    <a:pt x="265" y="125"/>
                  </a:lnTo>
                  <a:lnTo>
                    <a:pt x="270" y="125"/>
                  </a:lnTo>
                  <a:lnTo>
                    <a:pt x="276" y="125"/>
                  </a:lnTo>
                  <a:lnTo>
                    <a:pt x="276" y="123"/>
                  </a:lnTo>
                  <a:lnTo>
                    <a:pt x="278" y="123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2" y="118"/>
                  </a:lnTo>
                  <a:lnTo>
                    <a:pt x="306" y="118"/>
                  </a:lnTo>
                  <a:lnTo>
                    <a:pt x="313" y="121"/>
                  </a:lnTo>
                  <a:lnTo>
                    <a:pt x="323" y="125"/>
                  </a:lnTo>
                  <a:lnTo>
                    <a:pt x="323" y="125"/>
                  </a:lnTo>
                  <a:lnTo>
                    <a:pt x="326" y="125"/>
                  </a:lnTo>
                  <a:lnTo>
                    <a:pt x="343" y="127"/>
                  </a:lnTo>
                  <a:lnTo>
                    <a:pt x="343" y="127"/>
                  </a:lnTo>
                  <a:lnTo>
                    <a:pt x="352" y="123"/>
                  </a:lnTo>
                  <a:lnTo>
                    <a:pt x="354" y="123"/>
                  </a:lnTo>
                  <a:lnTo>
                    <a:pt x="356" y="121"/>
                  </a:lnTo>
                  <a:lnTo>
                    <a:pt x="356" y="123"/>
                  </a:lnTo>
                  <a:lnTo>
                    <a:pt x="356" y="123"/>
                  </a:lnTo>
                  <a:lnTo>
                    <a:pt x="358" y="123"/>
                  </a:lnTo>
                  <a:lnTo>
                    <a:pt x="362" y="125"/>
                  </a:lnTo>
                  <a:lnTo>
                    <a:pt x="362" y="125"/>
                  </a:lnTo>
                  <a:lnTo>
                    <a:pt x="371" y="127"/>
                  </a:lnTo>
                  <a:lnTo>
                    <a:pt x="373" y="127"/>
                  </a:lnTo>
                  <a:lnTo>
                    <a:pt x="373" y="127"/>
                  </a:lnTo>
                  <a:lnTo>
                    <a:pt x="377" y="125"/>
                  </a:lnTo>
                  <a:lnTo>
                    <a:pt x="377" y="125"/>
                  </a:lnTo>
                  <a:lnTo>
                    <a:pt x="377" y="123"/>
                  </a:lnTo>
                  <a:lnTo>
                    <a:pt x="380" y="121"/>
                  </a:lnTo>
                  <a:lnTo>
                    <a:pt x="380" y="121"/>
                  </a:lnTo>
                  <a:lnTo>
                    <a:pt x="382" y="118"/>
                  </a:lnTo>
                  <a:lnTo>
                    <a:pt x="382" y="116"/>
                  </a:lnTo>
                  <a:lnTo>
                    <a:pt x="388" y="112"/>
                  </a:lnTo>
                  <a:lnTo>
                    <a:pt x="388" y="112"/>
                  </a:lnTo>
                  <a:lnTo>
                    <a:pt x="390" y="110"/>
                  </a:lnTo>
                  <a:lnTo>
                    <a:pt x="390" y="110"/>
                  </a:lnTo>
                  <a:lnTo>
                    <a:pt x="392" y="110"/>
                  </a:lnTo>
                  <a:lnTo>
                    <a:pt x="399" y="110"/>
                  </a:lnTo>
                  <a:lnTo>
                    <a:pt x="401" y="110"/>
                  </a:lnTo>
                  <a:lnTo>
                    <a:pt x="403" y="110"/>
                  </a:lnTo>
                  <a:lnTo>
                    <a:pt x="408" y="110"/>
                  </a:lnTo>
                  <a:lnTo>
                    <a:pt x="410" y="110"/>
                  </a:lnTo>
                  <a:lnTo>
                    <a:pt x="410" y="110"/>
                  </a:lnTo>
                  <a:lnTo>
                    <a:pt x="410" y="108"/>
                  </a:lnTo>
                  <a:lnTo>
                    <a:pt x="412" y="108"/>
                  </a:lnTo>
                  <a:lnTo>
                    <a:pt x="420" y="82"/>
                  </a:lnTo>
                  <a:lnTo>
                    <a:pt x="420" y="82"/>
                  </a:lnTo>
                  <a:lnTo>
                    <a:pt x="420" y="80"/>
                  </a:lnTo>
                  <a:lnTo>
                    <a:pt x="420" y="80"/>
                  </a:lnTo>
                  <a:lnTo>
                    <a:pt x="420" y="80"/>
                  </a:lnTo>
                  <a:lnTo>
                    <a:pt x="418" y="80"/>
                  </a:lnTo>
                  <a:lnTo>
                    <a:pt x="418" y="80"/>
                  </a:lnTo>
                  <a:lnTo>
                    <a:pt x="416" y="80"/>
                  </a:lnTo>
                  <a:lnTo>
                    <a:pt x="416" y="77"/>
                  </a:lnTo>
                  <a:lnTo>
                    <a:pt x="416" y="77"/>
                  </a:lnTo>
                  <a:lnTo>
                    <a:pt x="416" y="77"/>
                  </a:lnTo>
                  <a:lnTo>
                    <a:pt x="416" y="75"/>
                  </a:lnTo>
                  <a:lnTo>
                    <a:pt x="418" y="73"/>
                  </a:lnTo>
                  <a:lnTo>
                    <a:pt x="418" y="73"/>
                  </a:lnTo>
                  <a:lnTo>
                    <a:pt x="431" y="67"/>
                  </a:lnTo>
                  <a:lnTo>
                    <a:pt x="451" y="60"/>
                  </a:lnTo>
                  <a:lnTo>
                    <a:pt x="453" y="58"/>
                  </a:lnTo>
                  <a:lnTo>
                    <a:pt x="455" y="58"/>
                  </a:lnTo>
                  <a:lnTo>
                    <a:pt x="455" y="58"/>
                  </a:lnTo>
                  <a:lnTo>
                    <a:pt x="474" y="60"/>
                  </a:lnTo>
                  <a:lnTo>
                    <a:pt x="500" y="56"/>
                  </a:lnTo>
                  <a:lnTo>
                    <a:pt x="500" y="56"/>
                  </a:lnTo>
                  <a:lnTo>
                    <a:pt x="511" y="58"/>
                  </a:lnTo>
                  <a:lnTo>
                    <a:pt x="513" y="58"/>
                  </a:lnTo>
                  <a:lnTo>
                    <a:pt x="517" y="60"/>
                  </a:lnTo>
                  <a:lnTo>
                    <a:pt x="520" y="62"/>
                  </a:lnTo>
                  <a:lnTo>
                    <a:pt x="520" y="62"/>
                  </a:lnTo>
                  <a:lnTo>
                    <a:pt x="520" y="62"/>
                  </a:lnTo>
                  <a:lnTo>
                    <a:pt x="528" y="75"/>
                  </a:lnTo>
                  <a:lnTo>
                    <a:pt x="554" y="84"/>
                  </a:lnTo>
                  <a:lnTo>
                    <a:pt x="556" y="84"/>
                  </a:lnTo>
                  <a:lnTo>
                    <a:pt x="556" y="84"/>
                  </a:lnTo>
                  <a:lnTo>
                    <a:pt x="558" y="86"/>
                  </a:lnTo>
                  <a:lnTo>
                    <a:pt x="567" y="93"/>
                  </a:lnTo>
                  <a:lnTo>
                    <a:pt x="582" y="93"/>
                  </a:lnTo>
                  <a:lnTo>
                    <a:pt x="586" y="97"/>
                  </a:lnTo>
                  <a:lnTo>
                    <a:pt x="589" y="99"/>
                  </a:lnTo>
                  <a:lnTo>
                    <a:pt x="589" y="99"/>
                  </a:lnTo>
                  <a:lnTo>
                    <a:pt x="591" y="99"/>
                  </a:lnTo>
                  <a:lnTo>
                    <a:pt x="591" y="99"/>
                  </a:lnTo>
                  <a:lnTo>
                    <a:pt x="593" y="99"/>
                  </a:lnTo>
                  <a:lnTo>
                    <a:pt x="606" y="90"/>
                  </a:lnTo>
                  <a:lnTo>
                    <a:pt x="608" y="90"/>
                  </a:lnTo>
                  <a:lnTo>
                    <a:pt x="612" y="86"/>
                  </a:lnTo>
                  <a:lnTo>
                    <a:pt x="617" y="82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19" y="77"/>
                  </a:lnTo>
                  <a:lnTo>
                    <a:pt x="623" y="75"/>
                  </a:lnTo>
                  <a:lnTo>
                    <a:pt x="623" y="73"/>
                  </a:lnTo>
                  <a:lnTo>
                    <a:pt x="623" y="73"/>
                  </a:lnTo>
                  <a:lnTo>
                    <a:pt x="627" y="73"/>
                  </a:lnTo>
                  <a:lnTo>
                    <a:pt x="629" y="73"/>
                  </a:lnTo>
                  <a:lnTo>
                    <a:pt x="632" y="73"/>
                  </a:lnTo>
                  <a:lnTo>
                    <a:pt x="636" y="73"/>
                  </a:lnTo>
                  <a:lnTo>
                    <a:pt x="642" y="71"/>
                  </a:lnTo>
                  <a:lnTo>
                    <a:pt x="645" y="82"/>
                  </a:lnTo>
                  <a:lnTo>
                    <a:pt x="645" y="90"/>
                  </a:lnTo>
                  <a:lnTo>
                    <a:pt x="642" y="97"/>
                  </a:lnTo>
                  <a:lnTo>
                    <a:pt x="627" y="114"/>
                  </a:lnTo>
                  <a:lnTo>
                    <a:pt x="617" y="123"/>
                  </a:lnTo>
                  <a:lnTo>
                    <a:pt x="608" y="125"/>
                  </a:lnTo>
                  <a:lnTo>
                    <a:pt x="606" y="131"/>
                  </a:lnTo>
                  <a:lnTo>
                    <a:pt x="608" y="140"/>
                  </a:lnTo>
                  <a:lnTo>
                    <a:pt x="612" y="142"/>
                  </a:lnTo>
                  <a:lnTo>
                    <a:pt x="619" y="144"/>
                  </a:lnTo>
                  <a:lnTo>
                    <a:pt x="621" y="147"/>
                  </a:lnTo>
                  <a:lnTo>
                    <a:pt x="619" y="153"/>
                  </a:lnTo>
                  <a:lnTo>
                    <a:pt x="612" y="160"/>
                  </a:lnTo>
                  <a:lnTo>
                    <a:pt x="599" y="177"/>
                  </a:lnTo>
                  <a:lnTo>
                    <a:pt x="593" y="185"/>
                  </a:lnTo>
                  <a:lnTo>
                    <a:pt x="586" y="190"/>
                  </a:lnTo>
                  <a:lnTo>
                    <a:pt x="578" y="207"/>
                  </a:lnTo>
                  <a:lnTo>
                    <a:pt x="567" y="216"/>
                  </a:lnTo>
                  <a:lnTo>
                    <a:pt x="554" y="218"/>
                  </a:lnTo>
                  <a:lnTo>
                    <a:pt x="545" y="218"/>
                  </a:lnTo>
                  <a:lnTo>
                    <a:pt x="545" y="224"/>
                  </a:lnTo>
                  <a:lnTo>
                    <a:pt x="561" y="242"/>
                  </a:lnTo>
                  <a:lnTo>
                    <a:pt x="561" y="248"/>
                  </a:lnTo>
                  <a:lnTo>
                    <a:pt x="558" y="259"/>
                  </a:lnTo>
                  <a:lnTo>
                    <a:pt x="556" y="270"/>
                  </a:lnTo>
                  <a:lnTo>
                    <a:pt x="554" y="274"/>
                  </a:lnTo>
                  <a:lnTo>
                    <a:pt x="543" y="278"/>
                  </a:lnTo>
                  <a:lnTo>
                    <a:pt x="537" y="283"/>
                  </a:lnTo>
                  <a:lnTo>
                    <a:pt x="535" y="287"/>
                  </a:lnTo>
                  <a:lnTo>
                    <a:pt x="537" y="291"/>
                  </a:lnTo>
                  <a:lnTo>
                    <a:pt x="537" y="298"/>
                  </a:lnTo>
                  <a:lnTo>
                    <a:pt x="535" y="306"/>
                  </a:lnTo>
                  <a:lnTo>
                    <a:pt x="528" y="306"/>
                  </a:lnTo>
                  <a:lnTo>
                    <a:pt x="524" y="302"/>
                  </a:lnTo>
                  <a:lnTo>
                    <a:pt x="520" y="302"/>
                  </a:lnTo>
                  <a:lnTo>
                    <a:pt x="513" y="304"/>
                  </a:lnTo>
                  <a:lnTo>
                    <a:pt x="502" y="306"/>
                  </a:lnTo>
                  <a:lnTo>
                    <a:pt x="494" y="313"/>
                  </a:lnTo>
                  <a:lnTo>
                    <a:pt x="487" y="313"/>
                  </a:lnTo>
                  <a:lnTo>
                    <a:pt x="483" y="313"/>
                  </a:lnTo>
                  <a:lnTo>
                    <a:pt x="474" y="321"/>
                  </a:lnTo>
                  <a:lnTo>
                    <a:pt x="468" y="324"/>
                  </a:lnTo>
                  <a:lnTo>
                    <a:pt x="448" y="328"/>
                  </a:lnTo>
                  <a:lnTo>
                    <a:pt x="431" y="328"/>
                  </a:lnTo>
                  <a:lnTo>
                    <a:pt x="414" y="324"/>
                  </a:lnTo>
                  <a:lnTo>
                    <a:pt x="412" y="326"/>
                  </a:lnTo>
                  <a:lnTo>
                    <a:pt x="405" y="330"/>
                  </a:lnTo>
                  <a:lnTo>
                    <a:pt x="399" y="332"/>
                  </a:lnTo>
                  <a:lnTo>
                    <a:pt x="399" y="334"/>
                  </a:lnTo>
                  <a:lnTo>
                    <a:pt x="392" y="341"/>
                  </a:lnTo>
                  <a:lnTo>
                    <a:pt x="388" y="341"/>
                  </a:lnTo>
                  <a:lnTo>
                    <a:pt x="380" y="343"/>
                  </a:lnTo>
                  <a:lnTo>
                    <a:pt x="367" y="354"/>
                  </a:lnTo>
                  <a:lnTo>
                    <a:pt x="349" y="363"/>
                  </a:lnTo>
                  <a:lnTo>
                    <a:pt x="345" y="369"/>
                  </a:lnTo>
                  <a:lnTo>
                    <a:pt x="341" y="375"/>
                  </a:lnTo>
                  <a:lnTo>
                    <a:pt x="339" y="382"/>
                  </a:lnTo>
                  <a:lnTo>
                    <a:pt x="339" y="388"/>
                  </a:lnTo>
                  <a:lnTo>
                    <a:pt x="334" y="393"/>
                  </a:lnTo>
                  <a:lnTo>
                    <a:pt x="330" y="393"/>
                  </a:lnTo>
                  <a:lnTo>
                    <a:pt x="319" y="399"/>
                  </a:lnTo>
                  <a:lnTo>
                    <a:pt x="311" y="410"/>
                  </a:lnTo>
                  <a:lnTo>
                    <a:pt x="298" y="412"/>
                  </a:lnTo>
                  <a:lnTo>
                    <a:pt x="291" y="417"/>
                  </a:lnTo>
                  <a:lnTo>
                    <a:pt x="285" y="425"/>
                  </a:lnTo>
                  <a:lnTo>
                    <a:pt x="278" y="425"/>
                  </a:lnTo>
                  <a:lnTo>
                    <a:pt x="270" y="432"/>
                  </a:lnTo>
                  <a:lnTo>
                    <a:pt x="263" y="436"/>
                  </a:lnTo>
                  <a:lnTo>
                    <a:pt x="265" y="440"/>
                  </a:lnTo>
                  <a:lnTo>
                    <a:pt x="267" y="442"/>
                  </a:lnTo>
                  <a:lnTo>
                    <a:pt x="272" y="447"/>
                  </a:lnTo>
                  <a:lnTo>
                    <a:pt x="274" y="453"/>
                  </a:lnTo>
                  <a:lnTo>
                    <a:pt x="274" y="458"/>
                  </a:lnTo>
                  <a:lnTo>
                    <a:pt x="274" y="466"/>
                  </a:lnTo>
                  <a:lnTo>
                    <a:pt x="276" y="470"/>
                  </a:lnTo>
                  <a:lnTo>
                    <a:pt x="280" y="473"/>
                  </a:lnTo>
                  <a:lnTo>
                    <a:pt x="285" y="479"/>
                  </a:lnTo>
                  <a:lnTo>
                    <a:pt x="285" y="483"/>
                  </a:lnTo>
                  <a:lnTo>
                    <a:pt x="283" y="488"/>
                  </a:lnTo>
                  <a:lnTo>
                    <a:pt x="280" y="496"/>
                  </a:lnTo>
                  <a:lnTo>
                    <a:pt x="280" y="509"/>
                  </a:lnTo>
                  <a:lnTo>
                    <a:pt x="283" y="516"/>
                  </a:lnTo>
                  <a:lnTo>
                    <a:pt x="287" y="522"/>
                  </a:lnTo>
                  <a:lnTo>
                    <a:pt x="287" y="529"/>
                  </a:lnTo>
                  <a:lnTo>
                    <a:pt x="289" y="535"/>
                  </a:lnTo>
                  <a:lnTo>
                    <a:pt x="291" y="546"/>
                  </a:lnTo>
                  <a:lnTo>
                    <a:pt x="295" y="555"/>
                  </a:lnTo>
                  <a:lnTo>
                    <a:pt x="298" y="566"/>
                  </a:lnTo>
                  <a:lnTo>
                    <a:pt x="295" y="572"/>
                  </a:lnTo>
                  <a:lnTo>
                    <a:pt x="287" y="574"/>
                  </a:lnTo>
                  <a:lnTo>
                    <a:pt x="278" y="578"/>
                  </a:lnTo>
                  <a:lnTo>
                    <a:pt x="272" y="587"/>
                  </a:lnTo>
                  <a:lnTo>
                    <a:pt x="272" y="585"/>
                  </a:lnTo>
                  <a:lnTo>
                    <a:pt x="272" y="585"/>
                  </a:lnTo>
                  <a:lnTo>
                    <a:pt x="270" y="585"/>
                  </a:lnTo>
                  <a:lnTo>
                    <a:pt x="267" y="585"/>
                  </a:lnTo>
                  <a:lnTo>
                    <a:pt x="265" y="585"/>
                  </a:lnTo>
                  <a:lnTo>
                    <a:pt x="265" y="587"/>
                  </a:lnTo>
                  <a:lnTo>
                    <a:pt x="252" y="591"/>
                  </a:lnTo>
                  <a:lnTo>
                    <a:pt x="250" y="594"/>
                  </a:lnTo>
                  <a:lnTo>
                    <a:pt x="250" y="594"/>
                  </a:lnTo>
                  <a:lnTo>
                    <a:pt x="246" y="598"/>
                  </a:lnTo>
                  <a:lnTo>
                    <a:pt x="244" y="602"/>
                  </a:lnTo>
                  <a:lnTo>
                    <a:pt x="244" y="604"/>
                  </a:lnTo>
                  <a:lnTo>
                    <a:pt x="242" y="604"/>
                  </a:lnTo>
                  <a:lnTo>
                    <a:pt x="242" y="607"/>
                  </a:lnTo>
                  <a:lnTo>
                    <a:pt x="239" y="607"/>
                  </a:lnTo>
                  <a:lnTo>
                    <a:pt x="237" y="609"/>
                  </a:lnTo>
                  <a:lnTo>
                    <a:pt x="237" y="609"/>
                  </a:lnTo>
                  <a:lnTo>
                    <a:pt x="235" y="609"/>
                  </a:lnTo>
                  <a:lnTo>
                    <a:pt x="235" y="609"/>
                  </a:lnTo>
                  <a:lnTo>
                    <a:pt x="233" y="607"/>
                  </a:lnTo>
                  <a:lnTo>
                    <a:pt x="231" y="604"/>
                  </a:lnTo>
                  <a:lnTo>
                    <a:pt x="231" y="604"/>
                  </a:lnTo>
                  <a:lnTo>
                    <a:pt x="231" y="604"/>
                  </a:lnTo>
                  <a:lnTo>
                    <a:pt x="231" y="604"/>
                  </a:lnTo>
                  <a:lnTo>
                    <a:pt x="233" y="604"/>
                  </a:lnTo>
                  <a:lnTo>
                    <a:pt x="233" y="604"/>
                  </a:lnTo>
                  <a:lnTo>
                    <a:pt x="233" y="602"/>
                  </a:lnTo>
                  <a:lnTo>
                    <a:pt x="233" y="602"/>
                  </a:lnTo>
                  <a:lnTo>
                    <a:pt x="233" y="602"/>
                  </a:lnTo>
                  <a:lnTo>
                    <a:pt x="233" y="600"/>
                  </a:lnTo>
                  <a:lnTo>
                    <a:pt x="231" y="589"/>
                  </a:lnTo>
                  <a:lnTo>
                    <a:pt x="231" y="589"/>
                  </a:lnTo>
                  <a:lnTo>
                    <a:pt x="229" y="587"/>
                  </a:lnTo>
                  <a:lnTo>
                    <a:pt x="229" y="585"/>
                  </a:lnTo>
                  <a:lnTo>
                    <a:pt x="229" y="585"/>
                  </a:lnTo>
                  <a:lnTo>
                    <a:pt x="227" y="585"/>
                  </a:lnTo>
                  <a:lnTo>
                    <a:pt x="224" y="583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18" y="585"/>
                  </a:lnTo>
                  <a:lnTo>
                    <a:pt x="216" y="585"/>
                  </a:lnTo>
                  <a:lnTo>
                    <a:pt x="201" y="594"/>
                  </a:lnTo>
                  <a:lnTo>
                    <a:pt x="199" y="594"/>
                  </a:lnTo>
                  <a:lnTo>
                    <a:pt x="196" y="596"/>
                  </a:lnTo>
                  <a:lnTo>
                    <a:pt x="196" y="596"/>
                  </a:lnTo>
                  <a:lnTo>
                    <a:pt x="194" y="598"/>
                  </a:lnTo>
                  <a:lnTo>
                    <a:pt x="192" y="600"/>
                  </a:lnTo>
                  <a:lnTo>
                    <a:pt x="190" y="600"/>
                  </a:lnTo>
                  <a:lnTo>
                    <a:pt x="190" y="600"/>
                  </a:lnTo>
                  <a:lnTo>
                    <a:pt x="188" y="600"/>
                  </a:lnTo>
                  <a:lnTo>
                    <a:pt x="186" y="598"/>
                  </a:lnTo>
                  <a:lnTo>
                    <a:pt x="186" y="596"/>
                  </a:lnTo>
                  <a:lnTo>
                    <a:pt x="186" y="596"/>
                  </a:lnTo>
                  <a:lnTo>
                    <a:pt x="181" y="587"/>
                  </a:lnTo>
                  <a:lnTo>
                    <a:pt x="181" y="587"/>
                  </a:lnTo>
                  <a:lnTo>
                    <a:pt x="183" y="585"/>
                  </a:lnTo>
                  <a:lnTo>
                    <a:pt x="183" y="585"/>
                  </a:lnTo>
                  <a:lnTo>
                    <a:pt x="183" y="583"/>
                  </a:lnTo>
                  <a:lnTo>
                    <a:pt x="186" y="578"/>
                  </a:lnTo>
                  <a:lnTo>
                    <a:pt x="188" y="576"/>
                  </a:lnTo>
                  <a:lnTo>
                    <a:pt x="188" y="574"/>
                  </a:lnTo>
                  <a:lnTo>
                    <a:pt x="186" y="574"/>
                  </a:lnTo>
                  <a:lnTo>
                    <a:pt x="186" y="572"/>
                  </a:lnTo>
                  <a:lnTo>
                    <a:pt x="183" y="572"/>
                  </a:lnTo>
                  <a:lnTo>
                    <a:pt x="183" y="572"/>
                  </a:lnTo>
                  <a:close/>
                  <a:moveTo>
                    <a:pt x="127" y="367"/>
                  </a:moveTo>
                  <a:lnTo>
                    <a:pt x="127" y="373"/>
                  </a:lnTo>
                  <a:lnTo>
                    <a:pt x="127" y="373"/>
                  </a:lnTo>
                  <a:lnTo>
                    <a:pt x="127" y="375"/>
                  </a:lnTo>
                  <a:lnTo>
                    <a:pt x="130" y="375"/>
                  </a:lnTo>
                  <a:lnTo>
                    <a:pt x="130" y="375"/>
                  </a:lnTo>
                  <a:lnTo>
                    <a:pt x="130" y="378"/>
                  </a:lnTo>
                  <a:lnTo>
                    <a:pt x="132" y="378"/>
                  </a:lnTo>
                  <a:lnTo>
                    <a:pt x="132" y="380"/>
                  </a:lnTo>
                  <a:lnTo>
                    <a:pt x="130" y="380"/>
                  </a:lnTo>
                  <a:lnTo>
                    <a:pt x="117" y="388"/>
                  </a:lnTo>
                  <a:lnTo>
                    <a:pt x="99" y="397"/>
                  </a:lnTo>
                  <a:lnTo>
                    <a:pt x="97" y="397"/>
                  </a:lnTo>
                  <a:lnTo>
                    <a:pt x="97" y="399"/>
                  </a:lnTo>
                  <a:lnTo>
                    <a:pt x="95" y="399"/>
                  </a:lnTo>
                  <a:lnTo>
                    <a:pt x="93" y="397"/>
                  </a:lnTo>
                  <a:lnTo>
                    <a:pt x="93" y="397"/>
                  </a:lnTo>
                  <a:lnTo>
                    <a:pt x="91" y="397"/>
                  </a:lnTo>
                  <a:lnTo>
                    <a:pt x="89" y="395"/>
                  </a:lnTo>
                  <a:lnTo>
                    <a:pt x="89" y="393"/>
                  </a:lnTo>
                  <a:lnTo>
                    <a:pt x="89" y="393"/>
                  </a:lnTo>
                  <a:lnTo>
                    <a:pt x="89" y="391"/>
                  </a:lnTo>
                  <a:lnTo>
                    <a:pt x="89" y="388"/>
                  </a:lnTo>
                  <a:lnTo>
                    <a:pt x="91" y="386"/>
                  </a:lnTo>
                  <a:lnTo>
                    <a:pt x="91" y="384"/>
                  </a:lnTo>
                  <a:lnTo>
                    <a:pt x="91" y="378"/>
                  </a:lnTo>
                  <a:lnTo>
                    <a:pt x="91" y="375"/>
                  </a:lnTo>
                  <a:lnTo>
                    <a:pt x="93" y="371"/>
                  </a:lnTo>
                  <a:lnTo>
                    <a:pt x="93" y="369"/>
                  </a:lnTo>
                  <a:lnTo>
                    <a:pt x="93" y="367"/>
                  </a:lnTo>
                  <a:lnTo>
                    <a:pt x="97" y="360"/>
                  </a:lnTo>
                  <a:lnTo>
                    <a:pt x="108" y="360"/>
                  </a:lnTo>
                  <a:lnTo>
                    <a:pt x="112" y="360"/>
                  </a:lnTo>
                  <a:lnTo>
                    <a:pt x="119" y="363"/>
                  </a:lnTo>
                  <a:lnTo>
                    <a:pt x="123" y="360"/>
                  </a:lnTo>
                  <a:lnTo>
                    <a:pt x="125" y="363"/>
                  </a:lnTo>
                  <a:lnTo>
                    <a:pt x="127" y="363"/>
                  </a:lnTo>
                  <a:lnTo>
                    <a:pt x="127" y="365"/>
                  </a:lnTo>
                  <a:lnTo>
                    <a:pt x="127" y="367"/>
                  </a:lnTo>
                  <a:lnTo>
                    <a:pt x="127" y="367"/>
                  </a:lnTo>
                  <a:close/>
                  <a:moveTo>
                    <a:pt x="33" y="429"/>
                  </a:moveTo>
                  <a:lnTo>
                    <a:pt x="35" y="432"/>
                  </a:lnTo>
                  <a:lnTo>
                    <a:pt x="35" y="432"/>
                  </a:lnTo>
                  <a:lnTo>
                    <a:pt x="35" y="432"/>
                  </a:lnTo>
                  <a:lnTo>
                    <a:pt x="35" y="434"/>
                  </a:lnTo>
                  <a:lnTo>
                    <a:pt x="35" y="434"/>
                  </a:lnTo>
                  <a:lnTo>
                    <a:pt x="33" y="436"/>
                  </a:lnTo>
                  <a:lnTo>
                    <a:pt x="33" y="436"/>
                  </a:lnTo>
                  <a:lnTo>
                    <a:pt x="33" y="438"/>
                  </a:lnTo>
                  <a:lnTo>
                    <a:pt x="33" y="438"/>
                  </a:lnTo>
                  <a:lnTo>
                    <a:pt x="30" y="438"/>
                  </a:lnTo>
                  <a:lnTo>
                    <a:pt x="22" y="442"/>
                  </a:lnTo>
                  <a:lnTo>
                    <a:pt x="20" y="442"/>
                  </a:lnTo>
                  <a:lnTo>
                    <a:pt x="20" y="442"/>
                  </a:lnTo>
                  <a:lnTo>
                    <a:pt x="20" y="442"/>
                  </a:lnTo>
                  <a:lnTo>
                    <a:pt x="18" y="442"/>
                  </a:lnTo>
                  <a:lnTo>
                    <a:pt x="18" y="440"/>
                  </a:lnTo>
                  <a:lnTo>
                    <a:pt x="15" y="432"/>
                  </a:lnTo>
                  <a:lnTo>
                    <a:pt x="13" y="432"/>
                  </a:lnTo>
                  <a:lnTo>
                    <a:pt x="13" y="432"/>
                  </a:lnTo>
                  <a:lnTo>
                    <a:pt x="15" y="429"/>
                  </a:lnTo>
                  <a:lnTo>
                    <a:pt x="15" y="429"/>
                  </a:lnTo>
                  <a:lnTo>
                    <a:pt x="15" y="429"/>
                  </a:lnTo>
                  <a:lnTo>
                    <a:pt x="26" y="425"/>
                  </a:lnTo>
                  <a:lnTo>
                    <a:pt x="28" y="427"/>
                  </a:lnTo>
                  <a:lnTo>
                    <a:pt x="30" y="427"/>
                  </a:lnTo>
                  <a:lnTo>
                    <a:pt x="30" y="427"/>
                  </a:lnTo>
                  <a:lnTo>
                    <a:pt x="33" y="429"/>
                  </a:lnTo>
                  <a:lnTo>
                    <a:pt x="33" y="429"/>
                  </a:lnTo>
                  <a:close/>
                  <a:moveTo>
                    <a:pt x="13" y="447"/>
                  </a:moveTo>
                  <a:lnTo>
                    <a:pt x="11" y="447"/>
                  </a:lnTo>
                  <a:lnTo>
                    <a:pt x="11" y="447"/>
                  </a:lnTo>
                  <a:lnTo>
                    <a:pt x="11" y="449"/>
                  </a:lnTo>
                  <a:lnTo>
                    <a:pt x="9" y="449"/>
                  </a:lnTo>
                  <a:lnTo>
                    <a:pt x="2" y="449"/>
                  </a:lnTo>
                  <a:lnTo>
                    <a:pt x="0" y="449"/>
                  </a:lnTo>
                  <a:lnTo>
                    <a:pt x="0" y="449"/>
                  </a:lnTo>
                  <a:lnTo>
                    <a:pt x="0" y="447"/>
                  </a:lnTo>
                  <a:lnTo>
                    <a:pt x="0" y="447"/>
                  </a:lnTo>
                  <a:lnTo>
                    <a:pt x="0" y="447"/>
                  </a:lnTo>
                  <a:lnTo>
                    <a:pt x="0" y="445"/>
                  </a:lnTo>
                  <a:lnTo>
                    <a:pt x="2" y="445"/>
                  </a:lnTo>
                  <a:lnTo>
                    <a:pt x="2" y="445"/>
                  </a:lnTo>
                  <a:lnTo>
                    <a:pt x="2" y="445"/>
                  </a:lnTo>
                  <a:lnTo>
                    <a:pt x="11" y="445"/>
                  </a:lnTo>
                  <a:lnTo>
                    <a:pt x="13" y="447"/>
                  </a:lnTo>
                  <a:lnTo>
                    <a:pt x="13" y="447"/>
                  </a:lnTo>
                  <a:lnTo>
                    <a:pt x="13" y="44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13" name="Freeform 15">
              <a:extLst>
                <a:ext uri="{FF2B5EF4-FFF2-40B4-BE49-F238E27FC236}">
                  <a16:creationId xmlns:a16="http://schemas.microsoft.com/office/drawing/2014/main" id="{BF73CE96-1A3E-6F28-12CB-CEAC4E16F7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12231" y="3147780"/>
              <a:ext cx="267473" cy="326460"/>
            </a:xfrm>
            <a:custGeom>
              <a:avLst/>
              <a:gdLst/>
              <a:ahLst/>
              <a:cxnLst>
                <a:cxn ang="0">
                  <a:pos x="43" y="159"/>
                </a:cxn>
                <a:cxn ang="0">
                  <a:pos x="93" y="97"/>
                </a:cxn>
                <a:cxn ang="0">
                  <a:pos x="118" y="51"/>
                </a:cxn>
                <a:cxn ang="0">
                  <a:pos x="121" y="8"/>
                </a:cxn>
                <a:cxn ang="0">
                  <a:pos x="162" y="32"/>
                </a:cxn>
                <a:cxn ang="0">
                  <a:pos x="192" y="73"/>
                </a:cxn>
                <a:cxn ang="0">
                  <a:pos x="263" y="95"/>
                </a:cxn>
                <a:cxn ang="0">
                  <a:pos x="258" y="114"/>
                </a:cxn>
                <a:cxn ang="0">
                  <a:pos x="254" y="125"/>
                </a:cxn>
                <a:cxn ang="0">
                  <a:pos x="250" y="129"/>
                </a:cxn>
                <a:cxn ang="0">
                  <a:pos x="248" y="127"/>
                </a:cxn>
                <a:cxn ang="0">
                  <a:pos x="248" y="123"/>
                </a:cxn>
                <a:cxn ang="0">
                  <a:pos x="243" y="121"/>
                </a:cxn>
                <a:cxn ang="0">
                  <a:pos x="228" y="125"/>
                </a:cxn>
                <a:cxn ang="0">
                  <a:pos x="228" y="134"/>
                </a:cxn>
                <a:cxn ang="0">
                  <a:pos x="237" y="164"/>
                </a:cxn>
                <a:cxn ang="0">
                  <a:pos x="228" y="177"/>
                </a:cxn>
                <a:cxn ang="0">
                  <a:pos x="222" y="181"/>
                </a:cxn>
                <a:cxn ang="0">
                  <a:pos x="220" y="181"/>
                </a:cxn>
                <a:cxn ang="0">
                  <a:pos x="218" y="172"/>
                </a:cxn>
                <a:cxn ang="0">
                  <a:pos x="209" y="157"/>
                </a:cxn>
                <a:cxn ang="0">
                  <a:pos x="207" y="177"/>
                </a:cxn>
                <a:cxn ang="0">
                  <a:pos x="218" y="198"/>
                </a:cxn>
                <a:cxn ang="0">
                  <a:pos x="202" y="213"/>
                </a:cxn>
                <a:cxn ang="0">
                  <a:pos x="194" y="237"/>
                </a:cxn>
                <a:cxn ang="0">
                  <a:pos x="190" y="250"/>
                </a:cxn>
                <a:cxn ang="0">
                  <a:pos x="187" y="252"/>
                </a:cxn>
                <a:cxn ang="0">
                  <a:pos x="174" y="254"/>
                </a:cxn>
                <a:cxn ang="0">
                  <a:pos x="170" y="257"/>
                </a:cxn>
                <a:cxn ang="0">
                  <a:pos x="164" y="263"/>
                </a:cxn>
                <a:cxn ang="0">
                  <a:pos x="118" y="283"/>
                </a:cxn>
                <a:cxn ang="0">
                  <a:pos x="77" y="298"/>
                </a:cxn>
                <a:cxn ang="0">
                  <a:pos x="62" y="304"/>
                </a:cxn>
                <a:cxn ang="0">
                  <a:pos x="45" y="317"/>
                </a:cxn>
                <a:cxn ang="0">
                  <a:pos x="30" y="321"/>
                </a:cxn>
                <a:cxn ang="0">
                  <a:pos x="28" y="317"/>
                </a:cxn>
                <a:cxn ang="0">
                  <a:pos x="28" y="287"/>
                </a:cxn>
                <a:cxn ang="0">
                  <a:pos x="28" y="261"/>
                </a:cxn>
                <a:cxn ang="0">
                  <a:pos x="17" y="244"/>
                </a:cxn>
                <a:cxn ang="0">
                  <a:pos x="6" y="239"/>
                </a:cxn>
                <a:cxn ang="0">
                  <a:pos x="0" y="235"/>
                </a:cxn>
                <a:cxn ang="0">
                  <a:pos x="224" y="244"/>
                </a:cxn>
                <a:cxn ang="0">
                  <a:pos x="228" y="287"/>
                </a:cxn>
                <a:cxn ang="0">
                  <a:pos x="209" y="302"/>
                </a:cxn>
                <a:cxn ang="0">
                  <a:pos x="198" y="304"/>
                </a:cxn>
                <a:cxn ang="0">
                  <a:pos x="198" y="298"/>
                </a:cxn>
                <a:cxn ang="0">
                  <a:pos x="202" y="278"/>
                </a:cxn>
                <a:cxn ang="0">
                  <a:pos x="198" y="272"/>
                </a:cxn>
                <a:cxn ang="0">
                  <a:pos x="196" y="267"/>
                </a:cxn>
                <a:cxn ang="0">
                  <a:pos x="194" y="259"/>
                </a:cxn>
                <a:cxn ang="0">
                  <a:pos x="207" y="220"/>
                </a:cxn>
                <a:cxn ang="0">
                  <a:pos x="224" y="207"/>
                </a:cxn>
                <a:cxn ang="0">
                  <a:pos x="226" y="209"/>
                </a:cxn>
                <a:cxn ang="0">
                  <a:pos x="243" y="233"/>
                </a:cxn>
                <a:cxn ang="0">
                  <a:pos x="239" y="254"/>
                </a:cxn>
                <a:cxn ang="0">
                  <a:pos x="237" y="257"/>
                </a:cxn>
                <a:cxn ang="0">
                  <a:pos x="235" y="231"/>
                </a:cxn>
                <a:cxn ang="0">
                  <a:pos x="241" y="224"/>
                </a:cxn>
                <a:cxn ang="0">
                  <a:pos x="243" y="229"/>
                </a:cxn>
              </a:cxnLst>
              <a:rect l="0" t="0" r="r" b="b"/>
              <a:pathLst>
                <a:path w="263" h="321">
                  <a:moveTo>
                    <a:pt x="0" y="235"/>
                  </a:moveTo>
                  <a:lnTo>
                    <a:pt x="13" y="196"/>
                  </a:lnTo>
                  <a:lnTo>
                    <a:pt x="24" y="175"/>
                  </a:lnTo>
                  <a:lnTo>
                    <a:pt x="43" y="159"/>
                  </a:lnTo>
                  <a:lnTo>
                    <a:pt x="71" y="125"/>
                  </a:lnTo>
                  <a:lnTo>
                    <a:pt x="80" y="110"/>
                  </a:lnTo>
                  <a:lnTo>
                    <a:pt x="82" y="99"/>
                  </a:lnTo>
                  <a:lnTo>
                    <a:pt x="93" y="97"/>
                  </a:lnTo>
                  <a:lnTo>
                    <a:pt x="95" y="90"/>
                  </a:lnTo>
                  <a:lnTo>
                    <a:pt x="103" y="80"/>
                  </a:lnTo>
                  <a:lnTo>
                    <a:pt x="112" y="62"/>
                  </a:lnTo>
                  <a:lnTo>
                    <a:pt x="118" y="51"/>
                  </a:lnTo>
                  <a:lnTo>
                    <a:pt x="118" y="43"/>
                  </a:lnTo>
                  <a:lnTo>
                    <a:pt x="116" y="30"/>
                  </a:lnTo>
                  <a:lnTo>
                    <a:pt x="116" y="19"/>
                  </a:lnTo>
                  <a:lnTo>
                    <a:pt x="121" y="8"/>
                  </a:lnTo>
                  <a:lnTo>
                    <a:pt x="127" y="2"/>
                  </a:lnTo>
                  <a:lnTo>
                    <a:pt x="133" y="0"/>
                  </a:lnTo>
                  <a:lnTo>
                    <a:pt x="149" y="2"/>
                  </a:lnTo>
                  <a:lnTo>
                    <a:pt x="162" y="32"/>
                  </a:lnTo>
                  <a:lnTo>
                    <a:pt x="170" y="51"/>
                  </a:lnTo>
                  <a:lnTo>
                    <a:pt x="177" y="60"/>
                  </a:lnTo>
                  <a:lnTo>
                    <a:pt x="183" y="67"/>
                  </a:lnTo>
                  <a:lnTo>
                    <a:pt x="192" y="73"/>
                  </a:lnTo>
                  <a:lnTo>
                    <a:pt x="211" y="82"/>
                  </a:lnTo>
                  <a:lnTo>
                    <a:pt x="235" y="90"/>
                  </a:lnTo>
                  <a:lnTo>
                    <a:pt x="248" y="93"/>
                  </a:lnTo>
                  <a:lnTo>
                    <a:pt x="263" y="95"/>
                  </a:lnTo>
                  <a:lnTo>
                    <a:pt x="263" y="95"/>
                  </a:lnTo>
                  <a:lnTo>
                    <a:pt x="261" y="103"/>
                  </a:lnTo>
                  <a:lnTo>
                    <a:pt x="261" y="105"/>
                  </a:lnTo>
                  <a:lnTo>
                    <a:pt x="258" y="114"/>
                  </a:lnTo>
                  <a:lnTo>
                    <a:pt x="256" y="118"/>
                  </a:lnTo>
                  <a:lnTo>
                    <a:pt x="256" y="121"/>
                  </a:lnTo>
                  <a:lnTo>
                    <a:pt x="256" y="123"/>
                  </a:lnTo>
                  <a:lnTo>
                    <a:pt x="254" y="125"/>
                  </a:lnTo>
                  <a:lnTo>
                    <a:pt x="254" y="127"/>
                  </a:lnTo>
                  <a:lnTo>
                    <a:pt x="254" y="127"/>
                  </a:lnTo>
                  <a:lnTo>
                    <a:pt x="252" y="129"/>
                  </a:lnTo>
                  <a:lnTo>
                    <a:pt x="250" y="129"/>
                  </a:lnTo>
                  <a:lnTo>
                    <a:pt x="250" y="129"/>
                  </a:lnTo>
                  <a:lnTo>
                    <a:pt x="248" y="129"/>
                  </a:lnTo>
                  <a:lnTo>
                    <a:pt x="248" y="127"/>
                  </a:lnTo>
                  <a:lnTo>
                    <a:pt x="248" y="127"/>
                  </a:lnTo>
                  <a:lnTo>
                    <a:pt x="248" y="125"/>
                  </a:lnTo>
                  <a:lnTo>
                    <a:pt x="248" y="125"/>
                  </a:lnTo>
                  <a:lnTo>
                    <a:pt x="248" y="123"/>
                  </a:lnTo>
                  <a:lnTo>
                    <a:pt x="248" y="123"/>
                  </a:lnTo>
                  <a:lnTo>
                    <a:pt x="248" y="123"/>
                  </a:lnTo>
                  <a:lnTo>
                    <a:pt x="246" y="121"/>
                  </a:lnTo>
                  <a:lnTo>
                    <a:pt x="243" y="121"/>
                  </a:lnTo>
                  <a:lnTo>
                    <a:pt x="243" y="121"/>
                  </a:lnTo>
                  <a:lnTo>
                    <a:pt x="241" y="121"/>
                  </a:lnTo>
                  <a:lnTo>
                    <a:pt x="228" y="123"/>
                  </a:lnTo>
                  <a:lnTo>
                    <a:pt x="228" y="123"/>
                  </a:lnTo>
                  <a:lnTo>
                    <a:pt x="228" y="125"/>
                  </a:lnTo>
                  <a:lnTo>
                    <a:pt x="228" y="134"/>
                  </a:lnTo>
                  <a:lnTo>
                    <a:pt x="228" y="134"/>
                  </a:lnTo>
                  <a:lnTo>
                    <a:pt x="228" y="134"/>
                  </a:lnTo>
                  <a:lnTo>
                    <a:pt x="228" y="134"/>
                  </a:lnTo>
                  <a:lnTo>
                    <a:pt x="235" y="140"/>
                  </a:lnTo>
                  <a:lnTo>
                    <a:pt x="237" y="159"/>
                  </a:lnTo>
                  <a:lnTo>
                    <a:pt x="237" y="162"/>
                  </a:lnTo>
                  <a:lnTo>
                    <a:pt x="237" y="164"/>
                  </a:lnTo>
                  <a:lnTo>
                    <a:pt x="235" y="168"/>
                  </a:lnTo>
                  <a:lnTo>
                    <a:pt x="233" y="170"/>
                  </a:lnTo>
                  <a:lnTo>
                    <a:pt x="233" y="170"/>
                  </a:lnTo>
                  <a:lnTo>
                    <a:pt x="228" y="177"/>
                  </a:lnTo>
                  <a:lnTo>
                    <a:pt x="226" y="179"/>
                  </a:lnTo>
                  <a:lnTo>
                    <a:pt x="224" y="181"/>
                  </a:lnTo>
                  <a:lnTo>
                    <a:pt x="224" y="181"/>
                  </a:lnTo>
                  <a:lnTo>
                    <a:pt x="222" y="181"/>
                  </a:lnTo>
                  <a:lnTo>
                    <a:pt x="222" y="181"/>
                  </a:lnTo>
                  <a:lnTo>
                    <a:pt x="220" y="181"/>
                  </a:lnTo>
                  <a:lnTo>
                    <a:pt x="220" y="181"/>
                  </a:lnTo>
                  <a:lnTo>
                    <a:pt x="220" y="181"/>
                  </a:lnTo>
                  <a:lnTo>
                    <a:pt x="218" y="179"/>
                  </a:lnTo>
                  <a:lnTo>
                    <a:pt x="218" y="177"/>
                  </a:lnTo>
                  <a:lnTo>
                    <a:pt x="218" y="175"/>
                  </a:lnTo>
                  <a:lnTo>
                    <a:pt x="218" y="172"/>
                  </a:lnTo>
                  <a:lnTo>
                    <a:pt x="218" y="170"/>
                  </a:lnTo>
                  <a:lnTo>
                    <a:pt x="211" y="159"/>
                  </a:lnTo>
                  <a:lnTo>
                    <a:pt x="209" y="157"/>
                  </a:lnTo>
                  <a:lnTo>
                    <a:pt x="209" y="157"/>
                  </a:lnTo>
                  <a:lnTo>
                    <a:pt x="209" y="159"/>
                  </a:lnTo>
                  <a:lnTo>
                    <a:pt x="205" y="170"/>
                  </a:lnTo>
                  <a:lnTo>
                    <a:pt x="205" y="172"/>
                  </a:lnTo>
                  <a:lnTo>
                    <a:pt x="207" y="177"/>
                  </a:lnTo>
                  <a:lnTo>
                    <a:pt x="213" y="188"/>
                  </a:lnTo>
                  <a:lnTo>
                    <a:pt x="218" y="190"/>
                  </a:lnTo>
                  <a:lnTo>
                    <a:pt x="218" y="196"/>
                  </a:lnTo>
                  <a:lnTo>
                    <a:pt x="218" y="198"/>
                  </a:lnTo>
                  <a:lnTo>
                    <a:pt x="213" y="201"/>
                  </a:lnTo>
                  <a:lnTo>
                    <a:pt x="205" y="211"/>
                  </a:lnTo>
                  <a:lnTo>
                    <a:pt x="205" y="213"/>
                  </a:lnTo>
                  <a:lnTo>
                    <a:pt x="202" y="213"/>
                  </a:lnTo>
                  <a:lnTo>
                    <a:pt x="194" y="231"/>
                  </a:lnTo>
                  <a:lnTo>
                    <a:pt x="194" y="233"/>
                  </a:lnTo>
                  <a:lnTo>
                    <a:pt x="194" y="233"/>
                  </a:lnTo>
                  <a:lnTo>
                    <a:pt x="194" y="237"/>
                  </a:lnTo>
                  <a:lnTo>
                    <a:pt x="192" y="239"/>
                  </a:lnTo>
                  <a:lnTo>
                    <a:pt x="192" y="244"/>
                  </a:lnTo>
                  <a:lnTo>
                    <a:pt x="192" y="248"/>
                  </a:lnTo>
                  <a:lnTo>
                    <a:pt x="190" y="250"/>
                  </a:lnTo>
                  <a:lnTo>
                    <a:pt x="190" y="250"/>
                  </a:lnTo>
                  <a:lnTo>
                    <a:pt x="190" y="252"/>
                  </a:lnTo>
                  <a:lnTo>
                    <a:pt x="187" y="252"/>
                  </a:lnTo>
                  <a:lnTo>
                    <a:pt x="187" y="252"/>
                  </a:lnTo>
                  <a:lnTo>
                    <a:pt x="185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4" y="254"/>
                  </a:lnTo>
                  <a:lnTo>
                    <a:pt x="172" y="254"/>
                  </a:lnTo>
                  <a:lnTo>
                    <a:pt x="172" y="254"/>
                  </a:lnTo>
                  <a:lnTo>
                    <a:pt x="172" y="257"/>
                  </a:lnTo>
                  <a:lnTo>
                    <a:pt x="170" y="257"/>
                  </a:lnTo>
                  <a:lnTo>
                    <a:pt x="170" y="259"/>
                  </a:lnTo>
                  <a:lnTo>
                    <a:pt x="166" y="261"/>
                  </a:lnTo>
                  <a:lnTo>
                    <a:pt x="166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38" y="274"/>
                  </a:lnTo>
                  <a:lnTo>
                    <a:pt x="118" y="283"/>
                  </a:lnTo>
                  <a:lnTo>
                    <a:pt x="112" y="285"/>
                  </a:lnTo>
                  <a:lnTo>
                    <a:pt x="108" y="285"/>
                  </a:lnTo>
                  <a:lnTo>
                    <a:pt x="95" y="291"/>
                  </a:lnTo>
                  <a:lnTo>
                    <a:pt x="77" y="298"/>
                  </a:lnTo>
                  <a:lnTo>
                    <a:pt x="71" y="300"/>
                  </a:lnTo>
                  <a:lnTo>
                    <a:pt x="67" y="304"/>
                  </a:lnTo>
                  <a:lnTo>
                    <a:pt x="65" y="304"/>
                  </a:lnTo>
                  <a:lnTo>
                    <a:pt x="62" y="304"/>
                  </a:lnTo>
                  <a:lnTo>
                    <a:pt x="60" y="306"/>
                  </a:lnTo>
                  <a:lnTo>
                    <a:pt x="49" y="313"/>
                  </a:lnTo>
                  <a:lnTo>
                    <a:pt x="45" y="315"/>
                  </a:lnTo>
                  <a:lnTo>
                    <a:pt x="45" y="317"/>
                  </a:lnTo>
                  <a:lnTo>
                    <a:pt x="39" y="319"/>
                  </a:lnTo>
                  <a:lnTo>
                    <a:pt x="39" y="319"/>
                  </a:lnTo>
                  <a:lnTo>
                    <a:pt x="37" y="319"/>
                  </a:lnTo>
                  <a:lnTo>
                    <a:pt x="30" y="321"/>
                  </a:lnTo>
                  <a:lnTo>
                    <a:pt x="30" y="319"/>
                  </a:lnTo>
                  <a:lnTo>
                    <a:pt x="30" y="319"/>
                  </a:lnTo>
                  <a:lnTo>
                    <a:pt x="30" y="319"/>
                  </a:lnTo>
                  <a:lnTo>
                    <a:pt x="28" y="317"/>
                  </a:lnTo>
                  <a:lnTo>
                    <a:pt x="28" y="315"/>
                  </a:lnTo>
                  <a:lnTo>
                    <a:pt x="28" y="313"/>
                  </a:lnTo>
                  <a:lnTo>
                    <a:pt x="28" y="308"/>
                  </a:lnTo>
                  <a:lnTo>
                    <a:pt x="28" y="287"/>
                  </a:lnTo>
                  <a:lnTo>
                    <a:pt x="28" y="265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1"/>
                  </a:lnTo>
                  <a:lnTo>
                    <a:pt x="26" y="257"/>
                  </a:lnTo>
                  <a:lnTo>
                    <a:pt x="26" y="254"/>
                  </a:lnTo>
                  <a:lnTo>
                    <a:pt x="24" y="252"/>
                  </a:lnTo>
                  <a:lnTo>
                    <a:pt x="17" y="244"/>
                  </a:lnTo>
                  <a:lnTo>
                    <a:pt x="13" y="239"/>
                  </a:lnTo>
                  <a:lnTo>
                    <a:pt x="11" y="239"/>
                  </a:lnTo>
                  <a:lnTo>
                    <a:pt x="11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0" y="235"/>
                  </a:lnTo>
                  <a:lnTo>
                    <a:pt x="0" y="235"/>
                  </a:lnTo>
                  <a:close/>
                  <a:moveTo>
                    <a:pt x="224" y="213"/>
                  </a:moveTo>
                  <a:lnTo>
                    <a:pt x="224" y="222"/>
                  </a:lnTo>
                  <a:lnTo>
                    <a:pt x="222" y="224"/>
                  </a:lnTo>
                  <a:lnTo>
                    <a:pt x="224" y="244"/>
                  </a:lnTo>
                  <a:lnTo>
                    <a:pt x="226" y="254"/>
                  </a:lnTo>
                  <a:lnTo>
                    <a:pt x="228" y="259"/>
                  </a:lnTo>
                  <a:lnTo>
                    <a:pt x="230" y="272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11" y="300"/>
                  </a:lnTo>
                  <a:lnTo>
                    <a:pt x="209" y="302"/>
                  </a:lnTo>
                  <a:lnTo>
                    <a:pt x="209" y="302"/>
                  </a:lnTo>
                  <a:lnTo>
                    <a:pt x="207" y="302"/>
                  </a:lnTo>
                  <a:lnTo>
                    <a:pt x="202" y="304"/>
                  </a:lnTo>
                  <a:lnTo>
                    <a:pt x="198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0"/>
                  </a:lnTo>
                  <a:lnTo>
                    <a:pt x="198" y="298"/>
                  </a:lnTo>
                  <a:lnTo>
                    <a:pt x="200" y="293"/>
                  </a:lnTo>
                  <a:lnTo>
                    <a:pt x="200" y="293"/>
                  </a:lnTo>
                  <a:lnTo>
                    <a:pt x="202" y="287"/>
                  </a:lnTo>
                  <a:lnTo>
                    <a:pt x="202" y="278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4"/>
                  </a:lnTo>
                  <a:lnTo>
                    <a:pt x="198" y="272"/>
                  </a:lnTo>
                  <a:lnTo>
                    <a:pt x="198" y="272"/>
                  </a:lnTo>
                  <a:lnTo>
                    <a:pt x="196" y="270"/>
                  </a:lnTo>
                  <a:lnTo>
                    <a:pt x="196" y="270"/>
                  </a:lnTo>
                  <a:lnTo>
                    <a:pt x="196" y="267"/>
                  </a:lnTo>
                  <a:lnTo>
                    <a:pt x="194" y="263"/>
                  </a:lnTo>
                  <a:lnTo>
                    <a:pt x="194" y="261"/>
                  </a:lnTo>
                  <a:lnTo>
                    <a:pt x="194" y="261"/>
                  </a:lnTo>
                  <a:lnTo>
                    <a:pt x="194" y="259"/>
                  </a:lnTo>
                  <a:lnTo>
                    <a:pt x="194" y="257"/>
                  </a:lnTo>
                  <a:lnTo>
                    <a:pt x="194" y="254"/>
                  </a:lnTo>
                  <a:lnTo>
                    <a:pt x="200" y="233"/>
                  </a:lnTo>
                  <a:lnTo>
                    <a:pt x="207" y="220"/>
                  </a:lnTo>
                  <a:lnTo>
                    <a:pt x="207" y="218"/>
                  </a:lnTo>
                  <a:lnTo>
                    <a:pt x="224" y="207"/>
                  </a:lnTo>
                  <a:lnTo>
                    <a:pt x="224" y="207"/>
                  </a:lnTo>
                  <a:lnTo>
                    <a:pt x="224" y="207"/>
                  </a:lnTo>
                  <a:lnTo>
                    <a:pt x="224" y="207"/>
                  </a:lnTo>
                  <a:lnTo>
                    <a:pt x="226" y="207"/>
                  </a:lnTo>
                  <a:lnTo>
                    <a:pt x="226" y="207"/>
                  </a:lnTo>
                  <a:lnTo>
                    <a:pt x="226" y="209"/>
                  </a:lnTo>
                  <a:lnTo>
                    <a:pt x="224" y="213"/>
                  </a:lnTo>
                  <a:lnTo>
                    <a:pt x="224" y="213"/>
                  </a:lnTo>
                  <a:close/>
                  <a:moveTo>
                    <a:pt x="243" y="229"/>
                  </a:moveTo>
                  <a:lnTo>
                    <a:pt x="243" y="233"/>
                  </a:lnTo>
                  <a:lnTo>
                    <a:pt x="243" y="233"/>
                  </a:lnTo>
                  <a:lnTo>
                    <a:pt x="241" y="250"/>
                  </a:lnTo>
                  <a:lnTo>
                    <a:pt x="239" y="252"/>
                  </a:lnTo>
                  <a:lnTo>
                    <a:pt x="239" y="254"/>
                  </a:lnTo>
                  <a:lnTo>
                    <a:pt x="239" y="257"/>
                  </a:lnTo>
                  <a:lnTo>
                    <a:pt x="237" y="257"/>
                  </a:lnTo>
                  <a:lnTo>
                    <a:pt x="237" y="257"/>
                  </a:lnTo>
                  <a:lnTo>
                    <a:pt x="237" y="257"/>
                  </a:lnTo>
                  <a:lnTo>
                    <a:pt x="230" y="244"/>
                  </a:lnTo>
                  <a:lnTo>
                    <a:pt x="230" y="244"/>
                  </a:lnTo>
                  <a:lnTo>
                    <a:pt x="235" y="233"/>
                  </a:lnTo>
                  <a:lnTo>
                    <a:pt x="235" y="231"/>
                  </a:lnTo>
                  <a:lnTo>
                    <a:pt x="241" y="226"/>
                  </a:lnTo>
                  <a:lnTo>
                    <a:pt x="241" y="224"/>
                  </a:lnTo>
                  <a:lnTo>
                    <a:pt x="241" y="224"/>
                  </a:lnTo>
                  <a:lnTo>
                    <a:pt x="241" y="224"/>
                  </a:lnTo>
                  <a:lnTo>
                    <a:pt x="243" y="224"/>
                  </a:lnTo>
                  <a:lnTo>
                    <a:pt x="243" y="226"/>
                  </a:lnTo>
                  <a:lnTo>
                    <a:pt x="243" y="229"/>
                  </a:lnTo>
                  <a:lnTo>
                    <a:pt x="243" y="22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2BE7934E-D8C5-08B2-54B0-F72B8E211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900" y="2879290"/>
              <a:ext cx="605120" cy="520708"/>
            </a:xfrm>
            <a:custGeom>
              <a:avLst/>
              <a:gdLst/>
              <a:ahLst/>
              <a:cxnLst>
                <a:cxn ang="0">
                  <a:pos x="125" y="506"/>
                </a:cxn>
                <a:cxn ang="0">
                  <a:pos x="129" y="493"/>
                </a:cxn>
                <a:cxn ang="0">
                  <a:pos x="127" y="477"/>
                </a:cxn>
                <a:cxn ang="0">
                  <a:pos x="129" y="454"/>
                </a:cxn>
                <a:cxn ang="0">
                  <a:pos x="125" y="441"/>
                </a:cxn>
                <a:cxn ang="0">
                  <a:pos x="116" y="421"/>
                </a:cxn>
                <a:cxn ang="0">
                  <a:pos x="118" y="413"/>
                </a:cxn>
                <a:cxn ang="0">
                  <a:pos x="112" y="430"/>
                </a:cxn>
                <a:cxn ang="0">
                  <a:pos x="112" y="439"/>
                </a:cxn>
                <a:cxn ang="0">
                  <a:pos x="95" y="447"/>
                </a:cxn>
                <a:cxn ang="0">
                  <a:pos x="88" y="439"/>
                </a:cxn>
                <a:cxn ang="0">
                  <a:pos x="69" y="434"/>
                </a:cxn>
                <a:cxn ang="0">
                  <a:pos x="47" y="447"/>
                </a:cxn>
                <a:cxn ang="0">
                  <a:pos x="21" y="456"/>
                </a:cxn>
                <a:cxn ang="0">
                  <a:pos x="0" y="445"/>
                </a:cxn>
                <a:cxn ang="0">
                  <a:pos x="11" y="439"/>
                </a:cxn>
                <a:cxn ang="0">
                  <a:pos x="32" y="423"/>
                </a:cxn>
                <a:cxn ang="0">
                  <a:pos x="43" y="380"/>
                </a:cxn>
                <a:cxn ang="0">
                  <a:pos x="37" y="333"/>
                </a:cxn>
                <a:cxn ang="0">
                  <a:pos x="28" y="303"/>
                </a:cxn>
                <a:cxn ang="0">
                  <a:pos x="24" y="277"/>
                </a:cxn>
                <a:cxn ang="0">
                  <a:pos x="73" y="244"/>
                </a:cxn>
                <a:cxn ang="0">
                  <a:pos x="99" y="214"/>
                </a:cxn>
                <a:cxn ang="0">
                  <a:pos x="153" y="179"/>
                </a:cxn>
                <a:cxn ang="0">
                  <a:pos x="202" y="173"/>
                </a:cxn>
                <a:cxn ang="0">
                  <a:pos x="256" y="151"/>
                </a:cxn>
                <a:cxn ang="0">
                  <a:pos x="291" y="143"/>
                </a:cxn>
                <a:cxn ang="0">
                  <a:pos x="310" y="115"/>
                </a:cxn>
                <a:cxn ang="0">
                  <a:pos x="308" y="63"/>
                </a:cxn>
                <a:cxn ang="0">
                  <a:pos x="366" y="24"/>
                </a:cxn>
                <a:cxn ang="0">
                  <a:pos x="429" y="26"/>
                </a:cxn>
                <a:cxn ang="0">
                  <a:pos x="487" y="0"/>
                </a:cxn>
                <a:cxn ang="0">
                  <a:pos x="491" y="54"/>
                </a:cxn>
                <a:cxn ang="0">
                  <a:pos x="504" y="113"/>
                </a:cxn>
                <a:cxn ang="0">
                  <a:pos x="539" y="108"/>
                </a:cxn>
                <a:cxn ang="0">
                  <a:pos x="549" y="171"/>
                </a:cxn>
                <a:cxn ang="0">
                  <a:pos x="580" y="208"/>
                </a:cxn>
                <a:cxn ang="0">
                  <a:pos x="564" y="264"/>
                </a:cxn>
                <a:cxn ang="0">
                  <a:pos x="549" y="315"/>
                </a:cxn>
                <a:cxn ang="0">
                  <a:pos x="511" y="374"/>
                </a:cxn>
                <a:cxn ang="0">
                  <a:pos x="424" y="497"/>
                </a:cxn>
                <a:cxn ang="0">
                  <a:pos x="390" y="486"/>
                </a:cxn>
                <a:cxn ang="0">
                  <a:pos x="353" y="501"/>
                </a:cxn>
                <a:cxn ang="0">
                  <a:pos x="340" y="497"/>
                </a:cxn>
                <a:cxn ang="0">
                  <a:pos x="343" y="486"/>
                </a:cxn>
                <a:cxn ang="0">
                  <a:pos x="343" y="469"/>
                </a:cxn>
                <a:cxn ang="0">
                  <a:pos x="323" y="467"/>
                </a:cxn>
                <a:cxn ang="0">
                  <a:pos x="319" y="473"/>
                </a:cxn>
                <a:cxn ang="0">
                  <a:pos x="295" y="465"/>
                </a:cxn>
                <a:cxn ang="0">
                  <a:pos x="261" y="454"/>
                </a:cxn>
                <a:cxn ang="0">
                  <a:pos x="263" y="460"/>
                </a:cxn>
                <a:cxn ang="0">
                  <a:pos x="246" y="480"/>
                </a:cxn>
                <a:cxn ang="0">
                  <a:pos x="228" y="493"/>
                </a:cxn>
                <a:cxn ang="0">
                  <a:pos x="211" y="497"/>
                </a:cxn>
                <a:cxn ang="0">
                  <a:pos x="192" y="484"/>
                </a:cxn>
                <a:cxn ang="0">
                  <a:pos x="172" y="484"/>
                </a:cxn>
                <a:cxn ang="0">
                  <a:pos x="144" y="508"/>
                </a:cxn>
              </a:cxnLst>
              <a:rect l="0" t="0" r="r" b="b"/>
              <a:pathLst>
                <a:path w="595" h="512">
                  <a:moveTo>
                    <a:pt x="136" y="512"/>
                  </a:moveTo>
                  <a:lnTo>
                    <a:pt x="136" y="512"/>
                  </a:lnTo>
                  <a:lnTo>
                    <a:pt x="134" y="512"/>
                  </a:lnTo>
                  <a:lnTo>
                    <a:pt x="125" y="508"/>
                  </a:lnTo>
                  <a:lnTo>
                    <a:pt x="125" y="508"/>
                  </a:lnTo>
                  <a:lnTo>
                    <a:pt x="125" y="506"/>
                  </a:lnTo>
                  <a:lnTo>
                    <a:pt x="127" y="503"/>
                  </a:lnTo>
                  <a:lnTo>
                    <a:pt x="127" y="503"/>
                  </a:lnTo>
                  <a:lnTo>
                    <a:pt x="129" y="499"/>
                  </a:lnTo>
                  <a:lnTo>
                    <a:pt x="129" y="495"/>
                  </a:lnTo>
                  <a:lnTo>
                    <a:pt x="129" y="495"/>
                  </a:lnTo>
                  <a:lnTo>
                    <a:pt x="129" y="493"/>
                  </a:lnTo>
                  <a:lnTo>
                    <a:pt x="129" y="488"/>
                  </a:lnTo>
                  <a:lnTo>
                    <a:pt x="129" y="488"/>
                  </a:lnTo>
                  <a:lnTo>
                    <a:pt x="129" y="486"/>
                  </a:lnTo>
                  <a:lnTo>
                    <a:pt x="129" y="480"/>
                  </a:lnTo>
                  <a:lnTo>
                    <a:pt x="129" y="480"/>
                  </a:lnTo>
                  <a:lnTo>
                    <a:pt x="127" y="477"/>
                  </a:lnTo>
                  <a:lnTo>
                    <a:pt x="127" y="467"/>
                  </a:lnTo>
                  <a:lnTo>
                    <a:pt x="127" y="462"/>
                  </a:lnTo>
                  <a:lnTo>
                    <a:pt x="127" y="460"/>
                  </a:lnTo>
                  <a:lnTo>
                    <a:pt x="127" y="458"/>
                  </a:lnTo>
                  <a:lnTo>
                    <a:pt x="129" y="454"/>
                  </a:lnTo>
                  <a:lnTo>
                    <a:pt x="129" y="454"/>
                  </a:lnTo>
                  <a:lnTo>
                    <a:pt x="129" y="452"/>
                  </a:lnTo>
                  <a:lnTo>
                    <a:pt x="129" y="449"/>
                  </a:lnTo>
                  <a:lnTo>
                    <a:pt x="127" y="447"/>
                  </a:lnTo>
                  <a:lnTo>
                    <a:pt x="127" y="445"/>
                  </a:lnTo>
                  <a:lnTo>
                    <a:pt x="125" y="443"/>
                  </a:lnTo>
                  <a:lnTo>
                    <a:pt x="125" y="441"/>
                  </a:lnTo>
                  <a:lnTo>
                    <a:pt x="121" y="434"/>
                  </a:lnTo>
                  <a:lnTo>
                    <a:pt x="121" y="434"/>
                  </a:lnTo>
                  <a:lnTo>
                    <a:pt x="118" y="432"/>
                  </a:lnTo>
                  <a:lnTo>
                    <a:pt x="116" y="421"/>
                  </a:lnTo>
                  <a:lnTo>
                    <a:pt x="116" y="421"/>
                  </a:lnTo>
                  <a:lnTo>
                    <a:pt x="116" y="421"/>
                  </a:lnTo>
                  <a:lnTo>
                    <a:pt x="116" y="419"/>
                  </a:lnTo>
                  <a:lnTo>
                    <a:pt x="118" y="417"/>
                  </a:lnTo>
                  <a:lnTo>
                    <a:pt x="118" y="415"/>
                  </a:lnTo>
                  <a:lnTo>
                    <a:pt x="118" y="415"/>
                  </a:lnTo>
                  <a:lnTo>
                    <a:pt x="118" y="415"/>
                  </a:lnTo>
                  <a:lnTo>
                    <a:pt x="118" y="413"/>
                  </a:lnTo>
                  <a:lnTo>
                    <a:pt x="118" y="415"/>
                  </a:lnTo>
                  <a:lnTo>
                    <a:pt x="116" y="415"/>
                  </a:lnTo>
                  <a:lnTo>
                    <a:pt x="114" y="417"/>
                  </a:lnTo>
                  <a:lnTo>
                    <a:pt x="114" y="419"/>
                  </a:lnTo>
                  <a:lnTo>
                    <a:pt x="114" y="419"/>
                  </a:lnTo>
                  <a:lnTo>
                    <a:pt x="112" y="430"/>
                  </a:lnTo>
                  <a:lnTo>
                    <a:pt x="112" y="436"/>
                  </a:lnTo>
                  <a:lnTo>
                    <a:pt x="114" y="436"/>
                  </a:lnTo>
                  <a:lnTo>
                    <a:pt x="114" y="436"/>
                  </a:lnTo>
                  <a:lnTo>
                    <a:pt x="114" y="436"/>
                  </a:lnTo>
                  <a:lnTo>
                    <a:pt x="114" y="436"/>
                  </a:lnTo>
                  <a:lnTo>
                    <a:pt x="112" y="439"/>
                  </a:lnTo>
                  <a:lnTo>
                    <a:pt x="99" y="445"/>
                  </a:lnTo>
                  <a:lnTo>
                    <a:pt x="99" y="445"/>
                  </a:lnTo>
                  <a:lnTo>
                    <a:pt x="97" y="447"/>
                  </a:lnTo>
                  <a:lnTo>
                    <a:pt x="95" y="447"/>
                  </a:lnTo>
                  <a:lnTo>
                    <a:pt x="95" y="447"/>
                  </a:lnTo>
                  <a:lnTo>
                    <a:pt x="95" y="447"/>
                  </a:lnTo>
                  <a:lnTo>
                    <a:pt x="93" y="447"/>
                  </a:lnTo>
                  <a:lnTo>
                    <a:pt x="93" y="445"/>
                  </a:lnTo>
                  <a:lnTo>
                    <a:pt x="93" y="443"/>
                  </a:lnTo>
                  <a:lnTo>
                    <a:pt x="90" y="441"/>
                  </a:lnTo>
                  <a:lnTo>
                    <a:pt x="88" y="439"/>
                  </a:lnTo>
                  <a:lnTo>
                    <a:pt x="88" y="43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4" y="436"/>
                  </a:lnTo>
                  <a:lnTo>
                    <a:pt x="80" y="436"/>
                  </a:lnTo>
                  <a:lnTo>
                    <a:pt x="69" y="434"/>
                  </a:lnTo>
                  <a:lnTo>
                    <a:pt x="69" y="434"/>
                  </a:lnTo>
                  <a:lnTo>
                    <a:pt x="67" y="436"/>
                  </a:lnTo>
                  <a:lnTo>
                    <a:pt x="58" y="441"/>
                  </a:lnTo>
                  <a:lnTo>
                    <a:pt x="49" y="445"/>
                  </a:lnTo>
                  <a:lnTo>
                    <a:pt x="49" y="445"/>
                  </a:lnTo>
                  <a:lnTo>
                    <a:pt x="47" y="445"/>
                  </a:lnTo>
                  <a:lnTo>
                    <a:pt x="47" y="447"/>
                  </a:lnTo>
                  <a:lnTo>
                    <a:pt x="39" y="452"/>
                  </a:lnTo>
                  <a:lnTo>
                    <a:pt x="37" y="452"/>
                  </a:lnTo>
                  <a:lnTo>
                    <a:pt x="34" y="454"/>
                  </a:lnTo>
                  <a:lnTo>
                    <a:pt x="26" y="456"/>
                  </a:lnTo>
                  <a:lnTo>
                    <a:pt x="24" y="456"/>
                  </a:lnTo>
                  <a:lnTo>
                    <a:pt x="21" y="456"/>
                  </a:lnTo>
                  <a:lnTo>
                    <a:pt x="19" y="456"/>
                  </a:lnTo>
                  <a:lnTo>
                    <a:pt x="2" y="447"/>
                  </a:lnTo>
                  <a:lnTo>
                    <a:pt x="0" y="447"/>
                  </a:lnTo>
                  <a:lnTo>
                    <a:pt x="0" y="447"/>
                  </a:lnTo>
                  <a:lnTo>
                    <a:pt x="0" y="447"/>
                  </a:lnTo>
                  <a:lnTo>
                    <a:pt x="0" y="445"/>
                  </a:lnTo>
                  <a:lnTo>
                    <a:pt x="2" y="443"/>
                  </a:lnTo>
                  <a:lnTo>
                    <a:pt x="4" y="443"/>
                  </a:lnTo>
                  <a:lnTo>
                    <a:pt x="4" y="441"/>
                  </a:lnTo>
                  <a:lnTo>
                    <a:pt x="6" y="441"/>
                  </a:lnTo>
                  <a:lnTo>
                    <a:pt x="9" y="439"/>
                  </a:lnTo>
                  <a:lnTo>
                    <a:pt x="11" y="439"/>
                  </a:lnTo>
                  <a:lnTo>
                    <a:pt x="15" y="436"/>
                  </a:lnTo>
                  <a:lnTo>
                    <a:pt x="15" y="436"/>
                  </a:lnTo>
                  <a:lnTo>
                    <a:pt x="26" y="432"/>
                  </a:lnTo>
                  <a:lnTo>
                    <a:pt x="26" y="432"/>
                  </a:lnTo>
                  <a:lnTo>
                    <a:pt x="26" y="432"/>
                  </a:lnTo>
                  <a:lnTo>
                    <a:pt x="32" y="423"/>
                  </a:lnTo>
                  <a:lnTo>
                    <a:pt x="41" y="419"/>
                  </a:lnTo>
                  <a:lnTo>
                    <a:pt x="49" y="417"/>
                  </a:lnTo>
                  <a:lnTo>
                    <a:pt x="52" y="411"/>
                  </a:lnTo>
                  <a:lnTo>
                    <a:pt x="49" y="400"/>
                  </a:lnTo>
                  <a:lnTo>
                    <a:pt x="45" y="391"/>
                  </a:lnTo>
                  <a:lnTo>
                    <a:pt x="43" y="380"/>
                  </a:lnTo>
                  <a:lnTo>
                    <a:pt x="41" y="374"/>
                  </a:lnTo>
                  <a:lnTo>
                    <a:pt x="41" y="367"/>
                  </a:lnTo>
                  <a:lnTo>
                    <a:pt x="37" y="361"/>
                  </a:lnTo>
                  <a:lnTo>
                    <a:pt x="34" y="354"/>
                  </a:lnTo>
                  <a:lnTo>
                    <a:pt x="34" y="341"/>
                  </a:lnTo>
                  <a:lnTo>
                    <a:pt x="37" y="333"/>
                  </a:lnTo>
                  <a:lnTo>
                    <a:pt x="39" y="328"/>
                  </a:lnTo>
                  <a:lnTo>
                    <a:pt x="39" y="324"/>
                  </a:lnTo>
                  <a:lnTo>
                    <a:pt x="34" y="318"/>
                  </a:lnTo>
                  <a:lnTo>
                    <a:pt x="30" y="315"/>
                  </a:lnTo>
                  <a:lnTo>
                    <a:pt x="28" y="311"/>
                  </a:lnTo>
                  <a:lnTo>
                    <a:pt x="28" y="303"/>
                  </a:lnTo>
                  <a:lnTo>
                    <a:pt x="28" y="298"/>
                  </a:lnTo>
                  <a:lnTo>
                    <a:pt x="26" y="292"/>
                  </a:lnTo>
                  <a:lnTo>
                    <a:pt x="21" y="287"/>
                  </a:lnTo>
                  <a:lnTo>
                    <a:pt x="19" y="285"/>
                  </a:lnTo>
                  <a:lnTo>
                    <a:pt x="17" y="281"/>
                  </a:lnTo>
                  <a:lnTo>
                    <a:pt x="24" y="277"/>
                  </a:lnTo>
                  <a:lnTo>
                    <a:pt x="32" y="270"/>
                  </a:lnTo>
                  <a:lnTo>
                    <a:pt x="39" y="270"/>
                  </a:lnTo>
                  <a:lnTo>
                    <a:pt x="45" y="262"/>
                  </a:lnTo>
                  <a:lnTo>
                    <a:pt x="52" y="257"/>
                  </a:lnTo>
                  <a:lnTo>
                    <a:pt x="65" y="255"/>
                  </a:lnTo>
                  <a:lnTo>
                    <a:pt x="73" y="244"/>
                  </a:lnTo>
                  <a:lnTo>
                    <a:pt x="84" y="238"/>
                  </a:lnTo>
                  <a:lnTo>
                    <a:pt x="88" y="238"/>
                  </a:lnTo>
                  <a:lnTo>
                    <a:pt x="93" y="233"/>
                  </a:lnTo>
                  <a:lnTo>
                    <a:pt x="93" y="227"/>
                  </a:lnTo>
                  <a:lnTo>
                    <a:pt x="95" y="220"/>
                  </a:lnTo>
                  <a:lnTo>
                    <a:pt x="99" y="214"/>
                  </a:lnTo>
                  <a:lnTo>
                    <a:pt x="103" y="208"/>
                  </a:lnTo>
                  <a:lnTo>
                    <a:pt x="121" y="199"/>
                  </a:lnTo>
                  <a:lnTo>
                    <a:pt x="134" y="188"/>
                  </a:lnTo>
                  <a:lnTo>
                    <a:pt x="142" y="186"/>
                  </a:lnTo>
                  <a:lnTo>
                    <a:pt x="146" y="186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9" y="175"/>
                  </a:lnTo>
                  <a:lnTo>
                    <a:pt x="166" y="171"/>
                  </a:lnTo>
                  <a:lnTo>
                    <a:pt x="168" y="169"/>
                  </a:lnTo>
                  <a:lnTo>
                    <a:pt x="185" y="173"/>
                  </a:lnTo>
                  <a:lnTo>
                    <a:pt x="202" y="173"/>
                  </a:lnTo>
                  <a:lnTo>
                    <a:pt x="222" y="169"/>
                  </a:lnTo>
                  <a:lnTo>
                    <a:pt x="228" y="166"/>
                  </a:lnTo>
                  <a:lnTo>
                    <a:pt x="237" y="158"/>
                  </a:lnTo>
                  <a:lnTo>
                    <a:pt x="241" y="158"/>
                  </a:lnTo>
                  <a:lnTo>
                    <a:pt x="248" y="158"/>
                  </a:lnTo>
                  <a:lnTo>
                    <a:pt x="256" y="151"/>
                  </a:lnTo>
                  <a:lnTo>
                    <a:pt x="267" y="149"/>
                  </a:lnTo>
                  <a:lnTo>
                    <a:pt x="274" y="147"/>
                  </a:lnTo>
                  <a:lnTo>
                    <a:pt x="278" y="147"/>
                  </a:lnTo>
                  <a:lnTo>
                    <a:pt x="282" y="151"/>
                  </a:lnTo>
                  <a:lnTo>
                    <a:pt x="289" y="151"/>
                  </a:lnTo>
                  <a:lnTo>
                    <a:pt x="291" y="143"/>
                  </a:lnTo>
                  <a:lnTo>
                    <a:pt x="291" y="136"/>
                  </a:lnTo>
                  <a:lnTo>
                    <a:pt x="289" y="132"/>
                  </a:lnTo>
                  <a:lnTo>
                    <a:pt x="291" y="128"/>
                  </a:lnTo>
                  <a:lnTo>
                    <a:pt x="297" y="123"/>
                  </a:lnTo>
                  <a:lnTo>
                    <a:pt x="308" y="119"/>
                  </a:lnTo>
                  <a:lnTo>
                    <a:pt x="310" y="115"/>
                  </a:lnTo>
                  <a:lnTo>
                    <a:pt x="312" y="104"/>
                  </a:lnTo>
                  <a:lnTo>
                    <a:pt x="315" y="93"/>
                  </a:lnTo>
                  <a:lnTo>
                    <a:pt x="315" y="87"/>
                  </a:lnTo>
                  <a:lnTo>
                    <a:pt x="299" y="69"/>
                  </a:lnTo>
                  <a:lnTo>
                    <a:pt x="299" y="63"/>
                  </a:lnTo>
                  <a:lnTo>
                    <a:pt x="308" y="63"/>
                  </a:lnTo>
                  <a:lnTo>
                    <a:pt x="321" y="61"/>
                  </a:lnTo>
                  <a:lnTo>
                    <a:pt x="332" y="52"/>
                  </a:lnTo>
                  <a:lnTo>
                    <a:pt x="340" y="35"/>
                  </a:lnTo>
                  <a:lnTo>
                    <a:pt x="347" y="30"/>
                  </a:lnTo>
                  <a:lnTo>
                    <a:pt x="353" y="22"/>
                  </a:lnTo>
                  <a:lnTo>
                    <a:pt x="366" y="24"/>
                  </a:lnTo>
                  <a:lnTo>
                    <a:pt x="379" y="20"/>
                  </a:lnTo>
                  <a:lnTo>
                    <a:pt x="388" y="15"/>
                  </a:lnTo>
                  <a:lnTo>
                    <a:pt x="392" y="15"/>
                  </a:lnTo>
                  <a:lnTo>
                    <a:pt x="403" y="20"/>
                  </a:lnTo>
                  <a:lnTo>
                    <a:pt x="416" y="22"/>
                  </a:lnTo>
                  <a:lnTo>
                    <a:pt x="429" y="26"/>
                  </a:lnTo>
                  <a:lnTo>
                    <a:pt x="440" y="22"/>
                  </a:lnTo>
                  <a:lnTo>
                    <a:pt x="457" y="17"/>
                  </a:lnTo>
                  <a:lnTo>
                    <a:pt x="468" y="11"/>
                  </a:lnTo>
                  <a:lnTo>
                    <a:pt x="474" y="7"/>
                  </a:lnTo>
                  <a:lnTo>
                    <a:pt x="483" y="2"/>
                  </a:lnTo>
                  <a:lnTo>
                    <a:pt x="487" y="0"/>
                  </a:lnTo>
                  <a:lnTo>
                    <a:pt x="493" y="0"/>
                  </a:lnTo>
                  <a:lnTo>
                    <a:pt x="498" y="5"/>
                  </a:lnTo>
                  <a:lnTo>
                    <a:pt x="515" y="35"/>
                  </a:lnTo>
                  <a:lnTo>
                    <a:pt x="515" y="41"/>
                  </a:lnTo>
                  <a:lnTo>
                    <a:pt x="511" y="46"/>
                  </a:lnTo>
                  <a:lnTo>
                    <a:pt x="491" y="54"/>
                  </a:lnTo>
                  <a:lnTo>
                    <a:pt x="487" y="69"/>
                  </a:lnTo>
                  <a:lnTo>
                    <a:pt x="485" y="78"/>
                  </a:lnTo>
                  <a:lnTo>
                    <a:pt x="485" y="87"/>
                  </a:lnTo>
                  <a:lnTo>
                    <a:pt x="491" y="106"/>
                  </a:lnTo>
                  <a:lnTo>
                    <a:pt x="496" y="110"/>
                  </a:lnTo>
                  <a:lnTo>
                    <a:pt x="504" y="113"/>
                  </a:lnTo>
                  <a:lnTo>
                    <a:pt x="511" y="110"/>
                  </a:lnTo>
                  <a:lnTo>
                    <a:pt x="521" y="95"/>
                  </a:lnTo>
                  <a:lnTo>
                    <a:pt x="528" y="91"/>
                  </a:lnTo>
                  <a:lnTo>
                    <a:pt x="536" y="89"/>
                  </a:lnTo>
                  <a:lnTo>
                    <a:pt x="543" y="97"/>
                  </a:lnTo>
                  <a:lnTo>
                    <a:pt x="539" y="108"/>
                  </a:lnTo>
                  <a:lnTo>
                    <a:pt x="534" y="117"/>
                  </a:lnTo>
                  <a:lnTo>
                    <a:pt x="532" y="125"/>
                  </a:lnTo>
                  <a:lnTo>
                    <a:pt x="536" y="136"/>
                  </a:lnTo>
                  <a:lnTo>
                    <a:pt x="543" y="147"/>
                  </a:lnTo>
                  <a:lnTo>
                    <a:pt x="547" y="160"/>
                  </a:lnTo>
                  <a:lnTo>
                    <a:pt x="549" y="171"/>
                  </a:lnTo>
                  <a:lnTo>
                    <a:pt x="552" y="184"/>
                  </a:lnTo>
                  <a:lnTo>
                    <a:pt x="552" y="188"/>
                  </a:lnTo>
                  <a:lnTo>
                    <a:pt x="564" y="190"/>
                  </a:lnTo>
                  <a:lnTo>
                    <a:pt x="569" y="195"/>
                  </a:lnTo>
                  <a:lnTo>
                    <a:pt x="571" y="199"/>
                  </a:lnTo>
                  <a:lnTo>
                    <a:pt x="580" y="208"/>
                  </a:lnTo>
                  <a:lnTo>
                    <a:pt x="588" y="218"/>
                  </a:lnTo>
                  <a:lnTo>
                    <a:pt x="595" y="231"/>
                  </a:lnTo>
                  <a:lnTo>
                    <a:pt x="595" y="238"/>
                  </a:lnTo>
                  <a:lnTo>
                    <a:pt x="586" y="255"/>
                  </a:lnTo>
                  <a:lnTo>
                    <a:pt x="580" y="266"/>
                  </a:lnTo>
                  <a:lnTo>
                    <a:pt x="564" y="264"/>
                  </a:lnTo>
                  <a:lnTo>
                    <a:pt x="558" y="266"/>
                  </a:lnTo>
                  <a:lnTo>
                    <a:pt x="552" y="272"/>
                  </a:lnTo>
                  <a:lnTo>
                    <a:pt x="547" y="283"/>
                  </a:lnTo>
                  <a:lnTo>
                    <a:pt x="547" y="294"/>
                  </a:lnTo>
                  <a:lnTo>
                    <a:pt x="549" y="307"/>
                  </a:lnTo>
                  <a:lnTo>
                    <a:pt x="549" y="315"/>
                  </a:lnTo>
                  <a:lnTo>
                    <a:pt x="543" y="326"/>
                  </a:lnTo>
                  <a:lnTo>
                    <a:pt x="534" y="344"/>
                  </a:lnTo>
                  <a:lnTo>
                    <a:pt x="526" y="354"/>
                  </a:lnTo>
                  <a:lnTo>
                    <a:pt x="524" y="361"/>
                  </a:lnTo>
                  <a:lnTo>
                    <a:pt x="513" y="363"/>
                  </a:lnTo>
                  <a:lnTo>
                    <a:pt x="511" y="374"/>
                  </a:lnTo>
                  <a:lnTo>
                    <a:pt x="502" y="389"/>
                  </a:lnTo>
                  <a:lnTo>
                    <a:pt x="474" y="423"/>
                  </a:lnTo>
                  <a:lnTo>
                    <a:pt x="455" y="439"/>
                  </a:lnTo>
                  <a:lnTo>
                    <a:pt x="444" y="460"/>
                  </a:lnTo>
                  <a:lnTo>
                    <a:pt x="431" y="499"/>
                  </a:lnTo>
                  <a:lnTo>
                    <a:pt x="424" y="497"/>
                  </a:lnTo>
                  <a:lnTo>
                    <a:pt x="422" y="495"/>
                  </a:lnTo>
                  <a:lnTo>
                    <a:pt x="420" y="495"/>
                  </a:lnTo>
                  <a:lnTo>
                    <a:pt x="418" y="493"/>
                  </a:lnTo>
                  <a:lnTo>
                    <a:pt x="411" y="490"/>
                  </a:lnTo>
                  <a:lnTo>
                    <a:pt x="399" y="486"/>
                  </a:lnTo>
                  <a:lnTo>
                    <a:pt x="390" y="486"/>
                  </a:lnTo>
                  <a:lnTo>
                    <a:pt x="371" y="497"/>
                  </a:lnTo>
                  <a:lnTo>
                    <a:pt x="368" y="497"/>
                  </a:lnTo>
                  <a:lnTo>
                    <a:pt x="364" y="499"/>
                  </a:lnTo>
                  <a:lnTo>
                    <a:pt x="360" y="499"/>
                  </a:lnTo>
                  <a:lnTo>
                    <a:pt x="355" y="501"/>
                  </a:lnTo>
                  <a:lnTo>
                    <a:pt x="353" y="501"/>
                  </a:lnTo>
                  <a:lnTo>
                    <a:pt x="349" y="501"/>
                  </a:lnTo>
                  <a:lnTo>
                    <a:pt x="347" y="501"/>
                  </a:lnTo>
                  <a:lnTo>
                    <a:pt x="345" y="499"/>
                  </a:lnTo>
                  <a:lnTo>
                    <a:pt x="343" y="499"/>
                  </a:lnTo>
                  <a:lnTo>
                    <a:pt x="340" y="497"/>
                  </a:lnTo>
                  <a:lnTo>
                    <a:pt x="340" y="497"/>
                  </a:lnTo>
                  <a:lnTo>
                    <a:pt x="340" y="497"/>
                  </a:lnTo>
                  <a:lnTo>
                    <a:pt x="340" y="495"/>
                  </a:lnTo>
                  <a:lnTo>
                    <a:pt x="340" y="495"/>
                  </a:lnTo>
                  <a:lnTo>
                    <a:pt x="340" y="495"/>
                  </a:lnTo>
                  <a:lnTo>
                    <a:pt x="340" y="490"/>
                  </a:lnTo>
                  <a:lnTo>
                    <a:pt x="343" y="486"/>
                  </a:lnTo>
                  <a:lnTo>
                    <a:pt x="343" y="486"/>
                  </a:lnTo>
                  <a:lnTo>
                    <a:pt x="343" y="482"/>
                  </a:lnTo>
                  <a:lnTo>
                    <a:pt x="343" y="475"/>
                  </a:lnTo>
                  <a:lnTo>
                    <a:pt x="343" y="473"/>
                  </a:lnTo>
                  <a:lnTo>
                    <a:pt x="343" y="469"/>
                  </a:lnTo>
                  <a:lnTo>
                    <a:pt x="343" y="469"/>
                  </a:lnTo>
                  <a:lnTo>
                    <a:pt x="340" y="465"/>
                  </a:lnTo>
                  <a:lnTo>
                    <a:pt x="340" y="465"/>
                  </a:lnTo>
                  <a:lnTo>
                    <a:pt x="338" y="465"/>
                  </a:lnTo>
                  <a:lnTo>
                    <a:pt x="327" y="465"/>
                  </a:lnTo>
                  <a:lnTo>
                    <a:pt x="323" y="465"/>
                  </a:lnTo>
                  <a:lnTo>
                    <a:pt x="323" y="467"/>
                  </a:lnTo>
                  <a:lnTo>
                    <a:pt x="321" y="467"/>
                  </a:lnTo>
                  <a:lnTo>
                    <a:pt x="321" y="469"/>
                  </a:lnTo>
                  <a:lnTo>
                    <a:pt x="321" y="471"/>
                  </a:lnTo>
                  <a:lnTo>
                    <a:pt x="321" y="471"/>
                  </a:lnTo>
                  <a:lnTo>
                    <a:pt x="319" y="473"/>
                  </a:lnTo>
                  <a:lnTo>
                    <a:pt x="319" y="473"/>
                  </a:lnTo>
                  <a:lnTo>
                    <a:pt x="310" y="475"/>
                  </a:lnTo>
                  <a:lnTo>
                    <a:pt x="310" y="475"/>
                  </a:lnTo>
                  <a:lnTo>
                    <a:pt x="310" y="475"/>
                  </a:lnTo>
                  <a:lnTo>
                    <a:pt x="304" y="471"/>
                  </a:lnTo>
                  <a:lnTo>
                    <a:pt x="297" y="467"/>
                  </a:lnTo>
                  <a:lnTo>
                    <a:pt x="295" y="465"/>
                  </a:lnTo>
                  <a:lnTo>
                    <a:pt x="295" y="462"/>
                  </a:lnTo>
                  <a:lnTo>
                    <a:pt x="284" y="452"/>
                  </a:lnTo>
                  <a:lnTo>
                    <a:pt x="276" y="443"/>
                  </a:lnTo>
                  <a:lnTo>
                    <a:pt x="271" y="443"/>
                  </a:lnTo>
                  <a:lnTo>
                    <a:pt x="265" y="449"/>
                  </a:lnTo>
                  <a:lnTo>
                    <a:pt x="261" y="454"/>
                  </a:lnTo>
                  <a:lnTo>
                    <a:pt x="261" y="456"/>
                  </a:lnTo>
                  <a:lnTo>
                    <a:pt x="261" y="456"/>
                  </a:lnTo>
                  <a:lnTo>
                    <a:pt x="261" y="458"/>
                  </a:lnTo>
                  <a:lnTo>
                    <a:pt x="261" y="460"/>
                  </a:lnTo>
                  <a:lnTo>
                    <a:pt x="263" y="460"/>
                  </a:lnTo>
                  <a:lnTo>
                    <a:pt x="263" y="460"/>
                  </a:lnTo>
                  <a:lnTo>
                    <a:pt x="263" y="462"/>
                  </a:lnTo>
                  <a:lnTo>
                    <a:pt x="265" y="462"/>
                  </a:lnTo>
                  <a:lnTo>
                    <a:pt x="261" y="469"/>
                  </a:lnTo>
                  <a:lnTo>
                    <a:pt x="259" y="471"/>
                  </a:lnTo>
                  <a:lnTo>
                    <a:pt x="248" y="477"/>
                  </a:lnTo>
                  <a:lnTo>
                    <a:pt x="246" y="480"/>
                  </a:lnTo>
                  <a:lnTo>
                    <a:pt x="239" y="482"/>
                  </a:lnTo>
                  <a:lnTo>
                    <a:pt x="230" y="488"/>
                  </a:lnTo>
                  <a:lnTo>
                    <a:pt x="230" y="488"/>
                  </a:lnTo>
                  <a:lnTo>
                    <a:pt x="228" y="490"/>
                  </a:lnTo>
                  <a:lnTo>
                    <a:pt x="228" y="490"/>
                  </a:lnTo>
                  <a:lnTo>
                    <a:pt x="228" y="493"/>
                  </a:lnTo>
                  <a:lnTo>
                    <a:pt x="226" y="493"/>
                  </a:lnTo>
                  <a:lnTo>
                    <a:pt x="224" y="495"/>
                  </a:lnTo>
                  <a:lnTo>
                    <a:pt x="215" y="497"/>
                  </a:lnTo>
                  <a:lnTo>
                    <a:pt x="213" y="497"/>
                  </a:lnTo>
                  <a:lnTo>
                    <a:pt x="213" y="497"/>
                  </a:lnTo>
                  <a:lnTo>
                    <a:pt x="211" y="497"/>
                  </a:lnTo>
                  <a:lnTo>
                    <a:pt x="209" y="495"/>
                  </a:lnTo>
                  <a:lnTo>
                    <a:pt x="205" y="493"/>
                  </a:lnTo>
                  <a:lnTo>
                    <a:pt x="202" y="490"/>
                  </a:lnTo>
                  <a:lnTo>
                    <a:pt x="200" y="488"/>
                  </a:lnTo>
                  <a:lnTo>
                    <a:pt x="198" y="486"/>
                  </a:lnTo>
                  <a:lnTo>
                    <a:pt x="192" y="484"/>
                  </a:lnTo>
                  <a:lnTo>
                    <a:pt x="187" y="482"/>
                  </a:lnTo>
                  <a:lnTo>
                    <a:pt x="185" y="482"/>
                  </a:lnTo>
                  <a:lnTo>
                    <a:pt x="183" y="482"/>
                  </a:lnTo>
                  <a:lnTo>
                    <a:pt x="179" y="482"/>
                  </a:lnTo>
                  <a:lnTo>
                    <a:pt x="177" y="482"/>
                  </a:lnTo>
                  <a:lnTo>
                    <a:pt x="172" y="484"/>
                  </a:lnTo>
                  <a:lnTo>
                    <a:pt x="170" y="484"/>
                  </a:lnTo>
                  <a:lnTo>
                    <a:pt x="170" y="484"/>
                  </a:lnTo>
                  <a:lnTo>
                    <a:pt x="168" y="486"/>
                  </a:lnTo>
                  <a:lnTo>
                    <a:pt x="166" y="486"/>
                  </a:lnTo>
                  <a:lnTo>
                    <a:pt x="157" y="495"/>
                  </a:lnTo>
                  <a:lnTo>
                    <a:pt x="144" y="508"/>
                  </a:lnTo>
                  <a:lnTo>
                    <a:pt x="142" y="510"/>
                  </a:lnTo>
                  <a:lnTo>
                    <a:pt x="138" y="512"/>
                  </a:lnTo>
                  <a:lnTo>
                    <a:pt x="138" y="512"/>
                  </a:lnTo>
                  <a:lnTo>
                    <a:pt x="136" y="512"/>
                  </a:lnTo>
                  <a:lnTo>
                    <a:pt x="136" y="5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15" name="Freeform 17">
              <a:extLst>
                <a:ext uri="{FF2B5EF4-FFF2-40B4-BE49-F238E27FC236}">
                  <a16:creationId xmlns:a16="http://schemas.microsoft.com/office/drawing/2014/main" id="{4DB4701C-2BBF-9A78-61AD-1A230CABD8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2904" y="2445027"/>
              <a:ext cx="637664" cy="799368"/>
            </a:xfrm>
            <a:custGeom>
              <a:avLst/>
              <a:gdLst/>
              <a:ahLst/>
              <a:cxnLst>
                <a:cxn ang="0">
                  <a:pos x="227" y="635"/>
                </a:cxn>
                <a:cxn ang="0">
                  <a:pos x="175" y="518"/>
                </a:cxn>
                <a:cxn ang="0">
                  <a:pos x="134" y="427"/>
                </a:cxn>
                <a:cxn ang="0">
                  <a:pos x="20" y="425"/>
                </a:cxn>
                <a:cxn ang="0">
                  <a:pos x="67" y="343"/>
                </a:cxn>
                <a:cxn ang="0">
                  <a:pos x="99" y="347"/>
                </a:cxn>
                <a:cxn ang="0">
                  <a:pos x="136" y="274"/>
                </a:cxn>
                <a:cxn ang="0">
                  <a:pos x="136" y="248"/>
                </a:cxn>
                <a:cxn ang="0">
                  <a:pos x="179" y="218"/>
                </a:cxn>
                <a:cxn ang="0">
                  <a:pos x="162" y="207"/>
                </a:cxn>
                <a:cxn ang="0">
                  <a:pos x="211" y="157"/>
                </a:cxn>
                <a:cxn ang="0">
                  <a:pos x="222" y="112"/>
                </a:cxn>
                <a:cxn ang="0">
                  <a:pos x="220" y="73"/>
                </a:cxn>
                <a:cxn ang="0">
                  <a:pos x="257" y="0"/>
                </a:cxn>
                <a:cxn ang="0">
                  <a:pos x="278" y="10"/>
                </a:cxn>
                <a:cxn ang="0">
                  <a:pos x="347" y="4"/>
                </a:cxn>
                <a:cxn ang="0">
                  <a:pos x="414" y="2"/>
                </a:cxn>
                <a:cxn ang="0">
                  <a:pos x="446" y="21"/>
                </a:cxn>
                <a:cxn ang="0">
                  <a:pos x="457" y="51"/>
                </a:cxn>
                <a:cxn ang="0">
                  <a:pos x="472" y="58"/>
                </a:cxn>
                <a:cxn ang="0">
                  <a:pos x="451" y="88"/>
                </a:cxn>
                <a:cxn ang="0">
                  <a:pos x="401" y="88"/>
                </a:cxn>
                <a:cxn ang="0">
                  <a:pos x="418" y="103"/>
                </a:cxn>
                <a:cxn ang="0">
                  <a:pos x="423" y="131"/>
                </a:cxn>
                <a:cxn ang="0">
                  <a:pos x="470" y="166"/>
                </a:cxn>
                <a:cxn ang="0">
                  <a:pos x="485" y="203"/>
                </a:cxn>
                <a:cxn ang="0">
                  <a:pos x="520" y="248"/>
                </a:cxn>
                <a:cxn ang="0">
                  <a:pos x="492" y="295"/>
                </a:cxn>
                <a:cxn ang="0">
                  <a:pos x="574" y="354"/>
                </a:cxn>
                <a:cxn ang="0">
                  <a:pos x="617" y="390"/>
                </a:cxn>
                <a:cxn ang="0">
                  <a:pos x="602" y="423"/>
                </a:cxn>
                <a:cxn ang="0">
                  <a:pos x="530" y="414"/>
                </a:cxn>
                <a:cxn ang="0">
                  <a:pos x="498" y="384"/>
                </a:cxn>
                <a:cxn ang="0">
                  <a:pos x="511" y="421"/>
                </a:cxn>
                <a:cxn ang="0">
                  <a:pos x="496" y="419"/>
                </a:cxn>
                <a:cxn ang="0">
                  <a:pos x="457" y="470"/>
                </a:cxn>
                <a:cxn ang="0">
                  <a:pos x="449" y="527"/>
                </a:cxn>
                <a:cxn ang="0">
                  <a:pos x="442" y="578"/>
                </a:cxn>
                <a:cxn ang="0">
                  <a:pos x="464" y="604"/>
                </a:cxn>
                <a:cxn ang="0">
                  <a:pos x="393" y="656"/>
                </a:cxn>
                <a:cxn ang="0">
                  <a:pos x="358" y="643"/>
                </a:cxn>
                <a:cxn ang="0">
                  <a:pos x="354" y="647"/>
                </a:cxn>
                <a:cxn ang="0">
                  <a:pos x="352" y="682"/>
                </a:cxn>
                <a:cxn ang="0">
                  <a:pos x="336" y="699"/>
                </a:cxn>
                <a:cxn ang="0">
                  <a:pos x="298" y="730"/>
                </a:cxn>
                <a:cxn ang="0">
                  <a:pos x="324" y="727"/>
                </a:cxn>
                <a:cxn ang="0">
                  <a:pos x="319" y="777"/>
                </a:cxn>
                <a:cxn ang="0">
                  <a:pos x="496" y="23"/>
                </a:cxn>
                <a:cxn ang="0">
                  <a:pos x="485" y="36"/>
                </a:cxn>
                <a:cxn ang="0">
                  <a:pos x="468" y="28"/>
                </a:cxn>
                <a:cxn ang="0">
                  <a:pos x="461" y="41"/>
                </a:cxn>
                <a:cxn ang="0">
                  <a:pos x="489" y="67"/>
                </a:cxn>
                <a:cxn ang="0">
                  <a:pos x="481" y="58"/>
                </a:cxn>
                <a:cxn ang="0">
                  <a:pos x="485" y="73"/>
                </a:cxn>
                <a:cxn ang="0">
                  <a:pos x="446" y="110"/>
                </a:cxn>
                <a:cxn ang="0">
                  <a:pos x="421" y="103"/>
                </a:cxn>
                <a:cxn ang="0">
                  <a:pos x="487" y="92"/>
                </a:cxn>
                <a:cxn ang="0">
                  <a:pos x="481" y="99"/>
                </a:cxn>
                <a:cxn ang="0">
                  <a:pos x="464" y="103"/>
                </a:cxn>
                <a:cxn ang="0">
                  <a:pos x="442" y="95"/>
                </a:cxn>
                <a:cxn ang="0">
                  <a:pos x="468" y="129"/>
                </a:cxn>
                <a:cxn ang="0">
                  <a:pos x="442" y="121"/>
                </a:cxn>
                <a:cxn ang="0">
                  <a:pos x="438" y="127"/>
                </a:cxn>
              </a:cxnLst>
              <a:rect l="0" t="0" r="r" b="b"/>
              <a:pathLst>
                <a:path w="627" h="786">
                  <a:moveTo>
                    <a:pt x="341" y="786"/>
                  </a:moveTo>
                  <a:lnTo>
                    <a:pt x="326" y="784"/>
                  </a:lnTo>
                  <a:lnTo>
                    <a:pt x="313" y="781"/>
                  </a:lnTo>
                  <a:lnTo>
                    <a:pt x="289" y="773"/>
                  </a:lnTo>
                  <a:lnTo>
                    <a:pt x="270" y="764"/>
                  </a:lnTo>
                  <a:lnTo>
                    <a:pt x="261" y="758"/>
                  </a:lnTo>
                  <a:lnTo>
                    <a:pt x="255" y="751"/>
                  </a:lnTo>
                  <a:lnTo>
                    <a:pt x="248" y="742"/>
                  </a:lnTo>
                  <a:lnTo>
                    <a:pt x="240" y="723"/>
                  </a:lnTo>
                  <a:lnTo>
                    <a:pt x="227" y="693"/>
                  </a:lnTo>
                  <a:lnTo>
                    <a:pt x="233" y="682"/>
                  </a:lnTo>
                  <a:lnTo>
                    <a:pt x="242" y="665"/>
                  </a:lnTo>
                  <a:lnTo>
                    <a:pt x="242" y="658"/>
                  </a:lnTo>
                  <a:lnTo>
                    <a:pt x="235" y="645"/>
                  </a:lnTo>
                  <a:lnTo>
                    <a:pt x="227" y="635"/>
                  </a:lnTo>
                  <a:lnTo>
                    <a:pt x="218" y="626"/>
                  </a:lnTo>
                  <a:lnTo>
                    <a:pt x="216" y="622"/>
                  </a:lnTo>
                  <a:lnTo>
                    <a:pt x="211" y="617"/>
                  </a:lnTo>
                  <a:lnTo>
                    <a:pt x="199" y="615"/>
                  </a:lnTo>
                  <a:lnTo>
                    <a:pt x="199" y="611"/>
                  </a:lnTo>
                  <a:lnTo>
                    <a:pt x="196" y="598"/>
                  </a:lnTo>
                  <a:lnTo>
                    <a:pt x="194" y="587"/>
                  </a:lnTo>
                  <a:lnTo>
                    <a:pt x="190" y="574"/>
                  </a:lnTo>
                  <a:lnTo>
                    <a:pt x="183" y="563"/>
                  </a:lnTo>
                  <a:lnTo>
                    <a:pt x="179" y="552"/>
                  </a:lnTo>
                  <a:lnTo>
                    <a:pt x="181" y="544"/>
                  </a:lnTo>
                  <a:lnTo>
                    <a:pt x="186" y="535"/>
                  </a:lnTo>
                  <a:lnTo>
                    <a:pt x="190" y="524"/>
                  </a:lnTo>
                  <a:lnTo>
                    <a:pt x="183" y="516"/>
                  </a:lnTo>
                  <a:lnTo>
                    <a:pt x="175" y="518"/>
                  </a:lnTo>
                  <a:lnTo>
                    <a:pt x="168" y="522"/>
                  </a:lnTo>
                  <a:lnTo>
                    <a:pt x="158" y="537"/>
                  </a:lnTo>
                  <a:lnTo>
                    <a:pt x="151" y="540"/>
                  </a:lnTo>
                  <a:lnTo>
                    <a:pt x="143" y="537"/>
                  </a:lnTo>
                  <a:lnTo>
                    <a:pt x="138" y="533"/>
                  </a:lnTo>
                  <a:lnTo>
                    <a:pt x="132" y="514"/>
                  </a:lnTo>
                  <a:lnTo>
                    <a:pt x="132" y="505"/>
                  </a:lnTo>
                  <a:lnTo>
                    <a:pt x="134" y="496"/>
                  </a:lnTo>
                  <a:lnTo>
                    <a:pt x="138" y="481"/>
                  </a:lnTo>
                  <a:lnTo>
                    <a:pt x="158" y="473"/>
                  </a:lnTo>
                  <a:lnTo>
                    <a:pt x="162" y="468"/>
                  </a:lnTo>
                  <a:lnTo>
                    <a:pt x="162" y="462"/>
                  </a:lnTo>
                  <a:lnTo>
                    <a:pt x="145" y="432"/>
                  </a:lnTo>
                  <a:lnTo>
                    <a:pt x="140" y="427"/>
                  </a:lnTo>
                  <a:lnTo>
                    <a:pt x="134" y="427"/>
                  </a:lnTo>
                  <a:lnTo>
                    <a:pt x="130" y="429"/>
                  </a:lnTo>
                  <a:lnTo>
                    <a:pt x="121" y="434"/>
                  </a:lnTo>
                  <a:lnTo>
                    <a:pt x="115" y="438"/>
                  </a:lnTo>
                  <a:lnTo>
                    <a:pt x="104" y="444"/>
                  </a:lnTo>
                  <a:lnTo>
                    <a:pt x="87" y="449"/>
                  </a:lnTo>
                  <a:lnTo>
                    <a:pt x="76" y="453"/>
                  </a:lnTo>
                  <a:lnTo>
                    <a:pt x="63" y="449"/>
                  </a:lnTo>
                  <a:lnTo>
                    <a:pt x="50" y="447"/>
                  </a:lnTo>
                  <a:lnTo>
                    <a:pt x="39" y="442"/>
                  </a:lnTo>
                  <a:lnTo>
                    <a:pt x="35" y="442"/>
                  </a:lnTo>
                  <a:lnTo>
                    <a:pt x="26" y="447"/>
                  </a:lnTo>
                  <a:lnTo>
                    <a:pt x="13" y="451"/>
                  </a:lnTo>
                  <a:lnTo>
                    <a:pt x="0" y="449"/>
                  </a:lnTo>
                  <a:lnTo>
                    <a:pt x="13" y="432"/>
                  </a:lnTo>
                  <a:lnTo>
                    <a:pt x="20" y="425"/>
                  </a:lnTo>
                  <a:lnTo>
                    <a:pt x="22" y="419"/>
                  </a:lnTo>
                  <a:lnTo>
                    <a:pt x="20" y="416"/>
                  </a:lnTo>
                  <a:lnTo>
                    <a:pt x="13" y="414"/>
                  </a:lnTo>
                  <a:lnTo>
                    <a:pt x="9" y="412"/>
                  </a:lnTo>
                  <a:lnTo>
                    <a:pt x="7" y="403"/>
                  </a:lnTo>
                  <a:lnTo>
                    <a:pt x="9" y="397"/>
                  </a:lnTo>
                  <a:lnTo>
                    <a:pt x="18" y="395"/>
                  </a:lnTo>
                  <a:lnTo>
                    <a:pt x="28" y="386"/>
                  </a:lnTo>
                  <a:lnTo>
                    <a:pt x="43" y="369"/>
                  </a:lnTo>
                  <a:lnTo>
                    <a:pt x="46" y="362"/>
                  </a:lnTo>
                  <a:lnTo>
                    <a:pt x="46" y="354"/>
                  </a:lnTo>
                  <a:lnTo>
                    <a:pt x="43" y="343"/>
                  </a:lnTo>
                  <a:lnTo>
                    <a:pt x="61" y="345"/>
                  </a:lnTo>
                  <a:lnTo>
                    <a:pt x="61" y="345"/>
                  </a:lnTo>
                  <a:lnTo>
                    <a:pt x="67" y="343"/>
                  </a:lnTo>
                  <a:lnTo>
                    <a:pt x="80" y="339"/>
                  </a:lnTo>
                  <a:lnTo>
                    <a:pt x="80" y="339"/>
                  </a:lnTo>
                  <a:lnTo>
                    <a:pt x="82" y="339"/>
                  </a:lnTo>
                  <a:lnTo>
                    <a:pt x="84" y="339"/>
                  </a:lnTo>
                  <a:lnTo>
                    <a:pt x="87" y="339"/>
                  </a:lnTo>
                  <a:lnTo>
                    <a:pt x="87" y="341"/>
                  </a:lnTo>
                  <a:lnTo>
                    <a:pt x="89" y="341"/>
                  </a:lnTo>
                  <a:lnTo>
                    <a:pt x="89" y="343"/>
                  </a:lnTo>
                  <a:lnTo>
                    <a:pt x="91" y="343"/>
                  </a:lnTo>
                  <a:lnTo>
                    <a:pt x="91" y="343"/>
                  </a:lnTo>
                  <a:lnTo>
                    <a:pt x="93" y="345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99" y="347"/>
                  </a:lnTo>
                  <a:lnTo>
                    <a:pt x="99" y="347"/>
                  </a:lnTo>
                  <a:lnTo>
                    <a:pt x="102" y="347"/>
                  </a:lnTo>
                  <a:lnTo>
                    <a:pt x="102" y="345"/>
                  </a:lnTo>
                  <a:lnTo>
                    <a:pt x="104" y="345"/>
                  </a:lnTo>
                  <a:lnTo>
                    <a:pt x="104" y="345"/>
                  </a:lnTo>
                  <a:lnTo>
                    <a:pt x="112" y="321"/>
                  </a:lnTo>
                  <a:lnTo>
                    <a:pt x="117" y="306"/>
                  </a:lnTo>
                  <a:lnTo>
                    <a:pt x="125" y="295"/>
                  </a:lnTo>
                  <a:lnTo>
                    <a:pt x="134" y="293"/>
                  </a:lnTo>
                  <a:lnTo>
                    <a:pt x="134" y="293"/>
                  </a:lnTo>
                  <a:lnTo>
                    <a:pt x="136" y="291"/>
                  </a:lnTo>
                  <a:lnTo>
                    <a:pt x="136" y="291"/>
                  </a:lnTo>
                  <a:lnTo>
                    <a:pt x="136" y="278"/>
                  </a:lnTo>
                  <a:lnTo>
                    <a:pt x="136" y="278"/>
                  </a:lnTo>
                  <a:lnTo>
                    <a:pt x="136" y="274"/>
                  </a:lnTo>
                  <a:lnTo>
                    <a:pt x="136" y="274"/>
                  </a:lnTo>
                  <a:lnTo>
                    <a:pt x="136" y="274"/>
                  </a:lnTo>
                  <a:lnTo>
                    <a:pt x="134" y="274"/>
                  </a:lnTo>
                  <a:lnTo>
                    <a:pt x="134" y="274"/>
                  </a:lnTo>
                  <a:lnTo>
                    <a:pt x="132" y="274"/>
                  </a:lnTo>
                  <a:lnTo>
                    <a:pt x="127" y="272"/>
                  </a:lnTo>
                  <a:lnTo>
                    <a:pt x="125" y="263"/>
                  </a:lnTo>
                  <a:lnTo>
                    <a:pt x="125" y="261"/>
                  </a:lnTo>
                  <a:lnTo>
                    <a:pt x="125" y="261"/>
                  </a:lnTo>
                  <a:lnTo>
                    <a:pt x="127" y="254"/>
                  </a:lnTo>
                  <a:lnTo>
                    <a:pt x="127" y="254"/>
                  </a:lnTo>
                  <a:lnTo>
                    <a:pt x="127" y="250"/>
                  </a:lnTo>
                  <a:lnTo>
                    <a:pt x="130" y="250"/>
                  </a:lnTo>
                  <a:lnTo>
                    <a:pt x="130" y="248"/>
                  </a:lnTo>
                  <a:lnTo>
                    <a:pt x="136" y="248"/>
                  </a:lnTo>
                  <a:lnTo>
                    <a:pt x="136" y="248"/>
                  </a:lnTo>
                  <a:lnTo>
                    <a:pt x="140" y="248"/>
                  </a:lnTo>
                  <a:lnTo>
                    <a:pt x="140" y="248"/>
                  </a:lnTo>
                  <a:lnTo>
                    <a:pt x="143" y="246"/>
                  </a:lnTo>
                  <a:lnTo>
                    <a:pt x="145" y="246"/>
                  </a:lnTo>
                  <a:lnTo>
                    <a:pt x="145" y="246"/>
                  </a:lnTo>
                  <a:lnTo>
                    <a:pt x="147" y="246"/>
                  </a:lnTo>
                  <a:lnTo>
                    <a:pt x="151" y="237"/>
                  </a:lnTo>
                  <a:lnTo>
                    <a:pt x="162" y="231"/>
                  </a:lnTo>
                  <a:lnTo>
                    <a:pt x="175" y="222"/>
                  </a:lnTo>
                  <a:lnTo>
                    <a:pt x="175" y="222"/>
                  </a:lnTo>
                  <a:lnTo>
                    <a:pt x="177" y="222"/>
                  </a:lnTo>
                  <a:lnTo>
                    <a:pt x="177" y="222"/>
                  </a:lnTo>
                  <a:lnTo>
                    <a:pt x="179" y="220"/>
                  </a:lnTo>
                  <a:lnTo>
                    <a:pt x="179" y="218"/>
                  </a:lnTo>
                  <a:lnTo>
                    <a:pt x="179" y="218"/>
                  </a:lnTo>
                  <a:lnTo>
                    <a:pt x="179" y="218"/>
                  </a:lnTo>
                  <a:lnTo>
                    <a:pt x="175" y="211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68" y="207"/>
                  </a:lnTo>
                  <a:lnTo>
                    <a:pt x="166" y="207"/>
                  </a:lnTo>
                  <a:lnTo>
                    <a:pt x="166" y="209"/>
                  </a:lnTo>
                  <a:lnTo>
                    <a:pt x="166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7"/>
                  </a:lnTo>
                  <a:lnTo>
                    <a:pt x="162" y="207"/>
                  </a:lnTo>
                  <a:lnTo>
                    <a:pt x="166" y="179"/>
                  </a:lnTo>
                  <a:lnTo>
                    <a:pt x="168" y="172"/>
                  </a:lnTo>
                  <a:lnTo>
                    <a:pt x="168" y="172"/>
                  </a:lnTo>
                  <a:lnTo>
                    <a:pt x="171" y="170"/>
                  </a:lnTo>
                  <a:lnTo>
                    <a:pt x="181" y="162"/>
                  </a:lnTo>
                  <a:lnTo>
                    <a:pt x="188" y="159"/>
                  </a:lnTo>
                  <a:lnTo>
                    <a:pt x="188" y="162"/>
                  </a:lnTo>
                  <a:lnTo>
                    <a:pt x="188" y="162"/>
                  </a:lnTo>
                  <a:lnTo>
                    <a:pt x="190" y="164"/>
                  </a:lnTo>
                  <a:lnTo>
                    <a:pt x="190" y="164"/>
                  </a:lnTo>
                  <a:lnTo>
                    <a:pt x="196" y="164"/>
                  </a:lnTo>
                  <a:lnTo>
                    <a:pt x="196" y="164"/>
                  </a:lnTo>
                  <a:lnTo>
                    <a:pt x="209" y="159"/>
                  </a:lnTo>
                  <a:lnTo>
                    <a:pt x="211" y="157"/>
                  </a:lnTo>
                  <a:lnTo>
                    <a:pt x="211" y="155"/>
                  </a:lnTo>
                  <a:lnTo>
                    <a:pt x="214" y="140"/>
                  </a:lnTo>
                  <a:lnTo>
                    <a:pt x="214" y="140"/>
                  </a:lnTo>
                  <a:lnTo>
                    <a:pt x="211" y="140"/>
                  </a:lnTo>
                  <a:lnTo>
                    <a:pt x="211" y="138"/>
                  </a:lnTo>
                  <a:lnTo>
                    <a:pt x="211" y="138"/>
                  </a:lnTo>
                  <a:lnTo>
                    <a:pt x="214" y="127"/>
                  </a:lnTo>
                  <a:lnTo>
                    <a:pt x="216" y="125"/>
                  </a:lnTo>
                  <a:lnTo>
                    <a:pt x="216" y="123"/>
                  </a:lnTo>
                  <a:lnTo>
                    <a:pt x="218" y="118"/>
                  </a:lnTo>
                  <a:lnTo>
                    <a:pt x="218" y="116"/>
                  </a:lnTo>
                  <a:lnTo>
                    <a:pt x="220" y="112"/>
                  </a:lnTo>
                  <a:lnTo>
                    <a:pt x="220" y="112"/>
                  </a:lnTo>
                  <a:lnTo>
                    <a:pt x="220" y="112"/>
                  </a:lnTo>
                  <a:lnTo>
                    <a:pt x="222" y="112"/>
                  </a:lnTo>
                  <a:lnTo>
                    <a:pt x="222" y="112"/>
                  </a:lnTo>
                  <a:lnTo>
                    <a:pt x="224" y="112"/>
                  </a:lnTo>
                  <a:lnTo>
                    <a:pt x="224" y="112"/>
                  </a:lnTo>
                  <a:lnTo>
                    <a:pt x="224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7" y="110"/>
                  </a:lnTo>
                  <a:lnTo>
                    <a:pt x="227" y="108"/>
                  </a:lnTo>
                  <a:lnTo>
                    <a:pt x="222" y="99"/>
                  </a:lnTo>
                  <a:lnTo>
                    <a:pt x="220" y="92"/>
                  </a:lnTo>
                  <a:lnTo>
                    <a:pt x="220" y="92"/>
                  </a:lnTo>
                  <a:lnTo>
                    <a:pt x="220" y="90"/>
                  </a:lnTo>
                  <a:lnTo>
                    <a:pt x="220" y="84"/>
                  </a:lnTo>
                  <a:lnTo>
                    <a:pt x="220" y="77"/>
                  </a:lnTo>
                  <a:lnTo>
                    <a:pt x="220" y="73"/>
                  </a:lnTo>
                  <a:lnTo>
                    <a:pt x="224" y="60"/>
                  </a:lnTo>
                  <a:lnTo>
                    <a:pt x="231" y="34"/>
                  </a:lnTo>
                  <a:lnTo>
                    <a:pt x="231" y="32"/>
                  </a:lnTo>
                  <a:lnTo>
                    <a:pt x="231" y="30"/>
                  </a:lnTo>
                  <a:lnTo>
                    <a:pt x="233" y="23"/>
                  </a:lnTo>
                  <a:lnTo>
                    <a:pt x="233" y="23"/>
                  </a:lnTo>
                  <a:lnTo>
                    <a:pt x="233" y="21"/>
                  </a:lnTo>
                  <a:lnTo>
                    <a:pt x="242" y="15"/>
                  </a:lnTo>
                  <a:lnTo>
                    <a:pt x="244" y="15"/>
                  </a:lnTo>
                  <a:lnTo>
                    <a:pt x="252" y="6"/>
                  </a:lnTo>
                  <a:lnTo>
                    <a:pt x="252" y="4"/>
                  </a:lnTo>
                  <a:lnTo>
                    <a:pt x="252" y="2"/>
                  </a:lnTo>
                  <a:lnTo>
                    <a:pt x="255" y="2"/>
                  </a:lnTo>
                  <a:lnTo>
                    <a:pt x="255" y="2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68" y="2"/>
                  </a:lnTo>
                  <a:lnTo>
                    <a:pt x="270" y="4"/>
                  </a:lnTo>
                  <a:lnTo>
                    <a:pt x="270" y="4"/>
                  </a:lnTo>
                  <a:lnTo>
                    <a:pt x="272" y="4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10"/>
                  </a:lnTo>
                  <a:lnTo>
                    <a:pt x="278" y="10"/>
                  </a:lnTo>
                  <a:lnTo>
                    <a:pt x="278" y="10"/>
                  </a:lnTo>
                  <a:lnTo>
                    <a:pt x="287" y="4"/>
                  </a:lnTo>
                  <a:lnTo>
                    <a:pt x="287" y="4"/>
                  </a:lnTo>
                  <a:lnTo>
                    <a:pt x="289" y="2"/>
                  </a:lnTo>
                  <a:lnTo>
                    <a:pt x="289" y="2"/>
                  </a:lnTo>
                  <a:lnTo>
                    <a:pt x="308" y="2"/>
                  </a:lnTo>
                  <a:lnTo>
                    <a:pt x="321" y="6"/>
                  </a:lnTo>
                  <a:lnTo>
                    <a:pt x="324" y="8"/>
                  </a:lnTo>
                  <a:lnTo>
                    <a:pt x="324" y="8"/>
                  </a:lnTo>
                  <a:lnTo>
                    <a:pt x="326" y="8"/>
                  </a:lnTo>
                  <a:lnTo>
                    <a:pt x="326" y="8"/>
                  </a:lnTo>
                  <a:lnTo>
                    <a:pt x="326" y="8"/>
                  </a:lnTo>
                  <a:lnTo>
                    <a:pt x="332" y="6"/>
                  </a:lnTo>
                  <a:lnTo>
                    <a:pt x="332" y="6"/>
                  </a:lnTo>
                  <a:lnTo>
                    <a:pt x="334" y="4"/>
                  </a:lnTo>
                  <a:lnTo>
                    <a:pt x="347" y="4"/>
                  </a:lnTo>
                  <a:lnTo>
                    <a:pt x="352" y="4"/>
                  </a:lnTo>
                  <a:lnTo>
                    <a:pt x="369" y="4"/>
                  </a:lnTo>
                  <a:lnTo>
                    <a:pt x="371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80" y="2"/>
                  </a:lnTo>
                  <a:lnTo>
                    <a:pt x="380" y="2"/>
                  </a:lnTo>
                  <a:lnTo>
                    <a:pt x="382" y="2"/>
                  </a:lnTo>
                  <a:lnTo>
                    <a:pt x="395" y="4"/>
                  </a:lnTo>
                  <a:lnTo>
                    <a:pt x="410" y="4"/>
                  </a:lnTo>
                  <a:lnTo>
                    <a:pt x="412" y="4"/>
                  </a:lnTo>
                  <a:lnTo>
                    <a:pt x="412" y="4"/>
                  </a:lnTo>
                  <a:lnTo>
                    <a:pt x="414" y="2"/>
                  </a:lnTo>
                  <a:lnTo>
                    <a:pt x="414" y="2"/>
                  </a:lnTo>
                  <a:lnTo>
                    <a:pt x="414" y="2"/>
                  </a:lnTo>
                  <a:lnTo>
                    <a:pt x="416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18" y="2"/>
                  </a:lnTo>
                  <a:lnTo>
                    <a:pt x="418" y="2"/>
                  </a:lnTo>
                  <a:lnTo>
                    <a:pt x="436" y="13"/>
                  </a:lnTo>
                  <a:lnTo>
                    <a:pt x="438" y="15"/>
                  </a:lnTo>
                  <a:lnTo>
                    <a:pt x="438" y="15"/>
                  </a:lnTo>
                  <a:lnTo>
                    <a:pt x="440" y="17"/>
                  </a:lnTo>
                  <a:lnTo>
                    <a:pt x="440" y="19"/>
                  </a:lnTo>
                  <a:lnTo>
                    <a:pt x="440" y="19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6" y="21"/>
                  </a:lnTo>
                  <a:lnTo>
                    <a:pt x="449" y="23"/>
                  </a:lnTo>
                  <a:lnTo>
                    <a:pt x="453" y="23"/>
                  </a:lnTo>
                  <a:lnTo>
                    <a:pt x="459" y="23"/>
                  </a:lnTo>
                  <a:lnTo>
                    <a:pt x="453" y="28"/>
                  </a:lnTo>
                  <a:lnTo>
                    <a:pt x="449" y="28"/>
                  </a:lnTo>
                  <a:lnTo>
                    <a:pt x="438" y="26"/>
                  </a:lnTo>
                  <a:lnTo>
                    <a:pt x="436" y="28"/>
                  </a:lnTo>
                  <a:lnTo>
                    <a:pt x="436" y="30"/>
                  </a:lnTo>
                  <a:lnTo>
                    <a:pt x="436" y="32"/>
                  </a:lnTo>
                  <a:lnTo>
                    <a:pt x="438" y="32"/>
                  </a:lnTo>
                  <a:lnTo>
                    <a:pt x="438" y="32"/>
                  </a:lnTo>
                  <a:lnTo>
                    <a:pt x="444" y="34"/>
                  </a:lnTo>
                  <a:lnTo>
                    <a:pt x="453" y="41"/>
                  </a:lnTo>
                  <a:lnTo>
                    <a:pt x="464" y="49"/>
                  </a:lnTo>
                  <a:lnTo>
                    <a:pt x="457" y="51"/>
                  </a:lnTo>
                  <a:lnTo>
                    <a:pt x="455" y="51"/>
                  </a:lnTo>
                  <a:lnTo>
                    <a:pt x="455" y="51"/>
                  </a:lnTo>
                  <a:lnTo>
                    <a:pt x="453" y="51"/>
                  </a:lnTo>
                  <a:lnTo>
                    <a:pt x="451" y="51"/>
                  </a:lnTo>
                  <a:lnTo>
                    <a:pt x="451" y="51"/>
                  </a:lnTo>
                  <a:lnTo>
                    <a:pt x="451" y="51"/>
                  </a:lnTo>
                  <a:lnTo>
                    <a:pt x="461" y="58"/>
                  </a:lnTo>
                  <a:lnTo>
                    <a:pt x="464" y="58"/>
                  </a:lnTo>
                  <a:lnTo>
                    <a:pt x="464" y="58"/>
                  </a:lnTo>
                  <a:lnTo>
                    <a:pt x="466" y="58"/>
                  </a:lnTo>
                  <a:lnTo>
                    <a:pt x="466" y="58"/>
                  </a:lnTo>
                  <a:lnTo>
                    <a:pt x="468" y="58"/>
                  </a:lnTo>
                  <a:lnTo>
                    <a:pt x="470" y="58"/>
                  </a:lnTo>
                  <a:lnTo>
                    <a:pt x="472" y="58"/>
                  </a:lnTo>
                  <a:lnTo>
                    <a:pt x="472" y="58"/>
                  </a:lnTo>
                  <a:lnTo>
                    <a:pt x="474" y="60"/>
                  </a:lnTo>
                  <a:lnTo>
                    <a:pt x="483" y="69"/>
                  </a:lnTo>
                  <a:lnTo>
                    <a:pt x="483" y="69"/>
                  </a:lnTo>
                  <a:lnTo>
                    <a:pt x="483" y="71"/>
                  </a:lnTo>
                  <a:lnTo>
                    <a:pt x="481" y="75"/>
                  </a:lnTo>
                  <a:lnTo>
                    <a:pt x="483" y="75"/>
                  </a:lnTo>
                  <a:lnTo>
                    <a:pt x="487" y="77"/>
                  </a:lnTo>
                  <a:lnTo>
                    <a:pt x="487" y="77"/>
                  </a:lnTo>
                  <a:lnTo>
                    <a:pt x="487" y="77"/>
                  </a:lnTo>
                  <a:lnTo>
                    <a:pt x="487" y="77"/>
                  </a:lnTo>
                  <a:lnTo>
                    <a:pt x="487" y="80"/>
                  </a:lnTo>
                  <a:lnTo>
                    <a:pt x="479" y="86"/>
                  </a:lnTo>
                  <a:lnTo>
                    <a:pt x="479" y="86"/>
                  </a:lnTo>
                  <a:lnTo>
                    <a:pt x="472" y="88"/>
                  </a:lnTo>
                  <a:lnTo>
                    <a:pt x="451" y="88"/>
                  </a:lnTo>
                  <a:lnTo>
                    <a:pt x="431" y="86"/>
                  </a:lnTo>
                  <a:lnTo>
                    <a:pt x="410" y="86"/>
                  </a:lnTo>
                  <a:lnTo>
                    <a:pt x="408" y="86"/>
                  </a:lnTo>
                  <a:lnTo>
                    <a:pt x="399" y="86"/>
                  </a:lnTo>
                  <a:lnTo>
                    <a:pt x="397" y="86"/>
                  </a:lnTo>
                  <a:lnTo>
                    <a:pt x="397" y="86"/>
                  </a:lnTo>
                  <a:lnTo>
                    <a:pt x="395" y="86"/>
                  </a:lnTo>
                  <a:lnTo>
                    <a:pt x="395" y="86"/>
                  </a:lnTo>
                  <a:lnTo>
                    <a:pt x="395" y="88"/>
                  </a:lnTo>
                  <a:lnTo>
                    <a:pt x="393" y="90"/>
                  </a:lnTo>
                  <a:lnTo>
                    <a:pt x="393" y="90"/>
                  </a:lnTo>
                  <a:lnTo>
                    <a:pt x="393" y="92"/>
                  </a:lnTo>
                  <a:lnTo>
                    <a:pt x="395" y="90"/>
                  </a:lnTo>
                  <a:lnTo>
                    <a:pt x="399" y="90"/>
                  </a:lnTo>
                  <a:lnTo>
                    <a:pt x="401" y="88"/>
                  </a:lnTo>
                  <a:lnTo>
                    <a:pt x="401" y="88"/>
                  </a:lnTo>
                  <a:lnTo>
                    <a:pt x="403" y="88"/>
                  </a:lnTo>
                  <a:lnTo>
                    <a:pt x="412" y="88"/>
                  </a:lnTo>
                  <a:lnTo>
                    <a:pt x="414" y="88"/>
                  </a:lnTo>
                  <a:lnTo>
                    <a:pt x="414" y="90"/>
                  </a:lnTo>
                  <a:lnTo>
                    <a:pt x="414" y="90"/>
                  </a:lnTo>
                  <a:lnTo>
                    <a:pt x="414" y="92"/>
                  </a:lnTo>
                  <a:lnTo>
                    <a:pt x="414" y="95"/>
                  </a:lnTo>
                  <a:lnTo>
                    <a:pt x="414" y="95"/>
                  </a:lnTo>
                  <a:lnTo>
                    <a:pt x="414" y="97"/>
                  </a:lnTo>
                  <a:lnTo>
                    <a:pt x="414" y="99"/>
                  </a:lnTo>
                  <a:lnTo>
                    <a:pt x="414" y="101"/>
                  </a:lnTo>
                  <a:lnTo>
                    <a:pt x="416" y="103"/>
                  </a:lnTo>
                  <a:lnTo>
                    <a:pt x="416" y="103"/>
                  </a:lnTo>
                  <a:lnTo>
                    <a:pt x="418" y="103"/>
                  </a:lnTo>
                  <a:lnTo>
                    <a:pt x="427" y="110"/>
                  </a:lnTo>
                  <a:lnTo>
                    <a:pt x="427" y="110"/>
                  </a:lnTo>
                  <a:lnTo>
                    <a:pt x="431" y="110"/>
                  </a:lnTo>
                  <a:lnTo>
                    <a:pt x="436" y="110"/>
                  </a:lnTo>
                  <a:lnTo>
                    <a:pt x="436" y="110"/>
                  </a:lnTo>
                  <a:lnTo>
                    <a:pt x="442" y="110"/>
                  </a:lnTo>
                  <a:lnTo>
                    <a:pt x="442" y="112"/>
                  </a:lnTo>
                  <a:lnTo>
                    <a:pt x="442" y="112"/>
                  </a:lnTo>
                  <a:lnTo>
                    <a:pt x="442" y="112"/>
                  </a:lnTo>
                  <a:lnTo>
                    <a:pt x="442" y="116"/>
                  </a:lnTo>
                  <a:lnTo>
                    <a:pt x="442" y="118"/>
                  </a:lnTo>
                  <a:lnTo>
                    <a:pt x="440" y="118"/>
                  </a:lnTo>
                  <a:lnTo>
                    <a:pt x="431" y="129"/>
                  </a:lnTo>
                  <a:lnTo>
                    <a:pt x="427" y="134"/>
                  </a:lnTo>
                  <a:lnTo>
                    <a:pt x="423" y="131"/>
                  </a:lnTo>
                  <a:lnTo>
                    <a:pt x="423" y="131"/>
                  </a:lnTo>
                  <a:lnTo>
                    <a:pt x="421" y="131"/>
                  </a:lnTo>
                  <a:lnTo>
                    <a:pt x="421" y="131"/>
                  </a:lnTo>
                  <a:lnTo>
                    <a:pt x="421" y="131"/>
                  </a:lnTo>
                  <a:lnTo>
                    <a:pt x="421" y="131"/>
                  </a:lnTo>
                  <a:lnTo>
                    <a:pt x="421" y="131"/>
                  </a:lnTo>
                  <a:lnTo>
                    <a:pt x="421" y="136"/>
                  </a:lnTo>
                  <a:lnTo>
                    <a:pt x="423" y="136"/>
                  </a:lnTo>
                  <a:lnTo>
                    <a:pt x="423" y="136"/>
                  </a:lnTo>
                  <a:lnTo>
                    <a:pt x="429" y="140"/>
                  </a:lnTo>
                  <a:lnTo>
                    <a:pt x="444" y="142"/>
                  </a:lnTo>
                  <a:lnTo>
                    <a:pt x="461" y="151"/>
                  </a:lnTo>
                  <a:lnTo>
                    <a:pt x="464" y="151"/>
                  </a:lnTo>
                  <a:lnTo>
                    <a:pt x="464" y="153"/>
                  </a:lnTo>
                  <a:lnTo>
                    <a:pt x="470" y="166"/>
                  </a:lnTo>
                  <a:lnTo>
                    <a:pt x="470" y="166"/>
                  </a:lnTo>
                  <a:lnTo>
                    <a:pt x="470" y="166"/>
                  </a:lnTo>
                  <a:lnTo>
                    <a:pt x="468" y="177"/>
                  </a:lnTo>
                  <a:lnTo>
                    <a:pt x="468" y="185"/>
                  </a:lnTo>
                  <a:lnTo>
                    <a:pt x="474" y="185"/>
                  </a:lnTo>
                  <a:lnTo>
                    <a:pt x="477" y="188"/>
                  </a:lnTo>
                  <a:lnTo>
                    <a:pt x="479" y="188"/>
                  </a:lnTo>
                  <a:lnTo>
                    <a:pt x="481" y="190"/>
                  </a:lnTo>
                  <a:lnTo>
                    <a:pt x="481" y="190"/>
                  </a:lnTo>
                  <a:lnTo>
                    <a:pt x="483" y="192"/>
                  </a:lnTo>
                  <a:lnTo>
                    <a:pt x="483" y="192"/>
                  </a:lnTo>
                  <a:lnTo>
                    <a:pt x="483" y="194"/>
                  </a:lnTo>
                  <a:lnTo>
                    <a:pt x="483" y="198"/>
                  </a:lnTo>
                  <a:lnTo>
                    <a:pt x="483" y="200"/>
                  </a:lnTo>
                  <a:lnTo>
                    <a:pt x="485" y="203"/>
                  </a:lnTo>
                  <a:lnTo>
                    <a:pt x="485" y="205"/>
                  </a:lnTo>
                  <a:lnTo>
                    <a:pt x="485" y="207"/>
                  </a:lnTo>
                  <a:lnTo>
                    <a:pt x="485" y="207"/>
                  </a:lnTo>
                  <a:lnTo>
                    <a:pt x="489" y="211"/>
                  </a:lnTo>
                  <a:lnTo>
                    <a:pt x="494" y="216"/>
                  </a:lnTo>
                  <a:lnTo>
                    <a:pt x="500" y="222"/>
                  </a:lnTo>
                  <a:lnTo>
                    <a:pt x="502" y="224"/>
                  </a:lnTo>
                  <a:lnTo>
                    <a:pt x="507" y="229"/>
                  </a:lnTo>
                  <a:lnTo>
                    <a:pt x="515" y="235"/>
                  </a:lnTo>
                  <a:lnTo>
                    <a:pt x="520" y="244"/>
                  </a:lnTo>
                  <a:lnTo>
                    <a:pt x="520" y="244"/>
                  </a:lnTo>
                  <a:lnTo>
                    <a:pt x="520" y="244"/>
                  </a:lnTo>
                  <a:lnTo>
                    <a:pt x="520" y="246"/>
                  </a:lnTo>
                  <a:lnTo>
                    <a:pt x="520" y="248"/>
                  </a:lnTo>
                  <a:lnTo>
                    <a:pt x="520" y="248"/>
                  </a:lnTo>
                  <a:lnTo>
                    <a:pt x="517" y="252"/>
                  </a:lnTo>
                  <a:lnTo>
                    <a:pt x="515" y="252"/>
                  </a:lnTo>
                  <a:lnTo>
                    <a:pt x="515" y="254"/>
                  </a:lnTo>
                  <a:lnTo>
                    <a:pt x="500" y="267"/>
                  </a:lnTo>
                  <a:lnTo>
                    <a:pt x="496" y="270"/>
                  </a:lnTo>
                  <a:lnTo>
                    <a:pt x="489" y="267"/>
                  </a:lnTo>
                  <a:lnTo>
                    <a:pt x="487" y="267"/>
                  </a:lnTo>
                  <a:lnTo>
                    <a:pt x="487" y="267"/>
                  </a:lnTo>
                  <a:lnTo>
                    <a:pt x="487" y="267"/>
                  </a:lnTo>
                  <a:lnTo>
                    <a:pt x="487" y="270"/>
                  </a:lnTo>
                  <a:lnTo>
                    <a:pt x="489" y="270"/>
                  </a:lnTo>
                  <a:lnTo>
                    <a:pt x="492" y="272"/>
                  </a:lnTo>
                  <a:lnTo>
                    <a:pt x="492" y="276"/>
                  </a:lnTo>
                  <a:lnTo>
                    <a:pt x="492" y="291"/>
                  </a:lnTo>
                  <a:lnTo>
                    <a:pt x="492" y="295"/>
                  </a:lnTo>
                  <a:lnTo>
                    <a:pt x="498" y="300"/>
                  </a:lnTo>
                  <a:lnTo>
                    <a:pt x="498" y="302"/>
                  </a:lnTo>
                  <a:lnTo>
                    <a:pt x="513" y="313"/>
                  </a:lnTo>
                  <a:lnTo>
                    <a:pt x="522" y="321"/>
                  </a:lnTo>
                  <a:lnTo>
                    <a:pt x="524" y="321"/>
                  </a:lnTo>
                  <a:lnTo>
                    <a:pt x="541" y="332"/>
                  </a:lnTo>
                  <a:lnTo>
                    <a:pt x="541" y="332"/>
                  </a:lnTo>
                  <a:lnTo>
                    <a:pt x="558" y="341"/>
                  </a:lnTo>
                  <a:lnTo>
                    <a:pt x="561" y="352"/>
                  </a:lnTo>
                  <a:lnTo>
                    <a:pt x="561" y="352"/>
                  </a:lnTo>
                  <a:lnTo>
                    <a:pt x="561" y="352"/>
                  </a:lnTo>
                  <a:lnTo>
                    <a:pt x="569" y="356"/>
                  </a:lnTo>
                  <a:lnTo>
                    <a:pt x="571" y="356"/>
                  </a:lnTo>
                  <a:lnTo>
                    <a:pt x="571" y="356"/>
                  </a:lnTo>
                  <a:lnTo>
                    <a:pt x="574" y="354"/>
                  </a:lnTo>
                  <a:lnTo>
                    <a:pt x="576" y="354"/>
                  </a:lnTo>
                  <a:lnTo>
                    <a:pt x="576" y="356"/>
                  </a:lnTo>
                  <a:lnTo>
                    <a:pt x="578" y="356"/>
                  </a:lnTo>
                  <a:lnTo>
                    <a:pt x="593" y="369"/>
                  </a:lnTo>
                  <a:lnTo>
                    <a:pt x="599" y="373"/>
                  </a:lnTo>
                  <a:lnTo>
                    <a:pt x="599" y="375"/>
                  </a:lnTo>
                  <a:lnTo>
                    <a:pt x="602" y="375"/>
                  </a:lnTo>
                  <a:lnTo>
                    <a:pt x="602" y="375"/>
                  </a:lnTo>
                  <a:lnTo>
                    <a:pt x="602" y="378"/>
                  </a:lnTo>
                  <a:lnTo>
                    <a:pt x="599" y="378"/>
                  </a:lnTo>
                  <a:lnTo>
                    <a:pt x="602" y="380"/>
                  </a:lnTo>
                  <a:lnTo>
                    <a:pt x="608" y="386"/>
                  </a:lnTo>
                  <a:lnTo>
                    <a:pt x="614" y="390"/>
                  </a:lnTo>
                  <a:lnTo>
                    <a:pt x="617" y="390"/>
                  </a:lnTo>
                  <a:lnTo>
                    <a:pt x="617" y="390"/>
                  </a:lnTo>
                  <a:lnTo>
                    <a:pt x="621" y="390"/>
                  </a:lnTo>
                  <a:lnTo>
                    <a:pt x="625" y="393"/>
                  </a:lnTo>
                  <a:lnTo>
                    <a:pt x="627" y="393"/>
                  </a:lnTo>
                  <a:lnTo>
                    <a:pt x="627" y="399"/>
                  </a:lnTo>
                  <a:lnTo>
                    <a:pt x="627" y="399"/>
                  </a:lnTo>
                  <a:lnTo>
                    <a:pt x="627" y="401"/>
                  </a:lnTo>
                  <a:lnTo>
                    <a:pt x="627" y="401"/>
                  </a:lnTo>
                  <a:lnTo>
                    <a:pt x="627" y="403"/>
                  </a:lnTo>
                  <a:lnTo>
                    <a:pt x="623" y="406"/>
                  </a:lnTo>
                  <a:lnTo>
                    <a:pt x="621" y="410"/>
                  </a:lnTo>
                  <a:lnTo>
                    <a:pt x="619" y="410"/>
                  </a:lnTo>
                  <a:lnTo>
                    <a:pt x="606" y="421"/>
                  </a:lnTo>
                  <a:lnTo>
                    <a:pt x="604" y="421"/>
                  </a:lnTo>
                  <a:lnTo>
                    <a:pt x="602" y="423"/>
                  </a:lnTo>
                  <a:lnTo>
                    <a:pt x="602" y="423"/>
                  </a:lnTo>
                  <a:lnTo>
                    <a:pt x="599" y="423"/>
                  </a:lnTo>
                  <a:lnTo>
                    <a:pt x="599" y="421"/>
                  </a:lnTo>
                  <a:lnTo>
                    <a:pt x="599" y="421"/>
                  </a:lnTo>
                  <a:lnTo>
                    <a:pt x="597" y="421"/>
                  </a:lnTo>
                  <a:lnTo>
                    <a:pt x="595" y="421"/>
                  </a:lnTo>
                  <a:lnTo>
                    <a:pt x="591" y="416"/>
                  </a:lnTo>
                  <a:lnTo>
                    <a:pt x="591" y="416"/>
                  </a:lnTo>
                  <a:lnTo>
                    <a:pt x="589" y="416"/>
                  </a:lnTo>
                  <a:lnTo>
                    <a:pt x="589" y="416"/>
                  </a:lnTo>
                  <a:lnTo>
                    <a:pt x="586" y="416"/>
                  </a:lnTo>
                  <a:lnTo>
                    <a:pt x="584" y="416"/>
                  </a:lnTo>
                  <a:lnTo>
                    <a:pt x="584" y="416"/>
                  </a:lnTo>
                  <a:lnTo>
                    <a:pt x="567" y="419"/>
                  </a:lnTo>
                  <a:lnTo>
                    <a:pt x="548" y="416"/>
                  </a:lnTo>
                  <a:lnTo>
                    <a:pt x="530" y="414"/>
                  </a:lnTo>
                  <a:lnTo>
                    <a:pt x="528" y="412"/>
                  </a:lnTo>
                  <a:lnTo>
                    <a:pt x="524" y="412"/>
                  </a:lnTo>
                  <a:lnTo>
                    <a:pt x="522" y="410"/>
                  </a:lnTo>
                  <a:lnTo>
                    <a:pt x="520" y="410"/>
                  </a:lnTo>
                  <a:lnTo>
                    <a:pt x="515" y="408"/>
                  </a:lnTo>
                  <a:lnTo>
                    <a:pt x="515" y="408"/>
                  </a:lnTo>
                  <a:lnTo>
                    <a:pt x="511" y="403"/>
                  </a:lnTo>
                  <a:lnTo>
                    <a:pt x="511" y="401"/>
                  </a:lnTo>
                  <a:lnTo>
                    <a:pt x="509" y="397"/>
                  </a:lnTo>
                  <a:lnTo>
                    <a:pt x="507" y="393"/>
                  </a:lnTo>
                  <a:lnTo>
                    <a:pt x="507" y="390"/>
                  </a:lnTo>
                  <a:lnTo>
                    <a:pt x="507" y="390"/>
                  </a:lnTo>
                  <a:lnTo>
                    <a:pt x="502" y="386"/>
                  </a:lnTo>
                  <a:lnTo>
                    <a:pt x="502" y="386"/>
                  </a:lnTo>
                  <a:lnTo>
                    <a:pt x="498" y="384"/>
                  </a:lnTo>
                  <a:lnTo>
                    <a:pt x="496" y="384"/>
                  </a:lnTo>
                  <a:lnTo>
                    <a:pt x="496" y="384"/>
                  </a:lnTo>
                  <a:lnTo>
                    <a:pt x="496" y="384"/>
                  </a:lnTo>
                  <a:lnTo>
                    <a:pt x="496" y="384"/>
                  </a:lnTo>
                  <a:lnTo>
                    <a:pt x="494" y="386"/>
                  </a:lnTo>
                  <a:lnTo>
                    <a:pt x="494" y="386"/>
                  </a:lnTo>
                  <a:lnTo>
                    <a:pt x="496" y="388"/>
                  </a:lnTo>
                  <a:lnTo>
                    <a:pt x="496" y="388"/>
                  </a:lnTo>
                  <a:lnTo>
                    <a:pt x="500" y="395"/>
                  </a:lnTo>
                  <a:lnTo>
                    <a:pt x="507" y="406"/>
                  </a:lnTo>
                  <a:lnTo>
                    <a:pt x="511" y="414"/>
                  </a:lnTo>
                  <a:lnTo>
                    <a:pt x="511" y="416"/>
                  </a:lnTo>
                  <a:lnTo>
                    <a:pt x="511" y="416"/>
                  </a:lnTo>
                  <a:lnTo>
                    <a:pt x="513" y="419"/>
                  </a:lnTo>
                  <a:lnTo>
                    <a:pt x="511" y="421"/>
                  </a:lnTo>
                  <a:lnTo>
                    <a:pt x="511" y="423"/>
                  </a:lnTo>
                  <a:lnTo>
                    <a:pt x="511" y="423"/>
                  </a:lnTo>
                  <a:lnTo>
                    <a:pt x="509" y="423"/>
                  </a:lnTo>
                  <a:lnTo>
                    <a:pt x="507" y="423"/>
                  </a:lnTo>
                  <a:lnTo>
                    <a:pt x="507" y="423"/>
                  </a:lnTo>
                  <a:lnTo>
                    <a:pt x="505" y="423"/>
                  </a:lnTo>
                  <a:lnTo>
                    <a:pt x="505" y="423"/>
                  </a:lnTo>
                  <a:lnTo>
                    <a:pt x="502" y="421"/>
                  </a:lnTo>
                  <a:lnTo>
                    <a:pt x="502" y="421"/>
                  </a:lnTo>
                  <a:lnTo>
                    <a:pt x="502" y="421"/>
                  </a:lnTo>
                  <a:lnTo>
                    <a:pt x="500" y="419"/>
                  </a:lnTo>
                  <a:lnTo>
                    <a:pt x="500" y="419"/>
                  </a:lnTo>
                  <a:lnTo>
                    <a:pt x="498" y="419"/>
                  </a:lnTo>
                  <a:lnTo>
                    <a:pt x="498" y="416"/>
                  </a:lnTo>
                  <a:lnTo>
                    <a:pt x="496" y="419"/>
                  </a:lnTo>
                  <a:lnTo>
                    <a:pt x="487" y="421"/>
                  </a:lnTo>
                  <a:lnTo>
                    <a:pt x="485" y="421"/>
                  </a:lnTo>
                  <a:lnTo>
                    <a:pt x="485" y="421"/>
                  </a:lnTo>
                  <a:lnTo>
                    <a:pt x="483" y="423"/>
                  </a:lnTo>
                  <a:lnTo>
                    <a:pt x="477" y="429"/>
                  </a:lnTo>
                  <a:lnTo>
                    <a:pt x="477" y="432"/>
                  </a:lnTo>
                  <a:lnTo>
                    <a:pt x="474" y="434"/>
                  </a:lnTo>
                  <a:lnTo>
                    <a:pt x="474" y="434"/>
                  </a:lnTo>
                  <a:lnTo>
                    <a:pt x="474" y="438"/>
                  </a:lnTo>
                  <a:lnTo>
                    <a:pt x="474" y="438"/>
                  </a:lnTo>
                  <a:lnTo>
                    <a:pt x="474" y="440"/>
                  </a:lnTo>
                  <a:lnTo>
                    <a:pt x="474" y="440"/>
                  </a:lnTo>
                  <a:lnTo>
                    <a:pt x="464" y="464"/>
                  </a:lnTo>
                  <a:lnTo>
                    <a:pt x="457" y="468"/>
                  </a:lnTo>
                  <a:lnTo>
                    <a:pt x="457" y="470"/>
                  </a:lnTo>
                  <a:lnTo>
                    <a:pt x="455" y="473"/>
                  </a:lnTo>
                  <a:lnTo>
                    <a:pt x="451" y="481"/>
                  </a:lnTo>
                  <a:lnTo>
                    <a:pt x="446" y="496"/>
                  </a:lnTo>
                  <a:lnTo>
                    <a:pt x="444" y="505"/>
                  </a:lnTo>
                  <a:lnTo>
                    <a:pt x="446" y="507"/>
                  </a:lnTo>
                  <a:lnTo>
                    <a:pt x="449" y="514"/>
                  </a:lnTo>
                  <a:lnTo>
                    <a:pt x="449" y="514"/>
                  </a:lnTo>
                  <a:lnTo>
                    <a:pt x="451" y="516"/>
                  </a:lnTo>
                  <a:lnTo>
                    <a:pt x="451" y="516"/>
                  </a:lnTo>
                  <a:lnTo>
                    <a:pt x="453" y="520"/>
                  </a:lnTo>
                  <a:lnTo>
                    <a:pt x="453" y="520"/>
                  </a:lnTo>
                  <a:lnTo>
                    <a:pt x="451" y="522"/>
                  </a:lnTo>
                  <a:lnTo>
                    <a:pt x="451" y="522"/>
                  </a:lnTo>
                  <a:lnTo>
                    <a:pt x="449" y="524"/>
                  </a:lnTo>
                  <a:lnTo>
                    <a:pt x="449" y="527"/>
                  </a:lnTo>
                  <a:lnTo>
                    <a:pt x="446" y="527"/>
                  </a:lnTo>
                  <a:lnTo>
                    <a:pt x="446" y="529"/>
                  </a:lnTo>
                  <a:lnTo>
                    <a:pt x="444" y="533"/>
                  </a:lnTo>
                  <a:lnTo>
                    <a:pt x="444" y="535"/>
                  </a:lnTo>
                  <a:lnTo>
                    <a:pt x="444" y="535"/>
                  </a:lnTo>
                  <a:lnTo>
                    <a:pt x="444" y="537"/>
                  </a:lnTo>
                  <a:lnTo>
                    <a:pt x="442" y="542"/>
                  </a:lnTo>
                  <a:lnTo>
                    <a:pt x="440" y="544"/>
                  </a:lnTo>
                  <a:lnTo>
                    <a:pt x="440" y="546"/>
                  </a:lnTo>
                  <a:lnTo>
                    <a:pt x="440" y="546"/>
                  </a:lnTo>
                  <a:lnTo>
                    <a:pt x="440" y="548"/>
                  </a:lnTo>
                  <a:lnTo>
                    <a:pt x="444" y="557"/>
                  </a:lnTo>
                  <a:lnTo>
                    <a:pt x="444" y="557"/>
                  </a:lnTo>
                  <a:lnTo>
                    <a:pt x="444" y="568"/>
                  </a:lnTo>
                  <a:lnTo>
                    <a:pt x="442" y="578"/>
                  </a:lnTo>
                  <a:lnTo>
                    <a:pt x="442" y="578"/>
                  </a:lnTo>
                  <a:lnTo>
                    <a:pt x="442" y="578"/>
                  </a:lnTo>
                  <a:lnTo>
                    <a:pt x="451" y="574"/>
                  </a:lnTo>
                  <a:lnTo>
                    <a:pt x="451" y="572"/>
                  </a:lnTo>
                  <a:lnTo>
                    <a:pt x="459" y="568"/>
                  </a:lnTo>
                  <a:lnTo>
                    <a:pt x="461" y="565"/>
                  </a:lnTo>
                  <a:lnTo>
                    <a:pt x="464" y="565"/>
                  </a:lnTo>
                  <a:lnTo>
                    <a:pt x="464" y="565"/>
                  </a:lnTo>
                  <a:lnTo>
                    <a:pt x="464" y="568"/>
                  </a:lnTo>
                  <a:lnTo>
                    <a:pt x="464" y="568"/>
                  </a:lnTo>
                  <a:lnTo>
                    <a:pt x="464" y="570"/>
                  </a:lnTo>
                  <a:lnTo>
                    <a:pt x="457" y="591"/>
                  </a:lnTo>
                  <a:lnTo>
                    <a:pt x="457" y="593"/>
                  </a:lnTo>
                  <a:lnTo>
                    <a:pt x="461" y="604"/>
                  </a:lnTo>
                  <a:lnTo>
                    <a:pt x="464" y="604"/>
                  </a:lnTo>
                  <a:lnTo>
                    <a:pt x="464" y="606"/>
                  </a:lnTo>
                  <a:lnTo>
                    <a:pt x="464" y="609"/>
                  </a:lnTo>
                  <a:lnTo>
                    <a:pt x="464" y="609"/>
                  </a:lnTo>
                  <a:lnTo>
                    <a:pt x="461" y="609"/>
                  </a:lnTo>
                  <a:lnTo>
                    <a:pt x="461" y="611"/>
                  </a:lnTo>
                  <a:lnTo>
                    <a:pt x="442" y="617"/>
                  </a:lnTo>
                  <a:lnTo>
                    <a:pt x="429" y="617"/>
                  </a:lnTo>
                  <a:lnTo>
                    <a:pt x="423" y="611"/>
                  </a:lnTo>
                  <a:lnTo>
                    <a:pt x="421" y="613"/>
                  </a:lnTo>
                  <a:lnTo>
                    <a:pt x="421" y="619"/>
                  </a:lnTo>
                  <a:lnTo>
                    <a:pt x="410" y="630"/>
                  </a:lnTo>
                  <a:lnTo>
                    <a:pt x="405" y="635"/>
                  </a:lnTo>
                  <a:lnTo>
                    <a:pt x="403" y="639"/>
                  </a:lnTo>
                  <a:lnTo>
                    <a:pt x="397" y="647"/>
                  </a:lnTo>
                  <a:lnTo>
                    <a:pt x="393" y="656"/>
                  </a:lnTo>
                  <a:lnTo>
                    <a:pt x="393" y="658"/>
                  </a:lnTo>
                  <a:lnTo>
                    <a:pt x="393" y="658"/>
                  </a:lnTo>
                  <a:lnTo>
                    <a:pt x="390" y="660"/>
                  </a:lnTo>
                  <a:lnTo>
                    <a:pt x="388" y="660"/>
                  </a:lnTo>
                  <a:lnTo>
                    <a:pt x="380" y="665"/>
                  </a:lnTo>
                  <a:lnTo>
                    <a:pt x="375" y="667"/>
                  </a:lnTo>
                  <a:lnTo>
                    <a:pt x="369" y="667"/>
                  </a:lnTo>
                  <a:lnTo>
                    <a:pt x="369" y="667"/>
                  </a:lnTo>
                  <a:lnTo>
                    <a:pt x="367" y="667"/>
                  </a:lnTo>
                  <a:lnTo>
                    <a:pt x="367" y="667"/>
                  </a:lnTo>
                  <a:lnTo>
                    <a:pt x="358" y="647"/>
                  </a:lnTo>
                  <a:lnTo>
                    <a:pt x="358" y="647"/>
                  </a:lnTo>
                  <a:lnTo>
                    <a:pt x="358" y="645"/>
                  </a:lnTo>
                  <a:lnTo>
                    <a:pt x="358" y="643"/>
                  </a:lnTo>
                  <a:lnTo>
                    <a:pt x="358" y="643"/>
                  </a:lnTo>
                  <a:lnTo>
                    <a:pt x="360" y="641"/>
                  </a:lnTo>
                  <a:lnTo>
                    <a:pt x="360" y="641"/>
                  </a:lnTo>
                  <a:lnTo>
                    <a:pt x="360" y="641"/>
                  </a:lnTo>
                  <a:lnTo>
                    <a:pt x="360" y="639"/>
                  </a:lnTo>
                  <a:lnTo>
                    <a:pt x="360" y="639"/>
                  </a:lnTo>
                  <a:lnTo>
                    <a:pt x="360" y="637"/>
                  </a:lnTo>
                  <a:lnTo>
                    <a:pt x="360" y="637"/>
                  </a:lnTo>
                  <a:lnTo>
                    <a:pt x="360" y="637"/>
                  </a:lnTo>
                  <a:lnTo>
                    <a:pt x="358" y="637"/>
                  </a:lnTo>
                  <a:lnTo>
                    <a:pt x="358" y="639"/>
                  </a:lnTo>
                  <a:lnTo>
                    <a:pt x="358" y="639"/>
                  </a:lnTo>
                  <a:lnTo>
                    <a:pt x="356" y="641"/>
                  </a:lnTo>
                  <a:lnTo>
                    <a:pt x="356" y="645"/>
                  </a:lnTo>
                  <a:lnTo>
                    <a:pt x="356" y="647"/>
                  </a:lnTo>
                  <a:lnTo>
                    <a:pt x="354" y="647"/>
                  </a:lnTo>
                  <a:lnTo>
                    <a:pt x="354" y="650"/>
                  </a:lnTo>
                  <a:lnTo>
                    <a:pt x="356" y="650"/>
                  </a:lnTo>
                  <a:lnTo>
                    <a:pt x="356" y="650"/>
                  </a:lnTo>
                  <a:lnTo>
                    <a:pt x="356" y="652"/>
                  </a:lnTo>
                  <a:lnTo>
                    <a:pt x="358" y="652"/>
                  </a:lnTo>
                  <a:lnTo>
                    <a:pt x="358" y="654"/>
                  </a:lnTo>
                  <a:lnTo>
                    <a:pt x="360" y="654"/>
                  </a:lnTo>
                  <a:lnTo>
                    <a:pt x="360" y="656"/>
                  </a:lnTo>
                  <a:lnTo>
                    <a:pt x="364" y="665"/>
                  </a:lnTo>
                  <a:lnTo>
                    <a:pt x="364" y="665"/>
                  </a:lnTo>
                  <a:lnTo>
                    <a:pt x="360" y="676"/>
                  </a:lnTo>
                  <a:lnTo>
                    <a:pt x="360" y="678"/>
                  </a:lnTo>
                  <a:lnTo>
                    <a:pt x="360" y="678"/>
                  </a:lnTo>
                  <a:lnTo>
                    <a:pt x="358" y="680"/>
                  </a:lnTo>
                  <a:lnTo>
                    <a:pt x="352" y="682"/>
                  </a:lnTo>
                  <a:lnTo>
                    <a:pt x="347" y="682"/>
                  </a:lnTo>
                  <a:lnTo>
                    <a:pt x="345" y="684"/>
                  </a:lnTo>
                  <a:lnTo>
                    <a:pt x="345" y="684"/>
                  </a:lnTo>
                  <a:lnTo>
                    <a:pt x="343" y="684"/>
                  </a:lnTo>
                  <a:lnTo>
                    <a:pt x="341" y="686"/>
                  </a:lnTo>
                  <a:lnTo>
                    <a:pt x="336" y="689"/>
                  </a:lnTo>
                  <a:lnTo>
                    <a:pt x="334" y="691"/>
                  </a:lnTo>
                  <a:lnTo>
                    <a:pt x="334" y="691"/>
                  </a:lnTo>
                  <a:lnTo>
                    <a:pt x="334" y="691"/>
                  </a:lnTo>
                  <a:lnTo>
                    <a:pt x="334" y="693"/>
                  </a:lnTo>
                  <a:lnTo>
                    <a:pt x="334" y="693"/>
                  </a:lnTo>
                  <a:lnTo>
                    <a:pt x="334" y="695"/>
                  </a:lnTo>
                  <a:lnTo>
                    <a:pt x="334" y="697"/>
                  </a:lnTo>
                  <a:lnTo>
                    <a:pt x="334" y="699"/>
                  </a:lnTo>
                  <a:lnTo>
                    <a:pt x="336" y="699"/>
                  </a:lnTo>
                  <a:lnTo>
                    <a:pt x="336" y="701"/>
                  </a:lnTo>
                  <a:lnTo>
                    <a:pt x="336" y="701"/>
                  </a:lnTo>
                  <a:lnTo>
                    <a:pt x="336" y="704"/>
                  </a:lnTo>
                  <a:lnTo>
                    <a:pt x="336" y="704"/>
                  </a:lnTo>
                  <a:lnTo>
                    <a:pt x="336" y="706"/>
                  </a:lnTo>
                  <a:lnTo>
                    <a:pt x="336" y="708"/>
                  </a:lnTo>
                  <a:lnTo>
                    <a:pt x="334" y="708"/>
                  </a:lnTo>
                  <a:lnTo>
                    <a:pt x="332" y="710"/>
                  </a:lnTo>
                  <a:lnTo>
                    <a:pt x="319" y="714"/>
                  </a:lnTo>
                  <a:lnTo>
                    <a:pt x="306" y="721"/>
                  </a:lnTo>
                  <a:lnTo>
                    <a:pt x="298" y="725"/>
                  </a:lnTo>
                  <a:lnTo>
                    <a:pt x="298" y="727"/>
                  </a:lnTo>
                  <a:lnTo>
                    <a:pt x="298" y="727"/>
                  </a:lnTo>
                  <a:lnTo>
                    <a:pt x="298" y="727"/>
                  </a:lnTo>
                  <a:lnTo>
                    <a:pt x="298" y="730"/>
                  </a:lnTo>
                  <a:lnTo>
                    <a:pt x="300" y="730"/>
                  </a:lnTo>
                  <a:lnTo>
                    <a:pt x="300" y="730"/>
                  </a:lnTo>
                  <a:lnTo>
                    <a:pt x="302" y="732"/>
                  </a:lnTo>
                  <a:lnTo>
                    <a:pt x="302" y="732"/>
                  </a:lnTo>
                  <a:lnTo>
                    <a:pt x="304" y="730"/>
                  </a:lnTo>
                  <a:lnTo>
                    <a:pt x="304" y="730"/>
                  </a:lnTo>
                  <a:lnTo>
                    <a:pt x="306" y="730"/>
                  </a:lnTo>
                  <a:lnTo>
                    <a:pt x="306" y="730"/>
                  </a:lnTo>
                  <a:lnTo>
                    <a:pt x="308" y="727"/>
                  </a:lnTo>
                  <a:lnTo>
                    <a:pt x="311" y="727"/>
                  </a:lnTo>
                  <a:lnTo>
                    <a:pt x="315" y="725"/>
                  </a:lnTo>
                  <a:lnTo>
                    <a:pt x="317" y="725"/>
                  </a:lnTo>
                  <a:lnTo>
                    <a:pt x="319" y="725"/>
                  </a:lnTo>
                  <a:lnTo>
                    <a:pt x="321" y="725"/>
                  </a:lnTo>
                  <a:lnTo>
                    <a:pt x="324" y="727"/>
                  </a:lnTo>
                  <a:lnTo>
                    <a:pt x="324" y="727"/>
                  </a:lnTo>
                  <a:lnTo>
                    <a:pt x="324" y="727"/>
                  </a:lnTo>
                  <a:lnTo>
                    <a:pt x="326" y="742"/>
                  </a:lnTo>
                  <a:lnTo>
                    <a:pt x="326" y="742"/>
                  </a:lnTo>
                  <a:lnTo>
                    <a:pt x="326" y="758"/>
                  </a:lnTo>
                  <a:lnTo>
                    <a:pt x="324" y="760"/>
                  </a:lnTo>
                  <a:lnTo>
                    <a:pt x="324" y="760"/>
                  </a:lnTo>
                  <a:lnTo>
                    <a:pt x="321" y="762"/>
                  </a:lnTo>
                  <a:lnTo>
                    <a:pt x="321" y="762"/>
                  </a:lnTo>
                  <a:lnTo>
                    <a:pt x="319" y="762"/>
                  </a:lnTo>
                  <a:lnTo>
                    <a:pt x="315" y="764"/>
                  </a:lnTo>
                  <a:lnTo>
                    <a:pt x="308" y="771"/>
                  </a:lnTo>
                  <a:lnTo>
                    <a:pt x="319" y="777"/>
                  </a:lnTo>
                  <a:lnTo>
                    <a:pt x="319" y="777"/>
                  </a:lnTo>
                  <a:lnTo>
                    <a:pt x="319" y="777"/>
                  </a:lnTo>
                  <a:lnTo>
                    <a:pt x="319" y="777"/>
                  </a:lnTo>
                  <a:lnTo>
                    <a:pt x="321" y="777"/>
                  </a:lnTo>
                  <a:lnTo>
                    <a:pt x="326" y="775"/>
                  </a:lnTo>
                  <a:lnTo>
                    <a:pt x="328" y="773"/>
                  </a:lnTo>
                  <a:lnTo>
                    <a:pt x="330" y="773"/>
                  </a:lnTo>
                  <a:lnTo>
                    <a:pt x="332" y="773"/>
                  </a:lnTo>
                  <a:lnTo>
                    <a:pt x="334" y="773"/>
                  </a:lnTo>
                  <a:lnTo>
                    <a:pt x="343" y="775"/>
                  </a:lnTo>
                  <a:lnTo>
                    <a:pt x="343" y="775"/>
                  </a:lnTo>
                  <a:lnTo>
                    <a:pt x="343" y="777"/>
                  </a:lnTo>
                  <a:lnTo>
                    <a:pt x="343" y="777"/>
                  </a:lnTo>
                  <a:lnTo>
                    <a:pt x="343" y="779"/>
                  </a:lnTo>
                  <a:lnTo>
                    <a:pt x="341" y="786"/>
                  </a:lnTo>
                  <a:lnTo>
                    <a:pt x="341" y="786"/>
                  </a:lnTo>
                  <a:close/>
                  <a:moveTo>
                    <a:pt x="496" y="23"/>
                  </a:moveTo>
                  <a:lnTo>
                    <a:pt x="496" y="23"/>
                  </a:lnTo>
                  <a:lnTo>
                    <a:pt x="498" y="28"/>
                  </a:lnTo>
                  <a:lnTo>
                    <a:pt x="500" y="36"/>
                  </a:lnTo>
                  <a:lnTo>
                    <a:pt x="500" y="36"/>
                  </a:lnTo>
                  <a:lnTo>
                    <a:pt x="498" y="39"/>
                  </a:lnTo>
                  <a:lnTo>
                    <a:pt x="498" y="39"/>
                  </a:lnTo>
                  <a:lnTo>
                    <a:pt x="496" y="41"/>
                  </a:lnTo>
                  <a:lnTo>
                    <a:pt x="494" y="41"/>
                  </a:lnTo>
                  <a:lnTo>
                    <a:pt x="494" y="41"/>
                  </a:lnTo>
                  <a:lnTo>
                    <a:pt x="492" y="41"/>
                  </a:lnTo>
                  <a:lnTo>
                    <a:pt x="492" y="41"/>
                  </a:lnTo>
                  <a:lnTo>
                    <a:pt x="489" y="41"/>
                  </a:lnTo>
                  <a:lnTo>
                    <a:pt x="489" y="39"/>
                  </a:lnTo>
                  <a:lnTo>
                    <a:pt x="487" y="39"/>
                  </a:lnTo>
                  <a:lnTo>
                    <a:pt x="485" y="36"/>
                  </a:lnTo>
                  <a:lnTo>
                    <a:pt x="474" y="26"/>
                  </a:lnTo>
                  <a:lnTo>
                    <a:pt x="470" y="23"/>
                  </a:lnTo>
                  <a:lnTo>
                    <a:pt x="474" y="23"/>
                  </a:lnTo>
                  <a:lnTo>
                    <a:pt x="489" y="23"/>
                  </a:lnTo>
                  <a:lnTo>
                    <a:pt x="494" y="23"/>
                  </a:lnTo>
                  <a:lnTo>
                    <a:pt x="496" y="23"/>
                  </a:lnTo>
                  <a:lnTo>
                    <a:pt x="496" y="23"/>
                  </a:lnTo>
                  <a:close/>
                  <a:moveTo>
                    <a:pt x="461" y="32"/>
                  </a:moveTo>
                  <a:lnTo>
                    <a:pt x="461" y="30"/>
                  </a:lnTo>
                  <a:lnTo>
                    <a:pt x="464" y="28"/>
                  </a:lnTo>
                  <a:lnTo>
                    <a:pt x="466" y="28"/>
                  </a:lnTo>
                  <a:lnTo>
                    <a:pt x="466" y="28"/>
                  </a:lnTo>
                  <a:lnTo>
                    <a:pt x="468" y="28"/>
                  </a:lnTo>
                  <a:lnTo>
                    <a:pt x="468" y="28"/>
                  </a:lnTo>
                  <a:lnTo>
                    <a:pt x="468" y="28"/>
                  </a:lnTo>
                  <a:lnTo>
                    <a:pt x="470" y="28"/>
                  </a:lnTo>
                  <a:lnTo>
                    <a:pt x="477" y="34"/>
                  </a:lnTo>
                  <a:lnTo>
                    <a:pt x="479" y="36"/>
                  </a:lnTo>
                  <a:lnTo>
                    <a:pt x="479" y="36"/>
                  </a:lnTo>
                  <a:lnTo>
                    <a:pt x="479" y="39"/>
                  </a:lnTo>
                  <a:lnTo>
                    <a:pt x="477" y="43"/>
                  </a:lnTo>
                  <a:lnTo>
                    <a:pt x="474" y="43"/>
                  </a:lnTo>
                  <a:lnTo>
                    <a:pt x="474" y="45"/>
                  </a:lnTo>
                  <a:lnTo>
                    <a:pt x="470" y="47"/>
                  </a:lnTo>
                  <a:lnTo>
                    <a:pt x="470" y="47"/>
                  </a:lnTo>
                  <a:lnTo>
                    <a:pt x="470" y="47"/>
                  </a:lnTo>
                  <a:lnTo>
                    <a:pt x="468" y="47"/>
                  </a:lnTo>
                  <a:lnTo>
                    <a:pt x="468" y="45"/>
                  </a:lnTo>
                  <a:lnTo>
                    <a:pt x="461" y="41"/>
                  </a:lnTo>
                  <a:lnTo>
                    <a:pt x="461" y="41"/>
                  </a:lnTo>
                  <a:lnTo>
                    <a:pt x="461" y="41"/>
                  </a:lnTo>
                  <a:lnTo>
                    <a:pt x="459" y="39"/>
                  </a:lnTo>
                  <a:lnTo>
                    <a:pt x="459" y="36"/>
                  </a:lnTo>
                  <a:lnTo>
                    <a:pt x="459" y="34"/>
                  </a:lnTo>
                  <a:lnTo>
                    <a:pt x="459" y="32"/>
                  </a:lnTo>
                  <a:lnTo>
                    <a:pt x="461" y="32"/>
                  </a:lnTo>
                  <a:lnTo>
                    <a:pt x="461" y="32"/>
                  </a:lnTo>
                  <a:lnTo>
                    <a:pt x="461" y="32"/>
                  </a:lnTo>
                  <a:close/>
                  <a:moveTo>
                    <a:pt x="481" y="58"/>
                  </a:moveTo>
                  <a:lnTo>
                    <a:pt x="483" y="60"/>
                  </a:lnTo>
                  <a:lnTo>
                    <a:pt x="485" y="60"/>
                  </a:lnTo>
                  <a:lnTo>
                    <a:pt x="487" y="62"/>
                  </a:lnTo>
                  <a:lnTo>
                    <a:pt x="489" y="64"/>
                  </a:lnTo>
                  <a:lnTo>
                    <a:pt x="489" y="64"/>
                  </a:lnTo>
                  <a:lnTo>
                    <a:pt x="489" y="67"/>
                  </a:lnTo>
                  <a:lnTo>
                    <a:pt x="489" y="67"/>
                  </a:lnTo>
                  <a:lnTo>
                    <a:pt x="489" y="67"/>
                  </a:lnTo>
                  <a:lnTo>
                    <a:pt x="489" y="67"/>
                  </a:lnTo>
                  <a:lnTo>
                    <a:pt x="489" y="67"/>
                  </a:lnTo>
                  <a:lnTo>
                    <a:pt x="485" y="67"/>
                  </a:lnTo>
                  <a:lnTo>
                    <a:pt x="483" y="67"/>
                  </a:lnTo>
                  <a:lnTo>
                    <a:pt x="483" y="67"/>
                  </a:lnTo>
                  <a:lnTo>
                    <a:pt x="479" y="64"/>
                  </a:lnTo>
                  <a:lnTo>
                    <a:pt x="479" y="64"/>
                  </a:lnTo>
                  <a:lnTo>
                    <a:pt x="477" y="60"/>
                  </a:lnTo>
                  <a:lnTo>
                    <a:pt x="477" y="60"/>
                  </a:lnTo>
                  <a:lnTo>
                    <a:pt x="479" y="58"/>
                  </a:lnTo>
                  <a:lnTo>
                    <a:pt x="479" y="58"/>
                  </a:lnTo>
                  <a:lnTo>
                    <a:pt x="479" y="58"/>
                  </a:lnTo>
                  <a:lnTo>
                    <a:pt x="481" y="58"/>
                  </a:lnTo>
                  <a:lnTo>
                    <a:pt x="481" y="58"/>
                  </a:lnTo>
                  <a:close/>
                  <a:moveTo>
                    <a:pt x="485" y="73"/>
                  </a:moveTo>
                  <a:lnTo>
                    <a:pt x="485" y="73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7" y="75"/>
                  </a:lnTo>
                  <a:lnTo>
                    <a:pt x="487" y="75"/>
                  </a:lnTo>
                  <a:lnTo>
                    <a:pt x="485" y="73"/>
                  </a:lnTo>
                  <a:lnTo>
                    <a:pt x="483" y="73"/>
                  </a:lnTo>
                  <a:lnTo>
                    <a:pt x="483" y="73"/>
                  </a:lnTo>
                  <a:lnTo>
                    <a:pt x="483" y="73"/>
                  </a:lnTo>
                  <a:lnTo>
                    <a:pt x="483" y="73"/>
                  </a:lnTo>
                  <a:lnTo>
                    <a:pt x="483" y="73"/>
                  </a:lnTo>
                  <a:lnTo>
                    <a:pt x="485" y="73"/>
                  </a:lnTo>
                  <a:lnTo>
                    <a:pt x="485" y="73"/>
                  </a:lnTo>
                  <a:close/>
                  <a:moveTo>
                    <a:pt x="416" y="92"/>
                  </a:moveTo>
                  <a:lnTo>
                    <a:pt x="418" y="92"/>
                  </a:lnTo>
                  <a:lnTo>
                    <a:pt x="418" y="92"/>
                  </a:lnTo>
                  <a:lnTo>
                    <a:pt x="421" y="92"/>
                  </a:lnTo>
                  <a:lnTo>
                    <a:pt x="423" y="92"/>
                  </a:lnTo>
                  <a:lnTo>
                    <a:pt x="436" y="95"/>
                  </a:lnTo>
                  <a:lnTo>
                    <a:pt x="451" y="103"/>
                  </a:lnTo>
                  <a:lnTo>
                    <a:pt x="451" y="103"/>
                  </a:lnTo>
                  <a:lnTo>
                    <a:pt x="451" y="105"/>
                  </a:lnTo>
                  <a:lnTo>
                    <a:pt x="451" y="105"/>
                  </a:lnTo>
                  <a:lnTo>
                    <a:pt x="451" y="105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6" y="110"/>
                  </a:lnTo>
                  <a:lnTo>
                    <a:pt x="446" y="110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2" y="108"/>
                  </a:lnTo>
                  <a:lnTo>
                    <a:pt x="440" y="105"/>
                  </a:lnTo>
                  <a:lnTo>
                    <a:pt x="438" y="105"/>
                  </a:lnTo>
                  <a:lnTo>
                    <a:pt x="436" y="103"/>
                  </a:lnTo>
                  <a:lnTo>
                    <a:pt x="436" y="103"/>
                  </a:lnTo>
                  <a:lnTo>
                    <a:pt x="431" y="103"/>
                  </a:lnTo>
                  <a:lnTo>
                    <a:pt x="431" y="103"/>
                  </a:lnTo>
                  <a:lnTo>
                    <a:pt x="429" y="103"/>
                  </a:lnTo>
                  <a:lnTo>
                    <a:pt x="427" y="103"/>
                  </a:lnTo>
                  <a:lnTo>
                    <a:pt x="423" y="103"/>
                  </a:lnTo>
                  <a:lnTo>
                    <a:pt x="423" y="103"/>
                  </a:lnTo>
                  <a:lnTo>
                    <a:pt x="421" y="103"/>
                  </a:lnTo>
                  <a:lnTo>
                    <a:pt x="418" y="101"/>
                  </a:lnTo>
                  <a:lnTo>
                    <a:pt x="418" y="101"/>
                  </a:lnTo>
                  <a:lnTo>
                    <a:pt x="416" y="99"/>
                  </a:lnTo>
                  <a:lnTo>
                    <a:pt x="414" y="97"/>
                  </a:lnTo>
                  <a:lnTo>
                    <a:pt x="414" y="97"/>
                  </a:lnTo>
                  <a:lnTo>
                    <a:pt x="416" y="95"/>
                  </a:lnTo>
                  <a:lnTo>
                    <a:pt x="416" y="95"/>
                  </a:lnTo>
                  <a:lnTo>
                    <a:pt x="416" y="92"/>
                  </a:lnTo>
                  <a:lnTo>
                    <a:pt x="416" y="92"/>
                  </a:lnTo>
                  <a:close/>
                  <a:moveTo>
                    <a:pt x="483" y="95"/>
                  </a:moveTo>
                  <a:lnTo>
                    <a:pt x="483" y="92"/>
                  </a:lnTo>
                  <a:lnTo>
                    <a:pt x="483" y="92"/>
                  </a:lnTo>
                  <a:lnTo>
                    <a:pt x="485" y="92"/>
                  </a:lnTo>
                  <a:lnTo>
                    <a:pt x="485" y="92"/>
                  </a:lnTo>
                  <a:lnTo>
                    <a:pt x="487" y="92"/>
                  </a:lnTo>
                  <a:lnTo>
                    <a:pt x="489" y="92"/>
                  </a:lnTo>
                  <a:lnTo>
                    <a:pt x="489" y="95"/>
                  </a:lnTo>
                  <a:lnTo>
                    <a:pt x="492" y="97"/>
                  </a:lnTo>
                  <a:lnTo>
                    <a:pt x="492" y="97"/>
                  </a:lnTo>
                  <a:lnTo>
                    <a:pt x="496" y="103"/>
                  </a:lnTo>
                  <a:lnTo>
                    <a:pt x="496" y="105"/>
                  </a:lnTo>
                  <a:lnTo>
                    <a:pt x="496" y="105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85" y="103"/>
                  </a:lnTo>
                  <a:lnTo>
                    <a:pt x="483" y="101"/>
                  </a:lnTo>
                  <a:lnTo>
                    <a:pt x="481" y="99"/>
                  </a:lnTo>
                  <a:lnTo>
                    <a:pt x="481" y="99"/>
                  </a:lnTo>
                  <a:lnTo>
                    <a:pt x="481" y="97"/>
                  </a:lnTo>
                  <a:lnTo>
                    <a:pt x="481" y="97"/>
                  </a:lnTo>
                  <a:lnTo>
                    <a:pt x="481" y="95"/>
                  </a:lnTo>
                  <a:lnTo>
                    <a:pt x="483" y="95"/>
                  </a:lnTo>
                  <a:lnTo>
                    <a:pt x="483" y="95"/>
                  </a:lnTo>
                  <a:lnTo>
                    <a:pt x="483" y="95"/>
                  </a:lnTo>
                  <a:close/>
                  <a:moveTo>
                    <a:pt x="446" y="97"/>
                  </a:moveTo>
                  <a:lnTo>
                    <a:pt x="446" y="97"/>
                  </a:lnTo>
                  <a:lnTo>
                    <a:pt x="455" y="99"/>
                  </a:lnTo>
                  <a:lnTo>
                    <a:pt x="457" y="99"/>
                  </a:lnTo>
                  <a:lnTo>
                    <a:pt x="459" y="99"/>
                  </a:lnTo>
                  <a:lnTo>
                    <a:pt x="464" y="101"/>
                  </a:lnTo>
                  <a:lnTo>
                    <a:pt x="464" y="103"/>
                  </a:lnTo>
                  <a:lnTo>
                    <a:pt x="464" y="103"/>
                  </a:lnTo>
                  <a:lnTo>
                    <a:pt x="464" y="103"/>
                  </a:lnTo>
                  <a:lnTo>
                    <a:pt x="461" y="105"/>
                  </a:lnTo>
                  <a:lnTo>
                    <a:pt x="461" y="105"/>
                  </a:lnTo>
                  <a:lnTo>
                    <a:pt x="459" y="105"/>
                  </a:lnTo>
                  <a:lnTo>
                    <a:pt x="459" y="105"/>
                  </a:lnTo>
                  <a:lnTo>
                    <a:pt x="457" y="105"/>
                  </a:lnTo>
                  <a:lnTo>
                    <a:pt x="446" y="101"/>
                  </a:lnTo>
                  <a:lnTo>
                    <a:pt x="444" y="101"/>
                  </a:lnTo>
                  <a:lnTo>
                    <a:pt x="444" y="99"/>
                  </a:lnTo>
                  <a:lnTo>
                    <a:pt x="440" y="97"/>
                  </a:lnTo>
                  <a:lnTo>
                    <a:pt x="440" y="97"/>
                  </a:lnTo>
                  <a:lnTo>
                    <a:pt x="440" y="95"/>
                  </a:lnTo>
                  <a:lnTo>
                    <a:pt x="442" y="95"/>
                  </a:lnTo>
                  <a:lnTo>
                    <a:pt x="442" y="95"/>
                  </a:lnTo>
                  <a:lnTo>
                    <a:pt x="442" y="95"/>
                  </a:lnTo>
                  <a:lnTo>
                    <a:pt x="446" y="97"/>
                  </a:lnTo>
                  <a:lnTo>
                    <a:pt x="446" y="97"/>
                  </a:lnTo>
                  <a:lnTo>
                    <a:pt x="446" y="97"/>
                  </a:lnTo>
                  <a:close/>
                  <a:moveTo>
                    <a:pt x="455" y="110"/>
                  </a:moveTo>
                  <a:lnTo>
                    <a:pt x="461" y="110"/>
                  </a:lnTo>
                  <a:lnTo>
                    <a:pt x="461" y="110"/>
                  </a:lnTo>
                  <a:lnTo>
                    <a:pt x="464" y="110"/>
                  </a:lnTo>
                  <a:lnTo>
                    <a:pt x="466" y="112"/>
                  </a:lnTo>
                  <a:lnTo>
                    <a:pt x="468" y="112"/>
                  </a:lnTo>
                  <a:lnTo>
                    <a:pt x="468" y="112"/>
                  </a:lnTo>
                  <a:lnTo>
                    <a:pt x="468" y="112"/>
                  </a:lnTo>
                  <a:lnTo>
                    <a:pt x="470" y="114"/>
                  </a:lnTo>
                  <a:lnTo>
                    <a:pt x="470" y="114"/>
                  </a:lnTo>
                  <a:lnTo>
                    <a:pt x="470" y="116"/>
                  </a:lnTo>
                  <a:lnTo>
                    <a:pt x="468" y="129"/>
                  </a:lnTo>
                  <a:lnTo>
                    <a:pt x="464" y="131"/>
                  </a:lnTo>
                  <a:lnTo>
                    <a:pt x="455" y="125"/>
                  </a:lnTo>
                  <a:lnTo>
                    <a:pt x="455" y="125"/>
                  </a:lnTo>
                  <a:lnTo>
                    <a:pt x="453" y="116"/>
                  </a:lnTo>
                  <a:lnTo>
                    <a:pt x="453" y="116"/>
                  </a:lnTo>
                  <a:lnTo>
                    <a:pt x="453" y="114"/>
                  </a:lnTo>
                  <a:lnTo>
                    <a:pt x="453" y="112"/>
                  </a:lnTo>
                  <a:lnTo>
                    <a:pt x="453" y="112"/>
                  </a:lnTo>
                  <a:lnTo>
                    <a:pt x="453" y="112"/>
                  </a:lnTo>
                  <a:lnTo>
                    <a:pt x="453" y="112"/>
                  </a:lnTo>
                  <a:lnTo>
                    <a:pt x="455" y="110"/>
                  </a:lnTo>
                  <a:lnTo>
                    <a:pt x="455" y="110"/>
                  </a:lnTo>
                  <a:close/>
                  <a:moveTo>
                    <a:pt x="440" y="123"/>
                  </a:moveTo>
                  <a:lnTo>
                    <a:pt x="442" y="121"/>
                  </a:lnTo>
                  <a:lnTo>
                    <a:pt x="442" y="121"/>
                  </a:lnTo>
                  <a:lnTo>
                    <a:pt x="444" y="121"/>
                  </a:lnTo>
                  <a:lnTo>
                    <a:pt x="444" y="121"/>
                  </a:lnTo>
                  <a:lnTo>
                    <a:pt x="451" y="123"/>
                  </a:lnTo>
                  <a:lnTo>
                    <a:pt x="451" y="123"/>
                  </a:lnTo>
                  <a:lnTo>
                    <a:pt x="451" y="125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1" y="127"/>
                  </a:lnTo>
                  <a:lnTo>
                    <a:pt x="451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5"/>
                  </a:lnTo>
                  <a:lnTo>
                    <a:pt x="438" y="123"/>
                  </a:lnTo>
                  <a:lnTo>
                    <a:pt x="440" y="123"/>
                  </a:lnTo>
                  <a:lnTo>
                    <a:pt x="440" y="123"/>
                  </a:lnTo>
                  <a:lnTo>
                    <a:pt x="440" y="12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16" name="Freeform 18">
              <a:extLst>
                <a:ext uri="{FF2B5EF4-FFF2-40B4-BE49-F238E27FC236}">
                  <a16:creationId xmlns:a16="http://schemas.microsoft.com/office/drawing/2014/main" id="{32BDE939-D142-089B-7B21-B9A00748E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495" y="3417287"/>
              <a:ext cx="276626" cy="268490"/>
            </a:xfrm>
            <a:custGeom>
              <a:avLst/>
              <a:gdLst/>
              <a:ahLst/>
              <a:cxnLst>
                <a:cxn ang="0">
                  <a:pos x="26" y="130"/>
                </a:cxn>
                <a:cxn ang="0">
                  <a:pos x="52" y="145"/>
                </a:cxn>
                <a:cxn ang="0">
                  <a:pos x="67" y="132"/>
                </a:cxn>
                <a:cxn ang="0">
                  <a:pos x="73" y="97"/>
                </a:cxn>
                <a:cxn ang="0">
                  <a:pos x="101" y="76"/>
                </a:cxn>
                <a:cxn ang="0">
                  <a:pos x="140" y="63"/>
                </a:cxn>
                <a:cxn ang="0">
                  <a:pos x="172" y="28"/>
                </a:cxn>
                <a:cxn ang="0">
                  <a:pos x="200" y="0"/>
                </a:cxn>
                <a:cxn ang="0">
                  <a:pos x="231" y="18"/>
                </a:cxn>
                <a:cxn ang="0">
                  <a:pos x="241" y="43"/>
                </a:cxn>
                <a:cxn ang="0">
                  <a:pos x="256" y="50"/>
                </a:cxn>
                <a:cxn ang="0">
                  <a:pos x="261" y="56"/>
                </a:cxn>
                <a:cxn ang="0">
                  <a:pos x="261" y="67"/>
                </a:cxn>
                <a:cxn ang="0">
                  <a:pos x="263" y="74"/>
                </a:cxn>
                <a:cxn ang="0">
                  <a:pos x="272" y="87"/>
                </a:cxn>
                <a:cxn ang="0">
                  <a:pos x="272" y="89"/>
                </a:cxn>
                <a:cxn ang="0">
                  <a:pos x="269" y="119"/>
                </a:cxn>
                <a:cxn ang="0">
                  <a:pos x="267" y="128"/>
                </a:cxn>
                <a:cxn ang="0">
                  <a:pos x="269" y="138"/>
                </a:cxn>
                <a:cxn ang="0">
                  <a:pos x="261" y="216"/>
                </a:cxn>
                <a:cxn ang="0">
                  <a:pos x="263" y="221"/>
                </a:cxn>
                <a:cxn ang="0">
                  <a:pos x="265" y="223"/>
                </a:cxn>
                <a:cxn ang="0">
                  <a:pos x="261" y="244"/>
                </a:cxn>
                <a:cxn ang="0">
                  <a:pos x="256" y="251"/>
                </a:cxn>
                <a:cxn ang="0">
                  <a:pos x="250" y="259"/>
                </a:cxn>
                <a:cxn ang="0">
                  <a:pos x="200" y="205"/>
                </a:cxn>
                <a:cxn ang="0">
                  <a:pos x="196" y="205"/>
                </a:cxn>
                <a:cxn ang="0">
                  <a:pos x="185" y="221"/>
                </a:cxn>
                <a:cxn ang="0">
                  <a:pos x="190" y="242"/>
                </a:cxn>
                <a:cxn ang="0">
                  <a:pos x="190" y="244"/>
                </a:cxn>
                <a:cxn ang="0">
                  <a:pos x="181" y="246"/>
                </a:cxn>
                <a:cxn ang="0">
                  <a:pos x="172" y="240"/>
                </a:cxn>
                <a:cxn ang="0">
                  <a:pos x="138" y="223"/>
                </a:cxn>
                <a:cxn ang="0">
                  <a:pos x="132" y="216"/>
                </a:cxn>
                <a:cxn ang="0">
                  <a:pos x="129" y="214"/>
                </a:cxn>
                <a:cxn ang="0">
                  <a:pos x="125" y="212"/>
                </a:cxn>
                <a:cxn ang="0">
                  <a:pos x="119" y="210"/>
                </a:cxn>
                <a:cxn ang="0">
                  <a:pos x="110" y="212"/>
                </a:cxn>
                <a:cxn ang="0">
                  <a:pos x="110" y="214"/>
                </a:cxn>
                <a:cxn ang="0">
                  <a:pos x="110" y="221"/>
                </a:cxn>
                <a:cxn ang="0">
                  <a:pos x="114" y="227"/>
                </a:cxn>
                <a:cxn ang="0">
                  <a:pos x="121" y="236"/>
                </a:cxn>
                <a:cxn ang="0">
                  <a:pos x="127" y="249"/>
                </a:cxn>
                <a:cxn ang="0">
                  <a:pos x="132" y="262"/>
                </a:cxn>
                <a:cxn ang="0">
                  <a:pos x="127" y="264"/>
                </a:cxn>
                <a:cxn ang="0">
                  <a:pos x="114" y="262"/>
                </a:cxn>
                <a:cxn ang="0">
                  <a:pos x="112" y="255"/>
                </a:cxn>
                <a:cxn ang="0">
                  <a:pos x="108" y="251"/>
                </a:cxn>
                <a:cxn ang="0">
                  <a:pos x="82" y="225"/>
                </a:cxn>
                <a:cxn ang="0">
                  <a:pos x="82" y="225"/>
                </a:cxn>
                <a:cxn ang="0">
                  <a:pos x="82" y="221"/>
                </a:cxn>
                <a:cxn ang="0">
                  <a:pos x="67" y="210"/>
                </a:cxn>
                <a:cxn ang="0">
                  <a:pos x="47" y="184"/>
                </a:cxn>
                <a:cxn ang="0">
                  <a:pos x="35" y="167"/>
                </a:cxn>
                <a:cxn ang="0">
                  <a:pos x="13" y="147"/>
                </a:cxn>
                <a:cxn ang="0">
                  <a:pos x="2" y="143"/>
                </a:cxn>
              </a:cxnLst>
              <a:rect l="0" t="0" r="r" b="b"/>
              <a:pathLst>
                <a:path w="272" h="264">
                  <a:moveTo>
                    <a:pt x="0" y="143"/>
                  </a:moveTo>
                  <a:lnTo>
                    <a:pt x="17" y="128"/>
                  </a:lnTo>
                  <a:lnTo>
                    <a:pt x="26" y="130"/>
                  </a:lnTo>
                  <a:lnTo>
                    <a:pt x="37" y="136"/>
                  </a:lnTo>
                  <a:lnTo>
                    <a:pt x="43" y="143"/>
                  </a:lnTo>
                  <a:lnTo>
                    <a:pt x="52" y="145"/>
                  </a:lnTo>
                  <a:lnTo>
                    <a:pt x="58" y="147"/>
                  </a:lnTo>
                  <a:lnTo>
                    <a:pt x="65" y="143"/>
                  </a:lnTo>
                  <a:lnTo>
                    <a:pt x="67" y="132"/>
                  </a:lnTo>
                  <a:lnTo>
                    <a:pt x="69" y="119"/>
                  </a:lnTo>
                  <a:lnTo>
                    <a:pt x="69" y="108"/>
                  </a:lnTo>
                  <a:lnTo>
                    <a:pt x="73" y="97"/>
                  </a:lnTo>
                  <a:lnTo>
                    <a:pt x="80" y="89"/>
                  </a:lnTo>
                  <a:lnTo>
                    <a:pt x="88" y="82"/>
                  </a:lnTo>
                  <a:lnTo>
                    <a:pt x="101" y="76"/>
                  </a:lnTo>
                  <a:lnTo>
                    <a:pt x="121" y="67"/>
                  </a:lnTo>
                  <a:lnTo>
                    <a:pt x="134" y="65"/>
                  </a:lnTo>
                  <a:lnTo>
                    <a:pt x="140" y="63"/>
                  </a:lnTo>
                  <a:lnTo>
                    <a:pt x="151" y="56"/>
                  </a:lnTo>
                  <a:lnTo>
                    <a:pt x="160" y="46"/>
                  </a:lnTo>
                  <a:lnTo>
                    <a:pt x="172" y="28"/>
                  </a:lnTo>
                  <a:lnTo>
                    <a:pt x="181" y="11"/>
                  </a:lnTo>
                  <a:lnTo>
                    <a:pt x="190" y="2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22" y="9"/>
                  </a:lnTo>
                  <a:lnTo>
                    <a:pt x="231" y="18"/>
                  </a:lnTo>
                  <a:lnTo>
                    <a:pt x="233" y="33"/>
                  </a:lnTo>
                  <a:lnTo>
                    <a:pt x="237" y="37"/>
                  </a:lnTo>
                  <a:lnTo>
                    <a:pt x="241" y="43"/>
                  </a:lnTo>
                  <a:lnTo>
                    <a:pt x="246" y="50"/>
                  </a:lnTo>
                  <a:lnTo>
                    <a:pt x="250" y="52"/>
                  </a:lnTo>
                  <a:lnTo>
                    <a:pt x="256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1" y="56"/>
                  </a:lnTo>
                  <a:lnTo>
                    <a:pt x="261" y="59"/>
                  </a:lnTo>
                  <a:lnTo>
                    <a:pt x="261" y="63"/>
                  </a:lnTo>
                  <a:lnTo>
                    <a:pt x="261" y="67"/>
                  </a:lnTo>
                  <a:lnTo>
                    <a:pt x="261" y="69"/>
                  </a:lnTo>
                  <a:lnTo>
                    <a:pt x="261" y="72"/>
                  </a:lnTo>
                  <a:lnTo>
                    <a:pt x="263" y="74"/>
                  </a:lnTo>
                  <a:lnTo>
                    <a:pt x="263" y="74"/>
                  </a:lnTo>
                  <a:lnTo>
                    <a:pt x="267" y="80"/>
                  </a:lnTo>
                  <a:lnTo>
                    <a:pt x="272" y="87"/>
                  </a:lnTo>
                  <a:lnTo>
                    <a:pt x="272" y="87"/>
                  </a:lnTo>
                  <a:lnTo>
                    <a:pt x="272" y="89"/>
                  </a:lnTo>
                  <a:lnTo>
                    <a:pt x="272" y="89"/>
                  </a:lnTo>
                  <a:lnTo>
                    <a:pt x="272" y="97"/>
                  </a:lnTo>
                  <a:lnTo>
                    <a:pt x="272" y="115"/>
                  </a:lnTo>
                  <a:lnTo>
                    <a:pt x="269" y="119"/>
                  </a:lnTo>
                  <a:lnTo>
                    <a:pt x="267" y="126"/>
                  </a:lnTo>
                  <a:lnTo>
                    <a:pt x="267" y="126"/>
                  </a:lnTo>
                  <a:lnTo>
                    <a:pt x="267" y="128"/>
                  </a:lnTo>
                  <a:lnTo>
                    <a:pt x="267" y="132"/>
                  </a:lnTo>
                  <a:lnTo>
                    <a:pt x="269" y="134"/>
                  </a:lnTo>
                  <a:lnTo>
                    <a:pt x="269" y="138"/>
                  </a:lnTo>
                  <a:lnTo>
                    <a:pt x="269" y="151"/>
                  </a:lnTo>
                  <a:lnTo>
                    <a:pt x="267" y="169"/>
                  </a:lnTo>
                  <a:lnTo>
                    <a:pt x="261" y="216"/>
                  </a:lnTo>
                  <a:lnTo>
                    <a:pt x="261" y="216"/>
                  </a:lnTo>
                  <a:lnTo>
                    <a:pt x="263" y="218"/>
                  </a:lnTo>
                  <a:lnTo>
                    <a:pt x="263" y="221"/>
                  </a:lnTo>
                  <a:lnTo>
                    <a:pt x="263" y="221"/>
                  </a:lnTo>
                  <a:lnTo>
                    <a:pt x="265" y="223"/>
                  </a:lnTo>
                  <a:lnTo>
                    <a:pt x="265" y="223"/>
                  </a:lnTo>
                  <a:lnTo>
                    <a:pt x="263" y="225"/>
                  </a:lnTo>
                  <a:lnTo>
                    <a:pt x="263" y="227"/>
                  </a:lnTo>
                  <a:lnTo>
                    <a:pt x="261" y="244"/>
                  </a:lnTo>
                  <a:lnTo>
                    <a:pt x="259" y="246"/>
                  </a:lnTo>
                  <a:lnTo>
                    <a:pt x="259" y="249"/>
                  </a:lnTo>
                  <a:lnTo>
                    <a:pt x="256" y="251"/>
                  </a:lnTo>
                  <a:lnTo>
                    <a:pt x="252" y="259"/>
                  </a:lnTo>
                  <a:lnTo>
                    <a:pt x="252" y="259"/>
                  </a:lnTo>
                  <a:lnTo>
                    <a:pt x="250" y="259"/>
                  </a:lnTo>
                  <a:lnTo>
                    <a:pt x="239" y="249"/>
                  </a:lnTo>
                  <a:lnTo>
                    <a:pt x="205" y="212"/>
                  </a:lnTo>
                  <a:lnTo>
                    <a:pt x="200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85" y="221"/>
                  </a:lnTo>
                  <a:lnTo>
                    <a:pt x="185" y="223"/>
                  </a:lnTo>
                  <a:lnTo>
                    <a:pt x="188" y="234"/>
                  </a:lnTo>
                  <a:lnTo>
                    <a:pt x="190" y="242"/>
                  </a:lnTo>
                  <a:lnTo>
                    <a:pt x="190" y="242"/>
                  </a:lnTo>
                  <a:lnTo>
                    <a:pt x="190" y="242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88" y="244"/>
                  </a:lnTo>
                  <a:lnTo>
                    <a:pt x="181" y="246"/>
                  </a:lnTo>
                  <a:lnTo>
                    <a:pt x="181" y="246"/>
                  </a:lnTo>
                  <a:lnTo>
                    <a:pt x="181" y="246"/>
                  </a:lnTo>
                  <a:lnTo>
                    <a:pt x="172" y="240"/>
                  </a:lnTo>
                  <a:lnTo>
                    <a:pt x="162" y="236"/>
                  </a:lnTo>
                  <a:lnTo>
                    <a:pt x="153" y="231"/>
                  </a:lnTo>
                  <a:lnTo>
                    <a:pt x="138" y="223"/>
                  </a:lnTo>
                  <a:lnTo>
                    <a:pt x="136" y="223"/>
                  </a:lnTo>
                  <a:lnTo>
                    <a:pt x="134" y="221"/>
                  </a:lnTo>
                  <a:lnTo>
                    <a:pt x="132" y="216"/>
                  </a:lnTo>
                  <a:lnTo>
                    <a:pt x="132" y="216"/>
                  </a:lnTo>
                  <a:lnTo>
                    <a:pt x="132" y="216"/>
                  </a:lnTo>
                  <a:lnTo>
                    <a:pt x="129" y="214"/>
                  </a:lnTo>
                  <a:lnTo>
                    <a:pt x="127" y="212"/>
                  </a:lnTo>
                  <a:lnTo>
                    <a:pt x="127" y="212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1" y="210"/>
                  </a:lnTo>
                  <a:lnTo>
                    <a:pt x="119" y="210"/>
                  </a:lnTo>
                  <a:lnTo>
                    <a:pt x="112" y="212"/>
                  </a:lnTo>
                  <a:lnTo>
                    <a:pt x="112" y="212"/>
                  </a:lnTo>
                  <a:lnTo>
                    <a:pt x="110" y="212"/>
                  </a:lnTo>
                  <a:lnTo>
                    <a:pt x="110" y="212"/>
                  </a:lnTo>
                  <a:lnTo>
                    <a:pt x="110" y="214"/>
                  </a:lnTo>
                  <a:lnTo>
                    <a:pt x="110" y="214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10" y="221"/>
                  </a:lnTo>
                  <a:lnTo>
                    <a:pt x="112" y="223"/>
                  </a:lnTo>
                  <a:lnTo>
                    <a:pt x="112" y="225"/>
                  </a:lnTo>
                  <a:lnTo>
                    <a:pt x="114" y="227"/>
                  </a:lnTo>
                  <a:lnTo>
                    <a:pt x="116" y="231"/>
                  </a:lnTo>
                  <a:lnTo>
                    <a:pt x="119" y="234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7" y="246"/>
                  </a:lnTo>
                  <a:lnTo>
                    <a:pt x="127" y="249"/>
                  </a:lnTo>
                  <a:lnTo>
                    <a:pt x="129" y="251"/>
                  </a:lnTo>
                  <a:lnTo>
                    <a:pt x="132" y="262"/>
                  </a:lnTo>
                  <a:lnTo>
                    <a:pt x="132" y="262"/>
                  </a:lnTo>
                  <a:lnTo>
                    <a:pt x="132" y="262"/>
                  </a:lnTo>
                  <a:lnTo>
                    <a:pt x="129" y="262"/>
                  </a:lnTo>
                  <a:lnTo>
                    <a:pt x="127" y="264"/>
                  </a:lnTo>
                  <a:lnTo>
                    <a:pt x="127" y="264"/>
                  </a:lnTo>
                  <a:lnTo>
                    <a:pt x="121" y="264"/>
                  </a:lnTo>
                  <a:lnTo>
                    <a:pt x="114" y="262"/>
                  </a:lnTo>
                  <a:lnTo>
                    <a:pt x="112" y="262"/>
                  </a:lnTo>
                  <a:lnTo>
                    <a:pt x="112" y="255"/>
                  </a:lnTo>
                  <a:lnTo>
                    <a:pt x="112" y="255"/>
                  </a:lnTo>
                  <a:lnTo>
                    <a:pt x="110" y="253"/>
                  </a:lnTo>
                  <a:lnTo>
                    <a:pt x="110" y="251"/>
                  </a:lnTo>
                  <a:lnTo>
                    <a:pt x="108" y="251"/>
                  </a:lnTo>
                  <a:lnTo>
                    <a:pt x="99" y="242"/>
                  </a:lnTo>
                  <a:lnTo>
                    <a:pt x="86" y="231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1"/>
                  </a:lnTo>
                  <a:lnTo>
                    <a:pt x="78" y="216"/>
                  </a:lnTo>
                  <a:lnTo>
                    <a:pt x="73" y="214"/>
                  </a:lnTo>
                  <a:lnTo>
                    <a:pt x="67" y="210"/>
                  </a:lnTo>
                  <a:lnTo>
                    <a:pt x="58" y="203"/>
                  </a:lnTo>
                  <a:lnTo>
                    <a:pt x="47" y="190"/>
                  </a:lnTo>
                  <a:lnTo>
                    <a:pt x="47" y="184"/>
                  </a:lnTo>
                  <a:lnTo>
                    <a:pt x="45" y="184"/>
                  </a:lnTo>
                  <a:lnTo>
                    <a:pt x="45" y="184"/>
                  </a:lnTo>
                  <a:lnTo>
                    <a:pt x="35" y="167"/>
                  </a:lnTo>
                  <a:lnTo>
                    <a:pt x="32" y="164"/>
                  </a:lnTo>
                  <a:lnTo>
                    <a:pt x="13" y="147"/>
                  </a:lnTo>
                  <a:lnTo>
                    <a:pt x="13" y="147"/>
                  </a:lnTo>
                  <a:lnTo>
                    <a:pt x="11" y="147"/>
                  </a:lnTo>
                  <a:lnTo>
                    <a:pt x="11" y="147"/>
                  </a:lnTo>
                  <a:lnTo>
                    <a:pt x="2" y="143"/>
                  </a:lnTo>
                  <a:lnTo>
                    <a:pt x="0" y="143"/>
                  </a:lnTo>
                  <a:lnTo>
                    <a:pt x="0" y="14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grpSp>
          <p:nvGrpSpPr>
            <p:cNvPr id="17" name="Group 349">
              <a:extLst>
                <a:ext uri="{FF2B5EF4-FFF2-40B4-BE49-F238E27FC236}">
                  <a16:creationId xmlns:a16="http://schemas.microsoft.com/office/drawing/2014/main" id="{5826DC9B-BB92-1CD1-5C29-85E976D45FAA}"/>
                </a:ext>
              </a:extLst>
            </p:cNvPr>
            <p:cNvGrpSpPr/>
            <p:nvPr/>
          </p:nvGrpSpPr>
          <p:grpSpPr>
            <a:xfrm>
              <a:off x="7013317" y="2653514"/>
              <a:ext cx="633596" cy="614272"/>
              <a:chOff x="7013317" y="2653514"/>
              <a:chExt cx="633596" cy="614272"/>
            </a:xfrm>
            <a:grpFill/>
          </p:grpSpPr>
          <p:sp>
            <p:nvSpPr>
              <p:cNvPr id="144" name="Freeform 19">
                <a:extLst>
                  <a:ext uri="{FF2B5EF4-FFF2-40B4-BE49-F238E27FC236}">
                    <a16:creationId xmlns:a16="http://schemas.microsoft.com/office/drawing/2014/main" id="{601FE5FC-9AA7-6016-8A23-65493595C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4192" y="2653514"/>
                <a:ext cx="56952" cy="74242"/>
              </a:xfrm>
              <a:custGeom>
                <a:avLst/>
                <a:gdLst/>
                <a:ahLst/>
                <a:cxnLst>
                  <a:cxn ang="0">
                    <a:pos x="7" y="73"/>
                  </a:cxn>
                  <a:cxn ang="0">
                    <a:pos x="2" y="65"/>
                  </a:cxn>
                  <a:cxn ang="0">
                    <a:pos x="2" y="62"/>
                  </a:cxn>
                  <a:cxn ang="0">
                    <a:pos x="0" y="45"/>
                  </a:cxn>
                  <a:cxn ang="0">
                    <a:pos x="0" y="39"/>
                  </a:cxn>
                  <a:cxn ang="0">
                    <a:pos x="7" y="26"/>
                  </a:cxn>
                  <a:cxn ang="0">
                    <a:pos x="9" y="24"/>
                  </a:cxn>
                  <a:cxn ang="0">
                    <a:pos x="13" y="17"/>
                  </a:cxn>
                  <a:cxn ang="0">
                    <a:pos x="24" y="8"/>
                  </a:cxn>
                  <a:cxn ang="0">
                    <a:pos x="28" y="6"/>
                  </a:cxn>
                  <a:cxn ang="0">
                    <a:pos x="39" y="0"/>
                  </a:cxn>
                  <a:cxn ang="0">
                    <a:pos x="39" y="0"/>
                  </a:cxn>
                  <a:cxn ang="0">
                    <a:pos x="41" y="0"/>
                  </a:cxn>
                  <a:cxn ang="0">
                    <a:pos x="41" y="0"/>
                  </a:cxn>
                  <a:cxn ang="0">
                    <a:pos x="41" y="2"/>
                  </a:cxn>
                  <a:cxn ang="0">
                    <a:pos x="54" y="19"/>
                  </a:cxn>
                  <a:cxn ang="0">
                    <a:pos x="54" y="21"/>
                  </a:cxn>
                  <a:cxn ang="0">
                    <a:pos x="56" y="21"/>
                  </a:cxn>
                  <a:cxn ang="0">
                    <a:pos x="56" y="24"/>
                  </a:cxn>
                  <a:cxn ang="0">
                    <a:pos x="54" y="26"/>
                  </a:cxn>
                  <a:cxn ang="0">
                    <a:pos x="50" y="43"/>
                  </a:cxn>
                  <a:cxn ang="0">
                    <a:pos x="50" y="43"/>
                  </a:cxn>
                  <a:cxn ang="0">
                    <a:pos x="47" y="47"/>
                  </a:cxn>
                  <a:cxn ang="0">
                    <a:pos x="45" y="49"/>
                  </a:cxn>
                  <a:cxn ang="0">
                    <a:pos x="41" y="60"/>
                  </a:cxn>
                  <a:cxn ang="0">
                    <a:pos x="35" y="67"/>
                  </a:cxn>
                  <a:cxn ang="0">
                    <a:pos x="35" y="69"/>
                  </a:cxn>
                  <a:cxn ang="0">
                    <a:pos x="32" y="69"/>
                  </a:cxn>
                  <a:cxn ang="0">
                    <a:pos x="32" y="69"/>
                  </a:cxn>
                  <a:cxn ang="0">
                    <a:pos x="28" y="69"/>
                  </a:cxn>
                  <a:cxn ang="0">
                    <a:pos x="28" y="69"/>
                  </a:cxn>
                  <a:cxn ang="0">
                    <a:pos x="28" y="69"/>
                  </a:cxn>
                  <a:cxn ang="0">
                    <a:pos x="26" y="69"/>
                  </a:cxn>
                  <a:cxn ang="0">
                    <a:pos x="22" y="69"/>
                  </a:cxn>
                  <a:cxn ang="0">
                    <a:pos x="19" y="69"/>
                  </a:cxn>
                  <a:cxn ang="0">
                    <a:pos x="19" y="69"/>
                  </a:cxn>
                  <a:cxn ang="0">
                    <a:pos x="13" y="71"/>
                  </a:cxn>
                  <a:cxn ang="0">
                    <a:pos x="7" y="73"/>
                  </a:cxn>
                  <a:cxn ang="0">
                    <a:pos x="7" y="73"/>
                  </a:cxn>
                </a:cxnLst>
                <a:rect l="0" t="0" r="r" b="b"/>
                <a:pathLst>
                  <a:path w="56" h="73">
                    <a:moveTo>
                      <a:pt x="7" y="73"/>
                    </a:moveTo>
                    <a:lnTo>
                      <a:pt x="2" y="65"/>
                    </a:lnTo>
                    <a:lnTo>
                      <a:pt x="2" y="62"/>
                    </a:lnTo>
                    <a:lnTo>
                      <a:pt x="0" y="45"/>
                    </a:lnTo>
                    <a:lnTo>
                      <a:pt x="0" y="39"/>
                    </a:lnTo>
                    <a:lnTo>
                      <a:pt x="7" y="26"/>
                    </a:lnTo>
                    <a:lnTo>
                      <a:pt x="9" y="24"/>
                    </a:lnTo>
                    <a:lnTo>
                      <a:pt x="13" y="17"/>
                    </a:lnTo>
                    <a:lnTo>
                      <a:pt x="24" y="8"/>
                    </a:lnTo>
                    <a:lnTo>
                      <a:pt x="28" y="6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1" y="2"/>
                    </a:lnTo>
                    <a:lnTo>
                      <a:pt x="54" y="19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4"/>
                    </a:lnTo>
                    <a:lnTo>
                      <a:pt x="54" y="26"/>
                    </a:lnTo>
                    <a:lnTo>
                      <a:pt x="50" y="43"/>
                    </a:lnTo>
                    <a:lnTo>
                      <a:pt x="50" y="43"/>
                    </a:lnTo>
                    <a:lnTo>
                      <a:pt x="47" y="47"/>
                    </a:lnTo>
                    <a:lnTo>
                      <a:pt x="45" y="49"/>
                    </a:lnTo>
                    <a:lnTo>
                      <a:pt x="41" y="60"/>
                    </a:lnTo>
                    <a:lnTo>
                      <a:pt x="35" y="67"/>
                    </a:lnTo>
                    <a:lnTo>
                      <a:pt x="35" y="69"/>
                    </a:lnTo>
                    <a:lnTo>
                      <a:pt x="32" y="69"/>
                    </a:lnTo>
                    <a:lnTo>
                      <a:pt x="32" y="69"/>
                    </a:lnTo>
                    <a:lnTo>
                      <a:pt x="28" y="69"/>
                    </a:lnTo>
                    <a:lnTo>
                      <a:pt x="28" y="69"/>
                    </a:lnTo>
                    <a:lnTo>
                      <a:pt x="28" y="69"/>
                    </a:lnTo>
                    <a:lnTo>
                      <a:pt x="26" y="69"/>
                    </a:lnTo>
                    <a:lnTo>
                      <a:pt x="22" y="69"/>
                    </a:lnTo>
                    <a:lnTo>
                      <a:pt x="19" y="69"/>
                    </a:lnTo>
                    <a:lnTo>
                      <a:pt x="19" y="69"/>
                    </a:lnTo>
                    <a:lnTo>
                      <a:pt x="13" y="71"/>
                    </a:lnTo>
                    <a:lnTo>
                      <a:pt x="7" y="73"/>
                    </a:lnTo>
                    <a:lnTo>
                      <a:pt x="7" y="7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45" name="Freeform 20">
                <a:extLst>
                  <a:ext uri="{FF2B5EF4-FFF2-40B4-BE49-F238E27FC236}">
                    <a16:creationId xmlns:a16="http://schemas.microsoft.com/office/drawing/2014/main" id="{79306315-9351-0247-3A7D-90ED343F8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508" y="2706399"/>
                <a:ext cx="182045" cy="371208"/>
              </a:xfrm>
              <a:custGeom>
                <a:avLst/>
                <a:gdLst/>
                <a:ahLst/>
                <a:cxnLst>
                  <a:cxn ang="0">
                    <a:pos x="60" y="159"/>
                  </a:cxn>
                  <a:cxn ang="0">
                    <a:pos x="62" y="142"/>
                  </a:cxn>
                  <a:cxn ang="0">
                    <a:pos x="82" y="127"/>
                  </a:cxn>
                  <a:cxn ang="0">
                    <a:pos x="88" y="127"/>
                  </a:cxn>
                  <a:cxn ang="0">
                    <a:pos x="95" y="121"/>
                  </a:cxn>
                  <a:cxn ang="0">
                    <a:pos x="93" y="114"/>
                  </a:cxn>
                  <a:cxn ang="0">
                    <a:pos x="95" y="97"/>
                  </a:cxn>
                  <a:cxn ang="0">
                    <a:pos x="138" y="75"/>
                  </a:cxn>
                  <a:cxn ang="0">
                    <a:pos x="155" y="73"/>
                  </a:cxn>
                  <a:cxn ang="0">
                    <a:pos x="155" y="129"/>
                  </a:cxn>
                  <a:cxn ang="0">
                    <a:pos x="118" y="151"/>
                  </a:cxn>
                  <a:cxn ang="0">
                    <a:pos x="106" y="155"/>
                  </a:cxn>
                  <a:cxn ang="0">
                    <a:pos x="97" y="168"/>
                  </a:cxn>
                  <a:cxn ang="0">
                    <a:pos x="110" y="181"/>
                  </a:cxn>
                  <a:cxn ang="0">
                    <a:pos x="146" y="194"/>
                  </a:cxn>
                  <a:cxn ang="0">
                    <a:pos x="153" y="211"/>
                  </a:cxn>
                  <a:cxn ang="0">
                    <a:pos x="153" y="218"/>
                  </a:cxn>
                  <a:cxn ang="0">
                    <a:pos x="166" y="222"/>
                  </a:cxn>
                  <a:cxn ang="0">
                    <a:pos x="179" y="235"/>
                  </a:cxn>
                  <a:cxn ang="0">
                    <a:pos x="162" y="226"/>
                  </a:cxn>
                  <a:cxn ang="0">
                    <a:pos x="140" y="222"/>
                  </a:cxn>
                  <a:cxn ang="0">
                    <a:pos x="127" y="213"/>
                  </a:cxn>
                  <a:cxn ang="0">
                    <a:pos x="110" y="213"/>
                  </a:cxn>
                  <a:cxn ang="0">
                    <a:pos x="93" y="209"/>
                  </a:cxn>
                  <a:cxn ang="0">
                    <a:pos x="90" y="207"/>
                  </a:cxn>
                  <a:cxn ang="0">
                    <a:pos x="62" y="207"/>
                  </a:cxn>
                  <a:cxn ang="0">
                    <a:pos x="58" y="224"/>
                  </a:cxn>
                  <a:cxn ang="0">
                    <a:pos x="62" y="244"/>
                  </a:cxn>
                  <a:cxn ang="0">
                    <a:pos x="58" y="252"/>
                  </a:cxn>
                  <a:cxn ang="0">
                    <a:pos x="75" y="306"/>
                  </a:cxn>
                  <a:cxn ang="0">
                    <a:pos x="93" y="332"/>
                  </a:cxn>
                  <a:cxn ang="0">
                    <a:pos x="118" y="365"/>
                  </a:cxn>
                  <a:cxn ang="0">
                    <a:pos x="99" y="360"/>
                  </a:cxn>
                  <a:cxn ang="0">
                    <a:pos x="101" y="358"/>
                  </a:cxn>
                  <a:cxn ang="0">
                    <a:pos x="73" y="341"/>
                  </a:cxn>
                  <a:cxn ang="0">
                    <a:pos x="60" y="313"/>
                  </a:cxn>
                  <a:cxn ang="0">
                    <a:pos x="49" y="302"/>
                  </a:cxn>
                  <a:cxn ang="0">
                    <a:pos x="37" y="293"/>
                  </a:cxn>
                  <a:cxn ang="0">
                    <a:pos x="32" y="278"/>
                  </a:cxn>
                  <a:cxn ang="0">
                    <a:pos x="26" y="218"/>
                  </a:cxn>
                  <a:cxn ang="0">
                    <a:pos x="15" y="190"/>
                  </a:cxn>
                  <a:cxn ang="0">
                    <a:pos x="21" y="170"/>
                  </a:cxn>
                  <a:cxn ang="0">
                    <a:pos x="26" y="162"/>
                  </a:cxn>
                  <a:cxn ang="0">
                    <a:pos x="24" y="157"/>
                  </a:cxn>
                  <a:cxn ang="0">
                    <a:pos x="11" y="153"/>
                  </a:cxn>
                  <a:cxn ang="0">
                    <a:pos x="11" y="136"/>
                  </a:cxn>
                  <a:cxn ang="0">
                    <a:pos x="4" y="136"/>
                  </a:cxn>
                  <a:cxn ang="0">
                    <a:pos x="0" y="136"/>
                  </a:cxn>
                  <a:cxn ang="0">
                    <a:pos x="2" y="112"/>
                  </a:cxn>
                  <a:cxn ang="0">
                    <a:pos x="15" y="90"/>
                  </a:cxn>
                  <a:cxn ang="0">
                    <a:pos x="15" y="80"/>
                  </a:cxn>
                  <a:cxn ang="0">
                    <a:pos x="34" y="32"/>
                  </a:cxn>
                  <a:cxn ang="0">
                    <a:pos x="78" y="0"/>
                  </a:cxn>
                  <a:cxn ang="0">
                    <a:pos x="78" y="8"/>
                  </a:cxn>
                  <a:cxn ang="0">
                    <a:pos x="62" y="28"/>
                  </a:cxn>
                  <a:cxn ang="0">
                    <a:pos x="54" y="34"/>
                  </a:cxn>
                  <a:cxn ang="0">
                    <a:pos x="56" y="47"/>
                  </a:cxn>
                  <a:cxn ang="0">
                    <a:pos x="62" y="47"/>
                  </a:cxn>
                  <a:cxn ang="0">
                    <a:pos x="73" y="56"/>
                  </a:cxn>
                  <a:cxn ang="0">
                    <a:pos x="60" y="118"/>
                  </a:cxn>
                  <a:cxn ang="0">
                    <a:pos x="28" y="142"/>
                  </a:cxn>
                  <a:cxn ang="0">
                    <a:pos x="30" y="155"/>
                  </a:cxn>
                </a:cxnLst>
                <a:rect l="0" t="0" r="r" b="b"/>
                <a:pathLst>
                  <a:path w="179" h="365">
                    <a:moveTo>
                      <a:pt x="49" y="166"/>
                    </a:moveTo>
                    <a:lnTo>
                      <a:pt x="54" y="164"/>
                    </a:lnTo>
                    <a:lnTo>
                      <a:pt x="54" y="164"/>
                    </a:lnTo>
                    <a:lnTo>
                      <a:pt x="56" y="164"/>
                    </a:lnTo>
                    <a:lnTo>
                      <a:pt x="56" y="162"/>
                    </a:lnTo>
                    <a:lnTo>
                      <a:pt x="60" y="159"/>
                    </a:lnTo>
                    <a:lnTo>
                      <a:pt x="62" y="159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2" y="149"/>
                    </a:lnTo>
                    <a:lnTo>
                      <a:pt x="62" y="142"/>
                    </a:lnTo>
                    <a:lnTo>
                      <a:pt x="62" y="142"/>
                    </a:lnTo>
                    <a:lnTo>
                      <a:pt x="69" y="133"/>
                    </a:lnTo>
                    <a:lnTo>
                      <a:pt x="69" y="133"/>
                    </a:lnTo>
                    <a:lnTo>
                      <a:pt x="75" y="127"/>
                    </a:lnTo>
                    <a:lnTo>
                      <a:pt x="82" y="127"/>
                    </a:lnTo>
                    <a:lnTo>
                      <a:pt x="82" y="127"/>
                    </a:lnTo>
                    <a:lnTo>
                      <a:pt x="82" y="127"/>
                    </a:lnTo>
                    <a:lnTo>
                      <a:pt x="84" y="127"/>
                    </a:lnTo>
                    <a:lnTo>
                      <a:pt x="86" y="127"/>
                    </a:lnTo>
                    <a:lnTo>
                      <a:pt x="86" y="127"/>
                    </a:lnTo>
                    <a:lnTo>
                      <a:pt x="86" y="127"/>
                    </a:lnTo>
                    <a:lnTo>
                      <a:pt x="88" y="127"/>
                    </a:lnTo>
                    <a:lnTo>
                      <a:pt x="88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3" y="125"/>
                    </a:lnTo>
                    <a:lnTo>
                      <a:pt x="93" y="125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5" y="118"/>
                    </a:lnTo>
                    <a:lnTo>
                      <a:pt x="95" y="118"/>
                    </a:lnTo>
                    <a:lnTo>
                      <a:pt x="95" y="116"/>
                    </a:lnTo>
                    <a:lnTo>
                      <a:pt x="95" y="116"/>
                    </a:lnTo>
                    <a:lnTo>
                      <a:pt x="93" y="114"/>
                    </a:lnTo>
                    <a:lnTo>
                      <a:pt x="93" y="114"/>
                    </a:lnTo>
                    <a:lnTo>
                      <a:pt x="90" y="114"/>
                    </a:lnTo>
                    <a:lnTo>
                      <a:pt x="88" y="114"/>
                    </a:lnTo>
                    <a:lnTo>
                      <a:pt x="88" y="114"/>
                    </a:lnTo>
                    <a:lnTo>
                      <a:pt x="86" y="108"/>
                    </a:lnTo>
                    <a:lnTo>
                      <a:pt x="93" y="101"/>
                    </a:lnTo>
                    <a:lnTo>
                      <a:pt x="95" y="97"/>
                    </a:lnTo>
                    <a:lnTo>
                      <a:pt x="97" y="95"/>
                    </a:lnTo>
                    <a:lnTo>
                      <a:pt x="116" y="82"/>
                    </a:lnTo>
                    <a:lnTo>
                      <a:pt x="121" y="80"/>
                    </a:lnTo>
                    <a:lnTo>
                      <a:pt x="125" y="77"/>
                    </a:lnTo>
                    <a:lnTo>
                      <a:pt x="127" y="77"/>
                    </a:lnTo>
                    <a:lnTo>
                      <a:pt x="138" y="75"/>
                    </a:lnTo>
                    <a:lnTo>
                      <a:pt x="146" y="73"/>
                    </a:lnTo>
                    <a:lnTo>
                      <a:pt x="149" y="73"/>
                    </a:lnTo>
                    <a:lnTo>
                      <a:pt x="151" y="73"/>
                    </a:lnTo>
                    <a:lnTo>
                      <a:pt x="153" y="73"/>
                    </a:lnTo>
                    <a:lnTo>
                      <a:pt x="155" y="73"/>
                    </a:lnTo>
                    <a:lnTo>
                      <a:pt x="155" y="73"/>
                    </a:lnTo>
                    <a:lnTo>
                      <a:pt x="157" y="73"/>
                    </a:lnTo>
                    <a:lnTo>
                      <a:pt x="157" y="75"/>
                    </a:lnTo>
                    <a:lnTo>
                      <a:pt x="157" y="75"/>
                    </a:lnTo>
                    <a:lnTo>
                      <a:pt x="157" y="75"/>
                    </a:lnTo>
                    <a:lnTo>
                      <a:pt x="157" y="77"/>
                    </a:lnTo>
                    <a:lnTo>
                      <a:pt x="155" y="129"/>
                    </a:lnTo>
                    <a:lnTo>
                      <a:pt x="151" y="133"/>
                    </a:lnTo>
                    <a:lnTo>
                      <a:pt x="125" y="149"/>
                    </a:lnTo>
                    <a:lnTo>
                      <a:pt x="123" y="149"/>
                    </a:lnTo>
                    <a:lnTo>
                      <a:pt x="121" y="151"/>
                    </a:lnTo>
                    <a:lnTo>
                      <a:pt x="121" y="151"/>
                    </a:lnTo>
                    <a:lnTo>
                      <a:pt x="118" y="151"/>
                    </a:lnTo>
                    <a:lnTo>
                      <a:pt x="114" y="153"/>
                    </a:lnTo>
                    <a:lnTo>
                      <a:pt x="110" y="153"/>
                    </a:lnTo>
                    <a:lnTo>
                      <a:pt x="108" y="153"/>
                    </a:lnTo>
                    <a:lnTo>
                      <a:pt x="108" y="153"/>
                    </a:lnTo>
                    <a:lnTo>
                      <a:pt x="108" y="155"/>
                    </a:lnTo>
                    <a:lnTo>
                      <a:pt x="106" y="155"/>
                    </a:lnTo>
                    <a:lnTo>
                      <a:pt x="97" y="164"/>
                    </a:lnTo>
                    <a:lnTo>
                      <a:pt x="97" y="164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9" y="172"/>
                    </a:lnTo>
                    <a:lnTo>
                      <a:pt x="99" y="172"/>
                    </a:lnTo>
                    <a:lnTo>
                      <a:pt x="101" y="175"/>
                    </a:lnTo>
                    <a:lnTo>
                      <a:pt x="106" y="179"/>
                    </a:lnTo>
                    <a:lnTo>
                      <a:pt x="108" y="181"/>
                    </a:lnTo>
                    <a:lnTo>
                      <a:pt x="110" y="181"/>
                    </a:lnTo>
                    <a:lnTo>
                      <a:pt x="114" y="183"/>
                    </a:lnTo>
                    <a:lnTo>
                      <a:pt x="116" y="183"/>
                    </a:lnTo>
                    <a:lnTo>
                      <a:pt x="131" y="190"/>
                    </a:lnTo>
                    <a:lnTo>
                      <a:pt x="140" y="194"/>
                    </a:lnTo>
                    <a:lnTo>
                      <a:pt x="142" y="194"/>
                    </a:lnTo>
                    <a:lnTo>
                      <a:pt x="146" y="194"/>
                    </a:lnTo>
                    <a:lnTo>
                      <a:pt x="151" y="194"/>
                    </a:lnTo>
                    <a:lnTo>
                      <a:pt x="151" y="194"/>
                    </a:lnTo>
                    <a:lnTo>
                      <a:pt x="153" y="194"/>
                    </a:lnTo>
                    <a:lnTo>
                      <a:pt x="153" y="196"/>
                    </a:lnTo>
                    <a:lnTo>
                      <a:pt x="153" y="196"/>
                    </a:lnTo>
                    <a:lnTo>
                      <a:pt x="153" y="211"/>
                    </a:lnTo>
                    <a:lnTo>
                      <a:pt x="153" y="213"/>
                    </a:lnTo>
                    <a:lnTo>
                      <a:pt x="153" y="216"/>
                    </a:lnTo>
                    <a:lnTo>
                      <a:pt x="153" y="216"/>
                    </a:lnTo>
                    <a:lnTo>
                      <a:pt x="153" y="218"/>
                    </a:lnTo>
                    <a:lnTo>
                      <a:pt x="153" y="218"/>
                    </a:lnTo>
                    <a:lnTo>
                      <a:pt x="153" y="218"/>
                    </a:lnTo>
                    <a:lnTo>
                      <a:pt x="157" y="220"/>
                    </a:lnTo>
                    <a:lnTo>
                      <a:pt x="157" y="220"/>
                    </a:lnTo>
                    <a:lnTo>
                      <a:pt x="157" y="220"/>
                    </a:lnTo>
                    <a:lnTo>
                      <a:pt x="159" y="222"/>
                    </a:lnTo>
                    <a:lnTo>
                      <a:pt x="164" y="222"/>
                    </a:lnTo>
                    <a:lnTo>
                      <a:pt x="166" y="222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4" y="229"/>
                    </a:lnTo>
                    <a:lnTo>
                      <a:pt x="179" y="235"/>
                    </a:lnTo>
                    <a:lnTo>
                      <a:pt x="179" y="235"/>
                    </a:lnTo>
                    <a:lnTo>
                      <a:pt x="179" y="235"/>
                    </a:lnTo>
                    <a:lnTo>
                      <a:pt x="177" y="233"/>
                    </a:lnTo>
                    <a:lnTo>
                      <a:pt x="174" y="231"/>
                    </a:lnTo>
                    <a:lnTo>
                      <a:pt x="172" y="231"/>
                    </a:lnTo>
                    <a:lnTo>
                      <a:pt x="172" y="231"/>
                    </a:lnTo>
                    <a:lnTo>
                      <a:pt x="168" y="229"/>
                    </a:lnTo>
                    <a:lnTo>
                      <a:pt x="162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46" y="224"/>
                    </a:lnTo>
                    <a:lnTo>
                      <a:pt x="142" y="222"/>
                    </a:lnTo>
                    <a:lnTo>
                      <a:pt x="140" y="222"/>
                    </a:lnTo>
                    <a:lnTo>
                      <a:pt x="140" y="222"/>
                    </a:lnTo>
                    <a:lnTo>
                      <a:pt x="136" y="222"/>
                    </a:lnTo>
                    <a:lnTo>
                      <a:pt x="136" y="222"/>
                    </a:lnTo>
                    <a:lnTo>
                      <a:pt x="131" y="218"/>
                    </a:lnTo>
                    <a:lnTo>
                      <a:pt x="129" y="218"/>
                    </a:lnTo>
                    <a:lnTo>
                      <a:pt x="129" y="216"/>
                    </a:lnTo>
                    <a:lnTo>
                      <a:pt x="127" y="213"/>
                    </a:lnTo>
                    <a:lnTo>
                      <a:pt x="127" y="213"/>
                    </a:lnTo>
                    <a:lnTo>
                      <a:pt x="125" y="213"/>
                    </a:lnTo>
                    <a:lnTo>
                      <a:pt x="114" y="213"/>
                    </a:lnTo>
                    <a:lnTo>
                      <a:pt x="114" y="213"/>
                    </a:lnTo>
                    <a:lnTo>
                      <a:pt x="110" y="213"/>
                    </a:lnTo>
                    <a:lnTo>
                      <a:pt x="110" y="213"/>
                    </a:lnTo>
                    <a:lnTo>
                      <a:pt x="106" y="213"/>
                    </a:lnTo>
                    <a:lnTo>
                      <a:pt x="106" y="213"/>
                    </a:lnTo>
                    <a:lnTo>
                      <a:pt x="103" y="213"/>
                    </a:lnTo>
                    <a:lnTo>
                      <a:pt x="97" y="211"/>
                    </a:lnTo>
                    <a:lnTo>
                      <a:pt x="95" y="211"/>
                    </a:lnTo>
                    <a:lnTo>
                      <a:pt x="93" y="209"/>
                    </a:lnTo>
                    <a:lnTo>
                      <a:pt x="93" y="209"/>
                    </a:lnTo>
                    <a:lnTo>
                      <a:pt x="93" y="209"/>
                    </a:lnTo>
                    <a:lnTo>
                      <a:pt x="93" y="207"/>
                    </a:lnTo>
                    <a:lnTo>
                      <a:pt x="93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5"/>
                    </a:lnTo>
                    <a:lnTo>
                      <a:pt x="80" y="205"/>
                    </a:lnTo>
                    <a:lnTo>
                      <a:pt x="71" y="203"/>
                    </a:lnTo>
                    <a:lnTo>
                      <a:pt x="67" y="203"/>
                    </a:lnTo>
                    <a:lnTo>
                      <a:pt x="62" y="205"/>
                    </a:lnTo>
                    <a:lnTo>
                      <a:pt x="62" y="207"/>
                    </a:lnTo>
                    <a:lnTo>
                      <a:pt x="60" y="207"/>
                    </a:lnTo>
                    <a:lnTo>
                      <a:pt x="60" y="209"/>
                    </a:lnTo>
                    <a:lnTo>
                      <a:pt x="58" y="222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60" y="226"/>
                    </a:lnTo>
                    <a:lnTo>
                      <a:pt x="60" y="226"/>
                    </a:lnTo>
                    <a:lnTo>
                      <a:pt x="60" y="226"/>
                    </a:lnTo>
                    <a:lnTo>
                      <a:pt x="60" y="229"/>
                    </a:lnTo>
                    <a:lnTo>
                      <a:pt x="62" y="244"/>
                    </a:lnTo>
                    <a:lnTo>
                      <a:pt x="62" y="244"/>
                    </a:lnTo>
                    <a:lnTo>
                      <a:pt x="62" y="246"/>
                    </a:lnTo>
                    <a:lnTo>
                      <a:pt x="60" y="246"/>
                    </a:lnTo>
                    <a:lnTo>
                      <a:pt x="60" y="248"/>
                    </a:lnTo>
                    <a:lnTo>
                      <a:pt x="58" y="248"/>
                    </a:lnTo>
                    <a:lnTo>
                      <a:pt x="58" y="250"/>
                    </a:lnTo>
                    <a:lnTo>
                      <a:pt x="58" y="252"/>
                    </a:lnTo>
                    <a:lnTo>
                      <a:pt x="58" y="254"/>
                    </a:lnTo>
                    <a:lnTo>
                      <a:pt x="58" y="259"/>
                    </a:lnTo>
                    <a:lnTo>
                      <a:pt x="58" y="261"/>
                    </a:lnTo>
                    <a:lnTo>
                      <a:pt x="58" y="263"/>
                    </a:lnTo>
                    <a:lnTo>
                      <a:pt x="69" y="291"/>
                    </a:lnTo>
                    <a:lnTo>
                      <a:pt x="75" y="306"/>
                    </a:lnTo>
                    <a:lnTo>
                      <a:pt x="78" y="311"/>
                    </a:lnTo>
                    <a:lnTo>
                      <a:pt x="80" y="315"/>
                    </a:lnTo>
                    <a:lnTo>
                      <a:pt x="80" y="315"/>
                    </a:lnTo>
                    <a:lnTo>
                      <a:pt x="84" y="319"/>
                    </a:lnTo>
                    <a:lnTo>
                      <a:pt x="88" y="328"/>
                    </a:lnTo>
                    <a:lnTo>
                      <a:pt x="93" y="332"/>
                    </a:lnTo>
                    <a:lnTo>
                      <a:pt x="97" y="341"/>
                    </a:lnTo>
                    <a:lnTo>
                      <a:pt x="97" y="343"/>
                    </a:lnTo>
                    <a:lnTo>
                      <a:pt x="108" y="354"/>
                    </a:lnTo>
                    <a:lnTo>
                      <a:pt x="114" y="360"/>
                    </a:lnTo>
                    <a:lnTo>
                      <a:pt x="121" y="365"/>
                    </a:lnTo>
                    <a:lnTo>
                      <a:pt x="118" y="365"/>
                    </a:lnTo>
                    <a:lnTo>
                      <a:pt x="106" y="365"/>
                    </a:lnTo>
                    <a:lnTo>
                      <a:pt x="106" y="365"/>
                    </a:lnTo>
                    <a:lnTo>
                      <a:pt x="103" y="362"/>
                    </a:lnTo>
                    <a:lnTo>
                      <a:pt x="101" y="362"/>
                    </a:lnTo>
                    <a:lnTo>
                      <a:pt x="99" y="360"/>
                    </a:lnTo>
                    <a:lnTo>
                      <a:pt x="99" y="360"/>
                    </a:lnTo>
                    <a:lnTo>
                      <a:pt x="99" y="360"/>
                    </a:lnTo>
                    <a:lnTo>
                      <a:pt x="99" y="358"/>
                    </a:lnTo>
                    <a:lnTo>
                      <a:pt x="99" y="358"/>
                    </a:lnTo>
                    <a:lnTo>
                      <a:pt x="99" y="358"/>
                    </a:lnTo>
                    <a:lnTo>
                      <a:pt x="101" y="358"/>
                    </a:lnTo>
                    <a:lnTo>
                      <a:pt x="101" y="358"/>
                    </a:lnTo>
                    <a:lnTo>
                      <a:pt x="88" y="349"/>
                    </a:lnTo>
                    <a:lnTo>
                      <a:pt x="80" y="345"/>
                    </a:lnTo>
                    <a:lnTo>
                      <a:pt x="78" y="345"/>
                    </a:lnTo>
                    <a:lnTo>
                      <a:pt x="75" y="343"/>
                    </a:lnTo>
                    <a:lnTo>
                      <a:pt x="75" y="341"/>
                    </a:lnTo>
                    <a:lnTo>
                      <a:pt x="73" y="341"/>
                    </a:lnTo>
                    <a:lnTo>
                      <a:pt x="73" y="339"/>
                    </a:lnTo>
                    <a:lnTo>
                      <a:pt x="71" y="334"/>
                    </a:lnTo>
                    <a:lnTo>
                      <a:pt x="71" y="332"/>
                    </a:lnTo>
                    <a:lnTo>
                      <a:pt x="65" y="321"/>
                    </a:lnTo>
                    <a:lnTo>
                      <a:pt x="65" y="319"/>
                    </a:lnTo>
                    <a:lnTo>
                      <a:pt x="60" y="313"/>
                    </a:lnTo>
                    <a:lnTo>
                      <a:pt x="58" y="311"/>
                    </a:lnTo>
                    <a:lnTo>
                      <a:pt x="58" y="308"/>
                    </a:lnTo>
                    <a:lnTo>
                      <a:pt x="56" y="304"/>
                    </a:lnTo>
                    <a:lnTo>
                      <a:pt x="54" y="304"/>
                    </a:lnTo>
                    <a:lnTo>
                      <a:pt x="52" y="302"/>
                    </a:lnTo>
                    <a:lnTo>
                      <a:pt x="49" y="302"/>
                    </a:lnTo>
                    <a:lnTo>
                      <a:pt x="49" y="300"/>
                    </a:lnTo>
                    <a:lnTo>
                      <a:pt x="47" y="300"/>
                    </a:lnTo>
                    <a:lnTo>
                      <a:pt x="45" y="300"/>
                    </a:lnTo>
                    <a:lnTo>
                      <a:pt x="39" y="295"/>
                    </a:lnTo>
                    <a:lnTo>
                      <a:pt x="39" y="295"/>
                    </a:lnTo>
                    <a:lnTo>
                      <a:pt x="37" y="293"/>
                    </a:lnTo>
                    <a:lnTo>
                      <a:pt x="37" y="291"/>
                    </a:lnTo>
                    <a:lnTo>
                      <a:pt x="32" y="287"/>
                    </a:lnTo>
                    <a:lnTo>
                      <a:pt x="32" y="285"/>
                    </a:lnTo>
                    <a:lnTo>
                      <a:pt x="32" y="285"/>
                    </a:lnTo>
                    <a:lnTo>
                      <a:pt x="32" y="283"/>
                    </a:lnTo>
                    <a:lnTo>
                      <a:pt x="32" y="278"/>
                    </a:lnTo>
                    <a:lnTo>
                      <a:pt x="37" y="252"/>
                    </a:lnTo>
                    <a:lnTo>
                      <a:pt x="37" y="252"/>
                    </a:lnTo>
                    <a:lnTo>
                      <a:pt x="34" y="237"/>
                    </a:lnTo>
                    <a:lnTo>
                      <a:pt x="32" y="220"/>
                    </a:lnTo>
                    <a:lnTo>
                      <a:pt x="30" y="220"/>
                    </a:lnTo>
                    <a:lnTo>
                      <a:pt x="26" y="218"/>
                    </a:lnTo>
                    <a:lnTo>
                      <a:pt x="26" y="218"/>
                    </a:lnTo>
                    <a:lnTo>
                      <a:pt x="21" y="211"/>
                    </a:lnTo>
                    <a:lnTo>
                      <a:pt x="21" y="211"/>
                    </a:lnTo>
                    <a:lnTo>
                      <a:pt x="15" y="196"/>
                    </a:lnTo>
                    <a:lnTo>
                      <a:pt x="15" y="194"/>
                    </a:lnTo>
                    <a:lnTo>
                      <a:pt x="15" y="190"/>
                    </a:lnTo>
                    <a:lnTo>
                      <a:pt x="15" y="187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9" y="172"/>
                    </a:lnTo>
                    <a:lnTo>
                      <a:pt x="21" y="170"/>
                    </a:lnTo>
                    <a:lnTo>
                      <a:pt x="21" y="170"/>
                    </a:lnTo>
                    <a:lnTo>
                      <a:pt x="21" y="170"/>
                    </a:lnTo>
                    <a:lnTo>
                      <a:pt x="24" y="170"/>
                    </a:lnTo>
                    <a:lnTo>
                      <a:pt x="24" y="168"/>
                    </a:lnTo>
                    <a:lnTo>
                      <a:pt x="26" y="164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6" y="157"/>
                    </a:lnTo>
                    <a:lnTo>
                      <a:pt x="24" y="157"/>
                    </a:lnTo>
                    <a:lnTo>
                      <a:pt x="21" y="157"/>
                    </a:lnTo>
                    <a:lnTo>
                      <a:pt x="19" y="157"/>
                    </a:lnTo>
                    <a:lnTo>
                      <a:pt x="13" y="155"/>
                    </a:lnTo>
                    <a:lnTo>
                      <a:pt x="13" y="155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1" y="151"/>
                    </a:lnTo>
                    <a:lnTo>
                      <a:pt x="13" y="146"/>
                    </a:lnTo>
                    <a:lnTo>
                      <a:pt x="13" y="146"/>
                    </a:lnTo>
                    <a:lnTo>
                      <a:pt x="13" y="144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1" y="133"/>
                    </a:lnTo>
                    <a:lnTo>
                      <a:pt x="9" y="133"/>
                    </a:lnTo>
                    <a:lnTo>
                      <a:pt x="9" y="133"/>
                    </a:lnTo>
                    <a:lnTo>
                      <a:pt x="6" y="136"/>
                    </a:lnTo>
                    <a:lnTo>
                      <a:pt x="6" y="136"/>
                    </a:lnTo>
                    <a:lnTo>
                      <a:pt x="4" y="136"/>
                    </a:lnTo>
                    <a:lnTo>
                      <a:pt x="2" y="138"/>
                    </a:lnTo>
                    <a:lnTo>
                      <a:pt x="2" y="138"/>
                    </a:lnTo>
                    <a:lnTo>
                      <a:pt x="2" y="138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3"/>
                    </a:lnTo>
                    <a:lnTo>
                      <a:pt x="0" y="118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2" y="114"/>
                    </a:lnTo>
                    <a:lnTo>
                      <a:pt x="2" y="112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6" y="105"/>
                    </a:lnTo>
                    <a:lnTo>
                      <a:pt x="9" y="101"/>
                    </a:lnTo>
                    <a:lnTo>
                      <a:pt x="15" y="92"/>
                    </a:lnTo>
                    <a:lnTo>
                      <a:pt x="15" y="90"/>
                    </a:lnTo>
                    <a:lnTo>
                      <a:pt x="15" y="88"/>
                    </a:lnTo>
                    <a:lnTo>
                      <a:pt x="15" y="88"/>
                    </a:lnTo>
                    <a:lnTo>
                      <a:pt x="17" y="86"/>
                    </a:lnTo>
                    <a:lnTo>
                      <a:pt x="17" y="82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21" y="54"/>
                    </a:lnTo>
                    <a:lnTo>
                      <a:pt x="21" y="54"/>
                    </a:lnTo>
                    <a:lnTo>
                      <a:pt x="30" y="38"/>
                    </a:lnTo>
                    <a:lnTo>
                      <a:pt x="32" y="38"/>
                    </a:lnTo>
                    <a:lnTo>
                      <a:pt x="32" y="34"/>
                    </a:lnTo>
                    <a:lnTo>
                      <a:pt x="34" y="32"/>
                    </a:lnTo>
                    <a:lnTo>
                      <a:pt x="37" y="32"/>
                    </a:lnTo>
                    <a:lnTo>
                      <a:pt x="60" y="4"/>
                    </a:lnTo>
                    <a:lnTo>
                      <a:pt x="65" y="2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78" y="0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78" y="6"/>
                    </a:lnTo>
                    <a:lnTo>
                      <a:pt x="78" y="8"/>
                    </a:lnTo>
                    <a:lnTo>
                      <a:pt x="75" y="10"/>
                    </a:lnTo>
                    <a:lnTo>
                      <a:pt x="67" y="23"/>
                    </a:lnTo>
                    <a:lnTo>
                      <a:pt x="65" y="26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0" y="30"/>
                    </a:lnTo>
                    <a:lnTo>
                      <a:pt x="58" y="30"/>
                    </a:lnTo>
                    <a:lnTo>
                      <a:pt x="56" y="32"/>
                    </a:lnTo>
                    <a:lnTo>
                      <a:pt x="54" y="32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5"/>
                    </a:lnTo>
                    <a:lnTo>
                      <a:pt x="54" y="45"/>
                    </a:lnTo>
                    <a:lnTo>
                      <a:pt x="56" y="45"/>
                    </a:lnTo>
                    <a:lnTo>
                      <a:pt x="56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2" y="47"/>
                    </a:lnTo>
                    <a:lnTo>
                      <a:pt x="62" y="47"/>
                    </a:lnTo>
                    <a:lnTo>
                      <a:pt x="62" y="47"/>
                    </a:lnTo>
                    <a:lnTo>
                      <a:pt x="65" y="47"/>
                    </a:lnTo>
                    <a:lnTo>
                      <a:pt x="65" y="47"/>
                    </a:lnTo>
                    <a:lnTo>
                      <a:pt x="69" y="51"/>
                    </a:lnTo>
                    <a:lnTo>
                      <a:pt x="71" y="51"/>
                    </a:lnTo>
                    <a:lnTo>
                      <a:pt x="71" y="54"/>
                    </a:lnTo>
                    <a:lnTo>
                      <a:pt x="73" y="56"/>
                    </a:lnTo>
                    <a:lnTo>
                      <a:pt x="73" y="58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1" y="101"/>
                    </a:lnTo>
                    <a:lnTo>
                      <a:pt x="62" y="114"/>
                    </a:lnTo>
                    <a:lnTo>
                      <a:pt x="60" y="118"/>
                    </a:lnTo>
                    <a:lnTo>
                      <a:pt x="52" y="125"/>
                    </a:lnTo>
                    <a:lnTo>
                      <a:pt x="32" y="138"/>
                    </a:lnTo>
                    <a:lnTo>
                      <a:pt x="30" y="140"/>
                    </a:lnTo>
                    <a:lnTo>
                      <a:pt x="30" y="140"/>
                    </a:lnTo>
                    <a:lnTo>
                      <a:pt x="30" y="140"/>
                    </a:lnTo>
                    <a:lnTo>
                      <a:pt x="28" y="142"/>
                    </a:lnTo>
                    <a:lnTo>
                      <a:pt x="28" y="144"/>
                    </a:lnTo>
                    <a:lnTo>
                      <a:pt x="28" y="146"/>
                    </a:lnTo>
                    <a:lnTo>
                      <a:pt x="28" y="146"/>
                    </a:lnTo>
                    <a:lnTo>
                      <a:pt x="28" y="151"/>
                    </a:lnTo>
                    <a:lnTo>
                      <a:pt x="28" y="151"/>
                    </a:lnTo>
                    <a:lnTo>
                      <a:pt x="30" y="155"/>
                    </a:lnTo>
                    <a:lnTo>
                      <a:pt x="32" y="155"/>
                    </a:lnTo>
                    <a:lnTo>
                      <a:pt x="43" y="164"/>
                    </a:lnTo>
                    <a:lnTo>
                      <a:pt x="47" y="166"/>
                    </a:lnTo>
                    <a:lnTo>
                      <a:pt x="49" y="166"/>
                    </a:lnTo>
                    <a:lnTo>
                      <a:pt x="49" y="16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46" name="Freeform 21">
                <a:extLst>
                  <a:ext uri="{FF2B5EF4-FFF2-40B4-BE49-F238E27FC236}">
                    <a16:creationId xmlns:a16="http://schemas.microsoft.com/office/drawing/2014/main" id="{9E84F051-2203-5720-8BA5-2D39B8DC2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508" y="2951497"/>
                <a:ext cx="6102" cy="24408"/>
              </a:xfrm>
              <a:custGeom>
                <a:avLst/>
                <a:gdLst/>
                <a:ahLst/>
                <a:cxnLst>
                  <a:cxn ang="0">
                    <a:pos x="6" y="24"/>
                  </a:cxn>
                  <a:cxn ang="0">
                    <a:pos x="0" y="18"/>
                  </a:cxn>
                  <a:cxn ang="0">
                    <a:pos x="0" y="18"/>
                  </a:cxn>
                  <a:cxn ang="0">
                    <a:pos x="0" y="16"/>
                  </a:cxn>
                  <a:cxn ang="0">
                    <a:pos x="0" y="13"/>
                  </a:cxn>
                  <a:cxn ang="0">
                    <a:pos x="0" y="9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6" y="3"/>
                  </a:cxn>
                  <a:cxn ang="0">
                    <a:pos x="6" y="3"/>
                  </a:cxn>
                  <a:cxn ang="0">
                    <a:pos x="6" y="20"/>
                  </a:cxn>
                  <a:cxn ang="0">
                    <a:pos x="6" y="24"/>
                  </a:cxn>
                  <a:cxn ang="0">
                    <a:pos x="6" y="24"/>
                  </a:cxn>
                </a:cxnLst>
                <a:rect l="0" t="0" r="r" b="b"/>
                <a:pathLst>
                  <a:path w="6" h="24">
                    <a:moveTo>
                      <a:pt x="6" y="24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47" name="Freeform 22">
                <a:extLst>
                  <a:ext uri="{FF2B5EF4-FFF2-40B4-BE49-F238E27FC236}">
                    <a16:creationId xmlns:a16="http://schemas.microsoft.com/office/drawing/2014/main" id="{2C51A720-F968-7356-3DEC-A355C4FEF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1317" y="2964719"/>
                <a:ext cx="35596" cy="33562"/>
              </a:xfrm>
              <a:custGeom>
                <a:avLst/>
                <a:gdLst/>
                <a:ahLst/>
                <a:cxnLst>
                  <a:cxn ang="0">
                    <a:pos x="30" y="33"/>
                  </a:cxn>
                  <a:cxn ang="0">
                    <a:pos x="24" y="24"/>
                  </a:cxn>
                  <a:cxn ang="0">
                    <a:pos x="11" y="11"/>
                  </a:cxn>
                  <a:cxn ang="0">
                    <a:pos x="2" y="3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7" y="3"/>
                  </a:cxn>
                  <a:cxn ang="0">
                    <a:pos x="9" y="5"/>
                  </a:cxn>
                  <a:cxn ang="0">
                    <a:pos x="30" y="22"/>
                  </a:cxn>
                  <a:cxn ang="0">
                    <a:pos x="30" y="22"/>
                  </a:cxn>
                  <a:cxn ang="0">
                    <a:pos x="35" y="26"/>
                  </a:cxn>
                  <a:cxn ang="0">
                    <a:pos x="35" y="29"/>
                  </a:cxn>
                  <a:cxn ang="0">
                    <a:pos x="35" y="29"/>
                  </a:cxn>
                  <a:cxn ang="0">
                    <a:pos x="35" y="31"/>
                  </a:cxn>
                  <a:cxn ang="0">
                    <a:pos x="32" y="31"/>
                  </a:cxn>
                  <a:cxn ang="0">
                    <a:pos x="30" y="33"/>
                  </a:cxn>
                  <a:cxn ang="0">
                    <a:pos x="30" y="33"/>
                  </a:cxn>
                </a:cxnLst>
                <a:rect l="0" t="0" r="r" b="b"/>
                <a:pathLst>
                  <a:path w="35" h="33">
                    <a:moveTo>
                      <a:pt x="30" y="33"/>
                    </a:moveTo>
                    <a:lnTo>
                      <a:pt x="24" y="24"/>
                    </a:lnTo>
                    <a:lnTo>
                      <a:pt x="11" y="11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5" y="26"/>
                    </a:lnTo>
                    <a:lnTo>
                      <a:pt x="35" y="29"/>
                    </a:lnTo>
                    <a:lnTo>
                      <a:pt x="35" y="29"/>
                    </a:lnTo>
                    <a:lnTo>
                      <a:pt x="35" y="31"/>
                    </a:lnTo>
                    <a:lnTo>
                      <a:pt x="32" y="31"/>
                    </a:lnTo>
                    <a:lnTo>
                      <a:pt x="30" y="33"/>
                    </a:lnTo>
                    <a:lnTo>
                      <a:pt x="30" y="3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48" name="Freeform 23">
                <a:extLst>
                  <a:ext uri="{FF2B5EF4-FFF2-40B4-BE49-F238E27FC236}">
                    <a16:creationId xmlns:a16="http://schemas.microsoft.com/office/drawing/2014/main" id="{F385CBAB-D1E8-DB86-D64B-720E9C819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7913" y="3000313"/>
                <a:ext cx="22374" cy="32544"/>
              </a:xfrm>
              <a:custGeom>
                <a:avLst/>
                <a:gdLst/>
                <a:ahLst/>
                <a:cxnLst>
                  <a:cxn ang="0">
                    <a:pos x="18" y="2"/>
                  </a:cxn>
                  <a:cxn ang="0">
                    <a:pos x="20" y="4"/>
                  </a:cxn>
                  <a:cxn ang="0">
                    <a:pos x="22" y="15"/>
                  </a:cxn>
                  <a:cxn ang="0">
                    <a:pos x="22" y="15"/>
                  </a:cxn>
                  <a:cxn ang="0">
                    <a:pos x="20" y="26"/>
                  </a:cxn>
                  <a:cxn ang="0">
                    <a:pos x="18" y="28"/>
                  </a:cxn>
                  <a:cxn ang="0">
                    <a:pos x="18" y="30"/>
                  </a:cxn>
                  <a:cxn ang="0">
                    <a:pos x="13" y="32"/>
                  </a:cxn>
                  <a:cxn ang="0">
                    <a:pos x="11" y="32"/>
                  </a:cxn>
                  <a:cxn ang="0">
                    <a:pos x="9" y="32"/>
                  </a:cxn>
                  <a:cxn ang="0">
                    <a:pos x="7" y="32"/>
                  </a:cxn>
                  <a:cxn ang="0">
                    <a:pos x="3" y="32"/>
                  </a:cxn>
                  <a:cxn ang="0">
                    <a:pos x="3" y="32"/>
                  </a:cxn>
                  <a:cxn ang="0">
                    <a:pos x="0" y="30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18" y="2"/>
                  </a:cxn>
                  <a:cxn ang="0">
                    <a:pos x="18" y="2"/>
                  </a:cxn>
                </a:cxnLst>
                <a:rect l="0" t="0" r="r" b="b"/>
                <a:pathLst>
                  <a:path w="22" h="32">
                    <a:moveTo>
                      <a:pt x="18" y="2"/>
                    </a:moveTo>
                    <a:lnTo>
                      <a:pt x="20" y="4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18" y="30"/>
                    </a:lnTo>
                    <a:lnTo>
                      <a:pt x="13" y="32"/>
                    </a:lnTo>
                    <a:lnTo>
                      <a:pt x="11" y="32"/>
                    </a:lnTo>
                    <a:lnTo>
                      <a:pt x="9" y="32"/>
                    </a:lnTo>
                    <a:lnTo>
                      <a:pt x="7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0" y="3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8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49" name="Freeform 24">
                <a:extLst>
                  <a:ext uri="{FF2B5EF4-FFF2-40B4-BE49-F238E27FC236}">
                    <a16:creationId xmlns:a16="http://schemas.microsoft.com/office/drawing/2014/main" id="{DBC88A8F-B4DF-9426-4885-534E24180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0287" y="3006416"/>
                <a:ext cx="74242" cy="71191"/>
              </a:xfrm>
              <a:custGeom>
                <a:avLst/>
                <a:gdLst/>
                <a:ahLst/>
                <a:cxnLst>
                  <a:cxn ang="0">
                    <a:pos x="32" y="3"/>
                  </a:cxn>
                  <a:cxn ang="0">
                    <a:pos x="34" y="3"/>
                  </a:cxn>
                  <a:cxn ang="0">
                    <a:pos x="43" y="16"/>
                  </a:cxn>
                  <a:cxn ang="0">
                    <a:pos x="47" y="20"/>
                  </a:cxn>
                  <a:cxn ang="0">
                    <a:pos x="45" y="24"/>
                  </a:cxn>
                  <a:cxn ang="0">
                    <a:pos x="45" y="26"/>
                  </a:cxn>
                  <a:cxn ang="0">
                    <a:pos x="41" y="29"/>
                  </a:cxn>
                  <a:cxn ang="0">
                    <a:pos x="39" y="33"/>
                  </a:cxn>
                  <a:cxn ang="0">
                    <a:pos x="39" y="35"/>
                  </a:cxn>
                  <a:cxn ang="0">
                    <a:pos x="37" y="37"/>
                  </a:cxn>
                  <a:cxn ang="0">
                    <a:pos x="39" y="39"/>
                  </a:cxn>
                  <a:cxn ang="0">
                    <a:pos x="43" y="48"/>
                  </a:cxn>
                  <a:cxn ang="0">
                    <a:pos x="47" y="50"/>
                  </a:cxn>
                  <a:cxn ang="0">
                    <a:pos x="47" y="50"/>
                  </a:cxn>
                  <a:cxn ang="0">
                    <a:pos x="50" y="48"/>
                  </a:cxn>
                  <a:cxn ang="0">
                    <a:pos x="58" y="46"/>
                  </a:cxn>
                  <a:cxn ang="0">
                    <a:pos x="67" y="50"/>
                  </a:cxn>
                  <a:cxn ang="0">
                    <a:pos x="69" y="50"/>
                  </a:cxn>
                  <a:cxn ang="0">
                    <a:pos x="73" y="57"/>
                  </a:cxn>
                  <a:cxn ang="0">
                    <a:pos x="71" y="61"/>
                  </a:cxn>
                  <a:cxn ang="0">
                    <a:pos x="65" y="67"/>
                  </a:cxn>
                  <a:cxn ang="0">
                    <a:pos x="62" y="67"/>
                  </a:cxn>
                  <a:cxn ang="0">
                    <a:pos x="54" y="70"/>
                  </a:cxn>
                  <a:cxn ang="0">
                    <a:pos x="45" y="65"/>
                  </a:cxn>
                  <a:cxn ang="0">
                    <a:pos x="43" y="63"/>
                  </a:cxn>
                  <a:cxn ang="0">
                    <a:pos x="39" y="54"/>
                  </a:cxn>
                  <a:cxn ang="0">
                    <a:pos x="24" y="61"/>
                  </a:cxn>
                  <a:cxn ang="0">
                    <a:pos x="22" y="61"/>
                  </a:cxn>
                  <a:cxn ang="0">
                    <a:pos x="22" y="61"/>
                  </a:cxn>
                  <a:cxn ang="0">
                    <a:pos x="19" y="57"/>
                  </a:cxn>
                  <a:cxn ang="0">
                    <a:pos x="17" y="54"/>
                  </a:cxn>
                  <a:cxn ang="0">
                    <a:pos x="15" y="37"/>
                  </a:cxn>
                  <a:cxn ang="0">
                    <a:pos x="11" y="35"/>
                  </a:cxn>
                  <a:cxn ang="0">
                    <a:pos x="2" y="26"/>
                  </a:cxn>
                  <a:cxn ang="0">
                    <a:pos x="0" y="20"/>
                  </a:cxn>
                  <a:cxn ang="0">
                    <a:pos x="0" y="18"/>
                  </a:cxn>
                  <a:cxn ang="0">
                    <a:pos x="4" y="5"/>
                  </a:cxn>
                  <a:cxn ang="0">
                    <a:pos x="9" y="3"/>
                  </a:cxn>
                  <a:cxn ang="0">
                    <a:pos x="11" y="3"/>
                  </a:cxn>
                  <a:cxn ang="0">
                    <a:pos x="13" y="7"/>
                  </a:cxn>
                  <a:cxn ang="0">
                    <a:pos x="24" y="7"/>
                  </a:cxn>
                  <a:cxn ang="0">
                    <a:pos x="30" y="0"/>
                  </a:cxn>
                </a:cxnLst>
                <a:rect l="0" t="0" r="r" b="b"/>
                <a:pathLst>
                  <a:path w="73" h="70">
                    <a:moveTo>
                      <a:pt x="30" y="0"/>
                    </a:moveTo>
                    <a:lnTo>
                      <a:pt x="32" y="3"/>
                    </a:lnTo>
                    <a:lnTo>
                      <a:pt x="34" y="3"/>
                    </a:lnTo>
                    <a:lnTo>
                      <a:pt x="34" y="3"/>
                    </a:lnTo>
                    <a:lnTo>
                      <a:pt x="43" y="13"/>
                    </a:lnTo>
                    <a:lnTo>
                      <a:pt x="43" y="16"/>
                    </a:lnTo>
                    <a:lnTo>
                      <a:pt x="47" y="18"/>
                    </a:lnTo>
                    <a:lnTo>
                      <a:pt x="47" y="20"/>
                    </a:lnTo>
                    <a:lnTo>
                      <a:pt x="47" y="22"/>
                    </a:lnTo>
                    <a:lnTo>
                      <a:pt x="45" y="24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3" y="29"/>
                    </a:lnTo>
                    <a:lnTo>
                      <a:pt x="41" y="29"/>
                    </a:lnTo>
                    <a:lnTo>
                      <a:pt x="41" y="31"/>
                    </a:lnTo>
                    <a:lnTo>
                      <a:pt x="39" y="33"/>
                    </a:lnTo>
                    <a:lnTo>
                      <a:pt x="39" y="33"/>
                    </a:lnTo>
                    <a:lnTo>
                      <a:pt x="39" y="35"/>
                    </a:lnTo>
                    <a:lnTo>
                      <a:pt x="39" y="37"/>
                    </a:lnTo>
                    <a:lnTo>
                      <a:pt x="37" y="37"/>
                    </a:lnTo>
                    <a:lnTo>
                      <a:pt x="37" y="39"/>
                    </a:lnTo>
                    <a:lnTo>
                      <a:pt x="39" y="39"/>
                    </a:lnTo>
                    <a:lnTo>
                      <a:pt x="43" y="48"/>
                    </a:lnTo>
                    <a:lnTo>
                      <a:pt x="43" y="48"/>
                    </a:lnTo>
                    <a:lnTo>
                      <a:pt x="45" y="50"/>
                    </a:lnTo>
                    <a:lnTo>
                      <a:pt x="47" y="50"/>
                    </a:lnTo>
                    <a:lnTo>
                      <a:pt x="47" y="50"/>
                    </a:lnTo>
                    <a:lnTo>
                      <a:pt x="47" y="50"/>
                    </a:lnTo>
                    <a:lnTo>
                      <a:pt x="47" y="50"/>
                    </a:lnTo>
                    <a:lnTo>
                      <a:pt x="50" y="48"/>
                    </a:lnTo>
                    <a:lnTo>
                      <a:pt x="52" y="48"/>
                    </a:lnTo>
                    <a:lnTo>
                      <a:pt x="58" y="46"/>
                    </a:lnTo>
                    <a:lnTo>
                      <a:pt x="60" y="46"/>
                    </a:lnTo>
                    <a:lnTo>
                      <a:pt x="67" y="50"/>
                    </a:lnTo>
                    <a:lnTo>
                      <a:pt x="67" y="50"/>
                    </a:lnTo>
                    <a:lnTo>
                      <a:pt x="69" y="50"/>
                    </a:lnTo>
                    <a:lnTo>
                      <a:pt x="71" y="57"/>
                    </a:lnTo>
                    <a:lnTo>
                      <a:pt x="73" y="57"/>
                    </a:lnTo>
                    <a:lnTo>
                      <a:pt x="73" y="57"/>
                    </a:lnTo>
                    <a:lnTo>
                      <a:pt x="71" y="61"/>
                    </a:lnTo>
                    <a:lnTo>
                      <a:pt x="65" y="65"/>
                    </a:lnTo>
                    <a:lnTo>
                      <a:pt x="65" y="67"/>
                    </a:lnTo>
                    <a:lnTo>
                      <a:pt x="62" y="67"/>
                    </a:lnTo>
                    <a:lnTo>
                      <a:pt x="62" y="67"/>
                    </a:lnTo>
                    <a:lnTo>
                      <a:pt x="56" y="70"/>
                    </a:lnTo>
                    <a:lnTo>
                      <a:pt x="54" y="70"/>
                    </a:lnTo>
                    <a:lnTo>
                      <a:pt x="54" y="70"/>
                    </a:lnTo>
                    <a:lnTo>
                      <a:pt x="45" y="65"/>
                    </a:lnTo>
                    <a:lnTo>
                      <a:pt x="43" y="63"/>
                    </a:lnTo>
                    <a:lnTo>
                      <a:pt x="43" y="63"/>
                    </a:lnTo>
                    <a:lnTo>
                      <a:pt x="43" y="61"/>
                    </a:lnTo>
                    <a:lnTo>
                      <a:pt x="39" y="54"/>
                    </a:lnTo>
                    <a:lnTo>
                      <a:pt x="30" y="59"/>
                    </a:lnTo>
                    <a:lnTo>
                      <a:pt x="24" y="61"/>
                    </a:lnTo>
                    <a:lnTo>
                      <a:pt x="24" y="61"/>
                    </a:lnTo>
                    <a:lnTo>
                      <a:pt x="22" y="61"/>
                    </a:lnTo>
                    <a:lnTo>
                      <a:pt x="22" y="61"/>
                    </a:lnTo>
                    <a:lnTo>
                      <a:pt x="22" y="61"/>
                    </a:lnTo>
                    <a:lnTo>
                      <a:pt x="19" y="61"/>
                    </a:lnTo>
                    <a:lnTo>
                      <a:pt x="19" y="57"/>
                    </a:lnTo>
                    <a:lnTo>
                      <a:pt x="17" y="57"/>
                    </a:lnTo>
                    <a:lnTo>
                      <a:pt x="17" y="54"/>
                    </a:lnTo>
                    <a:lnTo>
                      <a:pt x="17" y="52"/>
                    </a:lnTo>
                    <a:lnTo>
                      <a:pt x="15" y="37"/>
                    </a:lnTo>
                    <a:lnTo>
                      <a:pt x="13" y="37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24" y="7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50" name="Freeform 25">
                <a:extLst>
                  <a:ext uri="{FF2B5EF4-FFF2-40B4-BE49-F238E27FC236}">
                    <a16:creationId xmlns:a16="http://schemas.microsoft.com/office/drawing/2014/main" id="{56367F32-718C-2A95-8F0A-DC4C7631E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5031" y="3044045"/>
                <a:ext cx="19323" cy="24408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9" y="20"/>
                  </a:cxn>
                  <a:cxn ang="0">
                    <a:pos x="19" y="22"/>
                  </a:cxn>
                  <a:cxn ang="0">
                    <a:pos x="19" y="22"/>
                  </a:cxn>
                  <a:cxn ang="0">
                    <a:pos x="19" y="22"/>
                  </a:cxn>
                  <a:cxn ang="0">
                    <a:pos x="15" y="24"/>
                  </a:cxn>
                  <a:cxn ang="0">
                    <a:pos x="13" y="24"/>
                  </a:cxn>
                  <a:cxn ang="0">
                    <a:pos x="4" y="22"/>
                  </a:cxn>
                  <a:cxn ang="0">
                    <a:pos x="2" y="22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0" y="17"/>
                  </a:cxn>
                  <a:cxn ang="0">
                    <a:pos x="0" y="17"/>
                  </a:cxn>
                  <a:cxn ang="0">
                    <a:pos x="0" y="15"/>
                  </a:cxn>
                  <a:cxn ang="0">
                    <a:pos x="0" y="15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19" h="24">
                    <a:moveTo>
                      <a:pt x="9" y="0"/>
                    </a:moveTo>
                    <a:lnTo>
                      <a:pt x="11" y="0"/>
                    </a:lnTo>
                    <a:lnTo>
                      <a:pt x="11" y="0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9" y="20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4" y="22"/>
                    </a:lnTo>
                    <a:lnTo>
                      <a:pt x="2" y="22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51" name="Freeform 26">
                <a:extLst>
                  <a:ext uri="{FF2B5EF4-FFF2-40B4-BE49-F238E27FC236}">
                    <a16:creationId xmlns:a16="http://schemas.microsoft.com/office/drawing/2014/main" id="{689C12E5-EA60-DB51-39A6-188D33632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9610" y="3110150"/>
                <a:ext cx="24408" cy="13221"/>
              </a:xfrm>
              <a:custGeom>
                <a:avLst/>
                <a:gdLst/>
                <a:ahLst/>
                <a:cxnLst>
                  <a:cxn ang="0">
                    <a:pos x="13" y="2"/>
                  </a:cxn>
                  <a:cxn ang="0">
                    <a:pos x="15" y="2"/>
                  </a:cxn>
                  <a:cxn ang="0">
                    <a:pos x="15" y="2"/>
                  </a:cxn>
                  <a:cxn ang="0">
                    <a:pos x="15" y="2"/>
                  </a:cxn>
                  <a:cxn ang="0">
                    <a:pos x="22" y="4"/>
                  </a:cxn>
                  <a:cxn ang="0">
                    <a:pos x="24" y="6"/>
                  </a:cxn>
                  <a:cxn ang="0">
                    <a:pos x="20" y="11"/>
                  </a:cxn>
                  <a:cxn ang="0">
                    <a:pos x="7" y="13"/>
                  </a:cxn>
                  <a:cxn ang="0">
                    <a:pos x="5" y="11"/>
                  </a:cxn>
                  <a:cxn ang="0">
                    <a:pos x="3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11" y="2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2"/>
                  </a:cxn>
                  <a:cxn ang="0">
                    <a:pos x="13" y="2"/>
                  </a:cxn>
                  <a:cxn ang="0">
                    <a:pos x="13" y="2"/>
                  </a:cxn>
                </a:cxnLst>
                <a:rect l="0" t="0" r="r" b="b"/>
                <a:pathLst>
                  <a:path w="24" h="13">
                    <a:moveTo>
                      <a:pt x="13" y="2"/>
                    </a:move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22" y="4"/>
                    </a:lnTo>
                    <a:lnTo>
                      <a:pt x="24" y="6"/>
                    </a:lnTo>
                    <a:lnTo>
                      <a:pt x="20" y="11"/>
                    </a:lnTo>
                    <a:lnTo>
                      <a:pt x="7" y="13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52" name="Freeform 27">
                <a:extLst>
                  <a:ext uri="{FF2B5EF4-FFF2-40B4-BE49-F238E27FC236}">
                    <a16:creationId xmlns:a16="http://schemas.microsoft.com/office/drawing/2014/main" id="{0E91D6D6-97C1-EAD2-F0A8-F27C63CA7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1474" y="3129474"/>
                <a:ext cx="93565" cy="50850"/>
              </a:xfrm>
              <a:custGeom>
                <a:avLst/>
                <a:gdLst/>
                <a:ahLst/>
                <a:cxnLst>
                  <a:cxn ang="0">
                    <a:pos x="11" y="13"/>
                  </a:cxn>
                  <a:cxn ang="0">
                    <a:pos x="21" y="7"/>
                  </a:cxn>
                  <a:cxn ang="0">
                    <a:pos x="26" y="3"/>
                  </a:cxn>
                  <a:cxn ang="0">
                    <a:pos x="28" y="3"/>
                  </a:cxn>
                  <a:cxn ang="0">
                    <a:pos x="30" y="0"/>
                  </a:cxn>
                  <a:cxn ang="0">
                    <a:pos x="30" y="0"/>
                  </a:cxn>
                  <a:cxn ang="0">
                    <a:pos x="32" y="0"/>
                  </a:cxn>
                  <a:cxn ang="0">
                    <a:pos x="36" y="3"/>
                  </a:cxn>
                  <a:cxn ang="0">
                    <a:pos x="41" y="3"/>
                  </a:cxn>
                  <a:cxn ang="0">
                    <a:pos x="41" y="3"/>
                  </a:cxn>
                  <a:cxn ang="0">
                    <a:pos x="60" y="11"/>
                  </a:cxn>
                  <a:cxn ang="0">
                    <a:pos x="86" y="28"/>
                  </a:cxn>
                  <a:cxn ang="0">
                    <a:pos x="90" y="31"/>
                  </a:cxn>
                  <a:cxn ang="0">
                    <a:pos x="92" y="33"/>
                  </a:cxn>
                  <a:cxn ang="0">
                    <a:pos x="92" y="35"/>
                  </a:cxn>
                  <a:cxn ang="0">
                    <a:pos x="92" y="35"/>
                  </a:cxn>
                  <a:cxn ang="0">
                    <a:pos x="92" y="37"/>
                  </a:cxn>
                  <a:cxn ang="0">
                    <a:pos x="92" y="37"/>
                  </a:cxn>
                  <a:cxn ang="0">
                    <a:pos x="92" y="39"/>
                  </a:cxn>
                  <a:cxn ang="0">
                    <a:pos x="90" y="41"/>
                  </a:cxn>
                  <a:cxn ang="0">
                    <a:pos x="90" y="41"/>
                  </a:cxn>
                  <a:cxn ang="0">
                    <a:pos x="90" y="44"/>
                  </a:cxn>
                  <a:cxn ang="0">
                    <a:pos x="88" y="44"/>
                  </a:cxn>
                  <a:cxn ang="0">
                    <a:pos x="88" y="44"/>
                  </a:cxn>
                  <a:cxn ang="0">
                    <a:pos x="86" y="46"/>
                  </a:cxn>
                  <a:cxn ang="0">
                    <a:pos x="84" y="46"/>
                  </a:cxn>
                  <a:cxn ang="0">
                    <a:pos x="84" y="46"/>
                  </a:cxn>
                  <a:cxn ang="0">
                    <a:pos x="82" y="46"/>
                  </a:cxn>
                  <a:cxn ang="0">
                    <a:pos x="75" y="46"/>
                  </a:cxn>
                  <a:cxn ang="0">
                    <a:pos x="58" y="44"/>
                  </a:cxn>
                  <a:cxn ang="0">
                    <a:pos x="41" y="44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6" y="44"/>
                  </a:cxn>
                  <a:cxn ang="0">
                    <a:pos x="34" y="46"/>
                  </a:cxn>
                  <a:cxn ang="0">
                    <a:pos x="32" y="46"/>
                  </a:cxn>
                  <a:cxn ang="0">
                    <a:pos x="32" y="48"/>
                  </a:cxn>
                  <a:cxn ang="0">
                    <a:pos x="30" y="48"/>
                  </a:cxn>
                  <a:cxn ang="0">
                    <a:pos x="21" y="50"/>
                  </a:cxn>
                  <a:cxn ang="0">
                    <a:pos x="19" y="50"/>
                  </a:cxn>
                  <a:cxn ang="0">
                    <a:pos x="19" y="50"/>
                  </a:cxn>
                  <a:cxn ang="0">
                    <a:pos x="15" y="48"/>
                  </a:cxn>
                  <a:cxn ang="0">
                    <a:pos x="8" y="44"/>
                  </a:cxn>
                  <a:cxn ang="0">
                    <a:pos x="6" y="44"/>
                  </a:cxn>
                  <a:cxn ang="0">
                    <a:pos x="2" y="39"/>
                  </a:cxn>
                  <a:cxn ang="0">
                    <a:pos x="0" y="37"/>
                  </a:cxn>
                  <a:cxn ang="0">
                    <a:pos x="0" y="37"/>
                  </a:cxn>
                  <a:cxn ang="0">
                    <a:pos x="0" y="35"/>
                  </a:cxn>
                  <a:cxn ang="0">
                    <a:pos x="0" y="33"/>
                  </a:cxn>
                  <a:cxn ang="0">
                    <a:pos x="2" y="28"/>
                  </a:cxn>
                  <a:cxn ang="0">
                    <a:pos x="2" y="26"/>
                  </a:cxn>
                  <a:cxn ang="0">
                    <a:pos x="2" y="26"/>
                  </a:cxn>
                  <a:cxn ang="0">
                    <a:pos x="2" y="20"/>
                  </a:cxn>
                  <a:cxn ang="0">
                    <a:pos x="4" y="18"/>
                  </a:cxn>
                  <a:cxn ang="0">
                    <a:pos x="6" y="13"/>
                  </a:cxn>
                  <a:cxn ang="0">
                    <a:pos x="8" y="11"/>
                  </a:cxn>
                  <a:cxn ang="0">
                    <a:pos x="11" y="13"/>
                  </a:cxn>
                  <a:cxn ang="0">
                    <a:pos x="11" y="13"/>
                  </a:cxn>
                </a:cxnLst>
                <a:rect l="0" t="0" r="r" b="b"/>
                <a:pathLst>
                  <a:path w="92" h="50">
                    <a:moveTo>
                      <a:pt x="11" y="13"/>
                    </a:moveTo>
                    <a:lnTo>
                      <a:pt x="21" y="7"/>
                    </a:lnTo>
                    <a:lnTo>
                      <a:pt x="26" y="3"/>
                    </a:lnTo>
                    <a:lnTo>
                      <a:pt x="28" y="3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6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60" y="11"/>
                    </a:lnTo>
                    <a:lnTo>
                      <a:pt x="86" y="28"/>
                    </a:lnTo>
                    <a:lnTo>
                      <a:pt x="90" y="31"/>
                    </a:lnTo>
                    <a:lnTo>
                      <a:pt x="92" y="33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7"/>
                    </a:lnTo>
                    <a:lnTo>
                      <a:pt x="92" y="37"/>
                    </a:lnTo>
                    <a:lnTo>
                      <a:pt x="92" y="39"/>
                    </a:lnTo>
                    <a:lnTo>
                      <a:pt x="90" y="41"/>
                    </a:lnTo>
                    <a:lnTo>
                      <a:pt x="90" y="41"/>
                    </a:lnTo>
                    <a:lnTo>
                      <a:pt x="90" y="44"/>
                    </a:lnTo>
                    <a:lnTo>
                      <a:pt x="88" y="44"/>
                    </a:lnTo>
                    <a:lnTo>
                      <a:pt x="88" y="44"/>
                    </a:lnTo>
                    <a:lnTo>
                      <a:pt x="86" y="46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2" y="46"/>
                    </a:lnTo>
                    <a:lnTo>
                      <a:pt x="75" y="46"/>
                    </a:lnTo>
                    <a:lnTo>
                      <a:pt x="58" y="44"/>
                    </a:lnTo>
                    <a:lnTo>
                      <a:pt x="41" y="44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6" y="44"/>
                    </a:lnTo>
                    <a:lnTo>
                      <a:pt x="34" y="46"/>
                    </a:lnTo>
                    <a:lnTo>
                      <a:pt x="32" y="46"/>
                    </a:lnTo>
                    <a:lnTo>
                      <a:pt x="32" y="48"/>
                    </a:lnTo>
                    <a:lnTo>
                      <a:pt x="30" y="48"/>
                    </a:lnTo>
                    <a:lnTo>
                      <a:pt x="21" y="50"/>
                    </a:lnTo>
                    <a:lnTo>
                      <a:pt x="19" y="50"/>
                    </a:lnTo>
                    <a:lnTo>
                      <a:pt x="19" y="50"/>
                    </a:lnTo>
                    <a:lnTo>
                      <a:pt x="15" y="48"/>
                    </a:lnTo>
                    <a:lnTo>
                      <a:pt x="8" y="44"/>
                    </a:lnTo>
                    <a:lnTo>
                      <a:pt x="6" y="44"/>
                    </a:lnTo>
                    <a:lnTo>
                      <a:pt x="2" y="39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1" y="1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53" name="Freeform 28">
                <a:extLst>
                  <a:ext uri="{FF2B5EF4-FFF2-40B4-BE49-F238E27FC236}">
                    <a16:creationId xmlns:a16="http://schemas.microsoft.com/office/drawing/2014/main" id="{492299A9-058E-39D0-6186-4929683F5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5358" y="3182358"/>
                <a:ext cx="121024" cy="20340"/>
              </a:xfrm>
              <a:custGeom>
                <a:avLst/>
                <a:gdLst/>
                <a:ahLst/>
                <a:cxnLst>
                  <a:cxn ang="0">
                    <a:pos x="9" y="2"/>
                  </a:cxn>
                  <a:cxn ang="0">
                    <a:pos x="9" y="2"/>
                  </a:cxn>
                  <a:cxn ang="0">
                    <a:pos x="9" y="5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37" y="7"/>
                  </a:cxn>
                  <a:cxn ang="0">
                    <a:pos x="37" y="7"/>
                  </a:cxn>
                  <a:cxn ang="0">
                    <a:pos x="41" y="7"/>
                  </a:cxn>
                  <a:cxn ang="0">
                    <a:pos x="46" y="7"/>
                  </a:cxn>
                  <a:cxn ang="0">
                    <a:pos x="46" y="7"/>
                  </a:cxn>
                  <a:cxn ang="0">
                    <a:pos x="46" y="7"/>
                  </a:cxn>
                  <a:cxn ang="0">
                    <a:pos x="48" y="5"/>
                  </a:cxn>
                  <a:cxn ang="0">
                    <a:pos x="50" y="5"/>
                  </a:cxn>
                  <a:cxn ang="0">
                    <a:pos x="50" y="5"/>
                  </a:cxn>
                  <a:cxn ang="0">
                    <a:pos x="69" y="2"/>
                  </a:cxn>
                  <a:cxn ang="0">
                    <a:pos x="78" y="2"/>
                  </a:cxn>
                  <a:cxn ang="0">
                    <a:pos x="80" y="2"/>
                  </a:cxn>
                  <a:cxn ang="0">
                    <a:pos x="84" y="2"/>
                  </a:cxn>
                  <a:cxn ang="0">
                    <a:pos x="97" y="5"/>
                  </a:cxn>
                  <a:cxn ang="0">
                    <a:pos x="110" y="7"/>
                  </a:cxn>
                  <a:cxn ang="0">
                    <a:pos x="119" y="7"/>
                  </a:cxn>
                  <a:cxn ang="0">
                    <a:pos x="119" y="7"/>
                  </a:cxn>
                  <a:cxn ang="0">
                    <a:pos x="119" y="7"/>
                  </a:cxn>
                  <a:cxn ang="0">
                    <a:pos x="119" y="7"/>
                  </a:cxn>
                  <a:cxn ang="0">
                    <a:pos x="119" y="9"/>
                  </a:cxn>
                  <a:cxn ang="0">
                    <a:pos x="119" y="9"/>
                  </a:cxn>
                  <a:cxn ang="0">
                    <a:pos x="112" y="11"/>
                  </a:cxn>
                  <a:cxn ang="0">
                    <a:pos x="110" y="13"/>
                  </a:cxn>
                  <a:cxn ang="0">
                    <a:pos x="108" y="13"/>
                  </a:cxn>
                  <a:cxn ang="0">
                    <a:pos x="76" y="17"/>
                  </a:cxn>
                  <a:cxn ang="0">
                    <a:pos x="59" y="17"/>
                  </a:cxn>
                  <a:cxn ang="0">
                    <a:pos x="16" y="20"/>
                  </a:cxn>
                  <a:cxn ang="0">
                    <a:pos x="11" y="20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9" y="0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9" y="2"/>
                  </a:cxn>
                </a:cxnLst>
                <a:rect l="0" t="0" r="r" b="b"/>
                <a:pathLst>
                  <a:path w="119" h="20">
                    <a:moveTo>
                      <a:pt x="9" y="2"/>
                    </a:moveTo>
                    <a:lnTo>
                      <a:pt x="9" y="2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41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5"/>
                    </a:lnTo>
                    <a:lnTo>
                      <a:pt x="50" y="5"/>
                    </a:lnTo>
                    <a:lnTo>
                      <a:pt x="50" y="5"/>
                    </a:lnTo>
                    <a:lnTo>
                      <a:pt x="69" y="2"/>
                    </a:lnTo>
                    <a:lnTo>
                      <a:pt x="78" y="2"/>
                    </a:lnTo>
                    <a:lnTo>
                      <a:pt x="80" y="2"/>
                    </a:lnTo>
                    <a:lnTo>
                      <a:pt x="84" y="2"/>
                    </a:lnTo>
                    <a:lnTo>
                      <a:pt x="97" y="5"/>
                    </a:lnTo>
                    <a:lnTo>
                      <a:pt x="110" y="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19" y="9"/>
                    </a:lnTo>
                    <a:lnTo>
                      <a:pt x="119" y="9"/>
                    </a:lnTo>
                    <a:lnTo>
                      <a:pt x="112" y="11"/>
                    </a:lnTo>
                    <a:lnTo>
                      <a:pt x="110" y="13"/>
                    </a:lnTo>
                    <a:lnTo>
                      <a:pt x="108" y="13"/>
                    </a:lnTo>
                    <a:lnTo>
                      <a:pt x="76" y="17"/>
                    </a:lnTo>
                    <a:lnTo>
                      <a:pt x="59" y="17"/>
                    </a:lnTo>
                    <a:lnTo>
                      <a:pt x="16" y="20"/>
                    </a:lnTo>
                    <a:lnTo>
                      <a:pt x="11" y="20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54" name="Freeform 29">
                <a:extLst>
                  <a:ext uri="{FF2B5EF4-FFF2-40B4-BE49-F238E27FC236}">
                    <a16:creationId xmlns:a16="http://schemas.microsoft.com/office/drawing/2014/main" id="{2B05D7CB-F027-3A4E-EB31-A659B767F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7395" y="3206766"/>
                <a:ext cx="28476" cy="61020"/>
              </a:xfrm>
              <a:custGeom>
                <a:avLst/>
                <a:gdLst/>
                <a:ahLst/>
                <a:cxnLst>
                  <a:cxn ang="0">
                    <a:pos x="13" y="2"/>
                  </a:cxn>
                  <a:cxn ang="0">
                    <a:pos x="15" y="2"/>
                  </a:cxn>
                  <a:cxn ang="0">
                    <a:pos x="17" y="4"/>
                  </a:cxn>
                  <a:cxn ang="0">
                    <a:pos x="17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7" y="9"/>
                  </a:cxn>
                  <a:cxn ang="0">
                    <a:pos x="17" y="11"/>
                  </a:cxn>
                  <a:cxn ang="0">
                    <a:pos x="17" y="13"/>
                  </a:cxn>
                  <a:cxn ang="0">
                    <a:pos x="15" y="15"/>
                  </a:cxn>
                  <a:cxn ang="0">
                    <a:pos x="15" y="19"/>
                  </a:cxn>
                  <a:cxn ang="0">
                    <a:pos x="13" y="22"/>
                  </a:cxn>
                  <a:cxn ang="0">
                    <a:pos x="13" y="22"/>
                  </a:cxn>
                  <a:cxn ang="0">
                    <a:pos x="13" y="24"/>
                  </a:cxn>
                  <a:cxn ang="0">
                    <a:pos x="15" y="26"/>
                  </a:cxn>
                  <a:cxn ang="0">
                    <a:pos x="15" y="26"/>
                  </a:cxn>
                  <a:cxn ang="0">
                    <a:pos x="15" y="28"/>
                  </a:cxn>
                  <a:cxn ang="0">
                    <a:pos x="17" y="30"/>
                  </a:cxn>
                  <a:cxn ang="0">
                    <a:pos x="19" y="35"/>
                  </a:cxn>
                  <a:cxn ang="0">
                    <a:pos x="28" y="54"/>
                  </a:cxn>
                  <a:cxn ang="0">
                    <a:pos x="28" y="54"/>
                  </a:cxn>
                  <a:cxn ang="0">
                    <a:pos x="28" y="54"/>
                  </a:cxn>
                  <a:cxn ang="0">
                    <a:pos x="28" y="56"/>
                  </a:cxn>
                  <a:cxn ang="0">
                    <a:pos x="28" y="58"/>
                  </a:cxn>
                  <a:cxn ang="0">
                    <a:pos x="26" y="58"/>
                  </a:cxn>
                  <a:cxn ang="0">
                    <a:pos x="26" y="60"/>
                  </a:cxn>
                  <a:cxn ang="0">
                    <a:pos x="26" y="60"/>
                  </a:cxn>
                  <a:cxn ang="0">
                    <a:pos x="23" y="60"/>
                  </a:cxn>
                  <a:cxn ang="0">
                    <a:pos x="23" y="60"/>
                  </a:cxn>
                  <a:cxn ang="0">
                    <a:pos x="21" y="60"/>
                  </a:cxn>
                  <a:cxn ang="0">
                    <a:pos x="19" y="58"/>
                  </a:cxn>
                  <a:cxn ang="0">
                    <a:pos x="17" y="58"/>
                  </a:cxn>
                  <a:cxn ang="0">
                    <a:pos x="15" y="54"/>
                  </a:cxn>
                  <a:cxn ang="0">
                    <a:pos x="13" y="52"/>
                  </a:cxn>
                  <a:cxn ang="0">
                    <a:pos x="13" y="52"/>
                  </a:cxn>
                  <a:cxn ang="0">
                    <a:pos x="13" y="50"/>
                  </a:cxn>
                  <a:cxn ang="0">
                    <a:pos x="13" y="47"/>
                  </a:cxn>
                  <a:cxn ang="0">
                    <a:pos x="13" y="43"/>
                  </a:cxn>
                  <a:cxn ang="0">
                    <a:pos x="13" y="41"/>
                  </a:cxn>
                  <a:cxn ang="0">
                    <a:pos x="13" y="41"/>
                  </a:cxn>
                  <a:cxn ang="0">
                    <a:pos x="11" y="39"/>
                  </a:cxn>
                  <a:cxn ang="0">
                    <a:pos x="11" y="37"/>
                  </a:cxn>
                  <a:cxn ang="0">
                    <a:pos x="8" y="35"/>
                  </a:cxn>
                  <a:cxn ang="0">
                    <a:pos x="8" y="32"/>
                  </a:cxn>
                  <a:cxn ang="0">
                    <a:pos x="6" y="32"/>
                  </a:cxn>
                  <a:cxn ang="0">
                    <a:pos x="4" y="30"/>
                  </a:cxn>
                  <a:cxn ang="0">
                    <a:pos x="4" y="28"/>
                  </a:cxn>
                  <a:cxn ang="0">
                    <a:pos x="2" y="15"/>
                  </a:cxn>
                  <a:cxn ang="0">
                    <a:pos x="2" y="13"/>
                  </a:cxn>
                  <a:cxn ang="0">
                    <a:pos x="0" y="13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4" y="4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3" y="2"/>
                  </a:cxn>
                  <a:cxn ang="0">
                    <a:pos x="13" y="2"/>
                  </a:cxn>
                  <a:cxn ang="0">
                    <a:pos x="13" y="2"/>
                  </a:cxn>
                </a:cxnLst>
                <a:rect l="0" t="0" r="r" b="b"/>
                <a:pathLst>
                  <a:path w="28" h="60">
                    <a:moveTo>
                      <a:pt x="13" y="2"/>
                    </a:moveTo>
                    <a:lnTo>
                      <a:pt x="15" y="2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1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5" y="19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8"/>
                    </a:lnTo>
                    <a:lnTo>
                      <a:pt x="17" y="30"/>
                    </a:lnTo>
                    <a:lnTo>
                      <a:pt x="19" y="35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28" y="56"/>
                    </a:lnTo>
                    <a:lnTo>
                      <a:pt x="28" y="58"/>
                    </a:lnTo>
                    <a:lnTo>
                      <a:pt x="26" y="58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3" y="60"/>
                    </a:lnTo>
                    <a:lnTo>
                      <a:pt x="23" y="60"/>
                    </a:lnTo>
                    <a:lnTo>
                      <a:pt x="21" y="60"/>
                    </a:lnTo>
                    <a:lnTo>
                      <a:pt x="19" y="58"/>
                    </a:lnTo>
                    <a:lnTo>
                      <a:pt x="17" y="58"/>
                    </a:lnTo>
                    <a:lnTo>
                      <a:pt x="15" y="54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0"/>
                    </a:lnTo>
                    <a:lnTo>
                      <a:pt x="13" y="47"/>
                    </a:lnTo>
                    <a:lnTo>
                      <a:pt x="13" y="43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1" y="39"/>
                    </a:lnTo>
                    <a:lnTo>
                      <a:pt x="11" y="37"/>
                    </a:lnTo>
                    <a:lnTo>
                      <a:pt x="8" y="35"/>
                    </a:lnTo>
                    <a:lnTo>
                      <a:pt x="8" y="32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4" y="28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55" name="Freeform 30">
                <a:extLst>
                  <a:ext uri="{FF2B5EF4-FFF2-40B4-BE49-F238E27FC236}">
                    <a16:creationId xmlns:a16="http://schemas.microsoft.com/office/drawing/2014/main" id="{9C591E7F-2505-FFBD-0060-B62476A93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3317" y="3167103"/>
                <a:ext cx="120007" cy="45766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36" y="0"/>
                  </a:cxn>
                  <a:cxn ang="0">
                    <a:pos x="41" y="0"/>
                  </a:cxn>
                  <a:cxn ang="0">
                    <a:pos x="75" y="7"/>
                  </a:cxn>
                  <a:cxn ang="0">
                    <a:pos x="82" y="11"/>
                  </a:cxn>
                  <a:cxn ang="0">
                    <a:pos x="95" y="7"/>
                  </a:cxn>
                  <a:cxn ang="0">
                    <a:pos x="95" y="7"/>
                  </a:cxn>
                  <a:cxn ang="0">
                    <a:pos x="114" y="11"/>
                  </a:cxn>
                  <a:cxn ang="0">
                    <a:pos x="114" y="11"/>
                  </a:cxn>
                  <a:cxn ang="0">
                    <a:pos x="118" y="17"/>
                  </a:cxn>
                  <a:cxn ang="0">
                    <a:pos x="118" y="30"/>
                  </a:cxn>
                  <a:cxn ang="0">
                    <a:pos x="116" y="30"/>
                  </a:cxn>
                  <a:cxn ang="0">
                    <a:pos x="114" y="28"/>
                  </a:cxn>
                  <a:cxn ang="0">
                    <a:pos x="99" y="28"/>
                  </a:cxn>
                  <a:cxn ang="0">
                    <a:pos x="84" y="30"/>
                  </a:cxn>
                  <a:cxn ang="0">
                    <a:pos x="82" y="32"/>
                  </a:cxn>
                  <a:cxn ang="0">
                    <a:pos x="82" y="35"/>
                  </a:cxn>
                  <a:cxn ang="0">
                    <a:pos x="82" y="37"/>
                  </a:cxn>
                  <a:cxn ang="0">
                    <a:pos x="82" y="37"/>
                  </a:cxn>
                  <a:cxn ang="0">
                    <a:pos x="79" y="37"/>
                  </a:cxn>
                  <a:cxn ang="0">
                    <a:pos x="75" y="35"/>
                  </a:cxn>
                  <a:cxn ang="0">
                    <a:pos x="64" y="30"/>
                  </a:cxn>
                  <a:cxn ang="0">
                    <a:pos x="60" y="30"/>
                  </a:cxn>
                  <a:cxn ang="0">
                    <a:pos x="54" y="32"/>
                  </a:cxn>
                  <a:cxn ang="0">
                    <a:pos x="45" y="37"/>
                  </a:cxn>
                  <a:cxn ang="0">
                    <a:pos x="43" y="39"/>
                  </a:cxn>
                  <a:cxn ang="0">
                    <a:pos x="23" y="43"/>
                  </a:cxn>
                  <a:cxn ang="0">
                    <a:pos x="8" y="45"/>
                  </a:cxn>
                  <a:cxn ang="0">
                    <a:pos x="0" y="28"/>
                  </a:cxn>
                  <a:cxn ang="0">
                    <a:pos x="0" y="22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8" y="2"/>
                  </a:cxn>
                  <a:cxn ang="0">
                    <a:pos x="11" y="2"/>
                  </a:cxn>
                </a:cxnLst>
                <a:rect l="0" t="0" r="r" b="b"/>
                <a:pathLst>
                  <a:path w="118" h="45">
                    <a:moveTo>
                      <a:pt x="11" y="2"/>
                    </a:moveTo>
                    <a:lnTo>
                      <a:pt x="23" y="0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73" y="7"/>
                    </a:lnTo>
                    <a:lnTo>
                      <a:pt x="75" y="7"/>
                    </a:lnTo>
                    <a:lnTo>
                      <a:pt x="79" y="9"/>
                    </a:lnTo>
                    <a:lnTo>
                      <a:pt x="82" y="11"/>
                    </a:lnTo>
                    <a:lnTo>
                      <a:pt x="92" y="7"/>
                    </a:lnTo>
                    <a:lnTo>
                      <a:pt x="95" y="7"/>
                    </a:lnTo>
                    <a:lnTo>
                      <a:pt x="95" y="7"/>
                    </a:lnTo>
                    <a:lnTo>
                      <a:pt x="95" y="7"/>
                    </a:lnTo>
                    <a:lnTo>
                      <a:pt x="95" y="7"/>
                    </a:lnTo>
                    <a:lnTo>
                      <a:pt x="114" y="11"/>
                    </a:lnTo>
                    <a:lnTo>
                      <a:pt x="114" y="11"/>
                    </a:lnTo>
                    <a:lnTo>
                      <a:pt x="114" y="11"/>
                    </a:lnTo>
                    <a:lnTo>
                      <a:pt x="118" y="17"/>
                    </a:lnTo>
                    <a:lnTo>
                      <a:pt x="118" y="17"/>
                    </a:lnTo>
                    <a:lnTo>
                      <a:pt x="118" y="28"/>
                    </a:lnTo>
                    <a:lnTo>
                      <a:pt x="118" y="30"/>
                    </a:lnTo>
                    <a:lnTo>
                      <a:pt x="118" y="30"/>
                    </a:lnTo>
                    <a:lnTo>
                      <a:pt x="116" y="30"/>
                    </a:lnTo>
                    <a:lnTo>
                      <a:pt x="116" y="28"/>
                    </a:lnTo>
                    <a:lnTo>
                      <a:pt x="114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86" y="30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82" y="37"/>
                    </a:lnTo>
                    <a:lnTo>
                      <a:pt x="82" y="37"/>
                    </a:lnTo>
                    <a:lnTo>
                      <a:pt x="82" y="37"/>
                    </a:lnTo>
                    <a:lnTo>
                      <a:pt x="79" y="37"/>
                    </a:lnTo>
                    <a:lnTo>
                      <a:pt x="79" y="37"/>
                    </a:lnTo>
                    <a:lnTo>
                      <a:pt x="77" y="37"/>
                    </a:lnTo>
                    <a:lnTo>
                      <a:pt x="75" y="35"/>
                    </a:lnTo>
                    <a:lnTo>
                      <a:pt x="71" y="32"/>
                    </a:lnTo>
                    <a:lnTo>
                      <a:pt x="64" y="30"/>
                    </a:lnTo>
                    <a:lnTo>
                      <a:pt x="62" y="30"/>
                    </a:lnTo>
                    <a:lnTo>
                      <a:pt x="60" y="30"/>
                    </a:lnTo>
                    <a:lnTo>
                      <a:pt x="56" y="32"/>
                    </a:lnTo>
                    <a:lnTo>
                      <a:pt x="54" y="32"/>
                    </a:lnTo>
                    <a:lnTo>
                      <a:pt x="47" y="37"/>
                    </a:lnTo>
                    <a:lnTo>
                      <a:pt x="45" y="37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3"/>
                    </a:lnTo>
                    <a:lnTo>
                      <a:pt x="23" y="43"/>
                    </a:lnTo>
                    <a:lnTo>
                      <a:pt x="11" y="45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</p:grpSp>
        <p:grpSp>
          <p:nvGrpSpPr>
            <p:cNvPr id="18" name="Group 350">
              <a:extLst>
                <a:ext uri="{FF2B5EF4-FFF2-40B4-BE49-F238E27FC236}">
                  <a16:creationId xmlns:a16="http://schemas.microsoft.com/office/drawing/2014/main" id="{855518BC-5738-3D34-8486-C02465710643}"/>
                </a:ext>
              </a:extLst>
            </p:cNvPr>
            <p:cNvGrpSpPr/>
            <p:nvPr/>
          </p:nvGrpSpPr>
          <p:grpSpPr>
            <a:xfrm>
              <a:off x="7216718" y="3305416"/>
              <a:ext cx="587831" cy="130177"/>
              <a:chOff x="7216718" y="3305416"/>
              <a:chExt cx="587831" cy="130177"/>
            </a:xfrm>
            <a:grpFill/>
          </p:grpSpPr>
          <p:sp>
            <p:nvSpPr>
              <p:cNvPr id="136" name="Freeform 31">
                <a:extLst>
                  <a:ext uri="{FF2B5EF4-FFF2-40B4-BE49-F238E27FC236}">
                    <a16:creationId xmlns:a16="http://schemas.microsoft.com/office/drawing/2014/main" id="{D0C05528-2D0F-9745-A839-7BE322E1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8426" y="3305416"/>
                <a:ext cx="366123" cy="130177"/>
              </a:xfrm>
              <a:custGeom>
                <a:avLst/>
                <a:gdLst/>
                <a:ahLst/>
                <a:cxnLst>
                  <a:cxn ang="0">
                    <a:pos x="6" y="84"/>
                  </a:cxn>
                  <a:cxn ang="0">
                    <a:pos x="8" y="76"/>
                  </a:cxn>
                  <a:cxn ang="0">
                    <a:pos x="11" y="67"/>
                  </a:cxn>
                  <a:cxn ang="0">
                    <a:pos x="6" y="58"/>
                  </a:cxn>
                  <a:cxn ang="0">
                    <a:pos x="4" y="43"/>
                  </a:cxn>
                  <a:cxn ang="0">
                    <a:pos x="39" y="9"/>
                  </a:cxn>
                  <a:cxn ang="0">
                    <a:pos x="118" y="9"/>
                  </a:cxn>
                  <a:cxn ang="0">
                    <a:pos x="144" y="13"/>
                  </a:cxn>
                  <a:cxn ang="0">
                    <a:pos x="151" y="20"/>
                  </a:cxn>
                  <a:cxn ang="0">
                    <a:pos x="161" y="20"/>
                  </a:cxn>
                  <a:cxn ang="0">
                    <a:pos x="181" y="7"/>
                  </a:cxn>
                  <a:cxn ang="0">
                    <a:pos x="183" y="0"/>
                  </a:cxn>
                  <a:cxn ang="0">
                    <a:pos x="228" y="9"/>
                  </a:cxn>
                  <a:cxn ang="0">
                    <a:pos x="230" y="13"/>
                  </a:cxn>
                  <a:cxn ang="0">
                    <a:pos x="254" y="24"/>
                  </a:cxn>
                  <a:cxn ang="0">
                    <a:pos x="265" y="26"/>
                  </a:cxn>
                  <a:cxn ang="0">
                    <a:pos x="295" y="22"/>
                  </a:cxn>
                  <a:cxn ang="0">
                    <a:pos x="299" y="24"/>
                  </a:cxn>
                  <a:cxn ang="0">
                    <a:pos x="325" y="41"/>
                  </a:cxn>
                  <a:cxn ang="0">
                    <a:pos x="329" y="58"/>
                  </a:cxn>
                  <a:cxn ang="0">
                    <a:pos x="329" y="65"/>
                  </a:cxn>
                  <a:cxn ang="0">
                    <a:pos x="334" y="74"/>
                  </a:cxn>
                  <a:cxn ang="0">
                    <a:pos x="340" y="74"/>
                  </a:cxn>
                  <a:cxn ang="0">
                    <a:pos x="349" y="74"/>
                  </a:cxn>
                  <a:cxn ang="0">
                    <a:pos x="353" y="80"/>
                  </a:cxn>
                  <a:cxn ang="0">
                    <a:pos x="358" y="99"/>
                  </a:cxn>
                  <a:cxn ang="0">
                    <a:pos x="353" y="106"/>
                  </a:cxn>
                  <a:cxn ang="0">
                    <a:pos x="351" y="128"/>
                  </a:cxn>
                  <a:cxn ang="0">
                    <a:pos x="327" y="117"/>
                  </a:cxn>
                  <a:cxn ang="0">
                    <a:pos x="321" y="110"/>
                  </a:cxn>
                  <a:cxn ang="0">
                    <a:pos x="293" y="95"/>
                  </a:cxn>
                  <a:cxn ang="0">
                    <a:pos x="269" y="89"/>
                  </a:cxn>
                  <a:cxn ang="0">
                    <a:pos x="252" y="78"/>
                  </a:cxn>
                  <a:cxn ang="0">
                    <a:pos x="250" y="71"/>
                  </a:cxn>
                  <a:cxn ang="0">
                    <a:pos x="250" y="69"/>
                  </a:cxn>
                  <a:cxn ang="0">
                    <a:pos x="241" y="65"/>
                  </a:cxn>
                  <a:cxn ang="0">
                    <a:pos x="198" y="61"/>
                  </a:cxn>
                  <a:cxn ang="0">
                    <a:pos x="196" y="63"/>
                  </a:cxn>
                  <a:cxn ang="0">
                    <a:pos x="200" y="69"/>
                  </a:cxn>
                  <a:cxn ang="0">
                    <a:pos x="202" y="76"/>
                  </a:cxn>
                  <a:cxn ang="0">
                    <a:pos x="200" y="80"/>
                  </a:cxn>
                  <a:cxn ang="0">
                    <a:pos x="196" y="80"/>
                  </a:cxn>
                  <a:cxn ang="0">
                    <a:pos x="172" y="74"/>
                  </a:cxn>
                  <a:cxn ang="0">
                    <a:pos x="159" y="71"/>
                  </a:cxn>
                  <a:cxn ang="0">
                    <a:pos x="148" y="67"/>
                  </a:cxn>
                  <a:cxn ang="0">
                    <a:pos x="133" y="67"/>
                  </a:cxn>
                  <a:cxn ang="0">
                    <a:pos x="133" y="54"/>
                  </a:cxn>
                  <a:cxn ang="0">
                    <a:pos x="129" y="50"/>
                  </a:cxn>
                  <a:cxn ang="0">
                    <a:pos x="123" y="50"/>
                  </a:cxn>
                  <a:cxn ang="0">
                    <a:pos x="101" y="67"/>
                  </a:cxn>
                  <a:cxn ang="0">
                    <a:pos x="97" y="71"/>
                  </a:cxn>
                  <a:cxn ang="0">
                    <a:pos x="77" y="80"/>
                  </a:cxn>
                  <a:cxn ang="0">
                    <a:pos x="69" y="78"/>
                  </a:cxn>
                  <a:cxn ang="0">
                    <a:pos x="60" y="67"/>
                  </a:cxn>
                  <a:cxn ang="0">
                    <a:pos x="41" y="39"/>
                  </a:cxn>
                  <a:cxn ang="0">
                    <a:pos x="39" y="35"/>
                  </a:cxn>
                  <a:cxn ang="0">
                    <a:pos x="36" y="33"/>
                  </a:cxn>
                  <a:cxn ang="0">
                    <a:pos x="30" y="39"/>
                  </a:cxn>
                  <a:cxn ang="0">
                    <a:pos x="26" y="46"/>
                  </a:cxn>
                  <a:cxn ang="0">
                    <a:pos x="24" y="61"/>
                  </a:cxn>
                  <a:cxn ang="0">
                    <a:pos x="24" y="65"/>
                  </a:cxn>
                  <a:cxn ang="0">
                    <a:pos x="17" y="69"/>
                  </a:cxn>
                  <a:cxn ang="0">
                    <a:pos x="11" y="82"/>
                  </a:cxn>
                </a:cxnLst>
                <a:rect l="0" t="0" r="r" b="b"/>
                <a:pathLst>
                  <a:path w="360" h="128">
                    <a:moveTo>
                      <a:pt x="8" y="91"/>
                    </a:moveTo>
                    <a:lnTo>
                      <a:pt x="6" y="91"/>
                    </a:lnTo>
                    <a:lnTo>
                      <a:pt x="6" y="89"/>
                    </a:lnTo>
                    <a:lnTo>
                      <a:pt x="6" y="84"/>
                    </a:lnTo>
                    <a:lnTo>
                      <a:pt x="6" y="82"/>
                    </a:lnTo>
                    <a:lnTo>
                      <a:pt x="6" y="82"/>
                    </a:lnTo>
                    <a:lnTo>
                      <a:pt x="6" y="78"/>
                    </a:lnTo>
                    <a:lnTo>
                      <a:pt x="8" y="76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11" y="69"/>
                    </a:lnTo>
                    <a:lnTo>
                      <a:pt x="11" y="67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8" y="63"/>
                    </a:lnTo>
                    <a:lnTo>
                      <a:pt x="6" y="58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0" y="48"/>
                    </a:lnTo>
                    <a:lnTo>
                      <a:pt x="4" y="43"/>
                    </a:lnTo>
                    <a:lnTo>
                      <a:pt x="15" y="35"/>
                    </a:lnTo>
                    <a:lnTo>
                      <a:pt x="26" y="24"/>
                    </a:lnTo>
                    <a:lnTo>
                      <a:pt x="39" y="9"/>
                    </a:lnTo>
                    <a:lnTo>
                      <a:pt x="39" y="9"/>
                    </a:lnTo>
                    <a:lnTo>
                      <a:pt x="49" y="9"/>
                    </a:lnTo>
                    <a:lnTo>
                      <a:pt x="64" y="9"/>
                    </a:lnTo>
                    <a:lnTo>
                      <a:pt x="84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3" y="9"/>
                    </a:lnTo>
                    <a:lnTo>
                      <a:pt x="127" y="9"/>
                    </a:lnTo>
                    <a:lnTo>
                      <a:pt x="144" y="13"/>
                    </a:lnTo>
                    <a:lnTo>
                      <a:pt x="146" y="17"/>
                    </a:lnTo>
                    <a:lnTo>
                      <a:pt x="148" y="17"/>
                    </a:lnTo>
                    <a:lnTo>
                      <a:pt x="148" y="20"/>
                    </a:lnTo>
                    <a:lnTo>
                      <a:pt x="151" y="20"/>
                    </a:lnTo>
                    <a:lnTo>
                      <a:pt x="153" y="22"/>
                    </a:lnTo>
                    <a:lnTo>
                      <a:pt x="153" y="22"/>
                    </a:lnTo>
                    <a:lnTo>
                      <a:pt x="153" y="22"/>
                    </a:lnTo>
                    <a:lnTo>
                      <a:pt x="161" y="20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3" y="0"/>
                    </a:lnTo>
                    <a:lnTo>
                      <a:pt x="183" y="0"/>
                    </a:lnTo>
                    <a:lnTo>
                      <a:pt x="185" y="0"/>
                    </a:lnTo>
                    <a:lnTo>
                      <a:pt x="198" y="0"/>
                    </a:lnTo>
                    <a:lnTo>
                      <a:pt x="211" y="2"/>
                    </a:lnTo>
                    <a:lnTo>
                      <a:pt x="228" y="9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30" y="13"/>
                    </a:lnTo>
                    <a:lnTo>
                      <a:pt x="230" y="13"/>
                    </a:lnTo>
                    <a:lnTo>
                      <a:pt x="230" y="15"/>
                    </a:lnTo>
                    <a:lnTo>
                      <a:pt x="233" y="15"/>
                    </a:lnTo>
                    <a:lnTo>
                      <a:pt x="233" y="15"/>
                    </a:lnTo>
                    <a:lnTo>
                      <a:pt x="254" y="24"/>
                    </a:lnTo>
                    <a:lnTo>
                      <a:pt x="258" y="24"/>
                    </a:lnTo>
                    <a:lnTo>
                      <a:pt x="261" y="26"/>
                    </a:lnTo>
                    <a:lnTo>
                      <a:pt x="263" y="26"/>
                    </a:lnTo>
                    <a:lnTo>
                      <a:pt x="265" y="26"/>
                    </a:lnTo>
                    <a:lnTo>
                      <a:pt x="267" y="26"/>
                    </a:lnTo>
                    <a:lnTo>
                      <a:pt x="276" y="24"/>
                    </a:lnTo>
                    <a:lnTo>
                      <a:pt x="284" y="24"/>
                    </a:lnTo>
                    <a:lnTo>
                      <a:pt x="295" y="22"/>
                    </a:lnTo>
                    <a:lnTo>
                      <a:pt x="295" y="22"/>
                    </a:lnTo>
                    <a:lnTo>
                      <a:pt x="297" y="24"/>
                    </a:lnTo>
                    <a:lnTo>
                      <a:pt x="299" y="24"/>
                    </a:lnTo>
                    <a:lnTo>
                      <a:pt x="299" y="24"/>
                    </a:lnTo>
                    <a:lnTo>
                      <a:pt x="301" y="26"/>
                    </a:lnTo>
                    <a:lnTo>
                      <a:pt x="325" y="41"/>
                    </a:lnTo>
                    <a:lnTo>
                      <a:pt x="325" y="41"/>
                    </a:lnTo>
                    <a:lnTo>
                      <a:pt x="325" y="41"/>
                    </a:lnTo>
                    <a:lnTo>
                      <a:pt x="325" y="43"/>
                    </a:lnTo>
                    <a:lnTo>
                      <a:pt x="329" y="54"/>
                    </a:lnTo>
                    <a:lnTo>
                      <a:pt x="329" y="56"/>
                    </a:lnTo>
                    <a:lnTo>
                      <a:pt x="329" y="58"/>
                    </a:lnTo>
                    <a:lnTo>
                      <a:pt x="329" y="58"/>
                    </a:lnTo>
                    <a:lnTo>
                      <a:pt x="329" y="61"/>
                    </a:lnTo>
                    <a:lnTo>
                      <a:pt x="329" y="63"/>
                    </a:lnTo>
                    <a:lnTo>
                      <a:pt x="329" y="65"/>
                    </a:lnTo>
                    <a:lnTo>
                      <a:pt x="332" y="67"/>
                    </a:lnTo>
                    <a:lnTo>
                      <a:pt x="332" y="69"/>
                    </a:lnTo>
                    <a:lnTo>
                      <a:pt x="334" y="74"/>
                    </a:lnTo>
                    <a:lnTo>
                      <a:pt x="334" y="74"/>
                    </a:lnTo>
                    <a:lnTo>
                      <a:pt x="336" y="74"/>
                    </a:lnTo>
                    <a:lnTo>
                      <a:pt x="336" y="74"/>
                    </a:lnTo>
                    <a:lnTo>
                      <a:pt x="338" y="74"/>
                    </a:lnTo>
                    <a:lnTo>
                      <a:pt x="340" y="74"/>
                    </a:lnTo>
                    <a:lnTo>
                      <a:pt x="342" y="74"/>
                    </a:lnTo>
                    <a:lnTo>
                      <a:pt x="347" y="74"/>
                    </a:lnTo>
                    <a:lnTo>
                      <a:pt x="347" y="74"/>
                    </a:lnTo>
                    <a:lnTo>
                      <a:pt x="349" y="74"/>
                    </a:lnTo>
                    <a:lnTo>
                      <a:pt x="349" y="76"/>
                    </a:lnTo>
                    <a:lnTo>
                      <a:pt x="351" y="76"/>
                    </a:lnTo>
                    <a:lnTo>
                      <a:pt x="353" y="78"/>
                    </a:lnTo>
                    <a:lnTo>
                      <a:pt x="353" y="80"/>
                    </a:lnTo>
                    <a:lnTo>
                      <a:pt x="360" y="95"/>
                    </a:lnTo>
                    <a:lnTo>
                      <a:pt x="360" y="95"/>
                    </a:lnTo>
                    <a:lnTo>
                      <a:pt x="360" y="97"/>
                    </a:lnTo>
                    <a:lnTo>
                      <a:pt x="358" y="99"/>
                    </a:lnTo>
                    <a:lnTo>
                      <a:pt x="358" y="99"/>
                    </a:lnTo>
                    <a:lnTo>
                      <a:pt x="358" y="102"/>
                    </a:lnTo>
                    <a:lnTo>
                      <a:pt x="355" y="104"/>
                    </a:lnTo>
                    <a:lnTo>
                      <a:pt x="353" y="106"/>
                    </a:lnTo>
                    <a:lnTo>
                      <a:pt x="353" y="106"/>
                    </a:lnTo>
                    <a:lnTo>
                      <a:pt x="353" y="123"/>
                    </a:lnTo>
                    <a:lnTo>
                      <a:pt x="353" y="128"/>
                    </a:lnTo>
                    <a:lnTo>
                      <a:pt x="351" y="128"/>
                    </a:lnTo>
                    <a:lnTo>
                      <a:pt x="329" y="119"/>
                    </a:lnTo>
                    <a:lnTo>
                      <a:pt x="327" y="119"/>
                    </a:lnTo>
                    <a:lnTo>
                      <a:pt x="327" y="119"/>
                    </a:lnTo>
                    <a:lnTo>
                      <a:pt x="327" y="117"/>
                    </a:lnTo>
                    <a:lnTo>
                      <a:pt x="325" y="117"/>
                    </a:lnTo>
                    <a:lnTo>
                      <a:pt x="325" y="115"/>
                    </a:lnTo>
                    <a:lnTo>
                      <a:pt x="323" y="112"/>
                    </a:lnTo>
                    <a:lnTo>
                      <a:pt x="321" y="110"/>
                    </a:lnTo>
                    <a:lnTo>
                      <a:pt x="321" y="110"/>
                    </a:lnTo>
                    <a:lnTo>
                      <a:pt x="308" y="102"/>
                    </a:lnTo>
                    <a:lnTo>
                      <a:pt x="301" y="99"/>
                    </a:lnTo>
                    <a:lnTo>
                      <a:pt x="293" y="95"/>
                    </a:lnTo>
                    <a:lnTo>
                      <a:pt x="284" y="93"/>
                    </a:lnTo>
                    <a:lnTo>
                      <a:pt x="282" y="93"/>
                    </a:lnTo>
                    <a:lnTo>
                      <a:pt x="271" y="91"/>
                    </a:lnTo>
                    <a:lnTo>
                      <a:pt x="269" y="89"/>
                    </a:lnTo>
                    <a:lnTo>
                      <a:pt x="256" y="82"/>
                    </a:lnTo>
                    <a:lnTo>
                      <a:pt x="254" y="80"/>
                    </a:lnTo>
                    <a:lnTo>
                      <a:pt x="252" y="80"/>
                    </a:lnTo>
                    <a:lnTo>
                      <a:pt x="252" y="78"/>
                    </a:lnTo>
                    <a:lnTo>
                      <a:pt x="250" y="76"/>
                    </a:lnTo>
                    <a:lnTo>
                      <a:pt x="250" y="76"/>
                    </a:lnTo>
                    <a:lnTo>
                      <a:pt x="250" y="74"/>
                    </a:lnTo>
                    <a:lnTo>
                      <a:pt x="250" y="71"/>
                    </a:lnTo>
                    <a:lnTo>
                      <a:pt x="250" y="71"/>
                    </a:lnTo>
                    <a:lnTo>
                      <a:pt x="250" y="69"/>
                    </a:lnTo>
                    <a:lnTo>
                      <a:pt x="250" y="69"/>
                    </a:lnTo>
                    <a:lnTo>
                      <a:pt x="250" y="69"/>
                    </a:lnTo>
                    <a:lnTo>
                      <a:pt x="248" y="67"/>
                    </a:lnTo>
                    <a:lnTo>
                      <a:pt x="245" y="65"/>
                    </a:lnTo>
                    <a:lnTo>
                      <a:pt x="243" y="65"/>
                    </a:lnTo>
                    <a:lnTo>
                      <a:pt x="241" y="65"/>
                    </a:lnTo>
                    <a:lnTo>
                      <a:pt x="233" y="65"/>
                    </a:lnTo>
                    <a:lnTo>
                      <a:pt x="213" y="63"/>
                    </a:lnTo>
                    <a:lnTo>
                      <a:pt x="198" y="61"/>
                    </a:lnTo>
                    <a:lnTo>
                      <a:pt x="198" y="61"/>
                    </a:lnTo>
                    <a:lnTo>
                      <a:pt x="196" y="61"/>
                    </a:lnTo>
                    <a:lnTo>
                      <a:pt x="196" y="61"/>
                    </a:lnTo>
                    <a:lnTo>
                      <a:pt x="196" y="63"/>
                    </a:lnTo>
                    <a:lnTo>
                      <a:pt x="196" y="63"/>
                    </a:lnTo>
                    <a:lnTo>
                      <a:pt x="196" y="65"/>
                    </a:lnTo>
                    <a:lnTo>
                      <a:pt x="196" y="65"/>
                    </a:lnTo>
                    <a:lnTo>
                      <a:pt x="198" y="67"/>
                    </a:lnTo>
                    <a:lnTo>
                      <a:pt x="200" y="69"/>
                    </a:lnTo>
                    <a:lnTo>
                      <a:pt x="200" y="71"/>
                    </a:lnTo>
                    <a:lnTo>
                      <a:pt x="202" y="74"/>
                    </a:lnTo>
                    <a:lnTo>
                      <a:pt x="202" y="74"/>
                    </a:lnTo>
                    <a:lnTo>
                      <a:pt x="202" y="76"/>
                    </a:lnTo>
                    <a:lnTo>
                      <a:pt x="202" y="76"/>
                    </a:lnTo>
                    <a:lnTo>
                      <a:pt x="202" y="78"/>
                    </a:lnTo>
                    <a:lnTo>
                      <a:pt x="202" y="80"/>
                    </a:lnTo>
                    <a:lnTo>
                      <a:pt x="200" y="80"/>
                    </a:lnTo>
                    <a:lnTo>
                      <a:pt x="200" y="80"/>
                    </a:lnTo>
                    <a:lnTo>
                      <a:pt x="198" y="80"/>
                    </a:lnTo>
                    <a:lnTo>
                      <a:pt x="198" y="80"/>
                    </a:lnTo>
                    <a:lnTo>
                      <a:pt x="196" y="80"/>
                    </a:lnTo>
                    <a:lnTo>
                      <a:pt x="194" y="80"/>
                    </a:lnTo>
                    <a:lnTo>
                      <a:pt x="194" y="80"/>
                    </a:lnTo>
                    <a:lnTo>
                      <a:pt x="189" y="78"/>
                    </a:lnTo>
                    <a:lnTo>
                      <a:pt x="172" y="74"/>
                    </a:lnTo>
                    <a:lnTo>
                      <a:pt x="166" y="74"/>
                    </a:lnTo>
                    <a:lnTo>
                      <a:pt x="164" y="74"/>
                    </a:lnTo>
                    <a:lnTo>
                      <a:pt x="161" y="74"/>
                    </a:lnTo>
                    <a:lnTo>
                      <a:pt x="159" y="71"/>
                    </a:lnTo>
                    <a:lnTo>
                      <a:pt x="155" y="69"/>
                    </a:lnTo>
                    <a:lnTo>
                      <a:pt x="153" y="69"/>
                    </a:lnTo>
                    <a:lnTo>
                      <a:pt x="151" y="67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6" y="67"/>
                    </a:lnTo>
                    <a:lnTo>
                      <a:pt x="138" y="67"/>
                    </a:lnTo>
                    <a:lnTo>
                      <a:pt x="133" y="67"/>
                    </a:lnTo>
                    <a:lnTo>
                      <a:pt x="133" y="56"/>
                    </a:lnTo>
                    <a:lnTo>
                      <a:pt x="133" y="56"/>
                    </a:lnTo>
                    <a:lnTo>
                      <a:pt x="133" y="56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1" y="52"/>
                    </a:lnTo>
                    <a:lnTo>
                      <a:pt x="131" y="52"/>
                    </a:lnTo>
                    <a:lnTo>
                      <a:pt x="129" y="50"/>
                    </a:lnTo>
                    <a:lnTo>
                      <a:pt x="129" y="50"/>
                    </a:lnTo>
                    <a:lnTo>
                      <a:pt x="125" y="50"/>
                    </a:lnTo>
                    <a:lnTo>
                      <a:pt x="123" y="50"/>
                    </a:lnTo>
                    <a:lnTo>
                      <a:pt x="123" y="50"/>
                    </a:lnTo>
                    <a:lnTo>
                      <a:pt x="120" y="50"/>
                    </a:lnTo>
                    <a:lnTo>
                      <a:pt x="110" y="58"/>
                    </a:lnTo>
                    <a:lnTo>
                      <a:pt x="110" y="58"/>
                    </a:lnTo>
                    <a:lnTo>
                      <a:pt x="101" y="67"/>
                    </a:lnTo>
                    <a:lnTo>
                      <a:pt x="99" y="67"/>
                    </a:lnTo>
                    <a:lnTo>
                      <a:pt x="99" y="69"/>
                    </a:lnTo>
                    <a:lnTo>
                      <a:pt x="97" y="69"/>
                    </a:lnTo>
                    <a:lnTo>
                      <a:pt x="97" y="71"/>
                    </a:lnTo>
                    <a:lnTo>
                      <a:pt x="97" y="71"/>
                    </a:lnTo>
                    <a:lnTo>
                      <a:pt x="97" y="71"/>
                    </a:lnTo>
                    <a:lnTo>
                      <a:pt x="90" y="76"/>
                    </a:lnTo>
                    <a:lnTo>
                      <a:pt x="77" y="80"/>
                    </a:lnTo>
                    <a:lnTo>
                      <a:pt x="75" y="80"/>
                    </a:lnTo>
                    <a:lnTo>
                      <a:pt x="73" y="80"/>
                    </a:lnTo>
                    <a:lnTo>
                      <a:pt x="69" y="78"/>
                    </a:lnTo>
                    <a:lnTo>
                      <a:pt x="69" y="78"/>
                    </a:lnTo>
                    <a:lnTo>
                      <a:pt x="69" y="78"/>
                    </a:lnTo>
                    <a:lnTo>
                      <a:pt x="67" y="76"/>
                    </a:lnTo>
                    <a:lnTo>
                      <a:pt x="64" y="74"/>
                    </a:lnTo>
                    <a:lnTo>
                      <a:pt x="60" y="67"/>
                    </a:lnTo>
                    <a:lnTo>
                      <a:pt x="54" y="56"/>
                    </a:lnTo>
                    <a:lnTo>
                      <a:pt x="43" y="50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1" y="37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39" y="35"/>
                    </a:lnTo>
                    <a:lnTo>
                      <a:pt x="39" y="33"/>
                    </a:lnTo>
                    <a:lnTo>
                      <a:pt x="39" y="33"/>
                    </a:lnTo>
                    <a:lnTo>
                      <a:pt x="36" y="33"/>
                    </a:lnTo>
                    <a:lnTo>
                      <a:pt x="36" y="33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0" y="39"/>
                    </a:lnTo>
                    <a:lnTo>
                      <a:pt x="28" y="41"/>
                    </a:lnTo>
                    <a:lnTo>
                      <a:pt x="28" y="43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6" y="50"/>
                    </a:lnTo>
                    <a:lnTo>
                      <a:pt x="24" y="54"/>
                    </a:lnTo>
                    <a:lnTo>
                      <a:pt x="24" y="58"/>
                    </a:lnTo>
                    <a:lnTo>
                      <a:pt x="24" y="61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5"/>
                    </a:lnTo>
                    <a:lnTo>
                      <a:pt x="24" y="65"/>
                    </a:lnTo>
                    <a:lnTo>
                      <a:pt x="21" y="67"/>
                    </a:lnTo>
                    <a:lnTo>
                      <a:pt x="19" y="69"/>
                    </a:lnTo>
                    <a:lnTo>
                      <a:pt x="19" y="69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5" y="71"/>
                    </a:lnTo>
                    <a:lnTo>
                      <a:pt x="11" y="80"/>
                    </a:lnTo>
                    <a:lnTo>
                      <a:pt x="11" y="82"/>
                    </a:lnTo>
                    <a:lnTo>
                      <a:pt x="8" y="91"/>
                    </a:lnTo>
                    <a:lnTo>
                      <a:pt x="8" y="9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37" name="Freeform 32">
                <a:extLst>
                  <a:ext uri="{FF2B5EF4-FFF2-40B4-BE49-F238E27FC236}">
                    <a16:creationId xmlns:a16="http://schemas.microsoft.com/office/drawing/2014/main" id="{27C6AB4A-4D1B-A203-1ACD-4E4791AFC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3341" y="3320671"/>
                <a:ext cx="22374" cy="15255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0"/>
                  </a:cxn>
                  <a:cxn ang="0">
                    <a:pos x="20" y="0"/>
                  </a:cxn>
                  <a:cxn ang="0">
                    <a:pos x="22" y="2"/>
                  </a:cxn>
                  <a:cxn ang="0">
                    <a:pos x="22" y="2"/>
                  </a:cxn>
                  <a:cxn ang="0">
                    <a:pos x="22" y="2"/>
                  </a:cxn>
                  <a:cxn ang="0">
                    <a:pos x="22" y="2"/>
                  </a:cxn>
                  <a:cxn ang="0">
                    <a:pos x="18" y="11"/>
                  </a:cxn>
                  <a:cxn ang="0">
                    <a:pos x="16" y="11"/>
                  </a:cxn>
                  <a:cxn ang="0">
                    <a:pos x="16" y="13"/>
                  </a:cxn>
                  <a:cxn ang="0">
                    <a:pos x="16" y="13"/>
                  </a:cxn>
                  <a:cxn ang="0">
                    <a:pos x="13" y="13"/>
                  </a:cxn>
                  <a:cxn ang="0">
                    <a:pos x="11" y="15"/>
                  </a:cxn>
                  <a:cxn ang="0">
                    <a:pos x="9" y="15"/>
                  </a:cxn>
                  <a:cxn ang="0">
                    <a:pos x="5" y="15"/>
                  </a:cxn>
                  <a:cxn ang="0">
                    <a:pos x="3" y="15"/>
                  </a:cxn>
                  <a:cxn ang="0">
                    <a:pos x="3" y="13"/>
                  </a:cxn>
                  <a:cxn ang="0">
                    <a:pos x="3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3" y="13"/>
                  </a:cxn>
                  <a:cxn ang="0">
                    <a:pos x="5" y="11"/>
                  </a:cxn>
                  <a:cxn ang="0">
                    <a:pos x="5" y="9"/>
                  </a:cxn>
                  <a:cxn ang="0">
                    <a:pos x="9" y="9"/>
                  </a:cxn>
                  <a:cxn ang="0">
                    <a:pos x="13" y="7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8" y="0"/>
                  </a:cxn>
                  <a:cxn ang="0">
                    <a:pos x="18" y="0"/>
                  </a:cxn>
                </a:cxnLst>
                <a:rect l="0" t="0" r="r" b="b"/>
                <a:pathLst>
                  <a:path w="22" h="15">
                    <a:moveTo>
                      <a:pt x="18" y="0"/>
                    </a:moveTo>
                    <a:lnTo>
                      <a:pt x="18" y="0"/>
                    </a:lnTo>
                    <a:lnTo>
                      <a:pt x="20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3" y="13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9" y="9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38" name="Freeform 33">
                <a:extLst>
                  <a:ext uri="{FF2B5EF4-FFF2-40B4-BE49-F238E27FC236}">
                    <a16:creationId xmlns:a16="http://schemas.microsoft.com/office/drawing/2014/main" id="{574F7EFE-E62D-8F37-E263-0EB59A309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6718" y="3338977"/>
                <a:ext cx="151534" cy="91531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20" y="13"/>
                  </a:cxn>
                  <a:cxn ang="0">
                    <a:pos x="20" y="13"/>
                  </a:cxn>
                  <a:cxn ang="0">
                    <a:pos x="24" y="13"/>
                  </a:cxn>
                  <a:cxn ang="0">
                    <a:pos x="24" y="13"/>
                  </a:cxn>
                  <a:cxn ang="0">
                    <a:pos x="28" y="8"/>
                  </a:cxn>
                  <a:cxn ang="0">
                    <a:pos x="32" y="4"/>
                  </a:cxn>
                  <a:cxn ang="0">
                    <a:pos x="48" y="2"/>
                  </a:cxn>
                  <a:cxn ang="0">
                    <a:pos x="71" y="0"/>
                  </a:cxn>
                  <a:cxn ang="0">
                    <a:pos x="84" y="0"/>
                  </a:cxn>
                  <a:cxn ang="0">
                    <a:pos x="89" y="0"/>
                  </a:cxn>
                  <a:cxn ang="0">
                    <a:pos x="97" y="2"/>
                  </a:cxn>
                  <a:cxn ang="0">
                    <a:pos x="127" y="15"/>
                  </a:cxn>
                  <a:cxn ang="0">
                    <a:pos x="129" y="17"/>
                  </a:cxn>
                  <a:cxn ang="0">
                    <a:pos x="129" y="19"/>
                  </a:cxn>
                  <a:cxn ang="0">
                    <a:pos x="132" y="23"/>
                  </a:cxn>
                  <a:cxn ang="0">
                    <a:pos x="129" y="25"/>
                  </a:cxn>
                  <a:cxn ang="0">
                    <a:pos x="129" y="25"/>
                  </a:cxn>
                  <a:cxn ang="0">
                    <a:pos x="127" y="23"/>
                  </a:cxn>
                  <a:cxn ang="0">
                    <a:pos x="125" y="23"/>
                  </a:cxn>
                  <a:cxn ang="0">
                    <a:pos x="123" y="23"/>
                  </a:cxn>
                  <a:cxn ang="0">
                    <a:pos x="123" y="25"/>
                  </a:cxn>
                  <a:cxn ang="0">
                    <a:pos x="123" y="28"/>
                  </a:cxn>
                  <a:cxn ang="0">
                    <a:pos x="123" y="32"/>
                  </a:cxn>
                  <a:cxn ang="0">
                    <a:pos x="127" y="36"/>
                  </a:cxn>
                  <a:cxn ang="0">
                    <a:pos x="129" y="36"/>
                  </a:cxn>
                  <a:cxn ang="0">
                    <a:pos x="132" y="36"/>
                  </a:cxn>
                  <a:cxn ang="0">
                    <a:pos x="132" y="34"/>
                  </a:cxn>
                  <a:cxn ang="0">
                    <a:pos x="134" y="32"/>
                  </a:cxn>
                  <a:cxn ang="0">
                    <a:pos x="134" y="32"/>
                  </a:cxn>
                  <a:cxn ang="0">
                    <a:pos x="136" y="32"/>
                  </a:cxn>
                  <a:cxn ang="0">
                    <a:pos x="149" y="36"/>
                  </a:cxn>
                  <a:cxn ang="0">
                    <a:pos x="147" y="62"/>
                  </a:cxn>
                  <a:cxn ang="0">
                    <a:pos x="145" y="69"/>
                  </a:cxn>
                  <a:cxn ang="0">
                    <a:pos x="142" y="71"/>
                  </a:cxn>
                  <a:cxn ang="0">
                    <a:pos x="140" y="71"/>
                  </a:cxn>
                  <a:cxn ang="0">
                    <a:pos x="138" y="71"/>
                  </a:cxn>
                  <a:cxn ang="0">
                    <a:pos x="136" y="69"/>
                  </a:cxn>
                  <a:cxn ang="0">
                    <a:pos x="134" y="69"/>
                  </a:cxn>
                  <a:cxn ang="0">
                    <a:pos x="129" y="71"/>
                  </a:cxn>
                  <a:cxn ang="0">
                    <a:pos x="117" y="77"/>
                  </a:cxn>
                  <a:cxn ang="0">
                    <a:pos x="84" y="90"/>
                  </a:cxn>
                  <a:cxn ang="0">
                    <a:pos x="80" y="90"/>
                  </a:cxn>
                  <a:cxn ang="0">
                    <a:pos x="58" y="84"/>
                  </a:cxn>
                  <a:cxn ang="0">
                    <a:pos x="28" y="64"/>
                  </a:cxn>
                  <a:cxn ang="0">
                    <a:pos x="4" y="43"/>
                  </a:cxn>
                  <a:cxn ang="0">
                    <a:pos x="0" y="34"/>
                  </a:cxn>
                  <a:cxn ang="0">
                    <a:pos x="0" y="15"/>
                  </a:cxn>
                  <a:cxn ang="0">
                    <a:pos x="0" y="10"/>
                  </a:cxn>
                  <a:cxn ang="0">
                    <a:pos x="2" y="10"/>
                  </a:cxn>
                  <a:cxn ang="0">
                    <a:pos x="7" y="6"/>
                  </a:cxn>
                  <a:cxn ang="0">
                    <a:pos x="11" y="4"/>
                  </a:cxn>
                  <a:cxn ang="0">
                    <a:pos x="13" y="4"/>
                  </a:cxn>
                  <a:cxn ang="0">
                    <a:pos x="13" y="6"/>
                  </a:cxn>
                  <a:cxn ang="0">
                    <a:pos x="13" y="6"/>
                  </a:cxn>
                </a:cxnLst>
                <a:rect l="0" t="0" r="r" b="b"/>
                <a:pathLst>
                  <a:path w="149" h="90">
                    <a:moveTo>
                      <a:pt x="13" y="6"/>
                    </a:moveTo>
                    <a:lnTo>
                      <a:pt x="15" y="8"/>
                    </a:lnTo>
                    <a:lnTo>
                      <a:pt x="17" y="10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71" y="0"/>
                    </a:lnTo>
                    <a:lnTo>
                      <a:pt x="76" y="0"/>
                    </a:lnTo>
                    <a:lnTo>
                      <a:pt x="84" y="0"/>
                    </a:lnTo>
                    <a:lnTo>
                      <a:pt x="86" y="0"/>
                    </a:lnTo>
                    <a:lnTo>
                      <a:pt x="89" y="0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117" y="8"/>
                    </a:lnTo>
                    <a:lnTo>
                      <a:pt x="127" y="15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29" y="19"/>
                    </a:lnTo>
                    <a:lnTo>
                      <a:pt x="132" y="23"/>
                    </a:lnTo>
                    <a:lnTo>
                      <a:pt x="132" y="23"/>
                    </a:lnTo>
                    <a:lnTo>
                      <a:pt x="132" y="25"/>
                    </a:lnTo>
                    <a:lnTo>
                      <a:pt x="129" y="25"/>
                    </a:lnTo>
                    <a:lnTo>
                      <a:pt x="129" y="25"/>
                    </a:lnTo>
                    <a:lnTo>
                      <a:pt x="129" y="25"/>
                    </a:lnTo>
                    <a:lnTo>
                      <a:pt x="127" y="23"/>
                    </a:lnTo>
                    <a:lnTo>
                      <a:pt x="127" y="23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3" y="32"/>
                    </a:lnTo>
                    <a:lnTo>
                      <a:pt x="123" y="32"/>
                    </a:lnTo>
                    <a:lnTo>
                      <a:pt x="127" y="36"/>
                    </a:lnTo>
                    <a:lnTo>
                      <a:pt x="129" y="36"/>
                    </a:lnTo>
                    <a:lnTo>
                      <a:pt x="129" y="36"/>
                    </a:lnTo>
                    <a:lnTo>
                      <a:pt x="129" y="36"/>
                    </a:lnTo>
                    <a:lnTo>
                      <a:pt x="132" y="36"/>
                    </a:lnTo>
                    <a:lnTo>
                      <a:pt x="132" y="36"/>
                    </a:lnTo>
                    <a:lnTo>
                      <a:pt x="132" y="34"/>
                    </a:lnTo>
                    <a:lnTo>
                      <a:pt x="132" y="34"/>
                    </a:lnTo>
                    <a:lnTo>
                      <a:pt x="134" y="32"/>
                    </a:lnTo>
                    <a:lnTo>
                      <a:pt x="134" y="32"/>
                    </a:lnTo>
                    <a:lnTo>
                      <a:pt x="134" y="32"/>
                    </a:lnTo>
                    <a:lnTo>
                      <a:pt x="134" y="32"/>
                    </a:lnTo>
                    <a:lnTo>
                      <a:pt x="136" y="32"/>
                    </a:lnTo>
                    <a:lnTo>
                      <a:pt x="147" y="36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7" y="62"/>
                    </a:lnTo>
                    <a:lnTo>
                      <a:pt x="145" y="64"/>
                    </a:lnTo>
                    <a:lnTo>
                      <a:pt x="145" y="69"/>
                    </a:lnTo>
                    <a:lnTo>
                      <a:pt x="142" y="69"/>
                    </a:lnTo>
                    <a:lnTo>
                      <a:pt x="142" y="71"/>
                    </a:lnTo>
                    <a:lnTo>
                      <a:pt x="142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6" y="69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29" y="71"/>
                    </a:lnTo>
                    <a:lnTo>
                      <a:pt x="129" y="71"/>
                    </a:lnTo>
                    <a:lnTo>
                      <a:pt x="119" y="75"/>
                    </a:lnTo>
                    <a:lnTo>
                      <a:pt x="117" y="77"/>
                    </a:lnTo>
                    <a:lnTo>
                      <a:pt x="101" y="84"/>
                    </a:lnTo>
                    <a:lnTo>
                      <a:pt x="84" y="90"/>
                    </a:lnTo>
                    <a:lnTo>
                      <a:pt x="82" y="90"/>
                    </a:lnTo>
                    <a:lnTo>
                      <a:pt x="80" y="90"/>
                    </a:lnTo>
                    <a:lnTo>
                      <a:pt x="80" y="90"/>
                    </a:lnTo>
                    <a:lnTo>
                      <a:pt x="58" y="84"/>
                    </a:lnTo>
                    <a:lnTo>
                      <a:pt x="43" y="75"/>
                    </a:lnTo>
                    <a:lnTo>
                      <a:pt x="28" y="64"/>
                    </a:lnTo>
                    <a:lnTo>
                      <a:pt x="7" y="45"/>
                    </a:lnTo>
                    <a:lnTo>
                      <a:pt x="4" y="43"/>
                    </a:lnTo>
                    <a:lnTo>
                      <a:pt x="2" y="43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7" y="6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39" name="Freeform 34">
                <a:extLst>
                  <a:ext uri="{FF2B5EF4-FFF2-40B4-BE49-F238E27FC236}">
                    <a16:creationId xmlns:a16="http://schemas.microsoft.com/office/drawing/2014/main" id="{D1A3A3B2-8B7B-100A-F899-765EEDC10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1984" y="3349147"/>
                <a:ext cx="19323" cy="13221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1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9" y="3"/>
                  </a:cxn>
                  <a:cxn ang="0">
                    <a:pos x="19" y="3"/>
                  </a:cxn>
                  <a:cxn ang="0">
                    <a:pos x="19" y="5"/>
                  </a:cxn>
                  <a:cxn ang="0">
                    <a:pos x="19" y="7"/>
                  </a:cxn>
                  <a:cxn ang="0">
                    <a:pos x="19" y="11"/>
                  </a:cxn>
                  <a:cxn ang="0">
                    <a:pos x="19" y="11"/>
                  </a:cxn>
                  <a:cxn ang="0">
                    <a:pos x="19" y="11"/>
                  </a:cxn>
                  <a:cxn ang="0">
                    <a:pos x="17" y="11"/>
                  </a:cxn>
                  <a:cxn ang="0">
                    <a:pos x="17" y="11"/>
                  </a:cxn>
                  <a:cxn ang="0">
                    <a:pos x="9" y="13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2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2" y="7"/>
                  </a:cxn>
                  <a:cxn ang="0">
                    <a:pos x="4" y="7"/>
                  </a:cxn>
                  <a:cxn ang="0">
                    <a:pos x="9" y="3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19" h="13">
                    <a:moveTo>
                      <a:pt x="9" y="0"/>
                    </a:moveTo>
                    <a:lnTo>
                      <a:pt x="11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9" y="13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40" name="Freeform 35">
                <a:extLst>
                  <a:ext uri="{FF2B5EF4-FFF2-40B4-BE49-F238E27FC236}">
                    <a16:creationId xmlns:a16="http://schemas.microsoft.com/office/drawing/2014/main" id="{A6179CE0-900F-17F5-8D62-AF3E4D8D7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4695" y="3362368"/>
                <a:ext cx="19323" cy="13221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7" y="7"/>
                  </a:cxn>
                  <a:cxn ang="0">
                    <a:pos x="19" y="11"/>
                  </a:cxn>
                  <a:cxn ang="0">
                    <a:pos x="19" y="11"/>
                  </a:cxn>
                  <a:cxn ang="0">
                    <a:pos x="19" y="11"/>
                  </a:cxn>
                  <a:cxn ang="0">
                    <a:pos x="17" y="13"/>
                  </a:cxn>
                  <a:cxn ang="0">
                    <a:pos x="15" y="13"/>
                  </a:cxn>
                  <a:cxn ang="0">
                    <a:pos x="15" y="13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2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8" y="0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10" y="0"/>
                  </a:cxn>
                </a:cxnLst>
                <a:rect l="0" t="0" r="r" b="b"/>
                <a:pathLst>
                  <a:path w="19" h="13">
                    <a:moveTo>
                      <a:pt x="10" y="0"/>
                    </a:moveTo>
                    <a:lnTo>
                      <a:pt x="17" y="7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7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41" name="Freeform 36">
                <a:extLst>
                  <a:ext uri="{FF2B5EF4-FFF2-40B4-BE49-F238E27FC236}">
                    <a16:creationId xmlns:a16="http://schemas.microsoft.com/office/drawing/2014/main" id="{302564A1-C301-BB44-E112-3AF2B5775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3855" y="3390844"/>
                <a:ext cx="19323" cy="1525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8" y="3"/>
                  </a:cxn>
                  <a:cxn ang="0">
                    <a:pos x="8" y="3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5" y="3"/>
                  </a:cxn>
                  <a:cxn ang="0">
                    <a:pos x="15" y="3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9" y="0"/>
                  </a:cxn>
                  <a:cxn ang="0">
                    <a:pos x="19" y="3"/>
                  </a:cxn>
                  <a:cxn ang="0">
                    <a:pos x="19" y="7"/>
                  </a:cxn>
                  <a:cxn ang="0">
                    <a:pos x="19" y="11"/>
                  </a:cxn>
                  <a:cxn ang="0">
                    <a:pos x="19" y="13"/>
                  </a:cxn>
                  <a:cxn ang="0">
                    <a:pos x="19" y="13"/>
                  </a:cxn>
                  <a:cxn ang="0">
                    <a:pos x="19" y="13"/>
                  </a:cxn>
                  <a:cxn ang="0">
                    <a:pos x="11" y="15"/>
                  </a:cxn>
                  <a:cxn ang="0">
                    <a:pos x="8" y="15"/>
                  </a:cxn>
                  <a:cxn ang="0">
                    <a:pos x="8" y="15"/>
                  </a:cxn>
                  <a:cxn ang="0">
                    <a:pos x="8" y="15"/>
                  </a:cxn>
                  <a:cxn ang="0">
                    <a:pos x="8" y="15"/>
                  </a:cxn>
                  <a:cxn ang="0">
                    <a:pos x="6" y="13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</a:cxnLst>
                <a:rect l="0" t="0" r="r" b="b"/>
                <a:pathLst>
                  <a:path w="19" h="15">
                    <a:moveTo>
                      <a:pt x="2" y="0"/>
                    </a:moveTo>
                    <a:lnTo>
                      <a:pt x="8" y="3"/>
                    </a:lnTo>
                    <a:lnTo>
                      <a:pt x="8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9" y="3"/>
                    </a:lnTo>
                    <a:lnTo>
                      <a:pt x="19" y="7"/>
                    </a:lnTo>
                    <a:lnTo>
                      <a:pt x="19" y="11"/>
                    </a:lnTo>
                    <a:lnTo>
                      <a:pt x="19" y="13"/>
                    </a:lnTo>
                    <a:lnTo>
                      <a:pt x="19" y="13"/>
                    </a:lnTo>
                    <a:lnTo>
                      <a:pt x="19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6" y="13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42" name="Freeform 37">
                <a:extLst>
                  <a:ext uri="{FF2B5EF4-FFF2-40B4-BE49-F238E27FC236}">
                    <a16:creationId xmlns:a16="http://schemas.microsoft.com/office/drawing/2014/main" id="{75E6C485-280E-8D9D-5004-31BBF0BC0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6562" y="3390844"/>
                <a:ext cx="50850" cy="33562"/>
              </a:xfrm>
              <a:custGeom>
                <a:avLst/>
                <a:gdLst/>
                <a:ahLst/>
                <a:cxnLst>
                  <a:cxn ang="0">
                    <a:pos x="13" y="11"/>
                  </a:cxn>
                  <a:cxn ang="0">
                    <a:pos x="20" y="11"/>
                  </a:cxn>
                  <a:cxn ang="0">
                    <a:pos x="33" y="7"/>
                  </a:cxn>
                  <a:cxn ang="0">
                    <a:pos x="33" y="7"/>
                  </a:cxn>
                  <a:cxn ang="0">
                    <a:pos x="35" y="7"/>
                  </a:cxn>
                  <a:cxn ang="0">
                    <a:pos x="37" y="5"/>
                  </a:cxn>
                  <a:cxn ang="0">
                    <a:pos x="37" y="5"/>
                  </a:cxn>
                  <a:cxn ang="0">
                    <a:pos x="37" y="3"/>
                  </a:cxn>
                  <a:cxn ang="0">
                    <a:pos x="41" y="3"/>
                  </a:cxn>
                  <a:cxn ang="0">
                    <a:pos x="44" y="3"/>
                  </a:cxn>
                  <a:cxn ang="0">
                    <a:pos x="46" y="0"/>
                  </a:cxn>
                  <a:cxn ang="0">
                    <a:pos x="50" y="3"/>
                  </a:cxn>
                  <a:cxn ang="0">
                    <a:pos x="50" y="3"/>
                  </a:cxn>
                  <a:cxn ang="0">
                    <a:pos x="50" y="3"/>
                  </a:cxn>
                  <a:cxn ang="0">
                    <a:pos x="50" y="5"/>
                  </a:cxn>
                  <a:cxn ang="0">
                    <a:pos x="50" y="5"/>
                  </a:cxn>
                  <a:cxn ang="0">
                    <a:pos x="50" y="13"/>
                  </a:cxn>
                  <a:cxn ang="0">
                    <a:pos x="50" y="15"/>
                  </a:cxn>
                  <a:cxn ang="0">
                    <a:pos x="44" y="22"/>
                  </a:cxn>
                  <a:cxn ang="0">
                    <a:pos x="37" y="28"/>
                  </a:cxn>
                  <a:cxn ang="0">
                    <a:pos x="26" y="33"/>
                  </a:cxn>
                  <a:cxn ang="0">
                    <a:pos x="24" y="33"/>
                  </a:cxn>
                  <a:cxn ang="0">
                    <a:pos x="22" y="33"/>
                  </a:cxn>
                  <a:cxn ang="0">
                    <a:pos x="22" y="33"/>
                  </a:cxn>
                  <a:cxn ang="0">
                    <a:pos x="22" y="33"/>
                  </a:cxn>
                  <a:cxn ang="0">
                    <a:pos x="22" y="33"/>
                  </a:cxn>
                  <a:cxn ang="0">
                    <a:pos x="26" y="28"/>
                  </a:cxn>
                  <a:cxn ang="0">
                    <a:pos x="33" y="22"/>
                  </a:cxn>
                  <a:cxn ang="0">
                    <a:pos x="35" y="20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33" y="18"/>
                  </a:cxn>
                  <a:cxn ang="0">
                    <a:pos x="33" y="18"/>
                  </a:cxn>
                  <a:cxn ang="0">
                    <a:pos x="20" y="26"/>
                  </a:cxn>
                  <a:cxn ang="0">
                    <a:pos x="9" y="33"/>
                  </a:cxn>
                  <a:cxn ang="0">
                    <a:pos x="9" y="33"/>
                  </a:cxn>
                  <a:cxn ang="0">
                    <a:pos x="7" y="33"/>
                  </a:cxn>
                  <a:cxn ang="0">
                    <a:pos x="5" y="33"/>
                  </a:cxn>
                  <a:cxn ang="0">
                    <a:pos x="5" y="33"/>
                  </a:cxn>
                  <a:cxn ang="0">
                    <a:pos x="5" y="33"/>
                  </a:cxn>
                  <a:cxn ang="0">
                    <a:pos x="3" y="33"/>
                  </a:cxn>
                  <a:cxn ang="0">
                    <a:pos x="0" y="31"/>
                  </a:cxn>
                  <a:cxn ang="0">
                    <a:pos x="0" y="31"/>
                  </a:cxn>
                  <a:cxn ang="0">
                    <a:pos x="0" y="28"/>
                  </a:cxn>
                  <a:cxn ang="0">
                    <a:pos x="0" y="28"/>
                  </a:cxn>
                  <a:cxn ang="0">
                    <a:pos x="0" y="24"/>
                  </a:cxn>
                  <a:cxn ang="0">
                    <a:pos x="0" y="22"/>
                  </a:cxn>
                  <a:cxn ang="0">
                    <a:pos x="0" y="22"/>
                  </a:cxn>
                  <a:cxn ang="0">
                    <a:pos x="3" y="20"/>
                  </a:cxn>
                  <a:cxn ang="0">
                    <a:pos x="5" y="18"/>
                  </a:cxn>
                  <a:cxn ang="0">
                    <a:pos x="5" y="15"/>
                  </a:cxn>
                  <a:cxn ang="0">
                    <a:pos x="7" y="15"/>
                  </a:cxn>
                  <a:cxn ang="0">
                    <a:pos x="11" y="13"/>
                  </a:cxn>
                  <a:cxn ang="0">
                    <a:pos x="13" y="11"/>
                  </a:cxn>
                  <a:cxn ang="0">
                    <a:pos x="13" y="11"/>
                  </a:cxn>
                  <a:cxn ang="0">
                    <a:pos x="13" y="11"/>
                  </a:cxn>
                </a:cxnLst>
                <a:rect l="0" t="0" r="r" b="b"/>
                <a:pathLst>
                  <a:path w="50" h="33">
                    <a:moveTo>
                      <a:pt x="13" y="11"/>
                    </a:moveTo>
                    <a:lnTo>
                      <a:pt x="20" y="11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5" y="7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3"/>
                    </a:lnTo>
                    <a:lnTo>
                      <a:pt x="41" y="3"/>
                    </a:lnTo>
                    <a:lnTo>
                      <a:pt x="44" y="3"/>
                    </a:lnTo>
                    <a:lnTo>
                      <a:pt x="46" y="0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50" y="5"/>
                    </a:lnTo>
                    <a:lnTo>
                      <a:pt x="50" y="5"/>
                    </a:lnTo>
                    <a:lnTo>
                      <a:pt x="50" y="13"/>
                    </a:lnTo>
                    <a:lnTo>
                      <a:pt x="50" y="15"/>
                    </a:lnTo>
                    <a:lnTo>
                      <a:pt x="44" y="22"/>
                    </a:lnTo>
                    <a:lnTo>
                      <a:pt x="37" y="28"/>
                    </a:lnTo>
                    <a:lnTo>
                      <a:pt x="26" y="33"/>
                    </a:lnTo>
                    <a:lnTo>
                      <a:pt x="24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6" y="28"/>
                    </a:lnTo>
                    <a:lnTo>
                      <a:pt x="33" y="22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3" y="18"/>
                    </a:lnTo>
                    <a:lnTo>
                      <a:pt x="20" y="26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3" y="33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3" y="20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11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43" name="Freeform 38">
                <a:extLst>
                  <a:ext uri="{FF2B5EF4-FFF2-40B4-BE49-F238E27FC236}">
                    <a16:creationId xmlns:a16="http://schemas.microsoft.com/office/drawing/2014/main" id="{2200B449-922C-8AD9-A7D9-6D96A120E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1480" y="3393896"/>
                <a:ext cx="22374" cy="15255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20" y="2"/>
                  </a:cxn>
                  <a:cxn ang="0">
                    <a:pos x="22" y="6"/>
                  </a:cxn>
                  <a:cxn ang="0">
                    <a:pos x="22" y="6"/>
                  </a:cxn>
                  <a:cxn ang="0">
                    <a:pos x="22" y="6"/>
                  </a:cxn>
                  <a:cxn ang="0">
                    <a:pos x="22" y="8"/>
                  </a:cxn>
                  <a:cxn ang="0">
                    <a:pos x="22" y="8"/>
                  </a:cxn>
                  <a:cxn ang="0">
                    <a:pos x="22" y="10"/>
                  </a:cxn>
                  <a:cxn ang="0">
                    <a:pos x="18" y="10"/>
                  </a:cxn>
                  <a:cxn ang="0">
                    <a:pos x="5" y="15"/>
                  </a:cxn>
                  <a:cxn ang="0">
                    <a:pos x="2" y="15"/>
                  </a:cxn>
                  <a:cxn ang="0">
                    <a:pos x="2" y="15"/>
                  </a:cxn>
                  <a:cxn ang="0">
                    <a:pos x="0" y="12"/>
                  </a:cxn>
                  <a:cxn ang="0">
                    <a:pos x="2" y="1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22" h="15">
                    <a:moveTo>
                      <a:pt x="9" y="0"/>
                    </a:moveTo>
                    <a:lnTo>
                      <a:pt x="11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10"/>
                    </a:lnTo>
                    <a:lnTo>
                      <a:pt x="18" y="10"/>
                    </a:lnTo>
                    <a:lnTo>
                      <a:pt x="5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</p:grpSp>
        <p:grpSp>
          <p:nvGrpSpPr>
            <p:cNvPr id="19" name="Group 351">
              <a:extLst>
                <a:ext uri="{FF2B5EF4-FFF2-40B4-BE49-F238E27FC236}">
                  <a16:creationId xmlns:a16="http://schemas.microsoft.com/office/drawing/2014/main" id="{A81B2DF4-D03E-6F87-EBDA-DA7B99A487FC}"/>
                </a:ext>
              </a:extLst>
            </p:cNvPr>
            <p:cNvGrpSpPr/>
            <p:nvPr/>
          </p:nvGrpSpPr>
          <p:grpSpPr>
            <a:xfrm>
              <a:off x="7188242" y="3606450"/>
              <a:ext cx="1100403" cy="371208"/>
              <a:chOff x="7188242" y="3606450"/>
              <a:chExt cx="1100403" cy="371208"/>
            </a:xfrm>
            <a:grpFill/>
          </p:grpSpPr>
          <p:sp>
            <p:nvSpPr>
              <p:cNvPr id="70" name="Freeform 39">
                <a:extLst>
                  <a:ext uri="{FF2B5EF4-FFF2-40B4-BE49-F238E27FC236}">
                    <a16:creationId xmlns:a16="http://schemas.microsoft.com/office/drawing/2014/main" id="{4FCEC2CF-BE2D-C992-C38E-3FD02CA88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0495" y="3606450"/>
                <a:ext cx="41698" cy="85429"/>
              </a:xfrm>
              <a:custGeom>
                <a:avLst/>
                <a:gdLst/>
                <a:ahLst/>
                <a:cxnLst>
                  <a:cxn ang="0">
                    <a:pos x="41" y="2"/>
                  </a:cxn>
                  <a:cxn ang="0">
                    <a:pos x="41" y="4"/>
                  </a:cxn>
                  <a:cxn ang="0">
                    <a:pos x="41" y="4"/>
                  </a:cxn>
                  <a:cxn ang="0">
                    <a:pos x="41" y="6"/>
                  </a:cxn>
                  <a:cxn ang="0">
                    <a:pos x="41" y="6"/>
                  </a:cxn>
                  <a:cxn ang="0">
                    <a:pos x="41" y="9"/>
                  </a:cxn>
                  <a:cxn ang="0">
                    <a:pos x="35" y="30"/>
                  </a:cxn>
                  <a:cxn ang="0">
                    <a:pos x="33" y="37"/>
                  </a:cxn>
                  <a:cxn ang="0">
                    <a:pos x="33" y="37"/>
                  </a:cxn>
                  <a:cxn ang="0">
                    <a:pos x="31" y="39"/>
                  </a:cxn>
                  <a:cxn ang="0">
                    <a:pos x="28" y="41"/>
                  </a:cxn>
                  <a:cxn ang="0">
                    <a:pos x="28" y="41"/>
                  </a:cxn>
                  <a:cxn ang="0">
                    <a:pos x="24" y="43"/>
                  </a:cxn>
                  <a:cxn ang="0">
                    <a:pos x="24" y="43"/>
                  </a:cxn>
                  <a:cxn ang="0">
                    <a:pos x="22" y="43"/>
                  </a:cxn>
                  <a:cxn ang="0">
                    <a:pos x="20" y="48"/>
                  </a:cxn>
                  <a:cxn ang="0">
                    <a:pos x="20" y="48"/>
                  </a:cxn>
                  <a:cxn ang="0">
                    <a:pos x="15" y="56"/>
                  </a:cxn>
                  <a:cxn ang="0">
                    <a:pos x="13" y="56"/>
                  </a:cxn>
                  <a:cxn ang="0">
                    <a:pos x="13" y="60"/>
                  </a:cxn>
                  <a:cxn ang="0">
                    <a:pos x="13" y="63"/>
                  </a:cxn>
                  <a:cxn ang="0">
                    <a:pos x="13" y="63"/>
                  </a:cxn>
                  <a:cxn ang="0">
                    <a:pos x="13" y="65"/>
                  </a:cxn>
                  <a:cxn ang="0">
                    <a:pos x="13" y="65"/>
                  </a:cxn>
                  <a:cxn ang="0">
                    <a:pos x="13" y="67"/>
                  </a:cxn>
                  <a:cxn ang="0">
                    <a:pos x="13" y="69"/>
                  </a:cxn>
                  <a:cxn ang="0">
                    <a:pos x="13" y="69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2"/>
                  </a:cxn>
                  <a:cxn ang="0">
                    <a:pos x="5" y="71"/>
                  </a:cxn>
                  <a:cxn ang="0">
                    <a:pos x="5" y="65"/>
                  </a:cxn>
                  <a:cxn ang="0">
                    <a:pos x="11" y="48"/>
                  </a:cxn>
                  <a:cxn ang="0">
                    <a:pos x="11" y="48"/>
                  </a:cxn>
                  <a:cxn ang="0">
                    <a:pos x="13" y="43"/>
                  </a:cxn>
                  <a:cxn ang="0">
                    <a:pos x="15" y="43"/>
                  </a:cxn>
                  <a:cxn ang="0">
                    <a:pos x="15" y="43"/>
                  </a:cxn>
                  <a:cxn ang="0">
                    <a:pos x="15" y="41"/>
                  </a:cxn>
                  <a:cxn ang="0">
                    <a:pos x="18" y="41"/>
                  </a:cxn>
                  <a:cxn ang="0">
                    <a:pos x="22" y="32"/>
                  </a:cxn>
                  <a:cxn ang="0">
                    <a:pos x="22" y="30"/>
                  </a:cxn>
                  <a:cxn ang="0">
                    <a:pos x="33" y="4"/>
                  </a:cxn>
                  <a:cxn ang="0">
                    <a:pos x="33" y="2"/>
                  </a:cxn>
                  <a:cxn ang="0">
                    <a:pos x="33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7" y="0"/>
                  </a:cxn>
                  <a:cxn ang="0">
                    <a:pos x="39" y="0"/>
                  </a:cxn>
                  <a:cxn ang="0">
                    <a:pos x="39" y="2"/>
                  </a:cxn>
                  <a:cxn ang="0">
                    <a:pos x="41" y="2"/>
                  </a:cxn>
                  <a:cxn ang="0">
                    <a:pos x="41" y="2"/>
                  </a:cxn>
                </a:cxnLst>
                <a:rect l="0" t="0" r="r" b="b"/>
                <a:pathLst>
                  <a:path w="41" h="84">
                    <a:moveTo>
                      <a:pt x="41" y="2"/>
                    </a:moveTo>
                    <a:lnTo>
                      <a:pt x="41" y="4"/>
                    </a:lnTo>
                    <a:lnTo>
                      <a:pt x="41" y="4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1" y="9"/>
                    </a:lnTo>
                    <a:lnTo>
                      <a:pt x="35" y="30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1" y="39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4" y="43"/>
                    </a:lnTo>
                    <a:lnTo>
                      <a:pt x="24" y="43"/>
                    </a:lnTo>
                    <a:lnTo>
                      <a:pt x="22" y="43"/>
                    </a:lnTo>
                    <a:lnTo>
                      <a:pt x="20" y="48"/>
                    </a:lnTo>
                    <a:lnTo>
                      <a:pt x="20" y="48"/>
                    </a:lnTo>
                    <a:lnTo>
                      <a:pt x="15" y="56"/>
                    </a:lnTo>
                    <a:lnTo>
                      <a:pt x="13" y="56"/>
                    </a:lnTo>
                    <a:lnTo>
                      <a:pt x="13" y="60"/>
                    </a:lnTo>
                    <a:lnTo>
                      <a:pt x="13" y="63"/>
                    </a:lnTo>
                    <a:lnTo>
                      <a:pt x="13" y="63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5" y="71"/>
                    </a:lnTo>
                    <a:lnTo>
                      <a:pt x="5" y="65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3" y="43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5" y="41"/>
                    </a:lnTo>
                    <a:lnTo>
                      <a:pt x="18" y="41"/>
                    </a:lnTo>
                    <a:lnTo>
                      <a:pt x="22" y="32"/>
                    </a:lnTo>
                    <a:lnTo>
                      <a:pt x="22" y="30"/>
                    </a:lnTo>
                    <a:lnTo>
                      <a:pt x="33" y="4"/>
                    </a:lnTo>
                    <a:lnTo>
                      <a:pt x="33" y="2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39" y="0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71" name="Freeform 40">
                <a:extLst>
                  <a:ext uri="{FF2B5EF4-FFF2-40B4-BE49-F238E27FC236}">
                    <a16:creationId xmlns:a16="http://schemas.microsoft.com/office/drawing/2014/main" id="{91E24A18-A49A-3F42-7EF5-62A6815A3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5250" y="3623739"/>
                <a:ext cx="68140" cy="73225"/>
              </a:xfrm>
              <a:custGeom>
                <a:avLst/>
                <a:gdLst/>
                <a:ahLst/>
                <a:cxnLst>
                  <a:cxn ang="0">
                    <a:pos x="43" y="0"/>
                  </a:cxn>
                  <a:cxn ang="0">
                    <a:pos x="45" y="0"/>
                  </a:cxn>
                  <a:cxn ang="0">
                    <a:pos x="52" y="2"/>
                  </a:cxn>
                  <a:cxn ang="0">
                    <a:pos x="58" y="11"/>
                  </a:cxn>
                  <a:cxn ang="0">
                    <a:pos x="62" y="37"/>
                  </a:cxn>
                  <a:cxn ang="0">
                    <a:pos x="65" y="52"/>
                  </a:cxn>
                  <a:cxn ang="0">
                    <a:pos x="67" y="54"/>
                  </a:cxn>
                  <a:cxn ang="0">
                    <a:pos x="62" y="65"/>
                  </a:cxn>
                  <a:cxn ang="0">
                    <a:pos x="60" y="65"/>
                  </a:cxn>
                  <a:cxn ang="0">
                    <a:pos x="56" y="63"/>
                  </a:cxn>
                  <a:cxn ang="0">
                    <a:pos x="56" y="63"/>
                  </a:cxn>
                  <a:cxn ang="0">
                    <a:pos x="54" y="61"/>
                  </a:cxn>
                  <a:cxn ang="0">
                    <a:pos x="54" y="59"/>
                  </a:cxn>
                  <a:cxn ang="0">
                    <a:pos x="50" y="61"/>
                  </a:cxn>
                  <a:cxn ang="0">
                    <a:pos x="37" y="63"/>
                  </a:cxn>
                  <a:cxn ang="0">
                    <a:pos x="32" y="65"/>
                  </a:cxn>
                  <a:cxn ang="0">
                    <a:pos x="28" y="67"/>
                  </a:cxn>
                  <a:cxn ang="0">
                    <a:pos x="24" y="69"/>
                  </a:cxn>
                  <a:cxn ang="0">
                    <a:pos x="17" y="72"/>
                  </a:cxn>
                  <a:cxn ang="0">
                    <a:pos x="13" y="72"/>
                  </a:cxn>
                  <a:cxn ang="0">
                    <a:pos x="11" y="69"/>
                  </a:cxn>
                  <a:cxn ang="0">
                    <a:pos x="11" y="56"/>
                  </a:cxn>
                  <a:cxn ang="0">
                    <a:pos x="19" y="50"/>
                  </a:cxn>
                  <a:cxn ang="0">
                    <a:pos x="22" y="46"/>
                  </a:cxn>
                  <a:cxn ang="0">
                    <a:pos x="19" y="43"/>
                  </a:cxn>
                  <a:cxn ang="0">
                    <a:pos x="9" y="39"/>
                  </a:cxn>
                  <a:cxn ang="0">
                    <a:pos x="6" y="41"/>
                  </a:cxn>
                  <a:cxn ang="0">
                    <a:pos x="6" y="39"/>
                  </a:cxn>
                  <a:cxn ang="0">
                    <a:pos x="0" y="37"/>
                  </a:cxn>
                  <a:cxn ang="0">
                    <a:pos x="0" y="35"/>
                  </a:cxn>
                  <a:cxn ang="0">
                    <a:pos x="0" y="33"/>
                  </a:cxn>
                  <a:cxn ang="0">
                    <a:pos x="2" y="31"/>
                  </a:cxn>
                  <a:cxn ang="0">
                    <a:pos x="4" y="31"/>
                  </a:cxn>
                  <a:cxn ang="0">
                    <a:pos x="4" y="28"/>
                  </a:cxn>
                  <a:cxn ang="0">
                    <a:pos x="9" y="31"/>
                  </a:cxn>
                  <a:cxn ang="0">
                    <a:pos x="13" y="33"/>
                  </a:cxn>
                  <a:cxn ang="0">
                    <a:pos x="24" y="24"/>
                  </a:cxn>
                  <a:cxn ang="0">
                    <a:pos x="34" y="0"/>
                  </a:cxn>
                  <a:cxn ang="0">
                    <a:pos x="34" y="0"/>
                  </a:cxn>
                  <a:cxn ang="0">
                    <a:pos x="37" y="0"/>
                  </a:cxn>
                  <a:cxn ang="0">
                    <a:pos x="37" y="0"/>
                  </a:cxn>
                </a:cxnLst>
                <a:rect l="0" t="0" r="r" b="b"/>
                <a:pathLst>
                  <a:path w="67" h="72">
                    <a:moveTo>
                      <a:pt x="37" y="0"/>
                    </a:moveTo>
                    <a:lnTo>
                      <a:pt x="43" y="0"/>
                    </a:lnTo>
                    <a:lnTo>
                      <a:pt x="43" y="0"/>
                    </a:lnTo>
                    <a:lnTo>
                      <a:pt x="45" y="0"/>
                    </a:lnTo>
                    <a:lnTo>
                      <a:pt x="50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8" y="11"/>
                    </a:lnTo>
                    <a:lnTo>
                      <a:pt x="56" y="20"/>
                    </a:lnTo>
                    <a:lnTo>
                      <a:pt x="62" y="37"/>
                    </a:lnTo>
                    <a:lnTo>
                      <a:pt x="62" y="50"/>
                    </a:lnTo>
                    <a:lnTo>
                      <a:pt x="65" y="52"/>
                    </a:lnTo>
                    <a:lnTo>
                      <a:pt x="67" y="54"/>
                    </a:lnTo>
                    <a:lnTo>
                      <a:pt x="67" y="54"/>
                    </a:lnTo>
                    <a:lnTo>
                      <a:pt x="67" y="56"/>
                    </a:lnTo>
                    <a:lnTo>
                      <a:pt x="62" y="65"/>
                    </a:lnTo>
                    <a:lnTo>
                      <a:pt x="62" y="65"/>
                    </a:lnTo>
                    <a:lnTo>
                      <a:pt x="60" y="65"/>
                    </a:lnTo>
                    <a:lnTo>
                      <a:pt x="60" y="65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4" y="61"/>
                    </a:lnTo>
                    <a:lnTo>
                      <a:pt x="54" y="61"/>
                    </a:lnTo>
                    <a:lnTo>
                      <a:pt x="54" y="61"/>
                    </a:lnTo>
                    <a:lnTo>
                      <a:pt x="54" y="59"/>
                    </a:lnTo>
                    <a:lnTo>
                      <a:pt x="52" y="61"/>
                    </a:lnTo>
                    <a:lnTo>
                      <a:pt x="50" y="61"/>
                    </a:lnTo>
                    <a:lnTo>
                      <a:pt x="39" y="63"/>
                    </a:lnTo>
                    <a:lnTo>
                      <a:pt x="37" y="63"/>
                    </a:lnTo>
                    <a:lnTo>
                      <a:pt x="34" y="65"/>
                    </a:lnTo>
                    <a:lnTo>
                      <a:pt x="32" y="65"/>
                    </a:lnTo>
                    <a:lnTo>
                      <a:pt x="30" y="67"/>
                    </a:lnTo>
                    <a:lnTo>
                      <a:pt x="28" y="67"/>
                    </a:lnTo>
                    <a:lnTo>
                      <a:pt x="26" y="69"/>
                    </a:lnTo>
                    <a:lnTo>
                      <a:pt x="24" y="69"/>
                    </a:lnTo>
                    <a:lnTo>
                      <a:pt x="22" y="72"/>
                    </a:lnTo>
                    <a:lnTo>
                      <a:pt x="17" y="72"/>
                    </a:lnTo>
                    <a:lnTo>
                      <a:pt x="15" y="72"/>
                    </a:lnTo>
                    <a:lnTo>
                      <a:pt x="13" y="72"/>
                    </a:lnTo>
                    <a:lnTo>
                      <a:pt x="11" y="72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56"/>
                    </a:lnTo>
                    <a:lnTo>
                      <a:pt x="13" y="56"/>
                    </a:lnTo>
                    <a:lnTo>
                      <a:pt x="19" y="50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2" y="43"/>
                    </a:lnTo>
                    <a:lnTo>
                      <a:pt x="19" y="43"/>
                    </a:lnTo>
                    <a:lnTo>
                      <a:pt x="11" y="39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6" y="41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2" y="37"/>
                    </a:lnTo>
                    <a:lnTo>
                      <a:pt x="0" y="37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6" y="31"/>
                    </a:lnTo>
                    <a:lnTo>
                      <a:pt x="9" y="31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32" y="7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72" name="Freeform 41">
                <a:extLst>
                  <a:ext uri="{FF2B5EF4-FFF2-40B4-BE49-F238E27FC236}">
                    <a16:creationId xmlns:a16="http://schemas.microsoft.com/office/drawing/2014/main" id="{CEFF8B07-005C-D1F0-8D41-57E394356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7274" y="3636960"/>
                <a:ext cx="9153" cy="18306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9" y="5"/>
                  </a:cxn>
                  <a:cxn ang="0">
                    <a:pos x="7" y="7"/>
                  </a:cxn>
                  <a:cxn ang="0">
                    <a:pos x="7" y="9"/>
                  </a:cxn>
                  <a:cxn ang="0">
                    <a:pos x="7" y="9"/>
                  </a:cxn>
                  <a:cxn ang="0">
                    <a:pos x="7" y="11"/>
                  </a:cxn>
                  <a:cxn ang="0">
                    <a:pos x="9" y="13"/>
                  </a:cxn>
                  <a:cxn ang="0">
                    <a:pos x="9" y="15"/>
                  </a:cxn>
                  <a:cxn ang="0">
                    <a:pos x="9" y="18"/>
                  </a:cxn>
                  <a:cxn ang="0">
                    <a:pos x="9" y="18"/>
                  </a:cxn>
                  <a:cxn ang="0">
                    <a:pos x="7" y="18"/>
                  </a:cxn>
                  <a:cxn ang="0">
                    <a:pos x="5" y="18"/>
                  </a:cxn>
                  <a:cxn ang="0">
                    <a:pos x="5" y="18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3" y="5"/>
                  </a:cxn>
                  <a:cxn ang="0">
                    <a:pos x="5" y="2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5"/>
                  </a:cxn>
                </a:cxnLst>
                <a:rect l="0" t="0" r="r" b="b"/>
                <a:pathLst>
                  <a:path w="9" h="18">
                    <a:moveTo>
                      <a:pt x="9" y="5"/>
                    </a:moveTo>
                    <a:lnTo>
                      <a:pt x="9" y="5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11" name="Freeform 42">
                <a:extLst>
                  <a:ext uri="{FF2B5EF4-FFF2-40B4-BE49-F238E27FC236}">
                    <a16:creationId xmlns:a16="http://schemas.microsoft.com/office/drawing/2014/main" id="{471A2527-C563-E2D5-D659-6CB33B2E6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5070" y="3644080"/>
                <a:ext cx="21357" cy="43732"/>
              </a:xfrm>
              <a:custGeom>
                <a:avLst/>
                <a:gdLst/>
                <a:ahLst/>
                <a:cxnLst>
                  <a:cxn ang="0">
                    <a:pos x="12" y="11"/>
                  </a:cxn>
                  <a:cxn ang="0">
                    <a:pos x="21" y="23"/>
                  </a:cxn>
                  <a:cxn ang="0">
                    <a:pos x="21" y="26"/>
                  </a:cxn>
                  <a:cxn ang="0">
                    <a:pos x="21" y="26"/>
                  </a:cxn>
                  <a:cxn ang="0">
                    <a:pos x="21" y="28"/>
                  </a:cxn>
                  <a:cxn ang="0">
                    <a:pos x="21" y="30"/>
                  </a:cxn>
                  <a:cxn ang="0">
                    <a:pos x="21" y="32"/>
                  </a:cxn>
                  <a:cxn ang="0">
                    <a:pos x="19" y="39"/>
                  </a:cxn>
                  <a:cxn ang="0">
                    <a:pos x="19" y="39"/>
                  </a:cxn>
                  <a:cxn ang="0">
                    <a:pos x="19" y="39"/>
                  </a:cxn>
                  <a:cxn ang="0">
                    <a:pos x="17" y="41"/>
                  </a:cxn>
                  <a:cxn ang="0">
                    <a:pos x="15" y="41"/>
                  </a:cxn>
                  <a:cxn ang="0">
                    <a:pos x="12" y="41"/>
                  </a:cxn>
                  <a:cxn ang="0">
                    <a:pos x="12" y="43"/>
                  </a:cxn>
                  <a:cxn ang="0">
                    <a:pos x="8" y="41"/>
                  </a:cxn>
                  <a:cxn ang="0">
                    <a:pos x="4" y="36"/>
                  </a:cxn>
                  <a:cxn ang="0">
                    <a:pos x="4" y="36"/>
                  </a:cxn>
                  <a:cxn ang="0">
                    <a:pos x="4" y="32"/>
                  </a:cxn>
                  <a:cxn ang="0">
                    <a:pos x="6" y="28"/>
                  </a:cxn>
                  <a:cxn ang="0">
                    <a:pos x="4" y="13"/>
                  </a:cxn>
                  <a:cxn ang="0">
                    <a:pos x="2" y="8"/>
                  </a:cxn>
                  <a:cxn ang="0">
                    <a:pos x="0" y="4"/>
                  </a:cxn>
                  <a:cxn ang="0">
                    <a:pos x="2" y="2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12" y="6"/>
                  </a:cxn>
                  <a:cxn ang="0">
                    <a:pos x="12" y="8"/>
                  </a:cxn>
                  <a:cxn ang="0">
                    <a:pos x="12" y="11"/>
                  </a:cxn>
                  <a:cxn ang="0">
                    <a:pos x="12" y="11"/>
                  </a:cxn>
                </a:cxnLst>
                <a:rect l="0" t="0" r="r" b="b"/>
                <a:pathLst>
                  <a:path w="21" h="43">
                    <a:moveTo>
                      <a:pt x="12" y="11"/>
                    </a:moveTo>
                    <a:lnTo>
                      <a:pt x="21" y="23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8"/>
                    </a:lnTo>
                    <a:lnTo>
                      <a:pt x="21" y="30"/>
                    </a:lnTo>
                    <a:lnTo>
                      <a:pt x="21" y="32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7" y="41"/>
                    </a:lnTo>
                    <a:lnTo>
                      <a:pt x="15" y="41"/>
                    </a:lnTo>
                    <a:lnTo>
                      <a:pt x="12" y="41"/>
                    </a:lnTo>
                    <a:lnTo>
                      <a:pt x="12" y="43"/>
                    </a:lnTo>
                    <a:lnTo>
                      <a:pt x="8" y="41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2"/>
                    </a:lnTo>
                    <a:lnTo>
                      <a:pt x="6" y="28"/>
                    </a:lnTo>
                    <a:lnTo>
                      <a:pt x="4" y="13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12" y="1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12" name="Freeform 43">
                <a:extLst>
                  <a:ext uri="{FF2B5EF4-FFF2-40B4-BE49-F238E27FC236}">
                    <a16:creationId xmlns:a16="http://schemas.microsoft.com/office/drawing/2014/main" id="{DEBE3C95-28FB-2B48-2FEF-E12E4CC6D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4403" y="3685777"/>
                <a:ext cx="58986" cy="52884"/>
              </a:xfrm>
              <a:custGeom>
                <a:avLst/>
                <a:gdLst/>
                <a:ahLst/>
                <a:cxnLst>
                  <a:cxn ang="0">
                    <a:pos x="23" y="6"/>
                  </a:cxn>
                  <a:cxn ang="0">
                    <a:pos x="25" y="4"/>
                  </a:cxn>
                  <a:cxn ang="0">
                    <a:pos x="28" y="4"/>
                  </a:cxn>
                  <a:cxn ang="0">
                    <a:pos x="30" y="4"/>
                  </a:cxn>
                  <a:cxn ang="0">
                    <a:pos x="38" y="2"/>
                  </a:cxn>
                  <a:cxn ang="0">
                    <a:pos x="43" y="0"/>
                  </a:cxn>
                  <a:cxn ang="0">
                    <a:pos x="43" y="0"/>
                  </a:cxn>
                  <a:cxn ang="0">
                    <a:pos x="43" y="2"/>
                  </a:cxn>
                  <a:cxn ang="0">
                    <a:pos x="53" y="11"/>
                  </a:cxn>
                  <a:cxn ang="0">
                    <a:pos x="53" y="11"/>
                  </a:cxn>
                  <a:cxn ang="0">
                    <a:pos x="56" y="15"/>
                  </a:cxn>
                  <a:cxn ang="0">
                    <a:pos x="56" y="15"/>
                  </a:cxn>
                  <a:cxn ang="0">
                    <a:pos x="58" y="17"/>
                  </a:cxn>
                  <a:cxn ang="0">
                    <a:pos x="58" y="19"/>
                  </a:cxn>
                  <a:cxn ang="0">
                    <a:pos x="58" y="19"/>
                  </a:cxn>
                  <a:cxn ang="0">
                    <a:pos x="56" y="34"/>
                  </a:cxn>
                  <a:cxn ang="0">
                    <a:pos x="56" y="36"/>
                  </a:cxn>
                  <a:cxn ang="0">
                    <a:pos x="51" y="41"/>
                  </a:cxn>
                  <a:cxn ang="0">
                    <a:pos x="51" y="43"/>
                  </a:cxn>
                  <a:cxn ang="0">
                    <a:pos x="49" y="45"/>
                  </a:cxn>
                  <a:cxn ang="0">
                    <a:pos x="47" y="47"/>
                  </a:cxn>
                  <a:cxn ang="0">
                    <a:pos x="38" y="49"/>
                  </a:cxn>
                  <a:cxn ang="0">
                    <a:pos x="38" y="52"/>
                  </a:cxn>
                  <a:cxn ang="0">
                    <a:pos x="32" y="49"/>
                  </a:cxn>
                  <a:cxn ang="0">
                    <a:pos x="32" y="49"/>
                  </a:cxn>
                  <a:cxn ang="0">
                    <a:pos x="30" y="47"/>
                  </a:cxn>
                  <a:cxn ang="0">
                    <a:pos x="30" y="45"/>
                  </a:cxn>
                  <a:cxn ang="0">
                    <a:pos x="25" y="41"/>
                  </a:cxn>
                  <a:cxn ang="0">
                    <a:pos x="17" y="39"/>
                  </a:cxn>
                  <a:cxn ang="0">
                    <a:pos x="15" y="39"/>
                  </a:cxn>
                  <a:cxn ang="0">
                    <a:pos x="15" y="36"/>
                  </a:cxn>
                  <a:cxn ang="0">
                    <a:pos x="6" y="34"/>
                  </a:cxn>
                  <a:cxn ang="0">
                    <a:pos x="6" y="32"/>
                  </a:cxn>
                  <a:cxn ang="0">
                    <a:pos x="2" y="26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0" y="19"/>
                  </a:cxn>
                  <a:cxn ang="0">
                    <a:pos x="2" y="15"/>
                  </a:cxn>
                  <a:cxn ang="0">
                    <a:pos x="2" y="13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4" y="13"/>
                  </a:cxn>
                  <a:cxn ang="0">
                    <a:pos x="10" y="11"/>
                  </a:cxn>
                  <a:cxn ang="0">
                    <a:pos x="17" y="8"/>
                  </a:cxn>
                  <a:cxn ang="0">
                    <a:pos x="19" y="8"/>
                  </a:cxn>
                  <a:cxn ang="0">
                    <a:pos x="23" y="6"/>
                  </a:cxn>
                  <a:cxn ang="0">
                    <a:pos x="23" y="6"/>
                  </a:cxn>
                </a:cxnLst>
                <a:rect l="0" t="0" r="r" b="b"/>
                <a:pathLst>
                  <a:path w="58" h="52">
                    <a:moveTo>
                      <a:pt x="23" y="6"/>
                    </a:moveTo>
                    <a:lnTo>
                      <a:pt x="25" y="4"/>
                    </a:lnTo>
                    <a:lnTo>
                      <a:pt x="28" y="4"/>
                    </a:lnTo>
                    <a:lnTo>
                      <a:pt x="30" y="4"/>
                    </a:lnTo>
                    <a:lnTo>
                      <a:pt x="38" y="2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3" y="2"/>
                    </a:lnTo>
                    <a:lnTo>
                      <a:pt x="53" y="11"/>
                    </a:lnTo>
                    <a:lnTo>
                      <a:pt x="53" y="11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8" y="17"/>
                    </a:lnTo>
                    <a:lnTo>
                      <a:pt x="58" y="19"/>
                    </a:lnTo>
                    <a:lnTo>
                      <a:pt x="58" y="19"/>
                    </a:lnTo>
                    <a:lnTo>
                      <a:pt x="56" y="34"/>
                    </a:lnTo>
                    <a:lnTo>
                      <a:pt x="56" y="36"/>
                    </a:lnTo>
                    <a:lnTo>
                      <a:pt x="51" y="41"/>
                    </a:lnTo>
                    <a:lnTo>
                      <a:pt x="51" y="43"/>
                    </a:lnTo>
                    <a:lnTo>
                      <a:pt x="49" y="45"/>
                    </a:lnTo>
                    <a:lnTo>
                      <a:pt x="47" y="47"/>
                    </a:lnTo>
                    <a:lnTo>
                      <a:pt x="38" y="49"/>
                    </a:lnTo>
                    <a:lnTo>
                      <a:pt x="38" y="52"/>
                    </a:lnTo>
                    <a:lnTo>
                      <a:pt x="32" y="49"/>
                    </a:lnTo>
                    <a:lnTo>
                      <a:pt x="32" y="49"/>
                    </a:lnTo>
                    <a:lnTo>
                      <a:pt x="30" y="47"/>
                    </a:lnTo>
                    <a:lnTo>
                      <a:pt x="30" y="45"/>
                    </a:lnTo>
                    <a:lnTo>
                      <a:pt x="25" y="41"/>
                    </a:lnTo>
                    <a:lnTo>
                      <a:pt x="17" y="39"/>
                    </a:lnTo>
                    <a:lnTo>
                      <a:pt x="15" y="39"/>
                    </a:lnTo>
                    <a:lnTo>
                      <a:pt x="15" y="36"/>
                    </a:lnTo>
                    <a:lnTo>
                      <a:pt x="6" y="34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10" y="11"/>
                    </a:lnTo>
                    <a:lnTo>
                      <a:pt x="17" y="8"/>
                    </a:lnTo>
                    <a:lnTo>
                      <a:pt x="19" y="8"/>
                    </a:lnTo>
                    <a:lnTo>
                      <a:pt x="23" y="6"/>
                    </a:lnTo>
                    <a:lnTo>
                      <a:pt x="23" y="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13" name="Freeform 44">
                <a:extLst>
                  <a:ext uri="{FF2B5EF4-FFF2-40B4-BE49-F238E27FC236}">
                    <a16:creationId xmlns:a16="http://schemas.microsoft.com/office/drawing/2014/main" id="{5264FE4D-8660-845B-44FC-A4CB3C116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063" y="3693913"/>
                <a:ext cx="35596" cy="37630"/>
              </a:xfrm>
              <a:custGeom>
                <a:avLst/>
                <a:gdLst/>
                <a:ahLst/>
                <a:cxnLst>
                  <a:cxn ang="0">
                    <a:pos x="13" y="3"/>
                  </a:cxn>
                  <a:cxn ang="0">
                    <a:pos x="13" y="3"/>
                  </a:cxn>
                  <a:cxn ang="0">
                    <a:pos x="13" y="3"/>
                  </a:cxn>
                  <a:cxn ang="0">
                    <a:pos x="13" y="3"/>
                  </a:cxn>
                  <a:cxn ang="0">
                    <a:pos x="13" y="3"/>
                  </a:cxn>
                  <a:cxn ang="0">
                    <a:pos x="15" y="7"/>
                  </a:cxn>
                  <a:cxn ang="0">
                    <a:pos x="15" y="9"/>
                  </a:cxn>
                  <a:cxn ang="0">
                    <a:pos x="15" y="11"/>
                  </a:cxn>
                  <a:cxn ang="0">
                    <a:pos x="13" y="13"/>
                  </a:cxn>
                  <a:cxn ang="0">
                    <a:pos x="13" y="13"/>
                  </a:cxn>
                  <a:cxn ang="0">
                    <a:pos x="13" y="15"/>
                  </a:cxn>
                  <a:cxn ang="0">
                    <a:pos x="15" y="15"/>
                  </a:cxn>
                  <a:cxn ang="0">
                    <a:pos x="26" y="26"/>
                  </a:cxn>
                  <a:cxn ang="0">
                    <a:pos x="26" y="28"/>
                  </a:cxn>
                  <a:cxn ang="0">
                    <a:pos x="30" y="28"/>
                  </a:cxn>
                  <a:cxn ang="0">
                    <a:pos x="35" y="31"/>
                  </a:cxn>
                  <a:cxn ang="0">
                    <a:pos x="35" y="33"/>
                  </a:cxn>
                  <a:cxn ang="0">
                    <a:pos x="30" y="35"/>
                  </a:cxn>
                  <a:cxn ang="0">
                    <a:pos x="26" y="37"/>
                  </a:cxn>
                  <a:cxn ang="0">
                    <a:pos x="15" y="28"/>
                  </a:cxn>
                  <a:cxn ang="0">
                    <a:pos x="2" y="18"/>
                  </a:cxn>
                  <a:cxn ang="0">
                    <a:pos x="2" y="15"/>
                  </a:cxn>
                  <a:cxn ang="0">
                    <a:pos x="0" y="15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2" y="5"/>
                  </a:cxn>
                  <a:cxn ang="0">
                    <a:pos x="2" y="3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7" y="5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13" y="3"/>
                  </a:cxn>
                  <a:cxn ang="0">
                    <a:pos x="13" y="3"/>
                  </a:cxn>
                </a:cxnLst>
                <a:rect l="0" t="0" r="r" b="b"/>
                <a:pathLst>
                  <a:path w="35" h="37">
                    <a:moveTo>
                      <a:pt x="13" y="3"/>
                    </a:move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26" y="26"/>
                    </a:lnTo>
                    <a:lnTo>
                      <a:pt x="26" y="28"/>
                    </a:lnTo>
                    <a:lnTo>
                      <a:pt x="30" y="28"/>
                    </a:lnTo>
                    <a:lnTo>
                      <a:pt x="35" y="31"/>
                    </a:lnTo>
                    <a:lnTo>
                      <a:pt x="35" y="33"/>
                    </a:lnTo>
                    <a:lnTo>
                      <a:pt x="30" y="35"/>
                    </a:lnTo>
                    <a:lnTo>
                      <a:pt x="26" y="37"/>
                    </a:lnTo>
                    <a:lnTo>
                      <a:pt x="15" y="28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3" y="3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14" name="Freeform 45">
                <a:extLst>
                  <a:ext uri="{FF2B5EF4-FFF2-40B4-BE49-F238E27FC236}">
                    <a16:creationId xmlns:a16="http://schemas.microsoft.com/office/drawing/2014/main" id="{15E7B010-09FC-76AB-4E8B-48B06FBC4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7961" y="3714253"/>
                <a:ext cx="54918" cy="8949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15" y="6"/>
                  </a:cxn>
                  <a:cxn ang="0">
                    <a:pos x="19" y="6"/>
                  </a:cxn>
                  <a:cxn ang="0">
                    <a:pos x="19" y="6"/>
                  </a:cxn>
                  <a:cxn ang="0">
                    <a:pos x="26" y="15"/>
                  </a:cxn>
                  <a:cxn ang="0">
                    <a:pos x="28" y="15"/>
                  </a:cxn>
                  <a:cxn ang="0">
                    <a:pos x="28" y="17"/>
                  </a:cxn>
                  <a:cxn ang="0">
                    <a:pos x="28" y="19"/>
                  </a:cxn>
                  <a:cxn ang="0">
                    <a:pos x="30" y="21"/>
                  </a:cxn>
                  <a:cxn ang="0">
                    <a:pos x="32" y="26"/>
                  </a:cxn>
                  <a:cxn ang="0">
                    <a:pos x="39" y="28"/>
                  </a:cxn>
                  <a:cxn ang="0">
                    <a:pos x="41" y="28"/>
                  </a:cxn>
                  <a:cxn ang="0">
                    <a:pos x="43" y="32"/>
                  </a:cxn>
                  <a:cxn ang="0">
                    <a:pos x="47" y="32"/>
                  </a:cxn>
                  <a:cxn ang="0">
                    <a:pos x="47" y="32"/>
                  </a:cxn>
                  <a:cxn ang="0">
                    <a:pos x="47" y="32"/>
                  </a:cxn>
                  <a:cxn ang="0">
                    <a:pos x="54" y="47"/>
                  </a:cxn>
                  <a:cxn ang="0">
                    <a:pos x="54" y="49"/>
                  </a:cxn>
                  <a:cxn ang="0">
                    <a:pos x="54" y="49"/>
                  </a:cxn>
                  <a:cxn ang="0">
                    <a:pos x="54" y="52"/>
                  </a:cxn>
                  <a:cxn ang="0">
                    <a:pos x="51" y="56"/>
                  </a:cxn>
                  <a:cxn ang="0">
                    <a:pos x="49" y="56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47" y="58"/>
                  </a:cxn>
                  <a:cxn ang="0">
                    <a:pos x="47" y="58"/>
                  </a:cxn>
                  <a:cxn ang="0">
                    <a:pos x="45" y="60"/>
                  </a:cxn>
                  <a:cxn ang="0">
                    <a:pos x="41" y="65"/>
                  </a:cxn>
                  <a:cxn ang="0">
                    <a:pos x="34" y="73"/>
                  </a:cxn>
                  <a:cxn ang="0">
                    <a:pos x="34" y="73"/>
                  </a:cxn>
                  <a:cxn ang="0">
                    <a:pos x="34" y="75"/>
                  </a:cxn>
                  <a:cxn ang="0">
                    <a:pos x="34" y="75"/>
                  </a:cxn>
                  <a:cxn ang="0">
                    <a:pos x="36" y="75"/>
                  </a:cxn>
                  <a:cxn ang="0">
                    <a:pos x="36" y="75"/>
                  </a:cxn>
                  <a:cxn ang="0">
                    <a:pos x="36" y="75"/>
                  </a:cxn>
                  <a:cxn ang="0">
                    <a:pos x="36" y="75"/>
                  </a:cxn>
                  <a:cxn ang="0">
                    <a:pos x="32" y="80"/>
                  </a:cxn>
                  <a:cxn ang="0">
                    <a:pos x="17" y="88"/>
                  </a:cxn>
                  <a:cxn ang="0">
                    <a:pos x="17" y="88"/>
                  </a:cxn>
                  <a:cxn ang="0">
                    <a:pos x="15" y="88"/>
                  </a:cxn>
                  <a:cxn ang="0">
                    <a:pos x="15" y="88"/>
                  </a:cxn>
                  <a:cxn ang="0">
                    <a:pos x="2" y="78"/>
                  </a:cxn>
                  <a:cxn ang="0">
                    <a:pos x="2" y="78"/>
                  </a:cxn>
                  <a:cxn ang="0">
                    <a:pos x="0" y="71"/>
                  </a:cxn>
                  <a:cxn ang="0">
                    <a:pos x="0" y="71"/>
                  </a:cxn>
                  <a:cxn ang="0">
                    <a:pos x="0" y="69"/>
                  </a:cxn>
                  <a:cxn ang="0">
                    <a:pos x="4" y="41"/>
                  </a:cxn>
                  <a:cxn ang="0">
                    <a:pos x="8" y="32"/>
                  </a:cxn>
                  <a:cxn ang="0">
                    <a:pos x="8" y="19"/>
                  </a:cxn>
                  <a:cxn ang="0">
                    <a:pos x="8" y="15"/>
                  </a:cxn>
                  <a:cxn ang="0">
                    <a:pos x="8" y="13"/>
                  </a:cxn>
                  <a:cxn ang="0">
                    <a:pos x="6" y="8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</a:cxnLst>
                <a:rect l="0" t="0" r="r" b="b"/>
                <a:pathLst>
                  <a:path w="54" h="88">
                    <a:moveTo>
                      <a:pt x="6" y="0"/>
                    </a:moveTo>
                    <a:lnTo>
                      <a:pt x="15" y="6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28" y="17"/>
                    </a:lnTo>
                    <a:lnTo>
                      <a:pt x="28" y="19"/>
                    </a:lnTo>
                    <a:lnTo>
                      <a:pt x="30" y="21"/>
                    </a:lnTo>
                    <a:lnTo>
                      <a:pt x="32" y="26"/>
                    </a:lnTo>
                    <a:lnTo>
                      <a:pt x="39" y="28"/>
                    </a:lnTo>
                    <a:lnTo>
                      <a:pt x="41" y="28"/>
                    </a:lnTo>
                    <a:lnTo>
                      <a:pt x="43" y="32"/>
                    </a:lnTo>
                    <a:lnTo>
                      <a:pt x="47" y="32"/>
                    </a:lnTo>
                    <a:lnTo>
                      <a:pt x="47" y="32"/>
                    </a:lnTo>
                    <a:lnTo>
                      <a:pt x="47" y="32"/>
                    </a:lnTo>
                    <a:lnTo>
                      <a:pt x="54" y="47"/>
                    </a:lnTo>
                    <a:lnTo>
                      <a:pt x="54" y="49"/>
                    </a:lnTo>
                    <a:lnTo>
                      <a:pt x="54" y="49"/>
                    </a:lnTo>
                    <a:lnTo>
                      <a:pt x="54" y="52"/>
                    </a:lnTo>
                    <a:lnTo>
                      <a:pt x="51" y="56"/>
                    </a:lnTo>
                    <a:lnTo>
                      <a:pt x="49" y="56"/>
                    </a:lnTo>
                    <a:lnTo>
                      <a:pt x="49" y="58"/>
                    </a:lnTo>
                    <a:lnTo>
                      <a:pt x="49" y="58"/>
                    </a:lnTo>
                    <a:lnTo>
                      <a:pt x="47" y="58"/>
                    </a:lnTo>
                    <a:lnTo>
                      <a:pt x="47" y="58"/>
                    </a:lnTo>
                    <a:lnTo>
                      <a:pt x="45" y="60"/>
                    </a:lnTo>
                    <a:lnTo>
                      <a:pt x="41" y="65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2" y="80"/>
                    </a:lnTo>
                    <a:lnTo>
                      <a:pt x="17" y="88"/>
                    </a:lnTo>
                    <a:lnTo>
                      <a:pt x="17" y="88"/>
                    </a:lnTo>
                    <a:lnTo>
                      <a:pt x="15" y="88"/>
                    </a:lnTo>
                    <a:lnTo>
                      <a:pt x="15" y="88"/>
                    </a:lnTo>
                    <a:lnTo>
                      <a:pt x="2" y="78"/>
                    </a:lnTo>
                    <a:lnTo>
                      <a:pt x="2" y="78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4" y="41"/>
                    </a:lnTo>
                    <a:lnTo>
                      <a:pt x="8" y="32"/>
                    </a:lnTo>
                    <a:lnTo>
                      <a:pt x="8" y="19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6" y="8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15" name="Freeform 46">
                <a:extLst>
                  <a:ext uri="{FF2B5EF4-FFF2-40B4-BE49-F238E27FC236}">
                    <a16:creationId xmlns:a16="http://schemas.microsoft.com/office/drawing/2014/main" id="{37F1F419-9F2A-4690-EBDE-D841E3085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2539" y="3727474"/>
                <a:ext cx="30510" cy="3051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3" y="0"/>
                  </a:cxn>
                  <a:cxn ang="0">
                    <a:pos x="13" y="2"/>
                  </a:cxn>
                  <a:cxn ang="0">
                    <a:pos x="26" y="11"/>
                  </a:cxn>
                  <a:cxn ang="0">
                    <a:pos x="26" y="11"/>
                  </a:cxn>
                  <a:cxn ang="0">
                    <a:pos x="28" y="11"/>
                  </a:cxn>
                  <a:cxn ang="0">
                    <a:pos x="28" y="13"/>
                  </a:cxn>
                  <a:cxn ang="0">
                    <a:pos x="28" y="13"/>
                  </a:cxn>
                  <a:cxn ang="0">
                    <a:pos x="30" y="15"/>
                  </a:cxn>
                  <a:cxn ang="0">
                    <a:pos x="30" y="15"/>
                  </a:cxn>
                  <a:cxn ang="0">
                    <a:pos x="30" y="17"/>
                  </a:cxn>
                  <a:cxn ang="0">
                    <a:pos x="30" y="19"/>
                  </a:cxn>
                  <a:cxn ang="0">
                    <a:pos x="24" y="28"/>
                  </a:cxn>
                  <a:cxn ang="0">
                    <a:pos x="24" y="30"/>
                  </a:cxn>
                  <a:cxn ang="0">
                    <a:pos x="24" y="30"/>
                  </a:cxn>
                  <a:cxn ang="0">
                    <a:pos x="22" y="30"/>
                  </a:cxn>
                  <a:cxn ang="0">
                    <a:pos x="22" y="28"/>
                  </a:cxn>
                  <a:cxn ang="0">
                    <a:pos x="20" y="28"/>
                  </a:cxn>
                  <a:cxn ang="0">
                    <a:pos x="20" y="28"/>
                  </a:cxn>
                  <a:cxn ang="0">
                    <a:pos x="17" y="21"/>
                  </a:cxn>
                  <a:cxn ang="0">
                    <a:pos x="13" y="17"/>
                  </a:cxn>
                  <a:cxn ang="0">
                    <a:pos x="11" y="17"/>
                  </a:cxn>
                  <a:cxn ang="0">
                    <a:pos x="5" y="13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5" y="4"/>
                  </a:cxn>
                  <a:cxn ang="0">
                    <a:pos x="7" y="2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0"/>
                  </a:cxn>
                </a:cxnLst>
                <a:rect l="0" t="0" r="r" b="b"/>
                <a:pathLst>
                  <a:path w="30" h="30">
                    <a:moveTo>
                      <a:pt x="13" y="0"/>
                    </a:moveTo>
                    <a:lnTo>
                      <a:pt x="13" y="0"/>
                    </a:lnTo>
                    <a:lnTo>
                      <a:pt x="13" y="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8" y="11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7"/>
                    </a:lnTo>
                    <a:lnTo>
                      <a:pt x="30" y="19"/>
                    </a:lnTo>
                    <a:lnTo>
                      <a:pt x="24" y="28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2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7" y="21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16" name="Freeform 47">
                <a:extLst>
                  <a:ext uri="{FF2B5EF4-FFF2-40B4-BE49-F238E27FC236}">
                    <a16:creationId xmlns:a16="http://schemas.microsoft.com/office/drawing/2014/main" id="{1A5496C3-6D03-6247-07E9-7047BE7CE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424" y="3727474"/>
                <a:ext cx="13221" cy="21357"/>
              </a:xfrm>
              <a:custGeom>
                <a:avLst/>
                <a:gdLst/>
                <a:ahLst/>
                <a:cxnLst>
                  <a:cxn ang="0">
                    <a:pos x="13" y="2"/>
                  </a:cxn>
                  <a:cxn ang="0">
                    <a:pos x="13" y="4"/>
                  </a:cxn>
                  <a:cxn ang="0">
                    <a:pos x="13" y="6"/>
                  </a:cxn>
                  <a:cxn ang="0">
                    <a:pos x="13" y="6"/>
                  </a:cxn>
                  <a:cxn ang="0">
                    <a:pos x="6" y="21"/>
                  </a:cxn>
                  <a:cxn ang="0">
                    <a:pos x="6" y="21"/>
                  </a:cxn>
                  <a:cxn ang="0">
                    <a:pos x="6" y="21"/>
                  </a:cxn>
                  <a:cxn ang="0">
                    <a:pos x="4" y="21"/>
                  </a:cxn>
                  <a:cxn ang="0">
                    <a:pos x="4" y="21"/>
                  </a:cxn>
                  <a:cxn ang="0">
                    <a:pos x="2" y="21"/>
                  </a:cxn>
                  <a:cxn ang="0">
                    <a:pos x="2" y="19"/>
                  </a:cxn>
                  <a:cxn ang="0">
                    <a:pos x="2" y="19"/>
                  </a:cxn>
                  <a:cxn ang="0">
                    <a:pos x="0" y="19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2" y="11"/>
                  </a:cxn>
                  <a:cxn ang="0">
                    <a:pos x="6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2"/>
                  </a:cxn>
                  <a:cxn ang="0">
                    <a:pos x="13" y="2"/>
                  </a:cxn>
                  <a:cxn ang="0">
                    <a:pos x="13" y="2"/>
                  </a:cxn>
                  <a:cxn ang="0">
                    <a:pos x="13" y="2"/>
                  </a:cxn>
                </a:cxnLst>
                <a:rect l="0" t="0" r="r" b="b"/>
                <a:pathLst>
                  <a:path w="13" h="21">
                    <a:moveTo>
                      <a:pt x="13" y="2"/>
                    </a:moveTo>
                    <a:lnTo>
                      <a:pt x="13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17" name="Freeform 48">
                <a:extLst>
                  <a:ext uri="{FF2B5EF4-FFF2-40B4-BE49-F238E27FC236}">
                    <a16:creationId xmlns:a16="http://schemas.microsoft.com/office/drawing/2014/main" id="{DD292A3B-D26B-57BC-50DA-D333D7B1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8134" y="3746797"/>
                <a:ext cx="13221" cy="1322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13" y="9"/>
                  </a:cxn>
                  <a:cxn ang="0">
                    <a:pos x="13" y="11"/>
                  </a:cxn>
                  <a:cxn ang="0">
                    <a:pos x="13" y="11"/>
                  </a:cxn>
                  <a:cxn ang="0">
                    <a:pos x="10" y="11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</a:cxnLst>
                <a:rect l="0" t="0" r="r" b="b"/>
                <a:pathLst>
                  <a:path w="13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0" y="11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18" name="Freeform 49">
                <a:extLst>
                  <a:ext uri="{FF2B5EF4-FFF2-40B4-BE49-F238E27FC236}">
                    <a16:creationId xmlns:a16="http://schemas.microsoft.com/office/drawing/2014/main" id="{C133E837-26D5-62B3-19BA-4477D4015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6100" y="3762052"/>
                <a:ext cx="15255" cy="24408"/>
              </a:xfrm>
              <a:custGeom>
                <a:avLst/>
                <a:gdLst/>
                <a:ahLst/>
                <a:cxnLst>
                  <a:cxn ang="0">
                    <a:pos x="10" y="2"/>
                  </a:cxn>
                  <a:cxn ang="0">
                    <a:pos x="10" y="2"/>
                  </a:cxn>
                  <a:cxn ang="0">
                    <a:pos x="10" y="2"/>
                  </a:cxn>
                  <a:cxn ang="0">
                    <a:pos x="12" y="5"/>
                  </a:cxn>
                  <a:cxn ang="0">
                    <a:pos x="15" y="5"/>
                  </a:cxn>
                  <a:cxn ang="0">
                    <a:pos x="15" y="7"/>
                  </a:cxn>
                  <a:cxn ang="0">
                    <a:pos x="12" y="13"/>
                  </a:cxn>
                  <a:cxn ang="0">
                    <a:pos x="6" y="24"/>
                  </a:cxn>
                  <a:cxn ang="0">
                    <a:pos x="6" y="24"/>
                  </a:cxn>
                  <a:cxn ang="0">
                    <a:pos x="4" y="24"/>
                  </a:cxn>
                  <a:cxn ang="0">
                    <a:pos x="4" y="24"/>
                  </a:cxn>
                  <a:cxn ang="0">
                    <a:pos x="2" y="24"/>
                  </a:cxn>
                  <a:cxn ang="0">
                    <a:pos x="0" y="22"/>
                  </a:cxn>
                  <a:cxn ang="0">
                    <a:pos x="0" y="20"/>
                  </a:cxn>
                  <a:cxn ang="0">
                    <a:pos x="0" y="18"/>
                  </a:cxn>
                  <a:cxn ang="0">
                    <a:pos x="6" y="5"/>
                  </a:cxn>
                  <a:cxn ang="0">
                    <a:pos x="6" y="2"/>
                  </a:cxn>
                  <a:cxn ang="0">
                    <a:pos x="8" y="2"/>
                  </a:cxn>
                  <a:cxn ang="0">
                    <a:pos x="8" y="2"/>
                  </a:cxn>
                  <a:cxn ang="0">
                    <a:pos x="8" y="0"/>
                  </a:cxn>
                  <a:cxn ang="0">
                    <a:pos x="10" y="2"/>
                  </a:cxn>
                  <a:cxn ang="0">
                    <a:pos x="10" y="2"/>
                  </a:cxn>
                  <a:cxn ang="0">
                    <a:pos x="10" y="2"/>
                  </a:cxn>
                </a:cxnLst>
                <a:rect l="0" t="0" r="r" b="b"/>
                <a:pathLst>
                  <a:path w="15" h="24">
                    <a:moveTo>
                      <a:pt x="10" y="2"/>
                    </a:moveTo>
                    <a:lnTo>
                      <a:pt x="10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2" y="13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2" y="24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19" name="Freeform 50">
                <a:extLst>
                  <a:ext uri="{FF2B5EF4-FFF2-40B4-BE49-F238E27FC236}">
                    <a16:creationId xmlns:a16="http://schemas.microsoft.com/office/drawing/2014/main" id="{CA29829A-A89E-0F0F-095A-8FC5CE37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0825" y="3775273"/>
                <a:ext cx="13221" cy="13221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2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2" y="9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13" h="13">
                    <a:moveTo>
                      <a:pt x="9" y="0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20" name="Freeform 51">
                <a:extLst>
                  <a:ext uri="{FF2B5EF4-FFF2-40B4-BE49-F238E27FC236}">
                    <a16:creationId xmlns:a16="http://schemas.microsoft.com/office/drawing/2014/main" id="{1A01D799-2E0F-40D4-7264-6AD0FCD46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9787" y="3822056"/>
                <a:ext cx="21357" cy="17289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21" y="4"/>
                  </a:cxn>
                  <a:cxn ang="0">
                    <a:pos x="21" y="4"/>
                  </a:cxn>
                  <a:cxn ang="0">
                    <a:pos x="21" y="4"/>
                  </a:cxn>
                  <a:cxn ang="0">
                    <a:pos x="21" y="6"/>
                  </a:cxn>
                  <a:cxn ang="0">
                    <a:pos x="21" y="6"/>
                  </a:cxn>
                  <a:cxn ang="0">
                    <a:pos x="19" y="13"/>
                  </a:cxn>
                  <a:cxn ang="0">
                    <a:pos x="17" y="17"/>
                  </a:cxn>
                  <a:cxn ang="0">
                    <a:pos x="15" y="17"/>
                  </a:cxn>
                  <a:cxn ang="0">
                    <a:pos x="15" y="17"/>
                  </a:cxn>
                  <a:cxn ang="0">
                    <a:pos x="15" y="17"/>
                  </a:cxn>
                  <a:cxn ang="0">
                    <a:pos x="12" y="17"/>
                  </a:cxn>
                  <a:cxn ang="0">
                    <a:pos x="12" y="17"/>
                  </a:cxn>
                  <a:cxn ang="0">
                    <a:pos x="12" y="17"/>
                  </a:cxn>
                  <a:cxn ang="0">
                    <a:pos x="2" y="13"/>
                  </a:cxn>
                  <a:cxn ang="0">
                    <a:pos x="2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2" y="6"/>
                  </a:cxn>
                  <a:cxn ang="0">
                    <a:pos x="4" y="4"/>
                  </a:cxn>
                  <a:cxn ang="0">
                    <a:pos x="8" y="2"/>
                  </a:cxn>
                  <a:cxn ang="0">
                    <a:pos x="8" y="0"/>
                  </a:cxn>
                  <a:cxn ang="0">
                    <a:pos x="10" y="0"/>
                  </a:cxn>
                  <a:cxn ang="0">
                    <a:pos x="12" y="0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21" h="17">
                    <a:moveTo>
                      <a:pt x="12" y="0"/>
                    </a:move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2" y="13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21" name="Freeform 52">
                <a:extLst>
                  <a:ext uri="{FF2B5EF4-FFF2-40B4-BE49-F238E27FC236}">
                    <a16:creationId xmlns:a16="http://schemas.microsoft.com/office/drawing/2014/main" id="{D75E8EC4-48DC-476E-1D5D-C53A4824E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7267" y="3826124"/>
                <a:ext cx="30510" cy="17289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21" y="0"/>
                  </a:cxn>
                  <a:cxn ang="0">
                    <a:pos x="24" y="0"/>
                  </a:cxn>
                  <a:cxn ang="0">
                    <a:pos x="28" y="9"/>
                  </a:cxn>
                  <a:cxn ang="0">
                    <a:pos x="30" y="9"/>
                  </a:cxn>
                  <a:cxn ang="0">
                    <a:pos x="30" y="13"/>
                  </a:cxn>
                  <a:cxn ang="0">
                    <a:pos x="30" y="13"/>
                  </a:cxn>
                  <a:cxn ang="0">
                    <a:pos x="30" y="15"/>
                  </a:cxn>
                  <a:cxn ang="0">
                    <a:pos x="28" y="17"/>
                  </a:cxn>
                  <a:cxn ang="0">
                    <a:pos x="28" y="17"/>
                  </a:cxn>
                  <a:cxn ang="0">
                    <a:pos x="28" y="17"/>
                  </a:cxn>
                  <a:cxn ang="0">
                    <a:pos x="21" y="15"/>
                  </a:cxn>
                  <a:cxn ang="0">
                    <a:pos x="21" y="13"/>
                  </a:cxn>
                  <a:cxn ang="0">
                    <a:pos x="19" y="13"/>
                  </a:cxn>
                  <a:cxn ang="0">
                    <a:pos x="19" y="11"/>
                  </a:cxn>
                  <a:cxn ang="0">
                    <a:pos x="19" y="9"/>
                  </a:cxn>
                  <a:cxn ang="0">
                    <a:pos x="19" y="9"/>
                  </a:cxn>
                  <a:cxn ang="0">
                    <a:pos x="19" y="9"/>
                  </a:cxn>
                  <a:cxn ang="0">
                    <a:pos x="17" y="6"/>
                  </a:cxn>
                  <a:cxn ang="0">
                    <a:pos x="11" y="6"/>
                  </a:cxn>
                  <a:cxn ang="0">
                    <a:pos x="11" y="6"/>
                  </a:cxn>
                  <a:cxn ang="0">
                    <a:pos x="9" y="6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</a:cxnLst>
                <a:rect l="0" t="0" r="r" b="b"/>
                <a:pathLst>
                  <a:path w="30" h="17">
                    <a:moveTo>
                      <a:pt x="2" y="2"/>
                    </a:moveTo>
                    <a:lnTo>
                      <a:pt x="21" y="0"/>
                    </a:lnTo>
                    <a:lnTo>
                      <a:pt x="24" y="0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0" y="15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1" y="15"/>
                    </a:lnTo>
                    <a:lnTo>
                      <a:pt x="21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7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22" name="Freeform 53">
                <a:extLst>
                  <a:ext uri="{FF2B5EF4-FFF2-40B4-BE49-F238E27FC236}">
                    <a16:creationId xmlns:a16="http://schemas.microsoft.com/office/drawing/2014/main" id="{1BADF7AA-E08D-2E61-8BC7-D9B19D607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7940" y="3828158"/>
                <a:ext cx="79327" cy="109837"/>
              </a:xfrm>
              <a:custGeom>
                <a:avLst/>
                <a:gdLst/>
                <a:ahLst/>
                <a:cxnLst>
                  <a:cxn ang="0">
                    <a:pos x="67" y="0"/>
                  </a:cxn>
                  <a:cxn ang="0">
                    <a:pos x="76" y="2"/>
                  </a:cxn>
                  <a:cxn ang="0">
                    <a:pos x="78" y="11"/>
                  </a:cxn>
                  <a:cxn ang="0">
                    <a:pos x="78" y="11"/>
                  </a:cxn>
                  <a:cxn ang="0">
                    <a:pos x="74" y="13"/>
                  </a:cxn>
                  <a:cxn ang="0">
                    <a:pos x="71" y="11"/>
                  </a:cxn>
                  <a:cxn ang="0">
                    <a:pos x="69" y="13"/>
                  </a:cxn>
                  <a:cxn ang="0">
                    <a:pos x="67" y="15"/>
                  </a:cxn>
                  <a:cxn ang="0">
                    <a:pos x="69" y="33"/>
                  </a:cxn>
                  <a:cxn ang="0">
                    <a:pos x="71" y="35"/>
                  </a:cxn>
                  <a:cxn ang="0">
                    <a:pos x="71" y="39"/>
                  </a:cxn>
                  <a:cxn ang="0">
                    <a:pos x="65" y="61"/>
                  </a:cxn>
                  <a:cxn ang="0">
                    <a:pos x="59" y="69"/>
                  </a:cxn>
                  <a:cxn ang="0">
                    <a:pos x="39" y="84"/>
                  </a:cxn>
                  <a:cxn ang="0">
                    <a:pos x="35" y="89"/>
                  </a:cxn>
                  <a:cxn ang="0">
                    <a:pos x="31" y="95"/>
                  </a:cxn>
                  <a:cxn ang="0">
                    <a:pos x="33" y="102"/>
                  </a:cxn>
                  <a:cxn ang="0">
                    <a:pos x="31" y="104"/>
                  </a:cxn>
                  <a:cxn ang="0">
                    <a:pos x="28" y="108"/>
                  </a:cxn>
                  <a:cxn ang="0">
                    <a:pos x="26" y="108"/>
                  </a:cxn>
                  <a:cxn ang="0">
                    <a:pos x="7" y="106"/>
                  </a:cxn>
                  <a:cxn ang="0">
                    <a:pos x="3" y="104"/>
                  </a:cxn>
                  <a:cxn ang="0">
                    <a:pos x="0" y="89"/>
                  </a:cxn>
                  <a:cxn ang="0">
                    <a:pos x="0" y="86"/>
                  </a:cxn>
                  <a:cxn ang="0">
                    <a:pos x="13" y="67"/>
                  </a:cxn>
                  <a:cxn ang="0">
                    <a:pos x="11" y="63"/>
                  </a:cxn>
                  <a:cxn ang="0">
                    <a:pos x="15" y="56"/>
                  </a:cxn>
                  <a:cxn ang="0">
                    <a:pos x="20" y="43"/>
                  </a:cxn>
                  <a:cxn ang="0">
                    <a:pos x="26" y="37"/>
                  </a:cxn>
                  <a:cxn ang="0">
                    <a:pos x="31" y="35"/>
                  </a:cxn>
                  <a:cxn ang="0">
                    <a:pos x="31" y="37"/>
                  </a:cxn>
                  <a:cxn ang="0">
                    <a:pos x="46" y="20"/>
                  </a:cxn>
                  <a:cxn ang="0">
                    <a:pos x="54" y="2"/>
                  </a:cxn>
                  <a:cxn ang="0">
                    <a:pos x="59" y="0"/>
                  </a:cxn>
                  <a:cxn ang="0">
                    <a:pos x="67" y="0"/>
                  </a:cxn>
                </a:cxnLst>
                <a:rect l="0" t="0" r="r" b="b"/>
                <a:pathLst>
                  <a:path w="78" h="108">
                    <a:moveTo>
                      <a:pt x="67" y="0"/>
                    </a:moveTo>
                    <a:lnTo>
                      <a:pt x="67" y="0"/>
                    </a:lnTo>
                    <a:lnTo>
                      <a:pt x="69" y="0"/>
                    </a:lnTo>
                    <a:lnTo>
                      <a:pt x="76" y="2"/>
                    </a:lnTo>
                    <a:lnTo>
                      <a:pt x="78" y="9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1" y="11"/>
                    </a:lnTo>
                    <a:lnTo>
                      <a:pt x="71" y="11"/>
                    </a:lnTo>
                    <a:lnTo>
                      <a:pt x="69" y="13"/>
                    </a:lnTo>
                    <a:lnTo>
                      <a:pt x="67" y="15"/>
                    </a:lnTo>
                    <a:lnTo>
                      <a:pt x="67" y="15"/>
                    </a:lnTo>
                    <a:lnTo>
                      <a:pt x="67" y="17"/>
                    </a:lnTo>
                    <a:lnTo>
                      <a:pt x="69" y="33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9"/>
                    </a:lnTo>
                    <a:lnTo>
                      <a:pt x="71" y="43"/>
                    </a:lnTo>
                    <a:lnTo>
                      <a:pt x="65" y="61"/>
                    </a:lnTo>
                    <a:lnTo>
                      <a:pt x="65" y="61"/>
                    </a:lnTo>
                    <a:lnTo>
                      <a:pt x="59" y="69"/>
                    </a:lnTo>
                    <a:lnTo>
                      <a:pt x="48" y="78"/>
                    </a:lnTo>
                    <a:lnTo>
                      <a:pt x="39" y="84"/>
                    </a:lnTo>
                    <a:lnTo>
                      <a:pt x="39" y="84"/>
                    </a:lnTo>
                    <a:lnTo>
                      <a:pt x="35" y="89"/>
                    </a:lnTo>
                    <a:lnTo>
                      <a:pt x="33" y="95"/>
                    </a:lnTo>
                    <a:lnTo>
                      <a:pt x="31" y="95"/>
                    </a:lnTo>
                    <a:lnTo>
                      <a:pt x="31" y="97"/>
                    </a:lnTo>
                    <a:lnTo>
                      <a:pt x="33" y="102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1" y="106"/>
                    </a:lnTo>
                    <a:lnTo>
                      <a:pt x="28" y="108"/>
                    </a:lnTo>
                    <a:lnTo>
                      <a:pt x="26" y="108"/>
                    </a:lnTo>
                    <a:lnTo>
                      <a:pt x="26" y="108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5" y="106"/>
                    </a:lnTo>
                    <a:lnTo>
                      <a:pt x="3" y="104"/>
                    </a:lnTo>
                    <a:lnTo>
                      <a:pt x="0" y="91"/>
                    </a:lnTo>
                    <a:lnTo>
                      <a:pt x="0" y="89"/>
                    </a:lnTo>
                    <a:lnTo>
                      <a:pt x="0" y="89"/>
                    </a:lnTo>
                    <a:lnTo>
                      <a:pt x="0" y="86"/>
                    </a:lnTo>
                    <a:lnTo>
                      <a:pt x="3" y="86"/>
                    </a:lnTo>
                    <a:lnTo>
                      <a:pt x="13" y="67"/>
                    </a:lnTo>
                    <a:lnTo>
                      <a:pt x="11" y="65"/>
                    </a:lnTo>
                    <a:lnTo>
                      <a:pt x="11" y="63"/>
                    </a:lnTo>
                    <a:lnTo>
                      <a:pt x="13" y="58"/>
                    </a:lnTo>
                    <a:lnTo>
                      <a:pt x="15" y="56"/>
                    </a:lnTo>
                    <a:lnTo>
                      <a:pt x="18" y="45"/>
                    </a:lnTo>
                    <a:lnTo>
                      <a:pt x="20" y="43"/>
                    </a:lnTo>
                    <a:lnTo>
                      <a:pt x="20" y="43"/>
                    </a:lnTo>
                    <a:lnTo>
                      <a:pt x="26" y="37"/>
                    </a:lnTo>
                    <a:lnTo>
                      <a:pt x="28" y="37"/>
                    </a:lnTo>
                    <a:lnTo>
                      <a:pt x="31" y="35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7" y="30"/>
                    </a:lnTo>
                    <a:lnTo>
                      <a:pt x="46" y="20"/>
                    </a:lnTo>
                    <a:lnTo>
                      <a:pt x="54" y="4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23" name="Freeform 54">
                <a:extLst>
                  <a:ext uri="{FF2B5EF4-FFF2-40B4-BE49-F238E27FC236}">
                    <a16:creationId xmlns:a16="http://schemas.microsoft.com/office/drawing/2014/main" id="{BEFE5B2F-13CD-27B6-5CE1-7D6D566F5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6246" y="3850532"/>
                <a:ext cx="8136" cy="8136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8" y="2"/>
                  </a:cxn>
                  <a:cxn ang="0">
                    <a:pos x="8" y="2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6" y="8"/>
                  </a:cxn>
                  <a:cxn ang="0">
                    <a:pos x="4" y="8"/>
                  </a:cxn>
                  <a:cxn ang="0">
                    <a:pos x="0" y="8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8" y="2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24" name="Freeform 55">
                <a:extLst>
                  <a:ext uri="{FF2B5EF4-FFF2-40B4-BE49-F238E27FC236}">
                    <a16:creationId xmlns:a16="http://schemas.microsoft.com/office/drawing/2014/main" id="{4FFAD86B-5705-EE16-9A13-8A41BC756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7770" y="3863753"/>
                <a:ext cx="21357" cy="1322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19" y="0"/>
                  </a:cxn>
                  <a:cxn ang="0">
                    <a:pos x="21" y="0"/>
                  </a:cxn>
                  <a:cxn ang="0">
                    <a:pos x="21" y="0"/>
                  </a:cxn>
                  <a:cxn ang="0">
                    <a:pos x="21" y="0"/>
                  </a:cxn>
                  <a:cxn ang="0">
                    <a:pos x="21" y="0"/>
                  </a:cxn>
                  <a:cxn ang="0">
                    <a:pos x="21" y="0"/>
                  </a:cxn>
                  <a:cxn ang="0">
                    <a:pos x="21" y="2"/>
                  </a:cxn>
                  <a:cxn ang="0">
                    <a:pos x="17" y="6"/>
                  </a:cxn>
                  <a:cxn ang="0">
                    <a:pos x="10" y="10"/>
                  </a:cxn>
                  <a:cxn ang="0">
                    <a:pos x="8" y="13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</a:cxnLst>
                <a:rect l="0" t="0" r="r" b="b"/>
                <a:pathLst>
                  <a:path w="21" h="13">
                    <a:moveTo>
                      <a:pt x="6" y="0"/>
                    </a:moveTo>
                    <a:lnTo>
                      <a:pt x="19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17" y="6"/>
                    </a:lnTo>
                    <a:lnTo>
                      <a:pt x="10" y="10"/>
                    </a:lnTo>
                    <a:lnTo>
                      <a:pt x="8" y="1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25" name="Freeform 56">
                <a:extLst>
                  <a:ext uri="{FF2B5EF4-FFF2-40B4-BE49-F238E27FC236}">
                    <a16:creationId xmlns:a16="http://schemas.microsoft.com/office/drawing/2014/main" id="{78548FD1-A0C7-C3A3-46EB-8A806AEDD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9464" y="3871889"/>
                <a:ext cx="18306" cy="9153"/>
              </a:xfrm>
              <a:custGeom>
                <a:avLst/>
                <a:gdLst/>
                <a:ahLst/>
                <a:cxnLst>
                  <a:cxn ang="0">
                    <a:pos x="5" y="2"/>
                  </a:cxn>
                  <a:cxn ang="0">
                    <a:pos x="5" y="2"/>
                  </a:cxn>
                  <a:cxn ang="0">
                    <a:pos x="15" y="2"/>
                  </a:cxn>
                  <a:cxn ang="0">
                    <a:pos x="18" y="5"/>
                  </a:cxn>
                  <a:cxn ang="0">
                    <a:pos x="18" y="5"/>
                  </a:cxn>
                  <a:cxn ang="0">
                    <a:pos x="15" y="7"/>
                  </a:cxn>
                  <a:cxn ang="0">
                    <a:pos x="13" y="7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9" y="9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</a:cxnLst>
                <a:rect l="0" t="0" r="r" b="b"/>
                <a:pathLst>
                  <a:path w="18" h="9">
                    <a:moveTo>
                      <a:pt x="5" y="2"/>
                    </a:moveTo>
                    <a:lnTo>
                      <a:pt x="5" y="2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26" name="Freeform 57">
                <a:extLst>
                  <a:ext uri="{FF2B5EF4-FFF2-40B4-BE49-F238E27FC236}">
                    <a16:creationId xmlns:a16="http://schemas.microsoft.com/office/drawing/2014/main" id="{90667713-1F95-86A7-94C2-84B2AA801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6389" y="3873923"/>
                <a:ext cx="18306" cy="20340"/>
              </a:xfrm>
              <a:custGeom>
                <a:avLst/>
                <a:gdLst/>
                <a:ahLst/>
                <a:cxnLst>
                  <a:cxn ang="0">
                    <a:pos x="9" y="3"/>
                  </a:cxn>
                  <a:cxn ang="0">
                    <a:pos x="18" y="3"/>
                  </a:cxn>
                  <a:cxn ang="0">
                    <a:pos x="18" y="5"/>
                  </a:cxn>
                  <a:cxn ang="0">
                    <a:pos x="18" y="5"/>
                  </a:cxn>
                  <a:cxn ang="0">
                    <a:pos x="18" y="7"/>
                  </a:cxn>
                  <a:cxn ang="0">
                    <a:pos x="18" y="9"/>
                  </a:cxn>
                  <a:cxn ang="0">
                    <a:pos x="18" y="9"/>
                  </a:cxn>
                  <a:cxn ang="0">
                    <a:pos x="18" y="11"/>
                  </a:cxn>
                  <a:cxn ang="0">
                    <a:pos x="13" y="13"/>
                  </a:cxn>
                  <a:cxn ang="0">
                    <a:pos x="7" y="18"/>
                  </a:cxn>
                  <a:cxn ang="0">
                    <a:pos x="5" y="18"/>
                  </a:cxn>
                  <a:cxn ang="0">
                    <a:pos x="5" y="20"/>
                  </a:cxn>
                  <a:cxn ang="0">
                    <a:pos x="5" y="20"/>
                  </a:cxn>
                  <a:cxn ang="0">
                    <a:pos x="3" y="20"/>
                  </a:cxn>
                  <a:cxn ang="0">
                    <a:pos x="3" y="18"/>
                  </a:cxn>
                  <a:cxn ang="0">
                    <a:pos x="3" y="18"/>
                  </a:cxn>
                  <a:cxn ang="0">
                    <a:pos x="0" y="18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3"/>
                  </a:cxn>
                  <a:cxn ang="0">
                    <a:pos x="3" y="3"/>
                  </a:cxn>
                  <a:cxn ang="0">
                    <a:pos x="5" y="3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3"/>
                  </a:cxn>
                  <a:cxn ang="0">
                    <a:pos x="9" y="3"/>
                  </a:cxn>
                </a:cxnLst>
                <a:rect l="0" t="0" r="r" b="b"/>
                <a:pathLst>
                  <a:path w="18" h="20">
                    <a:moveTo>
                      <a:pt x="9" y="3"/>
                    </a:move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3" y="13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27" name="Freeform 58">
                <a:extLst>
                  <a:ext uri="{FF2B5EF4-FFF2-40B4-BE49-F238E27FC236}">
                    <a16:creationId xmlns:a16="http://schemas.microsoft.com/office/drawing/2014/main" id="{6AB06813-E47F-6912-022B-F9DDE1A63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8242" y="3881042"/>
                <a:ext cx="123058" cy="56952"/>
              </a:xfrm>
              <a:custGeom>
                <a:avLst/>
                <a:gdLst/>
                <a:ahLst/>
                <a:cxnLst>
                  <a:cxn ang="0">
                    <a:pos x="28" y="13"/>
                  </a:cxn>
                  <a:cxn ang="0">
                    <a:pos x="48" y="19"/>
                  </a:cxn>
                  <a:cxn ang="0">
                    <a:pos x="67" y="17"/>
                  </a:cxn>
                  <a:cxn ang="0">
                    <a:pos x="71" y="15"/>
                  </a:cxn>
                  <a:cxn ang="0">
                    <a:pos x="71" y="13"/>
                  </a:cxn>
                  <a:cxn ang="0">
                    <a:pos x="76" y="9"/>
                  </a:cxn>
                  <a:cxn ang="0">
                    <a:pos x="91" y="2"/>
                  </a:cxn>
                  <a:cxn ang="0">
                    <a:pos x="99" y="0"/>
                  </a:cxn>
                  <a:cxn ang="0">
                    <a:pos x="101" y="2"/>
                  </a:cxn>
                  <a:cxn ang="0">
                    <a:pos x="101" y="4"/>
                  </a:cxn>
                  <a:cxn ang="0">
                    <a:pos x="101" y="6"/>
                  </a:cxn>
                  <a:cxn ang="0">
                    <a:pos x="112" y="13"/>
                  </a:cxn>
                  <a:cxn ang="0">
                    <a:pos x="114" y="13"/>
                  </a:cxn>
                  <a:cxn ang="0">
                    <a:pos x="121" y="24"/>
                  </a:cxn>
                  <a:cxn ang="0">
                    <a:pos x="110" y="24"/>
                  </a:cxn>
                  <a:cxn ang="0">
                    <a:pos x="106" y="24"/>
                  </a:cxn>
                  <a:cxn ang="0">
                    <a:pos x="99" y="28"/>
                  </a:cxn>
                  <a:cxn ang="0">
                    <a:pos x="93" y="32"/>
                  </a:cxn>
                  <a:cxn ang="0">
                    <a:pos x="88" y="34"/>
                  </a:cxn>
                  <a:cxn ang="0">
                    <a:pos x="86" y="39"/>
                  </a:cxn>
                  <a:cxn ang="0">
                    <a:pos x="76" y="45"/>
                  </a:cxn>
                  <a:cxn ang="0">
                    <a:pos x="41" y="39"/>
                  </a:cxn>
                  <a:cxn ang="0">
                    <a:pos x="35" y="39"/>
                  </a:cxn>
                  <a:cxn ang="0">
                    <a:pos x="20" y="41"/>
                  </a:cxn>
                  <a:cxn ang="0">
                    <a:pos x="17" y="43"/>
                  </a:cxn>
                  <a:cxn ang="0">
                    <a:pos x="15" y="45"/>
                  </a:cxn>
                  <a:cxn ang="0">
                    <a:pos x="2" y="54"/>
                  </a:cxn>
                  <a:cxn ang="0">
                    <a:pos x="0" y="56"/>
                  </a:cxn>
                  <a:cxn ang="0">
                    <a:pos x="0" y="54"/>
                  </a:cxn>
                  <a:cxn ang="0">
                    <a:pos x="0" y="54"/>
                  </a:cxn>
                  <a:cxn ang="0">
                    <a:pos x="4" y="34"/>
                  </a:cxn>
                  <a:cxn ang="0">
                    <a:pos x="24" y="13"/>
                  </a:cxn>
                </a:cxnLst>
                <a:rect l="0" t="0" r="r" b="b"/>
                <a:pathLst>
                  <a:path w="121" h="56">
                    <a:moveTo>
                      <a:pt x="24" y="13"/>
                    </a:moveTo>
                    <a:lnTo>
                      <a:pt x="28" y="13"/>
                    </a:lnTo>
                    <a:lnTo>
                      <a:pt x="39" y="17"/>
                    </a:lnTo>
                    <a:lnTo>
                      <a:pt x="48" y="19"/>
                    </a:lnTo>
                    <a:lnTo>
                      <a:pt x="50" y="19"/>
                    </a:lnTo>
                    <a:lnTo>
                      <a:pt x="67" y="17"/>
                    </a:lnTo>
                    <a:lnTo>
                      <a:pt x="69" y="15"/>
                    </a:lnTo>
                    <a:lnTo>
                      <a:pt x="71" y="15"/>
                    </a:lnTo>
                    <a:lnTo>
                      <a:pt x="71" y="13"/>
                    </a:lnTo>
                    <a:lnTo>
                      <a:pt x="71" y="13"/>
                    </a:lnTo>
                    <a:lnTo>
                      <a:pt x="71" y="11"/>
                    </a:lnTo>
                    <a:lnTo>
                      <a:pt x="76" y="9"/>
                    </a:lnTo>
                    <a:lnTo>
                      <a:pt x="84" y="4"/>
                    </a:lnTo>
                    <a:lnTo>
                      <a:pt x="91" y="2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01" y="2"/>
                    </a:lnTo>
                    <a:lnTo>
                      <a:pt x="101" y="2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101" y="6"/>
                    </a:lnTo>
                    <a:lnTo>
                      <a:pt x="101" y="6"/>
                    </a:lnTo>
                    <a:lnTo>
                      <a:pt x="112" y="13"/>
                    </a:lnTo>
                    <a:lnTo>
                      <a:pt x="112" y="13"/>
                    </a:lnTo>
                    <a:lnTo>
                      <a:pt x="114" y="13"/>
                    </a:lnTo>
                    <a:lnTo>
                      <a:pt x="117" y="13"/>
                    </a:lnTo>
                    <a:lnTo>
                      <a:pt x="121" y="24"/>
                    </a:lnTo>
                    <a:lnTo>
                      <a:pt x="119" y="24"/>
                    </a:lnTo>
                    <a:lnTo>
                      <a:pt x="110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99" y="26"/>
                    </a:lnTo>
                    <a:lnTo>
                      <a:pt x="99" y="28"/>
                    </a:lnTo>
                    <a:lnTo>
                      <a:pt x="93" y="30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88" y="34"/>
                    </a:lnTo>
                    <a:lnTo>
                      <a:pt x="88" y="37"/>
                    </a:lnTo>
                    <a:lnTo>
                      <a:pt x="86" y="39"/>
                    </a:lnTo>
                    <a:lnTo>
                      <a:pt x="86" y="39"/>
                    </a:lnTo>
                    <a:lnTo>
                      <a:pt x="76" y="45"/>
                    </a:lnTo>
                    <a:lnTo>
                      <a:pt x="58" y="43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35" y="39"/>
                    </a:lnTo>
                    <a:lnTo>
                      <a:pt x="26" y="41"/>
                    </a:lnTo>
                    <a:lnTo>
                      <a:pt x="20" y="41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5" y="45"/>
                    </a:lnTo>
                    <a:lnTo>
                      <a:pt x="7" y="52"/>
                    </a:lnTo>
                    <a:lnTo>
                      <a:pt x="2" y="54"/>
                    </a:lnTo>
                    <a:lnTo>
                      <a:pt x="2" y="54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37"/>
                    </a:lnTo>
                    <a:lnTo>
                      <a:pt x="4" y="34"/>
                    </a:lnTo>
                    <a:lnTo>
                      <a:pt x="15" y="22"/>
                    </a:lnTo>
                    <a:lnTo>
                      <a:pt x="24" y="13"/>
                    </a:lnTo>
                    <a:lnTo>
                      <a:pt x="24" y="1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28" name="Freeform 59">
                <a:extLst>
                  <a:ext uri="{FF2B5EF4-FFF2-40B4-BE49-F238E27FC236}">
                    <a16:creationId xmlns:a16="http://schemas.microsoft.com/office/drawing/2014/main" id="{3A900793-AA42-1FAE-2DEF-6110C36EF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4719" y="3890195"/>
                <a:ext cx="20340" cy="1017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20" y="0"/>
                  </a:cxn>
                  <a:cxn ang="0">
                    <a:pos x="18" y="4"/>
                  </a:cxn>
                  <a:cxn ang="0">
                    <a:pos x="18" y="4"/>
                  </a:cxn>
                  <a:cxn ang="0">
                    <a:pos x="16" y="6"/>
                  </a:cxn>
                  <a:cxn ang="0">
                    <a:pos x="16" y="6"/>
                  </a:cxn>
                  <a:cxn ang="0">
                    <a:pos x="13" y="8"/>
                  </a:cxn>
                  <a:cxn ang="0">
                    <a:pos x="7" y="10"/>
                  </a:cxn>
                  <a:cxn ang="0">
                    <a:pos x="3" y="10"/>
                  </a:cxn>
                  <a:cxn ang="0">
                    <a:pos x="3" y="10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8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16" y="0"/>
                  </a:cxn>
                  <a:cxn ang="0">
                    <a:pos x="18" y="0"/>
                  </a:cxn>
                  <a:cxn ang="0">
                    <a:pos x="18" y="0"/>
                  </a:cxn>
                </a:cxnLst>
                <a:rect l="0" t="0" r="r" b="b"/>
                <a:pathLst>
                  <a:path w="20" h="10">
                    <a:moveTo>
                      <a:pt x="18" y="0"/>
                    </a:moveTo>
                    <a:lnTo>
                      <a:pt x="20" y="0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3" y="8"/>
                    </a:lnTo>
                    <a:lnTo>
                      <a:pt x="7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29" name="Freeform 60">
                <a:extLst>
                  <a:ext uri="{FF2B5EF4-FFF2-40B4-BE49-F238E27FC236}">
                    <a16:creationId xmlns:a16="http://schemas.microsoft.com/office/drawing/2014/main" id="{D9DB2214-36D4-6038-E094-87289269A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6913" y="3909518"/>
                <a:ext cx="34578" cy="325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10" y="0"/>
                  </a:cxn>
                  <a:cxn ang="0">
                    <a:pos x="12" y="0"/>
                  </a:cxn>
                  <a:cxn ang="0">
                    <a:pos x="12" y="0"/>
                  </a:cxn>
                  <a:cxn ang="0">
                    <a:pos x="15" y="0"/>
                  </a:cxn>
                  <a:cxn ang="0">
                    <a:pos x="30" y="4"/>
                  </a:cxn>
                  <a:cxn ang="0">
                    <a:pos x="30" y="4"/>
                  </a:cxn>
                  <a:cxn ang="0">
                    <a:pos x="32" y="6"/>
                  </a:cxn>
                  <a:cxn ang="0">
                    <a:pos x="32" y="6"/>
                  </a:cxn>
                  <a:cxn ang="0">
                    <a:pos x="34" y="13"/>
                  </a:cxn>
                  <a:cxn ang="0">
                    <a:pos x="34" y="15"/>
                  </a:cxn>
                  <a:cxn ang="0">
                    <a:pos x="34" y="15"/>
                  </a:cxn>
                  <a:cxn ang="0">
                    <a:pos x="34" y="15"/>
                  </a:cxn>
                  <a:cxn ang="0">
                    <a:pos x="34" y="17"/>
                  </a:cxn>
                  <a:cxn ang="0">
                    <a:pos x="32" y="19"/>
                  </a:cxn>
                  <a:cxn ang="0">
                    <a:pos x="23" y="30"/>
                  </a:cxn>
                  <a:cxn ang="0">
                    <a:pos x="23" y="32"/>
                  </a:cxn>
                  <a:cxn ang="0">
                    <a:pos x="23" y="32"/>
                  </a:cxn>
                  <a:cxn ang="0">
                    <a:pos x="23" y="32"/>
                  </a:cxn>
                  <a:cxn ang="0">
                    <a:pos x="21" y="32"/>
                  </a:cxn>
                  <a:cxn ang="0">
                    <a:pos x="21" y="32"/>
                  </a:cxn>
                  <a:cxn ang="0">
                    <a:pos x="15" y="30"/>
                  </a:cxn>
                  <a:cxn ang="0">
                    <a:pos x="12" y="30"/>
                  </a:cxn>
                  <a:cxn ang="0">
                    <a:pos x="12" y="28"/>
                  </a:cxn>
                  <a:cxn ang="0">
                    <a:pos x="4" y="17"/>
                  </a:cxn>
                  <a:cxn ang="0">
                    <a:pos x="2" y="15"/>
                  </a:cxn>
                  <a:cxn ang="0">
                    <a:pos x="2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</a:cxnLst>
                <a:rect l="0" t="0" r="r" b="b"/>
                <a:pathLst>
                  <a:path w="34" h="32">
                    <a:moveTo>
                      <a:pt x="6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4" y="13"/>
                    </a:lnTo>
                    <a:lnTo>
                      <a:pt x="34" y="15"/>
                    </a:lnTo>
                    <a:lnTo>
                      <a:pt x="34" y="15"/>
                    </a:lnTo>
                    <a:lnTo>
                      <a:pt x="34" y="15"/>
                    </a:lnTo>
                    <a:lnTo>
                      <a:pt x="34" y="17"/>
                    </a:lnTo>
                    <a:lnTo>
                      <a:pt x="32" y="19"/>
                    </a:lnTo>
                    <a:lnTo>
                      <a:pt x="23" y="30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15" y="30"/>
                    </a:lnTo>
                    <a:lnTo>
                      <a:pt x="12" y="30"/>
                    </a:lnTo>
                    <a:lnTo>
                      <a:pt x="12" y="28"/>
                    </a:lnTo>
                    <a:lnTo>
                      <a:pt x="4" y="17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30" name="Freeform 61">
                <a:extLst>
                  <a:ext uri="{FF2B5EF4-FFF2-40B4-BE49-F238E27FC236}">
                    <a16:creationId xmlns:a16="http://schemas.microsoft.com/office/drawing/2014/main" id="{CC365757-6DDD-A190-73DB-892F3D30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5031" y="3937994"/>
                <a:ext cx="9153" cy="11187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11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31" name="Freeform 62">
                <a:extLst>
                  <a:ext uri="{FF2B5EF4-FFF2-40B4-BE49-F238E27FC236}">
                    <a16:creationId xmlns:a16="http://schemas.microsoft.com/office/drawing/2014/main" id="{84D2BB50-31EB-569C-8EDC-BE4BB726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1328" y="3945114"/>
                <a:ext cx="49834" cy="32544"/>
              </a:xfrm>
              <a:custGeom>
                <a:avLst/>
                <a:gdLst/>
                <a:ahLst/>
                <a:cxnLst>
                  <a:cxn ang="0">
                    <a:pos x="0" y="32"/>
                  </a:cxn>
                  <a:cxn ang="0">
                    <a:pos x="0" y="30"/>
                  </a:cxn>
                  <a:cxn ang="0">
                    <a:pos x="8" y="21"/>
                  </a:cxn>
                  <a:cxn ang="0">
                    <a:pos x="11" y="19"/>
                  </a:cxn>
                  <a:cxn ang="0">
                    <a:pos x="11" y="17"/>
                  </a:cxn>
                  <a:cxn ang="0">
                    <a:pos x="19" y="15"/>
                  </a:cxn>
                  <a:cxn ang="0">
                    <a:pos x="21" y="8"/>
                  </a:cxn>
                  <a:cxn ang="0">
                    <a:pos x="28" y="2"/>
                  </a:cxn>
                  <a:cxn ang="0">
                    <a:pos x="28" y="0"/>
                  </a:cxn>
                  <a:cxn ang="0">
                    <a:pos x="30" y="0"/>
                  </a:cxn>
                  <a:cxn ang="0">
                    <a:pos x="30" y="0"/>
                  </a:cxn>
                  <a:cxn ang="0">
                    <a:pos x="32" y="0"/>
                  </a:cxn>
                  <a:cxn ang="0">
                    <a:pos x="47" y="4"/>
                  </a:cxn>
                  <a:cxn ang="0">
                    <a:pos x="47" y="4"/>
                  </a:cxn>
                  <a:cxn ang="0">
                    <a:pos x="49" y="6"/>
                  </a:cxn>
                  <a:cxn ang="0">
                    <a:pos x="47" y="6"/>
                  </a:cxn>
                  <a:cxn ang="0">
                    <a:pos x="45" y="8"/>
                  </a:cxn>
                  <a:cxn ang="0">
                    <a:pos x="43" y="10"/>
                  </a:cxn>
                  <a:cxn ang="0">
                    <a:pos x="32" y="15"/>
                  </a:cxn>
                  <a:cxn ang="0">
                    <a:pos x="21" y="19"/>
                  </a:cxn>
                  <a:cxn ang="0">
                    <a:pos x="15" y="23"/>
                  </a:cxn>
                  <a:cxn ang="0">
                    <a:pos x="15" y="25"/>
                  </a:cxn>
                  <a:cxn ang="0">
                    <a:pos x="15" y="25"/>
                  </a:cxn>
                  <a:cxn ang="0">
                    <a:pos x="13" y="25"/>
                  </a:cxn>
                  <a:cxn ang="0">
                    <a:pos x="6" y="32"/>
                  </a:cxn>
                  <a:cxn ang="0">
                    <a:pos x="4" y="32"/>
                  </a:cxn>
                  <a:cxn ang="0">
                    <a:pos x="0" y="32"/>
                  </a:cxn>
                  <a:cxn ang="0">
                    <a:pos x="0" y="32"/>
                  </a:cxn>
                </a:cxnLst>
                <a:rect l="0" t="0" r="r" b="b"/>
                <a:pathLst>
                  <a:path w="49" h="32">
                    <a:moveTo>
                      <a:pt x="0" y="32"/>
                    </a:moveTo>
                    <a:lnTo>
                      <a:pt x="0" y="30"/>
                    </a:lnTo>
                    <a:lnTo>
                      <a:pt x="8" y="21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9" y="15"/>
                    </a:lnTo>
                    <a:lnTo>
                      <a:pt x="21" y="8"/>
                    </a:lnTo>
                    <a:lnTo>
                      <a:pt x="28" y="2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9" y="6"/>
                    </a:lnTo>
                    <a:lnTo>
                      <a:pt x="47" y="6"/>
                    </a:lnTo>
                    <a:lnTo>
                      <a:pt x="45" y="8"/>
                    </a:lnTo>
                    <a:lnTo>
                      <a:pt x="43" y="10"/>
                    </a:lnTo>
                    <a:lnTo>
                      <a:pt x="32" y="15"/>
                    </a:lnTo>
                    <a:lnTo>
                      <a:pt x="21" y="19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3" y="25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0" y="32"/>
                    </a:lnTo>
                    <a:lnTo>
                      <a:pt x="0" y="3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32" name="Freeform 63">
                <a:extLst>
                  <a:ext uri="{FF2B5EF4-FFF2-40B4-BE49-F238E27FC236}">
                    <a16:creationId xmlns:a16="http://schemas.microsoft.com/office/drawing/2014/main" id="{5DA5B83B-5C40-FC2B-2999-663A1DB5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7239" y="3947148"/>
                <a:ext cx="43732" cy="1932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" y="0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5" y="2"/>
                  </a:cxn>
                  <a:cxn ang="0">
                    <a:pos x="15" y="2"/>
                  </a:cxn>
                  <a:cxn ang="0">
                    <a:pos x="17" y="2"/>
                  </a:cxn>
                  <a:cxn ang="0">
                    <a:pos x="19" y="4"/>
                  </a:cxn>
                  <a:cxn ang="0">
                    <a:pos x="24" y="4"/>
                  </a:cxn>
                  <a:cxn ang="0">
                    <a:pos x="26" y="4"/>
                  </a:cxn>
                  <a:cxn ang="0">
                    <a:pos x="35" y="6"/>
                  </a:cxn>
                  <a:cxn ang="0">
                    <a:pos x="37" y="4"/>
                  </a:cxn>
                  <a:cxn ang="0">
                    <a:pos x="37" y="4"/>
                  </a:cxn>
                  <a:cxn ang="0">
                    <a:pos x="37" y="4"/>
                  </a:cxn>
                  <a:cxn ang="0">
                    <a:pos x="39" y="4"/>
                  </a:cxn>
                  <a:cxn ang="0">
                    <a:pos x="39" y="4"/>
                  </a:cxn>
                  <a:cxn ang="0">
                    <a:pos x="41" y="4"/>
                  </a:cxn>
                  <a:cxn ang="0">
                    <a:pos x="43" y="4"/>
                  </a:cxn>
                  <a:cxn ang="0">
                    <a:pos x="43" y="6"/>
                  </a:cxn>
                  <a:cxn ang="0">
                    <a:pos x="43" y="6"/>
                  </a:cxn>
                  <a:cxn ang="0">
                    <a:pos x="43" y="8"/>
                  </a:cxn>
                  <a:cxn ang="0">
                    <a:pos x="43" y="8"/>
                  </a:cxn>
                  <a:cxn ang="0">
                    <a:pos x="43" y="8"/>
                  </a:cxn>
                  <a:cxn ang="0">
                    <a:pos x="35" y="19"/>
                  </a:cxn>
                  <a:cxn ang="0">
                    <a:pos x="32" y="19"/>
                  </a:cxn>
                  <a:cxn ang="0">
                    <a:pos x="32" y="19"/>
                  </a:cxn>
                  <a:cxn ang="0">
                    <a:pos x="30" y="19"/>
                  </a:cxn>
                  <a:cxn ang="0">
                    <a:pos x="9" y="13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4" y="11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43" h="19">
                    <a:moveTo>
                      <a:pt x="4" y="0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9" y="4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35" y="6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1" y="4"/>
                    </a:lnTo>
                    <a:lnTo>
                      <a:pt x="43" y="4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35" y="19"/>
                    </a:lnTo>
                    <a:lnTo>
                      <a:pt x="32" y="19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9" y="13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33" name="Freeform 64">
                <a:extLst>
                  <a:ext uri="{FF2B5EF4-FFF2-40B4-BE49-F238E27FC236}">
                    <a16:creationId xmlns:a16="http://schemas.microsoft.com/office/drawing/2014/main" id="{2CBB90A8-5626-2F29-4E77-4FE8C1000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9950" y="3953250"/>
                <a:ext cx="19323" cy="11187"/>
              </a:xfrm>
              <a:custGeom>
                <a:avLst/>
                <a:gdLst/>
                <a:ahLst/>
                <a:cxnLst>
                  <a:cxn ang="0">
                    <a:pos x="6" y="2"/>
                  </a:cxn>
                  <a:cxn ang="0">
                    <a:pos x="6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5" y="0"/>
                  </a:cxn>
                  <a:cxn ang="0">
                    <a:pos x="17" y="2"/>
                  </a:cxn>
                  <a:cxn ang="0">
                    <a:pos x="17" y="2"/>
                  </a:cxn>
                  <a:cxn ang="0">
                    <a:pos x="19" y="5"/>
                  </a:cxn>
                  <a:cxn ang="0">
                    <a:pos x="19" y="5"/>
                  </a:cxn>
                  <a:cxn ang="0">
                    <a:pos x="19" y="7"/>
                  </a:cxn>
                  <a:cxn ang="0">
                    <a:pos x="19" y="7"/>
                  </a:cxn>
                  <a:cxn ang="0">
                    <a:pos x="17" y="7"/>
                  </a:cxn>
                  <a:cxn ang="0">
                    <a:pos x="17" y="7"/>
                  </a:cxn>
                  <a:cxn ang="0">
                    <a:pos x="17" y="9"/>
                  </a:cxn>
                  <a:cxn ang="0">
                    <a:pos x="11" y="11"/>
                  </a:cxn>
                  <a:cxn ang="0">
                    <a:pos x="8" y="11"/>
                  </a:cxn>
                  <a:cxn ang="0">
                    <a:pos x="6" y="11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0" y="7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6" y="2"/>
                  </a:cxn>
                </a:cxnLst>
                <a:rect l="0" t="0" r="r" b="b"/>
                <a:pathLst>
                  <a:path w="19" h="11">
                    <a:moveTo>
                      <a:pt x="6" y="2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0" y="7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34" name="Freeform 65">
                <a:extLst>
                  <a:ext uri="{FF2B5EF4-FFF2-40B4-BE49-F238E27FC236}">
                    <a16:creationId xmlns:a16="http://schemas.microsoft.com/office/drawing/2014/main" id="{694BF15B-2C16-6C8C-4AD0-1D152377B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6399" y="3955284"/>
                <a:ext cx="24408" cy="11187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4" y="3"/>
                  </a:cxn>
                  <a:cxn ang="0">
                    <a:pos x="7" y="0"/>
                  </a:cxn>
                  <a:cxn ang="0">
                    <a:pos x="13" y="0"/>
                  </a:cxn>
                  <a:cxn ang="0">
                    <a:pos x="17" y="3"/>
                  </a:cxn>
                  <a:cxn ang="0">
                    <a:pos x="17" y="3"/>
                  </a:cxn>
                  <a:cxn ang="0">
                    <a:pos x="24" y="5"/>
                  </a:cxn>
                  <a:cxn ang="0">
                    <a:pos x="24" y="5"/>
                  </a:cxn>
                  <a:cxn ang="0">
                    <a:pos x="24" y="7"/>
                  </a:cxn>
                  <a:cxn ang="0">
                    <a:pos x="24" y="9"/>
                  </a:cxn>
                  <a:cxn ang="0">
                    <a:pos x="24" y="9"/>
                  </a:cxn>
                  <a:cxn ang="0">
                    <a:pos x="22" y="11"/>
                  </a:cxn>
                  <a:cxn ang="0">
                    <a:pos x="22" y="11"/>
                  </a:cxn>
                  <a:cxn ang="0">
                    <a:pos x="22" y="11"/>
                  </a:cxn>
                  <a:cxn ang="0">
                    <a:pos x="22" y="11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7" y="9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4" y="3"/>
                  </a:cxn>
                  <a:cxn ang="0">
                    <a:pos x="4" y="3"/>
                  </a:cxn>
                </a:cxnLst>
                <a:rect l="0" t="0" r="r" b="b"/>
                <a:pathLst>
                  <a:path w="24" h="11">
                    <a:moveTo>
                      <a:pt x="4" y="3"/>
                    </a:moveTo>
                    <a:lnTo>
                      <a:pt x="4" y="3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7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7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135" name="Freeform 66">
                <a:extLst>
                  <a:ext uri="{FF2B5EF4-FFF2-40B4-BE49-F238E27FC236}">
                    <a16:creationId xmlns:a16="http://schemas.microsoft.com/office/drawing/2014/main" id="{1105330A-512F-4F09-C33A-87878C220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6902" y="3960369"/>
                <a:ext cx="17289" cy="8136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8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7" y="8"/>
                  </a:cxn>
                  <a:cxn ang="0">
                    <a:pos x="15" y="8"/>
                  </a:cxn>
                  <a:cxn ang="0">
                    <a:pos x="15" y="8"/>
                  </a:cxn>
                  <a:cxn ang="0">
                    <a:pos x="13" y="8"/>
                  </a:cxn>
                  <a:cxn ang="0">
                    <a:pos x="4" y="8"/>
                  </a:cxn>
                  <a:cxn ang="0">
                    <a:pos x="4" y="8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17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20" name="Freeform 67">
              <a:extLst>
                <a:ext uri="{FF2B5EF4-FFF2-40B4-BE49-F238E27FC236}">
                  <a16:creationId xmlns:a16="http://schemas.microsoft.com/office/drawing/2014/main" id="{A3A38707-AEDF-9A65-D564-E0429751B5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9190" y="3945114"/>
              <a:ext cx="403752" cy="125092"/>
            </a:xfrm>
            <a:custGeom>
              <a:avLst/>
              <a:gdLst/>
              <a:ahLst/>
              <a:cxnLst>
                <a:cxn ang="0">
                  <a:pos x="302" y="84"/>
                </a:cxn>
                <a:cxn ang="0">
                  <a:pos x="306" y="75"/>
                </a:cxn>
                <a:cxn ang="0">
                  <a:pos x="302" y="67"/>
                </a:cxn>
                <a:cxn ang="0">
                  <a:pos x="270" y="95"/>
                </a:cxn>
                <a:cxn ang="0">
                  <a:pos x="259" y="92"/>
                </a:cxn>
                <a:cxn ang="0">
                  <a:pos x="222" y="99"/>
                </a:cxn>
                <a:cxn ang="0">
                  <a:pos x="212" y="105"/>
                </a:cxn>
                <a:cxn ang="0">
                  <a:pos x="179" y="116"/>
                </a:cxn>
                <a:cxn ang="0">
                  <a:pos x="166" y="112"/>
                </a:cxn>
                <a:cxn ang="0">
                  <a:pos x="156" y="120"/>
                </a:cxn>
                <a:cxn ang="0">
                  <a:pos x="115" y="114"/>
                </a:cxn>
                <a:cxn ang="0">
                  <a:pos x="108" y="95"/>
                </a:cxn>
                <a:cxn ang="0">
                  <a:pos x="123" y="51"/>
                </a:cxn>
                <a:cxn ang="0">
                  <a:pos x="149" y="38"/>
                </a:cxn>
                <a:cxn ang="0">
                  <a:pos x="188" y="45"/>
                </a:cxn>
                <a:cxn ang="0">
                  <a:pos x="205" y="41"/>
                </a:cxn>
                <a:cxn ang="0">
                  <a:pos x="214" y="58"/>
                </a:cxn>
                <a:cxn ang="0">
                  <a:pos x="261" y="73"/>
                </a:cxn>
                <a:cxn ang="0">
                  <a:pos x="276" y="69"/>
                </a:cxn>
                <a:cxn ang="0">
                  <a:pos x="289" y="67"/>
                </a:cxn>
                <a:cxn ang="0">
                  <a:pos x="263" y="45"/>
                </a:cxn>
                <a:cxn ang="0">
                  <a:pos x="235" y="34"/>
                </a:cxn>
                <a:cxn ang="0">
                  <a:pos x="222" y="10"/>
                </a:cxn>
                <a:cxn ang="0">
                  <a:pos x="265" y="2"/>
                </a:cxn>
                <a:cxn ang="0">
                  <a:pos x="276" y="8"/>
                </a:cxn>
                <a:cxn ang="0">
                  <a:pos x="287" y="32"/>
                </a:cxn>
                <a:cxn ang="0">
                  <a:pos x="309" y="21"/>
                </a:cxn>
                <a:cxn ang="0">
                  <a:pos x="332" y="25"/>
                </a:cxn>
                <a:cxn ang="0">
                  <a:pos x="334" y="47"/>
                </a:cxn>
                <a:cxn ang="0">
                  <a:pos x="339" y="49"/>
                </a:cxn>
                <a:cxn ang="0">
                  <a:pos x="341" y="36"/>
                </a:cxn>
                <a:cxn ang="0">
                  <a:pos x="352" y="25"/>
                </a:cxn>
                <a:cxn ang="0">
                  <a:pos x="375" y="28"/>
                </a:cxn>
                <a:cxn ang="0">
                  <a:pos x="378" y="56"/>
                </a:cxn>
                <a:cxn ang="0">
                  <a:pos x="395" y="67"/>
                </a:cxn>
                <a:cxn ang="0">
                  <a:pos x="371" y="82"/>
                </a:cxn>
                <a:cxn ang="0">
                  <a:pos x="362" y="73"/>
                </a:cxn>
                <a:cxn ang="0">
                  <a:pos x="339" y="79"/>
                </a:cxn>
                <a:cxn ang="0">
                  <a:pos x="345" y="82"/>
                </a:cxn>
                <a:cxn ang="0">
                  <a:pos x="369" y="90"/>
                </a:cxn>
                <a:cxn ang="0">
                  <a:pos x="352" y="88"/>
                </a:cxn>
                <a:cxn ang="0">
                  <a:pos x="332" y="88"/>
                </a:cxn>
                <a:cxn ang="0">
                  <a:pos x="390" y="10"/>
                </a:cxn>
                <a:cxn ang="0">
                  <a:pos x="386" y="21"/>
                </a:cxn>
                <a:cxn ang="0">
                  <a:pos x="375" y="15"/>
                </a:cxn>
                <a:cxn ang="0">
                  <a:pos x="384" y="6"/>
                </a:cxn>
                <a:cxn ang="0">
                  <a:pos x="194" y="32"/>
                </a:cxn>
                <a:cxn ang="0">
                  <a:pos x="205" y="6"/>
                </a:cxn>
                <a:cxn ang="0">
                  <a:pos x="218" y="13"/>
                </a:cxn>
                <a:cxn ang="0">
                  <a:pos x="205" y="32"/>
                </a:cxn>
                <a:cxn ang="0">
                  <a:pos x="63" y="15"/>
                </a:cxn>
                <a:cxn ang="0">
                  <a:pos x="104" y="32"/>
                </a:cxn>
                <a:cxn ang="0">
                  <a:pos x="84" y="82"/>
                </a:cxn>
                <a:cxn ang="0">
                  <a:pos x="87" y="97"/>
                </a:cxn>
                <a:cxn ang="0">
                  <a:pos x="74" y="97"/>
                </a:cxn>
                <a:cxn ang="0">
                  <a:pos x="76" y="88"/>
                </a:cxn>
                <a:cxn ang="0">
                  <a:pos x="41" y="99"/>
                </a:cxn>
                <a:cxn ang="0">
                  <a:pos x="22" y="95"/>
                </a:cxn>
                <a:cxn ang="0">
                  <a:pos x="3" y="77"/>
                </a:cxn>
                <a:cxn ang="0">
                  <a:pos x="13" y="84"/>
                </a:cxn>
                <a:cxn ang="0">
                  <a:pos x="26" y="51"/>
                </a:cxn>
                <a:cxn ang="0">
                  <a:pos x="59" y="17"/>
                </a:cxn>
              </a:cxnLst>
              <a:rect l="0" t="0" r="r" b="b"/>
              <a:pathLst>
                <a:path w="397" h="123">
                  <a:moveTo>
                    <a:pt x="311" y="95"/>
                  </a:moveTo>
                  <a:lnTo>
                    <a:pt x="311" y="95"/>
                  </a:lnTo>
                  <a:lnTo>
                    <a:pt x="306" y="92"/>
                  </a:lnTo>
                  <a:lnTo>
                    <a:pt x="306" y="92"/>
                  </a:lnTo>
                  <a:lnTo>
                    <a:pt x="304" y="90"/>
                  </a:lnTo>
                  <a:lnTo>
                    <a:pt x="304" y="90"/>
                  </a:lnTo>
                  <a:lnTo>
                    <a:pt x="302" y="86"/>
                  </a:lnTo>
                  <a:lnTo>
                    <a:pt x="302" y="84"/>
                  </a:lnTo>
                  <a:lnTo>
                    <a:pt x="302" y="84"/>
                  </a:lnTo>
                  <a:lnTo>
                    <a:pt x="302" y="82"/>
                  </a:lnTo>
                  <a:lnTo>
                    <a:pt x="302" y="82"/>
                  </a:lnTo>
                  <a:lnTo>
                    <a:pt x="302" y="82"/>
                  </a:lnTo>
                  <a:lnTo>
                    <a:pt x="304" y="79"/>
                  </a:lnTo>
                  <a:lnTo>
                    <a:pt x="306" y="77"/>
                  </a:lnTo>
                  <a:lnTo>
                    <a:pt x="306" y="77"/>
                  </a:lnTo>
                  <a:lnTo>
                    <a:pt x="306" y="75"/>
                  </a:lnTo>
                  <a:lnTo>
                    <a:pt x="309" y="69"/>
                  </a:lnTo>
                  <a:lnTo>
                    <a:pt x="306" y="67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7"/>
                  </a:lnTo>
                  <a:lnTo>
                    <a:pt x="283" y="88"/>
                  </a:lnTo>
                  <a:lnTo>
                    <a:pt x="283" y="88"/>
                  </a:lnTo>
                  <a:lnTo>
                    <a:pt x="278" y="92"/>
                  </a:lnTo>
                  <a:lnTo>
                    <a:pt x="276" y="92"/>
                  </a:lnTo>
                  <a:lnTo>
                    <a:pt x="276" y="92"/>
                  </a:lnTo>
                  <a:lnTo>
                    <a:pt x="274" y="95"/>
                  </a:lnTo>
                  <a:lnTo>
                    <a:pt x="272" y="95"/>
                  </a:lnTo>
                  <a:lnTo>
                    <a:pt x="270" y="95"/>
                  </a:lnTo>
                  <a:lnTo>
                    <a:pt x="270" y="92"/>
                  </a:lnTo>
                  <a:lnTo>
                    <a:pt x="270" y="92"/>
                  </a:lnTo>
                  <a:lnTo>
                    <a:pt x="268" y="92"/>
                  </a:lnTo>
                  <a:lnTo>
                    <a:pt x="268" y="92"/>
                  </a:lnTo>
                  <a:lnTo>
                    <a:pt x="268" y="90"/>
                  </a:lnTo>
                  <a:lnTo>
                    <a:pt x="268" y="90"/>
                  </a:lnTo>
                  <a:lnTo>
                    <a:pt x="265" y="90"/>
                  </a:lnTo>
                  <a:lnTo>
                    <a:pt x="259" y="92"/>
                  </a:lnTo>
                  <a:lnTo>
                    <a:pt x="257" y="92"/>
                  </a:lnTo>
                  <a:lnTo>
                    <a:pt x="250" y="97"/>
                  </a:lnTo>
                  <a:lnTo>
                    <a:pt x="242" y="101"/>
                  </a:lnTo>
                  <a:lnTo>
                    <a:pt x="231" y="101"/>
                  </a:lnTo>
                  <a:lnTo>
                    <a:pt x="225" y="99"/>
                  </a:lnTo>
                  <a:lnTo>
                    <a:pt x="225" y="99"/>
                  </a:lnTo>
                  <a:lnTo>
                    <a:pt x="222" y="99"/>
                  </a:lnTo>
                  <a:lnTo>
                    <a:pt x="222" y="99"/>
                  </a:lnTo>
                  <a:lnTo>
                    <a:pt x="216" y="101"/>
                  </a:lnTo>
                  <a:lnTo>
                    <a:pt x="214" y="103"/>
                  </a:lnTo>
                  <a:lnTo>
                    <a:pt x="214" y="103"/>
                  </a:lnTo>
                  <a:lnTo>
                    <a:pt x="214" y="103"/>
                  </a:lnTo>
                  <a:lnTo>
                    <a:pt x="214" y="103"/>
                  </a:lnTo>
                  <a:lnTo>
                    <a:pt x="214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03" y="110"/>
                  </a:lnTo>
                  <a:lnTo>
                    <a:pt x="201" y="110"/>
                  </a:lnTo>
                  <a:lnTo>
                    <a:pt x="201" y="112"/>
                  </a:lnTo>
                  <a:lnTo>
                    <a:pt x="190" y="114"/>
                  </a:lnTo>
                  <a:lnTo>
                    <a:pt x="186" y="114"/>
                  </a:lnTo>
                  <a:lnTo>
                    <a:pt x="186" y="116"/>
                  </a:lnTo>
                  <a:lnTo>
                    <a:pt x="184" y="116"/>
                  </a:lnTo>
                  <a:lnTo>
                    <a:pt x="179" y="116"/>
                  </a:lnTo>
                  <a:lnTo>
                    <a:pt x="177" y="116"/>
                  </a:lnTo>
                  <a:lnTo>
                    <a:pt x="175" y="114"/>
                  </a:lnTo>
                  <a:lnTo>
                    <a:pt x="173" y="114"/>
                  </a:lnTo>
                  <a:lnTo>
                    <a:pt x="173" y="114"/>
                  </a:lnTo>
                  <a:lnTo>
                    <a:pt x="171" y="112"/>
                  </a:lnTo>
                  <a:lnTo>
                    <a:pt x="171" y="112"/>
                  </a:lnTo>
                  <a:lnTo>
                    <a:pt x="171" y="112"/>
                  </a:lnTo>
                  <a:lnTo>
                    <a:pt x="166" y="112"/>
                  </a:lnTo>
                  <a:lnTo>
                    <a:pt x="166" y="112"/>
                  </a:lnTo>
                  <a:lnTo>
                    <a:pt x="164" y="112"/>
                  </a:lnTo>
                  <a:lnTo>
                    <a:pt x="162" y="112"/>
                  </a:lnTo>
                  <a:lnTo>
                    <a:pt x="162" y="114"/>
                  </a:lnTo>
                  <a:lnTo>
                    <a:pt x="160" y="114"/>
                  </a:lnTo>
                  <a:lnTo>
                    <a:pt x="158" y="116"/>
                  </a:lnTo>
                  <a:lnTo>
                    <a:pt x="158" y="118"/>
                  </a:lnTo>
                  <a:lnTo>
                    <a:pt x="156" y="120"/>
                  </a:lnTo>
                  <a:lnTo>
                    <a:pt x="156" y="120"/>
                  </a:lnTo>
                  <a:lnTo>
                    <a:pt x="156" y="120"/>
                  </a:lnTo>
                  <a:lnTo>
                    <a:pt x="153" y="120"/>
                  </a:lnTo>
                  <a:lnTo>
                    <a:pt x="149" y="123"/>
                  </a:lnTo>
                  <a:lnTo>
                    <a:pt x="143" y="123"/>
                  </a:lnTo>
                  <a:lnTo>
                    <a:pt x="143" y="123"/>
                  </a:lnTo>
                  <a:lnTo>
                    <a:pt x="143" y="123"/>
                  </a:lnTo>
                  <a:lnTo>
                    <a:pt x="115" y="114"/>
                  </a:lnTo>
                  <a:lnTo>
                    <a:pt x="115" y="114"/>
                  </a:lnTo>
                  <a:lnTo>
                    <a:pt x="108" y="112"/>
                  </a:lnTo>
                  <a:lnTo>
                    <a:pt x="108" y="112"/>
                  </a:lnTo>
                  <a:lnTo>
                    <a:pt x="108" y="110"/>
                  </a:lnTo>
                  <a:lnTo>
                    <a:pt x="106" y="108"/>
                  </a:lnTo>
                  <a:lnTo>
                    <a:pt x="106" y="108"/>
                  </a:lnTo>
                  <a:lnTo>
                    <a:pt x="108" y="95"/>
                  </a:lnTo>
                  <a:lnTo>
                    <a:pt x="108" y="95"/>
                  </a:lnTo>
                  <a:lnTo>
                    <a:pt x="108" y="95"/>
                  </a:lnTo>
                  <a:lnTo>
                    <a:pt x="112" y="88"/>
                  </a:lnTo>
                  <a:lnTo>
                    <a:pt x="110" y="71"/>
                  </a:lnTo>
                  <a:lnTo>
                    <a:pt x="112" y="60"/>
                  </a:lnTo>
                  <a:lnTo>
                    <a:pt x="115" y="60"/>
                  </a:lnTo>
                  <a:lnTo>
                    <a:pt x="115" y="60"/>
                  </a:lnTo>
                  <a:lnTo>
                    <a:pt x="121" y="54"/>
                  </a:lnTo>
                  <a:lnTo>
                    <a:pt x="123" y="51"/>
                  </a:lnTo>
                  <a:lnTo>
                    <a:pt x="123" y="51"/>
                  </a:lnTo>
                  <a:lnTo>
                    <a:pt x="128" y="51"/>
                  </a:lnTo>
                  <a:lnTo>
                    <a:pt x="130" y="51"/>
                  </a:lnTo>
                  <a:lnTo>
                    <a:pt x="132" y="51"/>
                  </a:lnTo>
                  <a:lnTo>
                    <a:pt x="138" y="47"/>
                  </a:lnTo>
                  <a:lnTo>
                    <a:pt x="147" y="43"/>
                  </a:lnTo>
                  <a:lnTo>
                    <a:pt x="147" y="41"/>
                  </a:lnTo>
                  <a:lnTo>
                    <a:pt x="149" y="38"/>
                  </a:lnTo>
                  <a:lnTo>
                    <a:pt x="151" y="36"/>
                  </a:lnTo>
                  <a:lnTo>
                    <a:pt x="151" y="34"/>
                  </a:lnTo>
                  <a:lnTo>
                    <a:pt x="156" y="34"/>
                  </a:lnTo>
                  <a:lnTo>
                    <a:pt x="156" y="34"/>
                  </a:lnTo>
                  <a:lnTo>
                    <a:pt x="160" y="34"/>
                  </a:lnTo>
                  <a:lnTo>
                    <a:pt x="169" y="36"/>
                  </a:lnTo>
                  <a:lnTo>
                    <a:pt x="188" y="45"/>
                  </a:lnTo>
                  <a:lnTo>
                    <a:pt x="188" y="45"/>
                  </a:lnTo>
                  <a:lnTo>
                    <a:pt x="188" y="45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1"/>
                  </a:lnTo>
                  <a:lnTo>
                    <a:pt x="205" y="41"/>
                  </a:lnTo>
                  <a:lnTo>
                    <a:pt x="205" y="43"/>
                  </a:lnTo>
                  <a:lnTo>
                    <a:pt x="203" y="43"/>
                  </a:lnTo>
                  <a:lnTo>
                    <a:pt x="203" y="45"/>
                  </a:lnTo>
                  <a:lnTo>
                    <a:pt x="205" y="47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07" y="51"/>
                  </a:lnTo>
                  <a:lnTo>
                    <a:pt x="214" y="58"/>
                  </a:lnTo>
                  <a:lnTo>
                    <a:pt x="227" y="67"/>
                  </a:lnTo>
                  <a:lnTo>
                    <a:pt x="237" y="75"/>
                  </a:lnTo>
                  <a:lnTo>
                    <a:pt x="244" y="73"/>
                  </a:lnTo>
                  <a:lnTo>
                    <a:pt x="250" y="77"/>
                  </a:lnTo>
                  <a:lnTo>
                    <a:pt x="253" y="79"/>
                  </a:lnTo>
                  <a:lnTo>
                    <a:pt x="253" y="79"/>
                  </a:lnTo>
                  <a:lnTo>
                    <a:pt x="259" y="75"/>
                  </a:lnTo>
                  <a:lnTo>
                    <a:pt x="261" y="73"/>
                  </a:lnTo>
                  <a:lnTo>
                    <a:pt x="261" y="71"/>
                  </a:lnTo>
                  <a:lnTo>
                    <a:pt x="263" y="69"/>
                  </a:lnTo>
                  <a:lnTo>
                    <a:pt x="265" y="69"/>
                  </a:lnTo>
                  <a:lnTo>
                    <a:pt x="265" y="69"/>
                  </a:lnTo>
                  <a:lnTo>
                    <a:pt x="272" y="67"/>
                  </a:lnTo>
                  <a:lnTo>
                    <a:pt x="274" y="67"/>
                  </a:lnTo>
                  <a:lnTo>
                    <a:pt x="274" y="67"/>
                  </a:lnTo>
                  <a:lnTo>
                    <a:pt x="276" y="69"/>
                  </a:lnTo>
                  <a:lnTo>
                    <a:pt x="278" y="69"/>
                  </a:lnTo>
                  <a:lnTo>
                    <a:pt x="281" y="69"/>
                  </a:lnTo>
                  <a:lnTo>
                    <a:pt x="281" y="69"/>
                  </a:lnTo>
                  <a:lnTo>
                    <a:pt x="285" y="69"/>
                  </a:lnTo>
                  <a:lnTo>
                    <a:pt x="287" y="69"/>
                  </a:lnTo>
                  <a:lnTo>
                    <a:pt x="287" y="69"/>
                  </a:lnTo>
                  <a:lnTo>
                    <a:pt x="289" y="67"/>
                  </a:lnTo>
                  <a:lnTo>
                    <a:pt x="289" y="67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2"/>
                  </a:lnTo>
                  <a:lnTo>
                    <a:pt x="289" y="60"/>
                  </a:lnTo>
                  <a:lnTo>
                    <a:pt x="289" y="60"/>
                  </a:lnTo>
                  <a:lnTo>
                    <a:pt x="283" y="56"/>
                  </a:lnTo>
                  <a:lnTo>
                    <a:pt x="265" y="45"/>
                  </a:lnTo>
                  <a:lnTo>
                    <a:pt x="263" y="45"/>
                  </a:lnTo>
                  <a:lnTo>
                    <a:pt x="261" y="45"/>
                  </a:lnTo>
                  <a:lnTo>
                    <a:pt x="261" y="45"/>
                  </a:lnTo>
                  <a:lnTo>
                    <a:pt x="259" y="45"/>
                  </a:lnTo>
                  <a:lnTo>
                    <a:pt x="257" y="47"/>
                  </a:lnTo>
                  <a:lnTo>
                    <a:pt x="255" y="47"/>
                  </a:lnTo>
                  <a:lnTo>
                    <a:pt x="255" y="47"/>
                  </a:lnTo>
                  <a:lnTo>
                    <a:pt x="255" y="47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2" y="15"/>
                  </a:lnTo>
                  <a:lnTo>
                    <a:pt x="222" y="13"/>
                  </a:lnTo>
                  <a:lnTo>
                    <a:pt x="222" y="10"/>
                  </a:lnTo>
                  <a:lnTo>
                    <a:pt x="222" y="10"/>
                  </a:lnTo>
                  <a:lnTo>
                    <a:pt x="225" y="8"/>
                  </a:lnTo>
                  <a:lnTo>
                    <a:pt x="225" y="8"/>
                  </a:lnTo>
                  <a:lnTo>
                    <a:pt x="227" y="6"/>
                  </a:lnTo>
                  <a:lnTo>
                    <a:pt x="233" y="4"/>
                  </a:lnTo>
                  <a:lnTo>
                    <a:pt x="246" y="0"/>
                  </a:lnTo>
                  <a:lnTo>
                    <a:pt x="248" y="0"/>
                  </a:lnTo>
                  <a:lnTo>
                    <a:pt x="250" y="0"/>
                  </a:lnTo>
                  <a:lnTo>
                    <a:pt x="265" y="2"/>
                  </a:lnTo>
                  <a:lnTo>
                    <a:pt x="268" y="2"/>
                  </a:lnTo>
                  <a:lnTo>
                    <a:pt x="270" y="4"/>
                  </a:lnTo>
                  <a:lnTo>
                    <a:pt x="270" y="4"/>
                  </a:lnTo>
                  <a:lnTo>
                    <a:pt x="272" y="6"/>
                  </a:lnTo>
                  <a:lnTo>
                    <a:pt x="274" y="6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76" y="8"/>
                  </a:lnTo>
                  <a:lnTo>
                    <a:pt x="276" y="10"/>
                  </a:lnTo>
                  <a:lnTo>
                    <a:pt x="276" y="15"/>
                  </a:lnTo>
                  <a:lnTo>
                    <a:pt x="276" y="15"/>
                  </a:lnTo>
                  <a:lnTo>
                    <a:pt x="276" y="15"/>
                  </a:lnTo>
                  <a:lnTo>
                    <a:pt x="278" y="21"/>
                  </a:lnTo>
                  <a:lnTo>
                    <a:pt x="278" y="23"/>
                  </a:lnTo>
                  <a:lnTo>
                    <a:pt x="285" y="30"/>
                  </a:lnTo>
                  <a:lnTo>
                    <a:pt x="287" y="32"/>
                  </a:lnTo>
                  <a:lnTo>
                    <a:pt x="293" y="34"/>
                  </a:lnTo>
                  <a:lnTo>
                    <a:pt x="293" y="34"/>
                  </a:lnTo>
                  <a:lnTo>
                    <a:pt x="293" y="34"/>
                  </a:lnTo>
                  <a:lnTo>
                    <a:pt x="300" y="30"/>
                  </a:lnTo>
                  <a:lnTo>
                    <a:pt x="300" y="30"/>
                  </a:lnTo>
                  <a:lnTo>
                    <a:pt x="302" y="28"/>
                  </a:lnTo>
                  <a:lnTo>
                    <a:pt x="304" y="25"/>
                  </a:lnTo>
                  <a:lnTo>
                    <a:pt x="309" y="21"/>
                  </a:lnTo>
                  <a:lnTo>
                    <a:pt x="309" y="21"/>
                  </a:lnTo>
                  <a:lnTo>
                    <a:pt x="311" y="19"/>
                  </a:lnTo>
                  <a:lnTo>
                    <a:pt x="311" y="19"/>
                  </a:lnTo>
                  <a:lnTo>
                    <a:pt x="313" y="19"/>
                  </a:lnTo>
                  <a:lnTo>
                    <a:pt x="315" y="19"/>
                  </a:lnTo>
                  <a:lnTo>
                    <a:pt x="326" y="21"/>
                  </a:lnTo>
                  <a:lnTo>
                    <a:pt x="332" y="25"/>
                  </a:lnTo>
                  <a:lnTo>
                    <a:pt x="332" y="25"/>
                  </a:lnTo>
                  <a:lnTo>
                    <a:pt x="334" y="25"/>
                  </a:lnTo>
                  <a:lnTo>
                    <a:pt x="337" y="32"/>
                  </a:lnTo>
                  <a:lnTo>
                    <a:pt x="339" y="34"/>
                  </a:lnTo>
                  <a:lnTo>
                    <a:pt x="339" y="34"/>
                  </a:lnTo>
                  <a:lnTo>
                    <a:pt x="337" y="38"/>
                  </a:lnTo>
                  <a:lnTo>
                    <a:pt x="337" y="43"/>
                  </a:lnTo>
                  <a:lnTo>
                    <a:pt x="337" y="45"/>
                  </a:lnTo>
                  <a:lnTo>
                    <a:pt x="334" y="47"/>
                  </a:lnTo>
                  <a:lnTo>
                    <a:pt x="334" y="49"/>
                  </a:lnTo>
                  <a:lnTo>
                    <a:pt x="332" y="54"/>
                  </a:lnTo>
                  <a:lnTo>
                    <a:pt x="334" y="56"/>
                  </a:lnTo>
                  <a:lnTo>
                    <a:pt x="334" y="56"/>
                  </a:lnTo>
                  <a:lnTo>
                    <a:pt x="334" y="56"/>
                  </a:lnTo>
                  <a:lnTo>
                    <a:pt x="337" y="54"/>
                  </a:lnTo>
                  <a:lnTo>
                    <a:pt x="337" y="54"/>
                  </a:lnTo>
                  <a:lnTo>
                    <a:pt x="339" y="49"/>
                  </a:lnTo>
                  <a:lnTo>
                    <a:pt x="341" y="45"/>
                  </a:lnTo>
                  <a:lnTo>
                    <a:pt x="341" y="45"/>
                  </a:lnTo>
                  <a:lnTo>
                    <a:pt x="341" y="43"/>
                  </a:lnTo>
                  <a:lnTo>
                    <a:pt x="341" y="41"/>
                  </a:lnTo>
                  <a:lnTo>
                    <a:pt x="341" y="41"/>
                  </a:lnTo>
                  <a:lnTo>
                    <a:pt x="341" y="38"/>
                  </a:lnTo>
                  <a:lnTo>
                    <a:pt x="341" y="36"/>
                  </a:lnTo>
                  <a:lnTo>
                    <a:pt x="341" y="36"/>
                  </a:lnTo>
                  <a:lnTo>
                    <a:pt x="343" y="32"/>
                  </a:lnTo>
                  <a:lnTo>
                    <a:pt x="343" y="30"/>
                  </a:lnTo>
                  <a:lnTo>
                    <a:pt x="345" y="30"/>
                  </a:lnTo>
                  <a:lnTo>
                    <a:pt x="347" y="28"/>
                  </a:lnTo>
                  <a:lnTo>
                    <a:pt x="347" y="28"/>
                  </a:lnTo>
                  <a:lnTo>
                    <a:pt x="350" y="25"/>
                  </a:lnTo>
                  <a:lnTo>
                    <a:pt x="350" y="25"/>
                  </a:lnTo>
                  <a:lnTo>
                    <a:pt x="352" y="25"/>
                  </a:lnTo>
                  <a:lnTo>
                    <a:pt x="352" y="25"/>
                  </a:lnTo>
                  <a:lnTo>
                    <a:pt x="360" y="23"/>
                  </a:lnTo>
                  <a:lnTo>
                    <a:pt x="362" y="23"/>
                  </a:lnTo>
                  <a:lnTo>
                    <a:pt x="367" y="25"/>
                  </a:lnTo>
                  <a:lnTo>
                    <a:pt x="369" y="25"/>
                  </a:lnTo>
                  <a:lnTo>
                    <a:pt x="369" y="25"/>
                  </a:lnTo>
                  <a:lnTo>
                    <a:pt x="373" y="28"/>
                  </a:lnTo>
                  <a:lnTo>
                    <a:pt x="375" y="28"/>
                  </a:lnTo>
                  <a:lnTo>
                    <a:pt x="375" y="28"/>
                  </a:lnTo>
                  <a:lnTo>
                    <a:pt x="380" y="45"/>
                  </a:lnTo>
                  <a:lnTo>
                    <a:pt x="380" y="47"/>
                  </a:lnTo>
                  <a:lnTo>
                    <a:pt x="380" y="49"/>
                  </a:lnTo>
                  <a:lnTo>
                    <a:pt x="380" y="54"/>
                  </a:lnTo>
                  <a:lnTo>
                    <a:pt x="380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60"/>
                  </a:lnTo>
                  <a:lnTo>
                    <a:pt x="380" y="64"/>
                  </a:lnTo>
                  <a:lnTo>
                    <a:pt x="380" y="67"/>
                  </a:lnTo>
                  <a:lnTo>
                    <a:pt x="382" y="69"/>
                  </a:lnTo>
                  <a:lnTo>
                    <a:pt x="384" y="69"/>
                  </a:lnTo>
                  <a:lnTo>
                    <a:pt x="390" y="67"/>
                  </a:lnTo>
                  <a:lnTo>
                    <a:pt x="390" y="67"/>
                  </a:lnTo>
                  <a:lnTo>
                    <a:pt x="395" y="67"/>
                  </a:lnTo>
                  <a:lnTo>
                    <a:pt x="397" y="73"/>
                  </a:lnTo>
                  <a:lnTo>
                    <a:pt x="395" y="75"/>
                  </a:lnTo>
                  <a:lnTo>
                    <a:pt x="395" y="77"/>
                  </a:lnTo>
                  <a:lnTo>
                    <a:pt x="393" y="79"/>
                  </a:lnTo>
                  <a:lnTo>
                    <a:pt x="393" y="79"/>
                  </a:lnTo>
                  <a:lnTo>
                    <a:pt x="386" y="79"/>
                  </a:lnTo>
                  <a:lnTo>
                    <a:pt x="373" y="82"/>
                  </a:lnTo>
                  <a:lnTo>
                    <a:pt x="371" y="82"/>
                  </a:lnTo>
                  <a:lnTo>
                    <a:pt x="371" y="79"/>
                  </a:lnTo>
                  <a:lnTo>
                    <a:pt x="371" y="79"/>
                  </a:lnTo>
                  <a:lnTo>
                    <a:pt x="369" y="79"/>
                  </a:lnTo>
                  <a:lnTo>
                    <a:pt x="367" y="75"/>
                  </a:lnTo>
                  <a:lnTo>
                    <a:pt x="365" y="73"/>
                  </a:lnTo>
                  <a:lnTo>
                    <a:pt x="365" y="73"/>
                  </a:lnTo>
                  <a:lnTo>
                    <a:pt x="362" y="73"/>
                  </a:lnTo>
                  <a:lnTo>
                    <a:pt x="362" y="73"/>
                  </a:lnTo>
                  <a:lnTo>
                    <a:pt x="360" y="73"/>
                  </a:lnTo>
                  <a:lnTo>
                    <a:pt x="354" y="75"/>
                  </a:lnTo>
                  <a:lnTo>
                    <a:pt x="352" y="75"/>
                  </a:lnTo>
                  <a:lnTo>
                    <a:pt x="345" y="75"/>
                  </a:lnTo>
                  <a:lnTo>
                    <a:pt x="345" y="75"/>
                  </a:lnTo>
                  <a:lnTo>
                    <a:pt x="345" y="75"/>
                  </a:lnTo>
                  <a:lnTo>
                    <a:pt x="343" y="75"/>
                  </a:lnTo>
                  <a:lnTo>
                    <a:pt x="339" y="79"/>
                  </a:lnTo>
                  <a:lnTo>
                    <a:pt x="339" y="79"/>
                  </a:lnTo>
                  <a:lnTo>
                    <a:pt x="339" y="79"/>
                  </a:lnTo>
                  <a:lnTo>
                    <a:pt x="343" y="79"/>
                  </a:lnTo>
                  <a:lnTo>
                    <a:pt x="343" y="82"/>
                  </a:lnTo>
                  <a:lnTo>
                    <a:pt x="343" y="82"/>
                  </a:lnTo>
                  <a:lnTo>
                    <a:pt x="345" y="82"/>
                  </a:lnTo>
                  <a:lnTo>
                    <a:pt x="345" y="82"/>
                  </a:lnTo>
                  <a:lnTo>
                    <a:pt x="345" y="82"/>
                  </a:lnTo>
                  <a:lnTo>
                    <a:pt x="347" y="82"/>
                  </a:lnTo>
                  <a:lnTo>
                    <a:pt x="356" y="82"/>
                  </a:lnTo>
                  <a:lnTo>
                    <a:pt x="360" y="84"/>
                  </a:lnTo>
                  <a:lnTo>
                    <a:pt x="362" y="84"/>
                  </a:lnTo>
                  <a:lnTo>
                    <a:pt x="367" y="86"/>
                  </a:lnTo>
                  <a:lnTo>
                    <a:pt x="367" y="86"/>
                  </a:lnTo>
                  <a:lnTo>
                    <a:pt x="369" y="90"/>
                  </a:lnTo>
                  <a:lnTo>
                    <a:pt x="369" y="90"/>
                  </a:lnTo>
                  <a:lnTo>
                    <a:pt x="369" y="90"/>
                  </a:lnTo>
                  <a:lnTo>
                    <a:pt x="367" y="90"/>
                  </a:lnTo>
                  <a:lnTo>
                    <a:pt x="365" y="92"/>
                  </a:lnTo>
                  <a:lnTo>
                    <a:pt x="362" y="92"/>
                  </a:lnTo>
                  <a:lnTo>
                    <a:pt x="354" y="92"/>
                  </a:lnTo>
                  <a:lnTo>
                    <a:pt x="354" y="92"/>
                  </a:lnTo>
                  <a:lnTo>
                    <a:pt x="354" y="90"/>
                  </a:lnTo>
                  <a:lnTo>
                    <a:pt x="352" y="88"/>
                  </a:lnTo>
                  <a:lnTo>
                    <a:pt x="350" y="88"/>
                  </a:lnTo>
                  <a:lnTo>
                    <a:pt x="350" y="88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1" y="86"/>
                  </a:lnTo>
                  <a:lnTo>
                    <a:pt x="337" y="86"/>
                  </a:lnTo>
                  <a:lnTo>
                    <a:pt x="332" y="88"/>
                  </a:lnTo>
                  <a:lnTo>
                    <a:pt x="326" y="90"/>
                  </a:lnTo>
                  <a:lnTo>
                    <a:pt x="311" y="95"/>
                  </a:lnTo>
                  <a:lnTo>
                    <a:pt x="311" y="95"/>
                  </a:lnTo>
                  <a:close/>
                  <a:moveTo>
                    <a:pt x="384" y="6"/>
                  </a:moveTo>
                  <a:lnTo>
                    <a:pt x="386" y="6"/>
                  </a:lnTo>
                  <a:lnTo>
                    <a:pt x="388" y="8"/>
                  </a:lnTo>
                  <a:lnTo>
                    <a:pt x="388" y="8"/>
                  </a:lnTo>
                  <a:lnTo>
                    <a:pt x="390" y="10"/>
                  </a:lnTo>
                  <a:lnTo>
                    <a:pt x="390" y="10"/>
                  </a:lnTo>
                  <a:lnTo>
                    <a:pt x="390" y="13"/>
                  </a:lnTo>
                  <a:lnTo>
                    <a:pt x="390" y="13"/>
                  </a:lnTo>
                  <a:lnTo>
                    <a:pt x="390" y="15"/>
                  </a:lnTo>
                  <a:lnTo>
                    <a:pt x="390" y="17"/>
                  </a:lnTo>
                  <a:lnTo>
                    <a:pt x="390" y="17"/>
                  </a:lnTo>
                  <a:lnTo>
                    <a:pt x="386" y="19"/>
                  </a:lnTo>
                  <a:lnTo>
                    <a:pt x="386" y="21"/>
                  </a:lnTo>
                  <a:lnTo>
                    <a:pt x="384" y="21"/>
                  </a:lnTo>
                  <a:lnTo>
                    <a:pt x="384" y="21"/>
                  </a:lnTo>
                  <a:lnTo>
                    <a:pt x="382" y="21"/>
                  </a:lnTo>
                  <a:lnTo>
                    <a:pt x="380" y="21"/>
                  </a:lnTo>
                  <a:lnTo>
                    <a:pt x="380" y="21"/>
                  </a:lnTo>
                  <a:lnTo>
                    <a:pt x="380" y="21"/>
                  </a:lnTo>
                  <a:lnTo>
                    <a:pt x="378" y="19"/>
                  </a:lnTo>
                  <a:lnTo>
                    <a:pt x="375" y="15"/>
                  </a:lnTo>
                  <a:lnTo>
                    <a:pt x="375" y="15"/>
                  </a:lnTo>
                  <a:lnTo>
                    <a:pt x="378" y="10"/>
                  </a:lnTo>
                  <a:lnTo>
                    <a:pt x="378" y="8"/>
                  </a:lnTo>
                  <a:lnTo>
                    <a:pt x="380" y="8"/>
                  </a:lnTo>
                  <a:lnTo>
                    <a:pt x="380" y="6"/>
                  </a:lnTo>
                  <a:lnTo>
                    <a:pt x="382" y="6"/>
                  </a:lnTo>
                  <a:lnTo>
                    <a:pt x="384" y="6"/>
                  </a:lnTo>
                  <a:lnTo>
                    <a:pt x="384" y="6"/>
                  </a:lnTo>
                  <a:lnTo>
                    <a:pt x="384" y="6"/>
                  </a:lnTo>
                  <a:lnTo>
                    <a:pt x="384" y="6"/>
                  </a:lnTo>
                  <a:close/>
                  <a:moveTo>
                    <a:pt x="201" y="36"/>
                  </a:moveTo>
                  <a:lnTo>
                    <a:pt x="199" y="36"/>
                  </a:lnTo>
                  <a:lnTo>
                    <a:pt x="194" y="34"/>
                  </a:lnTo>
                  <a:lnTo>
                    <a:pt x="194" y="32"/>
                  </a:lnTo>
                  <a:lnTo>
                    <a:pt x="194" y="32"/>
                  </a:lnTo>
                  <a:lnTo>
                    <a:pt x="194" y="32"/>
                  </a:lnTo>
                  <a:lnTo>
                    <a:pt x="194" y="19"/>
                  </a:lnTo>
                  <a:lnTo>
                    <a:pt x="194" y="15"/>
                  </a:lnTo>
                  <a:lnTo>
                    <a:pt x="194" y="13"/>
                  </a:lnTo>
                  <a:lnTo>
                    <a:pt x="201" y="8"/>
                  </a:lnTo>
                  <a:lnTo>
                    <a:pt x="203" y="8"/>
                  </a:lnTo>
                  <a:lnTo>
                    <a:pt x="203" y="8"/>
                  </a:lnTo>
                  <a:lnTo>
                    <a:pt x="205" y="6"/>
                  </a:lnTo>
                  <a:lnTo>
                    <a:pt x="205" y="6"/>
                  </a:lnTo>
                  <a:lnTo>
                    <a:pt x="216" y="8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18" y="8"/>
                  </a:lnTo>
                  <a:lnTo>
                    <a:pt x="218" y="10"/>
                  </a:lnTo>
                  <a:lnTo>
                    <a:pt x="220" y="10"/>
                  </a:lnTo>
                  <a:lnTo>
                    <a:pt x="218" y="13"/>
                  </a:lnTo>
                  <a:lnTo>
                    <a:pt x="218" y="13"/>
                  </a:lnTo>
                  <a:lnTo>
                    <a:pt x="218" y="13"/>
                  </a:lnTo>
                  <a:lnTo>
                    <a:pt x="214" y="17"/>
                  </a:lnTo>
                  <a:lnTo>
                    <a:pt x="212" y="17"/>
                  </a:lnTo>
                  <a:lnTo>
                    <a:pt x="212" y="19"/>
                  </a:lnTo>
                  <a:lnTo>
                    <a:pt x="212" y="19"/>
                  </a:lnTo>
                  <a:lnTo>
                    <a:pt x="207" y="25"/>
                  </a:lnTo>
                  <a:lnTo>
                    <a:pt x="205" y="32"/>
                  </a:lnTo>
                  <a:lnTo>
                    <a:pt x="205" y="32"/>
                  </a:lnTo>
                  <a:lnTo>
                    <a:pt x="203" y="34"/>
                  </a:lnTo>
                  <a:lnTo>
                    <a:pt x="201" y="36"/>
                  </a:lnTo>
                  <a:lnTo>
                    <a:pt x="201" y="36"/>
                  </a:lnTo>
                  <a:lnTo>
                    <a:pt x="201" y="36"/>
                  </a:lnTo>
                  <a:lnTo>
                    <a:pt x="201" y="36"/>
                  </a:lnTo>
                  <a:close/>
                  <a:moveTo>
                    <a:pt x="59" y="17"/>
                  </a:moveTo>
                  <a:lnTo>
                    <a:pt x="63" y="15"/>
                  </a:lnTo>
                  <a:lnTo>
                    <a:pt x="63" y="15"/>
                  </a:lnTo>
                  <a:lnTo>
                    <a:pt x="65" y="15"/>
                  </a:lnTo>
                  <a:lnTo>
                    <a:pt x="74" y="17"/>
                  </a:lnTo>
                  <a:lnTo>
                    <a:pt x="95" y="23"/>
                  </a:lnTo>
                  <a:lnTo>
                    <a:pt x="97" y="23"/>
                  </a:lnTo>
                  <a:lnTo>
                    <a:pt x="97" y="25"/>
                  </a:lnTo>
                  <a:lnTo>
                    <a:pt x="104" y="30"/>
                  </a:lnTo>
                  <a:lnTo>
                    <a:pt x="104" y="30"/>
                  </a:lnTo>
                  <a:lnTo>
                    <a:pt x="104" y="32"/>
                  </a:lnTo>
                  <a:lnTo>
                    <a:pt x="106" y="34"/>
                  </a:lnTo>
                  <a:lnTo>
                    <a:pt x="106" y="34"/>
                  </a:lnTo>
                  <a:lnTo>
                    <a:pt x="106" y="36"/>
                  </a:lnTo>
                  <a:lnTo>
                    <a:pt x="106" y="36"/>
                  </a:lnTo>
                  <a:lnTo>
                    <a:pt x="106" y="38"/>
                  </a:lnTo>
                  <a:lnTo>
                    <a:pt x="100" y="56"/>
                  </a:lnTo>
                  <a:lnTo>
                    <a:pt x="89" y="73"/>
                  </a:lnTo>
                  <a:lnTo>
                    <a:pt x="84" y="82"/>
                  </a:lnTo>
                  <a:lnTo>
                    <a:pt x="84" y="92"/>
                  </a:lnTo>
                  <a:lnTo>
                    <a:pt x="89" y="95"/>
                  </a:lnTo>
                  <a:lnTo>
                    <a:pt x="91" y="95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9" y="97"/>
                  </a:lnTo>
                  <a:lnTo>
                    <a:pt x="87" y="97"/>
                  </a:lnTo>
                  <a:lnTo>
                    <a:pt x="87" y="97"/>
                  </a:lnTo>
                  <a:lnTo>
                    <a:pt x="82" y="99"/>
                  </a:lnTo>
                  <a:lnTo>
                    <a:pt x="76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6" y="95"/>
                  </a:lnTo>
                  <a:lnTo>
                    <a:pt x="76" y="95"/>
                  </a:lnTo>
                  <a:lnTo>
                    <a:pt x="76" y="92"/>
                  </a:lnTo>
                  <a:lnTo>
                    <a:pt x="76" y="90"/>
                  </a:lnTo>
                  <a:lnTo>
                    <a:pt x="76" y="90"/>
                  </a:lnTo>
                  <a:lnTo>
                    <a:pt x="76" y="90"/>
                  </a:lnTo>
                  <a:lnTo>
                    <a:pt x="76" y="88"/>
                  </a:lnTo>
                  <a:lnTo>
                    <a:pt x="76" y="88"/>
                  </a:lnTo>
                  <a:lnTo>
                    <a:pt x="72" y="90"/>
                  </a:lnTo>
                  <a:lnTo>
                    <a:pt x="72" y="90"/>
                  </a:lnTo>
                  <a:lnTo>
                    <a:pt x="67" y="92"/>
                  </a:lnTo>
                  <a:lnTo>
                    <a:pt x="67" y="92"/>
                  </a:lnTo>
                  <a:lnTo>
                    <a:pt x="63" y="99"/>
                  </a:lnTo>
                  <a:lnTo>
                    <a:pt x="50" y="101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37" y="95"/>
                  </a:lnTo>
                  <a:lnTo>
                    <a:pt x="28" y="92"/>
                  </a:lnTo>
                  <a:lnTo>
                    <a:pt x="24" y="92"/>
                  </a:lnTo>
                  <a:lnTo>
                    <a:pt x="24" y="92"/>
                  </a:lnTo>
                  <a:lnTo>
                    <a:pt x="22" y="95"/>
                  </a:lnTo>
                  <a:lnTo>
                    <a:pt x="22" y="95"/>
                  </a:lnTo>
                  <a:lnTo>
                    <a:pt x="22" y="95"/>
                  </a:lnTo>
                  <a:lnTo>
                    <a:pt x="18" y="97"/>
                  </a:lnTo>
                  <a:lnTo>
                    <a:pt x="3" y="88"/>
                  </a:lnTo>
                  <a:lnTo>
                    <a:pt x="0" y="88"/>
                  </a:lnTo>
                  <a:lnTo>
                    <a:pt x="0" y="86"/>
                  </a:lnTo>
                  <a:lnTo>
                    <a:pt x="0" y="82"/>
                  </a:lnTo>
                  <a:lnTo>
                    <a:pt x="0" y="79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5" y="77"/>
                  </a:lnTo>
                  <a:lnTo>
                    <a:pt x="5" y="77"/>
                  </a:lnTo>
                  <a:lnTo>
                    <a:pt x="5" y="77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3" y="84"/>
                  </a:lnTo>
                  <a:lnTo>
                    <a:pt x="13" y="82"/>
                  </a:lnTo>
                  <a:lnTo>
                    <a:pt x="16" y="82"/>
                  </a:lnTo>
                  <a:lnTo>
                    <a:pt x="26" y="77"/>
                  </a:lnTo>
                  <a:lnTo>
                    <a:pt x="28" y="64"/>
                  </a:lnTo>
                  <a:lnTo>
                    <a:pt x="28" y="62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26" y="51"/>
                  </a:lnTo>
                  <a:lnTo>
                    <a:pt x="31" y="38"/>
                  </a:lnTo>
                  <a:lnTo>
                    <a:pt x="50" y="19"/>
                  </a:lnTo>
                  <a:lnTo>
                    <a:pt x="52" y="19"/>
                  </a:lnTo>
                  <a:lnTo>
                    <a:pt x="52" y="19"/>
                  </a:lnTo>
                  <a:lnTo>
                    <a:pt x="54" y="17"/>
                  </a:lnTo>
                  <a:lnTo>
                    <a:pt x="56" y="17"/>
                  </a:lnTo>
                  <a:lnTo>
                    <a:pt x="59" y="17"/>
                  </a:lnTo>
                  <a:lnTo>
                    <a:pt x="59" y="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21" name="Freeform 68">
              <a:extLst>
                <a:ext uri="{FF2B5EF4-FFF2-40B4-BE49-F238E27FC236}">
                  <a16:creationId xmlns:a16="http://schemas.microsoft.com/office/drawing/2014/main" id="{B136E290-869D-94B3-B457-655CDB4337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432" y="3942062"/>
              <a:ext cx="751569" cy="349851"/>
            </a:xfrm>
            <a:custGeom>
              <a:avLst/>
              <a:gdLst/>
              <a:ahLst/>
              <a:cxnLst>
                <a:cxn ang="0">
                  <a:pos x="420" y="80"/>
                </a:cxn>
                <a:cxn ang="0">
                  <a:pos x="312" y="91"/>
                </a:cxn>
                <a:cxn ang="0">
                  <a:pos x="289" y="100"/>
                </a:cxn>
                <a:cxn ang="0">
                  <a:pos x="258" y="102"/>
                </a:cxn>
                <a:cxn ang="0">
                  <a:pos x="213" y="98"/>
                </a:cxn>
                <a:cxn ang="0">
                  <a:pos x="166" y="91"/>
                </a:cxn>
                <a:cxn ang="0">
                  <a:pos x="101" y="78"/>
                </a:cxn>
                <a:cxn ang="0">
                  <a:pos x="159" y="24"/>
                </a:cxn>
                <a:cxn ang="0">
                  <a:pos x="280" y="50"/>
                </a:cxn>
                <a:cxn ang="0">
                  <a:pos x="314" y="57"/>
                </a:cxn>
                <a:cxn ang="0">
                  <a:pos x="413" y="65"/>
                </a:cxn>
                <a:cxn ang="0">
                  <a:pos x="446" y="39"/>
                </a:cxn>
                <a:cxn ang="0">
                  <a:pos x="459" y="20"/>
                </a:cxn>
                <a:cxn ang="0">
                  <a:pos x="478" y="9"/>
                </a:cxn>
                <a:cxn ang="0">
                  <a:pos x="459" y="46"/>
                </a:cxn>
                <a:cxn ang="0">
                  <a:pos x="661" y="9"/>
                </a:cxn>
                <a:cxn ang="0">
                  <a:pos x="737" y="20"/>
                </a:cxn>
                <a:cxn ang="0">
                  <a:pos x="642" y="48"/>
                </a:cxn>
                <a:cxn ang="0">
                  <a:pos x="605" y="31"/>
                </a:cxn>
                <a:cxn ang="0">
                  <a:pos x="633" y="16"/>
                </a:cxn>
                <a:cxn ang="0">
                  <a:pos x="610" y="59"/>
                </a:cxn>
                <a:cxn ang="0">
                  <a:pos x="601" y="44"/>
                </a:cxn>
                <a:cxn ang="0">
                  <a:pos x="597" y="35"/>
                </a:cxn>
                <a:cxn ang="0">
                  <a:pos x="526" y="41"/>
                </a:cxn>
                <a:cxn ang="0">
                  <a:pos x="530" y="31"/>
                </a:cxn>
                <a:cxn ang="0">
                  <a:pos x="547" y="28"/>
                </a:cxn>
                <a:cxn ang="0">
                  <a:pos x="575" y="16"/>
                </a:cxn>
                <a:cxn ang="0">
                  <a:pos x="573" y="33"/>
                </a:cxn>
                <a:cxn ang="0">
                  <a:pos x="523" y="26"/>
                </a:cxn>
                <a:cxn ang="0">
                  <a:pos x="487" y="33"/>
                </a:cxn>
                <a:cxn ang="0">
                  <a:pos x="75" y="63"/>
                </a:cxn>
                <a:cxn ang="0">
                  <a:pos x="60" y="78"/>
                </a:cxn>
                <a:cxn ang="0">
                  <a:pos x="56" y="72"/>
                </a:cxn>
                <a:cxn ang="0">
                  <a:pos x="472" y="54"/>
                </a:cxn>
                <a:cxn ang="0">
                  <a:pos x="502" y="50"/>
                </a:cxn>
                <a:cxn ang="0">
                  <a:pos x="92" y="87"/>
                </a:cxn>
                <a:cxn ang="0">
                  <a:pos x="90" y="78"/>
                </a:cxn>
                <a:cxn ang="0">
                  <a:pos x="672" y="132"/>
                </a:cxn>
                <a:cxn ang="0">
                  <a:pos x="737" y="115"/>
                </a:cxn>
                <a:cxn ang="0">
                  <a:pos x="719" y="177"/>
                </a:cxn>
                <a:cxn ang="0">
                  <a:pos x="668" y="234"/>
                </a:cxn>
                <a:cxn ang="0">
                  <a:pos x="635" y="253"/>
                </a:cxn>
                <a:cxn ang="0">
                  <a:pos x="590" y="270"/>
                </a:cxn>
                <a:cxn ang="0">
                  <a:pos x="554" y="251"/>
                </a:cxn>
                <a:cxn ang="0">
                  <a:pos x="571" y="238"/>
                </a:cxn>
                <a:cxn ang="0">
                  <a:pos x="551" y="236"/>
                </a:cxn>
                <a:cxn ang="0">
                  <a:pos x="562" y="193"/>
                </a:cxn>
                <a:cxn ang="0">
                  <a:pos x="13" y="195"/>
                </a:cxn>
                <a:cxn ang="0">
                  <a:pos x="54" y="158"/>
                </a:cxn>
                <a:cxn ang="0">
                  <a:pos x="105" y="158"/>
                </a:cxn>
                <a:cxn ang="0">
                  <a:pos x="142" y="169"/>
                </a:cxn>
                <a:cxn ang="0">
                  <a:pos x="166" y="193"/>
                </a:cxn>
                <a:cxn ang="0">
                  <a:pos x="200" y="212"/>
                </a:cxn>
                <a:cxn ang="0">
                  <a:pos x="226" y="238"/>
                </a:cxn>
                <a:cxn ang="0">
                  <a:pos x="146" y="260"/>
                </a:cxn>
                <a:cxn ang="0">
                  <a:pos x="101" y="221"/>
                </a:cxn>
                <a:cxn ang="0">
                  <a:pos x="34" y="201"/>
                </a:cxn>
                <a:cxn ang="0">
                  <a:pos x="521" y="272"/>
                </a:cxn>
                <a:cxn ang="0">
                  <a:pos x="347" y="285"/>
                </a:cxn>
                <a:cxn ang="0">
                  <a:pos x="347" y="305"/>
                </a:cxn>
                <a:cxn ang="0">
                  <a:pos x="493" y="314"/>
                </a:cxn>
                <a:cxn ang="0">
                  <a:pos x="508" y="329"/>
                </a:cxn>
                <a:cxn ang="0">
                  <a:pos x="465" y="344"/>
                </a:cxn>
              </a:cxnLst>
              <a:rect l="0" t="0" r="r" b="b"/>
              <a:pathLst>
                <a:path w="739" h="344">
                  <a:moveTo>
                    <a:pt x="463" y="65"/>
                  </a:moveTo>
                  <a:lnTo>
                    <a:pt x="463" y="65"/>
                  </a:lnTo>
                  <a:lnTo>
                    <a:pt x="461" y="65"/>
                  </a:lnTo>
                  <a:lnTo>
                    <a:pt x="459" y="65"/>
                  </a:lnTo>
                  <a:lnTo>
                    <a:pt x="457" y="67"/>
                  </a:lnTo>
                  <a:lnTo>
                    <a:pt x="452" y="67"/>
                  </a:lnTo>
                  <a:lnTo>
                    <a:pt x="444" y="70"/>
                  </a:lnTo>
                  <a:lnTo>
                    <a:pt x="431" y="72"/>
                  </a:lnTo>
                  <a:lnTo>
                    <a:pt x="431" y="74"/>
                  </a:lnTo>
                  <a:lnTo>
                    <a:pt x="429" y="74"/>
                  </a:lnTo>
                  <a:lnTo>
                    <a:pt x="429" y="74"/>
                  </a:lnTo>
                  <a:lnTo>
                    <a:pt x="426" y="76"/>
                  </a:lnTo>
                  <a:lnTo>
                    <a:pt x="426" y="78"/>
                  </a:lnTo>
                  <a:lnTo>
                    <a:pt x="424" y="78"/>
                  </a:lnTo>
                  <a:lnTo>
                    <a:pt x="424" y="78"/>
                  </a:lnTo>
                  <a:lnTo>
                    <a:pt x="420" y="80"/>
                  </a:lnTo>
                  <a:lnTo>
                    <a:pt x="418" y="80"/>
                  </a:lnTo>
                  <a:lnTo>
                    <a:pt x="409" y="82"/>
                  </a:lnTo>
                  <a:lnTo>
                    <a:pt x="409" y="82"/>
                  </a:lnTo>
                  <a:lnTo>
                    <a:pt x="407" y="82"/>
                  </a:lnTo>
                  <a:lnTo>
                    <a:pt x="394" y="82"/>
                  </a:lnTo>
                  <a:lnTo>
                    <a:pt x="390" y="82"/>
                  </a:lnTo>
                  <a:lnTo>
                    <a:pt x="385" y="80"/>
                  </a:lnTo>
                  <a:lnTo>
                    <a:pt x="353" y="91"/>
                  </a:lnTo>
                  <a:lnTo>
                    <a:pt x="340" y="98"/>
                  </a:lnTo>
                  <a:lnTo>
                    <a:pt x="338" y="98"/>
                  </a:lnTo>
                  <a:lnTo>
                    <a:pt x="338" y="100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0"/>
                  </a:lnTo>
                  <a:lnTo>
                    <a:pt x="319" y="93"/>
                  </a:lnTo>
                  <a:lnTo>
                    <a:pt x="312" y="91"/>
                  </a:lnTo>
                  <a:lnTo>
                    <a:pt x="312" y="91"/>
                  </a:lnTo>
                  <a:lnTo>
                    <a:pt x="312" y="89"/>
                  </a:lnTo>
                  <a:lnTo>
                    <a:pt x="293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91"/>
                  </a:lnTo>
                  <a:lnTo>
                    <a:pt x="289" y="91"/>
                  </a:lnTo>
                  <a:lnTo>
                    <a:pt x="289" y="93"/>
                  </a:lnTo>
                  <a:lnTo>
                    <a:pt x="289" y="93"/>
                  </a:lnTo>
                  <a:lnTo>
                    <a:pt x="289" y="95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6" y="102"/>
                  </a:lnTo>
                  <a:lnTo>
                    <a:pt x="286" y="102"/>
                  </a:lnTo>
                  <a:lnTo>
                    <a:pt x="284" y="104"/>
                  </a:lnTo>
                  <a:lnTo>
                    <a:pt x="282" y="104"/>
                  </a:lnTo>
                  <a:lnTo>
                    <a:pt x="280" y="104"/>
                  </a:lnTo>
                  <a:lnTo>
                    <a:pt x="280" y="102"/>
                  </a:lnTo>
                  <a:lnTo>
                    <a:pt x="278" y="102"/>
                  </a:lnTo>
                  <a:lnTo>
                    <a:pt x="276" y="102"/>
                  </a:lnTo>
                  <a:lnTo>
                    <a:pt x="276" y="100"/>
                  </a:lnTo>
                  <a:lnTo>
                    <a:pt x="271" y="100"/>
                  </a:lnTo>
                  <a:lnTo>
                    <a:pt x="269" y="100"/>
                  </a:lnTo>
                  <a:lnTo>
                    <a:pt x="267" y="100"/>
                  </a:lnTo>
                  <a:lnTo>
                    <a:pt x="265" y="100"/>
                  </a:lnTo>
                  <a:lnTo>
                    <a:pt x="261" y="102"/>
                  </a:lnTo>
                  <a:lnTo>
                    <a:pt x="258" y="102"/>
                  </a:lnTo>
                  <a:lnTo>
                    <a:pt x="256" y="104"/>
                  </a:lnTo>
                  <a:lnTo>
                    <a:pt x="250" y="106"/>
                  </a:lnTo>
                  <a:lnTo>
                    <a:pt x="248" y="106"/>
                  </a:lnTo>
                  <a:lnTo>
                    <a:pt x="248" y="106"/>
                  </a:lnTo>
                  <a:lnTo>
                    <a:pt x="245" y="106"/>
                  </a:lnTo>
                  <a:lnTo>
                    <a:pt x="235" y="104"/>
                  </a:lnTo>
                  <a:lnTo>
                    <a:pt x="235" y="104"/>
                  </a:lnTo>
                  <a:lnTo>
                    <a:pt x="228" y="98"/>
                  </a:lnTo>
                  <a:lnTo>
                    <a:pt x="228" y="95"/>
                  </a:lnTo>
                  <a:lnTo>
                    <a:pt x="217" y="95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04" y="93"/>
                  </a:lnTo>
                  <a:lnTo>
                    <a:pt x="202" y="93"/>
                  </a:lnTo>
                  <a:lnTo>
                    <a:pt x="200" y="93"/>
                  </a:lnTo>
                  <a:lnTo>
                    <a:pt x="200" y="91"/>
                  </a:lnTo>
                  <a:lnTo>
                    <a:pt x="200" y="91"/>
                  </a:lnTo>
                  <a:lnTo>
                    <a:pt x="198" y="89"/>
                  </a:lnTo>
                  <a:lnTo>
                    <a:pt x="198" y="89"/>
                  </a:lnTo>
                  <a:lnTo>
                    <a:pt x="196" y="89"/>
                  </a:lnTo>
                  <a:lnTo>
                    <a:pt x="196" y="87"/>
                  </a:lnTo>
                  <a:lnTo>
                    <a:pt x="194" y="87"/>
                  </a:lnTo>
                  <a:lnTo>
                    <a:pt x="189" y="87"/>
                  </a:lnTo>
                  <a:lnTo>
                    <a:pt x="179" y="87"/>
                  </a:lnTo>
                  <a:lnTo>
                    <a:pt x="172" y="89"/>
                  </a:lnTo>
                  <a:lnTo>
                    <a:pt x="168" y="89"/>
                  </a:lnTo>
                  <a:lnTo>
                    <a:pt x="168" y="89"/>
                  </a:lnTo>
                  <a:lnTo>
                    <a:pt x="166" y="91"/>
                  </a:lnTo>
                  <a:lnTo>
                    <a:pt x="166" y="91"/>
                  </a:lnTo>
                  <a:lnTo>
                    <a:pt x="164" y="93"/>
                  </a:lnTo>
                  <a:lnTo>
                    <a:pt x="164" y="93"/>
                  </a:lnTo>
                  <a:lnTo>
                    <a:pt x="157" y="91"/>
                  </a:lnTo>
                  <a:lnTo>
                    <a:pt x="155" y="91"/>
                  </a:lnTo>
                  <a:lnTo>
                    <a:pt x="151" y="89"/>
                  </a:lnTo>
                  <a:lnTo>
                    <a:pt x="151" y="89"/>
                  </a:lnTo>
                  <a:lnTo>
                    <a:pt x="138" y="89"/>
                  </a:lnTo>
                  <a:lnTo>
                    <a:pt x="133" y="89"/>
                  </a:lnTo>
                  <a:lnTo>
                    <a:pt x="118" y="93"/>
                  </a:lnTo>
                  <a:lnTo>
                    <a:pt x="114" y="93"/>
                  </a:lnTo>
                  <a:lnTo>
                    <a:pt x="108" y="89"/>
                  </a:lnTo>
                  <a:lnTo>
                    <a:pt x="103" y="87"/>
                  </a:lnTo>
                  <a:lnTo>
                    <a:pt x="103" y="85"/>
                  </a:lnTo>
                  <a:lnTo>
                    <a:pt x="103" y="82"/>
                  </a:lnTo>
                  <a:lnTo>
                    <a:pt x="101" y="78"/>
                  </a:lnTo>
                  <a:lnTo>
                    <a:pt x="103" y="74"/>
                  </a:lnTo>
                  <a:lnTo>
                    <a:pt x="103" y="74"/>
                  </a:lnTo>
                  <a:lnTo>
                    <a:pt x="103" y="72"/>
                  </a:lnTo>
                  <a:lnTo>
                    <a:pt x="103" y="70"/>
                  </a:lnTo>
                  <a:lnTo>
                    <a:pt x="103" y="67"/>
                  </a:lnTo>
                  <a:lnTo>
                    <a:pt x="103" y="65"/>
                  </a:lnTo>
                  <a:lnTo>
                    <a:pt x="103" y="63"/>
                  </a:lnTo>
                  <a:lnTo>
                    <a:pt x="103" y="61"/>
                  </a:lnTo>
                  <a:lnTo>
                    <a:pt x="105" y="59"/>
                  </a:lnTo>
                  <a:lnTo>
                    <a:pt x="116" y="48"/>
                  </a:lnTo>
                  <a:lnTo>
                    <a:pt x="127" y="41"/>
                  </a:lnTo>
                  <a:lnTo>
                    <a:pt x="136" y="39"/>
                  </a:lnTo>
                  <a:lnTo>
                    <a:pt x="148" y="31"/>
                  </a:lnTo>
                  <a:lnTo>
                    <a:pt x="151" y="28"/>
                  </a:lnTo>
                  <a:lnTo>
                    <a:pt x="157" y="26"/>
                  </a:lnTo>
                  <a:lnTo>
                    <a:pt x="159" y="24"/>
                  </a:lnTo>
                  <a:lnTo>
                    <a:pt x="187" y="24"/>
                  </a:lnTo>
                  <a:lnTo>
                    <a:pt x="204" y="26"/>
                  </a:lnTo>
                  <a:lnTo>
                    <a:pt x="215" y="33"/>
                  </a:lnTo>
                  <a:lnTo>
                    <a:pt x="228" y="33"/>
                  </a:lnTo>
                  <a:lnTo>
                    <a:pt x="235" y="35"/>
                  </a:lnTo>
                  <a:lnTo>
                    <a:pt x="248" y="39"/>
                  </a:lnTo>
                  <a:lnTo>
                    <a:pt x="248" y="39"/>
                  </a:lnTo>
                  <a:lnTo>
                    <a:pt x="250" y="41"/>
                  </a:lnTo>
                  <a:lnTo>
                    <a:pt x="250" y="41"/>
                  </a:lnTo>
                  <a:lnTo>
                    <a:pt x="256" y="44"/>
                  </a:lnTo>
                  <a:lnTo>
                    <a:pt x="265" y="46"/>
                  </a:lnTo>
                  <a:lnTo>
                    <a:pt x="267" y="46"/>
                  </a:lnTo>
                  <a:lnTo>
                    <a:pt x="269" y="46"/>
                  </a:lnTo>
                  <a:lnTo>
                    <a:pt x="269" y="46"/>
                  </a:lnTo>
                  <a:lnTo>
                    <a:pt x="278" y="48"/>
                  </a:lnTo>
                  <a:lnTo>
                    <a:pt x="280" y="50"/>
                  </a:lnTo>
                  <a:lnTo>
                    <a:pt x="280" y="52"/>
                  </a:lnTo>
                  <a:lnTo>
                    <a:pt x="282" y="52"/>
                  </a:lnTo>
                  <a:lnTo>
                    <a:pt x="282" y="54"/>
                  </a:lnTo>
                  <a:lnTo>
                    <a:pt x="282" y="54"/>
                  </a:lnTo>
                  <a:lnTo>
                    <a:pt x="282" y="54"/>
                  </a:lnTo>
                  <a:lnTo>
                    <a:pt x="284" y="57"/>
                  </a:lnTo>
                  <a:lnTo>
                    <a:pt x="286" y="59"/>
                  </a:lnTo>
                  <a:lnTo>
                    <a:pt x="291" y="61"/>
                  </a:lnTo>
                  <a:lnTo>
                    <a:pt x="291" y="63"/>
                  </a:lnTo>
                  <a:lnTo>
                    <a:pt x="293" y="63"/>
                  </a:lnTo>
                  <a:lnTo>
                    <a:pt x="293" y="63"/>
                  </a:lnTo>
                  <a:lnTo>
                    <a:pt x="306" y="65"/>
                  </a:lnTo>
                  <a:lnTo>
                    <a:pt x="306" y="65"/>
                  </a:lnTo>
                  <a:lnTo>
                    <a:pt x="312" y="61"/>
                  </a:lnTo>
                  <a:lnTo>
                    <a:pt x="312" y="61"/>
                  </a:lnTo>
                  <a:lnTo>
                    <a:pt x="314" y="57"/>
                  </a:lnTo>
                  <a:lnTo>
                    <a:pt x="317" y="57"/>
                  </a:lnTo>
                  <a:lnTo>
                    <a:pt x="321" y="50"/>
                  </a:lnTo>
                  <a:lnTo>
                    <a:pt x="336" y="50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3" y="52"/>
                  </a:lnTo>
                  <a:lnTo>
                    <a:pt x="368" y="46"/>
                  </a:lnTo>
                  <a:lnTo>
                    <a:pt x="377" y="57"/>
                  </a:lnTo>
                  <a:lnTo>
                    <a:pt x="392" y="67"/>
                  </a:lnTo>
                  <a:lnTo>
                    <a:pt x="392" y="70"/>
                  </a:lnTo>
                  <a:lnTo>
                    <a:pt x="394" y="70"/>
                  </a:lnTo>
                  <a:lnTo>
                    <a:pt x="396" y="70"/>
                  </a:lnTo>
                  <a:lnTo>
                    <a:pt x="398" y="70"/>
                  </a:lnTo>
                  <a:lnTo>
                    <a:pt x="405" y="67"/>
                  </a:lnTo>
                  <a:lnTo>
                    <a:pt x="407" y="67"/>
                  </a:lnTo>
                  <a:lnTo>
                    <a:pt x="413" y="65"/>
                  </a:lnTo>
                  <a:lnTo>
                    <a:pt x="416" y="65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0" y="52"/>
                  </a:lnTo>
                  <a:lnTo>
                    <a:pt x="420" y="52"/>
                  </a:lnTo>
                  <a:lnTo>
                    <a:pt x="422" y="50"/>
                  </a:lnTo>
                  <a:lnTo>
                    <a:pt x="422" y="50"/>
                  </a:lnTo>
                  <a:lnTo>
                    <a:pt x="435" y="39"/>
                  </a:lnTo>
                  <a:lnTo>
                    <a:pt x="435" y="39"/>
                  </a:lnTo>
                  <a:lnTo>
                    <a:pt x="437" y="39"/>
                  </a:lnTo>
                  <a:lnTo>
                    <a:pt x="444" y="39"/>
                  </a:lnTo>
                  <a:lnTo>
                    <a:pt x="444" y="39"/>
                  </a:lnTo>
                  <a:lnTo>
                    <a:pt x="446" y="39"/>
                  </a:lnTo>
                  <a:lnTo>
                    <a:pt x="446" y="39"/>
                  </a:lnTo>
                  <a:lnTo>
                    <a:pt x="454" y="35"/>
                  </a:lnTo>
                  <a:lnTo>
                    <a:pt x="454" y="35"/>
                  </a:lnTo>
                  <a:lnTo>
                    <a:pt x="467" y="28"/>
                  </a:lnTo>
                  <a:lnTo>
                    <a:pt x="470" y="26"/>
                  </a:lnTo>
                  <a:lnTo>
                    <a:pt x="470" y="26"/>
                  </a:lnTo>
                  <a:lnTo>
                    <a:pt x="476" y="18"/>
                  </a:lnTo>
                  <a:lnTo>
                    <a:pt x="476" y="18"/>
                  </a:lnTo>
                  <a:lnTo>
                    <a:pt x="476" y="18"/>
                  </a:lnTo>
                  <a:lnTo>
                    <a:pt x="474" y="16"/>
                  </a:lnTo>
                  <a:lnTo>
                    <a:pt x="472" y="16"/>
                  </a:lnTo>
                  <a:lnTo>
                    <a:pt x="470" y="16"/>
                  </a:lnTo>
                  <a:lnTo>
                    <a:pt x="470" y="16"/>
                  </a:lnTo>
                  <a:lnTo>
                    <a:pt x="467" y="16"/>
                  </a:lnTo>
                  <a:lnTo>
                    <a:pt x="461" y="18"/>
                  </a:lnTo>
                  <a:lnTo>
                    <a:pt x="461" y="18"/>
                  </a:lnTo>
                  <a:lnTo>
                    <a:pt x="459" y="20"/>
                  </a:lnTo>
                  <a:lnTo>
                    <a:pt x="459" y="20"/>
                  </a:lnTo>
                  <a:lnTo>
                    <a:pt x="459" y="20"/>
                  </a:lnTo>
                  <a:lnTo>
                    <a:pt x="457" y="20"/>
                  </a:lnTo>
                  <a:lnTo>
                    <a:pt x="457" y="20"/>
                  </a:lnTo>
                  <a:lnTo>
                    <a:pt x="452" y="20"/>
                  </a:lnTo>
                  <a:lnTo>
                    <a:pt x="452" y="20"/>
                  </a:lnTo>
                  <a:lnTo>
                    <a:pt x="452" y="20"/>
                  </a:lnTo>
                  <a:lnTo>
                    <a:pt x="450" y="20"/>
                  </a:lnTo>
                  <a:lnTo>
                    <a:pt x="450" y="20"/>
                  </a:lnTo>
                  <a:lnTo>
                    <a:pt x="452" y="18"/>
                  </a:lnTo>
                  <a:lnTo>
                    <a:pt x="459" y="7"/>
                  </a:lnTo>
                  <a:lnTo>
                    <a:pt x="465" y="3"/>
                  </a:lnTo>
                  <a:lnTo>
                    <a:pt x="465" y="0"/>
                  </a:lnTo>
                  <a:lnTo>
                    <a:pt x="467" y="0"/>
                  </a:lnTo>
                  <a:lnTo>
                    <a:pt x="467" y="0"/>
                  </a:lnTo>
                  <a:lnTo>
                    <a:pt x="478" y="9"/>
                  </a:lnTo>
                  <a:lnTo>
                    <a:pt x="480" y="9"/>
                  </a:lnTo>
                  <a:lnTo>
                    <a:pt x="480" y="11"/>
                  </a:lnTo>
                  <a:lnTo>
                    <a:pt x="487" y="28"/>
                  </a:lnTo>
                  <a:lnTo>
                    <a:pt x="487" y="28"/>
                  </a:lnTo>
                  <a:lnTo>
                    <a:pt x="487" y="31"/>
                  </a:lnTo>
                  <a:lnTo>
                    <a:pt x="485" y="31"/>
                  </a:lnTo>
                  <a:lnTo>
                    <a:pt x="485" y="33"/>
                  </a:lnTo>
                  <a:lnTo>
                    <a:pt x="480" y="35"/>
                  </a:lnTo>
                  <a:lnTo>
                    <a:pt x="480" y="35"/>
                  </a:lnTo>
                  <a:lnTo>
                    <a:pt x="480" y="35"/>
                  </a:lnTo>
                  <a:lnTo>
                    <a:pt x="478" y="35"/>
                  </a:lnTo>
                  <a:lnTo>
                    <a:pt x="470" y="39"/>
                  </a:lnTo>
                  <a:lnTo>
                    <a:pt x="459" y="44"/>
                  </a:lnTo>
                  <a:lnTo>
                    <a:pt x="459" y="44"/>
                  </a:lnTo>
                  <a:lnTo>
                    <a:pt x="459" y="46"/>
                  </a:lnTo>
                  <a:lnTo>
                    <a:pt x="459" y="46"/>
                  </a:lnTo>
                  <a:lnTo>
                    <a:pt x="459" y="48"/>
                  </a:lnTo>
                  <a:lnTo>
                    <a:pt x="459" y="50"/>
                  </a:lnTo>
                  <a:lnTo>
                    <a:pt x="459" y="50"/>
                  </a:lnTo>
                  <a:lnTo>
                    <a:pt x="459" y="52"/>
                  </a:lnTo>
                  <a:lnTo>
                    <a:pt x="461" y="52"/>
                  </a:lnTo>
                  <a:lnTo>
                    <a:pt x="463" y="54"/>
                  </a:lnTo>
                  <a:lnTo>
                    <a:pt x="463" y="57"/>
                  </a:lnTo>
                  <a:lnTo>
                    <a:pt x="465" y="59"/>
                  </a:lnTo>
                  <a:lnTo>
                    <a:pt x="465" y="61"/>
                  </a:lnTo>
                  <a:lnTo>
                    <a:pt x="465" y="61"/>
                  </a:lnTo>
                  <a:lnTo>
                    <a:pt x="465" y="63"/>
                  </a:lnTo>
                  <a:lnTo>
                    <a:pt x="463" y="63"/>
                  </a:lnTo>
                  <a:lnTo>
                    <a:pt x="463" y="65"/>
                  </a:lnTo>
                  <a:lnTo>
                    <a:pt x="463" y="65"/>
                  </a:lnTo>
                  <a:close/>
                  <a:moveTo>
                    <a:pt x="657" y="9"/>
                  </a:moveTo>
                  <a:lnTo>
                    <a:pt x="661" y="9"/>
                  </a:lnTo>
                  <a:lnTo>
                    <a:pt x="661" y="9"/>
                  </a:lnTo>
                  <a:lnTo>
                    <a:pt x="666" y="9"/>
                  </a:lnTo>
                  <a:lnTo>
                    <a:pt x="668" y="9"/>
                  </a:lnTo>
                  <a:lnTo>
                    <a:pt x="670" y="9"/>
                  </a:lnTo>
                  <a:lnTo>
                    <a:pt x="670" y="9"/>
                  </a:lnTo>
                  <a:lnTo>
                    <a:pt x="681" y="13"/>
                  </a:lnTo>
                  <a:lnTo>
                    <a:pt x="702" y="13"/>
                  </a:lnTo>
                  <a:lnTo>
                    <a:pt x="711" y="13"/>
                  </a:lnTo>
                  <a:lnTo>
                    <a:pt x="711" y="13"/>
                  </a:lnTo>
                  <a:lnTo>
                    <a:pt x="711" y="11"/>
                  </a:lnTo>
                  <a:lnTo>
                    <a:pt x="730" y="11"/>
                  </a:lnTo>
                  <a:lnTo>
                    <a:pt x="730" y="11"/>
                  </a:lnTo>
                  <a:lnTo>
                    <a:pt x="730" y="11"/>
                  </a:lnTo>
                  <a:lnTo>
                    <a:pt x="732" y="13"/>
                  </a:lnTo>
                  <a:lnTo>
                    <a:pt x="735" y="20"/>
                  </a:lnTo>
                  <a:lnTo>
                    <a:pt x="737" y="20"/>
                  </a:lnTo>
                  <a:lnTo>
                    <a:pt x="737" y="20"/>
                  </a:lnTo>
                  <a:lnTo>
                    <a:pt x="737" y="22"/>
                  </a:lnTo>
                  <a:lnTo>
                    <a:pt x="737" y="31"/>
                  </a:lnTo>
                  <a:lnTo>
                    <a:pt x="737" y="33"/>
                  </a:lnTo>
                  <a:lnTo>
                    <a:pt x="735" y="33"/>
                  </a:lnTo>
                  <a:lnTo>
                    <a:pt x="735" y="35"/>
                  </a:lnTo>
                  <a:lnTo>
                    <a:pt x="735" y="35"/>
                  </a:lnTo>
                  <a:lnTo>
                    <a:pt x="732" y="35"/>
                  </a:lnTo>
                  <a:lnTo>
                    <a:pt x="726" y="37"/>
                  </a:lnTo>
                  <a:lnTo>
                    <a:pt x="724" y="37"/>
                  </a:lnTo>
                  <a:lnTo>
                    <a:pt x="698" y="41"/>
                  </a:lnTo>
                  <a:lnTo>
                    <a:pt x="672" y="44"/>
                  </a:lnTo>
                  <a:lnTo>
                    <a:pt x="651" y="48"/>
                  </a:lnTo>
                  <a:lnTo>
                    <a:pt x="651" y="50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42" y="46"/>
                  </a:lnTo>
                  <a:lnTo>
                    <a:pt x="642" y="46"/>
                  </a:lnTo>
                  <a:lnTo>
                    <a:pt x="642" y="44"/>
                  </a:lnTo>
                  <a:lnTo>
                    <a:pt x="640" y="44"/>
                  </a:lnTo>
                  <a:lnTo>
                    <a:pt x="640" y="41"/>
                  </a:lnTo>
                  <a:lnTo>
                    <a:pt x="648" y="20"/>
                  </a:lnTo>
                  <a:lnTo>
                    <a:pt x="648" y="20"/>
                  </a:lnTo>
                  <a:lnTo>
                    <a:pt x="655" y="11"/>
                  </a:lnTo>
                  <a:lnTo>
                    <a:pt x="655" y="9"/>
                  </a:lnTo>
                  <a:lnTo>
                    <a:pt x="657" y="9"/>
                  </a:lnTo>
                  <a:lnTo>
                    <a:pt x="657" y="9"/>
                  </a:lnTo>
                  <a:lnTo>
                    <a:pt x="657" y="9"/>
                  </a:lnTo>
                  <a:lnTo>
                    <a:pt x="657" y="9"/>
                  </a:lnTo>
                  <a:close/>
                  <a:moveTo>
                    <a:pt x="599" y="33"/>
                  </a:moveTo>
                  <a:lnTo>
                    <a:pt x="599" y="33"/>
                  </a:lnTo>
                  <a:lnTo>
                    <a:pt x="605" y="31"/>
                  </a:lnTo>
                  <a:lnTo>
                    <a:pt x="607" y="28"/>
                  </a:lnTo>
                  <a:lnTo>
                    <a:pt x="610" y="31"/>
                  </a:lnTo>
                  <a:lnTo>
                    <a:pt x="610" y="31"/>
                  </a:lnTo>
                  <a:lnTo>
                    <a:pt x="610" y="31"/>
                  </a:lnTo>
                  <a:lnTo>
                    <a:pt x="610" y="33"/>
                  </a:lnTo>
                  <a:lnTo>
                    <a:pt x="614" y="37"/>
                  </a:lnTo>
                  <a:lnTo>
                    <a:pt x="618" y="33"/>
                  </a:lnTo>
                  <a:lnTo>
                    <a:pt x="620" y="31"/>
                  </a:lnTo>
                  <a:lnTo>
                    <a:pt x="623" y="26"/>
                  </a:lnTo>
                  <a:lnTo>
                    <a:pt x="625" y="22"/>
                  </a:lnTo>
                  <a:lnTo>
                    <a:pt x="629" y="16"/>
                  </a:lnTo>
                  <a:lnTo>
                    <a:pt x="631" y="16"/>
                  </a:lnTo>
                  <a:lnTo>
                    <a:pt x="631" y="16"/>
                  </a:lnTo>
                  <a:lnTo>
                    <a:pt x="633" y="13"/>
                  </a:lnTo>
                  <a:lnTo>
                    <a:pt x="633" y="13"/>
                  </a:lnTo>
                  <a:lnTo>
                    <a:pt x="633" y="16"/>
                  </a:lnTo>
                  <a:lnTo>
                    <a:pt x="635" y="16"/>
                  </a:lnTo>
                  <a:lnTo>
                    <a:pt x="635" y="16"/>
                  </a:lnTo>
                  <a:lnTo>
                    <a:pt x="635" y="18"/>
                  </a:lnTo>
                  <a:lnTo>
                    <a:pt x="635" y="18"/>
                  </a:lnTo>
                  <a:lnTo>
                    <a:pt x="638" y="18"/>
                  </a:lnTo>
                  <a:lnTo>
                    <a:pt x="638" y="20"/>
                  </a:lnTo>
                  <a:lnTo>
                    <a:pt x="635" y="28"/>
                  </a:lnTo>
                  <a:lnTo>
                    <a:pt x="635" y="31"/>
                  </a:lnTo>
                  <a:lnTo>
                    <a:pt x="635" y="33"/>
                  </a:lnTo>
                  <a:lnTo>
                    <a:pt x="623" y="52"/>
                  </a:lnTo>
                  <a:lnTo>
                    <a:pt x="620" y="57"/>
                  </a:lnTo>
                  <a:lnTo>
                    <a:pt x="618" y="57"/>
                  </a:lnTo>
                  <a:lnTo>
                    <a:pt x="618" y="59"/>
                  </a:lnTo>
                  <a:lnTo>
                    <a:pt x="616" y="59"/>
                  </a:lnTo>
                  <a:lnTo>
                    <a:pt x="614" y="59"/>
                  </a:lnTo>
                  <a:lnTo>
                    <a:pt x="610" y="59"/>
                  </a:lnTo>
                  <a:lnTo>
                    <a:pt x="610" y="59"/>
                  </a:lnTo>
                  <a:lnTo>
                    <a:pt x="610" y="59"/>
                  </a:lnTo>
                  <a:lnTo>
                    <a:pt x="607" y="59"/>
                  </a:lnTo>
                  <a:lnTo>
                    <a:pt x="607" y="59"/>
                  </a:lnTo>
                  <a:lnTo>
                    <a:pt x="607" y="57"/>
                  </a:lnTo>
                  <a:lnTo>
                    <a:pt x="607" y="57"/>
                  </a:lnTo>
                  <a:lnTo>
                    <a:pt x="607" y="54"/>
                  </a:lnTo>
                  <a:lnTo>
                    <a:pt x="607" y="52"/>
                  </a:lnTo>
                  <a:lnTo>
                    <a:pt x="607" y="52"/>
                  </a:lnTo>
                  <a:lnTo>
                    <a:pt x="607" y="50"/>
                  </a:lnTo>
                  <a:lnTo>
                    <a:pt x="607" y="50"/>
                  </a:lnTo>
                  <a:lnTo>
                    <a:pt x="605" y="48"/>
                  </a:lnTo>
                  <a:lnTo>
                    <a:pt x="603" y="46"/>
                  </a:lnTo>
                  <a:lnTo>
                    <a:pt x="603" y="44"/>
                  </a:lnTo>
                  <a:lnTo>
                    <a:pt x="601" y="44"/>
                  </a:lnTo>
                  <a:lnTo>
                    <a:pt x="601" y="44"/>
                  </a:lnTo>
                  <a:lnTo>
                    <a:pt x="601" y="44"/>
                  </a:lnTo>
                  <a:lnTo>
                    <a:pt x="599" y="46"/>
                  </a:lnTo>
                  <a:lnTo>
                    <a:pt x="597" y="46"/>
                  </a:lnTo>
                  <a:lnTo>
                    <a:pt x="597" y="46"/>
                  </a:lnTo>
                  <a:lnTo>
                    <a:pt x="595" y="48"/>
                  </a:lnTo>
                  <a:lnTo>
                    <a:pt x="595" y="48"/>
                  </a:lnTo>
                  <a:lnTo>
                    <a:pt x="595" y="48"/>
                  </a:lnTo>
                  <a:lnTo>
                    <a:pt x="592" y="48"/>
                  </a:lnTo>
                  <a:lnTo>
                    <a:pt x="592" y="48"/>
                  </a:lnTo>
                  <a:lnTo>
                    <a:pt x="592" y="48"/>
                  </a:lnTo>
                  <a:lnTo>
                    <a:pt x="590" y="48"/>
                  </a:lnTo>
                  <a:lnTo>
                    <a:pt x="590" y="48"/>
                  </a:lnTo>
                  <a:lnTo>
                    <a:pt x="590" y="46"/>
                  </a:lnTo>
                  <a:lnTo>
                    <a:pt x="590" y="46"/>
                  </a:lnTo>
                  <a:lnTo>
                    <a:pt x="590" y="46"/>
                  </a:lnTo>
                  <a:lnTo>
                    <a:pt x="597" y="35"/>
                  </a:lnTo>
                  <a:lnTo>
                    <a:pt x="599" y="35"/>
                  </a:lnTo>
                  <a:lnTo>
                    <a:pt x="599" y="33"/>
                  </a:lnTo>
                  <a:lnTo>
                    <a:pt x="599" y="33"/>
                  </a:lnTo>
                  <a:close/>
                  <a:moveTo>
                    <a:pt x="530" y="63"/>
                  </a:moveTo>
                  <a:lnTo>
                    <a:pt x="528" y="61"/>
                  </a:lnTo>
                  <a:lnTo>
                    <a:pt x="519" y="59"/>
                  </a:lnTo>
                  <a:lnTo>
                    <a:pt x="517" y="59"/>
                  </a:lnTo>
                  <a:lnTo>
                    <a:pt x="517" y="59"/>
                  </a:lnTo>
                  <a:lnTo>
                    <a:pt x="510" y="59"/>
                  </a:lnTo>
                  <a:lnTo>
                    <a:pt x="510" y="59"/>
                  </a:lnTo>
                  <a:lnTo>
                    <a:pt x="508" y="59"/>
                  </a:lnTo>
                  <a:lnTo>
                    <a:pt x="508" y="57"/>
                  </a:lnTo>
                  <a:lnTo>
                    <a:pt x="508" y="57"/>
                  </a:lnTo>
                  <a:lnTo>
                    <a:pt x="508" y="54"/>
                  </a:lnTo>
                  <a:lnTo>
                    <a:pt x="523" y="41"/>
                  </a:lnTo>
                  <a:lnTo>
                    <a:pt x="526" y="41"/>
                  </a:lnTo>
                  <a:lnTo>
                    <a:pt x="528" y="41"/>
                  </a:lnTo>
                  <a:lnTo>
                    <a:pt x="530" y="39"/>
                  </a:lnTo>
                  <a:lnTo>
                    <a:pt x="534" y="39"/>
                  </a:lnTo>
                  <a:lnTo>
                    <a:pt x="536" y="37"/>
                  </a:lnTo>
                  <a:lnTo>
                    <a:pt x="538" y="35"/>
                  </a:lnTo>
                  <a:lnTo>
                    <a:pt x="538" y="35"/>
                  </a:lnTo>
                  <a:lnTo>
                    <a:pt x="538" y="35"/>
                  </a:lnTo>
                  <a:lnTo>
                    <a:pt x="538" y="35"/>
                  </a:lnTo>
                  <a:lnTo>
                    <a:pt x="538" y="33"/>
                  </a:lnTo>
                  <a:lnTo>
                    <a:pt x="538" y="33"/>
                  </a:lnTo>
                  <a:lnTo>
                    <a:pt x="538" y="33"/>
                  </a:lnTo>
                  <a:lnTo>
                    <a:pt x="538" y="33"/>
                  </a:lnTo>
                  <a:lnTo>
                    <a:pt x="538" y="31"/>
                  </a:lnTo>
                  <a:lnTo>
                    <a:pt x="532" y="31"/>
                  </a:lnTo>
                  <a:lnTo>
                    <a:pt x="530" y="31"/>
                  </a:lnTo>
                  <a:lnTo>
                    <a:pt x="530" y="31"/>
                  </a:lnTo>
                  <a:lnTo>
                    <a:pt x="526" y="31"/>
                  </a:lnTo>
                  <a:lnTo>
                    <a:pt x="526" y="31"/>
                  </a:lnTo>
                  <a:lnTo>
                    <a:pt x="526" y="28"/>
                  </a:lnTo>
                  <a:lnTo>
                    <a:pt x="528" y="26"/>
                  </a:lnTo>
                  <a:lnTo>
                    <a:pt x="530" y="26"/>
                  </a:lnTo>
                  <a:lnTo>
                    <a:pt x="532" y="24"/>
                  </a:lnTo>
                  <a:lnTo>
                    <a:pt x="545" y="22"/>
                  </a:lnTo>
                  <a:lnTo>
                    <a:pt x="545" y="22"/>
                  </a:lnTo>
                  <a:lnTo>
                    <a:pt x="545" y="22"/>
                  </a:lnTo>
                  <a:lnTo>
                    <a:pt x="547" y="22"/>
                  </a:lnTo>
                  <a:lnTo>
                    <a:pt x="549" y="22"/>
                  </a:lnTo>
                  <a:lnTo>
                    <a:pt x="549" y="24"/>
                  </a:lnTo>
                  <a:lnTo>
                    <a:pt x="549" y="24"/>
                  </a:lnTo>
                  <a:lnTo>
                    <a:pt x="549" y="26"/>
                  </a:lnTo>
                  <a:lnTo>
                    <a:pt x="547" y="28"/>
                  </a:lnTo>
                  <a:lnTo>
                    <a:pt x="547" y="28"/>
                  </a:lnTo>
                  <a:lnTo>
                    <a:pt x="547" y="28"/>
                  </a:lnTo>
                  <a:lnTo>
                    <a:pt x="545" y="33"/>
                  </a:lnTo>
                  <a:lnTo>
                    <a:pt x="545" y="33"/>
                  </a:lnTo>
                  <a:lnTo>
                    <a:pt x="545" y="33"/>
                  </a:lnTo>
                  <a:lnTo>
                    <a:pt x="545" y="35"/>
                  </a:lnTo>
                  <a:lnTo>
                    <a:pt x="545" y="35"/>
                  </a:lnTo>
                  <a:lnTo>
                    <a:pt x="545" y="35"/>
                  </a:lnTo>
                  <a:lnTo>
                    <a:pt x="547" y="37"/>
                  </a:lnTo>
                  <a:lnTo>
                    <a:pt x="547" y="37"/>
                  </a:lnTo>
                  <a:lnTo>
                    <a:pt x="549" y="37"/>
                  </a:lnTo>
                  <a:lnTo>
                    <a:pt x="551" y="37"/>
                  </a:lnTo>
                  <a:lnTo>
                    <a:pt x="554" y="37"/>
                  </a:lnTo>
                  <a:lnTo>
                    <a:pt x="554" y="37"/>
                  </a:lnTo>
                  <a:lnTo>
                    <a:pt x="554" y="37"/>
                  </a:lnTo>
                  <a:lnTo>
                    <a:pt x="558" y="28"/>
                  </a:lnTo>
                  <a:lnTo>
                    <a:pt x="575" y="16"/>
                  </a:lnTo>
                  <a:lnTo>
                    <a:pt x="575" y="16"/>
                  </a:lnTo>
                  <a:lnTo>
                    <a:pt x="575" y="16"/>
                  </a:lnTo>
                  <a:lnTo>
                    <a:pt x="577" y="13"/>
                  </a:lnTo>
                  <a:lnTo>
                    <a:pt x="577" y="13"/>
                  </a:lnTo>
                  <a:lnTo>
                    <a:pt x="592" y="20"/>
                  </a:lnTo>
                  <a:lnTo>
                    <a:pt x="592" y="20"/>
                  </a:lnTo>
                  <a:lnTo>
                    <a:pt x="592" y="20"/>
                  </a:lnTo>
                  <a:lnTo>
                    <a:pt x="595" y="22"/>
                  </a:lnTo>
                  <a:lnTo>
                    <a:pt x="595" y="22"/>
                  </a:lnTo>
                  <a:lnTo>
                    <a:pt x="595" y="24"/>
                  </a:lnTo>
                  <a:lnTo>
                    <a:pt x="595" y="24"/>
                  </a:lnTo>
                  <a:lnTo>
                    <a:pt x="592" y="24"/>
                  </a:lnTo>
                  <a:lnTo>
                    <a:pt x="592" y="26"/>
                  </a:lnTo>
                  <a:lnTo>
                    <a:pt x="588" y="26"/>
                  </a:lnTo>
                  <a:lnTo>
                    <a:pt x="584" y="28"/>
                  </a:lnTo>
                  <a:lnTo>
                    <a:pt x="573" y="33"/>
                  </a:lnTo>
                  <a:lnTo>
                    <a:pt x="562" y="44"/>
                  </a:lnTo>
                  <a:lnTo>
                    <a:pt x="545" y="61"/>
                  </a:lnTo>
                  <a:lnTo>
                    <a:pt x="536" y="61"/>
                  </a:lnTo>
                  <a:lnTo>
                    <a:pt x="530" y="63"/>
                  </a:lnTo>
                  <a:lnTo>
                    <a:pt x="530" y="63"/>
                  </a:lnTo>
                  <a:close/>
                  <a:moveTo>
                    <a:pt x="493" y="26"/>
                  </a:moveTo>
                  <a:lnTo>
                    <a:pt x="500" y="22"/>
                  </a:lnTo>
                  <a:lnTo>
                    <a:pt x="502" y="22"/>
                  </a:lnTo>
                  <a:lnTo>
                    <a:pt x="508" y="20"/>
                  </a:lnTo>
                  <a:lnTo>
                    <a:pt x="508" y="20"/>
                  </a:lnTo>
                  <a:lnTo>
                    <a:pt x="513" y="22"/>
                  </a:lnTo>
                  <a:lnTo>
                    <a:pt x="513" y="22"/>
                  </a:lnTo>
                  <a:lnTo>
                    <a:pt x="521" y="24"/>
                  </a:lnTo>
                  <a:lnTo>
                    <a:pt x="523" y="24"/>
                  </a:lnTo>
                  <a:lnTo>
                    <a:pt x="523" y="24"/>
                  </a:lnTo>
                  <a:lnTo>
                    <a:pt x="523" y="26"/>
                  </a:lnTo>
                  <a:lnTo>
                    <a:pt x="523" y="26"/>
                  </a:lnTo>
                  <a:lnTo>
                    <a:pt x="521" y="37"/>
                  </a:lnTo>
                  <a:lnTo>
                    <a:pt x="521" y="37"/>
                  </a:lnTo>
                  <a:lnTo>
                    <a:pt x="521" y="39"/>
                  </a:lnTo>
                  <a:lnTo>
                    <a:pt x="519" y="39"/>
                  </a:lnTo>
                  <a:lnTo>
                    <a:pt x="519" y="41"/>
                  </a:lnTo>
                  <a:lnTo>
                    <a:pt x="517" y="41"/>
                  </a:lnTo>
                  <a:lnTo>
                    <a:pt x="515" y="41"/>
                  </a:lnTo>
                  <a:lnTo>
                    <a:pt x="493" y="41"/>
                  </a:lnTo>
                  <a:lnTo>
                    <a:pt x="485" y="41"/>
                  </a:lnTo>
                  <a:lnTo>
                    <a:pt x="485" y="41"/>
                  </a:lnTo>
                  <a:lnTo>
                    <a:pt x="485" y="41"/>
                  </a:lnTo>
                  <a:lnTo>
                    <a:pt x="485" y="37"/>
                  </a:lnTo>
                  <a:lnTo>
                    <a:pt x="485" y="37"/>
                  </a:lnTo>
                  <a:lnTo>
                    <a:pt x="485" y="37"/>
                  </a:lnTo>
                  <a:lnTo>
                    <a:pt x="487" y="33"/>
                  </a:lnTo>
                  <a:lnTo>
                    <a:pt x="489" y="31"/>
                  </a:lnTo>
                  <a:lnTo>
                    <a:pt x="491" y="28"/>
                  </a:lnTo>
                  <a:lnTo>
                    <a:pt x="493" y="26"/>
                  </a:lnTo>
                  <a:lnTo>
                    <a:pt x="493" y="26"/>
                  </a:lnTo>
                  <a:lnTo>
                    <a:pt x="493" y="26"/>
                  </a:lnTo>
                  <a:close/>
                  <a:moveTo>
                    <a:pt x="62" y="44"/>
                  </a:moveTo>
                  <a:lnTo>
                    <a:pt x="62" y="46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71" y="50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7" y="59"/>
                  </a:lnTo>
                  <a:lnTo>
                    <a:pt x="77" y="61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3" y="65"/>
                  </a:lnTo>
                  <a:lnTo>
                    <a:pt x="73" y="65"/>
                  </a:lnTo>
                  <a:lnTo>
                    <a:pt x="71" y="65"/>
                  </a:lnTo>
                  <a:lnTo>
                    <a:pt x="71" y="65"/>
                  </a:lnTo>
                  <a:lnTo>
                    <a:pt x="71" y="65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69" y="63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7" y="61"/>
                  </a:lnTo>
                  <a:lnTo>
                    <a:pt x="62" y="65"/>
                  </a:lnTo>
                  <a:lnTo>
                    <a:pt x="60" y="74"/>
                  </a:lnTo>
                  <a:lnTo>
                    <a:pt x="60" y="74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2" y="80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4" y="78"/>
                  </a:lnTo>
                  <a:lnTo>
                    <a:pt x="56" y="74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4" y="70"/>
                  </a:lnTo>
                  <a:lnTo>
                    <a:pt x="56" y="46"/>
                  </a:lnTo>
                  <a:lnTo>
                    <a:pt x="58" y="46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2" y="44"/>
                  </a:lnTo>
                  <a:lnTo>
                    <a:pt x="62" y="44"/>
                  </a:lnTo>
                  <a:close/>
                  <a:moveTo>
                    <a:pt x="472" y="65"/>
                  </a:moveTo>
                  <a:lnTo>
                    <a:pt x="470" y="65"/>
                  </a:lnTo>
                  <a:lnTo>
                    <a:pt x="470" y="65"/>
                  </a:lnTo>
                  <a:lnTo>
                    <a:pt x="470" y="63"/>
                  </a:lnTo>
                  <a:lnTo>
                    <a:pt x="470" y="61"/>
                  </a:lnTo>
                  <a:lnTo>
                    <a:pt x="470" y="57"/>
                  </a:lnTo>
                  <a:lnTo>
                    <a:pt x="470" y="57"/>
                  </a:lnTo>
                  <a:lnTo>
                    <a:pt x="472" y="54"/>
                  </a:lnTo>
                  <a:lnTo>
                    <a:pt x="472" y="54"/>
                  </a:lnTo>
                  <a:lnTo>
                    <a:pt x="480" y="48"/>
                  </a:lnTo>
                  <a:lnTo>
                    <a:pt x="482" y="46"/>
                  </a:lnTo>
                  <a:lnTo>
                    <a:pt x="482" y="46"/>
                  </a:lnTo>
                  <a:lnTo>
                    <a:pt x="500" y="44"/>
                  </a:lnTo>
                  <a:lnTo>
                    <a:pt x="502" y="44"/>
                  </a:lnTo>
                  <a:lnTo>
                    <a:pt x="502" y="44"/>
                  </a:lnTo>
                  <a:lnTo>
                    <a:pt x="502" y="46"/>
                  </a:lnTo>
                  <a:lnTo>
                    <a:pt x="504" y="46"/>
                  </a:lnTo>
                  <a:lnTo>
                    <a:pt x="504" y="46"/>
                  </a:lnTo>
                  <a:lnTo>
                    <a:pt x="504" y="48"/>
                  </a:lnTo>
                  <a:lnTo>
                    <a:pt x="504" y="48"/>
                  </a:lnTo>
                  <a:lnTo>
                    <a:pt x="504" y="48"/>
                  </a:lnTo>
                  <a:lnTo>
                    <a:pt x="502" y="48"/>
                  </a:lnTo>
                  <a:lnTo>
                    <a:pt x="502" y="50"/>
                  </a:lnTo>
                  <a:lnTo>
                    <a:pt x="502" y="50"/>
                  </a:lnTo>
                  <a:lnTo>
                    <a:pt x="500" y="50"/>
                  </a:lnTo>
                  <a:lnTo>
                    <a:pt x="491" y="52"/>
                  </a:lnTo>
                  <a:lnTo>
                    <a:pt x="491" y="52"/>
                  </a:lnTo>
                  <a:lnTo>
                    <a:pt x="478" y="61"/>
                  </a:lnTo>
                  <a:lnTo>
                    <a:pt x="474" y="65"/>
                  </a:lnTo>
                  <a:lnTo>
                    <a:pt x="472" y="65"/>
                  </a:lnTo>
                  <a:lnTo>
                    <a:pt x="472" y="65"/>
                  </a:lnTo>
                  <a:close/>
                  <a:moveTo>
                    <a:pt x="90" y="78"/>
                  </a:moveTo>
                  <a:lnTo>
                    <a:pt x="92" y="80"/>
                  </a:lnTo>
                  <a:lnTo>
                    <a:pt x="92" y="80"/>
                  </a:lnTo>
                  <a:lnTo>
                    <a:pt x="95" y="80"/>
                  </a:lnTo>
                  <a:lnTo>
                    <a:pt x="95" y="82"/>
                  </a:lnTo>
                  <a:lnTo>
                    <a:pt x="95" y="82"/>
                  </a:lnTo>
                  <a:lnTo>
                    <a:pt x="92" y="85"/>
                  </a:lnTo>
                  <a:lnTo>
                    <a:pt x="92" y="87"/>
                  </a:lnTo>
                  <a:lnTo>
                    <a:pt x="92" y="87"/>
                  </a:lnTo>
                  <a:lnTo>
                    <a:pt x="90" y="89"/>
                  </a:lnTo>
                  <a:lnTo>
                    <a:pt x="88" y="89"/>
                  </a:lnTo>
                  <a:lnTo>
                    <a:pt x="88" y="89"/>
                  </a:lnTo>
                  <a:lnTo>
                    <a:pt x="79" y="87"/>
                  </a:lnTo>
                  <a:lnTo>
                    <a:pt x="79" y="87"/>
                  </a:lnTo>
                  <a:lnTo>
                    <a:pt x="79" y="85"/>
                  </a:lnTo>
                  <a:lnTo>
                    <a:pt x="79" y="82"/>
                  </a:lnTo>
                  <a:lnTo>
                    <a:pt x="79" y="80"/>
                  </a:lnTo>
                  <a:lnTo>
                    <a:pt x="82" y="80"/>
                  </a:lnTo>
                  <a:lnTo>
                    <a:pt x="82" y="80"/>
                  </a:lnTo>
                  <a:lnTo>
                    <a:pt x="84" y="74"/>
                  </a:lnTo>
                  <a:lnTo>
                    <a:pt x="82" y="65"/>
                  </a:lnTo>
                  <a:lnTo>
                    <a:pt x="86" y="67"/>
                  </a:lnTo>
                  <a:lnTo>
                    <a:pt x="92" y="74"/>
                  </a:lnTo>
                  <a:lnTo>
                    <a:pt x="90" y="78"/>
                  </a:lnTo>
                  <a:lnTo>
                    <a:pt x="90" y="78"/>
                  </a:lnTo>
                  <a:close/>
                  <a:moveTo>
                    <a:pt x="607" y="154"/>
                  </a:moveTo>
                  <a:lnTo>
                    <a:pt x="610" y="160"/>
                  </a:lnTo>
                  <a:lnTo>
                    <a:pt x="616" y="165"/>
                  </a:lnTo>
                  <a:lnTo>
                    <a:pt x="623" y="162"/>
                  </a:lnTo>
                  <a:lnTo>
                    <a:pt x="625" y="160"/>
                  </a:lnTo>
                  <a:lnTo>
                    <a:pt x="631" y="160"/>
                  </a:lnTo>
                  <a:lnTo>
                    <a:pt x="631" y="162"/>
                  </a:lnTo>
                  <a:lnTo>
                    <a:pt x="635" y="167"/>
                  </a:lnTo>
                  <a:lnTo>
                    <a:pt x="642" y="167"/>
                  </a:lnTo>
                  <a:lnTo>
                    <a:pt x="644" y="165"/>
                  </a:lnTo>
                  <a:lnTo>
                    <a:pt x="655" y="145"/>
                  </a:lnTo>
                  <a:lnTo>
                    <a:pt x="655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6" y="134"/>
                  </a:lnTo>
                  <a:lnTo>
                    <a:pt x="672" y="132"/>
                  </a:lnTo>
                  <a:lnTo>
                    <a:pt x="672" y="132"/>
                  </a:lnTo>
                  <a:lnTo>
                    <a:pt x="679" y="128"/>
                  </a:lnTo>
                  <a:lnTo>
                    <a:pt x="681" y="126"/>
                  </a:lnTo>
                  <a:lnTo>
                    <a:pt x="681" y="126"/>
                  </a:lnTo>
                  <a:lnTo>
                    <a:pt x="689" y="119"/>
                  </a:lnTo>
                  <a:lnTo>
                    <a:pt x="696" y="115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2" y="113"/>
                  </a:lnTo>
                  <a:lnTo>
                    <a:pt x="711" y="108"/>
                  </a:lnTo>
                  <a:lnTo>
                    <a:pt x="713" y="106"/>
                  </a:lnTo>
                  <a:lnTo>
                    <a:pt x="713" y="113"/>
                  </a:lnTo>
                  <a:lnTo>
                    <a:pt x="715" y="117"/>
                  </a:lnTo>
                  <a:lnTo>
                    <a:pt x="722" y="117"/>
                  </a:lnTo>
                  <a:lnTo>
                    <a:pt x="730" y="113"/>
                  </a:lnTo>
                  <a:lnTo>
                    <a:pt x="737" y="115"/>
                  </a:lnTo>
                  <a:lnTo>
                    <a:pt x="739" y="121"/>
                  </a:lnTo>
                  <a:lnTo>
                    <a:pt x="739" y="126"/>
                  </a:lnTo>
                  <a:lnTo>
                    <a:pt x="737" y="130"/>
                  </a:lnTo>
                  <a:lnTo>
                    <a:pt x="728" y="132"/>
                  </a:lnTo>
                  <a:lnTo>
                    <a:pt x="722" y="132"/>
                  </a:lnTo>
                  <a:lnTo>
                    <a:pt x="717" y="136"/>
                  </a:lnTo>
                  <a:lnTo>
                    <a:pt x="715" y="139"/>
                  </a:lnTo>
                  <a:lnTo>
                    <a:pt x="715" y="145"/>
                  </a:lnTo>
                  <a:lnTo>
                    <a:pt x="722" y="152"/>
                  </a:lnTo>
                  <a:lnTo>
                    <a:pt x="728" y="156"/>
                  </a:lnTo>
                  <a:lnTo>
                    <a:pt x="735" y="165"/>
                  </a:lnTo>
                  <a:lnTo>
                    <a:pt x="735" y="165"/>
                  </a:lnTo>
                  <a:lnTo>
                    <a:pt x="732" y="167"/>
                  </a:lnTo>
                  <a:lnTo>
                    <a:pt x="724" y="171"/>
                  </a:lnTo>
                  <a:lnTo>
                    <a:pt x="719" y="175"/>
                  </a:lnTo>
                  <a:lnTo>
                    <a:pt x="719" y="177"/>
                  </a:lnTo>
                  <a:lnTo>
                    <a:pt x="719" y="177"/>
                  </a:lnTo>
                  <a:lnTo>
                    <a:pt x="717" y="180"/>
                  </a:lnTo>
                  <a:lnTo>
                    <a:pt x="717" y="182"/>
                  </a:lnTo>
                  <a:lnTo>
                    <a:pt x="717" y="184"/>
                  </a:lnTo>
                  <a:lnTo>
                    <a:pt x="717" y="184"/>
                  </a:lnTo>
                  <a:lnTo>
                    <a:pt x="717" y="186"/>
                  </a:lnTo>
                  <a:lnTo>
                    <a:pt x="717" y="188"/>
                  </a:lnTo>
                  <a:lnTo>
                    <a:pt x="717" y="190"/>
                  </a:lnTo>
                  <a:lnTo>
                    <a:pt x="717" y="190"/>
                  </a:lnTo>
                  <a:lnTo>
                    <a:pt x="717" y="190"/>
                  </a:lnTo>
                  <a:lnTo>
                    <a:pt x="715" y="193"/>
                  </a:lnTo>
                  <a:lnTo>
                    <a:pt x="711" y="195"/>
                  </a:lnTo>
                  <a:lnTo>
                    <a:pt x="694" y="212"/>
                  </a:lnTo>
                  <a:lnTo>
                    <a:pt x="679" y="227"/>
                  </a:lnTo>
                  <a:lnTo>
                    <a:pt x="672" y="231"/>
                  </a:lnTo>
                  <a:lnTo>
                    <a:pt x="668" y="234"/>
                  </a:lnTo>
                  <a:lnTo>
                    <a:pt x="666" y="236"/>
                  </a:lnTo>
                  <a:lnTo>
                    <a:pt x="666" y="238"/>
                  </a:lnTo>
                  <a:lnTo>
                    <a:pt x="666" y="238"/>
                  </a:lnTo>
                  <a:lnTo>
                    <a:pt x="663" y="238"/>
                  </a:lnTo>
                  <a:lnTo>
                    <a:pt x="663" y="240"/>
                  </a:lnTo>
                  <a:lnTo>
                    <a:pt x="663" y="242"/>
                  </a:lnTo>
                  <a:lnTo>
                    <a:pt x="661" y="244"/>
                  </a:lnTo>
                  <a:lnTo>
                    <a:pt x="659" y="247"/>
                  </a:lnTo>
                  <a:lnTo>
                    <a:pt x="655" y="251"/>
                  </a:lnTo>
                  <a:lnTo>
                    <a:pt x="653" y="251"/>
                  </a:lnTo>
                  <a:lnTo>
                    <a:pt x="651" y="253"/>
                  </a:lnTo>
                  <a:lnTo>
                    <a:pt x="651" y="253"/>
                  </a:lnTo>
                  <a:lnTo>
                    <a:pt x="648" y="253"/>
                  </a:lnTo>
                  <a:lnTo>
                    <a:pt x="646" y="253"/>
                  </a:lnTo>
                  <a:lnTo>
                    <a:pt x="644" y="253"/>
                  </a:lnTo>
                  <a:lnTo>
                    <a:pt x="635" y="253"/>
                  </a:lnTo>
                  <a:lnTo>
                    <a:pt x="633" y="253"/>
                  </a:lnTo>
                  <a:lnTo>
                    <a:pt x="616" y="253"/>
                  </a:lnTo>
                  <a:lnTo>
                    <a:pt x="614" y="253"/>
                  </a:lnTo>
                  <a:lnTo>
                    <a:pt x="614" y="253"/>
                  </a:lnTo>
                  <a:lnTo>
                    <a:pt x="614" y="255"/>
                  </a:lnTo>
                  <a:lnTo>
                    <a:pt x="614" y="255"/>
                  </a:lnTo>
                  <a:lnTo>
                    <a:pt x="612" y="257"/>
                  </a:lnTo>
                  <a:lnTo>
                    <a:pt x="612" y="257"/>
                  </a:lnTo>
                  <a:lnTo>
                    <a:pt x="610" y="260"/>
                  </a:lnTo>
                  <a:lnTo>
                    <a:pt x="605" y="266"/>
                  </a:lnTo>
                  <a:lnTo>
                    <a:pt x="603" y="266"/>
                  </a:lnTo>
                  <a:lnTo>
                    <a:pt x="601" y="266"/>
                  </a:lnTo>
                  <a:lnTo>
                    <a:pt x="599" y="266"/>
                  </a:lnTo>
                  <a:lnTo>
                    <a:pt x="595" y="266"/>
                  </a:lnTo>
                  <a:lnTo>
                    <a:pt x="595" y="268"/>
                  </a:lnTo>
                  <a:lnTo>
                    <a:pt x="590" y="270"/>
                  </a:lnTo>
                  <a:lnTo>
                    <a:pt x="588" y="270"/>
                  </a:lnTo>
                  <a:lnTo>
                    <a:pt x="586" y="272"/>
                  </a:lnTo>
                  <a:lnTo>
                    <a:pt x="584" y="275"/>
                  </a:lnTo>
                  <a:lnTo>
                    <a:pt x="582" y="275"/>
                  </a:lnTo>
                  <a:lnTo>
                    <a:pt x="582" y="277"/>
                  </a:lnTo>
                  <a:lnTo>
                    <a:pt x="579" y="277"/>
                  </a:lnTo>
                  <a:lnTo>
                    <a:pt x="556" y="277"/>
                  </a:lnTo>
                  <a:lnTo>
                    <a:pt x="554" y="277"/>
                  </a:lnTo>
                  <a:lnTo>
                    <a:pt x="545" y="272"/>
                  </a:lnTo>
                  <a:lnTo>
                    <a:pt x="541" y="270"/>
                  </a:lnTo>
                  <a:lnTo>
                    <a:pt x="541" y="262"/>
                  </a:lnTo>
                  <a:lnTo>
                    <a:pt x="541" y="262"/>
                  </a:lnTo>
                  <a:lnTo>
                    <a:pt x="541" y="260"/>
                  </a:lnTo>
                  <a:lnTo>
                    <a:pt x="545" y="255"/>
                  </a:lnTo>
                  <a:lnTo>
                    <a:pt x="545" y="255"/>
                  </a:lnTo>
                  <a:lnTo>
                    <a:pt x="554" y="251"/>
                  </a:lnTo>
                  <a:lnTo>
                    <a:pt x="556" y="251"/>
                  </a:lnTo>
                  <a:lnTo>
                    <a:pt x="556" y="251"/>
                  </a:lnTo>
                  <a:lnTo>
                    <a:pt x="558" y="251"/>
                  </a:lnTo>
                  <a:lnTo>
                    <a:pt x="560" y="251"/>
                  </a:lnTo>
                  <a:lnTo>
                    <a:pt x="560" y="251"/>
                  </a:lnTo>
                  <a:lnTo>
                    <a:pt x="562" y="249"/>
                  </a:lnTo>
                  <a:lnTo>
                    <a:pt x="564" y="249"/>
                  </a:lnTo>
                  <a:lnTo>
                    <a:pt x="569" y="247"/>
                  </a:lnTo>
                  <a:lnTo>
                    <a:pt x="571" y="244"/>
                  </a:lnTo>
                  <a:lnTo>
                    <a:pt x="571" y="244"/>
                  </a:lnTo>
                  <a:lnTo>
                    <a:pt x="573" y="242"/>
                  </a:lnTo>
                  <a:lnTo>
                    <a:pt x="573" y="242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3" y="238"/>
                  </a:lnTo>
                  <a:lnTo>
                    <a:pt x="571" y="238"/>
                  </a:lnTo>
                  <a:lnTo>
                    <a:pt x="566" y="236"/>
                  </a:lnTo>
                  <a:lnTo>
                    <a:pt x="564" y="236"/>
                  </a:lnTo>
                  <a:lnTo>
                    <a:pt x="564" y="236"/>
                  </a:lnTo>
                  <a:lnTo>
                    <a:pt x="560" y="236"/>
                  </a:lnTo>
                  <a:lnTo>
                    <a:pt x="560" y="236"/>
                  </a:lnTo>
                  <a:lnTo>
                    <a:pt x="558" y="236"/>
                  </a:lnTo>
                  <a:lnTo>
                    <a:pt x="558" y="236"/>
                  </a:lnTo>
                  <a:lnTo>
                    <a:pt x="556" y="238"/>
                  </a:lnTo>
                  <a:lnTo>
                    <a:pt x="556" y="238"/>
                  </a:lnTo>
                  <a:lnTo>
                    <a:pt x="554" y="238"/>
                  </a:lnTo>
                  <a:lnTo>
                    <a:pt x="554" y="240"/>
                  </a:lnTo>
                  <a:lnTo>
                    <a:pt x="554" y="240"/>
                  </a:lnTo>
                  <a:lnTo>
                    <a:pt x="554" y="238"/>
                  </a:lnTo>
                  <a:lnTo>
                    <a:pt x="551" y="238"/>
                  </a:lnTo>
                  <a:lnTo>
                    <a:pt x="551" y="236"/>
                  </a:lnTo>
                  <a:lnTo>
                    <a:pt x="551" y="236"/>
                  </a:lnTo>
                  <a:lnTo>
                    <a:pt x="551" y="234"/>
                  </a:lnTo>
                  <a:lnTo>
                    <a:pt x="551" y="225"/>
                  </a:lnTo>
                  <a:lnTo>
                    <a:pt x="551" y="225"/>
                  </a:lnTo>
                  <a:lnTo>
                    <a:pt x="551" y="223"/>
                  </a:lnTo>
                  <a:lnTo>
                    <a:pt x="554" y="223"/>
                  </a:lnTo>
                  <a:lnTo>
                    <a:pt x="558" y="221"/>
                  </a:lnTo>
                  <a:lnTo>
                    <a:pt x="558" y="221"/>
                  </a:lnTo>
                  <a:lnTo>
                    <a:pt x="560" y="221"/>
                  </a:lnTo>
                  <a:lnTo>
                    <a:pt x="560" y="219"/>
                  </a:lnTo>
                  <a:lnTo>
                    <a:pt x="560" y="216"/>
                  </a:lnTo>
                  <a:lnTo>
                    <a:pt x="562" y="214"/>
                  </a:lnTo>
                  <a:lnTo>
                    <a:pt x="562" y="214"/>
                  </a:lnTo>
                  <a:lnTo>
                    <a:pt x="562" y="199"/>
                  </a:lnTo>
                  <a:lnTo>
                    <a:pt x="562" y="195"/>
                  </a:lnTo>
                  <a:lnTo>
                    <a:pt x="562" y="193"/>
                  </a:lnTo>
                  <a:lnTo>
                    <a:pt x="562" y="193"/>
                  </a:lnTo>
                  <a:lnTo>
                    <a:pt x="560" y="190"/>
                  </a:lnTo>
                  <a:lnTo>
                    <a:pt x="562" y="188"/>
                  </a:lnTo>
                  <a:lnTo>
                    <a:pt x="575" y="173"/>
                  </a:lnTo>
                  <a:lnTo>
                    <a:pt x="599" y="156"/>
                  </a:lnTo>
                  <a:lnTo>
                    <a:pt x="599" y="156"/>
                  </a:lnTo>
                  <a:lnTo>
                    <a:pt x="601" y="154"/>
                  </a:lnTo>
                  <a:lnTo>
                    <a:pt x="607" y="154"/>
                  </a:lnTo>
                  <a:lnTo>
                    <a:pt x="607" y="154"/>
                  </a:lnTo>
                  <a:close/>
                  <a:moveTo>
                    <a:pt x="32" y="201"/>
                  </a:moveTo>
                  <a:lnTo>
                    <a:pt x="30" y="201"/>
                  </a:lnTo>
                  <a:lnTo>
                    <a:pt x="30" y="201"/>
                  </a:lnTo>
                  <a:lnTo>
                    <a:pt x="21" y="199"/>
                  </a:lnTo>
                  <a:lnTo>
                    <a:pt x="17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3" y="195"/>
                  </a:lnTo>
                  <a:lnTo>
                    <a:pt x="0" y="180"/>
                  </a:lnTo>
                  <a:lnTo>
                    <a:pt x="0" y="180"/>
                  </a:lnTo>
                  <a:lnTo>
                    <a:pt x="0" y="177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7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3" y="162"/>
                  </a:lnTo>
                  <a:lnTo>
                    <a:pt x="26" y="160"/>
                  </a:lnTo>
                  <a:lnTo>
                    <a:pt x="41" y="156"/>
                  </a:lnTo>
                  <a:lnTo>
                    <a:pt x="41" y="156"/>
                  </a:lnTo>
                  <a:lnTo>
                    <a:pt x="43" y="156"/>
                  </a:lnTo>
                  <a:lnTo>
                    <a:pt x="45" y="156"/>
                  </a:lnTo>
                  <a:lnTo>
                    <a:pt x="47" y="158"/>
                  </a:lnTo>
                  <a:lnTo>
                    <a:pt x="54" y="158"/>
                  </a:lnTo>
                  <a:lnTo>
                    <a:pt x="77" y="154"/>
                  </a:lnTo>
                  <a:lnTo>
                    <a:pt x="79" y="154"/>
                  </a:lnTo>
                  <a:lnTo>
                    <a:pt x="82" y="154"/>
                  </a:lnTo>
                  <a:lnTo>
                    <a:pt x="84" y="154"/>
                  </a:lnTo>
                  <a:lnTo>
                    <a:pt x="84" y="154"/>
                  </a:lnTo>
                  <a:lnTo>
                    <a:pt x="84" y="154"/>
                  </a:lnTo>
                  <a:lnTo>
                    <a:pt x="86" y="154"/>
                  </a:lnTo>
                  <a:lnTo>
                    <a:pt x="86" y="154"/>
                  </a:lnTo>
                  <a:lnTo>
                    <a:pt x="86" y="156"/>
                  </a:lnTo>
                  <a:lnTo>
                    <a:pt x="88" y="156"/>
                  </a:lnTo>
                  <a:lnTo>
                    <a:pt x="92" y="158"/>
                  </a:lnTo>
                  <a:lnTo>
                    <a:pt x="95" y="158"/>
                  </a:lnTo>
                  <a:lnTo>
                    <a:pt x="103" y="158"/>
                  </a:lnTo>
                  <a:lnTo>
                    <a:pt x="103" y="158"/>
                  </a:lnTo>
                  <a:lnTo>
                    <a:pt x="105" y="158"/>
                  </a:lnTo>
                  <a:lnTo>
                    <a:pt x="105" y="158"/>
                  </a:lnTo>
                  <a:lnTo>
                    <a:pt x="116" y="152"/>
                  </a:lnTo>
                  <a:lnTo>
                    <a:pt x="118" y="149"/>
                  </a:lnTo>
                  <a:lnTo>
                    <a:pt x="118" y="147"/>
                  </a:lnTo>
                  <a:lnTo>
                    <a:pt x="120" y="147"/>
                  </a:lnTo>
                  <a:lnTo>
                    <a:pt x="120" y="147"/>
                  </a:lnTo>
                  <a:lnTo>
                    <a:pt x="127" y="154"/>
                  </a:lnTo>
                  <a:lnTo>
                    <a:pt x="127" y="156"/>
                  </a:lnTo>
                  <a:lnTo>
                    <a:pt x="129" y="158"/>
                  </a:lnTo>
                  <a:lnTo>
                    <a:pt x="133" y="162"/>
                  </a:lnTo>
                  <a:lnTo>
                    <a:pt x="136" y="165"/>
                  </a:lnTo>
                  <a:lnTo>
                    <a:pt x="136" y="167"/>
                  </a:lnTo>
                  <a:lnTo>
                    <a:pt x="136" y="167"/>
                  </a:lnTo>
                  <a:lnTo>
                    <a:pt x="138" y="167"/>
                  </a:lnTo>
                  <a:lnTo>
                    <a:pt x="140" y="169"/>
                  </a:lnTo>
                  <a:lnTo>
                    <a:pt x="142" y="169"/>
                  </a:lnTo>
                  <a:lnTo>
                    <a:pt x="142" y="169"/>
                  </a:lnTo>
                  <a:lnTo>
                    <a:pt x="144" y="169"/>
                  </a:lnTo>
                  <a:lnTo>
                    <a:pt x="144" y="169"/>
                  </a:lnTo>
                  <a:lnTo>
                    <a:pt x="148" y="169"/>
                  </a:lnTo>
                  <a:lnTo>
                    <a:pt x="148" y="169"/>
                  </a:lnTo>
                  <a:lnTo>
                    <a:pt x="148" y="169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82"/>
                  </a:lnTo>
                  <a:lnTo>
                    <a:pt x="155" y="182"/>
                  </a:lnTo>
                  <a:lnTo>
                    <a:pt x="155" y="186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66" y="193"/>
                  </a:lnTo>
                  <a:lnTo>
                    <a:pt x="166" y="193"/>
                  </a:lnTo>
                  <a:lnTo>
                    <a:pt x="168" y="193"/>
                  </a:lnTo>
                  <a:lnTo>
                    <a:pt x="168" y="193"/>
                  </a:lnTo>
                  <a:lnTo>
                    <a:pt x="168" y="190"/>
                  </a:lnTo>
                  <a:lnTo>
                    <a:pt x="170" y="190"/>
                  </a:lnTo>
                  <a:lnTo>
                    <a:pt x="172" y="188"/>
                  </a:lnTo>
                  <a:lnTo>
                    <a:pt x="179" y="188"/>
                  </a:lnTo>
                  <a:lnTo>
                    <a:pt x="181" y="188"/>
                  </a:lnTo>
                  <a:lnTo>
                    <a:pt x="181" y="188"/>
                  </a:lnTo>
                  <a:lnTo>
                    <a:pt x="181" y="188"/>
                  </a:lnTo>
                  <a:lnTo>
                    <a:pt x="196" y="201"/>
                  </a:lnTo>
                  <a:lnTo>
                    <a:pt x="196" y="201"/>
                  </a:lnTo>
                  <a:lnTo>
                    <a:pt x="198" y="201"/>
                  </a:lnTo>
                  <a:lnTo>
                    <a:pt x="200" y="208"/>
                  </a:lnTo>
                  <a:lnTo>
                    <a:pt x="200" y="208"/>
                  </a:lnTo>
                  <a:lnTo>
                    <a:pt x="200" y="210"/>
                  </a:lnTo>
                  <a:lnTo>
                    <a:pt x="200" y="212"/>
                  </a:lnTo>
                  <a:lnTo>
                    <a:pt x="200" y="212"/>
                  </a:lnTo>
                  <a:lnTo>
                    <a:pt x="204" y="219"/>
                  </a:lnTo>
                  <a:lnTo>
                    <a:pt x="207" y="219"/>
                  </a:lnTo>
                  <a:lnTo>
                    <a:pt x="207" y="221"/>
                  </a:lnTo>
                  <a:lnTo>
                    <a:pt x="211" y="223"/>
                  </a:lnTo>
                  <a:lnTo>
                    <a:pt x="213" y="223"/>
                  </a:lnTo>
                  <a:lnTo>
                    <a:pt x="213" y="223"/>
                  </a:lnTo>
                  <a:lnTo>
                    <a:pt x="215" y="223"/>
                  </a:lnTo>
                  <a:lnTo>
                    <a:pt x="217" y="225"/>
                  </a:lnTo>
                  <a:lnTo>
                    <a:pt x="217" y="225"/>
                  </a:lnTo>
                  <a:lnTo>
                    <a:pt x="220" y="225"/>
                  </a:lnTo>
                  <a:lnTo>
                    <a:pt x="220" y="227"/>
                  </a:lnTo>
                  <a:lnTo>
                    <a:pt x="222" y="229"/>
                  </a:lnTo>
                  <a:lnTo>
                    <a:pt x="224" y="231"/>
                  </a:lnTo>
                  <a:lnTo>
                    <a:pt x="224" y="234"/>
                  </a:lnTo>
                  <a:lnTo>
                    <a:pt x="226" y="238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4"/>
                  </a:lnTo>
                  <a:lnTo>
                    <a:pt x="213" y="255"/>
                  </a:lnTo>
                  <a:lnTo>
                    <a:pt x="213" y="255"/>
                  </a:lnTo>
                  <a:lnTo>
                    <a:pt x="211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02" y="260"/>
                  </a:lnTo>
                  <a:lnTo>
                    <a:pt x="200" y="262"/>
                  </a:lnTo>
                  <a:lnTo>
                    <a:pt x="185" y="264"/>
                  </a:lnTo>
                  <a:lnTo>
                    <a:pt x="172" y="264"/>
                  </a:lnTo>
                  <a:lnTo>
                    <a:pt x="153" y="262"/>
                  </a:lnTo>
                  <a:lnTo>
                    <a:pt x="146" y="260"/>
                  </a:lnTo>
                  <a:lnTo>
                    <a:pt x="144" y="260"/>
                  </a:lnTo>
                  <a:lnTo>
                    <a:pt x="138" y="253"/>
                  </a:lnTo>
                  <a:lnTo>
                    <a:pt x="131" y="247"/>
                  </a:lnTo>
                  <a:lnTo>
                    <a:pt x="129" y="242"/>
                  </a:lnTo>
                  <a:lnTo>
                    <a:pt x="129" y="240"/>
                  </a:lnTo>
                  <a:lnTo>
                    <a:pt x="129" y="238"/>
                  </a:lnTo>
                  <a:lnTo>
                    <a:pt x="127" y="238"/>
                  </a:lnTo>
                  <a:lnTo>
                    <a:pt x="125" y="231"/>
                  </a:lnTo>
                  <a:lnTo>
                    <a:pt x="120" y="229"/>
                  </a:lnTo>
                  <a:lnTo>
                    <a:pt x="120" y="229"/>
                  </a:lnTo>
                  <a:lnTo>
                    <a:pt x="120" y="229"/>
                  </a:lnTo>
                  <a:lnTo>
                    <a:pt x="120" y="229"/>
                  </a:lnTo>
                  <a:lnTo>
                    <a:pt x="118" y="229"/>
                  </a:lnTo>
                  <a:lnTo>
                    <a:pt x="116" y="229"/>
                  </a:lnTo>
                  <a:lnTo>
                    <a:pt x="116" y="229"/>
                  </a:lnTo>
                  <a:lnTo>
                    <a:pt x="101" y="221"/>
                  </a:lnTo>
                  <a:lnTo>
                    <a:pt x="95" y="216"/>
                  </a:lnTo>
                  <a:lnTo>
                    <a:pt x="92" y="216"/>
                  </a:lnTo>
                  <a:lnTo>
                    <a:pt x="90" y="214"/>
                  </a:lnTo>
                  <a:lnTo>
                    <a:pt x="88" y="214"/>
                  </a:lnTo>
                  <a:lnTo>
                    <a:pt x="88" y="212"/>
                  </a:lnTo>
                  <a:lnTo>
                    <a:pt x="88" y="212"/>
                  </a:lnTo>
                  <a:lnTo>
                    <a:pt x="88" y="210"/>
                  </a:lnTo>
                  <a:lnTo>
                    <a:pt x="88" y="210"/>
                  </a:lnTo>
                  <a:lnTo>
                    <a:pt x="88" y="210"/>
                  </a:lnTo>
                  <a:lnTo>
                    <a:pt x="88" y="208"/>
                  </a:lnTo>
                  <a:lnTo>
                    <a:pt x="82" y="206"/>
                  </a:lnTo>
                  <a:lnTo>
                    <a:pt x="82" y="206"/>
                  </a:lnTo>
                  <a:lnTo>
                    <a:pt x="64" y="201"/>
                  </a:lnTo>
                  <a:lnTo>
                    <a:pt x="64" y="201"/>
                  </a:lnTo>
                  <a:lnTo>
                    <a:pt x="34" y="201"/>
                  </a:lnTo>
                  <a:lnTo>
                    <a:pt x="34" y="201"/>
                  </a:lnTo>
                  <a:lnTo>
                    <a:pt x="32" y="201"/>
                  </a:lnTo>
                  <a:lnTo>
                    <a:pt x="32" y="201"/>
                  </a:lnTo>
                  <a:close/>
                  <a:moveTo>
                    <a:pt x="532" y="251"/>
                  </a:moveTo>
                  <a:lnTo>
                    <a:pt x="534" y="249"/>
                  </a:lnTo>
                  <a:lnTo>
                    <a:pt x="534" y="249"/>
                  </a:lnTo>
                  <a:lnTo>
                    <a:pt x="536" y="249"/>
                  </a:lnTo>
                  <a:lnTo>
                    <a:pt x="536" y="249"/>
                  </a:lnTo>
                  <a:lnTo>
                    <a:pt x="543" y="253"/>
                  </a:lnTo>
                  <a:lnTo>
                    <a:pt x="543" y="253"/>
                  </a:lnTo>
                  <a:lnTo>
                    <a:pt x="543" y="253"/>
                  </a:lnTo>
                  <a:lnTo>
                    <a:pt x="543" y="255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30" y="272"/>
                  </a:lnTo>
                  <a:lnTo>
                    <a:pt x="530" y="272"/>
                  </a:lnTo>
                  <a:lnTo>
                    <a:pt x="521" y="272"/>
                  </a:lnTo>
                  <a:lnTo>
                    <a:pt x="519" y="272"/>
                  </a:lnTo>
                  <a:lnTo>
                    <a:pt x="519" y="270"/>
                  </a:lnTo>
                  <a:lnTo>
                    <a:pt x="519" y="270"/>
                  </a:lnTo>
                  <a:lnTo>
                    <a:pt x="519" y="266"/>
                  </a:lnTo>
                  <a:lnTo>
                    <a:pt x="519" y="266"/>
                  </a:lnTo>
                  <a:lnTo>
                    <a:pt x="519" y="264"/>
                  </a:lnTo>
                  <a:lnTo>
                    <a:pt x="519" y="264"/>
                  </a:lnTo>
                  <a:lnTo>
                    <a:pt x="530" y="253"/>
                  </a:lnTo>
                  <a:lnTo>
                    <a:pt x="532" y="251"/>
                  </a:lnTo>
                  <a:lnTo>
                    <a:pt x="532" y="251"/>
                  </a:lnTo>
                  <a:close/>
                  <a:moveTo>
                    <a:pt x="332" y="298"/>
                  </a:moveTo>
                  <a:lnTo>
                    <a:pt x="336" y="294"/>
                  </a:lnTo>
                  <a:lnTo>
                    <a:pt x="345" y="288"/>
                  </a:lnTo>
                  <a:lnTo>
                    <a:pt x="347" y="285"/>
                  </a:lnTo>
                  <a:lnTo>
                    <a:pt x="347" y="285"/>
                  </a:lnTo>
                  <a:lnTo>
                    <a:pt x="347" y="285"/>
                  </a:lnTo>
                  <a:lnTo>
                    <a:pt x="349" y="283"/>
                  </a:lnTo>
                  <a:lnTo>
                    <a:pt x="351" y="283"/>
                  </a:lnTo>
                  <a:lnTo>
                    <a:pt x="353" y="283"/>
                  </a:lnTo>
                  <a:lnTo>
                    <a:pt x="353" y="283"/>
                  </a:lnTo>
                  <a:lnTo>
                    <a:pt x="362" y="285"/>
                  </a:lnTo>
                  <a:lnTo>
                    <a:pt x="362" y="285"/>
                  </a:lnTo>
                  <a:lnTo>
                    <a:pt x="364" y="285"/>
                  </a:lnTo>
                  <a:lnTo>
                    <a:pt x="364" y="285"/>
                  </a:lnTo>
                  <a:lnTo>
                    <a:pt x="364" y="288"/>
                  </a:lnTo>
                  <a:lnTo>
                    <a:pt x="364" y="288"/>
                  </a:lnTo>
                  <a:lnTo>
                    <a:pt x="364" y="294"/>
                  </a:lnTo>
                  <a:lnTo>
                    <a:pt x="362" y="294"/>
                  </a:lnTo>
                  <a:lnTo>
                    <a:pt x="362" y="296"/>
                  </a:lnTo>
                  <a:lnTo>
                    <a:pt x="360" y="296"/>
                  </a:lnTo>
                  <a:lnTo>
                    <a:pt x="349" y="305"/>
                  </a:lnTo>
                  <a:lnTo>
                    <a:pt x="347" y="305"/>
                  </a:lnTo>
                  <a:lnTo>
                    <a:pt x="345" y="305"/>
                  </a:lnTo>
                  <a:lnTo>
                    <a:pt x="334" y="305"/>
                  </a:lnTo>
                  <a:lnTo>
                    <a:pt x="332" y="305"/>
                  </a:lnTo>
                  <a:lnTo>
                    <a:pt x="329" y="303"/>
                  </a:lnTo>
                  <a:lnTo>
                    <a:pt x="327" y="301"/>
                  </a:lnTo>
                  <a:lnTo>
                    <a:pt x="327" y="301"/>
                  </a:lnTo>
                  <a:lnTo>
                    <a:pt x="327" y="301"/>
                  </a:lnTo>
                  <a:lnTo>
                    <a:pt x="327" y="301"/>
                  </a:lnTo>
                  <a:lnTo>
                    <a:pt x="327" y="301"/>
                  </a:lnTo>
                  <a:lnTo>
                    <a:pt x="332" y="298"/>
                  </a:lnTo>
                  <a:lnTo>
                    <a:pt x="332" y="298"/>
                  </a:lnTo>
                  <a:close/>
                  <a:moveTo>
                    <a:pt x="465" y="324"/>
                  </a:moveTo>
                  <a:lnTo>
                    <a:pt x="474" y="320"/>
                  </a:lnTo>
                  <a:lnTo>
                    <a:pt x="491" y="314"/>
                  </a:lnTo>
                  <a:lnTo>
                    <a:pt x="491" y="314"/>
                  </a:lnTo>
                  <a:lnTo>
                    <a:pt x="493" y="314"/>
                  </a:lnTo>
                  <a:lnTo>
                    <a:pt x="504" y="303"/>
                  </a:lnTo>
                  <a:lnTo>
                    <a:pt x="513" y="294"/>
                  </a:lnTo>
                  <a:lnTo>
                    <a:pt x="528" y="285"/>
                  </a:lnTo>
                  <a:lnTo>
                    <a:pt x="528" y="285"/>
                  </a:lnTo>
                  <a:lnTo>
                    <a:pt x="528" y="285"/>
                  </a:lnTo>
                  <a:lnTo>
                    <a:pt x="528" y="285"/>
                  </a:lnTo>
                  <a:lnTo>
                    <a:pt x="530" y="285"/>
                  </a:lnTo>
                  <a:lnTo>
                    <a:pt x="530" y="285"/>
                  </a:lnTo>
                  <a:lnTo>
                    <a:pt x="530" y="303"/>
                  </a:lnTo>
                  <a:lnTo>
                    <a:pt x="530" y="314"/>
                  </a:lnTo>
                  <a:lnTo>
                    <a:pt x="521" y="316"/>
                  </a:lnTo>
                  <a:lnTo>
                    <a:pt x="515" y="320"/>
                  </a:lnTo>
                  <a:lnTo>
                    <a:pt x="510" y="326"/>
                  </a:lnTo>
                  <a:lnTo>
                    <a:pt x="510" y="326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06" y="331"/>
                  </a:lnTo>
                  <a:lnTo>
                    <a:pt x="504" y="331"/>
                  </a:lnTo>
                  <a:lnTo>
                    <a:pt x="504" y="331"/>
                  </a:lnTo>
                  <a:lnTo>
                    <a:pt x="502" y="331"/>
                  </a:lnTo>
                  <a:lnTo>
                    <a:pt x="500" y="331"/>
                  </a:lnTo>
                  <a:lnTo>
                    <a:pt x="500" y="331"/>
                  </a:lnTo>
                  <a:lnTo>
                    <a:pt x="498" y="331"/>
                  </a:lnTo>
                  <a:lnTo>
                    <a:pt x="482" y="335"/>
                  </a:lnTo>
                  <a:lnTo>
                    <a:pt x="482" y="335"/>
                  </a:lnTo>
                  <a:lnTo>
                    <a:pt x="478" y="337"/>
                  </a:lnTo>
                  <a:lnTo>
                    <a:pt x="478" y="337"/>
                  </a:lnTo>
                  <a:lnTo>
                    <a:pt x="476" y="339"/>
                  </a:lnTo>
                  <a:lnTo>
                    <a:pt x="476" y="339"/>
                  </a:lnTo>
                  <a:lnTo>
                    <a:pt x="476" y="339"/>
                  </a:lnTo>
                  <a:lnTo>
                    <a:pt x="465" y="344"/>
                  </a:lnTo>
                  <a:lnTo>
                    <a:pt x="465" y="344"/>
                  </a:lnTo>
                  <a:lnTo>
                    <a:pt x="463" y="344"/>
                  </a:lnTo>
                  <a:lnTo>
                    <a:pt x="463" y="344"/>
                  </a:lnTo>
                  <a:lnTo>
                    <a:pt x="461" y="342"/>
                  </a:lnTo>
                  <a:lnTo>
                    <a:pt x="461" y="342"/>
                  </a:lnTo>
                  <a:lnTo>
                    <a:pt x="459" y="329"/>
                  </a:lnTo>
                  <a:lnTo>
                    <a:pt x="459" y="326"/>
                  </a:lnTo>
                  <a:lnTo>
                    <a:pt x="459" y="326"/>
                  </a:lnTo>
                  <a:lnTo>
                    <a:pt x="459" y="326"/>
                  </a:lnTo>
                  <a:lnTo>
                    <a:pt x="463" y="324"/>
                  </a:lnTo>
                  <a:lnTo>
                    <a:pt x="465" y="324"/>
                  </a:lnTo>
                  <a:lnTo>
                    <a:pt x="465" y="324"/>
                  </a:lnTo>
                  <a:lnTo>
                    <a:pt x="465" y="32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22" name="Freeform 69">
              <a:extLst>
                <a:ext uri="{FF2B5EF4-FFF2-40B4-BE49-F238E27FC236}">
                  <a16:creationId xmlns:a16="http://schemas.microsoft.com/office/drawing/2014/main" id="{204FBF55-3135-8075-3F34-53AA7B2C5B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6199" y="2466385"/>
              <a:ext cx="1014974" cy="645800"/>
            </a:xfrm>
            <a:custGeom>
              <a:avLst/>
              <a:gdLst/>
              <a:ahLst/>
              <a:cxnLst>
                <a:cxn ang="0">
                  <a:pos x="994" y="22"/>
                </a:cxn>
                <a:cxn ang="0">
                  <a:pos x="974" y="46"/>
                </a:cxn>
                <a:cxn ang="0">
                  <a:pos x="742" y="106"/>
                </a:cxn>
                <a:cxn ang="0">
                  <a:pos x="675" y="134"/>
                </a:cxn>
                <a:cxn ang="0">
                  <a:pos x="315" y="471"/>
                </a:cxn>
                <a:cxn ang="0">
                  <a:pos x="399" y="432"/>
                </a:cxn>
                <a:cxn ang="0">
                  <a:pos x="451" y="497"/>
                </a:cxn>
                <a:cxn ang="0">
                  <a:pos x="399" y="527"/>
                </a:cxn>
                <a:cxn ang="0">
                  <a:pos x="427" y="549"/>
                </a:cxn>
                <a:cxn ang="0">
                  <a:pos x="323" y="626"/>
                </a:cxn>
                <a:cxn ang="0">
                  <a:pos x="153" y="575"/>
                </a:cxn>
                <a:cxn ang="0">
                  <a:pos x="26" y="428"/>
                </a:cxn>
                <a:cxn ang="0">
                  <a:pos x="35" y="292"/>
                </a:cxn>
                <a:cxn ang="0">
                  <a:pos x="71" y="244"/>
                </a:cxn>
                <a:cxn ang="0">
                  <a:pos x="110" y="279"/>
                </a:cxn>
                <a:cxn ang="0">
                  <a:pos x="97" y="229"/>
                </a:cxn>
                <a:cxn ang="0">
                  <a:pos x="155" y="255"/>
                </a:cxn>
                <a:cxn ang="0">
                  <a:pos x="192" y="300"/>
                </a:cxn>
                <a:cxn ang="0">
                  <a:pos x="261" y="365"/>
                </a:cxn>
                <a:cxn ang="0">
                  <a:pos x="345" y="411"/>
                </a:cxn>
                <a:cxn ang="0">
                  <a:pos x="306" y="475"/>
                </a:cxn>
                <a:cxn ang="0">
                  <a:pos x="211" y="266"/>
                </a:cxn>
                <a:cxn ang="0">
                  <a:pos x="175" y="290"/>
                </a:cxn>
                <a:cxn ang="0">
                  <a:pos x="198" y="246"/>
                </a:cxn>
                <a:cxn ang="0">
                  <a:pos x="289" y="341"/>
                </a:cxn>
                <a:cxn ang="0">
                  <a:pos x="237" y="309"/>
                </a:cxn>
                <a:cxn ang="0">
                  <a:pos x="291" y="316"/>
                </a:cxn>
                <a:cxn ang="0">
                  <a:pos x="293" y="382"/>
                </a:cxn>
                <a:cxn ang="0">
                  <a:pos x="267" y="328"/>
                </a:cxn>
                <a:cxn ang="0">
                  <a:pos x="539" y="398"/>
                </a:cxn>
                <a:cxn ang="0">
                  <a:pos x="524" y="354"/>
                </a:cxn>
                <a:cxn ang="0">
                  <a:pos x="470" y="376"/>
                </a:cxn>
                <a:cxn ang="0">
                  <a:pos x="362" y="374"/>
                </a:cxn>
                <a:cxn ang="0">
                  <a:pos x="319" y="374"/>
                </a:cxn>
                <a:cxn ang="0">
                  <a:pos x="339" y="402"/>
                </a:cxn>
                <a:cxn ang="0">
                  <a:pos x="298" y="385"/>
                </a:cxn>
                <a:cxn ang="0">
                  <a:pos x="313" y="378"/>
                </a:cxn>
                <a:cxn ang="0">
                  <a:pos x="360" y="413"/>
                </a:cxn>
                <a:cxn ang="0">
                  <a:pos x="399" y="363"/>
                </a:cxn>
                <a:cxn ang="0">
                  <a:pos x="455" y="378"/>
                </a:cxn>
                <a:cxn ang="0">
                  <a:pos x="485" y="385"/>
                </a:cxn>
                <a:cxn ang="0">
                  <a:pos x="410" y="393"/>
                </a:cxn>
                <a:cxn ang="0">
                  <a:pos x="408" y="419"/>
                </a:cxn>
                <a:cxn ang="0">
                  <a:pos x="416" y="408"/>
                </a:cxn>
                <a:cxn ang="0">
                  <a:pos x="455" y="402"/>
                </a:cxn>
                <a:cxn ang="0">
                  <a:pos x="418" y="402"/>
                </a:cxn>
                <a:cxn ang="0">
                  <a:pos x="440" y="406"/>
                </a:cxn>
                <a:cxn ang="0">
                  <a:pos x="367" y="408"/>
                </a:cxn>
                <a:cxn ang="0">
                  <a:pos x="537" y="402"/>
                </a:cxn>
                <a:cxn ang="0">
                  <a:pos x="498" y="402"/>
                </a:cxn>
                <a:cxn ang="0">
                  <a:pos x="375" y="434"/>
                </a:cxn>
                <a:cxn ang="0">
                  <a:pos x="390" y="423"/>
                </a:cxn>
                <a:cxn ang="0">
                  <a:pos x="507" y="421"/>
                </a:cxn>
                <a:cxn ang="0">
                  <a:pos x="360" y="419"/>
                </a:cxn>
                <a:cxn ang="0">
                  <a:pos x="517" y="456"/>
                </a:cxn>
                <a:cxn ang="0">
                  <a:pos x="558" y="490"/>
                </a:cxn>
                <a:cxn ang="0">
                  <a:pos x="524" y="477"/>
                </a:cxn>
                <a:cxn ang="0">
                  <a:pos x="526" y="519"/>
                </a:cxn>
                <a:cxn ang="0">
                  <a:pos x="543" y="495"/>
                </a:cxn>
                <a:cxn ang="0">
                  <a:pos x="446" y="536"/>
                </a:cxn>
                <a:cxn ang="0">
                  <a:pos x="442" y="527"/>
                </a:cxn>
                <a:cxn ang="0">
                  <a:pos x="526" y="529"/>
                </a:cxn>
                <a:cxn ang="0">
                  <a:pos x="532" y="536"/>
                </a:cxn>
              </a:cxnLst>
              <a:rect l="0" t="0" r="r" b="b"/>
              <a:pathLst>
                <a:path w="998" h="635">
                  <a:moveTo>
                    <a:pt x="957" y="39"/>
                  </a:moveTo>
                  <a:lnTo>
                    <a:pt x="957" y="39"/>
                  </a:lnTo>
                  <a:lnTo>
                    <a:pt x="957" y="39"/>
                  </a:lnTo>
                  <a:lnTo>
                    <a:pt x="953" y="35"/>
                  </a:lnTo>
                  <a:lnTo>
                    <a:pt x="951" y="28"/>
                  </a:lnTo>
                  <a:lnTo>
                    <a:pt x="948" y="20"/>
                  </a:lnTo>
                  <a:lnTo>
                    <a:pt x="953" y="15"/>
                  </a:lnTo>
                  <a:lnTo>
                    <a:pt x="953" y="15"/>
                  </a:lnTo>
                  <a:lnTo>
                    <a:pt x="955" y="13"/>
                  </a:lnTo>
                  <a:lnTo>
                    <a:pt x="957" y="13"/>
                  </a:lnTo>
                  <a:lnTo>
                    <a:pt x="957" y="13"/>
                  </a:lnTo>
                  <a:lnTo>
                    <a:pt x="957" y="13"/>
                  </a:lnTo>
                  <a:lnTo>
                    <a:pt x="959" y="13"/>
                  </a:lnTo>
                  <a:lnTo>
                    <a:pt x="970" y="2"/>
                  </a:lnTo>
                  <a:lnTo>
                    <a:pt x="972" y="0"/>
                  </a:lnTo>
                  <a:lnTo>
                    <a:pt x="981" y="0"/>
                  </a:lnTo>
                  <a:lnTo>
                    <a:pt x="981" y="5"/>
                  </a:lnTo>
                  <a:lnTo>
                    <a:pt x="981" y="7"/>
                  </a:lnTo>
                  <a:lnTo>
                    <a:pt x="981" y="9"/>
                  </a:lnTo>
                  <a:lnTo>
                    <a:pt x="983" y="11"/>
                  </a:lnTo>
                  <a:lnTo>
                    <a:pt x="991" y="22"/>
                  </a:lnTo>
                  <a:lnTo>
                    <a:pt x="994" y="22"/>
                  </a:lnTo>
                  <a:lnTo>
                    <a:pt x="996" y="24"/>
                  </a:lnTo>
                  <a:lnTo>
                    <a:pt x="996" y="24"/>
                  </a:lnTo>
                  <a:lnTo>
                    <a:pt x="998" y="26"/>
                  </a:lnTo>
                  <a:lnTo>
                    <a:pt x="998" y="37"/>
                  </a:lnTo>
                  <a:lnTo>
                    <a:pt x="998" y="37"/>
                  </a:lnTo>
                  <a:lnTo>
                    <a:pt x="996" y="43"/>
                  </a:lnTo>
                  <a:lnTo>
                    <a:pt x="996" y="43"/>
                  </a:lnTo>
                  <a:lnTo>
                    <a:pt x="996" y="46"/>
                  </a:lnTo>
                  <a:lnTo>
                    <a:pt x="989" y="61"/>
                  </a:lnTo>
                  <a:lnTo>
                    <a:pt x="987" y="61"/>
                  </a:lnTo>
                  <a:lnTo>
                    <a:pt x="987" y="61"/>
                  </a:lnTo>
                  <a:lnTo>
                    <a:pt x="987" y="61"/>
                  </a:lnTo>
                  <a:lnTo>
                    <a:pt x="972" y="65"/>
                  </a:lnTo>
                  <a:lnTo>
                    <a:pt x="970" y="65"/>
                  </a:lnTo>
                  <a:lnTo>
                    <a:pt x="963" y="61"/>
                  </a:lnTo>
                  <a:lnTo>
                    <a:pt x="961" y="59"/>
                  </a:lnTo>
                  <a:lnTo>
                    <a:pt x="961" y="59"/>
                  </a:lnTo>
                  <a:lnTo>
                    <a:pt x="961" y="56"/>
                  </a:lnTo>
                  <a:lnTo>
                    <a:pt x="966" y="52"/>
                  </a:lnTo>
                  <a:lnTo>
                    <a:pt x="970" y="48"/>
                  </a:lnTo>
                  <a:lnTo>
                    <a:pt x="972" y="48"/>
                  </a:lnTo>
                  <a:lnTo>
                    <a:pt x="974" y="46"/>
                  </a:lnTo>
                  <a:lnTo>
                    <a:pt x="970" y="43"/>
                  </a:lnTo>
                  <a:lnTo>
                    <a:pt x="957" y="39"/>
                  </a:lnTo>
                  <a:lnTo>
                    <a:pt x="957" y="39"/>
                  </a:lnTo>
                  <a:close/>
                  <a:moveTo>
                    <a:pt x="742" y="106"/>
                  </a:moveTo>
                  <a:lnTo>
                    <a:pt x="742" y="104"/>
                  </a:lnTo>
                  <a:lnTo>
                    <a:pt x="742" y="102"/>
                  </a:lnTo>
                  <a:lnTo>
                    <a:pt x="742" y="102"/>
                  </a:lnTo>
                  <a:lnTo>
                    <a:pt x="742" y="102"/>
                  </a:lnTo>
                  <a:lnTo>
                    <a:pt x="746" y="97"/>
                  </a:lnTo>
                  <a:lnTo>
                    <a:pt x="746" y="97"/>
                  </a:lnTo>
                  <a:lnTo>
                    <a:pt x="748" y="97"/>
                  </a:lnTo>
                  <a:lnTo>
                    <a:pt x="748" y="97"/>
                  </a:lnTo>
                  <a:lnTo>
                    <a:pt x="748" y="102"/>
                  </a:lnTo>
                  <a:lnTo>
                    <a:pt x="748" y="108"/>
                  </a:lnTo>
                  <a:lnTo>
                    <a:pt x="746" y="113"/>
                  </a:lnTo>
                  <a:lnTo>
                    <a:pt x="746" y="113"/>
                  </a:lnTo>
                  <a:lnTo>
                    <a:pt x="746" y="115"/>
                  </a:lnTo>
                  <a:lnTo>
                    <a:pt x="744" y="113"/>
                  </a:lnTo>
                  <a:lnTo>
                    <a:pt x="742" y="110"/>
                  </a:lnTo>
                  <a:lnTo>
                    <a:pt x="739" y="110"/>
                  </a:lnTo>
                  <a:lnTo>
                    <a:pt x="742" y="108"/>
                  </a:lnTo>
                  <a:lnTo>
                    <a:pt x="742" y="106"/>
                  </a:lnTo>
                  <a:lnTo>
                    <a:pt x="742" y="106"/>
                  </a:lnTo>
                  <a:close/>
                  <a:moveTo>
                    <a:pt x="737" y="123"/>
                  </a:moveTo>
                  <a:lnTo>
                    <a:pt x="737" y="115"/>
                  </a:lnTo>
                  <a:lnTo>
                    <a:pt x="737" y="115"/>
                  </a:lnTo>
                  <a:lnTo>
                    <a:pt x="737" y="115"/>
                  </a:lnTo>
                  <a:lnTo>
                    <a:pt x="739" y="115"/>
                  </a:lnTo>
                  <a:lnTo>
                    <a:pt x="742" y="115"/>
                  </a:lnTo>
                  <a:lnTo>
                    <a:pt x="742" y="115"/>
                  </a:lnTo>
                  <a:lnTo>
                    <a:pt x="744" y="115"/>
                  </a:lnTo>
                  <a:lnTo>
                    <a:pt x="746" y="119"/>
                  </a:lnTo>
                  <a:lnTo>
                    <a:pt x="746" y="121"/>
                  </a:lnTo>
                  <a:lnTo>
                    <a:pt x="746" y="121"/>
                  </a:lnTo>
                  <a:lnTo>
                    <a:pt x="746" y="130"/>
                  </a:lnTo>
                  <a:lnTo>
                    <a:pt x="737" y="125"/>
                  </a:lnTo>
                  <a:lnTo>
                    <a:pt x="737" y="125"/>
                  </a:lnTo>
                  <a:lnTo>
                    <a:pt x="737" y="123"/>
                  </a:lnTo>
                  <a:lnTo>
                    <a:pt x="737" y="123"/>
                  </a:lnTo>
                  <a:lnTo>
                    <a:pt x="737" y="123"/>
                  </a:lnTo>
                  <a:close/>
                  <a:moveTo>
                    <a:pt x="677" y="160"/>
                  </a:moveTo>
                  <a:lnTo>
                    <a:pt x="677" y="158"/>
                  </a:lnTo>
                  <a:lnTo>
                    <a:pt x="675" y="141"/>
                  </a:lnTo>
                  <a:lnTo>
                    <a:pt x="675" y="134"/>
                  </a:lnTo>
                  <a:lnTo>
                    <a:pt x="677" y="134"/>
                  </a:lnTo>
                  <a:lnTo>
                    <a:pt x="677" y="134"/>
                  </a:lnTo>
                  <a:lnTo>
                    <a:pt x="677" y="134"/>
                  </a:lnTo>
                  <a:lnTo>
                    <a:pt x="694" y="143"/>
                  </a:lnTo>
                  <a:lnTo>
                    <a:pt x="694" y="143"/>
                  </a:lnTo>
                  <a:lnTo>
                    <a:pt x="694" y="143"/>
                  </a:lnTo>
                  <a:lnTo>
                    <a:pt x="694" y="145"/>
                  </a:lnTo>
                  <a:lnTo>
                    <a:pt x="690" y="154"/>
                  </a:lnTo>
                  <a:lnTo>
                    <a:pt x="690" y="154"/>
                  </a:lnTo>
                  <a:lnTo>
                    <a:pt x="683" y="158"/>
                  </a:lnTo>
                  <a:lnTo>
                    <a:pt x="683" y="160"/>
                  </a:lnTo>
                  <a:lnTo>
                    <a:pt x="681" y="160"/>
                  </a:lnTo>
                  <a:lnTo>
                    <a:pt x="681" y="160"/>
                  </a:lnTo>
                  <a:lnTo>
                    <a:pt x="679" y="160"/>
                  </a:lnTo>
                  <a:lnTo>
                    <a:pt x="679" y="160"/>
                  </a:lnTo>
                  <a:lnTo>
                    <a:pt x="679" y="160"/>
                  </a:lnTo>
                  <a:lnTo>
                    <a:pt x="677" y="160"/>
                  </a:lnTo>
                  <a:lnTo>
                    <a:pt x="677" y="160"/>
                  </a:lnTo>
                  <a:close/>
                  <a:moveTo>
                    <a:pt x="308" y="477"/>
                  </a:moveTo>
                  <a:lnTo>
                    <a:pt x="313" y="473"/>
                  </a:lnTo>
                  <a:lnTo>
                    <a:pt x="315" y="471"/>
                  </a:lnTo>
                  <a:lnTo>
                    <a:pt x="315" y="471"/>
                  </a:lnTo>
                  <a:lnTo>
                    <a:pt x="315" y="471"/>
                  </a:lnTo>
                  <a:lnTo>
                    <a:pt x="315" y="469"/>
                  </a:lnTo>
                  <a:lnTo>
                    <a:pt x="317" y="469"/>
                  </a:lnTo>
                  <a:lnTo>
                    <a:pt x="332" y="467"/>
                  </a:lnTo>
                  <a:lnTo>
                    <a:pt x="334" y="467"/>
                  </a:lnTo>
                  <a:lnTo>
                    <a:pt x="339" y="465"/>
                  </a:lnTo>
                  <a:lnTo>
                    <a:pt x="341" y="465"/>
                  </a:lnTo>
                  <a:lnTo>
                    <a:pt x="343" y="465"/>
                  </a:lnTo>
                  <a:lnTo>
                    <a:pt x="345" y="465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77" y="445"/>
                  </a:lnTo>
                  <a:lnTo>
                    <a:pt x="377" y="445"/>
                  </a:lnTo>
                  <a:lnTo>
                    <a:pt x="379" y="443"/>
                  </a:lnTo>
                  <a:lnTo>
                    <a:pt x="379" y="441"/>
                  </a:lnTo>
                  <a:lnTo>
                    <a:pt x="379" y="441"/>
                  </a:lnTo>
                  <a:lnTo>
                    <a:pt x="382" y="439"/>
                  </a:lnTo>
                  <a:lnTo>
                    <a:pt x="382" y="439"/>
                  </a:lnTo>
                  <a:lnTo>
                    <a:pt x="382" y="439"/>
                  </a:lnTo>
                  <a:lnTo>
                    <a:pt x="384" y="439"/>
                  </a:lnTo>
                  <a:lnTo>
                    <a:pt x="397" y="432"/>
                  </a:lnTo>
                  <a:lnTo>
                    <a:pt x="399" y="432"/>
                  </a:lnTo>
                  <a:lnTo>
                    <a:pt x="399" y="432"/>
                  </a:lnTo>
                  <a:lnTo>
                    <a:pt x="401" y="432"/>
                  </a:lnTo>
                  <a:lnTo>
                    <a:pt x="401" y="432"/>
                  </a:lnTo>
                  <a:lnTo>
                    <a:pt x="403" y="432"/>
                  </a:lnTo>
                  <a:lnTo>
                    <a:pt x="405" y="434"/>
                  </a:lnTo>
                  <a:lnTo>
                    <a:pt x="410" y="436"/>
                  </a:lnTo>
                  <a:lnTo>
                    <a:pt x="412" y="439"/>
                  </a:lnTo>
                  <a:lnTo>
                    <a:pt x="442" y="460"/>
                  </a:lnTo>
                  <a:lnTo>
                    <a:pt x="444" y="462"/>
                  </a:lnTo>
                  <a:lnTo>
                    <a:pt x="444" y="465"/>
                  </a:lnTo>
                  <a:lnTo>
                    <a:pt x="446" y="465"/>
                  </a:lnTo>
                  <a:lnTo>
                    <a:pt x="446" y="467"/>
                  </a:lnTo>
                  <a:lnTo>
                    <a:pt x="446" y="469"/>
                  </a:lnTo>
                  <a:lnTo>
                    <a:pt x="446" y="473"/>
                  </a:lnTo>
                  <a:lnTo>
                    <a:pt x="448" y="477"/>
                  </a:lnTo>
                  <a:lnTo>
                    <a:pt x="451" y="488"/>
                  </a:lnTo>
                  <a:lnTo>
                    <a:pt x="451" y="493"/>
                  </a:lnTo>
                  <a:lnTo>
                    <a:pt x="453" y="495"/>
                  </a:lnTo>
                  <a:lnTo>
                    <a:pt x="453" y="495"/>
                  </a:lnTo>
                  <a:lnTo>
                    <a:pt x="453" y="497"/>
                  </a:lnTo>
                  <a:lnTo>
                    <a:pt x="453" y="497"/>
                  </a:lnTo>
                  <a:lnTo>
                    <a:pt x="451" y="497"/>
                  </a:lnTo>
                  <a:lnTo>
                    <a:pt x="448" y="497"/>
                  </a:lnTo>
                  <a:lnTo>
                    <a:pt x="446" y="497"/>
                  </a:lnTo>
                  <a:lnTo>
                    <a:pt x="436" y="499"/>
                  </a:lnTo>
                  <a:lnTo>
                    <a:pt x="427" y="499"/>
                  </a:lnTo>
                  <a:lnTo>
                    <a:pt x="425" y="501"/>
                  </a:lnTo>
                  <a:lnTo>
                    <a:pt x="427" y="501"/>
                  </a:lnTo>
                  <a:lnTo>
                    <a:pt x="427" y="501"/>
                  </a:lnTo>
                  <a:lnTo>
                    <a:pt x="425" y="508"/>
                  </a:lnTo>
                  <a:lnTo>
                    <a:pt x="425" y="508"/>
                  </a:lnTo>
                  <a:lnTo>
                    <a:pt x="408" y="519"/>
                  </a:lnTo>
                  <a:lnTo>
                    <a:pt x="408" y="521"/>
                  </a:lnTo>
                  <a:lnTo>
                    <a:pt x="403" y="523"/>
                  </a:lnTo>
                  <a:lnTo>
                    <a:pt x="401" y="523"/>
                  </a:lnTo>
                  <a:lnTo>
                    <a:pt x="397" y="523"/>
                  </a:lnTo>
                  <a:lnTo>
                    <a:pt x="392" y="523"/>
                  </a:lnTo>
                  <a:lnTo>
                    <a:pt x="392" y="525"/>
                  </a:lnTo>
                  <a:lnTo>
                    <a:pt x="390" y="525"/>
                  </a:lnTo>
                  <a:lnTo>
                    <a:pt x="388" y="525"/>
                  </a:lnTo>
                  <a:lnTo>
                    <a:pt x="388" y="527"/>
                  </a:lnTo>
                  <a:lnTo>
                    <a:pt x="395" y="527"/>
                  </a:lnTo>
                  <a:lnTo>
                    <a:pt x="397" y="527"/>
                  </a:lnTo>
                  <a:lnTo>
                    <a:pt x="399" y="527"/>
                  </a:lnTo>
                  <a:lnTo>
                    <a:pt x="399" y="527"/>
                  </a:lnTo>
                  <a:lnTo>
                    <a:pt x="408" y="523"/>
                  </a:lnTo>
                  <a:lnTo>
                    <a:pt x="412" y="521"/>
                  </a:lnTo>
                  <a:lnTo>
                    <a:pt x="414" y="521"/>
                  </a:lnTo>
                  <a:lnTo>
                    <a:pt x="414" y="521"/>
                  </a:lnTo>
                  <a:lnTo>
                    <a:pt x="414" y="521"/>
                  </a:lnTo>
                  <a:lnTo>
                    <a:pt x="416" y="521"/>
                  </a:lnTo>
                  <a:lnTo>
                    <a:pt x="416" y="523"/>
                  </a:lnTo>
                  <a:lnTo>
                    <a:pt x="416" y="523"/>
                  </a:lnTo>
                  <a:lnTo>
                    <a:pt x="416" y="525"/>
                  </a:lnTo>
                  <a:lnTo>
                    <a:pt x="410" y="534"/>
                  </a:lnTo>
                  <a:lnTo>
                    <a:pt x="408" y="536"/>
                  </a:lnTo>
                  <a:lnTo>
                    <a:pt x="405" y="538"/>
                  </a:lnTo>
                  <a:lnTo>
                    <a:pt x="397" y="538"/>
                  </a:lnTo>
                  <a:lnTo>
                    <a:pt x="408" y="540"/>
                  </a:lnTo>
                  <a:lnTo>
                    <a:pt x="416" y="540"/>
                  </a:lnTo>
                  <a:lnTo>
                    <a:pt x="425" y="544"/>
                  </a:lnTo>
                  <a:lnTo>
                    <a:pt x="425" y="544"/>
                  </a:lnTo>
                  <a:lnTo>
                    <a:pt x="427" y="547"/>
                  </a:lnTo>
                  <a:lnTo>
                    <a:pt x="427" y="547"/>
                  </a:lnTo>
                  <a:lnTo>
                    <a:pt x="427" y="547"/>
                  </a:lnTo>
                  <a:lnTo>
                    <a:pt x="427" y="549"/>
                  </a:lnTo>
                  <a:lnTo>
                    <a:pt x="427" y="549"/>
                  </a:lnTo>
                  <a:lnTo>
                    <a:pt x="427" y="551"/>
                  </a:lnTo>
                  <a:lnTo>
                    <a:pt x="425" y="551"/>
                  </a:lnTo>
                  <a:lnTo>
                    <a:pt x="418" y="555"/>
                  </a:lnTo>
                  <a:lnTo>
                    <a:pt x="418" y="555"/>
                  </a:lnTo>
                  <a:lnTo>
                    <a:pt x="405" y="564"/>
                  </a:lnTo>
                  <a:lnTo>
                    <a:pt x="399" y="579"/>
                  </a:lnTo>
                  <a:lnTo>
                    <a:pt x="408" y="583"/>
                  </a:lnTo>
                  <a:lnTo>
                    <a:pt x="412" y="585"/>
                  </a:lnTo>
                  <a:lnTo>
                    <a:pt x="403" y="592"/>
                  </a:lnTo>
                  <a:lnTo>
                    <a:pt x="395" y="596"/>
                  </a:lnTo>
                  <a:lnTo>
                    <a:pt x="388" y="596"/>
                  </a:lnTo>
                  <a:lnTo>
                    <a:pt x="379" y="594"/>
                  </a:lnTo>
                  <a:lnTo>
                    <a:pt x="371" y="590"/>
                  </a:lnTo>
                  <a:lnTo>
                    <a:pt x="362" y="590"/>
                  </a:lnTo>
                  <a:lnTo>
                    <a:pt x="356" y="592"/>
                  </a:lnTo>
                  <a:lnTo>
                    <a:pt x="351" y="598"/>
                  </a:lnTo>
                  <a:lnTo>
                    <a:pt x="347" y="603"/>
                  </a:lnTo>
                  <a:lnTo>
                    <a:pt x="339" y="611"/>
                  </a:lnTo>
                  <a:lnTo>
                    <a:pt x="328" y="616"/>
                  </a:lnTo>
                  <a:lnTo>
                    <a:pt x="326" y="620"/>
                  </a:lnTo>
                  <a:lnTo>
                    <a:pt x="323" y="626"/>
                  </a:lnTo>
                  <a:lnTo>
                    <a:pt x="313" y="635"/>
                  </a:lnTo>
                  <a:lnTo>
                    <a:pt x="308" y="635"/>
                  </a:lnTo>
                  <a:lnTo>
                    <a:pt x="300" y="633"/>
                  </a:lnTo>
                  <a:lnTo>
                    <a:pt x="289" y="626"/>
                  </a:lnTo>
                  <a:lnTo>
                    <a:pt x="278" y="618"/>
                  </a:lnTo>
                  <a:lnTo>
                    <a:pt x="261" y="607"/>
                  </a:lnTo>
                  <a:lnTo>
                    <a:pt x="255" y="605"/>
                  </a:lnTo>
                  <a:lnTo>
                    <a:pt x="242" y="603"/>
                  </a:lnTo>
                  <a:lnTo>
                    <a:pt x="239" y="601"/>
                  </a:lnTo>
                  <a:lnTo>
                    <a:pt x="235" y="596"/>
                  </a:lnTo>
                  <a:lnTo>
                    <a:pt x="231" y="596"/>
                  </a:lnTo>
                  <a:lnTo>
                    <a:pt x="227" y="601"/>
                  </a:lnTo>
                  <a:lnTo>
                    <a:pt x="222" y="605"/>
                  </a:lnTo>
                  <a:lnTo>
                    <a:pt x="216" y="605"/>
                  </a:lnTo>
                  <a:lnTo>
                    <a:pt x="207" y="603"/>
                  </a:lnTo>
                  <a:lnTo>
                    <a:pt x="203" y="605"/>
                  </a:lnTo>
                  <a:lnTo>
                    <a:pt x="194" y="603"/>
                  </a:lnTo>
                  <a:lnTo>
                    <a:pt x="186" y="596"/>
                  </a:lnTo>
                  <a:lnTo>
                    <a:pt x="183" y="590"/>
                  </a:lnTo>
                  <a:lnTo>
                    <a:pt x="164" y="581"/>
                  </a:lnTo>
                  <a:lnTo>
                    <a:pt x="160" y="579"/>
                  </a:lnTo>
                  <a:lnTo>
                    <a:pt x="153" y="575"/>
                  </a:lnTo>
                  <a:lnTo>
                    <a:pt x="149" y="566"/>
                  </a:lnTo>
                  <a:lnTo>
                    <a:pt x="134" y="557"/>
                  </a:lnTo>
                  <a:lnTo>
                    <a:pt x="117" y="547"/>
                  </a:lnTo>
                  <a:lnTo>
                    <a:pt x="106" y="534"/>
                  </a:lnTo>
                  <a:lnTo>
                    <a:pt x="99" y="525"/>
                  </a:lnTo>
                  <a:lnTo>
                    <a:pt x="91" y="514"/>
                  </a:lnTo>
                  <a:lnTo>
                    <a:pt x="91" y="506"/>
                  </a:lnTo>
                  <a:lnTo>
                    <a:pt x="91" y="495"/>
                  </a:lnTo>
                  <a:lnTo>
                    <a:pt x="95" y="486"/>
                  </a:lnTo>
                  <a:lnTo>
                    <a:pt x="102" y="473"/>
                  </a:lnTo>
                  <a:lnTo>
                    <a:pt x="104" y="467"/>
                  </a:lnTo>
                  <a:lnTo>
                    <a:pt x="99" y="462"/>
                  </a:lnTo>
                  <a:lnTo>
                    <a:pt x="89" y="452"/>
                  </a:lnTo>
                  <a:lnTo>
                    <a:pt x="78" y="441"/>
                  </a:lnTo>
                  <a:lnTo>
                    <a:pt x="74" y="439"/>
                  </a:lnTo>
                  <a:lnTo>
                    <a:pt x="67" y="439"/>
                  </a:lnTo>
                  <a:lnTo>
                    <a:pt x="54" y="445"/>
                  </a:lnTo>
                  <a:lnTo>
                    <a:pt x="37" y="452"/>
                  </a:lnTo>
                  <a:lnTo>
                    <a:pt x="30" y="447"/>
                  </a:lnTo>
                  <a:lnTo>
                    <a:pt x="28" y="445"/>
                  </a:lnTo>
                  <a:lnTo>
                    <a:pt x="24" y="436"/>
                  </a:lnTo>
                  <a:lnTo>
                    <a:pt x="26" y="428"/>
                  </a:lnTo>
                  <a:lnTo>
                    <a:pt x="28" y="417"/>
                  </a:lnTo>
                  <a:lnTo>
                    <a:pt x="26" y="408"/>
                  </a:lnTo>
                  <a:lnTo>
                    <a:pt x="20" y="404"/>
                  </a:lnTo>
                  <a:lnTo>
                    <a:pt x="13" y="391"/>
                  </a:lnTo>
                  <a:lnTo>
                    <a:pt x="13" y="387"/>
                  </a:lnTo>
                  <a:lnTo>
                    <a:pt x="17" y="378"/>
                  </a:lnTo>
                  <a:lnTo>
                    <a:pt x="20" y="367"/>
                  </a:lnTo>
                  <a:lnTo>
                    <a:pt x="22" y="363"/>
                  </a:lnTo>
                  <a:lnTo>
                    <a:pt x="17" y="359"/>
                  </a:lnTo>
                  <a:lnTo>
                    <a:pt x="15" y="354"/>
                  </a:lnTo>
                  <a:lnTo>
                    <a:pt x="15" y="344"/>
                  </a:lnTo>
                  <a:lnTo>
                    <a:pt x="11" y="335"/>
                  </a:lnTo>
                  <a:lnTo>
                    <a:pt x="0" y="331"/>
                  </a:lnTo>
                  <a:lnTo>
                    <a:pt x="0" y="324"/>
                  </a:lnTo>
                  <a:lnTo>
                    <a:pt x="9" y="324"/>
                  </a:lnTo>
                  <a:lnTo>
                    <a:pt x="17" y="328"/>
                  </a:lnTo>
                  <a:lnTo>
                    <a:pt x="26" y="331"/>
                  </a:lnTo>
                  <a:lnTo>
                    <a:pt x="33" y="326"/>
                  </a:lnTo>
                  <a:lnTo>
                    <a:pt x="39" y="318"/>
                  </a:lnTo>
                  <a:lnTo>
                    <a:pt x="43" y="311"/>
                  </a:lnTo>
                  <a:lnTo>
                    <a:pt x="41" y="307"/>
                  </a:lnTo>
                  <a:lnTo>
                    <a:pt x="35" y="292"/>
                  </a:lnTo>
                  <a:lnTo>
                    <a:pt x="30" y="283"/>
                  </a:lnTo>
                  <a:lnTo>
                    <a:pt x="30" y="277"/>
                  </a:lnTo>
                  <a:lnTo>
                    <a:pt x="33" y="268"/>
                  </a:lnTo>
                  <a:lnTo>
                    <a:pt x="37" y="244"/>
                  </a:lnTo>
                  <a:lnTo>
                    <a:pt x="39" y="236"/>
                  </a:lnTo>
                  <a:lnTo>
                    <a:pt x="35" y="225"/>
                  </a:lnTo>
                  <a:lnTo>
                    <a:pt x="35" y="214"/>
                  </a:lnTo>
                  <a:lnTo>
                    <a:pt x="37" y="195"/>
                  </a:lnTo>
                  <a:lnTo>
                    <a:pt x="39" y="197"/>
                  </a:lnTo>
                  <a:lnTo>
                    <a:pt x="43" y="208"/>
                  </a:lnTo>
                  <a:lnTo>
                    <a:pt x="43" y="214"/>
                  </a:lnTo>
                  <a:lnTo>
                    <a:pt x="45" y="216"/>
                  </a:lnTo>
                  <a:lnTo>
                    <a:pt x="45" y="218"/>
                  </a:lnTo>
                  <a:lnTo>
                    <a:pt x="48" y="220"/>
                  </a:lnTo>
                  <a:lnTo>
                    <a:pt x="48" y="223"/>
                  </a:lnTo>
                  <a:lnTo>
                    <a:pt x="50" y="225"/>
                  </a:lnTo>
                  <a:lnTo>
                    <a:pt x="52" y="227"/>
                  </a:lnTo>
                  <a:lnTo>
                    <a:pt x="56" y="231"/>
                  </a:lnTo>
                  <a:lnTo>
                    <a:pt x="58" y="233"/>
                  </a:lnTo>
                  <a:lnTo>
                    <a:pt x="65" y="240"/>
                  </a:lnTo>
                  <a:lnTo>
                    <a:pt x="67" y="242"/>
                  </a:lnTo>
                  <a:lnTo>
                    <a:pt x="71" y="244"/>
                  </a:lnTo>
                  <a:lnTo>
                    <a:pt x="74" y="244"/>
                  </a:lnTo>
                  <a:lnTo>
                    <a:pt x="74" y="244"/>
                  </a:lnTo>
                  <a:lnTo>
                    <a:pt x="76" y="244"/>
                  </a:lnTo>
                  <a:lnTo>
                    <a:pt x="76" y="244"/>
                  </a:lnTo>
                  <a:lnTo>
                    <a:pt x="78" y="244"/>
                  </a:lnTo>
                  <a:lnTo>
                    <a:pt x="78" y="244"/>
                  </a:lnTo>
                  <a:lnTo>
                    <a:pt x="80" y="244"/>
                  </a:lnTo>
                  <a:lnTo>
                    <a:pt x="80" y="244"/>
                  </a:lnTo>
                  <a:lnTo>
                    <a:pt x="82" y="244"/>
                  </a:lnTo>
                  <a:lnTo>
                    <a:pt x="84" y="246"/>
                  </a:lnTo>
                  <a:lnTo>
                    <a:pt x="97" y="255"/>
                  </a:lnTo>
                  <a:lnTo>
                    <a:pt x="99" y="255"/>
                  </a:lnTo>
                  <a:lnTo>
                    <a:pt x="102" y="259"/>
                  </a:lnTo>
                  <a:lnTo>
                    <a:pt x="102" y="262"/>
                  </a:lnTo>
                  <a:lnTo>
                    <a:pt x="104" y="264"/>
                  </a:lnTo>
                  <a:lnTo>
                    <a:pt x="106" y="266"/>
                  </a:lnTo>
                  <a:lnTo>
                    <a:pt x="106" y="268"/>
                  </a:lnTo>
                  <a:lnTo>
                    <a:pt x="106" y="270"/>
                  </a:lnTo>
                  <a:lnTo>
                    <a:pt x="106" y="272"/>
                  </a:lnTo>
                  <a:lnTo>
                    <a:pt x="106" y="272"/>
                  </a:lnTo>
                  <a:lnTo>
                    <a:pt x="108" y="277"/>
                  </a:lnTo>
                  <a:lnTo>
                    <a:pt x="110" y="279"/>
                  </a:lnTo>
                  <a:lnTo>
                    <a:pt x="110" y="279"/>
                  </a:lnTo>
                  <a:lnTo>
                    <a:pt x="110" y="279"/>
                  </a:lnTo>
                  <a:lnTo>
                    <a:pt x="112" y="281"/>
                  </a:lnTo>
                  <a:lnTo>
                    <a:pt x="112" y="274"/>
                  </a:lnTo>
                  <a:lnTo>
                    <a:pt x="112" y="274"/>
                  </a:lnTo>
                  <a:lnTo>
                    <a:pt x="112" y="272"/>
                  </a:lnTo>
                  <a:lnTo>
                    <a:pt x="106" y="257"/>
                  </a:lnTo>
                  <a:lnTo>
                    <a:pt x="106" y="255"/>
                  </a:lnTo>
                  <a:lnTo>
                    <a:pt x="106" y="253"/>
                  </a:lnTo>
                  <a:lnTo>
                    <a:pt x="104" y="253"/>
                  </a:lnTo>
                  <a:lnTo>
                    <a:pt x="104" y="253"/>
                  </a:lnTo>
                  <a:lnTo>
                    <a:pt x="102" y="251"/>
                  </a:lnTo>
                  <a:lnTo>
                    <a:pt x="97" y="246"/>
                  </a:lnTo>
                  <a:lnTo>
                    <a:pt x="97" y="244"/>
                  </a:lnTo>
                  <a:lnTo>
                    <a:pt x="95" y="242"/>
                  </a:lnTo>
                  <a:lnTo>
                    <a:pt x="95" y="240"/>
                  </a:lnTo>
                  <a:lnTo>
                    <a:pt x="95" y="238"/>
                  </a:lnTo>
                  <a:lnTo>
                    <a:pt x="95" y="238"/>
                  </a:lnTo>
                  <a:lnTo>
                    <a:pt x="95" y="236"/>
                  </a:lnTo>
                  <a:lnTo>
                    <a:pt x="95" y="233"/>
                  </a:lnTo>
                  <a:lnTo>
                    <a:pt x="95" y="233"/>
                  </a:lnTo>
                  <a:lnTo>
                    <a:pt x="97" y="229"/>
                  </a:lnTo>
                  <a:lnTo>
                    <a:pt x="97" y="227"/>
                  </a:lnTo>
                  <a:lnTo>
                    <a:pt x="99" y="227"/>
                  </a:lnTo>
                  <a:lnTo>
                    <a:pt x="99" y="227"/>
                  </a:lnTo>
                  <a:lnTo>
                    <a:pt x="102" y="225"/>
                  </a:lnTo>
                  <a:lnTo>
                    <a:pt x="106" y="225"/>
                  </a:lnTo>
                  <a:lnTo>
                    <a:pt x="110" y="225"/>
                  </a:lnTo>
                  <a:lnTo>
                    <a:pt x="125" y="225"/>
                  </a:lnTo>
                  <a:lnTo>
                    <a:pt x="125" y="225"/>
                  </a:lnTo>
                  <a:lnTo>
                    <a:pt x="125" y="227"/>
                  </a:lnTo>
                  <a:lnTo>
                    <a:pt x="125" y="227"/>
                  </a:lnTo>
                  <a:lnTo>
                    <a:pt x="125" y="227"/>
                  </a:lnTo>
                  <a:lnTo>
                    <a:pt x="125" y="229"/>
                  </a:lnTo>
                  <a:lnTo>
                    <a:pt x="125" y="231"/>
                  </a:lnTo>
                  <a:lnTo>
                    <a:pt x="127" y="233"/>
                  </a:lnTo>
                  <a:lnTo>
                    <a:pt x="127" y="233"/>
                  </a:lnTo>
                  <a:lnTo>
                    <a:pt x="127" y="236"/>
                  </a:lnTo>
                  <a:lnTo>
                    <a:pt x="142" y="244"/>
                  </a:lnTo>
                  <a:lnTo>
                    <a:pt x="149" y="249"/>
                  </a:lnTo>
                  <a:lnTo>
                    <a:pt x="151" y="251"/>
                  </a:lnTo>
                  <a:lnTo>
                    <a:pt x="151" y="251"/>
                  </a:lnTo>
                  <a:lnTo>
                    <a:pt x="155" y="253"/>
                  </a:lnTo>
                  <a:lnTo>
                    <a:pt x="155" y="255"/>
                  </a:lnTo>
                  <a:lnTo>
                    <a:pt x="158" y="257"/>
                  </a:lnTo>
                  <a:lnTo>
                    <a:pt x="158" y="259"/>
                  </a:lnTo>
                  <a:lnTo>
                    <a:pt x="158" y="262"/>
                  </a:lnTo>
                  <a:lnTo>
                    <a:pt x="158" y="264"/>
                  </a:lnTo>
                  <a:lnTo>
                    <a:pt x="158" y="266"/>
                  </a:lnTo>
                  <a:lnTo>
                    <a:pt x="158" y="266"/>
                  </a:lnTo>
                  <a:lnTo>
                    <a:pt x="158" y="268"/>
                  </a:lnTo>
                  <a:lnTo>
                    <a:pt x="158" y="270"/>
                  </a:lnTo>
                  <a:lnTo>
                    <a:pt x="158" y="272"/>
                  </a:lnTo>
                  <a:lnTo>
                    <a:pt x="162" y="283"/>
                  </a:lnTo>
                  <a:lnTo>
                    <a:pt x="164" y="285"/>
                  </a:lnTo>
                  <a:lnTo>
                    <a:pt x="164" y="287"/>
                  </a:lnTo>
                  <a:lnTo>
                    <a:pt x="166" y="292"/>
                  </a:lnTo>
                  <a:lnTo>
                    <a:pt x="168" y="292"/>
                  </a:lnTo>
                  <a:lnTo>
                    <a:pt x="170" y="294"/>
                  </a:lnTo>
                  <a:lnTo>
                    <a:pt x="173" y="296"/>
                  </a:lnTo>
                  <a:lnTo>
                    <a:pt x="183" y="300"/>
                  </a:lnTo>
                  <a:lnTo>
                    <a:pt x="183" y="300"/>
                  </a:lnTo>
                  <a:lnTo>
                    <a:pt x="188" y="300"/>
                  </a:lnTo>
                  <a:lnTo>
                    <a:pt x="190" y="300"/>
                  </a:lnTo>
                  <a:lnTo>
                    <a:pt x="190" y="300"/>
                  </a:lnTo>
                  <a:lnTo>
                    <a:pt x="192" y="300"/>
                  </a:lnTo>
                  <a:lnTo>
                    <a:pt x="194" y="298"/>
                  </a:lnTo>
                  <a:lnTo>
                    <a:pt x="198" y="298"/>
                  </a:lnTo>
                  <a:lnTo>
                    <a:pt x="201" y="298"/>
                  </a:lnTo>
                  <a:lnTo>
                    <a:pt x="203" y="298"/>
                  </a:lnTo>
                  <a:lnTo>
                    <a:pt x="205" y="298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11" y="303"/>
                  </a:lnTo>
                  <a:lnTo>
                    <a:pt x="222" y="311"/>
                  </a:lnTo>
                  <a:lnTo>
                    <a:pt x="235" y="322"/>
                  </a:lnTo>
                  <a:lnTo>
                    <a:pt x="239" y="326"/>
                  </a:lnTo>
                  <a:lnTo>
                    <a:pt x="242" y="326"/>
                  </a:lnTo>
                  <a:lnTo>
                    <a:pt x="244" y="328"/>
                  </a:lnTo>
                  <a:lnTo>
                    <a:pt x="248" y="331"/>
                  </a:lnTo>
                  <a:lnTo>
                    <a:pt x="252" y="333"/>
                  </a:lnTo>
                  <a:lnTo>
                    <a:pt x="252" y="333"/>
                  </a:lnTo>
                  <a:lnTo>
                    <a:pt x="255" y="333"/>
                  </a:lnTo>
                  <a:lnTo>
                    <a:pt x="261" y="354"/>
                  </a:lnTo>
                  <a:lnTo>
                    <a:pt x="261" y="354"/>
                  </a:lnTo>
                  <a:lnTo>
                    <a:pt x="261" y="359"/>
                  </a:lnTo>
                  <a:lnTo>
                    <a:pt x="261" y="363"/>
                  </a:lnTo>
                  <a:lnTo>
                    <a:pt x="261" y="365"/>
                  </a:lnTo>
                  <a:lnTo>
                    <a:pt x="261" y="365"/>
                  </a:lnTo>
                  <a:lnTo>
                    <a:pt x="261" y="367"/>
                  </a:lnTo>
                  <a:lnTo>
                    <a:pt x="261" y="369"/>
                  </a:lnTo>
                  <a:lnTo>
                    <a:pt x="261" y="372"/>
                  </a:lnTo>
                  <a:lnTo>
                    <a:pt x="263" y="376"/>
                  </a:lnTo>
                  <a:lnTo>
                    <a:pt x="263" y="378"/>
                  </a:lnTo>
                  <a:lnTo>
                    <a:pt x="265" y="380"/>
                  </a:lnTo>
                  <a:lnTo>
                    <a:pt x="287" y="402"/>
                  </a:lnTo>
                  <a:lnTo>
                    <a:pt x="289" y="402"/>
                  </a:lnTo>
                  <a:lnTo>
                    <a:pt x="293" y="404"/>
                  </a:lnTo>
                  <a:lnTo>
                    <a:pt x="295" y="406"/>
                  </a:lnTo>
                  <a:lnTo>
                    <a:pt x="298" y="408"/>
                  </a:lnTo>
                  <a:lnTo>
                    <a:pt x="300" y="408"/>
                  </a:lnTo>
                  <a:lnTo>
                    <a:pt x="302" y="408"/>
                  </a:lnTo>
                  <a:lnTo>
                    <a:pt x="304" y="408"/>
                  </a:lnTo>
                  <a:lnTo>
                    <a:pt x="306" y="411"/>
                  </a:lnTo>
                  <a:lnTo>
                    <a:pt x="311" y="408"/>
                  </a:lnTo>
                  <a:lnTo>
                    <a:pt x="311" y="408"/>
                  </a:lnTo>
                  <a:lnTo>
                    <a:pt x="323" y="408"/>
                  </a:lnTo>
                  <a:lnTo>
                    <a:pt x="341" y="408"/>
                  </a:lnTo>
                  <a:lnTo>
                    <a:pt x="343" y="411"/>
                  </a:lnTo>
                  <a:lnTo>
                    <a:pt x="345" y="411"/>
                  </a:lnTo>
                  <a:lnTo>
                    <a:pt x="347" y="413"/>
                  </a:lnTo>
                  <a:lnTo>
                    <a:pt x="349" y="413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4" y="419"/>
                  </a:lnTo>
                  <a:lnTo>
                    <a:pt x="362" y="428"/>
                  </a:lnTo>
                  <a:lnTo>
                    <a:pt x="364" y="432"/>
                  </a:lnTo>
                  <a:lnTo>
                    <a:pt x="367" y="434"/>
                  </a:lnTo>
                  <a:lnTo>
                    <a:pt x="367" y="436"/>
                  </a:lnTo>
                  <a:lnTo>
                    <a:pt x="367" y="439"/>
                  </a:lnTo>
                  <a:lnTo>
                    <a:pt x="367" y="441"/>
                  </a:lnTo>
                  <a:lnTo>
                    <a:pt x="367" y="441"/>
                  </a:lnTo>
                  <a:lnTo>
                    <a:pt x="367" y="443"/>
                  </a:lnTo>
                  <a:lnTo>
                    <a:pt x="367" y="443"/>
                  </a:lnTo>
                  <a:lnTo>
                    <a:pt x="364" y="443"/>
                  </a:lnTo>
                  <a:lnTo>
                    <a:pt x="362" y="445"/>
                  </a:lnTo>
                  <a:lnTo>
                    <a:pt x="349" y="452"/>
                  </a:lnTo>
                  <a:lnTo>
                    <a:pt x="330" y="462"/>
                  </a:lnTo>
                  <a:lnTo>
                    <a:pt x="323" y="465"/>
                  </a:lnTo>
                  <a:lnTo>
                    <a:pt x="308" y="473"/>
                  </a:lnTo>
                  <a:lnTo>
                    <a:pt x="306" y="473"/>
                  </a:lnTo>
                  <a:lnTo>
                    <a:pt x="306" y="475"/>
                  </a:lnTo>
                  <a:lnTo>
                    <a:pt x="306" y="475"/>
                  </a:lnTo>
                  <a:lnTo>
                    <a:pt x="304" y="475"/>
                  </a:lnTo>
                  <a:lnTo>
                    <a:pt x="304" y="473"/>
                  </a:lnTo>
                  <a:lnTo>
                    <a:pt x="300" y="473"/>
                  </a:lnTo>
                  <a:lnTo>
                    <a:pt x="300" y="471"/>
                  </a:lnTo>
                  <a:lnTo>
                    <a:pt x="298" y="469"/>
                  </a:lnTo>
                  <a:lnTo>
                    <a:pt x="298" y="469"/>
                  </a:lnTo>
                  <a:lnTo>
                    <a:pt x="298" y="467"/>
                  </a:lnTo>
                  <a:lnTo>
                    <a:pt x="298" y="467"/>
                  </a:lnTo>
                  <a:lnTo>
                    <a:pt x="295" y="467"/>
                  </a:lnTo>
                  <a:lnTo>
                    <a:pt x="289" y="467"/>
                  </a:lnTo>
                  <a:lnTo>
                    <a:pt x="289" y="467"/>
                  </a:lnTo>
                  <a:lnTo>
                    <a:pt x="289" y="467"/>
                  </a:lnTo>
                  <a:lnTo>
                    <a:pt x="289" y="467"/>
                  </a:lnTo>
                  <a:lnTo>
                    <a:pt x="300" y="475"/>
                  </a:lnTo>
                  <a:lnTo>
                    <a:pt x="302" y="475"/>
                  </a:lnTo>
                  <a:lnTo>
                    <a:pt x="304" y="477"/>
                  </a:lnTo>
                  <a:lnTo>
                    <a:pt x="304" y="477"/>
                  </a:lnTo>
                  <a:lnTo>
                    <a:pt x="306" y="477"/>
                  </a:lnTo>
                  <a:lnTo>
                    <a:pt x="308" y="477"/>
                  </a:lnTo>
                  <a:lnTo>
                    <a:pt x="308" y="477"/>
                  </a:lnTo>
                  <a:close/>
                  <a:moveTo>
                    <a:pt x="211" y="266"/>
                  </a:moveTo>
                  <a:lnTo>
                    <a:pt x="207" y="272"/>
                  </a:lnTo>
                  <a:lnTo>
                    <a:pt x="205" y="272"/>
                  </a:lnTo>
                  <a:lnTo>
                    <a:pt x="205" y="274"/>
                  </a:lnTo>
                  <a:lnTo>
                    <a:pt x="205" y="274"/>
                  </a:lnTo>
                  <a:lnTo>
                    <a:pt x="205" y="277"/>
                  </a:lnTo>
                  <a:lnTo>
                    <a:pt x="205" y="279"/>
                  </a:lnTo>
                  <a:lnTo>
                    <a:pt x="205" y="279"/>
                  </a:lnTo>
                  <a:lnTo>
                    <a:pt x="205" y="281"/>
                  </a:lnTo>
                  <a:lnTo>
                    <a:pt x="205" y="283"/>
                  </a:lnTo>
                  <a:lnTo>
                    <a:pt x="205" y="283"/>
                  </a:lnTo>
                  <a:lnTo>
                    <a:pt x="205" y="285"/>
                  </a:lnTo>
                  <a:lnTo>
                    <a:pt x="203" y="285"/>
                  </a:lnTo>
                  <a:lnTo>
                    <a:pt x="196" y="292"/>
                  </a:lnTo>
                  <a:lnTo>
                    <a:pt x="196" y="292"/>
                  </a:lnTo>
                  <a:lnTo>
                    <a:pt x="194" y="294"/>
                  </a:lnTo>
                  <a:lnTo>
                    <a:pt x="192" y="294"/>
                  </a:lnTo>
                  <a:lnTo>
                    <a:pt x="190" y="294"/>
                  </a:lnTo>
                  <a:lnTo>
                    <a:pt x="188" y="294"/>
                  </a:lnTo>
                  <a:lnTo>
                    <a:pt x="186" y="294"/>
                  </a:lnTo>
                  <a:lnTo>
                    <a:pt x="183" y="294"/>
                  </a:lnTo>
                  <a:lnTo>
                    <a:pt x="177" y="292"/>
                  </a:lnTo>
                  <a:lnTo>
                    <a:pt x="175" y="290"/>
                  </a:lnTo>
                  <a:lnTo>
                    <a:pt x="175" y="290"/>
                  </a:lnTo>
                  <a:lnTo>
                    <a:pt x="173" y="287"/>
                  </a:lnTo>
                  <a:lnTo>
                    <a:pt x="173" y="287"/>
                  </a:lnTo>
                  <a:lnTo>
                    <a:pt x="173" y="285"/>
                  </a:lnTo>
                  <a:lnTo>
                    <a:pt x="170" y="285"/>
                  </a:lnTo>
                  <a:lnTo>
                    <a:pt x="170" y="285"/>
                  </a:lnTo>
                  <a:lnTo>
                    <a:pt x="166" y="270"/>
                  </a:lnTo>
                  <a:lnTo>
                    <a:pt x="166" y="268"/>
                  </a:lnTo>
                  <a:lnTo>
                    <a:pt x="166" y="268"/>
                  </a:lnTo>
                  <a:lnTo>
                    <a:pt x="166" y="259"/>
                  </a:lnTo>
                  <a:lnTo>
                    <a:pt x="166" y="259"/>
                  </a:lnTo>
                  <a:lnTo>
                    <a:pt x="166" y="257"/>
                  </a:lnTo>
                  <a:lnTo>
                    <a:pt x="168" y="255"/>
                  </a:lnTo>
                  <a:lnTo>
                    <a:pt x="168" y="253"/>
                  </a:lnTo>
                  <a:lnTo>
                    <a:pt x="170" y="253"/>
                  </a:lnTo>
                  <a:lnTo>
                    <a:pt x="170" y="251"/>
                  </a:lnTo>
                  <a:lnTo>
                    <a:pt x="173" y="251"/>
                  </a:lnTo>
                  <a:lnTo>
                    <a:pt x="192" y="246"/>
                  </a:lnTo>
                  <a:lnTo>
                    <a:pt x="194" y="244"/>
                  </a:lnTo>
                  <a:lnTo>
                    <a:pt x="196" y="244"/>
                  </a:lnTo>
                  <a:lnTo>
                    <a:pt x="196" y="244"/>
                  </a:lnTo>
                  <a:lnTo>
                    <a:pt x="198" y="246"/>
                  </a:lnTo>
                  <a:lnTo>
                    <a:pt x="198" y="246"/>
                  </a:lnTo>
                  <a:lnTo>
                    <a:pt x="201" y="246"/>
                  </a:lnTo>
                  <a:lnTo>
                    <a:pt x="203" y="249"/>
                  </a:lnTo>
                  <a:lnTo>
                    <a:pt x="211" y="259"/>
                  </a:lnTo>
                  <a:lnTo>
                    <a:pt x="211" y="262"/>
                  </a:lnTo>
                  <a:lnTo>
                    <a:pt x="211" y="262"/>
                  </a:lnTo>
                  <a:lnTo>
                    <a:pt x="211" y="266"/>
                  </a:lnTo>
                  <a:lnTo>
                    <a:pt x="211" y="266"/>
                  </a:lnTo>
                  <a:lnTo>
                    <a:pt x="211" y="266"/>
                  </a:lnTo>
                  <a:lnTo>
                    <a:pt x="211" y="266"/>
                  </a:lnTo>
                  <a:close/>
                  <a:moveTo>
                    <a:pt x="295" y="326"/>
                  </a:moveTo>
                  <a:lnTo>
                    <a:pt x="298" y="335"/>
                  </a:lnTo>
                  <a:lnTo>
                    <a:pt x="298" y="341"/>
                  </a:lnTo>
                  <a:lnTo>
                    <a:pt x="298" y="344"/>
                  </a:lnTo>
                  <a:lnTo>
                    <a:pt x="298" y="344"/>
                  </a:lnTo>
                  <a:lnTo>
                    <a:pt x="298" y="346"/>
                  </a:lnTo>
                  <a:lnTo>
                    <a:pt x="298" y="346"/>
                  </a:lnTo>
                  <a:lnTo>
                    <a:pt x="295" y="346"/>
                  </a:lnTo>
                  <a:lnTo>
                    <a:pt x="295" y="346"/>
                  </a:lnTo>
                  <a:lnTo>
                    <a:pt x="293" y="346"/>
                  </a:lnTo>
                  <a:lnTo>
                    <a:pt x="293" y="346"/>
                  </a:lnTo>
                  <a:lnTo>
                    <a:pt x="289" y="341"/>
                  </a:lnTo>
                  <a:lnTo>
                    <a:pt x="283" y="335"/>
                  </a:lnTo>
                  <a:lnTo>
                    <a:pt x="278" y="331"/>
                  </a:lnTo>
                  <a:lnTo>
                    <a:pt x="278" y="331"/>
                  </a:lnTo>
                  <a:lnTo>
                    <a:pt x="276" y="328"/>
                  </a:lnTo>
                  <a:lnTo>
                    <a:pt x="274" y="328"/>
                  </a:lnTo>
                  <a:lnTo>
                    <a:pt x="272" y="326"/>
                  </a:lnTo>
                  <a:lnTo>
                    <a:pt x="270" y="326"/>
                  </a:lnTo>
                  <a:lnTo>
                    <a:pt x="270" y="326"/>
                  </a:lnTo>
                  <a:lnTo>
                    <a:pt x="267" y="326"/>
                  </a:lnTo>
                  <a:lnTo>
                    <a:pt x="263" y="326"/>
                  </a:lnTo>
                  <a:lnTo>
                    <a:pt x="261" y="326"/>
                  </a:lnTo>
                  <a:lnTo>
                    <a:pt x="259" y="326"/>
                  </a:lnTo>
                  <a:lnTo>
                    <a:pt x="255" y="324"/>
                  </a:lnTo>
                  <a:lnTo>
                    <a:pt x="255" y="324"/>
                  </a:lnTo>
                  <a:lnTo>
                    <a:pt x="252" y="324"/>
                  </a:lnTo>
                  <a:lnTo>
                    <a:pt x="250" y="322"/>
                  </a:lnTo>
                  <a:lnTo>
                    <a:pt x="248" y="322"/>
                  </a:lnTo>
                  <a:lnTo>
                    <a:pt x="244" y="318"/>
                  </a:lnTo>
                  <a:lnTo>
                    <a:pt x="244" y="316"/>
                  </a:lnTo>
                  <a:lnTo>
                    <a:pt x="242" y="313"/>
                  </a:lnTo>
                  <a:lnTo>
                    <a:pt x="239" y="311"/>
                  </a:lnTo>
                  <a:lnTo>
                    <a:pt x="237" y="309"/>
                  </a:lnTo>
                  <a:lnTo>
                    <a:pt x="237" y="307"/>
                  </a:lnTo>
                  <a:lnTo>
                    <a:pt x="237" y="307"/>
                  </a:lnTo>
                  <a:lnTo>
                    <a:pt x="237" y="305"/>
                  </a:lnTo>
                  <a:lnTo>
                    <a:pt x="237" y="305"/>
                  </a:lnTo>
                  <a:lnTo>
                    <a:pt x="239" y="305"/>
                  </a:lnTo>
                  <a:lnTo>
                    <a:pt x="239" y="305"/>
                  </a:lnTo>
                  <a:lnTo>
                    <a:pt x="242" y="305"/>
                  </a:lnTo>
                  <a:lnTo>
                    <a:pt x="244" y="305"/>
                  </a:lnTo>
                  <a:lnTo>
                    <a:pt x="246" y="305"/>
                  </a:lnTo>
                  <a:lnTo>
                    <a:pt x="248" y="305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7" y="309"/>
                  </a:lnTo>
                  <a:lnTo>
                    <a:pt x="261" y="309"/>
                  </a:lnTo>
                  <a:lnTo>
                    <a:pt x="267" y="311"/>
                  </a:lnTo>
                  <a:lnTo>
                    <a:pt x="272" y="311"/>
                  </a:lnTo>
                  <a:lnTo>
                    <a:pt x="272" y="311"/>
                  </a:lnTo>
                  <a:lnTo>
                    <a:pt x="276" y="311"/>
                  </a:lnTo>
                  <a:lnTo>
                    <a:pt x="278" y="311"/>
                  </a:lnTo>
                  <a:lnTo>
                    <a:pt x="289" y="316"/>
                  </a:lnTo>
                  <a:lnTo>
                    <a:pt x="291" y="316"/>
                  </a:lnTo>
                  <a:lnTo>
                    <a:pt x="291" y="316"/>
                  </a:lnTo>
                  <a:lnTo>
                    <a:pt x="293" y="318"/>
                  </a:lnTo>
                  <a:lnTo>
                    <a:pt x="295" y="318"/>
                  </a:lnTo>
                  <a:lnTo>
                    <a:pt x="295" y="320"/>
                  </a:lnTo>
                  <a:lnTo>
                    <a:pt x="295" y="320"/>
                  </a:lnTo>
                  <a:lnTo>
                    <a:pt x="295" y="324"/>
                  </a:lnTo>
                  <a:lnTo>
                    <a:pt x="298" y="324"/>
                  </a:lnTo>
                  <a:lnTo>
                    <a:pt x="295" y="326"/>
                  </a:lnTo>
                  <a:lnTo>
                    <a:pt x="295" y="326"/>
                  </a:lnTo>
                  <a:close/>
                  <a:moveTo>
                    <a:pt x="293" y="352"/>
                  </a:moveTo>
                  <a:lnTo>
                    <a:pt x="291" y="361"/>
                  </a:lnTo>
                  <a:lnTo>
                    <a:pt x="291" y="365"/>
                  </a:lnTo>
                  <a:lnTo>
                    <a:pt x="291" y="365"/>
                  </a:lnTo>
                  <a:lnTo>
                    <a:pt x="291" y="372"/>
                  </a:lnTo>
                  <a:lnTo>
                    <a:pt x="291" y="372"/>
                  </a:lnTo>
                  <a:lnTo>
                    <a:pt x="291" y="374"/>
                  </a:lnTo>
                  <a:lnTo>
                    <a:pt x="293" y="376"/>
                  </a:lnTo>
                  <a:lnTo>
                    <a:pt x="293" y="378"/>
                  </a:lnTo>
                  <a:lnTo>
                    <a:pt x="293" y="380"/>
                  </a:lnTo>
                  <a:lnTo>
                    <a:pt x="293" y="380"/>
                  </a:lnTo>
                  <a:lnTo>
                    <a:pt x="293" y="380"/>
                  </a:lnTo>
                  <a:lnTo>
                    <a:pt x="293" y="382"/>
                  </a:lnTo>
                  <a:lnTo>
                    <a:pt x="293" y="382"/>
                  </a:lnTo>
                  <a:lnTo>
                    <a:pt x="293" y="382"/>
                  </a:lnTo>
                  <a:lnTo>
                    <a:pt x="285" y="387"/>
                  </a:lnTo>
                  <a:lnTo>
                    <a:pt x="285" y="387"/>
                  </a:lnTo>
                  <a:lnTo>
                    <a:pt x="283" y="387"/>
                  </a:lnTo>
                  <a:lnTo>
                    <a:pt x="283" y="387"/>
                  </a:lnTo>
                  <a:lnTo>
                    <a:pt x="272" y="376"/>
                  </a:lnTo>
                  <a:lnTo>
                    <a:pt x="270" y="376"/>
                  </a:lnTo>
                  <a:lnTo>
                    <a:pt x="270" y="374"/>
                  </a:lnTo>
                  <a:lnTo>
                    <a:pt x="267" y="374"/>
                  </a:lnTo>
                  <a:lnTo>
                    <a:pt x="265" y="369"/>
                  </a:lnTo>
                  <a:lnTo>
                    <a:pt x="265" y="367"/>
                  </a:lnTo>
                  <a:lnTo>
                    <a:pt x="265" y="365"/>
                  </a:lnTo>
                  <a:lnTo>
                    <a:pt x="261" y="344"/>
                  </a:lnTo>
                  <a:lnTo>
                    <a:pt x="261" y="344"/>
                  </a:lnTo>
                  <a:lnTo>
                    <a:pt x="261" y="331"/>
                  </a:lnTo>
                  <a:lnTo>
                    <a:pt x="261" y="331"/>
                  </a:lnTo>
                  <a:lnTo>
                    <a:pt x="263" y="331"/>
                  </a:lnTo>
                  <a:lnTo>
                    <a:pt x="263" y="328"/>
                  </a:lnTo>
                  <a:lnTo>
                    <a:pt x="265" y="328"/>
                  </a:lnTo>
                  <a:lnTo>
                    <a:pt x="267" y="328"/>
                  </a:lnTo>
                  <a:lnTo>
                    <a:pt x="267" y="328"/>
                  </a:lnTo>
                  <a:lnTo>
                    <a:pt x="270" y="328"/>
                  </a:lnTo>
                  <a:lnTo>
                    <a:pt x="272" y="328"/>
                  </a:lnTo>
                  <a:lnTo>
                    <a:pt x="272" y="328"/>
                  </a:lnTo>
                  <a:lnTo>
                    <a:pt x="274" y="331"/>
                  </a:lnTo>
                  <a:lnTo>
                    <a:pt x="293" y="348"/>
                  </a:lnTo>
                  <a:lnTo>
                    <a:pt x="293" y="348"/>
                  </a:lnTo>
                  <a:lnTo>
                    <a:pt x="293" y="350"/>
                  </a:lnTo>
                  <a:lnTo>
                    <a:pt x="293" y="350"/>
                  </a:lnTo>
                  <a:lnTo>
                    <a:pt x="293" y="352"/>
                  </a:lnTo>
                  <a:lnTo>
                    <a:pt x="295" y="352"/>
                  </a:lnTo>
                  <a:lnTo>
                    <a:pt x="293" y="352"/>
                  </a:lnTo>
                  <a:lnTo>
                    <a:pt x="293" y="352"/>
                  </a:lnTo>
                  <a:close/>
                  <a:moveTo>
                    <a:pt x="554" y="374"/>
                  </a:moveTo>
                  <a:lnTo>
                    <a:pt x="552" y="378"/>
                  </a:lnTo>
                  <a:lnTo>
                    <a:pt x="550" y="389"/>
                  </a:lnTo>
                  <a:lnTo>
                    <a:pt x="545" y="398"/>
                  </a:lnTo>
                  <a:lnTo>
                    <a:pt x="545" y="398"/>
                  </a:lnTo>
                  <a:lnTo>
                    <a:pt x="545" y="398"/>
                  </a:lnTo>
                  <a:lnTo>
                    <a:pt x="545" y="398"/>
                  </a:lnTo>
                  <a:lnTo>
                    <a:pt x="543" y="400"/>
                  </a:lnTo>
                  <a:lnTo>
                    <a:pt x="541" y="398"/>
                  </a:lnTo>
                  <a:lnTo>
                    <a:pt x="539" y="398"/>
                  </a:lnTo>
                  <a:lnTo>
                    <a:pt x="537" y="398"/>
                  </a:lnTo>
                  <a:lnTo>
                    <a:pt x="532" y="393"/>
                  </a:lnTo>
                  <a:lnTo>
                    <a:pt x="532" y="387"/>
                  </a:lnTo>
                  <a:lnTo>
                    <a:pt x="526" y="380"/>
                  </a:lnTo>
                  <a:lnTo>
                    <a:pt x="520" y="376"/>
                  </a:lnTo>
                  <a:lnTo>
                    <a:pt x="513" y="378"/>
                  </a:lnTo>
                  <a:lnTo>
                    <a:pt x="511" y="378"/>
                  </a:lnTo>
                  <a:lnTo>
                    <a:pt x="511" y="378"/>
                  </a:lnTo>
                  <a:lnTo>
                    <a:pt x="509" y="378"/>
                  </a:lnTo>
                  <a:lnTo>
                    <a:pt x="504" y="376"/>
                  </a:lnTo>
                  <a:lnTo>
                    <a:pt x="504" y="376"/>
                  </a:lnTo>
                  <a:lnTo>
                    <a:pt x="504" y="376"/>
                  </a:lnTo>
                  <a:lnTo>
                    <a:pt x="504" y="376"/>
                  </a:lnTo>
                  <a:lnTo>
                    <a:pt x="502" y="374"/>
                  </a:lnTo>
                  <a:lnTo>
                    <a:pt x="502" y="367"/>
                  </a:lnTo>
                  <a:lnTo>
                    <a:pt x="502" y="367"/>
                  </a:lnTo>
                  <a:lnTo>
                    <a:pt x="502" y="367"/>
                  </a:lnTo>
                  <a:lnTo>
                    <a:pt x="504" y="365"/>
                  </a:lnTo>
                  <a:lnTo>
                    <a:pt x="515" y="357"/>
                  </a:lnTo>
                  <a:lnTo>
                    <a:pt x="515" y="357"/>
                  </a:lnTo>
                  <a:lnTo>
                    <a:pt x="522" y="354"/>
                  </a:lnTo>
                  <a:lnTo>
                    <a:pt x="524" y="354"/>
                  </a:lnTo>
                  <a:lnTo>
                    <a:pt x="524" y="354"/>
                  </a:lnTo>
                  <a:lnTo>
                    <a:pt x="539" y="357"/>
                  </a:lnTo>
                  <a:lnTo>
                    <a:pt x="552" y="365"/>
                  </a:lnTo>
                  <a:lnTo>
                    <a:pt x="552" y="365"/>
                  </a:lnTo>
                  <a:lnTo>
                    <a:pt x="552" y="365"/>
                  </a:lnTo>
                  <a:lnTo>
                    <a:pt x="554" y="369"/>
                  </a:lnTo>
                  <a:lnTo>
                    <a:pt x="554" y="372"/>
                  </a:lnTo>
                  <a:lnTo>
                    <a:pt x="554" y="372"/>
                  </a:lnTo>
                  <a:lnTo>
                    <a:pt x="554" y="374"/>
                  </a:lnTo>
                  <a:lnTo>
                    <a:pt x="554" y="374"/>
                  </a:lnTo>
                  <a:lnTo>
                    <a:pt x="554" y="374"/>
                  </a:lnTo>
                  <a:close/>
                  <a:moveTo>
                    <a:pt x="494" y="361"/>
                  </a:moveTo>
                  <a:lnTo>
                    <a:pt x="494" y="363"/>
                  </a:lnTo>
                  <a:lnTo>
                    <a:pt x="492" y="372"/>
                  </a:lnTo>
                  <a:lnTo>
                    <a:pt x="492" y="372"/>
                  </a:lnTo>
                  <a:lnTo>
                    <a:pt x="485" y="378"/>
                  </a:lnTo>
                  <a:lnTo>
                    <a:pt x="485" y="378"/>
                  </a:lnTo>
                  <a:lnTo>
                    <a:pt x="485" y="378"/>
                  </a:lnTo>
                  <a:lnTo>
                    <a:pt x="479" y="380"/>
                  </a:lnTo>
                  <a:lnTo>
                    <a:pt x="479" y="380"/>
                  </a:lnTo>
                  <a:lnTo>
                    <a:pt x="472" y="376"/>
                  </a:lnTo>
                  <a:lnTo>
                    <a:pt x="470" y="376"/>
                  </a:lnTo>
                  <a:lnTo>
                    <a:pt x="468" y="376"/>
                  </a:lnTo>
                  <a:lnTo>
                    <a:pt x="466" y="374"/>
                  </a:lnTo>
                  <a:lnTo>
                    <a:pt x="466" y="372"/>
                  </a:lnTo>
                  <a:lnTo>
                    <a:pt x="464" y="367"/>
                  </a:lnTo>
                  <a:lnTo>
                    <a:pt x="464" y="367"/>
                  </a:lnTo>
                  <a:lnTo>
                    <a:pt x="464" y="365"/>
                  </a:lnTo>
                  <a:lnTo>
                    <a:pt x="468" y="363"/>
                  </a:lnTo>
                  <a:lnTo>
                    <a:pt x="476" y="357"/>
                  </a:lnTo>
                  <a:lnTo>
                    <a:pt x="485" y="354"/>
                  </a:lnTo>
                  <a:lnTo>
                    <a:pt x="487" y="354"/>
                  </a:lnTo>
                  <a:lnTo>
                    <a:pt x="487" y="354"/>
                  </a:lnTo>
                  <a:lnTo>
                    <a:pt x="489" y="357"/>
                  </a:lnTo>
                  <a:lnTo>
                    <a:pt x="492" y="357"/>
                  </a:lnTo>
                  <a:lnTo>
                    <a:pt x="492" y="359"/>
                  </a:lnTo>
                  <a:lnTo>
                    <a:pt x="494" y="361"/>
                  </a:lnTo>
                  <a:lnTo>
                    <a:pt x="494" y="361"/>
                  </a:lnTo>
                  <a:lnTo>
                    <a:pt x="494" y="361"/>
                  </a:lnTo>
                  <a:close/>
                  <a:moveTo>
                    <a:pt x="351" y="365"/>
                  </a:moveTo>
                  <a:lnTo>
                    <a:pt x="351" y="367"/>
                  </a:lnTo>
                  <a:lnTo>
                    <a:pt x="354" y="367"/>
                  </a:lnTo>
                  <a:lnTo>
                    <a:pt x="360" y="374"/>
                  </a:lnTo>
                  <a:lnTo>
                    <a:pt x="362" y="374"/>
                  </a:lnTo>
                  <a:lnTo>
                    <a:pt x="367" y="380"/>
                  </a:lnTo>
                  <a:lnTo>
                    <a:pt x="369" y="380"/>
                  </a:lnTo>
                  <a:lnTo>
                    <a:pt x="375" y="389"/>
                  </a:lnTo>
                  <a:lnTo>
                    <a:pt x="375" y="391"/>
                  </a:lnTo>
                  <a:lnTo>
                    <a:pt x="377" y="391"/>
                  </a:lnTo>
                  <a:lnTo>
                    <a:pt x="377" y="391"/>
                  </a:lnTo>
                  <a:lnTo>
                    <a:pt x="377" y="393"/>
                  </a:lnTo>
                  <a:lnTo>
                    <a:pt x="377" y="393"/>
                  </a:lnTo>
                  <a:lnTo>
                    <a:pt x="375" y="395"/>
                  </a:lnTo>
                  <a:lnTo>
                    <a:pt x="375" y="395"/>
                  </a:lnTo>
                  <a:lnTo>
                    <a:pt x="373" y="398"/>
                  </a:lnTo>
                  <a:lnTo>
                    <a:pt x="373" y="398"/>
                  </a:lnTo>
                  <a:lnTo>
                    <a:pt x="371" y="398"/>
                  </a:lnTo>
                  <a:lnTo>
                    <a:pt x="371" y="398"/>
                  </a:lnTo>
                  <a:lnTo>
                    <a:pt x="369" y="398"/>
                  </a:lnTo>
                  <a:lnTo>
                    <a:pt x="367" y="398"/>
                  </a:lnTo>
                  <a:lnTo>
                    <a:pt x="367" y="398"/>
                  </a:lnTo>
                  <a:lnTo>
                    <a:pt x="349" y="385"/>
                  </a:lnTo>
                  <a:lnTo>
                    <a:pt x="334" y="378"/>
                  </a:lnTo>
                  <a:lnTo>
                    <a:pt x="328" y="374"/>
                  </a:lnTo>
                  <a:lnTo>
                    <a:pt x="323" y="374"/>
                  </a:lnTo>
                  <a:lnTo>
                    <a:pt x="319" y="374"/>
                  </a:lnTo>
                  <a:lnTo>
                    <a:pt x="315" y="372"/>
                  </a:lnTo>
                  <a:lnTo>
                    <a:pt x="321" y="361"/>
                  </a:lnTo>
                  <a:lnTo>
                    <a:pt x="321" y="361"/>
                  </a:lnTo>
                  <a:lnTo>
                    <a:pt x="323" y="359"/>
                  </a:lnTo>
                  <a:lnTo>
                    <a:pt x="323" y="359"/>
                  </a:lnTo>
                  <a:lnTo>
                    <a:pt x="326" y="359"/>
                  </a:lnTo>
                  <a:lnTo>
                    <a:pt x="330" y="359"/>
                  </a:lnTo>
                  <a:lnTo>
                    <a:pt x="332" y="359"/>
                  </a:lnTo>
                  <a:lnTo>
                    <a:pt x="334" y="359"/>
                  </a:lnTo>
                  <a:lnTo>
                    <a:pt x="334" y="359"/>
                  </a:lnTo>
                  <a:lnTo>
                    <a:pt x="341" y="361"/>
                  </a:lnTo>
                  <a:lnTo>
                    <a:pt x="343" y="363"/>
                  </a:lnTo>
                  <a:lnTo>
                    <a:pt x="351" y="365"/>
                  </a:lnTo>
                  <a:lnTo>
                    <a:pt x="351" y="365"/>
                  </a:lnTo>
                  <a:close/>
                  <a:moveTo>
                    <a:pt x="358" y="413"/>
                  </a:moveTo>
                  <a:lnTo>
                    <a:pt x="349" y="406"/>
                  </a:lnTo>
                  <a:lnTo>
                    <a:pt x="349" y="406"/>
                  </a:lnTo>
                  <a:lnTo>
                    <a:pt x="347" y="404"/>
                  </a:lnTo>
                  <a:lnTo>
                    <a:pt x="345" y="404"/>
                  </a:lnTo>
                  <a:lnTo>
                    <a:pt x="343" y="402"/>
                  </a:lnTo>
                  <a:lnTo>
                    <a:pt x="341" y="402"/>
                  </a:lnTo>
                  <a:lnTo>
                    <a:pt x="339" y="402"/>
                  </a:lnTo>
                  <a:lnTo>
                    <a:pt x="319" y="402"/>
                  </a:lnTo>
                  <a:lnTo>
                    <a:pt x="317" y="402"/>
                  </a:lnTo>
                  <a:lnTo>
                    <a:pt x="315" y="402"/>
                  </a:lnTo>
                  <a:lnTo>
                    <a:pt x="313" y="402"/>
                  </a:lnTo>
                  <a:lnTo>
                    <a:pt x="311" y="404"/>
                  </a:lnTo>
                  <a:lnTo>
                    <a:pt x="306" y="404"/>
                  </a:lnTo>
                  <a:lnTo>
                    <a:pt x="304" y="404"/>
                  </a:lnTo>
                  <a:lnTo>
                    <a:pt x="302" y="404"/>
                  </a:lnTo>
                  <a:lnTo>
                    <a:pt x="298" y="402"/>
                  </a:lnTo>
                  <a:lnTo>
                    <a:pt x="295" y="400"/>
                  </a:lnTo>
                  <a:lnTo>
                    <a:pt x="293" y="398"/>
                  </a:lnTo>
                  <a:lnTo>
                    <a:pt x="287" y="393"/>
                  </a:lnTo>
                  <a:lnTo>
                    <a:pt x="287" y="393"/>
                  </a:lnTo>
                  <a:lnTo>
                    <a:pt x="287" y="391"/>
                  </a:lnTo>
                  <a:lnTo>
                    <a:pt x="287" y="391"/>
                  </a:lnTo>
                  <a:lnTo>
                    <a:pt x="289" y="387"/>
                  </a:lnTo>
                  <a:lnTo>
                    <a:pt x="289" y="387"/>
                  </a:lnTo>
                  <a:lnTo>
                    <a:pt x="289" y="387"/>
                  </a:lnTo>
                  <a:lnTo>
                    <a:pt x="291" y="385"/>
                  </a:lnTo>
                  <a:lnTo>
                    <a:pt x="295" y="385"/>
                  </a:lnTo>
                  <a:lnTo>
                    <a:pt x="295" y="385"/>
                  </a:lnTo>
                  <a:lnTo>
                    <a:pt x="298" y="385"/>
                  </a:lnTo>
                  <a:lnTo>
                    <a:pt x="298" y="385"/>
                  </a:lnTo>
                  <a:lnTo>
                    <a:pt x="298" y="382"/>
                  </a:lnTo>
                  <a:lnTo>
                    <a:pt x="298" y="380"/>
                  </a:lnTo>
                  <a:lnTo>
                    <a:pt x="298" y="378"/>
                  </a:lnTo>
                  <a:lnTo>
                    <a:pt x="295" y="378"/>
                  </a:lnTo>
                  <a:lnTo>
                    <a:pt x="293" y="374"/>
                  </a:lnTo>
                  <a:lnTo>
                    <a:pt x="293" y="372"/>
                  </a:lnTo>
                  <a:lnTo>
                    <a:pt x="293" y="367"/>
                  </a:lnTo>
                  <a:lnTo>
                    <a:pt x="293" y="365"/>
                  </a:lnTo>
                  <a:lnTo>
                    <a:pt x="293" y="365"/>
                  </a:lnTo>
                  <a:lnTo>
                    <a:pt x="293" y="363"/>
                  </a:lnTo>
                  <a:lnTo>
                    <a:pt x="295" y="363"/>
                  </a:lnTo>
                  <a:lnTo>
                    <a:pt x="295" y="361"/>
                  </a:lnTo>
                  <a:lnTo>
                    <a:pt x="295" y="361"/>
                  </a:lnTo>
                  <a:lnTo>
                    <a:pt x="298" y="361"/>
                  </a:lnTo>
                  <a:lnTo>
                    <a:pt x="300" y="361"/>
                  </a:lnTo>
                  <a:lnTo>
                    <a:pt x="302" y="361"/>
                  </a:lnTo>
                  <a:lnTo>
                    <a:pt x="304" y="363"/>
                  </a:lnTo>
                  <a:lnTo>
                    <a:pt x="306" y="365"/>
                  </a:lnTo>
                  <a:lnTo>
                    <a:pt x="311" y="372"/>
                  </a:lnTo>
                  <a:lnTo>
                    <a:pt x="308" y="376"/>
                  </a:lnTo>
                  <a:lnTo>
                    <a:pt x="313" y="378"/>
                  </a:lnTo>
                  <a:lnTo>
                    <a:pt x="315" y="378"/>
                  </a:lnTo>
                  <a:lnTo>
                    <a:pt x="323" y="376"/>
                  </a:lnTo>
                  <a:lnTo>
                    <a:pt x="328" y="376"/>
                  </a:lnTo>
                  <a:lnTo>
                    <a:pt x="330" y="378"/>
                  </a:lnTo>
                  <a:lnTo>
                    <a:pt x="343" y="385"/>
                  </a:lnTo>
                  <a:lnTo>
                    <a:pt x="343" y="385"/>
                  </a:lnTo>
                  <a:lnTo>
                    <a:pt x="347" y="387"/>
                  </a:lnTo>
                  <a:lnTo>
                    <a:pt x="358" y="395"/>
                  </a:lnTo>
                  <a:lnTo>
                    <a:pt x="360" y="395"/>
                  </a:lnTo>
                  <a:lnTo>
                    <a:pt x="360" y="398"/>
                  </a:lnTo>
                  <a:lnTo>
                    <a:pt x="362" y="400"/>
                  </a:lnTo>
                  <a:lnTo>
                    <a:pt x="362" y="400"/>
                  </a:lnTo>
                  <a:lnTo>
                    <a:pt x="362" y="402"/>
                  </a:lnTo>
                  <a:lnTo>
                    <a:pt x="362" y="402"/>
                  </a:lnTo>
                  <a:lnTo>
                    <a:pt x="362" y="402"/>
                  </a:lnTo>
                  <a:lnTo>
                    <a:pt x="362" y="404"/>
                  </a:lnTo>
                  <a:lnTo>
                    <a:pt x="362" y="406"/>
                  </a:lnTo>
                  <a:lnTo>
                    <a:pt x="362" y="408"/>
                  </a:lnTo>
                  <a:lnTo>
                    <a:pt x="362" y="411"/>
                  </a:lnTo>
                  <a:lnTo>
                    <a:pt x="360" y="413"/>
                  </a:lnTo>
                  <a:lnTo>
                    <a:pt x="360" y="413"/>
                  </a:lnTo>
                  <a:lnTo>
                    <a:pt x="360" y="413"/>
                  </a:lnTo>
                  <a:lnTo>
                    <a:pt x="358" y="413"/>
                  </a:lnTo>
                  <a:lnTo>
                    <a:pt x="358" y="413"/>
                  </a:lnTo>
                  <a:lnTo>
                    <a:pt x="358" y="413"/>
                  </a:lnTo>
                  <a:lnTo>
                    <a:pt x="358" y="413"/>
                  </a:lnTo>
                  <a:close/>
                  <a:moveTo>
                    <a:pt x="408" y="374"/>
                  </a:moveTo>
                  <a:lnTo>
                    <a:pt x="410" y="378"/>
                  </a:lnTo>
                  <a:lnTo>
                    <a:pt x="410" y="378"/>
                  </a:lnTo>
                  <a:lnTo>
                    <a:pt x="408" y="378"/>
                  </a:lnTo>
                  <a:lnTo>
                    <a:pt x="405" y="378"/>
                  </a:lnTo>
                  <a:lnTo>
                    <a:pt x="405" y="378"/>
                  </a:lnTo>
                  <a:lnTo>
                    <a:pt x="399" y="376"/>
                  </a:lnTo>
                  <a:lnTo>
                    <a:pt x="397" y="376"/>
                  </a:lnTo>
                  <a:lnTo>
                    <a:pt x="395" y="374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2" y="369"/>
                  </a:lnTo>
                  <a:lnTo>
                    <a:pt x="392" y="369"/>
                  </a:lnTo>
                  <a:lnTo>
                    <a:pt x="395" y="367"/>
                  </a:lnTo>
                  <a:lnTo>
                    <a:pt x="395" y="365"/>
                  </a:lnTo>
                  <a:lnTo>
                    <a:pt x="397" y="363"/>
                  </a:lnTo>
                  <a:lnTo>
                    <a:pt x="397" y="363"/>
                  </a:lnTo>
                  <a:lnTo>
                    <a:pt x="399" y="363"/>
                  </a:lnTo>
                  <a:lnTo>
                    <a:pt x="399" y="363"/>
                  </a:lnTo>
                  <a:lnTo>
                    <a:pt x="401" y="363"/>
                  </a:lnTo>
                  <a:lnTo>
                    <a:pt x="401" y="363"/>
                  </a:lnTo>
                  <a:lnTo>
                    <a:pt x="401" y="363"/>
                  </a:lnTo>
                  <a:lnTo>
                    <a:pt x="403" y="363"/>
                  </a:lnTo>
                  <a:lnTo>
                    <a:pt x="403" y="363"/>
                  </a:lnTo>
                  <a:lnTo>
                    <a:pt x="403" y="365"/>
                  </a:lnTo>
                  <a:lnTo>
                    <a:pt x="401" y="365"/>
                  </a:lnTo>
                  <a:lnTo>
                    <a:pt x="403" y="367"/>
                  </a:lnTo>
                  <a:lnTo>
                    <a:pt x="403" y="372"/>
                  </a:lnTo>
                  <a:lnTo>
                    <a:pt x="403" y="372"/>
                  </a:lnTo>
                  <a:lnTo>
                    <a:pt x="408" y="374"/>
                  </a:lnTo>
                  <a:lnTo>
                    <a:pt x="408" y="374"/>
                  </a:lnTo>
                  <a:close/>
                  <a:moveTo>
                    <a:pt x="468" y="387"/>
                  </a:moveTo>
                  <a:lnTo>
                    <a:pt x="466" y="387"/>
                  </a:lnTo>
                  <a:lnTo>
                    <a:pt x="466" y="385"/>
                  </a:lnTo>
                  <a:lnTo>
                    <a:pt x="461" y="382"/>
                  </a:lnTo>
                  <a:lnTo>
                    <a:pt x="459" y="382"/>
                  </a:lnTo>
                  <a:lnTo>
                    <a:pt x="457" y="380"/>
                  </a:lnTo>
                  <a:lnTo>
                    <a:pt x="457" y="380"/>
                  </a:lnTo>
                  <a:lnTo>
                    <a:pt x="455" y="378"/>
                  </a:lnTo>
                  <a:lnTo>
                    <a:pt x="455" y="378"/>
                  </a:lnTo>
                  <a:lnTo>
                    <a:pt x="455" y="378"/>
                  </a:lnTo>
                  <a:lnTo>
                    <a:pt x="455" y="376"/>
                  </a:lnTo>
                  <a:lnTo>
                    <a:pt x="457" y="376"/>
                  </a:lnTo>
                  <a:lnTo>
                    <a:pt x="457" y="376"/>
                  </a:lnTo>
                  <a:lnTo>
                    <a:pt x="466" y="376"/>
                  </a:lnTo>
                  <a:lnTo>
                    <a:pt x="468" y="378"/>
                  </a:lnTo>
                  <a:lnTo>
                    <a:pt x="468" y="378"/>
                  </a:lnTo>
                  <a:lnTo>
                    <a:pt x="470" y="380"/>
                  </a:lnTo>
                  <a:lnTo>
                    <a:pt x="470" y="382"/>
                  </a:lnTo>
                  <a:lnTo>
                    <a:pt x="470" y="385"/>
                  </a:lnTo>
                  <a:lnTo>
                    <a:pt x="470" y="385"/>
                  </a:lnTo>
                  <a:lnTo>
                    <a:pt x="468" y="387"/>
                  </a:lnTo>
                  <a:lnTo>
                    <a:pt x="468" y="387"/>
                  </a:lnTo>
                  <a:lnTo>
                    <a:pt x="468" y="387"/>
                  </a:lnTo>
                  <a:close/>
                  <a:moveTo>
                    <a:pt x="496" y="402"/>
                  </a:moveTo>
                  <a:lnTo>
                    <a:pt x="494" y="398"/>
                  </a:lnTo>
                  <a:lnTo>
                    <a:pt x="494" y="395"/>
                  </a:lnTo>
                  <a:lnTo>
                    <a:pt x="492" y="393"/>
                  </a:lnTo>
                  <a:lnTo>
                    <a:pt x="492" y="393"/>
                  </a:lnTo>
                  <a:lnTo>
                    <a:pt x="489" y="393"/>
                  </a:lnTo>
                  <a:lnTo>
                    <a:pt x="487" y="391"/>
                  </a:lnTo>
                  <a:lnTo>
                    <a:pt x="485" y="385"/>
                  </a:lnTo>
                  <a:lnTo>
                    <a:pt x="485" y="385"/>
                  </a:lnTo>
                  <a:lnTo>
                    <a:pt x="487" y="385"/>
                  </a:lnTo>
                  <a:lnTo>
                    <a:pt x="487" y="382"/>
                  </a:lnTo>
                  <a:lnTo>
                    <a:pt x="487" y="382"/>
                  </a:lnTo>
                  <a:lnTo>
                    <a:pt x="507" y="393"/>
                  </a:lnTo>
                  <a:lnTo>
                    <a:pt x="507" y="393"/>
                  </a:lnTo>
                  <a:lnTo>
                    <a:pt x="507" y="393"/>
                  </a:lnTo>
                  <a:lnTo>
                    <a:pt x="507" y="395"/>
                  </a:lnTo>
                  <a:lnTo>
                    <a:pt x="507" y="395"/>
                  </a:lnTo>
                  <a:lnTo>
                    <a:pt x="507" y="395"/>
                  </a:lnTo>
                  <a:lnTo>
                    <a:pt x="507" y="398"/>
                  </a:lnTo>
                  <a:lnTo>
                    <a:pt x="504" y="398"/>
                  </a:lnTo>
                  <a:lnTo>
                    <a:pt x="504" y="398"/>
                  </a:lnTo>
                  <a:lnTo>
                    <a:pt x="496" y="402"/>
                  </a:lnTo>
                  <a:lnTo>
                    <a:pt x="496" y="402"/>
                  </a:lnTo>
                  <a:close/>
                  <a:moveTo>
                    <a:pt x="412" y="389"/>
                  </a:moveTo>
                  <a:lnTo>
                    <a:pt x="414" y="391"/>
                  </a:lnTo>
                  <a:lnTo>
                    <a:pt x="414" y="391"/>
                  </a:lnTo>
                  <a:lnTo>
                    <a:pt x="414" y="393"/>
                  </a:lnTo>
                  <a:lnTo>
                    <a:pt x="412" y="393"/>
                  </a:lnTo>
                  <a:lnTo>
                    <a:pt x="412" y="393"/>
                  </a:lnTo>
                  <a:lnTo>
                    <a:pt x="410" y="393"/>
                  </a:lnTo>
                  <a:lnTo>
                    <a:pt x="408" y="391"/>
                  </a:lnTo>
                  <a:lnTo>
                    <a:pt x="405" y="389"/>
                  </a:lnTo>
                  <a:lnTo>
                    <a:pt x="405" y="389"/>
                  </a:lnTo>
                  <a:lnTo>
                    <a:pt x="405" y="389"/>
                  </a:lnTo>
                  <a:lnTo>
                    <a:pt x="405" y="387"/>
                  </a:lnTo>
                  <a:lnTo>
                    <a:pt x="410" y="387"/>
                  </a:lnTo>
                  <a:lnTo>
                    <a:pt x="410" y="387"/>
                  </a:lnTo>
                  <a:lnTo>
                    <a:pt x="412" y="387"/>
                  </a:lnTo>
                  <a:lnTo>
                    <a:pt x="412" y="387"/>
                  </a:lnTo>
                  <a:lnTo>
                    <a:pt x="412" y="389"/>
                  </a:lnTo>
                  <a:lnTo>
                    <a:pt x="412" y="389"/>
                  </a:lnTo>
                  <a:close/>
                  <a:moveTo>
                    <a:pt x="416" y="408"/>
                  </a:moveTo>
                  <a:lnTo>
                    <a:pt x="416" y="408"/>
                  </a:lnTo>
                  <a:lnTo>
                    <a:pt x="416" y="411"/>
                  </a:lnTo>
                  <a:lnTo>
                    <a:pt x="412" y="415"/>
                  </a:lnTo>
                  <a:lnTo>
                    <a:pt x="412" y="417"/>
                  </a:lnTo>
                  <a:lnTo>
                    <a:pt x="412" y="417"/>
                  </a:lnTo>
                  <a:lnTo>
                    <a:pt x="410" y="419"/>
                  </a:lnTo>
                  <a:lnTo>
                    <a:pt x="410" y="419"/>
                  </a:lnTo>
                  <a:lnTo>
                    <a:pt x="408" y="419"/>
                  </a:lnTo>
                  <a:lnTo>
                    <a:pt x="408" y="419"/>
                  </a:lnTo>
                  <a:lnTo>
                    <a:pt x="408" y="419"/>
                  </a:lnTo>
                  <a:lnTo>
                    <a:pt x="405" y="419"/>
                  </a:lnTo>
                  <a:lnTo>
                    <a:pt x="403" y="417"/>
                  </a:lnTo>
                  <a:lnTo>
                    <a:pt x="399" y="406"/>
                  </a:lnTo>
                  <a:lnTo>
                    <a:pt x="397" y="404"/>
                  </a:lnTo>
                  <a:lnTo>
                    <a:pt x="397" y="402"/>
                  </a:lnTo>
                  <a:lnTo>
                    <a:pt x="397" y="400"/>
                  </a:lnTo>
                  <a:lnTo>
                    <a:pt x="397" y="398"/>
                  </a:lnTo>
                  <a:lnTo>
                    <a:pt x="397" y="398"/>
                  </a:lnTo>
                  <a:lnTo>
                    <a:pt x="399" y="391"/>
                  </a:lnTo>
                  <a:lnTo>
                    <a:pt x="401" y="391"/>
                  </a:lnTo>
                  <a:lnTo>
                    <a:pt x="401" y="391"/>
                  </a:lnTo>
                  <a:lnTo>
                    <a:pt x="401" y="391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8" y="398"/>
                  </a:lnTo>
                  <a:lnTo>
                    <a:pt x="412" y="400"/>
                  </a:lnTo>
                  <a:lnTo>
                    <a:pt x="416" y="404"/>
                  </a:lnTo>
                  <a:lnTo>
                    <a:pt x="416" y="406"/>
                  </a:lnTo>
                  <a:lnTo>
                    <a:pt x="416" y="406"/>
                  </a:lnTo>
                  <a:lnTo>
                    <a:pt x="416" y="408"/>
                  </a:lnTo>
                  <a:lnTo>
                    <a:pt x="416" y="408"/>
                  </a:lnTo>
                  <a:lnTo>
                    <a:pt x="416" y="408"/>
                  </a:lnTo>
                  <a:close/>
                  <a:moveTo>
                    <a:pt x="455" y="402"/>
                  </a:moveTo>
                  <a:lnTo>
                    <a:pt x="455" y="406"/>
                  </a:lnTo>
                  <a:lnTo>
                    <a:pt x="455" y="406"/>
                  </a:lnTo>
                  <a:lnTo>
                    <a:pt x="455" y="406"/>
                  </a:lnTo>
                  <a:lnTo>
                    <a:pt x="446" y="400"/>
                  </a:lnTo>
                  <a:lnTo>
                    <a:pt x="446" y="400"/>
                  </a:lnTo>
                  <a:lnTo>
                    <a:pt x="442" y="395"/>
                  </a:lnTo>
                  <a:lnTo>
                    <a:pt x="442" y="393"/>
                  </a:lnTo>
                  <a:lnTo>
                    <a:pt x="442" y="393"/>
                  </a:lnTo>
                  <a:lnTo>
                    <a:pt x="442" y="391"/>
                  </a:lnTo>
                  <a:lnTo>
                    <a:pt x="444" y="391"/>
                  </a:lnTo>
                  <a:lnTo>
                    <a:pt x="444" y="391"/>
                  </a:lnTo>
                  <a:lnTo>
                    <a:pt x="448" y="391"/>
                  </a:lnTo>
                  <a:lnTo>
                    <a:pt x="448" y="393"/>
                  </a:lnTo>
                  <a:lnTo>
                    <a:pt x="451" y="393"/>
                  </a:lnTo>
                  <a:lnTo>
                    <a:pt x="451" y="395"/>
                  </a:lnTo>
                  <a:lnTo>
                    <a:pt x="453" y="398"/>
                  </a:lnTo>
                  <a:lnTo>
                    <a:pt x="455" y="400"/>
                  </a:lnTo>
                  <a:lnTo>
                    <a:pt x="455" y="400"/>
                  </a:lnTo>
                  <a:lnTo>
                    <a:pt x="455" y="400"/>
                  </a:lnTo>
                  <a:lnTo>
                    <a:pt x="455" y="402"/>
                  </a:lnTo>
                  <a:lnTo>
                    <a:pt x="455" y="402"/>
                  </a:lnTo>
                  <a:lnTo>
                    <a:pt x="455" y="402"/>
                  </a:lnTo>
                  <a:close/>
                  <a:moveTo>
                    <a:pt x="468" y="402"/>
                  </a:moveTo>
                  <a:lnTo>
                    <a:pt x="468" y="404"/>
                  </a:lnTo>
                  <a:lnTo>
                    <a:pt x="468" y="404"/>
                  </a:lnTo>
                  <a:lnTo>
                    <a:pt x="468" y="404"/>
                  </a:lnTo>
                  <a:lnTo>
                    <a:pt x="468" y="404"/>
                  </a:lnTo>
                  <a:lnTo>
                    <a:pt x="466" y="406"/>
                  </a:lnTo>
                  <a:lnTo>
                    <a:pt x="466" y="404"/>
                  </a:lnTo>
                  <a:lnTo>
                    <a:pt x="457" y="395"/>
                  </a:lnTo>
                  <a:lnTo>
                    <a:pt x="455" y="393"/>
                  </a:lnTo>
                  <a:lnTo>
                    <a:pt x="453" y="391"/>
                  </a:lnTo>
                  <a:lnTo>
                    <a:pt x="453" y="391"/>
                  </a:lnTo>
                  <a:lnTo>
                    <a:pt x="455" y="391"/>
                  </a:lnTo>
                  <a:lnTo>
                    <a:pt x="457" y="391"/>
                  </a:lnTo>
                  <a:lnTo>
                    <a:pt x="459" y="391"/>
                  </a:lnTo>
                  <a:lnTo>
                    <a:pt x="459" y="393"/>
                  </a:lnTo>
                  <a:lnTo>
                    <a:pt x="461" y="393"/>
                  </a:lnTo>
                  <a:lnTo>
                    <a:pt x="466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2"/>
                  </a:lnTo>
                  <a:close/>
                  <a:moveTo>
                    <a:pt x="418" y="402"/>
                  </a:moveTo>
                  <a:lnTo>
                    <a:pt x="408" y="395"/>
                  </a:lnTo>
                  <a:lnTo>
                    <a:pt x="408" y="395"/>
                  </a:lnTo>
                  <a:lnTo>
                    <a:pt x="405" y="393"/>
                  </a:lnTo>
                  <a:lnTo>
                    <a:pt x="405" y="393"/>
                  </a:lnTo>
                  <a:lnTo>
                    <a:pt x="405" y="393"/>
                  </a:lnTo>
                  <a:lnTo>
                    <a:pt x="405" y="393"/>
                  </a:lnTo>
                  <a:lnTo>
                    <a:pt x="408" y="393"/>
                  </a:lnTo>
                  <a:lnTo>
                    <a:pt x="414" y="395"/>
                  </a:lnTo>
                  <a:lnTo>
                    <a:pt x="414" y="395"/>
                  </a:lnTo>
                  <a:lnTo>
                    <a:pt x="416" y="398"/>
                  </a:lnTo>
                  <a:lnTo>
                    <a:pt x="418" y="400"/>
                  </a:lnTo>
                  <a:lnTo>
                    <a:pt x="418" y="402"/>
                  </a:lnTo>
                  <a:lnTo>
                    <a:pt x="418" y="402"/>
                  </a:lnTo>
                  <a:lnTo>
                    <a:pt x="418" y="402"/>
                  </a:lnTo>
                  <a:close/>
                  <a:moveTo>
                    <a:pt x="442" y="404"/>
                  </a:moveTo>
                  <a:lnTo>
                    <a:pt x="442" y="404"/>
                  </a:lnTo>
                  <a:lnTo>
                    <a:pt x="442" y="404"/>
                  </a:lnTo>
                  <a:lnTo>
                    <a:pt x="442" y="404"/>
                  </a:lnTo>
                  <a:lnTo>
                    <a:pt x="442" y="406"/>
                  </a:lnTo>
                  <a:lnTo>
                    <a:pt x="442" y="406"/>
                  </a:lnTo>
                  <a:lnTo>
                    <a:pt x="442" y="406"/>
                  </a:lnTo>
                  <a:lnTo>
                    <a:pt x="440" y="406"/>
                  </a:lnTo>
                  <a:lnTo>
                    <a:pt x="440" y="406"/>
                  </a:lnTo>
                  <a:lnTo>
                    <a:pt x="440" y="406"/>
                  </a:lnTo>
                  <a:lnTo>
                    <a:pt x="438" y="404"/>
                  </a:lnTo>
                  <a:lnTo>
                    <a:pt x="436" y="398"/>
                  </a:lnTo>
                  <a:lnTo>
                    <a:pt x="436" y="398"/>
                  </a:lnTo>
                  <a:lnTo>
                    <a:pt x="436" y="398"/>
                  </a:lnTo>
                  <a:lnTo>
                    <a:pt x="436" y="398"/>
                  </a:lnTo>
                  <a:lnTo>
                    <a:pt x="436" y="398"/>
                  </a:lnTo>
                  <a:lnTo>
                    <a:pt x="438" y="398"/>
                  </a:lnTo>
                  <a:lnTo>
                    <a:pt x="440" y="402"/>
                  </a:lnTo>
                  <a:lnTo>
                    <a:pt x="442" y="402"/>
                  </a:lnTo>
                  <a:lnTo>
                    <a:pt x="442" y="404"/>
                  </a:lnTo>
                  <a:lnTo>
                    <a:pt x="442" y="404"/>
                  </a:lnTo>
                  <a:close/>
                  <a:moveTo>
                    <a:pt x="371" y="404"/>
                  </a:moveTo>
                  <a:lnTo>
                    <a:pt x="371" y="406"/>
                  </a:lnTo>
                  <a:lnTo>
                    <a:pt x="369" y="408"/>
                  </a:lnTo>
                  <a:lnTo>
                    <a:pt x="369" y="408"/>
                  </a:lnTo>
                  <a:lnTo>
                    <a:pt x="369" y="411"/>
                  </a:lnTo>
                  <a:lnTo>
                    <a:pt x="367" y="411"/>
                  </a:lnTo>
                  <a:lnTo>
                    <a:pt x="367" y="411"/>
                  </a:lnTo>
                  <a:lnTo>
                    <a:pt x="367" y="411"/>
                  </a:lnTo>
                  <a:lnTo>
                    <a:pt x="367" y="408"/>
                  </a:lnTo>
                  <a:lnTo>
                    <a:pt x="364" y="408"/>
                  </a:lnTo>
                  <a:lnTo>
                    <a:pt x="367" y="406"/>
                  </a:lnTo>
                  <a:lnTo>
                    <a:pt x="367" y="404"/>
                  </a:lnTo>
                  <a:lnTo>
                    <a:pt x="367" y="404"/>
                  </a:lnTo>
                  <a:lnTo>
                    <a:pt x="367" y="402"/>
                  </a:lnTo>
                  <a:lnTo>
                    <a:pt x="369" y="402"/>
                  </a:lnTo>
                  <a:lnTo>
                    <a:pt x="369" y="402"/>
                  </a:lnTo>
                  <a:lnTo>
                    <a:pt x="369" y="402"/>
                  </a:lnTo>
                  <a:lnTo>
                    <a:pt x="371" y="402"/>
                  </a:lnTo>
                  <a:lnTo>
                    <a:pt x="371" y="404"/>
                  </a:lnTo>
                  <a:lnTo>
                    <a:pt x="371" y="404"/>
                  </a:lnTo>
                  <a:lnTo>
                    <a:pt x="371" y="404"/>
                  </a:lnTo>
                  <a:close/>
                  <a:moveTo>
                    <a:pt x="548" y="404"/>
                  </a:moveTo>
                  <a:lnTo>
                    <a:pt x="548" y="406"/>
                  </a:lnTo>
                  <a:lnTo>
                    <a:pt x="545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7" y="404"/>
                  </a:lnTo>
                  <a:lnTo>
                    <a:pt x="537" y="404"/>
                  </a:lnTo>
                  <a:lnTo>
                    <a:pt x="537" y="402"/>
                  </a:lnTo>
                  <a:lnTo>
                    <a:pt x="539" y="402"/>
                  </a:lnTo>
                  <a:lnTo>
                    <a:pt x="539" y="402"/>
                  </a:lnTo>
                  <a:lnTo>
                    <a:pt x="541" y="402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48" y="404"/>
                  </a:lnTo>
                  <a:lnTo>
                    <a:pt x="548" y="404"/>
                  </a:lnTo>
                  <a:close/>
                  <a:moveTo>
                    <a:pt x="509" y="413"/>
                  </a:moveTo>
                  <a:lnTo>
                    <a:pt x="509" y="413"/>
                  </a:lnTo>
                  <a:lnTo>
                    <a:pt x="507" y="413"/>
                  </a:lnTo>
                  <a:lnTo>
                    <a:pt x="504" y="413"/>
                  </a:lnTo>
                  <a:lnTo>
                    <a:pt x="498" y="411"/>
                  </a:lnTo>
                  <a:lnTo>
                    <a:pt x="498" y="411"/>
                  </a:lnTo>
                  <a:lnTo>
                    <a:pt x="498" y="408"/>
                  </a:lnTo>
                  <a:lnTo>
                    <a:pt x="498" y="406"/>
                  </a:lnTo>
                  <a:lnTo>
                    <a:pt x="498" y="406"/>
                  </a:lnTo>
                  <a:lnTo>
                    <a:pt x="498" y="404"/>
                  </a:lnTo>
                  <a:lnTo>
                    <a:pt x="498" y="404"/>
                  </a:lnTo>
                  <a:lnTo>
                    <a:pt x="498" y="404"/>
                  </a:lnTo>
                  <a:lnTo>
                    <a:pt x="498" y="402"/>
                  </a:lnTo>
                  <a:lnTo>
                    <a:pt x="500" y="402"/>
                  </a:lnTo>
                  <a:lnTo>
                    <a:pt x="504" y="402"/>
                  </a:lnTo>
                  <a:lnTo>
                    <a:pt x="507" y="402"/>
                  </a:lnTo>
                  <a:lnTo>
                    <a:pt x="507" y="402"/>
                  </a:lnTo>
                  <a:lnTo>
                    <a:pt x="509" y="402"/>
                  </a:lnTo>
                  <a:lnTo>
                    <a:pt x="511" y="413"/>
                  </a:lnTo>
                  <a:lnTo>
                    <a:pt x="509" y="413"/>
                  </a:lnTo>
                  <a:lnTo>
                    <a:pt x="509" y="413"/>
                  </a:lnTo>
                  <a:lnTo>
                    <a:pt x="509" y="413"/>
                  </a:lnTo>
                  <a:close/>
                  <a:moveTo>
                    <a:pt x="392" y="426"/>
                  </a:moveTo>
                  <a:lnTo>
                    <a:pt x="392" y="428"/>
                  </a:lnTo>
                  <a:lnTo>
                    <a:pt x="392" y="430"/>
                  </a:lnTo>
                  <a:lnTo>
                    <a:pt x="392" y="430"/>
                  </a:lnTo>
                  <a:lnTo>
                    <a:pt x="390" y="432"/>
                  </a:lnTo>
                  <a:lnTo>
                    <a:pt x="390" y="432"/>
                  </a:lnTo>
                  <a:lnTo>
                    <a:pt x="390" y="432"/>
                  </a:lnTo>
                  <a:lnTo>
                    <a:pt x="388" y="432"/>
                  </a:lnTo>
                  <a:lnTo>
                    <a:pt x="377" y="436"/>
                  </a:lnTo>
                  <a:lnTo>
                    <a:pt x="377" y="436"/>
                  </a:lnTo>
                  <a:lnTo>
                    <a:pt x="375" y="436"/>
                  </a:lnTo>
                  <a:lnTo>
                    <a:pt x="375" y="434"/>
                  </a:lnTo>
                  <a:lnTo>
                    <a:pt x="375" y="434"/>
                  </a:lnTo>
                  <a:lnTo>
                    <a:pt x="373" y="434"/>
                  </a:lnTo>
                  <a:lnTo>
                    <a:pt x="373" y="432"/>
                  </a:lnTo>
                  <a:lnTo>
                    <a:pt x="373" y="432"/>
                  </a:lnTo>
                  <a:lnTo>
                    <a:pt x="373" y="430"/>
                  </a:lnTo>
                  <a:lnTo>
                    <a:pt x="373" y="428"/>
                  </a:lnTo>
                  <a:lnTo>
                    <a:pt x="373" y="423"/>
                  </a:lnTo>
                  <a:lnTo>
                    <a:pt x="373" y="421"/>
                  </a:lnTo>
                  <a:lnTo>
                    <a:pt x="375" y="419"/>
                  </a:lnTo>
                  <a:lnTo>
                    <a:pt x="375" y="417"/>
                  </a:lnTo>
                  <a:lnTo>
                    <a:pt x="375" y="417"/>
                  </a:lnTo>
                  <a:lnTo>
                    <a:pt x="377" y="415"/>
                  </a:lnTo>
                  <a:lnTo>
                    <a:pt x="377" y="415"/>
                  </a:lnTo>
                  <a:lnTo>
                    <a:pt x="379" y="413"/>
                  </a:lnTo>
                  <a:lnTo>
                    <a:pt x="382" y="413"/>
                  </a:lnTo>
                  <a:lnTo>
                    <a:pt x="382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8" y="417"/>
                  </a:lnTo>
                  <a:lnTo>
                    <a:pt x="388" y="417"/>
                  </a:lnTo>
                  <a:lnTo>
                    <a:pt x="390" y="419"/>
                  </a:lnTo>
                  <a:lnTo>
                    <a:pt x="390" y="421"/>
                  </a:lnTo>
                  <a:lnTo>
                    <a:pt x="390" y="423"/>
                  </a:lnTo>
                  <a:lnTo>
                    <a:pt x="392" y="426"/>
                  </a:lnTo>
                  <a:lnTo>
                    <a:pt x="392" y="426"/>
                  </a:lnTo>
                  <a:close/>
                  <a:moveTo>
                    <a:pt x="418" y="417"/>
                  </a:moveTo>
                  <a:lnTo>
                    <a:pt x="416" y="421"/>
                  </a:lnTo>
                  <a:lnTo>
                    <a:pt x="414" y="421"/>
                  </a:lnTo>
                  <a:lnTo>
                    <a:pt x="414" y="423"/>
                  </a:lnTo>
                  <a:lnTo>
                    <a:pt x="414" y="423"/>
                  </a:lnTo>
                  <a:lnTo>
                    <a:pt x="414" y="423"/>
                  </a:lnTo>
                  <a:lnTo>
                    <a:pt x="412" y="423"/>
                  </a:lnTo>
                  <a:lnTo>
                    <a:pt x="412" y="421"/>
                  </a:lnTo>
                  <a:lnTo>
                    <a:pt x="412" y="421"/>
                  </a:lnTo>
                  <a:lnTo>
                    <a:pt x="412" y="421"/>
                  </a:lnTo>
                  <a:lnTo>
                    <a:pt x="412" y="419"/>
                  </a:lnTo>
                  <a:lnTo>
                    <a:pt x="416" y="413"/>
                  </a:lnTo>
                  <a:lnTo>
                    <a:pt x="416" y="413"/>
                  </a:lnTo>
                  <a:lnTo>
                    <a:pt x="418" y="413"/>
                  </a:lnTo>
                  <a:lnTo>
                    <a:pt x="418" y="415"/>
                  </a:lnTo>
                  <a:lnTo>
                    <a:pt x="418" y="415"/>
                  </a:lnTo>
                  <a:lnTo>
                    <a:pt x="418" y="417"/>
                  </a:lnTo>
                  <a:lnTo>
                    <a:pt x="418" y="417"/>
                  </a:lnTo>
                  <a:close/>
                  <a:moveTo>
                    <a:pt x="507" y="421"/>
                  </a:moveTo>
                  <a:lnTo>
                    <a:pt x="507" y="421"/>
                  </a:lnTo>
                  <a:lnTo>
                    <a:pt x="507" y="421"/>
                  </a:lnTo>
                  <a:lnTo>
                    <a:pt x="507" y="421"/>
                  </a:lnTo>
                  <a:lnTo>
                    <a:pt x="507" y="419"/>
                  </a:lnTo>
                  <a:lnTo>
                    <a:pt x="504" y="419"/>
                  </a:lnTo>
                  <a:lnTo>
                    <a:pt x="504" y="415"/>
                  </a:lnTo>
                  <a:lnTo>
                    <a:pt x="502" y="415"/>
                  </a:lnTo>
                  <a:lnTo>
                    <a:pt x="507" y="415"/>
                  </a:lnTo>
                  <a:lnTo>
                    <a:pt x="507" y="415"/>
                  </a:lnTo>
                  <a:lnTo>
                    <a:pt x="509" y="417"/>
                  </a:lnTo>
                  <a:lnTo>
                    <a:pt x="509" y="417"/>
                  </a:lnTo>
                  <a:lnTo>
                    <a:pt x="509" y="417"/>
                  </a:lnTo>
                  <a:lnTo>
                    <a:pt x="509" y="419"/>
                  </a:lnTo>
                  <a:lnTo>
                    <a:pt x="509" y="421"/>
                  </a:lnTo>
                  <a:lnTo>
                    <a:pt x="509" y="421"/>
                  </a:lnTo>
                  <a:lnTo>
                    <a:pt x="509" y="421"/>
                  </a:lnTo>
                  <a:lnTo>
                    <a:pt x="507" y="421"/>
                  </a:lnTo>
                  <a:lnTo>
                    <a:pt x="507" y="421"/>
                  </a:lnTo>
                  <a:close/>
                  <a:moveTo>
                    <a:pt x="364" y="428"/>
                  </a:moveTo>
                  <a:lnTo>
                    <a:pt x="364" y="428"/>
                  </a:lnTo>
                  <a:lnTo>
                    <a:pt x="360" y="419"/>
                  </a:lnTo>
                  <a:lnTo>
                    <a:pt x="360" y="419"/>
                  </a:lnTo>
                  <a:lnTo>
                    <a:pt x="360" y="419"/>
                  </a:lnTo>
                  <a:lnTo>
                    <a:pt x="362" y="417"/>
                  </a:lnTo>
                  <a:lnTo>
                    <a:pt x="362" y="417"/>
                  </a:lnTo>
                  <a:lnTo>
                    <a:pt x="364" y="417"/>
                  </a:lnTo>
                  <a:lnTo>
                    <a:pt x="364" y="419"/>
                  </a:lnTo>
                  <a:lnTo>
                    <a:pt x="364" y="419"/>
                  </a:lnTo>
                  <a:lnTo>
                    <a:pt x="367" y="423"/>
                  </a:lnTo>
                  <a:lnTo>
                    <a:pt x="367" y="423"/>
                  </a:lnTo>
                  <a:lnTo>
                    <a:pt x="367" y="426"/>
                  </a:lnTo>
                  <a:lnTo>
                    <a:pt x="367" y="426"/>
                  </a:lnTo>
                  <a:lnTo>
                    <a:pt x="367" y="428"/>
                  </a:lnTo>
                  <a:lnTo>
                    <a:pt x="364" y="428"/>
                  </a:lnTo>
                  <a:lnTo>
                    <a:pt x="364" y="428"/>
                  </a:lnTo>
                  <a:lnTo>
                    <a:pt x="364" y="428"/>
                  </a:lnTo>
                  <a:close/>
                  <a:moveTo>
                    <a:pt x="517" y="454"/>
                  </a:moveTo>
                  <a:lnTo>
                    <a:pt x="526" y="456"/>
                  </a:lnTo>
                  <a:lnTo>
                    <a:pt x="526" y="458"/>
                  </a:lnTo>
                  <a:lnTo>
                    <a:pt x="526" y="458"/>
                  </a:lnTo>
                  <a:lnTo>
                    <a:pt x="526" y="458"/>
                  </a:lnTo>
                  <a:lnTo>
                    <a:pt x="524" y="460"/>
                  </a:lnTo>
                  <a:lnTo>
                    <a:pt x="524" y="460"/>
                  </a:lnTo>
                  <a:lnTo>
                    <a:pt x="522" y="460"/>
                  </a:lnTo>
                  <a:lnTo>
                    <a:pt x="517" y="456"/>
                  </a:lnTo>
                  <a:lnTo>
                    <a:pt x="515" y="452"/>
                  </a:lnTo>
                  <a:lnTo>
                    <a:pt x="515" y="452"/>
                  </a:lnTo>
                  <a:lnTo>
                    <a:pt x="517" y="452"/>
                  </a:lnTo>
                  <a:lnTo>
                    <a:pt x="517" y="454"/>
                  </a:lnTo>
                  <a:lnTo>
                    <a:pt x="517" y="454"/>
                  </a:lnTo>
                  <a:close/>
                  <a:moveTo>
                    <a:pt x="558" y="493"/>
                  </a:moveTo>
                  <a:lnTo>
                    <a:pt x="556" y="493"/>
                  </a:lnTo>
                  <a:lnTo>
                    <a:pt x="556" y="493"/>
                  </a:lnTo>
                  <a:lnTo>
                    <a:pt x="554" y="490"/>
                  </a:lnTo>
                  <a:lnTo>
                    <a:pt x="545" y="484"/>
                  </a:lnTo>
                  <a:lnTo>
                    <a:pt x="545" y="484"/>
                  </a:lnTo>
                  <a:lnTo>
                    <a:pt x="539" y="475"/>
                  </a:lnTo>
                  <a:lnTo>
                    <a:pt x="537" y="475"/>
                  </a:lnTo>
                  <a:lnTo>
                    <a:pt x="532" y="469"/>
                  </a:lnTo>
                  <a:lnTo>
                    <a:pt x="532" y="469"/>
                  </a:lnTo>
                  <a:lnTo>
                    <a:pt x="532" y="467"/>
                  </a:lnTo>
                  <a:lnTo>
                    <a:pt x="535" y="467"/>
                  </a:lnTo>
                  <a:lnTo>
                    <a:pt x="539" y="469"/>
                  </a:lnTo>
                  <a:lnTo>
                    <a:pt x="539" y="469"/>
                  </a:lnTo>
                  <a:lnTo>
                    <a:pt x="558" y="490"/>
                  </a:lnTo>
                  <a:lnTo>
                    <a:pt x="558" y="490"/>
                  </a:lnTo>
                  <a:lnTo>
                    <a:pt x="558" y="490"/>
                  </a:lnTo>
                  <a:lnTo>
                    <a:pt x="558" y="493"/>
                  </a:lnTo>
                  <a:lnTo>
                    <a:pt x="558" y="493"/>
                  </a:lnTo>
                  <a:lnTo>
                    <a:pt x="558" y="493"/>
                  </a:lnTo>
                  <a:lnTo>
                    <a:pt x="558" y="493"/>
                  </a:lnTo>
                  <a:close/>
                  <a:moveTo>
                    <a:pt x="524" y="477"/>
                  </a:moveTo>
                  <a:lnTo>
                    <a:pt x="526" y="477"/>
                  </a:lnTo>
                  <a:lnTo>
                    <a:pt x="528" y="480"/>
                  </a:lnTo>
                  <a:lnTo>
                    <a:pt x="532" y="486"/>
                  </a:lnTo>
                  <a:lnTo>
                    <a:pt x="532" y="486"/>
                  </a:lnTo>
                  <a:lnTo>
                    <a:pt x="532" y="486"/>
                  </a:lnTo>
                  <a:lnTo>
                    <a:pt x="532" y="493"/>
                  </a:lnTo>
                  <a:lnTo>
                    <a:pt x="532" y="493"/>
                  </a:lnTo>
                  <a:lnTo>
                    <a:pt x="532" y="493"/>
                  </a:lnTo>
                  <a:lnTo>
                    <a:pt x="530" y="493"/>
                  </a:lnTo>
                  <a:lnTo>
                    <a:pt x="530" y="493"/>
                  </a:lnTo>
                  <a:lnTo>
                    <a:pt x="524" y="484"/>
                  </a:lnTo>
                  <a:lnTo>
                    <a:pt x="524" y="484"/>
                  </a:lnTo>
                  <a:lnTo>
                    <a:pt x="522" y="482"/>
                  </a:lnTo>
                  <a:lnTo>
                    <a:pt x="524" y="475"/>
                  </a:lnTo>
                  <a:lnTo>
                    <a:pt x="524" y="475"/>
                  </a:lnTo>
                  <a:lnTo>
                    <a:pt x="524" y="475"/>
                  </a:lnTo>
                  <a:lnTo>
                    <a:pt x="524" y="477"/>
                  </a:lnTo>
                  <a:lnTo>
                    <a:pt x="524" y="477"/>
                  </a:lnTo>
                  <a:close/>
                  <a:moveTo>
                    <a:pt x="586" y="536"/>
                  </a:moveTo>
                  <a:lnTo>
                    <a:pt x="578" y="531"/>
                  </a:lnTo>
                  <a:lnTo>
                    <a:pt x="576" y="531"/>
                  </a:lnTo>
                  <a:lnTo>
                    <a:pt x="569" y="527"/>
                  </a:lnTo>
                  <a:lnTo>
                    <a:pt x="563" y="523"/>
                  </a:lnTo>
                  <a:lnTo>
                    <a:pt x="563" y="521"/>
                  </a:lnTo>
                  <a:lnTo>
                    <a:pt x="563" y="521"/>
                  </a:lnTo>
                  <a:lnTo>
                    <a:pt x="558" y="521"/>
                  </a:lnTo>
                  <a:lnTo>
                    <a:pt x="558" y="521"/>
                  </a:lnTo>
                  <a:lnTo>
                    <a:pt x="556" y="521"/>
                  </a:lnTo>
                  <a:lnTo>
                    <a:pt x="554" y="521"/>
                  </a:lnTo>
                  <a:lnTo>
                    <a:pt x="552" y="523"/>
                  </a:lnTo>
                  <a:lnTo>
                    <a:pt x="545" y="525"/>
                  </a:lnTo>
                  <a:lnTo>
                    <a:pt x="539" y="527"/>
                  </a:lnTo>
                  <a:lnTo>
                    <a:pt x="539" y="527"/>
                  </a:lnTo>
                  <a:lnTo>
                    <a:pt x="537" y="527"/>
                  </a:lnTo>
                  <a:lnTo>
                    <a:pt x="528" y="523"/>
                  </a:lnTo>
                  <a:lnTo>
                    <a:pt x="528" y="521"/>
                  </a:lnTo>
                  <a:lnTo>
                    <a:pt x="526" y="521"/>
                  </a:lnTo>
                  <a:lnTo>
                    <a:pt x="526" y="519"/>
                  </a:lnTo>
                  <a:lnTo>
                    <a:pt x="526" y="519"/>
                  </a:lnTo>
                  <a:lnTo>
                    <a:pt x="526" y="516"/>
                  </a:lnTo>
                  <a:lnTo>
                    <a:pt x="526" y="516"/>
                  </a:lnTo>
                  <a:lnTo>
                    <a:pt x="528" y="516"/>
                  </a:lnTo>
                  <a:lnTo>
                    <a:pt x="528" y="516"/>
                  </a:lnTo>
                  <a:lnTo>
                    <a:pt x="528" y="516"/>
                  </a:lnTo>
                  <a:lnTo>
                    <a:pt x="528" y="516"/>
                  </a:lnTo>
                  <a:lnTo>
                    <a:pt x="530" y="516"/>
                  </a:lnTo>
                  <a:lnTo>
                    <a:pt x="532" y="514"/>
                  </a:lnTo>
                  <a:lnTo>
                    <a:pt x="532" y="514"/>
                  </a:lnTo>
                  <a:lnTo>
                    <a:pt x="535" y="510"/>
                  </a:lnTo>
                  <a:lnTo>
                    <a:pt x="537" y="508"/>
                  </a:lnTo>
                  <a:lnTo>
                    <a:pt x="537" y="508"/>
                  </a:lnTo>
                  <a:lnTo>
                    <a:pt x="537" y="503"/>
                  </a:lnTo>
                  <a:lnTo>
                    <a:pt x="537" y="501"/>
                  </a:lnTo>
                  <a:lnTo>
                    <a:pt x="537" y="499"/>
                  </a:lnTo>
                  <a:lnTo>
                    <a:pt x="537" y="497"/>
                  </a:lnTo>
                  <a:lnTo>
                    <a:pt x="537" y="497"/>
                  </a:lnTo>
                  <a:lnTo>
                    <a:pt x="537" y="495"/>
                  </a:lnTo>
                  <a:lnTo>
                    <a:pt x="537" y="495"/>
                  </a:lnTo>
                  <a:lnTo>
                    <a:pt x="539" y="493"/>
                  </a:lnTo>
                  <a:lnTo>
                    <a:pt x="539" y="493"/>
                  </a:lnTo>
                  <a:lnTo>
                    <a:pt x="543" y="495"/>
                  </a:lnTo>
                  <a:lnTo>
                    <a:pt x="548" y="495"/>
                  </a:lnTo>
                  <a:lnTo>
                    <a:pt x="548" y="497"/>
                  </a:lnTo>
                  <a:lnTo>
                    <a:pt x="550" y="497"/>
                  </a:lnTo>
                  <a:lnTo>
                    <a:pt x="552" y="499"/>
                  </a:lnTo>
                  <a:lnTo>
                    <a:pt x="554" y="501"/>
                  </a:lnTo>
                  <a:lnTo>
                    <a:pt x="563" y="512"/>
                  </a:lnTo>
                  <a:lnTo>
                    <a:pt x="563" y="512"/>
                  </a:lnTo>
                  <a:lnTo>
                    <a:pt x="573" y="519"/>
                  </a:lnTo>
                  <a:lnTo>
                    <a:pt x="580" y="519"/>
                  </a:lnTo>
                  <a:lnTo>
                    <a:pt x="584" y="523"/>
                  </a:lnTo>
                  <a:lnTo>
                    <a:pt x="584" y="529"/>
                  </a:lnTo>
                  <a:lnTo>
                    <a:pt x="586" y="536"/>
                  </a:lnTo>
                  <a:lnTo>
                    <a:pt x="586" y="536"/>
                  </a:lnTo>
                  <a:close/>
                  <a:moveTo>
                    <a:pt x="442" y="527"/>
                  </a:moveTo>
                  <a:lnTo>
                    <a:pt x="444" y="529"/>
                  </a:lnTo>
                  <a:lnTo>
                    <a:pt x="444" y="529"/>
                  </a:lnTo>
                  <a:lnTo>
                    <a:pt x="446" y="531"/>
                  </a:lnTo>
                  <a:lnTo>
                    <a:pt x="446" y="531"/>
                  </a:lnTo>
                  <a:lnTo>
                    <a:pt x="446" y="531"/>
                  </a:lnTo>
                  <a:lnTo>
                    <a:pt x="446" y="534"/>
                  </a:lnTo>
                  <a:lnTo>
                    <a:pt x="446" y="536"/>
                  </a:lnTo>
                  <a:lnTo>
                    <a:pt x="446" y="536"/>
                  </a:lnTo>
                  <a:lnTo>
                    <a:pt x="446" y="536"/>
                  </a:lnTo>
                  <a:lnTo>
                    <a:pt x="446" y="538"/>
                  </a:lnTo>
                  <a:lnTo>
                    <a:pt x="429" y="542"/>
                  </a:lnTo>
                  <a:lnTo>
                    <a:pt x="429" y="542"/>
                  </a:lnTo>
                  <a:lnTo>
                    <a:pt x="420" y="540"/>
                  </a:lnTo>
                  <a:lnTo>
                    <a:pt x="420" y="540"/>
                  </a:lnTo>
                  <a:lnTo>
                    <a:pt x="412" y="538"/>
                  </a:lnTo>
                  <a:lnTo>
                    <a:pt x="410" y="538"/>
                  </a:lnTo>
                  <a:lnTo>
                    <a:pt x="410" y="538"/>
                  </a:lnTo>
                  <a:lnTo>
                    <a:pt x="414" y="531"/>
                  </a:lnTo>
                  <a:lnTo>
                    <a:pt x="416" y="527"/>
                  </a:lnTo>
                  <a:lnTo>
                    <a:pt x="416" y="525"/>
                  </a:lnTo>
                  <a:lnTo>
                    <a:pt x="418" y="525"/>
                  </a:lnTo>
                  <a:lnTo>
                    <a:pt x="418" y="523"/>
                  </a:lnTo>
                  <a:lnTo>
                    <a:pt x="420" y="523"/>
                  </a:lnTo>
                  <a:lnTo>
                    <a:pt x="420" y="523"/>
                  </a:lnTo>
                  <a:lnTo>
                    <a:pt x="423" y="523"/>
                  </a:lnTo>
                  <a:lnTo>
                    <a:pt x="423" y="523"/>
                  </a:lnTo>
                  <a:lnTo>
                    <a:pt x="431" y="523"/>
                  </a:lnTo>
                  <a:lnTo>
                    <a:pt x="431" y="523"/>
                  </a:lnTo>
                  <a:lnTo>
                    <a:pt x="442" y="527"/>
                  </a:lnTo>
                  <a:lnTo>
                    <a:pt x="442" y="527"/>
                  </a:lnTo>
                  <a:close/>
                  <a:moveTo>
                    <a:pt x="526" y="529"/>
                  </a:moveTo>
                  <a:lnTo>
                    <a:pt x="532" y="527"/>
                  </a:lnTo>
                  <a:lnTo>
                    <a:pt x="532" y="529"/>
                  </a:lnTo>
                  <a:lnTo>
                    <a:pt x="532" y="529"/>
                  </a:lnTo>
                  <a:lnTo>
                    <a:pt x="535" y="531"/>
                  </a:lnTo>
                  <a:lnTo>
                    <a:pt x="535" y="531"/>
                  </a:lnTo>
                  <a:lnTo>
                    <a:pt x="532" y="534"/>
                  </a:lnTo>
                  <a:lnTo>
                    <a:pt x="532" y="534"/>
                  </a:lnTo>
                  <a:lnTo>
                    <a:pt x="528" y="534"/>
                  </a:lnTo>
                  <a:lnTo>
                    <a:pt x="526" y="534"/>
                  </a:lnTo>
                  <a:lnTo>
                    <a:pt x="524" y="534"/>
                  </a:lnTo>
                  <a:lnTo>
                    <a:pt x="524" y="534"/>
                  </a:lnTo>
                  <a:lnTo>
                    <a:pt x="524" y="531"/>
                  </a:lnTo>
                  <a:lnTo>
                    <a:pt x="522" y="531"/>
                  </a:lnTo>
                  <a:lnTo>
                    <a:pt x="522" y="531"/>
                  </a:lnTo>
                  <a:lnTo>
                    <a:pt x="522" y="529"/>
                  </a:lnTo>
                  <a:lnTo>
                    <a:pt x="524" y="529"/>
                  </a:lnTo>
                  <a:lnTo>
                    <a:pt x="524" y="529"/>
                  </a:lnTo>
                  <a:lnTo>
                    <a:pt x="524" y="529"/>
                  </a:lnTo>
                  <a:lnTo>
                    <a:pt x="524" y="529"/>
                  </a:lnTo>
                  <a:lnTo>
                    <a:pt x="526" y="529"/>
                  </a:lnTo>
                  <a:lnTo>
                    <a:pt x="526" y="529"/>
                  </a:lnTo>
                  <a:close/>
                  <a:moveTo>
                    <a:pt x="532" y="536"/>
                  </a:moveTo>
                  <a:lnTo>
                    <a:pt x="537" y="538"/>
                  </a:lnTo>
                  <a:lnTo>
                    <a:pt x="539" y="540"/>
                  </a:lnTo>
                  <a:lnTo>
                    <a:pt x="545" y="549"/>
                  </a:lnTo>
                  <a:lnTo>
                    <a:pt x="545" y="549"/>
                  </a:lnTo>
                  <a:lnTo>
                    <a:pt x="545" y="551"/>
                  </a:lnTo>
                  <a:lnTo>
                    <a:pt x="545" y="551"/>
                  </a:lnTo>
                  <a:lnTo>
                    <a:pt x="545" y="553"/>
                  </a:lnTo>
                  <a:lnTo>
                    <a:pt x="535" y="568"/>
                  </a:lnTo>
                  <a:lnTo>
                    <a:pt x="535" y="570"/>
                  </a:lnTo>
                  <a:lnTo>
                    <a:pt x="535" y="570"/>
                  </a:lnTo>
                  <a:lnTo>
                    <a:pt x="532" y="570"/>
                  </a:lnTo>
                  <a:lnTo>
                    <a:pt x="515" y="564"/>
                  </a:lnTo>
                  <a:lnTo>
                    <a:pt x="504" y="551"/>
                  </a:lnTo>
                  <a:lnTo>
                    <a:pt x="504" y="551"/>
                  </a:lnTo>
                  <a:lnTo>
                    <a:pt x="509" y="544"/>
                  </a:lnTo>
                  <a:lnTo>
                    <a:pt x="509" y="542"/>
                  </a:lnTo>
                  <a:lnTo>
                    <a:pt x="509" y="542"/>
                  </a:lnTo>
                  <a:lnTo>
                    <a:pt x="513" y="540"/>
                  </a:lnTo>
                  <a:lnTo>
                    <a:pt x="530" y="536"/>
                  </a:lnTo>
                  <a:lnTo>
                    <a:pt x="532" y="536"/>
                  </a:lnTo>
                  <a:lnTo>
                    <a:pt x="532" y="536"/>
                  </a:lnTo>
                  <a:lnTo>
                    <a:pt x="532" y="53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23" name="Freeform 70">
              <a:extLst>
                <a:ext uri="{FF2B5EF4-FFF2-40B4-BE49-F238E27FC236}">
                  <a16:creationId xmlns:a16="http://schemas.microsoft.com/office/drawing/2014/main" id="{74E82A26-17E0-6E0C-D1FB-B337D59C19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7520" y="2809116"/>
              <a:ext cx="491215" cy="549184"/>
            </a:xfrm>
            <a:custGeom>
              <a:avLst/>
              <a:gdLst/>
              <a:ahLst/>
              <a:cxnLst>
                <a:cxn ang="0">
                  <a:pos x="33" y="216"/>
                </a:cxn>
                <a:cxn ang="0">
                  <a:pos x="35" y="173"/>
                </a:cxn>
                <a:cxn ang="0">
                  <a:pos x="22" y="156"/>
                </a:cxn>
                <a:cxn ang="0">
                  <a:pos x="41" y="169"/>
                </a:cxn>
                <a:cxn ang="0">
                  <a:pos x="35" y="134"/>
                </a:cxn>
                <a:cxn ang="0">
                  <a:pos x="67" y="95"/>
                </a:cxn>
                <a:cxn ang="0">
                  <a:pos x="72" y="69"/>
                </a:cxn>
                <a:cxn ang="0">
                  <a:pos x="93" y="43"/>
                </a:cxn>
                <a:cxn ang="0">
                  <a:pos x="102" y="54"/>
                </a:cxn>
                <a:cxn ang="0">
                  <a:pos x="143" y="41"/>
                </a:cxn>
                <a:cxn ang="0">
                  <a:pos x="162" y="2"/>
                </a:cxn>
                <a:cxn ang="0">
                  <a:pos x="212" y="13"/>
                </a:cxn>
                <a:cxn ang="0">
                  <a:pos x="291" y="28"/>
                </a:cxn>
                <a:cxn ang="0">
                  <a:pos x="309" y="41"/>
                </a:cxn>
                <a:cxn ang="0">
                  <a:pos x="190" y="95"/>
                </a:cxn>
                <a:cxn ang="0">
                  <a:pos x="108" y="102"/>
                </a:cxn>
                <a:cxn ang="0">
                  <a:pos x="72" y="160"/>
                </a:cxn>
                <a:cxn ang="0">
                  <a:pos x="72" y="233"/>
                </a:cxn>
                <a:cxn ang="0">
                  <a:pos x="108" y="266"/>
                </a:cxn>
                <a:cxn ang="0">
                  <a:pos x="132" y="307"/>
                </a:cxn>
                <a:cxn ang="0">
                  <a:pos x="160" y="322"/>
                </a:cxn>
                <a:cxn ang="0">
                  <a:pos x="205" y="300"/>
                </a:cxn>
                <a:cxn ang="0">
                  <a:pos x="259" y="255"/>
                </a:cxn>
                <a:cxn ang="0">
                  <a:pos x="313" y="268"/>
                </a:cxn>
                <a:cxn ang="0">
                  <a:pos x="369" y="251"/>
                </a:cxn>
                <a:cxn ang="0">
                  <a:pos x="388" y="240"/>
                </a:cxn>
                <a:cxn ang="0">
                  <a:pos x="423" y="229"/>
                </a:cxn>
                <a:cxn ang="0">
                  <a:pos x="470" y="257"/>
                </a:cxn>
                <a:cxn ang="0">
                  <a:pos x="451" y="283"/>
                </a:cxn>
                <a:cxn ang="0">
                  <a:pos x="390" y="281"/>
                </a:cxn>
                <a:cxn ang="0">
                  <a:pos x="289" y="356"/>
                </a:cxn>
                <a:cxn ang="0">
                  <a:pos x="261" y="387"/>
                </a:cxn>
                <a:cxn ang="0">
                  <a:pos x="220" y="367"/>
                </a:cxn>
                <a:cxn ang="0">
                  <a:pos x="237" y="397"/>
                </a:cxn>
                <a:cxn ang="0">
                  <a:pos x="281" y="430"/>
                </a:cxn>
                <a:cxn ang="0">
                  <a:pos x="332" y="514"/>
                </a:cxn>
                <a:cxn ang="0">
                  <a:pos x="356" y="531"/>
                </a:cxn>
                <a:cxn ang="0">
                  <a:pos x="255" y="458"/>
                </a:cxn>
                <a:cxn ang="0">
                  <a:pos x="50" y="387"/>
                </a:cxn>
                <a:cxn ang="0">
                  <a:pos x="9" y="302"/>
                </a:cxn>
                <a:cxn ang="0">
                  <a:pos x="37" y="251"/>
                </a:cxn>
                <a:cxn ang="0">
                  <a:pos x="255" y="184"/>
                </a:cxn>
                <a:cxn ang="0">
                  <a:pos x="255" y="173"/>
                </a:cxn>
                <a:cxn ang="0">
                  <a:pos x="328" y="182"/>
                </a:cxn>
                <a:cxn ang="0">
                  <a:pos x="324" y="190"/>
                </a:cxn>
                <a:cxn ang="0">
                  <a:pos x="317" y="203"/>
                </a:cxn>
                <a:cxn ang="0">
                  <a:pos x="311" y="190"/>
                </a:cxn>
                <a:cxn ang="0">
                  <a:pos x="283" y="203"/>
                </a:cxn>
                <a:cxn ang="0">
                  <a:pos x="289" y="214"/>
                </a:cxn>
                <a:cxn ang="0">
                  <a:pos x="265" y="220"/>
                </a:cxn>
                <a:cxn ang="0">
                  <a:pos x="287" y="210"/>
                </a:cxn>
                <a:cxn ang="0">
                  <a:pos x="468" y="339"/>
                </a:cxn>
                <a:cxn ang="0">
                  <a:pos x="449" y="335"/>
                </a:cxn>
                <a:cxn ang="0">
                  <a:pos x="436" y="341"/>
                </a:cxn>
                <a:cxn ang="0">
                  <a:pos x="423" y="331"/>
                </a:cxn>
                <a:cxn ang="0">
                  <a:pos x="395" y="331"/>
                </a:cxn>
                <a:cxn ang="0">
                  <a:pos x="440" y="294"/>
                </a:cxn>
                <a:cxn ang="0">
                  <a:pos x="449" y="322"/>
                </a:cxn>
                <a:cxn ang="0">
                  <a:pos x="483" y="313"/>
                </a:cxn>
                <a:cxn ang="0">
                  <a:pos x="462" y="356"/>
                </a:cxn>
                <a:cxn ang="0">
                  <a:pos x="429" y="365"/>
                </a:cxn>
              </a:cxnLst>
              <a:rect l="0" t="0" r="r" b="b"/>
              <a:pathLst>
                <a:path w="483" h="540">
                  <a:moveTo>
                    <a:pt x="44" y="261"/>
                  </a:moveTo>
                  <a:lnTo>
                    <a:pt x="44" y="261"/>
                  </a:lnTo>
                  <a:lnTo>
                    <a:pt x="46" y="259"/>
                  </a:lnTo>
                  <a:lnTo>
                    <a:pt x="46" y="259"/>
                  </a:lnTo>
                  <a:lnTo>
                    <a:pt x="46" y="257"/>
                  </a:lnTo>
                  <a:lnTo>
                    <a:pt x="46" y="255"/>
                  </a:lnTo>
                  <a:lnTo>
                    <a:pt x="46" y="253"/>
                  </a:lnTo>
                  <a:lnTo>
                    <a:pt x="44" y="242"/>
                  </a:lnTo>
                  <a:lnTo>
                    <a:pt x="44" y="242"/>
                  </a:lnTo>
                  <a:lnTo>
                    <a:pt x="41" y="240"/>
                  </a:lnTo>
                  <a:lnTo>
                    <a:pt x="39" y="238"/>
                  </a:lnTo>
                  <a:lnTo>
                    <a:pt x="39" y="235"/>
                  </a:lnTo>
                  <a:lnTo>
                    <a:pt x="39" y="233"/>
                  </a:lnTo>
                  <a:lnTo>
                    <a:pt x="33" y="218"/>
                  </a:lnTo>
                  <a:lnTo>
                    <a:pt x="33" y="216"/>
                  </a:lnTo>
                  <a:lnTo>
                    <a:pt x="33" y="216"/>
                  </a:lnTo>
                  <a:lnTo>
                    <a:pt x="33" y="210"/>
                  </a:lnTo>
                  <a:lnTo>
                    <a:pt x="33" y="210"/>
                  </a:lnTo>
                  <a:lnTo>
                    <a:pt x="35" y="197"/>
                  </a:lnTo>
                  <a:lnTo>
                    <a:pt x="35" y="190"/>
                  </a:lnTo>
                  <a:lnTo>
                    <a:pt x="35" y="188"/>
                  </a:lnTo>
                  <a:lnTo>
                    <a:pt x="37" y="186"/>
                  </a:lnTo>
                  <a:lnTo>
                    <a:pt x="37" y="186"/>
                  </a:lnTo>
                  <a:lnTo>
                    <a:pt x="39" y="182"/>
                  </a:lnTo>
                  <a:lnTo>
                    <a:pt x="39" y="179"/>
                  </a:lnTo>
                  <a:lnTo>
                    <a:pt x="39" y="179"/>
                  </a:lnTo>
                  <a:lnTo>
                    <a:pt x="39" y="179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7" y="173"/>
                  </a:lnTo>
                  <a:lnTo>
                    <a:pt x="37" y="173"/>
                  </a:lnTo>
                  <a:lnTo>
                    <a:pt x="35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8" y="173"/>
                  </a:lnTo>
                  <a:lnTo>
                    <a:pt x="28" y="173"/>
                  </a:lnTo>
                  <a:lnTo>
                    <a:pt x="26" y="173"/>
                  </a:lnTo>
                  <a:lnTo>
                    <a:pt x="24" y="171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0" y="166"/>
                  </a:lnTo>
                  <a:lnTo>
                    <a:pt x="18" y="164"/>
                  </a:lnTo>
                  <a:lnTo>
                    <a:pt x="18" y="162"/>
                  </a:lnTo>
                  <a:lnTo>
                    <a:pt x="18" y="160"/>
                  </a:lnTo>
                  <a:lnTo>
                    <a:pt x="18" y="160"/>
                  </a:lnTo>
                  <a:lnTo>
                    <a:pt x="18" y="158"/>
                  </a:lnTo>
                  <a:lnTo>
                    <a:pt x="18" y="158"/>
                  </a:lnTo>
                  <a:lnTo>
                    <a:pt x="22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26" y="158"/>
                  </a:lnTo>
                  <a:lnTo>
                    <a:pt x="28" y="158"/>
                  </a:lnTo>
                  <a:lnTo>
                    <a:pt x="33" y="162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9"/>
                  </a:lnTo>
                  <a:lnTo>
                    <a:pt x="35" y="169"/>
                  </a:lnTo>
                  <a:lnTo>
                    <a:pt x="37" y="169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69"/>
                  </a:lnTo>
                  <a:lnTo>
                    <a:pt x="44" y="166"/>
                  </a:lnTo>
                  <a:lnTo>
                    <a:pt x="46" y="164"/>
                  </a:lnTo>
                  <a:lnTo>
                    <a:pt x="46" y="162"/>
                  </a:lnTo>
                  <a:lnTo>
                    <a:pt x="48" y="153"/>
                  </a:lnTo>
                  <a:lnTo>
                    <a:pt x="48" y="151"/>
                  </a:lnTo>
                  <a:lnTo>
                    <a:pt x="48" y="149"/>
                  </a:lnTo>
                  <a:lnTo>
                    <a:pt x="48" y="149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6" y="145"/>
                  </a:lnTo>
                  <a:lnTo>
                    <a:pt x="44" y="143"/>
                  </a:lnTo>
                  <a:lnTo>
                    <a:pt x="44" y="143"/>
                  </a:lnTo>
                  <a:lnTo>
                    <a:pt x="41" y="140"/>
                  </a:lnTo>
                  <a:lnTo>
                    <a:pt x="39" y="138"/>
                  </a:lnTo>
                  <a:lnTo>
                    <a:pt x="37" y="134"/>
                  </a:lnTo>
                  <a:lnTo>
                    <a:pt x="35" y="134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50" y="106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4" y="102"/>
                  </a:lnTo>
                  <a:lnTo>
                    <a:pt x="56" y="99"/>
                  </a:lnTo>
                  <a:lnTo>
                    <a:pt x="56" y="99"/>
                  </a:lnTo>
                  <a:lnTo>
                    <a:pt x="61" y="99"/>
                  </a:lnTo>
                  <a:lnTo>
                    <a:pt x="61" y="99"/>
                  </a:lnTo>
                  <a:lnTo>
                    <a:pt x="63" y="99"/>
                  </a:lnTo>
                  <a:lnTo>
                    <a:pt x="63" y="99"/>
                  </a:lnTo>
                  <a:lnTo>
                    <a:pt x="65" y="97"/>
                  </a:lnTo>
                  <a:lnTo>
                    <a:pt x="67" y="97"/>
                  </a:lnTo>
                  <a:lnTo>
                    <a:pt x="67" y="97"/>
                  </a:lnTo>
                  <a:lnTo>
                    <a:pt x="67" y="95"/>
                  </a:lnTo>
                  <a:lnTo>
                    <a:pt x="67" y="93"/>
                  </a:lnTo>
                  <a:lnTo>
                    <a:pt x="67" y="91"/>
                  </a:lnTo>
                  <a:lnTo>
                    <a:pt x="67" y="91"/>
                  </a:lnTo>
                  <a:lnTo>
                    <a:pt x="65" y="89"/>
                  </a:lnTo>
                  <a:lnTo>
                    <a:pt x="65" y="84"/>
                  </a:lnTo>
                  <a:lnTo>
                    <a:pt x="65" y="82"/>
                  </a:lnTo>
                  <a:lnTo>
                    <a:pt x="65" y="80"/>
                  </a:lnTo>
                  <a:lnTo>
                    <a:pt x="65" y="78"/>
                  </a:lnTo>
                  <a:lnTo>
                    <a:pt x="65" y="76"/>
                  </a:lnTo>
                  <a:lnTo>
                    <a:pt x="65" y="76"/>
                  </a:lnTo>
                  <a:lnTo>
                    <a:pt x="65" y="74"/>
                  </a:lnTo>
                  <a:lnTo>
                    <a:pt x="67" y="74"/>
                  </a:lnTo>
                  <a:lnTo>
                    <a:pt x="69" y="71"/>
                  </a:lnTo>
                  <a:lnTo>
                    <a:pt x="72" y="69"/>
                  </a:lnTo>
                  <a:lnTo>
                    <a:pt x="72" y="69"/>
                  </a:lnTo>
                  <a:lnTo>
                    <a:pt x="72" y="69"/>
                  </a:lnTo>
                  <a:lnTo>
                    <a:pt x="74" y="69"/>
                  </a:lnTo>
                  <a:lnTo>
                    <a:pt x="74" y="69"/>
                  </a:lnTo>
                  <a:lnTo>
                    <a:pt x="76" y="69"/>
                  </a:lnTo>
                  <a:lnTo>
                    <a:pt x="76" y="69"/>
                  </a:lnTo>
                  <a:lnTo>
                    <a:pt x="80" y="69"/>
                  </a:lnTo>
                  <a:lnTo>
                    <a:pt x="84" y="67"/>
                  </a:lnTo>
                  <a:lnTo>
                    <a:pt x="87" y="65"/>
                  </a:lnTo>
                  <a:lnTo>
                    <a:pt x="87" y="65"/>
                  </a:lnTo>
                  <a:lnTo>
                    <a:pt x="89" y="63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1" y="61"/>
                  </a:lnTo>
                  <a:lnTo>
                    <a:pt x="91" y="54"/>
                  </a:lnTo>
                  <a:lnTo>
                    <a:pt x="91" y="50"/>
                  </a:lnTo>
                  <a:lnTo>
                    <a:pt x="93" y="45"/>
                  </a:lnTo>
                  <a:lnTo>
                    <a:pt x="93" y="43"/>
                  </a:lnTo>
                  <a:lnTo>
                    <a:pt x="93" y="43"/>
                  </a:lnTo>
                  <a:lnTo>
                    <a:pt x="95" y="41"/>
                  </a:lnTo>
                  <a:lnTo>
                    <a:pt x="95" y="41"/>
                  </a:lnTo>
                  <a:lnTo>
                    <a:pt x="95" y="41"/>
                  </a:lnTo>
                  <a:lnTo>
                    <a:pt x="100" y="41"/>
                  </a:lnTo>
                  <a:lnTo>
                    <a:pt x="100" y="41"/>
                  </a:lnTo>
                  <a:lnTo>
                    <a:pt x="102" y="41"/>
                  </a:lnTo>
                  <a:lnTo>
                    <a:pt x="102" y="41"/>
                  </a:lnTo>
                  <a:lnTo>
                    <a:pt x="102" y="43"/>
                  </a:lnTo>
                  <a:lnTo>
                    <a:pt x="104" y="43"/>
                  </a:lnTo>
                  <a:lnTo>
                    <a:pt x="104" y="45"/>
                  </a:lnTo>
                  <a:lnTo>
                    <a:pt x="104" y="45"/>
                  </a:lnTo>
                  <a:lnTo>
                    <a:pt x="104" y="48"/>
                  </a:lnTo>
                  <a:lnTo>
                    <a:pt x="102" y="50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2" y="56"/>
                  </a:lnTo>
                  <a:lnTo>
                    <a:pt x="102" y="56"/>
                  </a:lnTo>
                  <a:lnTo>
                    <a:pt x="102" y="56"/>
                  </a:lnTo>
                  <a:lnTo>
                    <a:pt x="110" y="63"/>
                  </a:lnTo>
                  <a:lnTo>
                    <a:pt x="112" y="63"/>
                  </a:lnTo>
                  <a:lnTo>
                    <a:pt x="115" y="65"/>
                  </a:lnTo>
                  <a:lnTo>
                    <a:pt x="130" y="67"/>
                  </a:lnTo>
                  <a:lnTo>
                    <a:pt x="130" y="67"/>
                  </a:lnTo>
                  <a:lnTo>
                    <a:pt x="130" y="67"/>
                  </a:lnTo>
                  <a:lnTo>
                    <a:pt x="130" y="67"/>
                  </a:lnTo>
                  <a:lnTo>
                    <a:pt x="134" y="58"/>
                  </a:lnTo>
                  <a:lnTo>
                    <a:pt x="134" y="54"/>
                  </a:lnTo>
                  <a:lnTo>
                    <a:pt x="134" y="54"/>
                  </a:lnTo>
                  <a:lnTo>
                    <a:pt x="138" y="48"/>
                  </a:lnTo>
                  <a:lnTo>
                    <a:pt x="138" y="45"/>
                  </a:lnTo>
                  <a:lnTo>
                    <a:pt x="143" y="41"/>
                  </a:lnTo>
                  <a:lnTo>
                    <a:pt x="143" y="41"/>
                  </a:lnTo>
                  <a:lnTo>
                    <a:pt x="145" y="41"/>
                  </a:lnTo>
                  <a:lnTo>
                    <a:pt x="151" y="39"/>
                  </a:lnTo>
                  <a:lnTo>
                    <a:pt x="151" y="39"/>
                  </a:lnTo>
                  <a:lnTo>
                    <a:pt x="158" y="32"/>
                  </a:lnTo>
                  <a:lnTo>
                    <a:pt x="160" y="17"/>
                  </a:lnTo>
                  <a:lnTo>
                    <a:pt x="160" y="15"/>
                  </a:lnTo>
                  <a:lnTo>
                    <a:pt x="160" y="13"/>
                  </a:lnTo>
                  <a:lnTo>
                    <a:pt x="160" y="13"/>
                  </a:lnTo>
                  <a:lnTo>
                    <a:pt x="160" y="9"/>
                  </a:lnTo>
                  <a:lnTo>
                    <a:pt x="160" y="7"/>
                  </a:lnTo>
                  <a:lnTo>
                    <a:pt x="160" y="4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2" y="2"/>
                  </a:lnTo>
                  <a:lnTo>
                    <a:pt x="175" y="0"/>
                  </a:lnTo>
                  <a:lnTo>
                    <a:pt x="177" y="0"/>
                  </a:lnTo>
                  <a:lnTo>
                    <a:pt x="181" y="0"/>
                  </a:lnTo>
                  <a:lnTo>
                    <a:pt x="184" y="0"/>
                  </a:lnTo>
                  <a:lnTo>
                    <a:pt x="192" y="2"/>
                  </a:lnTo>
                  <a:lnTo>
                    <a:pt x="194" y="2"/>
                  </a:lnTo>
                  <a:lnTo>
                    <a:pt x="194" y="2"/>
                  </a:lnTo>
                  <a:lnTo>
                    <a:pt x="199" y="4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3" y="7"/>
                  </a:lnTo>
                  <a:lnTo>
                    <a:pt x="203" y="9"/>
                  </a:lnTo>
                  <a:lnTo>
                    <a:pt x="205" y="11"/>
                  </a:lnTo>
                  <a:lnTo>
                    <a:pt x="207" y="11"/>
                  </a:lnTo>
                  <a:lnTo>
                    <a:pt x="209" y="13"/>
                  </a:lnTo>
                  <a:lnTo>
                    <a:pt x="212" y="13"/>
                  </a:lnTo>
                  <a:lnTo>
                    <a:pt x="227" y="11"/>
                  </a:lnTo>
                  <a:lnTo>
                    <a:pt x="231" y="13"/>
                  </a:lnTo>
                  <a:lnTo>
                    <a:pt x="233" y="17"/>
                  </a:lnTo>
                  <a:lnTo>
                    <a:pt x="233" y="20"/>
                  </a:lnTo>
                  <a:lnTo>
                    <a:pt x="235" y="22"/>
                  </a:lnTo>
                  <a:lnTo>
                    <a:pt x="237" y="24"/>
                  </a:lnTo>
                  <a:lnTo>
                    <a:pt x="242" y="28"/>
                  </a:lnTo>
                  <a:lnTo>
                    <a:pt x="242" y="30"/>
                  </a:lnTo>
                  <a:lnTo>
                    <a:pt x="244" y="30"/>
                  </a:lnTo>
                  <a:lnTo>
                    <a:pt x="244" y="32"/>
                  </a:lnTo>
                  <a:lnTo>
                    <a:pt x="246" y="32"/>
                  </a:lnTo>
                  <a:lnTo>
                    <a:pt x="248" y="32"/>
                  </a:lnTo>
                  <a:lnTo>
                    <a:pt x="253" y="35"/>
                  </a:lnTo>
                  <a:lnTo>
                    <a:pt x="272" y="30"/>
                  </a:lnTo>
                  <a:lnTo>
                    <a:pt x="289" y="28"/>
                  </a:lnTo>
                  <a:lnTo>
                    <a:pt x="291" y="28"/>
                  </a:lnTo>
                  <a:lnTo>
                    <a:pt x="291" y="28"/>
                  </a:lnTo>
                  <a:lnTo>
                    <a:pt x="293" y="30"/>
                  </a:lnTo>
                  <a:lnTo>
                    <a:pt x="296" y="35"/>
                  </a:lnTo>
                  <a:lnTo>
                    <a:pt x="296" y="37"/>
                  </a:lnTo>
                  <a:lnTo>
                    <a:pt x="296" y="37"/>
                  </a:lnTo>
                  <a:lnTo>
                    <a:pt x="296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300" y="39"/>
                  </a:lnTo>
                  <a:lnTo>
                    <a:pt x="300" y="37"/>
                  </a:lnTo>
                  <a:lnTo>
                    <a:pt x="302" y="37"/>
                  </a:lnTo>
                  <a:lnTo>
                    <a:pt x="304" y="35"/>
                  </a:lnTo>
                  <a:lnTo>
                    <a:pt x="306" y="32"/>
                  </a:lnTo>
                  <a:lnTo>
                    <a:pt x="306" y="32"/>
                  </a:lnTo>
                  <a:lnTo>
                    <a:pt x="311" y="32"/>
                  </a:lnTo>
                  <a:lnTo>
                    <a:pt x="309" y="41"/>
                  </a:lnTo>
                  <a:lnTo>
                    <a:pt x="306" y="45"/>
                  </a:lnTo>
                  <a:lnTo>
                    <a:pt x="302" y="48"/>
                  </a:lnTo>
                  <a:lnTo>
                    <a:pt x="296" y="50"/>
                  </a:lnTo>
                  <a:lnTo>
                    <a:pt x="276" y="48"/>
                  </a:lnTo>
                  <a:lnTo>
                    <a:pt x="250" y="45"/>
                  </a:lnTo>
                  <a:lnTo>
                    <a:pt x="225" y="41"/>
                  </a:lnTo>
                  <a:lnTo>
                    <a:pt x="199" y="37"/>
                  </a:lnTo>
                  <a:lnTo>
                    <a:pt x="186" y="37"/>
                  </a:lnTo>
                  <a:lnTo>
                    <a:pt x="181" y="39"/>
                  </a:lnTo>
                  <a:lnTo>
                    <a:pt x="177" y="45"/>
                  </a:lnTo>
                  <a:lnTo>
                    <a:pt x="175" y="52"/>
                  </a:lnTo>
                  <a:lnTo>
                    <a:pt x="173" y="56"/>
                  </a:lnTo>
                  <a:lnTo>
                    <a:pt x="173" y="61"/>
                  </a:lnTo>
                  <a:lnTo>
                    <a:pt x="177" y="69"/>
                  </a:lnTo>
                  <a:lnTo>
                    <a:pt x="186" y="80"/>
                  </a:lnTo>
                  <a:lnTo>
                    <a:pt x="190" y="95"/>
                  </a:lnTo>
                  <a:lnTo>
                    <a:pt x="197" y="110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2" y="110"/>
                  </a:lnTo>
                  <a:lnTo>
                    <a:pt x="190" y="110"/>
                  </a:lnTo>
                  <a:lnTo>
                    <a:pt x="164" y="106"/>
                  </a:lnTo>
                  <a:lnTo>
                    <a:pt x="162" y="104"/>
                  </a:lnTo>
                  <a:lnTo>
                    <a:pt x="158" y="102"/>
                  </a:lnTo>
                  <a:lnTo>
                    <a:pt x="145" y="95"/>
                  </a:lnTo>
                  <a:lnTo>
                    <a:pt x="138" y="95"/>
                  </a:lnTo>
                  <a:lnTo>
                    <a:pt x="136" y="95"/>
                  </a:lnTo>
                  <a:lnTo>
                    <a:pt x="128" y="95"/>
                  </a:lnTo>
                  <a:lnTo>
                    <a:pt x="123" y="95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08" y="102"/>
                  </a:lnTo>
                  <a:lnTo>
                    <a:pt x="106" y="102"/>
                  </a:lnTo>
                  <a:lnTo>
                    <a:pt x="106" y="104"/>
                  </a:lnTo>
                  <a:lnTo>
                    <a:pt x="100" y="108"/>
                  </a:lnTo>
                  <a:lnTo>
                    <a:pt x="100" y="110"/>
                  </a:lnTo>
                  <a:lnTo>
                    <a:pt x="97" y="110"/>
                  </a:lnTo>
                  <a:lnTo>
                    <a:pt x="97" y="110"/>
                  </a:lnTo>
                  <a:lnTo>
                    <a:pt x="91" y="117"/>
                  </a:lnTo>
                  <a:lnTo>
                    <a:pt x="80" y="134"/>
                  </a:lnTo>
                  <a:lnTo>
                    <a:pt x="78" y="138"/>
                  </a:lnTo>
                  <a:lnTo>
                    <a:pt x="76" y="138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74" y="151"/>
                  </a:lnTo>
                  <a:lnTo>
                    <a:pt x="74" y="153"/>
                  </a:lnTo>
                  <a:lnTo>
                    <a:pt x="74" y="153"/>
                  </a:lnTo>
                  <a:lnTo>
                    <a:pt x="72" y="160"/>
                  </a:lnTo>
                  <a:lnTo>
                    <a:pt x="72" y="162"/>
                  </a:lnTo>
                  <a:lnTo>
                    <a:pt x="72" y="162"/>
                  </a:lnTo>
                  <a:lnTo>
                    <a:pt x="69" y="162"/>
                  </a:lnTo>
                  <a:lnTo>
                    <a:pt x="67" y="164"/>
                  </a:lnTo>
                  <a:lnTo>
                    <a:pt x="67" y="164"/>
                  </a:lnTo>
                  <a:lnTo>
                    <a:pt x="67" y="164"/>
                  </a:lnTo>
                  <a:lnTo>
                    <a:pt x="65" y="166"/>
                  </a:lnTo>
                  <a:lnTo>
                    <a:pt x="65" y="166"/>
                  </a:lnTo>
                  <a:lnTo>
                    <a:pt x="65" y="166"/>
                  </a:lnTo>
                  <a:lnTo>
                    <a:pt x="63" y="182"/>
                  </a:lnTo>
                  <a:lnTo>
                    <a:pt x="63" y="184"/>
                  </a:lnTo>
                  <a:lnTo>
                    <a:pt x="63" y="188"/>
                  </a:lnTo>
                  <a:lnTo>
                    <a:pt x="63" y="190"/>
                  </a:lnTo>
                  <a:lnTo>
                    <a:pt x="65" y="201"/>
                  </a:lnTo>
                  <a:lnTo>
                    <a:pt x="69" y="231"/>
                  </a:lnTo>
                  <a:lnTo>
                    <a:pt x="72" y="233"/>
                  </a:lnTo>
                  <a:lnTo>
                    <a:pt x="74" y="240"/>
                  </a:lnTo>
                  <a:lnTo>
                    <a:pt x="74" y="242"/>
                  </a:lnTo>
                  <a:lnTo>
                    <a:pt x="80" y="251"/>
                  </a:lnTo>
                  <a:lnTo>
                    <a:pt x="84" y="255"/>
                  </a:lnTo>
                  <a:lnTo>
                    <a:pt x="93" y="266"/>
                  </a:lnTo>
                  <a:lnTo>
                    <a:pt x="93" y="266"/>
                  </a:lnTo>
                  <a:lnTo>
                    <a:pt x="95" y="268"/>
                  </a:lnTo>
                  <a:lnTo>
                    <a:pt x="97" y="268"/>
                  </a:lnTo>
                  <a:lnTo>
                    <a:pt x="97" y="270"/>
                  </a:lnTo>
                  <a:lnTo>
                    <a:pt x="100" y="270"/>
                  </a:lnTo>
                  <a:lnTo>
                    <a:pt x="102" y="270"/>
                  </a:lnTo>
                  <a:lnTo>
                    <a:pt x="102" y="270"/>
                  </a:lnTo>
                  <a:lnTo>
                    <a:pt x="104" y="268"/>
                  </a:lnTo>
                  <a:lnTo>
                    <a:pt x="104" y="268"/>
                  </a:lnTo>
                  <a:lnTo>
                    <a:pt x="106" y="266"/>
                  </a:lnTo>
                  <a:lnTo>
                    <a:pt x="108" y="266"/>
                  </a:lnTo>
                  <a:lnTo>
                    <a:pt x="108" y="266"/>
                  </a:lnTo>
                  <a:lnTo>
                    <a:pt x="110" y="266"/>
                  </a:lnTo>
                  <a:lnTo>
                    <a:pt x="110" y="266"/>
                  </a:lnTo>
                  <a:lnTo>
                    <a:pt x="112" y="26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3" y="277"/>
                  </a:lnTo>
                  <a:lnTo>
                    <a:pt x="130" y="285"/>
                  </a:lnTo>
                  <a:lnTo>
                    <a:pt x="130" y="287"/>
                  </a:lnTo>
                  <a:lnTo>
                    <a:pt x="132" y="289"/>
                  </a:lnTo>
                  <a:lnTo>
                    <a:pt x="132" y="292"/>
                  </a:lnTo>
                  <a:lnTo>
                    <a:pt x="132" y="292"/>
                  </a:lnTo>
                  <a:lnTo>
                    <a:pt x="132" y="292"/>
                  </a:lnTo>
                  <a:lnTo>
                    <a:pt x="132" y="294"/>
                  </a:lnTo>
                  <a:lnTo>
                    <a:pt x="130" y="298"/>
                  </a:lnTo>
                  <a:lnTo>
                    <a:pt x="132" y="307"/>
                  </a:lnTo>
                  <a:lnTo>
                    <a:pt x="138" y="320"/>
                  </a:lnTo>
                  <a:lnTo>
                    <a:pt x="140" y="322"/>
                  </a:lnTo>
                  <a:lnTo>
                    <a:pt x="140" y="324"/>
                  </a:lnTo>
                  <a:lnTo>
                    <a:pt x="140" y="324"/>
                  </a:lnTo>
                  <a:lnTo>
                    <a:pt x="143" y="324"/>
                  </a:lnTo>
                  <a:lnTo>
                    <a:pt x="143" y="324"/>
                  </a:lnTo>
                  <a:lnTo>
                    <a:pt x="149" y="320"/>
                  </a:lnTo>
                  <a:lnTo>
                    <a:pt x="156" y="318"/>
                  </a:lnTo>
                  <a:lnTo>
                    <a:pt x="156" y="318"/>
                  </a:lnTo>
                  <a:lnTo>
                    <a:pt x="156" y="318"/>
                  </a:lnTo>
                  <a:lnTo>
                    <a:pt x="160" y="318"/>
                  </a:lnTo>
                  <a:lnTo>
                    <a:pt x="162" y="318"/>
                  </a:lnTo>
                  <a:lnTo>
                    <a:pt x="160" y="320"/>
                  </a:lnTo>
                  <a:lnTo>
                    <a:pt x="160" y="320"/>
                  </a:lnTo>
                  <a:lnTo>
                    <a:pt x="160" y="320"/>
                  </a:lnTo>
                  <a:lnTo>
                    <a:pt x="160" y="322"/>
                  </a:lnTo>
                  <a:lnTo>
                    <a:pt x="162" y="322"/>
                  </a:lnTo>
                  <a:lnTo>
                    <a:pt x="162" y="324"/>
                  </a:lnTo>
                  <a:lnTo>
                    <a:pt x="166" y="324"/>
                  </a:lnTo>
                  <a:lnTo>
                    <a:pt x="184" y="326"/>
                  </a:lnTo>
                  <a:lnTo>
                    <a:pt x="188" y="326"/>
                  </a:lnTo>
                  <a:lnTo>
                    <a:pt x="190" y="326"/>
                  </a:lnTo>
                  <a:lnTo>
                    <a:pt x="190" y="326"/>
                  </a:lnTo>
                  <a:lnTo>
                    <a:pt x="192" y="324"/>
                  </a:lnTo>
                  <a:lnTo>
                    <a:pt x="194" y="324"/>
                  </a:lnTo>
                  <a:lnTo>
                    <a:pt x="199" y="320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3" y="309"/>
                  </a:lnTo>
                  <a:lnTo>
                    <a:pt x="203" y="307"/>
                  </a:lnTo>
                  <a:lnTo>
                    <a:pt x="203" y="302"/>
                  </a:lnTo>
                  <a:lnTo>
                    <a:pt x="205" y="300"/>
                  </a:lnTo>
                  <a:lnTo>
                    <a:pt x="205" y="300"/>
                  </a:lnTo>
                  <a:lnTo>
                    <a:pt x="205" y="300"/>
                  </a:lnTo>
                  <a:lnTo>
                    <a:pt x="235" y="264"/>
                  </a:lnTo>
                  <a:lnTo>
                    <a:pt x="235" y="264"/>
                  </a:lnTo>
                  <a:lnTo>
                    <a:pt x="237" y="264"/>
                  </a:lnTo>
                  <a:lnTo>
                    <a:pt x="240" y="261"/>
                  </a:lnTo>
                  <a:lnTo>
                    <a:pt x="240" y="259"/>
                  </a:lnTo>
                  <a:lnTo>
                    <a:pt x="250" y="255"/>
                  </a:lnTo>
                  <a:lnTo>
                    <a:pt x="253" y="255"/>
                  </a:lnTo>
                  <a:lnTo>
                    <a:pt x="255" y="253"/>
                  </a:lnTo>
                  <a:lnTo>
                    <a:pt x="257" y="253"/>
                  </a:lnTo>
                  <a:lnTo>
                    <a:pt x="257" y="253"/>
                  </a:lnTo>
                  <a:lnTo>
                    <a:pt x="257" y="253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7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59" y="264"/>
                  </a:lnTo>
                  <a:lnTo>
                    <a:pt x="263" y="268"/>
                  </a:lnTo>
                  <a:lnTo>
                    <a:pt x="265" y="270"/>
                  </a:lnTo>
                  <a:lnTo>
                    <a:pt x="265" y="270"/>
                  </a:lnTo>
                  <a:lnTo>
                    <a:pt x="268" y="270"/>
                  </a:lnTo>
                  <a:lnTo>
                    <a:pt x="270" y="270"/>
                  </a:lnTo>
                  <a:lnTo>
                    <a:pt x="291" y="272"/>
                  </a:lnTo>
                  <a:lnTo>
                    <a:pt x="311" y="268"/>
                  </a:lnTo>
                  <a:lnTo>
                    <a:pt x="313" y="268"/>
                  </a:lnTo>
                  <a:lnTo>
                    <a:pt x="313" y="268"/>
                  </a:lnTo>
                  <a:lnTo>
                    <a:pt x="315" y="266"/>
                  </a:lnTo>
                  <a:lnTo>
                    <a:pt x="315" y="264"/>
                  </a:lnTo>
                  <a:lnTo>
                    <a:pt x="317" y="264"/>
                  </a:lnTo>
                  <a:lnTo>
                    <a:pt x="317" y="261"/>
                  </a:lnTo>
                  <a:lnTo>
                    <a:pt x="317" y="259"/>
                  </a:lnTo>
                  <a:lnTo>
                    <a:pt x="317" y="257"/>
                  </a:lnTo>
                  <a:lnTo>
                    <a:pt x="319" y="253"/>
                  </a:lnTo>
                  <a:lnTo>
                    <a:pt x="319" y="253"/>
                  </a:lnTo>
                  <a:lnTo>
                    <a:pt x="319" y="253"/>
                  </a:lnTo>
                  <a:lnTo>
                    <a:pt x="321" y="251"/>
                  </a:lnTo>
                  <a:lnTo>
                    <a:pt x="324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8" y="248"/>
                  </a:lnTo>
                  <a:lnTo>
                    <a:pt x="354" y="246"/>
                  </a:lnTo>
                  <a:lnTo>
                    <a:pt x="369" y="251"/>
                  </a:lnTo>
                  <a:lnTo>
                    <a:pt x="380" y="251"/>
                  </a:lnTo>
                  <a:lnTo>
                    <a:pt x="390" y="251"/>
                  </a:lnTo>
                  <a:lnTo>
                    <a:pt x="408" y="248"/>
                  </a:lnTo>
                  <a:lnTo>
                    <a:pt x="410" y="248"/>
                  </a:lnTo>
                  <a:lnTo>
                    <a:pt x="412" y="246"/>
                  </a:lnTo>
                  <a:lnTo>
                    <a:pt x="414" y="246"/>
                  </a:lnTo>
                  <a:lnTo>
                    <a:pt x="414" y="246"/>
                  </a:lnTo>
                  <a:lnTo>
                    <a:pt x="414" y="246"/>
                  </a:lnTo>
                  <a:lnTo>
                    <a:pt x="414" y="244"/>
                  </a:lnTo>
                  <a:lnTo>
                    <a:pt x="412" y="244"/>
                  </a:lnTo>
                  <a:lnTo>
                    <a:pt x="403" y="242"/>
                  </a:lnTo>
                  <a:lnTo>
                    <a:pt x="403" y="242"/>
                  </a:lnTo>
                  <a:lnTo>
                    <a:pt x="399" y="240"/>
                  </a:lnTo>
                  <a:lnTo>
                    <a:pt x="397" y="240"/>
                  </a:lnTo>
                  <a:lnTo>
                    <a:pt x="393" y="240"/>
                  </a:lnTo>
                  <a:lnTo>
                    <a:pt x="388" y="240"/>
                  </a:lnTo>
                  <a:lnTo>
                    <a:pt x="386" y="238"/>
                  </a:lnTo>
                  <a:lnTo>
                    <a:pt x="386" y="238"/>
                  </a:lnTo>
                  <a:lnTo>
                    <a:pt x="386" y="238"/>
                  </a:lnTo>
                  <a:lnTo>
                    <a:pt x="386" y="235"/>
                  </a:lnTo>
                  <a:lnTo>
                    <a:pt x="386" y="235"/>
                  </a:lnTo>
                  <a:lnTo>
                    <a:pt x="386" y="235"/>
                  </a:lnTo>
                  <a:lnTo>
                    <a:pt x="397" y="231"/>
                  </a:lnTo>
                  <a:lnTo>
                    <a:pt x="408" y="229"/>
                  </a:lnTo>
                  <a:lnTo>
                    <a:pt x="410" y="231"/>
                  </a:lnTo>
                  <a:lnTo>
                    <a:pt x="416" y="231"/>
                  </a:lnTo>
                  <a:lnTo>
                    <a:pt x="416" y="231"/>
                  </a:lnTo>
                  <a:lnTo>
                    <a:pt x="418" y="231"/>
                  </a:lnTo>
                  <a:lnTo>
                    <a:pt x="423" y="229"/>
                  </a:lnTo>
                  <a:lnTo>
                    <a:pt x="423" y="229"/>
                  </a:lnTo>
                  <a:lnTo>
                    <a:pt x="423" y="229"/>
                  </a:lnTo>
                  <a:lnTo>
                    <a:pt x="423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44" y="225"/>
                  </a:lnTo>
                  <a:lnTo>
                    <a:pt x="444" y="225"/>
                  </a:lnTo>
                  <a:lnTo>
                    <a:pt x="449" y="227"/>
                  </a:lnTo>
                  <a:lnTo>
                    <a:pt x="451" y="227"/>
                  </a:lnTo>
                  <a:lnTo>
                    <a:pt x="453" y="229"/>
                  </a:lnTo>
                  <a:lnTo>
                    <a:pt x="455" y="229"/>
                  </a:lnTo>
                  <a:lnTo>
                    <a:pt x="468" y="235"/>
                  </a:lnTo>
                  <a:lnTo>
                    <a:pt x="472" y="248"/>
                  </a:lnTo>
                  <a:lnTo>
                    <a:pt x="472" y="248"/>
                  </a:lnTo>
                  <a:lnTo>
                    <a:pt x="472" y="257"/>
                  </a:lnTo>
                  <a:lnTo>
                    <a:pt x="470" y="257"/>
                  </a:lnTo>
                  <a:lnTo>
                    <a:pt x="470" y="259"/>
                  </a:lnTo>
                  <a:lnTo>
                    <a:pt x="468" y="261"/>
                  </a:lnTo>
                  <a:lnTo>
                    <a:pt x="466" y="261"/>
                  </a:lnTo>
                  <a:lnTo>
                    <a:pt x="466" y="264"/>
                  </a:lnTo>
                  <a:lnTo>
                    <a:pt x="466" y="264"/>
                  </a:lnTo>
                  <a:lnTo>
                    <a:pt x="464" y="268"/>
                  </a:lnTo>
                  <a:lnTo>
                    <a:pt x="464" y="268"/>
                  </a:lnTo>
                  <a:lnTo>
                    <a:pt x="466" y="270"/>
                  </a:lnTo>
                  <a:lnTo>
                    <a:pt x="464" y="277"/>
                  </a:lnTo>
                  <a:lnTo>
                    <a:pt x="464" y="279"/>
                  </a:lnTo>
                  <a:lnTo>
                    <a:pt x="462" y="279"/>
                  </a:lnTo>
                  <a:lnTo>
                    <a:pt x="459" y="281"/>
                  </a:lnTo>
                  <a:lnTo>
                    <a:pt x="457" y="283"/>
                  </a:lnTo>
                  <a:lnTo>
                    <a:pt x="457" y="283"/>
                  </a:lnTo>
                  <a:lnTo>
                    <a:pt x="455" y="283"/>
                  </a:lnTo>
                  <a:lnTo>
                    <a:pt x="451" y="283"/>
                  </a:lnTo>
                  <a:lnTo>
                    <a:pt x="451" y="283"/>
                  </a:lnTo>
                  <a:lnTo>
                    <a:pt x="449" y="281"/>
                  </a:lnTo>
                  <a:lnTo>
                    <a:pt x="446" y="281"/>
                  </a:lnTo>
                  <a:lnTo>
                    <a:pt x="438" y="270"/>
                  </a:lnTo>
                  <a:lnTo>
                    <a:pt x="436" y="264"/>
                  </a:lnTo>
                  <a:lnTo>
                    <a:pt x="427" y="261"/>
                  </a:lnTo>
                  <a:lnTo>
                    <a:pt x="399" y="266"/>
                  </a:lnTo>
                  <a:lnTo>
                    <a:pt x="399" y="266"/>
                  </a:lnTo>
                  <a:lnTo>
                    <a:pt x="397" y="266"/>
                  </a:lnTo>
                  <a:lnTo>
                    <a:pt x="395" y="268"/>
                  </a:lnTo>
                  <a:lnTo>
                    <a:pt x="395" y="270"/>
                  </a:lnTo>
                  <a:lnTo>
                    <a:pt x="395" y="272"/>
                  </a:lnTo>
                  <a:lnTo>
                    <a:pt x="395" y="274"/>
                  </a:lnTo>
                  <a:lnTo>
                    <a:pt x="393" y="274"/>
                  </a:lnTo>
                  <a:lnTo>
                    <a:pt x="390" y="281"/>
                  </a:lnTo>
                  <a:lnTo>
                    <a:pt x="390" y="281"/>
                  </a:lnTo>
                  <a:lnTo>
                    <a:pt x="390" y="281"/>
                  </a:lnTo>
                  <a:lnTo>
                    <a:pt x="382" y="292"/>
                  </a:lnTo>
                  <a:lnTo>
                    <a:pt x="375" y="302"/>
                  </a:lnTo>
                  <a:lnTo>
                    <a:pt x="367" y="309"/>
                  </a:lnTo>
                  <a:lnTo>
                    <a:pt x="352" y="324"/>
                  </a:lnTo>
                  <a:lnTo>
                    <a:pt x="345" y="333"/>
                  </a:lnTo>
                  <a:lnTo>
                    <a:pt x="345" y="335"/>
                  </a:lnTo>
                  <a:lnTo>
                    <a:pt x="343" y="335"/>
                  </a:lnTo>
                  <a:lnTo>
                    <a:pt x="341" y="337"/>
                  </a:lnTo>
                  <a:lnTo>
                    <a:pt x="328" y="343"/>
                  </a:lnTo>
                  <a:lnTo>
                    <a:pt x="319" y="348"/>
                  </a:lnTo>
                  <a:lnTo>
                    <a:pt x="313" y="350"/>
                  </a:lnTo>
                  <a:lnTo>
                    <a:pt x="300" y="352"/>
                  </a:lnTo>
                  <a:lnTo>
                    <a:pt x="293" y="356"/>
                  </a:lnTo>
                  <a:lnTo>
                    <a:pt x="293" y="356"/>
                  </a:lnTo>
                  <a:lnTo>
                    <a:pt x="289" y="356"/>
                  </a:lnTo>
                  <a:lnTo>
                    <a:pt x="281" y="359"/>
                  </a:lnTo>
                  <a:lnTo>
                    <a:pt x="276" y="361"/>
                  </a:lnTo>
                  <a:lnTo>
                    <a:pt x="276" y="361"/>
                  </a:lnTo>
                  <a:lnTo>
                    <a:pt x="276" y="363"/>
                  </a:lnTo>
                  <a:lnTo>
                    <a:pt x="274" y="365"/>
                  </a:lnTo>
                  <a:lnTo>
                    <a:pt x="272" y="367"/>
                  </a:lnTo>
                  <a:lnTo>
                    <a:pt x="272" y="372"/>
                  </a:lnTo>
                  <a:lnTo>
                    <a:pt x="272" y="372"/>
                  </a:lnTo>
                  <a:lnTo>
                    <a:pt x="272" y="372"/>
                  </a:lnTo>
                  <a:lnTo>
                    <a:pt x="270" y="378"/>
                  </a:lnTo>
                  <a:lnTo>
                    <a:pt x="270" y="378"/>
                  </a:lnTo>
                  <a:lnTo>
                    <a:pt x="268" y="380"/>
                  </a:lnTo>
                  <a:lnTo>
                    <a:pt x="263" y="384"/>
                  </a:lnTo>
                  <a:lnTo>
                    <a:pt x="263" y="384"/>
                  </a:lnTo>
                  <a:lnTo>
                    <a:pt x="263" y="384"/>
                  </a:lnTo>
                  <a:lnTo>
                    <a:pt x="261" y="387"/>
                  </a:lnTo>
                  <a:lnTo>
                    <a:pt x="259" y="387"/>
                  </a:lnTo>
                  <a:lnTo>
                    <a:pt x="259" y="387"/>
                  </a:lnTo>
                  <a:lnTo>
                    <a:pt x="257" y="387"/>
                  </a:lnTo>
                  <a:lnTo>
                    <a:pt x="255" y="387"/>
                  </a:lnTo>
                  <a:lnTo>
                    <a:pt x="253" y="387"/>
                  </a:lnTo>
                  <a:lnTo>
                    <a:pt x="246" y="387"/>
                  </a:lnTo>
                  <a:lnTo>
                    <a:pt x="244" y="387"/>
                  </a:lnTo>
                  <a:lnTo>
                    <a:pt x="244" y="387"/>
                  </a:lnTo>
                  <a:lnTo>
                    <a:pt x="244" y="387"/>
                  </a:lnTo>
                  <a:lnTo>
                    <a:pt x="244" y="382"/>
                  </a:lnTo>
                  <a:lnTo>
                    <a:pt x="242" y="382"/>
                  </a:lnTo>
                  <a:lnTo>
                    <a:pt x="242" y="382"/>
                  </a:lnTo>
                  <a:lnTo>
                    <a:pt x="233" y="374"/>
                  </a:lnTo>
                  <a:lnTo>
                    <a:pt x="220" y="367"/>
                  </a:lnTo>
                  <a:lnTo>
                    <a:pt x="220" y="367"/>
                  </a:lnTo>
                  <a:lnTo>
                    <a:pt x="220" y="367"/>
                  </a:lnTo>
                  <a:lnTo>
                    <a:pt x="218" y="367"/>
                  </a:lnTo>
                  <a:lnTo>
                    <a:pt x="218" y="369"/>
                  </a:lnTo>
                  <a:lnTo>
                    <a:pt x="216" y="369"/>
                  </a:lnTo>
                  <a:lnTo>
                    <a:pt x="216" y="372"/>
                  </a:lnTo>
                  <a:lnTo>
                    <a:pt x="216" y="372"/>
                  </a:lnTo>
                  <a:lnTo>
                    <a:pt x="216" y="376"/>
                  </a:lnTo>
                  <a:lnTo>
                    <a:pt x="216" y="376"/>
                  </a:lnTo>
                  <a:lnTo>
                    <a:pt x="216" y="376"/>
                  </a:lnTo>
                  <a:lnTo>
                    <a:pt x="220" y="393"/>
                  </a:lnTo>
                  <a:lnTo>
                    <a:pt x="222" y="393"/>
                  </a:lnTo>
                  <a:lnTo>
                    <a:pt x="222" y="393"/>
                  </a:lnTo>
                  <a:lnTo>
                    <a:pt x="222" y="393"/>
                  </a:lnTo>
                  <a:lnTo>
                    <a:pt x="225" y="393"/>
                  </a:lnTo>
                  <a:lnTo>
                    <a:pt x="225" y="391"/>
                  </a:lnTo>
                  <a:lnTo>
                    <a:pt x="231" y="391"/>
                  </a:lnTo>
                  <a:lnTo>
                    <a:pt x="237" y="397"/>
                  </a:lnTo>
                  <a:lnTo>
                    <a:pt x="246" y="410"/>
                  </a:lnTo>
                  <a:lnTo>
                    <a:pt x="246" y="413"/>
                  </a:lnTo>
                  <a:lnTo>
                    <a:pt x="248" y="413"/>
                  </a:lnTo>
                  <a:lnTo>
                    <a:pt x="248" y="415"/>
                  </a:lnTo>
                  <a:lnTo>
                    <a:pt x="250" y="415"/>
                  </a:lnTo>
                  <a:lnTo>
                    <a:pt x="250" y="415"/>
                  </a:lnTo>
                  <a:lnTo>
                    <a:pt x="255" y="417"/>
                  </a:lnTo>
                  <a:lnTo>
                    <a:pt x="257" y="417"/>
                  </a:lnTo>
                  <a:lnTo>
                    <a:pt x="257" y="417"/>
                  </a:lnTo>
                  <a:lnTo>
                    <a:pt x="259" y="415"/>
                  </a:lnTo>
                  <a:lnTo>
                    <a:pt x="259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5" y="417"/>
                  </a:lnTo>
                  <a:lnTo>
                    <a:pt x="265" y="417"/>
                  </a:lnTo>
                  <a:lnTo>
                    <a:pt x="281" y="430"/>
                  </a:lnTo>
                  <a:lnTo>
                    <a:pt x="281" y="432"/>
                  </a:lnTo>
                  <a:lnTo>
                    <a:pt x="281" y="432"/>
                  </a:lnTo>
                  <a:lnTo>
                    <a:pt x="296" y="458"/>
                  </a:lnTo>
                  <a:lnTo>
                    <a:pt x="302" y="475"/>
                  </a:lnTo>
                  <a:lnTo>
                    <a:pt x="315" y="486"/>
                  </a:lnTo>
                  <a:lnTo>
                    <a:pt x="317" y="488"/>
                  </a:lnTo>
                  <a:lnTo>
                    <a:pt x="337" y="501"/>
                  </a:lnTo>
                  <a:lnTo>
                    <a:pt x="337" y="501"/>
                  </a:lnTo>
                  <a:lnTo>
                    <a:pt x="337" y="503"/>
                  </a:lnTo>
                  <a:lnTo>
                    <a:pt x="337" y="505"/>
                  </a:lnTo>
                  <a:lnTo>
                    <a:pt x="337" y="505"/>
                  </a:lnTo>
                  <a:lnTo>
                    <a:pt x="337" y="505"/>
                  </a:lnTo>
                  <a:lnTo>
                    <a:pt x="334" y="510"/>
                  </a:lnTo>
                  <a:lnTo>
                    <a:pt x="332" y="512"/>
                  </a:lnTo>
                  <a:lnTo>
                    <a:pt x="332" y="512"/>
                  </a:lnTo>
                  <a:lnTo>
                    <a:pt x="332" y="514"/>
                  </a:lnTo>
                  <a:lnTo>
                    <a:pt x="330" y="514"/>
                  </a:lnTo>
                  <a:lnTo>
                    <a:pt x="330" y="514"/>
                  </a:lnTo>
                  <a:lnTo>
                    <a:pt x="330" y="516"/>
                  </a:lnTo>
                  <a:lnTo>
                    <a:pt x="330" y="516"/>
                  </a:lnTo>
                  <a:lnTo>
                    <a:pt x="332" y="516"/>
                  </a:lnTo>
                  <a:lnTo>
                    <a:pt x="332" y="518"/>
                  </a:lnTo>
                  <a:lnTo>
                    <a:pt x="345" y="529"/>
                  </a:lnTo>
                  <a:lnTo>
                    <a:pt x="345" y="529"/>
                  </a:lnTo>
                  <a:lnTo>
                    <a:pt x="347" y="529"/>
                  </a:lnTo>
                  <a:lnTo>
                    <a:pt x="347" y="529"/>
                  </a:lnTo>
                  <a:lnTo>
                    <a:pt x="349" y="527"/>
                  </a:lnTo>
                  <a:lnTo>
                    <a:pt x="349" y="527"/>
                  </a:lnTo>
                  <a:lnTo>
                    <a:pt x="349" y="527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4"/>
                  </a:lnTo>
                  <a:lnTo>
                    <a:pt x="356" y="534"/>
                  </a:lnTo>
                  <a:lnTo>
                    <a:pt x="352" y="538"/>
                  </a:lnTo>
                  <a:lnTo>
                    <a:pt x="349" y="540"/>
                  </a:lnTo>
                  <a:lnTo>
                    <a:pt x="341" y="540"/>
                  </a:lnTo>
                  <a:lnTo>
                    <a:pt x="324" y="523"/>
                  </a:lnTo>
                  <a:lnTo>
                    <a:pt x="311" y="510"/>
                  </a:lnTo>
                  <a:lnTo>
                    <a:pt x="304" y="505"/>
                  </a:lnTo>
                  <a:lnTo>
                    <a:pt x="289" y="501"/>
                  </a:lnTo>
                  <a:lnTo>
                    <a:pt x="272" y="499"/>
                  </a:lnTo>
                  <a:lnTo>
                    <a:pt x="255" y="499"/>
                  </a:lnTo>
                  <a:lnTo>
                    <a:pt x="259" y="490"/>
                  </a:lnTo>
                  <a:lnTo>
                    <a:pt x="265" y="480"/>
                  </a:lnTo>
                  <a:lnTo>
                    <a:pt x="265" y="471"/>
                  </a:lnTo>
                  <a:lnTo>
                    <a:pt x="261" y="464"/>
                  </a:lnTo>
                  <a:lnTo>
                    <a:pt x="255" y="458"/>
                  </a:lnTo>
                  <a:lnTo>
                    <a:pt x="244" y="451"/>
                  </a:lnTo>
                  <a:lnTo>
                    <a:pt x="231" y="443"/>
                  </a:lnTo>
                  <a:lnTo>
                    <a:pt x="220" y="441"/>
                  </a:lnTo>
                  <a:lnTo>
                    <a:pt x="203" y="438"/>
                  </a:lnTo>
                  <a:lnTo>
                    <a:pt x="181" y="432"/>
                  </a:lnTo>
                  <a:lnTo>
                    <a:pt x="171" y="423"/>
                  </a:lnTo>
                  <a:lnTo>
                    <a:pt x="158" y="413"/>
                  </a:lnTo>
                  <a:lnTo>
                    <a:pt x="145" y="408"/>
                  </a:lnTo>
                  <a:lnTo>
                    <a:pt x="132" y="404"/>
                  </a:lnTo>
                  <a:lnTo>
                    <a:pt x="119" y="397"/>
                  </a:lnTo>
                  <a:lnTo>
                    <a:pt x="112" y="389"/>
                  </a:lnTo>
                  <a:lnTo>
                    <a:pt x="108" y="376"/>
                  </a:lnTo>
                  <a:lnTo>
                    <a:pt x="100" y="382"/>
                  </a:lnTo>
                  <a:lnTo>
                    <a:pt x="72" y="387"/>
                  </a:lnTo>
                  <a:lnTo>
                    <a:pt x="56" y="382"/>
                  </a:lnTo>
                  <a:lnTo>
                    <a:pt x="50" y="387"/>
                  </a:lnTo>
                  <a:lnTo>
                    <a:pt x="44" y="393"/>
                  </a:lnTo>
                  <a:lnTo>
                    <a:pt x="37" y="393"/>
                  </a:lnTo>
                  <a:lnTo>
                    <a:pt x="41" y="380"/>
                  </a:lnTo>
                  <a:lnTo>
                    <a:pt x="44" y="374"/>
                  </a:lnTo>
                  <a:lnTo>
                    <a:pt x="39" y="367"/>
                  </a:lnTo>
                  <a:lnTo>
                    <a:pt x="35" y="363"/>
                  </a:lnTo>
                  <a:lnTo>
                    <a:pt x="33" y="352"/>
                  </a:lnTo>
                  <a:lnTo>
                    <a:pt x="28" y="341"/>
                  </a:lnTo>
                  <a:lnTo>
                    <a:pt x="26" y="335"/>
                  </a:lnTo>
                  <a:lnTo>
                    <a:pt x="13" y="331"/>
                  </a:lnTo>
                  <a:lnTo>
                    <a:pt x="5" y="328"/>
                  </a:lnTo>
                  <a:lnTo>
                    <a:pt x="0" y="324"/>
                  </a:lnTo>
                  <a:lnTo>
                    <a:pt x="0" y="318"/>
                  </a:lnTo>
                  <a:lnTo>
                    <a:pt x="3" y="313"/>
                  </a:lnTo>
                  <a:lnTo>
                    <a:pt x="7" y="307"/>
                  </a:lnTo>
                  <a:lnTo>
                    <a:pt x="9" y="302"/>
                  </a:lnTo>
                  <a:lnTo>
                    <a:pt x="11" y="292"/>
                  </a:lnTo>
                  <a:lnTo>
                    <a:pt x="11" y="281"/>
                  </a:lnTo>
                  <a:lnTo>
                    <a:pt x="7" y="261"/>
                  </a:lnTo>
                  <a:lnTo>
                    <a:pt x="9" y="257"/>
                  </a:lnTo>
                  <a:lnTo>
                    <a:pt x="13" y="255"/>
                  </a:lnTo>
                  <a:lnTo>
                    <a:pt x="20" y="251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4"/>
                  </a:lnTo>
                  <a:lnTo>
                    <a:pt x="24" y="240"/>
                  </a:lnTo>
                  <a:lnTo>
                    <a:pt x="28" y="235"/>
                  </a:lnTo>
                  <a:lnTo>
                    <a:pt x="31" y="235"/>
                  </a:lnTo>
                  <a:lnTo>
                    <a:pt x="37" y="246"/>
                  </a:lnTo>
                  <a:lnTo>
                    <a:pt x="37" y="248"/>
                  </a:lnTo>
                  <a:lnTo>
                    <a:pt x="37" y="251"/>
                  </a:lnTo>
                  <a:lnTo>
                    <a:pt x="37" y="253"/>
                  </a:lnTo>
                  <a:lnTo>
                    <a:pt x="37" y="255"/>
                  </a:lnTo>
                  <a:lnTo>
                    <a:pt x="39" y="255"/>
                  </a:lnTo>
                  <a:lnTo>
                    <a:pt x="39" y="257"/>
                  </a:lnTo>
                  <a:lnTo>
                    <a:pt x="41" y="259"/>
                  </a:lnTo>
                  <a:lnTo>
                    <a:pt x="41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4" y="261"/>
                  </a:lnTo>
                  <a:close/>
                  <a:moveTo>
                    <a:pt x="257" y="177"/>
                  </a:moveTo>
                  <a:lnTo>
                    <a:pt x="257" y="177"/>
                  </a:lnTo>
                  <a:lnTo>
                    <a:pt x="257" y="179"/>
                  </a:lnTo>
                  <a:lnTo>
                    <a:pt x="257" y="179"/>
                  </a:lnTo>
                  <a:lnTo>
                    <a:pt x="257" y="182"/>
                  </a:lnTo>
                  <a:lnTo>
                    <a:pt x="255" y="182"/>
                  </a:lnTo>
                  <a:lnTo>
                    <a:pt x="255" y="184"/>
                  </a:lnTo>
                  <a:lnTo>
                    <a:pt x="255" y="184"/>
                  </a:lnTo>
                  <a:lnTo>
                    <a:pt x="253" y="184"/>
                  </a:lnTo>
                  <a:lnTo>
                    <a:pt x="253" y="184"/>
                  </a:lnTo>
                  <a:lnTo>
                    <a:pt x="250" y="182"/>
                  </a:lnTo>
                  <a:lnTo>
                    <a:pt x="250" y="182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5" y="173"/>
                  </a:lnTo>
                  <a:lnTo>
                    <a:pt x="255" y="173"/>
                  </a:lnTo>
                  <a:lnTo>
                    <a:pt x="257" y="173"/>
                  </a:lnTo>
                  <a:lnTo>
                    <a:pt x="257" y="173"/>
                  </a:lnTo>
                  <a:lnTo>
                    <a:pt x="257" y="175"/>
                  </a:lnTo>
                  <a:lnTo>
                    <a:pt x="257" y="175"/>
                  </a:lnTo>
                  <a:lnTo>
                    <a:pt x="257" y="177"/>
                  </a:lnTo>
                  <a:lnTo>
                    <a:pt x="257" y="177"/>
                  </a:lnTo>
                  <a:close/>
                  <a:moveTo>
                    <a:pt x="343" y="190"/>
                  </a:moveTo>
                  <a:lnTo>
                    <a:pt x="343" y="192"/>
                  </a:lnTo>
                  <a:lnTo>
                    <a:pt x="339" y="192"/>
                  </a:lnTo>
                  <a:lnTo>
                    <a:pt x="332" y="188"/>
                  </a:lnTo>
                  <a:lnTo>
                    <a:pt x="330" y="188"/>
                  </a:lnTo>
                  <a:lnTo>
                    <a:pt x="326" y="184"/>
                  </a:lnTo>
                  <a:lnTo>
                    <a:pt x="326" y="184"/>
                  </a:lnTo>
                  <a:lnTo>
                    <a:pt x="326" y="182"/>
                  </a:lnTo>
                  <a:lnTo>
                    <a:pt x="326" y="182"/>
                  </a:lnTo>
                  <a:lnTo>
                    <a:pt x="328" y="182"/>
                  </a:lnTo>
                  <a:lnTo>
                    <a:pt x="328" y="182"/>
                  </a:lnTo>
                  <a:lnTo>
                    <a:pt x="339" y="186"/>
                  </a:lnTo>
                  <a:lnTo>
                    <a:pt x="339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close/>
                  <a:moveTo>
                    <a:pt x="321" y="184"/>
                  </a:move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6" y="192"/>
                  </a:lnTo>
                  <a:lnTo>
                    <a:pt x="326" y="192"/>
                  </a:lnTo>
                  <a:lnTo>
                    <a:pt x="324" y="190"/>
                  </a:lnTo>
                  <a:lnTo>
                    <a:pt x="317" y="188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9" y="184"/>
                  </a:lnTo>
                  <a:lnTo>
                    <a:pt x="319" y="182"/>
                  </a:lnTo>
                  <a:lnTo>
                    <a:pt x="321" y="182"/>
                  </a:lnTo>
                  <a:lnTo>
                    <a:pt x="321" y="182"/>
                  </a:lnTo>
                  <a:lnTo>
                    <a:pt x="321" y="182"/>
                  </a:lnTo>
                  <a:lnTo>
                    <a:pt x="321" y="184"/>
                  </a:lnTo>
                  <a:lnTo>
                    <a:pt x="321" y="184"/>
                  </a:lnTo>
                  <a:close/>
                  <a:moveTo>
                    <a:pt x="315" y="199"/>
                  </a:moveTo>
                  <a:lnTo>
                    <a:pt x="315" y="201"/>
                  </a:lnTo>
                  <a:lnTo>
                    <a:pt x="317" y="203"/>
                  </a:lnTo>
                  <a:lnTo>
                    <a:pt x="317" y="203"/>
                  </a:lnTo>
                  <a:lnTo>
                    <a:pt x="315" y="205"/>
                  </a:lnTo>
                  <a:lnTo>
                    <a:pt x="315" y="205"/>
                  </a:lnTo>
                  <a:lnTo>
                    <a:pt x="315" y="205"/>
                  </a:lnTo>
                  <a:lnTo>
                    <a:pt x="315" y="205"/>
                  </a:lnTo>
                  <a:lnTo>
                    <a:pt x="309" y="207"/>
                  </a:lnTo>
                  <a:lnTo>
                    <a:pt x="309" y="207"/>
                  </a:lnTo>
                  <a:lnTo>
                    <a:pt x="309" y="207"/>
                  </a:lnTo>
                  <a:lnTo>
                    <a:pt x="309" y="205"/>
                  </a:lnTo>
                  <a:lnTo>
                    <a:pt x="306" y="205"/>
                  </a:lnTo>
                  <a:lnTo>
                    <a:pt x="306" y="201"/>
                  </a:lnTo>
                  <a:lnTo>
                    <a:pt x="306" y="199"/>
                  </a:lnTo>
                  <a:lnTo>
                    <a:pt x="306" y="194"/>
                  </a:lnTo>
                  <a:lnTo>
                    <a:pt x="306" y="192"/>
                  </a:lnTo>
                  <a:lnTo>
                    <a:pt x="309" y="190"/>
                  </a:lnTo>
                  <a:lnTo>
                    <a:pt x="311" y="190"/>
                  </a:lnTo>
                  <a:lnTo>
                    <a:pt x="311" y="190"/>
                  </a:lnTo>
                  <a:lnTo>
                    <a:pt x="315" y="199"/>
                  </a:lnTo>
                  <a:lnTo>
                    <a:pt x="315" y="199"/>
                  </a:lnTo>
                  <a:close/>
                  <a:moveTo>
                    <a:pt x="306" y="203"/>
                  </a:moveTo>
                  <a:lnTo>
                    <a:pt x="304" y="205"/>
                  </a:lnTo>
                  <a:lnTo>
                    <a:pt x="304" y="205"/>
                  </a:lnTo>
                  <a:lnTo>
                    <a:pt x="304" y="205"/>
                  </a:lnTo>
                  <a:lnTo>
                    <a:pt x="304" y="207"/>
                  </a:lnTo>
                  <a:lnTo>
                    <a:pt x="302" y="207"/>
                  </a:lnTo>
                  <a:lnTo>
                    <a:pt x="300" y="207"/>
                  </a:lnTo>
                  <a:lnTo>
                    <a:pt x="289" y="207"/>
                  </a:lnTo>
                  <a:lnTo>
                    <a:pt x="289" y="207"/>
                  </a:lnTo>
                  <a:lnTo>
                    <a:pt x="287" y="207"/>
                  </a:lnTo>
                  <a:lnTo>
                    <a:pt x="285" y="205"/>
                  </a:lnTo>
                  <a:lnTo>
                    <a:pt x="285" y="205"/>
                  </a:lnTo>
                  <a:lnTo>
                    <a:pt x="283" y="203"/>
                  </a:lnTo>
                  <a:lnTo>
                    <a:pt x="283" y="203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7" y="197"/>
                  </a:lnTo>
                  <a:lnTo>
                    <a:pt x="291" y="197"/>
                  </a:lnTo>
                  <a:lnTo>
                    <a:pt x="291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304" y="199"/>
                  </a:lnTo>
                  <a:lnTo>
                    <a:pt x="304" y="199"/>
                  </a:lnTo>
                  <a:lnTo>
                    <a:pt x="306" y="199"/>
                  </a:lnTo>
                  <a:lnTo>
                    <a:pt x="306" y="203"/>
                  </a:lnTo>
                  <a:lnTo>
                    <a:pt x="306" y="203"/>
                  </a:lnTo>
                  <a:close/>
                  <a:moveTo>
                    <a:pt x="289" y="214"/>
                  </a:moveTo>
                  <a:lnTo>
                    <a:pt x="289" y="214"/>
                  </a:lnTo>
                  <a:lnTo>
                    <a:pt x="289" y="216"/>
                  </a:lnTo>
                  <a:lnTo>
                    <a:pt x="289" y="216"/>
                  </a:lnTo>
                  <a:lnTo>
                    <a:pt x="289" y="218"/>
                  </a:lnTo>
                  <a:lnTo>
                    <a:pt x="287" y="218"/>
                  </a:lnTo>
                  <a:lnTo>
                    <a:pt x="287" y="218"/>
                  </a:lnTo>
                  <a:lnTo>
                    <a:pt x="285" y="220"/>
                  </a:lnTo>
                  <a:lnTo>
                    <a:pt x="285" y="220"/>
                  </a:lnTo>
                  <a:lnTo>
                    <a:pt x="285" y="218"/>
                  </a:lnTo>
                  <a:lnTo>
                    <a:pt x="285" y="216"/>
                  </a:lnTo>
                  <a:lnTo>
                    <a:pt x="283" y="216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68" y="216"/>
                  </a:lnTo>
                  <a:lnTo>
                    <a:pt x="268" y="216"/>
                  </a:lnTo>
                  <a:lnTo>
                    <a:pt x="265" y="218"/>
                  </a:lnTo>
                  <a:lnTo>
                    <a:pt x="265" y="220"/>
                  </a:lnTo>
                  <a:lnTo>
                    <a:pt x="265" y="220"/>
                  </a:lnTo>
                  <a:lnTo>
                    <a:pt x="263" y="223"/>
                  </a:lnTo>
                  <a:lnTo>
                    <a:pt x="263" y="223"/>
                  </a:lnTo>
                  <a:lnTo>
                    <a:pt x="263" y="223"/>
                  </a:lnTo>
                  <a:lnTo>
                    <a:pt x="261" y="225"/>
                  </a:lnTo>
                  <a:lnTo>
                    <a:pt x="259" y="225"/>
                  </a:lnTo>
                  <a:lnTo>
                    <a:pt x="259" y="225"/>
                  </a:lnTo>
                  <a:lnTo>
                    <a:pt x="257" y="223"/>
                  </a:lnTo>
                  <a:lnTo>
                    <a:pt x="257" y="223"/>
                  </a:lnTo>
                  <a:lnTo>
                    <a:pt x="257" y="220"/>
                  </a:lnTo>
                  <a:lnTo>
                    <a:pt x="261" y="214"/>
                  </a:lnTo>
                  <a:lnTo>
                    <a:pt x="270" y="207"/>
                  </a:lnTo>
                  <a:lnTo>
                    <a:pt x="281" y="207"/>
                  </a:lnTo>
                  <a:lnTo>
                    <a:pt x="283" y="207"/>
                  </a:lnTo>
                  <a:lnTo>
                    <a:pt x="285" y="207"/>
                  </a:lnTo>
                  <a:lnTo>
                    <a:pt x="287" y="210"/>
                  </a:lnTo>
                  <a:lnTo>
                    <a:pt x="287" y="210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9" y="214"/>
                  </a:lnTo>
                  <a:close/>
                  <a:moveTo>
                    <a:pt x="483" y="313"/>
                  </a:moveTo>
                  <a:lnTo>
                    <a:pt x="483" y="315"/>
                  </a:lnTo>
                  <a:lnTo>
                    <a:pt x="483" y="315"/>
                  </a:lnTo>
                  <a:lnTo>
                    <a:pt x="481" y="328"/>
                  </a:lnTo>
                  <a:lnTo>
                    <a:pt x="481" y="328"/>
                  </a:lnTo>
                  <a:lnTo>
                    <a:pt x="481" y="328"/>
                  </a:lnTo>
                  <a:lnTo>
                    <a:pt x="481" y="328"/>
                  </a:lnTo>
                  <a:lnTo>
                    <a:pt x="472" y="337"/>
                  </a:lnTo>
                  <a:lnTo>
                    <a:pt x="472" y="337"/>
                  </a:lnTo>
                  <a:lnTo>
                    <a:pt x="472" y="337"/>
                  </a:lnTo>
                  <a:lnTo>
                    <a:pt x="468" y="339"/>
                  </a:lnTo>
                  <a:lnTo>
                    <a:pt x="466" y="339"/>
                  </a:lnTo>
                  <a:lnTo>
                    <a:pt x="462" y="337"/>
                  </a:lnTo>
                  <a:lnTo>
                    <a:pt x="462" y="335"/>
                  </a:lnTo>
                  <a:lnTo>
                    <a:pt x="459" y="333"/>
                  </a:lnTo>
                  <a:lnTo>
                    <a:pt x="459" y="331"/>
                  </a:lnTo>
                  <a:lnTo>
                    <a:pt x="457" y="326"/>
                  </a:lnTo>
                  <a:lnTo>
                    <a:pt x="457" y="326"/>
                  </a:lnTo>
                  <a:lnTo>
                    <a:pt x="455" y="326"/>
                  </a:lnTo>
                  <a:lnTo>
                    <a:pt x="453" y="326"/>
                  </a:lnTo>
                  <a:lnTo>
                    <a:pt x="453" y="326"/>
                  </a:lnTo>
                  <a:lnTo>
                    <a:pt x="453" y="326"/>
                  </a:lnTo>
                  <a:lnTo>
                    <a:pt x="451" y="328"/>
                  </a:lnTo>
                  <a:lnTo>
                    <a:pt x="451" y="328"/>
                  </a:lnTo>
                  <a:lnTo>
                    <a:pt x="451" y="331"/>
                  </a:lnTo>
                  <a:lnTo>
                    <a:pt x="449" y="335"/>
                  </a:lnTo>
                  <a:lnTo>
                    <a:pt x="449" y="335"/>
                  </a:lnTo>
                  <a:lnTo>
                    <a:pt x="446" y="341"/>
                  </a:lnTo>
                  <a:lnTo>
                    <a:pt x="446" y="343"/>
                  </a:lnTo>
                  <a:lnTo>
                    <a:pt x="449" y="346"/>
                  </a:lnTo>
                  <a:lnTo>
                    <a:pt x="440" y="350"/>
                  </a:lnTo>
                  <a:lnTo>
                    <a:pt x="440" y="350"/>
                  </a:lnTo>
                  <a:lnTo>
                    <a:pt x="438" y="350"/>
                  </a:lnTo>
                  <a:lnTo>
                    <a:pt x="438" y="350"/>
                  </a:lnTo>
                  <a:lnTo>
                    <a:pt x="434" y="346"/>
                  </a:lnTo>
                  <a:lnTo>
                    <a:pt x="431" y="346"/>
                  </a:lnTo>
                  <a:lnTo>
                    <a:pt x="431" y="346"/>
                  </a:lnTo>
                  <a:lnTo>
                    <a:pt x="431" y="343"/>
                  </a:lnTo>
                  <a:lnTo>
                    <a:pt x="431" y="343"/>
                  </a:lnTo>
                  <a:lnTo>
                    <a:pt x="431" y="341"/>
                  </a:lnTo>
                  <a:lnTo>
                    <a:pt x="434" y="341"/>
                  </a:lnTo>
                  <a:lnTo>
                    <a:pt x="434" y="341"/>
                  </a:lnTo>
                  <a:lnTo>
                    <a:pt x="436" y="341"/>
                  </a:lnTo>
                  <a:lnTo>
                    <a:pt x="436" y="339"/>
                  </a:lnTo>
                  <a:lnTo>
                    <a:pt x="438" y="337"/>
                  </a:lnTo>
                  <a:lnTo>
                    <a:pt x="440" y="337"/>
                  </a:lnTo>
                  <a:lnTo>
                    <a:pt x="440" y="337"/>
                  </a:lnTo>
                  <a:lnTo>
                    <a:pt x="440" y="337"/>
                  </a:lnTo>
                  <a:lnTo>
                    <a:pt x="440" y="335"/>
                  </a:lnTo>
                  <a:lnTo>
                    <a:pt x="440" y="335"/>
                  </a:lnTo>
                  <a:lnTo>
                    <a:pt x="440" y="333"/>
                  </a:lnTo>
                  <a:lnTo>
                    <a:pt x="438" y="320"/>
                  </a:lnTo>
                  <a:lnTo>
                    <a:pt x="434" y="315"/>
                  </a:lnTo>
                  <a:lnTo>
                    <a:pt x="429" y="318"/>
                  </a:lnTo>
                  <a:lnTo>
                    <a:pt x="429" y="318"/>
                  </a:lnTo>
                  <a:lnTo>
                    <a:pt x="429" y="320"/>
                  </a:lnTo>
                  <a:lnTo>
                    <a:pt x="423" y="328"/>
                  </a:lnTo>
                  <a:lnTo>
                    <a:pt x="423" y="328"/>
                  </a:lnTo>
                  <a:lnTo>
                    <a:pt x="423" y="331"/>
                  </a:lnTo>
                  <a:lnTo>
                    <a:pt x="423" y="333"/>
                  </a:lnTo>
                  <a:lnTo>
                    <a:pt x="421" y="333"/>
                  </a:lnTo>
                  <a:lnTo>
                    <a:pt x="421" y="333"/>
                  </a:lnTo>
                  <a:lnTo>
                    <a:pt x="416" y="337"/>
                  </a:lnTo>
                  <a:lnTo>
                    <a:pt x="416" y="339"/>
                  </a:lnTo>
                  <a:lnTo>
                    <a:pt x="408" y="346"/>
                  </a:lnTo>
                  <a:lnTo>
                    <a:pt x="408" y="346"/>
                  </a:lnTo>
                  <a:lnTo>
                    <a:pt x="408" y="346"/>
                  </a:lnTo>
                  <a:lnTo>
                    <a:pt x="406" y="348"/>
                  </a:lnTo>
                  <a:lnTo>
                    <a:pt x="406" y="348"/>
                  </a:lnTo>
                  <a:lnTo>
                    <a:pt x="403" y="348"/>
                  </a:lnTo>
                  <a:lnTo>
                    <a:pt x="403" y="348"/>
                  </a:lnTo>
                  <a:lnTo>
                    <a:pt x="403" y="346"/>
                  </a:lnTo>
                  <a:lnTo>
                    <a:pt x="401" y="346"/>
                  </a:lnTo>
                  <a:lnTo>
                    <a:pt x="401" y="346"/>
                  </a:lnTo>
                  <a:lnTo>
                    <a:pt x="395" y="331"/>
                  </a:lnTo>
                  <a:lnTo>
                    <a:pt x="395" y="331"/>
                  </a:lnTo>
                  <a:lnTo>
                    <a:pt x="395" y="328"/>
                  </a:lnTo>
                  <a:lnTo>
                    <a:pt x="395" y="324"/>
                  </a:lnTo>
                  <a:lnTo>
                    <a:pt x="395" y="322"/>
                  </a:lnTo>
                  <a:lnTo>
                    <a:pt x="395" y="320"/>
                  </a:lnTo>
                  <a:lnTo>
                    <a:pt x="399" y="309"/>
                  </a:lnTo>
                  <a:lnTo>
                    <a:pt x="399" y="309"/>
                  </a:lnTo>
                  <a:lnTo>
                    <a:pt x="401" y="307"/>
                  </a:lnTo>
                  <a:lnTo>
                    <a:pt x="406" y="300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10" y="298"/>
                  </a:lnTo>
                  <a:lnTo>
                    <a:pt x="440" y="294"/>
                  </a:lnTo>
                  <a:lnTo>
                    <a:pt x="440" y="294"/>
                  </a:lnTo>
                  <a:lnTo>
                    <a:pt x="440" y="294"/>
                  </a:lnTo>
                  <a:lnTo>
                    <a:pt x="442" y="296"/>
                  </a:lnTo>
                  <a:lnTo>
                    <a:pt x="446" y="300"/>
                  </a:lnTo>
                  <a:lnTo>
                    <a:pt x="446" y="302"/>
                  </a:lnTo>
                  <a:lnTo>
                    <a:pt x="446" y="302"/>
                  </a:lnTo>
                  <a:lnTo>
                    <a:pt x="446" y="305"/>
                  </a:lnTo>
                  <a:lnTo>
                    <a:pt x="444" y="305"/>
                  </a:lnTo>
                  <a:lnTo>
                    <a:pt x="444" y="307"/>
                  </a:lnTo>
                  <a:lnTo>
                    <a:pt x="444" y="307"/>
                  </a:lnTo>
                  <a:lnTo>
                    <a:pt x="442" y="307"/>
                  </a:lnTo>
                  <a:lnTo>
                    <a:pt x="442" y="307"/>
                  </a:lnTo>
                  <a:lnTo>
                    <a:pt x="442" y="307"/>
                  </a:lnTo>
                  <a:lnTo>
                    <a:pt x="442" y="309"/>
                  </a:lnTo>
                  <a:lnTo>
                    <a:pt x="442" y="311"/>
                  </a:lnTo>
                  <a:lnTo>
                    <a:pt x="446" y="324"/>
                  </a:lnTo>
                  <a:lnTo>
                    <a:pt x="449" y="322"/>
                  </a:lnTo>
                  <a:lnTo>
                    <a:pt x="449" y="322"/>
                  </a:lnTo>
                  <a:lnTo>
                    <a:pt x="455" y="313"/>
                  </a:lnTo>
                  <a:lnTo>
                    <a:pt x="457" y="309"/>
                  </a:lnTo>
                  <a:lnTo>
                    <a:pt x="459" y="307"/>
                  </a:lnTo>
                  <a:lnTo>
                    <a:pt x="459" y="305"/>
                  </a:lnTo>
                  <a:lnTo>
                    <a:pt x="462" y="305"/>
                  </a:lnTo>
                  <a:lnTo>
                    <a:pt x="462" y="302"/>
                  </a:lnTo>
                  <a:lnTo>
                    <a:pt x="462" y="302"/>
                  </a:lnTo>
                  <a:lnTo>
                    <a:pt x="464" y="302"/>
                  </a:lnTo>
                  <a:lnTo>
                    <a:pt x="466" y="302"/>
                  </a:lnTo>
                  <a:lnTo>
                    <a:pt x="466" y="302"/>
                  </a:lnTo>
                  <a:lnTo>
                    <a:pt x="472" y="305"/>
                  </a:lnTo>
                  <a:lnTo>
                    <a:pt x="483" y="309"/>
                  </a:lnTo>
                  <a:lnTo>
                    <a:pt x="483" y="309"/>
                  </a:lnTo>
                  <a:lnTo>
                    <a:pt x="483" y="311"/>
                  </a:lnTo>
                  <a:lnTo>
                    <a:pt x="483" y="313"/>
                  </a:lnTo>
                  <a:lnTo>
                    <a:pt x="483" y="313"/>
                  </a:lnTo>
                  <a:close/>
                  <a:moveTo>
                    <a:pt x="464" y="359"/>
                  </a:moveTo>
                  <a:lnTo>
                    <a:pt x="464" y="359"/>
                  </a:lnTo>
                  <a:lnTo>
                    <a:pt x="464" y="361"/>
                  </a:lnTo>
                  <a:lnTo>
                    <a:pt x="455" y="369"/>
                  </a:lnTo>
                  <a:lnTo>
                    <a:pt x="455" y="369"/>
                  </a:lnTo>
                  <a:lnTo>
                    <a:pt x="453" y="369"/>
                  </a:lnTo>
                  <a:lnTo>
                    <a:pt x="453" y="369"/>
                  </a:lnTo>
                  <a:lnTo>
                    <a:pt x="451" y="369"/>
                  </a:lnTo>
                  <a:lnTo>
                    <a:pt x="451" y="369"/>
                  </a:lnTo>
                  <a:lnTo>
                    <a:pt x="449" y="369"/>
                  </a:lnTo>
                  <a:lnTo>
                    <a:pt x="451" y="367"/>
                  </a:lnTo>
                  <a:lnTo>
                    <a:pt x="451" y="365"/>
                  </a:lnTo>
                  <a:lnTo>
                    <a:pt x="453" y="365"/>
                  </a:lnTo>
                  <a:lnTo>
                    <a:pt x="457" y="361"/>
                  </a:lnTo>
                  <a:lnTo>
                    <a:pt x="457" y="359"/>
                  </a:lnTo>
                  <a:lnTo>
                    <a:pt x="462" y="356"/>
                  </a:lnTo>
                  <a:lnTo>
                    <a:pt x="462" y="356"/>
                  </a:lnTo>
                  <a:lnTo>
                    <a:pt x="462" y="356"/>
                  </a:lnTo>
                  <a:lnTo>
                    <a:pt x="462" y="356"/>
                  </a:lnTo>
                  <a:lnTo>
                    <a:pt x="464" y="359"/>
                  </a:lnTo>
                  <a:lnTo>
                    <a:pt x="464" y="359"/>
                  </a:lnTo>
                  <a:close/>
                  <a:moveTo>
                    <a:pt x="436" y="376"/>
                  </a:moveTo>
                  <a:lnTo>
                    <a:pt x="429" y="382"/>
                  </a:lnTo>
                  <a:lnTo>
                    <a:pt x="429" y="382"/>
                  </a:lnTo>
                  <a:lnTo>
                    <a:pt x="427" y="384"/>
                  </a:lnTo>
                  <a:lnTo>
                    <a:pt x="427" y="384"/>
                  </a:lnTo>
                  <a:lnTo>
                    <a:pt x="427" y="384"/>
                  </a:lnTo>
                  <a:lnTo>
                    <a:pt x="427" y="382"/>
                  </a:lnTo>
                  <a:lnTo>
                    <a:pt x="425" y="382"/>
                  </a:lnTo>
                  <a:lnTo>
                    <a:pt x="427" y="374"/>
                  </a:lnTo>
                  <a:lnTo>
                    <a:pt x="427" y="372"/>
                  </a:lnTo>
                  <a:lnTo>
                    <a:pt x="429" y="365"/>
                  </a:lnTo>
                  <a:lnTo>
                    <a:pt x="431" y="365"/>
                  </a:lnTo>
                  <a:lnTo>
                    <a:pt x="434" y="365"/>
                  </a:lnTo>
                  <a:lnTo>
                    <a:pt x="434" y="365"/>
                  </a:lnTo>
                  <a:lnTo>
                    <a:pt x="434" y="367"/>
                  </a:lnTo>
                  <a:lnTo>
                    <a:pt x="436" y="369"/>
                  </a:lnTo>
                  <a:lnTo>
                    <a:pt x="436" y="374"/>
                  </a:lnTo>
                  <a:lnTo>
                    <a:pt x="436" y="374"/>
                  </a:lnTo>
                  <a:lnTo>
                    <a:pt x="436" y="376"/>
                  </a:lnTo>
                  <a:lnTo>
                    <a:pt x="436" y="376"/>
                  </a:lnTo>
                  <a:lnTo>
                    <a:pt x="436" y="376"/>
                  </a:lnTo>
                  <a:lnTo>
                    <a:pt x="436" y="376"/>
                  </a:lnTo>
                  <a:lnTo>
                    <a:pt x="436" y="37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24" name="Freeform 71">
              <a:extLst>
                <a:ext uri="{FF2B5EF4-FFF2-40B4-BE49-F238E27FC236}">
                  <a16:creationId xmlns:a16="http://schemas.microsoft.com/office/drawing/2014/main" id="{95427DC9-1EC9-F9D5-2B6A-19E49E0B2C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01429" y="3316603"/>
              <a:ext cx="381378" cy="380361"/>
            </a:xfrm>
            <a:custGeom>
              <a:avLst/>
              <a:gdLst/>
              <a:ahLst/>
              <a:cxnLst>
                <a:cxn ang="0">
                  <a:pos x="159" y="65"/>
                </a:cxn>
                <a:cxn ang="0">
                  <a:pos x="159" y="78"/>
                </a:cxn>
                <a:cxn ang="0">
                  <a:pos x="155" y="88"/>
                </a:cxn>
                <a:cxn ang="0">
                  <a:pos x="200" y="119"/>
                </a:cxn>
                <a:cxn ang="0">
                  <a:pos x="228" y="149"/>
                </a:cxn>
                <a:cxn ang="0">
                  <a:pos x="222" y="140"/>
                </a:cxn>
                <a:cxn ang="0">
                  <a:pos x="230" y="142"/>
                </a:cxn>
                <a:cxn ang="0">
                  <a:pos x="235" y="179"/>
                </a:cxn>
                <a:cxn ang="0">
                  <a:pos x="209" y="188"/>
                </a:cxn>
                <a:cxn ang="0">
                  <a:pos x="198" y="179"/>
                </a:cxn>
                <a:cxn ang="0">
                  <a:pos x="140" y="196"/>
                </a:cxn>
                <a:cxn ang="0">
                  <a:pos x="133" y="216"/>
                </a:cxn>
                <a:cxn ang="0">
                  <a:pos x="140" y="231"/>
                </a:cxn>
                <a:cxn ang="0">
                  <a:pos x="75" y="220"/>
                </a:cxn>
                <a:cxn ang="0">
                  <a:pos x="77" y="164"/>
                </a:cxn>
                <a:cxn ang="0">
                  <a:pos x="84" y="145"/>
                </a:cxn>
                <a:cxn ang="0">
                  <a:pos x="60" y="132"/>
                </a:cxn>
                <a:cxn ang="0">
                  <a:pos x="38" y="110"/>
                </a:cxn>
                <a:cxn ang="0">
                  <a:pos x="41" y="35"/>
                </a:cxn>
                <a:cxn ang="0">
                  <a:pos x="170" y="41"/>
                </a:cxn>
                <a:cxn ang="0">
                  <a:pos x="163" y="82"/>
                </a:cxn>
                <a:cxn ang="0">
                  <a:pos x="166" y="76"/>
                </a:cxn>
                <a:cxn ang="0">
                  <a:pos x="271" y="132"/>
                </a:cxn>
                <a:cxn ang="0">
                  <a:pos x="278" y="147"/>
                </a:cxn>
                <a:cxn ang="0">
                  <a:pos x="252" y="158"/>
                </a:cxn>
                <a:cxn ang="0">
                  <a:pos x="247" y="132"/>
                </a:cxn>
                <a:cxn ang="0">
                  <a:pos x="254" y="181"/>
                </a:cxn>
                <a:cxn ang="0">
                  <a:pos x="265" y="194"/>
                </a:cxn>
                <a:cxn ang="0">
                  <a:pos x="273" y="231"/>
                </a:cxn>
                <a:cxn ang="0">
                  <a:pos x="265" y="216"/>
                </a:cxn>
                <a:cxn ang="0">
                  <a:pos x="250" y="268"/>
                </a:cxn>
                <a:cxn ang="0">
                  <a:pos x="273" y="285"/>
                </a:cxn>
                <a:cxn ang="0">
                  <a:pos x="252" y="302"/>
                </a:cxn>
                <a:cxn ang="0">
                  <a:pos x="237" y="302"/>
                </a:cxn>
                <a:cxn ang="0">
                  <a:pos x="232" y="311"/>
                </a:cxn>
                <a:cxn ang="0">
                  <a:pos x="237" y="317"/>
                </a:cxn>
                <a:cxn ang="0">
                  <a:pos x="207" y="333"/>
                </a:cxn>
                <a:cxn ang="0">
                  <a:pos x="215" y="283"/>
                </a:cxn>
                <a:cxn ang="0">
                  <a:pos x="230" y="222"/>
                </a:cxn>
                <a:cxn ang="0">
                  <a:pos x="237" y="190"/>
                </a:cxn>
                <a:cxn ang="0">
                  <a:pos x="254" y="177"/>
                </a:cxn>
                <a:cxn ang="0">
                  <a:pos x="215" y="209"/>
                </a:cxn>
                <a:cxn ang="0">
                  <a:pos x="204" y="259"/>
                </a:cxn>
                <a:cxn ang="0">
                  <a:pos x="207" y="285"/>
                </a:cxn>
                <a:cxn ang="0">
                  <a:pos x="183" y="298"/>
                </a:cxn>
                <a:cxn ang="0">
                  <a:pos x="161" y="289"/>
                </a:cxn>
                <a:cxn ang="0">
                  <a:pos x="174" y="261"/>
                </a:cxn>
                <a:cxn ang="0">
                  <a:pos x="170" y="235"/>
                </a:cxn>
                <a:cxn ang="0">
                  <a:pos x="178" y="220"/>
                </a:cxn>
                <a:cxn ang="0">
                  <a:pos x="196" y="216"/>
                </a:cxn>
                <a:cxn ang="0">
                  <a:pos x="213" y="205"/>
                </a:cxn>
                <a:cxn ang="0">
                  <a:pos x="133" y="307"/>
                </a:cxn>
                <a:cxn ang="0">
                  <a:pos x="105" y="283"/>
                </a:cxn>
                <a:cxn ang="0">
                  <a:pos x="118" y="257"/>
                </a:cxn>
                <a:cxn ang="0">
                  <a:pos x="321" y="283"/>
                </a:cxn>
                <a:cxn ang="0">
                  <a:pos x="319" y="296"/>
                </a:cxn>
                <a:cxn ang="0">
                  <a:pos x="310" y="283"/>
                </a:cxn>
                <a:cxn ang="0">
                  <a:pos x="312" y="281"/>
                </a:cxn>
                <a:cxn ang="0">
                  <a:pos x="334" y="307"/>
                </a:cxn>
                <a:cxn ang="0">
                  <a:pos x="342" y="322"/>
                </a:cxn>
                <a:cxn ang="0">
                  <a:pos x="375" y="369"/>
                </a:cxn>
                <a:cxn ang="0">
                  <a:pos x="362" y="363"/>
                </a:cxn>
                <a:cxn ang="0">
                  <a:pos x="366" y="356"/>
                </a:cxn>
              </a:cxnLst>
              <a:rect l="0" t="0" r="r" b="b"/>
              <a:pathLst>
                <a:path w="375" h="374">
                  <a:moveTo>
                    <a:pt x="170" y="41"/>
                  </a:moveTo>
                  <a:lnTo>
                    <a:pt x="170" y="41"/>
                  </a:lnTo>
                  <a:lnTo>
                    <a:pt x="170" y="41"/>
                  </a:lnTo>
                  <a:lnTo>
                    <a:pt x="163" y="47"/>
                  </a:lnTo>
                  <a:lnTo>
                    <a:pt x="163" y="47"/>
                  </a:lnTo>
                  <a:lnTo>
                    <a:pt x="157" y="58"/>
                  </a:lnTo>
                  <a:lnTo>
                    <a:pt x="157" y="60"/>
                  </a:lnTo>
                  <a:lnTo>
                    <a:pt x="159" y="60"/>
                  </a:lnTo>
                  <a:lnTo>
                    <a:pt x="159" y="65"/>
                  </a:lnTo>
                  <a:lnTo>
                    <a:pt x="161" y="65"/>
                  </a:lnTo>
                  <a:lnTo>
                    <a:pt x="161" y="65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1" y="78"/>
                  </a:lnTo>
                  <a:lnTo>
                    <a:pt x="161" y="78"/>
                  </a:lnTo>
                  <a:lnTo>
                    <a:pt x="159" y="78"/>
                  </a:lnTo>
                  <a:lnTo>
                    <a:pt x="159" y="78"/>
                  </a:lnTo>
                  <a:lnTo>
                    <a:pt x="153" y="80"/>
                  </a:lnTo>
                  <a:lnTo>
                    <a:pt x="153" y="80"/>
                  </a:lnTo>
                  <a:lnTo>
                    <a:pt x="153" y="80"/>
                  </a:lnTo>
                  <a:lnTo>
                    <a:pt x="153" y="82"/>
                  </a:lnTo>
                  <a:lnTo>
                    <a:pt x="153" y="82"/>
                  </a:lnTo>
                  <a:lnTo>
                    <a:pt x="153" y="82"/>
                  </a:lnTo>
                  <a:lnTo>
                    <a:pt x="153" y="84"/>
                  </a:lnTo>
                  <a:lnTo>
                    <a:pt x="155" y="88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93"/>
                  </a:lnTo>
                  <a:lnTo>
                    <a:pt x="168" y="99"/>
                  </a:lnTo>
                  <a:lnTo>
                    <a:pt x="170" y="99"/>
                  </a:lnTo>
                  <a:lnTo>
                    <a:pt x="170" y="101"/>
                  </a:lnTo>
                  <a:lnTo>
                    <a:pt x="185" y="110"/>
                  </a:lnTo>
                  <a:lnTo>
                    <a:pt x="200" y="119"/>
                  </a:lnTo>
                  <a:lnTo>
                    <a:pt x="200" y="127"/>
                  </a:lnTo>
                  <a:lnTo>
                    <a:pt x="209" y="147"/>
                  </a:lnTo>
                  <a:lnTo>
                    <a:pt x="209" y="149"/>
                  </a:lnTo>
                  <a:lnTo>
                    <a:pt x="211" y="149"/>
                  </a:lnTo>
                  <a:lnTo>
                    <a:pt x="211" y="149"/>
                  </a:lnTo>
                  <a:lnTo>
                    <a:pt x="211" y="149"/>
                  </a:lnTo>
                  <a:lnTo>
                    <a:pt x="228" y="149"/>
                  </a:lnTo>
                  <a:lnTo>
                    <a:pt x="228" y="149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8" y="147"/>
                  </a:lnTo>
                  <a:lnTo>
                    <a:pt x="226" y="145"/>
                  </a:lnTo>
                  <a:lnTo>
                    <a:pt x="224" y="142"/>
                  </a:lnTo>
                  <a:lnTo>
                    <a:pt x="224" y="142"/>
                  </a:lnTo>
                  <a:lnTo>
                    <a:pt x="224" y="142"/>
                  </a:lnTo>
                  <a:lnTo>
                    <a:pt x="222" y="142"/>
                  </a:lnTo>
                  <a:lnTo>
                    <a:pt x="222" y="142"/>
                  </a:lnTo>
                  <a:lnTo>
                    <a:pt x="222" y="140"/>
                  </a:lnTo>
                  <a:lnTo>
                    <a:pt x="219" y="140"/>
                  </a:lnTo>
                  <a:lnTo>
                    <a:pt x="219" y="138"/>
                  </a:lnTo>
                  <a:lnTo>
                    <a:pt x="219" y="138"/>
                  </a:lnTo>
                  <a:lnTo>
                    <a:pt x="222" y="138"/>
                  </a:lnTo>
                  <a:lnTo>
                    <a:pt x="224" y="138"/>
                  </a:lnTo>
                  <a:lnTo>
                    <a:pt x="224" y="138"/>
                  </a:lnTo>
                  <a:lnTo>
                    <a:pt x="226" y="138"/>
                  </a:lnTo>
                  <a:lnTo>
                    <a:pt x="228" y="138"/>
                  </a:lnTo>
                  <a:lnTo>
                    <a:pt x="230" y="142"/>
                  </a:lnTo>
                  <a:lnTo>
                    <a:pt x="232" y="145"/>
                  </a:lnTo>
                  <a:lnTo>
                    <a:pt x="232" y="147"/>
                  </a:lnTo>
                  <a:lnTo>
                    <a:pt x="235" y="153"/>
                  </a:lnTo>
                  <a:lnTo>
                    <a:pt x="237" y="160"/>
                  </a:lnTo>
                  <a:lnTo>
                    <a:pt x="237" y="160"/>
                  </a:lnTo>
                  <a:lnTo>
                    <a:pt x="237" y="168"/>
                  </a:lnTo>
                  <a:lnTo>
                    <a:pt x="237" y="173"/>
                  </a:lnTo>
                  <a:lnTo>
                    <a:pt x="235" y="179"/>
                  </a:lnTo>
                  <a:lnTo>
                    <a:pt x="235" y="179"/>
                  </a:lnTo>
                  <a:lnTo>
                    <a:pt x="235" y="179"/>
                  </a:lnTo>
                  <a:lnTo>
                    <a:pt x="235" y="179"/>
                  </a:lnTo>
                  <a:lnTo>
                    <a:pt x="230" y="184"/>
                  </a:lnTo>
                  <a:lnTo>
                    <a:pt x="219" y="190"/>
                  </a:lnTo>
                  <a:lnTo>
                    <a:pt x="217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88"/>
                  </a:lnTo>
                  <a:lnTo>
                    <a:pt x="209" y="186"/>
                  </a:lnTo>
                  <a:lnTo>
                    <a:pt x="209" y="186"/>
                  </a:lnTo>
                  <a:lnTo>
                    <a:pt x="209" y="184"/>
                  </a:lnTo>
                  <a:lnTo>
                    <a:pt x="209" y="184"/>
                  </a:lnTo>
                  <a:lnTo>
                    <a:pt x="204" y="181"/>
                  </a:lnTo>
                  <a:lnTo>
                    <a:pt x="202" y="179"/>
                  </a:lnTo>
                  <a:lnTo>
                    <a:pt x="200" y="179"/>
                  </a:lnTo>
                  <a:lnTo>
                    <a:pt x="200" y="179"/>
                  </a:lnTo>
                  <a:lnTo>
                    <a:pt x="198" y="179"/>
                  </a:lnTo>
                  <a:lnTo>
                    <a:pt x="198" y="179"/>
                  </a:lnTo>
                  <a:lnTo>
                    <a:pt x="194" y="181"/>
                  </a:lnTo>
                  <a:lnTo>
                    <a:pt x="191" y="184"/>
                  </a:lnTo>
                  <a:lnTo>
                    <a:pt x="185" y="184"/>
                  </a:lnTo>
                  <a:lnTo>
                    <a:pt x="172" y="186"/>
                  </a:lnTo>
                  <a:lnTo>
                    <a:pt x="163" y="188"/>
                  </a:lnTo>
                  <a:lnTo>
                    <a:pt x="153" y="190"/>
                  </a:lnTo>
                  <a:lnTo>
                    <a:pt x="142" y="194"/>
                  </a:lnTo>
                  <a:lnTo>
                    <a:pt x="140" y="196"/>
                  </a:lnTo>
                  <a:lnTo>
                    <a:pt x="140" y="199"/>
                  </a:lnTo>
                  <a:lnTo>
                    <a:pt x="138" y="199"/>
                  </a:lnTo>
                  <a:lnTo>
                    <a:pt x="138" y="201"/>
                  </a:lnTo>
                  <a:lnTo>
                    <a:pt x="135" y="205"/>
                  </a:lnTo>
                  <a:lnTo>
                    <a:pt x="135" y="209"/>
                  </a:lnTo>
                  <a:lnTo>
                    <a:pt x="133" y="212"/>
                  </a:lnTo>
                  <a:lnTo>
                    <a:pt x="133" y="212"/>
                  </a:lnTo>
                  <a:lnTo>
                    <a:pt x="133" y="214"/>
                  </a:lnTo>
                  <a:lnTo>
                    <a:pt x="133" y="216"/>
                  </a:lnTo>
                  <a:lnTo>
                    <a:pt x="133" y="218"/>
                  </a:lnTo>
                  <a:lnTo>
                    <a:pt x="135" y="220"/>
                  </a:lnTo>
                  <a:lnTo>
                    <a:pt x="135" y="222"/>
                  </a:lnTo>
                  <a:lnTo>
                    <a:pt x="135" y="222"/>
                  </a:lnTo>
                  <a:lnTo>
                    <a:pt x="138" y="225"/>
                  </a:lnTo>
                  <a:lnTo>
                    <a:pt x="140" y="225"/>
                  </a:lnTo>
                  <a:lnTo>
                    <a:pt x="142" y="227"/>
                  </a:lnTo>
                  <a:lnTo>
                    <a:pt x="142" y="229"/>
                  </a:lnTo>
                  <a:lnTo>
                    <a:pt x="140" y="231"/>
                  </a:lnTo>
                  <a:lnTo>
                    <a:pt x="140" y="233"/>
                  </a:lnTo>
                  <a:lnTo>
                    <a:pt x="138" y="233"/>
                  </a:lnTo>
                  <a:lnTo>
                    <a:pt x="127" y="233"/>
                  </a:lnTo>
                  <a:lnTo>
                    <a:pt x="125" y="233"/>
                  </a:lnTo>
                  <a:lnTo>
                    <a:pt x="114" y="233"/>
                  </a:lnTo>
                  <a:lnTo>
                    <a:pt x="94" y="231"/>
                  </a:lnTo>
                  <a:lnTo>
                    <a:pt x="92" y="231"/>
                  </a:lnTo>
                  <a:lnTo>
                    <a:pt x="92" y="231"/>
                  </a:lnTo>
                  <a:lnTo>
                    <a:pt x="75" y="220"/>
                  </a:lnTo>
                  <a:lnTo>
                    <a:pt x="75" y="220"/>
                  </a:lnTo>
                  <a:lnTo>
                    <a:pt x="75" y="220"/>
                  </a:lnTo>
                  <a:lnTo>
                    <a:pt x="73" y="218"/>
                  </a:lnTo>
                  <a:lnTo>
                    <a:pt x="66" y="212"/>
                  </a:lnTo>
                  <a:lnTo>
                    <a:pt x="66" y="209"/>
                  </a:lnTo>
                  <a:lnTo>
                    <a:pt x="66" y="207"/>
                  </a:lnTo>
                  <a:lnTo>
                    <a:pt x="66" y="199"/>
                  </a:lnTo>
                  <a:lnTo>
                    <a:pt x="69" y="192"/>
                  </a:lnTo>
                  <a:lnTo>
                    <a:pt x="77" y="164"/>
                  </a:lnTo>
                  <a:lnTo>
                    <a:pt x="77" y="162"/>
                  </a:lnTo>
                  <a:lnTo>
                    <a:pt x="79" y="162"/>
                  </a:lnTo>
                  <a:lnTo>
                    <a:pt x="79" y="162"/>
                  </a:lnTo>
                  <a:lnTo>
                    <a:pt x="82" y="158"/>
                  </a:lnTo>
                  <a:lnTo>
                    <a:pt x="84" y="153"/>
                  </a:lnTo>
                  <a:lnTo>
                    <a:pt x="84" y="151"/>
                  </a:lnTo>
                  <a:lnTo>
                    <a:pt x="84" y="149"/>
                  </a:lnTo>
                  <a:lnTo>
                    <a:pt x="84" y="147"/>
                  </a:lnTo>
                  <a:lnTo>
                    <a:pt x="84" y="145"/>
                  </a:lnTo>
                  <a:lnTo>
                    <a:pt x="84" y="142"/>
                  </a:lnTo>
                  <a:lnTo>
                    <a:pt x="84" y="140"/>
                  </a:lnTo>
                  <a:lnTo>
                    <a:pt x="82" y="138"/>
                  </a:lnTo>
                  <a:lnTo>
                    <a:pt x="82" y="138"/>
                  </a:lnTo>
                  <a:lnTo>
                    <a:pt x="79" y="138"/>
                  </a:lnTo>
                  <a:lnTo>
                    <a:pt x="77" y="136"/>
                  </a:lnTo>
                  <a:lnTo>
                    <a:pt x="69" y="134"/>
                  </a:lnTo>
                  <a:lnTo>
                    <a:pt x="66" y="134"/>
                  </a:lnTo>
                  <a:lnTo>
                    <a:pt x="60" y="132"/>
                  </a:lnTo>
                  <a:lnTo>
                    <a:pt x="54" y="130"/>
                  </a:lnTo>
                  <a:lnTo>
                    <a:pt x="54" y="130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49" y="127"/>
                  </a:lnTo>
                  <a:lnTo>
                    <a:pt x="49" y="123"/>
                  </a:lnTo>
                  <a:lnTo>
                    <a:pt x="47" y="121"/>
                  </a:lnTo>
                  <a:lnTo>
                    <a:pt x="41" y="110"/>
                  </a:lnTo>
                  <a:lnTo>
                    <a:pt x="38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26" y="104"/>
                  </a:lnTo>
                  <a:lnTo>
                    <a:pt x="4" y="84"/>
                  </a:lnTo>
                  <a:lnTo>
                    <a:pt x="2" y="82"/>
                  </a:lnTo>
                  <a:lnTo>
                    <a:pt x="0" y="80"/>
                  </a:lnTo>
                  <a:lnTo>
                    <a:pt x="10" y="65"/>
                  </a:lnTo>
                  <a:lnTo>
                    <a:pt x="21" y="54"/>
                  </a:lnTo>
                  <a:lnTo>
                    <a:pt x="41" y="35"/>
                  </a:lnTo>
                  <a:lnTo>
                    <a:pt x="56" y="19"/>
                  </a:lnTo>
                  <a:lnTo>
                    <a:pt x="73" y="9"/>
                  </a:lnTo>
                  <a:lnTo>
                    <a:pt x="84" y="0"/>
                  </a:lnTo>
                  <a:lnTo>
                    <a:pt x="101" y="0"/>
                  </a:lnTo>
                  <a:lnTo>
                    <a:pt x="118" y="2"/>
                  </a:lnTo>
                  <a:lnTo>
                    <a:pt x="133" y="6"/>
                  </a:lnTo>
                  <a:lnTo>
                    <a:pt x="140" y="11"/>
                  </a:lnTo>
                  <a:lnTo>
                    <a:pt x="153" y="24"/>
                  </a:lnTo>
                  <a:lnTo>
                    <a:pt x="170" y="41"/>
                  </a:lnTo>
                  <a:lnTo>
                    <a:pt x="170" y="41"/>
                  </a:lnTo>
                  <a:close/>
                  <a:moveTo>
                    <a:pt x="166" y="76"/>
                  </a:moveTo>
                  <a:lnTo>
                    <a:pt x="168" y="76"/>
                  </a:lnTo>
                  <a:lnTo>
                    <a:pt x="168" y="76"/>
                  </a:lnTo>
                  <a:lnTo>
                    <a:pt x="170" y="76"/>
                  </a:lnTo>
                  <a:lnTo>
                    <a:pt x="170" y="80"/>
                  </a:lnTo>
                  <a:lnTo>
                    <a:pt x="170" y="80"/>
                  </a:lnTo>
                  <a:lnTo>
                    <a:pt x="170" y="80"/>
                  </a:lnTo>
                  <a:lnTo>
                    <a:pt x="163" y="82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63" y="78"/>
                  </a:lnTo>
                  <a:lnTo>
                    <a:pt x="163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close/>
                  <a:moveTo>
                    <a:pt x="252" y="130"/>
                  </a:moveTo>
                  <a:lnTo>
                    <a:pt x="256" y="134"/>
                  </a:lnTo>
                  <a:lnTo>
                    <a:pt x="258" y="134"/>
                  </a:lnTo>
                  <a:lnTo>
                    <a:pt x="260" y="134"/>
                  </a:lnTo>
                  <a:lnTo>
                    <a:pt x="260" y="134"/>
                  </a:lnTo>
                  <a:lnTo>
                    <a:pt x="263" y="134"/>
                  </a:lnTo>
                  <a:lnTo>
                    <a:pt x="265" y="132"/>
                  </a:lnTo>
                  <a:lnTo>
                    <a:pt x="269" y="132"/>
                  </a:lnTo>
                  <a:lnTo>
                    <a:pt x="271" y="132"/>
                  </a:lnTo>
                  <a:lnTo>
                    <a:pt x="271" y="132"/>
                  </a:lnTo>
                  <a:lnTo>
                    <a:pt x="273" y="132"/>
                  </a:lnTo>
                  <a:lnTo>
                    <a:pt x="275" y="136"/>
                  </a:lnTo>
                  <a:lnTo>
                    <a:pt x="275" y="138"/>
                  </a:lnTo>
                  <a:lnTo>
                    <a:pt x="278" y="140"/>
                  </a:lnTo>
                  <a:lnTo>
                    <a:pt x="278" y="140"/>
                  </a:lnTo>
                  <a:lnTo>
                    <a:pt x="278" y="142"/>
                  </a:lnTo>
                  <a:lnTo>
                    <a:pt x="278" y="145"/>
                  </a:lnTo>
                  <a:lnTo>
                    <a:pt x="278" y="147"/>
                  </a:lnTo>
                  <a:lnTo>
                    <a:pt x="278" y="147"/>
                  </a:lnTo>
                  <a:lnTo>
                    <a:pt x="267" y="160"/>
                  </a:lnTo>
                  <a:lnTo>
                    <a:pt x="267" y="160"/>
                  </a:lnTo>
                  <a:lnTo>
                    <a:pt x="265" y="162"/>
                  </a:lnTo>
                  <a:lnTo>
                    <a:pt x="265" y="162"/>
                  </a:lnTo>
                  <a:lnTo>
                    <a:pt x="265" y="162"/>
                  </a:lnTo>
                  <a:lnTo>
                    <a:pt x="256" y="162"/>
                  </a:lnTo>
                  <a:lnTo>
                    <a:pt x="256" y="160"/>
                  </a:lnTo>
                  <a:lnTo>
                    <a:pt x="252" y="158"/>
                  </a:lnTo>
                  <a:lnTo>
                    <a:pt x="250" y="155"/>
                  </a:lnTo>
                  <a:lnTo>
                    <a:pt x="250" y="153"/>
                  </a:lnTo>
                  <a:lnTo>
                    <a:pt x="243" y="147"/>
                  </a:lnTo>
                  <a:lnTo>
                    <a:pt x="243" y="147"/>
                  </a:lnTo>
                  <a:lnTo>
                    <a:pt x="243" y="145"/>
                  </a:lnTo>
                  <a:lnTo>
                    <a:pt x="241" y="142"/>
                  </a:lnTo>
                  <a:lnTo>
                    <a:pt x="241" y="138"/>
                  </a:lnTo>
                  <a:lnTo>
                    <a:pt x="241" y="138"/>
                  </a:lnTo>
                  <a:lnTo>
                    <a:pt x="247" y="132"/>
                  </a:lnTo>
                  <a:lnTo>
                    <a:pt x="247" y="132"/>
                  </a:lnTo>
                  <a:lnTo>
                    <a:pt x="250" y="130"/>
                  </a:lnTo>
                  <a:lnTo>
                    <a:pt x="250" y="130"/>
                  </a:lnTo>
                  <a:lnTo>
                    <a:pt x="252" y="130"/>
                  </a:lnTo>
                  <a:lnTo>
                    <a:pt x="252" y="130"/>
                  </a:lnTo>
                  <a:lnTo>
                    <a:pt x="252" y="130"/>
                  </a:lnTo>
                  <a:close/>
                  <a:moveTo>
                    <a:pt x="256" y="179"/>
                  </a:moveTo>
                  <a:lnTo>
                    <a:pt x="254" y="181"/>
                  </a:lnTo>
                  <a:lnTo>
                    <a:pt x="254" y="181"/>
                  </a:lnTo>
                  <a:lnTo>
                    <a:pt x="254" y="184"/>
                  </a:lnTo>
                  <a:lnTo>
                    <a:pt x="256" y="188"/>
                  </a:lnTo>
                  <a:lnTo>
                    <a:pt x="256" y="188"/>
                  </a:lnTo>
                  <a:lnTo>
                    <a:pt x="260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5" y="192"/>
                  </a:lnTo>
                  <a:lnTo>
                    <a:pt x="265" y="194"/>
                  </a:lnTo>
                  <a:lnTo>
                    <a:pt x="271" y="201"/>
                  </a:lnTo>
                  <a:lnTo>
                    <a:pt x="271" y="203"/>
                  </a:lnTo>
                  <a:lnTo>
                    <a:pt x="271" y="205"/>
                  </a:lnTo>
                  <a:lnTo>
                    <a:pt x="273" y="216"/>
                  </a:lnTo>
                  <a:lnTo>
                    <a:pt x="273" y="222"/>
                  </a:lnTo>
                  <a:lnTo>
                    <a:pt x="273" y="227"/>
                  </a:lnTo>
                  <a:lnTo>
                    <a:pt x="273" y="229"/>
                  </a:lnTo>
                  <a:lnTo>
                    <a:pt x="273" y="231"/>
                  </a:lnTo>
                  <a:lnTo>
                    <a:pt x="273" y="231"/>
                  </a:lnTo>
                  <a:lnTo>
                    <a:pt x="271" y="233"/>
                  </a:lnTo>
                  <a:lnTo>
                    <a:pt x="271" y="233"/>
                  </a:lnTo>
                  <a:lnTo>
                    <a:pt x="271" y="233"/>
                  </a:lnTo>
                  <a:lnTo>
                    <a:pt x="271" y="231"/>
                  </a:lnTo>
                  <a:lnTo>
                    <a:pt x="269" y="231"/>
                  </a:lnTo>
                  <a:lnTo>
                    <a:pt x="269" y="227"/>
                  </a:lnTo>
                  <a:lnTo>
                    <a:pt x="269" y="225"/>
                  </a:lnTo>
                  <a:lnTo>
                    <a:pt x="269" y="225"/>
                  </a:lnTo>
                  <a:lnTo>
                    <a:pt x="265" y="216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52" y="222"/>
                  </a:lnTo>
                  <a:lnTo>
                    <a:pt x="250" y="231"/>
                  </a:lnTo>
                  <a:lnTo>
                    <a:pt x="250" y="231"/>
                  </a:lnTo>
                  <a:lnTo>
                    <a:pt x="245" y="244"/>
                  </a:lnTo>
                  <a:lnTo>
                    <a:pt x="245" y="255"/>
                  </a:lnTo>
                  <a:lnTo>
                    <a:pt x="245" y="263"/>
                  </a:lnTo>
                  <a:lnTo>
                    <a:pt x="250" y="268"/>
                  </a:lnTo>
                  <a:lnTo>
                    <a:pt x="250" y="268"/>
                  </a:lnTo>
                  <a:lnTo>
                    <a:pt x="252" y="268"/>
                  </a:lnTo>
                  <a:lnTo>
                    <a:pt x="252" y="268"/>
                  </a:lnTo>
                  <a:lnTo>
                    <a:pt x="254" y="268"/>
                  </a:lnTo>
                  <a:lnTo>
                    <a:pt x="254" y="268"/>
                  </a:lnTo>
                  <a:lnTo>
                    <a:pt x="273" y="283"/>
                  </a:lnTo>
                  <a:lnTo>
                    <a:pt x="273" y="283"/>
                  </a:lnTo>
                  <a:lnTo>
                    <a:pt x="273" y="285"/>
                  </a:lnTo>
                  <a:lnTo>
                    <a:pt x="273" y="285"/>
                  </a:lnTo>
                  <a:lnTo>
                    <a:pt x="273" y="287"/>
                  </a:lnTo>
                  <a:lnTo>
                    <a:pt x="271" y="287"/>
                  </a:lnTo>
                  <a:lnTo>
                    <a:pt x="267" y="294"/>
                  </a:lnTo>
                  <a:lnTo>
                    <a:pt x="265" y="296"/>
                  </a:lnTo>
                  <a:lnTo>
                    <a:pt x="265" y="298"/>
                  </a:lnTo>
                  <a:lnTo>
                    <a:pt x="263" y="298"/>
                  </a:lnTo>
                  <a:lnTo>
                    <a:pt x="254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0"/>
                  </a:lnTo>
                  <a:lnTo>
                    <a:pt x="250" y="300"/>
                  </a:lnTo>
                  <a:lnTo>
                    <a:pt x="247" y="298"/>
                  </a:lnTo>
                  <a:lnTo>
                    <a:pt x="247" y="298"/>
                  </a:lnTo>
                  <a:lnTo>
                    <a:pt x="247" y="298"/>
                  </a:lnTo>
                  <a:lnTo>
                    <a:pt x="247" y="298"/>
                  </a:lnTo>
                  <a:lnTo>
                    <a:pt x="245" y="298"/>
                  </a:lnTo>
                  <a:lnTo>
                    <a:pt x="245" y="298"/>
                  </a:lnTo>
                  <a:lnTo>
                    <a:pt x="237" y="302"/>
                  </a:lnTo>
                  <a:lnTo>
                    <a:pt x="235" y="302"/>
                  </a:lnTo>
                  <a:lnTo>
                    <a:pt x="232" y="307"/>
                  </a:lnTo>
                  <a:lnTo>
                    <a:pt x="232" y="307"/>
                  </a:lnTo>
                  <a:lnTo>
                    <a:pt x="232" y="307"/>
                  </a:lnTo>
                  <a:lnTo>
                    <a:pt x="230" y="309"/>
                  </a:lnTo>
                  <a:lnTo>
                    <a:pt x="230" y="311"/>
                  </a:lnTo>
                  <a:lnTo>
                    <a:pt x="230" y="311"/>
                  </a:lnTo>
                  <a:lnTo>
                    <a:pt x="230" y="311"/>
                  </a:lnTo>
                  <a:lnTo>
                    <a:pt x="232" y="311"/>
                  </a:lnTo>
                  <a:lnTo>
                    <a:pt x="232" y="311"/>
                  </a:lnTo>
                  <a:lnTo>
                    <a:pt x="235" y="311"/>
                  </a:lnTo>
                  <a:lnTo>
                    <a:pt x="237" y="311"/>
                  </a:lnTo>
                  <a:lnTo>
                    <a:pt x="237" y="311"/>
                  </a:lnTo>
                  <a:lnTo>
                    <a:pt x="237" y="313"/>
                  </a:lnTo>
                  <a:lnTo>
                    <a:pt x="237" y="313"/>
                  </a:lnTo>
                  <a:lnTo>
                    <a:pt x="237" y="313"/>
                  </a:lnTo>
                  <a:lnTo>
                    <a:pt x="237" y="315"/>
                  </a:lnTo>
                  <a:lnTo>
                    <a:pt x="237" y="317"/>
                  </a:lnTo>
                  <a:lnTo>
                    <a:pt x="235" y="317"/>
                  </a:lnTo>
                  <a:lnTo>
                    <a:pt x="228" y="330"/>
                  </a:lnTo>
                  <a:lnTo>
                    <a:pt x="228" y="330"/>
                  </a:lnTo>
                  <a:lnTo>
                    <a:pt x="226" y="333"/>
                  </a:lnTo>
                  <a:lnTo>
                    <a:pt x="226" y="333"/>
                  </a:lnTo>
                  <a:lnTo>
                    <a:pt x="224" y="333"/>
                  </a:lnTo>
                  <a:lnTo>
                    <a:pt x="224" y="333"/>
                  </a:lnTo>
                  <a:lnTo>
                    <a:pt x="224" y="333"/>
                  </a:lnTo>
                  <a:lnTo>
                    <a:pt x="207" y="333"/>
                  </a:lnTo>
                  <a:lnTo>
                    <a:pt x="207" y="333"/>
                  </a:lnTo>
                  <a:lnTo>
                    <a:pt x="207" y="333"/>
                  </a:lnTo>
                  <a:lnTo>
                    <a:pt x="204" y="333"/>
                  </a:lnTo>
                  <a:lnTo>
                    <a:pt x="204" y="330"/>
                  </a:lnTo>
                  <a:lnTo>
                    <a:pt x="200" y="322"/>
                  </a:lnTo>
                  <a:lnTo>
                    <a:pt x="198" y="315"/>
                  </a:lnTo>
                  <a:lnTo>
                    <a:pt x="196" y="311"/>
                  </a:lnTo>
                  <a:lnTo>
                    <a:pt x="207" y="294"/>
                  </a:lnTo>
                  <a:lnTo>
                    <a:pt x="215" y="283"/>
                  </a:lnTo>
                  <a:lnTo>
                    <a:pt x="215" y="281"/>
                  </a:lnTo>
                  <a:lnTo>
                    <a:pt x="217" y="281"/>
                  </a:lnTo>
                  <a:lnTo>
                    <a:pt x="217" y="281"/>
                  </a:lnTo>
                  <a:lnTo>
                    <a:pt x="222" y="266"/>
                  </a:lnTo>
                  <a:lnTo>
                    <a:pt x="226" y="248"/>
                  </a:lnTo>
                  <a:lnTo>
                    <a:pt x="230" y="229"/>
                  </a:lnTo>
                  <a:lnTo>
                    <a:pt x="230" y="229"/>
                  </a:lnTo>
                  <a:lnTo>
                    <a:pt x="230" y="227"/>
                  </a:lnTo>
                  <a:lnTo>
                    <a:pt x="230" y="222"/>
                  </a:lnTo>
                  <a:lnTo>
                    <a:pt x="228" y="218"/>
                  </a:lnTo>
                  <a:lnTo>
                    <a:pt x="228" y="214"/>
                  </a:lnTo>
                  <a:lnTo>
                    <a:pt x="228" y="209"/>
                  </a:lnTo>
                  <a:lnTo>
                    <a:pt x="228" y="207"/>
                  </a:lnTo>
                  <a:lnTo>
                    <a:pt x="230" y="203"/>
                  </a:lnTo>
                  <a:lnTo>
                    <a:pt x="230" y="201"/>
                  </a:lnTo>
                  <a:lnTo>
                    <a:pt x="232" y="199"/>
                  </a:lnTo>
                  <a:lnTo>
                    <a:pt x="235" y="192"/>
                  </a:lnTo>
                  <a:lnTo>
                    <a:pt x="237" y="190"/>
                  </a:lnTo>
                  <a:lnTo>
                    <a:pt x="237" y="188"/>
                  </a:lnTo>
                  <a:lnTo>
                    <a:pt x="237" y="188"/>
                  </a:lnTo>
                  <a:lnTo>
                    <a:pt x="241" y="186"/>
                  </a:lnTo>
                  <a:lnTo>
                    <a:pt x="245" y="181"/>
                  </a:lnTo>
                  <a:lnTo>
                    <a:pt x="247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2" y="179"/>
                  </a:lnTo>
                  <a:lnTo>
                    <a:pt x="254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8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close/>
                  <a:moveTo>
                    <a:pt x="213" y="205"/>
                  </a:moveTo>
                  <a:lnTo>
                    <a:pt x="215" y="207"/>
                  </a:lnTo>
                  <a:lnTo>
                    <a:pt x="215" y="209"/>
                  </a:lnTo>
                  <a:lnTo>
                    <a:pt x="215" y="209"/>
                  </a:lnTo>
                  <a:lnTo>
                    <a:pt x="217" y="220"/>
                  </a:lnTo>
                  <a:lnTo>
                    <a:pt x="219" y="235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22" y="246"/>
                  </a:lnTo>
                  <a:lnTo>
                    <a:pt x="213" y="253"/>
                  </a:lnTo>
                  <a:lnTo>
                    <a:pt x="207" y="259"/>
                  </a:lnTo>
                  <a:lnTo>
                    <a:pt x="204" y="259"/>
                  </a:lnTo>
                  <a:lnTo>
                    <a:pt x="204" y="259"/>
                  </a:lnTo>
                  <a:lnTo>
                    <a:pt x="200" y="270"/>
                  </a:lnTo>
                  <a:lnTo>
                    <a:pt x="200" y="270"/>
                  </a:lnTo>
                  <a:lnTo>
                    <a:pt x="200" y="272"/>
                  </a:lnTo>
                  <a:lnTo>
                    <a:pt x="200" y="274"/>
                  </a:lnTo>
                  <a:lnTo>
                    <a:pt x="200" y="274"/>
                  </a:lnTo>
                  <a:lnTo>
                    <a:pt x="204" y="276"/>
                  </a:lnTo>
                  <a:lnTo>
                    <a:pt x="207" y="283"/>
                  </a:lnTo>
                  <a:lnTo>
                    <a:pt x="207" y="285"/>
                  </a:lnTo>
                  <a:lnTo>
                    <a:pt x="207" y="285"/>
                  </a:lnTo>
                  <a:lnTo>
                    <a:pt x="207" y="287"/>
                  </a:lnTo>
                  <a:lnTo>
                    <a:pt x="204" y="291"/>
                  </a:lnTo>
                  <a:lnTo>
                    <a:pt x="204" y="294"/>
                  </a:lnTo>
                  <a:lnTo>
                    <a:pt x="200" y="300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194" y="302"/>
                  </a:lnTo>
                  <a:lnTo>
                    <a:pt x="183" y="298"/>
                  </a:lnTo>
                  <a:lnTo>
                    <a:pt x="166" y="298"/>
                  </a:lnTo>
                  <a:lnTo>
                    <a:pt x="166" y="298"/>
                  </a:lnTo>
                  <a:lnTo>
                    <a:pt x="163" y="296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1"/>
                  </a:lnTo>
                  <a:lnTo>
                    <a:pt x="161" y="289"/>
                  </a:lnTo>
                  <a:lnTo>
                    <a:pt x="161" y="289"/>
                  </a:lnTo>
                  <a:lnTo>
                    <a:pt x="168" y="270"/>
                  </a:lnTo>
                  <a:lnTo>
                    <a:pt x="168" y="266"/>
                  </a:lnTo>
                  <a:lnTo>
                    <a:pt x="168" y="266"/>
                  </a:lnTo>
                  <a:lnTo>
                    <a:pt x="168" y="266"/>
                  </a:lnTo>
                  <a:lnTo>
                    <a:pt x="170" y="263"/>
                  </a:lnTo>
                  <a:lnTo>
                    <a:pt x="172" y="263"/>
                  </a:lnTo>
                  <a:lnTo>
                    <a:pt x="172" y="263"/>
                  </a:lnTo>
                  <a:lnTo>
                    <a:pt x="174" y="261"/>
                  </a:lnTo>
                  <a:lnTo>
                    <a:pt x="174" y="261"/>
                  </a:lnTo>
                  <a:lnTo>
                    <a:pt x="176" y="261"/>
                  </a:lnTo>
                  <a:lnTo>
                    <a:pt x="176" y="259"/>
                  </a:lnTo>
                  <a:lnTo>
                    <a:pt x="176" y="259"/>
                  </a:lnTo>
                  <a:lnTo>
                    <a:pt x="176" y="257"/>
                  </a:lnTo>
                  <a:lnTo>
                    <a:pt x="174" y="248"/>
                  </a:lnTo>
                  <a:lnTo>
                    <a:pt x="174" y="248"/>
                  </a:lnTo>
                  <a:lnTo>
                    <a:pt x="172" y="240"/>
                  </a:lnTo>
                  <a:lnTo>
                    <a:pt x="170" y="237"/>
                  </a:lnTo>
                  <a:lnTo>
                    <a:pt x="170" y="235"/>
                  </a:lnTo>
                  <a:lnTo>
                    <a:pt x="168" y="233"/>
                  </a:lnTo>
                  <a:lnTo>
                    <a:pt x="168" y="233"/>
                  </a:lnTo>
                  <a:lnTo>
                    <a:pt x="168" y="231"/>
                  </a:lnTo>
                  <a:lnTo>
                    <a:pt x="172" y="222"/>
                  </a:lnTo>
                  <a:lnTo>
                    <a:pt x="172" y="222"/>
                  </a:lnTo>
                  <a:lnTo>
                    <a:pt x="174" y="220"/>
                  </a:lnTo>
                  <a:lnTo>
                    <a:pt x="174" y="220"/>
                  </a:lnTo>
                  <a:lnTo>
                    <a:pt x="176" y="220"/>
                  </a:lnTo>
                  <a:lnTo>
                    <a:pt x="178" y="220"/>
                  </a:lnTo>
                  <a:lnTo>
                    <a:pt x="178" y="220"/>
                  </a:lnTo>
                  <a:lnTo>
                    <a:pt x="181" y="220"/>
                  </a:lnTo>
                  <a:lnTo>
                    <a:pt x="183" y="220"/>
                  </a:lnTo>
                  <a:lnTo>
                    <a:pt x="187" y="220"/>
                  </a:lnTo>
                  <a:lnTo>
                    <a:pt x="189" y="218"/>
                  </a:lnTo>
                  <a:lnTo>
                    <a:pt x="191" y="218"/>
                  </a:lnTo>
                  <a:lnTo>
                    <a:pt x="191" y="218"/>
                  </a:lnTo>
                  <a:lnTo>
                    <a:pt x="194" y="216"/>
                  </a:lnTo>
                  <a:lnTo>
                    <a:pt x="196" y="216"/>
                  </a:lnTo>
                  <a:lnTo>
                    <a:pt x="198" y="212"/>
                  </a:lnTo>
                  <a:lnTo>
                    <a:pt x="200" y="212"/>
                  </a:lnTo>
                  <a:lnTo>
                    <a:pt x="200" y="209"/>
                  </a:lnTo>
                  <a:lnTo>
                    <a:pt x="200" y="209"/>
                  </a:lnTo>
                  <a:lnTo>
                    <a:pt x="200" y="209"/>
                  </a:lnTo>
                  <a:lnTo>
                    <a:pt x="211" y="205"/>
                  </a:lnTo>
                  <a:lnTo>
                    <a:pt x="211" y="205"/>
                  </a:lnTo>
                  <a:lnTo>
                    <a:pt x="213" y="205"/>
                  </a:lnTo>
                  <a:lnTo>
                    <a:pt x="213" y="205"/>
                  </a:lnTo>
                  <a:lnTo>
                    <a:pt x="213" y="205"/>
                  </a:lnTo>
                  <a:close/>
                  <a:moveTo>
                    <a:pt x="127" y="261"/>
                  </a:moveTo>
                  <a:lnTo>
                    <a:pt x="131" y="270"/>
                  </a:lnTo>
                  <a:lnTo>
                    <a:pt x="135" y="279"/>
                  </a:lnTo>
                  <a:lnTo>
                    <a:pt x="135" y="300"/>
                  </a:lnTo>
                  <a:lnTo>
                    <a:pt x="135" y="302"/>
                  </a:lnTo>
                  <a:lnTo>
                    <a:pt x="135" y="304"/>
                  </a:lnTo>
                  <a:lnTo>
                    <a:pt x="133" y="307"/>
                  </a:lnTo>
                  <a:lnTo>
                    <a:pt x="133" y="307"/>
                  </a:lnTo>
                  <a:lnTo>
                    <a:pt x="131" y="307"/>
                  </a:lnTo>
                  <a:lnTo>
                    <a:pt x="131" y="307"/>
                  </a:lnTo>
                  <a:lnTo>
                    <a:pt x="125" y="309"/>
                  </a:lnTo>
                  <a:lnTo>
                    <a:pt x="125" y="307"/>
                  </a:lnTo>
                  <a:lnTo>
                    <a:pt x="112" y="294"/>
                  </a:lnTo>
                  <a:lnTo>
                    <a:pt x="107" y="285"/>
                  </a:lnTo>
                  <a:lnTo>
                    <a:pt x="107" y="285"/>
                  </a:lnTo>
                  <a:lnTo>
                    <a:pt x="105" y="283"/>
                  </a:lnTo>
                  <a:lnTo>
                    <a:pt x="105" y="283"/>
                  </a:lnTo>
                  <a:lnTo>
                    <a:pt x="105" y="279"/>
                  </a:lnTo>
                  <a:lnTo>
                    <a:pt x="107" y="276"/>
                  </a:lnTo>
                  <a:lnTo>
                    <a:pt x="112" y="263"/>
                  </a:lnTo>
                  <a:lnTo>
                    <a:pt x="112" y="261"/>
                  </a:lnTo>
                  <a:lnTo>
                    <a:pt x="112" y="261"/>
                  </a:lnTo>
                  <a:lnTo>
                    <a:pt x="114" y="261"/>
                  </a:lnTo>
                  <a:lnTo>
                    <a:pt x="116" y="259"/>
                  </a:lnTo>
                  <a:lnTo>
                    <a:pt x="118" y="259"/>
                  </a:lnTo>
                  <a:lnTo>
                    <a:pt x="118" y="257"/>
                  </a:lnTo>
                  <a:lnTo>
                    <a:pt x="125" y="259"/>
                  </a:lnTo>
                  <a:lnTo>
                    <a:pt x="125" y="259"/>
                  </a:lnTo>
                  <a:lnTo>
                    <a:pt x="127" y="261"/>
                  </a:lnTo>
                  <a:lnTo>
                    <a:pt x="127" y="261"/>
                  </a:lnTo>
                  <a:close/>
                  <a:moveTo>
                    <a:pt x="312" y="281"/>
                  </a:moveTo>
                  <a:lnTo>
                    <a:pt x="316" y="281"/>
                  </a:lnTo>
                  <a:lnTo>
                    <a:pt x="319" y="281"/>
                  </a:lnTo>
                  <a:lnTo>
                    <a:pt x="319" y="283"/>
                  </a:lnTo>
                  <a:lnTo>
                    <a:pt x="321" y="283"/>
                  </a:lnTo>
                  <a:lnTo>
                    <a:pt x="321" y="285"/>
                  </a:lnTo>
                  <a:lnTo>
                    <a:pt x="323" y="285"/>
                  </a:lnTo>
                  <a:lnTo>
                    <a:pt x="323" y="287"/>
                  </a:lnTo>
                  <a:lnTo>
                    <a:pt x="323" y="287"/>
                  </a:lnTo>
                  <a:lnTo>
                    <a:pt x="323" y="294"/>
                  </a:lnTo>
                  <a:lnTo>
                    <a:pt x="323" y="296"/>
                  </a:lnTo>
                  <a:lnTo>
                    <a:pt x="323" y="296"/>
                  </a:lnTo>
                  <a:lnTo>
                    <a:pt x="321" y="296"/>
                  </a:lnTo>
                  <a:lnTo>
                    <a:pt x="319" y="296"/>
                  </a:lnTo>
                  <a:lnTo>
                    <a:pt x="316" y="296"/>
                  </a:lnTo>
                  <a:lnTo>
                    <a:pt x="316" y="296"/>
                  </a:lnTo>
                  <a:lnTo>
                    <a:pt x="314" y="296"/>
                  </a:lnTo>
                  <a:lnTo>
                    <a:pt x="314" y="294"/>
                  </a:lnTo>
                  <a:lnTo>
                    <a:pt x="314" y="294"/>
                  </a:lnTo>
                  <a:lnTo>
                    <a:pt x="312" y="291"/>
                  </a:lnTo>
                  <a:lnTo>
                    <a:pt x="310" y="289"/>
                  </a:lnTo>
                  <a:lnTo>
                    <a:pt x="310" y="287"/>
                  </a:lnTo>
                  <a:lnTo>
                    <a:pt x="310" y="283"/>
                  </a:lnTo>
                  <a:lnTo>
                    <a:pt x="310" y="283"/>
                  </a:lnTo>
                  <a:lnTo>
                    <a:pt x="310" y="281"/>
                  </a:lnTo>
                  <a:lnTo>
                    <a:pt x="310" y="281"/>
                  </a:lnTo>
                  <a:lnTo>
                    <a:pt x="310" y="281"/>
                  </a:lnTo>
                  <a:lnTo>
                    <a:pt x="310" y="281"/>
                  </a:lnTo>
                  <a:lnTo>
                    <a:pt x="310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close/>
                  <a:moveTo>
                    <a:pt x="342" y="322"/>
                  </a:moveTo>
                  <a:lnTo>
                    <a:pt x="342" y="322"/>
                  </a:lnTo>
                  <a:lnTo>
                    <a:pt x="342" y="322"/>
                  </a:lnTo>
                  <a:lnTo>
                    <a:pt x="340" y="320"/>
                  </a:lnTo>
                  <a:lnTo>
                    <a:pt x="331" y="311"/>
                  </a:lnTo>
                  <a:lnTo>
                    <a:pt x="329" y="309"/>
                  </a:lnTo>
                  <a:lnTo>
                    <a:pt x="329" y="307"/>
                  </a:lnTo>
                  <a:lnTo>
                    <a:pt x="331" y="307"/>
                  </a:lnTo>
                  <a:lnTo>
                    <a:pt x="334" y="307"/>
                  </a:lnTo>
                  <a:lnTo>
                    <a:pt x="334" y="309"/>
                  </a:lnTo>
                  <a:lnTo>
                    <a:pt x="336" y="309"/>
                  </a:lnTo>
                  <a:lnTo>
                    <a:pt x="342" y="315"/>
                  </a:lnTo>
                  <a:lnTo>
                    <a:pt x="344" y="315"/>
                  </a:lnTo>
                  <a:lnTo>
                    <a:pt x="344" y="315"/>
                  </a:lnTo>
                  <a:lnTo>
                    <a:pt x="344" y="317"/>
                  </a:lnTo>
                  <a:lnTo>
                    <a:pt x="344" y="322"/>
                  </a:lnTo>
                  <a:lnTo>
                    <a:pt x="344" y="322"/>
                  </a:lnTo>
                  <a:lnTo>
                    <a:pt x="342" y="322"/>
                  </a:lnTo>
                  <a:lnTo>
                    <a:pt x="342" y="322"/>
                  </a:lnTo>
                  <a:close/>
                  <a:moveTo>
                    <a:pt x="366" y="356"/>
                  </a:moveTo>
                  <a:lnTo>
                    <a:pt x="366" y="356"/>
                  </a:lnTo>
                  <a:lnTo>
                    <a:pt x="368" y="358"/>
                  </a:lnTo>
                  <a:lnTo>
                    <a:pt x="370" y="361"/>
                  </a:lnTo>
                  <a:lnTo>
                    <a:pt x="372" y="363"/>
                  </a:lnTo>
                  <a:lnTo>
                    <a:pt x="375" y="367"/>
                  </a:lnTo>
                  <a:lnTo>
                    <a:pt x="375" y="367"/>
                  </a:lnTo>
                  <a:lnTo>
                    <a:pt x="375" y="369"/>
                  </a:lnTo>
                  <a:lnTo>
                    <a:pt x="375" y="369"/>
                  </a:lnTo>
                  <a:lnTo>
                    <a:pt x="375" y="371"/>
                  </a:lnTo>
                  <a:lnTo>
                    <a:pt x="375" y="371"/>
                  </a:lnTo>
                  <a:lnTo>
                    <a:pt x="375" y="371"/>
                  </a:lnTo>
                  <a:lnTo>
                    <a:pt x="372" y="374"/>
                  </a:lnTo>
                  <a:lnTo>
                    <a:pt x="370" y="374"/>
                  </a:lnTo>
                  <a:lnTo>
                    <a:pt x="370" y="374"/>
                  </a:lnTo>
                  <a:lnTo>
                    <a:pt x="362" y="365"/>
                  </a:lnTo>
                  <a:lnTo>
                    <a:pt x="362" y="363"/>
                  </a:lnTo>
                  <a:lnTo>
                    <a:pt x="362" y="363"/>
                  </a:lnTo>
                  <a:lnTo>
                    <a:pt x="362" y="361"/>
                  </a:lnTo>
                  <a:lnTo>
                    <a:pt x="362" y="361"/>
                  </a:lnTo>
                  <a:lnTo>
                    <a:pt x="362" y="358"/>
                  </a:lnTo>
                  <a:lnTo>
                    <a:pt x="362" y="358"/>
                  </a:lnTo>
                  <a:lnTo>
                    <a:pt x="362" y="356"/>
                  </a:lnTo>
                  <a:lnTo>
                    <a:pt x="364" y="354"/>
                  </a:lnTo>
                  <a:lnTo>
                    <a:pt x="364" y="354"/>
                  </a:lnTo>
                  <a:lnTo>
                    <a:pt x="366" y="356"/>
                  </a:lnTo>
                  <a:lnTo>
                    <a:pt x="366" y="356"/>
                  </a:lnTo>
                  <a:lnTo>
                    <a:pt x="366" y="35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25" name="Freeform 72">
              <a:extLst>
                <a:ext uri="{FF2B5EF4-FFF2-40B4-BE49-F238E27FC236}">
                  <a16:creationId xmlns:a16="http://schemas.microsoft.com/office/drawing/2014/main" id="{B9F85592-6ADA-9034-C6D1-F9837CC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4001" y="2787759"/>
              <a:ext cx="17289" cy="17289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5" y="8"/>
                </a:cxn>
                <a:cxn ang="0">
                  <a:pos x="13" y="12"/>
                </a:cxn>
                <a:cxn ang="0">
                  <a:pos x="13" y="15"/>
                </a:cxn>
                <a:cxn ang="0">
                  <a:pos x="9" y="15"/>
                </a:cxn>
                <a:cxn ang="0">
                  <a:pos x="6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9" y="10"/>
                </a:cxn>
                <a:cxn ang="0">
                  <a:pos x="13" y="2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17" h="17">
                  <a:moveTo>
                    <a:pt x="17" y="0"/>
                  </a:moveTo>
                  <a:lnTo>
                    <a:pt x="15" y="8"/>
                  </a:lnTo>
                  <a:lnTo>
                    <a:pt x="13" y="12"/>
                  </a:lnTo>
                  <a:lnTo>
                    <a:pt x="13" y="15"/>
                  </a:lnTo>
                  <a:lnTo>
                    <a:pt x="9" y="15"/>
                  </a:lnTo>
                  <a:lnTo>
                    <a:pt x="6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9" y="10"/>
                  </a:lnTo>
                  <a:lnTo>
                    <a:pt x="13" y="2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26" name="Freeform 73">
              <a:extLst>
                <a:ext uri="{FF2B5EF4-FFF2-40B4-BE49-F238E27FC236}">
                  <a16:creationId xmlns:a16="http://schemas.microsoft.com/office/drawing/2014/main" id="{D2B9CEE3-7765-7210-EFC0-F6FCE0A718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5341" y="2857932"/>
              <a:ext cx="390531" cy="513589"/>
            </a:xfrm>
            <a:custGeom>
              <a:avLst/>
              <a:gdLst/>
              <a:ahLst/>
              <a:cxnLst>
                <a:cxn ang="0">
                  <a:pos x="267" y="365"/>
                </a:cxn>
                <a:cxn ang="0">
                  <a:pos x="274" y="354"/>
                </a:cxn>
                <a:cxn ang="0">
                  <a:pos x="270" y="332"/>
                </a:cxn>
                <a:cxn ang="0">
                  <a:pos x="246" y="302"/>
                </a:cxn>
                <a:cxn ang="0">
                  <a:pos x="235" y="267"/>
                </a:cxn>
                <a:cxn ang="0">
                  <a:pos x="207" y="213"/>
                </a:cxn>
                <a:cxn ang="0">
                  <a:pos x="188" y="192"/>
                </a:cxn>
                <a:cxn ang="0">
                  <a:pos x="179" y="177"/>
                </a:cxn>
                <a:cxn ang="0">
                  <a:pos x="147" y="146"/>
                </a:cxn>
                <a:cxn ang="0">
                  <a:pos x="140" y="121"/>
                </a:cxn>
                <a:cxn ang="0">
                  <a:pos x="127" y="103"/>
                </a:cxn>
                <a:cxn ang="0">
                  <a:pos x="86" y="82"/>
                </a:cxn>
                <a:cxn ang="0">
                  <a:pos x="76" y="84"/>
                </a:cxn>
                <a:cxn ang="0">
                  <a:pos x="69" y="73"/>
                </a:cxn>
                <a:cxn ang="0">
                  <a:pos x="106" y="43"/>
                </a:cxn>
                <a:cxn ang="0">
                  <a:pos x="147" y="47"/>
                </a:cxn>
                <a:cxn ang="0">
                  <a:pos x="153" y="0"/>
                </a:cxn>
                <a:cxn ang="0">
                  <a:pos x="196" y="32"/>
                </a:cxn>
                <a:cxn ang="0">
                  <a:pos x="235" y="54"/>
                </a:cxn>
                <a:cxn ang="0">
                  <a:pos x="263" y="101"/>
                </a:cxn>
                <a:cxn ang="0">
                  <a:pos x="302" y="172"/>
                </a:cxn>
                <a:cxn ang="0">
                  <a:pos x="362" y="218"/>
                </a:cxn>
                <a:cxn ang="0">
                  <a:pos x="364" y="265"/>
                </a:cxn>
                <a:cxn ang="0">
                  <a:pos x="336" y="308"/>
                </a:cxn>
                <a:cxn ang="0">
                  <a:pos x="300" y="334"/>
                </a:cxn>
                <a:cxn ang="0">
                  <a:pos x="82" y="317"/>
                </a:cxn>
                <a:cxn ang="0">
                  <a:pos x="73" y="304"/>
                </a:cxn>
                <a:cxn ang="0">
                  <a:pos x="78" y="321"/>
                </a:cxn>
                <a:cxn ang="0">
                  <a:pos x="35" y="308"/>
                </a:cxn>
                <a:cxn ang="0">
                  <a:pos x="30" y="298"/>
                </a:cxn>
                <a:cxn ang="0">
                  <a:pos x="15" y="276"/>
                </a:cxn>
                <a:cxn ang="0">
                  <a:pos x="0" y="250"/>
                </a:cxn>
                <a:cxn ang="0">
                  <a:pos x="9" y="235"/>
                </a:cxn>
                <a:cxn ang="0">
                  <a:pos x="11" y="224"/>
                </a:cxn>
                <a:cxn ang="0">
                  <a:pos x="24" y="224"/>
                </a:cxn>
                <a:cxn ang="0">
                  <a:pos x="48" y="241"/>
                </a:cxn>
                <a:cxn ang="0">
                  <a:pos x="76" y="298"/>
                </a:cxn>
                <a:cxn ang="0">
                  <a:pos x="82" y="302"/>
                </a:cxn>
                <a:cxn ang="0">
                  <a:pos x="151" y="390"/>
                </a:cxn>
                <a:cxn ang="0">
                  <a:pos x="117" y="373"/>
                </a:cxn>
                <a:cxn ang="0">
                  <a:pos x="117" y="349"/>
                </a:cxn>
                <a:cxn ang="0">
                  <a:pos x="129" y="354"/>
                </a:cxn>
                <a:cxn ang="0">
                  <a:pos x="134" y="365"/>
                </a:cxn>
                <a:cxn ang="0">
                  <a:pos x="149" y="384"/>
                </a:cxn>
                <a:cxn ang="0">
                  <a:pos x="192" y="436"/>
                </a:cxn>
                <a:cxn ang="0">
                  <a:pos x="185" y="444"/>
                </a:cxn>
                <a:cxn ang="0">
                  <a:pos x="166" y="436"/>
                </a:cxn>
                <a:cxn ang="0">
                  <a:pos x="168" y="406"/>
                </a:cxn>
                <a:cxn ang="0">
                  <a:pos x="194" y="429"/>
                </a:cxn>
                <a:cxn ang="0">
                  <a:pos x="222" y="503"/>
                </a:cxn>
                <a:cxn ang="0">
                  <a:pos x="209" y="481"/>
                </a:cxn>
                <a:cxn ang="0">
                  <a:pos x="192" y="464"/>
                </a:cxn>
                <a:cxn ang="0">
                  <a:pos x="190" y="440"/>
                </a:cxn>
                <a:cxn ang="0">
                  <a:pos x="198" y="440"/>
                </a:cxn>
                <a:cxn ang="0">
                  <a:pos x="224" y="479"/>
                </a:cxn>
                <a:cxn ang="0">
                  <a:pos x="218" y="481"/>
                </a:cxn>
                <a:cxn ang="0">
                  <a:pos x="216" y="488"/>
                </a:cxn>
                <a:cxn ang="0">
                  <a:pos x="224" y="503"/>
                </a:cxn>
              </a:cxnLst>
              <a:rect l="0" t="0" r="r" b="b"/>
              <a:pathLst>
                <a:path w="384" h="505">
                  <a:moveTo>
                    <a:pt x="287" y="401"/>
                  </a:moveTo>
                  <a:lnTo>
                    <a:pt x="276" y="386"/>
                  </a:lnTo>
                  <a:lnTo>
                    <a:pt x="276" y="384"/>
                  </a:lnTo>
                  <a:lnTo>
                    <a:pt x="267" y="369"/>
                  </a:lnTo>
                  <a:lnTo>
                    <a:pt x="267" y="367"/>
                  </a:lnTo>
                  <a:lnTo>
                    <a:pt x="267" y="367"/>
                  </a:lnTo>
                  <a:lnTo>
                    <a:pt x="267" y="365"/>
                  </a:lnTo>
                  <a:lnTo>
                    <a:pt x="267" y="362"/>
                  </a:lnTo>
                  <a:lnTo>
                    <a:pt x="267" y="362"/>
                  </a:lnTo>
                  <a:lnTo>
                    <a:pt x="270" y="360"/>
                  </a:lnTo>
                  <a:lnTo>
                    <a:pt x="272" y="358"/>
                  </a:lnTo>
                  <a:lnTo>
                    <a:pt x="272" y="356"/>
                  </a:lnTo>
                  <a:lnTo>
                    <a:pt x="274" y="356"/>
                  </a:lnTo>
                  <a:lnTo>
                    <a:pt x="274" y="354"/>
                  </a:lnTo>
                  <a:lnTo>
                    <a:pt x="274" y="352"/>
                  </a:lnTo>
                  <a:lnTo>
                    <a:pt x="274" y="347"/>
                  </a:lnTo>
                  <a:lnTo>
                    <a:pt x="272" y="343"/>
                  </a:lnTo>
                  <a:lnTo>
                    <a:pt x="272" y="339"/>
                  </a:lnTo>
                  <a:lnTo>
                    <a:pt x="272" y="339"/>
                  </a:lnTo>
                  <a:lnTo>
                    <a:pt x="270" y="334"/>
                  </a:lnTo>
                  <a:lnTo>
                    <a:pt x="270" y="332"/>
                  </a:lnTo>
                  <a:lnTo>
                    <a:pt x="257" y="315"/>
                  </a:lnTo>
                  <a:lnTo>
                    <a:pt x="252" y="308"/>
                  </a:lnTo>
                  <a:lnTo>
                    <a:pt x="250" y="306"/>
                  </a:lnTo>
                  <a:lnTo>
                    <a:pt x="248" y="306"/>
                  </a:lnTo>
                  <a:lnTo>
                    <a:pt x="246" y="304"/>
                  </a:lnTo>
                  <a:lnTo>
                    <a:pt x="246" y="302"/>
                  </a:lnTo>
                  <a:lnTo>
                    <a:pt x="246" y="302"/>
                  </a:lnTo>
                  <a:lnTo>
                    <a:pt x="239" y="287"/>
                  </a:lnTo>
                  <a:lnTo>
                    <a:pt x="237" y="278"/>
                  </a:lnTo>
                  <a:lnTo>
                    <a:pt x="237" y="274"/>
                  </a:lnTo>
                  <a:lnTo>
                    <a:pt x="237" y="274"/>
                  </a:lnTo>
                  <a:lnTo>
                    <a:pt x="235" y="267"/>
                  </a:lnTo>
                  <a:lnTo>
                    <a:pt x="235" y="267"/>
                  </a:lnTo>
                  <a:lnTo>
                    <a:pt x="235" y="267"/>
                  </a:lnTo>
                  <a:lnTo>
                    <a:pt x="235" y="267"/>
                  </a:lnTo>
                  <a:lnTo>
                    <a:pt x="235" y="267"/>
                  </a:lnTo>
                  <a:lnTo>
                    <a:pt x="220" y="257"/>
                  </a:lnTo>
                  <a:lnTo>
                    <a:pt x="213" y="241"/>
                  </a:lnTo>
                  <a:lnTo>
                    <a:pt x="213" y="241"/>
                  </a:lnTo>
                  <a:lnTo>
                    <a:pt x="213" y="235"/>
                  </a:lnTo>
                  <a:lnTo>
                    <a:pt x="207" y="213"/>
                  </a:lnTo>
                  <a:lnTo>
                    <a:pt x="207" y="213"/>
                  </a:lnTo>
                  <a:lnTo>
                    <a:pt x="207" y="211"/>
                  </a:lnTo>
                  <a:lnTo>
                    <a:pt x="205" y="209"/>
                  </a:lnTo>
                  <a:lnTo>
                    <a:pt x="203" y="205"/>
                  </a:lnTo>
                  <a:lnTo>
                    <a:pt x="194" y="196"/>
                  </a:lnTo>
                  <a:lnTo>
                    <a:pt x="190" y="192"/>
                  </a:lnTo>
                  <a:lnTo>
                    <a:pt x="188" y="192"/>
                  </a:lnTo>
                  <a:lnTo>
                    <a:pt x="183" y="187"/>
                  </a:lnTo>
                  <a:lnTo>
                    <a:pt x="183" y="185"/>
                  </a:lnTo>
                  <a:lnTo>
                    <a:pt x="181" y="183"/>
                  </a:lnTo>
                  <a:lnTo>
                    <a:pt x="181" y="183"/>
                  </a:lnTo>
                  <a:lnTo>
                    <a:pt x="181" y="181"/>
                  </a:lnTo>
                  <a:lnTo>
                    <a:pt x="179" y="179"/>
                  </a:lnTo>
                  <a:lnTo>
                    <a:pt x="179" y="177"/>
                  </a:lnTo>
                  <a:lnTo>
                    <a:pt x="175" y="170"/>
                  </a:lnTo>
                  <a:lnTo>
                    <a:pt x="170" y="166"/>
                  </a:lnTo>
                  <a:lnTo>
                    <a:pt x="168" y="166"/>
                  </a:lnTo>
                  <a:lnTo>
                    <a:pt x="168" y="164"/>
                  </a:lnTo>
                  <a:lnTo>
                    <a:pt x="157" y="157"/>
                  </a:lnTo>
                  <a:lnTo>
                    <a:pt x="147" y="149"/>
                  </a:lnTo>
                  <a:lnTo>
                    <a:pt x="147" y="146"/>
                  </a:lnTo>
                  <a:lnTo>
                    <a:pt x="145" y="146"/>
                  </a:lnTo>
                  <a:lnTo>
                    <a:pt x="138" y="129"/>
                  </a:lnTo>
                  <a:lnTo>
                    <a:pt x="138" y="129"/>
                  </a:lnTo>
                  <a:lnTo>
                    <a:pt x="138" y="127"/>
                  </a:lnTo>
                  <a:lnTo>
                    <a:pt x="138" y="127"/>
                  </a:lnTo>
                  <a:lnTo>
                    <a:pt x="140" y="123"/>
                  </a:lnTo>
                  <a:lnTo>
                    <a:pt x="140" y="121"/>
                  </a:lnTo>
                  <a:lnTo>
                    <a:pt x="140" y="121"/>
                  </a:lnTo>
                  <a:lnTo>
                    <a:pt x="140" y="118"/>
                  </a:lnTo>
                  <a:lnTo>
                    <a:pt x="140" y="118"/>
                  </a:lnTo>
                  <a:lnTo>
                    <a:pt x="140" y="116"/>
                  </a:lnTo>
                  <a:lnTo>
                    <a:pt x="138" y="114"/>
                  </a:lnTo>
                  <a:lnTo>
                    <a:pt x="138" y="114"/>
                  </a:lnTo>
                  <a:lnTo>
                    <a:pt x="127" y="103"/>
                  </a:lnTo>
                  <a:lnTo>
                    <a:pt x="125" y="101"/>
                  </a:lnTo>
                  <a:lnTo>
                    <a:pt x="121" y="99"/>
                  </a:lnTo>
                  <a:lnTo>
                    <a:pt x="119" y="97"/>
                  </a:lnTo>
                  <a:lnTo>
                    <a:pt x="91" y="84"/>
                  </a:lnTo>
                  <a:lnTo>
                    <a:pt x="91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4" y="84"/>
                  </a:lnTo>
                  <a:lnTo>
                    <a:pt x="82" y="84"/>
                  </a:lnTo>
                  <a:lnTo>
                    <a:pt x="82" y="84"/>
                  </a:lnTo>
                  <a:lnTo>
                    <a:pt x="80" y="84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6" y="84"/>
                  </a:lnTo>
                  <a:lnTo>
                    <a:pt x="69" y="82"/>
                  </a:lnTo>
                  <a:lnTo>
                    <a:pt x="67" y="82"/>
                  </a:lnTo>
                  <a:lnTo>
                    <a:pt x="67" y="80"/>
                  </a:lnTo>
                  <a:lnTo>
                    <a:pt x="65" y="80"/>
                  </a:lnTo>
                  <a:lnTo>
                    <a:pt x="65" y="80"/>
                  </a:lnTo>
                  <a:lnTo>
                    <a:pt x="65" y="80"/>
                  </a:lnTo>
                  <a:lnTo>
                    <a:pt x="69" y="73"/>
                  </a:lnTo>
                  <a:lnTo>
                    <a:pt x="71" y="69"/>
                  </a:lnTo>
                  <a:lnTo>
                    <a:pt x="78" y="64"/>
                  </a:lnTo>
                  <a:lnTo>
                    <a:pt x="86" y="62"/>
                  </a:lnTo>
                  <a:lnTo>
                    <a:pt x="91" y="58"/>
                  </a:lnTo>
                  <a:lnTo>
                    <a:pt x="97" y="45"/>
                  </a:lnTo>
                  <a:lnTo>
                    <a:pt x="99" y="41"/>
                  </a:lnTo>
                  <a:lnTo>
                    <a:pt x="106" y="43"/>
                  </a:lnTo>
                  <a:lnTo>
                    <a:pt x="110" y="45"/>
                  </a:lnTo>
                  <a:lnTo>
                    <a:pt x="117" y="45"/>
                  </a:lnTo>
                  <a:lnTo>
                    <a:pt x="123" y="43"/>
                  </a:lnTo>
                  <a:lnTo>
                    <a:pt x="127" y="43"/>
                  </a:lnTo>
                  <a:lnTo>
                    <a:pt x="132" y="47"/>
                  </a:lnTo>
                  <a:lnTo>
                    <a:pt x="138" y="49"/>
                  </a:lnTo>
                  <a:lnTo>
                    <a:pt x="147" y="47"/>
                  </a:lnTo>
                  <a:lnTo>
                    <a:pt x="157" y="43"/>
                  </a:lnTo>
                  <a:lnTo>
                    <a:pt x="157" y="36"/>
                  </a:lnTo>
                  <a:lnTo>
                    <a:pt x="155" y="28"/>
                  </a:lnTo>
                  <a:lnTo>
                    <a:pt x="149" y="15"/>
                  </a:lnTo>
                  <a:lnTo>
                    <a:pt x="147" y="8"/>
                  </a:lnTo>
                  <a:lnTo>
                    <a:pt x="149" y="2"/>
                  </a:lnTo>
                  <a:lnTo>
                    <a:pt x="153" y="0"/>
                  </a:lnTo>
                  <a:lnTo>
                    <a:pt x="162" y="0"/>
                  </a:lnTo>
                  <a:lnTo>
                    <a:pt x="166" y="4"/>
                  </a:lnTo>
                  <a:lnTo>
                    <a:pt x="170" y="13"/>
                  </a:lnTo>
                  <a:lnTo>
                    <a:pt x="181" y="19"/>
                  </a:lnTo>
                  <a:lnTo>
                    <a:pt x="188" y="19"/>
                  </a:lnTo>
                  <a:lnTo>
                    <a:pt x="194" y="23"/>
                  </a:lnTo>
                  <a:lnTo>
                    <a:pt x="196" y="32"/>
                  </a:lnTo>
                  <a:lnTo>
                    <a:pt x="194" y="43"/>
                  </a:lnTo>
                  <a:lnTo>
                    <a:pt x="192" y="51"/>
                  </a:lnTo>
                  <a:lnTo>
                    <a:pt x="196" y="60"/>
                  </a:lnTo>
                  <a:lnTo>
                    <a:pt x="198" y="62"/>
                  </a:lnTo>
                  <a:lnTo>
                    <a:pt x="205" y="67"/>
                  </a:lnTo>
                  <a:lnTo>
                    <a:pt x="222" y="60"/>
                  </a:lnTo>
                  <a:lnTo>
                    <a:pt x="235" y="54"/>
                  </a:lnTo>
                  <a:lnTo>
                    <a:pt x="242" y="54"/>
                  </a:lnTo>
                  <a:lnTo>
                    <a:pt x="246" y="56"/>
                  </a:lnTo>
                  <a:lnTo>
                    <a:pt x="257" y="67"/>
                  </a:lnTo>
                  <a:lnTo>
                    <a:pt x="267" y="77"/>
                  </a:lnTo>
                  <a:lnTo>
                    <a:pt x="272" y="82"/>
                  </a:lnTo>
                  <a:lnTo>
                    <a:pt x="270" y="88"/>
                  </a:lnTo>
                  <a:lnTo>
                    <a:pt x="263" y="101"/>
                  </a:lnTo>
                  <a:lnTo>
                    <a:pt x="259" y="110"/>
                  </a:lnTo>
                  <a:lnTo>
                    <a:pt x="259" y="121"/>
                  </a:lnTo>
                  <a:lnTo>
                    <a:pt x="259" y="129"/>
                  </a:lnTo>
                  <a:lnTo>
                    <a:pt x="267" y="140"/>
                  </a:lnTo>
                  <a:lnTo>
                    <a:pt x="274" y="149"/>
                  </a:lnTo>
                  <a:lnTo>
                    <a:pt x="285" y="162"/>
                  </a:lnTo>
                  <a:lnTo>
                    <a:pt x="302" y="172"/>
                  </a:lnTo>
                  <a:lnTo>
                    <a:pt x="317" y="181"/>
                  </a:lnTo>
                  <a:lnTo>
                    <a:pt x="321" y="190"/>
                  </a:lnTo>
                  <a:lnTo>
                    <a:pt x="328" y="194"/>
                  </a:lnTo>
                  <a:lnTo>
                    <a:pt x="332" y="196"/>
                  </a:lnTo>
                  <a:lnTo>
                    <a:pt x="351" y="205"/>
                  </a:lnTo>
                  <a:lnTo>
                    <a:pt x="354" y="211"/>
                  </a:lnTo>
                  <a:lnTo>
                    <a:pt x="362" y="218"/>
                  </a:lnTo>
                  <a:lnTo>
                    <a:pt x="371" y="220"/>
                  </a:lnTo>
                  <a:lnTo>
                    <a:pt x="375" y="218"/>
                  </a:lnTo>
                  <a:lnTo>
                    <a:pt x="382" y="235"/>
                  </a:lnTo>
                  <a:lnTo>
                    <a:pt x="384" y="246"/>
                  </a:lnTo>
                  <a:lnTo>
                    <a:pt x="384" y="252"/>
                  </a:lnTo>
                  <a:lnTo>
                    <a:pt x="375" y="259"/>
                  </a:lnTo>
                  <a:lnTo>
                    <a:pt x="364" y="265"/>
                  </a:lnTo>
                  <a:lnTo>
                    <a:pt x="360" y="270"/>
                  </a:lnTo>
                  <a:lnTo>
                    <a:pt x="362" y="276"/>
                  </a:lnTo>
                  <a:lnTo>
                    <a:pt x="362" y="280"/>
                  </a:lnTo>
                  <a:lnTo>
                    <a:pt x="362" y="287"/>
                  </a:lnTo>
                  <a:lnTo>
                    <a:pt x="354" y="291"/>
                  </a:lnTo>
                  <a:lnTo>
                    <a:pt x="349" y="298"/>
                  </a:lnTo>
                  <a:lnTo>
                    <a:pt x="336" y="308"/>
                  </a:lnTo>
                  <a:lnTo>
                    <a:pt x="326" y="317"/>
                  </a:lnTo>
                  <a:lnTo>
                    <a:pt x="321" y="319"/>
                  </a:lnTo>
                  <a:lnTo>
                    <a:pt x="313" y="319"/>
                  </a:lnTo>
                  <a:lnTo>
                    <a:pt x="308" y="324"/>
                  </a:lnTo>
                  <a:lnTo>
                    <a:pt x="306" y="328"/>
                  </a:lnTo>
                  <a:lnTo>
                    <a:pt x="302" y="332"/>
                  </a:lnTo>
                  <a:lnTo>
                    <a:pt x="300" y="334"/>
                  </a:lnTo>
                  <a:lnTo>
                    <a:pt x="300" y="339"/>
                  </a:lnTo>
                  <a:lnTo>
                    <a:pt x="304" y="349"/>
                  </a:lnTo>
                  <a:lnTo>
                    <a:pt x="326" y="375"/>
                  </a:lnTo>
                  <a:lnTo>
                    <a:pt x="302" y="390"/>
                  </a:lnTo>
                  <a:lnTo>
                    <a:pt x="287" y="401"/>
                  </a:lnTo>
                  <a:lnTo>
                    <a:pt x="287" y="401"/>
                  </a:lnTo>
                  <a:close/>
                  <a:moveTo>
                    <a:pt x="82" y="317"/>
                  </a:moveTo>
                  <a:lnTo>
                    <a:pt x="80" y="306"/>
                  </a:lnTo>
                  <a:lnTo>
                    <a:pt x="78" y="304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2"/>
                  </a:lnTo>
                  <a:lnTo>
                    <a:pt x="76" y="302"/>
                  </a:lnTo>
                  <a:lnTo>
                    <a:pt x="73" y="304"/>
                  </a:lnTo>
                  <a:lnTo>
                    <a:pt x="76" y="306"/>
                  </a:lnTo>
                  <a:lnTo>
                    <a:pt x="78" y="311"/>
                  </a:lnTo>
                  <a:lnTo>
                    <a:pt x="80" y="315"/>
                  </a:lnTo>
                  <a:lnTo>
                    <a:pt x="80" y="319"/>
                  </a:lnTo>
                  <a:lnTo>
                    <a:pt x="80" y="319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63" y="324"/>
                  </a:lnTo>
                  <a:lnTo>
                    <a:pt x="63" y="324"/>
                  </a:lnTo>
                  <a:lnTo>
                    <a:pt x="60" y="324"/>
                  </a:lnTo>
                  <a:lnTo>
                    <a:pt x="58" y="324"/>
                  </a:lnTo>
                  <a:lnTo>
                    <a:pt x="56" y="321"/>
                  </a:lnTo>
                  <a:lnTo>
                    <a:pt x="54" y="319"/>
                  </a:lnTo>
                  <a:lnTo>
                    <a:pt x="35" y="308"/>
                  </a:lnTo>
                  <a:lnTo>
                    <a:pt x="35" y="308"/>
                  </a:lnTo>
                  <a:lnTo>
                    <a:pt x="35" y="308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298"/>
                  </a:lnTo>
                  <a:lnTo>
                    <a:pt x="30" y="298"/>
                  </a:lnTo>
                  <a:lnTo>
                    <a:pt x="30" y="298"/>
                  </a:lnTo>
                  <a:lnTo>
                    <a:pt x="30" y="298"/>
                  </a:lnTo>
                  <a:lnTo>
                    <a:pt x="28" y="295"/>
                  </a:lnTo>
                  <a:lnTo>
                    <a:pt x="26" y="291"/>
                  </a:lnTo>
                  <a:lnTo>
                    <a:pt x="26" y="289"/>
                  </a:lnTo>
                  <a:lnTo>
                    <a:pt x="24" y="287"/>
                  </a:lnTo>
                  <a:lnTo>
                    <a:pt x="17" y="278"/>
                  </a:lnTo>
                  <a:lnTo>
                    <a:pt x="15" y="276"/>
                  </a:lnTo>
                  <a:lnTo>
                    <a:pt x="15" y="276"/>
                  </a:lnTo>
                  <a:lnTo>
                    <a:pt x="13" y="274"/>
                  </a:lnTo>
                  <a:lnTo>
                    <a:pt x="13" y="274"/>
                  </a:lnTo>
                  <a:lnTo>
                    <a:pt x="7" y="263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50"/>
                  </a:lnTo>
                  <a:lnTo>
                    <a:pt x="2" y="250"/>
                  </a:lnTo>
                  <a:lnTo>
                    <a:pt x="2" y="250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7" y="241"/>
                  </a:lnTo>
                  <a:lnTo>
                    <a:pt x="7" y="239"/>
                  </a:lnTo>
                  <a:lnTo>
                    <a:pt x="9" y="235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9" y="229"/>
                  </a:lnTo>
                  <a:lnTo>
                    <a:pt x="9" y="226"/>
                  </a:lnTo>
                  <a:lnTo>
                    <a:pt x="9" y="226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3" y="222"/>
                  </a:lnTo>
                  <a:lnTo>
                    <a:pt x="13" y="222"/>
                  </a:lnTo>
                  <a:lnTo>
                    <a:pt x="15" y="222"/>
                  </a:lnTo>
                  <a:lnTo>
                    <a:pt x="20" y="224"/>
                  </a:lnTo>
                  <a:lnTo>
                    <a:pt x="20" y="224"/>
                  </a:lnTo>
                  <a:lnTo>
                    <a:pt x="22" y="224"/>
                  </a:lnTo>
                  <a:lnTo>
                    <a:pt x="24" y="224"/>
                  </a:lnTo>
                  <a:lnTo>
                    <a:pt x="24" y="224"/>
                  </a:lnTo>
                  <a:lnTo>
                    <a:pt x="30" y="220"/>
                  </a:lnTo>
                  <a:lnTo>
                    <a:pt x="35" y="218"/>
                  </a:lnTo>
                  <a:lnTo>
                    <a:pt x="37" y="218"/>
                  </a:lnTo>
                  <a:lnTo>
                    <a:pt x="37" y="218"/>
                  </a:lnTo>
                  <a:lnTo>
                    <a:pt x="41" y="222"/>
                  </a:lnTo>
                  <a:lnTo>
                    <a:pt x="48" y="241"/>
                  </a:lnTo>
                  <a:lnTo>
                    <a:pt x="56" y="254"/>
                  </a:lnTo>
                  <a:lnTo>
                    <a:pt x="56" y="259"/>
                  </a:lnTo>
                  <a:lnTo>
                    <a:pt x="56" y="261"/>
                  </a:lnTo>
                  <a:lnTo>
                    <a:pt x="56" y="261"/>
                  </a:lnTo>
                  <a:lnTo>
                    <a:pt x="56" y="263"/>
                  </a:lnTo>
                  <a:lnTo>
                    <a:pt x="63" y="272"/>
                  </a:lnTo>
                  <a:lnTo>
                    <a:pt x="76" y="298"/>
                  </a:lnTo>
                  <a:lnTo>
                    <a:pt x="76" y="298"/>
                  </a:lnTo>
                  <a:lnTo>
                    <a:pt x="76" y="298"/>
                  </a:lnTo>
                  <a:lnTo>
                    <a:pt x="78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2" y="302"/>
                  </a:lnTo>
                  <a:lnTo>
                    <a:pt x="82" y="302"/>
                  </a:lnTo>
                  <a:lnTo>
                    <a:pt x="84" y="311"/>
                  </a:lnTo>
                  <a:lnTo>
                    <a:pt x="84" y="313"/>
                  </a:lnTo>
                  <a:lnTo>
                    <a:pt x="84" y="313"/>
                  </a:lnTo>
                  <a:lnTo>
                    <a:pt x="84" y="315"/>
                  </a:lnTo>
                  <a:lnTo>
                    <a:pt x="82" y="317"/>
                  </a:lnTo>
                  <a:lnTo>
                    <a:pt x="82" y="317"/>
                  </a:lnTo>
                  <a:close/>
                  <a:moveTo>
                    <a:pt x="151" y="390"/>
                  </a:moveTo>
                  <a:lnTo>
                    <a:pt x="149" y="388"/>
                  </a:lnTo>
                  <a:lnTo>
                    <a:pt x="147" y="388"/>
                  </a:lnTo>
                  <a:lnTo>
                    <a:pt x="142" y="386"/>
                  </a:lnTo>
                  <a:lnTo>
                    <a:pt x="136" y="386"/>
                  </a:lnTo>
                  <a:lnTo>
                    <a:pt x="136" y="384"/>
                  </a:lnTo>
                  <a:lnTo>
                    <a:pt x="121" y="378"/>
                  </a:lnTo>
                  <a:lnTo>
                    <a:pt x="117" y="373"/>
                  </a:lnTo>
                  <a:lnTo>
                    <a:pt x="117" y="373"/>
                  </a:lnTo>
                  <a:lnTo>
                    <a:pt x="112" y="365"/>
                  </a:lnTo>
                  <a:lnTo>
                    <a:pt x="112" y="365"/>
                  </a:lnTo>
                  <a:lnTo>
                    <a:pt x="112" y="365"/>
                  </a:lnTo>
                  <a:lnTo>
                    <a:pt x="114" y="354"/>
                  </a:lnTo>
                  <a:lnTo>
                    <a:pt x="114" y="354"/>
                  </a:lnTo>
                  <a:lnTo>
                    <a:pt x="117" y="349"/>
                  </a:lnTo>
                  <a:lnTo>
                    <a:pt x="119" y="349"/>
                  </a:lnTo>
                  <a:lnTo>
                    <a:pt x="119" y="349"/>
                  </a:lnTo>
                  <a:lnTo>
                    <a:pt x="123" y="349"/>
                  </a:lnTo>
                  <a:lnTo>
                    <a:pt x="123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9" y="354"/>
                  </a:lnTo>
                  <a:lnTo>
                    <a:pt x="132" y="356"/>
                  </a:lnTo>
                  <a:lnTo>
                    <a:pt x="132" y="356"/>
                  </a:lnTo>
                  <a:lnTo>
                    <a:pt x="134" y="358"/>
                  </a:lnTo>
                  <a:lnTo>
                    <a:pt x="134" y="360"/>
                  </a:lnTo>
                  <a:lnTo>
                    <a:pt x="134" y="362"/>
                  </a:lnTo>
                  <a:lnTo>
                    <a:pt x="134" y="365"/>
                  </a:lnTo>
                  <a:lnTo>
                    <a:pt x="134" y="365"/>
                  </a:lnTo>
                  <a:lnTo>
                    <a:pt x="138" y="371"/>
                  </a:lnTo>
                  <a:lnTo>
                    <a:pt x="142" y="375"/>
                  </a:lnTo>
                  <a:lnTo>
                    <a:pt x="145" y="378"/>
                  </a:lnTo>
                  <a:lnTo>
                    <a:pt x="145" y="380"/>
                  </a:lnTo>
                  <a:lnTo>
                    <a:pt x="145" y="380"/>
                  </a:lnTo>
                  <a:lnTo>
                    <a:pt x="147" y="380"/>
                  </a:lnTo>
                  <a:lnTo>
                    <a:pt x="149" y="384"/>
                  </a:lnTo>
                  <a:lnTo>
                    <a:pt x="151" y="386"/>
                  </a:lnTo>
                  <a:lnTo>
                    <a:pt x="151" y="390"/>
                  </a:lnTo>
                  <a:lnTo>
                    <a:pt x="151" y="390"/>
                  </a:lnTo>
                  <a:lnTo>
                    <a:pt x="151" y="390"/>
                  </a:lnTo>
                  <a:lnTo>
                    <a:pt x="151" y="390"/>
                  </a:lnTo>
                  <a:close/>
                  <a:moveTo>
                    <a:pt x="192" y="436"/>
                  </a:moveTo>
                  <a:lnTo>
                    <a:pt x="192" y="436"/>
                  </a:lnTo>
                  <a:lnTo>
                    <a:pt x="190" y="438"/>
                  </a:lnTo>
                  <a:lnTo>
                    <a:pt x="188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4"/>
                  </a:lnTo>
                  <a:lnTo>
                    <a:pt x="183" y="444"/>
                  </a:lnTo>
                  <a:lnTo>
                    <a:pt x="173" y="447"/>
                  </a:lnTo>
                  <a:lnTo>
                    <a:pt x="170" y="447"/>
                  </a:lnTo>
                  <a:lnTo>
                    <a:pt x="170" y="447"/>
                  </a:lnTo>
                  <a:lnTo>
                    <a:pt x="170" y="444"/>
                  </a:lnTo>
                  <a:lnTo>
                    <a:pt x="168" y="444"/>
                  </a:lnTo>
                  <a:lnTo>
                    <a:pt x="166" y="436"/>
                  </a:lnTo>
                  <a:lnTo>
                    <a:pt x="164" y="412"/>
                  </a:lnTo>
                  <a:lnTo>
                    <a:pt x="164" y="408"/>
                  </a:lnTo>
                  <a:lnTo>
                    <a:pt x="164" y="406"/>
                  </a:lnTo>
                  <a:lnTo>
                    <a:pt x="166" y="406"/>
                  </a:lnTo>
                  <a:lnTo>
                    <a:pt x="166" y="406"/>
                  </a:lnTo>
                  <a:lnTo>
                    <a:pt x="166" y="406"/>
                  </a:lnTo>
                  <a:lnTo>
                    <a:pt x="168" y="406"/>
                  </a:lnTo>
                  <a:lnTo>
                    <a:pt x="168" y="406"/>
                  </a:lnTo>
                  <a:lnTo>
                    <a:pt x="168" y="406"/>
                  </a:lnTo>
                  <a:lnTo>
                    <a:pt x="188" y="421"/>
                  </a:lnTo>
                  <a:lnTo>
                    <a:pt x="188" y="421"/>
                  </a:lnTo>
                  <a:lnTo>
                    <a:pt x="190" y="425"/>
                  </a:lnTo>
                  <a:lnTo>
                    <a:pt x="192" y="429"/>
                  </a:lnTo>
                  <a:lnTo>
                    <a:pt x="194" y="429"/>
                  </a:lnTo>
                  <a:lnTo>
                    <a:pt x="194" y="432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2" y="436"/>
                  </a:lnTo>
                  <a:lnTo>
                    <a:pt x="192" y="436"/>
                  </a:lnTo>
                  <a:close/>
                  <a:moveTo>
                    <a:pt x="222" y="505"/>
                  </a:moveTo>
                  <a:lnTo>
                    <a:pt x="222" y="503"/>
                  </a:lnTo>
                  <a:lnTo>
                    <a:pt x="220" y="503"/>
                  </a:lnTo>
                  <a:lnTo>
                    <a:pt x="220" y="503"/>
                  </a:lnTo>
                  <a:lnTo>
                    <a:pt x="211" y="494"/>
                  </a:lnTo>
                  <a:lnTo>
                    <a:pt x="207" y="490"/>
                  </a:lnTo>
                  <a:lnTo>
                    <a:pt x="209" y="486"/>
                  </a:lnTo>
                  <a:lnTo>
                    <a:pt x="209" y="481"/>
                  </a:lnTo>
                  <a:lnTo>
                    <a:pt x="209" y="481"/>
                  </a:lnTo>
                  <a:lnTo>
                    <a:pt x="209" y="479"/>
                  </a:lnTo>
                  <a:lnTo>
                    <a:pt x="207" y="479"/>
                  </a:lnTo>
                  <a:lnTo>
                    <a:pt x="207" y="477"/>
                  </a:lnTo>
                  <a:lnTo>
                    <a:pt x="205" y="475"/>
                  </a:lnTo>
                  <a:lnTo>
                    <a:pt x="203" y="475"/>
                  </a:lnTo>
                  <a:lnTo>
                    <a:pt x="198" y="470"/>
                  </a:lnTo>
                  <a:lnTo>
                    <a:pt x="192" y="464"/>
                  </a:lnTo>
                  <a:lnTo>
                    <a:pt x="192" y="462"/>
                  </a:lnTo>
                  <a:lnTo>
                    <a:pt x="190" y="462"/>
                  </a:lnTo>
                  <a:lnTo>
                    <a:pt x="190" y="460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2" y="440"/>
                  </a:lnTo>
                  <a:lnTo>
                    <a:pt x="194" y="440"/>
                  </a:lnTo>
                  <a:lnTo>
                    <a:pt x="194" y="438"/>
                  </a:lnTo>
                  <a:lnTo>
                    <a:pt x="196" y="438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8" y="440"/>
                  </a:lnTo>
                  <a:lnTo>
                    <a:pt x="209" y="451"/>
                  </a:lnTo>
                  <a:lnTo>
                    <a:pt x="211" y="455"/>
                  </a:lnTo>
                  <a:lnTo>
                    <a:pt x="224" y="466"/>
                  </a:lnTo>
                  <a:lnTo>
                    <a:pt x="224" y="468"/>
                  </a:lnTo>
                  <a:lnTo>
                    <a:pt x="224" y="468"/>
                  </a:lnTo>
                  <a:lnTo>
                    <a:pt x="224" y="477"/>
                  </a:lnTo>
                  <a:lnTo>
                    <a:pt x="224" y="479"/>
                  </a:lnTo>
                  <a:lnTo>
                    <a:pt x="224" y="479"/>
                  </a:lnTo>
                  <a:lnTo>
                    <a:pt x="224" y="481"/>
                  </a:lnTo>
                  <a:lnTo>
                    <a:pt x="224" y="481"/>
                  </a:lnTo>
                  <a:lnTo>
                    <a:pt x="222" y="481"/>
                  </a:lnTo>
                  <a:lnTo>
                    <a:pt x="220" y="481"/>
                  </a:lnTo>
                  <a:lnTo>
                    <a:pt x="218" y="481"/>
                  </a:lnTo>
                  <a:lnTo>
                    <a:pt x="218" y="481"/>
                  </a:lnTo>
                  <a:lnTo>
                    <a:pt x="218" y="481"/>
                  </a:lnTo>
                  <a:lnTo>
                    <a:pt x="216" y="481"/>
                  </a:lnTo>
                  <a:lnTo>
                    <a:pt x="216" y="481"/>
                  </a:lnTo>
                  <a:lnTo>
                    <a:pt x="213" y="483"/>
                  </a:lnTo>
                  <a:lnTo>
                    <a:pt x="213" y="483"/>
                  </a:lnTo>
                  <a:lnTo>
                    <a:pt x="213" y="483"/>
                  </a:lnTo>
                  <a:lnTo>
                    <a:pt x="216" y="488"/>
                  </a:lnTo>
                  <a:lnTo>
                    <a:pt x="218" y="492"/>
                  </a:lnTo>
                  <a:lnTo>
                    <a:pt x="220" y="496"/>
                  </a:lnTo>
                  <a:lnTo>
                    <a:pt x="222" y="496"/>
                  </a:lnTo>
                  <a:lnTo>
                    <a:pt x="224" y="501"/>
                  </a:lnTo>
                  <a:lnTo>
                    <a:pt x="224" y="501"/>
                  </a:lnTo>
                  <a:lnTo>
                    <a:pt x="224" y="503"/>
                  </a:lnTo>
                  <a:lnTo>
                    <a:pt x="224" y="503"/>
                  </a:lnTo>
                  <a:lnTo>
                    <a:pt x="224" y="503"/>
                  </a:lnTo>
                  <a:lnTo>
                    <a:pt x="224" y="505"/>
                  </a:lnTo>
                  <a:lnTo>
                    <a:pt x="222" y="505"/>
                  </a:lnTo>
                  <a:lnTo>
                    <a:pt x="222" y="50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27" name="Freeform 74">
              <a:extLst>
                <a:ext uri="{FF2B5EF4-FFF2-40B4-BE49-F238E27FC236}">
                  <a16:creationId xmlns:a16="http://schemas.microsoft.com/office/drawing/2014/main" id="{B71FE1B3-1D1A-6649-3E31-2B53CFE886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24348" y="3149814"/>
              <a:ext cx="753603" cy="416973"/>
            </a:xfrm>
            <a:custGeom>
              <a:avLst/>
              <a:gdLst/>
              <a:ahLst/>
              <a:cxnLst>
                <a:cxn ang="0">
                  <a:pos x="530" y="190"/>
                </a:cxn>
                <a:cxn ang="0">
                  <a:pos x="493" y="164"/>
                </a:cxn>
                <a:cxn ang="0">
                  <a:pos x="461" y="149"/>
                </a:cxn>
                <a:cxn ang="0">
                  <a:pos x="461" y="123"/>
                </a:cxn>
                <a:cxn ang="0">
                  <a:pos x="450" y="110"/>
                </a:cxn>
                <a:cxn ang="0">
                  <a:pos x="437" y="75"/>
                </a:cxn>
                <a:cxn ang="0">
                  <a:pos x="370" y="52"/>
                </a:cxn>
                <a:cxn ang="0">
                  <a:pos x="396" y="32"/>
                </a:cxn>
                <a:cxn ang="0">
                  <a:pos x="390" y="19"/>
                </a:cxn>
                <a:cxn ang="0">
                  <a:pos x="422" y="6"/>
                </a:cxn>
                <a:cxn ang="0">
                  <a:pos x="441" y="37"/>
                </a:cxn>
                <a:cxn ang="0">
                  <a:pos x="459" y="0"/>
                </a:cxn>
                <a:cxn ang="0">
                  <a:pos x="472" y="17"/>
                </a:cxn>
                <a:cxn ang="0">
                  <a:pos x="491" y="78"/>
                </a:cxn>
                <a:cxn ang="0">
                  <a:pos x="513" y="116"/>
                </a:cxn>
                <a:cxn ang="0">
                  <a:pos x="547" y="145"/>
                </a:cxn>
                <a:cxn ang="0">
                  <a:pos x="543" y="173"/>
                </a:cxn>
                <a:cxn ang="0">
                  <a:pos x="71" y="132"/>
                </a:cxn>
                <a:cxn ang="0">
                  <a:pos x="127" y="84"/>
                </a:cxn>
                <a:cxn ang="0">
                  <a:pos x="164" y="73"/>
                </a:cxn>
                <a:cxn ang="0">
                  <a:pos x="245" y="28"/>
                </a:cxn>
                <a:cxn ang="0">
                  <a:pos x="295" y="32"/>
                </a:cxn>
                <a:cxn ang="0">
                  <a:pos x="288" y="47"/>
                </a:cxn>
                <a:cxn ang="0">
                  <a:pos x="295" y="45"/>
                </a:cxn>
                <a:cxn ang="0">
                  <a:pos x="321" y="60"/>
                </a:cxn>
                <a:cxn ang="0">
                  <a:pos x="336" y="80"/>
                </a:cxn>
                <a:cxn ang="0">
                  <a:pos x="314" y="129"/>
                </a:cxn>
                <a:cxn ang="0">
                  <a:pos x="295" y="142"/>
                </a:cxn>
                <a:cxn ang="0">
                  <a:pos x="301" y="138"/>
                </a:cxn>
                <a:cxn ang="0">
                  <a:pos x="323" y="116"/>
                </a:cxn>
                <a:cxn ang="0">
                  <a:pos x="351" y="99"/>
                </a:cxn>
                <a:cxn ang="0">
                  <a:pos x="379" y="101"/>
                </a:cxn>
                <a:cxn ang="0">
                  <a:pos x="424" y="108"/>
                </a:cxn>
                <a:cxn ang="0">
                  <a:pos x="422" y="125"/>
                </a:cxn>
                <a:cxn ang="0">
                  <a:pos x="435" y="140"/>
                </a:cxn>
                <a:cxn ang="0">
                  <a:pos x="444" y="151"/>
                </a:cxn>
                <a:cxn ang="0">
                  <a:pos x="454" y="173"/>
                </a:cxn>
                <a:cxn ang="0">
                  <a:pos x="470" y="175"/>
                </a:cxn>
                <a:cxn ang="0">
                  <a:pos x="476" y="209"/>
                </a:cxn>
                <a:cxn ang="0">
                  <a:pos x="459" y="222"/>
                </a:cxn>
                <a:cxn ang="0">
                  <a:pos x="448" y="265"/>
                </a:cxn>
                <a:cxn ang="0">
                  <a:pos x="463" y="281"/>
                </a:cxn>
                <a:cxn ang="0">
                  <a:pos x="441" y="313"/>
                </a:cxn>
                <a:cxn ang="0">
                  <a:pos x="366" y="274"/>
                </a:cxn>
                <a:cxn ang="0">
                  <a:pos x="254" y="371"/>
                </a:cxn>
                <a:cxn ang="0">
                  <a:pos x="189" y="380"/>
                </a:cxn>
                <a:cxn ang="0">
                  <a:pos x="84" y="291"/>
                </a:cxn>
                <a:cxn ang="0">
                  <a:pos x="103" y="224"/>
                </a:cxn>
                <a:cxn ang="0">
                  <a:pos x="0" y="140"/>
                </a:cxn>
                <a:cxn ang="0">
                  <a:pos x="668" y="125"/>
                </a:cxn>
                <a:cxn ang="0">
                  <a:pos x="737" y="149"/>
                </a:cxn>
                <a:cxn ang="0">
                  <a:pos x="715" y="205"/>
                </a:cxn>
                <a:cxn ang="0">
                  <a:pos x="702" y="201"/>
                </a:cxn>
                <a:cxn ang="0">
                  <a:pos x="685" y="190"/>
                </a:cxn>
                <a:cxn ang="0">
                  <a:pos x="666" y="205"/>
                </a:cxn>
                <a:cxn ang="0">
                  <a:pos x="659" y="168"/>
                </a:cxn>
                <a:cxn ang="0">
                  <a:pos x="592" y="162"/>
                </a:cxn>
                <a:cxn ang="0">
                  <a:pos x="599" y="166"/>
                </a:cxn>
                <a:cxn ang="0">
                  <a:pos x="644" y="166"/>
                </a:cxn>
                <a:cxn ang="0">
                  <a:pos x="644" y="157"/>
                </a:cxn>
                <a:cxn ang="0">
                  <a:pos x="571" y="181"/>
                </a:cxn>
                <a:cxn ang="0">
                  <a:pos x="566" y="166"/>
                </a:cxn>
              </a:cxnLst>
              <a:rect l="0" t="0" r="r" b="b"/>
              <a:pathLst>
                <a:path w="741" h="410">
                  <a:moveTo>
                    <a:pt x="547" y="175"/>
                  </a:moveTo>
                  <a:lnTo>
                    <a:pt x="547" y="175"/>
                  </a:lnTo>
                  <a:lnTo>
                    <a:pt x="549" y="175"/>
                  </a:lnTo>
                  <a:lnTo>
                    <a:pt x="556" y="179"/>
                  </a:lnTo>
                  <a:lnTo>
                    <a:pt x="556" y="179"/>
                  </a:lnTo>
                  <a:lnTo>
                    <a:pt x="558" y="179"/>
                  </a:lnTo>
                  <a:lnTo>
                    <a:pt x="556" y="186"/>
                  </a:lnTo>
                  <a:lnTo>
                    <a:pt x="556" y="188"/>
                  </a:lnTo>
                  <a:lnTo>
                    <a:pt x="554" y="190"/>
                  </a:lnTo>
                  <a:lnTo>
                    <a:pt x="532" y="190"/>
                  </a:lnTo>
                  <a:lnTo>
                    <a:pt x="530" y="190"/>
                  </a:lnTo>
                  <a:lnTo>
                    <a:pt x="530" y="190"/>
                  </a:lnTo>
                  <a:lnTo>
                    <a:pt x="530" y="190"/>
                  </a:lnTo>
                  <a:lnTo>
                    <a:pt x="523" y="179"/>
                  </a:lnTo>
                  <a:lnTo>
                    <a:pt x="521" y="177"/>
                  </a:lnTo>
                  <a:lnTo>
                    <a:pt x="517" y="175"/>
                  </a:lnTo>
                  <a:lnTo>
                    <a:pt x="506" y="168"/>
                  </a:lnTo>
                  <a:lnTo>
                    <a:pt x="504" y="168"/>
                  </a:lnTo>
                  <a:lnTo>
                    <a:pt x="502" y="168"/>
                  </a:lnTo>
                  <a:lnTo>
                    <a:pt x="502" y="166"/>
                  </a:lnTo>
                  <a:lnTo>
                    <a:pt x="500" y="166"/>
                  </a:lnTo>
                  <a:lnTo>
                    <a:pt x="493" y="164"/>
                  </a:lnTo>
                  <a:lnTo>
                    <a:pt x="487" y="162"/>
                  </a:lnTo>
                  <a:lnTo>
                    <a:pt x="482" y="160"/>
                  </a:lnTo>
                  <a:lnTo>
                    <a:pt x="480" y="160"/>
                  </a:lnTo>
                  <a:lnTo>
                    <a:pt x="478" y="160"/>
                  </a:lnTo>
                  <a:lnTo>
                    <a:pt x="472" y="157"/>
                  </a:lnTo>
                  <a:lnTo>
                    <a:pt x="470" y="157"/>
                  </a:lnTo>
                  <a:lnTo>
                    <a:pt x="470" y="157"/>
                  </a:lnTo>
                  <a:lnTo>
                    <a:pt x="467" y="157"/>
                  </a:lnTo>
                  <a:lnTo>
                    <a:pt x="465" y="157"/>
                  </a:lnTo>
                  <a:lnTo>
                    <a:pt x="465" y="155"/>
                  </a:lnTo>
                  <a:lnTo>
                    <a:pt x="461" y="149"/>
                  </a:lnTo>
                  <a:lnTo>
                    <a:pt x="459" y="145"/>
                  </a:lnTo>
                  <a:lnTo>
                    <a:pt x="457" y="138"/>
                  </a:lnTo>
                  <a:lnTo>
                    <a:pt x="457" y="136"/>
                  </a:lnTo>
                  <a:lnTo>
                    <a:pt x="457" y="134"/>
                  </a:lnTo>
                  <a:lnTo>
                    <a:pt x="457" y="132"/>
                  </a:lnTo>
                  <a:lnTo>
                    <a:pt x="457" y="132"/>
                  </a:lnTo>
                  <a:lnTo>
                    <a:pt x="459" y="127"/>
                  </a:lnTo>
                  <a:lnTo>
                    <a:pt x="459" y="125"/>
                  </a:lnTo>
                  <a:lnTo>
                    <a:pt x="459" y="125"/>
                  </a:lnTo>
                  <a:lnTo>
                    <a:pt x="461" y="123"/>
                  </a:lnTo>
                  <a:lnTo>
                    <a:pt x="461" y="123"/>
                  </a:lnTo>
                  <a:lnTo>
                    <a:pt x="461" y="121"/>
                  </a:lnTo>
                  <a:lnTo>
                    <a:pt x="461" y="119"/>
                  </a:lnTo>
                  <a:lnTo>
                    <a:pt x="461" y="119"/>
                  </a:lnTo>
                  <a:lnTo>
                    <a:pt x="461" y="116"/>
                  </a:lnTo>
                  <a:lnTo>
                    <a:pt x="461" y="116"/>
                  </a:lnTo>
                  <a:lnTo>
                    <a:pt x="459" y="114"/>
                  </a:lnTo>
                  <a:lnTo>
                    <a:pt x="459" y="112"/>
                  </a:lnTo>
                  <a:lnTo>
                    <a:pt x="457" y="112"/>
                  </a:lnTo>
                  <a:lnTo>
                    <a:pt x="457" y="112"/>
                  </a:lnTo>
                  <a:lnTo>
                    <a:pt x="452" y="112"/>
                  </a:lnTo>
                  <a:lnTo>
                    <a:pt x="450" y="110"/>
                  </a:lnTo>
                  <a:lnTo>
                    <a:pt x="448" y="108"/>
                  </a:lnTo>
                  <a:lnTo>
                    <a:pt x="448" y="106"/>
                  </a:lnTo>
                  <a:lnTo>
                    <a:pt x="448" y="106"/>
                  </a:lnTo>
                  <a:lnTo>
                    <a:pt x="446" y="103"/>
                  </a:lnTo>
                  <a:lnTo>
                    <a:pt x="446" y="93"/>
                  </a:lnTo>
                  <a:lnTo>
                    <a:pt x="446" y="82"/>
                  </a:lnTo>
                  <a:lnTo>
                    <a:pt x="444" y="80"/>
                  </a:lnTo>
                  <a:lnTo>
                    <a:pt x="444" y="78"/>
                  </a:lnTo>
                  <a:lnTo>
                    <a:pt x="439" y="75"/>
                  </a:lnTo>
                  <a:lnTo>
                    <a:pt x="437" y="75"/>
                  </a:lnTo>
                  <a:lnTo>
                    <a:pt x="437" y="75"/>
                  </a:lnTo>
                  <a:lnTo>
                    <a:pt x="407" y="71"/>
                  </a:lnTo>
                  <a:lnTo>
                    <a:pt x="398" y="73"/>
                  </a:lnTo>
                  <a:lnTo>
                    <a:pt x="390" y="75"/>
                  </a:lnTo>
                  <a:lnTo>
                    <a:pt x="366" y="69"/>
                  </a:lnTo>
                  <a:lnTo>
                    <a:pt x="366" y="69"/>
                  </a:lnTo>
                  <a:lnTo>
                    <a:pt x="366" y="67"/>
                  </a:lnTo>
                  <a:lnTo>
                    <a:pt x="364" y="65"/>
                  </a:lnTo>
                  <a:lnTo>
                    <a:pt x="364" y="62"/>
                  </a:lnTo>
                  <a:lnTo>
                    <a:pt x="364" y="60"/>
                  </a:lnTo>
                  <a:lnTo>
                    <a:pt x="366" y="54"/>
                  </a:lnTo>
                  <a:lnTo>
                    <a:pt x="370" y="52"/>
                  </a:lnTo>
                  <a:lnTo>
                    <a:pt x="370" y="49"/>
                  </a:lnTo>
                  <a:lnTo>
                    <a:pt x="375" y="49"/>
                  </a:lnTo>
                  <a:lnTo>
                    <a:pt x="381" y="47"/>
                  </a:lnTo>
                  <a:lnTo>
                    <a:pt x="383" y="47"/>
                  </a:lnTo>
                  <a:lnTo>
                    <a:pt x="385" y="45"/>
                  </a:lnTo>
                  <a:lnTo>
                    <a:pt x="394" y="39"/>
                  </a:lnTo>
                  <a:lnTo>
                    <a:pt x="396" y="37"/>
                  </a:lnTo>
                  <a:lnTo>
                    <a:pt x="396" y="37"/>
                  </a:lnTo>
                  <a:lnTo>
                    <a:pt x="398" y="34"/>
                  </a:lnTo>
                  <a:lnTo>
                    <a:pt x="398" y="32"/>
                  </a:lnTo>
                  <a:lnTo>
                    <a:pt x="396" y="32"/>
                  </a:lnTo>
                  <a:lnTo>
                    <a:pt x="396" y="30"/>
                  </a:lnTo>
                  <a:lnTo>
                    <a:pt x="396" y="30"/>
                  </a:lnTo>
                  <a:lnTo>
                    <a:pt x="396" y="28"/>
                  </a:lnTo>
                  <a:lnTo>
                    <a:pt x="394" y="28"/>
                  </a:lnTo>
                  <a:lnTo>
                    <a:pt x="394" y="28"/>
                  </a:lnTo>
                  <a:lnTo>
                    <a:pt x="392" y="28"/>
                  </a:lnTo>
                  <a:lnTo>
                    <a:pt x="390" y="26"/>
                  </a:lnTo>
                  <a:lnTo>
                    <a:pt x="390" y="26"/>
                  </a:lnTo>
                  <a:lnTo>
                    <a:pt x="390" y="26"/>
                  </a:lnTo>
                  <a:lnTo>
                    <a:pt x="390" y="24"/>
                  </a:lnTo>
                  <a:lnTo>
                    <a:pt x="390" y="19"/>
                  </a:lnTo>
                  <a:lnTo>
                    <a:pt x="390" y="19"/>
                  </a:lnTo>
                  <a:lnTo>
                    <a:pt x="392" y="19"/>
                  </a:lnTo>
                  <a:lnTo>
                    <a:pt x="396" y="13"/>
                  </a:lnTo>
                  <a:lnTo>
                    <a:pt x="403" y="8"/>
                  </a:lnTo>
                  <a:lnTo>
                    <a:pt x="405" y="8"/>
                  </a:lnTo>
                  <a:lnTo>
                    <a:pt x="418" y="4"/>
                  </a:lnTo>
                  <a:lnTo>
                    <a:pt x="418" y="4"/>
                  </a:lnTo>
                  <a:lnTo>
                    <a:pt x="420" y="4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2" y="6"/>
                  </a:lnTo>
                  <a:lnTo>
                    <a:pt x="426" y="17"/>
                  </a:lnTo>
                  <a:lnTo>
                    <a:pt x="426" y="26"/>
                  </a:lnTo>
                  <a:lnTo>
                    <a:pt x="426" y="26"/>
                  </a:lnTo>
                  <a:lnTo>
                    <a:pt x="426" y="26"/>
                  </a:lnTo>
                  <a:lnTo>
                    <a:pt x="426" y="28"/>
                  </a:lnTo>
                  <a:lnTo>
                    <a:pt x="429" y="30"/>
                  </a:lnTo>
                  <a:lnTo>
                    <a:pt x="431" y="32"/>
                  </a:lnTo>
                  <a:lnTo>
                    <a:pt x="431" y="32"/>
                  </a:lnTo>
                  <a:lnTo>
                    <a:pt x="433" y="34"/>
                  </a:lnTo>
                  <a:lnTo>
                    <a:pt x="435" y="34"/>
                  </a:lnTo>
                  <a:lnTo>
                    <a:pt x="441" y="37"/>
                  </a:lnTo>
                  <a:lnTo>
                    <a:pt x="446" y="37"/>
                  </a:lnTo>
                  <a:lnTo>
                    <a:pt x="446" y="37"/>
                  </a:lnTo>
                  <a:lnTo>
                    <a:pt x="446" y="34"/>
                  </a:lnTo>
                  <a:lnTo>
                    <a:pt x="446" y="34"/>
                  </a:lnTo>
                  <a:lnTo>
                    <a:pt x="439" y="17"/>
                  </a:lnTo>
                  <a:lnTo>
                    <a:pt x="433" y="6"/>
                  </a:lnTo>
                  <a:lnTo>
                    <a:pt x="437" y="4"/>
                  </a:lnTo>
                  <a:lnTo>
                    <a:pt x="454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9" y="0"/>
                  </a:lnTo>
                  <a:lnTo>
                    <a:pt x="472" y="8"/>
                  </a:lnTo>
                  <a:lnTo>
                    <a:pt x="472" y="11"/>
                  </a:lnTo>
                  <a:lnTo>
                    <a:pt x="474" y="11"/>
                  </a:lnTo>
                  <a:lnTo>
                    <a:pt x="474" y="13"/>
                  </a:lnTo>
                  <a:lnTo>
                    <a:pt x="474" y="13"/>
                  </a:lnTo>
                  <a:lnTo>
                    <a:pt x="474" y="13"/>
                  </a:lnTo>
                  <a:lnTo>
                    <a:pt x="474" y="15"/>
                  </a:lnTo>
                  <a:lnTo>
                    <a:pt x="472" y="15"/>
                  </a:lnTo>
                  <a:lnTo>
                    <a:pt x="472" y="15"/>
                  </a:lnTo>
                  <a:lnTo>
                    <a:pt x="472" y="15"/>
                  </a:lnTo>
                  <a:lnTo>
                    <a:pt x="472" y="17"/>
                  </a:lnTo>
                  <a:lnTo>
                    <a:pt x="472" y="21"/>
                  </a:lnTo>
                  <a:lnTo>
                    <a:pt x="474" y="24"/>
                  </a:lnTo>
                  <a:lnTo>
                    <a:pt x="480" y="32"/>
                  </a:lnTo>
                  <a:lnTo>
                    <a:pt x="485" y="43"/>
                  </a:lnTo>
                  <a:lnTo>
                    <a:pt x="489" y="52"/>
                  </a:lnTo>
                  <a:lnTo>
                    <a:pt x="489" y="56"/>
                  </a:lnTo>
                  <a:lnTo>
                    <a:pt x="487" y="58"/>
                  </a:lnTo>
                  <a:lnTo>
                    <a:pt x="489" y="65"/>
                  </a:lnTo>
                  <a:lnTo>
                    <a:pt x="489" y="65"/>
                  </a:lnTo>
                  <a:lnTo>
                    <a:pt x="491" y="78"/>
                  </a:lnTo>
                  <a:lnTo>
                    <a:pt x="491" y="78"/>
                  </a:lnTo>
                  <a:lnTo>
                    <a:pt x="498" y="95"/>
                  </a:lnTo>
                  <a:lnTo>
                    <a:pt x="498" y="97"/>
                  </a:lnTo>
                  <a:lnTo>
                    <a:pt x="500" y="101"/>
                  </a:lnTo>
                  <a:lnTo>
                    <a:pt x="500" y="103"/>
                  </a:lnTo>
                  <a:lnTo>
                    <a:pt x="502" y="106"/>
                  </a:lnTo>
                  <a:lnTo>
                    <a:pt x="506" y="110"/>
                  </a:lnTo>
                  <a:lnTo>
                    <a:pt x="506" y="112"/>
                  </a:lnTo>
                  <a:lnTo>
                    <a:pt x="508" y="114"/>
                  </a:lnTo>
                  <a:lnTo>
                    <a:pt x="510" y="116"/>
                  </a:lnTo>
                  <a:lnTo>
                    <a:pt x="510" y="116"/>
                  </a:lnTo>
                  <a:lnTo>
                    <a:pt x="513" y="116"/>
                  </a:lnTo>
                  <a:lnTo>
                    <a:pt x="513" y="116"/>
                  </a:lnTo>
                  <a:lnTo>
                    <a:pt x="515" y="116"/>
                  </a:lnTo>
                  <a:lnTo>
                    <a:pt x="541" y="123"/>
                  </a:lnTo>
                  <a:lnTo>
                    <a:pt x="562" y="129"/>
                  </a:lnTo>
                  <a:lnTo>
                    <a:pt x="558" y="132"/>
                  </a:lnTo>
                  <a:lnTo>
                    <a:pt x="556" y="134"/>
                  </a:lnTo>
                  <a:lnTo>
                    <a:pt x="554" y="134"/>
                  </a:lnTo>
                  <a:lnTo>
                    <a:pt x="554" y="136"/>
                  </a:lnTo>
                  <a:lnTo>
                    <a:pt x="549" y="140"/>
                  </a:lnTo>
                  <a:lnTo>
                    <a:pt x="549" y="142"/>
                  </a:lnTo>
                  <a:lnTo>
                    <a:pt x="547" y="145"/>
                  </a:lnTo>
                  <a:lnTo>
                    <a:pt x="547" y="147"/>
                  </a:lnTo>
                  <a:lnTo>
                    <a:pt x="545" y="151"/>
                  </a:lnTo>
                  <a:lnTo>
                    <a:pt x="545" y="151"/>
                  </a:lnTo>
                  <a:lnTo>
                    <a:pt x="541" y="162"/>
                  </a:lnTo>
                  <a:lnTo>
                    <a:pt x="541" y="164"/>
                  </a:lnTo>
                  <a:lnTo>
                    <a:pt x="541" y="168"/>
                  </a:lnTo>
                  <a:lnTo>
                    <a:pt x="541" y="170"/>
                  </a:lnTo>
                  <a:lnTo>
                    <a:pt x="541" y="170"/>
                  </a:lnTo>
                  <a:lnTo>
                    <a:pt x="541" y="173"/>
                  </a:lnTo>
                  <a:lnTo>
                    <a:pt x="541" y="173"/>
                  </a:lnTo>
                  <a:lnTo>
                    <a:pt x="543" y="173"/>
                  </a:lnTo>
                  <a:lnTo>
                    <a:pt x="547" y="175"/>
                  </a:lnTo>
                  <a:lnTo>
                    <a:pt x="547" y="175"/>
                  </a:lnTo>
                  <a:lnTo>
                    <a:pt x="547" y="175"/>
                  </a:lnTo>
                  <a:close/>
                  <a:moveTo>
                    <a:pt x="0" y="140"/>
                  </a:moveTo>
                  <a:lnTo>
                    <a:pt x="6" y="140"/>
                  </a:lnTo>
                  <a:lnTo>
                    <a:pt x="13" y="136"/>
                  </a:lnTo>
                  <a:lnTo>
                    <a:pt x="21" y="132"/>
                  </a:lnTo>
                  <a:lnTo>
                    <a:pt x="30" y="129"/>
                  </a:lnTo>
                  <a:lnTo>
                    <a:pt x="39" y="134"/>
                  </a:lnTo>
                  <a:lnTo>
                    <a:pt x="54" y="136"/>
                  </a:lnTo>
                  <a:lnTo>
                    <a:pt x="71" y="132"/>
                  </a:lnTo>
                  <a:lnTo>
                    <a:pt x="77" y="125"/>
                  </a:lnTo>
                  <a:lnTo>
                    <a:pt x="84" y="121"/>
                  </a:lnTo>
                  <a:lnTo>
                    <a:pt x="86" y="116"/>
                  </a:lnTo>
                  <a:lnTo>
                    <a:pt x="86" y="103"/>
                  </a:lnTo>
                  <a:lnTo>
                    <a:pt x="86" y="93"/>
                  </a:lnTo>
                  <a:lnTo>
                    <a:pt x="90" y="91"/>
                  </a:lnTo>
                  <a:lnTo>
                    <a:pt x="101" y="91"/>
                  </a:lnTo>
                  <a:lnTo>
                    <a:pt x="112" y="91"/>
                  </a:lnTo>
                  <a:lnTo>
                    <a:pt x="120" y="93"/>
                  </a:lnTo>
                  <a:lnTo>
                    <a:pt x="125" y="88"/>
                  </a:lnTo>
                  <a:lnTo>
                    <a:pt x="127" y="84"/>
                  </a:lnTo>
                  <a:lnTo>
                    <a:pt x="129" y="75"/>
                  </a:lnTo>
                  <a:lnTo>
                    <a:pt x="133" y="73"/>
                  </a:lnTo>
                  <a:lnTo>
                    <a:pt x="140" y="71"/>
                  </a:lnTo>
                  <a:lnTo>
                    <a:pt x="140" y="78"/>
                  </a:lnTo>
                  <a:lnTo>
                    <a:pt x="144" y="84"/>
                  </a:lnTo>
                  <a:lnTo>
                    <a:pt x="148" y="88"/>
                  </a:lnTo>
                  <a:lnTo>
                    <a:pt x="153" y="93"/>
                  </a:lnTo>
                  <a:lnTo>
                    <a:pt x="157" y="91"/>
                  </a:lnTo>
                  <a:lnTo>
                    <a:pt x="157" y="80"/>
                  </a:lnTo>
                  <a:lnTo>
                    <a:pt x="159" y="75"/>
                  </a:lnTo>
                  <a:lnTo>
                    <a:pt x="164" y="73"/>
                  </a:lnTo>
                  <a:lnTo>
                    <a:pt x="168" y="67"/>
                  </a:lnTo>
                  <a:lnTo>
                    <a:pt x="168" y="60"/>
                  </a:lnTo>
                  <a:lnTo>
                    <a:pt x="166" y="54"/>
                  </a:lnTo>
                  <a:lnTo>
                    <a:pt x="161" y="45"/>
                  </a:lnTo>
                  <a:lnTo>
                    <a:pt x="166" y="41"/>
                  </a:lnTo>
                  <a:lnTo>
                    <a:pt x="174" y="39"/>
                  </a:lnTo>
                  <a:lnTo>
                    <a:pt x="185" y="37"/>
                  </a:lnTo>
                  <a:lnTo>
                    <a:pt x="200" y="34"/>
                  </a:lnTo>
                  <a:lnTo>
                    <a:pt x="224" y="30"/>
                  </a:lnTo>
                  <a:lnTo>
                    <a:pt x="241" y="32"/>
                  </a:lnTo>
                  <a:lnTo>
                    <a:pt x="245" y="28"/>
                  </a:lnTo>
                  <a:lnTo>
                    <a:pt x="252" y="24"/>
                  </a:lnTo>
                  <a:lnTo>
                    <a:pt x="258" y="21"/>
                  </a:lnTo>
                  <a:lnTo>
                    <a:pt x="267" y="21"/>
                  </a:lnTo>
                  <a:lnTo>
                    <a:pt x="276" y="21"/>
                  </a:lnTo>
                  <a:lnTo>
                    <a:pt x="288" y="17"/>
                  </a:lnTo>
                  <a:lnTo>
                    <a:pt x="291" y="19"/>
                  </a:lnTo>
                  <a:lnTo>
                    <a:pt x="293" y="24"/>
                  </a:lnTo>
                  <a:lnTo>
                    <a:pt x="295" y="28"/>
                  </a:lnTo>
                  <a:lnTo>
                    <a:pt x="295" y="30"/>
                  </a:lnTo>
                  <a:lnTo>
                    <a:pt x="295" y="32"/>
                  </a:lnTo>
                  <a:lnTo>
                    <a:pt x="295" y="32"/>
                  </a:lnTo>
                  <a:lnTo>
                    <a:pt x="295" y="34"/>
                  </a:lnTo>
                  <a:lnTo>
                    <a:pt x="295" y="34"/>
                  </a:lnTo>
                  <a:lnTo>
                    <a:pt x="295" y="37"/>
                  </a:lnTo>
                  <a:lnTo>
                    <a:pt x="295" y="37"/>
                  </a:lnTo>
                  <a:lnTo>
                    <a:pt x="293" y="37"/>
                  </a:lnTo>
                  <a:lnTo>
                    <a:pt x="293" y="37"/>
                  </a:lnTo>
                  <a:lnTo>
                    <a:pt x="291" y="39"/>
                  </a:lnTo>
                  <a:lnTo>
                    <a:pt x="291" y="41"/>
                  </a:lnTo>
                  <a:lnTo>
                    <a:pt x="288" y="45"/>
                  </a:lnTo>
                  <a:lnTo>
                    <a:pt x="288" y="47"/>
                  </a:lnTo>
                  <a:lnTo>
                    <a:pt x="288" y="47"/>
                  </a:lnTo>
                  <a:lnTo>
                    <a:pt x="288" y="49"/>
                  </a:lnTo>
                  <a:lnTo>
                    <a:pt x="288" y="52"/>
                  </a:lnTo>
                  <a:lnTo>
                    <a:pt x="291" y="52"/>
                  </a:lnTo>
                  <a:lnTo>
                    <a:pt x="291" y="52"/>
                  </a:lnTo>
                  <a:lnTo>
                    <a:pt x="291" y="52"/>
                  </a:lnTo>
                  <a:lnTo>
                    <a:pt x="291" y="52"/>
                  </a:lnTo>
                  <a:lnTo>
                    <a:pt x="293" y="52"/>
                  </a:lnTo>
                  <a:lnTo>
                    <a:pt x="293" y="52"/>
                  </a:lnTo>
                  <a:lnTo>
                    <a:pt x="293" y="47"/>
                  </a:lnTo>
                  <a:lnTo>
                    <a:pt x="293" y="47"/>
                  </a:lnTo>
                  <a:lnTo>
                    <a:pt x="295" y="45"/>
                  </a:lnTo>
                  <a:lnTo>
                    <a:pt x="295" y="43"/>
                  </a:lnTo>
                  <a:lnTo>
                    <a:pt x="295" y="43"/>
                  </a:lnTo>
                  <a:lnTo>
                    <a:pt x="295" y="43"/>
                  </a:lnTo>
                  <a:lnTo>
                    <a:pt x="297" y="43"/>
                  </a:lnTo>
                  <a:lnTo>
                    <a:pt x="297" y="43"/>
                  </a:lnTo>
                  <a:lnTo>
                    <a:pt x="299" y="45"/>
                  </a:lnTo>
                  <a:lnTo>
                    <a:pt x="306" y="49"/>
                  </a:lnTo>
                  <a:lnTo>
                    <a:pt x="306" y="49"/>
                  </a:lnTo>
                  <a:lnTo>
                    <a:pt x="306" y="52"/>
                  </a:lnTo>
                  <a:lnTo>
                    <a:pt x="306" y="52"/>
                  </a:lnTo>
                  <a:lnTo>
                    <a:pt x="321" y="60"/>
                  </a:lnTo>
                  <a:lnTo>
                    <a:pt x="323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7" y="60"/>
                  </a:lnTo>
                  <a:lnTo>
                    <a:pt x="329" y="62"/>
                  </a:lnTo>
                  <a:lnTo>
                    <a:pt x="332" y="65"/>
                  </a:lnTo>
                  <a:lnTo>
                    <a:pt x="334" y="67"/>
                  </a:lnTo>
                  <a:lnTo>
                    <a:pt x="334" y="69"/>
                  </a:lnTo>
                  <a:lnTo>
                    <a:pt x="336" y="73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0"/>
                  </a:lnTo>
                  <a:lnTo>
                    <a:pt x="334" y="82"/>
                  </a:lnTo>
                  <a:lnTo>
                    <a:pt x="334" y="84"/>
                  </a:lnTo>
                  <a:lnTo>
                    <a:pt x="317" y="106"/>
                  </a:lnTo>
                  <a:lnTo>
                    <a:pt x="317" y="106"/>
                  </a:lnTo>
                  <a:lnTo>
                    <a:pt x="317" y="108"/>
                  </a:lnTo>
                  <a:lnTo>
                    <a:pt x="317" y="114"/>
                  </a:lnTo>
                  <a:lnTo>
                    <a:pt x="317" y="127"/>
                  </a:lnTo>
                  <a:lnTo>
                    <a:pt x="317" y="127"/>
                  </a:lnTo>
                  <a:lnTo>
                    <a:pt x="314" y="127"/>
                  </a:lnTo>
                  <a:lnTo>
                    <a:pt x="314" y="129"/>
                  </a:lnTo>
                  <a:lnTo>
                    <a:pt x="310" y="129"/>
                  </a:lnTo>
                  <a:lnTo>
                    <a:pt x="308" y="132"/>
                  </a:lnTo>
                  <a:lnTo>
                    <a:pt x="308" y="132"/>
                  </a:lnTo>
                  <a:lnTo>
                    <a:pt x="306" y="134"/>
                  </a:lnTo>
                  <a:lnTo>
                    <a:pt x="304" y="134"/>
                  </a:lnTo>
                  <a:lnTo>
                    <a:pt x="301" y="134"/>
                  </a:lnTo>
                  <a:lnTo>
                    <a:pt x="301" y="136"/>
                  </a:lnTo>
                  <a:lnTo>
                    <a:pt x="299" y="136"/>
                  </a:lnTo>
                  <a:lnTo>
                    <a:pt x="299" y="138"/>
                  </a:lnTo>
                  <a:lnTo>
                    <a:pt x="297" y="138"/>
                  </a:lnTo>
                  <a:lnTo>
                    <a:pt x="295" y="142"/>
                  </a:lnTo>
                  <a:lnTo>
                    <a:pt x="295" y="145"/>
                  </a:lnTo>
                  <a:lnTo>
                    <a:pt x="295" y="151"/>
                  </a:lnTo>
                  <a:lnTo>
                    <a:pt x="295" y="151"/>
                  </a:lnTo>
                  <a:lnTo>
                    <a:pt x="295" y="151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5"/>
                  </a:lnTo>
                  <a:lnTo>
                    <a:pt x="299" y="142"/>
                  </a:lnTo>
                  <a:lnTo>
                    <a:pt x="301" y="140"/>
                  </a:lnTo>
                  <a:lnTo>
                    <a:pt x="301" y="138"/>
                  </a:lnTo>
                  <a:lnTo>
                    <a:pt x="304" y="138"/>
                  </a:lnTo>
                  <a:lnTo>
                    <a:pt x="308" y="134"/>
                  </a:lnTo>
                  <a:lnTo>
                    <a:pt x="312" y="134"/>
                  </a:lnTo>
                  <a:lnTo>
                    <a:pt x="314" y="132"/>
                  </a:lnTo>
                  <a:lnTo>
                    <a:pt x="317" y="132"/>
                  </a:lnTo>
                  <a:lnTo>
                    <a:pt x="317" y="132"/>
                  </a:lnTo>
                  <a:lnTo>
                    <a:pt x="319" y="129"/>
                  </a:lnTo>
                  <a:lnTo>
                    <a:pt x="319" y="129"/>
                  </a:lnTo>
                  <a:lnTo>
                    <a:pt x="319" y="127"/>
                  </a:lnTo>
                  <a:lnTo>
                    <a:pt x="321" y="119"/>
                  </a:lnTo>
                  <a:lnTo>
                    <a:pt x="323" y="116"/>
                  </a:lnTo>
                  <a:lnTo>
                    <a:pt x="323" y="114"/>
                  </a:lnTo>
                  <a:lnTo>
                    <a:pt x="323" y="106"/>
                  </a:lnTo>
                  <a:lnTo>
                    <a:pt x="332" y="95"/>
                  </a:lnTo>
                  <a:lnTo>
                    <a:pt x="332" y="95"/>
                  </a:lnTo>
                  <a:lnTo>
                    <a:pt x="334" y="95"/>
                  </a:lnTo>
                  <a:lnTo>
                    <a:pt x="334" y="95"/>
                  </a:lnTo>
                  <a:lnTo>
                    <a:pt x="336" y="95"/>
                  </a:lnTo>
                  <a:lnTo>
                    <a:pt x="336" y="95"/>
                  </a:lnTo>
                  <a:lnTo>
                    <a:pt x="336" y="95"/>
                  </a:lnTo>
                  <a:lnTo>
                    <a:pt x="349" y="99"/>
                  </a:lnTo>
                  <a:lnTo>
                    <a:pt x="351" y="99"/>
                  </a:lnTo>
                  <a:lnTo>
                    <a:pt x="351" y="101"/>
                  </a:lnTo>
                  <a:lnTo>
                    <a:pt x="353" y="101"/>
                  </a:lnTo>
                  <a:lnTo>
                    <a:pt x="353" y="103"/>
                  </a:lnTo>
                  <a:lnTo>
                    <a:pt x="353" y="103"/>
                  </a:lnTo>
                  <a:lnTo>
                    <a:pt x="355" y="103"/>
                  </a:lnTo>
                  <a:lnTo>
                    <a:pt x="362" y="103"/>
                  </a:lnTo>
                  <a:lnTo>
                    <a:pt x="370" y="103"/>
                  </a:lnTo>
                  <a:lnTo>
                    <a:pt x="370" y="101"/>
                  </a:lnTo>
                  <a:lnTo>
                    <a:pt x="375" y="101"/>
                  </a:lnTo>
                  <a:lnTo>
                    <a:pt x="377" y="101"/>
                  </a:lnTo>
                  <a:lnTo>
                    <a:pt x="379" y="101"/>
                  </a:lnTo>
                  <a:lnTo>
                    <a:pt x="379" y="101"/>
                  </a:lnTo>
                  <a:lnTo>
                    <a:pt x="383" y="101"/>
                  </a:lnTo>
                  <a:lnTo>
                    <a:pt x="388" y="103"/>
                  </a:lnTo>
                  <a:lnTo>
                    <a:pt x="388" y="103"/>
                  </a:lnTo>
                  <a:lnTo>
                    <a:pt x="390" y="103"/>
                  </a:lnTo>
                  <a:lnTo>
                    <a:pt x="392" y="106"/>
                  </a:lnTo>
                  <a:lnTo>
                    <a:pt x="411" y="108"/>
                  </a:lnTo>
                  <a:lnTo>
                    <a:pt x="422" y="106"/>
                  </a:lnTo>
                  <a:lnTo>
                    <a:pt x="422" y="106"/>
                  </a:lnTo>
                  <a:lnTo>
                    <a:pt x="424" y="108"/>
                  </a:lnTo>
                  <a:lnTo>
                    <a:pt x="424" y="108"/>
                  </a:lnTo>
                  <a:lnTo>
                    <a:pt x="424" y="110"/>
                  </a:lnTo>
                  <a:lnTo>
                    <a:pt x="424" y="110"/>
                  </a:lnTo>
                  <a:lnTo>
                    <a:pt x="424" y="112"/>
                  </a:lnTo>
                  <a:lnTo>
                    <a:pt x="424" y="112"/>
                  </a:lnTo>
                  <a:lnTo>
                    <a:pt x="424" y="114"/>
                  </a:lnTo>
                  <a:lnTo>
                    <a:pt x="424" y="116"/>
                  </a:lnTo>
                  <a:lnTo>
                    <a:pt x="422" y="119"/>
                  </a:lnTo>
                  <a:lnTo>
                    <a:pt x="422" y="121"/>
                  </a:lnTo>
                  <a:lnTo>
                    <a:pt x="422" y="121"/>
                  </a:lnTo>
                  <a:lnTo>
                    <a:pt x="422" y="123"/>
                  </a:lnTo>
                  <a:lnTo>
                    <a:pt x="422" y="125"/>
                  </a:lnTo>
                  <a:lnTo>
                    <a:pt x="422" y="127"/>
                  </a:lnTo>
                  <a:lnTo>
                    <a:pt x="422" y="129"/>
                  </a:lnTo>
                  <a:lnTo>
                    <a:pt x="424" y="132"/>
                  </a:lnTo>
                  <a:lnTo>
                    <a:pt x="424" y="132"/>
                  </a:lnTo>
                  <a:lnTo>
                    <a:pt x="424" y="134"/>
                  </a:lnTo>
                  <a:lnTo>
                    <a:pt x="426" y="136"/>
                  </a:lnTo>
                  <a:lnTo>
                    <a:pt x="429" y="136"/>
                  </a:lnTo>
                  <a:lnTo>
                    <a:pt x="429" y="138"/>
                  </a:lnTo>
                  <a:lnTo>
                    <a:pt x="431" y="138"/>
                  </a:lnTo>
                  <a:lnTo>
                    <a:pt x="433" y="140"/>
                  </a:lnTo>
                  <a:lnTo>
                    <a:pt x="435" y="140"/>
                  </a:lnTo>
                  <a:lnTo>
                    <a:pt x="437" y="140"/>
                  </a:lnTo>
                  <a:lnTo>
                    <a:pt x="439" y="140"/>
                  </a:lnTo>
                  <a:lnTo>
                    <a:pt x="439" y="140"/>
                  </a:lnTo>
                  <a:lnTo>
                    <a:pt x="441" y="140"/>
                  </a:lnTo>
                  <a:lnTo>
                    <a:pt x="441" y="142"/>
                  </a:lnTo>
                  <a:lnTo>
                    <a:pt x="444" y="142"/>
                  </a:lnTo>
                  <a:lnTo>
                    <a:pt x="444" y="142"/>
                  </a:lnTo>
                  <a:lnTo>
                    <a:pt x="444" y="145"/>
                  </a:lnTo>
                  <a:lnTo>
                    <a:pt x="444" y="145"/>
                  </a:lnTo>
                  <a:lnTo>
                    <a:pt x="444" y="147"/>
                  </a:lnTo>
                  <a:lnTo>
                    <a:pt x="444" y="151"/>
                  </a:lnTo>
                  <a:lnTo>
                    <a:pt x="444" y="155"/>
                  </a:lnTo>
                  <a:lnTo>
                    <a:pt x="444" y="157"/>
                  </a:lnTo>
                  <a:lnTo>
                    <a:pt x="444" y="160"/>
                  </a:lnTo>
                  <a:lnTo>
                    <a:pt x="444" y="162"/>
                  </a:lnTo>
                  <a:lnTo>
                    <a:pt x="446" y="164"/>
                  </a:lnTo>
                  <a:lnTo>
                    <a:pt x="446" y="166"/>
                  </a:lnTo>
                  <a:lnTo>
                    <a:pt x="448" y="168"/>
                  </a:lnTo>
                  <a:lnTo>
                    <a:pt x="450" y="170"/>
                  </a:lnTo>
                  <a:lnTo>
                    <a:pt x="450" y="170"/>
                  </a:lnTo>
                  <a:lnTo>
                    <a:pt x="452" y="173"/>
                  </a:lnTo>
                  <a:lnTo>
                    <a:pt x="454" y="173"/>
                  </a:lnTo>
                  <a:lnTo>
                    <a:pt x="457" y="173"/>
                  </a:lnTo>
                  <a:lnTo>
                    <a:pt x="459" y="175"/>
                  </a:lnTo>
                  <a:lnTo>
                    <a:pt x="459" y="175"/>
                  </a:lnTo>
                  <a:lnTo>
                    <a:pt x="461" y="173"/>
                  </a:lnTo>
                  <a:lnTo>
                    <a:pt x="463" y="173"/>
                  </a:lnTo>
                  <a:lnTo>
                    <a:pt x="463" y="173"/>
                  </a:lnTo>
                  <a:lnTo>
                    <a:pt x="465" y="173"/>
                  </a:lnTo>
                  <a:lnTo>
                    <a:pt x="465" y="173"/>
                  </a:lnTo>
                  <a:lnTo>
                    <a:pt x="467" y="173"/>
                  </a:lnTo>
                  <a:lnTo>
                    <a:pt x="470" y="175"/>
                  </a:lnTo>
                  <a:lnTo>
                    <a:pt x="470" y="175"/>
                  </a:lnTo>
                  <a:lnTo>
                    <a:pt x="472" y="177"/>
                  </a:lnTo>
                  <a:lnTo>
                    <a:pt x="472" y="177"/>
                  </a:lnTo>
                  <a:lnTo>
                    <a:pt x="474" y="179"/>
                  </a:lnTo>
                  <a:lnTo>
                    <a:pt x="474" y="179"/>
                  </a:lnTo>
                  <a:lnTo>
                    <a:pt x="474" y="179"/>
                  </a:lnTo>
                  <a:lnTo>
                    <a:pt x="476" y="181"/>
                  </a:lnTo>
                  <a:lnTo>
                    <a:pt x="478" y="205"/>
                  </a:lnTo>
                  <a:lnTo>
                    <a:pt x="478" y="207"/>
                  </a:lnTo>
                  <a:lnTo>
                    <a:pt x="478" y="207"/>
                  </a:lnTo>
                  <a:lnTo>
                    <a:pt x="476" y="209"/>
                  </a:lnTo>
                  <a:lnTo>
                    <a:pt x="476" y="209"/>
                  </a:lnTo>
                  <a:lnTo>
                    <a:pt x="474" y="211"/>
                  </a:lnTo>
                  <a:lnTo>
                    <a:pt x="474" y="211"/>
                  </a:lnTo>
                  <a:lnTo>
                    <a:pt x="474" y="211"/>
                  </a:lnTo>
                  <a:lnTo>
                    <a:pt x="472" y="211"/>
                  </a:lnTo>
                  <a:lnTo>
                    <a:pt x="470" y="214"/>
                  </a:lnTo>
                  <a:lnTo>
                    <a:pt x="467" y="214"/>
                  </a:lnTo>
                  <a:lnTo>
                    <a:pt x="467" y="216"/>
                  </a:lnTo>
                  <a:lnTo>
                    <a:pt x="465" y="216"/>
                  </a:lnTo>
                  <a:lnTo>
                    <a:pt x="463" y="218"/>
                  </a:lnTo>
                  <a:lnTo>
                    <a:pt x="461" y="222"/>
                  </a:lnTo>
                  <a:lnTo>
                    <a:pt x="459" y="222"/>
                  </a:lnTo>
                  <a:lnTo>
                    <a:pt x="459" y="224"/>
                  </a:lnTo>
                  <a:lnTo>
                    <a:pt x="457" y="227"/>
                  </a:lnTo>
                  <a:lnTo>
                    <a:pt x="454" y="229"/>
                  </a:lnTo>
                  <a:lnTo>
                    <a:pt x="454" y="231"/>
                  </a:lnTo>
                  <a:lnTo>
                    <a:pt x="454" y="233"/>
                  </a:lnTo>
                  <a:lnTo>
                    <a:pt x="448" y="255"/>
                  </a:lnTo>
                  <a:lnTo>
                    <a:pt x="446" y="259"/>
                  </a:lnTo>
                  <a:lnTo>
                    <a:pt x="446" y="261"/>
                  </a:lnTo>
                  <a:lnTo>
                    <a:pt x="446" y="263"/>
                  </a:lnTo>
                  <a:lnTo>
                    <a:pt x="448" y="263"/>
                  </a:lnTo>
                  <a:lnTo>
                    <a:pt x="448" y="265"/>
                  </a:lnTo>
                  <a:lnTo>
                    <a:pt x="450" y="265"/>
                  </a:lnTo>
                  <a:lnTo>
                    <a:pt x="450" y="268"/>
                  </a:lnTo>
                  <a:lnTo>
                    <a:pt x="454" y="270"/>
                  </a:lnTo>
                  <a:lnTo>
                    <a:pt x="459" y="272"/>
                  </a:lnTo>
                  <a:lnTo>
                    <a:pt x="461" y="272"/>
                  </a:lnTo>
                  <a:lnTo>
                    <a:pt x="463" y="274"/>
                  </a:lnTo>
                  <a:lnTo>
                    <a:pt x="463" y="274"/>
                  </a:lnTo>
                  <a:lnTo>
                    <a:pt x="463" y="276"/>
                  </a:lnTo>
                  <a:lnTo>
                    <a:pt x="463" y="278"/>
                  </a:lnTo>
                  <a:lnTo>
                    <a:pt x="463" y="278"/>
                  </a:lnTo>
                  <a:lnTo>
                    <a:pt x="463" y="281"/>
                  </a:lnTo>
                  <a:lnTo>
                    <a:pt x="463" y="281"/>
                  </a:lnTo>
                  <a:lnTo>
                    <a:pt x="461" y="283"/>
                  </a:lnTo>
                  <a:lnTo>
                    <a:pt x="461" y="285"/>
                  </a:lnTo>
                  <a:lnTo>
                    <a:pt x="457" y="294"/>
                  </a:lnTo>
                  <a:lnTo>
                    <a:pt x="454" y="296"/>
                  </a:lnTo>
                  <a:lnTo>
                    <a:pt x="452" y="300"/>
                  </a:lnTo>
                  <a:lnTo>
                    <a:pt x="452" y="302"/>
                  </a:lnTo>
                  <a:lnTo>
                    <a:pt x="450" y="304"/>
                  </a:lnTo>
                  <a:lnTo>
                    <a:pt x="450" y="306"/>
                  </a:lnTo>
                  <a:lnTo>
                    <a:pt x="448" y="313"/>
                  </a:lnTo>
                  <a:lnTo>
                    <a:pt x="441" y="313"/>
                  </a:lnTo>
                  <a:lnTo>
                    <a:pt x="435" y="315"/>
                  </a:lnTo>
                  <a:lnTo>
                    <a:pt x="431" y="313"/>
                  </a:lnTo>
                  <a:lnTo>
                    <a:pt x="426" y="306"/>
                  </a:lnTo>
                  <a:lnTo>
                    <a:pt x="422" y="300"/>
                  </a:lnTo>
                  <a:lnTo>
                    <a:pt x="418" y="296"/>
                  </a:lnTo>
                  <a:lnTo>
                    <a:pt x="416" y="281"/>
                  </a:lnTo>
                  <a:lnTo>
                    <a:pt x="407" y="272"/>
                  </a:lnTo>
                  <a:lnTo>
                    <a:pt x="394" y="265"/>
                  </a:lnTo>
                  <a:lnTo>
                    <a:pt x="385" y="263"/>
                  </a:lnTo>
                  <a:lnTo>
                    <a:pt x="375" y="265"/>
                  </a:lnTo>
                  <a:lnTo>
                    <a:pt x="366" y="274"/>
                  </a:lnTo>
                  <a:lnTo>
                    <a:pt x="357" y="291"/>
                  </a:lnTo>
                  <a:lnTo>
                    <a:pt x="345" y="309"/>
                  </a:lnTo>
                  <a:lnTo>
                    <a:pt x="336" y="319"/>
                  </a:lnTo>
                  <a:lnTo>
                    <a:pt x="325" y="326"/>
                  </a:lnTo>
                  <a:lnTo>
                    <a:pt x="319" y="328"/>
                  </a:lnTo>
                  <a:lnTo>
                    <a:pt x="306" y="330"/>
                  </a:lnTo>
                  <a:lnTo>
                    <a:pt x="286" y="339"/>
                  </a:lnTo>
                  <a:lnTo>
                    <a:pt x="273" y="345"/>
                  </a:lnTo>
                  <a:lnTo>
                    <a:pt x="265" y="352"/>
                  </a:lnTo>
                  <a:lnTo>
                    <a:pt x="258" y="360"/>
                  </a:lnTo>
                  <a:lnTo>
                    <a:pt x="254" y="371"/>
                  </a:lnTo>
                  <a:lnTo>
                    <a:pt x="254" y="382"/>
                  </a:lnTo>
                  <a:lnTo>
                    <a:pt x="252" y="395"/>
                  </a:lnTo>
                  <a:lnTo>
                    <a:pt x="250" y="406"/>
                  </a:lnTo>
                  <a:lnTo>
                    <a:pt x="243" y="410"/>
                  </a:lnTo>
                  <a:lnTo>
                    <a:pt x="237" y="408"/>
                  </a:lnTo>
                  <a:lnTo>
                    <a:pt x="228" y="406"/>
                  </a:lnTo>
                  <a:lnTo>
                    <a:pt x="222" y="399"/>
                  </a:lnTo>
                  <a:lnTo>
                    <a:pt x="211" y="393"/>
                  </a:lnTo>
                  <a:lnTo>
                    <a:pt x="202" y="391"/>
                  </a:lnTo>
                  <a:lnTo>
                    <a:pt x="198" y="386"/>
                  </a:lnTo>
                  <a:lnTo>
                    <a:pt x="189" y="380"/>
                  </a:lnTo>
                  <a:lnTo>
                    <a:pt x="185" y="373"/>
                  </a:lnTo>
                  <a:lnTo>
                    <a:pt x="181" y="363"/>
                  </a:lnTo>
                  <a:lnTo>
                    <a:pt x="170" y="343"/>
                  </a:lnTo>
                  <a:lnTo>
                    <a:pt x="164" y="339"/>
                  </a:lnTo>
                  <a:lnTo>
                    <a:pt x="155" y="335"/>
                  </a:lnTo>
                  <a:lnTo>
                    <a:pt x="148" y="328"/>
                  </a:lnTo>
                  <a:lnTo>
                    <a:pt x="135" y="319"/>
                  </a:lnTo>
                  <a:lnTo>
                    <a:pt x="127" y="313"/>
                  </a:lnTo>
                  <a:lnTo>
                    <a:pt x="112" y="309"/>
                  </a:lnTo>
                  <a:lnTo>
                    <a:pt x="101" y="304"/>
                  </a:lnTo>
                  <a:lnTo>
                    <a:pt x="84" y="291"/>
                  </a:lnTo>
                  <a:lnTo>
                    <a:pt x="75" y="281"/>
                  </a:lnTo>
                  <a:lnTo>
                    <a:pt x="77" y="272"/>
                  </a:lnTo>
                  <a:lnTo>
                    <a:pt x="82" y="265"/>
                  </a:lnTo>
                  <a:lnTo>
                    <a:pt x="88" y="259"/>
                  </a:lnTo>
                  <a:lnTo>
                    <a:pt x="97" y="252"/>
                  </a:lnTo>
                  <a:lnTo>
                    <a:pt x="105" y="250"/>
                  </a:lnTo>
                  <a:lnTo>
                    <a:pt x="112" y="244"/>
                  </a:lnTo>
                  <a:lnTo>
                    <a:pt x="114" y="237"/>
                  </a:lnTo>
                  <a:lnTo>
                    <a:pt x="112" y="231"/>
                  </a:lnTo>
                  <a:lnTo>
                    <a:pt x="107" y="229"/>
                  </a:lnTo>
                  <a:lnTo>
                    <a:pt x="103" y="224"/>
                  </a:lnTo>
                  <a:lnTo>
                    <a:pt x="97" y="227"/>
                  </a:lnTo>
                  <a:lnTo>
                    <a:pt x="86" y="229"/>
                  </a:lnTo>
                  <a:lnTo>
                    <a:pt x="75" y="224"/>
                  </a:lnTo>
                  <a:lnTo>
                    <a:pt x="62" y="216"/>
                  </a:lnTo>
                  <a:lnTo>
                    <a:pt x="41" y="190"/>
                  </a:lnTo>
                  <a:lnTo>
                    <a:pt x="32" y="183"/>
                  </a:lnTo>
                  <a:lnTo>
                    <a:pt x="23" y="179"/>
                  </a:lnTo>
                  <a:lnTo>
                    <a:pt x="17" y="170"/>
                  </a:lnTo>
                  <a:lnTo>
                    <a:pt x="15" y="162"/>
                  </a:lnTo>
                  <a:lnTo>
                    <a:pt x="6" y="151"/>
                  </a:lnTo>
                  <a:lnTo>
                    <a:pt x="0" y="140"/>
                  </a:lnTo>
                  <a:lnTo>
                    <a:pt x="0" y="140"/>
                  </a:lnTo>
                  <a:close/>
                  <a:moveTo>
                    <a:pt x="659" y="151"/>
                  </a:moveTo>
                  <a:lnTo>
                    <a:pt x="661" y="149"/>
                  </a:lnTo>
                  <a:lnTo>
                    <a:pt x="663" y="149"/>
                  </a:lnTo>
                  <a:lnTo>
                    <a:pt x="663" y="149"/>
                  </a:lnTo>
                  <a:lnTo>
                    <a:pt x="663" y="145"/>
                  </a:lnTo>
                  <a:lnTo>
                    <a:pt x="661" y="142"/>
                  </a:lnTo>
                  <a:lnTo>
                    <a:pt x="663" y="129"/>
                  </a:lnTo>
                  <a:lnTo>
                    <a:pt x="666" y="127"/>
                  </a:lnTo>
                  <a:lnTo>
                    <a:pt x="666" y="127"/>
                  </a:lnTo>
                  <a:lnTo>
                    <a:pt x="668" y="125"/>
                  </a:lnTo>
                  <a:lnTo>
                    <a:pt x="668" y="125"/>
                  </a:lnTo>
                  <a:lnTo>
                    <a:pt x="672" y="125"/>
                  </a:lnTo>
                  <a:lnTo>
                    <a:pt x="676" y="127"/>
                  </a:lnTo>
                  <a:lnTo>
                    <a:pt x="679" y="127"/>
                  </a:lnTo>
                  <a:lnTo>
                    <a:pt x="679" y="127"/>
                  </a:lnTo>
                  <a:lnTo>
                    <a:pt x="681" y="125"/>
                  </a:lnTo>
                  <a:lnTo>
                    <a:pt x="685" y="123"/>
                  </a:lnTo>
                  <a:lnTo>
                    <a:pt x="704" y="127"/>
                  </a:lnTo>
                  <a:lnTo>
                    <a:pt x="715" y="132"/>
                  </a:lnTo>
                  <a:lnTo>
                    <a:pt x="717" y="132"/>
                  </a:lnTo>
                  <a:lnTo>
                    <a:pt x="737" y="149"/>
                  </a:lnTo>
                  <a:lnTo>
                    <a:pt x="737" y="149"/>
                  </a:lnTo>
                  <a:lnTo>
                    <a:pt x="741" y="157"/>
                  </a:lnTo>
                  <a:lnTo>
                    <a:pt x="741" y="160"/>
                  </a:lnTo>
                  <a:lnTo>
                    <a:pt x="741" y="162"/>
                  </a:lnTo>
                  <a:lnTo>
                    <a:pt x="737" y="166"/>
                  </a:lnTo>
                  <a:lnTo>
                    <a:pt x="732" y="175"/>
                  </a:lnTo>
                  <a:lnTo>
                    <a:pt x="730" y="179"/>
                  </a:lnTo>
                  <a:lnTo>
                    <a:pt x="730" y="179"/>
                  </a:lnTo>
                  <a:lnTo>
                    <a:pt x="730" y="192"/>
                  </a:lnTo>
                  <a:lnTo>
                    <a:pt x="717" y="196"/>
                  </a:lnTo>
                  <a:lnTo>
                    <a:pt x="715" y="205"/>
                  </a:lnTo>
                  <a:lnTo>
                    <a:pt x="715" y="205"/>
                  </a:lnTo>
                  <a:lnTo>
                    <a:pt x="715" y="205"/>
                  </a:lnTo>
                  <a:lnTo>
                    <a:pt x="715" y="205"/>
                  </a:lnTo>
                  <a:lnTo>
                    <a:pt x="713" y="207"/>
                  </a:lnTo>
                  <a:lnTo>
                    <a:pt x="704" y="207"/>
                  </a:lnTo>
                  <a:lnTo>
                    <a:pt x="704" y="207"/>
                  </a:lnTo>
                  <a:lnTo>
                    <a:pt x="704" y="207"/>
                  </a:lnTo>
                  <a:lnTo>
                    <a:pt x="702" y="205"/>
                  </a:lnTo>
                  <a:lnTo>
                    <a:pt x="702" y="205"/>
                  </a:lnTo>
                  <a:lnTo>
                    <a:pt x="702" y="203"/>
                  </a:lnTo>
                  <a:lnTo>
                    <a:pt x="702" y="201"/>
                  </a:lnTo>
                  <a:lnTo>
                    <a:pt x="702" y="201"/>
                  </a:lnTo>
                  <a:lnTo>
                    <a:pt x="702" y="199"/>
                  </a:lnTo>
                  <a:lnTo>
                    <a:pt x="702" y="196"/>
                  </a:lnTo>
                  <a:lnTo>
                    <a:pt x="694" y="188"/>
                  </a:lnTo>
                  <a:lnTo>
                    <a:pt x="694" y="188"/>
                  </a:lnTo>
                  <a:lnTo>
                    <a:pt x="691" y="183"/>
                  </a:lnTo>
                  <a:lnTo>
                    <a:pt x="689" y="183"/>
                  </a:lnTo>
                  <a:lnTo>
                    <a:pt x="687" y="186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2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5" y="199"/>
                  </a:lnTo>
                  <a:lnTo>
                    <a:pt x="685" y="199"/>
                  </a:lnTo>
                  <a:lnTo>
                    <a:pt x="683" y="199"/>
                  </a:lnTo>
                  <a:lnTo>
                    <a:pt x="666" y="205"/>
                  </a:lnTo>
                  <a:lnTo>
                    <a:pt x="663" y="205"/>
                  </a:lnTo>
                  <a:lnTo>
                    <a:pt x="661" y="205"/>
                  </a:lnTo>
                  <a:lnTo>
                    <a:pt x="661" y="205"/>
                  </a:lnTo>
                  <a:lnTo>
                    <a:pt x="659" y="203"/>
                  </a:lnTo>
                  <a:lnTo>
                    <a:pt x="659" y="203"/>
                  </a:lnTo>
                  <a:lnTo>
                    <a:pt x="659" y="201"/>
                  </a:lnTo>
                  <a:lnTo>
                    <a:pt x="655" y="179"/>
                  </a:lnTo>
                  <a:lnTo>
                    <a:pt x="655" y="179"/>
                  </a:lnTo>
                  <a:lnTo>
                    <a:pt x="657" y="177"/>
                  </a:lnTo>
                  <a:lnTo>
                    <a:pt x="657" y="175"/>
                  </a:lnTo>
                  <a:lnTo>
                    <a:pt x="659" y="168"/>
                  </a:lnTo>
                  <a:lnTo>
                    <a:pt x="659" y="151"/>
                  </a:lnTo>
                  <a:lnTo>
                    <a:pt x="659" y="151"/>
                  </a:lnTo>
                  <a:close/>
                  <a:moveTo>
                    <a:pt x="597" y="168"/>
                  </a:moveTo>
                  <a:lnTo>
                    <a:pt x="597" y="168"/>
                  </a:lnTo>
                  <a:lnTo>
                    <a:pt x="594" y="168"/>
                  </a:lnTo>
                  <a:lnTo>
                    <a:pt x="594" y="168"/>
                  </a:lnTo>
                  <a:lnTo>
                    <a:pt x="594" y="166"/>
                  </a:lnTo>
                  <a:lnTo>
                    <a:pt x="594" y="166"/>
                  </a:lnTo>
                  <a:lnTo>
                    <a:pt x="592" y="164"/>
                  </a:lnTo>
                  <a:lnTo>
                    <a:pt x="592" y="162"/>
                  </a:lnTo>
                  <a:lnTo>
                    <a:pt x="592" y="162"/>
                  </a:lnTo>
                  <a:lnTo>
                    <a:pt x="594" y="157"/>
                  </a:lnTo>
                  <a:lnTo>
                    <a:pt x="594" y="157"/>
                  </a:lnTo>
                  <a:lnTo>
                    <a:pt x="597" y="157"/>
                  </a:lnTo>
                  <a:lnTo>
                    <a:pt x="599" y="160"/>
                  </a:lnTo>
                  <a:lnTo>
                    <a:pt x="599" y="160"/>
                  </a:lnTo>
                  <a:lnTo>
                    <a:pt x="601" y="162"/>
                  </a:lnTo>
                  <a:lnTo>
                    <a:pt x="601" y="162"/>
                  </a:lnTo>
                  <a:lnTo>
                    <a:pt x="599" y="164"/>
                  </a:lnTo>
                  <a:lnTo>
                    <a:pt x="599" y="164"/>
                  </a:lnTo>
                  <a:lnTo>
                    <a:pt x="599" y="166"/>
                  </a:lnTo>
                  <a:lnTo>
                    <a:pt x="599" y="166"/>
                  </a:lnTo>
                  <a:lnTo>
                    <a:pt x="599" y="166"/>
                  </a:lnTo>
                  <a:lnTo>
                    <a:pt x="599" y="168"/>
                  </a:lnTo>
                  <a:lnTo>
                    <a:pt x="597" y="168"/>
                  </a:lnTo>
                  <a:lnTo>
                    <a:pt x="597" y="168"/>
                  </a:lnTo>
                  <a:lnTo>
                    <a:pt x="597" y="168"/>
                  </a:lnTo>
                  <a:close/>
                  <a:moveTo>
                    <a:pt x="644" y="157"/>
                  </a:moveTo>
                  <a:lnTo>
                    <a:pt x="646" y="162"/>
                  </a:lnTo>
                  <a:lnTo>
                    <a:pt x="646" y="164"/>
                  </a:lnTo>
                  <a:lnTo>
                    <a:pt x="646" y="164"/>
                  </a:lnTo>
                  <a:lnTo>
                    <a:pt x="644" y="166"/>
                  </a:lnTo>
                  <a:lnTo>
                    <a:pt x="644" y="166"/>
                  </a:lnTo>
                  <a:lnTo>
                    <a:pt x="638" y="170"/>
                  </a:lnTo>
                  <a:lnTo>
                    <a:pt x="638" y="170"/>
                  </a:lnTo>
                  <a:lnTo>
                    <a:pt x="638" y="170"/>
                  </a:lnTo>
                  <a:lnTo>
                    <a:pt x="631" y="166"/>
                  </a:lnTo>
                  <a:lnTo>
                    <a:pt x="631" y="164"/>
                  </a:lnTo>
                  <a:lnTo>
                    <a:pt x="631" y="162"/>
                  </a:lnTo>
                  <a:lnTo>
                    <a:pt x="633" y="160"/>
                  </a:lnTo>
                  <a:lnTo>
                    <a:pt x="635" y="160"/>
                  </a:lnTo>
                  <a:lnTo>
                    <a:pt x="644" y="157"/>
                  </a:lnTo>
                  <a:lnTo>
                    <a:pt x="644" y="157"/>
                  </a:lnTo>
                  <a:lnTo>
                    <a:pt x="644" y="157"/>
                  </a:lnTo>
                  <a:lnTo>
                    <a:pt x="644" y="157"/>
                  </a:lnTo>
                  <a:close/>
                  <a:moveTo>
                    <a:pt x="566" y="166"/>
                  </a:moveTo>
                  <a:lnTo>
                    <a:pt x="575" y="170"/>
                  </a:lnTo>
                  <a:lnTo>
                    <a:pt x="575" y="170"/>
                  </a:lnTo>
                  <a:lnTo>
                    <a:pt x="577" y="170"/>
                  </a:lnTo>
                  <a:lnTo>
                    <a:pt x="577" y="173"/>
                  </a:lnTo>
                  <a:lnTo>
                    <a:pt x="577" y="173"/>
                  </a:lnTo>
                  <a:lnTo>
                    <a:pt x="577" y="173"/>
                  </a:lnTo>
                  <a:lnTo>
                    <a:pt x="575" y="181"/>
                  </a:lnTo>
                  <a:lnTo>
                    <a:pt x="573" y="181"/>
                  </a:lnTo>
                  <a:lnTo>
                    <a:pt x="571" y="181"/>
                  </a:lnTo>
                  <a:lnTo>
                    <a:pt x="569" y="181"/>
                  </a:lnTo>
                  <a:lnTo>
                    <a:pt x="566" y="181"/>
                  </a:lnTo>
                  <a:lnTo>
                    <a:pt x="556" y="175"/>
                  </a:lnTo>
                  <a:lnTo>
                    <a:pt x="554" y="175"/>
                  </a:lnTo>
                  <a:lnTo>
                    <a:pt x="554" y="175"/>
                  </a:lnTo>
                  <a:lnTo>
                    <a:pt x="554" y="173"/>
                  </a:lnTo>
                  <a:lnTo>
                    <a:pt x="556" y="168"/>
                  </a:lnTo>
                  <a:lnTo>
                    <a:pt x="556" y="168"/>
                  </a:lnTo>
                  <a:lnTo>
                    <a:pt x="564" y="166"/>
                  </a:lnTo>
                  <a:lnTo>
                    <a:pt x="564" y="166"/>
                  </a:lnTo>
                  <a:lnTo>
                    <a:pt x="566" y="166"/>
                  </a:lnTo>
                  <a:lnTo>
                    <a:pt x="566" y="166"/>
                  </a:lnTo>
                  <a:lnTo>
                    <a:pt x="566" y="16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28" name="Freeform 75">
              <a:extLst>
                <a:ext uri="{FF2B5EF4-FFF2-40B4-BE49-F238E27FC236}">
                  <a16:creationId xmlns:a16="http://schemas.microsoft.com/office/drawing/2014/main" id="{8D678B0C-60A3-B825-B5D9-0E45775E15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28382" y="2451129"/>
              <a:ext cx="391548" cy="594950"/>
            </a:xfrm>
            <a:custGeom>
              <a:avLst/>
              <a:gdLst/>
              <a:ahLst/>
              <a:cxnLst>
                <a:cxn ang="0">
                  <a:pos x="372" y="298"/>
                </a:cxn>
                <a:cxn ang="0">
                  <a:pos x="351" y="339"/>
                </a:cxn>
                <a:cxn ang="0">
                  <a:pos x="362" y="382"/>
                </a:cxn>
                <a:cxn ang="0">
                  <a:pos x="336" y="400"/>
                </a:cxn>
                <a:cxn ang="0">
                  <a:pos x="321" y="447"/>
                </a:cxn>
                <a:cxn ang="0">
                  <a:pos x="273" y="441"/>
                </a:cxn>
                <a:cxn ang="0">
                  <a:pos x="237" y="469"/>
                </a:cxn>
                <a:cxn ang="0">
                  <a:pos x="239" y="451"/>
                </a:cxn>
                <a:cxn ang="0">
                  <a:pos x="198" y="343"/>
                </a:cxn>
                <a:cxn ang="0">
                  <a:pos x="191" y="326"/>
                </a:cxn>
                <a:cxn ang="0">
                  <a:pos x="198" y="328"/>
                </a:cxn>
                <a:cxn ang="0">
                  <a:pos x="194" y="302"/>
                </a:cxn>
                <a:cxn ang="0">
                  <a:pos x="168" y="283"/>
                </a:cxn>
                <a:cxn ang="0">
                  <a:pos x="129" y="233"/>
                </a:cxn>
                <a:cxn ang="0">
                  <a:pos x="99" y="160"/>
                </a:cxn>
                <a:cxn ang="0">
                  <a:pos x="107" y="112"/>
                </a:cxn>
                <a:cxn ang="0">
                  <a:pos x="86" y="54"/>
                </a:cxn>
                <a:cxn ang="0">
                  <a:pos x="135" y="15"/>
                </a:cxn>
                <a:cxn ang="0">
                  <a:pos x="187" y="56"/>
                </a:cxn>
                <a:cxn ang="0">
                  <a:pos x="213" y="76"/>
                </a:cxn>
                <a:cxn ang="0">
                  <a:pos x="254" y="95"/>
                </a:cxn>
                <a:cxn ang="0">
                  <a:pos x="331" y="156"/>
                </a:cxn>
                <a:cxn ang="0">
                  <a:pos x="342" y="182"/>
                </a:cxn>
                <a:cxn ang="0">
                  <a:pos x="338" y="192"/>
                </a:cxn>
                <a:cxn ang="0">
                  <a:pos x="342" y="192"/>
                </a:cxn>
                <a:cxn ang="0">
                  <a:pos x="340" y="190"/>
                </a:cxn>
                <a:cxn ang="0">
                  <a:pos x="351" y="190"/>
                </a:cxn>
                <a:cxn ang="0">
                  <a:pos x="353" y="207"/>
                </a:cxn>
                <a:cxn ang="0">
                  <a:pos x="357" y="207"/>
                </a:cxn>
                <a:cxn ang="0">
                  <a:pos x="359" y="192"/>
                </a:cxn>
                <a:cxn ang="0">
                  <a:pos x="372" y="197"/>
                </a:cxn>
                <a:cxn ang="0">
                  <a:pos x="163" y="320"/>
                </a:cxn>
                <a:cxn ang="0">
                  <a:pos x="157" y="311"/>
                </a:cxn>
                <a:cxn ang="0">
                  <a:pos x="176" y="318"/>
                </a:cxn>
                <a:cxn ang="0">
                  <a:pos x="69" y="443"/>
                </a:cxn>
                <a:cxn ang="0">
                  <a:pos x="64" y="426"/>
                </a:cxn>
                <a:cxn ang="0">
                  <a:pos x="23" y="372"/>
                </a:cxn>
                <a:cxn ang="0">
                  <a:pos x="6" y="343"/>
                </a:cxn>
                <a:cxn ang="0">
                  <a:pos x="25" y="335"/>
                </a:cxn>
                <a:cxn ang="0">
                  <a:pos x="49" y="346"/>
                </a:cxn>
                <a:cxn ang="0">
                  <a:pos x="79" y="374"/>
                </a:cxn>
                <a:cxn ang="0">
                  <a:pos x="97" y="397"/>
                </a:cxn>
                <a:cxn ang="0">
                  <a:pos x="92" y="408"/>
                </a:cxn>
                <a:cxn ang="0">
                  <a:pos x="90" y="436"/>
                </a:cxn>
                <a:cxn ang="0">
                  <a:pos x="181" y="501"/>
                </a:cxn>
                <a:cxn ang="0">
                  <a:pos x="166" y="495"/>
                </a:cxn>
                <a:cxn ang="0">
                  <a:pos x="196" y="490"/>
                </a:cxn>
                <a:cxn ang="0">
                  <a:pos x="204" y="501"/>
                </a:cxn>
                <a:cxn ang="0">
                  <a:pos x="148" y="525"/>
                </a:cxn>
                <a:cxn ang="0">
                  <a:pos x="148" y="510"/>
                </a:cxn>
                <a:cxn ang="0">
                  <a:pos x="159" y="523"/>
                </a:cxn>
                <a:cxn ang="0">
                  <a:pos x="168" y="540"/>
                </a:cxn>
                <a:cxn ang="0">
                  <a:pos x="170" y="555"/>
                </a:cxn>
                <a:cxn ang="0">
                  <a:pos x="88" y="518"/>
                </a:cxn>
                <a:cxn ang="0">
                  <a:pos x="90" y="523"/>
                </a:cxn>
                <a:cxn ang="0">
                  <a:pos x="148" y="551"/>
                </a:cxn>
                <a:cxn ang="0">
                  <a:pos x="159" y="544"/>
                </a:cxn>
                <a:cxn ang="0">
                  <a:pos x="166" y="585"/>
                </a:cxn>
                <a:cxn ang="0">
                  <a:pos x="163" y="581"/>
                </a:cxn>
              </a:cxnLst>
              <a:rect l="0" t="0" r="r" b="b"/>
              <a:pathLst>
                <a:path w="385" h="585">
                  <a:moveTo>
                    <a:pt x="379" y="210"/>
                  </a:moveTo>
                  <a:lnTo>
                    <a:pt x="377" y="229"/>
                  </a:lnTo>
                  <a:lnTo>
                    <a:pt x="377" y="240"/>
                  </a:lnTo>
                  <a:lnTo>
                    <a:pt x="381" y="251"/>
                  </a:lnTo>
                  <a:lnTo>
                    <a:pt x="379" y="259"/>
                  </a:lnTo>
                  <a:lnTo>
                    <a:pt x="375" y="283"/>
                  </a:lnTo>
                  <a:lnTo>
                    <a:pt x="372" y="292"/>
                  </a:lnTo>
                  <a:lnTo>
                    <a:pt x="372" y="298"/>
                  </a:lnTo>
                  <a:lnTo>
                    <a:pt x="377" y="307"/>
                  </a:lnTo>
                  <a:lnTo>
                    <a:pt x="383" y="322"/>
                  </a:lnTo>
                  <a:lnTo>
                    <a:pt x="385" y="326"/>
                  </a:lnTo>
                  <a:lnTo>
                    <a:pt x="381" y="333"/>
                  </a:lnTo>
                  <a:lnTo>
                    <a:pt x="375" y="341"/>
                  </a:lnTo>
                  <a:lnTo>
                    <a:pt x="368" y="346"/>
                  </a:lnTo>
                  <a:lnTo>
                    <a:pt x="359" y="343"/>
                  </a:lnTo>
                  <a:lnTo>
                    <a:pt x="351" y="339"/>
                  </a:lnTo>
                  <a:lnTo>
                    <a:pt x="342" y="339"/>
                  </a:lnTo>
                  <a:lnTo>
                    <a:pt x="342" y="346"/>
                  </a:lnTo>
                  <a:lnTo>
                    <a:pt x="353" y="350"/>
                  </a:lnTo>
                  <a:lnTo>
                    <a:pt x="357" y="359"/>
                  </a:lnTo>
                  <a:lnTo>
                    <a:pt x="357" y="369"/>
                  </a:lnTo>
                  <a:lnTo>
                    <a:pt x="359" y="374"/>
                  </a:lnTo>
                  <a:lnTo>
                    <a:pt x="364" y="378"/>
                  </a:lnTo>
                  <a:lnTo>
                    <a:pt x="362" y="382"/>
                  </a:lnTo>
                  <a:lnTo>
                    <a:pt x="359" y="393"/>
                  </a:lnTo>
                  <a:lnTo>
                    <a:pt x="355" y="402"/>
                  </a:lnTo>
                  <a:lnTo>
                    <a:pt x="355" y="406"/>
                  </a:lnTo>
                  <a:lnTo>
                    <a:pt x="362" y="419"/>
                  </a:lnTo>
                  <a:lnTo>
                    <a:pt x="355" y="419"/>
                  </a:lnTo>
                  <a:lnTo>
                    <a:pt x="344" y="413"/>
                  </a:lnTo>
                  <a:lnTo>
                    <a:pt x="340" y="404"/>
                  </a:lnTo>
                  <a:lnTo>
                    <a:pt x="336" y="400"/>
                  </a:lnTo>
                  <a:lnTo>
                    <a:pt x="327" y="400"/>
                  </a:lnTo>
                  <a:lnTo>
                    <a:pt x="323" y="402"/>
                  </a:lnTo>
                  <a:lnTo>
                    <a:pt x="321" y="408"/>
                  </a:lnTo>
                  <a:lnTo>
                    <a:pt x="323" y="415"/>
                  </a:lnTo>
                  <a:lnTo>
                    <a:pt x="329" y="428"/>
                  </a:lnTo>
                  <a:lnTo>
                    <a:pt x="331" y="436"/>
                  </a:lnTo>
                  <a:lnTo>
                    <a:pt x="331" y="443"/>
                  </a:lnTo>
                  <a:lnTo>
                    <a:pt x="321" y="447"/>
                  </a:lnTo>
                  <a:lnTo>
                    <a:pt x="312" y="449"/>
                  </a:lnTo>
                  <a:lnTo>
                    <a:pt x="306" y="447"/>
                  </a:lnTo>
                  <a:lnTo>
                    <a:pt x="301" y="443"/>
                  </a:lnTo>
                  <a:lnTo>
                    <a:pt x="297" y="443"/>
                  </a:lnTo>
                  <a:lnTo>
                    <a:pt x="291" y="445"/>
                  </a:lnTo>
                  <a:lnTo>
                    <a:pt x="284" y="445"/>
                  </a:lnTo>
                  <a:lnTo>
                    <a:pt x="280" y="443"/>
                  </a:lnTo>
                  <a:lnTo>
                    <a:pt x="273" y="441"/>
                  </a:lnTo>
                  <a:lnTo>
                    <a:pt x="271" y="445"/>
                  </a:lnTo>
                  <a:lnTo>
                    <a:pt x="265" y="458"/>
                  </a:lnTo>
                  <a:lnTo>
                    <a:pt x="260" y="462"/>
                  </a:lnTo>
                  <a:lnTo>
                    <a:pt x="252" y="464"/>
                  </a:lnTo>
                  <a:lnTo>
                    <a:pt x="245" y="469"/>
                  </a:lnTo>
                  <a:lnTo>
                    <a:pt x="243" y="473"/>
                  </a:lnTo>
                  <a:lnTo>
                    <a:pt x="237" y="471"/>
                  </a:lnTo>
                  <a:lnTo>
                    <a:pt x="237" y="469"/>
                  </a:lnTo>
                  <a:lnTo>
                    <a:pt x="237" y="469"/>
                  </a:lnTo>
                  <a:lnTo>
                    <a:pt x="239" y="467"/>
                  </a:lnTo>
                  <a:lnTo>
                    <a:pt x="239" y="467"/>
                  </a:lnTo>
                  <a:lnTo>
                    <a:pt x="239" y="467"/>
                  </a:lnTo>
                  <a:lnTo>
                    <a:pt x="239" y="464"/>
                  </a:lnTo>
                  <a:lnTo>
                    <a:pt x="239" y="464"/>
                  </a:lnTo>
                  <a:lnTo>
                    <a:pt x="239" y="462"/>
                  </a:lnTo>
                  <a:lnTo>
                    <a:pt x="239" y="451"/>
                  </a:lnTo>
                  <a:lnTo>
                    <a:pt x="237" y="441"/>
                  </a:lnTo>
                  <a:lnTo>
                    <a:pt x="228" y="419"/>
                  </a:lnTo>
                  <a:lnTo>
                    <a:pt x="226" y="417"/>
                  </a:lnTo>
                  <a:lnTo>
                    <a:pt x="226" y="417"/>
                  </a:lnTo>
                  <a:lnTo>
                    <a:pt x="219" y="400"/>
                  </a:lnTo>
                  <a:lnTo>
                    <a:pt x="209" y="372"/>
                  </a:lnTo>
                  <a:lnTo>
                    <a:pt x="204" y="356"/>
                  </a:lnTo>
                  <a:lnTo>
                    <a:pt x="198" y="343"/>
                  </a:lnTo>
                  <a:lnTo>
                    <a:pt x="191" y="331"/>
                  </a:lnTo>
                  <a:lnTo>
                    <a:pt x="191" y="331"/>
                  </a:lnTo>
                  <a:lnTo>
                    <a:pt x="189" y="326"/>
                  </a:lnTo>
                  <a:lnTo>
                    <a:pt x="189" y="326"/>
                  </a:lnTo>
                  <a:lnTo>
                    <a:pt x="189" y="326"/>
                  </a:lnTo>
                  <a:lnTo>
                    <a:pt x="189" y="326"/>
                  </a:lnTo>
                  <a:lnTo>
                    <a:pt x="191" y="324"/>
                  </a:lnTo>
                  <a:lnTo>
                    <a:pt x="191" y="326"/>
                  </a:lnTo>
                  <a:lnTo>
                    <a:pt x="194" y="326"/>
                  </a:lnTo>
                  <a:lnTo>
                    <a:pt x="194" y="326"/>
                  </a:lnTo>
                  <a:lnTo>
                    <a:pt x="194" y="328"/>
                  </a:lnTo>
                  <a:lnTo>
                    <a:pt x="194" y="328"/>
                  </a:lnTo>
                  <a:lnTo>
                    <a:pt x="196" y="328"/>
                  </a:lnTo>
                  <a:lnTo>
                    <a:pt x="196" y="328"/>
                  </a:lnTo>
                  <a:lnTo>
                    <a:pt x="196" y="328"/>
                  </a:lnTo>
                  <a:lnTo>
                    <a:pt x="198" y="328"/>
                  </a:lnTo>
                  <a:lnTo>
                    <a:pt x="202" y="320"/>
                  </a:lnTo>
                  <a:lnTo>
                    <a:pt x="202" y="315"/>
                  </a:lnTo>
                  <a:lnTo>
                    <a:pt x="202" y="313"/>
                  </a:lnTo>
                  <a:lnTo>
                    <a:pt x="202" y="313"/>
                  </a:lnTo>
                  <a:lnTo>
                    <a:pt x="196" y="305"/>
                  </a:lnTo>
                  <a:lnTo>
                    <a:pt x="196" y="305"/>
                  </a:lnTo>
                  <a:lnTo>
                    <a:pt x="196" y="302"/>
                  </a:lnTo>
                  <a:lnTo>
                    <a:pt x="194" y="302"/>
                  </a:lnTo>
                  <a:lnTo>
                    <a:pt x="194" y="300"/>
                  </a:lnTo>
                  <a:lnTo>
                    <a:pt x="191" y="300"/>
                  </a:lnTo>
                  <a:lnTo>
                    <a:pt x="191" y="300"/>
                  </a:lnTo>
                  <a:lnTo>
                    <a:pt x="189" y="300"/>
                  </a:lnTo>
                  <a:lnTo>
                    <a:pt x="189" y="300"/>
                  </a:lnTo>
                  <a:lnTo>
                    <a:pt x="189" y="300"/>
                  </a:lnTo>
                  <a:lnTo>
                    <a:pt x="170" y="285"/>
                  </a:lnTo>
                  <a:lnTo>
                    <a:pt x="168" y="283"/>
                  </a:lnTo>
                  <a:lnTo>
                    <a:pt x="168" y="281"/>
                  </a:lnTo>
                  <a:lnTo>
                    <a:pt x="166" y="281"/>
                  </a:lnTo>
                  <a:lnTo>
                    <a:pt x="159" y="277"/>
                  </a:lnTo>
                  <a:lnTo>
                    <a:pt x="157" y="277"/>
                  </a:lnTo>
                  <a:lnTo>
                    <a:pt x="133" y="264"/>
                  </a:lnTo>
                  <a:lnTo>
                    <a:pt x="122" y="255"/>
                  </a:lnTo>
                  <a:lnTo>
                    <a:pt x="129" y="240"/>
                  </a:lnTo>
                  <a:lnTo>
                    <a:pt x="129" y="233"/>
                  </a:lnTo>
                  <a:lnTo>
                    <a:pt x="125" y="225"/>
                  </a:lnTo>
                  <a:lnTo>
                    <a:pt x="114" y="216"/>
                  </a:lnTo>
                  <a:lnTo>
                    <a:pt x="112" y="214"/>
                  </a:lnTo>
                  <a:lnTo>
                    <a:pt x="118" y="184"/>
                  </a:lnTo>
                  <a:lnTo>
                    <a:pt x="116" y="175"/>
                  </a:lnTo>
                  <a:lnTo>
                    <a:pt x="112" y="171"/>
                  </a:lnTo>
                  <a:lnTo>
                    <a:pt x="103" y="166"/>
                  </a:lnTo>
                  <a:lnTo>
                    <a:pt x="99" y="160"/>
                  </a:lnTo>
                  <a:lnTo>
                    <a:pt x="101" y="151"/>
                  </a:lnTo>
                  <a:lnTo>
                    <a:pt x="103" y="147"/>
                  </a:lnTo>
                  <a:lnTo>
                    <a:pt x="105" y="143"/>
                  </a:lnTo>
                  <a:lnTo>
                    <a:pt x="101" y="136"/>
                  </a:lnTo>
                  <a:lnTo>
                    <a:pt x="99" y="130"/>
                  </a:lnTo>
                  <a:lnTo>
                    <a:pt x="101" y="125"/>
                  </a:lnTo>
                  <a:lnTo>
                    <a:pt x="105" y="119"/>
                  </a:lnTo>
                  <a:lnTo>
                    <a:pt x="107" y="112"/>
                  </a:lnTo>
                  <a:lnTo>
                    <a:pt x="103" y="108"/>
                  </a:lnTo>
                  <a:lnTo>
                    <a:pt x="99" y="93"/>
                  </a:lnTo>
                  <a:lnTo>
                    <a:pt x="97" y="89"/>
                  </a:lnTo>
                  <a:lnTo>
                    <a:pt x="90" y="82"/>
                  </a:lnTo>
                  <a:lnTo>
                    <a:pt x="82" y="69"/>
                  </a:lnTo>
                  <a:lnTo>
                    <a:pt x="82" y="63"/>
                  </a:lnTo>
                  <a:lnTo>
                    <a:pt x="84" y="58"/>
                  </a:lnTo>
                  <a:lnTo>
                    <a:pt x="86" y="54"/>
                  </a:lnTo>
                  <a:lnTo>
                    <a:pt x="97" y="39"/>
                  </a:lnTo>
                  <a:lnTo>
                    <a:pt x="103" y="33"/>
                  </a:lnTo>
                  <a:lnTo>
                    <a:pt x="107" y="26"/>
                  </a:lnTo>
                  <a:lnTo>
                    <a:pt x="114" y="17"/>
                  </a:lnTo>
                  <a:lnTo>
                    <a:pt x="120" y="9"/>
                  </a:lnTo>
                  <a:lnTo>
                    <a:pt x="125" y="2"/>
                  </a:lnTo>
                  <a:lnTo>
                    <a:pt x="135" y="0"/>
                  </a:lnTo>
                  <a:lnTo>
                    <a:pt x="135" y="15"/>
                  </a:lnTo>
                  <a:lnTo>
                    <a:pt x="138" y="22"/>
                  </a:lnTo>
                  <a:lnTo>
                    <a:pt x="150" y="28"/>
                  </a:lnTo>
                  <a:lnTo>
                    <a:pt x="153" y="28"/>
                  </a:lnTo>
                  <a:lnTo>
                    <a:pt x="161" y="33"/>
                  </a:lnTo>
                  <a:lnTo>
                    <a:pt x="168" y="37"/>
                  </a:lnTo>
                  <a:lnTo>
                    <a:pt x="170" y="37"/>
                  </a:lnTo>
                  <a:lnTo>
                    <a:pt x="178" y="45"/>
                  </a:lnTo>
                  <a:lnTo>
                    <a:pt x="187" y="56"/>
                  </a:lnTo>
                  <a:lnTo>
                    <a:pt x="189" y="61"/>
                  </a:lnTo>
                  <a:lnTo>
                    <a:pt x="189" y="61"/>
                  </a:lnTo>
                  <a:lnTo>
                    <a:pt x="189" y="63"/>
                  </a:lnTo>
                  <a:lnTo>
                    <a:pt x="198" y="69"/>
                  </a:lnTo>
                  <a:lnTo>
                    <a:pt x="202" y="69"/>
                  </a:lnTo>
                  <a:lnTo>
                    <a:pt x="204" y="71"/>
                  </a:lnTo>
                  <a:lnTo>
                    <a:pt x="211" y="74"/>
                  </a:lnTo>
                  <a:lnTo>
                    <a:pt x="213" y="76"/>
                  </a:lnTo>
                  <a:lnTo>
                    <a:pt x="215" y="76"/>
                  </a:lnTo>
                  <a:lnTo>
                    <a:pt x="219" y="76"/>
                  </a:lnTo>
                  <a:lnTo>
                    <a:pt x="232" y="82"/>
                  </a:lnTo>
                  <a:lnTo>
                    <a:pt x="247" y="91"/>
                  </a:lnTo>
                  <a:lnTo>
                    <a:pt x="250" y="91"/>
                  </a:lnTo>
                  <a:lnTo>
                    <a:pt x="250" y="93"/>
                  </a:lnTo>
                  <a:lnTo>
                    <a:pt x="252" y="93"/>
                  </a:lnTo>
                  <a:lnTo>
                    <a:pt x="254" y="95"/>
                  </a:lnTo>
                  <a:lnTo>
                    <a:pt x="286" y="123"/>
                  </a:lnTo>
                  <a:lnTo>
                    <a:pt x="288" y="128"/>
                  </a:lnTo>
                  <a:lnTo>
                    <a:pt x="291" y="128"/>
                  </a:lnTo>
                  <a:lnTo>
                    <a:pt x="293" y="130"/>
                  </a:lnTo>
                  <a:lnTo>
                    <a:pt x="297" y="130"/>
                  </a:lnTo>
                  <a:lnTo>
                    <a:pt x="301" y="132"/>
                  </a:lnTo>
                  <a:lnTo>
                    <a:pt x="314" y="138"/>
                  </a:lnTo>
                  <a:lnTo>
                    <a:pt x="331" y="156"/>
                  </a:lnTo>
                  <a:lnTo>
                    <a:pt x="338" y="162"/>
                  </a:lnTo>
                  <a:lnTo>
                    <a:pt x="340" y="162"/>
                  </a:lnTo>
                  <a:lnTo>
                    <a:pt x="340" y="162"/>
                  </a:lnTo>
                  <a:lnTo>
                    <a:pt x="340" y="164"/>
                  </a:lnTo>
                  <a:lnTo>
                    <a:pt x="342" y="175"/>
                  </a:lnTo>
                  <a:lnTo>
                    <a:pt x="342" y="179"/>
                  </a:lnTo>
                  <a:lnTo>
                    <a:pt x="342" y="179"/>
                  </a:lnTo>
                  <a:lnTo>
                    <a:pt x="342" y="182"/>
                  </a:lnTo>
                  <a:lnTo>
                    <a:pt x="340" y="182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6"/>
                  </a:lnTo>
                  <a:lnTo>
                    <a:pt x="338" y="190"/>
                  </a:lnTo>
                  <a:lnTo>
                    <a:pt x="338" y="192"/>
                  </a:lnTo>
                  <a:lnTo>
                    <a:pt x="338" y="192"/>
                  </a:lnTo>
                  <a:lnTo>
                    <a:pt x="342" y="203"/>
                  </a:lnTo>
                  <a:lnTo>
                    <a:pt x="342" y="203"/>
                  </a:lnTo>
                  <a:lnTo>
                    <a:pt x="344" y="203"/>
                  </a:lnTo>
                  <a:lnTo>
                    <a:pt x="344" y="203"/>
                  </a:lnTo>
                  <a:lnTo>
                    <a:pt x="344" y="201"/>
                  </a:lnTo>
                  <a:lnTo>
                    <a:pt x="344" y="199"/>
                  </a:lnTo>
                  <a:lnTo>
                    <a:pt x="344" y="194"/>
                  </a:lnTo>
                  <a:lnTo>
                    <a:pt x="342" y="192"/>
                  </a:lnTo>
                  <a:lnTo>
                    <a:pt x="342" y="192"/>
                  </a:lnTo>
                  <a:lnTo>
                    <a:pt x="342" y="192"/>
                  </a:lnTo>
                  <a:lnTo>
                    <a:pt x="340" y="192"/>
                  </a:lnTo>
                  <a:lnTo>
                    <a:pt x="340" y="192"/>
                  </a:lnTo>
                  <a:lnTo>
                    <a:pt x="340" y="192"/>
                  </a:lnTo>
                  <a:lnTo>
                    <a:pt x="340" y="192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2" y="188"/>
                  </a:lnTo>
                  <a:lnTo>
                    <a:pt x="344" y="188"/>
                  </a:lnTo>
                  <a:lnTo>
                    <a:pt x="347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2"/>
                  </a:lnTo>
                  <a:lnTo>
                    <a:pt x="351" y="192"/>
                  </a:lnTo>
                  <a:lnTo>
                    <a:pt x="351" y="199"/>
                  </a:lnTo>
                  <a:lnTo>
                    <a:pt x="351" y="201"/>
                  </a:lnTo>
                  <a:lnTo>
                    <a:pt x="353" y="203"/>
                  </a:lnTo>
                  <a:lnTo>
                    <a:pt x="353" y="205"/>
                  </a:lnTo>
                  <a:lnTo>
                    <a:pt x="353" y="207"/>
                  </a:lnTo>
                  <a:lnTo>
                    <a:pt x="357" y="212"/>
                  </a:lnTo>
                  <a:lnTo>
                    <a:pt x="357" y="212"/>
                  </a:lnTo>
                  <a:lnTo>
                    <a:pt x="357" y="212"/>
                  </a:lnTo>
                  <a:lnTo>
                    <a:pt x="357" y="212"/>
                  </a:lnTo>
                  <a:lnTo>
                    <a:pt x="357" y="212"/>
                  </a:lnTo>
                  <a:lnTo>
                    <a:pt x="357" y="212"/>
                  </a:lnTo>
                  <a:lnTo>
                    <a:pt x="357" y="210"/>
                  </a:lnTo>
                  <a:lnTo>
                    <a:pt x="357" y="207"/>
                  </a:lnTo>
                  <a:lnTo>
                    <a:pt x="357" y="207"/>
                  </a:lnTo>
                  <a:lnTo>
                    <a:pt x="355" y="201"/>
                  </a:lnTo>
                  <a:lnTo>
                    <a:pt x="355" y="201"/>
                  </a:lnTo>
                  <a:lnTo>
                    <a:pt x="355" y="199"/>
                  </a:lnTo>
                  <a:lnTo>
                    <a:pt x="357" y="197"/>
                  </a:lnTo>
                  <a:lnTo>
                    <a:pt x="357" y="194"/>
                  </a:lnTo>
                  <a:lnTo>
                    <a:pt x="357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62" y="190"/>
                  </a:lnTo>
                  <a:lnTo>
                    <a:pt x="364" y="190"/>
                  </a:lnTo>
                  <a:lnTo>
                    <a:pt x="366" y="190"/>
                  </a:lnTo>
                  <a:lnTo>
                    <a:pt x="366" y="190"/>
                  </a:lnTo>
                  <a:lnTo>
                    <a:pt x="368" y="190"/>
                  </a:lnTo>
                  <a:lnTo>
                    <a:pt x="372" y="197"/>
                  </a:lnTo>
                  <a:lnTo>
                    <a:pt x="372" y="197"/>
                  </a:lnTo>
                  <a:lnTo>
                    <a:pt x="372" y="197"/>
                  </a:lnTo>
                  <a:lnTo>
                    <a:pt x="377" y="205"/>
                  </a:lnTo>
                  <a:lnTo>
                    <a:pt x="379" y="210"/>
                  </a:lnTo>
                  <a:lnTo>
                    <a:pt x="379" y="210"/>
                  </a:lnTo>
                  <a:close/>
                  <a:moveTo>
                    <a:pt x="174" y="320"/>
                  </a:moveTo>
                  <a:lnTo>
                    <a:pt x="172" y="320"/>
                  </a:lnTo>
                  <a:lnTo>
                    <a:pt x="172" y="320"/>
                  </a:lnTo>
                  <a:lnTo>
                    <a:pt x="163" y="320"/>
                  </a:lnTo>
                  <a:lnTo>
                    <a:pt x="163" y="318"/>
                  </a:lnTo>
                  <a:lnTo>
                    <a:pt x="159" y="318"/>
                  </a:lnTo>
                  <a:lnTo>
                    <a:pt x="157" y="315"/>
                  </a:lnTo>
                  <a:lnTo>
                    <a:pt x="157" y="315"/>
                  </a:lnTo>
                  <a:lnTo>
                    <a:pt x="155" y="313"/>
                  </a:lnTo>
                  <a:lnTo>
                    <a:pt x="155" y="311"/>
                  </a:lnTo>
                  <a:lnTo>
                    <a:pt x="157" y="311"/>
                  </a:lnTo>
                  <a:lnTo>
                    <a:pt x="157" y="311"/>
                  </a:lnTo>
                  <a:lnTo>
                    <a:pt x="159" y="309"/>
                  </a:lnTo>
                  <a:lnTo>
                    <a:pt x="159" y="309"/>
                  </a:lnTo>
                  <a:lnTo>
                    <a:pt x="159" y="309"/>
                  </a:lnTo>
                  <a:lnTo>
                    <a:pt x="161" y="309"/>
                  </a:lnTo>
                  <a:lnTo>
                    <a:pt x="170" y="311"/>
                  </a:lnTo>
                  <a:lnTo>
                    <a:pt x="174" y="313"/>
                  </a:lnTo>
                  <a:lnTo>
                    <a:pt x="176" y="318"/>
                  </a:lnTo>
                  <a:lnTo>
                    <a:pt x="176" y="318"/>
                  </a:lnTo>
                  <a:lnTo>
                    <a:pt x="176" y="318"/>
                  </a:lnTo>
                  <a:lnTo>
                    <a:pt x="174" y="320"/>
                  </a:lnTo>
                  <a:lnTo>
                    <a:pt x="174" y="320"/>
                  </a:lnTo>
                  <a:lnTo>
                    <a:pt x="174" y="320"/>
                  </a:lnTo>
                  <a:close/>
                  <a:moveTo>
                    <a:pt x="82" y="445"/>
                  </a:moveTo>
                  <a:lnTo>
                    <a:pt x="71" y="443"/>
                  </a:lnTo>
                  <a:lnTo>
                    <a:pt x="69" y="443"/>
                  </a:lnTo>
                  <a:lnTo>
                    <a:pt x="69" y="443"/>
                  </a:lnTo>
                  <a:lnTo>
                    <a:pt x="69" y="441"/>
                  </a:lnTo>
                  <a:lnTo>
                    <a:pt x="66" y="441"/>
                  </a:lnTo>
                  <a:lnTo>
                    <a:pt x="66" y="438"/>
                  </a:lnTo>
                  <a:lnTo>
                    <a:pt x="69" y="438"/>
                  </a:lnTo>
                  <a:lnTo>
                    <a:pt x="69" y="438"/>
                  </a:lnTo>
                  <a:lnTo>
                    <a:pt x="69" y="436"/>
                  </a:lnTo>
                  <a:lnTo>
                    <a:pt x="69" y="436"/>
                  </a:lnTo>
                  <a:lnTo>
                    <a:pt x="64" y="426"/>
                  </a:lnTo>
                  <a:lnTo>
                    <a:pt x="60" y="417"/>
                  </a:lnTo>
                  <a:lnTo>
                    <a:pt x="58" y="415"/>
                  </a:lnTo>
                  <a:lnTo>
                    <a:pt x="56" y="410"/>
                  </a:lnTo>
                  <a:lnTo>
                    <a:pt x="56" y="410"/>
                  </a:lnTo>
                  <a:lnTo>
                    <a:pt x="32" y="391"/>
                  </a:lnTo>
                  <a:lnTo>
                    <a:pt x="30" y="384"/>
                  </a:lnTo>
                  <a:lnTo>
                    <a:pt x="28" y="380"/>
                  </a:lnTo>
                  <a:lnTo>
                    <a:pt x="23" y="372"/>
                  </a:lnTo>
                  <a:lnTo>
                    <a:pt x="17" y="363"/>
                  </a:lnTo>
                  <a:lnTo>
                    <a:pt x="17" y="361"/>
                  </a:lnTo>
                  <a:lnTo>
                    <a:pt x="15" y="361"/>
                  </a:lnTo>
                  <a:lnTo>
                    <a:pt x="6" y="352"/>
                  </a:lnTo>
                  <a:lnTo>
                    <a:pt x="0" y="346"/>
                  </a:lnTo>
                  <a:lnTo>
                    <a:pt x="4" y="343"/>
                  </a:lnTo>
                  <a:lnTo>
                    <a:pt x="4" y="343"/>
                  </a:lnTo>
                  <a:lnTo>
                    <a:pt x="6" y="343"/>
                  </a:lnTo>
                  <a:lnTo>
                    <a:pt x="6" y="343"/>
                  </a:lnTo>
                  <a:lnTo>
                    <a:pt x="13" y="343"/>
                  </a:lnTo>
                  <a:lnTo>
                    <a:pt x="15" y="343"/>
                  </a:lnTo>
                  <a:lnTo>
                    <a:pt x="17" y="343"/>
                  </a:lnTo>
                  <a:lnTo>
                    <a:pt x="17" y="341"/>
                  </a:lnTo>
                  <a:lnTo>
                    <a:pt x="23" y="337"/>
                  </a:lnTo>
                  <a:lnTo>
                    <a:pt x="25" y="335"/>
                  </a:lnTo>
                  <a:lnTo>
                    <a:pt x="25" y="335"/>
                  </a:lnTo>
                  <a:lnTo>
                    <a:pt x="25" y="335"/>
                  </a:lnTo>
                  <a:lnTo>
                    <a:pt x="25" y="333"/>
                  </a:lnTo>
                  <a:lnTo>
                    <a:pt x="34" y="333"/>
                  </a:lnTo>
                  <a:lnTo>
                    <a:pt x="43" y="337"/>
                  </a:lnTo>
                  <a:lnTo>
                    <a:pt x="49" y="341"/>
                  </a:lnTo>
                  <a:lnTo>
                    <a:pt x="49" y="341"/>
                  </a:lnTo>
                  <a:lnTo>
                    <a:pt x="49" y="343"/>
                  </a:lnTo>
                  <a:lnTo>
                    <a:pt x="49" y="346"/>
                  </a:lnTo>
                  <a:lnTo>
                    <a:pt x="51" y="348"/>
                  </a:lnTo>
                  <a:lnTo>
                    <a:pt x="66" y="369"/>
                  </a:lnTo>
                  <a:lnTo>
                    <a:pt x="66" y="369"/>
                  </a:lnTo>
                  <a:lnTo>
                    <a:pt x="69" y="372"/>
                  </a:lnTo>
                  <a:lnTo>
                    <a:pt x="69" y="372"/>
                  </a:lnTo>
                  <a:lnTo>
                    <a:pt x="73" y="374"/>
                  </a:lnTo>
                  <a:lnTo>
                    <a:pt x="75" y="374"/>
                  </a:lnTo>
                  <a:lnTo>
                    <a:pt x="79" y="374"/>
                  </a:lnTo>
                  <a:lnTo>
                    <a:pt x="79" y="376"/>
                  </a:lnTo>
                  <a:lnTo>
                    <a:pt x="92" y="387"/>
                  </a:lnTo>
                  <a:lnTo>
                    <a:pt x="94" y="387"/>
                  </a:lnTo>
                  <a:lnTo>
                    <a:pt x="94" y="389"/>
                  </a:lnTo>
                  <a:lnTo>
                    <a:pt x="94" y="389"/>
                  </a:lnTo>
                  <a:lnTo>
                    <a:pt x="97" y="395"/>
                  </a:lnTo>
                  <a:lnTo>
                    <a:pt x="97" y="397"/>
                  </a:lnTo>
                  <a:lnTo>
                    <a:pt x="97" y="397"/>
                  </a:lnTo>
                  <a:lnTo>
                    <a:pt x="97" y="397"/>
                  </a:lnTo>
                  <a:lnTo>
                    <a:pt x="94" y="400"/>
                  </a:lnTo>
                  <a:lnTo>
                    <a:pt x="94" y="400"/>
                  </a:lnTo>
                  <a:lnTo>
                    <a:pt x="94" y="402"/>
                  </a:lnTo>
                  <a:lnTo>
                    <a:pt x="94" y="404"/>
                  </a:lnTo>
                  <a:lnTo>
                    <a:pt x="92" y="404"/>
                  </a:lnTo>
                  <a:lnTo>
                    <a:pt x="92" y="406"/>
                  </a:lnTo>
                  <a:lnTo>
                    <a:pt x="92" y="408"/>
                  </a:lnTo>
                  <a:lnTo>
                    <a:pt x="92" y="419"/>
                  </a:lnTo>
                  <a:lnTo>
                    <a:pt x="92" y="421"/>
                  </a:lnTo>
                  <a:lnTo>
                    <a:pt x="92" y="423"/>
                  </a:lnTo>
                  <a:lnTo>
                    <a:pt x="92" y="430"/>
                  </a:lnTo>
                  <a:lnTo>
                    <a:pt x="92" y="434"/>
                  </a:lnTo>
                  <a:lnTo>
                    <a:pt x="92" y="434"/>
                  </a:lnTo>
                  <a:lnTo>
                    <a:pt x="90" y="436"/>
                  </a:lnTo>
                  <a:lnTo>
                    <a:pt x="90" y="436"/>
                  </a:lnTo>
                  <a:lnTo>
                    <a:pt x="88" y="438"/>
                  </a:lnTo>
                  <a:lnTo>
                    <a:pt x="84" y="445"/>
                  </a:lnTo>
                  <a:lnTo>
                    <a:pt x="84" y="445"/>
                  </a:lnTo>
                  <a:lnTo>
                    <a:pt x="82" y="445"/>
                  </a:lnTo>
                  <a:lnTo>
                    <a:pt x="82" y="445"/>
                  </a:lnTo>
                  <a:close/>
                  <a:moveTo>
                    <a:pt x="200" y="499"/>
                  </a:moveTo>
                  <a:lnTo>
                    <a:pt x="196" y="501"/>
                  </a:lnTo>
                  <a:lnTo>
                    <a:pt x="181" y="501"/>
                  </a:lnTo>
                  <a:lnTo>
                    <a:pt x="181" y="501"/>
                  </a:lnTo>
                  <a:lnTo>
                    <a:pt x="168" y="499"/>
                  </a:lnTo>
                  <a:lnTo>
                    <a:pt x="168" y="499"/>
                  </a:lnTo>
                  <a:lnTo>
                    <a:pt x="168" y="499"/>
                  </a:lnTo>
                  <a:lnTo>
                    <a:pt x="166" y="497"/>
                  </a:lnTo>
                  <a:lnTo>
                    <a:pt x="166" y="497"/>
                  </a:lnTo>
                  <a:lnTo>
                    <a:pt x="166" y="495"/>
                  </a:lnTo>
                  <a:lnTo>
                    <a:pt x="166" y="495"/>
                  </a:lnTo>
                  <a:lnTo>
                    <a:pt x="168" y="492"/>
                  </a:lnTo>
                  <a:lnTo>
                    <a:pt x="168" y="492"/>
                  </a:lnTo>
                  <a:lnTo>
                    <a:pt x="170" y="490"/>
                  </a:lnTo>
                  <a:lnTo>
                    <a:pt x="170" y="490"/>
                  </a:lnTo>
                  <a:lnTo>
                    <a:pt x="172" y="490"/>
                  </a:lnTo>
                  <a:lnTo>
                    <a:pt x="176" y="490"/>
                  </a:lnTo>
                  <a:lnTo>
                    <a:pt x="178" y="490"/>
                  </a:lnTo>
                  <a:lnTo>
                    <a:pt x="196" y="490"/>
                  </a:lnTo>
                  <a:lnTo>
                    <a:pt x="198" y="490"/>
                  </a:lnTo>
                  <a:lnTo>
                    <a:pt x="198" y="490"/>
                  </a:lnTo>
                  <a:lnTo>
                    <a:pt x="198" y="490"/>
                  </a:lnTo>
                  <a:lnTo>
                    <a:pt x="200" y="492"/>
                  </a:lnTo>
                  <a:lnTo>
                    <a:pt x="202" y="497"/>
                  </a:lnTo>
                  <a:lnTo>
                    <a:pt x="204" y="497"/>
                  </a:lnTo>
                  <a:lnTo>
                    <a:pt x="204" y="499"/>
                  </a:lnTo>
                  <a:lnTo>
                    <a:pt x="204" y="501"/>
                  </a:lnTo>
                  <a:lnTo>
                    <a:pt x="204" y="501"/>
                  </a:lnTo>
                  <a:lnTo>
                    <a:pt x="204" y="501"/>
                  </a:lnTo>
                  <a:lnTo>
                    <a:pt x="200" y="499"/>
                  </a:lnTo>
                  <a:lnTo>
                    <a:pt x="200" y="499"/>
                  </a:lnTo>
                  <a:close/>
                  <a:moveTo>
                    <a:pt x="170" y="555"/>
                  </a:moveTo>
                  <a:lnTo>
                    <a:pt x="166" y="546"/>
                  </a:lnTo>
                  <a:lnTo>
                    <a:pt x="163" y="544"/>
                  </a:lnTo>
                  <a:lnTo>
                    <a:pt x="148" y="525"/>
                  </a:lnTo>
                  <a:lnTo>
                    <a:pt x="140" y="512"/>
                  </a:lnTo>
                  <a:lnTo>
                    <a:pt x="140" y="512"/>
                  </a:lnTo>
                  <a:lnTo>
                    <a:pt x="140" y="512"/>
                  </a:lnTo>
                  <a:lnTo>
                    <a:pt x="140" y="512"/>
                  </a:lnTo>
                  <a:lnTo>
                    <a:pt x="144" y="510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8" y="510"/>
                  </a:lnTo>
                  <a:lnTo>
                    <a:pt x="150" y="510"/>
                  </a:lnTo>
                  <a:lnTo>
                    <a:pt x="150" y="510"/>
                  </a:lnTo>
                  <a:lnTo>
                    <a:pt x="153" y="510"/>
                  </a:lnTo>
                  <a:lnTo>
                    <a:pt x="153" y="510"/>
                  </a:lnTo>
                  <a:lnTo>
                    <a:pt x="157" y="518"/>
                  </a:lnTo>
                  <a:lnTo>
                    <a:pt x="159" y="518"/>
                  </a:lnTo>
                  <a:lnTo>
                    <a:pt x="159" y="521"/>
                  </a:lnTo>
                  <a:lnTo>
                    <a:pt x="159" y="523"/>
                  </a:lnTo>
                  <a:lnTo>
                    <a:pt x="161" y="525"/>
                  </a:lnTo>
                  <a:lnTo>
                    <a:pt x="161" y="527"/>
                  </a:lnTo>
                  <a:lnTo>
                    <a:pt x="161" y="531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6" y="536"/>
                  </a:lnTo>
                  <a:lnTo>
                    <a:pt x="168" y="538"/>
                  </a:lnTo>
                  <a:lnTo>
                    <a:pt x="168" y="540"/>
                  </a:lnTo>
                  <a:lnTo>
                    <a:pt x="170" y="542"/>
                  </a:lnTo>
                  <a:lnTo>
                    <a:pt x="170" y="542"/>
                  </a:lnTo>
                  <a:lnTo>
                    <a:pt x="170" y="544"/>
                  </a:lnTo>
                  <a:lnTo>
                    <a:pt x="172" y="544"/>
                  </a:lnTo>
                  <a:lnTo>
                    <a:pt x="172" y="546"/>
                  </a:lnTo>
                  <a:lnTo>
                    <a:pt x="172" y="546"/>
                  </a:lnTo>
                  <a:lnTo>
                    <a:pt x="170" y="555"/>
                  </a:lnTo>
                  <a:lnTo>
                    <a:pt x="170" y="555"/>
                  </a:lnTo>
                  <a:lnTo>
                    <a:pt x="170" y="555"/>
                  </a:lnTo>
                  <a:close/>
                  <a:moveTo>
                    <a:pt x="90" y="523"/>
                  </a:moveTo>
                  <a:lnTo>
                    <a:pt x="86" y="521"/>
                  </a:lnTo>
                  <a:lnTo>
                    <a:pt x="86" y="521"/>
                  </a:lnTo>
                  <a:lnTo>
                    <a:pt x="84" y="518"/>
                  </a:lnTo>
                  <a:lnTo>
                    <a:pt x="86" y="518"/>
                  </a:lnTo>
                  <a:lnTo>
                    <a:pt x="86" y="518"/>
                  </a:lnTo>
                  <a:lnTo>
                    <a:pt x="88" y="518"/>
                  </a:lnTo>
                  <a:lnTo>
                    <a:pt x="90" y="518"/>
                  </a:lnTo>
                  <a:lnTo>
                    <a:pt x="90" y="518"/>
                  </a:lnTo>
                  <a:lnTo>
                    <a:pt x="90" y="518"/>
                  </a:lnTo>
                  <a:lnTo>
                    <a:pt x="90" y="521"/>
                  </a:lnTo>
                  <a:lnTo>
                    <a:pt x="90" y="523"/>
                  </a:lnTo>
                  <a:lnTo>
                    <a:pt x="90" y="523"/>
                  </a:lnTo>
                  <a:lnTo>
                    <a:pt x="90" y="523"/>
                  </a:lnTo>
                  <a:lnTo>
                    <a:pt x="90" y="523"/>
                  </a:lnTo>
                  <a:lnTo>
                    <a:pt x="90" y="523"/>
                  </a:lnTo>
                  <a:close/>
                  <a:moveTo>
                    <a:pt x="166" y="566"/>
                  </a:moveTo>
                  <a:lnTo>
                    <a:pt x="163" y="575"/>
                  </a:lnTo>
                  <a:lnTo>
                    <a:pt x="150" y="579"/>
                  </a:lnTo>
                  <a:lnTo>
                    <a:pt x="144" y="575"/>
                  </a:lnTo>
                  <a:lnTo>
                    <a:pt x="144" y="572"/>
                  </a:lnTo>
                  <a:lnTo>
                    <a:pt x="148" y="553"/>
                  </a:lnTo>
                  <a:lnTo>
                    <a:pt x="148" y="551"/>
                  </a:lnTo>
                  <a:lnTo>
                    <a:pt x="155" y="540"/>
                  </a:lnTo>
                  <a:lnTo>
                    <a:pt x="155" y="540"/>
                  </a:lnTo>
                  <a:lnTo>
                    <a:pt x="157" y="540"/>
                  </a:lnTo>
                  <a:lnTo>
                    <a:pt x="157" y="540"/>
                  </a:lnTo>
                  <a:lnTo>
                    <a:pt x="157" y="540"/>
                  </a:lnTo>
                  <a:lnTo>
                    <a:pt x="157" y="540"/>
                  </a:lnTo>
                  <a:lnTo>
                    <a:pt x="159" y="542"/>
                  </a:lnTo>
                  <a:lnTo>
                    <a:pt x="159" y="544"/>
                  </a:lnTo>
                  <a:lnTo>
                    <a:pt x="163" y="549"/>
                  </a:lnTo>
                  <a:lnTo>
                    <a:pt x="166" y="555"/>
                  </a:lnTo>
                  <a:lnTo>
                    <a:pt x="166" y="559"/>
                  </a:lnTo>
                  <a:lnTo>
                    <a:pt x="166" y="566"/>
                  </a:lnTo>
                  <a:lnTo>
                    <a:pt x="166" y="566"/>
                  </a:lnTo>
                  <a:close/>
                  <a:moveTo>
                    <a:pt x="166" y="583"/>
                  </a:moveTo>
                  <a:lnTo>
                    <a:pt x="166" y="583"/>
                  </a:lnTo>
                  <a:lnTo>
                    <a:pt x="166" y="585"/>
                  </a:lnTo>
                  <a:lnTo>
                    <a:pt x="166" y="585"/>
                  </a:lnTo>
                  <a:lnTo>
                    <a:pt x="166" y="585"/>
                  </a:lnTo>
                  <a:lnTo>
                    <a:pt x="166" y="585"/>
                  </a:lnTo>
                  <a:lnTo>
                    <a:pt x="163" y="585"/>
                  </a:lnTo>
                  <a:lnTo>
                    <a:pt x="163" y="583"/>
                  </a:lnTo>
                  <a:lnTo>
                    <a:pt x="163" y="583"/>
                  </a:lnTo>
                  <a:lnTo>
                    <a:pt x="163" y="581"/>
                  </a:lnTo>
                  <a:lnTo>
                    <a:pt x="163" y="581"/>
                  </a:lnTo>
                  <a:lnTo>
                    <a:pt x="163" y="581"/>
                  </a:lnTo>
                  <a:lnTo>
                    <a:pt x="163" y="581"/>
                  </a:lnTo>
                  <a:lnTo>
                    <a:pt x="166" y="581"/>
                  </a:lnTo>
                  <a:lnTo>
                    <a:pt x="166" y="581"/>
                  </a:lnTo>
                  <a:lnTo>
                    <a:pt x="166" y="583"/>
                  </a:lnTo>
                  <a:lnTo>
                    <a:pt x="166" y="583"/>
                  </a:lnTo>
                  <a:lnTo>
                    <a:pt x="166" y="58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sp>
          <p:nvSpPr>
            <p:cNvPr id="29" name="Freeform 76">
              <a:extLst>
                <a:ext uri="{FF2B5EF4-FFF2-40B4-BE49-F238E27FC236}">
                  <a16:creationId xmlns:a16="http://schemas.microsoft.com/office/drawing/2014/main" id="{291B3F47-D067-55FF-42B1-6BCB9191B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3463" y="2841660"/>
              <a:ext cx="306120" cy="92548"/>
            </a:xfrm>
            <a:custGeom>
              <a:avLst/>
              <a:gdLst/>
              <a:ahLst/>
              <a:cxnLst>
                <a:cxn ang="0">
                  <a:pos x="124" y="6"/>
                </a:cxn>
                <a:cxn ang="0">
                  <a:pos x="112" y="8"/>
                </a:cxn>
                <a:cxn ang="0">
                  <a:pos x="109" y="11"/>
                </a:cxn>
                <a:cxn ang="0">
                  <a:pos x="108" y="12"/>
                </a:cxn>
                <a:cxn ang="0">
                  <a:pos x="105" y="14"/>
                </a:cxn>
                <a:cxn ang="0">
                  <a:pos x="104" y="13"/>
                </a:cxn>
                <a:cxn ang="0">
                  <a:pos x="96" y="8"/>
                </a:cxn>
                <a:cxn ang="0">
                  <a:pos x="96" y="7"/>
                </a:cxn>
                <a:cxn ang="0">
                  <a:pos x="84" y="4"/>
                </a:cxn>
                <a:cxn ang="0">
                  <a:pos x="79" y="3"/>
                </a:cxn>
                <a:cxn ang="0">
                  <a:pos x="75" y="3"/>
                </a:cxn>
                <a:cxn ang="0">
                  <a:pos x="71" y="3"/>
                </a:cxn>
                <a:cxn ang="0">
                  <a:pos x="65" y="1"/>
                </a:cxn>
                <a:cxn ang="0">
                  <a:pos x="63" y="4"/>
                </a:cxn>
                <a:cxn ang="0">
                  <a:pos x="60" y="7"/>
                </a:cxn>
                <a:cxn ang="0">
                  <a:pos x="48" y="7"/>
                </a:cxn>
                <a:cxn ang="0">
                  <a:pos x="24" y="4"/>
                </a:cxn>
                <a:cxn ang="0">
                  <a:pos x="6" y="2"/>
                </a:cxn>
                <a:cxn ang="0">
                  <a:pos x="2" y="6"/>
                </a:cxn>
                <a:cxn ang="0">
                  <a:pos x="0" y="11"/>
                </a:cxn>
                <a:cxn ang="0">
                  <a:pos x="2" y="17"/>
                </a:cxn>
                <a:cxn ang="0">
                  <a:pos x="8" y="29"/>
                </a:cxn>
                <a:cxn ang="0">
                  <a:pos x="11" y="35"/>
                </a:cxn>
                <a:cxn ang="0">
                  <a:pos x="12" y="33"/>
                </a:cxn>
                <a:cxn ang="0">
                  <a:pos x="18" y="32"/>
                </a:cxn>
                <a:cxn ang="0">
                  <a:pos x="19" y="32"/>
                </a:cxn>
                <a:cxn ang="0">
                  <a:pos x="21" y="33"/>
                </a:cxn>
                <a:cxn ang="0">
                  <a:pos x="22" y="33"/>
                </a:cxn>
                <a:cxn ang="0">
                  <a:pos x="28" y="33"/>
                </a:cxn>
                <a:cxn ang="0">
                  <a:pos x="31" y="32"/>
                </a:cxn>
                <a:cxn ang="0">
                  <a:pos x="32" y="31"/>
                </a:cxn>
                <a:cxn ang="0">
                  <a:pos x="32" y="30"/>
                </a:cxn>
                <a:cxn ang="0">
                  <a:pos x="32" y="29"/>
                </a:cxn>
                <a:cxn ang="0">
                  <a:pos x="33" y="29"/>
                </a:cxn>
                <a:cxn ang="0">
                  <a:pos x="42" y="30"/>
                </a:cxn>
                <a:cxn ang="0">
                  <a:pos x="43" y="30"/>
                </a:cxn>
                <a:cxn ang="0">
                  <a:pos x="44" y="31"/>
                </a:cxn>
                <a:cxn ang="0">
                  <a:pos x="47" y="35"/>
                </a:cxn>
                <a:cxn ang="0">
                  <a:pos x="47" y="35"/>
                </a:cxn>
                <a:cxn ang="0">
                  <a:pos x="48" y="35"/>
                </a:cxn>
                <a:cxn ang="0">
                  <a:pos x="53" y="35"/>
                </a:cxn>
                <a:cxn ang="0">
                  <a:pos x="58" y="34"/>
                </a:cxn>
                <a:cxn ang="0">
                  <a:pos x="59" y="33"/>
                </a:cxn>
                <a:cxn ang="0">
                  <a:pos x="61" y="32"/>
                </a:cxn>
                <a:cxn ang="0">
                  <a:pos x="62" y="32"/>
                </a:cxn>
                <a:cxn ang="0">
                  <a:pos x="76" y="31"/>
                </a:cxn>
                <a:cxn ang="0">
                  <a:pos x="80" y="31"/>
                </a:cxn>
                <a:cxn ang="0">
                  <a:pos x="85" y="31"/>
                </a:cxn>
                <a:cxn ang="0">
                  <a:pos x="91" y="31"/>
                </a:cxn>
                <a:cxn ang="0">
                  <a:pos x="110" y="32"/>
                </a:cxn>
                <a:cxn ang="0">
                  <a:pos x="115" y="32"/>
                </a:cxn>
                <a:cxn ang="0">
                  <a:pos x="117" y="31"/>
                </a:cxn>
                <a:cxn ang="0">
                  <a:pos x="118" y="30"/>
                </a:cxn>
                <a:cxn ang="0">
                  <a:pos x="119" y="31"/>
                </a:cxn>
                <a:cxn ang="0">
                  <a:pos x="121" y="34"/>
                </a:cxn>
                <a:cxn ang="0">
                  <a:pos x="124" y="37"/>
                </a:cxn>
                <a:cxn ang="0">
                  <a:pos x="127" y="40"/>
                </a:cxn>
                <a:cxn ang="0">
                  <a:pos x="128" y="41"/>
                </a:cxn>
                <a:cxn ang="0">
                  <a:pos x="131" y="42"/>
                </a:cxn>
                <a:cxn ang="0">
                  <a:pos x="133" y="42"/>
                </a:cxn>
                <a:cxn ang="0">
                  <a:pos x="136" y="42"/>
                </a:cxn>
              </a:cxnLst>
              <a:rect l="0" t="0" r="r" b="b"/>
              <a:pathLst>
                <a:path w="140" h="42">
                  <a:moveTo>
                    <a:pt x="132" y="14"/>
                  </a:moveTo>
                  <a:cubicBezTo>
                    <a:pt x="129" y="12"/>
                    <a:pt x="127" y="9"/>
                    <a:pt x="124" y="6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09" y="12"/>
                    <a:pt x="109" y="12"/>
                    <a:pt x="109" y="12"/>
                  </a:cubicBezTo>
                  <a:cubicBezTo>
                    <a:pt x="108" y="12"/>
                    <a:pt x="108" y="12"/>
                    <a:pt x="108" y="12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7" y="31"/>
                    <a:pt x="87" y="31"/>
                    <a:pt x="87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10" y="32"/>
                    <a:pt x="110" y="32"/>
                    <a:pt x="110" y="32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17" y="31"/>
                    <a:pt x="117" y="31"/>
                    <a:pt x="117" y="31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18" y="30"/>
                    <a:pt x="118" y="30"/>
                    <a:pt x="118" y="30"/>
                  </a:cubicBezTo>
                  <a:cubicBezTo>
                    <a:pt x="118" y="31"/>
                    <a:pt x="118" y="31"/>
                    <a:pt x="118" y="31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4" y="37"/>
                    <a:pt x="124" y="37"/>
                    <a:pt x="124" y="37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1" y="42"/>
                    <a:pt x="131" y="42"/>
                    <a:pt x="131" y="42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3" y="42"/>
                    <a:pt x="133" y="42"/>
                    <a:pt x="133" y="42"/>
                  </a:cubicBezTo>
                  <a:cubicBezTo>
                    <a:pt x="135" y="42"/>
                    <a:pt x="135" y="42"/>
                    <a:pt x="135" y="42"/>
                  </a:cubicBezTo>
                  <a:cubicBezTo>
                    <a:pt x="136" y="42"/>
                    <a:pt x="136" y="42"/>
                    <a:pt x="136" y="42"/>
                  </a:cubicBezTo>
                  <a:cubicBezTo>
                    <a:pt x="139" y="33"/>
                    <a:pt x="140" y="24"/>
                    <a:pt x="132" y="14"/>
                  </a:cubicBez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grpSp>
          <p:nvGrpSpPr>
            <p:cNvPr id="30" name="Group 353">
              <a:extLst>
                <a:ext uri="{FF2B5EF4-FFF2-40B4-BE49-F238E27FC236}">
                  <a16:creationId xmlns:a16="http://schemas.microsoft.com/office/drawing/2014/main" id="{53FA5472-554B-FD0A-166F-7395BA6C1CD0}"/>
                </a:ext>
              </a:extLst>
            </p:cNvPr>
            <p:cNvGrpSpPr/>
            <p:nvPr/>
          </p:nvGrpSpPr>
          <p:grpSpPr>
            <a:xfrm>
              <a:off x="6875004" y="2398245"/>
              <a:ext cx="451551" cy="537997"/>
              <a:chOff x="6875004" y="2398245"/>
              <a:chExt cx="451551" cy="537997"/>
            </a:xfrm>
            <a:grpFill/>
          </p:grpSpPr>
          <p:sp>
            <p:nvSpPr>
              <p:cNvPr id="64" name="Freeform 77">
                <a:extLst>
                  <a:ext uri="{FF2B5EF4-FFF2-40B4-BE49-F238E27FC236}">
                    <a16:creationId xmlns:a16="http://schemas.microsoft.com/office/drawing/2014/main" id="{EF601F0E-17A4-3BF1-8C93-F2C24CC92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1630" y="2398245"/>
                <a:ext cx="2034" cy="203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65" name="Freeform 78">
                <a:extLst>
                  <a:ext uri="{FF2B5EF4-FFF2-40B4-BE49-F238E27FC236}">
                    <a16:creationId xmlns:a16="http://schemas.microsoft.com/office/drawing/2014/main" id="{832E9D60-077C-A2BB-1253-E3431C255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8079" y="2424687"/>
                <a:ext cx="28476" cy="66106"/>
              </a:xfrm>
              <a:custGeom>
                <a:avLst/>
                <a:gdLst/>
                <a:ahLst/>
                <a:cxnLst>
                  <a:cxn ang="0">
                    <a:pos x="6" y="65"/>
                  </a:cxn>
                  <a:cxn ang="0">
                    <a:pos x="2" y="65"/>
                  </a:cxn>
                  <a:cxn ang="0">
                    <a:pos x="0" y="54"/>
                  </a:cxn>
                  <a:cxn ang="0">
                    <a:pos x="2" y="54"/>
                  </a:cxn>
                  <a:cxn ang="0">
                    <a:pos x="4" y="54"/>
                  </a:cxn>
                  <a:cxn ang="0">
                    <a:pos x="4" y="52"/>
                  </a:cxn>
                  <a:cxn ang="0">
                    <a:pos x="13" y="39"/>
                  </a:cxn>
                  <a:cxn ang="0">
                    <a:pos x="13" y="37"/>
                  </a:cxn>
                  <a:cxn ang="0">
                    <a:pos x="13" y="35"/>
                  </a:cxn>
                  <a:cxn ang="0">
                    <a:pos x="13" y="35"/>
                  </a:cxn>
                  <a:cxn ang="0">
                    <a:pos x="11" y="35"/>
                  </a:cxn>
                  <a:cxn ang="0">
                    <a:pos x="6" y="33"/>
                  </a:cxn>
                  <a:cxn ang="0">
                    <a:pos x="4" y="33"/>
                  </a:cxn>
                  <a:cxn ang="0">
                    <a:pos x="4" y="33"/>
                  </a:cxn>
                  <a:cxn ang="0">
                    <a:pos x="2" y="30"/>
                  </a:cxn>
                  <a:cxn ang="0">
                    <a:pos x="0" y="24"/>
                  </a:cxn>
                  <a:cxn ang="0">
                    <a:pos x="0" y="22"/>
                  </a:cxn>
                  <a:cxn ang="0">
                    <a:pos x="4" y="5"/>
                  </a:cxn>
                  <a:cxn ang="0">
                    <a:pos x="4" y="2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11" y="0"/>
                  </a:cxn>
                  <a:cxn ang="0">
                    <a:pos x="15" y="0"/>
                  </a:cxn>
                  <a:cxn ang="0">
                    <a:pos x="21" y="7"/>
                  </a:cxn>
                  <a:cxn ang="0">
                    <a:pos x="21" y="7"/>
                  </a:cxn>
                  <a:cxn ang="0">
                    <a:pos x="28" y="30"/>
                  </a:cxn>
                  <a:cxn ang="0">
                    <a:pos x="28" y="30"/>
                  </a:cxn>
                  <a:cxn ang="0">
                    <a:pos x="26" y="33"/>
                  </a:cxn>
                  <a:cxn ang="0">
                    <a:pos x="26" y="33"/>
                  </a:cxn>
                  <a:cxn ang="0">
                    <a:pos x="21" y="39"/>
                  </a:cxn>
                  <a:cxn ang="0">
                    <a:pos x="13" y="59"/>
                  </a:cxn>
                  <a:cxn ang="0">
                    <a:pos x="13" y="61"/>
                  </a:cxn>
                  <a:cxn ang="0">
                    <a:pos x="9" y="65"/>
                  </a:cxn>
                  <a:cxn ang="0">
                    <a:pos x="9" y="65"/>
                  </a:cxn>
                  <a:cxn ang="0">
                    <a:pos x="6" y="65"/>
                  </a:cxn>
                  <a:cxn ang="0">
                    <a:pos x="6" y="65"/>
                  </a:cxn>
                </a:cxnLst>
                <a:rect l="0" t="0" r="r" b="b"/>
                <a:pathLst>
                  <a:path w="28" h="65">
                    <a:moveTo>
                      <a:pt x="6" y="65"/>
                    </a:moveTo>
                    <a:lnTo>
                      <a:pt x="2" y="6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13" y="39"/>
                    </a:lnTo>
                    <a:lnTo>
                      <a:pt x="13" y="37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1" y="35"/>
                    </a:lnTo>
                    <a:lnTo>
                      <a:pt x="6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1" y="39"/>
                    </a:lnTo>
                    <a:lnTo>
                      <a:pt x="13" y="59"/>
                    </a:lnTo>
                    <a:lnTo>
                      <a:pt x="13" y="61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6" y="65"/>
                    </a:lnTo>
                    <a:lnTo>
                      <a:pt x="6" y="6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66" name="Freeform 79">
                <a:extLst>
                  <a:ext uri="{FF2B5EF4-FFF2-40B4-BE49-F238E27FC236}">
                    <a16:creationId xmlns:a16="http://schemas.microsoft.com/office/drawing/2014/main" id="{765D8004-0921-F305-B829-5CC87C098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6892" y="2484691"/>
                <a:ext cx="15255" cy="30510"/>
              </a:xfrm>
              <a:custGeom>
                <a:avLst/>
                <a:gdLst/>
                <a:ahLst/>
                <a:cxnLst>
                  <a:cxn ang="0">
                    <a:pos x="13" y="30"/>
                  </a:cxn>
                  <a:cxn ang="0">
                    <a:pos x="13" y="28"/>
                  </a:cxn>
                  <a:cxn ang="0">
                    <a:pos x="11" y="25"/>
                  </a:cxn>
                  <a:cxn ang="0">
                    <a:pos x="2" y="8"/>
                  </a:cxn>
                  <a:cxn ang="0">
                    <a:pos x="2" y="6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7" y="2"/>
                  </a:cxn>
                  <a:cxn ang="0">
                    <a:pos x="15" y="15"/>
                  </a:cxn>
                  <a:cxn ang="0">
                    <a:pos x="15" y="15"/>
                  </a:cxn>
                  <a:cxn ang="0">
                    <a:pos x="15" y="17"/>
                  </a:cxn>
                  <a:cxn ang="0">
                    <a:pos x="15" y="19"/>
                  </a:cxn>
                  <a:cxn ang="0">
                    <a:pos x="15" y="28"/>
                  </a:cxn>
                  <a:cxn ang="0">
                    <a:pos x="13" y="28"/>
                  </a:cxn>
                  <a:cxn ang="0">
                    <a:pos x="13" y="30"/>
                  </a:cxn>
                  <a:cxn ang="0">
                    <a:pos x="13" y="30"/>
                  </a:cxn>
                </a:cxnLst>
                <a:rect l="0" t="0" r="r" b="b"/>
                <a:pathLst>
                  <a:path w="15" h="30">
                    <a:moveTo>
                      <a:pt x="13" y="30"/>
                    </a:moveTo>
                    <a:lnTo>
                      <a:pt x="13" y="28"/>
                    </a:lnTo>
                    <a:lnTo>
                      <a:pt x="11" y="25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7" y="2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7"/>
                    </a:lnTo>
                    <a:lnTo>
                      <a:pt x="15" y="19"/>
                    </a:lnTo>
                    <a:lnTo>
                      <a:pt x="15" y="28"/>
                    </a:lnTo>
                    <a:lnTo>
                      <a:pt x="13" y="28"/>
                    </a:lnTo>
                    <a:lnTo>
                      <a:pt x="13" y="30"/>
                    </a:lnTo>
                    <a:lnTo>
                      <a:pt x="13" y="3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67" name="Freeform 80">
                <a:extLst>
                  <a:ext uri="{FF2B5EF4-FFF2-40B4-BE49-F238E27FC236}">
                    <a16:creationId xmlns:a16="http://schemas.microsoft.com/office/drawing/2014/main" id="{3AECCC79-3387-95BE-71E8-1DAF2B488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4181" y="2508082"/>
                <a:ext cx="13221" cy="15255"/>
              </a:xfrm>
              <a:custGeom>
                <a:avLst/>
                <a:gdLst/>
                <a:ahLst/>
                <a:cxnLst>
                  <a:cxn ang="0">
                    <a:pos x="11" y="15"/>
                  </a:cxn>
                  <a:cxn ang="0">
                    <a:pos x="9" y="15"/>
                  </a:cxn>
                  <a:cxn ang="0">
                    <a:pos x="7" y="13"/>
                  </a:cxn>
                  <a:cxn ang="0">
                    <a:pos x="3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11" y="7"/>
                  </a:cxn>
                  <a:cxn ang="0">
                    <a:pos x="13" y="7"/>
                  </a:cxn>
                  <a:cxn ang="0">
                    <a:pos x="13" y="11"/>
                  </a:cxn>
                  <a:cxn ang="0">
                    <a:pos x="13" y="13"/>
                  </a:cxn>
                  <a:cxn ang="0">
                    <a:pos x="11" y="15"/>
                  </a:cxn>
                  <a:cxn ang="0">
                    <a:pos x="11" y="15"/>
                  </a:cxn>
                </a:cxnLst>
                <a:rect l="0" t="0" r="r" b="b"/>
                <a:pathLst>
                  <a:path w="13" h="15">
                    <a:moveTo>
                      <a:pt x="11" y="15"/>
                    </a:moveTo>
                    <a:lnTo>
                      <a:pt x="9" y="15"/>
                    </a:lnTo>
                    <a:lnTo>
                      <a:pt x="7" y="13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11" y="1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68" name="Freeform 81">
                <a:extLst>
                  <a:ext uri="{FF2B5EF4-FFF2-40B4-BE49-F238E27FC236}">
                    <a16:creationId xmlns:a16="http://schemas.microsoft.com/office/drawing/2014/main" id="{C6AF4B54-8987-7FD4-52AC-3385DDA1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2987" y="2521303"/>
                <a:ext cx="32544" cy="43732"/>
              </a:xfrm>
              <a:custGeom>
                <a:avLst/>
                <a:gdLst/>
                <a:ahLst/>
                <a:cxnLst>
                  <a:cxn ang="0">
                    <a:pos x="28" y="43"/>
                  </a:cxn>
                  <a:cxn ang="0">
                    <a:pos x="26" y="41"/>
                  </a:cxn>
                  <a:cxn ang="0">
                    <a:pos x="17" y="39"/>
                  </a:cxn>
                  <a:cxn ang="0">
                    <a:pos x="11" y="24"/>
                  </a:cxn>
                  <a:cxn ang="0">
                    <a:pos x="2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9" y="2"/>
                  </a:cxn>
                  <a:cxn ang="0">
                    <a:pos x="11" y="2"/>
                  </a:cxn>
                  <a:cxn ang="0">
                    <a:pos x="13" y="2"/>
                  </a:cxn>
                  <a:cxn ang="0">
                    <a:pos x="15" y="5"/>
                  </a:cxn>
                  <a:cxn ang="0">
                    <a:pos x="17" y="7"/>
                  </a:cxn>
                  <a:cxn ang="0">
                    <a:pos x="30" y="28"/>
                  </a:cxn>
                  <a:cxn ang="0">
                    <a:pos x="30" y="28"/>
                  </a:cxn>
                  <a:cxn ang="0">
                    <a:pos x="32" y="37"/>
                  </a:cxn>
                  <a:cxn ang="0">
                    <a:pos x="32" y="37"/>
                  </a:cxn>
                  <a:cxn ang="0">
                    <a:pos x="32" y="37"/>
                  </a:cxn>
                  <a:cxn ang="0">
                    <a:pos x="28" y="41"/>
                  </a:cxn>
                  <a:cxn ang="0">
                    <a:pos x="28" y="43"/>
                  </a:cxn>
                  <a:cxn ang="0">
                    <a:pos x="28" y="43"/>
                  </a:cxn>
                  <a:cxn ang="0">
                    <a:pos x="28" y="43"/>
                  </a:cxn>
                  <a:cxn ang="0">
                    <a:pos x="28" y="43"/>
                  </a:cxn>
                </a:cxnLst>
                <a:rect l="0" t="0" r="r" b="b"/>
                <a:pathLst>
                  <a:path w="32" h="43">
                    <a:moveTo>
                      <a:pt x="28" y="43"/>
                    </a:moveTo>
                    <a:lnTo>
                      <a:pt x="26" y="41"/>
                    </a:lnTo>
                    <a:lnTo>
                      <a:pt x="17" y="39"/>
                    </a:lnTo>
                    <a:lnTo>
                      <a:pt x="11" y="24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7" y="7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28" y="41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8" y="4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69" name="Freeform 82">
                <a:extLst>
                  <a:ext uri="{FF2B5EF4-FFF2-40B4-BE49-F238E27FC236}">
                    <a16:creationId xmlns:a16="http://schemas.microsoft.com/office/drawing/2014/main" id="{67251828-02E4-8F89-E995-18F84492D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5004" y="2765385"/>
                <a:ext cx="250184" cy="170857"/>
              </a:xfrm>
              <a:custGeom>
                <a:avLst/>
                <a:gdLst/>
                <a:ahLst/>
                <a:cxnLst>
                  <a:cxn ang="0">
                    <a:pos x="113" y="10"/>
                  </a:cxn>
                  <a:cxn ang="0">
                    <a:pos x="110" y="8"/>
                  </a:cxn>
                  <a:cxn ang="0">
                    <a:pos x="109" y="6"/>
                  </a:cxn>
                  <a:cxn ang="0">
                    <a:pos x="109" y="5"/>
                  </a:cxn>
                  <a:cxn ang="0">
                    <a:pos x="102" y="0"/>
                  </a:cxn>
                  <a:cxn ang="0">
                    <a:pos x="90" y="7"/>
                  </a:cxn>
                  <a:cxn ang="0">
                    <a:pos x="90" y="8"/>
                  </a:cxn>
                  <a:cxn ang="0">
                    <a:pos x="92" y="11"/>
                  </a:cxn>
                  <a:cxn ang="0">
                    <a:pos x="92" y="12"/>
                  </a:cxn>
                  <a:cxn ang="0">
                    <a:pos x="90" y="14"/>
                  </a:cxn>
                  <a:cxn ang="0">
                    <a:pos x="84" y="17"/>
                  </a:cxn>
                  <a:cxn ang="0">
                    <a:pos x="82" y="17"/>
                  </a:cxn>
                  <a:cxn ang="0">
                    <a:pos x="79" y="16"/>
                  </a:cxn>
                  <a:cxn ang="0">
                    <a:pos x="76" y="18"/>
                  </a:cxn>
                  <a:cxn ang="0">
                    <a:pos x="74" y="21"/>
                  </a:cxn>
                  <a:cxn ang="0">
                    <a:pos x="74" y="23"/>
                  </a:cxn>
                  <a:cxn ang="0">
                    <a:pos x="76" y="24"/>
                  </a:cxn>
                  <a:cxn ang="0">
                    <a:pos x="77" y="23"/>
                  </a:cxn>
                  <a:cxn ang="0">
                    <a:pos x="79" y="25"/>
                  </a:cxn>
                  <a:cxn ang="0">
                    <a:pos x="79" y="26"/>
                  </a:cxn>
                  <a:cxn ang="0">
                    <a:pos x="77" y="29"/>
                  </a:cxn>
                  <a:cxn ang="0">
                    <a:pos x="69" y="28"/>
                  </a:cxn>
                  <a:cxn ang="0">
                    <a:pos x="67" y="28"/>
                  </a:cxn>
                  <a:cxn ang="0">
                    <a:pos x="65" y="30"/>
                  </a:cxn>
                  <a:cxn ang="0">
                    <a:pos x="64" y="32"/>
                  </a:cxn>
                  <a:cxn ang="0">
                    <a:pos x="62" y="37"/>
                  </a:cxn>
                  <a:cxn ang="0">
                    <a:pos x="54" y="41"/>
                  </a:cxn>
                  <a:cxn ang="0">
                    <a:pos x="36" y="48"/>
                  </a:cxn>
                  <a:cxn ang="0">
                    <a:pos x="23" y="45"/>
                  </a:cxn>
                  <a:cxn ang="0">
                    <a:pos x="22" y="45"/>
                  </a:cxn>
                  <a:cxn ang="0">
                    <a:pos x="21" y="46"/>
                  </a:cxn>
                  <a:cxn ang="0">
                    <a:pos x="16" y="45"/>
                  </a:cxn>
                  <a:cxn ang="0">
                    <a:pos x="1" y="41"/>
                  </a:cxn>
                  <a:cxn ang="0">
                    <a:pos x="12" y="77"/>
                  </a:cxn>
                  <a:cxn ang="0">
                    <a:pos x="25" y="78"/>
                  </a:cxn>
                  <a:cxn ang="0">
                    <a:pos x="42" y="75"/>
                  </a:cxn>
                  <a:cxn ang="0">
                    <a:pos x="57" y="73"/>
                  </a:cxn>
                  <a:cxn ang="0">
                    <a:pos x="63" y="72"/>
                  </a:cxn>
                  <a:cxn ang="0">
                    <a:pos x="75" y="61"/>
                  </a:cxn>
                  <a:cxn ang="0">
                    <a:pos x="77" y="57"/>
                  </a:cxn>
                  <a:cxn ang="0">
                    <a:pos x="85" y="46"/>
                  </a:cxn>
                  <a:cxn ang="0">
                    <a:pos x="91" y="42"/>
                  </a:cxn>
                  <a:cxn ang="0">
                    <a:pos x="94" y="40"/>
                  </a:cxn>
                  <a:cxn ang="0">
                    <a:pos x="100" y="33"/>
                  </a:cxn>
                  <a:cxn ang="0">
                    <a:pos x="104" y="25"/>
                  </a:cxn>
                  <a:cxn ang="0">
                    <a:pos x="104" y="22"/>
                  </a:cxn>
                  <a:cxn ang="0">
                    <a:pos x="106" y="18"/>
                  </a:cxn>
                  <a:cxn ang="0">
                    <a:pos x="109" y="15"/>
                  </a:cxn>
                  <a:cxn ang="0">
                    <a:pos x="111" y="15"/>
                  </a:cxn>
                  <a:cxn ang="0">
                    <a:pos x="113" y="14"/>
                  </a:cxn>
                  <a:cxn ang="0">
                    <a:pos x="114" y="12"/>
                  </a:cxn>
                </a:cxnLst>
                <a:rect l="0" t="0" r="r" b="b"/>
                <a:pathLst>
                  <a:path w="114" h="78">
                    <a:moveTo>
                      <a:pt x="114" y="11"/>
                    </a:moveTo>
                    <a:cubicBezTo>
                      <a:pt x="114" y="10"/>
                      <a:pt x="114" y="10"/>
                      <a:pt x="114" y="10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12" y="9"/>
                      <a:pt x="112" y="9"/>
                      <a:pt x="112" y="9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09" y="5"/>
                      <a:pt x="109" y="5"/>
                      <a:pt x="109" y="5"/>
                    </a:cubicBezTo>
                    <a:cubicBezTo>
                      <a:pt x="109" y="5"/>
                      <a:pt x="109" y="5"/>
                      <a:pt x="109" y="5"/>
                    </a:cubicBezTo>
                    <a:cubicBezTo>
                      <a:pt x="109" y="4"/>
                      <a:pt x="109" y="4"/>
                      <a:pt x="109" y="4"/>
                    </a:cubicBezTo>
                    <a:cubicBezTo>
                      <a:pt x="107" y="2"/>
                      <a:pt x="107" y="2"/>
                      <a:pt x="107" y="2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1" y="7"/>
                      <a:pt x="91" y="7"/>
                      <a:pt x="91" y="7"/>
                    </a:cubicBezTo>
                    <a:cubicBezTo>
                      <a:pt x="90" y="7"/>
                      <a:pt x="90" y="7"/>
                      <a:pt x="90" y="7"/>
                    </a:cubicBezTo>
                    <a:cubicBezTo>
                      <a:pt x="90" y="7"/>
                      <a:pt x="90" y="7"/>
                      <a:pt x="90" y="7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0" y="14"/>
                      <a:pt x="90" y="14"/>
                      <a:pt x="90" y="14"/>
                    </a:cubicBezTo>
                    <a:cubicBezTo>
                      <a:pt x="85" y="17"/>
                      <a:pt x="85" y="17"/>
                      <a:pt x="85" y="17"/>
                    </a:cubicBezTo>
                    <a:cubicBezTo>
                      <a:pt x="84" y="17"/>
                      <a:pt x="84" y="17"/>
                      <a:pt x="84" y="17"/>
                    </a:cubicBezTo>
                    <a:cubicBezTo>
                      <a:pt x="84" y="17"/>
                      <a:pt x="84" y="17"/>
                      <a:pt x="84" y="17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80" y="16"/>
                      <a:pt x="80" y="16"/>
                      <a:pt x="80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6"/>
                      <a:pt x="79" y="26"/>
                      <a:pt x="79" y="26"/>
                    </a:cubicBezTo>
                    <a:cubicBezTo>
                      <a:pt x="79" y="26"/>
                      <a:pt x="79" y="26"/>
                      <a:pt x="79" y="26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3" y="44"/>
                      <a:pt x="5" y="47"/>
                      <a:pt x="8" y="49"/>
                    </a:cubicBezTo>
                    <a:cubicBezTo>
                      <a:pt x="16" y="59"/>
                      <a:pt x="15" y="68"/>
                      <a:pt x="12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9" y="74"/>
                      <a:pt x="49" y="74"/>
                      <a:pt x="49" y="74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8" y="73"/>
                      <a:pt x="58" y="73"/>
                      <a:pt x="58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3" y="72"/>
                      <a:pt x="63" y="72"/>
                      <a:pt x="63" y="72"/>
                    </a:cubicBezTo>
                    <a:cubicBezTo>
                      <a:pt x="63" y="72"/>
                      <a:pt x="63" y="72"/>
                      <a:pt x="63" y="72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90" y="42"/>
                      <a:pt x="90" y="42"/>
                      <a:pt x="90" y="42"/>
                    </a:cubicBezTo>
                    <a:cubicBezTo>
                      <a:pt x="91" y="42"/>
                      <a:pt x="91" y="42"/>
                      <a:pt x="91" y="42"/>
                    </a:cubicBezTo>
                    <a:cubicBezTo>
                      <a:pt x="91" y="42"/>
                      <a:pt x="91" y="42"/>
                      <a:pt x="91" y="42"/>
                    </a:cubicBezTo>
                    <a:cubicBezTo>
                      <a:pt x="93" y="41"/>
                      <a:pt x="93" y="41"/>
                      <a:pt x="93" y="41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4" y="22"/>
                      <a:pt x="104" y="22"/>
                      <a:pt x="104" y="22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6" y="18"/>
                      <a:pt x="106" y="18"/>
                      <a:pt x="106" y="18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4" y="11"/>
                      <a:pt x="114" y="11"/>
                      <a:pt x="114" y="11"/>
                    </a:cubicBez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31" name="Freeform 83">
              <a:extLst>
                <a:ext uri="{FF2B5EF4-FFF2-40B4-BE49-F238E27FC236}">
                  <a16:creationId xmlns:a16="http://schemas.microsoft.com/office/drawing/2014/main" id="{A56A95DC-487B-EAD9-4F88-CD2315F54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058" y="3074555"/>
              <a:ext cx="132211" cy="325442"/>
            </a:xfrm>
            <a:custGeom>
              <a:avLst/>
              <a:gdLst/>
              <a:ahLst/>
              <a:cxnLst>
                <a:cxn ang="0">
                  <a:pos x="56" y="87"/>
                </a:cxn>
                <a:cxn ang="0">
                  <a:pos x="57" y="61"/>
                </a:cxn>
                <a:cxn ang="0">
                  <a:pos x="58" y="49"/>
                </a:cxn>
                <a:cxn ang="0">
                  <a:pos x="53" y="37"/>
                </a:cxn>
                <a:cxn ang="0">
                  <a:pos x="42" y="31"/>
                </a:cxn>
                <a:cxn ang="0">
                  <a:pos x="41" y="24"/>
                </a:cxn>
                <a:cxn ang="0">
                  <a:pos x="45" y="14"/>
                </a:cxn>
                <a:cxn ang="0">
                  <a:pos x="42" y="0"/>
                </a:cxn>
                <a:cxn ang="0">
                  <a:pos x="40" y="7"/>
                </a:cxn>
                <a:cxn ang="0">
                  <a:pos x="39" y="10"/>
                </a:cxn>
                <a:cxn ang="0">
                  <a:pos x="38" y="14"/>
                </a:cxn>
                <a:cxn ang="0">
                  <a:pos x="36" y="14"/>
                </a:cxn>
                <a:cxn ang="0">
                  <a:pos x="33" y="17"/>
                </a:cxn>
                <a:cxn ang="0">
                  <a:pos x="30" y="29"/>
                </a:cxn>
                <a:cxn ang="0">
                  <a:pos x="30" y="35"/>
                </a:cxn>
                <a:cxn ang="0">
                  <a:pos x="31" y="42"/>
                </a:cxn>
                <a:cxn ang="0">
                  <a:pos x="30" y="45"/>
                </a:cxn>
                <a:cxn ang="0">
                  <a:pos x="32" y="51"/>
                </a:cxn>
                <a:cxn ang="0">
                  <a:pos x="34" y="52"/>
                </a:cxn>
                <a:cxn ang="0">
                  <a:pos x="34" y="53"/>
                </a:cxn>
                <a:cxn ang="0">
                  <a:pos x="33" y="59"/>
                </a:cxn>
                <a:cxn ang="0">
                  <a:pos x="32" y="60"/>
                </a:cxn>
                <a:cxn ang="0">
                  <a:pos x="30" y="59"/>
                </a:cxn>
                <a:cxn ang="0">
                  <a:pos x="28" y="60"/>
                </a:cxn>
                <a:cxn ang="0">
                  <a:pos x="26" y="62"/>
                </a:cxn>
                <a:cxn ang="0">
                  <a:pos x="21" y="73"/>
                </a:cxn>
                <a:cxn ang="0">
                  <a:pos x="20" y="81"/>
                </a:cxn>
                <a:cxn ang="0">
                  <a:pos x="22" y="84"/>
                </a:cxn>
                <a:cxn ang="0">
                  <a:pos x="21" y="87"/>
                </a:cxn>
                <a:cxn ang="0">
                  <a:pos x="8" y="98"/>
                </a:cxn>
                <a:cxn ang="0">
                  <a:pos x="7" y="98"/>
                </a:cxn>
                <a:cxn ang="0">
                  <a:pos x="5" y="97"/>
                </a:cxn>
                <a:cxn ang="0">
                  <a:pos x="3" y="96"/>
                </a:cxn>
                <a:cxn ang="0">
                  <a:pos x="2" y="99"/>
                </a:cxn>
                <a:cxn ang="0">
                  <a:pos x="0" y="105"/>
                </a:cxn>
                <a:cxn ang="0">
                  <a:pos x="1" y="109"/>
                </a:cxn>
                <a:cxn ang="0">
                  <a:pos x="3" y="108"/>
                </a:cxn>
                <a:cxn ang="0">
                  <a:pos x="6" y="108"/>
                </a:cxn>
                <a:cxn ang="0">
                  <a:pos x="7" y="109"/>
                </a:cxn>
                <a:cxn ang="0">
                  <a:pos x="7" y="110"/>
                </a:cxn>
                <a:cxn ang="0">
                  <a:pos x="5" y="120"/>
                </a:cxn>
                <a:cxn ang="0">
                  <a:pos x="4" y="121"/>
                </a:cxn>
                <a:cxn ang="0">
                  <a:pos x="5" y="137"/>
                </a:cxn>
                <a:cxn ang="0">
                  <a:pos x="10" y="148"/>
                </a:cxn>
                <a:cxn ang="0">
                  <a:pos x="10" y="148"/>
                </a:cxn>
                <a:cxn ang="0">
                  <a:pos x="11" y="146"/>
                </a:cxn>
                <a:cxn ang="0">
                  <a:pos x="14" y="145"/>
                </a:cxn>
                <a:cxn ang="0">
                  <a:pos x="24" y="144"/>
                </a:cxn>
                <a:cxn ang="0">
                  <a:pos x="26" y="144"/>
                </a:cxn>
                <a:cxn ang="0">
                  <a:pos x="28" y="142"/>
                </a:cxn>
                <a:cxn ang="0">
                  <a:pos x="32" y="140"/>
                </a:cxn>
                <a:cxn ang="0">
                  <a:pos x="39" y="129"/>
                </a:cxn>
              </a:cxnLst>
              <a:rect l="0" t="0" r="r" b="b"/>
              <a:pathLst>
                <a:path w="60" h="148">
                  <a:moveTo>
                    <a:pt x="39" y="129"/>
                  </a:moveTo>
                  <a:cubicBezTo>
                    <a:pt x="37" y="123"/>
                    <a:pt x="40" y="122"/>
                    <a:pt x="48" y="110"/>
                  </a:cubicBezTo>
                  <a:cubicBezTo>
                    <a:pt x="57" y="97"/>
                    <a:pt x="56" y="98"/>
                    <a:pt x="56" y="87"/>
                  </a:cubicBezTo>
                  <a:cubicBezTo>
                    <a:pt x="56" y="76"/>
                    <a:pt x="54" y="68"/>
                    <a:pt x="56" y="65"/>
                  </a:cubicBezTo>
                  <a:cubicBezTo>
                    <a:pt x="56" y="64"/>
                    <a:pt x="57" y="62"/>
                    <a:pt x="58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9" y="55"/>
                    <a:pt x="59" y="55"/>
                    <a:pt x="59" y="55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1" y="83"/>
                    <a:pt x="21" y="83"/>
                    <a:pt x="21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14" y="94"/>
                    <a:pt x="14" y="94"/>
                    <a:pt x="14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5" y="97"/>
                    <a:pt x="5" y="97"/>
                    <a:pt x="5" y="9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1" y="100"/>
                    <a:pt x="1" y="100"/>
                    <a:pt x="1" y="100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5" y="137"/>
                    <a:pt x="5" y="137"/>
                    <a:pt x="5" y="137"/>
                  </a:cubicBezTo>
                  <a:cubicBezTo>
                    <a:pt x="5" y="138"/>
                    <a:pt x="5" y="138"/>
                    <a:pt x="5" y="13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1" y="148"/>
                    <a:pt x="11" y="148"/>
                    <a:pt x="11" y="148"/>
                  </a:cubicBezTo>
                  <a:cubicBezTo>
                    <a:pt x="11" y="147"/>
                    <a:pt x="11" y="147"/>
                    <a:pt x="11" y="147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4" y="145"/>
                    <a:pt x="14" y="145"/>
                    <a:pt x="14" y="145"/>
                  </a:cubicBezTo>
                  <a:cubicBezTo>
                    <a:pt x="14" y="145"/>
                    <a:pt x="14" y="145"/>
                    <a:pt x="14" y="145"/>
                  </a:cubicBezTo>
                  <a:cubicBezTo>
                    <a:pt x="16" y="144"/>
                    <a:pt x="16" y="144"/>
                    <a:pt x="16" y="144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4" y="144"/>
                    <a:pt x="24" y="144"/>
                    <a:pt x="24" y="144"/>
                  </a:cubicBezTo>
                  <a:cubicBezTo>
                    <a:pt x="24" y="144"/>
                    <a:pt x="24" y="144"/>
                    <a:pt x="24" y="144"/>
                  </a:cubicBezTo>
                  <a:cubicBezTo>
                    <a:pt x="25" y="144"/>
                    <a:pt x="25" y="144"/>
                    <a:pt x="25" y="144"/>
                  </a:cubicBezTo>
                  <a:cubicBezTo>
                    <a:pt x="26" y="144"/>
                    <a:pt x="26" y="144"/>
                    <a:pt x="26" y="144"/>
                  </a:cubicBezTo>
                  <a:cubicBezTo>
                    <a:pt x="26" y="143"/>
                    <a:pt x="26" y="143"/>
                    <a:pt x="26" y="143"/>
                  </a:cubicBezTo>
                  <a:cubicBezTo>
                    <a:pt x="26" y="143"/>
                    <a:pt x="26" y="143"/>
                    <a:pt x="26" y="143"/>
                  </a:cubicBezTo>
                  <a:cubicBezTo>
                    <a:pt x="28" y="142"/>
                    <a:pt x="28" y="142"/>
                    <a:pt x="28" y="142"/>
                  </a:cubicBezTo>
                  <a:cubicBezTo>
                    <a:pt x="30" y="140"/>
                    <a:pt x="30" y="140"/>
                    <a:pt x="30" y="140"/>
                  </a:cubicBezTo>
                  <a:cubicBezTo>
                    <a:pt x="30" y="140"/>
                    <a:pt x="30" y="140"/>
                    <a:pt x="30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3" y="140"/>
                    <a:pt x="33" y="140"/>
                    <a:pt x="33" y="140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39"/>
                    <a:pt x="41" y="134"/>
                    <a:pt x="39" y="129"/>
                  </a:cubicBez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 sz="1800">
                <a:solidFill>
                  <a:schemeClr val="lt1"/>
                </a:solidFill>
              </a:endParaRPr>
            </a:p>
          </p:txBody>
        </p:sp>
        <p:grpSp>
          <p:nvGrpSpPr>
            <p:cNvPr id="32" name="Group 352">
              <a:extLst>
                <a:ext uri="{FF2B5EF4-FFF2-40B4-BE49-F238E27FC236}">
                  <a16:creationId xmlns:a16="http://schemas.microsoft.com/office/drawing/2014/main" id="{8B815D0F-24F6-FC0A-6FAD-526059B77E8A}"/>
                </a:ext>
              </a:extLst>
            </p:cNvPr>
            <p:cNvGrpSpPr/>
            <p:nvPr/>
          </p:nvGrpSpPr>
          <p:grpSpPr>
            <a:xfrm>
              <a:off x="6412266" y="3191511"/>
              <a:ext cx="284762" cy="670208"/>
              <a:chOff x="6412266" y="3191511"/>
              <a:chExt cx="284762" cy="670208"/>
            </a:xfrm>
            <a:grpFill/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8944055F-CE96-4AD7-B8F4-C643172D9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6174" y="3845447"/>
                <a:ext cx="32544" cy="9153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8" y="3"/>
                  </a:cxn>
                  <a:cxn ang="0">
                    <a:pos x="25" y="3"/>
                  </a:cxn>
                  <a:cxn ang="0">
                    <a:pos x="23" y="3"/>
                  </a:cxn>
                  <a:cxn ang="0">
                    <a:pos x="23" y="3"/>
                  </a:cxn>
                  <a:cxn ang="0">
                    <a:pos x="21" y="3"/>
                  </a:cxn>
                  <a:cxn ang="0">
                    <a:pos x="19" y="3"/>
                  </a:cxn>
                  <a:cxn ang="0">
                    <a:pos x="17" y="3"/>
                  </a:cxn>
                  <a:cxn ang="0">
                    <a:pos x="10" y="3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4" y="5"/>
                  </a:cxn>
                  <a:cxn ang="0">
                    <a:pos x="25" y="9"/>
                  </a:cxn>
                  <a:cxn ang="0">
                    <a:pos x="25" y="9"/>
                  </a:cxn>
                  <a:cxn ang="0">
                    <a:pos x="30" y="9"/>
                  </a:cxn>
                  <a:cxn ang="0">
                    <a:pos x="30" y="9"/>
                  </a:cxn>
                  <a:cxn ang="0">
                    <a:pos x="30" y="7"/>
                  </a:cxn>
                  <a:cxn ang="0">
                    <a:pos x="32" y="7"/>
                  </a:cxn>
                  <a:cxn ang="0">
                    <a:pos x="32" y="5"/>
                  </a:cxn>
                  <a:cxn ang="0">
                    <a:pos x="32" y="5"/>
                  </a:cxn>
                  <a:cxn ang="0">
                    <a:pos x="32" y="5"/>
                  </a:cxn>
                  <a:cxn ang="0">
                    <a:pos x="32" y="5"/>
                  </a:cxn>
                </a:cxnLst>
                <a:rect l="0" t="0" r="r" b="b"/>
                <a:pathLst>
                  <a:path w="32" h="9">
                    <a:moveTo>
                      <a:pt x="32" y="5"/>
                    </a:moveTo>
                    <a:lnTo>
                      <a:pt x="28" y="3"/>
                    </a:lnTo>
                    <a:lnTo>
                      <a:pt x="25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9" y="3"/>
                    </a:lnTo>
                    <a:lnTo>
                      <a:pt x="17" y="3"/>
                    </a:lnTo>
                    <a:lnTo>
                      <a:pt x="10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60" name="Freeform 85">
                <a:extLst>
                  <a:ext uri="{FF2B5EF4-FFF2-40B4-BE49-F238E27FC236}">
                    <a16:creationId xmlns:a16="http://schemas.microsoft.com/office/drawing/2014/main" id="{A612142A-1E42-3668-3E4D-6061106A8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4477" y="3663402"/>
                <a:ext cx="15255" cy="88480"/>
              </a:xfrm>
              <a:custGeom>
                <a:avLst/>
                <a:gdLst/>
                <a:ahLst/>
                <a:cxnLst>
                  <a:cxn ang="0">
                    <a:pos x="13" y="24"/>
                  </a:cxn>
                  <a:cxn ang="0">
                    <a:pos x="8" y="13"/>
                  </a:cxn>
                  <a:cxn ang="0">
                    <a:pos x="6" y="9"/>
                  </a:cxn>
                  <a:cxn ang="0">
                    <a:pos x="6" y="4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2" y="4"/>
                  </a:cxn>
                  <a:cxn ang="0">
                    <a:pos x="2" y="7"/>
                  </a:cxn>
                  <a:cxn ang="0">
                    <a:pos x="0" y="11"/>
                  </a:cxn>
                  <a:cxn ang="0">
                    <a:pos x="0" y="17"/>
                  </a:cxn>
                  <a:cxn ang="0">
                    <a:pos x="0" y="20"/>
                  </a:cxn>
                  <a:cxn ang="0">
                    <a:pos x="0" y="33"/>
                  </a:cxn>
                  <a:cxn ang="0">
                    <a:pos x="0" y="48"/>
                  </a:cxn>
                  <a:cxn ang="0">
                    <a:pos x="4" y="65"/>
                  </a:cxn>
                  <a:cxn ang="0">
                    <a:pos x="4" y="67"/>
                  </a:cxn>
                  <a:cxn ang="0">
                    <a:pos x="4" y="69"/>
                  </a:cxn>
                  <a:cxn ang="0">
                    <a:pos x="2" y="74"/>
                  </a:cxn>
                  <a:cxn ang="0">
                    <a:pos x="2" y="74"/>
                  </a:cxn>
                  <a:cxn ang="0">
                    <a:pos x="2" y="76"/>
                  </a:cxn>
                  <a:cxn ang="0">
                    <a:pos x="4" y="84"/>
                  </a:cxn>
                  <a:cxn ang="0">
                    <a:pos x="4" y="87"/>
                  </a:cxn>
                  <a:cxn ang="0">
                    <a:pos x="4" y="87"/>
                  </a:cxn>
                  <a:cxn ang="0">
                    <a:pos x="4" y="87"/>
                  </a:cxn>
                  <a:cxn ang="0">
                    <a:pos x="4" y="87"/>
                  </a:cxn>
                  <a:cxn ang="0">
                    <a:pos x="6" y="80"/>
                  </a:cxn>
                  <a:cxn ang="0">
                    <a:pos x="6" y="80"/>
                  </a:cxn>
                  <a:cxn ang="0">
                    <a:pos x="10" y="58"/>
                  </a:cxn>
                  <a:cxn ang="0">
                    <a:pos x="10" y="58"/>
                  </a:cxn>
                  <a:cxn ang="0">
                    <a:pos x="15" y="33"/>
                  </a:cxn>
                  <a:cxn ang="0">
                    <a:pos x="15" y="33"/>
                  </a:cxn>
                  <a:cxn ang="0">
                    <a:pos x="13" y="30"/>
                  </a:cxn>
                  <a:cxn ang="0">
                    <a:pos x="13" y="24"/>
                  </a:cxn>
                </a:cxnLst>
                <a:rect l="0" t="0" r="r" b="b"/>
                <a:pathLst>
                  <a:path w="15" h="87">
                    <a:moveTo>
                      <a:pt x="13" y="24"/>
                    </a:moveTo>
                    <a:lnTo>
                      <a:pt x="8" y="13"/>
                    </a:lnTo>
                    <a:lnTo>
                      <a:pt x="6" y="9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0" y="33"/>
                    </a:lnTo>
                    <a:lnTo>
                      <a:pt x="0" y="48"/>
                    </a:lnTo>
                    <a:lnTo>
                      <a:pt x="4" y="65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2" y="74"/>
                    </a:lnTo>
                    <a:lnTo>
                      <a:pt x="2" y="74"/>
                    </a:lnTo>
                    <a:lnTo>
                      <a:pt x="2" y="76"/>
                    </a:lnTo>
                    <a:lnTo>
                      <a:pt x="4" y="84"/>
                    </a:lnTo>
                    <a:lnTo>
                      <a:pt x="4" y="87"/>
                    </a:lnTo>
                    <a:lnTo>
                      <a:pt x="4" y="87"/>
                    </a:lnTo>
                    <a:lnTo>
                      <a:pt x="4" y="87"/>
                    </a:lnTo>
                    <a:lnTo>
                      <a:pt x="4" y="87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3" y="30"/>
                    </a:lnTo>
                    <a:lnTo>
                      <a:pt x="13" y="2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61" name="Freeform 86">
                <a:extLst>
                  <a:ext uri="{FF2B5EF4-FFF2-40B4-BE49-F238E27FC236}">
                    <a16:creationId xmlns:a16="http://schemas.microsoft.com/office/drawing/2014/main" id="{A259DAA7-D41D-86EC-B0F6-672C3BE76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5833" y="3814937"/>
                <a:ext cx="20340" cy="15255"/>
              </a:xfrm>
              <a:custGeom>
                <a:avLst/>
                <a:gdLst/>
                <a:ahLst/>
                <a:cxnLst>
                  <a:cxn ang="0">
                    <a:pos x="20" y="7"/>
                  </a:cxn>
                  <a:cxn ang="0">
                    <a:pos x="17" y="7"/>
                  </a:cxn>
                  <a:cxn ang="0">
                    <a:pos x="17" y="7"/>
                  </a:cxn>
                  <a:cxn ang="0">
                    <a:pos x="15" y="7"/>
                  </a:cxn>
                  <a:cxn ang="0">
                    <a:pos x="15" y="9"/>
                  </a:cxn>
                  <a:cxn ang="0">
                    <a:pos x="15" y="7"/>
                  </a:cxn>
                  <a:cxn ang="0">
                    <a:pos x="9" y="4"/>
                  </a:cxn>
                  <a:cxn ang="0">
                    <a:pos x="7" y="4"/>
                  </a:cxn>
                  <a:cxn ang="0">
                    <a:pos x="4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4" y="15"/>
                  </a:cxn>
                  <a:cxn ang="0">
                    <a:pos x="7" y="15"/>
                  </a:cxn>
                  <a:cxn ang="0">
                    <a:pos x="7" y="15"/>
                  </a:cxn>
                  <a:cxn ang="0">
                    <a:pos x="7" y="15"/>
                  </a:cxn>
                  <a:cxn ang="0">
                    <a:pos x="17" y="15"/>
                  </a:cxn>
                  <a:cxn ang="0">
                    <a:pos x="20" y="11"/>
                  </a:cxn>
                  <a:cxn ang="0">
                    <a:pos x="20" y="9"/>
                  </a:cxn>
                  <a:cxn ang="0">
                    <a:pos x="20" y="7"/>
                  </a:cxn>
                  <a:cxn ang="0">
                    <a:pos x="20" y="7"/>
                  </a:cxn>
                  <a:cxn ang="0">
                    <a:pos x="20" y="7"/>
                  </a:cxn>
                </a:cxnLst>
                <a:rect l="0" t="0" r="r" b="b"/>
                <a:pathLst>
                  <a:path w="20" h="15">
                    <a:moveTo>
                      <a:pt x="20" y="7"/>
                    </a:moveTo>
                    <a:lnTo>
                      <a:pt x="17" y="7"/>
                    </a:lnTo>
                    <a:lnTo>
                      <a:pt x="17" y="7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17" y="15"/>
                    </a:lnTo>
                    <a:lnTo>
                      <a:pt x="20" y="11"/>
                    </a:lnTo>
                    <a:lnTo>
                      <a:pt x="20" y="9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62" name="Freeform 87">
                <a:extLst>
                  <a:ext uri="{FF2B5EF4-FFF2-40B4-BE49-F238E27FC236}">
                    <a16:creationId xmlns:a16="http://schemas.microsoft.com/office/drawing/2014/main" id="{0E2556D9-E0B1-2D43-A21C-CD2E685D1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0752" y="3850532"/>
                <a:ext cx="11187" cy="11187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8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11" y="6"/>
                  </a:cxn>
                  <a:cxn ang="0">
                    <a:pos x="11" y="6"/>
                  </a:cxn>
                  <a:cxn ang="0">
                    <a:pos x="11" y="6"/>
                  </a:cxn>
                  <a:cxn ang="0">
                    <a:pos x="11" y="4"/>
                  </a:cxn>
                  <a:cxn ang="0">
                    <a:pos x="7" y="2"/>
                  </a:cxn>
                </a:cxnLst>
                <a:rect l="0" t="0" r="r" b="b"/>
                <a:pathLst>
                  <a:path w="11" h="11">
                    <a:moveTo>
                      <a:pt x="7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63" name="Freeform 88">
                <a:extLst>
                  <a:ext uri="{FF2B5EF4-FFF2-40B4-BE49-F238E27FC236}">
                    <a16:creationId xmlns:a16="http://schemas.microsoft.com/office/drawing/2014/main" id="{9850D662-DD65-F5BD-CEF4-5353C5D17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2266" y="3191511"/>
                <a:ext cx="284762" cy="465789"/>
              </a:xfrm>
              <a:custGeom>
                <a:avLst/>
                <a:gdLst/>
                <a:ahLst/>
                <a:cxnLst>
                  <a:cxn ang="0">
                    <a:pos x="120" y="35"/>
                  </a:cxn>
                  <a:cxn ang="0">
                    <a:pos x="91" y="26"/>
                  </a:cxn>
                  <a:cxn ang="0">
                    <a:pos x="68" y="13"/>
                  </a:cxn>
                  <a:cxn ang="0">
                    <a:pos x="53" y="3"/>
                  </a:cxn>
                  <a:cxn ang="0">
                    <a:pos x="27" y="8"/>
                  </a:cxn>
                  <a:cxn ang="0">
                    <a:pos x="15" y="57"/>
                  </a:cxn>
                  <a:cxn ang="0">
                    <a:pos x="8" y="90"/>
                  </a:cxn>
                  <a:cxn ang="0">
                    <a:pos x="9" y="95"/>
                  </a:cxn>
                  <a:cxn ang="0">
                    <a:pos x="7" y="97"/>
                  </a:cxn>
                  <a:cxn ang="0">
                    <a:pos x="5" y="102"/>
                  </a:cxn>
                  <a:cxn ang="0">
                    <a:pos x="14" y="121"/>
                  </a:cxn>
                  <a:cxn ang="0">
                    <a:pos x="13" y="149"/>
                  </a:cxn>
                  <a:cxn ang="0">
                    <a:pos x="8" y="159"/>
                  </a:cxn>
                  <a:cxn ang="0">
                    <a:pos x="8" y="163"/>
                  </a:cxn>
                  <a:cxn ang="0">
                    <a:pos x="9" y="169"/>
                  </a:cxn>
                  <a:cxn ang="0">
                    <a:pos x="3" y="180"/>
                  </a:cxn>
                  <a:cxn ang="0">
                    <a:pos x="1" y="184"/>
                  </a:cxn>
                  <a:cxn ang="0">
                    <a:pos x="0" y="195"/>
                  </a:cxn>
                  <a:cxn ang="0">
                    <a:pos x="6" y="204"/>
                  </a:cxn>
                  <a:cxn ang="0">
                    <a:pos x="15" y="207"/>
                  </a:cxn>
                  <a:cxn ang="0">
                    <a:pos x="16" y="209"/>
                  </a:cxn>
                  <a:cxn ang="0">
                    <a:pos x="17" y="211"/>
                  </a:cxn>
                  <a:cxn ang="0">
                    <a:pos x="18" y="212"/>
                  </a:cxn>
                  <a:cxn ang="0">
                    <a:pos x="24" y="212"/>
                  </a:cxn>
                  <a:cxn ang="0">
                    <a:pos x="27" y="210"/>
                  </a:cxn>
                  <a:cxn ang="0">
                    <a:pos x="27" y="208"/>
                  </a:cxn>
                  <a:cxn ang="0">
                    <a:pos x="32" y="204"/>
                  </a:cxn>
                  <a:cxn ang="0">
                    <a:pos x="35" y="205"/>
                  </a:cxn>
                  <a:cxn ang="0">
                    <a:pos x="41" y="206"/>
                  </a:cxn>
                  <a:cxn ang="0">
                    <a:pos x="46" y="204"/>
                  </a:cxn>
                  <a:cxn ang="0">
                    <a:pos x="53" y="201"/>
                  </a:cxn>
                  <a:cxn ang="0">
                    <a:pos x="55" y="202"/>
                  </a:cxn>
                  <a:cxn ang="0">
                    <a:pos x="56" y="204"/>
                  </a:cxn>
                  <a:cxn ang="0">
                    <a:pos x="61" y="208"/>
                  </a:cxn>
                  <a:cxn ang="0">
                    <a:pos x="59" y="200"/>
                  </a:cxn>
                  <a:cxn ang="0">
                    <a:pos x="50" y="182"/>
                  </a:cxn>
                  <a:cxn ang="0">
                    <a:pos x="53" y="173"/>
                  </a:cxn>
                  <a:cxn ang="0">
                    <a:pos x="53" y="165"/>
                  </a:cxn>
                  <a:cxn ang="0">
                    <a:pos x="57" y="161"/>
                  </a:cxn>
                  <a:cxn ang="0">
                    <a:pos x="57" y="143"/>
                  </a:cxn>
                  <a:cxn ang="0">
                    <a:pos x="55" y="140"/>
                  </a:cxn>
                  <a:cxn ang="0">
                    <a:pos x="57" y="129"/>
                  </a:cxn>
                  <a:cxn ang="0">
                    <a:pos x="56" y="126"/>
                  </a:cxn>
                  <a:cxn ang="0">
                    <a:pos x="55" y="124"/>
                  </a:cxn>
                  <a:cxn ang="0">
                    <a:pos x="55" y="114"/>
                  </a:cxn>
                  <a:cxn ang="0">
                    <a:pos x="60" y="105"/>
                  </a:cxn>
                  <a:cxn ang="0">
                    <a:pos x="60" y="102"/>
                  </a:cxn>
                  <a:cxn ang="0">
                    <a:pos x="58" y="94"/>
                  </a:cxn>
                  <a:cxn ang="0">
                    <a:pos x="58" y="80"/>
                  </a:cxn>
                  <a:cxn ang="0">
                    <a:pos x="57" y="75"/>
                  </a:cxn>
                  <a:cxn ang="0">
                    <a:pos x="47" y="62"/>
                  </a:cxn>
                  <a:cxn ang="0">
                    <a:pos x="73" y="44"/>
                  </a:cxn>
                  <a:cxn ang="0">
                    <a:pos x="90" y="45"/>
                  </a:cxn>
                  <a:cxn ang="0">
                    <a:pos x="94" y="49"/>
                  </a:cxn>
                  <a:cxn ang="0">
                    <a:pos x="95" y="59"/>
                  </a:cxn>
                  <a:cxn ang="0">
                    <a:pos x="92" y="77"/>
                  </a:cxn>
                  <a:cxn ang="0">
                    <a:pos x="85" y="85"/>
                  </a:cxn>
                  <a:cxn ang="0">
                    <a:pos x="83" y="90"/>
                  </a:cxn>
                  <a:cxn ang="0">
                    <a:pos x="84" y="93"/>
                  </a:cxn>
                  <a:cxn ang="0">
                    <a:pos x="105" y="73"/>
                  </a:cxn>
                  <a:cxn ang="0">
                    <a:pos x="127" y="53"/>
                  </a:cxn>
                </a:cxnLst>
                <a:rect l="0" t="0" r="r" b="b"/>
                <a:pathLst>
                  <a:path w="130" h="212">
                    <a:moveTo>
                      <a:pt x="130" y="44"/>
                    </a:moveTo>
                    <a:cubicBezTo>
                      <a:pt x="128" y="41"/>
                      <a:pt x="128" y="41"/>
                      <a:pt x="128" y="41"/>
                    </a:cubicBezTo>
                    <a:cubicBezTo>
                      <a:pt x="125" y="38"/>
                      <a:pt x="125" y="38"/>
                      <a:pt x="125" y="38"/>
                    </a:cubicBezTo>
                    <a:cubicBezTo>
                      <a:pt x="120" y="35"/>
                      <a:pt x="120" y="35"/>
                      <a:pt x="120" y="35"/>
                    </a:cubicBezTo>
                    <a:cubicBezTo>
                      <a:pt x="114" y="31"/>
                      <a:pt x="114" y="31"/>
                      <a:pt x="114" y="31"/>
                    </a:cubicBezTo>
                    <a:cubicBezTo>
                      <a:pt x="109" y="30"/>
                      <a:pt x="109" y="30"/>
                      <a:pt x="109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91" y="26"/>
                      <a:pt x="91" y="26"/>
                      <a:pt x="91" y="26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9"/>
                      <a:pt x="23" y="11"/>
                      <a:pt x="23" y="12"/>
                    </a:cubicBezTo>
                    <a:cubicBezTo>
                      <a:pt x="21" y="15"/>
                      <a:pt x="23" y="23"/>
                      <a:pt x="23" y="34"/>
                    </a:cubicBezTo>
                    <a:cubicBezTo>
                      <a:pt x="23" y="45"/>
                      <a:pt x="24" y="44"/>
                      <a:pt x="15" y="57"/>
                    </a:cubicBezTo>
                    <a:cubicBezTo>
                      <a:pt x="7" y="69"/>
                      <a:pt x="4" y="70"/>
                      <a:pt x="6" y="76"/>
                    </a:cubicBezTo>
                    <a:cubicBezTo>
                      <a:pt x="8" y="81"/>
                      <a:pt x="8" y="86"/>
                      <a:pt x="7" y="90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8" y="90"/>
                      <a:pt x="8" y="90"/>
                      <a:pt x="8" y="90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8" y="96"/>
                      <a:pt x="8" y="96"/>
                      <a:pt x="8" y="96"/>
                    </a:cubicBezTo>
                    <a:cubicBezTo>
                      <a:pt x="7" y="97"/>
                      <a:pt x="7" y="97"/>
                      <a:pt x="7" y="97"/>
                    </a:cubicBezTo>
                    <a:cubicBezTo>
                      <a:pt x="7" y="97"/>
                      <a:pt x="7" y="97"/>
                      <a:pt x="7" y="97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10" y="112"/>
                      <a:pt x="10" y="112"/>
                      <a:pt x="10" y="112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5" y="136"/>
                      <a:pt x="15" y="136"/>
                      <a:pt x="15" y="136"/>
                    </a:cubicBezTo>
                    <a:cubicBezTo>
                      <a:pt x="15" y="137"/>
                      <a:pt x="15" y="137"/>
                      <a:pt x="15" y="137"/>
                    </a:cubicBezTo>
                    <a:cubicBezTo>
                      <a:pt x="13" y="149"/>
                      <a:pt x="13" y="149"/>
                      <a:pt x="13" y="149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8" y="158"/>
                      <a:pt x="8" y="158"/>
                      <a:pt x="8" y="158"/>
                    </a:cubicBezTo>
                    <a:cubicBezTo>
                      <a:pt x="8" y="159"/>
                      <a:pt x="8" y="159"/>
                      <a:pt x="8" y="159"/>
                    </a:cubicBezTo>
                    <a:cubicBezTo>
                      <a:pt x="8" y="160"/>
                      <a:pt x="8" y="160"/>
                      <a:pt x="8" y="160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3"/>
                      <a:pt x="8" y="163"/>
                      <a:pt x="8" y="163"/>
                    </a:cubicBezTo>
                    <a:cubicBezTo>
                      <a:pt x="8" y="163"/>
                      <a:pt x="8" y="163"/>
                      <a:pt x="8" y="163"/>
                    </a:cubicBezTo>
                    <a:cubicBezTo>
                      <a:pt x="9" y="164"/>
                      <a:pt x="9" y="164"/>
                      <a:pt x="9" y="164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6"/>
                      <a:pt x="9" y="166"/>
                      <a:pt x="9" y="166"/>
                    </a:cubicBezTo>
                    <a:cubicBezTo>
                      <a:pt x="9" y="169"/>
                      <a:pt x="9" y="169"/>
                      <a:pt x="9" y="169"/>
                    </a:cubicBezTo>
                    <a:cubicBezTo>
                      <a:pt x="9" y="169"/>
                      <a:pt x="9" y="169"/>
                      <a:pt x="9" y="169"/>
                    </a:cubicBezTo>
                    <a:cubicBezTo>
                      <a:pt x="9" y="169"/>
                      <a:pt x="9" y="169"/>
                      <a:pt x="9" y="169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3" y="180"/>
                      <a:pt x="3" y="180"/>
                      <a:pt x="3" y="180"/>
                    </a:cubicBezTo>
                    <a:cubicBezTo>
                      <a:pt x="3" y="180"/>
                      <a:pt x="3" y="180"/>
                      <a:pt x="3" y="180"/>
                    </a:cubicBezTo>
                    <a:cubicBezTo>
                      <a:pt x="3" y="181"/>
                      <a:pt x="3" y="181"/>
                      <a:pt x="3" y="181"/>
                    </a:cubicBezTo>
                    <a:cubicBezTo>
                      <a:pt x="1" y="183"/>
                      <a:pt x="1" y="183"/>
                      <a:pt x="1" y="183"/>
                    </a:cubicBezTo>
                    <a:cubicBezTo>
                      <a:pt x="1" y="184"/>
                      <a:pt x="1" y="184"/>
                      <a:pt x="1" y="184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6" y="204"/>
                      <a:pt x="6" y="204"/>
                      <a:pt x="6" y="204"/>
                    </a:cubicBezTo>
                    <a:cubicBezTo>
                      <a:pt x="11" y="206"/>
                      <a:pt x="11" y="206"/>
                      <a:pt x="11" y="206"/>
                    </a:cubicBezTo>
                    <a:cubicBezTo>
                      <a:pt x="14" y="207"/>
                      <a:pt x="14" y="207"/>
                      <a:pt x="14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6" y="208"/>
                      <a:pt x="16" y="208"/>
                      <a:pt x="16" y="208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6" y="210"/>
                      <a:pt x="16" y="210"/>
                      <a:pt x="16" y="210"/>
                    </a:cubicBezTo>
                    <a:cubicBezTo>
                      <a:pt x="17" y="211"/>
                      <a:pt x="17" y="211"/>
                      <a:pt x="17" y="211"/>
                    </a:cubicBezTo>
                    <a:cubicBezTo>
                      <a:pt x="17" y="211"/>
                      <a:pt x="17" y="211"/>
                      <a:pt x="17" y="211"/>
                    </a:cubicBezTo>
                    <a:cubicBezTo>
                      <a:pt x="17" y="212"/>
                      <a:pt x="17" y="212"/>
                      <a:pt x="17" y="212"/>
                    </a:cubicBezTo>
                    <a:cubicBezTo>
                      <a:pt x="17" y="212"/>
                      <a:pt x="17" y="212"/>
                      <a:pt x="17" y="212"/>
                    </a:cubicBezTo>
                    <a:cubicBezTo>
                      <a:pt x="18" y="212"/>
                      <a:pt x="18" y="212"/>
                      <a:pt x="18" y="212"/>
                    </a:cubicBezTo>
                    <a:cubicBezTo>
                      <a:pt x="18" y="212"/>
                      <a:pt x="18" y="212"/>
                      <a:pt x="18" y="212"/>
                    </a:cubicBezTo>
                    <a:cubicBezTo>
                      <a:pt x="22" y="212"/>
                      <a:pt x="22" y="212"/>
                      <a:pt x="22" y="212"/>
                    </a:cubicBezTo>
                    <a:cubicBezTo>
                      <a:pt x="23" y="212"/>
                      <a:pt x="23" y="212"/>
                      <a:pt x="23" y="212"/>
                    </a:cubicBezTo>
                    <a:cubicBezTo>
                      <a:pt x="23" y="212"/>
                      <a:pt x="23" y="212"/>
                      <a:pt x="23" y="212"/>
                    </a:cubicBezTo>
                    <a:cubicBezTo>
                      <a:pt x="24" y="212"/>
                      <a:pt x="24" y="212"/>
                      <a:pt x="24" y="212"/>
                    </a:cubicBezTo>
                    <a:cubicBezTo>
                      <a:pt x="26" y="210"/>
                      <a:pt x="26" y="210"/>
                      <a:pt x="26" y="210"/>
                    </a:cubicBezTo>
                    <a:cubicBezTo>
                      <a:pt x="27" y="210"/>
                      <a:pt x="27" y="210"/>
                      <a:pt x="27" y="210"/>
                    </a:cubicBezTo>
                    <a:cubicBezTo>
                      <a:pt x="27" y="210"/>
                      <a:pt x="27" y="210"/>
                      <a:pt x="27" y="210"/>
                    </a:cubicBezTo>
                    <a:cubicBezTo>
                      <a:pt x="27" y="210"/>
                      <a:pt x="27" y="210"/>
                      <a:pt x="27" y="210"/>
                    </a:cubicBezTo>
                    <a:cubicBezTo>
                      <a:pt x="27" y="209"/>
                      <a:pt x="27" y="209"/>
                      <a:pt x="27" y="209"/>
                    </a:cubicBezTo>
                    <a:cubicBezTo>
                      <a:pt x="27" y="209"/>
                      <a:pt x="27" y="209"/>
                      <a:pt x="27" y="209"/>
                    </a:cubicBezTo>
                    <a:cubicBezTo>
                      <a:pt x="27" y="208"/>
                      <a:pt x="27" y="208"/>
                      <a:pt x="27" y="208"/>
                    </a:cubicBezTo>
                    <a:cubicBezTo>
                      <a:pt x="27" y="208"/>
                      <a:pt x="27" y="208"/>
                      <a:pt x="27" y="208"/>
                    </a:cubicBezTo>
                    <a:cubicBezTo>
                      <a:pt x="28" y="208"/>
                      <a:pt x="28" y="208"/>
                      <a:pt x="28" y="208"/>
                    </a:cubicBezTo>
                    <a:cubicBezTo>
                      <a:pt x="31" y="205"/>
                      <a:pt x="31" y="205"/>
                      <a:pt x="31" y="205"/>
                    </a:cubicBezTo>
                    <a:cubicBezTo>
                      <a:pt x="31" y="204"/>
                      <a:pt x="31" y="204"/>
                      <a:pt x="31" y="204"/>
                    </a:cubicBezTo>
                    <a:cubicBezTo>
                      <a:pt x="32" y="204"/>
                      <a:pt x="32" y="204"/>
                      <a:pt x="32" y="204"/>
                    </a:cubicBezTo>
                    <a:cubicBezTo>
                      <a:pt x="32" y="204"/>
                      <a:pt x="32" y="204"/>
                      <a:pt x="32" y="204"/>
                    </a:cubicBezTo>
                    <a:cubicBezTo>
                      <a:pt x="33" y="204"/>
                      <a:pt x="33" y="204"/>
                      <a:pt x="33" y="204"/>
                    </a:cubicBezTo>
                    <a:cubicBezTo>
                      <a:pt x="34" y="204"/>
                      <a:pt x="34" y="204"/>
                      <a:pt x="34" y="204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7" y="205"/>
                      <a:pt x="37" y="205"/>
                      <a:pt x="37" y="205"/>
                    </a:cubicBezTo>
                    <a:cubicBezTo>
                      <a:pt x="39" y="206"/>
                      <a:pt x="39" y="206"/>
                      <a:pt x="39" y="206"/>
                    </a:cubicBezTo>
                    <a:cubicBezTo>
                      <a:pt x="40" y="206"/>
                      <a:pt x="40" y="206"/>
                      <a:pt x="40" y="206"/>
                    </a:cubicBezTo>
                    <a:cubicBezTo>
                      <a:pt x="41" y="206"/>
                      <a:pt x="41" y="206"/>
                      <a:pt x="41" y="206"/>
                    </a:cubicBezTo>
                    <a:cubicBezTo>
                      <a:pt x="42" y="206"/>
                      <a:pt x="42" y="206"/>
                      <a:pt x="42" y="206"/>
                    </a:cubicBezTo>
                    <a:cubicBezTo>
                      <a:pt x="43" y="206"/>
                      <a:pt x="43" y="206"/>
                      <a:pt x="43" y="206"/>
                    </a:cubicBezTo>
                    <a:cubicBezTo>
                      <a:pt x="44" y="205"/>
                      <a:pt x="44" y="205"/>
                      <a:pt x="44" y="205"/>
                    </a:cubicBezTo>
                    <a:cubicBezTo>
                      <a:pt x="46" y="204"/>
                      <a:pt x="46" y="204"/>
                      <a:pt x="46" y="204"/>
                    </a:cubicBezTo>
                    <a:cubicBezTo>
                      <a:pt x="47" y="203"/>
                      <a:pt x="47" y="203"/>
                      <a:pt x="47" y="203"/>
                    </a:cubicBezTo>
                    <a:cubicBezTo>
                      <a:pt x="47" y="203"/>
                      <a:pt x="47" y="203"/>
                      <a:pt x="47" y="203"/>
                    </a:cubicBezTo>
                    <a:cubicBezTo>
                      <a:pt x="48" y="203"/>
                      <a:pt x="48" y="203"/>
                      <a:pt x="48" y="203"/>
                    </a:cubicBezTo>
                    <a:cubicBezTo>
                      <a:pt x="53" y="201"/>
                      <a:pt x="53" y="201"/>
                      <a:pt x="53" y="201"/>
                    </a:cubicBezTo>
                    <a:cubicBezTo>
                      <a:pt x="54" y="201"/>
                      <a:pt x="54" y="201"/>
                      <a:pt x="54" y="201"/>
                    </a:cubicBezTo>
                    <a:cubicBezTo>
                      <a:pt x="54" y="201"/>
                      <a:pt x="54" y="201"/>
                      <a:pt x="54" y="201"/>
                    </a:cubicBezTo>
                    <a:cubicBezTo>
                      <a:pt x="54" y="202"/>
                      <a:pt x="54" y="202"/>
                      <a:pt x="54" y="202"/>
                    </a:cubicBezTo>
                    <a:cubicBezTo>
                      <a:pt x="55" y="202"/>
                      <a:pt x="55" y="202"/>
                      <a:pt x="55" y="202"/>
                    </a:cubicBezTo>
                    <a:cubicBezTo>
                      <a:pt x="55" y="203"/>
                      <a:pt x="55" y="203"/>
                      <a:pt x="55" y="203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56" y="204"/>
                      <a:pt x="56" y="204"/>
                      <a:pt x="56" y="204"/>
                    </a:cubicBezTo>
                    <a:cubicBezTo>
                      <a:pt x="56" y="204"/>
                      <a:pt x="56" y="204"/>
                      <a:pt x="56" y="204"/>
                    </a:cubicBezTo>
                    <a:cubicBezTo>
                      <a:pt x="57" y="205"/>
                      <a:pt x="57" y="205"/>
                      <a:pt x="57" y="205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60" y="208"/>
                      <a:pt x="60" y="208"/>
                      <a:pt x="60" y="208"/>
                    </a:cubicBezTo>
                    <a:cubicBezTo>
                      <a:pt x="61" y="208"/>
                      <a:pt x="61" y="208"/>
                      <a:pt x="61" y="208"/>
                    </a:cubicBezTo>
                    <a:cubicBezTo>
                      <a:pt x="61" y="208"/>
                      <a:pt x="61" y="208"/>
                      <a:pt x="61" y="208"/>
                    </a:cubicBezTo>
                    <a:cubicBezTo>
                      <a:pt x="61" y="207"/>
                      <a:pt x="61" y="207"/>
                      <a:pt x="61" y="207"/>
                    </a:cubicBezTo>
                    <a:cubicBezTo>
                      <a:pt x="61" y="207"/>
                      <a:pt x="61" y="207"/>
                      <a:pt x="61" y="207"/>
                    </a:cubicBezTo>
                    <a:cubicBezTo>
                      <a:pt x="59" y="200"/>
                      <a:pt x="59" y="200"/>
                      <a:pt x="59" y="200"/>
                    </a:cubicBezTo>
                    <a:cubicBezTo>
                      <a:pt x="57" y="193"/>
                      <a:pt x="57" y="193"/>
                      <a:pt x="57" y="193"/>
                    </a:cubicBezTo>
                    <a:cubicBezTo>
                      <a:pt x="57" y="193"/>
                      <a:pt x="57" y="193"/>
                      <a:pt x="57" y="193"/>
                    </a:cubicBezTo>
                    <a:cubicBezTo>
                      <a:pt x="54" y="188"/>
                      <a:pt x="54" y="188"/>
                      <a:pt x="54" y="188"/>
                    </a:cubicBezTo>
                    <a:cubicBezTo>
                      <a:pt x="50" y="182"/>
                      <a:pt x="50" y="182"/>
                      <a:pt x="50" y="182"/>
                    </a:cubicBezTo>
                    <a:cubicBezTo>
                      <a:pt x="50" y="182"/>
                      <a:pt x="50" y="182"/>
                      <a:pt x="50" y="182"/>
                    </a:cubicBezTo>
                    <a:cubicBezTo>
                      <a:pt x="51" y="180"/>
                      <a:pt x="51" y="180"/>
                      <a:pt x="51" y="180"/>
                    </a:cubicBezTo>
                    <a:cubicBezTo>
                      <a:pt x="52" y="177"/>
                      <a:pt x="52" y="177"/>
                      <a:pt x="52" y="177"/>
                    </a:cubicBezTo>
                    <a:cubicBezTo>
                      <a:pt x="53" y="173"/>
                      <a:pt x="53" y="173"/>
                      <a:pt x="53" y="173"/>
                    </a:cubicBezTo>
                    <a:cubicBezTo>
                      <a:pt x="53" y="172"/>
                      <a:pt x="53" y="172"/>
                      <a:pt x="53" y="172"/>
                    </a:cubicBezTo>
                    <a:cubicBezTo>
                      <a:pt x="53" y="171"/>
                      <a:pt x="53" y="171"/>
                      <a:pt x="53" y="171"/>
                    </a:cubicBezTo>
                    <a:cubicBezTo>
                      <a:pt x="52" y="170"/>
                      <a:pt x="52" y="170"/>
                      <a:pt x="52" y="170"/>
                    </a:cubicBezTo>
                    <a:cubicBezTo>
                      <a:pt x="53" y="165"/>
                      <a:pt x="53" y="165"/>
                      <a:pt x="53" y="165"/>
                    </a:cubicBezTo>
                    <a:cubicBezTo>
                      <a:pt x="53" y="165"/>
                      <a:pt x="53" y="165"/>
                      <a:pt x="53" y="165"/>
                    </a:cubicBezTo>
                    <a:cubicBezTo>
                      <a:pt x="53" y="165"/>
                      <a:pt x="53" y="165"/>
                      <a:pt x="53" y="165"/>
                    </a:cubicBezTo>
                    <a:cubicBezTo>
                      <a:pt x="54" y="164"/>
                      <a:pt x="54" y="164"/>
                      <a:pt x="54" y="164"/>
                    </a:cubicBezTo>
                    <a:cubicBezTo>
                      <a:pt x="57" y="161"/>
                      <a:pt x="57" y="161"/>
                      <a:pt x="57" y="161"/>
                    </a:cubicBezTo>
                    <a:cubicBezTo>
                      <a:pt x="59" y="156"/>
                      <a:pt x="59" y="156"/>
                      <a:pt x="59" y="156"/>
                    </a:cubicBezTo>
                    <a:cubicBezTo>
                      <a:pt x="59" y="152"/>
                      <a:pt x="59" y="152"/>
                      <a:pt x="59" y="152"/>
                    </a:cubicBezTo>
                    <a:cubicBezTo>
                      <a:pt x="57" y="145"/>
                      <a:pt x="57" y="145"/>
                      <a:pt x="57" y="145"/>
                    </a:cubicBezTo>
                    <a:cubicBezTo>
                      <a:pt x="57" y="143"/>
                      <a:pt x="57" y="143"/>
                      <a:pt x="57" y="143"/>
                    </a:cubicBezTo>
                    <a:cubicBezTo>
                      <a:pt x="57" y="143"/>
                      <a:pt x="57" y="143"/>
                      <a:pt x="57" y="143"/>
                    </a:cubicBezTo>
                    <a:cubicBezTo>
                      <a:pt x="56" y="142"/>
                      <a:pt x="56" y="142"/>
                      <a:pt x="56" y="142"/>
                    </a:cubicBezTo>
                    <a:cubicBezTo>
                      <a:pt x="56" y="141"/>
                      <a:pt x="56" y="141"/>
                      <a:pt x="56" y="141"/>
                    </a:cubicBezTo>
                    <a:cubicBezTo>
                      <a:pt x="55" y="140"/>
                      <a:pt x="55" y="140"/>
                      <a:pt x="55" y="140"/>
                    </a:cubicBezTo>
                    <a:cubicBezTo>
                      <a:pt x="55" y="139"/>
                      <a:pt x="55" y="139"/>
                      <a:pt x="55" y="139"/>
                    </a:cubicBezTo>
                    <a:cubicBezTo>
                      <a:pt x="56" y="139"/>
                      <a:pt x="56" y="139"/>
                      <a:pt x="56" y="139"/>
                    </a:cubicBezTo>
                    <a:cubicBezTo>
                      <a:pt x="56" y="134"/>
                      <a:pt x="56" y="134"/>
                      <a:pt x="56" y="134"/>
                    </a:cubicBezTo>
                    <a:cubicBezTo>
                      <a:pt x="57" y="129"/>
                      <a:pt x="57" y="129"/>
                      <a:pt x="57" y="129"/>
                    </a:cubicBezTo>
                    <a:cubicBezTo>
                      <a:pt x="57" y="128"/>
                      <a:pt x="57" y="128"/>
                      <a:pt x="57" y="128"/>
                    </a:cubicBezTo>
                    <a:cubicBezTo>
                      <a:pt x="57" y="127"/>
                      <a:pt x="57" y="127"/>
                      <a:pt x="57" y="127"/>
                    </a:cubicBezTo>
                    <a:cubicBezTo>
                      <a:pt x="57" y="127"/>
                      <a:pt x="57" y="127"/>
                      <a:pt x="57" y="127"/>
                    </a:cubicBezTo>
                    <a:cubicBezTo>
                      <a:pt x="56" y="126"/>
                      <a:pt x="56" y="126"/>
                      <a:pt x="56" y="126"/>
                    </a:cubicBezTo>
                    <a:cubicBezTo>
                      <a:pt x="55" y="126"/>
                      <a:pt x="55" y="126"/>
                      <a:pt x="55" y="126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55" y="116"/>
                      <a:pt x="55" y="116"/>
                      <a:pt x="55" y="116"/>
                    </a:cubicBezTo>
                    <a:cubicBezTo>
                      <a:pt x="55" y="115"/>
                      <a:pt x="55" y="115"/>
                      <a:pt x="55" y="115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6" y="111"/>
                      <a:pt x="56" y="111"/>
                      <a:pt x="56" y="111"/>
                    </a:cubicBezTo>
                    <a:cubicBezTo>
                      <a:pt x="56" y="110"/>
                      <a:pt x="56" y="110"/>
                      <a:pt x="56" y="110"/>
                    </a:cubicBezTo>
                    <a:cubicBezTo>
                      <a:pt x="58" y="108"/>
                      <a:pt x="58" y="108"/>
                      <a:pt x="58" y="108"/>
                    </a:cubicBezTo>
                    <a:cubicBezTo>
                      <a:pt x="60" y="105"/>
                      <a:pt x="60" y="105"/>
                      <a:pt x="60" y="105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3"/>
                      <a:pt x="60" y="103"/>
                      <a:pt x="60" y="103"/>
                    </a:cubicBezTo>
                    <a:cubicBezTo>
                      <a:pt x="60" y="103"/>
                      <a:pt x="60" y="103"/>
                      <a:pt x="60" y="103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59" y="95"/>
                      <a:pt x="59" y="95"/>
                      <a:pt x="59" y="95"/>
                    </a:cubicBezTo>
                    <a:cubicBezTo>
                      <a:pt x="59" y="95"/>
                      <a:pt x="59" y="95"/>
                      <a:pt x="59" y="95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7" y="92"/>
                      <a:pt x="57" y="92"/>
                      <a:pt x="57" y="92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8" y="80"/>
                      <a:pt x="58" y="80"/>
                      <a:pt x="58" y="80"/>
                    </a:cubicBez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78"/>
                      <a:pt x="58" y="78"/>
                      <a:pt x="58" y="78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1"/>
                      <a:pt x="47" y="61"/>
                      <a:pt x="47" y="61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4" y="44"/>
                      <a:pt x="74" y="44"/>
                      <a:pt x="74" y="44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2" y="46"/>
                      <a:pt x="92" y="46"/>
                      <a:pt x="92" y="46"/>
                    </a:cubicBezTo>
                    <a:cubicBezTo>
                      <a:pt x="92" y="46"/>
                      <a:pt x="92" y="46"/>
                      <a:pt x="92" y="46"/>
                    </a:cubicBezTo>
                    <a:cubicBezTo>
                      <a:pt x="94" y="49"/>
                      <a:pt x="94" y="49"/>
                      <a:pt x="94" y="49"/>
                    </a:cubicBezTo>
                    <a:cubicBezTo>
                      <a:pt x="95" y="49"/>
                      <a:pt x="95" y="49"/>
                      <a:pt x="95" y="49"/>
                    </a:cubicBezTo>
                    <a:cubicBezTo>
                      <a:pt x="95" y="50"/>
                      <a:pt x="95" y="50"/>
                      <a:pt x="95" y="50"/>
                    </a:cubicBezTo>
                    <a:cubicBezTo>
                      <a:pt x="95" y="58"/>
                      <a:pt x="95" y="58"/>
                      <a:pt x="95" y="58"/>
                    </a:cubicBezTo>
                    <a:cubicBezTo>
                      <a:pt x="95" y="59"/>
                      <a:pt x="95" y="59"/>
                      <a:pt x="95" y="59"/>
                    </a:cubicBezTo>
                    <a:cubicBezTo>
                      <a:pt x="95" y="75"/>
                      <a:pt x="95" y="75"/>
                      <a:pt x="95" y="75"/>
                    </a:cubicBezTo>
                    <a:cubicBezTo>
                      <a:pt x="95" y="75"/>
                      <a:pt x="95" y="75"/>
                      <a:pt x="95" y="75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92" y="77"/>
                      <a:pt x="92" y="77"/>
                      <a:pt x="92" y="77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89" y="78"/>
                      <a:pt x="89" y="78"/>
                      <a:pt x="89" y="78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84" y="86"/>
                      <a:pt x="84" y="86"/>
                      <a:pt x="84" y="86"/>
                    </a:cubicBezTo>
                    <a:cubicBezTo>
                      <a:pt x="84" y="87"/>
                      <a:pt x="84" y="87"/>
                      <a:pt x="84" y="87"/>
                    </a:cubicBezTo>
                    <a:cubicBezTo>
                      <a:pt x="83" y="88"/>
                      <a:pt x="83" y="88"/>
                      <a:pt x="83" y="88"/>
                    </a:cubicBezTo>
                    <a:cubicBezTo>
                      <a:pt x="83" y="90"/>
                      <a:pt x="83" y="90"/>
                      <a:pt x="83" y="90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86" y="94"/>
                      <a:pt x="86" y="94"/>
                      <a:pt x="86" y="94"/>
                    </a:cubicBezTo>
                    <a:cubicBezTo>
                      <a:pt x="91" y="87"/>
                      <a:pt x="91" y="87"/>
                      <a:pt x="91" y="87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12" y="66"/>
                      <a:pt x="112" y="66"/>
                      <a:pt x="112" y="66"/>
                    </a:cubicBezTo>
                    <a:cubicBezTo>
                      <a:pt x="120" y="61"/>
                      <a:pt x="120" y="61"/>
                      <a:pt x="120" y="61"/>
                    </a:cubicBezTo>
                    <a:cubicBezTo>
                      <a:pt x="125" y="57"/>
                      <a:pt x="125" y="57"/>
                      <a:pt x="125" y="57"/>
                    </a:cubicBezTo>
                    <a:cubicBezTo>
                      <a:pt x="127" y="53"/>
                      <a:pt x="127" y="53"/>
                      <a:pt x="127" y="53"/>
                    </a:cubicBezTo>
                    <a:cubicBezTo>
                      <a:pt x="130" y="48"/>
                      <a:pt x="130" y="48"/>
                      <a:pt x="130" y="48"/>
                    </a:cubicBezTo>
                    <a:lnTo>
                      <a:pt x="130" y="4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</p:grpSp>
        <p:grpSp>
          <p:nvGrpSpPr>
            <p:cNvPr id="33" name="Group 355">
              <a:extLst>
                <a:ext uri="{FF2B5EF4-FFF2-40B4-BE49-F238E27FC236}">
                  <a16:creationId xmlns:a16="http://schemas.microsoft.com/office/drawing/2014/main" id="{E94FCD01-6DFD-B36F-3941-EF83247CF236}"/>
                </a:ext>
              </a:extLst>
            </p:cNvPr>
            <p:cNvGrpSpPr/>
            <p:nvPr/>
          </p:nvGrpSpPr>
          <p:grpSpPr>
            <a:xfrm>
              <a:off x="8258134" y="3046079"/>
              <a:ext cx="768858" cy="1026161"/>
              <a:chOff x="8258134" y="3046079"/>
              <a:chExt cx="768858" cy="1026161"/>
            </a:xfrm>
            <a:grpFill/>
          </p:grpSpPr>
          <p:sp>
            <p:nvSpPr>
              <p:cNvPr id="52" name="Freeform 92">
                <a:extLst>
                  <a:ext uri="{FF2B5EF4-FFF2-40B4-BE49-F238E27FC236}">
                    <a16:creationId xmlns:a16="http://schemas.microsoft.com/office/drawing/2014/main" id="{50D02BE2-0740-BAD5-4798-CA29641EA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8162" y="3780359"/>
                <a:ext cx="21357" cy="1728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4" y="2"/>
                  </a:cxn>
                  <a:cxn ang="0">
                    <a:pos x="6" y="4"/>
                  </a:cxn>
                  <a:cxn ang="0">
                    <a:pos x="8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5" y="4"/>
                  </a:cxn>
                  <a:cxn ang="0">
                    <a:pos x="15" y="6"/>
                  </a:cxn>
                  <a:cxn ang="0">
                    <a:pos x="19" y="10"/>
                  </a:cxn>
                  <a:cxn ang="0">
                    <a:pos x="19" y="13"/>
                  </a:cxn>
                  <a:cxn ang="0">
                    <a:pos x="21" y="13"/>
                  </a:cxn>
                  <a:cxn ang="0">
                    <a:pos x="19" y="15"/>
                  </a:cxn>
                  <a:cxn ang="0">
                    <a:pos x="19" y="15"/>
                  </a:cxn>
                  <a:cxn ang="0">
                    <a:pos x="15" y="17"/>
                  </a:cxn>
                  <a:cxn ang="0">
                    <a:pos x="15" y="17"/>
                  </a:cxn>
                  <a:cxn ang="0">
                    <a:pos x="13" y="17"/>
                  </a:cxn>
                  <a:cxn ang="0">
                    <a:pos x="13" y="17"/>
                  </a:cxn>
                  <a:cxn ang="0">
                    <a:pos x="10" y="17"/>
                  </a:cxn>
                  <a:cxn ang="0">
                    <a:pos x="10" y="17"/>
                  </a:cxn>
                  <a:cxn ang="0">
                    <a:pos x="8" y="15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</a:cxnLst>
                <a:rect l="0" t="0" r="r" b="b"/>
                <a:pathLst>
                  <a:path w="21" h="17">
                    <a:moveTo>
                      <a:pt x="2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9" y="10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19" y="15"/>
                    </a:lnTo>
                    <a:lnTo>
                      <a:pt x="19" y="15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53" name="Freeform 93">
                <a:extLst>
                  <a:ext uri="{FF2B5EF4-FFF2-40B4-BE49-F238E27FC236}">
                    <a16:creationId xmlns:a16="http://schemas.microsoft.com/office/drawing/2014/main" id="{18B29B43-407D-5DAC-C52A-4352FA4CF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9172" y="3856634"/>
                <a:ext cx="168823" cy="132211"/>
              </a:xfrm>
              <a:custGeom>
                <a:avLst/>
                <a:gdLst/>
                <a:ahLst/>
                <a:cxnLst>
                  <a:cxn ang="0">
                    <a:pos x="114" y="2"/>
                  </a:cxn>
                  <a:cxn ang="0">
                    <a:pos x="121" y="0"/>
                  </a:cxn>
                  <a:cxn ang="0">
                    <a:pos x="127" y="0"/>
                  </a:cxn>
                  <a:cxn ang="0">
                    <a:pos x="134" y="2"/>
                  </a:cxn>
                  <a:cxn ang="0">
                    <a:pos x="138" y="2"/>
                  </a:cxn>
                  <a:cxn ang="0">
                    <a:pos x="142" y="5"/>
                  </a:cxn>
                  <a:cxn ang="0">
                    <a:pos x="147" y="11"/>
                  </a:cxn>
                  <a:cxn ang="0">
                    <a:pos x="149" y="15"/>
                  </a:cxn>
                  <a:cxn ang="0">
                    <a:pos x="149" y="17"/>
                  </a:cxn>
                  <a:cxn ang="0">
                    <a:pos x="153" y="22"/>
                  </a:cxn>
                  <a:cxn ang="0">
                    <a:pos x="153" y="22"/>
                  </a:cxn>
                  <a:cxn ang="0">
                    <a:pos x="162" y="24"/>
                  </a:cxn>
                  <a:cxn ang="0">
                    <a:pos x="166" y="30"/>
                  </a:cxn>
                  <a:cxn ang="0">
                    <a:pos x="151" y="63"/>
                  </a:cxn>
                  <a:cxn ang="0">
                    <a:pos x="145" y="87"/>
                  </a:cxn>
                  <a:cxn ang="0">
                    <a:pos x="136" y="93"/>
                  </a:cxn>
                  <a:cxn ang="0">
                    <a:pos x="134" y="95"/>
                  </a:cxn>
                  <a:cxn ang="0">
                    <a:pos x="127" y="95"/>
                  </a:cxn>
                  <a:cxn ang="0">
                    <a:pos x="123" y="97"/>
                  </a:cxn>
                  <a:cxn ang="0">
                    <a:pos x="121" y="100"/>
                  </a:cxn>
                  <a:cxn ang="0">
                    <a:pos x="114" y="108"/>
                  </a:cxn>
                  <a:cxn ang="0">
                    <a:pos x="97" y="123"/>
                  </a:cxn>
                  <a:cxn ang="0">
                    <a:pos x="91" y="125"/>
                  </a:cxn>
                  <a:cxn ang="0">
                    <a:pos x="80" y="128"/>
                  </a:cxn>
                  <a:cxn ang="0">
                    <a:pos x="76" y="128"/>
                  </a:cxn>
                  <a:cxn ang="0">
                    <a:pos x="74" y="125"/>
                  </a:cxn>
                  <a:cxn ang="0">
                    <a:pos x="69" y="123"/>
                  </a:cxn>
                  <a:cxn ang="0">
                    <a:pos x="65" y="123"/>
                  </a:cxn>
                  <a:cxn ang="0">
                    <a:pos x="22" y="123"/>
                  </a:cxn>
                  <a:cxn ang="0">
                    <a:pos x="9" y="125"/>
                  </a:cxn>
                  <a:cxn ang="0">
                    <a:pos x="7" y="128"/>
                  </a:cxn>
                  <a:cxn ang="0">
                    <a:pos x="2" y="130"/>
                  </a:cxn>
                  <a:cxn ang="0">
                    <a:pos x="0" y="128"/>
                  </a:cxn>
                  <a:cxn ang="0">
                    <a:pos x="0" y="128"/>
                  </a:cxn>
                  <a:cxn ang="0">
                    <a:pos x="0" y="123"/>
                  </a:cxn>
                  <a:cxn ang="0">
                    <a:pos x="9" y="100"/>
                  </a:cxn>
                  <a:cxn ang="0">
                    <a:pos x="28" y="63"/>
                  </a:cxn>
                  <a:cxn ang="0">
                    <a:pos x="46" y="33"/>
                  </a:cxn>
                  <a:cxn ang="0">
                    <a:pos x="48" y="30"/>
                  </a:cxn>
                  <a:cxn ang="0">
                    <a:pos x="50" y="28"/>
                  </a:cxn>
                  <a:cxn ang="0">
                    <a:pos x="52" y="26"/>
                  </a:cxn>
                  <a:cxn ang="0">
                    <a:pos x="63" y="20"/>
                  </a:cxn>
                  <a:cxn ang="0">
                    <a:pos x="69" y="13"/>
                  </a:cxn>
                  <a:cxn ang="0">
                    <a:pos x="86" y="7"/>
                  </a:cxn>
                  <a:cxn ang="0">
                    <a:pos x="93" y="7"/>
                  </a:cxn>
                  <a:cxn ang="0">
                    <a:pos x="102" y="5"/>
                  </a:cxn>
                  <a:cxn ang="0">
                    <a:pos x="108" y="2"/>
                  </a:cxn>
                  <a:cxn ang="0">
                    <a:pos x="110" y="2"/>
                  </a:cxn>
                </a:cxnLst>
                <a:rect l="0" t="0" r="r" b="b"/>
                <a:pathLst>
                  <a:path w="166" h="130">
                    <a:moveTo>
                      <a:pt x="110" y="2"/>
                    </a:moveTo>
                    <a:lnTo>
                      <a:pt x="114" y="2"/>
                    </a:lnTo>
                    <a:lnTo>
                      <a:pt x="119" y="0"/>
                    </a:lnTo>
                    <a:lnTo>
                      <a:pt x="121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34" y="2"/>
                    </a:lnTo>
                    <a:lnTo>
                      <a:pt x="136" y="2"/>
                    </a:lnTo>
                    <a:lnTo>
                      <a:pt x="138" y="2"/>
                    </a:lnTo>
                    <a:lnTo>
                      <a:pt x="140" y="5"/>
                    </a:lnTo>
                    <a:lnTo>
                      <a:pt x="142" y="5"/>
                    </a:lnTo>
                    <a:lnTo>
                      <a:pt x="147" y="11"/>
                    </a:lnTo>
                    <a:lnTo>
                      <a:pt x="147" y="11"/>
                    </a:lnTo>
                    <a:lnTo>
                      <a:pt x="147" y="13"/>
                    </a:lnTo>
                    <a:lnTo>
                      <a:pt x="149" y="15"/>
                    </a:lnTo>
                    <a:lnTo>
                      <a:pt x="149" y="15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3" y="22"/>
                    </a:lnTo>
                    <a:lnTo>
                      <a:pt x="153" y="22"/>
                    </a:lnTo>
                    <a:lnTo>
                      <a:pt x="153" y="22"/>
                    </a:lnTo>
                    <a:lnTo>
                      <a:pt x="158" y="24"/>
                    </a:lnTo>
                    <a:lnTo>
                      <a:pt x="162" y="24"/>
                    </a:lnTo>
                    <a:lnTo>
                      <a:pt x="164" y="24"/>
                    </a:lnTo>
                    <a:lnTo>
                      <a:pt x="166" y="30"/>
                    </a:lnTo>
                    <a:lnTo>
                      <a:pt x="160" y="50"/>
                    </a:lnTo>
                    <a:lnTo>
                      <a:pt x="151" y="63"/>
                    </a:lnTo>
                    <a:lnTo>
                      <a:pt x="149" y="80"/>
                    </a:lnTo>
                    <a:lnTo>
                      <a:pt x="145" y="87"/>
                    </a:lnTo>
                    <a:lnTo>
                      <a:pt x="138" y="93"/>
                    </a:lnTo>
                    <a:lnTo>
                      <a:pt x="136" y="93"/>
                    </a:lnTo>
                    <a:lnTo>
                      <a:pt x="134" y="95"/>
                    </a:lnTo>
                    <a:lnTo>
                      <a:pt x="134" y="95"/>
                    </a:lnTo>
                    <a:lnTo>
                      <a:pt x="132" y="95"/>
                    </a:lnTo>
                    <a:lnTo>
                      <a:pt x="127" y="95"/>
                    </a:lnTo>
                    <a:lnTo>
                      <a:pt x="123" y="95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1" y="100"/>
                    </a:lnTo>
                    <a:lnTo>
                      <a:pt x="119" y="104"/>
                    </a:lnTo>
                    <a:lnTo>
                      <a:pt x="114" y="108"/>
                    </a:lnTo>
                    <a:lnTo>
                      <a:pt x="99" y="121"/>
                    </a:lnTo>
                    <a:lnTo>
                      <a:pt x="97" y="123"/>
                    </a:lnTo>
                    <a:lnTo>
                      <a:pt x="93" y="125"/>
                    </a:lnTo>
                    <a:lnTo>
                      <a:pt x="91" y="125"/>
                    </a:lnTo>
                    <a:lnTo>
                      <a:pt x="89" y="125"/>
                    </a:lnTo>
                    <a:lnTo>
                      <a:pt x="80" y="128"/>
                    </a:lnTo>
                    <a:lnTo>
                      <a:pt x="78" y="128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65" y="123"/>
                    </a:lnTo>
                    <a:lnTo>
                      <a:pt x="28" y="121"/>
                    </a:lnTo>
                    <a:lnTo>
                      <a:pt x="22" y="123"/>
                    </a:lnTo>
                    <a:lnTo>
                      <a:pt x="20" y="123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7" y="128"/>
                    </a:lnTo>
                    <a:lnTo>
                      <a:pt x="5" y="128"/>
                    </a:lnTo>
                    <a:lnTo>
                      <a:pt x="2" y="130"/>
                    </a:lnTo>
                    <a:lnTo>
                      <a:pt x="2" y="130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0" y="125"/>
                    </a:lnTo>
                    <a:lnTo>
                      <a:pt x="0" y="123"/>
                    </a:lnTo>
                    <a:lnTo>
                      <a:pt x="0" y="121"/>
                    </a:lnTo>
                    <a:lnTo>
                      <a:pt x="9" y="100"/>
                    </a:lnTo>
                    <a:lnTo>
                      <a:pt x="11" y="93"/>
                    </a:lnTo>
                    <a:lnTo>
                      <a:pt x="28" y="63"/>
                    </a:lnTo>
                    <a:lnTo>
                      <a:pt x="33" y="52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8" y="30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2" y="26"/>
                    </a:lnTo>
                    <a:lnTo>
                      <a:pt x="52" y="26"/>
                    </a:lnTo>
                    <a:lnTo>
                      <a:pt x="56" y="22"/>
                    </a:lnTo>
                    <a:lnTo>
                      <a:pt x="63" y="20"/>
                    </a:lnTo>
                    <a:lnTo>
                      <a:pt x="65" y="17"/>
                    </a:lnTo>
                    <a:lnTo>
                      <a:pt x="69" y="13"/>
                    </a:lnTo>
                    <a:lnTo>
                      <a:pt x="71" y="13"/>
                    </a:lnTo>
                    <a:lnTo>
                      <a:pt x="86" y="7"/>
                    </a:lnTo>
                    <a:lnTo>
                      <a:pt x="89" y="7"/>
                    </a:lnTo>
                    <a:lnTo>
                      <a:pt x="93" y="7"/>
                    </a:lnTo>
                    <a:lnTo>
                      <a:pt x="97" y="5"/>
                    </a:lnTo>
                    <a:lnTo>
                      <a:pt x="102" y="5"/>
                    </a:lnTo>
                    <a:lnTo>
                      <a:pt x="104" y="5"/>
                    </a:lnTo>
                    <a:lnTo>
                      <a:pt x="108" y="2"/>
                    </a:lnTo>
                    <a:lnTo>
                      <a:pt x="110" y="2"/>
                    </a:lnTo>
                    <a:lnTo>
                      <a:pt x="110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54" name="Freeform 94">
                <a:extLst>
                  <a:ext uri="{FF2B5EF4-FFF2-40B4-BE49-F238E27FC236}">
                    <a16:creationId xmlns:a16="http://schemas.microsoft.com/office/drawing/2014/main" id="{C3D78E0A-3A8A-F742-39FF-0C85092B9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9009" y="3953250"/>
                <a:ext cx="43732" cy="30510"/>
              </a:xfrm>
              <a:custGeom>
                <a:avLst/>
                <a:gdLst/>
                <a:ahLst/>
                <a:cxnLst>
                  <a:cxn ang="0">
                    <a:pos x="34" y="2"/>
                  </a:cxn>
                  <a:cxn ang="0">
                    <a:pos x="34" y="7"/>
                  </a:cxn>
                  <a:cxn ang="0">
                    <a:pos x="43" y="22"/>
                  </a:cxn>
                  <a:cxn ang="0">
                    <a:pos x="43" y="24"/>
                  </a:cxn>
                  <a:cxn ang="0">
                    <a:pos x="43" y="26"/>
                  </a:cxn>
                  <a:cxn ang="0">
                    <a:pos x="43" y="26"/>
                  </a:cxn>
                  <a:cxn ang="0">
                    <a:pos x="43" y="28"/>
                  </a:cxn>
                  <a:cxn ang="0">
                    <a:pos x="43" y="28"/>
                  </a:cxn>
                  <a:cxn ang="0">
                    <a:pos x="43" y="28"/>
                  </a:cxn>
                  <a:cxn ang="0">
                    <a:pos x="43" y="30"/>
                  </a:cxn>
                  <a:cxn ang="0">
                    <a:pos x="41" y="30"/>
                  </a:cxn>
                  <a:cxn ang="0">
                    <a:pos x="41" y="30"/>
                  </a:cxn>
                  <a:cxn ang="0">
                    <a:pos x="39" y="30"/>
                  </a:cxn>
                  <a:cxn ang="0">
                    <a:pos x="39" y="30"/>
                  </a:cxn>
                  <a:cxn ang="0">
                    <a:pos x="37" y="30"/>
                  </a:cxn>
                  <a:cxn ang="0">
                    <a:pos x="30" y="30"/>
                  </a:cxn>
                  <a:cxn ang="0">
                    <a:pos x="24" y="30"/>
                  </a:cxn>
                  <a:cxn ang="0">
                    <a:pos x="4" y="26"/>
                  </a:cxn>
                  <a:cxn ang="0">
                    <a:pos x="4" y="26"/>
                  </a:cxn>
                  <a:cxn ang="0">
                    <a:pos x="2" y="26"/>
                  </a:cxn>
                  <a:cxn ang="0">
                    <a:pos x="2" y="26"/>
                  </a:cxn>
                  <a:cxn ang="0">
                    <a:pos x="0" y="24"/>
                  </a:cxn>
                  <a:cxn ang="0">
                    <a:pos x="0" y="24"/>
                  </a:cxn>
                  <a:cxn ang="0">
                    <a:pos x="0" y="22"/>
                  </a:cxn>
                  <a:cxn ang="0">
                    <a:pos x="0" y="20"/>
                  </a:cxn>
                  <a:cxn ang="0">
                    <a:pos x="2" y="20"/>
                  </a:cxn>
                  <a:cxn ang="0">
                    <a:pos x="19" y="5"/>
                  </a:cxn>
                  <a:cxn ang="0">
                    <a:pos x="30" y="0"/>
                  </a:cxn>
                  <a:cxn ang="0">
                    <a:pos x="32" y="0"/>
                  </a:cxn>
                  <a:cxn ang="0">
                    <a:pos x="32" y="0"/>
                  </a:cxn>
                  <a:cxn ang="0">
                    <a:pos x="32" y="0"/>
                  </a:cxn>
                  <a:cxn ang="0">
                    <a:pos x="32" y="0"/>
                  </a:cxn>
                  <a:cxn ang="0">
                    <a:pos x="34" y="2"/>
                  </a:cxn>
                  <a:cxn ang="0">
                    <a:pos x="34" y="2"/>
                  </a:cxn>
                </a:cxnLst>
                <a:rect l="0" t="0" r="r" b="b"/>
                <a:pathLst>
                  <a:path w="43" h="30">
                    <a:moveTo>
                      <a:pt x="34" y="2"/>
                    </a:moveTo>
                    <a:lnTo>
                      <a:pt x="34" y="7"/>
                    </a:lnTo>
                    <a:lnTo>
                      <a:pt x="43" y="22"/>
                    </a:lnTo>
                    <a:lnTo>
                      <a:pt x="43" y="24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30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7" y="30"/>
                    </a:lnTo>
                    <a:lnTo>
                      <a:pt x="30" y="30"/>
                    </a:lnTo>
                    <a:lnTo>
                      <a:pt x="24" y="30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19" y="5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4" y="2"/>
                    </a:lnTo>
                    <a:lnTo>
                      <a:pt x="34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55" name="Freeform 89">
                <a:extLst>
                  <a:ext uri="{FF2B5EF4-FFF2-40B4-BE49-F238E27FC236}">
                    <a16:creationId xmlns:a16="http://schemas.microsoft.com/office/drawing/2014/main" id="{C7A5E2A1-7C3F-DED9-BF3D-109E96EB3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5597" y="3046079"/>
                <a:ext cx="123058" cy="70174"/>
              </a:xfrm>
              <a:custGeom>
                <a:avLst/>
                <a:gdLst/>
                <a:ahLst/>
                <a:cxnLst>
                  <a:cxn ang="0">
                    <a:pos x="13" y="5"/>
                  </a:cxn>
                  <a:cxn ang="0">
                    <a:pos x="15" y="5"/>
                  </a:cxn>
                  <a:cxn ang="0">
                    <a:pos x="21" y="5"/>
                  </a:cxn>
                  <a:cxn ang="0">
                    <a:pos x="26" y="5"/>
                  </a:cxn>
                  <a:cxn ang="0">
                    <a:pos x="34" y="7"/>
                  </a:cxn>
                  <a:cxn ang="0">
                    <a:pos x="39" y="9"/>
                  </a:cxn>
                  <a:cxn ang="0">
                    <a:pos x="47" y="13"/>
                  </a:cxn>
                  <a:cxn ang="0">
                    <a:pos x="47" y="13"/>
                  </a:cxn>
                  <a:cxn ang="0">
                    <a:pos x="52" y="13"/>
                  </a:cxn>
                  <a:cxn ang="0">
                    <a:pos x="52" y="11"/>
                  </a:cxn>
                  <a:cxn ang="0">
                    <a:pos x="54" y="9"/>
                  </a:cxn>
                  <a:cxn ang="0">
                    <a:pos x="56" y="9"/>
                  </a:cxn>
                  <a:cxn ang="0">
                    <a:pos x="58" y="9"/>
                  </a:cxn>
                  <a:cxn ang="0">
                    <a:pos x="62" y="11"/>
                  </a:cxn>
                  <a:cxn ang="0">
                    <a:pos x="82" y="28"/>
                  </a:cxn>
                  <a:cxn ang="0">
                    <a:pos x="88" y="37"/>
                  </a:cxn>
                  <a:cxn ang="0">
                    <a:pos x="97" y="50"/>
                  </a:cxn>
                  <a:cxn ang="0">
                    <a:pos x="99" y="52"/>
                  </a:cxn>
                  <a:cxn ang="0">
                    <a:pos x="101" y="52"/>
                  </a:cxn>
                  <a:cxn ang="0">
                    <a:pos x="103" y="50"/>
                  </a:cxn>
                  <a:cxn ang="0">
                    <a:pos x="106" y="50"/>
                  </a:cxn>
                  <a:cxn ang="0">
                    <a:pos x="110" y="50"/>
                  </a:cxn>
                  <a:cxn ang="0">
                    <a:pos x="118" y="54"/>
                  </a:cxn>
                  <a:cxn ang="0">
                    <a:pos x="121" y="56"/>
                  </a:cxn>
                  <a:cxn ang="0">
                    <a:pos x="116" y="63"/>
                  </a:cxn>
                  <a:cxn ang="0">
                    <a:pos x="108" y="67"/>
                  </a:cxn>
                  <a:cxn ang="0">
                    <a:pos x="95" y="69"/>
                  </a:cxn>
                  <a:cxn ang="0">
                    <a:pos x="88" y="69"/>
                  </a:cxn>
                  <a:cxn ang="0">
                    <a:pos x="84" y="69"/>
                  </a:cxn>
                  <a:cxn ang="0">
                    <a:pos x="80" y="65"/>
                  </a:cxn>
                  <a:cxn ang="0">
                    <a:pos x="77" y="65"/>
                  </a:cxn>
                  <a:cxn ang="0">
                    <a:pos x="75" y="65"/>
                  </a:cxn>
                  <a:cxn ang="0">
                    <a:pos x="71" y="65"/>
                  </a:cxn>
                  <a:cxn ang="0">
                    <a:pos x="65" y="67"/>
                  </a:cxn>
                  <a:cxn ang="0">
                    <a:pos x="62" y="67"/>
                  </a:cxn>
                  <a:cxn ang="0">
                    <a:pos x="56" y="61"/>
                  </a:cxn>
                  <a:cxn ang="0">
                    <a:pos x="56" y="59"/>
                  </a:cxn>
                  <a:cxn ang="0">
                    <a:pos x="49" y="37"/>
                  </a:cxn>
                  <a:cxn ang="0">
                    <a:pos x="49" y="33"/>
                  </a:cxn>
                  <a:cxn ang="0">
                    <a:pos x="49" y="31"/>
                  </a:cxn>
                  <a:cxn ang="0">
                    <a:pos x="47" y="24"/>
                  </a:cxn>
                  <a:cxn ang="0">
                    <a:pos x="43" y="22"/>
                  </a:cxn>
                  <a:cxn ang="0">
                    <a:pos x="43" y="22"/>
                  </a:cxn>
                  <a:cxn ang="0">
                    <a:pos x="41" y="24"/>
                  </a:cxn>
                  <a:cxn ang="0">
                    <a:pos x="28" y="26"/>
                  </a:cxn>
                  <a:cxn ang="0">
                    <a:pos x="19" y="18"/>
                  </a:cxn>
                  <a:cxn ang="0">
                    <a:pos x="15" y="15"/>
                  </a:cxn>
                  <a:cxn ang="0">
                    <a:pos x="13" y="15"/>
                  </a:cxn>
                  <a:cxn ang="0">
                    <a:pos x="13" y="18"/>
                  </a:cxn>
                  <a:cxn ang="0">
                    <a:pos x="15" y="20"/>
                  </a:cxn>
                  <a:cxn ang="0">
                    <a:pos x="15" y="22"/>
                  </a:cxn>
                  <a:cxn ang="0">
                    <a:pos x="13" y="22"/>
                  </a:cxn>
                  <a:cxn ang="0">
                    <a:pos x="11" y="20"/>
                  </a:cxn>
                  <a:cxn ang="0">
                    <a:pos x="6" y="15"/>
                  </a:cxn>
                  <a:cxn ang="0">
                    <a:pos x="4" y="13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11" y="5"/>
                  </a:cxn>
                </a:cxnLst>
                <a:rect l="0" t="0" r="r" b="b"/>
                <a:pathLst>
                  <a:path w="121" h="69">
                    <a:moveTo>
                      <a:pt x="11" y="5"/>
                    </a:move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6" y="5"/>
                    </a:lnTo>
                    <a:lnTo>
                      <a:pt x="34" y="7"/>
                    </a:lnTo>
                    <a:lnTo>
                      <a:pt x="37" y="7"/>
                    </a:lnTo>
                    <a:lnTo>
                      <a:pt x="39" y="9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9" y="13"/>
                    </a:lnTo>
                    <a:lnTo>
                      <a:pt x="52" y="13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6" y="9"/>
                    </a:lnTo>
                    <a:lnTo>
                      <a:pt x="58" y="9"/>
                    </a:lnTo>
                    <a:lnTo>
                      <a:pt x="58" y="9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5" y="13"/>
                    </a:lnTo>
                    <a:lnTo>
                      <a:pt x="82" y="28"/>
                    </a:lnTo>
                    <a:lnTo>
                      <a:pt x="84" y="28"/>
                    </a:lnTo>
                    <a:lnTo>
                      <a:pt x="88" y="37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101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3" y="50"/>
                    </a:lnTo>
                    <a:lnTo>
                      <a:pt x="106" y="50"/>
                    </a:lnTo>
                    <a:lnTo>
                      <a:pt x="106" y="50"/>
                    </a:lnTo>
                    <a:lnTo>
                      <a:pt x="108" y="50"/>
                    </a:lnTo>
                    <a:lnTo>
                      <a:pt x="110" y="50"/>
                    </a:lnTo>
                    <a:lnTo>
                      <a:pt x="118" y="54"/>
                    </a:lnTo>
                    <a:lnTo>
                      <a:pt x="118" y="54"/>
                    </a:lnTo>
                    <a:lnTo>
                      <a:pt x="121" y="56"/>
                    </a:lnTo>
                    <a:lnTo>
                      <a:pt x="121" y="56"/>
                    </a:lnTo>
                    <a:lnTo>
                      <a:pt x="121" y="59"/>
                    </a:lnTo>
                    <a:lnTo>
                      <a:pt x="116" y="63"/>
                    </a:lnTo>
                    <a:lnTo>
                      <a:pt x="112" y="65"/>
                    </a:lnTo>
                    <a:lnTo>
                      <a:pt x="108" y="67"/>
                    </a:lnTo>
                    <a:lnTo>
                      <a:pt x="106" y="67"/>
                    </a:lnTo>
                    <a:lnTo>
                      <a:pt x="95" y="69"/>
                    </a:lnTo>
                    <a:lnTo>
                      <a:pt x="90" y="69"/>
                    </a:lnTo>
                    <a:lnTo>
                      <a:pt x="88" y="69"/>
                    </a:lnTo>
                    <a:lnTo>
                      <a:pt x="86" y="69"/>
                    </a:lnTo>
                    <a:lnTo>
                      <a:pt x="84" y="69"/>
                    </a:lnTo>
                    <a:lnTo>
                      <a:pt x="82" y="65"/>
                    </a:lnTo>
                    <a:lnTo>
                      <a:pt x="80" y="65"/>
                    </a:lnTo>
                    <a:lnTo>
                      <a:pt x="80" y="65"/>
                    </a:lnTo>
                    <a:lnTo>
                      <a:pt x="77" y="65"/>
                    </a:lnTo>
                    <a:lnTo>
                      <a:pt x="77" y="65"/>
                    </a:lnTo>
                    <a:lnTo>
                      <a:pt x="75" y="65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67" y="65"/>
                    </a:lnTo>
                    <a:lnTo>
                      <a:pt x="65" y="67"/>
                    </a:lnTo>
                    <a:lnTo>
                      <a:pt x="65" y="67"/>
                    </a:lnTo>
                    <a:lnTo>
                      <a:pt x="62" y="67"/>
                    </a:lnTo>
                    <a:lnTo>
                      <a:pt x="60" y="65"/>
                    </a:lnTo>
                    <a:lnTo>
                      <a:pt x="56" y="61"/>
                    </a:lnTo>
                    <a:lnTo>
                      <a:pt x="56" y="59"/>
                    </a:lnTo>
                    <a:lnTo>
                      <a:pt x="56" y="59"/>
                    </a:lnTo>
                    <a:lnTo>
                      <a:pt x="54" y="59"/>
                    </a:lnTo>
                    <a:lnTo>
                      <a:pt x="49" y="37"/>
                    </a:lnTo>
                    <a:lnTo>
                      <a:pt x="49" y="35"/>
                    </a:lnTo>
                    <a:lnTo>
                      <a:pt x="49" y="33"/>
                    </a:lnTo>
                    <a:lnTo>
                      <a:pt x="49" y="31"/>
                    </a:lnTo>
                    <a:lnTo>
                      <a:pt x="49" y="31"/>
                    </a:lnTo>
                    <a:lnTo>
                      <a:pt x="47" y="26"/>
                    </a:lnTo>
                    <a:lnTo>
                      <a:pt x="47" y="24"/>
                    </a:lnTo>
                    <a:lnTo>
                      <a:pt x="45" y="22"/>
                    </a:lnTo>
                    <a:lnTo>
                      <a:pt x="43" y="22"/>
                    </a:lnTo>
                    <a:lnTo>
                      <a:pt x="43" y="22"/>
                    </a:lnTo>
                    <a:lnTo>
                      <a:pt x="43" y="22"/>
                    </a:lnTo>
                    <a:lnTo>
                      <a:pt x="41" y="22"/>
                    </a:lnTo>
                    <a:lnTo>
                      <a:pt x="41" y="24"/>
                    </a:lnTo>
                    <a:lnTo>
                      <a:pt x="30" y="28"/>
                    </a:lnTo>
                    <a:lnTo>
                      <a:pt x="28" y="26"/>
                    </a:lnTo>
                    <a:lnTo>
                      <a:pt x="21" y="20"/>
                    </a:lnTo>
                    <a:lnTo>
                      <a:pt x="19" y="18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15" y="20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3" y="22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9" y="15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1" y="5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56" name="Freeform 90">
                <a:extLst>
                  <a:ext uri="{FF2B5EF4-FFF2-40B4-BE49-F238E27FC236}">
                    <a16:creationId xmlns:a16="http://schemas.microsoft.com/office/drawing/2014/main" id="{B871C708-66B2-164A-2DCC-86E025202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3053" y="3147780"/>
                <a:ext cx="28476" cy="6102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15" y="2"/>
                  </a:cxn>
                  <a:cxn ang="0">
                    <a:pos x="23" y="2"/>
                  </a:cxn>
                  <a:cxn ang="0">
                    <a:pos x="28" y="2"/>
                  </a:cxn>
                  <a:cxn ang="0">
                    <a:pos x="28" y="2"/>
                  </a:cxn>
                  <a:cxn ang="0">
                    <a:pos x="28" y="2"/>
                  </a:cxn>
                  <a:cxn ang="0">
                    <a:pos x="25" y="4"/>
                  </a:cxn>
                  <a:cxn ang="0">
                    <a:pos x="25" y="6"/>
                  </a:cxn>
                  <a:cxn ang="0">
                    <a:pos x="23" y="6"/>
                  </a:cxn>
                  <a:cxn ang="0">
                    <a:pos x="13" y="6"/>
                  </a:cxn>
                  <a:cxn ang="0">
                    <a:pos x="10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28" h="6">
                    <a:moveTo>
                      <a:pt x="4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15" y="2"/>
                    </a:lnTo>
                    <a:lnTo>
                      <a:pt x="23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13" y="6"/>
                    </a:lnTo>
                    <a:lnTo>
                      <a:pt x="10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57" name="Freeform 91">
                <a:extLst>
                  <a:ext uri="{FF2B5EF4-FFF2-40B4-BE49-F238E27FC236}">
                    <a16:creationId xmlns:a16="http://schemas.microsoft.com/office/drawing/2014/main" id="{7489CCF9-C6F8-02B5-3122-F85A9C018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1699" y="3161001"/>
                <a:ext cx="180011" cy="38646"/>
              </a:xfrm>
              <a:custGeom>
                <a:avLst/>
                <a:gdLst/>
                <a:ahLst/>
                <a:cxnLst>
                  <a:cxn ang="0">
                    <a:pos x="11" y="2"/>
                  </a:cxn>
                  <a:cxn ang="0">
                    <a:pos x="13" y="2"/>
                  </a:cxn>
                  <a:cxn ang="0">
                    <a:pos x="15" y="4"/>
                  </a:cxn>
                  <a:cxn ang="0">
                    <a:pos x="46" y="6"/>
                  </a:cxn>
                  <a:cxn ang="0">
                    <a:pos x="56" y="6"/>
                  </a:cxn>
                  <a:cxn ang="0">
                    <a:pos x="69" y="8"/>
                  </a:cxn>
                  <a:cxn ang="0">
                    <a:pos x="80" y="8"/>
                  </a:cxn>
                  <a:cxn ang="0">
                    <a:pos x="91" y="8"/>
                  </a:cxn>
                  <a:cxn ang="0">
                    <a:pos x="104" y="13"/>
                  </a:cxn>
                  <a:cxn ang="0">
                    <a:pos x="123" y="17"/>
                  </a:cxn>
                  <a:cxn ang="0">
                    <a:pos x="128" y="15"/>
                  </a:cxn>
                  <a:cxn ang="0">
                    <a:pos x="128" y="15"/>
                  </a:cxn>
                  <a:cxn ang="0">
                    <a:pos x="136" y="17"/>
                  </a:cxn>
                  <a:cxn ang="0">
                    <a:pos x="153" y="17"/>
                  </a:cxn>
                  <a:cxn ang="0">
                    <a:pos x="164" y="19"/>
                  </a:cxn>
                  <a:cxn ang="0">
                    <a:pos x="166" y="19"/>
                  </a:cxn>
                  <a:cxn ang="0">
                    <a:pos x="168" y="21"/>
                  </a:cxn>
                  <a:cxn ang="0">
                    <a:pos x="175" y="23"/>
                  </a:cxn>
                  <a:cxn ang="0">
                    <a:pos x="177" y="23"/>
                  </a:cxn>
                  <a:cxn ang="0">
                    <a:pos x="177" y="23"/>
                  </a:cxn>
                  <a:cxn ang="0">
                    <a:pos x="177" y="26"/>
                  </a:cxn>
                  <a:cxn ang="0">
                    <a:pos x="177" y="26"/>
                  </a:cxn>
                  <a:cxn ang="0">
                    <a:pos x="173" y="28"/>
                  </a:cxn>
                  <a:cxn ang="0">
                    <a:pos x="173" y="28"/>
                  </a:cxn>
                  <a:cxn ang="0">
                    <a:pos x="173" y="28"/>
                  </a:cxn>
                  <a:cxn ang="0">
                    <a:pos x="168" y="28"/>
                  </a:cxn>
                  <a:cxn ang="0">
                    <a:pos x="168" y="28"/>
                  </a:cxn>
                  <a:cxn ang="0">
                    <a:pos x="151" y="32"/>
                  </a:cxn>
                  <a:cxn ang="0">
                    <a:pos x="134" y="36"/>
                  </a:cxn>
                  <a:cxn ang="0">
                    <a:pos x="134" y="38"/>
                  </a:cxn>
                  <a:cxn ang="0">
                    <a:pos x="123" y="36"/>
                  </a:cxn>
                  <a:cxn ang="0">
                    <a:pos x="95" y="34"/>
                  </a:cxn>
                  <a:cxn ang="0">
                    <a:pos x="78" y="30"/>
                  </a:cxn>
                  <a:cxn ang="0">
                    <a:pos x="78" y="30"/>
                  </a:cxn>
                  <a:cxn ang="0">
                    <a:pos x="67" y="28"/>
                  </a:cxn>
                  <a:cxn ang="0">
                    <a:pos x="65" y="26"/>
                  </a:cxn>
                  <a:cxn ang="0">
                    <a:pos x="61" y="23"/>
                  </a:cxn>
                  <a:cxn ang="0">
                    <a:pos x="54" y="19"/>
                  </a:cxn>
                  <a:cxn ang="0">
                    <a:pos x="54" y="19"/>
                  </a:cxn>
                  <a:cxn ang="0">
                    <a:pos x="37" y="15"/>
                  </a:cxn>
                  <a:cxn ang="0">
                    <a:pos x="31" y="13"/>
                  </a:cxn>
                  <a:cxn ang="0">
                    <a:pos x="26" y="13"/>
                  </a:cxn>
                  <a:cxn ang="0">
                    <a:pos x="24" y="15"/>
                  </a:cxn>
                  <a:cxn ang="0">
                    <a:pos x="22" y="15"/>
                  </a:cxn>
                  <a:cxn ang="0">
                    <a:pos x="9" y="10"/>
                  </a:cxn>
                  <a:cxn ang="0">
                    <a:pos x="7" y="10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2"/>
                  </a:cxn>
                  <a:cxn ang="0">
                    <a:pos x="11" y="2"/>
                  </a:cxn>
                  <a:cxn ang="0">
                    <a:pos x="11" y="2"/>
                  </a:cxn>
                </a:cxnLst>
                <a:rect l="0" t="0" r="r" b="b"/>
                <a:pathLst>
                  <a:path w="177" h="38">
                    <a:moveTo>
                      <a:pt x="11" y="2"/>
                    </a:moveTo>
                    <a:lnTo>
                      <a:pt x="13" y="2"/>
                    </a:lnTo>
                    <a:lnTo>
                      <a:pt x="15" y="4"/>
                    </a:lnTo>
                    <a:lnTo>
                      <a:pt x="46" y="6"/>
                    </a:lnTo>
                    <a:lnTo>
                      <a:pt x="56" y="6"/>
                    </a:lnTo>
                    <a:lnTo>
                      <a:pt x="69" y="8"/>
                    </a:lnTo>
                    <a:lnTo>
                      <a:pt x="80" y="8"/>
                    </a:lnTo>
                    <a:lnTo>
                      <a:pt x="91" y="8"/>
                    </a:lnTo>
                    <a:lnTo>
                      <a:pt x="104" y="13"/>
                    </a:lnTo>
                    <a:lnTo>
                      <a:pt x="123" y="17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36" y="17"/>
                    </a:lnTo>
                    <a:lnTo>
                      <a:pt x="153" y="17"/>
                    </a:lnTo>
                    <a:lnTo>
                      <a:pt x="164" y="19"/>
                    </a:lnTo>
                    <a:lnTo>
                      <a:pt x="166" y="19"/>
                    </a:lnTo>
                    <a:lnTo>
                      <a:pt x="168" y="21"/>
                    </a:lnTo>
                    <a:lnTo>
                      <a:pt x="175" y="23"/>
                    </a:lnTo>
                    <a:lnTo>
                      <a:pt x="177" y="23"/>
                    </a:lnTo>
                    <a:lnTo>
                      <a:pt x="177" y="23"/>
                    </a:lnTo>
                    <a:lnTo>
                      <a:pt x="177" y="26"/>
                    </a:lnTo>
                    <a:lnTo>
                      <a:pt x="177" y="26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51" y="32"/>
                    </a:lnTo>
                    <a:lnTo>
                      <a:pt x="134" y="36"/>
                    </a:lnTo>
                    <a:lnTo>
                      <a:pt x="134" y="38"/>
                    </a:lnTo>
                    <a:lnTo>
                      <a:pt x="123" y="36"/>
                    </a:lnTo>
                    <a:lnTo>
                      <a:pt x="95" y="34"/>
                    </a:lnTo>
                    <a:lnTo>
                      <a:pt x="78" y="30"/>
                    </a:lnTo>
                    <a:lnTo>
                      <a:pt x="78" y="30"/>
                    </a:lnTo>
                    <a:lnTo>
                      <a:pt x="67" y="28"/>
                    </a:lnTo>
                    <a:lnTo>
                      <a:pt x="65" y="26"/>
                    </a:lnTo>
                    <a:lnTo>
                      <a:pt x="61" y="23"/>
                    </a:lnTo>
                    <a:lnTo>
                      <a:pt x="54" y="19"/>
                    </a:lnTo>
                    <a:lnTo>
                      <a:pt x="54" y="19"/>
                    </a:lnTo>
                    <a:lnTo>
                      <a:pt x="37" y="15"/>
                    </a:lnTo>
                    <a:lnTo>
                      <a:pt x="31" y="13"/>
                    </a:lnTo>
                    <a:lnTo>
                      <a:pt x="26" y="13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9" y="10"/>
                    </a:lnTo>
                    <a:lnTo>
                      <a:pt x="7" y="10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58" name="Freeform 95">
                <a:extLst>
                  <a:ext uri="{FF2B5EF4-FFF2-40B4-BE49-F238E27FC236}">
                    <a16:creationId xmlns:a16="http://schemas.microsoft.com/office/drawing/2014/main" id="{387671EB-5E9D-1120-E480-6C9D8B05D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8134" y="3147780"/>
                <a:ext cx="768858" cy="924460"/>
              </a:xfrm>
              <a:custGeom>
                <a:avLst/>
                <a:gdLst/>
                <a:ahLst/>
                <a:cxnLst>
                  <a:cxn ang="0">
                    <a:pos x="343" y="286"/>
                  </a:cxn>
                  <a:cxn ang="0">
                    <a:pos x="348" y="267"/>
                  </a:cxn>
                  <a:cxn ang="0">
                    <a:pos x="338" y="63"/>
                  </a:cxn>
                  <a:cxn ang="0">
                    <a:pos x="336" y="60"/>
                  </a:cxn>
                  <a:cxn ang="0">
                    <a:pos x="316" y="52"/>
                  </a:cxn>
                  <a:cxn ang="0">
                    <a:pos x="305" y="47"/>
                  </a:cxn>
                  <a:cxn ang="0">
                    <a:pos x="283" y="49"/>
                  </a:cxn>
                  <a:cxn ang="0">
                    <a:pos x="236" y="27"/>
                  </a:cxn>
                  <a:cxn ang="0">
                    <a:pos x="227" y="21"/>
                  </a:cxn>
                  <a:cxn ang="0">
                    <a:pos x="208" y="14"/>
                  </a:cxn>
                  <a:cxn ang="0">
                    <a:pos x="178" y="0"/>
                  </a:cxn>
                  <a:cxn ang="0">
                    <a:pos x="158" y="8"/>
                  </a:cxn>
                  <a:cxn ang="0">
                    <a:pos x="136" y="19"/>
                  </a:cxn>
                  <a:cxn ang="0">
                    <a:pos x="143" y="32"/>
                  </a:cxn>
                  <a:cxn ang="0">
                    <a:pos x="134" y="35"/>
                  </a:cxn>
                  <a:cxn ang="0">
                    <a:pos x="105" y="42"/>
                  </a:cxn>
                  <a:cxn ang="0">
                    <a:pos x="94" y="47"/>
                  </a:cxn>
                  <a:cxn ang="0">
                    <a:pos x="84" y="64"/>
                  </a:cxn>
                  <a:cxn ang="0">
                    <a:pos x="71" y="81"/>
                  </a:cxn>
                  <a:cxn ang="0">
                    <a:pos x="61" y="88"/>
                  </a:cxn>
                  <a:cxn ang="0">
                    <a:pos x="52" y="97"/>
                  </a:cxn>
                  <a:cxn ang="0">
                    <a:pos x="45" y="104"/>
                  </a:cxn>
                  <a:cxn ang="0">
                    <a:pos x="14" y="131"/>
                  </a:cxn>
                  <a:cxn ang="0">
                    <a:pos x="13" y="136"/>
                  </a:cxn>
                  <a:cxn ang="0">
                    <a:pos x="9" y="152"/>
                  </a:cxn>
                  <a:cxn ang="0">
                    <a:pos x="36" y="163"/>
                  </a:cxn>
                  <a:cxn ang="0">
                    <a:pos x="62" y="166"/>
                  </a:cxn>
                  <a:cxn ang="0">
                    <a:pos x="84" y="174"/>
                  </a:cxn>
                  <a:cxn ang="0">
                    <a:pos x="120" y="189"/>
                  </a:cxn>
                  <a:cxn ang="0">
                    <a:pos x="150" y="197"/>
                  </a:cxn>
                  <a:cxn ang="0">
                    <a:pos x="171" y="209"/>
                  </a:cxn>
                  <a:cxn ang="0">
                    <a:pos x="188" y="225"/>
                  </a:cxn>
                  <a:cxn ang="0">
                    <a:pos x="194" y="233"/>
                  </a:cxn>
                  <a:cxn ang="0">
                    <a:pos x="204" y="231"/>
                  </a:cxn>
                  <a:cxn ang="0">
                    <a:pos x="201" y="247"/>
                  </a:cxn>
                  <a:cxn ang="0">
                    <a:pos x="207" y="263"/>
                  </a:cxn>
                  <a:cxn ang="0">
                    <a:pos x="222" y="284"/>
                  </a:cxn>
                  <a:cxn ang="0">
                    <a:pos x="239" y="295"/>
                  </a:cxn>
                  <a:cxn ang="0">
                    <a:pos x="250" y="301"/>
                  </a:cxn>
                  <a:cxn ang="0">
                    <a:pos x="242" y="299"/>
                  </a:cxn>
                  <a:cxn ang="0">
                    <a:pos x="228" y="296"/>
                  </a:cxn>
                  <a:cxn ang="0">
                    <a:pos x="216" y="298"/>
                  </a:cxn>
                  <a:cxn ang="0">
                    <a:pos x="247" y="315"/>
                  </a:cxn>
                  <a:cxn ang="0">
                    <a:pos x="243" y="317"/>
                  </a:cxn>
                  <a:cxn ang="0">
                    <a:pos x="222" y="314"/>
                  </a:cxn>
                  <a:cxn ang="0">
                    <a:pos x="233" y="322"/>
                  </a:cxn>
                  <a:cxn ang="0">
                    <a:pos x="245" y="334"/>
                  </a:cxn>
                  <a:cxn ang="0">
                    <a:pos x="240" y="345"/>
                  </a:cxn>
                  <a:cxn ang="0">
                    <a:pos x="236" y="353"/>
                  </a:cxn>
                  <a:cxn ang="0">
                    <a:pos x="231" y="366"/>
                  </a:cxn>
                  <a:cxn ang="0">
                    <a:pos x="238" y="372"/>
                  </a:cxn>
                  <a:cxn ang="0">
                    <a:pos x="258" y="369"/>
                  </a:cxn>
                  <a:cxn ang="0">
                    <a:pos x="273" y="366"/>
                  </a:cxn>
                  <a:cxn ang="0">
                    <a:pos x="298" y="361"/>
                  </a:cxn>
                  <a:cxn ang="0">
                    <a:pos x="299" y="362"/>
                  </a:cxn>
                  <a:cxn ang="0">
                    <a:pos x="295" y="369"/>
                  </a:cxn>
                  <a:cxn ang="0">
                    <a:pos x="323" y="394"/>
                  </a:cxn>
                  <a:cxn ang="0">
                    <a:pos x="342" y="416"/>
                  </a:cxn>
                </a:cxnLst>
                <a:rect l="0" t="0" r="r" b="b"/>
                <a:pathLst>
                  <a:path w="351" h="421">
                    <a:moveTo>
                      <a:pt x="351" y="298"/>
                    </a:moveTo>
                    <a:cubicBezTo>
                      <a:pt x="351" y="297"/>
                      <a:pt x="351" y="297"/>
                      <a:pt x="351" y="297"/>
                    </a:cubicBezTo>
                    <a:cubicBezTo>
                      <a:pt x="350" y="297"/>
                      <a:pt x="350" y="297"/>
                      <a:pt x="350" y="297"/>
                    </a:cubicBezTo>
                    <a:cubicBezTo>
                      <a:pt x="350" y="298"/>
                      <a:pt x="350" y="298"/>
                      <a:pt x="350" y="298"/>
                    </a:cubicBezTo>
                    <a:cubicBezTo>
                      <a:pt x="350" y="298"/>
                      <a:pt x="350" y="298"/>
                      <a:pt x="350" y="298"/>
                    </a:cubicBezTo>
                    <a:cubicBezTo>
                      <a:pt x="349" y="298"/>
                      <a:pt x="349" y="298"/>
                      <a:pt x="349" y="298"/>
                    </a:cubicBezTo>
                    <a:cubicBezTo>
                      <a:pt x="348" y="298"/>
                      <a:pt x="348" y="298"/>
                      <a:pt x="348" y="298"/>
                    </a:cubicBezTo>
                    <a:cubicBezTo>
                      <a:pt x="345" y="295"/>
                      <a:pt x="345" y="295"/>
                      <a:pt x="345" y="295"/>
                    </a:cubicBezTo>
                    <a:cubicBezTo>
                      <a:pt x="344" y="292"/>
                      <a:pt x="344" y="292"/>
                      <a:pt x="344" y="292"/>
                    </a:cubicBezTo>
                    <a:cubicBezTo>
                      <a:pt x="343" y="291"/>
                      <a:pt x="343" y="291"/>
                      <a:pt x="343" y="291"/>
                    </a:cubicBezTo>
                    <a:cubicBezTo>
                      <a:pt x="343" y="288"/>
                      <a:pt x="343" y="288"/>
                      <a:pt x="343" y="288"/>
                    </a:cubicBezTo>
                    <a:cubicBezTo>
                      <a:pt x="343" y="286"/>
                      <a:pt x="343" y="286"/>
                      <a:pt x="343" y="286"/>
                    </a:cubicBezTo>
                    <a:cubicBezTo>
                      <a:pt x="343" y="283"/>
                      <a:pt x="343" y="283"/>
                      <a:pt x="343" y="283"/>
                    </a:cubicBezTo>
                    <a:cubicBezTo>
                      <a:pt x="344" y="281"/>
                      <a:pt x="344" y="281"/>
                      <a:pt x="344" y="281"/>
                    </a:cubicBezTo>
                    <a:cubicBezTo>
                      <a:pt x="345" y="281"/>
                      <a:pt x="345" y="281"/>
                      <a:pt x="345" y="281"/>
                    </a:cubicBezTo>
                    <a:cubicBezTo>
                      <a:pt x="345" y="281"/>
                      <a:pt x="345" y="281"/>
                      <a:pt x="345" y="281"/>
                    </a:cubicBezTo>
                    <a:cubicBezTo>
                      <a:pt x="347" y="276"/>
                      <a:pt x="347" y="276"/>
                      <a:pt x="347" y="276"/>
                    </a:cubicBezTo>
                    <a:cubicBezTo>
                      <a:pt x="348" y="275"/>
                      <a:pt x="348" y="275"/>
                      <a:pt x="348" y="275"/>
                    </a:cubicBezTo>
                    <a:cubicBezTo>
                      <a:pt x="348" y="274"/>
                      <a:pt x="348" y="274"/>
                      <a:pt x="348" y="274"/>
                    </a:cubicBezTo>
                    <a:cubicBezTo>
                      <a:pt x="348" y="274"/>
                      <a:pt x="348" y="274"/>
                      <a:pt x="348" y="274"/>
                    </a:cubicBezTo>
                    <a:cubicBezTo>
                      <a:pt x="347" y="274"/>
                      <a:pt x="347" y="274"/>
                      <a:pt x="347" y="274"/>
                    </a:cubicBezTo>
                    <a:cubicBezTo>
                      <a:pt x="346" y="273"/>
                      <a:pt x="346" y="273"/>
                      <a:pt x="346" y="273"/>
                    </a:cubicBezTo>
                    <a:cubicBezTo>
                      <a:pt x="347" y="272"/>
                      <a:pt x="347" y="272"/>
                      <a:pt x="347" y="272"/>
                    </a:cubicBezTo>
                    <a:cubicBezTo>
                      <a:pt x="348" y="267"/>
                      <a:pt x="348" y="267"/>
                      <a:pt x="348" y="267"/>
                    </a:cubicBezTo>
                    <a:cubicBezTo>
                      <a:pt x="349" y="267"/>
                      <a:pt x="349" y="267"/>
                      <a:pt x="349" y="267"/>
                    </a:cubicBezTo>
                    <a:cubicBezTo>
                      <a:pt x="349" y="267"/>
                      <a:pt x="349" y="267"/>
                      <a:pt x="349" y="267"/>
                    </a:cubicBezTo>
                    <a:cubicBezTo>
                      <a:pt x="350" y="267"/>
                      <a:pt x="350" y="267"/>
                      <a:pt x="350" y="267"/>
                    </a:cubicBezTo>
                    <a:cubicBezTo>
                      <a:pt x="351" y="267"/>
                      <a:pt x="351" y="267"/>
                      <a:pt x="351" y="267"/>
                    </a:cubicBezTo>
                    <a:cubicBezTo>
                      <a:pt x="351" y="248"/>
                      <a:pt x="351" y="248"/>
                      <a:pt x="351" y="248"/>
                    </a:cubicBezTo>
                    <a:cubicBezTo>
                      <a:pt x="351" y="188"/>
                      <a:pt x="351" y="188"/>
                      <a:pt x="351" y="188"/>
                    </a:cubicBezTo>
                    <a:cubicBezTo>
                      <a:pt x="351" y="62"/>
                      <a:pt x="351" y="62"/>
                      <a:pt x="351" y="62"/>
                    </a:cubicBezTo>
                    <a:cubicBezTo>
                      <a:pt x="351" y="62"/>
                      <a:pt x="351" y="62"/>
                      <a:pt x="351" y="62"/>
                    </a:cubicBezTo>
                    <a:cubicBezTo>
                      <a:pt x="349" y="62"/>
                      <a:pt x="349" y="62"/>
                      <a:pt x="349" y="62"/>
                    </a:cubicBezTo>
                    <a:cubicBezTo>
                      <a:pt x="348" y="62"/>
                      <a:pt x="348" y="62"/>
                      <a:pt x="348" y="62"/>
                    </a:cubicBezTo>
                    <a:cubicBezTo>
                      <a:pt x="341" y="62"/>
                      <a:pt x="341" y="62"/>
                      <a:pt x="341" y="62"/>
                    </a:cubicBezTo>
                    <a:cubicBezTo>
                      <a:pt x="338" y="63"/>
                      <a:pt x="338" y="63"/>
                      <a:pt x="338" y="63"/>
                    </a:cubicBezTo>
                    <a:cubicBezTo>
                      <a:pt x="336" y="63"/>
                      <a:pt x="336" y="63"/>
                      <a:pt x="336" y="63"/>
                    </a:cubicBezTo>
                    <a:cubicBezTo>
                      <a:pt x="336" y="64"/>
                      <a:pt x="336" y="64"/>
                      <a:pt x="336" y="64"/>
                    </a:cubicBezTo>
                    <a:cubicBezTo>
                      <a:pt x="336" y="64"/>
                      <a:pt x="336" y="64"/>
                      <a:pt x="336" y="64"/>
                    </a:cubicBezTo>
                    <a:cubicBezTo>
                      <a:pt x="335" y="64"/>
                      <a:pt x="335" y="64"/>
                      <a:pt x="335" y="64"/>
                    </a:cubicBezTo>
                    <a:cubicBezTo>
                      <a:pt x="335" y="63"/>
                      <a:pt x="335" y="63"/>
                      <a:pt x="335" y="63"/>
                    </a:cubicBezTo>
                    <a:cubicBezTo>
                      <a:pt x="334" y="63"/>
                      <a:pt x="334" y="63"/>
                      <a:pt x="334" y="63"/>
                    </a:cubicBezTo>
                    <a:cubicBezTo>
                      <a:pt x="334" y="62"/>
                      <a:pt x="334" y="62"/>
                      <a:pt x="334" y="62"/>
                    </a:cubicBezTo>
                    <a:cubicBezTo>
                      <a:pt x="334" y="62"/>
                      <a:pt x="334" y="62"/>
                      <a:pt x="334" y="62"/>
                    </a:cubicBezTo>
                    <a:cubicBezTo>
                      <a:pt x="334" y="62"/>
                      <a:pt x="334" y="62"/>
                      <a:pt x="334" y="62"/>
                    </a:cubicBezTo>
                    <a:cubicBezTo>
                      <a:pt x="334" y="61"/>
                      <a:pt x="334" y="61"/>
                      <a:pt x="334" y="61"/>
                    </a:cubicBezTo>
                    <a:cubicBezTo>
                      <a:pt x="335" y="61"/>
                      <a:pt x="335" y="61"/>
                      <a:pt x="335" y="61"/>
                    </a:cubicBezTo>
                    <a:cubicBezTo>
                      <a:pt x="336" y="60"/>
                      <a:pt x="336" y="60"/>
                      <a:pt x="336" y="60"/>
                    </a:cubicBezTo>
                    <a:cubicBezTo>
                      <a:pt x="336" y="59"/>
                      <a:pt x="336" y="59"/>
                      <a:pt x="336" y="59"/>
                    </a:cubicBezTo>
                    <a:cubicBezTo>
                      <a:pt x="337" y="58"/>
                      <a:pt x="337" y="58"/>
                      <a:pt x="337" y="58"/>
                    </a:cubicBezTo>
                    <a:cubicBezTo>
                      <a:pt x="337" y="58"/>
                      <a:pt x="337" y="58"/>
                      <a:pt x="337" y="58"/>
                    </a:cubicBezTo>
                    <a:cubicBezTo>
                      <a:pt x="336" y="56"/>
                      <a:pt x="336" y="56"/>
                      <a:pt x="336" y="56"/>
                    </a:cubicBezTo>
                    <a:cubicBezTo>
                      <a:pt x="336" y="56"/>
                      <a:pt x="336" y="56"/>
                      <a:pt x="336" y="56"/>
                    </a:cubicBezTo>
                    <a:cubicBezTo>
                      <a:pt x="336" y="56"/>
                      <a:pt x="336" y="56"/>
                      <a:pt x="336" y="56"/>
                    </a:cubicBezTo>
                    <a:cubicBezTo>
                      <a:pt x="335" y="56"/>
                      <a:pt x="335" y="56"/>
                      <a:pt x="335" y="56"/>
                    </a:cubicBezTo>
                    <a:cubicBezTo>
                      <a:pt x="334" y="55"/>
                      <a:pt x="334" y="55"/>
                      <a:pt x="334" y="55"/>
                    </a:cubicBezTo>
                    <a:cubicBezTo>
                      <a:pt x="330" y="54"/>
                      <a:pt x="330" y="54"/>
                      <a:pt x="330" y="54"/>
                    </a:cubicBezTo>
                    <a:cubicBezTo>
                      <a:pt x="326" y="53"/>
                      <a:pt x="326" y="53"/>
                      <a:pt x="326" y="53"/>
                    </a:cubicBezTo>
                    <a:cubicBezTo>
                      <a:pt x="322" y="53"/>
                      <a:pt x="322" y="53"/>
                      <a:pt x="322" y="53"/>
                    </a:cubicBezTo>
                    <a:cubicBezTo>
                      <a:pt x="316" y="52"/>
                      <a:pt x="316" y="52"/>
                      <a:pt x="316" y="52"/>
                    </a:cubicBezTo>
                    <a:cubicBezTo>
                      <a:pt x="316" y="53"/>
                      <a:pt x="316" y="53"/>
                      <a:pt x="316" y="53"/>
                    </a:cubicBezTo>
                    <a:cubicBezTo>
                      <a:pt x="316" y="53"/>
                      <a:pt x="316" y="53"/>
                      <a:pt x="316" y="53"/>
                    </a:cubicBezTo>
                    <a:cubicBezTo>
                      <a:pt x="316" y="53"/>
                      <a:pt x="316" y="53"/>
                      <a:pt x="316" y="53"/>
                    </a:cubicBezTo>
                    <a:cubicBezTo>
                      <a:pt x="316" y="54"/>
                      <a:pt x="316" y="54"/>
                      <a:pt x="316" y="54"/>
                    </a:cubicBezTo>
                    <a:cubicBezTo>
                      <a:pt x="314" y="54"/>
                      <a:pt x="314" y="54"/>
                      <a:pt x="314" y="54"/>
                    </a:cubicBezTo>
                    <a:cubicBezTo>
                      <a:pt x="313" y="54"/>
                      <a:pt x="313" y="54"/>
                      <a:pt x="313" y="54"/>
                    </a:cubicBezTo>
                    <a:cubicBezTo>
                      <a:pt x="307" y="51"/>
                      <a:pt x="307" y="51"/>
                      <a:pt x="307" y="51"/>
                    </a:cubicBezTo>
                    <a:cubicBezTo>
                      <a:pt x="307" y="51"/>
                      <a:pt x="307" y="51"/>
                      <a:pt x="307" y="51"/>
                    </a:cubicBezTo>
                    <a:cubicBezTo>
                      <a:pt x="307" y="51"/>
                      <a:pt x="307" y="51"/>
                      <a:pt x="307" y="51"/>
                    </a:cubicBezTo>
                    <a:cubicBezTo>
                      <a:pt x="305" y="48"/>
                      <a:pt x="305" y="48"/>
                      <a:pt x="305" y="48"/>
                    </a:cubicBezTo>
                    <a:cubicBezTo>
                      <a:pt x="305" y="48"/>
                      <a:pt x="305" y="48"/>
                      <a:pt x="305" y="48"/>
                    </a:cubicBezTo>
                    <a:cubicBezTo>
                      <a:pt x="305" y="47"/>
                      <a:pt x="305" y="47"/>
                      <a:pt x="305" y="47"/>
                    </a:cubicBezTo>
                    <a:cubicBezTo>
                      <a:pt x="304" y="47"/>
                      <a:pt x="304" y="47"/>
                      <a:pt x="304" y="47"/>
                    </a:cubicBezTo>
                    <a:cubicBezTo>
                      <a:pt x="304" y="46"/>
                      <a:pt x="304" y="46"/>
                      <a:pt x="304" y="46"/>
                    </a:cubicBezTo>
                    <a:cubicBezTo>
                      <a:pt x="301" y="46"/>
                      <a:pt x="301" y="46"/>
                      <a:pt x="301" y="46"/>
                    </a:cubicBezTo>
                    <a:cubicBezTo>
                      <a:pt x="301" y="46"/>
                      <a:pt x="301" y="46"/>
                      <a:pt x="301" y="46"/>
                    </a:cubicBezTo>
                    <a:cubicBezTo>
                      <a:pt x="300" y="47"/>
                      <a:pt x="300" y="47"/>
                      <a:pt x="300" y="47"/>
                    </a:cubicBezTo>
                    <a:cubicBezTo>
                      <a:pt x="297" y="48"/>
                      <a:pt x="297" y="48"/>
                      <a:pt x="297" y="48"/>
                    </a:cubicBezTo>
                    <a:cubicBezTo>
                      <a:pt x="292" y="49"/>
                      <a:pt x="292" y="49"/>
                      <a:pt x="292" y="49"/>
                    </a:cubicBezTo>
                    <a:cubicBezTo>
                      <a:pt x="289" y="49"/>
                      <a:pt x="289" y="49"/>
                      <a:pt x="289" y="49"/>
                    </a:cubicBezTo>
                    <a:cubicBezTo>
                      <a:pt x="287" y="49"/>
                      <a:pt x="287" y="49"/>
                      <a:pt x="287" y="49"/>
                    </a:cubicBezTo>
                    <a:cubicBezTo>
                      <a:pt x="286" y="49"/>
                      <a:pt x="286" y="49"/>
                      <a:pt x="286" y="49"/>
                    </a:cubicBezTo>
                    <a:cubicBezTo>
                      <a:pt x="284" y="49"/>
                      <a:pt x="284" y="49"/>
                      <a:pt x="284" y="49"/>
                    </a:cubicBezTo>
                    <a:cubicBezTo>
                      <a:pt x="283" y="49"/>
                      <a:pt x="283" y="49"/>
                      <a:pt x="283" y="49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73" y="43"/>
                      <a:pt x="273" y="43"/>
                      <a:pt x="273" y="43"/>
                    </a:cubicBezTo>
                    <a:cubicBezTo>
                      <a:pt x="264" y="39"/>
                      <a:pt x="264" y="39"/>
                      <a:pt x="264" y="39"/>
                    </a:cubicBezTo>
                    <a:cubicBezTo>
                      <a:pt x="264" y="39"/>
                      <a:pt x="264" y="39"/>
                      <a:pt x="264" y="39"/>
                    </a:cubicBezTo>
                    <a:cubicBezTo>
                      <a:pt x="263" y="38"/>
                      <a:pt x="263" y="38"/>
                      <a:pt x="263" y="38"/>
                    </a:cubicBezTo>
                    <a:cubicBezTo>
                      <a:pt x="260" y="36"/>
                      <a:pt x="260" y="36"/>
                      <a:pt x="260" y="36"/>
                    </a:cubicBezTo>
                    <a:cubicBezTo>
                      <a:pt x="243" y="29"/>
                      <a:pt x="243" y="29"/>
                      <a:pt x="243" y="29"/>
                    </a:cubicBezTo>
                    <a:cubicBezTo>
                      <a:pt x="241" y="28"/>
                      <a:pt x="241" y="28"/>
                      <a:pt x="241" y="28"/>
                    </a:cubicBezTo>
                    <a:cubicBezTo>
                      <a:pt x="239" y="27"/>
                      <a:pt x="239" y="27"/>
                      <a:pt x="239" y="27"/>
                    </a:cubicBezTo>
                    <a:cubicBezTo>
                      <a:pt x="237" y="27"/>
                      <a:pt x="237" y="27"/>
                      <a:pt x="237" y="27"/>
                    </a:cubicBezTo>
                    <a:cubicBezTo>
                      <a:pt x="237" y="27"/>
                      <a:pt x="237" y="27"/>
                      <a:pt x="237" y="27"/>
                    </a:cubicBezTo>
                    <a:cubicBezTo>
                      <a:pt x="236" y="27"/>
                      <a:pt x="236" y="27"/>
                      <a:pt x="236" y="27"/>
                    </a:cubicBezTo>
                    <a:cubicBezTo>
                      <a:pt x="235" y="27"/>
                      <a:pt x="235" y="27"/>
                      <a:pt x="235" y="27"/>
                    </a:cubicBezTo>
                    <a:cubicBezTo>
                      <a:pt x="235" y="27"/>
                      <a:pt x="235" y="27"/>
                      <a:pt x="235" y="27"/>
                    </a:cubicBezTo>
                    <a:cubicBezTo>
                      <a:pt x="234" y="27"/>
                      <a:pt x="234" y="27"/>
                      <a:pt x="234" y="27"/>
                    </a:cubicBezTo>
                    <a:cubicBezTo>
                      <a:pt x="233" y="27"/>
                      <a:pt x="233" y="27"/>
                      <a:pt x="233" y="27"/>
                    </a:cubicBezTo>
                    <a:cubicBezTo>
                      <a:pt x="232" y="26"/>
                      <a:pt x="232" y="26"/>
                      <a:pt x="232" y="26"/>
                    </a:cubicBezTo>
                    <a:cubicBezTo>
                      <a:pt x="232" y="26"/>
                      <a:pt x="232" y="26"/>
                      <a:pt x="232" y="26"/>
                    </a:cubicBezTo>
                    <a:cubicBezTo>
                      <a:pt x="230" y="25"/>
                      <a:pt x="230" y="25"/>
                      <a:pt x="230" y="25"/>
                    </a:cubicBezTo>
                    <a:cubicBezTo>
                      <a:pt x="229" y="24"/>
                      <a:pt x="229" y="24"/>
                      <a:pt x="229" y="24"/>
                    </a:cubicBezTo>
                    <a:cubicBezTo>
                      <a:pt x="228" y="23"/>
                      <a:pt x="228" y="23"/>
                      <a:pt x="228" y="23"/>
                    </a:cubicBezTo>
                    <a:cubicBezTo>
                      <a:pt x="227" y="22"/>
                      <a:pt x="227" y="22"/>
                      <a:pt x="227" y="22"/>
                    </a:cubicBezTo>
                    <a:cubicBezTo>
                      <a:pt x="227" y="22"/>
                      <a:pt x="227" y="22"/>
                      <a:pt x="227" y="22"/>
                    </a:cubicBezTo>
                    <a:cubicBezTo>
                      <a:pt x="227" y="21"/>
                      <a:pt x="227" y="21"/>
                      <a:pt x="227" y="21"/>
                    </a:cubicBezTo>
                    <a:cubicBezTo>
                      <a:pt x="226" y="20"/>
                      <a:pt x="226" y="20"/>
                      <a:pt x="226" y="20"/>
                    </a:cubicBezTo>
                    <a:cubicBezTo>
                      <a:pt x="225" y="19"/>
                      <a:pt x="225" y="19"/>
                      <a:pt x="225" y="19"/>
                    </a:cubicBezTo>
                    <a:cubicBezTo>
                      <a:pt x="224" y="19"/>
                      <a:pt x="224" y="19"/>
                      <a:pt x="224" y="19"/>
                    </a:cubicBezTo>
                    <a:cubicBezTo>
                      <a:pt x="222" y="18"/>
                      <a:pt x="222" y="18"/>
                      <a:pt x="222" y="18"/>
                    </a:cubicBezTo>
                    <a:cubicBezTo>
                      <a:pt x="221" y="17"/>
                      <a:pt x="221" y="17"/>
                      <a:pt x="221" y="17"/>
                    </a:cubicBezTo>
                    <a:cubicBezTo>
                      <a:pt x="221" y="17"/>
                      <a:pt x="221" y="17"/>
                      <a:pt x="221" y="17"/>
                    </a:cubicBezTo>
                    <a:cubicBezTo>
                      <a:pt x="220" y="17"/>
                      <a:pt x="220" y="17"/>
                      <a:pt x="220" y="17"/>
                    </a:cubicBezTo>
                    <a:cubicBezTo>
                      <a:pt x="220" y="17"/>
                      <a:pt x="220" y="17"/>
                      <a:pt x="220" y="1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17" y="16"/>
                      <a:pt x="217" y="16"/>
                      <a:pt x="217" y="16"/>
                    </a:cubicBezTo>
                    <a:cubicBezTo>
                      <a:pt x="214" y="16"/>
                      <a:pt x="214" y="16"/>
                      <a:pt x="214" y="16"/>
                    </a:cubicBezTo>
                    <a:cubicBezTo>
                      <a:pt x="208" y="14"/>
                      <a:pt x="208" y="14"/>
                      <a:pt x="208" y="14"/>
                    </a:cubicBezTo>
                    <a:cubicBezTo>
                      <a:pt x="205" y="13"/>
                      <a:pt x="205" y="13"/>
                      <a:pt x="205" y="13"/>
                    </a:cubicBezTo>
                    <a:cubicBezTo>
                      <a:pt x="189" y="7"/>
                      <a:pt x="189" y="7"/>
                      <a:pt x="189" y="7"/>
                    </a:cubicBezTo>
                    <a:cubicBezTo>
                      <a:pt x="188" y="7"/>
                      <a:pt x="188" y="7"/>
                      <a:pt x="188" y="7"/>
                    </a:cubicBezTo>
                    <a:cubicBezTo>
                      <a:pt x="188" y="7"/>
                      <a:pt x="188" y="7"/>
                      <a:pt x="188" y="7"/>
                    </a:cubicBezTo>
                    <a:cubicBezTo>
                      <a:pt x="184" y="4"/>
                      <a:pt x="184" y="4"/>
                      <a:pt x="184" y="4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182" y="1"/>
                      <a:pt x="182" y="1"/>
                      <a:pt x="182" y="1"/>
                    </a:cubicBezTo>
                    <a:cubicBezTo>
                      <a:pt x="181" y="1"/>
                      <a:pt x="181" y="1"/>
                      <a:pt x="181" y="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3" y="1"/>
                      <a:pt x="173" y="1"/>
                      <a:pt x="173" y="1"/>
                    </a:cubicBezTo>
                    <a:cubicBezTo>
                      <a:pt x="171" y="2"/>
                      <a:pt x="171" y="2"/>
                      <a:pt x="171" y="2"/>
                    </a:cubicBezTo>
                    <a:cubicBezTo>
                      <a:pt x="170" y="2"/>
                      <a:pt x="170" y="2"/>
                      <a:pt x="170" y="2"/>
                    </a:cubicBezTo>
                    <a:cubicBezTo>
                      <a:pt x="167" y="3"/>
                      <a:pt x="167" y="3"/>
                      <a:pt x="167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3" y="5"/>
                      <a:pt x="163" y="5"/>
                      <a:pt x="163" y="5"/>
                    </a:cubicBezTo>
                    <a:cubicBezTo>
                      <a:pt x="162" y="5"/>
                      <a:pt x="162" y="5"/>
                      <a:pt x="162" y="5"/>
                    </a:cubicBezTo>
                    <a:cubicBezTo>
                      <a:pt x="159" y="7"/>
                      <a:pt x="159" y="7"/>
                      <a:pt x="159" y="7"/>
                    </a:cubicBezTo>
                    <a:cubicBezTo>
                      <a:pt x="158" y="7"/>
                      <a:pt x="158" y="7"/>
                      <a:pt x="158" y="7"/>
                    </a:cubicBezTo>
                    <a:cubicBezTo>
                      <a:pt x="158" y="8"/>
                      <a:pt x="158" y="8"/>
                      <a:pt x="158" y="8"/>
                    </a:cubicBezTo>
                    <a:cubicBezTo>
                      <a:pt x="158" y="8"/>
                      <a:pt x="158" y="8"/>
                      <a:pt x="158" y="8"/>
                    </a:cubicBezTo>
                    <a:cubicBezTo>
                      <a:pt x="157" y="9"/>
                      <a:pt x="157" y="9"/>
                      <a:pt x="157" y="9"/>
                    </a:cubicBezTo>
                    <a:cubicBezTo>
                      <a:pt x="157" y="9"/>
                      <a:pt x="157" y="9"/>
                      <a:pt x="157" y="9"/>
                    </a:cubicBezTo>
                    <a:cubicBezTo>
                      <a:pt x="157" y="9"/>
                      <a:pt x="157" y="9"/>
                      <a:pt x="157" y="9"/>
                    </a:cubicBezTo>
                    <a:cubicBezTo>
                      <a:pt x="149" y="13"/>
                      <a:pt x="149" y="13"/>
                      <a:pt x="149" y="13"/>
                    </a:cubicBezTo>
                    <a:cubicBezTo>
                      <a:pt x="145" y="15"/>
                      <a:pt x="145" y="15"/>
                      <a:pt x="145" y="15"/>
                    </a:cubicBezTo>
                    <a:cubicBezTo>
                      <a:pt x="142" y="16"/>
                      <a:pt x="142" y="16"/>
                      <a:pt x="142" y="16"/>
                    </a:cubicBezTo>
                    <a:cubicBezTo>
                      <a:pt x="141" y="16"/>
                      <a:pt x="141" y="16"/>
                      <a:pt x="141" y="16"/>
                    </a:cubicBezTo>
                    <a:cubicBezTo>
                      <a:pt x="138" y="17"/>
                      <a:pt x="138" y="17"/>
                      <a:pt x="138" y="17"/>
                    </a:cubicBezTo>
                    <a:cubicBezTo>
                      <a:pt x="137" y="17"/>
                      <a:pt x="137" y="17"/>
                      <a:pt x="137" y="17"/>
                    </a:cubicBezTo>
                    <a:cubicBezTo>
                      <a:pt x="137" y="18"/>
                      <a:pt x="137" y="18"/>
                      <a:pt x="137" y="18"/>
                    </a:cubicBezTo>
                    <a:cubicBezTo>
                      <a:pt x="136" y="19"/>
                      <a:pt x="136" y="19"/>
                      <a:pt x="136" y="19"/>
                    </a:cubicBezTo>
                    <a:cubicBezTo>
                      <a:pt x="136" y="22"/>
                      <a:pt x="136" y="22"/>
                      <a:pt x="136" y="22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40" y="25"/>
                      <a:pt x="140" y="25"/>
                      <a:pt x="140" y="25"/>
                    </a:cubicBezTo>
                    <a:cubicBezTo>
                      <a:pt x="140" y="26"/>
                      <a:pt x="140" y="26"/>
                      <a:pt x="140" y="26"/>
                    </a:cubicBezTo>
                    <a:cubicBezTo>
                      <a:pt x="141" y="26"/>
                      <a:pt x="141" y="26"/>
                      <a:pt x="141" y="26"/>
                    </a:cubicBezTo>
                    <a:cubicBezTo>
                      <a:pt x="141" y="26"/>
                      <a:pt x="141" y="26"/>
                      <a:pt x="141" y="26"/>
                    </a:cubicBezTo>
                    <a:cubicBezTo>
                      <a:pt x="141" y="27"/>
                      <a:pt x="141" y="27"/>
                      <a:pt x="141" y="27"/>
                    </a:cubicBezTo>
                    <a:cubicBezTo>
                      <a:pt x="142" y="27"/>
                      <a:pt x="142" y="27"/>
                      <a:pt x="142" y="27"/>
                    </a:cubicBezTo>
                    <a:cubicBezTo>
                      <a:pt x="143" y="32"/>
                      <a:pt x="143" y="32"/>
                      <a:pt x="143" y="32"/>
                    </a:cubicBezTo>
                    <a:cubicBezTo>
                      <a:pt x="143" y="32"/>
                      <a:pt x="143" y="32"/>
                      <a:pt x="143" y="32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40" y="35"/>
                      <a:pt x="140" y="35"/>
                      <a:pt x="140" y="35"/>
                    </a:cubicBezTo>
                    <a:cubicBezTo>
                      <a:pt x="140" y="35"/>
                      <a:pt x="140" y="35"/>
                      <a:pt x="140" y="35"/>
                    </a:cubicBezTo>
                    <a:cubicBezTo>
                      <a:pt x="137" y="35"/>
                      <a:pt x="137" y="35"/>
                      <a:pt x="137" y="35"/>
                    </a:cubicBezTo>
                    <a:cubicBezTo>
                      <a:pt x="136" y="35"/>
                      <a:pt x="136" y="35"/>
                      <a:pt x="136" y="35"/>
                    </a:cubicBezTo>
                    <a:cubicBezTo>
                      <a:pt x="135" y="35"/>
                      <a:pt x="135" y="35"/>
                      <a:pt x="135" y="35"/>
                    </a:cubicBezTo>
                    <a:cubicBezTo>
                      <a:pt x="135" y="35"/>
                      <a:pt x="135" y="35"/>
                      <a:pt x="135" y="35"/>
                    </a:cubicBezTo>
                    <a:cubicBezTo>
                      <a:pt x="134" y="35"/>
                      <a:pt x="134" y="35"/>
                      <a:pt x="134" y="35"/>
                    </a:cubicBezTo>
                    <a:cubicBezTo>
                      <a:pt x="134" y="35"/>
                      <a:pt x="134" y="35"/>
                      <a:pt x="134" y="35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1" y="40"/>
                      <a:pt x="121" y="40"/>
                      <a:pt x="121" y="40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7" y="42"/>
                      <a:pt x="117" y="42"/>
                      <a:pt x="117" y="42"/>
                    </a:cubicBezTo>
                    <a:cubicBezTo>
                      <a:pt x="117" y="42"/>
                      <a:pt x="117" y="42"/>
                      <a:pt x="117" y="42"/>
                    </a:cubicBezTo>
                    <a:cubicBezTo>
                      <a:pt x="117" y="43"/>
                      <a:pt x="117" y="43"/>
                      <a:pt x="117" y="43"/>
                    </a:cubicBezTo>
                    <a:cubicBezTo>
                      <a:pt x="116" y="43"/>
                      <a:pt x="116" y="43"/>
                      <a:pt x="116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09" y="43"/>
                      <a:pt x="109" y="43"/>
                      <a:pt x="109" y="43"/>
                    </a:cubicBezTo>
                    <a:cubicBezTo>
                      <a:pt x="108" y="43"/>
                      <a:pt x="108" y="43"/>
                      <a:pt x="108" y="43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04" y="41"/>
                      <a:pt x="104" y="41"/>
                      <a:pt x="104" y="41"/>
                    </a:cubicBezTo>
                    <a:cubicBezTo>
                      <a:pt x="104" y="40"/>
                      <a:pt x="104" y="40"/>
                      <a:pt x="104" y="40"/>
                    </a:cubicBezTo>
                    <a:cubicBezTo>
                      <a:pt x="102" y="40"/>
                      <a:pt x="102" y="40"/>
                      <a:pt x="102" y="40"/>
                    </a:cubicBezTo>
                    <a:cubicBezTo>
                      <a:pt x="98" y="41"/>
                      <a:pt x="98" y="41"/>
                      <a:pt x="98" y="41"/>
                    </a:cubicBezTo>
                    <a:cubicBezTo>
                      <a:pt x="98" y="41"/>
                      <a:pt x="98" y="41"/>
                      <a:pt x="98" y="41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3" y="45"/>
                      <a:pt x="93" y="45"/>
                      <a:pt x="93" y="45"/>
                    </a:cubicBezTo>
                    <a:cubicBezTo>
                      <a:pt x="94" y="46"/>
                      <a:pt x="94" y="46"/>
                      <a:pt x="94" y="46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4" y="49"/>
                      <a:pt x="94" y="49"/>
                      <a:pt x="94" y="49"/>
                    </a:cubicBezTo>
                    <a:cubicBezTo>
                      <a:pt x="90" y="58"/>
                      <a:pt x="90" y="58"/>
                      <a:pt x="90" y="58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89" y="60"/>
                      <a:pt x="89" y="60"/>
                      <a:pt x="89" y="60"/>
                    </a:cubicBezTo>
                    <a:cubicBezTo>
                      <a:pt x="89" y="61"/>
                      <a:pt x="89" y="61"/>
                      <a:pt x="89" y="61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7" y="62"/>
                      <a:pt x="87" y="62"/>
                      <a:pt x="87" y="62"/>
                    </a:cubicBezTo>
                    <a:cubicBezTo>
                      <a:pt x="87" y="62"/>
                      <a:pt x="87" y="62"/>
                      <a:pt x="87" y="62"/>
                    </a:cubicBezTo>
                    <a:cubicBezTo>
                      <a:pt x="85" y="64"/>
                      <a:pt x="85" y="64"/>
                      <a:pt x="85" y="64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1" y="65"/>
                      <a:pt x="81" y="65"/>
                      <a:pt x="81" y="65"/>
                    </a:cubicBezTo>
                    <a:cubicBezTo>
                      <a:pt x="78" y="67"/>
                      <a:pt x="78" y="67"/>
                      <a:pt x="78" y="67"/>
                    </a:cubicBezTo>
                    <a:cubicBezTo>
                      <a:pt x="77" y="67"/>
                      <a:pt x="77" y="67"/>
                      <a:pt x="77" y="67"/>
                    </a:cubicBezTo>
                    <a:cubicBezTo>
                      <a:pt x="77" y="67"/>
                      <a:pt x="77" y="67"/>
                      <a:pt x="77" y="67"/>
                    </a:cubicBezTo>
                    <a:cubicBezTo>
                      <a:pt x="76" y="67"/>
                      <a:pt x="76" y="67"/>
                      <a:pt x="76" y="67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2"/>
                      <a:pt x="71" y="82"/>
                      <a:pt x="71" y="82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69" y="84"/>
                      <a:pt x="69" y="84"/>
                      <a:pt x="69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6" y="85"/>
                      <a:pt x="66" y="85"/>
                      <a:pt x="66" y="85"/>
                    </a:cubicBezTo>
                    <a:cubicBezTo>
                      <a:pt x="62" y="86"/>
                      <a:pt x="62" y="86"/>
                      <a:pt x="62" y="86"/>
                    </a:cubicBezTo>
                    <a:cubicBezTo>
                      <a:pt x="62" y="86"/>
                      <a:pt x="62" y="86"/>
                      <a:pt x="62" y="86"/>
                    </a:cubicBezTo>
                    <a:cubicBezTo>
                      <a:pt x="61" y="87"/>
                      <a:pt x="61" y="87"/>
                      <a:pt x="61" y="87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0" y="101"/>
                      <a:pt x="50" y="101"/>
                      <a:pt x="50" y="101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6" y="104"/>
                      <a:pt x="46" y="104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39" y="105"/>
                      <a:pt x="39" y="105"/>
                      <a:pt x="39" y="105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0" y="102"/>
                      <a:pt x="20" y="102"/>
                      <a:pt x="20" y="102"/>
                    </a:cubicBezTo>
                    <a:cubicBezTo>
                      <a:pt x="20" y="102"/>
                      <a:pt x="20" y="102"/>
                      <a:pt x="20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14" y="98"/>
                      <a:pt x="14" y="98"/>
                      <a:pt x="14" y="98"/>
                    </a:cubicBezTo>
                    <a:cubicBezTo>
                      <a:pt x="13" y="97"/>
                      <a:pt x="13" y="97"/>
                      <a:pt x="13" y="97"/>
                    </a:cubicBezTo>
                    <a:cubicBezTo>
                      <a:pt x="12" y="95"/>
                      <a:pt x="12" y="95"/>
                      <a:pt x="12" y="95"/>
                    </a:cubicBezTo>
                    <a:cubicBezTo>
                      <a:pt x="10" y="98"/>
                      <a:pt x="9" y="104"/>
                      <a:pt x="11" y="109"/>
                    </a:cubicBezTo>
                    <a:cubicBezTo>
                      <a:pt x="14" y="119"/>
                      <a:pt x="14" y="131"/>
                      <a:pt x="14" y="131"/>
                    </a:cubicBezTo>
                    <a:cubicBezTo>
                      <a:pt x="14" y="134"/>
                      <a:pt x="14" y="134"/>
                      <a:pt x="14" y="134"/>
                    </a:cubicBezTo>
                    <a:cubicBezTo>
                      <a:pt x="14" y="134"/>
                      <a:pt x="14" y="134"/>
                      <a:pt x="14" y="134"/>
                    </a:cubicBezTo>
                    <a:cubicBezTo>
                      <a:pt x="18" y="135"/>
                      <a:pt x="18" y="135"/>
                      <a:pt x="18" y="135"/>
                    </a:cubicBezTo>
                    <a:cubicBezTo>
                      <a:pt x="18" y="135"/>
                      <a:pt x="18" y="135"/>
                      <a:pt x="18" y="135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6" y="137"/>
                      <a:pt x="16" y="137"/>
                      <a:pt x="16" y="137"/>
                    </a:cubicBezTo>
                    <a:cubicBezTo>
                      <a:pt x="16" y="137"/>
                      <a:pt x="16" y="137"/>
                      <a:pt x="16" y="137"/>
                    </a:cubicBezTo>
                    <a:cubicBezTo>
                      <a:pt x="15" y="137"/>
                      <a:pt x="15" y="137"/>
                      <a:pt x="15" y="137"/>
                    </a:cubicBezTo>
                    <a:cubicBezTo>
                      <a:pt x="15" y="137"/>
                      <a:pt x="15" y="137"/>
                      <a:pt x="15" y="137"/>
                    </a:cubicBezTo>
                    <a:cubicBezTo>
                      <a:pt x="14" y="137"/>
                      <a:pt x="14" y="137"/>
                      <a:pt x="14" y="137"/>
                    </a:cubicBezTo>
                    <a:cubicBezTo>
                      <a:pt x="13" y="136"/>
                      <a:pt x="13" y="136"/>
                      <a:pt x="13" y="136"/>
                    </a:cubicBezTo>
                    <a:cubicBezTo>
                      <a:pt x="12" y="136"/>
                      <a:pt x="12" y="136"/>
                      <a:pt x="12" y="136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3" y="135"/>
                      <a:pt x="3" y="135"/>
                      <a:pt x="3" y="135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7"/>
                      <a:pt x="2" y="137"/>
                      <a:pt x="2" y="137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1" y="145"/>
                      <a:pt x="1" y="145"/>
                      <a:pt x="1" y="145"/>
                    </a:cubicBezTo>
                    <a:cubicBezTo>
                      <a:pt x="6" y="150"/>
                      <a:pt x="6" y="150"/>
                      <a:pt x="6" y="150"/>
                    </a:cubicBezTo>
                    <a:cubicBezTo>
                      <a:pt x="9" y="152"/>
                      <a:pt x="9" y="152"/>
                      <a:pt x="9" y="152"/>
                    </a:cubicBezTo>
                    <a:cubicBezTo>
                      <a:pt x="9" y="152"/>
                      <a:pt x="9" y="152"/>
                      <a:pt x="9" y="152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24" y="160"/>
                      <a:pt x="24" y="160"/>
                      <a:pt x="24" y="160"/>
                    </a:cubicBezTo>
                    <a:cubicBezTo>
                      <a:pt x="25" y="160"/>
                      <a:pt x="25" y="160"/>
                      <a:pt x="25" y="160"/>
                    </a:cubicBezTo>
                    <a:cubicBezTo>
                      <a:pt x="30" y="163"/>
                      <a:pt x="30" y="163"/>
                      <a:pt x="30" y="163"/>
                    </a:cubicBezTo>
                    <a:cubicBezTo>
                      <a:pt x="31" y="164"/>
                      <a:pt x="31" y="164"/>
                      <a:pt x="31" y="164"/>
                    </a:cubicBezTo>
                    <a:cubicBezTo>
                      <a:pt x="33" y="164"/>
                      <a:pt x="33" y="164"/>
                      <a:pt x="33" y="164"/>
                    </a:cubicBezTo>
                    <a:cubicBezTo>
                      <a:pt x="33" y="164"/>
                      <a:pt x="33" y="164"/>
                      <a:pt x="33" y="164"/>
                    </a:cubicBezTo>
                    <a:cubicBezTo>
                      <a:pt x="34" y="164"/>
                      <a:pt x="34" y="164"/>
                      <a:pt x="34" y="164"/>
                    </a:cubicBezTo>
                    <a:cubicBezTo>
                      <a:pt x="34" y="164"/>
                      <a:pt x="34" y="164"/>
                      <a:pt x="34" y="164"/>
                    </a:cubicBezTo>
                    <a:cubicBezTo>
                      <a:pt x="35" y="163"/>
                      <a:pt x="35" y="163"/>
                      <a:pt x="35" y="163"/>
                    </a:cubicBezTo>
                    <a:cubicBezTo>
                      <a:pt x="36" y="163"/>
                      <a:pt x="36" y="163"/>
                      <a:pt x="36" y="163"/>
                    </a:cubicBezTo>
                    <a:cubicBezTo>
                      <a:pt x="36" y="163"/>
                      <a:pt x="36" y="163"/>
                      <a:pt x="36" y="163"/>
                    </a:cubicBezTo>
                    <a:cubicBezTo>
                      <a:pt x="38" y="163"/>
                      <a:pt x="38" y="163"/>
                      <a:pt x="38" y="163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41" y="163"/>
                      <a:pt x="41" y="163"/>
                      <a:pt x="41" y="163"/>
                    </a:cubicBezTo>
                    <a:cubicBezTo>
                      <a:pt x="43" y="162"/>
                      <a:pt x="43" y="162"/>
                      <a:pt x="43" y="162"/>
                    </a:cubicBezTo>
                    <a:cubicBezTo>
                      <a:pt x="49" y="163"/>
                      <a:pt x="49" y="163"/>
                      <a:pt x="49" y="163"/>
                    </a:cubicBezTo>
                    <a:cubicBezTo>
                      <a:pt x="54" y="164"/>
                      <a:pt x="54" y="164"/>
                      <a:pt x="54" y="164"/>
                    </a:cubicBezTo>
                    <a:cubicBezTo>
                      <a:pt x="55" y="165"/>
                      <a:pt x="55" y="165"/>
                      <a:pt x="55" y="165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60" y="166"/>
                      <a:pt x="60" y="166"/>
                      <a:pt x="60" y="166"/>
                    </a:cubicBezTo>
                    <a:cubicBezTo>
                      <a:pt x="61" y="166"/>
                      <a:pt x="61" y="166"/>
                      <a:pt x="61" y="166"/>
                    </a:cubicBezTo>
                    <a:cubicBezTo>
                      <a:pt x="62" y="166"/>
                      <a:pt x="62" y="166"/>
                      <a:pt x="62" y="166"/>
                    </a:cubicBezTo>
                    <a:cubicBezTo>
                      <a:pt x="64" y="165"/>
                      <a:pt x="64" y="165"/>
                      <a:pt x="64" y="165"/>
                    </a:cubicBezTo>
                    <a:cubicBezTo>
                      <a:pt x="69" y="166"/>
                      <a:pt x="69" y="166"/>
                      <a:pt x="69" y="166"/>
                    </a:cubicBezTo>
                    <a:cubicBezTo>
                      <a:pt x="71" y="166"/>
                      <a:pt x="71" y="166"/>
                      <a:pt x="71" y="166"/>
                    </a:cubicBezTo>
                    <a:cubicBezTo>
                      <a:pt x="73" y="166"/>
                      <a:pt x="73" y="166"/>
                      <a:pt x="73" y="166"/>
                    </a:cubicBezTo>
                    <a:cubicBezTo>
                      <a:pt x="73" y="167"/>
                      <a:pt x="73" y="167"/>
                      <a:pt x="73" y="167"/>
                    </a:cubicBezTo>
                    <a:cubicBezTo>
                      <a:pt x="75" y="168"/>
                      <a:pt x="75" y="168"/>
                      <a:pt x="75" y="168"/>
                    </a:cubicBezTo>
                    <a:cubicBezTo>
                      <a:pt x="75" y="169"/>
                      <a:pt x="75" y="169"/>
                      <a:pt x="75" y="169"/>
                    </a:cubicBezTo>
                    <a:cubicBezTo>
                      <a:pt x="75" y="170"/>
                      <a:pt x="75" y="170"/>
                      <a:pt x="75" y="170"/>
                    </a:cubicBezTo>
                    <a:cubicBezTo>
                      <a:pt x="76" y="170"/>
                      <a:pt x="76" y="170"/>
                      <a:pt x="76" y="170"/>
                    </a:cubicBezTo>
                    <a:cubicBezTo>
                      <a:pt x="77" y="171"/>
                      <a:pt x="77" y="171"/>
                      <a:pt x="77" y="171"/>
                    </a:cubicBezTo>
                    <a:cubicBezTo>
                      <a:pt x="77" y="171"/>
                      <a:pt x="77" y="171"/>
                      <a:pt x="77" y="171"/>
                    </a:cubicBezTo>
                    <a:cubicBezTo>
                      <a:pt x="84" y="174"/>
                      <a:pt x="84" y="174"/>
                      <a:pt x="84" y="174"/>
                    </a:cubicBezTo>
                    <a:cubicBezTo>
                      <a:pt x="89" y="176"/>
                      <a:pt x="89" y="176"/>
                      <a:pt x="89" y="176"/>
                    </a:cubicBezTo>
                    <a:cubicBezTo>
                      <a:pt x="89" y="176"/>
                      <a:pt x="89" y="176"/>
                      <a:pt x="89" y="176"/>
                    </a:cubicBezTo>
                    <a:cubicBezTo>
                      <a:pt x="92" y="176"/>
                      <a:pt x="92" y="176"/>
                      <a:pt x="92" y="176"/>
                    </a:cubicBezTo>
                    <a:cubicBezTo>
                      <a:pt x="95" y="176"/>
                      <a:pt x="95" y="176"/>
                      <a:pt x="95" y="176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4" y="181"/>
                      <a:pt x="104" y="181"/>
                      <a:pt x="104" y="181"/>
                    </a:cubicBezTo>
                    <a:cubicBezTo>
                      <a:pt x="110" y="184"/>
                      <a:pt x="110" y="184"/>
                      <a:pt x="110" y="184"/>
                    </a:cubicBezTo>
                    <a:cubicBezTo>
                      <a:pt x="119" y="188"/>
                      <a:pt x="119" y="188"/>
                      <a:pt x="119" y="188"/>
                    </a:cubicBezTo>
                    <a:cubicBezTo>
                      <a:pt x="119" y="188"/>
                      <a:pt x="119" y="188"/>
                      <a:pt x="119" y="188"/>
                    </a:cubicBezTo>
                    <a:cubicBezTo>
                      <a:pt x="119" y="189"/>
                      <a:pt x="119" y="189"/>
                      <a:pt x="119" y="189"/>
                    </a:cubicBezTo>
                    <a:cubicBezTo>
                      <a:pt x="120" y="189"/>
                      <a:pt x="120" y="189"/>
                      <a:pt x="120" y="189"/>
                    </a:cubicBezTo>
                    <a:cubicBezTo>
                      <a:pt x="120" y="189"/>
                      <a:pt x="120" y="189"/>
                      <a:pt x="120" y="189"/>
                    </a:cubicBezTo>
                    <a:cubicBezTo>
                      <a:pt x="120" y="189"/>
                      <a:pt x="120" y="189"/>
                      <a:pt x="120" y="189"/>
                    </a:cubicBezTo>
                    <a:cubicBezTo>
                      <a:pt x="130" y="191"/>
                      <a:pt x="130" y="191"/>
                      <a:pt x="130" y="191"/>
                    </a:cubicBezTo>
                    <a:cubicBezTo>
                      <a:pt x="142" y="194"/>
                      <a:pt x="142" y="194"/>
                      <a:pt x="142" y="194"/>
                    </a:cubicBezTo>
                    <a:cubicBezTo>
                      <a:pt x="142" y="194"/>
                      <a:pt x="142" y="194"/>
                      <a:pt x="142" y="194"/>
                    </a:cubicBezTo>
                    <a:cubicBezTo>
                      <a:pt x="142" y="194"/>
                      <a:pt x="142" y="194"/>
                      <a:pt x="142" y="194"/>
                    </a:cubicBezTo>
                    <a:cubicBezTo>
                      <a:pt x="142" y="194"/>
                      <a:pt x="142" y="194"/>
                      <a:pt x="142" y="194"/>
                    </a:cubicBezTo>
                    <a:cubicBezTo>
                      <a:pt x="142" y="193"/>
                      <a:pt x="142" y="193"/>
                      <a:pt x="142" y="193"/>
                    </a:cubicBezTo>
                    <a:cubicBezTo>
                      <a:pt x="143" y="193"/>
                      <a:pt x="143" y="193"/>
                      <a:pt x="143" y="193"/>
                    </a:cubicBezTo>
                    <a:cubicBezTo>
                      <a:pt x="145" y="193"/>
                      <a:pt x="145" y="193"/>
                      <a:pt x="145" y="193"/>
                    </a:cubicBezTo>
                    <a:cubicBezTo>
                      <a:pt x="147" y="195"/>
                      <a:pt x="147" y="195"/>
                      <a:pt x="147" y="195"/>
                    </a:cubicBezTo>
                    <a:cubicBezTo>
                      <a:pt x="150" y="197"/>
                      <a:pt x="150" y="197"/>
                      <a:pt x="150" y="197"/>
                    </a:cubicBezTo>
                    <a:cubicBezTo>
                      <a:pt x="153" y="199"/>
                      <a:pt x="153" y="199"/>
                      <a:pt x="153" y="199"/>
                    </a:cubicBezTo>
                    <a:cubicBezTo>
                      <a:pt x="158" y="202"/>
                      <a:pt x="158" y="202"/>
                      <a:pt x="158" y="202"/>
                    </a:cubicBezTo>
                    <a:cubicBezTo>
                      <a:pt x="159" y="202"/>
                      <a:pt x="159" y="202"/>
                      <a:pt x="159" y="202"/>
                    </a:cubicBezTo>
                    <a:cubicBezTo>
                      <a:pt x="163" y="202"/>
                      <a:pt x="163" y="202"/>
                      <a:pt x="163" y="202"/>
                    </a:cubicBezTo>
                    <a:cubicBezTo>
                      <a:pt x="162" y="202"/>
                      <a:pt x="162" y="202"/>
                      <a:pt x="162" y="202"/>
                    </a:cubicBezTo>
                    <a:cubicBezTo>
                      <a:pt x="161" y="203"/>
                      <a:pt x="161" y="203"/>
                      <a:pt x="161" y="203"/>
                    </a:cubicBezTo>
                    <a:cubicBezTo>
                      <a:pt x="161" y="203"/>
                      <a:pt x="161" y="203"/>
                      <a:pt x="161" y="203"/>
                    </a:cubicBezTo>
                    <a:cubicBezTo>
                      <a:pt x="162" y="204"/>
                      <a:pt x="162" y="204"/>
                      <a:pt x="162" y="204"/>
                    </a:cubicBezTo>
                    <a:cubicBezTo>
                      <a:pt x="163" y="204"/>
                      <a:pt x="163" y="204"/>
                      <a:pt x="163" y="204"/>
                    </a:cubicBezTo>
                    <a:cubicBezTo>
                      <a:pt x="164" y="205"/>
                      <a:pt x="164" y="205"/>
                      <a:pt x="164" y="205"/>
                    </a:cubicBezTo>
                    <a:cubicBezTo>
                      <a:pt x="167" y="206"/>
                      <a:pt x="167" y="206"/>
                      <a:pt x="167" y="206"/>
                    </a:cubicBezTo>
                    <a:cubicBezTo>
                      <a:pt x="171" y="209"/>
                      <a:pt x="171" y="209"/>
                      <a:pt x="171" y="209"/>
                    </a:cubicBezTo>
                    <a:cubicBezTo>
                      <a:pt x="173" y="211"/>
                      <a:pt x="173" y="211"/>
                      <a:pt x="173" y="211"/>
                    </a:cubicBezTo>
                    <a:cubicBezTo>
                      <a:pt x="182" y="217"/>
                      <a:pt x="182" y="217"/>
                      <a:pt x="182" y="217"/>
                    </a:cubicBezTo>
                    <a:cubicBezTo>
                      <a:pt x="187" y="219"/>
                      <a:pt x="187" y="219"/>
                      <a:pt x="187" y="219"/>
                    </a:cubicBezTo>
                    <a:cubicBezTo>
                      <a:pt x="188" y="217"/>
                      <a:pt x="188" y="217"/>
                      <a:pt x="188" y="217"/>
                    </a:cubicBezTo>
                    <a:cubicBezTo>
                      <a:pt x="188" y="216"/>
                      <a:pt x="188" y="216"/>
                      <a:pt x="188" y="216"/>
                    </a:cubicBezTo>
                    <a:cubicBezTo>
                      <a:pt x="189" y="216"/>
                      <a:pt x="189" y="216"/>
                      <a:pt x="189" y="216"/>
                    </a:cubicBezTo>
                    <a:cubicBezTo>
                      <a:pt x="189" y="216"/>
                      <a:pt x="189" y="216"/>
                      <a:pt x="189" y="216"/>
                    </a:cubicBezTo>
                    <a:cubicBezTo>
                      <a:pt x="189" y="216"/>
                      <a:pt x="189" y="216"/>
                      <a:pt x="189" y="216"/>
                    </a:cubicBezTo>
                    <a:cubicBezTo>
                      <a:pt x="189" y="217"/>
                      <a:pt x="189" y="217"/>
                      <a:pt x="189" y="217"/>
                    </a:cubicBezTo>
                    <a:cubicBezTo>
                      <a:pt x="189" y="217"/>
                      <a:pt x="189" y="217"/>
                      <a:pt x="189" y="217"/>
                    </a:cubicBezTo>
                    <a:cubicBezTo>
                      <a:pt x="189" y="222"/>
                      <a:pt x="189" y="222"/>
                      <a:pt x="189" y="222"/>
                    </a:cubicBezTo>
                    <a:cubicBezTo>
                      <a:pt x="188" y="225"/>
                      <a:pt x="188" y="225"/>
                      <a:pt x="188" y="225"/>
                    </a:cubicBezTo>
                    <a:cubicBezTo>
                      <a:pt x="188" y="226"/>
                      <a:pt x="188" y="226"/>
                      <a:pt x="188" y="226"/>
                    </a:cubicBezTo>
                    <a:cubicBezTo>
                      <a:pt x="188" y="228"/>
                      <a:pt x="188" y="228"/>
                      <a:pt x="188" y="228"/>
                    </a:cubicBezTo>
                    <a:cubicBezTo>
                      <a:pt x="188" y="229"/>
                      <a:pt x="188" y="229"/>
                      <a:pt x="188" y="229"/>
                    </a:cubicBezTo>
                    <a:cubicBezTo>
                      <a:pt x="188" y="230"/>
                      <a:pt x="188" y="230"/>
                      <a:pt x="188" y="230"/>
                    </a:cubicBezTo>
                    <a:cubicBezTo>
                      <a:pt x="189" y="233"/>
                      <a:pt x="189" y="233"/>
                      <a:pt x="189" y="233"/>
                    </a:cubicBezTo>
                    <a:cubicBezTo>
                      <a:pt x="189" y="233"/>
                      <a:pt x="189" y="233"/>
                      <a:pt x="189" y="233"/>
                    </a:cubicBezTo>
                    <a:cubicBezTo>
                      <a:pt x="189" y="234"/>
                      <a:pt x="189" y="234"/>
                      <a:pt x="189" y="234"/>
                    </a:cubicBezTo>
                    <a:cubicBezTo>
                      <a:pt x="190" y="234"/>
                      <a:pt x="190" y="234"/>
                      <a:pt x="190" y="234"/>
                    </a:cubicBezTo>
                    <a:cubicBezTo>
                      <a:pt x="190" y="234"/>
                      <a:pt x="190" y="234"/>
                      <a:pt x="190" y="234"/>
                    </a:cubicBezTo>
                    <a:cubicBezTo>
                      <a:pt x="194" y="233"/>
                      <a:pt x="194" y="233"/>
                      <a:pt x="194" y="233"/>
                    </a:cubicBezTo>
                    <a:cubicBezTo>
                      <a:pt x="194" y="233"/>
                      <a:pt x="194" y="233"/>
                      <a:pt x="194" y="233"/>
                    </a:cubicBezTo>
                    <a:cubicBezTo>
                      <a:pt x="194" y="233"/>
                      <a:pt x="194" y="233"/>
                      <a:pt x="194" y="233"/>
                    </a:cubicBezTo>
                    <a:cubicBezTo>
                      <a:pt x="195" y="232"/>
                      <a:pt x="195" y="232"/>
                      <a:pt x="195" y="232"/>
                    </a:cubicBezTo>
                    <a:cubicBezTo>
                      <a:pt x="195" y="232"/>
                      <a:pt x="195" y="232"/>
                      <a:pt x="195" y="232"/>
                    </a:cubicBezTo>
                    <a:cubicBezTo>
                      <a:pt x="195" y="232"/>
                      <a:pt x="195" y="232"/>
                      <a:pt x="195" y="232"/>
                    </a:cubicBezTo>
                    <a:cubicBezTo>
                      <a:pt x="197" y="231"/>
                      <a:pt x="197" y="231"/>
                      <a:pt x="197" y="231"/>
                    </a:cubicBezTo>
                    <a:cubicBezTo>
                      <a:pt x="197" y="231"/>
                      <a:pt x="197" y="231"/>
                      <a:pt x="197" y="231"/>
                    </a:cubicBezTo>
                    <a:cubicBezTo>
                      <a:pt x="198" y="231"/>
                      <a:pt x="198" y="231"/>
                      <a:pt x="198" y="231"/>
                    </a:cubicBezTo>
                    <a:cubicBezTo>
                      <a:pt x="202" y="230"/>
                      <a:pt x="202" y="230"/>
                      <a:pt x="202" y="230"/>
                    </a:cubicBezTo>
                    <a:cubicBezTo>
                      <a:pt x="204" y="230"/>
                      <a:pt x="204" y="230"/>
                      <a:pt x="204" y="230"/>
                    </a:cubicBezTo>
                    <a:cubicBezTo>
                      <a:pt x="205" y="230"/>
                      <a:pt x="205" y="230"/>
                      <a:pt x="205" y="230"/>
                    </a:cubicBezTo>
                    <a:cubicBezTo>
                      <a:pt x="205" y="230"/>
                      <a:pt x="205" y="230"/>
                      <a:pt x="205" y="230"/>
                    </a:cubicBezTo>
                    <a:cubicBezTo>
                      <a:pt x="205" y="231"/>
                      <a:pt x="205" y="231"/>
                      <a:pt x="205" y="231"/>
                    </a:cubicBezTo>
                    <a:cubicBezTo>
                      <a:pt x="204" y="231"/>
                      <a:pt x="204" y="231"/>
                      <a:pt x="204" y="231"/>
                    </a:cubicBezTo>
                    <a:cubicBezTo>
                      <a:pt x="199" y="233"/>
                      <a:pt x="199" y="233"/>
                      <a:pt x="199" y="233"/>
                    </a:cubicBezTo>
                    <a:cubicBezTo>
                      <a:pt x="196" y="235"/>
                      <a:pt x="196" y="235"/>
                      <a:pt x="196" y="235"/>
                    </a:cubicBezTo>
                    <a:cubicBezTo>
                      <a:pt x="196" y="235"/>
                      <a:pt x="196" y="235"/>
                      <a:pt x="196" y="235"/>
                    </a:cubicBezTo>
                    <a:cubicBezTo>
                      <a:pt x="195" y="235"/>
                      <a:pt x="195" y="235"/>
                      <a:pt x="195" y="235"/>
                    </a:cubicBezTo>
                    <a:cubicBezTo>
                      <a:pt x="194" y="237"/>
                      <a:pt x="194" y="237"/>
                      <a:pt x="194" y="237"/>
                    </a:cubicBezTo>
                    <a:cubicBezTo>
                      <a:pt x="195" y="238"/>
                      <a:pt x="195" y="238"/>
                      <a:pt x="195" y="238"/>
                    </a:cubicBezTo>
                    <a:cubicBezTo>
                      <a:pt x="195" y="238"/>
                      <a:pt x="195" y="238"/>
                      <a:pt x="195" y="238"/>
                    </a:cubicBezTo>
                    <a:cubicBezTo>
                      <a:pt x="196" y="239"/>
                      <a:pt x="196" y="239"/>
                      <a:pt x="196" y="239"/>
                    </a:cubicBezTo>
                    <a:cubicBezTo>
                      <a:pt x="197" y="239"/>
                      <a:pt x="197" y="239"/>
                      <a:pt x="197" y="239"/>
                    </a:cubicBezTo>
                    <a:cubicBezTo>
                      <a:pt x="201" y="240"/>
                      <a:pt x="201" y="240"/>
                      <a:pt x="201" y="240"/>
                    </a:cubicBezTo>
                    <a:cubicBezTo>
                      <a:pt x="202" y="240"/>
                      <a:pt x="202" y="240"/>
                      <a:pt x="202" y="240"/>
                    </a:cubicBezTo>
                    <a:cubicBezTo>
                      <a:pt x="201" y="247"/>
                      <a:pt x="201" y="247"/>
                      <a:pt x="201" y="247"/>
                    </a:cubicBezTo>
                    <a:cubicBezTo>
                      <a:pt x="203" y="250"/>
                      <a:pt x="203" y="250"/>
                      <a:pt x="203" y="250"/>
                    </a:cubicBezTo>
                    <a:cubicBezTo>
                      <a:pt x="205" y="253"/>
                      <a:pt x="205" y="253"/>
                      <a:pt x="205" y="253"/>
                    </a:cubicBezTo>
                    <a:cubicBezTo>
                      <a:pt x="205" y="254"/>
                      <a:pt x="205" y="254"/>
                      <a:pt x="205" y="254"/>
                    </a:cubicBezTo>
                    <a:cubicBezTo>
                      <a:pt x="207" y="258"/>
                      <a:pt x="207" y="258"/>
                      <a:pt x="207" y="258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60"/>
                      <a:pt x="207" y="260"/>
                      <a:pt x="207" y="260"/>
                    </a:cubicBezTo>
                    <a:cubicBezTo>
                      <a:pt x="207" y="260"/>
                      <a:pt x="207" y="260"/>
                      <a:pt x="207" y="260"/>
                    </a:cubicBezTo>
                    <a:cubicBezTo>
                      <a:pt x="207" y="261"/>
                      <a:pt x="207" y="261"/>
                      <a:pt x="207" y="261"/>
                    </a:cubicBezTo>
                    <a:cubicBezTo>
                      <a:pt x="207" y="263"/>
                      <a:pt x="207" y="263"/>
                      <a:pt x="207" y="263"/>
                    </a:cubicBezTo>
                    <a:cubicBezTo>
                      <a:pt x="207" y="263"/>
                      <a:pt x="207" y="263"/>
                      <a:pt x="207" y="263"/>
                    </a:cubicBezTo>
                    <a:cubicBezTo>
                      <a:pt x="208" y="265"/>
                      <a:pt x="208" y="265"/>
                      <a:pt x="208" y="265"/>
                    </a:cubicBezTo>
                    <a:cubicBezTo>
                      <a:pt x="209" y="268"/>
                      <a:pt x="209" y="268"/>
                      <a:pt x="209" y="268"/>
                    </a:cubicBezTo>
                    <a:cubicBezTo>
                      <a:pt x="211" y="270"/>
                      <a:pt x="211" y="270"/>
                      <a:pt x="211" y="270"/>
                    </a:cubicBezTo>
                    <a:cubicBezTo>
                      <a:pt x="212" y="271"/>
                      <a:pt x="212" y="271"/>
                      <a:pt x="212" y="271"/>
                    </a:cubicBezTo>
                    <a:cubicBezTo>
                      <a:pt x="212" y="272"/>
                      <a:pt x="212" y="272"/>
                      <a:pt x="212" y="272"/>
                    </a:cubicBezTo>
                    <a:cubicBezTo>
                      <a:pt x="216" y="275"/>
                      <a:pt x="216" y="275"/>
                      <a:pt x="216" y="275"/>
                    </a:cubicBezTo>
                    <a:cubicBezTo>
                      <a:pt x="222" y="282"/>
                      <a:pt x="222" y="282"/>
                      <a:pt x="222" y="282"/>
                    </a:cubicBezTo>
                    <a:cubicBezTo>
                      <a:pt x="224" y="284"/>
                      <a:pt x="224" y="284"/>
                      <a:pt x="224" y="284"/>
                    </a:cubicBezTo>
                    <a:cubicBezTo>
                      <a:pt x="223" y="284"/>
                      <a:pt x="223" y="284"/>
                      <a:pt x="223" y="284"/>
                    </a:cubicBezTo>
                    <a:cubicBezTo>
                      <a:pt x="223" y="284"/>
                      <a:pt x="223" y="284"/>
                      <a:pt x="223" y="284"/>
                    </a:cubicBezTo>
                    <a:cubicBezTo>
                      <a:pt x="222" y="284"/>
                      <a:pt x="222" y="284"/>
                      <a:pt x="222" y="284"/>
                    </a:cubicBezTo>
                    <a:cubicBezTo>
                      <a:pt x="222" y="284"/>
                      <a:pt x="222" y="284"/>
                      <a:pt x="222" y="284"/>
                    </a:cubicBezTo>
                    <a:cubicBezTo>
                      <a:pt x="222" y="285"/>
                      <a:pt x="222" y="285"/>
                      <a:pt x="222" y="285"/>
                    </a:cubicBezTo>
                    <a:cubicBezTo>
                      <a:pt x="222" y="286"/>
                      <a:pt x="222" y="286"/>
                      <a:pt x="222" y="286"/>
                    </a:cubicBezTo>
                    <a:cubicBezTo>
                      <a:pt x="223" y="287"/>
                      <a:pt x="223" y="287"/>
                      <a:pt x="223" y="287"/>
                    </a:cubicBezTo>
                    <a:cubicBezTo>
                      <a:pt x="223" y="288"/>
                      <a:pt x="223" y="288"/>
                      <a:pt x="223" y="288"/>
                    </a:cubicBezTo>
                    <a:cubicBezTo>
                      <a:pt x="223" y="288"/>
                      <a:pt x="223" y="288"/>
                      <a:pt x="223" y="288"/>
                    </a:cubicBezTo>
                    <a:cubicBezTo>
                      <a:pt x="223" y="288"/>
                      <a:pt x="223" y="288"/>
                      <a:pt x="223" y="288"/>
                    </a:cubicBezTo>
                    <a:cubicBezTo>
                      <a:pt x="229" y="291"/>
                      <a:pt x="229" y="291"/>
                      <a:pt x="229" y="291"/>
                    </a:cubicBezTo>
                    <a:cubicBezTo>
                      <a:pt x="234" y="294"/>
                      <a:pt x="234" y="294"/>
                      <a:pt x="234" y="294"/>
                    </a:cubicBezTo>
                    <a:cubicBezTo>
                      <a:pt x="235" y="294"/>
                      <a:pt x="235" y="294"/>
                      <a:pt x="235" y="294"/>
                    </a:cubicBezTo>
                    <a:cubicBezTo>
                      <a:pt x="237" y="294"/>
                      <a:pt x="237" y="294"/>
                      <a:pt x="237" y="294"/>
                    </a:cubicBezTo>
                    <a:cubicBezTo>
                      <a:pt x="238" y="294"/>
                      <a:pt x="238" y="294"/>
                      <a:pt x="238" y="294"/>
                    </a:cubicBezTo>
                    <a:cubicBezTo>
                      <a:pt x="239" y="295"/>
                      <a:pt x="239" y="295"/>
                      <a:pt x="239" y="295"/>
                    </a:cubicBezTo>
                    <a:cubicBezTo>
                      <a:pt x="240" y="295"/>
                      <a:pt x="240" y="295"/>
                      <a:pt x="240" y="295"/>
                    </a:cubicBezTo>
                    <a:cubicBezTo>
                      <a:pt x="241" y="296"/>
                      <a:pt x="241" y="296"/>
                      <a:pt x="241" y="296"/>
                    </a:cubicBezTo>
                    <a:cubicBezTo>
                      <a:pt x="242" y="297"/>
                      <a:pt x="242" y="297"/>
                      <a:pt x="242" y="297"/>
                    </a:cubicBezTo>
                    <a:cubicBezTo>
                      <a:pt x="242" y="297"/>
                      <a:pt x="242" y="297"/>
                      <a:pt x="242" y="297"/>
                    </a:cubicBezTo>
                    <a:cubicBezTo>
                      <a:pt x="243" y="298"/>
                      <a:pt x="243" y="298"/>
                      <a:pt x="243" y="298"/>
                    </a:cubicBezTo>
                    <a:cubicBezTo>
                      <a:pt x="244" y="299"/>
                      <a:pt x="244" y="299"/>
                      <a:pt x="244" y="299"/>
                    </a:cubicBezTo>
                    <a:cubicBezTo>
                      <a:pt x="244" y="299"/>
                      <a:pt x="244" y="299"/>
                      <a:pt x="244" y="299"/>
                    </a:cubicBezTo>
                    <a:cubicBezTo>
                      <a:pt x="245" y="300"/>
                      <a:pt x="245" y="300"/>
                      <a:pt x="245" y="300"/>
                    </a:cubicBezTo>
                    <a:cubicBezTo>
                      <a:pt x="247" y="301"/>
                      <a:pt x="247" y="301"/>
                      <a:pt x="247" y="301"/>
                    </a:cubicBezTo>
                    <a:cubicBezTo>
                      <a:pt x="247" y="301"/>
                      <a:pt x="247" y="301"/>
                      <a:pt x="247" y="301"/>
                    </a:cubicBezTo>
                    <a:cubicBezTo>
                      <a:pt x="248" y="301"/>
                      <a:pt x="248" y="301"/>
                      <a:pt x="248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51" y="301"/>
                      <a:pt x="251" y="301"/>
                      <a:pt x="251" y="301"/>
                    </a:cubicBezTo>
                    <a:cubicBezTo>
                      <a:pt x="251" y="302"/>
                      <a:pt x="251" y="302"/>
                      <a:pt x="251" y="302"/>
                    </a:cubicBezTo>
                    <a:cubicBezTo>
                      <a:pt x="251" y="302"/>
                      <a:pt x="251" y="302"/>
                      <a:pt x="251" y="302"/>
                    </a:cubicBezTo>
                    <a:cubicBezTo>
                      <a:pt x="248" y="302"/>
                      <a:pt x="248" y="302"/>
                      <a:pt x="248" y="302"/>
                    </a:cubicBezTo>
                    <a:cubicBezTo>
                      <a:pt x="248" y="302"/>
                      <a:pt x="248" y="302"/>
                      <a:pt x="248" y="302"/>
                    </a:cubicBezTo>
                    <a:cubicBezTo>
                      <a:pt x="247" y="302"/>
                      <a:pt x="247" y="302"/>
                      <a:pt x="247" y="302"/>
                    </a:cubicBezTo>
                    <a:cubicBezTo>
                      <a:pt x="246" y="302"/>
                      <a:pt x="246" y="302"/>
                      <a:pt x="246" y="302"/>
                    </a:cubicBezTo>
                    <a:cubicBezTo>
                      <a:pt x="245" y="301"/>
                      <a:pt x="245" y="301"/>
                      <a:pt x="245" y="301"/>
                    </a:cubicBezTo>
                    <a:cubicBezTo>
                      <a:pt x="244" y="301"/>
                      <a:pt x="244" y="301"/>
                      <a:pt x="244" y="301"/>
                    </a:cubicBezTo>
                    <a:cubicBezTo>
                      <a:pt x="243" y="300"/>
                      <a:pt x="243" y="300"/>
                      <a:pt x="243" y="300"/>
                    </a:cubicBezTo>
                    <a:cubicBezTo>
                      <a:pt x="242" y="299"/>
                      <a:pt x="242" y="299"/>
                      <a:pt x="242" y="299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1" y="297"/>
                      <a:pt x="241" y="297"/>
                      <a:pt x="241" y="297"/>
                    </a:cubicBezTo>
                    <a:cubicBezTo>
                      <a:pt x="240" y="297"/>
                      <a:pt x="240" y="297"/>
                      <a:pt x="240" y="297"/>
                    </a:cubicBezTo>
                    <a:cubicBezTo>
                      <a:pt x="240" y="296"/>
                      <a:pt x="240" y="296"/>
                      <a:pt x="240" y="296"/>
                    </a:cubicBezTo>
                    <a:cubicBezTo>
                      <a:pt x="239" y="296"/>
                      <a:pt x="239" y="296"/>
                      <a:pt x="239" y="296"/>
                    </a:cubicBezTo>
                    <a:cubicBezTo>
                      <a:pt x="238" y="296"/>
                      <a:pt x="238" y="296"/>
                      <a:pt x="238" y="296"/>
                    </a:cubicBezTo>
                    <a:cubicBezTo>
                      <a:pt x="236" y="295"/>
                      <a:pt x="236" y="295"/>
                      <a:pt x="236" y="295"/>
                    </a:cubicBezTo>
                    <a:cubicBezTo>
                      <a:pt x="235" y="295"/>
                      <a:pt x="235" y="295"/>
                      <a:pt x="235" y="295"/>
                    </a:cubicBezTo>
                    <a:cubicBezTo>
                      <a:pt x="235" y="295"/>
                      <a:pt x="235" y="295"/>
                      <a:pt x="235" y="295"/>
                    </a:cubicBezTo>
                    <a:cubicBezTo>
                      <a:pt x="234" y="295"/>
                      <a:pt x="234" y="295"/>
                      <a:pt x="234" y="295"/>
                    </a:cubicBezTo>
                    <a:cubicBezTo>
                      <a:pt x="230" y="295"/>
                      <a:pt x="230" y="295"/>
                      <a:pt x="230" y="295"/>
                    </a:cubicBezTo>
                    <a:cubicBezTo>
                      <a:pt x="228" y="296"/>
                      <a:pt x="228" y="296"/>
                      <a:pt x="228" y="296"/>
                    </a:cubicBezTo>
                    <a:cubicBezTo>
                      <a:pt x="227" y="297"/>
                      <a:pt x="227" y="297"/>
                      <a:pt x="227" y="297"/>
                    </a:cubicBezTo>
                    <a:cubicBezTo>
                      <a:pt x="226" y="298"/>
                      <a:pt x="226" y="298"/>
                      <a:pt x="226" y="298"/>
                    </a:cubicBezTo>
                    <a:cubicBezTo>
                      <a:pt x="225" y="298"/>
                      <a:pt x="225" y="298"/>
                      <a:pt x="225" y="298"/>
                    </a:cubicBezTo>
                    <a:cubicBezTo>
                      <a:pt x="225" y="298"/>
                      <a:pt x="225" y="298"/>
                      <a:pt x="225" y="298"/>
                    </a:cubicBezTo>
                    <a:cubicBezTo>
                      <a:pt x="224" y="298"/>
                      <a:pt x="224" y="298"/>
                      <a:pt x="224" y="298"/>
                    </a:cubicBezTo>
                    <a:cubicBezTo>
                      <a:pt x="221" y="297"/>
                      <a:pt x="221" y="297"/>
                      <a:pt x="221" y="297"/>
                    </a:cubicBezTo>
                    <a:cubicBezTo>
                      <a:pt x="221" y="296"/>
                      <a:pt x="221" y="296"/>
                      <a:pt x="221" y="296"/>
                    </a:cubicBezTo>
                    <a:cubicBezTo>
                      <a:pt x="218" y="297"/>
                      <a:pt x="218" y="297"/>
                      <a:pt x="218" y="297"/>
                    </a:cubicBezTo>
                    <a:cubicBezTo>
                      <a:pt x="218" y="297"/>
                      <a:pt x="218" y="297"/>
                      <a:pt x="218" y="297"/>
                    </a:cubicBezTo>
                    <a:cubicBezTo>
                      <a:pt x="217" y="298"/>
                      <a:pt x="217" y="298"/>
                      <a:pt x="217" y="298"/>
                    </a:cubicBezTo>
                    <a:cubicBezTo>
                      <a:pt x="216" y="298"/>
                      <a:pt x="216" y="298"/>
                      <a:pt x="216" y="298"/>
                    </a:cubicBezTo>
                    <a:cubicBezTo>
                      <a:pt x="216" y="298"/>
                      <a:pt x="216" y="298"/>
                      <a:pt x="216" y="298"/>
                    </a:cubicBezTo>
                    <a:cubicBezTo>
                      <a:pt x="216" y="299"/>
                      <a:pt x="216" y="299"/>
                      <a:pt x="216" y="299"/>
                    </a:cubicBezTo>
                    <a:cubicBezTo>
                      <a:pt x="216" y="299"/>
                      <a:pt x="216" y="299"/>
                      <a:pt x="216" y="299"/>
                    </a:cubicBezTo>
                    <a:cubicBezTo>
                      <a:pt x="216" y="300"/>
                      <a:pt x="216" y="300"/>
                      <a:pt x="216" y="300"/>
                    </a:cubicBezTo>
                    <a:cubicBezTo>
                      <a:pt x="216" y="300"/>
                      <a:pt x="216" y="300"/>
                      <a:pt x="216" y="300"/>
                    </a:cubicBezTo>
                    <a:cubicBezTo>
                      <a:pt x="217" y="301"/>
                      <a:pt x="217" y="301"/>
                      <a:pt x="217" y="301"/>
                    </a:cubicBezTo>
                    <a:cubicBezTo>
                      <a:pt x="217" y="301"/>
                      <a:pt x="217" y="301"/>
                      <a:pt x="217" y="301"/>
                    </a:cubicBezTo>
                    <a:cubicBezTo>
                      <a:pt x="226" y="309"/>
                      <a:pt x="226" y="309"/>
                      <a:pt x="226" y="309"/>
                    </a:cubicBezTo>
                    <a:cubicBezTo>
                      <a:pt x="227" y="310"/>
                      <a:pt x="227" y="310"/>
                      <a:pt x="227" y="310"/>
                    </a:cubicBezTo>
                    <a:cubicBezTo>
                      <a:pt x="232" y="312"/>
                      <a:pt x="232" y="312"/>
                      <a:pt x="232" y="312"/>
                    </a:cubicBezTo>
                    <a:cubicBezTo>
                      <a:pt x="243" y="315"/>
                      <a:pt x="243" y="315"/>
                      <a:pt x="243" y="315"/>
                    </a:cubicBezTo>
                    <a:cubicBezTo>
                      <a:pt x="245" y="315"/>
                      <a:pt x="245" y="315"/>
                      <a:pt x="245" y="315"/>
                    </a:cubicBezTo>
                    <a:cubicBezTo>
                      <a:pt x="247" y="315"/>
                      <a:pt x="247" y="315"/>
                      <a:pt x="247" y="315"/>
                    </a:cubicBezTo>
                    <a:cubicBezTo>
                      <a:pt x="249" y="315"/>
                      <a:pt x="249" y="315"/>
                      <a:pt x="249" y="315"/>
                    </a:cubicBezTo>
                    <a:cubicBezTo>
                      <a:pt x="249" y="314"/>
                      <a:pt x="249" y="314"/>
                      <a:pt x="249" y="314"/>
                    </a:cubicBezTo>
                    <a:cubicBezTo>
                      <a:pt x="250" y="313"/>
                      <a:pt x="250" y="313"/>
                      <a:pt x="250" y="313"/>
                    </a:cubicBezTo>
                    <a:cubicBezTo>
                      <a:pt x="252" y="312"/>
                      <a:pt x="252" y="312"/>
                      <a:pt x="252" y="312"/>
                    </a:cubicBezTo>
                    <a:cubicBezTo>
                      <a:pt x="250" y="316"/>
                      <a:pt x="250" y="316"/>
                      <a:pt x="250" y="316"/>
                    </a:cubicBezTo>
                    <a:cubicBezTo>
                      <a:pt x="250" y="316"/>
                      <a:pt x="250" y="316"/>
                      <a:pt x="250" y="316"/>
                    </a:cubicBezTo>
                    <a:cubicBezTo>
                      <a:pt x="249" y="317"/>
                      <a:pt x="249" y="317"/>
                      <a:pt x="249" y="317"/>
                    </a:cubicBezTo>
                    <a:cubicBezTo>
                      <a:pt x="248" y="317"/>
                      <a:pt x="248" y="317"/>
                      <a:pt x="248" y="317"/>
                    </a:cubicBezTo>
                    <a:cubicBezTo>
                      <a:pt x="246" y="317"/>
                      <a:pt x="246" y="317"/>
                      <a:pt x="246" y="317"/>
                    </a:cubicBezTo>
                    <a:cubicBezTo>
                      <a:pt x="245" y="317"/>
                      <a:pt x="245" y="317"/>
                      <a:pt x="245" y="317"/>
                    </a:cubicBezTo>
                    <a:cubicBezTo>
                      <a:pt x="243" y="317"/>
                      <a:pt x="243" y="317"/>
                      <a:pt x="243" y="317"/>
                    </a:cubicBezTo>
                    <a:cubicBezTo>
                      <a:pt x="243" y="317"/>
                      <a:pt x="243" y="317"/>
                      <a:pt x="243" y="317"/>
                    </a:cubicBezTo>
                    <a:cubicBezTo>
                      <a:pt x="242" y="317"/>
                      <a:pt x="242" y="317"/>
                      <a:pt x="242" y="317"/>
                    </a:cubicBezTo>
                    <a:cubicBezTo>
                      <a:pt x="242" y="317"/>
                      <a:pt x="242" y="317"/>
                      <a:pt x="242" y="317"/>
                    </a:cubicBezTo>
                    <a:cubicBezTo>
                      <a:pt x="241" y="317"/>
                      <a:pt x="241" y="317"/>
                      <a:pt x="241" y="317"/>
                    </a:cubicBezTo>
                    <a:cubicBezTo>
                      <a:pt x="241" y="317"/>
                      <a:pt x="241" y="317"/>
                      <a:pt x="241" y="317"/>
                    </a:cubicBezTo>
                    <a:cubicBezTo>
                      <a:pt x="240" y="316"/>
                      <a:pt x="240" y="316"/>
                      <a:pt x="240" y="316"/>
                    </a:cubicBezTo>
                    <a:cubicBezTo>
                      <a:pt x="237" y="315"/>
                      <a:pt x="237" y="315"/>
                      <a:pt x="237" y="315"/>
                    </a:cubicBezTo>
                    <a:cubicBezTo>
                      <a:pt x="237" y="314"/>
                      <a:pt x="237" y="314"/>
                      <a:pt x="237" y="314"/>
                    </a:cubicBezTo>
                    <a:cubicBezTo>
                      <a:pt x="235" y="314"/>
                      <a:pt x="235" y="314"/>
                      <a:pt x="235" y="314"/>
                    </a:cubicBezTo>
                    <a:cubicBezTo>
                      <a:pt x="222" y="314"/>
                      <a:pt x="222" y="314"/>
                      <a:pt x="222" y="314"/>
                    </a:cubicBezTo>
                    <a:cubicBezTo>
                      <a:pt x="222" y="314"/>
                      <a:pt x="222" y="314"/>
                      <a:pt x="222" y="314"/>
                    </a:cubicBezTo>
                    <a:cubicBezTo>
                      <a:pt x="222" y="314"/>
                      <a:pt x="222" y="314"/>
                      <a:pt x="222" y="314"/>
                    </a:cubicBezTo>
                    <a:cubicBezTo>
                      <a:pt x="222" y="314"/>
                      <a:pt x="222" y="314"/>
                      <a:pt x="222" y="314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22" y="316"/>
                      <a:pt x="222" y="316"/>
                      <a:pt x="222" y="316"/>
                    </a:cubicBezTo>
                    <a:cubicBezTo>
                      <a:pt x="222" y="316"/>
                      <a:pt x="222" y="316"/>
                      <a:pt x="222" y="316"/>
                    </a:cubicBezTo>
                    <a:cubicBezTo>
                      <a:pt x="223" y="316"/>
                      <a:pt x="223" y="316"/>
                      <a:pt x="223" y="316"/>
                    </a:cubicBezTo>
                    <a:cubicBezTo>
                      <a:pt x="223" y="316"/>
                      <a:pt x="223" y="316"/>
                      <a:pt x="223" y="316"/>
                    </a:cubicBezTo>
                    <a:cubicBezTo>
                      <a:pt x="224" y="317"/>
                      <a:pt x="224" y="317"/>
                      <a:pt x="224" y="317"/>
                    </a:cubicBezTo>
                    <a:cubicBezTo>
                      <a:pt x="227" y="318"/>
                      <a:pt x="227" y="318"/>
                      <a:pt x="227" y="318"/>
                    </a:cubicBezTo>
                    <a:cubicBezTo>
                      <a:pt x="231" y="320"/>
                      <a:pt x="231" y="320"/>
                      <a:pt x="231" y="320"/>
                    </a:cubicBezTo>
                    <a:cubicBezTo>
                      <a:pt x="232" y="321"/>
                      <a:pt x="232" y="321"/>
                      <a:pt x="232" y="321"/>
                    </a:cubicBezTo>
                    <a:cubicBezTo>
                      <a:pt x="232" y="321"/>
                      <a:pt x="232" y="321"/>
                      <a:pt x="232" y="321"/>
                    </a:cubicBezTo>
                    <a:cubicBezTo>
                      <a:pt x="233" y="322"/>
                      <a:pt x="233" y="322"/>
                      <a:pt x="233" y="322"/>
                    </a:cubicBezTo>
                    <a:cubicBezTo>
                      <a:pt x="234" y="323"/>
                      <a:pt x="234" y="323"/>
                      <a:pt x="234" y="323"/>
                    </a:cubicBezTo>
                    <a:cubicBezTo>
                      <a:pt x="234" y="324"/>
                      <a:pt x="234" y="324"/>
                      <a:pt x="234" y="324"/>
                    </a:cubicBezTo>
                    <a:cubicBezTo>
                      <a:pt x="235" y="324"/>
                      <a:pt x="235" y="324"/>
                      <a:pt x="235" y="324"/>
                    </a:cubicBezTo>
                    <a:cubicBezTo>
                      <a:pt x="235" y="324"/>
                      <a:pt x="235" y="324"/>
                      <a:pt x="235" y="324"/>
                    </a:cubicBezTo>
                    <a:cubicBezTo>
                      <a:pt x="235" y="326"/>
                      <a:pt x="235" y="326"/>
                      <a:pt x="235" y="326"/>
                    </a:cubicBezTo>
                    <a:cubicBezTo>
                      <a:pt x="237" y="329"/>
                      <a:pt x="237" y="329"/>
                      <a:pt x="237" y="329"/>
                    </a:cubicBezTo>
                    <a:cubicBezTo>
                      <a:pt x="240" y="332"/>
                      <a:pt x="240" y="332"/>
                      <a:pt x="240" y="332"/>
                    </a:cubicBezTo>
                    <a:cubicBezTo>
                      <a:pt x="241" y="332"/>
                      <a:pt x="241" y="332"/>
                      <a:pt x="241" y="332"/>
                    </a:cubicBezTo>
                    <a:cubicBezTo>
                      <a:pt x="241" y="332"/>
                      <a:pt x="241" y="332"/>
                      <a:pt x="241" y="332"/>
                    </a:cubicBezTo>
                    <a:cubicBezTo>
                      <a:pt x="242" y="332"/>
                      <a:pt x="242" y="332"/>
                      <a:pt x="242" y="332"/>
                    </a:cubicBezTo>
                    <a:cubicBezTo>
                      <a:pt x="244" y="333"/>
                      <a:pt x="244" y="333"/>
                      <a:pt x="244" y="333"/>
                    </a:cubicBezTo>
                    <a:cubicBezTo>
                      <a:pt x="245" y="334"/>
                      <a:pt x="245" y="334"/>
                      <a:pt x="245" y="334"/>
                    </a:cubicBezTo>
                    <a:cubicBezTo>
                      <a:pt x="245" y="334"/>
                      <a:pt x="245" y="334"/>
                      <a:pt x="245" y="334"/>
                    </a:cubicBezTo>
                    <a:cubicBezTo>
                      <a:pt x="245" y="334"/>
                      <a:pt x="245" y="334"/>
                      <a:pt x="245" y="334"/>
                    </a:cubicBezTo>
                    <a:cubicBezTo>
                      <a:pt x="246" y="335"/>
                      <a:pt x="246" y="335"/>
                      <a:pt x="246" y="335"/>
                    </a:cubicBezTo>
                    <a:cubicBezTo>
                      <a:pt x="245" y="336"/>
                      <a:pt x="245" y="336"/>
                      <a:pt x="245" y="336"/>
                    </a:cubicBezTo>
                    <a:cubicBezTo>
                      <a:pt x="245" y="336"/>
                      <a:pt x="245" y="336"/>
                      <a:pt x="245" y="336"/>
                    </a:cubicBezTo>
                    <a:cubicBezTo>
                      <a:pt x="245" y="337"/>
                      <a:pt x="245" y="337"/>
                      <a:pt x="245" y="337"/>
                    </a:cubicBezTo>
                    <a:cubicBezTo>
                      <a:pt x="244" y="337"/>
                      <a:pt x="244" y="337"/>
                      <a:pt x="244" y="337"/>
                    </a:cubicBezTo>
                    <a:cubicBezTo>
                      <a:pt x="244" y="337"/>
                      <a:pt x="244" y="337"/>
                      <a:pt x="244" y="337"/>
                    </a:cubicBezTo>
                    <a:cubicBezTo>
                      <a:pt x="243" y="338"/>
                      <a:pt x="243" y="338"/>
                      <a:pt x="243" y="338"/>
                    </a:cubicBezTo>
                    <a:cubicBezTo>
                      <a:pt x="243" y="339"/>
                      <a:pt x="243" y="339"/>
                      <a:pt x="243" y="339"/>
                    </a:cubicBezTo>
                    <a:cubicBezTo>
                      <a:pt x="240" y="345"/>
                      <a:pt x="240" y="345"/>
                      <a:pt x="240" y="345"/>
                    </a:cubicBezTo>
                    <a:cubicBezTo>
                      <a:pt x="240" y="345"/>
                      <a:pt x="240" y="345"/>
                      <a:pt x="240" y="345"/>
                    </a:cubicBezTo>
                    <a:cubicBezTo>
                      <a:pt x="240" y="346"/>
                      <a:pt x="240" y="346"/>
                      <a:pt x="240" y="346"/>
                    </a:cubicBezTo>
                    <a:cubicBezTo>
                      <a:pt x="240" y="347"/>
                      <a:pt x="240" y="347"/>
                      <a:pt x="240" y="347"/>
                    </a:cubicBezTo>
                    <a:cubicBezTo>
                      <a:pt x="241" y="348"/>
                      <a:pt x="241" y="348"/>
                      <a:pt x="241" y="348"/>
                    </a:cubicBezTo>
                    <a:cubicBezTo>
                      <a:pt x="241" y="349"/>
                      <a:pt x="241" y="349"/>
                      <a:pt x="241" y="349"/>
                    </a:cubicBezTo>
                    <a:cubicBezTo>
                      <a:pt x="240" y="350"/>
                      <a:pt x="240" y="350"/>
                      <a:pt x="240" y="350"/>
                    </a:cubicBezTo>
                    <a:cubicBezTo>
                      <a:pt x="240" y="351"/>
                      <a:pt x="240" y="351"/>
                      <a:pt x="240" y="351"/>
                    </a:cubicBezTo>
                    <a:cubicBezTo>
                      <a:pt x="240" y="351"/>
                      <a:pt x="240" y="351"/>
                      <a:pt x="240" y="351"/>
                    </a:cubicBezTo>
                    <a:cubicBezTo>
                      <a:pt x="239" y="352"/>
                      <a:pt x="239" y="352"/>
                      <a:pt x="239" y="352"/>
                    </a:cubicBezTo>
                    <a:cubicBezTo>
                      <a:pt x="238" y="352"/>
                      <a:pt x="238" y="352"/>
                      <a:pt x="238" y="352"/>
                    </a:cubicBezTo>
                    <a:cubicBezTo>
                      <a:pt x="238" y="352"/>
                      <a:pt x="238" y="352"/>
                      <a:pt x="238" y="352"/>
                    </a:cubicBezTo>
                    <a:cubicBezTo>
                      <a:pt x="237" y="352"/>
                      <a:pt x="237" y="352"/>
                      <a:pt x="237" y="352"/>
                    </a:cubicBezTo>
                    <a:cubicBezTo>
                      <a:pt x="236" y="353"/>
                      <a:pt x="236" y="353"/>
                      <a:pt x="236" y="353"/>
                    </a:cubicBezTo>
                    <a:cubicBezTo>
                      <a:pt x="236" y="353"/>
                      <a:pt x="236" y="353"/>
                      <a:pt x="236" y="353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60"/>
                      <a:pt x="235" y="360"/>
                      <a:pt x="235" y="360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2" y="364"/>
                      <a:pt x="232" y="364"/>
                      <a:pt x="232" y="364"/>
                    </a:cubicBezTo>
                    <a:cubicBezTo>
                      <a:pt x="232" y="364"/>
                      <a:pt x="232" y="364"/>
                      <a:pt x="232" y="364"/>
                    </a:cubicBezTo>
                    <a:cubicBezTo>
                      <a:pt x="232" y="365"/>
                      <a:pt x="232" y="365"/>
                      <a:pt x="232" y="365"/>
                    </a:cubicBezTo>
                    <a:cubicBezTo>
                      <a:pt x="231" y="365"/>
                      <a:pt x="231" y="365"/>
                      <a:pt x="231" y="365"/>
                    </a:cubicBezTo>
                    <a:cubicBezTo>
                      <a:pt x="231" y="366"/>
                      <a:pt x="231" y="366"/>
                      <a:pt x="231" y="366"/>
                    </a:cubicBezTo>
                    <a:cubicBezTo>
                      <a:pt x="231" y="366"/>
                      <a:pt x="231" y="366"/>
                      <a:pt x="231" y="366"/>
                    </a:cubicBezTo>
                    <a:cubicBezTo>
                      <a:pt x="231" y="367"/>
                      <a:pt x="231" y="367"/>
                      <a:pt x="231" y="367"/>
                    </a:cubicBezTo>
                    <a:cubicBezTo>
                      <a:pt x="231" y="367"/>
                      <a:pt x="231" y="367"/>
                      <a:pt x="231" y="367"/>
                    </a:cubicBezTo>
                    <a:cubicBezTo>
                      <a:pt x="232" y="368"/>
                      <a:pt x="232" y="368"/>
                      <a:pt x="232" y="368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5" y="375"/>
                      <a:pt x="235" y="375"/>
                      <a:pt x="235" y="375"/>
                    </a:cubicBezTo>
                    <a:cubicBezTo>
                      <a:pt x="235" y="375"/>
                      <a:pt x="235" y="375"/>
                      <a:pt x="235" y="375"/>
                    </a:cubicBezTo>
                    <a:cubicBezTo>
                      <a:pt x="236" y="375"/>
                      <a:pt x="236" y="375"/>
                      <a:pt x="236" y="375"/>
                    </a:cubicBezTo>
                    <a:cubicBezTo>
                      <a:pt x="236" y="375"/>
                      <a:pt x="236" y="375"/>
                      <a:pt x="236" y="375"/>
                    </a:cubicBezTo>
                    <a:cubicBezTo>
                      <a:pt x="237" y="375"/>
                      <a:pt x="237" y="375"/>
                      <a:pt x="237" y="375"/>
                    </a:cubicBezTo>
                    <a:cubicBezTo>
                      <a:pt x="237" y="375"/>
                      <a:pt x="237" y="375"/>
                      <a:pt x="237" y="375"/>
                    </a:cubicBezTo>
                    <a:cubicBezTo>
                      <a:pt x="237" y="374"/>
                      <a:pt x="237" y="374"/>
                      <a:pt x="237" y="374"/>
                    </a:cubicBezTo>
                    <a:cubicBezTo>
                      <a:pt x="238" y="372"/>
                      <a:pt x="238" y="372"/>
                      <a:pt x="238" y="372"/>
                    </a:cubicBezTo>
                    <a:cubicBezTo>
                      <a:pt x="239" y="371"/>
                      <a:pt x="239" y="371"/>
                      <a:pt x="239" y="371"/>
                    </a:cubicBezTo>
                    <a:cubicBezTo>
                      <a:pt x="239" y="371"/>
                      <a:pt x="239" y="371"/>
                      <a:pt x="239" y="371"/>
                    </a:cubicBezTo>
                    <a:cubicBezTo>
                      <a:pt x="245" y="366"/>
                      <a:pt x="245" y="366"/>
                      <a:pt x="245" y="366"/>
                    </a:cubicBezTo>
                    <a:cubicBezTo>
                      <a:pt x="252" y="363"/>
                      <a:pt x="252" y="363"/>
                      <a:pt x="252" y="363"/>
                    </a:cubicBezTo>
                    <a:cubicBezTo>
                      <a:pt x="253" y="365"/>
                      <a:pt x="253" y="365"/>
                      <a:pt x="253" y="365"/>
                    </a:cubicBezTo>
                    <a:cubicBezTo>
                      <a:pt x="253" y="365"/>
                      <a:pt x="253" y="365"/>
                      <a:pt x="253" y="365"/>
                    </a:cubicBezTo>
                    <a:cubicBezTo>
                      <a:pt x="254" y="366"/>
                      <a:pt x="254" y="366"/>
                      <a:pt x="254" y="366"/>
                    </a:cubicBezTo>
                    <a:cubicBezTo>
                      <a:pt x="254" y="366"/>
                      <a:pt x="254" y="366"/>
                      <a:pt x="254" y="366"/>
                    </a:cubicBezTo>
                    <a:cubicBezTo>
                      <a:pt x="254" y="367"/>
                      <a:pt x="254" y="367"/>
                      <a:pt x="254" y="367"/>
                    </a:cubicBezTo>
                    <a:cubicBezTo>
                      <a:pt x="255" y="367"/>
                      <a:pt x="255" y="367"/>
                      <a:pt x="255" y="367"/>
                    </a:cubicBezTo>
                    <a:cubicBezTo>
                      <a:pt x="255" y="368"/>
                      <a:pt x="255" y="368"/>
                      <a:pt x="255" y="368"/>
                    </a:cubicBezTo>
                    <a:cubicBezTo>
                      <a:pt x="258" y="369"/>
                      <a:pt x="258" y="369"/>
                      <a:pt x="258" y="369"/>
                    </a:cubicBezTo>
                    <a:cubicBezTo>
                      <a:pt x="258" y="370"/>
                      <a:pt x="258" y="370"/>
                      <a:pt x="258" y="370"/>
                    </a:cubicBezTo>
                    <a:cubicBezTo>
                      <a:pt x="259" y="370"/>
                      <a:pt x="259" y="370"/>
                      <a:pt x="259" y="370"/>
                    </a:cubicBezTo>
                    <a:cubicBezTo>
                      <a:pt x="260" y="370"/>
                      <a:pt x="260" y="370"/>
                      <a:pt x="260" y="370"/>
                    </a:cubicBezTo>
                    <a:cubicBezTo>
                      <a:pt x="262" y="370"/>
                      <a:pt x="262" y="370"/>
                      <a:pt x="262" y="370"/>
                    </a:cubicBezTo>
                    <a:cubicBezTo>
                      <a:pt x="263" y="370"/>
                      <a:pt x="263" y="370"/>
                      <a:pt x="263" y="370"/>
                    </a:cubicBezTo>
                    <a:cubicBezTo>
                      <a:pt x="268" y="369"/>
                      <a:pt x="268" y="369"/>
                      <a:pt x="268" y="369"/>
                    </a:cubicBezTo>
                    <a:cubicBezTo>
                      <a:pt x="269" y="368"/>
                      <a:pt x="269" y="368"/>
                      <a:pt x="269" y="368"/>
                    </a:cubicBezTo>
                    <a:cubicBezTo>
                      <a:pt x="270" y="368"/>
                      <a:pt x="270" y="368"/>
                      <a:pt x="270" y="368"/>
                    </a:cubicBezTo>
                    <a:cubicBezTo>
                      <a:pt x="271" y="367"/>
                      <a:pt x="271" y="367"/>
                      <a:pt x="271" y="367"/>
                    </a:cubicBezTo>
                    <a:cubicBezTo>
                      <a:pt x="272" y="367"/>
                      <a:pt x="272" y="367"/>
                      <a:pt x="272" y="367"/>
                    </a:cubicBezTo>
                    <a:cubicBezTo>
                      <a:pt x="273" y="366"/>
                      <a:pt x="273" y="366"/>
                      <a:pt x="273" y="366"/>
                    </a:cubicBezTo>
                    <a:cubicBezTo>
                      <a:pt x="273" y="366"/>
                      <a:pt x="273" y="366"/>
                      <a:pt x="273" y="366"/>
                    </a:cubicBezTo>
                    <a:cubicBezTo>
                      <a:pt x="274" y="365"/>
                      <a:pt x="274" y="365"/>
                      <a:pt x="274" y="365"/>
                    </a:cubicBezTo>
                    <a:cubicBezTo>
                      <a:pt x="279" y="365"/>
                      <a:pt x="279" y="365"/>
                      <a:pt x="279" y="365"/>
                    </a:cubicBezTo>
                    <a:cubicBezTo>
                      <a:pt x="282" y="365"/>
                      <a:pt x="282" y="365"/>
                      <a:pt x="282" y="365"/>
                    </a:cubicBezTo>
                    <a:cubicBezTo>
                      <a:pt x="285" y="365"/>
                      <a:pt x="285" y="365"/>
                      <a:pt x="285" y="365"/>
                    </a:cubicBezTo>
                    <a:cubicBezTo>
                      <a:pt x="288" y="365"/>
                      <a:pt x="288" y="365"/>
                      <a:pt x="288" y="365"/>
                    </a:cubicBezTo>
                    <a:cubicBezTo>
                      <a:pt x="291" y="365"/>
                      <a:pt x="291" y="365"/>
                      <a:pt x="291" y="365"/>
                    </a:cubicBezTo>
                    <a:cubicBezTo>
                      <a:pt x="292" y="364"/>
                      <a:pt x="292" y="364"/>
                      <a:pt x="292" y="364"/>
                    </a:cubicBezTo>
                    <a:cubicBezTo>
                      <a:pt x="293" y="364"/>
                      <a:pt x="293" y="364"/>
                      <a:pt x="293" y="364"/>
                    </a:cubicBezTo>
                    <a:cubicBezTo>
                      <a:pt x="294" y="364"/>
                      <a:pt x="294" y="364"/>
                      <a:pt x="294" y="364"/>
                    </a:cubicBezTo>
                    <a:cubicBezTo>
                      <a:pt x="296" y="363"/>
                      <a:pt x="296" y="363"/>
                      <a:pt x="296" y="363"/>
                    </a:cubicBezTo>
                    <a:cubicBezTo>
                      <a:pt x="296" y="362"/>
                      <a:pt x="296" y="362"/>
                      <a:pt x="296" y="362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298" y="360"/>
                      <a:pt x="298" y="360"/>
                      <a:pt x="298" y="360"/>
                    </a:cubicBezTo>
                    <a:cubicBezTo>
                      <a:pt x="297" y="359"/>
                      <a:pt x="297" y="359"/>
                      <a:pt x="297" y="359"/>
                    </a:cubicBezTo>
                    <a:cubicBezTo>
                      <a:pt x="297" y="358"/>
                      <a:pt x="297" y="358"/>
                      <a:pt x="297" y="358"/>
                    </a:cubicBezTo>
                    <a:cubicBezTo>
                      <a:pt x="298" y="355"/>
                      <a:pt x="298" y="355"/>
                      <a:pt x="298" y="355"/>
                    </a:cubicBezTo>
                    <a:cubicBezTo>
                      <a:pt x="298" y="354"/>
                      <a:pt x="298" y="354"/>
                      <a:pt x="298" y="354"/>
                    </a:cubicBezTo>
                    <a:cubicBezTo>
                      <a:pt x="298" y="354"/>
                      <a:pt x="298" y="354"/>
                      <a:pt x="298" y="354"/>
                    </a:cubicBezTo>
                    <a:cubicBezTo>
                      <a:pt x="299" y="354"/>
                      <a:pt x="299" y="354"/>
                      <a:pt x="299" y="354"/>
                    </a:cubicBezTo>
                    <a:cubicBezTo>
                      <a:pt x="303" y="352"/>
                      <a:pt x="303" y="352"/>
                      <a:pt x="303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3" y="355"/>
                      <a:pt x="303" y="355"/>
                      <a:pt x="303" y="355"/>
                    </a:cubicBezTo>
                    <a:cubicBezTo>
                      <a:pt x="299" y="362"/>
                      <a:pt x="299" y="362"/>
                      <a:pt x="299" y="362"/>
                    </a:cubicBezTo>
                    <a:cubicBezTo>
                      <a:pt x="298" y="363"/>
                      <a:pt x="298" y="363"/>
                      <a:pt x="298" y="363"/>
                    </a:cubicBezTo>
                    <a:cubicBezTo>
                      <a:pt x="298" y="363"/>
                      <a:pt x="298" y="363"/>
                      <a:pt x="298" y="363"/>
                    </a:cubicBezTo>
                    <a:cubicBezTo>
                      <a:pt x="298" y="363"/>
                      <a:pt x="298" y="363"/>
                      <a:pt x="298" y="363"/>
                    </a:cubicBezTo>
                    <a:cubicBezTo>
                      <a:pt x="297" y="365"/>
                      <a:pt x="297" y="365"/>
                      <a:pt x="297" y="365"/>
                    </a:cubicBezTo>
                    <a:cubicBezTo>
                      <a:pt x="296" y="365"/>
                      <a:pt x="296" y="365"/>
                      <a:pt x="296" y="365"/>
                    </a:cubicBezTo>
                    <a:cubicBezTo>
                      <a:pt x="296" y="365"/>
                      <a:pt x="296" y="365"/>
                      <a:pt x="296" y="365"/>
                    </a:cubicBezTo>
                    <a:cubicBezTo>
                      <a:pt x="296" y="365"/>
                      <a:pt x="296" y="365"/>
                      <a:pt x="296" y="365"/>
                    </a:cubicBezTo>
                    <a:cubicBezTo>
                      <a:pt x="294" y="366"/>
                      <a:pt x="294" y="366"/>
                      <a:pt x="294" y="366"/>
                    </a:cubicBezTo>
                    <a:cubicBezTo>
                      <a:pt x="294" y="366"/>
                      <a:pt x="294" y="366"/>
                      <a:pt x="294" y="366"/>
                    </a:cubicBezTo>
                    <a:cubicBezTo>
                      <a:pt x="294" y="366"/>
                      <a:pt x="294" y="366"/>
                      <a:pt x="294" y="366"/>
                    </a:cubicBezTo>
                    <a:cubicBezTo>
                      <a:pt x="294" y="368"/>
                      <a:pt x="294" y="368"/>
                      <a:pt x="294" y="368"/>
                    </a:cubicBezTo>
                    <a:cubicBezTo>
                      <a:pt x="295" y="369"/>
                      <a:pt x="295" y="369"/>
                      <a:pt x="295" y="369"/>
                    </a:cubicBezTo>
                    <a:cubicBezTo>
                      <a:pt x="295" y="370"/>
                      <a:pt x="295" y="370"/>
                      <a:pt x="295" y="370"/>
                    </a:cubicBezTo>
                    <a:cubicBezTo>
                      <a:pt x="297" y="372"/>
                      <a:pt x="297" y="372"/>
                      <a:pt x="297" y="372"/>
                    </a:cubicBezTo>
                    <a:cubicBezTo>
                      <a:pt x="298" y="373"/>
                      <a:pt x="298" y="373"/>
                      <a:pt x="298" y="373"/>
                    </a:cubicBezTo>
                    <a:cubicBezTo>
                      <a:pt x="299" y="374"/>
                      <a:pt x="299" y="374"/>
                      <a:pt x="299" y="374"/>
                    </a:cubicBezTo>
                    <a:cubicBezTo>
                      <a:pt x="300" y="375"/>
                      <a:pt x="300" y="375"/>
                      <a:pt x="300" y="375"/>
                    </a:cubicBezTo>
                    <a:cubicBezTo>
                      <a:pt x="302" y="376"/>
                      <a:pt x="302" y="376"/>
                      <a:pt x="302" y="376"/>
                    </a:cubicBezTo>
                    <a:cubicBezTo>
                      <a:pt x="307" y="380"/>
                      <a:pt x="307" y="380"/>
                      <a:pt x="307" y="380"/>
                    </a:cubicBezTo>
                    <a:cubicBezTo>
                      <a:pt x="308" y="380"/>
                      <a:pt x="308" y="380"/>
                      <a:pt x="308" y="380"/>
                    </a:cubicBezTo>
                    <a:cubicBezTo>
                      <a:pt x="314" y="385"/>
                      <a:pt x="314" y="385"/>
                      <a:pt x="314" y="385"/>
                    </a:cubicBezTo>
                    <a:cubicBezTo>
                      <a:pt x="322" y="393"/>
                      <a:pt x="322" y="393"/>
                      <a:pt x="322" y="393"/>
                    </a:cubicBezTo>
                    <a:cubicBezTo>
                      <a:pt x="323" y="393"/>
                      <a:pt x="323" y="393"/>
                      <a:pt x="323" y="393"/>
                    </a:cubicBezTo>
                    <a:cubicBezTo>
                      <a:pt x="323" y="394"/>
                      <a:pt x="323" y="394"/>
                      <a:pt x="323" y="394"/>
                    </a:cubicBezTo>
                    <a:cubicBezTo>
                      <a:pt x="325" y="397"/>
                      <a:pt x="325" y="397"/>
                      <a:pt x="325" y="397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9" y="403"/>
                      <a:pt x="329" y="403"/>
                      <a:pt x="329" y="403"/>
                    </a:cubicBezTo>
                    <a:cubicBezTo>
                      <a:pt x="329" y="403"/>
                      <a:pt x="329" y="403"/>
                      <a:pt x="329" y="403"/>
                    </a:cubicBezTo>
                    <a:cubicBezTo>
                      <a:pt x="330" y="404"/>
                      <a:pt x="330" y="404"/>
                      <a:pt x="330" y="404"/>
                    </a:cubicBezTo>
                    <a:cubicBezTo>
                      <a:pt x="331" y="405"/>
                      <a:pt x="331" y="405"/>
                      <a:pt x="331" y="405"/>
                    </a:cubicBezTo>
                    <a:cubicBezTo>
                      <a:pt x="333" y="407"/>
                      <a:pt x="333" y="407"/>
                      <a:pt x="333" y="407"/>
                    </a:cubicBezTo>
                    <a:cubicBezTo>
                      <a:pt x="336" y="410"/>
                      <a:pt x="336" y="410"/>
                      <a:pt x="336" y="410"/>
                    </a:cubicBezTo>
                    <a:cubicBezTo>
                      <a:pt x="337" y="410"/>
                      <a:pt x="337" y="410"/>
                      <a:pt x="337" y="410"/>
                    </a:cubicBezTo>
                    <a:cubicBezTo>
                      <a:pt x="339" y="413"/>
                      <a:pt x="339" y="413"/>
                      <a:pt x="339" y="413"/>
                    </a:cubicBezTo>
                    <a:cubicBezTo>
                      <a:pt x="341" y="416"/>
                      <a:pt x="341" y="416"/>
                      <a:pt x="341" y="416"/>
                    </a:cubicBezTo>
                    <a:cubicBezTo>
                      <a:pt x="342" y="416"/>
                      <a:pt x="342" y="416"/>
                      <a:pt x="342" y="416"/>
                    </a:cubicBezTo>
                    <a:cubicBezTo>
                      <a:pt x="343" y="417"/>
                      <a:pt x="343" y="417"/>
                      <a:pt x="343" y="417"/>
                    </a:cubicBezTo>
                    <a:cubicBezTo>
                      <a:pt x="343" y="418"/>
                      <a:pt x="343" y="418"/>
                      <a:pt x="343" y="418"/>
                    </a:cubicBezTo>
                    <a:cubicBezTo>
                      <a:pt x="344" y="418"/>
                      <a:pt x="344" y="418"/>
                      <a:pt x="344" y="418"/>
                    </a:cubicBezTo>
                    <a:cubicBezTo>
                      <a:pt x="344" y="418"/>
                      <a:pt x="344" y="418"/>
                      <a:pt x="344" y="418"/>
                    </a:cubicBezTo>
                    <a:cubicBezTo>
                      <a:pt x="346" y="418"/>
                      <a:pt x="346" y="418"/>
                      <a:pt x="346" y="418"/>
                    </a:cubicBezTo>
                    <a:cubicBezTo>
                      <a:pt x="346" y="418"/>
                      <a:pt x="346" y="418"/>
                      <a:pt x="346" y="418"/>
                    </a:cubicBezTo>
                    <a:cubicBezTo>
                      <a:pt x="347" y="419"/>
                      <a:pt x="347" y="419"/>
                      <a:pt x="347" y="419"/>
                    </a:cubicBezTo>
                    <a:cubicBezTo>
                      <a:pt x="348" y="419"/>
                      <a:pt x="348" y="419"/>
                      <a:pt x="348" y="419"/>
                    </a:cubicBezTo>
                    <a:cubicBezTo>
                      <a:pt x="351" y="421"/>
                      <a:pt x="351" y="421"/>
                      <a:pt x="351" y="421"/>
                    </a:cubicBezTo>
                    <a:lnTo>
                      <a:pt x="351" y="29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</p:grpSp>
        <p:grpSp>
          <p:nvGrpSpPr>
            <p:cNvPr id="34" name="Group 348">
              <a:extLst>
                <a:ext uri="{FF2B5EF4-FFF2-40B4-BE49-F238E27FC236}">
                  <a16:creationId xmlns:a16="http://schemas.microsoft.com/office/drawing/2014/main" id="{F3387375-664A-622F-98A8-65B6DC14C4F2}"/>
                </a:ext>
              </a:extLst>
            </p:cNvPr>
            <p:cNvGrpSpPr/>
            <p:nvPr/>
          </p:nvGrpSpPr>
          <p:grpSpPr>
            <a:xfrm>
              <a:off x="7664202" y="2971837"/>
              <a:ext cx="637664" cy="515623"/>
              <a:chOff x="7664202" y="2971837"/>
              <a:chExt cx="637664" cy="515623"/>
            </a:xfrm>
            <a:grpFill/>
          </p:grpSpPr>
          <p:sp>
            <p:nvSpPr>
              <p:cNvPr id="35" name="Freeform 96">
                <a:extLst>
                  <a:ext uri="{FF2B5EF4-FFF2-40B4-BE49-F238E27FC236}">
                    <a16:creationId xmlns:a16="http://schemas.microsoft.com/office/drawing/2014/main" id="{05AED7A1-B30D-1D4F-69A9-C1AB5D86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3188" y="2971837"/>
                <a:ext cx="133228" cy="52884"/>
              </a:xfrm>
              <a:custGeom>
                <a:avLst/>
                <a:gdLst/>
                <a:ahLst/>
                <a:cxnLst>
                  <a:cxn ang="0">
                    <a:pos x="62" y="52"/>
                  </a:cxn>
                  <a:cxn ang="0">
                    <a:pos x="60" y="50"/>
                  </a:cxn>
                  <a:cxn ang="0">
                    <a:pos x="58" y="37"/>
                  </a:cxn>
                  <a:cxn ang="0">
                    <a:pos x="52" y="37"/>
                  </a:cxn>
                  <a:cxn ang="0">
                    <a:pos x="37" y="28"/>
                  </a:cxn>
                  <a:cxn ang="0">
                    <a:pos x="30" y="30"/>
                  </a:cxn>
                  <a:cxn ang="0">
                    <a:pos x="17" y="30"/>
                  </a:cxn>
                  <a:cxn ang="0">
                    <a:pos x="2" y="24"/>
                  </a:cxn>
                  <a:cxn ang="0">
                    <a:pos x="0" y="22"/>
                  </a:cxn>
                  <a:cxn ang="0">
                    <a:pos x="4" y="22"/>
                  </a:cxn>
                  <a:cxn ang="0">
                    <a:pos x="6" y="24"/>
                  </a:cxn>
                  <a:cxn ang="0">
                    <a:pos x="6" y="24"/>
                  </a:cxn>
                  <a:cxn ang="0">
                    <a:pos x="26" y="22"/>
                  </a:cxn>
                  <a:cxn ang="0">
                    <a:pos x="24" y="17"/>
                  </a:cxn>
                  <a:cxn ang="0">
                    <a:pos x="19" y="17"/>
                  </a:cxn>
                  <a:cxn ang="0">
                    <a:pos x="15" y="17"/>
                  </a:cxn>
                  <a:cxn ang="0">
                    <a:pos x="17" y="22"/>
                  </a:cxn>
                  <a:cxn ang="0">
                    <a:pos x="11" y="19"/>
                  </a:cxn>
                  <a:cxn ang="0">
                    <a:pos x="9" y="15"/>
                  </a:cxn>
                  <a:cxn ang="0">
                    <a:pos x="9" y="11"/>
                  </a:cxn>
                  <a:cxn ang="0">
                    <a:pos x="17" y="9"/>
                  </a:cxn>
                  <a:cxn ang="0">
                    <a:pos x="28" y="9"/>
                  </a:cxn>
                  <a:cxn ang="0">
                    <a:pos x="54" y="4"/>
                  </a:cxn>
                  <a:cxn ang="0">
                    <a:pos x="65" y="4"/>
                  </a:cxn>
                  <a:cxn ang="0">
                    <a:pos x="67" y="4"/>
                  </a:cxn>
                  <a:cxn ang="0">
                    <a:pos x="67" y="2"/>
                  </a:cxn>
                  <a:cxn ang="0">
                    <a:pos x="65" y="2"/>
                  </a:cxn>
                  <a:cxn ang="0">
                    <a:pos x="69" y="0"/>
                  </a:cxn>
                  <a:cxn ang="0">
                    <a:pos x="78" y="0"/>
                  </a:cxn>
                  <a:cxn ang="0">
                    <a:pos x="110" y="6"/>
                  </a:cxn>
                  <a:cxn ang="0">
                    <a:pos x="129" y="17"/>
                  </a:cxn>
                  <a:cxn ang="0">
                    <a:pos x="131" y="22"/>
                  </a:cxn>
                  <a:cxn ang="0">
                    <a:pos x="129" y="37"/>
                  </a:cxn>
                  <a:cxn ang="0">
                    <a:pos x="123" y="45"/>
                  </a:cxn>
                  <a:cxn ang="0">
                    <a:pos x="106" y="39"/>
                  </a:cxn>
                  <a:cxn ang="0">
                    <a:pos x="93" y="41"/>
                  </a:cxn>
                  <a:cxn ang="0">
                    <a:pos x="88" y="41"/>
                  </a:cxn>
                  <a:cxn ang="0">
                    <a:pos x="86" y="39"/>
                  </a:cxn>
                  <a:cxn ang="0">
                    <a:pos x="80" y="28"/>
                  </a:cxn>
                  <a:cxn ang="0">
                    <a:pos x="69" y="24"/>
                  </a:cxn>
                  <a:cxn ang="0">
                    <a:pos x="56" y="9"/>
                  </a:cxn>
                  <a:cxn ang="0">
                    <a:pos x="47" y="9"/>
                  </a:cxn>
                  <a:cxn ang="0">
                    <a:pos x="49" y="15"/>
                  </a:cxn>
                  <a:cxn ang="0">
                    <a:pos x="73" y="32"/>
                  </a:cxn>
                  <a:cxn ang="0">
                    <a:pos x="84" y="37"/>
                  </a:cxn>
                  <a:cxn ang="0">
                    <a:pos x="86" y="41"/>
                  </a:cxn>
                  <a:cxn ang="0">
                    <a:pos x="80" y="50"/>
                  </a:cxn>
                  <a:cxn ang="0">
                    <a:pos x="75" y="50"/>
                  </a:cxn>
                  <a:cxn ang="0">
                    <a:pos x="65" y="52"/>
                  </a:cxn>
                </a:cxnLst>
                <a:rect l="0" t="0" r="r" b="b"/>
                <a:pathLst>
                  <a:path w="131" h="52">
                    <a:moveTo>
                      <a:pt x="65" y="52"/>
                    </a:moveTo>
                    <a:lnTo>
                      <a:pt x="62" y="52"/>
                    </a:lnTo>
                    <a:lnTo>
                      <a:pt x="62" y="52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58" y="47"/>
                    </a:lnTo>
                    <a:lnTo>
                      <a:pt x="56" y="39"/>
                    </a:lnTo>
                    <a:lnTo>
                      <a:pt x="58" y="37"/>
                    </a:lnTo>
                    <a:lnTo>
                      <a:pt x="56" y="34"/>
                    </a:lnTo>
                    <a:lnTo>
                      <a:pt x="54" y="34"/>
                    </a:lnTo>
                    <a:lnTo>
                      <a:pt x="52" y="37"/>
                    </a:lnTo>
                    <a:lnTo>
                      <a:pt x="45" y="37"/>
                    </a:lnTo>
                    <a:lnTo>
                      <a:pt x="39" y="41"/>
                    </a:lnTo>
                    <a:lnTo>
                      <a:pt x="37" y="28"/>
                    </a:lnTo>
                    <a:lnTo>
                      <a:pt x="37" y="28"/>
                    </a:lnTo>
                    <a:lnTo>
                      <a:pt x="34" y="28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6" y="30"/>
                    </a:lnTo>
                    <a:lnTo>
                      <a:pt x="17" y="30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9" y="24"/>
                    </a:lnTo>
                    <a:lnTo>
                      <a:pt x="21" y="24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4" y="17"/>
                    </a:lnTo>
                    <a:lnTo>
                      <a:pt x="24" y="15"/>
                    </a:lnTo>
                    <a:lnTo>
                      <a:pt x="21" y="15"/>
                    </a:lnTo>
                    <a:lnTo>
                      <a:pt x="19" y="17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7" y="19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5" y="22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7" y="9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54" y="4"/>
                    </a:lnTo>
                    <a:lnTo>
                      <a:pt x="58" y="2"/>
                    </a:lnTo>
                    <a:lnTo>
                      <a:pt x="60" y="4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7" y="2"/>
                    </a:lnTo>
                    <a:lnTo>
                      <a:pt x="67" y="2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73" y="0"/>
                    </a:lnTo>
                    <a:lnTo>
                      <a:pt x="75" y="0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99" y="6"/>
                    </a:lnTo>
                    <a:lnTo>
                      <a:pt x="110" y="6"/>
                    </a:lnTo>
                    <a:lnTo>
                      <a:pt x="125" y="15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29" y="19"/>
                    </a:lnTo>
                    <a:lnTo>
                      <a:pt x="129" y="19"/>
                    </a:lnTo>
                    <a:lnTo>
                      <a:pt x="131" y="22"/>
                    </a:lnTo>
                    <a:lnTo>
                      <a:pt x="131" y="30"/>
                    </a:lnTo>
                    <a:lnTo>
                      <a:pt x="131" y="34"/>
                    </a:lnTo>
                    <a:lnTo>
                      <a:pt x="129" y="37"/>
                    </a:lnTo>
                    <a:lnTo>
                      <a:pt x="127" y="39"/>
                    </a:lnTo>
                    <a:lnTo>
                      <a:pt x="125" y="45"/>
                    </a:lnTo>
                    <a:lnTo>
                      <a:pt x="123" y="45"/>
                    </a:lnTo>
                    <a:lnTo>
                      <a:pt x="114" y="39"/>
                    </a:lnTo>
                    <a:lnTo>
                      <a:pt x="114" y="39"/>
                    </a:lnTo>
                    <a:lnTo>
                      <a:pt x="106" y="39"/>
                    </a:lnTo>
                    <a:lnTo>
                      <a:pt x="99" y="41"/>
                    </a:lnTo>
                    <a:lnTo>
                      <a:pt x="93" y="41"/>
                    </a:lnTo>
                    <a:lnTo>
                      <a:pt x="93" y="41"/>
                    </a:lnTo>
                    <a:lnTo>
                      <a:pt x="90" y="41"/>
                    </a:lnTo>
                    <a:lnTo>
                      <a:pt x="90" y="41"/>
                    </a:lnTo>
                    <a:lnTo>
                      <a:pt x="88" y="41"/>
                    </a:lnTo>
                    <a:lnTo>
                      <a:pt x="88" y="39"/>
                    </a:lnTo>
                    <a:lnTo>
                      <a:pt x="88" y="39"/>
                    </a:lnTo>
                    <a:lnTo>
                      <a:pt x="86" y="39"/>
                    </a:lnTo>
                    <a:lnTo>
                      <a:pt x="82" y="32"/>
                    </a:lnTo>
                    <a:lnTo>
                      <a:pt x="80" y="30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78" y="28"/>
                    </a:lnTo>
                    <a:lnTo>
                      <a:pt x="69" y="24"/>
                    </a:lnTo>
                    <a:lnTo>
                      <a:pt x="60" y="11"/>
                    </a:lnTo>
                    <a:lnTo>
                      <a:pt x="58" y="9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49" y="9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7" y="11"/>
                    </a:lnTo>
                    <a:lnTo>
                      <a:pt x="49" y="15"/>
                    </a:lnTo>
                    <a:lnTo>
                      <a:pt x="62" y="28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5"/>
                    </a:lnTo>
                    <a:lnTo>
                      <a:pt x="84" y="47"/>
                    </a:lnTo>
                    <a:lnTo>
                      <a:pt x="80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3" y="52"/>
                    </a:lnTo>
                    <a:lnTo>
                      <a:pt x="69" y="52"/>
                    </a:lnTo>
                    <a:lnTo>
                      <a:pt x="65" y="52"/>
                    </a:lnTo>
                    <a:lnTo>
                      <a:pt x="65" y="5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36" name="Freeform 97">
                <a:extLst>
                  <a:ext uri="{FF2B5EF4-FFF2-40B4-BE49-F238E27FC236}">
                    <a16:creationId xmlns:a16="http://schemas.microsoft.com/office/drawing/2014/main" id="{34C0ACB1-CB23-ACBA-C46F-8FB426069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8107" y="3009467"/>
                <a:ext cx="2034" cy="101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37" name="Freeform 98">
                <a:extLst>
                  <a:ext uri="{FF2B5EF4-FFF2-40B4-BE49-F238E27FC236}">
                    <a16:creationId xmlns:a16="http://schemas.microsoft.com/office/drawing/2014/main" id="{5373E07F-B717-D8AD-8AE6-A4E096719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3698" y="3019637"/>
                <a:ext cx="28476" cy="16272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24" y="3"/>
                  </a:cxn>
                  <a:cxn ang="0">
                    <a:pos x="28" y="5"/>
                  </a:cxn>
                  <a:cxn ang="0">
                    <a:pos x="28" y="5"/>
                  </a:cxn>
                  <a:cxn ang="0">
                    <a:pos x="28" y="7"/>
                  </a:cxn>
                  <a:cxn ang="0">
                    <a:pos x="28" y="7"/>
                  </a:cxn>
                  <a:cxn ang="0">
                    <a:pos x="28" y="7"/>
                  </a:cxn>
                  <a:cxn ang="0">
                    <a:pos x="24" y="11"/>
                  </a:cxn>
                  <a:cxn ang="0">
                    <a:pos x="24" y="11"/>
                  </a:cxn>
                  <a:cxn ang="0">
                    <a:pos x="24" y="13"/>
                  </a:cxn>
                  <a:cxn ang="0">
                    <a:pos x="22" y="13"/>
                  </a:cxn>
                  <a:cxn ang="0">
                    <a:pos x="19" y="13"/>
                  </a:cxn>
                  <a:cxn ang="0">
                    <a:pos x="17" y="16"/>
                  </a:cxn>
                  <a:cxn ang="0">
                    <a:pos x="15" y="16"/>
                  </a:cxn>
                  <a:cxn ang="0">
                    <a:pos x="15" y="16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7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17" y="0"/>
                  </a:cxn>
                  <a:cxn ang="0">
                    <a:pos x="19" y="0"/>
                  </a:cxn>
                  <a:cxn ang="0">
                    <a:pos x="22" y="0"/>
                  </a:cxn>
                  <a:cxn ang="0">
                    <a:pos x="22" y="0"/>
                  </a:cxn>
                </a:cxnLst>
                <a:rect l="0" t="0" r="r" b="b"/>
                <a:pathLst>
                  <a:path w="28" h="16">
                    <a:moveTo>
                      <a:pt x="22" y="0"/>
                    </a:moveTo>
                    <a:lnTo>
                      <a:pt x="24" y="3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19" y="13"/>
                    </a:lnTo>
                    <a:lnTo>
                      <a:pt x="17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38" name="Freeform 99">
                <a:extLst>
                  <a:ext uri="{FF2B5EF4-FFF2-40B4-BE49-F238E27FC236}">
                    <a16:creationId xmlns:a16="http://schemas.microsoft.com/office/drawing/2014/main" id="{81FB2DFA-647E-08B7-AC5E-4909E4555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4546" y="3061334"/>
                <a:ext cx="64072" cy="20340"/>
              </a:xfrm>
              <a:custGeom>
                <a:avLst/>
                <a:gdLst/>
                <a:ahLst/>
                <a:cxnLst>
                  <a:cxn ang="0">
                    <a:pos x="54" y="0"/>
                  </a:cxn>
                  <a:cxn ang="0">
                    <a:pos x="59" y="0"/>
                  </a:cxn>
                  <a:cxn ang="0">
                    <a:pos x="59" y="3"/>
                  </a:cxn>
                  <a:cxn ang="0">
                    <a:pos x="63" y="3"/>
                  </a:cxn>
                  <a:cxn ang="0">
                    <a:pos x="63" y="5"/>
                  </a:cxn>
                  <a:cxn ang="0">
                    <a:pos x="63" y="5"/>
                  </a:cxn>
                  <a:cxn ang="0">
                    <a:pos x="61" y="9"/>
                  </a:cxn>
                  <a:cxn ang="0">
                    <a:pos x="59" y="9"/>
                  </a:cxn>
                  <a:cxn ang="0">
                    <a:pos x="57" y="11"/>
                  </a:cxn>
                  <a:cxn ang="0">
                    <a:pos x="54" y="13"/>
                  </a:cxn>
                  <a:cxn ang="0">
                    <a:pos x="48" y="13"/>
                  </a:cxn>
                  <a:cxn ang="0">
                    <a:pos x="33" y="18"/>
                  </a:cxn>
                  <a:cxn ang="0">
                    <a:pos x="24" y="18"/>
                  </a:cxn>
                  <a:cxn ang="0">
                    <a:pos x="20" y="18"/>
                  </a:cxn>
                  <a:cxn ang="0">
                    <a:pos x="11" y="18"/>
                  </a:cxn>
                  <a:cxn ang="0">
                    <a:pos x="11" y="18"/>
                  </a:cxn>
                  <a:cxn ang="0">
                    <a:pos x="7" y="18"/>
                  </a:cxn>
                  <a:cxn ang="0">
                    <a:pos x="5" y="20"/>
                  </a:cxn>
                  <a:cxn ang="0">
                    <a:pos x="3" y="20"/>
                  </a:cxn>
                  <a:cxn ang="0">
                    <a:pos x="3" y="20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7" y="13"/>
                  </a:cxn>
                  <a:cxn ang="0">
                    <a:pos x="11" y="9"/>
                  </a:cxn>
                  <a:cxn ang="0">
                    <a:pos x="24" y="9"/>
                  </a:cxn>
                  <a:cxn ang="0">
                    <a:pos x="39" y="9"/>
                  </a:cxn>
                  <a:cxn ang="0">
                    <a:pos x="41" y="9"/>
                  </a:cxn>
                  <a:cxn ang="0">
                    <a:pos x="50" y="7"/>
                  </a:cxn>
                  <a:cxn ang="0">
                    <a:pos x="54" y="0"/>
                  </a:cxn>
                  <a:cxn ang="0">
                    <a:pos x="54" y="0"/>
                  </a:cxn>
                </a:cxnLst>
                <a:rect l="0" t="0" r="r" b="b"/>
                <a:pathLst>
                  <a:path w="63" h="20">
                    <a:moveTo>
                      <a:pt x="54" y="0"/>
                    </a:moveTo>
                    <a:lnTo>
                      <a:pt x="59" y="0"/>
                    </a:lnTo>
                    <a:lnTo>
                      <a:pt x="59" y="3"/>
                    </a:lnTo>
                    <a:lnTo>
                      <a:pt x="63" y="3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1" y="9"/>
                    </a:lnTo>
                    <a:lnTo>
                      <a:pt x="59" y="9"/>
                    </a:lnTo>
                    <a:lnTo>
                      <a:pt x="57" y="11"/>
                    </a:lnTo>
                    <a:lnTo>
                      <a:pt x="54" y="13"/>
                    </a:lnTo>
                    <a:lnTo>
                      <a:pt x="48" y="13"/>
                    </a:lnTo>
                    <a:lnTo>
                      <a:pt x="33" y="18"/>
                    </a:lnTo>
                    <a:lnTo>
                      <a:pt x="24" y="18"/>
                    </a:lnTo>
                    <a:lnTo>
                      <a:pt x="20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7" y="18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7" y="13"/>
                    </a:lnTo>
                    <a:lnTo>
                      <a:pt x="11" y="9"/>
                    </a:lnTo>
                    <a:lnTo>
                      <a:pt x="24" y="9"/>
                    </a:lnTo>
                    <a:lnTo>
                      <a:pt x="39" y="9"/>
                    </a:lnTo>
                    <a:lnTo>
                      <a:pt x="41" y="9"/>
                    </a:lnTo>
                    <a:lnTo>
                      <a:pt x="50" y="7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39" name="Freeform 100">
                <a:extLst>
                  <a:ext uri="{FF2B5EF4-FFF2-40B4-BE49-F238E27FC236}">
                    <a16:creationId xmlns:a16="http://schemas.microsoft.com/office/drawing/2014/main" id="{1C6EEFBC-DA61-EB80-89BB-941508836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073" y="3077606"/>
                <a:ext cx="51868" cy="56952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34" y="4"/>
                  </a:cxn>
                  <a:cxn ang="0">
                    <a:pos x="34" y="6"/>
                  </a:cxn>
                  <a:cxn ang="0">
                    <a:pos x="34" y="6"/>
                  </a:cxn>
                  <a:cxn ang="0">
                    <a:pos x="41" y="4"/>
                  </a:cxn>
                  <a:cxn ang="0">
                    <a:pos x="43" y="4"/>
                  </a:cxn>
                  <a:cxn ang="0">
                    <a:pos x="43" y="4"/>
                  </a:cxn>
                  <a:cxn ang="0">
                    <a:pos x="45" y="2"/>
                  </a:cxn>
                  <a:cxn ang="0">
                    <a:pos x="45" y="2"/>
                  </a:cxn>
                  <a:cxn ang="0">
                    <a:pos x="47" y="2"/>
                  </a:cxn>
                  <a:cxn ang="0">
                    <a:pos x="51" y="10"/>
                  </a:cxn>
                  <a:cxn ang="0">
                    <a:pos x="51" y="23"/>
                  </a:cxn>
                  <a:cxn ang="0">
                    <a:pos x="49" y="25"/>
                  </a:cxn>
                  <a:cxn ang="0">
                    <a:pos x="47" y="41"/>
                  </a:cxn>
                  <a:cxn ang="0">
                    <a:pos x="45" y="43"/>
                  </a:cxn>
                  <a:cxn ang="0">
                    <a:pos x="43" y="51"/>
                  </a:cxn>
                  <a:cxn ang="0">
                    <a:pos x="41" y="51"/>
                  </a:cxn>
                  <a:cxn ang="0">
                    <a:pos x="41" y="54"/>
                  </a:cxn>
                  <a:cxn ang="0">
                    <a:pos x="38" y="54"/>
                  </a:cxn>
                  <a:cxn ang="0">
                    <a:pos x="38" y="56"/>
                  </a:cxn>
                  <a:cxn ang="0">
                    <a:pos x="36" y="56"/>
                  </a:cxn>
                  <a:cxn ang="0">
                    <a:pos x="28" y="54"/>
                  </a:cxn>
                  <a:cxn ang="0">
                    <a:pos x="23" y="49"/>
                  </a:cxn>
                  <a:cxn ang="0">
                    <a:pos x="15" y="43"/>
                  </a:cxn>
                  <a:cxn ang="0">
                    <a:pos x="13" y="41"/>
                  </a:cxn>
                  <a:cxn ang="0">
                    <a:pos x="13" y="41"/>
                  </a:cxn>
                  <a:cxn ang="0">
                    <a:pos x="13" y="38"/>
                  </a:cxn>
                  <a:cxn ang="0">
                    <a:pos x="10" y="34"/>
                  </a:cxn>
                  <a:cxn ang="0">
                    <a:pos x="6" y="30"/>
                  </a:cxn>
                  <a:cxn ang="0">
                    <a:pos x="6" y="28"/>
                  </a:cxn>
                  <a:cxn ang="0">
                    <a:pos x="8" y="23"/>
                  </a:cxn>
                  <a:cxn ang="0">
                    <a:pos x="8" y="23"/>
                  </a:cxn>
                  <a:cxn ang="0">
                    <a:pos x="8" y="23"/>
                  </a:cxn>
                  <a:cxn ang="0">
                    <a:pos x="8" y="21"/>
                  </a:cxn>
                  <a:cxn ang="0">
                    <a:pos x="6" y="19"/>
                  </a:cxn>
                  <a:cxn ang="0">
                    <a:pos x="4" y="15"/>
                  </a:cxn>
                  <a:cxn ang="0">
                    <a:pos x="4" y="15"/>
                  </a:cxn>
                  <a:cxn ang="0">
                    <a:pos x="2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8"/>
                  </a:cxn>
                  <a:cxn ang="0">
                    <a:pos x="2" y="8"/>
                  </a:cxn>
                  <a:cxn ang="0">
                    <a:pos x="21" y="2"/>
                  </a:cxn>
                  <a:cxn ang="0">
                    <a:pos x="23" y="2"/>
                  </a:cxn>
                  <a:cxn ang="0">
                    <a:pos x="26" y="0"/>
                  </a:cxn>
                  <a:cxn ang="0">
                    <a:pos x="28" y="0"/>
                  </a:cxn>
                  <a:cxn ang="0">
                    <a:pos x="30" y="0"/>
                  </a:cxn>
                  <a:cxn ang="0">
                    <a:pos x="30" y="0"/>
                  </a:cxn>
                </a:cxnLst>
                <a:rect l="0" t="0" r="r" b="b"/>
                <a:pathLst>
                  <a:path w="51" h="56">
                    <a:moveTo>
                      <a:pt x="30" y="0"/>
                    </a:moveTo>
                    <a:lnTo>
                      <a:pt x="34" y="4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41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7" y="2"/>
                    </a:lnTo>
                    <a:lnTo>
                      <a:pt x="51" y="10"/>
                    </a:lnTo>
                    <a:lnTo>
                      <a:pt x="51" y="23"/>
                    </a:lnTo>
                    <a:lnTo>
                      <a:pt x="49" y="25"/>
                    </a:lnTo>
                    <a:lnTo>
                      <a:pt x="47" y="41"/>
                    </a:lnTo>
                    <a:lnTo>
                      <a:pt x="45" y="43"/>
                    </a:lnTo>
                    <a:lnTo>
                      <a:pt x="43" y="51"/>
                    </a:lnTo>
                    <a:lnTo>
                      <a:pt x="41" y="51"/>
                    </a:lnTo>
                    <a:lnTo>
                      <a:pt x="41" y="54"/>
                    </a:lnTo>
                    <a:lnTo>
                      <a:pt x="38" y="54"/>
                    </a:lnTo>
                    <a:lnTo>
                      <a:pt x="38" y="56"/>
                    </a:lnTo>
                    <a:lnTo>
                      <a:pt x="36" y="56"/>
                    </a:lnTo>
                    <a:lnTo>
                      <a:pt x="28" y="54"/>
                    </a:lnTo>
                    <a:lnTo>
                      <a:pt x="23" y="49"/>
                    </a:lnTo>
                    <a:lnTo>
                      <a:pt x="15" y="43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3" y="38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6" y="19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40" name="Freeform 101">
                <a:extLst>
                  <a:ext uri="{FF2B5EF4-FFF2-40B4-BE49-F238E27FC236}">
                    <a16:creationId xmlns:a16="http://schemas.microsoft.com/office/drawing/2014/main" id="{DEED1D0E-8FDA-CFF1-049A-813ACA34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7458" y="3083708"/>
                <a:ext cx="24408" cy="24408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5" y="2"/>
                  </a:cxn>
                  <a:cxn ang="0">
                    <a:pos x="15" y="2"/>
                  </a:cxn>
                  <a:cxn ang="0">
                    <a:pos x="22" y="9"/>
                  </a:cxn>
                  <a:cxn ang="0">
                    <a:pos x="24" y="9"/>
                  </a:cxn>
                  <a:cxn ang="0">
                    <a:pos x="24" y="11"/>
                  </a:cxn>
                  <a:cxn ang="0">
                    <a:pos x="22" y="15"/>
                  </a:cxn>
                  <a:cxn ang="0">
                    <a:pos x="22" y="15"/>
                  </a:cxn>
                  <a:cxn ang="0">
                    <a:pos x="22" y="17"/>
                  </a:cxn>
                  <a:cxn ang="0">
                    <a:pos x="20" y="22"/>
                  </a:cxn>
                  <a:cxn ang="0">
                    <a:pos x="17" y="22"/>
                  </a:cxn>
                  <a:cxn ang="0">
                    <a:pos x="15" y="24"/>
                  </a:cxn>
                  <a:cxn ang="0">
                    <a:pos x="15" y="24"/>
                  </a:cxn>
                  <a:cxn ang="0">
                    <a:pos x="9" y="24"/>
                  </a:cxn>
                  <a:cxn ang="0">
                    <a:pos x="9" y="24"/>
                  </a:cxn>
                  <a:cxn ang="0">
                    <a:pos x="7" y="22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9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0"/>
                  </a:cxn>
                </a:cxnLst>
                <a:rect l="0" t="0" r="r" b="b"/>
                <a:pathLst>
                  <a:path w="24" h="24">
                    <a:moveTo>
                      <a:pt x="11" y="0"/>
                    </a:moveTo>
                    <a:lnTo>
                      <a:pt x="15" y="2"/>
                    </a:lnTo>
                    <a:lnTo>
                      <a:pt x="15" y="2"/>
                    </a:lnTo>
                    <a:lnTo>
                      <a:pt x="22" y="9"/>
                    </a:lnTo>
                    <a:lnTo>
                      <a:pt x="24" y="9"/>
                    </a:lnTo>
                    <a:lnTo>
                      <a:pt x="24" y="11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7"/>
                    </a:lnTo>
                    <a:lnTo>
                      <a:pt x="20" y="22"/>
                    </a:lnTo>
                    <a:lnTo>
                      <a:pt x="17" y="22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7" y="22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41" name="Freeform 102">
                <a:extLst>
                  <a:ext uri="{FF2B5EF4-FFF2-40B4-BE49-F238E27FC236}">
                    <a16:creationId xmlns:a16="http://schemas.microsoft.com/office/drawing/2014/main" id="{2169A8BD-7A81-6F75-0F4D-620D7D01E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6236" y="3108116"/>
                <a:ext cx="26442" cy="11187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2"/>
                  </a:cxn>
                  <a:cxn ang="0">
                    <a:pos x="26" y="2"/>
                  </a:cxn>
                  <a:cxn ang="0">
                    <a:pos x="26" y="4"/>
                  </a:cxn>
                  <a:cxn ang="0">
                    <a:pos x="26" y="4"/>
                  </a:cxn>
                  <a:cxn ang="0">
                    <a:pos x="24" y="8"/>
                  </a:cxn>
                  <a:cxn ang="0">
                    <a:pos x="24" y="8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0" y="8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2" y="4"/>
                  </a:cxn>
                  <a:cxn ang="0">
                    <a:pos x="4" y="2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7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11">
                    <a:moveTo>
                      <a:pt x="17" y="0"/>
                    </a:moveTo>
                    <a:lnTo>
                      <a:pt x="26" y="2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42" name="Freeform 103">
                <a:extLst>
                  <a:ext uri="{FF2B5EF4-FFF2-40B4-BE49-F238E27FC236}">
                    <a16:creationId xmlns:a16="http://schemas.microsoft.com/office/drawing/2014/main" id="{7DA567EA-1262-DCE1-EB3D-55DABC2BD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4202" y="3171171"/>
                <a:ext cx="87463" cy="46782"/>
              </a:xfrm>
              <a:custGeom>
                <a:avLst/>
                <a:gdLst/>
                <a:ahLst/>
                <a:cxnLst>
                  <a:cxn ang="0">
                    <a:pos x="75" y="0"/>
                  </a:cxn>
                  <a:cxn ang="0">
                    <a:pos x="75" y="5"/>
                  </a:cxn>
                  <a:cxn ang="0">
                    <a:pos x="79" y="11"/>
                  </a:cxn>
                  <a:cxn ang="0">
                    <a:pos x="82" y="13"/>
                  </a:cxn>
                  <a:cxn ang="0">
                    <a:pos x="82" y="13"/>
                  </a:cxn>
                  <a:cxn ang="0">
                    <a:pos x="84" y="18"/>
                  </a:cxn>
                  <a:cxn ang="0">
                    <a:pos x="84" y="18"/>
                  </a:cxn>
                  <a:cxn ang="0">
                    <a:pos x="84" y="18"/>
                  </a:cxn>
                  <a:cxn ang="0">
                    <a:pos x="86" y="20"/>
                  </a:cxn>
                  <a:cxn ang="0">
                    <a:pos x="86" y="20"/>
                  </a:cxn>
                  <a:cxn ang="0">
                    <a:pos x="86" y="35"/>
                  </a:cxn>
                  <a:cxn ang="0">
                    <a:pos x="84" y="37"/>
                  </a:cxn>
                  <a:cxn ang="0">
                    <a:pos x="84" y="37"/>
                  </a:cxn>
                  <a:cxn ang="0">
                    <a:pos x="84" y="37"/>
                  </a:cxn>
                  <a:cxn ang="0">
                    <a:pos x="79" y="39"/>
                  </a:cxn>
                  <a:cxn ang="0">
                    <a:pos x="77" y="39"/>
                  </a:cxn>
                  <a:cxn ang="0">
                    <a:pos x="60" y="46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47" y="46"/>
                  </a:cxn>
                  <a:cxn ang="0">
                    <a:pos x="23" y="39"/>
                  </a:cxn>
                  <a:cxn ang="0">
                    <a:pos x="17" y="37"/>
                  </a:cxn>
                  <a:cxn ang="0">
                    <a:pos x="2" y="28"/>
                  </a:cxn>
                  <a:cxn ang="0">
                    <a:pos x="0" y="26"/>
                  </a:cxn>
                  <a:cxn ang="0">
                    <a:pos x="0" y="26"/>
                  </a:cxn>
                  <a:cxn ang="0">
                    <a:pos x="0" y="26"/>
                  </a:cxn>
                  <a:cxn ang="0">
                    <a:pos x="0" y="24"/>
                  </a:cxn>
                  <a:cxn ang="0">
                    <a:pos x="0" y="24"/>
                  </a:cxn>
                  <a:cxn ang="0">
                    <a:pos x="2" y="24"/>
                  </a:cxn>
                  <a:cxn ang="0">
                    <a:pos x="2" y="22"/>
                  </a:cxn>
                  <a:cxn ang="0">
                    <a:pos x="4" y="22"/>
                  </a:cxn>
                  <a:cxn ang="0">
                    <a:pos x="4" y="22"/>
                  </a:cxn>
                  <a:cxn ang="0">
                    <a:pos x="8" y="20"/>
                  </a:cxn>
                  <a:cxn ang="0">
                    <a:pos x="13" y="20"/>
                  </a:cxn>
                  <a:cxn ang="0">
                    <a:pos x="28" y="13"/>
                  </a:cxn>
                  <a:cxn ang="0">
                    <a:pos x="30" y="11"/>
                  </a:cxn>
                  <a:cxn ang="0">
                    <a:pos x="32" y="11"/>
                  </a:cxn>
                  <a:cxn ang="0">
                    <a:pos x="32" y="11"/>
                  </a:cxn>
                  <a:cxn ang="0">
                    <a:pos x="34" y="11"/>
                  </a:cxn>
                  <a:cxn ang="0">
                    <a:pos x="34" y="9"/>
                  </a:cxn>
                  <a:cxn ang="0">
                    <a:pos x="39" y="9"/>
                  </a:cxn>
                  <a:cxn ang="0">
                    <a:pos x="39" y="7"/>
                  </a:cxn>
                  <a:cxn ang="0">
                    <a:pos x="71" y="0"/>
                  </a:cxn>
                  <a:cxn ang="0">
                    <a:pos x="75" y="0"/>
                  </a:cxn>
                  <a:cxn ang="0">
                    <a:pos x="75" y="0"/>
                  </a:cxn>
                </a:cxnLst>
                <a:rect l="0" t="0" r="r" b="b"/>
                <a:pathLst>
                  <a:path w="86" h="46">
                    <a:moveTo>
                      <a:pt x="75" y="0"/>
                    </a:moveTo>
                    <a:lnTo>
                      <a:pt x="75" y="5"/>
                    </a:lnTo>
                    <a:lnTo>
                      <a:pt x="79" y="11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4" y="18"/>
                    </a:lnTo>
                    <a:lnTo>
                      <a:pt x="84" y="18"/>
                    </a:lnTo>
                    <a:lnTo>
                      <a:pt x="84" y="18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6" y="35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79" y="39"/>
                    </a:lnTo>
                    <a:lnTo>
                      <a:pt x="77" y="39"/>
                    </a:lnTo>
                    <a:lnTo>
                      <a:pt x="60" y="46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47" y="46"/>
                    </a:lnTo>
                    <a:lnTo>
                      <a:pt x="23" y="39"/>
                    </a:lnTo>
                    <a:lnTo>
                      <a:pt x="17" y="37"/>
                    </a:lnTo>
                    <a:lnTo>
                      <a:pt x="2" y="28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4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8" y="20"/>
                    </a:lnTo>
                    <a:lnTo>
                      <a:pt x="13" y="20"/>
                    </a:lnTo>
                    <a:lnTo>
                      <a:pt x="28" y="13"/>
                    </a:lnTo>
                    <a:lnTo>
                      <a:pt x="30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4" y="11"/>
                    </a:lnTo>
                    <a:lnTo>
                      <a:pt x="34" y="9"/>
                    </a:lnTo>
                    <a:lnTo>
                      <a:pt x="39" y="9"/>
                    </a:lnTo>
                    <a:lnTo>
                      <a:pt x="39" y="7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43" name="Freeform 104">
                <a:extLst>
                  <a:ext uri="{FF2B5EF4-FFF2-40B4-BE49-F238E27FC236}">
                    <a16:creationId xmlns:a16="http://schemas.microsoft.com/office/drawing/2014/main" id="{FBB17457-4D53-042F-942A-B0DB6A177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1182" y="3180324"/>
                <a:ext cx="10170" cy="24408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10" y="2"/>
                  </a:cxn>
                  <a:cxn ang="0">
                    <a:pos x="10" y="2"/>
                  </a:cxn>
                  <a:cxn ang="0">
                    <a:pos x="10" y="2"/>
                  </a:cxn>
                  <a:cxn ang="0">
                    <a:pos x="10" y="4"/>
                  </a:cxn>
                  <a:cxn ang="0">
                    <a:pos x="6" y="13"/>
                  </a:cxn>
                  <a:cxn ang="0">
                    <a:pos x="6" y="15"/>
                  </a:cxn>
                  <a:cxn ang="0">
                    <a:pos x="2" y="22"/>
                  </a:cxn>
                  <a:cxn ang="0">
                    <a:pos x="2" y="24"/>
                  </a:cxn>
                  <a:cxn ang="0">
                    <a:pos x="2" y="24"/>
                  </a:cxn>
                  <a:cxn ang="0">
                    <a:pos x="0" y="24"/>
                  </a:cxn>
                  <a:cxn ang="0">
                    <a:pos x="0" y="24"/>
                  </a:cxn>
                  <a:cxn ang="0">
                    <a:pos x="0" y="19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8" y="0"/>
                  </a:cxn>
                </a:cxnLst>
                <a:rect l="0" t="0" r="r" b="b"/>
                <a:pathLst>
                  <a:path w="10" h="24">
                    <a:moveTo>
                      <a:pt x="8" y="0"/>
                    </a:move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6" y="13"/>
                    </a:lnTo>
                    <a:lnTo>
                      <a:pt x="6" y="15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44" name="Freeform 105">
                <a:extLst>
                  <a:ext uri="{FF2B5EF4-FFF2-40B4-BE49-F238E27FC236}">
                    <a16:creationId xmlns:a16="http://schemas.microsoft.com/office/drawing/2014/main" id="{6919AC13-F9F8-24B0-94AC-110475F42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505" y="3210834"/>
                <a:ext cx="11187" cy="18306"/>
              </a:xfrm>
              <a:custGeom>
                <a:avLst/>
                <a:gdLst/>
                <a:ahLst/>
                <a:cxnLst>
                  <a:cxn ang="0">
                    <a:pos x="11" y="2"/>
                  </a:cxn>
                  <a:cxn ang="0">
                    <a:pos x="11" y="2"/>
                  </a:cxn>
                  <a:cxn ang="0">
                    <a:pos x="11" y="2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1" y="7"/>
                  </a:cxn>
                  <a:cxn ang="0">
                    <a:pos x="7" y="18"/>
                  </a:cxn>
                  <a:cxn ang="0">
                    <a:pos x="7" y="18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2" y="18"/>
                  </a:cxn>
                  <a:cxn ang="0">
                    <a:pos x="2" y="18"/>
                  </a:cxn>
                  <a:cxn ang="0">
                    <a:pos x="2" y="18"/>
                  </a:cxn>
                  <a:cxn ang="0">
                    <a:pos x="2" y="18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1" y="2"/>
                  </a:cxn>
                  <a:cxn ang="0">
                    <a:pos x="11" y="2"/>
                  </a:cxn>
                </a:cxnLst>
                <a:rect l="0" t="0" r="r" b="b"/>
                <a:pathLst>
                  <a:path w="11" h="18">
                    <a:moveTo>
                      <a:pt x="11" y="2"/>
                    </a:moveTo>
                    <a:lnTo>
                      <a:pt x="11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45" name="Freeform 106">
                <a:extLst>
                  <a:ext uri="{FF2B5EF4-FFF2-40B4-BE49-F238E27FC236}">
                    <a16:creationId xmlns:a16="http://schemas.microsoft.com/office/drawing/2014/main" id="{1406E0E1-E29A-0991-8B5A-977C49970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2879" y="3246429"/>
                <a:ext cx="8136" cy="19323"/>
              </a:xfrm>
              <a:custGeom>
                <a:avLst/>
                <a:gdLst/>
                <a:ahLst/>
                <a:cxnLst>
                  <a:cxn ang="0">
                    <a:pos x="8" y="4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8" y="17"/>
                  </a:cxn>
                  <a:cxn ang="0">
                    <a:pos x="8" y="17"/>
                  </a:cxn>
                  <a:cxn ang="0">
                    <a:pos x="8" y="17"/>
                  </a:cxn>
                  <a:cxn ang="0">
                    <a:pos x="6" y="19"/>
                  </a:cxn>
                  <a:cxn ang="0">
                    <a:pos x="6" y="19"/>
                  </a:cxn>
                  <a:cxn ang="0">
                    <a:pos x="4" y="19"/>
                  </a:cxn>
                  <a:cxn ang="0">
                    <a:pos x="2" y="17"/>
                  </a:cxn>
                  <a:cxn ang="0">
                    <a:pos x="2" y="17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8" y="2"/>
                  </a:cxn>
                  <a:cxn ang="0">
                    <a:pos x="8" y="2"/>
                  </a:cxn>
                  <a:cxn ang="0">
                    <a:pos x="8" y="4"/>
                  </a:cxn>
                  <a:cxn ang="0">
                    <a:pos x="8" y="4"/>
                  </a:cxn>
                </a:cxnLst>
                <a:rect l="0" t="0" r="r" b="b"/>
                <a:pathLst>
                  <a:path w="8" h="19">
                    <a:moveTo>
                      <a:pt x="8" y="4"/>
                    </a:move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7"/>
                    </a:lnTo>
                    <a:lnTo>
                      <a:pt x="8" y="17"/>
                    </a:lnTo>
                    <a:lnTo>
                      <a:pt x="8" y="17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4" y="19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46" name="Freeform 107">
                <a:extLst>
                  <a:ext uri="{FF2B5EF4-FFF2-40B4-BE49-F238E27FC236}">
                    <a16:creationId xmlns:a16="http://schemas.microsoft.com/office/drawing/2014/main" id="{A1D60A87-CD8D-F4D6-3FA9-31A6B8363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9821" y="3261685"/>
                <a:ext cx="15255" cy="13221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13" y="6"/>
                  </a:cxn>
                  <a:cxn ang="0">
                    <a:pos x="15" y="6"/>
                  </a:cxn>
                  <a:cxn ang="0">
                    <a:pos x="15" y="6"/>
                  </a:cxn>
                  <a:cxn ang="0">
                    <a:pos x="15" y="9"/>
                  </a:cxn>
                  <a:cxn ang="0">
                    <a:pos x="15" y="11"/>
                  </a:cxn>
                  <a:cxn ang="0">
                    <a:pos x="13" y="11"/>
                  </a:cxn>
                  <a:cxn ang="0">
                    <a:pos x="13" y="11"/>
                  </a:cxn>
                  <a:cxn ang="0">
                    <a:pos x="13" y="13"/>
                  </a:cxn>
                  <a:cxn ang="0">
                    <a:pos x="11" y="13"/>
                  </a:cxn>
                  <a:cxn ang="0">
                    <a:pos x="11" y="11"/>
                  </a:cxn>
                  <a:cxn ang="0">
                    <a:pos x="4" y="9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15" h="13">
                    <a:moveTo>
                      <a:pt x="4" y="0"/>
                    </a:moveTo>
                    <a:lnTo>
                      <a:pt x="13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4" y="9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47" name="Freeform 108">
                <a:extLst>
                  <a:ext uri="{FF2B5EF4-FFF2-40B4-BE49-F238E27FC236}">
                    <a16:creationId xmlns:a16="http://schemas.microsoft.com/office/drawing/2014/main" id="{691842D1-ACF0-685D-B1F6-461E65061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5070" y="3380674"/>
                <a:ext cx="10170" cy="13221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" y="0"/>
                  </a:cxn>
                  <a:cxn ang="0">
                    <a:pos x="6" y="2"/>
                  </a:cxn>
                  <a:cxn ang="0">
                    <a:pos x="10" y="6"/>
                  </a:cxn>
                  <a:cxn ang="0">
                    <a:pos x="10" y="8"/>
                  </a:cxn>
                  <a:cxn ang="0">
                    <a:pos x="10" y="8"/>
                  </a:cxn>
                  <a:cxn ang="0">
                    <a:pos x="10" y="10"/>
                  </a:cxn>
                  <a:cxn ang="0">
                    <a:pos x="10" y="10"/>
                  </a:cxn>
                  <a:cxn ang="0">
                    <a:pos x="10" y="10"/>
                  </a:cxn>
                  <a:cxn ang="0">
                    <a:pos x="10" y="13"/>
                  </a:cxn>
                  <a:cxn ang="0">
                    <a:pos x="8" y="13"/>
                  </a:cxn>
                  <a:cxn ang="0">
                    <a:pos x="8" y="13"/>
                  </a:cxn>
                  <a:cxn ang="0">
                    <a:pos x="8" y="13"/>
                  </a:cxn>
                  <a:cxn ang="0">
                    <a:pos x="6" y="13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10" h="13">
                    <a:moveTo>
                      <a:pt x="4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48" name="Freeform 109">
                <a:extLst>
                  <a:ext uri="{FF2B5EF4-FFF2-40B4-BE49-F238E27FC236}">
                    <a16:creationId xmlns:a16="http://schemas.microsoft.com/office/drawing/2014/main" id="{4CD311D6-AA3D-DE71-6ACC-50A90E165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3043" y="3382708"/>
                <a:ext cx="2034" cy="2034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49" name="Freeform 110">
                <a:extLst>
                  <a:ext uri="{FF2B5EF4-FFF2-40B4-BE49-F238E27FC236}">
                    <a16:creationId xmlns:a16="http://schemas.microsoft.com/office/drawing/2014/main" id="{B6BD16F5-4462-1AB5-DDD5-BB92E4F5F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995" y="3441695"/>
                <a:ext cx="15255" cy="915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1" y="2"/>
                  </a:cxn>
                  <a:cxn ang="0">
                    <a:pos x="15" y="9"/>
                  </a:cxn>
                  <a:cxn ang="0">
                    <a:pos x="11" y="9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15" h="9">
                    <a:moveTo>
                      <a:pt x="9" y="0"/>
                    </a:moveTo>
                    <a:lnTo>
                      <a:pt x="11" y="2"/>
                    </a:lnTo>
                    <a:lnTo>
                      <a:pt x="15" y="9"/>
                    </a:lnTo>
                    <a:lnTo>
                      <a:pt x="11" y="9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50" name="Freeform 111">
                <a:extLst>
                  <a:ext uri="{FF2B5EF4-FFF2-40B4-BE49-F238E27FC236}">
                    <a16:creationId xmlns:a16="http://schemas.microsoft.com/office/drawing/2014/main" id="{E508E9D3-A59A-B560-F56F-CE7DC55BF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7447" y="3464069"/>
                <a:ext cx="37630" cy="2339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13" y="6"/>
                  </a:cxn>
                  <a:cxn ang="0">
                    <a:pos x="13" y="8"/>
                  </a:cxn>
                  <a:cxn ang="0">
                    <a:pos x="24" y="13"/>
                  </a:cxn>
                  <a:cxn ang="0">
                    <a:pos x="24" y="13"/>
                  </a:cxn>
                  <a:cxn ang="0">
                    <a:pos x="26" y="15"/>
                  </a:cxn>
                  <a:cxn ang="0">
                    <a:pos x="28" y="15"/>
                  </a:cxn>
                  <a:cxn ang="0">
                    <a:pos x="31" y="17"/>
                  </a:cxn>
                  <a:cxn ang="0">
                    <a:pos x="31" y="17"/>
                  </a:cxn>
                  <a:cxn ang="0">
                    <a:pos x="37" y="23"/>
                  </a:cxn>
                  <a:cxn ang="0">
                    <a:pos x="35" y="23"/>
                  </a:cxn>
                  <a:cxn ang="0">
                    <a:pos x="13" y="15"/>
                  </a:cxn>
                  <a:cxn ang="0">
                    <a:pos x="3" y="8"/>
                  </a:cxn>
                  <a:cxn ang="0">
                    <a:pos x="3" y="8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3" y="0"/>
                  </a:cxn>
                  <a:cxn ang="0">
                    <a:pos x="3" y="0"/>
                  </a:cxn>
                </a:cxnLst>
                <a:rect l="0" t="0" r="r" b="b"/>
                <a:pathLst>
                  <a:path w="37" h="23">
                    <a:moveTo>
                      <a:pt x="3" y="0"/>
                    </a:moveTo>
                    <a:lnTo>
                      <a:pt x="5" y="2"/>
                    </a:lnTo>
                    <a:lnTo>
                      <a:pt x="5" y="2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7" y="23"/>
                    </a:lnTo>
                    <a:lnTo>
                      <a:pt x="35" y="23"/>
                    </a:lnTo>
                    <a:lnTo>
                      <a:pt x="13" y="15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  <p:sp>
            <p:nvSpPr>
              <p:cNvPr id="51" name="Freeform 112">
                <a:extLst>
                  <a:ext uri="{FF2B5EF4-FFF2-40B4-BE49-F238E27FC236}">
                    <a16:creationId xmlns:a16="http://schemas.microsoft.com/office/drawing/2014/main" id="{0853E602-BE1B-7D68-6604-FE9FF3C95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4719" y="3011501"/>
                <a:ext cx="473926" cy="454603"/>
              </a:xfrm>
              <a:custGeom>
                <a:avLst/>
                <a:gdLst/>
                <a:ahLst/>
                <a:cxnLst>
                  <a:cxn ang="0">
                    <a:pos x="214" y="146"/>
                  </a:cxn>
                  <a:cxn ang="0">
                    <a:pos x="211" y="142"/>
                  </a:cxn>
                  <a:cxn ang="0">
                    <a:pos x="207" y="145"/>
                  </a:cxn>
                  <a:cxn ang="0">
                    <a:pos x="203" y="121"/>
                  </a:cxn>
                  <a:cxn ang="0">
                    <a:pos x="193" y="120"/>
                  </a:cxn>
                  <a:cxn ang="0">
                    <a:pos x="196" y="136"/>
                  </a:cxn>
                  <a:cxn ang="0">
                    <a:pos x="186" y="122"/>
                  </a:cxn>
                  <a:cxn ang="0">
                    <a:pos x="175" y="87"/>
                  </a:cxn>
                  <a:cxn ang="0">
                    <a:pos x="179" y="66"/>
                  </a:cxn>
                  <a:cxn ang="0">
                    <a:pos x="182" y="55"/>
                  </a:cxn>
                  <a:cxn ang="0">
                    <a:pos x="168" y="34"/>
                  </a:cxn>
                  <a:cxn ang="0">
                    <a:pos x="154" y="21"/>
                  </a:cxn>
                  <a:cxn ang="0">
                    <a:pos x="135" y="22"/>
                  </a:cxn>
                  <a:cxn ang="0">
                    <a:pos x="118" y="11"/>
                  </a:cxn>
                  <a:cxn ang="0">
                    <a:pos x="67" y="4"/>
                  </a:cxn>
                  <a:cxn ang="0">
                    <a:pos x="50" y="19"/>
                  </a:cxn>
                  <a:cxn ang="0">
                    <a:pos x="31" y="21"/>
                  </a:cxn>
                  <a:cxn ang="0">
                    <a:pos x="15" y="41"/>
                  </a:cxn>
                  <a:cxn ang="0">
                    <a:pos x="5" y="50"/>
                  </a:cxn>
                  <a:cxn ang="0">
                    <a:pos x="11" y="62"/>
                  </a:cxn>
                  <a:cxn ang="0">
                    <a:pos x="19" y="60"/>
                  </a:cxn>
                  <a:cxn ang="0">
                    <a:pos x="40" y="66"/>
                  </a:cxn>
                  <a:cxn ang="0">
                    <a:pos x="53" y="84"/>
                  </a:cxn>
                  <a:cxn ang="0">
                    <a:pos x="72" y="105"/>
                  </a:cxn>
                  <a:cxn ang="0">
                    <a:pos x="81" y="103"/>
                  </a:cxn>
                  <a:cxn ang="0">
                    <a:pos x="90" y="102"/>
                  </a:cxn>
                  <a:cxn ang="0">
                    <a:pos x="100" y="105"/>
                  </a:cxn>
                  <a:cxn ang="0">
                    <a:pos x="110" y="106"/>
                  </a:cxn>
                  <a:cxn ang="0">
                    <a:pos x="147" y="104"/>
                  </a:cxn>
                  <a:cxn ang="0">
                    <a:pos x="158" y="103"/>
                  </a:cxn>
                  <a:cxn ang="0">
                    <a:pos x="163" y="106"/>
                  </a:cxn>
                  <a:cxn ang="0">
                    <a:pos x="156" y="118"/>
                  </a:cxn>
                  <a:cxn ang="0">
                    <a:pos x="152" y="119"/>
                  </a:cxn>
                  <a:cxn ang="0">
                    <a:pos x="150" y="130"/>
                  </a:cxn>
                  <a:cxn ang="0">
                    <a:pos x="140" y="122"/>
                  </a:cxn>
                  <a:cxn ang="0">
                    <a:pos x="114" y="117"/>
                  </a:cxn>
                  <a:cxn ang="0">
                    <a:pos x="97" y="135"/>
                  </a:cxn>
                  <a:cxn ang="0">
                    <a:pos x="89" y="130"/>
                  </a:cxn>
                  <a:cxn ang="0">
                    <a:pos x="64" y="129"/>
                  </a:cxn>
                  <a:cxn ang="0">
                    <a:pos x="70" y="142"/>
                  </a:cxn>
                  <a:cxn ang="0">
                    <a:pos x="90" y="159"/>
                  </a:cxn>
                  <a:cxn ang="0">
                    <a:pos x="97" y="162"/>
                  </a:cxn>
                  <a:cxn ang="0">
                    <a:pos x="102" y="163"/>
                  </a:cxn>
                  <a:cxn ang="0">
                    <a:pos x="104" y="172"/>
                  </a:cxn>
                  <a:cxn ang="0">
                    <a:pos x="107" y="177"/>
                  </a:cxn>
                  <a:cxn ang="0">
                    <a:pos x="102" y="197"/>
                  </a:cxn>
                  <a:cxn ang="0">
                    <a:pos x="113" y="204"/>
                  </a:cxn>
                  <a:cxn ang="0">
                    <a:pos x="126" y="204"/>
                  </a:cxn>
                  <a:cxn ang="0">
                    <a:pos x="135" y="190"/>
                  </a:cxn>
                  <a:cxn ang="0">
                    <a:pos x="143" y="178"/>
                  </a:cxn>
                  <a:cxn ang="0">
                    <a:pos x="147" y="163"/>
                  </a:cxn>
                  <a:cxn ang="0">
                    <a:pos x="159" y="146"/>
                  </a:cxn>
                  <a:cxn ang="0">
                    <a:pos x="150" y="162"/>
                  </a:cxn>
                  <a:cxn ang="0">
                    <a:pos x="147" y="171"/>
                  </a:cxn>
                  <a:cxn ang="0">
                    <a:pos x="156" y="179"/>
                  </a:cxn>
                  <a:cxn ang="0">
                    <a:pos x="174" y="187"/>
                  </a:cxn>
                  <a:cxn ang="0">
                    <a:pos x="176" y="194"/>
                  </a:cxn>
                  <a:cxn ang="0">
                    <a:pos x="190" y="195"/>
                  </a:cxn>
                  <a:cxn ang="0">
                    <a:pos x="201" y="198"/>
                  </a:cxn>
                </a:cxnLst>
                <a:rect l="0" t="0" r="r" b="b"/>
                <a:pathLst>
                  <a:path w="216" h="207">
                    <a:moveTo>
                      <a:pt x="213" y="171"/>
                    </a:moveTo>
                    <a:cubicBezTo>
                      <a:pt x="211" y="166"/>
                      <a:pt x="212" y="160"/>
                      <a:pt x="214" y="157"/>
                    </a:cubicBezTo>
                    <a:cubicBezTo>
                      <a:pt x="212" y="153"/>
                      <a:pt x="212" y="153"/>
                      <a:pt x="212" y="153"/>
                    </a:cubicBezTo>
                    <a:cubicBezTo>
                      <a:pt x="212" y="152"/>
                      <a:pt x="212" y="152"/>
                      <a:pt x="212" y="152"/>
                    </a:cubicBezTo>
                    <a:cubicBezTo>
                      <a:pt x="212" y="152"/>
                      <a:pt x="212" y="152"/>
                      <a:pt x="212" y="152"/>
                    </a:cubicBezTo>
                    <a:cubicBezTo>
                      <a:pt x="212" y="148"/>
                      <a:pt x="212" y="148"/>
                      <a:pt x="212" y="148"/>
                    </a:cubicBezTo>
                    <a:cubicBezTo>
                      <a:pt x="212" y="147"/>
                      <a:pt x="212" y="147"/>
                      <a:pt x="212" y="147"/>
                    </a:cubicBezTo>
                    <a:cubicBezTo>
                      <a:pt x="213" y="147"/>
                      <a:pt x="213" y="147"/>
                      <a:pt x="213" y="147"/>
                    </a:cubicBezTo>
                    <a:cubicBezTo>
                      <a:pt x="213" y="147"/>
                      <a:pt x="213" y="147"/>
                      <a:pt x="213" y="147"/>
                    </a:cubicBezTo>
                    <a:cubicBezTo>
                      <a:pt x="214" y="147"/>
                      <a:pt x="214" y="147"/>
                      <a:pt x="214" y="147"/>
                    </a:cubicBezTo>
                    <a:cubicBezTo>
                      <a:pt x="214" y="146"/>
                      <a:pt x="214" y="146"/>
                      <a:pt x="214" y="146"/>
                    </a:cubicBezTo>
                    <a:cubicBezTo>
                      <a:pt x="214" y="142"/>
                      <a:pt x="214" y="142"/>
                      <a:pt x="214" y="142"/>
                    </a:cubicBezTo>
                    <a:cubicBezTo>
                      <a:pt x="214" y="142"/>
                      <a:pt x="214" y="142"/>
                      <a:pt x="214" y="142"/>
                    </a:cubicBezTo>
                    <a:cubicBezTo>
                      <a:pt x="214" y="141"/>
                      <a:pt x="214" y="141"/>
                      <a:pt x="214" y="141"/>
                    </a:cubicBezTo>
                    <a:cubicBezTo>
                      <a:pt x="214" y="140"/>
                      <a:pt x="214" y="140"/>
                      <a:pt x="214" y="140"/>
                    </a:cubicBezTo>
                    <a:cubicBezTo>
                      <a:pt x="214" y="140"/>
                      <a:pt x="214" y="140"/>
                      <a:pt x="214" y="140"/>
                    </a:cubicBezTo>
                    <a:cubicBezTo>
                      <a:pt x="213" y="140"/>
                      <a:pt x="213" y="140"/>
                      <a:pt x="213" y="140"/>
                    </a:cubicBezTo>
                    <a:cubicBezTo>
                      <a:pt x="213" y="140"/>
                      <a:pt x="213" y="140"/>
                      <a:pt x="213" y="140"/>
                    </a:cubicBezTo>
                    <a:cubicBezTo>
                      <a:pt x="212" y="140"/>
                      <a:pt x="212" y="140"/>
                      <a:pt x="212" y="140"/>
                    </a:cubicBezTo>
                    <a:cubicBezTo>
                      <a:pt x="212" y="140"/>
                      <a:pt x="212" y="140"/>
                      <a:pt x="212" y="140"/>
                    </a:cubicBezTo>
                    <a:cubicBezTo>
                      <a:pt x="212" y="141"/>
                      <a:pt x="212" y="141"/>
                      <a:pt x="212" y="141"/>
                    </a:cubicBezTo>
                    <a:cubicBezTo>
                      <a:pt x="211" y="142"/>
                      <a:pt x="211" y="142"/>
                      <a:pt x="211" y="142"/>
                    </a:cubicBezTo>
                    <a:cubicBezTo>
                      <a:pt x="211" y="142"/>
                      <a:pt x="211" y="142"/>
                      <a:pt x="211" y="142"/>
                    </a:cubicBezTo>
                    <a:cubicBezTo>
                      <a:pt x="211" y="143"/>
                      <a:pt x="211" y="143"/>
                      <a:pt x="211" y="143"/>
                    </a:cubicBezTo>
                    <a:cubicBezTo>
                      <a:pt x="211" y="143"/>
                      <a:pt x="211" y="143"/>
                      <a:pt x="211" y="143"/>
                    </a:cubicBezTo>
                    <a:cubicBezTo>
                      <a:pt x="211" y="143"/>
                      <a:pt x="211" y="143"/>
                      <a:pt x="211" y="143"/>
                    </a:cubicBezTo>
                    <a:cubicBezTo>
                      <a:pt x="211" y="143"/>
                      <a:pt x="211" y="143"/>
                      <a:pt x="211" y="143"/>
                    </a:cubicBezTo>
                    <a:cubicBezTo>
                      <a:pt x="209" y="145"/>
                      <a:pt x="209" y="145"/>
                      <a:pt x="209" y="145"/>
                    </a:cubicBezTo>
                    <a:cubicBezTo>
                      <a:pt x="208" y="145"/>
                      <a:pt x="208" y="145"/>
                      <a:pt x="208" y="145"/>
                    </a:cubicBezTo>
                    <a:cubicBezTo>
                      <a:pt x="208" y="145"/>
                      <a:pt x="208" y="145"/>
                      <a:pt x="208" y="145"/>
                    </a:cubicBezTo>
                    <a:cubicBezTo>
                      <a:pt x="207" y="145"/>
                      <a:pt x="207" y="145"/>
                      <a:pt x="207" y="145"/>
                    </a:cubicBezTo>
                    <a:cubicBezTo>
                      <a:pt x="207" y="145"/>
                      <a:pt x="207" y="145"/>
                      <a:pt x="207" y="145"/>
                    </a:cubicBezTo>
                    <a:cubicBezTo>
                      <a:pt x="207" y="145"/>
                      <a:pt x="207" y="145"/>
                      <a:pt x="207" y="145"/>
                    </a:cubicBezTo>
                    <a:cubicBezTo>
                      <a:pt x="206" y="145"/>
                      <a:pt x="206" y="145"/>
                      <a:pt x="206" y="145"/>
                    </a:cubicBezTo>
                    <a:cubicBezTo>
                      <a:pt x="205" y="144"/>
                      <a:pt x="205" y="144"/>
                      <a:pt x="205" y="144"/>
                    </a:cubicBezTo>
                    <a:cubicBezTo>
                      <a:pt x="205" y="144"/>
                      <a:pt x="205" y="144"/>
                      <a:pt x="205" y="144"/>
                    </a:cubicBezTo>
                    <a:cubicBezTo>
                      <a:pt x="205" y="144"/>
                      <a:pt x="205" y="144"/>
                      <a:pt x="205" y="144"/>
                    </a:cubicBezTo>
                    <a:cubicBezTo>
                      <a:pt x="203" y="137"/>
                      <a:pt x="203" y="137"/>
                      <a:pt x="203" y="137"/>
                    </a:cubicBezTo>
                    <a:cubicBezTo>
                      <a:pt x="203" y="134"/>
                      <a:pt x="203" y="134"/>
                      <a:pt x="203" y="134"/>
                    </a:cubicBezTo>
                    <a:cubicBezTo>
                      <a:pt x="203" y="132"/>
                      <a:pt x="203" y="132"/>
                      <a:pt x="203" y="132"/>
                    </a:cubicBezTo>
                    <a:cubicBezTo>
                      <a:pt x="203" y="131"/>
                      <a:pt x="203" y="131"/>
                      <a:pt x="203" y="131"/>
                    </a:cubicBezTo>
                    <a:cubicBezTo>
                      <a:pt x="203" y="128"/>
                      <a:pt x="203" y="128"/>
                      <a:pt x="203" y="128"/>
                    </a:cubicBezTo>
                    <a:cubicBezTo>
                      <a:pt x="203" y="122"/>
                      <a:pt x="203" y="122"/>
                      <a:pt x="203" y="122"/>
                    </a:cubicBezTo>
                    <a:cubicBezTo>
                      <a:pt x="203" y="121"/>
                      <a:pt x="203" y="121"/>
                      <a:pt x="203" y="121"/>
                    </a:cubicBezTo>
                    <a:cubicBezTo>
                      <a:pt x="203" y="120"/>
                      <a:pt x="203" y="120"/>
                      <a:pt x="203" y="120"/>
                    </a:cubicBezTo>
                    <a:cubicBezTo>
                      <a:pt x="202" y="120"/>
                      <a:pt x="202" y="120"/>
                      <a:pt x="202" y="120"/>
                    </a:cubicBezTo>
                    <a:cubicBezTo>
                      <a:pt x="202" y="119"/>
                      <a:pt x="202" y="119"/>
                      <a:pt x="202" y="119"/>
                    </a:cubicBezTo>
                    <a:cubicBezTo>
                      <a:pt x="202" y="119"/>
                      <a:pt x="202" y="119"/>
                      <a:pt x="202" y="119"/>
                    </a:cubicBezTo>
                    <a:cubicBezTo>
                      <a:pt x="201" y="118"/>
                      <a:pt x="201" y="118"/>
                      <a:pt x="201" y="118"/>
                    </a:cubicBezTo>
                    <a:cubicBezTo>
                      <a:pt x="198" y="117"/>
                      <a:pt x="198" y="117"/>
                      <a:pt x="198" y="117"/>
                    </a:cubicBezTo>
                    <a:cubicBezTo>
                      <a:pt x="197" y="116"/>
                      <a:pt x="197" y="116"/>
                      <a:pt x="197" y="116"/>
                    </a:cubicBezTo>
                    <a:cubicBezTo>
                      <a:pt x="196" y="116"/>
                      <a:pt x="196" y="116"/>
                      <a:pt x="196" y="116"/>
                    </a:cubicBezTo>
                    <a:cubicBezTo>
                      <a:pt x="196" y="117"/>
                      <a:pt x="196" y="117"/>
                      <a:pt x="196" y="117"/>
                    </a:cubicBezTo>
                    <a:cubicBezTo>
                      <a:pt x="194" y="119"/>
                      <a:pt x="194" y="119"/>
                      <a:pt x="194" y="119"/>
                    </a:cubicBezTo>
                    <a:cubicBezTo>
                      <a:pt x="193" y="120"/>
                      <a:pt x="193" y="120"/>
                      <a:pt x="193" y="120"/>
                    </a:cubicBezTo>
                    <a:cubicBezTo>
                      <a:pt x="193" y="121"/>
                      <a:pt x="193" y="121"/>
                      <a:pt x="193" y="121"/>
                    </a:cubicBezTo>
                    <a:cubicBezTo>
                      <a:pt x="193" y="121"/>
                      <a:pt x="193" y="121"/>
                      <a:pt x="193" y="121"/>
                    </a:cubicBezTo>
                    <a:cubicBezTo>
                      <a:pt x="193" y="122"/>
                      <a:pt x="193" y="122"/>
                      <a:pt x="193" y="122"/>
                    </a:cubicBezTo>
                    <a:cubicBezTo>
                      <a:pt x="193" y="122"/>
                      <a:pt x="193" y="122"/>
                      <a:pt x="193" y="122"/>
                    </a:cubicBezTo>
                    <a:cubicBezTo>
                      <a:pt x="193" y="125"/>
                      <a:pt x="193" y="125"/>
                      <a:pt x="193" y="125"/>
                    </a:cubicBezTo>
                    <a:cubicBezTo>
                      <a:pt x="193" y="125"/>
                      <a:pt x="193" y="125"/>
                      <a:pt x="193" y="125"/>
                    </a:cubicBezTo>
                    <a:cubicBezTo>
                      <a:pt x="194" y="130"/>
                      <a:pt x="194" y="130"/>
                      <a:pt x="194" y="130"/>
                    </a:cubicBezTo>
                    <a:cubicBezTo>
                      <a:pt x="195" y="133"/>
                      <a:pt x="195" y="133"/>
                      <a:pt x="195" y="133"/>
                    </a:cubicBezTo>
                    <a:cubicBezTo>
                      <a:pt x="196" y="134"/>
                      <a:pt x="196" y="134"/>
                      <a:pt x="196" y="134"/>
                    </a:cubicBezTo>
                    <a:cubicBezTo>
                      <a:pt x="196" y="135"/>
                      <a:pt x="196" y="135"/>
                      <a:pt x="196" y="135"/>
                    </a:cubicBezTo>
                    <a:cubicBezTo>
                      <a:pt x="196" y="136"/>
                      <a:pt x="196" y="136"/>
                      <a:pt x="196" y="136"/>
                    </a:cubicBezTo>
                    <a:cubicBezTo>
                      <a:pt x="196" y="137"/>
                      <a:pt x="196" y="137"/>
                      <a:pt x="196" y="137"/>
                    </a:cubicBezTo>
                    <a:cubicBezTo>
                      <a:pt x="195" y="137"/>
                      <a:pt x="195" y="137"/>
                      <a:pt x="195" y="137"/>
                    </a:cubicBezTo>
                    <a:cubicBezTo>
                      <a:pt x="195" y="138"/>
                      <a:pt x="195" y="138"/>
                      <a:pt x="195" y="138"/>
                    </a:cubicBezTo>
                    <a:cubicBezTo>
                      <a:pt x="194" y="138"/>
                      <a:pt x="194" y="138"/>
                      <a:pt x="194" y="138"/>
                    </a:cubicBezTo>
                    <a:cubicBezTo>
                      <a:pt x="194" y="138"/>
                      <a:pt x="194" y="138"/>
                      <a:pt x="194" y="138"/>
                    </a:cubicBezTo>
                    <a:cubicBezTo>
                      <a:pt x="193" y="138"/>
                      <a:pt x="193" y="138"/>
                      <a:pt x="193" y="138"/>
                    </a:cubicBezTo>
                    <a:cubicBezTo>
                      <a:pt x="193" y="138"/>
                      <a:pt x="193" y="138"/>
                      <a:pt x="193" y="138"/>
                    </a:cubicBezTo>
                    <a:cubicBezTo>
                      <a:pt x="192" y="138"/>
                      <a:pt x="192" y="138"/>
                      <a:pt x="192" y="138"/>
                    </a:cubicBezTo>
                    <a:cubicBezTo>
                      <a:pt x="192" y="138"/>
                      <a:pt x="192" y="138"/>
                      <a:pt x="192" y="138"/>
                    </a:cubicBezTo>
                    <a:cubicBezTo>
                      <a:pt x="188" y="127"/>
                      <a:pt x="188" y="127"/>
                      <a:pt x="188" y="127"/>
                    </a:cubicBezTo>
                    <a:cubicBezTo>
                      <a:pt x="186" y="122"/>
                      <a:pt x="186" y="122"/>
                      <a:pt x="186" y="122"/>
                    </a:cubicBezTo>
                    <a:cubicBezTo>
                      <a:pt x="184" y="118"/>
                      <a:pt x="184" y="118"/>
                      <a:pt x="184" y="118"/>
                    </a:cubicBezTo>
                    <a:cubicBezTo>
                      <a:pt x="181" y="115"/>
                      <a:pt x="181" y="115"/>
                      <a:pt x="181" y="115"/>
                    </a:cubicBezTo>
                    <a:cubicBezTo>
                      <a:pt x="180" y="115"/>
                      <a:pt x="180" y="115"/>
                      <a:pt x="180" y="115"/>
                    </a:cubicBezTo>
                    <a:cubicBezTo>
                      <a:pt x="180" y="114"/>
                      <a:pt x="180" y="114"/>
                      <a:pt x="180" y="114"/>
                    </a:cubicBezTo>
                    <a:cubicBezTo>
                      <a:pt x="179" y="114"/>
                      <a:pt x="179" y="114"/>
                      <a:pt x="179" y="114"/>
                    </a:cubicBezTo>
                    <a:cubicBezTo>
                      <a:pt x="179" y="114"/>
                      <a:pt x="179" y="114"/>
                      <a:pt x="179" y="114"/>
                    </a:cubicBezTo>
                    <a:cubicBezTo>
                      <a:pt x="178" y="112"/>
                      <a:pt x="178" y="112"/>
                      <a:pt x="178" y="112"/>
                    </a:cubicBezTo>
                    <a:cubicBezTo>
                      <a:pt x="177" y="112"/>
                      <a:pt x="177" y="112"/>
                      <a:pt x="177" y="112"/>
                    </a:cubicBezTo>
                    <a:cubicBezTo>
                      <a:pt x="176" y="108"/>
                      <a:pt x="176" y="108"/>
                      <a:pt x="176" y="108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75" y="87"/>
                      <a:pt x="175" y="87"/>
                      <a:pt x="175" y="87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4"/>
                      <a:pt x="174" y="84"/>
                      <a:pt x="174" y="84"/>
                    </a:cubicBezTo>
                    <a:cubicBezTo>
                      <a:pt x="172" y="73"/>
                      <a:pt x="172" y="73"/>
                      <a:pt x="172" y="73"/>
                    </a:cubicBezTo>
                    <a:cubicBezTo>
                      <a:pt x="172" y="73"/>
                      <a:pt x="172" y="73"/>
                      <a:pt x="172" y="73"/>
                    </a:cubicBezTo>
                    <a:cubicBezTo>
                      <a:pt x="172" y="73"/>
                      <a:pt x="172" y="73"/>
                      <a:pt x="172" y="73"/>
                    </a:cubicBezTo>
                    <a:cubicBezTo>
                      <a:pt x="172" y="73"/>
                      <a:pt x="172" y="73"/>
                      <a:pt x="172" y="73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6" y="70"/>
                      <a:pt x="176" y="70"/>
                      <a:pt x="176" y="70"/>
                    </a:cubicBezTo>
                    <a:cubicBezTo>
                      <a:pt x="179" y="67"/>
                      <a:pt x="179" y="67"/>
                      <a:pt x="179" y="67"/>
                    </a:cubicBezTo>
                    <a:cubicBezTo>
                      <a:pt x="179" y="67"/>
                      <a:pt x="179" y="67"/>
                      <a:pt x="179" y="67"/>
                    </a:cubicBezTo>
                    <a:cubicBezTo>
                      <a:pt x="179" y="66"/>
                      <a:pt x="179" y="66"/>
                      <a:pt x="179" y="66"/>
                    </a:cubicBezTo>
                    <a:cubicBezTo>
                      <a:pt x="179" y="65"/>
                      <a:pt x="179" y="65"/>
                      <a:pt x="179" y="65"/>
                    </a:cubicBezTo>
                    <a:cubicBezTo>
                      <a:pt x="179" y="63"/>
                      <a:pt x="179" y="63"/>
                      <a:pt x="179" y="63"/>
                    </a:cubicBezTo>
                    <a:cubicBezTo>
                      <a:pt x="180" y="59"/>
                      <a:pt x="180" y="59"/>
                      <a:pt x="180" y="59"/>
                    </a:cubicBezTo>
                    <a:cubicBezTo>
                      <a:pt x="180" y="59"/>
                      <a:pt x="180" y="59"/>
                      <a:pt x="180" y="59"/>
                    </a:cubicBezTo>
                    <a:cubicBezTo>
                      <a:pt x="180" y="58"/>
                      <a:pt x="180" y="58"/>
                      <a:pt x="180" y="58"/>
                    </a:cubicBezTo>
                    <a:cubicBezTo>
                      <a:pt x="180" y="58"/>
                      <a:pt x="180" y="58"/>
                      <a:pt x="180" y="58"/>
                    </a:cubicBezTo>
                    <a:cubicBezTo>
                      <a:pt x="181" y="57"/>
                      <a:pt x="181" y="57"/>
                      <a:pt x="181" y="57"/>
                    </a:cubicBezTo>
                    <a:cubicBezTo>
                      <a:pt x="181" y="57"/>
                      <a:pt x="181" y="57"/>
                      <a:pt x="181" y="57"/>
                    </a:cubicBezTo>
                    <a:cubicBezTo>
                      <a:pt x="182" y="56"/>
                      <a:pt x="182" y="56"/>
                      <a:pt x="182" y="56"/>
                    </a:cubicBezTo>
                    <a:cubicBezTo>
                      <a:pt x="182" y="56"/>
                      <a:pt x="182" y="56"/>
                      <a:pt x="182" y="56"/>
                    </a:cubicBezTo>
                    <a:cubicBezTo>
                      <a:pt x="182" y="55"/>
                      <a:pt x="182" y="55"/>
                      <a:pt x="182" y="55"/>
                    </a:cubicBezTo>
                    <a:cubicBezTo>
                      <a:pt x="182" y="55"/>
                      <a:pt x="182" y="55"/>
                      <a:pt x="182" y="55"/>
                    </a:cubicBezTo>
                    <a:cubicBezTo>
                      <a:pt x="179" y="49"/>
                      <a:pt x="179" y="49"/>
                      <a:pt x="179" y="49"/>
                    </a:cubicBezTo>
                    <a:cubicBezTo>
                      <a:pt x="178" y="48"/>
                      <a:pt x="178" y="48"/>
                      <a:pt x="178" y="48"/>
                    </a:cubicBezTo>
                    <a:cubicBezTo>
                      <a:pt x="177" y="47"/>
                      <a:pt x="177" y="47"/>
                      <a:pt x="177" y="47"/>
                    </a:cubicBezTo>
                    <a:cubicBezTo>
                      <a:pt x="177" y="47"/>
                      <a:pt x="177" y="47"/>
                      <a:pt x="177" y="47"/>
                    </a:cubicBezTo>
                    <a:cubicBezTo>
                      <a:pt x="176" y="47"/>
                      <a:pt x="176" y="47"/>
                      <a:pt x="176" y="47"/>
                    </a:cubicBezTo>
                    <a:cubicBezTo>
                      <a:pt x="176" y="46"/>
                      <a:pt x="176" y="46"/>
                      <a:pt x="176" y="46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2" y="42"/>
                      <a:pt x="172" y="42"/>
                      <a:pt x="172" y="42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1" y="30"/>
                      <a:pt x="171" y="30"/>
                      <a:pt x="171" y="30"/>
                    </a:cubicBezTo>
                    <a:cubicBezTo>
                      <a:pt x="171" y="30"/>
                      <a:pt x="171" y="30"/>
                      <a:pt x="171" y="30"/>
                    </a:cubicBezTo>
                    <a:cubicBezTo>
                      <a:pt x="171" y="30"/>
                      <a:pt x="171" y="30"/>
                      <a:pt x="171" y="30"/>
                    </a:cubicBezTo>
                    <a:cubicBezTo>
                      <a:pt x="173" y="27"/>
                      <a:pt x="173" y="27"/>
                      <a:pt x="173" y="27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1"/>
                      <a:pt x="166" y="21"/>
                      <a:pt x="166" y="21"/>
                    </a:cubicBezTo>
                    <a:cubicBezTo>
                      <a:pt x="166" y="21"/>
                      <a:pt x="166" y="21"/>
                      <a:pt x="166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3" y="21"/>
                      <a:pt x="153" y="21"/>
                      <a:pt x="153" y="21"/>
                    </a:cubicBezTo>
                    <a:cubicBezTo>
                      <a:pt x="153" y="21"/>
                      <a:pt x="153" y="21"/>
                      <a:pt x="153" y="21"/>
                    </a:cubicBezTo>
                    <a:cubicBezTo>
                      <a:pt x="153" y="21"/>
                      <a:pt x="153" y="21"/>
                      <a:pt x="153" y="21"/>
                    </a:cubicBezTo>
                    <a:cubicBezTo>
                      <a:pt x="153" y="22"/>
                      <a:pt x="153" y="22"/>
                      <a:pt x="153" y="22"/>
                    </a:cubicBezTo>
                    <a:cubicBezTo>
                      <a:pt x="153" y="22"/>
                      <a:pt x="153" y="22"/>
                      <a:pt x="153" y="22"/>
                    </a:cubicBezTo>
                    <a:cubicBezTo>
                      <a:pt x="153" y="23"/>
                      <a:pt x="153" y="23"/>
                      <a:pt x="153" y="23"/>
                    </a:cubicBezTo>
                    <a:cubicBezTo>
                      <a:pt x="153" y="23"/>
                      <a:pt x="153" y="23"/>
                      <a:pt x="153" y="23"/>
                    </a:cubicBezTo>
                    <a:cubicBezTo>
                      <a:pt x="144" y="23"/>
                      <a:pt x="144" y="23"/>
                      <a:pt x="144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37" y="22"/>
                      <a:pt x="137" y="22"/>
                      <a:pt x="137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4" y="21"/>
                      <a:pt x="134" y="21"/>
                      <a:pt x="134" y="21"/>
                    </a:cubicBezTo>
                    <a:cubicBezTo>
                      <a:pt x="133" y="21"/>
                      <a:pt x="133" y="21"/>
                      <a:pt x="133" y="21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0" y="19"/>
                      <a:pt x="130" y="19"/>
                      <a:pt x="130" y="19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26" y="15"/>
                      <a:pt x="126" y="15"/>
                      <a:pt x="126" y="15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05" y="6"/>
                      <a:pt x="105" y="6"/>
                      <a:pt x="105" y="6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4" y="63"/>
                      <a:pt x="34" y="63"/>
                      <a:pt x="34" y="63"/>
                    </a:cubicBezTo>
                    <a:cubicBezTo>
                      <a:pt x="40" y="66"/>
                      <a:pt x="40" y="66"/>
                      <a:pt x="40" y="66"/>
                    </a:cubicBezTo>
                    <a:cubicBezTo>
                      <a:pt x="40" y="66"/>
                      <a:pt x="40" y="66"/>
                      <a:pt x="40" y="66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1" y="67"/>
                      <a:pt x="41" y="67"/>
                      <a:pt x="41" y="67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3" y="84"/>
                      <a:pt x="53" y="84"/>
                      <a:pt x="53" y="84"/>
                    </a:cubicBezTo>
                    <a:cubicBezTo>
                      <a:pt x="53" y="84"/>
                      <a:pt x="53" y="84"/>
                      <a:pt x="53" y="84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9" y="95"/>
                      <a:pt x="59" y="95"/>
                      <a:pt x="59" y="95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62" y="98"/>
                      <a:pt x="62" y="98"/>
                      <a:pt x="62" y="98"/>
                    </a:cubicBezTo>
                    <a:cubicBezTo>
                      <a:pt x="63" y="98"/>
                      <a:pt x="63" y="98"/>
                      <a:pt x="63" y="98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2" y="105"/>
                      <a:pt x="72" y="105"/>
                      <a:pt x="72" y="105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3" y="106"/>
                      <a:pt x="73" y="106"/>
                      <a:pt x="73" y="106"/>
                    </a:cubicBezTo>
                    <a:cubicBezTo>
                      <a:pt x="74" y="106"/>
                      <a:pt x="74" y="106"/>
                      <a:pt x="74" y="106"/>
                    </a:cubicBezTo>
                    <a:cubicBezTo>
                      <a:pt x="75" y="106"/>
                      <a:pt x="75" y="106"/>
                      <a:pt x="75" y="106"/>
                    </a:cubicBezTo>
                    <a:cubicBezTo>
                      <a:pt x="75" y="106"/>
                      <a:pt x="75" y="106"/>
                      <a:pt x="75" y="106"/>
                    </a:cubicBezTo>
                    <a:cubicBezTo>
                      <a:pt x="77" y="105"/>
                      <a:pt x="77" y="105"/>
                      <a:pt x="77" y="105"/>
                    </a:cubicBezTo>
                    <a:cubicBezTo>
                      <a:pt x="78" y="105"/>
                      <a:pt x="78" y="105"/>
                      <a:pt x="78" y="105"/>
                    </a:cubicBezTo>
                    <a:cubicBezTo>
                      <a:pt x="79" y="105"/>
                      <a:pt x="79" y="105"/>
                      <a:pt x="79" y="105"/>
                    </a:cubicBezTo>
                    <a:cubicBezTo>
                      <a:pt x="79" y="104"/>
                      <a:pt x="79" y="104"/>
                      <a:pt x="79" y="104"/>
                    </a:cubicBezTo>
                    <a:cubicBezTo>
                      <a:pt x="80" y="104"/>
                      <a:pt x="80" y="104"/>
                      <a:pt x="80" y="104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82" y="103"/>
                      <a:pt x="82" y="103"/>
                      <a:pt x="82" y="103"/>
                    </a:cubicBezTo>
                    <a:cubicBezTo>
                      <a:pt x="82" y="103"/>
                      <a:pt x="82" y="103"/>
                      <a:pt x="82" y="103"/>
                    </a:cubicBezTo>
                    <a:cubicBezTo>
                      <a:pt x="85" y="102"/>
                      <a:pt x="85" y="102"/>
                      <a:pt x="85" y="102"/>
                    </a:cubicBezTo>
                    <a:cubicBezTo>
                      <a:pt x="86" y="102"/>
                      <a:pt x="86" y="102"/>
                      <a:pt x="86" y="102"/>
                    </a:cubicBezTo>
                    <a:cubicBezTo>
                      <a:pt x="87" y="101"/>
                      <a:pt x="87" y="101"/>
                      <a:pt x="87" y="101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89" y="101"/>
                      <a:pt x="89" y="101"/>
                      <a:pt x="89" y="101"/>
                    </a:cubicBezTo>
                    <a:cubicBezTo>
                      <a:pt x="89" y="101"/>
                      <a:pt x="89" y="101"/>
                      <a:pt x="89" y="101"/>
                    </a:cubicBezTo>
                    <a:cubicBezTo>
                      <a:pt x="90" y="102"/>
                      <a:pt x="90" y="102"/>
                      <a:pt x="90" y="102"/>
                    </a:cubicBezTo>
                    <a:cubicBezTo>
                      <a:pt x="90" y="102"/>
                      <a:pt x="90" y="102"/>
                      <a:pt x="90" y="102"/>
                    </a:cubicBezTo>
                    <a:cubicBezTo>
                      <a:pt x="91" y="103"/>
                      <a:pt x="91" y="103"/>
                      <a:pt x="91" y="103"/>
                    </a:cubicBezTo>
                    <a:cubicBezTo>
                      <a:pt x="91" y="104"/>
                      <a:pt x="91" y="104"/>
                      <a:pt x="91" y="104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1" y="106"/>
                      <a:pt x="91" y="106"/>
                      <a:pt x="91" y="106"/>
                    </a:cubicBezTo>
                    <a:cubicBezTo>
                      <a:pt x="92" y="106"/>
                      <a:pt x="92" y="106"/>
                      <a:pt x="92" y="106"/>
                    </a:cubicBezTo>
                    <a:cubicBezTo>
                      <a:pt x="94" y="107"/>
                      <a:pt x="94" y="107"/>
                      <a:pt x="94" y="107"/>
                    </a:cubicBezTo>
                    <a:cubicBezTo>
                      <a:pt x="95" y="108"/>
                      <a:pt x="95" y="108"/>
                      <a:pt x="95" y="108"/>
                    </a:cubicBezTo>
                    <a:cubicBezTo>
                      <a:pt x="99" y="105"/>
                      <a:pt x="99" y="105"/>
                      <a:pt x="99" y="105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4" y="105"/>
                      <a:pt x="104" y="105"/>
                      <a:pt x="104" y="105"/>
                    </a:cubicBezTo>
                    <a:cubicBezTo>
                      <a:pt x="105" y="106"/>
                      <a:pt x="105" y="106"/>
                      <a:pt x="105" y="106"/>
                    </a:cubicBezTo>
                    <a:cubicBezTo>
                      <a:pt x="106" y="106"/>
                      <a:pt x="106" y="106"/>
                      <a:pt x="106" y="106"/>
                    </a:cubicBezTo>
                    <a:cubicBezTo>
                      <a:pt x="106" y="106"/>
                      <a:pt x="106" y="106"/>
                      <a:pt x="106" y="106"/>
                    </a:cubicBezTo>
                    <a:cubicBezTo>
                      <a:pt x="107" y="106"/>
                      <a:pt x="107" y="106"/>
                      <a:pt x="107" y="106"/>
                    </a:cubicBezTo>
                    <a:cubicBezTo>
                      <a:pt x="107" y="107"/>
                      <a:pt x="107" y="107"/>
                      <a:pt x="107" y="107"/>
                    </a:cubicBezTo>
                    <a:cubicBezTo>
                      <a:pt x="110" y="107"/>
                      <a:pt x="110" y="107"/>
                      <a:pt x="110" y="107"/>
                    </a:cubicBezTo>
                    <a:cubicBezTo>
                      <a:pt x="110" y="106"/>
                      <a:pt x="110" y="106"/>
                      <a:pt x="110" y="106"/>
                    </a:cubicBezTo>
                    <a:cubicBezTo>
                      <a:pt x="117" y="104"/>
                      <a:pt x="117" y="104"/>
                      <a:pt x="117" y="104"/>
                    </a:cubicBezTo>
                    <a:cubicBezTo>
                      <a:pt x="123" y="102"/>
                      <a:pt x="123" y="102"/>
                      <a:pt x="123" y="102"/>
                    </a:cubicBezTo>
                    <a:cubicBezTo>
                      <a:pt x="123" y="102"/>
                      <a:pt x="123" y="102"/>
                      <a:pt x="123" y="102"/>
                    </a:cubicBezTo>
                    <a:cubicBezTo>
                      <a:pt x="128" y="102"/>
                      <a:pt x="128" y="102"/>
                      <a:pt x="128" y="102"/>
                    </a:cubicBezTo>
                    <a:cubicBezTo>
                      <a:pt x="134" y="103"/>
                      <a:pt x="134" y="103"/>
                      <a:pt x="134" y="103"/>
                    </a:cubicBezTo>
                    <a:cubicBezTo>
                      <a:pt x="135" y="103"/>
                      <a:pt x="135" y="103"/>
                      <a:pt x="135" y="103"/>
                    </a:cubicBezTo>
                    <a:cubicBezTo>
                      <a:pt x="136" y="104"/>
                      <a:pt x="136" y="104"/>
                      <a:pt x="136" y="104"/>
                    </a:cubicBezTo>
                    <a:cubicBezTo>
                      <a:pt x="136" y="104"/>
                      <a:pt x="136" y="104"/>
                      <a:pt x="136" y="104"/>
                    </a:cubicBezTo>
                    <a:cubicBezTo>
                      <a:pt x="141" y="104"/>
                      <a:pt x="141" y="104"/>
                      <a:pt x="141" y="104"/>
                    </a:cubicBezTo>
                    <a:cubicBezTo>
                      <a:pt x="142" y="104"/>
                      <a:pt x="142" y="104"/>
                      <a:pt x="142" y="104"/>
                    </a:cubicBezTo>
                    <a:cubicBezTo>
                      <a:pt x="147" y="104"/>
                      <a:pt x="147" y="104"/>
                      <a:pt x="147" y="104"/>
                    </a:cubicBezTo>
                    <a:cubicBezTo>
                      <a:pt x="147" y="104"/>
                      <a:pt x="147" y="104"/>
                      <a:pt x="147" y="104"/>
                    </a:cubicBezTo>
                    <a:cubicBezTo>
                      <a:pt x="154" y="100"/>
                      <a:pt x="154" y="100"/>
                      <a:pt x="154" y="100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3" y="96"/>
                      <a:pt x="163" y="96"/>
                      <a:pt x="163" y="96"/>
                    </a:cubicBezTo>
                    <a:cubicBezTo>
                      <a:pt x="163" y="96"/>
                      <a:pt x="163" y="96"/>
                      <a:pt x="163" y="96"/>
                    </a:cubicBezTo>
                    <a:cubicBezTo>
                      <a:pt x="163" y="97"/>
                      <a:pt x="163" y="97"/>
                      <a:pt x="163" y="97"/>
                    </a:cubicBezTo>
                    <a:cubicBezTo>
                      <a:pt x="164" y="100"/>
                      <a:pt x="164" y="100"/>
                      <a:pt x="164" y="100"/>
                    </a:cubicBezTo>
                    <a:cubicBezTo>
                      <a:pt x="164" y="100"/>
                      <a:pt x="164" y="100"/>
                      <a:pt x="164" y="100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58" y="103"/>
                      <a:pt x="158" y="103"/>
                      <a:pt x="158" y="103"/>
                    </a:cubicBezTo>
                    <a:cubicBezTo>
                      <a:pt x="156" y="104"/>
                      <a:pt x="156" y="104"/>
                      <a:pt x="156" y="104"/>
                    </a:cubicBezTo>
                    <a:cubicBezTo>
                      <a:pt x="156" y="104"/>
                      <a:pt x="156" y="104"/>
                      <a:pt x="156" y="104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6" y="106"/>
                      <a:pt x="156" y="106"/>
                      <a:pt x="156" y="106"/>
                    </a:cubicBezTo>
                    <a:cubicBezTo>
                      <a:pt x="157" y="107"/>
                      <a:pt x="157" y="107"/>
                      <a:pt x="157" y="107"/>
                    </a:cubicBezTo>
                    <a:cubicBezTo>
                      <a:pt x="157" y="107"/>
                      <a:pt x="157" y="107"/>
                      <a:pt x="157" y="107"/>
                    </a:cubicBezTo>
                    <a:cubicBezTo>
                      <a:pt x="157" y="107"/>
                      <a:pt x="157" y="107"/>
                      <a:pt x="157" y="107"/>
                    </a:cubicBezTo>
                    <a:cubicBezTo>
                      <a:pt x="158" y="107"/>
                      <a:pt x="158" y="107"/>
                      <a:pt x="158" y="107"/>
                    </a:cubicBezTo>
                    <a:cubicBezTo>
                      <a:pt x="163" y="106"/>
                      <a:pt x="163" y="106"/>
                      <a:pt x="163" y="106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4" y="103"/>
                      <a:pt x="164" y="103"/>
                      <a:pt x="164" y="103"/>
                    </a:cubicBezTo>
                    <a:cubicBezTo>
                      <a:pt x="165" y="104"/>
                      <a:pt x="165" y="104"/>
                      <a:pt x="165" y="104"/>
                    </a:cubicBezTo>
                    <a:cubicBezTo>
                      <a:pt x="164" y="109"/>
                      <a:pt x="164" y="109"/>
                      <a:pt x="164" y="109"/>
                    </a:cubicBezTo>
                    <a:cubicBezTo>
                      <a:pt x="162" y="112"/>
                      <a:pt x="162" y="112"/>
                      <a:pt x="162" y="112"/>
                    </a:cubicBezTo>
                    <a:cubicBezTo>
                      <a:pt x="159" y="114"/>
                      <a:pt x="159" y="114"/>
                      <a:pt x="159" y="114"/>
                    </a:cubicBezTo>
                    <a:cubicBezTo>
                      <a:pt x="158" y="114"/>
                      <a:pt x="158" y="114"/>
                      <a:pt x="158" y="114"/>
                    </a:cubicBezTo>
                    <a:cubicBezTo>
                      <a:pt x="155" y="117"/>
                      <a:pt x="155" y="117"/>
                      <a:pt x="155" y="117"/>
                    </a:cubicBezTo>
                    <a:cubicBezTo>
                      <a:pt x="156" y="118"/>
                      <a:pt x="156" y="118"/>
                      <a:pt x="156" y="118"/>
                    </a:cubicBezTo>
                    <a:cubicBezTo>
                      <a:pt x="157" y="120"/>
                      <a:pt x="157" y="120"/>
                      <a:pt x="157" y="120"/>
                    </a:cubicBezTo>
                    <a:cubicBezTo>
                      <a:pt x="157" y="121"/>
                      <a:pt x="157" y="121"/>
                      <a:pt x="157" y="121"/>
                    </a:cubicBezTo>
                    <a:cubicBezTo>
                      <a:pt x="157" y="121"/>
                      <a:pt x="157" y="121"/>
                      <a:pt x="157" y="121"/>
                    </a:cubicBezTo>
                    <a:cubicBezTo>
                      <a:pt x="157" y="123"/>
                      <a:pt x="157" y="123"/>
                      <a:pt x="157" y="123"/>
                    </a:cubicBezTo>
                    <a:cubicBezTo>
                      <a:pt x="157" y="127"/>
                      <a:pt x="157" y="127"/>
                      <a:pt x="157" y="127"/>
                    </a:cubicBezTo>
                    <a:cubicBezTo>
                      <a:pt x="156" y="127"/>
                      <a:pt x="156" y="127"/>
                      <a:pt x="156" y="127"/>
                    </a:cubicBezTo>
                    <a:cubicBezTo>
                      <a:pt x="156" y="126"/>
                      <a:pt x="156" y="126"/>
                      <a:pt x="156" y="126"/>
                    </a:cubicBezTo>
                    <a:cubicBezTo>
                      <a:pt x="155" y="124"/>
                      <a:pt x="155" y="124"/>
                      <a:pt x="155" y="124"/>
                    </a:cubicBezTo>
                    <a:cubicBezTo>
                      <a:pt x="153" y="120"/>
                      <a:pt x="153" y="120"/>
                      <a:pt x="153" y="120"/>
                    </a:cubicBezTo>
                    <a:cubicBezTo>
                      <a:pt x="153" y="120"/>
                      <a:pt x="153" y="120"/>
                      <a:pt x="153" y="120"/>
                    </a:cubicBezTo>
                    <a:cubicBezTo>
                      <a:pt x="152" y="119"/>
                      <a:pt x="152" y="119"/>
                      <a:pt x="152" y="119"/>
                    </a:cubicBezTo>
                    <a:cubicBezTo>
                      <a:pt x="152" y="119"/>
                      <a:pt x="152" y="119"/>
                      <a:pt x="152" y="119"/>
                    </a:cubicBezTo>
                    <a:cubicBezTo>
                      <a:pt x="151" y="119"/>
                      <a:pt x="151" y="119"/>
                      <a:pt x="151" y="119"/>
                    </a:cubicBezTo>
                    <a:cubicBezTo>
                      <a:pt x="151" y="119"/>
                      <a:pt x="151" y="119"/>
                      <a:pt x="151" y="119"/>
                    </a:cubicBezTo>
                    <a:cubicBezTo>
                      <a:pt x="151" y="119"/>
                      <a:pt x="151" y="119"/>
                      <a:pt x="151" y="119"/>
                    </a:cubicBezTo>
                    <a:cubicBezTo>
                      <a:pt x="151" y="120"/>
                      <a:pt x="151" y="120"/>
                      <a:pt x="151" y="120"/>
                    </a:cubicBezTo>
                    <a:cubicBezTo>
                      <a:pt x="151" y="120"/>
                      <a:pt x="151" y="120"/>
                      <a:pt x="151" y="120"/>
                    </a:cubicBezTo>
                    <a:cubicBezTo>
                      <a:pt x="151" y="120"/>
                      <a:pt x="151" y="120"/>
                      <a:pt x="151" y="120"/>
                    </a:cubicBezTo>
                    <a:cubicBezTo>
                      <a:pt x="151" y="121"/>
                      <a:pt x="151" y="121"/>
                      <a:pt x="151" y="121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50" y="130"/>
                      <a:pt x="150" y="130"/>
                      <a:pt x="150" y="130"/>
                    </a:cubicBezTo>
                    <a:cubicBezTo>
                      <a:pt x="150" y="130"/>
                      <a:pt x="150" y="130"/>
                      <a:pt x="150" y="130"/>
                    </a:cubicBezTo>
                    <a:cubicBezTo>
                      <a:pt x="149" y="130"/>
                      <a:pt x="149" y="130"/>
                      <a:pt x="149" y="130"/>
                    </a:cubicBezTo>
                    <a:cubicBezTo>
                      <a:pt x="149" y="130"/>
                      <a:pt x="149" y="130"/>
                      <a:pt x="149" y="130"/>
                    </a:cubicBezTo>
                    <a:cubicBezTo>
                      <a:pt x="149" y="126"/>
                      <a:pt x="149" y="126"/>
                      <a:pt x="149" y="126"/>
                    </a:cubicBezTo>
                    <a:cubicBezTo>
                      <a:pt x="149" y="123"/>
                      <a:pt x="149" y="123"/>
                      <a:pt x="149" y="123"/>
                    </a:cubicBezTo>
                    <a:cubicBezTo>
                      <a:pt x="149" y="123"/>
                      <a:pt x="149" y="123"/>
                      <a:pt x="149" y="123"/>
                    </a:cubicBezTo>
                    <a:cubicBezTo>
                      <a:pt x="149" y="122"/>
                      <a:pt x="149" y="122"/>
                      <a:pt x="149" y="122"/>
                    </a:cubicBezTo>
                    <a:cubicBezTo>
                      <a:pt x="149" y="122"/>
                      <a:pt x="149" y="122"/>
                      <a:pt x="149" y="122"/>
                    </a:cubicBezTo>
                    <a:cubicBezTo>
                      <a:pt x="147" y="121"/>
                      <a:pt x="147" y="121"/>
                      <a:pt x="147" y="121"/>
                    </a:cubicBezTo>
                    <a:cubicBezTo>
                      <a:pt x="145" y="120"/>
                      <a:pt x="145" y="120"/>
                      <a:pt x="145" y="120"/>
                    </a:cubicBezTo>
                    <a:cubicBezTo>
                      <a:pt x="142" y="122"/>
                      <a:pt x="142" y="122"/>
                      <a:pt x="142" y="122"/>
                    </a:cubicBezTo>
                    <a:cubicBezTo>
                      <a:pt x="140" y="122"/>
                      <a:pt x="140" y="122"/>
                      <a:pt x="140" y="122"/>
                    </a:cubicBezTo>
                    <a:cubicBezTo>
                      <a:pt x="133" y="119"/>
                      <a:pt x="133" y="119"/>
                      <a:pt x="133" y="119"/>
                    </a:cubicBezTo>
                    <a:cubicBezTo>
                      <a:pt x="133" y="119"/>
                      <a:pt x="133" y="119"/>
                      <a:pt x="133" y="119"/>
                    </a:cubicBezTo>
                    <a:cubicBezTo>
                      <a:pt x="129" y="115"/>
                      <a:pt x="129" y="115"/>
                      <a:pt x="129" y="115"/>
                    </a:cubicBezTo>
                    <a:cubicBezTo>
                      <a:pt x="128" y="115"/>
                      <a:pt x="128" y="115"/>
                      <a:pt x="128" y="115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18" y="115"/>
                      <a:pt x="118" y="115"/>
                      <a:pt x="118" y="115"/>
                    </a:cubicBezTo>
                    <a:cubicBezTo>
                      <a:pt x="116" y="116"/>
                      <a:pt x="116" y="116"/>
                      <a:pt x="116" y="116"/>
                    </a:cubicBezTo>
                    <a:cubicBezTo>
                      <a:pt x="114" y="117"/>
                      <a:pt x="114" y="117"/>
                      <a:pt x="114" y="117"/>
                    </a:cubicBezTo>
                    <a:cubicBezTo>
                      <a:pt x="113" y="118"/>
                      <a:pt x="113" y="118"/>
                      <a:pt x="113" y="118"/>
                    </a:cubicBezTo>
                    <a:cubicBezTo>
                      <a:pt x="113" y="118"/>
                      <a:pt x="113" y="118"/>
                      <a:pt x="113" y="118"/>
                    </a:cubicBezTo>
                    <a:cubicBezTo>
                      <a:pt x="111" y="120"/>
                      <a:pt x="111" y="120"/>
                      <a:pt x="111" y="120"/>
                    </a:cubicBezTo>
                    <a:cubicBezTo>
                      <a:pt x="110" y="121"/>
                      <a:pt x="110" y="121"/>
                      <a:pt x="110" y="121"/>
                    </a:cubicBezTo>
                    <a:cubicBezTo>
                      <a:pt x="110" y="121"/>
                      <a:pt x="110" y="121"/>
                      <a:pt x="110" y="121"/>
                    </a:cubicBezTo>
                    <a:cubicBezTo>
                      <a:pt x="109" y="123"/>
                      <a:pt x="109" y="123"/>
                      <a:pt x="109" y="123"/>
                    </a:cubicBezTo>
                    <a:cubicBezTo>
                      <a:pt x="106" y="127"/>
                      <a:pt x="106" y="127"/>
                      <a:pt x="106" y="127"/>
                    </a:cubicBezTo>
                    <a:cubicBezTo>
                      <a:pt x="103" y="131"/>
                      <a:pt x="103" y="131"/>
                      <a:pt x="103" y="131"/>
                    </a:cubicBezTo>
                    <a:cubicBezTo>
                      <a:pt x="103" y="131"/>
                      <a:pt x="103" y="131"/>
                      <a:pt x="103" y="131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7" y="135"/>
                      <a:pt x="97" y="135"/>
                      <a:pt x="97" y="135"/>
                    </a:cubicBezTo>
                    <a:cubicBezTo>
                      <a:pt x="97" y="135"/>
                      <a:pt x="97" y="135"/>
                      <a:pt x="97" y="135"/>
                    </a:cubicBezTo>
                    <a:cubicBezTo>
                      <a:pt x="96" y="136"/>
                      <a:pt x="96" y="136"/>
                      <a:pt x="96" y="136"/>
                    </a:cubicBezTo>
                    <a:cubicBezTo>
                      <a:pt x="96" y="135"/>
                      <a:pt x="96" y="135"/>
                      <a:pt x="96" y="135"/>
                    </a:cubicBezTo>
                    <a:cubicBezTo>
                      <a:pt x="95" y="135"/>
                      <a:pt x="95" y="135"/>
                      <a:pt x="95" y="135"/>
                    </a:cubicBezTo>
                    <a:cubicBezTo>
                      <a:pt x="93" y="134"/>
                      <a:pt x="93" y="134"/>
                      <a:pt x="93" y="134"/>
                    </a:cubicBezTo>
                    <a:cubicBezTo>
                      <a:pt x="93" y="134"/>
                      <a:pt x="93" y="134"/>
                      <a:pt x="93" y="134"/>
                    </a:cubicBezTo>
                    <a:cubicBezTo>
                      <a:pt x="92" y="133"/>
                      <a:pt x="92" y="133"/>
                      <a:pt x="92" y="133"/>
                    </a:cubicBezTo>
                    <a:cubicBezTo>
                      <a:pt x="92" y="133"/>
                      <a:pt x="92" y="133"/>
                      <a:pt x="92" y="133"/>
                    </a:cubicBezTo>
                    <a:cubicBezTo>
                      <a:pt x="92" y="132"/>
                      <a:pt x="92" y="132"/>
                      <a:pt x="92" y="132"/>
                    </a:cubicBezTo>
                    <a:cubicBezTo>
                      <a:pt x="91" y="131"/>
                      <a:pt x="91" y="131"/>
                      <a:pt x="91" y="131"/>
                    </a:cubicBezTo>
                    <a:cubicBezTo>
                      <a:pt x="89" y="130"/>
                      <a:pt x="89" y="130"/>
                      <a:pt x="89" y="130"/>
                    </a:cubicBezTo>
                    <a:cubicBezTo>
                      <a:pt x="88" y="130"/>
                      <a:pt x="88" y="130"/>
                      <a:pt x="88" y="130"/>
                    </a:cubicBezTo>
                    <a:cubicBezTo>
                      <a:pt x="88" y="130"/>
                      <a:pt x="88" y="130"/>
                      <a:pt x="88" y="130"/>
                    </a:cubicBezTo>
                    <a:cubicBezTo>
                      <a:pt x="85" y="129"/>
                      <a:pt x="85" y="129"/>
                      <a:pt x="85" y="129"/>
                    </a:cubicBezTo>
                    <a:cubicBezTo>
                      <a:pt x="85" y="129"/>
                      <a:pt x="85" y="129"/>
                      <a:pt x="85" y="129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69" y="128"/>
                      <a:pt x="69" y="128"/>
                      <a:pt x="69" y="128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8"/>
                      <a:pt x="67" y="128"/>
                      <a:pt x="67" y="128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2" y="144"/>
                      <a:pt x="62" y="144"/>
                      <a:pt x="62" y="144"/>
                    </a:cubicBezTo>
                    <a:cubicBezTo>
                      <a:pt x="62" y="144"/>
                      <a:pt x="62" y="144"/>
                      <a:pt x="62" y="144"/>
                    </a:cubicBezTo>
                    <a:cubicBezTo>
                      <a:pt x="67" y="142"/>
                      <a:pt x="67" y="142"/>
                      <a:pt x="67" y="142"/>
                    </a:cubicBezTo>
                    <a:cubicBezTo>
                      <a:pt x="67" y="142"/>
                      <a:pt x="67" y="142"/>
                      <a:pt x="67" y="142"/>
                    </a:cubicBezTo>
                    <a:cubicBezTo>
                      <a:pt x="70" y="142"/>
                      <a:pt x="70" y="142"/>
                      <a:pt x="70" y="142"/>
                    </a:cubicBezTo>
                    <a:cubicBezTo>
                      <a:pt x="71" y="142"/>
                      <a:pt x="71" y="142"/>
                      <a:pt x="71" y="142"/>
                    </a:cubicBezTo>
                    <a:cubicBezTo>
                      <a:pt x="72" y="142"/>
                      <a:pt x="72" y="142"/>
                      <a:pt x="72" y="142"/>
                    </a:cubicBezTo>
                    <a:cubicBezTo>
                      <a:pt x="74" y="143"/>
                      <a:pt x="74" y="143"/>
                      <a:pt x="74" y="143"/>
                    </a:cubicBezTo>
                    <a:cubicBezTo>
                      <a:pt x="81" y="147"/>
                      <a:pt x="81" y="147"/>
                      <a:pt x="81" y="147"/>
                    </a:cubicBezTo>
                    <a:cubicBezTo>
                      <a:pt x="82" y="148"/>
                      <a:pt x="82" y="148"/>
                      <a:pt x="82" y="148"/>
                    </a:cubicBezTo>
                    <a:cubicBezTo>
                      <a:pt x="87" y="151"/>
                      <a:pt x="87" y="151"/>
                      <a:pt x="87" y="151"/>
                    </a:cubicBezTo>
                    <a:cubicBezTo>
                      <a:pt x="87" y="152"/>
                      <a:pt x="87" y="152"/>
                      <a:pt x="87" y="152"/>
                    </a:cubicBezTo>
                    <a:cubicBezTo>
                      <a:pt x="89" y="156"/>
                      <a:pt x="89" y="156"/>
                      <a:pt x="89" y="156"/>
                    </a:cubicBezTo>
                    <a:cubicBezTo>
                      <a:pt x="90" y="158"/>
                      <a:pt x="90" y="158"/>
                      <a:pt x="90" y="158"/>
                    </a:cubicBezTo>
                    <a:cubicBezTo>
                      <a:pt x="89" y="159"/>
                      <a:pt x="89" y="159"/>
                      <a:pt x="89" y="159"/>
                    </a:cubicBezTo>
                    <a:cubicBezTo>
                      <a:pt x="90" y="159"/>
                      <a:pt x="90" y="159"/>
                      <a:pt x="90" y="159"/>
                    </a:cubicBezTo>
                    <a:cubicBezTo>
                      <a:pt x="93" y="163"/>
                      <a:pt x="93" y="163"/>
                      <a:pt x="93" y="163"/>
                    </a:cubicBezTo>
                    <a:cubicBezTo>
                      <a:pt x="93" y="163"/>
                      <a:pt x="93" y="163"/>
                      <a:pt x="93" y="163"/>
                    </a:cubicBezTo>
                    <a:cubicBezTo>
                      <a:pt x="93" y="163"/>
                      <a:pt x="93" y="163"/>
                      <a:pt x="93" y="163"/>
                    </a:cubicBezTo>
                    <a:cubicBezTo>
                      <a:pt x="95" y="164"/>
                      <a:pt x="95" y="164"/>
                      <a:pt x="95" y="164"/>
                    </a:cubicBezTo>
                    <a:cubicBezTo>
                      <a:pt x="96" y="165"/>
                      <a:pt x="96" y="165"/>
                      <a:pt x="96" y="165"/>
                    </a:cubicBezTo>
                    <a:cubicBezTo>
                      <a:pt x="96" y="165"/>
                      <a:pt x="96" y="165"/>
                      <a:pt x="96" y="165"/>
                    </a:cubicBezTo>
                    <a:cubicBezTo>
                      <a:pt x="96" y="164"/>
                      <a:pt x="96" y="164"/>
                      <a:pt x="96" y="164"/>
                    </a:cubicBezTo>
                    <a:cubicBezTo>
                      <a:pt x="97" y="164"/>
                      <a:pt x="97" y="164"/>
                      <a:pt x="97" y="164"/>
                    </a:cubicBezTo>
                    <a:cubicBezTo>
                      <a:pt x="97" y="164"/>
                      <a:pt x="97" y="164"/>
                      <a:pt x="97" y="164"/>
                    </a:cubicBezTo>
                    <a:cubicBezTo>
                      <a:pt x="97" y="163"/>
                      <a:pt x="97" y="163"/>
                      <a:pt x="97" y="163"/>
                    </a:cubicBezTo>
                    <a:cubicBezTo>
                      <a:pt x="97" y="162"/>
                      <a:pt x="97" y="162"/>
                      <a:pt x="97" y="162"/>
                    </a:cubicBezTo>
                    <a:cubicBezTo>
                      <a:pt x="97" y="161"/>
                      <a:pt x="97" y="161"/>
                      <a:pt x="97" y="161"/>
                    </a:cubicBezTo>
                    <a:cubicBezTo>
                      <a:pt x="97" y="161"/>
                      <a:pt x="97" y="161"/>
                      <a:pt x="97" y="161"/>
                    </a:cubicBezTo>
                    <a:cubicBezTo>
                      <a:pt x="97" y="161"/>
                      <a:pt x="97" y="161"/>
                      <a:pt x="97" y="161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00" y="160"/>
                      <a:pt x="100" y="160"/>
                      <a:pt x="100" y="160"/>
                    </a:cubicBezTo>
                    <a:cubicBezTo>
                      <a:pt x="100" y="161"/>
                      <a:pt x="100" y="161"/>
                      <a:pt x="100" y="161"/>
                    </a:cubicBezTo>
                    <a:cubicBezTo>
                      <a:pt x="101" y="161"/>
                      <a:pt x="101" y="161"/>
                      <a:pt x="101" y="161"/>
                    </a:cubicBezTo>
                    <a:cubicBezTo>
                      <a:pt x="102" y="162"/>
                      <a:pt x="102" y="162"/>
                      <a:pt x="102" y="162"/>
                    </a:cubicBezTo>
                    <a:cubicBezTo>
                      <a:pt x="102" y="162"/>
                      <a:pt x="102" y="162"/>
                      <a:pt x="102" y="162"/>
                    </a:cubicBezTo>
                    <a:cubicBezTo>
                      <a:pt x="102" y="163"/>
                      <a:pt x="102" y="163"/>
                      <a:pt x="102" y="163"/>
                    </a:cubicBezTo>
                    <a:cubicBezTo>
                      <a:pt x="102" y="163"/>
                      <a:pt x="102" y="163"/>
                      <a:pt x="102" y="163"/>
                    </a:cubicBezTo>
                    <a:cubicBezTo>
                      <a:pt x="102" y="164"/>
                      <a:pt x="102" y="164"/>
                      <a:pt x="102" y="164"/>
                    </a:cubicBezTo>
                    <a:cubicBezTo>
                      <a:pt x="101" y="164"/>
                      <a:pt x="101" y="164"/>
                      <a:pt x="101" y="164"/>
                    </a:cubicBezTo>
                    <a:cubicBezTo>
                      <a:pt x="101" y="165"/>
                      <a:pt x="101" y="165"/>
                      <a:pt x="101" y="165"/>
                    </a:cubicBezTo>
                    <a:cubicBezTo>
                      <a:pt x="101" y="166"/>
                      <a:pt x="101" y="166"/>
                      <a:pt x="101" y="166"/>
                    </a:cubicBezTo>
                    <a:cubicBezTo>
                      <a:pt x="101" y="166"/>
                      <a:pt x="101" y="166"/>
                      <a:pt x="101" y="166"/>
                    </a:cubicBezTo>
                    <a:cubicBezTo>
                      <a:pt x="101" y="166"/>
                      <a:pt x="101" y="166"/>
                      <a:pt x="101" y="166"/>
                    </a:cubicBezTo>
                    <a:cubicBezTo>
                      <a:pt x="102" y="170"/>
                      <a:pt x="102" y="170"/>
                      <a:pt x="102" y="170"/>
                    </a:cubicBezTo>
                    <a:cubicBezTo>
                      <a:pt x="103" y="171"/>
                      <a:pt x="103" y="171"/>
                      <a:pt x="103" y="171"/>
                    </a:cubicBezTo>
                    <a:cubicBezTo>
                      <a:pt x="103" y="172"/>
                      <a:pt x="103" y="172"/>
                      <a:pt x="103" y="172"/>
                    </a:cubicBezTo>
                    <a:cubicBezTo>
                      <a:pt x="104" y="172"/>
                      <a:pt x="104" y="172"/>
                      <a:pt x="104" y="172"/>
                    </a:cubicBezTo>
                    <a:cubicBezTo>
                      <a:pt x="104" y="171"/>
                      <a:pt x="104" y="171"/>
                      <a:pt x="104" y="171"/>
                    </a:cubicBezTo>
                    <a:cubicBezTo>
                      <a:pt x="104" y="171"/>
                      <a:pt x="104" y="171"/>
                      <a:pt x="104" y="171"/>
                    </a:cubicBezTo>
                    <a:cubicBezTo>
                      <a:pt x="105" y="171"/>
                      <a:pt x="105" y="171"/>
                      <a:pt x="105" y="171"/>
                    </a:cubicBezTo>
                    <a:cubicBezTo>
                      <a:pt x="105" y="171"/>
                      <a:pt x="105" y="171"/>
                      <a:pt x="105" y="171"/>
                    </a:cubicBezTo>
                    <a:cubicBezTo>
                      <a:pt x="105" y="171"/>
                      <a:pt x="105" y="171"/>
                      <a:pt x="105" y="171"/>
                    </a:cubicBezTo>
                    <a:cubicBezTo>
                      <a:pt x="106" y="172"/>
                      <a:pt x="106" y="172"/>
                      <a:pt x="106" y="172"/>
                    </a:cubicBezTo>
                    <a:cubicBezTo>
                      <a:pt x="108" y="176"/>
                      <a:pt x="108" y="176"/>
                      <a:pt x="108" y="176"/>
                    </a:cubicBezTo>
                    <a:cubicBezTo>
                      <a:pt x="108" y="176"/>
                      <a:pt x="108" y="176"/>
                      <a:pt x="108" y="176"/>
                    </a:cubicBezTo>
                    <a:cubicBezTo>
                      <a:pt x="108" y="176"/>
                      <a:pt x="108" y="176"/>
                      <a:pt x="108" y="176"/>
                    </a:cubicBezTo>
                    <a:cubicBezTo>
                      <a:pt x="108" y="177"/>
                      <a:pt x="108" y="177"/>
                      <a:pt x="108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06" y="178"/>
                      <a:pt x="106" y="178"/>
                      <a:pt x="106" y="178"/>
                    </a:cubicBezTo>
                    <a:cubicBezTo>
                      <a:pt x="100" y="180"/>
                      <a:pt x="100" y="180"/>
                      <a:pt x="100" y="180"/>
                    </a:cubicBezTo>
                    <a:cubicBezTo>
                      <a:pt x="98" y="185"/>
                      <a:pt x="98" y="185"/>
                      <a:pt x="98" y="185"/>
                    </a:cubicBezTo>
                    <a:cubicBezTo>
                      <a:pt x="100" y="189"/>
                      <a:pt x="100" y="189"/>
                      <a:pt x="100" y="189"/>
                    </a:cubicBezTo>
                    <a:cubicBezTo>
                      <a:pt x="102" y="194"/>
                      <a:pt x="102" y="194"/>
                      <a:pt x="102" y="194"/>
                    </a:cubicBezTo>
                    <a:cubicBezTo>
                      <a:pt x="102" y="194"/>
                      <a:pt x="102" y="194"/>
                      <a:pt x="102" y="194"/>
                    </a:cubicBezTo>
                    <a:cubicBezTo>
                      <a:pt x="102" y="196"/>
                      <a:pt x="102" y="196"/>
                      <a:pt x="102" y="196"/>
                    </a:cubicBezTo>
                    <a:cubicBezTo>
                      <a:pt x="102" y="196"/>
                      <a:pt x="102" y="196"/>
                      <a:pt x="102" y="196"/>
                    </a:cubicBezTo>
                    <a:cubicBezTo>
                      <a:pt x="102" y="197"/>
                      <a:pt x="102" y="197"/>
                      <a:pt x="102" y="197"/>
                    </a:cubicBezTo>
                    <a:cubicBezTo>
                      <a:pt x="102" y="197"/>
                      <a:pt x="102" y="197"/>
                      <a:pt x="102" y="197"/>
                    </a:cubicBezTo>
                    <a:cubicBezTo>
                      <a:pt x="102" y="197"/>
                      <a:pt x="102" y="197"/>
                      <a:pt x="102" y="197"/>
                    </a:cubicBezTo>
                    <a:cubicBezTo>
                      <a:pt x="101" y="197"/>
                      <a:pt x="101" y="197"/>
                      <a:pt x="101" y="197"/>
                    </a:cubicBezTo>
                    <a:cubicBezTo>
                      <a:pt x="101" y="197"/>
                      <a:pt x="101" y="197"/>
                      <a:pt x="101" y="197"/>
                    </a:cubicBezTo>
                    <a:cubicBezTo>
                      <a:pt x="103" y="201"/>
                      <a:pt x="103" y="201"/>
                      <a:pt x="103" y="201"/>
                    </a:cubicBezTo>
                    <a:cubicBezTo>
                      <a:pt x="106" y="205"/>
                      <a:pt x="106" y="205"/>
                      <a:pt x="106" y="205"/>
                    </a:cubicBezTo>
                    <a:cubicBezTo>
                      <a:pt x="106" y="205"/>
                      <a:pt x="106" y="205"/>
                      <a:pt x="106" y="205"/>
                    </a:cubicBezTo>
                    <a:cubicBezTo>
                      <a:pt x="107" y="206"/>
                      <a:pt x="107" y="206"/>
                      <a:pt x="107" y="206"/>
                    </a:cubicBezTo>
                    <a:cubicBezTo>
                      <a:pt x="107" y="206"/>
                      <a:pt x="107" y="206"/>
                      <a:pt x="107" y="206"/>
                    </a:cubicBezTo>
                    <a:cubicBezTo>
                      <a:pt x="111" y="207"/>
                      <a:pt x="111" y="207"/>
                      <a:pt x="111" y="207"/>
                    </a:cubicBezTo>
                    <a:cubicBezTo>
                      <a:pt x="111" y="207"/>
                      <a:pt x="111" y="207"/>
                      <a:pt x="111" y="207"/>
                    </a:cubicBezTo>
                    <a:cubicBezTo>
                      <a:pt x="113" y="205"/>
                      <a:pt x="113" y="205"/>
                      <a:pt x="113" y="205"/>
                    </a:cubicBezTo>
                    <a:cubicBezTo>
                      <a:pt x="113" y="204"/>
                      <a:pt x="113" y="204"/>
                      <a:pt x="113" y="204"/>
                    </a:cubicBezTo>
                    <a:cubicBezTo>
                      <a:pt x="114" y="204"/>
                      <a:pt x="114" y="204"/>
                      <a:pt x="114" y="204"/>
                    </a:cubicBezTo>
                    <a:cubicBezTo>
                      <a:pt x="114" y="204"/>
                      <a:pt x="114" y="204"/>
                      <a:pt x="114" y="204"/>
                    </a:cubicBezTo>
                    <a:cubicBezTo>
                      <a:pt x="115" y="204"/>
                      <a:pt x="115" y="204"/>
                      <a:pt x="115" y="204"/>
                    </a:cubicBezTo>
                    <a:cubicBezTo>
                      <a:pt x="115" y="204"/>
                      <a:pt x="115" y="204"/>
                      <a:pt x="115" y="204"/>
                    </a:cubicBezTo>
                    <a:cubicBezTo>
                      <a:pt x="116" y="204"/>
                      <a:pt x="116" y="204"/>
                      <a:pt x="116" y="204"/>
                    </a:cubicBezTo>
                    <a:cubicBezTo>
                      <a:pt x="117" y="204"/>
                      <a:pt x="117" y="204"/>
                      <a:pt x="117" y="204"/>
                    </a:cubicBezTo>
                    <a:cubicBezTo>
                      <a:pt x="123" y="205"/>
                      <a:pt x="123" y="205"/>
                      <a:pt x="123" y="205"/>
                    </a:cubicBezTo>
                    <a:cubicBezTo>
                      <a:pt x="124" y="205"/>
                      <a:pt x="124" y="205"/>
                      <a:pt x="124" y="205"/>
                    </a:cubicBezTo>
                    <a:cubicBezTo>
                      <a:pt x="125" y="205"/>
                      <a:pt x="125" y="205"/>
                      <a:pt x="125" y="205"/>
                    </a:cubicBezTo>
                    <a:cubicBezTo>
                      <a:pt x="125" y="204"/>
                      <a:pt x="125" y="204"/>
                      <a:pt x="125" y="204"/>
                    </a:cubicBezTo>
                    <a:cubicBezTo>
                      <a:pt x="126" y="204"/>
                      <a:pt x="126" y="204"/>
                      <a:pt x="126" y="204"/>
                    </a:cubicBezTo>
                    <a:cubicBezTo>
                      <a:pt x="129" y="201"/>
                      <a:pt x="129" y="201"/>
                      <a:pt x="129" y="201"/>
                    </a:cubicBezTo>
                    <a:cubicBezTo>
                      <a:pt x="129" y="201"/>
                      <a:pt x="129" y="201"/>
                      <a:pt x="129" y="201"/>
                    </a:cubicBezTo>
                    <a:cubicBezTo>
                      <a:pt x="137" y="193"/>
                      <a:pt x="137" y="193"/>
                      <a:pt x="137" y="193"/>
                    </a:cubicBezTo>
                    <a:cubicBezTo>
                      <a:pt x="137" y="193"/>
                      <a:pt x="137" y="193"/>
                      <a:pt x="137" y="193"/>
                    </a:cubicBezTo>
                    <a:cubicBezTo>
                      <a:pt x="137" y="193"/>
                      <a:pt x="137" y="193"/>
                      <a:pt x="137" y="193"/>
                    </a:cubicBezTo>
                    <a:cubicBezTo>
                      <a:pt x="137" y="192"/>
                      <a:pt x="137" y="192"/>
                      <a:pt x="137" y="192"/>
                    </a:cubicBezTo>
                    <a:cubicBezTo>
                      <a:pt x="136" y="192"/>
                      <a:pt x="136" y="192"/>
                      <a:pt x="136" y="192"/>
                    </a:cubicBezTo>
                    <a:cubicBezTo>
                      <a:pt x="136" y="191"/>
                      <a:pt x="136" y="191"/>
                      <a:pt x="136" y="191"/>
                    </a:cubicBezTo>
                    <a:cubicBezTo>
                      <a:pt x="136" y="191"/>
                      <a:pt x="136" y="191"/>
                      <a:pt x="136" y="191"/>
                    </a:cubicBezTo>
                    <a:cubicBezTo>
                      <a:pt x="136" y="191"/>
                      <a:pt x="136" y="191"/>
                      <a:pt x="136" y="191"/>
                    </a:cubicBezTo>
                    <a:cubicBezTo>
                      <a:pt x="135" y="190"/>
                      <a:pt x="135" y="190"/>
                      <a:pt x="135" y="190"/>
                    </a:cubicBezTo>
                    <a:cubicBezTo>
                      <a:pt x="134" y="190"/>
                      <a:pt x="134" y="190"/>
                      <a:pt x="134" y="190"/>
                    </a:cubicBezTo>
                    <a:cubicBezTo>
                      <a:pt x="134" y="190"/>
                      <a:pt x="134" y="190"/>
                      <a:pt x="134" y="190"/>
                    </a:cubicBezTo>
                    <a:cubicBezTo>
                      <a:pt x="134" y="189"/>
                      <a:pt x="134" y="189"/>
                      <a:pt x="134" y="189"/>
                    </a:cubicBezTo>
                    <a:cubicBezTo>
                      <a:pt x="134" y="187"/>
                      <a:pt x="134" y="187"/>
                      <a:pt x="134" y="187"/>
                    </a:cubicBezTo>
                    <a:cubicBezTo>
                      <a:pt x="133" y="187"/>
                      <a:pt x="133" y="187"/>
                      <a:pt x="133" y="187"/>
                    </a:cubicBezTo>
                    <a:cubicBezTo>
                      <a:pt x="134" y="186"/>
                      <a:pt x="134" y="186"/>
                      <a:pt x="134" y="186"/>
                    </a:cubicBezTo>
                    <a:cubicBezTo>
                      <a:pt x="134" y="186"/>
                      <a:pt x="134" y="186"/>
                      <a:pt x="134" y="186"/>
                    </a:cubicBezTo>
                    <a:cubicBezTo>
                      <a:pt x="134" y="185"/>
                      <a:pt x="134" y="185"/>
                      <a:pt x="134" y="185"/>
                    </a:cubicBezTo>
                    <a:cubicBezTo>
                      <a:pt x="139" y="181"/>
                      <a:pt x="139" y="181"/>
                      <a:pt x="139" y="181"/>
                    </a:cubicBezTo>
                    <a:cubicBezTo>
                      <a:pt x="141" y="179"/>
                      <a:pt x="141" y="179"/>
                      <a:pt x="141" y="179"/>
                    </a:cubicBezTo>
                    <a:cubicBezTo>
                      <a:pt x="143" y="178"/>
                      <a:pt x="143" y="178"/>
                      <a:pt x="143" y="178"/>
                    </a:cubicBezTo>
                    <a:cubicBezTo>
                      <a:pt x="144" y="177"/>
                      <a:pt x="144" y="177"/>
                      <a:pt x="144" y="177"/>
                    </a:cubicBezTo>
                    <a:cubicBezTo>
                      <a:pt x="144" y="177"/>
                      <a:pt x="144" y="177"/>
                      <a:pt x="144" y="177"/>
                    </a:cubicBezTo>
                    <a:cubicBezTo>
                      <a:pt x="144" y="175"/>
                      <a:pt x="144" y="175"/>
                      <a:pt x="144" y="175"/>
                    </a:cubicBezTo>
                    <a:cubicBezTo>
                      <a:pt x="143" y="172"/>
                      <a:pt x="143" y="172"/>
                      <a:pt x="143" y="172"/>
                    </a:cubicBezTo>
                    <a:cubicBezTo>
                      <a:pt x="142" y="171"/>
                      <a:pt x="142" y="171"/>
                      <a:pt x="142" y="171"/>
                    </a:cubicBezTo>
                    <a:cubicBezTo>
                      <a:pt x="143" y="170"/>
                      <a:pt x="143" y="170"/>
                      <a:pt x="143" y="170"/>
                    </a:cubicBezTo>
                    <a:cubicBezTo>
                      <a:pt x="145" y="168"/>
                      <a:pt x="145" y="168"/>
                      <a:pt x="145" y="168"/>
                    </a:cubicBezTo>
                    <a:cubicBezTo>
                      <a:pt x="147" y="168"/>
                      <a:pt x="147" y="168"/>
                      <a:pt x="147" y="168"/>
                    </a:cubicBezTo>
                    <a:cubicBezTo>
                      <a:pt x="147" y="166"/>
                      <a:pt x="147" y="166"/>
                      <a:pt x="147" y="166"/>
                    </a:cubicBezTo>
                    <a:cubicBezTo>
                      <a:pt x="147" y="165"/>
                      <a:pt x="147" y="165"/>
                      <a:pt x="147" y="165"/>
                    </a:cubicBezTo>
                    <a:cubicBezTo>
                      <a:pt x="147" y="163"/>
                      <a:pt x="147" y="163"/>
                      <a:pt x="147" y="163"/>
                    </a:cubicBezTo>
                    <a:cubicBezTo>
                      <a:pt x="147" y="161"/>
                      <a:pt x="147" y="161"/>
                      <a:pt x="147" y="161"/>
                    </a:cubicBezTo>
                    <a:cubicBezTo>
                      <a:pt x="148" y="155"/>
                      <a:pt x="148" y="155"/>
                      <a:pt x="148" y="155"/>
                    </a:cubicBezTo>
                    <a:cubicBezTo>
                      <a:pt x="148" y="154"/>
                      <a:pt x="148" y="154"/>
                      <a:pt x="148" y="154"/>
                    </a:cubicBezTo>
                    <a:cubicBezTo>
                      <a:pt x="148" y="154"/>
                      <a:pt x="148" y="154"/>
                      <a:pt x="148" y="154"/>
                    </a:cubicBezTo>
                    <a:cubicBezTo>
                      <a:pt x="148" y="154"/>
                      <a:pt x="148" y="154"/>
                      <a:pt x="148" y="154"/>
                    </a:cubicBezTo>
                    <a:cubicBezTo>
                      <a:pt x="148" y="153"/>
                      <a:pt x="148" y="153"/>
                      <a:pt x="148" y="153"/>
                    </a:cubicBezTo>
                    <a:cubicBezTo>
                      <a:pt x="148" y="152"/>
                      <a:pt x="148" y="152"/>
                      <a:pt x="148" y="152"/>
                    </a:cubicBezTo>
                    <a:cubicBezTo>
                      <a:pt x="151" y="150"/>
                      <a:pt x="151" y="150"/>
                      <a:pt x="151" y="150"/>
                    </a:cubicBezTo>
                    <a:cubicBezTo>
                      <a:pt x="152" y="148"/>
                      <a:pt x="152" y="148"/>
                      <a:pt x="152" y="148"/>
                    </a:cubicBezTo>
                    <a:cubicBezTo>
                      <a:pt x="157" y="143"/>
                      <a:pt x="157" y="143"/>
                      <a:pt x="157" y="143"/>
                    </a:cubicBezTo>
                    <a:cubicBezTo>
                      <a:pt x="159" y="146"/>
                      <a:pt x="159" y="146"/>
                      <a:pt x="159" y="146"/>
                    </a:cubicBezTo>
                    <a:cubicBezTo>
                      <a:pt x="159" y="149"/>
                      <a:pt x="159" y="149"/>
                      <a:pt x="159" y="149"/>
                    </a:cubicBezTo>
                    <a:cubicBezTo>
                      <a:pt x="159" y="150"/>
                      <a:pt x="159" y="150"/>
                      <a:pt x="159" y="150"/>
                    </a:cubicBezTo>
                    <a:cubicBezTo>
                      <a:pt x="159" y="150"/>
                      <a:pt x="159" y="150"/>
                      <a:pt x="159" y="150"/>
                    </a:cubicBezTo>
                    <a:cubicBezTo>
                      <a:pt x="158" y="150"/>
                      <a:pt x="158" y="150"/>
                      <a:pt x="158" y="150"/>
                    </a:cubicBezTo>
                    <a:cubicBezTo>
                      <a:pt x="155" y="153"/>
                      <a:pt x="155" y="153"/>
                      <a:pt x="155" y="153"/>
                    </a:cubicBezTo>
                    <a:cubicBezTo>
                      <a:pt x="151" y="156"/>
                      <a:pt x="151" y="156"/>
                      <a:pt x="151" y="156"/>
                    </a:cubicBezTo>
                    <a:cubicBezTo>
                      <a:pt x="150" y="160"/>
                      <a:pt x="150" y="160"/>
                      <a:pt x="150" y="160"/>
                    </a:cubicBezTo>
                    <a:cubicBezTo>
                      <a:pt x="150" y="160"/>
                      <a:pt x="150" y="160"/>
                      <a:pt x="150" y="160"/>
                    </a:cubicBezTo>
                    <a:cubicBezTo>
                      <a:pt x="150" y="161"/>
                      <a:pt x="150" y="161"/>
                      <a:pt x="150" y="161"/>
                    </a:cubicBezTo>
                    <a:cubicBezTo>
                      <a:pt x="150" y="161"/>
                      <a:pt x="150" y="161"/>
                      <a:pt x="150" y="161"/>
                    </a:cubicBezTo>
                    <a:cubicBezTo>
                      <a:pt x="150" y="162"/>
                      <a:pt x="150" y="162"/>
                      <a:pt x="150" y="162"/>
                    </a:cubicBezTo>
                    <a:cubicBezTo>
                      <a:pt x="150" y="165"/>
                      <a:pt x="150" y="165"/>
                      <a:pt x="150" y="165"/>
                    </a:cubicBezTo>
                    <a:cubicBezTo>
                      <a:pt x="150" y="167"/>
                      <a:pt x="150" y="167"/>
                      <a:pt x="150" y="167"/>
                    </a:cubicBezTo>
                    <a:cubicBezTo>
                      <a:pt x="150" y="168"/>
                      <a:pt x="150" y="168"/>
                      <a:pt x="150" y="168"/>
                    </a:cubicBezTo>
                    <a:cubicBezTo>
                      <a:pt x="150" y="169"/>
                      <a:pt x="150" y="169"/>
                      <a:pt x="150" y="169"/>
                    </a:cubicBezTo>
                    <a:cubicBezTo>
                      <a:pt x="150" y="169"/>
                      <a:pt x="150" y="169"/>
                      <a:pt x="150" y="169"/>
                    </a:cubicBezTo>
                    <a:cubicBezTo>
                      <a:pt x="150" y="169"/>
                      <a:pt x="150" y="169"/>
                      <a:pt x="150" y="169"/>
                    </a:cubicBezTo>
                    <a:cubicBezTo>
                      <a:pt x="149" y="170"/>
                      <a:pt x="149" y="170"/>
                      <a:pt x="149" y="170"/>
                    </a:cubicBezTo>
                    <a:cubicBezTo>
                      <a:pt x="148" y="170"/>
                      <a:pt x="148" y="170"/>
                      <a:pt x="148" y="170"/>
                    </a:cubicBezTo>
                    <a:cubicBezTo>
                      <a:pt x="147" y="171"/>
                      <a:pt x="147" y="171"/>
                      <a:pt x="147" y="171"/>
                    </a:cubicBezTo>
                    <a:cubicBezTo>
                      <a:pt x="147" y="171"/>
                      <a:pt x="147" y="171"/>
                      <a:pt x="147" y="171"/>
                    </a:cubicBezTo>
                    <a:cubicBezTo>
                      <a:pt x="147" y="171"/>
                      <a:pt x="147" y="171"/>
                      <a:pt x="147" y="171"/>
                    </a:cubicBezTo>
                    <a:cubicBezTo>
                      <a:pt x="147" y="172"/>
                      <a:pt x="147" y="172"/>
                      <a:pt x="147" y="172"/>
                    </a:cubicBezTo>
                    <a:cubicBezTo>
                      <a:pt x="147" y="172"/>
                      <a:pt x="147" y="172"/>
                      <a:pt x="147" y="172"/>
                    </a:cubicBezTo>
                    <a:cubicBezTo>
                      <a:pt x="147" y="173"/>
                      <a:pt x="147" y="173"/>
                      <a:pt x="147" y="173"/>
                    </a:cubicBezTo>
                    <a:cubicBezTo>
                      <a:pt x="151" y="180"/>
                      <a:pt x="151" y="180"/>
                      <a:pt x="151" y="180"/>
                    </a:cubicBezTo>
                    <a:cubicBezTo>
                      <a:pt x="153" y="182"/>
                      <a:pt x="153" y="182"/>
                      <a:pt x="153" y="182"/>
                    </a:cubicBezTo>
                    <a:cubicBezTo>
                      <a:pt x="155" y="183"/>
                      <a:pt x="155" y="183"/>
                      <a:pt x="155" y="183"/>
                    </a:cubicBezTo>
                    <a:cubicBezTo>
                      <a:pt x="156" y="182"/>
                      <a:pt x="156" y="182"/>
                      <a:pt x="156" y="182"/>
                    </a:cubicBezTo>
                    <a:cubicBezTo>
                      <a:pt x="156" y="181"/>
                      <a:pt x="156" y="181"/>
                      <a:pt x="156" y="181"/>
                    </a:cubicBezTo>
                    <a:cubicBezTo>
                      <a:pt x="156" y="180"/>
                      <a:pt x="156" y="180"/>
                      <a:pt x="156" y="180"/>
                    </a:cubicBezTo>
                    <a:cubicBezTo>
                      <a:pt x="156" y="179"/>
                      <a:pt x="156" y="179"/>
                      <a:pt x="156" y="179"/>
                    </a:cubicBezTo>
                    <a:cubicBezTo>
                      <a:pt x="156" y="179"/>
                      <a:pt x="156" y="179"/>
                      <a:pt x="156" y="179"/>
                    </a:cubicBezTo>
                    <a:cubicBezTo>
                      <a:pt x="156" y="179"/>
                      <a:pt x="156" y="179"/>
                      <a:pt x="156" y="179"/>
                    </a:cubicBezTo>
                    <a:cubicBezTo>
                      <a:pt x="156" y="179"/>
                      <a:pt x="156" y="179"/>
                      <a:pt x="156" y="179"/>
                    </a:cubicBezTo>
                    <a:cubicBezTo>
                      <a:pt x="157" y="178"/>
                      <a:pt x="157" y="178"/>
                      <a:pt x="157" y="178"/>
                    </a:cubicBezTo>
                    <a:cubicBezTo>
                      <a:pt x="158" y="178"/>
                      <a:pt x="158" y="178"/>
                      <a:pt x="158" y="178"/>
                    </a:cubicBezTo>
                    <a:cubicBezTo>
                      <a:pt x="158" y="178"/>
                      <a:pt x="158" y="178"/>
                      <a:pt x="158" y="178"/>
                    </a:cubicBezTo>
                    <a:cubicBezTo>
                      <a:pt x="163" y="187"/>
                      <a:pt x="163" y="187"/>
                      <a:pt x="163" y="187"/>
                    </a:cubicBezTo>
                    <a:cubicBezTo>
                      <a:pt x="168" y="190"/>
                      <a:pt x="168" y="190"/>
                      <a:pt x="168" y="190"/>
                    </a:cubicBezTo>
                    <a:cubicBezTo>
                      <a:pt x="169" y="189"/>
                      <a:pt x="169" y="189"/>
                      <a:pt x="169" y="189"/>
                    </a:cubicBezTo>
                    <a:cubicBezTo>
                      <a:pt x="174" y="187"/>
                      <a:pt x="174" y="187"/>
                      <a:pt x="174" y="187"/>
                    </a:cubicBezTo>
                    <a:cubicBezTo>
                      <a:pt x="174" y="187"/>
                      <a:pt x="174" y="187"/>
                      <a:pt x="174" y="187"/>
                    </a:cubicBezTo>
                    <a:cubicBezTo>
                      <a:pt x="174" y="187"/>
                      <a:pt x="174" y="187"/>
                      <a:pt x="174" y="187"/>
                    </a:cubicBezTo>
                    <a:cubicBezTo>
                      <a:pt x="175" y="187"/>
                      <a:pt x="175" y="187"/>
                      <a:pt x="175" y="187"/>
                    </a:cubicBezTo>
                    <a:cubicBezTo>
                      <a:pt x="176" y="188"/>
                      <a:pt x="176" y="188"/>
                      <a:pt x="176" y="188"/>
                    </a:cubicBezTo>
                    <a:cubicBezTo>
                      <a:pt x="176" y="188"/>
                      <a:pt x="176" y="188"/>
                      <a:pt x="176" y="188"/>
                    </a:cubicBezTo>
                    <a:cubicBezTo>
                      <a:pt x="176" y="189"/>
                      <a:pt x="176" y="189"/>
                      <a:pt x="176" y="189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8" y="191"/>
                      <a:pt x="178" y="191"/>
                      <a:pt x="178" y="191"/>
                    </a:cubicBezTo>
                    <a:cubicBezTo>
                      <a:pt x="177" y="192"/>
                      <a:pt x="177" y="192"/>
                      <a:pt x="177" y="192"/>
                    </a:cubicBezTo>
                    <a:cubicBezTo>
                      <a:pt x="177" y="192"/>
                      <a:pt x="177" y="192"/>
                      <a:pt x="177" y="192"/>
                    </a:cubicBezTo>
                    <a:cubicBezTo>
                      <a:pt x="176" y="193"/>
                      <a:pt x="176" y="193"/>
                      <a:pt x="176" y="193"/>
                    </a:cubicBezTo>
                    <a:cubicBezTo>
                      <a:pt x="176" y="194"/>
                      <a:pt x="176" y="194"/>
                      <a:pt x="176" y="194"/>
                    </a:cubicBezTo>
                    <a:cubicBezTo>
                      <a:pt x="177" y="197"/>
                      <a:pt x="177" y="197"/>
                      <a:pt x="177" y="197"/>
                    </a:cubicBezTo>
                    <a:cubicBezTo>
                      <a:pt x="177" y="197"/>
                      <a:pt x="177" y="197"/>
                      <a:pt x="177" y="197"/>
                    </a:cubicBezTo>
                    <a:cubicBezTo>
                      <a:pt x="178" y="198"/>
                      <a:pt x="178" y="198"/>
                      <a:pt x="178" y="198"/>
                    </a:cubicBezTo>
                    <a:cubicBezTo>
                      <a:pt x="179" y="198"/>
                      <a:pt x="179" y="198"/>
                      <a:pt x="179" y="198"/>
                    </a:cubicBezTo>
                    <a:cubicBezTo>
                      <a:pt x="184" y="201"/>
                      <a:pt x="184" y="201"/>
                      <a:pt x="184" y="201"/>
                    </a:cubicBezTo>
                    <a:cubicBezTo>
                      <a:pt x="186" y="200"/>
                      <a:pt x="186" y="200"/>
                      <a:pt x="186" y="200"/>
                    </a:cubicBezTo>
                    <a:cubicBezTo>
                      <a:pt x="186" y="198"/>
                      <a:pt x="186" y="198"/>
                      <a:pt x="186" y="198"/>
                    </a:cubicBezTo>
                    <a:cubicBezTo>
                      <a:pt x="187" y="195"/>
                      <a:pt x="187" y="195"/>
                      <a:pt x="187" y="195"/>
                    </a:cubicBezTo>
                    <a:cubicBezTo>
                      <a:pt x="187" y="195"/>
                      <a:pt x="187" y="195"/>
                      <a:pt x="187" y="195"/>
                    </a:cubicBezTo>
                    <a:cubicBezTo>
                      <a:pt x="190" y="195"/>
                      <a:pt x="190" y="195"/>
                      <a:pt x="190" y="195"/>
                    </a:cubicBezTo>
                    <a:cubicBezTo>
                      <a:pt x="190" y="195"/>
                      <a:pt x="190" y="195"/>
                      <a:pt x="190" y="195"/>
                    </a:cubicBezTo>
                    <a:cubicBezTo>
                      <a:pt x="191" y="196"/>
                      <a:pt x="191" y="196"/>
                      <a:pt x="191" y="196"/>
                    </a:cubicBezTo>
                    <a:cubicBezTo>
                      <a:pt x="193" y="197"/>
                      <a:pt x="193" y="197"/>
                      <a:pt x="193" y="197"/>
                    </a:cubicBezTo>
                    <a:cubicBezTo>
                      <a:pt x="196" y="202"/>
                      <a:pt x="196" y="202"/>
                      <a:pt x="196" y="202"/>
                    </a:cubicBezTo>
                    <a:cubicBezTo>
                      <a:pt x="198" y="201"/>
                      <a:pt x="198" y="201"/>
                      <a:pt x="198" y="201"/>
                    </a:cubicBezTo>
                    <a:cubicBezTo>
                      <a:pt x="200" y="201"/>
                      <a:pt x="200" y="201"/>
                      <a:pt x="200" y="201"/>
                    </a:cubicBezTo>
                    <a:cubicBezTo>
                      <a:pt x="200" y="201"/>
                      <a:pt x="200" y="201"/>
                      <a:pt x="200" y="201"/>
                    </a:cubicBezTo>
                    <a:cubicBezTo>
                      <a:pt x="200" y="200"/>
                      <a:pt x="200" y="200"/>
                      <a:pt x="200" y="200"/>
                    </a:cubicBezTo>
                    <a:cubicBezTo>
                      <a:pt x="200" y="200"/>
                      <a:pt x="200" y="200"/>
                      <a:pt x="200" y="200"/>
                    </a:cubicBezTo>
                    <a:cubicBezTo>
                      <a:pt x="200" y="199"/>
                      <a:pt x="200" y="199"/>
                      <a:pt x="200" y="199"/>
                    </a:cubicBezTo>
                    <a:cubicBezTo>
                      <a:pt x="201" y="198"/>
                      <a:pt x="201" y="198"/>
                      <a:pt x="201" y="198"/>
                    </a:cubicBezTo>
                    <a:cubicBezTo>
                      <a:pt x="201" y="198"/>
                      <a:pt x="201" y="198"/>
                      <a:pt x="201" y="198"/>
                    </a:cubicBezTo>
                    <a:cubicBezTo>
                      <a:pt x="201" y="197"/>
                      <a:pt x="201" y="197"/>
                      <a:pt x="201" y="197"/>
                    </a:cubicBezTo>
                    <a:cubicBezTo>
                      <a:pt x="204" y="196"/>
                      <a:pt x="204" y="196"/>
                      <a:pt x="204" y="196"/>
                    </a:cubicBezTo>
                    <a:cubicBezTo>
                      <a:pt x="204" y="196"/>
                      <a:pt x="204" y="196"/>
                      <a:pt x="204" y="196"/>
                    </a:cubicBezTo>
                    <a:cubicBezTo>
                      <a:pt x="206" y="196"/>
                      <a:pt x="206" y="196"/>
                      <a:pt x="206" y="196"/>
                    </a:cubicBezTo>
                    <a:cubicBezTo>
                      <a:pt x="209" y="196"/>
                      <a:pt x="209" y="196"/>
                      <a:pt x="209" y="196"/>
                    </a:cubicBezTo>
                    <a:cubicBezTo>
                      <a:pt x="216" y="196"/>
                      <a:pt x="216" y="196"/>
                      <a:pt x="216" y="196"/>
                    </a:cubicBezTo>
                    <a:cubicBezTo>
                      <a:pt x="216" y="193"/>
                      <a:pt x="216" y="193"/>
                      <a:pt x="216" y="193"/>
                    </a:cubicBezTo>
                    <a:cubicBezTo>
                      <a:pt x="216" y="193"/>
                      <a:pt x="216" y="181"/>
                      <a:pt x="213" y="171"/>
                    </a:cubicBez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1800">
                  <a:solidFill>
                    <a:schemeClr val="lt1"/>
                  </a:solidFill>
                </a:endParaRPr>
              </a:p>
            </p:txBody>
          </p:sp>
        </p:grpSp>
      </p:grpSp>
      <p:pic>
        <p:nvPicPr>
          <p:cNvPr id="156" name="Picture 84">
            <a:extLst>
              <a:ext uri="{FF2B5EF4-FFF2-40B4-BE49-F238E27FC236}">
                <a16:creationId xmlns:a16="http://schemas.microsoft.com/office/drawing/2014/main" id="{AA4B25B7-3714-4BAE-C35A-AEEA795FDEE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5" y="662256"/>
            <a:ext cx="840331" cy="560703"/>
          </a:xfrm>
          <a:prstGeom prst="rect">
            <a:avLst/>
          </a:prstGeom>
          <a:effectLst>
            <a:outerShdw blurRad="63500" algn="ctr" rotWithShape="0">
              <a:prstClr val="black">
                <a:alpha val="15000"/>
              </a:prstClr>
            </a:outerShdw>
          </a:effectLst>
        </p:spPr>
      </p:pic>
      <p:sp>
        <p:nvSpPr>
          <p:cNvPr id="157" name="TextBox 156">
            <a:extLst>
              <a:ext uri="{FF2B5EF4-FFF2-40B4-BE49-F238E27FC236}">
                <a16:creationId xmlns:a16="http://schemas.microsoft.com/office/drawing/2014/main" id="{F2511B6C-52AD-AED4-D9DB-6C411FFFB1CF}"/>
              </a:ext>
            </a:extLst>
          </p:cNvPr>
          <p:cNvSpPr txBox="1"/>
          <p:nvPr userDrawn="1"/>
        </p:nvSpPr>
        <p:spPr>
          <a:xfrm>
            <a:off x="957496" y="781165"/>
            <a:ext cx="1580262" cy="328593"/>
          </a:xfrm>
          <a:prstGeom prst="rect">
            <a:avLst/>
          </a:prstGeom>
        </p:spPr>
        <p:txBody>
          <a:bodyPr vert="horz" wrap="square" lIns="91440" tIns="45719" rIns="91440" bIns="45719" rtlCol="0" anchor="t">
            <a:noAutofit/>
          </a:bodyPr>
          <a:lstStyle/>
          <a:p>
            <a:pPr algn="ctr"/>
            <a:r>
              <a:rPr kumimoji="1" lang="en-US" altLang="ko-KR" sz="1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INDONESIA</a:t>
            </a:r>
            <a:endParaRPr kumimoji="1" lang="ko-KR" altLang="en-US" sz="1800" dirty="0" err="1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75446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rth America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제목 1">
            <a:extLst>
              <a:ext uri="{FF2B5EF4-FFF2-40B4-BE49-F238E27FC236}">
                <a16:creationId xmlns:a16="http://schemas.microsoft.com/office/drawing/2014/main" id="{CDB90050-671D-57B0-573C-588D1DEE68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3" name="矩形 22">
            <a:extLst>
              <a:ext uri="{FF2B5EF4-FFF2-40B4-BE49-F238E27FC236}">
                <a16:creationId xmlns:a16="http://schemas.microsoft.com/office/drawing/2014/main" id="{3E58CF20-8B24-F4AD-045E-0765795B1B6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2511B6C-52AD-AED4-D9DB-6C411FFFB1CF}"/>
              </a:ext>
            </a:extLst>
          </p:cNvPr>
          <p:cNvSpPr txBox="1"/>
          <p:nvPr userDrawn="1"/>
        </p:nvSpPr>
        <p:spPr>
          <a:xfrm>
            <a:off x="117167" y="781165"/>
            <a:ext cx="2092793" cy="328593"/>
          </a:xfrm>
          <a:prstGeom prst="rect">
            <a:avLst/>
          </a:prstGeom>
        </p:spPr>
        <p:txBody>
          <a:bodyPr vert="horz" wrap="square" lIns="91440" tIns="45719" rIns="91440" bIns="45719" rtlCol="0" anchor="t">
            <a:noAutofit/>
          </a:bodyPr>
          <a:lstStyle/>
          <a:p>
            <a:pPr algn="ctr"/>
            <a:r>
              <a:rPr kumimoji="1" lang="en-US" altLang="ko-KR" sz="1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NORTH AMERICA</a:t>
            </a:r>
            <a:endParaRPr kumimoji="1" lang="ko-KR" altLang="en-US" sz="1800" dirty="0" err="1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73" name="Group 214">
            <a:extLst>
              <a:ext uri="{FF2B5EF4-FFF2-40B4-BE49-F238E27FC236}">
                <a16:creationId xmlns:a16="http://schemas.microsoft.com/office/drawing/2014/main" id="{FFC8B7F2-82E9-658D-8272-7D2786323D3D}"/>
              </a:ext>
            </a:extLst>
          </p:cNvPr>
          <p:cNvGrpSpPr/>
          <p:nvPr userDrawn="1"/>
        </p:nvGrpSpPr>
        <p:grpSpPr>
          <a:xfrm>
            <a:off x="550591" y="1484784"/>
            <a:ext cx="5413329" cy="4428703"/>
            <a:chOff x="2219322" y="1887266"/>
            <a:chExt cx="3246427" cy="2215671"/>
          </a:xfrm>
          <a:solidFill>
            <a:schemeClr val="tx1">
              <a:alpha val="20000"/>
            </a:schemeClr>
          </a:solidFill>
        </p:grpSpPr>
        <p:grpSp>
          <p:nvGrpSpPr>
            <p:cNvPr id="74" name="Group 33">
              <a:extLst>
                <a:ext uri="{FF2B5EF4-FFF2-40B4-BE49-F238E27FC236}">
                  <a16:creationId xmlns:a16="http://schemas.microsoft.com/office/drawing/2014/main" id="{0781A1DE-FDC6-27F9-C9AB-1EA5D36F32AD}"/>
                </a:ext>
              </a:extLst>
            </p:cNvPr>
            <p:cNvGrpSpPr/>
            <p:nvPr/>
          </p:nvGrpSpPr>
          <p:grpSpPr>
            <a:xfrm>
              <a:off x="2219322" y="1909359"/>
              <a:ext cx="2393996" cy="2193578"/>
              <a:chOff x="3979913" y="2224865"/>
              <a:chExt cx="5474394" cy="5016134"/>
            </a:xfrm>
            <a:grpFill/>
          </p:grpSpPr>
          <p:sp>
            <p:nvSpPr>
              <p:cNvPr id="78" name="Freeform 2686">
                <a:extLst>
                  <a:ext uri="{FF2B5EF4-FFF2-40B4-BE49-F238E27FC236}">
                    <a16:creationId xmlns:a16="http://schemas.microsoft.com/office/drawing/2014/main" id="{425CF9F2-3FA8-5EF4-E083-29FF002D242D}"/>
                  </a:ext>
                </a:extLst>
              </p:cNvPr>
              <p:cNvSpPr/>
              <p:nvPr/>
            </p:nvSpPr>
            <p:spPr>
              <a:xfrm>
                <a:off x="7678991" y="6898939"/>
                <a:ext cx="112247" cy="67259"/>
              </a:xfrm>
              <a:custGeom>
                <a:avLst/>
                <a:gdLst>
                  <a:gd name="connsiteX0" fmla="*/ 47390 w 47604"/>
                  <a:gd name="connsiteY0" fmla="*/ 11671 h 28524"/>
                  <a:gd name="connsiteX1" fmla="*/ 25492 w 47604"/>
                  <a:gd name="connsiteY1" fmla="*/ 6061 h 28524"/>
                  <a:gd name="connsiteX2" fmla="*/ 16733 w 47604"/>
                  <a:gd name="connsiteY2" fmla="*/ 1783 h 28524"/>
                  <a:gd name="connsiteX3" fmla="*/ 16066 w 47604"/>
                  <a:gd name="connsiteY3" fmla="*/ 1783 h 28524"/>
                  <a:gd name="connsiteX4" fmla="*/ 1785 w 47604"/>
                  <a:gd name="connsiteY4" fmla="*/ 13668 h 28524"/>
                  <a:gd name="connsiteX5" fmla="*/ 40725 w 47604"/>
                  <a:gd name="connsiteY5" fmla="*/ 26884 h 28524"/>
                  <a:gd name="connsiteX6" fmla="*/ 47199 w 47604"/>
                  <a:gd name="connsiteY6" fmla="*/ 24222 h 28524"/>
                  <a:gd name="connsiteX7" fmla="*/ 47390 w 47604"/>
                  <a:gd name="connsiteY7" fmla="*/ 11671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604" h="28524">
                    <a:moveTo>
                      <a:pt x="47390" y="11671"/>
                    </a:moveTo>
                    <a:cubicBezTo>
                      <a:pt x="43962" y="6917"/>
                      <a:pt x="34918" y="12527"/>
                      <a:pt x="25492" y="6061"/>
                    </a:cubicBezTo>
                    <a:cubicBezTo>
                      <a:pt x="22729" y="4335"/>
                      <a:pt x="19794" y="2901"/>
                      <a:pt x="16733" y="1783"/>
                    </a:cubicBezTo>
                    <a:cubicBezTo>
                      <a:pt x="16513" y="1826"/>
                      <a:pt x="16286" y="1826"/>
                      <a:pt x="16066" y="1783"/>
                    </a:cubicBezTo>
                    <a:cubicBezTo>
                      <a:pt x="10829" y="5135"/>
                      <a:pt x="6031" y="9127"/>
                      <a:pt x="1785" y="13668"/>
                    </a:cubicBezTo>
                    <a:cubicBezTo>
                      <a:pt x="13829" y="20453"/>
                      <a:pt x="27035" y="24935"/>
                      <a:pt x="40725" y="26884"/>
                    </a:cubicBezTo>
                    <a:cubicBezTo>
                      <a:pt x="43144" y="26850"/>
                      <a:pt x="45458" y="25898"/>
                      <a:pt x="47199" y="24222"/>
                    </a:cubicBezTo>
                    <a:cubicBezTo>
                      <a:pt x="48271" y="20114"/>
                      <a:pt x="48336" y="15809"/>
                      <a:pt x="47390" y="1167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79" name="Freeform 2687">
                <a:extLst>
                  <a:ext uri="{FF2B5EF4-FFF2-40B4-BE49-F238E27FC236}">
                    <a16:creationId xmlns:a16="http://schemas.microsoft.com/office/drawing/2014/main" id="{67770BE9-0028-9EB9-B56C-7AC30E4951D7}"/>
                  </a:ext>
                </a:extLst>
              </p:cNvPr>
              <p:cNvSpPr/>
              <p:nvPr/>
            </p:nvSpPr>
            <p:spPr>
              <a:xfrm>
                <a:off x="7713565" y="6818868"/>
                <a:ext cx="291847" cy="156937"/>
              </a:xfrm>
              <a:custGeom>
                <a:avLst/>
                <a:gdLst>
                  <a:gd name="connsiteX0" fmla="*/ 53674 w 123770"/>
                  <a:gd name="connsiteY0" fmla="*/ 58845 h 66556"/>
                  <a:gd name="connsiteX1" fmla="*/ 60148 w 123770"/>
                  <a:gd name="connsiteY1" fmla="*/ 46484 h 66556"/>
                  <a:gd name="connsiteX2" fmla="*/ 82046 w 123770"/>
                  <a:gd name="connsiteY2" fmla="*/ 36976 h 66556"/>
                  <a:gd name="connsiteX3" fmla="*/ 101087 w 123770"/>
                  <a:gd name="connsiteY3" fmla="*/ 32698 h 66556"/>
                  <a:gd name="connsiteX4" fmla="*/ 124508 w 123770"/>
                  <a:gd name="connsiteY4" fmla="*/ 23190 h 66556"/>
                  <a:gd name="connsiteX5" fmla="*/ 102230 w 123770"/>
                  <a:gd name="connsiteY5" fmla="*/ 7406 h 66556"/>
                  <a:gd name="connsiteX6" fmla="*/ 59576 w 123770"/>
                  <a:gd name="connsiteY6" fmla="*/ 6551 h 66556"/>
                  <a:gd name="connsiteX7" fmla="*/ 22160 w 123770"/>
                  <a:gd name="connsiteY7" fmla="*/ 8737 h 66556"/>
                  <a:gd name="connsiteX8" fmla="*/ 22160 w 123770"/>
                  <a:gd name="connsiteY8" fmla="*/ 8737 h 66556"/>
                  <a:gd name="connsiteX9" fmla="*/ 11306 w 123770"/>
                  <a:gd name="connsiteY9" fmla="*/ 19862 h 66556"/>
                  <a:gd name="connsiteX10" fmla="*/ 1785 w 123770"/>
                  <a:gd name="connsiteY10" fmla="*/ 35265 h 66556"/>
                  <a:gd name="connsiteX11" fmla="*/ 10544 w 123770"/>
                  <a:gd name="connsiteY11" fmla="*/ 39543 h 66556"/>
                  <a:gd name="connsiteX12" fmla="*/ 32442 w 123770"/>
                  <a:gd name="connsiteY12" fmla="*/ 45153 h 66556"/>
                  <a:gd name="connsiteX13" fmla="*/ 32442 w 123770"/>
                  <a:gd name="connsiteY13" fmla="*/ 58179 h 66556"/>
                  <a:gd name="connsiteX14" fmla="*/ 38345 w 123770"/>
                  <a:gd name="connsiteY14" fmla="*/ 58179 h 66556"/>
                  <a:gd name="connsiteX15" fmla="*/ 40154 w 123770"/>
                  <a:gd name="connsiteY15" fmla="*/ 65690 h 66556"/>
                  <a:gd name="connsiteX16" fmla="*/ 47580 w 123770"/>
                  <a:gd name="connsiteY16" fmla="*/ 63979 h 66556"/>
                  <a:gd name="connsiteX17" fmla="*/ 53674 w 123770"/>
                  <a:gd name="connsiteY17" fmla="*/ 58845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23770" h="66556">
                    <a:moveTo>
                      <a:pt x="53674" y="58845"/>
                    </a:moveTo>
                    <a:cubicBezTo>
                      <a:pt x="54530" y="57228"/>
                      <a:pt x="48532" y="47340"/>
                      <a:pt x="60148" y="46484"/>
                    </a:cubicBezTo>
                    <a:cubicBezTo>
                      <a:pt x="71763" y="45628"/>
                      <a:pt x="80332" y="44297"/>
                      <a:pt x="82046" y="36976"/>
                    </a:cubicBezTo>
                    <a:cubicBezTo>
                      <a:pt x="83759" y="29655"/>
                      <a:pt x="97469" y="33078"/>
                      <a:pt x="101087" y="32698"/>
                    </a:cubicBezTo>
                    <a:cubicBezTo>
                      <a:pt x="104705" y="32317"/>
                      <a:pt x="114512" y="23190"/>
                      <a:pt x="124508" y="23190"/>
                    </a:cubicBezTo>
                    <a:cubicBezTo>
                      <a:pt x="124508" y="13682"/>
                      <a:pt x="111370" y="16629"/>
                      <a:pt x="102230" y="7406"/>
                    </a:cubicBezTo>
                    <a:cubicBezTo>
                      <a:pt x="93090" y="-1816"/>
                      <a:pt x="71097" y="2082"/>
                      <a:pt x="59576" y="6551"/>
                    </a:cubicBezTo>
                    <a:cubicBezTo>
                      <a:pt x="48056" y="11019"/>
                      <a:pt x="34632" y="1701"/>
                      <a:pt x="22160" y="8737"/>
                    </a:cubicBezTo>
                    <a:lnTo>
                      <a:pt x="22160" y="8737"/>
                    </a:lnTo>
                    <a:cubicBezTo>
                      <a:pt x="18944" y="12817"/>
                      <a:pt x="15306" y="16546"/>
                      <a:pt x="11306" y="19862"/>
                    </a:cubicBezTo>
                    <a:cubicBezTo>
                      <a:pt x="2928" y="26612"/>
                      <a:pt x="5308" y="33363"/>
                      <a:pt x="1785" y="35265"/>
                    </a:cubicBezTo>
                    <a:cubicBezTo>
                      <a:pt x="4846" y="36383"/>
                      <a:pt x="7782" y="37817"/>
                      <a:pt x="10544" y="39543"/>
                    </a:cubicBezTo>
                    <a:cubicBezTo>
                      <a:pt x="20065" y="46009"/>
                      <a:pt x="29015" y="40399"/>
                      <a:pt x="32442" y="45153"/>
                    </a:cubicBezTo>
                    <a:cubicBezTo>
                      <a:pt x="33530" y="49427"/>
                      <a:pt x="33530" y="53905"/>
                      <a:pt x="32442" y="58179"/>
                    </a:cubicBezTo>
                    <a:cubicBezTo>
                      <a:pt x="34156" y="56753"/>
                      <a:pt x="35489" y="55802"/>
                      <a:pt x="38345" y="58179"/>
                    </a:cubicBezTo>
                    <a:cubicBezTo>
                      <a:pt x="41201" y="60556"/>
                      <a:pt x="40535" y="63028"/>
                      <a:pt x="40154" y="65690"/>
                    </a:cubicBezTo>
                    <a:lnTo>
                      <a:pt x="47580" y="63979"/>
                    </a:lnTo>
                    <a:cubicBezTo>
                      <a:pt x="49832" y="62547"/>
                      <a:pt x="51881" y="60820"/>
                      <a:pt x="53674" y="58845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80" name="Freeform 2688">
                <a:extLst>
                  <a:ext uri="{FF2B5EF4-FFF2-40B4-BE49-F238E27FC236}">
                    <a16:creationId xmlns:a16="http://schemas.microsoft.com/office/drawing/2014/main" id="{3977A278-4DA3-1B58-B154-0DABF68C0560}"/>
                  </a:ext>
                </a:extLst>
              </p:cNvPr>
              <p:cNvSpPr/>
              <p:nvPr/>
            </p:nvSpPr>
            <p:spPr>
              <a:xfrm>
                <a:off x="6399814" y="5980408"/>
                <a:ext cx="1436773" cy="896785"/>
              </a:xfrm>
              <a:custGeom>
                <a:avLst/>
                <a:gdLst>
                  <a:gd name="connsiteX0" fmla="*/ 510102 w 609332"/>
                  <a:gd name="connsiteY0" fmla="*/ 357953 h 380320"/>
                  <a:gd name="connsiteX1" fmla="*/ 536665 w 609332"/>
                  <a:gd name="connsiteY1" fmla="*/ 354911 h 380320"/>
                  <a:gd name="connsiteX2" fmla="*/ 522098 w 609332"/>
                  <a:gd name="connsiteY2" fmla="*/ 335895 h 380320"/>
                  <a:gd name="connsiteX3" fmla="*/ 528477 w 609332"/>
                  <a:gd name="connsiteY3" fmla="*/ 320967 h 380320"/>
                  <a:gd name="connsiteX4" fmla="*/ 564942 w 609332"/>
                  <a:gd name="connsiteY4" fmla="*/ 320967 h 380320"/>
                  <a:gd name="connsiteX5" fmla="*/ 577795 w 609332"/>
                  <a:gd name="connsiteY5" fmla="*/ 308511 h 380320"/>
                  <a:gd name="connsiteX6" fmla="*/ 587315 w 609332"/>
                  <a:gd name="connsiteY6" fmla="*/ 314311 h 380320"/>
                  <a:gd name="connsiteX7" fmla="*/ 596170 w 609332"/>
                  <a:gd name="connsiteY7" fmla="*/ 287118 h 380320"/>
                  <a:gd name="connsiteX8" fmla="*/ 599788 w 609332"/>
                  <a:gd name="connsiteY8" fmla="*/ 264489 h 380320"/>
                  <a:gd name="connsiteX9" fmla="*/ 610832 w 609332"/>
                  <a:gd name="connsiteY9" fmla="*/ 248136 h 380320"/>
                  <a:gd name="connsiteX10" fmla="*/ 593504 w 609332"/>
                  <a:gd name="connsiteY10" fmla="*/ 243667 h 380320"/>
                  <a:gd name="connsiteX11" fmla="*/ 561990 w 609332"/>
                  <a:gd name="connsiteY11" fmla="*/ 244998 h 380320"/>
                  <a:gd name="connsiteX12" fmla="*/ 536189 w 609332"/>
                  <a:gd name="connsiteY12" fmla="*/ 268102 h 380320"/>
                  <a:gd name="connsiteX13" fmla="*/ 530381 w 609332"/>
                  <a:gd name="connsiteY13" fmla="*/ 286263 h 380320"/>
                  <a:gd name="connsiteX14" fmla="*/ 517052 w 609332"/>
                  <a:gd name="connsiteY14" fmla="*/ 304518 h 380320"/>
                  <a:gd name="connsiteX15" fmla="*/ 502009 w 609332"/>
                  <a:gd name="connsiteY15" fmla="*/ 302236 h 380320"/>
                  <a:gd name="connsiteX16" fmla="*/ 454881 w 609332"/>
                  <a:gd name="connsiteY16" fmla="*/ 312410 h 380320"/>
                  <a:gd name="connsiteX17" fmla="*/ 432221 w 609332"/>
                  <a:gd name="connsiteY17" fmla="*/ 301856 h 380320"/>
                  <a:gd name="connsiteX18" fmla="*/ 420606 w 609332"/>
                  <a:gd name="connsiteY18" fmla="*/ 281414 h 380320"/>
                  <a:gd name="connsiteX19" fmla="*/ 399279 w 609332"/>
                  <a:gd name="connsiteY19" fmla="*/ 255267 h 380320"/>
                  <a:gd name="connsiteX20" fmla="*/ 391758 w 609332"/>
                  <a:gd name="connsiteY20" fmla="*/ 216189 h 380320"/>
                  <a:gd name="connsiteX21" fmla="*/ 398422 w 609332"/>
                  <a:gd name="connsiteY21" fmla="*/ 160281 h 380320"/>
                  <a:gd name="connsiteX22" fmla="*/ 400231 w 609332"/>
                  <a:gd name="connsiteY22" fmla="*/ 151914 h 380320"/>
                  <a:gd name="connsiteX23" fmla="*/ 391853 w 609332"/>
                  <a:gd name="connsiteY23" fmla="*/ 148777 h 380320"/>
                  <a:gd name="connsiteX24" fmla="*/ 363862 w 609332"/>
                  <a:gd name="connsiteY24" fmla="*/ 139269 h 380320"/>
                  <a:gd name="connsiteX25" fmla="*/ 358149 w 609332"/>
                  <a:gd name="connsiteY25" fmla="*/ 126908 h 380320"/>
                  <a:gd name="connsiteX26" fmla="*/ 353389 w 609332"/>
                  <a:gd name="connsiteY26" fmla="*/ 111791 h 380320"/>
                  <a:gd name="connsiteX27" fmla="*/ 334347 w 609332"/>
                  <a:gd name="connsiteY27" fmla="*/ 84693 h 380320"/>
                  <a:gd name="connsiteX28" fmla="*/ 298739 w 609332"/>
                  <a:gd name="connsiteY28" fmla="*/ 64346 h 380320"/>
                  <a:gd name="connsiteX29" fmla="*/ 283030 w 609332"/>
                  <a:gd name="connsiteY29" fmla="*/ 83362 h 380320"/>
                  <a:gd name="connsiteX30" fmla="*/ 259799 w 609332"/>
                  <a:gd name="connsiteY30" fmla="*/ 71477 h 380320"/>
                  <a:gd name="connsiteX31" fmla="*/ 252659 w 609332"/>
                  <a:gd name="connsiteY31" fmla="*/ 58641 h 380320"/>
                  <a:gd name="connsiteX32" fmla="*/ 239806 w 609332"/>
                  <a:gd name="connsiteY32" fmla="*/ 43048 h 380320"/>
                  <a:gd name="connsiteX33" fmla="*/ 217051 w 609332"/>
                  <a:gd name="connsiteY33" fmla="*/ 22605 h 380320"/>
                  <a:gd name="connsiteX34" fmla="*/ 185727 w 609332"/>
                  <a:gd name="connsiteY34" fmla="*/ 22605 h 380320"/>
                  <a:gd name="connsiteX35" fmla="*/ 179063 w 609332"/>
                  <a:gd name="connsiteY35" fmla="*/ 31163 h 380320"/>
                  <a:gd name="connsiteX36" fmla="*/ 121938 w 609332"/>
                  <a:gd name="connsiteY36" fmla="*/ 31638 h 380320"/>
                  <a:gd name="connsiteX37" fmla="*/ 70145 w 609332"/>
                  <a:gd name="connsiteY37" fmla="*/ 13668 h 380320"/>
                  <a:gd name="connsiteX38" fmla="*/ 47866 w 609332"/>
                  <a:gd name="connsiteY38" fmla="*/ 1783 h 380320"/>
                  <a:gd name="connsiteX39" fmla="*/ 1785 w 609332"/>
                  <a:gd name="connsiteY39" fmla="*/ 7773 h 380320"/>
                  <a:gd name="connsiteX40" fmla="*/ 12353 w 609332"/>
                  <a:gd name="connsiteY40" fmla="*/ 24507 h 380320"/>
                  <a:gd name="connsiteX41" fmla="*/ 29300 w 609332"/>
                  <a:gd name="connsiteY41" fmla="*/ 63490 h 380320"/>
                  <a:gd name="connsiteX42" fmla="*/ 54150 w 609332"/>
                  <a:gd name="connsiteY42" fmla="*/ 83552 h 380320"/>
                  <a:gd name="connsiteX43" fmla="*/ 63670 w 609332"/>
                  <a:gd name="connsiteY43" fmla="*/ 110174 h 380320"/>
                  <a:gd name="connsiteX44" fmla="*/ 47675 w 609332"/>
                  <a:gd name="connsiteY44" fmla="*/ 111505 h 380320"/>
                  <a:gd name="connsiteX45" fmla="*/ 72525 w 609332"/>
                  <a:gd name="connsiteY45" fmla="*/ 130521 h 380320"/>
                  <a:gd name="connsiteX46" fmla="*/ 94328 w 609332"/>
                  <a:gd name="connsiteY46" fmla="*/ 143833 h 380320"/>
                  <a:gd name="connsiteX47" fmla="*/ 100040 w 609332"/>
                  <a:gd name="connsiteY47" fmla="*/ 168649 h 380320"/>
                  <a:gd name="connsiteX48" fmla="*/ 123176 w 609332"/>
                  <a:gd name="connsiteY48" fmla="*/ 189091 h 380320"/>
                  <a:gd name="connsiteX49" fmla="*/ 144502 w 609332"/>
                  <a:gd name="connsiteY49" fmla="*/ 214762 h 380320"/>
                  <a:gd name="connsiteX50" fmla="*/ 154023 w 609332"/>
                  <a:gd name="connsiteY50" fmla="*/ 208582 h 380320"/>
                  <a:gd name="connsiteX51" fmla="*/ 149548 w 609332"/>
                  <a:gd name="connsiteY51" fmla="*/ 192609 h 380320"/>
                  <a:gd name="connsiteX52" fmla="*/ 132696 w 609332"/>
                  <a:gd name="connsiteY52" fmla="*/ 185573 h 380320"/>
                  <a:gd name="connsiteX53" fmla="*/ 127841 w 609332"/>
                  <a:gd name="connsiteY53" fmla="*/ 167793 h 380320"/>
                  <a:gd name="connsiteX54" fmla="*/ 114893 w 609332"/>
                  <a:gd name="connsiteY54" fmla="*/ 139269 h 380320"/>
                  <a:gd name="connsiteX55" fmla="*/ 92709 w 609332"/>
                  <a:gd name="connsiteY55" fmla="*/ 109128 h 380320"/>
                  <a:gd name="connsiteX56" fmla="*/ 76714 w 609332"/>
                  <a:gd name="connsiteY56" fmla="*/ 87355 h 380320"/>
                  <a:gd name="connsiteX57" fmla="*/ 78904 w 609332"/>
                  <a:gd name="connsiteY57" fmla="*/ 76706 h 380320"/>
                  <a:gd name="connsiteX58" fmla="*/ 63385 w 609332"/>
                  <a:gd name="connsiteY58" fmla="*/ 70050 h 380320"/>
                  <a:gd name="connsiteX59" fmla="*/ 52246 w 609332"/>
                  <a:gd name="connsiteY59" fmla="*/ 54552 h 380320"/>
                  <a:gd name="connsiteX60" fmla="*/ 45581 w 609332"/>
                  <a:gd name="connsiteY60" fmla="*/ 24792 h 380320"/>
                  <a:gd name="connsiteX61" fmla="*/ 52722 w 609332"/>
                  <a:gd name="connsiteY61" fmla="*/ 22510 h 380320"/>
                  <a:gd name="connsiteX62" fmla="*/ 59767 w 609332"/>
                  <a:gd name="connsiteY62" fmla="*/ 26123 h 380320"/>
                  <a:gd name="connsiteX63" fmla="*/ 70311 w 609332"/>
                  <a:gd name="connsiteY63" fmla="*/ 30211 h 380320"/>
                  <a:gd name="connsiteX64" fmla="*/ 70430 w 609332"/>
                  <a:gd name="connsiteY64" fmla="*/ 30497 h 380320"/>
                  <a:gd name="connsiteX65" fmla="*/ 83759 w 609332"/>
                  <a:gd name="connsiteY65" fmla="*/ 33159 h 380320"/>
                  <a:gd name="connsiteX66" fmla="*/ 87377 w 609332"/>
                  <a:gd name="connsiteY66" fmla="*/ 58546 h 380320"/>
                  <a:gd name="connsiteX67" fmla="*/ 90900 w 609332"/>
                  <a:gd name="connsiteY67" fmla="*/ 81175 h 380320"/>
                  <a:gd name="connsiteX68" fmla="*/ 100421 w 609332"/>
                  <a:gd name="connsiteY68" fmla="*/ 86499 h 380320"/>
                  <a:gd name="connsiteX69" fmla="*/ 114607 w 609332"/>
                  <a:gd name="connsiteY69" fmla="*/ 98004 h 380320"/>
                  <a:gd name="connsiteX70" fmla="*/ 131554 w 609332"/>
                  <a:gd name="connsiteY70" fmla="*/ 109509 h 380320"/>
                  <a:gd name="connsiteX71" fmla="*/ 141075 w 609332"/>
                  <a:gd name="connsiteY71" fmla="*/ 122820 h 380320"/>
                  <a:gd name="connsiteX72" fmla="*/ 154785 w 609332"/>
                  <a:gd name="connsiteY72" fmla="*/ 133469 h 380320"/>
                  <a:gd name="connsiteX73" fmla="*/ 157927 w 609332"/>
                  <a:gd name="connsiteY73" fmla="*/ 145449 h 380320"/>
                  <a:gd name="connsiteX74" fmla="*/ 170399 w 609332"/>
                  <a:gd name="connsiteY74" fmla="*/ 161042 h 380320"/>
                  <a:gd name="connsiteX75" fmla="*/ 186775 w 609332"/>
                  <a:gd name="connsiteY75" fmla="*/ 176160 h 380320"/>
                  <a:gd name="connsiteX76" fmla="*/ 229904 w 609332"/>
                  <a:gd name="connsiteY76" fmla="*/ 223700 h 380320"/>
                  <a:gd name="connsiteX77" fmla="*/ 239425 w 609332"/>
                  <a:gd name="connsiteY77" fmla="*/ 245378 h 380320"/>
                  <a:gd name="connsiteX78" fmla="*/ 238473 w 609332"/>
                  <a:gd name="connsiteY78" fmla="*/ 260021 h 380320"/>
                  <a:gd name="connsiteX79" fmla="*/ 232284 w 609332"/>
                  <a:gd name="connsiteY79" fmla="*/ 267152 h 380320"/>
                  <a:gd name="connsiteX80" fmla="*/ 248279 w 609332"/>
                  <a:gd name="connsiteY80" fmla="*/ 292063 h 380320"/>
                  <a:gd name="connsiteX81" fmla="*/ 276842 w 609332"/>
                  <a:gd name="connsiteY81" fmla="*/ 311079 h 380320"/>
                  <a:gd name="connsiteX82" fmla="*/ 308832 w 609332"/>
                  <a:gd name="connsiteY82" fmla="*/ 320587 h 380320"/>
                  <a:gd name="connsiteX83" fmla="*/ 348343 w 609332"/>
                  <a:gd name="connsiteY83" fmla="*/ 340554 h 380320"/>
                  <a:gd name="connsiteX84" fmla="*/ 393662 w 609332"/>
                  <a:gd name="connsiteY84" fmla="*/ 360045 h 380320"/>
                  <a:gd name="connsiteX85" fmla="*/ 434125 w 609332"/>
                  <a:gd name="connsiteY85" fmla="*/ 357858 h 380320"/>
                  <a:gd name="connsiteX86" fmla="*/ 470590 w 609332"/>
                  <a:gd name="connsiteY86" fmla="*/ 363183 h 380320"/>
                  <a:gd name="connsiteX87" fmla="*/ 492107 w 609332"/>
                  <a:gd name="connsiteY87" fmla="*/ 379917 h 380320"/>
                  <a:gd name="connsiteX88" fmla="*/ 510102 w 609332"/>
                  <a:gd name="connsiteY88" fmla="*/ 357953 h 38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609332" h="380320">
                    <a:moveTo>
                      <a:pt x="510102" y="357953"/>
                    </a:moveTo>
                    <a:cubicBezTo>
                      <a:pt x="512196" y="357953"/>
                      <a:pt x="534475" y="360520"/>
                      <a:pt x="536665" y="354911"/>
                    </a:cubicBezTo>
                    <a:cubicBezTo>
                      <a:pt x="538854" y="349301"/>
                      <a:pt x="519908" y="336941"/>
                      <a:pt x="522098" y="335895"/>
                    </a:cubicBezTo>
                    <a:cubicBezTo>
                      <a:pt x="524288" y="334849"/>
                      <a:pt x="525049" y="320967"/>
                      <a:pt x="528477" y="320967"/>
                    </a:cubicBezTo>
                    <a:cubicBezTo>
                      <a:pt x="531904" y="320967"/>
                      <a:pt x="563228" y="321823"/>
                      <a:pt x="564942" y="320967"/>
                    </a:cubicBezTo>
                    <a:cubicBezTo>
                      <a:pt x="566655" y="320111"/>
                      <a:pt x="572653" y="308892"/>
                      <a:pt x="577795" y="308511"/>
                    </a:cubicBezTo>
                    <a:cubicBezTo>
                      <a:pt x="580175" y="308511"/>
                      <a:pt x="583888" y="311174"/>
                      <a:pt x="587315" y="314311"/>
                    </a:cubicBezTo>
                    <a:cubicBezTo>
                      <a:pt x="592991" y="306369"/>
                      <a:pt x="596083" y="296875"/>
                      <a:pt x="596170" y="287118"/>
                    </a:cubicBezTo>
                    <a:cubicBezTo>
                      <a:pt x="597503" y="275233"/>
                      <a:pt x="593504" y="271145"/>
                      <a:pt x="599788" y="264489"/>
                    </a:cubicBezTo>
                    <a:cubicBezTo>
                      <a:pt x="606071" y="257834"/>
                      <a:pt x="612641" y="257453"/>
                      <a:pt x="610832" y="248136"/>
                    </a:cubicBezTo>
                    <a:cubicBezTo>
                      <a:pt x="609023" y="238818"/>
                      <a:pt x="600645" y="248136"/>
                      <a:pt x="593504" y="243667"/>
                    </a:cubicBezTo>
                    <a:cubicBezTo>
                      <a:pt x="586363" y="239198"/>
                      <a:pt x="580175" y="242336"/>
                      <a:pt x="561990" y="244998"/>
                    </a:cubicBezTo>
                    <a:cubicBezTo>
                      <a:pt x="543805" y="247660"/>
                      <a:pt x="535332" y="255267"/>
                      <a:pt x="536189" y="268102"/>
                    </a:cubicBezTo>
                    <a:cubicBezTo>
                      <a:pt x="537046" y="280938"/>
                      <a:pt x="530000" y="275233"/>
                      <a:pt x="530381" y="286263"/>
                    </a:cubicBezTo>
                    <a:cubicBezTo>
                      <a:pt x="530762" y="297292"/>
                      <a:pt x="516195" y="297768"/>
                      <a:pt x="517052" y="304518"/>
                    </a:cubicBezTo>
                    <a:cubicBezTo>
                      <a:pt x="517909" y="311269"/>
                      <a:pt x="505532" y="304518"/>
                      <a:pt x="502009" y="302236"/>
                    </a:cubicBezTo>
                    <a:cubicBezTo>
                      <a:pt x="498486" y="299954"/>
                      <a:pt x="460213" y="311744"/>
                      <a:pt x="454881" y="312410"/>
                    </a:cubicBezTo>
                    <a:cubicBezTo>
                      <a:pt x="449549" y="313075"/>
                      <a:pt x="439743" y="301380"/>
                      <a:pt x="432221" y="301856"/>
                    </a:cubicBezTo>
                    <a:cubicBezTo>
                      <a:pt x="424700" y="302331"/>
                      <a:pt x="421558" y="290732"/>
                      <a:pt x="420606" y="281414"/>
                    </a:cubicBezTo>
                    <a:cubicBezTo>
                      <a:pt x="419654" y="272096"/>
                      <a:pt x="405563" y="263634"/>
                      <a:pt x="399279" y="255267"/>
                    </a:cubicBezTo>
                    <a:cubicBezTo>
                      <a:pt x="392995" y="246900"/>
                      <a:pt x="392234" y="228169"/>
                      <a:pt x="391758" y="216189"/>
                    </a:cubicBezTo>
                    <a:cubicBezTo>
                      <a:pt x="390116" y="197294"/>
                      <a:pt x="392384" y="178263"/>
                      <a:pt x="398422" y="160281"/>
                    </a:cubicBezTo>
                    <a:cubicBezTo>
                      <a:pt x="399392" y="157584"/>
                      <a:pt x="400000" y="154771"/>
                      <a:pt x="400231" y="151914"/>
                    </a:cubicBezTo>
                    <a:cubicBezTo>
                      <a:pt x="397792" y="150098"/>
                      <a:pt x="394887" y="149010"/>
                      <a:pt x="391853" y="148777"/>
                    </a:cubicBezTo>
                    <a:cubicBezTo>
                      <a:pt x="384236" y="149252"/>
                      <a:pt x="367194" y="139269"/>
                      <a:pt x="363862" y="139269"/>
                    </a:cubicBezTo>
                    <a:cubicBezTo>
                      <a:pt x="360530" y="139269"/>
                      <a:pt x="361006" y="131187"/>
                      <a:pt x="358149" y="126908"/>
                    </a:cubicBezTo>
                    <a:cubicBezTo>
                      <a:pt x="355293" y="122630"/>
                      <a:pt x="357197" y="114643"/>
                      <a:pt x="353389" y="111791"/>
                    </a:cubicBezTo>
                    <a:cubicBezTo>
                      <a:pt x="344611" y="104731"/>
                      <a:pt x="338010" y="95337"/>
                      <a:pt x="334347" y="84693"/>
                    </a:cubicBezTo>
                    <a:cubicBezTo>
                      <a:pt x="330539" y="71477"/>
                      <a:pt x="307308" y="64821"/>
                      <a:pt x="298739" y="64346"/>
                    </a:cubicBezTo>
                    <a:cubicBezTo>
                      <a:pt x="290171" y="63870"/>
                      <a:pt x="285410" y="81935"/>
                      <a:pt x="283030" y="83362"/>
                    </a:cubicBezTo>
                    <a:cubicBezTo>
                      <a:pt x="274876" y="80257"/>
                      <a:pt x="267086" y="76272"/>
                      <a:pt x="259799" y="71477"/>
                    </a:cubicBezTo>
                    <a:cubicBezTo>
                      <a:pt x="255094" y="68978"/>
                      <a:pt x="252297" y="63951"/>
                      <a:pt x="252659" y="58641"/>
                    </a:cubicBezTo>
                    <a:cubicBezTo>
                      <a:pt x="252659" y="52936"/>
                      <a:pt x="242662" y="43998"/>
                      <a:pt x="239806" y="43048"/>
                    </a:cubicBezTo>
                    <a:cubicBezTo>
                      <a:pt x="231823" y="36688"/>
                      <a:pt x="224225" y="29862"/>
                      <a:pt x="217051" y="22605"/>
                    </a:cubicBezTo>
                    <a:lnTo>
                      <a:pt x="185727" y="22605"/>
                    </a:lnTo>
                    <a:lnTo>
                      <a:pt x="179063" y="31163"/>
                    </a:lnTo>
                    <a:lnTo>
                      <a:pt x="121938" y="31638"/>
                    </a:lnTo>
                    <a:cubicBezTo>
                      <a:pt x="121938" y="31638"/>
                      <a:pt x="78237" y="15474"/>
                      <a:pt x="70145" y="13668"/>
                    </a:cubicBezTo>
                    <a:cubicBezTo>
                      <a:pt x="62219" y="10720"/>
                      <a:pt x="54726" y="6723"/>
                      <a:pt x="47866" y="1783"/>
                    </a:cubicBezTo>
                    <a:lnTo>
                      <a:pt x="1785" y="7773"/>
                    </a:lnTo>
                    <a:cubicBezTo>
                      <a:pt x="4607" y="13763"/>
                      <a:pt x="8156" y="19383"/>
                      <a:pt x="12353" y="24507"/>
                    </a:cubicBezTo>
                    <a:cubicBezTo>
                      <a:pt x="20692" y="36162"/>
                      <a:pt x="26468" y="49447"/>
                      <a:pt x="29300" y="63490"/>
                    </a:cubicBezTo>
                    <a:cubicBezTo>
                      <a:pt x="30157" y="70621"/>
                      <a:pt x="43010" y="76421"/>
                      <a:pt x="54150" y="83552"/>
                    </a:cubicBezTo>
                    <a:cubicBezTo>
                      <a:pt x="62208" y="89843"/>
                      <a:pt x="65914" y="100208"/>
                      <a:pt x="63670" y="110174"/>
                    </a:cubicBezTo>
                    <a:cubicBezTo>
                      <a:pt x="62338" y="114168"/>
                      <a:pt x="48532" y="107512"/>
                      <a:pt x="47675" y="111505"/>
                    </a:cubicBezTo>
                    <a:cubicBezTo>
                      <a:pt x="46819" y="115499"/>
                      <a:pt x="65384" y="130521"/>
                      <a:pt x="72525" y="130521"/>
                    </a:cubicBezTo>
                    <a:cubicBezTo>
                      <a:pt x="79665" y="130521"/>
                      <a:pt x="83188" y="134039"/>
                      <a:pt x="94328" y="143833"/>
                    </a:cubicBezTo>
                    <a:cubicBezTo>
                      <a:pt x="105467" y="153626"/>
                      <a:pt x="104515" y="165131"/>
                      <a:pt x="100040" y="168649"/>
                    </a:cubicBezTo>
                    <a:cubicBezTo>
                      <a:pt x="95565" y="172166"/>
                      <a:pt x="108990" y="179773"/>
                      <a:pt x="123176" y="189091"/>
                    </a:cubicBezTo>
                    <a:cubicBezTo>
                      <a:pt x="132982" y="194999"/>
                      <a:pt x="140498" y="204047"/>
                      <a:pt x="144502" y="214762"/>
                    </a:cubicBezTo>
                    <a:cubicBezTo>
                      <a:pt x="145835" y="219707"/>
                      <a:pt x="152119" y="214762"/>
                      <a:pt x="154023" y="208582"/>
                    </a:cubicBezTo>
                    <a:cubicBezTo>
                      <a:pt x="155927" y="202402"/>
                      <a:pt x="149548" y="200120"/>
                      <a:pt x="149548" y="192609"/>
                    </a:cubicBezTo>
                    <a:cubicBezTo>
                      <a:pt x="149548" y="185097"/>
                      <a:pt x="138028" y="186429"/>
                      <a:pt x="132696" y="185573"/>
                    </a:cubicBezTo>
                    <a:cubicBezTo>
                      <a:pt x="127365" y="184717"/>
                      <a:pt x="132696" y="173117"/>
                      <a:pt x="127841" y="167793"/>
                    </a:cubicBezTo>
                    <a:cubicBezTo>
                      <a:pt x="121563" y="159300"/>
                      <a:pt x="117151" y="149581"/>
                      <a:pt x="114893" y="139269"/>
                    </a:cubicBezTo>
                    <a:cubicBezTo>
                      <a:pt x="112227" y="129761"/>
                      <a:pt x="98421" y="119777"/>
                      <a:pt x="92709" y="109128"/>
                    </a:cubicBezTo>
                    <a:cubicBezTo>
                      <a:pt x="88805" y="100925"/>
                      <a:pt x="83377" y="93537"/>
                      <a:pt x="76714" y="87355"/>
                    </a:cubicBezTo>
                    <a:cubicBezTo>
                      <a:pt x="72715" y="84693"/>
                      <a:pt x="82426" y="80699"/>
                      <a:pt x="78904" y="76706"/>
                    </a:cubicBezTo>
                    <a:cubicBezTo>
                      <a:pt x="75381" y="72713"/>
                      <a:pt x="70049" y="73188"/>
                      <a:pt x="63385" y="70050"/>
                    </a:cubicBezTo>
                    <a:cubicBezTo>
                      <a:pt x="56882" y="67600"/>
                      <a:pt x="52489" y="61489"/>
                      <a:pt x="52246" y="54552"/>
                    </a:cubicBezTo>
                    <a:cubicBezTo>
                      <a:pt x="51228" y="44401"/>
                      <a:pt x="48990" y="34409"/>
                      <a:pt x="45581" y="24792"/>
                    </a:cubicBezTo>
                    <a:cubicBezTo>
                      <a:pt x="43391" y="18992"/>
                      <a:pt x="50437" y="19848"/>
                      <a:pt x="52722" y="22510"/>
                    </a:cubicBezTo>
                    <a:cubicBezTo>
                      <a:pt x="55007" y="25173"/>
                      <a:pt x="56720" y="27835"/>
                      <a:pt x="59767" y="26123"/>
                    </a:cubicBezTo>
                    <a:cubicBezTo>
                      <a:pt x="63809" y="24344"/>
                      <a:pt x="68529" y="26174"/>
                      <a:pt x="70311" y="30211"/>
                    </a:cubicBezTo>
                    <a:cubicBezTo>
                      <a:pt x="70352" y="30305"/>
                      <a:pt x="70392" y="30401"/>
                      <a:pt x="70430" y="30497"/>
                    </a:cubicBezTo>
                    <a:cubicBezTo>
                      <a:pt x="72715" y="35441"/>
                      <a:pt x="79951" y="30972"/>
                      <a:pt x="83759" y="33159"/>
                    </a:cubicBezTo>
                    <a:cubicBezTo>
                      <a:pt x="87568" y="35346"/>
                      <a:pt x="75762" y="38103"/>
                      <a:pt x="87377" y="58546"/>
                    </a:cubicBezTo>
                    <a:cubicBezTo>
                      <a:pt x="98993" y="78988"/>
                      <a:pt x="90900" y="67388"/>
                      <a:pt x="90900" y="81175"/>
                    </a:cubicBezTo>
                    <a:cubicBezTo>
                      <a:pt x="90900" y="94961"/>
                      <a:pt x="98041" y="88686"/>
                      <a:pt x="100421" y="86499"/>
                    </a:cubicBezTo>
                    <a:cubicBezTo>
                      <a:pt x="102801" y="84312"/>
                      <a:pt x="108894" y="90873"/>
                      <a:pt x="114607" y="98004"/>
                    </a:cubicBezTo>
                    <a:cubicBezTo>
                      <a:pt x="120319" y="105135"/>
                      <a:pt x="131554" y="105515"/>
                      <a:pt x="131554" y="109509"/>
                    </a:cubicBezTo>
                    <a:cubicBezTo>
                      <a:pt x="131231" y="115620"/>
                      <a:pt x="135181" y="121143"/>
                      <a:pt x="141075" y="122820"/>
                    </a:cubicBezTo>
                    <a:cubicBezTo>
                      <a:pt x="148596" y="124151"/>
                      <a:pt x="149929" y="132328"/>
                      <a:pt x="154785" y="133469"/>
                    </a:cubicBezTo>
                    <a:cubicBezTo>
                      <a:pt x="159640" y="134610"/>
                      <a:pt x="160592" y="139744"/>
                      <a:pt x="157927" y="145449"/>
                    </a:cubicBezTo>
                    <a:cubicBezTo>
                      <a:pt x="155261" y="151154"/>
                      <a:pt x="157927" y="156098"/>
                      <a:pt x="170399" y="161042"/>
                    </a:cubicBezTo>
                    <a:cubicBezTo>
                      <a:pt x="182871" y="165986"/>
                      <a:pt x="177063" y="166747"/>
                      <a:pt x="186775" y="176160"/>
                    </a:cubicBezTo>
                    <a:cubicBezTo>
                      <a:pt x="202023" y="191195"/>
                      <a:pt x="216422" y="207066"/>
                      <a:pt x="229904" y="223700"/>
                    </a:cubicBezTo>
                    <a:cubicBezTo>
                      <a:pt x="234120" y="230423"/>
                      <a:pt x="237327" y="237727"/>
                      <a:pt x="239425" y="245378"/>
                    </a:cubicBezTo>
                    <a:cubicBezTo>
                      <a:pt x="241615" y="251654"/>
                      <a:pt x="234950" y="254886"/>
                      <a:pt x="238473" y="260021"/>
                    </a:cubicBezTo>
                    <a:cubicBezTo>
                      <a:pt x="241995" y="265155"/>
                      <a:pt x="231808" y="263158"/>
                      <a:pt x="232284" y="267152"/>
                    </a:cubicBezTo>
                    <a:cubicBezTo>
                      <a:pt x="232760" y="271145"/>
                      <a:pt x="238473" y="291112"/>
                      <a:pt x="248279" y="292063"/>
                    </a:cubicBezTo>
                    <a:cubicBezTo>
                      <a:pt x="258086" y="293014"/>
                      <a:pt x="269225" y="304899"/>
                      <a:pt x="276842" y="311079"/>
                    </a:cubicBezTo>
                    <a:cubicBezTo>
                      <a:pt x="284458" y="317259"/>
                      <a:pt x="296835" y="316403"/>
                      <a:pt x="308832" y="320587"/>
                    </a:cubicBezTo>
                    <a:cubicBezTo>
                      <a:pt x="320828" y="324770"/>
                      <a:pt x="331015" y="335609"/>
                      <a:pt x="348343" y="340554"/>
                    </a:cubicBezTo>
                    <a:cubicBezTo>
                      <a:pt x="364287" y="344904"/>
                      <a:pt x="379542" y="351465"/>
                      <a:pt x="393662" y="360045"/>
                    </a:cubicBezTo>
                    <a:cubicBezTo>
                      <a:pt x="404801" y="367176"/>
                      <a:pt x="418607" y="364038"/>
                      <a:pt x="434125" y="357858"/>
                    </a:cubicBezTo>
                    <a:cubicBezTo>
                      <a:pt x="449644" y="351678"/>
                      <a:pt x="461641" y="359570"/>
                      <a:pt x="470590" y="363183"/>
                    </a:cubicBezTo>
                    <a:cubicBezTo>
                      <a:pt x="478424" y="367856"/>
                      <a:pt x="485651" y="373477"/>
                      <a:pt x="492107" y="379917"/>
                    </a:cubicBezTo>
                    <a:cubicBezTo>
                      <a:pt x="497493" y="372116"/>
                      <a:pt x="503511" y="364770"/>
                      <a:pt x="510102" y="35795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lin ang="18900000" scaled="1"/>
                <a:tileRect/>
              </a:gradFill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81" name="Freeform 2689">
                <a:extLst>
                  <a:ext uri="{FF2B5EF4-FFF2-40B4-BE49-F238E27FC236}">
                    <a16:creationId xmlns:a16="http://schemas.microsoft.com/office/drawing/2014/main" id="{E6D0FF95-5506-976E-EDF5-D2C11AD9F084}"/>
                  </a:ext>
                </a:extLst>
              </p:cNvPr>
              <p:cNvSpPr/>
              <p:nvPr/>
            </p:nvSpPr>
            <p:spPr>
              <a:xfrm>
                <a:off x="7559561" y="6732810"/>
                <a:ext cx="202045" cy="201777"/>
              </a:xfrm>
              <a:custGeom>
                <a:avLst/>
                <a:gdLst>
                  <a:gd name="connsiteX0" fmla="*/ 76523 w 85687"/>
                  <a:gd name="connsiteY0" fmla="*/ 56834 h 85572"/>
                  <a:gd name="connsiteX1" fmla="*/ 87377 w 85687"/>
                  <a:gd name="connsiteY1" fmla="*/ 45710 h 85572"/>
                  <a:gd name="connsiteX2" fmla="*/ 79285 w 85687"/>
                  <a:gd name="connsiteY2" fmla="*/ 40956 h 85572"/>
                  <a:gd name="connsiteX3" fmla="*/ 69288 w 85687"/>
                  <a:gd name="connsiteY3" fmla="*/ 42287 h 85572"/>
                  <a:gd name="connsiteX4" fmla="*/ 70335 w 85687"/>
                  <a:gd name="connsiteY4" fmla="*/ 1783 h 85572"/>
                  <a:gd name="connsiteX5" fmla="*/ 36631 w 85687"/>
                  <a:gd name="connsiteY5" fmla="*/ 1783 h 85572"/>
                  <a:gd name="connsiteX6" fmla="*/ 30252 w 85687"/>
                  <a:gd name="connsiteY6" fmla="*/ 16710 h 85572"/>
                  <a:gd name="connsiteX7" fmla="*/ 44819 w 85687"/>
                  <a:gd name="connsiteY7" fmla="*/ 35726 h 85572"/>
                  <a:gd name="connsiteX8" fmla="*/ 18256 w 85687"/>
                  <a:gd name="connsiteY8" fmla="*/ 38769 h 85572"/>
                  <a:gd name="connsiteX9" fmla="*/ 1785 w 85687"/>
                  <a:gd name="connsiteY9" fmla="*/ 60352 h 85572"/>
                  <a:gd name="connsiteX10" fmla="*/ 23778 w 85687"/>
                  <a:gd name="connsiteY10" fmla="*/ 79368 h 85572"/>
                  <a:gd name="connsiteX11" fmla="*/ 51769 w 85687"/>
                  <a:gd name="connsiteY11" fmla="*/ 84312 h 85572"/>
                  <a:gd name="connsiteX12" fmla="*/ 52436 w 85687"/>
                  <a:gd name="connsiteY12" fmla="*/ 84312 h 85572"/>
                  <a:gd name="connsiteX13" fmla="*/ 66717 w 85687"/>
                  <a:gd name="connsiteY13" fmla="*/ 72427 h 85572"/>
                  <a:gd name="connsiteX14" fmla="*/ 76523 w 85687"/>
                  <a:gd name="connsiteY14" fmla="*/ 56834 h 8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5687" h="85572">
                    <a:moveTo>
                      <a:pt x="76523" y="56834"/>
                    </a:moveTo>
                    <a:cubicBezTo>
                      <a:pt x="80524" y="53518"/>
                      <a:pt x="84162" y="49789"/>
                      <a:pt x="87377" y="45710"/>
                    </a:cubicBezTo>
                    <a:cubicBezTo>
                      <a:pt x="80427" y="49418"/>
                      <a:pt x="77857" y="45710"/>
                      <a:pt x="79285" y="40956"/>
                    </a:cubicBezTo>
                    <a:lnTo>
                      <a:pt x="69288" y="42287"/>
                    </a:lnTo>
                    <a:lnTo>
                      <a:pt x="70335" y="1783"/>
                    </a:lnTo>
                    <a:cubicBezTo>
                      <a:pt x="62242" y="1783"/>
                      <a:pt x="39583" y="1783"/>
                      <a:pt x="36631" y="1783"/>
                    </a:cubicBezTo>
                    <a:cubicBezTo>
                      <a:pt x="33680" y="1783"/>
                      <a:pt x="32347" y="15474"/>
                      <a:pt x="30252" y="16710"/>
                    </a:cubicBezTo>
                    <a:cubicBezTo>
                      <a:pt x="28158" y="17946"/>
                      <a:pt x="46914" y="30497"/>
                      <a:pt x="44819" y="35726"/>
                    </a:cubicBezTo>
                    <a:cubicBezTo>
                      <a:pt x="42725" y="40956"/>
                      <a:pt x="20351" y="38294"/>
                      <a:pt x="18256" y="38769"/>
                    </a:cubicBezTo>
                    <a:cubicBezTo>
                      <a:pt x="12208" y="45521"/>
                      <a:pt x="6701" y="52738"/>
                      <a:pt x="1785" y="60352"/>
                    </a:cubicBezTo>
                    <a:cubicBezTo>
                      <a:pt x="8762" y="67088"/>
                      <a:pt x="16104" y="73437"/>
                      <a:pt x="23778" y="79368"/>
                    </a:cubicBezTo>
                    <a:cubicBezTo>
                      <a:pt x="32252" y="84693"/>
                      <a:pt x="46057" y="78893"/>
                      <a:pt x="51769" y="84312"/>
                    </a:cubicBezTo>
                    <a:lnTo>
                      <a:pt x="52436" y="84312"/>
                    </a:lnTo>
                    <a:cubicBezTo>
                      <a:pt x="56682" y="79772"/>
                      <a:pt x="61479" y="75779"/>
                      <a:pt x="66717" y="72427"/>
                    </a:cubicBezTo>
                    <a:cubicBezTo>
                      <a:pt x="71002" y="71382"/>
                      <a:pt x="67574" y="64060"/>
                      <a:pt x="76523" y="5683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82" name="Freeform 2690">
                <a:extLst>
                  <a:ext uri="{FF2B5EF4-FFF2-40B4-BE49-F238E27FC236}">
                    <a16:creationId xmlns:a16="http://schemas.microsoft.com/office/drawing/2014/main" id="{1EAD416F-7A4C-9E11-FF70-844A7570E02F}"/>
                  </a:ext>
                </a:extLst>
              </p:cNvPr>
              <p:cNvSpPr/>
              <p:nvPr/>
            </p:nvSpPr>
            <p:spPr>
              <a:xfrm>
                <a:off x="7718727" y="6702522"/>
                <a:ext cx="67348" cy="112099"/>
              </a:xfrm>
              <a:custGeom>
                <a:avLst/>
                <a:gdLst>
                  <a:gd name="connsiteX0" fmla="*/ 5594 w 28562"/>
                  <a:gd name="connsiteY0" fmla="*/ 14437 h 47540"/>
                  <a:gd name="connsiteX1" fmla="*/ 2833 w 28562"/>
                  <a:gd name="connsiteY1" fmla="*/ 14437 h 47540"/>
                  <a:gd name="connsiteX2" fmla="*/ 1785 w 28562"/>
                  <a:gd name="connsiteY2" fmla="*/ 54942 h 47540"/>
                  <a:gd name="connsiteX3" fmla="*/ 11782 w 28562"/>
                  <a:gd name="connsiteY3" fmla="*/ 53610 h 47540"/>
                  <a:gd name="connsiteX4" fmla="*/ 18066 w 28562"/>
                  <a:gd name="connsiteY4" fmla="*/ 43437 h 47540"/>
                  <a:gd name="connsiteX5" fmla="*/ 23397 w 28562"/>
                  <a:gd name="connsiteY5" fmla="*/ 10159 h 47540"/>
                  <a:gd name="connsiteX6" fmla="*/ 27872 w 28562"/>
                  <a:gd name="connsiteY6" fmla="*/ 7592 h 47540"/>
                  <a:gd name="connsiteX7" fmla="*/ 18351 w 28562"/>
                  <a:gd name="connsiteY7" fmla="*/ 1792 h 47540"/>
                  <a:gd name="connsiteX8" fmla="*/ 5594 w 28562"/>
                  <a:gd name="connsiteY8" fmla="*/ 14437 h 4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62" h="47540">
                    <a:moveTo>
                      <a:pt x="5594" y="14437"/>
                    </a:moveTo>
                    <a:cubicBezTo>
                      <a:pt x="4676" y="14533"/>
                      <a:pt x="3750" y="14533"/>
                      <a:pt x="2833" y="14437"/>
                    </a:cubicBezTo>
                    <a:lnTo>
                      <a:pt x="1785" y="54942"/>
                    </a:lnTo>
                    <a:lnTo>
                      <a:pt x="11782" y="53610"/>
                    </a:lnTo>
                    <a:cubicBezTo>
                      <a:pt x="12727" y="49633"/>
                      <a:pt x="14931" y="46065"/>
                      <a:pt x="18066" y="43437"/>
                    </a:cubicBezTo>
                    <a:cubicBezTo>
                      <a:pt x="26063" y="37257"/>
                      <a:pt x="14067" y="12441"/>
                      <a:pt x="23397" y="10159"/>
                    </a:cubicBezTo>
                    <a:cubicBezTo>
                      <a:pt x="25097" y="9731"/>
                      <a:pt x="26646" y="8842"/>
                      <a:pt x="27872" y="7592"/>
                    </a:cubicBezTo>
                    <a:cubicBezTo>
                      <a:pt x="24540" y="4454"/>
                      <a:pt x="20827" y="1602"/>
                      <a:pt x="18351" y="1792"/>
                    </a:cubicBezTo>
                    <a:cubicBezTo>
                      <a:pt x="13305" y="2362"/>
                      <a:pt x="7307" y="13582"/>
                      <a:pt x="5594" y="1443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83" name="Freeform 2691">
                <a:extLst>
                  <a:ext uri="{FF2B5EF4-FFF2-40B4-BE49-F238E27FC236}">
                    <a16:creationId xmlns:a16="http://schemas.microsoft.com/office/drawing/2014/main" id="{1265C471-704F-6429-C9C8-E1C017CBB40F}"/>
                  </a:ext>
                </a:extLst>
              </p:cNvPr>
              <p:cNvSpPr/>
              <p:nvPr/>
            </p:nvSpPr>
            <p:spPr>
              <a:xfrm>
                <a:off x="8416990" y="6619929"/>
                <a:ext cx="134699" cy="112099"/>
              </a:xfrm>
              <a:custGeom>
                <a:avLst/>
                <a:gdLst>
                  <a:gd name="connsiteX0" fmla="*/ 27742 w 57124"/>
                  <a:gd name="connsiteY0" fmla="*/ 3256 h 47540"/>
                  <a:gd name="connsiteX1" fmla="*/ 41071 w 57124"/>
                  <a:gd name="connsiteY1" fmla="*/ 30734 h 47540"/>
                  <a:gd name="connsiteX2" fmla="*/ 1941 w 57124"/>
                  <a:gd name="connsiteY2" fmla="*/ 37865 h 47540"/>
                  <a:gd name="connsiteX3" fmla="*/ 27742 w 57124"/>
                  <a:gd name="connsiteY3" fmla="*/ 44046 h 47540"/>
                  <a:gd name="connsiteX4" fmla="*/ 55543 w 57124"/>
                  <a:gd name="connsiteY4" fmla="*/ 47754 h 47540"/>
                  <a:gd name="connsiteX5" fmla="*/ 59447 w 57124"/>
                  <a:gd name="connsiteY5" fmla="*/ 8866 h 47540"/>
                  <a:gd name="connsiteX6" fmla="*/ 27742 w 57124"/>
                  <a:gd name="connsiteY6" fmla="*/ 3256 h 4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24" h="47540">
                    <a:moveTo>
                      <a:pt x="27742" y="3256"/>
                    </a:moveTo>
                    <a:cubicBezTo>
                      <a:pt x="18793" y="9436"/>
                      <a:pt x="41071" y="22748"/>
                      <a:pt x="41071" y="30734"/>
                    </a:cubicBezTo>
                    <a:cubicBezTo>
                      <a:pt x="41071" y="38721"/>
                      <a:pt x="5368" y="29213"/>
                      <a:pt x="1941" y="37865"/>
                    </a:cubicBezTo>
                    <a:cubicBezTo>
                      <a:pt x="132" y="42334"/>
                      <a:pt x="14413" y="48514"/>
                      <a:pt x="27742" y="44046"/>
                    </a:cubicBezTo>
                    <a:cubicBezTo>
                      <a:pt x="37098" y="41070"/>
                      <a:pt x="47297" y="42430"/>
                      <a:pt x="55543" y="47754"/>
                    </a:cubicBezTo>
                    <a:cubicBezTo>
                      <a:pt x="56495" y="34252"/>
                      <a:pt x="58018" y="19230"/>
                      <a:pt x="59447" y="8866"/>
                    </a:cubicBezTo>
                    <a:cubicBezTo>
                      <a:pt x="48212" y="5919"/>
                      <a:pt x="34216" y="-1308"/>
                      <a:pt x="27742" y="325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84" name="Freeform 2692">
                <a:extLst>
                  <a:ext uri="{FF2B5EF4-FFF2-40B4-BE49-F238E27FC236}">
                    <a16:creationId xmlns:a16="http://schemas.microsoft.com/office/drawing/2014/main" id="{8DE5F56B-C958-34F9-EBFD-D1531664D270}"/>
                  </a:ext>
                </a:extLst>
              </p:cNvPr>
              <p:cNvSpPr/>
              <p:nvPr/>
            </p:nvSpPr>
            <p:spPr>
              <a:xfrm>
                <a:off x="8543750" y="6636631"/>
                <a:ext cx="157148" cy="89678"/>
              </a:xfrm>
              <a:custGeom>
                <a:avLst/>
                <a:gdLst>
                  <a:gd name="connsiteX0" fmla="*/ 28158 w 66645"/>
                  <a:gd name="connsiteY0" fmla="*/ 32589 h 38032"/>
                  <a:gd name="connsiteX1" fmla="*/ 69954 w 66645"/>
                  <a:gd name="connsiteY1" fmla="*/ 24602 h 38032"/>
                  <a:gd name="connsiteX2" fmla="*/ 16638 w 66645"/>
                  <a:gd name="connsiteY2" fmla="*/ 2353 h 38032"/>
                  <a:gd name="connsiteX3" fmla="*/ 5689 w 66645"/>
                  <a:gd name="connsiteY3" fmla="*/ 1783 h 38032"/>
                  <a:gd name="connsiteX4" fmla="*/ 1785 w 66645"/>
                  <a:gd name="connsiteY4" fmla="*/ 40671 h 38032"/>
                  <a:gd name="connsiteX5" fmla="*/ 3309 w 66645"/>
                  <a:gd name="connsiteY5" fmla="*/ 41431 h 38032"/>
                  <a:gd name="connsiteX6" fmla="*/ 28158 w 66645"/>
                  <a:gd name="connsiteY6" fmla="*/ 32589 h 3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645" h="38032">
                    <a:moveTo>
                      <a:pt x="28158" y="32589"/>
                    </a:moveTo>
                    <a:cubicBezTo>
                      <a:pt x="44153" y="27264"/>
                      <a:pt x="69954" y="36962"/>
                      <a:pt x="69954" y="24602"/>
                    </a:cubicBezTo>
                    <a:cubicBezTo>
                      <a:pt x="69954" y="12242"/>
                      <a:pt x="27301" y="-1165"/>
                      <a:pt x="16638" y="2353"/>
                    </a:cubicBezTo>
                    <a:cubicBezTo>
                      <a:pt x="13002" y="3137"/>
                      <a:pt x="9223" y="2940"/>
                      <a:pt x="5689" y="1783"/>
                    </a:cubicBezTo>
                    <a:cubicBezTo>
                      <a:pt x="4261" y="12051"/>
                      <a:pt x="2737" y="27169"/>
                      <a:pt x="1785" y="40671"/>
                    </a:cubicBezTo>
                    <a:lnTo>
                      <a:pt x="3309" y="41431"/>
                    </a:lnTo>
                    <a:cubicBezTo>
                      <a:pt x="10354" y="44949"/>
                      <a:pt x="12163" y="38294"/>
                      <a:pt x="28158" y="3258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85" name="Freeform 2693">
                <a:extLst>
                  <a:ext uri="{FF2B5EF4-FFF2-40B4-BE49-F238E27FC236}">
                    <a16:creationId xmlns:a16="http://schemas.microsoft.com/office/drawing/2014/main" id="{F18FD32E-544D-8538-159C-66E18F39D80D}"/>
                  </a:ext>
                </a:extLst>
              </p:cNvPr>
              <p:cNvSpPr/>
              <p:nvPr/>
            </p:nvSpPr>
            <p:spPr>
              <a:xfrm>
                <a:off x="7803135" y="6869793"/>
                <a:ext cx="202045" cy="201777"/>
              </a:xfrm>
              <a:custGeom>
                <a:avLst/>
                <a:gdLst>
                  <a:gd name="connsiteX0" fmla="*/ 47772 w 85687"/>
                  <a:gd name="connsiteY0" fmla="*/ 84503 h 85572"/>
                  <a:gd name="connsiteX1" fmla="*/ 67575 w 85687"/>
                  <a:gd name="connsiteY1" fmla="*/ 87735 h 85572"/>
                  <a:gd name="connsiteX2" fmla="*/ 77096 w 85687"/>
                  <a:gd name="connsiteY2" fmla="*/ 88876 h 85572"/>
                  <a:gd name="connsiteX3" fmla="*/ 74335 w 85687"/>
                  <a:gd name="connsiteY3" fmla="*/ 84598 h 85572"/>
                  <a:gd name="connsiteX4" fmla="*/ 79191 w 85687"/>
                  <a:gd name="connsiteY4" fmla="*/ 58831 h 85572"/>
                  <a:gd name="connsiteX5" fmla="*/ 81857 w 85687"/>
                  <a:gd name="connsiteY5" fmla="*/ 24697 h 85572"/>
                  <a:gd name="connsiteX6" fmla="*/ 86331 w 85687"/>
                  <a:gd name="connsiteY6" fmla="*/ 3780 h 85572"/>
                  <a:gd name="connsiteX7" fmla="*/ 86331 w 85687"/>
                  <a:gd name="connsiteY7" fmla="*/ 1783 h 85572"/>
                  <a:gd name="connsiteX8" fmla="*/ 62910 w 85687"/>
                  <a:gd name="connsiteY8" fmla="*/ 11291 h 85572"/>
                  <a:gd name="connsiteX9" fmla="*/ 43869 w 85687"/>
                  <a:gd name="connsiteY9" fmla="*/ 15569 h 85572"/>
                  <a:gd name="connsiteX10" fmla="*/ 21971 w 85687"/>
                  <a:gd name="connsiteY10" fmla="*/ 25077 h 85572"/>
                  <a:gd name="connsiteX11" fmla="*/ 15496 w 85687"/>
                  <a:gd name="connsiteY11" fmla="*/ 37438 h 85572"/>
                  <a:gd name="connsiteX12" fmla="*/ 9498 w 85687"/>
                  <a:gd name="connsiteY12" fmla="*/ 43048 h 85572"/>
                  <a:gd name="connsiteX13" fmla="*/ 2072 w 85687"/>
                  <a:gd name="connsiteY13" fmla="*/ 44759 h 85572"/>
                  <a:gd name="connsiteX14" fmla="*/ 5214 w 85687"/>
                  <a:gd name="connsiteY14" fmla="*/ 52365 h 85572"/>
                  <a:gd name="connsiteX15" fmla="*/ 29683 w 85687"/>
                  <a:gd name="connsiteY15" fmla="*/ 75850 h 85572"/>
                  <a:gd name="connsiteX16" fmla="*/ 36538 w 85687"/>
                  <a:gd name="connsiteY16" fmla="*/ 84027 h 85572"/>
                  <a:gd name="connsiteX17" fmla="*/ 47772 w 85687"/>
                  <a:gd name="connsiteY17" fmla="*/ 84503 h 8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5687" h="85572">
                    <a:moveTo>
                      <a:pt x="47772" y="84503"/>
                    </a:moveTo>
                    <a:cubicBezTo>
                      <a:pt x="52152" y="86689"/>
                      <a:pt x="63196" y="84503"/>
                      <a:pt x="67575" y="87735"/>
                    </a:cubicBezTo>
                    <a:cubicBezTo>
                      <a:pt x="70513" y="89231"/>
                      <a:pt x="73887" y="89636"/>
                      <a:pt x="77096" y="88876"/>
                    </a:cubicBezTo>
                    <a:cubicBezTo>
                      <a:pt x="75859" y="86975"/>
                      <a:pt x="74811" y="85453"/>
                      <a:pt x="74335" y="84598"/>
                    </a:cubicBezTo>
                    <a:cubicBezTo>
                      <a:pt x="71193" y="78798"/>
                      <a:pt x="76525" y="67293"/>
                      <a:pt x="79191" y="58831"/>
                    </a:cubicBezTo>
                    <a:cubicBezTo>
                      <a:pt x="81857" y="50369"/>
                      <a:pt x="77001" y="30307"/>
                      <a:pt x="81857" y="24697"/>
                    </a:cubicBezTo>
                    <a:cubicBezTo>
                      <a:pt x="86712" y="19087"/>
                      <a:pt x="84142" y="16235"/>
                      <a:pt x="86331" y="3780"/>
                    </a:cubicBezTo>
                    <a:cubicBezTo>
                      <a:pt x="86377" y="3115"/>
                      <a:pt x="86377" y="2448"/>
                      <a:pt x="86331" y="1783"/>
                    </a:cubicBezTo>
                    <a:cubicBezTo>
                      <a:pt x="76334" y="1783"/>
                      <a:pt x="66052" y="10815"/>
                      <a:pt x="62910" y="11291"/>
                    </a:cubicBezTo>
                    <a:cubicBezTo>
                      <a:pt x="59768" y="11766"/>
                      <a:pt x="45297" y="8248"/>
                      <a:pt x="43869" y="15569"/>
                    </a:cubicBezTo>
                    <a:cubicBezTo>
                      <a:pt x="42440" y="22891"/>
                      <a:pt x="33586" y="24127"/>
                      <a:pt x="21971" y="25077"/>
                    </a:cubicBezTo>
                    <a:cubicBezTo>
                      <a:pt x="10355" y="26028"/>
                      <a:pt x="16353" y="35821"/>
                      <a:pt x="15496" y="37438"/>
                    </a:cubicBezTo>
                    <a:cubicBezTo>
                      <a:pt x="13765" y="39575"/>
                      <a:pt x="11747" y="41462"/>
                      <a:pt x="9498" y="43048"/>
                    </a:cubicBezTo>
                    <a:lnTo>
                      <a:pt x="2072" y="44759"/>
                    </a:lnTo>
                    <a:cubicBezTo>
                      <a:pt x="1160" y="47719"/>
                      <a:pt x="2478" y="50909"/>
                      <a:pt x="5214" y="52365"/>
                    </a:cubicBezTo>
                    <a:cubicBezTo>
                      <a:pt x="12259" y="56359"/>
                      <a:pt x="22066" y="71382"/>
                      <a:pt x="29683" y="75850"/>
                    </a:cubicBezTo>
                    <a:cubicBezTo>
                      <a:pt x="32922" y="77611"/>
                      <a:pt x="35371" y="80533"/>
                      <a:pt x="36538" y="84027"/>
                    </a:cubicBezTo>
                    <a:cubicBezTo>
                      <a:pt x="40265" y="83272"/>
                      <a:pt x="44122" y="83435"/>
                      <a:pt x="47772" y="84503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86" name="Freeform 2699">
                <a:extLst>
                  <a:ext uri="{FF2B5EF4-FFF2-40B4-BE49-F238E27FC236}">
                    <a16:creationId xmlns:a16="http://schemas.microsoft.com/office/drawing/2014/main" id="{29663296-E9DA-71EF-3493-2863C68B7D4F}"/>
                  </a:ext>
                </a:extLst>
              </p:cNvPr>
              <p:cNvSpPr/>
              <p:nvPr/>
            </p:nvSpPr>
            <p:spPr>
              <a:xfrm>
                <a:off x="7876811" y="7062402"/>
                <a:ext cx="157148" cy="112099"/>
              </a:xfrm>
              <a:custGeom>
                <a:avLst/>
                <a:gdLst>
                  <a:gd name="connsiteX0" fmla="*/ 62988 w 66645"/>
                  <a:gd name="connsiteY0" fmla="*/ 44559 h 47540"/>
                  <a:gd name="connsiteX1" fmla="*/ 66035 w 66645"/>
                  <a:gd name="connsiteY1" fmla="*/ 31818 h 47540"/>
                  <a:gd name="connsiteX2" fmla="*/ 46232 w 66645"/>
                  <a:gd name="connsiteY2" fmla="*/ 7192 h 47540"/>
                  <a:gd name="connsiteX3" fmla="*/ 36711 w 66645"/>
                  <a:gd name="connsiteY3" fmla="*/ 6052 h 47540"/>
                  <a:gd name="connsiteX4" fmla="*/ 16907 w 66645"/>
                  <a:gd name="connsiteY4" fmla="*/ 2819 h 47540"/>
                  <a:gd name="connsiteX5" fmla="*/ 5863 w 66645"/>
                  <a:gd name="connsiteY5" fmla="*/ 2153 h 47540"/>
                  <a:gd name="connsiteX6" fmla="*/ 4340 w 66645"/>
                  <a:gd name="connsiteY6" fmla="*/ 9950 h 47540"/>
                  <a:gd name="connsiteX7" fmla="*/ 5584 w 66645"/>
                  <a:gd name="connsiteY7" fmla="*/ 25093 h 47540"/>
                  <a:gd name="connsiteX8" fmla="*/ 9672 w 66645"/>
                  <a:gd name="connsiteY8" fmla="*/ 27254 h 47540"/>
                  <a:gd name="connsiteX9" fmla="*/ 21192 w 66645"/>
                  <a:gd name="connsiteY9" fmla="*/ 25068 h 47540"/>
                  <a:gd name="connsiteX10" fmla="*/ 30046 w 66645"/>
                  <a:gd name="connsiteY10" fmla="*/ 32579 h 47540"/>
                  <a:gd name="connsiteX11" fmla="*/ 44327 w 66645"/>
                  <a:gd name="connsiteY11" fmla="*/ 45034 h 47540"/>
                  <a:gd name="connsiteX12" fmla="*/ 55848 w 66645"/>
                  <a:gd name="connsiteY12" fmla="*/ 55208 h 47540"/>
                  <a:gd name="connsiteX13" fmla="*/ 60703 w 66645"/>
                  <a:gd name="connsiteY13" fmla="*/ 55208 h 47540"/>
                  <a:gd name="connsiteX14" fmla="*/ 62988 w 66645"/>
                  <a:gd name="connsiteY14" fmla="*/ 44559 h 4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6645" h="47540">
                    <a:moveTo>
                      <a:pt x="62988" y="44559"/>
                    </a:moveTo>
                    <a:cubicBezTo>
                      <a:pt x="62282" y="40077"/>
                      <a:pt x="63377" y="35498"/>
                      <a:pt x="66035" y="31818"/>
                    </a:cubicBezTo>
                    <a:cubicBezTo>
                      <a:pt x="58941" y="24017"/>
                      <a:pt x="52328" y="15794"/>
                      <a:pt x="46232" y="7192"/>
                    </a:cubicBezTo>
                    <a:cubicBezTo>
                      <a:pt x="43023" y="7952"/>
                      <a:pt x="39648" y="7548"/>
                      <a:pt x="36711" y="6052"/>
                    </a:cubicBezTo>
                    <a:cubicBezTo>
                      <a:pt x="32331" y="2819"/>
                      <a:pt x="21287" y="5006"/>
                      <a:pt x="16907" y="2819"/>
                    </a:cubicBezTo>
                    <a:cubicBezTo>
                      <a:pt x="13332" y="1719"/>
                      <a:pt x="9545" y="1491"/>
                      <a:pt x="5863" y="2153"/>
                    </a:cubicBezTo>
                    <a:cubicBezTo>
                      <a:pt x="7042" y="4814"/>
                      <a:pt x="6434" y="7927"/>
                      <a:pt x="4340" y="9950"/>
                    </a:cubicBezTo>
                    <a:cubicBezTo>
                      <a:pt x="496" y="14475"/>
                      <a:pt x="1053" y="21255"/>
                      <a:pt x="5584" y="25093"/>
                    </a:cubicBezTo>
                    <a:cubicBezTo>
                      <a:pt x="6774" y="26101"/>
                      <a:pt x="8168" y="26838"/>
                      <a:pt x="9672" y="27254"/>
                    </a:cubicBezTo>
                    <a:cubicBezTo>
                      <a:pt x="19192" y="31248"/>
                      <a:pt x="16336" y="25068"/>
                      <a:pt x="21192" y="25068"/>
                    </a:cubicBezTo>
                    <a:cubicBezTo>
                      <a:pt x="26047" y="25068"/>
                      <a:pt x="25667" y="32579"/>
                      <a:pt x="30046" y="32579"/>
                    </a:cubicBezTo>
                    <a:cubicBezTo>
                      <a:pt x="34426" y="32579"/>
                      <a:pt x="44708" y="37903"/>
                      <a:pt x="44327" y="45034"/>
                    </a:cubicBezTo>
                    <a:cubicBezTo>
                      <a:pt x="43947" y="52165"/>
                      <a:pt x="47850" y="55208"/>
                      <a:pt x="55848" y="55208"/>
                    </a:cubicBezTo>
                    <a:cubicBezTo>
                      <a:pt x="57465" y="55125"/>
                      <a:pt x="59086" y="55125"/>
                      <a:pt x="60703" y="55208"/>
                    </a:cubicBezTo>
                    <a:cubicBezTo>
                      <a:pt x="61655" y="50834"/>
                      <a:pt x="63750" y="47031"/>
                      <a:pt x="62988" y="44559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87" name="Freeform 2700">
                <a:extLst>
                  <a:ext uri="{FF2B5EF4-FFF2-40B4-BE49-F238E27FC236}">
                    <a16:creationId xmlns:a16="http://schemas.microsoft.com/office/drawing/2014/main" id="{E8AC222C-8475-CA80-E011-4D66F2BBAFAE}"/>
                  </a:ext>
                </a:extLst>
              </p:cNvPr>
              <p:cNvSpPr/>
              <p:nvPr/>
            </p:nvSpPr>
            <p:spPr>
              <a:xfrm>
                <a:off x="8014389" y="7128900"/>
                <a:ext cx="269395" cy="112099"/>
              </a:xfrm>
              <a:custGeom>
                <a:avLst/>
                <a:gdLst>
                  <a:gd name="connsiteX0" fmla="*/ 106419 w 114249"/>
                  <a:gd name="connsiteY0" fmla="*/ 16357 h 47540"/>
                  <a:gd name="connsiteX1" fmla="*/ 78428 w 114249"/>
                  <a:gd name="connsiteY1" fmla="*/ 3046 h 47540"/>
                  <a:gd name="connsiteX2" fmla="*/ 49865 w 114249"/>
                  <a:gd name="connsiteY2" fmla="*/ 13790 h 47540"/>
                  <a:gd name="connsiteX3" fmla="*/ 17780 w 114249"/>
                  <a:gd name="connsiteY3" fmla="*/ 12839 h 47540"/>
                  <a:gd name="connsiteX4" fmla="*/ 7498 w 114249"/>
                  <a:gd name="connsiteY4" fmla="*/ 3331 h 47540"/>
                  <a:gd name="connsiteX5" fmla="*/ 4451 w 114249"/>
                  <a:gd name="connsiteY5" fmla="*/ 16072 h 47540"/>
                  <a:gd name="connsiteX6" fmla="*/ 1785 w 114249"/>
                  <a:gd name="connsiteY6" fmla="*/ 27101 h 47540"/>
                  <a:gd name="connsiteX7" fmla="*/ 27587 w 114249"/>
                  <a:gd name="connsiteY7" fmla="*/ 38796 h 47540"/>
                  <a:gd name="connsiteX8" fmla="*/ 42249 w 114249"/>
                  <a:gd name="connsiteY8" fmla="*/ 48304 h 47540"/>
                  <a:gd name="connsiteX9" fmla="*/ 57863 w 114249"/>
                  <a:gd name="connsiteY9" fmla="*/ 44310 h 47540"/>
                  <a:gd name="connsiteX10" fmla="*/ 52055 w 114249"/>
                  <a:gd name="connsiteY10" fmla="*/ 33281 h 47540"/>
                  <a:gd name="connsiteX11" fmla="*/ 62718 w 114249"/>
                  <a:gd name="connsiteY11" fmla="*/ 23773 h 47540"/>
                  <a:gd name="connsiteX12" fmla="*/ 84902 w 114249"/>
                  <a:gd name="connsiteY12" fmla="*/ 16642 h 47540"/>
                  <a:gd name="connsiteX13" fmla="*/ 90710 w 114249"/>
                  <a:gd name="connsiteY13" fmla="*/ 30429 h 47540"/>
                  <a:gd name="connsiteX14" fmla="*/ 102515 w 114249"/>
                  <a:gd name="connsiteY14" fmla="*/ 51251 h 47540"/>
                  <a:gd name="connsiteX15" fmla="*/ 116035 w 114249"/>
                  <a:gd name="connsiteY15" fmla="*/ 38130 h 47540"/>
                  <a:gd name="connsiteX16" fmla="*/ 118796 w 114249"/>
                  <a:gd name="connsiteY16" fmla="*/ 31855 h 47540"/>
                  <a:gd name="connsiteX17" fmla="*/ 106419 w 114249"/>
                  <a:gd name="connsiteY17" fmla="*/ 16357 h 4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4249" h="47540">
                    <a:moveTo>
                      <a:pt x="106419" y="16357"/>
                    </a:moveTo>
                    <a:cubicBezTo>
                      <a:pt x="99374" y="5708"/>
                      <a:pt x="86425" y="6849"/>
                      <a:pt x="78428" y="3046"/>
                    </a:cubicBezTo>
                    <a:cubicBezTo>
                      <a:pt x="70430" y="-758"/>
                      <a:pt x="60243" y="4377"/>
                      <a:pt x="49865" y="13790"/>
                    </a:cubicBezTo>
                    <a:cubicBezTo>
                      <a:pt x="39488" y="23203"/>
                      <a:pt x="26730" y="17688"/>
                      <a:pt x="17780" y="12839"/>
                    </a:cubicBezTo>
                    <a:cubicBezTo>
                      <a:pt x="13948" y="10136"/>
                      <a:pt x="10491" y="6939"/>
                      <a:pt x="7498" y="3331"/>
                    </a:cubicBezTo>
                    <a:cubicBezTo>
                      <a:pt x="4840" y="7011"/>
                      <a:pt x="3745" y="11590"/>
                      <a:pt x="4451" y="16072"/>
                    </a:cubicBezTo>
                    <a:cubicBezTo>
                      <a:pt x="5213" y="18544"/>
                      <a:pt x="3118" y="22347"/>
                      <a:pt x="1785" y="27101"/>
                    </a:cubicBezTo>
                    <a:cubicBezTo>
                      <a:pt x="11469" y="27949"/>
                      <a:pt x="20572" y="32075"/>
                      <a:pt x="27587" y="38796"/>
                    </a:cubicBezTo>
                    <a:cubicBezTo>
                      <a:pt x="34251" y="46783"/>
                      <a:pt x="38250" y="41363"/>
                      <a:pt x="42249" y="48304"/>
                    </a:cubicBezTo>
                    <a:cubicBezTo>
                      <a:pt x="46247" y="55245"/>
                      <a:pt x="55578" y="48779"/>
                      <a:pt x="57863" y="44310"/>
                    </a:cubicBezTo>
                    <a:cubicBezTo>
                      <a:pt x="60148" y="39842"/>
                      <a:pt x="52912" y="38130"/>
                      <a:pt x="52055" y="33281"/>
                    </a:cubicBezTo>
                    <a:cubicBezTo>
                      <a:pt x="51198" y="28432"/>
                      <a:pt x="60909" y="30144"/>
                      <a:pt x="62718" y="23773"/>
                    </a:cubicBezTo>
                    <a:cubicBezTo>
                      <a:pt x="64527" y="17403"/>
                      <a:pt x="78713" y="14265"/>
                      <a:pt x="84902" y="16642"/>
                    </a:cubicBezTo>
                    <a:cubicBezTo>
                      <a:pt x="91090" y="19019"/>
                      <a:pt x="96517" y="23773"/>
                      <a:pt x="90710" y="30429"/>
                    </a:cubicBezTo>
                    <a:cubicBezTo>
                      <a:pt x="86425" y="35373"/>
                      <a:pt x="95184" y="44310"/>
                      <a:pt x="102515" y="51251"/>
                    </a:cubicBezTo>
                    <a:cubicBezTo>
                      <a:pt x="106778" y="46634"/>
                      <a:pt x="111292" y="42254"/>
                      <a:pt x="116035" y="38130"/>
                    </a:cubicBezTo>
                    <a:cubicBezTo>
                      <a:pt x="117635" y="36408"/>
                      <a:pt x="118608" y="34197"/>
                      <a:pt x="118796" y="31855"/>
                    </a:cubicBezTo>
                    <a:cubicBezTo>
                      <a:pt x="113712" y="27531"/>
                      <a:pt x="109509" y="22269"/>
                      <a:pt x="106419" y="16357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88" name="Freeform 2708">
                <a:extLst>
                  <a:ext uri="{FF2B5EF4-FFF2-40B4-BE49-F238E27FC236}">
                    <a16:creationId xmlns:a16="http://schemas.microsoft.com/office/drawing/2014/main" id="{391B6B6A-A3F7-CCA7-F64B-D20B98E0182E}"/>
                  </a:ext>
                </a:extLst>
              </p:cNvPr>
              <p:cNvSpPr/>
              <p:nvPr/>
            </p:nvSpPr>
            <p:spPr>
              <a:xfrm>
                <a:off x="7940984" y="6469894"/>
                <a:ext cx="471442" cy="156937"/>
              </a:xfrm>
              <a:custGeom>
                <a:avLst/>
                <a:gdLst>
                  <a:gd name="connsiteX0" fmla="*/ 170015 w 199937"/>
                  <a:gd name="connsiteY0" fmla="*/ 42450 h 66556"/>
                  <a:gd name="connsiteX1" fmla="*/ 73188 w 199937"/>
                  <a:gd name="connsiteY1" fmla="*/ 3467 h 66556"/>
                  <a:gd name="connsiteX2" fmla="*/ 2068 w 199937"/>
                  <a:gd name="connsiteY2" fmla="*/ 28282 h 66556"/>
                  <a:gd name="connsiteX3" fmla="*/ 36724 w 199937"/>
                  <a:gd name="connsiteY3" fmla="*/ 12309 h 66556"/>
                  <a:gd name="connsiteX4" fmla="*/ 55765 w 199937"/>
                  <a:gd name="connsiteY4" fmla="*/ 20296 h 66556"/>
                  <a:gd name="connsiteX5" fmla="*/ 89564 w 199937"/>
                  <a:gd name="connsiteY5" fmla="*/ 28282 h 66556"/>
                  <a:gd name="connsiteX6" fmla="*/ 132218 w 199937"/>
                  <a:gd name="connsiteY6" fmla="*/ 50436 h 66556"/>
                  <a:gd name="connsiteX7" fmla="*/ 141738 w 199937"/>
                  <a:gd name="connsiteY7" fmla="*/ 66410 h 66556"/>
                  <a:gd name="connsiteX8" fmla="*/ 206575 w 199937"/>
                  <a:gd name="connsiteY8" fmla="*/ 64698 h 66556"/>
                  <a:gd name="connsiteX9" fmla="*/ 170015 w 199937"/>
                  <a:gd name="connsiteY9" fmla="*/ 42450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9937" h="66556">
                    <a:moveTo>
                      <a:pt x="170015" y="42450"/>
                    </a:moveTo>
                    <a:cubicBezTo>
                      <a:pt x="156686" y="42450"/>
                      <a:pt x="112890" y="12309"/>
                      <a:pt x="73188" y="3467"/>
                    </a:cubicBezTo>
                    <a:cubicBezTo>
                      <a:pt x="33487" y="-5376"/>
                      <a:pt x="-1740" y="23243"/>
                      <a:pt x="2068" y="28282"/>
                    </a:cubicBezTo>
                    <a:cubicBezTo>
                      <a:pt x="7400" y="35414"/>
                      <a:pt x="26917" y="19440"/>
                      <a:pt x="36724" y="12309"/>
                    </a:cubicBezTo>
                    <a:cubicBezTo>
                      <a:pt x="46530" y="5178"/>
                      <a:pt x="55765" y="15827"/>
                      <a:pt x="55765" y="20296"/>
                    </a:cubicBezTo>
                    <a:cubicBezTo>
                      <a:pt x="55765" y="24765"/>
                      <a:pt x="69094" y="27427"/>
                      <a:pt x="89564" y="28282"/>
                    </a:cubicBezTo>
                    <a:cubicBezTo>
                      <a:pt x="110034" y="29138"/>
                      <a:pt x="112700" y="46063"/>
                      <a:pt x="132218" y="50436"/>
                    </a:cubicBezTo>
                    <a:cubicBezTo>
                      <a:pt x="151735" y="54810"/>
                      <a:pt x="132218" y="62892"/>
                      <a:pt x="141738" y="66410"/>
                    </a:cubicBezTo>
                    <a:cubicBezTo>
                      <a:pt x="151259" y="69928"/>
                      <a:pt x="203052" y="69072"/>
                      <a:pt x="206575" y="64698"/>
                    </a:cubicBezTo>
                    <a:cubicBezTo>
                      <a:pt x="210098" y="60325"/>
                      <a:pt x="183344" y="42450"/>
                      <a:pt x="170015" y="4245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89" name="Freeform 2709">
                <a:extLst>
                  <a:ext uri="{FF2B5EF4-FFF2-40B4-BE49-F238E27FC236}">
                    <a16:creationId xmlns:a16="http://schemas.microsoft.com/office/drawing/2014/main" id="{F82846FD-15F0-99EB-E02B-7EB55F0D4062}"/>
                  </a:ext>
                </a:extLst>
              </p:cNvPr>
              <p:cNvSpPr/>
              <p:nvPr/>
            </p:nvSpPr>
            <p:spPr>
              <a:xfrm>
                <a:off x="8230092" y="6701176"/>
                <a:ext cx="89798" cy="22419"/>
              </a:xfrm>
              <a:custGeom>
                <a:avLst/>
                <a:gdLst>
                  <a:gd name="connsiteX0" fmla="*/ 2087 w 38083"/>
                  <a:gd name="connsiteY0" fmla="*/ 5214 h 9508"/>
                  <a:gd name="connsiteX1" fmla="*/ 42931 w 38083"/>
                  <a:gd name="connsiteY1" fmla="*/ 12250 h 9508"/>
                  <a:gd name="connsiteX2" fmla="*/ 2087 w 38083"/>
                  <a:gd name="connsiteY2" fmla="*/ 5214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083" h="9508">
                    <a:moveTo>
                      <a:pt x="2087" y="5214"/>
                    </a:moveTo>
                    <a:cubicBezTo>
                      <a:pt x="5610" y="11395"/>
                      <a:pt x="39408" y="20237"/>
                      <a:pt x="42931" y="12250"/>
                    </a:cubicBezTo>
                    <a:cubicBezTo>
                      <a:pt x="46454" y="4264"/>
                      <a:pt x="-2483" y="-2582"/>
                      <a:pt x="2087" y="5214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90" name="Freeform 2710">
                <a:extLst>
                  <a:ext uri="{FF2B5EF4-FFF2-40B4-BE49-F238E27FC236}">
                    <a16:creationId xmlns:a16="http://schemas.microsoft.com/office/drawing/2014/main" id="{7386C50E-5F20-8D26-E483-3A3912E58E02}"/>
                  </a:ext>
                </a:extLst>
              </p:cNvPr>
              <p:cNvSpPr/>
              <p:nvPr/>
            </p:nvSpPr>
            <p:spPr>
              <a:xfrm>
                <a:off x="8767094" y="6694430"/>
                <a:ext cx="67348" cy="22419"/>
              </a:xfrm>
              <a:custGeom>
                <a:avLst/>
                <a:gdLst>
                  <a:gd name="connsiteX0" fmla="*/ 2750 w 28562"/>
                  <a:gd name="connsiteY0" fmla="*/ 9788 h 9508"/>
                  <a:gd name="connsiteX1" fmla="*/ 35692 w 28562"/>
                  <a:gd name="connsiteY1" fmla="*/ 9788 h 9508"/>
                  <a:gd name="connsiteX2" fmla="*/ 2750 w 28562"/>
                  <a:gd name="connsiteY2" fmla="*/ 9788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562" h="9508">
                    <a:moveTo>
                      <a:pt x="2750" y="9788"/>
                    </a:moveTo>
                    <a:cubicBezTo>
                      <a:pt x="10747" y="22243"/>
                      <a:pt x="33692" y="14827"/>
                      <a:pt x="35692" y="9788"/>
                    </a:cubicBezTo>
                    <a:cubicBezTo>
                      <a:pt x="39215" y="945"/>
                      <a:pt x="-5248" y="-2573"/>
                      <a:pt x="2750" y="9788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91" name="Freeform 2715">
                <a:extLst>
                  <a:ext uri="{FF2B5EF4-FFF2-40B4-BE49-F238E27FC236}">
                    <a16:creationId xmlns:a16="http://schemas.microsoft.com/office/drawing/2014/main" id="{7134E11E-426B-4789-9CCB-95544AF7A3DF}"/>
                  </a:ext>
                </a:extLst>
              </p:cNvPr>
              <p:cNvSpPr/>
              <p:nvPr/>
            </p:nvSpPr>
            <p:spPr>
              <a:xfrm>
                <a:off x="5256233" y="2224865"/>
                <a:ext cx="4198074" cy="3228423"/>
              </a:xfrm>
              <a:custGeom>
                <a:avLst/>
                <a:gdLst>
                  <a:gd name="connsiteX0" fmla="*/ 354246 w 1780392"/>
                  <a:gd name="connsiteY0" fmla="*/ 1200093 h 1369155"/>
                  <a:gd name="connsiteX1" fmla="*/ 331205 w 1780392"/>
                  <a:gd name="connsiteY1" fmla="*/ 1189444 h 1369155"/>
                  <a:gd name="connsiteX2" fmla="*/ 307594 w 1780392"/>
                  <a:gd name="connsiteY2" fmla="*/ 1163202 h 1369155"/>
                  <a:gd name="connsiteX3" fmla="*/ 281412 w 1780392"/>
                  <a:gd name="connsiteY3" fmla="*/ 1157497 h 1369155"/>
                  <a:gd name="connsiteX4" fmla="*/ 260466 w 1780392"/>
                  <a:gd name="connsiteY4" fmla="*/ 1154360 h 1369155"/>
                  <a:gd name="connsiteX5" fmla="*/ 266749 w 1780392"/>
                  <a:gd name="connsiteY5" fmla="*/ 1163868 h 1369155"/>
                  <a:gd name="connsiteX6" fmla="*/ 276270 w 1780392"/>
                  <a:gd name="connsiteY6" fmla="*/ 1170048 h 1369155"/>
                  <a:gd name="connsiteX7" fmla="*/ 290076 w 1780392"/>
                  <a:gd name="connsiteY7" fmla="*/ 1180792 h 1369155"/>
                  <a:gd name="connsiteX8" fmla="*/ 303405 w 1780392"/>
                  <a:gd name="connsiteY8" fmla="*/ 1189634 h 1369155"/>
                  <a:gd name="connsiteX9" fmla="*/ 314068 w 1780392"/>
                  <a:gd name="connsiteY9" fmla="*/ 1200664 h 1369155"/>
                  <a:gd name="connsiteX10" fmla="*/ 324255 w 1780392"/>
                  <a:gd name="connsiteY10" fmla="*/ 1205133 h 1369155"/>
                  <a:gd name="connsiteX11" fmla="*/ 333110 w 1780392"/>
                  <a:gd name="connsiteY11" fmla="*/ 1216447 h 1369155"/>
                  <a:gd name="connsiteX12" fmla="*/ 364814 w 1780392"/>
                  <a:gd name="connsiteY12" fmla="*/ 1216447 h 1369155"/>
                  <a:gd name="connsiteX13" fmla="*/ 366909 w 1780392"/>
                  <a:gd name="connsiteY13" fmla="*/ 1208175 h 1369155"/>
                  <a:gd name="connsiteX14" fmla="*/ 354246 w 1780392"/>
                  <a:gd name="connsiteY14" fmla="*/ 1200093 h 1369155"/>
                  <a:gd name="connsiteX15" fmla="*/ 338917 w 1780392"/>
                  <a:gd name="connsiteY15" fmla="*/ 494788 h 1369155"/>
                  <a:gd name="connsiteX16" fmla="*/ 367480 w 1780392"/>
                  <a:gd name="connsiteY16" fmla="*/ 526735 h 1369155"/>
                  <a:gd name="connsiteX17" fmla="*/ 380809 w 1780392"/>
                  <a:gd name="connsiteY17" fmla="*/ 517893 h 1369155"/>
                  <a:gd name="connsiteX18" fmla="*/ 400422 w 1780392"/>
                  <a:gd name="connsiteY18" fmla="*/ 512568 h 1369155"/>
                  <a:gd name="connsiteX19" fmla="*/ 419463 w 1780392"/>
                  <a:gd name="connsiteY19" fmla="*/ 497450 h 1369155"/>
                  <a:gd name="connsiteX20" fmla="*/ 438505 w 1780392"/>
                  <a:gd name="connsiteY20" fmla="*/ 478434 h 1369155"/>
                  <a:gd name="connsiteX21" fmla="*/ 454500 w 1780392"/>
                  <a:gd name="connsiteY21" fmla="*/ 458943 h 1369155"/>
                  <a:gd name="connsiteX22" fmla="*/ 518480 w 1780392"/>
                  <a:gd name="connsiteY22" fmla="*/ 432320 h 1369155"/>
                  <a:gd name="connsiteX23" fmla="*/ 493631 w 1780392"/>
                  <a:gd name="connsiteY23" fmla="*/ 410072 h 1369155"/>
                  <a:gd name="connsiteX24" fmla="*/ 452786 w 1780392"/>
                  <a:gd name="connsiteY24" fmla="*/ 405603 h 1369155"/>
                  <a:gd name="connsiteX25" fmla="*/ 440314 w 1780392"/>
                  <a:gd name="connsiteY25" fmla="*/ 401229 h 1369155"/>
                  <a:gd name="connsiteX26" fmla="*/ 400327 w 1780392"/>
                  <a:gd name="connsiteY26" fmla="*/ 389629 h 1369155"/>
                  <a:gd name="connsiteX27" fmla="*/ 337204 w 1780392"/>
                  <a:gd name="connsiteY27" fmla="*/ 399137 h 1369155"/>
                  <a:gd name="connsiteX28" fmla="*/ 346058 w 1780392"/>
                  <a:gd name="connsiteY28" fmla="*/ 418154 h 1369155"/>
                  <a:gd name="connsiteX29" fmla="*/ 331872 w 1780392"/>
                  <a:gd name="connsiteY29" fmla="*/ 448389 h 1369155"/>
                  <a:gd name="connsiteX30" fmla="*/ 314068 w 1780392"/>
                  <a:gd name="connsiteY30" fmla="*/ 478529 h 1369155"/>
                  <a:gd name="connsiteX31" fmla="*/ 338917 w 1780392"/>
                  <a:gd name="connsiteY31" fmla="*/ 494788 h 1369155"/>
                  <a:gd name="connsiteX32" fmla="*/ 783349 w 1780392"/>
                  <a:gd name="connsiteY32" fmla="*/ 567620 h 1369155"/>
                  <a:gd name="connsiteX33" fmla="*/ 811912 w 1780392"/>
                  <a:gd name="connsiteY33" fmla="*/ 566764 h 1369155"/>
                  <a:gd name="connsiteX34" fmla="*/ 776399 w 1780392"/>
                  <a:gd name="connsiteY34" fmla="*/ 540141 h 1369155"/>
                  <a:gd name="connsiteX35" fmla="*/ 744409 w 1780392"/>
                  <a:gd name="connsiteY35" fmla="*/ 524073 h 1369155"/>
                  <a:gd name="connsiteX36" fmla="*/ 736411 w 1780392"/>
                  <a:gd name="connsiteY36" fmla="*/ 495549 h 1369155"/>
                  <a:gd name="connsiteX37" fmla="*/ 728414 w 1780392"/>
                  <a:gd name="connsiteY37" fmla="*/ 450291 h 1369155"/>
                  <a:gd name="connsiteX38" fmla="*/ 731080 w 1780392"/>
                  <a:gd name="connsiteY38" fmla="*/ 421767 h 1369155"/>
                  <a:gd name="connsiteX39" fmla="*/ 691949 w 1780392"/>
                  <a:gd name="connsiteY39" fmla="*/ 430609 h 1369155"/>
                  <a:gd name="connsiteX40" fmla="*/ 716799 w 1780392"/>
                  <a:gd name="connsiteY40" fmla="*/ 451907 h 1369155"/>
                  <a:gd name="connsiteX41" fmla="*/ 689283 w 1780392"/>
                  <a:gd name="connsiteY41" fmla="*/ 441258 h 1369155"/>
                  <a:gd name="connsiteX42" fmla="*/ 667957 w 1780392"/>
                  <a:gd name="connsiteY42" fmla="*/ 441258 h 1369155"/>
                  <a:gd name="connsiteX43" fmla="*/ 681286 w 1780392"/>
                  <a:gd name="connsiteY43" fmla="*/ 490129 h 1369155"/>
                  <a:gd name="connsiteX44" fmla="*/ 668814 w 1780392"/>
                  <a:gd name="connsiteY44" fmla="*/ 500778 h 1369155"/>
                  <a:gd name="connsiteX45" fmla="*/ 653771 w 1780392"/>
                  <a:gd name="connsiteY45" fmla="*/ 466169 h 1369155"/>
                  <a:gd name="connsiteX46" fmla="*/ 616354 w 1780392"/>
                  <a:gd name="connsiteY46" fmla="*/ 451907 h 1369155"/>
                  <a:gd name="connsiteX47" fmla="*/ 631492 w 1780392"/>
                  <a:gd name="connsiteY47" fmla="*/ 468831 h 1369155"/>
                  <a:gd name="connsiteX48" fmla="*/ 608356 w 1780392"/>
                  <a:gd name="connsiteY48" fmla="*/ 470543 h 1369155"/>
                  <a:gd name="connsiteX49" fmla="*/ 602168 w 1780392"/>
                  <a:gd name="connsiteY49" fmla="*/ 465218 h 1369155"/>
                  <a:gd name="connsiteX50" fmla="*/ 570178 w 1780392"/>
                  <a:gd name="connsiteY50" fmla="*/ 450196 h 1369155"/>
                  <a:gd name="connsiteX51" fmla="*/ 556849 w 1780392"/>
                  <a:gd name="connsiteY51" fmla="*/ 469212 h 1369155"/>
                  <a:gd name="connsiteX52" fmla="*/ 541711 w 1780392"/>
                  <a:gd name="connsiteY52" fmla="*/ 462936 h 1369155"/>
                  <a:gd name="connsiteX53" fmla="*/ 545329 w 1780392"/>
                  <a:gd name="connsiteY53" fmla="*/ 439927 h 1369155"/>
                  <a:gd name="connsiteX54" fmla="*/ 494583 w 1780392"/>
                  <a:gd name="connsiteY54" fmla="*/ 451432 h 1369155"/>
                  <a:gd name="connsiteX55" fmla="*/ 458213 w 1780392"/>
                  <a:gd name="connsiteY55" fmla="*/ 472730 h 1369155"/>
                  <a:gd name="connsiteX56" fmla="*/ 451929 w 1780392"/>
                  <a:gd name="connsiteY56" fmla="*/ 486897 h 1369155"/>
                  <a:gd name="connsiteX57" fmla="*/ 461450 w 1780392"/>
                  <a:gd name="connsiteY57" fmla="*/ 503821 h 1369155"/>
                  <a:gd name="connsiteX58" fmla="*/ 469448 w 1780392"/>
                  <a:gd name="connsiteY58" fmla="*/ 513329 h 1369155"/>
                  <a:gd name="connsiteX59" fmla="*/ 517052 w 1780392"/>
                  <a:gd name="connsiteY59" fmla="*/ 507149 h 1369155"/>
                  <a:gd name="connsiteX60" fmla="*/ 464592 w 1780392"/>
                  <a:gd name="connsiteY60" fmla="*/ 527591 h 1369155"/>
                  <a:gd name="connsiteX61" fmla="*/ 523240 w 1780392"/>
                  <a:gd name="connsiteY61" fmla="*/ 540046 h 1369155"/>
                  <a:gd name="connsiteX62" fmla="*/ 591695 w 1780392"/>
                  <a:gd name="connsiteY62" fmla="*/ 549554 h 1369155"/>
                  <a:gd name="connsiteX63" fmla="*/ 540187 w 1780392"/>
                  <a:gd name="connsiteY63" fmla="*/ 553167 h 1369155"/>
                  <a:gd name="connsiteX64" fmla="*/ 481444 w 1780392"/>
                  <a:gd name="connsiteY64" fmla="*/ 566479 h 1369155"/>
                  <a:gd name="connsiteX65" fmla="*/ 509054 w 1780392"/>
                  <a:gd name="connsiteY65" fmla="*/ 585495 h 1369155"/>
                  <a:gd name="connsiteX66" fmla="*/ 555230 w 1780392"/>
                  <a:gd name="connsiteY66" fmla="*/ 595003 h 1369155"/>
                  <a:gd name="connsiteX67" fmla="*/ 598836 w 1780392"/>
                  <a:gd name="connsiteY67" fmla="*/ 614589 h 1369155"/>
                  <a:gd name="connsiteX68" fmla="*/ 659293 w 1780392"/>
                  <a:gd name="connsiteY68" fmla="*/ 601278 h 1369155"/>
                  <a:gd name="connsiteX69" fmla="*/ 688617 w 1780392"/>
                  <a:gd name="connsiteY69" fmla="*/ 588823 h 1369155"/>
                  <a:gd name="connsiteX70" fmla="*/ 703660 w 1780392"/>
                  <a:gd name="connsiteY70" fmla="*/ 589678 h 1369155"/>
                  <a:gd name="connsiteX71" fmla="*/ 729461 w 1780392"/>
                  <a:gd name="connsiteY71" fmla="*/ 598616 h 1369155"/>
                  <a:gd name="connsiteX72" fmla="*/ 792584 w 1780392"/>
                  <a:gd name="connsiteY72" fmla="*/ 599471 h 1369155"/>
                  <a:gd name="connsiteX73" fmla="*/ 779255 w 1780392"/>
                  <a:gd name="connsiteY73" fmla="*/ 581692 h 1369155"/>
                  <a:gd name="connsiteX74" fmla="*/ 764117 w 1780392"/>
                  <a:gd name="connsiteY74" fmla="*/ 580836 h 1369155"/>
                  <a:gd name="connsiteX75" fmla="*/ 783349 w 1780392"/>
                  <a:gd name="connsiteY75" fmla="*/ 567620 h 1369155"/>
                  <a:gd name="connsiteX76" fmla="*/ 445550 w 1780392"/>
                  <a:gd name="connsiteY76" fmla="*/ 348935 h 1369155"/>
                  <a:gd name="connsiteX77" fmla="*/ 476684 w 1780392"/>
                  <a:gd name="connsiteY77" fmla="*/ 328588 h 1369155"/>
                  <a:gd name="connsiteX78" fmla="*/ 445550 w 1780392"/>
                  <a:gd name="connsiteY78" fmla="*/ 349220 h 1369155"/>
                  <a:gd name="connsiteX79" fmla="*/ 371764 w 1780392"/>
                  <a:gd name="connsiteY79" fmla="*/ 324119 h 1369155"/>
                  <a:gd name="connsiteX80" fmla="*/ 378905 w 1780392"/>
                  <a:gd name="connsiteY80" fmla="*/ 335624 h 1369155"/>
                  <a:gd name="connsiteX81" fmla="*/ 393091 w 1780392"/>
                  <a:gd name="connsiteY81" fmla="*/ 332962 h 1369155"/>
                  <a:gd name="connsiteX82" fmla="*/ 409086 w 1780392"/>
                  <a:gd name="connsiteY82" fmla="*/ 323454 h 1369155"/>
                  <a:gd name="connsiteX83" fmla="*/ 423367 w 1780392"/>
                  <a:gd name="connsiteY83" fmla="*/ 339427 h 1369155"/>
                  <a:gd name="connsiteX84" fmla="*/ 440219 w 1780392"/>
                  <a:gd name="connsiteY84" fmla="*/ 324309 h 1369155"/>
                  <a:gd name="connsiteX85" fmla="*/ 453548 w 1780392"/>
                  <a:gd name="connsiteY85" fmla="*/ 315467 h 1369155"/>
                  <a:gd name="connsiteX86" fmla="*/ 465068 w 1780392"/>
                  <a:gd name="connsiteY86" fmla="*/ 296451 h 1369155"/>
                  <a:gd name="connsiteX87" fmla="*/ 471352 w 1780392"/>
                  <a:gd name="connsiteY87" fmla="*/ 314231 h 1369155"/>
                  <a:gd name="connsiteX88" fmla="*/ 490394 w 1780392"/>
                  <a:gd name="connsiteY88" fmla="*/ 309762 h 1369155"/>
                  <a:gd name="connsiteX89" fmla="*/ 506388 w 1780392"/>
                  <a:gd name="connsiteY89" fmla="*/ 301775 h 1369155"/>
                  <a:gd name="connsiteX90" fmla="*/ 506388 w 1780392"/>
                  <a:gd name="connsiteY90" fmla="*/ 286753 h 1369155"/>
                  <a:gd name="connsiteX91" fmla="*/ 518766 w 1780392"/>
                  <a:gd name="connsiteY91" fmla="*/ 276104 h 1369155"/>
                  <a:gd name="connsiteX92" fmla="*/ 502771 w 1780392"/>
                  <a:gd name="connsiteY92" fmla="*/ 267166 h 1369155"/>
                  <a:gd name="connsiteX93" fmla="*/ 490394 w 1780392"/>
                  <a:gd name="connsiteY93" fmla="*/ 275153 h 1369155"/>
                  <a:gd name="connsiteX94" fmla="*/ 463735 w 1780392"/>
                  <a:gd name="connsiteY94" fmla="*/ 272491 h 1369155"/>
                  <a:gd name="connsiteX95" fmla="*/ 427270 w 1780392"/>
                  <a:gd name="connsiteY95" fmla="*/ 291507 h 1369155"/>
                  <a:gd name="connsiteX96" fmla="*/ 398708 w 1780392"/>
                  <a:gd name="connsiteY96" fmla="*/ 310523 h 1369155"/>
                  <a:gd name="connsiteX97" fmla="*/ 371764 w 1780392"/>
                  <a:gd name="connsiteY97" fmla="*/ 324404 h 1369155"/>
                  <a:gd name="connsiteX98" fmla="*/ 510387 w 1780392"/>
                  <a:gd name="connsiteY98" fmla="*/ 319650 h 1369155"/>
                  <a:gd name="connsiteX99" fmla="*/ 513148 w 1780392"/>
                  <a:gd name="connsiteY99" fmla="*/ 332962 h 1369155"/>
                  <a:gd name="connsiteX100" fmla="*/ 511339 w 1780392"/>
                  <a:gd name="connsiteY100" fmla="*/ 336575 h 1369155"/>
                  <a:gd name="connsiteX101" fmla="*/ 496201 w 1780392"/>
                  <a:gd name="connsiteY101" fmla="*/ 349886 h 1369155"/>
                  <a:gd name="connsiteX102" fmla="*/ 516671 w 1780392"/>
                  <a:gd name="connsiteY102" fmla="*/ 349886 h 1369155"/>
                  <a:gd name="connsiteX103" fmla="*/ 481063 w 1780392"/>
                  <a:gd name="connsiteY103" fmla="*/ 361391 h 1369155"/>
                  <a:gd name="connsiteX104" fmla="*/ 506864 w 1780392"/>
                  <a:gd name="connsiteY104" fmla="*/ 368522 h 1369155"/>
                  <a:gd name="connsiteX105" fmla="*/ 534475 w 1780392"/>
                  <a:gd name="connsiteY105" fmla="*/ 365859 h 1369155"/>
                  <a:gd name="connsiteX106" fmla="*/ 550470 w 1780392"/>
                  <a:gd name="connsiteY106" fmla="*/ 359584 h 1369155"/>
                  <a:gd name="connsiteX107" fmla="*/ 588553 w 1780392"/>
                  <a:gd name="connsiteY107" fmla="*/ 362246 h 1369155"/>
                  <a:gd name="connsiteX108" fmla="*/ 559229 w 1780392"/>
                  <a:gd name="connsiteY108" fmla="*/ 378220 h 1369155"/>
                  <a:gd name="connsiteX109" fmla="*/ 558372 w 1780392"/>
                  <a:gd name="connsiteY109" fmla="*/ 397236 h 1369155"/>
                  <a:gd name="connsiteX110" fmla="*/ 629397 w 1780392"/>
                  <a:gd name="connsiteY110" fmla="*/ 375082 h 1369155"/>
                  <a:gd name="connsiteX111" fmla="*/ 657960 w 1780392"/>
                  <a:gd name="connsiteY111" fmla="*/ 373276 h 1369155"/>
                  <a:gd name="connsiteX112" fmla="*/ 703279 w 1780392"/>
                  <a:gd name="connsiteY112" fmla="*/ 370613 h 1369155"/>
                  <a:gd name="connsiteX113" fmla="*/ 710420 w 1780392"/>
                  <a:gd name="connsiteY113" fmla="*/ 329824 h 1369155"/>
                  <a:gd name="connsiteX114" fmla="*/ 688236 w 1780392"/>
                  <a:gd name="connsiteY114" fmla="*/ 337811 h 1369155"/>
                  <a:gd name="connsiteX115" fmla="*/ 665101 w 1780392"/>
                  <a:gd name="connsiteY115" fmla="*/ 318795 h 1369155"/>
                  <a:gd name="connsiteX116" fmla="*/ 650915 w 1780392"/>
                  <a:gd name="connsiteY116" fmla="*/ 297497 h 1369155"/>
                  <a:gd name="connsiteX117" fmla="*/ 629493 w 1780392"/>
                  <a:gd name="connsiteY117" fmla="*/ 319650 h 1369155"/>
                  <a:gd name="connsiteX118" fmla="*/ 631302 w 1780392"/>
                  <a:gd name="connsiteY118" fmla="*/ 332962 h 1369155"/>
                  <a:gd name="connsiteX119" fmla="*/ 646440 w 1780392"/>
                  <a:gd name="connsiteY119" fmla="*/ 348079 h 1369155"/>
                  <a:gd name="connsiteX120" fmla="*/ 600169 w 1780392"/>
                  <a:gd name="connsiteY120" fmla="*/ 340093 h 1369155"/>
                  <a:gd name="connsiteX121" fmla="*/ 553136 w 1780392"/>
                  <a:gd name="connsiteY121" fmla="*/ 318795 h 1369155"/>
                  <a:gd name="connsiteX122" fmla="*/ 531809 w 1780392"/>
                  <a:gd name="connsiteY122" fmla="*/ 307195 h 1369155"/>
                  <a:gd name="connsiteX123" fmla="*/ 510387 w 1780392"/>
                  <a:gd name="connsiteY123" fmla="*/ 319936 h 1369155"/>
                  <a:gd name="connsiteX124" fmla="*/ 556658 w 1780392"/>
                  <a:gd name="connsiteY124" fmla="*/ 255757 h 1369155"/>
                  <a:gd name="connsiteX125" fmla="*/ 530000 w 1780392"/>
                  <a:gd name="connsiteY125" fmla="*/ 250432 h 1369155"/>
                  <a:gd name="connsiteX126" fmla="*/ 556658 w 1780392"/>
                  <a:gd name="connsiteY126" fmla="*/ 256042 h 1369155"/>
                  <a:gd name="connsiteX127" fmla="*/ 630445 w 1780392"/>
                  <a:gd name="connsiteY127" fmla="*/ 251288 h 1369155"/>
                  <a:gd name="connsiteX128" fmla="*/ 617972 w 1780392"/>
                  <a:gd name="connsiteY128" fmla="*/ 243301 h 1369155"/>
                  <a:gd name="connsiteX129" fmla="*/ 567322 w 1780392"/>
                  <a:gd name="connsiteY129" fmla="*/ 259274 h 1369155"/>
                  <a:gd name="connsiteX130" fmla="*/ 593980 w 1780392"/>
                  <a:gd name="connsiteY130" fmla="*/ 277054 h 1369155"/>
                  <a:gd name="connsiteX131" fmla="*/ 622542 w 1780392"/>
                  <a:gd name="connsiteY131" fmla="*/ 259274 h 1369155"/>
                  <a:gd name="connsiteX132" fmla="*/ 630350 w 1780392"/>
                  <a:gd name="connsiteY132" fmla="*/ 251573 h 1369155"/>
                  <a:gd name="connsiteX133" fmla="*/ 586839 w 1780392"/>
                  <a:gd name="connsiteY133" fmla="*/ 234459 h 1369155"/>
                  <a:gd name="connsiteX134" fmla="*/ 610832 w 1780392"/>
                  <a:gd name="connsiteY134" fmla="*/ 231796 h 1369155"/>
                  <a:gd name="connsiteX135" fmla="*/ 644631 w 1780392"/>
                  <a:gd name="connsiteY135" fmla="*/ 227328 h 1369155"/>
                  <a:gd name="connsiteX136" fmla="*/ 601121 w 1780392"/>
                  <a:gd name="connsiteY136" fmla="*/ 216679 h 1369155"/>
                  <a:gd name="connsiteX137" fmla="*/ 563037 w 1780392"/>
                  <a:gd name="connsiteY137" fmla="*/ 232652 h 1369155"/>
                  <a:gd name="connsiteX138" fmla="*/ 586839 w 1780392"/>
                  <a:gd name="connsiteY138" fmla="*/ 234744 h 1369155"/>
                  <a:gd name="connsiteX139" fmla="*/ 735079 w 1780392"/>
                  <a:gd name="connsiteY139" fmla="*/ 207361 h 1369155"/>
                  <a:gd name="connsiteX140" fmla="*/ 761832 w 1780392"/>
                  <a:gd name="connsiteY140" fmla="*/ 219721 h 1369155"/>
                  <a:gd name="connsiteX141" fmla="*/ 729747 w 1780392"/>
                  <a:gd name="connsiteY141" fmla="*/ 225046 h 1369155"/>
                  <a:gd name="connsiteX142" fmla="*/ 755548 w 1780392"/>
                  <a:gd name="connsiteY142" fmla="*/ 232177 h 1369155"/>
                  <a:gd name="connsiteX143" fmla="*/ 808865 w 1780392"/>
                  <a:gd name="connsiteY143" fmla="*/ 241685 h 1369155"/>
                  <a:gd name="connsiteX144" fmla="*/ 846186 w 1780392"/>
                  <a:gd name="connsiteY144" fmla="*/ 246058 h 1369155"/>
                  <a:gd name="connsiteX145" fmla="*/ 838189 w 1780392"/>
                  <a:gd name="connsiteY145" fmla="*/ 223905 h 1369155"/>
                  <a:gd name="connsiteX146" fmla="*/ 814196 w 1780392"/>
                  <a:gd name="connsiteY146" fmla="*/ 209643 h 1369155"/>
                  <a:gd name="connsiteX147" fmla="*/ 792870 w 1780392"/>
                  <a:gd name="connsiteY147" fmla="*/ 195476 h 1369155"/>
                  <a:gd name="connsiteX148" fmla="*/ 779541 w 1780392"/>
                  <a:gd name="connsiteY148" fmla="*/ 193669 h 1369155"/>
                  <a:gd name="connsiteX149" fmla="*/ 721749 w 1780392"/>
                  <a:gd name="connsiteY149" fmla="*/ 185682 h 1369155"/>
                  <a:gd name="connsiteX150" fmla="*/ 735079 w 1780392"/>
                  <a:gd name="connsiteY150" fmla="*/ 207361 h 1369155"/>
                  <a:gd name="connsiteX151" fmla="*/ 741362 w 1780392"/>
                  <a:gd name="connsiteY151" fmla="*/ 281904 h 1369155"/>
                  <a:gd name="connsiteX152" fmla="*/ 711086 w 1780392"/>
                  <a:gd name="connsiteY152" fmla="*/ 257943 h 1369155"/>
                  <a:gd name="connsiteX153" fmla="*/ 741553 w 1780392"/>
                  <a:gd name="connsiteY153" fmla="*/ 281809 h 1369155"/>
                  <a:gd name="connsiteX154" fmla="*/ 857040 w 1780392"/>
                  <a:gd name="connsiteY154" fmla="*/ 165525 h 1369155"/>
                  <a:gd name="connsiteX155" fmla="*/ 830382 w 1780392"/>
                  <a:gd name="connsiteY155" fmla="*/ 156017 h 1369155"/>
                  <a:gd name="connsiteX156" fmla="*/ 857040 w 1780392"/>
                  <a:gd name="connsiteY156" fmla="*/ 165525 h 1369155"/>
                  <a:gd name="connsiteX157" fmla="*/ 756691 w 1780392"/>
                  <a:gd name="connsiteY157" fmla="*/ 367000 h 1369155"/>
                  <a:gd name="connsiteX158" fmla="*/ 737649 w 1780392"/>
                  <a:gd name="connsiteY158" fmla="*/ 357492 h 1369155"/>
                  <a:gd name="connsiteX159" fmla="*/ 756691 w 1780392"/>
                  <a:gd name="connsiteY159" fmla="*/ 367000 h 1369155"/>
                  <a:gd name="connsiteX160" fmla="*/ 857040 w 1780392"/>
                  <a:gd name="connsiteY160" fmla="*/ 304913 h 1369155"/>
                  <a:gd name="connsiteX161" fmla="*/ 819719 w 1780392"/>
                  <a:gd name="connsiteY161" fmla="*/ 296831 h 1369155"/>
                  <a:gd name="connsiteX162" fmla="*/ 826002 w 1780392"/>
                  <a:gd name="connsiteY162" fmla="*/ 319936 h 1369155"/>
                  <a:gd name="connsiteX163" fmla="*/ 802867 w 1780392"/>
                  <a:gd name="connsiteY163" fmla="*/ 313755 h 1369155"/>
                  <a:gd name="connsiteX164" fmla="*/ 795726 w 1780392"/>
                  <a:gd name="connsiteY164" fmla="*/ 327922 h 1369155"/>
                  <a:gd name="connsiteX165" fmla="*/ 783349 w 1780392"/>
                  <a:gd name="connsiteY165" fmla="*/ 328873 h 1369155"/>
                  <a:gd name="connsiteX166" fmla="*/ 750407 w 1780392"/>
                  <a:gd name="connsiteY166" fmla="*/ 298638 h 1369155"/>
                  <a:gd name="connsiteX167" fmla="*/ 747741 w 1780392"/>
                  <a:gd name="connsiteY167" fmla="*/ 323549 h 1369155"/>
                  <a:gd name="connsiteX168" fmla="*/ 779731 w 1780392"/>
                  <a:gd name="connsiteY168" fmla="*/ 345702 h 1369155"/>
                  <a:gd name="connsiteX169" fmla="*/ 827335 w 1780392"/>
                  <a:gd name="connsiteY169" fmla="*/ 344847 h 1369155"/>
                  <a:gd name="connsiteX170" fmla="*/ 822956 w 1780392"/>
                  <a:gd name="connsiteY170" fmla="*/ 369663 h 1369155"/>
                  <a:gd name="connsiteX171" fmla="*/ 864752 w 1780392"/>
                  <a:gd name="connsiteY171" fmla="*/ 371469 h 1369155"/>
                  <a:gd name="connsiteX172" fmla="*/ 881604 w 1780392"/>
                  <a:gd name="connsiteY172" fmla="*/ 355496 h 1369155"/>
                  <a:gd name="connsiteX173" fmla="*/ 879795 w 1780392"/>
                  <a:gd name="connsiteY173" fmla="*/ 335053 h 1369155"/>
                  <a:gd name="connsiteX174" fmla="*/ 857040 w 1780392"/>
                  <a:gd name="connsiteY174" fmla="*/ 304913 h 1369155"/>
                  <a:gd name="connsiteX175" fmla="*/ 894457 w 1780392"/>
                  <a:gd name="connsiteY175" fmla="*/ 252524 h 1369155"/>
                  <a:gd name="connsiteX176" fmla="*/ 929970 w 1780392"/>
                  <a:gd name="connsiteY176" fmla="*/ 246249 h 1369155"/>
                  <a:gd name="connsiteX177" fmla="*/ 931779 w 1780392"/>
                  <a:gd name="connsiteY177" fmla="*/ 231226 h 1369155"/>
                  <a:gd name="connsiteX178" fmla="*/ 910452 w 1780392"/>
                  <a:gd name="connsiteY178" fmla="*/ 223239 h 1369155"/>
                  <a:gd name="connsiteX179" fmla="*/ 868656 w 1780392"/>
                  <a:gd name="connsiteY179" fmla="*/ 209833 h 1369155"/>
                  <a:gd name="connsiteX180" fmla="*/ 894457 w 1780392"/>
                  <a:gd name="connsiteY180" fmla="*/ 252524 h 1369155"/>
                  <a:gd name="connsiteX181" fmla="*/ 966434 w 1780392"/>
                  <a:gd name="connsiteY181" fmla="*/ 256897 h 1369155"/>
                  <a:gd name="connsiteX182" fmla="*/ 907786 w 1780392"/>
                  <a:gd name="connsiteY182" fmla="*/ 267546 h 1369155"/>
                  <a:gd name="connsiteX183" fmla="*/ 966434 w 1780392"/>
                  <a:gd name="connsiteY183" fmla="*/ 256897 h 1369155"/>
                  <a:gd name="connsiteX184" fmla="*/ 956914 w 1780392"/>
                  <a:gd name="connsiteY184" fmla="*/ 386492 h 1369155"/>
                  <a:gd name="connsiteX185" fmla="*/ 947393 w 1780392"/>
                  <a:gd name="connsiteY185" fmla="*/ 352833 h 1369155"/>
                  <a:gd name="connsiteX186" fmla="*/ 896742 w 1780392"/>
                  <a:gd name="connsiteY186" fmla="*/ 372325 h 1369155"/>
                  <a:gd name="connsiteX187" fmla="*/ 956628 w 1780392"/>
                  <a:gd name="connsiteY187" fmla="*/ 386492 h 1369155"/>
                  <a:gd name="connsiteX188" fmla="*/ 842664 w 1780392"/>
                  <a:gd name="connsiteY188" fmla="*/ 510762 h 1369155"/>
                  <a:gd name="connsiteX189" fmla="*/ 878272 w 1780392"/>
                  <a:gd name="connsiteY189" fmla="*/ 501254 h 1369155"/>
                  <a:gd name="connsiteX190" fmla="*/ 904930 w 1780392"/>
                  <a:gd name="connsiteY190" fmla="*/ 452382 h 1369155"/>
                  <a:gd name="connsiteX191" fmla="*/ 892458 w 1780392"/>
                  <a:gd name="connsiteY191" fmla="*/ 449720 h 1369155"/>
                  <a:gd name="connsiteX192" fmla="*/ 889792 w 1780392"/>
                  <a:gd name="connsiteY192" fmla="*/ 457707 h 1369155"/>
                  <a:gd name="connsiteX193" fmla="*/ 864942 w 1780392"/>
                  <a:gd name="connsiteY193" fmla="*/ 448199 h 1369155"/>
                  <a:gd name="connsiteX194" fmla="*/ 890649 w 1780392"/>
                  <a:gd name="connsiteY194" fmla="*/ 426806 h 1369155"/>
                  <a:gd name="connsiteX195" fmla="*/ 876463 w 1780392"/>
                  <a:gd name="connsiteY195" fmla="*/ 407790 h 1369155"/>
                  <a:gd name="connsiteX196" fmla="*/ 850661 w 1780392"/>
                  <a:gd name="connsiteY196" fmla="*/ 414065 h 1369155"/>
                  <a:gd name="connsiteX197" fmla="*/ 839141 w 1780392"/>
                  <a:gd name="connsiteY197" fmla="*/ 417583 h 1369155"/>
                  <a:gd name="connsiteX198" fmla="*/ 804485 w 1780392"/>
                  <a:gd name="connsiteY198" fmla="*/ 433557 h 1369155"/>
                  <a:gd name="connsiteX199" fmla="*/ 826669 w 1780392"/>
                  <a:gd name="connsiteY199" fmla="*/ 451337 h 1369155"/>
                  <a:gd name="connsiteX200" fmla="*/ 786681 w 1780392"/>
                  <a:gd name="connsiteY200" fmla="*/ 447819 h 1369155"/>
                  <a:gd name="connsiteX201" fmla="*/ 801819 w 1780392"/>
                  <a:gd name="connsiteY201" fmla="*/ 477103 h 1369155"/>
                  <a:gd name="connsiteX202" fmla="*/ 842854 w 1780392"/>
                  <a:gd name="connsiteY202" fmla="*/ 510762 h 1369155"/>
                  <a:gd name="connsiteX203" fmla="*/ 987761 w 1780392"/>
                  <a:gd name="connsiteY203" fmla="*/ 368997 h 1369155"/>
                  <a:gd name="connsiteX204" fmla="*/ 1010897 w 1780392"/>
                  <a:gd name="connsiteY204" fmla="*/ 381357 h 1369155"/>
                  <a:gd name="connsiteX205" fmla="*/ 1043743 w 1780392"/>
                  <a:gd name="connsiteY205" fmla="*/ 385826 h 1369155"/>
                  <a:gd name="connsiteX206" fmla="*/ 1057929 w 1780392"/>
                  <a:gd name="connsiteY206" fmla="*/ 379646 h 1369155"/>
                  <a:gd name="connsiteX207" fmla="*/ 1124575 w 1780392"/>
                  <a:gd name="connsiteY207" fmla="*/ 392006 h 1369155"/>
                  <a:gd name="connsiteX208" fmla="*/ 1168942 w 1780392"/>
                  <a:gd name="connsiteY208" fmla="*/ 381357 h 1369155"/>
                  <a:gd name="connsiteX209" fmla="*/ 1222354 w 1780392"/>
                  <a:gd name="connsiteY209" fmla="*/ 385826 h 1369155"/>
                  <a:gd name="connsiteX210" fmla="*/ 1240063 w 1780392"/>
                  <a:gd name="connsiteY210" fmla="*/ 353879 h 1369155"/>
                  <a:gd name="connsiteX211" fmla="*/ 1127336 w 1780392"/>
                  <a:gd name="connsiteY211" fmla="*/ 345702 h 1369155"/>
                  <a:gd name="connsiteX212" fmla="*/ 1070211 w 1780392"/>
                  <a:gd name="connsiteY212" fmla="*/ 348365 h 1369155"/>
                  <a:gd name="connsiteX213" fmla="*/ 1037364 w 1780392"/>
                  <a:gd name="connsiteY213" fmla="*/ 338857 h 1369155"/>
                  <a:gd name="connsiteX214" fmla="*/ 1043553 w 1780392"/>
                  <a:gd name="connsiteY214" fmla="*/ 319841 h 1369155"/>
                  <a:gd name="connsiteX215" fmla="*/ 990236 w 1780392"/>
                  <a:gd name="connsiteY215" fmla="*/ 303867 h 1369155"/>
                  <a:gd name="connsiteX216" fmla="*/ 947583 w 1780392"/>
                  <a:gd name="connsiteY216" fmla="*/ 291412 h 1369155"/>
                  <a:gd name="connsiteX217" fmla="*/ 896932 w 1780392"/>
                  <a:gd name="connsiteY217" fmla="*/ 298543 h 1369155"/>
                  <a:gd name="connsiteX218" fmla="*/ 959960 w 1780392"/>
                  <a:gd name="connsiteY218" fmla="*/ 317559 h 1369155"/>
                  <a:gd name="connsiteX219" fmla="*/ 986714 w 1780392"/>
                  <a:gd name="connsiteY219" fmla="*/ 338001 h 1369155"/>
                  <a:gd name="connsiteX220" fmla="*/ 987761 w 1780392"/>
                  <a:gd name="connsiteY220" fmla="*/ 368997 h 1369155"/>
                  <a:gd name="connsiteX221" fmla="*/ 1033080 w 1780392"/>
                  <a:gd name="connsiteY221" fmla="*/ 264409 h 1369155"/>
                  <a:gd name="connsiteX222" fmla="*/ 1013562 w 1780392"/>
                  <a:gd name="connsiteY222" fmla="*/ 279527 h 1369155"/>
                  <a:gd name="connsiteX223" fmla="*/ 1033080 w 1780392"/>
                  <a:gd name="connsiteY223" fmla="*/ 264409 h 1369155"/>
                  <a:gd name="connsiteX224" fmla="*/ 905120 w 1780392"/>
                  <a:gd name="connsiteY224" fmla="*/ 164575 h 1369155"/>
                  <a:gd name="connsiteX225" fmla="*/ 924162 w 1780392"/>
                  <a:gd name="connsiteY225" fmla="*/ 185873 h 1369155"/>
                  <a:gd name="connsiteX226" fmla="*/ 982810 w 1780392"/>
                  <a:gd name="connsiteY226" fmla="*/ 187679 h 1369155"/>
                  <a:gd name="connsiteX227" fmla="*/ 947297 w 1780392"/>
                  <a:gd name="connsiteY227" fmla="*/ 204603 h 1369155"/>
                  <a:gd name="connsiteX228" fmla="*/ 975860 w 1780392"/>
                  <a:gd name="connsiteY228" fmla="*/ 225901 h 1369155"/>
                  <a:gd name="connsiteX229" fmla="*/ 1022893 w 1780392"/>
                  <a:gd name="connsiteY229" fmla="*/ 239213 h 1369155"/>
                  <a:gd name="connsiteX230" fmla="*/ 1051455 w 1780392"/>
                  <a:gd name="connsiteY230" fmla="*/ 238262 h 1369155"/>
                  <a:gd name="connsiteX231" fmla="*/ 1071925 w 1780392"/>
                  <a:gd name="connsiteY231" fmla="*/ 216108 h 1369155"/>
                  <a:gd name="connsiteX232" fmla="*/ 1092300 w 1780392"/>
                  <a:gd name="connsiteY232" fmla="*/ 199184 h 1369155"/>
                  <a:gd name="connsiteX233" fmla="*/ 1126099 w 1780392"/>
                  <a:gd name="connsiteY233" fmla="*/ 187679 h 1369155"/>
                  <a:gd name="connsiteX234" fmla="*/ 1107057 w 1780392"/>
                  <a:gd name="connsiteY234" fmla="*/ 178837 h 1369155"/>
                  <a:gd name="connsiteX235" fmla="*/ 1087444 w 1780392"/>
                  <a:gd name="connsiteY235" fmla="*/ 165525 h 1369155"/>
                  <a:gd name="connsiteX236" fmla="*/ 1078590 w 1780392"/>
                  <a:gd name="connsiteY236" fmla="*/ 146509 h 1369155"/>
                  <a:gd name="connsiteX237" fmla="*/ 1064404 w 1780392"/>
                  <a:gd name="connsiteY237" fmla="*/ 142896 h 1369155"/>
                  <a:gd name="connsiteX238" fmla="*/ 1045362 w 1780392"/>
                  <a:gd name="connsiteY238" fmla="*/ 134054 h 1369155"/>
                  <a:gd name="connsiteX239" fmla="*/ 982239 w 1780392"/>
                  <a:gd name="connsiteY239" fmla="*/ 99445 h 1369155"/>
                  <a:gd name="connsiteX240" fmla="*/ 947583 w 1780392"/>
                  <a:gd name="connsiteY240" fmla="*/ 94976 h 1369155"/>
                  <a:gd name="connsiteX241" fmla="*/ 949297 w 1780392"/>
                  <a:gd name="connsiteY241" fmla="*/ 103913 h 1369155"/>
                  <a:gd name="connsiteX242" fmla="*/ 935968 w 1780392"/>
                  <a:gd name="connsiteY242" fmla="*/ 111900 h 1369155"/>
                  <a:gd name="connsiteX243" fmla="*/ 919116 w 1780392"/>
                  <a:gd name="connsiteY243" fmla="*/ 121408 h 1369155"/>
                  <a:gd name="connsiteX244" fmla="*/ 922639 w 1780392"/>
                  <a:gd name="connsiteY244" fmla="*/ 143657 h 1369155"/>
                  <a:gd name="connsiteX245" fmla="*/ 911975 w 1780392"/>
                  <a:gd name="connsiteY245" fmla="*/ 153165 h 1369155"/>
                  <a:gd name="connsiteX246" fmla="*/ 905120 w 1780392"/>
                  <a:gd name="connsiteY246" fmla="*/ 164575 h 1369155"/>
                  <a:gd name="connsiteX247" fmla="*/ 1012610 w 1780392"/>
                  <a:gd name="connsiteY247" fmla="*/ 76720 h 1369155"/>
                  <a:gd name="connsiteX248" fmla="*/ 1024226 w 1780392"/>
                  <a:gd name="connsiteY248" fmla="*/ 79383 h 1369155"/>
                  <a:gd name="connsiteX249" fmla="*/ 1032223 w 1780392"/>
                  <a:gd name="connsiteY249" fmla="*/ 87369 h 1369155"/>
                  <a:gd name="connsiteX250" fmla="*/ 1025939 w 1780392"/>
                  <a:gd name="connsiteY250" fmla="*/ 100681 h 1369155"/>
                  <a:gd name="connsiteX251" fmla="*/ 1044981 w 1780392"/>
                  <a:gd name="connsiteY251" fmla="*/ 113136 h 1369155"/>
                  <a:gd name="connsiteX252" fmla="*/ 1095727 w 1780392"/>
                  <a:gd name="connsiteY252" fmla="*/ 114943 h 1369155"/>
                  <a:gd name="connsiteX253" fmla="*/ 1101916 w 1780392"/>
                  <a:gd name="connsiteY253" fmla="*/ 124451 h 1369155"/>
                  <a:gd name="connsiteX254" fmla="*/ 1159040 w 1780392"/>
                  <a:gd name="connsiteY254" fmla="*/ 128920 h 1369155"/>
                  <a:gd name="connsiteX255" fmla="*/ 1180367 w 1780392"/>
                  <a:gd name="connsiteY255" fmla="*/ 126257 h 1369155"/>
                  <a:gd name="connsiteX256" fmla="*/ 1244442 w 1780392"/>
                  <a:gd name="connsiteY256" fmla="*/ 105815 h 1369155"/>
                  <a:gd name="connsiteX257" fmla="*/ 1244442 w 1780392"/>
                  <a:gd name="connsiteY257" fmla="*/ 122739 h 1369155"/>
                  <a:gd name="connsiteX258" fmla="*/ 1178653 w 1780392"/>
                  <a:gd name="connsiteY258" fmla="*/ 136906 h 1369155"/>
                  <a:gd name="connsiteX259" fmla="*/ 1203503 w 1780392"/>
                  <a:gd name="connsiteY259" fmla="*/ 163529 h 1369155"/>
                  <a:gd name="connsiteX260" fmla="*/ 1169704 w 1780392"/>
                  <a:gd name="connsiteY260" fmla="*/ 154021 h 1369155"/>
                  <a:gd name="connsiteX261" fmla="*/ 1106676 w 1780392"/>
                  <a:gd name="connsiteY261" fmla="*/ 139854 h 1369155"/>
                  <a:gd name="connsiteX262" fmla="*/ 1107533 w 1780392"/>
                  <a:gd name="connsiteY262" fmla="*/ 171801 h 1369155"/>
                  <a:gd name="connsiteX263" fmla="*/ 1144854 w 1780392"/>
                  <a:gd name="connsiteY263" fmla="*/ 195761 h 1369155"/>
                  <a:gd name="connsiteX264" fmla="*/ 1183985 w 1780392"/>
                  <a:gd name="connsiteY264" fmla="*/ 219721 h 1369155"/>
                  <a:gd name="connsiteX265" fmla="*/ 1129716 w 1780392"/>
                  <a:gd name="connsiteY265" fmla="*/ 209072 h 1369155"/>
                  <a:gd name="connsiteX266" fmla="*/ 1078209 w 1780392"/>
                  <a:gd name="connsiteY266" fmla="*/ 232177 h 1369155"/>
                  <a:gd name="connsiteX267" fmla="*/ 1125813 w 1780392"/>
                  <a:gd name="connsiteY267" fmla="*/ 233032 h 1369155"/>
                  <a:gd name="connsiteX268" fmla="*/ 1121338 w 1780392"/>
                  <a:gd name="connsiteY268" fmla="*/ 245488 h 1369155"/>
                  <a:gd name="connsiteX269" fmla="*/ 1144474 w 1780392"/>
                  <a:gd name="connsiteY269" fmla="*/ 272015 h 1369155"/>
                  <a:gd name="connsiteX270" fmla="*/ 1117815 w 1780392"/>
                  <a:gd name="connsiteY270" fmla="*/ 269353 h 1369155"/>
                  <a:gd name="connsiteX271" fmla="*/ 1083160 w 1780392"/>
                  <a:gd name="connsiteY271" fmla="*/ 251573 h 1369155"/>
                  <a:gd name="connsiteX272" fmla="*/ 1080494 w 1780392"/>
                  <a:gd name="connsiteY272" fmla="*/ 271160 h 1369155"/>
                  <a:gd name="connsiteX273" fmla="*/ 1079542 w 1780392"/>
                  <a:gd name="connsiteY273" fmla="*/ 283520 h 1369155"/>
                  <a:gd name="connsiteX274" fmla="*/ 1038697 w 1780392"/>
                  <a:gd name="connsiteY274" fmla="*/ 303962 h 1369155"/>
                  <a:gd name="connsiteX275" fmla="*/ 1104486 w 1780392"/>
                  <a:gd name="connsiteY275" fmla="*/ 311093 h 1369155"/>
                  <a:gd name="connsiteX276" fmla="*/ 1139999 w 1780392"/>
                  <a:gd name="connsiteY276" fmla="*/ 312900 h 1369155"/>
                  <a:gd name="connsiteX277" fmla="*/ 1180938 w 1780392"/>
                  <a:gd name="connsiteY277" fmla="*/ 308431 h 1369155"/>
                  <a:gd name="connsiteX278" fmla="*/ 1211119 w 1780392"/>
                  <a:gd name="connsiteY278" fmla="*/ 317939 h 1369155"/>
                  <a:gd name="connsiteX279" fmla="*/ 1243109 w 1780392"/>
                  <a:gd name="connsiteY279" fmla="*/ 315277 h 1369155"/>
                  <a:gd name="connsiteX280" fmla="*/ 1265388 w 1780392"/>
                  <a:gd name="connsiteY280" fmla="*/ 308146 h 1369155"/>
                  <a:gd name="connsiteX281" fmla="*/ 1274242 w 1780392"/>
                  <a:gd name="connsiteY281" fmla="*/ 290366 h 1369155"/>
                  <a:gd name="connsiteX282" fmla="*/ 1250250 w 1780392"/>
                  <a:gd name="connsiteY282" fmla="*/ 290366 h 1369155"/>
                  <a:gd name="connsiteX283" fmla="*/ 1208454 w 1780392"/>
                  <a:gd name="connsiteY283" fmla="*/ 282379 h 1369155"/>
                  <a:gd name="connsiteX284" fmla="*/ 1209406 w 1780392"/>
                  <a:gd name="connsiteY284" fmla="*/ 270874 h 1369155"/>
                  <a:gd name="connsiteX285" fmla="*/ 1261770 w 1780392"/>
                  <a:gd name="connsiteY285" fmla="*/ 269068 h 1369155"/>
                  <a:gd name="connsiteX286" fmla="*/ 1265388 w 1780392"/>
                  <a:gd name="connsiteY286" fmla="*/ 249576 h 1369155"/>
                  <a:gd name="connsiteX287" fmla="*/ 1302710 w 1780392"/>
                  <a:gd name="connsiteY287" fmla="*/ 246914 h 1369155"/>
                  <a:gd name="connsiteX288" fmla="*/ 1342697 w 1780392"/>
                  <a:gd name="connsiteY288" fmla="*/ 206030 h 1369155"/>
                  <a:gd name="connsiteX289" fmla="*/ 1289381 w 1780392"/>
                  <a:gd name="connsiteY289" fmla="*/ 194525 h 1369155"/>
                  <a:gd name="connsiteX290" fmla="*/ 1334700 w 1780392"/>
                  <a:gd name="connsiteY290" fmla="*/ 182925 h 1369155"/>
                  <a:gd name="connsiteX291" fmla="*/ 1359549 w 1780392"/>
                  <a:gd name="connsiteY291" fmla="*/ 163909 h 1369155"/>
                  <a:gd name="connsiteX292" fmla="*/ 1398679 w 1780392"/>
                  <a:gd name="connsiteY292" fmla="*/ 166571 h 1369155"/>
                  <a:gd name="connsiteX293" fmla="*/ 1415531 w 1780392"/>
                  <a:gd name="connsiteY293" fmla="*/ 148886 h 1369155"/>
                  <a:gd name="connsiteX294" fmla="*/ 1478654 w 1780392"/>
                  <a:gd name="connsiteY294" fmla="*/ 115989 h 1369155"/>
                  <a:gd name="connsiteX295" fmla="*/ 1545300 w 1780392"/>
                  <a:gd name="connsiteY295" fmla="*/ 87465 h 1369155"/>
                  <a:gd name="connsiteX296" fmla="*/ 1485700 w 1780392"/>
                  <a:gd name="connsiteY296" fmla="*/ 83851 h 1369155"/>
                  <a:gd name="connsiteX297" fmla="*/ 1533304 w 1780392"/>
                  <a:gd name="connsiteY297" fmla="*/ 73203 h 1369155"/>
                  <a:gd name="connsiteX298" fmla="*/ 1594618 w 1780392"/>
                  <a:gd name="connsiteY298" fmla="*/ 55423 h 1369155"/>
                  <a:gd name="connsiteX299" fmla="*/ 1599950 w 1780392"/>
                  <a:gd name="connsiteY299" fmla="*/ 36406 h 1369155"/>
                  <a:gd name="connsiteX300" fmla="*/ 1568817 w 1780392"/>
                  <a:gd name="connsiteY300" fmla="*/ 23951 h 1369155"/>
                  <a:gd name="connsiteX301" fmla="*/ 1545776 w 1780392"/>
                  <a:gd name="connsiteY301" fmla="*/ 17771 h 1369155"/>
                  <a:gd name="connsiteX302" fmla="*/ 1500362 w 1780392"/>
                  <a:gd name="connsiteY302" fmla="*/ 23951 h 1369155"/>
                  <a:gd name="connsiteX303" fmla="*/ 1508359 w 1780392"/>
                  <a:gd name="connsiteY303" fmla="*/ 11591 h 1369155"/>
                  <a:gd name="connsiteX304" fmla="*/ 1438191 w 1780392"/>
                  <a:gd name="connsiteY304" fmla="*/ 3604 h 1369155"/>
                  <a:gd name="connsiteX305" fmla="*/ 1401536 w 1780392"/>
                  <a:gd name="connsiteY305" fmla="*/ 6646 h 1369155"/>
                  <a:gd name="connsiteX306" fmla="*/ 1366880 w 1780392"/>
                  <a:gd name="connsiteY306" fmla="*/ 12827 h 1369155"/>
                  <a:gd name="connsiteX307" fmla="*/ 1351837 w 1780392"/>
                  <a:gd name="connsiteY307" fmla="*/ 11971 h 1369155"/>
                  <a:gd name="connsiteX308" fmla="*/ 1302043 w 1780392"/>
                  <a:gd name="connsiteY308" fmla="*/ 10164 h 1369155"/>
                  <a:gd name="connsiteX309" fmla="*/ 1270910 w 1780392"/>
                  <a:gd name="connsiteY309" fmla="*/ 16345 h 1369155"/>
                  <a:gd name="connsiteX310" fmla="*/ 1234445 w 1780392"/>
                  <a:gd name="connsiteY310" fmla="*/ 14633 h 1369155"/>
                  <a:gd name="connsiteX311" fmla="*/ 1223782 w 1780392"/>
                  <a:gd name="connsiteY311" fmla="*/ 19958 h 1369155"/>
                  <a:gd name="connsiteX312" fmla="*/ 1211405 w 1780392"/>
                  <a:gd name="connsiteY312" fmla="*/ 29466 h 1369155"/>
                  <a:gd name="connsiteX313" fmla="*/ 1178463 w 1780392"/>
                  <a:gd name="connsiteY313" fmla="*/ 36597 h 1369155"/>
                  <a:gd name="connsiteX314" fmla="*/ 1154471 w 1780392"/>
                  <a:gd name="connsiteY314" fmla="*/ 42777 h 1369155"/>
                  <a:gd name="connsiteX315" fmla="*/ 1119815 w 1780392"/>
                  <a:gd name="connsiteY315" fmla="*/ 39259 h 1369155"/>
                  <a:gd name="connsiteX316" fmla="*/ 1100773 w 1780392"/>
                  <a:gd name="connsiteY316" fmla="*/ 50764 h 1369155"/>
                  <a:gd name="connsiteX317" fmla="*/ 1087349 w 1780392"/>
                  <a:gd name="connsiteY317" fmla="*/ 60272 h 1369155"/>
                  <a:gd name="connsiteX318" fmla="*/ 1056311 w 1780392"/>
                  <a:gd name="connsiteY318" fmla="*/ 55803 h 1369155"/>
                  <a:gd name="connsiteX319" fmla="*/ 1040316 w 1780392"/>
                  <a:gd name="connsiteY319" fmla="*/ 68258 h 1369155"/>
                  <a:gd name="connsiteX320" fmla="*/ 997663 w 1780392"/>
                  <a:gd name="connsiteY320" fmla="*/ 71776 h 1369155"/>
                  <a:gd name="connsiteX321" fmla="*/ 1012610 w 1780392"/>
                  <a:gd name="connsiteY321" fmla="*/ 76720 h 1369155"/>
                  <a:gd name="connsiteX322" fmla="*/ 1236635 w 1780392"/>
                  <a:gd name="connsiteY322" fmla="*/ 842782 h 1369155"/>
                  <a:gd name="connsiteX323" fmla="*/ 1239301 w 1780392"/>
                  <a:gd name="connsiteY323" fmla="*/ 820628 h 1369155"/>
                  <a:gd name="connsiteX324" fmla="*/ 1236635 w 1780392"/>
                  <a:gd name="connsiteY324" fmla="*/ 842782 h 1369155"/>
                  <a:gd name="connsiteX325" fmla="*/ 1158374 w 1780392"/>
                  <a:gd name="connsiteY325" fmla="*/ 823766 h 1369155"/>
                  <a:gd name="connsiteX326" fmla="*/ 1192173 w 1780392"/>
                  <a:gd name="connsiteY326" fmla="*/ 801517 h 1369155"/>
                  <a:gd name="connsiteX327" fmla="*/ 1158374 w 1780392"/>
                  <a:gd name="connsiteY327" fmla="*/ 823290 h 1369155"/>
                  <a:gd name="connsiteX328" fmla="*/ 1222449 w 1780392"/>
                  <a:gd name="connsiteY328" fmla="*/ 774895 h 1369155"/>
                  <a:gd name="connsiteX329" fmla="*/ 1194839 w 1780392"/>
                  <a:gd name="connsiteY329" fmla="*/ 752741 h 1369155"/>
                  <a:gd name="connsiteX330" fmla="*/ 1155708 w 1780392"/>
                  <a:gd name="connsiteY330" fmla="*/ 729636 h 1369155"/>
                  <a:gd name="connsiteX331" fmla="*/ 1130859 w 1780392"/>
                  <a:gd name="connsiteY331" fmla="*/ 710620 h 1369155"/>
                  <a:gd name="connsiteX332" fmla="*/ 1108675 w 1780392"/>
                  <a:gd name="connsiteY332" fmla="*/ 723932 h 1369155"/>
                  <a:gd name="connsiteX333" fmla="*/ 1103344 w 1780392"/>
                  <a:gd name="connsiteY333" fmla="*/ 751410 h 1369155"/>
                  <a:gd name="connsiteX334" fmla="*/ 1086397 w 1780392"/>
                  <a:gd name="connsiteY334" fmla="*/ 778127 h 1369155"/>
                  <a:gd name="connsiteX335" fmla="*/ 1111341 w 1780392"/>
                  <a:gd name="connsiteY335" fmla="*/ 777176 h 1369155"/>
                  <a:gd name="connsiteX336" fmla="*/ 1122005 w 1780392"/>
                  <a:gd name="connsiteY336" fmla="*/ 793150 h 1369155"/>
                  <a:gd name="connsiteX337" fmla="*/ 1155708 w 1780392"/>
                  <a:gd name="connsiteY337" fmla="*/ 774134 h 1369155"/>
                  <a:gd name="connsiteX338" fmla="*/ 1181510 w 1780392"/>
                  <a:gd name="connsiteY338" fmla="*/ 773278 h 1369155"/>
                  <a:gd name="connsiteX339" fmla="*/ 1222449 w 1780392"/>
                  <a:gd name="connsiteY339" fmla="*/ 774419 h 1369155"/>
                  <a:gd name="connsiteX340" fmla="*/ 1513025 w 1780392"/>
                  <a:gd name="connsiteY340" fmla="*/ 696834 h 1369155"/>
                  <a:gd name="connsiteX341" fmla="*/ 1542444 w 1780392"/>
                  <a:gd name="connsiteY341" fmla="*/ 725358 h 1369155"/>
                  <a:gd name="connsiteX342" fmla="*/ 1563675 w 1780392"/>
                  <a:gd name="connsiteY342" fmla="*/ 720033 h 1369155"/>
                  <a:gd name="connsiteX343" fmla="*/ 1584145 w 1780392"/>
                  <a:gd name="connsiteY343" fmla="*/ 708529 h 1369155"/>
                  <a:gd name="connsiteX344" fmla="*/ 1609946 w 1780392"/>
                  <a:gd name="connsiteY344" fmla="*/ 682762 h 1369155"/>
                  <a:gd name="connsiteX345" fmla="*/ 1586811 w 1780392"/>
                  <a:gd name="connsiteY345" fmla="*/ 668595 h 1369155"/>
                  <a:gd name="connsiteX346" fmla="*/ 1570182 w 1780392"/>
                  <a:gd name="connsiteY346" fmla="*/ 657629 h 1369155"/>
                  <a:gd name="connsiteX347" fmla="*/ 1569959 w 1780392"/>
                  <a:gd name="connsiteY347" fmla="*/ 653477 h 1369155"/>
                  <a:gd name="connsiteX348" fmla="*/ 1534351 w 1780392"/>
                  <a:gd name="connsiteY348" fmla="*/ 634461 h 1369155"/>
                  <a:gd name="connsiteX349" fmla="*/ 1498838 w 1780392"/>
                  <a:gd name="connsiteY349" fmla="*/ 622006 h 1369155"/>
                  <a:gd name="connsiteX350" fmla="*/ 1472180 w 1780392"/>
                  <a:gd name="connsiteY350" fmla="*/ 599852 h 1369155"/>
                  <a:gd name="connsiteX351" fmla="*/ 1499695 w 1780392"/>
                  <a:gd name="connsiteY351" fmla="*/ 593672 h 1369155"/>
                  <a:gd name="connsiteX352" fmla="*/ 1476655 w 1780392"/>
                  <a:gd name="connsiteY352" fmla="*/ 582072 h 1369155"/>
                  <a:gd name="connsiteX353" fmla="*/ 1488175 w 1780392"/>
                  <a:gd name="connsiteY353" fmla="*/ 573229 h 1369155"/>
                  <a:gd name="connsiteX354" fmla="*/ 1477512 w 1780392"/>
                  <a:gd name="connsiteY354" fmla="*/ 556400 h 1369155"/>
                  <a:gd name="connsiteX355" fmla="*/ 1463326 w 1780392"/>
                  <a:gd name="connsiteY355" fmla="*/ 563436 h 1369155"/>
                  <a:gd name="connsiteX356" fmla="*/ 1466849 w 1780392"/>
                  <a:gd name="connsiteY356" fmla="*/ 547463 h 1369155"/>
                  <a:gd name="connsiteX357" fmla="*/ 1435715 w 1780392"/>
                  <a:gd name="connsiteY357" fmla="*/ 537955 h 1369155"/>
                  <a:gd name="connsiteX358" fmla="*/ 1421529 w 1780392"/>
                  <a:gd name="connsiteY358" fmla="*/ 528447 h 1369155"/>
                  <a:gd name="connsiteX359" fmla="*/ 1395728 w 1780392"/>
                  <a:gd name="connsiteY359" fmla="*/ 533771 h 1369155"/>
                  <a:gd name="connsiteX360" fmla="*/ 1388587 w 1780392"/>
                  <a:gd name="connsiteY360" fmla="*/ 527496 h 1369155"/>
                  <a:gd name="connsiteX361" fmla="*/ 1405534 w 1780392"/>
                  <a:gd name="connsiteY361" fmla="*/ 511522 h 1369155"/>
                  <a:gd name="connsiteX362" fmla="*/ 1375258 w 1780392"/>
                  <a:gd name="connsiteY362" fmla="*/ 512473 h 1369155"/>
                  <a:gd name="connsiteX363" fmla="*/ 1352218 w 1780392"/>
                  <a:gd name="connsiteY363" fmla="*/ 493457 h 1369155"/>
                  <a:gd name="connsiteX364" fmla="*/ 1327273 w 1780392"/>
                  <a:gd name="connsiteY364" fmla="*/ 479195 h 1369155"/>
                  <a:gd name="connsiteX365" fmla="*/ 1284620 w 1780392"/>
                  <a:gd name="connsiteY365" fmla="*/ 462366 h 1369155"/>
                  <a:gd name="connsiteX366" fmla="*/ 1262437 w 1780392"/>
                  <a:gd name="connsiteY366" fmla="*/ 479195 h 1369155"/>
                  <a:gd name="connsiteX367" fmla="*/ 1249964 w 1780392"/>
                  <a:gd name="connsiteY367" fmla="*/ 474821 h 1369155"/>
                  <a:gd name="connsiteX368" fmla="*/ 1217118 w 1780392"/>
                  <a:gd name="connsiteY368" fmla="*/ 485470 h 1369155"/>
                  <a:gd name="connsiteX369" fmla="*/ 1217974 w 1780392"/>
                  <a:gd name="connsiteY369" fmla="*/ 451717 h 1369155"/>
                  <a:gd name="connsiteX370" fmla="*/ 1203693 w 1780392"/>
                  <a:gd name="connsiteY370" fmla="*/ 427757 h 1369155"/>
                  <a:gd name="connsiteX371" fmla="*/ 1164658 w 1780392"/>
                  <a:gd name="connsiteY371" fmla="*/ 427757 h 1369155"/>
                  <a:gd name="connsiteX372" fmla="*/ 1122005 w 1780392"/>
                  <a:gd name="connsiteY372" fmla="*/ 444586 h 1369155"/>
                  <a:gd name="connsiteX373" fmla="*/ 1128193 w 1780392"/>
                  <a:gd name="connsiteY373" fmla="*/ 473871 h 1369155"/>
                  <a:gd name="connsiteX374" fmla="*/ 1117530 w 1780392"/>
                  <a:gd name="connsiteY374" fmla="*/ 492887 h 1369155"/>
                  <a:gd name="connsiteX375" fmla="*/ 1138856 w 1780392"/>
                  <a:gd name="connsiteY375" fmla="*/ 508004 h 1369155"/>
                  <a:gd name="connsiteX376" fmla="*/ 1105057 w 1780392"/>
                  <a:gd name="connsiteY376" fmla="*/ 494693 h 1369155"/>
                  <a:gd name="connsiteX377" fmla="*/ 1100678 w 1780392"/>
                  <a:gd name="connsiteY377" fmla="*/ 468926 h 1369155"/>
                  <a:gd name="connsiteX378" fmla="*/ 1111341 w 1780392"/>
                  <a:gd name="connsiteY378" fmla="*/ 440402 h 1369155"/>
                  <a:gd name="connsiteX379" fmla="*/ 1131716 w 1780392"/>
                  <a:gd name="connsiteY379" fmla="*/ 422622 h 1369155"/>
                  <a:gd name="connsiteX380" fmla="*/ 1052598 w 1780392"/>
                  <a:gd name="connsiteY380" fmla="*/ 442114 h 1369155"/>
                  <a:gd name="connsiteX381" fmla="*/ 1033556 w 1780392"/>
                  <a:gd name="connsiteY381" fmla="*/ 511332 h 1369155"/>
                  <a:gd name="connsiteX382" fmla="*/ 1076209 w 1780392"/>
                  <a:gd name="connsiteY382" fmla="*/ 519319 h 1369155"/>
                  <a:gd name="connsiteX383" fmla="*/ 1071830 w 1780392"/>
                  <a:gd name="connsiteY383" fmla="*/ 528256 h 1369155"/>
                  <a:gd name="connsiteX384" fmla="*/ 1041554 w 1780392"/>
                  <a:gd name="connsiteY384" fmla="*/ 530919 h 1369155"/>
                  <a:gd name="connsiteX385" fmla="*/ 1080684 w 1780392"/>
                  <a:gd name="connsiteY385" fmla="*/ 550410 h 1369155"/>
                  <a:gd name="connsiteX386" fmla="*/ 1101154 w 1780392"/>
                  <a:gd name="connsiteY386" fmla="*/ 554879 h 1369155"/>
                  <a:gd name="connsiteX387" fmla="*/ 1141141 w 1780392"/>
                  <a:gd name="connsiteY387" fmla="*/ 561059 h 1369155"/>
                  <a:gd name="connsiteX388" fmla="*/ 1185604 w 1780392"/>
                  <a:gd name="connsiteY388" fmla="*/ 569046 h 1369155"/>
                  <a:gd name="connsiteX389" fmla="*/ 1206073 w 1780392"/>
                  <a:gd name="connsiteY389" fmla="*/ 560203 h 1369155"/>
                  <a:gd name="connsiteX390" fmla="*/ 1251392 w 1780392"/>
                  <a:gd name="connsiteY390" fmla="*/ 566384 h 1369155"/>
                  <a:gd name="connsiteX391" fmla="*/ 1248727 w 1780392"/>
                  <a:gd name="connsiteY391" fmla="*/ 554023 h 1369155"/>
                  <a:gd name="connsiteX392" fmla="*/ 1253106 w 1780392"/>
                  <a:gd name="connsiteY392" fmla="*/ 544515 h 1369155"/>
                  <a:gd name="connsiteX393" fmla="*/ 1277099 w 1780392"/>
                  <a:gd name="connsiteY393" fmla="*/ 559633 h 1369155"/>
                  <a:gd name="connsiteX394" fmla="*/ 1287762 w 1780392"/>
                  <a:gd name="connsiteY394" fmla="*/ 569141 h 1369155"/>
                  <a:gd name="connsiteX395" fmla="*/ 1318038 w 1780392"/>
                  <a:gd name="connsiteY395" fmla="*/ 589583 h 1369155"/>
                  <a:gd name="connsiteX396" fmla="*/ 1298425 w 1780392"/>
                  <a:gd name="connsiteY396" fmla="*/ 606412 h 1369155"/>
                  <a:gd name="connsiteX397" fmla="*/ 1329558 w 1780392"/>
                  <a:gd name="connsiteY397" fmla="*/ 597570 h 1369155"/>
                  <a:gd name="connsiteX398" fmla="*/ 1348600 w 1780392"/>
                  <a:gd name="connsiteY398" fmla="*/ 617156 h 1369155"/>
                  <a:gd name="connsiteX399" fmla="*/ 1378876 w 1780392"/>
                  <a:gd name="connsiteY399" fmla="*/ 636172 h 1369155"/>
                  <a:gd name="connsiteX400" fmla="*/ 1378876 w 1780392"/>
                  <a:gd name="connsiteY400" fmla="*/ 670782 h 1369155"/>
                  <a:gd name="connsiteX401" fmla="*/ 1411723 w 1780392"/>
                  <a:gd name="connsiteY401" fmla="*/ 668119 h 1369155"/>
                  <a:gd name="connsiteX402" fmla="*/ 1442856 w 1780392"/>
                  <a:gd name="connsiteY402" fmla="*/ 683237 h 1369155"/>
                  <a:gd name="connsiteX403" fmla="*/ 1413532 w 1780392"/>
                  <a:gd name="connsiteY403" fmla="*/ 697404 h 1369155"/>
                  <a:gd name="connsiteX404" fmla="*/ 1362881 w 1780392"/>
                  <a:gd name="connsiteY404" fmla="*/ 678388 h 1369155"/>
                  <a:gd name="connsiteX405" fmla="*/ 1357550 w 1780392"/>
                  <a:gd name="connsiteY405" fmla="*/ 712142 h 1369155"/>
                  <a:gd name="connsiteX406" fmla="*/ 1310421 w 1780392"/>
                  <a:gd name="connsiteY406" fmla="*/ 721650 h 1369155"/>
                  <a:gd name="connsiteX407" fmla="*/ 1283763 w 1780392"/>
                  <a:gd name="connsiteY407" fmla="*/ 726974 h 1369155"/>
                  <a:gd name="connsiteX408" fmla="*/ 1272148 w 1780392"/>
                  <a:gd name="connsiteY408" fmla="*/ 751885 h 1369155"/>
                  <a:gd name="connsiteX409" fmla="*/ 1316610 w 1780392"/>
                  <a:gd name="connsiteY409" fmla="*/ 753597 h 1369155"/>
                  <a:gd name="connsiteX410" fmla="*/ 1336223 w 1780392"/>
                  <a:gd name="connsiteY410" fmla="*/ 750079 h 1369155"/>
                  <a:gd name="connsiteX411" fmla="*/ 1366404 w 1780392"/>
                  <a:gd name="connsiteY411" fmla="*/ 748272 h 1369155"/>
                  <a:gd name="connsiteX412" fmla="*/ 1389540 w 1780392"/>
                  <a:gd name="connsiteY412" fmla="*/ 768714 h 1369155"/>
                  <a:gd name="connsiteX413" fmla="*/ 1401060 w 1780392"/>
                  <a:gd name="connsiteY413" fmla="*/ 794481 h 1369155"/>
                  <a:gd name="connsiteX414" fmla="*/ 1448664 w 1780392"/>
                  <a:gd name="connsiteY414" fmla="*/ 809599 h 1369155"/>
                  <a:gd name="connsiteX415" fmla="*/ 1510930 w 1780392"/>
                  <a:gd name="connsiteY415" fmla="*/ 833559 h 1369155"/>
                  <a:gd name="connsiteX416" fmla="*/ 1458470 w 1780392"/>
                  <a:gd name="connsiteY416" fmla="*/ 780219 h 1369155"/>
                  <a:gd name="connsiteX417" fmla="*/ 1488651 w 1780392"/>
                  <a:gd name="connsiteY417" fmla="*/ 785639 h 1369155"/>
                  <a:gd name="connsiteX418" fmla="*/ 1542920 w 1780392"/>
                  <a:gd name="connsiteY418" fmla="*/ 789157 h 1369155"/>
                  <a:gd name="connsiteX419" fmla="*/ 1532256 w 1780392"/>
                  <a:gd name="connsiteY419" fmla="*/ 766052 h 1369155"/>
                  <a:gd name="connsiteX420" fmla="*/ 1511787 w 1780392"/>
                  <a:gd name="connsiteY420" fmla="*/ 738574 h 1369155"/>
                  <a:gd name="connsiteX421" fmla="*/ 1478940 w 1780392"/>
                  <a:gd name="connsiteY421" fmla="*/ 708338 h 1369155"/>
                  <a:gd name="connsiteX422" fmla="*/ 1484272 w 1780392"/>
                  <a:gd name="connsiteY422" fmla="*/ 686185 h 1369155"/>
                  <a:gd name="connsiteX423" fmla="*/ 1513025 w 1780392"/>
                  <a:gd name="connsiteY423" fmla="*/ 696358 h 1369155"/>
                  <a:gd name="connsiteX424" fmla="*/ 1325369 w 1780392"/>
                  <a:gd name="connsiteY424" fmla="*/ 654238 h 1369155"/>
                  <a:gd name="connsiteX425" fmla="*/ 1328035 w 1780392"/>
                  <a:gd name="connsiteY425" fmla="*/ 627520 h 1369155"/>
                  <a:gd name="connsiteX426" fmla="*/ 1302234 w 1780392"/>
                  <a:gd name="connsiteY426" fmla="*/ 621340 h 1369155"/>
                  <a:gd name="connsiteX427" fmla="*/ 1284430 w 1780392"/>
                  <a:gd name="connsiteY427" fmla="*/ 652431 h 1369155"/>
                  <a:gd name="connsiteX428" fmla="*/ 1325369 w 1780392"/>
                  <a:gd name="connsiteY428" fmla="*/ 654238 h 1369155"/>
                  <a:gd name="connsiteX429" fmla="*/ 1214452 w 1780392"/>
                  <a:gd name="connsiteY429" fmla="*/ 422908 h 1369155"/>
                  <a:gd name="connsiteX430" fmla="*/ 1226829 w 1780392"/>
                  <a:gd name="connsiteY430" fmla="*/ 447819 h 1369155"/>
                  <a:gd name="connsiteX431" fmla="*/ 1257105 w 1780392"/>
                  <a:gd name="connsiteY431" fmla="*/ 457327 h 1369155"/>
                  <a:gd name="connsiteX432" fmla="*/ 1304709 w 1780392"/>
                  <a:gd name="connsiteY432" fmla="*/ 449340 h 1369155"/>
                  <a:gd name="connsiteX433" fmla="*/ 1254058 w 1780392"/>
                  <a:gd name="connsiteY433" fmla="*/ 424524 h 1369155"/>
                  <a:gd name="connsiteX434" fmla="*/ 1214452 w 1780392"/>
                  <a:gd name="connsiteY434" fmla="*/ 422908 h 1369155"/>
                  <a:gd name="connsiteX435" fmla="*/ 1547680 w 1780392"/>
                  <a:gd name="connsiteY435" fmla="*/ 1178320 h 1369155"/>
                  <a:gd name="connsiteX436" fmla="*/ 1602806 w 1780392"/>
                  <a:gd name="connsiteY436" fmla="*/ 1197336 h 1369155"/>
                  <a:gd name="connsiteX437" fmla="*/ 1547680 w 1780392"/>
                  <a:gd name="connsiteY437" fmla="*/ 1178320 h 1369155"/>
                  <a:gd name="connsiteX438" fmla="*/ 1772848 w 1780392"/>
                  <a:gd name="connsiteY438" fmla="*/ 1231280 h 1369155"/>
                  <a:gd name="connsiteX439" fmla="*/ 1771610 w 1780392"/>
                  <a:gd name="connsiteY439" fmla="*/ 1220631 h 1369155"/>
                  <a:gd name="connsiteX440" fmla="*/ 1763327 w 1780392"/>
                  <a:gd name="connsiteY440" fmla="*/ 1215877 h 1369155"/>
                  <a:gd name="connsiteX441" fmla="*/ 1764565 w 1780392"/>
                  <a:gd name="connsiteY441" fmla="*/ 1196861 h 1369155"/>
                  <a:gd name="connsiteX442" fmla="*/ 1748569 w 1780392"/>
                  <a:gd name="connsiteY442" fmla="*/ 1192677 h 1369155"/>
                  <a:gd name="connsiteX443" fmla="*/ 1730766 w 1780392"/>
                  <a:gd name="connsiteY443" fmla="*/ 1189159 h 1369155"/>
                  <a:gd name="connsiteX444" fmla="*/ 1721816 w 1780392"/>
                  <a:gd name="connsiteY444" fmla="*/ 1177369 h 1369155"/>
                  <a:gd name="connsiteX445" fmla="*/ 1706487 w 1780392"/>
                  <a:gd name="connsiteY445" fmla="*/ 1177940 h 1369155"/>
                  <a:gd name="connsiteX446" fmla="*/ 1708201 w 1780392"/>
                  <a:gd name="connsiteY446" fmla="*/ 1163678 h 1369155"/>
                  <a:gd name="connsiteX447" fmla="*/ 1722483 w 1780392"/>
                  <a:gd name="connsiteY447" fmla="*/ 1141239 h 1369155"/>
                  <a:gd name="connsiteX448" fmla="*/ 1712962 w 1780392"/>
                  <a:gd name="connsiteY448" fmla="*/ 1134678 h 1369155"/>
                  <a:gd name="connsiteX449" fmla="*/ 1680400 w 1780392"/>
                  <a:gd name="connsiteY449" fmla="*/ 1179651 h 1369155"/>
                  <a:gd name="connsiteX450" fmla="*/ 1671451 w 1780392"/>
                  <a:gd name="connsiteY450" fmla="*/ 1198667 h 1369155"/>
                  <a:gd name="connsiteX451" fmla="*/ 1660216 w 1780392"/>
                  <a:gd name="connsiteY451" fmla="*/ 1210552 h 1369155"/>
                  <a:gd name="connsiteX452" fmla="*/ 1654313 w 1780392"/>
                  <a:gd name="connsiteY452" fmla="*/ 1234798 h 1369155"/>
                  <a:gd name="connsiteX453" fmla="*/ 1685161 w 1780392"/>
                  <a:gd name="connsiteY453" fmla="*/ 1234227 h 1369155"/>
                  <a:gd name="connsiteX454" fmla="*/ 1713723 w 1780392"/>
                  <a:gd name="connsiteY454" fmla="*/ 1229473 h 1369155"/>
                  <a:gd name="connsiteX455" fmla="*/ 1732098 w 1780392"/>
                  <a:gd name="connsiteY455" fmla="*/ 1234227 h 1369155"/>
                  <a:gd name="connsiteX456" fmla="*/ 1727338 w 1780392"/>
                  <a:gd name="connsiteY456" fmla="*/ 1248394 h 1369155"/>
                  <a:gd name="connsiteX457" fmla="*/ 1744571 w 1780392"/>
                  <a:gd name="connsiteY457" fmla="*/ 1241358 h 1369155"/>
                  <a:gd name="connsiteX458" fmla="*/ 1757043 w 1780392"/>
                  <a:gd name="connsiteY458" fmla="*/ 1247253 h 1369155"/>
                  <a:gd name="connsiteX459" fmla="*/ 1781892 w 1780392"/>
                  <a:gd name="connsiteY459" fmla="*/ 1249630 h 1369155"/>
                  <a:gd name="connsiteX460" fmla="*/ 1772848 w 1780392"/>
                  <a:gd name="connsiteY460" fmla="*/ 1231280 h 1369155"/>
                  <a:gd name="connsiteX461" fmla="*/ 166591 w 1780392"/>
                  <a:gd name="connsiteY461" fmla="*/ 1068217 h 1369155"/>
                  <a:gd name="connsiteX462" fmla="*/ 197057 w 1780392"/>
                  <a:gd name="connsiteY462" fmla="*/ 1112144 h 1369155"/>
                  <a:gd name="connsiteX463" fmla="*/ 187536 w 1780392"/>
                  <a:gd name="connsiteY463" fmla="*/ 1081148 h 1369155"/>
                  <a:gd name="connsiteX464" fmla="*/ 166591 w 1780392"/>
                  <a:gd name="connsiteY464" fmla="*/ 1068217 h 1369155"/>
                  <a:gd name="connsiteX465" fmla="*/ 1631273 w 1780392"/>
                  <a:gd name="connsiteY465" fmla="*/ 1270643 h 1369155"/>
                  <a:gd name="connsiteX466" fmla="*/ 1631273 w 1780392"/>
                  <a:gd name="connsiteY466" fmla="*/ 1256856 h 1369155"/>
                  <a:gd name="connsiteX467" fmla="*/ 1617563 w 1780392"/>
                  <a:gd name="connsiteY467" fmla="*/ 1264843 h 1369155"/>
                  <a:gd name="connsiteX468" fmla="*/ 1607281 w 1780392"/>
                  <a:gd name="connsiteY468" fmla="*/ 1276443 h 1369155"/>
                  <a:gd name="connsiteX469" fmla="*/ 1598902 w 1780392"/>
                  <a:gd name="connsiteY469" fmla="*/ 1284810 h 1369155"/>
                  <a:gd name="connsiteX470" fmla="*/ 1563294 w 1780392"/>
                  <a:gd name="connsiteY470" fmla="*/ 1278630 h 1369155"/>
                  <a:gd name="connsiteX471" fmla="*/ 1541587 w 1780392"/>
                  <a:gd name="connsiteY471" fmla="*/ 1260850 h 1369155"/>
                  <a:gd name="connsiteX472" fmla="*/ 1538826 w 1780392"/>
                  <a:gd name="connsiteY472" fmla="*/ 1240502 h 1369155"/>
                  <a:gd name="connsiteX473" fmla="*/ 1529972 w 1780392"/>
                  <a:gd name="connsiteY473" fmla="*/ 1233847 h 1369155"/>
                  <a:gd name="connsiteX474" fmla="*/ 1528163 w 1780392"/>
                  <a:gd name="connsiteY474" fmla="*/ 1225860 h 1369155"/>
                  <a:gd name="connsiteX475" fmla="*/ 1547775 w 1780392"/>
                  <a:gd name="connsiteY475" fmla="*/ 1200093 h 1369155"/>
                  <a:gd name="connsiteX476" fmla="*/ 1461136 w 1780392"/>
                  <a:gd name="connsiteY476" fmla="*/ 1214260 h 1369155"/>
                  <a:gd name="connsiteX477" fmla="*/ 1417531 w 1780392"/>
                  <a:gd name="connsiteY477" fmla="*/ 1251532 h 1369155"/>
                  <a:gd name="connsiteX478" fmla="*/ 1435811 w 1780392"/>
                  <a:gd name="connsiteY478" fmla="*/ 1230709 h 1369155"/>
                  <a:gd name="connsiteX479" fmla="*/ 1439809 w 1780392"/>
                  <a:gd name="connsiteY479" fmla="*/ 1221201 h 1369155"/>
                  <a:gd name="connsiteX480" fmla="*/ 1467801 w 1780392"/>
                  <a:gd name="connsiteY480" fmla="*/ 1194959 h 1369155"/>
                  <a:gd name="connsiteX481" fmla="*/ 1488651 w 1780392"/>
                  <a:gd name="connsiteY481" fmla="*/ 1188779 h 1369155"/>
                  <a:gd name="connsiteX482" fmla="*/ 1503313 w 1780392"/>
                  <a:gd name="connsiteY482" fmla="*/ 1170999 h 1369155"/>
                  <a:gd name="connsiteX483" fmla="*/ 1628607 w 1780392"/>
                  <a:gd name="connsiteY483" fmla="*/ 1164818 h 1369155"/>
                  <a:gd name="connsiteX484" fmla="*/ 1664596 w 1780392"/>
                  <a:gd name="connsiteY484" fmla="*/ 1142665 h 1369155"/>
                  <a:gd name="connsiteX485" fmla="*/ 1692206 w 1780392"/>
                  <a:gd name="connsiteY485" fmla="*/ 1134678 h 1369155"/>
                  <a:gd name="connsiteX486" fmla="*/ 1720197 w 1780392"/>
                  <a:gd name="connsiteY486" fmla="*/ 1117754 h 1369155"/>
                  <a:gd name="connsiteX487" fmla="*/ 1718388 w 1780392"/>
                  <a:gd name="connsiteY487" fmla="*/ 1109387 h 1369155"/>
                  <a:gd name="connsiteX488" fmla="*/ 1712676 w 1780392"/>
                  <a:gd name="connsiteY488" fmla="*/ 1103587 h 1369155"/>
                  <a:gd name="connsiteX489" fmla="*/ 1724672 w 1780392"/>
                  <a:gd name="connsiteY489" fmla="*/ 1091607 h 1369155"/>
                  <a:gd name="connsiteX490" fmla="*/ 1714009 w 1780392"/>
                  <a:gd name="connsiteY490" fmla="*/ 1076014 h 1369155"/>
                  <a:gd name="connsiteX491" fmla="*/ 1692682 w 1780392"/>
                  <a:gd name="connsiteY491" fmla="*/ 1078676 h 1369155"/>
                  <a:gd name="connsiteX492" fmla="*/ 1691349 w 1780392"/>
                  <a:gd name="connsiteY492" fmla="*/ 1062702 h 1369155"/>
                  <a:gd name="connsiteX493" fmla="*/ 1660216 w 1780392"/>
                  <a:gd name="connsiteY493" fmla="*/ 1070309 h 1369155"/>
                  <a:gd name="connsiteX494" fmla="*/ 1641175 w 1780392"/>
                  <a:gd name="connsiteY494" fmla="*/ 1078676 h 1369155"/>
                  <a:gd name="connsiteX495" fmla="*/ 1636319 w 1780392"/>
                  <a:gd name="connsiteY495" fmla="*/ 1070784 h 1369155"/>
                  <a:gd name="connsiteX496" fmla="*/ 1647839 w 1780392"/>
                  <a:gd name="connsiteY496" fmla="*/ 1065840 h 1369155"/>
                  <a:gd name="connsiteX497" fmla="*/ 1666024 w 1780392"/>
                  <a:gd name="connsiteY497" fmla="*/ 1059184 h 1369155"/>
                  <a:gd name="connsiteX498" fmla="*/ 1688303 w 1780392"/>
                  <a:gd name="connsiteY498" fmla="*/ 1050722 h 1369155"/>
                  <a:gd name="connsiteX499" fmla="*/ 1673641 w 1780392"/>
                  <a:gd name="connsiteY499" fmla="*/ 1041214 h 1369155"/>
                  <a:gd name="connsiteX500" fmla="*/ 1650981 w 1780392"/>
                  <a:gd name="connsiteY500" fmla="*/ 1032372 h 1369155"/>
                  <a:gd name="connsiteX501" fmla="*/ 1638985 w 1780392"/>
                  <a:gd name="connsiteY501" fmla="*/ 1030185 h 1369155"/>
                  <a:gd name="connsiteX502" fmla="*/ 1624704 w 1780392"/>
                  <a:gd name="connsiteY502" fmla="*/ 1020677 h 1369155"/>
                  <a:gd name="connsiteX503" fmla="*/ 1591000 w 1780392"/>
                  <a:gd name="connsiteY503" fmla="*/ 994910 h 1369155"/>
                  <a:gd name="connsiteX504" fmla="*/ 1593190 w 1780392"/>
                  <a:gd name="connsiteY504" fmla="*/ 989586 h 1369155"/>
                  <a:gd name="connsiteX505" fmla="*/ 1609185 w 1780392"/>
                  <a:gd name="connsiteY505" fmla="*/ 980743 h 1369155"/>
                  <a:gd name="connsiteX506" fmla="*/ 1601187 w 1780392"/>
                  <a:gd name="connsiteY506" fmla="*/ 971901 h 1369155"/>
                  <a:gd name="connsiteX507" fmla="*/ 1598521 w 1780392"/>
                  <a:gd name="connsiteY507" fmla="*/ 961157 h 1369155"/>
                  <a:gd name="connsiteX508" fmla="*/ 1585668 w 1780392"/>
                  <a:gd name="connsiteY508" fmla="*/ 946514 h 1369155"/>
                  <a:gd name="connsiteX509" fmla="*/ 1578052 w 1780392"/>
                  <a:gd name="connsiteY509" fmla="*/ 935010 h 1369155"/>
                  <a:gd name="connsiteX510" fmla="*/ 1570530 w 1780392"/>
                  <a:gd name="connsiteY510" fmla="*/ 919892 h 1369155"/>
                  <a:gd name="connsiteX511" fmla="*/ 1556725 w 1780392"/>
                  <a:gd name="connsiteY511" fmla="*/ 897738 h 1369155"/>
                  <a:gd name="connsiteX512" fmla="*/ 1546538 w 1780392"/>
                  <a:gd name="connsiteY512" fmla="*/ 879483 h 1369155"/>
                  <a:gd name="connsiteX513" fmla="*/ 1537588 w 1780392"/>
                  <a:gd name="connsiteY513" fmla="*/ 886138 h 1369155"/>
                  <a:gd name="connsiteX514" fmla="*/ 1528067 w 1780392"/>
                  <a:gd name="connsiteY514" fmla="*/ 899925 h 1369155"/>
                  <a:gd name="connsiteX515" fmla="*/ 1525401 w 1780392"/>
                  <a:gd name="connsiteY515" fmla="*/ 911905 h 1369155"/>
                  <a:gd name="connsiteX516" fmla="*/ 1521403 w 1780392"/>
                  <a:gd name="connsiteY516" fmla="*/ 923029 h 1369155"/>
                  <a:gd name="connsiteX517" fmla="*/ 1514357 w 1780392"/>
                  <a:gd name="connsiteY517" fmla="*/ 930541 h 1369155"/>
                  <a:gd name="connsiteX518" fmla="*/ 1502361 w 1780392"/>
                  <a:gd name="connsiteY518" fmla="*/ 932347 h 1369155"/>
                  <a:gd name="connsiteX519" fmla="*/ 1482368 w 1780392"/>
                  <a:gd name="connsiteY519" fmla="*/ 943852 h 1369155"/>
                  <a:gd name="connsiteX520" fmla="*/ 1471704 w 1780392"/>
                  <a:gd name="connsiteY520" fmla="*/ 935010 h 1369155"/>
                  <a:gd name="connsiteX521" fmla="*/ 1460089 w 1780392"/>
                  <a:gd name="connsiteY521" fmla="*/ 925502 h 1369155"/>
                  <a:gd name="connsiteX522" fmla="*/ 1449425 w 1780392"/>
                  <a:gd name="connsiteY522" fmla="*/ 918466 h 1369155"/>
                  <a:gd name="connsiteX523" fmla="*/ 1441428 w 1780392"/>
                  <a:gd name="connsiteY523" fmla="*/ 904679 h 1369155"/>
                  <a:gd name="connsiteX524" fmla="*/ 1439238 w 1780392"/>
                  <a:gd name="connsiteY524" fmla="*/ 882050 h 1369155"/>
                  <a:gd name="connsiteX525" fmla="*/ 1445903 w 1780392"/>
                  <a:gd name="connsiteY525" fmla="*/ 865126 h 1369155"/>
                  <a:gd name="connsiteX526" fmla="*/ 1435239 w 1780392"/>
                  <a:gd name="connsiteY526" fmla="*/ 864270 h 1369155"/>
                  <a:gd name="connsiteX527" fmla="*/ 1424100 w 1780392"/>
                  <a:gd name="connsiteY527" fmla="*/ 859801 h 1369155"/>
                  <a:gd name="connsiteX528" fmla="*/ 1400108 w 1780392"/>
                  <a:gd name="connsiteY528" fmla="*/ 851434 h 1369155"/>
                  <a:gd name="connsiteX529" fmla="*/ 1390587 w 1780392"/>
                  <a:gd name="connsiteY529" fmla="*/ 839834 h 1369155"/>
                  <a:gd name="connsiteX530" fmla="*/ 1381066 w 1780392"/>
                  <a:gd name="connsiteY530" fmla="*/ 832798 h 1369155"/>
                  <a:gd name="connsiteX531" fmla="*/ 1372688 w 1780392"/>
                  <a:gd name="connsiteY531" fmla="*/ 824812 h 1369155"/>
                  <a:gd name="connsiteX532" fmla="*/ 1358406 w 1780392"/>
                  <a:gd name="connsiteY532" fmla="*/ 817681 h 1369155"/>
                  <a:gd name="connsiteX533" fmla="*/ 1338413 w 1780392"/>
                  <a:gd name="connsiteY533" fmla="*/ 824336 h 1369155"/>
                  <a:gd name="connsiteX534" fmla="*/ 1320228 w 1780392"/>
                  <a:gd name="connsiteY534" fmla="*/ 821199 h 1369155"/>
                  <a:gd name="connsiteX535" fmla="*/ 1304233 w 1780392"/>
                  <a:gd name="connsiteY535" fmla="*/ 815874 h 1369155"/>
                  <a:gd name="connsiteX536" fmla="*/ 1277575 w 1780392"/>
                  <a:gd name="connsiteY536" fmla="*/ 815874 h 1369155"/>
                  <a:gd name="connsiteX537" fmla="*/ 1269101 w 1780392"/>
                  <a:gd name="connsiteY537" fmla="*/ 830516 h 1369155"/>
                  <a:gd name="connsiteX538" fmla="*/ 1281954 w 1780392"/>
                  <a:gd name="connsiteY538" fmla="*/ 844303 h 1369155"/>
                  <a:gd name="connsiteX539" fmla="*/ 1277099 w 1780392"/>
                  <a:gd name="connsiteY539" fmla="*/ 853811 h 1369155"/>
                  <a:gd name="connsiteX540" fmla="*/ 1270910 w 1780392"/>
                  <a:gd name="connsiteY540" fmla="*/ 863319 h 1369155"/>
                  <a:gd name="connsiteX541" fmla="*/ 1277099 w 1780392"/>
                  <a:gd name="connsiteY541" fmla="*/ 874444 h 1369155"/>
                  <a:gd name="connsiteX542" fmla="*/ 1285096 w 1780392"/>
                  <a:gd name="connsiteY542" fmla="*/ 892604 h 1369155"/>
                  <a:gd name="connsiteX543" fmla="*/ 1277099 w 1780392"/>
                  <a:gd name="connsiteY543" fmla="*/ 902112 h 1369155"/>
                  <a:gd name="connsiteX544" fmla="*/ 1271291 w 1780392"/>
                  <a:gd name="connsiteY544" fmla="*/ 915803 h 1369155"/>
                  <a:gd name="connsiteX545" fmla="*/ 1264626 w 1780392"/>
                  <a:gd name="connsiteY545" fmla="*/ 934819 h 1369155"/>
                  <a:gd name="connsiteX546" fmla="*/ 1294903 w 1780392"/>
                  <a:gd name="connsiteY546" fmla="*/ 958780 h 1369155"/>
                  <a:gd name="connsiteX547" fmla="*/ 1299282 w 1780392"/>
                  <a:gd name="connsiteY547" fmla="*/ 1002707 h 1369155"/>
                  <a:gd name="connsiteX548" fmla="*/ 1270720 w 1780392"/>
                  <a:gd name="connsiteY548" fmla="*/ 1030660 h 1369155"/>
                  <a:gd name="connsiteX549" fmla="*/ 1242728 w 1780392"/>
                  <a:gd name="connsiteY549" fmla="*/ 1040929 h 1369155"/>
                  <a:gd name="connsiteX550" fmla="*/ 1248060 w 1780392"/>
                  <a:gd name="connsiteY550" fmla="*/ 1059945 h 1369155"/>
                  <a:gd name="connsiteX551" fmla="*/ 1253392 w 1780392"/>
                  <a:gd name="connsiteY551" fmla="*/ 1079912 h 1369155"/>
                  <a:gd name="connsiteX552" fmla="*/ 1259104 w 1780392"/>
                  <a:gd name="connsiteY552" fmla="*/ 1103872 h 1369155"/>
                  <a:gd name="connsiteX553" fmla="*/ 1254725 w 1780392"/>
                  <a:gd name="connsiteY553" fmla="*/ 1120796 h 1369155"/>
                  <a:gd name="connsiteX554" fmla="*/ 1257771 w 1780392"/>
                  <a:gd name="connsiteY554" fmla="*/ 1130970 h 1369155"/>
                  <a:gd name="connsiteX555" fmla="*/ 1248917 w 1780392"/>
                  <a:gd name="connsiteY555" fmla="*/ 1130114 h 1369155"/>
                  <a:gd name="connsiteX556" fmla="*/ 1237778 w 1780392"/>
                  <a:gd name="connsiteY556" fmla="*/ 1142475 h 1369155"/>
                  <a:gd name="connsiteX557" fmla="*/ 1220926 w 1780392"/>
                  <a:gd name="connsiteY557" fmla="*/ 1136294 h 1369155"/>
                  <a:gd name="connsiteX558" fmla="*/ 1213785 w 1780392"/>
                  <a:gd name="connsiteY558" fmla="*/ 1122508 h 1369155"/>
                  <a:gd name="connsiteX559" fmla="*/ 1199599 w 1780392"/>
                  <a:gd name="connsiteY559" fmla="*/ 1108816 h 1369155"/>
                  <a:gd name="connsiteX560" fmla="*/ 1185794 w 1780392"/>
                  <a:gd name="connsiteY560" fmla="*/ 1091036 h 1369155"/>
                  <a:gd name="connsiteX561" fmla="*/ 1184461 w 1780392"/>
                  <a:gd name="connsiteY561" fmla="*/ 1060420 h 1369155"/>
                  <a:gd name="connsiteX562" fmla="*/ 1186651 w 1780392"/>
                  <a:gd name="connsiteY562" fmla="*/ 1044447 h 1369155"/>
                  <a:gd name="connsiteX563" fmla="*/ 1175607 w 1780392"/>
                  <a:gd name="connsiteY563" fmla="*/ 1031991 h 1369155"/>
                  <a:gd name="connsiteX564" fmla="*/ 1145331 w 1780392"/>
                  <a:gd name="connsiteY564" fmla="*/ 1030185 h 1369155"/>
                  <a:gd name="connsiteX565" fmla="*/ 1124480 w 1780392"/>
                  <a:gd name="connsiteY565" fmla="*/ 1026192 h 1369155"/>
                  <a:gd name="connsiteX566" fmla="*/ 1096965 w 1780392"/>
                  <a:gd name="connsiteY566" fmla="*/ 1012880 h 1369155"/>
                  <a:gd name="connsiteX567" fmla="*/ 1075543 w 1780392"/>
                  <a:gd name="connsiteY567" fmla="*/ 998238 h 1369155"/>
                  <a:gd name="connsiteX568" fmla="*/ 1057358 w 1780392"/>
                  <a:gd name="connsiteY568" fmla="*/ 987209 h 1369155"/>
                  <a:gd name="connsiteX569" fmla="*/ 1035556 w 1780392"/>
                  <a:gd name="connsiteY569" fmla="*/ 981884 h 1369155"/>
                  <a:gd name="connsiteX570" fmla="*/ 1008897 w 1780392"/>
                  <a:gd name="connsiteY570" fmla="*/ 971235 h 1369155"/>
                  <a:gd name="connsiteX571" fmla="*/ 979192 w 1780392"/>
                  <a:gd name="connsiteY571" fmla="*/ 980078 h 1369155"/>
                  <a:gd name="connsiteX572" fmla="*/ 981858 w 1780392"/>
                  <a:gd name="connsiteY572" fmla="*/ 970570 h 1369155"/>
                  <a:gd name="connsiteX573" fmla="*/ 972908 w 1780392"/>
                  <a:gd name="connsiteY573" fmla="*/ 945278 h 1369155"/>
                  <a:gd name="connsiteX574" fmla="*/ 958246 w 1780392"/>
                  <a:gd name="connsiteY574" fmla="*/ 927974 h 1369155"/>
                  <a:gd name="connsiteX575" fmla="*/ 936063 w 1780392"/>
                  <a:gd name="connsiteY575" fmla="*/ 922649 h 1369155"/>
                  <a:gd name="connsiteX576" fmla="*/ 935111 w 1780392"/>
                  <a:gd name="connsiteY576" fmla="*/ 884617 h 1369155"/>
                  <a:gd name="connsiteX577" fmla="*/ 948916 w 1780392"/>
                  <a:gd name="connsiteY577" fmla="*/ 851339 h 1369155"/>
                  <a:gd name="connsiteX578" fmla="*/ 963102 w 1780392"/>
                  <a:gd name="connsiteY578" fmla="*/ 839834 h 1369155"/>
                  <a:gd name="connsiteX579" fmla="*/ 971099 w 1780392"/>
                  <a:gd name="connsiteY579" fmla="*/ 824241 h 1369155"/>
                  <a:gd name="connsiteX580" fmla="*/ 979573 w 1780392"/>
                  <a:gd name="connsiteY580" fmla="*/ 815399 h 1369155"/>
                  <a:gd name="connsiteX581" fmla="*/ 984524 w 1780392"/>
                  <a:gd name="connsiteY581" fmla="*/ 809219 h 1369155"/>
                  <a:gd name="connsiteX582" fmla="*/ 994045 w 1780392"/>
                  <a:gd name="connsiteY582" fmla="*/ 803419 h 1369155"/>
                  <a:gd name="connsiteX583" fmla="*/ 1017085 w 1780392"/>
                  <a:gd name="connsiteY583" fmla="*/ 789632 h 1369155"/>
                  <a:gd name="connsiteX584" fmla="*/ 988523 w 1780392"/>
                  <a:gd name="connsiteY584" fmla="*/ 778603 h 1369155"/>
                  <a:gd name="connsiteX585" fmla="*/ 956914 w 1780392"/>
                  <a:gd name="connsiteY585" fmla="*/ 764816 h 1369155"/>
                  <a:gd name="connsiteX586" fmla="*/ 1002328 w 1780392"/>
                  <a:gd name="connsiteY586" fmla="*/ 772803 h 1369155"/>
                  <a:gd name="connsiteX587" fmla="*/ 1026320 w 1780392"/>
                  <a:gd name="connsiteY587" fmla="*/ 776321 h 1369155"/>
                  <a:gd name="connsiteX588" fmla="*/ 1031176 w 1780392"/>
                  <a:gd name="connsiteY588" fmla="*/ 759016 h 1369155"/>
                  <a:gd name="connsiteX589" fmla="*/ 1060976 w 1780392"/>
                  <a:gd name="connsiteY589" fmla="*/ 763960 h 1369155"/>
                  <a:gd name="connsiteX590" fmla="*/ 1089539 w 1780392"/>
                  <a:gd name="connsiteY590" fmla="*/ 734580 h 1369155"/>
                  <a:gd name="connsiteX591" fmla="*/ 1073924 w 1780392"/>
                  <a:gd name="connsiteY591" fmla="*/ 725072 h 1369155"/>
                  <a:gd name="connsiteX592" fmla="*/ 1039269 w 1780392"/>
                  <a:gd name="connsiteY592" fmla="*/ 713473 h 1369155"/>
                  <a:gd name="connsiteX593" fmla="*/ 1040601 w 1780392"/>
                  <a:gd name="connsiteY593" fmla="*/ 702443 h 1369155"/>
                  <a:gd name="connsiteX594" fmla="*/ 1080589 w 1780392"/>
                  <a:gd name="connsiteY594" fmla="*/ 721935 h 1369155"/>
                  <a:gd name="connsiteX595" fmla="*/ 1110865 w 1780392"/>
                  <a:gd name="connsiteY595" fmla="*/ 700161 h 1369155"/>
                  <a:gd name="connsiteX596" fmla="*/ 1099250 w 1780392"/>
                  <a:gd name="connsiteY596" fmla="*/ 688657 h 1369155"/>
                  <a:gd name="connsiteX597" fmla="*/ 1114864 w 1780392"/>
                  <a:gd name="connsiteY597" fmla="*/ 682001 h 1369155"/>
                  <a:gd name="connsiteX598" fmla="*/ 1127717 w 1780392"/>
                  <a:gd name="connsiteY598" fmla="*/ 691509 h 1369155"/>
                  <a:gd name="connsiteX599" fmla="*/ 1149044 w 1780392"/>
                  <a:gd name="connsiteY599" fmla="*/ 689322 h 1369155"/>
                  <a:gd name="connsiteX600" fmla="*/ 1137904 w 1780392"/>
                  <a:gd name="connsiteY600" fmla="*/ 675060 h 1369155"/>
                  <a:gd name="connsiteX601" fmla="*/ 1141522 w 1780392"/>
                  <a:gd name="connsiteY601" fmla="*/ 669736 h 1369155"/>
                  <a:gd name="connsiteX602" fmla="*/ 1155232 w 1780392"/>
                  <a:gd name="connsiteY602" fmla="*/ 681716 h 1369155"/>
                  <a:gd name="connsiteX603" fmla="*/ 1172560 w 1780392"/>
                  <a:gd name="connsiteY603" fmla="*/ 681716 h 1369155"/>
                  <a:gd name="connsiteX604" fmla="*/ 1190840 w 1780392"/>
                  <a:gd name="connsiteY604" fmla="*/ 667929 h 1369155"/>
                  <a:gd name="connsiteX605" fmla="*/ 1202360 w 1780392"/>
                  <a:gd name="connsiteY605" fmla="*/ 660418 h 1369155"/>
                  <a:gd name="connsiteX606" fmla="*/ 1192839 w 1780392"/>
                  <a:gd name="connsiteY606" fmla="*/ 638645 h 1369155"/>
                  <a:gd name="connsiteX607" fmla="*/ 1186175 w 1780392"/>
                  <a:gd name="connsiteY607" fmla="*/ 624478 h 1369155"/>
                  <a:gd name="connsiteX608" fmla="*/ 1186651 w 1780392"/>
                  <a:gd name="connsiteY608" fmla="*/ 616016 h 1369155"/>
                  <a:gd name="connsiteX609" fmla="*/ 1206645 w 1780392"/>
                  <a:gd name="connsiteY609" fmla="*/ 608884 h 1369155"/>
                  <a:gd name="connsiteX610" fmla="*/ 1201313 w 1780392"/>
                  <a:gd name="connsiteY610" fmla="*/ 596904 h 1369155"/>
                  <a:gd name="connsiteX611" fmla="*/ 1194648 w 1780392"/>
                  <a:gd name="connsiteY611" fmla="*/ 588062 h 1369155"/>
                  <a:gd name="connsiteX612" fmla="*/ 1179510 w 1780392"/>
                  <a:gd name="connsiteY612" fmla="*/ 577413 h 1369155"/>
                  <a:gd name="connsiteX613" fmla="*/ 1156851 w 1780392"/>
                  <a:gd name="connsiteY613" fmla="*/ 571233 h 1369155"/>
                  <a:gd name="connsiteX614" fmla="*/ 1125337 w 1780392"/>
                  <a:gd name="connsiteY614" fmla="*/ 568570 h 1369155"/>
                  <a:gd name="connsiteX615" fmla="*/ 1127146 w 1780392"/>
                  <a:gd name="connsiteY615" fmla="*/ 587587 h 1369155"/>
                  <a:gd name="connsiteX616" fmla="*/ 1133334 w 1780392"/>
                  <a:gd name="connsiteY616" fmla="*/ 597094 h 1369155"/>
                  <a:gd name="connsiteX617" fmla="*/ 1129812 w 1780392"/>
                  <a:gd name="connsiteY617" fmla="*/ 605937 h 1369155"/>
                  <a:gd name="connsiteX618" fmla="*/ 1116863 w 1780392"/>
                  <a:gd name="connsiteY618" fmla="*/ 614875 h 1369155"/>
                  <a:gd name="connsiteX619" fmla="*/ 1107343 w 1780392"/>
                  <a:gd name="connsiteY619" fmla="*/ 634841 h 1369155"/>
                  <a:gd name="connsiteX620" fmla="*/ 1098393 w 1780392"/>
                  <a:gd name="connsiteY620" fmla="*/ 622386 h 1369155"/>
                  <a:gd name="connsiteX621" fmla="*/ 1095727 w 1780392"/>
                  <a:gd name="connsiteY621" fmla="*/ 637979 h 1369155"/>
                  <a:gd name="connsiteX622" fmla="*/ 1103344 w 1780392"/>
                  <a:gd name="connsiteY622" fmla="*/ 650339 h 1369155"/>
                  <a:gd name="connsiteX623" fmla="*/ 1089062 w 1780392"/>
                  <a:gd name="connsiteY623" fmla="*/ 659847 h 1369155"/>
                  <a:gd name="connsiteX624" fmla="*/ 1077923 w 1780392"/>
                  <a:gd name="connsiteY624" fmla="*/ 651005 h 1369155"/>
                  <a:gd name="connsiteX625" fmla="*/ 1064594 w 1780392"/>
                  <a:gd name="connsiteY625" fmla="*/ 630087 h 1369155"/>
                  <a:gd name="connsiteX626" fmla="*/ 1073068 w 1780392"/>
                  <a:gd name="connsiteY626" fmla="*/ 621245 h 1369155"/>
                  <a:gd name="connsiteX627" fmla="*/ 1072591 w 1780392"/>
                  <a:gd name="connsiteY627" fmla="*/ 607934 h 1369155"/>
                  <a:gd name="connsiteX628" fmla="*/ 1059262 w 1780392"/>
                  <a:gd name="connsiteY628" fmla="*/ 594147 h 1369155"/>
                  <a:gd name="connsiteX629" fmla="*/ 1040221 w 1780392"/>
                  <a:gd name="connsiteY629" fmla="*/ 589678 h 1369155"/>
                  <a:gd name="connsiteX630" fmla="*/ 1032699 w 1780392"/>
                  <a:gd name="connsiteY630" fmla="*/ 603940 h 1369155"/>
                  <a:gd name="connsiteX631" fmla="*/ 1023845 w 1780392"/>
                  <a:gd name="connsiteY631" fmla="*/ 619914 h 1369155"/>
                  <a:gd name="connsiteX632" fmla="*/ 1017180 w 1780392"/>
                  <a:gd name="connsiteY632" fmla="*/ 595954 h 1369155"/>
                  <a:gd name="connsiteX633" fmla="*/ 1019846 w 1780392"/>
                  <a:gd name="connsiteY633" fmla="*/ 587491 h 1369155"/>
                  <a:gd name="connsiteX634" fmla="*/ 1024702 w 1780392"/>
                  <a:gd name="connsiteY634" fmla="*/ 579505 h 1369155"/>
                  <a:gd name="connsiteX635" fmla="*/ 1004708 w 1780392"/>
                  <a:gd name="connsiteY635" fmla="*/ 571518 h 1369155"/>
                  <a:gd name="connsiteX636" fmla="*/ 989570 w 1780392"/>
                  <a:gd name="connsiteY636" fmla="*/ 575511 h 1369155"/>
                  <a:gd name="connsiteX637" fmla="*/ 990522 w 1780392"/>
                  <a:gd name="connsiteY637" fmla="*/ 558207 h 1369155"/>
                  <a:gd name="connsiteX638" fmla="*/ 1002042 w 1780392"/>
                  <a:gd name="connsiteY638" fmla="*/ 554213 h 1369155"/>
                  <a:gd name="connsiteX639" fmla="*/ 989570 w 1780392"/>
                  <a:gd name="connsiteY639" fmla="*/ 541282 h 1369155"/>
                  <a:gd name="connsiteX640" fmla="*/ 971766 w 1780392"/>
                  <a:gd name="connsiteY640" fmla="*/ 530633 h 1369155"/>
                  <a:gd name="connsiteX641" fmla="*/ 972718 w 1780392"/>
                  <a:gd name="connsiteY641" fmla="*/ 512949 h 1369155"/>
                  <a:gd name="connsiteX642" fmla="*/ 946917 w 1780392"/>
                  <a:gd name="connsiteY642" fmla="*/ 495169 h 1369155"/>
                  <a:gd name="connsiteX643" fmla="*/ 942061 w 1780392"/>
                  <a:gd name="connsiteY643" fmla="*/ 486326 h 1369155"/>
                  <a:gd name="connsiteX644" fmla="*/ 956723 w 1780392"/>
                  <a:gd name="connsiteY644" fmla="*/ 475677 h 1369155"/>
                  <a:gd name="connsiteX645" fmla="*/ 959770 w 1780392"/>
                  <a:gd name="connsiteY645" fmla="*/ 462746 h 1369155"/>
                  <a:gd name="connsiteX646" fmla="*/ 961103 w 1780392"/>
                  <a:gd name="connsiteY646" fmla="*/ 456091 h 1369155"/>
                  <a:gd name="connsiteX647" fmla="*/ 992236 w 1780392"/>
                  <a:gd name="connsiteY647" fmla="*/ 458753 h 1369155"/>
                  <a:gd name="connsiteX648" fmla="*/ 1020798 w 1780392"/>
                  <a:gd name="connsiteY648" fmla="*/ 419294 h 1369155"/>
                  <a:gd name="connsiteX649" fmla="*/ 999852 w 1780392"/>
                  <a:gd name="connsiteY649" fmla="*/ 410357 h 1369155"/>
                  <a:gd name="connsiteX650" fmla="*/ 967006 w 1780392"/>
                  <a:gd name="connsiteY650" fmla="*/ 403321 h 1369155"/>
                  <a:gd name="connsiteX651" fmla="*/ 925209 w 1780392"/>
                  <a:gd name="connsiteY651" fmla="*/ 409977 h 1369155"/>
                  <a:gd name="connsiteX652" fmla="*/ 930541 w 1780392"/>
                  <a:gd name="connsiteY652" fmla="*/ 421957 h 1369155"/>
                  <a:gd name="connsiteX653" fmla="*/ 917688 w 1780392"/>
                  <a:gd name="connsiteY653" fmla="*/ 420626 h 1369155"/>
                  <a:gd name="connsiteX654" fmla="*/ 917688 w 1780392"/>
                  <a:gd name="connsiteY654" fmla="*/ 443730 h 1369155"/>
                  <a:gd name="connsiteX655" fmla="*/ 925209 w 1780392"/>
                  <a:gd name="connsiteY655" fmla="*/ 465884 h 1369155"/>
                  <a:gd name="connsiteX656" fmla="*/ 928732 w 1780392"/>
                  <a:gd name="connsiteY656" fmla="*/ 488988 h 1369155"/>
                  <a:gd name="connsiteX657" fmla="*/ 916355 w 1780392"/>
                  <a:gd name="connsiteY657" fmla="*/ 500493 h 1369155"/>
                  <a:gd name="connsiteX658" fmla="*/ 922543 w 1780392"/>
                  <a:gd name="connsiteY658" fmla="*/ 512473 h 1369155"/>
                  <a:gd name="connsiteX659" fmla="*/ 906072 w 1780392"/>
                  <a:gd name="connsiteY659" fmla="*/ 510667 h 1369155"/>
                  <a:gd name="connsiteX660" fmla="*/ 902074 w 1780392"/>
                  <a:gd name="connsiteY660" fmla="*/ 532440 h 1369155"/>
                  <a:gd name="connsiteX661" fmla="*/ 905692 w 1780392"/>
                  <a:gd name="connsiteY661" fmla="*/ 541948 h 1369155"/>
                  <a:gd name="connsiteX662" fmla="*/ 907024 w 1780392"/>
                  <a:gd name="connsiteY662" fmla="*/ 564577 h 1369155"/>
                  <a:gd name="connsiteX663" fmla="*/ 947393 w 1780392"/>
                  <a:gd name="connsiteY663" fmla="*/ 578744 h 1369155"/>
                  <a:gd name="connsiteX664" fmla="*/ 947393 w 1780392"/>
                  <a:gd name="connsiteY664" fmla="*/ 589013 h 1369155"/>
                  <a:gd name="connsiteX665" fmla="*/ 941109 w 1780392"/>
                  <a:gd name="connsiteY665" fmla="*/ 604986 h 1369155"/>
                  <a:gd name="connsiteX666" fmla="*/ 950630 w 1780392"/>
                  <a:gd name="connsiteY666" fmla="*/ 597855 h 1369155"/>
                  <a:gd name="connsiteX667" fmla="*/ 959484 w 1780392"/>
                  <a:gd name="connsiteY667" fmla="*/ 608980 h 1369155"/>
                  <a:gd name="connsiteX668" fmla="*/ 945774 w 1780392"/>
                  <a:gd name="connsiteY668" fmla="*/ 620960 h 1369155"/>
                  <a:gd name="connsiteX669" fmla="*/ 926161 w 1780392"/>
                  <a:gd name="connsiteY669" fmla="*/ 628946 h 1369155"/>
                  <a:gd name="connsiteX670" fmla="*/ 926161 w 1780392"/>
                  <a:gd name="connsiteY670" fmla="*/ 647962 h 1369155"/>
                  <a:gd name="connsiteX671" fmla="*/ 915498 w 1780392"/>
                  <a:gd name="connsiteY671" fmla="*/ 655569 h 1369155"/>
                  <a:gd name="connsiteX672" fmla="*/ 904835 w 1780392"/>
                  <a:gd name="connsiteY672" fmla="*/ 639120 h 1369155"/>
                  <a:gd name="connsiteX673" fmla="*/ 907501 w 1780392"/>
                  <a:gd name="connsiteY673" fmla="*/ 623527 h 1369155"/>
                  <a:gd name="connsiteX674" fmla="*/ 884460 w 1780392"/>
                  <a:gd name="connsiteY674" fmla="*/ 616871 h 1369155"/>
                  <a:gd name="connsiteX675" fmla="*/ 899122 w 1780392"/>
                  <a:gd name="connsiteY675" fmla="*/ 614684 h 1369155"/>
                  <a:gd name="connsiteX676" fmla="*/ 909786 w 1780392"/>
                  <a:gd name="connsiteY676" fmla="*/ 606698 h 1369155"/>
                  <a:gd name="connsiteX677" fmla="*/ 932826 w 1780392"/>
                  <a:gd name="connsiteY677" fmla="*/ 604891 h 1369155"/>
                  <a:gd name="connsiteX678" fmla="*/ 921782 w 1780392"/>
                  <a:gd name="connsiteY678" fmla="*/ 587587 h 1369155"/>
                  <a:gd name="connsiteX679" fmla="*/ 905787 w 1780392"/>
                  <a:gd name="connsiteY679" fmla="*/ 586255 h 1369155"/>
                  <a:gd name="connsiteX680" fmla="*/ 922162 w 1780392"/>
                  <a:gd name="connsiteY680" fmla="*/ 583213 h 1369155"/>
                  <a:gd name="connsiteX681" fmla="*/ 910166 w 1780392"/>
                  <a:gd name="connsiteY681" fmla="*/ 576082 h 1369155"/>
                  <a:gd name="connsiteX682" fmla="*/ 887412 w 1780392"/>
                  <a:gd name="connsiteY682" fmla="*/ 573420 h 1369155"/>
                  <a:gd name="connsiteX683" fmla="*/ 864276 w 1780392"/>
                  <a:gd name="connsiteY683" fmla="*/ 578744 h 1369155"/>
                  <a:gd name="connsiteX684" fmla="*/ 843806 w 1780392"/>
                  <a:gd name="connsiteY684" fmla="*/ 592436 h 1369155"/>
                  <a:gd name="connsiteX685" fmla="*/ 861610 w 1780392"/>
                  <a:gd name="connsiteY685" fmla="*/ 602704 h 1369155"/>
                  <a:gd name="connsiteX686" fmla="*/ 876748 w 1780392"/>
                  <a:gd name="connsiteY686" fmla="*/ 614209 h 1369155"/>
                  <a:gd name="connsiteX687" fmla="*/ 867227 w 1780392"/>
                  <a:gd name="connsiteY687" fmla="*/ 619533 h 1369155"/>
                  <a:gd name="connsiteX688" fmla="*/ 859230 w 1780392"/>
                  <a:gd name="connsiteY688" fmla="*/ 624858 h 1369155"/>
                  <a:gd name="connsiteX689" fmla="*/ 857897 w 1780392"/>
                  <a:gd name="connsiteY689" fmla="*/ 637789 h 1369155"/>
                  <a:gd name="connsiteX690" fmla="*/ 838855 w 1780392"/>
                  <a:gd name="connsiteY690" fmla="*/ 637789 h 1369155"/>
                  <a:gd name="connsiteX691" fmla="*/ 799725 w 1780392"/>
                  <a:gd name="connsiteY691" fmla="*/ 642638 h 1369155"/>
                  <a:gd name="connsiteX692" fmla="*/ 768211 w 1780392"/>
                  <a:gd name="connsiteY692" fmla="*/ 635127 h 1369155"/>
                  <a:gd name="connsiteX693" fmla="*/ 746789 w 1780392"/>
                  <a:gd name="connsiteY693" fmla="*/ 630182 h 1369155"/>
                  <a:gd name="connsiteX694" fmla="*/ 729080 w 1780392"/>
                  <a:gd name="connsiteY694" fmla="*/ 621340 h 1369155"/>
                  <a:gd name="connsiteX695" fmla="*/ 718798 w 1780392"/>
                  <a:gd name="connsiteY695" fmla="*/ 605366 h 1369155"/>
                  <a:gd name="connsiteX696" fmla="*/ 685951 w 1780392"/>
                  <a:gd name="connsiteY696" fmla="*/ 606698 h 1369155"/>
                  <a:gd name="connsiteX697" fmla="*/ 656627 w 1780392"/>
                  <a:gd name="connsiteY697" fmla="*/ 619533 h 1369155"/>
                  <a:gd name="connsiteX698" fmla="*/ 665481 w 1780392"/>
                  <a:gd name="connsiteY698" fmla="*/ 627996 h 1369155"/>
                  <a:gd name="connsiteX699" fmla="*/ 684523 w 1780392"/>
                  <a:gd name="connsiteY699" fmla="*/ 621815 h 1369155"/>
                  <a:gd name="connsiteX700" fmla="*/ 711181 w 1780392"/>
                  <a:gd name="connsiteY700" fmla="*/ 614209 h 1369155"/>
                  <a:gd name="connsiteX701" fmla="*/ 678334 w 1780392"/>
                  <a:gd name="connsiteY701" fmla="*/ 631514 h 1369155"/>
                  <a:gd name="connsiteX702" fmla="*/ 680524 w 1780392"/>
                  <a:gd name="connsiteY702" fmla="*/ 659087 h 1369155"/>
                  <a:gd name="connsiteX703" fmla="*/ 675669 w 1780392"/>
                  <a:gd name="connsiteY703" fmla="*/ 674205 h 1369155"/>
                  <a:gd name="connsiteX704" fmla="*/ 663196 w 1780392"/>
                  <a:gd name="connsiteY704" fmla="*/ 668880 h 1369155"/>
                  <a:gd name="connsiteX705" fmla="*/ 661007 w 1780392"/>
                  <a:gd name="connsiteY705" fmla="*/ 652431 h 1369155"/>
                  <a:gd name="connsiteX706" fmla="*/ 650819 w 1780392"/>
                  <a:gd name="connsiteY706" fmla="*/ 646631 h 1369155"/>
                  <a:gd name="connsiteX707" fmla="*/ 637490 w 1780392"/>
                  <a:gd name="connsiteY707" fmla="*/ 642258 h 1369155"/>
                  <a:gd name="connsiteX708" fmla="*/ 619686 w 1780392"/>
                  <a:gd name="connsiteY708" fmla="*/ 637789 h 1369155"/>
                  <a:gd name="connsiteX709" fmla="*/ 582745 w 1780392"/>
                  <a:gd name="connsiteY709" fmla="*/ 643969 h 1369155"/>
                  <a:gd name="connsiteX710" fmla="*/ 523716 w 1780392"/>
                  <a:gd name="connsiteY710" fmla="*/ 639976 h 1369155"/>
                  <a:gd name="connsiteX711" fmla="*/ 546376 w 1780392"/>
                  <a:gd name="connsiteY711" fmla="*/ 624478 h 1369155"/>
                  <a:gd name="connsiteX712" fmla="*/ 538759 w 1780392"/>
                  <a:gd name="connsiteY712" fmla="*/ 609360 h 1369155"/>
                  <a:gd name="connsiteX713" fmla="*/ 506388 w 1780392"/>
                  <a:gd name="connsiteY713" fmla="*/ 601373 h 1369155"/>
                  <a:gd name="connsiteX714" fmla="*/ 476969 w 1780392"/>
                  <a:gd name="connsiteY714" fmla="*/ 598711 h 1369155"/>
                  <a:gd name="connsiteX715" fmla="*/ 447645 w 1780392"/>
                  <a:gd name="connsiteY715" fmla="*/ 589203 h 1369155"/>
                  <a:gd name="connsiteX716" fmla="*/ 408610 w 1780392"/>
                  <a:gd name="connsiteY716" fmla="*/ 575892 h 1369155"/>
                  <a:gd name="connsiteX717" fmla="*/ 363195 w 1780392"/>
                  <a:gd name="connsiteY717" fmla="*/ 577698 h 1369155"/>
                  <a:gd name="connsiteX718" fmla="*/ 340155 w 1780392"/>
                  <a:gd name="connsiteY718" fmla="*/ 586065 h 1369155"/>
                  <a:gd name="connsiteX719" fmla="*/ 341012 w 1780392"/>
                  <a:gd name="connsiteY719" fmla="*/ 573229 h 1369155"/>
                  <a:gd name="connsiteX720" fmla="*/ 334347 w 1780392"/>
                  <a:gd name="connsiteY720" fmla="*/ 557731 h 1369155"/>
                  <a:gd name="connsiteX721" fmla="*/ 307213 w 1780392"/>
                  <a:gd name="connsiteY721" fmla="*/ 586255 h 1369155"/>
                  <a:gd name="connsiteX722" fmla="*/ 277032 w 1780392"/>
                  <a:gd name="connsiteY722" fmla="*/ 546322 h 1369155"/>
                  <a:gd name="connsiteX723" fmla="*/ 265036 w 1780392"/>
                  <a:gd name="connsiteY723" fmla="*/ 549935 h 1369155"/>
                  <a:gd name="connsiteX724" fmla="*/ 257895 w 1780392"/>
                  <a:gd name="connsiteY724" fmla="*/ 561439 h 1369155"/>
                  <a:gd name="connsiteX725" fmla="*/ 243328 w 1780392"/>
                  <a:gd name="connsiteY725" fmla="*/ 573800 h 1369155"/>
                  <a:gd name="connsiteX726" fmla="*/ 224287 w 1780392"/>
                  <a:gd name="connsiteY726" fmla="*/ 576937 h 1369155"/>
                  <a:gd name="connsiteX727" fmla="*/ 205245 w 1780392"/>
                  <a:gd name="connsiteY727" fmla="*/ 583118 h 1369155"/>
                  <a:gd name="connsiteX728" fmla="*/ 173350 w 1780392"/>
                  <a:gd name="connsiteY728" fmla="*/ 600042 h 1369155"/>
                  <a:gd name="connsiteX729" fmla="*/ 160021 w 1780392"/>
                  <a:gd name="connsiteY729" fmla="*/ 608884 h 1369155"/>
                  <a:gd name="connsiteX730" fmla="*/ 164877 w 1780392"/>
                  <a:gd name="connsiteY730" fmla="*/ 597760 h 1369155"/>
                  <a:gd name="connsiteX731" fmla="*/ 203626 w 1780392"/>
                  <a:gd name="connsiteY731" fmla="*/ 575606 h 1369155"/>
                  <a:gd name="connsiteX732" fmla="*/ 235140 w 1780392"/>
                  <a:gd name="connsiteY732" fmla="*/ 560489 h 1369155"/>
                  <a:gd name="connsiteX733" fmla="*/ 217812 w 1780392"/>
                  <a:gd name="connsiteY733" fmla="*/ 558302 h 1369155"/>
                  <a:gd name="connsiteX734" fmla="*/ 186299 w 1780392"/>
                  <a:gd name="connsiteY734" fmla="*/ 570282 h 1369155"/>
                  <a:gd name="connsiteX735" fmla="*/ 164020 w 1780392"/>
                  <a:gd name="connsiteY735" fmla="*/ 580931 h 1369155"/>
                  <a:gd name="connsiteX736" fmla="*/ 149834 w 1780392"/>
                  <a:gd name="connsiteY736" fmla="*/ 584924 h 1369155"/>
                  <a:gd name="connsiteX737" fmla="*/ 145359 w 1780392"/>
                  <a:gd name="connsiteY737" fmla="*/ 581787 h 1369155"/>
                  <a:gd name="connsiteX738" fmla="*/ 135267 w 1780392"/>
                  <a:gd name="connsiteY738" fmla="*/ 577413 h 1369155"/>
                  <a:gd name="connsiteX739" fmla="*/ 121938 w 1780392"/>
                  <a:gd name="connsiteY739" fmla="*/ 584449 h 1369155"/>
                  <a:gd name="connsiteX740" fmla="*/ 107752 w 1780392"/>
                  <a:gd name="connsiteY740" fmla="*/ 597380 h 1369155"/>
                  <a:gd name="connsiteX741" fmla="*/ 115749 w 1780392"/>
                  <a:gd name="connsiteY741" fmla="*/ 608884 h 1369155"/>
                  <a:gd name="connsiteX742" fmla="*/ 85473 w 1780392"/>
                  <a:gd name="connsiteY742" fmla="*/ 600898 h 1369155"/>
                  <a:gd name="connsiteX743" fmla="*/ 38821 w 1780392"/>
                  <a:gd name="connsiteY743" fmla="*/ 579124 h 1369155"/>
                  <a:gd name="connsiteX744" fmla="*/ 1785 w 1780392"/>
                  <a:gd name="connsiteY744" fmla="*/ 576177 h 1369155"/>
                  <a:gd name="connsiteX745" fmla="*/ 1785 w 1780392"/>
                  <a:gd name="connsiteY745" fmla="*/ 882906 h 1369155"/>
                  <a:gd name="connsiteX746" fmla="*/ 12448 w 1780392"/>
                  <a:gd name="connsiteY746" fmla="*/ 885092 h 1369155"/>
                  <a:gd name="connsiteX747" fmla="*/ 30824 w 1780392"/>
                  <a:gd name="connsiteY747" fmla="*/ 881575 h 1369155"/>
                  <a:gd name="connsiteX748" fmla="*/ 44438 w 1780392"/>
                  <a:gd name="connsiteY748" fmla="*/ 891083 h 1369155"/>
                  <a:gd name="connsiteX749" fmla="*/ 64623 w 1780392"/>
                  <a:gd name="connsiteY749" fmla="*/ 911240 h 1369155"/>
                  <a:gd name="connsiteX750" fmla="*/ 80046 w 1780392"/>
                  <a:gd name="connsiteY750" fmla="*/ 921318 h 1369155"/>
                  <a:gd name="connsiteX751" fmla="*/ 98421 w 1780392"/>
                  <a:gd name="connsiteY751" fmla="*/ 907056 h 1369155"/>
                  <a:gd name="connsiteX752" fmla="*/ 125651 w 1780392"/>
                  <a:gd name="connsiteY752" fmla="*/ 908292 h 1369155"/>
                  <a:gd name="connsiteX753" fmla="*/ 168875 w 1780392"/>
                  <a:gd name="connsiteY753" fmla="*/ 957449 h 1369155"/>
                  <a:gd name="connsiteX754" fmla="*/ 204483 w 1780392"/>
                  <a:gd name="connsiteY754" fmla="*/ 999474 h 1369155"/>
                  <a:gd name="connsiteX755" fmla="*/ 223525 w 1780392"/>
                  <a:gd name="connsiteY755" fmla="*/ 1020772 h 1369155"/>
                  <a:gd name="connsiteX756" fmla="*/ 227619 w 1780392"/>
                  <a:gd name="connsiteY756" fmla="*/ 1039122 h 1369155"/>
                  <a:gd name="connsiteX757" fmla="*/ 214004 w 1780392"/>
                  <a:gd name="connsiteY757" fmla="*/ 1048631 h 1369155"/>
                  <a:gd name="connsiteX758" fmla="*/ 222478 w 1780392"/>
                  <a:gd name="connsiteY758" fmla="*/ 1058804 h 1369155"/>
                  <a:gd name="connsiteX759" fmla="*/ 217146 w 1780392"/>
                  <a:gd name="connsiteY759" fmla="*/ 1067266 h 1369155"/>
                  <a:gd name="connsiteX760" fmla="*/ 220669 w 1780392"/>
                  <a:gd name="connsiteY760" fmla="*/ 1082289 h 1369155"/>
                  <a:gd name="connsiteX761" fmla="*/ 237997 w 1780392"/>
                  <a:gd name="connsiteY761" fmla="*/ 1081433 h 1369155"/>
                  <a:gd name="connsiteX762" fmla="*/ 242471 w 1780392"/>
                  <a:gd name="connsiteY762" fmla="*/ 1092938 h 1369155"/>
                  <a:gd name="connsiteX763" fmla="*/ 243718 w 1780392"/>
                  <a:gd name="connsiteY763" fmla="*/ 1100500 h 1369155"/>
                  <a:gd name="connsiteX764" fmla="*/ 250945 w 1780392"/>
                  <a:gd name="connsiteY764" fmla="*/ 1099689 h 1369155"/>
                  <a:gd name="connsiteX765" fmla="*/ 267321 w 1780392"/>
                  <a:gd name="connsiteY765" fmla="*/ 1109862 h 1369155"/>
                  <a:gd name="connsiteX766" fmla="*/ 268654 w 1780392"/>
                  <a:gd name="connsiteY766" fmla="*/ 1118705 h 1369155"/>
                  <a:gd name="connsiteX767" fmla="*/ 267797 w 1780392"/>
                  <a:gd name="connsiteY767" fmla="*/ 1130685 h 1369155"/>
                  <a:gd name="connsiteX768" fmla="*/ 272272 w 1780392"/>
                  <a:gd name="connsiteY768" fmla="*/ 1141334 h 1369155"/>
                  <a:gd name="connsiteX769" fmla="*/ 293598 w 1780392"/>
                  <a:gd name="connsiteY769" fmla="*/ 1149320 h 1369155"/>
                  <a:gd name="connsiteX770" fmla="*/ 307403 w 1780392"/>
                  <a:gd name="connsiteY770" fmla="*/ 1157783 h 1369155"/>
                  <a:gd name="connsiteX771" fmla="*/ 324731 w 1780392"/>
                  <a:gd name="connsiteY771" fmla="*/ 1163107 h 1369155"/>
                  <a:gd name="connsiteX772" fmla="*/ 332253 w 1780392"/>
                  <a:gd name="connsiteY772" fmla="*/ 1175087 h 1369155"/>
                  <a:gd name="connsiteX773" fmla="*/ 347391 w 1780392"/>
                  <a:gd name="connsiteY773" fmla="*/ 1177369 h 1369155"/>
                  <a:gd name="connsiteX774" fmla="*/ 359387 w 1780392"/>
                  <a:gd name="connsiteY774" fmla="*/ 1183074 h 1369155"/>
                  <a:gd name="connsiteX775" fmla="*/ 374716 w 1780392"/>
                  <a:gd name="connsiteY775" fmla="*/ 1202090 h 1369155"/>
                  <a:gd name="connsiteX776" fmla="*/ 926923 w 1780392"/>
                  <a:gd name="connsiteY776" fmla="*/ 1199142 h 1369155"/>
                  <a:gd name="connsiteX777" fmla="*/ 933778 w 1780392"/>
                  <a:gd name="connsiteY777" fmla="*/ 1190205 h 1369155"/>
                  <a:gd name="connsiteX778" fmla="*/ 942156 w 1780392"/>
                  <a:gd name="connsiteY778" fmla="*/ 1205608 h 1369155"/>
                  <a:gd name="connsiteX779" fmla="*/ 959294 w 1780392"/>
                  <a:gd name="connsiteY779" fmla="*/ 1211503 h 1369155"/>
                  <a:gd name="connsiteX780" fmla="*/ 977669 w 1780392"/>
                  <a:gd name="connsiteY780" fmla="*/ 1212073 h 1369155"/>
                  <a:gd name="connsiteX781" fmla="*/ 994235 w 1780392"/>
                  <a:gd name="connsiteY781" fmla="*/ 1218539 h 1369155"/>
                  <a:gd name="connsiteX782" fmla="*/ 1011468 w 1780392"/>
                  <a:gd name="connsiteY782" fmla="*/ 1221581 h 1369155"/>
                  <a:gd name="connsiteX783" fmla="*/ 1040030 w 1780392"/>
                  <a:gd name="connsiteY783" fmla="*/ 1225575 h 1369155"/>
                  <a:gd name="connsiteX784" fmla="*/ 1066117 w 1780392"/>
                  <a:gd name="connsiteY784" fmla="*/ 1201139 h 1369155"/>
                  <a:gd name="connsiteX785" fmla="*/ 1108866 w 1780392"/>
                  <a:gd name="connsiteY785" fmla="*/ 1218824 h 1369155"/>
                  <a:gd name="connsiteX786" fmla="*/ 1130192 w 1780392"/>
                  <a:gd name="connsiteY786" fmla="*/ 1233942 h 1369155"/>
                  <a:gd name="connsiteX787" fmla="*/ 1141427 w 1780392"/>
                  <a:gd name="connsiteY787" fmla="*/ 1261895 h 1369155"/>
                  <a:gd name="connsiteX788" fmla="*/ 1152852 w 1780392"/>
                  <a:gd name="connsiteY788" fmla="*/ 1269882 h 1369155"/>
                  <a:gd name="connsiteX789" fmla="*/ 1183509 w 1780392"/>
                  <a:gd name="connsiteY789" fmla="*/ 1273875 h 1369155"/>
                  <a:gd name="connsiteX790" fmla="*/ 1220831 w 1780392"/>
                  <a:gd name="connsiteY790" fmla="*/ 1283384 h 1369155"/>
                  <a:gd name="connsiteX791" fmla="*/ 1227971 w 1780392"/>
                  <a:gd name="connsiteY791" fmla="*/ 1310862 h 1369155"/>
                  <a:gd name="connsiteX792" fmla="*/ 1202170 w 1780392"/>
                  <a:gd name="connsiteY792" fmla="*/ 1304682 h 1369155"/>
                  <a:gd name="connsiteX793" fmla="*/ 1195981 w 1780392"/>
                  <a:gd name="connsiteY793" fmla="*/ 1322461 h 1369155"/>
                  <a:gd name="connsiteX794" fmla="*/ 1181700 w 1780392"/>
                  <a:gd name="connsiteY794" fmla="*/ 1353553 h 1369155"/>
                  <a:gd name="connsiteX795" fmla="*/ 1181700 w 1780392"/>
                  <a:gd name="connsiteY795" fmla="*/ 1353553 h 1369155"/>
                  <a:gd name="connsiteX796" fmla="*/ 1184937 w 1780392"/>
                  <a:gd name="connsiteY796" fmla="*/ 1369241 h 1369155"/>
                  <a:gd name="connsiteX797" fmla="*/ 1209786 w 1780392"/>
                  <a:gd name="connsiteY797" fmla="*/ 1356500 h 1369155"/>
                  <a:gd name="connsiteX798" fmla="*/ 1235493 w 1780392"/>
                  <a:gd name="connsiteY798" fmla="*/ 1359162 h 1369155"/>
                  <a:gd name="connsiteX799" fmla="*/ 1247965 w 1780392"/>
                  <a:gd name="connsiteY799" fmla="*/ 1354694 h 1369155"/>
                  <a:gd name="connsiteX800" fmla="*/ 1247965 w 1780392"/>
                  <a:gd name="connsiteY800" fmla="*/ 1356690 h 1369155"/>
                  <a:gd name="connsiteX801" fmla="*/ 1253868 w 1780392"/>
                  <a:gd name="connsiteY801" fmla="*/ 1351746 h 1369155"/>
                  <a:gd name="connsiteX802" fmla="*/ 1252725 w 1780392"/>
                  <a:gd name="connsiteY802" fmla="*/ 1343760 h 1369155"/>
                  <a:gd name="connsiteX803" fmla="*/ 1238444 w 1780392"/>
                  <a:gd name="connsiteY803" fmla="*/ 1339576 h 1369155"/>
                  <a:gd name="connsiteX804" fmla="*/ 1279384 w 1780392"/>
                  <a:gd name="connsiteY804" fmla="*/ 1323602 h 1369155"/>
                  <a:gd name="connsiteX805" fmla="*/ 1307089 w 1780392"/>
                  <a:gd name="connsiteY805" fmla="*/ 1321606 h 1369155"/>
                  <a:gd name="connsiteX806" fmla="*/ 1333843 w 1780392"/>
                  <a:gd name="connsiteY806" fmla="*/ 1301449 h 1369155"/>
                  <a:gd name="connsiteX807" fmla="*/ 1401536 w 1780392"/>
                  <a:gd name="connsiteY807" fmla="*/ 1300783 h 1369155"/>
                  <a:gd name="connsiteX808" fmla="*/ 1426480 w 1780392"/>
                  <a:gd name="connsiteY808" fmla="*/ 1274826 h 1369155"/>
                  <a:gd name="connsiteX809" fmla="*/ 1451901 w 1780392"/>
                  <a:gd name="connsiteY809" fmla="*/ 1239266 h 1369155"/>
                  <a:gd name="connsiteX810" fmla="*/ 1478559 w 1780392"/>
                  <a:gd name="connsiteY810" fmla="*/ 1246968 h 1369155"/>
                  <a:gd name="connsiteX811" fmla="*/ 1495506 w 1780392"/>
                  <a:gd name="connsiteY811" fmla="*/ 1302685 h 1369155"/>
                  <a:gd name="connsiteX812" fmla="*/ 1516547 w 1780392"/>
                  <a:gd name="connsiteY812" fmla="*/ 1293842 h 1369155"/>
                  <a:gd name="connsiteX813" fmla="*/ 1540064 w 1780392"/>
                  <a:gd name="connsiteY813" fmla="*/ 1277013 h 1369155"/>
                  <a:gd name="connsiteX814" fmla="*/ 1541397 w 1780392"/>
                  <a:gd name="connsiteY814" fmla="*/ 1285475 h 1369155"/>
                  <a:gd name="connsiteX815" fmla="*/ 1559676 w 1780392"/>
                  <a:gd name="connsiteY815" fmla="*/ 1292511 h 1369155"/>
                  <a:gd name="connsiteX816" fmla="*/ 1544538 w 1780392"/>
                  <a:gd name="connsiteY816" fmla="*/ 1296505 h 1369155"/>
                  <a:gd name="connsiteX817" fmla="*/ 1518737 w 1780392"/>
                  <a:gd name="connsiteY817" fmla="*/ 1309911 h 1369155"/>
                  <a:gd name="connsiteX818" fmla="*/ 1516547 w 1780392"/>
                  <a:gd name="connsiteY818" fmla="*/ 1332065 h 1369155"/>
                  <a:gd name="connsiteX819" fmla="*/ 1542729 w 1780392"/>
                  <a:gd name="connsiteY819" fmla="*/ 1327215 h 1369155"/>
                  <a:gd name="connsiteX820" fmla="*/ 1561771 w 1780392"/>
                  <a:gd name="connsiteY820" fmla="*/ 1310767 h 1369155"/>
                  <a:gd name="connsiteX821" fmla="*/ 1607947 w 1780392"/>
                  <a:gd name="connsiteY821" fmla="*/ 1298311 h 1369155"/>
                  <a:gd name="connsiteX822" fmla="*/ 1611946 w 1780392"/>
                  <a:gd name="connsiteY822" fmla="*/ 1288138 h 1369155"/>
                  <a:gd name="connsiteX823" fmla="*/ 1638604 w 1780392"/>
                  <a:gd name="connsiteY823" fmla="*/ 1278630 h 1369155"/>
                  <a:gd name="connsiteX824" fmla="*/ 1631273 w 1780392"/>
                  <a:gd name="connsiteY824" fmla="*/ 1270643 h 1369155"/>
                  <a:gd name="connsiteX825" fmla="*/ 474494 w 1780392"/>
                  <a:gd name="connsiteY825" fmla="*/ 695407 h 1369155"/>
                  <a:gd name="connsiteX826" fmla="*/ 446979 w 1780392"/>
                  <a:gd name="connsiteY826" fmla="*/ 709860 h 1369155"/>
                  <a:gd name="connsiteX827" fmla="*/ 433554 w 1780392"/>
                  <a:gd name="connsiteY827" fmla="*/ 717941 h 1369155"/>
                  <a:gd name="connsiteX828" fmla="*/ 427556 w 1780392"/>
                  <a:gd name="connsiteY828" fmla="*/ 728590 h 1369155"/>
                  <a:gd name="connsiteX829" fmla="*/ 401850 w 1780392"/>
                  <a:gd name="connsiteY829" fmla="*/ 739810 h 1369155"/>
                  <a:gd name="connsiteX830" fmla="*/ 416322 w 1780392"/>
                  <a:gd name="connsiteY830" fmla="*/ 715184 h 1369155"/>
                  <a:gd name="connsiteX831" fmla="*/ 392615 w 1780392"/>
                  <a:gd name="connsiteY831" fmla="*/ 729636 h 1369155"/>
                  <a:gd name="connsiteX832" fmla="*/ 374620 w 1780392"/>
                  <a:gd name="connsiteY832" fmla="*/ 735626 h 1369155"/>
                  <a:gd name="connsiteX833" fmla="*/ 365766 w 1780392"/>
                  <a:gd name="connsiteY833" fmla="*/ 728210 h 1369155"/>
                  <a:gd name="connsiteX834" fmla="*/ 377096 w 1780392"/>
                  <a:gd name="connsiteY834" fmla="*/ 716515 h 1369155"/>
                  <a:gd name="connsiteX835" fmla="*/ 378143 w 1780392"/>
                  <a:gd name="connsiteY835" fmla="*/ 703870 h 1369155"/>
                  <a:gd name="connsiteX836" fmla="*/ 400041 w 1780392"/>
                  <a:gd name="connsiteY836" fmla="*/ 700637 h 1369155"/>
                  <a:gd name="connsiteX837" fmla="*/ 374906 w 1780392"/>
                  <a:gd name="connsiteY837" fmla="*/ 691889 h 1369155"/>
                  <a:gd name="connsiteX838" fmla="*/ 336061 w 1780392"/>
                  <a:gd name="connsiteY838" fmla="*/ 698165 h 1369155"/>
                  <a:gd name="connsiteX839" fmla="*/ 389092 w 1780392"/>
                  <a:gd name="connsiteY839" fmla="*/ 682667 h 1369155"/>
                  <a:gd name="connsiteX840" fmla="*/ 438600 w 1780392"/>
                  <a:gd name="connsiteY840" fmla="*/ 673159 h 1369155"/>
                  <a:gd name="connsiteX841" fmla="*/ 429079 w 1780392"/>
                  <a:gd name="connsiteY841" fmla="*/ 691129 h 1369155"/>
                  <a:gd name="connsiteX842" fmla="*/ 462974 w 1780392"/>
                  <a:gd name="connsiteY842" fmla="*/ 686565 h 1369155"/>
                  <a:gd name="connsiteX843" fmla="*/ 474494 w 1780392"/>
                  <a:gd name="connsiteY843" fmla="*/ 695407 h 1369155"/>
                  <a:gd name="connsiteX844" fmla="*/ 586935 w 1780392"/>
                  <a:gd name="connsiteY844" fmla="*/ 838028 h 1369155"/>
                  <a:gd name="connsiteX845" fmla="*/ 562180 w 1780392"/>
                  <a:gd name="connsiteY845" fmla="*/ 848962 h 1369155"/>
                  <a:gd name="connsiteX846" fmla="*/ 545233 w 1780392"/>
                  <a:gd name="connsiteY846" fmla="*/ 864175 h 1369155"/>
                  <a:gd name="connsiteX847" fmla="*/ 490774 w 1780392"/>
                  <a:gd name="connsiteY847" fmla="*/ 858470 h 1369155"/>
                  <a:gd name="connsiteX848" fmla="*/ 511244 w 1780392"/>
                  <a:gd name="connsiteY848" fmla="*/ 851814 h 1369155"/>
                  <a:gd name="connsiteX849" fmla="*/ 527144 w 1780392"/>
                  <a:gd name="connsiteY849" fmla="*/ 836221 h 1369155"/>
                  <a:gd name="connsiteX850" fmla="*/ 520860 w 1780392"/>
                  <a:gd name="connsiteY850" fmla="*/ 817205 h 1369155"/>
                  <a:gd name="connsiteX851" fmla="*/ 549423 w 1780392"/>
                  <a:gd name="connsiteY851" fmla="*/ 817205 h 1369155"/>
                  <a:gd name="connsiteX852" fmla="*/ 580175 w 1780392"/>
                  <a:gd name="connsiteY852" fmla="*/ 828520 h 1369155"/>
                  <a:gd name="connsiteX853" fmla="*/ 634539 w 1780392"/>
                  <a:gd name="connsiteY853" fmla="*/ 808363 h 1369155"/>
                  <a:gd name="connsiteX854" fmla="*/ 586935 w 1780392"/>
                  <a:gd name="connsiteY854" fmla="*/ 837933 h 1369155"/>
                  <a:gd name="connsiteX855" fmla="*/ 896171 w 1780392"/>
                  <a:gd name="connsiteY855" fmla="*/ 1160635 h 1369155"/>
                  <a:gd name="connsiteX856" fmla="*/ 879319 w 1780392"/>
                  <a:gd name="connsiteY856" fmla="*/ 1125170 h 1369155"/>
                  <a:gd name="connsiteX857" fmla="*/ 849138 w 1780392"/>
                  <a:gd name="connsiteY857" fmla="*/ 1080768 h 1369155"/>
                  <a:gd name="connsiteX858" fmla="*/ 865702 w 1780392"/>
                  <a:gd name="connsiteY858" fmla="*/ 1068536 h 1369155"/>
                  <a:gd name="connsiteX859" fmla="*/ 873987 w 1780392"/>
                  <a:gd name="connsiteY859" fmla="*/ 1072781 h 1369155"/>
                  <a:gd name="connsiteX860" fmla="*/ 897980 w 1780392"/>
                  <a:gd name="connsiteY860" fmla="*/ 1129829 h 1369155"/>
                  <a:gd name="connsiteX861" fmla="*/ 896171 w 1780392"/>
                  <a:gd name="connsiteY861" fmla="*/ 1160540 h 1369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</a:cxnLst>
                <a:rect l="l" t="t" r="r" b="b"/>
                <a:pathLst>
                  <a:path w="1780392" h="1369155">
                    <a:moveTo>
                      <a:pt x="354246" y="1200093"/>
                    </a:moveTo>
                    <a:cubicBezTo>
                      <a:pt x="348533" y="1193818"/>
                      <a:pt x="333395" y="1195149"/>
                      <a:pt x="331205" y="1189444"/>
                    </a:cubicBezTo>
                    <a:cubicBezTo>
                      <a:pt x="329016" y="1183739"/>
                      <a:pt x="315210" y="1162822"/>
                      <a:pt x="307594" y="1163202"/>
                    </a:cubicBezTo>
                    <a:cubicBezTo>
                      <a:pt x="298459" y="1164650"/>
                      <a:pt x="289113" y="1162613"/>
                      <a:pt x="281412" y="1157497"/>
                    </a:cubicBezTo>
                    <a:cubicBezTo>
                      <a:pt x="272557" y="1150842"/>
                      <a:pt x="266749" y="1150366"/>
                      <a:pt x="260466" y="1154360"/>
                    </a:cubicBezTo>
                    <a:cubicBezTo>
                      <a:pt x="254182" y="1158353"/>
                      <a:pt x="267130" y="1159209"/>
                      <a:pt x="266749" y="1163868"/>
                    </a:cubicBezTo>
                    <a:cubicBezTo>
                      <a:pt x="266369" y="1168527"/>
                      <a:pt x="270748" y="1170999"/>
                      <a:pt x="276270" y="1170048"/>
                    </a:cubicBezTo>
                    <a:cubicBezTo>
                      <a:pt x="281792" y="1169097"/>
                      <a:pt x="284649" y="1180317"/>
                      <a:pt x="290076" y="1180792"/>
                    </a:cubicBezTo>
                    <a:cubicBezTo>
                      <a:pt x="295502" y="1181267"/>
                      <a:pt x="297121" y="1189634"/>
                      <a:pt x="303405" y="1189634"/>
                    </a:cubicBezTo>
                    <a:cubicBezTo>
                      <a:pt x="309688" y="1189634"/>
                      <a:pt x="310926" y="1196670"/>
                      <a:pt x="314068" y="1200664"/>
                    </a:cubicBezTo>
                    <a:cubicBezTo>
                      <a:pt x="317210" y="1204657"/>
                      <a:pt x="324255" y="1201139"/>
                      <a:pt x="324255" y="1205133"/>
                    </a:cubicBezTo>
                    <a:cubicBezTo>
                      <a:pt x="324255" y="1209126"/>
                      <a:pt x="331396" y="1211978"/>
                      <a:pt x="333110" y="1216447"/>
                    </a:cubicBezTo>
                    <a:cubicBezTo>
                      <a:pt x="343587" y="1218403"/>
                      <a:pt x="354337" y="1218403"/>
                      <a:pt x="364814" y="1216447"/>
                    </a:cubicBezTo>
                    <a:cubicBezTo>
                      <a:pt x="364876" y="1213567"/>
                      <a:pt x="365592" y="1210738"/>
                      <a:pt x="366909" y="1208175"/>
                    </a:cubicBezTo>
                    <a:cubicBezTo>
                      <a:pt x="369574" y="1202280"/>
                      <a:pt x="359768" y="1206273"/>
                      <a:pt x="354246" y="1200093"/>
                    </a:cubicBezTo>
                    <a:close/>
                    <a:moveTo>
                      <a:pt x="338917" y="494788"/>
                    </a:moveTo>
                    <a:cubicBezTo>
                      <a:pt x="354912" y="498401"/>
                      <a:pt x="356626" y="526735"/>
                      <a:pt x="367480" y="526735"/>
                    </a:cubicBezTo>
                    <a:cubicBezTo>
                      <a:pt x="374620" y="526735"/>
                      <a:pt x="369289" y="517893"/>
                      <a:pt x="380809" y="517893"/>
                    </a:cubicBezTo>
                    <a:cubicBezTo>
                      <a:pt x="392329" y="517893"/>
                      <a:pt x="389758" y="511712"/>
                      <a:pt x="400422" y="512568"/>
                    </a:cubicBezTo>
                    <a:cubicBezTo>
                      <a:pt x="411085" y="513424"/>
                      <a:pt x="419463" y="509906"/>
                      <a:pt x="419463" y="497450"/>
                    </a:cubicBezTo>
                    <a:cubicBezTo>
                      <a:pt x="419463" y="484995"/>
                      <a:pt x="427461" y="480621"/>
                      <a:pt x="438505" y="478434"/>
                    </a:cubicBezTo>
                    <a:cubicBezTo>
                      <a:pt x="449549" y="476248"/>
                      <a:pt x="439457" y="462461"/>
                      <a:pt x="454500" y="458943"/>
                    </a:cubicBezTo>
                    <a:cubicBezTo>
                      <a:pt x="476679" y="452267"/>
                      <a:pt x="498117" y="443347"/>
                      <a:pt x="518480" y="432320"/>
                    </a:cubicBezTo>
                    <a:cubicBezTo>
                      <a:pt x="525621" y="426901"/>
                      <a:pt x="509626" y="419865"/>
                      <a:pt x="493631" y="410072"/>
                    </a:cubicBezTo>
                    <a:cubicBezTo>
                      <a:pt x="477636" y="400278"/>
                      <a:pt x="465068" y="397616"/>
                      <a:pt x="452786" y="405603"/>
                    </a:cubicBezTo>
                    <a:cubicBezTo>
                      <a:pt x="440504" y="413590"/>
                      <a:pt x="450120" y="396760"/>
                      <a:pt x="440314" y="401229"/>
                    </a:cubicBezTo>
                    <a:cubicBezTo>
                      <a:pt x="430508" y="405698"/>
                      <a:pt x="403849" y="394098"/>
                      <a:pt x="400327" y="389629"/>
                    </a:cubicBezTo>
                    <a:cubicBezTo>
                      <a:pt x="396804" y="385161"/>
                      <a:pt x="348724" y="399137"/>
                      <a:pt x="337204" y="399137"/>
                    </a:cubicBezTo>
                    <a:cubicBezTo>
                      <a:pt x="325683" y="399137"/>
                      <a:pt x="338060" y="411593"/>
                      <a:pt x="346058" y="418154"/>
                    </a:cubicBezTo>
                    <a:cubicBezTo>
                      <a:pt x="354055" y="424714"/>
                      <a:pt x="327016" y="443920"/>
                      <a:pt x="331872" y="448389"/>
                    </a:cubicBezTo>
                    <a:cubicBezTo>
                      <a:pt x="336728" y="452858"/>
                      <a:pt x="326540" y="464363"/>
                      <a:pt x="314068" y="478529"/>
                    </a:cubicBezTo>
                    <a:cubicBezTo>
                      <a:pt x="301596" y="492696"/>
                      <a:pt x="322922" y="491270"/>
                      <a:pt x="338917" y="494788"/>
                    </a:cubicBezTo>
                    <a:close/>
                    <a:moveTo>
                      <a:pt x="783349" y="567620"/>
                    </a:moveTo>
                    <a:cubicBezTo>
                      <a:pt x="788681" y="561439"/>
                      <a:pt x="810864" y="580075"/>
                      <a:pt x="811912" y="566764"/>
                    </a:cubicBezTo>
                    <a:cubicBezTo>
                      <a:pt x="812959" y="553453"/>
                      <a:pt x="787062" y="547177"/>
                      <a:pt x="776399" y="540141"/>
                    </a:cubicBezTo>
                    <a:cubicBezTo>
                      <a:pt x="765736" y="533106"/>
                      <a:pt x="761261" y="536528"/>
                      <a:pt x="744409" y="524073"/>
                    </a:cubicBezTo>
                    <a:cubicBezTo>
                      <a:pt x="727557" y="511617"/>
                      <a:pt x="748884" y="505057"/>
                      <a:pt x="736411" y="495549"/>
                    </a:cubicBezTo>
                    <a:cubicBezTo>
                      <a:pt x="723939" y="486041"/>
                      <a:pt x="719464" y="459133"/>
                      <a:pt x="728414" y="450291"/>
                    </a:cubicBezTo>
                    <a:cubicBezTo>
                      <a:pt x="737364" y="441448"/>
                      <a:pt x="747456" y="428042"/>
                      <a:pt x="731080" y="421767"/>
                    </a:cubicBezTo>
                    <a:cubicBezTo>
                      <a:pt x="714704" y="415491"/>
                      <a:pt x="689283" y="427091"/>
                      <a:pt x="691949" y="430609"/>
                    </a:cubicBezTo>
                    <a:cubicBezTo>
                      <a:pt x="694615" y="434127"/>
                      <a:pt x="716799" y="446583"/>
                      <a:pt x="716799" y="451907"/>
                    </a:cubicBezTo>
                    <a:cubicBezTo>
                      <a:pt x="716799" y="457231"/>
                      <a:pt x="696424" y="436884"/>
                      <a:pt x="689283" y="441258"/>
                    </a:cubicBezTo>
                    <a:cubicBezTo>
                      <a:pt x="682143" y="445632"/>
                      <a:pt x="674145" y="432416"/>
                      <a:pt x="667957" y="441258"/>
                    </a:cubicBezTo>
                    <a:cubicBezTo>
                      <a:pt x="661768" y="450100"/>
                      <a:pt x="675954" y="481192"/>
                      <a:pt x="681286" y="490129"/>
                    </a:cubicBezTo>
                    <a:cubicBezTo>
                      <a:pt x="686618" y="499067"/>
                      <a:pt x="675954" y="498972"/>
                      <a:pt x="668814" y="500778"/>
                    </a:cubicBezTo>
                    <a:cubicBezTo>
                      <a:pt x="661673" y="502585"/>
                      <a:pt x="660816" y="475867"/>
                      <a:pt x="653771" y="466169"/>
                    </a:cubicBezTo>
                    <a:cubicBezTo>
                      <a:pt x="646725" y="456471"/>
                      <a:pt x="618163" y="444871"/>
                      <a:pt x="616354" y="451907"/>
                    </a:cubicBezTo>
                    <a:cubicBezTo>
                      <a:pt x="614545" y="458943"/>
                      <a:pt x="634158" y="459038"/>
                      <a:pt x="631492" y="468831"/>
                    </a:cubicBezTo>
                    <a:cubicBezTo>
                      <a:pt x="628826" y="478625"/>
                      <a:pt x="618163" y="462556"/>
                      <a:pt x="608356" y="470543"/>
                    </a:cubicBezTo>
                    <a:cubicBezTo>
                      <a:pt x="598550" y="478529"/>
                      <a:pt x="600359" y="473205"/>
                      <a:pt x="602168" y="465218"/>
                    </a:cubicBezTo>
                    <a:cubicBezTo>
                      <a:pt x="603977" y="457231"/>
                      <a:pt x="587982" y="448389"/>
                      <a:pt x="570178" y="450196"/>
                    </a:cubicBezTo>
                    <a:cubicBezTo>
                      <a:pt x="552374" y="452002"/>
                      <a:pt x="562180" y="464363"/>
                      <a:pt x="556849" y="469212"/>
                    </a:cubicBezTo>
                    <a:cubicBezTo>
                      <a:pt x="551517" y="474061"/>
                      <a:pt x="524859" y="466549"/>
                      <a:pt x="541711" y="462936"/>
                    </a:cubicBezTo>
                    <a:cubicBezTo>
                      <a:pt x="558563" y="459323"/>
                      <a:pt x="551232" y="449625"/>
                      <a:pt x="545329" y="439927"/>
                    </a:cubicBezTo>
                    <a:cubicBezTo>
                      <a:pt x="539426" y="430229"/>
                      <a:pt x="522193" y="441638"/>
                      <a:pt x="494583" y="451432"/>
                    </a:cubicBezTo>
                    <a:cubicBezTo>
                      <a:pt x="466972" y="461225"/>
                      <a:pt x="454595" y="471874"/>
                      <a:pt x="458213" y="472730"/>
                    </a:cubicBezTo>
                    <a:cubicBezTo>
                      <a:pt x="461831" y="473585"/>
                      <a:pt x="462593" y="478054"/>
                      <a:pt x="451929" y="486897"/>
                    </a:cubicBezTo>
                    <a:cubicBezTo>
                      <a:pt x="441266" y="495739"/>
                      <a:pt x="451929" y="503821"/>
                      <a:pt x="461450" y="503821"/>
                    </a:cubicBezTo>
                    <a:cubicBezTo>
                      <a:pt x="470971" y="503821"/>
                      <a:pt x="462593" y="511617"/>
                      <a:pt x="469448" y="513329"/>
                    </a:cubicBezTo>
                    <a:cubicBezTo>
                      <a:pt x="476303" y="515040"/>
                      <a:pt x="507531" y="500968"/>
                      <a:pt x="517052" y="507149"/>
                    </a:cubicBezTo>
                    <a:cubicBezTo>
                      <a:pt x="526573" y="513329"/>
                      <a:pt x="464592" y="516657"/>
                      <a:pt x="464592" y="527591"/>
                    </a:cubicBezTo>
                    <a:cubicBezTo>
                      <a:pt x="464592" y="538525"/>
                      <a:pt x="498391" y="544420"/>
                      <a:pt x="523240" y="540046"/>
                    </a:cubicBezTo>
                    <a:cubicBezTo>
                      <a:pt x="548090" y="535673"/>
                      <a:pt x="591695" y="543564"/>
                      <a:pt x="591695" y="549554"/>
                    </a:cubicBezTo>
                    <a:cubicBezTo>
                      <a:pt x="591695" y="555544"/>
                      <a:pt x="562371" y="554023"/>
                      <a:pt x="540187" y="553167"/>
                    </a:cubicBezTo>
                    <a:cubicBezTo>
                      <a:pt x="518004" y="552312"/>
                      <a:pt x="479730" y="559348"/>
                      <a:pt x="481444" y="566479"/>
                    </a:cubicBezTo>
                    <a:cubicBezTo>
                      <a:pt x="483158" y="573610"/>
                      <a:pt x="485919" y="574465"/>
                      <a:pt x="509054" y="585495"/>
                    </a:cubicBezTo>
                    <a:cubicBezTo>
                      <a:pt x="532190" y="596524"/>
                      <a:pt x="556658" y="580170"/>
                      <a:pt x="555230" y="595003"/>
                    </a:cubicBezTo>
                    <a:cubicBezTo>
                      <a:pt x="553802" y="609835"/>
                      <a:pt x="567703" y="614019"/>
                      <a:pt x="598836" y="614589"/>
                    </a:cubicBezTo>
                    <a:cubicBezTo>
                      <a:pt x="629969" y="615160"/>
                      <a:pt x="644155" y="600327"/>
                      <a:pt x="659293" y="601278"/>
                    </a:cubicBezTo>
                    <a:cubicBezTo>
                      <a:pt x="674431" y="602229"/>
                      <a:pt x="681476" y="599471"/>
                      <a:pt x="688617" y="588823"/>
                    </a:cubicBezTo>
                    <a:cubicBezTo>
                      <a:pt x="695757" y="578174"/>
                      <a:pt x="701946" y="584354"/>
                      <a:pt x="703660" y="589678"/>
                    </a:cubicBezTo>
                    <a:cubicBezTo>
                      <a:pt x="705374" y="595003"/>
                      <a:pt x="724986" y="594147"/>
                      <a:pt x="729461" y="598616"/>
                    </a:cubicBezTo>
                    <a:cubicBezTo>
                      <a:pt x="740791" y="609930"/>
                      <a:pt x="778398" y="606603"/>
                      <a:pt x="792584" y="599471"/>
                    </a:cubicBezTo>
                    <a:cubicBezTo>
                      <a:pt x="806770" y="592340"/>
                      <a:pt x="786396" y="572849"/>
                      <a:pt x="779255" y="581692"/>
                    </a:cubicBezTo>
                    <a:cubicBezTo>
                      <a:pt x="772114" y="590534"/>
                      <a:pt x="765926" y="585305"/>
                      <a:pt x="764117" y="580836"/>
                    </a:cubicBezTo>
                    <a:cubicBezTo>
                      <a:pt x="762308" y="576367"/>
                      <a:pt x="778017" y="573800"/>
                      <a:pt x="783349" y="567620"/>
                    </a:cubicBezTo>
                    <a:close/>
                    <a:moveTo>
                      <a:pt x="445550" y="348935"/>
                    </a:moveTo>
                    <a:cubicBezTo>
                      <a:pt x="461545" y="350742"/>
                      <a:pt x="477540" y="336575"/>
                      <a:pt x="476684" y="328588"/>
                    </a:cubicBezTo>
                    <a:cubicBezTo>
                      <a:pt x="475827" y="320601"/>
                      <a:pt x="437553" y="348365"/>
                      <a:pt x="445550" y="349220"/>
                    </a:cubicBezTo>
                    <a:close/>
                    <a:moveTo>
                      <a:pt x="371764" y="324119"/>
                    </a:moveTo>
                    <a:cubicBezTo>
                      <a:pt x="377953" y="326781"/>
                      <a:pt x="371764" y="339237"/>
                      <a:pt x="378905" y="335624"/>
                    </a:cubicBezTo>
                    <a:cubicBezTo>
                      <a:pt x="386045" y="332011"/>
                      <a:pt x="387759" y="331250"/>
                      <a:pt x="393091" y="332962"/>
                    </a:cubicBezTo>
                    <a:cubicBezTo>
                      <a:pt x="402612" y="336194"/>
                      <a:pt x="404611" y="327637"/>
                      <a:pt x="409086" y="323454"/>
                    </a:cubicBezTo>
                    <a:cubicBezTo>
                      <a:pt x="413561" y="319270"/>
                      <a:pt x="411752" y="339427"/>
                      <a:pt x="423367" y="339427"/>
                    </a:cubicBezTo>
                    <a:cubicBezTo>
                      <a:pt x="432888" y="339427"/>
                      <a:pt x="431364" y="318129"/>
                      <a:pt x="440219" y="324309"/>
                    </a:cubicBezTo>
                    <a:cubicBezTo>
                      <a:pt x="449073" y="330490"/>
                      <a:pt x="451739" y="321647"/>
                      <a:pt x="453548" y="315467"/>
                    </a:cubicBezTo>
                    <a:cubicBezTo>
                      <a:pt x="455357" y="309287"/>
                      <a:pt x="455357" y="298543"/>
                      <a:pt x="465068" y="296451"/>
                    </a:cubicBezTo>
                    <a:cubicBezTo>
                      <a:pt x="474779" y="294359"/>
                      <a:pt x="466877" y="305959"/>
                      <a:pt x="471352" y="314231"/>
                    </a:cubicBezTo>
                    <a:cubicBezTo>
                      <a:pt x="477826" y="325926"/>
                      <a:pt x="489061" y="315182"/>
                      <a:pt x="490394" y="309762"/>
                    </a:cubicBezTo>
                    <a:cubicBezTo>
                      <a:pt x="491726" y="304343"/>
                      <a:pt x="507245" y="308051"/>
                      <a:pt x="506388" y="301775"/>
                    </a:cubicBezTo>
                    <a:cubicBezTo>
                      <a:pt x="505532" y="295500"/>
                      <a:pt x="510768" y="293789"/>
                      <a:pt x="506388" y="286753"/>
                    </a:cubicBezTo>
                    <a:cubicBezTo>
                      <a:pt x="502009" y="279717"/>
                      <a:pt x="513529" y="281428"/>
                      <a:pt x="518766" y="276104"/>
                    </a:cubicBezTo>
                    <a:cubicBezTo>
                      <a:pt x="524002" y="270779"/>
                      <a:pt x="511720" y="275153"/>
                      <a:pt x="502771" y="267166"/>
                    </a:cubicBezTo>
                    <a:cubicBezTo>
                      <a:pt x="493821" y="259179"/>
                      <a:pt x="490394" y="269828"/>
                      <a:pt x="490394" y="275153"/>
                    </a:cubicBezTo>
                    <a:cubicBezTo>
                      <a:pt x="490394" y="280477"/>
                      <a:pt x="473446" y="276104"/>
                      <a:pt x="463735" y="272491"/>
                    </a:cubicBezTo>
                    <a:cubicBezTo>
                      <a:pt x="454024" y="268878"/>
                      <a:pt x="441457" y="284090"/>
                      <a:pt x="427270" y="291507"/>
                    </a:cubicBezTo>
                    <a:cubicBezTo>
                      <a:pt x="413084" y="298923"/>
                      <a:pt x="412132" y="311093"/>
                      <a:pt x="398708" y="310523"/>
                    </a:cubicBezTo>
                    <a:cubicBezTo>
                      <a:pt x="385284" y="309952"/>
                      <a:pt x="365576" y="321457"/>
                      <a:pt x="371764" y="324404"/>
                    </a:cubicBezTo>
                    <a:close/>
                    <a:moveTo>
                      <a:pt x="510387" y="319650"/>
                    </a:moveTo>
                    <a:cubicBezTo>
                      <a:pt x="498010" y="320601"/>
                      <a:pt x="498867" y="332962"/>
                      <a:pt x="513148" y="332962"/>
                    </a:cubicBezTo>
                    <a:cubicBezTo>
                      <a:pt x="527430" y="332962"/>
                      <a:pt x="532190" y="337430"/>
                      <a:pt x="511339" y="336575"/>
                    </a:cubicBezTo>
                    <a:cubicBezTo>
                      <a:pt x="490489" y="335719"/>
                      <a:pt x="482015" y="353404"/>
                      <a:pt x="496201" y="349886"/>
                    </a:cubicBezTo>
                    <a:cubicBezTo>
                      <a:pt x="510387" y="346368"/>
                      <a:pt x="527334" y="346273"/>
                      <a:pt x="516671" y="349886"/>
                    </a:cubicBezTo>
                    <a:cubicBezTo>
                      <a:pt x="506008" y="353499"/>
                      <a:pt x="476969" y="355876"/>
                      <a:pt x="481063" y="361391"/>
                    </a:cubicBezTo>
                    <a:cubicBezTo>
                      <a:pt x="483729" y="364909"/>
                      <a:pt x="495344" y="364053"/>
                      <a:pt x="506864" y="368522"/>
                    </a:cubicBezTo>
                    <a:cubicBezTo>
                      <a:pt x="518385" y="372990"/>
                      <a:pt x="525906" y="375558"/>
                      <a:pt x="534475" y="365859"/>
                    </a:cubicBezTo>
                    <a:cubicBezTo>
                      <a:pt x="543044" y="356161"/>
                      <a:pt x="554849" y="346273"/>
                      <a:pt x="550470" y="359584"/>
                    </a:cubicBezTo>
                    <a:cubicBezTo>
                      <a:pt x="546090" y="372895"/>
                      <a:pt x="564656" y="363197"/>
                      <a:pt x="588553" y="362246"/>
                    </a:cubicBezTo>
                    <a:cubicBezTo>
                      <a:pt x="612450" y="361296"/>
                      <a:pt x="584078" y="376508"/>
                      <a:pt x="559229" y="378220"/>
                    </a:cubicBezTo>
                    <a:cubicBezTo>
                      <a:pt x="534380" y="379931"/>
                      <a:pt x="538759" y="392482"/>
                      <a:pt x="558372" y="397236"/>
                    </a:cubicBezTo>
                    <a:cubicBezTo>
                      <a:pt x="577985" y="401990"/>
                      <a:pt x="619686" y="384875"/>
                      <a:pt x="629397" y="375082"/>
                    </a:cubicBezTo>
                    <a:cubicBezTo>
                      <a:pt x="639109" y="365289"/>
                      <a:pt x="648439" y="380407"/>
                      <a:pt x="657960" y="373276"/>
                    </a:cubicBezTo>
                    <a:cubicBezTo>
                      <a:pt x="667481" y="366145"/>
                      <a:pt x="686522" y="374226"/>
                      <a:pt x="703279" y="370613"/>
                    </a:cubicBezTo>
                    <a:cubicBezTo>
                      <a:pt x="720036" y="367000"/>
                      <a:pt x="722892" y="335148"/>
                      <a:pt x="710420" y="329824"/>
                    </a:cubicBezTo>
                    <a:cubicBezTo>
                      <a:pt x="697947" y="324500"/>
                      <a:pt x="697947" y="336004"/>
                      <a:pt x="688236" y="337811"/>
                    </a:cubicBezTo>
                    <a:cubicBezTo>
                      <a:pt x="678525" y="339617"/>
                      <a:pt x="673098" y="327162"/>
                      <a:pt x="665101" y="318795"/>
                    </a:cubicBezTo>
                    <a:cubicBezTo>
                      <a:pt x="657103" y="310428"/>
                      <a:pt x="662435" y="295690"/>
                      <a:pt x="650915" y="297497"/>
                    </a:cubicBezTo>
                    <a:cubicBezTo>
                      <a:pt x="639394" y="299303"/>
                      <a:pt x="614450" y="317939"/>
                      <a:pt x="629493" y="319650"/>
                    </a:cubicBezTo>
                    <a:cubicBezTo>
                      <a:pt x="644536" y="321362"/>
                      <a:pt x="639013" y="329158"/>
                      <a:pt x="631302" y="332962"/>
                    </a:cubicBezTo>
                    <a:cubicBezTo>
                      <a:pt x="623590" y="336765"/>
                      <a:pt x="650343" y="342470"/>
                      <a:pt x="646440" y="348079"/>
                    </a:cubicBezTo>
                    <a:cubicBezTo>
                      <a:pt x="642536" y="353689"/>
                      <a:pt x="601977" y="348935"/>
                      <a:pt x="600169" y="340093"/>
                    </a:cubicBezTo>
                    <a:cubicBezTo>
                      <a:pt x="598360" y="331250"/>
                      <a:pt x="566465" y="315277"/>
                      <a:pt x="553136" y="318795"/>
                    </a:cubicBezTo>
                    <a:cubicBezTo>
                      <a:pt x="539807" y="322313"/>
                      <a:pt x="545138" y="308146"/>
                      <a:pt x="531809" y="307195"/>
                    </a:cubicBezTo>
                    <a:cubicBezTo>
                      <a:pt x="518480" y="306244"/>
                      <a:pt x="522859" y="319080"/>
                      <a:pt x="510387" y="319936"/>
                    </a:cubicBezTo>
                    <a:close/>
                    <a:moveTo>
                      <a:pt x="556658" y="255757"/>
                    </a:moveTo>
                    <a:cubicBezTo>
                      <a:pt x="561133" y="245108"/>
                      <a:pt x="527239" y="246914"/>
                      <a:pt x="530000" y="250432"/>
                    </a:cubicBezTo>
                    <a:cubicBezTo>
                      <a:pt x="536189" y="258704"/>
                      <a:pt x="552184" y="266691"/>
                      <a:pt x="556658" y="256042"/>
                    </a:cubicBezTo>
                    <a:close/>
                    <a:moveTo>
                      <a:pt x="630445" y="251288"/>
                    </a:moveTo>
                    <a:cubicBezTo>
                      <a:pt x="641965" y="249576"/>
                      <a:pt x="636633" y="240639"/>
                      <a:pt x="617972" y="243301"/>
                    </a:cubicBezTo>
                    <a:cubicBezTo>
                      <a:pt x="599312" y="245963"/>
                      <a:pt x="567322" y="245963"/>
                      <a:pt x="567322" y="259274"/>
                    </a:cubicBezTo>
                    <a:cubicBezTo>
                      <a:pt x="567322" y="269923"/>
                      <a:pt x="573510" y="275248"/>
                      <a:pt x="593980" y="277054"/>
                    </a:cubicBezTo>
                    <a:cubicBezTo>
                      <a:pt x="614450" y="278861"/>
                      <a:pt x="632063" y="259274"/>
                      <a:pt x="622542" y="259274"/>
                    </a:cubicBezTo>
                    <a:cubicBezTo>
                      <a:pt x="613022" y="259274"/>
                      <a:pt x="618829" y="253380"/>
                      <a:pt x="630350" y="251573"/>
                    </a:cubicBezTo>
                    <a:close/>
                    <a:moveTo>
                      <a:pt x="586839" y="234459"/>
                    </a:moveTo>
                    <a:cubicBezTo>
                      <a:pt x="595789" y="237977"/>
                      <a:pt x="604643" y="226472"/>
                      <a:pt x="610832" y="231796"/>
                    </a:cubicBezTo>
                    <a:cubicBezTo>
                      <a:pt x="617020" y="237121"/>
                      <a:pt x="644631" y="241304"/>
                      <a:pt x="644631" y="227328"/>
                    </a:cubicBezTo>
                    <a:cubicBezTo>
                      <a:pt x="644631" y="213351"/>
                      <a:pt x="609975" y="211354"/>
                      <a:pt x="601121" y="216679"/>
                    </a:cubicBezTo>
                    <a:cubicBezTo>
                      <a:pt x="592266" y="222003"/>
                      <a:pt x="551327" y="223810"/>
                      <a:pt x="563037" y="232652"/>
                    </a:cubicBezTo>
                    <a:cubicBezTo>
                      <a:pt x="569988" y="238452"/>
                      <a:pt x="577985" y="231226"/>
                      <a:pt x="586839" y="234744"/>
                    </a:cubicBezTo>
                    <a:close/>
                    <a:moveTo>
                      <a:pt x="735079" y="207361"/>
                    </a:moveTo>
                    <a:cubicBezTo>
                      <a:pt x="745742" y="200230"/>
                      <a:pt x="765355" y="211734"/>
                      <a:pt x="761832" y="219721"/>
                    </a:cubicBezTo>
                    <a:cubicBezTo>
                      <a:pt x="758309" y="227708"/>
                      <a:pt x="727462" y="218105"/>
                      <a:pt x="729747" y="225046"/>
                    </a:cubicBezTo>
                    <a:cubicBezTo>
                      <a:pt x="730699" y="227708"/>
                      <a:pt x="734222" y="238357"/>
                      <a:pt x="755548" y="232177"/>
                    </a:cubicBezTo>
                    <a:cubicBezTo>
                      <a:pt x="773768" y="225884"/>
                      <a:pt x="793952" y="229484"/>
                      <a:pt x="808865" y="241685"/>
                    </a:cubicBezTo>
                    <a:cubicBezTo>
                      <a:pt x="823146" y="253189"/>
                      <a:pt x="836475" y="257658"/>
                      <a:pt x="846186" y="246058"/>
                    </a:cubicBezTo>
                    <a:cubicBezTo>
                      <a:pt x="855898" y="234459"/>
                      <a:pt x="833809" y="232747"/>
                      <a:pt x="838189" y="223905"/>
                    </a:cubicBezTo>
                    <a:cubicBezTo>
                      <a:pt x="842568" y="215062"/>
                      <a:pt x="824003" y="209643"/>
                      <a:pt x="814196" y="209643"/>
                    </a:cubicBezTo>
                    <a:cubicBezTo>
                      <a:pt x="804390" y="209643"/>
                      <a:pt x="800867" y="191958"/>
                      <a:pt x="792870" y="195476"/>
                    </a:cubicBezTo>
                    <a:cubicBezTo>
                      <a:pt x="784872" y="198994"/>
                      <a:pt x="779541" y="204984"/>
                      <a:pt x="779541" y="193669"/>
                    </a:cubicBezTo>
                    <a:cubicBezTo>
                      <a:pt x="779541" y="182355"/>
                      <a:pt x="733365" y="181309"/>
                      <a:pt x="721749" y="185682"/>
                    </a:cubicBezTo>
                    <a:cubicBezTo>
                      <a:pt x="710134" y="190056"/>
                      <a:pt x="724606" y="214302"/>
                      <a:pt x="735079" y="207361"/>
                    </a:cubicBezTo>
                    <a:close/>
                    <a:moveTo>
                      <a:pt x="741362" y="281904"/>
                    </a:moveTo>
                    <a:cubicBezTo>
                      <a:pt x="748503" y="272966"/>
                      <a:pt x="712800" y="244632"/>
                      <a:pt x="711086" y="257943"/>
                    </a:cubicBezTo>
                    <a:cubicBezTo>
                      <a:pt x="709372" y="271255"/>
                      <a:pt x="733936" y="291221"/>
                      <a:pt x="741553" y="281809"/>
                    </a:cubicBezTo>
                    <a:close/>
                    <a:moveTo>
                      <a:pt x="857040" y="165525"/>
                    </a:moveTo>
                    <a:cubicBezTo>
                      <a:pt x="863324" y="154876"/>
                      <a:pt x="819623" y="146509"/>
                      <a:pt x="830382" y="156017"/>
                    </a:cubicBezTo>
                    <a:cubicBezTo>
                      <a:pt x="836666" y="161057"/>
                      <a:pt x="850852" y="176174"/>
                      <a:pt x="857040" y="165525"/>
                    </a:cubicBezTo>
                    <a:close/>
                    <a:moveTo>
                      <a:pt x="756691" y="367000"/>
                    </a:moveTo>
                    <a:cubicBezTo>
                      <a:pt x="762879" y="359869"/>
                      <a:pt x="743362" y="344847"/>
                      <a:pt x="737649" y="357492"/>
                    </a:cubicBezTo>
                    <a:cubicBezTo>
                      <a:pt x="731937" y="370138"/>
                      <a:pt x="750312" y="374226"/>
                      <a:pt x="756691" y="367000"/>
                    </a:cubicBezTo>
                    <a:close/>
                    <a:moveTo>
                      <a:pt x="857040" y="304913"/>
                    </a:moveTo>
                    <a:cubicBezTo>
                      <a:pt x="856183" y="313755"/>
                      <a:pt x="835714" y="303106"/>
                      <a:pt x="819719" y="296831"/>
                    </a:cubicBezTo>
                    <a:cubicBezTo>
                      <a:pt x="803724" y="290556"/>
                      <a:pt x="813530" y="309287"/>
                      <a:pt x="826002" y="319936"/>
                    </a:cubicBezTo>
                    <a:cubicBezTo>
                      <a:pt x="838475" y="330585"/>
                      <a:pt x="819719" y="325260"/>
                      <a:pt x="802867" y="313755"/>
                    </a:cubicBezTo>
                    <a:cubicBezTo>
                      <a:pt x="786015" y="302251"/>
                      <a:pt x="787729" y="321742"/>
                      <a:pt x="795726" y="327922"/>
                    </a:cubicBezTo>
                    <a:cubicBezTo>
                      <a:pt x="803724" y="334103"/>
                      <a:pt x="794012" y="343040"/>
                      <a:pt x="783349" y="328873"/>
                    </a:cubicBezTo>
                    <a:cubicBezTo>
                      <a:pt x="772686" y="314706"/>
                      <a:pt x="767354" y="299493"/>
                      <a:pt x="750407" y="298638"/>
                    </a:cubicBezTo>
                    <a:cubicBezTo>
                      <a:pt x="733460" y="297782"/>
                      <a:pt x="740886" y="315087"/>
                      <a:pt x="747741" y="323549"/>
                    </a:cubicBezTo>
                    <a:cubicBezTo>
                      <a:pt x="756691" y="335053"/>
                      <a:pt x="765545" y="337716"/>
                      <a:pt x="779731" y="345702"/>
                    </a:cubicBezTo>
                    <a:cubicBezTo>
                      <a:pt x="793917" y="353689"/>
                      <a:pt x="817053" y="342184"/>
                      <a:pt x="827335" y="344847"/>
                    </a:cubicBezTo>
                    <a:cubicBezTo>
                      <a:pt x="837618" y="347509"/>
                      <a:pt x="815815" y="360820"/>
                      <a:pt x="822956" y="369663"/>
                    </a:cubicBezTo>
                    <a:cubicBezTo>
                      <a:pt x="830096" y="378505"/>
                      <a:pt x="849614" y="372325"/>
                      <a:pt x="864752" y="371469"/>
                    </a:cubicBezTo>
                    <a:cubicBezTo>
                      <a:pt x="879890" y="370613"/>
                      <a:pt x="872750" y="361961"/>
                      <a:pt x="881604" y="355496"/>
                    </a:cubicBezTo>
                    <a:cubicBezTo>
                      <a:pt x="890458" y="349030"/>
                      <a:pt x="872750" y="350171"/>
                      <a:pt x="879795" y="335053"/>
                    </a:cubicBezTo>
                    <a:cubicBezTo>
                      <a:pt x="886840" y="319936"/>
                      <a:pt x="857992" y="295975"/>
                      <a:pt x="857040" y="304913"/>
                    </a:cubicBezTo>
                    <a:close/>
                    <a:moveTo>
                      <a:pt x="894457" y="252524"/>
                    </a:moveTo>
                    <a:cubicBezTo>
                      <a:pt x="906592" y="252776"/>
                      <a:pt x="918658" y="250643"/>
                      <a:pt x="929970" y="246249"/>
                    </a:cubicBezTo>
                    <a:cubicBezTo>
                      <a:pt x="941490" y="241875"/>
                      <a:pt x="923781" y="241875"/>
                      <a:pt x="931779" y="231226"/>
                    </a:cubicBezTo>
                    <a:cubicBezTo>
                      <a:pt x="939776" y="220577"/>
                      <a:pt x="912166" y="219626"/>
                      <a:pt x="910452" y="223239"/>
                    </a:cubicBezTo>
                    <a:cubicBezTo>
                      <a:pt x="908738" y="226852"/>
                      <a:pt x="873987" y="201941"/>
                      <a:pt x="868656" y="209833"/>
                    </a:cubicBezTo>
                    <a:cubicBezTo>
                      <a:pt x="863324" y="217724"/>
                      <a:pt x="881128" y="252524"/>
                      <a:pt x="894457" y="252524"/>
                    </a:cubicBezTo>
                    <a:close/>
                    <a:moveTo>
                      <a:pt x="966434" y="256897"/>
                    </a:moveTo>
                    <a:cubicBezTo>
                      <a:pt x="964625" y="251573"/>
                      <a:pt x="897218" y="259750"/>
                      <a:pt x="907786" y="267546"/>
                    </a:cubicBezTo>
                    <a:cubicBezTo>
                      <a:pt x="925495" y="280858"/>
                      <a:pt x="968243" y="262222"/>
                      <a:pt x="966434" y="256897"/>
                    </a:cubicBezTo>
                    <a:close/>
                    <a:moveTo>
                      <a:pt x="956914" y="386492"/>
                    </a:moveTo>
                    <a:cubicBezTo>
                      <a:pt x="972908" y="385636"/>
                      <a:pt x="964911" y="366145"/>
                      <a:pt x="947393" y="352833"/>
                    </a:cubicBezTo>
                    <a:cubicBezTo>
                      <a:pt x="929874" y="339522"/>
                      <a:pt x="889697" y="366810"/>
                      <a:pt x="896742" y="372325"/>
                    </a:cubicBezTo>
                    <a:cubicBezTo>
                      <a:pt x="915482" y="381206"/>
                      <a:pt x="935890" y="386034"/>
                      <a:pt x="956628" y="386492"/>
                    </a:cubicBezTo>
                    <a:close/>
                    <a:moveTo>
                      <a:pt x="842664" y="510762"/>
                    </a:moveTo>
                    <a:cubicBezTo>
                      <a:pt x="862277" y="524073"/>
                      <a:pt x="855993" y="500113"/>
                      <a:pt x="878272" y="501254"/>
                    </a:cubicBezTo>
                    <a:cubicBezTo>
                      <a:pt x="900550" y="502395"/>
                      <a:pt x="901312" y="465694"/>
                      <a:pt x="904930" y="452382"/>
                    </a:cubicBezTo>
                    <a:cubicBezTo>
                      <a:pt x="908548" y="439071"/>
                      <a:pt x="887126" y="440022"/>
                      <a:pt x="892458" y="449720"/>
                    </a:cubicBezTo>
                    <a:cubicBezTo>
                      <a:pt x="897789" y="459418"/>
                      <a:pt x="891601" y="469307"/>
                      <a:pt x="889792" y="457707"/>
                    </a:cubicBezTo>
                    <a:cubicBezTo>
                      <a:pt x="887983" y="446107"/>
                      <a:pt x="870750" y="456851"/>
                      <a:pt x="864942" y="448199"/>
                    </a:cubicBezTo>
                    <a:cubicBezTo>
                      <a:pt x="859135" y="439547"/>
                      <a:pt x="884460" y="438691"/>
                      <a:pt x="890649" y="426806"/>
                    </a:cubicBezTo>
                    <a:cubicBezTo>
                      <a:pt x="896837" y="414921"/>
                      <a:pt x="870274" y="417298"/>
                      <a:pt x="876463" y="407790"/>
                    </a:cubicBezTo>
                    <a:cubicBezTo>
                      <a:pt x="882651" y="398282"/>
                      <a:pt x="837332" y="408741"/>
                      <a:pt x="850661" y="414065"/>
                    </a:cubicBezTo>
                    <a:cubicBezTo>
                      <a:pt x="863990" y="419390"/>
                      <a:pt x="851518" y="426426"/>
                      <a:pt x="839141" y="417583"/>
                    </a:cubicBezTo>
                    <a:cubicBezTo>
                      <a:pt x="826764" y="408741"/>
                      <a:pt x="792203" y="423573"/>
                      <a:pt x="804485" y="433557"/>
                    </a:cubicBezTo>
                    <a:cubicBezTo>
                      <a:pt x="814006" y="441543"/>
                      <a:pt x="843521" y="428232"/>
                      <a:pt x="826669" y="451337"/>
                    </a:cubicBezTo>
                    <a:cubicBezTo>
                      <a:pt x="809817" y="474441"/>
                      <a:pt x="802676" y="445156"/>
                      <a:pt x="786681" y="447819"/>
                    </a:cubicBezTo>
                    <a:cubicBezTo>
                      <a:pt x="770686" y="450481"/>
                      <a:pt x="777827" y="469972"/>
                      <a:pt x="801819" y="477103"/>
                    </a:cubicBezTo>
                    <a:cubicBezTo>
                      <a:pt x="825812" y="484234"/>
                      <a:pt x="823337" y="497450"/>
                      <a:pt x="842854" y="510762"/>
                    </a:cubicBezTo>
                    <a:close/>
                    <a:moveTo>
                      <a:pt x="987761" y="368997"/>
                    </a:moveTo>
                    <a:cubicBezTo>
                      <a:pt x="993950" y="386682"/>
                      <a:pt x="1001090" y="374322"/>
                      <a:pt x="1010897" y="381357"/>
                    </a:cubicBezTo>
                    <a:cubicBezTo>
                      <a:pt x="1020703" y="388393"/>
                      <a:pt x="1035746" y="392957"/>
                      <a:pt x="1043743" y="385826"/>
                    </a:cubicBezTo>
                    <a:cubicBezTo>
                      <a:pt x="1051741" y="378695"/>
                      <a:pt x="1055264" y="373371"/>
                      <a:pt x="1057929" y="379646"/>
                    </a:cubicBezTo>
                    <a:cubicBezTo>
                      <a:pt x="1062309" y="389725"/>
                      <a:pt x="1081922" y="391151"/>
                      <a:pt x="1124575" y="392006"/>
                    </a:cubicBezTo>
                    <a:cubicBezTo>
                      <a:pt x="1167228" y="392862"/>
                      <a:pt x="1156565" y="374322"/>
                      <a:pt x="1168942" y="381357"/>
                    </a:cubicBezTo>
                    <a:cubicBezTo>
                      <a:pt x="1181319" y="388393"/>
                      <a:pt x="1209882" y="388489"/>
                      <a:pt x="1222354" y="385826"/>
                    </a:cubicBezTo>
                    <a:cubicBezTo>
                      <a:pt x="1234826" y="383164"/>
                      <a:pt x="1241396" y="363673"/>
                      <a:pt x="1240063" y="353879"/>
                    </a:cubicBezTo>
                    <a:cubicBezTo>
                      <a:pt x="1238730" y="344086"/>
                      <a:pt x="1144474" y="335909"/>
                      <a:pt x="1127336" y="345702"/>
                    </a:cubicBezTo>
                    <a:cubicBezTo>
                      <a:pt x="1110199" y="355496"/>
                      <a:pt x="1083731" y="341234"/>
                      <a:pt x="1070211" y="348365"/>
                    </a:cubicBezTo>
                    <a:cubicBezTo>
                      <a:pt x="1056692" y="355496"/>
                      <a:pt x="1061357" y="339522"/>
                      <a:pt x="1037364" y="338857"/>
                    </a:cubicBezTo>
                    <a:cubicBezTo>
                      <a:pt x="1013372" y="338191"/>
                      <a:pt x="1039078" y="325545"/>
                      <a:pt x="1043553" y="319841"/>
                    </a:cubicBezTo>
                    <a:cubicBezTo>
                      <a:pt x="1048028" y="314136"/>
                      <a:pt x="1007088" y="300349"/>
                      <a:pt x="990236" y="303867"/>
                    </a:cubicBezTo>
                    <a:cubicBezTo>
                      <a:pt x="973385" y="307385"/>
                      <a:pt x="963578" y="298543"/>
                      <a:pt x="947583" y="291412"/>
                    </a:cubicBezTo>
                    <a:cubicBezTo>
                      <a:pt x="931588" y="284281"/>
                      <a:pt x="888173" y="286087"/>
                      <a:pt x="896932" y="298543"/>
                    </a:cubicBezTo>
                    <a:cubicBezTo>
                      <a:pt x="903121" y="307385"/>
                      <a:pt x="954629" y="326116"/>
                      <a:pt x="959960" y="317559"/>
                    </a:cubicBezTo>
                    <a:cubicBezTo>
                      <a:pt x="965292" y="309001"/>
                      <a:pt x="979002" y="328208"/>
                      <a:pt x="986714" y="338001"/>
                    </a:cubicBezTo>
                    <a:cubicBezTo>
                      <a:pt x="994426" y="347794"/>
                      <a:pt x="981572" y="351027"/>
                      <a:pt x="987761" y="368997"/>
                    </a:cubicBezTo>
                    <a:close/>
                    <a:moveTo>
                      <a:pt x="1033080" y="264409"/>
                    </a:moveTo>
                    <a:cubicBezTo>
                      <a:pt x="1017085" y="256422"/>
                      <a:pt x="996996" y="273346"/>
                      <a:pt x="1013562" y="279527"/>
                    </a:cubicBezTo>
                    <a:cubicBezTo>
                      <a:pt x="1027748" y="284471"/>
                      <a:pt x="1049265" y="272015"/>
                      <a:pt x="1033080" y="264409"/>
                    </a:cubicBezTo>
                    <a:close/>
                    <a:moveTo>
                      <a:pt x="905120" y="164575"/>
                    </a:moveTo>
                    <a:cubicBezTo>
                      <a:pt x="918164" y="171135"/>
                      <a:pt x="910452" y="179692"/>
                      <a:pt x="924162" y="185873"/>
                    </a:cubicBezTo>
                    <a:cubicBezTo>
                      <a:pt x="937872" y="192053"/>
                      <a:pt x="979287" y="177886"/>
                      <a:pt x="982810" y="187679"/>
                    </a:cubicBezTo>
                    <a:cubicBezTo>
                      <a:pt x="986333" y="197472"/>
                      <a:pt x="941014" y="198328"/>
                      <a:pt x="947297" y="204603"/>
                    </a:cubicBezTo>
                    <a:cubicBezTo>
                      <a:pt x="953581" y="210879"/>
                      <a:pt x="979287" y="220577"/>
                      <a:pt x="975860" y="225901"/>
                    </a:cubicBezTo>
                    <a:cubicBezTo>
                      <a:pt x="972432" y="231226"/>
                      <a:pt x="1018513" y="246249"/>
                      <a:pt x="1022893" y="239213"/>
                    </a:cubicBezTo>
                    <a:cubicBezTo>
                      <a:pt x="1027272" y="232177"/>
                      <a:pt x="1039840" y="233888"/>
                      <a:pt x="1051455" y="238262"/>
                    </a:cubicBezTo>
                    <a:cubicBezTo>
                      <a:pt x="1063071" y="242635"/>
                      <a:pt x="1063927" y="210784"/>
                      <a:pt x="1071925" y="216108"/>
                    </a:cubicBezTo>
                    <a:cubicBezTo>
                      <a:pt x="1079923" y="221433"/>
                      <a:pt x="1078970" y="204603"/>
                      <a:pt x="1092300" y="199184"/>
                    </a:cubicBezTo>
                    <a:cubicBezTo>
                      <a:pt x="1105629" y="193764"/>
                      <a:pt x="1124861" y="193859"/>
                      <a:pt x="1126099" y="187679"/>
                    </a:cubicBezTo>
                    <a:cubicBezTo>
                      <a:pt x="1127051" y="183210"/>
                      <a:pt x="1122576" y="177030"/>
                      <a:pt x="1107057" y="178837"/>
                    </a:cubicBezTo>
                    <a:cubicBezTo>
                      <a:pt x="1091538" y="180643"/>
                      <a:pt x="1080399" y="174368"/>
                      <a:pt x="1087444" y="165525"/>
                    </a:cubicBezTo>
                    <a:cubicBezTo>
                      <a:pt x="1094489" y="156683"/>
                      <a:pt x="1069735" y="153926"/>
                      <a:pt x="1078590" y="146509"/>
                    </a:cubicBezTo>
                    <a:cubicBezTo>
                      <a:pt x="1087444" y="139093"/>
                      <a:pt x="1061738" y="132247"/>
                      <a:pt x="1064404" y="142896"/>
                    </a:cubicBezTo>
                    <a:cubicBezTo>
                      <a:pt x="1067069" y="153545"/>
                      <a:pt x="1048409" y="143847"/>
                      <a:pt x="1045362" y="134054"/>
                    </a:cubicBezTo>
                    <a:cubicBezTo>
                      <a:pt x="1042315" y="124261"/>
                      <a:pt x="1006231" y="120743"/>
                      <a:pt x="982239" y="99445"/>
                    </a:cubicBezTo>
                    <a:cubicBezTo>
                      <a:pt x="958246" y="78147"/>
                      <a:pt x="933302" y="92314"/>
                      <a:pt x="947583" y="94976"/>
                    </a:cubicBezTo>
                    <a:cubicBezTo>
                      <a:pt x="961864" y="97638"/>
                      <a:pt x="960912" y="104484"/>
                      <a:pt x="949297" y="103913"/>
                    </a:cubicBezTo>
                    <a:cubicBezTo>
                      <a:pt x="937681" y="103343"/>
                      <a:pt x="917307" y="104769"/>
                      <a:pt x="935968" y="111900"/>
                    </a:cubicBezTo>
                    <a:cubicBezTo>
                      <a:pt x="954629" y="119031"/>
                      <a:pt x="934254" y="121408"/>
                      <a:pt x="919116" y="121408"/>
                    </a:cubicBezTo>
                    <a:cubicBezTo>
                      <a:pt x="903978" y="121408"/>
                      <a:pt x="903121" y="140995"/>
                      <a:pt x="922639" y="143657"/>
                    </a:cubicBezTo>
                    <a:cubicBezTo>
                      <a:pt x="942156" y="146319"/>
                      <a:pt x="927970" y="157824"/>
                      <a:pt x="911975" y="153165"/>
                    </a:cubicBezTo>
                    <a:cubicBezTo>
                      <a:pt x="895980" y="148506"/>
                      <a:pt x="890839" y="157539"/>
                      <a:pt x="905120" y="164575"/>
                    </a:cubicBezTo>
                    <a:close/>
                    <a:moveTo>
                      <a:pt x="1012610" y="76720"/>
                    </a:moveTo>
                    <a:cubicBezTo>
                      <a:pt x="1025083" y="68734"/>
                      <a:pt x="1034889" y="74058"/>
                      <a:pt x="1024226" y="79383"/>
                    </a:cubicBezTo>
                    <a:cubicBezTo>
                      <a:pt x="1013562" y="84707"/>
                      <a:pt x="1017085" y="88320"/>
                      <a:pt x="1032223" y="87369"/>
                    </a:cubicBezTo>
                    <a:cubicBezTo>
                      <a:pt x="1047361" y="86419"/>
                      <a:pt x="1025939" y="91838"/>
                      <a:pt x="1025939" y="100681"/>
                    </a:cubicBezTo>
                    <a:cubicBezTo>
                      <a:pt x="1025939" y="109523"/>
                      <a:pt x="1043743" y="104294"/>
                      <a:pt x="1044981" y="113136"/>
                    </a:cubicBezTo>
                    <a:cubicBezTo>
                      <a:pt x="1046219" y="121979"/>
                      <a:pt x="1084112" y="125592"/>
                      <a:pt x="1095727" y="114943"/>
                    </a:cubicBezTo>
                    <a:cubicBezTo>
                      <a:pt x="1107343" y="104294"/>
                      <a:pt x="1102772" y="117605"/>
                      <a:pt x="1101916" y="124451"/>
                    </a:cubicBezTo>
                    <a:cubicBezTo>
                      <a:pt x="1101059" y="131297"/>
                      <a:pt x="1156089" y="137762"/>
                      <a:pt x="1159040" y="128920"/>
                    </a:cubicBezTo>
                    <a:cubicBezTo>
                      <a:pt x="1161992" y="120077"/>
                      <a:pt x="1169704" y="123595"/>
                      <a:pt x="1180367" y="126257"/>
                    </a:cubicBezTo>
                    <a:cubicBezTo>
                      <a:pt x="1191030" y="128920"/>
                      <a:pt x="1243490" y="116749"/>
                      <a:pt x="1244442" y="105815"/>
                    </a:cubicBezTo>
                    <a:cubicBezTo>
                      <a:pt x="1245394" y="94881"/>
                      <a:pt x="1261294" y="111140"/>
                      <a:pt x="1244442" y="122739"/>
                    </a:cubicBezTo>
                    <a:cubicBezTo>
                      <a:pt x="1227590" y="134339"/>
                      <a:pt x="1193696" y="132247"/>
                      <a:pt x="1178653" y="136906"/>
                    </a:cubicBezTo>
                    <a:cubicBezTo>
                      <a:pt x="1163610" y="141565"/>
                      <a:pt x="1188174" y="152024"/>
                      <a:pt x="1203503" y="163529"/>
                    </a:cubicBezTo>
                    <a:cubicBezTo>
                      <a:pt x="1218831" y="175033"/>
                      <a:pt x="1184461" y="168853"/>
                      <a:pt x="1169704" y="154021"/>
                    </a:cubicBezTo>
                    <a:cubicBezTo>
                      <a:pt x="1154947" y="139188"/>
                      <a:pt x="1123528" y="138998"/>
                      <a:pt x="1106676" y="139854"/>
                    </a:cubicBezTo>
                    <a:cubicBezTo>
                      <a:pt x="1089824" y="140709"/>
                      <a:pt x="1095061" y="171801"/>
                      <a:pt x="1107533" y="171801"/>
                    </a:cubicBezTo>
                    <a:cubicBezTo>
                      <a:pt x="1120005" y="171801"/>
                      <a:pt x="1132382" y="176269"/>
                      <a:pt x="1144854" y="195761"/>
                    </a:cubicBezTo>
                    <a:cubicBezTo>
                      <a:pt x="1157327" y="215252"/>
                      <a:pt x="1183985" y="210879"/>
                      <a:pt x="1183985" y="219721"/>
                    </a:cubicBezTo>
                    <a:cubicBezTo>
                      <a:pt x="1183985" y="228564"/>
                      <a:pt x="1149329" y="212685"/>
                      <a:pt x="1129716" y="209072"/>
                    </a:cubicBezTo>
                    <a:cubicBezTo>
                      <a:pt x="1110104" y="205459"/>
                      <a:pt x="1079066" y="218010"/>
                      <a:pt x="1078209" y="232177"/>
                    </a:cubicBezTo>
                    <a:cubicBezTo>
                      <a:pt x="1077352" y="246344"/>
                      <a:pt x="1106771" y="244632"/>
                      <a:pt x="1125813" y="233032"/>
                    </a:cubicBezTo>
                    <a:cubicBezTo>
                      <a:pt x="1144854" y="221433"/>
                      <a:pt x="1131145" y="236645"/>
                      <a:pt x="1121338" y="245488"/>
                    </a:cubicBezTo>
                    <a:cubicBezTo>
                      <a:pt x="1111532" y="254330"/>
                      <a:pt x="1144474" y="261366"/>
                      <a:pt x="1144474" y="272015"/>
                    </a:cubicBezTo>
                    <a:cubicBezTo>
                      <a:pt x="1144474" y="282664"/>
                      <a:pt x="1120481" y="279146"/>
                      <a:pt x="1117815" y="269353"/>
                    </a:cubicBezTo>
                    <a:cubicBezTo>
                      <a:pt x="1115150" y="259560"/>
                      <a:pt x="1106295" y="249862"/>
                      <a:pt x="1083160" y="251573"/>
                    </a:cubicBezTo>
                    <a:cubicBezTo>
                      <a:pt x="1060024" y="253284"/>
                      <a:pt x="1066213" y="269353"/>
                      <a:pt x="1080494" y="271160"/>
                    </a:cubicBezTo>
                    <a:cubicBezTo>
                      <a:pt x="1094775" y="272966"/>
                      <a:pt x="1095632" y="283520"/>
                      <a:pt x="1079542" y="283520"/>
                    </a:cubicBezTo>
                    <a:cubicBezTo>
                      <a:pt x="1063452" y="283520"/>
                      <a:pt x="1027463" y="293598"/>
                      <a:pt x="1038697" y="303962"/>
                    </a:cubicBezTo>
                    <a:cubicBezTo>
                      <a:pt x="1049932" y="314326"/>
                      <a:pt x="1096489" y="303962"/>
                      <a:pt x="1104486" y="311093"/>
                    </a:cubicBezTo>
                    <a:cubicBezTo>
                      <a:pt x="1112484" y="318224"/>
                      <a:pt x="1134667" y="320601"/>
                      <a:pt x="1139999" y="312900"/>
                    </a:cubicBezTo>
                    <a:cubicBezTo>
                      <a:pt x="1145330" y="305198"/>
                      <a:pt x="1163135" y="308431"/>
                      <a:pt x="1180938" y="308431"/>
                    </a:cubicBezTo>
                    <a:cubicBezTo>
                      <a:pt x="1198742" y="308431"/>
                      <a:pt x="1203122" y="311093"/>
                      <a:pt x="1211119" y="317939"/>
                    </a:cubicBezTo>
                    <a:cubicBezTo>
                      <a:pt x="1219117" y="324785"/>
                      <a:pt x="1233398" y="322313"/>
                      <a:pt x="1243109" y="315277"/>
                    </a:cubicBezTo>
                    <a:cubicBezTo>
                      <a:pt x="1248934" y="309426"/>
                      <a:pt x="1257243" y="306766"/>
                      <a:pt x="1265388" y="308146"/>
                    </a:cubicBezTo>
                    <a:cubicBezTo>
                      <a:pt x="1277765" y="308146"/>
                      <a:pt x="1280431" y="300159"/>
                      <a:pt x="1274242" y="290366"/>
                    </a:cubicBezTo>
                    <a:cubicBezTo>
                      <a:pt x="1268054" y="280572"/>
                      <a:pt x="1252059" y="297497"/>
                      <a:pt x="1250250" y="290366"/>
                    </a:cubicBezTo>
                    <a:cubicBezTo>
                      <a:pt x="1248060" y="281618"/>
                      <a:pt x="1233398" y="278861"/>
                      <a:pt x="1208454" y="282379"/>
                    </a:cubicBezTo>
                    <a:cubicBezTo>
                      <a:pt x="1183509" y="285897"/>
                      <a:pt x="1194267" y="266406"/>
                      <a:pt x="1209406" y="270874"/>
                    </a:cubicBezTo>
                    <a:cubicBezTo>
                      <a:pt x="1226736" y="274671"/>
                      <a:pt x="1244744" y="274050"/>
                      <a:pt x="1261770" y="269068"/>
                    </a:cubicBezTo>
                    <a:cubicBezTo>
                      <a:pt x="1278717" y="264599"/>
                      <a:pt x="1265388" y="256612"/>
                      <a:pt x="1265388" y="249576"/>
                    </a:cubicBezTo>
                    <a:cubicBezTo>
                      <a:pt x="1265388" y="242540"/>
                      <a:pt x="1286715" y="246914"/>
                      <a:pt x="1302710" y="246914"/>
                    </a:cubicBezTo>
                    <a:cubicBezTo>
                      <a:pt x="1318705" y="246914"/>
                      <a:pt x="1341840" y="221147"/>
                      <a:pt x="1342697" y="206030"/>
                    </a:cubicBezTo>
                    <a:cubicBezTo>
                      <a:pt x="1343554" y="190912"/>
                      <a:pt x="1307089" y="194525"/>
                      <a:pt x="1289381" y="194525"/>
                    </a:cubicBezTo>
                    <a:cubicBezTo>
                      <a:pt x="1271672" y="194525"/>
                      <a:pt x="1300901" y="181214"/>
                      <a:pt x="1334700" y="182925"/>
                    </a:cubicBezTo>
                    <a:cubicBezTo>
                      <a:pt x="1368498" y="184637"/>
                      <a:pt x="1353741" y="169614"/>
                      <a:pt x="1359549" y="163909"/>
                    </a:cubicBezTo>
                    <a:cubicBezTo>
                      <a:pt x="1365357" y="158204"/>
                      <a:pt x="1381828" y="170184"/>
                      <a:pt x="1398679" y="166571"/>
                    </a:cubicBezTo>
                    <a:cubicBezTo>
                      <a:pt x="1415531" y="162958"/>
                      <a:pt x="1404011" y="148886"/>
                      <a:pt x="1415531" y="148886"/>
                    </a:cubicBezTo>
                    <a:cubicBezTo>
                      <a:pt x="1423719" y="148886"/>
                      <a:pt x="1442285" y="136431"/>
                      <a:pt x="1478654" y="115989"/>
                    </a:cubicBezTo>
                    <a:cubicBezTo>
                      <a:pt x="1515024" y="95546"/>
                      <a:pt x="1543586" y="99159"/>
                      <a:pt x="1545300" y="87465"/>
                    </a:cubicBezTo>
                    <a:cubicBezTo>
                      <a:pt x="1547014" y="75770"/>
                      <a:pt x="1494554" y="87465"/>
                      <a:pt x="1485700" y="83851"/>
                    </a:cubicBezTo>
                    <a:cubicBezTo>
                      <a:pt x="1476845" y="80238"/>
                      <a:pt x="1522164" y="70540"/>
                      <a:pt x="1533304" y="73203"/>
                    </a:cubicBezTo>
                    <a:cubicBezTo>
                      <a:pt x="1544443" y="75865"/>
                      <a:pt x="1558153" y="73203"/>
                      <a:pt x="1594618" y="55423"/>
                    </a:cubicBezTo>
                    <a:cubicBezTo>
                      <a:pt x="1631083" y="37643"/>
                      <a:pt x="1615088" y="33269"/>
                      <a:pt x="1599950" y="36406"/>
                    </a:cubicBezTo>
                    <a:cubicBezTo>
                      <a:pt x="1584811" y="39544"/>
                      <a:pt x="1567960" y="33744"/>
                      <a:pt x="1568817" y="23951"/>
                    </a:cubicBezTo>
                    <a:cubicBezTo>
                      <a:pt x="1569673" y="14158"/>
                      <a:pt x="1546633" y="23095"/>
                      <a:pt x="1545776" y="17771"/>
                    </a:cubicBezTo>
                    <a:cubicBezTo>
                      <a:pt x="1544919" y="12446"/>
                      <a:pt x="1523497" y="15108"/>
                      <a:pt x="1500362" y="23951"/>
                    </a:cubicBezTo>
                    <a:cubicBezTo>
                      <a:pt x="1477226" y="32793"/>
                      <a:pt x="1498648" y="15108"/>
                      <a:pt x="1508359" y="11591"/>
                    </a:cubicBezTo>
                    <a:cubicBezTo>
                      <a:pt x="1518071" y="8073"/>
                      <a:pt x="1449711" y="11591"/>
                      <a:pt x="1438191" y="3604"/>
                    </a:cubicBezTo>
                    <a:cubicBezTo>
                      <a:pt x="1426671" y="-4383"/>
                      <a:pt x="1412580" y="17200"/>
                      <a:pt x="1401536" y="6646"/>
                    </a:cubicBezTo>
                    <a:cubicBezTo>
                      <a:pt x="1390492" y="-3908"/>
                      <a:pt x="1363452" y="4840"/>
                      <a:pt x="1366880" y="12827"/>
                    </a:cubicBezTo>
                    <a:cubicBezTo>
                      <a:pt x="1370307" y="20813"/>
                      <a:pt x="1362500" y="20813"/>
                      <a:pt x="1351837" y="11971"/>
                    </a:cubicBezTo>
                    <a:cubicBezTo>
                      <a:pt x="1341174" y="3128"/>
                      <a:pt x="1320704" y="12827"/>
                      <a:pt x="1302043" y="10164"/>
                    </a:cubicBezTo>
                    <a:cubicBezTo>
                      <a:pt x="1283382" y="7502"/>
                      <a:pt x="1291380" y="25282"/>
                      <a:pt x="1270910" y="16345"/>
                    </a:cubicBezTo>
                    <a:cubicBezTo>
                      <a:pt x="1250440" y="7407"/>
                      <a:pt x="1228257" y="11971"/>
                      <a:pt x="1234445" y="14633"/>
                    </a:cubicBezTo>
                    <a:cubicBezTo>
                      <a:pt x="1240634" y="17295"/>
                      <a:pt x="1232732" y="22620"/>
                      <a:pt x="1223782" y="19958"/>
                    </a:cubicBezTo>
                    <a:cubicBezTo>
                      <a:pt x="1214832" y="17295"/>
                      <a:pt x="1206930" y="20813"/>
                      <a:pt x="1211405" y="29466"/>
                    </a:cubicBezTo>
                    <a:cubicBezTo>
                      <a:pt x="1215880" y="38118"/>
                      <a:pt x="1178463" y="26803"/>
                      <a:pt x="1178463" y="36597"/>
                    </a:cubicBezTo>
                    <a:cubicBezTo>
                      <a:pt x="1178463" y="46390"/>
                      <a:pt x="1165134" y="51714"/>
                      <a:pt x="1154471" y="42777"/>
                    </a:cubicBezTo>
                    <a:cubicBezTo>
                      <a:pt x="1143807" y="33839"/>
                      <a:pt x="1110008" y="31272"/>
                      <a:pt x="1119815" y="39259"/>
                    </a:cubicBezTo>
                    <a:cubicBezTo>
                      <a:pt x="1129621" y="47246"/>
                      <a:pt x="1089634" y="42777"/>
                      <a:pt x="1100773" y="50764"/>
                    </a:cubicBezTo>
                    <a:cubicBezTo>
                      <a:pt x="1111912" y="58750"/>
                      <a:pt x="1087349" y="65026"/>
                      <a:pt x="1087349" y="60272"/>
                    </a:cubicBezTo>
                    <a:cubicBezTo>
                      <a:pt x="1087349" y="55518"/>
                      <a:pt x="1065165" y="47816"/>
                      <a:pt x="1056311" y="55803"/>
                    </a:cubicBezTo>
                    <a:cubicBezTo>
                      <a:pt x="1047456" y="63790"/>
                      <a:pt x="1044696" y="73583"/>
                      <a:pt x="1040316" y="68258"/>
                    </a:cubicBezTo>
                    <a:cubicBezTo>
                      <a:pt x="1035936" y="62934"/>
                      <a:pt x="1016323" y="64740"/>
                      <a:pt x="997663" y="71776"/>
                    </a:cubicBezTo>
                    <a:cubicBezTo>
                      <a:pt x="979002" y="78812"/>
                      <a:pt x="1000233" y="84707"/>
                      <a:pt x="1012610" y="76720"/>
                    </a:cubicBezTo>
                    <a:close/>
                    <a:moveTo>
                      <a:pt x="1236635" y="842782"/>
                    </a:moveTo>
                    <a:cubicBezTo>
                      <a:pt x="1242824" y="841926"/>
                      <a:pt x="1255677" y="819677"/>
                      <a:pt x="1239301" y="820628"/>
                    </a:cubicBezTo>
                    <a:cubicBezTo>
                      <a:pt x="1222925" y="821579"/>
                      <a:pt x="1226924" y="844398"/>
                      <a:pt x="1236635" y="842782"/>
                    </a:cubicBezTo>
                    <a:close/>
                    <a:moveTo>
                      <a:pt x="1158374" y="823766"/>
                    </a:moveTo>
                    <a:cubicBezTo>
                      <a:pt x="1172655" y="832608"/>
                      <a:pt x="1193982" y="808648"/>
                      <a:pt x="1192173" y="801517"/>
                    </a:cubicBezTo>
                    <a:cubicBezTo>
                      <a:pt x="1190364" y="794386"/>
                      <a:pt x="1141237" y="812546"/>
                      <a:pt x="1158374" y="823290"/>
                    </a:cubicBezTo>
                    <a:close/>
                    <a:moveTo>
                      <a:pt x="1222449" y="774895"/>
                    </a:moveTo>
                    <a:cubicBezTo>
                      <a:pt x="1224163" y="766052"/>
                      <a:pt x="1193030" y="762439"/>
                      <a:pt x="1194839" y="752741"/>
                    </a:cubicBezTo>
                    <a:cubicBezTo>
                      <a:pt x="1196648" y="743043"/>
                      <a:pt x="1165515" y="734961"/>
                      <a:pt x="1155708" y="729636"/>
                    </a:cubicBezTo>
                    <a:cubicBezTo>
                      <a:pt x="1145902" y="724312"/>
                      <a:pt x="1130859" y="721650"/>
                      <a:pt x="1130859" y="710620"/>
                    </a:cubicBezTo>
                    <a:cubicBezTo>
                      <a:pt x="1130859" y="699591"/>
                      <a:pt x="1109532" y="707958"/>
                      <a:pt x="1108675" y="723932"/>
                    </a:cubicBezTo>
                    <a:cubicBezTo>
                      <a:pt x="1107818" y="739905"/>
                      <a:pt x="1099155" y="736387"/>
                      <a:pt x="1103344" y="751410"/>
                    </a:cubicBezTo>
                    <a:cubicBezTo>
                      <a:pt x="1107533" y="766432"/>
                      <a:pt x="1083731" y="770426"/>
                      <a:pt x="1086397" y="778127"/>
                    </a:cubicBezTo>
                    <a:cubicBezTo>
                      <a:pt x="1089062" y="785829"/>
                      <a:pt x="1100678" y="777176"/>
                      <a:pt x="1111341" y="777176"/>
                    </a:cubicBezTo>
                    <a:cubicBezTo>
                      <a:pt x="1122005" y="777176"/>
                      <a:pt x="1108390" y="792009"/>
                      <a:pt x="1122005" y="793150"/>
                    </a:cubicBezTo>
                    <a:cubicBezTo>
                      <a:pt x="1135314" y="791508"/>
                      <a:pt x="1147431" y="784671"/>
                      <a:pt x="1155708" y="774134"/>
                    </a:cubicBezTo>
                    <a:cubicBezTo>
                      <a:pt x="1160183" y="767003"/>
                      <a:pt x="1169037" y="764626"/>
                      <a:pt x="1181510" y="773278"/>
                    </a:cubicBezTo>
                    <a:cubicBezTo>
                      <a:pt x="1193982" y="781930"/>
                      <a:pt x="1220640" y="783357"/>
                      <a:pt x="1222449" y="774419"/>
                    </a:cubicBezTo>
                    <a:close/>
                    <a:moveTo>
                      <a:pt x="1513025" y="696834"/>
                    </a:moveTo>
                    <a:cubicBezTo>
                      <a:pt x="1523688" y="697689"/>
                      <a:pt x="1525497" y="711001"/>
                      <a:pt x="1542444" y="725358"/>
                    </a:cubicBezTo>
                    <a:cubicBezTo>
                      <a:pt x="1559391" y="739715"/>
                      <a:pt x="1561485" y="729826"/>
                      <a:pt x="1563675" y="720033"/>
                    </a:cubicBezTo>
                    <a:cubicBezTo>
                      <a:pt x="1565865" y="710240"/>
                      <a:pt x="1585097" y="718322"/>
                      <a:pt x="1584145" y="708529"/>
                    </a:cubicBezTo>
                    <a:cubicBezTo>
                      <a:pt x="1583193" y="698735"/>
                      <a:pt x="1599283" y="687231"/>
                      <a:pt x="1609946" y="682762"/>
                    </a:cubicBezTo>
                    <a:cubicBezTo>
                      <a:pt x="1620610" y="678293"/>
                      <a:pt x="1601092" y="667739"/>
                      <a:pt x="1586811" y="668595"/>
                    </a:cubicBezTo>
                    <a:cubicBezTo>
                      <a:pt x="1579187" y="670153"/>
                      <a:pt x="1571742" y="665243"/>
                      <a:pt x="1570182" y="657629"/>
                    </a:cubicBezTo>
                    <a:cubicBezTo>
                      <a:pt x="1569902" y="656264"/>
                      <a:pt x="1569827" y="654864"/>
                      <a:pt x="1569959" y="653477"/>
                    </a:cubicBezTo>
                    <a:cubicBezTo>
                      <a:pt x="1569959" y="647297"/>
                      <a:pt x="1543301" y="632179"/>
                      <a:pt x="1534351" y="634461"/>
                    </a:cubicBezTo>
                    <a:cubicBezTo>
                      <a:pt x="1525401" y="636743"/>
                      <a:pt x="1510359" y="622956"/>
                      <a:pt x="1498838" y="622006"/>
                    </a:cubicBezTo>
                    <a:cubicBezTo>
                      <a:pt x="1487318" y="621055"/>
                      <a:pt x="1470276" y="612498"/>
                      <a:pt x="1472180" y="599852"/>
                    </a:cubicBezTo>
                    <a:cubicBezTo>
                      <a:pt x="1474084" y="587206"/>
                      <a:pt x="1495316" y="603370"/>
                      <a:pt x="1499695" y="593672"/>
                    </a:cubicBezTo>
                    <a:cubicBezTo>
                      <a:pt x="1504075" y="583973"/>
                      <a:pt x="1477512" y="589203"/>
                      <a:pt x="1476655" y="582072"/>
                    </a:cubicBezTo>
                    <a:cubicBezTo>
                      <a:pt x="1475798" y="574941"/>
                      <a:pt x="1482843" y="577698"/>
                      <a:pt x="1488175" y="573229"/>
                    </a:cubicBezTo>
                    <a:cubicBezTo>
                      <a:pt x="1493507" y="568761"/>
                      <a:pt x="1483700" y="559918"/>
                      <a:pt x="1477512" y="556400"/>
                    </a:cubicBezTo>
                    <a:cubicBezTo>
                      <a:pt x="1471323" y="552882"/>
                      <a:pt x="1469514" y="563436"/>
                      <a:pt x="1463326" y="563436"/>
                    </a:cubicBezTo>
                    <a:cubicBezTo>
                      <a:pt x="1457137" y="563436"/>
                      <a:pt x="1462374" y="553928"/>
                      <a:pt x="1466849" y="547463"/>
                    </a:cubicBezTo>
                    <a:cubicBezTo>
                      <a:pt x="1471323" y="540997"/>
                      <a:pt x="1446379" y="534151"/>
                      <a:pt x="1435715" y="537955"/>
                    </a:cubicBezTo>
                    <a:cubicBezTo>
                      <a:pt x="1425052" y="541758"/>
                      <a:pt x="1421529" y="535292"/>
                      <a:pt x="1421529" y="528447"/>
                    </a:cubicBezTo>
                    <a:cubicBezTo>
                      <a:pt x="1421529" y="521601"/>
                      <a:pt x="1402488" y="528447"/>
                      <a:pt x="1395728" y="533771"/>
                    </a:cubicBezTo>
                    <a:cubicBezTo>
                      <a:pt x="1388968" y="539096"/>
                      <a:pt x="1379733" y="528447"/>
                      <a:pt x="1388587" y="527496"/>
                    </a:cubicBezTo>
                    <a:cubicBezTo>
                      <a:pt x="1397442" y="526545"/>
                      <a:pt x="1408200" y="519509"/>
                      <a:pt x="1405534" y="511522"/>
                    </a:cubicBezTo>
                    <a:cubicBezTo>
                      <a:pt x="1402869" y="503536"/>
                      <a:pt x="1379733" y="502680"/>
                      <a:pt x="1375258" y="512473"/>
                    </a:cubicBezTo>
                    <a:cubicBezTo>
                      <a:pt x="1370784" y="522266"/>
                      <a:pt x="1352218" y="501824"/>
                      <a:pt x="1352218" y="493457"/>
                    </a:cubicBezTo>
                    <a:cubicBezTo>
                      <a:pt x="1352218" y="485090"/>
                      <a:pt x="1323656" y="492506"/>
                      <a:pt x="1327273" y="479195"/>
                    </a:cubicBezTo>
                    <a:cubicBezTo>
                      <a:pt x="1330891" y="465884"/>
                      <a:pt x="1294427" y="462366"/>
                      <a:pt x="1284620" y="462366"/>
                    </a:cubicBezTo>
                    <a:cubicBezTo>
                      <a:pt x="1274814" y="462366"/>
                      <a:pt x="1260628" y="470353"/>
                      <a:pt x="1262437" y="479195"/>
                    </a:cubicBezTo>
                    <a:cubicBezTo>
                      <a:pt x="1264246" y="488037"/>
                      <a:pt x="1251773" y="484520"/>
                      <a:pt x="1249964" y="474821"/>
                    </a:cubicBezTo>
                    <a:cubicBezTo>
                      <a:pt x="1248155" y="465123"/>
                      <a:pt x="1224163" y="485470"/>
                      <a:pt x="1217118" y="485470"/>
                    </a:cubicBezTo>
                    <a:cubicBezTo>
                      <a:pt x="1210072" y="485470"/>
                      <a:pt x="1221497" y="459704"/>
                      <a:pt x="1217974" y="451717"/>
                    </a:cubicBezTo>
                    <a:cubicBezTo>
                      <a:pt x="1212739" y="444022"/>
                      <a:pt x="1207970" y="436021"/>
                      <a:pt x="1203693" y="427757"/>
                    </a:cubicBezTo>
                    <a:cubicBezTo>
                      <a:pt x="1198362" y="414445"/>
                      <a:pt x="1171703" y="419770"/>
                      <a:pt x="1164658" y="427757"/>
                    </a:cubicBezTo>
                    <a:cubicBezTo>
                      <a:pt x="1157612" y="435743"/>
                      <a:pt x="1134382" y="432225"/>
                      <a:pt x="1122005" y="444586"/>
                    </a:cubicBezTo>
                    <a:cubicBezTo>
                      <a:pt x="1109627" y="456946"/>
                      <a:pt x="1122861" y="469497"/>
                      <a:pt x="1128193" y="473871"/>
                    </a:cubicBezTo>
                    <a:cubicBezTo>
                      <a:pt x="1133525" y="478244"/>
                      <a:pt x="1109151" y="485470"/>
                      <a:pt x="1117530" y="492887"/>
                    </a:cubicBezTo>
                    <a:cubicBezTo>
                      <a:pt x="1125908" y="500303"/>
                      <a:pt x="1138000" y="496500"/>
                      <a:pt x="1138856" y="508004"/>
                    </a:cubicBezTo>
                    <a:cubicBezTo>
                      <a:pt x="1139713" y="519509"/>
                      <a:pt x="1109532" y="504486"/>
                      <a:pt x="1105057" y="494693"/>
                    </a:cubicBezTo>
                    <a:cubicBezTo>
                      <a:pt x="1100583" y="484900"/>
                      <a:pt x="1106866" y="475677"/>
                      <a:pt x="1100678" y="468926"/>
                    </a:cubicBezTo>
                    <a:cubicBezTo>
                      <a:pt x="1094489" y="462176"/>
                      <a:pt x="1099726" y="452953"/>
                      <a:pt x="1111341" y="440402"/>
                    </a:cubicBezTo>
                    <a:cubicBezTo>
                      <a:pt x="1122957" y="427852"/>
                      <a:pt x="1131716" y="429753"/>
                      <a:pt x="1131716" y="422622"/>
                    </a:cubicBezTo>
                    <a:cubicBezTo>
                      <a:pt x="1131716" y="415491"/>
                      <a:pt x="1081922" y="415491"/>
                      <a:pt x="1052598" y="442114"/>
                    </a:cubicBezTo>
                    <a:cubicBezTo>
                      <a:pt x="1033753" y="459794"/>
                      <a:pt x="1026401" y="486519"/>
                      <a:pt x="1033556" y="511332"/>
                    </a:cubicBezTo>
                    <a:cubicBezTo>
                      <a:pt x="1035365" y="518463"/>
                      <a:pt x="1061167" y="514945"/>
                      <a:pt x="1076209" y="519319"/>
                    </a:cubicBezTo>
                    <a:cubicBezTo>
                      <a:pt x="1091252" y="523693"/>
                      <a:pt x="1083350" y="529968"/>
                      <a:pt x="1071830" y="528256"/>
                    </a:cubicBezTo>
                    <a:cubicBezTo>
                      <a:pt x="1060310" y="526545"/>
                      <a:pt x="1040697" y="522932"/>
                      <a:pt x="1041554" y="530919"/>
                    </a:cubicBezTo>
                    <a:cubicBezTo>
                      <a:pt x="1042410" y="538905"/>
                      <a:pt x="1066498" y="554023"/>
                      <a:pt x="1080684" y="550410"/>
                    </a:cubicBezTo>
                    <a:cubicBezTo>
                      <a:pt x="1094870" y="546797"/>
                      <a:pt x="1094965" y="546892"/>
                      <a:pt x="1101154" y="554879"/>
                    </a:cubicBezTo>
                    <a:cubicBezTo>
                      <a:pt x="1107343" y="562866"/>
                      <a:pt x="1124290" y="560203"/>
                      <a:pt x="1141141" y="561059"/>
                    </a:cubicBezTo>
                    <a:cubicBezTo>
                      <a:pt x="1157993" y="561915"/>
                      <a:pt x="1177606" y="568190"/>
                      <a:pt x="1185604" y="569046"/>
                    </a:cubicBezTo>
                    <a:cubicBezTo>
                      <a:pt x="1193448" y="569524"/>
                      <a:pt x="1201051" y="566240"/>
                      <a:pt x="1206073" y="560203"/>
                    </a:cubicBezTo>
                    <a:cubicBezTo>
                      <a:pt x="1208739" y="555735"/>
                      <a:pt x="1241586" y="567334"/>
                      <a:pt x="1251392" y="566384"/>
                    </a:cubicBezTo>
                    <a:cubicBezTo>
                      <a:pt x="1261199" y="565433"/>
                      <a:pt x="1254915" y="556876"/>
                      <a:pt x="1248727" y="554023"/>
                    </a:cubicBezTo>
                    <a:cubicBezTo>
                      <a:pt x="1242538" y="551171"/>
                      <a:pt x="1245109" y="539761"/>
                      <a:pt x="1253106" y="544515"/>
                    </a:cubicBezTo>
                    <a:cubicBezTo>
                      <a:pt x="1261104" y="549269"/>
                      <a:pt x="1274433" y="551646"/>
                      <a:pt x="1277099" y="559633"/>
                    </a:cubicBezTo>
                    <a:cubicBezTo>
                      <a:pt x="1279765" y="567620"/>
                      <a:pt x="1286619" y="563151"/>
                      <a:pt x="1287762" y="569141"/>
                    </a:cubicBezTo>
                    <a:cubicBezTo>
                      <a:pt x="1288904" y="575131"/>
                      <a:pt x="1317181" y="582452"/>
                      <a:pt x="1318038" y="589583"/>
                    </a:cubicBezTo>
                    <a:cubicBezTo>
                      <a:pt x="1318895" y="596714"/>
                      <a:pt x="1290428" y="600232"/>
                      <a:pt x="1298425" y="606412"/>
                    </a:cubicBezTo>
                    <a:cubicBezTo>
                      <a:pt x="1306423" y="612593"/>
                      <a:pt x="1318895" y="598426"/>
                      <a:pt x="1329558" y="597570"/>
                    </a:cubicBezTo>
                    <a:cubicBezTo>
                      <a:pt x="1340222" y="596714"/>
                      <a:pt x="1340222" y="620674"/>
                      <a:pt x="1348600" y="617156"/>
                    </a:cubicBezTo>
                    <a:cubicBezTo>
                      <a:pt x="1359549" y="612307"/>
                      <a:pt x="1368213" y="621530"/>
                      <a:pt x="1378876" y="636172"/>
                    </a:cubicBezTo>
                    <a:cubicBezTo>
                      <a:pt x="1389540" y="650815"/>
                      <a:pt x="1377924" y="665457"/>
                      <a:pt x="1378876" y="670782"/>
                    </a:cubicBezTo>
                    <a:cubicBezTo>
                      <a:pt x="1379828" y="676106"/>
                      <a:pt x="1400203" y="674300"/>
                      <a:pt x="1411723" y="668119"/>
                    </a:cubicBezTo>
                    <a:cubicBezTo>
                      <a:pt x="1423243" y="661939"/>
                      <a:pt x="1434002" y="675250"/>
                      <a:pt x="1442856" y="683237"/>
                    </a:cubicBezTo>
                    <a:cubicBezTo>
                      <a:pt x="1451710" y="691224"/>
                      <a:pt x="1409914" y="704535"/>
                      <a:pt x="1413532" y="697404"/>
                    </a:cubicBezTo>
                    <a:cubicBezTo>
                      <a:pt x="1417150" y="690273"/>
                      <a:pt x="1388587" y="668880"/>
                      <a:pt x="1362881" y="678388"/>
                    </a:cubicBezTo>
                    <a:cubicBezTo>
                      <a:pt x="1337175" y="687896"/>
                      <a:pt x="1354884" y="703204"/>
                      <a:pt x="1357550" y="712142"/>
                    </a:cubicBezTo>
                    <a:cubicBezTo>
                      <a:pt x="1360215" y="721079"/>
                      <a:pt x="1334414" y="729826"/>
                      <a:pt x="1310421" y="721650"/>
                    </a:cubicBezTo>
                    <a:cubicBezTo>
                      <a:pt x="1286429" y="713473"/>
                      <a:pt x="1293474" y="726974"/>
                      <a:pt x="1283763" y="726974"/>
                    </a:cubicBezTo>
                    <a:cubicBezTo>
                      <a:pt x="1274052" y="726974"/>
                      <a:pt x="1263293" y="742092"/>
                      <a:pt x="1272148" y="751885"/>
                    </a:cubicBezTo>
                    <a:cubicBezTo>
                      <a:pt x="1281002" y="761678"/>
                      <a:pt x="1300710" y="752741"/>
                      <a:pt x="1316610" y="753597"/>
                    </a:cubicBezTo>
                    <a:cubicBezTo>
                      <a:pt x="1332510" y="754452"/>
                      <a:pt x="1334414" y="758921"/>
                      <a:pt x="1336223" y="750079"/>
                    </a:cubicBezTo>
                    <a:cubicBezTo>
                      <a:pt x="1338032" y="741236"/>
                      <a:pt x="1355265" y="745610"/>
                      <a:pt x="1366404" y="748272"/>
                    </a:cubicBezTo>
                    <a:cubicBezTo>
                      <a:pt x="1377543" y="750934"/>
                      <a:pt x="1375258" y="767288"/>
                      <a:pt x="1389540" y="768714"/>
                    </a:cubicBezTo>
                    <a:cubicBezTo>
                      <a:pt x="1403821" y="770141"/>
                      <a:pt x="1392205" y="784688"/>
                      <a:pt x="1401060" y="794481"/>
                    </a:cubicBezTo>
                    <a:cubicBezTo>
                      <a:pt x="1409914" y="804274"/>
                      <a:pt x="1438381" y="798950"/>
                      <a:pt x="1448664" y="809599"/>
                    </a:cubicBezTo>
                    <a:cubicBezTo>
                      <a:pt x="1458946" y="820248"/>
                      <a:pt x="1504551" y="841451"/>
                      <a:pt x="1510930" y="833559"/>
                    </a:cubicBezTo>
                    <a:cubicBezTo>
                      <a:pt x="1517309" y="825667"/>
                      <a:pt x="1471799" y="783832"/>
                      <a:pt x="1458470" y="780219"/>
                    </a:cubicBezTo>
                    <a:cubicBezTo>
                      <a:pt x="1445141" y="776606"/>
                      <a:pt x="1471799" y="772327"/>
                      <a:pt x="1488651" y="785639"/>
                    </a:cubicBezTo>
                    <a:cubicBezTo>
                      <a:pt x="1505503" y="798950"/>
                      <a:pt x="1530448" y="804655"/>
                      <a:pt x="1542920" y="789157"/>
                    </a:cubicBezTo>
                    <a:cubicBezTo>
                      <a:pt x="1555392" y="773658"/>
                      <a:pt x="1532256" y="777652"/>
                      <a:pt x="1532256" y="766052"/>
                    </a:cubicBezTo>
                    <a:cubicBezTo>
                      <a:pt x="1532256" y="754452"/>
                      <a:pt x="1524259" y="738574"/>
                      <a:pt x="1511787" y="738574"/>
                    </a:cubicBezTo>
                    <a:cubicBezTo>
                      <a:pt x="1499315" y="738574"/>
                      <a:pt x="1467325" y="713663"/>
                      <a:pt x="1478940" y="708338"/>
                    </a:cubicBezTo>
                    <a:cubicBezTo>
                      <a:pt x="1490555" y="703014"/>
                      <a:pt x="1475322" y="695978"/>
                      <a:pt x="1484272" y="686185"/>
                    </a:cubicBezTo>
                    <a:cubicBezTo>
                      <a:pt x="1493221" y="676391"/>
                      <a:pt x="1502361" y="695407"/>
                      <a:pt x="1513025" y="696358"/>
                    </a:cubicBezTo>
                    <a:close/>
                    <a:moveTo>
                      <a:pt x="1325369" y="654238"/>
                    </a:moveTo>
                    <a:cubicBezTo>
                      <a:pt x="1336032" y="652431"/>
                      <a:pt x="1334033" y="635982"/>
                      <a:pt x="1328035" y="627520"/>
                    </a:cubicBezTo>
                    <a:cubicBezTo>
                      <a:pt x="1323560" y="621340"/>
                      <a:pt x="1311945" y="620484"/>
                      <a:pt x="1302234" y="621340"/>
                    </a:cubicBezTo>
                    <a:cubicBezTo>
                      <a:pt x="1292522" y="622196"/>
                      <a:pt x="1275575" y="637313"/>
                      <a:pt x="1284430" y="652431"/>
                    </a:cubicBezTo>
                    <a:cubicBezTo>
                      <a:pt x="1293284" y="667549"/>
                      <a:pt x="1314801" y="655474"/>
                      <a:pt x="1325369" y="654238"/>
                    </a:cubicBezTo>
                    <a:close/>
                    <a:moveTo>
                      <a:pt x="1214452" y="422908"/>
                    </a:moveTo>
                    <a:cubicBezTo>
                      <a:pt x="1209120" y="434507"/>
                      <a:pt x="1225972" y="434507"/>
                      <a:pt x="1226829" y="447819"/>
                    </a:cubicBezTo>
                    <a:cubicBezTo>
                      <a:pt x="1227686" y="461130"/>
                      <a:pt x="1244633" y="465503"/>
                      <a:pt x="1257105" y="457327"/>
                    </a:cubicBezTo>
                    <a:cubicBezTo>
                      <a:pt x="1269577" y="449150"/>
                      <a:pt x="1304709" y="459704"/>
                      <a:pt x="1304709" y="449340"/>
                    </a:cubicBezTo>
                    <a:cubicBezTo>
                      <a:pt x="1304709" y="438976"/>
                      <a:pt x="1267387" y="421862"/>
                      <a:pt x="1254058" y="424524"/>
                    </a:cubicBezTo>
                    <a:cubicBezTo>
                      <a:pt x="1240729" y="427186"/>
                      <a:pt x="1219783" y="411403"/>
                      <a:pt x="1214452" y="422908"/>
                    </a:cubicBezTo>
                    <a:close/>
                    <a:moveTo>
                      <a:pt x="1547680" y="1178320"/>
                    </a:moveTo>
                    <a:cubicBezTo>
                      <a:pt x="1549489" y="1185451"/>
                      <a:pt x="1601092" y="1206844"/>
                      <a:pt x="1602806" y="1197336"/>
                    </a:cubicBezTo>
                    <a:cubicBezTo>
                      <a:pt x="1604520" y="1187828"/>
                      <a:pt x="1546157" y="1172235"/>
                      <a:pt x="1547680" y="1178320"/>
                    </a:cubicBezTo>
                    <a:close/>
                    <a:moveTo>
                      <a:pt x="1772848" y="1231280"/>
                    </a:moveTo>
                    <a:cubicBezTo>
                      <a:pt x="1769230" y="1237840"/>
                      <a:pt x="1763898" y="1226526"/>
                      <a:pt x="1771610" y="1220631"/>
                    </a:cubicBezTo>
                    <a:cubicBezTo>
                      <a:pt x="1779322" y="1214736"/>
                      <a:pt x="1770467" y="1212359"/>
                      <a:pt x="1763327" y="1215877"/>
                    </a:cubicBezTo>
                    <a:cubicBezTo>
                      <a:pt x="1756186" y="1219395"/>
                      <a:pt x="1757995" y="1199903"/>
                      <a:pt x="1764565" y="1196861"/>
                    </a:cubicBezTo>
                    <a:cubicBezTo>
                      <a:pt x="1771134" y="1193818"/>
                      <a:pt x="1748569" y="1186212"/>
                      <a:pt x="1748569" y="1192677"/>
                    </a:cubicBezTo>
                    <a:cubicBezTo>
                      <a:pt x="1748569" y="1199142"/>
                      <a:pt x="1732479" y="1195054"/>
                      <a:pt x="1730766" y="1189159"/>
                    </a:cubicBezTo>
                    <a:cubicBezTo>
                      <a:pt x="1729052" y="1183264"/>
                      <a:pt x="1717722" y="1181458"/>
                      <a:pt x="1721816" y="1177369"/>
                    </a:cubicBezTo>
                    <a:cubicBezTo>
                      <a:pt x="1725910" y="1173281"/>
                      <a:pt x="1708201" y="1170809"/>
                      <a:pt x="1706487" y="1177940"/>
                    </a:cubicBezTo>
                    <a:cubicBezTo>
                      <a:pt x="1704774" y="1185071"/>
                      <a:pt x="1699347" y="1173186"/>
                      <a:pt x="1708201" y="1163678"/>
                    </a:cubicBezTo>
                    <a:cubicBezTo>
                      <a:pt x="1717056" y="1154170"/>
                      <a:pt x="1714199" y="1145993"/>
                      <a:pt x="1722483" y="1141239"/>
                    </a:cubicBezTo>
                    <a:cubicBezTo>
                      <a:pt x="1730766" y="1136485"/>
                      <a:pt x="1721816" y="1131160"/>
                      <a:pt x="1712962" y="1134678"/>
                    </a:cubicBezTo>
                    <a:cubicBezTo>
                      <a:pt x="1704107" y="1138196"/>
                      <a:pt x="1680400" y="1170809"/>
                      <a:pt x="1680400" y="1179651"/>
                    </a:cubicBezTo>
                    <a:cubicBezTo>
                      <a:pt x="1680400" y="1188493"/>
                      <a:pt x="1679734" y="1199238"/>
                      <a:pt x="1671451" y="1198667"/>
                    </a:cubicBezTo>
                    <a:cubicBezTo>
                      <a:pt x="1663168" y="1198097"/>
                      <a:pt x="1653742" y="1205798"/>
                      <a:pt x="1660216" y="1210552"/>
                    </a:cubicBezTo>
                    <a:cubicBezTo>
                      <a:pt x="1666691" y="1215306"/>
                      <a:pt x="1642984" y="1228712"/>
                      <a:pt x="1654313" y="1234798"/>
                    </a:cubicBezTo>
                    <a:cubicBezTo>
                      <a:pt x="1662025" y="1238981"/>
                      <a:pt x="1674498" y="1233086"/>
                      <a:pt x="1685161" y="1234227"/>
                    </a:cubicBezTo>
                    <a:cubicBezTo>
                      <a:pt x="1694928" y="1236706"/>
                      <a:pt x="1705289" y="1234982"/>
                      <a:pt x="1713723" y="1229473"/>
                    </a:cubicBezTo>
                    <a:cubicBezTo>
                      <a:pt x="1722673" y="1223008"/>
                      <a:pt x="1722673" y="1235368"/>
                      <a:pt x="1732098" y="1234227"/>
                    </a:cubicBezTo>
                    <a:cubicBezTo>
                      <a:pt x="1741524" y="1233086"/>
                      <a:pt x="1726767" y="1241929"/>
                      <a:pt x="1727338" y="1248394"/>
                    </a:cubicBezTo>
                    <a:cubicBezTo>
                      <a:pt x="1727909" y="1254859"/>
                      <a:pt x="1737430" y="1244876"/>
                      <a:pt x="1744571" y="1241358"/>
                    </a:cubicBezTo>
                    <a:cubicBezTo>
                      <a:pt x="1751711" y="1237840"/>
                      <a:pt x="1760566" y="1241358"/>
                      <a:pt x="1757043" y="1247253"/>
                    </a:cubicBezTo>
                    <a:cubicBezTo>
                      <a:pt x="1753520" y="1253148"/>
                      <a:pt x="1776085" y="1259043"/>
                      <a:pt x="1781892" y="1249630"/>
                    </a:cubicBezTo>
                    <a:cubicBezTo>
                      <a:pt x="1787700" y="1240217"/>
                      <a:pt x="1776751" y="1224719"/>
                      <a:pt x="1772848" y="1231280"/>
                    </a:cubicBezTo>
                    <a:close/>
                    <a:moveTo>
                      <a:pt x="166591" y="1068217"/>
                    </a:moveTo>
                    <a:cubicBezTo>
                      <a:pt x="150596" y="1076679"/>
                      <a:pt x="189060" y="1117183"/>
                      <a:pt x="197057" y="1112144"/>
                    </a:cubicBezTo>
                    <a:cubicBezTo>
                      <a:pt x="202579" y="1108626"/>
                      <a:pt x="187536" y="1091607"/>
                      <a:pt x="187536" y="1081148"/>
                    </a:cubicBezTo>
                    <a:cubicBezTo>
                      <a:pt x="187536" y="1070689"/>
                      <a:pt x="182871" y="1059660"/>
                      <a:pt x="166591" y="1068217"/>
                    </a:cubicBezTo>
                    <a:close/>
                    <a:moveTo>
                      <a:pt x="1631273" y="1270643"/>
                    </a:moveTo>
                    <a:cubicBezTo>
                      <a:pt x="1625084" y="1271498"/>
                      <a:pt x="1629940" y="1261800"/>
                      <a:pt x="1631273" y="1256856"/>
                    </a:cubicBezTo>
                    <a:cubicBezTo>
                      <a:pt x="1632606" y="1251912"/>
                      <a:pt x="1617944" y="1259138"/>
                      <a:pt x="1617563" y="1264843"/>
                    </a:cubicBezTo>
                    <a:cubicBezTo>
                      <a:pt x="1617182" y="1270548"/>
                      <a:pt x="1607281" y="1272830"/>
                      <a:pt x="1607281" y="1276443"/>
                    </a:cubicBezTo>
                    <a:cubicBezTo>
                      <a:pt x="1607281" y="1286806"/>
                      <a:pt x="1605948" y="1281292"/>
                      <a:pt x="1598902" y="1284810"/>
                    </a:cubicBezTo>
                    <a:cubicBezTo>
                      <a:pt x="1591857" y="1288328"/>
                      <a:pt x="1564151" y="1284810"/>
                      <a:pt x="1563294" y="1278630"/>
                    </a:cubicBezTo>
                    <a:cubicBezTo>
                      <a:pt x="1562437" y="1272449"/>
                      <a:pt x="1542444" y="1269121"/>
                      <a:pt x="1541587" y="1260850"/>
                    </a:cubicBezTo>
                    <a:cubicBezTo>
                      <a:pt x="1540730" y="1252577"/>
                      <a:pt x="1530828" y="1249820"/>
                      <a:pt x="1538826" y="1240502"/>
                    </a:cubicBezTo>
                    <a:cubicBezTo>
                      <a:pt x="1546823" y="1231184"/>
                      <a:pt x="1537493" y="1226716"/>
                      <a:pt x="1529972" y="1233847"/>
                    </a:cubicBezTo>
                    <a:cubicBezTo>
                      <a:pt x="1522450" y="1240978"/>
                      <a:pt x="1517975" y="1229853"/>
                      <a:pt x="1528163" y="1225860"/>
                    </a:cubicBezTo>
                    <a:cubicBezTo>
                      <a:pt x="1538350" y="1221867"/>
                      <a:pt x="1557582" y="1217873"/>
                      <a:pt x="1547775" y="1200093"/>
                    </a:cubicBezTo>
                    <a:cubicBezTo>
                      <a:pt x="1537969" y="1182313"/>
                      <a:pt x="1476655" y="1205418"/>
                      <a:pt x="1461136" y="1214260"/>
                    </a:cubicBezTo>
                    <a:cubicBezTo>
                      <a:pt x="1445617" y="1223103"/>
                      <a:pt x="1426004" y="1251532"/>
                      <a:pt x="1417531" y="1251532"/>
                    </a:cubicBezTo>
                    <a:cubicBezTo>
                      <a:pt x="1409057" y="1251532"/>
                      <a:pt x="1432193" y="1236509"/>
                      <a:pt x="1435811" y="1230709"/>
                    </a:cubicBezTo>
                    <a:cubicBezTo>
                      <a:pt x="1439429" y="1224909"/>
                      <a:pt x="1434859" y="1219109"/>
                      <a:pt x="1439809" y="1221201"/>
                    </a:cubicBezTo>
                    <a:cubicBezTo>
                      <a:pt x="1444760" y="1223293"/>
                      <a:pt x="1458851" y="1202185"/>
                      <a:pt x="1467801" y="1194959"/>
                    </a:cubicBezTo>
                    <a:cubicBezTo>
                      <a:pt x="1476750" y="1187733"/>
                      <a:pt x="1487318" y="1194959"/>
                      <a:pt x="1488651" y="1188779"/>
                    </a:cubicBezTo>
                    <a:cubicBezTo>
                      <a:pt x="1489984" y="1182598"/>
                      <a:pt x="1494459" y="1179271"/>
                      <a:pt x="1503313" y="1170999"/>
                    </a:cubicBezTo>
                    <a:cubicBezTo>
                      <a:pt x="1512168" y="1162727"/>
                      <a:pt x="1618420" y="1164343"/>
                      <a:pt x="1628607" y="1164818"/>
                    </a:cubicBezTo>
                    <a:cubicBezTo>
                      <a:pt x="1638794" y="1165294"/>
                      <a:pt x="1658883" y="1151507"/>
                      <a:pt x="1664596" y="1142665"/>
                    </a:cubicBezTo>
                    <a:cubicBezTo>
                      <a:pt x="1670308" y="1133822"/>
                      <a:pt x="1678020" y="1133727"/>
                      <a:pt x="1692206" y="1134678"/>
                    </a:cubicBezTo>
                    <a:cubicBezTo>
                      <a:pt x="1706392" y="1135629"/>
                      <a:pt x="1713057" y="1122698"/>
                      <a:pt x="1720197" y="1117754"/>
                    </a:cubicBezTo>
                    <a:cubicBezTo>
                      <a:pt x="1727338" y="1112810"/>
                      <a:pt x="1724672" y="1110718"/>
                      <a:pt x="1718388" y="1109387"/>
                    </a:cubicBezTo>
                    <a:cubicBezTo>
                      <a:pt x="1712105" y="1108056"/>
                      <a:pt x="1706392" y="1104062"/>
                      <a:pt x="1712676" y="1103587"/>
                    </a:cubicBezTo>
                    <a:cubicBezTo>
                      <a:pt x="1718960" y="1103111"/>
                      <a:pt x="1722197" y="1099593"/>
                      <a:pt x="1724672" y="1091607"/>
                    </a:cubicBezTo>
                    <a:cubicBezTo>
                      <a:pt x="1727148" y="1083620"/>
                      <a:pt x="1722387" y="1087138"/>
                      <a:pt x="1714009" y="1076014"/>
                    </a:cubicBezTo>
                    <a:cubicBezTo>
                      <a:pt x="1705631" y="1064889"/>
                      <a:pt x="1701061" y="1079627"/>
                      <a:pt x="1692682" y="1078676"/>
                    </a:cubicBezTo>
                    <a:cubicBezTo>
                      <a:pt x="1684304" y="1077725"/>
                      <a:pt x="1698395" y="1067171"/>
                      <a:pt x="1691349" y="1062702"/>
                    </a:cubicBezTo>
                    <a:cubicBezTo>
                      <a:pt x="1684304" y="1058234"/>
                      <a:pt x="1670880" y="1061466"/>
                      <a:pt x="1660216" y="1070309"/>
                    </a:cubicBezTo>
                    <a:cubicBezTo>
                      <a:pt x="1649553" y="1079151"/>
                      <a:pt x="1650695" y="1070309"/>
                      <a:pt x="1641175" y="1078676"/>
                    </a:cubicBezTo>
                    <a:cubicBezTo>
                      <a:pt x="1631654" y="1087043"/>
                      <a:pt x="1631654" y="1074302"/>
                      <a:pt x="1636319" y="1070784"/>
                    </a:cubicBezTo>
                    <a:cubicBezTo>
                      <a:pt x="1640984" y="1067266"/>
                      <a:pt x="1643840" y="1070784"/>
                      <a:pt x="1647839" y="1065840"/>
                    </a:cubicBezTo>
                    <a:cubicBezTo>
                      <a:pt x="1651838" y="1060896"/>
                      <a:pt x="1655837" y="1065840"/>
                      <a:pt x="1666024" y="1059184"/>
                    </a:cubicBezTo>
                    <a:cubicBezTo>
                      <a:pt x="1676211" y="1052529"/>
                      <a:pt x="1685066" y="1055666"/>
                      <a:pt x="1688303" y="1050722"/>
                    </a:cubicBezTo>
                    <a:cubicBezTo>
                      <a:pt x="1691540" y="1045778"/>
                      <a:pt x="1683352" y="1039217"/>
                      <a:pt x="1673641" y="1041214"/>
                    </a:cubicBezTo>
                    <a:cubicBezTo>
                      <a:pt x="1663929" y="1043211"/>
                      <a:pt x="1657170" y="1027903"/>
                      <a:pt x="1650981" y="1032372"/>
                    </a:cubicBezTo>
                    <a:cubicBezTo>
                      <a:pt x="1644793" y="1036840"/>
                      <a:pt x="1646030" y="1025716"/>
                      <a:pt x="1638985" y="1030185"/>
                    </a:cubicBezTo>
                    <a:cubicBezTo>
                      <a:pt x="1631939" y="1034654"/>
                      <a:pt x="1627846" y="1028854"/>
                      <a:pt x="1624704" y="1020677"/>
                    </a:cubicBezTo>
                    <a:cubicBezTo>
                      <a:pt x="1621562" y="1012500"/>
                      <a:pt x="1602520" y="998523"/>
                      <a:pt x="1591000" y="994910"/>
                    </a:cubicBezTo>
                    <a:cubicBezTo>
                      <a:pt x="1579480" y="991297"/>
                      <a:pt x="1587001" y="985402"/>
                      <a:pt x="1593190" y="989586"/>
                    </a:cubicBezTo>
                    <a:cubicBezTo>
                      <a:pt x="1599378" y="993769"/>
                      <a:pt x="1606519" y="985212"/>
                      <a:pt x="1609185" y="980743"/>
                    </a:cubicBezTo>
                    <a:cubicBezTo>
                      <a:pt x="1611851" y="976274"/>
                      <a:pt x="1604710" y="972281"/>
                      <a:pt x="1601187" y="971901"/>
                    </a:cubicBezTo>
                    <a:cubicBezTo>
                      <a:pt x="1597665" y="971520"/>
                      <a:pt x="1597665" y="965625"/>
                      <a:pt x="1598521" y="961157"/>
                    </a:cubicBezTo>
                    <a:cubicBezTo>
                      <a:pt x="1599378" y="956688"/>
                      <a:pt x="1586049" y="950983"/>
                      <a:pt x="1585668" y="946514"/>
                    </a:cubicBezTo>
                    <a:cubicBezTo>
                      <a:pt x="1585288" y="942045"/>
                      <a:pt x="1577671" y="939003"/>
                      <a:pt x="1578052" y="935010"/>
                    </a:cubicBezTo>
                    <a:cubicBezTo>
                      <a:pt x="1578433" y="931016"/>
                      <a:pt x="1570530" y="925502"/>
                      <a:pt x="1570530" y="919892"/>
                    </a:cubicBezTo>
                    <a:cubicBezTo>
                      <a:pt x="1570530" y="914282"/>
                      <a:pt x="1557201" y="903918"/>
                      <a:pt x="1556725" y="897738"/>
                    </a:cubicBezTo>
                    <a:cubicBezTo>
                      <a:pt x="1556249" y="891558"/>
                      <a:pt x="1549204" y="887089"/>
                      <a:pt x="1546538" y="879483"/>
                    </a:cubicBezTo>
                    <a:cubicBezTo>
                      <a:pt x="1543872" y="871876"/>
                      <a:pt x="1540254" y="875489"/>
                      <a:pt x="1537588" y="886138"/>
                    </a:cubicBezTo>
                    <a:cubicBezTo>
                      <a:pt x="1534922" y="896787"/>
                      <a:pt x="1525592" y="896407"/>
                      <a:pt x="1528067" y="899925"/>
                    </a:cubicBezTo>
                    <a:cubicBezTo>
                      <a:pt x="1533589" y="907246"/>
                      <a:pt x="1529400" y="907436"/>
                      <a:pt x="1525401" y="911905"/>
                    </a:cubicBezTo>
                    <a:cubicBezTo>
                      <a:pt x="1521403" y="916374"/>
                      <a:pt x="1528067" y="923029"/>
                      <a:pt x="1521403" y="923029"/>
                    </a:cubicBezTo>
                    <a:cubicBezTo>
                      <a:pt x="1514738" y="923029"/>
                      <a:pt x="1517880" y="936816"/>
                      <a:pt x="1514357" y="930541"/>
                    </a:cubicBezTo>
                    <a:cubicBezTo>
                      <a:pt x="1510835" y="924266"/>
                      <a:pt x="1502361" y="926167"/>
                      <a:pt x="1502361" y="932347"/>
                    </a:cubicBezTo>
                    <a:cubicBezTo>
                      <a:pt x="1502361" y="938528"/>
                      <a:pt x="1488080" y="944327"/>
                      <a:pt x="1482368" y="943852"/>
                    </a:cubicBezTo>
                    <a:cubicBezTo>
                      <a:pt x="1476655" y="943377"/>
                      <a:pt x="1476560" y="931492"/>
                      <a:pt x="1471704" y="935010"/>
                    </a:cubicBezTo>
                    <a:cubicBezTo>
                      <a:pt x="1466849" y="938528"/>
                      <a:pt x="1467705" y="924836"/>
                      <a:pt x="1460089" y="925502"/>
                    </a:cubicBezTo>
                    <a:cubicBezTo>
                      <a:pt x="1452472" y="926167"/>
                      <a:pt x="1447236" y="925502"/>
                      <a:pt x="1449425" y="918466"/>
                    </a:cubicBezTo>
                    <a:cubicBezTo>
                      <a:pt x="1451615" y="911430"/>
                      <a:pt x="1436572" y="908958"/>
                      <a:pt x="1441428" y="904679"/>
                    </a:cubicBezTo>
                    <a:cubicBezTo>
                      <a:pt x="1446284" y="900400"/>
                      <a:pt x="1440095" y="893555"/>
                      <a:pt x="1439238" y="882050"/>
                    </a:cubicBezTo>
                    <a:cubicBezTo>
                      <a:pt x="1438381" y="870545"/>
                      <a:pt x="1445903" y="869594"/>
                      <a:pt x="1445903" y="865126"/>
                    </a:cubicBezTo>
                    <a:cubicBezTo>
                      <a:pt x="1445903" y="860657"/>
                      <a:pt x="1440571" y="860752"/>
                      <a:pt x="1435239" y="864270"/>
                    </a:cubicBezTo>
                    <a:cubicBezTo>
                      <a:pt x="1429908" y="867788"/>
                      <a:pt x="1429908" y="859421"/>
                      <a:pt x="1424100" y="859801"/>
                    </a:cubicBezTo>
                    <a:cubicBezTo>
                      <a:pt x="1418292" y="860182"/>
                      <a:pt x="1400964" y="859801"/>
                      <a:pt x="1400108" y="851434"/>
                    </a:cubicBezTo>
                    <a:cubicBezTo>
                      <a:pt x="1399251" y="843067"/>
                      <a:pt x="1393443" y="847441"/>
                      <a:pt x="1390587" y="839834"/>
                    </a:cubicBezTo>
                    <a:cubicBezTo>
                      <a:pt x="1387731" y="832228"/>
                      <a:pt x="1381066" y="838123"/>
                      <a:pt x="1381066" y="832798"/>
                    </a:cubicBezTo>
                    <a:cubicBezTo>
                      <a:pt x="1381066" y="827474"/>
                      <a:pt x="1378019" y="825192"/>
                      <a:pt x="1372688" y="824812"/>
                    </a:cubicBezTo>
                    <a:cubicBezTo>
                      <a:pt x="1367356" y="824431"/>
                      <a:pt x="1365547" y="818536"/>
                      <a:pt x="1358406" y="817681"/>
                    </a:cubicBezTo>
                    <a:cubicBezTo>
                      <a:pt x="1351291" y="818202"/>
                      <a:pt x="1344418" y="820490"/>
                      <a:pt x="1338413" y="824336"/>
                    </a:cubicBezTo>
                    <a:cubicBezTo>
                      <a:pt x="1334414" y="826143"/>
                      <a:pt x="1324227" y="818156"/>
                      <a:pt x="1320228" y="821199"/>
                    </a:cubicBezTo>
                    <a:cubicBezTo>
                      <a:pt x="1316229" y="824241"/>
                      <a:pt x="1315277" y="819012"/>
                      <a:pt x="1304233" y="815874"/>
                    </a:cubicBezTo>
                    <a:cubicBezTo>
                      <a:pt x="1293189" y="812736"/>
                      <a:pt x="1278432" y="811881"/>
                      <a:pt x="1277575" y="815874"/>
                    </a:cubicBezTo>
                    <a:cubicBezTo>
                      <a:pt x="1276718" y="819867"/>
                      <a:pt x="1268054" y="821199"/>
                      <a:pt x="1269101" y="830516"/>
                    </a:cubicBezTo>
                    <a:cubicBezTo>
                      <a:pt x="1270148" y="839834"/>
                      <a:pt x="1279765" y="838123"/>
                      <a:pt x="1281954" y="844303"/>
                    </a:cubicBezTo>
                    <a:cubicBezTo>
                      <a:pt x="1284144" y="850483"/>
                      <a:pt x="1277575" y="848296"/>
                      <a:pt x="1277099" y="853811"/>
                    </a:cubicBezTo>
                    <a:cubicBezTo>
                      <a:pt x="1276623" y="859326"/>
                      <a:pt x="1270910" y="859136"/>
                      <a:pt x="1270910" y="863319"/>
                    </a:cubicBezTo>
                    <a:cubicBezTo>
                      <a:pt x="1270910" y="867503"/>
                      <a:pt x="1274909" y="866362"/>
                      <a:pt x="1277099" y="874444"/>
                    </a:cubicBezTo>
                    <a:cubicBezTo>
                      <a:pt x="1279288" y="882525"/>
                      <a:pt x="1283763" y="881955"/>
                      <a:pt x="1285096" y="892604"/>
                    </a:cubicBezTo>
                    <a:cubicBezTo>
                      <a:pt x="1286429" y="903253"/>
                      <a:pt x="1281573" y="901066"/>
                      <a:pt x="1277099" y="902112"/>
                    </a:cubicBezTo>
                    <a:cubicBezTo>
                      <a:pt x="1272624" y="903158"/>
                      <a:pt x="1277575" y="908672"/>
                      <a:pt x="1271291" y="915803"/>
                    </a:cubicBezTo>
                    <a:cubicBezTo>
                      <a:pt x="1265007" y="922934"/>
                      <a:pt x="1259771" y="930446"/>
                      <a:pt x="1264626" y="934819"/>
                    </a:cubicBezTo>
                    <a:cubicBezTo>
                      <a:pt x="1269482" y="939193"/>
                      <a:pt x="1287762" y="946800"/>
                      <a:pt x="1294903" y="958780"/>
                    </a:cubicBezTo>
                    <a:cubicBezTo>
                      <a:pt x="1301011" y="972582"/>
                      <a:pt x="1302545" y="987972"/>
                      <a:pt x="1299282" y="1002707"/>
                    </a:cubicBezTo>
                    <a:cubicBezTo>
                      <a:pt x="1297092" y="1016018"/>
                      <a:pt x="1281954" y="1019156"/>
                      <a:pt x="1270720" y="1030660"/>
                    </a:cubicBezTo>
                    <a:cubicBezTo>
                      <a:pt x="1263394" y="1038087"/>
                      <a:pt x="1253126" y="1041854"/>
                      <a:pt x="1242728" y="1040929"/>
                    </a:cubicBezTo>
                    <a:cubicBezTo>
                      <a:pt x="1237397" y="1040929"/>
                      <a:pt x="1240444" y="1052053"/>
                      <a:pt x="1248060" y="1059945"/>
                    </a:cubicBezTo>
                    <a:cubicBezTo>
                      <a:pt x="1255677" y="1067837"/>
                      <a:pt x="1249393" y="1071069"/>
                      <a:pt x="1253392" y="1079912"/>
                    </a:cubicBezTo>
                    <a:cubicBezTo>
                      <a:pt x="1257391" y="1088754"/>
                      <a:pt x="1253392" y="1095885"/>
                      <a:pt x="1259104" y="1103872"/>
                    </a:cubicBezTo>
                    <a:cubicBezTo>
                      <a:pt x="1264817" y="1111859"/>
                      <a:pt x="1261389" y="1114996"/>
                      <a:pt x="1254725" y="1120796"/>
                    </a:cubicBezTo>
                    <a:cubicBezTo>
                      <a:pt x="1248060" y="1126596"/>
                      <a:pt x="1257391" y="1123459"/>
                      <a:pt x="1257771" y="1130970"/>
                    </a:cubicBezTo>
                    <a:cubicBezTo>
                      <a:pt x="1258152" y="1138481"/>
                      <a:pt x="1254725" y="1134108"/>
                      <a:pt x="1248917" y="1130114"/>
                    </a:cubicBezTo>
                    <a:cubicBezTo>
                      <a:pt x="1243109" y="1126121"/>
                      <a:pt x="1237778" y="1137626"/>
                      <a:pt x="1237778" y="1142475"/>
                    </a:cubicBezTo>
                    <a:cubicBezTo>
                      <a:pt x="1237778" y="1147324"/>
                      <a:pt x="1224068" y="1135819"/>
                      <a:pt x="1220926" y="1136294"/>
                    </a:cubicBezTo>
                    <a:cubicBezTo>
                      <a:pt x="1217784" y="1136770"/>
                      <a:pt x="1221783" y="1128783"/>
                      <a:pt x="1213785" y="1122508"/>
                    </a:cubicBezTo>
                    <a:cubicBezTo>
                      <a:pt x="1205788" y="1116232"/>
                      <a:pt x="1199599" y="1114996"/>
                      <a:pt x="1199599" y="1108816"/>
                    </a:cubicBezTo>
                    <a:cubicBezTo>
                      <a:pt x="1199599" y="1102636"/>
                      <a:pt x="1185794" y="1098167"/>
                      <a:pt x="1185794" y="1091036"/>
                    </a:cubicBezTo>
                    <a:cubicBezTo>
                      <a:pt x="1185794" y="1083905"/>
                      <a:pt x="1187603" y="1065745"/>
                      <a:pt x="1184461" y="1060420"/>
                    </a:cubicBezTo>
                    <a:cubicBezTo>
                      <a:pt x="1182249" y="1055092"/>
                      <a:pt x="1183086" y="1048986"/>
                      <a:pt x="1186651" y="1044447"/>
                    </a:cubicBezTo>
                    <a:cubicBezTo>
                      <a:pt x="1189317" y="1039503"/>
                      <a:pt x="1183604" y="1031991"/>
                      <a:pt x="1175607" y="1031991"/>
                    </a:cubicBezTo>
                    <a:cubicBezTo>
                      <a:pt x="1165553" y="1030867"/>
                      <a:pt x="1155447" y="1030264"/>
                      <a:pt x="1145331" y="1030185"/>
                    </a:cubicBezTo>
                    <a:cubicBezTo>
                      <a:pt x="1138126" y="1031726"/>
                      <a:pt x="1130603" y="1030285"/>
                      <a:pt x="1124480" y="1026192"/>
                    </a:cubicBezTo>
                    <a:cubicBezTo>
                      <a:pt x="1116303" y="1019943"/>
                      <a:pt x="1106943" y="1015415"/>
                      <a:pt x="1096965" y="1012880"/>
                    </a:cubicBezTo>
                    <a:cubicBezTo>
                      <a:pt x="1087932" y="1011594"/>
                      <a:pt x="1080014" y="1006181"/>
                      <a:pt x="1075543" y="998238"/>
                    </a:cubicBezTo>
                    <a:cubicBezTo>
                      <a:pt x="1074210" y="994245"/>
                      <a:pt x="1060500" y="991202"/>
                      <a:pt x="1057358" y="987209"/>
                    </a:cubicBezTo>
                    <a:cubicBezTo>
                      <a:pt x="1050973" y="982862"/>
                      <a:pt x="1043229" y="980971"/>
                      <a:pt x="1035556" y="981884"/>
                    </a:cubicBezTo>
                    <a:cubicBezTo>
                      <a:pt x="1030224" y="982740"/>
                      <a:pt x="1016514" y="970760"/>
                      <a:pt x="1008897" y="971235"/>
                    </a:cubicBezTo>
                    <a:cubicBezTo>
                      <a:pt x="998791" y="973449"/>
                      <a:pt x="988862" y="976404"/>
                      <a:pt x="979192" y="980078"/>
                    </a:cubicBezTo>
                    <a:cubicBezTo>
                      <a:pt x="976050" y="980553"/>
                      <a:pt x="979192" y="973422"/>
                      <a:pt x="981858" y="970570"/>
                    </a:cubicBezTo>
                    <a:cubicBezTo>
                      <a:pt x="984524" y="967717"/>
                      <a:pt x="975098" y="954121"/>
                      <a:pt x="972908" y="945278"/>
                    </a:cubicBezTo>
                    <a:cubicBezTo>
                      <a:pt x="970719" y="936436"/>
                      <a:pt x="967577" y="926262"/>
                      <a:pt x="958246" y="927974"/>
                    </a:cubicBezTo>
                    <a:cubicBezTo>
                      <a:pt x="950476" y="928561"/>
                      <a:pt x="942717" y="926699"/>
                      <a:pt x="936063" y="922649"/>
                    </a:cubicBezTo>
                    <a:cubicBezTo>
                      <a:pt x="933397" y="920843"/>
                      <a:pt x="932921" y="895551"/>
                      <a:pt x="935111" y="884617"/>
                    </a:cubicBezTo>
                    <a:cubicBezTo>
                      <a:pt x="937301" y="873683"/>
                      <a:pt x="948916" y="857995"/>
                      <a:pt x="948916" y="851339"/>
                    </a:cubicBezTo>
                    <a:cubicBezTo>
                      <a:pt x="948916" y="844683"/>
                      <a:pt x="956437" y="841831"/>
                      <a:pt x="963102" y="839834"/>
                    </a:cubicBezTo>
                    <a:cubicBezTo>
                      <a:pt x="969767" y="837838"/>
                      <a:pt x="964435" y="825192"/>
                      <a:pt x="971099" y="824241"/>
                    </a:cubicBezTo>
                    <a:cubicBezTo>
                      <a:pt x="977764" y="823290"/>
                      <a:pt x="978240" y="820723"/>
                      <a:pt x="979573" y="815399"/>
                    </a:cubicBezTo>
                    <a:cubicBezTo>
                      <a:pt x="980906" y="810074"/>
                      <a:pt x="989094" y="813592"/>
                      <a:pt x="984524" y="809219"/>
                    </a:cubicBezTo>
                    <a:cubicBezTo>
                      <a:pt x="979954" y="804845"/>
                      <a:pt x="983572" y="803419"/>
                      <a:pt x="994045" y="803419"/>
                    </a:cubicBezTo>
                    <a:cubicBezTo>
                      <a:pt x="1004518" y="803419"/>
                      <a:pt x="1019370" y="799901"/>
                      <a:pt x="1017085" y="789632"/>
                    </a:cubicBezTo>
                    <a:cubicBezTo>
                      <a:pt x="1014800" y="779363"/>
                      <a:pt x="988523" y="786970"/>
                      <a:pt x="988523" y="778603"/>
                    </a:cubicBezTo>
                    <a:cubicBezTo>
                      <a:pt x="988523" y="770236"/>
                      <a:pt x="954724" y="769665"/>
                      <a:pt x="956914" y="764816"/>
                    </a:cubicBezTo>
                    <a:cubicBezTo>
                      <a:pt x="959103" y="759967"/>
                      <a:pt x="990712" y="768334"/>
                      <a:pt x="1002328" y="772803"/>
                    </a:cubicBezTo>
                    <a:cubicBezTo>
                      <a:pt x="1009827" y="776233"/>
                      <a:pt x="1018151" y="777453"/>
                      <a:pt x="1026320" y="776321"/>
                    </a:cubicBezTo>
                    <a:cubicBezTo>
                      <a:pt x="1035841" y="776321"/>
                      <a:pt x="1029367" y="763960"/>
                      <a:pt x="1031176" y="759016"/>
                    </a:cubicBezTo>
                    <a:cubicBezTo>
                      <a:pt x="1032985" y="754072"/>
                      <a:pt x="1050218" y="766527"/>
                      <a:pt x="1060976" y="763960"/>
                    </a:cubicBezTo>
                    <a:cubicBezTo>
                      <a:pt x="1071735" y="761393"/>
                      <a:pt x="1080970" y="740380"/>
                      <a:pt x="1089539" y="734580"/>
                    </a:cubicBezTo>
                    <a:cubicBezTo>
                      <a:pt x="1098107" y="728781"/>
                      <a:pt x="1090395" y="723551"/>
                      <a:pt x="1073924" y="725072"/>
                    </a:cubicBezTo>
                    <a:cubicBezTo>
                      <a:pt x="1061264" y="726154"/>
                      <a:pt x="1048720" y="721955"/>
                      <a:pt x="1039269" y="713473"/>
                    </a:cubicBezTo>
                    <a:cubicBezTo>
                      <a:pt x="1030414" y="706817"/>
                      <a:pt x="1031271" y="701493"/>
                      <a:pt x="1040601" y="702443"/>
                    </a:cubicBezTo>
                    <a:cubicBezTo>
                      <a:pt x="1049932" y="703394"/>
                      <a:pt x="1072115" y="721459"/>
                      <a:pt x="1080589" y="721935"/>
                    </a:cubicBezTo>
                    <a:cubicBezTo>
                      <a:pt x="1089062" y="722410"/>
                      <a:pt x="1103725" y="705486"/>
                      <a:pt x="1110865" y="700161"/>
                    </a:cubicBezTo>
                    <a:cubicBezTo>
                      <a:pt x="1118006" y="694837"/>
                      <a:pt x="1104201" y="692650"/>
                      <a:pt x="1099250" y="688657"/>
                    </a:cubicBezTo>
                    <a:cubicBezTo>
                      <a:pt x="1094299" y="684663"/>
                      <a:pt x="1107723" y="682001"/>
                      <a:pt x="1114864" y="682001"/>
                    </a:cubicBezTo>
                    <a:cubicBezTo>
                      <a:pt x="1122005" y="682001"/>
                      <a:pt x="1125051" y="688181"/>
                      <a:pt x="1127717" y="691509"/>
                    </a:cubicBezTo>
                    <a:cubicBezTo>
                      <a:pt x="1130383" y="694837"/>
                      <a:pt x="1142855" y="689322"/>
                      <a:pt x="1149044" y="689322"/>
                    </a:cubicBezTo>
                    <a:cubicBezTo>
                      <a:pt x="1155232" y="689322"/>
                      <a:pt x="1148187" y="679054"/>
                      <a:pt x="1137904" y="675060"/>
                    </a:cubicBezTo>
                    <a:cubicBezTo>
                      <a:pt x="1127622" y="671067"/>
                      <a:pt x="1138380" y="663556"/>
                      <a:pt x="1141522" y="669736"/>
                    </a:cubicBezTo>
                    <a:cubicBezTo>
                      <a:pt x="1144664" y="675916"/>
                      <a:pt x="1151709" y="674680"/>
                      <a:pt x="1155232" y="681716"/>
                    </a:cubicBezTo>
                    <a:cubicBezTo>
                      <a:pt x="1160469" y="692080"/>
                      <a:pt x="1163706" y="685329"/>
                      <a:pt x="1172560" y="681716"/>
                    </a:cubicBezTo>
                    <a:cubicBezTo>
                      <a:pt x="1179796" y="678867"/>
                      <a:pt x="1186116" y="674100"/>
                      <a:pt x="1190840" y="667929"/>
                    </a:cubicBezTo>
                    <a:cubicBezTo>
                      <a:pt x="1195696" y="662605"/>
                      <a:pt x="1196648" y="668785"/>
                      <a:pt x="1202360" y="660418"/>
                    </a:cubicBezTo>
                    <a:cubicBezTo>
                      <a:pt x="1208073" y="652051"/>
                      <a:pt x="1199694" y="643969"/>
                      <a:pt x="1192839" y="638645"/>
                    </a:cubicBezTo>
                    <a:cubicBezTo>
                      <a:pt x="1185984" y="633320"/>
                      <a:pt x="1192839" y="627996"/>
                      <a:pt x="1186175" y="624478"/>
                    </a:cubicBezTo>
                    <a:cubicBezTo>
                      <a:pt x="1179510" y="620960"/>
                      <a:pt x="1177797" y="614209"/>
                      <a:pt x="1186651" y="616016"/>
                    </a:cubicBezTo>
                    <a:cubicBezTo>
                      <a:pt x="1194160" y="618268"/>
                      <a:pt x="1202263" y="615378"/>
                      <a:pt x="1206645" y="608884"/>
                    </a:cubicBezTo>
                    <a:cubicBezTo>
                      <a:pt x="1210643" y="602704"/>
                      <a:pt x="1193315" y="601373"/>
                      <a:pt x="1201313" y="596904"/>
                    </a:cubicBezTo>
                    <a:cubicBezTo>
                      <a:pt x="1209310" y="592436"/>
                      <a:pt x="1202646" y="588062"/>
                      <a:pt x="1194648" y="588062"/>
                    </a:cubicBezTo>
                    <a:cubicBezTo>
                      <a:pt x="1186651" y="588062"/>
                      <a:pt x="1179986" y="584069"/>
                      <a:pt x="1179510" y="577413"/>
                    </a:cubicBezTo>
                    <a:cubicBezTo>
                      <a:pt x="1179034" y="570757"/>
                      <a:pt x="1165324" y="575226"/>
                      <a:pt x="1156851" y="571233"/>
                    </a:cubicBezTo>
                    <a:cubicBezTo>
                      <a:pt x="1146625" y="568279"/>
                      <a:pt x="1135915" y="567374"/>
                      <a:pt x="1125337" y="568570"/>
                    </a:cubicBezTo>
                    <a:cubicBezTo>
                      <a:pt x="1120862" y="568570"/>
                      <a:pt x="1120481" y="587587"/>
                      <a:pt x="1127146" y="587587"/>
                    </a:cubicBezTo>
                    <a:cubicBezTo>
                      <a:pt x="1133810" y="587587"/>
                      <a:pt x="1139142" y="595193"/>
                      <a:pt x="1133334" y="597094"/>
                    </a:cubicBezTo>
                    <a:cubicBezTo>
                      <a:pt x="1127527" y="598996"/>
                      <a:pt x="1134191" y="606603"/>
                      <a:pt x="1129812" y="605937"/>
                    </a:cubicBezTo>
                    <a:cubicBezTo>
                      <a:pt x="1125432" y="605271"/>
                      <a:pt x="1118196" y="603275"/>
                      <a:pt x="1116863" y="614875"/>
                    </a:cubicBezTo>
                    <a:cubicBezTo>
                      <a:pt x="1115530" y="626474"/>
                      <a:pt x="1114673" y="630848"/>
                      <a:pt x="1107343" y="634841"/>
                    </a:cubicBezTo>
                    <a:cubicBezTo>
                      <a:pt x="1100011" y="638835"/>
                      <a:pt x="1105534" y="621910"/>
                      <a:pt x="1098393" y="622386"/>
                    </a:cubicBezTo>
                    <a:cubicBezTo>
                      <a:pt x="1091252" y="622861"/>
                      <a:pt x="1090395" y="636648"/>
                      <a:pt x="1095727" y="637979"/>
                    </a:cubicBezTo>
                    <a:cubicBezTo>
                      <a:pt x="1101059" y="639310"/>
                      <a:pt x="1102011" y="643684"/>
                      <a:pt x="1103344" y="650339"/>
                    </a:cubicBezTo>
                    <a:cubicBezTo>
                      <a:pt x="1104677" y="656995"/>
                      <a:pt x="1093823" y="652146"/>
                      <a:pt x="1089062" y="659847"/>
                    </a:cubicBezTo>
                    <a:cubicBezTo>
                      <a:pt x="1084302" y="667549"/>
                      <a:pt x="1084207" y="656329"/>
                      <a:pt x="1077923" y="651005"/>
                    </a:cubicBezTo>
                    <a:cubicBezTo>
                      <a:pt x="1071639" y="645680"/>
                      <a:pt x="1064213" y="636743"/>
                      <a:pt x="1064594" y="630087"/>
                    </a:cubicBezTo>
                    <a:cubicBezTo>
                      <a:pt x="1064590" y="625349"/>
                      <a:pt x="1068327" y="621449"/>
                      <a:pt x="1073068" y="621245"/>
                    </a:cubicBezTo>
                    <a:cubicBezTo>
                      <a:pt x="1077923" y="620294"/>
                      <a:pt x="1073068" y="615920"/>
                      <a:pt x="1072591" y="607934"/>
                    </a:cubicBezTo>
                    <a:cubicBezTo>
                      <a:pt x="1072115" y="599947"/>
                      <a:pt x="1066403" y="602609"/>
                      <a:pt x="1059262" y="594147"/>
                    </a:cubicBezTo>
                    <a:cubicBezTo>
                      <a:pt x="1052122" y="585685"/>
                      <a:pt x="1044600" y="585685"/>
                      <a:pt x="1040221" y="589678"/>
                    </a:cubicBezTo>
                    <a:cubicBezTo>
                      <a:pt x="1035841" y="593672"/>
                      <a:pt x="1038888" y="601278"/>
                      <a:pt x="1032699" y="603940"/>
                    </a:cubicBezTo>
                    <a:cubicBezTo>
                      <a:pt x="1026511" y="606603"/>
                      <a:pt x="1029177" y="618963"/>
                      <a:pt x="1023845" y="619914"/>
                    </a:cubicBezTo>
                    <a:cubicBezTo>
                      <a:pt x="1018513" y="620865"/>
                      <a:pt x="1021560" y="598140"/>
                      <a:pt x="1017180" y="595954"/>
                    </a:cubicBezTo>
                    <a:cubicBezTo>
                      <a:pt x="1012801" y="593767"/>
                      <a:pt x="1013182" y="588347"/>
                      <a:pt x="1019846" y="587491"/>
                    </a:cubicBezTo>
                    <a:cubicBezTo>
                      <a:pt x="1026511" y="586636"/>
                      <a:pt x="1030509" y="579505"/>
                      <a:pt x="1024702" y="579505"/>
                    </a:cubicBezTo>
                    <a:cubicBezTo>
                      <a:pt x="1017645" y="577952"/>
                      <a:pt x="1010890" y="575254"/>
                      <a:pt x="1004708" y="571518"/>
                    </a:cubicBezTo>
                    <a:cubicBezTo>
                      <a:pt x="1000709" y="569711"/>
                      <a:pt x="994045" y="579029"/>
                      <a:pt x="989570" y="575511"/>
                    </a:cubicBezTo>
                    <a:cubicBezTo>
                      <a:pt x="985095" y="571993"/>
                      <a:pt x="990046" y="563056"/>
                      <a:pt x="990522" y="558207"/>
                    </a:cubicBezTo>
                    <a:cubicBezTo>
                      <a:pt x="990998" y="553358"/>
                      <a:pt x="997567" y="560394"/>
                      <a:pt x="1002042" y="554213"/>
                    </a:cubicBezTo>
                    <a:cubicBezTo>
                      <a:pt x="1006517" y="548033"/>
                      <a:pt x="989570" y="548033"/>
                      <a:pt x="989570" y="541282"/>
                    </a:cubicBezTo>
                    <a:cubicBezTo>
                      <a:pt x="989570" y="534532"/>
                      <a:pt x="976241" y="532915"/>
                      <a:pt x="971766" y="530633"/>
                    </a:cubicBezTo>
                    <a:cubicBezTo>
                      <a:pt x="967291" y="528352"/>
                      <a:pt x="974908" y="517322"/>
                      <a:pt x="972718" y="512949"/>
                    </a:cubicBezTo>
                    <a:cubicBezTo>
                      <a:pt x="970528" y="508575"/>
                      <a:pt x="953677" y="493932"/>
                      <a:pt x="946917" y="495169"/>
                    </a:cubicBezTo>
                    <a:cubicBezTo>
                      <a:pt x="940157" y="496405"/>
                      <a:pt x="938062" y="485660"/>
                      <a:pt x="942061" y="486326"/>
                    </a:cubicBezTo>
                    <a:cubicBezTo>
                      <a:pt x="946060" y="486992"/>
                      <a:pt x="949106" y="484044"/>
                      <a:pt x="956723" y="475677"/>
                    </a:cubicBezTo>
                    <a:cubicBezTo>
                      <a:pt x="964340" y="467310"/>
                      <a:pt x="965101" y="464553"/>
                      <a:pt x="959770" y="462746"/>
                    </a:cubicBezTo>
                    <a:cubicBezTo>
                      <a:pt x="954438" y="460940"/>
                      <a:pt x="951772" y="455710"/>
                      <a:pt x="961103" y="456091"/>
                    </a:cubicBezTo>
                    <a:cubicBezTo>
                      <a:pt x="970433" y="456471"/>
                      <a:pt x="986904" y="462746"/>
                      <a:pt x="992236" y="458753"/>
                    </a:cubicBezTo>
                    <a:cubicBezTo>
                      <a:pt x="1002585" y="446219"/>
                      <a:pt x="1012125" y="433039"/>
                      <a:pt x="1020798" y="419294"/>
                    </a:cubicBezTo>
                    <a:cubicBezTo>
                      <a:pt x="1027463" y="409786"/>
                      <a:pt x="1015847" y="409026"/>
                      <a:pt x="999852" y="410357"/>
                    </a:cubicBezTo>
                    <a:cubicBezTo>
                      <a:pt x="983857" y="411688"/>
                      <a:pt x="980335" y="404177"/>
                      <a:pt x="967006" y="403321"/>
                    </a:cubicBezTo>
                    <a:cubicBezTo>
                      <a:pt x="953677" y="402465"/>
                      <a:pt x="928922" y="405983"/>
                      <a:pt x="925209" y="409977"/>
                    </a:cubicBezTo>
                    <a:cubicBezTo>
                      <a:pt x="921496" y="413970"/>
                      <a:pt x="931874" y="417488"/>
                      <a:pt x="930541" y="421957"/>
                    </a:cubicBezTo>
                    <a:cubicBezTo>
                      <a:pt x="929208" y="426426"/>
                      <a:pt x="921020" y="418819"/>
                      <a:pt x="917688" y="420626"/>
                    </a:cubicBezTo>
                    <a:cubicBezTo>
                      <a:pt x="914356" y="422432"/>
                      <a:pt x="919021" y="428137"/>
                      <a:pt x="917688" y="443730"/>
                    </a:cubicBezTo>
                    <a:cubicBezTo>
                      <a:pt x="915672" y="451947"/>
                      <a:pt x="918605" y="460585"/>
                      <a:pt x="925209" y="465884"/>
                    </a:cubicBezTo>
                    <a:cubicBezTo>
                      <a:pt x="929684" y="471684"/>
                      <a:pt x="928732" y="479195"/>
                      <a:pt x="928732" y="488988"/>
                    </a:cubicBezTo>
                    <a:cubicBezTo>
                      <a:pt x="928732" y="498782"/>
                      <a:pt x="919211" y="498496"/>
                      <a:pt x="916355" y="500493"/>
                    </a:cubicBezTo>
                    <a:cubicBezTo>
                      <a:pt x="913499" y="502490"/>
                      <a:pt x="924352" y="506293"/>
                      <a:pt x="922543" y="512473"/>
                    </a:cubicBezTo>
                    <a:cubicBezTo>
                      <a:pt x="920734" y="518653"/>
                      <a:pt x="911404" y="508955"/>
                      <a:pt x="906072" y="510667"/>
                    </a:cubicBezTo>
                    <a:cubicBezTo>
                      <a:pt x="900741" y="512378"/>
                      <a:pt x="896552" y="527591"/>
                      <a:pt x="902074" y="532440"/>
                    </a:cubicBezTo>
                    <a:cubicBezTo>
                      <a:pt x="907596" y="537289"/>
                      <a:pt x="910071" y="536433"/>
                      <a:pt x="905692" y="541948"/>
                    </a:cubicBezTo>
                    <a:cubicBezTo>
                      <a:pt x="901312" y="547463"/>
                      <a:pt x="896171" y="556115"/>
                      <a:pt x="907024" y="564577"/>
                    </a:cubicBezTo>
                    <a:cubicBezTo>
                      <a:pt x="917878" y="573039"/>
                      <a:pt x="937205" y="572088"/>
                      <a:pt x="947393" y="578744"/>
                    </a:cubicBezTo>
                    <a:cubicBezTo>
                      <a:pt x="957580" y="585400"/>
                      <a:pt x="943013" y="581406"/>
                      <a:pt x="947393" y="589013"/>
                    </a:cubicBezTo>
                    <a:cubicBezTo>
                      <a:pt x="951772" y="596619"/>
                      <a:pt x="940728" y="599186"/>
                      <a:pt x="941109" y="604986"/>
                    </a:cubicBezTo>
                    <a:cubicBezTo>
                      <a:pt x="941490" y="610786"/>
                      <a:pt x="945584" y="607648"/>
                      <a:pt x="950630" y="597855"/>
                    </a:cubicBezTo>
                    <a:cubicBezTo>
                      <a:pt x="955676" y="588062"/>
                      <a:pt x="960151" y="600517"/>
                      <a:pt x="959484" y="608980"/>
                    </a:cubicBezTo>
                    <a:cubicBezTo>
                      <a:pt x="958818" y="617442"/>
                      <a:pt x="951487" y="612498"/>
                      <a:pt x="945774" y="620960"/>
                    </a:cubicBezTo>
                    <a:cubicBezTo>
                      <a:pt x="942073" y="628054"/>
                      <a:pt x="933775" y="631433"/>
                      <a:pt x="926161" y="628946"/>
                    </a:cubicBezTo>
                    <a:cubicBezTo>
                      <a:pt x="917783" y="627140"/>
                      <a:pt x="922639" y="640926"/>
                      <a:pt x="926161" y="647962"/>
                    </a:cubicBezTo>
                    <a:cubicBezTo>
                      <a:pt x="929684" y="654998"/>
                      <a:pt x="925304" y="658136"/>
                      <a:pt x="915498" y="655569"/>
                    </a:cubicBezTo>
                    <a:cubicBezTo>
                      <a:pt x="905692" y="653002"/>
                      <a:pt x="899979" y="646631"/>
                      <a:pt x="904835" y="639120"/>
                    </a:cubicBezTo>
                    <a:cubicBezTo>
                      <a:pt x="909690" y="631609"/>
                      <a:pt x="913308" y="622671"/>
                      <a:pt x="907501" y="623527"/>
                    </a:cubicBezTo>
                    <a:cubicBezTo>
                      <a:pt x="901693" y="624383"/>
                      <a:pt x="888459" y="623527"/>
                      <a:pt x="884460" y="616871"/>
                    </a:cubicBezTo>
                    <a:cubicBezTo>
                      <a:pt x="880461" y="610216"/>
                      <a:pt x="887126" y="613353"/>
                      <a:pt x="899122" y="614684"/>
                    </a:cubicBezTo>
                    <a:cubicBezTo>
                      <a:pt x="911118" y="616016"/>
                      <a:pt x="900836" y="606698"/>
                      <a:pt x="909786" y="606698"/>
                    </a:cubicBezTo>
                    <a:cubicBezTo>
                      <a:pt x="918735" y="606698"/>
                      <a:pt x="925304" y="611547"/>
                      <a:pt x="932826" y="604891"/>
                    </a:cubicBezTo>
                    <a:cubicBezTo>
                      <a:pt x="940347" y="598235"/>
                      <a:pt x="927970" y="585400"/>
                      <a:pt x="921782" y="587587"/>
                    </a:cubicBezTo>
                    <a:cubicBezTo>
                      <a:pt x="915593" y="589773"/>
                      <a:pt x="905787" y="592531"/>
                      <a:pt x="905787" y="586255"/>
                    </a:cubicBezTo>
                    <a:cubicBezTo>
                      <a:pt x="905787" y="579980"/>
                      <a:pt x="916450" y="584544"/>
                      <a:pt x="922162" y="583213"/>
                    </a:cubicBezTo>
                    <a:cubicBezTo>
                      <a:pt x="927875" y="581882"/>
                      <a:pt x="919116" y="573705"/>
                      <a:pt x="910166" y="576082"/>
                    </a:cubicBezTo>
                    <a:cubicBezTo>
                      <a:pt x="902835" y="580360"/>
                      <a:pt x="893554" y="579274"/>
                      <a:pt x="887412" y="573420"/>
                    </a:cubicBezTo>
                    <a:cubicBezTo>
                      <a:pt x="880271" y="565813"/>
                      <a:pt x="867418" y="561439"/>
                      <a:pt x="864276" y="578744"/>
                    </a:cubicBezTo>
                    <a:cubicBezTo>
                      <a:pt x="861134" y="596049"/>
                      <a:pt x="848757" y="586731"/>
                      <a:pt x="843806" y="592436"/>
                    </a:cubicBezTo>
                    <a:cubicBezTo>
                      <a:pt x="838855" y="598140"/>
                      <a:pt x="849614" y="601944"/>
                      <a:pt x="861610" y="602704"/>
                    </a:cubicBezTo>
                    <a:cubicBezTo>
                      <a:pt x="873606" y="603465"/>
                      <a:pt x="882556" y="614209"/>
                      <a:pt x="876748" y="614209"/>
                    </a:cubicBezTo>
                    <a:cubicBezTo>
                      <a:pt x="870941" y="614209"/>
                      <a:pt x="873606" y="622671"/>
                      <a:pt x="867227" y="619533"/>
                    </a:cubicBezTo>
                    <a:cubicBezTo>
                      <a:pt x="860849" y="616396"/>
                      <a:pt x="854755" y="619533"/>
                      <a:pt x="859230" y="624858"/>
                    </a:cubicBezTo>
                    <a:cubicBezTo>
                      <a:pt x="863705" y="630182"/>
                      <a:pt x="857421" y="632369"/>
                      <a:pt x="857897" y="637789"/>
                    </a:cubicBezTo>
                    <a:cubicBezTo>
                      <a:pt x="858373" y="643208"/>
                      <a:pt x="848376" y="637789"/>
                      <a:pt x="838855" y="637789"/>
                    </a:cubicBezTo>
                    <a:cubicBezTo>
                      <a:pt x="825663" y="637807"/>
                      <a:pt x="812522" y="639435"/>
                      <a:pt x="799725" y="642638"/>
                    </a:cubicBezTo>
                    <a:cubicBezTo>
                      <a:pt x="788623" y="645084"/>
                      <a:pt x="777010" y="642316"/>
                      <a:pt x="768211" y="635127"/>
                    </a:cubicBezTo>
                    <a:cubicBezTo>
                      <a:pt x="762879" y="629327"/>
                      <a:pt x="755739" y="630182"/>
                      <a:pt x="746789" y="630182"/>
                    </a:cubicBezTo>
                    <a:cubicBezTo>
                      <a:pt x="737839" y="630182"/>
                      <a:pt x="740601" y="621815"/>
                      <a:pt x="729080" y="621340"/>
                    </a:cubicBezTo>
                    <a:cubicBezTo>
                      <a:pt x="717560" y="620865"/>
                      <a:pt x="720131" y="611166"/>
                      <a:pt x="718798" y="605366"/>
                    </a:cubicBezTo>
                    <a:cubicBezTo>
                      <a:pt x="717465" y="599567"/>
                      <a:pt x="694425" y="601373"/>
                      <a:pt x="685951" y="606698"/>
                    </a:cubicBezTo>
                    <a:cubicBezTo>
                      <a:pt x="677478" y="612022"/>
                      <a:pt x="661102" y="609835"/>
                      <a:pt x="656627" y="619533"/>
                    </a:cubicBezTo>
                    <a:cubicBezTo>
                      <a:pt x="652152" y="629232"/>
                      <a:pt x="660626" y="627996"/>
                      <a:pt x="665481" y="627996"/>
                    </a:cubicBezTo>
                    <a:cubicBezTo>
                      <a:pt x="672336" y="627996"/>
                      <a:pt x="671765" y="620009"/>
                      <a:pt x="684523" y="621815"/>
                    </a:cubicBezTo>
                    <a:cubicBezTo>
                      <a:pt x="697281" y="623622"/>
                      <a:pt x="705850" y="608884"/>
                      <a:pt x="711181" y="614209"/>
                    </a:cubicBezTo>
                    <a:cubicBezTo>
                      <a:pt x="716513" y="619533"/>
                      <a:pt x="689855" y="629802"/>
                      <a:pt x="678334" y="631514"/>
                    </a:cubicBezTo>
                    <a:cubicBezTo>
                      <a:pt x="666814" y="633225"/>
                      <a:pt x="669480" y="642638"/>
                      <a:pt x="680524" y="659087"/>
                    </a:cubicBezTo>
                    <a:cubicBezTo>
                      <a:pt x="691568" y="675536"/>
                      <a:pt x="675669" y="666123"/>
                      <a:pt x="675669" y="674205"/>
                    </a:cubicBezTo>
                    <a:cubicBezTo>
                      <a:pt x="675669" y="682286"/>
                      <a:pt x="654818" y="671542"/>
                      <a:pt x="663196" y="668880"/>
                    </a:cubicBezTo>
                    <a:cubicBezTo>
                      <a:pt x="671575" y="666218"/>
                      <a:pt x="667671" y="657756"/>
                      <a:pt x="661007" y="652431"/>
                    </a:cubicBezTo>
                    <a:cubicBezTo>
                      <a:pt x="654342" y="647107"/>
                      <a:pt x="649867" y="652431"/>
                      <a:pt x="650819" y="646631"/>
                    </a:cubicBezTo>
                    <a:cubicBezTo>
                      <a:pt x="651771" y="640831"/>
                      <a:pt x="643679" y="646631"/>
                      <a:pt x="637490" y="642258"/>
                    </a:cubicBezTo>
                    <a:cubicBezTo>
                      <a:pt x="631302" y="637884"/>
                      <a:pt x="627969" y="633320"/>
                      <a:pt x="619686" y="637789"/>
                    </a:cubicBezTo>
                    <a:cubicBezTo>
                      <a:pt x="611403" y="642258"/>
                      <a:pt x="601406" y="640831"/>
                      <a:pt x="582745" y="643969"/>
                    </a:cubicBezTo>
                    <a:cubicBezTo>
                      <a:pt x="564085" y="647107"/>
                      <a:pt x="529905" y="646156"/>
                      <a:pt x="523716" y="639976"/>
                    </a:cubicBezTo>
                    <a:cubicBezTo>
                      <a:pt x="517528" y="633795"/>
                      <a:pt x="539711" y="622671"/>
                      <a:pt x="546376" y="624478"/>
                    </a:cubicBezTo>
                    <a:cubicBezTo>
                      <a:pt x="553040" y="626284"/>
                      <a:pt x="549042" y="617347"/>
                      <a:pt x="538759" y="609360"/>
                    </a:cubicBezTo>
                    <a:cubicBezTo>
                      <a:pt x="528477" y="601373"/>
                      <a:pt x="505912" y="596524"/>
                      <a:pt x="506388" y="601373"/>
                    </a:cubicBezTo>
                    <a:cubicBezTo>
                      <a:pt x="506864" y="606222"/>
                      <a:pt x="493440" y="601373"/>
                      <a:pt x="476969" y="598711"/>
                    </a:cubicBezTo>
                    <a:cubicBezTo>
                      <a:pt x="460498" y="596049"/>
                      <a:pt x="457928" y="589868"/>
                      <a:pt x="447645" y="589203"/>
                    </a:cubicBezTo>
                    <a:cubicBezTo>
                      <a:pt x="433596" y="588748"/>
                      <a:pt x="420003" y="584113"/>
                      <a:pt x="408610" y="575892"/>
                    </a:cubicBezTo>
                    <a:cubicBezTo>
                      <a:pt x="396137" y="566384"/>
                      <a:pt x="366813" y="568761"/>
                      <a:pt x="363195" y="577698"/>
                    </a:cubicBezTo>
                    <a:cubicBezTo>
                      <a:pt x="359577" y="586636"/>
                      <a:pt x="349866" y="586065"/>
                      <a:pt x="340155" y="586065"/>
                    </a:cubicBezTo>
                    <a:cubicBezTo>
                      <a:pt x="330444" y="586065"/>
                      <a:pt x="344535" y="575131"/>
                      <a:pt x="341012" y="573229"/>
                    </a:cubicBezTo>
                    <a:cubicBezTo>
                      <a:pt x="337489" y="571328"/>
                      <a:pt x="341012" y="558587"/>
                      <a:pt x="334347" y="557731"/>
                    </a:cubicBezTo>
                    <a:cubicBezTo>
                      <a:pt x="327683" y="556876"/>
                      <a:pt x="320542" y="587016"/>
                      <a:pt x="307213" y="586255"/>
                    </a:cubicBezTo>
                    <a:cubicBezTo>
                      <a:pt x="293884" y="585495"/>
                      <a:pt x="288171" y="554308"/>
                      <a:pt x="277032" y="546322"/>
                    </a:cubicBezTo>
                    <a:cubicBezTo>
                      <a:pt x="265893" y="538335"/>
                      <a:pt x="255705" y="537860"/>
                      <a:pt x="265036" y="549935"/>
                    </a:cubicBezTo>
                    <a:cubicBezTo>
                      <a:pt x="274366" y="562010"/>
                      <a:pt x="257038" y="553453"/>
                      <a:pt x="257895" y="561439"/>
                    </a:cubicBezTo>
                    <a:cubicBezTo>
                      <a:pt x="258752" y="569426"/>
                      <a:pt x="242852" y="578174"/>
                      <a:pt x="243328" y="573800"/>
                    </a:cubicBezTo>
                    <a:cubicBezTo>
                      <a:pt x="243804" y="569426"/>
                      <a:pt x="234474" y="564292"/>
                      <a:pt x="224287" y="576937"/>
                    </a:cubicBezTo>
                    <a:cubicBezTo>
                      <a:pt x="214099" y="589583"/>
                      <a:pt x="206007" y="587587"/>
                      <a:pt x="205245" y="583118"/>
                    </a:cubicBezTo>
                    <a:cubicBezTo>
                      <a:pt x="204483" y="578649"/>
                      <a:pt x="172208" y="594717"/>
                      <a:pt x="173350" y="600042"/>
                    </a:cubicBezTo>
                    <a:cubicBezTo>
                      <a:pt x="174493" y="605366"/>
                      <a:pt x="168495" y="609550"/>
                      <a:pt x="160021" y="608884"/>
                    </a:cubicBezTo>
                    <a:cubicBezTo>
                      <a:pt x="151548" y="608219"/>
                      <a:pt x="158212" y="601373"/>
                      <a:pt x="164877" y="597760"/>
                    </a:cubicBezTo>
                    <a:cubicBezTo>
                      <a:pt x="171541" y="594147"/>
                      <a:pt x="193439" y="577413"/>
                      <a:pt x="203626" y="575606"/>
                    </a:cubicBezTo>
                    <a:cubicBezTo>
                      <a:pt x="213814" y="573800"/>
                      <a:pt x="234664" y="565433"/>
                      <a:pt x="235140" y="560489"/>
                    </a:cubicBezTo>
                    <a:cubicBezTo>
                      <a:pt x="235616" y="555544"/>
                      <a:pt x="224953" y="559633"/>
                      <a:pt x="217812" y="558302"/>
                    </a:cubicBezTo>
                    <a:cubicBezTo>
                      <a:pt x="210672" y="556971"/>
                      <a:pt x="198771" y="564957"/>
                      <a:pt x="186299" y="570282"/>
                    </a:cubicBezTo>
                    <a:cubicBezTo>
                      <a:pt x="173826" y="575606"/>
                      <a:pt x="160497" y="573800"/>
                      <a:pt x="164020" y="580931"/>
                    </a:cubicBezTo>
                    <a:cubicBezTo>
                      <a:pt x="167543" y="588062"/>
                      <a:pt x="152881" y="580075"/>
                      <a:pt x="149834" y="584924"/>
                    </a:cubicBezTo>
                    <a:cubicBezTo>
                      <a:pt x="146787" y="589773"/>
                      <a:pt x="140884" y="584449"/>
                      <a:pt x="145359" y="581787"/>
                    </a:cubicBezTo>
                    <a:cubicBezTo>
                      <a:pt x="149834" y="579124"/>
                      <a:pt x="135267" y="574275"/>
                      <a:pt x="135267" y="577413"/>
                    </a:cubicBezTo>
                    <a:cubicBezTo>
                      <a:pt x="135267" y="580551"/>
                      <a:pt x="132601" y="584449"/>
                      <a:pt x="121938" y="584449"/>
                    </a:cubicBezTo>
                    <a:cubicBezTo>
                      <a:pt x="111275" y="584449"/>
                      <a:pt x="100611" y="592055"/>
                      <a:pt x="107752" y="597380"/>
                    </a:cubicBezTo>
                    <a:cubicBezTo>
                      <a:pt x="114892" y="602704"/>
                      <a:pt x="119272" y="605366"/>
                      <a:pt x="115749" y="608884"/>
                    </a:cubicBezTo>
                    <a:cubicBezTo>
                      <a:pt x="112227" y="612402"/>
                      <a:pt x="101087" y="599376"/>
                      <a:pt x="85473" y="600898"/>
                    </a:cubicBezTo>
                    <a:cubicBezTo>
                      <a:pt x="69859" y="602419"/>
                      <a:pt x="38821" y="583593"/>
                      <a:pt x="38821" y="579124"/>
                    </a:cubicBezTo>
                    <a:cubicBezTo>
                      <a:pt x="38821" y="574656"/>
                      <a:pt x="16923" y="577793"/>
                      <a:pt x="1785" y="576177"/>
                    </a:cubicBezTo>
                    <a:lnTo>
                      <a:pt x="1785" y="882906"/>
                    </a:lnTo>
                    <a:cubicBezTo>
                      <a:pt x="1785" y="882906"/>
                      <a:pt x="9497" y="888706"/>
                      <a:pt x="12448" y="885092"/>
                    </a:cubicBezTo>
                    <a:cubicBezTo>
                      <a:pt x="15400" y="881479"/>
                      <a:pt x="20732" y="886329"/>
                      <a:pt x="30824" y="881575"/>
                    </a:cubicBezTo>
                    <a:cubicBezTo>
                      <a:pt x="40916" y="876821"/>
                      <a:pt x="44438" y="886899"/>
                      <a:pt x="44438" y="891083"/>
                    </a:cubicBezTo>
                    <a:cubicBezTo>
                      <a:pt x="44438" y="895266"/>
                      <a:pt x="58720" y="903538"/>
                      <a:pt x="64623" y="911240"/>
                    </a:cubicBezTo>
                    <a:cubicBezTo>
                      <a:pt x="70525" y="918941"/>
                      <a:pt x="73477" y="925502"/>
                      <a:pt x="80046" y="921318"/>
                    </a:cubicBezTo>
                    <a:cubicBezTo>
                      <a:pt x="86616" y="917135"/>
                      <a:pt x="98421" y="914758"/>
                      <a:pt x="98421" y="907056"/>
                    </a:cubicBezTo>
                    <a:cubicBezTo>
                      <a:pt x="98421" y="899355"/>
                      <a:pt x="125651" y="898214"/>
                      <a:pt x="125651" y="908292"/>
                    </a:cubicBezTo>
                    <a:cubicBezTo>
                      <a:pt x="125651" y="918371"/>
                      <a:pt x="153452" y="930160"/>
                      <a:pt x="168875" y="957449"/>
                    </a:cubicBezTo>
                    <a:cubicBezTo>
                      <a:pt x="184299" y="984737"/>
                      <a:pt x="181919" y="990536"/>
                      <a:pt x="204483" y="999474"/>
                    </a:cubicBezTo>
                    <a:cubicBezTo>
                      <a:pt x="227048" y="1008412"/>
                      <a:pt x="226381" y="1013070"/>
                      <a:pt x="223525" y="1020772"/>
                    </a:cubicBezTo>
                    <a:cubicBezTo>
                      <a:pt x="220669" y="1028473"/>
                      <a:pt x="237140" y="1032562"/>
                      <a:pt x="227619" y="1039122"/>
                    </a:cubicBezTo>
                    <a:lnTo>
                      <a:pt x="214004" y="1048631"/>
                    </a:lnTo>
                    <a:cubicBezTo>
                      <a:pt x="214004" y="1052529"/>
                      <a:pt x="218003" y="1055001"/>
                      <a:pt x="222478" y="1058804"/>
                    </a:cubicBezTo>
                    <a:cubicBezTo>
                      <a:pt x="226952" y="1062607"/>
                      <a:pt x="212957" y="1063273"/>
                      <a:pt x="217146" y="1067266"/>
                    </a:cubicBezTo>
                    <a:cubicBezTo>
                      <a:pt x="221335" y="1071260"/>
                      <a:pt x="216289" y="1077440"/>
                      <a:pt x="220669" y="1082289"/>
                    </a:cubicBezTo>
                    <a:cubicBezTo>
                      <a:pt x="225811" y="1086481"/>
                      <a:pt x="233294" y="1086112"/>
                      <a:pt x="237997" y="1081433"/>
                    </a:cubicBezTo>
                    <a:cubicBezTo>
                      <a:pt x="242947" y="1077440"/>
                      <a:pt x="246470" y="1086377"/>
                      <a:pt x="242471" y="1092938"/>
                    </a:cubicBezTo>
                    <a:cubicBezTo>
                      <a:pt x="240725" y="1095370"/>
                      <a:pt x="241283" y="1098756"/>
                      <a:pt x="243718" y="1100500"/>
                    </a:cubicBezTo>
                    <a:cubicBezTo>
                      <a:pt x="245979" y="1102120"/>
                      <a:pt x="249101" y="1101769"/>
                      <a:pt x="250945" y="1099689"/>
                    </a:cubicBezTo>
                    <a:cubicBezTo>
                      <a:pt x="254944" y="1094744"/>
                      <a:pt x="263322" y="1107675"/>
                      <a:pt x="267321" y="1109862"/>
                    </a:cubicBezTo>
                    <a:cubicBezTo>
                      <a:pt x="271320" y="1112049"/>
                      <a:pt x="275318" y="1118705"/>
                      <a:pt x="268654" y="1118705"/>
                    </a:cubicBezTo>
                    <a:cubicBezTo>
                      <a:pt x="261989" y="1118705"/>
                      <a:pt x="262941" y="1130304"/>
                      <a:pt x="267797" y="1130685"/>
                    </a:cubicBezTo>
                    <a:cubicBezTo>
                      <a:pt x="272652" y="1131065"/>
                      <a:pt x="272272" y="1137340"/>
                      <a:pt x="272272" y="1141334"/>
                    </a:cubicBezTo>
                    <a:cubicBezTo>
                      <a:pt x="272272" y="1145327"/>
                      <a:pt x="287790" y="1150842"/>
                      <a:pt x="293598" y="1149320"/>
                    </a:cubicBezTo>
                    <a:cubicBezTo>
                      <a:pt x="299406" y="1147799"/>
                      <a:pt x="304738" y="1152933"/>
                      <a:pt x="307403" y="1157783"/>
                    </a:cubicBezTo>
                    <a:cubicBezTo>
                      <a:pt x="310069" y="1162632"/>
                      <a:pt x="320733" y="1166245"/>
                      <a:pt x="324731" y="1163107"/>
                    </a:cubicBezTo>
                    <a:cubicBezTo>
                      <a:pt x="328730" y="1159969"/>
                      <a:pt x="331396" y="1168907"/>
                      <a:pt x="332253" y="1175087"/>
                    </a:cubicBezTo>
                    <a:cubicBezTo>
                      <a:pt x="333110" y="1181267"/>
                      <a:pt x="341774" y="1177749"/>
                      <a:pt x="347391" y="1177369"/>
                    </a:cubicBezTo>
                    <a:cubicBezTo>
                      <a:pt x="353008" y="1176989"/>
                      <a:pt x="355769" y="1184405"/>
                      <a:pt x="359387" y="1183074"/>
                    </a:cubicBezTo>
                    <a:cubicBezTo>
                      <a:pt x="367194" y="1180126"/>
                      <a:pt x="369574" y="1193818"/>
                      <a:pt x="374716" y="1202090"/>
                    </a:cubicBezTo>
                    <a:lnTo>
                      <a:pt x="926923" y="1199142"/>
                    </a:lnTo>
                    <a:cubicBezTo>
                      <a:pt x="926923" y="1199142"/>
                      <a:pt x="926923" y="1185451"/>
                      <a:pt x="933778" y="1190205"/>
                    </a:cubicBezTo>
                    <a:cubicBezTo>
                      <a:pt x="940633" y="1194959"/>
                      <a:pt x="934444" y="1202565"/>
                      <a:pt x="942156" y="1205608"/>
                    </a:cubicBezTo>
                    <a:cubicBezTo>
                      <a:pt x="949868" y="1208650"/>
                      <a:pt x="955200" y="1213214"/>
                      <a:pt x="959294" y="1211503"/>
                    </a:cubicBezTo>
                    <a:cubicBezTo>
                      <a:pt x="963388" y="1209791"/>
                      <a:pt x="970528" y="1203801"/>
                      <a:pt x="977669" y="1212073"/>
                    </a:cubicBezTo>
                    <a:cubicBezTo>
                      <a:pt x="984809" y="1220345"/>
                      <a:pt x="990141" y="1213214"/>
                      <a:pt x="994235" y="1218539"/>
                    </a:cubicBezTo>
                    <a:cubicBezTo>
                      <a:pt x="998329" y="1223863"/>
                      <a:pt x="1006136" y="1228047"/>
                      <a:pt x="1011468" y="1221581"/>
                    </a:cubicBezTo>
                    <a:cubicBezTo>
                      <a:pt x="1016799" y="1215116"/>
                      <a:pt x="1032128" y="1222627"/>
                      <a:pt x="1040030" y="1225575"/>
                    </a:cubicBezTo>
                    <a:cubicBezTo>
                      <a:pt x="1049551" y="1217778"/>
                      <a:pt x="1057453" y="1201139"/>
                      <a:pt x="1066117" y="1201139"/>
                    </a:cubicBezTo>
                    <a:cubicBezTo>
                      <a:pt x="1077733" y="1201139"/>
                      <a:pt x="1107057" y="1203801"/>
                      <a:pt x="1108866" y="1218824"/>
                    </a:cubicBezTo>
                    <a:cubicBezTo>
                      <a:pt x="1110675" y="1233847"/>
                      <a:pt x="1127907" y="1219775"/>
                      <a:pt x="1130192" y="1233942"/>
                    </a:cubicBezTo>
                    <a:cubicBezTo>
                      <a:pt x="1131620" y="1246017"/>
                      <a:pt x="1143426" y="1255525"/>
                      <a:pt x="1141427" y="1261895"/>
                    </a:cubicBezTo>
                    <a:cubicBezTo>
                      <a:pt x="1145393" y="1264325"/>
                      <a:pt x="1149208" y="1266992"/>
                      <a:pt x="1152852" y="1269882"/>
                    </a:cubicBezTo>
                    <a:cubicBezTo>
                      <a:pt x="1163243" y="1268773"/>
                      <a:pt x="1173750" y="1270142"/>
                      <a:pt x="1183509" y="1273875"/>
                    </a:cubicBezTo>
                    <a:cubicBezTo>
                      <a:pt x="1195981" y="1278344"/>
                      <a:pt x="1214642" y="1268551"/>
                      <a:pt x="1220831" y="1283384"/>
                    </a:cubicBezTo>
                    <a:cubicBezTo>
                      <a:pt x="1227019" y="1298216"/>
                      <a:pt x="1241491" y="1309911"/>
                      <a:pt x="1227971" y="1310862"/>
                    </a:cubicBezTo>
                    <a:cubicBezTo>
                      <a:pt x="1216356" y="1311813"/>
                      <a:pt x="1201313" y="1295839"/>
                      <a:pt x="1202170" y="1304682"/>
                    </a:cubicBezTo>
                    <a:cubicBezTo>
                      <a:pt x="1203027" y="1313524"/>
                      <a:pt x="1195981" y="1309150"/>
                      <a:pt x="1195981" y="1322461"/>
                    </a:cubicBezTo>
                    <a:cubicBezTo>
                      <a:pt x="1195981" y="1335773"/>
                      <a:pt x="1187032" y="1354408"/>
                      <a:pt x="1181700" y="1353553"/>
                    </a:cubicBezTo>
                    <a:lnTo>
                      <a:pt x="1181700" y="1353553"/>
                    </a:lnTo>
                    <a:cubicBezTo>
                      <a:pt x="1180161" y="1358997"/>
                      <a:pt x="1181369" y="1364848"/>
                      <a:pt x="1184937" y="1369241"/>
                    </a:cubicBezTo>
                    <a:cubicBezTo>
                      <a:pt x="1191697" y="1364392"/>
                      <a:pt x="1201408" y="1355930"/>
                      <a:pt x="1209786" y="1356500"/>
                    </a:cubicBezTo>
                    <a:cubicBezTo>
                      <a:pt x="1223116" y="1357356"/>
                      <a:pt x="1226638" y="1365343"/>
                      <a:pt x="1235493" y="1359162"/>
                    </a:cubicBezTo>
                    <a:cubicBezTo>
                      <a:pt x="1244347" y="1352982"/>
                      <a:pt x="1246156" y="1350225"/>
                      <a:pt x="1247965" y="1354694"/>
                    </a:cubicBezTo>
                    <a:cubicBezTo>
                      <a:pt x="1248235" y="1355332"/>
                      <a:pt x="1248235" y="1356052"/>
                      <a:pt x="1247965" y="1356690"/>
                    </a:cubicBezTo>
                    <a:cubicBezTo>
                      <a:pt x="1251297" y="1354884"/>
                      <a:pt x="1253677" y="1353172"/>
                      <a:pt x="1253868" y="1351746"/>
                    </a:cubicBezTo>
                    <a:cubicBezTo>
                      <a:pt x="1253971" y="1349037"/>
                      <a:pt x="1253584" y="1346331"/>
                      <a:pt x="1252725" y="1343760"/>
                    </a:cubicBezTo>
                    <a:cubicBezTo>
                      <a:pt x="1243871" y="1345091"/>
                      <a:pt x="1240920" y="1345756"/>
                      <a:pt x="1238444" y="1339576"/>
                    </a:cubicBezTo>
                    <a:cubicBezTo>
                      <a:pt x="1234921" y="1330733"/>
                      <a:pt x="1265102" y="1321891"/>
                      <a:pt x="1279384" y="1323602"/>
                    </a:cubicBezTo>
                    <a:cubicBezTo>
                      <a:pt x="1293665" y="1325314"/>
                      <a:pt x="1302329" y="1315901"/>
                      <a:pt x="1307089" y="1321606"/>
                    </a:cubicBezTo>
                    <a:cubicBezTo>
                      <a:pt x="1315563" y="1313999"/>
                      <a:pt x="1330130" y="1301449"/>
                      <a:pt x="1333843" y="1301449"/>
                    </a:cubicBezTo>
                    <a:lnTo>
                      <a:pt x="1401536" y="1300783"/>
                    </a:lnTo>
                    <a:cubicBezTo>
                      <a:pt x="1401536" y="1300783"/>
                      <a:pt x="1423529" y="1287187"/>
                      <a:pt x="1426480" y="1274826"/>
                    </a:cubicBezTo>
                    <a:cubicBezTo>
                      <a:pt x="1429432" y="1262466"/>
                      <a:pt x="1443618" y="1232801"/>
                      <a:pt x="1451901" y="1239266"/>
                    </a:cubicBezTo>
                    <a:cubicBezTo>
                      <a:pt x="1460184" y="1245732"/>
                      <a:pt x="1477988" y="1241073"/>
                      <a:pt x="1478559" y="1246968"/>
                    </a:cubicBezTo>
                    <a:cubicBezTo>
                      <a:pt x="1476049" y="1267099"/>
                      <a:pt x="1482208" y="1287349"/>
                      <a:pt x="1495506" y="1302685"/>
                    </a:cubicBezTo>
                    <a:cubicBezTo>
                      <a:pt x="1501684" y="1298053"/>
                      <a:pt x="1508912" y="1295016"/>
                      <a:pt x="1516547" y="1293842"/>
                    </a:cubicBezTo>
                    <a:cubicBezTo>
                      <a:pt x="1524545" y="1293842"/>
                      <a:pt x="1536541" y="1283669"/>
                      <a:pt x="1540064" y="1277013"/>
                    </a:cubicBezTo>
                    <a:cubicBezTo>
                      <a:pt x="1543586" y="1270358"/>
                      <a:pt x="1548537" y="1283193"/>
                      <a:pt x="1541397" y="1285475"/>
                    </a:cubicBezTo>
                    <a:cubicBezTo>
                      <a:pt x="1534256" y="1287757"/>
                      <a:pt x="1547204" y="1292987"/>
                      <a:pt x="1559676" y="1292511"/>
                    </a:cubicBezTo>
                    <a:cubicBezTo>
                      <a:pt x="1572149" y="1292036"/>
                      <a:pt x="1553869" y="1296980"/>
                      <a:pt x="1544538" y="1296505"/>
                    </a:cubicBezTo>
                    <a:cubicBezTo>
                      <a:pt x="1535208" y="1296029"/>
                      <a:pt x="1531209" y="1297455"/>
                      <a:pt x="1518737" y="1309911"/>
                    </a:cubicBezTo>
                    <a:cubicBezTo>
                      <a:pt x="1506265" y="1322366"/>
                      <a:pt x="1509216" y="1325884"/>
                      <a:pt x="1516547" y="1332065"/>
                    </a:cubicBezTo>
                    <a:cubicBezTo>
                      <a:pt x="1523878" y="1338245"/>
                      <a:pt x="1532923" y="1335583"/>
                      <a:pt x="1542729" y="1327215"/>
                    </a:cubicBezTo>
                    <a:cubicBezTo>
                      <a:pt x="1552536" y="1318848"/>
                      <a:pt x="1552250" y="1310291"/>
                      <a:pt x="1561771" y="1310767"/>
                    </a:cubicBezTo>
                    <a:cubicBezTo>
                      <a:pt x="1571292" y="1311242"/>
                      <a:pt x="1596903" y="1301829"/>
                      <a:pt x="1607947" y="1298311"/>
                    </a:cubicBezTo>
                    <a:cubicBezTo>
                      <a:pt x="1618991" y="1294793"/>
                      <a:pt x="1611946" y="1292987"/>
                      <a:pt x="1611946" y="1288138"/>
                    </a:cubicBezTo>
                    <a:cubicBezTo>
                      <a:pt x="1611946" y="1283288"/>
                      <a:pt x="1631559" y="1283193"/>
                      <a:pt x="1638604" y="1278630"/>
                    </a:cubicBezTo>
                    <a:cubicBezTo>
                      <a:pt x="1645649" y="1274066"/>
                      <a:pt x="1637462" y="1269787"/>
                      <a:pt x="1631273" y="1270643"/>
                    </a:cubicBezTo>
                    <a:close/>
                    <a:moveTo>
                      <a:pt x="474494" y="695407"/>
                    </a:moveTo>
                    <a:cubicBezTo>
                      <a:pt x="462878" y="709860"/>
                      <a:pt x="458975" y="711951"/>
                      <a:pt x="446979" y="709860"/>
                    </a:cubicBezTo>
                    <a:cubicBezTo>
                      <a:pt x="434982" y="707768"/>
                      <a:pt x="427937" y="713758"/>
                      <a:pt x="433554" y="717941"/>
                    </a:cubicBezTo>
                    <a:cubicBezTo>
                      <a:pt x="439171" y="722125"/>
                      <a:pt x="439933" y="725738"/>
                      <a:pt x="427556" y="728590"/>
                    </a:cubicBezTo>
                    <a:cubicBezTo>
                      <a:pt x="415179" y="731443"/>
                      <a:pt x="406991" y="740951"/>
                      <a:pt x="401850" y="739810"/>
                    </a:cubicBezTo>
                    <a:cubicBezTo>
                      <a:pt x="396709" y="738669"/>
                      <a:pt x="422986" y="720033"/>
                      <a:pt x="416322" y="715184"/>
                    </a:cubicBezTo>
                    <a:cubicBezTo>
                      <a:pt x="409657" y="710335"/>
                      <a:pt x="392996" y="723646"/>
                      <a:pt x="392615" y="729636"/>
                    </a:cubicBezTo>
                    <a:cubicBezTo>
                      <a:pt x="392234" y="735626"/>
                      <a:pt x="381285" y="736007"/>
                      <a:pt x="374620" y="735626"/>
                    </a:cubicBezTo>
                    <a:cubicBezTo>
                      <a:pt x="367956" y="735246"/>
                      <a:pt x="359006" y="728876"/>
                      <a:pt x="365766" y="728210"/>
                    </a:cubicBezTo>
                    <a:cubicBezTo>
                      <a:pt x="372526" y="727545"/>
                      <a:pt x="367861" y="720033"/>
                      <a:pt x="377096" y="716515"/>
                    </a:cubicBezTo>
                    <a:cubicBezTo>
                      <a:pt x="386331" y="712997"/>
                      <a:pt x="375287" y="707768"/>
                      <a:pt x="378143" y="703870"/>
                    </a:cubicBezTo>
                    <a:cubicBezTo>
                      <a:pt x="380999" y="699971"/>
                      <a:pt x="399660" y="707768"/>
                      <a:pt x="400041" y="700637"/>
                    </a:cubicBezTo>
                    <a:cubicBezTo>
                      <a:pt x="400422" y="693506"/>
                      <a:pt x="380999" y="687611"/>
                      <a:pt x="374906" y="691889"/>
                    </a:cubicBezTo>
                    <a:cubicBezTo>
                      <a:pt x="364012" y="700766"/>
                      <a:pt x="349202" y="703159"/>
                      <a:pt x="336061" y="698165"/>
                    </a:cubicBezTo>
                    <a:cubicBezTo>
                      <a:pt x="330539" y="695788"/>
                      <a:pt x="380618" y="690463"/>
                      <a:pt x="389092" y="682667"/>
                    </a:cubicBezTo>
                    <a:cubicBezTo>
                      <a:pt x="397566" y="674870"/>
                      <a:pt x="435744" y="666123"/>
                      <a:pt x="438600" y="673159"/>
                    </a:cubicBezTo>
                    <a:cubicBezTo>
                      <a:pt x="441457" y="680195"/>
                      <a:pt x="418035" y="684758"/>
                      <a:pt x="429079" y="691129"/>
                    </a:cubicBezTo>
                    <a:cubicBezTo>
                      <a:pt x="440124" y="697499"/>
                      <a:pt x="458784" y="693316"/>
                      <a:pt x="462974" y="686565"/>
                    </a:cubicBezTo>
                    <a:cubicBezTo>
                      <a:pt x="467163" y="679814"/>
                      <a:pt x="486204" y="680955"/>
                      <a:pt x="474494" y="695407"/>
                    </a:cubicBezTo>
                    <a:close/>
                    <a:moveTo>
                      <a:pt x="586935" y="838028"/>
                    </a:moveTo>
                    <a:cubicBezTo>
                      <a:pt x="573129" y="850008"/>
                      <a:pt x="574177" y="846870"/>
                      <a:pt x="562180" y="848962"/>
                    </a:cubicBezTo>
                    <a:cubicBezTo>
                      <a:pt x="550184" y="851054"/>
                      <a:pt x="559705" y="863129"/>
                      <a:pt x="545233" y="864175"/>
                    </a:cubicBezTo>
                    <a:cubicBezTo>
                      <a:pt x="530762" y="865221"/>
                      <a:pt x="495725" y="866647"/>
                      <a:pt x="490774" y="858470"/>
                    </a:cubicBezTo>
                    <a:cubicBezTo>
                      <a:pt x="489156" y="855808"/>
                      <a:pt x="509816" y="857804"/>
                      <a:pt x="511244" y="851814"/>
                    </a:cubicBezTo>
                    <a:cubicBezTo>
                      <a:pt x="512672" y="845824"/>
                      <a:pt x="518385" y="836221"/>
                      <a:pt x="527144" y="836221"/>
                    </a:cubicBezTo>
                    <a:cubicBezTo>
                      <a:pt x="535903" y="836221"/>
                      <a:pt x="535332" y="824621"/>
                      <a:pt x="520860" y="817205"/>
                    </a:cubicBezTo>
                    <a:cubicBezTo>
                      <a:pt x="506388" y="809789"/>
                      <a:pt x="541711" y="805510"/>
                      <a:pt x="549423" y="817205"/>
                    </a:cubicBezTo>
                    <a:cubicBezTo>
                      <a:pt x="557134" y="828900"/>
                      <a:pt x="572082" y="836221"/>
                      <a:pt x="580175" y="828520"/>
                    </a:cubicBezTo>
                    <a:cubicBezTo>
                      <a:pt x="588268" y="820818"/>
                      <a:pt x="634539" y="797809"/>
                      <a:pt x="634539" y="808363"/>
                    </a:cubicBezTo>
                    <a:cubicBezTo>
                      <a:pt x="634539" y="818917"/>
                      <a:pt x="600645" y="825953"/>
                      <a:pt x="586935" y="837933"/>
                    </a:cubicBezTo>
                    <a:close/>
                    <a:moveTo>
                      <a:pt x="896171" y="1160635"/>
                    </a:moveTo>
                    <a:cubicBezTo>
                      <a:pt x="886650" y="1161776"/>
                      <a:pt x="897123" y="1134963"/>
                      <a:pt x="879319" y="1125170"/>
                    </a:cubicBezTo>
                    <a:cubicBezTo>
                      <a:pt x="862480" y="1116314"/>
                      <a:pt x="851164" y="1099665"/>
                      <a:pt x="849138" y="1080768"/>
                    </a:cubicBezTo>
                    <a:cubicBezTo>
                      <a:pt x="850330" y="1072822"/>
                      <a:pt x="857746" y="1067346"/>
                      <a:pt x="865702" y="1068536"/>
                    </a:cubicBezTo>
                    <a:cubicBezTo>
                      <a:pt x="868854" y="1069007"/>
                      <a:pt x="871765" y="1070499"/>
                      <a:pt x="873987" y="1072781"/>
                    </a:cubicBezTo>
                    <a:cubicBezTo>
                      <a:pt x="881128" y="1081718"/>
                      <a:pt x="891791" y="1118039"/>
                      <a:pt x="897980" y="1129829"/>
                    </a:cubicBezTo>
                    <a:cubicBezTo>
                      <a:pt x="904168" y="1141619"/>
                      <a:pt x="904168" y="1159684"/>
                      <a:pt x="896171" y="1160540"/>
                    </a:cubicBezTo>
                    <a:close/>
                  </a:path>
                </a:pathLst>
              </a:custGeom>
              <a:solidFill>
                <a:schemeClr val="tx1">
                  <a:alpha val="20000"/>
                </a:schemeClr>
              </a:solidFill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94" name="Freeform 2716">
                <a:extLst>
                  <a:ext uri="{FF2B5EF4-FFF2-40B4-BE49-F238E27FC236}">
                    <a16:creationId xmlns:a16="http://schemas.microsoft.com/office/drawing/2014/main" id="{0453786F-BC84-2C37-3F75-9533C3244612}"/>
                  </a:ext>
                </a:extLst>
              </p:cNvPr>
              <p:cNvSpPr/>
              <p:nvPr/>
            </p:nvSpPr>
            <p:spPr>
              <a:xfrm>
                <a:off x="3979913" y="3437127"/>
                <a:ext cx="4804212" cy="3250843"/>
              </a:xfrm>
              <a:custGeom>
                <a:avLst/>
                <a:gdLst>
                  <a:gd name="connsiteX0" fmla="*/ 764334 w 2037454"/>
                  <a:gd name="connsiteY0" fmla="*/ 507134 h 1378663"/>
                  <a:gd name="connsiteX1" fmla="*/ 745292 w 2037454"/>
                  <a:gd name="connsiteY1" fmla="*/ 485836 h 1378663"/>
                  <a:gd name="connsiteX2" fmla="*/ 709684 w 2037454"/>
                  <a:gd name="connsiteY2" fmla="*/ 443811 h 1378663"/>
                  <a:gd name="connsiteX3" fmla="*/ 667031 w 2037454"/>
                  <a:gd name="connsiteY3" fmla="*/ 394654 h 1378663"/>
                  <a:gd name="connsiteX4" fmla="*/ 639801 w 2037454"/>
                  <a:gd name="connsiteY4" fmla="*/ 393418 h 1378663"/>
                  <a:gd name="connsiteX5" fmla="*/ 621426 w 2037454"/>
                  <a:gd name="connsiteY5" fmla="*/ 407680 h 1378663"/>
                  <a:gd name="connsiteX6" fmla="*/ 606002 w 2037454"/>
                  <a:gd name="connsiteY6" fmla="*/ 397602 h 1378663"/>
                  <a:gd name="connsiteX7" fmla="*/ 585342 w 2037454"/>
                  <a:gd name="connsiteY7" fmla="*/ 377825 h 1378663"/>
                  <a:gd name="connsiteX8" fmla="*/ 571727 w 2037454"/>
                  <a:gd name="connsiteY8" fmla="*/ 368317 h 1378663"/>
                  <a:gd name="connsiteX9" fmla="*/ 553352 w 2037454"/>
                  <a:gd name="connsiteY9" fmla="*/ 371835 h 1378663"/>
                  <a:gd name="connsiteX10" fmla="*/ 542689 w 2037454"/>
                  <a:gd name="connsiteY10" fmla="*/ 369648 h 1378663"/>
                  <a:gd name="connsiteX11" fmla="*/ 542689 w 2037454"/>
                  <a:gd name="connsiteY11" fmla="*/ 62064 h 1378663"/>
                  <a:gd name="connsiteX12" fmla="*/ 533168 w 2037454"/>
                  <a:gd name="connsiteY12" fmla="*/ 60162 h 1378663"/>
                  <a:gd name="connsiteX13" fmla="*/ 490896 w 2037454"/>
                  <a:gd name="connsiteY13" fmla="*/ 48657 h 1378663"/>
                  <a:gd name="connsiteX14" fmla="*/ 452812 w 2037454"/>
                  <a:gd name="connsiteY14" fmla="*/ 49988 h 1378663"/>
                  <a:gd name="connsiteX15" fmla="*/ 421299 w 2037454"/>
                  <a:gd name="connsiteY15" fmla="*/ 45520 h 1378663"/>
                  <a:gd name="connsiteX16" fmla="*/ 378645 w 2037454"/>
                  <a:gd name="connsiteY16" fmla="*/ 33064 h 1378663"/>
                  <a:gd name="connsiteX17" fmla="*/ 327518 w 2037454"/>
                  <a:gd name="connsiteY17" fmla="*/ 36677 h 1378663"/>
                  <a:gd name="connsiteX18" fmla="*/ 314665 w 2037454"/>
                  <a:gd name="connsiteY18" fmla="*/ 30877 h 1378663"/>
                  <a:gd name="connsiteX19" fmla="*/ 308382 w 2037454"/>
                  <a:gd name="connsiteY19" fmla="*/ 20609 h 1378663"/>
                  <a:gd name="connsiteX20" fmla="*/ 273726 w 2037454"/>
                  <a:gd name="connsiteY20" fmla="*/ 20609 h 1378663"/>
                  <a:gd name="connsiteX21" fmla="*/ 264205 w 2037454"/>
                  <a:gd name="connsiteY21" fmla="*/ 12622 h 1378663"/>
                  <a:gd name="connsiteX22" fmla="*/ 253923 w 2037454"/>
                  <a:gd name="connsiteY22" fmla="*/ 15284 h 1378663"/>
                  <a:gd name="connsiteX23" fmla="*/ 238628 w 2037454"/>
                  <a:gd name="connsiteY23" fmla="*/ 18444 h 1378663"/>
                  <a:gd name="connsiteX24" fmla="*/ 238594 w 2037454"/>
                  <a:gd name="connsiteY24" fmla="*/ 18422 h 1378663"/>
                  <a:gd name="connsiteX25" fmla="*/ 246592 w 2037454"/>
                  <a:gd name="connsiteY25" fmla="*/ 9579 h 1378663"/>
                  <a:gd name="connsiteX26" fmla="*/ 230597 w 2037454"/>
                  <a:gd name="connsiteY26" fmla="*/ 1973 h 1378663"/>
                  <a:gd name="connsiteX27" fmla="*/ 210032 w 2037454"/>
                  <a:gd name="connsiteY27" fmla="*/ 14904 h 1378663"/>
                  <a:gd name="connsiteX28" fmla="*/ 178518 w 2037454"/>
                  <a:gd name="connsiteY28" fmla="*/ 21559 h 1378663"/>
                  <a:gd name="connsiteX29" fmla="*/ 159476 w 2037454"/>
                  <a:gd name="connsiteY29" fmla="*/ 27359 h 1378663"/>
                  <a:gd name="connsiteX30" fmla="*/ 163951 w 2037454"/>
                  <a:gd name="connsiteY30" fmla="*/ 38008 h 1378663"/>
                  <a:gd name="connsiteX31" fmla="*/ 149289 w 2037454"/>
                  <a:gd name="connsiteY31" fmla="*/ 36202 h 1378663"/>
                  <a:gd name="connsiteX32" fmla="*/ 119869 w 2037454"/>
                  <a:gd name="connsiteY32" fmla="*/ 41526 h 1378663"/>
                  <a:gd name="connsiteX33" fmla="*/ 96353 w 2037454"/>
                  <a:gd name="connsiteY33" fmla="*/ 60542 h 1378663"/>
                  <a:gd name="connsiteX34" fmla="*/ 87880 w 2037454"/>
                  <a:gd name="connsiteY34" fmla="*/ 81840 h 1378663"/>
                  <a:gd name="connsiteX35" fmla="*/ 37514 w 2037454"/>
                  <a:gd name="connsiteY35" fmla="*/ 92584 h 1378663"/>
                  <a:gd name="connsiteX36" fmla="*/ 32183 w 2037454"/>
                  <a:gd name="connsiteY36" fmla="*/ 104945 h 1378663"/>
                  <a:gd name="connsiteX37" fmla="*/ 54461 w 2037454"/>
                  <a:gd name="connsiteY37" fmla="*/ 119207 h 1378663"/>
                  <a:gd name="connsiteX38" fmla="*/ 87308 w 2037454"/>
                  <a:gd name="connsiteY38" fmla="*/ 153816 h 1378663"/>
                  <a:gd name="connsiteX39" fmla="*/ 121107 w 2037454"/>
                  <a:gd name="connsiteY39" fmla="*/ 154672 h 1378663"/>
                  <a:gd name="connsiteX40" fmla="*/ 127772 w 2037454"/>
                  <a:gd name="connsiteY40" fmla="*/ 171976 h 1378663"/>
                  <a:gd name="connsiteX41" fmla="*/ 149098 w 2037454"/>
                  <a:gd name="connsiteY41" fmla="*/ 176445 h 1378663"/>
                  <a:gd name="connsiteX42" fmla="*/ 125106 w 2037454"/>
                  <a:gd name="connsiteY42" fmla="*/ 183101 h 1378663"/>
                  <a:gd name="connsiteX43" fmla="*/ 108159 w 2037454"/>
                  <a:gd name="connsiteY43" fmla="*/ 187950 h 1378663"/>
                  <a:gd name="connsiteX44" fmla="*/ 82453 w 2037454"/>
                  <a:gd name="connsiteY44" fmla="*/ 187094 h 1378663"/>
                  <a:gd name="connsiteX45" fmla="*/ 82453 w 2037454"/>
                  <a:gd name="connsiteY45" fmla="*/ 173307 h 1378663"/>
                  <a:gd name="connsiteX46" fmla="*/ 57508 w 2037454"/>
                  <a:gd name="connsiteY46" fmla="*/ 174258 h 1378663"/>
                  <a:gd name="connsiteX47" fmla="*/ 46464 w 2037454"/>
                  <a:gd name="connsiteY47" fmla="*/ 186238 h 1378663"/>
                  <a:gd name="connsiteX48" fmla="*/ 29136 w 2037454"/>
                  <a:gd name="connsiteY48" fmla="*/ 187665 h 1378663"/>
                  <a:gd name="connsiteX49" fmla="*/ 2002 w 2037454"/>
                  <a:gd name="connsiteY49" fmla="*/ 203258 h 1378663"/>
                  <a:gd name="connsiteX50" fmla="*/ 30564 w 2037454"/>
                  <a:gd name="connsiteY50" fmla="*/ 214762 h 1378663"/>
                  <a:gd name="connsiteX51" fmla="*/ 27041 w 2037454"/>
                  <a:gd name="connsiteY51" fmla="*/ 224270 h 1378663"/>
                  <a:gd name="connsiteX52" fmla="*/ 42180 w 2037454"/>
                  <a:gd name="connsiteY52" fmla="*/ 238913 h 1378663"/>
                  <a:gd name="connsiteX53" fmla="*/ 84833 w 2037454"/>
                  <a:gd name="connsiteY53" fmla="*/ 238913 h 1378663"/>
                  <a:gd name="connsiteX54" fmla="*/ 103018 w 2037454"/>
                  <a:gd name="connsiteY54" fmla="*/ 241100 h 1378663"/>
                  <a:gd name="connsiteX55" fmla="*/ 138625 w 2037454"/>
                  <a:gd name="connsiteY55" fmla="*/ 228644 h 1378663"/>
                  <a:gd name="connsiteX56" fmla="*/ 132818 w 2037454"/>
                  <a:gd name="connsiteY56" fmla="*/ 242431 h 1378663"/>
                  <a:gd name="connsiteX57" fmla="*/ 135008 w 2037454"/>
                  <a:gd name="connsiteY57" fmla="*/ 269053 h 1378663"/>
                  <a:gd name="connsiteX58" fmla="*/ 110539 w 2037454"/>
                  <a:gd name="connsiteY58" fmla="*/ 270860 h 1378663"/>
                  <a:gd name="connsiteX59" fmla="*/ 99876 w 2037454"/>
                  <a:gd name="connsiteY59" fmla="*/ 287214 h 1378663"/>
                  <a:gd name="connsiteX60" fmla="*/ 74550 w 2037454"/>
                  <a:gd name="connsiteY60" fmla="*/ 280178 h 1378663"/>
                  <a:gd name="connsiteX61" fmla="*/ 67219 w 2037454"/>
                  <a:gd name="connsiteY61" fmla="*/ 301190 h 1378663"/>
                  <a:gd name="connsiteX62" fmla="*/ 47226 w 2037454"/>
                  <a:gd name="connsiteY62" fmla="*/ 315833 h 1378663"/>
                  <a:gd name="connsiteX63" fmla="*/ 37705 w 2037454"/>
                  <a:gd name="connsiteY63" fmla="*/ 333518 h 1378663"/>
                  <a:gd name="connsiteX64" fmla="*/ 55890 w 2037454"/>
                  <a:gd name="connsiteY64" fmla="*/ 345498 h 1378663"/>
                  <a:gd name="connsiteX65" fmla="*/ 55033 w 2037454"/>
                  <a:gd name="connsiteY65" fmla="*/ 364514 h 1378663"/>
                  <a:gd name="connsiteX66" fmla="*/ 79882 w 2037454"/>
                  <a:gd name="connsiteY66" fmla="*/ 388094 h 1378663"/>
                  <a:gd name="connsiteX67" fmla="*/ 103398 w 2037454"/>
                  <a:gd name="connsiteY67" fmla="*/ 384481 h 1378663"/>
                  <a:gd name="connsiteX68" fmla="*/ 113681 w 2037454"/>
                  <a:gd name="connsiteY68" fmla="*/ 376114 h 1378663"/>
                  <a:gd name="connsiteX69" fmla="*/ 121678 w 2037454"/>
                  <a:gd name="connsiteY69" fmla="*/ 398743 h 1378663"/>
                  <a:gd name="connsiteX70" fmla="*/ 119869 w 2037454"/>
                  <a:gd name="connsiteY70" fmla="*/ 418710 h 1378663"/>
                  <a:gd name="connsiteX71" fmla="*/ 141672 w 2037454"/>
                  <a:gd name="connsiteY71" fmla="*/ 416047 h 1378663"/>
                  <a:gd name="connsiteX72" fmla="*/ 169187 w 2037454"/>
                  <a:gd name="connsiteY72" fmla="*/ 418234 h 1378663"/>
                  <a:gd name="connsiteX73" fmla="*/ 181660 w 2037454"/>
                  <a:gd name="connsiteY73" fmla="*/ 422227 h 1378663"/>
                  <a:gd name="connsiteX74" fmla="*/ 190133 w 2037454"/>
                  <a:gd name="connsiteY74" fmla="*/ 412054 h 1378663"/>
                  <a:gd name="connsiteX75" fmla="*/ 211841 w 2037454"/>
                  <a:gd name="connsiteY75" fmla="*/ 414241 h 1378663"/>
                  <a:gd name="connsiteX76" fmla="*/ 212317 w 2037454"/>
                  <a:gd name="connsiteY76" fmla="*/ 423749 h 1378663"/>
                  <a:gd name="connsiteX77" fmla="*/ 205176 w 2037454"/>
                  <a:gd name="connsiteY77" fmla="*/ 455696 h 1378663"/>
                  <a:gd name="connsiteX78" fmla="*/ 180803 w 2037454"/>
                  <a:gd name="connsiteY78" fmla="*/ 476994 h 1378663"/>
                  <a:gd name="connsiteX79" fmla="*/ 147004 w 2037454"/>
                  <a:gd name="connsiteY79" fmla="*/ 503616 h 1378663"/>
                  <a:gd name="connsiteX80" fmla="*/ 115871 w 2037454"/>
                  <a:gd name="connsiteY80" fmla="*/ 506754 h 1378663"/>
                  <a:gd name="connsiteX81" fmla="*/ 101209 w 2037454"/>
                  <a:gd name="connsiteY81" fmla="*/ 528527 h 1378663"/>
                  <a:gd name="connsiteX82" fmla="*/ 125201 w 2037454"/>
                  <a:gd name="connsiteY82" fmla="*/ 515596 h 1378663"/>
                  <a:gd name="connsiteX83" fmla="*/ 132342 w 2037454"/>
                  <a:gd name="connsiteY83" fmla="*/ 515596 h 1378663"/>
                  <a:gd name="connsiteX84" fmla="*/ 148813 w 2037454"/>
                  <a:gd name="connsiteY84" fmla="*/ 510272 h 1378663"/>
                  <a:gd name="connsiteX85" fmla="*/ 163475 w 2037454"/>
                  <a:gd name="connsiteY85" fmla="*/ 508465 h 1378663"/>
                  <a:gd name="connsiteX86" fmla="*/ 181184 w 2037454"/>
                  <a:gd name="connsiteY86" fmla="*/ 501334 h 1378663"/>
                  <a:gd name="connsiteX87" fmla="*/ 193180 w 2037454"/>
                  <a:gd name="connsiteY87" fmla="*/ 489354 h 1378663"/>
                  <a:gd name="connsiteX88" fmla="*/ 229644 w 2037454"/>
                  <a:gd name="connsiteY88" fmla="*/ 468532 h 1378663"/>
                  <a:gd name="connsiteX89" fmla="*/ 237642 w 2037454"/>
                  <a:gd name="connsiteY89" fmla="*/ 457883 h 1378663"/>
                  <a:gd name="connsiteX90" fmla="*/ 259921 w 2037454"/>
                  <a:gd name="connsiteY90" fmla="*/ 444096 h 1378663"/>
                  <a:gd name="connsiteX91" fmla="*/ 274964 w 2037454"/>
                  <a:gd name="connsiteY91" fmla="*/ 438296 h 1378663"/>
                  <a:gd name="connsiteX92" fmla="*/ 282104 w 2037454"/>
                  <a:gd name="connsiteY92" fmla="*/ 423654 h 1378663"/>
                  <a:gd name="connsiteX93" fmla="*/ 292291 w 2037454"/>
                  <a:gd name="connsiteY93" fmla="*/ 413480 h 1378663"/>
                  <a:gd name="connsiteX94" fmla="*/ 276296 w 2037454"/>
                  <a:gd name="connsiteY94" fmla="*/ 405493 h 1378663"/>
                  <a:gd name="connsiteX95" fmla="*/ 292768 w 2037454"/>
                  <a:gd name="connsiteY95" fmla="*/ 391326 h 1378663"/>
                  <a:gd name="connsiteX96" fmla="*/ 305240 w 2037454"/>
                  <a:gd name="connsiteY96" fmla="*/ 378871 h 1378663"/>
                  <a:gd name="connsiteX97" fmla="*/ 318569 w 2037454"/>
                  <a:gd name="connsiteY97" fmla="*/ 364229 h 1378663"/>
                  <a:gd name="connsiteX98" fmla="*/ 328756 w 2037454"/>
                  <a:gd name="connsiteY98" fmla="*/ 352153 h 1378663"/>
                  <a:gd name="connsiteX99" fmla="*/ 346084 w 2037454"/>
                  <a:gd name="connsiteY99" fmla="*/ 340173 h 1378663"/>
                  <a:gd name="connsiteX100" fmla="*/ 358080 w 2037454"/>
                  <a:gd name="connsiteY100" fmla="*/ 345117 h 1378663"/>
                  <a:gd name="connsiteX101" fmla="*/ 358556 w 2037454"/>
                  <a:gd name="connsiteY101" fmla="*/ 352629 h 1378663"/>
                  <a:gd name="connsiteX102" fmla="*/ 337706 w 2037454"/>
                  <a:gd name="connsiteY102" fmla="*/ 356622 h 1378663"/>
                  <a:gd name="connsiteX103" fmla="*/ 329708 w 2037454"/>
                  <a:gd name="connsiteY103" fmla="*/ 374878 h 1378663"/>
                  <a:gd name="connsiteX104" fmla="*/ 331041 w 2037454"/>
                  <a:gd name="connsiteY104" fmla="*/ 389520 h 1378663"/>
                  <a:gd name="connsiteX105" fmla="*/ 323901 w 2037454"/>
                  <a:gd name="connsiteY105" fmla="*/ 398362 h 1378663"/>
                  <a:gd name="connsiteX106" fmla="*/ 331898 w 2037454"/>
                  <a:gd name="connsiteY106" fmla="*/ 405018 h 1378663"/>
                  <a:gd name="connsiteX107" fmla="*/ 371505 w 2037454"/>
                  <a:gd name="connsiteY107" fmla="*/ 383245 h 1378663"/>
                  <a:gd name="connsiteX108" fmla="*/ 400067 w 2037454"/>
                  <a:gd name="connsiteY108" fmla="*/ 381913 h 1378663"/>
                  <a:gd name="connsiteX109" fmla="*/ 400067 w 2037454"/>
                  <a:gd name="connsiteY109" fmla="*/ 371740 h 1378663"/>
                  <a:gd name="connsiteX110" fmla="*/ 391118 w 2037454"/>
                  <a:gd name="connsiteY110" fmla="*/ 359760 h 1378663"/>
                  <a:gd name="connsiteX111" fmla="*/ 397782 w 2037454"/>
                  <a:gd name="connsiteY111" fmla="*/ 350252 h 1378663"/>
                  <a:gd name="connsiteX112" fmla="*/ 408921 w 2037454"/>
                  <a:gd name="connsiteY112" fmla="*/ 349396 h 1378663"/>
                  <a:gd name="connsiteX113" fmla="*/ 423584 w 2037454"/>
                  <a:gd name="connsiteY113" fmla="*/ 354721 h 1378663"/>
                  <a:gd name="connsiteX114" fmla="*/ 439102 w 2037454"/>
                  <a:gd name="connsiteY114" fmla="*/ 358239 h 1378663"/>
                  <a:gd name="connsiteX115" fmla="*/ 430248 w 2037454"/>
                  <a:gd name="connsiteY115" fmla="*/ 364894 h 1378663"/>
                  <a:gd name="connsiteX116" fmla="*/ 432438 w 2037454"/>
                  <a:gd name="connsiteY116" fmla="*/ 372025 h 1378663"/>
                  <a:gd name="connsiteX117" fmla="*/ 448433 w 2037454"/>
                  <a:gd name="connsiteY117" fmla="*/ 368887 h 1378663"/>
                  <a:gd name="connsiteX118" fmla="*/ 460429 w 2037454"/>
                  <a:gd name="connsiteY118" fmla="*/ 367081 h 1378663"/>
                  <a:gd name="connsiteX119" fmla="*/ 464904 w 2037454"/>
                  <a:gd name="connsiteY119" fmla="*/ 371074 h 1378663"/>
                  <a:gd name="connsiteX120" fmla="*/ 487563 w 2037454"/>
                  <a:gd name="connsiteY120" fmla="*/ 378205 h 1378663"/>
                  <a:gd name="connsiteX121" fmla="*/ 531169 w 2037454"/>
                  <a:gd name="connsiteY121" fmla="*/ 376874 h 1378663"/>
                  <a:gd name="connsiteX122" fmla="*/ 548877 w 2037454"/>
                  <a:gd name="connsiteY122" fmla="*/ 388854 h 1378663"/>
                  <a:gd name="connsiteX123" fmla="*/ 573346 w 2037454"/>
                  <a:gd name="connsiteY123" fmla="*/ 380868 h 1378663"/>
                  <a:gd name="connsiteX124" fmla="*/ 569347 w 2037454"/>
                  <a:gd name="connsiteY124" fmla="*/ 393323 h 1378663"/>
                  <a:gd name="connsiteX125" fmla="*/ 578868 w 2037454"/>
                  <a:gd name="connsiteY125" fmla="*/ 400454 h 1378663"/>
                  <a:gd name="connsiteX126" fmla="*/ 602385 w 2037454"/>
                  <a:gd name="connsiteY126" fmla="*/ 411959 h 1378663"/>
                  <a:gd name="connsiteX127" fmla="*/ 625996 w 2037454"/>
                  <a:gd name="connsiteY127" fmla="*/ 430975 h 1378663"/>
                  <a:gd name="connsiteX128" fmla="*/ 637516 w 2037454"/>
                  <a:gd name="connsiteY128" fmla="*/ 421467 h 1378663"/>
                  <a:gd name="connsiteX129" fmla="*/ 653511 w 2037454"/>
                  <a:gd name="connsiteY129" fmla="*/ 429929 h 1378663"/>
                  <a:gd name="connsiteX130" fmla="*/ 655320 w 2037454"/>
                  <a:gd name="connsiteY130" fmla="*/ 413005 h 1378663"/>
                  <a:gd name="connsiteX131" fmla="*/ 663318 w 2037454"/>
                  <a:gd name="connsiteY131" fmla="*/ 414811 h 1378663"/>
                  <a:gd name="connsiteX132" fmla="*/ 664651 w 2037454"/>
                  <a:gd name="connsiteY132" fmla="*/ 440958 h 1378663"/>
                  <a:gd name="connsiteX133" fmla="*/ 649989 w 2037454"/>
                  <a:gd name="connsiteY133" fmla="*/ 437916 h 1378663"/>
                  <a:gd name="connsiteX134" fmla="*/ 636183 w 2037454"/>
                  <a:gd name="connsiteY134" fmla="*/ 441434 h 1378663"/>
                  <a:gd name="connsiteX135" fmla="*/ 652654 w 2037454"/>
                  <a:gd name="connsiteY135" fmla="*/ 461020 h 1378663"/>
                  <a:gd name="connsiteX136" fmla="*/ 658843 w 2037454"/>
                  <a:gd name="connsiteY136" fmla="*/ 474712 h 1378663"/>
                  <a:gd name="connsiteX137" fmla="*/ 668364 w 2037454"/>
                  <a:gd name="connsiteY137" fmla="*/ 486312 h 1378663"/>
                  <a:gd name="connsiteX138" fmla="*/ 666555 w 2037454"/>
                  <a:gd name="connsiteY138" fmla="*/ 464538 h 1378663"/>
                  <a:gd name="connsiteX139" fmla="*/ 669697 w 2037454"/>
                  <a:gd name="connsiteY139" fmla="*/ 451227 h 1378663"/>
                  <a:gd name="connsiteX140" fmla="*/ 672362 w 2037454"/>
                  <a:gd name="connsiteY140" fmla="*/ 465394 h 1378663"/>
                  <a:gd name="connsiteX141" fmla="*/ 684359 w 2037454"/>
                  <a:gd name="connsiteY141" fmla="*/ 458738 h 1378663"/>
                  <a:gd name="connsiteX142" fmla="*/ 684359 w 2037454"/>
                  <a:gd name="connsiteY142" fmla="*/ 439722 h 1378663"/>
                  <a:gd name="connsiteX143" fmla="*/ 696355 w 2037454"/>
                  <a:gd name="connsiteY143" fmla="*/ 453509 h 1378663"/>
                  <a:gd name="connsiteX144" fmla="*/ 689690 w 2037454"/>
                  <a:gd name="connsiteY144" fmla="*/ 467296 h 1378663"/>
                  <a:gd name="connsiteX145" fmla="*/ 678646 w 2037454"/>
                  <a:gd name="connsiteY145" fmla="*/ 472620 h 1378663"/>
                  <a:gd name="connsiteX146" fmla="*/ 680836 w 2037454"/>
                  <a:gd name="connsiteY146" fmla="*/ 493443 h 1378663"/>
                  <a:gd name="connsiteX147" fmla="*/ 688834 w 2037454"/>
                  <a:gd name="connsiteY147" fmla="*/ 486407 h 1378663"/>
                  <a:gd name="connsiteX148" fmla="*/ 701782 w 2037454"/>
                  <a:gd name="connsiteY148" fmla="*/ 483744 h 1378663"/>
                  <a:gd name="connsiteX149" fmla="*/ 718634 w 2037454"/>
                  <a:gd name="connsiteY149" fmla="*/ 497056 h 1378663"/>
                  <a:gd name="connsiteX150" fmla="*/ 710636 w 2037454"/>
                  <a:gd name="connsiteY150" fmla="*/ 487548 h 1378663"/>
                  <a:gd name="connsiteX151" fmla="*/ 710636 w 2037454"/>
                  <a:gd name="connsiteY151" fmla="*/ 476423 h 1378663"/>
                  <a:gd name="connsiteX152" fmla="*/ 726155 w 2037454"/>
                  <a:gd name="connsiteY152" fmla="*/ 496390 h 1378663"/>
                  <a:gd name="connsiteX153" fmla="*/ 715873 w 2037454"/>
                  <a:gd name="connsiteY153" fmla="*/ 506659 h 1378663"/>
                  <a:gd name="connsiteX154" fmla="*/ 698545 w 2037454"/>
                  <a:gd name="connsiteY154" fmla="*/ 498197 h 1378663"/>
                  <a:gd name="connsiteX155" fmla="*/ 701306 w 2037454"/>
                  <a:gd name="connsiteY155" fmla="*/ 513695 h 1378663"/>
                  <a:gd name="connsiteX156" fmla="*/ 701306 w 2037454"/>
                  <a:gd name="connsiteY156" fmla="*/ 533281 h 1378663"/>
                  <a:gd name="connsiteX157" fmla="*/ 707970 w 2037454"/>
                  <a:gd name="connsiteY157" fmla="*/ 526626 h 1378663"/>
                  <a:gd name="connsiteX158" fmla="*/ 719110 w 2037454"/>
                  <a:gd name="connsiteY158" fmla="*/ 530619 h 1378663"/>
                  <a:gd name="connsiteX159" fmla="*/ 723585 w 2037454"/>
                  <a:gd name="connsiteY159" fmla="*/ 519495 h 1378663"/>
                  <a:gd name="connsiteX160" fmla="*/ 733772 w 2037454"/>
                  <a:gd name="connsiteY160" fmla="*/ 523012 h 1378663"/>
                  <a:gd name="connsiteX161" fmla="*/ 743293 w 2037454"/>
                  <a:gd name="connsiteY161" fmla="*/ 518163 h 1378663"/>
                  <a:gd name="connsiteX162" fmla="*/ 745102 w 2037454"/>
                  <a:gd name="connsiteY162" fmla="*/ 532330 h 1378663"/>
                  <a:gd name="connsiteX163" fmla="*/ 753480 w 2037454"/>
                  <a:gd name="connsiteY163" fmla="*/ 533661 h 1378663"/>
                  <a:gd name="connsiteX164" fmla="*/ 753480 w 2037454"/>
                  <a:gd name="connsiteY164" fmla="*/ 535943 h 1378663"/>
                  <a:gd name="connsiteX165" fmla="*/ 767095 w 2037454"/>
                  <a:gd name="connsiteY165" fmla="*/ 526435 h 1378663"/>
                  <a:gd name="connsiteX166" fmla="*/ 764334 w 2037454"/>
                  <a:gd name="connsiteY166" fmla="*/ 507134 h 1378663"/>
                  <a:gd name="connsiteX167" fmla="*/ 14379 w 2037454"/>
                  <a:gd name="connsiteY167" fmla="*/ 570077 h 1378663"/>
                  <a:gd name="connsiteX168" fmla="*/ 25137 w 2037454"/>
                  <a:gd name="connsiteY168" fmla="*/ 555055 h 1378663"/>
                  <a:gd name="connsiteX169" fmla="*/ 14379 w 2037454"/>
                  <a:gd name="connsiteY169" fmla="*/ 570077 h 1378663"/>
                  <a:gd name="connsiteX170" fmla="*/ 89974 w 2037454"/>
                  <a:gd name="connsiteY170" fmla="*/ 529953 h 1378663"/>
                  <a:gd name="connsiteX171" fmla="*/ 63316 w 2037454"/>
                  <a:gd name="connsiteY171" fmla="*/ 543265 h 1378663"/>
                  <a:gd name="connsiteX172" fmla="*/ 79311 w 2037454"/>
                  <a:gd name="connsiteY172" fmla="*/ 538035 h 1378663"/>
                  <a:gd name="connsiteX173" fmla="*/ 89974 w 2037454"/>
                  <a:gd name="connsiteY173" fmla="*/ 529953 h 1378663"/>
                  <a:gd name="connsiteX174" fmla="*/ 315332 w 2037454"/>
                  <a:gd name="connsiteY174" fmla="*/ 425365 h 1378663"/>
                  <a:gd name="connsiteX175" fmla="*/ 299718 w 2037454"/>
                  <a:gd name="connsiteY175" fmla="*/ 431165 h 1378663"/>
                  <a:gd name="connsiteX176" fmla="*/ 282009 w 2037454"/>
                  <a:gd name="connsiteY176" fmla="*/ 451607 h 1378663"/>
                  <a:gd name="connsiteX177" fmla="*/ 267347 w 2037454"/>
                  <a:gd name="connsiteY177" fmla="*/ 456932 h 1378663"/>
                  <a:gd name="connsiteX178" fmla="*/ 275725 w 2037454"/>
                  <a:gd name="connsiteY178" fmla="*/ 472430 h 1378663"/>
                  <a:gd name="connsiteX179" fmla="*/ 286389 w 2037454"/>
                  <a:gd name="connsiteY179" fmla="*/ 472430 h 1378663"/>
                  <a:gd name="connsiteX180" fmla="*/ 312666 w 2037454"/>
                  <a:gd name="connsiteY180" fmla="*/ 453414 h 1378663"/>
                  <a:gd name="connsiteX181" fmla="*/ 305049 w 2037454"/>
                  <a:gd name="connsiteY181" fmla="*/ 441434 h 1378663"/>
                  <a:gd name="connsiteX182" fmla="*/ 319331 w 2037454"/>
                  <a:gd name="connsiteY182" fmla="*/ 434778 h 1378663"/>
                  <a:gd name="connsiteX183" fmla="*/ 315332 w 2037454"/>
                  <a:gd name="connsiteY183" fmla="*/ 425841 h 1378663"/>
                  <a:gd name="connsiteX184" fmla="*/ 32183 w 2037454"/>
                  <a:gd name="connsiteY184" fmla="*/ 373546 h 1378663"/>
                  <a:gd name="connsiteX185" fmla="*/ 14379 w 2037454"/>
                  <a:gd name="connsiteY185" fmla="*/ 379727 h 1378663"/>
                  <a:gd name="connsiteX186" fmla="*/ 42941 w 2037454"/>
                  <a:gd name="connsiteY186" fmla="*/ 388189 h 1378663"/>
                  <a:gd name="connsiteX187" fmla="*/ 49304 w 2037454"/>
                  <a:gd name="connsiteY187" fmla="*/ 378689 h 1378663"/>
                  <a:gd name="connsiteX188" fmla="*/ 46940 w 2037454"/>
                  <a:gd name="connsiteY188" fmla="*/ 374402 h 1378663"/>
                  <a:gd name="connsiteX189" fmla="*/ 32183 w 2037454"/>
                  <a:gd name="connsiteY189" fmla="*/ 373546 h 1378663"/>
                  <a:gd name="connsiteX190" fmla="*/ 248781 w 2037454"/>
                  <a:gd name="connsiteY190" fmla="*/ 1353538 h 1378663"/>
                  <a:gd name="connsiteX191" fmla="*/ 249733 w 2037454"/>
                  <a:gd name="connsiteY191" fmla="*/ 1377974 h 1378663"/>
                  <a:gd name="connsiteX192" fmla="*/ 264110 w 2037454"/>
                  <a:gd name="connsiteY192" fmla="*/ 1369797 h 1378663"/>
                  <a:gd name="connsiteX193" fmla="*/ 248781 w 2037454"/>
                  <a:gd name="connsiteY193" fmla="*/ 1353538 h 1378663"/>
                  <a:gd name="connsiteX194" fmla="*/ 234024 w 2037454"/>
                  <a:gd name="connsiteY194" fmla="*/ 1336519 h 1378663"/>
                  <a:gd name="connsiteX195" fmla="*/ 236023 w 2037454"/>
                  <a:gd name="connsiteY195" fmla="*/ 1346027 h 1378663"/>
                  <a:gd name="connsiteX196" fmla="*/ 234024 w 2037454"/>
                  <a:gd name="connsiteY196" fmla="*/ 1336519 h 1378663"/>
                  <a:gd name="connsiteX197" fmla="*/ 164808 w 2037454"/>
                  <a:gd name="connsiteY197" fmla="*/ 1313985 h 1378663"/>
                  <a:gd name="connsiteX198" fmla="*/ 176518 w 2037454"/>
                  <a:gd name="connsiteY198" fmla="*/ 1313034 h 1378663"/>
                  <a:gd name="connsiteX199" fmla="*/ 164808 w 2037454"/>
                  <a:gd name="connsiteY199" fmla="*/ 1313985 h 1378663"/>
                  <a:gd name="connsiteX200" fmla="*/ 196131 w 2037454"/>
                  <a:gd name="connsiteY200" fmla="*/ 1327391 h 1378663"/>
                  <a:gd name="connsiteX201" fmla="*/ 208603 w 2037454"/>
                  <a:gd name="connsiteY201" fmla="*/ 1329388 h 1378663"/>
                  <a:gd name="connsiteX202" fmla="*/ 196131 w 2037454"/>
                  <a:gd name="connsiteY202" fmla="*/ 1327391 h 1378663"/>
                  <a:gd name="connsiteX203" fmla="*/ 2019939 w 2037454"/>
                  <a:gd name="connsiteY203" fmla="*/ 733140 h 1378663"/>
                  <a:gd name="connsiteX204" fmla="*/ 1993281 w 2037454"/>
                  <a:gd name="connsiteY204" fmla="*/ 725438 h 1378663"/>
                  <a:gd name="connsiteX205" fmla="*/ 1967860 w 2037454"/>
                  <a:gd name="connsiteY205" fmla="*/ 760998 h 1378663"/>
                  <a:gd name="connsiteX206" fmla="*/ 1942820 w 2037454"/>
                  <a:gd name="connsiteY206" fmla="*/ 786670 h 1378663"/>
                  <a:gd name="connsiteX207" fmla="*/ 1874080 w 2037454"/>
                  <a:gd name="connsiteY207" fmla="*/ 787336 h 1378663"/>
                  <a:gd name="connsiteX208" fmla="*/ 1847327 w 2037454"/>
                  <a:gd name="connsiteY208" fmla="*/ 807493 h 1378663"/>
                  <a:gd name="connsiteX209" fmla="*/ 1847993 w 2037454"/>
                  <a:gd name="connsiteY209" fmla="*/ 808633 h 1378663"/>
                  <a:gd name="connsiteX210" fmla="*/ 1808958 w 2037454"/>
                  <a:gd name="connsiteY210" fmla="*/ 827649 h 1378663"/>
                  <a:gd name="connsiteX211" fmla="*/ 1792963 w 2037454"/>
                  <a:gd name="connsiteY211" fmla="*/ 829171 h 1378663"/>
                  <a:gd name="connsiteX212" fmla="*/ 1794105 w 2037454"/>
                  <a:gd name="connsiteY212" fmla="*/ 837158 h 1378663"/>
                  <a:gd name="connsiteX213" fmla="*/ 1788202 w 2037454"/>
                  <a:gd name="connsiteY213" fmla="*/ 842102 h 1378663"/>
                  <a:gd name="connsiteX214" fmla="*/ 1742312 w 2037454"/>
                  <a:gd name="connsiteY214" fmla="*/ 870626 h 1378663"/>
                  <a:gd name="connsiteX215" fmla="*/ 1702229 w 2037454"/>
                  <a:gd name="connsiteY215" fmla="*/ 861783 h 1378663"/>
                  <a:gd name="connsiteX216" fmla="*/ 1717367 w 2037454"/>
                  <a:gd name="connsiteY216" fmla="*/ 857314 h 1378663"/>
                  <a:gd name="connsiteX217" fmla="*/ 1725460 w 2037454"/>
                  <a:gd name="connsiteY217" fmla="*/ 855033 h 1378663"/>
                  <a:gd name="connsiteX218" fmla="*/ 1722223 w 2037454"/>
                  <a:gd name="connsiteY218" fmla="*/ 839344 h 1378663"/>
                  <a:gd name="connsiteX219" fmla="*/ 1714701 w 2037454"/>
                  <a:gd name="connsiteY219" fmla="*/ 813863 h 1378663"/>
                  <a:gd name="connsiteX220" fmla="*/ 1693375 w 2037454"/>
                  <a:gd name="connsiteY220" fmla="*/ 817381 h 1378663"/>
                  <a:gd name="connsiteX221" fmla="*/ 1701372 w 2037454"/>
                  <a:gd name="connsiteY221" fmla="*/ 781060 h 1378663"/>
                  <a:gd name="connsiteX222" fmla="*/ 1670239 w 2037454"/>
                  <a:gd name="connsiteY222" fmla="*/ 777447 h 1378663"/>
                  <a:gd name="connsiteX223" fmla="*/ 1649865 w 2037454"/>
                  <a:gd name="connsiteY223" fmla="*/ 792565 h 1378663"/>
                  <a:gd name="connsiteX224" fmla="*/ 1644533 w 2037454"/>
                  <a:gd name="connsiteY224" fmla="*/ 835161 h 1378663"/>
                  <a:gd name="connsiteX225" fmla="*/ 1630252 w 2037454"/>
                  <a:gd name="connsiteY225" fmla="*/ 864445 h 1378663"/>
                  <a:gd name="connsiteX226" fmla="*/ 1615114 w 2037454"/>
                  <a:gd name="connsiteY226" fmla="*/ 826413 h 1378663"/>
                  <a:gd name="connsiteX227" fmla="*/ 1619589 w 2037454"/>
                  <a:gd name="connsiteY227" fmla="*/ 791804 h 1378663"/>
                  <a:gd name="connsiteX228" fmla="*/ 1649865 w 2037454"/>
                  <a:gd name="connsiteY228" fmla="*/ 766038 h 1378663"/>
                  <a:gd name="connsiteX229" fmla="*/ 1691566 w 2037454"/>
                  <a:gd name="connsiteY229" fmla="*/ 758051 h 1378663"/>
                  <a:gd name="connsiteX230" fmla="*/ 1693851 w 2037454"/>
                  <a:gd name="connsiteY230" fmla="*/ 755769 h 1378663"/>
                  <a:gd name="connsiteX231" fmla="*/ 1682426 w 2037454"/>
                  <a:gd name="connsiteY231" fmla="*/ 747782 h 1378663"/>
                  <a:gd name="connsiteX232" fmla="*/ 1680046 w 2037454"/>
                  <a:gd name="connsiteY232" fmla="*/ 750920 h 1378663"/>
                  <a:gd name="connsiteX233" fmla="*/ 1661004 w 2037454"/>
                  <a:gd name="connsiteY233" fmla="*/ 742933 h 1378663"/>
                  <a:gd name="connsiteX234" fmla="*/ 1623683 w 2037454"/>
                  <a:gd name="connsiteY234" fmla="*/ 750064 h 1378663"/>
                  <a:gd name="connsiteX235" fmla="*/ 1608544 w 2037454"/>
                  <a:gd name="connsiteY235" fmla="*/ 737609 h 1378663"/>
                  <a:gd name="connsiteX236" fmla="*/ 1601404 w 2037454"/>
                  <a:gd name="connsiteY236" fmla="*/ 726960 h 1378663"/>
                  <a:gd name="connsiteX237" fmla="*/ 1556085 w 2037454"/>
                  <a:gd name="connsiteY237" fmla="*/ 745976 h 1378663"/>
                  <a:gd name="connsiteX238" fmla="*/ 1530378 w 2037454"/>
                  <a:gd name="connsiteY238" fmla="*/ 741507 h 1378663"/>
                  <a:gd name="connsiteX239" fmla="*/ 1570366 w 2037454"/>
                  <a:gd name="connsiteY239" fmla="*/ 715835 h 1378663"/>
                  <a:gd name="connsiteX240" fmla="*/ 1580649 w 2037454"/>
                  <a:gd name="connsiteY240" fmla="*/ 711842 h 1378663"/>
                  <a:gd name="connsiteX241" fmla="*/ 1552086 w 2037454"/>
                  <a:gd name="connsiteY241" fmla="*/ 707849 h 1378663"/>
                  <a:gd name="connsiteX242" fmla="*/ 1534853 w 2037454"/>
                  <a:gd name="connsiteY242" fmla="*/ 704806 h 1378663"/>
                  <a:gd name="connsiteX243" fmla="*/ 1518287 w 2037454"/>
                  <a:gd name="connsiteY243" fmla="*/ 698340 h 1378663"/>
                  <a:gd name="connsiteX244" fmla="*/ 1499912 w 2037454"/>
                  <a:gd name="connsiteY244" fmla="*/ 697770 h 1378663"/>
                  <a:gd name="connsiteX245" fmla="*/ 1482774 w 2037454"/>
                  <a:gd name="connsiteY245" fmla="*/ 691875 h 1378663"/>
                  <a:gd name="connsiteX246" fmla="*/ 1474396 w 2037454"/>
                  <a:gd name="connsiteY246" fmla="*/ 676472 h 1378663"/>
                  <a:gd name="connsiteX247" fmla="*/ 1467541 w 2037454"/>
                  <a:gd name="connsiteY247" fmla="*/ 685410 h 1378663"/>
                  <a:gd name="connsiteX248" fmla="*/ 915334 w 2037454"/>
                  <a:gd name="connsiteY248" fmla="*/ 688357 h 1378663"/>
                  <a:gd name="connsiteX249" fmla="*/ 917333 w 2037454"/>
                  <a:gd name="connsiteY249" fmla="*/ 690924 h 1378663"/>
                  <a:gd name="connsiteX250" fmla="*/ 920856 w 2037454"/>
                  <a:gd name="connsiteY250" fmla="*/ 711842 h 1378663"/>
                  <a:gd name="connsiteX251" fmla="*/ 914667 w 2037454"/>
                  <a:gd name="connsiteY251" fmla="*/ 732189 h 1378663"/>
                  <a:gd name="connsiteX252" fmla="*/ 908840 w 2037454"/>
                  <a:gd name="connsiteY252" fmla="*/ 727410 h 1378663"/>
                  <a:gd name="connsiteX253" fmla="*/ 912001 w 2037454"/>
                  <a:gd name="connsiteY253" fmla="*/ 722016 h 1378663"/>
                  <a:gd name="connsiteX254" fmla="*/ 909336 w 2037454"/>
                  <a:gd name="connsiteY254" fmla="*/ 709560 h 1378663"/>
                  <a:gd name="connsiteX255" fmla="*/ 905432 w 2037454"/>
                  <a:gd name="connsiteY255" fmla="*/ 702334 h 1378663"/>
                  <a:gd name="connsiteX256" fmla="*/ 873728 w 2037454"/>
                  <a:gd name="connsiteY256" fmla="*/ 702334 h 1378663"/>
                  <a:gd name="connsiteX257" fmla="*/ 873728 w 2037454"/>
                  <a:gd name="connsiteY257" fmla="*/ 703950 h 1378663"/>
                  <a:gd name="connsiteX258" fmla="*/ 883915 w 2037454"/>
                  <a:gd name="connsiteY258" fmla="*/ 730573 h 1378663"/>
                  <a:gd name="connsiteX259" fmla="*/ 892865 w 2037454"/>
                  <a:gd name="connsiteY259" fmla="*/ 749589 h 1378663"/>
                  <a:gd name="connsiteX260" fmla="*/ 892865 w 2037454"/>
                  <a:gd name="connsiteY260" fmla="*/ 756244 h 1378663"/>
                  <a:gd name="connsiteX261" fmla="*/ 888866 w 2037454"/>
                  <a:gd name="connsiteY261" fmla="*/ 774405 h 1378663"/>
                  <a:gd name="connsiteX262" fmla="*/ 885724 w 2037454"/>
                  <a:gd name="connsiteY262" fmla="*/ 823656 h 1378663"/>
                  <a:gd name="connsiteX263" fmla="*/ 880392 w 2037454"/>
                  <a:gd name="connsiteY263" fmla="*/ 854747 h 1378663"/>
                  <a:gd name="connsiteX264" fmla="*/ 887057 w 2037454"/>
                  <a:gd name="connsiteY264" fmla="*/ 887170 h 1378663"/>
                  <a:gd name="connsiteX265" fmla="*/ 889247 w 2037454"/>
                  <a:gd name="connsiteY265" fmla="*/ 913317 h 1378663"/>
                  <a:gd name="connsiteX266" fmla="*/ 895530 w 2037454"/>
                  <a:gd name="connsiteY266" fmla="*/ 939559 h 1378663"/>
                  <a:gd name="connsiteX267" fmla="*/ 910573 w 2037454"/>
                  <a:gd name="connsiteY267" fmla="*/ 956864 h 1378663"/>
                  <a:gd name="connsiteX268" fmla="*/ 920856 w 2037454"/>
                  <a:gd name="connsiteY268" fmla="*/ 967893 h 1378663"/>
                  <a:gd name="connsiteX269" fmla="*/ 928853 w 2037454"/>
                  <a:gd name="connsiteY269" fmla="*/ 980348 h 1378663"/>
                  <a:gd name="connsiteX270" fmla="*/ 931519 w 2037454"/>
                  <a:gd name="connsiteY270" fmla="*/ 995846 h 1378663"/>
                  <a:gd name="connsiteX271" fmla="*/ 952370 w 2037454"/>
                  <a:gd name="connsiteY271" fmla="*/ 1018571 h 1378663"/>
                  <a:gd name="connsiteX272" fmla="*/ 962652 w 2037454"/>
                  <a:gd name="connsiteY272" fmla="*/ 1037111 h 1378663"/>
                  <a:gd name="connsiteX273" fmla="*/ 987502 w 2037454"/>
                  <a:gd name="connsiteY273" fmla="*/ 1047380 h 1378663"/>
                  <a:gd name="connsiteX274" fmla="*/ 1004353 w 2037454"/>
                  <a:gd name="connsiteY274" fmla="*/ 1050898 h 1378663"/>
                  <a:gd name="connsiteX275" fmla="*/ 1023395 w 2037454"/>
                  <a:gd name="connsiteY275" fmla="*/ 1073147 h 1378663"/>
                  <a:gd name="connsiteX276" fmla="*/ 1027965 w 2037454"/>
                  <a:gd name="connsiteY276" fmla="*/ 1085697 h 1378663"/>
                  <a:gd name="connsiteX277" fmla="*/ 1074046 w 2037454"/>
                  <a:gd name="connsiteY277" fmla="*/ 1079707 h 1378663"/>
                  <a:gd name="connsiteX278" fmla="*/ 1096324 w 2037454"/>
                  <a:gd name="connsiteY278" fmla="*/ 1091592 h 1378663"/>
                  <a:gd name="connsiteX279" fmla="*/ 1148118 w 2037454"/>
                  <a:gd name="connsiteY279" fmla="*/ 1109562 h 1378663"/>
                  <a:gd name="connsiteX280" fmla="*/ 1205243 w 2037454"/>
                  <a:gd name="connsiteY280" fmla="*/ 1109087 h 1378663"/>
                  <a:gd name="connsiteX281" fmla="*/ 1211907 w 2037454"/>
                  <a:gd name="connsiteY281" fmla="*/ 1100530 h 1378663"/>
                  <a:gd name="connsiteX282" fmla="*/ 1243231 w 2037454"/>
                  <a:gd name="connsiteY282" fmla="*/ 1100530 h 1378663"/>
                  <a:gd name="connsiteX283" fmla="*/ 1265985 w 2037454"/>
                  <a:gd name="connsiteY283" fmla="*/ 1120972 h 1378663"/>
                  <a:gd name="connsiteX284" fmla="*/ 1278839 w 2037454"/>
                  <a:gd name="connsiteY284" fmla="*/ 1136565 h 1378663"/>
                  <a:gd name="connsiteX285" fmla="*/ 1285979 w 2037454"/>
                  <a:gd name="connsiteY285" fmla="*/ 1149401 h 1378663"/>
                  <a:gd name="connsiteX286" fmla="*/ 1309210 w 2037454"/>
                  <a:gd name="connsiteY286" fmla="*/ 1161286 h 1378663"/>
                  <a:gd name="connsiteX287" fmla="*/ 1324919 w 2037454"/>
                  <a:gd name="connsiteY287" fmla="*/ 1142270 h 1378663"/>
                  <a:gd name="connsiteX288" fmla="*/ 1360527 w 2037454"/>
                  <a:gd name="connsiteY288" fmla="*/ 1162617 h 1378663"/>
                  <a:gd name="connsiteX289" fmla="*/ 1379569 w 2037454"/>
                  <a:gd name="connsiteY289" fmla="*/ 1189715 h 1378663"/>
                  <a:gd name="connsiteX290" fmla="*/ 1384329 w 2037454"/>
                  <a:gd name="connsiteY290" fmla="*/ 1204833 h 1378663"/>
                  <a:gd name="connsiteX291" fmla="*/ 1390042 w 2037454"/>
                  <a:gd name="connsiteY291" fmla="*/ 1217193 h 1378663"/>
                  <a:gd name="connsiteX292" fmla="*/ 1418033 w 2037454"/>
                  <a:gd name="connsiteY292" fmla="*/ 1226701 h 1378663"/>
                  <a:gd name="connsiteX293" fmla="*/ 1426411 w 2037454"/>
                  <a:gd name="connsiteY293" fmla="*/ 1229839 h 1378663"/>
                  <a:gd name="connsiteX294" fmla="*/ 1420603 w 2037454"/>
                  <a:gd name="connsiteY294" fmla="*/ 1203977 h 1378663"/>
                  <a:gd name="connsiteX295" fmla="*/ 1425459 w 2037454"/>
                  <a:gd name="connsiteY295" fmla="*/ 1184961 h 1378663"/>
                  <a:gd name="connsiteX296" fmla="*/ 1440121 w 2037454"/>
                  <a:gd name="connsiteY296" fmla="*/ 1172601 h 1378663"/>
                  <a:gd name="connsiteX297" fmla="*/ 1452117 w 2037454"/>
                  <a:gd name="connsiteY297" fmla="*/ 1168132 h 1378663"/>
                  <a:gd name="connsiteX298" fmla="*/ 1471730 w 2037454"/>
                  <a:gd name="connsiteY298" fmla="*/ 1151683 h 1378663"/>
                  <a:gd name="connsiteX299" fmla="*/ 1481251 w 2037454"/>
                  <a:gd name="connsiteY299" fmla="*/ 1147690 h 1378663"/>
                  <a:gd name="connsiteX300" fmla="*/ 1493723 w 2037454"/>
                  <a:gd name="connsiteY300" fmla="*/ 1139703 h 1378663"/>
                  <a:gd name="connsiteX301" fmla="*/ 1503911 w 2037454"/>
                  <a:gd name="connsiteY301" fmla="*/ 1140559 h 1378663"/>
                  <a:gd name="connsiteX302" fmla="*/ 1513431 w 2037454"/>
                  <a:gd name="connsiteY302" fmla="*/ 1142841 h 1378663"/>
                  <a:gd name="connsiteX303" fmla="*/ 1529903 w 2037454"/>
                  <a:gd name="connsiteY303" fmla="*/ 1142841 h 1378663"/>
                  <a:gd name="connsiteX304" fmla="*/ 1543232 w 2037454"/>
                  <a:gd name="connsiteY304" fmla="*/ 1149021 h 1378663"/>
                  <a:gd name="connsiteX305" fmla="*/ 1560084 w 2037454"/>
                  <a:gd name="connsiteY305" fmla="*/ 1153870 h 1378663"/>
                  <a:gd name="connsiteX306" fmla="*/ 1569033 w 2037454"/>
                  <a:gd name="connsiteY306" fmla="*/ 1146834 h 1378663"/>
                  <a:gd name="connsiteX307" fmla="*/ 1586742 w 2037454"/>
                  <a:gd name="connsiteY307" fmla="*/ 1159194 h 1378663"/>
                  <a:gd name="connsiteX308" fmla="*/ 1582362 w 2037454"/>
                  <a:gd name="connsiteY308" fmla="*/ 1149021 h 1378663"/>
                  <a:gd name="connsiteX309" fmla="*/ 1578363 w 2037454"/>
                  <a:gd name="connsiteY309" fmla="*/ 1137896 h 1378663"/>
                  <a:gd name="connsiteX310" fmla="*/ 1595691 w 2037454"/>
                  <a:gd name="connsiteY310" fmla="*/ 1129054 h 1378663"/>
                  <a:gd name="connsiteX311" fmla="*/ 1609877 w 2037454"/>
                  <a:gd name="connsiteY311" fmla="*/ 1125916 h 1378663"/>
                  <a:gd name="connsiteX312" fmla="*/ 1617875 w 2037454"/>
                  <a:gd name="connsiteY312" fmla="*/ 1131241 h 1378663"/>
                  <a:gd name="connsiteX313" fmla="*/ 1644533 w 2037454"/>
                  <a:gd name="connsiteY313" fmla="*/ 1128103 h 1378663"/>
                  <a:gd name="connsiteX314" fmla="*/ 1663575 w 2037454"/>
                  <a:gd name="connsiteY314" fmla="*/ 1141509 h 1378663"/>
                  <a:gd name="connsiteX315" fmla="*/ 1677380 w 2037454"/>
                  <a:gd name="connsiteY315" fmla="*/ 1143696 h 1378663"/>
                  <a:gd name="connsiteX316" fmla="*/ 1696422 w 2037454"/>
                  <a:gd name="connsiteY316" fmla="*/ 1137421 h 1378663"/>
                  <a:gd name="connsiteX317" fmla="*/ 1716415 w 2037454"/>
                  <a:gd name="connsiteY317" fmla="*/ 1159670 h 1378663"/>
                  <a:gd name="connsiteX318" fmla="*/ 1716891 w 2037454"/>
                  <a:gd name="connsiteY318" fmla="*/ 1182299 h 1378663"/>
                  <a:gd name="connsiteX319" fmla="*/ 1725270 w 2037454"/>
                  <a:gd name="connsiteY319" fmla="*/ 1202266 h 1378663"/>
                  <a:gd name="connsiteX320" fmla="*/ 1733267 w 2037454"/>
                  <a:gd name="connsiteY320" fmla="*/ 1223183 h 1378663"/>
                  <a:gd name="connsiteX321" fmla="*/ 1747072 w 2037454"/>
                  <a:gd name="connsiteY321" fmla="*/ 1240393 h 1378663"/>
                  <a:gd name="connsiteX322" fmla="*/ 1762210 w 2037454"/>
                  <a:gd name="connsiteY322" fmla="*/ 1243055 h 1378663"/>
                  <a:gd name="connsiteX323" fmla="*/ 1771065 w 2037454"/>
                  <a:gd name="connsiteY323" fmla="*/ 1219570 h 1378663"/>
                  <a:gd name="connsiteX324" fmla="*/ 1760021 w 2037454"/>
                  <a:gd name="connsiteY324" fmla="*/ 1179161 h 1378663"/>
                  <a:gd name="connsiteX325" fmla="*/ 1754213 w 2037454"/>
                  <a:gd name="connsiteY325" fmla="*/ 1160145 h 1378663"/>
                  <a:gd name="connsiteX326" fmla="*/ 1743074 w 2037454"/>
                  <a:gd name="connsiteY326" fmla="*/ 1121067 h 1378663"/>
                  <a:gd name="connsiteX327" fmla="*/ 1766685 w 2037454"/>
                  <a:gd name="connsiteY327" fmla="*/ 1079327 h 1378663"/>
                  <a:gd name="connsiteX328" fmla="*/ 1784394 w 2037454"/>
                  <a:gd name="connsiteY328" fmla="*/ 1069153 h 1378663"/>
                  <a:gd name="connsiteX329" fmla="*/ 1800865 w 2037454"/>
                  <a:gd name="connsiteY329" fmla="*/ 1053180 h 1378663"/>
                  <a:gd name="connsiteX330" fmla="*/ 1812861 w 2037454"/>
                  <a:gd name="connsiteY330" fmla="*/ 1048711 h 1378663"/>
                  <a:gd name="connsiteX331" fmla="*/ 1834188 w 2037454"/>
                  <a:gd name="connsiteY331" fmla="*/ 1034069 h 1378663"/>
                  <a:gd name="connsiteX332" fmla="*/ 1835997 w 2037454"/>
                  <a:gd name="connsiteY332" fmla="*/ 1020757 h 1378663"/>
                  <a:gd name="connsiteX333" fmla="*/ 1840852 w 2037454"/>
                  <a:gd name="connsiteY333" fmla="*/ 1013626 h 1378663"/>
                  <a:gd name="connsiteX334" fmla="*/ 1854657 w 2037454"/>
                  <a:gd name="connsiteY334" fmla="*/ 1014482 h 1378663"/>
                  <a:gd name="connsiteX335" fmla="*/ 1859513 w 2037454"/>
                  <a:gd name="connsiteY335" fmla="*/ 1002502 h 1378663"/>
                  <a:gd name="connsiteX336" fmla="*/ 1853325 w 2037454"/>
                  <a:gd name="connsiteY336" fmla="*/ 995846 h 1378663"/>
                  <a:gd name="connsiteX337" fmla="*/ 1846184 w 2037454"/>
                  <a:gd name="connsiteY337" fmla="*/ 982155 h 1378663"/>
                  <a:gd name="connsiteX338" fmla="*/ 1846184 w 2037454"/>
                  <a:gd name="connsiteY338" fmla="*/ 972647 h 1378663"/>
                  <a:gd name="connsiteX339" fmla="*/ 1833331 w 2037454"/>
                  <a:gd name="connsiteY339" fmla="*/ 955818 h 1378663"/>
                  <a:gd name="connsiteX340" fmla="*/ 1841328 w 2037454"/>
                  <a:gd name="connsiteY340" fmla="*/ 948687 h 1378663"/>
                  <a:gd name="connsiteX341" fmla="*/ 1844470 w 2037454"/>
                  <a:gd name="connsiteY341" fmla="*/ 922539 h 1378663"/>
                  <a:gd name="connsiteX342" fmla="*/ 1851135 w 2037454"/>
                  <a:gd name="connsiteY342" fmla="*/ 922539 h 1378663"/>
                  <a:gd name="connsiteX343" fmla="*/ 1849326 w 2037454"/>
                  <a:gd name="connsiteY343" fmla="*/ 941556 h 1378663"/>
                  <a:gd name="connsiteX344" fmla="*/ 1854657 w 2037454"/>
                  <a:gd name="connsiteY344" fmla="*/ 965516 h 1378663"/>
                  <a:gd name="connsiteX345" fmla="*/ 1863607 w 2037454"/>
                  <a:gd name="connsiteY345" fmla="*/ 959716 h 1378663"/>
                  <a:gd name="connsiteX346" fmla="*/ 1866654 w 2037454"/>
                  <a:gd name="connsiteY346" fmla="*/ 933569 h 1378663"/>
                  <a:gd name="connsiteX347" fmla="*/ 1867606 w 2037454"/>
                  <a:gd name="connsiteY347" fmla="*/ 925107 h 1378663"/>
                  <a:gd name="connsiteX348" fmla="*/ 1881792 w 2037454"/>
                  <a:gd name="connsiteY348" fmla="*/ 924251 h 1378663"/>
                  <a:gd name="connsiteX349" fmla="*/ 1892455 w 2037454"/>
                  <a:gd name="connsiteY349" fmla="*/ 899340 h 1378663"/>
                  <a:gd name="connsiteX350" fmla="*/ 1903595 w 2037454"/>
                  <a:gd name="connsiteY350" fmla="*/ 893635 h 1378663"/>
                  <a:gd name="connsiteX351" fmla="*/ 1932919 w 2037454"/>
                  <a:gd name="connsiteY351" fmla="*/ 885648 h 1378663"/>
                  <a:gd name="connsiteX352" fmla="*/ 1902262 w 2037454"/>
                  <a:gd name="connsiteY352" fmla="*/ 884698 h 1378663"/>
                  <a:gd name="connsiteX353" fmla="*/ 1934632 w 2037454"/>
                  <a:gd name="connsiteY353" fmla="*/ 874524 h 1378663"/>
                  <a:gd name="connsiteX354" fmla="*/ 1944153 w 2037454"/>
                  <a:gd name="connsiteY354" fmla="*/ 866062 h 1378663"/>
                  <a:gd name="connsiteX355" fmla="*/ 1960779 w 2037454"/>
                  <a:gd name="connsiteY355" fmla="*/ 867585 h 1378663"/>
                  <a:gd name="connsiteX356" fmla="*/ 1961005 w 2037454"/>
                  <a:gd name="connsiteY356" fmla="*/ 867393 h 1378663"/>
                  <a:gd name="connsiteX357" fmla="*/ 1955673 w 2037454"/>
                  <a:gd name="connsiteY357" fmla="*/ 851895 h 1378663"/>
                  <a:gd name="connsiteX358" fmla="*/ 1958339 w 2037454"/>
                  <a:gd name="connsiteY358" fmla="*/ 841721 h 1378663"/>
                  <a:gd name="connsiteX359" fmla="*/ 1971288 w 2037454"/>
                  <a:gd name="connsiteY359" fmla="*/ 819948 h 1378663"/>
                  <a:gd name="connsiteX360" fmla="*/ 1982808 w 2037454"/>
                  <a:gd name="connsiteY360" fmla="*/ 812817 h 1378663"/>
                  <a:gd name="connsiteX361" fmla="*/ 1997470 w 2037454"/>
                  <a:gd name="connsiteY361" fmla="*/ 798175 h 1378663"/>
                  <a:gd name="connsiteX362" fmla="*/ 2022414 w 2037454"/>
                  <a:gd name="connsiteY362" fmla="*/ 799125 h 1378663"/>
                  <a:gd name="connsiteX363" fmla="*/ 2037362 w 2037454"/>
                  <a:gd name="connsiteY363" fmla="*/ 787906 h 1378663"/>
                  <a:gd name="connsiteX364" fmla="*/ 2019939 w 2037454"/>
                  <a:gd name="connsiteY364" fmla="*/ 733140 h 1378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</a:cxnLst>
                <a:rect l="l" t="t" r="r" b="b"/>
                <a:pathLst>
                  <a:path w="2037454" h="1378663">
                    <a:moveTo>
                      <a:pt x="764334" y="507134"/>
                    </a:moveTo>
                    <a:cubicBezTo>
                      <a:pt x="767285" y="499433"/>
                      <a:pt x="767856" y="494679"/>
                      <a:pt x="745292" y="485836"/>
                    </a:cubicBezTo>
                    <a:cubicBezTo>
                      <a:pt x="722728" y="476994"/>
                      <a:pt x="725108" y="471004"/>
                      <a:pt x="709684" y="443811"/>
                    </a:cubicBezTo>
                    <a:cubicBezTo>
                      <a:pt x="694260" y="416618"/>
                      <a:pt x="667031" y="404733"/>
                      <a:pt x="667031" y="394654"/>
                    </a:cubicBezTo>
                    <a:cubicBezTo>
                      <a:pt x="667031" y="384576"/>
                      <a:pt x="639801" y="385812"/>
                      <a:pt x="639801" y="393418"/>
                    </a:cubicBezTo>
                    <a:cubicBezTo>
                      <a:pt x="639801" y="401025"/>
                      <a:pt x="627900" y="403497"/>
                      <a:pt x="621426" y="407680"/>
                    </a:cubicBezTo>
                    <a:cubicBezTo>
                      <a:pt x="614952" y="411864"/>
                      <a:pt x="611905" y="405303"/>
                      <a:pt x="606002" y="397602"/>
                    </a:cubicBezTo>
                    <a:cubicBezTo>
                      <a:pt x="600100" y="389900"/>
                      <a:pt x="585342" y="382199"/>
                      <a:pt x="585342" y="377825"/>
                    </a:cubicBezTo>
                    <a:cubicBezTo>
                      <a:pt x="585342" y="373451"/>
                      <a:pt x="581820" y="363088"/>
                      <a:pt x="571727" y="368317"/>
                    </a:cubicBezTo>
                    <a:cubicBezTo>
                      <a:pt x="561635" y="373546"/>
                      <a:pt x="556304" y="368317"/>
                      <a:pt x="553352" y="371835"/>
                    </a:cubicBezTo>
                    <a:cubicBezTo>
                      <a:pt x="550401" y="375353"/>
                      <a:pt x="542689" y="369648"/>
                      <a:pt x="542689" y="369648"/>
                    </a:cubicBezTo>
                    <a:lnTo>
                      <a:pt x="542689" y="62064"/>
                    </a:lnTo>
                    <a:cubicBezTo>
                      <a:pt x="539445" y="61855"/>
                      <a:pt x="536243" y="61216"/>
                      <a:pt x="533168" y="60162"/>
                    </a:cubicBezTo>
                    <a:cubicBezTo>
                      <a:pt x="520220" y="55313"/>
                      <a:pt x="501178" y="46375"/>
                      <a:pt x="490896" y="48657"/>
                    </a:cubicBezTo>
                    <a:cubicBezTo>
                      <a:pt x="480613" y="50939"/>
                      <a:pt x="460239" y="53506"/>
                      <a:pt x="452812" y="49988"/>
                    </a:cubicBezTo>
                    <a:cubicBezTo>
                      <a:pt x="443085" y="45082"/>
                      <a:pt x="432010" y="43512"/>
                      <a:pt x="421299" y="45520"/>
                    </a:cubicBezTo>
                    <a:cubicBezTo>
                      <a:pt x="406636" y="47706"/>
                      <a:pt x="397306" y="37533"/>
                      <a:pt x="378645" y="33064"/>
                    </a:cubicBezTo>
                    <a:cubicBezTo>
                      <a:pt x="361551" y="30335"/>
                      <a:pt x="344057" y="31572"/>
                      <a:pt x="327518" y="36677"/>
                    </a:cubicBezTo>
                    <a:cubicBezTo>
                      <a:pt x="321330" y="38864"/>
                      <a:pt x="322663" y="29926"/>
                      <a:pt x="314665" y="30877"/>
                    </a:cubicBezTo>
                    <a:cubicBezTo>
                      <a:pt x="306668" y="31828"/>
                      <a:pt x="312856" y="27359"/>
                      <a:pt x="308382" y="20609"/>
                    </a:cubicBezTo>
                    <a:cubicBezTo>
                      <a:pt x="303907" y="13858"/>
                      <a:pt x="281723" y="20609"/>
                      <a:pt x="273726" y="20609"/>
                    </a:cubicBezTo>
                    <a:cubicBezTo>
                      <a:pt x="265728" y="20609"/>
                      <a:pt x="263539" y="16615"/>
                      <a:pt x="264205" y="12622"/>
                    </a:cubicBezTo>
                    <a:cubicBezTo>
                      <a:pt x="264872" y="8628"/>
                      <a:pt x="257064" y="9960"/>
                      <a:pt x="253923" y="15284"/>
                    </a:cubicBezTo>
                    <a:cubicBezTo>
                      <a:pt x="250573" y="20375"/>
                      <a:pt x="243725" y="21789"/>
                      <a:pt x="238628" y="18444"/>
                    </a:cubicBezTo>
                    <a:cubicBezTo>
                      <a:pt x="238616" y="18437"/>
                      <a:pt x="238605" y="18429"/>
                      <a:pt x="238594" y="18422"/>
                    </a:cubicBezTo>
                    <a:cubicBezTo>
                      <a:pt x="234976" y="14904"/>
                      <a:pt x="246116" y="13573"/>
                      <a:pt x="246592" y="9579"/>
                    </a:cubicBezTo>
                    <a:cubicBezTo>
                      <a:pt x="247068" y="5586"/>
                      <a:pt x="234976" y="3304"/>
                      <a:pt x="230597" y="1973"/>
                    </a:cubicBezTo>
                    <a:cubicBezTo>
                      <a:pt x="226217" y="642"/>
                      <a:pt x="219552" y="6442"/>
                      <a:pt x="210032" y="14904"/>
                    </a:cubicBezTo>
                    <a:cubicBezTo>
                      <a:pt x="200897" y="21372"/>
                      <a:pt x="189492" y="23780"/>
                      <a:pt x="178518" y="21559"/>
                    </a:cubicBezTo>
                    <a:cubicBezTo>
                      <a:pt x="170044" y="20609"/>
                      <a:pt x="159476" y="22415"/>
                      <a:pt x="159476" y="27359"/>
                    </a:cubicBezTo>
                    <a:cubicBezTo>
                      <a:pt x="159476" y="32303"/>
                      <a:pt x="170139" y="31733"/>
                      <a:pt x="163951" y="38008"/>
                    </a:cubicBezTo>
                    <a:cubicBezTo>
                      <a:pt x="157762" y="44284"/>
                      <a:pt x="155477" y="29546"/>
                      <a:pt x="149289" y="36202"/>
                    </a:cubicBezTo>
                    <a:cubicBezTo>
                      <a:pt x="143100" y="42857"/>
                      <a:pt x="124344" y="42382"/>
                      <a:pt x="119869" y="41526"/>
                    </a:cubicBezTo>
                    <a:cubicBezTo>
                      <a:pt x="115395" y="40671"/>
                      <a:pt x="100828" y="56549"/>
                      <a:pt x="96353" y="60542"/>
                    </a:cubicBezTo>
                    <a:cubicBezTo>
                      <a:pt x="91878" y="64536"/>
                      <a:pt x="99876" y="69004"/>
                      <a:pt x="87880" y="81840"/>
                    </a:cubicBezTo>
                    <a:cubicBezTo>
                      <a:pt x="75883" y="94676"/>
                      <a:pt x="44179" y="92584"/>
                      <a:pt x="37514" y="92584"/>
                    </a:cubicBezTo>
                    <a:cubicBezTo>
                      <a:pt x="30850" y="92584"/>
                      <a:pt x="35801" y="100096"/>
                      <a:pt x="32183" y="104945"/>
                    </a:cubicBezTo>
                    <a:cubicBezTo>
                      <a:pt x="28565" y="109794"/>
                      <a:pt x="36181" y="114453"/>
                      <a:pt x="54461" y="119207"/>
                    </a:cubicBezTo>
                    <a:cubicBezTo>
                      <a:pt x="72741" y="123961"/>
                      <a:pt x="85118" y="147731"/>
                      <a:pt x="87308" y="153816"/>
                    </a:cubicBezTo>
                    <a:cubicBezTo>
                      <a:pt x="89498" y="159901"/>
                      <a:pt x="112158" y="153816"/>
                      <a:pt x="121107" y="154672"/>
                    </a:cubicBezTo>
                    <a:cubicBezTo>
                      <a:pt x="130057" y="155527"/>
                      <a:pt x="120155" y="168458"/>
                      <a:pt x="127772" y="171976"/>
                    </a:cubicBezTo>
                    <a:cubicBezTo>
                      <a:pt x="135388" y="175494"/>
                      <a:pt x="146813" y="170265"/>
                      <a:pt x="149098" y="176445"/>
                    </a:cubicBezTo>
                    <a:cubicBezTo>
                      <a:pt x="151383" y="182625"/>
                      <a:pt x="133960" y="176445"/>
                      <a:pt x="125106" y="183101"/>
                    </a:cubicBezTo>
                    <a:cubicBezTo>
                      <a:pt x="116252" y="189756"/>
                      <a:pt x="111777" y="192609"/>
                      <a:pt x="108159" y="187950"/>
                    </a:cubicBezTo>
                    <a:cubicBezTo>
                      <a:pt x="104541" y="183291"/>
                      <a:pt x="89974" y="186238"/>
                      <a:pt x="82453" y="187094"/>
                    </a:cubicBezTo>
                    <a:cubicBezTo>
                      <a:pt x="74931" y="187950"/>
                      <a:pt x="82453" y="177586"/>
                      <a:pt x="82453" y="173307"/>
                    </a:cubicBezTo>
                    <a:cubicBezTo>
                      <a:pt x="82453" y="169029"/>
                      <a:pt x="72170" y="165796"/>
                      <a:pt x="57508" y="174258"/>
                    </a:cubicBezTo>
                    <a:cubicBezTo>
                      <a:pt x="42846" y="182720"/>
                      <a:pt x="47987" y="179583"/>
                      <a:pt x="46464" y="186238"/>
                    </a:cubicBezTo>
                    <a:cubicBezTo>
                      <a:pt x="44941" y="192894"/>
                      <a:pt x="38657" y="182245"/>
                      <a:pt x="29136" y="187665"/>
                    </a:cubicBezTo>
                    <a:cubicBezTo>
                      <a:pt x="19615" y="193084"/>
                      <a:pt x="4668" y="197173"/>
                      <a:pt x="2002" y="203258"/>
                    </a:cubicBezTo>
                    <a:cubicBezTo>
                      <a:pt x="-664" y="209343"/>
                      <a:pt x="21995" y="212766"/>
                      <a:pt x="30564" y="214762"/>
                    </a:cubicBezTo>
                    <a:cubicBezTo>
                      <a:pt x="39133" y="216759"/>
                      <a:pt x="19901" y="222274"/>
                      <a:pt x="27041" y="224270"/>
                    </a:cubicBezTo>
                    <a:cubicBezTo>
                      <a:pt x="34182" y="226267"/>
                      <a:pt x="31040" y="233113"/>
                      <a:pt x="42180" y="238913"/>
                    </a:cubicBezTo>
                    <a:cubicBezTo>
                      <a:pt x="53319" y="244713"/>
                      <a:pt x="78168" y="238913"/>
                      <a:pt x="84833" y="238913"/>
                    </a:cubicBezTo>
                    <a:cubicBezTo>
                      <a:pt x="91497" y="238913"/>
                      <a:pt x="97686" y="246900"/>
                      <a:pt x="103018" y="241100"/>
                    </a:cubicBezTo>
                    <a:cubicBezTo>
                      <a:pt x="108349" y="235300"/>
                      <a:pt x="128343" y="219326"/>
                      <a:pt x="138625" y="228644"/>
                    </a:cubicBezTo>
                    <a:cubicBezTo>
                      <a:pt x="148908" y="237962"/>
                      <a:pt x="127486" y="236631"/>
                      <a:pt x="132818" y="242431"/>
                    </a:cubicBezTo>
                    <a:cubicBezTo>
                      <a:pt x="138149" y="248231"/>
                      <a:pt x="144814" y="261922"/>
                      <a:pt x="135008" y="269053"/>
                    </a:cubicBezTo>
                    <a:cubicBezTo>
                      <a:pt x="127539" y="273301"/>
                      <a:pt x="118552" y="273965"/>
                      <a:pt x="110539" y="270860"/>
                    </a:cubicBezTo>
                    <a:cubicBezTo>
                      <a:pt x="105207" y="270860"/>
                      <a:pt x="108349" y="280368"/>
                      <a:pt x="99876" y="287214"/>
                    </a:cubicBezTo>
                    <a:cubicBezTo>
                      <a:pt x="91402" y="294059"/>
                      <a:pt x="85214" y="280178"/>
                      <a:pt x="74550" y="280178"/>
                    </a:cubicBezTo>
                    <a:cubicBezTo>
                      <a:pt x="63887" y="280178"/>
                      <a:pt x="66458" y="294535"/>
                      <a:pt x="67219" y="301190"/>
                    </a:cubicBezTo>
                    <a:cubicBezTo>
                      <a:pt x="67981" y="307846"/>
                      <a:pt x="51224" y="299859"/>
                      <a:pt x="47226" y="315833"/>
                    </a:cubicBezTo>
                    <a:cubicBezTo>
                      <a:pt x="43227" y="331806"/>
                      <a:pt x="26375" y="318020"/>
                      <a:pt x="37705" y="333518"/>
                    </a:cubicBezTo>
                    <a:cubicBezTo>
                      <a:pt x="49035" y="349016"/>
                      <a:pt x="47226" y="339317"/>
                      <a:pt x="55890" y="345498"/>
                    </a:cubicBezTo>
                    <a:cubicBezTo>
                      <a:pt x="64554" y="351678"/>
                      <a:pt x="46369" y="362897"/>
                      <a:pt x="55033" y="364514"/>
                    </a:cubicBezTo>
                    <a:cubicBezTo>
                      <a:pt x="63697" y="366130"/>
                      <a:pt x="74074" y="382294"/>
                      <a:pt x="79882" y="388094"/>
                    </a:cubicBezTo>
                    <a:cubicBezTo>
                      <a:pt x="85690" y="393894"/>
                      <a:pt x="94068" y="384956"/>
                      <a:pt x="103398" y="384481"/>
                    </a:cubicBezTo>
                    <a:cubicBezTo>
                      <a:pt x="112729" y="384005"/>
                      <a:pt x="108349" y="371169"/>
                      <a:pt x="113681" y="376114"/>
                    </a:cubicBezTo>
                    <a:cubicBezTo>
                      <a:pt x="119013" y="381058"/>
                      <a:pt x="126534" y="395130"/>
                      <a:pt x="121678" y="398743"/>
                    </a:cubicBezTo>
                    <a:cubicBezTo>
                      <a:pt x="116823" y="402356"/>
                      <a:pt x="120726" y="413385"/>
                      <a:pt x="119869" y="418710"/>
                    </a:cubicBezTo>
                    <a:cubicBezTo>
                      <a:pt x="119013" y="424034"/>
                      <a:pt x="140339" y="422227"/>
                      <a:pt x="141672" y="416047"/>
                    </a:cubicBezTo>
                    <a:cubicBezTo>
                      <a:pt x="143005" y="409867"/>
                      <a:pt x="159857" y="408061"/>
                      <a:pt x="169187" y="418234"/>
                    </a:cubicBezTo>
                    <a:cubicBezTo>
                      <a:pt x="178518" y="428408"/>
                      <a:pt x="181660" y="430214"/>
                      <a:pt x="181660" y="422227"/>
                    </a:cubicBezTo>
                    <a:cubicBezTo>
                      <a:pt x="181660" y="414241"/>
                      <a:pt x="189657" y="405398"/>
                      <a:pt x="190133" y="412054"/>
                    </a:cubicBezTo>
                    <a:cubicBezTo>
                      <a:pt x="190609" y="418710"/>
                      <a:pt x="198131" y="420421"/>
                      <a:pt x="211841" y="414241"/>
                    </a:cubicBezTo>
                    <a:cubicBezTo>
                      <a:pt x="225551" y="408061"/>
                      <a:pt x="219457" y="414241"/>
                      <a:pt x="212317" y="423749"/>
                    </a:cubicBezTo>
                    <a:cubicBezTo>
                      <a:pt x="202796" y="436014"/>
                      <a:pt x="212317" y="453889"/>
                      <a:pt x="205176" y="455696"/>
                    </a:cubicBezTo>
                    <a:cubicBezTo>
                      <a:pt x="198035" y="457502"/>
                      <a:pt x="192323" y="475663"/>
                      <a:pt x="180803" y="476994"/>
                    </a:cubicBezTo>
                    <a:cubicBezTo>
                      <a:pt x="169282" y="478325"/>
                      <a:pt x="149670" y="500098"/>
                      <a:pt x="147004" y="503616"/>
                    </a:cubicBezTo>
                    <a:cubicBezTo>
                      <a:pt x="144338" y="507134"/>
                      <a:pt x="119393" y="496580"/>
                      <a:pt x="115871" y="506754"/>
                    </a:cubicBezTo>
                    <a:cubicBezTo>
                      <a:pt x="112348" y="516927"/>
                      <a:pt x="96829" y="524534"/>
                      <a:pt x="101209" y="528527"/>
                    </a:cubicBezTo>
                    <a:cubicBezTo>
                      <a:pt x="105588" y="532520"/>
                      <a:pt x="124344" y="520921"/>
                      <a:pt x="125201" y="515596"/>
                    </a:cubicBezTo>
                    <a:cubicBezTo>
                      <a:pt x="126058" y="510272"/>
                      <a:pt x="128819" y="511223"/>
                      <a:pt x="132342" y="515596"/>
                    </a:cubicBezTo>
                    <a:cubicBezTo>
                      <a:pt x="135864" y="519970"/>
                      <a:pt x="144814" y="513790"/>
                      <a:pt x="148813" y="510272"/>
                    </a:cubicBezTo>
                    <a:cubicBezTo>
                      <a:pt x="152811" y="506754"/>
                      <a:pt x="159476" y="507990"/>
                      <a:pt x="163475" y="508465"/>
                    </a:cubicBezTo>
                    <a:cubicBezTo>
                      <a:pt x="167474" y="508941"/>
                      <a:pt x="169187" y="503616"/>
                      <a:pt x="181184" y="501334"/>
                    </a:cubicBezTo>
                    <a:cubicBezTo>
                      <a:pt x="193180" y="499052"/>
                      <a:pt x="190704" y="495629"/>
                      <a:pt x="193180" y="489354"/>
                    </a:cubicBezTo>
                    <a:cubicBezTo>
                      <a:pt x="195655" y="483079"/>
                      <a:pt x="224313" y="469863"/>
                      <a:pt x="229644" y="468532"/>
                    </a:cubicBezTo>
                    <a:cubicBezTo>
                      <a:pt x="234976" y="467200"/>
                      <a:pt x="231834" y="458358"/>
                      <a:pt x="237642" y="457883"/>
                    </a:cubicBezTo>
                    <a:cubicBezTo>
                      <a:pt x="246017" y="455030"/>
                      <a:pt x="253635" y="450316"/>
                      <a:pt x="259921" y="444096"/>
                    </a:cubicBezTo>
                    <a:cubicBezTo>
                      <a:pt x="267442" y="437916"/>
                      <a:pt x="269442" y="440578"/>
                      <a:pt x="274964" y="438296"/>
                    </a:cubicBezTo>
                    <a:cubicBezTo>
                      <a:pt x="280486" y="436014"/>
                      <a:pt x="276296" y="424604"/>
                      <a:pt x="282104" y="423654"/>
                    </a:cubicBezTo>
                    <a:cubicBezTo>
                      <a:pt x="287517" y="423169"/>
                      <a:pt x="291807" y="418886"/>
                      <a:pt x="292291" y="413480"/>
                    </a:cubicBezTo>
                    <a:cubicBezTo>
                      <a:pt x="292291" y="408631"/>
                      <a:pt x="277629" y="408631"/>
                      <a:pt x="276296" y="405493"/>
                    </a:cubicBezTo>
                    <a:cubicBezTo>
                      <a:pt x="274964" y="402356"/>
                      <a:pt x="287912" y="390851"/>
                      <a:pt x="292768" y="391326"/>
                    </a:cubicBezTo>
                    <a:cubicBezTo>
                      <a:pt x="299318" y="390574"/>
                      <a:pt x="304486" y="385413"/>
                      <a:pt x="305240" y="378871"/>
                    </a:cubicBezTo>
                    <a:cubicBezTo>
                      <a:pt x="305240" y="371740"/>
                      <a:pt x="312761" y="370409"/>
                      <a:pt x="318569" y="364229"/>
                    </a:cubicBezTo>
                    <a:cubicBezTo>
                      <a:pt x="324377" y="358048"/>
                      <a:pt x="323044" y="352629"/>
                      <a:pt x="328756" y="352153"/>
                    </a:cubicBezTo>
                    <a:cubicBezTo>
                      <a:pt x="334469" y="351678"/>
                      <a:pt x="339896" y="343786"/>
                      <a:pt x="346084" y="340173"/>
                    </a:cubicBezTo>
                    <a:cubicBezTo>
                      <a:pt x="352273" y="336560"/>
                      <a:pt x="346084" y="344642"/>
                      <a:pt x="358080" y="345117"/>
                    </a:cubicBezTo>
                    <a:cubicBezTo>
                      <a:pt x="370077" y="345593"/>
                      <a:pt x="367601" y="356622"/>
                      <a:pt x="358556" y="352629"/>
                    </a:cubicBezTo>
                    <a:cubicBezTo>
                      <a:pt x="351669" y="348107"/>
                      <a:pt x="342430" y="349877"/>
                      <a:pt x="337706" y="356622"/>
                    </a:cubicBezTo>
                    <a:cubicBezTo>
                      <a:pt x="329708" y="364229"/>
                      <a:pt x="335897" y="366130"/>
                      <a:pt x="329708" y="374878"/>
                    </a:cubicBezTo>
                    <a:cubicBezTo>
                      <a:pt x="323520" y="383625"/>
                      <a:pt x="323044" y="388569"/>
                      <a:pt x="331041" y="389520"/>
                    </a:cubicBezTo>
                    <a:cubicBezTo>
                      <a:pt x="339039" y="390471"/>
                      <a:pt x="331041" y="396175"/>
                      <a:pt x="323901" y="398362"/>
                    </a:cubicBezTo>
                    <a:cubicBezTo>
                      <a:pt x="316760" y="400549"/>
                      <a:pt x="321711" y="405018"/>
                      <a:pt x="331898" y="405018"/>
                    </a:cubicBezTo>
                    <a:cubicBezTo>
                      <a:pt x="342085" y="405018"/>
                      <a:pt x="357223" y="390376"/>
                      <a:pt x="371505" y="383245"/>
                    </a:cubicBezTo>
                    <a:cubicBezTo>
                      <a:pt x="385786" y="376114"/>
                      <a:pt x="396354" y="383245"/>
                      <a:pt x="400067" y="381913"/>
                    </a:cubicBezTo>
                    <a:cubicBezTo>
                      <a:pt x="403780" y="380582"/>
                      <a:pt x="395592" y="373927"/>
                      <a:pt x="400067" y="371740"/>
                    </a:cubicBezTo>
                    <a:cubicBezTo>
                      <a:pt x="404542" y="369553"/>
                      <a:pt x="394259" y="368127"/>
                      <a:pt x="391118" y="359760"/>
                    </a:cubicBezTo>
                    <a:cubicBezTo>
                      <a:pt x="387976" y="351393"/>
                      <a:pt x="396068" y="356622"/>
                      <a:pt x="397782" y="350252"/>
                    </a:cubicBezTo>
                    <a:cubicBezTo>
                      <a:pt x="399496" y="343881"/>
                      <a:pt x="404447" y="346258"/>
                      <a:pt x="408921" y="349396"/>
                    </a:cubicBezTo>
                    <a:cubicBezTo>
                      <a:pt x="413396" y="352534"/>
                      <a:pt x="419585" y="346258"/>
                      <a:pt x="423584" y="354721"/>
                    </a:cubicBezTo>
                    <a:cubicBezTo>
                      <a:pt x="427582" y="363183"/>
                      <a:pt x="432057" y="352439"/>
                      <a:pt x="439102" y="358239"/>
                    </a:cubicBezTo>
                    <a:cubicBezTo>
                      <a:pt x="446148" y="364038"/>
                      <a:pt x="437770" y="363183"/>
                      <a:pt x="430248" y="364894"/>
                    </a:cubicBezTo>
                    <a:cubicBezTo>
                      <a:pt x="422727" y="366606"/>
                      <a:pt x="426725" y="376874"/>
                      <a:pt x="432438" y="372025"/>
                    </a:cubicBezTo>
                    <a:cubicBezTo>
                      <a:pt x="438150" y="367176"/>
                      <a:pt x="443101" y="364038"/>
                      <a:pt x="448433" y="368887"/>
                    </a:cubicBezTo>
                    <a:cubicBezTo>
                      <a:pt x="453765" y="373737"/>
                      <a:pt x="456050" y="371550"/>
                      <a:pt x="460429" y="367081"/>
                    </a:cubicBezTo>
                    <a:cubicBezTo>
                      <a:pt x="464809" y="362612"/>
                      <a:pt x="464904" y="367081"/>
                      <a:pt x="464904" y="371074"/>
                    </a:cubicBezTo>
                    <a:cubicBezTo>
                      <a:pt x="464904" y="375068"/>
                      <a:pt x="474425" y="376018"/>
                      <a:pt x="487563" y="378205"/>
                    </a:cubicBezTo>
                    <a:cubicBezTo>
                      <a:pt x="502107" y="379221"/>
                      <a:pt x="516715" y="378775"/>
                      <a:pt x="531169" y="376874"/>
                    </a:cubicBezTo>
                    <a:cubicBezTo>
                      <a:pt x="537357" y="376874"/>
                      <a:pt x="535168" y="386382"/>
                      <a:pt x="548877" y="388854"/>
                    </a:cubicBezTo>
                    <a:cubicBezTo>
                      <a:pt x="562587" y="391326"/>
                      <a:pt x="566205" y="375163"/>
                      <a:pt x="573346" y="380868"/>
                    </a:cubicBezTo>
                    <a:cubicBezTo>
                      <a:pt x="580487" y="386572"/>
                      <a:pt x="573346" y="388854"/>
                      <a:pt x="569347" y="393323"/>
                    </a:cubicBezTo>
                    <a:cubicBezTo>
                      <a:pt x="565349" y="397792"/>
                      <a:pt x="573822" y="398172"/>
                      <a:pt x="578868" y="400454"/>
                    </a:cubicBezTo>
                    <a:cubicBezTo>
                      <a:pt x="587325" y="402873"/>
                      <a:pt x="595287" y="406768"/>
                      <a:pt x="602385" y="411959"/>
                    </a:cubicBezTo>
                    <a:cubicBezTo>
                      <a:pt x="608770" y="419943"/>
                      <a:pt x="616830" y="426434"/>
                      <a:pt x="625996" y="430975"/>
                    </a:cubicBezTo>
                    <a:cubicBezTo>
                      <a:pt x="640182" y="438011"/>
                      <a:pt x="625996" y="413195"/>
                      <a:pt x="637516" y="421467"/>
                    </a:cubicBezTo>
                    <a:cubicBezTo>
                      <a:pt x="649036" y="429739"/>
                      <a:pt x="644657" y="421467"/>
                      <a:pt x="653511" y="429929"/>
                    </a:cubicBezTo>
                    <a:cubicBezTo>
                      <a:pt x="662366" y="438391"/>
                      <a:pt x="659319" y="426316"/>
                      <a:pt x="655320" y="413005"/>
                    </a:cubicBezTo>
                    <a:cubicBezTo>
                      <a:pt x="651321" y="399693"/>
                      <a:pt x="659319" y="408631"/>
                      <a:pt x="663318" y="414811"/>
                    </a:cubicBezTo>
                    <a:cubicBezTo>
                      <a:pt x="667124" y="423029"/>
                      <a:pt x="667601" y="432397"/>
                      <a:pt x="664651" y="440958"/>
                    </a:cubicBezTo>
                    <a:cubicBezTo>
                      <a:pt x="661985" y="448945"/>
                      <a:pt x="648656" y="442289"/>
                      <a:pt x="649989" y="437916"/>
                    </a:cubicBezTo>
                    <a:cubicBezTo>
                      <a:pt x="651321" y="433542"/>
                      <a:pt x="636659" y="435253"/>
                      <a:pt x="636183" y="441434"/>
                    </a:cubicBezTo>
                    <a:cubicBezTo>
                      <a:pt x="637866" y="450390"/>
                      <a:pt x="644112" y="457817"/>
                      <a:pt x="652654" y="461020"/>
                    </a:cubicBezTo>
                    <a:cubicBezTo>
                      <a:pt x="659700" y="462351"/>
                      <a:pt x="654368" y="473381"/>
                      <a:pt x="658843" y="474712"/>
                    </a:cubicBezTo>
                    <a:cubicBezTo>
                      <a:pt x="664936" y="476518"/>
                      <a:pt x="664651" y="488023"/>
                      <a:pt x="668364" y="486312"/>
                    </a:cubicBezTo>
                    <a:cubicBezTo>
                      <a:pt x="672077" y="484600"/>
                      <a:pt x="670554" y="470718"/>
                      <a:pt x="666555" y="464538"/>
                    </a:cubicBezTo>
                    <a:cubicBezTo>
                      <a:pt x="662556" y="458358"/>
                      <a:pt x="664365" y="449420"/>
                      <a:pt x="669697" y="451227"/>
                    </a:cubicBezTo>
                    <a:cubicBezTo>
                      <a:pt x="675028" y="453033"/>
                      <a:pt x="669697" y="462351"/>
                      <a:pt x="672362" y="465394"/>
                    </a:cubicBezTo>
                    <a:cubicBezTo>
                      <a:pt x="675028" y="468436"/>
                      <a:pt x="678170" y="462351"/>
                      <a:pt x="684359" y="458738"/>
                    </a:cubicBezTo>
                    <a:cubicBezTo>
                      <a:pt x="690547" y="455125"/>
                      <a:pt x="681693" y="444952"/>
                      <a:pt x="684359" y="439722"/>
                    </a:cubicBezTo>
                    <a:cubicBezTo>
                      <a:pt x="687025" y="434493"/>
                      <a:pt x="693880" y="444191"/>
                      <a:pt x="696355" y="453509"/>
                    </a:cubicBezTo>
                    <a:cubicBezTo>
                      <a:pt x="698830" y="462827"/>
                      <a:pt x="689690" y="462446"/>
                      <a:pt x="689690" y="467296"/>
                    </a:cubicBezTo>
                    <a:cubicBezTo>
                      <a:pt x="689690" y="472145"/>
                      <a:pt x="681312" y="469958"/>
                      <a:pt x="678646" y="472620"/>
                    </a:cubicBezTo>
                    <a:cubicBezTo>
                      <a:pt x="675980" y="475282"/>
                      <a:pt x="677313" y="493062"/>
                      <a:pt x="680836" y="493443"/>
                    </a:cubicBezTo>
                    <a:cubicBezTo>
                      <a:pt x="684359" y="493823"/>
                      <a:pt x="686644" y="478800"/>
                      <a:pt x="688834" y="486407"/>
                    </a:cubicBezTo>
                    <a:cubicBezTo>
                      <a:pt x="691023" y="494013"/>
                      <a:pt x="699497" y="476899"/>
                      <a:pt x="701782" y="483744"/>
                    </a:cubicBezTo>
                    <a:cubicBezTo>
                      <a:pt x="704067" y="490590"/>
                      <a:pt x="714635" y="498767"/>
                      <a:pt x="718634" y="497056"/>
                    </a:cubicBezTo>
                    <a:cubicBezTo>
                      <a:pt x="722632" y="495344"/>
                      <a:pt x="716825" y="487548"/>
                      <a:pt x="710636" y="487548"/>
                    </a:cubicBezTo>
                    <a:cubicBezTo>
                      <a:pt x="704448" y="487548"/>
                      <a:pt x="705304" y="476899"/>
                      <a:pt x="710636" y="476423"/>
                    </a:cubicBezTo>
                    <a:cubicBezTo>
                      <a:pt x="715968" y="475948"/>
                      <a:pt x="726631" y="491066"/>
                      <a:pt x="726155" y="496390"/>
                    </a:cubicBezTo>
                    <a:cubicBezTo>
                      <a:pt x="725679" y="501715"/>
                      <a:pt x="720823" y="501334"/>
                      <a:pt x="715873" y="506659"/>
                    </a:cubicBezTo>
                    <a:cubicBezTo>
                      <a:pt x="710922" y="511983"/>
                      <a:pt x="704352" y="497721"/>
                      <a:pt x="698545" y="498197"/>
                    </a:cubicBezTo>
                    <a:cubicBezTo>
                      <a:pt x="692737" y="498672"/>
                      <a:pt x="698545" y="507705"/>
                      <a:pt x="701306" y="513695"/>
                    </a:cubicBezTo>
                    <a:cubicBezTo>
                      <a:pt x="704067" y="519685"/>
                      <a:pt x="694165" y="528337"/>
                      <a:pt x="701306" y="533281"/>
                    </a:cubicBezTo>
                    <a:cubicBezTo>
                      <a:pt x="708446" y="538225"/>
                      <a:pt x="706637" y="530143"/>
                      <a:pt x="707970" y="526626"/>
                    </a:cubicBezTo>
                    <a:cubicBezTo>
                      <a:pt x="709303" y="523108"/>
                      <a:pt x="715111" y="527481"/>
                      <a:pt x="719110" y="530619"/>
                    </a:cubicBezTo>
                    <a:cubicBezTo>
                      <a:pt x="723108" y="533757"/>
                      <a:pt x="723585" y="523488"/>
                      <a:pt x="723585" y="519495"/>
                    </a:cubicBezTo>
                    <a:cubicBezTo>
                      <a:pt x="723585" y="515501"/>
                      <a:pt x="730249" y="517688"/>
                      <a:pt x="733772" y="523012"/>
                    </a:cubicBezTo>
                    <a:cubicBezTo>
                      <a:pt x="737294" y="528337"/>
                      <a:pt x="737771" y="517308"/>
                      <a:pt x="743293" y="518163"/>
                    </a:cubicBezTo>
                    <a:cubicBezTo>
                      <a:pt x="748815" y="519019"/>
                      <a:pt x="745102" y="527671"/>
                      <a:pt x="745102" y="532330"/>
                    </a:cubicBezTo>
                    <a:cubicBezTo>
                      <a:pt x="745102" y="536989"/>
                      <a:pt x="754622" y="528337"/>
                      <a:pt x="753480" y="533661"/>
                    </a:cubicBezTo>
                    <a:cubicBezTo>
                      <a:pt x="753388" y="534419"/>
                      <a:pt x="753388" y="535186"/>
                      <a:pt x="753480" y="535943"/>
                    </a:cubicBezTo>
                    <a:lnTo>
                      <a:pt x="767095" y="526435"/>
                    </a:lnTo>
                    <a:cubicBezTo>
                      <a:pt x="777948" y="518924"/>
                      <a:pt x="761382" y="514741"/>
                      <a:pt x="764334" y="507134"/>
                    </a:cubicBezTo>
                    <a:close/>
                    <a:moveTo>
                      <a:pt x="14379" y="570077"/>
                    </a:moveTo>
                    <a:cubicBezTo>
                      <a:pt x="25137" y="565704"/>
                      <a:pt x="29517" y="560569"/>
                      <a:pt x="25137" y="555055"/>
                    </a:cubicBezTo>
                    <a:cubicBezTo>
                      <a:pt x="20758" y="549540"/>
                      <a:pt x="6191" y="573500"/>
                      <a:pt x="14379" y="570077"/>
                    </a:cubicBezTo>
                    <a:close/>
                    <a:moveTo>
                      <a:pt x="89974" y="529953"/>
                    </a:moveTo>
                    <a:cubicBezTo>
                      <a:pt x="80453" y="526435"/>
                      <a:pt x="54461" y="542029"/>
                      <a:pt x="63316" y="543265"/>
                    </a:cubicBezTo>
                    <a:cubicBezTo>
                      <a:pt x="69504" y="544215"/>
                      <a:pt x="72170" y="538035"/>
                      <a:pt x="79311" y="538035"/>
                    </a:cubicBezTo>
                    <a:cubicBezTo>
                      <a:pt x="86451" y="538035"/>
                      <a:pt x="99781" y="533757"/>
                      <a:pt x="89974" y="529953"/>
                    </a:cubicBezTo>
                    <a:close/>
                    <a:moveTo>
                      <a:pt x="315332" y="425365"/>
                    </a:moveTo>
                    <a:cubicBezTo>
                      <a:pt x="315332" y="420516"/>
                      <a:pt x="308667" y="420991"/>
                      <a:pt x="299718" y="431165"/>
                    </a:cubicBezTo>
                    <a:cubicBezTo>
                      <a:pt x="290768" y="441339"/>
                      <a:pt x="283342" y="446663"/>
                      <a:pt x="282009" y="451607"/>
                    </a:cubicBezTo>
                    <a:cubicBezTo>
                      <a:pt x="280676" y="456551"/>
                      <a:pt x="270394" y="450656"/>
                      <a:pt x="267347" y="456932"/>
                    </a:cubicBezTo>
                    <a:cubicBezTo>
                      <a:pt x="264300" y="463207"/>
                      <a:pt x="269537" y="476899"/>
                      <a:pt x="275725" y="472430"/>
                    </a:cubicBezTo>
                    <a:cubicBezTo>
                      <a:pt x="281914" y="467961"/>
                      <a:pt x="282390" y="472430"/>
                      <a:pt x="286389" y="472430"/>
                    </a:cubicBezTo>
                    <a:cubicBezTo>
                      <a:pt x="296555" y="468299"/>
                      <a:pt x="305570" y="461775"/>
                      <a:pt x="312666" y="453414"/>
                    </a:cubicBezTo>
                    <a:cubicBezTo>
                      <a:pt x="316665" y="447234"/>
                      <a:pt x="305525" y="445427"/>
                      <a:pt x="305049" y="441434"/>
                    </a:cubicBezTo>
                    <a:cubicBezTo>
                      <a:pt x="304573" y="437440"/>
                      <a:pt x="314570" y="437440"/>
                      <a:pt x="319331" y="434778"/>
                    </a:cubicBezTo>
                    <a:cubicBezTo>
                      <a:pt x="324091" y="432116"/>
                      <a:pt x="314761" y="430785"/>
                      <a:pt x="315332" y="425841"/>
                    </a:cubicBezTo>
                    <a:close/>
                    <a:moveTo>
                      <a:pt x="32183" y="373546"/>
                    </a:moveTo>
                    <a:cubicBezTo>
                      <a:pt x="31326" y="366415"/>
                      <a:pt x="12189" y="373546"/>
                      <a:pt x="14379" y="379727"/>
                    </a:cubicBezTo>
                    <a:cubicBezTo>
                      <a:pt x="16569" y="385907"/>
                      <a:pt x="34658" y="390756"/>
                      <a:pt x="42941" y="388189"/>
                    </a:cubicBezTo>
                    <a:cubicBezTo>
                      <a:pt x="47325" y="387320"/>
                      <a:pt x="50174" y="383067"/>
                      <a:pt x="49304" y="378689"/>
                    </a:cubicBezTo>
                    <a:cubicBezTo>
                      <a:pt x="48979" y="377050"/>
                      <a:pt x="48153" y="375553"/>
                      <a:pt x="46940" y="374402"/>
                    </a:cubicBezTo>
                    <a:cubicBezTo>
                      <a:pt x="41513" y="369933"/>
                      <a:pt x="33135" y="380582"/>
                      <a:pt x="32183" y="373546"/>
                    </a:cubicBezTo>
                    <a:close/>
                    <a:moveTo>
                      <a:pt x="248781" y="1353538"/>
                    </a:moveTo>
                    <a:cubicBezTo>
                      <a:pt x="237642" y="1354774"/>
                      <a:pt x="243735" y="1382062"/>
                      <a:pt x="249733" y="1377974"/>
                    </a:cubicBezTo>
                    <a:cubicBezTo>
                      <a:pt x="254018" y="1374741"/>
                      <a:pt x="261825" y="1374076"/>
                      <a:pt x="264110" y="1369797"/>
                    </a:cubicBezTo>
                    <a:cubicBezTo>
                      <a:pt x="266395" y="1365518"/>
                      <a:pt x="259921" y="1352207"/>
                      <a:pt x="248781" y="1353538"/>
                    </a:cubicBezTo>
                    <a:close/>
                    <a:moveTo>
                      <a:pt x="234024" y="1336519"/>
                    </a:moveTo>
                    <a:cubicBezTo>
                      <a:pt x="227550" y="1337470"/>
                      <a:pt x="231739" y="1349450"/>
                      <a:pt x="236023" y="1346027"/>
                    </a:cubicBezTo>
                    <a:cubicBezTo>
                      <a:pt x="243164" y="1341083"/>
                      <a:pt x="240593" y="1335568"/>
                      <a:pt x="234024" y="1336519"/>
                    </a:cubicBezTo>
                    <a:close/>
                    <a:moveTo>
                      <a:pt x="164808" y="1313985"/>
                    </a:moveTo>
                    <a:cubicBezTo>
                      <a:pt x="170615" y="1320165"/>
                      <a:pt x="174900" y="1318549"/>
                      <a:pt x="176518" y="1313034"/>
                    </a:cubicBezTo>
                    <a:cubicBezTo>
                      <a:pt x="178137" y="1307519"/>
                      <a:pt x="158429" y="1307329"/>
                      <a:pt x="164808" y="1313985"/>
                    </a:cubicBezTo>
                    <a:close/>
                    <a:moveTo>
                      <a:pt x="196131" y="1327391"/>
                    </a:moveTo>
                    <a:cubicBezTo>
                      <a:pt x="200416" y="1333857"/>
                      <a:pt x="204986" y="1335188"/>
                      <a:pt x="208603" y="1329388"/>
                    </a:cubicBezTo>
                    <a:cubicBezTo>
                      <a:pt x="212221" y="1323588"/>
                      <a:pt x="190990" y="1319785"/>
                      <a:pt x="196131" y="1327391"/>
                    </a:cubicBezTo>
                    <a:close/>
                    <a:moveTo>
                      <a:pt x="2019939" y="733140"/>
                    </a:moveTo>
                    <a:cubicBezTo>
                      <a:pt x="2019368" y="727245"/>
                      <a:pt x="2001659" y="731999"/>
                      <a:pt x="1993281" y="725438"/>
                    </a:cubicBezTo>
                    <a:cubicBezTo>
                      <a:pt x="1984902" y="718878"/>
                      <a:pt x="1970812" y="748543"/>
                      <a:pt x="1967860" y="760998"/>
                    </a:cubicBezTo>
                    <a:cubicBezTo>
                      <a:pt x="1964909" y="773454"/>
                      <a:pt x="1942820" y="786670"/>
                      <a:pt x="1942820" y="786670"/>
                    </a:cubicBezTo>
                    <a:lnTo>
                      <a:pt x="1874080" y="787336"/>
                    </a:lnTo>
                    <a:cubicBezTo>
                      <a:pt x="1870367" y="787336"/>
                      <a:pt x="1855800" y="799886"/>
                      <a:pt x="1847327" y="807493"/>
                    </a:cubicBezTo>
                    <a:cubicBezTo>
                      <a:pt x="1847569" y="807860"/>
                      <a:pt x="1847792" y="808241"/>
                      <a:pt x="1847993" y="808633"/>
                    </a:cubicBezTo>
                    <a:cubicBezTo>
                      <a:pt x="1854467" y="820138"/>
                      <a:pt x="1831141" y="827649"/>
                      <a:pt x="1808958" y="827649"/>
                    </a:cubicBezTo>
                    <a:cubicBezTo>
                      <a:pt x="1803603" y="827875"/>
                      <a:pt x="1798264" y="828383"/>
                      <a:pt x="1792963" y="829171"/>
                    </a:cubicBezTo>
                    <a:cubicBezTo>
                      <a:pt x="1793822" y="831743"/>
                      <a:pt x="1794209" y="834448"/>
                      <a:pt x="1794105" y="837158"/>
                    </a:cubicBezTo>
                    <a:cubicBezTo>
                      <a:pt x="1794105" y="838584"/>
                      <a:pt x="1791535" y="840295"/>
                      <a:pt x="1788202" y="842102"/>
                    </a:cubicBezTo>
                    <a:cubicBezTo>
                      <a:pt x="1784775" y="848948"/>
                      <a:pt x="1757545" y="862259"/>
                      <a:pt x="1742312" y="870626"/>
                    </a:cubicBezTo>
                    <a:cubicBezTo>
                      <a:pt x="1725365" y="879563"/>
                      <a:pt x="1702229" y="875095"/>
                      <a:pt x="1702229" y="861783"/>
                    </a:cubicBezTo>
                    <a:cubicBezTo>
                      <a:pt x="1702229" y="848472"/>
                      <a:pt x="1714701" y="851134"/>
                      <a:pt x="1717367" y="857314"/>
                    </a:cubicBezTo>
                    <a:cubicBezTo>
                      <a:pt x="1718415" y="859691"/>
                      <a:pt x="1721366" y="857980"/>
                      <a:pt x="1725460" y="855033"/>
                    </a:cubicBezTo>
                    <a:cubicBezTo>
                      <a:pt x="1721892" y="850640"/>
                      <a:pt x="1720684" y="844788"/>
                      <a:pt x="1722223" y="839344"/>
                    </a:cubicBezTo>
                    <a:cubicBezTo>
                      <a:pt x="1717082" y="837158"/>
                      <a:pt x="1725079" y="817286"/>
                      <a:pt x="1714701" y="813863"/>
                    </a:cubicBezTo>
                    <a:cubicBezTo>
                      <a:pt x="1704324" y="810440"/>
                      <a:pt x="1691566" y="828981"/>
                      <a:pt x="1693375" y="817381"/>
                    </a:cubicBezTo>
                    <a:cubicBezTo>
                      <a:pt x="1695184" y="805781"/>
                      <a:pt x="1711179" y="796083"/>
                      <a:pt x="1701372" y="781060"/>
                    </a:cubicBezTo>
                    <a:cubicBezTo>
                      <a:pt x="1691566" y="766038"/>
                      <a:pt x="1673857" y="765943"/>
                      <a:pt x="1670239" y="777447"/>
                    </a:cubicBezTo>
                    <a:cubicBezTo>
                      <a:pt x="1666621" y="788952"/>
                      <a:pt x="1654244" y="783627"/>
                      <a:pt x="1649865" y="792565"/>
                    </a:cubicBezTo>
                    <a:cubicBezTo>
                      <a:pt x="1643790" y="805891"/>
                      <a:pt x="1641930" y="820751"/>
                      <a:pt x="1644533" y="835161"/>
                    </a:cubicBezTo>
                    <a:cubicBezTo>
                      <a:pt x="1648056" y="849328"/>
                      <a:pt x="1643581" y="856459"/>
                      <a:pt x="1630252" y="864445"/>
                    </a:cubicBezTo>
                    <a:cubicBezTo>
                      <a:pt x="1616923" y="872432"/>
                      <a:pt x="1609973" y="852275"/>
                      <a:pt x="1615114" y="826413"/>
                    </a:cubicBezTo>
                    <a:cubicBezTo>
                      <a:pt x="1618732" y="808633"/>
                      <a:pt x="1628443" y="791804"/>
                      <a:pt x="1619589" y="791804"/>
                    </a:cubicBezTo>
                    <a:cubicBezTo>
                      <a:pt x="1610734" y="791804"/>
                      <a:pt x="1631204" y="770411"/>
                      <a:pt x="1649865" y="766038"/>
                    </a:cubicBezTo>
                    <a:cubicBezTo>
                      <a:pt x="1668526" y="761664"/>
                      <a:pt x="1691566" y="763375"/>
                      <a:pt x="1691566" y="758051"/>
                    </a:cubicBezTo>
                    <a:cubicBezTo>
                      <a:pt x="1691566" y="756910"/>
                      <a:pt x="1692423" y="756244"/>
                      <a:pt x="1693851" y="755769"/>
                    </a:cubicBezTo>
                    <a:cubicBezTo>
                      <a:pt x="1690207" y="752879"/>
                      <a:pt x="1686392" y="750212"/>
                      <a:pt x="1682426" y="747782"/>
                    </a:cubicBezTo>
                    <a:cubicBezTo>
                      <a:pt x="1682038" y="749081"/>
                      <a:pt x="1681193" y="750195"/>
                      <a:pt x="1680046" y="750920"/>
                    </a:cubicBezTo>
                    <a:cubicBezTo>
                      <a:pt x="1672715" y="756054"/>
                      <a:pt x="1674714" y="742933"/>
                      <a:pt x="1661004" y="742933"/>
                    </a:cubicBezTo>
                    <a:cubicBezTo>
                      <a:pt x="1647294" y="742933"/>
                      <a:pt x="1634346" y="755389"/>
                      <a:pt x="1623683" y="750064"/>
                    </a:cubicBezTo>
                    <a:cubicBezTo>
                      <a:pt x="1613019" y="744740"/>
                      <a:pt x="1618351" y="737609"/>
                      <a:pt x="1608544" y="737609"/>
                    </a:cubicBezTo>
                    <a:cubicBezTo>
                      <a:pt x="1598738" y="737609"/>
                      <a:pt x="1615685" y="718592"/>
                      <a:pt x="1601404" y="726960"/>
                    </a:cubicBezTo>
                    <a:cubicBezTo>
                      <a:pt x="1587123" y="735327"/>
                      <a:pt x="1565891" y="754438"/>
                      <a:pt x="1556085" y="745976"/>
                    </a:cubicBezTo>
                    <a:cubicBezTo>
                      <a:pt x="1546278" y="737513"/>
                      <a:pt x="1537043" y="748638"/>
                      <a:pt x="1530378" y="741507"/>
                    </a:cubicBezTo>
                    <a:cubicBezTo>
                      <a:pt x="1523714" y="734376"/>
                      <a:pt x="1555228" y="714884"/>
                      <a:pt x="1570366" y="715835"/>
                    </a:cubicBezTo>
                    <a:cubicBezTo>
                      <a:pt x="1574173" y="715834"/>
                      <a:pt x="1577841" y="714409"/>
                      <a:pt x="1580649" y="711842"/>
                    </a:cubicBezTo>
                    <a:cubicBezTo>
                      <a:pt x="1572651" y="708894"/>
                      <a:pt x="1556275" y="702334"/>
                      <a:pt x="1552086" y="707849"/>
                    </a:cubicBezTo>
                    <a:cubicBezTo>
                      <a:pt x="1547897" y="713363"/>
                      <a:pt x="1539042" y="710130"/>
                      <a:pt x="1534853" y="704806"/>
                    </a:cubicBezTo>
                    <a:cubicBezTo>
                      <a:pt x="1530664" y="699481"/>
                      <a:pt x="1525332" y="706612"/>
                      <a:pt x="1518287" y="698340"/>
                    </a:cubicBezTo>
                    <a:cubicBezTo>
                      <a:pt x="1511242" y="690068"/>
                      <a:pt x="1504101" y="695963"/>
                      <a:pt x="1499912" y="697770"/>
                    </a:cubicBezTo>
                    <a:cubicBezTo>
                      <a:pt x="1495723" y="699576"/>
                      <a:pt x="1490391" y="694822"/>
                      <a:pt x="1482774" y="691875"/>
                    </a:cubicBezTo>
                    <a:cubicBezTo>
                      <a:pt x="1475158" y="688927"/>
                      <a:pt x="1480966" y="681131"/>
                      <a:pt x="1474396" y="676472"/>
                    </a:cubicBezTo>
                    <a:cubicBezTo>
                      <a:pt x="1467827" y="671813"/>
                      <a:pt x="1467541" y="685410"/>
                      <a:pt x="1467541" y="685410"/>
                    </a:cubicBezTo>
                    <a:lnTo>
                      <a:pt x="915334" y="688357"/>
                    </a:lnTo>
                    <a:cubicBezTo>
                      <a:pt x="915923" y="689270"/>
                      <a:pt x="916592" y="690129"/>
                      <a:pt x="917333" y="690924"/>
                    </a:cubicBezTo>
                    <a:cubicBezTo>
                      <a:pt x="923998" y="698055"/>
                      <a:pt x="918666" y="703380"/>
                      <a:pt x="920856" y="711842"/>
                    </a:cubicBezTo>
                    <a:cubicBezTo>
                      <a:pt x="923046" y="720304"/>
                      <a:pt x="920856" y="732189"/>
                      <a:pt x="914667" y="732189"/>
                    </a:cubicBezTo>
                    <a:cubicBezTo>
                      <a:pt x="911737" y="732476"/>
                      <a:pt x="909128" y="730337"/>
                      <a:pt x="908840" y="727410"/>
                    </a:cubicBezTo>
                    <a:cubicBezTo>
                      <a:pt x="908615" y="725118"/>
                      <a:pt x="909891" y="722942"/>
                      <a:pt x="912001" y="722016"/>
                    </a:cubicBezTo>
                    <a:cubicBezTo>
                      <a:pt x="916857" y="719353"/>
                      <a:pt x="914191" y="709560"/>
                      <a:pt x="909336" y="709560"/>
                    </a:cubicBezTo>
                    <a:cubicBezTo>
                      <a:pt x="906479" y="709560"/>
                      <a:pt x="905337" y="706232"/>
                      <a:pt x="905432" y="702334"/>
                    </a:cubicBezTo>
                    <a:cubicBezTo>
                      <a:pt x="894955" y="704290"/>
                      <a:pt x="884205" y="704290"/>
                      <a:pt x="873728" y="702334"/>
                    </a:cubicBezTo>
                    <a:cubicBezTo>
                      <a:pt x="873865" y="702864"/>
                      <a:pt x="873865" y="703420"/>
                      <a:pt x="873728" y="703950"/>
                    </a:cubicBezTo>
                    <a:cubicBezTo>
                      <a:pt x="874813" y="713542"/>
                      <a:pt x="878319" y="722702"/>
                      <a:pt x="883915" y="730573"/>
                    </a:cubicBezTo>
                    <a:cubicBezTo>
                      <a:pt x="891056" y="740081"/>
                      <a:pt x="886200" y="745595"/>
                      <a:pt x="892865" y="749589"/>
                    </a:cubicBezTo>
                    <a:cubicBezTo>
                      <a:pt x="899529" y="753582"/>
                      <a:pt x="899053" y="757100"/>
                      <a:pt x="892865" y="756244"/>
                    </a:cubicBezTo>
                    <a:cubicBezTo>
                      <a:pt x="886676" y="755389"/>
                      <a:pt x="891056" y="761093"/>
                      <a:pt x="888866" y="774405"/>
                    </a:cubicBezTo>
                    <a:cubicBezTo>
                      <a:pt x="886676" y="787716"/>
                      <a:pt x="887057" y="815289"/>
                      <a:pt x="885724" y="823656"/>
                    </a:cubicBezTo>
                    <a:cubicBezTo>
                      <a:pt x="884391" y="832023"/>
                      <a:pt x="874585" y="845905"/>
                      <a:pt x="880392" y="854747"/>
                    </a:cubicBezTo>
                    <a:cubicBezTo>
                      <a:pt x="887036" y="864157"/>
                      <a:pt x="889451" y="875907"/>
                      <a:pt x="887057" y="887170"/>
                    </a:cubicBezTo>
                    <a:cubicBezTo>
                      <a:pt x="883648" y="895747"/>
                      <a:pt x="884458" y="905424"/>
                      <a:pt x="889247" y="913317"/>
                    </a:cubicBezTo>
                    <a:cubicBezTo>
                      <a:pt x="894198" y="921779"/>
                      <a:pt x="890199" y="936421"/>
                      <a:pt x="895530" y="939559"/>
                    </a:cubicBezTo>
                    <a:cubicBezTo>
                      <a:pt x="901852" y="944050"/>
                      <a:pt x="907009" y="949982"/>
                      <a:pt x="910573" y="956864"/>
                    </a:cubicBezTo>
                    <a:cubicBezTo>
                      <a:pt x="915524" y="964850"/>
                      <a:pt x="920094" y="959906"/>
                      <a:pt x="920856" y="967893"/>
                    </a:cubicBezTo>
                    <a:cubicBezTo>
                      <a:pt x="921617" y="975880"/>
                      <a:pt x="921713" y="977401"/>
                      <a:pt x="928853" y="980348"/>
                    </a:cubicBezTo>
                    <a:cubicBezTo>
                      <a:pt x="935994" y="983296"/>
                      <a:pt x="931519" y="991473"/>
                      <a:pt x="931519" y="995846"/>
                    </a:cubicBezTo>
                    <a:cubicBezTo>
                      <a:pt x="931519" y="1000220"/>
                      <a:pt x="941040" y="1008302"/>
                      <a:pt x="952370" y="1018571"/>
                    </a:cubicBezTo>
                    <a:cubicBezTo>
                      <a:pt x="963700" y="1028839"/>
                      <a:pt x="954179" y="1037111"/>
                      <a:pt x="962652" y="1037111"/>
                    </a:cubicBezTo>
                    <a:cubicBezTo>
                      <a:pt x="971718" y="1038207"/>
                      <a:pt x="980311" y="1041758"/>
                      <a:pt x="987502" y="1047380"/>
                    </a:cubicBezTo>
                    <a:cubicBezTo>
                      <a:pt x="995975" y="1052704"/>
                      <a:pt x="998641" y="1049567"/>
                      <a:pt x="1004353" y="1050898"/>
                    </a:cubicBezTo>
                    <a:cubicBezTo>
                      <a:pt x="1013328" y="1055594"/>
                      <a:pt x="1020147" y="1063562"/>
                      <a:pt x="1023395" y="1073147"/>
                    </a:cubicBezTo>
                    <a:cubicBezTo>
                      <a:pt x="1024544" y="1077457"/>
                      <a:pt x="1026073" y="1081657"/>
                      <a:pt x="1027965" y="1085697"/>
                    </a:cubicBezTo>
                    <a:lnTo>
                      <a:pt x="1074046" y="1079707"/>
                    </a:lnTo>
                    <a:cubicBezTo>
                      <a:pt x="1080906" y="1084647"/>
                      <a:pt x="1088399" y="1088645"/>
                      <a:pt x="1096324" y="1091592"/>
                    </a:cubicBezTo>
                    <a:cubicBezTo>
                      <a:pt x="1104417" y="1093399"/>
                      <a:pt x="1148118" y="1109562"/>
                      <a:pt x="1148118" y="1109562"/>
                    </a:cubicBezTo>
                    <a:lnTo>
                      <a:pt x="1205243" y="1109087"/>
                    </a:lnTo>
                    <a:lnTo>
                      <a:pt x="1211907" y="1100530"/>
                    </a:lnTo>
                    <a:lnTo>
                      <a:pt x="1243231" y="1100530"/>
                    </a:lnTo>
                    <a:cubicBezTo>
                      <a:pt x="1250405" y="1107786"/>
                      <a:pt x="1258003" y="1114612"/>
                      <a:pt x="1265985" y="1120972"/>
                    </a:cubicBezTo>
                    <a:cubicBezTo>
                      <a:pt x="1268842" y="1121923"/>
                      <a:pt x="1278839" y="1130480"/>
                      <a:pt x="1278839" y="1136565"/>
                    </a:cubicBezTo>
                    <a:cubicBezTo>
                      <a:pt x="1278477" y="1141875"/>
                      <a:pt x="1281274" y="1146902"/>
                      <a:pt x="1285979" y="1149401"/>
                    </a:cubicBezTo>
                    <a:cubicBezTo>
                      <a:pt x="1293266" y="1154196"/>
                      <a:pt x="1301056" y="1158181"/>
                      <a:pt x="1309210" y="1161286"/>
                    </a:cubicBezTo>
                    <a:cubicBezTo>
                      <a:pt x="1311590" y="1160335"/>
                      <a:pt x="1316351" y="1142270"/>
                      <a:pt x="1324919" y="1142270"/>
                    </a:cubicBezTo>
                    <a:cubicBezTo>
                      <a:pt x="1333488" y="1142270"/>
                      <a:pt x="1356719" y="1149401"/>
                      <a:pt x="1360527" y="1162617"/>
                    </a:cubicBezTo>
                    <a:cubicBezTo>
                      <a:pt x="1364190" y="1173261"/>
                      <a:pt x="1370791" y="1182655"/>
                      <a:pt x="1379569" y="1189715"/>
                    </a:cubicBezTo>
                    <a:cubicBezTo>
                      <a:pt x="1383377" y="1192567"/>
                      <a:pt x="1381473" y="1200649"/>
                      <a:pt x="1384329" y="1204833"/>
                    </a:cubicBezTo>
                    <a:cubicBezTo>
                      <a:pt x="1387185" y="1209016"/>
                      <a:pt x="1386709" y="1217193"/>
                      <a:pt x="1390042" y="1217193"/>
                    </a:cubicBezTo>
                    <a:cubicBezTo>
                      <a:pt x="1393374" y="1217193"/>
                      <a:pt x="1410416" y="1227652"/>
                      <a:pt x="1418033" y="1226701"/>
                    </a:cubicBezTo>
                    <a:cubicBezTo>
                      <a:pt x="1421067" y="1226935"/>
                      <a:pt x="1423972" y="1228023"/>
                      <a:pt x="1426411" y="1229839"/>
                    </a:cubicBezTo>
                    <a:cubicBezTo>
                      <a:pt x="1427268" y="1213960"/>
                      <a:pt x="1410987" y="1210823"/>
                      <a:pt x="1420603" y="1203977"/>
                    </a:cubicBezTo>
                    <a:cubicBezTo>
                      <a:pt x="1431743" y="1195515"/>
                      <a:pt x="1420128" y="1188479"/>
                      <a:pt x="1425459" y="1184961"/>
                    </a:cubicBezTo>
                    <a:cubicBezTo>
                      <a:pt x="1430791" y="1181443"/>
                      <a:pt x="1440121" y="1177925"/>
                      <a:pt x="1440121" y="1172601"/>
                    </a:cubicBezTo>
                    <a:cubicBezTo>
                      <a:pt x="1440121" y="1167276"/>
                      <a:pt x="1445072" y="1167276"/>
                      <a:pt x="1452117" y="1168132"/>
                    </a:cubicBezTo>
                    <a:cubicBezTo>
                      <a:pt x="1459163" y="1168988"/>
                      <a:pt x="1472587" y="1156627"/>
                      <a:pt x="1471730" y="1151683"/>
                    </a:cubicBezTo>
                    <a:cubicBezTo>
                      <a:pt x="1470873" y="1146739"/>
                      <a:pt x="1473063" y="1145978"/>
                      <a:pt x="1481251" y="1147690"/>
                    </a:cubicBezTo>
                    <a:cubicBezTo>
                      <a:pt x="1489439" y="1149401"/>
                      <a:pt x="1488392" y="1138182"/>
                      <a:pt x="1493723" y="1139703"/>
                    </a:cubicBezTo>
                    <a:cubicBezTo>
                      <a:pt x="1499055" y="1141224"/>
                      <a:pt x="1503244" y="1144647"/>
                      <a:pt x="1503911" y="1140559"/>
                    </a:cubicBezTo>
                    <a:cubicBezTo>
                      <a:pt x="1504577" y="1136470"/>
                      <a:pt x="1509718" y="1137516"/>
                      <a:pt x="1513431" y="1142841"/>
                    </a:cubicBezTo>
                    <a:cubicBezTo>
                      <a:pt x="1517145" y="1148165"/>
                      <a:pt x="1529046" y="1149496"/>
                      <a:pt x="1529903" y="1142841"/>
                    </a:cubicBezTo>
                    <a:cubicBezTo>
                      <a:pt x="1530759" y="1136185"/>
                      <a:pt x="1537424" y="1142841"/>
                      <a:pt x="1543232" y="1149021"/>
                    </a:cubicBezTo>
                    <a:cubicBezTo>
                      <a:pt x="1549039" y="1155201"/>
                      <a:pt x="1551705" y="1153489"/>
                      <a:pt x="1560084" y="1153870"/>
                    </a:cubicBezTo>
                    <a:cubicBezTo>
                      <a:pt x="1568462" y="1154250"/>
                      <a:pt x="1568557" y="1152158"/>
                      <a:pt x="1569033" y="1146834"/>
                    </a:cubicBezTo>
                    <a:cubicBezTo>
                      <a:pt x="1569509" y="1141509"/>
                      <a:pt x="1578554" y="1158338"/>
                      <a:pt x="1586742" y="1159194"/>
                    </a:cubicBezTo>
                    <a:cubicBezTo>
                      <a:pt x="1594930" y="1160050"/>
                      <a:pt x="1588551" y="1153870"/>
                      <a:pt x="1582362" y="1149021"/>
                    </a:cubicBezTo>
                    <a:cubicBezTo>
                      <a:pt x="1576174" y="1144172"/>
                      <a:pt x="1583695" y="1141890"/>
                      <a:pt x="1578363" y="1137896"/>
                    </a:cubicBezTo>
                    <a:cubicBezTo>
                      <a:pt x="1573032" y="1133903"/>
                      <a:pt x="1585028" y="1128388"/>
                      <a:pt x="1595691" y="1129054"/>
                    </a:cubicBezTo>
                    <a:cubicBezTo>
                      <a:pt x="1606355" y="1129719"/>
                      <a:pt x="1605879" y="1132191"/>
                      <a:pt x="1609877" y="1125916"/>
                    </a:cubicBezTo>
                    <a:cubicBezTo>
                      <a:pt x="1613876" y="1119641"/>
                      <a:pt x="1617875" y="1125916"/>
                      <a:pt x="1617875" y="1131241"/>
                    </a:cubicBezTo>
                    <a:cubicBezTo>
                      <a:pt x="1617875" y="1136565"/>
                      <a:pt x="1635203" y="1128103"/>
                      <a:pt x="1644533" y="1128103"/>
                    </a:cubicBezTo>
                    <a:cubicBezTo>
                      <a:pt x="1653065" y="1128149"/>
                      <a:pt x="1660664" y="1133500"/>
                      <a:pt x="1663575" y="1141509"/>
                    </a:cubicBezTo>
                    <a:cubicBezTo>
                      <a:pt x="1664527" y="1146834"/>
                      <a:pt x="1670715" y="1149496"/>
                      <a:pt x="1677380" y="1143696"/>
                    </a:cubicBezTo>
                    <a:cubicBezTo>
                      <a:pt x="1684045" y="1137896"/>
                      <a:pt x="1689852" y="1131241"/>
                      <a:pt x="1696422" y="1137421"/>
                    </a:cubicBezTo>
                    <a:cubicBezTo>
                      <a:pt x="1702991" y="1143601"/>
                      <a:pt x="1708894" y="1152158"/>
                      <a:pt x="1716415" y="1159670"/>
                    </a:cubicBezTo>
                    <a:cubicBezTo>
                      <a:pt x="1723937" y="1167181"/>
                      <a:pt x="1712893" y="1176499"/>
                      <a:pt x="1716891" y="1182299"/>
                    </a:cubicBezTo>
                    <a:cubicBezTo>
                      <a:pt x="1720890" y="1188099"/>
                      <a:pt x="1716415" y="1196085"/>
                      <a:pt x="1725270" y="1202266"/>
                    </a:cubicBezTo>
                    <a:cubicBezTo>
                      <a:pt x="1734124" y="1208446"/>
                      <a:pt x="1726222" y="1221282"/>
                      <a:pt x="1733267" y="1223183"/>
                    </a:cubicBezTo>
                    <a:cubicBezTo>
                      <a:pt x="1740313" y="1225085"/>
                      <a:pt x="1746216" y="1236019"/>
                      <a:pt x="1747072" y="1240393"/>
                    </a:cubicBezTo>
                    <a:cubicBezTo>
                      <a:pt x="1747929" y="1244766"/>
                      <a:pt x="1761354" y="1250661"/>
                      <a:pt x="1762210" y="1243055"/>
                    </a:cubicBezTo>
                    <a:cubicBezTo>
                      <a:pt x="1763067" y="1235449"/>
                      <a:pt x="1770208" y="1226701"/>
                      <a:pt x="1771065" y="1219570"/>
                    </a:cubicBezTo>
                    <a:cubicBezTo>
                      <a:pt x="1770415" y="1205451"/>
                      <a:pt x="1766644" y="1191652"/>
                      <a:pt x="1760021" y="1179161"/>
                    </a:cubicBezTo>
                    <a:cubicBezTo>
                      <a:pt x="1754213" y="1171174"/>
                      <a:pt x="1761354" y="1169653"/>
                      <a:pt x="1754213" y="1160145"/>
                    </a:cubicBezTo>
                    <a:cubicBezTo>
                      <a:pt x="1746592" y="1148560"/>
                      <a:pt x="1742705" y="1134923"/>
                      <a:pt x="1743074" y="1121067"/>
                    </a:cubicBezTo>
                    <a:cubicBezTo>
                      <a:pt x="1743074" y="1107756"/>
                      <a:pt x="1759069" y="1085982"/>
                      <a:pt x="1766685" y="1079327"/>
                    </a:cubicBezTo>
                    <a:cubicBezTo>
                      <a:pt x="1774302" y="1072671"/>
                      <a:pt x="1782680" y="1076189"/>
                      <a:pt x="1784394" y="1069153"/>
                    </a:cubicBezTo>
                    <a:cubicBezTo>
                      <a:pt x="1786108" y="1062117"/>
                      <a:pt x="1795533" y="1053180"/>
                      <a:pt x="1800865" y="1053180"/>
                    </a:cubicBezTo>
                    <a:cubicBezTo>
                      <a:pt x="1806197" y="1053180"/>
                      <a:pt x="1812004" y="1054511"/>
                      <a:pt x="1812861" y="1048711"/>
                    </a:cubicBezTo>
                    <a:cubicBezTo>
                      <a:pt x="1813718" y="1042911"/>
                      <a:pt x="1822382" y="1035780"/>
                      <a:pt x="1834188" y="1034069"/>
                    </a:cubicBezTo>
                    <a:cubicBezTo>
                      <a:pt x="1845994" y="1032357"/>
                      <a:pt x="1839043" y="1026082"/>
                      <a:pt x="1835997" y="1020757"/>
                    </a:cubicBezTo>
                    <a:cubicBezTo>
                      <a:pt x="1832950" y="1015433"/>
                      <a:pt x="1838663" y="1010108"/>
                      <a:pt x="1840852" y="1013626"/>
                    </a:cubicBezTo>
                    <a:cubicBezTo>
                      <a:pt x="1844584" y="1017337"/>
                      <a:pt x="1850495" y="1017704"/>
                      <a:pt x="1854657" y="1014482"/>
                    </a:cubicBezTo>
                    <a:cubicBezTo>
                      <a:pt x="1859132" y="1011440"/>
                      <a:pt x="1869320" y="1002977"/>
                      <a:pt x="1859513" y="1002502"/>
                    </a:cubicBezTo>
                    <a:cubicBezTo>
                      <a:pt x="1849707" y="1002027"/>
                      <a:pt x="1847517" y="998128"/>
                      <a:pt x="1853325" y="995846"/>
                    </a:cubicBezTo>
                    <a:cubicBezTo>
                      <a:pt x="1859132" y="993564"/>
                      <a:pt x="1854182" y="983011"/>
                      <a:pt x="1846184" y="982155"/>
                    </a:cubicBezTo>
                    <a:cubicBezTo>
                      <a:pt x="1838186" y="981299"/>
                      <a:pt x="1840852" y="977211"/>
                      <a:pt x="1846184" y="972647"/>
                    </a:cubicBezTo>
                    <a:cubicBezTo>
                      <a:pt x="1851516" y="968083"/>
                      <a:pt x="1839139" y="959811"/>
                      <a:pt x="1833331" y="955818"/>
                    </a:cubicBezTo>
                    <a:cubicBezTo>
                      <a:pt x="1827523" y="951824"/>
                      <a:pt x="1836854" y="949542"/>
                      <a:pt x="1841328" y="948687"/>
                    </a:cubicBezTo>
                    <a:cubicBezTo>
                      <a:pt x="1845803" y="947831"/>
                      <a:pt x="1842185" y="927389"/>
                      <a:pt x="1844470" y="922539"/>
                    </a:cubicBezTo>
                    <a:cubicBezTo>
                      <a:pt x="1846755" y="917690"/>
                      <a:pt x="1853991" y="917595"/>
                      <a:pt x="1851135" y="922539"/>
                    </a:cubicBezTo>
                    <a:cubicBezTo>
                      <a:pt x="1848279" y="927484"/>
                      <a:pt x="1843518" y="935375"/>
                      <a:pt x="1849326" y="941556"/>
                    </a:cubicBezTo>
                    <a:cubicBezTo>
                      <a:pt x="1855176" y="948062"/>
                      <a:pt x="1857197" y="957147"/>
                      <a:pt x="1854657" y="965516"/>
                    </a:cubicBezTo>
                    <a:cubicBezTo>
                      <a:pt x="1852468" y="975689"/>
                      <a:pt x="1856847" y="973027"/>
                      <a:pt x="1863607" y="959716"/>
                    </a:cubicBezTo>
                    <a:cubicBezTo>
                      <a:pt x="1870367" y="946405"/>
                      <a:pt x="1871129" y="934900"/>
                      <a:pt x="1866654" y="933569"/>
                    </a:cubicBezTo>
                    <a:cubicBezTo>
                      <a:pt x="1862179" y="932238"/>
                      <a:pt x="1862655" y="918927"/>
                      <a:pt x="1867606" y="925107"/>
                    </a:cubicBezTo>
                    <a:cubicBezTo>
                      <a:pt x="1872557" y="931287"/>
                      <a:pt x="1874270" y="932238"/>
                      <a:pt x="1881792" y="924251"/>
                    </a:cubicBezTo>
                    <a:cubicBezTo>
                      <a:pt x="1889313" y="916264"/>
                      <a:pt x="1897311" y="902478"/>
                      <a:pt x="1892455" y="899340"/>
                    </a:cubicBezTo>
                    <a:cubicBezTo>
                      <a:pt x="1887600" y="896202"/>
                      <a:pt x="1894645" y="893160"/>
                      <a:pt x="1903595" y="893635"/>
                    </a:cubicBezTo>
                    <a:cubicBezTo>
                      <a:pt x="1913882" y="893445"/>
                      <a:pt x="1923959" y="890700"/>
                      <a:pt x="1932919" y="885648"/>
                    </a:cubicBezTo>
                    <a:cubicBezTo>
                      <a:pt x="1937203" y="876996"/>
                      <a:pt x="1902262" y="889642"/>
                      <a:pt x="1902262" y="884698"/>
                    </a:cubicBezTo>
                    <a:cubicBezTo>
                      <a:pt x="1902262" y="879753"/>
                      <a:pt x="1924445" y="875190"/>
                      <a:pt x="1934632" y="874524"/>
                    </a:cubicBezTo>
                    <a:cubicBezTo>
                      <a:pt x="1944820" y="873858"/>
                      <a:pt x="1939964" y="860357"/>
                      <a:pt x="1944153" y="866062"/>
                    </a:cubicBezTo>
                    <a:cubicBezTo>
                      <a:pt x="1948323" y="871068"/>
                      <a:pt x="1955767" y="871750"/>
                      <a:pt x="1960779" y="867585"/>
                    </a:cubicBezTo>
                    <a:cubicBezTo>
                      <a:pt x="1960855" y="867522"/>
                      <a:pt x="1960931" y="867458"/>
                      <a:pt x="1961005" y="867393"/>
                    </a:cubicBezTo>
                    <a:cubicBezTo>
                      <a:pt x="1966813" y="863875"/>
                      <a:pt x="1962338" y="853702"/>
                      <a:pt x="1955673" y="851895"/>
                    </a:cubicBezTo>
                    <a:cubicBezTo>
                      <a:pt x="1949009" y="850088"/>
                      <a:pt x="1960624" y="845715"/>
                      <a:pt x="1958339" y="841721"/>
                    </a:cubicBezTo>
                    <a:cubicBezTo>
                      <a:pt x="1957750" y="832492"/>
                      <a:pt x="1962891" y="823848"/>
                      <a:pt x="1971288" y="819948"/>
                    </a:cubicBezTo>
                    <a:cubicBezTo>
                      <a:pt x="1979761" y="818141"/>
                      <a:pt x="1975762" y="812817"/>
                      <a:pt x="1982808" y="812817"/>
                    </a:cubicBezTo>
                    <a:cubicBezTo>
                      <a:pt x="1989853" y="812817"/>
                      <a:pt x="1991281" y="804355"/>
                      <a:pt x="1997470" y="798175"/>
                    </a:cubicBezTo>
                    <a:cubicBezTo>
                      <a:pt x="2003658" y="791994"/>
                      <a:pt x="2012608" y="807683"/>
                      <a:pt x="2022414" y="799125"/>
                    </a:cubicBezTo>
                    <a:cubicBezTo>
                      <a:pt x="2027067" y="794966"/>
                      <a:pt x="2032067" y="791212"/>
                      <a:pt x="2037362" y="787906"/>
                    </a:cubicBezTo>
                    <a:cubicBezTo>
                      <a:pt x="2024151" y="772881"/>
                      <a:pt x="2017834" y="753024"/>
                      <a:pt x="2019939" y="73314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lin ang="0" scaled="1"/>
                <a:tileRect/>
              </a:gradFill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95" name="Freeform 2717">
                <a:extLst>
                  <a:ext uri="{FF2B5EF4-FFF2-40B4-BE49-F238E27FC236}">
                    <a16:creationId xmlns:a16="http://schemas.microsoft.com/office/drawing/2014/main" id="{B7DAB4C7-AABC-1A23-9584-3A5042DC73C3}"/>
                  </a:ext>
                </a:extLst>
              </p:cNvPr>
              <p:cNvSpPr/>
              <p:nvPr/>
            </p:nvSpPr>
            <p:spPr>
              <a:xfrm>
                <a:off x="8235967" y="6363166"/>
                <a:ext cx="22449" cy="67259"/>
              </a:xfrm>
              <a:custGeom>
                <a:avLst/>
                <a:gdLst>
                  <a:gd name="connsiteX0" fmla="*/ 16638 w 9520"/>
                  <a:gd name="connsiteY0" fmla="*/ 32470 h 28524"/>
                  <a:gd name="connsiteX1" fmla="*/ 8545 w 9520"/>
                  <a:gd name="connsiteY1" fmla="*/ 24388 h 28524"/>
                  <a:gd name="connsiteX2" fmla="*/ 1785 w 9520"/>
                  <a:gd name="connsiteY2" fmla="*/ 10981 h 28524"/>
                  <a:gd name="connsiteX3" fmla="*/ 9116 w 9520"/>
                  <a:gd name="connsiteY3" fmla="*/ 5182 h 28524"/>
                  <a:gd name="connsiteX4" fmla="*/ 11116 w 9520"/>
                  <a:gd name="connsiteY4" fmla="*/ 20204 h 28524"/>
                  <a:gd name="connsiteX5" fmla="*/ 16638 w 9520"/>
                  <a:gd name="connsiteY5" fmla="*/ 32470 h 2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20" h="28524">
                    <a:moveTo>
                      <a:pt x="16638" y="32470"/>
                    </a:moveTo>
                    <a:cubicBezTo>
                      <a:pt x="15400" y="35132"/>
                      <a:pt x="8735" y="29047"/>
                      <a:pt x="8545" y="24388"/>
                    </a:cubicBezTo>
                    <a:cubicBezTo>
                      <a:pt x="8354" y="19729"/>
                      <a:pt x="1785" y="18968"/>
                      <a:pt x="1785" y="10981"/>
                    </a:cubicBezTo>
                    <a:cubicBezTo>
                      <a:pt x="1785" y="2995"/>
                      <a:pt x="5022" y="-1854"/>
                      <a:pt x="9116" y="5182"/>
                    </a:cubicBezTo>
                    <a:cubicBezTo>
                      <a:pt x="13210" y="12217"/>
                      <a:pt x="10449" y="16781"/>
                      <a:pt x="11116" y="20204"/>
                    </a:cubicBezTo>
                    <a:cubicBezTo>
                      <a:pt x="11782" y="23627"/>
                      <a:pt x="18827" y="27811"/>
                      <a:pt x="16638" y="32470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96" name="Freeform 2718">
                <a:extLst>
                  <a:ext uri="{FF2B5EF4-FFF2-40B4-BE49-F238E27FC236}">
                    <a16:creationId xmlns:a16="http://schemas.microsoft.com/office/drawing/2014/main" id="{60DBC94B-FBA4-FC06-77DC-4335F573B6A0}"/>
                  </a:ext>
                </a:extLst>
              </p:cNvPr>
              <p:cNvSpPr/>
              <p:nvPr/>
            </p:nvSpPr>
            <p:spPr>
              <a:xfrm>
                <a:off x="9022645" y="7075746"/>
                <a:ext cx="44901" cy="44840"/>
              </a:xfrm>
              <a:custGeom>
                <a:avLst/>
                <a:gdLst>
                  <a:gd name="connsiteX0" fmla="*/ 3196 w 19041"/>
                  <a:gd name="connsiteY0" fmla="*/ 16721 h 19016"/>
                  <a:gd name="connsiteX1" fmla="*/ 2624 w 19041"/>
                  <a:gd name="connsiteY1" fmla="*/ 7213 h 19016"/>
                  <a:gd name="connsiteX2" fmla="*/ 17382 w 19041"/>
                  <a:gd name="connsiteY2" fmla="*/ 3125 h 19016"/>
                  <a:gd name="connsiteX3" fmla="*/ 18429 w 19041"/>
                  <a:gd name="connsiteY3" fmla="*/ 14725 h 19016"/>
                  <a:gd name="connsiteX4" fmla="*/ 3196 w 19041"/>
                  <a:gd name="connsiteY4" fmla="*/ 16721 h 19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41" h="19016">
                    <a:moveTo>
                      <a:pt x="3196" y="16721"/>
                    </a:moveTo>
                    <a:cubicBezTo>
                      <a:pt x="530" y="14249"/>
                      <a:pt x="7099" y="9305"/>
                      <a:pt x="2624" y="7213"/>
                    </a:cubicBezTo>
                    <a:cubicBezTo>
                      <a:pt x="-1850" y="5121"/>
                      <a:pt x="12812" y="-869"/>
                      <a:pt x="17382" y="3125"/>
                    </a:cubicBezTo>
                    <a:cubicBezTo>
                      <a:pt x="21952" y="7118"/>
                      <a:pt x="22523" y="12633"/>
                      <a:pt x="18429" y="14725"/>
                    </a:cubicBezTo>
                    <a:cubicBezTo>
                      <a:pt x="14335" y="16816"/>
                      <a:pt x="5576" y="18908"/>
                      <a:pt x="3196" y="1672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</p:grpSp>
        <p:grpSp>
          <p:nvGrpSpPr>
            <p:cNvPr id="75" name="Group 38">
              <a:extLst>
                <a:ext uri="{FF2B5EF4-FFF2-40B4-BE49-F238E27FC236}">
                  <a16:creationId xmlns:a16="http://schemas.microsoft.com/office/drawing/2014/main" id="{0ECA5369-415F-E807-FFD7-7B51B69EB1B3}"/>
                </a:ext>
              </a:extLst>
            </p:cNvPr>
            <p:cNvGrpSpPr/>
            <p:nvPr/>
          </p:nvGrpSpPr>
          <p:grpSpPr>
            <a:xfrm>
              <a:off x="4199306" y="1887266"/>
              <a:ext cx="1266443" cy="941203"/>
              <a:chOff x="8507576" y="2174327"/>
              <a:chExt cx="2895996" cy="2152265"/>
            </a:xfrm>
            <a:grpFill/>
          </p:grpSpPr>
          <p:sp>
            <p:nvSpPr>
              <p:cNvPr id="76" name="Freeform 2713">
                <a:extLst>
                  <a:ext uri="{FF2B5EF4-FFF2-40B4-BE49-F238E27FC236}">
                    <a16:creationId xmlns:a16="http://schemas.microsoft.com/office/drawing/2014/main" id="{FF36483F-FEE5-FD4A-2DE0-1E9466374E16}"/>
                  </a:ext>
                </a:extLst>
              </p:cNvPr>
              <p:cNvSpPr/>
              <p:nvPr/>
            </p:nvSpPr>
            <p:spPr>
              <a:xfrm>
                <a:off x="8507576" y="2174327"/>
                <a:ext cx="2895996" cy="2152265"/>
              </a:xfrm>
              <a:custGeom>
                <a:avLst/>
                <a:gdLst>
                  <a:gd name="connsiteX0" fmla="*/ 1159340 w 1228185"/>
                  <a:gd name="connsiteY0" fmla="*/ 85119 h 912770"/>
                  <a:gd name="connsiteX1" fmla="*/ 1118496 w 1228185"/>
                  <a:gd name="connsiteY1" fmla="*/ 104135 h 912770"/>
                  <a:gd name="connsiteX2" fmla="*/ 1077556 w 1228185"/>
                  <a:gd name="connsiteY2" fmla="*/ 106512 h 912770"/>
                  <a:gd name="connsiteX3" fmla="*/ 1059752 w 1228185"/>
                  <a:gd name="connsiteY3" fmla="*/ 100047 h 912770"/>
                  <a:gd name="connsiteX4" fmla="*/ 1020717 w 1228185"/>
                  <a:gd name="connsiteY4" fmla="*/ 126098 h 912770"/>
                  <a:gd name="connsiteX5" fmla="*/ 986918 w 1228185"/>
                  <a:gd name="connsiteY5" fmla="*/ 147967 h 912770"/>
                  <a:gd name="connsiteX6" fmla="*/ 1020050 w 1228185"/>
                  <a:gd name="connsiteY6" fmla="*/ 106512 h 912770"/>
                  <a:gd name="connsiteX7" fmla="*/ 1007578 w 1228185"/>
                  <a:gd name="connsiteY7" fmla="*/ 77513 h 912770"/>
                  <a:gd name="connsiteX8" fmla="*/ 982157 w 1228185"/>
                  <a:gd name="connsiteY8" fmla="*/ 93486 h 912770"/>
                  <a:gd name="connsiteX9" fmla="*/ 918178 w 1228185"/>
                  <a:gd name="connsiteY9" fmla="*/ 113643 h 912770"/>
                  <a:gd name="connsiteX10" fmla="*/ 959593 w 1228185"/>
                  <a:gd name="connsiteY10" fmla="*/ 87591 h 912770"/>
                  <a:gd name="connsiteX11" fmla="*/ 878476 w 1228185"/>
                  <a:gd name="connsiteY11" fmla="*/ 85214 h 912770"/>
                  <a:gd name="connsiteX12" fmla="*/ 809069 w 1228185"/>
                  <a:gd name="connsiteY12" fmla="*/ 95863 h 912770"/>
                  <a:gd name="connsiteX13" fmla="*/ 886188 w 1228185"/>
                  <a:gd name="connsiteY13" fmla="*/ 75801 h 912770"/>
                  <a:gd name="connsiteX14" fmla="*/ 980349 w 1228185"/>
                  <a:gd name="connsiteY14" fmla="*/ 69241 h 912770"/>
                  <a:gd name="connsiteX15" fmla="*/ 1036045 w 1228185"/>
                  <a:gd name="connsiteY15" fmla="*/ 53838 h 912770"/>
                  <a:gd name="connsiteX16" fmla="*/ 998724 w 1228185"/>
                  <a:gd name="connsiteY16" fmla="*/ 38625 h 912770"/>
                  <a:gd name="connsiteX17" fmla="*/ 971494 w 1228185"/>
                  <a:gd name="connsiteY17" fmla="*/ 30353 h 912770"/>
                  <a:gd name="connsiteX18" fmla="*/ 947216 w 1228185"/>
                  <a:gd name="connsiteY18" fmla="*/ 16091 h 912770"/>
                  <a:gd name="connsiteX19" fmla="*/ 890853 w 1228185"/>
                  <a:gd name="connsiteY19" fmla="*/ 9055 h 912770"/>
                  <a:gd name="connsiteX20" fmla="*/ 829824 w 1228185"/>
                  <a:gd name="connsiteY20" fmla="*/ 2304 h 912770"/>
                  <a:gd name="connsiteX21" fmla="*/ 746232 w 1228185"/>
                  <a:gd name="connsiteY21" fmla="*/ 4681 h 912770"/>
                  <a:gd name="connsiteX22" fmla="*/ 717669 w 1228185"/>
                  <a:gd name="connsiteY22" fmla="*/ 9435 h 912770"/>
                  <a:gd name="connsiteX23" fmla="*/ 698628 w 1228185"/>
                  <a:gd name="connsiteY23" fmla="*/ 18943 h 912770"/>
                  <a:gd name="connsiteX24" fmla="*/ 684346 w 1228185"/>
                  <a:gd name="connsiteY24" fmla="*/ 26645 h 912770"/>
                  <a:gd name="connsiteX25" fmla="*/ 653594 w 1228185"/>
                  <a:gd name="connsiteY25" fmla="*/ 20179 h 912770"/>
                  <a:gd name="connsiteX26" fmla="*/ 599040 w 1228185"/>
                  <a:gd name="connsiteY26" fmla="*/ 20179 h 912770"/>
                  <a:gd name="connsiteX27" fmla="*/ 532394 w 1228185"/>
                  <a:gd name="connsiteY27" fmla="*/ 27881 h 912770"/>
                  <a:gd name="connsiteX28" fmla="*/ 552578 w 1228185"/>
                  <a:gd name="connsiteY28" fmla="*/ 46231 h 912770"/>
                  <a:gd name="connsiteX29" fmla="*/ 516970 w 1228185"/>
                  <a:gd name="connsiteY29" fmla="*/ 56880 h 912770"/>
                  <a:gd name="connsiteX30" fmla="*/ 567907 w 1228185"/>
                  <a:gd name="connsiteY30" fmla="*/ 88827 h 912770"/>
                  <a:gd name="connsiteX31" fmla="*/ 541820 w 1228185"/>
                  <a:gd name="connsiteY31" fmla="*/ 84073 h 912770"/>
                  <a:gd name="connsiteX32" fmla="*/ 497453 w 1228185"/>
                  <a:gd name="connsiteY32" fmla="*/ 67529 h 912770"/>
                  <a:gd name="connsiteX33" fmla="*/ 443470 w 1228185"/>
                  <a:gd name="connsiteY33" fmla="*/ 55644 h 912770"/>
                  <a:gd name="connsiteX34" fmla="*/ 467748 w 1228185"/>
                  <a:gd name="connsiteY34" fmla="*/ 83503 h 912770"/>
                  <a:gd name="connsiteX35" fmla="*/ 439947 w 1228185"/>
                  <a:gd name="connsiteY35" fmla="*/ 84644 h 912770"/>
                  <a:gd name="connsiteX36" fmla="*/ 403482 w 1228185"/>
                  <a:gd name="connsiteY36" fmla="*/ 64391 h 912770"/>
                  <a:gd name="connsiteX37" fmla="*/ 401673 w 1228185"/>
                  <a:gd name="connsiteY37" fmla="*/ 89873 h 912770"/>
                  <a:gd name="connsiteX38" fmla="*/ 385107 w 1228185"/>
                  <a:gd name="connsiteY38" fmla="*/ 103469 h 912770"/>
                  <a:gd name="connsiteX39" fmla="*/ 374444 w 1228185"/>
                  <a:gd name="connsiteY39" fmla="*/ 62680 h 912770"/>
                  <a:gd name="connsiteX40" fmla="*/ 313415 w 1228185"/>
                  <a:gd name="connsiteY40" fmla="*/ 72188 h 912770"/>
                  <a:gd name="connsiteX41" fmla="*/ 289137 w 1228185"/>
                  <a:gd name="connsiteY41" fmla="*/ 85214 h 912770"/>
                  <a:gd name="connsiteX42" fmla="*/ 276094 w 1228185"/>
                  <a:gd name="connsiteY42" fmla="*/ 89398 h 912770"/>
                  <a:gd name="connsiteX43" fmla="*/ 231060 w 1228185"/>
                  <a:gd name="connsiteY43" fmla="*/ 95293 h 912770"/>
                  <a:gd name="connsiteX44" fmla="*/ 236963 w 1228185"/>
                  <a:gd name="connsiteY44" fmla="*/ 125528 h 912770"/>
                  <a:gd name="connsiteX45" fmla="*/ 198880 w 1228185"/>
                  <a:gd name="connsiteY45" fmla="*/ 119538 h 912770"/>
                  <a:gd name="connsiteX46" fmla="*/ 108146 w 1228185"/>
                  <a:gd name="connsiteY46" fmla="*/ 168694 h 912770"/>
                  <a:gd name="connsiteX47" fmla="*/ 157369 w 1228185"/>
                  <a:gd name="connsiteY47" fmla="*/ 176396 h 912770"/>
                  <a:gd name="connsiteX48" fmla="*/ 140803 w 1228185"/>
                  <a:gd name="connsiteY48" fmla="*/ 213097 h 912770"/>
                  <a:gd name="connsiteX49" fmla="*/ 77965 w 1228185"/>
                  <a:gd name="connsiteY49" fmla="*/ 224316 h 912770"/>
                  <a:gd name="connsiteX50" fmla="*/ 1799 w 1228185"/>
                  <a:gd name="connsiteY50" fmla="*/ 253886 h 912770"/>
                  <a:gd name="connsiteX51" fmla="*/ 13129 w 1228185"/>
                  <a:gd name="connsiteY51" fmla="*/ 268624 h 912770"/>
                  <a:gd name="connsiteX52" fmla="*/ 46356 w 1228185"/>
                  <a:gd name="connsiteY52" fmla="*/ 278132 h 912770"/>
                  <a:gd name="connsiteX53" fmla="*/ 100911 w 1228185"/>
                  <a:gd name="connsiteY53" fmla="*/ 282315 h 912770"/>
                  <a:gd name="connsiteX54" fmla="*/ 132234 w 1228185"/>
                  <a:gd name="connsiteY54" fmla="*/ 294105 h 912770"/>
                  <a:gd name="connsiteX55" fmla="*/ 78346 w 1228185"/>
                  <a:gd name="connsiteY55" fmla="*/ 297718 h 912770"/>
                  <a:gd name="connsiteX56" fmla="*/ 29219 w 1228185"/>
                  <a:gd name="connsiteY56" fmla="*/ 307226 h 912770"/>
                  <a:gd name="connsiteX57" fmla="*/ 65303 w 1228185"/>
                  <a:gd name="connsiteY57" fmla="*/ 316734 h 912770"/>
                  <a:gd name="connsiteX58" fmla="*/ 65874 w 1228185"/>
                  <a:gd name="connsiteY58" fmla="*/ 332708 h 912770"/>
                  <a:gd name="connsiteX59" fmla="*/ 89581 w 1228185"/>
                  <a:gd name="connsiteY59" fmla="*/ 345734 h 912770"/>
                  <a:gd name="connsiteX60" fmla="*/ 122237 w 1228185"/>
                  <a:gd name="connsiteY60" fmla="*/ 349252 h 912770"/>
                  <a:gd name="connsiteX61" fmla="*/ 142326 w 1228185"/>
                  <a:gd name="connsiteY61" fmla="*/ 346875 h 912770"/>
                  <a:gd name="connsiteX62" fmla="*/ 168984 w 1228185"/>
                  <a:gd name="connsiteY62" fmla="*/ 342121 h 912770"/>
                  <a:gd name="connsiteX63" fmla="*/ 193358 w 1228185"/>
                  <a:gd name="connsiteY63" fmla="*/ 337462 h 912770"/>
                  <a:gd name="connsiteX64" fmla="*/ 257909 w 1228185"/>
                  <a:gd name="connsiteY64" fmla="*/ 354576 h 912770"/>
                  <a:gd name="connsiteX65" fmla="*/ 289899 w 1228185"/>
                  <a:gd name="connsiteY65" fmla="*/ 375304 h 912770"/>
                  <a:gd name="connsiteX66" fmla="*/ 317795 w 1228185"/>
                  <a:gd name="connsiteY66" fmla="*/ 401926 h 912770"/>
                  <a:gd name="connsiteX67" fmla="*/ 336170 w 1228185"/>
                  <a:gd name="connsiteY67" fmla="*/ 434444 h 912770"/>
                  <a:gd name="connsiteX68" fmla="*/ 350356 w 1228185"/>
                  <a:gd name="connsiteY68" fmla="*/ 456407 h 912770"/>
                  <a:gd name="connsiteX69" fmla="*/ 360448 w 1228185"/>
                  <a:gd name="connsiteY69" fmla="*/ 477135 h 912770"/>
                  <a:gd name="connsiteX70" fmla="*/ 350356 w 1228185"/>
                  <a:gd name="connsiteY70" fmla="*/ 501951 h 912770"/>
                  <a:gd name="connsiteX71" fmla="*/ 359877 w 1228185"/>
                  <a:gd name="connsiteY71" fmla="*/ 529144 h 912770"/>
                  <a:gd name="connsiteX72" fmla="*/ 390058 w 1228185"/>
                  <a:gd name="connsiteY72" fmla="*/ 516118 h 912770"/>
                  <a:gd name="connsiteX73" fmla="*/ 397198 w 1228185"/>
                  <a:gd name="connsiteY73" fmla="*/ 536275 h 912770"/>
                  <a:gd name="connsiteX74" fmla="*/ 435282 w 1228185"/>
                  <a:gd name="connsiteY74" fmla="*/ 554625 h 912770"/>
                  <a:gd name="connsiteX75" fmla="*/ 426999 w 1228185"/>
                  <a:gd name="connsiteY75" fmla="*/ 562897 h 912770"/>
                  <a:gd name="connsiteX76" fmla="*/ 373682 w 1228185"/>
                  <a:gd name="connsiteY76" fmla="*/ 558714 h 912770"/>
                  <a:gd name="connsiteX77" fmla="*/ 427570 w 1228185"/>
                  <a:gd name="connsiteY77" fmla="*/ 583625 h 912770"/>
                  <a:gd name="connsiteX78" fmla="*/ 445374 w 1228185"/>
                  <a:gd name="connsiteY78" fmla="*/ 604352 h 912770"/>
                  <a:gd name="connsiteX79" fmla="*/ 441185 w 1228185"/>
                  <a:gd name="connsiteY79" fmla="*/ 632115 h 912770"/>
                  <a:gd name="connsiteX80" fmla="*/ 415764 w 1228185"/>
                  <a:gd name="connsiteY80" fmla="*/ 633351 h 912770"/>
                  <a:gd name="connsiteX81" fmla="*/ 399674 w 1228185"/>
                  <a:gd name="connsiteY81" fmla="*/ 647138 h 912770"/>
                  <a:gd name="connsiteX82" fmla="*/ 383108 w 1228185"/>
                  <a:gd name="connsiteY82" fmla="*/ 676708 h 912770"/>
                  <a:gd name="connsiteX83" fmla="*/ 402149 w 1228185"/>
                  <a:gd name="connsiteY83" fmla="*/ 693918 h 912770"/>
                  <a:gd name="connsiteX84" fmla="*/ 386726 w 1228185"/>
                  <a:gd name="connsiteY84" fmla="*/ 711698 h 912770"/>
                  <a:gd name="connsiteX85" fmla="*/ 414622 w 1228185"/>
                  <a:gd name="connsiteY85" fmla="*/ 740222 h 912770"/>
                  <a:gd name="connsiteX86" fmla="*/ 418144 w 1228185"/>
                  <a:gd name="connsiteY86" fmla="*/ 774546 h 912770"/>
                  <a:gd name="connsiteX87" fmla="*/ 429950 w 1228185"/>
                  <a:gd name="connsiteY87" fmla="*/ 785195 h 912770"/>
                  <a:gd name="connsiteX88" fmla="*/ 440042 w 1228185"/>
                  <a:gd name="connsiteY88" fmla="*/ 805352 h 912770"/>
                  <a:gd name="connsiteX89" fmla="*/ 455466 w 1228185"/>
                  <a:gd name="connsiteY89" fmla="*/ 822466 h 912770"/>
                  <a:gd name="connsiteX90" fmla="*/ 464987 w 1228185"/>
                  <a:gd name="connsiteY90" fmla="*/ 846807 h 912770"/>
                  <a:gd name="connsiteX91" fmla="*/ 487456 w 1228185"/>
                  <a:gd name="connsiteY91" fmla="*/ 870482 h 912770"/>
                  <a:gd name="connsiteX92" fmla="*/ 510020 w 1228185"/>
                  <a:gd name="connsiteY92" fmla="*/ 885219 h 912770"/>
                  <a:gd name="connsiteX93" fmla="*/ 529538 w 1228185"/>
                  <a:gd name="connsiteY93" fmla="*/ 891114 h 912770"/>
                  <a:gd name="connsiteX94" fmla="*/ 553245 w 1228185"/>
                  <a:gd name="connsiteY94" fmla="*/ 901192 h 912770"/>
                  <a:gd name="connsiteX95" fmla="*/ 588186 w 1228185"/>
                  <a:gd name="connsiteY95" fmla="*/ 914789 h 912770"/>
                  <a:gd name="connsiteX96" fmla="*/ 603419 w 1228185"/>
                  <a:gd name="connsiteY96" fmla="*/ 900051 h 912770"/>
                  <a:gd name="connsiteX97" fmla="*/ 613511 w 1228185"/>
                  <a:gd name="connsiteY97" fmla="*/ 868675 h 912770"/>
                  <a:gd name="connsiteX98" fmla="*/ 611702 w 1228185"/>
                  <a:gd name="connsiteY98" fmla="*/ 837299 h 912770"/>
                  <a:gd name="connsiteX99" fmla="*/ 621795 w 1228185"/>
                  <a:gd name="connsiteY99" fmla="*/ 827220 h 912770"/>
                  <a:gd name="connsiteX100" fmla="*/ 637123 w 1228185"/>
                  <a:gd name="connsiteY100" fmla="*/ 813624 h 912770"/>
                  <a:gd name="connsiteX101" fmla="*/ 645502 w 1228185"/>
                  <a:gd name="connsiteY101" fmla="*/ 798221 h 912770"/>
                  <a:gd name="connsiteX102" fmla="*/ 646073 w 1228185"/>
                  <a:gd name="connsiteY102" fmla="*/ 784054 h 912770"/>
                  <a:gd name="connsiteX103" fmla="*/ 653785 w 1228185"/>
                  <a:gd name="connsiteY103" fmla="*/ 774546 h 912770"/>
                  <a:gd name="connsiteX104" fmla="*/ 649595 w 1228185"/>
                  <a:gd name="connsiteY104" fmla="*/ 759808 h 912770"/>
                  <a:gd name="connsiteX105" fmla="*/ 652547 w 1228185"/>
                  <a:gd name="connsiteY105" fmla="*/ 752107 h 912770"/>
                  <a:gd name="connsiteX106" fmla="*/ 663877 w 1228185"/>
                  <a:gd name="connsiteY106" fmla="*/ 746782 h 912770"/>
                  <a:gd name="connsiteX107" fmla="*/ 682918 w 1228185"/>
                  <a:gd name="connsiteY107" fmla="*/ 734897 h 912770"/>
                  <a:gd name="connsiteX108" fmla="*/ 699484 w 1228185"/>
                  <a:gd name="connsiteY108" fmla="*/ 717783 h 912770"/>
                  <a:gd name="connsiteX109" fmla="*/ 709576 w 1228185"/>
                  <a:gd name="connsiteY109" fmla="*/ 717212 h 912770"/>
                  <a:gd name="connsiteX110" fmla="*/ 713670 w 1228185"/>
                  <a:gd name="connsiteY110" fmla="*/ 727861 h 912770"/>
                  <a:gd name="connsiteX111" fmla="*/ 751087 w 1228185"/>
                  <a:gd name="connsiteY111" fmla="*/ 720160 h 912770"/>
                  <a:gd name="connsiteX112" fmla="*/ 795454 w 1228185"/>
                  <a:gd name="connsiteY112" fmla="*/ 681652 h 912770"/>
                  <a:gd name="connsiteX113" fmla="*/ 820399 w 1228185"/>
                  <a:gd name="connsiteY113" fmla="*/ 656836 h 912770"/>
                  <a:gd name="connsiteX114" fmla="*/ 839441 w 1228185"/>
                  <a:gd name="connsiteY114" fmla="*/ 649135 h 912770"/>
                  <a:gd name="connsiteX115" fmla="*/ 858958 w 1228185"/>
                  <a:gd name="connsiteY115" fmla="*/ 644381 h 912770"/>
                  <a:gd name="connsiteX116" fmla="*/ 888663 w 1228185"/>
                  <a:gd name="connsiteY116" fmla="*/ 637915 h 912770"/>
                  <a:gd name="connsiteX117" fmla="*/ 960355 w 1228185"/>
                  <a:gd name="connsiteY117" fmla="*/ 618329 h 912770"/>
                  <a:gd name="connsiteX118" fmla="*/ 1017480 w 1228185"/>
                  <a:gd name="connsiteY118" fmla="*/ 588759 h 912770"/>
                  <a:gd name="connsiteX119" fmla="*/ 1025191 w 1228185"/>
                  <a:gd name="connsiteY119" fmla="*/ 578680 h 912770"/>
                  <a:gd name="connsiteX120" fmla="*/ 989679 w 1228185"/>
                  <a:gd name="connsiteY120" fmla="*/ 580487 h 912770"/>
                  <a:gd name="connsiteX121" fmla="*/ 945217 w 1228185"/>
                  <a:gd name="connsiteY121" fmla="*/ 575162 h 912770"/>
                  <a:gd name="connsiteX122" fmla="*/ 951120 w 1228185"/>
                  <a:gd name="connsiteY122" fmla="*/ 562136 h 912770"/>
                  <a:gd name="connsiteX123" fmla="*/ 954642 w 1228185"/>
                  <a:gd name="connsiteY123" fmla="*/ 543120 h 912770"/>
                  <a:gd name="connsiteX124" fmla="*/ 983205 w 1228185"/>
                  <a:gd name="connsiteY124" fmla="*/ 552628 h 912770"/>
                  <a:gd name="connsiteX125" fmla="*/ 1027096 w 1228185"/>
                  <a:gd name="connsiteY125" fmla="*/ 567461 h 912770"/>
                  <a:gd name="connsiteX126" fmla="*/ 1034141 w 1228185"/>
                  <a:gd name="connsiteY126" fmla="*/ 540838 h 912770"/>
                  <a:gd name="connsiteX127" fmla="*/ 981586 w 1228185"/>
                  <a:gd name="connsiteY127" fmla="*/ 495010 h 912770"/>
                  <a:gd name="connsiteX128" fmla="*/ 1011196 w 1228185"/>
                  <a:gd name="connsiteY128" fmla="*/ 498623 h 912770"/>
                  <a:gd name="connsiteX129" fmla="*/ 1030237 w 1228185"/>
                  <a:gd name="connsiteY129" fmla="*/ 477895 h 912770"/>
                  <a:gd name="connsiteX130" fmla="*/ 982633 w 1228185"/>
                  <a:gd name="connsiteY130" fmla="*/ 477325 h 912770"/>
                  <a:gd name="connsiteX131" fmla="*/ 973779 w 1228185"/>
                  <a:gd name="connsiteY131" fmla="*/ 464299 h 912770"/>
                  <a:gd name="connsiteX132" fmla="*/ 981491 w 1228185"/>
                  <a:gd name="connsiteY132" fmla="*/ 447660 h 912770"/>
                  <a:gd name="connsiteX133" fmla="*/ 1025858 w 1228185"/>
                  <a:gd name="connsiteY133" fmla="*/ 460686 h 912770"/>
                  <a:gd name="connsiteX134" fmla="*/ 1059657 w 1228185"/>
                  <a:gd name="connsiteY134" fmla="*/ 452414 h 912770"/>
                  <a:gd name="connsiteX135" fmla="*/ 1032999 w 1228185"/>
                  <a:gd name="connsiteY135" fmla="*/ 427598 h 912770"/>
                  <a:gd name="connsiteX136" fmla="*/ 1077461 w 1228185"/>
                  <a:gd name="connsiteY136" fmla="*/ 423414 h 912770"/>
                  <a:gd name="connsiteX137" fmla="*/ 1082793 w 1228185"/>
                  <a:gd name="connsiteY137" fmla="*/ 409818 h 912770"/>
                  <a:gd name="connsiteX138" fmla="*/ 1046613 w 1228185"/>
                  <a:gd name="connsiteY138" fmla="*/ 387379 h 912770"/>
                  <a:gd name="connsiteX139" fmla="*/ 1081555 w 1228185"/>
                  <a:gd name="connsiteY139" fmla="*/ 381389 h 912770"/>
                  <a:gd name="connsiteX140" fmla="*/ 1072034 w 1228185"/>
                  <a:gd name="connsiteY140" fmla="*/ 344688 h 912770"/>
                  <a:gd name="connsiteX141" fmla="*/ 1036426 w 1228185"/>
                  <a:gd name="connsiteY141" fmla="*/ 335845 h 912770"/>
                  <a:gd name="connsiteX142" fmla="*/ 1021669 w 1228185"/>
                  <a:gd name="connsiteY142" fmla="*/ 320442 h 912770"/>
                  <a:gd name="connsiteX143" fmla="*/ 1048899 w 1228185"/>
                  <a:gd name="connsiteY143" fmla="*/ 316925 h 912770"/>
                  <a:gd name="connsiteX144" fmla="*/ 1103453 w 1228185"/>
                  <a:gd name="connsiteY144" fmla="*/ 316925 h 912770"/>
                  <a:gd name="connsiteX145" fmla="*/ 1090980 w 1228185"/>
                  <a:gd name="connsiteY145" fmla="*/ 295627 h 912770"/>
                  <a:gd name="connsiteX146" fmla="*/ 1057753 w 1228185"/>
                  <a:gd name="connsiteY146" fmla="*/ 288496 h 912770"/>
                  <a:gd name="connsiteX147" fmla="*/ 1085078 w 1228185"/>
                  <a:gd name="connsiteY147" fmla="*/ 282601 h 912770"/>
                  <a:gd name="connsiteX148" fmla="*/ 1044709 w 1228185"/>
                  <a:gd name="connsiteY148" fmla="*/ 273758 h 912770"/>
                  <a:gd name="connsiteX149" fmla="*/ 1028714 w 1228185"/>
                  <a:gd name="connsiteY149" fmla="*/ 274899 h 912770"/>
                  <a:gd name="connsiteX150" fmla="*/ 1041187 w 1228185"/>
                  <a:gd name="connsiteY150" fmla="*/ 237628 h 912770"/>
                  <a:gd name="connsiteX151" fmla="*/ 1076794 w 1228185"/>
                  <a:gd name="connsiteY151" fmla="*/ 210435 h 912770"/>
                  <a:gd name="connsiteX152" fmla="*/ 1109927 w 1228185"/>
                  <a:gd name="connsiteY152" fmla="*/ 190278 h 912770"/>
                  <a:gd name="connsiteX153" fmla="*/ 1096312 w 1228185"/>
                  <a:gd name="connsiteY153" fmla="*/ 174304 h 912770"/>
                  <a:gd name="connsiteX154" fmla="*/ 1063084 w 1228185"/>
                  <a:gd name="connsiteY154" fmla="*/ 184953 h 912770"/>
                  <a:gd name="connsiteX155" fmla="*/ 1090409 w 1228185"/>
                  <a:gd name="connsiteY155" fmla="*/ 168409 h 912770"/>
                  <a:gd name="connsiteX156" fmla="*/ 1140774 w 1228185"/>
                  <a:gd name="connsiteY156" fmla="*/ 161278 h 912770"/>
                  <a:gd name="connsiteX157" fmla="*/ 1104024 w 1228185"/>
                  <a:gd name="connsiteY157" fmla="*/ 152436 h 912770"/>
                  <a:gd name="connsiteX158" fmla="*/ 1113545 w 1228185"/>
                  <a:gd name="connsiteY158" fmla="*/ 145875 h 912770"/>
                  <a:gd name="connsiteX159" fmla="*/ 1157436 w 1228185"/>
                  <a:gd name="connsiteY159" fmla="*/ 137033 h 912770"/>
                  <a:gd name="connsiteX160" fmla="*/ 1183523 w 1228185"/>
                  <a:gd name="connsiteY160" fmla="*/ 125813 h 912770"/>
                  <a:gd name="connsiteX161" fmla="*/ 1228556 w 1228185"/>
                  <a:gd name="connsiteY161" fmla="*/ 105086 h 912770"/>
                  <a:gd name="connsiteX162" fmla="*/ 1159340 w 1228185"/>
                  <a:gd name="connsiteY162" fmla="*/ 85119 h 912770"/>
                  <a:gd name="connsiteX163" fmla="*/ 421001 w 1228185"/>
                  <a:gd name="connsiteY163" fmla="*/ 600549 h 912770"/>
                  <a:gd name="connsiteX164" fmla="*/ 405006 w 1228185"/>
                  <a:gd name="connsiteY164" fmla="*/ 585811 h 912770"/>
                  <a:gd name="connsiteX165" fmla="*/ 365875 w 1228185"/>
                  <a:gd name="connsiteY165" fmla="*/ 578680 h 912770"/>
                  <a:gd name="connsiteX166" fmla="*/ 362924 w 1228185"/>
                  <a:gd name="connsiteY166" fmla="*/ 595890 h 912770"/>
                  <a:gd name="connsiteX167" fmla="*/ 384821 w 1228185"/>
                  <a:gd name="connsiteY167" fmla="*/ 608821 h 912770"/>
                  <a:gd name="connsiteX168" fmla="*/ 421001 w 1228185"/>
                  <a:gd name="connsiteY168" fmla="*/ 600549 h 91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</a:cxnLst>
                <a:rect l="l" t="t" r="r" b="b"/>
                <a:pathLst>
                  <a:path w="1228185" h="912770">
                    <a:moveTo>
                      <a:pt x="1159340" y="85119"/>
                    </a:moveTo>
                    <a:cubicBezTo>
                      <a:pt x="1137442" y="85119"/>
                      <a:pt x="1119638" y="88732"/>
                      <a:pt x="1118496" y="104135"/>
                    </a:cubicBezTo>
                    <a:cubicBezTo>
                      <a:pt x="1117353" y="119538"/>
                      <a:pt x="1089457" y="101187"/>
                      <a:pt x="1077556" y="106512"/>
                    </a:cubicBezTo>
                    <a:cubicBezTo>
                      <a:pt x="1065655" y="111836"/>
                      <a:pt x="1071653" y="94152"/>
                      <a:pt x="1059752" y="100047"/>
                    </a:cubicBezTo>
                    <a:cubicBezTo>
                      <a:pt x="1047851" y="105941"/>
                      <a:pt x="1034903" y="120204"/>
                      <a:pt x="1020717" y="126098"/>
                    </a:cubicBezTo>
                    <a:cubicBezTo>
                      <a:pt x="1006531" y="131993"/>
                      <a:pt x="995772" y="146826"/>
                      <a:pt x="986918" y="147967"/>
                    </a:cubicBezTo>
                    <a:cubicBezTo>
                      <a:pt x="978064" y="149108"/>
                      <a:pt x="1005960" y="120774"/>
                      <a:pt x="1020050" y="106512"/>
                    </a:cubicBezTo>
                    <a:cubicBezTo>
                      <a:pt x="1034141" y="92250"/>
                      <a:pt x="1026620" y="75801"/>
                      <a:pt x="1007578" y="77513"/>
                    </a:cubicBezTo>
                    <a:cubicBezTo>
                      <a:pt x="988537" y="79224"/>
                      <a:pt x="992821" y="91109"/>
                      <a:pt x="982157" y="93486"/>
                    </a:cubicBezTo>
                    <a:cubicBezTo>
                      <a:pt x="971494" y="95863"/>
                      <a:pt x="920558" y="121344"/>
                      <a:pt x="918178" y="113643"/>
                    </a:cubicBezTo>
                    <a:cubicBezTo>
                      <a:pt x="915797" y="105941"/>
                      <a:pt x="960260" y="92916"/>
                      <a:pt x="959593" y="87591"/>
                    </a:cubicBezTo>
                    <a:cubicBezTo>
                      <a:pt x="958927" y="82267"/>
                      <a:pt x="903325" y="81696"/>
                      <a:pt x="878476" y="85214"/>
                    </a:cubicBezTo>
                    <a:cubicBezTo>
                      <a:pt x="853626" y="88732"/>
                      <a:pt x="809736" y="102994"/>
                      <a:pt x="809069" y="95863"/>
                    </a:cubicBezTo>
                    <a:cubicBezTo>
                      <a:pt x="808403" y="88732"/>
                      <a:pt x="860101" y="78749"/>
                      <a:pt x="886188" y="75801"/>
                    </a:cubicBezTo>
                    <a:cubicBezTo>
                      <a:pt x="912275" y="72854"/>
                      <a:pt x="960260" y="77513"/>
                      <a:pt x="980349" y="69241"/>
                    </a:cubicBezTo>
                    <a:cubicBezTo>
                      <a:pt x="1000438" y="60969"/>
                      <a:pt x="1030714" y="60398"/>
                      <a:pt x="1036045" y="53838"/>
                    </a:cubicBezTo>
                    <a:cubicBezTo>
                      <a:pt x="1041377" y="47277"/>
                      <a:pt x="1012815" y="38625"/>
                      <a:pt x="998724" y="38625"/>
                    </a:cubicBezTo>
                    <a:cubicBezTo>
                      <a:pt x="984633" y="38625"/>
                      <a:pt x="970161" y="37389"/>
                      <a:pt x="971494" y="30353"/>
                    </a:cubicBezTo>
                    <a:cubicBezTo>
                      <a:pt x="972827" y="23317"/>
                      <a:pt x="949596" y="21415"/>
                      <a:pt x="947216" y="16091"/>
                    </a:cubicBezTo>
                    <a:cubicBezTo>
                      <a:pt x="944836" y="10766"/>
                      <a:pt x="900374" y="14950"/>
                      <a:pt x="890853" y="9055"/>
                    </a:cubicBezTo>
                    <a:cubicBezTo>
                      <a:pt x="881332" y="3160"/>
                      <a:pt x="853531" y="593"/>
                      <a:pt x="829824" y="2304"/>
                    </a:cubicBezTo>
                    <a:cubicBezTo>
                      <a:pt x="806118" y="4016"/>
                      <a:pt x="757561" y="3445"/>
                      <a:pt x="746232" y="4681"/>
                    </a:cubicBezTo>
                    <a:cubicBezTo>
                      <a:pt x="736850" y="7009"/>
                      <a:pt x="727300" y="8599"/>
                      <a:pt x="717669" y="9435"/>
                    </a:cubicBezTo>
                    <a:cubicBezTo>
                      <a:pt x="707577" y="8770"/>
                      <a:pt x="692153" y="12383"/>
                      <a:pt x="698628" y="18943"/>
                    </a:cubicBezTo>
                    <a:cubicBezTo>
                      <a:pt x="709291" y="30733"/>
                      <a:pt x="682633" y="35582"/>
                      <a:pt x="684346" y="26645"/>
                    </a:cubicBezTo>
                    <a:cubicBezTo>
                      <a:pt x="686060" y="17707"/>
                      <a:pt x="661306" y="13619"/>
                      <a:pt x="653594" y="20179"/>
                    </a:cubicBezTo>
                    <a:cubicBezTo>
                      <a:pt x="645882" y="26740"/>
                      <a:pt x="604943" y="12478"/>
                      <a:pt x="599040" y="20179"/>
                    </a:cubicBezTo>
                    <a:cubicBezTo>
                      <a:pt x="593137" y="27881"/>
                      <a:pt x="546295" y="25504"/>
                      <a:pt x="532394" y="27881"/>
                    </a:cubicBezTo>
                    <a:cubicBezTo>
                      <a:pt x="518494" y="30258"/>
                      <a:pt x="553721" y="40241"/>
                      <a:pt x="552578" y="46231"/>
                    </a:cubicBezTo>
                    <a:cubicBezTo>
                      <a:pt x="551436" y="52221"/>
                      <a:pt x="508116" y="46231"/>
                      <a:pt x="516970" y="56880"/>
                    </a:cubicBezTo>
                    <a:cubicBezTo>
                      <a:pt x="525825" y="67529"/>
                      <a:pt x="554292" y="75136"/>
                      <a:pt x="567907" y="88827"/>
                    </a:cubicBezTo>
                    <a:cubicBezTo>
                      <a:pt x="581522" y="102519"/>
                      <a:pt x="557243" y="94152"/>
                      <a:pt x="541820" y="84073"/>
                    </a:cubicBezTo>
                    <a:cubicBezTo>
                      <a:pt x="526396" y="73995"/>
                      <a:pt x="506878" y="77513"/>
                      <a:pt x="497453" y="67529"/>
                    </a:cubicBezTo>
                    <a:cubicBezTo>
                      <a:pt x="488027" y="57546"/>
                      <a:pt x="452419" y="49749"/>
                      <a:pt x="443470" y="55644"/>
                    </a:cubicBezTo>
                    <a:cubicBezTo>
                      <a:pt x="432902" y="62680"/>
                      <a:pt x="467748" y="75801"/>
                      <a:pt x="467748" y="83503"/>
                    </a:cubicBezTo>
                    <a:cubicBezTo>
                      <a:pt x="467748" y="91204"/>
                      <a:pt x="444136" y="81696"/>
                      <a:pt x="439947" y="84644"/>
                    </a:cubicBezTo>
                    <a:cubicBezTo>
                      <a:pt x="435758" y="87591"/>
                      <a:pt x="415098" y="64391"/>
                      <a:pt x="403482" y="64391"/>
                    </a:cubicBezTo>
                    <a:cubicBezTo>
                      <a:pt x="391867" y="64391"/>
                      <a:pt x="401673" y="75040"/>
                      <a:pt x="401673" y="89873"/>
                    </a:cubicBezTo>
                    <a:cubicBezTo>
                      <a:pt x="401673" y="104705"/>
                      <a:pt x="378633" y="113548"/>
                      <a:pt x="385107" y="103469"/>
                    </a:cubicBezTo>
                    <a:cubicBezTo>
                      <a:pt x="391581" y="93391"/>
                      <a:pt x="386916" y="67434"/>
                      <a:pt x="374444" y="62680"/>
                    </a:cubicBezTo>
                    <a:cubicBezTo>
                      <a:pt x="361971" y="57926"/>
                      <a:pt x="329982" y="72759"/>
                      <a:pt x="313415" y="72188"/>
                    </a:cubicBezTo>
                    <a:cubicBezTo>
                      <a:pt x="296849" y="71618"/>
                      <a:pt x="275332" y="76942"/>
                      <a:pt x="289137" y="85214"/>
                    </a:cubicBezTo>
                    <a:cubicBezTo>
                      <a:pt x="302942" y="93486"/>
                      <a:pt x="288566" y="98240"/>
                      <a:pt x="276094" y="89398"/>
                    </a:cubicBezTo>
                    <a:cubicBezTo>
                      <a:pt x="263621" y="80555"/>
                      <a:pt x="222777" y="89398"/>
                      <a:pt x="231060" y="95293"/>
                    </a:cubicBezTo>
                    <a:cubicBezTo>
                      <a:pt x="239479" y="102974"/>
                      <a:pt x="241876" y="115251"/>
                      <a:pt x="236963" y="125528"/>
                    </a:cubicBezTo>
                    <a:cubicBezTo>
                      <a:pt x="231631" y="132564"/>
                      <a:pt x="214494" y="118397"/>
                      <a:pt x="198880" y="119538"/>
                    </a:cubicBezTo>
                    <a:cubicBezTo>
                      <a:pt x="183266" y="120679"/>
                      <a:pt x="103672" y="158616"/>
                      <a:pt x="108146" y="168694"/>
                    </a:cubicBezTo>
                    <a:cubicBezTo>
                      <a:pt x="112621" y="178773"/>
                      <a:pt x="146706" y="170501"/>
                      <a:pt x="157369" y="176396"/>
                    </a:cubicBezTo>
                    <a:cubicBezTo>
                      <a:pt x="168032" y="182291"/>
                      <a:pt x="153846" y="204159"/>
                      <a:pt x="140803" y="213097"/>
                    </a:cubicBezTo>
                    <a:cubicBezTo>
                      <a:pt x="127759" y="222034"/>
                      <a:pt x="79108" y="213667"/>
                      <a:pt x="77965" y="224316"/>
                    </a:cubicBezTo>
                    <a:cubicBezTo>
                      <a:pt x="76823" y="234965"/>
                      <a:pt x="1799" y="236772"/>
                      <a:pt x="1799" y="253886"/>
                    </a:cubicBezTo>
                    <a:cubicBezTo>
                      <a:pt x="1494" y="260893"/>
                      <a:pt x="6272" y="267108"/>
                      <a:pt x="13129" y="268624"/>
                    </a:cubicBezTo>
                    <a:cubicBezTo>
                      <a:pt x="23792" y="270906"/>
                      <a:pt x="36836" y="267388"/>
                      <a:pt x="46356" y="278132"/>
                    </a:cubicBezTo>
                    <a:cubicBezTo>
                      <a:pt x="55877" y="288876"/>
                      <a:pt x="82535" y="289446"/>
                      <a:pt x="100911" y="282315"/>
                    </a:cubicBezTo>
                    <a:cubicBezTo>
                      <a:pt x="119286" y="275184"/>
                      <a:pt x="132901" y="283456"/>
                      <a:pt x="132234" y="294105"/>
                    </a:cubicBezTo>
                    <a:cubicBezTo>
                      <a:pt x="131568" y="304754"/>
                      <a:pt x="90819" y="290017"/>
                      <a:pt x="78346" y="297718"/>
                    </a:cubicBezTo>
                    <a:cubicBezTo>
                      <a:pt x="65874" y="305420"/>
                      <a:pt x="27410" y="298859"/>
                      <a:pt x="29219" y="307226"/>
                    </a:cubicBezTo>
                    <a:cubicBezTo>
                      <a:pt x="31028" y="315593"/>
                      <a:pt x="49879" y="313787"/>
                      <a:pt x="65303" y="316734"/>
                    </a:cubicBezTo>
                    <a:cubicBezTo>
                      <a:pt x="80727" y="319682"/>
                      <a:pt x="66541" y="326242"/>
                      <a:pt x="65874" y="332708"/>
                    </a:cubicBezTo>
                    <a:cubicBezTo>
                      <a:pt x="65208" y="339173"/>
                      <a:pt x="74252" y="338032"/>
                      <a:pt x="89581" y="345734"/>
                    </a:cubicBezTo>
                    <a:cubicBezTo>
                      <a:pt x="104909" y="353435"/>
                      <a:pt x="130520" y="358094"/>
                      <a:pt x="122237" y="349252"/>
                    </a:cubicBezTo>
                    <a:cubicBezTo>
                      <a:pt x="113954" y="340409"/>
                      <a:pt x="138232" y="341550"/>
                      <a:pt x="142326" y="346875"/>
                    </a:cubicBezTo>
                    <a:cubicBezTo>
                      <a:pt x="146420" y="352199"/>
                      <a:pt x="157750" y="339173"/>
                      <a:pt x="168984" y="342121"/>
                    </a:cubicBezTo>
                    <a:cubicBezTo>
                      <a:pt x="180219" y="345068"/>
                      <a:pt x="184408" y="331472"/>
                      <a:pt x="193358" y="337462"/>
                    </a:cubicBezTo>
                    <a:cubicBezTo>
                      <a:pt x="202307" y="343452"/>
                      <a:pt x="243723" y="346970"/>
                      <a:pt x="257909" y="354576"/>
                    </a:cubicBezTo>
                    <a:cubicBezTo>
                      <a:pt x="272095" y="362183"/>
                      <a:pt x="291708" y="364084"/>
                      <a:pt x="289899" y="375304"/>
                    </a:cubicBezTo>
                    <a:cubicBezTo>
                      <a:pt x="288090" y="386523"/>
                      <a:pt x="301705" y="394320"/>
                      <a:pt x="317795" y="401926"/>
                    </a:cubicBezTo>
                    <a:cubicBezTo>
                      <a:pt x="330264" y="407713"/>
                      <a:pt x="337655" y="420792"/>
                      <a:pt x="336170" y="434444"/>
                    </a:cubicBezTo>
                    <a:cubicBezTo>
                      <a:pt x="335504" y="444522"/>
                      <a:pt x="353307" y="451653"/>
                      <a:pt x="350356" y="456407"/>
                    </a:cubicBezTo>
                    <a:cubicBezTo>
                      <a:pt x="347405" y="461161"/>
                      <a:pt x="349785" y="467627"/>
                      <a:pt x="360448" y="477135"/>
                    </a:cubicBezTo>
                    <a:cubicBezTo>
                      <a:pt x="371112" y="486643"/>
                      <a:pt x="343787" y="493679"/>
                      <a:pt x="350356" y="501951"/>
                    </a:cubicBezTo>
                    <a:cubicBezTo>
                      <a:pt x="356925" y="510223"/>
                      <a:pt x="340835" y="526196"/>
                      <a:pt x="359877" y="529144"/>
                    </a:cubicBezTo>
                    <a:cubicBezTo>
                      <a:pt x="378919" y="532091"/>
                      <a:pt x="375872" y="516118"/>
                      <a:pt x="390058" y="516118"/>
                    </a:cubicBezTo>
                    <a:cubicBezTo>
                      <a:pt x="404244" y="516118"/>
                      <a:pt x="389487" y="528573"/>
                      <a:pt x="397198" y="536275"/>
                    </a:cubicBezTo>
                    <a:cubicBezTo>
                      <a:pt x="404910" y="543976"/>
                      <a:pt x="420905" y="542170"/>
                      <a:pt x="435282" y="554625"/>
                    </a:cubicBezTo>
                    <a:cubicBezTo>
                      <a:pt x="449658" y="567081"/>
                      <a:pt x="440613" y="572976"/>
                      <a:pt x="426999" y="562897"/>
                    </a:cubicBezTo>
                    <a:cubicBezTo>
                      <a:pt x="413384" y="552819"/>
                      <a:pt x="373682" y="555196"/>
                      <a:pt x="373682" y="558714"/>
                    </a:cubicBezTo>
                    <a:cubicBezTo>
                      <a:pt x="373682" y="562231"/>
                      <a:pt x="417573" y="587238"/>
                      <a:pt x="427570" y="583625"/>
                    </a:cubicBezTo>
                    <a:cubicBezTo>
                      <a:pt x="437567" y="580011"/>
                      <a:pt x="451277" y="598457"/>
                      <a:pt x="445374" y="604352"/>
                    </a:cubicBezTo>
                    <a:cubicBezTo>
                      <a:pt x="439471" y="610247"/>
                      <a:pt x="442422" y="625079"/>
                      <a:pt x="441185" y="632115"/>
                    </a:cubicBezTo>
                    <a:cubicBezTo>
                      <a:pt x="439947" y="639151"/>
                      <a:pt x="425190" y="632115"/>
                      <a:pt x="415764" y="633351"/>
                    </a:cubicBezTo>
                    <a:cubicBezTo>
                      <a:pt x="406339" y="634588"/>
                      <a:pt x="399674" y="637630"/>
                      <a:pt x="399674" y="647138"/>
                    </a:cubicBezTo>
                    <a:cubicBezTo>
                      <a:pt x="399674" y="656646"/>
                      <a:pt x="384821" y="664348"/>
                      <a:pt x="383108" y="676708"/>
                    </a:cubicBezTo>
                    <a:cubicBezTo>
                      <a:pt x="381394" y="689069"/>
                      <a:pt x="394914" y="688593"/>
                      <a:pt x="402149" y="693918"/>
                    </a:cubicBezTo>
                    <a:cubicBezTo>
                      <a:pt x="409385" y="699242"/>
                      <a:pt x="387963" y="702760"/>
                      <a:pt x="386726" y="711698"/>
                    </a:cubicBezTo>
                    <a:cubicBezTo>
                      <a:pt x="385488" y="720635"/>
                      <a:pt x="406910" y="736514"/>
                      <a:pt x="414622" y="740222"/>
                    </a:cubicBezTo>
                    <a:cubicBezTo>
                      <a:pt x="422333" y="743930"/>
                      <a:pt x="415193" y="764562"/>
                      <a:pt x="418144" y="774546"/>
                    </a:cubicBezTo>
                    <a:cubicBezTo>
                      <a:pt x="421096" y="784529"/>
                      <a:pt x="431188" y="772169"/>
                      <a:pt x="429950" y="785195"/>
                    </a:cubicBezTo>
                    <a:cubicBezTo>
                      <a:pt x="428712" y="798221"/>
                      <a:pt x="439471" y="797650"/>
                      <a:pt x="440042" y="805352"/>
                    </a:cubicBezTo>
                    <a:cubicBezTo>
                      <a:pt x="440613" y="813053"/>
                      <a:pt x="459084" y="811817"/>
                      <a:pt x="455466" y="822466"/>
                    </a:cubicBezTo>
                    <a:cubicBezTo>
                      <a:pt x="451848" y="833115"/>
                      <a:pt x="460798" y="840912"/>
                      <a:pt x="464987" y="846807"/>
                    </a:cubicBezTo>
                    <a:cubicBezTo>
                      <a:pt x="469176" y="852702"/>
                      <a:pt x="484504" y="862780"/>
                      <a:pt x="487456" y="870482"/>
                    </a:cubicBezTo>
                    <a:cubicBezTo>
                      <a:pt x="490407" y="878183"/>
                      <a:pt x="499357" y="888166"/>
                      <a:pt x="510020" y="885219"/>
                    </a:cubicBezTo>
                    <a:cubicBezTo>
                      <a:pt x="520683" y="882272"/>
                      <a:pt x="521255" y="892350"/>
                      <a:pt x="529538" y="891114"/>
                    </a:cubicBezTo>
                    <a:cubicBezTo>
                      <a:pt x="537821" y="889878"/>
                      <a:pt x="550865" y="894727"/>
                      <a:pt x="553245" y="901192"/>
                    </a:cubicBezTo>
                    <a:cubicBezTo>
                      <a:pt x="555625" y="907658"/>
                      <a:pt x="581045" y="913648"/>
                      <a:pt x="588186" y="914789"/>
                    </a:cubicBezTo>
                    <a:cubicBezTo>
                      <a:pt x="595327" y="915930"/>
                      <a:pt x="596945" y="903855"/>
                      <a:pt x="603419" y="900051"/>
                    </a:cubicBezTo>
                    <a:cubicBezTo>
                      <a:pt x="609893" y="896248"/>
                      <a:pt x="607513" y="870386"/>
                      <a:pt x="613511" y="868675"/>
                    </a:cubicBezTo>
                    <a:cubicBezTo>
                      <a:pt x="619510" y="866964"/>
                      <a:pt x="617605" y="840151"/>
                      <a:pt x="611702" y="837299"/>
                    </a:cubicBezTo>
                    <a:cubicBezTo>
                      <a:pt x="605800" y="834446"/>
                      <a:pt x="608180" y="825414"/>
                      <a:pt x="621795" y="827220"/>
                    </a:cubicBezTo>
                    <a:cubicBezTo>
                      <a:pt x="635409" y="829027"/>
                      <a:pt x="630649" y="815430"/>
                      <a:pt x="637123" y="813624"/>
                    </a:cubicBezTo>
                    <a:cubicBezTo>
                      <a:pt x="643597" y="811817"/>
                      <a:pt x="640741" y="799457"/>
                      <a:pt x="645502" y="798221"/>
                    </a:cubicBezTo>
                    <a:cubicBezTo>
                      <a:pt x="650262" y="796985"/>
                      <a:pt x="649595" y="788713"/>
                      <a:pt x="646073" y="784054"/>
                    </a:cubicBezTo>
                    <a:cubicBezTo>
                      <a:pt x="642550" y="779395"/>
                      <a:pt x="646644" y="775782"/>
                      <a:pt x="653785" y="774546"/>
                    </a:cubicBezTo>
                    <a:cubicBezTo>
                      <a:pt x="660925" y="773310"/>
                      <a:pt x="659116" y="763326"/>
                      <a:pt x="649595" y="759808"/>
                    </a:cubicBezTo>
                    <a:cubicBezTo>
                      <a:pt x="640075" y="756290"/>
                      <a:pt x="643121" y="745546"/>
                      <a:pt x="652547" y="752107"/>
                    </a:cubicBezTo>
                    <a:cubicBezTo>
                      <a:pt x="661972" y="758667"/>
                      <a:pt x="669208" y="753818"/>
                      <a:pt x="663877" y="746782"/>
                    </a:cubicBezTo>
                    <a:cubicBezTo>
                      <a:pt x="658545" y="739746"/>
                      <a:pt x="670351" y="736133"/>
                      <a:pt x="682918" y="734897"/>
                    </a:cubicBezTo>
                    <a:cubicBezTo>
                      <a:pt x="695486" y="733661"/>
                      <a:pt x="701960" y="727196"/>
                      <a:pt x="699484" y="717783"/>
                    </a:cubicBezTo>
                    <a:cubicBezTo>
                      <a:pt x="697009" y="708370"/>
                      <a:pt x="713670" y="708845"/>
                      <a:pt x="709576" y="717212"/>
                    </a:cubicBezTo>
                    <a:cubicBezTo>
                      <a:pt x="705483" y="725579"/>
                      <a:pt x="707767" y="733756"/>
                      <a:pt x="713670" y="727861"/>
                    </a:cubicBezTo>
                    <a:cubicBezTo>
                      <a:pt x="719573" y="721966"/>
                      <a:pt x="730903" y="726055"/>
                      <a:pt x="751087" y="720160"/>
                    </a:cubicBezTo>
                    <a:cubicBezTo>
                      <a:pt x="771271" y="714265"/>
                      <a:pt x="790789" y="697626"/>
                      <a:pt x="795454" y="681652"/>
                    </a:cubicBezTo>
                    <a:cubicBezTo>
                      <a:pt x="800120" y="665679"/>
                      <a:pt x="823350" y="667485"/>
                      <a:pt x="820399" y="656836"/>
                    </a:cubicBezTo>
                    <a:cubicBezTo>
                      <a:pt x="817447" y="646187"/>
                      <a:pt x="824493" y="642004"/>
                      <a:pt x="839441" y="649135"/>
                    </a:cubicBezTo>
                    <a:cubicBezTo>
                      <a:pt x="854388" y="656266"/>
                      <a:pt x="842392" y="644381"/>
                      <a:pt x="858958" y="644381"/>
                    </a:cubicBezTo>
                    <a:cubicBezTo>
                      <a:pt x="875524" y="644381"/>
                      <a:pt x="872573" y="638486"/>
                      <a:pt x="888663" y="637915"/>
                    </a:cubicBezTo>
                    <a:cubicBezTo>
                      <a:pt x="904753" y="637345"/>
                      <a:pt x="945788" y="630214"/>
                      <a:pt x="960355" y="618329"/>
                    </a:cubicBezTo>
                    <a:cubicBezTo>
                      <a:pt x="974922" y="606444"/>
                      <a:pt x="1004722" y="596460"/>
                      <a:pt x="1017480" y="588759"/>
                    </a:cubicBezTo>
                    <a:cubicBezTo>
                      <a:pt x="1030237" y="581057"/>
                      <a:pt x="1032903" y="574497"/>
                      <a:pt x="1025191" y="578680"/>
                    </a:cubicBezTo>
                    <a:cubicBezTo>
                      <a:pt x="1013829" y="582951"/>
                      <a:pt x="1001417" y="583582"/>
                      <a:pt x="989679" y="580487"/>
                    </a:cubicBezTo>
                    <a:cubicBezTo>
                      <a:pt x="977778" y="577539"/>
                      <a:pt x="958831" y="567461"/>
                      <a:pt x="945217" y="575162"/>
                    </a:cubicBezTo>
                    <a:cubicBezTo>
                      <a:pt x="931602" y="582864"/>
                      <a:pt x="939885" y="563848"/>
                      <a:pt x="951120" y="562136"/>
                    </a:cubicBezTo>
                    <a:cubicBezTo>
                      <a:pt x="962354" y="560425"/>
                      <a:pt x="957594" y="555005"/>
                      <a:pt x="954642" y="543120"/>
                    </a:cubicBezTo>
                    <a:cubicBezTo>
                      <a:pt x="951691" y="531235"/>
                      <a:pt x="973684" y="538937"/>
                      <a:pt x="983205" y="552628"/>
                    </a:cubicBezTo>
                    <a:cubicBezTo>
                      <a:pt x="993255" y="566300"/>
                      <a:pt x="1010798" y="572229"/>
                      <a:pt x="1027096" y="567461"/>
                    </a:cubicBezTo>
                    <a:cubicBezTo>
                      <a:pt x="1043091" y="562707"/>
                      <a:pt x="1027667" y="549681"/>
                      <a:pt x="1034141" y="540838"/>
                    </a:cubicBezTo>
                    <a:cubicBezTo>
                      <a:pt x="1040615" y="531996"/>
                      <a:pt x="984252" y="504518"/>
                      <a:pt x="981586" y="495010"/>
                    </a:cubicBezTo>
                    <a:cubicBezTo>
                      <a:pt x="978920" y="485502"/>
                      <a:pt x="995772" y="492062"/>
                      <a:pt x="1011196" y="498623"/>
                    </a:cubicBezTo>
                    <a:cubicBezTo>
                      <a:pt x="1026620" y="505183"/>
                      <a:pt x="1030237" y="486167"/>
                      <a:pt x="1030237" y="477895"/>
                    </a:cubicBezTo>
                    <a:cubicBezTo>
                      <a:pt x="1030237" y="469623"/>
                      <a:pt x="997105" y="468958"/>
                      <a:pt x="982633" y="477325"/>
                    </a:cubicBezTo>
                    <a:cubicBezTo>
                      <a:pt x="968162" y="485692"/>
                      <a:pt x="954071" y="466581"/>
                      <a:pt x="973779" y="464299"/>
                    </a:cubicBezTo>
                    <a:cubicBezTo>
                      <a:pt x="993487" y="462017"/>
                      <a:pt x="975493" y="453650"/>
                      <a:pt x="981491" y="447660"/>
                    </a:cubicBezTo>
                    <a:cubicBezTo>
                      <a:pt x="987489" y="441670"/>
                      <a:pt x="1012815" y="464869"/>
                      <a:pt x="1025858" y="460686"/>
                    </a:cubicBezTo>
                    <a:cubicBezTo>
                      <a:pt x="1038901" y="456502"/>
                      <a:pt x="1048422" y="461256"/>
                      <a:pt x="1059657" y="452414"/>
                    </a:cubicBezTo>
                    <a:cubicBezTo>
                      <a:pt x="1070892" y="443571"/>
                      <a:pt x="1039473" y="435299"/>
                      <a:pt x="1032999" y="427598"/>
                    </a:cubicBezTo>
                    <a:cubicBezTo>
                      <a:pt x="1026525" y="419896"/>
                      <a:pt x="1065560" y="422844"/>
                      <a:pt x="1077461" y="423414"/>
                    </a:cubicBezTo>
                    <a:cubicBezTo>
                      <a:pt x="1089362" y="423985"/>
                      <a:pt x="1092218" y="406300"/>
                      <a:pt x="1082793" y="409818"/>
                    </a:cubicBezTo>
                    <a:cubicBezTo>
                      <a:pt x="1073367" y="413336"/>
                      <a:pt x="1039473" y="398028"/>
                      <a:pt x="1046613" y="387379"/>
                    </a:cubicBezTo>
                    <a:cubicBezTo>
                      <a:pt x="1053754" y="376730"/>
                      <a:pt x="1066798" y="389090"/>
                      <a:pt x="1081555" y="381389"/>
                    </a:cubicBezTo>
                    <a:cubicBezTo>
                      <a:pt x="1096312" y="373687"/>
                      <a:pt x="1082793" y="344688"/>
                      <a:pt x="1072034" y="344688"/>
                    </a:cubicBezTo>
                    <a:cubicBezTo>
                      <a:pt x="1061275" y="344688"/>
                      <a:pt x="1036426" y="341170"/>
                      <a:pt x="1036426" y="335845"/>
                    </a:cubicBezTo>
                    <a:cubicBezTo>
                      <a:pt x="1036426" y="330521"/>
                      <a:pt x="1015671" y="325767"/>
                      <a:pt x="1021669" y="320442"/>
                    </a:cubicBezTo>
                    <a:cubicBezTo>
                      <a:pt x="1027667" y="315118"/>
                      <a:pt x="1035284" y="327003"/>
                      <a:pt x="1048899" y="316925"/>
                    </a:cubicBezTo>
                    <a:cubicBezTo>
                      <a:pt x="1062513" y="306846"/>
                      <a:pt x="1090980" y="319302"/>
                      <a:pt x="1103453" y="316925"/>
                    </a:cubicBezTo>
                    <a:cubicBezTo>
                      <a:pt x="1115925" y="314548"/>
                      <a:pt x="1098121" y="291443"/>
                      <a:pt x="1090980" y="295627"/>
                    </a:cubicBezTo>
                    <a:cubicBezTo>
                      <a:pt x="1083840" y="299810"/>
                      <a:pt x="1059562" y="300951"/>
                      <a:pt x="1057753" y="288496"/>
                    </a:cubicBezTo>
                    <a:cubicBezTo>
                      <a:pt x="1055944" y="276040"/>
                      <a:pt x="1080888" y="288496"/>
                      <a:pt x="1085078" y="282601"/>
                    </a:cubicBezTo>
                    <a:cubicBezTo>
                      <a:pt x="1089267" y="276706"/>
                      <a:pt x="1050708" y="261303"/>
                      <a:pt x="1044709" y="273758"/>
                    </a:cubicBezTo>
                    <a:cubicBezTo>
                      <a:pt x="1038711" y="286214"/>
                      <a:pt x="1017480" y="282030"/>
                      <a:pt x="1028714" y="274899"/>
                    </a:cubicBezTo>
                    <a:cubicBezTo>
                      <a:pt x="1039949" y="267768"/>
                      <a:pt x="1042424" y="247706"/>
                      <a:pt x="1041187" y="237628"/>
                    </a:cubicBezTo>
                    <a:cubicBezTo>
                      <a:pt x="1039949" y="227549"/>
                      <a:pt x="1081460" y="226979"/>
                      <a:pt x="1076794" y="210435"/>
                    </a:cubicBezTo>
                    <a:cubicBezTo>
                      <a:pt x="1072129" y="193891"/>
                      <a:pt x="1096312" y="190278"/>
                      <a:pt x="1109927" y="190278"/>
                    </a:cubicBezTo>
                    <a:cubicBezTo>
                      <a:pt x="1123542" y="190278"/>
                      <a:pt x="1109356" y="172498"/>
                      <a:pt x="1096312" y="174304"/>
                    </a:cubicBezTo>
                    <a:cubicBezTo>
                      <a:pt x="1083269" y="176111"/>
                      <a:pt x="1069654" y="190848"/>
                      <a:pt x="1063084" y="184953"/>
                    </a:cubicBezTo>
                    <a:cubicBezTo>
                      <a:pt x="1056515" y="179058"/>
                      <a:pt x="1078508" y="168409"/>
                      <a:pt x="1090409" y="168409"/>
                    </a:cubicBezTo>
                    <a:cubicBezTo>
                      <a:pt x="1102310" y="168409"/>
                      <a:pt x="1130682" y="167173"/>
                      <a:pt x="1140774" y="161278"/>
                    </a:cubicBezTo>
                    <a:cubicBezTo>
                      <a:pt x="1150866" y="155383"/>
                      <a:pt x="1122970" y="150059"/>
                      <a:pt x="1104024" y="152436"/>
                    </a:cubicBezTo>
                    <a:cubicBezTo>
                      <a:pt x="1085078" y="154813"/>
                      <a:pt x="1084982" y="146446"/>
                      <a:pt x="1113545" y="145875"/>
                    </a:cubicBezTo>
                    <a:cubicBezTo>
                      <a:pt x="1142107" y="145305"/>
                      <a:pt x="1137252" y="139410"/>
                      <a:pt x="1157436" y="137033"/>
                    </a:cubicBezTo>
                    <a:cubicBezTo>
                      <a:pt x="1177620" y="134656"/>
                      <a:pt x="1171050" y="126384"/>
                      <a:pt x="1183523" y="125813"/>
                    </a:cubicBezTo>
                    <a:cubicBezTo>
                      <a:pt x="1195995" y="125243"/>
                      <a:pt x="1228556" y="111551"/>
                      <a:pt x="1228556" y="105086"/>
                    </a:cubicBezTo>
                    <a:cubicBezTo>
                      <a:pt x="1228556" y="98620"/>
                      <a:pt x="1181238" y="85119"/>
                      <a:pt x="1159340" y="85119"/>
                    </a:cubicBezTo>
                    <a:close/>
                    <a:moveTo>
                      <a:pt x="421001" y="600549"/>
                    </a:moveTo>
                    <a:cubicBezTo>
                      <a:pt x="421572" y="591041"/>
                      <a:pt x="410908" y="597031"/>
                      <a:pt x="405006" y="585811"/>
                    </a:cubicBezTo>
                    <a:cubicBezTo>
                      <a:pt x="399103" y="574592"/>
                      <a:pt x="368826" y="569933"/>
                      <a:pt x="365875" y="578680"/>
                    </a:cubicBezTo>
                    <a:cubicBezTo>
                      <a:pt x="364732" y="582198"/>
                      <a:pt x="355212" y="587523"/>
                      <a:pt x="362924" y="595890"/>
                    </a:cubicBezTo>
                    <a:cubicBezTo>
                      <a:pt x="370635" y="604257"/>
                      <a:pt x="375967" y="600549"/>
                      <a:pt x="384821" y="608821"/>
                    </a:cubicBezTo>
                    <a:cubicBezTo>
                      <a:pt x="393676" y="617093"/>
                      <a:pt x="420429" y="610057"/>
                      <a:pt x="421001" y="600549"/>
                    </a:cubicBezTo>
                    <a:close/>
                  </a:path>
                </a:pathLst>
              </a:custGeom>
              <a:solidFill>
                <a:srgbClr val="CCCCCC"/>
              </a:solidFill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  <p:sp>
            <p:nvSpPr>
              <p:cNvPr id="77" name="Freeform 2818">
                <a:extLst>
                  <a:ext uri="{FF2B5EF4-FFF2-40B4-BE49-F238E27FC236}">
                    <a16:creationId xmlns:a16="http://schemas.microsoft.com/office/drawing/2014/main" id="{21A44AF1-67D2-3106-51C5-F060A1A601C0}"/>
                  </a:ext>
                </a:extLst>
              </p:cNvPr>
              <p:cNvSpPr/>
              <p:nvPr/>
            </p:nvSpPr>
            <p:spPr>
              <a:xfrm>
                <a:off x="10825493" y="3833594"/>
                <a:ext cx="493890" cy="246613"/>
              </a:xfrm>
              <a:custGeom>
                <a:avLst/>
                <a:gdLst>
                  <a:gd name="connsiteX0" fmla="*/ 182125 w 209457"/>
                  <a:gd name="connsiteY0" fmla="*/ 76561 h 104588"/>
                  <a:gd name="connsiteX1" fmla="*/ 198120 w 209457"/>
                  <a:gd name="connsiteY1" fmla="*/ 63821 h 104588"/>
                  <a:gd name="connsiteX2" fmla="*/ 213544 w 209457"/>
                  <a:gd name="connsiteY2" fmla="*/ 49083 h 104588"/>
                  <a:gd name="connsiteX3" fmla="*/ 204733 w 209457"/>
                  <a:gd name="connsiteY3" fmla="*/ 32899 h 104588"/>
                  <a:gd name="connsiteX4" fmla="*/ 203166 w 209457"/>
                  <a:gd name="connsiteY4" fmla="*/ 32539 h 104588"/>
                  <a:gd name="connsiteX5" fmla="*/ 192217 w 209457"/>
                  <a:gd name="connsiteY5" fmla="*/ 23031 h 104588"/>
                  <a:gd name="connsiteX6" fmla="*/ 188599 w 209457"/>
                  <a:gd name="connsiteY6" fmla="*/ 10576 h 104588"/>
                  <a:gd name="connsiteX7" fmla="*/ 174984 w 209457"/>
                  <a:gd name="connsiteY7" fmla="*/ 11526 h 104588"/>
                  <a:gd name="connsiteX8" fmla="*/ 155943 w 209457"/>
                  <a:gd name="connsiteY8" fmla="*/ 2018 h 104588"/>
                  <a:gd name="connsiteX9" fmla="*/ 153563 w 209457"/>
                  <a:gd name="connsiteY9" fmla="*/ 14189 h 104588"/>
                  <a:gd name="connsiteX10" fmla="*/ 141757 w 209457"/>
                  <a:gd name="connsiteY10" fmla="*/ 15044 h 104588"/>
                  <a:gd name="connsiteX11" fmla="*/ 133759 w 209457"/>
                  <a:gd name="connsiteY11" fmla="*/ 15044 h 104588"/>
                  <a:gd name="connsiteX12" fmla="*/ 122144 w 209457"/>
                  <a:gd name="connsiteY12" fmla="*/ 16851 h 104588"/>
                  <a:gd name="connsiteX13" fmla="*/ 111766 w 209457"/>
                  <a:gd name="connsiteY13" fmla="*/ 13238 h 104588"/>
                  <a:gd name="connsiteX14" fmla="*/ 98437 w 209457"/>
                  <a:gd name="connsiteY14" fmla="*/ 22746 h 104588"/>
                  <a:gd name="connsiteX15" fmla="*/ 90440 w 209457"/>
                  <a:gd name="connsiteY15" fmla="*/ 18562 h 104588"/>
                  <a:gd name="connsiteX16" fmla="*/ 80919 w 209457"/>
                  <a:gd name="connsiteY16" fmla="*/ 24838 h 104588"/>
                  <a:gd name="connsiteX17" fmla="*/ 78253 w 209457"/>
                  <a:gd name="connsiteY17" fmla="*/ 34346 h 104588"/>
                  <a:gd name="connsiteX18" fmla="*/ 65209 w 209457"/>
                  <a:gd name="connsiteY18" fmla="*/ 40241 h 104588"/>
                  <a:gd name="connsiteX19" fmla="*/ 59878 w 209457"/>
                  <a:gd name="connsiteY19" fmla="*/ 24267 h 104588"/>
                  <a:gd name="connsiteX20" fmla="*/ 29316 w 209457"/>
                  <a:gd name="connsiteY20" fmla="*/ 4205 h 104588"/>
                  <a:gd name="connsiteX21" fmla="*/ 32268 w 209457"/>
                  <a:gd name="connsiteY21" fmla="*/ 15425 h 104588"/>
                  <a:gd name="connsiteX22" fmla="*/ 24841 w 209457"/>
                  <a:gd name="connsiteY22" fmla="*/ 14854 h 104588"/>
                  <a:gd name="connsiteX23" fmla="*/ 11798 w 209457"/>
                  <a:gd name="connsiteY23" fmla="*/ 19798 h 104588"/>
                  <a:gd name="connsiteX24" fmla="*/ 1801 w 209457"/>
                  <a:gd name="connsiteY24" fmla="*/ 33205 h 104588"/>
                  <a:gd name="connsiteX25" fmla="*/ 20842 w 209457"/>
                  <a:gd name="connsiteY25" fmla="*/ 37864 h 104588"/>
                  <a:gd name="connsiteX26" fmla="*/ 45120 w 209457"/>
                  <a:gd name="connsiteY26" fmla="*/ 37864 h 104588"/>
                  <a:gd name="connsiteX27" fmla="*/ 41312 w 209457"/>
                  <a:gd name="connsiteY27" fmla="*/ 47372 h 104588"/>
                  <a:gd name="connsiteX28" fmla="*/ 30934 w 209457"/>
                  <a:gd name="connsiteY28" fmla="*/ 52981 h 104588"/>
                  <a:gd name="connsiteX29" fmla="*/ 8085 w 209457"/>
                  <a:gd name="connsiteY29" fmla="*/ 59257 h 104588"/>
                  <a:gd name="connsiteX30" fmla="*/ 37123 w 209457"/>
                  <a:gd name="connsiteY30" fmla="*/ 59827 h 104588"/>
                  <a:gd name="connsiteX31" fmla="*/ 44264 w 209457"/>
                  <a:gd name="connsiteY31" fmla="*/ 67243 h 104588"/>
                  <a:gd name="connsiteX32" fmla="*/ 50167 w 209457"/>
                  <a:gd name="connsiteY32" fmla="*/ 73994 h 104588"/>
                  <a:gd name="connsiteX33" fmla="*/ 43407 w 209457"/>
                  <a:gd name="connsiteY33" fmla="*/ 83502 h 104588"/>
                  <a:gd name="connsiteX34" fmla="*/ 33315 w 209457"/>
                  <a:gd name="connsiteY34" fmla="*/ 89968 h 104588"/>
                  <a:gd name="connsiteX35" fmla="*/ 58735 w 209457"/>
                  <a:gd name="connsiteY35" fmla="*/ 89112 h 104588"/>
                  <a:gd name="connsiteX36" fmla="*/ 95200 w 209457"/>
                  <a:gd name="connsiteY36" fmla="*/ 103564 h 104588"/>
                  <a:gd name="connsiteX37" fmla="*/ 129856 w 209457"/>
                  <a:gd name="connsiteY37" fmla="*/ 95577 h 104588"/>
                  <a:gd name="connsiteX38" fmla="*/ 154800 w 209457"/>
                  <a:gd name="connsiteY38" fmla="*/ 87305 h 104588"/>
                  <a:gd name="connsiteX39" fmla="*/ 182125 w 209457"/>
                  <a:gd name="connsiteY39" fmla="*/ 76561 h 10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09457" h="104588">
                    <a:moveTo>
                      <a:pt x="182125" y="76561"/>
                    </a:moveTo>
                    <a:cubicBezTo>
                      <a:pt x="193645" y="75991"/>
                      <a:pt x="193360" y="63250"/>
                      <a:pt x="198120" y="63821"/>
                    </a:cubicBezTo>
                    <a:cubicBezTo>
                      <a:pt x="202880" y="64391"/>
                      <a:pt x="210592" y="54978"/>
                      <a:pt x="213544" y="49083"/>
                    </a:cubicBezTo>
                    <a:cubicBezTo>
                      <a:pt x="215586" y="42184"/>
                      <a:pt x="211641" y="34938"/>
                      <a:pt x="204733" y="32899"/>
                    </a:cubicBezTo>
                    <a:cubicBezTo>
                      <a:pt x="204219" y="32747"/>
                      <a:pt x="203695" y="32627"/>
                      <a:pt x="203166" y="32539"/>
                    </a:cubicBezTo>
                    <a:cubicBezTo>
                      <a:pt x="196025" y="32539"/>
                      <a:pt x="190694" y="26834"/>
                      <a:pt x="192217" y="23031"/>
                    </a:cubicBezTo>
                    <a:cubicBezTo>
                      <a:pt x="193741" y="19228"/>
                      <a:pt x="188314" y="13523"/>
                      <a:pt x="188599" y="10576"/>
                    </a:cubicBezTo>
                    <a:cubicBezTo>
                      <a:pt x="188885" y="7628"/>
                      <a:pt x="179745" y="10576"/>
                      <a:pt x="174984" y="11526"/>
                    </a:cubicBezTo>
                    <a:cubicBezTo>
                      <a:pt x="170224" y="12477"/>
                      <a:pt x="160227" y="-73"/>
                      <a:pt x="155943" y="2018"/>
                    </a:cubicBezTo>
                    <a:cubicBezTo>
                      <a:pt x="151658" y="4110"/>
                      <a:pt x="154705" y="10576"/>
                      <a:pt x="153563" y="14189"/>
                    </a:cubicBezTo>
                    <a:cubicBezTo>
                      <a:pt x="152420" y="17802"/>
                      <a:pt x="141757" y="10861"/>
                      <a:pt x="141757" y="15044"/>
                    </a:cubicBezTo>
                    <a:cubicBezTo>
                      <a:pt x="141757" y="19228"/>
                      <a:pt x="137282" y="19798"/>
                      <a:pt x="133759" y="15044"/>
                    </a:cubicBezTo>
                    <a:cubicBezTo>
                      <a:pt x="130237" y="10290"/>
                      <a:pt x="121858" y="13238"/>
                      <a:pt x="122144" y="16851"/>
                    </a:cubicBezTo>
                    <a:cubicBezTo>
                      <a:pt x="122430" y="20464"/>
                      <a:pt x="118621" y="17421"/>
                      <a:pt x="111766" y="13238"/>
                    </a:cubicBezTo>
                    <a:cubicBezTo>
                      <a:pt x="104911" y="9054"/>
                      <a:pt x="97866" y="17992"/>
                      <a:pt x="98437" y="22746"/>
                    </a:cubicBezTo>
                    <a:cubicBezTo>
                      <a:pt x="99008" y="27500"/>
                      <a:pt x="96057" y="28356"/>
                      <a:pt x="90440" y="18562"/>
                    </a:cubicBezTo>
                    <a:cubicBezTo>
                      <a:pt x="84822" y="8769"/>
                      <a:pt x="78253" y="19418"/>
                      <a:pt x="80919" y="24838"/>
                    </a:cubicBezTo>
                    <a:cubicBezTo>
                      <a:pt x="83585" y="30257"/>
                      <a:pt x="82632" y="36628"/>
                      <a:pt x="78253" y="34346"/>
                    </a:cubicBezTo>
                    <a:cubicBezTo>
                      <a:pt x="73873" y="32064"/>
                      <a:pt x="67875" y="36152"/>
                      <a:pt x="65209" y="40241"/>
                    </a:cubicBezTo>
                    <a:cubicBezTo>
                      <a:pt x="62544" y="44329"/>
                      <a:pt x="53023" y="28165"/>
                      <a:pt x="59878" y="24267"/>
                    </a:cubicBezTo>
                    <a:cubicBezTo>
                      <a:pt x="66733" y="20369"/>
                      <a:pt x="38266" y="4205"/>
                      <a:pt x="29316" y="4205"/>
                    </a:cubicBezTo>
                    <a:cubicBezTo>
                      <a:pt x="20367" y="4205"/>
                      <a:pt x="26365" y="10671"/>
                      <a:pt x="32268" y="15425"/>
                    </a:cubicBezTo>
                    <a:cubicBezTo>
                      <a:pt x="38170" y="20179"/>
                      <a:pt x="28173" y="18943"/>
                      <a:pt x="24841" y="14854"/>
                    </a:cubicBezTo>
                    <a:cubicBezTo>
                      <a:pt x="21509" y="10766"/>
                      <a:pt x="15320" y="13903"/>
                      <a:pt x="11798" y="19798"/>
                    </a:cubicBezTo>
                    <a:cubicBezTo>
                      <a:pt x="8275" y="25693"/>
                      <a:pt x="2277" y="29306"/>
                      <a:pt x="1801" y="33205"/>
                    </a:cubicBezTo>
                    <a:cubicBezTo>
                      <a:pt x="1325" y="37103"/>
                      <a:pt x="11798" y="41762"/>
                      <a:pt x="20842" y="37864"/>
                    </a:cubicBezTo>
                    <a:cubicBezTo>
                      <a:pt x="28399" y="33702"/>
                      <a:pt x="37564" y="33702"/>
                      <a:pt x="45120" y="37864"/>
                    </a:cubicBezTo>
                    <a:cubicBezTo>
                      <a:pt x="49881" y="42332"/>
                      <a:pt x="36552" y="44139"/>
                      <a:pt x="41312" y="47372"/>
                    </a:cubicBezTo>
                    <a:cubicBezTo>
                      <a:pt x="46073" y="50604"/>
                      <a:pt x="42169" y="53932"/>
                      <a:pt x="30934" y="52981"/>
                    </a:cubicBezTo>
                    <a:cubicBezTo>
                      <a:pt x="19700" y="52031"/>
                      <a:pt x="5990" y="55358"/>
                      <a:pt x="8085" y="59257"/>
                    </a:cubicBezTo>
                    <a:cubicBezTo>
                      <a:pt x="10179" y="63155"/>
                      <a:pt x="36647" y="55929"/>
                      <a:pt x="37123" y="59827"/>
                    </a:cubicBezTo>
                    <a:cubicBezTo>
                      <a:pt x="37599" y="63725"/>
                      <a:pt x="37123" y="70191"/>
                      <a:pt x="44264" y="67243"/>
                    </a:cubicBezTo>
                    <a:cubicBezTo>
                      <a:pt x="51404" y="64296"/>
                      <a:pt x="46644" y="72568"/>
                      <a:pt x="50167" y="73994"/>
                    </a:cubicBezTo>
                    <a:cubicBezTo>
                      <a:pt x="53689" y="75420"/>
                      <a:pt x="52833" y="82551"/>
                      <a:pt x="43407" y="83502"/>
                    </a:cubicBezTo>
                    <a:cubicBezTo>
                      <a:pt x="33981" y="84453"/>
                      <a:pt x="29221" y="85974"/>
                      <a:pt x="33315" y="89968"/>
                    </a:cubicBezTo>
                    <a:cubicBezTo>
                      <a:pt x="37409" y="93961"/>
                      <a:pt x="48738" y="91489"/>
                      <a:pt x="58735" y="89112"/>
                    </a:cubicBezTo>
                    <a:cubicBezTo>
                      <a:pt x="68732" y="86735"/>
                      <a:pt x="83394" y="98620"/>
                      <a:pt x="95200" y="103564"/>
                    </a:cubicBezTo>
                    <a:cubicBezTo>
                      <a:pt x="107006" y="108508"/>
                      <a:pt x="127476" y="101853"/>
                      <a:pt x="129856" y="95577"/>
                    </a:cubicBezTo>
                    <a:cubicBezTo>
                      <a:pt x="132236" y="89302"/>
                      <a:pt x="148231" y="91774"/>
                      <a:pt x="154800" y="87305"/>
                    </a:cubicBezTo>
                    <a:cubicBezTo>
                      <a:pt x="162663" y="81137"/>
                      <a:pt x="172162" y="77402"/>
                      <a:pt x="182125" y="76561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bg1">
                    <a:alpha val="70000"/>
                  </a:scheme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 b="1" dirty="0">
                  <a:latin typeface="Raleway SemiBold" panose="020B0503030101060003" pitchFamily="34" charset="77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2987720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U.S.A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제목 1">
            <a:extLst>
              <a:ext uri="{FF2B5EF4-FFF2-40B4-BE49-F238E27FC236}">
                <a16:creationId xmlns:a16="http://schemas.microsoft.com/office/drawing/2014/main" id="{CDB90050-671D-57B0-573C-588D1DEE68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3" name="矩形 22">
            <a:extLst>
              <a:ext uri="{FF2B5EF4-FFF2-40B4-BE49-F238E27FC236}">
                <a16:creationId xmlns:a16="http://schemas.microsoft.com/office/drawing/2014/main" id="{3E58CF20-8B24-F4AD-045E-0765795B1B6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2511B6C-52AD-AED4-D9DB-6C411FFFB1CF}"/>
              </a:ext>
            </a:extLst>
          </p:cNvPr>
          <p:cNvSpPr txBox="1"/>
          <p:nvPr userDrawn="1"/>
        </p:nvSpPr>
        <p:spPr>
          <a:xfrm>
            <a:off x="957496" y="781165"/>
            <a:ext cx="1580262" cy="328593"/>
          </a:xfrm>
          <a:prstGeom prst="rect">
            <a:avLst/>
          </a:prstGeom>
        </p:spPr>
        <p:txBody>
          <a:bodyPr vert="horz" wrap="square" lIns="91440" tIns="45719" rIns="91440" bIns="45719" rtlCol="0" anchor="t">
            <a:noAutofit/>
          </a:bodyPr>
          <a:lstStyle/>
          <a:p>
            <a:pPr algn="ctr"/>
            <a:r>
              <a:rPr kumimoji="1" lang="en-US" altLang="ko-KR" sz="1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U.S.A</a:t>
            </a:r>
            <a:endParaRPr kumimoji="1" lang="ko-KR" altLang="en-US" sz="1800" dirty="0" err="1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73" name="Picture 111" descr="A close up of a logo&#10;&#10;Description automatically generated">
            <a:extLst>
              <a:ext uri="{FF2B5EF4-FFF2-40B4-BE49-F238E27FC236}">
                <a16:creationId xmlns:a16="http://schemas.microsoft.com/office/drawing/2014/main" id="{C8405B92-594A-CEB3-0708-D58CF6088CE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6" y="658343"/>
            <a:ext cx="840331" cy="560703"/>
          </a:xfrm>
          <a:prstGeom prst="rect">
            <a:avLst/>
          </a:prstGeom>
          <a:effectLst>
            <a:outerShdw blurRad="63500" algn="ctr" rotWithShape="0">
              <a:prstClr val="black">
                <a:alpha val="15000"/>
              </a:prstClr>
            </a:outerShdw>
          </a:effectLst>
        </p:spPr>
      </p:pic>
      <p:grpSp>
        <p:nvGrpSpPr>
          <p:cNvPr id="74" name="Graphic 4">
            <a:extLst>
              <a:ext uri="{FF2B5EF4-FFF2-40B4-BE49-F238E27FC236}">
                <a16:creationId xmlns:a16="http://schemas.microsoft.com/office/drawing/2014/main" id="{078E40A7-A699-8E5B-1DB6-3D802AD3CB2C}"/>
              </a:ext>
            </a:extLst>
          </p:cNvPr>
          <p:cNvGrpSpPr/>
          <p:nvPr userDrawn="1"/>
        </p:nvGrpSpPr>
        <p:grpSpPr>
          <a:xfrm>
            <a:off x="537331" y="2060848"/>
            <a:ext cx="5419281" cy="3279416"/>
            <a:chOff x="2898914" y="1499171"/>
            <a:chExt cx="6386342" cy="3864622"/>
          </a:xfrm>
          <a:solidFill>
            <a:srgbClr val="CCCCCC"/>
          </a:solidFill>
        </p:grpSpPr>
        <p:grpSp>
          <p:nvGrpSpPr>
            <p:cNvPr id="75" name="Graphic 4">
              <a:extLst>
                <a:ext uri="{FF2B5EF4-FFF2-40B4-BE49-F238E27FC236}">
                  <a16:creationId xmlns:a16="http://schemas.microsoft.com/office/drawing/2014/main" id="{A7822D7F-FFBC-78AA-ACC6-055E78F36812}"/>
                </a:ext>
              </a:extLst>
            </p:cNvPr>
            <p:cNvGrpSpPr/>
            <p:nvPr/>
          </p:nvGrpSpPr>
          <p:grpSpPr>
            <a:xfrm>
              <a:off x="8022527" y="2011490"/>
              <a:ext cx="923925" cy="695325"/>
              <a:chOff x="8022527" y="2011490"/>
              <a:chExt cx="923925" cy="695325"/>
            </a:xfrm>
            <a:grpFill/>
          </p:grpSpPr>
          <p:sp>
            <p:nvSpPr>
              <p:cNvPr id="238" name="Freeform: Shape 7">
                <a:extLst>
                  <a:ext uri="{FF2B5EF4-FFF2-40B4-BE49-F238E27FC236}">
                    <a16:creationId xmlns:a16="http://schemas.microsoft.com/office/drawing/2014/main" id="{AD0E6730-F6AC-F8AC-4247-F5E63F2288B1}"/>
                  </a:ext>
                </a:extLst>
              </p:cNvPr>
              <p:cNvSpPr/>
              <p:nvPr/>
            </p:nvSpPr>
            <p:spPr>
              <a:xfrm>
                <a:off x="8919340" y="2516020"/>
                <a:ext cx="9525" cy="9525"/>
              </a:xfrm>
              <a:custGeom>
                <a:avLst/>
                <a:gdLst>
                  <a:gd name="connsiteX0" fmla="*/ 15968 w 9525"/>
                  <a:gd name="connsiteY0" fmla="*/ 2105 h 9525"/>
                  <a:gd name="connsiteX1" fmla="*/ 13396 w 9525"/>
                  <a:gd name="connsiteY1" fmla="*/ 4200 h 9525"/>
                  <a:gd name="connsiteX2" fmla="*/ 11586 w 9525"/>
                  <a:gd name="connsiteY2" fmla="*/ 7153 h 9525"/>
                  <a:gd name="connsiteX3" fmla="*/ 8729 w 9525"/>
                  <a:gd name="connsiteY3" fmla="*/ 11153 h 9525"/>
                  <a:gd name="connsiteX4" fmla="*/ 5205 w 9525"/>
                  <a:gd name="connsiteY4" fmla="*/ 14583 h 9525"/>
                  <a:gd name="connsiteX5" fmla="*/ 347 w 9525"/>
                  <a:gd name="connsiteY5" fmla="*/ 13249 h 9525"/>
                  <a:gd name="connsiteX6" fmla="*/ 156 w 9525"/>
                  <a:gd name="connsiteY6" fmla="*/ 10201 h 9525"/>
                  <a:gd name="connsiteX7" fmla="*/ 2823 w 9525"/>
                  <a:gd name="connsiteY7" fmla="*/ 7724 h 9525"/>
                  <a:gd name="connsiteX8" fmla="*/ 5014 w 9525"/>
                  <a:gd name="connsiteY8" fmla="*/ 4391 h 9525"/>
                  <a:gd name="connsiteX9" fmla="*/ 8062 w 9525"/>
                  <a:gd name="connsiteY9" fmla="*/ 1819 h 9525"/>
                  <a:gd name="connsiteX10" fmla="*/ 10919 w 9525"/>
                  <a:gd name="connsiteY10" fmla="*/ 9 h 9525"/>
                  <a:gd name="connsiteX11" fmla="*/ 12920 w 9525"/>
                  <a:gd name="connsiteY11" fmla="*/ 771 h 9525"/>
                  <a:gd name="connsiteX12" fmla="*/ 15968 w 9525"/>
                  <a:gd name="connsiteY12" fmla="*/ 210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25" h="9525">
                    <a:moveTo>
                      <a:pt x="15968" y="2105"/>
                    </a:moveTo>
                    <a:cubicBezTo>
                      <a:pt x="16063" y="2867"/>
                      <a:pt x="13967" y="3629"/>
                      <a:pt x="13396" y="4200"/>
                    </a:cubicBezTo>
                    <a:cubicBezTo>
                      <a:pt x="12824" y="4867"/>
                      <a:pt x="12062" y="6486"/>
                      <a:pt x="11586" y="7153"/>
                    </a:cubicBezTo>
                    <a:cubicBezTo>
                      <a:pt x="10919" y="8201"/>
                      <a:pt x="9490" y="10296"/>
                      <a:pt x="8729" y="11153"/>
                    </a:cubicBezTo>
                    <a:cubicBezTo>
                      <a:pt x="7967" y="12106"/>
                      <a:pt x="6348" y="14201"/>
                      <a:pt x="5205" y="14583"/>
                    </a:cubicBezTo>
                    <a:cubicBezTo>
                      <a:pt x="3966" y="14868"/>
                      <a:pt x="1204" y="14201"/>
                      <a:pt x="347" y="13249"/>
                    </a:cubicBezTo>
                    <a:cubicBezTo>
                      <a:pt x="-129" y="12678"/>
                      <a:pt x="-35" y="10868"/>
                      <a:pt x="156" y="10201"/>
                    </a:cubicBezTo>
                    <a:cubicBezTo>
                      <a:pt x="537" y="9344"/>
                      <a:pt x="2252" y="8391"/>
                      <a:pt x="2823" y="7724"/>
                    </a:cubicBezTo>
                    <a:cubicBezTo>
                      <a:pt x="3490" y="6962"/>
                      <a:pt x="4347" y="5153"/>
                      <a:pt x="5014" y="4391"/>
                    </a:cubicBezTo>
                    <a:cubicBezTo>
                      <a:pt x="5681" y="3629"/>
                      <a:pt x="7300" y="2391"/>
                      <a:pt x="8062" y="1819"/>
                    </a:cubicBezTo>
                    <a:cubicBezTo>
                      <a:pt x="8729" y="1343"/>
                      <a:pt x="10062" y="105"/>
                      <a:pt x="10919" y="9"/>
                    </a:cubicBezTo>
                    <a:cubicBezTo>
                      <a:pt x="11395" y="-86"/>
                      <a:pt x="12443" y="581"/>
                      <a:pt x="12920" y="771"/>
                    </a:cubicBezTo>
                    <a:cubicBezTo>
                      <a:pt x="13777" y="1152"/>
                      <a:pt x="15873" y="1247"/>
                      <a:pt x="15968" y="2105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39" name="Freeform: Shape 8">
                <a:extLst>
                  <a:ext uri="{FF2B5EF4-FFF2-40B4-BE49-F238E27FC236}">
                    <a16:creationId xmlns:a16="http://schemas.microsoft.com/office/drawing/2014/main" id="{FE753EEA-E9D7-CDCC-704C-62E9012E13BA}"/>
                  </a:ext>
                </a:extLst>
              </p:cNvPr>
              <p:cNvSpPr/>
              <p:nvPr/>
            </p:nvSpPr>
            <p:spPr>
              <a:xfrm>
                <a:off x="8022527" y="2011490"/>
                <a:ext cx="923925" cy="685800"/>
              </a:xfrm>
              <a:custGeom>
                <a:avLst/>
                <a:gdLst>
                  <a:gd name="connsiteX0" fmla="*/ 599122 w 923925"/>
                  <a:gd name="connsiteY0" fmla="*/ 587026 h 685800"/>
                  <a:gd name="connsiteX1" fmla="*/ 597218 w 923925"/>
                  <a:gd name="connsiteY1" fmla="*/ 586454 h 685800"/>
                  <a:gd name="connsiteX2" fmla="*/ 595598 w 923925"/>
                  <a:gd name="connsiteY2" fmla="*/ 583216 h 685800"/>
                  <a:gd name="connsiteX3" fmla="*/ 592836 w 923925"/>
                  <a:gd name="connsiteY3" fmla="*/ 582359 h 685800"/>
                  <a:gd name="connsiteX4" fmla="*/ 591217 w 923925"/>
                  <a:gd name="connsiteY4" fmla="*/ 578739 h 685800"/>
                  <a:gd name="connsiteX5" fmla="*/ 588454 w 923925"/>
                  <a:gd name="connsiteY5" fmla="*/ 579025 h 685800"/>
                  <a:gd name="connsiteX6" fmla="*/ 585883 w 923925"/>
                  <a:gd name="connsiteY6" fmla="*/ 580358 h 685800"/>
                  <a:gd name="connsiteX7" fmla="*/ 583025 w 923925"/>
                  <a:gd name="connsiteY7" fmla="*/ 578453 h 685800"/>
                  <a:gd name="connsiteX8" fmla="*/ 580168 w 923925"/>
                  <a:gd name="connsiteY8" fmla="*/ 579882 h 685800"/>
                  <a:gd name="connsiteX9" fmla="*/ 577405 w 923925"/>
                  <a:gd name="connsiteY9" fmla="*/ 579215 h 685800"/>
                  <a:gd name="connsiteX10" fmla="*/ 574262 w 923925"/>
                  <a:gd name="connsiteY10" fmla="*/ 580835 h 685800"/>
                  <a:gd name="connsiteX11" fmla="*/ 570452 w 923925"/>
                  <a:gd name="connsiteY11" fmla="*/ 579406 h 685800"/>
                  <a:gd name="connsiteX12" fmla="*/ 569119 w 923925"/>
                  <a:gd name="connsiteY12" fmla="*/ 576072 h 685800"/>
                  <a:gd name="connsiteX13" fmla="*/ 566356 w 923925"/>
                  <a:gd name="connsiteY13" fmla="*/ 576167 h 685800"/>
                  <a:gd name="connsiteX14" fmla="*/ 563880 w 923925"/>
                  <a:gd name="connsiteY14" fmla="*/ 577786 h 685800"/>
                  <a:gd name="connsiteX15" fmla="*/ 560070 w 923925"/>
                  <a:gd name="connsiteY15" fmla="*/ 576834 h 685800"/>
                  <a:gd name="connsiteX16" fmla="*/ 559879 w 923925"/>
                  <a:gd name="connsiteY16" fmla="*/ 574072 h 685800"/>
                  <a:gd name="connsiteX17" fmla="*/ 558165 w 923925"/>
                  <a:gd name="connsiteY17" fmla="*/ 573024 h 685800"/>
                  <a:gd name="connsiteX18" fmla="*/ 554831 w 923925"/>
                  <a:gd name="connsiteY18" fmla="*/ 569309 h 685800"/>
                  <a:gd name="connsiteX19" fmla="*/ 551783 w 923925"/>
                  <a:gd name="connsiteY19" fmla="*/ 565690 h 685800"/>
                  <a:gd name="connsiteX20" fmla="*/ 548068 w 923925"/>
                  <a:gd name="connsiteY20" fmla="*/ 563404 h 685800"/>
                  <a:gd name="connsiteX21" fmla="*/ 546354 w 923925"/>
                  <a:gd name="connsiteY21" fmla="*/ 561404 h 685800"/>
                  <a:gd name="connsiteX22" fmla="*/ 548926 w 923925"/>
                  <a:gd name="connsiteY22" fmla="*/ 557689 h 685800"/>
                  <a:gd name="connsiteX23" fmla="*/ 547592 w 923925"/>
                  <a:gd name="connsiteY23" fmla="*/ 551783 h 685800"/>
                  <a:gd name="connsiteX24" fmla="*/ 544259 w 923925"/>
                  <a:gd name="connsiteY24" fmla="*/ 548926 h 685800"/>
                  <a:gd name="connsiteX25" fmla="*/ 542639 w 923925"/>
                  <a:gd name="connsiteY25" fmla="*/ 546163 h 685800"/>
                  <a:gd name="connsiteX26" fmla="*/ 543020 w 923925"/>
                  <a:gd name="connsiteY26" fmla="*/ 541496 h 685800"/>
                  <a:gd name="connsiteX27" fmla="*/ 541020 w 923925"/>
                  <a:gd name="connsiteY27" fmla="*/ 537210 h 685800"/>
                  <a:gd name="connsiteX28" fmla="*/ 536734 w 923925"/>
                  <a:gd name="connsiteY28" fmla="*/ 538734 h 685800"/>
                  <a:gd name="connsiteX29" fmla="*/ 535686 w 923925"/>
                  <a:gd name="connsiteY29" fmla="*/ 535305 h 685800"/>
                  <a:gd name="connsiteX30" fmla="*/ 537972 w 923925"/>
                  <a:gd name="connsiteY30" fmla="*/ 530543 h 685800"/>
                  <a:gd name="connsiteX31" fmla="*/ 533591 w 923925"/>
                  <a:gd name="connsiteY31" fmla="*/ 529685 h 685800"/>
                  <a:gd name="connsiteX32" fmla="*/ 531686 w 923925"/>
                  <a:gd name="connsiteY32" fmla="*/ 526828 h 685800"/>
                  <a:gd name="connsiteX33" fmla="*/ 528923 w 923925"/>
                  <a:gd name="connsiteY33" fmla="*/ 527590 h 685800"/>
                  <a:gd name="connsiteX34" fmla="*/ 525113 w 923925"/>
                  <a:gd name="connsiteY34" fmla="*/ 525018 h 685800"/>
                  <a:gd name="connsiteX35" fmla="*/ 521494 w 923925"/>
                  <a:gd name="connsiteY35" fmla="*/ 525209 h 685800"/>
                  <a:gd name="connsiteX36" fmla="*/ 518350 w 923925"/>
                  <a:gd name="connsiteY36" fmla="*/ 527495 h 685800"/>
                  <a:gd name="connsiteX37" fmla="*/ 516445 w 923925"/>
                  <a:gd name="connsiteY37" fmla="*/ 527495 h 685800"/>
                  <a:gd name="connsiteX38" fmla="*/ 514255 w 923925"/>
                  <a:gd name="connsiteY38" fmla="*/ 524828 h 685800"/>
                  <a:gd name="connsiteX39" fmla="*/ 512064 w 923925"/>
                  <a:gd name="connsiteY39" fmla="*/ 519684 h 685800"/>
                  <a:gd name="connsiteX40" fmla="*/ 508159 w 923925"/>
                  <a:gd name="connsiteY40" fmla="*/ 515207 h 685800"/>
                  <a:gd name="connsiteX41" fmla="*/ 502062 w 923925"/>
                  <a:gd name="connsiteY41" fmla="*/ 515588 h 685800"/>
                  <a:gd name="connsiteX42" fmla="*/ 500348 w 923925"/>
                  <a:gd name="connsiteY42" fmla="*/ 511016 h 685800"/>
                  <a:gd name="connsiteX43" fmla="*/ 494633 w 923925"/>
                  <a:gd name="connsiteY43" fmla="*/ 510921 h 685800"/>
                  <a:gd name="connsiteX44" fmla="*/ 412432 w 923925"/>
                  <a:gd name="connsiteY44" fmla="*/ 533305 h 685800"/>
                  <a:gd name="connsiteX45" fmla="*/ 248317 w 923925"/>
                  <a:gd name="connsiteY45" fmla="*/ 574072 h 685800"/>
                  <a:gd name="connsiteX46" fmla="*/ 102012 w 923925"/>
                  <a:gd name="connsiteY46" fmla="*/ 607981 h 685800"/>
                  <a:gd name="connsiteX47" fmla="*/ 8001 w 923925"/>
                  <a:gd name="connsiteY47" fmla="*/ 627793 h 685800"/>
                  <a:gd name="connsiteX48" fmla="*/ 0 w 923925"/>
                  <a:gd name="connsiteY48" fmla="*/ 587693 h 685800"/>
                  <a:gd name="connsiteX49" fmla="*/ 2762 w 923925"/>
                  <a:gd name="connsiteY49" fmla="*/ 585407 h 685800"/>
                  <a:gd name="connsiteX50" fmla="*/ 16287 w 923925"/>
                  <a:gd name="connsiteY50" fmla="*/ 571786 h 685800"/>
                  <a:gd name="connsiteX51" fmla="*/ 26575 w 923925"/>
                  <a:gd name="connsiteY51" fmla="*/ 560356 h 685800"/>
                  <a:gd name="connsiteX52" fmla="*/ 31432 w 923925"/>
                  <a:gd name="connsiteY52" fmla="*/ 552640 h 685800"/>
                  <a:gd name="connsiteX53" fmla="*/ 35909 w 923925"/>
                  <a:gd name="connsiteY53" fmla="*/ 546545 h 685800"/>
                  <a:gd name="connsiteX54" fmla="*/ 43719 w 923925"/>
                  <a:gd name="connsiteY54" fmla="*/ 538925 h 685800"/>
                  <a:gd name="connsiteX55" fmla="*/ 48577 w 923925"/>
                  <a:gd name="connsiteY55" fmla="*/ 533210 h 685800"/>
                  <a:gd name="connsiteX56" fmla="*/ 55816 w 923925"/>
                  <a:gd name="connsiteY56" fmla="*/ 529304 h 685800"/>
                  <a:gd name="connsiteX57" fmla="*/ 58388 w 923925"/>
                  <a:gd name="connsiteY57" fmla="*/ 527304 h 685800"/>
                  <a:gd name="connsiteX58" fmla="*/ 59436 w 923925"/>
                  <a:gd name="connsiteY58" fmla="*/ 523970 h 685800"/>
                  <a:gd name="connsiteX59" fmla="*/ 58960 w 923925"/>
                  <a:gd name="connsiteY59" fmla="*/ 521208 h 685800"/>
                  <a:gd name="connsiteX60" fmla="*/ 59912 w 923925"/>
                  <a:gd name="connsiteY60" fmla="*/ 516827 h 685800"/>
                  <a:gd name="connsiteX61" fmla="*/ 63246 w 923925"/>
                  <a:gd name="connsiteY61" fmla="*/ 514160 h 685800"/>
                  <a:gd name="connsiteX62" fmla="*/ 64484 w 923925"/>
                  <a:gd name="connsiteY62" fmla="*/ 509778 h 685800"/>
                  <a:gd name="connsiteX63" fmla="*/ 64961 w 923925"/>
                  <a:gd name="connsiteY63" fmla="*/ 505111 h 685800"/>
                  <a:gd name="connsiteX64" fmla="*/ 68389 w 923925"/>
                  <a:gd name="connsiteY64" fmla="*/ 502634 h 685800"/>
                  <a:gd name="connsiteX65" fmla="*/ 71533 w 923925"/>
                  <a:gd name="connsiteY65" fmla="*/ 499205 h 685800"/>
                  <a:gd name="connsiteX66" fmla="*/ 75629 w 923925"/>
                  <a:gd name="connsiteY66" fmla="*/ 496729 h 685800"/>
                  <a:gd name="connsiteX67" fmla="*/ 81058 w 923925"/>
                  <a:gd name="connsiteY67" fmla="*/ 490157 h 685800"/>
                  <a:gd name="connsiteX68" fmla="*/ 82677 w 923925"/>
                  <a:gd name="connsiteY68" fmla="*/ 484346 h 685800"/>
                  <a:gd name="connsiteX69" fmla="*/ 80296 w 923925"/>
                  <a:gd name="connsiteY69" fmla="*/ 480441 h 685800"/>
                  <a:gd name="connsiteX70" fmla="*/ 79248 w 923925"/>
                  <a:gd name="connsiteY70" fmla="*/ 475202 h 685800"/>
                  <a:gd name="connsiteX71" fmla="*/ 75342 w 923925"/>
                  <a:gd name="connsiteY71" fmla="*/ 473202 h 685800"/>
                  <a:gd name="connsiteX72" fmla="*/ 72961 w 923925"/>
                  <a:gd name="connsiteY72" fmla="*/ 469106 h 685800"/>
                  <a:gd name="connsiteX73" fmla="*/ 71914 w 923925"/>
                  <a:gd name="connsiteY73" fmla="*/ 464725 h 685800"/>
                  <a:gd name="connsiteX74" fmla="*/ 68485 w 923925"/>
                  <a:gd name="connsiteY74" fmla="*/ 462153 h 685800"/>
                  <a:gd name="connsiteX75" fmla="*/ 62293 w 923925"/>
                  <a:gd name="connsiteY75" fmla="*/ 461200 h 685800"/>
                  <a:gd name="connsiteX76" fmla="*/ 57150 w 923925"/>
                  <a:gd name="connsiteY76" fmla="*/ 458438 h 685800"/>
                  <a:gd name="connsiteX77" fmla="*/ 55816 w 923925"/>
                  <a:gd name="connsiteY77" fmla="*/ 453771 h 685800"/>
                  <a:gd name="connsiteX78" fmla="*/ 56579 w 923925"/>
                  <a:gd name="connsiteY78" fmla="*/ 450247 h 685800"/>
                  <a:gd name="connsiteX79" fmla="*/ 56769 w 923925"/>
                  <a:gd name="connsiteY79" fmla="*/ 447675 h 685800"/>
                  <a:gd name="connsiteX80" fmla="*/ 51340 w 923925"/>
                  <a:gd name="connsiteY80" fmla="*/ 447865 h 685800"/>
                  <a:gd name="connsiteX81" fmla="*/ 48196 w 923925"/>
                  <a:gd name="connsiteY81" fmla="*/ 447485 h 685800"/>
                  <a:gd name="connsiteX82" fmla="*/ 49244 w 923925"/>
                  <a:gd name="connsiteY82" fmla="*/ 442722 h 685800"/>
                  <a:gd name="connsiteX83" fmla="*/ 47910 w 923925"/>
                  <a:gd name="connsiteY83" fmla="*/ 438912 h 685800"/>
                  <a:gd name="connsiteX84" fmla="*/ 50387 w 923925"/>
                  <a:gd name="connsiteY84" fmla="*/ 435483 h 685800"/>
                  <a:gd name="connsiteX85" fmla="*/ 47530 w 923925"/>
                  <a:gd name="connsiteY85" fmla="*/ 430911 h 685800"/>
                  <a:gd name="connsiteX86" fmla="*/ 47149 w 923925"/>
                  <a:gd name="connsiteY86" fmla="*/ 427196 h 685800"/>
                  <a:gd name="connsiteX87" fmla="*/ 44005 w 923925"/>
                  <a:gd name="connsiteY87" fmla="*/ 421481 h 685800"/>
                  <a:gd name="connsiteX88" fmla="*/ 43625 w 923925"/>
                  <a:gd name="connsiteY88" fmla="*/ 418433 h 685800"/>
                  <a:gd name="connsiteX89" fmla="*/ 48482 w 923925"/>
                  <a:gd name="connsiteY89" fmla="*/ 415385 h 685800"/>
                  <a:gd name="connsiteX90" fmla="*/ 54578 w 923925"/>
                  <a:gd name="connsiteY90" fmla="*/ 411671 h 685800"/>
                  <a:gd name="connsiteX91" fmla="*/ 60960 w 923925"/>
                  <a:gd name="connsiteY91" fmla="*/ 407384 h 685800"/>
                  <a:gd name="connsiteX92" fmla="*/ 70485 w 923925"/>
                  <a:gd name="connsiteY92" fmla="*/ 402050 h 685800"/>
                  <a:gd name="connsiteX93" fmla="*/ 82677 w 923925"/>
                  <a:gd name="connsiteY93" fmla="*/ 395954 h 685800"/>
                  <a:gd name="connsiteX94" fmla="*/ 95821 w 923925"/>
                  <a:gd name="connsiteY94" fmla="*/ 390049 h 685800"/>
                  <a:gd name="connsiteX95" fmla="*/ 102870 w 923925"/>
                  <a:gd name="connsiteY95" fmla="*/ 387763 h 685800"/>
                  <a:gd name="connsiteX96" fmla="*/ 119253 w 923925"/>
                  <a:gd name="connsiteY96" fmla="*/ 384619 h 685800"/>
                  <a:gd name="connsiteX97" fmla="*/ 128301 w 923925"/>
                  <a:gd name="connsiteY97" fmla="*/ 383953 h 685800"/>
                  <a:gd name="connsiteX98" fmla="*/ 137731 w 923925"/>
                  <a:gd name="connsiteY98" fmla="*/ 379667 h 685800"/>
                  <a:gd name="connsiteX99" fmla="*/ 150209 w 923925"/>
                  <a:gd name="connsiteY99" fmla="*/ 377476 h 685800"/>
                  <a:gd name="connsiteX100" fmla="*/ 160211 w 923925"/>
                  <a:gd name="connsiteY100" fmla="*/ 376142 h 685800"/>
                  <a:gd name="connsiteX101" fmla="*/ 173927 w 923925"/>
                  <a:gd name="connsiteY101" fmla="*/ 374333 h 685800"/>
                  <a:gd name="connsiteX102" fmla="*/ 184690 w 923925"/>
                  <a:gd name="connsiteY102" fmla="*/ 374523 h 685800"/>
                  <a:gd name="connsiteX103" fmla="*/ 190595 w 923925"/>
                  <a:gd name="connsiteY103" fmla="*/ 376619 h 685800"/>
                  <a:gd name="connsiteX104" fmla="*/ 195453 w 923925"/>
                  <a:gd name="connsiteY104" fmla="*/ 379952 h 685800"/>
                  <a:gd name="connsiteX105" fmla="*/ 200025 w 923925"/>
                  <a:gd name="connsiteY105" fmla="*/ 381476 h 685800"/>
                  <a:gd name="connsiteX106" fmla="*/ 205073 w 923925"/>
                  <a:gd name="connsiteY106" fmla="*/ 383858 h 685800"/>
                  <a:gd name="connsiteX107" fmla="*/ 209645 w 923925"/>
                  <a:gd name="connsiteY107" fmla="*/ 384524 h 685800"/>
                  <a:gd name="connsiteX108" fmla="*/ 213836 w 923925"/>
                  <a:gd name="connsiteY108" fmla="*/ 382810 h 685800"/>
                  <a:gd name="connsiteX109" fmla="*/ 216312 w 923925"/>
                  <a:gd name="connsiteY109" fmla="*/ 379762 h 685800"/>
                  <a:gd name="connsiteX110" fmla="*/ 222980 w 923925"/>
                  <a:gd name="connsiteY110" fmla="*/ 376619 h 685800"/>
                  <a:gd name="connsiteX111" fmla="*/ 228600 w 923925"/>
                  <a:gd name="connsiteY111" fmla="*/ 373952 h 685800"/>
                  <a:gd name="connsiteX112" fmla="*/ 233267 w 923925"/>
                  <a:gd name="connsiteY112" fmla="*/ 371951 h 685800"/>
                  <a:gd name="connsiteX113" fmla="*/ 240030 w 923925"/>
                  <a:gd name="connsiteY113" fmla="*/ 370999 h 685800"/>
                  <a:gd name="connsiteX114" fmla="*/ 247650 w 923925"/>
                  <a:gd name="connsiteY114" fmla="*/ 368141 h 685800"/>
                  <a:gd name="connsiteX115" fmla="*/ 252508 w 923925"/>
                  <a:gd name="connsiteY115" fmla="*/ 366141 h 685800"/>
                  <a:gd name="connsiteX116" fmla="*/ 256508 w 923925"/>
                  <a:gd name="connsiteY116" fmla="*/ 365569 h 685800"/>
                  <a:gd name="connsiteX117" fmla="*/ 262128 w 923925"/>
                  <a:gd name="connsiteY117" fmla="*/ 365379 h 685800"/>
                  <a:gd name="connsiteX118" fmla="*/ 268319 w 923925"/>
                  <a:gd name="connsiteY118" fmla="*/ 364427 h 685800"/>
                  <a:gd name="connsiteX119" fmla="*/ 274415 w 923925"/>
                  <a:gd name="connsiteY119" fmla="*/ 363379 h 685800"/>
                  <a:gd name="connsiteX120" fmla="*/ 277844 w 923925"/>
                  <a:gd name="connsiteY120" fmla="*/ 360140 h 685800"/>
                  <a:gd name="connsiteX121" fmla="*/ 282702 w 923925"/>
                  <a:gd name="connsiteY121" fmla="*/ 357188 h 685800"/>
                  <a:gd name="connsiteX122" fmla="*/ 286702 w 923925"/>
                  <a:gd name="connsiteY122" fmla="*/ 353759 h 685800"/>
                  <a:gd name="connsiteX123" fmla="*/ 290989 w 923925"/>
                  <a:gd name="connsiteY123" fmla="*/ 352615 h 685800"/>
                  <a:gd name="connsiteX124" fmla="*/ 295560 w 923925"/>
                  <a:gd name="connsiteY124" fmla="*/ 347377 h 685800"/>
                  <a:gd name="connsiteX125" fmla="*/ 299561 w 923925"/>
                  <a:gd name="connsiteY125" fmla="*/ 344138 h 685800"/>
                  <a:gd name="connsiteX126" fmla="*/ 301657 w 923925"/>
                  <a:gd name="connsiteY126" fmla="*/ 337375 h 685800"/>
                  <a:gd name="connsiteX127" fmla="*/ 303943 w 923925"/>
                  <a:gd name="connsiteY127" fmla="*/ 332042 h 685800"/>
                  <a:gd name="connsiteX128" fmla="*/ 307753 w 923925"/>
                  <a:gd name="connsiteY128" fmla="*/ 328898 h 685800"/>
                  <a:gd name="connsiteX129" fmla="*/ 312611 w 923925"/>
                  <a:gd name="connsiteY129" fmla="*/ 323183 h 685800"/>
                  <a:gd name="connsiteX130" fmla="*/ 317182 w 923925"/>
                  <a:gd name="connsiteY130" fmla="*/ 319183 h 685800"/>
                  <a:gd name="connsiteX131" fmla="*/ 319754 w 923925"/>
                  <a:gd name="connsiteY131" fmla="*/ 314992 h 685800"/>
                  <a:gd name="connsiteX132" fmla="*/ 323755 w 923925"/>
                  <a:gd name="connsiteY132" fmla="*/ 310801 h 685800"/>
                  <a:gd name="connsiteX133" fmla="*/ 327946 w 923925"/>
                  <a:gd name="connsiteY133" fmla="*/ 308991 h 685800"/>
                  <a:gd name="connsiteX134" fmla="*/ 330994 w 923925"/>
                  <a:gd name="connsiteY134" fmla="*/ 310134 h 685800"/>
                  <a:gd name="connsiteX135" fmla="*/ 335280 w 923925"/>
                  <a:gd name="connsiteY135" fmla="*/ 309277 h 685800"/>
                  <a:gd name="connsiteX136" fmla="*/ 339566 w 923925"/>
                  <a:gd name="connsiteY136" fmla="*/ 305371 h 685800"/>
                  <a:gd name="connsiteX137" fmla="*/ 343185 w 923925"/>
                  <a:gd name="connsiteY137" fmla="*/ 301847 h 685800"/>
                  <a:gd name="connsiteX138" fmla="*/ 343852 w 923925"/>
                  <a:gd name="connsiteY138" fmla="*/ 293561 h 685800"/>
                  <a:gd name="connsiteX139" fmla="*/ 342233 w 923925"/>
                  <a:gd name="connsiteY139" fmla="*/ 286988 h 685800"/>
                  <a:gd name="connsiteX140" fmla="*/ 339757 w 923925"/>
                  <a:gd name="connsiteY140" fmla="*/ 279463 h 685800"/>
                  <a:gd name="connsiteX141" fmla="*/ 337471 w 923925"/>
                  <a:gd name="connsiteY141" fmla="*/ 274892 h 685800"/>
                  <a:gd name="connsiteX142" fmla="*/ 334327 w 923925"/>
                  <a:gd name="connsiteY142" fmla="*/ 269843 h 685800"/>
                  <a:gd name="connsiteX143" fmla="*/ 333089 w 923925"/>
                  <a:gd name="connsiteY143" fmla="*/ 264223 h 685800"/>
                  <a:gd name="connsiteX144" fmla="*/ 326612 w 923925"/>
                  <a:gd name="connsiteY144" fmla="*/ 260509 h 685800"/>
                  <a:gd name="connsiteX145" fmla="*/ 324421 w 923925"/>
                  <a:gd name="connsiteY145" fmla="*/ 257461 h 685800"/>
                  <a:gd name="connsiteX146" fmla="*/ 325850 w 923925"/>
                  <a:gd name="connsiteY146" fmla="*/ 253556 h 685800"/>
                  <a:gd name="connsiteX147" fmla="*/ 329469 w 923925"/>
                  <a:gd name="connsiteY147" fmla="*/ 252222 h 685800"/>
                  <a:gd name="connsiteX148" fmla="*/ 332613 w 923925"/>
                  <a:gd name="connsiteY148" fmla="*/ 252413 h 685800"/>
                  <a:gd name="connsiteX149" fmla="*/ 334232 w 923925"/>
                  <a:gd name="connsiteY149" fmla="*/ 249746 h 685800"/>
                  <a:gd name="connsiteX150" fmla="*/ 337375 w 923925"/>
                  <a:gd name="connsiteY150" fmla="*/ 247364 h 685800"/>
                  <a:gd name="connsiteX151" fmla="*/ 337947 w 923925"/>
                  <a:gd name="connsiteY151" fmla="*/ 242602 h 685800"/>
                  <a:gd name="connsiteX152" fmla="*/ 335089 w 923925"/>
                  <a:gd name="connsiteY152" fmla="*/ 238506 h 685800"/>
                  <a:gd name="connsiteX153" fmla="*/ 330708 w 923925"/>
                  <a:gd name="connsiteY153" fmla="*/ 236506 h 685800"/>
                  <a:gd name="connsiteX154" fmla="*/ 325469 w 923925"/>
                  <a:gd name="connsiteY154" fmla="*/ 236411 h 685800"/>
                  <a:gd name="connsiteX155" fmla="*/ 321373 w 923925"/>
                  <a:gd name="connsiteY155" fmla="*/ 237839 h 685800"/>
                  <a:gd name="connsiteX156" fmla="*/ 320135 w 923925"/>
                  <a:gd name="connsiteY156" fmla="*/ 234410 h 685800"/>
                  <a:gd name="connsiteX157" fmla="*/ 315849 w 923925"/>
                  <a:gd name="connsiteY157" fmla="*/ 232505 h 685800"/>
                  <a:gd name="connsiteX158" fmla="*/ 315659 w 923925"/>
                  <a:gd name="connsiteY158" fmla="*/ 229076 h 685800"/>
                  <a:gd name="connsiteX159" fmla="*/ 314134 w 923925"/>
                  <a:gd name="connsiteY159" fmla="*/ 227457 h 685800"/>
                  <a:gd name="connsiteX160" fmla="*/ 309658 w 923925"/>
                  <a:gd name="connsiteY160" fmla="*/ 226314 h 685800"/>
                  <a:gd name="connsiteX161" fmla="*/ 307753 w 923925"/>
                  <a:gd name="connsiteY161" fmla="*/ 224409 h 685800"/>
                  <a:gd name="connsiteX162" fmla="*/ 305371 w 923925"/>
                  <a:gd name="connsiteY162" fmla="*/ 220980 h 685800"/>
                  <a:gd name="connsiteX163" fmla="*/ 305752 w 923925"/>
                  <a:gd name="connsiteY163" fmla="*/ 216979 h 685800"/>
                  <a:gd name="connsiteX164" fmla="*/ 307181 w 923925"/>
                  <a:gd name="connsiteY164" fmla="*/ 213646 h 685800"/>
                  <a:gd name="connsiteX165" fmla="*/ 308324 w 923925"/>
                  <a:gd name="connsiteY165" fmla="*/ 209074 h 685800"/>
                  <a:gd name="connsiteX166" fmla="*/ 308610 w 923925"/>
                  <a:gd name="connsiteY166" fmla="*/ 206026 h 685800"/>
                  <a:gd name="connsiteX167" fmla="*/ 310705 w 923925"/>
                  <a:gd name="connsiteY167" fmla="*/ 204025 h 685800"/>
                  <a:gd name="connsiteX168" fmla="*/ 314134 w 923925"/>
                  <a:gd name="connsiteY168" fmla="*/ 203930 h 685800"/>
                  <a:gd name="connsiteX169" fmla="*/ 317754 w 923925"/>
                  <a:gd name="connsiteY169" fmla="*/ 201073 h 685800"/>
                  <a:gd name="connsiteX170" fmla="*/ 321659 w 923925"/>
                  <a:gd name="connsiteY170" fmla="*/ 197644 h 685800"/>
                  <a:gd name="connsiteX171" fmla="*/ 322516 w 923925"/>
                  <a:gd name="connsiteY171" fmla="*/ 193548 h 685800"/>
                  <a:gd name="connsiteX172" fmla="*/ 321278 w 923925"/>
                  <a:gd name="connsiteY172" fmla="*/ 191452 h 685800"/>
                  <a:gd name="connsiteX173" fmla="*/ 321945 w 923925"/>
                  <a:gd name="connsiteY173" fmla="*/ 187452 h 685800"/>
                  <a:gd name="connsiteX174" fmla="*/ 325564 w 923925"/>
                  <a:gd name="connsiteY174" fmla="*/ 185642 h 685800"/>
                  <a:gd name="connsiteX175" fmla="*/ 327946 w 923925"/>
                  <a:gd name="connsiteY175" fmla="*/ 182118 h 685800"/>
                  <a:gd name="connsiteX176" fmla="*/ 332804 w 923925"/>
                  <a:gd name="connsiteY176" fmla="*/ 177260 h 685800"/>
                  <a:gd name="connsiteX177" fmla="*/ 335947 w 923925"/>
                  <a:gd name="connsiteY177" fmla="*/ 175069 h 685800"/>
                  <a:gd name="connsiteX178" fmla="*/ 339280 w 923925"/>
                  <a:gd name="connsiteY178" fmla="*/ 174403 h 685800"/>
                  <a:gd name="connsiteX179" fmla="*/ 342900 w 923925"/>
                  <a:gd name="connsiteY179" fmla="*/ 171831 h 685800"/>
                  <a:gd name="connsiteX180" fmla="*/ 347472 w 923925"/>
                  <a:gd name="connsiteY180" fmla="*/ 165449 h 685800"/>
                  <a:gd name="connsiteX181" fmla="*/ 350234 w 923925"/>
                  <a:gd name="connsiteY181" fmla="*/ 160687 h 685800"/>
                  <a:gd name="connsiteX182" fmla="*/ 351282 w 923925"/>
                  <a:gd name="connsiteY182" fmla="*/ 154686 h 685800"/>
                  <a:gd name="connsiteX183" fmla="*/ 352330 w 923925"/>
                  <a:gd name="connsiteY183" fmla="*/ 148114 h 685800"/>
                  <a:gd name="connsiteX184" fmla="*/ 353473 w 923925"/>
                  <a:gd name="connsiteY184" fmla="*/ 143542 h 685800"/>
                  <a:gd name="connsiteX185" fmla="*/ 357854 w 923925"/>
                  <a:gd name="connsiteY185" fmla="*/ 136969 h 685800"/>
                  <a:gd name="connsiteX186" fmla="*/ 361664 w 923925"/>
                  <a:gd name="connsiteY186" fmla="*/ 131254 h 685800"/>
                  <a:gd name="connsiteX187" fmla="*/ 364522 w 923925"/>
                  <a:gd name="connsiteY187" fmla="*/ 125349 h 685800"/>
                  <a:gd name="connsiteX188" fmla="*/ 368332 w 923925"/>
                  <a:gd name="connsiteY188" fmla="*/ 118396 h 685800"/>
                  <a:gd name="connsiteX189" fmla="*/ 370141 w 923925"/>
                  <a:gd name="connsiteY189" fmla="*/ 113348 h 685800"/>
                  <a:gd name="connsiteX190" fmla="*/ 375571 w 923925"/>
                  <a:gd name="connsiteY190" fmla="*/ 106204 h 685800"/>
                  <a:gd name="connsiteX191" fmla="*/ 379857 w 923925"/>
                  <a:gd name="connsiteY191" fmla="*/ 100489 h 685800"/>
                  <a:gd name="connsiteX192" fmla="*/ 381381 w 923925"/>
                  <a:gd name="connsiteY192" fmla="*/ 95536 h 685800"/>
                  <a:gd name="connsiteX193" fmla="*/ 384334 w 923925"/>
                  <a:gd name="connsiteY193" fmla="*/ 92869 h 685800"/>
                  <a:gd name="connsiteX194" fmla="*/ 388048 w 923925"/>
                  <a:gd name="connsiteY194" fmla="*/ 88964 h 685800"/>
                  <a:gd name="connsiteX195" fmla="*/ 390239 w 923925"/>
                  <a:gd name="connsiteY195" fmla="*/ 85058 h 685800"/>
                  <a:gd name="connsiteX196" fmla="*/ 391477 w 923925"/>
                  <a:gd name="connsiteY196" fmla="*/ 80963 h 685800"/>
                  <a:gd name="connsiteX197" fmla="*/ 394049 w 923925"/>
                  <a:gd name="connsiteY197" fmla="*/ 77819 h 685800"/>
                  <a:gd name="connsiteX198" fmla="*/ 398336 w 923925"/>
                  <a:gd name="connsiteY198" fmla="*/ 74676 h 685800"/>
                  <a:gd name="connsiteX199" fmla="*/ 402241 w 923925"/>
                  <a:gd name="connsiteY199" fmla="*/ 71533 h 685800"/>
                  <a:gd name="connsiteX200" fmla="*/ 404717 w 923925"/>
                  <a:gd name="connsiteY200" fmla="*/ 68866 h 685800"/>
                  <a:gd name="connsiteX201" fmla="*/ 406336 w 923925"/>
                  <a:gd name="connsiteY201" fmla="*/ 65437 h 685800"/>
                  <a:gd name="connsiteX202" fmla="*/ 407956 w 923925"/>
                  <a:gd name="connsiteY202" fmla="*/ 64008 h 685800"/>
                  <a:gd name="connsiteX203" fmla="*/ 412718 w 923925"/>
                  <a:gd name="connsiteY203" fmla="*/ 61531 h 685800"/>
                  <a:gd name="connsiteX204" fmla="*/ 415766 w 923925"/>
                  <a:gd name="connsiteY204" fmla="*/ 59436 h 685800"/>
                  <a:gd name="connsiteX205" fmla="*/ 417671 w 923925"/>
                  <a:gd name="connsiteY205" fmla="*/ 56198 h 685800"/>
                  <a:gd name="connsiteX206" fmla="*/ 418529 w 923925"/>
                  <a:gd name="connsiteY206" fmla="*/ 52673 h 685800"/>
                  <a:gd name="connsiteX207" fmla="*/ 420624 w 923925"/>
                  <a:gd name="connsiteY207" fmla="*/ 50768 h 685800"/>
                  <a:gd name="connsiteX208" fmla="*/ 423863 w 923925"/>
                  <a:gd name="connsiteY208" fmla="*/ 50482 h 685800"/>
                  <a:gd name="connsiteX209" fmla="*/ 426529 w 923925"/>
                  <a:gd name="connsiteY209" fmla="*/ 49816 h 685800"/>
                  <a:gd name="connsiteX210" fmla="*/ 427672 w 923925"/>
                  <a:gd name="connsiteY210" fmla="*/ 46958 h 685800"/>
                  <a:gd name="connsiteX211" fmla="*/ 430720 w 923925"/>
                  <a:gd name="connsiteY211" fmla="*/ 45529 h 685800"/>
                  <a:gd name="connsiteX212" fmla="*/ 433959 w 923925"/>
                  <a:gd name="connsiteY212" fmla="*/ 42577 h 685800"/>
                  <a:gd name="connsiteX213" fmla="*/ 438626 w 923925"/>
                  <a:gd name="connsiteY213" fmla="*/ 41624 h 685800"/>
                  <a:gd name="connsiteX214" fmla="*/ 443008 w 923925"/>
                  <a:gd name="connsiteY214" fmla="*/ 43148 h 685800"/>
                  <a:gd name="connsiteX215" fmla="*/ 446151 w 923925"/>
                  <a:gd name="connsiteY215" fmla="*/ 42196 h 685800"/>
                  <a:gd name="connsiteX216" fmla="*/ 452247 w 923925"/>
                  <a:gd name="connsiteY216" fmla="*/ 40100 h 685800"/>
                  <a:gd name="connsiteX217" fmla="*/ 480250 w 923925"/>
                  <a:gd name="connsiteY217" fmla="*/ 34671 h 685800"/>
                  <a:gd name="connsiteX218" fmla="*/ 520732 w 923925"/>
                  <a:gd name="connsiteY218" fmla="*/ 21622 h 685800"/>
                  <a:gd name="connsiteX219" fmla="*/ 590645 w 923925"/>
                  <a:gd name="connsiteY219" fmla="*/ 0 h 685800"/>
                  <a:gd name="connsiteX220" fmla="*/ 590741 w 923925"/>
                  <a:gd name="connsiteY220" fmla="*/ 0 h 685800"/>
                  <a:gd name="connsiteX221" fmla="*/ 592550 w 923925"/>
                  <a:gd name="connsiteY221" fmla="*/ 5144 h 685800"/>
                  <a:gd name="connsiteX222" fmla="*/ 594170 w 923925"/>
                  <a:gd name="connsiteY222" fmla="*/ 7906 h 685800"/>
                  <a:gd name="connsiteX223" fmla="*/ 595789 w 923925"/>
                  <a:gd name="connsiteY223" fmla="*/ 13240 h 685800"/>
                  <a:gd name="connsiteX224" fmla="*/ 593979 w 923925"/>
                  <a:gd name="connsiteY224" fmla="*/ 16764 h 685800"/>
                  <a:gd name="connsiteX225" fmla="*/ 593884 w 923925"/>
                  <a:gd name="connsiteY225" fmla="*/ 24003 h 685800"/>
                  <a:gd name="connsiteX226" fmla="*/ 594931 w 923925"/>
                  <a:gd name="connsiteY226" fmla="*/ 28099 h 685800"/>
                  <a:gd name="connsiteX227" fmla="*/ 599789 w 923925"/>
                  <a:gd name="connsiteY227" fmla="*/ 29337 h 685800"/>
                  <a:gd name="connsiteX228" fmla="*/ 601694 w 923925"/>
                  <a:gd name="connsiteY228" fmla="*/ 32671 h 685800"/>
                  <a:gd name="connsiteX229" fmla="*/ 600170 w 923925"/>
                  <a:gd name="connsiteY229" fmla="*/ 36957 h 685800"/>
                  <a:gd name="connsiteX230" fmla="*/ 601599 w 923925"/>
                  <a:gd name="connsiteY230" fmla="*/ 43339 h 685800"/>
                  <a:gd name="connsiteX231" fmla="*/ 604361 w 923925"/>
                  <a:gd name="connsiteY231" fmla="*/ 48577 h 685800"/>
                  <a:gd name="connsiteX232" fmla="*/ 603028 w 923925"/>
                  <a:gd name="connsiteY232" fmla="*/ 59055 h 685800"/>
                  <a:gd name="connsiteX233" fmla="*/ 605218 w 923925"/>
                  <a:gd name="connsiteY233" fmla="*/ 63341 h 685800"/>
                  <a:gd name="connsiteX234" fmla="*/ 609029 w 923925"/>
                  <a:gd name="connsiteY234" fmla="*/ 66389 h 685800"/>
                  <a:gd name="connsiteX235" fmla="*/ 613410 w 923925"/>
                  <a:gd name="connsiteY235" fmla="*/ 68866 h 685800"/>
                  <a:gd name="connsiteX236" fmla="*/ 615601 w 923925"/>
                  <a:gd name="connsiteY236" fmla="*/ 72295 h 685800"/>
                  <a:gd name="connsiteX237" fmla="*/ 618077 w 923925"/>
                  <a:gd name="connsiteY237" fmla="*/ 77152 h 685800"/>
                  <a:gd name="connsiteX238" fmla="*/ 620935 w 923925"/>
                  <a:gd name="connsiteY238" fmla="*/ 81058 h 685800"/>
                  <a:gd name="connsiteX239" fmla="*/ 621411 w 923925"/>
                  <a:gd name="connsiteY239" fmla="*/ 91630 h 685800"/>
                  <a:gd name="connsiteX240" fmla="*/ 619697 w 923925"/>
                  <a:gd name="connsiteY240" fmla="*/ 96012 h 685800"/>
                  <a:gd name="connsiteX241" fmla="*/ 621602 w 923925"/>
                  <a:gd name="connsiteY241" fmla="*/ 98203 h 685800"/>
                  <a:gd name="connsiteX242" fmla="*/ 621506 w 923925"/>
                  <a:gd name="connsiteY242" fmla="*/ 103442 h 685800"/>
                  <a:gd name="connsiteX243" fmla="*/ 626364 w 923925"/>
                  <a:gd name="connsiteY243" fmla="*/ 108775 h 685800"/>
                  <a:gd name="connsiteX244" fmla="*/ 625411 w 923925"/>
                  <a:gd name="connsiteY244" fmla="*/ 114967 h 685800"/>
                  <a:gd name="connsiteX245" fmla="*/ 621602 w 923925"/>
                  <a:gd name="connsiteY245" fmla="*/ 119634 h 685800"/>
                  <a:gd name="connsiteX246" fmla="*/ 621982 w 923925"/>
                  <a:gd name="connsiteY246" fmla="*/ 127540 h 685800"/>
                  <a:gd name="connsiteX247" fmla="*/ 620459 w 923925"/>
                  <a:gd name="connsiteY247" fmla="*/ 133636 h 685800"/>
                  <a:gd name="connsiteX248" fmla="*/ 622935 w 923925"/>
                  <a:gd name="connsiteY248" fmla="*/ 138113 h 685800"/>
                  <a:gd name="connsiteX249" fmla="*/ 622173 w 923925"/>
                  <a:gd name="connsiteY249" fmla="*/ 142304 h 685800"/>
                  <a:gd name="connsiteX250" fmla="*/ 622745 w 923925"/>
                  <a:gd name="connsiteY250" fmla="*/ 146399 h 685800"/>
                  <a:gd name="connsiteX251" fmla="*/ 625221 w 923925"/>
                  <a:gd name="connsiteY251" fmla="*/ 148114 h 685800"/>
                  <a:gd name="connsiteX252" fmla="*/ 627697 w 923925"/>
                  <a:gd name="connsiteY252" fmla="*/ 150495 h 685800"/>
                  <a:gd name="connsiteX253" fmla="*/ 629507 w 923925"/>
                  <a:gd name="connsiteY253" fmla="*/ 158210 h 685800"/>
                  <a:gd name="connsiteX254" fmla="*/ 630269 w 923925"/>
                  <a:gd name="connsiteY254" fmla="*/ 162782 h 685800"/>
                  <a:gd name="connsiteX255" fmla="*/ 631888 w 923925"/>
                  <a:gd name="connsiteY255" fmla="*/ 165544 h 685800"/>
                  <a:gd name="connsiteX256" fmla="*/ 635984 w 923925"/>
                  <a:gd name="connsiteY256" fmla="*/ 168497 h 685800"/>
                  <a:gd name="connsiteX257" fmla="*/ 638080 w 923925"/>
                  <a:gd name="connsiteY257" fmla="*/ 172974 h 685800"/>
                  <a:gd name="connsiteX258" fmla="*/ 636556 w 923925"/>
                  <a:gd name="connsiteY258" fmla="*/ 177451 h 685800"/>
                  <a:gd name="connsiteX259" fmla="*/ 638460 w 923925"/>
                  <a:gd name="connsiteY259" fmla="*/ 180308 h 685800"/>
                  <a:gd name="connsiteX260" fmla="*/ 642366 w 923925"/>
                  <a:gd name="connsiteY260" fmla="*/ 182499 h 685800"/>
                  <a:gd name="connsiteX261" fmla="*/ 644176 w 923925"/>
                  <a:gd name="connsiteY261" fmla="*/ 185452 h 685800"/>
                  <a:gd name="connsiteX262" fmla="*/ 644271 w 923925"/>
                  <a:gd name="connsiteY262" fmla="*/ 191834 h 685800"/>
                  <a:gd name="connsiteX263" fmla="*/ 641413 w 923925"/>
                  <a:gd name="connsiteY263" fmla="*/ 196215 h 685800"/>
                  <a:gd name="connsiteX264" fmla="*/ 641223 w 923925"/>
                  <a:gd name="connsiteY264" fmla="*/ 206978 h 685800"/>
                  <a:gd name="connsiteX265" fmla="*/ 642271 w 923925"/>
                  <a:gd name="connsiteY265" fmla="*/ 212312 h 685800"/>
                  <a:gd name="connsiteX266" fmla="*/ 644937 w 923925"/>
                  <a:gd name="connsiteY266" fmla="*/ 216313 h 685800"/>
                  <a:gd name="connsiteX267" fmla="*/ 648748 w 923925"/>
                  <a:gd name="connsiteY267" fmla="*/ 215456 h 685800"/>
                  <a:gd name="connsiteX268" fmla="*/ 649128 w 923925"/>
                  <a:gd name="connsiteY268" fmla="*/ 211646 h 685800"/>
                  <a:gd name="connsiteX269" fmla="*/ 648843 w 923925"/>
                  <a:gd name="connsiteY269" fmla="*/ 208217 h 685800"/>
                  <a:gd name="connsiteX270" fmla="*/ 650843 w 923925"/>
                  <a:gd name="connsiteY270" fmla="*/ 206026 h 685800"/>
                  <a:gd name="connsiteX271" fmla="*/ 654462 w 923925"/>
                  <a:gd name="connsiteY271" fmla="*/ 205454 h 685800"/>
                  <a:gd name="connsiteX272" fmla="*/ 656558 w 923925"/>
                  <a:gd name="connsiteY272" fmla="*/ 207550 h 685800"/>
                  <a:gd name="connsiteX273" fmla="*/ 657987 w 923925"/>
                  <a:gd name="connsiteY273" fmla="*/ 210693 h 685800"/>
                  <a:gd name="connsiteX274" fmla="*/ 661797 w 923925"/>
                  <a:gd name="connsiteY274" fmla="*/ 211265 h 685800"/>
                  <a:gd name="connsiteX275" fmla="*/ 665416 w 923925"/>
                  <a:gd name="connsiteY275" fmla="*/ 215075 h 685800"/>
                  <a:gd name="connsiteX276" fmla="*/ 690658 w 923925"/>
                  <a:gd name="connsiteY276" fmla="*/ 315659 h 685800"/>
                  <a:gd name="connsiteX277" fmla="*/ 690658 w 923925"/>
                  <a:gd name="connsiteY277" fmla="*/ 326231 h 685800"/>
                  <a:gd name="connsiteX278" fmla="*/ 697230 w 923925"/>
                  <a:gd name="connsiteY278" fmla="*/ 335375 h 685800"/>
                  <a:gd name="connsiteX279" fmla="*/ 697230 w 923925"/>
                  <a:gd name="connsiteY279" fmla="*/ 335375 h 685800"/>
                  <a:gd name="connsiteX280" fmla="*/ 698945 w 923925"/>
                  <a:gd name="connsiteY280" fmla="*/ 441484 h 685800"/>
                  <a:gd name="connsiteX281" fmla="*/ 703326 w 923925"/>
                  <a:gd name="connsiteY281" fmla="*/ 447294 h 685800"/>
                  <a:gd name="connsiteX282" fmla="*/ 704088 w 923925"/>
                  <a:gd name="connsiteY282" fmla="*/ 448342 h 685800"/>
                  <a:gd name="connsiteX283" fmla="*/ 727900 w 923925"/>
                  <a:gd name="connsiteY283" fmla="*/ 559784 h 685800"/>
                  <a:gd name="connsiteX284" fmla="*/ 739426 w 923925"/>
                  <a:gd name="connsiteY284" fmla="*/ 571119 h 685800"/>
                  <a:gd name="connsiteX285" fmla="*/ 716661 w 923925"/>
                  <a:gd name="connsiteY285" fmla="*/ 596075 h 685800"/>
                  <a:gd name="connsiteX286" fmla="*/ 727900 w 923925"/>
                  <a:gd name="connsiteY286" fmla="*/ 605790 h 685800"/>
                  <a:gd name="connsiteX287" fmla="*/ 727900 w 923925"/>
                  <a:gd name="connsiteY287" fmla="*/ 611505 h 685800"/>
                  <a:gd name="connsiteX288" fmla="*/ 730377 w 923925"/>
                  <a:gd name="connsiteY288" fmla="*/ 611791 h 685800"/>
                  <a:gd name="connsiteX289" fmla="*/ 730377 w 923925"/>
                  <a:gd name="connsiteY289" fmla="*/ 611886 h 685800"/>
                  <a:gd name="connsiteX290" fmla="*/ 728853 w 923925"/>
                  <a:gd name="connsiteY290" fmla="*/ 614744 h 685800"/>
                  <a:gd name="connsiteX291" fmla="*/ 728091 w 923925"/>
                  <a:gd name="connsiteY291" fmla="*/ 618268 h 685800"/>
                  <a:gd name="connsiteX292" fmla="*/ 724281 w 923925"/>
                  <a:gd name="connsiteY292" fmla="*/ 621983 h 685800"/>
                  <a:gd name="connsiteX293" fmla="*/ 721233 w 923925"/>
                  <a:gd name="connsiteY293" fmla="*/ 627507 h 685800"/>
                  <a:gd name="connsiteX294" fmla="*/ 720947 w 923925"/>
                  <a:gd name="connsiteY294" fmla="*/ 630365 h 685800"/>
                  <a:gd name="connsiteX295" fmla="*/ 721900 w 923925"/>
                  <a:gd name="connsiteY295" fmla="*/ 633984 h 685800"/>
                  <a:gd name="connsiteX296" fmla="*/ 720757 w 923925"/>
                  <a:gd name="connsiteY296" fmla="*/ 636270 h 685800"/>
                  <a:gd name="connsiteX297" fmla="*/ 718661 w 923925"/>
                  <a:gd name="connsiteY297" fmla="*/ 637889 h 685800"/>
                  <a:gd name="connsiteX298" fmla="*/ 720947 w 923925"/>
                  <a:gd name="connsiteY298" fmla="*/ 642176 h 685800"/>
                  <a:gd name="connsiteX299" fmla="*/ 724662 w 923925"/>
                  <a:gd name="connsiteY299" fmla="*/ 643890 h 685800"/>
                  <a:gd name="connsiteX300" fmla="*/ 726567 w 923925"/>
                  <a:gd name="connsiteY300" fmla="*/ 641985 h 685800"/>
                  <a:gd name="connsiteX301" fmla="*/ 725805 w 923925"/>
                  <a:gd name="connsiteY301" fmla="*/ 637223 h 685800"/>
                  <a:gd name="connsiteX302" fmla="*/ 727424 w 923925"/>
                  <a:gd name="connsiteY302" fmla="*/ 635889 h 685800"/>
                  <a:gd name="connsiteX303" fmla="*/ 726948 w 923925"/>
                  <a:gd name="connsiteY303" fmla="*/ 631127 h 685800"/>
                  <a:gd name="connsiteX304" fmla="*/ 728091 w 923925"/>
                  <a:gd name="connsiteY304" fmla="*/ 629031 h 685800"/>
                  <a:gd name="connsiteX305" fmla="*/ 731425 w 923925"/>
                  <a:gd name="connsiteY305" fmla="*/ 630269 h 685800"/>
                  <a:gd name="connsiteX306" fmla="*/ 734187 w 923925"/>
                  <a:gd name="connsiteY306" fmla="*/ 630079 h 685800"/>
                  <a:gd name="connsiteX307" fmla="*/ 735711 w 923925"/>
                  <a:gd name="connsiteY307" fmla="*/ 626745 h 685800"/>
                  <a:gd name="connsiteX308" fmla="*/ 735806 w 923925"/>
                  <a:gd name="connsiteY308" fmla="*/ 623316 h 685800"/>
                  <a:gd name="connsiteX309" fmla="*/ 738664 w 923925"/>
                  <a:gd name="connsiteY309" fmla="*/ 621125 h 685800"/>
                  <a:gd name="connsiteX310" fmla="*/ 742283 w 923925"/>
                  <a:gd name="connsiteY310" fmla="*/ 618554 h 685800"/>
                  <a:gd name="connsiteX311" fmla="*/ 745998 w 923925"/>
                  <a:gd name="connsiteY311" fmla="*/ 619601 h 685800"/>
                  <a:gd name="connsiteX312" fmla="*/ 750856 w 923925"/>
                  <a:gd name="connsiteY312" fmla="*/ 615696 h 685800"/>
                  <a:gd name="connsiteX313" fmla="*/ 750761 w 923925"/>
                  <a:gd name="connsiteY313" fmla="*/ 612362 h 685800"/>
                  <a:gd name="connsiteX314" fmla="*/ 754570 w 923925"/>
                  <a:gd name="connsiteY314" fmla="*/ 611886 h 685800"/>
                  <a:gd name="connsiteX315" fmla="*/ 756761 w 923925"/>
                  <a:gd name="connsiteY315" fmla="*/ 612838 h 685800"/>
                  <a:gd name="connsiteX316" fmla="*/ 759428 w 923925"/>
                  <a:gd name="connsiteY316" fmla="*/ 612648 h 685800"/>
                  <a:gd name="connsiteX317" fmla="*/ 760381 w 923925"/>
                  <a:gd name="connsiteY317" fmla="*/ 610553 h 685800"/>
                  <a:gd name="connsiteX318" fmla="*/ 758952 w 923925"/>
                  <a:gd name="connsiteY318" fmla="*/ 608457 h 685800"/>
                  <a:gd name="connsiteX319" fmla="*/ 758952 w 923925"/>
                  <a:gd name="connsiteY319" fmla="*/ 606457 h 685800"/>
                  <a:gd name="connsiteX320" fmla="*/ 762285 w 923925"/>
                  <a:gd name="connsiteY320" fmla="*/ 606171 h 685800"/>
                  <a:gd name="connsiteX321" fmla="*/ 765143 w 923925"/>
                  <a:gd name="connsiteY321" fmla="*/ 609314 h 685800"/>
                  <a:gd name="connsiteX322" fmla="*/ 769144 w 923925"/>
                  <a:gd name="connsiteY322" fmla="*/ 609695 h 685800"/>
                  <a:gd name="connsiteX323" fmla="*/ 772859 w 923925"/>
                  <a:gd name="connsiteY323" fmla="*/ 608267 h 685800"/>
                  <a:gd name="connsiteX324" fmla="*/ 776859 w 923925"/>
                  <a:gd name="connsiteY324" fmla="*/ 609410 h 685800"/>
                  <a:gd name="connsiteX325" fmla="*/ 781241 w 923925"/>
                  <a:gd name="connsiteY325" fmla="*/ 608362 h 685800"/>
                  <a:gd name="connsiteX326" fmla="*/ 784098 w 923925"/>
                  <a:gd name="connsiteY326" fmla="*/ 605409 h 685800"/>
                  <a:gd name="connsiteX327" fmla="*/ 788479 w 923925"/>
                  <a:gd name="connsiteY327" fmla="*/ 603218 h 685800"/>
                  <a:gd name="connsiteX328" fmla="*/ 787812 w 923925"/>
                  <a:gd name="connsiteY328" fmla="*/ 599789 h 685800"/>
                  <a:gd name="connsiteX329" fmla="*/ 788765 w 923925"/>
                  <a:gd name="connsiteY329" fmla="*/ 596360 h 685800"/>
                  <a:gd name="connsiteX330" fmla="*/ 792575 w 923925"/>
                  <a:gd name="connsiteY330" fmla="*/ 595503 h 685800"/>
                  <a:gd name="connsiteX331" fmla="*/ 797052 w 923925"/>
                  <a:gd name="connsiteY331" fmla="*/ 593312 h 685800"/>
                  <a:gd name="connsiteX332" fmla="*/ 799909 w 923925"/>
                  <a:gd name="connsiteY332" fmla="*/ 594741 h 685800"/>
                  <a:gd name="connsiteX333" fmla="*/ 803624 w 923925"/>
                  <a:gd name="connsiteY333" fmla="*/ 592265 h 685800"/>
                  <a:gd name="connsiteX334" fmla="*/ 810959 w 923925"/>
                  <a:gd name="connsiteY334" fmla="*/ 590836 h 685800"/>
                  <a:gd name="connsiteX335" fmla="*/ 817721 w 923925"/>
                  <a:gd name="connsiteY335" fmla="*/ 588645 h 685800"/>
                  <a:gd name="connsiteX336" fmla="*/ 821341 w 923925"/>
                  <a:gd name="connsiteY336" fmla="*/ 585978 h 685800"/>
                  <a:gd name="connsiteX337" fmla="*/ 825912 w 923925"/>
                  <a:gd name="connsiteY337" fmla="*/ 585216 h 685800"/>
                  <a:gd name="connsiteX338" fmla="*/ 829913 w 923925"/>
                  <a:gd name="connsiteY338" fmla="*/ 584454 h 685800"/>
                  <a:gd name="connsiteX339" fmla="*/ 832580 w 923925"/>
                  <a:gd name="connsiteY339" fmla="*/ 581501 h 685800"/>
                  <a:gd name="connsiteX340" fmla="*/ 835819 w 923925"/>
                  <a:gd name="connsiteY340" fmla="*/ 579406 h 685800"/>
                  <a:gd name="connsiteX341" fmla="*/ 840962 w 923925"/>
                  <a:gd name="connsiteY341" fmla="*/ 578263 h 685800"/>
                  <a:gd name="connsiteX342" fmla="*/ 846391 w 923925"/>
                  <a:gd name="connsiteY342" fmla="*/ 575786 h 685800"/>
                  <a:gd name="connsiteX343" fmla="*/ 848773 w 923925"/>
                  <a:gd name="connsiteY343" fmla="*/ 572357 h 685800"/>
                  <a:gd name="connsiteX344" fmla="*/ 852297 w 923925"/>
                  <a:gd name="connsiteY344" fmla="*/ 568452 h 685800"/>
                  <a:gd name="connsiteX345" fmla="*/ 855821 w 923925"/>
                  <a:gd name="connsiteY345" fmla="*/ 564928 h 685800"/>
                  <a:gd name="connsiteX346" fmla="*/ 859345 w 923925"/>
                  <a:gd name="connsiteY346" fmla="*/ 561118 h 685800"/>
                  <a:gd name="connsiteX347" fmla="*/ 861060 w 923925"/>
                  <a:gd name="connsiteY347" fmla="*/ 556927 h 685800"/>
                  <a:gd name="connsiteX348" fmla="*/ 863918 w 923925"/>
                  <a:gd name="connsiteY348" fmla="*/ 554260 h 685800"/>
                  <a:gd name="connsiteX349" fmla="*/ 866489 w 923925"/>
                  <a:gd name="connsiteY349" fmla="*/ 552640 h 685800"/>
                  <a:gd name="connsiteX350" fmla="*/ 867156 w 923925"/>
                  <a:gd name="connsiteY350" fmla="*/ 547878 h 685800"/>
                  <a:gd name="connsiteX351" fmla="*/ 868870 w 923925"/>
                  <a:gd name="connsiteY351" fmla="*/ 543878 h 685800"/>
                  <a:gd name="connsiteX352" fmla="*/ 872014 w 923925"/>
                  <a:gd name="connsiteY352" fmla="*/ 541211 h 685800"/>
                  <a:gd name="connsiteX353" fmla="*/ 875443 w 923925"/>
                  <a:gd name="connsiteY353" fmla="*/ 539401 h 685800"/>
                  <a:gd name="connsiteX354" fmla="*/ 879634 w 923925"/>
                  <a:gd name="connsiteY354" fmla="*/ 538734 h 685800"/>
                  <a:gd name="connsiteX355" fmla="*/ 882015 w 923925"/>
                  <a:gd name="connsiteY355" fmla="*/ 540830 h 685800"/>
                  <a:gd name="connsiteX356" fmla="*/ 881063 w 923925"/>
                  <a:gd name="connsiteY356" fmla="*/ 543878 h 685800"/>
                  <a:gd name="connsiteX357" fmla="*/ 878205 w 923925"/>
                  <a:gd name="connsiteY357" fmla="*/ 547116 h 685800"/>
                  <a:gd name="connsiteX358" fmla="*/ 875347 w 923925"/>
                  <a:gd name="connsiteY358" fmla="*/ 547402 h 685800"/>
                  <a:gd name="connsiteX359" fmla="*/ 872871 w 923925"/>
                  <a:gd name="connsiteY359" fmla="*/ 545402 h 685800"/>
                  <a:gd name="connsiteX360" fmla="*/ 871633 w 923925"/>
                  <a:gd name="connsiteY360" fmla="*/ 546449 h 685800"/>
                  <a:gd name="connsiteX361" fmla="*/ 871633 w 923925"/>
                  <a:gd name="connsiteY361" fmla="*/ 549116 h 685800"/>
                  <a:gd name="connsiteX362" fmla="*/ 873919 w 923925"/>
                  <a:gd name="connsiteY362" fmla="*/ 551402 h 685800"/>
                  <a:gd name="connsiteX363" fmla="*/ 877824 w 923925"/>
                  <a:gd name="connsiteY363" fmla="*/ 551783 h 685800"/>
                  <a:gd name="connsiteX364" fmla="*/ 880300 w 923925"/>
                  <a:gd name="connsiteY364" fmla="*/ 554355 h 685800"/>
                  <a:gd name="connsiteX365" fmla="*/ 883634 w 923925"/>
                  <a:gd name="connsiteY365" fmla="*/ 556355 h 685800"/>
                  <a:gd name="connsiteX366" fmla="*/ 886016 w 923925"/>
                  <a:gd name="connsiteY366" fmla="*/ 556736 h 685800"/>
                  <a:gd name="connsiteX367" fmla="*/ 887825 w 923925"/>
                  <a:gd name="connsiteY367" fmla="*/ 554831 h 685800"/>
                  <a:gd name="connsiteX368" fmla="*/ 890111 w 923925"/>
                  <a:gd name="connsiteY368" fmla="*/ 556546 h 685800"/>
                  <a:gd name="connsiteX369" fmla="*/ 892207 w 923925"/>
                  <a:gd name="connsiteY369" fmla="*/ 555593 h 685800"/>
                  <a:gd name="connsiteX370" fmla="*/ 892873 w 923925"/>
                  <a:gd name="connsiteY370" fmla="*/ 552069 h 685800"/>
                  <a:gd name="connsiteX371" fmla="*/ 895255 w 923925"/>
                  <a:gd name="connsiteY371" fmla="*/ 551117 h 685800"/>
                  <a:gd name="connsiteX372" fmla="*/ 897922 w 923925"/>
                  <a:gd name="connsiteY372" fmla="*/ 553403 h 685800"/>
                  <a:gd name="connsiteX373" fmla="*/ 899922 w 923925"/>
                  <a:gd name="connsiteY373" fmla="*/ 556355 h 685800"/>
                  <a:gd name="connsiteX374" fmla="*/ 903161 w 923925"/>
                  <a:gd name="connsiteY374" fmla="*/ 557975 h 685800"/>
                  <a:gd name="connsiteX375" fmla="*/ 905160 w 923925"/>
                  <a:gd name="connsiteY375" fmla="*/ 556927 h 685800"/>
                  <a:gd name="connsiteX376" fmla="*/ 906685 w 923925"/>
                  <a:gd name="connsiteY376" fmla="*/ 552831 h 685800"/>
                  <a:gd name="connsiteX377" fmla="*/ 909542 w 923925"/>
                  <a:gd name="connsiteY377" fmla="*/ 549974 h 685800"/>
                  <a:gd name="connsiteX378" fmla="*/ 912971 w 923925"/>
                  <a:gd name="connsiteY378" fmla="*/ 546735 h 685800"/>
                  <a:gd name="connsiteX379" fmla="*/ 915162 w 923925"/>
                  <a:gd name="connsiteY379" fmla="*/ 543878 h 685800"/>
                  <a:gd name="connsiteX380" fmla="*/ 916972 w 923925"/>
                  <a:gd name="connsiteY380" fmla="*/ 540639 h 685800"/>
                  <a:gd name="connsiteX381" fmla="*/ 918781 w 923925"/>
                  <a:gd name="connsiteY381" fmla="*/ 538353 h 685800"/>
                  <a:gd name="connsiteX382" fmla="*/ 923354 w 923925"/>
                  <a:gd name="connsiteY382" fmla="*/ 537686 h 685800"/>
                  <a:gd name="connsiteX383" fmla="*/ 926592 w 923925"/>
                  <a:gd name="connsiteY383" fmla="*/ 539210 h 685800"/>
                  <a:gd name="connsiteX384" fmla="*/ 926497 w 923925"/>
                  <a:gd name="connsiteY384" fmla="*/ 542735 h 685800"/>
                  <a:gd name="connsiteX385" fmla="*/ 923544 w 923925"/>
                  <a:gd name="connsiteY385" fmla="*/ 545592 h 685800"/>
                  <a:gd name="connsiteX386" fmla="*/ 917257 w 923925"/>
                  <a:gd name="connsiteY386" fmla="*/ 550926 h 685800"/>
                  <a:gd name="connsiteX387" fmla="*/ 909161 w 923925"/>
                  <a:gd name="connsiteY387" fmla="*/ 558927 h 685800"/>
                  <a:gd name="connsiteX388" fmla="*/ 899160 w 923925"/>
                  <a:gd name="connsiteY388" fmla="*/ 566166 h 685800"/>
                  <a:gd name="connsiteX389" fmla="*/ 886777 w 923925"/>
                  <a:gd name="connsiteY389" fmla="*/ 578072 h 685800"/>
                  <a:gd name="connsiteX390" fmla="*/ 866204 w 923925"/>
                  <a:gd name="connsiteY390" fmla="*/ 596741 h 685800"/>
                  <a:gd name="connsiteX391" fmla="*/ 854583 w 923925"/>
                  <a:gd name="connsiteY391" fmla="*/ 605790 h 685800"/>
                  <a:gd name="connsiteX392" fmla="*/ 837629 w 923925"/>
                  <a:gd name="connsiteY392" fmla="*/ 618268 h 685800"/>
                  <a:gd name="connsiteX393" fmla="*/ 825818 w 923925"/>
                  <a:gd name="connsiteY393" fmla="*/ 626650 h 685800"/>
                  <a:gd name="connsiteX394" fmla="*/ 815435 w 923925"/>
                  <a:gd name="connsiteY394" fmla="*/ 635794 h 685800"/>
                  <a:gd name="connsiteX395" fmla="*/ 804863 w 923925"/>
                  <a:gd name="connsiteY395" fmla="*/ 643985 h 685800"/>
                  <a:gd name="connsiteX396" fmla="*/ 795909 w 923925"/>
                  <a:gd name="connsiteY396" fmla="*/ 650843 h 685800"/>
                  <a:gd name="connsiteX397" fmla="*/ 788098 w 923925"/>
                  <a:gd name="connsiteY397" fmla="*/ 654368 h 685800"/>
                  <a:gd name="connsiteX398" fmla="*/ 784860 w 923925"/>
                  <a:gd name="connsiteY398" fmla="*/ 655320 h 685800"/>
                  <a:gd name="connsiteX399" fmla="*/ 784384 w 923925"/>
                  <a:gd name="connsiteY399" fmla="*/ 653796 h 685800"/>
                  <a:gd name="connsiteX400" fmla="*/ 782193 w 923925"/>
                  <a:gd name="connsiteY400" fmla="*/ 652082 h 685800"/>
                  <a:gd name="connsiteX401" fmla="*/ 777621 w 923925"/>
                  <a:gd name="connsiteY401" fmla="*/ 655415 h 685800"/>
                  <a:gd name="connsiteX402" fmla="*/ 772953 w 923925"/>
                  <a:gd name="connsiteY402" fmla="*/ 660273 h 685800"/>
                  <a:gd name="connsiteX403" fmla="*/ 761238 w 923925"/>
                  <a:gd name="connsiteY403" fmla="*/ 666845 h 685800"/>
                  <a:gd name="connsiteX404" fmla="*/ 748189 w 923925"/>
                  <a:gd name="connsiteY404" fmla="*/ 671036 h 685800"/>
                  <a:gd name="connsiteX405" fmla="*/ 736092 w 923925"/>
                  <a:gd name="connsiteY405" fmla="*/ 673703 h 685800"/>
                  <a:gd name="connsiteX406" fmla="*/ 729234 w 923925"/>
                  <a:gd name="connsiteY406" fmla="*/ 676465 h 685800"/>
                  <a:gd name="connsiteX407" fmla="*/ 724567 w 923925"/>
                  <a:gd name="connsiteY407" fmla="*/ 680371 h 685800"/>
                  <a:gd name="connsiteX408" fmla="*/ 721995 w 923925"/>
                  <a:gd name="connsiteY408" fmla="*/ 683705 h 685800"/>
                  <a:gd name="connsiteX409" fmla="*/ 719138 w 923925"/>
                  <a:gd name="connsiteY409" fmla="*/ 686467 h 685800"/>
                  <a:gd name="connsiteX410" fmla="*/ 716280 w 923925"/>
                  <a:gd name="connsiteY410" fmla="*/ 684848 h 685800"/>
                  <a:gd name="connsiteX411" fmla="*/ 715232 w 923925"/>
                  <a:gd name="connsiteY411" fmla="*/ 682181 h 685800"/>
                  <a:gd name="connsiteX412" fmla="*/ 713327 w 923925"/>
                  <a:gd name="connsiteY412" fmla="*/ 682181 h 685800"/>
                  <a:gd name="connsiteX413" fmla="*/ 711327 w 923925"/>
                  <a:gd name="connsiteY413" fmla="*/ 684371 h 685800"/>
                  <a:gd name="connsiteX414" fmla="*/ 709041 w 923925"/>
                  <a:gd name="connsiteY414" fmla="*/ 684752 h 685800"/>
                  <a:gd name="connsiteX415" fmla="*/ 708850 w 923925"/>
                  <a:gd name="connsiteY415" fmla="*/ 682847 h 685800"/>
                  <a:gd name="connsiteX416" fmla="*/ 707707 w 923925"/>
                  <a:gd name="connsiteY416" fmla="*/ 679704 h 685800"/>
                  <a:gd name="connsiteX417" fmla="*/ 704945 w 923925"/>
                  <a:gd name="connsiteY417" fmla="*/ 679323 h 685800"/>
                  <a:gd name="connsiteX418" fmla="*/ 702564 w 923925"/>
                  <a:gd name="connsiteY418" fmla="*/ 677799 h 685800"/>
                  <a:gd name="connsiteX419" fmla="*/ 702373 w 923925"/>
                  <a:gd name="connsiteY419" fmla="*/ 673989 h 685800"/>
                  <a:gd name="connsiteX420" fmla="*/ 702564 w 923925"/>
                  <a:gd name="connsiteY420" fmla="*/ 671227 h 685800"/>
                  <a:gd name="connsiteX421" fmla="*/ 701230 w 923925"/>
                  <a:gd name="connsiteY421" fmla="*/ 668941 h 685800"/>
                  <a:gd name="connsiteX422" fmla="*/ 699897 w 923925"/>
                  <a:gd name="connsiteY422" fmla="*/ 667036 h 685800"/>
                  <a:gd name="connsiteX423" fmla="*/ 701993 w 923925"/>
                  <a:gd name="connsiteY423" fmla="*/ 643414 h 685800"/>
                  <a:gd name="connsiteX424" fmla="*/ 704183 w 923925"/>
                  <a:gd name="connsiteY424" fmla="*/ 629222 h 685800"/>
                  <a:gd name="connsiteX425" fmla="*/ 702754 w 923925"/>
                  <a:gd name="connsiteY425" fmla="*/ 616839 h 685800"/>
                  <a:gd name="connsiteX426" fmla="*/ 599122 w 923925"/>
                  <a:gd name="connsiteY426" fmla="*/ 587026 h 685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</a:cxnLst>
                <a:rect l="l" t="t" r="r" b="b"/>
                <a:pathLst>
                  <a:path w="923925" h="685800">
                    <a:moveTo>
                      <a:pt x="599122" y="587026"/>
                    </a:moveTo>
                    <a:lnTo>
                      <a:pt x="597218" y="586454"/>
                    </a:lnTo>
                    <a:cubicBezTo>
                      <a:pt x="597218" y="586454"/>
                      <a:pt x="596265" y="583787"/>
                      <a:pt x="595598" y="583216"/>
                    </a:cubicBezTo>
                    <a:cubicBezTo>
                      <a:pt x="595027" y="582740"/>
                      <a:pt x="593407" y="582835"/>
                      <a:pt x="592836" y="582359"/>
                    </a:cubicBezTo>
                    <a:cubicBezTo>
                      <a:pt x="592074" y="581692"/>
                      <a:pt x="592074" y="579215"/>
                      <a:pt x="591217" y="578739"/>
                    </a:cubicBezTo>
                    <a:cubicBezTo>
                      <a:pt x="590645" y="578358"/>
                      <a:pt x="589121" y="578834"/>
                      <a:pt x="588454" y="579025"/>
                    </a:cubicBezTo>
                    <a:cubicBezTo>
                      <a:pt x="587787" y="579215"/>
                      <a:pt x="586644" y="580454"/>
                      <a:pt x="585883" y="580358"/>
                    </a:cubicBezTo>
                    <a:cubicBezTo>
                      <a:pt x="585025" y="580358"/>
                      <a:pt x="583882" y="578549"/>
                      <a:pt x="583025" y="578453"/>
                    </a:cubicBezTo>
                    <a:cubicBezTo>
                      <a:pt x="582263" y="578358"/>
                      <a:pt x="580930" y="579787"/>
                      <a:pt x="580168" y="579882"/>
                    </a:cubicBezTo>
                    <a:cubicBezTo>
                      <a:pt x="579501" y="579977"/>
                      <a:pt x="578072" y="579120"/>
                      <a:pt x="577405" y="579215"/>
                    </a:cubicBezTo>
                    <a:cubicBezTo>
                      <a:pt x="576548" y="579311"/>
                      <a:pt x="575120" y="580739"/>
                      <a:pt x="574262" y="580835"/>
                    </a:cubicBezTo>
                    <a:cubicBezTo>
                      <a:pt x="573214" y="580930"/>
                      <a:pt x="571119" y="580073"/>
                      <a:pt x="570452" y="579406"/>
                    </a:cubicBezTo>
                    <a:cubicBezTo>
                      <a:pt x="569786" y="578739"/>
                      <a:pt x="569786" y="576548"/>
                      <a:pt x="569119" y="576072"/>
                    </a:cubicBezTo>
                    <a:cubicBezTo>
                      <a:pt x="568547" y="575691"/>
                      <a:pt x="567023" y="575977"/>
                      <a:pt x="566356" y="576167"/>
                    </a:cubicBezTo>
                    <a:cubicBezTo>
                      <a:pt x="565690" y="576358"/>
                      <a:pt x="564642" y="577691"/>
                      <a:pt x="563880" y="577786"/>
                    </a:cubicBezTo>
                    <a:cubicBezTo>
                      <a:pt x="562927" y="577977"/>
                      <a:pt x="560737" y="577596"/>
                      <a:pt x="560070" y="576834"/>
                    </a:cubicBezTo>
                    <a:cubicBezTo>
                      <a:pt x="559594" y="576263"/>
                      <a:pt x="560261" y="574643"/>
                      <a:pt x="559879" y="574072"/>
                    </a:cubicBezTo>
                    <a:cubicBezTo>
                      <a:pt x="559594" y="573691"/>
                      <a:pt x="558546" y="573310"/>
                      <a:pt x="558165" y="573024"/>
                    </a:cubicBezTo>
                    <a:cubicBezTo>
                      <a:pt x="557213" y="572262"/>
                      <a:pt x="555688" y="570262"/>
                      <a:pt x="554831" y="569309"/>
                    </a:cubicBezTo>
                    <a:cubicBezTo>
                      <a:pt x="554069" y="568452"/>
                      <a:pt x="552641" y="566452"/>
                      <a:pt x="551783" y="565690"/>
                    </a:cubicBezTo>
                    <a:cubicBezTo>
                      <a:pt x="550926" y="564928"/>
                      <a:pt x="548926" y="564071"/>
                      <a:pt x="548068" y="563404"/>
                    </a:cubicBezTo>
                    <a:cubicBezTo>
                      <a:pt x="547592" y="562928"/>
                      <a:pt x="546449" y="562070"/>
                      <a:pt x="546354" y="561404"/>
                    </a:cubicBezTo>
                    <a:cubicBezTo>
                      <a:pt x="546259" y="560261"/>
                      <a:pt x="548640" y="558832"/>
                      <a:pt x="548926" y="557689"/>
                    </a:cubicBezTo>
                    <a:cubicBezTo>
                      <a:pt x="549211" y="556165"/>
                      <a:pt x="548354" y="553022"/>
                      <a:pt x="547592" y="551783"/>
                    </a:cubicBezTo>
                    <a:cubicBezTo>
                      <a:pt x="547021" y="550831"/>
                      <a:pt x="545020" y="549783"/>
                      <a:pt x="544259" y="548926"/>
                    </a:cubicBezTo>
                    <a:cubicBezTo>
                      <a:pt x="543782" y="548354"/>
                      <a:pt x="542830" y="546926"/>
                      <a:pt x="542639" y="546163"/>
                    </a:cubicBezTo>
                    <a:cubicBezTo>
                      <a:pt x="542354" y="545021"/>
                      <a:pt x="543210" y="542639"/>
                      <a:pt x="543020" y="541496"/>
                    </a:cubicBezTo>
                    <a:cubicBezTo>
                      <a:pt x="542830" y="540353"/>
                      <a:pt x="542068" y="537686"/>
                      <a:pt x="541020" y="537210"/>
                    </a:cubicBezTo>
                    <a:cubicBezTo>
                      <a:pt x="539972" y="536829"/>
                      <a:pt x="537781" y="539210"/>
                      <a:pt x="536734" y="538734"/>
                    </a:cubicBezTo>
                    <a:cubicBezTo>
                      <a:pt x="535972" y="538353"/>
                      <a:pt x="535591" y="536258"/>
                      <a:pt x="535686" y="535305"/>
                    </a:cubicBezTo>
                    <a:cubicBezTo>
                      <a:pt x="535781" y="533972"/>
                      <a:pt x="538639" y="531686"/>
                      <a:pt x="537972" y="530543"/>
                    </a:cubicBezTo>
                    <a:cubicBezTo>
                      <a:pt x="537496" y="529590"/>
                      <a:pt x="534543" y="530257"/>
                      <a:pt x="533591" y="529685"/>
                    </a:cubicBezTo>
                    <a:cubicBezTo>
                      <a:pt x="532924" y="529209"/>
                      <a:pt x="532447" y="527113"/>
                      <a:pt x="531686" y="526828"/>
                    </a:cubicBezTo>
                    <a:cubicBezTo>
                      <a:pt x="531019" y="526542"/>
                      <a:pt x="529590" y="527685"/>
                      <a:pt x="528923" y="527590"/>
                    </a:cubicBezTo>
                    <a:cubicBezTo>
                      <a:pt x="527780" y="527399"/>
                      <a:pt x="526161" y="525304"/>
                      <a:pt x="525113" y="525018"/>
                    </a:cubicBezTo>
                    <a:cubicBezTo>
                      <a:pt x="524256" y="524828"/>
                      <a:pt x="522351" y="524923"/>
                      <a:pt x="521494" y="525209"/>
                    </a:cubicBezTo>
                    <a:cubicBezTo>
                      <a:pt x="520541" y="525494"/>
                      <a:pt x="519303" y="527209"/>
                      <a:pt x="518350" y="527495"/>
                    </a:cubicBezTo>
                    <a:cubicBezTo>
                      <a:pt x="517874" y="527685"/>
                      <a:pt x="516827" y="527685"/>
                      <a:pt x="516445" y="527495"/>
                    </a:cubicBezTo>
                    <a:cubicBezTo>
                      <a:pt x="515684" y="527113"/>
                      <a:pt x="514635" y="525590"/>
                      <a:pt x="514255" y="524828"/>
                    </a:cubicBezTo>
                    <a:cubicBezTo>
                      <a:pt x="513493" y="523589"/>
                      <a:pt x="512826" y="520827"/>
                      <a:pt x="512064" y="519684"/>
                    </a:cubicBezTo>
                    <a:cubicBezTo>
                      <a:pt x="511302" y="518446"/>
                      <a:pt x="509492" y="515779"/>
                      <a:pt x="508159" y="515207"/>
                    </a:cubicBezTo>
                    <a:cubicBezTo>
                      <a:pt x="506730" y="514636"/>
                      <a:pt x="503396" y="516446"/>
                      <a:pt x="502062" y="515588"/>
                    </a:cubicBezTo>
                    <a:cubicBezTo>
                      <a:pt x="501015" y="514921"/>
                      <a:pt x="501396" y="511778"/>
                      <a:pt x="500348" y="511016"/>
                    </a:cubicBezTo>
                    <a:cubicBezTo>
                      <a:pt x="499205" y="510159"/>
                      <a:pt x="494633" y="510921"/>
                      <a:pt x="494633" y="510921"/>
                    </a:cubicBezTo>
                    <a:lnTo>
                      <a:pt x="412432" y="533305"/>
                    </a:lnTo>
                    <a:lnTo>
                      <a:pt x="248317" y="574072"/>
                    </a:lnTo>
                    <a:lnTo>
                      <a:pt x="102012" y="607981"/>
                    </a:lnTo>
                    <a:lnTo>
                      <a:pt x="8001" y="627793"/>
                    </a:lnTo>
                    <a:lnTo>
                      <a:pt x="0" y="587693"/>
                    </a:lnTo>
                    <a:cubicBezTo>
                      <a:pt x="1048" y="586835"/>
                      <a:pt x="2000" y="586073"/>
                      <a:pt x="2762" y="585407"/>
                    </a:cubicBezTo>
                    <a:cubicBezTo>
                      <a:pt x="6286" y="582168"/>
                      <a:pt x="13049" y="575310"/>
                      <a:pt x="16287" y="571786"/>
                    </a:cubicBezTo>
                    <a:cubicBezTo>
                      <a:pt x="18955" y="569024"/>
                      <a:pt x="24289" y="563404"/>
                      <a:pt x="26575" y="560356"/>
                    </a:cubicBezTo>
                    <a:cubicBezTo>
                      <a:pt x="27908" y="558546"/>
                      <a:pt x="30194" y="554450"/>
                      <a:pt x="31432" y="552640"/>
                    </a:cubicBezTo>
                    <a:cubicBezTo>
                      <a:pt x="32480" y="551117"/>
                      <a:pt x="34671" y="547973"/>
                      <a:pt x="35909" y="546545"/>
                    </a:cubicBezTo>
                    <a:cubicBezTo>
                      <a:pt x="37719" y="544449"/>
                      <a:pt x="41910" y="540925"/>
                      <a:pt x="43719" y="538925"/>
                    </a:cubicBezTo>
                    <a:cubicBezTo>
                      <a:pt x="44958" y="537591"/>
                      <a:pt x="47149" y="534353"/>
                      <a:pt x="48577" y="533210"/>
                    </a:cubicBezTo>
                    <a:cubicBezTo>
                      <a:pt x="50197" y="531971"/>
                      <a:pt x="54102" y="530447"/>
                      <a:pt x="55816" y="529304"/>
                    </a:cubicBezTo>
                    <a:cubicBezTo>
                      <a:pt x="56483" y="528828"/>
                      <a:pt x="57912" y="527971"/>
                      <a:pt x="58388" y="527304"/>
                    </a:cubicBezTo>
                    <a:cubicBezTo>
                      <a:pt x="58864" y="526542"/>
                      <a:pt x="59436" y="524828"/>
                      <a:pt x="59436" y="523970"/>
                    </a:cubicBezTo>
                    <a:cubicBezTo>
                      <a:pt x="59436" y="523304"/>
                      <a:pt x="58960" y="521970"/>
                      <a:pt x="58960" y="521208"/>
                    </a:cubicBezTo>
                    <a:cubicBezTo>
                      <a:pt x="58960" y="520065"/>
                      <a:pt x="59341" y="517779"/>
                      <a:pt x="59912" y="516827"/>
                    </a:cubicBezTo>
                    <a:cubicBezTo>
                      <a:pt x="60484" y="515969"/>
                      <a:pt x="62579" y="515017"/>
                      <a:pt x="63246" y="514160"/>
                    </a:cubicBezTo>
                    <a:cubicBezTo>
                      <a:pt x="63818" y="513207"/>
                      <a:pt x="64294" y="510921"/>
                      <a:pt x="64484" y="509778"/>
                    </a:cubicBezTo>
                    <a:cubicBezTo>
                      <a:pt x="64770" y="508635"/>
                      <a:pt x="64389" y="506159"/>
                      <a:pt x="64961" y="505111"/>
                    </a:cubicBezTo>
                    <a:cubicBezTo>
                      <a:pt x="65532" y="504254"/>
                      <a:pt x="67532" y="503396"/>
                      <a:pt x="68389" y="502634"/>
                    </a:cubicBezTo>
                    <a:cubicBezTo>
                      <a:pt x="69247" y="501872"/>
                      <a:pt x="70675" y="499967"/>
                      <a:pt x="71533" y="499205"/>
                    </a:cubicBezTo>
                    <a:cubicBezTo>
                      <a:pt x="72485" y="498443"/>
                      <a:pt x="74771" y="497586"/>
                      <a:pt x="75629" y="496729"/>
                    </a:cubicBezTo>
                    <a:cubicBezTo>
                      <a:pt x="77248" y="495395"/>
                      <a:pt x="80105" y="492061"/>
                      <a:pt x="81058" y="490157"/>
                    </a:cubicBezTo>
                    <a:cubicBezTo>
                      <a:pt x="81725" y="488823"/>
                      <a:pt x="82868" y="485775"/>
                      <a:pt x="82677" y="484346"/>
                    </a:cubicBezTo>
                    <a:cubicBezTo>
                      <a:pt x="82486" y="483203"/>
                      <a:pt x="80676" y="481489"/>
                      <a:pt x="80296" y="480441"/>
                    </a:cubicBezTo>
                    <a:cubicBezTo>
                      <a:pt x="79820" y="479203"/>
                      <a:pt x="80010" y="476250"/>
                      <a:pt x="79248" y="475202"/>
                    </a:cubicBezTo>
                    <a:cubicBezTo>
                      <a:pt x="78581" y="474345"/>
                      <a:pt x="76105" y="473964"/>
                      <a:pt x="75342" y="473202"/>
                    </a:cubicBezTo>
                    <a:cubicBezTo>
                      <a:pt x="74486" y="472345"/>
                      <a:pt x="73437" y="470154"/>
                      <a:pt x="72961" y="469106"/>
                    </a:cubicBezTo>
                    <a:cubicBezTo>
                      <a:pt x="72580" y="468059"/>
                      <a:pt x="72580" y="465677"/>
                      <a:pt x="71914" y="464725"/>
                    </a:cubicBezTo>
                    <a:cubicBezTo>
                      <a:pt x="71342" y="463867"/>
                      <a:pt x="69532" y="462629"/>
                      <a:pt x="68485" y="462153"/>
                    </a:cubicBezTo>
                    <a:cubicBezTo>
                      <a:pt x="67056" y="461582"/>
                      <a:pt x="63818" y="461677"/>
                      <a:pt x="62293" y="461200"/>
                    </a:cubicBezTo>
                    <a:cubicBezTo>
                      <a:pt x="60960" y="460724"/>
                      <a:pt x="58102" y="459581"/>
                      <a:pt x="57150" y="458438"/>
                    </a:cubicBezTo>
                    <a:cubicBezTo>
                      <a:pt x="56388" y="457486"/>
                      <a:pt x="55816" y="455009"/>
                      <a:pt x="55816" y="453771"/>
                    </a:cubicBezTo>
                    <a:cubicBezTo>
                      <a:pt x="55816" y="452914"/>
                      <a:pt x="56483" y="451104"/>
                      <a:pt x="56579" y="450247"/>
                    </a:cubicBezTo>
                    <a:cubicBezTo>
                      <a:pt x="56674" y="449580"/>
                      <a:pt x="57245" y="448151"/>
                      <a:pt x="56769" y="447675"/>
                    </a:cubicBezTo>
                    <a:cubicBezTo>
                      <a:pt x="55816" y="446723"/>
                      <a:pt x="52768" y="447961"/>
                      <a:pt x="51340" y="447865"/>
                    </a:cubicBezTo>
                    <a:cubicBezTo>
                      <a:pt x="50578" y="447865"/>
                      <a:pt x="48577" y="448151"/>
                      <a:pt x="48196" y="447485"/>
                    </a:cubicBezTo>
                    <a:cubicBezTo>
                      <a:pt x="47530" y="446532"/>
                      <a:pt x="49339" y="443960"/>
                      <a:pt x="49244" y="442722"/>
                    </a:cubicBezTo>
                    <a:cubicBezTo>
                      <a:pt x="49149" y="441674"/>
                      <a:pt x="47720" y="439960"/>
                      <a:pt x="47910" y="438912"/>
                    </a:cubicBezTo>
                    <a:cubicBezTo>
                      <a:pt x="48006" y="437864"/>
                      <a:pt x="50292" y="436626"/>
                      <a:pt x="50387" y="435483"/>
                    </a:cubicBezTo>
                    <a:cubicBezTo>
                      <a:pt x="50387" y="434150"/>
                      <a:pt x="47910" y="432244"/>
                      <a:pt x="47530" y="430911"/>
                    </a:cubicBezTo>
                    <a:cubicBezTo>
                      <a:pt x="47244" y="430054"/>
                      <a:pt x="47434" y="428054"/>
                      <a:pt x="47149" y="427196"/>
                    </a:cubicBezTo>
                    <a:cubicBezTo>
                      <a:pt x="46672" y="425577"/>
                      <a:pt x="44482" y="423005"/>
                      <a:pt x="44005" y="421481"/>
                    </a:cubicBezTo>
                    <a:cubicBezTo>
                      <a:pt x="43719" y="420719"/>
                      <a:pt x="43243" y="419100"/>
                      <a:pt x="43625" y="418433"/>
                    </a:cubicBezTo>
                    <a:cubicBezTo>
                      <a:pt x="44196" y="417100"/>
                      <a:pt x="47244" y="416147"/>
                      <a:pt x="48482" y="415385"/>
                    </a:cubicBezTo>
                    <a:cubicBezTo>
                      <a:pt x="50006" y="414433"/>
                      <a:pt x="53054" y="412623"/>
                      <a:pt x="54578" y="411671"/>
                    </a:cubicBezTo>
                    <a:cubicBezTo>
                      <a:pt x="56197" y="410623"/>
                      <a:pt x="59341" y="408337"/>
                      <a:pt x="60960" y="407384"/>
                    </a:cubicBezTo>
                    <a:cubicBezTo>
                      <a:pt x="63246" y="405956"/>
                      <a:pt x="68103" y="403384"/>
                      <a:pt x="70485" y="402050"/>
                    </a:cubicBezTo>
                    <a:cubicBezTo>
                      <a:pt x="73533" y="400431"/>
                      <a:pt x="79629" y="397383"/>
                      <a:pt x="82677" y="395954"/>
                    </a:cubicBezTo>
                    <a:cubicBezTo>
                      <a:pt x="85916" y="394430"/>
                      <a:pt x="92487" y="391287"/>
                      <a:pt x="95821" y="390049"/>
                    </a:cubicBezTo>
                    <a:cubicBezTo>
                      <a:pt x="97536" y="389382"/>
                      <a:pt x="101060" y="388239"/>
                      <a:pt x="102870" y="387763"/>
                    </a:cubicBezTo>
                    <a:cubicBezTo>
                      <a:pt x="106966" y="386715"/>
                      <a:pt x="115157" y="385096"/>
                      <a:pt x="119253" y="384619"/>
                    </a:cubicBezTo>
                    <a:cubicBezTo>
                      <a:pt x="121444" y="384334"/>
                      <a:pt x="126111" y="384524"/>
                      <a:pt x="128301" y="383953"/>
                    </a:cubicBezTo>
                    <a:cubicBezTo>
                      <a:pt x="130778" y="383286"/>
                      <a:pt x="135255" y="380429"/>
                      <a:pt x="137731" y="379667"/>
                    </a:cubicBezTo>
                    <a:cubicBezTo>
                      <a:pt x="140779" y="378714"/>
                      <a:pt x="147066" y="377952"/>
                      <a:pt x="150209" y="377476"/>
                    </a:cubicBezTo>
                    <a:cubicBezTo>
                      <a:pt x="152685" y="377095"/>
                      <a:pt x="157734" y="376428"/>
                      <a:pt x="160211" y="376142"/>
                    </a:cubicBezTo>
                    <a:cubicBezTo>
                      <a:pt x="163639" y="375666"/>
                      <a:pt x="170497" y="374618"/>
                      <a:pt x="173927" y="374333"/>
                    </a:cubicBezTo>
                    <a:cubicBezTo>
                      <a:pt x="176593" y="374142"/>
                      <a:pt x="182023" y="373952"/>
                      <a:pt x="184690" y="374523"/>
                    </a:cubicBezTo>
                    <a:cubicBezTo>
                      <a:pt x="186214" y="374809"/>
                      <a:pt x="189166" y="375952"/>
                      <a:pt x="190595" y="376619"/>
                    </a:cubicBezTo>
                    <a:cubicBezTo>
                      <a:pt x="191928" y="377285"/>
                      <a:pt x="194120" y="379286"/>
                      <a:pt x="195453" y="379952"/>
                    </a:cubicBezTo>
                    <a:cubicBezTo>
                      <a:pt x="196501" y="380524"/>
                      <a:pt x="198882" y="381095"/>
                      <a:pt x="200025" y="381476"/>
                    </a:cubicBezTo>
                    <a:cubicBezTo>
                      <a:pt x="201263" y="381953"/>
                      <a:pt x="203740" y="383381"/>
                      <a:pt x="205073" y="383858"/>
                    </a:cubicBezTo>
                    <a:cubicBezTo>
                      <a:pt x="206216" y="384238"/>
                      <a:pt x="208502" y="384715"/>
                      <a:pt x="209645" y="384524"/>
                    </a:cubicBezTo>
                    <a:cubicBezTo>
                      <a:pt x="210788" y="384334"/>
                      <a:pt x="212884" y="383477"/>
                      <a:pt x="213836" y="382810"/>
                    </a:cubicBezTo>
                    <a:cubicBezTo>
                      <a:pt x="214598" y="382238"/>
                      <a:pt x="215551" y="380429"/>
                      <a:pt x="216312" y="379762"/>
                    </a:cubicBezTo>
                    <a:cubicBezTo>
                      <a:pt x="217741" y="378619"/>
                      <a:pt x="221266" y="377381"/>
                      <a:pt x="222980" y="376619"/>
                    </a:cubicBezTo>
                    <a:cubicBezTo>
                      <a:pt x="224409" y="375952"/>
                      <a:pt x="227266" y="374618"/>
                      <a:pt x="228600" y="373952"/>
                    </a:cubicBezTo>
                    <a:cubicBezTo>
                      <a:pt x="229743" y="373475"/>
                      <a:pt x="232029" y="372237"/>
                      <a:pt x="233267" y="371951"/>
                    </a:cubicBezTo>
                    <a:cubicBezTo>
                      <a:pt x="234886" y="371475"/>
                      <a:pt x="238316" y="371475"/>
                      <a:pt x="240030" y="370999"/>
                    </a:cubicBezTo>
                    <a:cubicBezTo>
                      <a:pt x="242030" y="370523"/>
                      <a:pt x="245840" y="368903"/>
                      <a:pt x="247650" y="368141"/>
                    </a:cubicBezTo>
                    <a:cubicBezTo>
                      <a:pt x="248888" y="367665"/>
                      <a:pt x="251270" y="366427"/>
                      <a:pt x="252508" y="366141"/>
                    </a:cubicBezTo>
                    <a:cubicBezTo>
                      <a:pt x="253460" y="365855"/>
                      <a:pt x="255461" y="365665"/>
                      <a:pt x="256508" y="365569"/>
                    </a:cubicBezTo>
                    <a:cubicBezTo>
                      <a:pt x="257937" y="365474"/>
                      <a:pt x="260795" y="365569"/>
                      <a:pt x="262128" y="365379"/>
                    </a:cubicBezTo>
                    <a:cubicBezTo>
                      <a:pt x="263652" y="365188"/>
                      <a:pt x="266795" y="364617"/>
                      <a:pt x="268319" y="364427"/>
                    </a:cubicBezTo>
                    <a:cubicBezTo>
                      <a:pt x="269843" y="364141"/>
                      <a:pt x="273082" y="364046"/>
                      <a:pt x="274415" y="363379"/>
                    </a:cubicBezTo>
                    <a:cubicBezTo>
                      <a:pt x="275463" y="362807"/>
                      <a:pt x="276892" y="360807"/>
                      <a:pt x="277844" y="360140"/>
                    </a:cubicBezTo>
                    <a:cubicBezTo>
                      <a:pt x="278987" y="359283"/>
                      <a:pt x="281559" y="358045"/>
                      <a:pt x="282702" y="357188"/>
                    </a:cubicBezTo>
                    <a:cubicBezTo>
                      <a:pt x="283750" y="356425"/>
                      <a:pt x="285559" y="354330"/>
                      <a:pt x="286702" y="353759"/>
                    </a:cubicBezTo>
                    <a:cubicBezTo>
                      <a:pt x="287655" y="353187"/>
                      <a:pt x="290036" y="353187"/>
                      <a:pt x="290989" y="352615"/>
                    </a:cubicBezTo>
                    <a:cubicBezTo>
                      <a:pt x="292418" y="351663"/>
                      <a:pt x="294322" y="348615"/>
                      <a:pt x="295560" y="347377"/>
                    </a:cubicBezTo>
                    <a:cubicBezTo>
                      <a:pt x="296513" y="346519"/>
                      <a:pt x="298895" y="345186"/>
                      <a:pt x="299561" y="344138"/>
                    </a:cubicBezTo>
                    <a:cubicBezTo>
                      <a:pt x="300514" y="342614"/>
                      <a:pt x="301085" y="338995"/>
                      <a:pt x="301657" y="337375"/>
                    </a:cubicBezTo>
                    <a:cubicBezTo>
                      <a:pt x="302133" y="336042"/>
                      <a:pt x="303086" y="333185"/>
                      <a:pt x="303943" y="332042"/>
                    </a:cubicBezTo>
                    <a:cubicBezTo>
                      <a:pt x="304705" y="331089"/>
                      <a:pt x="306895" y="329756"/>
                      <a:pt x="307753" y="328898"/>
                    </a:cubicBezTo>
                    <a:cubicBezTo>
                      <a:pt x="309086" y="327565"/>
                      <a:pt x="311277" y="324517"/>
                      <a:pt x="312611" y="323183"/>
                    </a:cubicBezTo>
                    <a:cubicBezTo>
                      <a:pt x="313658" y="322136"/>
                      <a:pt x="316230" y="320421"/>
                      <a:pt x="317182" y="319183"/>
                    </a:cubicBezTo>
                    <a:cubicBezTo>
                      <a:pt x="317945" y="318230"/>
                      <a:pt x="318992" y="315944"/>
                      <a:pt x="319754" y="314992"/>
                    </a:cubicBezTo>
                    <a:cubicBezTo>
                      <a:pt x="320611" y="313849"/>
                      <a:pt x="322516" y="311658"/>
                      <a:pt x="323755" y="310801"/>
                    </a:cubicBezTo>
                    <a:cubicBezTo>
                      <a:pt x="324707" y="310134"/>
                      <a:pt x="326803" y="309086"/>
                      <a:pt x="327946" y="308991"/>
                    </a:cubicBezTo>
                    <a:cubicBezTo>
                      <a:pt x="328803" y="308991"/>
                      <a:pt x="330232" y="310039"/>
                      <a:pt x="330994" y="310134"/>
                    </a:cubicBezTo>
                    <a:cubicBezTo>
                      <a:pt x="332041" y="310229"/>
                      <a:pt x="334232" y="309753"/>
                      <a:pt x="335280" y="309277"/>
                    </a:cubicBezTo>
                    <a:cubicBezTo>
                      <a:pt x="336518" y="308610"/>
                      <a:pt x="338518" y="306419"/>
                      <a:pt x="339566" y="305371"/>
                    </a:cubicBezTo>
                    <a:cubicBezTo>
                      <a:pt x="340519" y="304514"/>
                      <a:pt x="342709" y="302990"/>
                      <a:pt x="343185" y="301847"/>
                    </a:cubicBezTo>
                    <a:cubicBezTo>
                      <a:pt x="344043" y="299942"/>
                      <a:pt x="344043" y="295656"/>
                      <a:pt x="343852" y="293561"/>
                    </a:cubicBezTo>
                    <a:cubicBezTo>
                      <a:pt x="343757" y="291846"/>
                      <a:pt x="342709" y="288608"/>
                      <a:pt x="342233" y="286988"/>
                    </a:cubicBezTo>
                    <a:cubicBezTo>
                      <a:pt x="341662" y="285083"/>
                      <a:pt x="340519" y="281273"/>
                      <a:pt x="339757" y="279463"/>
                    </a:cubicBezTo>
                    <a:cubicBezTo>
                      <a:pt x="339280" y="278321"/>
                      <a:pt x="338138" y="276035"/>
                      <a:pt x="337471" y="274892"/>
                    </a:cubicBezTo>
                    <a:cubicBezTo>
                      <a:pt x="336709" y="273653"/>
                      <a:pt x="334899" y="271272"/>
                      <a:pt x="334327" y="269843"/>
                    </a:cubicBezTo>
                    <a:cubicBezTo>
                      <a:pt x="333756" y="268510"/>
                      <a:pt x="333946" y="265367"/>
                      <a:pt x="333089" y="264223"/>
                    </a:cubicBezTo>
                    <a:cubicBezTo>
                      <a:pt x="331946" y="262700"/>
                      <a:pt x="328041" y="261747"/>
                      <a:pt x="326612" y="260509"/>
                    </a:cubicBezTo>
                    <a:cubicBezTo>
                      <a:pt x="325945" y="259842"/>
                      <a:pt x="324517" y="258413"/>
                      <a:pt x="324421" y="257461"/>
                    </a:cubicBezTo>
                    <a:cubicBezTo>
                      <a:pt x="324231" y="256413"/>
                      <a:pt x="325184" y="254317"/>
                      <a:pt x="325850" y="253556"/>
                    </a:cubicBezTo>
                    <a:cubicBezTo>
                      <a:pt x="326517" y="252889"/>
                      <a:pt x="328517" y="252317"/>
                      <a:pt x="329469" y="252222"/>
                    </a:cubicBezTo>
                    <a:cubicBezTo>
                      <a:pt x="330232" y="252127"/>
                      <a:pt x="331851" y="252794"/>
                      <a:pt x="332613" y="252413"/>
                    </a:cubicBezTo>
                    <a:cubicBezTo>
                      <a:pt x="333280" y="252031"/>
                      <a:pt x="333660" y="250317"/>
                      <a:pt x="334232" y="249746"/>
                    </a:cubicBezTo>
                    <a:cubicBezTo>
                      <a:pt x="334899" y="248984"/>
                      <a:pt x="336899" y="248221"/>
                      <a:pt x="337375" y="247364"/>
                    </a:cubicBezTo>
                    <a:cubicBezTo>
                      <a:pt x="337947" y="246317"/>
                      <a:pt x="338233" y="243745"/>
                      <a:pt x="337947" y="242602"/>
                    </a:cubicBezTo>
                    <a:cubicBezTo>
                      <a:pt x="337661" y="241363"/>
                      <a:pt x="336042" y="239268"/>
                      <a:pt x="335089" y="238506"/>
                    </a:cubicBezTo>
                    <a:cubicBezTo>
                      <a:pt x="334137" y="237744"/>
                      <a:pt x="331851" y="236792"/>
                      <a:pt x="330708" y="236506"/>
                    </a:cubicBezTo>
                    <a:cubicBezTo>
                      <a:pt x="329469" y="236220"/>
                      <a:pt x="326803" y="236220"/>
                      <a:pt x="325469" y="236411"/>
                    </a:cubicBezTo>
                    <a:cubicBezTo>
                      <a:pt x="324421" y="236601"/>
                      <a:pt x="322421" y="238315"/>
                      <a:pt x="321373" y="237839"/>
                    </a:cubicBezTo>
                    <a:cubicBezTo>
                      <a:pt x="320516" y="237458"/>
                      <a:pt x="320707" y="235077"/>
                      <a:pt x="320135" y="234410"/>
                    </a:cubicBezTo>
                    <a:cubicBezTo>
                      <a:pt x="319278" y="233553"/>
                      <a:pt x="316516" y="233458"/>
                      <a:pt x="315849" y="232505"/>
                    </a:cubicBezTo>
                    <a:cubicBezTo>
                      <a:pt x="315373" y="231838"/>
                      <a:pt x="315944" y="229838"/>
                      <a:pt x="315659" y="229076"/>
                    </a:cubicBezTo>
                    <a:cubicBezTo>
                      <a:pt x="315468" y="228600"/>
                      <a:pt x="314610" y="227743"/>
                      <a:pt x="314134" y="227457"/>
                    </a:cubicBezTo>
                    <a:cubicBezTo>
                      <a:pt x="313182" y="226886"/>
                      <a:pt x="310610" y="226886"/>
                      <a:pt x="309658" y="226314"/>
                    </a:cubicBezTo>
                    <a:cubicBezTo>
                      <a:pt x="309086" y="226028"/>
                      <a:pt x="308134" y="224981"/>
                      <a:pt x="307753" y="224409"/>
                    </a:cubicBezTo>
                    <a:cubicBezTo>
                      <a:pt x="307086" y="223647"/>
                      <a:pt x="305657" y="221933"/>
                      <a:pt x="305371" y="220980"/>
                    </a:cubicBezTo>
                    <a:cubicBezTo>
                      <a:pt x="305085" y="220027"/>
                      <a:pt x="305467" y="217932"/>
                      <a:pt x="305752" y="216979"/>
                    </a:cubicBezTo>
                    <a:cubicBezTo>
                      <a:pt x="305943" y="216122"/>
                      <a:pt x="306895" y="214503"/>
                      <a:pt x="307181" y="213646"/>
                    </a:cubicBezTo>
                    <a:cubicBezTo>
                      <a:pt x="307562" y="212503"/>
                      <a:pt x="308134" y="210217"/>
                      <a:pt x="308324" y="209074"/>
                    </a:cubicBezTo>
                    <a:cubicBezTo>
                      <a:pt x="308515" y="208312"/>
                      <a:pt x="308324" y="206692"/>
                      <a:pt x="308610" y="206026"/>
                    </a:cubicBezTo>
                    <a:cubicBezTo>
                      <a:pt x="308896" y="205359"/>
                      <a:pt x="310039" y="204311"/>
                      <a:pt x="310705" y="204025"/>
                    </a:cubicBezTo>
                    <a:cubicBezTo>
                      <a:pt x="311468" y="203740"/>
                      <a:pt x="313277" y="204216"/>
                      <a:pt x="314134" y="203930"/>
                    </a:cubicBezTo>
                    <a:cubicBezTo>
                      <a:pt x="315182" y="203549"/>
                      <a:pt x="316897" y="201835"/>
                      <a:pt x="317754" y="201073"/>
                    </a:cubicBezTo>
                    <a:cubicBezTo>
                      <a:pt x="318706" y="200215"/>
                      <a:pt x="320993" y="198787"/>
                      <a:pt x="321659" y="197644"/>
                    </a:cubicBezTo>
                    <a:cubicBezTo>
                      <a:pt x="322136" y="196786"/>
                      <a:pt x="322707" y="194596"/>
                      <a:pt x="322516" y="193548"/>
                    </a:cubicBezTo>
                    <a:cubicBezTo>
                      <a:pt x="322421" y="192977"/>
                      <a:pt x="321373" y="192024"/>
                      <a:pt x="321278" y="191452"/>
                    </a:cubicBezTo>
                    <a:cubicBezTo>
                      <a:pt x="321087" y="190405"/>
                      <a:pt x="321278" y="188214"/>
                      <a:pt x="321945" y="187452"/>
                    </a:cubicBezTo>
                    <a:cubicBezTo>
                      <a:pt x="322516" y="186595"/>
                      <a:pt x="324802" y="186309"/>
                      <a:pt x="325564" y="185642"/>
                    </a:cubicBezTo>
                    <a:cubicBezTo>
                      <a:pt x="326327" y="184975"/>
                      <a:pt x="327279" y="182975"/>
                      <a:pt x="327946" y="182118"/>
                    </a:cubicBezTo>
                    <a:cubicBezTo>
                      <a:pt x="328993" y="180785"/>
                      <a:pt x="331470" y="178308"/>
                      <a:pt x="332804" y="177260"/>
                    </a:cubicBezTo>
                    <a:cubicBezTo>
                      <a:pt x="333566" y="176594"/>
                      <a:pt x="335089" y="175450"/>
                      <a:pt x="335947" y="175069"/>
                    </a:cubicBezTo>
                    <a:cubicBezTo>
                      <a:pt x="336709" y="174688"/>
                      <a:pt x="338423" y="174784"/>
                      <a:pt x="339280" y="174403"/>
                    </a:cubicBezTo>
                    <a:cubicBezTo>
                      <a:pt x="340328" y="174022"/>
                      <a:pt x="342138" y="172593"/>
                      <a:pt x="342900" y="171831"/>
                    </a:cubicBezTo>
                    <a:cubicBezTo>
                      <a:pt x="344328" y="170498"/>
                      <a:pt x="346424" y="167164"/>
                      <a:pt x="347472" y="165449"/>
                    </a:cubicBezTo>
                    <a:cubicBezTo>
                      <a:pt x="348234" y="164306"/>
                      <a:pt x="349758" y="161925"/>
                      <a:pt x="350234" y="160687"/>
                    </a:cubicBezTo>
                    <a:cubicBezTo>
                      <a:pt x="350711" y="159258"/>
                      <a:pt x="350996" y="156115"/>
                      <a:pt x="351282" y="154686"/>
                    </a:cubicBezTo>
                    <a:cubicBezTo>
                      <a:pt x="351568" y="153067"/>
                      <a:pt x="352044" y="149733"/>
                      <a:pt x="352330" y="148114"/>
                    </a:cubicBezTo>
                    <a:cubicBezTo>
                      <a:pt x="352616" y="146971"/>
                      <a:pt x="352996" y="144590"/>
                      <a:pt x="353473" y="143542"/>
                    </a:cubicBezTo>
                    <a:cubicBezTo>
                      <a:pt x="354235" y="141732"/>
                      <a:pt x="356711" y="138589"/>
                      <a:pt x="357854" y="136969"/>
                    </a:cubicBezTo>
                    <a:cubicBezTo>
                      <a:pt x="358807" y="135541"/>
                      <a:pt x="360807" y="132779"/>
                      <a:pt x="361664" y="131254"/>
                    </a:cubicBezTo>
                    <a:cubicBezTo>
                      <a:pt x="362521" y="129826"/>
                      <a:pt x="363760" y="126778"/>
                      <a:pt x="364522" y="125349"/>
                    </a:cubicBezTo>
                    <a:cubicBezTo>
                      <a:pt x="365474" y="123635"/>
                      <a:pt x="367569" y="120206"/>
                      <a:pt x="368332" y="118396"/>
                    </a:cubicBezTo>
                    <a:cubicBezTo>
                      <a:pt x="368903" y="117158"/>
                      <a:pt x="369475" y="114490"/>
                      <a:pt x="370141" y="113348"/>
                    </a:cubicBezTo>
                    <a:cubicBezTo>
                      <a:pt x="371189" y="111347"/>
                      <a:pt x="374237" y="108013"/>
                      <a:pt x="375571" y="106204"/>
                    </a:cubicBezTo>
                    <a:cubicBezTo>
                      <a:pt x="376618" y="104775"/>
                      <a:pt x="379000" y="102108"/>
                      <a:pt x="379857" y="100489"/>
                    </a:cubicBezTo>
                    <a:cubicBezTo>
                      <a:pt x="380429" y="99346"/>
                      <a:pt x="380619" y="96583"/>
                      <a:pt x="381381" y="95536"/>
                    </a:cubicBezTo>
                    <a:cubicBezTo>
                      <a:pt x="381952" y="94679"/>
                      <a:pt x="383667" y="93536"/>
                      <a:pt x="384334" y="92869"/>
                    </a:cubicBezTo>
                    <a:cubicBezTo>
                      <a:pt x="385286" y="91916"/>
                      <a:pt x="387191" y="90011"/>
                      <a:pt x="388048" y="88964"/>
                    </a:cubicBezTo>
                    <a:cubicBezTo>
                      <a:pt x="388715" y="88011"/>
                      <a:pt x="389858" y="86106"/>
                      <a:pt x="390239" y="85058"/>
                    </a:cubicBezTo>
                    <a:cubicBezTo>
                      <a:pt x="390620" y="84106"/>
                      <a:pt x="391001" y="81915"/>
                      <a:pt x="391477" y="80963"/>
                    </a:cubicBezTo>
                    <a:cubicBezTo>
                      <a:pt x="391953" y="80105"/>
                      <a:pt x="393287" y="78486"/>
                      <a:pt x="394049" y="77819"/>
                    </a:cubicBezTo>
                    <a:cubicBezTo>
                      <a:pt x="395001" y="76867"/>
                      <a:pt x="397287" y="75438"/>
                      <a:pt x="398336" y="74676"/>
                    </a:cubicBezTo>
                    <a:cubicBezTo>
                      <a:pt x="399288" y="73914"/>
                      <a:pt x="401288" y="72390"/>
                      <a:pt x="402241" y="71533"/>
                    </a:cubicBezTo>
                    <a:cubicBezTo>
                      <a:pt x="402907" y="70866"/>
                      <a:pt x="404241" y="69628"/>
                      <a:pt x="404717" y="68866"/>
                    </a:cubicBezTo>
                    <a:cubicBezTo>
                      <a:pt x="405193" y="68104"/>
                      <a:pt x="405765" y="66199"/>
                      <a:pt x="406336" y="65437"/>
                    </a:cubicBezTo>
                    <a:cubicBezTo>
                      <a:pt x="406622" y="65056"/>
                      <a:pt x="407479" y="64294"/>
                      <a:pt x="407956" y="64008"/>
                    </a:cubicBezTo>
                    <a:cubicBezTo>
                      <a:pt x="409099" y="63246"/>
                      <a:pt x="411575" y="62198"/>
                      <a:pt x="412718" y="61531"/>
                    </a:cubicBezTo>
                    <a:cubicBezTo>
                      <a:pt x="413480" y="61055"/>
                      <a:pt x="415194" y="60103"/>
                      <a:pt x="415766" y="59436"/>
                    </a:cubicBezTo>
                    <a:cubicBezTo>
                      <a:pt x="416433" y="58769"/>
                      <a:pt x="417290" y="57055"/>
                      <a:pt x="417671" y="56198"/>
                    </a:cubicBezTo>
                    <a:cubicBezTo>
                      <a:pt x="418052" y="55340"/>
                      <a:pt x="418052" y="53435"/>
                      <a:pt x="418529" y="52673"/>
                    </a:cubicBezTo>
                    <a:cubicBezTo>
                      <a:pt x="418909" y="52102"/>
                      <a:pt x="419957" y="51054"/>
                      <a:pt x="420624" y="50768"/>
                    </a:cubicBezTo>
                    <a:cubicBezTo>
                      <a:pt x="421386" y="50387"/>
                      <a:pt x="423100" y="50578"/>
                      <a:pt x="423863" y="50482"/>
                    </a:cubicBezTo>
                    <a:cubicBezTo>
                      <a:pt x="424529" y="50387"/>
                      <a:pt x="425958" y="50292"/>
                      <a:pt x="426529" y="49816"/>
                    </a:cubicBezTo>
                    <a:cubicBezTo>
                      <a:pt x="427101" y="49340"/>
                      <a:pt x="427196" y="47530"/>
                      <a:pt x="427672" y="46958"/>
                    </a:cubicBezTo>
                    <a:cubicBezTo>
                      <a:pt x="428244" y="46387"/>
                      <a:pt x="429959" y="46006"/>
                      <a:pt x="430720" y="45529"/>
                    </a:cubicBezTo>
                    <a:cubicBezTo>
                      <a:pt x="431673" y="44958"/>
                      <a:pt x="433006" y="43053"/>
                      <a:pt x="433959" y="42577"/>
                    </a:cubicBezTo>
                    <a:cubicBezTo>
                      <a:pt x="435007" y="42005"/>
                      <a:pt x="437483" y="41529"/>
                      <a:pt x="438626" y="41624"/>
                    </a:cubicBezTo>
                    <a:cubicBezTo>
                      <a:pt x="439769" y="41720"/>
                      <a:pt x="441865" y="43148"/>
                      <a:pt x="443008" y="43148"/>
                    </a:cubicBezTo>
                    <a:cubicBezTo>
                      <a:pt x="443865" y="43148"/>
                      <a:pt x="445389" y="42386"/>
                      <a:pt x="446151" y="42196"/>
                    </a:cubicBezTo>
                    <a:cubicBezTo>
                      <a:pt x="447675" y="41720"/>
                      <a:pt x="450628" y="40481"/>
                      <a:pt x="452247" y="40100"/>
                    </a:cubicBezTo>
                    <a:cubicBezTo>
                      <a:pt x="459105" y="38195"/>
                      <a:pt x="480250" y="34671"/>
                      <a:pt x="480250" y="34671"/>
                    </a:cubicBezTo>
                    <a:lnTo>
                      <a:pt x="520732" y="21622"/>
                    </a:lnTo>
                    <a:lnTo>
                      <a:pt x="590645" y="0"/>
                    </a:lnTo>
                    <a:lnTo>
                      <a:pt x="590741" y="0"/>
                    </a:lnTo>
                    <a:cubicBezTo>
                      <a:pt x="591312" y="1810"/>
                      <a:pt x="592074" y="4096"/>
                      <a:pt x="592550" y="5144"/>
                    </a:cubicBezTo>
                    <a:cubicBezTo>
                      <a:pt x="592836" y="5905"/>
                      <a:pt x="593788" y="7144"/>
                      <a:pt x="594170" y="7906"/>
                    </a:cubicBezTo>
                    <a:cubicBezTo>
                      <a:pt x="594741" y="9144"/>
                      <a:pt x="595884" y="11811"/>
                      <a:pt x="595789" y="13240"/>
                    </a:cubicBezTo>
                    <a:cubicBezTo>
                      <a:pt x="595693" y="14192"/>
                      <a:pt x="594265" y="15811"/>
                      <a:pt x="593979" y="16764"/>
                    </a:cubicBezTo>
                    <a:cubicBezTo>
                      <a:pt x="593503" y="18478"/>
                      <a:pt x="593693" y="22193"/>
                      <a:pt x="593884" y="24003"/>
                    </a:cubicBezTo>
                    <a:cubicBezTo>
                      <a:pt x="593979" y="25051"/>
                      <a:pt x="594170" y="27432"/>
                      <a:pt x="594931" y="28099"/>
                    </a:cubicBezTo>
                    <a:cubicBezTo>
                      <a:pt x="595789" y="28956"/>
                      <a:pt x="598837" y="28575"/>
                      <a:pt x="599789" y="29337"/>
                    </a:cubicBezTo>
                    <a:cubicBezTo>
                      <a:pt x="600551" y="29908"/>
                      <a:pt x="601599" y="31718"/>
                      <a:pt x="601694" y="32671"/>
                    </a:cubicBezTo>
                    <a:cubicBezTo>
                      <a:pt x="601789" y="33814"/>
                      <a:pt x="600266" y="35814"/>
                      <a:pt x="600170" y="36957"/>
                    </a:cubicBezTo>
                    <a:cubicBezTo>
                      <a:pt x="600075" y="38576"/>
                      <a:pt x="601027" y="41815"/>
                      <a:pt x="601599" y="43339"/>
                    </a:cubicBezTo>
                    <a:cubicBezTo>
                      <a:pt x="602075" y="44768"/>
                      <a:pt x="604075" y="47149"/>
                      <a:pt x="604361" y="48577"/>
                    </a:cubicBezTo>
                    <a:cubicBezTo>
                      <a:pt x="604838" y="51245"/>
                      <a:pt x="602552" y="56483"/>
                      <a:pt x="603028" y="59055"/>
                    </a:cubicBezTo>
                    <a:cubicBezTo>
                      <a:pt x="603218" y="60293"/>
                      <a:pt x="604456" y="62389"/>
                      <a:pt x="605218" y="63341"/>
                    </a:cubicBezTo>
                    <a:cubicBezTo>
                      <a:pt x="605980" y="64294"/>
                      <a:pt x="607981" y="65723"/>
                      <a:pt x="609029" y="66389"/>
                    </a:cubicBezTo>
                    <a:cubicBezTo>
                      <a:pt x="610076" y="67056"/>
                      <a:pt x="612457" y="68008"/>
                      <a:pt x="613410" y="68866"/>
                    </a:cubicBezTo>
                    <a:cubicBezTo>
                      <a:pt x="614172" y="69532"/>
                      <a:pt x="615125" y="71342"/>
                      <a:pt x="615601" y="72295"/>
                    </a:cubicBezTo>
                    <a:cubicBezTo>
                      <a:pt x="616268" y="73438"/>
                      <a:pt x="617315" y="76009"/>
                      <a:pt x="618077" y="77152"/>
                    </a:cubicBezTo>
                    <a:cubicBezTo>
                      <a:pt x="618744" y="78200"/>
                      <a:pt x="620553" y="79915"/>
                      <a:pt x="620935" y="81058"/>
                    </a:cubicBezTo>
                    <a:cubicBezTo>
                      <a:pt x="621792" y="83534"/>
                      <a:pt x="621887" y="89059"/>
                      <a:pt x="621411" y="91630"/>
                    </a:cubicBezTo>
                    <a:cubicBezTo>
                      <a:pt x="621220" y="92773"/>
                      <a:pt x="619506" y="94869"/>
                      <a:pt x="619697" y="96012"/>
                    </a:cubicBezTo>
                    <a:cubicBezTo>
                      <a:pt x="619792" y="96774"/>
                      <a:pt x="621316" y="97536"/>
                      <a:pt x="621602" y="98203"/>
                    </a:cubicBezTo>
                    <a:cubicBezTo>
                      <a:pt x="621982" y="99441"/>
                      <a:pt x="621030" y="102203"/>
                      <a:pt x="621506" y="103442"/>
                    </a:cubicBezTo>
                    <a:cubicBezTo>
                      <a:pt x="622173" y="105156"/>
                      <a:pt x="625887" y="107061"/>
                      <a:pt x="626364" y="108775"/>
                    </a:cubicBezTo>
                    <a:cubicBezTo>
                      <a:pt x="626840" y="110300"/>
                      <a:pt x="626078" y="113538"/>
                      <a:pt x="625411" y="114967"/>
                    </a:cubicBezTo>
                    <a:cubicBezTo>
                      <a:pt x="624840" y="116300"/>
                      <a:pt x="622078" y="118205"/>
                      <a:pt x="621602" y="119634"/>
                    </a:cubicBezTo>
                    <a:cubicBezTo>
                      <a:pt x="621030" y="121539"/>
                      <a:pt x="622173" y="125635"/>
                      <a:pt x="621982" y="127540"/>
                    </a:cubicBezTo>
                    <a:cubicBezTo>
                      <a:pt x="621792" y="129064"/>
                      <a:pt x="620268" y="132017"/>
                      <a:pt x="620459" y="133636"/>
                    </a:cubicBezTo>
                    <a:cubicBezTo>
                      <a:pt x="620649" y="134874"/>
                      <a:pt x="622745" y="136874"/>
                      <a:pt x="622935" y="138113"/>
                    </a:cubicBezTo>
                    <a:cubicBezTo>
                      <a:pt x="623125" y="139160"/>
                      <a:pt x="622268" y="141256"/>
                      <a:pt x="622173" y="142304"/>
                    </a:cubicBezTo>
                    <a:cubicBezTo>
                      <a:pt x="622173" y="143351"/>
                      <a:pt x="622173" y="145542"/>
                      <a:pt x="622745" y="146399"/>
                    </a:cubicBezTo>
                    <a:cubicBezTo>
                      <a:pt x="623125" y="147066"/>
                      <a:pt x="624650" y="147638"/>
                      <a:pt x="625221" y="148114"/>
                    </a:cubicBezTo>
                    <a:cubicBezTo>
                      <a:pt x="625887" y="148685"/>
                      <a:pt x="627221" y="149828"/>
                      <a:pt x="627697" y="150495"/>
                    </a:cubicBezTo>
                    <a:cubicBezTo>
                      <a:pt x="628650" y="152210"/>
                      <a:pt x="629126" y="156305"/>
                      <a:pt x="629507" y="158210"/>
                    </a:cubicBezTo>
                    <a:cubicBezTo>
                      <a:pt x="629698" y="159353"/>
                      <a:pt x="629888" y="161735"/>
                      <a:pt x="630269" y="162782"/>
                    </a:cubicBezTo>
                    <a:cubicBezTo>
                      <a:pt x="630555" y="163544"/>
                      <a:pt x="631317" y="164973"/>
                      <a:pt x="631888" y="165544"/>
                    </a:cubicBezTo>
                    <a:cubicBezTo>
                      <a:pt x="632746" y="166497"/>
                      <a:pt x="635222" y="167545"/>
                      <a:pt x="635984" y="168497"/>
                    </a:cubicBezTo>
                    <a:cubicBezTo>
                      <a:pt x="636746" y="169450"/>
                      <a:pt x="637984" y="171736"/>
                      <a:pt x="638080" y="172974"/>
                    </a:cubicBezTo>
                    <a:cubicBezTo>
                      <a:pt x="638175" y="174212"/>
                      <a:pt x="636461" y="176308"/>
                      <a:pt x="636556" y="177451"/>
                    </a:cubicBezTo>
                    <a:cubicBezTo>
                      <a:pt x="636651" y="178308"/>
                      <a:pt x="637794" y="179737"/>
                      <a:pt x="638460" y="180308"/>
                    </a:cubicBezTo>
                    <a:cubicBezTo>
                      <a:pt x="639318" y="181070"/>
                      <a:pt x="641604" y="181737"/>
                      <a:pt x="642366" y="182499"/>
                    </a:cubicBezTo>
                    <a:cubicBezTo>
                      <a:pt x="642938" y="183071"/>
                      <a:pt x="643890" y="184594"/>
                      <a:pt x="644176" y="185452"/>
                    </a:cubicBezTo>
                    <a:cubicBezTo>
                      <a:pt x="644557" y="186976"/>
                      <a:pt x="644747" y="190310"/>
                      <a:pt x="644271" y="191834"/>
                    </a:cubicBezTo>
                    <a:cubicBezTo>
                      <a:pt x="643890" y="193072"/>
                      <a:pt x="641795" y="194977"/>
                      <a:pt x="641413" y="196215"/>
                    </a:cubicBezTo>
                    <a:cubicBezTo>
                      <a:pt x="640652" y="198787"/>
                      <a:pt x="641032" y="204311"/>
                      <a:pt x="641223" y="206978"/>
                    </a:cubicBezTo>
                    <a:cubicBezTo>
                      <a:pt x="641318" y="208312"/>
                      <a:pt x="641699" y="211074"/>
                      <a:pt x="642271" y="212312"/>
                    </a:cubicBezTo>
                    <a:cubicBezTo>
                      <a:pt x="642747" y="213455"/>
                      <a:pt x="643794" y="215932"/>
                      <a:pt x="644937" y="216313"/>
                    </a:cubicBezTo>
                    <a:cubicBezTo>
                      <a:pt x="645890" y="216694"/>
                      <a:pt x="648176" y="216217"/>
                      <a:pt x="648748" y="215456"/>
                    </a:cubicBezTo>
                    <a:cubicBezTo>
                      <a:pt x="649414" y="214694"/>
                      <a:pt x="649128" y="212598"/>
                      <a:pt x="649128" y="211646"/>
                    </a:cubicBezTo>
                    <a:cubicBezTo>
                      <a:pt x="649128" y="210788"/>
                      <a:pt x="648557" y="209074"/>
                      <a:pt x="648843" y="208217"/>
                    </a:cubicBezTo>
                    <a:cubicBezTo>
                      <a:pt x="649128" y="207550"/>
                      <a:pt x="650177" y="206407"/>
                      <a:pt x="650843" y="206026"/>
                    </a:cubicBezTo>
                    <a:cubicBezTo>
                      <a:pt x="651700" y="205550"/>
                      <a:pt x="653605" y="205169"/>
                      <a:pt x="654462" y="205454"/>
                    </a:cubicBezTo>
                    <a:cubicBezTo>
                      <a:pt x="655129" y="205645"/>
                      <a:pt x="656177" y="206978"/>
                      <a:pt x="656558" y="207550"/>
                    </a:cubicBezTo>
                    <a:cubicBezTo>
                      <a:pt x="657034" y="208217"/>
                      <a:pt x="657320" y="210121"/>
                      <a:pt x="657987" y="210693"/>
                    </a:cubicBezTo>
                    <a:cubicBezTo>
                      <a:pt x="658749" y="211265"/>
                      <a:pt x="660940" y="210788"/>
                      <a:pt x="661797" y="211265"/>
                    </a:cubicBezTo>
                    <a:cubicBezTo>
                      <a:pt x="662940" y="211931"/>
                      <a:pt x="665416" y="215075"/>
                      <a:pt x="665416" y="215075"/>
                    </a:cubicBezTo>
                    <a:lnTo>
                      <a:pt x="690658" y="315659"/>
                    </a:lnTo>
                    <a:lnTo>
                      <a:pt x="690658" y="326231"/>
                    </a:lnTo>
                    <a:lnTo>
                      <a:pt x="697230" y="335375"/>
                    </a:lnTo>
                    <a:lnTo>
                      <a:pt x="697230" y="335375"/>
                    </a:lnTo>
                    <a:lnTo>
                      <a:pt x="698945" y="441484"/>
                    </a:lnTo>
                    <a:lnTo>
                      <a:pt x="703326" y="447294"/>
                    </a:lnTo>
                    <a:lnTo>
                      <a:pt x="704088" y="448342"/>
                    </a:lnTo>
                    <a:lnTo>
                      <a:pt x="727900" y="559784"/>
                    </a:lnTo>
                    <a:lnTo>
                      <a:pt x="739426" y="571119"/>
                    </a:lnTo>
                    <a:lnTo>
                      <a:pt x="716661" y="596075"/>
                    </a:lnTo>
                    <a:lnTo>
                      <a:pt x="727900" y="605790"/>
                    </a:lnTo>
                    <a:cubicBezTo>
                      <a:pt x="727900" y="605790"/>
                      <a:pt x="726948" y="610457"/>
                      <a:pt x="727900" y="611505"/>
                    </a:cubicBezTo>
                    <a:cubicBezTo>
                      <a:pt x="728281" y="611886"/>
                      <a:pt x="729425" y="611791"/>
                      <a:pt x="730377" y="611791"/>
                    </a:cubicBezTo>
                    <a:cubicBezTo>
                      <a:pt x="730377" y="611791"/>
                      <a:pt x="730377" y="611886"/>
                      <a:pt x="730377" y="611886"/>
                    </a:cubicBezTo>
                    <a:cubicBezTo>
                      <a:pt x="730186" y="612648"/>
                      <a:pt x="729139" y="613982"/>
                      <a:pt x="728853" y="614744"/>
                    </a:cubicBezTo>
                    <a:cubicBezTo>
                      <a:pt x="728567" y="615601"/>
                      <a:pt x="728567" y="617506"/>
                      <a:pt x="728091" y="618268"/>
                    </a:cubicBezTo>
                    <a:cubicBezTo>
                      <a:pt x="727424" y="619411"/>
                      <a:pt x="725043" y="620935"/>
                      <a:pt x="724281" y="621983"/>
                    </a:cubicBezTo>
                    <a:cubicBezTo>
                      <a:pt x="723329" y="623221"/>
                      <a:pt x="721709" y="625983"/>
                      <a:pt x="721233" y="627507"/>
                    </a:cubicBezTo>
                    <a:cubicBezTo>
                      <a:pt x="721043" y="628174"/>
                      <a:pt x="720852" y="629698"/>
                      <a:pt x="720947" y="630365"/>
                    </a:cubicBezTo>
                    <a:cubicBezTo>
                      <a:pt x="721043" y="631317"/>
                      <a:pt x="721995" y="633032"/>
                      <a:pt x="721900" y="633984"/>
                    </a:cubicBezTo>
                    <a:cubicBezTo>
                      <a:pt x="721804" y="634651"/>
                      <a:pt x="721137" y="635794"/>
                      <a:pt x="720757" y="636270"/>
                    </a:cubicBezTo>
                    <a:cubicBezTo>
                      <a:pt x="720376" y="636746"/>
                      <a:pt x="718756" y="637223"/>
                      <a:pt x="718661" y="637889"/>
                    </a:cubicBezTo>
                    <a:cubicBezTo>
                      <a:pt x="718375" y="639032"/>
                      <a:pt x="720090" y="641318"/>
                      <a:pt x="720947" y="642176"/>
                    </a:cubicBezTo>
                    <a:cubicBezTo>
                      <a:pt x="721709" y="642842"/>
                      <a:pt x="723709" y="644081"/>
                      <a:pt x="724662" y="643890"/>
                    </a:cubicBezTo>
                    <a:cubicBezTo>
                      <a:pt x="725328" y="643795"/>
                      <a:pt x="726377" y="642652"/>
                      <a:pt x="726567" y="641985"/>
                    </a:cubicBezTo>
                    <a:cubicBezTo>
                      <a:pt x="726948" y="640842"/>
                      <a:pt x="725424" y="638365"/>
                      <a:pt x="725805" y="637223"/>
                    </a:cubicBezTo>
                    <a:cubicBezTo>
                      <a:pt x="725995" y="636746"/>
                      <a:pt x="727234" y="636365"/>
                      <a:pt x="727424" y="635889"/>
                    </a:cubicBezTo>
                    <a:cubicBezTo>
                      <a:pt x="727805" y="634746"/>
                      <a:pt x="726662" y="632270"/>
                      <a:pt x="726948" y="631127"/>
                    </a:cubicBezTo>
                    <a:cubicBezTo>
                      <a:pt x="727043" y="630555"/>
                      <a:pt x="727520" y="629222"/>
                      <a:pt x="728091" y="629031"/>
                    </a:cubicBezTo>
                    <a:cubicBezTo>
                      <a:pt x="728948" y="628745"/>
                      <a:pt x="730472" y="630174"/>
                      <a:pt x="731425" y="630269"/>
                    </a:cubicBezTo>
                    <a:cubicBezTo>
                      <a:pt x="732091" y="630365"/>
                      <a:pt x="733616" y="630460"/>
                      <a:pt x="734187" y="630079"/>
                    </a:cubicBezTo>
                    <a:cubicBezTo>
                      <a:pt x="734949" y="629603"/>
                      <a:pt x="735425" y="627698"/>
                      <a:pt x="735711" y="626745"/>
                    </a:cubicBezTo>
                    <a:cubicBezTo>
                      <a:pt x="735902" y="625888"/>
                      <a:pt x="735425" y="624078"/>
                      <a:pt x="735806" y="623316"/>
                    </a:cubicBezTo>
                    <a:cubicBezTo>
                      <a:pt x="736282" y="622554"/>
                      <a:pt x="737902" y="621602"/>
                      <a:pt x="738664" y="621125"/>
                    </a:cubicBezTo>
                    <a:cubicBezTo>
                      <a:pt x="739521" y="620459"/>
                      <a:pt x="741236" y="618744"/>
                      <a:pt x="742283" y="618554"/>
                    </a:cubicBezTo>
                    <a:cubicBezTo>
                      <a:pt x="743235" y="618363"/>
                      <a:pt x="745045" y="619792"/>
                      <a:pt x="745998" y="619601"/>
                    </a:cubicBezTo>
                    <a:cubicBezTo>
                      <a:pt x="747522" y="619315"/>
                      <a:pt x="750284" y="617125"/>
                      <a:pt x="750856" y="615696"/>
                    </a:cubicBezTo>
                    <a:cubicBezTo>
                      <a:pt x="751237" y="614934"/>
                      <a:pt x="750189" y="613029"/>
                      <a:pt x="750761" y="612362"/>
                    </a:cubicBezTo>
                    <a:cubicBezTo>
                      <a:pt x="751427" y="611600"/>
                      <a:pt x="753618" y="611696"/>
                      <a:pt x="754570" y="611886"/>
                    </a:cubicBezTo>
                    <a:cubicBezTo>
                      <a:pt x="755142" y="611981"/>
                      <a:pt x="756190" y="612743"/>
                      <a:pt x="756761" y="612838"/>
                    </a:cubicBezTo>
                    <a:cubicBezTo>
                      <a:pt x="757428" y="612934"/>
                      <a:pt x="758857" y="613029"/>
                      <a:pt x="759428" y="612648"/>
                    </a:cubicBezTo>
                    <a:cubicBezTo>
                      <a:pt x="759904" y="612267"/>
                      <a:pt x="760476" y="611124"/>
                      <a:pt x="760381" y="610553"/>
                    </a:cubicBezTo>
                    <a:cubicBezTo>
                      <a:pt x="760286" y="609886"/>
                      <a:pt x="759143" y="609029"/>
                      <a:pt x="758952" y="608457"/>
                    </a:cubicBezTo>
                    <a:cubicBezTo>
                      <a:pt x="758761" y="607981"/>
                      <a:pt x="758571" y="606838"/>
                      <a:pt x="758952" y="606457"/>
                    </a:cubicBezTo>
                    <a:cubicBezTo>
                      <a:pt x="759523" y="605885"/>
                      <a:pt x="761429" y="605790"/>
                      <a:pt x="762285" y="606171"/>
                    </a:cubicBezTo>
                    <a:cubicBezTo>
                      <a:pt x="763238" y="606552"/>
                      <a:pt x="764191" y="608838"/>
                      <a:pt x="765143" y="609314"/>
                    </a:cubicBezTo>
                    <a:cubicBezTo>
                      <a:pt x="766000" y="609790"/>
                      <a:pt x="768191" y="609886"/>
                      <a:pt x="769144" y="609695"/>
                    </a:cubicBezTo>
                    <a:cubicBezTo>
                      <a:pt x="770096" y="609600"/>
                      <a:pt x="771906" y="608362"/>
                      <a:pt x="772859" y="608267"/>
                    </a:cubicBezTo>
                    <a:cubicBezTo>
                      <a:pt x="773906" y="608267"/>
                      <a:pt x="775811" y="609410"/>
                      <a:pt x="776859" y="609410"/>
                    </a:cubicBezTo>
                    <a:cubicBezTo>
                      <a:pt x="778002" y="609410"/>
                      <a:pt x="780193" y="608933"/>
                      <a:pt x="781241" y="608362"/>
                    </a:cubicBezTo>
                    <a:cubicBezTo>
                      <a:pt x="782098" y="607886"/>
                      <a:pt x="783241" y="605981"/>
                      <a:pt x="784098" y="605409"/>
                    </a:cubicBezTo>
                    <a:cubicBezTo>
                      <a:pt x="785050" y="604647"/>
                      <a:pt x="787908" y="604266"/>
                      <a:pt x="788479" y="603218"/>
                    </a:cubicBezTo>
                    <a:cubicBezTo>
                      <a:pt x="788861" y="602456"/>
                      <a:pt x="787812" y="600647"/>
                      <a:pt x="787812" y="599789"/>
                    </a:cubicBezTo>
                    <a:cubicBezTo>
                      <a:pt x="787908" y="598932"/>
                      <a:pt x="788098" y="597027"/>
                      <a:pt x="788765" y="596360"/>
                    </a:cubicBezTo>
                    <a:cubicBezTo>
                      <a:pt x="789527" y="595694"/>
                      <a:pt x="791718" y="595884"/>
                      <a:pt x="792575" y="595503"/>
                    </a:cubicBezTo>
                    <a:cubicBezTo>
                      <a:pt x="793718" y="595122"/>
                      <a:pt x="795814" y="593312"/>
                      <a:pt x="797052" y="593312"/>
                    </a:cubicBezTo>
                    <a:cubicBezTo>
                      <a:pt x="797814" y="593312"/>
                      <a:pt x="799147" y="594741"/>
                      <a:pt x="799909" y="594741"/>
                    </a:cubicBezTo>
                    <a:cubicBezTo>
                      <a:pt x="801052" y="594646"/>
                      <a:pt x="802577" y="592741"/>
                      <a:pt x="803624" y="592265"/>
                    </a:cubicBezTo>
                    <a:cubicBezTo>
                      <a:pt x="805339" y="591598"/>
                      <a:pt x="809149" y="591312"/>
                      <a:pt x="810959" y="590836"/>
                    </a:cubicBezTo>
                    <a:cubicBezTo>
                      <a:pt x="812673" y="590360"/>
                      <a:pt x="816197" y="589407"/>
                      <a:pt x="817721" y="588645"/>
                    </a:cubicBezTo>
                    <a:cubicBezTo>
                      <a:pt x="818674" y="588169"/>
                      <a:pt x="820293" y="586454"/>
                      <a:pt x="821341" y="585978"/>
                    </a:cubicBezTo>
                    <a:cubicBezTo>
                      <a:pt x="822388" y="585502"/>
                      <a:pt x="824769" y="585407"/>
                      <a:pt x="825912" y="585216"/>
                    </a:cubicBezTo>
                    <a:cubicBezTo>
                      <a:pt x="826961" y="585026"/>
                      <a:pt x="829056" y="584930"/>
                      <a:pt x="829913" y="584454"/>
                    </a:cubicBezTo>
                    <a:cubicBezTo>
                      <a:pt x="830770" y="583978"/>
                      <a:pt x="831818" y="582168"/>
                      <a:pt x="832580" y="581501"/>
                    </a:cubicBezTo>
                    <a:cubicBezTo>
                      <a:pt x="833342" y="580835"/>
                      <a:pt x="834866" y="579787"/>
                      <a:pt x="835819" y="579406"/>
                    </a:cubicBezTo>
                    <a:cubicBezTo>
                      <a:pt x="837057" y="578930"/>
                      <a:pt x="839628" y="578644"/>
                      <a:pt x="840962" y="578263"/>
                    </a:cubicBezTo>
                    <a:cubicBezTo>
                      <a:pt x="842391" y="577786"/>
                      <a:pt x="845248" y="576739"/>
                      <a:pt x="846391" y="575786"/>
                    </a:cubicBezTo>
                    <a:cubicBezTo>
                      <a:pt x="847154" y="575120"/>
                      <a:pt x="848106" y="573215"/>
                      <a:pt x="848773" y="572357"/>
                    </a:cubicBezTo>
                    <a:cubicBezTo>
                      <a:pt x="849630" y="571310"/>
                      <a:pt x="851345" y="569405"/>
                      <a:pt x="852297" y="568452"/>
                    </a:cubicBezTo>
                    <a:cubicBezTo>
                      <a:pt x="853154" y="567595"/>
                      <a:pt x="854964" y="565880"/>
                      <a:pt x="855821" y="564928"/>
                    </a:cubicBezTo>
                    <a:cubicBezTo>
                      <a:pt x="856679" y="563975"/>
                      <a:pt x="858584" y="562165"/>
                      <a:pt x="859345" y="561118"/>
                    </a:cubicBezTo>
                    <a:cubicBezTo>
                      <a:pt x="859917" y="560165"/>
                      <a:pt x="860393" y="557879"/>
                      <a:pt x="861060" y="556927"/>
                    </a:cubicBezTo>
                    <a:cubicBezTo>
                      <a:pt x="861631" y="556165"/>
                      <a:pt x="863155" y="554927"/>
                      <a:pt x="863918" y="554260"/>
                    </a:cubicBezTo>
                    <a:cubicBezTo>
                      <a:pt x="864489" y="553784"/>
                      <a:pt x="866013" y="553307"/>
                      <a:pt x="866489" y="552640"/>
                    </a:cubicBezTo>
                    <a:cubicBezTo>
                      <a:pt x="867156" y="551593"/>
                      <a:pt x="867156" y="548164"/>
                      <a:pt x="867156" y="547878"/>
                    </a:cubicBezTo>
                    <a:cubicBezTo>
                      <a:pt x="867251" y="547592"/>
                      <a:pt x="868203" y="544735"/>
                      <a:pt x="868870" y="543878"/>
                    </a:cubicBezTo>
                    <a:cubicBezTo>
                      <a:pt x="869442" y="543020"/>
                      <a:pt x="871156" y="541877"/>
                      <a:pt x="872014" y="541211"/>
                    </a:cubicBezTo>
                    <a:cubicBezTo>
                      <a:pt x="872776" y="540639"/>
                      <a:pt x="874490" y="539686"/>
                      <a:pt x="875443" y="539401"/>
                    </a:cubicBezTo>
                    <a:cubicBezTo>
                      <a:pt x="876491" y="539020"/>
                      <a:pt x="878586" y="538448"/>
                      <a:pt x="879634" y="538734"/>
                    </a:cubicBezTo>
                    <a:cubicBezTo>
                      <a:pt x="880396" y="538925"/>
                      <a:pt x="881825" y="540068"/>
                      <a:pt x="882015" y="540830"/>
                    </a:cubicBezTo>
                    <a:cubicBezTo>
                      <a:pt x="882205" y="541592"/>
                      <a:pt x="881443" y="543211"/>
                      <a:pt x="881063" y="543878"/>
                    </a:cubicBezTo>
                    <a:cubicBezTo>
                      <a:pt x="880586" y="544830"/>
                      <a:pt x="879157" y="546640"/>
                      <a:pt x="878205" y="547116"/>
                    </a:cubicBezTo>
                    <a:cubicBezTo>
                      <a:pt x="877538" y="547402"/>
                      <a:pt x="876014" y="547592"/>
                      <a:pt x="875347" y="547402"/>
                    </a:cubicBezTo>
                    <a:cubicBezTo>
                      <a:pt x="874586" y="547211"/>
                      <a:pt x="873633" y="545402"/>
                      <a:pt x="872871" y="545402"/>
                    </a:cubicBezTo>
                    <a:cubicBezTo>
                      <a:pt x="872490" y="545402"/>
                      <a:pt x="871728" y="546068"/>
                      <a:pt x="871633" y="546449"/>
                    </a:cubicBezTo>
                    <a:cubicBezTo>
                      <a:pt x="871347" y="547021"/>
                      <a:pt x="871347" y="548545"/>
                      <a:pt x="871633" y="549116"/>
                    </a:cubicBezTo>
                    <a:cubicBezTo>
                      <a:pt x="871918" y="549878"/>
                      <a:pt x="873252" y="551021"/>
                      <a:pt x="873919" y="551402"/>
                    </a:cubicBezTo>
                    <a:cubicBezTo>
                      <a:pt x="874776" y="551783"/>
                      <a:pt x="876967" y="551402"/>
                      <a:pt x="877824" y="551783"/>
                    </a:cubicBezTo>
                    <a:cubicBezTo>
                      <a:pt x="878586" y="552164"/>
                      <a:pt x="879634" y="553784"/>
                      <a:pt x="880300" y="554355"/>
                    </a:cubicBezTo>
                    <a:cubicBezTo>
                      <a:pt x="881063" y="554927"/>
                      <a:pt x="882682" y="556070"/>
                      <a:pt x="883634" y="556355"/>
                    </a:cubicBezTo>
                    <a:cubicBezTo>
                      <a:pt x="884206" y="556546"/>
                      <a:pt x="885444" y="556927"/>
                      <a:pt x="886016" y="556736"/>
                    </a:cubicBezTo>
                    <a:cubicBezTo>
                      <a:pt x="886587" y="556546"/>
                      <a:pt x="887159" y="554831"/>
                      <a:pt x="887825" y="554831"/>
                    </a:cubicBezTo>
                    <a:cubicBezTo>
                      <a:pt x="888492" y="554736"/>
                      <a:pt x="889349" y="556451"/>
                      <a:pt x="890111" y="556546"/>
                    </a:cubicBezTo>
                    <a:cubicBezTo>
                      <a:pt x="890683" y="556641"/>
                      <a:pt x="891921" y="555974"/>
                      <a:pt x="892207" y="555593"/>
                    </a:cubicBezTo>
                    <a:cubicBezTo>
                      <a:pt x="892778" y="554927"/>
                      <a:pt x="892302" y="552736"/>
                      <a:pt x="892873" y="552069"/>
                    </a:cubicBezTo>
                    <a:cubicBezTo>
                      <a:pt x="893254" y="551593"/>
                      <a:pt x="894683" y="550926"/>
                      <a:pt x="895255" y="551117"/>
                    </a:cubicBezTo>
                    <a:cubicBezTo>
                      <a:pt x="896112" y="551212"/>
                      <a:pt x="897255" y="552831"/>
                      <a:pt x="897922" y="553403"/>
                    </a:cubicBezTo>
                    <a:cubicBezTo>
                      <a:pt x="898493" y="554069"/>
                      <a:pt x="899827" y="556070"/>
                      <a:pt x="899922" y="556355"/>
                    </a:cubicBezTo>
                    <a:cubicBezTo>
                      <a:pt x="900017" y="556641"/>
                      <a:pt x="902303" y="557975"/>
                      <a:pt x="903161" y="557975"/>
                    </a:cubicBezTo>
                    <a:cubicBezTo>
                      <a:pt x="903732" y="557975"/>
                      <a:pt x="904780" y="557308"/>
                      <a:pt x="905160" y="556927"/>
                    </a:cubicBezTo>
                    <a:cubicBezTo>
                      <a:pt x="905923" y="556070"/>
                      <a:pt x="906113" y="553784"/>
                      <a:pt x="906685" y="552831"/>
                    </a:cubicBezTo>
                    <a:cubicBezTo>
                      <a:pt x="907256" y="551974"/>
                      <a:pt x="908875" y="550736"/>
                      <a:pt x="909542" y="549974"/>
                    </a:cubicBezTo>
                    <a:cubicBezTo>
                      <a:pt x="910400" y="549211"/>
                      <a:pt x="912209" y="547592"/>
                      <a:pt x="912971" y="546735"/>
                    </a:cubicBezTo>
                    <a:cubicBezTo>
                      <a:pt x="913543" y="546068"/>
                      <a:pt x="914685" y="544640"/>
                      <a:pt x="915162" y="543878"/>
                    </a:cubicBezTo>
                    <a:cubicBezTo>
                      <a:pt x="915638" y="543115"/>
                      <a:pt x="916495" y="541401"/>
                      <a:pt x="916972" y="540639"/>
                    </a:cubicBezTo>
                    <a:cubicBezTo>
                      <a:pt x="917353" y="540068"/>
                      <a:pt x="918210" y="538734"/>
                      <a:pt x="918781" y="538353"/>
                    </a:cubicBezTo>
                    <a:cubicBezTo>
                      <a:pt x="919829" y="537782"/>
                      <a:pt x="922211" y="537496"/>
                      <a:pt x="923354" y="537686"/>
                    </a:cubicBezTo>
                    <a:cubicBezTo>
                      <a:pt x="924210" y="537782"/>
                      <a:pt x="926116" y="538448"/>
                      <a:pt x="926592" y="539210"/>
                    </a:cubicBezTo>
                    <a:cubicBezTo>
                      <a:pt x="927068" y="539972"/>
                      <a:pt x="926782" y="541973"/>
                      <a:pt x="926497" y="542735"/>
                    </a:cubicBezTo>
                    <a:cubicBezTo>
                      <a:pt x="926116" y="543687"/>
                      <a:pt x="924306" y="544925"/>
                      <a:pt x="923544" y="545592"/>
                    </a:cubicBezTo>
                    <a:cubicBezTo>
                      <a:pt x="922020" y="547021"/>
                      <a:pt x="918781" y="549497"/>
                      <a:pt x="917257" y="550926"/>
                    </a:cubicBezTo>
                    <a:cubicBezTo>
                      <a:pt x="915162" y="552831"/>
                      <a:pt x="911352" y="557117"/>
                      <a:pt x="909161" y="558927"/>
                    </a:cubicBezTo>
                    <a:cubicBezTo>
                      <a:pt x="906780" y="560927"/>
                      <a:pt x="901541" y="564166"/>
                      <a:pt x="899160" y="566166"/>
                    </a:cubicBezTo>
                    <a:cubicBezTo>
                      <a:pt x="895826" y="568928"/>
                      <a:pt x="889921" y="575215"/>
                      <a:pt x="886777" y="578072"/>
                    </a:cubicBezTo>
                    <a:cubicBezTo>
                      <a:pt x="881729" y="582835"/>
                      <a:pt x="871538" y="592265"/>
                      <a:pt x="866204" y="596741"/>
                    </a:cubicBezTo>
                    <a:cubicBezTo>
                      <a:pt x="863441" y="599123"/>
                      <a:pt x="857535" y="603504"/>
                      <a:pt x="854583" y="605790"/>
                    </a:cubicBezTo>
                    <a:cubicBezTo>
                      <a:pt x="850392" y="608933"/>
                      <a:pt x="841915" y="615220"/>
                      <a:pt x="837629" y="618268"/>
                    </a:cubicBezTo>
                    <a:cubicBezTo>
                      <a:pt x="834676" y="620363"/>
                      <a:pt x="828675" y="624459"/>
                      <a:pt x="825818" y="626650"/>
                    </a:cubicBezTo>
                    <a:cubicBezTo>
                      <a:pt x="823055" y="628840"/>
                      <a:pt x="818102" y="633603"/>
                      <a:pt x="815435" y="635794"/>
                    </a:cubicBezTo>
                    <a:cubicBezTo>
                      <a:pt x="812863" y="637889"/>
                      <a:pt x="807529" y="641985"/>
                      <a:pt x="804863" y="643985"/>
                    </a:cubicBezTo>
                    <a:cubicBezTo>
                      <a:pt x="802672" y="645700"/>
                      <a:pt x="798386" y="649415"/>
                      <a:pt x="795909" y="650843"/>
                    </a:cubicBezTo>
                    <a:cubicBezTo>
                      <a:pt x="794099" y="651986"/>
                      <a:pt x="790099" y="653606"/>
                      <a:pt x="788098" y="654368"/>
                    </a:cubicBezTo>
                    <a:cubicBezTo>
                      <a:pt x="787336" y="654653"/>
                      <a:pt x="785622" y="655796"/>
                      <a:pt x="784860" y="655320"/>
                    </a:cubicBezTo>
                    <a:cubicBezTo>
                      <a:pt x="784479" y="655130"/>
                      <a:pt x="784670" y="654082"/>
                      <a:pt x="784384" y="653796"/>
                    </a:cubicBezTo>
                    <a:cubicBezTo>
                      <a:pt x="784003" y="653225"/>
                      <a:pt x="782860" y="652082"/>
                      <a:pt x="782193" y="652082"/>
                    </a:cubicBezTo>
                    <a:cubicBezTo>
                      <a:pt x="780764" y="652082"/>
                      <a:pt x="778669" y="654463"/>
                      <a:pt x="777621" y="655415"/>
                    </a:cubicBezTo>
                    <a:cubicBezTo>
                      <a:pt x="776383" y="656558"/>
                      <a:pt x="774287" y="659225"/>
                      <a:pt x="772953" y="660273"/>
                    </a:cubicBezTo>
                    <a:cubicBezTo>
                      <a:pt x="770287" y="662273"/>
                      <a:pt x="764286" y="665512"/>
                      <a:pt x="761238" y="666845"/>
                    </a:cubicBezTo>
                    <a:cubicBezTo>
                      <a:pt x="758094" y="668179"/>
                      <a:pt x="751427" y="670084"/>
                      <a:pt x="748189" y="671036"/>
                    </a:cubicBezTo>
                    <a:cubicBezTo>
                      <a:pt x="745236" y="671798"/>
                      <a:pt x="739044" y="672751"/>
                      <a:pt x="736092" y="673703"/>
                    </a:cubicBezTo>
                    <a:cubicBezTo>
                      <a:pt x="734282" y="674275"/>
                      <a:pt x="730853" y="675608"/>
                      <a:pt x="729234" y="676465"/>
                    </a:cubicBezTo>
                    <a:cubicBezTo>
                      <a:pt x="727996" y="677228"/>
                      <a:pt x="725614" y="679228"/>
                      <a:pt x="724567" y="680371"/>
                    </a:cubicBezTo>
                    <a:cubicBezTo>
                      <a:pt x="723805" y="681133"/>
                      <a:pt x="722662" y="682847"/>
                      <a:pt x="721995" y="683705"/>
                    </a:cubicBezTo>
                    <a:cubicBezTo>
                      <a:pt x="721328" y="684467"/>
                      <a:pt x="720185" y="686276"/>
                      <a:pt x="719138" y="686467"/>
                    </a:cubicBezTo>
                    <a:cubicBezTo>
                      <a:pt x="718375" y="686562"/>
                      <a:pt x="716852" y="685419"/>
                      <a:pt x="716280" y="684848"/>
                    </a:cubicBezTo>
                    <a:cubicBezTo>
                      <a:pt x="715803" y="684276"/>
                      <a:pt x="715803" y="682561"/>
                      <a:pt x="715232" y="682181"/>
                    </a:cubicBezTo>
                    <a:cubicBezTo>
                      <a:pt x="714851" y="681895"/>
                      <a:pt x="713708" y="681990"/>
                      <a:pt x="713327" y="682181"/>
                    </a:cubicBezTo>
                    <a:cubicBezTo>
                      <a:pt x="712661" y="682466"/>
                      <a:pt x="711994" y="683990"/>
                      <a:pt x="711327" y="684371"/>
                    </a:cubicBezTo>
                    <a:cubicBezTo>
                      <a:pt x="710851" y="684657"/>
                      <a:pt x="709517" y="685133"/>
                      <a:pt x="709041" y="684752"/>
                    </a:cubicBezTo>
                    <a:cubicBezTo>
                      <a:pt x="708660" y="684467"/>
                      <a:pt x="708946" y="683324"/>
                      <a:pt x="708850" y="682847"/>
                    </a:cubicBezTo>
                    <a:cubicBezTo>
                      <a:pt x="708660" y="682085"/>
                      <a:pt x="708374" y="680180"/>
                      <a:pt x="707707" y="679704"/>
                    </a:cubicBezTo>
                    <a:cubicBezTo>
                      <a:pt x="707136" y="679228"/>
                      <a:pt x="705612" y="679609"/>
                      <a:pt x="704945" y="679323"/>
                    </a:cubicBezTo>
                    <a:cubicBezTo>
                      <a:pt x="704279" y="679037"/>
                      <a:pt x="702945" y="678371"/>
                      <a:pt x="702564" y="677799"/>
                    </a:cubicBezTo>
                    <a:cubicBezTo>
                      <a:pt x="702087" y="676942"/>
                      <a:pt x="702373" y="674942"/>
                      <a:pt x="702373" y="673989"/>
                    </a:cubicBezTo>
                    <a:cubicBezTo>
                      <a:pt x="702373" y="673322"/>
                      <a:pt x="702754" y="671894"/>
                      <a:pt x="702564" y="671227"/>
                    </a:cubicBezTo>
                    <a:cubicBezTo>
                      <a:pt x="702373" y="670560"/>
                      <a:pt x="701611" y="669512"/>
                      <a:pt x="701230" y="668941"/>
                    </a:cubicBezTo>
                    <a:cubicBezTo>
                      <a:pt x="700944" y="668465"/>
                      <a:pt x="700373" y="667322"/>
                      <a:pt x="699897" y="667036"/>
                    </a:cubicBezTo>
                    <a:lnTo>
                      <a:pt x="701993" y="643414"/>
                    </a:lnTo>
                    <a:lnTo>
                      <a:pt x="704183" y="629222"/>
                    </a:lnTo>
                    <a:lnTo>
                      <a:pt x="702754" y="616839"/>
                    </a:lnTo>
                    <a:lnTo>
                      <a:pt x="599122" y="587026"/>
                    </a:ln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40" name="Freeform: Shape 9">
                <a:extLst>
                  <a:ext uri="{FF2B5EF4-FFF2-40B4-BE49-F238E27FC236}">
                    <a16:creationId xmlns:a16="http://schemas.microsoft.com/office/drawing/2014/main" id="{A4C89E4D-BE7D-8552-C61A-AB122ECC138A}"/>
                  </a:ext>
                </a:extLst>
              </p:cNvPr>
              <p:cNvSpPr/>
              <p:nvPr/>
            </p:nvSpPr>
            <p:spPr>
              <a:xfrm>
                <a:off x="8915342" y="2552414"/>
                <a:ext cx="9525" cy="9525"/>
              </a:xfrm>
              <a:custGeom>
                <a:avLst/>
                <a:gdLst>
                  <a:gd name="connsiteX0" fmla="*/ 7107 w 9525"/>
                  <a:gd name="connsiteY0" fmla="*/ 8763 h 0"/>
                  <a:gd name="connsiteX1" fmla="*/ 6726 w 9525"/>
                  <a:gd name="connsiteY1" fmla="*/ 4763 h 0"/>
                  <a:gd name="connsiteX2" fmla="*/ 3582 w 9525"/>
                  <a:gd name="connsiteY2" fmla="*/ 5429 h 0"/>
                  <a:gd name="connsiteX3" fmla="*/ 154 w 9525"/>
                  <a:gd name="connsiteY3" fmla="*/ 4000 h 0"/>
                  <a:gd name="connsiteX4" fmla="*/ 725 w 9525"/>
                  <a:gd name="connsiteY4" fmla="*/ 667 h 0"/>
                  <a:gd name="connsiteX5" fmla="*/ 4249 w 9525"/>
                  <a:gd name="connsiteY5" fmla="*/ 0 h 0"/>
                  <a:gd name="connsiteX6" fmla="*/ 8059 w 9525"/>
                  <a:gd name="connsiteY6" fmla="*/ 762 h 0"/>
                  <a:gd name="connsiteX7" fmla="*/ 9297 w 9525"/>
                  <a:gd name="connsiteY7" fmla="*/ 2953 h 0"/>
                  <a:gd name="connsiteX8" fmla="*/ 9679 w 9525"/>
                  <a:gd name="connsiteY8" fmla="*/ 6001 h 0"/>
                  <a:gd name="connsiteX9" fmla="*/ 7107 w 9525"/>
                  <a:gd name="connsiteY9" fmla="*/ 8763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525">
                    <a:moveTo>
                      <a:pt x="7107" y="8763"/>
                    </a:moveTo>
                    <a:cubicBezTo>
                      <a:pt x="6154" y="8477"/>
                      <a:pt x="7488" y="5334"/>
                      <a:pt x="6726" y="4763"/>
                    </a:cubicBezTo>
                    <a:cubicBezTo>
                      <a:pt x="6059" y="4286"/>
                      <a:pt x="4440" y="5525"/>
                      <a:pt x="3582" y="5429"/>
                    </a:cubicBezTo>
                    <a:cubicBezTo>
                      <a:pt x="2630" y="5334"/>
                      <a:pt x="630" y="4858"/>
                      <a:pt x="154" y="4000"/>
                    </a:cubicBezTo>
                    <a:cubicBezTo>
                      <a:pt x="-228" y="3238"/>
                      <a:pt x="154" y="1238"/>
                      <a:pt x="725" y="667"/>
                    </a:cubicBezTo>
                    <a:cubicBezTo>
                      <a:pt x="1392" y="0"/>
                      <a:pt x="3297" y="0"/>
                      <a:pt x="4249" y="0"/>
                    </a:cubicBezTo>
                    <a:cubicBezTo>
                      <a:pt x="5201" y="0"/>
                      <a:pt x="7297" y="190"/>
                      <a:pt x="8059" y="762"/>
                    </a:cubicBezTo>
                    <a:cubicBezTo>
                      <a:pt x="8536" y="1143"/>
                      <a:pt x="9107" y="2381"/>
                      <a:pt x="9297" y="2953"/>
                    </a:cubicBezTo>
                    <a:cubicBezTo>
                      <a:pt x="9583" y="3715"/>
                      <a:pt x="9869" y="5239"/>
                      <a:pt x="9679" y="6001"/>
                    </a:cubicBezTo>
                    <a:cubicBezTo>
                      <a:pt x="9392" y="6858"/>
                      <a:pt x="8059" y="9049"/>
                      <a:pt x="7107" y="8763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41" name="Freeform: Shape 10">
                <a:extLst>
                  <a:ext uri="{FF2B5EF4-FFF2-40B4-BE49-F238E27FC236}">
                    <a16:creationId xmlns:a16="http://schemas.microsoft.com/office/drawing/2014/main" id="{1D6935EC-0DDC-0F5B-B26F-CE0CF4FB9F54}"/>
                  </a:ext>
                </a:extLst>
              </p:cNvPr>
              <p:cNvSpPr/>
              <p:nvPr/>
            </p:nvSpPr>
            <p:spPr>
              <a:xfrm>
                <a:off x="8704965" y="2685860"/>
                <a:ext cx="9525" cy="19050"/>
              </a:xfrm>
              <a:custGeom>
                <a:avLst/>
                <a:gdLst>
                  <a:gd name="connsiteX0" fmla="*/ 17458 w 9525"/>
                  <a:gd name="connsiteY0" fmla="*/ 5524 h 19050"/>
                  <a:gd name="connsiteX1" fmla="*/ 18697 w 9525"/>
                  <a:gd name="connsiteY1" fmla="*/ 9525 h 19050"/>
                  <a:gd name="connsiteX2" fmla="*/ 17173 w 9525"/>
                  <a:gd name="connsiteY2" fmla="*/ 13811 h 19050"/>
                  <a:gd name="connsiteX3" fmla="*/ 14125 w 9525"/>
                  <a:gd name="connsiteY3" fmla="*/ 18288 h 19050"/>
                  <a:gd name="connsiteX4" fmla="*/ 10791 w 9525"/>
                  <a:gd name="connsiteY4" fmla="*/ 21526 h 19050"/>
                  <a:gd name="connsiteX5" fmla="*/ 8029 w 9525"/>
                  <a:gd name="connsiteY5" fmla="*/ 24860 h 19050"/>
                  <a:gd name="connsiteX6" fmla="*/ 3266 w 9525"/>
                  <a:gd name="connsiteY6" fmla="*/ 26670 h 19050"/>
                  <a:gd name="connsiteX7" fmla="*/ 599 w 9525"/>
                  <a:gd name="connsiteY7" fmla="*/ 27527 h 19050"/>
                  <a:gd name="connsiteX8" fmla="*/ 27 w 9525"/>
                  <a:gd name="connsiteY8" fmla="*/ 26670 h 19050"/>
                  <a:gd name="connsiteX9" fmla="*/ 790 w 9525"/>
                  <a:gd name="connsiteY9" fmla="*/ 22860 h 19050"/>
                  <a:gd name="connsiteX10" fmla="*/ 1266 w 9525"/>
                  <a:gd name="connsiteY10" fmla="*/ 18859 h 19050"/>
                  <a:gd name="connsiteX11" fmla="*/ 2980 w 9525"/>
                  <a:gd name="connsiteY11" fmla="*/ 16097 h 19050"/>
                  <a:gd name="connsiteX12" fmla="*/ 1837 w 9525"/>
                  <a:gd name="connsiteY12" fmla="*/ 10668 h 19050"/>
                  <a:gd name="connsiteX13" fmla="*/ 1647 w 9525"/>
                  <a:gd name="connsiteY13" fmla="*/ 6667 h 19050"/>
                  <a:gd name="connsiteX14" fmla="*/ 4790 w 9525"/>
                  <a:gd name="connsiteY14" fmla="*/ 3429 h 19050"/>
                  <a:gd name="connsiteX15" fmla="*/ 8696 w 9525"/>
                  <a:gd name="connsiteY15" fmla="*/ 2857 h 19050"/>
                  <a:gd name="connsiteX16" fmla="*/ 12220 w 9525"/>
                  <a:gd name="connsiteY16" fmla="*/ 1429 h 19050"/>
                  <a:gd name="connsiteX17" fmla="*/ 14220 w 9525"/>
                  <a:gd name="connsiteY17" fmla="*/ 0 h 19050"/>
                  <a:gd name="connsiteX18" fmla="*/ 15553 w 9525"/>
                  <a:gd name="connsiteY18" fmla="*/ 2476 h 19050"/>
                  <a:gd name="connsiteX19" fmla="*/ 17458 w 9525"/>
                  <a:gd name="connsiteY19" fmla="*/ 5524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9525" h="19050">
                    <a:moveTo>
                      <a:pt x="17458" y="5524"/>
                    </a:moveTo>
                    <a:cubicBezTo>
                      <a:pt x="17934" y="6477"/>
                      <a:pt x="18697" y="8477"/>
                      <a:pt x="18697" y="9525"/>
                    </a:cubicBezTo>
                    <a:cubicBezTo>
                      <a:pt x="18697" y="10668"/>
                      <a:pt x="17649" y="12763"/>
                      <a:pt x="17173" y="13811"/>
                    </a:cubicBezTo>
                    <a:cubicBezTo>
                      <a:pt x="16601" y="15049"/>
                      <a:pt x="14982" y="17240"/>
                      <a:pt x="14125" y="18288"/>
                    </a:cubicBezTo>
                    <a:cubicBezTo>
                      <a:pt x="13363" y="19145"/>
                      <a:pt x="11553" y="20669"/>
                      <a:pt x="10791" y="21526"/>
                    </a:cubicBezTo>
                    <a:cubicBezTo>
                      <a:pt x="10029" y="22288"/>
                      <a:pt x="8886" y="24193"/>
                      <a:pt x="8029" y="24860"/>
                    </a:cubicBezTo>
                    <a:cubicBezTo>
                      <a:pt x="6981" y="25622"/>
                      <a:pt x="4504" y="26289"/>
                      <a:pt x="3266" y="26670"/>
                    </a:cubicBezTo>
                    <a:cubicBezTo>
                      <a:pt x="2695" y="26956"/>
                      <a:pt x="599" y="27527"/>
                      <a:pt x="599" y="27527"/>
                    </a:cubicBezTo>
                    <a:cubicBezTo>
                      <a:pt x="599" y="27527"/>
                      <a:pt x="27" y="26956"/>
                      <a:pt x="27" y="26670"/>
                    </a:cubicBezTo>
                    <a:cubicBezTo>
                      <a:pt x="-163" y="25717"/>
                      <a:pt x="694" y="23813"/>
                      <a:pt x="790" y="22860"/>
                    </a:cubicBezTo>
                    <a:cubicBezTo>
                      <a:pt x="980" y="21907"/>
                      <a:pt x="980" y="19812"/>
                      <a:pt x="1266" y="18859"/>
                    </a:cubicBezTo>
                    <a:cubicBezTo>
                      <a:pt x="1552" y="18097"/>
                      <a:pt x="2885" y="16859"/>
                      <a:pt x="2980" y="16097"/>
                    </a:cubicBezTo>
                    <a:cubicBezTo>
                      <a:pt x="3266" y="14764"/>
                      <a:pt x="2028" y="12001"/>
                      <a:pt x="1837" y="10668"/>
                    </a:cubicBezTo>
                    <a:cubicBezTo>
                      <a:pt x="1742" y="9620"/>
                      <a:pt x="1266" y="7620"/>
                      <a:pt x="1647" y="6667"/>
                    </a:cubicBezTo>
                    <a:cubicBezTo>
                      <a:pt x="2028" y="5620"/>
                      <a:pt x="3742" y="3905"/>
                      <a:pt x="4790" y="3429"/>
                    </a:cubicBezTo>
                    <a:cubicBezTo>
                      <a:pt x="5647" y="2953"/>
                      <a:pt x="7743" y="3143"/>
                      <a:pt x="8696" y="2857"/>
                    </a:cubicBezTo>
                    <a:cubicBezTo>
                      <a:pt x="9648" y="2572"/>
                      <a:pt x="11362" y="1905"/>
                      <a:pt x="12220" y="1429"/>
                    </a:cubicBezTo>
                    <a:cubicBezTo>
                      <a:pt x="12791" y="1143"/>
                      <a:pt x="14220" y="0"/>
                      <a:pt x="14220" y="0"/>
                    </a:cubicBezTo>
                    <a:cubicBezTo>
                      <a:pt x="14220" y="0"/>
                      <a:pt x="15172" y="1905"/>
                      <a:pt x="15553" y="2476"/>
                    </a:cubicBezTo>
                    <a:cubicBezTo>
                      <a:pt x="16030" y="3238"/>
                      <a:pt x="17078" y="4667"/>
                      <a:pt x="17458" y="5524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sp>
          <p:nvSpPr>
            <p:cNvPr id="76" name="Freeform: Shape 11">
              <a:extLst>
                <a:ext uri="{FF2B5EF4-FFF2-40B4-BE49-F238E27FC236}">
                  <a16:creationId xmlns:a16="http://schemas.microsoft.com/office/drawing/2014/main" id="{F10AE1D1-5538-2863-57E6-0D3F534AD96F}"/>
                </a:ext>
              </a:extLst>
            </p:cNvPr>
            <p:cNvSpPr/>
            <p:nvPr/>
          </p:nvSpPr>
          <p:spPr>
            <a:xfrm>
              <a:off x="5357717" y="3647218"/>
              <a:ext cx="1076325" cy="523875"/>
            </a:xfrm>
            <a:custGeom>
              <a:avLst/>
              <a:gdLst>
                <a:gd name="connsiteX0" fmla="*/ 120301 w 1076325"/>
                <a:gd name="connsiteY0" fmla="*/ 17145 h 523875"/>
                <a:gd name="connsiteX1" fmla="*/ 123063 w 1076325"/>
                <a:gd name="connsiteY1" fmla="*/ 17240 h 523875"/>
                <a:gd name="connsiteX2" fmla="*/ 360807 w 1076325"/>
                <a:gd name="connsiteY2" fmla="*/ 18479 h 523875"/>
                <a:gd name="connsiteX3" fmla="*/ 573881 w 1076325"/>
                <a:gd name="connsiteY3" fmla="*/ 17621 h 523875"/>
                <a:gd name="connsiteX4" fmla="*/ 721614 w 1076325"/>
                <a:gd name="connsiteY4" fmla="*/ 14192 h 523875"/>
                <a:gd name="connsiteX5" fmla="*/ 868490 w 1076325"/>
                <a:gd name="connsiteY5" fmla="*/ 8668 h 523875"/>
                <a:gd name="connsiteX6" fmla="*/ 1032605 w 1076325"/>
                <a:gd name="connsiteY6" fmla="*/ 0 h 523875"/>
                <a:gd name="connsiteX7" fmla="*/ 1036796 w 1076325"/>
                <a:gd name="connsiteY7" fmla="*/ 77724 h 523875"/>
                <a:gd name="connsiteX8" fmla="*/ 1036796 w 1076325"/>
                <a:gd name="connsiteY8" fmla="*/ 78296 h 523875"/>
                <a:gd name="connsiteX9" fmla="*/ 1069658 w 1076325"/>
                <a:gd name="connsiteY9" fmla="*/ 247555 h 523875"/>
                <a:gd name="connsiteX10" fmla="*/ 1078135 w 1076325"/>
                <a:gd name="connsiteY10" fmla="*/ 524065 h 523875"/>
                <a:gd name="connsiteX11" fmla="*/ 1076230 w 1076325"/>
                <a:gd name="connsiteY11" fmla="*/ 525971 h 523875"/>
                <a:gd name="connsiteX12" fmla="*/ 1073182 w 1076325"/>
                <a:gd name="connsiteY12" fmla="*/ 524447 h 523875"/>
                <a:gd name="connsiteX13" fmla="*/ 1072134 w 1076325"/>
                <a:gd name="connsiteY13" fmla="*/ 521875 h 523875"/>
                <a:gd name="connsiteX14" fmla="*/ 1067657 w 1076325"/>
                <a:gd name="connsiteY14" fmla="*/ 519494 h 523875"/>
                <a:gd name="connsiteX15" fmla="*/ 1065848 w 1076325"/>
                <a:gd name="connsiteY15" fmla="*/ 517112 h 523875"/>
                <a:gd name="connsiteX16" fmla="*/ 1063752 w 1076325"/>
                <a:gd name="connsiteY16" fmla="*/ 518160 h 523875"/>
                <a:gd name="connsiteX17" fmla="*/ 1061085 w 1076325"/>
                <a:gd name="connsiteY17" fmla="*/ 516731 h 523875"/>
                <a:gd name="connsiteX18" fmla="*/ 1060037 w 1076325"/>
                <a:gd name="connsiteY18" fmla="*/ 517970 h 523875"/>
                <a:gd name="connsiteX19" fmla="*/ 1057180 w 1076325"/>
                <a:gd name="connsiteY19" fmla="*/ 514731 h 523875"/>
                <a:gd name="connsiteX20" fmla="*/ 1053656 w 1076325"/>
                <a:gd name="connsiteY20" fmla="*/ 514731 h 523875"/>
                <a:gd name="connsiteX21" fmla="*/ 1052227 w 1076325"/>
                <a:gd name="connsiteY21" fmla="*/ 516350 h 523875"/>
                <a:gd name="connsiteX22" fmla="*/ 1049941 w 1076325"/>
                <a:gd name="connsiteY22" fmla="*/ 514921 h 523875"/>
                <a:gd name="connsiteX23" fmla="*/ 1048322 w 1076325"/>
                <a:gd name="connsiteY23" fmla="*/ 513016 h 523875"/>
                <a:gd name="connsiteX24" fmla="*/ 1046131 w 1076325"/>
                <a:gd name="connsiteY24" fmla="*/ 512636 h 523875"/>
                <a:gd name="connsiteX25" fmla="*/ 1044893 w 1076325"/>
                <a:gd name="connsiteY25" fmla="*/ 509969 h 523875"/>
                <a:gd name="connsiteX26" fmla="*/ 1043083 w 1076325"/>
                <a:gd name="connsiteY26" fmla="*/ 508159 h 523875"/>
                <a:gd name="connsiteX27" fmla="*/ 1040702 w 1076325"/>
                <a:gd name="connsiteY27" fmla="*/ 505587 h 523875"/>
                <a:gd name="connsiteX28" fmla="*/ 1037559 w 1076325"/>
                <a:gd name="connsiteY28" fmla="*/ 506825 h 523875"/>
                <a:gd name="connsiteX29" fmla="*/ 1034892 w 1076325"/>
                <a:gd name="connsiteY29" fmla="*/ 506158 h 523875"/>
                <a:gd name="connsiteX30" fmla="*/ 1034129 w 1076325"/>
                <a:gd name="connsiteY30" fmla="*/ 508159 h 523875"/>
                <a:gd name="connsiteX31" fmla="*/ 1030415 w 1076325"/>
                <a:gd name="connsiteY31" fmla="*/ 508540 h 523875"/>
                <a:gd name="connsiteX32" fmla="*/ 1026986 w 1076325"/>
                <a:gd name="connsiteY32" fmla="*/ 506444 h 523875"/>
                <a:gd name="connsiteX33" fmla="*/ 1025080 w 1076325"/>
                <a:gd name="connsiteY33" fmla="*/ 503587 h 523875"/>
                <a:gd name="connsiteX34" fmla="*/ 1022128 w 1076325"/>
                <a:gd name="connsiteY34" fmla="*/ 502348 h 523875"/>
                <a:gd name="connsiteX35" fmla="*/ 1020604 w 1076325"/>
                <a:gd name="connsiteY35" fmla="*/ 498253 h 523875"/>
                <a:gd name="connsiteX36" fmla="*/ 1018127 w 1076325"/>
                <a:gd name="connsiteY36" fmla="*/ 496348 h 523875"/>
                <a:gd name="connsiteX37" fmla="*/ 1016318 w 1076325"/>
                <a:gd name="connsiteY37" fmla="*/ 494252 h 523875"/>
                <a:gd name="connsiteX38" fmla="*/ 1014222 w 1076325"/>
                <a:gd name="connsiteY38" fmla="*/ 490633 h 523875"/>
                <a:gd name="connsiteX39" fmla="*/ 1010507 w 1076325"/>
                <a:gd name="connsiteY39" fmla="*/ 490442 h 523875"/>
                <a:gd name="connsiteX40" fmla="*/ 1007555 w 1076325"/>
                <a:gd name="connsiteY40" fmla="*/ 491395 h 523875"/>
                <a:gd name="connsiteX41" fmla="*/ 1005173 w 1076325"/>
                <a:gd name="connsiteY41" fmla="*/ 490442 h 523875"/>
                <a:gd name="connsiteX42" fmla="*/ 1003649 w 1076325"/>
                <a:gd name="connsiteY42" fmla="*/ 486442 h 523875"/>
                <a:gd name="connsiteX43" fmla="*/ 1000411 w 1076325"/>
                <a:gd name="connsiteY43" fmla="*/ 486251 h 523875"/>
                <a:gd name="connsiteX44" fmla="*/ 998411 w 1076325"/>
                <a:gd name="connsiteY44" fmla="*/ 484061 h 523875"/>
                <a:gd name="connsiteX45" fmla="*/ 994886 w 1076325"/>
                <a:gd name="connsiteY45" fmla="*/ 481203 h 523875"/>
                <a:gd name="connsiteX46" fmla="*/ 991457 w 1076325"/>
                <a:gd name="connsiteY46" fmla="*/ 480250 h 523875"/>
                <a:gd name="connsiteX47" fmla="*/ 989076 w 1076325"/>
                <a:gd name="connsiteY47" fmla="*/ 480250 h 523875"/>
                <a:gd name="connsiteX48" fmla="*/ 985552 w 1076325"/>
                <a:gd name="connsiteY48" fmla="*/ 477583 h 523875"/>
                <a:gd name="connsiteX49" fmla="*/ 983075 w 1076325"/>
                <a:gd name="connsiteY49" fmla="*/ 476345 h 523875"/>
                <a:gd name="connsiteX50" fmla="*/ 980218 w 1076325"/>
                <a:gd name="connsiteY50" fmla="*/ 477012 h 523875"/>
                <a:gd name="connsiteX51" fmla="*/ 978980 w 1076325"/>
                <a:gd name="connsiteY51" fmla="*/ 480346 h 523875"/>
                <a:gd name="connsiteX52" fmla="*/ 979170 w 1076325"/>
                <a:gd name="connsiteY52" fmla="*/ 483584 h 523875"/>
                <a:gd name="connsiteX53" fmla="*/ 976979 w 1076325"/>
                <a:gd name="connsiteY53" fmla="*/ 485775 h 523875"/>
                <a:gd name="connsiteX54" fmla="*/ 974693 w 1076325"/>
                <a:gd name="connsiteY54" fmla="*/ 486537 h 523875"/>
                <a:gd name="connsiteX55" fmla="*/ 974788 w 1076325"/>
                <a:gd name="connsiteY55" fmla="*/ 490823 h 523875"/>
                <a:gd name="connsiteX56" fmla="*/ 971074 w 1076325"/>
                <a:gd name="connsiteY56" fmla="*/ 489299 h 523875"/>
                <a:gd name="connsiteX57" fmla="*/ 969074 w 1076325"/>
                <a:gd name="connsiteY57" fmla="*/ 489490 h 523875"/>
                <a:gd name="connsiteX58" fmla="*/ 967264 w 1076325"/>
                <a:gd name="connsiteY58" fmla="*/ 491776 h 523875"/>
                <a:gd name="connsiteX59" fmla="*/ 964121 w 1076325"/>
                <a:gd name="connsiteY59" fmla="*/ 492157 h 523875"/>
                <a:gd name="connsiteX60" fmla="*/ 958977 w 1076325"/>
                <a:gd name="connsiteY60" fmla="*/ 492823 h 523875"/>
                <a:gd name="connsiteX61" fmla="*/ 953453 w 1076325"/>
                <a:gd name="connsiteY61" fmla="*/ 491966 h 523875"/>
                <a:gd name="connsiteX62" fmla="*/ 951738 w 1076325"/>
                <a:gd name="connsiteY62" fmla="*/ 490061 h 523875"/>
                <a:gd name="connsiteX63" fmla="*/ 949643 w 1076325"/>
                <a:gd name="connsiteY63" fmla="*/ 490442 h 523875"/>
                <a:gd name="connsiteX64" fmla="*/ 947833 w 1076325"/>
                <a:gd name="connsiteY64" fmla="*/ 492157 h 523875"/>
                <a:gd name="connsiteX65" fmla="*/ 945737 w 1076325"/>
                <a:gd name="connsiteY65" fmla="*/ 490156 h 523875"/>
                <a:gd name="connsiteX66" fmla="*/ 943166 w 1076325"/>
                <a:gd name="connsiteY66" fmla="*/ 491014 h 523875"/>
                <a:gd name="connsiteX67" fmla="*/ 940594 w 1076325"/>
                <a:gd name="connsiteY67" fmla="*/ 489013 h 523875"/>
                <a:gd name="connsiteX68" fmla="*/ 940403 w 1076325"/>
                <a:gd name="connsiteY68" fmla="*/ 485299 h 523875"/>
                <a:gd name="connsiteX69" fmla="*/ 937832 w 1076325"/>
                <a:gd name="connsiteY69" fmla="*/ 483394 h 523875"/>
                <a:gd name="connsiteX70" fmla="*/ 934117 w 1076325"/>
                <a:gd name="connsiteY70" fmla="*/ 482537 h 523875"/>
                <a:gd name="connsiteX71" fmla="*/ 931926 w 1076325"/>
                <a:gd name="connsiteY71" fmla="*/ 483965 h 523875"/>
                <a:gd name="connsiteX72" fmla="*/ 930974 w 1076325"/>
                <a:gd name="connsiteY72" fmla="*/ 486728 h 523875"/>
                <a:gd name="connsiteX73" fmla="*/ 928878 w 1076325"/>
                <a:gd name="connsiteY73" fmla="*/ 487680 h 523875"/>
                <a:gd name="connsiteX74" fmla="*/ 925640 w 1076325"/>
                <a:gd name="connsiteY74" fmla="*/ 487585 h 523875"/>
                <a:gd name="connsiteX75" fmla="*/ 924401 w 1076325"/>
                <a:gd name="connsiteY75" fmla="*/ 488918 h 523875"/>
                <a:gd name="connsiteX76" fmla="*/ 923449 w 1076325"/>
                <a:gd name="connsiteY76" fmla="*/ 490633 h 523875"/>
                <a:gd name="connsiteX77" fmla="*/ 920972 w 1076325"/>
                <a:gd name="connsiteY77" fmla="*/ 491490 h 523875"/>
                <a:gd name="connsiteX78" fmla="*/ 918972 w 1076325"/>
                <a:gd name="connsiteY78" fmla="*/ 490538 h 523875"/>
                <a:gd name="connsiteX79" fmla="*/ 916686 w 1076325"/>
                <a:gd name="connsiteY79" fmla="*/ 489013 h 523875"/>
                <a:gd name="connsiteX80" fmla="*/ 913543 w 1076325"/>
                <a:gd name="connsiteY80" fmla="*/ 490823 h 523875"/>
                <a:gd name="connsiteX81" fmla="*/ 913257 w 1076325"/>
                <a:gd name="connsiteY81" fmla="*/ 493490 h 523875"/>
                <a:gd name="connsiteX82" fmla="*/ 915638 w 1076325"/>
                <a:gd name="connsiteY82" fmla="*/ 494538 h 523875"/>
                <a:gd name="connsiteX83" fmla="*/ 915257 w 1076325"/>
                <a:gd name="connsiteY83" fmla="*/ 497110 h 523875"/>
                <a:gd name="connsiteX84" fmla="*/ 913162 w 1076325"/>
                <a:gd name="connsiteY84" fmla="*/ 498157 h 523875"/>
                <a:gd name="connsiteX85" fmla="*/ 910971 w 1076325"/>
                <a:gd name="connsiteY85" fmla="*/ 496443 h 523875"/>
                <a:gd name="connsiteX86" fmla="*/ 908113 w 1076325"/>
                <a:gd name="connsiteY86" fmla="*/ 495776 h 523875"/>
                <a:gd name="connsiteX87" fmla="*/ 906875 w 1076325"/>
                <a:gd name="connsiteY87" fmla="*/ 497205 h 523875"/>
                <a:gd name="connsiteX88" fmla="*/ 906209 w 1076325"/>
                <a:gd name="connsiteY88" fmla="*/ 498729 h 523875"/>
                <a:gd name="connsiteX89" fmla="*/ 903637 w 1076325"/>
                <a:gd name="connsiteY89" fmla="*/ 499110 h 523875"/>
                <a:gd name="connsiteX90" fmla="*/ 900017 w 1076325"/>
                <a:gd name="connsiteY90" fmla="*/ 497110 h 523875"/>
                <a:gd name="connsiteX91" fmla="*/ 897541 w 1076325"/>
                <a:gd name="connsiteY91" fmla="*/ 495776 h 523875"/>
                <a:gd name="connsiteX92" fmla="*/ 895731 w 1076325"/>
                <a:gd name="connsiteY92" fmla="*/ 493490 h 523875"/>
                <a:gd name="connsiteX93" fmla="*/ 893255 w 1076325"/>
                <a:gd name="connsiteY93" fmla="*/ 493205 h 523875"/>
                <a:gd name="connsiteX94" fmla="*/ 891445 w 1076325"/>
                <a:gd name="connsiteY94" fmla="*/ 495490 h 523875"/>
                <a:gd name="connsiteX95" fmla="*/ 888873 w 1076325"/>
                <a:gd name="connsiteY95" fmla="*/ 498157 h 523875"/>
                <a:gd name="connsiteX96" fmla="*/ 886016 w 1076325"/>
                <a:gd name="connsiteY96" fmla="*/ 496253 h 523875"/>
                <a:gd name="connsiteX97" fmla="*/ 884015 w 1076325"/>
                <a:gd name="connsiteY97" fmla="*/ 498920 h 523875"/>
                <a:gd name="connsiteX98" fmla="*/ 880301 w 1076325"/>
                <a:gd name="connsiteY98" fmla="*/ 499872 h 523875"/>
                <a:gd name="connsiteX99" fmla="*/ 877157 w 1076325"/>
                <a:gd name="connsiteY99" fmla="*/ 499967 h 523875"/>
                <a:gd name="connsiteX100" fmla="*/ 873062 w 1076325"/>
                <a:gd name="connsiteY100" fmla="*/ 498443 h 523875"/>
                <a:gd name="connsiteX101" fmla="*/ 871061 w 1076325"/>
                <a:gd name="connsiteY101" fmla="*/ 500729 h 523875"/>
                <a:gd name="connsiteX102" fmla="*/ 868013 w 1076325"/>
                <a:gd name="connsiteY102" fmla="*/ 500444 h 523875"/>
                <a:gd name="connsiteX103" fmla="*/ 865632 w 1076325"/>
                <a:gd name="connsiteY103" fmla="*/ 501682 h 523875"/>
                <a:gd name="connsiteX104" fmla="*/ 864394 w 1076325"/>
                <a:gd name="connsiteY104" fmla="*/ 503777 h 523875"/>
                <a:gd name="connsiteX105" fmla="*/ 861536 w 1076325"/>
                <a:gd name="connsiteY105" fmla="*/ 505587 h 523875"/>
                <a:gd name="connsiteX106" fmla="*/ 863727 w 1076325"/>
                <a:gd name="connsiteY106" fmla="*/ 506825 h 523875"/>
                <a:gd name="connsiteX107" fmla="*/ 864203 w 1076325"/>
                <a:gd name="connsiteY107" fmla="*/ 510445 h 523875"/>
                <a:gd name="connsiteX108" fmla="*/ 862203 w 1076325"/>
                <a:gd name="connsiteY108" fmla="*/ 512255 h 523875"/>
                <a:gd name="connsiteX109" fmla="*/ 860203 w 1076325"/>
                <a:gd name="connsiteY109" fmla="*/ 514731 h 523875"/>
                <a:gd name="connsiteX110" fmla="*/ 857726 w 1076325"/>
                <a:gd name="connsiteY110" fmla="*/ 515588 h 523875"/>
                <a:gd name="connsiteX111" fmla="*/ 854202 w 1076325"/>
                <a:gd name="connsiteY111" fmla="*/ 515588 h 523875"/>
                <a:gd name="connsiteX112" fmla="*/ 852392 w 1076325"/>
                <a:gd name="connsiteY112" fmla="*/ 513397 h 523875"/>
                <a:gd name="connsiteX113" fmla="*/ 850106 w 1076325"/>
                <a:gd name="connsiteY113" fmla="*/ 512350 h 523875"/>
                <a:gd name="connsiteX114" fmla="*/ 848297 w 1076325"/>
                <a:gd name="connsiteY114" fmla="*/ 512921 h 523875"/>
                <a:gd name="connsiteX115" fmla="*/ 846106 w 1076325"/>
                <a:gd name="connsiteY115" fmla="*/ 515303 h 523875"/>
                <a:gd name="connsiteX116" fmla="*/ 845153 w 1076325"/>
                <a:gd name="connsiteY116" fmla="*/ 518446 h 523875"/>
                <a:gd name="connsiteX117" fmla="*/ 845630 w 1076325"/>
                <a:gd name="connsiteY117" fmla="*/ 521970 h 523875"/>
                <a:gd name="connsiteX118" fmla="*/ 844105 w 1076325"/>
                <a:gd name="connsiteY118" fmla="*/ 523970 h 523875"/>
                <a:gd name="connsiteX119" fmla="*/ 840581 w 1076325"/>
                <a:gd name="connsiteY119" fmla="*/ 525971 h 523875"/>
                <a:gd name="connsiteX120" fmla="*/ 838295 w 1076325"/>
                <a:gd name="connsiteY120" fmla="*/ 524732 h 523875"/>
                <a:gd name="connsiteX121" fmla="*/ 836867 w 1076325"/>
                <a:gd name="connsiteY121" fmla="*/ 521017 h 523875"/>
                <a:gd name="connsiteX122" fmla="*/ 834390 w 1076325"/>
                <a:gd name="connsiteY122" fmla="*/ 518922 h 523875"/>
                <a:gd name="connsiteX123" fmla="*/ 831533 w 1076325"/>
                <a:gd name="connsiteY123" fmla="*/ 515874 h 523875"/>
                <a:gd name="connsiteX124" fmla="*/ 830009 w 1076325"/>
                <a:gd name="connsiteY124" fmla="*/ 512731 h 523875"/>
                <a:gd name="connsiteX125" fmla="*/ 826008 w 1076325"/>
                <a:gd name="connsiteY125" fmla="*/ 512540 h 523875"/>
                <a:gd name="connsiteX126" fmla="*/ 823436 w 1076325"/>
                <a:gd name="connsiteY126" fmla="*/ 513779 h 523875"/>
                <a:gd name="connsiteX127" fmla="*/ 820769 w 1076325"/>
                <a:gd name="connsiteY127" fmla="*/ 513588 h 523875"/>
                <a:gd name="connsiteX128" fmla="*/ 818960 w 1076325"/>
                <a:gd name="connsiteY128" fmla="*/ 510921 h 523875"/>
                <a:gd name="connsiteX129" fmla="*/ 818102 w 1076325"/>
                <a:gd name="connsiteY129" fmla="*/ 507397 h 523875"/>
                <a:gd name="connsiteX130" fmla="*/ 816388 w 1076325"/>
                <a:gd name="connsiteY130" fmla="*/ 505778 h 523875"/>
                <a:gd name="connsiteX131" fmla="*/ 812578 w 1076325"/>
                <a:gd name="connsiteY131" fmla="*/ 506730 h 523875"/>
                <a:gd name="connsiteX132" fmla="*/ 809816 w 1076325"/>
                <a:gd name="connsiteY132" fmla="*/ 506063 h 523875"/>
                <a:gd name="connsiteX133" fmla="*/ 808196 w 1076325"/>
                <a:gd name="connsiteY133" fmla="*/ 504254 h 523875"/>
                <a:gd name="connsiteX134" fmla="*/ 805148 w 1076325"/>
                <a:gd name="connsiteY134" fmla="*/ 504063 h 523875"/>
                <a:gd name="connsiteX135" fmla="*/ 804196 w 1076325"/>
                <a:gd name="connsiteY135" fmla="*/ 501777 h 523875"/>
                <a:gd name="connsiteX136" fmla="*/ 806005 w 1076325"/>
                <a:gd name="connsiteY136" fmla="*/ 499681 h 523875"/>
                <a:gd name="connsiteX137" fmla="*/ 808006 w 1076325"/>
                <a:gd name="connsiteY137" fmla="*/ 498634 h 523875"/>
                <a:gd name="connsiteX138" fmla="*/ 808768 w 1076325"/>
                <a:gd name="connsiteY138" fmla="*/ 495967 h 523875"/>
                <a:gd name="connsiteX139" fmla="*/ 805053 w 1076325"/>
                <a:gd name="connsiteY139" fmla="*/ 495014 h 523875"/>
                <a:gd name="connsiteX140" fmla="*/ 802291 w 1076325"/>
                <a:gd name="connsiteY140" fmla="*/ 495014 h 523875"/>
                <a:gd name="connsiteX141" fmla="*/ 800862 w 1076325"/>
                <a:gd name="connsiteY141" fmla="*/ 493300 h 523875"/>
                <a:gd name="connsiteX142" fmla="*/ 797909 w 1076325"/>
                <a:gd name="connsiteY142" fmla="*/ 492252 h 523875"/>
                <a:gd name="connsiteX143" fmla="*/ 795909 w 1076325"/>
                <a:gd name="connsiteY143" fmla="*/ 494062 h 523875"/>
                <a:gd name="connsiteX144" fmla="*/ 796100 w 1076325"/>
                <a:gd name="connsiteY144" fmla="*/ 496729 h 523875"/>
                <a:gd name="connsiteX145" fmla="*/ 795623 w 1076325"/>
                <a:gd name="connsiteY145" fmla="*/ 499872 h 523875"/>
                <a:gd name="connsiteX146" fmla="*/ 795052 w 1076325"/>
                <a:gd name="connsiteY146" fmla="*/ 503015 h 523875"/>
                <a:gd name="connsiteX147" fmla="*/ 791813 w 1076325"/>
                <a:gd name="connsiteY147" fmla="*/ 505587 h 523875"/>
                <a:gd name="connsiteX148" fmla="*/ 787337 w 1076325"/>
                <a:gd name="connsiteY148" fmla="*/ 506635 h 523875"/>
                <a:gd name="connsiteX149" fmla="*/ 785146 w 1076325"/>
                <a:gd name="connsiteY149" fmla="*/ 504825 h 523875"/>
                <a:gd name="connsiteX150" fmla="*/ 783908 w 1076325"/>
                <a:gd name="connsiteY150" fmla="*/ 501110 h 523875"/>
                <a:gd name="connsiteX151" fmla="*/ 781336 w 1076325"/>
                <a:gd name="connsiteY151" fmla="*/ 498920 h 523875"/>
                <a:gd name="connsiteX152" fmla="*/ 778574 w 1076325"/>
                <a:gd name="connsiteY152" fmla="*/ 498443 h 523875"/>
                <a:gd name="connsiteX153" fmla="*/ 776573 w 1076325"/>
                <a:gd name="connsiteY153" fmla="*/ 499110 h 523875"/>
                <a:gd name="connsiteX154" fmla="*/ 776192 w 1076325"/>
                <a:gd name="connsiteY154" fmla="*/ 501967 h 523875"/>
                <a:gd name="connsiteX155" fmla="*/ 774668 w 1076325"/>
                <a:gd name="connsiteY155" fmla="*/ 503111 h 523875"/>
                <a:gd name="connsiteX156" fmla="*/ 772001 w 1076325"/>
                <a:gd name="connsiteY156" fmla="*/ 501872 h 523875"/>
                <a:gd name="connsiteX157" fmla="*/ 770382 w 1076325"/>
                <a:gd name="connsiteY157" fmla="*/ 499205 h 523875"/>
                <a:gd name="connsiteX158" fmla="*/ 768763 w 1076325"/>
                <a:gd name="connsiteY158" fmla="*/ 495490 h 523875"/>
                <a:gd name="connsiteX159" fmla="*/ 769049 w 1076325"/>
                <a:gd name="connsiteY159" fmla="*/ 490633 h 523875"/>
                <a:gd name="connsiteX160" fmla="*/ 767620 w 1076325"/>
                <a:gd name="connsiteY160" fmla="*/ 487108 h 523875"/>
                <a:gd name="connsiteX161" fmla="*/ 764381 w 1076325"/>
                <a:gd name="connsiteY161" fmla="*/ 486442 h 523875"/>
                <a:gd name="connsiteX162" fmla="*/ 762286 w 1076325"/>
                <a:gd name="connsiteY162" fmla="*/ 488632 h 523875"/>
                <a:gd name="connsiteX163" fmla="*/ 760476 w 1076325"/>
                <a:gd name="connsiteY163" fmla="*/ 489585 h 523875"/>
                <a:gd name="connsiteX164" fmla="*/ 758667 w 1076325"/>
                <a:gd name="connsiteY164" fmla="*/ 487775 h 523875"/>
                <a:gd name="connsiteX165" fmla="*/ 756952 w 1076325"/>
                <a:gd name="connsiteY165" fmla="*/ 489395 h 523875"/>
                <a:gd name="connsiteX166" fmla="*/ 756571 w 1076325"/>
                <a:gd name="connsiteY166" fmla="*/ 491871 h 523875"/>
                <a:gd name="connsiteX167" fmla="*/ 758000 w 1076325"/>
                <a:gd name="connsiteY167" fmla="*/ 494824 h 523875"/>
                <a:gd name="connsiteX168" fmla="*/ 757809 w 1076325"/>
                <a:gd name="connsiteY168" fmla="*/ 497491 h 523875"/>
                <a:gd name="connsiteX169" fmla="*/ 755333 w 1076325"/>
                <a:gd name="connsiteY169" fmla="*/ 500824 h 523875"/>
                <a:gd name="connsiteX170" fmla="*/ 752666 w 1076325"/>
                <a:gd name="connsiteY170" fmla="*/ 504444 h 523875"/>
                <a:gd name="connsiteX171" fmla="*/ 749713 w 1076325"/>
                <a:gd name="connsiteY171" fmla="*/ 504920 h 523875"/>
                <a:gd name="connsiteX172" fmla="*/ 749332 w 1076325"/>
                <a:gd name="connsiteY172" fmla="*/ 509397 h 523875"/>
                <a:gd name="connsiteX173" fmla="*/ 746188 w 1076325"/>
                <a:gd name="connsiteY173" fmla="*/ 510635 h 523875"/>
                <a:gd name="connsiteX174" fmla="*/ 743903 w 1076325"/>
                <a:gd name="connsiteY174" fmla="*/ 511016 h 523875"/>
                <a:gd name="connsiteX175" fmla="*/ 743522 w 1076325"/>
                <a:gd name="connsiteY175" fmla="*/ 513683 h 523875"/>
                <a:gd name="connsiteX176" fmla="*/ 745236 w 1076325"/>
                <a:gd name="connsiteY176" fmla="*/ 515683 h 523875"/>
                <a:gd name="connsiteX177" fmla="*/ 745331 w 1076325"/>
                <a:gd name="connsiteY177" fmla="*/ 518065 h 523875"/>
                <a:gd name="connsiteX178" fmla="*/ 745522 w 1076325"/>
                <a:gd name="connsiteY178" fmla="*/ 520732 h 523875"/>
                <a:gd name="connsiteX179" fmla="*/ 742664 w 1076325"/>
                <a:gd name="connsiteY179" fmla="*/ 524447 h 523875"/>
                <a:gd name="connsiteX180" fmla="*/ 738569 w 1076325"/>
                <a:gd name="connsiteY180" fmla="*/ 524923 h 523875"/>
                <a:gd name="connsiteX181" fmla="*/ 735425 w 1076325"/>
                <a:gd name="connsiteY181" fmla="*/ 523018 h 523875"/>
                <a:gd name="connsiteX182" fmla="*/ 733425 w 1076325"/>
                <a:gd name="connsiteY182" fmla="*/ 518255 h 523875"/>
                <a:gd name="connsiteX183" fmla="*/ 731139 w 1076325"/>
                <a:gd name="connsiteY183" fmla="*/ 515112 h 523875"/>
                <a:gd name="connsiteX184" fmla="*/ 729520 w 1076325"/>
                <a:gd name="connsiteY184" fmla="*/ 511492 h 523875"/>
                <a:gd name="connsiteX185" fmla="*/ 730282 w 1076325"/>
                <a:gd name="connsiteY185" fmla="*/ 508063 h 523875"/>
                <a:gd name="connsiteX186" fmla="*/ 733044 w 1076325"/>
                <a:gd name="connsiteY186" fmla="*/ 507587 h 523875"/>
                <a:gd name="connsiteX187" fmla="*/ 734378 w 1076325"/>
                <a:gd name="connsiteY187" fmla="*/ 505778 h 523875"/>
                <a:gd name="connsiteX188" fmla="*/ 734378 w 1076325"/>
                <a:gd name="connsiteY188" fmla="*/ 501872 h 523875"/>
                <a:gd name="connsiteX189" fmla="*/ 732568 w 1076325"/>
                <a:gd name="connsiteY189" fmla="*/ 499205 h 523875"/>
                <a:gd name="connsiteX190" fmla="*/ 731711 w 1076325"/>
                <a:gd name="connsiteY190" fmla="*/ 496443 h 523875"/>
                <a:gd name="connsiteX191" fmla="*/ 728758 w 1076325"/>
                <a:gd name="connsiteY191" fmla="*/ 494347 h 523875"/>
                <a:gd name="connsiteX192" fmla="*/ 725234 w 1076325"/>
                <a:gd name="connsiteY192" fmla="*/ 494824 h 523875"/>
                <a:gd name="connsiteX193" fmla="*/ 723614 w 1076325"/>
                <a:gd name="connsiteY193" fmla="*/ 496633 h 523875"/>
                <a:gd name="connsiteX194" fmla="*/ 723900 w 1076325"/>
                <a:gd name="connsiteY194" fmla="*/ 499110 h 523875"/>
                <a:gd name="connsiteX195" fmla="*/ 722852 w 1076325"/>
                <a:gd name="connsiteY195" fmla="*/ 502158 h 523875"/>
                <a:gd name="connsiteX196" fmla="*/ 719138 w 1076325"/>
                <a:gd name="connsiteY196" fmla="*/ 502253 h 523875"/>
                <a:gd name="connsiteX197" fmla="*/ 716280 w 1076325"/>
                <a:gd name="connsiteY197" fmla="*/ 500253 h 523875"/>
                <a:gd name="connsiteX198" fmla="*/ 713042 w 1076325"/>
                <a:gd name="connsiteY198" fmla="*/ 501015 h 523875"/>
                <a:gd name="connsiteX199" fmla="*/ 711042 w 1076325"/>
                <a:gd name="connsiteY199" fmla="*/ 503872 h 523875"/>
                <a:gd name="connsiteX200" fmla="*/ 709136 w 1076325"/>
                <a:gd name="connsiteY200" fmla="*/ 509111 h 523875"/>
                <a:gd name="connsiteX201" fmla="*/ 705803 w 1076325"/>
                <a:gd name="connsiteY201" fmla="*/ 510921 h 523875"/>
                <a:gd name="connsiteX202" fmla="*/ 700659 w 1076325"/>
                <a:gd name="connsiteY202" fmla="*/ 510254 h 523875"/>
                <a:gd name="connsiteX203" fmla="*/ 699421 w 1076325"/>
                <a:gd name="connsiteY203" fmla="*/ 508445 h 523875"/>
                <a:gd name="connsiteX204" fmla="*/ 697135 w 1076325"/>
                <a:gd name="connsiteY204" fmla="*/ 507111 h 523875"/>
                <a:gd name="connsiteX205" fmla="*/ 697325 w 1076325"/>
                <a:gd name="connsiteY205" fmla="*/ 504063 h 523875"/>
                <a:gd name="connsiteX206" fmla="*/ 698754 w 1076325"/>
                <a:gd name="connsiteY206" fmla="*/ 501110 h 523875"/>
                <a:gd name="connsiteX207" fmla="*/ 698087 w 1076325"/>
                <a:gd name="connsiteY207" fmla="*/ 497396 h 523875"/>
                <a:gd name="connsiteX208" fmla="*/ 694944 w 1076325"/>
                <a:gd name="connsiteY208" fmla="*/ 495300 h 523875"/>
                <a:gd name="connsiteX209" fmla="*/ 689515 w 1076325"/>
                <a:gd name="connsiteY209" fmla="*/ 494443 h 523875"/>
                <a:gd name="connsiteX210" fmla="*/ 686562 w 1076325"/>
                <a:gd name="connsiteY210" fmla="*/ 497300 h 523875"/>
                <a:gd name="connsiteX211" fmla="*/ 684943 w 1076325"/>
                <a:gd name="connsiteY211" fmla="*/ 499110 h 523875"/>
                <a:gd name="connsiteX212" fmla="*/ 682371 w 1076325"/>
                <a:gd name="connsiteY212" fmla="*/ 498348 h 523875"/>
                <a:gd name="connsiteX213" fmla="*/ 679228 w 1076325"/>
                <a:gd name="connsiteY213" fmla="*/ 496633 h 523875"/>
                <a:gd name="connsiteX214" fmla="*/ 679895 w 1076325"/>
                <a:gd name="connsiteY214" fmla="*/ 492823 h 523875"/>
                <a:gd name="connsiteX215" fmla="*/ 678656 w 1076325"/>
                <a:gd name="connsiteY215" fmla="*/ 488823 h 523875"/>
                <a:gd name="connsiteX216" fmla="*/ 676370 w 1076325"/>
                <a:gd name="connsiteY216" fmla="*/ 486728 h 523875"/>
                <a:gd name="connsiteX217" fmla="*/ 672846 w 1076325"/>
                <a:gd name="connsiteY217" fmla="*/ 485680 h 523875"/>
                <a:gd name="connsiteX218" fmla="*/ 670560 w 1076325"/>
                <a:gd name="connsiteY218" fmla="*/ 484251 h 523875"/>
                <a:gd name="connsiteX219" fmla="*/ 667036 w 1076325"/>
                <a:gd name="connsiteY219" fmla="*/ 486156 h 523875"/>
                <a:gd name="connsiteX220" fmla="*/ 665226 w 1076325"/>
                <a:gd name="connsiteY220" fmla="*/ 489395 h 523875"/>
                <a:gd name="connsiteX221" fmla="*/ 663035 w 1076325"/>
                <a:gd name="connsiteY221" fmla="*/ 492062 h 523875"/>
                <a:gd name="connsiteX222" fmla="*/ 660368 w 1076325"/>
                <a:gd name="connsiteY222" fmla="*/ 492538 h 523875"/>
                <a:gd name="connsiteX223" fmla="*/ 657987 w 1076325"/>
                <a:gd name="connsiteY223" fmla="*/ 495205 h 523875"/>
                <a:gd name="connsiteX224" fmla="*/ 656273 w 1076325"/>
                <a:gd name="connsiteY224" fmla="*/ 498062 h 523875"/>
                <a:gd name="connsiteX225" fmla="*/ 654939 w 1076325"/>
                <a:gd name="connsiteY225" fmla="*/ 500824 h 523875"/>
                <a:gd name="connsiteX226" fmla="*/ 652748 w 1076325"/>
                <a:gd name="connsiteY226" fmla="*/ 501872 h 523875"/>
                <a:gd name="connsiteX227" fmla="*/ 650177 w 1076325"/>
                <a:gd name="connsiteY227" fmla="*/ 504158 h 523875"/>
                <a:gd name="connsiteX228" fmla="*/ 647034 w 1076325"/>
                <a:gd name="connsiteY228" fmla="*/ 506539 h 523875"/>
                <a:gd name="connsiteX229" fmla="*/ 643033 w 1076325"/>
                <a:gd name="connsiteY229" fmla="*/ 505968 h 523875"/>
                <a:gd name="connsiteX230" fmla="*/ 640080 w 1076325"/>
                <a:gd name="connsiteY230" fmla="*/ 502825 h 523875"/>
                <a:gd name="connsiteX231" fmla="*/ 637413 w 1076325"/>
                <a:gd name="connsiteY231" fmla="*/ 501205 h 523875"/>
                <a:gd name="connsiteX232" fmla="*/ 634079 w 1076325"/>
                <a:gd name="connsiteY232" fmla="*/ 502920 h 523875"/>
                <a:gd name="connsiteX233" fmla="*/ 631412 w 1076325"/>
                <a:gd name="connsiteY233" fmla="*/ 501967 h 523875"/>
                <a:gd name="connsiteX234" fmla="*/ 630365 w 1076325"/>
                <a:gd name="connsiteY234" fmla="*/ 499110 h 523875"/>
                <a:gd name="connsiteX235" fmla="*/ 633317 w 1076325"/>
                <a:gd name="connsiteY235" fmla="*/ 497586 h 523875"/>
                <a:gd name="connsiteX236" fmla="*/ 634365 w 1076325"/>
                <a:gd name="connsiteY236" fmla="*/ 494443 h 523875"/>
                <a:gd name="connsiteX237" fmla="*/ 632270 w 1076325"/>
                <a:gd name="connsiteY237" fmla="*/ 492728 h 523875"/>
                <a:gd name="connsiteX238" fmla="*/ 633794 w 1076325"/>
                <a:gd name="connsiteY238" fmla="*/ 489775 h 523875"/>
                <a:gd name="connsiteX239" fmla="*/ 633889 w 1076325"/>
                <a:gd name="connsiteY239" fmla="*/ 485965 h 523875"/>
                <a:gd name="connsiteX240" fmla="*/ 631508 w 1076325"/>
                <a:gd name="connsiteY240" fmla="*/ 483298 h 523875"/>
                <a:gd name="connsiteX241" fmla="*/ 627507 w 1076325"/>
                <a:gd name="connsiteY241" fmla="*/ 483489 h 523875"/>
                <a:gd name="connsiteX242" fmla="*/ 625126 w 1076325"/>
                <a:gd name="connsiteY242" fmla="*/ 485204 h 523875"/>
                <a:gd name="connsiteX243" fmla="*/ 620554 w 1076325"/>
                <a:gd name="connsiteY243" fmla="*/ 485108 h 523875"/>
                <a:gd name="connsiteX244" fmla="*/ 617125 w 1076325"/>
                <a:gd name="connsiteY244" fmla="*/ 483870 h 523875"/>
                <a:gd name="connsiteX245" fmla="*/ 614077 w 1076325"/>
                <a:gd name="connsiteY245" fmla="*/ 480346 h 523875"/>
                <a:gd name="connsiteX246" fmla="*/ 613220 w 1076325"/>
                <a:gd name="connsiteY246" fmla="*/ 475202 h 523875"/>
                <a:gd name="connsiteX247" fmla="*/ 612077 w 1076325"/>
                <a:gd name="connsiteY247" fmla="*/ 472916 h 523875"/>
                <a:gd name="connsiteX248" fmla="*/ 613315 w 1076325"/>
                <a:gd name="connsiteY248" fmla="*/ 469773 h 523875"/>
                <a:gd name="connsiteX249" fmla="*/ 615125 w 1076325"/>
                <a:gd name="connsiteY249" fmla="*/ 466820 h 523875"/>
                <a:gd name="connsiteX250" fmla="*/ 615220 w 1076325"/>
                <a:gd name="connsiteY250" fmla="*/ 463105 h 523875"/>
                <a:gd name="connsiteX251" fmla="*/ 612172 w 1076325"/>
                <a:gd name="connsiteY251" fmla="*/ 460438 h 523875"/>
                <a:gd name="connsiteX252" fmla="*/ 609600 w 1076325"/>
                <a:gd name="connsiteY252" fmla="*/ 460820 h 523875"/>
                <a:gd name="connsiteX253" fmla="*/ 609029 w 1076325"/>
                <a:gd name="connsiteY253" fmla="*/ 463963 h 523875"/>
                <a:gd name="connsiteX254" fmla="*/ 606552 w 1076325"/>
                <a:gd name="connsiteY254" fmla="*/ 466344 h 523875"/>
                <a:gd name="connsiteX255" fmla="*/ 603409 w 1076325"/>
                <a:gd name="connsiteY255" fmla="*/ 466820 h 523875"/>
                <a:gd name="connsiteX256" fmla="*/ 600551 w 1076325"/>
                <a:gd name="connsiteY256" fmla="*/ 466058 h 523875"/>
                <a:gd name="connsiteX257" fmla="*/ 598265 w 1076325"/>
                <a:gd name="connsiteY257" fmla="*/ 463963 h 523875"/>
                <a:gd name="connsiteX258" fmla="*/ 593312 w 1076325"/>
                <a:gd name="connsiteY258" fmla="*/ 464725 h 523875"/>
                <a:gd name="connsiteX259" fmla="*/ 588645 w 1076325"/>
                <a:gd name="connsiteY259" fmla="*/ 464725 h 523875"/>
                <a:gd name="connsiteX260" fmla="*/ 585978 w 1076325"/>
                <a:gd name="connsiteY260" fmla="*/ 461581 h 523875"/>
                <a:gd name="connsiteX261" fmla="*/ 582263 w 1076325"/>
                <a:gd name="connsiteY261" fmla="*/ 460629 h 523875"/>
                <a:gd name="connsiteX262" fmla="*/ 578834 w 1076325"/>
                <a:gd name="connsiteY262" fmla="*/ 461581 h 523875"/>
                <a:gd name="connsiteX263" fmla="*/ 577025 w 1076325"/>
                <a:gd name="connsiteY263" fmla="*/ 463391 h 523875"/>
                <a:gd name="connsiteX264" fmla="*/ 576929 w 1076325"/>
                <a:gd name="connsiteY264" fmla="*/ 466439 h 523875"/>
                <a:gd name="connsiteX265" fmla="*/ 575310 w 1076325"/>
                <a:gd name="connsiteY265" fmla="*/ 470821 h 523875"/>
                <a:gd name="connsiteX266" fmla="*/ 571595 w 1076325"/>
                <a:gd name="connsiteY266" fmla="*/ 471392 h 523875"/>
                <a:gd name="connsiteX267" fmla="*/ 569119 w 1076325"/>
                <a:gd name="connsiteY267" fmla="*/ 473964 h 523875"/>
                <a:gd name="connsiteX268" fmla="*/ 567309 w 1076325"/>
                <a:gd name="connsiteY268" fmla="*/ 475202 h 523875"/>
                <a:gd name="connsiteX269" fmla="*/ 564071 w 1076325"/>
                <a:gd name="connsiteY269" fmla="*/ 475107 h 523875"/>
                <a:gd name="connsiteX270" fmla="*/ 560261 w 1076325"/>
                <a:gd name="connsiteY270" fmla="*/ 471583 h 523875"/>
                <a:gd name="connsiteX271" fmla="*/ 557403 w 1076325"/>
                <a:gd name="connsiteY271" fmla="*/ 467011 h 523875"/>
                <a:gd name="connsiteX272" fmla="*/ 554831 w 1076325"/>
                <a:gd name="connsiteY272" fmla="*/ 462153 h 523875"/>
                <a:gd name="connsiteX273" fmla="*/ 551784 w 1076325"/>
                <a:gd name="connsiteY273" fmla="*/ 459772 h 523875"/>
                <a:gd name="connsiteX274" fmla="*/ 548069 w 1076325"/>
                <a:gd name="connsiteY274" fmla="*/ 460153 h 523875"/>
                <a:gd name="connsiteX275" fmla="*/ 544830 w 1076325"/>
                <a:gd name="connsiteY275" fmla="*/ 459486 h 523875"/>
                <a:gd name="connsiteX276" fmla="*/ 542068 w 1076325"/>
                <a:gd name="connsiteY276" fmla="*/ 461391 h 523875"/>
                <a:gd name="connsiteX277" fmla="*/ 540449 w 1076325"/>
                <a:gd name="connsiteY277" fmla="*/ 464058 h 523875"/>
                <a:gd name="connsiteX278" fmla="*/ 535210 w 1076325"/>
                <a:gd name="connsiteY278" fmla="*/ 464915 h 523875"/>
                <a:gd name="connsiteX279" fmla="*/ 532067 w 1076325"/>
                <a:gd name="connsiteY279" fmla="*/ 466630 h 523875"/>
                <a:gd name="connsiteX280" fmla="*/ 528828 w 1076325"/>
                <a:gd name="connsiteY280" fmla="*/ 464725 h 523875"/>
                <a:gd name="connsiteX281" fmla="*/ 524351 w 1076325"/>
                <a:gd name="connsiteY281" fmla="*/ 460343 h 523875"/>
                <a:gd name="connsiteX282" fmla="*/ 520351 w 1076325"/>
                <a:gd name="connsiteY282" fmla="*/ 459677 h 523875"/>
                <a:gd name="connsiteX283" fmla="*/ 517779 w 1076325"/>
                <a:gd name="connsiteY283" fmla="*/ 461486 h 523875"/>
                <a:gd name="connsiteX284" fmla="*/ 516065 w 1076325"/>
                <a:gd name="connsiteY284" fmla="*/ 460057 h 523875"/>
                <a:gd name="connsiteX285" fmla="*/ 512636 w 1076325"/>
                <a:gd name="connsiteY285" fmla="*/ 457962 h 523875"/>
                <a:gd name="connsiteX286" fmla="*/ 509207 w 1076325"/>
                <a:gd name="connsiteY286" fmla="*/ 456343 h 523875"/>
                <a:gd name="connsiteX287" fmla="*/ 504920 w 1076325"/>
                <a:gd name="connsiteY287" fmla="*/ 453009 h 523875"/>
                <a:gd name="connsiteX288" fmla="*/ 499967 w 1076325"/>
                <a:gd name="connsiteY288" fmla="*/ 451771 h 523875"/>
                <a:gd name="connsiteX289" fmla="*/ 497491 w 1076325"/>
                <a:gd name="connsiteY289" fmla="*/ 453485 h 523875"/>
                <a:gd name="connsiteX290" fmla="*/ 492824 w 1076325"/>
                <a:gd name="connsiteY290" fmla="*/ 455771 h 523875"/>
                <a:gd name="connsiteX291" fmla="*/ 488442 w 1076325"/>
                <a:gd name="connsiteY291" fmla="*/ 453009 h 523875"/>
                <a:gd name="connsiteX292" fmla="*/ 484251 w 1076325"/>
                <a:gd name="connsiteY292" fmla="*/ 455105 h 523875"/>
                <a:gd name="connsiteX293" fmla="*/ 482441 w 1076325"/>
                <a:gd name="connsiteY293" fmla="*/ 452533 h 523875"/>
                <a:gd name="connsiteX294" fmla="*/ 478441 w 1076325"/>
                <a:gd name="connsiteY294" fmla="*/ 453009 h 523875"/>
                <a:gd name="connsiteX295" fmla="*/ 473964 w 1076325"/>
                <a:gd name="connsiteY295" fmla="*/ 449866 h 523875"/>
                <a:gd name="connsiteX296" fmla="*/ 474536 w 1076325"/>
                <a:gd name="connsiteY296" fmla="*/ 444722 h 523875"/>
                <a:gd name="connsiteX297" fmla="*/ 472535 w 1076325"/>
                <a:gd name="connsiteY297" fmla="*/ 441960 h 523875"/>
                <a:gd name="connsiteX298" fmla="*/ 471773 w 1076325"/>
                <a:gd name="connsiteY298" fmla="*/ 438626 h 523875"/>
                <a:gd name="connsiteX299" fmla="*/ 471964 w 1076325"/>
                <a:gd name="connsiteY299" fmla="*/ 434149 h 523875"/>
                <a:gd name="connsiteX300" fmla="*/ 469011 w 1076325"/>
                <a:gd name="connsiteY300" fmla="*/ 432721 h 523875"/>
                <a:gd name="connsiteX301" fmla="*/ 467487 w 1076325"/>
                <a:gd name="connsiteY301" fmla="*/ 428815 h 523875"/>
                <a:gd name="connsiteX302" fmla="*/ 465677 w 1076325"/>
                <a:gd name="connsiteY302" fmla="*/ 427387 h 523875"/>
                <a:gd name="connsiteX303" fmla="*/ 465201 w 1076325"/>
                <a:gd name="connsiteY303" fmla="*/ 423291 h 523875"/>
                <a:gd name="connsiteX304" fmla="*/ 463677 w 1076325"/>
                <a:gd name="connsiteY304" fmla="*/ 421672 h 523875"/>
                <a:gd name="connsiteX305" fmla="*/ 461296 w 1076325"/>
                <a:gd name="connsiteY305" fmla="*/ 421862 h 523875"/>
                <a:gd name="connsiteX306" fmla="*/ 458629 w 1076325"/>
                <a:gd name="connsiteY306" fmla="*/ 423100 h 523875"/>
                <a:gd name="connsiteX307" fmla="*/ 456248 w 1076325"/>
                <a:gd name="connsiteY307" fmla="*/ 420814 h 523875"/>
                <a:gd name="connsiteX308" fmla="*/ 454819 w 1076325"/>
                <a:gd name="connsiteY308" fmla="*/ 417100 h 523875"/>
                <a:gd name="connsiteX309" fmla="*/ 452628 w 1076325"/>
                <a:gd name="connsiteY309" fmla="*/ 414433 h 523875"/>
                <a:gd name="connsiteX310" fmla="*/ 448913 w 1076325"/>
                <a:gd name="connsiteY310" fmla="*/ 416242 h 523875"/>
                <a:gd name="connsiteX311" fmla="*/ 447485 w 1076325"/>
                <a:gd name="connsiteY311" fmla="*/ 419481 h 523875"/>
                <a:gd name="connsiteX312" fmla="*/ 448437 w 1076325"/>
                <a:gd name="connsiteY312" fmla="*/ 423196 h 523875"/>
                <a:gd name="connsiteX313" fmla="*/ 447770 w 1076325"/>
                <a:gd name="connsiteY313" fmla="*/ 426625 h 523875"/>
                <a:gd name="connsiteX314" fmla="*/ 444818 w 1076325"/>
                <a:gd name="connsiteY314" fmla="*/ 427863 h 523875"/>
                <a:gd name="connsiteX315" fmla="*/ 442436 w 1076325"/>
                <a:gd name="connsiteY315" fmla="*/ 426720 h 523875"/>
                <a:gd name="connsiteX316" fmla="*/ 439198 w 1076325"/>
                <a:gd name="connsiteY316" fmla="*/ 425005 h 523875"/>
                <a:gd name="connsiteX317" fmla="*/ 436626 w 1076325"/>
                <a:gd name="connsiteY317" fmla="*/ 424529 h 523875"/>
                <a:gd name="connsiteX318" fmla="*/ 435197 w 1076325"/>
                <a:gd name="connsiteY318" fmla="*/ 422148 h 523875"/>
                <a:gd name="connsiteX319" fmla="*/ 432435 w 1076325"/>
                <a:gd name="connsiteY319" fmla="*/ 422053 h 523875"/>
                <a:gd name="connsiteX320" fmla="*/ 430721 w 1076325"/>
                <a:gd name="connsiteY320" fmla="*/ 423291 h 523875"/>
                <a:gd name="connsiteX321" fmla="*/ 428720 w 1076325"/>
                <a:gd name="connsiteY321" fmla="*/ 421957 h 523875"/>
                <a:gd name="connsiteX322" fmla="*/ 425101 w 1076325"/>
                <a:gd name="connsiteY322" fmla="*/ 421957 h 523875"/>
                <a:gd name="connsiteX323" fmla="*/ 424244 w 1076325"/>
                <a:gd name="connsiteY323" fmla="*/ 424720 h 523875"/>
                <a:gd name="connsiteX324" fmla="*/ 423101 w 1076325"/>
                <a:gd name="connsiteY324" fmla="*/ 427196 h 523875"/>
                <a:gd name="connsiteX325" fmla="*/ 420243 w 1076325"/>
                <a:gd name="connsiteY325" fmla="*/ 428530 h 523875"/>
                <a:gd name="connsiteX326" fmla="*/ 416147 w 1076325"/>
                <a:gd name="connsiteY326" fmla="*/ 427863 h 523875"/>
                <a:gd name="connsiteX327" fmla="*/ 413099 w 1076325"/>
                <a:gd name="connsiteY327" fmla="*/ 428435 h 523875"/>
                <a:gd name="connsiteX328" fmla="*/ 410146 w 1076325"/>
                <a:gd name="connsiteY328" fmla="*/ 427958 h 523875"/>
                <a:gd name="connsiteX329" fmla="*/ 408242 w 1076325"/>
                <a:gd name="connsiteY329" fmla="*/ 425005 h 523875"/>
                <a:gd name="connsiteX330" fmla="*/ 405194 w 1076325"/>
                <a:gd name="connsiteY330" fmla="*/ 422053 h 523875"/>
                <a:gd name="connsiteX331" fmla="*/ 400717 w 1076325"/>
                <a:gd name="connsiteY331" fmla="*/ 418624 h 523875"/>
                <a:gd name="connsiteX332" fmla="*/ 397383 w 1076325"/>
                <a:gd name="connsiteY332" fmla="*/ 415766 h 523875"/>
                <a:gd name="connsiteX333" fmla="*/ 394716 w 1076325"/>
                <a:gd name="connsiteY333" fmla="*/ 411766 h 523875"/>
                <a:gd name="connsiteX334" fmla="*/ 391668 w 1076325"/>
                <a:gd name="connsiteY334" fmla="*/ 408813 h 523875"/>
                <a:gd name="connsiteX335" fmla="*/ 388144 w 1076325"/>
                <a:gd name="connsiteY335" fmla="*/ 405860 h 523875"/>
                <a:gd name="connsiteX336" fmla="*/ 386429 w 1076325"/>
                <a:gd name="connsiteY336" fmla="*/ 402336 h 523875"/>
                <a:gd name="connsiteX337" fmla="*/ 384620 w 1076325"/>
                <a:gd name="connsiteY337" fmla="*/ 399860 h 523875"/>
                <a:gd name="connsiteX338" fmla="*/ 381762 w 1076325"/>
                <a:gd name="connsiteY338" fmla="*/ 398240 h 523875"/>
                <a:gd name="connsiteX339" fmla="*/ 378428 w 1076325"/>
                <a:gd name="connsiteY339" fmla="*/ 396716 h 523875"/>
                <a:gd name="connsiteX340" fmla="*/ 376714 w 1076325"/>
                <a:gd name="connsiteY340" fmla="*/ 398050 h 523875"/>
                <a:gd name="connsiteX341" fmla="*/ 373856 w 1076325"/>
                <a:gd name="connsiteY341" fmla="*/ 399193 h 523875"/>
                <a:gd name="connsiteX342" fmla="*/ 370808 w 1076325"/>
                <a:gd name="connsiteY342" fmla="*/ 399288 h 523875"/>
                <a:gd name="connsiteX343" fmla="*/ 370808 w 1076325"/>
                <a:gd name="connsiteY343" fmla="*/ 97155 h 523875"/>
                <a:gd name="connsiteX344" fmla="*/ 0 w 1076325"/>
                <a:gd name="connsiteY344" fmla="*/ 90678 h 523875"/>
                <a:gd name="connsiteX345" fmla="*/ 2762 w 1076325"/>
                <a:gd name="connsiteY345" fmla="*/ 13621 h 523875"/>
                <a:gd name="connsiteX346" fmla="*/ 120301 w 1076325"/>
                <a:gd name="connsiteY346" fmla="*/ 1714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1076325" h="523875">
                  <a:moveTo>
                    <a:pt x="120301" y="17145"/>
                  </a:moveTo>
                  <a:lnTo>
                    <a:pt x="123063" y="17240"/>
                  </a:lnTo>
                  <a:lnTo>
                    <a:pt x="360807" y="18479"/>
                  </a:lnTo>
                  <a:lnTo>
                    <a:pt x="573881" y="17621"/>
                  </a:lnTo>
                  <a:lnTo>
                    <a:pt x="721614" y="14192"/>
                  </a:lnTo>
                  <a:lnTo>
                    <a:pt x="868490" y="8668"/>
                  </a:lnTo>
                  <a:lnTo>
                    <a:pt x="1032605" y="0"/>
                  </a:lnTo>
                  <a:lnTo>
                    <a:pt x="1036796" y="77724"/>
                  </a:lnTo>
                  <a:lnTo>
                    <a:pt x="1036796" y="78296"/>
                  </a:lnTo>
                  <a:lnTo>
                    <a:pt x="1069658" y="247555"/>
                  </a:lnTo>
                  <a:lnTo>
                    <a:pt x="1078135" y="524065"/>
                  </a:lnTo>
                  <a:cubicBezTo>
                    <a:pt x="1077563" y="524732"/>
                    <a:pt x="1076897" y="525875"/>
                    <a:pt x="1076230" y="525971"/>
                  </a:cubicBezTo>
                  <a:cubicBezTo>
                    <a:pt x="1075373" y="526161"/>
                    <a:pt x="1073753" y="525018"/>
                    <a:pt x="1073182" y="524447"/>
                  </a:cubicBezTo>
                  <a:cubicBezTo>
                    <a:pt x="1072706" y="523970"/>
                    <a:pt x="1072610" y="522351"/>
                    <a:pt x="1072134" y="521875"/>
                  </a:cubicBezTo>
                  <a:cubicBezTo>
                    <a:pt x="1071277" y="520922"/>
                    <a:pt x="1068610" y="520255"/>
                    <a:pt x="1067657" y="519494"/>
                  </a:cubicBezTo>
                  <a:cubicBezTo>
                    <a:pt x="1067086" y="519017"/>
                    <a:pt x="1066610" y="517303"/>
                    <a:pt x="1065848" y="517112"/>
                  </a:cubicBezTo>
                  <a:cubicBezTo>
                    <a:pt x="1065276" y="517017"/>
                    <a:pt x="1064324" y="518160"/>
                    <a:pt x="1063752" y="518160"/>
                  </a:cubicBezTo>
                  <a:cubicBezTo>
                    <a:pt x="1062990" y="518160"/>
                    <a:pt x="1061752" y="516636"/>
                    <a:pt x="1061085" y="516731"/>
                  </a:cubicBezTo>
                  <a:cubicBezTo>
                    <a:pt x="1060704" y="516827"/>
                    <a:pt x="1060418" y="517970"/>
                    <a:pt x="1060037" y="517970"/>
                  </a:cubicBezTo>
                  <a:cubicBezTo>
                    <a:pt x="1058894" y="517970"/>
                    <a:pt x="1058132" y="515207"/>
                    <a:pt x="1057180" y="514731"/>
                  </a:cubicBezTo>
                  <a:cubicBezTo>
                    <a:pt x="1056418" y="514350"/>
                    <a:pt x="1054513" y="514350"/>
                    <a:pt x="1053656" y="514731"/>
                  </a:cubicBezTo>
                  <a:cubicBezTo>
                    <a:pt x="1053179" y="514921"/>
                    <a:pt x="1052703" y="516255"/>
                    <a:pt x="1052227" y="516350"/>
                  </a:cubicBezTo>
                  <a:cubicBezTo>
                    <a:pt x="1051560" y="516446"/>
                    <a:pt x="1050417" y="515398"/>
                    <a:pt x="1049941" y="514921"/>
                  </a:cubicBezTo>
                  <a:cubicBezTo>
                    <a:pt x="1049465" y="514540"/>
                    <a:pt x="1048893" y="513302"/>
                    <a:pt x="1048322" y="513016"/>
                  </a:cubicBezTo>
                  <a:cubicBezTo>
                    <a:pt x="1047845" y="512731"/>
                    <a:pt x="1046607" y="512921"/>
                    <a:pt x="1046131" y="512636"/>
                  </a:cubicBezTo>
                  <a:cubicBezTo>
                    <a:pt x="1045559" y="512159"/>
                    <a:pt x="1045369" y="510635"/>
                    <a:pt x="1044893" y="509969"/>
                  </a:cubicBezTo>
                  <a:cubicBezTo>
                    <a:pt x="1044512" y="509492"/>
                    <a:pt x="1043559" y="508635"/>
                    <a:pt x="1043083" y="508159"/>
                  </a:cubicBezTo>
                  <a:cubicBezTo>
                    <a:pt x="1042511" y="507587"/>
                    <a:pt x="1041559" y="505778"/>
                    <a:pt x="1040702" y="505587"/>
                  </a:cubicBezTo>
                  <a:cubicBezTo>
                    <a:pt x="1039940" y="505396"/>
                    <a:pt x="1038416" y="506730"/>
                    <a:pt x="1037559" y="506825"/>
                  </a:cubicBezTo>
                  <a:cubicBezTo>
                    <a:pt x="1036892" y="506921"/>
                    <a:pt x="1035463" y="505873"/>
                    <a:pt x="1034892" y="506158"/>
                  </a:cubicBezTo>
                  <a:cubicBezTo>
                    <a:pt x="1034415" y="506444"/>
                    <a:pt x="1034510" y="507778"/>
                    <a:pt x="1034129" y="508159"/>
                  </a:cubicBezTo>
                  <a:cubicBezTo>
                    <a:pt x="1033367" y="508730"/>
                    <a:pt x="1031367" y="508825"/>
                    <a:pt x="1030415" y="508540"/>
                  </a:cubicBezTo>
                  <a:cubicBezTo>
                    <a:pt x="1029462" y="508349"/>
                    <a:pt x="1027652" y="507111"/>
                    <a:pt x="1026986" y="506444"/>
                  </a:cubicBezTo>
                  <a:cubicBezTo>
                    <a:pt x="1026414" y="505873"/>
                    <a:pt x="1025747" y="504063"/>
                    <a:pt x="1025080" y="503587"/>
                  </a:cubicBezTo>
                  <a:cubicBezTo>
                    <a:pt x="1024509" y="503111"/>
                    <a:pt x="1022699" y="502920"/>
                    <a:pt x="1022128" y="502348"/>
                  </a:cubicBezTo>
                  <a:cubicBezTo>
                    <a:pt x="1021366" y="501587"/>
                    <a:pt x="1021175" y="499110"/>
                    <a:pt x="1020604" y="498253"/>
                  </a:cubicBezTo>
                  <a:cubicBezTo>
                    <a:pt x="1020128" y="497586"/>
                    <a:pt x="1018699" y="496824"/>
                    <a:pt x="1018127" y="496348"/>
                  </a:cubicBezTo>
                  <a:cubicBezTo>
                    <a:pt x="1017651" y="495871"/>
                    <a:pt x="1016794" y="494824"/>
                    <a:pt x="1016318" y="494252"/>
                  </a:cubicBezTo>
                  <a:cubicBezTo>
                    <a:pt x="1015746" y="493395"/>
                    <a:pt x="1015079" y="491204"/>
                    <a:pt x="1014222" y="490633"/>
                  </a:cubicBezTo>
                  <a:cubicBezTo>
                    <a:pt x="1013460" y="490156"/>
                    <a:pt x="1011365" y="490347"/>
                    <a:pt x="1010507" y="490442"/>
                  </a:cubicBezTo>
                  <a:cubicBezTo>
                    <a:pt x="1009745" y="490538"/>
                    <a:pt x="1008317" y="491395"/>
                    <a:pt x="1007555" y="491395"/>
                  </a:cubicBezTo>
                  <a:cubicBezTo>
                    <a:pt x="1006888" y="491395"/>
                    <a:pt x="1005554" y="490919"/>
                    <a:pt x="1005173" y="490442"/>
                  </a:cubicBezTo>
                  <a:cubicBezTo>
                    <a:pt x="1004411" y="489680"/>
                    <a:pt x="1004507" y="487013"/>
                    <a:pt x="1003649" y="486442"/>
                  </a:cubicBezTo>
                  <a:cubicBezTo>
                    <a:pt x="1002983" y="485965"/>
                    <a:pt x="1001173" y="486537"/>
                    <a:pt x="1000411" y="486251"/>
                  </a:cubicBezTo>
                  <a:cubicBezTo>
                    <a:pt x="999744" y="485965"/>
                    <a:pt x="998887" y="484537"/>
                    <a:pt x="998411" y="484061"/>
                  </a:cubicBezTo>
                  <a:cubicBezTo>
                    <a:pt x="997553" y="483298"/>
                    <a:pt x="995839" y="481679"/>
                    <a:pt x="994886" y="481203"/>
                  </a:cubicBezTo>
                  <a:cubicBezTo>
                    <a:pt x="994124" y="480822"/>
                    <a:pt x="992315" y="480346"/>
                    <a:pt x="991457" y="480250"/>
                  </a:cubicBezTo>
                  <a:cubicBezTo>
                    <a:pt x="990886" y="480155"/>
                    <a:pt x="989648" y="480441"/>
                    <a:pt x="989076" y="480250"/>
                  </a:cubicBezTo>
                  <a:cubicBezTo>
                    <a:pt x="988028" y="479870"/>
                    <a:pt x="986504" y="478250"/>
                    <a:pt x="985552" y="477583"/>
                  </a:cubicBezTo>
                  <a:cubicBezTo>
                    <a:pt x="984980" y="477203"/>
                    <a:pt x="983742" y="476345"/>
                    <a:pt x="983075" y="476345"/>
                  </a:cubicBezTo>
                  <a:cubicBezTo>
                    <a:pt x="982313" y="476250"/>
                    <a:pt x="980694" y="476536"/>
                    <a:pt x="980218" y="477012"/>
                  </a:cubicBezTo>
                  <a:cubicBezTo>
                    <a:pt x="979551" y="477583"/>
                    <a:pt x="979170" y="479488"/>
                    <a:pt x="978980" y="480346"/>
                  </a:cubicBezTo>
                  <a:cubicBezTo>
                    <a:pt x="978884" y="481203"/>
                    <a:pt x="979361" y="482822"/>
                    <a:pt x="979170" y="483584"/>
                  </a:cubicBezTo>
                  <a:cubicBezTo>
                    <a:pt x="978884" y="484346"/>
                    <a:pt x="977646" y="485394"/>
                    <a:pt x="976979" y="485775"/>
                  </a:cubicBezTo>
                  <a:cubicBezTo>
                    <a:pt x="976503" y="486061"/>
                    <a:pt x="974979" y="486061"/>
                    <a:pt x="974693" y="486537"/>
                  </a:cubicBezTo>
                  <a:cubicBezTo>
                    <a:pt x="974122" y="487394"/>
                    <a:pt x="975646" y="490252"/>
                    <a:pt x="974788" y="490823"/>
                  </a:cubicBezTo>
                  <a:cubicBezTo>
                    <a:pt x="974027" y="491395"/>
                    <a:pt x="972026" y="489490"/>
                    <a:pt x="971074" y="489299"/>
                  </a:cubicBezTo>
                  <a:cubicBezTo>
                    <a:pt x="970598" y="489204"/>
                    <a:pt x="969550" y="489299"/>
                    <a:pt x="969074" y="489490"/>
                  </a:cubicBezTo>
                  <a:cubicBezTo>
                    <a:pt x="968407" y="489871"/>
                    <a:pt x="967835" y="491490"/>
                    <a:pt x="967264" y="491776"/>
                  </a:cubicBezTo>
                  <a:cubicBezTo>
                    <a:pt x="966597" y="492157"/>
                    <a:pt x="964978" y="492062"/>
                    <a:pt x="964121" y="492157"/>
                  </a:cubicBezTo>
                  <a:cubicBezTo>
                    <a:pt x="962787" y="492347"/>
                    <a:pt x="960215" y="492823"/>
                    <a:pt x="958977" y="492823"/>
                  </a:cubicBezTo>
                  <a:cubicBezTo>
                    <a:pt x="957548" y="492823"/>
                    <a:pt x="954691" y="492633"/>
                    <a:pt x="953453" y="491966"/>
                  </a:cubicBezTo>
                  <a:cubicBezTo>
                    <a:pt x="952881" y="491680"/>
                    <a:pt x="952310" y="490252"/>
                    <a:pt x="951738" y="490061"/>
                  </a:cubicBezTo>
                  <a:cubicBezTo>
                    <a:pt x="951262" y="489871"/>
                    <a:pt x="950119" y="490156"/>
                    <a:pt x="949643" y="490442"/>
                  </a:cubicBezTo>
                  <a:cubicBezTo>
                    <a:pt x="949071" y="490728"/>
                    <a:pt x="948500" y="492157"/>
                    <a:pt x="947833" y="492157"/>
                  </a:cubicBezTo>
                  <a:cubicBezTo>
                    <a:pt x="947166" y="492157"/>
                    <a:pt x="946404" y="490347"/>
                    <a:pt x="945737" y="490156"/>
                  </a:cubicBezTo>
                  <a:cubicBezTo>
                    <a:pt x="945071" y="489966"/>
                    <a:pt x="943832" y="491109"/>
                    <a:pt x="943166" y="491014"/>
                  </a:cubicBezTo>
                  <a:cubicBezTo>
                    <a:pt x="942404" y="490823"/>
                    <a:pt x="940975" y="489775"/>
                    <a:pt x="940594" y="489013"/>
                  </a:cubicBezTo>
                  <a:cubicBezTo>
                    <a:pt x="940118" y="488156"/>
                    <a:pt x="940784" y="486061"/>
                    <a:pt x="940403" y="485299"/>
                  </a:cubicBezTo>
                  <a:cubicBezTo>
                    <a:pt x="940022" y="484632"/>
                    <a:pt x="938594" y="483680"/>
                    <a:pt x="937832" y="483394"/>
                  </a:cubicBezTo>
                  <a:cubicBezTo>
                    <a:pt x="936974" y="483013"/>
                    <a:pt x="935069" y="482346"/>
                    <a:pt x="934117" y="482537"/>
                  </a:cubicBezTo>
                  <a:cubicBezTo>
                    <a:pt x="933450" y="482632"/>
                    <a:pt x="932307" y="483489"/>
                    <a:pt x="931926" y="483965"/>
                  </a:cubicBezTo>
                  <a:cubicBezTo>
                    <a:pt x="931450" y="484537"/>
                    <a:pt x="931450" y="486156"/>
                    <a:pt x="930974" y="486728"/>
                  </a:cubicBezTo>
                  <a:cubicBezTo>
                    <a:pt x="930593" y="487108"/>
                    <a:pt x="929450" y="487585"/>
                    <a:pt x="928878" y="487680"/>
                  </a:cubicBezTo>
                  <a:cubicBezTo>
                    <a:pt x="928116" y="487871"/>
                    <a:pt x="926402" y="487204"/>
                    <a:pt x="925640" y="487585"/>
                  </a:cubicBezTo>
                  <a:cubicBezTo>
                    <a:pt x="925259" y="487775"/>
                    <a:pt x="924687" y="488537"/>
                    <a:pt x="924401" y="488918"/>
                  </a:cubicBezTo>
                  <a:cubicBezTo>
                    <a:pt x="924116" y="489299"/>
                    <a:pt x="923830" y="490347"/>
                    <a:pt x="923449" y="490633"/>
                  </a:cubicBezTo>
                  <a:cubicBezTo>
                    <a:pt x="922973" y="491014"/>
                    <a:pt x="921639" y="491490"/>
                    <a:pt x="920972" y="491490"/>
                  </a:cubicBezTo>
                  <a:cubicBezTo>
                    <a:pt x="920401" y="491490"/>
                    <a:pt x="919448" y="490823"/>
                    <a:pt x="918972" y="490538"/>
                  </a:cubicBezTo>
                  <a:cubicBezTo>
                    <a:pt x="918401" y="490156"/>
                    <a:pt x="917353" y="489013"/>
                    <a:pt x="916686" y="489013"/>
                  </a:cubicBezTo>
                  <a:cubicBezTo>
                    <a:pt x="915734" y="489013"/>
                    <a:pt x="914019" y="490061"/>
                    <a:pt x="913543" y="490823"/>
                  </a:cubicBezTo>
                  <a:cubicBezTo>
                    <a:pt x="913162" y="491395"/>
                    <a:pt x="912876" y="492919"/>
                    <a:pt x="913257" y="493490"/>
                  </a:cubicBezTo>
                  <a:cubicBezTo>
                    <a:pt x="913543" y="494062"/>
                    <a:pt x="915353" y="493966"/>
                    <a:pt x="915638" y="494538"/>
                  </a:cubicBezTo>
                  <a:cubicBezTo>
                    <a:pt x="915924" y="495110"/>
                    <a:pt x="915638" y="496538"/>
                    <a:pt x="915257" y="497110"/>
                  </a:cubicBezTo>
                  <a:cubicBezTo>
                    <a:pt x="914876" y="497586"/>
                    <a:pt x="913734" y="498253"/>
                    <a:pt x="913162" y="498157"/>
                  </a:cubicBezTo>
                  <a:cubicBezTo>
                    <a:pt x="912495" y="498062"/>
                    <a:pt x="911543" y="496729"/>
                    <a:pt x="910971" y="496443"/>
                  </a:cubicBezTo>
                  <a:cubicBezTo>
                    <a:pt x="910304" y="496157"/>
                    <a:pt x="908780" y="495490"/>
                    <a:pt x="908113" y="495776"/>
                  </a:cubicBezTo>
                  <a:cubicBezTo>
                    <a:pt x="907637" y="495871"/>
                    <a:pt x="907161" y="496824"/>
                    <a:pt x="906875" y="497205"/>
                  </a:cubicBezTo>
                  <a:cubicBezTo>
                    <a:pt x="906685" y="497586"/>
                    <a:pt x="906590" y="498538"/>
                    <a:pt x="906209" y="498729"/>
                  </a:cubicBezTo>
                  <a:cubicBezTo>
                    <a:pt x="905732" y="499110"/>
                    <a:pt x="904209" y="499205"/>
                    <a:pt x="903637" y="499110"/>
                  </a:cubicBezTo>
                  <a:cubicBezTo>
                    <a:pt x="902589" y="498920"/>
                    <a:pt x="900970" y="497586"/>
                    <a:pt x="900017" y="497110"/>
                  </a:cubicBezTo>
                  <a:cubicBezTo>
                    <a:pt x="899446" y="496729"/>
                    <a:pt x="898112" y="496253"/>
                    <a:pt x="897541" y="495776"/>
                  </a:cubicBezTo>
                  <a:cubicBezTo>
                    <a:pt x="896969" y="495300"/>
                    <a:pt x="896303" y="493871"/>
                    <a:pt x="895731" y="493490"/>
                  </a:cubicBezTo>
                  <a:cubicBezTo>
                    <a:pt x="895160" y="493205"/>
                    <a:pt x="893826" y="493014"/>
                    <a:pt x="893255" y="493205"/>
                  </a:cubicBezTo>
                  <a:cubicBezTo>
                    <a:pt x="892588" y="493490"/>
                    <a:pt x="891921" y="494919"/>
                    <a:pt x="891445" y="495490"/>
                  </a:cubicBezTo>
                  <a:cubicBezTo>
                    <a:pt x="890873" y="496157"/>
                    <a:pt x="889826" y="498062"/>
                    <a:pt x="888873" y="498157"/>
                  </a:cubicBezTo>
                  <a:cubicBezTo>
                    <a:pt x="888016" y="498253"/>
                    <a:pt x="886873" y="496062"/>
                    <a:pt x="886016" y="496253"/>
                  </a:cubicBezTo>
                  <a:cubicBezTo>
                    <a:pt x="885254" y="496443"/>
                    <a:pt x="884777" y="498443"/>
                    <a:pt x="884015" y="498920"/>
                  </a:cubicBezTo>
                  <a:cubicBezTo>
                    <a:pt x="883253" y="499491"/>
                    <a:pt x="881253" y="499777"/>
                    <a:pt x="880301" y="499872"/>
                  </a:cubicBezTo>
                  <a:cubicBezTo>
                    <a:pt x="879538" y="499967"/>
                    <a:pt x="877919" y="500158"/>
                    <a:pt x="877157" y="499967"/>
                  </a:cubicBezTo>
                  <a:cubicBezTo>
                    <a:pt x="876110" y="499777"/>
                    <a:pt x="874109" y="498157"/>
                    <a:pt x="873062" y="498443"/>
                  </a:cubicBezTo>
                  <a:cubicBezTo>
                    <a:pt x="872300" y="498634"/>
                    <a:pt x="871823" y="500444"/>
                    <a:pt x="871061" y="500729"/>
                  </a:cubicBezTo>
                  <a:cubicBezTo>
                    <a:pt x="870299" y="501015"/>
                    <a:pt x="868775" y="500348"/>
                    <a:pt x="868013" y="500444"/>
                  </a:cubicBezTo>
                  <a:cubicBezTo>
                    <a:pt x="867347" y="500539"/>
                    <a:pt x="866109" y="501205"/>
                    <a:pt x="865632" y="501682"/>
                  </a:cubicBezTo>
                  <a:cubicBezTo>
                    <a:pt x="865156" y="502063"/>
                    <a:pt x="864870" y="503301"/>
                    <a:pt x="864394" y="503777"/>
                  </a:cubicBezTo>
                  <a:cubicBezTo>
                    <a:pt x="863822" y="504349"/>
                    <a:pt x="861441" y="504730"/>
                    <a:pt x="861536" y="505587"/>
                  </a:cubicBezTo>
                  <a:cubicBezTo>
                    <a:pt x="861536" y="506158"/>
                    <a:pt x="863346" y="506254"/>
                    <a:pt x="863727" y="506825"/>
                  </a:cubicBezTo>
                  <a:cubicBezTo>
                    <a:pt x="864203" y="507587"/>
                    <a:pt x="864584" y="509588"/>
                    <a:pt x="864203" y="510445"/>
                  </a:cubicBezTo>
                  <a:cubicBezTo>
                    <a:pt x="864013" y="511016"/>
                    <a:pt x="862679" y="511683"/>
                    <a:pt x="862203" y="512255"/>
                  </a:cubicBezTo>
                  <a:cubicBezTo>
                    <a:pt x="861632" y="512826"/>
                    <a:pt x="860870" y="514255"/>
                    <a:pt x="860203" y="514731"/>
                  </a:cubicBezTo>
                  <a:cubicBezTo>
                    <a:pt x="859631" y="515112"/>
                    <a:pt x="858393" y="515493"/>
                    <a:pt x="857726" y="515588"/>
                  </a:cubicBezTo>
                  <a:cubicBezTo>
                    <a:pt x="856869" y="515779"/>
                    <a:pt x="854964" y="515969"/>
                    <a:pt x="854202" y="515588"/>
                  </a:cubicBezTo>
                  <a:cubicBezTo>
                    <a:pt x="853535" y="515303"/>
                    <a:pt x="852964" y="513874"/>
                    <a:pt x="852392" y="513397"/>
                  </a:cubicBezTo>
                  <a:cubicBezTo>
                    <a:pt x="851916" y="513016"/>
                    <a:pt x="850773" y="512350"/>
                    <a:pt x="850106" y="512350"/>
                  </a:cubicBezTo>
                  <a:cubicBezTo>
                    <a:pt x="849630" y="512350"/>
                    <a:pt x="848678" y="512636"/>
                    <a:pt x="848297" y="512921"/>
                  </a:cubicBezTo>
                  <a:cubicBezTo>
                    <a:pt x="847630" y="513302"/>
                    <a:pt x="846487" y="514540"/>
                    <a:pt x="846106" y="515303"/>
                  </a:cubicBezTo>
                  <a:cubicBezTo>
                    <a:pt x="845725" y="515969"/>
                    <a:pt x="845249" y="517684"/>
                    <a:pt x="845153" y="518446"/>
                  </a:cubicBezTo>
                  <a:cubicBezTo>
                    <a:pt x="845058" y="519398"/>
                    <a:pt x="845820" y="521113"/>
                    <a:pt x="845630" y="521970"/>
                  </a:cubicBezTo>
                  <a:cubicBezTo>
                    <a:pt x="845439" y="522541"/>
                    <a:pt x="844582" y="523589"/>
                    <a:pt x="844105" y="523970"/>
                  </a:cubicBezTo>
                  <a:cubicBezTo>
                    <a:pt x="843344" y="524637"/>
                    <a:pt x="841534" y="525971"/>
                    <a:pt x="840581" y="525971"/>
                  </a:cubicBezTo>
                  <a:cubicBezTo>
                    <a:pt x="839915" y="525971"/>
                    <a:pt x="838676" y="525208"/>
                    <a:pt x="838295" y="524732"/>
                  </a:cubicBezTo>
                  <a:cubicBezTo>
                    <a:pt x="837629" y="523970"/>
                    <a:pt x="837438" y="521780"/>
                    <a:pt x="836867" y="521017"/>
                  </a:cubicBezTo>
                  <a:cubicBezTo>
                    <a:pt x="836390" y="520351"/>
                    <a:pt x="834962" y="519494"/>
                    <a:pt x="834390" y="518922"/>
                  </a:cubicBezTo>
                  <a:cubicBezTo>
                    <a:pt x="833628" y="518255"/>
                    <a:pt x="832104" y="516731"/>
                    <a:pt x="831533" y="515874"/>
                  </a:cubicBezTo>
                  <a:cubicBezTo>
                    <a:pt x="831056" y="515207"/>
                    <a:pt x="830771" y="513207"/>
                    <a:pt x="830009" y="512731"/>
                  </a:cubicBezTo>
                  <a:cubicBezTo>
                    <a:pt x="829151" y="512159"/>
                    <a:pt x="826961" y="512350"/>
                    <a:pt x="826008" y="512540"/>
                  </a:cubicBezTo>
                  <a:cubicBezTo>
                    <a:pt x="825342" y="512731"/>
                    <a:pt x="824103" y="513588"/>
                    <a:pt x="823436" y="513779"/>
                  </a:cubicBezTo>
                  <a:cubicBezTo>
                    <a:pt x="822770" y="513874"/>
                    <a:pt x="821341" y="513969"/>
                    <a:pt x="820769" y="513588"/>
                  </a:cubicBezTo>
                  <a:cubicBezTo>
                    <a:pt x="820103" y="513207"/>
                    <a:pt x="819245" y="511588"/>
                    <a:pt x="818960" y="510921"/>
                  </a:cubicBezTo>
                  <a:cubicBezTo>
                    <a:pt x="818579" y="510064"/>
                    <a:pt x="818579" y="508254"/>
                    <a:pt x="818102" y="507397"/>
                  </a:cubicBezTo>
                  <a:cubicBezTo>
                    <a:pt x="817817" y="506921"/>
                    <a:pt x="816959" y="505968"/>
                    <a:pt x="816388" y="505778"/>
                  </a:cubicBezTo>
                  <a:cubicBezTo>
                    <a:pt x="815435" y="505492"/>
                    <a:pt x="813530" y="506730"/>
                    <a:pt x="812578" y="506730"/>
                  </a:cubicBezTo>
                  <a:cubicBezTo>
                    <a:pt x="811911" y="506730"/>
                    <a:pt x="810387" y="506349"/>
                    <a:pt x="809816" y="506063"/>
                  </a:cubicBezTo>
                  <a:cubicBezTo>
                    <a:pt x="809339" y="505778"/>
                    <a:pt x="808673" y="504539"/>
                    <a:pt x="808196" y="504254"/>
                  </a:cubicBezTo>
                  <a:cubicBezTo>
                    <a:pt x="807530" y="503872"/>
                    <a:pt x="805720" y="504444"/>
                    <a:pt x="805148" y="504063"/>
                  </a:cubicBezTo>
                  <a:cubicBezTo>
                    <a:pt x="804672" y="503682"/>
                    <a:pt x="804101" y="502348"/>
                    <a:pt x="804196" y="501777"/>
                  </a:cubicBezTo>
                  <a:cubicBezTo>
                    <a:pt x="804291" y="501110"/>
                    <a:pt x="805434" y="500063"/>
                    <a:pt x="806005" y="499681"/>
                  </a:cubicBezTo>
                  <a:cubicBezTo>
                    <a:pt x="806482" y="499300"/>
                    <a:pt x="807720" y="499110"/>
                    <a:pt x="808006" y="498634"/>
                  </a:cubicBezTo>
                  <a:cubicBezTo>
                    <a:pt x="808482" y="498157"/>
                    <a:pt x="809149" y="496538"/>
                    <a:pt x="808768" y="495967"/>
                  </a:cubicBezTo>
                  <a:cubicBezTo>
                    <a:pt x="808292" y="495110"/>
                    <a:pt x="806005" y="495110"/>
                    <a:pt x="805053" y="495014"/>
                  </a:cubicBezTo>
                  <a:cubicBezTo>
                    <a:pt x="804386" y="494919"/>
                    <a:pt x="802958" y="495300"/>
                    <a:pt x="802291" y="495014"/>
                  </a:cubicBezTo>
                  <a:cubicBezTo>
                    <a:pt x="801815" y="494729"/>
                    <a:pt x="801338" y="493586"/>
                    <a:pt x="800862" y="493300"/>
                  </a:cubicBezTo>
                  <a:cubicBezTo>
                    <a:pt x="800195" y="492823"/>
                    <a:pt x="798671" y="492062"/>
                    <a:pt x="797909" y="492252"/>
                  </a:cubicBezTo>
                  <a:cubicBezTo>
                    <a:pt x="797243" y="492442"/>
                    <a:pt x="796195" y="493490"/>
                    <a:pt x="795909" y="494062"/>
                  </a:cubicBezTo>
                  <a:cubicBezTo>
                    <a:pt x="795623" y="494729"/>
                    <a:pt x="796100" y="496062"/>
                    <a:pt x="796100" y="496729"/>
                  </a:cubicBezTo>
                  <a:cubicBezTo>
                    <a:pt x="796100" y="497491"/>
                    <a:pt x="795814" y="499110"/>
                    <a:pt x="795623" y="499872"/>
                  </a:cubicBezTo>
                  <a:cubicBezTo>
                    <a:pt x="795528" y="500634"/>
                    <a:pt x="795528" y="502348"/>
                    <a:pt x="795052" y="503015"/>
                  </a:cubicBezTo>
                  <a:cubicBezTo>
                    <a:pt x="794576" y="503968"/>
                    <a:pt x="792766" y="505111"/>
                    <a:pt x="791813" y="505587"/>
                  </a:cubicBezTo>
                  <a:cubicBezTo>
                    <a:pt x="790766" y="506063"/>
                    <a:pt x="788480" y="506825"/>
                    <a:pt x="787337" y="506635"/>
                  </a:cubicBezTo>
                  <a:cubicBezTo>
                    <a:pt x="786670" y="506444"/>
                    <a:pt x="785527" y="505396"/>
                    <a:pt x="785146" y="504825"/>
                  </a:cubicBezTo>
                  <a:cubicBezTo>
                    <a:pt x="784574" y="503968"/>
                    <a:pt x="784479" y="501872"/>
                    <a:pt x="783908" y="501110"/>
                  </a:cubicBezTo>
                  <a:cubicBezTo>
                    <a:pt x="783431" y="500444"/>
                    <a:pt x="782098" y="499300"/>
                    <a:pt x="781336" y="498920"/>
                  </a:cubicBezTo>
                  <a:cubicBezTo>
                    <a:pt x="780669" y="498634"/>
                    <a:pt x="779240" y="498348"/>
                    <a:pt x="778574" y="498443"/>
                  </a:cubicBezTo>
                  <a:cubicBezTo>
                    <a:pt x="778002" y="498443"/>
                    <a:pt x="776954" y="498729"/>
                    <a:pt x="776573" y="499110"/>
                  </a:cubicBezTo>
                  <a:cubicBezTo>
                    <a:pt x="776097" y="499681"/>
                    <a:pt x="776478" y="501396"/>
                    <a:pt x="776192" y="501967"/>
                  </a:cubicBezTo>
                  <a:cubicBezTo>
                    <a:pt x="775907" y="502348"/>
                    <a:pt x="775145" y="503015"/>
                    <a:pt x="774668" y="503111"/>
                  </a:cubicBezTo>
                  <a:cubicBezTo>
                    <a:pt x="773906" y="503206"/>
                    <a:pt x="772573" y="502348"/>
                    <a:pt x="772001" y="501872"/>
                  </a:cubicBezTo>
                  <a:cubicBezTo>
                    <a:pt x="771430" y="501301"/>
                    <a:pt x="770763" y="499872"/>
                    <a:pt x="770382" y="499205"/>
                  </a:cubicBezTo>
                  <a:cubicBezTo>
                    <a:pt x="769906" y="498253"/>
                    <a:pt x="768953" y="496443"/>
                    <a:pt x="768763" y="495490"/>
                  </a:cubicBezTo>
                  <a:cubicBezTo>
                    <a:pt x="768572" y="494252"/>
                    <a:pt x="769239" y="491871"/>
                    <a:pt x="769049" y="490633"/>
                  </a:cubicBezTo>
                  <a:cubicBezTo>
                    <a:pt x="768953" y="489680"/>
                    <a:pt x="768382" y="487680"/>
                    <a:pt x="767620" y="487108"/>
                  </a:cubicBezTo>
                  <a:cubicBezTo>
                    <a:pt x="766953" y="486632"/>
                    <a:pt x="765143" y="486156"/>
                    <a:pt x="764381" y="486442"/>
                  </a:cubicBezTo>
                  <a:cubicBezTo>
                    <a:pt x="763619" y="486728"/>
                    <a:pt x="762953" y="488156"/>
                    <a:pt x="762286" y="488632"/>
                  </a:cubicBezTo>
                  <a:cubicBezTo>
                    <a:pt x="761905" y="488918"/>
                    <a:pt x="761048" y="489585"/>
                    <a:pt x="760476" y="489585"/>
                  </a:cubicBezTo>
                  <a:cubicBezTo>
                    <a:pt x="759905" y="489490"/>
                    <a:pt x="759333" y="487775"/>
                    <a:pt x="758667" y="487775"/>
                  </a:cubicBezTo>
                  <a:cubicBezTo>
                    <a:pt x="758095" y="487775"/>
                    <a:pt x="757238" y="488918"/>
                    <a:pt x="756952" y="489395"/>
                  </a:cubicBezTo>
                  <a:cubicBezTo>
                    <a:pt x="756666" y="489966"/>
                    <a:pt x="756476" y="491299"/>
                    <a:pt x="756571" y="491871"/>
                  </a:cubicBezTo>
                  <a:cubicBezTo>
                    <a:pt x="756666" y="492633"/>
                    <a:pt x="757809" y="494062"/>
                    <a:pt x="758000" y="494824"/>
                  </a:cubicBezTo>
                  <a:cubicBezTo>
                    <a:pt x="758095" y="495490"/>
                    <a:pt x="758000" y="496824"/>
                    <a:pt x="757809" y="497491"/>
                  </a:cubicBezTo>
                  <a:cubicBezTo>
                    <a:pt x="757428" y="498443"/>
                    <a:pt x="755999" y="499967"/>
                    <a:pt x="755333" y="500824"/>
                  </a:cubicBezTo>
                  <a:cubicBezTo>
                    <a:pt x="754666" y="501682"/>
                    <a:pt x="753618" y="503872"/>
                    <a:pt x="752666" y="504444"/>
                  </a:cubicBezTo>
                  <a:cubicBezTo>
                    <a:pt x="751999" y="504825"/>
                    <a:pt x="750189" y="504349"/>
                    <a:pt x="749713" y="504920"/>
                  </a:cubicBezTo>
                  <a:cubicBezTo>
                    <a:pt x="748951" y="505778"/>
                    <a:pt x="749999" y="508540"/>
                    <a:pt x="749332" y="509397"/>
                  </a:cubicBezTo>
                  <a:cubicBezTo>
                    <a:pt x="748855" y="510064"/>
                    <a:pt x="746951" y="510445"/>
                    <a:pt x="746188" y="510635"/>
                  </a:cubicBezTo>
                  <a:cubicBezTo>
                    <a:pt x="745617" y="510826"/>
                    <a:pt x="744284" y="510635"/>
                    <a:pt x="743903" y="511016"/>
                  </a:cubicBezTo>
                  <a:cubicBezTo>
                    <a:pt x="743426" y="511492"/>
                    <a:pt x="743331" y="513016"/>
                    <a:pt x="743522" y="513683"/>
                  </a:cubicBezTo>
                  <a:cubicBezTo>
                    <a:pt x="743712" y="514350"/>
                    <a:pt x="744950" y="515112"/>
                    <a:pt x="745236" y="515683"/>
                  </a:cubicBezTo>
                  <a:cubicBezTo>
                    <a:pt x="745427" y="516255"/>
                    <a:pt x="745331" y="517493"/>
                    <a:pt x="745331" y="518065"/>
                  </a:cubicBezTo>
                  <a:cubicBezTo>
                    <a:pt x="745331" y="518731"/>
                    <a:pt x="745712" y="520065"/>
                    <a:pt x="745522" y="520732"/>
                  </a:cubicBezTo>
                  <a:cubicBezTo>
                    <a:pt x="745141" y="521875"/>
                    <a:pt x="743712" y="523875"/>
                    <a:pt x="742664" y="524447"/>
                  </a:cubicBezTo>
                  <a:cubicBezTo>
                    <a:pt x="741712" y="524923"/>
                    <a:pt x="739521" y="525113"/>
                    <a:pt x="738569" y="524923"/>
                  </a:cubicBezTo>
                  <a:cubicBezTo>
                    <a:pt x="737711" y="524732"/>
                    <a:pt x="736092" y="523685"/>
                    <a:pt x="735425" y="523018"/>
                  </a:cubicBezTo>
                  <a:cubicBezTo>
                    <a:pt x="734568" y="522065"/>
                    <a:pt x="734092" y="519398"/>
                    <a:pt x="733425" y="518255"/>
                  </a:cubicBezTo>
                  <a:cubicBezTo>
                    <a:pt x="732949" y="517398"/>
                    <a:pt x="731615" y="515874"/>
                    <a:pt x="731139" y="515112"/>
                  </a:cubicBezTo>
                  <a:cubicBezTo>
                    <a:pt x="730663" y="514255"/>
                    <a:pt x="729710" y="512445"/>
                    <a:pt x="729520" y="511492"/>
                  </a:cubicBezTo>
                  <a:cubicBezTo>
                    <a:pt x="729425" y="510635"/>
                    <a:pt x="729710" y="508730"/>
                    <a:pt x="730282" y="508063"/>
                  </a:cubicBezTo>
                  <a:cubicBezTo>
                    <a:pt x="730758" y="507587"/>
                    <a:pt x="732473" y="507968"/>
                    <a:pt x="733044" y="507587"/>
                  </a:cubicBezTo>
                  <a:cubicBezTo>
                    <a:pt x="733520" y="507302"/>
                    <a:pt x="734187" y="506349"/>
                    <a:pt x="734378" y="505778"/>
                  </a:cubicBezTo>
                  <a:cubicBezTo>
                    <a:pt x="734663" y="504825"/>
                    <a:pt x="734663" y="502730"/>
                    <a:pt x="734378" y="501872"/>
                  </a:cubicBezTo>
                  <a:cubicBezTo>
                    <a:pt x="734092" y="501110"/>
                    <a:pt x="732854" y="499967"/>
                    <a:pt x="732568" y="499205"/>
                  </a:cubicBezTo>
                  <a:cubicBezTo>
                    <a:pt x="732282" y="498538"/>
                    <a:pt x="732187" y="497014"/>
                    <a:pt x="731711" y="496443"/>
                  </a:cubicBezTo>
                  <a:cubicBezTo>
                    <a:pt x="731139" y="495681"/>
                    <a:pt x="729615" y="494538"/>
                    <a:pt x="728758" y="494347"/>
                  </a:cubicBezTo>
                  <a:cubicBezTo>
                    <a:pt x="727901" y="494157"/>
                    <a:pt x="726091" y="494443"/>
                    <a:pt x="725234" y="494824"/>
                  </a:cubicBezTo>
                  <a:cubicBezTo>
                    <a:pt x="724757" y="495110"/>
                    <a:pt x="723805" y="496062"/>
                    <a:pt x="723614" y="496633"/>
                  </a:cubicBezTo>
                  <a:cubicBezTo>
                    <a:pt x="723424" y="497205"/>
                    <a:pt x="723995" y="498443"/>
                    <a:pt x="723900" y="499110"/>
                  </a:cubicBezTo>
                  <a:cubicBezTo>
                    <a:pt x="723805" y="499872"/>
                    <a:pt x="723519" y="501682"/>
                    <a:pt x="722852" y="502158"/>
                  </a:cubicBezTo>
                  <a:cubicBezTo>
                    <a:pt x="722090" y="502730"/>
                    <a:pt x="719995" y="502539"/>
                    <a:pt x="719138" y="502253"/>
                  </a:cubicBezTo>
                  <a:cubicBezTo>
                    <a:pt x="718280" y="502063"/>
                    <a:pt x="717042" y="500444"/>
                    <a:pt x="716280" y="500253"/>
                  </a:cubicBezTo>
                  <a:cubicBezTo>
                    <a:pt x="715423" y="500063"/>
                    <a:pt x="713709" y="500539"/>
                    <a:pt x="713042" y="501015"/>
                  </a:cubicBezTo>
                  <a:cubicBezTo>
                    <a:pt x="712280" y="501491"/>
                    <a:pt x="711422" y="503111"/>
                    <a:pt x="711042" y="503872"/>
                  </a:cubicBezTo>
                  <a:cubicBezTo>
                    <a:pt x="710375" y="505111"/>
                    <a:pt x="709994" y="508063"/>
                    <a:pt x="709136" y="509111"/>
                  </a:cubicBezTo>
                  <a:cubicBezTo>
                    <a:pt x="708565" y="509873"/>
                    <a:pt x="706755" y="510730"/>
                    <a:pt x="705803" y="510921"/>
                  </a:cubicBezTo>
                  <a:cubicBezTo>
                    <a:pt x="704564" y="511112"/>
                    <a:pt x="701802" y="510826"/>
                    <a:pt x="700659" y="510254"/>
                  </a:cubicBezTo>
                  <a:cubicBezTo>
                    <a:pt x="700183" y="509969"/>
                    <a:pt x="699802" y="508825"/>
                    <a:pt x="699421" y="508445"/>
                  </a:cubicBezTo>
                  <a:cubicBezTo>
                    <a:pt x="698945" y="507968"/>
                    <a:pt x="697421" y="507682"/>
                    <a:pt x="697135" y="507111"/>
                  </a:cubicBezTo>
                  <a:cubicBezTo>
                    <a:pt x="696754" y="506444"/>
                    <a:pt x="697040" y="504825"/>
                    <a:pt x="697325" y="504063"/>
                  </a:cubicBezTo>
                  <a:cubicBezTo>
                    <a:pt x="697516" y="503301"/>
                    <a:pt x="698563" y="501967"/>
                    <a:pt x="698754" y="501110"/>
                  </a:cubicBezTo>
                  <a:cubicBezTo>
                    <a:pt x="698849" y="500158"/>
                    <a:pt x="698659" y="498157"/>
                    <a:pt x="698087" y="497396"/>
                  </a:cubicBezTo>
                  <a:cubicBezTo>
                    <a:pt x="697516" y="496633"/>
                    <a:pt x="695801" y="495586"/>
                    <a:pt x="694944" y="495300"/>
                  </a:cubicBezTo>
                  <a:cubicBezTo>
                    <a:pt x="693706" y="494824"/>
                    <a:pt x="690848" y="494062"/>
                    <a:pt x="689515" y="494443"/>
                  </a:cubicBezTo>
                  <a:cubicBezTo>
                    <a:pt x="688562" y="494729"/>
                    <a:pt x="687324" y="496633"/>
                    <a:pt x="686562" y="497300"/>
                  </a:cubicBezTo>
                  <a:cubicBezTo>
                    <a:pt x="686181" y="497681"/>
                    <a:pt x="685514" y="498920"/>
                    <a:pt x="684943" y="499110"/>
                  </a:cubicBezTo>
                  <a:cubicBezTo>
                    <a:pt x="684276" y="499300"/>
                    <a:pt x="683038" y="498634"/>
                    <a:pt x="682371" y="498348"/>
                  </a:cubicBezTo>
                  <a:cubicBezTo>
                    <a:pt x="681514" y="497967"/>
                    <a:pt x="679609" y="497491"/>
                    <a:pt x="679228" y="496633"/>
                  </a:cubicBezTo>
                  <a:cubicBezTo>
                    <a:pt x="678847" y="495776"/>
                    <a:pt x="679895" y="493776"/>
                    <a:pt x="679895" y="492823"/>
                  </a:cubicBezTo>
                  <a:cubicBezTo>
                    <a:pt x="679799" y="491776"/>
                    <a:pt x="679228" y="489680"/>
                    <a:pt x="678656" y="488823"/>
                  </a:cubicBezTo>
                  <a:cubicBezTo>
                    <a:pt x="678275" y="488156"/>
                    <a:pt x="677037" y="487108"/>
                    <a:pt x="676370" y="486728"/>
                  </a:cubicBezTo>
                  <a:cubicBezTo>
                    <a:pt x="675609" y="486251"/>
                    <a:pt x="673703" y="486156"/>
                    <a:pt x="672846" y="485680"/>
                  </a:cubicBezTo>
                  <a:cubicBezTo>
                    <a:pt x="672179" y="485394"/>
                    <a:pt x="671227" y="484251"/>
                    <a:pt x="670560" y="484251"/>
                  </a:cubicBezTo>
                  <a:cubicBezTo>
                    <a:pt x="669512" y="484156"/>
                    <a:pt x="667703" y="485489"/>
                    <a:pt x="667036" y="486156"/>
                  </a:cubicBezTo>
                  <a:cubicBezTo>
                    <a:pt x="666369" y="486823"/>
                    <a:pt x="665798" y="488632"/>
                    <a:pt x="665226" y="489395"/>
                  </a:cubicBezTo>
                  <a:cubicBezTo>
                    <a:pt x="664750" y="490061"/>
                    <a:pt x="663797" y="491585"/>
                    <a:pt x="663035" y="492062"/>
                  </a:cubicBezTo>
                  <a:cubicBezTo>
                    <a:pt x="662464" y="492442"/>
                    <a:pt x="660940" y="492252"/>
                    <a:pt x="660368" y="492538"/>
                  </a:cubicBezTo>
                  <a:cubicBezTo>
                    <a:pt x="659606" y="492919"/>
                    <a:pt x="658559" y="494538"/>
                    <a:pt x="657987" y="495205"/>
                  </a:cubicBezTo>
                  <a:cubicBezTo>
                    <a:pt x="657511" y="495871"/>
                    <a:pt x="656654" y="497300"/>
                    <a:pt x="656273" y="498062"/>
                  </a:cubicBezTo>
                  <a:cubicBezTo>
                    <a:pt x="655892" y="498729"/>
                    <a:pt x="655511" y="500253"/>
                    <a:pt x="654939" y="500824"/>
                  </a:cubicBezTo>
                  <a:cubicBezTo>
                    <a:pt x="654463" y="501301"/>
                    <a:pt x="653225" y="501587"/>
                    <a:pt x="652748" y="501872"/>
                  </a:cubicBezTo>
                  <a:cubicBezTo>
                    <a:pt x="652082" y="502348"/>
                    <a:pt x="650843" y="503682"/>
                    <a:pt x="650177" y="504158"/>
                  </a:cubicBezTo>
                  <a:cubicBezTo>
                    <a:pt x="649415" y="504825"/>
                    <a:pt x="647986" y="506349"/>
                    <a:pt x="647034" y="506539"/>
                  </a:cubicBezTo>
                  <a:cubicBezTo>
                    <a:pt x="646081" y="506825"/>
                    <a:pt x="643985" y="506444"/>
                    <a:pt x="643033" y="505968"/>
                  </a:cubicBezTo>
                  <a:cubicBezTo>
                    <a:pt x="642080" y="505492"/>
                    <a:pt x="640937" y="503491"/>
                    <a:pt x="640080" y="502825"/>
                  </a:cubicBezTo>
                  <a:cubicBezTo>
                    <a:pt x="639509" y="502348"/>
                    <a:pt x="638175" y="501301"/>
                    <a:pt x="637413" y="501205"/>
                  </a:cubicBezTo>
                  <a:cubicBezTo>
                    <a:pt x="636461" y="501205"/>
                    <a:pt x="635032" y="502920"/>
                    <a:pt x="634079" y="502920"/>
                  </a:cubicBezTo>
                  <a:cubicBezTo>
                    <a:pt x="633317" y="502920"/>
                    <a:pt x="631888" y="502444"/>
                    <a:pt x="631412" y="501967"/>
                  </a:cubicBezTo>
                  <a:cubicBezTo>
                    <a:pt x="630841" y="501396"/>
                    <a:pt x="630174" y="499777"/>
                    <a:pt x="630365" y="499110"/>
                  </a:cubicBezTo>
                  <a:cubicBezTo>
                    <a:pt x="630650" y="498348"/>
                    <a:pt x="632746" y="498253"/>
                    <a:pt x="633317" y="497586"/>
                  </a:cubicBezTo>
                  <a:cubicBezTo>
                    <a:pt x="633889" y="496919"/>
                    <a:pt x="634651" y="495205"/>
                    <a:pt x="634365" y="494443"/>
                  </a:cubicBezTo>
                  <a:cubicBezTo>
                    <a:pt x="634175" y="493776"/>
                    <a:pt x="632460" y="493395"/>
                    <a:pt x="632270" y="492728"/>
                  </a:cubicBezTo>
                  <a:cubicBezTo>
                    <a:pt x="632079" y="491871"/>
                    <a:pt x="633603" y="490538"/>
                    <a:pt x="633794" y="489775"/>
                  </a:cubicBezTo>
                  <a:cubicBezTo>
                    <a:pt x="633984" y="488823"/>
                    <a:pt x="634175" y="486823"/>
                    <a:pt x="633889" y="485965"/>
                  </a:cubicBezTo>
                  <a:cubicBezTo>
                    <a:pt x="633603" y="485108"/>
                    <a:pt x="632365" y="483680"/>
                    <a:pt x="631508" y="483298"/>
                  </a:cubicBezTo>
                  <a:cubicBezTo>
                    <a:pt x="630555" y="482917"/>
                    <a:pt x="628460" y="483108"/>
                    <a:pt x="627507" y="483489"/>
                  </a:cubicBezTo>
                  <a:cubicBezTo>
                    <a:pt x="626840" y="483680"/>
                    <a:pt x="625793" y="484918"/>
                    <a:pt x="625126" y="485204"/>
                  </a:cubicBezTo>
                  <a:cubicBezTo>
                    <a:pt x="624078" y="485585"/>
                    <a:pt x="621697" y="485299"/>
                    <a:pt x="620554" y="485108"/>
                  </a:cubicBezTo>
                  <a:cubicBezTo>
                    <a:pt x="619601" y="484918"/>
                    <a:pt x="617792" y="484346"/>
                    <a:pt x="617125" y="483870"/>
                  </a:cubicBezTo>
                  <a:cubicBezTo>
                    <a:pt x="616172" y="483203"/>
                    <a:pt x="614553" y="481394"/>
                    <a:pt x="614077" y="480346"/>
                  </a:cubicBezTo>
                  <a:cubicBezTo>
                    <a:pt x="613505" y="479107"/>
                    <a:pt x="613601" y="476440"/>
                    <a:pt x="613220" y="475202"/>
                  </a:cubicBezTo>
                  <a:cubicBezTo>
                    <a:pt x="613029" y="474631"/>
                    <a:pt x="612077" y="473583"/>
                    <a:pt x="612077" y="472916"/>
                  </a:cubicBezTo>
                  <a:cubicBezTo>
                    <a:pt x="612077" y="472059"/>
                    <a:pt x="612934" y="470535"/>
                    <a:pt x="613315" y="469773"/>
                  </a:cubicBezTo>
                  <a:cubicBezTo>
                    <a:pt x="613696" y="469011"/>
                    <a:pt x="614839" y="467678"/>
                    <a:pt x="615125" y="466820"/>
                  </a:cubicBezTo>
                  <a:cubicBezTo>
                    <a:pt x="615410" y="465868"/>
                    <a:pt x="615601" y="463963"/>
                    <a:pt x="615220" y="463105"/>
                  </a:cubicBezTo>
                  <a:cubicBezTo>
                    <a:pt x="614839" y="462153"/>
                    <a:pt x="613124" y="460724"/>
                    <a:pt x="612172" y="460438"/>
                  </a:cubicBezTo>
                  <a:cubicBezTo>
                    <a:pt x="611600" y="460248"/>
                    <a:pt x="610076" y="460343"/>
                    <a:pt x="609600" y="460820"/>
                  </a:cubicBezTo>
                  <a:cubicBezTo>
                    <a:pt x="609029" y="461391"/>
                    <a:pt x="609410" y="463201"/>
                    <a:pt x="609029" y="463963"/>
                  </a:cubicBezTo>
                  <a:cubicBezTo>
                    <a:pt x="608648" y="464725"/>
                    <a:pt x="607314" y="465963"/>
                    <a:pt x="606552" y="466344"/>
                  </a:cubicBezTo>
                  <a:cubicBezTo>
                    <a:pt x="605790" y="466725"/>
                    <a:pt x="604266" y="466820"/>
                    <a:pt x="603409" y="466820"/>
                  </a:cubicBezTo>
                  <a:cubicBezTo>
                    <a:pt x="602647" y="466725"/>
                    <a:pt x="601218" y="466439"/>
                    <a:pt x="600551" y="466058"/>
                  </a:cubicBezTo>
                  <a:cubicBezTo>
                    <a:pt x="599885" y="465677"/>
                    <a:pt x="599027" y="464153"/>
                    <a:pt x="598265" y="463963"/>
                  </a:cubicBezTo>
                  <a:cubicBezTo>
                    <a:pt x="597027" y="463582"/>
                    <a:pt x="594551" y="464630"/>
                    <a:pt x="593312" y="464725"/>
                  </a:cubicBezTo>
                  <a:cubicBezTo>
                    <a:pt x="592169" y="464820"/>
                    <a:pt x="589693" y="465201"/>
                    <a:pt x="588645" y="464725"/>
                  </a:cubicBezTo>
                  <a:cubicBezTo>
                    <a:pt x="587693" y="464344"/>
                    <a:pt x="586835" y="462153"/>
                    <a:pt x="585978" y="461581"/>
                  </a:cubicBezTo>
                  <a:cubicBezTo>
                    <a:pt x="585121" y="461105"/>
                    <a:pt x="583216" y="460629"/>
                    <a:pt x="582263" y="460629"/>
                  </a:cubicBezTo>
                  <a:cubicBezTo>
                    <a:pt x="581406" y="460629"/>
                    <a:pt x="579596" y="461105"/>
                    <a:pt x="578834" y="461581"/>
                  </a:cubicBezTo>
                  <a:cubicBezTo>
                    <a:pt x="578263" y="461867"/>
                    <a:pt x="577215" y="462820"/>
                    <a:pt x="577025" y="463391"/>
                  </a:cubicBezTo>
                  <a:cubicBezTo>
                    <a:pt x="576739" y="464058"/>
                    <a:pt x="577120" y="465677"/>
                    <a:pt x="576929" y="466439"/>
                  </a:cubicBezTo>
                  <a:cubicBezTo>
                    <a:pt x="576739" y="467582"/>
                    <a:pt x="576167" y="470059"/>
                    <a:pt x="575310" y="470821"/>
                  </a:cubicBezTo>
                  <a:cubicBezTo>
                    <a:pt x="574548" y="471392"/>
                    <a:pt x="572453" y="470916"/>
                    <a:pt x="571595" y="471392"/>
                  </a:cubicBezTo>
                  <a:cubicBezTo>
                    <a:pt x="570834" y="471773"/>
                    <a:pt x="569786" y="473392"/>
                    <a:pt x="569119" y="473964"/>
                  </a:cubicBezTo>
                  <a:cubicBezTo>
                    <a:pt x="568738" y="474345"/>
                    <a:pt x="567785" y="475107"/>
                    <a:pt x="567309" y="475202"/>
                  </a:cubicBezTo>
                  <a:cubicBezTo>
                    <a:pt x="566547" y="475488"/>
                    <a:pt x="564833" y="475393"/>
                    <a:pt x="564071" y="475107"/>
                  </a:cubicBezTo>
                  <a:cubicBezTo>
                    <a:pt x="562832" y="474631"/>
                    <a:pt x="561118" y="472630"/>
                    <a:pt x="560261" y="471583"/>
                  </a:cubicBezTo>
                  <a:cubicBezTo>
                    <a:pt x="559403" y="470535"/>
                    <a:pt x="558070" y="468154"/>
                    <a:pt x="557403" y="467011"/>
                  </a:cubicBezTo>
                  <a:cubicBezTo>
                    <a:pt x="556736" y="465772"/>
                    <a:pt x="555784" y="463201"/>
                    <a:pt x="554831" y="462153"/>
                  </a:cubicBezTo>
                  <a:cubicBezTo>
                    <a:pt x="554165" y="461391"/>
                    <a:pt x="552736" y="460057"/>
                    <a:pt x="551784" y="459772"/>
                  </a:cubicBezTo>
                  <a:cubicBezTo>
                    <a:pt x="550926" y="459486"/>
                    <a:pt x="549021" y="460153"/>
                    <a:pt x="548069" y="460153"/>
                  </a:cubicBezTo>
                  <a:cubicBezTo>
                    <a:pt x="547211" y="460057"/>
                    <a:pt x="545592" y="459296"/>
                    <a:pt x="544830" y="459486"/>
                  </a:cubicBezTo>
                  <a:cubicBezTo>
                    <a:pt x="543973" y="459677"/>
                    <a:pt x="542639" y="460724"/>
                    <a:pt x="542068" y="461391"/>
                  </a:cubicBezTo>
                  <a:cubicBezTo>
                    <a:pt x="541496" y="461963"/>
                    <a:pt x="541115" y="463582"/>
                    <a:pt x="540449" y="464058"/>
                  </a:cubicBezTo>
                  <a:cubicBezTo>
                    <a:pt x="539305" y="464820"/>
                    <a:pt x="536448" y="464439"/>
                    <a:pt x="535210" y="464915"/>
                  </a:cubicBezTo>
                  <a:cubicBezTo>
                    <a:pt x="534353" y="465201"/>
                    <a:pt x="533019" y="466630"/>
                    <a:pt x="532067" y="466630"/>
                  </a:cubicBezTo>
                  <a:cubicBezTo>
                    <a:pt x="531114" y="466630"/>
                    <a:pt x="529590" y="465296"/>
                    <a:pt x="528828" y="464725"/>
                  </a:cubicBezTo>
                  <a:cubicBezTo>
                    <a:pt x="527590" y="463772"/>
                    <a:pt x="525780" y="461105"/>
                    <a:pt x="524351" y="460343"/>
                  </a:cubicBezTo>
                  <a:cubicBezTo>
                    <a:pt x="523399" y="459867"/>
                    <a:pt x="521303" y="459486"/>
                    <a:pt x="520351" y="459677"/>
                  </a:cubicBezTo>
                  <a:cubicBezTo>
                    <a:pt x="519589" y="459867"/>
                    <a:pt x="518541" y="461486"/>
                    <a:pt x="517779" y="461486"/>
                  </a:cubicBezTo>
                  <a:cubicBezTo>
                    <a:pt x="517208" y="461486"/>
                    <a:pt x="516541" y="460438"/>
                    <a:pt x="516065" y="460057"/>
                  </a:cubicBezTo>
                  <a:cubicBezTo>
                    <a:pt x="515303" y="459486"/>
                    <a:pt x="513588" y="458438"/>
                    <a:pt x="512636" y="457962"/>
                  </a:cubicBezTo>
                  <a:cubicBezTo>
                    <a:pt x="511778" y="457581"/>
                    <a:pt x="510064" y="456819"/>
                    <a:pt x="509207" y="456343"/>
                  </a:cubicBezTo>
                  <a:cubicBezTo>
                    <a:pt x="508063" y="455676"/>
                    <a:pt x="506159" y="453580"/>
                    <a:pt x="504920" y="453009"/>
                  </a:cubicBezTo>
                  <a:cubicBezTo>
                    <a:pt x="503777" y="452438"/>
                    <a:pt x="501205" y="451580"/>
                    <a:pt x="499967" y="451771"/>
                  </a:cubicBezTo>
                  <a:cubicBezTo>
                    <a:pt x="499205" y="451866"/>
                    <a:pt x="498158" y="453104"/>
                    <a:pt x="497491" y="453485"/>
                  </a:cubicBezTo>
                  <a:cubicBezTo>
                    <a:pt x="496348" y="454152"/>
                    <a:pt x="494157" y="455771"/>
                    <a:pt x="492824" y="455771"/>
                  </a:cubicBezTo>
                  <a:cubicBezTo>
                    <a:pt x="491585" y="455676"/>
                    <a:pt x="489776" y="453104"/>
                    <a:pt x="488442" y="453009"/>
                  </a:cubicBezTo>
                  <a:cubicBezTo>
                    <a:pt x="487299" y="452914"/>
                    <a:pt x="485394" y="455390"/>
                    <a:pt x="484251" y="455105"/>
                  </a:cubicBezTo>
                  <a:cubicBezTo>
                    <a:pt x="483489" y="454914"/>
                    <a:pt x="483203" y="452914"/>
                    <a:pt x="482441" y="452533"/>
                  </a:cubicBezTo>
                  <a:cubicBezTo>
                    <a:pt x="481584" y="452152"/>
                    <a:pt x="479488" y="453295"/>
                    <a:pt x="478441" y="453009"/>
                  </a:cubicBezTo>
                  <a:cubicBezTo>
                    <a:pt x="477107" y="452723"/>
                    <a:pt x="474536" y="451104"/>
                    <a:pt x="473964" y="449866"/>
                  </a:cubicBezTo>
                  <a:cubicBezTo>
                    <a:pt x="473393" y="448723"/>
                    <a:pt x="474821" y="446056"/>
                    <a:pt x="474536" y="444722"/>
                  </a:cubicBezTo>
                  <a:cubicBezTo>
                    <a:pt x="474345" y="443865"/>
                    <a:pt x="472916" y="442722"/>
                    <a:pt x="472535" y="441960"/>
                  </a:cubicBezTo>
                  <a:cubicBezTo>
                    <a:pt x="472154" y="441198"/>
                    <a:pt x="471869" y="439483"/>
                    <a:pt x="471773" y="438626"/>
                  </a:cubicBezTo>
                  <a:cubicBezTo>
                    <a:pt x="471678" y="437483"/>
                    <a:pt x="472535" y="435102"/>
                    <a:pt x="471964" y="434149"/>
                  </a:cubicBezTo>
                  <a:cubicBezTo>
                    <a:pt x="471583" y="433483"/>
                    <a:pt x="469583" y="433292"/>
                    <a:pt x="469011" y="432721"/>
                  </a:cubicBezTo>
                  <a:cubicBezTo>
                    <a:pt x="468344" y="431959"/>
                    <a:pt x="468154" y="429673"/>
                    <a:pt x="467487" y="428815"/>
                  </a:cubicBezTo>
                  <a:cubicBezTo>
                    <a:pt x="467106" y="428339"/>
                    <a:pt x="465963" y="427863"/>
                    <a:pt x="465677" y="427387"/>
                  </a:cubicBezTo>
                  <a:cubicBezTo>
                    <a:pt x="465201" y="426434"/>
                    <a:pt x="465582" y="424244"/>
                    <a:pt x="465201" y="423291"/>
                  </a:cubicBezTo>
                  <a:cubicBezTo>
                    <a:pt x="465011" y="422815"/>
                    <a:pt x="464249" y="421862"/>
                    <a:pt x="463677" y="421672"/>
                  </a:cubicBezTo>
                  <a:cubicBezTo>
                    <a:pt x="463105" y="421481"/>
                    <a:pt x="461867" y="421767"/>
                    <a:pt x="461296" y="421862"/>
                  </a:cubicBezTo>
                  <a:cubicBezTo>
                    <a:pt x="460629" y="422053"/>
                    <a:pt x="459296" y="423196"/>
                    <a:pt x="458629" y="423100"/>
                  </a:cubicBezTo>
                  <a:cubicBezTo>
                    <a:pt x="457867" y="422910"/>
                    <a:pt x="456724" y="421481"/>
                    <a:pt x="456248" y="420814"/>
                  </a:cubicBezTo>
                  <a:cubicBezTo>
                    <a:pt x="455676" y="419957"/>
                    <a:pt x="455295" y="417957"/>
                    <a:pt x="454819" y="417100"/>
                  </a:cubicBezTo>
                  <a:cubicBezTo>
                    <a:pt x="454343" y="416338"/>
                    <a:pt x="453485" y="414623"/>
                    <a:pt x="452628" y="414433"/>
                  </a:cubicBezTo>
                  <a:cubicBezTo>
                    <a:pt x="451676" y="414242"/>
                    <a:pt x="449675" y="415480"/>
                    <a:pt x="448913" y="416242"/>
                  </a:cubicBezTo>
                  <a:cubicBezTo>
                    <a:pt x="448342" y="416909"/>
                    <a:pt x="447580" y="418624"/>
                    <a:pt x="447485" y="419481"/>
                  </a:cubicBezTo>
                  <a:cubicBezTo>
                    <a:pt x="447389" y="420433"/>
                    <a:pt x="448437" y="422243"/>
                    <a:pt x="448437" y="423196"/>
                  </a:cubicBezTo>
                  <a:cubicBezTo>
                    <a:pt x="448437" y="424053"/>
                    <a:pt x="448246" y="425958"/>
                    <a:pt x="447770" y="426625"/>
                  </a:cubicBezTo>
                  <a:cubicBezTo>
                    <a:pt x="447294" y="427196"/>
                    <a:pt x="445580" y="427863"/>
                    <a:pt x="444818" y="427863"/>
                  </a:cubicBezTo>
                  <a:cubicBezTo>
                    <a:pt x="444151" y="427863"/>
                    <a:pt x="443008" y="427006"/>
                    <a:pt x="442436" y="426720"/>
                  </a:cubicBezTo>
                  <a:cubicBezTo>
                    <a:pt x="441579" y="426339"/>
                    <a:pt x="440055" y="425291"/>
                    <a:pt x="439198" y="425005"/>
                  </a:cubicBezTo>
                  <a:cubicBezTo>
                    <a:pt x="438626" y="424815"/>
                    <a:pt x="437198" y="424910"/>
                    <a:pt x="436626" y="424529"/>
                  </a:cubicBezTo>
                  <a:cubicBezTo>
                    <a:pt x="436055" y="424148"/>
                    <a:pt x="435769" y="422529"/>
                    <a:pt x="435197" y="422148"/>
                  </a:cubicBezTo>
                  <a:cubicBezTo>
                    <a:pt x="434626" y="421767"/>
                    <a:pt x="433102" y="421862"/>
                    <a:pt x="432435" y="422053"/>
                  </a:cubicBezTo>
                  <a:cubicBezTo>
                    <a:pt x="431959" y="422243"/>
                    <a:pt x="431292" y="423291"/>
                    <a:pt x="430721" y="423291"/>
                  </a:cubicBezTo>
                  <a:cubicBezTo>
                    <a:pt x="430149" y="423291"/>
                    <a:pt x="429292" y="422053"/>
                    <a:pt x="428720" y="421957"/>
                  </a:cubicBezTo>
                  <a:cubicBezTo>
                    <a:pt x="427863" y="421672"/>
                    <a:pt x="425863" y="421386"/>
                    <a:pt x="425101" y="421957"/>
                  </a:cubicBezTo>
                  <a:cubicBezTo>
                    <a:pt x="424529" y="422338"/>
                    <a:pt x="424529" y="424053"/>
                    <a:pt x="424244" y="424720"/>
                  </a:cubicBezTo>
                  <a:cubicBezTo>
                    <a:pt x="423958" y="425387"/>
                    <a:pt x="423577" y="426720"/>
                    <a:pt x="423101" y="427196"/>
                  </a:cubicBezTo>
                  <a:cubicBezTo>
                    <a:pt x="422529" y="427768"/>
                    <a:pt x="421005" y="428435"/>
                    <a:pt x="420243" y="428530"/>
                  </a:cubicBezTo>
                  <a:cubicBezTo>
                    <a:pt x="419195" y="428720"/>
                    <a:pt x="417195" y="427863"/>
                    <a:pt x="416147" y="427863"/>
                  </a:cubicBezTo>
                  <a:cubicBezTo>
                    <a:pt x="415385" y="427863"/>
                    <a:pt x="413861" y="428435"/>
                    <a:pt x="413099" y="428435"/>
                  </a:cubicBezTo>
                  <a:cubicBezTo>
                    <a:pt x="412337" y="428435"/>
                    <a:pt x="410813" y="428339"/>
                    <a:pt x="410146" y="427958"/>
                  </a:cubicBezTo>
                  <a:cubicBezTo>
                    <a:pt x="409385" y="427482"/>
                    <a:pt x="408813" y="425672"/>
                    <a:pt x="408242" y="425005"/>
                  </a:cubicBezTo>
                  <a:cubicBezTo>
                    <a:pt x="407575" y="424148"/>
                    <a:pt x="405955" y="422720"/>
                    <a:pt x="405194" y="422053"/>
                  </a:cubicBezTo>
                  <a:cubicBezTo>
                    <a:pt x="404146" y="421100"/>
                    <a:pt x="401765" y="419576"/>
                    <a:pt x="400717" y="418624"/>
                  </a:cubicBezTo>
                  <a:cubicBezTo>
                    <a:pt x="399860" y="417957"/>
                    <a:pt x="398145" y="416623"/>
                    <a:pt x="397383" y="415766"/>
                  </a:cubicBezTo>
                  <a:cubicBezTo>
                    <a:pt x="396621" y="414814"/>
                    <a:pt x="395478" y="412623"/>
                    <a:pt x="394716" y="411766"/>
                  </a:cubicBezTo>
                  <a:cubicBezTo>
                    <a:pt x="394049" y="410908"/>
                    <a:pt x="392430" y="409480"/>
                    <a:pt x="391668" y="408813"/>
                  </a:cubicBezTo>
                  <a:cubicBezTo>
                    <a:pt x="390811" y="408051"/>
                    <a:pt x="388906" y="406717"/>
                    <a:pt x="388144" y="405860"/>
                  </a:cubicBezTo>
                  <a:cubicBezTo>
                    <a:pt x="387572" y="405098"/>
                    <a:pt x="386905" y="403193"/>
                    <a:pt x="386429" y="402336"/>
                  </a:cubicBezTo>
                  <a:cubicBezTo>
                    <a:pt x="386048" y="401669"/>
                    <a:pt x="385191" y="400431"/>
                    <a:pt x="384620" y="399860"/>
                  </a:cubicBezTo>
                  <a:cubicBezTo>
                    <a:pt x="384048" y="399288"/>
                    <a:pt x="382524" y="398621"/>
                    <a:pt x="381762" y="398240"/>
                  </a:cubicBezTo>
                  <a:cubicBezTo>
                    <a:pt x="381000" y="397859"/>
                    <a:pt x="379381" y="396621"/>
                    <a:pt x="378428" y="396716"/>
                  </a:cubicBezTo>
                  <a:cubicBezTo>
                    <a:pt x="377857" y="396812"/>
                    <a:pt x="377190" y="397859"/>
                    <a:pt x="376714" y="398050"/>
                  </a:cubicBezTo>
                  <a:cubicBezTo>
                    <a:pt x="376047" y="398431"/>
                    <a:pt x="374618" y="399097"/>
                    <a:pt x="373856" y="399193"/>
                  </a:cubicBezTo>
                  <a:cubicBezTo>
                    <a:pt x="373094" y="399383"/>
                    <a:pt x="370808" y="399288"/>
                    <a:pt x="370808" y="399288"/>
                  </a:cubicBezTo>
                  <a:lnTo>
                    <a:pt x="370808" y="97155"/>
                  </a:lnTo>
                  <a:lnTo>
                    <a:pt x="0" y="90678"/>
                  </a:lnTo>
                  <a:lnTo>
                    <a:pt x="2762" y="13621"/>
                  </a:lnTo>
                  <a:lnTo>
                    <a:pt x="120301" y="17145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7" name="Freeform: Shape 12">
              <a:extLst>
                <a:ext uri="{FF2B5EF4-FFF2-40B4-BE49-F238E27FC236}">
                  <a16:creationId xmlns:a16="http://schemas.microsoft.com/office/drawing/2014/main" id="{90DF52E5-E984-6573-9508-0ACD81D7E48D}"/>
                </a:ext>
              </a:extLst>
            </p:cNvPr>
            <p:cNvSpPr/>
            <p:nvPr/>
          </p:nvSpPr>
          <p:spPr>
            <a:xfrm>
              <a:off x="4535805" y="3613690"/>
              <a:ext cx="819150" cy="885825"/>
            </a:xfrm>
            <a:custGeom>
              <a:avLst/>
              <a:gdLst>
                <a:gd name="connsiteX0" fmla="*/ 824960 w 819150"/>
                <a:gd name="connsiteY0" fmla="*/ 46577 h 885825"/>
                <a:gd name="connsiteX1" fmla="*/ 822198 w 819150"/>
                <a:gd name="connsiteY1" fmla="*/ 123634 h 885825"/>
                <a:gd name="connsiteX2" fmla="*/ 817912 w 819150"/>
                <a:gd name="connsiteY2" fmla="*/ 123539 h 885825"/>
                <a:gd name="connsiteX3" fmla="*/ 792004 w 819150"/>
                <a:gd name="connsiteY3" fmla="*/ 823151 h 885825"/>
                <a:gd name="connsiteX4" fmla="*/ 332613 w 819150"/>
                <a:gd name="connsiteY4" fmla="*/ 800386 h 885825"/>
                <a:gd name="connsiteX5" fmla="*/ 327660 w 819150"/>
                <a:gd name="connsiteY5" fmla="*/ 800957 h 885825"/>
                <a:gd name="connsiteX6" fmla="*/ 324993 w 819150"/>
                <a:gd name="connsiteY6" fmla="*/ 802386 h 885825"/>
                <a:gd name="connsiteX7" fmla="*/ 326517 w 819150"/>
                <a:gd name="connsiteY7" fmla="*/ 805815 h 885825"/>
                <a:gd name="connsiteX8" fmla="*/ 325469 w 819150"/>
                <a:gd name="connsiteY8" fmla="*/ 808292 h 885825"/>
                <a:gd name="connsiteX9" fmla="*/ 326422 w 819150"/>
                <a:gd name="connsiteY9" fmla="*/ 810673 h 885825"/>
                <a:gd name="connsiteX10" fmla="*/ 325755 w 819150"/>
                <a:gd name="connsiteY10" fmla="*/ 813244 h 885825"/>
                <a:gd name="connsiteX11" fmla="*/ 322898 w 819150"/>
                <a:gd name="connsiteY11" fmla="*/ 814483 h 885825"/>
                <a:gd name="connsiteX12" fmla="*/ 321755 w 819150"/>
                <a:gd name="connsiteY12" fmla="*/ 816388 h 885825"/>
                <a:gd name="connsiteX13" fmla="*/ 324326 w 819150"/>
                <a:gd name="connsiteY13" fmla="*/ 817340 h 885825"/>
                <a:gd name="connsiteX14" fmla="*/ 323755 w 819150"/>
                <a:gd name="connsiteY14" fmla="*/ 820484 h 885825"/>
                <a:gd name="connsiteX15" fmla="*/ 324803 w 819150"/>
                <a:gd name="connsiteY15" fmla="*/ 823055 h 885825"/>
                <a:gd name="connsiteX16" fmla="*/ 327088 w 819150"/>
                <a:gd name="connsiteY16" fmla="*/ 824579 h 885825"/>
                <a:gd name="connsiteX17" fmla="*/ 327470 w 819150"/>
                <a:gd name="connsiteY17" fmla="*/ 827151 h 885825"/>
                <a:gd name="connsiteX18" fmla="*/ 330232 w 819150"/>
                <a:gd name="connsiteY18" fmla="*/ 827627 h 885825"/>
                <a:gd name="connsiteX19" fmla="*/ 331089 w 819150"/>
                <a:gd name="connsiteY19" fmla="*/ 829056 h 885825"/>
                <a:gd name="connsiteX20" fmla="*/ 333661 w 819150"/>
                <a:gd name="connsiteY20" fmla="*/ 829818 h 885825"/>
                <a:gd name="connsiteX21" fmla="*/ 334994 w 819150"/>
                <a:gd name="connsiteY21" fmla="*/ 831151 h 885825"/>
                <a:gd name="connsiteX22" fmla="*/ 336518 w 819150"/>
                <a:gd name="connsiteY22" fmla="*/ 833723 h 885825"/>
                <a:gd name="connsiteX23" fmla="*/ 236601 w 819150"/>
                <a:gd name="connsiteY23" fmla="*/ 827246 h 885825"/>
                <a:gd name="connsiteX24" fmla="*/ 116967 w 819150"/>
                <a:gd name="connsiteY24" fmla="*/ 817435 h 885825"/>
                <a:gd name="connsiteX25" fmla="*/ 111062 w 819150"/>
                <a:gd name="connsiteY25" fmla="*/ 886873 h 885825"/>
                <a:gd name="connsiteX26" fmla="*/ 476 w 819150"/>
                <a:gd name="connsiteY26" fmla="*/ 877348 h 885825"/>
                <a:gd name="connsiteX27" fmla="*/ 0 w 819150"/>
                <a:gd name="connsiteY27" fmla="*/ 877348 h 885825"/>
                <a:gd name="connsiteX28" fmla="*/ 35719 w 819150"/>
                <a:gd name="connsiteY28" fmla="*/ 517398 h 885825"/>
                <a:gd name="connsiteX29" fmla="*/ 70295 w 819150"/>
                <a:gd name="connsiteY29" fmla="*/ 153734 h 885825"/>
                <a:gd name="connsiteX30" fmla="*/ 85154 w 819150"/>
                <a:gd name="connsiteY30" fmla="*/ 0 h 885825"/>
                <a:gd name="connsiteX31" fmla="*/ 241840 w 819150"/>
                <a:gd name="connsiteY31" fmla="*/ 13716 h 885825"/>
                <a:gd name="connsiteX32" fmla="*/ 399479 w 819150"/>
                <a:gd name="connsiteY32" fmla="*/ 26194 h 885825"/>
                <a:gd name="connsiteX33" fmla="*/ 561118 w 819150"/>
                <a:gd name="connsiteY33" fmla="*/ 36100 h 885825"/>
                <a:gd name="connsiteX34" fmla="*/ 701707 w 819150"/>
                <a:gd name="connsiteY34" fmla="*/ 42482 h 885825"/>
                <a:gd name="connsiteX35" fmla="*/ 812292 w 819150"/>
                <a:gd name="connsiteY35" fmla="*/ 46292 h 885825"/>
                <a:gd name="connsiteX36" fmla="*/ 824960 w 819150"/>
                <a:gd name="connsiteY36" fmla="*/ 46577 h 88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819150" h="885825">
                  <a:moveTo>
                    <a:pt x="824960" y="46577"/>
                  </a:moveTo>
                  <a:lnTo>
                    <a:pt x="822198" y="123634"/>
                  </a:lnTo>
                  <a:lnTo>
                    <a:pt x="817912" y="123539"/>
                  </a:lnTo>
                  <a:lnTo>
                    <a:pt x="792004" y="823151"/>
                  </a:lnTo>
                  <a:lnTo>
                    <a:pt x="332613" y="800386"/>
                  </a:lnTo>
                  <a:cubicBezTo>
                    <a:pt x="332613" y="800386"/>
                    <a:pt x="328898" y="800576"/>
                    <a:pt x="327660" y="800957"/>
                  </a:cubicBezTo>
                  <a:cubicBezTo>
                    <a:pt x="326898" y="801148"/>
                    <a:pt x="325279" y="801719"/>
                    <a:pt x="324993" y="802386"/>
                  </a:cubicBezTo>
                  <a:cubicBezTo>
                    <a:pt x="324707" y="803243"/>
                    <a:pt x="326517" y="804863"/>
                    <a:pt x="326517" y="805815"/>
                  </a:cubicBezTo>
                  <a:cubicBezTo>
                    <a:pt x="326517" y="806482"/>
                    <a:pt x="325469" y="807625"/>
                    <a:pt x="325469" y="808292"/>
                  </a:cubicBezTo>
                  <a:cubicBezTo>
                    <a:pt x="325469" y="808863"/>
                    <a:pt x="326327" y="810006"/>
                    <a:pt x="326422" y="810673"/>
                  </a:cubicBezTo>
                  <a:cubicBezTo>
                    <a:pt x="326422" y="811340"/>
                    <a:pt x="326231" y="812673"/>
                    <a:pt x="325755" y="813244"/>
                  </a:cubicBezTo>
                  <a:cubicBezTo>
                    <a:pt x="325279" y="813816"/>
                    <a:pt x="323469" y="814007"/>
                    <a:pt x="322898" y="814483"/>
                  </a:cubicBezTo>
                  <a:cubicBezTo>
                    <a:pt x="322517" y="814864"/>
                    <a:pt x="321564" y="815816"/>
                    <a:pt x="321755" y="816388"/>
                  </a:cubicBezTo>
                  <a:cubicBezTo>
                    <a:pt x="321945" y="817055"/>
                    <a:pt x="323945" y="816769"/>
                    <a:pt x="324326" y="817340"/>
                  </a:cubicBezTo>
                  <a:cubicBezTo>
                    <a:pt x="324707" y="818007"/>
                    <a:pt x="323755" y="819722"/>
                    <a:pt x="323755" y="820484"/>
                  </a:cubicBezTo>
                  <a:cubicBezTo>
                    <a:pt x="323850" y="821150"/>
                    <a:pt x="324326" y="822484"/>
                    <a:pt x="324803" y="823055"/>
                  </a:cubicBezTo>
                  <a:cubicBezTo>
                    <a:pt x="325184" y="823627"/>
                    <a:pt x="326708" y="824008"/>
                    <a:pt x="327088" y="824579"/>
                  </a:cubicBezTo>
                  <a:cubicBezTo>
                    <a:pt x="327470" y="825151"/>
                    <a:pt x="327088" y="826675"/>
                    <a:pt x="327470" y="827151"/>
                  </a:cubicBezTo>
                  <a:cubicBezTo>
                    <a:pt x="327946" y="827627"/>
                    <a:pt x="329660" y="827151"/>
                    <a:pt x="330232" y="827627"/>
                  </a:cubicBezTo>
                  <a:cubicBezTo>
                    <a:pt x="330613" y="827818"/>
                    <a:pt x="330708" y="828866"/>
                    <a:pt x="331089" y="829056"/>
                  </a:cubicBezTo>
                  <a:cubicBezTo>
                    <a:pt x="331565" y="829437"/>
                    <a:pt x="333089" y="829437"/>
                    <a:pt x="333661" y="829818"/>
                  </a:cubicBezTo>
                  <a:cubicBezTo>
                    <a:pt x="334042" y="830104"/>
                    <a:pt x="334709" y="830866"/>
                    <a:pt x="334994" y="831151"/>
                  </a:cubicBezTo>
                  <a:cubicBezTo>
                    <a:pt x="335471" y="831723"/>
                    <a:pt x="336137" y="833057"/>
                    <a:pt x="336518" y="833723"/>
                  </a:cubicBezTo>
                  <a:lnTo>
                    <a:pt x="236601" y="827246"/>
                  </a:lnTo>
                  <a:lnTo>
                    <a:pt x="116967" y="817435"/>
                  </a:lnTo>
                  <a:lnTo>
                    <a:pt x="111062" y="886873"/>
                  </a:lnTo>
                  <a:lnTo>
                    <a:pt x="476" y="877348"/>
                  </a:lnTo>
                  <a:lnTo>
                    <a:pt x="0" y="877348"/>
                  </a:lnTo>
                  <a:lnTo>
                    <a:pt x="35719" y="517398"/>
                  </a:lnTo>
                  <a:lnTo>
                    <a:pt x="70295" y="153734"/>
                  </a:lnTo>
                  <a:lnTo>
                    <a:pt x="85154" y="0"/>
                  </a:lnTo>
                  <a:lnTo>
                    <a:pt x="241840" y="13716"/>
                  </a:lnTo>
                  <a:lnTo>
                    <a:pt x="399479" y="26194"/>
                  </a:lnTo>
                  <a:lnTo>
                    <a:pt x="561118" y="36100"/>
                  </a:lnTo>
                  <a:lnTo>
                    <a:pt x="701707" y="42482"/>
                  </a:lnTo>
                  <a:lnTo>
                    <a:pt x="812292" y="46292"/>
                  </a:lnTo>
                  <a:lnTo>
                    <a:pt x="824960" y="46577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8" name="Freeform: Shape 13">
              <a:extLst>
                <a:ext uri="{FF2B5EF4-FFF2-40B4-BE49-F238E27FC236}">
                  <a16:creationId xmlns:a16="http://schemas.microsoft.com/office/drawing/2014/main" id="{2E422D5C-2D50-A2B5-FF5D-02FA0C35B45C}"/>
                </a:ext>
              </a:extLst>
            </p:cNvPr>
            <p:cNvSpPr/>
            <p:nvPr/>
          </p:nvSpPr>
          <p:spPr>
            <a:xfrm>
              <a:off x="4620863" y="2991136"/>
              <a:ext cx="866775" cy="666750"/>
            </a:xfrm>
            <a:custGeom>
              <a:avLst/>
              <a:gdLst>
                <a:gd name="connsiteX0" fmla="*/ 739902 w 866775"/>
                <a:gd name="connsiteY0" fmla="*/ 669131 h 666750"/>
                <a:gd name="connsiteX1" fmla="*/ 727043 w 866775"/>
                <a:gd name="connsiteY1" fmla="*/ 668655 h 666750"/>
                <a:gd name="connsiteX2" fmla="*/ 616458 w 866775"/>
                <a:gd name="connsiteY2" fmla="*/ 664845 h 666750"/>
                <a:gd name="connsiteX3" fmla="*/ 475869 w 866775"/>
                <a:gd name="connsiteY3" fmla="*/ 658463 h 666750"/>
                <a:gd name="connsiteX4" fmla="*/ 314325 w 866775"/>
                <a:gd name="connsiteY4" fmla="*/ 648557 h 666750"/>
                <a:gd name="connsiteX5" fmla="*/ 156686 w 866775"/>
                <a:gd name="connsiteY5" fmla="*/ 636175 h 666750"/>
                <a:gd name="connsiteX6" fmla="*/ 0 w 866775"/>
                <a:gd name="connsiteY6" fmla="*/ 622459 h 666750"/>
                <a:gd name="connsiteX7" fmla="*/ 14097 w 866775"/>
                <a:gd name="connsiteY7" fmla="*/ 476821 h 666750"/>
                <a:gd name="connsiteX8" fmla="*/ 16859 w 866775"/>
                <a:gd name="connsiteY8" fmla="*/ 442436 h 666750"/>
                <a:gd name="connsiteX9" fmla="*/ 16288 w 866775"/>
                <a:gd name="connsiteY9" fmla="*/ 420815 h 666750"/>
                <a:gd name="connsiteX10" fmla="*/ 20955 w 866775"/>
                <a:gd name="connsiteY10" fmla="*/ 388049 h 666750"/>
                <a:gd name="connsiteX11" fmla="*/ 28765 w 866775"/>
                <a:gd name="connsiteY11" fmla="*/ 304038 h 666750"/>
                <a:gd name="connsiteX12" fmla="*/ 40672 w 866775"/>
                <a:gd name="connsiteY12" fmla="*/ 188976 h 666750"/>
                <a:gd name="connsiteX13" fmla="*/ 58293 w 866775"/>
                <a:gd name="connsiteY13" fmla="*/ 0 h 666750"/>
                <a:gd name="connsiteX14" fmla="*/ 189547 w 866775"/>
                <a:gd name="connsiteY14" fmla="*/ 11906 h 666750"/>
                <a:gd name="connsiteX15" fmla="*/ 494824 w 866775"/>
                <a:gd name="connsiteY15" fmla="*/ 33623 h 666750"/>
                <a:gd name="connsiteX16" fmla="*/ 637413 w 866775"/>
                <a:gd name="connsiteY16" fmla="*/ 38957 h 666750"/>
                <a:gd name="connsiteX17" fmla="*/ 870109 w 866775"/>
                <a:gd name="connsiteY17" fmla="*/ 47625 h 666750"/>
                <a:gd name="connsiteX18" fmla="*/ 866870 w 866775"/>
                <a:gd name="connsiteY18" fmla="*/ 202597 h 666750"/>
                <a:gd name="connsiteX19" fmla="*/ 857155 w 866775"/>
                <a:gd name="connsiteY19" fmla="*/ 673227 h 66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6775" h="666750">
                  <a:moveTo>
                    <a:pt x="739902" y="669131"/>
                  </a:moveTo>
                  <a:lnTo>
                    <a:pt x="727043" y="668655"/>
                  </a:lnTo>
                  <a:lnTo>
                    <a:pt x="616458" y="664845"/>
                  </a:lnTo>
                  <a:lnTo>
                    <a:pt x="475869" y="658463"/>
                  </a:lnTo>
                  <a:lnTo>
                    <a:pt x="314325" y="648557"/>
                  </a:lnTo>
                  <a:lnTo>
                    <a:pt x="156686" y="636175"/>
                  </a:lnTo>
                  <a:lnTo>
                    <a:pt x="0" y="622459"/>
                  </a:lnTo>
                  <a:lnTo>
                    <a:pt x="14097" y="476821"/>
                  </a:lnTo>
                  <a:lnTo>
                    <a:pt x="16859" y="442436"/>
                  </a:lnTo>
                  <a:lnTo>
                    <a:pt x="16288" y="420815"/>
                  </a:lnTo>
                  <a:lnTo>
                    <a:pt x="20955" y="388049"/>
                  </a:lnTo>
                  <a:lnTo>
                    <a:pt x="28765" y="304038"/>
                  </a:lnTo>
                  <a:lnTo>
                    <a:pt x="40672" y="188976"/>
                  </a:lnTo>
                  <a:lnTo>
                    <a:pt x="58293" y="0"/>
                  </a:lnTo>
                  <a:lnTo>
                    <a:pt x="189547" y="11906"/>
                  </a:lnTo>
                  <a:lnTo>
                    <a:pt x="494824" y="33623"/>
                  </a:lnTo>
                  <a:lnTo>
                    <a:pt x="637413" y="38957"/>
                  </a:lnTo>
                  <a:lnTo>
                    <a:pt x="870109" y="47625"/>
                  </a:lnTo>
                  <a:lnTo>
                    <a:pt x="866870" y="202597"/>
                  </a:lnTo>
                  <a:lnTo>
                    <a:pt x="857155" y="673227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9" name="Freeform: Shape 14">
              <a:extLst>
                <a:ext uri="{FF2B5EF4-FFF2-40B4-BE49-F238E27FC236}">
                  <a16:creationId xmlns:a16="http://schemas.microsoft.com/office/drawing/2014/main" id="{C49753FC-88BB-FC65-6BE7-05A399094A7A}"/>
                </a:ext>
              </a:extLst>
            </p:cNvPr>
            <p:cNvSpPr/>
            <p:nvPr/>
          </p:nvSpPr>
          <p:spPr>
            <a:xfrm>
              <a:off x="6090856" y="5078008"/>
              <a:ext cx="38100" cy="276225"/>
            </a:xfrm>
            <a:custGeom>
              <a:avLst/>
              <a:gdLst>
                <a:gd name="connsiteX0" fmla="*/ 39148 w 38100"/>
                <a:gd name="connsiteY0" fmla="*/ 278852 h 276225"/>
                <a:gd name="connsiteX1" fmla="*/ 38862 w 38100"/>
                <a:gd name="connsiteY1" fmla="*/ 273899 h 276225"/>
                <a:gd name="connsiteX2" fmla="*/ 38100 w 38100"/>
                <a:gd name="connsiteY2" fmla="*/ 264659 h 276225"/>
                <a:gd name="connsiteX3" fmla="*/ 35433 w 38100"/>
                <a:gd name="connsiteY3" fmla="*/ 245609 h 276225"/>
                <a:gd name="connsiteX4" fmla="*/ 31528 w 38100"/>
                <a:gd name="connsiteY4" fmla="*/ 232179 h 276225"/>
                <a:gd name="connsiteX5" fmla="*/ 28480 w 38100"/>
                <a:gd name="connsiteY5" fmla="*/ 221320 h 276225"/>
                <a:gd name="connsiteX6" fmla="*/ 23336 w 38100"/>
                <a:gd name="connsiteY6" fmla="*/ 206271 h 276225"/>
                <a:gd name="connsiteX7" fmla="*/ 19717 w 38100"/>
                <a:gd name="connsiteY7" fmla="*/ 196175 h 276225"/>
                <a:gd name="connsiteX8" fmla="*/ 14859 w 38100"/>
                <a:gd name="connsiteY8" fmla="*/ 183697 h 276225"/>
                <a:gd name="connsiteX9" fmla="*/ 11240 w 38100"/>
                <a:gd name="connsiteY9" fmla="*/ 172267 h 276225"/>
                <a:gd name="connsiteX10" fmla="*/ 7525 w 38100"/>
                <a:gd name="connsiteY10" fmla="*/ 157979 h 276225"/>
                <a:gd name="connsiteX11" fmla="*/ 4667 w 38100"/>
                <a:gd name="connsiteY11" fmla="*/ 138167 h 276225"/>
                <a:gd name="connsiteX12" fmla="*/ 4286 w 38100"/>
                <a:gd name="connsiteY12" fmla="*/ 121213 h 276225"/>
                <a:gd name="connsiteX13" fmla="*/ 4667 w 38100"/>
                <a:gd name="connsiteY13" fmla="*/ 108164 h 276225"/>
                <a:gd name="connsiteX14" fmla="*/ 7525 w 38100"/>
                <a:gd name="connsiteY14" fmla="*/ 90638 h 276225"/>
                <a:gd name="connsiteX15" fmla="*/ 12097 w 38100"/>
                <a:gd name="connsiteY15" fmla="*/ 69968 h 276225"/>
                <a:gd name="connsiteX16" fmla="*/ 18669 w 38100"/>
                <a:gd name="connsiteY16" fmla="*/ 53395 h 276225"/>
                <a:gd name="connsiteX17" fmla="*/ 26384 w 38100"/>
                <a:gd name="connsiteY17" fmla="*/ 35583 h 276225"/>
                <a:gd name="connsiteX18" fmla="*/ 32290 w 38100"/>
                <a:gd name="connsiteY18" fmla="*/ 23296 h 276225"/>
                <a:gd name="connsiteX19" fmla="*/ 39338 w 38100"/>
                <a:gd name="connsiteY19" fmla="*/ 13104 h 276225"/>
                <a:gd name="connsiteX20" fmla="*/ 44196 w 38100"/>
                <a:gd name="connsiteY20" fmla="*/ 5579 h 276225"/>
                <a:gd name="connsiteX21" fmla="*/ 46196 w 38100"/>
                <a:gd name="connsiteY21" fmla="*/ 3484 h 276225"/>
                <a:gd name="connsiteX22" fmla="*/ 45053 w 38100"/>
                <a:gd name="connsiteY22" fmla="*/ 55 h 276225"/>
                <a:gd name="connsiteX23" fmla="*/ 41243 w 38100"/>
                <a:gd name="connsiteY23" fmla="*/ 1769 h 276225"/>
                <a:gd name="connsiteX24" fmla="*/ 37719 w 38100"/>
                <a:gd name="connsiteY24" fmla="*/ 2436 h 276225"/>
                <a:gd name="connsiteX25" fmla="*/ 33147 w 38100"/>
                <a:gd name="connsiteY25" fmla="*/ 3293 h 276225"/>
                <a:gd name="connsiteX26" fmla="*/ 32576 w 38100"/>
                <a:gd name="connsiteY26" fmla="*/ 5579 h 276225"/>
                <a:gd name="connsiteX27" fmla="*/ 35243 w 38100"/>
                <a:gd name="connsiteY27" fmla="*/ 5865 h 276225"/>
                <a:gd name="connsiteX28" fmla="*/ 37529 w 38100"/>
                <a:gd name="connsiteY28" fmla="*/ 5960 h 276225"/>
                <a:gd name="connsiteX29" fmla="*/ 36957 w 38100"/>
                <a:gd name="connsiteY29" fmla="*/ 9770 h 276225"/>
                <a:gd name="connsiteX30" fmla="*/ 32861 w 38100"/>
                <a:gd name="connsiteY30" fmla="*/ 14152 h 276225"/>
                <a:gd name="connsiteX31" fmla="*/ 29623 w 38100"/>
                <a:gd name="connsiteY31" fmla="*/ 19010 h 276225"/>
                <a:gd name="connsiteX32" fmla="*/ 27622 w 38100"/>
                <a:gd name="connsiteY32" fmla="*/ 22248 h 276225"/>
                <a:gd name="connsiteX33" fmla="*/ 24670 w 38100"/>
                <a:gd name="connsiteY33" fmla="*/ 25868 h 276225"/>
                <a:gd name="connsiteX34" fmla="*/ 23908 w 38100"/>
                <a:gd name="connsiteY34" fmla="*/ 29963 h 276225"/>
                <a:gd name="connsiteX35" fmla="*/ 23527 w 38100"/>
                <a:gd name="connsiteY35" fmla="*/ 32726 h 276225"/>
                <a:gd name="connsiteX36" fmla="*/ 21431 w 38100"/>
                <a:gd name="connsiteY36" fmla="*/ 33583 h 276225"/>
                <a:gd name="connsiteX37" fmla="*/ 20288 w 38100"/>
                <a:gd name="connsiteY37" fmla="*/ 35964 h 276225"/>
                <a:gd name="connsiteX38" fmla="*/ 19050 w 38100"/>
                <a:gd name="connsiteY38" fmla="*/ 42155 h 276225"/>
                <a:gd name="connsiteX39" fmla="*/ 16954 w 38100"/>
                <a:gd name="connsiteY39" fmla="*/ 43870 h 276225"/>
                <a:gd name="connsiteX40" fmla="*/ 15145 w 38100"/>
                <a:gd name="connsiteY40" fmla="*/ 48632 h 276225"/>
                <a:gd name="connsiteX41" fmla="*/ 12287 w 38100"/>
                <a:gd name="connsiteY41" fmla="*/ 55967 h 276225"/>
                <a:gd name="connsiteX42" fmla="*/ 8763 w 38100"/>
                <a:gd name="connsiteY42" fmla="*/ 60348 h 276225"/>
                <a:gd name="connsiteX43" fmla="*/ 7239 w 38100"/>
                <a:gd name="connsiteY43" fmla="*/ 66444 h 276225"/>
                <a:gd name="connsiteX44" fmla="*/ 6096 w 38100"/>
                <a:gd name="connsiteY44" fmla="*/ 71969 h 276225"/>
                <a:gd name="connsiteX45" fmla="*/ 4286 w 38100"/>
                <a:gd name="connsiteY45" fmla="*/ 76350 h 276225"/>
                <a:gd name="connsiteX46" fmla="*/ 3905 w 38100"/>
                <a:gd name="connsiteY46" fmla="*/ 81113 h 276225"/>
                <a:gd name="connsiteX47" fmla="*/ 2953 w 38100"/>
                <a:gd name="connsiteY47" fmla="*/ 88161 h 276225"/>
                <a:gd name="connsiteX48" fmla="*/ 3048 w 38100"/>
                <a:gd name="connsiteY48" fmla="*/ 95400 h 276225"/>
                <a:gd name="connsiteX49" fmla="*/ 381 w 38100"/>
                <a:gd name="connsiteY49" fmla="*/ 99401 h 276225"/>
                <a:gd name="connsiteX50" fmla="*/ 1238 w 38100"/>
                <a:gd name="connsiteY50" fmla="*/ 102925 h 276225"/>
                <a:gd name="connsiteX51" fmla="*/ 191 w 38100"/>
                <a:gd name="connsiteY51" fmla="*/ 107592 h 276225"/>
                <a:gd name="connsiteX52" fmla="*/ 571 w 38100"/>
                <a:gd name="connsiteY52" fmla="*/ 113117 h 276225"/>
                <a:gd name="connsiteX53" fmla="*/ 0 w 38100"/>
                <a:gd name="connsiteY53" fmla="*/ 119879 h 276225"/>
                <a:gd name="connsiteX54" fmla="*/ 381 w 38100"/>
                <a:gd name="connsiteY54" fmla="*/ 127690 h 276225"/>
                <a:gd name="connsiteX55" fmla="*/ 571 w 38100"/>
                <a:gd name="connsiteY55" fmla="*/ 138834 h 276225"/>
                <a:gd name="connsiteX56" fmla="*/ 857 w 38100"/>
                <a:gd name="connsiteY56" fmla="*/ 147883 h 276225"/>
                <a:gd name="connsiteX57" fmla="*/ 1143 w 38100"/>
                <a:gd name="connsiteY57" fmla="*/ 156646 h 276225"/>
                <a:gd name="connsiteX58" fmla="*/ 2096 w 38100"/>
                <a:gd name="connsiteY58" fmla="*/ 159789 h 276225"/>
                <a:gd name="connsiteX59" fmla="*/ 4763 w 38100"/>
                <a:gd name="connsiteY59" fmla="*/ 162932 h 276225"/>
                <a:gd name="connsiteX60" fmla="*/ 4382 w 38100"/>
                <a:gd name="connsiteY60" fmla="*/ 168838 h 276225"/>
                <a:gd name="connsiteX61" fmla="*/ 5429 w 38100"/>
                <a:gd name="connsiteY61" fmla="*/ 176363 h 276225"/>
                <a:gd name="connsiteX62" fmla="*/ 7715 w 38100"/>
                <a:gd name="connsiteY62" fmla="*/ 177029 h 276225"/>
                <a:gd name="connsiteX63" fmla="*/ 9811 w 38100"/>
                <a:gd name="connsiteY63" fmla="*/ 180268 h 276225"/>
                <a:gd name="connsiteX64" fmla="*/ 9906 w 38100"/>
                <a:gd name="connsiteY64" fmla="*/ 187221 h 276225"/>
                <a:gd name="connsiteX65" fmla="*/ 11430 w 38100"/>
                <a:gd name="connsiteY65" fmla="*/ 189602 h 276225"/>
                <a:gd name="connsiteX66" fmla="*/ 13240 w 38100"/>
                <a:gd name="connsiteY66" fmla="*/ 193412 h 276225"/>
                <a:gd name="connsiteX67" fmla="*/ 13335 w 38100"/>
                <a:gd name="connsiteY67" fmla="*/ 199889 h 276225"/>
                <a:gd name="connsiteX68" fmla="*/ 17621 w 38100"/>
                <a:gd name="connsiteY68" fmla="*/ 204842 h 276225"/>
                <a:gd name="connsiteX69" fmla="*/ 19431 w 38100"/>
                <a:gd name="connsiteY69" fmla="*/ 209795 h 276225"/>
                <a:gd name="connsiteX70" fmla="*/ 23241 w 38100"/>
                <a:gd name="connsiteY70" fmla="*/ 214748 h 276225"/>
                <a:gd name="connsiteX71" fmla="*/ 22955 w 38100"/>
                <a:gd name="connsiteY71" fmla="*/ 220559 h 276225"/>
                <a:gd name="connsiteX72" fmla="*/ 26479 w 38100"/>
                <a:gd name="connsiteY72" fmla="*/ 227798 h 276225"/>
                <a:gd name="connsiteX73" fmla="*/ 28861 w 38100"/>
                <a:gd name="connsiteY73" fmla="*/ 233894 h 276225"/>
                <a:gd name="connsiteX74" fmla="*/ 30671 w 38100"/>
                <a:gd name="connsiteY74" fmla="*/ 243133 h 276225"/>
                <a:gd name="connsiteX75" fmla="*/ 32766 w 38100"/>
                <a:gd name="connsiteY75" fmla="*/ 251991 h 276225"/>
                <a:gd name="connsiteX76" fmla="*/ 33719 w 38100"/>
                <a:gd name="connsiteY76" fmla="*/ 260373 h 276225"/>
                <a:gd name="connsiteX77" fmla="*/ 33433 w 38100"/>
                <a:gd name="connsiteY77" fmla="*/ 263802 h 276225"/>
                <a:gd name="connsiteX78" fmla="*/ 34766 w 38100"/>
                <a:gd name="connsiteY78" fmla="*/ 267326 h 276225"/>
                <a:gd name="connsiteX79" fmla="*/ 34957 w 38100"/>
                <a:gd name="connsiteY79" fmla="*/ 270470 h 276225"/>
                <a:gd name="connsiteX80" fmla="*/ 35338 w 38100"/>
                <a:gd name="connsiteY80" fmla="*/ 275613 h 276225"/>
                <a:gd name="connsiteX81" fmla="*/ 36481 w 38100"/>
                <a:gd name="connsiteY81" fmla="*/ 277994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8100" h="276225">
                  <a:moveTo>
                    <a:pt x="39148" y="278852"/>
                  </a:moveTo>
                  <a:cubicBezTo>
                    <a:pt x="40100" y="278090"/>
                    <a:pt x="38957" y="275137"/>
                    <a:pt x="38862" y="273899"/>
                  </a:cubicBezTo>
                  <a:cubicBezTo>
                    <a:pt x="38671" y="271613"/>
                    <a:pt x="38386" y="266945"/>
                    <a:pt x="38100" y="264659"/>
                  </a:cubicBezTo>
                  <a:cubicBezTo>
                    <a:pt x="37624" y="259897"/>
                    <a:pt x="36481" y="250277"/>
                    <a:pt x="35433" y="245609"/>
                  </a:cubicBezTo>
                  <a:cubicBezTo>
                    <a:pt x="34671" y="242180"/>
                    <a:pt x="32480" y="235608"/>
                    <a:pt x="31528" y="232179"/>
                  </a:cubicBezTo>
                  <a:cubicBezTo>
                    <a:pt x="30766" y="229512"/>
                    <a:pt x="29242" y="224083"/>
                    <a:pt x="28480" y="221320"/>
                  </a:cubicBezTo>
                  <a:cubicBezTo>
                    <a:pt x="27337" y="217511"/>
                    <a:pt x="24670" y="209986"/>
                    <a:pt x="23336" y="206271"/>
                  </a:cubicBezTo>
                  <a:cubicBezTo>
                    <a:pt x="22479" y="203699"/>
                    <a:pt x="20669" y="198746"/>
                    <a:pt x="19717" y="196175"/>
                  </a:cubicBezTo>
                  <a:cubicBezTo>
                    <a:pt x="18479" y="193031"/>
                    <a:pt x="15907" y="186840"/>
                    <a:pt x="14859" y="183697"/>
                  </a:cubicBezTo>
                  <a:cubicBezTo>
                    <a:pt x="13907" y="180839"/>
                    <a:pt x="12097" y="175124"/>
                    <a:pt x="11240" y="172267"/>
                  </a:cubicBezTo>
                  <a:cubicBezTo>
                    <a:pt x="10192" y="168743"/>
                    <a:pt x="8287" y="161599"/>
                    <a:pt x="7525" y="157979"/>
                  </a:cubicBezTo>
                  <a:cubicBezTo>
                    <a:pt x="6572" y="153026"/>
                    <a:pt x="5048" y="143120"/>
                    <a:pt x="4667" y="138167"/>
                  </a:cubicBezTo>
                  <a:cubicBezTo>
                    <a:pt x="4286" y="133976"/>
                    <a:pt x="4286" y="125404"/>
                    <a:pt x="4286" y="121213"/>
                  </a:cubicBezTo>
                  <a:cubicBezTo>
                    <a:pt x="4286" y="117974"/>
                    <a:pt x="4382" y="111402"/>
                    <a:pt x="4667" y="108164"/>
                  </a:cubicBezTo>
                  <a:cubicBezTo>
                    <a:pt x="5144" y="103782"/>
                    <a:pt x="6668" y="95019"/>
                    <a:pt x="7525" y="90638"/>
                  </a:cubicBezTo>
                  <a:cubicBezTo>
                    <a:pt x="8477" y="85399"/>
                    <a:pt x="10573" y="75017"/>
                    <a:pt x="12097" y="69968"/>
                  </a:cubicBezTo>
                  <a:cubicBezTo>
                    <a:pt x="13430" y="65682"/>
                    <a:pt x="16954" y="57491"/>
                    <a:pt x="18669" y="53395"/>
                  </a:cubicBezTo>
                  <a:cubicBezTo>
                    <a:pt x="20574" y="48918"/>
                    <a:pt x="24384" y="39965"/>
                    <a:pt x="26384" y="35583"/>
                  </a:cubicBezTo>
                  <a:cubicBezTo>
                    <a:pt x="27813" y="32440"/>
                    <a:pt x="30575" y="26249"/>
                    <a:pt x="32290" y="23296"/>
                  </a:cubicBezTo>
                  <a:cubicBezTo>
                    <a:pt x="33814" y="20629"/>
                    <a:pt x="37624" y="15676"/>
                    <a:pt x="39338" y="13104"/>
                  </a:cubicBezTo>
                  <a:cubicBezTo>
                    <a:pt x="40577" y="11199"/>
                    <a:pt x="42863" y="7294"/>
                    <a:pt x="44196" y="5579"/>
                  </a:cubicBezTo>
                  <a:cubicBezTo>
                    <a:pt x="44672" y="5008"/>
                    <a:pt x="46006" y="4151"/>
                    <a:pt x="46196" y="3484"/>
                  </a:cubicBezTo>
                  <a:cubicBezTo>
                    <a:pt x="46387" y="2627"/>
                    <a:pt x="45911" y="436"/>
                    <a:pt x="45053" y="55"/>
                  </a:cubicBezTo>
                  <a:cubicBezTo>
                    <a:pt x="44101" y="-326"/>
                    <a:pt x="42196" y="1388"/>
                    <a:pt x="41243" y="1769"/>
                  </a:cubicBezTo>
                  <a:cubicBezTo>
                    <a:pt x="40386" y="2055"/>
                    <a:pt x="38576" y="2245"/>
                    <a:pt x="37719" y="2436"/>
                  </a:cubicBezTo>
                  <a:cubicBezTo>
                    <a:pt x="36576" y="2627"/>
                    <a:pt x="34004" y="2531"/>
                    <a:pt x="33147" y="3293"/>
                  </a:cubicBezTo>
                  <a:cubicBezTo>
                    <a:pt x="32766" y="3674"/>
                    <a:pt x="32290" y="5103"/>
                    <a:pt x="32576" y="5579"/>
                  </a:cubicBezTo>
                  <a:cubicBezTo>
                    <a:pt x="32957" y="6151"/>
                    <a:pt x="34576" y="5770"/>
                    <a:pt x="35243" y="5865"/>
                  </a:cubicBezTo>
                  <a:cubicBezTo>
                    <a:pt x="35814" y="5960"/>
                    <a:pt x="37147" y="5579"/>
                    <a:pt x="37529" y="5960"/>
                  </a:cubicBezTo>
                  <a:cubicBezTo>
                    <a:pt x="38100" y="6722"/>
                    <a:pt x="37338" y="8913"/>
                    <a:pt x="36957" y="9770"/>
                  </a:cubicBezTo>
                  <a:cubicBezTo>
                    <a:pt x="36290" y="11104"/>
                    <a:pt x="33814" y="13009"/>
                    <a:pt x="32861" y="14152"/>
                  </a:cubicBezTo>
                  <a:cubicBezTo>
                    <a:pt x="31909" y="15295"/>
                    <a:pt x="30385" y="17771"/>
                    <a:pt x="29623" y="19010"/>
                  </a:cubicBezTo>
                  <a:cubicBezTo>
                    <a:pt x="29146" y="19772"/>
                    <a:pt x="28194" y="21486"/>
                    <a:pt x="27622" y="22248"/>
                  </a:cubicBezTo>
                  <a:cubicBezTo>
                    <a:pt x="26956" y="23201"/>
                    <a:pt x="25146" y="24820"/>
                    <a:pt x="24670" y="25868"/>
                  </a:cubicBezTo>
                  <a:cubicBezTo>
                    <a:pt x="24194" y="26820"/>
                    <a:pt x="24098" y="28916"/>
                    <a:pt x="23908" y="29963"/>
                  </a:cubicBezTo>
                  <a:cubicBezTo>
                    <a:pt x="23813" y="30630"/>
                    <a:pt x="23908" y="32249"/>
                    <a:pt x="23527" y="32726"/>
                  </a:cubicBezTo>
                  <a:cubicBezTo>
                    <a:pt x="23146" y="33202"/>
                    <a:pt x="21812" y="33202"/>
                    <a:pt x="21431" y="33583"/>
                  </a:cubicBezTo>
                  <a:cubicBezTo>
                    <a:pt x="20955" y="34059"/>
                    <a:pt x="20479" y="35393"/>
                    <a:pt x="20288" y="35964"/>
                  </a:cubicBezTo>
                  <a:cubicBezTo>
                    <a:pt x="19812" y="37488"/>
                    <a:pt x="19812" y="40822"/>
                    <a:pt x="19050" y="42155"/>
                  </a:cubicBezTo>
                  <a:cubicBezTo>
                    <a:pt x="18669" y="42727"/>
                    <a:pt x="17336" y="43298"/>
                    <a:pt x="16954" y="43870"/>
                  </a:cubicBezTo>
                  <a:cubicBezTo>
                    <a:pt x="16193" y="44918"/>
                    <a:pt x="15621" y="47489"/>
                    <a:pt x="15145" y="48632"/>
                  </a:cubicBezTo>
                  <a:cubicBezTo>
                    <a:pt x="14478" y="50442"/>
                    <a:pt x="13240" y="54252"/>
                    <a:pt x="12287" y="55967"/>
                  </a:cubicBezTo>
                  <a:cubicBezTo>
                    <a:pt x="11621" y="57205"/>
                    <a:pt x="9430" y="59110"/>
                    <a:pt x="8763" y="60348"/>
                  </a:cubicBezTo>
                  <a:cubicBezTo>
                    <a:pt x="8096" y="61777"/>
                    <a:pt x="7525" y="64920"/>
                    <a:pt x="7239" y="66444"/>
                  </a:cubicBezTo>
                  <a:cubicBezTo>
                    <a:pt x="6858" y="67778"/>
                    <a:pt x="6477" y="70635"/>
                    <a:pt x="6096" y="71969"/>
                  </a:cubicBezTo>
                  <a:cubicBezTo>
                    <a:pt x="5715" y="73111"/>
                    <a:pt x="4572" y="75207"/>
                    <a:pt x="4286" y="76350"/>
                  </a:cubicBezTo>
                  <a:cubicBezTo>
                    <a:pt x="4001" y="77493"/>
                    <a:pt x="4001" y="79969"/>
                    <a:pt x="3905" y="81113"/>
                  </a:cubicBezTo>
                  <a:cubicBezTo>
                    <a:pt x="3715" y="82922"/>
                    <a:pt x="3048" y="86447"/>
                    <a:pt x="2953" y="88161"/>
                  </a:cubicBezTo>
                  <a:cubicBezTo>
                    <a:pt x="2858" y="89971"/>
                    <a:pt x="3620" y="93686"/>
                    <a:pt x="3048" y="95400"/>
                  </a:cubicBezTo>
                  <a:cubicBezTo>
                    <a:pt x="2667" y="96543"/>
                    <a:pt x="571" y="98162"/>
                    <a:pt x="381" y="99401"/>
                  </a:cubicBezTo>
                  <a:cubicBezTo>
                    <a:pt x="191" y="100258"/>
                    <a:pt x="1238" y="102068"/>
                    <a:pt x="1238" y="102925"/>
                  </a:cubicBezTo>
                  <a:cubicBezTo>
                    <a:pt x="1238" y="104163"/>
                    <a:pt x="286" y="106449"/>
                    <a:pt x="191" y="107592"/>
                  </a:cubicBezTo>
                  <a:cubicBezTo>
                    <a:pt x="95" y="108926"/>
                    <a:pt x="667" y="111688"/>
                    <a:pt x="571" y="113117"/>
                  </a:cubicBezTo>
                  <a:cubicBezTo>
                    <a:pt x="571" y="114831"/>
                    <a:pt x="0" y="118260"/>
                    <a:pt x="0" y="119879"/>
                  </a:cubicBezTo>
                  <a:cubicBezTo>
                    <a:pt x="0" y="121880"/>
                    <a:pt x="381" y="125690"/>
                    <a:pt x="381" y="127690"/>
                  </a:cubicBezTo>
                  <a:cubicBezTo>
                    <a:pt x="476" y="130452"/>
                    <a:pt x="476" y="136072"/>
                    <a:pt x="571" y="138834"/>
                  </a:cubicBezTo>
                  <a:cubicBezTo>
                    <a:pt x="667" y="141120"/>
                    <a:pt x="762" y="145597"/>
                    <a:pt x="857" y="147883"/>
                  </a:cubicBezTo>
                  <a:cubicBezTo>
                    <a:pt x="953" y="150074"/>
                    <a:pt x="762" y="154455"/>
                    <a:pt x="1143" y="156646"/>
                  </a:cubicBezTo>
                  <a:cubicBezTo>
                    <a:pt x="1238" y="157408"/>
                    <a:pt x="1715" y="159027"/>
                    <a:pt x="2096" y="159789"/>
                  </a:cubicBezTo>
                  <a:cubicBezTo>
                    <a:pt x="2572" y="160646"/>
                    <a:pt x="4477" y="161885"/>
                    <a:pt x="4763" y="162932"/>
                  </a:cubicBezTo>
                  <a:cubicBezTo>
                    <a:pt x="5239" y="164361"/>
                    <a:pt x="4286" y="167409"/>
                    <a:pt x="4382" y="168838"/>
                  </a:cubicBezTo>
                  <a:cubicBezTo>
                    <a:pt x="4477" y="170743"/>
                    <a:pt x="4191" y="174839"/>
                    <a:pt x="5429" y="176363"/>
                  </a:cubicBezTo>
                  <a:cubicBezTo>
                    <a:pt x="5810" y="176839"/>
                    <a:pt x="7239" y="176744"/>
                    <a:pt x="7715" y="177029"/>
                  </a:cubicBezTo>
                  <a:cubicBezTo>
                    <a:pt x="8477" y="177601"/>
                    <a:pt x="9525" y="179315"/>
                    <a:pt x="9811" y="180268"/>
                  </a:cubicBezTo>
                  <a:cubicBezTo>
                    <a:pt x="10287" y="181887"/>
                    <a:pt x="9430" y="185507"/>
                    <a:pt x="9906" y="187221"/>
                  </a:cubicBezTo>
                  <a:cubicBezTo>
                    <a:pt x="10096" y="187888"/>
                    <a:pt x="11144" y="189031"/>
                    <a:pt x="11430" y="189602"/>
                  </a:cubicBezTo>
                  <a:cubicBezTo>
                    <a:pt x="11906" y="190555"/>
                    <a:pt x="13049" y="192365"/>
                    <a:pt x="13240" y="193412"/>
                  </a:cubicBezTo>
                  <a:cubicBezTo>
                    <a:pt x="13621" y="195032"/>
                    <a:pt x="12763" y="198365"/>
                    <a:pt x="13335" y="199889"/>
                  </a:cubicBezTo>
                  <a:cubicBezTo>
                    <a:pt x="13907" y="201413"/>
                    <a:pt x="16764" y="203414"/>
                    <a:pt x="17621" y="204842"/>
                  </a:cubicBezTo>
                  <a:cubicBezTo>
                    <a:pt x="18288" y="205985"/>
                    <a:pt x="18860" y="208652"/>
                    <a:pt x="19431" y="209795"/>
                  </a:cubicBezTo>
                  <a:cubicBezTo>
                    <a:pt x="20193" y="211129"/>
                    <a:pt x="22765" y="213224"/>
                    <a:pt x="23241" y="214748"/>
                  </a:cubicBezTo>
                  <a:cubicBezTo>
                    <a:pt x="23717" y="216082"/>
                    <a:pt x="22670" y="219130"/>
                    <a:pt x="22955" y="220559"/>
                  </a:cubicBezTo>
                  <a:cubicBezTo>
                    <a:pt x="23336" y="222559"/>
                    <a:pt x="25718" y="225988"/>
                    <a:pt x="26479" y="227798"/>
                  </a:cubicBezTo>
                  <a:cubicBezTo>
                    <a:pt x="27146" y="229322"/>
                    <a:pt x="28385" y="232274"/>
                    <a:pt x="28861" y="233894"/>
                  </a:cubicBezTo>
                  <a:cubicBezTo>
                    <a:pt x="29528" y="236180"/>
                    <a:pt x="30194" y="240752"/>
                    <a:pt x="30671" y="243133"/>
                  </a:cubicBezTo>
                  <a:cubicBezTo>
                    <a:pt x="31147" y="245324"/>
                    <a:pt x="32385" y="249800"/>
                    <a:pt x="32766" y="251991"/>
                  </a:cubicBezTo>
                  <a:cubicBezTo>
                    <a:pt x="33147" y="254086"/>
                    <a:pt x="33719" y="258278"/>
                    <a:pt x="33719" y="260373"/>
                  </a:cubicBezTo>
                  <a:cubicBezTo>
                    <a:pt x="33719" y="261230"/>
                    <a:pt x="33338" y="262945"/>
                    <a:pt x="33433" y="263802"/>
                  </a:cubicBezTo>
                  <a:cubicBezTo>
                    <a:pt x="33528" y="264755"/>
                    <a:pt x="34576" y="266374"/>
                    <a:pt x="34766" y="267326"/>
                  </a:cubicBezTo>
                  <a:cubicBezTo>
                    <a:pt x="34957" y="268088"/>
                    <a:pt x="34957" y="269612"/>
                    <a:pt x="34957" y="270470"/>
                  </a:cubicBezTo>
                  <a:cubicBezTo>
                    <a:pt x="35052" y="271708"/>
                    <a:pt x="35052" y="274280"/>
                    <a:pt x="35338" y="275613"/>
                  </a:cubicBezTo>
                  <a:cubicBezTo>
                    <a:pt x="35528" y="276280"/>
                    <a:pt x="36004" y="277613"/>
                    <a:pt x="36481" y="277994"/>
                  </a:cubicBezTo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0" name="Freeform: Shape 15">
              <a:extLst>
                <a:ext uri="{FF2B5EF4-FFF2-40B4-BE49-F238E27FC236}">
                  <a16:creationId xmlns:a16="http://schemas.microsoft.com/office/drawing/2014/main" id="{9FBAFDFB-BBE2-32E2-9CBB-884D8414B8C3}"/>
                </a:ext>
              </a:extLst>
            </p:cNvPr>
            <p:cNvSpPr/>
            <p:nvPr/>
          </p:nvSpPr>
          <p:spPr>
            <a:xfrm>
              <a:off x="6138165" y="4995324"/>
              <a:ext cx="76200" cy="76200"/>
            </a:xfrm>
            <a:custGeom>
              <a:avLst/>
              <a:gdLst>
                <a:gd name="connsiteX0" fmla="*/ 83851 w 76200"/>
                <a:gd name="connsiteY0" fmla="*/ 3396 h 76200"/>
                <a:gd name="connsiteX1" fmla="*/ 80231 w 76200"/>
                <a:gd name="connsiteY1" fmla="*/ 8349 h 76200"/>
                <a:gd name="connsiteX2" fmla="*/ 64420 w 76200"/>
                <a:gd name="connsiteY2" fmla="*/ 16064 h 76200"/>
                <a:gd name="connsiteX3" fmla="*/ 52895 w 76200"/>
                <a:gd name="connsiteY3" fmla="*/ 24446 h 76200"/>
                <a:gd name="connsiteX4" fmla="*/ 37083 w 76200"/>
                <a:gd name="connsiteY4" fmla="*/ 37019 h 76200"/>
                <a:gd name="connsiteX5" fmla="*/ 27272 w 76200"/>
                <a:gd name="connsiteY5" fmla="*/ 47021 h 76200"/>
                <a:gd name="connsiteX6" fmla="*/ 19462 w 76200"/>
                <a:gd name="connsiteY6" fmla="*/ 55022 h 76200"/>
                <a:gd name="connsiteX7" fmla="*/ 13271 w 76200"/>
                <a:gd name="connsiteY7" fmla="*/ 60927 h 76200"/>
                <a:gd name="connsiteX8" fmla="*/ 9270 w 76200"/>
                <a:gd name="connsiteY8" fmla="*/ 66356 h 76200"/>
                <a:gd name="connsiteX9" fmla="*/ 5555 w 76200"/>
                <a:gd name="connsiteY9" fmla="*/ 73119 h 76200"/>
                <a:gd name="connsiteX10" fmla="*/ 2412 w 76200"/>
                <a:gd name="connsiteY10" fmla="*/ 77786 h 76200"/>
                <a:gd name="connsiteX11" fmla="*/ 126 w 76200"/>
                <a:gd name="connsiteY11" fmla="*/ 76834 h 76200"/>
                <a:gd name="connsiteX12" fmla="*/ 1650 w 76200"/>
                <a:gd name="connsiteY12" fmla="*/ 71595 h 76200"/>
                <a:gd name="connsiteX13" fmla="*/ 3365 w 76200"/>
                <a:gd name="connsiteY13" fmla="*/ 68642 h 76200"/>
                <a:gd name="connsiteX14" fmla="*/ 5936 w 76200"/>
                <a:gd name="connsiteY14" fmla="*/ 66071 h 76200"/>
                <a:gd name="connsiteX15" fmla="*/ 6317 w 76200"/>
                <a:gd name="connsiteY15" fmla="*/ 60070 h 76200"/>
                <a:gd name="connsiteX16" fmla="*/ 6603 w 76200"/>
                <a:gd name="connsiteY16" fmla="*/ 57307 h 76200"/>
                <a:gd name="connsiteX17" fmla="*/ 10318 w 76200"/>
                <a:gd name="connsiteY17" fmla="*/ 56260 h 76200"/>
                <a:gd name="connsiteX18" fmla="*/ 12985 w 76200"/>
                <a:gd name="connsiteY18" fmla="*/ 53593 h 76200"/>
                <a:gd name="connsiteX19" fmla="*/ 13271 w 76200"/>
                <a:gd name="connsiteY19" fmla="*/ 50640 h 76200"/>
                <a:gd name="connsiteX20" fmla="*/ 16795 w 76200"/>
                <a:gd name="connsiteY20" fmla="*/ 48164 h 76200"/>
                <a:gd name="connsiteX21" fmla="*/ 18890 w 76200"/>
                <a:gd name="connsiteY21" fmla="*/ 45687 h 76200"/>
                <a:gd name="connsiteX22" fmla="*/ 18700 w 76200"/>
                <a:gd name="connsiteY22" fmla="*/ 40544 h 76200"/>
                <a:gd name="connsiteX23" fmla="*/ 20319 w 76200"/>
                <a:gd name="connsiteY23" fmla="*/ 38829 h 76200"/>
                <a:gd name="connsiteX24" fmla="*/ 22986 w 76200"/>
                <a:gd name="connsiteY24" fmla="*/ 40067 h 76200"/>
                <a:gd name="connsiteX25" fmla="*/ 24891 w 76200"/>
                <a:gd name="connsiteY25" fmla="*/ 41877 h 76200"/>
                <a:gd name="connsiteX26" fmla="*/ 27844 w 76200"/>
                <a:gd name="connsiteY26" fmla="*/ 40734 h 76200"/>
                <a:gd name="connsiteX27" fmla="*/ 28987 w 76200"/>
                <a:gd name="connsiteY27" fmla="*/ 37305 h 76200"/>
                <a:gd name="connsiteX28" fmla="*/ 27367 w 76200"/>
                <a:gd name="connsiteY28" fmla="*/ 34733 h 76200"/>
                <a:gd name="connsiteX29" fmla="*/ 30130 w 76200"/>
                <a:gd name="connsiteY29" fmla="*/ 30733 h 76200"/>
                <a:gd name="connsiteX30" fmla="*/ 33273 w 76200"/>
                <a:gd name="connsiteY30" fmla="*/ 29685 h 76200"/>
                <a:gd name="connsiteX31" fmla="*/ 37750 w 76200"/>
                <a:gd name="connsiteY31" fmla="*/ 29495 h 76200"/>
                <a:gd name="connsiteX32" fmla="*/ 41465 w 76200"/>
                <a:gd name="connsiteY32" fmla="*/ 27875 h 76200"/>
                <a:gd name="connsiteX33" fmla="*/ 44227 w 76200"/>
                <a:gd name="connsiteY33" fmla="*/ 24256 h 76200"/>
                <a:gd name="connsiteX34" fmla="*/ 47084 w 76200"/>
                <a:gd name="connsiteY34" fmla="*/ 22637 h 76200"/>
                <a:gd name="connsiteX35" fmla="*/ 49370 w 76200"/>
                <a:gd name="connsiteY35" fmla="*/ 19112 h 76200"/>
                <a:gd name="connsiteX36" fmla="*/ 53847 w 76200"/>
                <a:gd name="connsiteY36" fmla="*/ 15874 h 76200"/>
                <a:gd name="connsiteX37" fmla="*/ 57181 w 76200"/>
                <a:gd name="connsiteY37" fmla="*/ 12635 h 76200"/>
                <a:gd name="connsiteX38" fmla="*/ 60229 w 76200"/>
                <a:gd name="connsiteY38" fmla="*/ 11969 h 76200"/>
                <a:gd name="connsiteX39" fmla="*/ 66420 w 76200"/>
                <a:gd name="connsiteY39" fmla="*/ 8825 h 76200"/>
                <a:gd name="connsiteX40" fmla="*/ 70230 w 76200"/>
                <a:gd name="connsiteY40" fmla="*/ 6158 h 76200"/>
                <a:gd name="connsiteX41" fmla="*/ 73754 w 76200"/>
                <a:gd name="connsiteY41" fmla="*/ 6349 h 76200"/>
                <a:gd name="connsiteX42" fmla="*/ 77469 w 76200"/>
                <a:gd name="connsiteY42" fmla="*/ 4348 h 76200"/>
                <a:gd name="connsiteX43" fmla="*/ 79279 w 76200"/>
                <a:gd name="connsiteY43" fmla="*/ 1015 h 76200"/>
                <a:gd name="connsiteX44" fmla="*/ 82136 w 76200"/>
                <a:gd name="connsiteY44" fmla="*/ 62 h 76200"/>
                <a:gd name="connsiteX45" fmla="*/ 83851 w 76200"/>
                <a:gd name="connsiteY45" fmla="*/ 339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6200" h="76200">
                  <a:moveTo>
                    <a:pt x="83851" y="3396"/>
                  </a:moveTo>
                  <a:cubicBezTo>
                    <a:pt x="83756" y="4920"/>
                    <a:pt x="81470" y="7397"/>
                    <a:pt x="80231" y="8349"/>
                  </a:cubicBezTo>
                  <a:cubicBezTo>
                    <a:pt x="76898" y="11206"/>
                    <a:pt x="68230" y="13778"/>
                    <a:pt x="64420" y="16064"/>
                  </a:cubicBezTo>
                  <a:cubicBezTo>
                    <a:pt x="61372" y="17874"/>
                    <a:pt x="55657" y="22255"/>
                    <a:pt x="52895" y="24446"/>
                  </a:cubicBezTo>
                  <a:cubicBezTo>
                    <a:pt x="48894" y="27494"/>
                    <a:pt x="40798" y="33686"/>
                    <a:pt x="37083" y="37019"/>
                  </a:cubicBezTo>
                  <a:cubicBezTo>
                    <a:pt x="34511" y="39305"/>
                    <a:pt x="29749" y="44544"/>
                    <a:pt x="27272" y="47021"/>
                  </a:cubicBezTo>
                  <a:cubicBezTo>
                    <a:pt x="25272" y="49021"/>
                    <a:pt x="21367" y="53021"/>
                    <a:pt x="19462" y="55022"/>
                  </a:cubicBezTo>
                  <a:cubicBezTo>
                    <a:pt x="17938" y="56546"/>
                    <a:pt x="14699" y="59403"/>
                    <a:pt x="13271" y="60927"/>
                  </a:cubicBezTo>
                  <a:cubicBezTo>
                    <a:pt x="12128" y="62165"/>
                    <a:pt x="10127" y="64928"/>
                    <a:pt x="9270" y="66356"/>
                  </a:cubicBezTo>
                  <a:cubicBezTo>
                    <a:pt x="8222" y="67975"/>
                    <a:pt x="6603" y="71500"/>
                    <a:pt x="5555" y="73119"/>
                  </a:cubicBezTo>
                  <a:cubicBezTo>
                    <a:pt x="4793" y="74357"/>
                    <a:pt x="3746" y="77405"/>
                    <a:pt x="2412" y="77786"/>
                  </a:cubicBezTo>
                  <a:cubicBezTo>
                    <a:pt x="1840" y="77977"/>
                    <a:pt x="316" y="77405"/>
                    <a:pt x="126" y="76834"/>
                  </a:cubicBezTo>
                  <a:cubicBezTo>
                    <a:pt x="-445" y="75596"/>
                    <a:pt x="1079" y="72833"/>
                    <a:pt x="1650" y="71595"/>
                  </a:cubicBezTo>
                  <a:cubicBezTo>
                    <a:pt x="2031" y="70833"/>
                    <a:pt x="2793" y="69309"/>
                    <a:pt x="3365" y="68642"/>
                  </a:cubicBezTo>
                  <a:cubicBezTo>
                    <a:pt x="3936" y="67975"/>
                    <a:pt x="5555" y="66928"/>
                    <a:pt x="5936" y="66071"/>
                  </a:cubicBezTo>
                  <a:cubicBezTo>
                    <a:pt x="6603" y="64737"/>
                    <a:pt x="6222" y="61498"/>
                    <a:pt x="6317" y="60070"/>
                  </a:cubicBezTo>
                  <a:cubicBezTo>
                    <a:pt x="6413" y="59403"/>
                    <a:pt x="6222" y="57879"/>
                    <a:pt x="6603" y="57307"/>
                  </a:cubicBezTo>
                  <a:cubicBezTo>
                    <a:pt x="7270" y="56546"/>
                    <a:pt x="9461" y="56736"/>
                    <a:pt x="10318" y="56260"/>
                  </a:cubicBezTo>
                  <a:cubicBezTo>
                    <a:pt x="11080" y="55783"/>
                    <a:pt x="12508" y="54450"/>
                    <a:pt x="12985" y="53593"/>
                  </a:cubicBezTo>
                  <a:cubicBezTo>
                    <a:pt x="13271" y="52926"/>
                    <a:pt x="12890" y="51307"/>
                    <a:pt x="13271" y="50640"/>
                  </a:cubicBezTo>
                  <a:cubicBezTo>
                    <a:pt x="13842" y="49688"/>
                    <a:pt x="16033" y="48925"/>
                    <a:pt x="16795" y="48164"/>
                  </a:cubicBezTo>
                  <a:cubicBezTo>
                    <a:pt x="17366" y="47592"/>
                    <a:pt x="18700" y="46449"/>
                    <a:pt x="18890" y="45687"/>
                  </a:cubicBezTo>
                  <a:cubicBezTo>
                    <a:pt x="19271" y="44449"/>
                    <a:pt x="18224" y="41782"/>
                    <a:pt x="18700" y="40544"/>
                  </a:cubicBezTo>
                  <a:cubicBezTo>
                    <a:pt x="18890" y="39972"/>
                    <a:pt x="19748" y="38924"/>
                    <a:pt x="20319" y="38829"/>
                  </a:cubicBezTo>
                  <a:cubicBezTo>
                    <a:pt x="21081" y="38639"/>
                    <a:pt x="22319" y="39686"/>
                    <a:pt x="22986" y="40067"/>
                  </a:cubicBezTo>
                  <a:cubicBezTo>
                    <a:pt x="23557" y="40448"/>
                    <a:pt x="24224" y="41782"/>
                    <a:pt x="24891" y="41877"/>
                  </a:cubicBezTo>
                  <a:cubicBezTo>
                    <a:pt x="25653" y="42067"/>
                    <a:pt x="27367" y="41305"/>
                    <a:pt x="27844" y="40734"/>
                  </a:cubicBezTo>
                  <a:cubicBezTo>
                    <a:pt x="28415" y="40067"/>
                    <a:pt x="29082" y="38257"/>
                    <a:pt x="28987" y="37305"/>
                  </a:cubicBezTo>
                  <a:cubicBezTo>
                    <a:pt x="28891" y="36543"/>
                    <a:pt x="27367" y="35495"/>
                    <a:pt x="27367" y="34733"/>
                  </a:cubicBezTo>
                  <a:cubicBezTo>
                    <a:pt x="27367" y="33495"/>
                    <a:pt x="29177" y="31399"/>
                    <a:pt x="30130" y="30733"/>
                  </a:cubicBezTo>
                  <a:cubicBezTo>
                    <a:pt x="30797" y="30256"/>
                    <a:pt x="32511" y="29780"/>
                    <a:pt x="33273" y="29685"/>
                  </a:cubicBezTo>
                  <a:cubicBezTo>
                    <a:pt x="34416" y="29495"/>
                    <a:pt x="36702" y="29685"/>
                    <a:pt x="37750" y="29495"/>
                  </a:cubicBezTo>
                  <a:cubicBezTo>
                    <a:pt x="38798" y="29209"/>
                    <a:pt x="40703" y="28542"/>
                    <a:pt x="41465" y="27875"/>
                  </a:cubicBezTo>
                  <a:cubicBezTo>
                    <a:pt x="42417" y="27208"/>
                    <a:pt x="43370" y="25018"/>
                    <a:pt x="44227" y="24256"/>
                  </a:cubicBezTo>
                  <a:cubicBezTo>
                    <a:pt x="44798" y="23684"/>
                    <a:pt x="46513" y="23208"/>
                    <a:pt x="47084" y="22637"/>
                  </a:cubicBezTo>
                  <a:cubicBezTo>
                    <a:pt x="47846" y="21970"/>
                    <a:pt x="48704" y="19874"/>
                    <a:pt x="49370" y="19112"/>
                  </a:cubicBezTo>
                  <a:cubicBezTo>
                    <a:pt x="50323" y="18064"/>
                    <a:pt x="52799" y="16826"/>
                    <a:pt x="53847" y="15874"/>
                  </a:cubicBezTo>
                  <a:cubicBezTo>
                    <a:pt x="54704" y="15112"/>
                    <a:pt x="56133" y="13112"/>
                    <a:pt x="57181" y="12635"/>
                  </a:cubicBezTo>
                  <a:cubicBezTo>
                    <a:pt x="57848" y="12254"/>
                    <a:pt x="59562" y="12254"/>
                    <a:pt x="60229" y="11969"/>
                  </a:cubicBezTo>
                  <a:cubicBezTo>
                    <a:pt x="61848" y="11397"/>
                    <a:pt x="64896" y="9682"/>
                    <a:pt x="66420" y="8825"/>
                  </a:cubicBezTo>
                  <a:cubicBezTo>
                    <a:pt x="67468" y="8254"/>
                    <a:pt x="69087" y="6444"/>
                    <a:pt x="70230" y="6158"/>
                  </a:cubicBezTo>
                  <a:cubicBezTo>
                    <a:pt x="71087" y="5872"/>
                    <a:pt x="72897" y="6539"/>
                    <a:pt x="73754" y="6349"/>
                  </a:cubicBezTo>
                  <a:cubicBezTo>
                    <a:pt x="74802" y="6063"/>
                    <a:pt x="76707" y="5111"/>
                    <a:pt x="77469" y="4348"/>
                  </a:cubicBezTo>
                  <a:cubicBezTo>
                    <a:pt x="78136" y="3682"/>
                    <a:pt x="78612" y="1681"/>
                    <a:pt x="79279" y="1015"/>
                  </a:cubicBezTo>
                  <a:cubicBezTo>
                    <a:pt x="79850" y="539"/>
                    <a:pt x="81470" y="-223"/>
                    <a:pt x="82136" y="62"/>
                  </a:cubicBezTo>
                  <a:cubicBezTo>
                    <a:pt x="82898" y="729"/>
                    <a:pt x="83946" y="2539"/>
                    <a:pt x="83851" y="3396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1" name="Freeform: Shape 16">
              <a:extLst>
                <a:ext uri="{FF2B5EF4-FFF2-40B4-BE49-F238E27FC236}">
                  <a16:creationId xmlns:a16="http://schemas.microsoft.com/office/drawing/2014/main" id="{1460E85F-A60A-9EFB-F421-467984F6140D}"/>
                </a:ext>
              </a:extLst>
            </p:cNvPr>
            <p:cNvSpPr/>
            <p:nvPr/>
          </p:nvSpPr>
          <p:spPr>
            <a:xfrm>
              <a:off x="4858487" y="3736467"/>
              <a:ext cx="1724025" cy="1609725"/>
            </a:xfrm>
            <a:custGeom>
              <a:avLst/>
              <a:gdLst>
                <a:gd name="connsiteX0" fmla="*/ 1116069 w 1724025"/>
                <a:gd name="connsiteY0" fmla="*/ 1618488 h 1609725"/>
                <a:gd name="connsiteX1" fmla="*/ 1113974 w 1724025"/>
                <a:gd name="connsiteY1" fmla="*/ 1615535 h 1609725"/>
                <a:gd name="connsiteX2" fmla="*/ 1114164 w 1724025"/>
                <a:gd name="connsiteY2" fmla="*/ 1612964 h 1609725"/>
                <a:gd name="connsiteX3" fmla="*/ 1112735 w 1724025"/>
                <a:gd name="connsiteY3" fmla="*/ 1611821 h 1609725"/>
                <a:gd name="connsiteX4" fmla="*/ 1109973 w 1724025"/>
                <a:gd name="connsiteY4" fmla="*/ 1612868 h 1609725"/>
                <a:gd name="connsiteX5" fmla="*/ 1106544 w 1724025"/>
                <a:gd name="connsiteY5" fmla="*/ 1612011 h 1609725"/>
                <a:gd name="connsiteX6" fmla="*/ 1104544 w 1724025"/>
                <a:gd name="connsiteY6" fmla="*/ 1609439 h 1609725"/>
                <a:gd name="connsiteX7" fmla="*/ 1104353 w 1724025"/>
                <a:gd name="connsiteY7" fmla="*/ 1606201 h 1609725"/>
                <a:gd name="connsiteX8" fmla="*/ 1102449 w 1724025"/>
                <a:gd name="connsiteY8" fmla="*/ 1605153 h 1609725"/>
                <a:gd name="connsiteX9" fmla="*/ 1100543 w 1724025"/>
                <a:gd name="connsiteY9" fmla="*/ 1606868 h 1609725"/>
                <a:gd name="connsiteX10" fmla="*/ 1098353 w 1724025"/>
                <a:gd name="connsiteY10" fmla="*/ 1606677 h 1609725"/>
                <a:gd name="connsiteX11" fmla="*/ 1095495 w 1724025"/>
                <a:gd name="connsiteY11" fmla="*/ 1603343 h 1609725"/>
                <a:gd name="connsiteX12" fmla="*/ 1091971 w 1724025"/>
                <a:gd name="connsiteY12" fmla="*/ 1601248 h 1609725"/>
                <a:gd name="connsiteX13" fmla="*/ 1088828 w 1724025"/>
                <a:gd name="connsiteY13" fmla="*/ 1598771 h 1609725"/>
                <a:gd name="connsiteX14" fmla="*/ 1087970 w 1724025"/>
                <a:gd name="connsiteY14" fmla="*/ 1596295 h 1609725"/>
                <a:gd name="connsiteX15" fmla="*/ 1085875 w 1724025"/>
                <a:gd name="connsiteY15" fmla="*/ 1596009 h 1609725"/>
                <a:gd name="connsiteX16" fmla="*/ 1082732 w 1724025"/>
                <a:gd name="connsiteY16" fmla="*/ 1597343 h 1609725"/>
                <a:gd name="connsiteX17" fmla="*/ 1079493 w 1724025"/>
                <a:gd name="connsiteY17" fmla="*/ 1596771 h 1609725"/>
                <a:gd name="connsiteX18" fmla="*/ 1075683 w 1724025"/>
                <a:gd name="connsiteY18" fmla="*/ 1595247 h 1609725"/>
                <a:gd name="connsiteX19" fmla="*/ 1072731 w 1724025"/>
                <a:gd name="connsiteY19" fmla="*/ 1595628 h 1609725"/>
                <a:gd name="connsiteX20" fmla="*/ 1070159 w 1724025"/>
                <a:gd name="connsiteY20" fmla="*/ 1593056 h 1609725"/>
                <a:gd name="connsiteX21" fmla="*/ 1066634 w 1724025"/>
                <a:gd name="connsiteY21" fmla="*/ 1591437 h 1609725"/>
                <a:gd name="connsiteX22" fmla="*/ 1063396 w 1724025"/>
                <a:gd name="connsiteY22" fmla="*/ 1591437 h 1609725"/>
                <a:gd name="connsiteX23" fmla="*/ 1061396 w 1724025"/>
                <a:gd name="connsiteY23" fmla="*/ 1593532 h 1609725"/>
                <a:gd name="connsiteX24" fmla="*/ 1059015 w 1724025"/>
                <a:gd name="connsiteY24" fmla="*/ 1594771 h 1609725"/>
                <a:gd name="connsiteX25" fmla="*/ 1056919 w 1724025"/>
                <a:gd name="connsiteY25" fmla="*/ 1594485 h 1609725"/>
                <a:gd name="connsiteX26" fmla="*/ 1056728 w 1724025"/>
                <a:gd name="connsiteY26" fmla="*/ 1591056 h 1609725"/>
                <a:gd name="connsiteX27" fmla="*/ 1054061 w 1724025"/>
                <a:gd name="connsiteY27" fmla="*/ 1589437 h 1609725"/>
                <a:gd name="connsiteX28" fmla="*/ 1051299 w 1724025"/>
                <a:gd name="connsiteY28" fmla="*/ 1589437 h 1609725"/>
                <a:gd name="connsiteX29" fmla="*/ 1050347 w 1724025"/>
                <a:gd name="connsiteY29" fmla="*/ 1586579 h 1609725"/>
                <a:gd name="connsiteX30" fmla="*/ 1049299 w 1724025"/>
                <a:gd name="connsiteY30" fmla="*/ 1584865 h 1609725"/>
                <a:gd name="connsiteX31" fmla="*/ 1046156 w 1724025"/>
                <a:gd name="connsiteY31" fmla="*/ 1585151 h 1609725"/>
                <a:gd name="connsiteX32" fmla="*/ 1045870 w 1724025"/>
                <a:gd name="connsiteY32" fmla="*/ 1582484 h 1609725"/>
                <a:gd name="connsiteX33" fmla="*/ 1044727 w 1724025"/>
                <a:gd name="connsiteY33" fmla="*/ 1580960 h 1609725"/>
                <a:gd name="connsiteX34" fmla="*/ 1040726 w 1724025"/>
                <a:gd name="connsiteY34" fmla="*/ 1580388 h 1609725"/>
                <a:gd name="connsiteX35" fmla="*/ 1039393 w 1724025"/>
                <a:gd name="connsiteY35" fmla="*/ 1577435 h 1609725"/>
                <a:gd name="connsiteX36" fmla="*/ 1039202 w 1724025"/>
                <a:gd name="connsiteY36" fmla="*/ 1574673 h 1609725"/>
                <a:gd name="connsiteX37" fmla="*/ 1035107 w 1724025"/>
                <a:gd name="connsiteY37" fmla="*/ 1573911 h 1609725"/>
                <a:gd name="connsiteX38" fmla="*/ 1031964 w 1724025"/>
                <a:gd name="connsiteY38" fmla="*/ 1575816 h 1609725"/>
                <a:gd name="connsiteX39" fmla="*/ 1029297 w 1724025"/>
                <a:gd name="connsiteY39" fmla="*/ 1574768 h 1609725"/>
                <a:gd name="connsiteX40" fmla="*/ 1025772 w 1724025"/>
                <a:gd name="connsiteY40" fmla="*/ 1575626 h 1609725"/>
                <a:gd name="connsiteX41" fmla="*/ 1023486 w 1724025"/>
                <a:gd name="connsiteY41" fmla="*/ 1574578 h 1609725"/>
                <a:gd name="connsiteX42" fmla="*/ 1021581 w 1724025"/>
                <a:gd name="connsiteY42" fmla="*/ 1572482 h 1609725"/>
                <a:gd name="connsiteX43" fmla="*/ 1018152 w 1724025"/>
                <a:gd name="connsiteY43" fmla="*/ 1573721 h 1609725"/>
                <a:gd name="connsiteX44" fmla="*/ 1016914 w 1724025"/>
                <a:gd name="connsiteY44" fmla="*/ 1571339 h 1609725"/>
                <a:gd name="connsiteX45" fmla="*/ 1015771 w 1724025"/>
                <a:gd name="connsiteY45" fmla="*/ 1570196 h 1609725"/>
                <a:gd name="connsiteX46" fmla="*/ 1012914 w 1724025"/>
                <a:gd name="connsiteY46" fmla="*/ 1570768 h 1609725"/>
                <a:gd name="connsiteX47" fmla="*/ 1009580 w 1724025"/>
                <a:gd name="connsiteY47" fmla="*/ 1570387 h 1609725"/>
                <a:gd name="connsiteX48" fmla="*/ 1007770 w 1724025"/>
                <a:gd name="connsiteY48" fmla="*/ 1568577 h 1609725"/>
                <a:gd name="connsiteX49" fmla="*/ 1004627 w 1724025"/>
                <a:gd name="connsiteY49" fmla="*/ 1568101 h 1609725"/>
                <a:gd name="connsiteX50" fmla="*/ 1002817 w 1724025"/>
                <a:gd name="connsiteY50" fmla="*/ 1570768 h 1609725"/>
                <a:gd name="connsiteX51" fmla="*/ 999864 w 1724025"/>
                <a:gd name="connsiteY51" fmla="*/ 1571435 h 1609725"/>
                <a:gd name="connsiteX52" fmla="*/ 998054 w 1724025"/>
                <a:gd name="connsiteY52" fmla="*/ 1568672 h 1609725"/>
                <a:gd name="connsiteX53" fmla="*/ 995387 w 1724025"/>
                <a:gd name="connsiteY53" fmla="*/ 1567434 h 1609725"/>
                <a:gd name="connsiteX54" fmla="*/ 994435 w 1724025"/>
                <a:gd name="connsiteY54" fmla="*/ 1563814 h 1609725"/>
                <a:gd name="connsiteX55" fmla="*/ 996721 w 1724025"/>
                <a:gd name="connsiteY55" fmla="*/ 1561338 h 1609725"/>
                <a:gd name="connsiteX56" fmla="*/ 998150 w 1724025"/>
                <a:gd name="connsiteY56" fmla="*/ 1557719 h 1609725"/>
                <a:gd name="connsiteX57" fmla="*/ 994721 w 1724025"/>
                <a:gd name="connsiteY57" fmla="*/ 1553337 h 1609725"/>
                <a:gd name="connsiteX58" fmla="*/ 992054 w 1724025"/>
                <a:gd name="connsiteY58" fmla="*/ 1551337 h 1609725"/>
                <a:gd name="connsiteX59" fmla="*/ 988815 w 1724025"/>
                <a:gd name="connsiteY59" fmla="*/ 1550098 h 1609725"/>
                <a:gd name="connsiteX60" fmla="*/ 986720 w 1724025"/>
                <a:gd name="connsiteY60" fmla="*/ 1548670 h 1609725"/>
                <a:gd name="connsiteX61" fmla="*/ 985482 w 1724025"/>
                <a:gd name="connsiteY61" fmla="*/ 1542860 h 1609725"/>
                <a:gd name="connsiteX62" fmla="*/ 985862 w 1724025"/>
                <a:gd name="connsiteY62" fmla="*/ 1539526 h 1609725"/>
                <a:gd name="connsiteX63" fmla="*/ 985672 w 1724025"/>
                <a:gd name="connsiteY63" fmla="*/ 1536097 h 1609725"/>
                <a:gd name="connsiteX64" fmla="*/ 983100 w 1724025"/>
                <a:gd name="connsiteY64" fmla="*/ 1532763 h 1609725"/>
                <a:gd name="connsiteX65" fmla="*/ 982433 w 1724025"/>
                <a:gd name="connsiteY65" fmla="*/ 1529906 h 1609725"/>
                <a:gd name="connsiteX66" fmla="*/ 980243 w 1724025"/>
                <a:gd name="connsiteY66" fmla="*/ 1525810 h 1609725"/>
                <a:gd name="connsiteX67" fmla="*/ 981100 w 1724025"/>
                <a:gd name="connsiteY67" fmla="*/ 1523143 h 1609725"/>
                <a:gd name="connsiteX68" fmla="*/ 980243 w 1724025"/>
                <a:gd name="connsiteY68" fmla="*/ 1519428 h 1609725"/>
                <a:gd name="connsiteX69" fmla="*/ 977290 w 1724025"/>
                <a:gd name="connsiteY69" fmla="*/ 1518285 h 1609725"/>
                <a:gd name="connsiteX70" fmla="*/ 976337 w 1724025"/>
                <a:gd name="connsiteY70" fmla="*/ 1516571 h 1609725"/>
                <a:gd name="connsiteX71" fmla="*/ 977004 w 1724025"/>
                <a:gd name="connsiteY71" fmla="*/ 1512570 h 1609725"/>
                <a:gd name="connsiteX72" fmla="*/ 976814 w 1724025"/>
                <a:gd name="connsiteY72" fmla="*/ 1510189 h 1609725"/>
                <a:gd name="connsiteX73" fmla="*/ 973575 w 1724025"/>
                <a:gd name="connsiteY73" fmla="*/ 1505998 h 1609725"/>
                <a:gd name="connsiteX74" fmla="*/ 973385 w 1724025"/>
                <a:gd name="connsiteY74" fmla="*/ 1502569 h 1609725"/>
                <a:gd name="connsiteX75" fmla="*/ 970527 w 1724025"/>
                <a:gd name="connsiteY75" fmla="*/ 1499521 h 1609725"/>
                <a:gd name="connsiteX76" fmla="*/ 967765 w 1724025"/>
                <a:gd name="connsiteY76" fmla="*/ 1498949 h 1609725"/>
                <a:gd name="connsiteX77" fmla="*/ 963860 w 1724025"/>
                <a:gd name="connsiteY77" fmla="*/ 1497521 h 1609725"/>
                <a:gd name="connsiteX78" fmla="*/ 963288 w 1724025"/>
                <a:gd name="connsiteY78" fmla="*/ 1495235 h 1609725"/>
                <a:gd name="connsiteX79" fmla="*/ 965193 w 1724025"/>
                <a:gd name="connsiteY79" fmla="*/ 1491424 h 1609725"/>
                <a:gd name="connsiteX80" fmla="*/ 963860 w 1724025"/>
                <a:gd name="connsiteY80" fmla="*/ 1489329 h 1609725"/>
                <a:gd name="connsiteX81" fmla="*/ 960907 w 1724025"/>
                <a:gd name="connsiteY81" fmla="*/ 1489615 h 1609725"/>
                <a:gd name="connsiteX82" fmla="*/ 956811 w 1724025"/>
                <a:gd name="connsiteY82" fmla="*/ 1488662 h 1609725"/>
                <a:gd name="connsiteX83" fmla="*/ 956049 w 1724025"/>
                <a:gd name="connsiteY83" fmla="*/ 1485138 h 1609725"/>
                <a:gd name="connsiteX84" fmla="*/ 956811 w 1724025"/>
                <a:gd name="connsiteY84" fmla="*/ 1481423 h 1609725"/>
                <a:gd name="connsiteX85" fmla="*/ 954335 w 1724025"/>
                <a:gd name="connsiteY85" fmla="*/ 1481328 h 1609725"/>
                <a:gd name="connsiteX86" fmla="*/ 953097 w 1724025"/>
                <a:gd name="connsiteY86" fmla="*/ 1477899 h 1609725"/>
                <a:gd name="connsiteX87" fmla="*/ 950429 w 1724025"/>
                <a:gd name="connsiteY87" fmla="*/ 1476661 h 1609725"/>
                <a:gd name="connsiteX88" fmla="*/ 948334 w 1724025"/>
                <a:gd name="connsiteY88" fmla="*/ 1475994 h 1609725"/>
                <a:gd name="connsiteX89" fmla="*/ 947286 w 1724025"/>
                <a:gd name="connsiteY89" fmla="*/ 1471708 h 1609725"/>
                <a:gd name="connsiteX90" fmla="*/ 947096 w 1724025"/>
                <a:gd name="connsiteY90" fmla="*/ 1468660 h 1609725"/>
                <a:gd name="connsiteX91" fmla="*/ 948239 w 1724025"/>
                <a:gd name="connsiteY91" fmla="*/ 1466279 h 1609725"/>
                <a:gd name="connsiteX92" fmla="*/ 948620 w 1724025"/>
                <a:gd name="connsiteY92" fmla="*/ 1463897 h 1609725"/>
                <a:gd name="connsiteX93" fmla="*/ 948334 w 1724025"/>
                <a:gd name="connsiteY93" fmla="*/ 1461516 h 1609725"/>
                <a:gd name="connsiteX94" fmla="*/ 949953 w 1724025"/>
                <a:gd name="connsiteY94" fmla="*/ 1458849 h 1609725"/>
                <a:gd name="connsiteX95" fmla="*/ 948906 w 1724025"/>
                <a:gd name="connsiteY95" fmla="*/ 1455706 h 1609725"/>
                <a:gd name="connsiteX96" fmla="*/ 950144 w 1724025"/>
                <a:gd name="connsiteY96" fmla="*/ 1454468 h 1609725"/>
                <a:gd name="connsiteX97" fmla="*/ 949953 w 1724025"/>
                <a:gd name="connsiteY97" fmla="*/ 1448467 h 1609725"/>
                <a:gd name="connsiteX98" fmla="*/ 948143 w 1724025"/>
                <a:gd name="connsiteY98" fmla="*/ 1445990 h 1609725"/>
                <a:gd name="connsiteX99" fmla="*/ 948239 w 1724025"/>
                <a:gd name="connsiteY99" fmla="*/ 1442085 h 1609725"/>
                <a:gd name="connsiteX100" fmla="*/ 947191 w 1724025"/>
                <a:gd name="connsiteY100" fmla="*/ 1439228 h 1609725"/>
                <a:gd name="connsiteX101" fmla="*/ 944333 w 1724025"/>
                <a:gd name="connsiteY101" fmla="*/ 1437323 h 1609725"/>
                <a:gd name="connsiteX102" fmla="*/ 942333 w 1724025"/>
                <a:gd name="connsiteY102" fmla="*/ 1439894 h 1609725"/>
                <a:gd name="connsiteX103" fmla="*/ 940904 w 1724025"/>
                <a:gd name="connsiteY103" fmla="*/ 1437323 h 1609725"/>
                <a:gd name="connsiteX104" fmla="*/ 942238 w 1724025"/>
                <a:gd name="connsiteY104" fmla="*/ 1434751 h 1609725"/>
                <a:gd name="connsiteX105" fmla="*/ 941190 w 1724025"/>
                <a:gd name="connsiteY105" fmla="*/ 1432370 h 1609725"/>
                <a:gd name="connsiteX106" fmla="*/ 938428 w 1724025"/>
                <a:gd name="connsiteY106" fmla="*/ 1432274 h 1609725"/>
                <a:gd name="connsiteX107" fmla="*/ 935285 w 1724025"/>
                <a:gd name="connsiteY107" fmla="*/ 1430750 h 1609725"/>
                <a:gd name="connsiteX108" fmla="*/ 936332 w 1724025"/>
                <a:gd name="connsiteY108" fmla="*/ 1427988 h 1609725"/>
                <a:gd name="connsiteX109" fmla="*/ 939761 w 1724025"/>
                <a:gd name="connsiteY109" fmla="*/ 1425702 h 1609725"/>
                <a:gd name="connsiteX110" fmla="*/ 940333 w 1724025"/>
                <a:gd name="connsiteY110" fmla="*/ 1422082 h 1609725"/>
                <a:gd name="connsiteX111" fmla="*/ 941666 w 1724025"/>
                <a:gd name="connsiteY111" fmla="*/ 1420082 h 1609725"/>
                <a:gd name="connsiteX112" fmla="*/ 942905 w 1724025"/>
                <a:gd name="connsiteY112" fmla="*/ 1416939 h 1609725"/>
                <a:gd name="connsiteX113" fmla="*/ 941381 w 1724025"/>
                <a:gd name="connsiteY113" fmla="*/ 1412367 h 1609725"/>
                <a:gd name="connsiteX114" fmla="*/ 940714 w 1724025"/>
                <a:gd name="connsiteY114" fmla="*/ 1409890 h 1609725"/>
                <a:gd name="connsiteX115" fmla="*/ 941571 w 1724025"/>
                <a:gd name="connsiteY115" fmla="*/ 1406652 h 1609725"/>
                <a:gd name="connsiteX116" fmla="*/ 943572 w 1724025"/>
                <a:gd name="connsiteY116" fmla="*/ 1404176 h 1609725"/>
                <a:gd name="connsiteX117" fmla="*/ 943190 w 1724025"/>
                <a:gd name="connsiteY117" fmla="*/ 1401509 h 1609725"/>
                <a:gd name="connsiteX118" fmla="*/ 939095 w 1724025"/>
                <a:gd name="connsiteY118" fmla="*/ 1401223 h 1609725"/>
                <a:gd name="connsiteX119" fmla="*/ 936523 w 1724025"/>
                <a:gd name="connsiteY119" fmla="*/ 1399223 h 1609725"/>
                <a:gd name="connsiteX120" fmla="*/ 936904 w 1724025"/>
                <a:gd name="connsiteY120" fmla="*/ 1396174 h 1609725"/>
                <a:gd name="connsiteX121" fmla="*/ 937952 w 1724025"/>
                <a:gd name="connsiteY121" fmla="*/ 1393889 h 1609725"/>
                <a:gd name="connsiteX122" fmla="*/ 938523 w 1724025"/>
                <a:gd name="connsiteY122" fmla="*/ 1391031 h 1609725"/>
                <a:gd name="connsiteX123" fmla="*/ 936523 w 1724025"/>
                <a:gd name="connsiteY123" fmla="*/ 1389602 h 1609725"/>
                <a:gd name="connsiteX124" fmla="*/ 935570 w 1724025"/>
                <a:gd name="connsiteY124" fmla="*/ 1386078 h 1609725"/>
                <a:gd name="connsiteX125" fmla="*/ 931189 w 1724025"/>
                <a:gd name="connsiteY125" fmla="*/ 1383887 h 1609725"/>
                <a:gd name="connsiteX126" fmla="*/ 928998 w 1724025"/>
                <a:gd name="connsiteY126" fmla="*/ 1385316 h 1609725"/>
                <a:gd name="connsiteX127" fmla="*/ 927760 w 1724025"/>
                <a:gd name="connsiteY127" fmla="*/ 1382173 h 1609725"/>
                <a:gd name="connsiteX128" fmla="*/ 926141 w 1724025"/>
                <a:gd name="connsiteY128" fmla="*/ 1379887 h 1609725"/>
                <a:gd name="connsiteX129" fmla="*/ 924140 w 1724025"/>
                <a:gd name="connsiteY129" fmla="*/ 1380554 h 1609725"/>
                <a:gd name="connsiteX130" fmla="*/ 920997 w 1724025"/>
                <a:gd name="connsiteY130" fmla="*/ 1382839 h 1609725"/>
                <a:gd name="connsiteX131" fmla="*/ 917568 w 1724025"/>
                <a:gd name="connsiteY131" fmla="*/ 1380363 h 1609725"/>
                <a:gd name="connsiteX132" fmla="*/ 917664 w 1724025"/>
                <a:gd name="connsiteY132" fmla="*/ 1377982 h 1609725"/>
                <a:gd name="connsiteX133" fmla="*/ 915092 w 1724025"/>
                <a:gd name="connsiteY133" fmla="*/ 1376077 h 1609725"/>
                <a:gd name="connsiteX134" fmla="*/ 912901 w 1724025"/>
                <a:gd name="connsiteY134" fmla="*/ 1377220 h 1609725"/>
                <a:gd name="connsiteX135" fmla="*/ 910806 w 1724025"/>
                <a:gd name="connsiteY135" fmla="*/ 1377410 h 1609725"/>
                <a:gd name="connsiteX136" fmla="*/ 908996 w 1724025"/>
                <a:gd name="connsiteY136" fmla="*/ 1374362 h 1609725"/>
                <a:gd name="connsiteX137" fmla="*/ 905472 w 1724025"/>
                <a:gd name="connsiteY137" fmla="*/ 1370267 h 1609725"/>
                <a:gd name="connsiteX138" fmla="*/ 903852 w 1724025"/>
                <a:gd name="connsiteY138" fmla="*/ 1366838 h 1609725"/>
                <a:gd name="connsiteX139" fmla="*/ 900137 w 1724025"/>
                <a:gd name="connsiteY139" fmla="*/ 1366171 h 1609725"/>
                <a:gd name="connsiteX140" fmla="*/ 899280 w 1724025"/>
                <a:gd name="connsiteY140" fmla="*/ 1363218 h 1609725"/>
                <a:gd name="connsiteX141" fmla="*/ 897661 w 1724025"/>
                <a:gd name="connsiteY141" fmla="*/ 1359980 h 1609725"/>
                <a:gd name="connsiteX142" fmla="*/ 895947 w 1724025"/>
                <a:gd name="connsiteY142" fmla="*/ 1361027 h 1609725"/>
                <a:gd name="connsiteX143" fmla="*/ 893279 w 1724025"/>
                <a:gd name="connsiteY143" fmla="*/ 1360456 h 1609725"/>
                <a:gd name="connsiteX144" fmla="*/ 892136 w 1724025"/>
                <a:gd name="connsiteY144" fmla="*/ 1357217 h 1609725"/>
                <a:gd name="connsiteX145" fmla="*/ 889755 w 1724025"/>
                <a:gd name="connsiteY145" fmla="*/ 1356646 h 1609725"/>
                <a:gd name="connsiteX146" fmla="*/ 887469 w 1724025"/>
                <a:gd name="connsiteY146" fmla="*/ 1353884 h 1609725"/>
                <a:gd name="connsiteX147" fmla="*/ 888707 w 1724025"/>
                <a:gd name="connsiteY147" fmla="*/ 1350645 h 1609725"/>
                <a:gd name="connsiteX148" fmla="*/ 887660 w 1724025"/>
                <a:gd name="connsiteY148" fmla="*/ 1347216 h 1609725"/>
                <a:gd name="connsiteX149" fmla="*/ 885088 w 1724025"/>
                <a:gd name="connsiteY149" fmla="*/ 1346073 h 1609725"/>
                <a:gd name="connsiteX150" fmla="*/ 884802 w 1724025"/>
                <a:gd name="connsiteY150" fmla="*/ 1343120 h 1609725"/>
                <a:gd name="connsiteX151" fmla="*/ 886231 w 1724025"/>
                <a:gd name="connsiteY151" fmla="*/ 1341596 h 1609725"/>
                <a:gd name="connsiteX152" fmla="*/ 885183 w 1724025"/>
                <a:gd name="connsiteY152" fmla="*/ 1338358 h 1609725"/>
                <a:gd name="connsiteX153" fmla="*/ 882897 w 1724025"/>
                <a:gd name="connsiteY153" fmla="*/ 1337405 h 1609725"/>
                <a:gd name="connsiteX154" fmla="*/ 880611 w 1724025"/>
                <a:gd name="connsiteY154" fmla="*/ 1334834 h 1609725"/>
                <a:gd name="connsiteX155" fmla="*/ 880897 w 1724025"/>
                <a:gd name="connsiteY155" fmla="*/ 1331690 h 1609725"/>
                <a:gd name="connsiteX156" fmla="*/ 878992 w 1724025"/>
                <a:gd name="connsiteY156" fmla="*/ 1326928 h 1609725"/>
                <a:gd name="connsiteX157" fmla="*/ 876897 w 1724025"/>
                <a:gd name="connsiteY157" fmla="*/ 1325975 h 1609725"/>
                <a:gd name="connsiteX158" fmla="*/ 873467 w 1724025"/>
                <a:gd name="connsiteY158" fmla="*/ 1325689 h 1609725"/>
                <a:gd name="connsiteX159" fmla="*/ 871372 w 1724025"/>
                <a:gd name="connsiteY159" fmla="*/ 1322832 h 1609725"/>
                <a:gd name="connsiteX160" fmla="*/ 869753 w 1724025"/>
                <a:gd name="connsiteY160" fmla="*/ 1319022 h 1609725"/>
                <a:gd name="connsiteX161" fmla="*/ 869276 w 1724025"/>
                <a:gd name="connsiteY161" fmla="*/ 1315498 h 1609725"/>
                <a:gd name="connsiteX162" fmla="*/ 867657 w 1724025"/>
                <a:gd name="connsiteY162" fmla="*/ 1312831 h 1609725"/>
                <a:gd name="connsiteX163" fmla="*/ 864228 w 1724025"/>
                <a:gd name="connsiteY163" fmla="*/ 1311878 h 1609725"/>
                <a:gd name="connsiteX164" fmla="*/ 862228 w 1724025"/>
                <a:gd name="connsiteY164" fmla="*/ 1309021 h 1609725"/>
                <a:gd name="connsiteX165" fmla="*/ 860704 w 1724025"/>
                <a:gd name="connsiteY165" fmla="*/ 1304735 h 1609725"/>
                <a:gd name="connsiteX166" fmla="*/ 859085 w 1724025"/>
                <a:gd name="connsiteY166" fmla="*/ 1302163 h 1609725"/>
                <a:gd name="connsiteX167" fmla="*/ 855370 w 1724025"/>
                <a:gd name="connsiteY167" fmla="*/ 1300258 h 1609725"/>
                <a:gd name="connsiteX168" fmla="*/ 851941 w 1724025"/>
                <a:gd name="connsiteY168" fmla="*/ 1298639 h 1609725"/>
                <a:gd name="connsiteX169" fmla="*/ 848417 w 1724025"/>
                <a:gd name="connsiteY169" fmla="*/ 1297972 h 1609725"/>
                <a:gd name="connsiteX170" fmla="*/ 844607 w 1724025"/>
                <a:gd name="connsiteY170" fmla="*/ 1294829 h 1609725"/>
                <a:gd name="connsiteX171" fmla="*/ 842702 w 1724025"/>
                <a:gd name="connsiteY171" fmla="*/ 1295210 h 1609725"/>
                <a:gd name="connsiteX172" fmla="*/ 841082 w 1724025"/>
                <a:gd name="connsiteY172" fmla="*/ 1293305 h 1609725"/>
                <a:gd name="connsiteX173" fmla="*/ 841844 w 1724025"/>
                <a:gd name="connsiteY173" fmla="*/ 1289018 h 1609725"/>
                <a:gd name="connsiteX174" fmla="*/ 840225 w 1724025"/>
                <a:gd name="connsiteY174" fmla="*/ 1287018 h 1609725"/>
                <a:gd name="connsiteX175" fmla="*/ 835463 w 1724025"/>
                <a:gd name="connsiteY175" fmla="*/ 1287589 h 1609725"/>
                <a:gd name="connsiteX176" fmla="*/ 833367 w 1724025"/>
                <a:gd name="connsiteY176" fmla="*/ 1284542 h 1609725"/>
                <a:gd name="connsiteX177" fmla="*/ 830795 w 1724025"/>
                <a:gd name="connsiteY177" fmla="*/ 1280827 h 1609725"/>
                <a:gd name="connsiteX178" fmla="*/ 831081 w 1724025"/>
                <a:gd name="connsiteY178" fmla="*/ 1275398 h 1609725"/>
                <a:gd name="connsiteX179" fmla="*/ 829557 w 1724025"/>
                <a:gd name="connsiteY179" fmla="*/ 1272635 h 1609725"/>
                <a:gd name="connsiteX180" fmla="*/ 827652 w 1724025"/>
                <a:gd name="connsiteY180" fmla="*/ 1270254 h 1609725"/>
                <a:gd name="connsiteX181" fmla="*/ 826128 w 1724025"/>
                <a:gd name="connsiteY181" fmla="*/ 1266349 h 1609725"/>
                <a:gd name="connsiteX182" fmla="*/ 823747 w 1724025"/>
                <a:gd name="connsiteY182" fmla="*/ 1263396 h 1609725"/>
                <a:gd name="connsiteX183" fmla="*/ 824033 w 1724025"/>
                <a:gd name="connsiteY183" fmla="*/ 1260062 h 1609725"/>
                <a:gd name="connsiteX184" fmla="*/ 825938 w 1724025"/>
                <a:gd name="connsiteY184" fmla="*/ 1258062 h 1609725"/>
                <a:gd name="connsiteX185" fmla="*/ 825842 w 1724025"/>
                <a:gd name="connsiteY185" fmla="*/ 1255205 h 1609725"/>
                <a:gd name="connsiteX186" fmla="*/ 822318 w 1724025"/>
                <a:gd name="connsiteY186" fmla="*/ 1254347 h 1609725"/>
                <a:gd name="connsiteX187" fmla="*/ 821175 w 1724025"/>
                <a:gd name="connsiteY187" fmla="*/ 1251204 h 1609725"/>
                <a:gd name="connsiteX188" fmla="*/ 824604 w 1724025"/>
                <a:gd name="connsiteY188" fmla="*/ 1248537 h 1609725"/>
                <a:gd name="connsiteX189" fmla="*/ 824128 w 1724025"/>
                <a:gd name="connsiteY189" fmla="*/ 1246442 h 1609725"/>
                <a:gd name="connsiteX190" fmla="*/ 822032 w 1724025"/>
                <a:gd name="connsiteY190" fmla="*/ 1245680 h 1609725"/>
                <a:gd name="connsiteX191" fmla="*/ 818603 w 1724025"/>
                <a:gd name="connsiteY191" fmla="*/ 1244918 h 1609725"/>
                <a:gd name="connsiteX192" fmla="*/ 816127 w 1724025"/>
                <a:gd name="connsiteY192" fmla="*/ 1241679 h 1609725"/>
                <a:gd name="connsiteX193" fmla="*/ 815651 w 1724025"/>
                <a:gd name="connsiteY193" fmla="*/ 1238440 h 1609725"/>
                <a:gd name="connsiteX194" fmla="*/ 816508 w 1724025"/>
                <a:gd name="connsiteY194" fmla="*/ 1234631 h 1609725"/>
                <a:gd name="connsiteX195" fmla="*/ 814412 w 1724025"/>
                <a:gd name="connsiteY195" fmla="*/ 1232821 h 1609725"/>
                <a:gd name="connsiteX196" fmla="*/ 811555 w 1724025"/>
                <a:gd name="connsiteY196" fmla="*/ 1231392 h 1609725"/>
                <a:gd name="connsiteX197" fmla="*/ 810602 w 1724025"/>
                <a:gd name="connsiteY197" fmla="*/ 1228154 h 1609725"/>
                <a:gd name="connsiteX198" fmla="*/ 810412 w 1724025"/>
                <a:gd name="connsiteY198" fmla="*/ 1225296 h 1609725"/>
                <a:gd name="connsiteX199" fmla="*/ 805840 w 1724025"/>
                <a:gd name="connsiteY199" fmla="*/ 1223867 h 1609725"/>
                <a:gd name="connsiteX200" fmla="*/ 802792 w 1724025"/>
                <a:gd name="connsiteY200" fmla="*/ 1222343 h 1609725"/>
                <a:gd name="connsiteX201" fmla="*/ 800887 w 1724025"/>
                <a:gd name="connsiteY201" fmla="*/ 1215581 h 1609725"/>
                <a:gd name="connsiteX202" fmla="*/ 801840 w 1724025"/>
                <a:gd name="connsiteY202" fmla="*/ 1212152 h 1609725"/>
                <a:gd name="connsiteX203" fmla="*/ 801554 w 1724025"/>
                <a:gd name="connsiteY203" fmla="*/ 1209675 h 1609725"/>
                <a:gd name="connsiteX204" fmla="*/ 799173 w 1724025"/>
                <a:gd name="connsiteY204" fmla="*/ 1207389 h 1609725"/>
                <a:gd name="connsiteX205" fmla="*/ 798410 w 1724025"/>
                <a:gd name="connsiteY205" fmla="*/ 1204246 h 1609725"/>
                <a:gd name="connsiteX206" fmla="*/ 798696 w 1724025"/>
                <a:gd name="connsiteY206" fmla="*/ 1200436 h 1609725"/>
                <a:gd name="connsiteX207" fmla="*/ 796029 w 1724025"/>
                <a:gd name="connsiteY207" fmla="*/ 1198055 h 1609725"/>
                <a:gd name="connsiteX208" fmla="*/ 792600 w 1724025"/>
                <a:gd name="connsiteY208" fmla="*/ 1195864 h 1609725"/>
                <a:gd name="connsiteX209" fmla="*/ 793076 w 1724025"/>
                <a:gd name="connsiteY209" fmla="*/ 1193673 h 1609725"/>
                <a:gd name="connsiteX210" fmla="*/ 790505 w 1724025"/>
                <a:gd name="connsiteY210" fmla="*/ 1191768 h 1609725"/>
                <a:gd name="connsiteX211" fmla="*/ 789076 w 1724025"/>
                <a:gd name="connsiteY211" fmla="*/ 1186720 h 1609725"/>
                <a:gd name="connsiteX212" fmla="*/ 787552 w 1724025"/>
                <a:gd name="connsiteY212" fmla="*/ 1184910 h 1609725"/>
                <a:gd name="connsiteX213" fmla="*/ 783551 w 1724025"/>
                <a:gd name="connsiteY213" fmla="*/ 1183100 h 1609725"/>
                <a:gd name="connsiteX214" fmla="*/ 783266 w 1724025"/>
                <a:gd name="connsiteY214" fmla="*/ 1180433 h 1609725"/>
                <a:gd name="connsiteX215" fmla="*/ 782599 w 1724025"/>
                <a:gd name="connsiteY215" fmla="*/ 1177862 h 1609725"/>
                <a:gd name="connsiteX216" fmla="*/ 783361 w 1724025"/>
                <a:gd name="connsiteY216" fmla="*/ 1175004 h 1609725"/>
                <a:gd name="connsiteX217" fmla="*/ 783170 w 1724025"/>
                <a:gd name="connsiteY217" fmla="*/ 1170623 h 1609725"/>
                <a:gd name="connsiteX218" fmla="*/ 782123 w 1724025"/>
                <a:gd name="connsiteY218" fmla="*/ 1166717 h 1609725"/>
                <a:gd name="connsiteX219" fmla="*/ 781265 w 1724025"/>
                <a:gd name="connsiteY219" fmla="*/ 1162431 h 1609725"/>
                <a:gd name="connsiteX220" fmla="*/ 781551 w 1724025"/>
                <a:gd name="connsiteY220" fmla="*/ 1159193 h 1609725"/>
                <a:gd name="connsiteX221" fmla="*/ 780884 w 1724025"/>
                <a:gd name="connsiteY221" fmla="*/ 1156430 h 1609725"/>
                <a:gd name="connsiteX222" fmla="*/ 779456 w 1724025"/>
                <a:gd name="connsiteY222" fmla="*/ 1153097 h 1609725"/>
                <a:gd name="connsiteX223" fmla="*/ 774789 w 1724025"/>
                <a:gd name="connsiteY223" fmla="*/ 1151287 h 1609725"/>
                <a:gd name="connsiteX224" fmla="*/ 772122 w 1724025"/>
                <a:gd name="connsiteY224" fmla="*/ 1149763 h 1609725"/>
                <a:gd name="connsiteX225" fmla="*/ 770407 w 1724025"/>
                <a:gd name="connsiteY225" fmla="*/ 1146334 h 1609725"/>
                <a:gd name="connsiteX226" fmla="*/ 768121 w 1724025"/>
                <a:gd name="connsiteY226" fmla="*/ 1146239 h 1609725"/>
                <a:gd name="connsiteX227" fmla="*/ 766692 w 1724025"/>
                <a:gd name="connsiteY227" fmla="*/ 1143572 h 1609725"/>
                <a:gd name="connsiteX228" fmla="*/ 767549 w 1724025"/>
                <a:gd name="connsiteY228" fmla="*/ 1139095 h 1609725"/>
                <a:gd name="connsiteX229" fmla="*/ 766216 w 1724025"/>
                <a:gd name="connsiteY229" fmla="*/ 1136428 h 1609725"/>
                <a:gd name="connsiteX230" fmla="*/ 762882 w 1724025"/>
                <a:gd name="connsiteY230" fmla="*/ 1131189 h 1609725"/>
                <a:gd name="connsiteX231" fmla="*/ 758406 w 1724025"/>
                <a:gd name="connsiteY231" fmla="*/ 1129379 h 1609725"/>
                <a:gd name="connsiteX232" fmla="*/ 753643 w 1724025"/>
                <a:gd name="connsiteY232" fmla="*/ 1127570 h 1609725"/>
                <a:gd name="connsiteX233" fmla="*/ 751928 w 1724025"/>
                <a:gd name="connsiteY233" fmla="*/ 1125188 h 1609725"/>
                <a:gd name="connsiteX234" fmla="*/ 751357 w 1724025"/>
                <a:gd name="connsiteY234" fmla="*/ 1122712 h 1609725"/>
                <a:gd name="connsiteX235" fmla="*/ 747357 w 1724025"/>
                <a:gd name="connsiteY235" fmla="*/ 1121093 h 1609725"/>
                <a:gd name="connsiteX236" fmla="*/ 745356 w 1724025"/>
                <a:gd name="connsiteY236" fmla="*/ 1118616 h 1609725"/>
                <a:gd name="connsiteX237" fmla="*/ 742880 w 1724025"/>
                <a:gd name="connsiteY237" fmla="*/ 1116997 h 1609725"/>
                <a:gd name="connsiteX238" fmla="*/ 740403 w 1724025"/>
                <a:gd name="connsiteY238" fmla="*/ 1115759 h 1609725"/>
                <a:gd name="connsiteX239" fmla="*/ 738117 w 1724025"/>
                <a:gd name="connsiteY239" fmla="*/ 1113758 h 1609725"/>
                <a:gd name="connsiteX240" fmla="*/ 735545 w 1724025"/>
                <a:gd name="connsiteY240" fmla="*/ 1112806 h 1609725"/>
                <a:gd name="connsiteX241" fmla="*/ 731831 w 1724025"/>
                <a:gd name="connsiteY241" fmla="*/ 1110329 h 1609725"/>
                <a:gd name="connsiteX242" fmla="*/ 729926 w 1724025"/>
                <a:gd name="connsiteY242" fmla="*/ 1104614 h 1609725"/>
                <a:gd name="connsiteX243" fmla="*/ 729354 w 1724025"/>
                <a:gd name="connsiteY243" fmla="*/ 1100519 h 1609725"/>
                <a:gd name="connsiteX244" fmla="*/ 724782 w 1724025"/>
                <a:gd name="connsiteY244" fmla="*/ 1097089 h 1609725"/>
                <a:gd name="connsiteX245" fmla="*/ 721353 w 1724025"/>
                <a:gd name="connsiteY245" fmla="*/ 1096423 h 1609725"/>
                <a:gd name="connsiteX246" fmla="*/ 716972 w 1724025"/>
                <a:gd name="connsiteY246" fmla="*/ 1096137 h 1609725"/>
                <a:gd name="connsiteX247" fmla="*/ 714305 w 1724025"/>
                <a:gd name="connsiteY247" fmla="*/ 1094042 h 1609725"/>
                <a:gd name="connsiteX248" fmla="*/ 713066 w 1724025"/>
                <a:gd name="connsiteY248" fmla="*/ 1090613 h 1609725"/>
                <a:gd name="connsiteX249" fmla="*/ 708209 w 1724025"/>
                <a:gd name="connsiteY249" fmla="*/ 1089946 h 1609725"/>
                <a:gd name="connsiteX250" fmla="*/ 704780 w 1724025"/>
                <a:gd name="connsiteY250" fmla="*/ 1090041 h 1609725"/>
                <a:gd name="connsiteX251" fmla="*/ 701446 w 1724025"/>
                <a:gd name="connsiteY251" fmla="*/ 1087374 h 1609725"/>
                <a:gd name="connsiteX252" fmla="*/ 701732 w 1724025"/>
                <a:gd name="connsiteY252" fmla="*/ 1084707 h 1609725"/>
                <a:gd name="connsiteX253" fmla="*/ 703923 w 1724025"/>
                <a:gd name="connsiteY253" fmla="*/ 1083278 h 1609725"/>
                <a:gd name="connsiteX254" fmla="*/ 703637 w 1724025"/>
                <a:gd name="connsiteY254" fmla="*/ 1080040 h 1609725"/>
                <a:gd name="connsiteX255" fmla="*/ 703256 w 1724025"/>
                <a:gd name="connsiteY255" fmla="*/ 1077278 h 1609725"/>
                <a:gd name="connsiteX256" fmla="*/ 699541 w 1724025"/>
                <a:gd name="connsiteY256" fmla="*/ 1076325 h 1609725"/>
                <a:gd name="connsiteX257" fmla="*/ 697160 w 1724025"/>
                <a:gd name="connsiteY257" fmla="*/ 1078802 h 1609725"/>
                <a:gd name="connsiteX258" fmla="*/ 694969 w 1724025"/>
                <a:gd name="connsiteY258" fmla="*/ 1079182 h 1609725"/>
                <a:gd name="connsiteX259" fmla="*/ 693254 w 1724025"/>
                <a:gd name="connsiteY259" fmla="*/ 1075754 h 1609725"/>
                <a:gd name="connsiteX260" fmla="*/ 695540 w 1724025"/>
                <a:gd name="connsiteY260" fmla="*/ 1072896 h 1609725"/>
                <a:gd name="connsiteX261" fmla="*/ 694683 w 1724025"/>
                <a:gd name="connsiteY261" fmla="*/ 1069467 h 1609725"/>
                <a:gd name="connsiteX262" fmla="*/ 693064 w 1724025"/>
                <a:gd name="connsiteY262" fmla="*/ 1067848 h 1609725"/>
                <a:gd name="connsiteX263" fmla="*/ 690397 w 1724025"/>
                <a:gd name="connsiteY263" fmla="*/ 1068514 h 1609725"/>
                <a:gd name="connsiteX264" fmla="*/ 686968 w 1724025"/>
                <a:gd name="connsiteY264" fmla="*/ 1067086 h 1609725"/>
                <a:gd name="connsiteX265" fmla="*/ 686111 w 1724025"/>
                <a:gd name="connsiteY265" fmla="*/ 1062609 h 1609725"/>
                <a:gd name="connsiteX266" fmla="*/ 684396 w 1724025"/>
                <a:gd name="connsiteY266" fmla="*/ 1060323 h 1609725"/>
                <a:gd name="connsiteX267" fmla="*/ 682586 w 1724025"/>
                <a:gd name="connsiteY267" fmla="*/ 1057180 h 1609725"/>
                <a:gd name="connsiteX268" fmla="*/ 682491 w 1724025"/>
                <a:gd name="connsiteY268" fmla="*/ 1055084 h 1609725"/>
                <a:gd name="connsiteX269" fmla="*/ 679634 w 1724025"/>
                <a:gd name="connsiteY269" fmla="*/ 1052513 h 1609725"/>
                <a:gd name="connsiteX270" fmla="*/ 675919 w 1724025"/>
                <a:gd name="connsiteY270" fmla="*/ 1052036 h 1609725"/>
                <a:gd name="connsiteX271" fmla="*/ 675348 w 1724025"/>
                <a:gd name="connsiteY271" fmla="*/ 1050322 h 1609725"/>
                <a:gd name="connsiteX272" fmla="*/ 674204 w 1724025"/>
                <a:gd name="connsiteY272" fmla="*/ 1048322 h 1609725"/>
                <a:gd name="connsiteX273" fmla="*/ 672109 w 1724025"/>
                <a:gd name="connsiteY273" fmla="*/ 1048226 h 1609725"/>
                <a:gd name="connsiteX274" fmla="*/ 669823 w 1724025"/>
                <a:gd name="connsiteY274" fmla="*/ 1050607 h 1609725"/>
                <a:gd name="connsiteX275" fmla="*/ 667823 w 1724025"/>
                <a:gd name="connsiteY275" fmla="*/ 1051655 h 1609725"/>
                <a:gd name="connsiteX276" fmla="*/ 664679 w 1724025"/>
                <a:gd name="connsiteY276" fmla="*/ 1050798 h 1609725"/>
                <a:gd name="connsiteX277" fmla="*/ 664679 w 1724025"/>
                <a:gd name="connsiteY277" fmla="*/ 1047845 h 1609725"/>
                <a:gd name="connsiteX278" fmla="*/ 663727 w 1724025"/>
                <a:gd name="connsiteY278" fmla="*/ 1045273 h 1609725"/>
                <a:gd name="connsiteX279" fmla="*/ 661250 w 1724025"/>
                <a:gd name="connsiteY279" fmla="*/ 1046988 h 1609725"/>
                <a:gd name="connsiteX280" fmla="*/ 658202 w 1724025"/>
                <a:gd name="connsiteY280" fmla="*/ 1048988 h 1609725"/>
                <a:gd name="connsiteX281" fmla="*/ 653916 w 1724025"/>
                <a:gd name="connsiteY281" fmla="*/ 1049179 h 1609725"/>
                <a:gd name="connsiteX282" fmla="*/ 650297 w 1724025"/>
                <a:gd name="connsiteY282" fmla="*/ 1051560 h 1609725"/>
                <a:gd name="connsiteX283" fmla="*/ 646963 w 1724025"/>
                <a:gd name="connsiteY283" fmla="*/ 1050227 h 1609725"/>
                <a:gd name="connsiteX284" fmla="*/ 643439 w 1724025"/>
                <a:gd name="connsiteY284" fmla="*/ 1050703 h 1609725"/>
                <a:gd name="connsiteX285" fmla="*/ 638200 w 1724025"/>
                <a:gd name="connsiteY285" fmla="*/ 1049846 h 1609725"/>
                <a:gd name="connsiteX286" fmla="*/ 635628 w 1724025"/>
                <a:gd name="connsiteY286" fmla="*/ 1047274 h 1609725"/>
                <a:gd name="connsiteX287" fmla="*/ 632199 w 1724025"/>
                <a:gd name="connsiteY287" fmla="*/ 1046036 h 1609725"/>
                <a:gd name="connsiteX288" fmla="*/ 630390 w 1724025"/>
                <a:gd name="connsiteY288" fmla="*/ 1047274 h 1609725"/>
                <a:gd name="connsiteX289" fmla="*/ 626960 w 1724025"/>
                <a:gd name="connsiteY289" fmla="*/ 1045750 h 1609725"/>
                <a:gd name="connsiteX290" fmla="*/ 624103 w 1724025"/>
                <a:gd name="connsiteY290" fmla="*/ 1045655 h 1609725"/>
                <a:gd name="connsiteX291" fmla="*/ 622865 w 1724025"/>
                <a:gd name="connsiteY291" fmla="*/ 1044702 h 1609725"/>
                <a:gd name="connsiteX292" fmla="*/ 620293 w 1724025"/>
                <a:gd name="connsiteY292" fmla="*/ 1044416 h 1609725"/>
                <a:gd name="connsiteX293" fmla="*/ 617531 w 1724025"/>
                <a:gd name="connsiteY293" fmla="*/ 1045559 h 1609725"/>
                <a:gd name="connsiteX294" fmla="*/ 615435 w 1724025"/>
                <a:gd name="connsiteY294" fmla="*/ 1044607 h 1609725"/>
                <a:gd name="connsiteX295" fmla="*/ 612197 w 1724025"/>
                <a:gd name="connsiteY295" fmla="*/ 1046988 h 1609725"/>
                <a:gd name="connsiteX296" fmla="*/ 610387 w 1724025"/>
                <a:gd name="connsiteY296" fmla="*/ 1044893 h 1609725"/>
                <a:gd name="connsiteX297" fmla="*/ 606196 w 1724025"/>
                <a:gd name="connsiteY297" fmla="*/ 1042988 h 1609725"/>
                <a:gd name="connsiteX298" fmla="*/ 602386 w 1724025"/>
                <a:gd name="connsiteY298" fmla="*/ 1043654 h 1609725"/>
                <a:gd name="connsiteX299" fmla="*/ 599814 w 1724025"/>
                <a:gd name="connsiteY299" fmla="*/ 1043464 h 1609725"/>
                <a:gd name="connsiteX300" fmla="*/ 595718 w 1724025"/>
                <a:gd name="connsiteY300" fmla="*/ 1045273 h 1609725"/>
                <a:gd name="connsiteX301" fmla="*/ 592480 w 1724025"/>
                <a:gd name="connsiteY301" fmla="*/ 1045464 h 1609725"/>
                <a:gd name="connsiteX302" fmla="*/ 590670 w 1724025"/>
                <a:gd name="connsiteY302" fmla="*/ 1043749 h 1609725"/>
                <a:gd name="connsiteX303" fmla="*/ 585050 w 1724025"/>
                <a:gd name="connsiteY303" fmla="*/ 1044130 h 1609725"/>
                <a:gd name="connsiteX304" fmla="*/ 581336 w 1724025"/>
                <a:gd name="connsiteY304" fmla="*/ 1041845 h 1609725"/>
                <a:gd name="connsiteX305" fmla="*/ 580478 w 1724025"/>
                <a:gd name="connsiteY305" fmla="*/ 1039749 h 1609725"/>
                <a:gd name="connsiteX306" fmla="*/ 577811 w 1724025"/>
                <a:gd name="connsiteY306" fmla="*/ 1036606 h 1609725"/>
                <a:gd name="connsiteX307" fmla="*/ 575335 w 1724025"/>
                <a:gd name="connsiteY307" fmla="*/ 1038130 h 1609725"/>
                <a:gd name="connsiteX308" fmla="*/ 568667 w 1724025"/>
                <a:gd name="connsiteY308" fmla="*/ 1036034 h 1609725"/>
                <a:gd name="connsiteX309" fmla="*/ 565810 w 1724025"/>
                <a:gd name="connsiteY309" fmla="*/ 1034034 h 1609725"/>
                <a:gd name="connsiteX310" fmla="*/ 563048 w 1724025"/>
                <a:gd name="connsiteY310" fmla="*/ 1031177 h 1609725"/>
                <a:gd name="connsiteX311" fmla="*/ 558571 w 1724025"/>
                <a:gd name="connsiteY311" fmla="*/ 1031177 h 1609725"/>
                <a:gd name="connsiteX312" fmla="*/ 554475 w 1724025"/>
                <a:gd name="connsiteY312" fmla="*/ 1034796 h 1609725"/>
                <a:gd name="connsiteX313" fmla="*/ 552475 w 1724025"/>
                <a:gd name="connsiteY313" fmla="*/ 1038701 h 1609725"/>
                <a:gd name="connsiteX314" fmla="*/ 551808 w 1724025"/>
                <a:gd name="connsiteY314" fmla="*/ 1043083 h 1609725"/>
                <a:gd name="connsiteX315" fmla="*/ 549903 w 1724025"/>
                <a:gd name="connsiteY315" fmla="*/ 1047369 h 1609725"/>
                <a:gd name="connsiteX316" fmla="*/ 546855 w 1724025"/>
                <a:gd name="connsiteY316" fmla="*/ 1048893 h 1609725"/>
                <a:gd name="connsiteX317" fmla="*/ 543522 w 1724025"/>
                <a:gd name="connsiteY317" fmla="*/ 1046512 h 1609725"/>
                <a:gd name="connsiteX318" fmla="*/ 539331 w 1724025"/>
                <a:gd name="connsiteY318" fmla="*/ 1045845 h 1609725"/>
                <a:gd name="connsiteX319" fmla="*/ 537330 w 1724025"/>
                <a:gd name="connsiteY319" fmla="*/ 1045369 h 1609725"/>
                <a:gd name="connsiteX320" fmla="*/ 533997 w 1724025"/>
                <a:gd name="connsiteY320" fmla="*/ 1045655 h 1609725"/>
                <a:gd name="connsiteX321" fmla="*/ 531520 w 1724025"/>
                <a:gd name="connsiteY321" fmla="*/ 1048988 h 1609725"/>
                <a:gd name="connsiteX322" fmla="*/ 528567 w 1724025"/>
                <a:gd name="connsiteY322" fmla="*/ 1050227 h 1609725"/>
                <a:gd name="connsiteX323" fmla="*/ 525900 w 1724025"/>
                <a:gd name="connsiteY323" fmla="*/ 1047845 h 1609725"/>
                <a:gd name="connsiteX324" fmla="*/ 522948 w 1724025"/>
                <a:gd name="connsiteY324" fmla="*/ 1049464 h 1609725"/>
                <a:gd name="connsiteX325" fmla="*/ 519518 w 1724025"/>
                <a:gd name="connsiteY325" fmla="*/ 1050417 h 1609725"/>
                <a:gd name="connsiteX326" fmla="*/ 518090 w 1724025"/>
                <a:gd name="connsiteY326" fmla="*/ 1052322 h 1609725"/>
                <a:gd name="connsiteX327" fmla="*/ 515994 w 1724025"/>
                <a:gd name="connsiteY327" fmla="*/ 1053656 h 1609725"/>
                <a:gd name="connsiteX328" fmla="*/ 512089 w 1724025"/>
                <a:gd name="connsiteY328" fmla="*/ 1051751 h 1609725"/>
                <a:gd name="connsiteX329" fmla="*/ 508946 w 1724025"/>
                <a:gd name="connsiteY329" fmla="*/ 1054513 h 1609725"/>
                <a:gd name="connsiteX330" fmla="*/ 507326 w 1724025"/>
                <a:gd name="connsiteY330" fmla="*/ 1058228 h 1609725"/>
                <a:gd name="connsiteX331" fmla="*/ 507136 w 1724025"/>
                <a:gd name="connsiteY331" fmla="*/ 1062704 h 1609725"/>
                <a:gd name="connsiteX332" fmla="*/ 504850 w 1724025"/>
                <a:gd name="connsiteY332" fmla="*/ 1065371 h 1609725"/>
                <a:gd name="connsiteX333" fmla="*/ 501707 w 1724025"/>
                <a:gd name="connsiteY333" fmla="*/ 1067657 h 1609725"/>
                <a:gd name="connsiteX334" fmla="*/ 502659 w 1724025"/>
                <a:gd name="connsiteY334" fmla="*/ 1072801 h 1609725"/>
                <a:gd name="connsiteX335" fmla="*/ 498659 w 1724025"/>
                <a:gd name="connsiteY335" fmla="*/ 1074896 h 1609725"/>
                <a:gd name="connsiteX336" fmla="*/ 497420 w 1724025"/>
                <a:gd name="connsiteY336" fmla="*/ 1077182 h 1609725"/>
                <a:gd name="connsiteX337" fmla="*/ 497040 w 1724025"/>
                <a:gd name="connsiteY337" fmla="*/ 1079849 h 1609725"/>
                <a:gd name="connsiteX338" fmla="*/ 495039 w 1724025"/>
                <a:gd name="connsiteY338" fmla="*/ 1082421 h 1609725"/>
                <a:gd name="connsiteX339" fmla="*/ 492848 w 1724025"/>
                <a:gd name="connsiteY339" fmla="*/ 1084231 h 1609725"/>
                <a:gd name="connsiteX340" fmla="*/ 492277 w 1724025"/>
                <a:gd name="connsiteY340" fmla="*/ 1087946 h 1609725"/>
                <a:gd name="connsiteX341" fmla="*/ 490943 w 1724025"/>
                <a:gd name="connsiteY341" fmla="*/ 1091946 h 1609725"/>
                <a:gd name="connsiteX342" fmla="*/ 488657 w 1724025"/>
                <a:gd name="connsiteY342" fmla="*/ 1098899 h 1609725"/>
                <a:gd name="connsiteX343" fmla="*/ 489229 w 1724025"/>
                <a:gd name="connsiteY343" fmla="*/ 1103186 h 1609725"/>
                <a:gd name="connsiteX344" fmla="*/ 487895 w 1724025"/>
                <a:gd name="connsiteY344" fmla="*/ 1106900 h 1609725"/>
                <a:gd name="connsiteX345" fmla="*/ 484657 w 1724025"/>
                <a:gd name="connsiteY345" fmla="*/ 1110806 h 1609725"/>
                <a:gd name="connsiteX346" fmla="*/ 481514 w 1724025"/>
                <a:gd name="connsiteY346" fmla="*/ 1111758 h 1609725"/>
                <a:gd name="connsiteX347" fmla="*/ 481037 w 1724025"/>
                <a:gd name="connsiteY347" fmla="*/ 1116616 h 1609725"/>
                <a:gd name="connsiteX348" fmla="*/ 479704 w 1724025"/>
                <a:gd name="connsiteY348" fmla="*/ 1120045 h 1609725"/>
                <a:gd name="connsiteX349" fmla="*/ 476751 w 1724025"/>
                <a:gd name="connsiteY349" fmla="*/ 1122902 h 1609725"/>
                <a:gd name="connsiteX350" fmla="*/ 477704 w 1724025"/>
                <a:gd name="connsiteY350" fmla="*/ 1125474 h 1609725"/>
                <a:gd name="connsiteX351" fmla="*/ 480561 w 1724025"/>
                <a:gd name="connsiteY351" fmla="*/ 1126712 h 1609725"/>
                <a:gd name="connsiteX352" fmla="*/ 482371 w 1724025"/>
                <a:gd name="connsiteY352" fmla="*/ 1128331 h 1609725"/>
                <a:gd name="connsiteX353" fmla="*/ 481228 w 1724025"/>
                <a:gd name="connsiteY353" fmla="*/ 1131475 h 1609725"/>
                <a:gd name="connsiteX354" fmla="*/ 479132 w 1724025"/>
                <a:gd name="connsiteY354" fmla="*/ 1132713 h 1609725"/>
                <a:gd name="connsiteX355" fmla="*/ 476180 w 1724025"/>
                <a:gd name="connsiteY355" fmla="*/ 1132332 h 1609725"/>
                <a:gd name="connsiteX356" fmla="*/ 474941 w 1724025"/>
                <a:gd name="connsiteY356" fmla="*/ 1134999 h 1609725"/>
                <a:gd name="connsiteX357" fmla="*/ 473132 w 1724025"/>
                <a:gd name="connsiteY357" fmla="*/ 1134999 h 1609725"/>
                <a:gd name="connsiteX358" fmla="*/ 470179 w 1724025"/>
                <a:gd name="connsiteY358" fmla="*/ 1137190 h 1609725"/>
                <a:gd name="connsiteX359" fmla="*/ 466559 w 1724025"/>
                <a:gd name="connsiteY359" fmla="*/ 1135856 h 1609725"/>
                <a:gd name="connsiteX360" fmla="*/ 464750 w 1724025"/>
                <a:gd name="connsiteY360" fmla="*/ 1137761 h 1609725"/>
                <a:gd name="connsiteX361" fmla="*/ 463988 w 1724025"/>
                <a:gd name="connsiteY361" fmla="*/ 1142143 h 1609725"/>
                <a:gd name="connsiteX362" fmla="*/ 461416 w 1724025"/>
                <a:gd name="connsiteY362" fmla="*/ 1145191 h 1609725"/>
                <a:gd name="connsiteX363" fmla="*/ 459892 w 1724025"/>
                <a:gd name="connsiteY363" fmla="*/ 1148620 h 1609725"/>
                <a:gd name="connsiteX364" fmla="*/ 457034 w 1724025"/>
                <a:gd name="connsiteY364" fmla="*/ 1150048 h 1609725"/>
                <a:gd name="connsiteX365" fmla="*/ 454653 w 1724025"/>
                <a:gd name="connsiteY365" fmla="*/ 1150430 h 1609725"/>
                <a:gd name="connsiteX366" fmla="*/ 452843 w 1724025"/>
                <a:gd name="connsiteY366" fmla="*/ 1153192 h 1609725"/>
                <a:gd name="connsiteX367" fmla="*/ 451224 w 1724025"/>
                <a:gd name="connsiteY367" fmla="*/ 1154525 h 1609725"/>
                <a:gd name="connsiteX368" fmla="*/ 450653 w 1724025"/>
                <a:gd name="connsiteY368" fmla="*/ 1157288 h 1609725"/>
                <a:gd name="connsiteX369" fmla="*/ 449605 w 1724025"/>
                <a:gd name="connsiteY369" fmla="*/ 1160717 h 1609725"/>
                <a:gd name="connsiteX370" fmla="*/ 447700 w 1724025"/>
                <a:gd name="connsiteY370" fmla="*/ 1162622 h 1609725"/>
                <a:gd name="connsiteX371" fmla="*/ 446557 w 1724025"/>
                <a:gd name="connsiteY371" fmla="*/ 1166527 h 1609725"/>
                <a:gd name="connsiteX372" fmla="*/ 443414 w 1724025"/>
                <a:gd name="connsiteY372" fmla="*/ 1167860 h 1609725"/>
                <a:gd name="connsiteX373" fmla="*/ 439508 w 1724025"/>
                <a:gd name="connsiteY373" fmla="*/ 1166622 h 1609725"/>
                <a:gd name="connsiteX374" fmla="*/ 437508 w 1724025"/>
                <a:gd name="connsiteY374" fmla="*/ 1165289 h 1609725"/>
                <a:gd name="connsiteX375" fmla="*/ 432460 w 1724025"/>
                <a:gd name="connsiteY375" fmla="*/ 1164907 h 1609725"/>
                <a:gd name="connsiteX376" fmla="*/ 428269 w 1724025"/>
                <a:gd name="connsiteY376" fmla="*/ 1165670 h 1609725"/>
                <a:gd name="connsiteX377" fmla="*/ 424459 w 1724025"/>
                <a:gd name="connsiteY377" fmla="*/ 1164717 h 1609725"/>
                <a:gd name="connsiteX378" fmla="*/ 422744 w 1724025"/>
                <a:gd name="connsiteY378" fmla="*/ 1162431 h 1609725"/>
                <a:gd name="connsiteX379" fmla="*/ 420077 w 1724025"/>
                <a:gd name="connsiteY379" fmla="*/ 1161288 h 1609725"/>
                <a:gd name="connsiteX380" fmla="*/ 419792 w 1724025"/>
                <a:gd name="connsiteY380" fmla="*/ 1158716 h 1609725"/>
                <a:gd name="connsiteX381" fmla="*/ 417125 w 1724025"/>
                <a:gd name="connsiteY381" fmla="*/ 1156430 h 1609725"/>
                <a:gd name="connsiteX382" fmla="*/ 414553 w 1724025"/>
                <a:gd name="connsiteY382" fmla="*/ 1159097 h 1609725"/>
                <a:gd name="connsiteX383" fmla="*/ 411124 w 1724025"/>
                <a:gd name="connsiteY383" fmla="*/ 1158049 h 1609725"/>
                <a:gd name="connsiteX384" fmla="*/ 406647 w 1724025"/>
                <a:gd name="connsiteY384" fmla="*/ 1157002 h 1609725"/>
                <a:gd name="connsiteX385" fmla="*/ 405028 w 1724025"/>
                <a:gd name="connsiteY385" fmla="*/ 1154525 h 1609725"/>
                <a:gd name="connsiteX386" fmla="*/ 403313 w 1724025"/>
                <a:gd name="connsiteY386" fmla="*/ 1152525 h 1609725"/>
                <a:gd name="connsiteX387" fmla="*/ 399980 w 1724025"/>
                <a:gd name="connsiteY387" fmla="*/ 1150334 h 1609725"/>
                <a:gd name="connsiteX388" fmla="*/ 397979 w 1724025"/>
                <a:gd name="connsiteY388" fmla="*/ 1145857 h 1609725"/>
                <a:gd name="connsiteX389" fmla="*/ 393407 w 1724025"/>
                <a:gd name="connsiteY389" fmla="*/ 1142238 h 1609725"/>
                <a:gd name="connsiteX390" fmla="*/ 391217 w 1724025"/>
                <a:gd name="connsiteY390" fmla="*/ 1139285 h 1609725"/>
                <a:gd name="connsiteX391" fmla="*/ 387502 w 1724025"/>
                <a:gd name="connsiteY391" fmla="*/ 1137666 h 1609725"/>
                <a:gd name="connsiteX392" fmla="*/ 383978 w 1724025"/>
                <a:gd name="connsiteY392" fmla="*/ 1138904 h 1609725"/>
                <a:gd name="connsiteX393" fmla="*/ 381025 w 1724025"/>
                <a:gd name="connsiteY393" fmla="*/ 1136714 h 1609725"/>
                <a:gd name="connsiteX394" fmla="*/ 376643 w 1724025"/>
                <a:gd name="connsiteY394" fmla="*/ 1136618 h 1609725"/>
                <a:gd name="connsiteX395" fmla="*/ 374167 w 1724025"/>
                <a:gd name="connsiteY395" fmla="*/ 1133856 h 1609725"/>
                <a:gd name="connsiteX396" fmla="*/ 370357 w 1724025"/>
                <a:gd name="connsiteY396" fmla="*/ 1132904 h 1609725"/>
                <a:gd name="connsiteX397" fmla="*/ 366166 w 1724025"/>
                <a:gd name="connsiteY397" fmla="*/ 1130713 h 1609725"/>
                <a:gd name="connsiteX398" fmla="*/ 362070 w 1724025"/>
                <a:gd name="connsiteY398" fmla="*/ 1127855 h 1609725"/>
                <a:gd name="connsiteX399" fmla="*/ 359689 w 1724025"/>
                <a:gd name="connsiteY399" fmla="*/ 1123379 h 1609725"/>
                <a:gd name="connsiteX400" fmla="*/ 357879 w 1724025"/>
                <a:gd name="connsiteY400" fmla="*/ 1120521 h 1609725"/>
                <a:gd name="connsiteX401" fmla="*/ 354450 w 1724025"/>
                <a:gd name="connsiteY401" fmla="*/ 1117854 h 1609725"/>
                <a:gd name="connsiteX402" fmla="*/ 348449 w 1724025"/>
                <a:gd name="connsiteY402" fmla="*/ 1117473 h 1609725"/>
                <a:gd name="connsiteX403" fmla="*/ 344354 w 1724025"/>
                <a:gd name="connsiteY403" fmla="*/ 1115663 h 1609725"/>
                <a:gd name="connsiteX404" fmla="*/ 340067 w 1724025"/>
                <a:gd name="connsiteY404" fmla="*/ 1114425 h 1609725"/>
                <a:gd name="connsiteX405" fmla="*/ 335495 w 1724025"/>
                <a:gd name="connsiteY405" fmla="*/ 1113473 h 1609725"/>
                <a:gd name="connsiteX406" fmla="*/ 331304 w 1724025"/>
                <a:gd name="connsiteY406" fmla="*/ 1113663 h 1609725"/>
                <a:gd name="connsiteX407" fmla="*/ 327685 w 1724025"/>
                <a:gd name="connsiteY407" fmla="*/ 1111091 h 1609725"/>
                <a:gd name="connsiteX408" fmla="*/ 322732 w 1724025"/>
                <a:gd name="connsiteY408" fmla="*/ 1107567 h 1609725"/>
                <a:gd name="connsiteX409" fmla="*/ 319398 w 1724025"/>
                <a:gd name="connsiteY409" fmla="*/ 1106043 h 1609725"/>
                <a:gd name="connsiteX410" fmla="*/ 317303 w 1724025"/>
                <a:gd name="connsiteY410" fmla="*/ 1103567 h 1609725"/>
                <a:gd name="connsiteX411" fmla="*/ 315017 w 1724025"/>
                <a:gd name="connsiteY411" fmla="*/ 1100423 h 1609725"/>
                <a:gd name="connsiteX412" fmla="*/ 311302 w 1724025"/>
                <a:gd name="connsiteY412" fmla="*/ 1099947 h 1609725"/>
                <a:gd name="connsiteX413" fmla="*/ 308635 w 1724025"/>
                <a:gd name="connsiteY413" fmla="*/ 1096613 h 1609725"/>
                <a:gd name="connsiteX414" fmla="*/ 307111 w 1724025"/>
                <a:gd name="connsiteY414" fmla="*/ 1095470 h 1609725"/>
                <a:gd name="connsiteX415" fmla="*/ 306539 w 1724025"/>
                <a:gd name="connsiteY415" fmla="*/ 1092518 h 1609725"/>
                <a:gd name="connsiteX416" fmla="*/ 305396 w 1724025"/>
                <a:gd name="connsiteY416" fmla="*/ 1090422 h 1609725"/>
                <a:gd name="connsiteX417" fmla="*/ 302729 w 1724025"/>
                <a:gd name="connsiteY417" fmla="*/ 1088993 h 1609725"/>
                <a:gd name="connsiteX418" fmla="*/ 301396 w 1724025"/>
                <a:gd name="connsiteY418" fmla="*/ 1085183 h 1609725"/>
                <a:gd name="connsiteX419" fmla="*/ 298634 w 1724025"/>
                <a:gd name="connsiteY419" fmla="*/ 1080802 h 1609725"/>
                <a:gd name="connsiteX420" fmla="*/ 294347 w 1724025"/>
                <a:gd name="connsiteY420" fmla="*/ 1077754 h 1609725"/>
                <a:gd name="connsiteX421" fmla="*/ 290537 w 1724025"/>
                <a:gd name="connsiteY421" fmla="*/ 1076420 h 1609725"/>
                <a:gd name="connsiteX422" fmla="*/ 287013 w 1724025"/>
                <a:gd name="connsiteY422" fmla="*/ 1077087 h 1609725"/>
                <a:gd name="connsiteX423" fmla="*/ 284060 w 1724025"/>
                <a:gd name="connsiteY423" fmla="*/ 1075087 h 1609725"/>
                <a:gd name="connsiteX424" fmla="*/ 281012 w 1724025"/>
                <a:gd name="connsiteY424" fmla="*/ 1073944 h 1609725"/>
                <a:gd name="connsiteX425" fmla="*/ 278822 w 1724025"/>
                <a:gd name="connsiteY425" fmla="*/ 1070801 h 1609725"/>
                <a:gd name="connsiteX426" fmla="*/ 276345 w 1724025"/>
                <a:gd name="connsiteY426" fmla="*/ 1067276 h 1609725"/>
                <a:gd name="connsiteX427" fmla="*/ 271297 w 1724025"/>
                <a:gd name="connsiteY427" fmla="*/ 1064609 h 1609725"/>
                <a:gd name="connsiteX428" fmla="*/ 267773 w 1724025"/>
                <a:gd name="connsiteY428" fmla="*/ 1059752 h 1609725"/>
                <a:gd name="connsiteX429" fmla="*/ 262820 w 1724025"/>
                <a:gd name="connsiteY429" fmla="*/ 1055846 h 1609725"/>
                <a:gd name="connsiteX430" fmla="*/ 260534 w 1724025"/>
                <a:gd name="connsiteY430" fmla="*/ 1051846 h 1609725"/>
                <a:gd name="connsiteX431" fmla="*/ 259676 w 1724025"/>
                <a:gd name="connsiteY431" fmla="*/ 1048036 h 1609725"/>
                <a:gd name="connsiteX432" fmla="*/ 257771 w 1724025"/>
                <a:gd name="connsiteY432" fmla="*/ 1044702 h 1609725"/>
                <a:gd name="connsiteX433" fmla="*/ 257581 w 1724025"/>
                <a:gd name="connsiteY433" fmla="*/ 1038225 h 1609725"/>
                <a:gd name="connsiteX434" fmla="*/ 255009 w 1724025"/>
                <a:gd name="connsiteY434" fmla="*/ 1031081 h 1609725"/>
                <a:gd name="connsiteX435" fmla="*/ 250151 w 1724025"/>
                <a:gd name="connsiteY435" fmla="*/ 1026986 h 1609725"/>
                <a:gd name="connsiteX436" fmla="*/ 249294 w 1724025"/>
                <a:gd name="connsiteY436" fmla="*/ 1024128 h 1609725"/>
                <a:gd name="connsiteX437" fmla="*/ 247294 w 1724025"/>
                <a:gd name="connsiteY437" fmla="*/ 1020699 h 1609725"/>
                <a:gd name="connsiteX438" fmla="*/ 245484 w 1724025"/>
                <a:gd name="connsiteY438" fmla="*/ 1018889 h 1609725"/>
                <a:gd name="connsiteX439" fmla="*/ 244722 w 1724025"/>
                <a:gd name="connsiteY439" fmla="*/ 1015555 h 1609725"/>
                <a:gd name="connsiteX440" fmla="*/ 243389 w 1724025"/>
                <a:gd name="connsiteY440" fmla="*/ 1010507 h 1609725"/>
                <a:gd name="connsiteX441" fmla="*/ 241960 w 1724025"/>
                <a:gd name="connsiteY441" fmla="*/ 1006316 h 1609725"/>
                <a:gd name="connsiteX442" fmla="*/ 243770 w 1724025"/>
                <a:gd name="connsiteY442" fmla="*/ 1002411 h 1609725"/>
                <a:gd name="connsiteX443" fmla="*/ 242627 w 1724025"/>
                <a:gd name="connsiteY443" fmla="*/ 1000220 h 1609725"/>
                <a:gd name="connsiteX444" fmla="*/ 240436 w 1724025"/>
                <a:gd name="connsiteY444" fmla="*/ 997172 h 1609725"/>
                <a:gd name="connsiteX445" fmla="*/ 240150 w 1724025"/>
                <a:gd name="connsiteY445" fmla="*/ 992696 h 1609725"/>
                <a:gd name="connsiteX446" fmla="*/ 241293 w 1724025"/>
                <a:gd name="connsiteY446" fmla="*/ 990124 h 1609725"/>
                <a:gd name="connsiteX447" fmla="*/ 243674 w 1724025"/>
                <a:gd name="connsiteY447" fmla="*/ 988790 h 1609725"/>
                <a:gd name="connsiteX448" fmla="*/ 244151 w 1724025"/>
                <a:gd name="connsiteY448" fmla="*/ 985933 h 1609725"/>
                <a:gd name="connsiteX449" fmla="*/ 241865 w 1724025"/>
                <a:gd name="connsiteY449" fmla="*/ 980789 h 1609725"/>
                <a:gd name="connsiteX450" fmla="*/ 242817 w 1724025"/>
                <a:gd name="connsiteY450" fmla="*/ 977837 h 1609725"/>
                <a:gd name="connsiteX451" fmla="*/ 244055 w 1724025"/>
                <a:gd name="connsiteY451" fmla="*/ 975455 h 1609725"/>
                <a:gd name="connsiteX452" fmla="*/ 244055 w 1724025"/>
                <a:gd name="connsiteY452" fmla="*/ 971645 h 1609725"/>
                <a:gd name="connsiteX453" fmla="*/ 240912 w 1724025"/>
                <a:gd name="connsiteY453" fmla="*/ 967835 h 1609725"/>
                <a:gd name="connsiteX454" fmla="*/ 240436 w 1724025"/>
                <a:gd name="connsiteY454" fmla="*/ 964216 h 1609725"/>
                <a:gd name="connsiteX455" fmla="*/ 238531 w 1724025"/>
                <a:gd name="connsiteY455" fmla="*/ 960977 h 1609725"/>
                <a:gd name="connsiteX456" fmla="*/ 235197 w 1724025"/>
                <a:gd name="connsiteY456" fmla="*/ 959930 h 1609725"/>
                <a:gd name="connsiteX457" fmla="*/ 235959 w 1724025"/>
                <a:gd name="connsiteY457" fmla="*/ 956120 h 1609725"/>
                <a:gd name="connsiteX458" fmla="*/ 234054 w 1724025"/>
                <a:gd name="connsiteY458" fmla="*/ 952500 h 1609725"/>
                <a:gd name="connsiteX459" fmla="*/ 231482 w 1724025"/>
                <a:gd name="connsiteY459" fmla="*/ 949643 h 1609725"/>
                <a:gd name="connsiteX460" fmla="*/ 228720 w 1724025"/>
                <a:gd name="connsiteY460" fmla="*/ 948023 h 1609725"/>
                <a:gd name="connsiteX461" fmla="*/ 228720 w 1724025"/>
                <a:gd name="connsiteY461" fmla="*/ 944309 h 1609725"/>
                <a:gd name="connsiteX462" fmla="*/ 227101 w 1724025"/>
                <a:gd name="connsiteY462" fmla="*/ 942022 h 1609725"/>
                <a:gd name="connsiteX463" fmla="*/ 223672 w 1724025"/>
                <a:gd name="connsiteY463" fmla="*/ 940784 h 1609725"/>
                <a:gd name="connsiteX464" fmla="*/ 222053 w 1724025"/>
                <a:gd name="connsiteY464" fmla="*/ 937927 h 1609725"/>
                <a:gd name="connsiteX465" fmla="*/ 223291 w 1724025"/>
                <a:gd name="connsiteY465" fmla="*/ 933926 h 1609725"/>
                <a:gd name="connsiteX466" fmla="*/ 222338 w 1724025"/>
                <a:gd name="connsiteY466" fmla="*/ 929545 h 1609725"/>
                <a:gd name="connsiteX467" fmla="*/ 222719 w 1724025"/>
                <a:gd name="connsiteY467" fmla="*/ 926116 h 1609725"/>
                <a:gd name="connsiteX468" fmla="*/ 220243 w 1724025"/>
                <a:gd name="connsiteY468" fmla="*/ 920305 h 1609725"/>
                <a:gd name="connsiteX469" fmla="*/ 219290 w 1724025"/>
                <a:gd name="connsiteY469" fmla="*/ 913924 h 1609725"/>
                <a:gd name="connsiteX470" fmla="*/ 217385 w 1724025"/>
                <a:gd name="connsiteY470" fmla="*/ 909352 h 1609725"/>
                <a:gd name="connsiteX471" fmla="*/ 215004 w 1724025"/>
                <a:gd name="connsiteY471" fmla="*/ 905923 h 1609725"/>
                <a:gd name="connsiteX472" fmla="*/ 212718 w 1724025"/>
                <a:gd name="connsiteY472" fmla="*/ 905923 h 1609725"/>
                <a:gd name="connsiteX473" fmla="*/ 209765 w 1724025"/>
                <a:gd name="connsiteY473" fmla="*/ 905256 h 1609725"/>
                <a:gd name="connsiteX474" fmla="*/ 207384 w 1724025"/>
                <a:gd name="connsiteY474" fmla="*/ 901541 h 1609725"/>
                <a:gd name="connsiteX475" fmla="*/ 207384 w 1724025"/>
                <a:gd name="connsiteY475" fmla="*/ 898684 h 1609725"/>
                <a:gd name="connsiteX476" fmla="*/ 207194 w 1724025"/>
                <a:gd name="connsiteY476" fmla="*/ 895255 h 1609725"/>
                <a:gd name="connsiteX477" fmla="*/ 204050 w 1724025"/>
                <a:gd name="connsiteY477" fmla="*/ 892588 h 1609725"/>
                <a:gd name="connsiteX478" fmla="*/ 199859 w 1724025"/>
                <a:gd name="connsiteY478" fmla="*/ 892207 h 1609725"/>
                <a:gd name="connsiteX479" fmla="*/ 196430 w 1724025"/>
                <a:gd name="connsiteY479" fmla="*/ 890016 h 1609725"/>
                <a:gd name="connsiteX480" fmla="*/ 193287 w 1724025"/>
                <a:gd name="connsiteY480" fmla="*/ 887159 h 1609725"/>
                <a:gd name="connsiteX481" fmla="*/ 191477 w 1724025"/>
                <a:gd name="connsiteY481" fmla="*/ 882491 h 1609725"/>
                <a:gd name="connsiteX482" fmla="*/ 185762 w 1724025"/>
                <a:gd name="connsiteY482" fmla="*/ 881158 h 1609725"/>
                <a:gd name="connsiteX483" fmla="*/ 182238 w 1724025"/>
                <a:gd name="connsiteY483" fmla="*/ 877253 h 1609725"/>
                <a:gd name="connsiteX484" fmla="*/ 178142 w 1724025"/>
                <a:gd name="connsiteY484" fmla="*/ 875252 h 1609725"/>
                <a:gd name="connsiteX485" fmla="*/ 176428 w 1724025"/>
                <a:gd name="connsiteY485" fmla="*/ 873062 h 1609725"/>
                <a:gd name="connsiteX486" fmla="*/ 173189 w 1724025"/>
                <a:gd name="connsiteY486" fmla="*/ 874490 h 1609725"/>
                <a:gd name="connsiteX487" fmla="*/ 171094 w 1724025"/>
                <a:gd name="connsiteY487" fmla="*/ 872776 h 1609725"/>
                <a:gd name="connsiteX488" fmla="*/ 168808 w 1724025"/>
                <a:gd name="connsiteY488" fmla="*/ 869728 h 1609725"/>
                <a:gd name="connsiteX489" fmla="*/ 164522 w 1724025"/>
                <a:gd name="connsiteY489" fmla="*/ 869918 h 1609725"/>
                <a:gd name="connsiteX490" fmla="*/ 162902 w 1724025"/>
                <a:gd name="connsiteY490" fmla="*/ 868013 h 1609725"/>
                <a:gd name="connsiteX491" fmla="*/ 160902 w 1724025"/>
                <a:gd name="connsiteY491" fmla="*/ 865156 h 1609725"/>
                <a:gd name="connsiteX492" fmla="*/ 156330 w 1724025"/>
                <a:gd name="connsiteY492" fmla="*/ 864394 h 1609725"/>
                <a:gd name="connsiteX493" fmla="*/ 156140 w 1724025"/>
                <a:gd name="connsiteY493" fmla="*/ 860584 h 1609725"/>
                <a:gd name="connsiteX494" fmla="*/ 154330 w 1724025"/>
                <a:gd name="connsiteY494" fmla="*/ 857440 h 1609725"/>
                <a:gd name="connsiteX495" fmla="*/ 149758 w 1724025"/>
                <a:gd name="connsiteY495" fmla="*/ 855345 h 1609725"/>
                <a:gd name="connsiteX496" fmla="*/ 145281 w 1724025"/>
                <a:gd name="connsiteY496" fmla="*/ 850868 h 1609725"/>
                <a:gd name="connsiteX497" fmla="*/ 142614 w 1724025"/>
                <a:gd name="connsiteY497" fmla="*/ 847249 h 1609725"/>
                <a:gd name="connsiteX498" fmla="*/ 139566 w 1724025"/>
                <a:gd name="connsiteY498" fmla="*/ 842772 h 1609725"/>
                <a:gd name="connsiteX499" fmla="*/ 134613 w 1724025"/>
                <a:gd name="connsiteY499" fmla="*/ 841057 h 1609725"/>
                <a:gd name="connsiteX500" fmla="*/ 131756 w 1724025"/>
                <a:gd name="connsiteY500" fmla="*/ 836676 h 1609725"/>
                <a:gd name="connsiteX501" fmla="*/ 131946 w 1724025"/>
                <a:gd name="connsiteY501" fmla="*/ 832104 h 1609725"/>
                <a:gd name="connsiteX502" fmla="*/ 130994 w 1724025"/>
                <a:gd name="connsiteY502" fmla="*/ 829247 h 1609725"/>
                <a:gd name="connsiteX503" fmla="*/ 128136 w 1724025"/>
                <a:gd name="connsiteY503" fmla="*/ 825246 h 1609725"/>
                <a:gd name="connsiteX504" fmla="*/ 124136 w 1724025"/>
                <a:gd name="connsiteY504" fmla="*/ 823817 h 1609725"/>
                <a:gd name="connsiteX505" fmla="*/ 122516 w 1724025"/>
                <a:gd name="connsiteY505" fmla="*/ 821150 h 1609725"/>
                <a:gd name="connsiteX506" fmla="*/ 119945 w 1724025"/>
                <a:gd name="connsiteY506" fmla="*/ 820198 h 1609725"/>
                <a:gd name="connsiteX507" fmla="*/ 115373 w 1724025"/>
                <a:gd name="connsiteY507" fmla="*/ 817817 h 1609725"/>
                <a:gd name="connsiteX508" fmla="*/ 113372 w 1724025"/>
                <a:gd name="connsiteY508" fmla="*/ 815149 h 1609725"/>
                <a:gd name="connsiteX509" fmla="*/ 110801 w 1724025"/>
                <a:gd name="connsiteY509" fmla="*/ 813911 h 1609725"/>
                <a:gd name="connsiteX510" fmla="*/ 107657 w 1724025"/>
                <a:gd name="connsiteY510" fmla="*/ 811911 h 1609725"/>
                <a:gd name="connsiteX511" fmla="*/ 106038 w 1724025"/>
                <a:gd name="connsiteY511" fmla="*/ 807148 h 1609725"/>
                <a:gd name="connsiteX512" fmla="*/ 102323 w 1724025"/>
                <a:gd name="connsiteY512" fmla="*/ 803338 h 1609725"/>
                <a:gd name="connsiteX513" fmla="*/ 100037 w 1724025"/>
                <a:gd name="connsiteY513" fmla="*/ 798100 h 1609725"/>
                <a:gd name="connsiteX514" fmla="*/ 98228 w 1724025"/>
                <a:gd name="connsiteY514" fmla="*/ 793242 h 1609725"/>
                <a:gd name="connsiteX515" fmla="*/ 93751 w 1724025"/>
                <a:gd name="connsiteY515" fmla="*/ 792385 h 1609725"/>
                <a:gd name="connsiteX516" fmla="*/ 91560 w 1724025"/>
                <a:gd name="connsiteY516" fmla="*/ 790004 h 1609725"/>
                <a:gd name="connsiteX517" fmla="*/ 88131 w 1724025"/>
                <a:gd name="connsiteY517" fmla="*/ 787622 h 1609725"/>
                <a:gd name="connsiteX518" fmla="*/ 88036 w 1724025"/>
                <a:gd name="connsiteY518" fmla="*/ 784003 h 1609725"/>
                <a:gd name="connsiteX519" fmla="*/ 86036 w 1724025"/>
                <a:gd name="connsiteY519" fmla="*/ 780669 h 1609725"/>
                <a:gd name="connsiteX520" fmla="*/ 82607 w 1724025"/>
                <a:gd name="connsiteY520" fmla="*/ 780479 h 1609725"/>
                <a:gd name="connsiteX521" fmla="*/ 79654 w 1724025"/>
                <a:gd name="connsiteY521" fmla="*/ 776478 h 1609725"/>
                <a:gd name="connsiteX522" fmla="*/ 76225 w 1724025"/>
                <a:gd name="connsiteY522" fmla="*/ 775145 h 1609725"/>
                <a:gd name="connsiteX523" fmla="*/ 71843 w 1724025"/>
                <a:gd name="connsiteY523" fmla="*/ 775526 h 1609725"/>
                <a:gd name="connsiteX524" fmla="*/ 68414 w 1724025"/>
                <a:gd name="connsiteY524" fmla="*/ 772668 h 1609725"/>
                <a:gd name="connsiteX525" fmla="*/ 66033 w 1724025"/>
                <a:gd name="connsiteY525" fmla="*/ 770382 h 1609725"/>
                <a:gd name="connsiteX526" fmla="*/ 63176 w 1724025"/>
                <a:gd name="connsiteY526" fmla="*/ 770096 h 1609725"/>
                <a:gd name="connsiteX527" fmla="*/ 60509 w 1724025"/>
                <a:gd name="connsiteY527" fmla="*/ 767810 h 1609725"/>
                <a:gd name="connsiteX528" fmla="*/ 59270 w 1724025"/>
                <a:gd name="connsiteY528" fmla="*/ 764953 h 1609725"/>
                <a:gd name="connsiteX529" fmla="*/ 54984 w 1724025"/>
                <a:gd name="connsiteY529" fmla="*/ 764000 h 1609725"/>
                <a:gd name="connsiteX530" fmla="*/ 52317 w 1724025"/>
                <a:gd name="connsiteY530" fmla="*/ 760857 h 1609725"/>
                <a:gd name="connsiteX531" fmla="*/ 52127 w 1724025"/>
                <a:gd name="connsiteY531" fmla="*/ 756952 h 1609725"/>
                <a:gd name="connsiteX532" fmla="*/ 49936 w 1724025"/>
                <a:gd name="connsiteY532" fmla="*/ 752665 h 1609725"/>
                <a:gd name="connsiteX533" fmla="*/ 49364 w 1724025"/>
                <a:gd name="connsiteY533" fmla="*/ 749427 h 1609725"/>
                <a:gd name="connsiteX534" fmla="*/ 45269 w 1724025"/>
                <a:gd name="connsiteY534" fmla="*/ 747236 h 1609725"/>
                <a:gd name="connsiteX535" fmla="*/ 44221 w 1724025"/>
                <a:gd name="connsiteY535" fmla="*/ 743331 h 1609725"/>
                <a:gd name="connsiteX536" fmla="*/ 43268 w 1724025"/>
                <a:gd name="connsiteY536" fmla="*/ 739235 h 1609725"/>
                <a:gd name="connsiteX537" fmla="*/ 40316 w 1724025"/>
                <a:gd name="connsiteY537" fmla="*/ 734473 h 1609725"/>
                <a:gd name="connsiteX538" fmla="*/ 38982 w 1724025"/>
                <a:gd name="connsiteY538" fmla="*/ 730091 h 1609725"/>
                <a:gd name="connsiteX539" fmla="*/ 38030 w 1724025"/>
                <a:gd name="connsiteY539" fmla="*/ 726853 h 1609725"/>
                <a:gd name="connsiteX540" fmla="*/ 35267 w 1724025"/>
                <a:gd name="connsiteY540" fmla="*/ 722947 h 1609725"/>
                <a:gd name="connsiteX541" fmla="*/ 33648 w 1724025"/>
                <a:gd name="connsiteY541" fmla="*/ 718661 h 1609725"/>
                <a:gd name="connsiteX542" fmla="*/ 29362 w 1724025"/>
                <a:gd name="connsiteY542" fmla="*/ 717423 h 1609725"/>
                <a:gd name="connsiteX543" fmla="*/ 26314 w 1724025"/>
                <a:gd name="connsiteY543" fmla="*/ 714851 h 1609725"/>
                <a:gd name="connsiteX544" fmla="*/ 23266 w 1724025"/>
                <a:gd name="connsiteY544" fmla="*/ 714661 h 1609725"/>
                <a:gd name="connsiteX545" fmla="*/ 20218 w 1724025"/>
                <a:gd name="connsiteY545" fmla="*/ 717232 h 1609725"/>
                <a:gd name="connsiteX546" fmla="*/ 16694 w 1724025"/>
                <a:gd name="connsiteY546" fmla="*/ 714565 h 1609725"/>
                <a:gd name="connsiteX547" fmla="*/ 14789 w 1724025"/>
                <a:gd name="connsiteY547" fmla="*/ 710184 h 1609725"/>
                <a:gd name="connsiteX548" fmla="*/ 13265 w 1724025"/>
                <a:gd name="connsiteY548" fmla="*/ 707612 h 1609725"/>
                <a:gd name="connsiteX549" fmla="*/ 11931 w 1724025"/>
                <a:gd name="connsiteY549" fmla="*/ 706279 h 1609725"/>
                <a:gd name="connsiteX550" fmla="*/ 9359 w 1724025"/>
                <a:gd name="connsiteY550" fmla="*/ 705517 h 1609725"/>
                <a:gd name="connsiteX551" fmla="*/ 8502 w 1724025"/>
                <a:gd name="connsiteY551" fmla="*/ 704088 h 1609725"/>
                <a:gd name="connsiteX552" fmla="*/ 5740 w 1724025"/>
                <a:gd name="connsiteY552" fmla="*/ 703612 h 1609725"/>
                <a:gd name="connsiteX553" fmla="*/ 5359 w 1724025"/>
                <a:gd name="connsiteY553" fmla="*/ 701040 h 1609725"/>
                <a:gd name="connsiteX554" fmla="*/ 3073 w 1724025"/>
                <a:gd name="connsiteY554" fmla="*/ 699516 h 1609725"/>
                <a:gd name="connsiteX555" fmla="*/ 2025 w 1724025"/>
                <a:gd name="connsiteY555" fmla="*/ 696944 h 1609725"/>
                <a:gd name="connsiteX556" fmla="*/ 2597 w 1724025"/>
                <a:gd name="connsiteY556" fmla="*/ 693801 h 1609725"/>
                <a:gd name="connsiteX557" fmla="*/ 25 w 1724025"/>
                <a:gd name="connsiteY557" fmla="*/ 692848 h 1609725"/>
                <a:gd name="connsiteX558" fmla="*/ 1168 w 1724025"/>
                <a:gd name="connsiteY558" fmla="*/ 690944 h 1609725"/>
                <a:gd name="connsiteX559" fmla="*/ 4025 w 1724025"/>
                <a:gd name="connsiteY559" fmla="*/ 689705 h 1609725"/>
                <a:gd name="connsiteX560" fmla="*/ 4692 w 1724025"/>
                <a:gd name="connsiteY560" fmla="*/ 687134 h 1609725"/>
                <a:gd name="connsiteX561" fmla="*/ 3740 w 1724025"/>
                <a:gd name="connsiteY561" fmla="*/ 684752 h 1609725"/>
                <a:gd name="connsiteX562" fmla="*/ 4787 w 1724025"/>
                <a:gd name="connsiteY562" fmla="*/ 682276 h 1609725"/>
                <a:gd name="connsiteX563" fmla="*/ 3263 w 1724025"/>
                <a:gd name="connsiteY563" fmla="*/ 678847 h 1609725"/>
                <a:gd name="connsiteX564" fmla="*/ 5930 w 1724025"/>
                <a:gd name="connsiteY564" fmla="*/ 677418 h 1609725"/>
                <a:gd name="connsiteX565" fmla="*/ 10883 w 1724025"/>
                <a:gd name="connsiteY565" fmla="*/ 676847 h 1609725"/>
                <a:gd name="connsiteX566" fmla="*/ 470274 w 1724025"/>
                <a:gd name="connsiteY566" fmla="*/ 699611 h 1609725"/>
                <a:gd name="connsiteX567" fmla="*/ 496182 w 1724025"/>
                <a:gd name="connsiteY567" fmla="*/ 0 h 1609725"/>
                <a:gd name="connsiteX568" fmla="*/ 500468 w 1724025"/>
                <a:gd name="connsiteY568" fmla="*/ 95 h 1609725"/>
                <a:gd name="connsiteX569" fmla="*/ 871277 w 1724025"/>
                <a:gd name="connsiteY569" fmla="*/ 6572 h 1609725"/>
                <a:gd name="connsiteX570" fmla="*/ 871277 w 1724025"/>
                <a:gd name="connsiteY570" fmla="*/ 308705 h 1609725"/>
                <a:gd name="connsiteX571" fmla="*/ 874325 w 1724025"/>
                <a:gd name="connsiteY571" fmla="*/ 308610 h 1609725"/>
                <a:gd name="connsiteX572" fmla="*/ 877182 w 1724025"/>
                <a:gd name="connsiteY572" fmla="*/ 307467 h 1609725"/>
                <a:gd name="connsiteX573" fmla="*/ 878897 w 1724025"/>
                <a:gd name="connsiteY573" fmla="*/ 306134 h 1609725"/>
                <a:gd name="connsiteX574" fmla="*/ 882231 w 1724025"/>
                <a:gd name="connsiteY574" fmla="*/ 307657 h 1609725"/>
                <a:gd name="connsiteX575" fmla="*/ 885088 w 1724025"/>
                <a:gd name="connsiteY575" fmla="*/ 309277 h 1609725"/>
                <a:gd name="connsiteX576" fmla="*/ 886898 w 1724025"/>
                <a:gd name="connsiteY576" fmla="*/ 311753 h 1609725"/>
                <a:gd name="connsiteX577" fmla="*/ 888612 w 1724025"/>
                <a:gd name="connsiteY577" fmla="*/ 315278 h 1609725"/>
                <a:gd name="connsiteX578" fmla="*/ 892136 w 1724025"/>
                <a:gd name="connsiteY578" fmla="*/ 318230 h 1609725"/>
                <a:gd name="connsiteX579" fmla="*/ 895184 w 1724025"/>
                <a:gd name="connsiteY579" fmla="*/ 321183 h 1609725"/>
                <a:gd name="connsiteX580" fmla="*/ 897851 w 1724025"/>
                <a:gd name="connsiteY580" fmla="*/ 325184 h 1609725"/>
                <a:gd name="connsiteX581" fmla="*/ 901185 w 1724025"/>
                <a:gd name="connsiteY581" fmla="*/ 328041 h 1609725"/>
                <a:gd name="connsiteX582" fmla="*/ 905662 w 1724025"/>
                <a:gd name="connsiteY582" fmla="*/ 331470 h 1609725"/>
                <a:gd name="connsiteX583" fmla="*/ 908710 w 1724025"/>
                <a:gd name="connsiteY583" fmla="*/ 334423 h 1609725"/>
                <a:gd name="connsiteX584" fmla="*/ 910615 w 1724025"/>
                <a:gd name="connsiteY584" fmla="*/ 337376 h 1609725"/>
                <a:gd name="connsiteX585" fmla="*/ 913568 w 1724025"/>
                <a:gd name="connsiteY585" fmla="*/ 337852 h 1609725"/>
                <a:gd name="connsiteX586" fmla="*/ 916616 w 1724025"/>
                <a:gd name="connsiteY586" fmla="*/ 337280 h 1609725"/>
                <a:gd name="connsiteX587" fmla="*/ 920711 w 1724025"/>
                <a:gd name="connsiteY587" fmla="*/ 337947 h 1609725"/>
                <a:gd name="connsiteX588" fmla="*/ 923569 w 1724025"/>
                <a:gd name="connsiteY588" fmla="*/ 336613 h 1609725"/>
                <a:gd name="connsiteX589" fmla="*/ 924712 w 1724025"/>
                <a:gd name="connsiteY589" fmla="*/ 334137 h 1609725"/>
                <a:gd name="connsiteX590" fmla="*/ 925569 w 1724025"/>
                <a:gd name="connsiteY590" fmla="*/ 331375 h 1609725"/>
                <a:gd name="connsiteX591" fmla="*/ 929189 w 1724025"/>
                <a:gd name="connsiteY591" fmla="*/ 331375 h 1609725"/>
                <a:gd name="connsiteX592" fmla="*/ 931189 w 1724025"/>
                <a:gd name="connsiteY592" fmla="*/ 332708 h 1609725"/>
                <a:gd name="connsiteX593" fmla="*/ 932903 w 1724025"/>
                <a:gd name="connsiteY593" fmla="*/ 331470 h 1609725"/>
                <a:gd name="connsiteX594" fmla="*/ 935666 w 1724025"/>
                <a:gd name="connsiteY594" fmla="*/ 331565 h 1609725"/>
                <a:gd name="connsiteX595" fmla="*/ 937094 w 1724025"/>
                <a:gd name="connsiteY595" fmla="*/ 333946 h 1609725"/>
                <a:gd name="connsiteX596" fmla="*/ 939666 w 1724025"/>
                <a:gd name="connsiteY596" fmla="*/ 334423 h 1609725"/>
                <a:gd name="connsiteX597" fmla="*/ 942905 w 1724025"/>
                <a:gd name="connsiteY597" fmla="*/ 336137 h 1609725"/>
                <a:gd name="connsiteX598" fmla="*/ 945286 w 1724025"/>
                <a:gd name="connsiteY598" fmla="*/ 337280 h 1609725"/>
                <a:gd name="connsiteX599" fmla="*/ 948239 w 1724025"/>
                <a:gd name="connsiteY599" fmla="*/ 336042 h 1609725"/>
                <a:gd name="connsiteX600" fmla="*/ 948906 w 1724025"/>
                <a:gd name="connsiteY600" fmla="*/ 332613 h 1609725"/>
                <a:gd name="connsiteX601" fmla="*/ 947953 w 1724025"/>
                <a:gd name="connsiteY601" fmla="*/ 328898 h 1609725"/>
                <a:gd name="connsiteX602" fmla="*/ 949382 w 1724025"/>
                <a:gd name="connsiteY602" fmla="*/ 325660 h 1609725"/>
                <a:gd name="connsiteX603" fmla="*/ 953097 w 1724025"/>
                <a:gd name="connsiteY603" fmla="*/ 323850 h 1609725"/>
                <a:gd name="connsiteX604" fmla="*/ 955287 w 1724025"/>
                <a:gd name="connsiteY604" fmla="*/ 326517 h 1609725"/>
                <a:gd name="connsiteX605" fmla="*/ 956716 w 1724025"/>
                <a:gd name="connsiteY605" fmla="*/ 330232 h 1609725"/>
                <a:gd name="connsiteX606" fmla="*/ 959097 w 1724025"/>
                <a:gd name="connsiteY606" fmla="*/ 332518 h 1609725"/>
                <a:gd name="connsiteX607" fmla="*/ 961764 w 1724025"/>
                <a:gd name="connsiteY607" fmla="*/ 331280 h 1609725"/>
                <a:gd name="connsiteX608" fmla="*/ 964145 w 1724025"/>
                <a:gd name="connsiteY608" fmla="*/ 331089 h 1609725"/>
                <a:gd name="connsiteX609" fmla="*/ 965669 w 1724025"/>
                <a:gd name="connsiteY609" fmla="*/ 332708 h 1609725"/>
                <a:gd name="connsiteX610" fmla="*/ 966146 w 1724025"/>
                <a:gd name="connsiteY610" fmla="*/ 336804 h 1609725"/>
                <a:gd name="connsiteX611" fmla="*/ 967956 w 1724025"/>
                <a:gd name="connsiteY611" fmla="*/ 338233 h 1609725"/>
                <a:gd name="connsiteX612" fmla="*/ 969479 w 1724025"/>
                <a:gd name="connsiteY612" fmla="*/ 342138 h 1609725"/>
                <a:gd name="connsiteX613" fmla="*/ 972432 w 1724025"/>
                <a:gd name="connsiteY613" fmla="*/ 343567 h 1609725"/>
                <a:gd name="connsiteX614" fmla="*/ 972242 w 1724025"/>
                <a:gd name="connsiteY614" fmla="*/ 348044 h 1609725"/>
                <a:gd name="connsiteX615" fmla="*/ 973004 w 1724025"/>
                <a:gd name="connsiteY615" fmla="*/ 351377 h 1609725"/>
                <a:gd name="connsiteX616" fmla="*/ 975004 w 1724025"/>
                <a:gd name="connsiteY616" fmla="*/ 354139 h 1609725"/>
                <a:gd name="connsiteX617" fmla="*/ 974432 w 1724025"/>
                <a:gd name="connsiteY617" fmla="*/ 359283 h 1609725"/>
                <a:gd name="connsiteX618" fmla="*/ 978909 w 1724025"/>
                <a:gd name="connsiteY618" fmla="*/ 362426 h 1609725"/>
                <a:gd name="connsiteX619" fmla="*/ 982910 w 1724025"/>
                <a:gd name="connsiteY619" fmla="*/ 361950 h 1609725"/>
                <a:gd name="connsiteX620" fmla="*/ 984719 w 1724025"/>
                <a:gd name="connsiteY620" fmla="*/ 364522 h 1609725"/>
                <a:gd name="connsiteX621" fmla="*/ 988910 w 1724025"/>
                <a:gd name="connsiteY621" fmla="*/ 362426 h 1609725"/>
                <a:gd name="connsiteX622" fmla="*/ 993292 w 1724025"/>
                <a:gd name="connsiteY622" fmla="*/ 365188 h 1609725"/>
                <a:gd name="connsiteX623" fmla="*/ 997959 w 1724025"/>
                <a:gd name="connsiteY623" fmla="*/ 362903 h 1609725"/>
                <a:gd name="connsiteX624" fmla="*/ 1000436 w 1724025"/>
                <a:gd name="connsiteY624" fmla="*/ 361188 h 1609725"/>
                <a:gd name="connsiteX625" fmla="*/ 1005389 w 1724025"/>
                <a:gd name="connsiteY625" fmla="*/ 362426 h 1609725"/>
                <a:gd name="connsiteX626" fmla="*/ 1009675 w 1724025"/>
                <a:gd name="connsiteY626" fmla="*/ 365760 h 1609725"/>
                <a:gd name="connsiteX627" fmla="*/ 1013104 w 1724025"/>
                <a:gd name="connsiteY627" fmla="*/ 367379 h 1609725"/>
                <a:gd name="connsiteX628" fmla="*/ 1016533 w 1724025"/>
                <a:gd name="connsiteY628" fmla="*/ 369475 h 1609725"/>
                <a:gd name="connsiteX629" fmla="*/ 1018248 w 1724025"/>
                <a:gd name="connsiteY629" fmla="*/ 370904 h 1609725"/>
                <a:gd name="connsiteX630" fmla="*/ 1020819 w 1724025"/>
                <a:gd name="connsiteY630" fmla="*/ 369094 h 1609725"/>
                <a:gd name="connsiteX631" fmla="*/ 1024820 w 1724025"/>
                <a:gd name="connsiteY631" fmla="*/ 369761 h 1609725"/>
                <a:gd name="connsiteX632" fmla="*/ 1029297 w 1724025"/>
                <a:gd name="connsiteY632" fmla="*/ 374142 h 1609725"/>
                <a:gd name="connsiteX633" fmla="*/ 1032535 w 1724025"/>
                <a:gd name="connsiteY633" fmla="*/ 376047 h 1609725"/>
                <a:gd name="connsiteX634" fmla="*/ 1035678 w 1724025"/>
                <a:gd name="connsiteY634" fmla="*/ 374332 h 1609725"/>
                <a:gd name="connsiteX635" fmla="*/ 1040917 w 1724025"/>
                <a:gd name="connsiteY635" fmla="*/ 373475 h 1609725"/>
                <a:gd name="connsiteX636" fmla="*/ 1042536 w 1724025"/>
                <a:gd name="connsiteY636" fmla="*/ 370808 h 1609725"/>
                <a:gd name="connsiteX637" fmla="*/ 1045299 w 1724025"/>
                <a:gd name="connsiteY637" fmla="*/ 368903 h 1609725"/>
                <a:gd name="connsiteX638" fmla="*/ 1048537 w 1724025"/>
                <a:gd name="connsiteY638" fmla="*/ 369570 h 1609725"/>
                <a:gd name="connsiteX639" fmla="*/ 1052252 w 1724025"/>
                <a:gd name="connsiteY639" fmla="*/ 369189 h 1609725"/>
                <a:gd name="connsiteX640" fmla="*/ 1055300 w 1724025"/>
                <a:gd name="connsiteY640" fmla="*/ 371570 h 1609725"/>
                <a:gd name="connsiteX641" fmla="*/ 1057872 w 1724025"/>
                <a:gd name="connsiteY641" fmla="*/ 376428 h 1609725"/>
                <a:gd name="connsiteX642" fmla="*/ 1060729 w 1724025"/>
                <a:gd name="connsiteY642" fmla="*/ 381000 h 1609725"/>
                <a:gd name="connsiteX643" fmla="*/ 1064539 w 1724025"/>
                <a:gd name="connsiteY643" fmla="*/ 384524 h 1609725"/>
                <a:gd name="connsiteX644" fmla="*/ 1067777 w 1724025"/>
                <a:gd name="connsiteY644" fmla="*/ 384620 h 1609725"/>
                <a:gd name="connsiteX645" fmla="*/ 1069587 w 1724025"/>
                <a:gd name="connsiteY645" fmla="*/ 383381 h 1609725"/>
                <a:gd name="connsiteX646" fmla="*/ 1072064 w 1724025"/>
                <a:gd name="connsiteY646" fmla="*/ 380810 h 1609725"/>
                <a:gd name="connsiteX647" fmla="*/ 1075778 w 1724025"/>
                <a:gd name="connsiteY647" fmla="*/ 380238 h 1609725"/>
                <a:gd name="connsiteX648" fmla="*/ 1077398 w 1724025"/>
                <a:gd name="connsiteY648" fmla="*/ 375856 h 1609725"/>
                <a:gd name="connsiteX649" fmla="*/ 1077493 w 1724025"/>
                <a:gd name="connsiteY649" fmla="*/ 372809 h 1609725"/>
                <a:gd name="connsiteX650" fmla="*/ 1079303 w 1724025"/>
                <a:gd name="connsiteY650" fmla="*/ 370999 h 1609725"/>
                <a:gd name="connsiteX651" fmla="*/ 1082732 w 1724025"/>
                <a:gd name="connsiteY651" fmla="*/ 370046 h 1609725"/>
                <a:gd name="connsiteX652" fmla="*/ 1086447 w 1724025"/>
                <a:gd name="connsiteY652" fmla="*/ 370999 h 1609725"/>
                <a:gd name="connsiteX653" fmla="*/ 1089114 w 1724025"/>
                <a:gd name="connsiteY653" fmla="*/ 374142 h 1609725"/>
                <a:gd name="connsiteX654" fmla="*/ 1093781 w 1724025"/>
                <a:gd name="connsiteY654" fmla="*/ 374142 h 1609725"/>
                <a:gd name="connsiteX655" fmla="*/ 1098734 w 1724025"/>
                <a:gd name="connsiteY655" fmla="*/ 373380 h 1609725"/>
                <a:gd name="connsiteX656" fmla="*/ 1101020 w 1724025"/>
                <a:gd name="connsiteY656" fmla="*/ 375476 h 1609725"/>
                <a:gd name="connsiteX657" fmla="*/ 1103877 w 1724025"/>
                <a:gd name="connsiteY657" fmla="*/ 376238 h 1609725"/>
                <a:gd name="connsiteX658" fmla="*/ 1107020 w 1724025"/>
                <a:gd name="connsiteY658" fmla="*/ 375761 h 1609725"/>
                <a:gd name="connsiteX659" fmla="*/ 1109497 w 1724025"/>
                <a:gd name="connsiteY659" fmla="*/ 373380 h 1609725"/>
                <a:gd name="connsiteX660" fmla="*/ 1110068 w 1724025"/>
                <a:gd name="connsiteY660" fmla="*/ 370237 h 1609725"/>
                <a:gd name="connsiteX661" fmla="*/ 1112640 w 1724025"/>
                <a:gd name="connsiteY661" fmla="*/ 369856 h 1609725"/>
                <a:gd name="connsiteX662" fmla="*/ 1115688 w 1724025"/>
                <a:gd name="connsiteY662" fmla="*/ 372523 h 1609725"/>
                <a:gd name="connsiteX663" fmla="*/ 1115593 w 1724025"/>
                <a:gd name="connsiteY663" fmla="*/ 376238 h 1609725"/>
                <a:gd name="connsiteX664" fmla="*/ 1113783 w 1724025"/>
                <a:gd name="connsiteY664" fmla="*/ 379190 h 1609725"/>
                <a:gd name="connsiteX665" fmla="*/ 1112545 w 1724025"/>
                <a:gd name="connsiteY665" fmla="*/ 382334 h 1609725"/>
                <a:gd name="connsiteX666" fmla="*/ 1113688 w 1724025"/>
                <a:gd name="connsiteY666" fmla="*/ 384620 h 1609725"/>
                <a:gd name="connsiteX667" fmla="*/ 1114545 w 1724025"/>
                <a:gd name="connsiteY667" fmla="*/ 389763 h 1609725"/>
                <a:gd name="connsiteX668" fmla="*/ 1117593 w 1724025"/>
                <a:gd name="connsiteY668" fmla="*/ 393287 h 1609725"/>
                <a:gd name="connsiteX669" fmla="*/ 1121022 w 1724025"/>
                <a:gd name="connsiteY669" fmla="*/ 394526 h 1609725"/>
                <a:gd name="connsiteX670" fmla="*/ 1125594 w 1724025"/>
                <a:gd name="connsiteY670" fmla="*/ 394621 h 1609725"/>
                <a:gd name="connsiteX671" fmla="*/ 1127975 w 1724025"/>
                <a:gd name="connsiteY671" fmla="*/ 392906 h 1609725"/>
                <a:gd name="connsiteX672" fmla="*/ 1131976 w 1724025"/>
                <a:gd name="connsiteY672" fmla="*/ 392716 h 1609725"/>
                <a:gd name="connsiteX673" fmla="*/ 1134357 w 1724025"/>
                <a:gd name="connsiteY673" fmla="*/ 395383 h 1609725"/>
                <a:gd name="connsiteX674" fmla="*/ 1134262 w 1724025"/>
                <a:gd name="connsiteY674" fmla="*/ 399193 h 1609725"/>
                <a:gd name="connsiteX675" fmla="*/ 1132738 w 1724025"/>
                <a:gd name="connsiteY675" fmla="*/ 402146 h 1609725"/>
                <a:gd name="connsiteX676" fmla="*/ 1134833 w 1724025"/>
                <a:gd name="connsiteY676" fmla="*/ 403860 h 1609725"/>
                <a:gd name="connsiteX677" fmla="*/ 1133786 w 1724025"/>
                <a:gd name="connsiteY677" fmla="*/ 407003 h 1609725"/>
                <a:gd name="connsiteX678" fmla="*/ 1130833 w 1724025"/>
                <a:gd name="connsiteY678" fmla="*/ 408527 h 1609725"/>
                <a:gd name="connsiteX679" fmla="*/ 1131881 w 1724025"/>
                <a:gd name="connsiteY679" fmla="*/ 411385 h 1609725"/>
                <a:gd name="connsiteX680" fmla="*/ 1134548 w 1724025"/>
                <a:gd name="connsiteY680" fmla="*/ 412337 h 1609725"/>
                <a:gd name="connsiteX681" fmla="*/ 1137882 w 1724025"/>
                <a:gd name="connsiteY681" fmla="*/ 410623 h 1609725"/>
                <a:gd name="connsiteX682" fmla="*/ 1140549 w 1724025"/>
                <a:gd name="connsiteY682" fmla="*/ 412242 h 1609725"/>
                <a:gd name="connsiteX683" fmla="*/ 1143501 w 1724025"/>
                <a:gd name="connsiteY683" fmla="*/ 415385 h 1609725"/>
                <a:gd name="connsiteX684" fmla="*/ 1147502 w 1724025"/>
                <a:gd name="connsiteY684" fmla="*/ 415957 h 1609725"/>
                <a:gd name="connsiteX685" fmla="*/ 1150645 w 1724025"/>
                <a:gd name="connsiteY685" fmla="*/ 413576 h 1609725"/>
                <a:gd name="connsiteX686" fmla="*/ 1153217 w 1724025"/>
                <a:gd name="connsiteY686" fmla="*/ 411289 h 1609725"/>
                <a:gd name="connsiteX687" fmla="*/ 1155408 w 1724025"/>
                <a:gd name="connsiteY687" fmla="*/ 410242 h 1609725"/>
                <a:gd name="connsiteX688" fmla="*/ 1156741 w 1724025"/>
                <a:gd name="connsiteY688" fmla="*/ 407480 h 1609725"/>
                <a:gd name="connsiteX689" fmla="*/ 1158456 w 1724025"/>
                <a:gd name="connsiteY689" fmla="*/ 404622 h 1609725"/>
                <a:gd name="connsiteX690" fmla="*/ 1160837 w 1724025"/>
                <a:gd name="connsiteY690" fmla="*/ 401955 h 1609725"/>
                <a:gd name="connsiteX691" fmla="*/ 1163504 w 1724025"/>
                <a:gd name="connsiteY691" fmla="*/ 401479 h 1609725"/>
                <a:gd name="connsiteX692" fmla="*/ 1165694 w 1724025"/>
                <a:gd name="connsiteY692" fmla="*/ 398812 h 1609725"/>
                <a:gd name="connsiteX693" fmla="*/ 1167504 w 1724025"/>
                <a:gd name="connsiteY693" fmla="*/ 395573 h 1609725"/>
                <a:gd name="connsiteX694" fmla="*/ 1171028 w 1724025"/>
                <a:gd name="connsiteY694" fmla="*/ 393668 h 1609725"/>
                <a:gd name="connsiteX695" fmla="*/ 1173315 w 1724025"/>
                <a:gd name="connsiteY695" fmla="*/ 395097 h 1609725"/>
                <a:gd name="connsiteX696" fmla="*/ 1176839 w 1724025"/>
                <a:gd name="connsiteY696" fmla="*/ 396145 h 1609725"/>
                <a:gd name="connsiteX697" fmla="*/ 1179125 w 1724025"/>
                <a:gd name="connsiteY697" fmla="*/ 398240 h 1609725"/>
                <a:gd name="connsiteX698" fmla="*/ 1180363 w 1724025"/>
                <a:gd name="connsiteY698" fmla="*/ 402241 h 1609725"/>
                <a:gd name="connsiteX699" fmla="*/ 1179696 w 1724025"/>
                <a:gd name="connsiteY699" fmla="*/ 406051 h 1609725"/>
                <a:gd name="connsiteX700" fmla="*/ 1182840 w 1724025"/>
                <a:gd name="connsiteY700" fmla="*/ 407765 h 1609725"/>
                <a:gd name="connsiteX701" fmla="*/ 1185411 w 1724025"/>
                <a:gd name="connsiteY701" fmla="*/ 408527 h 1609725"/>
                <a:gd name="connsiteX702" fmla="*/ 1187031 w 1724025"/>
                <a:gd name="connsiteY702" fmla="*/ 406718 h 1609725"/>
                <a:gd name="connsiteX703" fmla="*/ 1189983 w 1724025"/>
                <a:gd name="connsiteY703" fmla="*/ 403860 h 1609725"/>
                <a:gd name="connsiteX704" fmla="*/ 1195412 w 1724025"/>
                <a:gd name="connsiteY704" fmla="*/ 404717 h 1609725"/>
                <a:gd name="connsiteX705" fmla="*/ 1198556 w 1724025"/>
                <a:gd name="connsiteY705" fmla="*/ 406813 h 1609725"/>
                <a:gd name="connsiteX706" fmla="*/ 1199223 w 1724025"/>
                <a:gd name="connsiteY706" fmla="*/ 410528 h 1609725"/>
                <a:gd name="connsiteX707" fmla="*/ 1197794 w 1724025"/>
                <a:gd name="connsiteY707" fmla="*/ 413480 h 1609725"/>
                <a:gd name="connsiteX708" fmla="*/ 1197603 w 1724025"/>
                <a:gd name="connsiteY708" fmla="*/ 416528 h 1609725"/>
                <a:gd name="connsiteX709" fmla="*/ 1199889 w 1724025"/>
                <a:gd name="connsiteY709" fmla="*/ 417862 h 1609725"/>
                <a:gd name="connsiteX710" fmla="*/ 1201127 w 1724025"/>
                <a:gd name="connsiteY710" fmla="*/ 419671 h 1609725"/>
                <a:gd name="connsiteX711" fmla="*/ 1206271 w 1724025"/>
                <a:gd name="connsiteY711" fmla="*/ 420338 h 1609725"/>
                <a:gd name="connsiteX712" fmla="*/ 1209605 w 1724025"/>
                <a:gd name="connsiteY712" fmla="*/ 418529 h 1609725"/>
                <a:gd name="connsiteX713" fmla="*/ 1211510 w 1724025"/>
                <a:gd name="connsiteY713" fmla="*/ 413290 h 1609725"/>
                <a:gd name="connsiteX714" fmla="*/ 1213510 w 1724025"/>
                <a:gd name="connsiteY714" fmla="*/ 410432 h 1609725"/>
                <a:gd name="connsiteX715" fmla="*/ 1216749 w 1724025"/>
                <a:gd name="connsiteY715" fmla="*/ 409670 h 1609725"/>
                <a:gd name="connsiteX716" fmla="*/ 1219606 w 1724025"/>
                <a:gd name="connsiteY716" fmla="*/ 411671 h 1609725"/>
                <a:gd name="connsiteX717" fmla="*/ 1223321 w 1724025"/>
                <a:gd name="connsiteY717" fmla="*/ 411575 h 1609725"/>
                <a:gd name="connsiteX718" fmla="*/ 1224368 w 1724025"/>
                <a:gd name="connsiteY718" fmla="*/ 408527 h 1609725"/>
                <a:gd name="connsiteX719" fmla="*/ 1224083 w 1724025"/>
                <a:gd name="connsiteY719" fmla="*/ 406051 h 1609725"/>
                <a:gd name="connsiteX720" fmla="*/ 1225702 w 1724025"/>
                <a:gd name="connsiteY720" fmla="*/ 404241 h 1609725"/>
                <a:gd name="connsiteX721" fmla="*/ 1229226 w 1724025"/>
                <a:gd name="connsiteY721" fmla="*/ 403765 h 1609725"/>
                <a:gd name="connsiteX722" fmla="*/ 1232179 w 1724025"/>
                <a:gd name="connsiteY722" fmla="*/ 405860 h 1609725"/>
                <a:gd name="connsiteX723" fmla="*/ 1233036 w 1724025"/>
                <a:gd name="connsiteY723" fmla="*/ 408622 h 1609725"/>
                <a:gd name="connsiteX724" fmla="*/ 1234846 w 1724025"/>
                <a:gd name="connsiteY724" fmla="*/ 411289 h 1609725"/>
                <a:gd name="connsiteX725" fmla="*/ 1234846 w 1724025"/>
                <a:gd name="connsiteY725" fmla="*/ 415195 h 1609725"/>
                <a:gd name="connsiteX726" fmla="*/ 1233512 w 1724025"/>
                <a:gd name="connsiteY726" fmla="*/ 417005 h 1609725"/>
                <a:gd name="connsiteX727" fmla="*/ 1230750 w 1724025"/>
                <a:gd name="connsiteY727" fmla="*/ 417481 h 1609725"/>
                <a:gd name="connsiteX728" fmla="*/ 1229988 w 1724025"/>
                <a:gd name="connsiteY728" fmla="*/ 420910 h 1609725"/>
                <a:gd name="connsiteX729" fmla="*/ 1231608 w 1724025"/>
                <a:gd name="connsiteY729" fmla="*/ 424529 h 1609725"/>
                <a:gd name="connsiteX730" fmla="*/ 1233893 w 1724025"/>
                <a:gd name="connsiteY730" fmla="*/ 427672 h 1609725"/>
                <a:gd name="connsiteX731" fmla="*/ 1235894 w 1724025"/>
                <a:gd name="connsiteY731" fmla="*/ 432435 h 1609725"/>
                <a:gd name="connsiteX732" fmla="*/ 1239037 w 1724025"/>
                <a:gd name="connsiteY732" fmla="*/ 434340 h 1609725"/>
                <a:gd name="connsiteX733" fmla="*/ 1243133 w 1724025"/>
                <a:gd name="connsiteY733" fmla="*/ 433864 h 1609725"/>
                <a:gd name="connsiteX734" fmla="*/ 1245990 w 1724025"/>
                <a:gd name="connsiteY734" fmla="*/ 430149 h 1609725"/>
                <a:gd name="connsiteX735" fmla="*/ 1245800 w 1724025"/>
                <a:gd name="connsiteY735" fmla="*/ 427482 h 1609725"/>
                <a:gd name="connsiteX736" fmla="*/ 1245704 w 1724025"/>
                <a:gd name="connsiteY736" fmla="*/ 425101 h 1609725"/>
                <a:gd name="connsiteX737" fmla="*/ 1243990 w 1724025"/>
                <a:gd name="connsiteY737" fmla="*/ 423101 h 1609725"/>
                <a:gd name="connsiteX738" fmla="*/ 1244371 w 1724025"/>
                <a:gd name="connsiteY738" fmla="*/ 420434 h 1609725"/>
                <a:gd name="connsiteX739" fmla="*/ 1246657 w 1724025"/>
                <a:gd name="connsiteY739" fmla="*/ 420053 h 1609725"/>
                <a:gd name="connsiteX740" fmla="*/ 1249800 w 1724025"/>
                <a:gd name="connsiteY740" fmla="*/ 418814 h 1609725"/>
                <a:gd name="connsiteX741" fmla="*/ 1250181 w 1724025"/>
                <a:gd name="connsiteY741" fmla="*/ 414338 h 1609725"/>
                <a:gd name="connsiteX742" fmla="*/ 1253134 w 1724025"/>
                <a:gd name="connsiteY742" fmla="*/ 413861 h 1609725"/>
                <a:gd name="connsiteX743" fmla="*/ 1255801 w 1724025"/>
                <a:gd name="connsiteY743" fmla="*/ 410242 h 1609725"/>
                <a:gd name="connsiteX744" fmla="*/ 1258277 w 1724025"/>
                <a:gd name="connsiteY744" fmla="*/ 406908 h 1609725"/>
                <a:gd name="connsiteX745" fmla="*/ 1258468 w 1724025"/>
                <a:gd name="connsiteY745" fmla="*/ 404241 h 1609725"/>
                <a:gd name="connsiteX746" fmla="*/ 1257039 w 1724025"/>
                <a:gd name="connsiteY746" fmla="*/ 401288 h 1609725"/>
                <a:gd name="connsiteX747" fmla="*/ 1257420 w 1724025"/>
                <a:gd name="connsiteY747" fmla="*/ 398812 h 1609725"/>
                <a:gd name="connsiteX748" fmla="*/ 1259135 w 1724025"/>
                <a:gd name="connsiteY748" fmla="*/ 397193 h 1609725"/>
                <a:gd name="connsiteX749" fmla="*/ 1260944 w 1724025"/>
                <a:gd name="connsiteY749" fmla="*/ 399002 h 1609725"/>
                <a:gd name="connsiteX750" fmla="*/ 1262754 w 1724025"/>
                <a:gd name="connsiteY750" fmla="*/ 398050 h 1609725"/>
                <a:gd name="connsiteX751" fmla="*/ 1264850 w 1724025"/>
                <a:gd name="connsiteY751" fmla="*/ 395859 h 1609725"/>
                <a:gd name="connsiteX752" fmla="*/ 1268088 w 1724025"/>
                <a:gd name="connsiteY752" fmla="*/ 396526 h 1609725"/>
                <a:gd name="connsiteX753" fmla="*/ 1269517 w 1724025"/>
                <a:gd name="connsiteY753" fmla="*/ 400050 h 1609725"/>
                <a:gd name="connsiteX754" fmla="*/ 1269231 w 1724025"/>
                <a:gd name="connsiteY754" fmla="*/ 404908 h 1609725"/>
                <a:gd name="connsiteX755" fmla="*/ 1270850 w 1724025"/>
                <a:gd name="connsiteY755" fmla="*/ 408622 h 1609725"/>
                <a:gd name="connsiteX756" fmla="*/ 1272470 w 1724025"/>
                <a:gd name="connsiteY756" fmla="*/ 411289 h 1609725"/>
                <a:gd name="connsiteX757" fmla="*/ 1275137 w 1724025"/>
                <a:gd name="connsiteY757" fmla="*/ 412528 h 1609725"/>
                <a:gd name="connsiteX758" fmla="*/ 1276661 w 1724025"/>
                <a:gd name="connsiteY758" fmla="*/ 411385 h 1609725"/>
                <a:gd name="connsiteX759" fmla="*/ 1277042 w 1724025"/>
                <a:gd name="connsiteY759" fmla="*/ 408527 h 1609725"/>
                <a:gd name="connsiteX760" fmla="*/ 1279042 w 1724025"/>
                <a:gd name="connsiteY760" fmla="*/ 407861 h 1609725"/>
                <a:gd name="connsiteX761" fmla="*/ 1281804 w 1724025"/>
                <a:gd name="connsiteY761" fmla="*/ 408337 h 1609725"/>
                <a:gd name="connsiteX762" fmla="*/ 1284376 w 1724025"/>
                <a:gd name="connsiteY762" fmla="*/ 410528 h 1609725"/>
                <a:gd name="connsiteX763" fmla="*/ 1285614 w 1724025"/>
                <a:gd name="connsiteY763" fmla="*/ 414242 h 1609725"/>
                <a:gd name="connsiteX764" fmla="*/ 1287805 w 1724025"/>
                <a:gd name="connsiteY764" fmla="*/ 416052 h 1609725"/>
                <a:gd name="connsiteX765" fmla="*/ 1292282 w 1724025"/>
                <a:gd name="connsiteY765" fmla="*/ 415004 h 1609725"/>
                <a:gd name="connsiteX766" fmla="*/ 1295520 w 1724025"/>
                <a:gd name="connsiteY766" fmla="*/ 412432 h 1609725"/>
                <a:gd name="connsiteX767" fmla="*/ 1296092 w 1724025"/>
                <a:gd name="connsiteY767" fmla="*/ 409289 h 1609725"/>
                <a:gd name="connsiteX768" fmla="*/ 1296568 w 1724025"/>
                <a:gd name="connsiteY768" fmla="*/ 406146 h 1609725"/>
                <a:gd name="connsiteX769" fmla="*/ 1296377 w 1724025"/>
                <a:gd name="connsiteY769" fmla="*/ 403479 h 1609725"/>
                <a:gd name="connsiteX770" fmla="*/ 1298378 w 1724025"/>
                <a:gd name="connsiteY770" fmla="*/ 401669 h 1609725"/>
                <a:gd name="connsiteX771" fmla="*/ 1301331 w 1724025"/>
                <a:gd name="connsiteY771" fmla="*/ 402717 h 1609725"/>
                <a:gd name="connsiteX772" fmla="*/ 1302759 w 1724025"/>
                <a:gd name="connsiteY772" fmla="*/ 404431 h 1609725"/>
                <a:gd name="connsiteX773" fmla="*/ 1305522 w 1724025"/>
                <a:gd name="connsiteY773" fmla="*/ 404431 h 1609725"/>
                <a:gd name="connsiteX774" fmla="*/ 1309236 w 1724025"/>
                <a:gd name="connsiteY774" fmla="*/ 405384 h 1609725"/>
                <a:gd name="connsiteX775" fmla="*/ 1308474 w 1724025"/>
                <a:gd name="connsiteY775" fmla="*/ 408051 h 1609725"/>
                <a:gd name="connsiteX776" fmla="*/ 1306474 w 1724025"/>
                <a:gd name="connsiteY776" fmla="*/ 409099 h 1609725"/>
                <a:gd name="connsiteX777" fmla="*/ 1304664 w 1724025"/>
                <a:gd name="connsiteY777" fmla="*/ 411194 h 1609725"/>
                <a:gd name="connsiteX778" fmla="*/ 1305617 w 1724025"/>
                <a:gd name="connsiteY778" fmla="*/ 413480 h 1609725"/>
                <a:gd name="connsiteX779" fmla="*/ 1308665 w 1724025"/>
                <a:gd name="connsiteY779" fmla="*/ 413671 h 1609725"/>
                <a:gd name="connsiteX780" fmla="*/ 1310284 w 1724025"/>
                <a:gd name="connsiteY780" fmla="*/ 415480 h 1609725"/>
                <a:gd name="connsiteX781" fmla="*/ 1313046 w 1724025"/>
                <a:gd name="connsiteY781" fmla="*/ 416147 h 1609725"/>
                <a:gd name="connsiteX782" fmla="*/ 1316856 w 1724025"/>
                <a:gd name="connsiteY782" fmla="*/ 415195 h 1609725"/>
                <a:gd name="connsiteX783" fmla="*/ 1318571 w 1724025"/>
                <a:gd name="connsiteY783" fmla="*/ 416814 h 1609725"/>
                <a:gd name="connsiteX784" fmla="*/ 1319428 w 1724025"/>
                <a:gd name="connsiteY784" fmla="*/ 420338 h 1609725"/>
                <a:gd name="connsiteX785" fmla="*/ 1321238 w 1724025"/>
                <a:gd name="connsiteY785" fmla="*/ 423005 h 1609725"/>
                <a:gd name="connsiteX786" fmla="*/ 1323905 w 1724025"/>
                <a:gd name="connsiteY786" fmla="*/ 423196 h 1609725"/>
                <a:gd name="connsiteX787" fmla="*/ 1326476 w 1724025"/>
                <a:gd name="connsiteY787" fmla="*/ 421957 h 1609725"/>
                <a:gd name="connsiteX788" fmla="*/ 1330477 w 1724025"/>
                <a:gd name="connsiteY788" fmla="*/ 422148 h 1609725"/>
                <a:gd name="connsiteX789" fmla="*/ 1332001 w 1724025"/>
                <a:gd name="connsiteY789" fmla="*/ 425291 h 1609725"/>
                <a:gd name="connsiteX790" fmla="*/ 1334858 w 1724025"/>
                <a:gd name="connsiteY790" fmla="*/ 428339 h 1609725"/>
                <a:gd name="connsiteX791" fmla="*/ 1337335 w 1724025"/>
                <a:gd name="connsiteY791" fmla="*/ 430435 h 1609725"/>
                <a:gd name="connsiteX792" fmla="*/ 1338764 w 1724025"/>
                <a:gd name="connsiteY792" fmla="*/ 434149 h 1609725"/>
                <a:gd name="connsiteX793" fmla="*/ 1341050 w 1724025"/>
                <a:gd name="connsiteY793" fmla="*/ 435388 h 1609725"/>
                <a:gd name="connsiteX794" fmla="*/ 1344574 w 1724025"/>
                <a:gd name="connsiteY794" fmla="*/ 433388 h 1609725"/>
                <a:gd name="connsiteX795" fmla="*/ 1346098 w 1724025"/>
                <a:gd name="connsiteY795" fmla="*/ 431387 h 1609725"/>
                <a:gd name="connsiteX796" fmla="*/ 1345622 w 1724025"/>
                <a:gd name="connsiteY796" fmla="*/ 427863 h 1609725"/>
                <a:gd name="connsiteX797" fmla="*/ 1346574 w 1724025"/>
                <a:gd name="connsiteY797" fmla="*/ 424720 h 1609725"/>
                <a:gd name="connsiteX798" fmla="*/ 1348765 w 1724025"/>
                <a:gd name="connsiteY798" fmla="*/ 422338 h 1609725"/>
                <a:gd name="connsiteX799" fmla="*/ 1350575 w 1724025"/>
                <a:gd name="connsiteY799" fmla="*/ 421767 h 1609725"/>
                <a:gd name="connsiteX800" fmla="*/ 1352861 w 1724025"/>
                <a:gd name="connsiteY800" fmla="*/ 422815 h 1609725"/>
                <a:gd name="connsiteX801" fmla="*/ 1354670 w 1724025"/>
                <a:gd name="connsiteY801" fmla="*/ 425005 h 1609725"/>
                <a:gd name="connsiteX802" fmla="*/ 1358195 w 1724025"/>
                <a:gd name="connsiteY802" fmla="*/ 425005 h 1609725"/>
                <a:gd name="connsiteX803" fmla="*/ 1360671 w 1724025"/>
                <a:gd name="connsiteY803" fmla="*/ 424148 h 1609725"/>
                <a:gd name="connsiteX804" fmla="*/ 1362672 w 1724025"/>
                <a:gd name="connsiteY804" fmla="*/ 421672 h 1609725"/>
                <a:gd name="connsiteX805" fmla="*/ 1364672 w 1724025"/>
                <a:gd name="connsiteY805" fmla="*/ 419862 h 1609725"/>
                <a:gd name="connsiteX806" fmla="*/ 1364195 w 1724025"/>
                <a:gd name="connsiteY806" fmla="*/ 416243 h 1609725"/>
                <a:gd name="connsiteX807" fmla="*/ 1362005 w 1724025"/>
                <a:gd name="connsiteY807" fmla="*/ 415004 h 1609725"/>
                <a:gd name="connsiteX808" fmla="*/ 1364862 w 1724025"/>
                <a:gd name="connsiteY808" fmla="*/ 413195 h 1609725"/>
                <a:gd name="connsiteX809" fmla="*/ 1366100 w 1724025"/>
                <a:gd name="connsiteY809" fmla="*/ 411099 h 1609725"/>
                <a:gd name="connsiteX810" fmla="*/ 1368482 w 1724025"/>
                <a:gd name="connsiteY810" fmla="*/ 409861 h 1609725"/>
                <a:gd name="connsiteX811" fmla="*/ 1371530 w 1724025"/>
                <a:gd name="connsiteY811" fmla="*/ 410146 h 1609725"/>
                <a:gd name="connsiteX812" fmla="*/ 1373530 w 1724025"/>
                <a:gd name="connsiteY812" fmla="*/ 407861 h 1609725"/>
                <a:gd name="connsiteX813" fmla="*/ 1377626 w 1724025"/>
                <a:gd name="connsiteY813" fmla="*/ 409385 h 1609725"/>
                <a:gd name="connsiteX814" fmla="*/ 1380769 w 1724025"/>
                <a:gd name="connsiteY814" fmla="*/ 409289 h 1609725"/>
                <a:gd name="connsiteX815" fmla="*/ 1384484 w 1724025"/>
                <a:gd name="connsiteY815" fmla="*/ 408337 h 1609725"/>
                <a:gd name="connsiteX816" fmla="*/ 1386484 w 1724025"/>
                <a:gd name="connsiteY816" fmla="*/ 405670 h 1609725"/>
                <a:gd name="connsiteX817" fmla="*/ 1389341 w 1724025"/>
                <a:gd name="connsiteY817" fmla="*/ 407575 h 1609725"/>
                <a:gd name="connsiteX818" fmla="*/ 1391913 w 1724025"/>
                <a:gd name="connsiteY818" fmla="*/ 404908 h 1609725"/>
                <a:gd name="connsiteX819" fmla="*/ 1393723 w 1724025"/>
                <a:gd name="connsiteY819" fmla="*/ 402622 h 1609725"/>
                <a:gd name="connsiteX820" fmla="*/ 1396199 w 1724025"/>
                <a:gd name="connsiteY820" fmla="*/ 402907 h 1609725"/>
                <a:gd name="connsiteX821" fmla="*/ 1398009 w 1724025"/>
                <a:gd name="connsiteY821" fmla="*/ 405194 h 1609725"/>
                <a:gd name="connsiteX822" fmla="*/ 1400486 w 1724025"/>
                <a:gd name="connsiteY822" fmla="*/ 406527 h 1609725"/>
                <a:gd name="connsiteX823" fmla="*/ 1404105 w 1724025"/>
                <a:gd name="connsiteY823" fmla="*/ 408527 h 1609725"/>
                <a:gd name="connsiteX824" fmla="*/ 1406677 w 1724025"/>
                <a:gd name="connsiteY824" fmla="*/ 408146 h 1609725"/>
                <a:gd name="connsiteX825" fmla="*/ 1407344 w 1724025"/>
                <a:gd name="connsiteY825" fmla="*/ 406622 h 1609725"/>
                <a:gd name="connsiteX826" fmla="*/ 1408582 w 1724025"/>
                <a:gd name="connsiteY826" fmla="*/ 405194 h 1609725"/>
                <a:gd name="connsiteX827" fmla="*/ 1411440 w 1724025"/>
                <a:gd name="connsiteY827" fmla="*/ 405860 h 1609725"/>
                <a:gd name="connsiteX828" fmla="*/ 1413630 w 1724025"/>
                <a:gd name="connsiteY828" fmla="*/ 407575 h 1609725"/>
                <a:gd name="connsiteX829" fmla="*/ 1415726 w 1724025"/>
                <a:gd name="connsiteY829" fmla="*/ 406527 h 1609725"/>
                <a:gd name="connsiteX830" fmla="*/ 1416107 w 1724025"/>
                <a:gd name="connsiteY830" fmla="*/ 403955 h 1609725"/>
                <a:gd name="connsiteX831" fmla="*/ 1413725 w 1724025"/>
                <a:gd name="connsiteY831" fmla="*/ 402907 h 1609725"/>
                <a:gd name="connsiteX832" fmla="*/ 1414011 w 1724025"/>
                <a:gd name="connsiteY832" fmla="*/ 400240 h 1609725"/>
                <a:gd name="connsiteX833" fmla="*/ 1417154 w 1724025"/>
                <a:gd name="connsiteY833" fmla="*/ 398431 h 1609725"/>
                <a:gd name="connsiteX834" fmla="*/ 1419441 w 1724025"/>
                <a:gd name="connsiteY834" fmla="*/ 399955 h 1609725"/>
                <a:gd name="connsiteX835" fmla="*/ 1421441 w 1724025"/>
                <a:gd name="connsiteY835" fmla="*/ 400907 h 1609725"/>
                <a:gd name="connsiteX836" fmla="*/ 1423917 w 1724025"/>
                <a:gd name="connsiteY836" fmla="*/ 400050 h 1609725"/>
                <a:gd name="connsiteX837" fmla="*/ 1424870 w 1724025"/>
                <a:gd name="connsiteY837" fmla="*/ 398336 h 1609725"/>
                <a:gd name="connsiteX838" fmla="*/ 1426108 w 1724025"/>
                <a:gd name="connsiteY838" fmla="*/ 397002 h 1609725"/>
                <a:gd name="connsiteX839" fmla="*/ 1429347 w 1724025"/>
                <a:gd name="connsiteY839" fmla="*/ 397097 h 1609725"/>
                <a:gd name="connsiteX840" fmla="*/ 1431442 w 1724025"/>
                <a:gd name="connsiteY840" fmla="*/ 396145 h 1609725"/>
                <a:gd name="connsiteX841" fmla="*/ 1432394 w 1724025"/>
                <a:gd name="connsiteY841" fmla="*/ 393382 h 1609725"/>
                <a:gd name="connsiteX842" fmla="*/ 1434585 w 1724025"/>
                <a:gd name="connsiteY842" fmla="*/ 391954 h 1609725"/>
                <a:gd name="connsiteX843" fmla="*/ 1438300 w 1724025"/>
                <a:gd name="connsiteY843" fmla="*/ 392811 h 1609725"/>
                <a:gd name="connsiteX844" fmla="*/ 1440872 w 1724025"/>
                <a:gd name="connsiteY844" fmla="*/ 394716 h 1609725"/>
                <a:gd name="connsiteX845" fmla="*/ 1441062 w 1724025"/>
                <a:gd name="connsiteY845" fmla="*/ 398431 h 1609725"/>
                <a:gd name="connsiteX846" fmla="*/ 1443634 w 1724025"/>
                <a:gd name="connsiteY846" fmla="*/ 400431 h 1609725"/>
                <a:gd name="connsiteX847" fmla="*/ 1446206 w 1724025"/>
                <a:gd name="connsiteY847" fmla="*/ 399574 h 1609725"/>
                <a:gd name="connsiteX848" fmla="*/ 1448301 w 1724025"/>
                <a:gd name="connsiteY848" fmla="*/ 401574 h 1609725"/>
                <a:gd name="connsiteX849" fmla="*/ 1450111 w 1724025"/>
                <a:gd name="connsiteY849" fmla="*/ 399860 h 1609725"/>
                <a:gd name="connsiteX850" fmla="*/ 1452207 w 1724025"/>
                <a:gd name="connsiteY850" fmla="*/ 399479 h 1609725"/>
                <a:gd name="connsiteX851" fmla="*/ 1453921 w 1724025"/>
                <a:gd name="connsiteY851" fmla="*/ 401384 h 1609725"/>
                <a:gd name="connsiteX852" fmla="*/ 1459445 w 1724025"/>
                <a:gd name="connsiteY852" fmla="*/ 402241 h 1609725"/>
                <a:gd name="connsiteX853" fmla="*/ 1464589 w 1724025"/>
                <a:gd name="connsiteY853" fmla="*/ 401574 h 1609725"/>
                <a:gd name="connsiteX854" fmla="*/ 1467732 w 1724025"/>
                <a:gd name="connsiteY854" fmla="*/ 401193 h 1609725"/>
                <a:gd name="connsiteX855" fmla="*/ 1469542 w 1724025"/>
                <a:gd name="connsiteY855" fmla="*/ 398907 h 1609725"/>
                <a:gd name="connsiteX856" fmla="*/ 1471542 w 1724025"/>
                <a:gd name="connsiteY856" fmla="*/ 398717 h 1609725"/>
                <a:gd name="connsiteX857" fmla="*/ 1475257 w 1724025"/>
                <a:gd name="connsiteY857" fmla="*/ 400240 h 1609725"/>
                <a:gd name="connsiteX858" fmla="*/ 1475162 w 1724025"/>
                <a:gd name="connsiteY858" fmla="*/ 395954 h 1609725"/>
                <a:gd name="connsiteX859" fmla="*/ 1477448 w 1724025"/>
                <a:gd name="connsiteY859" fmla="*/ 395192 h 1609725"/>
                <a:gd name="connsiteX860" fmla="*/ 1479639 w 1724025"/>
                <a:gd name="connsiteY860" fmla="*/ 393002 h 1609725"/>
                <a:gd name="connsiteX861" fmla="*/ 1479448 w 1724025"/>
                <a:gd name="connsiteY861" fmla="*/ 389763 h 1609725"/>
                <a:gd name="connsiteX862" fmla="*/ 1480686 w 1724025"/>
                <a:gd name="connsiteY862" fmla="*/ 386429 h 1609725"/>
                <a:gd name="connsiteX863" fmla="*/ 1483544 w 1724025"/>
                <a:gd name="connsiteY863" fmla="*/ 385763 h 1609725"/>
                <a:gd name="connsiteX864" fmla="*/ 1486020 w 1724025"/>
                <a:gd name="connsiteY864" fmla="*/ 387001 h 1609725"/>
                <a:gd name="connsiteX865" fmla="*/ 1489544 w 1724025"/>
                <a:gd name="connsiteY865" fmla="*/ 389668 h 1609725"/>
                <a:gd name="connsiteX866" fmla="*/ 1491926 w 1724025"/>
                <a:gd name="connsiteY866" fmla="*/ 389668 h 1609725"/>
                <a:gd name="connsiteX867" fmla="*/ 1495355 w 1724025"/>
                <a:gd name="connsiteY867" fmla="*/ 390620 h 1609725"/>
                <a:gd name="connsiteX868" fmla="*/ 1498879 w 1724025"/>
                <a:gd name="connsiteY868" fmla="*/ 393478 h 1609725"/>
                <a:gd name="connsiteX869" fmla="*/ 1500879 w 1724025"/>
                <a:gd name="connsiteY869" fmla="*/ 395669 h 1609725"/>
                <a:gd name="connsiteX870" fmla="*/ 1504118 w 1724025"/>
                <a:gd name="connsiteY870" fmla="*/ 395859 h 1609725"/>
                <a:gd name="connsiteX871" fmla="*/ 1505642 w 1724025"/>
                <a:gd name="connsiteY871" fmla="*/ 399860 h 1609725"/>
                <a:gd name="connsiteX872" fmla="*/ 1508023 w 1724025"/>
                <a:gd name="connsiteY872" fmla="*/ 400812 h 1609725"/>
                <a:gd name="connsiteX873" fmla="*/ 1510976 w 1724025"/>
                <a:gd name="connsiteY873" fmla="*/ 399860 h 1609725"/>
                <a:gd name="connsiteX874" fmla="*/ 1514691 w 1724025"/>
                <a:gd name="connsiteY874" fmla="*/ 400050 h 1609725"/>
                <a:gd name="connsiteX875" fmla="*/ 1516786 w 1724025"/>
                <a:gd name="connsiteY875" fmla="*/ 403670 h 1609725"/>
                <a:gd name="connsiteX876" fmla="*/ 1518596 w 1724025"/>
                <a:gd name="connsiteY876" fmla="*/ 405765 h 1609725"/>
                <a:gd name="connsiteX877" fmla="*/ 1521072 w 1724025"/>
                <a:gd name="connsiteY877" fmla="*/ 407670 h 1609725"/>
                <a:gd name="connsiteX878" fmla="*/ 1522596 w 1724025"/>
                <a:gd name="connsiteY878" fmla="*/ 411766 h 1609725"/>
                <a:gd name="connsiteX879" fmla="*/ 1525549 w 1724025"/>
                <a:gd name="connsiteY879" fmla="*/ 413004 h 1609725"/>
                <a:gd name="connsiteX880" fmla="*/ 1527454 w 1724025"/>
                <a:gd name="connsiteY880" fmla="*/ 415862 h 1609725"/>
                <a:gd name="connsiteX881" fmla="*/ 1530883 w 1724025"/>
                <a:gd name="connsiteY881" fmla="*/ 417957 h 1609725"/>
                <a:gd name="connsiteX882" fmla="*/ 1534598 w 1724025"/>
                <a:gd name="connsiteY882" fmla="*/ 417576 h 1609725"/>
                <a:gd name="connsiteX883" fmla="*/ 1535360 w 1724025"/>
                <a:gd name="connsiteY883" fmla="*/ 415576 h 1609725"/>
                <a:gd name="connsiteX884" fmla="*/ 1538027 w 1724025"/>
                <a:gd name="connsiteY884" fmla="*/ 416243 h 1609725"/>
                <a:gd name="connsiteX885" fmla="*/ 1541170 w 1724025"/>
                <a:gd name="connsiteY885" fmla="*/ 415004 h 1609725"/>
                <a:gd name="connsiteX886" fmla="*/ 1543551 w 1724025"/>
                <a:gd name="connsiteY886" fmla="*/ 417576 h 1609725"/>
                <a:gd name="connsiteX887" fmla="*/ 1545361 w 1724025"/>
                <a:gd name="connsiteY887" fmla="*/ 419386 h 1609725"/>
                <a:gd name="connsiteX888" fmla="*/ 1546599 w 1724025"/>
                <a:gd name="connsiteY888" fmla="*/ 422053 h 1609725"/>
                <a:gd name="connsiteX889" fmla="*/ 1548790 w 1724025"/>
                <a:gd name="connsiteY889" fmla="*/ 422434 h 1609725"/>
                <a:gd name="connsiteX890" fmla="*/ 1550409 w 1724025"/>
                <a:gd name="connsiteY890" fmla="*/ 424339 h 1609725"/>
                <a:gd name="connsiteX891" fmla="*/ 1552695 w 1724025"/>
                <a:gd name="connsiteY891" fmla="*/ 425768 h 1609725"/>
                <a:gd name="connsiteX892" fmla="*/ 1554124 w 1724025"/>
                <a:gd name="connsiteY892" fmla="*/ 424148 h 1609725"/>
                <a:gd name="connsiteX893" fmla="*/ 1557648 w 1724025"/>
                <a:gd name="connsiteY893" fmla="*/ 424148 h 1609725"/>
                <a:gd name="connsiteX894" fmla="*/ 1560506 w 1724025"/>
                <a:gd name="connsiteY894" fmla="*/ 427387 h 1609725"/>
                <a:gd name="connsiteX895" fmla="*/ 1561553 w 1724025"/>
                <a:gd name="connsiteY895" fmla="*/ 426148 h 1609725"/>
                <a:gd name="connsiteX896" fmla="*/ 1564220 w 1724025"/>
                <a:gd name="connsiteY896" fmla="*/ 427577 h 1609725"/>
                <a:gd name="connsiteX897" fmla="*/ 1566316 w 1724025"/>
                <a:gd name="connsiteY897" fmla="*/ 426530 h 1609725"/>
                <a:gd name="connsiteX898" fmla="*/ 1568126 w 1724025"/>
                <a:gd name="connsiteY898" fmla="*/ 428911 h 1609725"/>
                <a:gd name="connsiteX899" fmla="*/ 1572602 w 1724025"/>
                <a:gd name="connsiteY899" fmla="*/ 431292 h 1609725"/>
                <a:gd name="connsiteX900" fmla="*/ 1573650 w 1724025"/>
                <a:gd name="connsiteY900" fmla="*/ 433864 h 1609725"/>
                <a:gd name="connsiteX901" fmla="*/ 1576698 w 1724025"/>
                <a:gd name="connsiteY901" fmla="*/ 435388 h 1609725"/>
                <a:gd name="connsiteX902" fmla="*/ 1578603 w 1724025"/>
                <a:gd name="connsiteY902" fmla="*/ 433483 h 1609725"/>
                <a:gd name="connsiteX903" fmla="*/ 1578889 w 1724025"/>
                <a:gd name="connsiteY903" fmla="*/ 433102 h 1609725"/>
                <a:gd name="connsiteX904" fmla="*/ 1580794 w 1724025"/>
                <a:gd name="connsiteY904" fmla="*/ 430625 h 1609725"/>
                <a:gd name="connsiteX905" fmla="*/ 1583747 w 1724025"/>
                <a:gd name="connsiteY905" fmla="*/ 430244 h 1609725"/>
                <a:gd name="connsiteX906" fmla="*/ 1583937 w 1724025"/>
                <a:gd name="connsiteY906" fmla="*/ 432149 h 1609725"/>
                <a:gd name="connsiteX907" fmla="*/ 1583270 w 1724025"/>
                <a:gd name="connsiteY907" fmla="*/ 434530 h 1609725"/>
                <a:gd name="connsiteX908" fmla="*/ 1584604 w 1724025"/>
                <a:gd name="connsiteY908" fmla="*/ 437388 h 1609725"/>
                <a:gd name="connsiteX909" fmla="*/ 1587366 w 1724025"/>
                <a:gd name="connsiteY909" fmla="*/ 438150 h 1609725"/>
                <a:gd name="connsiteX910" fmla="*/ 1588604 w 1724025"/>
                <a:gd name="connsiteY910" fmla="*/ 440150 h 1609725"/>
                <a:gd name="connsiteX911" fmla="*/ 1591272 w 1724025"/>
                <a:gd name="connsiteY911" fmla="*/ 442151 h 1609725"/>
                <a:gd name="connsiteX912" fmla="*/ 1593558 w 1724025"/>
                <a:gd name="connsiteY912" fmla="*/ 440150 h 1609725"/>
                <a:gd name="connsiteX913" fmla="*/ 1594510 w 1724025"/>
                <a:gd name="connsiteY913" fmla="*/ 443674 h 1609725"/>
                <a:gd name="connsiteX914" fmla="*/ 1597272 w 1724025"/>
                <a:gd name="connsiteY914" fmla="*/ 443484 h 1609725"/>
                <a:gd name="connsiteX915" fmla="*/ 1599368 w 1724025"/>
                <a:gd name="connsiteY915" fmla="*/ 441103 h 1609725"/>
                <a:gd name="connsiteX916" fmla="*/ 1600416 w 1724025"/>
                <a:gd name="connsiteY916" fmla="*/ 443579 h 1609725"/>
                <a:gd name="connsiteX917" fmla="*/ 1603368 w 1724025"/>
                <a:gd name="connsiteY917" fmla="*/ 442722 h 1609725"/>
                <a:gd name="connsiteX918" fmla="*/ 1604511 w 1724025"/>
                <a:gd name="connsiteY918" fmla="*/ 440722 h 1609725"/>
                <a:gd name="connsiteX919" fmla="*/ 1606511 w 1724025"/>
                <a:gd name="connsiteY919" fmla="*/ 439388 h 1609725"/>
                <a:gd name="connsiteX920" fmla="*/ 1610036 w 1724025"/>
                <a:gd name="connsiteY920" fmla="*/ 439484 h 1609725"/>
                <a:gd name="connsiteX921" fmla="*/ 1612417 w 1724025"/>
                <a:gd name="connsiteY921" fmla="*/ 442151 h 1609725"/>
                <a:gd name="connsiteX922" fmla="*/ 1616322 w 1724025"/>
                <a:gd name="connsiteY922" fmla="*/ 440627 h 1609725"/>
                <a:gd name="connsiteX923" fmla="*/ 1616703 w 1724025"/>
                <a:gd name="connsiteY923" fmla="*/ 437769 h 1609725"/>
                <a:gd name="connsiteX924" fmla="*/ 1619370 w 1724025"/>
                <a:gd name="connsiteY924" fmla="*/ 435673 h 1609725"/>
                <a:gd name="connsiteX925" fmla="*/ 1622133 w 1724025"/>
                <a:gd name="connsiteY925" fmla="*/ 436436 h 1609725"/>
                <a:gd name="connsiteX926" fmla="*/ 1624228 w 1724025"/>
                <a:gd name="connsiteY926" fmla="*/ 439579 h 1609725"/>
                <a:gd name="connsiteX927" fmla="*/ 1626228 w 1724025"/>
                <a:gd name="connsiteY927" fmla="*/ 441103 h 1609725"/>
                <a:gd name="connsiteX928" fmla="*/ 1628609 w 1724025"/>
                <a:gd name="connsiteY928" fmla="*/ 439769 h 1609725"/>
                <a:gd name="connsiteX929" fmla="*/ 1630324 w 1724025"/>
                <a:gd name="connsiteY929" fmla="*/ 437483 h 1609725"/>
                <a:gd name="connsiteX930" fmla="*/ 1632800 w 1724025"/>
                <a:gd name="connsiteY930" fmla="*/ 437483 h 1609725"/>
                <a:gd name="connsiteX931" fmla="*/ 1633943 w 1724025"/>
                <a:gd name="connsiteY931" fmla="*/ 440722 h 1609725"/>
                <a:gd name="connsiteX932" fmla="*/ 1636610 w 1724025"/>
                <a:gd name="connsiteY932" fmla="*/ 440817 h 1609725"/>
                <a:gd name="connsiteX933" fmla="*/ 1641849 w 1724025"/>
                <a:gd name="connsiteY933" fmla="*/ 524447 h 1609725"/>
                <a:gd name="connsiteX934" fmla="*/ 1651660 w 1724025"/>
                <a:gd name="connsiteY934" fmla="*/ 680180 h 1609725"/>
                <a:gd name="connsiteX935" fmla="*/ 1652993 w 1724025"/>
                <a:gd name="connsiteY935" fmla="*/ 682466 h 1609725"/>
                <a:gd name="connsiteX936" fmla="*/ 1655946 w 1724025"/>
                <a:gd name="connsiteY936" fmla="*/ 683514 h 1609725"/>
                <a:gd name="connsiteX937" fmla="*/ 1657756 w 1724025"/>
                <a:gd name="connsiteY937" fmla="*/ 686276 h 1609725"/>
                <a:gd name="connsiteX938" fmla="*/ 1660614 w 1724025"/>
                <a:gd name="connsiteY938" fmla="*/ 691324 h 1609725"/>
                <a:gd name="connsiteX939" fmla="*/ 1662899 w 1724025"/>
                <a:gd name="connsiteY939" fmla="*/ 694372 h 1609725"/>
                <a:gd name="connsiteX940" fmla="*/ 1666709 w 1724025"/>
                <a:gd name="connsiteY940" fmla="*/ 695135 h 1609725"/>
                <a:gd name="connsiteX941" fmla="*/ 1669186 w 1724025"/>
                <a:gd name="connsiteY941" fmla="*/ 697611 h 1609725"/>
                <a:gd name="connsiteX942" fmla="*/ 1671662 w 1724025"/>
                <a:gd name="connsiteY942" fmla="*/ 698659 h 1609725"/>
                <a:gd name="connsiteX943" fmla="*/ 1673186 w 1724025"/>
                <a:gd name="connsiteY943" fmla="*/ 702183 h 1609725"/>
                <a:gd name="connsiteX944" fmla="*/ 1675187 w 1724025"/>
                <a:gd name="connsiteY944" fmla="*/ 704469 h 1609725"/>
                <a:gd name="connsiteX945" fmla="*/ 1674520 w 1724025"/>
                <a:gd name="connsiteY945" fmla="*/ 707422 h 1609725"/>
                <a:gd name="connsiteX946" fmla="*/ 1675758 w 1724025"/>
                <a:gd name="connsiteY946" fmla="*/ 709517 h 1609725"/>
                <a:gd name="connsiteX947" fmla="*/ 1678901 w 1724025"/>
                <a:gd name="connsiteY947" fmla="*/ 710470 h 1609725"/>
                <a:gd name="connsiteX948" fmla="*/ 1681283 w 1724025"/>
                <a:gd name="connsiteY948" fmla="*/ 712851 h 1609725"/>
                <a:gd name="connsiteX949" fmla="*/ 1682331 w 1724025"/>
                <a:gd name="connsiteY949" fmla="*/ 716375 h 1609725"/>
                <a:gd name="connsiteX950" fmla="*/ 1682235 w 1724025"/>
                <a:gd name="connsiteY950" fmla="*/ 719614 h 1609725"/>
                <a:gd name="connsiteX951" fmla="*/ 1684331 w 1724025"/>
                <a:gd name="connsiteY951" fmla="*/ 721138 h 1609725"/>
                <a:gd name="connsiteX952" fmla="*/ 1685569 w 1724025"/>
                <a:gd name="connsiteY952" fmla="*/ 725138 h 1609725"/>
                <a:gd name="connsiteX953" fmla="*/ 1687093 w 1724025"/>
                <a:gd name="connsiteY953" fmla="*/ 727234 h 1609725"/>
                <a:gd name="connsiteX954" fmla="*/ 1686045 w 1724025"/>
                <a:gd name="connsiteY954" fmla="*/ 729996 h 1609725"/>
                <a:gd name="connsiteX955" fmla="*/ 1683950 w 1724025"/>
                <a:gd name="connsiteY955" fmla="*/ 730853 h 1609725"/>
                <a:gd name="connsiteX956" fmla="*/ 1683569 w 1724025"/>
                <a:gd name="connsiteY956" fmla="*/ 732758 h 1609725"/>
                <a:gd name="connsiteX957" fmla="*/ 1685283 w 1724025"/>
                <a:gd name="connsiteY957" fmla="*/ 735044 h 1609725"/>
                <a:gd name="connsiteX958" fmla="*/ 1685759 w 1724025"/>
                <a:gd name="connsiteY958" fmla="*/ 738473 h 1609725"/>
                <a:gd name="connsiteX959" fmla="*/ 1683569 w 1724025"/>
                <a:gd name="connsiteY959" fmla="*/ 740378 h 1609725"/>
                <a:gd name="connsiteX960" fmla="*/ 1682902 w 1724025"/>
                <a:gd name="connsiteY960" fmla="*/ 742950 h 1609725"/>
                <a:gd name="connsiteX961" fmla="*/ 1684140 w 1724025"/>
                <a:gd name="connsiteY961" fmla="*/ 745141 h 1609725"/>
                <a:gd name="connsiteX962" fmla="*/ 1684998 w 1724025"/>
                <a:gd name="connsiteY962" fmla="*/ 748760 h 1609725"/>
                <a:gd name="connsiteX963" fmla="*/ 1687379 w 1724025"/>
                <a:gd name="connsiteY963" fmla="*/ 750761 h 1609725"/>
                <a:gd name="connsiteX964" fmla="*/ 1689569 w 1724025"/>
                <a:gd name="connsiteY964" fmla="*/ 753618 h 1609725"/>
                <a:gd name="connsiteX965" fmla="*/ 1692999 w 1724025"/>
                <a:gd name="connsiteY965" fmla="*/ 753237 h 1609725"/>
                <a:gd name="connsiteX966" fmla="*/ 1695475 w 1724025"/>
                <a:gd name="connsiteY966" fmla="*/ 753332 h 1609725"/>
                <a:gd name="connsiteX967" fmla="*/ 1698047 w 1724025"/>
                <a:gd name="connsiteY967" fmla="*/ 755999 h 1609725"/>
                <a:gd name="connsiteX968" fmla="*/ 1697475 w 1724025"/>
                <a:gd name="connsiteY968" fmla="*/ 759905 h 1609725"/>
                <a:gd name="connsiteX969" fmla="*/ 1695570 w 1724025"/>
                <a:gd name="connsiteY969" fmla="*/ 761714 h 1609725"/>
                <a:gd name="connsiteX970" fmla="*/ 1697570 w 1724025"/>
                <a:gd name="connsiteY970" fmla="*/ 763714 h 1609725"/>
                <a:gd name="connsiteX971" fmla="*/ 1700237 w 1724025"/>
                <a:gd name="connsiteY971" fmla="*/ 764572 h 1609725"/>
                <a:gd name="connsiteX972" fmla="*/ 1701857 w 1724025"/>
                <a:gd name="connsiteY972" fmla="*/ 766667 h 1609725"/>
                <a:gd name="connsiteX973" fmla="*/ 1702047 w 1724025"/>
                <a:gd name="connsiteY973" fmla="*/ 769715 h 1609725"/>
                <a:gd name="connsiteX974" fmla="*/ 1704428 w 1724025"/>
                <a:gd name="connsiteY974" fmla="*/ 770572 h 1609725"/>
                <a:gd name="connsiteX975" fmla="*/ 1706715 w 1724025"/>
                <a:gd name="connsiteY975" fmla="*/ 772859 h 1609725"/>
                <a:gd name="connsiteX976" fmla="*/ 1706619 w 1724025"/>
                <a:gd name="connsiteY976" fmla="*/ 774573 h 1609725"/>
                <a:gd name="connsiteX977" fmla="*/ 1707953 w 1724025"/>
                <a:gd name="connsiteY977" fmla="*/ 777335 h 1609725"/>
                <a:gd name="connsiteX978" fmla="*/ 1707000 w 1724025"/>
                <a:gd name="connsiteY978" fmla="*/ 781145 h 1609725"/>
                <a:gd name="connsiteX979" fmla="*/ 1705667 w 1724025"/>
                <a:gd name="connsiteY979" fmla="*/ 783050 h 1609725"/>
                <a:gd name="connsiteX980" fmla="*/ 1705476 w 1724025"/>
                <a:gd name="connsiteY980" fmla="*/ 786479 h 1609725"/>
                <a:gd name="connsiteX981" fmla="*/ 1707762 w 1724025"/>
                <a:gd name="connsiteY981" fmla="*/ 787432 h 1609725"/>
                <a:gd name="connsiteX982" fmla="*/ 1709286 w 1724025"/>
                <a:gd name="connsiteY982" fmla="*/ 789242 h 1609725"/>
                <a:gd name="connsiteX983" fmla="*/ 1711382 w 1724025"/>
                <a:gd name="connsiteY983" fmla="*/ 791432 h 1609725"/>
                <a:gd name="connsiteX984" fmla="*/ 1715192 w 1724025"/>
                <a:gd name="connsiteY984" fmla="*/ 791051 h 1609725"/>
                <a:gd name="connsiteX985" fmla="*/ 1715668 w 1724025"/>
                <a:gd name="connsiteY985" fmla="*/ 795147 h 1609725"/>
                <a:gd name="connsiteX986" fmla="*/ 1717668 w 1724025"/>
                <a:gd name="connsiteY986" fmla="*/ 798290 h 1609725"/>
                <a:gd name="connsiteX987" fmla="*/ 1717573 w 1724025"/>
                <a:gd name="connsiteY987" fmla="*/ 802862 h 1609725"/>
                <a:gd name="connsiteX988" fmla="*/ 1718621 w 1724025"/>
                <a:gd name="connsiteY988" fmla="*/ 805910 h 1609725"/>
                <a:gd name="connsiteX989" fmla="*/ 1721574 w 1724025"/>
                <a:gd name="connsiteY989" fmla="*/ 807434 h 1609725"/>
                <a:gd name="connsiteX990" fmla="*/ 1723288 w 1724025"/>
                <a:gd name="connsiteY990" fmla="*/ 805148 h 1609725"/>
                <a:gd name="connsiteX991" fmla="*/ 1724622 w 1724025"/>
                <a:gd name="connsiteY991" fmla="*/ 802577 h 1609725"/>
                <a:gd name="connsiteX992" fmla="*/ 1726526 w 1724025"/>
                <a:gd name="connsiteY992" fmla="*/ 802291 h 1609725"/>
                <a:gd name="connsiteX993" fmla="*/ 1727669 w 1724025"/>
                <a:gd name="connsiteY993" fmla="*/ 807530 h 1609725"/>
                <a:gd name="connsiteX994" fmla="*/ 1725955 w 1724025"/>
                <a:gd name="connsiteY994" fmla="*/ 810768 h 1609725"/>
                <a:gd name="connsiteX995" fmla="*/ 1727574 w 1724025"/>
                <a:gd name="connsiteY995" fmla="*/ 813340 h 1609725"/>
                <a:gd name="connsiteX996" fmla="*/ 1725383 w 1724025"/>
                <a:gd name="connsiteY996" fmla="*/ 816293 h 1609725"/>
                <a:gd name="connsiteX997" fmla="*/ 1726241 w 1724025"/>
                <a:gd name="connsiteY997" fmla="*/ 819245 h 1609725"/>
                <a:gd name="connsiteX998" fmla="*/ 1728336 w 1724025"/>
                <a:gd name="connsiteY998" fmla="*/ 821436 h 1609725"/>
                <a:gd name="connsiteX999" fmla="*/ 1730241 w 1724025"/>
                <a:gd name="connsiteY999" fmla="*/ 824960 h 1609725"/>
                <a:gd name="connsiteX1000" fmla="*/ 1730432 w 1724025"/>
                <a:gd name="connsiteY1000" fmla="*/ 828485 h 1609725"/>
                <a:gd name="connsiteX1001" fmla="*/ 1725765 w 1724025"/>
                <a:gd name="connsiteY1001" fmla="*/ 832390 h 1609725"/>
                <a:gd name="connsiteX1002" fmla="*/ 1724241 w 1724025"/>
                <a:gd name="connsiteY1002" fmla="*/ 834390 h 1609725"/>
                <a:gd name="connsiteX1003" fmla="*/ 1725288 w 1724025"/>
                <a:gd name="connsiteY1003" fmla="*/ 837247 h 1609725"/>
                <a:gd name="connsiteX1004" fmla="*/ 1728241 w 1724025"/>
                <a:gd name="connsiteY1004" fmla="*/ 838010 h 1609725"/>
                <a:gd name="connsiteX1005" fmla="*/ 1731003 w 1724025"/>
                <a:gd name="connsiteY1005" fmla="*/ 840867 h 1609725"/>
                <a:gd name="connsiteX1006" fmla="*/ 1730908 w 1724025"/>
                <a:gd name="connsiteY1006" fmla="*/ 844391 h 1609725"/>
                <a:gd name="connsiteX1007" fmla="*/ 1727955 w 1724025"/>
                <a:gd name="connsiteY1007" fmla="*/ 845439 h 1609725"/>
                <a:gd name="connsiteX1008" fmla="*/ 1725860 w 1724025"/>
                <a:gd name="connsiteY1008" fmla="*/ 847630 h 1609725"/>
                <a:gd name="connsiteX1009" fmla="*/ 1725955 w 1724025"/>
                <a:gd name="connsiteY1009" fmla="*/ 852011 h 1609725"/>
                <a:gd name="connsiteX1010" fmla="*/ 1727193 w 1724025"/>
                <a:gd name="connsiteY1010" fmla="*/ 856012 h 1609725"/>
                <a:gd name="connsiteX1011" fmla="*/ 1727289 w 1724025"/>
                <a:gd name="connsiteY1011" fmla="*/ 859536 h 1609725"/>
                <a:gd name="connsiteX1012" fmla="*/ 1725955 w 1724025"/>
                <a:gd name="connsiteY1012" fmla="*/ 862774 h 1609725"/>
                <a:gd name="connsiteX1013" fmla="*/ 1723764 w 1724025"/>
                <a:gd name="connsiteY1013" fmla="*/ 864680 h 1609725"/>
                <a:gd name="connsiteX1014" fmla="*/ 1723669 w 1724025"/>
                <a:gd name="connsiteY1014" fmla="*/ 868394 h 1609725"/>
                <a:gd name="connsiteX1015" fmla="*/ 1722050 w 1724025"/>
                <a:gd name="connsiteY1015" fmla="*/ 870204 h 1609725"/>
                <a:gd name="connsiteX1016" fmla="*/ 1720145 w 1724025"/>
                <a:gd name="connsiteY1016" fmla="*/ 872585 h 1609725"/>
                <a:gd name="connsiteX1017" fmla="*/ 1721192 w 1724025"/>
                <a:gd name="connsiteY1017" fmla="*/ 875347 h 1609725"/>
                <a:gd name="connsiteX1018" fmla="*/ 1721383 w 1724025"/>
                <a:gd name="connsiteY1018" fmla="*/ 877919 h 1609725"/>
                <a:gd name="connsiteX1019" fmla="*/ 1720716 w 1724025"/>
                <a:gd name="connsiteY1019" fmla="*/ 881444 h 1609725"/>
                <a:gd name="connsiteX1020" fmla="*/ 1718144 w 1724025"/>
                <a:gd name="connsiteY1020" fmla="*/ 884206 h 1609725"/>
                <a:gd name="connsiteX1021" fmla="*/ 1714906 w 1724025"/>
                <a:gd name="connsiteY1021" fmla="*/ 885635 h 1609725"/>
                <a:gd name="connsiteX1022" fmla="*/ 1713001 w 1724025"/>
                <a:gd name="connsiteY1022" fmla="*/ 888778 h 1609725"/>
                <a:gd name="connsiteX1023" fmla="*/ 1713191 w 1724025"/>
                <a:gd name="connsiteY1023" fmla="*/ 891826 h 1609725"/>
                <a:gd name="connsiteX1024" fmla="*/ 1713477 w 1724025"/>
                <a:gd name="connsiteY1024" fmla="*/ 895255 h 1609725"/>
                <a:gd name="connsiteX1025" fmla="*/ 1710524 w 1724025"/>
                <a:gd name="connsiteY1025" fmla="*/ 897064 h 1609725"/>
                <a:gd name="connsiteX1026" fmla="*/ 1708334 w 1724025"/>
                <a:gd name="connsiteY1026" fmla="*/ 898493 h 1609725"/>
                <a:gd name="connsiteX1027" fmla="*/ 1707286 w 1724025"/>
                <a:gd name="connsiteY1027" fmla="*/ 902970 h 1609725"/>
                <a:gd name="connsiteX1028" fmla="*/ 1707381 w 1724025"/>
                <a:gd name="connsiteY1028" fmla="*/ 906209 h 1609725"/>
                <a:gd name="connsiteX1029" fmla="*/ 1709762 w 1724025"/>
                <a:gd name="connsiteY1029" fmla="*/ 908495 h 1609725"/>
                <a:gd name="connsiteX1030" fmla="*/ 1709858 w 1724025"/>
                <a:gd name="connsiteY1030" fmla="*/ 913733 h 1609725"/>
                <a:gd name="connsiteX1031" fmla="*/ 1711763 w 1724025"/>
                <a:gd name="connsiteY1031" fmla="*/ 917067 h 1609725"/>
                <a:gd name="connsiteX1032" fmla="*/ 1713096 w 1724025"/>
                <a:gd name="connsiteY1032" fmla="*/ 919544 h 1609725"/>
                <a:gd name="connsiteX1033" fmla="*/ 1713096 w 1724025"/>
                <a:gd name="connsiteY1033" fmla="*/ 922115 h 1609725"/>
                <a:gd name="connsiteX1034" fmla="*/ 1709858 w 1724025"/>
                <a:gd name="connsiteY1034" fmla="*/ 924115 h 1609725"/>
                <a:gd name="connsiteX1035" fmla="*/ 1705572 w 1724025"/>
                <a:gd name="connsiteY1035" fmla="*/ 929735 h 1609725"/>
                <a:gd name="connsiteX1036" fmla="*/ 1705857 w 1724025"/>
                <a:gd name="connsiteY1036" fmla="*/ 933545 h 1609725"/>
                <a:gd name="connsiteX1037" fmla="*/ 1705000 w 1724025"/>
                <a:gd name="connsiteY1037" fmla="*/ 937641 h 1609725"/>
                <a:gd name="connsiteX1038" fmla="*/ 1707667 w 1724025"/>
                <a:gd name="connsiteY1038" fmla="*/ 940022 h 1609725"/>
                <a:gd name="connsiteX1039" fmla="*/ 1710906 w 1724025"/>
                <a:gd name="connsiteY1039" fmla="*/ 943451 h 1609725"/>
                <a:gd name="connsiteX1040" fmla="*/ 1712620 w 1724025"/>
                <a:gd name="connsiteY1040" fmla="*/ 947071 h 1609725"/>
                <a:gd name="connsiteX1041" fmla="*/ 1714144 w 1724025"/>
                <a:gd name="connsiteY1041" fmla="*/ 951643 h 1609725"/>
                <a:gd name="connsiteX1042" fmla="*/ 1711763 w 1724025"/>
                <a:gd name="connsiteY1042" fmla="*/ 957453 h 1609725"/>
                <a:gd name="connsiteX1043" fmla="*/ 1713763 w 1724025"/>
                <a:gd name="connsiteY1043" fmla="*/ 960406 h 1609725"/>
                <a:gd name="connsiteX1044" fmla="*/ 1716906 w 1724025"/>
                <a:gd name="connsiteY1044" fmla="*/ 964692 h 1609725"/>
                <a:gd name="connsiteX1045" fmla="*/ 1716335 w 1724025"/>
                <a:gd name="connsiteY1045" fmla="*/ 970788 h 1609725"/>
                <a:gd name="connsiteX1046" fmla="*/ 1713477 w 1724025"/>
                <a:gd name="connsiteY1046" fmla="*/ 972598 h 1609725"/>
                <a:gd name="connsiteX1047" fmla="*/ 1712906 w 1724025"/>
                <a:gd name="connsiteY1047" fmla="*/ 975265 h 1609725"/>
                <a:gd name="connsiteX1048" fmla="*/ 1715192 w 1724025"/>
                <a:gd name="connsiteY1048" fmla="*/ 977265 h 1609725"/>
                <a:gd name="connsiteX1049" fmla="*/ 1715192 w 1724025"/>
                <a:gd name="connsiteY1049" fmla="*/ 979551 h 1609725"/>
                <a:gd name="connsiteX1050" fmla="*/ 1712620 w 1724025"/>
                <a:gd name="connsiteY1050" fmla="*/ 981932 h 1609725"/>
                <a:gd name="connsiteX1051" fmla="*/ 1709477 w 1724025"/>
                <a:gd name="connsiteY1051" fmla="*/ 986028 h 1609725"/>
                <a:gd name="connsiteX1052" fmla="*/ 1706524 w 1724025"/>
                <a:gd name="connsiteY1052" fmla="*/ 989267 h 1609725"/>
                <a:gd name="connsiteX1053" fmla="*/ 1703381 w 1724025"/>
                <a:gd name="connsiteY1053" fmla="*/ 995077 h 1609725"/>
                <a:gd name="connsiteX1054" fmla="*/ 1702809 w 1724025"/>
                <a:gd name="connsiteY1054" fmla="*/ 1000982 h 1609725"/>
                <a:gd name="connsiteX1055" fmla="*/ 1701095 w 1724025"/>
                <a:gd name="connsiteY1055" fmla="*/ 1006793 h 1609725"/>
                <a:gd name="connsiteX1056" fmla="*/ 1695666 w 1724025"/>
                <a:gd name="connsiteY1056" fmla="*/ 1011841 h 1609725"/>
                <a:gd name="connsiteX1057" fmla="*/ 1692522 w 1724025"/>
                <a:gd name="connsiteY1057" fmla="*/ 1015555 h 1609725"/>
                <a:gd name="connsiteX1058" fmla="*/ 1688712 w 1724025"/>
                <a:gd name="connsiteY1058" fmla="*/ 1018127 h 1609725"/>
                <a:gd name="connsiteX1059" fmla="*/ 1688426 w 1724025"/>
                <a:gd name="connsiteY1059" fmla="*/ 1023271 h 1609725"/>
                <a:gd name="connsiteX1060" fmla="*/ 1692046 w 1724025"/>
                <a:gd name="connsiteY1060" fmla="*/ 1024699 h 1609725"/>
                <a:gd name="connsiteX1061" fmla="*/ 1694618 w 1724025"/>
                <a:gd name="connsiteY1061" fmla="*/ 1027747 h 1609725"/>
                <a:gd name="connsiteX1062" fmla="*/ 1699761 w 1724025"/>
                <a:gd name="connsiteY1062" fmla="*/ 1032320 h 1609725"/>
                <a:gd name="connsiteX1063" fmla="*/ 1701857 w 1724025"/>
                <a:gd name="connsiteY1063" fmla="*/ 1035939 h 1609725"/>
                <a:gd name="connsiteX1064" fmla="*/ 1699761 w 1724025"/>
                <a:gd name="connsiteY1064" fmla="*/ 1037463 h 1609725"/>
                <a:gd name="connsiteX1065" fmla="*/ 1694237 w 1724025"/>
                <a:gd name="connsiteY1065" fmla="*/ 1039749 h 1609725"/>
                <a:gd name="connsiteX1066" fmla="*/ 1688522 w 1724025"/>
                <a:gd name="connsiteY1066" fmla="*/ 1039559 h 1609725"/>
                <a:gd name="connsiteX1067" fmla="*/ 1681283 w 1724025"/>
                <a:gd name="connsiteY1067" fmla="*/ 1039178 h 1609725"/>
                <a:gd name="connsiteX1068" fmla="*/ 1672996 w 1724025"/>
                <a:gd name="connsiteY1068" fmla="*/ 1041273 h 1609725"/>
                <a:gd name="connsiteX1069" fmla="*/ 1663661 w 1724025"/>
                <a:gd name="connsiteY1069" fmla="*/ 1045940 h 1609725"/>
                <a:gd name="connsiteX1070" fmla="*/ 1649850 w 1724025"/>
                <a:gd name="connsiteY1070" fmla="*/ 1052989 h 1609725"/>
                <a:gd name="connsiteX1071" fmla="*/ 1638230 w 1724025"/>
                <a:gd name="connsiteY1071" fmla="*/ 1059466 h 1609725"/>
                <a:gd name="connsiteX1072" fmla="*/ 1627181 w 1724025"/>
                <a:gd name="connsiteY1072" fmla="*/ 1064514 h 1609725"/>
                <a:gd name="connsiteX1073" fmla="*/ 1618227 w 1724025"/>
                <a:gd name="connsiteY1073" fmla="*/ 1069277 h 1609725"/>
                <a:gd name="connsiteX1074" fmla="*/ 1607750 w 1724025"/>
                <a:gd name="connsiteY1074" fmla="*/ 1074039 h 1609725"/>
                <a:gd name="connsiteX1075" fmla="*/ 1600892 w 1724025"/>
                <a:gd name="connsiteY1075" fmla="*/ 1078230 h 1609725"/>
                <a:gd name="connsiteX1076" fmla="*/ 1594700 w 1724025"/>
                <a:gd name="connsiteY1076" fmla="*/ 1082993 h 1609725"/>
                <a:gd name="connsiteX1077" fmla="*/ 1590319 w 1724025"/>
                <a:gd name="connsiteY1077" fmla="*/ 1086517 h 1609725"/>
                <a:gd name="connsiteX1078" fmla="*/ 1586890 w 1724025"/>
                <a:gd name="connsiteY1078" fmla="*/ 1089374 h 1609725"/>
                <a:gd name="connsiteX1079" fmla="*/ 1584985 w 1724025"/>
                <a:gd name="connsiteY1079" fmla="*/ 1092898 h 1609725"/>
                <a:gd name="connsiteX1080" fmla="*/ 1582699 w 1724025"/>
                <a:gd name="connsiteY1080" fmla="*/ 1094899 h 1609725"/>
                <a:gd name="connsiteX1081" fmla="*/ 1579746 w 1724025"/>
                <a:gd name="connsiteY1081" fmla="*/ 1095089 h 1609725"/>
                <a:gd name="connsiteX1082" fmla="*/ 1577365 w 1724025"/>
                <a:gd name="connsiteY1082" fmla="*/ 1094137 h 1609725"/>
                <a:gd name="connsiteX1083" fmla="*/ 1576793 w 1724025"/>
                <a:gd name="connsiteY1083" fmla="*/ 1091660 h 1609725"/>
                <a:gd name="connsiteX1084" fmla="*/ 1578699 w 1724025"/>
                <a:gd name="connsiteY1084" fmla="*/ 1089279 h 1609725"/>
                <a:gd name="connsiteX1085" fmla="*/ 1581366 w 1724025"/>
                <a:gd name="connsiteY1085" fmla="*/ 1086612 h 1609725"/>
                <a:gd name="connsiteX1086" fmla="*/ 1584509 w 1724025"/>
                <a:gd name="connsiteY1086" fmla="*/ 1084136 h 1609725"/>
                <a:gd name="connsiteX1087" fmla="*/ 1588414 w 1724025"/>
                <a:gd name="connsiteY1087" fmla="*/ 1079278 h 1609725"/>
                <a:gd name="connsiteX1088" fmla="*/ 1590986 w 1724025"/>
                <a:gd name="connsiteY1088" fmla="*/ 1076611 h 1609725"/>
                <a:gd name="connsiteX1089" fmla="*/ 1595272 w 1724025"/>
                <a:gd name="connsiteY1089" fmla="*/ 1076039 h 1609725"/>
                <a:gd name="connsiteX1090" fmla="*/ 1598796 w 1724025"/>
                <a:gd name="connsiteY1090" fmla="*/ 1074706 h 1609725"/>
                <a:gd name="connsiteX1091" fmla="*/ 1600797 w 1724025"/>
                <a:gd name="connsiteY1091" fmla="*/ 1071944 h 1609725"/>
                <a:gd name="connsiteX1092" fmla="*/ 1602511 w 1724025"/>
                <a:gd name="connsiteY1092" fmla="*/ 1068419 h 1609725"/>
                <a:gd name="connsiteX1093" fmla="*/ 1605368 w 1724025"/>
                <a:gd name="connsiteY1093" fmla="*/ 1067276 h 1609725"/>
                <a:gd name="connsiteX1094" fmla="*/ 1609845 w 1724025"/>
                <a:gd name="connsiteY1094" fmla="*/ 1068134 h 1609725"/>
                <a:gd name="connsiteX1095" fmla="*/ 1613369 w 1724025"/>
                <a:gd name="connsiteY1095" fmla="*/ 1067372 h 1609725"/>
                <a:gd name="connsiteX1096" fmla="*/ 1614512 w 1724025"/>
                <a:gd name="connsiteY1096" fmla="*/ 1064419 h 1609725"/>
                <a:gd name="connsiteX1097" fmla="*/ 1610512 w 1724025"/>
                <a:gd name="connsiteY1097" fmla="*/ 1063466 h 1609725"/>
                <a:gd name="connsiteX1098" fmla="*/ 1608798 w 1724025"/>
                <a:gd name="connsiteY1098" fmla="*/ 1061942 h 1609725"/>
                <a:gd name="connsiteX1099" fmla="*/ 1606035 w 1724025"/>
                <a:gd name="connsiteY1099" fmla="*/ 1060609 h 1609725"/>
                <a:gd name="connsiteX1100" fmla="*/ 1603749 w 1724025"/>
                <a:gd name="connsiteY1100" fmla="*/ 1061085 h 1609725"/>
                <a:gd name="connsiteX1101" fmla="*/ 1598606 w 1724025"/>
                <a:gd name="connsiteY1101" fmla="*/ 1064323 h 1609725"/>
                <a:gd name="connsiteX1102" fmla="*/ 1594986 w 1724025"/>
                <a:gd name="connsiteY1102" fmla="*/ 1066229 h 1609725"/>
                <a:gd name="connsiteX1103" fmla="*/ 1588128 w 1724025"/>
                <a:gd name="connsiteY1103" fmla="*/ 1067372 h 1609725"/>
                <a:gd name="connsiteX1104" fmla="*/ 1580699 w 1724025"/>
                <a:gd name="connsiteY1104" fmla="*/ 1069943 h 1609725"/>
                <a:gd name="connsiteX1105" fmla="*/ 1575460 w 1724025"/>
                <a:gd name="connsiteY1105" fmla="*/ 1067943 h 1609725"/>
                <a:gd name="connsiteX1106" fmla="*/ 1576032 w 1724025"/>
                <a:gd name="connsiteY1106" fmla="*/ 1064038 h 1609725"/>
                <a:gd name="connsiteX1107" fmla="*/ 1580794 w 1724025"/>
                <a:gd name="connsiteY1107" fmla="*/ 1060514 h 1609725"/>
                <a:gd name="connsiteX1108" fmla="*/ 1583747 w 1724025"/>
                <a:gd name="connsiteY1108" fmla="*/ 1056132 h 1609725"/>
                <a:gd name="connsiteX1109" fmla="*/ 1585747 w 1724025"/>
                <a:gd name="connsiteY1109" fmla="*/ 1051751 h 1609725"/>
                <a:gd name="connsiteX1110" fmla="*/ 1585461 w 1724025"/>
                <a:gd name="connsiteY1110" fmla="*/ 1044512 h 1609725"/>
                <a:gd name="connsiteX1111" fmla="*/ 1586128 w 1724025"/>
                <a:gd name="connsiteY1111" fmla="*/ 1039082 h 1609725"/>
                <a:gd name="connsiteX1112" fmla="*/ 1581461 w 1724025"/>
                <a:gd name="connsiteY1112" fmla="*/ 1031367 h 1609725"/>
                <a:gd name="connsiteX1113" fmla="*/ 1578889 w 1724025"/>
                <a:gd name="connsiteY1113" fmla="*/ 1029176 h 1609725"/>
                <a:gd name="connsiteX1114" fmla="*/ 1575936 w 1724025"/>
                <a:gd name="connsiteY1114" fmla="*/ 1031272 h 1609725"/>
                <a:gd name="connsiteX1115" fmla="*/ 1572507 w 1724025"/>
                <a:gd name="connsiteY1115" fmla="*/ 1032605 h 1609725"/>
                <a:gd name="connsiteX1116" fmla="*/ 1567554 w 1724025"/>
                <a:gd name="connsiteY1116" fmla="*/ 1037368 h 1609725"/>
                <a:gd name="connsiteX1117" fmla="*/ 1564601 w 1724025"/>
                <a:gd name="connsiteY1117" fmla="*/ 1041273 h 1609725"/>
                <a:gd name="connsiteX1118" fmla="*/ 1564506 w 1724025"/>
                <a:gd name="connsiteY1118" fmla="*/ 1046797 h 1609725"/>
                <a:gd name="connsiteX1119" fmla="*/ 1561458 w 1724025"/>
                <a:gd name="connsiteY1119" fmla="*/ 1049846 h 1609725"/>
                <a:gd name="connsiteX1120" fmla="*/ 1557743 w 1724025"/>
                <a:gd name="connsiteY1120" fmla="*/ 1051655 h 1609725"/>
                <a:gd name="connsiteX1121" fmla="*/ 1554791 w 1724025"/>
                <a:gd name="connsiteY1121" fmla="*/ 1049941 h 1609725"/>
                <a:gd name="connsiteX1122" fmla="*/ 1554219 w 1724025"/>
                <a:gd name="connsiteY1122" fmla="*/ 1047083 h 1609725"/>
                <a:gd name="connsiteX1123" fmla="*/ 1555839 w 1724025"/>
                <a:gd name="connsiteY1123" fmla="*/ 1045083 h 1609725"/>
                <a:gd name="connsiteX1124" fmla="*/ 1554886 w 1724025"/>
                <a:gd name="connsiteY1124" fmla="*/ 1043273 h 1609725"/>
                <a:gd name="connsiteX1125" fmla="*/ 1551457 w 1724025"/>
                <a:gd name="connsiteY1125" fmla="*/ 1042892 h 1609725"/>
                <a:gd name="connsiteX1126" fmla="*/ 1549552 w 1724025"/>
                <a:gd name="connsiteY1126" fmla="*/ 1044893 h 1609725"/>
                <a:gd name="connsiteX1127" fmla="*/ 1546790 w 1724025"/>
                <a:gd name="connsiteY1127" fmla="*/ 1050322 h 1609725"/>
                <a:gd name="connsiteX1128" fmla="*/ 1544123 w 1724025"/>
                <a:gd name="connsiteY1128" fmla="*/ 1053465 h 1609725"/>
                <a:gd name="connsiteX1129" fmla="*/ 1545075 w 1724025"/>
                <a:gd name="connsiteY1129" fmla="*/ 1055846 h 1609725"/>
                <a:gd name="connsiteX1130" fmla="*/ 1548218 w 1724025"/>
                <a:gd name="connsiteY1130" fmla="*/ 1057465 h 1609725"/>
                <a:gd name="connsiteX1131" fmla="*/ 1548218 w 1724025"/>
                <a:gd name="connsiteY1131" fmla="*/ 1061561 h 1609725"/>
                <a:gd name="connsiteX1132" fmla="*/ 1545170 w 1724025"/>
                <a:gd name="connsiteY1132" fmla="*/ 1064705 h 1609725"/>
                <a:gd name="connsiteX1133" fmla="*/ 1544313 w 1724025"/>
                <a:gd name="connsiteY1133" fmla="*/ 1068038 h 1609725"/>
                <a:gd name="connsiteX1134" fmla="*/ 1546028 w 1724025"/>
                <a:gd name="connsiteY1134" fmla="*/ 1070705 h 1609725"/>
                <a:gd name="connsiteX1135" fmla="*/ 1548981 w 1724025"/>
                <a:gd name="connsiteY1135" fmla="*/ 1073372 h 1609725"/>
                <a:gd name="connsiteX1136" fmla="*/ 1553362 w 1724025"/>
                <a:gd name="connsiteY1136" fmla="*/ 1074134 h 1609725"/>
                <a:gd name="connsiteX1137" fmla="*/ 1558886 w 1724025"/>
                <a:gd name="connsiteY1137" fmla="*/ 1075373 h 1609725"/>
                <a:gd name="connsiteX1138" fmla="*/ 1558410 w 1724025"/>
                <a:gd name="connsiteY1138" fmla="*/ 1078992 h 1609725"/>
                <a:gd name="connsiteX1139" fmla="*/ 1557172 w 1724025"/>
                <a:gd name="connsiteY1139" fmla="*/ 1081754 h 1609725"/>
                <a:gd name="connsiteX1140" fmla="*/ 1559649 w 1724025"/>
                <a:gd name="connsiteY1140" fmla="*/ 1084421 h 1609725"/>
                <a:gd name="connsiteX1141" fmla="*/ 1562411 w 1724025"/>
                <a:gd name="connsiteY1141" fmla="*/ 1086136 h 1609725"/>
                <a:gd name="connsiteX1142" fmla="*/ 1563458 w 1724025"/>
                <a:gd name="connsiteY1142" fmla="*/ 1092422 h 1609725"/>
                <a:gd name="connsiteX1143" fmla="*/ 1563077 w 1724025"/>
                <a:gd name="connsiteY1143" fmla="*/ 1096994 h 1609725"/>
                <a:gd name="connsiteX1144" fmla="*/ 1562030 w 1724025"/>
                <a:gd name="connsiteY1144" fmla="*/ 1100804 h 1609725"/>
                <a:gd name="connsiteX1145" fmla="*/ 1563554 w 1724025"/>
                <a:gd name="connsiteY1145" fmla="*/ 1105090 h 1609725"/>
                <a:gd name="connsiteX1146" fmla="*/ 1566125 w 1724025"/>
                <a:gd name="connsiteY1146" fmla="*/ 1106614 h 1609725"/>
                <a:gd name="connsiteX1147" fmla="*/ 1568316 w 1724025"/>
                <a:gd name="connsiteY1147" fmla="*/ 1105662 h 1609725"/>
                <a:gd name="connsiteX1148" fmla="*/ 1570983 w 1724025"/>
                <a:gd name="connsiteY1148" fmla="*/ 1104995 h 1609725"/>
                <a:gd name="connsiteX1149" fmla="*/ 1572222 w 1724025"/>
                <a:gd name="connsiteY1149" fmla="*/ 1101566 h 1609725"/>
                <a:gd name="connsiteX1150" fmla="*/ 1571269 w 1724025"/>
                <a:gd name="connsiteY1150" fmla="*/ 1098042 h 1609725"/>
                <a:gd name="connsiteX1151" fmla="*/ 1573079 w 1724025"/>
                <a:gd name="connsiteY1151" fmla="*/ 1095280 h 1609725"/>
                <a:gd name="connsiteX1152" fmla="*/ 1574889 w 1724025"/>
                <a:gd name="connsiteY1152" fmla="*/ 1097280 h 1609725"/>
                <a:gd name="connsiteX1153" fmla="*/ 1578317 w 1724025"/>
                <a:gd name="connsiteY1153" fmla="*/ 1098995 h 1609725"/>
                <a:gd name="connsiteX1154" fmla="*/ 1582508 w 1724025"/>
                <a:gd name="connsiteY1154" fmla="*/ 1098614 h 1609725"/>
                <a:gd name="connsiteX1155" fmla="*/ 1585557 w 1724025"/>
                <a:gd name="connsiteY1155" fmla="*/ 1098995 h 1609725"/>
                <a:gd name="connsiteX1156" fmla="*/ 1584890 w 1724025"/>
                <a:gd name="connsiteY1156" fmla="*/ 1102423 h 1609725"/>
                <a:gd name="connsiteX1157" fmla="*/ 1580223 w 1724025"/>
                <a:gd name="connsiteY1157" fmla="*/ 1105186 h 1609725"/>
                <a:gd name="connsiteX1158" fmla="*/ 1574698 w 1724025"/>
                <a:gd name="connsiteY1158" fmla="*/ 1109853 h 1609725"/>
                <a:gd name="connsiteX1159" fmla="*/ 1568888 w 1724025"/>
                <a:gd name="connsiteY1159" fmla="*/ 1114330 h 1609725"/>
                <a:gd name="connsiteX1160" fmla="*/ 1560315 w 1724025"/>
                <a:gd name="connsiteY1160" fmla="*/ 1120521 h 1609725"/>
                <a:gd name="connsiteX1161" fmla="*/ 1552695 w 1724025"/>
                <a:gd name="connsiteY1161" fmla="*/ 1126903 h 1609725"/>
                <a:gd name="connsiteX1162" fmla="*/ 1544027 w 1724025"/>
                <a:gd name="connsiteY1162" fmla="*/ 1132999 h 1609725"/>
                <a:gd name="connsiteX1163" fmla="*/ 1537932 w 1724025"/>
                <a:gd name="connsiteY1163" fmla="*/ 1139571 h 1609725"/>
                <a:gd name="connsiteX1164" fmla="*/ 1531359 w 1724025"/>
                <a:gd name="connsiteY1164" fmla="*/ 1147572 h 1609725"/>
                <a:gd name="connsiteX1165" fmla="*/ 1522310 w 1724025"/>
                <a:gd name="connsiteY1165" fmla="*/ 1155097 h 1609725"/>
                <a:gd name="connsiteX1166" fmla="*/ 1511547 w 1724025"/>
                <a:gd name="connsiteY1166" fmla="*/ 1165289 h 1609725"/>
                <a:gd name="connsiteX1167" fmla="*/ 1505547 w 1724025"/>
                <a:gd name="connsiteY1167" fmla="*/ 1170623 h 1609725"/>
                <a:gd name="connsiteX1168" fmla="*/ 1501832 w 1724025"/>
                <a:gd name="connsiteY1168" fmla="*/ 1174909 h 1609725"/>
                <a:gd name="connsiteX1169" fmla="*/ 1499165 w 1724025"/>
                <a:gd name="connsiteY1169" fmla="*/ 1177385 h 1609725"/>
                <a:gd name="connsiteX1170" fmla="*/ 1495259 w 1724025"/>
                <a:gd name="connsiteY1170" fmla="*/ 1178623 h 1609725"/>
                <a:gd name="connsiteX1171" fmla="*/ 1491449 w 1724025"/>
                <a:gd name="connsiteY1171" fmla="*/ 1179386 h 1609725"/>
                <a:gd name="connsiteX1172" fmla="*/ 1484973 w 1724025"/>
                <a:gd name="connsiteY1172" fmla="*/ 1183957 h 1609725"/>
                <a:gd name="connsiteX1173" fmla="*/ 1477733 w 1724025"/>
                <a:gd name="connsiteY1173" fmla="*/ 1188720 h 1609725"/>
                <a:gd name="connsiteX1174" fmla="*/ 1464875 w 1724025"/>
                <a:gd name="connsiteY1174" fmla="*/ 1197578 h 1609725"/>
                <a:gd name="connsiteX1175" fmla="*/ 1454492 w 1724025"/>
                <a:gd name="connsiteY1175" fmla="*/ 1203293 h 1609725"/>
                <a:gd name="connsiteX1176" fmla="*/ 1441443 w 1724025"/>
                <a:gd name="connsiteY1176" fmla="*/ 1212532 h 1609725"/>
                <a:gd name="connsiteX1177" fmla="*/ 1428394 w 1724025"/>
                <a:gd name="connsiteY1177" fmla="*/ 1218819 h 1609725"/>
                <a:gd name="connsiteX1178" fmla="*/ 1416583 w 1724025"/>
                <a:gd name="connsiteY1178" fmla="*/ 1225106 h 1609725"/>
                <a:gd name="connsiteX1179" fmla="*/ 1409820 w 1724025"/>
                <a:gd name="connsiteY1179" fmla="*/ 1229106 h 1609725"/>
                <a:gd name="connsiteX1180" fmla="*/ 1402391 w 1724025"/>
                <a:gd name="connsiteY1180" fmla="*/ 1232535 h 1609725"/>
                <a:gd name="connsiteX1181" fmla="*/ 1394199 w 1724025"/>
                <a:gd name="connsiteY1181" fmla="*/ 1236821 h 1609725"/>
                <a:gd name="connsiteX1182" fmla="*/ 1384960 w 1724025"/>
                <a:gd name="connsiteY1182" fmla="*/ 1243584 h 1609725"/>
                <a:gd name="connsiteX1183" fmla="*/ 1381055 w 1724025"/>
                <a:gd name="connsiteY1183" fmla="*/ 1246061 h 1609725"/>
                <a:gd name="connsiteX1184" fmla="*/ 1376387 w 1724025"/>
                <a:gd name="connsiteY1184" fmla="*/ 1250728 h 1609725"/>
                <a:gd name="connsiteX1185" fmla="*/ 1371911 w 1724025"/>
                <a:gd name="connsiteY1185" fmla="*/ 1254347 h 1609725"/>
                <a:gd name="connsiteX1186" fmla="*/ 1369053 w 1724025"/>
                <a:gd name="connsiteY1186" fmla="*/ 1255395 h 1609725"/>
                <a:gd name="connsiteX1187" fmla="*/ 1367624 w 1724025"/>
                <a:gd name="connsiteY1187" fmla="*/ 1255490 h 1609725"/>
                <a:gd name="connsiteX1188" fmla="*/ 1366672 w 1724025"/>
                <a:gd name="connsiteY1188" fmla="*/ 1254347 h 1609725"/>
                <a:gd name="connsiteX1189" fmla="*/ 1368006 w 1724025"/>
                <a:gd name="connsiteY1189" fmla="*/ 1251871 h 1609725"/>
                <a:gd name="connsiteX1190" fmla="*/ 1371625 w 1724025"/>
                <a:gd name="connsiteY1190" fmla="*/ 1248823 h 1609725"/>
                <a:gd name="connsiteX1191" fmla="*/ 1377816 w 1724025"/>
                <a:gd name="connsiteY1191" fmla="*/ 1242536 h 1609725"/>
                <a:gd name="connsiteX1192" fmla="*/ 1387722 w 1724025"/>
                <a:gd name="connsiteY1192" fmla="*/ 1235583 h 1609725"/>
                <a:gd name="connsiteX1193" fmla="*/ 1401819 w 1724025"/>
                <a:gd name="connsiteY1193" fmla="*/ 1227392 h 1609725"/>
                <a:gd name="connsiteX1194" fmla="*/ 1409344 w 1724025"/>
                <a:gd name="connsiteY1194" fmla="*/ 1223391 h 1609725"/>
                <a:gd name="connsiteX1195" fmla="*/ 1416107 w 1724025"/>
                <a:gd name="connsiteY1195" fmla="*/ 1220534 h 1609725"/>
                <a:gd name="connsiteX1196" fmla="*/ 1419155 w 1724025"/>
                <a:gd name="connsiteY1196" fmla="*/ 1219295 h 1609725"/>
                <a:gd name="connsiteX1197" fmla="*/ 1419155 w 1724025"/>
                <a:gd name="connsiteY1197" fmla="*/ 1216057 h 1609725"/>
                <a:gd name="connsiteX1198" fmla="*/ 1418774 w 1724025"/>
                <a:gd name="connsiteY1198" fmla="*/ 1212532 h 1609725"/>
                <a:gd name="connsiteX1199" fmla="*/ 1414868 w 1724025"/>
                <a:gd name="connsiteY1199" fmla="*/ 1212152 h 1609725"/>
                <a:gd name="connsiteX1200" fmla="*/ 1411440 w 1724025"/>
                <a:gd name="connsiteY1200" fmla="*/ 1213199 h 1609725"/>
                <a:gd name="connsiteX1201" fmla="*/ 1407915 w 1724025"/>
                <a:gd name="connsiteY1201" fmla="*/ 1215485 h 1609725"/>
                <a:gd name="connsiteX1202" fmla="*/ 1403629 w 1724025"/>
                <a:gd name="connsiteY1202" fmla="*/ 1217962 h 1609725"/>
                <a:gd name="connsiteX1203" fmla="*/ 1396866 w 1724025"/>
                <a:gd name="connsiteY1203" fmla="*/ 1219962 h 1609725"/>
                <a:gd name="connsiteX1204" fmla="*/ 1390008 w 1724025"/>
                <a:gd name="connsiteY1204" fmla="*/ 1225391 h 1609725"/>
                <a:gd name="connsiteX1205" fmla="*/ 1387246 w 1724025"/>
                <a:gd name="connsiteY1205" fmla="*/ 1225487 h 1609725"/>
                <a:gd name="connsiteX1206" fmla="*/ 1385627 w 1724025"/>
                <a:gd name="connsiteY1206" fmla="*/ 1222915 h 1609725"/>
                <a:gd name="connsiteX1207" fmla="*/ 1386293 w 1724025"/>
                <a:gd name="connsiteY1207" fmla="*/ 1220343 h 1609725"/>
                <a:gd name="connsiteX1208" fmla="*/ 1388199 w 1724025"/>
                <a:gd name="connsiteY1208" fmla="*/ 1219676 h 1609725"/>
                <a:gd name="connsiteX1209" fmla="*/ 1388103 w 1724025"/>
                <a:gd name="connsiteY1209" fmla="*/ 1217295 h 1609725"/>
                <a:gd name="connsiteX1210" fmla="*/ 1386198 w 1724025"/>
                <a:gd name="connsiteY1210" fmla="*/ 1215295 h 1609725"/>
                <a:gd name="connsiteX1211" fmla="*/ 1387341 w 1724025"/>
                <a:gd name="connsiteY1211" fmla="*/ 1212723 h 1609725"/>
                <a:gd name="connsiteX1212" fmla="*/ 1389532 w 1724025"/>
                <a:gd name="connsiteY1212" fmla="*/ 1210628 h 1609725"/>
                <a:gd name="connsiteX1213" fmla="*/ 1390389 w 1724025"/>
                <a:gd name="connsiteY1213" fmla="*/ 1207103 h 1609725"/>
                <a:gd name="connsiteX1214" fmla="*/ 1386579 w 1724025"/>
                <a:gd name="connsiteY1214" fmla="*/ 1207008 h 1609725"/>
                <a:gd name="connsiteX1215" fmla="*/ 1382865 w 1724025"/>
                <a:gd name="connsiteY1215" fmla="*/ 1207865 h 1609725"/>
                <a:gd name="connsiteX1216" fmla="*/ 1379245 w 1724025"/>
                <a:gd name="connsiteY1216" fmla="*/ 1208818 h 1609725"/>
                <a:gd name="connsiteX1217" fmla="*/ 1376864 w 1724025"/>
                <a:gd name="connsiteY1217" fmla="*/ 1211104 h 1609725"/>
                <a:gd name="connsiteX1218" fmla="*/ 1375244 w 1724025"/>
                <a:gd name="connsiteY1218" fmla="*/ 1214914 h 1609725"/>
                <a:gd name="connsiteX1219" fmla="*/ 1371625 w 1724025"/>
                <a:gd name="connsiteY1219" fmla="*/ 1217295 h 1609725"/>
                <a:gd name="connsiteX1220" fmla="*/ 1366386 w 1724025"/>
                <a:gd name="connsiteY1220" fmla="*/ 1218438 h 1609725"/>
                <a:gd name="connsiteX1221" fmla="*/ 1359909 w 1724025"/>
                <a:gd name="connsiteY1221" fmla="*/ 1224344 h 1609725"/>
                <a:gd name="connsiteX1222" fmla="*/ 1354480 w 1724025"/>
                <a:gd name="connsiteY1222" fmla="*/ 1227296 h 1609725"/>
                <a:gd name="connsiteX1223" fmla="*/ 1351527 w 1724025"/>
                <a:gd name="connsiteY1223" fmla="*/ 1228344 h 1609725"/>
                <a:gd name="connsiteX1224" fmla="*/ 1352194 w 1724025"/>
                <a:gd name="connsiteY1224" fmla="*/ 1225677 h 1609725"/>
                <a:gd name="connsiteX1225" fmla="*/ 1352099 w 1724025"/>
                <a:gd name="connsiteY1225" fmla="*/ 1222820 h 1609725"/>
                <a:gd name="connsiteX1226" fmla="*/ 1350479 w 1724025"/>
                <a:gd name="connsiteY1226" fmla="*/ 1221391 h 1609725"/>
                <a:gd name="connsiteX1227" fmla="*/ 1349527 w 1724025"/>
                <a:gd name="connsiteY1227" fmla="*/ 1219105 h 1609725"/>
                <a:gd name="connsiteX1228" fmla="*/ 1349813 w 1724025"/>
                <a:gd name="connsiteY1228" fmla="*/ 1216628 h 1609725"/>
                <a:gd name="connsiteX1229" fmla="*/ 1343431 w 1724025"/>
                <a:gd name="connsiteY1229" fmla="*/ 1216819 h 1609725"/>
                <a:gd name="connsiteX1230" fmla="*/ 1339621 w 1724025"/>
                <a:gd name="connsiteY1230" fmla="*/ 1215104 h 1609725"/>
                <a:gd name="connsiteX1231" fmla="*/ 1339526 w 1724025"/>
                <a:gd name="connsiteY1231" fmla="*/ 1211771 h 1609725"/>
                <a:gd name="connsiteX1232" fmla="*/ 1340574 w 1724025"/>
                <a:gd name="connsiteY1232" fmla="*/ 1210818 h 1609725"/>
                <a:gd name="connsiteX1233" fmla="*/ 1341526 w 1724025"/>
                <a:gd name="connsiteY1233" fmla="*/ 1208627 h 1609725"/>
                <a:gd name="connsiteX1234" fmla="*/ 1339145 w 1724025"/>
                <a:gd name="connsiteY1234" fmla="*/ 1207389 h 1609725"/>
                <a:gd name="connsiteX1235" fmla="*/ 1336573 w 1724025"/>
                <a:gd name="connsiteY1235" fmla="*/ 1204531 h 1609725"/>
                <a:gd name="connsiteX1236" fmla="*/ 1333430 w 1724025"/>
                <a:gd name="connsiteY1236" fmla="*/ 1206056 h 1609725"/>
                <a:gd name="connsiteX1237" fmla="*/ 1330191 w 1724025"/>
                <a:gd name="connsiteY1237" fmla="*/ 1207294 h 1609725"/>
                <a:gd name="connsiteX1238" fmla="*/ 1328667 w 1724025"/>
                <a:gd name="connsiteY1238" fmla="*/ 1210056 h 1609725"/>
                <a:gd name="connsiteX1239" fmla="*/ 1330191 w 1724025"/>
                <a:gd name="connsiteY1239" fmla="*/ 1213961 h 1609725"/>
                <a:gd name="connsiteX1240" fmla="*/ 1334192 w 1724025"/>
                <a:gd name="connsiteY1240" fmla="*/ 1217771 h 1609725"/>
                <a:gd name="connsiteX1241" fmla="*/ 1333716 w 1724025"/>
                <a:gd name="connsiteY1241" fmla="*/ 1221391 h 1609725"/>
                <a:gd name="connsiteX1242" fmla="*/ 1334763 w 1724025"/>
                <a:gd name="connsiteY1242" fmla="*/ 1224248 h 1609725"/>
                <a:gd name="connsiteX1243" fmla="*/ 1337335 w 1724025"/>
                <a:gd name="connsiteY1243" fmla="*/ 1226344 h 1609725"/>
                <a:gd name="connsiteX1244" fmla="*/ 1341335 w 1724025"/>
                <a:gd name="connsiteY1244" fmla="*/ 1226820 h 1609725"/>
                <a:gd name="connsiteX1245" fmla="*/ 1344383 w 1724025"/>
                <a:gd name="connsiteY1245" fmla="*/ 1229963 h 1609725"/>
                <a:gd name="connsiteX1246" fmla="*/ 1348765 w 1724025"/>
                <a:gd name="connsiteY1246" fmla="*/ 1233488 h 1609725"/>
                <a:gd name="connsiteX1247" fmla="*/ 1354385 w 1724025"/>
                <a:gd name="connsiteY1247" fmla="*/ 1237679 h 1609725"/>
                <a:gd name="connsiteX1248" fmla="*/ 1359814 w 1724025"/>
                <a:gd name="connsiteY1248" fmla="*/ 1240631 h 1609725"/>
                <a:gd name="connsiteX1249" fmla="*/ 1363529 w 1724025"/>
                <a:gd name="connsiteY1249" fmla="*/ 1244918 h 1609725"/>
                <a:gd name="connsiteX1250" fmla="*/ 1363338 w 1724025"/>
                <a:gd name="connsiteY1250" fmla="*/ 1247299 h 1609725"/>
                <a:gd name="connsiteX1251" fmla="*/ 1359528 w 1724025"/>
                <a:gd name="connsiteY1251" fmla="*/ 1249775 h 1609725"/>
                <a:gd name="connsiteX1252" fmla="*/ 1353718 w 1724025"/>
                <a:gd name="connsiteY1252" fmla="*/ 1252061 h 1609725"/>
                <a:gd name="connsiteX1253" fmla="*/ 1345908 w 1724025"/>
                <a:gd name="connsiteY1253" fmla="*/ 1255681 h 1609725"/>
                <a:gd name="connsiteX1254" fmla="*/ 1341431 w 1724025"/>
                <a:gd name="connsiteY1254" fmla="*/ 1258919 h 1609725"/>
                <a:gd name="connsiteX1255" fmla="*/ 1338287 w 1724025"/>
                <a:gd name="connsiteY1255" fmla="*/ 1261681 h 1609725"/>
                <a:gd name="connsiteX1256" fmla="*/ 1333239 w 1724025"/>
                <a:gd name="connsiteY1256" fmla="*/ 1262253 h 1609725"/>
                <a:gd name="connsiteX1257" fmla="*/ 1327429 w 1724025"/>
                <a:gd name="connsiteY1257" fmla="*/ 1265015 h 1609725"/>
                <a:gd name="connsiteX1258" fmla="*/ 1323524 w 1724025"/>
                <a:gd name="connsiteY1258" fmla="*/ 1262920 h 1609725"/>
                <a:gd name="connsiteX1259" fmla="*/ 1323238 w 1724025"/>
                <a:gd name="connsiteY1259" fmla="*/ 1259491 h 1609725"/>
                <a:gd name="connsiteX1260" fmla="*/ 1323238 w 1724025"/>
                <a:gd name="connsiteY1260" fmla="*/ 1256157 h 1609725"/>
                <a:gd name="connsiteX1261" fmla="*/ 1321619 w 1724025"/>
                <a:gd name="connsiteY1261" fmla="*/ 1254252 h 1609725"/>
                <a:gd name="connsiteX1262" fmla="*/ 1319809 w 1724025"/>
                <a:gd name="connsiteY1262" fmla="*/ 1254062 h 1609725"/>
                <a:gd name="connsiteX1263" fmla="*/ 1314189 w 1724025"/>
                <a:gd name="connsiteY1263" fmla="*/ 1254728 h 1609725"/>
                <a:gd name="connsiteX1264" fmla="*/ 1311046 w 1724025"/>
                <a:gd name="connsiteY1264" fmla="*/ 1257110 h 1609725"/>
                <a:gd name="connsiteX1265" fmla="*/ 1310665 w 1724025"/>
                <a:gd name="connsiteY1265" fmla="*/ 1261872 h 1609725"/>
                <a:gd name="connsiteX1266" fmla="*/ 1311617 w 1724025"/>
                <a:gd name="connsiteY1266" fmla="*/ 1264825 h 1609725"/>
                <a:gd name="connsiteX1267" fmla="*/ 1311046 w 1724025"/>
                <a:gd name="connsiteY1267" fmla="*/ 1269111 h 1609725"/>
                <a:gd name="connsiteX1268" fmla="*/ 1308950 w 1724025"/>
                <a:gd name="connsiteY1268" fmla="*/ 1271588 h 1609725"/>
                <a:gd name="connsiteX1269" fmla="*/ 1310093 w 1724025"/>
                <a:gd name="connsiteY1269" fmla="*/ 1274731 h 1609725"/>
                <a:gd name="connsiteX1270" fmla="*/ 1313427 w 1724025"/>
                <a:gd name="connsiteY1270" fmla="*/ 1277493 h 1609725"/>
                <a:gd name="connsiteX1271" fmla="*/ 1311617 w 1724025"/>
                <a:gd name="connsiteY1271" fmla="*/ 1282065 h 1609725"/>
                <a:gd name="connsiteX1272" fmla="*/ 1309617 w 1724025"/>
                <a:gd name="connsiteY1272" fmla="*/ 1284923 h 1609725"/>
                <a:gd name="connsiteX1273" fmla="*/ 1304474 w 1724025"/>
                <a:gd name="connsiteY1273" fmla="*/ 1288066 h 1609725"/>
                <a:gd name="connsiteX1274" fmla="*/ 1298568 w 1724025"/>
                <a:gd name="connsiteY1274" fmla="*/ 1291304 h 1609725"/>
                <a:gd name="connsiteX1275" fmla="*/ 1294949 w 1724025"/>
                <a:gd name="connsiteY1275" fmla="*/ 1296638 h 1609725"/>
                <a:gd name="connsiteX1276" fmla="*/ 1291710 w 1724025"/>
                <a:gd name="connsiteY1276" fmla="*/ 1298734 h 1609725"/>
                <a:gd name="connsiteX1277" fmla="*/ 1287424 w 1724025"/>
                <a:gd name="connsiteY1277" fmla="*/ 1299115 h 1609725"/>
                <a:gd name="connsiteX1278" fmla="*/ 1285043 w 1724025"/>
                <a:gd name="connsiteY1278" fmla="*/ 1297210 h 1609725"/>
                <a:gd name="connsiteX1279" fmla="*/ 1282376 w 1724025"/>
                <a:gd name="connsiteY1279" fmla="*/ 1296734 h 1609725"/>
                <a:gd name="connsiteX1280" fmla="*/ 1279518 w 1724025"/>
                <a:gd name="connsiteY1280" fmla="*/ 1299686 h 1609725"/>
                <a:gd name="connsiteX1281" fmla="*/ 1281328 w 1724025"/>
                <a:gd name="connsiteY1281" fmla="*/ 1302544 h 1609725"/>
                <a:gd name="connsiteX1282" fmla="*/ 1279137 w 1724025"/>
                <a:gd name="connsiteY1282" fmla="*/ 1306354 h 1609725"/>
                <a:gd name="connsiteX1283" fmla="*/ 1280280 w 1724025"/>
                <a:gd name="connsiteY1283" fmla="*/ 1309497 h 1609725"/>
                <a:gd name="connsiteX1284" fmla="*/ 1279709 w 1724025"/>
                <a:gd name="connsiteY1284" fmla="*/ 1313212 h 1609725"/>
                <a:gd name="connsiteX1285" fmla="*/ 1276851 w 1724025"/>
                <a:gd name="connsiteY1285" fmla="*/ 1317307 h 1609725"/>
                <a:gd name="connsiteX1286" fmla="*/ 1270279 w 1724025"/>
                <a:gd name="connsiteY1286" fmla="*/ 1326452 h 1609725"/>
                <a:gd name="connsiteX1287" fmla="*/ 1265707 w 1724025"/>
                <a:gd name="connsiteY1287" fmla="*/ 1334072 h 1609725"/>
                <a:gd name="connsiteX1288" fmla="*/ 1263326 w 1724025"/>
                <a:gd name="connsiteY1288" fmla="*/ 1337501 h 1609725"/>
                <a:gd name="connsiteX1289" fmla="*/ 1262183 w 1724025"/>
                <a:gd name="connsiteY1289" fmla="*/ 1342358 h 1609725"/>
                <a:gd name="connsiteX1290" fmla="*/ 1258468 w 1724025"/>
                <a:gd name="connsiteY1290" fmla="*/ 1346930 h 1609725"/>
                <a:gd name="connsiteX1291" fmla="*/ 1253515 w 1724025"/>
                <a:gd name="connsiteY1291" fmla="*/ 1344263 h 1609725"/>
                <a:gd name="connsiteX1292" fmla="*/ 1252562 w 1724025"/>
                <a:gd name="connsiteY1292" fmla="*/ 1340548 h 1609725"/>
                <a:gd name="connsiteX1293" fmla="*/ 1250181 w 1724025"/>
                <a:gd name="connsiteY1293" fmla="*/ 1337120 h 1609725"/>
                <a:gd name="connsiteX1294" fmla="*/ 1245133 w 1724025"/>
                <a:gd name="connsiteY1294" fmla="*/ 1338263 h 1609725"/>
                <a:gd name="connsiteX1295" fmla="*/ 1240466 w 1724025"/>
                <a:gd name="connsiteY1295" fmla="*/ 1338739 h 1609725"/>
                <a:gd name="connsiteX1296" fmla="*/ 1234560 w 1724025"/>
                <a:gd name="connsiteY1296" fmla="*/ 1343215 h 1609725"/>
                <a:gd name="connsiteX1297" fmla="*/ 1230750 w 1724025"/>
                <a:gd name="connsiteY1297" fmla="*/ 1350073 h 1609725"/>
                <a:gd name="connsiteX1298" fmla="*/ 1231893 w 1724025"/>
                <a:gd name="connsiteY1298" fmla="*/ 1355027 h 1609725"/>
                <a:gd name="connsiteX1299" fmla="*/ 1237989 w 1724025"/>
                <a:gd name="connsiteY1299" fmla="*/ 1360646 h 1609725"/>
                <a:gd name="connsiteX1300" fmla="*/ 1243323 w 1724025"/>
                <a:gd name="connsiteY1300" fmla="*/ 1364171 h 1609725"/>
                <a:gd name="connsiteX1301" fmla="*/ 1248467 w 1724025"/>
                <a:gd name="connsiteY1301" fmla="*/ 1364266 h 1609725"/>
                <a:gd name="connsiteX1302" fmla="*/ 1250658 w 1724025"/>
                <a:gd name="connsiteY1302" fmla="*/ 1366742 h 1609725"/>
                <a:gd name="connsiteX1303" fmla="*/ 1248562 w 1724025"/>
                <a:gd name="connsiteY1303" fmla="*/ 1372267 h 1609725"/>
                <a:gd name="connsiteX1304" fmla="*/ 1244561 w 1724025"/>
                <a:gd name="connsiteY1304" fmla="*/ 1380458 h 1609725"/>
                <a:gd name="connsiteX1305" fmla="*/ 1239799 w 1724025"/>
                <a:gd name="connsiteY1305" fmla="*/ 1392079 h 1609725"/>
                <a:gd name="connsiteX1306" fmla="*/ 1236941 w 1724025"/>
                <a:gd name="connsiteY1306" fmla="*/ 1400175 h 1609725"/>
                <a:gd name="connsiteX1307" fmla="*/ 1235132 w 1724025"/>
                <a:gd name="connsiteY1307" fmla="*/ 1410557 h 1609725"/>
                <a:gd name="connsiteX1308" fmla="*/ 1233132 w 1724025"/>
                <a:gd name="connsiteY1308" fmla="*/ 1418368 h 1609725"/>
                <a:gd name="connsiteX1309" fmla="*/ 1230750 w 1724025"/>
                <a:gd name="connsiteY1309" fmla="*/ 1422464 h 1609725"/>
                <a:gd name="connsiteX1310" fmla="*/ 1228178 w 1724025"/>
                <a:gd name="connsiteY1310" fmla="*/ 1424940 h 1609725"/>
                <a:gd name="connsiteX1311" fmla="*/ 1223607 w 1724025"/>
                <a:gd name="connsiteY1311" fmla="*/ 1426083 h 1609725"/>
                <a:gd name="connsiteX1312" fmla="*/ 1220368 w 1724025"/>
                <a:gd name="connsiteY1312" fmla="*/ 1429417 h 1609725"/>
                <a:gd name="connsiteX1313" fmla="*/ 1216653 w 1724025"/>
                <a:gd name="connsiteY1313" fmla="*/ 1430369 h 1609725"/>
                <a:gd name="connsiteX1314" fmla="*/ 1213415 w 1724025"/>
                <a:gd name="connsiteY1314" fmla="*/ 1430179 h 1609725"/>
                <a:gd name="connsiteX1315" fmla="*/ 1211510 w 1724025"/>
                <a:gd name="connsiteY1315" fmla="*/ 1429226 h 1609725"/>
                <a:gd name="connsiteX1316" fmla="*/ 1214082 w 1724025"/>
                <a:gd name="connsiteY1316" fmla="*/ 1427131 h 1609725"/>
                <a:gd name="connsiteX1317" fmla="*/ 1217701 w 1724025"/>
                <a:gd name="connsiteY1317" fmla="*/ 1424273 h 1609725"/>
                <a:gd name="connsiteX1318" fmla="*/ 1219892 w 1724025"/>
                <a:gd name="connsiteY1318" fmla="*/ 1422845 h 1609725"/>
                <a:gd name="connsiteX1319" fmla="*/ 1220940 w 1724025"/>
                <a:gd name="connsiteY1319" fmla="*/ 1420368 h 1609725"/>
                <a:gd name="connsiteX1320" fmla="*/ 1220368 w 1724025"/>
                <a:gd name="connsiteY1320" fmla="*/ 1417796 h 1609725"/>
                <a:gd name="connsiteX1321" fmla="*/ 1216939 w 1724025"/>
                <a:gd name="connsiteY1321" fmla="*/ 1417606 h 1609725"/>
                <a:gd name="connsiteX1322" fmla="*/ 1215606 w 1724025"/>
                <a:gd name="connsiteY1322" fmla="*/ 1420559 h 1609725"/>
                <a:gd name="connsiteX1323" fmla="*/ 1211795 w 1724025"/>
                <a:gd name="connsiteY1323" fmla="*/ 1422559 h 1609725"/>
                <a:gd name="connsiteX1324" fmla="*/ 1208652 w 1724025"/>
                <a:gd name="connsiteY1324" fmla="*/ 1425797 h 1609725"/>
                <a:gd name="connsiteX1325" fmla="*/ 1204080 w 1724025"/>
                <a:gd name="connsiteY1325" fmla="*/ 1428750 h 1609725"/>
                <a:gd name="connsiteX1326" fmla="*/ 1201127 w 1724025"/>
                <a:gd name="connsiteY1326" fmla="*/ 1429131 h 1609725"/>
                <a:gd name="connsiteX1327" fmla="*/ 1199603 w 1724025"/>
                <a:gd name="connsiteY1327" fmla="*/ 1433703 h 1609725"/>
                <a:gd name="connsiteX1328" fmla="*/ 1202366 w 1724025"/>
                <a:gd name="connsiteY1328" fmla="*/ 1436942 h 1609725"/>
                <a:gd name="connsiteX1329" fmla="*/ 1206176 w 1724025"/>
                <a:gd name="connsiteY1329" fmla="*/ 1437894 h 1609725"/>
                <a:gd name="connsiteX1330" fmla="*/ 1210843 w 1724025"/>
                <a:gd name="connsiteY1330" fmla="*/ 1437037 h 1609725"/>
                <a:gd name="connsiteX1331" fmla="*/ 1215320 w 1724025"/>
                <a:gd name="connsiteY1331" fmla="*/ 1438561 h 1609725"/>
                <a:gd name="connsiteX1332" fmla="*/ 1219701 w 1724025"/>
                <a:gd name="connsiteY1332" fmla="*/ 1437894 h 1609725"/>
                <a:gd name="connsiteX1333" fmla="*/ 1221606 w 1724025"/>
                <a:gd name="connsiteY1333" fmla="*/ 1435132 h 1609725"/>
                <a:gd name="connsiteX1334" fmla="*/ 1225607 w 1724025"/>
                <a:gd name="connsiteY1334" fmla="*/ 1432846 h 1609725"/>
                <a:gd name="connsiteX1335" fmla="*/ 1230465 w 1724025"/>
                <a:gd name="connsiteY1335" fmla="*/ 1432560 h 1609725"/>
                <a:gd name="connsiteX1336" fmla="*/ 1230083 w 1724025"/>
                <a:gd name="connsiteY1336" fmla="*/ 1436275 h 1609725"/>
                <a:gd name="connsiteX1337" fmla="*/ 1228178 w 1724025"/>
                <a:gd name="connsiteY1337" fmla="*/ 1441990 h 1609725"/>
                <a:gd name="connsiteX1338" fmla="*/ 1228559 w 1724025"/>
                <a:gd name="connsiteY1338" fmla="*/ 1449038 h 1609725"/>
                <a:gd name="connsiteX1339" fmla="*/ 1227988 w 1724025"/>
                <a:gd name="connsiteY1339" fmla="*/ 1454658 h 1609725"/>
                <a:gd name="connsiteX1340" fmla="*/ 1224559 w 1724025"/>
                <a:gd name="connsiteY1340" fmla="*/ 1458278 h 1609725"/>
                <a:gd name="connsiteX1341" fmla="*/ 1220749 w 1724025"/>
                <a:gd name="connsiteY1341" fmla="*/ 1458754 h 1609725"/>
                <a:gd name="connsiteX1342" fmla="*/ 1220463 w 1724025"/>
                <a:gd name="connsiteY1342" fmla="*/ 1461326 h 1609725"/>
                <a:gd name="connsiteX1343" fmla="*/ 1222940 w 1724025"/>
                <a:gd name="connsiteY1343" fmla="*/ 1463421 h 1609725"/>
                <a:gd name="connsiteX1344" fmla="*/ 1221035 w 1724025"/>
                <a:gd name="connsiteY1344" fmla="*/ 1465231 h 1609725"/>
                <a:gd name="connsiteX1345" fmla="*/ 1222368 w 1724025"/>
                <a:gd name="connsiteY1345" fmla="*/ 1466945 h 1609725"/>
                <a:gd name="connsiteX1346" fmla="*/ 1223321 w 1724025"/>
                <a:gd name="connsiteY1346" fmla="*/ 1468374 h 1609725"/>
                <a:gd name="connsiteX1347" fmla="*/ 1224273 w 1724025"/>
                <a:gd name="connsiteY1347" fmla="*/ 1471231 h 1609725"/>
                <a:gd name="connsiteX1348" fmla="*/ 1222559 w 1724025"/>
                <a:gd name="connsiteY1348" fmla="*/ 1473613 h 1609725"/>
                <a:gd name="connsiteX1349" fmla="*/ 1218177 w 1724025"/>
                <a:gd name="connsiteY1349" fmla="*/ 1472851 h 1609725"/>
                <a:gd name="connsiteX1350" fmla="*/ 1214177 w 1724025"/>
                <a:gd name="connsiteY1350" fmla="*/ 1474089 h 1609725"/>
                <a:gd name="connsiteX1351" fmla="*/ 1212843 w 1724025"/>
                <a:gd name="connsiteY1351" fmla="*/ 1478661 h 1609725"/>
                <a:gd name="connsiteX1352" fmla="*/ 1212653 w 1724025"/>
                <a:gd name="connsiteY1352" fmla="*/ 1482281 h 1609725"/>
                <a:gd name="connsiteX1353" fmla="*/ 1214748 w 1724025"/>
                <a:gd name="connsiteY1353" fmla="*/ 1487424 h 1609725"/>
                <a:gd name="connsiteX1354" fmla="*/ 1214177 w 1724025"/>
                <a:gd name="connsiteY1354" fmla="*/ 1494377 h 1609725"/>
                <a:gd name="connsiteX1355" fmla="*/ 1213224 w 1724025"/>
                <a:gd name="connsiteY1355" fmla="*/ 1499426 h 1609725"/>
                <a:gd name="connsiteX1356" fmla="*/ 1215986 w 1724025"/>
                <a:gd name="connsiteY1356" fmla="*/ 1501235 h 1609725"/>
                <a:gd name="connsiteX1357" fmla="*/ 1219034 w 1724025"/>
                <a:gd name="connsiteY1357" fmla="*/ 1504093 h 1609725"/>
                <a:gd name="connsiteX1358" fmla="*/ 1223416 w 1724025"/>
                <a:gd name="connsiteY1358" fmla="*/ 1510379 h 1609725"/>
                <a:gd name="connsiteX1359" fmla="*/ 1225797 w 1724025"/>
                <a:gd name="connsiteY1359" fmla="*/ 1516571 h 1609725"/>
                <a:gd name="connsiteX1360" fmla="*/ 1227798 w 1724025"/>
                <a:gd name="connsiteY1360" fmla="*/ 1522667 h 1609725"/>
                <a:gd name="connsiteX1361" fmla="*/ 1229036 w 1724025"/>
                <a:gd name="connsiteY1361" fmla="*/ 1527524 h 1609725"/>
                <a:gd name="connsiteX1362" fmla="*/ 1229036 w 1724025"/>
                <a:gd name="connsiteY1362" fmla="*/ 1534478 h 1609725"/>
                <a:gd name="connsiteX1363" fmla="*/ 1232846 w 1724025"/>
                <a:gd name="connsiteY1363" fmla="*/ 1540669 h 1609725"/>
                <a:gd name="connsiteX1364" fmla="*/ 1233417 w 1724025"/>
                <a:gd name="connsiteY1364" fmla="*/ 1545050 h 1609725"/>
                <a:gd name="connsiteX1365" fmla="*/ 1233227 w 1724025"/>
                <a:gd name="connsiteY1365" fmla="*/ 1549908 h 1609725"/>
                <a:gd name="connsiteX1366" fmla="*/ 1231608 w 1724025"/>
                <a:gd name="connsiteY1366" fmla="*/ 1553623 h 1609725"/>
                <a:gd name="connsiteX1367" fmla="*/ 1232179 w 1724025"/>
                <a:gd name="connsiteY1367" fmla="*/ 1557052 h 1609725"/>
                <a:gd name="connsiteX1368" fmla="*/ 1235036 w 1724025"/>
                <a:gd name="connsiteY1368" fmla="*/ 1558290 h 1609725"/>
                <a:gd name="connsiteX1369" fmla="*/ 1234560 w 1724025"/>
                <a:gd name="connsiteY1369" fmla="*/ 1562386 h 1609725"/>
                <a:gd name="connsiteX1370" fmla="*/ 1236084 w 1724025"/>
                <a:gd name="connsiteY1370" fmla="*/ 1564291 h 1609725"/>
                <a:gd name="connsiteX1371" fmla="*/ 1239132 w 1724025"/>
                <a:gd name="connsiteY1371" fmla="*/ 1562957 h 1609725"/>
                <a:gd name="connsiteX1372" fmla="*/ 1240656 w 1724025"/>
                <a:gd name="connsiteY1372" fmla="*/ 1565815 h 1609725"/>
                <a:gd name="connsiteX1373" fmla="*/ 1239132 w 1724025"/>
                <a:gd name="connsiteY1373" fmla="*/ 1570292 h 1609725"/>
                <a:gd name="connsiteX1374" fmla="*/ 1237894 w 1724025"/>
                <a:gd name="connsiteY1374" fmla="*/ 1574006 h 1609725"/>
                <a:gd name="connsiteX1375" fmla="*/ 1240085 w 1724025"/>
                <a:gd name="connsiteY1375" fmla="*/ 1576292 h 1609725"/>
                <a:gd name="connsiteX1376" fmla="*/ 1242085 w 1724025"/>
                <a:gd name="connsiteY1376" fmla="*/ 1574768 h 1609725"/>
                <a:gd name="connsiteX1377" fmla="*/ 1243323 w 1724025"/>
                <a:gd name="connsiteY1377" fmla="*/ 1572101 h 1609725"/>
                <a:gd name="connsiteX1378" fmla="*/ 1246276 w 1724025"/>
                <a:gd name="connsiteY1378" fmla="*/ 1571435 h 1609725"/>
                <a:gd name="connsiteX1379" fmla="*/ 1248086 w 1724025"/>
                <a:gd name="connsiteY1379" fmla="*/ 1574102 h 1609725"/>
                <a:gd name="connsiteX1380" fmla="*/ 1244847 w 1724025"/>
                <a:gd name="connsiteY1380" fmla="*/ 1577531 h 1609725"/>
                <a:gd name="connsiteX1381" fmla="*/ 1244561 w 1724025"/>
                <a:gd name="connsiteY1381" fmla="*/ 1581817 h 1609725"/>
                <a:gd name="connsiteX1382" fmla="*/ 1245990 w 1724025"/>
                <a:gd name="connsiteY1382" fmla="*/ 1585436 h 1609725"/>
                <a:gd name="connsiteX1383" fmla="*/ 1249419 w 1724025"/>
                <a:gd name="connsiteY1383" fmla="*/ 1584389 h 1609725"/>
                <a:gd name="connsiteX1384" fmla="*/ 1250562 w 1724025"/>
                <a:gd name="connsiteY1384" fmla="*/ 1588008 h 1609725"/>
                <a:gd name="connsiteX1385" fmla="*/ 1248467 w 1724025"/>
                <a:gd name="connsiteY1385" fmla="*/ 1590485 h 1609725"/>
                <a:gd name="connsiteX1386" fmla="*/ 1249991 w 1724025"/>
                <a:gd name="connsiteY1386" fmla="*/ 1594199 h 1609725"/>
                <a:gd name="connsiteX1387" fmla="*/ 1251896 w 1724025"/>
                <a:gd name="connsiteY1387" fmla="*/ 1595914 h 1609725"/>
                <a:gd name="connsiteX1388" fmla="*/ 1251991 w 1724025"/>
                <a:gd name="connsiteY1388" fmla="*/ 1599438 h 1609725"/>
                <a:gd name="connsiteX1389" fmla="*/ 1250848 w 1724025"/>
                <a:gd name="connsiteY1389" fmla="*/ 1601724 h 1609725"/>
                <a:gd name="connsiteX1390" fmla="*/ 1251991 w 1724025"/>
                <a:gd name="connsiteY1390" fmla="*/ 1604201 h 1609725"/>
                <a:gd name="connsiteX1391" fmla="*/ 1253039 w 1724025"/>
                <a:gd name="connsiteY1391" fmla="*/ 1606868 h 1609725"/>
                <a:gd name="connsiteX1392" fmla="*/ 1254086 w 1724025"/>
                <a:gd name="connsiteY1392" fmla="*/ 1610963 h 1609725"/>
                <a:gd name="connsiteX1393" fmla="*/ 1257611 w 1724025"/>
                <a:gd name="connsiteY1393" fmla="*/ 1613059 h 1609725"/>
                <a:gd name="connsiteX1394" fmla="*/ 1260754 w 1724025"/>
                <a:gd name="connsiteY1394" fmla="*/ 1613535 h 1609725"/>
                <a:gd name="connsiteX1395" fmla="*/ 1263135 w 1724025"/>
                <a:gd name="connsiteY1395" fmla="*/ 1613059 h 1609725"/>
                <a:gd name="connsiteX1396" fmla="*/ 1266183 w 1724025"/>
                <a:gd name="connsiteY1396" fmla="*/ 1613535 h 1609725"/>
                <a:gd name="connsiteX1397" fmla="*/ 1267136 w 1724025"/>
                <a:gd name="connsiteY1397" fmla="*/ 161886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</a:cxnLst>
              <a:rect l="l" t="t" r="r" b="b"/>
              <a:pathLst>
                <a:path w="1724025" h="1609725">
                  <a:moveTo>
                    <a:pt x="1116069" y="1618488"/>
                  </a:moveTo>
                  <a:cubicBezTo>
                    <a:pt x="1115212" y="1618107"/>
                    <a:pt x="1114164" y="1616393"/>
                    <a:pt x="1113974" y="1615535"/>
                  </a:cubicBezTo>
                  <a:cubicBezTo>
                    <a:pt x="1113783" y="1614964"/>
                    <a:pt x="1114450" y="1613535"/>
                    <a:pt x="1114164" y="1612964"/>
                  </a:cubicBezTo>
                  <a:cubicBezTo>
                    <a:pt x="1113974" y="1612582"/>
                    <a:pt x="1113212" y="1611916"/>
                    <a:pt x="1112735" y="1611821"/>
                  </a:cubicBezTo>
                  <a:cubicBezTo>
                    <a:pt x="1111974" y="1611725"/>
                    <a:pt x="1110735" y="1612773"/>
                    <a:pt x="1109973" y="1612868"/>
                  </a:cubicBezTo>
                  <a:cubicBezTo>
                    <a:pt x="1109116" y="1612964"/>
                    <a:pt x="1107306" y="1612487"/>
                    <a:pt x="1106544" y="1612011"/>
                  </a:cubicBezTo>
                  <a:cubicBezTo>
                    <a:pt x="1105877" y="1611535"/>
                    <a:pt x="1104830" y="1610201"/>
                    <a:pt x="1104544" y="1609439"/>
                  </a:cubicBezTo>
                  <a:cubicBezTo>
                    <a:pt x="1104258" y="1608677"/>
                    <a:pt x="1104830" y="1606868"/>
                    <a:pt x="1104353" y="1606201"/>
                  </a:cubicBezTo>
                  <a:cubicBezTo>
                    <a:pt x="1104068" y="1605724"/>
                    <a:pt x="1103020" y="1605153"/>
                    <a:pt x="1102449" y="1605153"/>
                  </a:cubicBezTo>
                  <a:cubicBezTo>
                    <a:pt x="1101782" y="1605248"/>
                    <a:pt x="1101115" y="1606677"/>
                    <a:pt x="1100543" y="1606868"/>
                  </a:cubicBezTo>
                  <a:cubicBezTo>
                    <a:pt x="1100067" y="1607058"/>
                    <a:pt x="1098829" y="1606963"/>
                    <a:pt x="1098353" y="1606677"/>
                  </a:cubicBezTo>
                  <a:cubicBezTo>
                    <a:pt x="1097400" y="1606201"/>
                    <a:pt x="1096352" y="1604105"/>
                    <a:pt x="1095495" y="1603343"/>
                  </a:cubicBezTo>
                  <a:cubicBezTo>
                    <a:pt x="1094733" y="1602677"/>
                    <a:pt x="1092828" y="1601819"/>
                    <a:pt x="1091971" y="1601248"/>
                  </a:cubicBezTo>
                  <a:cubicBezTo>
                    <a:pt x="1091114" y="1600676"/>
                    <a:pt x="1089399" y="1599629"/>
                    <a:pt x="1088828" y="1598771"/>
                  </a:cubicBezTo>
                  <a:cubicBezTo>
                    <a:pt x="1088447" y="1598295"/>
                    <a:pt x="1088447" y="1596771"/>
                    <a:pt x="1087970" y="1596295"/>
                  </a:cubicBezTo>
                  <a:cubicBezTo>
                    <a:pt x="1087590" y="1595914"/>
                    <a:pt x="1086447" y="1595914"/>
                    <a:pt x="1085875" y="1596009"/>
                  </a:cubicBezTo>
                  <a:cubicBezTo>
                    <a:pt x="1085018" y="1596104"/>
                    <a:pt x="1083589" y="1597247"/>
                    <a:pt x="1082732" y="1597343"/>
                  </a:cubicBezTo>
                  <a:cubicBezTo>
                    <a:pt x="1081874" y="1597438"/>
                    <a:pt x="1080255" y="1596962"/>
                    <a:pt x="1079493" y="1596771"/>
                  </a:cubicBezTo>
                  <a:cubicBezTo>
                    <a:pt x="1078541" y="1596485"/>
                    <a:pt x="1076731" y="1595438"/>
                    <a:pt x="1075683" y="1595247"/>
                  </a:cubicBezTo>
                  <a:cubicBezTo>
                    <a:pt x="1074921" y="1595152"/>
                    <a:pt x="1073397" y="1595914"/>
                    <a:pt x="1072731" y="1595628"/>
                  </a:cubicBezTo>
                  <a:cubicBezTo>
                    <a:pt x="1071873" y="1595342"/>
                    <a:pt x="1070921" y="1593532"/>
                    <a:pt x="1070159" y="1593056"/>
                  </a:cubicBezTo>
                  <a:cubicBezTo>
                    <a:pt x="1069397" y="1592485"/>
                    <a:pt x="1067587" y="1591628"/>
                    <a:pt x="1066634" y="1591437"/>
                  </a:cubicBezTo>
                  <a:cubicBezTo>
                    <a:pt x="1065873" y="1591247"/>
                    <a:pt x="1064158" y="1591056"/>
                    <a:pt x="1063396" y="1591437"/>
                  </a:cubicBezTo>
                  <a:cubicBezTo>
                    <a:pt x="1062729" y="1591723"/>
                    <a:pt x="1061967" y="1593152"/>
                    <a:pt x="1061396" y="1593532"/>
                  </a:cubicBezTo>
                  <a:cubicBezTo>
                    <a:pt x="1060824" y="1593914"/>
                    <a:pt x="1059681" y="1594676"/>
                    <a:pt x="1059015" y="1594771"/>
                  </a:cubicBezTo>
                  <a:cubicBezTo>
                    <a:pt x="1058443" y="1594866"/>
                    <a:pt x="1057300" y="1594866"/>
                    <a:pt x="1056919" y="1594485"/>
                  </a:cubicBezTo>
                  <a:cubicBezTo>
                    <a:pt x="1056348" y="1593818"/>
                    <a:pt x="1057109" y="1591818"/>
                    <a:pt x="1056728" y="1591056"/>
                  </a:cubicBezTo>
                  <a:cubicBezTo>
                    <a:pt x="1056348" y="1590389"/>
                    <a:pt x="1054824" y="1589627"/>
                    <a:pt x="1054061" y="1589437"/>
                  </a:cubicBezTo>
                  <a:cubicBezTo>
                    <a:pt x="1053395" y="1589246"/>
                    <a:pt x="1051871" y="1589818"/>
                    <a:pt x="1051299" y="1589437"/>
                  </a:cubicBezTo>
                  <a:cubicBezTo>
                    <a:pt x="1050728" y="1589056"/>
                    <a:pt x="1050633" y="1587246"/>
                    <a:pt x="1050347" y="1586579"/>
                  </a:cubicBezTo>
                  <a:cubicBezTo>
                    <a:pt x="1050156" y="1586103"/>
                    <a:pt x="1049775" y="1585055"/>
                    <a:pt x="1049299" y="1584865"/>
                  </a:cubicBezTo>
                  <a:cubicBezTo>
                    <a:pt x="1048632" y="1584484"/>
                    <a:pt x="1046823" y="1585627"/>
                    <a:pt x="1046156" y="1585151"/>
                  </a:cubicBezTo>
                  <a:cubicBezTo>
                    <a:pt x="1045679" y="1584770"/>
                    <a:pt x="1046156" y="1583150"/>
                    <a:pt x="1045870" y="1582484"/>
                  </a:cubicBezTo>
                  <a:cubicBezTo>
                    <a:pt x="1045679" y="1582103"/>
                    <a:pt x="1045108" y="1581245"/>
                    <a:pt x="1044727" y="1580960"/>
                  </a:cubicBezTo>
                  <a:cubicBezTo>
                    <a:pt x="1043870" y="1580483"/>
                    <a:pt x="1041584" y="1580960"/>
                    <a:pt x="1040726" y="1580388"/>
                  </a:cubicBezTo>
                  <a:cubicBezTo>
                    <a:pt x="1040060" y="1579912"/>
                    <a:pt x="1039583" y="1578197"/>
                    <a:pt x="1039393" y="1577435"/>
                  </a:cubicBezTo>
                  <a:cubicBezTo>
                    <a:pt x="1039202" y="1576769"/>
                    <a:pt x="1039679" y="1575245"/>
                    <a:pt x="1039202" y="1574673"/>
                  </a:cubicBezTo>
                  <a:cubicBezTo>
                    <a:pt x="1038536" y="1573911"/>
                    <a:pt x="1036154" y="1573721"/>
                    <a:pt x="1035107" y="1573911"/>
                  </a:cubicBezTo>
                  <a:cubicBezTo>
                    <a:pt x="1034249" y="1574102"/>
                    <a:pt x="1032916" y="1575721"/>
                    <a:pt x="1031964" y="1575816"/>
                  </a:cubicBezTo>
                  <a:cubicBezTo>
                    <a:pt x="1031297" y="1575911"/>
                    <a:pt x="1030058" y="1574864"/>
                    <a:pt x="1029297" y="1574768"/>
                  </a:cubicBezTo>
                  <a:cubicBezTo>
                    <a:pt x="1028344" y="1574673"/>
                    <a:pt x="1026629" y="1575721"/>
                    <a:pt x="1025772" y="1575626"/>
                  </a:cubicBezTo>
                  <a:cubicBezTo>
                    <a:pt x="1025201" y="1575530"/>
                    <a:pt x="1023962" y="1574959"/>
                    <a:pt x="1023486" y="1574578"/>
                  </a:cubicBezTo>
                  <a:cubicBezTo>
                    <a:pt x="1022915" y="1574197"/>
                    <a:pt x="1022248" y="1572673"/>
                    <a:pt x="1021581" y="1572482"/>
                  </a:cubicBezTo>
                  <a:cubicBezTo>
                    <a:pt x="1020724" y="1572292"/>
                    <a:pt x="1019009" y="1574102"/>
                    <a:pt x="1018152" y="1573721"/>
                  </a:cubicBezTo>
                  <a:cubicBezTo>
                    <a:pt x="1017581" y="1573530"/>
                    <a:pt x="1017295" y="1571911"/>
                    <a:pt x="1016914" y="1571339"/>
                  </a:cubicBezTo>
                  <a:cubicBezTo>
                    <a:pt x="1016628" y="1570958"/>
                    <a:pt x="1016152" y="1570292"/>
                    <a:pt x="1015771" y="1570196"/>
                  </a:cubicBezTo>
                  <a:cubicBezTo>
                    <a:pt x="1015104" y="1569911"/>
                    <a:pt x="1013580" y="1570673"/>
                    <a:pt x="1012914" y="1570768"/>
                  </a:cubicBezTo>
                  <a:cubicBezTo>
                    <a:pt x="1012056" y="1570768"/>
                    <a:pt x="1010342" y="1570673"/>
                    <a:pt x="1009580" y="1570387"/>
                  </a:cubicBezTo>
                  <a:cubicBezTo>
                    <a:pt x="1009008" y="1570101"/>
                    <a:pt x="1008341" y="1568863"/>
                    <a:pt x="1007770" y="1568577"/>
                  </a:cubicBezTo>
                  <a:cubicBezTo>
                    <a:pt x="1007008" y="1568196"/>
                    <a:pt x="1005293" y="1567720"/>
                    <a:pt x="1004627" y="1568101"/>
                  </a:cubicBezTo>
                  <a:cubicBezTo>
                    <a:pt x="1003865" y="1568387"/>
                    <a:pt x="1003484" y="1570292"/>
                    <a:pt x="1002817" y="1570768"/>
                  </a:cubicBezTo>
                  <a:cubicBezTo>
                    <a:pt x="1002150" y="1571149"/>
                    <a:pt x="1000531" y="1571720"/>
                    <a:pt x="999864" y="1571435"/>
                  </a:cubicBezTo>
                  <a:cubicBezTo>
                    <a:pt x="999102" y="1571149"/>
                    <a:pt x="998626" y="1569244"/>
                    <a:pt x="998054" y="1568672"/>
                  </a:cubicBezTo>
                  <a:cubicBezTo>
                    <a:pt x="997483" y="1568196"/>
                    <a:pt x="995864" y="1568006"/>
                    <a:pt x="995387" y="1567434"/>
                  </a:cubicBezTo>
                  <a:cubicBezTo>
                    <a:pt x="994816" y="1566672"/>
                    <a:pt x="994244" y="1564767"/>
                    <a:pt x="994435" y="1563814"/>
                  </a:cubicBezTo>
                  <a:cubicBezTo>
                    <a:pt x="994625" y="1563053"/>
                    <a:pt x="996245" y="1562005"/>
                    <a:pt x="996721" y="1561338"/>
                  </a:cubicBezTo>
                  <a:cubicBezTo>
                    <a:pt x="997197" y="1560481"/>
                    <a:pt x="998245" y="1558671"/>
                    <a:pt x="998150" y="1557719"/>
                  </a:cubicBezTo>
                  <a:cubicBezTo>
                    <a:pt x="997959" y="1556290"/>
                    <a:pt x="995768" y="1554289"/>
                    <a:pt x="994721" y="1553337"/>
                  </a:cubicBezTo>
                  <a:cubicBezTo>
                    <a:pt x="994149" y="1552765"/>
                    <a:pt x="992720" y="1551718"/>
                    <a:pt x="992054" y="1551337"/>
                  </a:cubicBezTo>
                  <a:cubicBezTo>
                    <a:pt x="991292" y="1550861"/>
                    <a:pt x="989577" y="1550480"/>
                    <a:pt x="988815" y="1550098"/>
                  </a:cubicBezTo>
                  <a:cubicBezTo>
                    <a:pt x="988244" y="1549813"/>
                    <a:pt x="987101" y="1549146"/>
                    <a:pt x="986720" y="1548670"/>
                  </a:cubicBezTo>
                  <a:cubicBezTo>
                    <a:pt x="985862" y="1547431"/>
                    <a:pt x="985482" y="1544384"/>
                    <a:pt x="985482" y="1542860"/>
                  </a:cubicBezTo>
                  <a:cubicBezTo>
                    <a:pt x="985386" y="1542002"/>
                    <a:pt x="985767" y="1540383"/>
                    <a:pt x="985862" y="1539526"/>
                  </a:cubicBezTo>
                  <a:cubicBezTo>
                    <a:pt x="985862" y="1538669"/>
                    <a:pt x="986053" y="1536954"/>
                    <a:pt x="985672" y="1536097"/>
                  </a:cubicBezTo>
                  <a:cubicBezTo>
                    <a:pt x="985291" y="1535049"/>
                    <a:pt x="983576" y="1533715"/>
                    <a:pt x="983100" y="1532763"/>
                  </a:cubicBezTo>
                  <a:cubicBezTo>
                    <a:pt x="982815" y="1532096"/>
                    <a:pt x="982719" y="1530572"/>
                    <a:pt x="982433" y="1529906"/>
                  </a:cubicBezTo>
                  <a:cubicBezTo>
                    <a:pt x="982052" y="1528763"/>
                    <a:pt x="980338" y="1526953"/>
                    <a:pt x="980243" y="1525810"/>
                  </a:cubicBezTo>
                  <a:cubicBezTo>
                    <a:pt x="980148" y="1525143"/>
                    <a:pt x="981100" y="1523905"/>
                    <a:pt x="981100" y="1523143"/>
                  </a:cubicBezTo>
                  <a:cubicBezTo>
                    <a:pt x="981100" y="1522190"/>
                    <a:pt x="980909" y="1520190"/>
                    <a:pt x="980243" y="1519428"/>
                  </a:cubicBezTo>
                  <a:cubicBezTo>
                    <a:pt x="979766" y="1518856"/>
                    <a:pt x="977861" y="1518856"/>
                    <a:pt x="977290" y="1518285"/>
                  </a:cubicBezTo>
                  <a:cubicBezTo>
                    <a:pt x="976909" y="1517904"/>
                    <a:pt x="976433" y="1517047"/>
                    <a:pt x="976337" y="1516571"/>
                  </a:cubicBezTo>
                  <a:cubicBezTo>
                    <a:pt x="976147" y="1515523"/>
                    <a:pt x="976909" y="1513618"/>
                    <a:pt x="977004" y="1512570"/>
                  </a:cubicBezTo>
                  <a:cubicBezTo>
                    <a:pt x="977004" y="1511998"/>
                    <a:pt x="977004" y="1510760"/>
                    <a:pt x="976814" y="1510189"/>
                  </a:cubicBezTo>
                  <a:cubicBezTo>
                    <a:pt x="976337" y="1508951"/>
                    <a:pt x="974051" y="1507236"/>
                    <a:pt x="973575" y="1505998"/>
                  </a:cubicBezTo>
                  <a:cubicBezTo>
                    <a:pt x="973290" y="1505236"/>
                    <a:pt x="973670" y="1503331"/>
                    <a:pt x="973385" y="1502569"/>
                  </a:cubicBezTo>
                  <a:cubicBezTo>
                    <a:pt x="973004" y="1501616"/>
                    <a:pt x="971384" y="1500092"/>
                    <a:pt x="970527" y="1499521"/>
                  </a:cubicBezTo>
                  <a:cubicBezTo>
                    <a:pt x="969956" y="1499140"/>
                    <a:pt x="968432" y="1499140"/>
                    <a:pt x="967765" y="1498949"/>
                  </a:cubicBezTo>
                  <a:cubicBezTo>
                    <a:pt x="966812" y="1498664"/>
                    <a:pt x="964526" y="1498282"/>
                    <a:pt x="963860" y="1497521"/>
                  </a:cubicBezTo>
                  <a:cubicBezTo>
                    <a:pt x="963479" y="1497044"/>
                    <a:pt x="963193" y="1495806"/>
                    <a:pt x="963288" y="1495235"/>
                  </a:cubicBezTo>
                  <a:cubicBezTo>
                    <a:pt x="963383" y="1494187"/>
                    <a:pt x="965289" y="1492472"/>
                    <a:pt x="965193" y="1491424"/>
                  </a:cubicBezTo>
                  <a:cubicBezTo>
                    <a:pt x="965193" y="1490758"/>
                    <a:pt x="964431" y="1489615"/>
                    <a:pt x="963860" y="1489329"/>
                  </a:cubicBezTo>
                  <a:cubicBezTo>
                    <a:pt x="963193" y="1489043"/>
                    <a:pt x="961669" y="1489710"/>
                    <a:pt x="960907" y="1489615"/>
                  </a:cubicBezTo>
                  <a:cubicBezTo>
                    <a:pt x="959859" y="1489520"/>
                    <a:pt x="957573" y="1489424"/>
                    <a:pt x="956811" y="1488662"/>
                  </a:cubicBezTo>
                  <a:cubicBezTo>
                    <a:pt x="956144" y="1487996"/>
                    <a:pt x="956144" y="1485995"/>
                    <a:pt x="956049" y="1485138"/>
                  </a:cubicBezTo>
                  <a:cubicBezTo>
                    <a:pt x="956049" y="1484186"/>
                    <a:pt x="957383" y="1482185"/>
                    <a:pt x="956811" y="1481423"/>
                  </a:cubicBezTo>
                  <a:cubicBezTo>
                    <a:pt x="956430" y="1480947"/>
                    <a:pt x="954811" y="1481709"/>
                    <a:pt x="954335" y="1481328"/>
                  </a:cubicBezTo>
                  <a:cubicBezTo>
                    <a:pt x="953573" y="1480756"/>
                    <a:pt x="953668" y="1478566"/>
                    <a:pt x="953097" y="1477899"/>
                  </a:cubicBezTo>
                  <a:cubicBezTo>
                    <a:pt x="952620" y="1477328"/>
                    <a:pt x="951096" y="1476851"/>
                    <a:pt x="950429" y="1476661"/>
                  </a:cubicBezTo>
                  <a:cubicBezTo>
                    <a:pt x="949953" y="1476470"/>
                    <a:pt x="948715" y="1476375"/>
                    <a:pt x="948334" y="1475994"/>
                  </a:cubicBezTo>
                  <a:cubicBezTo>
                    <a:pt x="947572" y="1475232"/>
                    <a:pt x="947477" y="1472851"/>
                    <a:pt x="947286" y="1471708"/>
                  </a:cubicBezTo>
                  <a:cubicBezTo>
                    <a:pt x="947191" y="1470946"/>
                    <a:pt x="946905" y="1469422"/>
                    <a:pt x="947096" y="1468660"/>
                  </a:cubicBezTo>
                  <a:cubicBezTo>
                    <a:pt x="947191" y="1467993"/>
                    <a:pt x="948048" y="1466945"/>
                    <a:pt x="948239" y="1466279"/>
                  </a:cubicBezTo>
                  <a:cubicBezTo>
                    <a:pt x="948429" y="1465707"/>
                    <a:pt x="948620" y="1464469"/>
                    <a:pt x="948620" y="1463897"/>
                  </a:cubicBezTo>
                  <a:cubicBezTo>
                    <a:pt x="948620" y="1463326"/>
                    <a:pt x="948239" y="1462088"/>
                    <a:pt x="948334" y="1461516"/>
                  </a:cubicBezTo>
                  <a:cubicBezTo>
                    <a:pt x="948524" y="1460754"/>
                    <a:pt x="949858" y="1459706"/>
                    <a:pt x="949953" y="1458849"/>
                  </a:cubicBezTo>
                  <a:cubicBezTo>
                    <a:pt x="950049" y="1457992"/>
                    <a:pt x="948715" y="1456468"/>
                    <a:pt x="948906" y="1455706"/>
                  </a:cubicBezTo>
                  <a:cubicBezTo>
                    <a:pt x="949001" y="1455325"/>
                    <a:pt x="950049" y="1454848"/>
                    <a:pt x="950144" y="1454468"/>
                  </a:cubicBezTo>
                  <a:cubicBezTo>
                    <a:pt x="950715" y="1453134"/>
                    <a:pt x="950429" y="1449896"/>
                    <a:pt x="949953" y="1448467"/>
                  </a:cubicBezTo>
                  <a:cubicBezTo>
                    <a:pt x="949667" y="1447800"/>
                    <a:pt x="948334" y="1446752"/>
                    <a:pt x="948143" y="1445990"/>
                  </a:cubicBezTo>
                  <a:cubicBezTo>
                    <a:pt x="947858" y="1445038"/>
                    <a:pt x="948334" y="1443038"/>
                    <a:pt x="948239" y="1442085"/>
                  </a:cubicBezTo>
                  <a:cubicBezTo>
                    <a:pt x="948143" y="1441323"/>
                    <a:pt x="947667" y="1439894"/>
                    <a:pt x="947191" y="1439228"/>
                  </a:cubicBezTo>
                  <a:cubicBezTo>
                    <a:pt x="946619" y="1438561"/>
                    <a:pt x="945191" y="1437227"/>
                    <a:pt x="944333" y="1437323"/>
                  </a:cubicBezTo>
                  <a:cubicBezTo>
                    <a:pt x="943572" y="1437418"/>
                    <a:pt x="943095" y="1439894"/>
                    <a:pt x="942333" y="1439894"/>
                  </a:cubicBezTo>
                  <a:cubicBezTo>
                    <a:pt x="941571" y="1439799"/>
                    <a:pt x="940904" y="1437989"/>
                    <a:pt x="940904" y="1437323"/>
                  </a:cubicBezTo>
                  <a:cubicBezTo>
                    <a:pt x="940904" y="1436656"/>
                    <a:pt x="942238" y="1435513"/>
                    <a:pt x="942238" y="1434751"/>
                  </a:cubicBezTo>
                  <a:cubicBezTo>
                    <a:pt x="942238" y="1434084"/>
                    <a:pt x="941666" y="1432751"/>
                    <a:pt x="941190" y="1432370"/>
                  </a:cubicBezTo>
                  <a:cubicBezTo>
                    <a:pt x="940619" y="1431989"/>
                    <a:pt x="939095" y="1432370"/>
                    <a:pt x="938428" y="1432274"/>
                  </a:cubicBezTo>
                  <a:cubicBezTo>
                    <a:pt x="937571" y="1432084"/>
                    <a:pt x="935570" y="1431607"/>
                    <a:pt x="935285" y="1430750"/>
                  </a:cubicBezTo>
                  <a:cubicBezTo>
                    <a:pt x="934999" y="1430084"/>
                    <a:pt x="935856" y="1428560"/>
                    <a:pt x="936332" y="1427988"/>
                  </a:cubicBezTo>
                  <a:cubicBezTo>
                    <a:pt x="936999" y="1427226"/>
                    <a:pt x="939190" y="1426559"/>
                    <a:pt x="939761" y="1425702"/>
                  </a:cubicBezTo>
                  <a:cubicBezTo>
                    <a:pt x="940238" y="1424940"/>
                    <a:pt x="939952" y="1422940"/>
                    <a:pt x="940333" y="1422082"/>
                  </a:cubicBezTo>
                  <a:cubicBezTo>
                    <a:pt x="940524" y="1421511"/>
                    <a:pt x="941381" y="1420654"/>
                    <a:pt x="941666" y="1420082"/>
                  </a:cubicBezTo>
                  <a:cubicBezTo>
                    <a:pt x="942048" y="1419320"/>
                    <a:pt x="942905" y="1417796"/>
                    <a:pt x="942905" y="1416939"/>
                  </a:cubicBezTo>
                  <a:cubicBezTo>
                    <a:pt x="942905" y="1415701"/>
                    <a:pt x="941666" y="1413510"/>
                    <a:pt x="941381" y="1412367"/>
                  </a:cubicBezTo>
                  <a:cubicBezTo>
                    <a:pt x="941190" y="1411796"/>
                    <a:pt x="940714" y="1410557"/>
                    <a:pt x="940714" y="1409890"/>
                  </a:cubicBezTo>
                  <a:cubicBezTo>
                    <a:pt x="940714" y="1409033"/>
                    <a:pt x="941190" y="1407414"/>
                    <a:pt x="941571" y="1406652"/>
                  </a:cubicBezTo>
                  <a:cubicBezTo>
                    <a:pt x="941952" y="1405985"/>
                    <a:pt x="943381" y="1404938"/>
                    <a:pt x="943572" y="1404176"/>
                  </a:cubicBezTo>
                  <a:cubicBezTo>
                    <a:pt x="943762" y="1403509"/>
                    <a:pt x="943667" y="1401985"/>
                    <a:pt x="943190" y="1401509"/>
                  </a:cubicBezTo>
                  <a:cubicBezTo>
                    <a:pt x="942428" y="1400842"/>
                    <a:pt x="940047" y="1401604"/>
                    <a:pt x="939095" y="1401223"/>
                  </a:cubicBezTo>
                  <a:cubicBezTo>
                    <a:pt x="938333" y="1400937"/>
                    <a:pt x="936809" y="1399985"/>
                    <a:pt x="936523" y="1399223"/>
                  </a:cubicBezTo>
                  <a:cubicBezTo>
                    <a:pt x="936237" y="1398556"/>
                    <a:pt x="936714" y="1396937"/>
                    <a:pt x="936904" y="1396174"/>
                  </a:cubicBezTo>
                  <a:cubicBezTo>
                    <a:pt x="937094" y="1395603"/>
                    <a:pt x="937761" y="1394460"/>
                    <a:pt x="937952" y="1393889"/>
                  </a:cubicBezTo>
                  <a:cubicBezTo>
                    <a:pt x="938142" y="1393222"/>
                    <a:pt x="938809" y="1391698"/>
                    <a:pt x="938523" y="1391031"/>
                  </a:cubicBezTo>
                  <a:cubicBezTo>
                    <a:pt x="938333" y="1390460"/>
                    <a:pt x="936809" y="1390174"/>
                    <a:pt x="936523" y="1389602"/>
                  </a:cubicBezTo>
                  <a:cubicBezTo>
                    <a:pt x="935951" y="1388840"/>
                    <a:pt x="936142" y="1386745"/>
                    <a:pt x="935570" y="1386078"/>
                  </a:cubicBezTo>
                  <a:cubicBezTo>
                    <a:pt x="934808" y="1385126"/>
                    <a:pt x="932427" y="1383792"/>
                    <a:pt x="931189" y="1383887"/>
                  </a:cubicBezTo>
                  <a:cubicBezTo>
                    <a:pt x="930522" y="1383887"/>
                    <a:pt x="929570" y="1385506"/>
                    <a:pt x="928998" y="1385316"/>
                  </a:cubicBezTo>
                  <a:cubicBezTo>
                    <a:pt x="928141" y="1385030"/>
                    <a:pt x="928141" y="1382935"/>
                    <a:pt x="927760" y="1382173"/>
                  </a:cubicBezTo>
                  <a:cubicBezTo>
                    <a:pt x="927474" y="1381506"/>
                    <a:pt x="926807" y="1380173"/>
                    <a:pt x="926141" y="1379887"/>
                  </a:cubicBezTo>
                  <a:cubicBezTo>
                    <a:pt x="925665" y="1379696"/>
                    <a:pt x="924617" y="1380363"/>
                    <a:pt x="924140" y="1380554"/>
                  </a:cubicBezTo>
                  <a:cubicBezTo>
                    <a:pt x="923283" y="1381030"/>
                    <a:pt x="921950" y="1382839"/>
                    <a:pt x="920997" y="1382839"/>
                  </a:cubicBezTo>
                  <a:cubicBezTo>
                    <a:pt x="919949" y="1382839"/>
                    <a:pt x="918044" y="1381315"/>
                    <a:pt x="917568" y="1380363"/>
                  </a:cubicBezTo>
                  <a:cubicBezTo>
                    <a:pt x="917282" y="1379792"/>
                    <a:pt x="917949" y="1378458"/>
                    <a:pt x="917664" y="1377982"/>
                  </a:cubicBezTo>
                  <a:cubicBezTo>
                    <a:pt x="917282" y="1377220"/>
                    <a:pt x="915854" y="1376077"/>
                    <a:pt x="915092" y="1376077"/>
                  </a:cubicBezTo>
                  <a:cubicBezTo>
                    <a:pt x="914425" y="1375981"/>
                    <a:pt x="913473" y="1377029"/>
                    <a:pt x="912901" y="1377220"/>
                  </a:cubicBezTo>
                  <a:cubicBezTo>
                    <a:pt x="912425" y="1377410"/>
                    <a:pt x="911282" y="1377696"/>
                    <a:pt x="910806" y="1377410"/>
                  </a:cubicBezTo>
                  <a:cubicBezTo>
                    <a:pt x="910043" y="1377029"/>
                    <a:pt x="909472" y="1375124"/>
                    <a:pt x="908996" y="1374362"/>
                  </a:cubicBezTo>
                  <a:cubicBezTo>
                    <a:pt x="908234" y="1373314"/>
                    <a:pt x="906233" y="1371410"/>
                    <a:pt x="905472" y="1370267"/>
                  </a:cubicBezTo>
                  <a:cubicBezTo>
                    <a:pt x="904995" y="1369505"/>
                    <a:pt x="904614" y="1367504"/>
                    <a:pt x="903852" y="1366838"/>
                  </a:cubicBezTo>
                  <a:cubicBezTo>
                    <a:pt x="903090" y="1366266"/>
                    <a:pt x="900899" y="1366838"/>
                    <a:pt x="900137" y="1366171"/>
                  </a:cubicBezTo>
                  <a:cubicBezTo>
                    <a:pt x="899566" y="1365695"/>
                    <a:pt x="899566" y="1363885"/>
                    <a:pt x="899280" y="1363218"/>
                  </a:cubicBezTo>
                  <a:cubicBezTo>
                    <a:pt x="898899" y="1362361"/>
                    <a:pt x="898518" y="1360265"/>
                    <a:pt x="897661" y="1359980"/>
                  </a:cubicBezTo>
                  <a:cubicBezTo>
                    <a:pt x="897185" y="1359884"/>
                    <a:pt x="896423" y="1360932"/>
                    <a:pt x="895947" y="1361027"/>
                  </a:cubicBezTo>
                  <a:cubicBezTo>
                    <a:pt x="895280" y="1361123"/>
                    <a:pt x="893851" y="1360932"/>
                    <a:pt x="893279" y="1360456"/>
                  </a:cubicBezTo>
                  <a:cubicBezTo>
                    <a:pt x="892613" y="1359884"/>
                    <a:pt x="892803" y="1357789"/>
                    <a:pt x="892136" y="1357217"/>
                  </a:cubicBezTo>
                  <a:cubicBezTo>
                    <a:pt x="891660" y="1356836"/>
                    <a:pt x="890327" y="1356931"/>
                    <a:pt x="889755" y="1356646"/>
                  </a:cubicBezTo>
                  <a:cubicBezTo>
                    <a:pt x="888993" y="1356170"/>
                    <a:pt x="887660" y="1354741"/>
                    <a:pt x="887469" y="1353884"/>
                  </a:cubicBezTo>
                  <a:cubicBezTo>
                    <a:pt x="887374" y="1353026"/>
                    <a:pt x="888707" y="1351502"/>
                    <a:pt x="888707" y="1350645"/>
                  </a:cubicBezTo>
                  <a:cubicBezTo>
                    <a:pt x="888707" y="1349788"/>
                    <a:pt x="888231" y="1347883"/>
                    <a:pt x="887660" y="1347216"/>
                  </a:cubicBezTo>
                  <a:cubicBezTo>
                    <a:pt x="887183" y="1346645"/>
                    <a:pt x="885469" y="1346645"/>
                    <a:pt x="885088" y="1346073"/>
                  </a:cubicBezTo>
                  <a:cubicBezTo>
                    <a:pt x="884612" y="1345502"/>
                    <a:pt x="884516" y="1343787"/>
                    <a:pt x="884802" y="1343120"/>
                  </a:cubicBezTo>
                  <a:cubicBezTo>
                    <a:pt x="884993" y="1342644"/>
                    <a:pt x="886136" y="1342073"/>
                    <a:pt x="886231" y="1341596"/>
                  </a:cubicBezTo>
                  <a:cubicBezTo>
                    <a:pt x="886422" y="1340739"/>
                    <a:pt x="885755" y="1339024"/>
                    <a:pt x="885183" y="1338358"/>
                  </a:cubicBezTo>
                  <a:cubicBezTo>
                    <a:pt x="884802" y="1337881"/>
                    <a:pt x="883469" y="1337691"/>
                    <a:pt x="882897" y="1337405"/>
                  </a:cubicBezTo>
                  <a:cubicBezTo>
                    <a:pt x="882231" y="1336929"/>
                    <a:pt x="880802" y="1335691"/>
                    <a:pt x="880611" y="1334834"/>
                  </a:cubicBezTo>
                  <a:cubicBezTo>
                    <a:pt x="880325" y="1334072"/>
                    <a:pt x="880992" y="1332452"/>
                    <a:pt x="880897" y="1331690"/>
                  </a:cubicBezTo>
                  <a:cubicBezTo>
                    <a:pt x="880707" y="1330452"/>
                    <a:pt x="879849" y="1327880"/>
                    <a:pt x="878992" y="1326928"/>
                  </a:cubicBezTo>
                  <a:cubicBezTo>
                    <a:pt x="878611" y="1326547"/>
                    <a:pt x="877468" y="1326071"/>
                    <a:pt x="876897" y="1325975"/>
                  </a:cubicBezTo>
                  <a:cubicBezTo>
                    <a:pt x="876039" y="1325785"/>
                    <a:pt x="874229" y="1326071"/>
                    <a:pt x="873467" y="1325689"/>
                  </a:cubicBezTo>
                  <a:cubicBezTo>
                    <a:pt x="872706" y="1325309"/>
                    <a:pt x="871753" y="1323594"/>
                    <a:pt x="871372" y="1322832"/>
                  </a:cubicBezTo>
                  <a:cubicBezTo>
                    <a:pt x="870896" y="1321975"/>
                    <a:pt x="870039" y="1320070"/>
                    <a:pt x="869753" y="1319022"/>
                  </a:cubicBezTo>
                  <a:cubicBezTo>
                    <a:pt x="869467" y="1318165"/>
                    <a:pt x="869562" y="1316355"/>
                    <a:pt x="869276" y="1315498"/>
                  </a:cubicBezTo>
                  <a:cubicBezTo>
                    <a:pt x="868991" y="1314736"/>
                    <a:pt x="868324" y="1313307"/>
                    <a:pt x="867657" y="1312831"/>
                  </a:cubicBezTo>
                  <a:cubicBezTo>
                    <a:pt x="866990" y="1312355"/>
                    <a:pt x="864990" y="1312450"/>
                    <a:pt x="864228" y="1311878"/>
                  </a:cubicBezTo>
                  <a:cubicBezTo>
                    <a:pt x="863466" y="1311402"/>
                    <a:pt x="862609" y="1309783"/>
                    <a:pt x="862228" y="1309021"/>
                  </a:cubicBezTo>
                  <a:cubicBezTo>
                    <a:pt x="861657" y="1307973"/>
                    <a:pt x="861275" y="1305782"/>
                    <a:pt x="860704" y="1304735"/>
                  </a:cubicBezTo>
                  <a:cubicBezTo>
                    <a:pt x="860323" y="1304068"/>
                    <a:pt x="859656" y="1302734"/>
                    <a:pt x="859085" y="1302163"/>
                  </a:cubicBezTo>
                  <a:cubicBezTo>
                    <a:pt x="858323" y="1301496"/>
                    <a:pt x="856323" y="1300734"/>
                    <a:pt x="855370" y="1300258"/>
                  </a:cubicBezTo>
                  <a:cubicBezTo>
                    <a:pt x="854513" y="1299877"/>
                    <a:pt x="852798" y="1298924"/>
                    <a:pt x="851941" y="1298639"/>
                  </a:cubicBezTo>
                  <a:cubicBezTo>
                    <a:pt x="851084" y="1298353"/>
                    <a:pt x="849179" y="1298353"/>
                    <a:pt x="848417" y="1297972"/>
                  </a:cubicBezTo>
                  <a:cubicBezTo>
                    <a:pt x="847274" y="1297496"/>
                    <a:pt x="845845" y="1295114"/>
                    <a:pt x="844607" y="1294829"/>
                  </a:cubicBezTo>
                  <a:cubicBezTo>
                    <a:pt x="844131" y="1294733"/>
                    <a:pt x="843178" y="1295400"/>
                    <a:pt x="842702" y="1295210"/>
                  </a:cubicBezTo>
                  <a:cubicBezTo>
                    <a:pt x="842130" y="1295019"/>
                    <a:pt x="841273" y="1293876"/>
                    <a:pt x="841082" y="1293305"/>
                  </a:cubicBezTo>
                  <a:cubicBezTo>
                    <a:pt x="840797" y="1292257"/>
                    <a:pt x="842035" y="1290066"/>
                    <a:pt x="841844" y="1289018"/>
                  </a:cubicBezTo>
                  <a:cubicBezTo>
                    <a:pt x="841654" y="1288352"/>
                    <a:pt x="840797" y="1287209"/>
                    <a:pt x="840225" y="1287018"/>
                  </a:cubicBezTo>
                  <a:cubicBezTo>
                    <a:pt x="839082" y="1286542"/>
                    <a:pt x="836510" y="1288066"/>
                    <a:pt x="835463" y="1287589"/>
                  </a:cubicBezTo>
                  <a:cubicBezTo>
                    <a:pt x="834606" y="1287209"/>
                    <a:pt x="833939" y="1285304"/>
                    <a:pt x="833367" y="1284542"/>
                  </a:cubicBezTo>
                  <a:cubicBezTo>
                    <a:pt x="832700" y="1283589"/>
                    <a:pt x="831081" y="1281970"/>
                    <a:pt x="830795" y="1280827"/>
                  </a:cubicBezTo>
                  <a:cubicBezTo>
                    <a:pt x="830415" y="1279493"/>
                    <a:pt x="831367" y="1276731"/>
                    <a:pt x="831081" y="1275398"/>
                  </a:cubicBezTo>
                  <a:cubicBezTo>
                    <a:pt x="830891" y="1274636"/>
                    <a:pt x="830033" y="1273302"/>
                    <a:pt x="829557" y="1272635"/>
                  </a:cubicBezTo>
                  <a:cubicBezTo>
                    <a:pt x="829176" y="1271969"/>
                    <a:pt x="828033" y="1270921"/>
                    <a:pt x="827652" y="1270254"/>
                  </a:cubicBezTo>
                  <a:cubicBezTo>
                    <a:pt x="827176" y="1269397"/>
                    <a:pt x="826604" y="1267301"/>
                    <a:pt x="826128" y="1266349"/>
                  </a:cubicBezTo>
                  <a:cubicBezTo>
                    <a:pt x="825652" y="1265492"/>
                    <a:pt x="824033" y="1264348"/>
                    <a:pt x="823747" y="1263396"/>
                  </a:cubicBezTo>
                  <a:cubicBezTo>
                    <a:pt x="823461" y="1262634"/>
                    <a:pt x="823652" y="1260824"/>
                    <a:pt x="824033" y="1260062"/>
                  </a:cubicBezTo>
                  <a:cubicBezTo>
                    <a:pt x="824318" y="1259491"/>
                    <a:pt x="825652" y="1258729"/>
                    <a:pt x="825938" y="1258062"/>
                  </a:cubicBezTo>
                  <a:cubicBezTo>
                    <a:pt x="826224" y="1257395"/>
                    <a:pt x="826319" y="1255776"/>
                    <a:pt x="825842" y="1255205"/>
                  </a:cubicBezTo>
                  <a:cubicBezTo>
                    <a:pt x="825271" y="1254538"/>
                    <a:pt x="822985" y="1254919"/>
                    <a:pt x="822318" y="1254347"/>
                  </a:cubicBezTo>
                  <a:cubicBezTo>
                    <a:pt x="821651" y="1253776"/>
                    <a:pt x="820985" y="1251966"/>
                    <a:pt x="821175" y="1251204"/>
                  </a:cubicBezTo>
                  <a:cubicBezTo>
                    <a:pt x="821461" y="1250156"/>
                    <a:pt x="824223" y="1249585"/>
                    <a:pt x="824604" y="1248537"/>
                  </a:cubicBezTo>
                  <a:cubicBezTo>
                    <a:pt x="824795" y="1248061"/>
                    <a:pt x="824509" y="1246823"/>
                    <a:pt x="824128" y="1246442"/>
                  </a:cubicBezTo>
                  <a:cubicBezTo>
                    <a:pt x="823747" y="1246061"/>
                    <a:pt x="822509" y="1245870"/>
                    <a:pt x="822032" y="1245680"/>
                  </a:cubicBezTo>
                  <a:cubicBezTo>
                    <a:pt x="821175" y="1245489"/>
                    <a:pt x="819365" y="1245394"/>
                    <a:pt x="818603" y="1244918"/>
                  </a:cubicBezTo>
                  <a:cubicBezTo>
                    <a:pt x="817746" y="1244346"/>
                    <a:pt x="816508" y="1242631"/>
                    <a:pt x="816127" y="1241679"/>
                  </a:cubicBezTo>
                  <a:cubicBezTo>
                    <a:pt x="815841" y="1240917"/>
                    <a:pt x="815651" y="1239203"/>
                    <a:pt x="815651" y="1238440"/>
                  </a:cubicBezTo>
                  <a:cubicBezTo>
                    <a:pt x="815651" y="1237488"/>
                    <a:pt x="816794" y="1235583"/>
                    <a:pt x="816508" y="1234631"/>
                  </a:cubicBezTo>
                  <a:cubicBezTo>
                    <a:pt x="816317" y="1233964"/>
                    <a:pt x="814984" y="1233202"/>
                    <a:pt x="814412" y="1232821"/>
                  </a:cubicBezTo>
                  <a:cubicBezTo>
                    <a:pt x="813746" y="1232345"/>
                    <a:pt x="812126" y="1231964"/>
                    <a:pt x="811555" y="1231392"/>
                  </a:cubicBezTo>
                  <a:cubicBezTo>
                    <a:pt x="810983" y="1230725"/>
                    <a:pt x="810698" y="1229011"/>
                    <a:pt x="810602" y="1228154"/>
                  </a:cubicBezTo>
                  <a:cubicBezTo>
                    <a:pt x="810412" y="1227487"/>
                    <a:pt x="810888" y="1225868"/>
                    <a:pt x="810412" y="1225296"/>
                  </a:cubicBezTo>
                  <a:cubicBezTo>
                    <a:pt x="809650" y="1224344"/>
                    <a:pt x="806983" y="1224344"/>
                    <a:pt x="805840" y="1223867"/>
                  </a:cubicBezTo>
                  <a:cubicBezTo>
                    <a:pt x="805078" y="1223581"/>
                    <a:pt x="803364" y="1223010"/>
                    <a:pt x="802792" y="1222343"/>
                  </a:cubicBezTo>
                  <a:cubicBezTo>
                    <a:pt x="801649" y="1221010"/>
                    <a:pt x="800887" y="1217390"/>
                    <a:pt x="800887" y="1215581"/>
                  </a:cubicBezTo>
                  <a:cubicBezTo>
                    <a:pt x="800887" y="1214723"/>
                    <a:pt x="801840" y="1213009"/>
                    <a:pt x="801840" y="1212152"/>
                  </a:cubicBezTo>
                  <a:cubicBezTo>
                    <a:pt x="801840" y="1211485"/>
                    <a:pt x="801840" y="1210247"/>
                    <a:pt x="801554" y="1209675"/>
                  </a:cubicBezTo>
                  <a:cubicBezTo>
                    <a:pt x="801173" y="1208913"/>
                    <a:pt x="799649" y="1208151"/>
                    <a:pt x="799173" y="1207389"/>
                  </a:cubicBezTo>
                  <a:cubicBezTo>
                    <a:pt x="798791" y="1206722"/>
                    <a:pt x="798506" y="1205103"/>
                    <a:pt x="798410" y="1204246"/>
                  </a:cubicBezTo>
                  <a:cubicBezTo>
                    <a:pt x="798315" y="1203293"/>
                    <a:pt x="799077" y="1201293"/>
                    <a:pt x="798696" y="1200436"/>
                  </a:cubicBezTo>
                  <a:cubicBezTo>
                    <a:pt x="798315" y="1199579"/>
                    <a:pt x="796696" y="1198531"/>
                    <a:pt x="796029" y="1198055"/>
                  </a:cubicBezTo>
                  <a:cubicBezTo>
                    <a:pt x="795267" y="1197483"/>
                    <a:pt x="792981" y="1196816"/>
                    <a:pt x="792600" y="1195864"/>
                  </a:cubicBezTo>
                  <a:cubicBezTo>
                    <a:pt x="792410" y="1195388"/>
                    <a:pt x="793267" y="1194149"/>
                    <a:pt x="793076" y="1193673"/>
                  </a:cubicBezTo>
                  <a:cubicBezTo>
                    <a:pt x="792791" y="1192911"/>
                    <a:pt x="790981" y="1192435"/>
                    <a:pt x="790505" y="1191768"/>
                  </a:cubicBezTo>
                  <a:cubicBezTo>
                    <a:pt x="789743" y="1190720"/>
                    <a:pt x="789648" y="1187863"/>
                    <a:pt x="789076" y="1186720"/>
                  </a:cubicBezTo>
                  <a:cubicBezTo>
                    <a:pt x="788790" y="1186148"/>
                    <a:pt x="788028" y="1185291"/>
                    <a:pt x="787552" y="1184910"/>
                  </a:cubicBezTo>
                  <a:cubicBezTo>
                    <a:pt x="786695" y="1184243"/>
                    <a:pt x="784218" y="1184053"/>
                    <a:pt x="783551" y="1183100"/>
                  </a:cubicBezTo>
                  <a:cubicBezTo>
                    <a:pt x="783170" y="1182624"/>
                    <a:pt x="783361" y="1181100"/>
                    <a:pt x="783266" y="1180433"/>
                  </a:cubicBezTo>
                  <a:cubicBezTo>
                    <a:pt x="783170" y="1179767"/>
                    <a:pt x="782599" y="1178528"/>
                    <a:pt x="782599" y="1177862"/>
                  </a:cubicBezTo>
                  <a:cubicBezTo>
                    <a:pt x="782599" y="1177099"/>
                    <a:pt x="783266" y="1175671"/>
                    <a:pt x="783361" y="1175004"/>
                  </a:cubicBezTo>
                  <a:cubicBezTo>
                    <a:pt x="783456" y="1173861"/>
                    <a:pt x="783361" y="1171670"/>
                    <a:pt x="783170" y="1170623"/>
                  </a:cubicBezTo>
                  <a:cubicBezTo>
                    <a:pt x="782980" y="1169575"/>
                    <a:pt x="782313" y="1167765"/>
                    <a:pt x="782123" y="1166717"/>
                  </a:cubicBezTo>
                  <a:cubicBezTo>
                    <a:pt x="781837" y="1165670"/>
                    <a:pt x="781361" y="1163479"/>
                    <a:pt x="781265" y="1162431"/>
                  </a:cubicBezTo>
                  <a:cubicBezTo>
                    <a:pt x="781265" y="1161574"/>
                    <a:pt x="781647" y="1159955"/>
                    <a:pt x="781551" y="1159193"/>
                  </a:cubicBezTo>
                  <a:cubicBezTo>
                    <a:pt x="781456" y="1158526"/>
                    <a:pt x="781170" y="1157097"/>
                    <a:pt x="780884" y="1156430"/>
                  </a:cubicBezTo>
                  <a:cubicBezTo>
                    <a:pt x="780599" y="1155573"/>
                    <a:pt x="780123" y="1153668"/>
                    <a:pt x="779456" y="1153097"/>
                  </a:cubicBezTo>
                  <a:cubicBezTo>
                    <a:pt x="778599" y="1152239"/>
                    <a:pt x="775932" y="1151763"/>
                    <a:pt x="774789" y="1151287"/>
                  </a:cubicBezTo>
                  <a:cubicBezTo>
                    <a:pt x="774122" y="1150906"/>
                    <a:pt x="772693" y="1150334"/>
                    <a:pt x="772122" y="1149763"/>
                  </a:cubicBezTo>
                  <a:cubicBezTo>
                    <a:pt x="771455" y="1149096"/>
                    <a:pt x="771169" y="1146810"/>
                    <a:pt x="770407" y="1146334"/>
                  </a:cubicBezTo>
                  <a:cubicBezTo>
                    <a:pt x="769931" y="1146048"/>
                    <a:pt x="768597" y="1146524"/>
                    <a:pt x="768121" y="1146239"/>
                  </a:cubicBezTo>
                  <a:cubicBezTo>
                    <a:pt x="767454" y="1145857"/>
                    <a:pt x="766787" y="1144334"/>
                    <a:pt x="766692" y="1143572"/>
                  </a:cubicBezTo>
                  <a:cubicBezTo>
                    <a:pt x="766502" y="1142429"/>
                    <a:pt x="767740" y="1140238"/>
                    <a:pt x="767549" y="1139095"/>
                  </a:cubicBezTo>
                  <a:cubicBezTo>
                    <a:pt x="767454" y="1138333"/>
                    <a:pt x="766597" y="1137095"/>
                    <a:pt x="766216" y="1136428"/>
                  </a:cubicBezTo>
                  <a:cubicBezTo>
                    <a:pt x="765454" y="1135094"/>
                    <a:pt x="764120" y="1132142"/>
                    <a:pt x="762882" y="1131189"/>
                  </a:cubicBezTo>
                  <a:cubicBezTo>
                    <a:pt x="761930" y="1130427"/>
                    <a:pt x="759549" y="1129760"/>
                    <a:pt x="758406" y="1129379"/>
                  </a:cubicBezTo>
                  <a:cubicBezTo>
                    <a:pt x="757167" y="1128903"/>
                    <a:pt x="754595" y="1128331"/>
                    <a:pt x="753643" y="1127570"/>
                  </a:cubicBezTo>
                  <a:cubicBezTo>
                    <a:pt x="753072" y="1127093"/>
                    <a:pt x="752214" y="1125855"/>
                    <a:pt x="751928" y="1125188"/>
                  </a:cubicBezTo>
                  <a:cubicBezTo>
                    <a:pt x="751643" y="1124617"/>
                    <a:pt x="751738" y="1123188"/>
                    <a:pt x="751357" y="1122712"/>
                  </a:cubicBezTo>
                  <a:cubicBezTo>
                    <a:pt x="750690" y="1121855"/>
                    <a:pt x="748214" y="1121759"/>
                    <a:pt x="747357" y="1121093"/>
                  </a:cubicBezTo>
                  <a:cubicBezTo>
                    <a:pt x="746785" y="1120616"/>
                    <a:pt x="745928" y="1119188"/>
                    <a:pt x="745356" y="1118616"/>
                  </a:cubicBezTo>
                  <a:cubicBezTo>
                    <a:pt x="744785" y="1118140"/>
                    <a:pt x="743547" y="1117378"/>
                    <a:pt x="742880" y="1116997"/>
                  </a:cubicBezTo>
                  <a:cubicBezTo>
                    <a:pt x="742308" y="1116711"/>
                    <a:pt x="740975" y="1116235"/>
                    <a:pt x="740403" y="1115759"/>
                  </a:cubicBezTo>
                  <a:cubicBezTo>
                    <a:pt x="739736" y="1115282"/>
                    <a:pt x="738784" y="1114139"/>
                    <a:pt x="738117" y="1113758"/>
                  </a:cubicBezTo>
                  <a:cubicBezTo>
                    <a:pt x="737546" y="1113377"/>
                    <a:pt x="736212" y="1113187"/>
                    <a:pt x="735545" y="1112806"/>
                  </a:cubicBezTo>
                  <a:cubicBezTo>
                    <a:pt x="734593" y="1112330"/>
                    <a:pt x="732498" y="1111187"/>
                    <a:pt x="731831" y="1110329"/>
                  </a:cubicBezTo>
                  <a:cubicBezTo>
                    <a:pt x="730878" y="1109091"/>
                    <a:pt x="730307" y="1106138"/>
                    <a:pt x="729926" y="1104614"/>
                  </a:cubicBezTo>
                  <a:cubicBezTo>
                    <a:pt x="729735" y="1103567"/>
                    <a:pt x="729926" y="1101376"/>
                    <a:pt x="729354" y="1100519"/>
                  </a:cubicBezTo>
                  <a:cubicBezTo>
                    <a:pt x="728592" y="1099280"/>
                    <a:pt x="726020" y="1097756"/>
                    <a:pt x="724782" y="1097089"/>
                  </a:cubicBezTo>
                  <a:cubicBezTo>
                    <a:pt x="724020" y="1096709"/>
                    <a:pt x="722210" y="1096518"/>
                    <a:pt x="721353" y="1096423"/>
                  </a:cubicBezTo>
                  <a:cubicBezTo>
                    <a:pt x="720306" y="1096232"/>
                    <a:pt x="718019" y="1096518"/>
                    <a:pt x="716972" y="1096137"/>
                  </a:cubicBezTo>
                  <a:cubicBezTo>
                    <a:pt x="716210" y="1095851"/>
                    <a:pt x="714781" y="1094708"/>
                    <a:pt x="714305" y="1094042"/>
                  </a:cubicBezTo>
                  <a:cubicBezTo>
                    <a:pt x="713828" y="1093280"/>
                    <a:pt x="713828" y="1091184"/>
                    <a:pt x="713066" y="1090613"/>
                  </a:cubicBezTo>
                  <a:cubicBezTo>
                    <a:pt x="712114" y="1089851"/>
                    <a:pt x="709447" y="1090041"/>
                    <a:pt x="708209" y="1089946"/>
                  </a:cubicBezTo>
                  <a:cubicBezTo>
                    <a:pt x="707351" y="1089946"/>
                    <a:pt x="705542" y="1090327"/>
                    <a:pt x="704780" y="1090041"/>
                  </a:cubicBezTo>
                  <a:cubicBezTo>
                    <a:pt x="703732" y="1089755"/>
                    <a:pt x="701827" y="1088327"/>
                    <a:pt x="701446" y="1087374"/>
                  </a:cubicBezTo>
                  <a:cubicBezTo>
                    <a:pt x="701160" y="1086803"/>
                    <a:pt x="701351" y="1085279"/>
                    <a:pt x="701732" y="1084707"/>
                  </a:cubicBezTo>
                  <a:cubicBezTo>
                    <a:pt x="702113" y="1084136"/>
                    <a:pt x="703637" y="1083850"/>
                    <a:pt x="703923" y="1083278"/>
                  </a:cubicBezTo>
                  <a:cubicBezTo>
                    <a:pt x="704303" y="1082516"/>
                    <a:pt x="703732" y="1080802"/>
                    <a:pt x="703637" y="1080040"/>
                  </a:cubicBezTo>
                  <a:cubicBezTo>
                    <a:pt x="703541" y="1079373"/>
                    <a:pt x="703732" y="1077849"/>
                    <a:pt x="703256" y="1077278"/>
                  </a:cubicBezTo>
                  <a:cubicBezTo>
                    <a:pt x="702589" y="1076611"/>
                    <a:pt x="700493" y="1076039"/>
                    <a:pt x="699541" y="1076325"/>
                  </a:cubicBezTo>
                  <a:cubicBezTo>
                    <a:pt x="698684" y="1076515"/>
                    <a:pt x="697922" y="1078421"/>
                    <a:pt x="697160" y="1078802"/>
                  </a:cubicBezTo>
                  <a:cubicBezTo>
                    <a:pt x="696683" y="1079087"/>
                    <a:pt x="695445" y="1079468"/>
                    <a:pt x="694969" y="1079182"/>
                  </a:cubicBezTo>
                  <a:cubicBezTo>
                    <a:pt x="694112" y="1078802"/>
                    <a:pt x="693159" y="1076706"/>
                    <a:pt x="693254" y="1075754"/>
                  </a:cubicBezTo>
                  <a:cubicBezTo>
                    <a:pt x="693350" y="1074801"/>
                    <a:pt x="695350" y="1073753"/>
                    <a:pt x="695540" y="1072896"/>
                  </a:cubicBezTo>
                  <a:cubicBezTo>
                    <a:pt x="695731" y="1072039"/>
                    <a:pt x="695159" y="1070229"/>
                    <a:pt x="694683" y="1069467"/>
                  </a:cubicBezTo>
                  <a:cubicBezTo>
                    <a:pt x="694398" y="1068991"/>
                    <a:pt x="693635" y="1068038"/>
                    <a:pt x="693064" y="1067848"/>
                  </a:cubicBezTo>
                  <a:cubicBezTo>
                    <a:pt x="692397" y="1067657"/>
                    <a:pt x="691064" y="1068610"/>
                    <a:pt x="690397" y="1068514"/>
                  </a:cubicBezTo>
                  <a:cubicBezTo>
                    <a:pt x="689444" y="1068419"/>
                    <a:pt x="687540" y="1067848"/>
                    <a:pt x="686968" y="1067086"/>
                  </a:cubicBezTo>
                  <a:cubicBezTo>
                    <a:pt x="686301" y="1066229"/>
                    <a:pt x="686587" y="1063657"/>
                    <a:pt x="686111" y="1062609"/>
                  </a:cubicBezTo>
                  <a:cubicBezTo>
                    <a:pt x="685825" y="1061942"/>
                    <a:pt x="684777" y="1060990"/>
                    <a:pt x="684396" y="1060323"/>
                  </a:cubicBezTo>
                  <a:cubicBezTo>
                    <a:pt x="683920" y="1059561"/>
                    <a:pt x="682872" y="1058037"/>
                    <a:pt x="682586" y="1057180"/>
                  </a:cubicBezTo>
                  <a:cubicBezTo>
                    <a:pt x="682396" y="1056704"/>
                    <a:pt x="682682" y="1055656"/>
                    <a:pt x="682491" y="1055084"/>
                  </a:cubicBezTo>
                  <a:cubicBezTo>
                    <a:pt x="682110" y="1054227"/>
                    <a:pt x="680491" y="1052894"/>
                    <a:pt x="679634" y="1052513"/>
                  </a:cubicBezTo>
                  <a:cubicBezTo>
                    <a:pt x="678776" y="1052131"/>
                    <a:pt x="676681" y="1052608"/>
                    <a:pt x="675919" y="1052036"/>
                  </a:cubicBezTo>
                  <a:cubicBezTo>
                    <a:pt x="675538" y="1051751"/>
                    <a:pt x="675538" y="1050798"/>
                    <a:pt x="675348" y="1050322"/>
                  </a:cubicBezTo>
                  <a:cubicBezTo>
                    <a:pt x="675157" y="1049846"/>
                    <a:pt x="674681" y="1048607"/>
                    <a:pt x="674204" y="1048322"/>
                  </a:cubicBezTo>
                  <a:cubicBezTo>
                    <a:pt x="673728" y="1048036"/>
                    <a:pt x="672585" y="1048036"/>
                    <a:pt x="672109" y="1048226"/>
                  </a:cubicBezTo>
                  <a:cubicBezTo>
                    <a:pt x="671347" y="1048512"/>
                    <a:pt x="670490" y="1050131"/>
                    <a:pt x="669823" y="1050607"/>
                  </a:cubicBezTo>
                  <a:cubicBezTo>
                    <a:pt x="669347" y="1050893"/>
                    <a:pt x="668394" y="1051560"/>
                    <a:pt x="667823" y="1051655"/>
                  </a:cubicBezTo>
                  <a:cubicBezTo>
                    <a:pt x="667061" y="1051751"/>
                    <a:pt x="665156" y="1051465"/>
                    <a:pt x="664679" y="1050798"/>
                  </a:cubicBezTo>
                  <a:cubicBezTo>
                    <a:pt x="664203" y="1050227"/>
                    <a:pt x="664775" y="1048512"/>
                    <a:pt x="664679" y="1047845"/>
                  </a:cubicBezTo>
                  <a:cubicBezTo>
                    <a:pt x="664584" y="1047179"/>
                    <a:pt x="664394" y="1045559"/>
                    <a:pt x="663727" y="1045273"/>
                  </a:cubicBezTo>
                  <a:cubicBezTo>
                    <a:pt x="663060" y="1045083"/>
                    <a:pt x="661917" y="1046512"/>
                    <a:pt x="661250" y="1046988"/>
                  </a:cubicBezTo>
                  <a:cubicBezTo>
                    <a:pt x="660489" y="1047464"/>
                    <a:pt x="659060" y="1048703"/>
                    <a:pt x="658202" y="1048988"/>
                  </a:cubicBezTo>
                  <a:cubicBezTo>
                    <a:pt x="657155" y="1049369"/>
                    <a:pt x="654964" y="1048798"/>
                    <a:pt x="653916" y="1049179"/>
                  </a:cubicBezTo>
                  <a:cubicBezTo>
                    <a:pt x="652868" y="1049560"/>
                    <a:pt x="651344" y="1051465"/>
                    <a:pt x="650297" y="1051560"/>
                  </a:cubicBezTo>
                  <a:cubicBezTo>
                    <a:pt x="649440" y="1051655"/>
                    <a:pt x="647820" y="1050322"/>
                    <a:pt x="646963" y="1050227"/>
                  </a:cubicBezTo>
                  <a:cubicBezTo>
                    <a:pt x="646106" y="1050131"/>
                    <a:pt x="644296" y="1050703"/>
                    <a:pt x="643439" y="1050703"/>
                  </a:cubicBezTo>
                  <a:cubicBezTo>
                    <a:pt x="642105" y="1050703"/>
                    <a:pt x="639343" y="1050512"/>
                    <a:pt x="638200" y="1049846"/>
                  </a:cubicBezTo>
                  <a:cubicBezTo>
                    <a:pt x="637438" y="1049464"/>
                    <a:pt x="636390" y="1047750"/>
                    <a:pt x="635628" y="1047274"/>
                  </a:cubicBezTo>
                  <a:cubicBezTo>
                    <a:pt x="634866" y="1046797"/>
                    <a:pt x="633057" y="1045940"/>
                    <a:pt x="632199" y="1046036"/>
                  </a:cubicBezTo>
                  <a:cubicBezTo>
                    <a:pt x="631723" y="1046131"/>
                    <a:pt x="630961" y="1047179"/>
                    <a:pt x="630390" y="1047274"/>
                  </a:cubicBezTo>
                  <a:cubicBezTo>
                    <a:pt x="629437" y="1047369"/>
                    <a:pt x="627818" y="1045940"/>
                    <a:pt x="626960" y="1045750"/>
                  </a:cubicBezTo>
                  <a:cubicBezTo>
                    <a:pt x="626294" y="1045559"/>
                    <a:pt x="624770" y="1045940"/>
                    <a:pt x="624103" y="1045655"/>
                  </a:cubicBezTo>
                  <a:cubicBezTo>
                    <a:pt x="623722" y="1045464"/>
                    <a:pt x="623246" y="1044893"/>
                    <a:pt x="622865" y="1044702"/>
                  </a:cubicBezTo>
                  <a:cubicBezTo>
                    <a:pt x="622293" y="1044416"/>
                    <a:pt x="620865" y="1044321"/>
                    <a:pt x="620293" y="1044416"/>
                  </a:cubicBezTo>
                  <a:cubicBezTo>
                    <a:pt x="619531" y="1044512"/>
                    <a:pt x="618293" y="1045559"/>
                    <a:pt x="617531" y="1045559"/>
                  </a:cubicBezTo>
                  <a:cubicBezTo>
                    <a:pt x="616959" y="1045559"/>
                    <a:pt x="616007" y="1044607"/>
                    <a:pt x="615435" y="1044607"/>
                  </a:cubicBezTo>
                  <a:cubicBezTo>
                    <a:pt x="614387" y="1044702"/>
                    <a:pt x="613149" y="1047083"/>
                    <a:pt x="612197" y="1046988"/>
                  </a:cubicBezTo>
                  <a:cubicBezTo>
                    <a:pt x="611530" y="1046893"/>
                    <a:pt x="610958" y="1045273"/>
                    <a:pt x="610387" y="1044893"/>
                  </a:cubicBezTo>
                  <a:cubicBezTo>
                    <a:pt x="609434" y="1044226"/>
                    <a:pt x="607339" y="1043083"/>
                    <a:pt x="606196" y="1042988"/>
                  </a:cubicBezTo>
                  <a:cubicBezTo>
                    <a:pt x="605243" y="1042892"/>
                    <a:pt x="603434" y="1043654"/>
                    <a:pt x="602386" y="1043654"/>
                  </a:cubicBezTo>
                  <a:cubicBezTo>
                    <a:pt x="601719" y="1043654"/>
                    <a:pt x="600481" y="1043369"/>
                    <a:pt x="599814" y="1043464"/>
                  </a:cubicBezTo>
                  <a:cubicBezTo>
                    <a:pt x="598766" y="1043654"/>
                    <a:pt x="596766" y="1044988"/>
                    <a:pt x="595718" y="1045273"/>
                  </a:cubicBezTo>
                  <a:cubicBezTo>
                    <a:pt x="594957" y="1045464"/>
                    <a:pt x="593242" y="1045750"/>
                    <a:pt x="592480" y="1045464"/>
                  </a:cubicBezTo>
                  <a:cubicBezTo>
                    <a:pt x="591908" y="1045273"/>
                    <a:pt x="591242" y="1043940"/>
                    <a:pt x="590670" y="1043749"/>
                  </a:cubicBezTo>
                  <a:cubicBezTo>
                    <a:pt x="589337" y="1043273"/>
                    <a:pt x="586479" y="1044416"/>
                    <a:pt x="585050" y="1044130"/>
                  </a:cubicBezTo>
                  <a:cubicBezTo>
                    <a:pt x="584003" y="1043845"/>
                    <a:pt x="582098" y="1042606"/>
                    <a:pt x="581336" y="1041845"/>
                  </a:cubicBezTo>
                  <a:cubicBezTo>
                    <a:pt x="580955" y="1041368"/>
                    <a:pt x="580764" y="1040225"/>
                    <a:pt x="580478" y="1039749"/>
                  </a:cubicBezTo>
                  <a:cubicBezTo>
                    <a:pt x="580002" y="1038892"/>
                    <a:pt x="578859" y="1036701"/>
                    <a:pt x="577811" y="1036606"/>
                  </a:cubicBezTo>
                  <a:cubicBezTo>
                    <a:pt x="577049" y="1036511"/>
                    <a:pt x="576097" y="1038035"/>
                    <a:pt x="575335" y="1038130"/>
                  </a:cubicBezTo>
                  <a:cubicBezTo>
                    <a:pt x="573620" y="1038320"/>
                    <a:pt x="570191" y="1036796"/>
                    <a:pt x="568667" y="1036034"/>
                  </a:cubicBezTo>
                  <a:cubicBezTo>
                    <a:pt x="567906" y="1035653"/>
                    <a:pt x="566477" y="1034605"/>
                    <a:pt x="565810" y="1034034"/>
                  </a:cubicBezTo>
                  <a:cubicBezTo>
                    <a:pt x="565048" y="1033367"/>
                    <a:pt x="564000" y="1031557"/>
                    <a:pt x="563048" y="1031177"/>
                  </a:cubicBezTo>
                  <a:cubicBezTo>
                    <a:pt x="562000" y="1030700"/>
                    <a:pt x="559619" y="1030796"/>
                    <a:pt x="558571" y="1031177"/>
                  </a:cubicBezTo>
                  <a:cubicBezTo>
                    <a:pt x="557333" y="1031653"/>
                    <a:pt x="555332" y="1033748"/>
                    <a:pt x="554475" y="1034796"/>
                  </a:cubicBezTo>
                  <a:cubicBezTo>
                    <a:pt x="553808" y="1035653"/>
                    <a:pt x="552856" y="1037654"/>
                    <a:pt x="552475" y="1038701"/>
                  </a:cubicBezTo>
                  <a:cubicBezTo>
                    <a:pt x="552094" y="1039749"/>
                    <a:pt x="552094" y="1042035"/>
                    <a:pt x="551808" y="1043083"/>
                  </a:cubicBezTo>
                  <a:cubicBezTo>
                    <a:pt x="551427" y="1044226"/>
                    <a:pt x="550665" y="1046512"/>
                    <a:pt x="549903" y="1047369"/>
                  </a:cubicBezTo>
                  <a:cubicBezTo>
                    <a:pt x="549332" y="1047940"/>
                    <a:pt x="547712" y="1048893"/>
                    <a:pt x="546855" y="1048893"/>
                  </a:cubicBezTo>
                  <a:cubicBezTo>
                    <a:pt x="545807" y="1048798"/>
                    <a:pt x="544474" y="1046893"/>
                    <a:pt x="543522" y="1046512"/>
                  </a:cubicBezTo>
                  <a:cubicBezTo>
                    <a:pt x="542569" y="1046131"/>
                    <a:pt x="540378" y="1046036"/>
                    <a:pt x="539331" y="1045845"/>
                  </a:cubicBezTo>
                  <a:cubicBezTo>
                    <a:pt x="538854" y="1045750"/>
                    <a:pt x="537807" y="1045464"/>
                    <a:pt x="537330" y="1045369"/>
                  </a:cubicBezTo>
                  <a:cubicBezTo>
                    <a:pt x="536473" y="1045273"/>
                    <a:pt x="534758" y="1045273"/>
                    <a:pt x="533997" y="1045655"/>
                  </a:cubicBezTo>
                  <a:cubicBezTo>
                    <a:pt x="533044" y="1046131"/>
                    <a:pt x="532377" y="1048322"/>
                    <a:pt x="531520" y="1048988"/>
                  </a:cubicBezTo>
                  <a:cubicBezTo>
                    <a:pt x="530853" y="1049464"/>
                    <a:pt x="529329" y="1050322"/>
                    <a:pt x="528567" y="1050227"/>
                  </a:cubicBezTo>
                  <a:cubicBezTo>
                    <a:pt x="527710" y="1050036"/>
                    <a:pt x="526757" y="1047940"/>
                    <a:pt x="525900" y="1047845"/>
                  </a:cubicBezTo>
                  <a:cubicBezTo>
                    <a:pt x="525043" y="1047750"/>
                    <a:pt x="523709" y="1049179"/>
                    <a:pt x="522948" y="1049464"/>
                  </a:cubicBezTo>
                  <a:cubicBezTo>
                    <a:pt x="522090" y="1049846"/>
                    <a:pt x="520281" y="1049846"/>
                    <a:pt x="519518" y="1050417"/>
                  </a:cubicBezTo>
                  <a:cubicBezTo>
                    <a:pt x="519042" y="1050798"/>
                    <a:pt x="518566" y="1051941"/>
                    <a:pt x="518090" y="1052322"/>
                  </a:cubicBezTo>
                  <a:cubicBezTo>
                    <a:pt x="517614" y="1052703"/>
                    <a:pt x="516661" y="1053656"/>
                    <a:pt x="515994" y="1053656"/>
                  </a:cubicBezTo>
                  <a:cubicBezTo>
                    <a:pt x="514947" y="1053751"/>
                    <a:pt x="513232" y="1051560"/>
                    <a:pt x="512089" y="1051751"/>
                  </a:cubicBezTo>
                  <a:cubicBezTo>
                    <a:pt x="511041" y="1051846"/>
                    <a:pt x="509517" y="1053656"/>
                    <a:pt x="508946" y="1054513"/>
                  </a:cubicBezTo>
                  <a:cubicBezTo>
                    <a:pt x="508374" y="1055370"/>
                    <a:pt x="507517" y="1057275"/>
                    <a:pt x="507326" y="1058228"/>
                  </a:cubicBezTo>
                  <a:cubicBezTo>
                    <a:pt x="507041" y="1059371"/>
                    <a:pt x="507517" y="1061656"/>
                    <a:pt x="507136" y="1062704"/>
                  </a:cubicBezTo>
                  <a:cubicBezTo>
                    <a:pt x="506850" y="1063562"/>
                    <a:pt x="505517" y="1064800"/>
                    <a:pt x="504850" y="1065371"/>
                  </a:cubicBezTo>
                  <a:cubicBezTo>
                    <a:pt x="504088" y="1066038"/>
                    <a:pt x="501992" y="1066705"/>
                    <a:pt x="501707" y="1067657"/>
                  </a:cubicBezTo>
                  <a:cubicBezTo>
                    <a:pt x="501231" y="1068896"/>
                    <a:pt x="503231" y="1071658"/>
                    <a:pt x="502659" y="1072801"/>
                  </a:cubicBezTo>
                  <a:cubicBezTo>
                    <a:pt x="502183" y="1073848"/>
                    <a:pt x="499421" y="1074039"/>
                    <a:pt x="498659" y="1074896"/>
                  </a:cubicBezTo>
                  <a:cubicBezTo>
                    <a:pt x="498182" y="1075373"/>
                    <a:pt x="497611" y="1076611"/>
                    <a:pt x="497420" y="1077182"/>
                  </a:cubicBezTo>
                  <a:cubicBezTo>
                    <a:pt x="497230" y="1077849"/>
                    <a:pt x="497325" y="1079278"/>
                    <a:pt x="497040" y="1079849"/>
                  </a:cubicBezTo>
                  <a:cubicBezTo>
                    <a:pt x="496754" y="1080611"/>
                    <a:pt x="495611" y="1081849"/>
                    <a:pt x="495039" y="1082421"/>
                  </a:cubicBezTo>
                  <a:cubicBezTo>
                    <a:pt x="494563" y="1082897"/>
                    <a:pt x="493229" y="1083659"/>
                    <a:pt x="492848" y="1084231"/>
                  </a:cubicBezTo>
                  <a:cubicBezTo>
                    <a:pt x="492372" y="1085088"/>
                    <a:pt x="492467" y="1086993"/>
                    <a:pt x="492277" y="1087946"/>
                  </a:cubicBezTo>
                  <a:cubicBezTo>
                    <a:pt x="491991" y="1088993"/>
                    <a:pt x="491324" y="1090898"/>
                    <a:pt x="490943" y="1091946"/>
                  </a:cubicBezTo>
                  <a:cubicBezTo>
                    <a:pt x="490372" y="1093661"/>
                    <a:pt x="488848" y="1097089"/>
                    <a:pt x="488657" y="1098899"/>
                  </a:cubicBezTo>
                  <a:cubicBezTo>
                    <a:pt x="488562" y="1099947"/>
                    <a:pt x="489324" y="1102043"/>
                    <a:pt x="489229" y="1103186"/>
                  </a:cubicBezTo>
                  <a:cubicBezTo>
                    <a:pt x="489134" y="1104233"/>
                    <a:pt x="488372" y="1106043"/>
                    <a:pt x="487895" y="1106900"/>
                  </a:cubicBezTo>
                  <a:cubicBezTo>
                    <a:pt x="487229" y="1108043"/>
                    <a:pt x="485705" y="1110139"/>
                    <a:pt x="484657" y="1110806"/>
                  </a:cubicBezTo>
                  <a:cubicBezTo>
                    <a:pt x="483990" y="1111282"/>
                    <a:pt x="481990" y="1111091"/>
                    <a:pt x="481514" y="1111758"/>
                  </a:cubicBezTo>
                  <a:cubicBezTo>
                    <a:pt x="480752" y="1112711"/>
                    <a:pt x="481323" y="1115473"/>
                    <a:pt x="481037" y="1116616"/>
                  </a:cubicBezTo>
                  <a:cubicBezTo>
                    <a:pt x="480847" y="1117473"/>
                    <a:pt x="480180" y="1119283"/>
                    <a:pt x="479704" y="1120045"/>
                  </a:cubicBezTo>
                  <a:cubicBezTo>
                    <a:pt x="479132" y="1120902"/>
                    <a:pt x="477037" y="1121855"/>
                    <a:pt x="476751" y="1122902"/>
                  </a:cubicBezTo>
                  <a:cubicBezTo>
                    <a:pt x="476561" y="1123569"/>
                    <a:pt x="477227" y="1124998"/>
                    <a:pt x="477704" y="1125474"/>
                  </a:cubicBezTo>
                  <a:cubicBezTo>
                    <a:pt x="478275" y="1126046"/>
                    <a:pt x="479894" y="1126236"/>
                    <a:pt x="480561" y="1126712"/>
                  </a:cubicBezTo>
                  <a:cubicBezTo>
                    <a:pt x="481037" y="1127093"/>
                    <a:pt x="482181" y="1127760"/>
                    <a:pt x="482371" y="1128331"/>
                  </a:cubicBezTo>
                  <a:cubicBezTo>
                    <a:pt x="482561" y="1129094"/>
                    <a:pt x="481799" y="1130808"/>
                    <a:pt x="481228" y="1131475"/>
                  </a:cubicBezTo>
                  <a:cubicBezTo>
                    <a:pt x="480847" y="1131951"/>
                    <a:pt x="479704" y="1132523"/>
                    <a:pt x="479132" y="1132713"/>
                  </a:cubicBezTo>
                  <a:cubicBezTo>
                    <a:pt x="478370" y="1132808"/>
                    <a:pt x="476847" y="1131951"/>
                    <a:pt x="476180" y="1132332"/>
                  </a:cubicBezTo>
                  <a:cubicBezTo>
                    <a:pt x="475513" y="1132713"/>
                    <a:pt x="475608" y="1134618"/>
                    <a:pt x="474941" y="1134999"/>
                  </a:cubicBezTo>
                  <a:cubicBezTo>
                    <a:pt x="474560" y="1135285"/>
                    <a:pt x="473513" y="1134809"/>
                    <a:pt x="473132" y="1134999"/>
                  </a:cubicBezTo>
                  <a:cubicBezTo>
                    <a:pt x="472274" y="1135285"/>
                    <a:pt x="471131" y="1136999"/>
                    <a:pt x="470179" y="1137190"/>
                  </a:cubicBezTo>
                  <a:cubicBezTo>
                    <a:pt x="469226" y="1137380"/>
                    <a:pt x="467512" y="1135666"/>
                    <a:pt x="466559" y="1135856"/>
                  </a:cubicBezTo>
                  <a:cubicBezTo>
                    <a:pt x="465893" y="1136047"/>
                    <a:pt x="465035" y="1137190"/>
                    <a:pt x="464750" y="1137761"/>
                  </a:cubicBezTo>
                  <a:cubicBezTo>
                    <a:pt x="464273" y="1138714"/>
                    <a:pt x="464464" y="1141095"/>
                    <a:pt x="463988" y="1142143"/>
                  </a:cubicBezTo>
                  <a:cubicBezTo>
                    <a:pt x="463607" y="1143000"/>
                    <a:pt x="461987" y="1144334"/>
                    <a:pt x="461416" y="1145191"/>
                  </a:cubicBezTo>
                  <a:cubicBezTo>
                    <a:pt x="460940" y="1145953"/>
                    <a:pt x="460559" y="1147953"/>
                    <a:pt x="459892" y="1148620"/>
                  </a:cubicBezTo>
                  <a:cubicBezTo>
                    <a:pt x="459320" y="1149191"/>
                    <a:pt x="457796" y="1149763"/>
                    <a:pt x="457034" y="1150048"/>
                  </a:cubicBezTo>
                  <a:cubicBezTo>
                    <a:pt x="456463" y="1150239"/>
                    <a:pt x="455129" y="1150048"/>
                    <a:pt x="454653" y="1150430"/>
                  </a:cubicBezTo>
                  <a:cubicBezTo>
                    <a:pt x="453986" y="1150811"/>
                    <a:pt x="453415" y="1152620"/>
                    <a:pt x="452843" y="1153192"/>
                  </a:cubicBezTo>
                  <a:cubicBezTo>
                    <a:pt x="452462" y="1153573"/>
                    <a:pt x="451510" y="1154049"/>
                    <a:pt x="451224" y="1154525"/>
                  </a:cubicBezTo>
                  <a:cubicBezTo>
                    <a:pt x="450843" y="1155097"/>
                    <a:pt x="450843" y="1156621"/>
                    <a:pt x="450653" y="1157288"/>
                  </a:cubicBezTo>
                  <a:cubicBezTo>
                    <a:pt x="450462" y="1158145"/>
                    <a:pt x="450081" y="1159955"/>
                    <a:pt x="449605" y="1160717"/>
                  </a:cubicBezTo>
                  <a:cubicBezTo>
                    <a:pt x="449224" y="1161288"/>
                    <a:pt x="448081" y="1162050"/>
                    <a:pt x="447700" y="1162622"/>
                  </a:cubicBezTo>
                  <a:cubicBezTo>
                    <a:pt x="447224" y="1163479"/>
                    <a:pt x="447224" y="1165765"/>
                    <a:pt x="446557" y="1166527"/>
                  </a:cubicBezTo>
                  <a:cubicBezTo>
                    <a:pt x="445985" y="1167194"/>
                    <a:pt x="444271" y="1167860"/>
                    <a:pt x="443414" y="1167860"/>
                  </a:cubicBezTo>
                  <a:cubicBezTo>
                    <a:pt x="442366" y="1167860"/>
                    <a:pt x="440461" y="1167098"/>
                    <a:pt x="439508" y="1166622"/>
                  </a:cubicBezTo>
                  <a:cubicBezTo>
                    <a:pt x="438937" y="1166336"/>
                    <a:pt x="438080" y="1165479"/>
                    <a:pt x="437508" y="1165289"/>
                  </a:cubicBezTo>
                  <a:cubicBezTo>
                    <a:pt x="436270" y="1164907"/>
                    <a:pt x="433793" y="1164812"/>
                    <a:pt x="432460" y="1164907"/>
                  </a:cubicBezTo>
                  <a:cubicBezTo>
                    <a:pt x="431412" y="1164907"/>
                    <a:pt x="429317" y="1165670"/>
                    <a:pt x="428269" y="1165670"/>
                  </a:cubicBezTo>
                  <a:cubicBezTo>
                    <a:pt x="427316" y="1165670"/>
                    <a:pt x="425221" y="1165193"/>
                    <a:pt x="424459" y="1164717"/>
                  </a:cubicBezTo>
                  <a:cubicBezTo>
                    <a:pt x="423887" y="1164336"/>
                    <a:pt x="423316" y="1162907"/>
                    <a:pt x="422744" y="1162431"/>
                  </a:cubicBezTo>
                  <a:cubicBezTo>
                    <a:pt x="422173" y="1161955"/>
                    <a:pt x="420458" y="1161860"/>
                    <a:pt x="420077" y="1161288"/>
                  </a:cubicBezTo>
                  <a:cubicBezTo>
                    <a:pt x="419696" y="1160812"/>
                    <a:pt x="420077" y="1159288"/>
                    <a:pt x="419792" y="1158716"/>
                  </a:cubicBezTo>
                  <a:cubicBezTo>
                    <a:pt x="419411" y="1157954"/>
                    <a:pt x="417982" y="1156430"/>
                    <a:pt x="417125" y="1156430"/>
                  </a:cubicBezTo>
                  <a:cubicBezTo>
                    <a:pt x="416172" y="1156526"/>
                    <a:pt x="415505" y="1158907"/>
                    <a:pt x="414553" y="1159097"/>
                  </a:cubicBezTo>
                  <a:cubicBezTo>
                    <a:pt x="413696" y="1159288"/>
                    <a:pt x="411981" y="1158240"/>
                    <a:pt x="411124" y="1158049"/>
                  </a:cubicBezTo>
                  <a:cubicBezTo>
                    <a:pt x="409981" y="1157764"/>
                    <a:pt x="407600" y="1157669"/>
                    <a:pt x="406647" y="1157002"/>
                  </a:cubicBezTo>
                  <a:cubicBezTo>
                    <a:pt x="406076" y="1156621"/>
                    <a:pt x="405409" y="1155097"/>
                    <a:pt x="405028" y="1154525"/>
                  </a:cubicBezTo>
                  <a:cubicBezTo>
                    <a:pt x="404647" y="1154049"/>
                    <a:pt x="403790" y="1153001"/>
                    <a:pt x="403313" y="1152525"/>
                  </a:cubicBezTo>
                  <a:cubicBezTo>
                    <a:pt x="402551" y="1151858"/>
                    <a:pt x="400646" y="1151096"/>
                    <a:pt x="399980" y="1150334"/>
                  </a:cubicBezTo>
                  <a:cubicBezTo>
                    <a:pt x="399218" y="1149382"/>
                    <a:pt x="398646" y="1146810"/>
                    <a:pt x="397979" y="1145857"/>
                  </a:cubicBezTo>
                  <a:cubicBezTo>
                    <a:pt x="397027" y="1144714"/>
                    <a:pt x="394360" y="1143286"/>
                    <a:pt x="393407" y="1142238"/>
                  </a:cubicBezTo>
                  <a:cubicBezTo>
                    <a:pt x="392741" y="1141571"/>
                    <a:pt x="391883" y="1139857"/>
                    <a:pt x="391217" y="1139285"/>
                  </a:cubicBezTo>
                  <a:cubicBezTo>
                    <a:pt x="390455" y="1138619"/>
                    <a:pt x="388550" y="1137761"/>
                    <a:pt x="387502" y="1137666"/>
                  </a:cubicBezTo>
                  <a:cubicBezTo>
                    <a:pt x="386549" y="1137666"/>
                    <a:pt x="384835" y="1138999"/>
                    <a:pt x="383978" y="1138904"/>
                  </a:cubicBezTo>
                  <a:cubicBezTo>
                    <a:pt x="383025" y="1138809"/>
                    <a:pt x="381882" y="1136999"/>
                    <a:pt x="381025" y="1136714"/>
                  </a:cubicBezTo>
                  <a:cubicBezTo>
                    <a:pt x="379977" y="1136332"/>
                    <a:pt x="377596" y="1137095"/>
                    <a:pt x="376643" y="1136618"/>
                  </a:cubicBezTo>
                  <a:cubicBezTo>
                    <a:pt x="375786" y="1136237"/>
                    <a:pt x="375024" y="1134332"/>
                    <a:pt x="374167" y="1133856"/>
                  </a:cubicBezTo>
                  <a:cubicBezTo>
                    <a:pt x="373310" y="1133380"/>
                    <a:pt x="371214" y="1133285"/>
                    <a:pt x="370357" y="1132904"/>
                  </a:cubicBezTo>
                  <a:cubicBezTo>
                    <a:pt x="369214" y="1132523"/>
                    <a:pt x="367214" y="1131284"/>
                    <a:pt x="366166" y="1130713"/>
                  </a:cubicBezTo>
                  <a:cubicBezTo>
                    <a:pt x="365118" y="1130046"/>
                    <a:pt x="362927" y="1128808"/>
                    <a:pt x="362070" y="1127855"/>
                  </a:cubicBezTo>
                  <a:cubicBezTo>
                    <a:pt x="361213" y="1126903"/>
                    <a:pt x="360356" y="1124522"/>
                    <a:pt x="359689" y="1123379"/>
                  </a:cubicBezTo>
                  <a:cubicBezTo>
                    <a:pt x="359308" y="1122617"/>
                    <a:pt x="358451" y="1121188"/>
                    <a:pt x="357879" y="1120521"/>
                  </a:cubicBezTo>
                  <a:cubicBezTo>
                    <a:pt x="357117" y="1119759"/>
                    <a:pt x="355498" y="1118235"/>
                    <a:pt x="354450" y="1117854"/>
                  </a:cubicBezTo>
                  <a:cubicBezTo>
                    <a:pt x="353021" y="1117378"/>
                    <a:pt x="349878" y="1117854"/>
                    <a:pt x="348449" y="1117473"/>
                  </a:cubicBezTo>
                  <a:cubicBezTo>
                    <a:pt x="347402" y="1117187"/>
                    <a:pt x="345401" y="1116044"/>
                    <a:pt x="344354" y="1115663"/>
                  </a:cubicBezTo>
                  <a:cubicBezTo>
                    <a:pt x="343306" y="1115282"/>
                    <a:pt x="341115" y="1114615"/>
                    <a:pt x="340067" y="1114425"/>
                  </a:cubicBezTo>
                  <a:cubicBezTo>
                    <a:pt x="338924" y="1114139"/>
                    <a:pt x="336638" y="1113568"/>
                    <a:pt x="335495" y="1113473"/>
                  </a:cubicBezTo>
                  <a:cubicBezTo>
                    <a:pt x="334448" y="1113377"/>
                    <a:pt x="332352" y="1113949"/>
                    <a:pt x="331304" y="1113663"/>
                  </a:cubicBezTo>
                  <a:cubicBezTo>
                    <a:pt x="330257" y="1113377"/>
                    <a:pt x="328542" y="1111758"/>
                    <a:pt x="327685" y="1111091"/>
                  </a:cubicBezTo>
                  <a:cubicBezTo>
                    <a:pt x="326447" y="1110234"/>
                    <a:pt x="324065" y="1108329"/>
                    <a:pt x="322732" y="1107567"/>
                  </a:cubicBezTo>
                  <a:cubicBezTo>
                    <a:pt x="321970" y="1107091"/>
                    <a:pt x="320160" y="1106614"/>
                    <a:pt x="319398" y="1106043"/>
                  </a:cubicBezTo>
                  <a:cubicBezTo>
                    <a:pt x="318731" y="1105567"/>
                    <a:pt x="317779" y="1104233"/>
                    <a:pt x="317303" y="1103567"/>
                  </a:cubicBezTo>
                  <a:cubicBezTo>
                    <a:pt x="316731" y="1102805"/>
                    <a:pt x="315874" y="1100899"/>
                    <a:pt x="315017" y="1100423"/>
                  </a:cubicBezTo>
                  <a:cubicBezTo>
                    <a:pt x="314255" y="1099947"/>
                    <a:pt x="312159" y="1100423"/>
                    <a:pt x="311302" y="1099947"/>
                  </a:cubicBezTo>
                  <a:cubicBezTo>
                    <a:pt x="310349" y="1099471"/>
                    <a:pt x="309397" y="1097375"/>
                    <a:pt x="308635" y="1096613"/>
                  </a:cubicBezTo>
                  <a:cubicBezTo>
                    <a:pt x="308254" y="1096328"/>
                    <a:pt x="307397" y="1095851"/>
                    <a:pt x="307111" y="1095470"/>
                  </a:cubicBezTo>
                  <a:cubicBezTo>
                    <a:pt x="306730" y="1094804"/>
                    <a:pt x="306825" y="1093280"/>
                    <a:pt x="306539" y="1092518"/>
                  </a:cubicBezTo>
                  <a:cubicBezTo>
                    <a:pt x="306349" y="1091946"/>
                    <a:pt x="305777" y="1090803"/>
                    <a:pt x="305396" y="1090422"/>
                  </a:cubicBezTo>
                  <a:cubicBezTo>
                    <a:pt x="304825" y="1089851"/>
                    <a:pt x="303206" y="1089565"/>
                    <a:pt x="302729" y="1088993"/>
                  </a:cubicBezTo>
                  <a:cubicBezTo>
                    <a:pt x="302063" y="1088231"/>
                    <a:pt x="301872" y="1086040"/>
                    <a:pt x="301396" y="1085183"/>
                  </a:cubicBezTo>
                  <a:cubicBezTo>
                    <a:pt x="300824" y="1084040"/>
                    <a:pt x="299491" y="1081754"/>
                    <a:pt x="298634" y="1080802"/>
                  </a:cubicBezTo>
                  <a:cubicBezTo>
                    <a:pt x="297681" y="1079849"/>
                    <a:pt x="295490" y="1078325"/>
                    <a:pt x="294347" y="1077754"/>
                  </a:cubicBezTo>
                  <a:cubicBezTo>
                    <a:pt x="293490" y="1077278"/>
                    <a:pt x="291585" y="1076515"/>
                    <a:pt x="290537" y="1076420"/>
                  </a:cubicBezTo>
                  <a:cubicBezTo>
                    <a:pt x="289680" y="1076325"/>
                    <a:pt x="287870" y="1077278"/>
                    <a:pt x="287013" y="1077087"/>
                  </a:cubicBezTo>
                  <a:cubicBezTo>
                    <a:pt x="286156" y="1076897"/>
                    <a:pt x="284918" y="1075468"/>
                    <a:pt x="284060" y="1075087"/>
                  </a:cubicBezTo>
                  <a:cubicBezTo>
                    <a:pt x="283298" y="1074706"/>
                    <a:pt x="281679" y="1074515"/>
                    <a:pt x="281012" y="1073944"/>
                  </a:cubicBezTo>
                  <a:cubicBezTo>
                    <a:pt x="280250" y="1073372"/>
                    <a:pt x="279298" y="1071563"/>
                    <a:pt x="278822" y="1070801"/>
                  </a:cubicBezTo>
                  <a:cubicBezTo>
                    <a:pt x="278250" y="1069943"/>
                    <a:pt x="277107" y="1068038"/>
                    <a:pt x="276345" y="1067276"/>
                  </a:cubicBezTo>
                  <a:cubicBezTo>
                    <a:pt x="275297" y="1066324"/>
                    <a:pt x="272345" y="1065562"/>
                    <a:pt x="271297" y="1064609"/>
                  </a:cubicBezTo>
                  <a:cubicBezTo>
                    <a:pt x="270154" y="1063657"/>
                    <a:pt x="268820" y="1060799"/>
                    <a:pt x="267773" y="1059752"/>
                  </a:cubicBezTo>
                  <a:cubicBezTo>
                    <a:pt x="266630" y="1058609"/>
                    <a:pt x="263867" y="1056989"/>
                    <a:pt x="262820" y="1055846"/>
                  </a:cubicBezTo>
                  <a:cubicBezTo>
                    <a:pt x="262058" y="1054989"/>
                    <a:pt x="260915" y="1052894"/>
                    <a:pt x="260534" y="1051846"/>
                  </a:cubicBezTo>
                  <a:cubicBezTo>
                    <a:pt x="260153" y="1050893"/>
                    <a:pt x="259962" y="1048893"/>
                    <a:pt x="259676" y="1048036"/>
                  </a:cubicBezTo>
                  <a:cubicBezTo>
                    <a:pt x="259295" y="1047179"/>
                    <a:pt x="258057" y="1045559"/>
                    <a:pt x="257771" y="1044702"/>
                  </a:cubicBezTo>
                  <a:cubicBezTo>
                    <a:pt x="257295" y="1043178"/>
                    <a:pt x="257962" y="1039844"/>
                    <a:pt x="257581" y="1038225"/>
                  </a:cubicBezTo>
                  <a:cubicBezTo>
                    <a:pt x="257200" y="1036320"/>
                    <a:pt x="256057" y="1032605"/>
                    <a:pt x="255009" y="1031081"/>
                  </a:cubicBezTo>
                  <a:cubicBezTo>
                    <a:pt x="254057" y="1029748"/>
                    <a:pt x="251009" y="1028319"/>
                    <a:pt x="250151" y="1026986"/>
                  </a:cubicBezTo>
                  <a:cubicBezTo>
                    <a:pt x="249770" y="1026319"/>
                    <a:pt x="249580" y="1024795"/>
                    <a:pt x="249294" y="1024128"/>
                  </a:cubicBezTo>
                  <a:cubicBezTo>
                    <a:pt x="248913" y="1023176"/>
                    <a:pt x="247961" y="1021461"/>
                    <a:pt x="247294" y="1020699"/>
                  </a:cubicBezTo>
                  <a:cubicBezTo>
                    <a:pt x="246913" y="1020223"/>
                    <a:pt x="245770" y="1019461"/>
                    <a:pt x="245484" y="1018889"/>
                  </a:cubicBezTo>
                  <a:cubicBezTo>
                    <a:pt x="245103" y="1018127"/>
                    <a:pt x="244913" y="1016413"/>
                    <a:pt x="244722" y="1015555"/>
                  </a:cubicBezTo>
                  <a:cubicBezTo>
                    <a:pt x="244436" y="1014317"/>
                    <a:pt x="243770" y="1011746"/>
                    <a:pt x="243389" y="1010507"/>
                  </a:cubicBezTo>
                  <a:cubicBezTo>
                    <a:pt x="243103" y="1009460"/>
                    <a:pt x="241960" y="1007459"/>
                    <a:pt x="241960" y="1006316"/>
                  </a:cubicBezTo>
                  <a:cubicBezTo>
                    <a:pt x="242055" y="1005269"/>
                    <a:pt x="243770" y="1003554"/>
                    <a:pt x="243770" y="1002411"/>
                  </a:cubicBezTo>
                  <a:cubicBezTo>
                    <a:pt x="243770" y="1001839"/>
                    <a:pt x="243008" y="1000792"/>
                    <a:pt x="242627" y="1000220"/>
                  </a:cubicBezTo>
                  <a:cubicBezTo>
                    <a:pt x="242150" y="999458"/>
                    <a:pt x="240722" y="998030"/>
                    <a:pt x="240436" y="997172"/>
                  </a:cubicBezTo>
                  <a:cubicBezTo>
                    <a:pt x="240055" y="996124"/>
                    <a:pt x="239960" y="993838"/>
                    <a:pt x="240150" y="992696"/>
                  </a:cubicBezTo>
                  <a:cubicBezTo>
                    <a:pt x="240245" y="992029"/>
                    <a:pt x="240912" y="990695"/>
                    <a:pt x="241293" y="990124"/>
                  </a:cubicBezTo>
                  <a:cubicBezTo>
                    <a:pt x="241769" y="989647"/>
                    <a:pt x="243293" y="989362"/>
                    <a:pt x="243674" y="988790"/>
                  </a:cubicBezTo>
                  <a:cubicBezTo>
                    <a:pt x="244055" y="988219"/>
                    <a:pt x="244246" y="986599"/>
                    <a:pt x="244151" y="985933"/>
                  </a:cubicBezTo>
                  <a:cubicBezTo>
                    <a:pt x="243960" y="984504"/>
                    <a:pt x="241865" y="982218"/>
                    <a:pt x="241865" y="980789"/>
                  </a:cubicBezTo>
                  <a:cubicBezTo>
                    <a:pt x="241769" y="980027"/>
                    <a:pt x="242436" y="978503"/>
                    <a:pt x="242817" y="977837"/>
                  </a:cubicBezTo>
                  <a:cubicBezTo>
                    <a:pt x="243103" y="977265"/>
                    <a:pt x="243960" y="976122"/>
                    <a:pt x="244055" y="975455"/>
                  </a:cubicBezTo>
                  <a:cubicBezTo>
                    <a:pt x="244246" y="974503"/>
                    <a:pt x="244341" y="972503"/>
                    <a:pt x="244055" y="971645"/>
                  </a:cubicBezTo>
                  <a:cubicBezTo>
                    <a:pt x="243674" y="970407"/>
                    <a:pt x="241388" y="968978"/>
                    <a:pt x="240912" y="967835"/>
                  </a:cubicBezTo>
                  <a:cubicBezTo>
                    <a:pt x="240531" y="966978"/>
                    <a:pt x="240722" y="965073"/>
                    <a:pt x="240436" y="964216"/>
                  </a:cubicBezTo>
                  <a:cubicBezTo>
                    <a:pt x="240150" y="963359"/>
                    <a:pt x="239293" y="961549"/>
                    <a:pt x="238531" y="960977"/>
                  </a:cubicBezTo>
                  <a:cubicBezTo>
                    <a:pt x="237864" y="960406"/>
                    <a:pt x="235673" y="960692"/>
                    <a:pt x="235197" y="959930"/>
                  </a:cubicBezTo>
                  <a:cubicBezTo>
                    <a:pt x="234721" y="959072"/>
                    <a:pt x="236150" y="957072"/>
                    <a:pt x="235959" y="956120"/>
                  </a:cubicBezTo>
                  <a:cubicBezTo>
                    <a:pt x="235864" y="955072"/>
                    <a:pt x="234626" y="953357"/>
                    <a:pt x="234054" y="952500"/>
                  </a:cubicBezTo>
                  <a:cubicBezTo>
                    <a:pt x="233483" y="951738"/>
                    <a:pt x="232149" y="950309"/>
                    <a:pt x="231482" y="949643"/>
                  </a:cubicBezTo>
                  <a:cubicBezTo>
                    <a:pt x="230816" y="949166"/>
                    <a:pt x="229101" y="948690"/>
                    <a:pt x="228720" y="948023"/>
                  </a:cubicBezTo>
                  <a:cubicBezTo>
                    <a:pt x="228244" y="947261"/>
                    <a:pt x="229006" y="945166"/>
                    <a:pt x="228720" y="944309"/>
                  </a:cubicBezTo>
                  <a:cubicBezTo>
                    <a:pt x="228530" y="943642"/>
                    <a:pt x="227672" y="942499"/>
                    <a:pt x="227101" y="942022"/>
                  </a:cubicBezTo>
                  <a:cubicBezTo>
                    <a:pt x="226339" y="941451"/>
                    <a:pt x="224339" y="941451"/>
                    <a:pt x="223672" y="940784"/>
                  </a:cubicBezTo>
                  <a:cubicBezTo>
                    <a:pt x="223005" y="940213"/>
                    <a:pt x="222148" y="938689"/>
                    <a:pt x="222053" y="937927"/>
                  </a:cubicBezTo>
                  <a:cubicBezTo>
                    <a:pt x="221957" y="936879"/>
                    <a:pt x="223196" y="934974"/>
                    <a:pt x="223291" y="933926"/>
                  </a:cubicBezTo>
                  <a:cubicBezTo>
                    <a:pt x="223291" y="932783"/>
                    <a:pt x="222434" y="930688"/>
                    <a:pt x="222338" y="929545"/>
                  </a:cubicBezTo>
                  <a:cubicBezTo>
                    <a:pt x="222243" y="928688"/>
                    <a:pt x="222815" y="926973"/>
                    <a:pt x="222719" y="926116"/>
                  </a:cubicBezTo>
                  <a:cubicBezTo>
                    <a:pt x="222529" y="924592"/>
                    <a:pt x="220719" y="921830"/>
                    <a:pt x="220243" y="920305"/>
                  </a:cubicBezTo>
                  <a:cubicBezTo>
                    <a:pt x="219767" y="918781"/>
                    <a:pt x="219767" y="915448"/>
                    <a:pt x="219290" y="913924"/>
                  </a:cubicBezTo>
                  <a:cubicBezTo>
                    <a:pt x="219005" y="912686"/>
                    <a:pt x="217957" y="910495"/>
                    <a:pt x="217385" y="909352"/>
                  </a:cubicBezTo>
                  <a:cubicBezTo>
                    <a:pt x="216909" y="908495"/>
                    <a:pt x="215957" y="906494"/>
                    <a:pt x="215004" y="905923"/>
                  </a:cubicBezTo>
                  <a:cubicBezTo>
                    <a:pt x="214528" y="905637"/>
                    <a:pt x="213290" y="906018"/>
                    <a:pt x="212718" y="905923"/>
                  </a:cubicBezTo>
                  <a:cubicBezTo>
                    <a:pt x="211956" y="905828"/>
                    <a:pt x="210432" y="905732"/>
                    <a:pt x="209765" y="905256"/>
                  </a:cubicBezTo>
                  <a:cubicBezTo>
                    <a:pt x="208813" y="904589"/>
                    <a:pt x="207670" y="902589"/>
                    <a:pt x="207384" y="901541"/>
                  </a:cubicBezTo>
                  <a:cubicBezTo>
                    <a:pt x="207194" y="900874"/>
                    <a:pt x="207384" y="899351"/>
                    <a:pt x="207384" y="898684"/>
                  </a:cubicBezTo>
                  <a:cubicBezTo>
                    <a:pt x="207384" y="897827"/>
                    <a:pt x="207575" y="896017"/>
                    <a:pt x="207194" y="895255"/>
                  </a:cubicBezTo>
                  <a:cubicBezTo>
                    <a:pt x="206717" y="894302"/>
                    <a:pt x="205003" y="892969"/>
                    <a:pt x="204050" y="892588"/>
                  </a:cubicBezTo>
                  <a:cubicBezTo>
                    <a:pt x="203098" y="892207"/>
                    <a:pt x="200812" y="892588"/>
                    <a:pt x="199859" y="892207"/>
                  </a:cubicBezTo>
                  <a:cubicBezTo>
                    <a:pt x="198907" y="891921"/>
                    <a:pt x="197288" y="890683"/>
                    <a:pt x="196430" y="890016"/>
                  </a:cubicBezTo>
                  <a:cubicBezTo>
                    <a:pt x="195573" y="889349"/>
                    <a:pt x="193859" y="888016"/>
                    <a:pt x="193287" y="887159"/>
                  </a:cubicBezTo>
                  <a:cubicBezTo>
                    <a:pt x="192620" y="886111"/>
                    <a:pt x="192430" y="883348"/>
                    <a:pt x="191477" y="882491"/>
                  </a:cubicBezTo>
                  <a:cubicBezTo>
                    <a:pt x="190334" y="881539"/>
                    <a:pt x="187001" y="881920"/>
                    <a:pt x="185762" y="881158"/>
                  </a:cubicBezTo>
                  <a:cubicBezTo>
                    <a:pt x="184619" y="880491"/>
                    <a:pt x="183286" y="878014"/>
                    <a:pt x="182238" y="877253"/>
                  </a:cubicBezTo>
                  <a:cubicBezTo>
                    <a:pt x="181286" y="876586"/>
                    <a:pt x="179000" y="875919"/>
                    <a:pt x="178142" y="875252"/>
                  </a:cubicBezTo>
                  <a:cubicBezTo>
                    <a:pt x="177571" y="874776"/>
                    <a:pt x="177095" y="873252"/>
                    <a:pt x="176428" y="873062"/>
                  </a:cubicBezTo>
                  <a:cubicBezTo>
                    <a:pt x="175571" y="872871"/>
                    <a:pt x="174047" y="874586"/>
                    <a:pt x="173189" y="874490"/>
                  </a:cubicBezTo>
                  <a:cubicBezTo>
                    <a:pt x="172523" y="874395"/>
                    <a:pt x="171570" y="873252"/>
                    <a:pt x="171094" y="872776"/>
                  </a:cubicBezTo>
                  <a:cubicBezTo>
                    <a:pt x="170427" y="872109"/>
                    <a:pt x="169665" y="870109"/>
                    <a:pt x="168808" y="869728"/>
                  </a:cubicBezTo>
                  <a:cubicBezTo>
                    <a:pt x="167855" y="869252"/>
                    <a:pt x="165569" y="870299"/>
                    <a:pt x="164522" y="869918"/>
                  </a:cubicBezTo>
                  <a:cubicBezTo>
                    <a:pt x="163950" y="869632"/>
                    <a:pt x="163283" y="868489"/>
                    <a:pt x="162902" y="868013"/>
                  </a:cubicBezTo>
                  <a:cubicBezTo>
                    <a:pt x="162331" y="867347"/>
                    <a:pt x="161569" y="865632"/>
                    <a:pt x="160902" y="865156"/>
                  </a:cubicBezTo>
                  <a:cubicBezTo>
                    <a:pt x="159950" y="864584"/>
                    <a:pt x="157092" y="865251"/>
                    <a:pt x="156330" y="864394"/>
                  </a:cubicBezTo>
                  <a:cubicBezTo>
                    <a:pt x="155663" y="863632"/>
                    <a:pt x="156425" y="861536"/>
                    <a:pt x="156140" y="860584"/>
                  </a:cubicBezTo>
                  <a:cubicBezTo>
                    <a:pt x="155854" y="859727"/>
                    <a:pt x="154997" y="858107"/>
                    <a:pt x="154330" y="857440"/>
                  </a:cubicBezTo>
                  <a:cubicBezTo>
                    <a:pt x="153377" y="856583"/>
                    <a:pt x="150806" y="856107"/>
                    <a:pt x="149758" y="855345"/>
                  </a:cubicBezTo>
                  <a:cubicBezTo>
                    <a:pt x="148424" y="854393"/>
                    <a:pt x="146329" y="852011"/>
                    <a:pt x="145281" y="850868"/>
                  </a:cubicBezTo>
                  <a:cubicBezTo>
                    <a:pt x="144519" y="850011"/>
                    <a:pt x="143281" y="848201"/>
                    <a:pt x="142614" y="847249"/>
                  </a:cubicBezTo>
                  <a:cubicBezTo>
                    <a:pt x="141852" y="846106"/>
                    <a:pt x="140614" y="843629"/>
                    <a:pt x="139566" y="842772"/>
                  </a:cubicBezTo>
                  <a:cubicBezTo>
                    <a:pt x="138518" y="842010"/>
                    <a:pt x="135661" y="841820"/>
                    <a:pt x="134613" y="841057"/>
                  </a:cubicBezTo>
                  <a:cubicBezTo>
                    <a:pt x="133565" y="840200"/>
                    <a:pt x="132137" y="837914"/>
                    <a:pt x="131756" y="836676"/>
                  </a:cubicBezTo>
                  <a:cubicBezTo>
                    <a:pt x="131470" y="835533"/>
                    <a:pt x="132137" y="833247"/>
                    <a:pt x="131946" y="832104"/>
                  </a:cubicBezTo>
                  <a:cubicBezTo>
                    <a:pt x="131851" y="831342"/>
                    <a:pt x="131279" y="829913"/>
                    <a:pt x="130994" y="829247"/>
                  </a:cubicBezTo>
                  <a:cubicBezTo>
                    <a:pt x="130422" y="828104"/>
                    <a:pt x="129089" y="825913"/>
                    <a:pt x="128136" y="825246"/>
                  </a:cubicBezTo>
                  <a:cubicBezTo>
                    <a:pt x="127279" y="824579"/>
                    <a:pt x="124993" y="824484"/>
                    <a:pt x="124136" y="823817"/>
                  </a:cubicBezTo>
                  <a:cubicBezTo>
                    <a:pt x="123564" y="823341"/>
                    <a:pt x="123088" y="821722"/>
                    <a:pt x="122516" y="821150"/>
                  </a:cubicBezTo>
                  <a:cubicBezTo>
                    <a:pt x="121945" y="820769"/>
                    <a:pt x="120611" y="820484"/>
                    <a:pt x="119945" y="820198"/>
                  </a:cubicBezTo>
                  <a:cubicBezTo>
                    <a:pt x="118802" y="819722"/>
                    <a:pt x="116325" y="818674"/>
                    <a:pt x="115373" y="817817"/>
                  </a:cubicBezTo>
                  <a:cubicBezTo>
                    <a:pt x="114706" y="817340"/>
                    <a:pt x="113944" y="815626"/>
                    <a:pt x="113372" y="815149"/>
                  </a:cubicBezTo>
                  <a:cubicBezTo>
                    <a:pt x="112801" y="814673"/>
                    <a:pt x="111467" y="814292"/>
                    <a:pt x="110801" y="813911"/>
                  </a:cubicBezTo>
                  <a:cubicBezTo>
                    <a:pt x="109943" y="813530"/>
                    <a:pt x="108229" y="812673"/>
                    <a:pt x="107657" y="811911"/>
                  </a:cubicBezTo>
                  <a:cubicBezTo>
                    <a:pt x="106895" y="810959"/>
                    <a:pt x="106705" y="808196"/>
                    <a:pt x="106038" y="807148"/>
                  </a:cubicBezTo>
                  <a:cubicBezTo>
                    <a:pt x="105371" y="806005"/>
                    <a:pt x="103085" y="804386"/>
                    <a:pt x="102323" y="803338"/>
                  </a:cubicBezTo>
                  <a:cubicBezTo>
                    <a:pt x="101561" y="802196"/>
                    <a:pt x="100514" y="799433"/>
                    <a:pt x="100037" y="798100"/>
                  </a:cubicBezTo>
                  <a:cubicBezTo>
                    <a:pt x="99561" y="796862"/>
                    <a:pt x="99180" y="794099"/>
                    <a:pt x="98228" y="793242"/>
                  </a:cubicBezTo>
                  <a:cubicBezTo>
                    <a:pt x="97370" y="792575"/>
                    <a:pt x="94799" y="792956"/>
                    <a:pt x="93751" y="792385"/>
                  </a:cubicBezTo>
                  <a:cubicBezTo>
                    <a:pt x="93084" y="792004"/>
                    <a:pt x="92227" y="790480"/>
                    <a:pt x="91560" y="790004"/>
                  </a:cubicBezTo>
                  <a:cubicBezTo>
                    <a:pt x="90798" y="789337"/>
                    <a:pt x="88607" y="788480"/>
                    <a:pt x="88131" y="787622"/>
                  </a:cubicBezTo>
                  <a:cubicBezTo>
                    <a:pt x="87750" y="786860"/>
                    <a:pt x="88322" y="784860"/>
                    <a:pt x="88036" y="784003"/>
                  </a:cubicBezTo>
                  <a:cubicBezTo>
                    <a:pt x="87750" y="783050"/>
                    <a:pt x="86893" y="781240"/>
                    <a:pt x="86036" y="780669"/>
                  </a:cubicBezTo>
                  <a:cubicBezTo>
                    <a:pt x="85274" y="780193"/>
                    <a:pt x="83369" y="780860"/>
                    <a:pt x="82607" y="780479"/>
                  </a:cubicBezTo>
                  <a:cubicBezTo>
                    <a:pt x="81559" y="779907"/>
                    <a:pt x="80702" y="777240"/>
                    <a:pt x="79654" y="776478"/>
                  </a:cubicBezTo>
                  <a:cubicBezTo>
                    <a:pt x="78892" y="775906"/>
                    <a:pt x="77177" y="775240"/>
                    <a:pt x="76225" y="775145"/>
                  </a:cubicBezTo>
                  <a:cubicBezTo>
                    <a:pt x="75177" y="774954"/>
                    <a:pt x="72891" y="775811"/>
                    <a:pt x="71843" y="775526"/>
                  </a:cubicBezTo>
                  <a:cubicBezTo>
                    <a:pt x="70796" y="775145"/>
                    <a:pt x="69272" y="773430"/>
                    <a:pt x="68414" y="772668"/>
                  </a:cubicBezTo>
                  <a:cubicBezTo>
                    <a:pt x="67843" y="772097"/>
                    <a:pt x="66795" y="770763"/>
                    <a:pt x="66033" y="770382"/>
                  </a:cubicBezTo>
                  <a:cubicBezTo>
                    <a:pt x="65366" y="770096"/>
                    <a:pt x="63842" y="770382"/>
                    <a:pt x="63176" y="770096"/>
                  </a:cubicBezTo>
                  <a:cubicBezTo>
                    <a:pt x="62318" y="769715"/>
                    <a:pt x="60985" y="768572"/>
                    <a:pt x="60509" y="767810"/>
                  </a:cubicBezTo>
                  <a:cubicBezTo>
                    <a:pt x="60032" y="767239"/>
                    <a:pt x="59842" y="765429"/>
                    <a:pt x="59270" y="764953"/>
                  </a:cubicBezTo>
                  <a:cubicBezTo>
                    <a:pt x="58413" y="764286"/>
                    <a:pt x="55937" y="764572"/>
                    <a:pt x="54984" y="764000"/>
                  </a:cubicBezTo>
                  <a:cubicBezTo>
                    <a:pt x="54127" y="763524"/>
                    <a:pt x="52698" y="761810"/>
                    <a:pt x="52317" y="760857"/>
                  </a:cubicBezTo>
                  <a:cubicBezTo>
                    <a:pt x="51936" y="759905"/>
                    <a:pt x="52317" y="757904"/>
                    <a:pt x="52127" y="756952"/>
                  </a:cubicBezTo>
                  <a:cubicBezTo>
                    <a:pt x="51841" y="755809"/>
                    <a:pt x="50317" y="753809"/>
                    <a:pt x="49936" y="752665"/>
                  </a:cubicBezTo>
                  <a:cubicBezTo>
                    <a:pt x="49650" y="751904"/>
                    <a:pt x="49841" y="750094"/>
                    <a:pt x="49364" y="749427"/>
                  </a:cubicBezTo>
                  <a:cubicBezTo>
                    <a:pt x="48698" y="748474"/>
                    <a:pt x="46031" y="748189"/>
                    <a:pt x="45269" y="747236"/>
                  </a:cubicBezTo>
                  <a:cubicBezTo>
                    <a:pt x="44697" y="746474"/>
                    <a:pt x="44507" y="744284"/>
                    <a:pt x="44221" y="743331"/>
                  </a:cubicBezTo>
                  <a:cubicBezTo>
                    <a:pt x="43935" y="742283"/>
                    <a:pt x="43649" y="740188"/>
                    <a:pt x="43268" y="739235"/>
                  </a:cubicBezTo>
                  <a:cubicBezTo>
                    <a:pt x="42697" y="737997"/>
                    <a:pt x="40887" y="735806"/>
                    <a:pt x="40316" y="734473"/>
                  </a:cubicBezTo>
                  <a:cubicBezTo>
                    <a:pt x="39839" y="733425"/>
                    <a:pt x="39268" y="731139"/>
                    <a:pt x="38982" y="730091"/>
                  </a:cubicBezTo>
                  <a:cubicBezTo>
                    <a:pt x="38696" y="729234"/>
                    <a:pt x="38411" y="727615"/>
                    <a:pt x="38030" y="726853"/>
                  </a:cubicBezTo>
                  <a:cubicBezTo>
                    <a:pt x="37458" y="725805"/>
                    <a:pt x="35839" y="723995"/>
                    <a:pt x="35267" y="722947"/>
                  </a:cubicBezTo>
                  <a:cubicBezTo>
                    <a:pt x="34696" y="721900"/>
                    <a:pt x="34505" y="719423"/>
                    <a:pt x="33648" y="718661"/>
                  </a:cubicBezTo>
                  <a:cubicBezTo>
                    <a:pt x="32886" y="717899"/>
                    <a:pt x="30410" y="717995"/>
                    <a:pt x="29362" y="717423"/>
                  </a:cubicBezTo>
                  <a:cubicBezTo>
                    <a:pt x="28505" y="716947"/>
                    <a:pt x="27266" y="715232"/>
                    <a:pt x="26314" y="714851"/>
                  </a:cubicBezTo>
                  <a:cubicBezTo>
                    <a:pt x="25647" y="714565"/>
                    <a:pt x="24028" y="714375"/>
                    <a:pt x="23266" y="714661"/>
                  </a:cubicBezTo>
                  <a:cubicBezTo>
                    <a:pt x="22313" y="714947"/>
                    <a:pt x="21170" y="717232"/>
                    <a:pt x="20218" y="717232"/>
                  </a:cubicBezTo>
                  <a:cubicBezTo>
                    <a:pt x="19075" y="717232"/>
                    <a:pt x="17360" y="715423"/>
                    <a:pt x="16694" y="714565"/>
                  </a:cubicBezTo>
                  <a:cubicBezTo>
                    <a:pt x="15932" y="713613"/>
                    <a:pt x="14789" y="710184"/>
                    <a:pt x="14789" y="710184"/>
                  </a:cubicBezTo>
                  <a:cubicBezTo>
                    <a:pt x="14408" y="709517"/>
                    <a:pt x="13741" y="708184"/>
                    <a:pt x="13265" y="707612"/>
                  </a:cubicBezTo>
                  <a:cubicBezTo>
                    <a:pt x="12979" y="707231"/>
                    <a:pt x="12312" y="706469"/>
                    <a:pt x="11931" y="706279"/>
                  </a:cubicBezTo>
                  <a:cubicBezTo>
                    <a:pt x="11360" y="705898"/>
                    <a:pt x="9931" y="705898"/>
                    <a:pt x="9359" y="705517"/>
                  </a:cubicBezTo>
                  <a:cubicBezTo>
                    <a:pt x="8978" y="705231"/>
                    <a:pt x="8883" y="704279"/>
                    <a:pt x="8502" y="704088"/>
                  </a:cubicBezTo>
                  <a:cubicBezTo>
                    <a:pt x="7931" y="703707"/>
                    <a:pt x="6216" y="704183"/>
                    <a:pt x="5740" y="703612"/>
                  </a:cubicBezTo>
                  <a:cubicBezTo>
                    <a:pt x="5264" y="703136"/>
                    <a:pt x="5645" y="701612"/>
                    <a:pt x="5359" y="701040"/>
                  </a:cubicBezTo>
                  <a:cubicBezTo>
                    <a:pt x="4978" y="700469"/>
                    <a:pt x="3454" y="700088"/>
                    <a:pt x="3073" y="699516"/>
                  </a:cubicBezTo>
                  <a:cubicBezTo>
                    <a:pt x="2597" y="699040"/>
                    <a:pt x="2120" y="697611"/>
                    <a:pt x="2025" y="696944"/>
                  </a:cubicBezTo>
                  <a:cubicBezTo>
                    <a:pt x="1930" y="696182"/>
                    <a:pt x="2978" y="694468"/>
                    <a:pt x="2597" y="693801"/>
                  </a:cubicBezTo>
                  <a:cubicBezTo>
                    <a:pt x="2216" y="693230"/>
                    <a:pt x="311" y="693515"/>
                    <a:pt x="25" y="692848"/>
                  </a:cubicBezTo>
                  <a:cubicBezTo>
                    <a:pt x="-166" y="692277"/>
                    <a:pt x="787" y="691324"/>
                    <a:pt x="1168" y="690944"/>
                  </a:cubicBezTo>
                  <a:cubicBezTo>
                    <a:pt x="1739" y="690372"/>
                    <a:pt x="3549" y="690277"/>
                    <a:pt x="4025" y="689705"/>
                  </a:cubicBezTo>
                  <a:cubicBezTo>
                    <a:pt x="4406" y="689229"/>
                    <a:pt x="4692" y="687800"/>
                    <a:pt x="4692" y="687134"/>
                  </a:cubicBezTo>
                  <a:cubicBezTo>
                    <a:pt x="4597" y="686467"/>
                    <a:pt x="3740" y="685419"/>
                    <a:pt x="3740" y="684752"/>
                  </a:cubicBezTo>
                  <a:cubicBezTo>
                    <a:pt x="3740" y="684086"/>
                    <a:pt x="4787" y="682943"/>
                    <a:pt x="4787" y="682276"/>
                  </a:cubicBezTo>
                  <a:cubicBezTo>
                    <a:pt x="4787" y="681323"/>
                    <a:pt x="2978" y="679799"/>
                    <a:pt x="3263" y="678847"/>
                  </a:cubicBezTo>
                  <a:cubicBezTo>
                    <a:pt x="3549" y="678085"/>
                    <a:pt x="5168" y="677609"/>
                    <a:pt x="5930" y="677418"/>
                  </a:cubicBezTo>
                  <a:cubicBezTo>
                    <a:pt x="7073" y="677037"/>
                    <a:pt x="10883" y="676847"/>
                    <a:pt x="10883" y="676847"/>
                  </a:cubicBezTo>
                  <a:lnTo>
                    <a:pt x="470274" y="699611"/>
                  </a:lnTo>
                  <a:lnTo>
                    <a:pt x="496182" y="0"/>
                  </a:lnTo>
                  <a:lnTo>
                    <a:pt x="500468" y="95"/>
                  </a:lnTo>
                  <a:lnTo>
                    <a:pt x="871277" y="6572"/>
                  </a:lnTo>
                  <a:lnTo>
                    <a:pt x="871277" y="308705"/>
                  </a:lnTo>
                  <a:cubicBezTo>
                    <a:pt x="871277" y="308705"/>
                    <a:pt x="873563" y="308801"/>
                    <a:pt x="874325" y="308610"/>
                  </a:cubicBezTo>
                  <a:cubicBezTo>
                    <a:pt x="875087" y="308420"/>
                    <a:pt x="876515" y="307848"/>
                    <a:pt x="877182" y="307467"/>
                  </a:cubicBezTo>
                  <a:cubicBezTo>
                    <a:pt x="877658" y="307181"/>
                    <a:pt x="878325" y="306134"/>
                    <a:pt x="878897" y="306134"/>
                  </a:cubicBezTo>
                  <a:cubicBezTo>
                    <a:pt x="879754" y="306038"/>
                    <a:pt x="881373" y="307181"/>
                    <a:pt x="882231" y="307657"/>
                  </a:cubicBezTo>
                  <a:cubicBezTo>
                    <a:pt x="882992" y="308038"/>
                    <a:pt x="884516" y="308705"/>
                    <a:pt x="885088" y="309277"/>
                  </a:cubicBezTo>
                  <a:cubicBezTo>
                    <a:pt x="885659" y="309753"/>
                    <a:pt x="886517" y="311087"/>
                    <a:pt x="886898" y="311753"/>
                  </a:cubicBezTo>
                  <a:cubicBezTo>
                    <a:pt x="887374" y="312611"/>
                    <a:pt x="888041" y="314515"/>
                    <a:pt x="888612" y="315278"/>
                  </a:cubicBezTo>
                  <a:cubicBezTo>
                    <a:pt x="889279" y="316135"/>
                    <a:pt x="891279" y="317468"/>
                    <a:pt x="892136" y="318230"/>
                  </a:cubicBezTo>
                  <a:cubicBezTo>
                    <a:pt x="892899" y="318897"/>
                    <a:pt x="894518" y="320326"/>
                    <a:pt x="895184" y="321183"/>
                  </a:cubicBezTo>
                  <a:cubicBezTo>
                    <a:pt x="895947" y="322136"/>
                    <a:pt x="896994" y="324326"/>
                    <a:pt x="897851" y="325184"/>
                  </a:cubicBezTo>
                  <a:cubicBezTo>
                    <a:pt x="898614" y="326041"/>
                    <a:pt x="900328" y="327374"/>
                    <a:pt x="901185" y="328041"/>
                  </a:cubicBezTo>
                  <a:cubicBezTo>
                    <a:pt x="902233" y="328898"/>
                    <a:pt x="904614" y="330518"/>
                    <a:pt x="905662" y="331470"/>
                  </a:cubicBezTo>
                  <a:cubicBezTo>
                    <a:pt x="906424" y="332137"/>
                    <a:pt x="908043" y="333661"/>
                    <a:pt x="908710" y="334423"/>
                  </a:cubicBezTo>
                  <a:cubicBezTo>
                    <a:pt x="909282" y="335089"/>
                    <a:pt x="909853" y="336899"/>
                    <a:pt x="910615" y="337376"/>
                  </a:cubicBezTo>
                  <a:cubicBezTo>
                    <a:pt x="911186" y="337756"/>
                    <a:pt x="912806" y="337852"/>
                    <a:pt x="913568" y="337852"/>
                  </a:cubicBezTo>
                  <a:cubicBezTo>
                    <a:pt x="914330" y="337852"/>
                    <a:pt x="915854" y="337376"/>
                    <a:pt x="916616" y="337280"/>
                  </a:cubicBezTo>
                  <a:cubicBezTo>
                    <a:pt x="917664" y="337280"/>
                    <a:pt x="919664" y="338042"/>
                    <a:pt x="920711" y="337947"/>
                  </a:cubicBezTo>
                  <a:cubicBezTo>
                    <a:pt x="921474" y="337852"/>
                    <a:pt x="922998" y="337185"/>
                    <a:pt x="923569" y="336613"/>
                  </a:cubicBezTo>
                  <a:cubicBezTo>
                    <a:pt x="924045" y="336137"/>
                    <a:pt x="924426" y="334709"/>
                    <a:pt x="924712" y="334137"/>
                  </a:cubicBezTo>
                  <a:cubicBezTo>
                    <a:pt x="924998" y="333470"/>
                    <a:pt x="924998" y="331851"/>
                    <a:pt x="925569" y="331375"/>
                  </a:cubicBezTo>
                  <a:cubicBezTo>
                    <a:pt x="926331" y="330803"/>
                    <a:pt x="928332" y="331089"/>
                    <a:pt x="929189" y="331375"/>
                  </a:cubicBezTo>
                  <a:cubicBezTo>
                    <a:pt x="929760" y="331565"/>
                    <a:pt x="930522" y="332804"/>
                    <a:pt x="931189" y="332708"/>
                  </a:cubicBezTo>
                  <a:cubicBezTo>
                    <a:pt x="931760" y="332708"/>
                    <a:pt x="932427" y="331565"/>
                    <a:pt x="932903" y="331470"/>
                  </a:cubicBezTo>
                  <a:cubicBezTo>
                    <a:pt x="933570" y="331280"/>
                    <a:pt x="935094" y="331184"/>
                    <a:pt x="935666" y="331565"/>
                  </a:cubicBezTo>
                  <a:cubicBezTo>
                    <a:pt x="936237" y="331946"/>
                    <a:pt x="936523" y="333565"/>
                    <a:pt x="937094" y="333946"/>
                  </a:cubicBezTo>
                  <a:cubicBezTo>
                    <a:pt x="937666" y="334328"/>
                    <a:pt x="938999" y="334232"/>
                    <a:pt x="939666" y="334423"/>
                  </a:cubicBezTo>
                  <a:cubicBezTo>
                    <a:pt x="940524" y="334709"/>
                    <a:pt x="942048" y="335756"/>
                    <a:pt x="942905" y="336137"/>
                  </a:cubicBezTo>
                  <a:cubicBezTo>
                    <a:pt x="943476" y="336423"/>
                    <a:pt x="944619" y="337280"/>
                    <a:pt x="945286" y="337280"/>
                  </a:cubicBezTo>
                  <a:cubicBezTo>
                    <a:pt x="946048" y="337280"/>
                    <a:pt x="947762" y="336613"/>
                    <a:pt x="948239" y="336042"/>
                  </a:cubicBezTo>
                  <a:cubicBezTo>
                    <a:pt x="948810" y="335375"/>
                    <a:pt x="948906" y="333470"/>
                    <a:pt x="948906" y="332613"/>
                  </a:cubicBezTo>
                  <a:cubicBezTo>
                    <a:pt x="948906" y="331661"/>
                    <a:pt x="947953" y="329851"/>
                    <a:pt x="947953" y="328898"/>
                  </a:cubicBezTo>
                  <a:cubicBezTo>
                    <a:pt x="948048" y="328041"/>
                    <a:pt x="948715" y="326231"/>
                    <a:pt x="949382" y="325660"/>
                  </a:cubicBezTo>
                  <a:cubicBezTo>
                    <a:pt x="950049" y="324898"/>
                    <a:pt x="952049" y="323660"/>
                    <a:pt x="953097" y="323850"/>
                  </a:cubicBezTo>
                  <a:cubicBezTo>
                    <a:pt x="953954" y="324040"/>
                    <a:pt x="954811" y="325850"/>
                    <a:pt x="955287" y="326517"/>
                  </a:cubicBezTo>
                  <a:cubicBezTo>
                    <a:pt x="955764" y="327374"/>
                    <a:pt x="956144" y="329374"/>
                    <a:pt x="956716" y="330232"/>
                  </a:cubicBezTo>
                  <a:cubicBezTo>
                    <a:pt x="957192" y="330898"/>
                    <a:pt x="958335" y="332327"/>
                    <a:pt x="959097" y="332518"/>
                  </a:cubicBezTo>
                  <a:cubicBezTo>
                    <a:pt x="959859" y="332613"/>
                    <a:pt x="961098" y="331470"/>
                    <a:pt x="961764" y="331280"/>
                  </a:cubicBezTo>
                  <a:cubicBezTo>
                    <a:pt x="962336" y="331089"/>
                    <a:pt x="963669" y="330898"/>
                    <a:pt x="964145" y="331089"/>
                  </a:cubicBezTo>
                  <a:cubicBezTo>
                    <a:pt x="964622" y="331280"/>
                    <a:pt x="965384" y="332232"/>
                    <a:pt x="965669" y="332708"/>
                  </a:cubicBezTo>
                  <a:cubicBezTo>
                    <a:pt x="966050" y="333661"/>
                    <a:pt x="965669" y="335852"/>
                    <a:pt x="966146" y="336804"/>
                  </a:cubicBezTo>
                  <a:cubicBezTo>
                    <a:pt x="966432" y="337280"/>
                    <a:pt x="967574" y="337852"/>
                    <a:pt x="967956" y="338233"/>
                  </a:cubicBezTo>
                  <a:cubicBezTo>
                    <a:pt x="968527" y="339090"/>
                    <a:pt x="968717" y="341376"/>
                    <a:pt x="969479" y="342138"/>
                  </a:cubicBezTo>
                  <a:cubicBezTo>
                    <a:pt x="970051" y="342710"/>
                    <a:pt x="971956" y="342900"/>
                    <a:pt x="972432" y="343567"/>
                  </a:cubicBezTo>
                  <a:cubicBezTo>
                    <a:pt x="973004" y="344519"/>
                    <a:pt x="972147" y="346901"/>
                    <a:pt x="972242" y="348044"/>
                  </a:cubicBezTo>
                  <a:cubicBezTo>
                    <a:pt x="972337" y="348901"/>
                    <a:pt x="972623" y="350615"/>
                    <a:pt x="973004" y="351377"/>
                  </a:cubicBezTo>
                  <a:cubicBezTo>
                    <a:pt x="973385" y="352139"/>
                    <a:pt x="974814" y="353282"/>
                    <a:pt x="975004" y="354139"/>
                  </a:cubicBezTo>
                  <a:cubicBezTo>
                    <a:pt x="975290" y="355378"/>
                    <a:pt x="973861" y="358045"/>
                    <a:pt x="974432" y="359283"/>
                  </a:cubicBezTo>
                  <a:cubicBezTo>
                    <a:pt x="975004" y="360521"/>
                    <a:pt x="977576" y="362045"/>
                    <a:pt x="978909" y="362426"/>
                  </a:cubicBezTo>
                  <a:cubicBezTo>
                    <a:pt x="979862" y="362712"/>
                    <a:pt x="981957" y="361569"/>
                    <a:pt x="982910" y="361950"/>
                  </a:cubicBezTo>
                  <a:cubicBezTo>
                    <a:pt x="983672" y="362236"/>
                    <a:pt x="983957" y="364331"/>
                    <a:pt x="984719" y="364522"/>
                  </a:cubicBezTo>
                  <a:cubicBezTo>
                    <a:pt x="985862" y="364807"/>
                    <a:pt x="987767" y="362426"/>
                    <a:pt x="988910" y="362426"/>
                  </a:cubicBezTo>
                  <a:cubicBezTo>
                    <a:pt x="990244" y="362521"/>
                    <a:pt x="992054" y="365093"/>
                    <a:pt x="993292" y="365188"/>
                  </a:cubicBezTo>
                  <a:cubicBezTo>
                    <a:pt x="994625" y="365284"/>
                    <a:pt x="996816" y="363569"/>
                    <a:pt x="997959" y="362903"/>
                  </a:cubicBezTo>
                  <a:cubicBezTo>
                    <a:pt x="998626" y="362521"/>
                    <a:pt x="999674" y="361379"/>
                    <a:pt x="1000436" y="361188"/>
                  </a:cubicBezTo>
                  <a:cubicBezTo>
                    <a:pt x="1001674" y="360902"/>
                    <a:pt x="1004246" y="361855"/>
                    <a:pt x="1005389" y="362426"/>
                  </a:cubicBezTo>
                  <a:cubicBezTo>
                    <a:pt x="1006627" y="362998"/>
                    <a:pt x="1008532" y="365093"/>
                    <a:pt x="1009675" y="365760"/>
                  </a:cubicBezTo>
                  <a:cubicBezTo>
                    <a:pt x="1010437" y="366236"/>
                    <a:pt x="1012247" y="366998"/>
                    <a:pt x="1013104" y="367379"/>
                  </a:cubicBezTo>
                  <a:cubicBezTo>
                    <a:pt x="1013961" y="367855"/>
                    <a:pt x="1015676" y="368903"/>
                    <a:pt x="1016533" y="369475"/>
                  </a:cubicBezTo>
                  <a:cubicBezTo>
                    <a:pt x="1017009" y="369761"/>
                    <a:pt x="1017676" y="370808"/>
                    <a:pt x="1018248" y="370904"/>
                  </a:cubicBezTo>
                  <a:cubicBezTo>
                    <a:pt x="1019009" y="370999"/>
                    <a:pt x="1020057" y="369284"/>
                    <a:pt x="1020819" y="369094"/>
                  </a:cubicBezTo>
                  <a:cubicBezTo>
                    <a:pt x="1021772" y="368903"/>
                    <a:pt x="1023962" y="369284"/>
                    <a:pt x="1024820" y="369761"/>
                  </a:cubicBezTo>
                  <a:cubicBezTo>
                    <a:pt x="1026249" y="370427"/>
                    <a:pt x="1028058" y="373189"/>
                    <a:pt x="1029297" y="374142"/>
                  </a:cubicBezTo>
                  <a:cubicBezTo>
                    <a:pt x="1030058" y="374713"/>
                    <a:pt x="1031582" y="376047"/>
                    <a:pt x="1032535" y="376047"/>
                  </a:cubicBezTo>
                  <a:cubicBezTo>
                    <a:pt x="1033392" y="376047"/>
                    <a:pt x="1034821" y="374618"/>
                    <a:pt x="1035678" y="374332"/>
                  </a:cubicBezTo>
                  <a:cubicBezTo>
                    <a:pt x="1036916" y="373856"/>
                    <a:pt x="1039869" y="374237"/>
                    <a:pt x="1040917" y="373475"/>
                  </a:cubicBezTo>
                  <a:cubicBezTo>
                    <a:pt x="1041584" y="373094"/>
                    <a:pt x="1041965" y="371380"/>
                    <a:pt x="1042536" y="370808"/>
                  </a:cubicBezTo>
                  <a:cubicBezTo>
                    <a:pt x="1043108" y="370142"/>
                    <a:pt x="1044441" y="368998"/>
                    <a:pt x="1045299" y="368903"/>
                  </a:cubicBezTo>
                  <a:cubicBezTo>
                    <a:pt x="1046060" y="368713"/>
                    <a:pt x="1047680" y="369570"/>
                    <a:pt x="1048537" y="369570"/>
                  </a:cubicBezTo>
                  <a:cubicBezTo>
                    <a:pt x="1049490" y="369570"/>
                    <a:pt x="1051299" y="368903"/>
                    <a:pt x="1052252" y="369189"/>
                  </a:cubicBezTo>
                  <a:cubicBezTo>
                    <a:pt x="1053204" y="369475"/>
                    <a:pt x="1054633" y="370808"/>
                    <a:pt x="1055300" y="371570"/>
                  </a:cubicBezTo>
                  <a:cubicBezTo>
                    <a:pt x="1056157" y="372618"/>
                    <a:pt x="1057205" y="375285"/>
                    <a:pt x="1057872" y="376428"/>
                  </a:cubicBezTo>
                  <a:cubicBezTo>
                    <a:pt x="1058538" y="377571"/>
                    <a:pt x="1059872" y="379952"/>
                    <a:pt x="1060729" y="381000"/>
                  </a:cubicBezTo>
                  <a:cubicBezTo>
                    <a:pt x="1061586" y="382048"/>
                    <a:pt x="1063396" y="384048"/>
                    <a:pt x="1064539" y="384524"/>
                  </a:cubicBezTo>
                  <a:cubicBezTo>
                    <a:pt x="1065301" y="384810"/>
                    <a:pt x="1067016" y="384810"/>
                    <a:pt x="1067777" y="384620"/>
                  </a:cubicBezTo>
                  <a:cubicBezTo>
                    <a:pt x="1068349" y="384429"/>
                    <a:pt x="1069206" y="383762"/>
                    <a:pt x="1069587" y="383381"/>
                  </a:cubicBezTo>
                  <a:cubicBezTo>
                    <a:pt x="1070254" y="382810"/>
                    <a:pt x="1071302" y="381286"/>
                    <a:pt x="1072064" y="380810"/>
                  </a:cubicBezTo>
                  <a:cubicBezTo>
                    <a:pt x="1072921" y="380429"/>
                    <a:pt x="1075016" y="380810"/>
                    <a:pt x="1075778" y="380238"/>
                  </a:cubicBezTo>
                  <a:cubicBezTo>
                    <a:pt x="1076636" y="379476"/>
                    <a:pt x="1077207" y="376999"/>
                    <a:pt x="1077398" y="375856"/>
                  </a:cubicBezTo>
                  <a:cubicBezTo>
                    <a:pt x="1077493" y="375095"/>
                    <a:pt x="1077112" y="373475"/>
                    <a:pt x="1077493" y="372809"/>
                  </a:cubicBezTo>
                  <a:cubicBezTo>
                    <a:pt x="1077779" y="372237"/>
                    <a:pt x="1078731" y="371380"/>
                    <a:pt x="1079303" y="370999"/>
                  </a:cubicBezTo>
                  <a:cubicBezTo>
                    <a:pt x="1080065" y="370618"/>
                    <a:pt x="1081874" y="370046"/>
                    <a:pt x="1082732" y="370046"/>
                  </a:cubicBezTo>
                  <a:cubicBezTo>
                    <a:pt x="1083684" y="370046"/>
                    <a:pt x="1085589" y="370522"/>
                    <a:pt x="1086447" y="370999"/>
                  </a:cubicBezTo>
                  <a:cubicBezTo>
                    <a:pt x="1087304" y="371570"/>
                    <a:pt x="1088161" y="373666"/>
                    <a:pt x="1089114" y="374142"/>
                  </a:cubicBezTo>
                  <a:cubicBezTo>
                    <a:pt x="1090161" y="374618"/>
                    <a:pt x="1092638" y="374237"/>
                    <a:pt x="1093781" y="374142"/>
                  </a:cubicBezTo>
                  <a:cubicBezTo>
                    <a:pt x="1095019" y="374047"/>
                    <a:pt x="1097495" y="372999"/>
                    <a:pt x="1098734" y="373380"/>
                  </a:cubicBezTo>
                  <a:cubicBezTo>
                    <a:pt x="1099496" y="373666"/>
                    <a:pt x="1100353" y="375095"/>
                    <a:pt x="1101020" y="375476"/>
                  </a:cubicBezTo>
                  <a:cubicBezTo>
                    <a:pt x="1101686" y="375856"/>
                    <a:pt x="1103115" y="376238"/>
                    <a:pt x="1103877" y="376238"/>
                  </a:cubicBezTo>
                  <a:cubicBezTo>
                    <a:pt x="1104639" y="376238"/>
                    <a:pt x="1106258" y="376142"/>
                    <a:pt x="1107020" y="375761"/>
                  </a:cubicBezTo>
                  <a:cubicBezTo>
                    <a:pt x="1107783" y="375380"/>
                    <a:pt x="1109116" y="374142"/>
                    <a:pt x="1109497" y="373380"/>
                  </a:cubicBezTo>
                  <a:cubicBezTo>
                    <a:pt x="1109878" y="372713"/>
                    <a:pt x="1109497" y="370808"/>
                    <a:pt x="1110068" y="370237"/>
                  </a:cubicBezTo>
                  <a:cubicBezTo>
                    <a:pt x="1110545" y="369856"/>
                    <a:pt x="1111974" y="369665"/>
                    <a:pt x="1112640" y="369856"/>
                  </a:cubicBezTo>
                  <a:cubicBezTo>
                    <a:pt x="1113593" y="370142"/>
                    <a:pt x="1115307" y="371570"/>
                    <a:pt x="1115688" y="372523"/>
                  </a:cubicBezTo>
                  <a:cubicBezTo>
                    <a:pt x="1116069" y="373380"/>
                    <a:pt x="1115879" y="375380"/>
                    <a:pt x="1115593" y="376238"/>
                  </a:cubicBezTo>
                  <a:cubicBezTo>
                    <a:pt x="1115307" y="377095"/>
                    <a:pt x="1114164" y="378428"/>
                    <a:pt x="1113783" y="379190"/>
                  </a:cubicBezTo>
                  <a:cubicBezTo>
                    <a:pt x="1113402" y="379952"/>
                    <a:pt x="1112545" y="381571"/>
                    <a:pt x="1112545" y="382334"/>
                  </a:cubicBezTo>
                  <a:cubicBezTo>
                    <a:pt x="1112545" y="383000"/>
                    <a:pt x="1113498" y="383953"/>
                    <a:pt x="1113688" y="384620"/>
                  </a:cubicBezTo>
                  <a:cubicBezTo>
                    <a:pt x="1114069" y="385858"/>
                    <a:pt x="1113974" y="388620"/>
                    <a:pt x="1114545" y="389763"/>
                  </a:cubicBezTo>
                  <a:cubicBezTo>
                    <a:pt x="1115022" y="390811"/>
                    <a:pt x="1116641" y="392621"/>
                    <a:pt x="1117593" y="393287"/>
                  </a:cubicBezTo>
                  <a:cubicBezTo>
                    <a:pt x="1118355" y="393859"/>
                    <a:pt x="1120165" y="394430"/>
                    <a:pt x="1121022" y="394526"/>
                  </a:cubicBezTo>
                  <a:cubicBezTo>
                    <a:pt x="1122165" y="394716"/>
                    <a:pt x="1124451" y="394906"/>
                    <a:pt x="1125594" y="394621"/>
                  </a:cubicBezTo>
                  <a:cubicBezTo>
                    <a:pt x="1126261" y="394430"/>
                    <a:pt x="1127309" y="393192"/>
                    <a:pt x="1127975" y="392906"/>
                  </a:cubicBezTo>
                  <a:cubicBezTo>
                    <a:pt x="1128928" y="392525"/>
                    <a:pt x="1131024" y="392335"/>
                    <a:pt x="1131976" y="392716"/>
                  </a:cubicBezTo>
                  <a:cubicBezTo>
                    <a:pt x="1132738" y="393097"/>
                    <a:pt x="1133976" y="394526"/>
                    <a:pt x="1134357" y="395383"/>
                  </a:cubicBezTo>
                  <a:cubicBezTo>
                    <a:pt x="1134738" y="396240"/>
                    <a:pt x="1134548" y="398240"/>
                    <a:pt x="1134262" y="399193"/>
                  </a:cubicBezTo>
                  <a:cubicBezTo>
                    <a:pt x="1134072" y="399955"/>
                    <a:pt x="1132643" y="401384"/>
                    <a:pt x="1132738" y="402146"/>
                  </a:cubicBezTo>
                  <a:cubicBezTo>
                    <a:pt x="1132833" y="402812"/>
                    <a:pt x="1134643" y="403193"/>
                    <a:pt x="1134833" y="403860"/>
                  </a:cubicBezTo>
                  <a:cubicBezTo>
                    <a:pt x="1135024" y="404622"/>
                    <a:pt x="1134357" y="406432"/>
                    <a:pt x="1133786" y="407003"/>
                  </a:cubicBezTo>
                  <a:cubicBezTo>
                    <a:pt x="1133214" y="407575"/>
                    <a:pt x="1131214" y="407765"/>
                    <a:pt x="1130833" y="408527"/>
                  </a:cubicBezTo>
                  <a:cubicBezTo>
                    <a:pt x="1130547" y="409194"/>
                    <a:pt x="1131309" y="410813"/>
                    <a:pt x="1131881" y="411385"/>
                  </a:cubicBezTo>
                  <a:cubicBezTo>
                    <a:pt x="1132357" y="411861"/>
                    <a:pt x="1133881" y="412432"/>
                    <a:pt x="1134548" y="412337"/>
                  </a:cubicBezTo>
                  <a:cubicBezTo>
                    <a:pt x="1135500" y="412337"/>
                    <a:pt x="1136929" y="410623"/>
                    <a:pt x="1137882" y="410623"/>
                  </a:cubicBezTo>
                  <a:cubicBezTo>
                    <a:pt x="1138643" y="410718"/>
                    <a:pt x="1139882" y="411766"/>
                    <a:pt x="1140549" y="412242"/>
                  </a:cubicBezTo>
                  <a:cubicBezTo>
                    <a:pt x="1141406" y="412909"/>
                    <a:pt x="1142549" y="414909"/>
                    <a:pt x="1143501" y="415385"/>
                  </a:cubicBezTo>
                  <a:cubicBezTo>
                    <a:pt x="1144358" y="415862"/>
                    <a:pt x="1146454" y="416243"/>
                    <a:pt x="1147502" y="415957"/>
                  </a:cubicBezTo>
                  <a:cubicBezTo>
                    <a:pt x="1148454" y="415671"/>
                    <a:pt x="1149978" y="414147"/>
                    <a:pt x="1150645" y="413576"/>
                  </a:cubicBezTo>
                  <a:cubicBezTo>
                    <a:pt x="1151312" y="413004"/>
                    <a:pt x="1152455" y="411766"/>
                    <a:pt x="1153217" y="411289"/>
                  </a:cubicBezTo>
                  <a:cubicBezTo>
                    <a:pt x="1153693" y="410909"/>
                    <a:pt x="1155026" y="410623"/>
                    <a:pt x="1155408" y="410242"/>
                  </a:cubicBezTo>
                  <a:cubicBezTo>
                    <a:pt x="1155979" y="409765"/>
                    <a:pt x="1156360" y="408146"/>
                    <a:pt x="1156741" y="407480"/>
                  </a:cubicBezTo>
                  <a:cubicBezTo>
                    <a:pt x="1157122" y="406718"/>
                    <a:pt x="1157979" y="405289"/>
                    <a:pt x="1158456" y="404622"/>
                  </a:cubicBezTo>
                  <a:cubicBezTo>
                    <a:pt x="1158932" y="403860"/>
                    <a:pt x="1159979" y="402336"/>
                    <a:pt x="1160837" y="401955"/>
                  </a:cubicBezTo>
                  <a:cubicBezTo>
                    <a:pt x="1161408" y="401574"/>
                    <a:pt x="1162932" y="401764"/>
                    <a:pt x="1163504" y="401479"/>
                  </a:cubicBezTo>
                  <a:cubicBezTo>
                    <a:pt x="1164266" y="401098"/>
                    <a:pt x="1165218" y="399574"/>
                    <a:pt x="1165694" y="398812"/>
                  </a:cubicBezTo>
                  <a:cubicBezTo>
                    <a:pt x="1166171" y="398050"/>
                    <a:pt x="1166837" y="396240"/>
                    <a:pt x="1167504" y="395573"/>
                  </a:cubicBezTo>
                  <a:cubicBezTo>
                    <a:pt x="1168171" y="394906"/>
                    <a:pt x="1170076" y="393573"/>
                    <a:pt x="1171028" y="393668"/>
                  </a:cubicBezTo>
                  <a:cubicBezTo>
                    <a:pt x="1171695" y="393668"/>
                    <a:pt x="1172648" y="394906"/>
                    <a:pt x="1173315" y="395097"/>
                  </a:cubicBezTo>
                  <a:cubicBezTo>
                    <a:pt x="1174172" y="395478"/>
                    <a:pt x="1176077" y="395669"/>
                    <a:pt x="1176839" y="396145"/>
                  </a:cubicBezTo>
                  <a:cubicBezTo>
                    <a:pt x="1177506" y="396526"/>
                    <a:pt x="1178649" y="397573"/>
                    <a:pt x="1179125" y="398240"/>
                  </a:cubicBezTo>
                  <a:cubicBezTo>
                    <a:pt x="1179696" y="399097"/>
                    <a:pt x="1180363" y="401193"/>
                    <a:pt x="1180363" y="402241"/>
                  </a:cubicBezTo>
                  <a:cubicBezTo>
                    <a:pt x="1180458" y="403193"/>
                    <a:pt x="1179315" y="405194"/>
                    <a:pt x="1179696" y="406051"/>
                  </a:cubicBezTo>
                  <a:cubicBezTo>
                    <a:pt x="1180077" y="406813"/>
                    <a:pt x="1181982" y="407384"/>
                    <a:pt x="1182840" y="407765"/>
                  </a:cubicBezTo>
                  <a:cubicBezTo>
                    <a:pt x="1183411" y="408051"/>
                    <a:pt x="1184744" y="408718"/>
                    <a:pt x="1185411" y="408527"/>
                  </a:cubicBezTo>
                  <a:cubicBezTo>
                    <a:pt x="1185983" y="408337"/>
                    <a:pt x="1186649" y="407194"/>
                    <a:pt x="1187031" y="406718"/>
                  </a:cubicBezTo>
                  <a:cubicBezTo>
                    <a:pt x="1187792" y="405955"/>
                    <a:pt x="1189031" y="404146"/>
                    <a:pt x="1189983" y="403860"/>
                  </a:cubicBezTo>
                  <a:cubicBezTo>
                    <a:pt x="1191317" y="403479"/>
                    <a:pt x="1194079" y="404241"/>
                    <a:pt x="1195412" y="404717"/>
                  </a:cubicBezTo>
                  <a:cubicBezTo>
                    <a:pt x="1196270" y="405098"/>
                    <a:pt x="1198079" y="406051"/>
                    <a:pt x="1198556" y="406813"/>
                  </a:cubicBezTo>
                  <a:cubicBezTo>
                    <a:pt x="1199032" y="407575"/>
                    <a:pt x="1199318" y="409575"/>
                    <a:pt x="1199223" y="410528"/>
                  </a:cubicBezTo>
                  <a:cubicBezTo>
                    <a:pt x="1199127" y="411289"/>
                    <a:pt x="1197984" y="412623"/>
                    <a:pt x="1197794" y="413480"/>
                  </a:cubicBezTo>
                  <a:cubicBezTo>
                    <a:pt x="1197603" y="414242"/>
                    <a:pt x="1197317" y="415862"/>
                    <a:pt x="1197603" y="416528"/>
                  </a:cubicBezTo>
                  <a:cubicBezTo>
                    <a:pt x="1197889" y="417100"/>
                    <a:pt x="1199413" y="417481"/>
                    <a:pt x="1199889" y="417862"/>
                  </a:cubicBezTo>
                  <a:cubicBezTo>
                    <a:pt x="1200270" y="418243"/>
                    <a:pt x="1200651" y="419386"/>
                    <a:pt x="1201127" y="419671"/>
                  </a:cubicBezTo>
                  <a:cubicBezTo>
                    <a:pt x="1202270" y="420338"/>
                    <a:pt x="1204937" y="420624"/>
                    <a:pt x="1206271" y="420338"/>
                  </a:cubicBezTo>
                  <a:cubicBezTo>
                    <a:pt x="1207224" y="420148"/>
                    <a:pt x="1209033" y="419290"/>
                    <a:pt x="1209605" y="418529"/>
                  </a:cubicBezTo>
                  <a:cubicBezTo>
                    <a:pt x="1210557" y="417481"/>
                    <a:pt x="1210843" y="414528"/>
                    <a:pt x="1211510" y="413290"/>
                  </a:cubicBezTo>
                  <a:cubicBezTo>
                    <a:pt x="1211891" y="412528"/>
                    <a:pt x="1212843" y="410909"/>
                    <a:pt x="1213510" y="410432"/>
                  </a:cubicBezTo>
                  <a:cubicBezTo>
                    <a:pt x="1214177" y="409956"/>
                    <a:pt x="1215986" y="409480"/>
                    <a:pt x="1216749" y="409670"/>
                  </a:cubicBezTo>
                  <a:cubicBezTo>
                    <a:pt x="1217606" y="409861"/>
                    <a:pt x="1218749" y="411385"/>
                    <a:pt x="1219606" y="411671"/>
                  </a:cubicBezTo>
                  <a:cubicBezTo>
                    <a:pt x="1220463" y="411956"/>
                    <a:pt x="1222559" y="412052"/>
                    <a:pt x="1223321" y="411575"/>
                  </a:cubicBezTo>
                  <a:cubicBezTo>
                    <a:pt x="1223987" y="411099"/>
                    <a:pt x="1224273" y="409289"/>
                    <a:pt x="1224368" y="408527"/>
                  </a:cubicBezTo>
                  <a:cubicBezTo>
                    <a:pt x="1224464" y="407861"/>
                    <a:pt x="1223892" y="406622"/>
                    <a:pt x="1224083" y="406051"/>
                  </a:cubicBezTo>
                  <a:cubicBezTo>
                    <a:pt x="1224273" y="405479"/>
                    <a:pt x="1225226" y="404527"/>
                    <a:pt x="1225702" y="404241"/>
                  </a:cubicBezTo>
                  <a:cubicBezTo>
                    <a:pt x="1226464" y="403860"/>
                    <a:pt x="1228369" y="403574"/>
                    <a:pt x="1229226" y="403765"/>
                  </a:cubicBezTo>
                  <a:cubicBezTo>
                    <a:pt x="1230083" y="403955"/>
                    <a:pt x="1231703" y="405098"/>
                    <a:pt x="1232179" y="405860"/>
                  </a:cubicBezTo>
                  <a:cubicBezTo>
                    <a:pt x="1232560" y="406432"/>
                    <a:pt x="1232655" y="407956"/>
                    <a:pt x="1233036" y="408622"/>
                  </a:cubicBezTo>
                  <a:cubicBezTo>
                    <a:pt x="1233417" y="409385"/>
                    <a:pt x="1234656" y="410432"/>
                    <a:pt x="1234846" y="411289"/>
                  </a:cubicBezTo>
                  <a:cubicBezTo>
                    <a:pt x="1235132" y="412242"/>
                    <a:pt x="1235132" y="414338"/>
                    <a:pt x="1234846" y="415195"/>
                  </a:cubicBezTo>
                  <a:cubicBezTo>
                    <a:pt x="1234656" y="415766"/>
                    <a:pt x="1233989" y="416719"/>
                    <a:pt x="1233512" y="417005"/>
                  </a:cubicBezTo>
                  <a:cubicBezTo>
                    <a:pt x="1232941" y="417386"/>
                    <a:pt x="1231322" y="417005"/>
                    <a:pt x="1230750" y="417481"/>
                  </a:cubicBezTo>
                  <a:cubicBezTo>
                    <a:pt x="1230083" y="418052"/>
                    <a:pt x="1229893" y="419957"/>
                    <a:pt x="1229988" y="420910"/>
                  </a:cubicBezTo>
                  <a:cubicBezTo>
                    <a:pt x="1230083" y="421862"/>
                    <a:pt x="1231036" y="423672"/>
                    <a:pt x="1231608" y="424529"/>
                  </a:cubicBezTo>
                  <a:cubicBezTo>
                    <a:pt x="1232084" y="425387"/>
                    <a:pt x="1233417" y="426815"/>
                    <a:pt x="1233893" y="427672"/>
                  </a:cubicBezTo>
                  <a:cubicBezTo>
                    <a:pt x="1234560" y="428815"/>
                    <a:pt x="1235036" y="431482"/>
                    <a:pt x="1235894" y="432435"/>
                  </a:cubicBezTo>
                  <a:cubicBezTo>
                    <a:pt x="1236465" y="433102"/>
                    <a:pt x="1238084" y="434149"/>
                    <a:pt x="1239037" y="434340"/>
                  </a:cubicBezTo>
                  <a:cubicBezTo>
                    <a:pt x="1240085" y="434530"/>
                    <a:pt x="1242275" y="434340"/>
                    <a:pt x="1243133" y="433864"/>
                  </a:cubicBezTo>
                  <a:cubicBezTo>
                    <a:pt x="1244181" y="433292"/>
                    <a:pt x="1245609" y="431197"/>
                    <a:pt x="1245990" y="430149"/>
                  </a:cubicBezTo>
                  <a:cubicBezTo>
                    <a:pt x="1246181" y="429482"/>
                    <a:pt x="1245895" y="428149"/>
                    <a:pt x="1245800" y="427482"/>
                  </a:cubicBezTo>
                  <a:cubicBezTo>
                    <a:pt x="1245800" y="426911"/>
                    <a:pt x="1245895" y="425672"/>
                    <a:pt x="1245704" y="425101"/>
                  </a:cubicBezTo>
                  <a:cubicBezTo>
                    <a:pt x="1245419" y="424529"/>
                    <a:pt x="1244181" y="423672"/>
                    <a:pt x="1243990" y="423101"/>
                  </a:cubicBezTo>
                  <a:cubicBezTo>
                    <a:pt x="1243799" y="422434"/>
                    <a:pt x="1243990" y="421005"/>
                    <a:pt x="1244371" y="420434"/>
                  </a:cubicBezTo>
                  <a:cubicBezTo>
                    <a:pt x="1244752" y="420053"/>
                    <a:pt x="1246085" y="420148"/>
                    <a:pt x="1246657" y="420053"/>
                  </a:cubicBezTo>
                  <a:cubicBezTo>
                    <a:pt x="1247514" y="419767"/>
                    <a:pt x="1249324" y="419481"/>
                    <a:pt x="1249800" y="418814"/>
                  </a:cubicBezTo>
                  <a:cubicBezTo>
                    <a:pt x="1250467" y="417957"/>
                    <a:pt x="1249419" y="415099"/>
                    <a:pt x="1250181" y="414338"/>
                  </a:cubicBezTo>
                  <a:cubicBezTo>
                    <a:pt x="1250658" y="413766"/>
                    <a:pt x="1252467" y="414242"/>
                    <a:pt x="1253134" y="413861"/>
                  </a:cubicBezTo>
                  <a:cubicBezTo>
                    <a:pt x="1254086" y="413290"/>
                    <a:pt x="1255134" y="411099"/>
                    <a:pt x="1255801" y="410242"/>
                  </a:cubicBezTo>
                  <a:cubicBezTo>
                    <a:pt x="1256373" y="409385"/>
                    <a:pt x="1257897" y="407861"/>
                    <a:pt x="1258277" y="406908"/>
                  </a:cubicBezTo>
                  <a:cubicBezTo>
                    <a:pt x="1258563" y="406337"/>
                    <a:pt x="1258658" y="404908"/>
                    <a:pt x="1258468" y="404241"/>
                  </a:cubicBezTo>
                  <a:cubicBezTo>
                    <a:pt x="1258277" y="403479"/>
                    <a:pt x="1257134" y="402050"/>
                    <a:pt x="1257039" y="401288"/>
                  </a:cubicBezTo>
                  <a:cubicBezTo>
                    <a:pt x="1256944" y="400621"/>
                    <a:pt x="1257134" y="399383"/>
                    <a:pt x="1257420" y="398812"/>
                  </a:cubicBezTo>
                  <a:cubicBezTo>
                    <a:pt x="1257706" y="398336"/>
                    <a:pt x="1258563" y="397193"/>
                    <a:pt x="1259135" y="397193"/>
                  </a:cubicBezTo>
                  <a:cubicBezTo>
                    <a:pt x="1259801" y="397193"/>
                    <a:pt x="1260278" y="398907"/>
                    <a:pt x="1260944" y="399002"/>
                  </a:cubicBezTo>
                  <a:cubicBezTo>
                    <a:pt x="1261421" y="399097"/>
                    <a:pt x="1262278" y="398431"/>
                    <a:pt x="1262754" y="398050"/>
                  </a:cubicBezTo>
                  <a:cubicBezTo>
                    <a:pt x="1263326" y="397573"/>
                    <a:pt x="1264088" y="396049"/>
                    <a:pt x="1264850" y="395859"/>
                  </a:cubicBezTo>
                  <a:cubicBezTo>
                    <a:pt x="1265612" y="395573"/>
                    <a:pt x="1267422" y="396049"/>
                    <a:pt x="1268088" y="396526"/>
                  </a:cubicBezTo>
                  <a:cubicBezTo>
                    <a:pt x="1268850" y="397097"/>
                    <a:pt x="1269326" y="399193"/>
                    <a:pt x="1269517" y="400050"/>
                  </a:cubicBezTo>
                  <a:cubicBezTo>
                    <a:pt x="1269708" y="401288"/>
                    <a:pt x="1269041" y="403670"/>
                    <a:pt x="1269231" y="404908"/>
                  </a:cubicBezTo>
                  <a:cubicBezTo>
                    <a:pt x="1269422" y="405860"/>
                    <a:pt x="1270374" y="407765"/>
                    <a:pt x="1270850" y="408622"/>
                  </a:cubicBezTo>
                  <a:cubicBezTo>
                    <a:pt x="1271232" y="409289"/>
                    <a:pt x="1271898" y="410813"/>
                    <a:pt x="1272470" y="411289"/>
                  </a:cubicBezTo>
                  <a:cubicBezTo>
                    <a:pt x="1273041" y="411766"/>
                    <a:pt x="1274375" y="412623"/>
                    <a:pt x="1275137" y="412528"/>
                  </a:cubicBezTo>
                  <a:cubicBezTo>
                    <a:pt x="1275613" y="412528"/>
                    <a:pt x="1276375" y="411766"/>
                    <a:pt x="1276661" y="411385"/>
                  </a:cubicBezTo>
                  <a:cubicBezTo>
                    <a:pt x="1277042" y="410718"/>
                    <a:pt x="1276661" y="409004"/>
                    <a:pt x="1277042" y="408527"/>
                  </a:cubicBezTo>
                  <a:cubicBezTo>
                    <a:pt x="1277423" y="408146"/>
                    <a:pt x="1278470" y="407861"/>
                    <a:pt x="1279042" y="407861"/>
                  </a:cubicBezTo>
                  <a:cubicBezTo>
                    <a:pt x="1279709" y="407765"/>
                    <a:pt x="1281233" y="408051"/>
                    <a:pt x="1281804" y="408337"/>
                  </a:cubicBezTo>
                  <a:cubicBezTo>
                    <a:pt x="1282566" y="408718"/>
                    <a:pt x="1283900" y="409861"/>
                    <a:pt x="1284376" y="410528"/>
                  </a:cubicBezTo>
                  <a:cubicBezTo>
                    <a:pt x="1284948" y="411385"/>
                    <a:pt x="1285043" y="413480"/>
                    <a:pt x="1285614" y="414242"/>
                  </a:cubicBezTo>
                  <a:cubicBezTo>
                    <a:pt x="1285995" y="414814"/>
                    <a:pt x="1287138" y="415957"/>
                    <a:pt x="1287805" y="416052"/>
                  </a:cubicBezTo>
                  <a:cubicBezTo>
                    <a:pt x="1288948" y="416338"/>
                    <a:pt x="1291234" y="415576"/>
                    <a:pt x="1292282" y="415004"/>
                  </a:cubicBezTo>
                  <a:cubicBezTo>
                    <a:pt x="1293234" y="414623"/>
                    <a:pt x="1295044" y="413385"/>
                    <a:pt x="1295520" y="412432"/>
                  </a:cubicBezTo>
                  <a:cubicBezTo>
                    <a:pt x="1295901" y="411766"/>
                    <a:pt x="1295997" y="410051"/>
                    <a:pt x="1296092" y="409289"/>
                  </a:cubicBezTo>
                  <a:cubicBezTo>
                    <a:pt x="1296187" y="408527"/>
                    <a:pt x="1296473" y="406908"/>
                    <a:pt x="1296568" y="406146"/>
                  </a:cubicBezTo>
                  <a:cubicBezTo>
                    <a:pt x="1296568" y="405479"/>
                    <a:pt x="1296187" y="404051"/>
                    <a:pt x="1296377" y="403479"/>
                  </a:cubicBezTo>
                  <a:cubicBezTo>
                    <a:pt x="1296663" y="402812"/>
                    <a:pt x="1297711" y="401764"/>
                    <a:pt x="1298378" y="401669"/>
                  </a:cubicBezTo>
                  <a:cubicBezTo>
                    <a:pt x="1299140" y="401479"/>
                    <a:pt x="1300664" y="402241"/>
                    <a:pt x="1301331" y="402717"/>
                  </a:cubicBezTo>
                  <a:cubicBezTo>
                    <a:pt x="1301807" y="403003"/>
                    <a:pt x="1302283" y="404146"/>
                    <a:pt x="1302759" y="404431"/>
                  </a:cubicBezTo>
                  <a:cubicBezTo>
                    <a:pt x="1303426" y="404717"/>
                    <a:pt x="1304855" y="404336"/>
                    <a:pt x="1305522" y="404431"/>
                  </a:cubicBezTo>
                  <a:cubicBezTo>
                    <a:pt x="1306474" y="404527"/>
                    <a:pt x="1308760" y="404622"/>
                    <a:pt x="1309236" y="405384"/>
                  </a:cubicBezTo>
                  <a:cubicBezTo>
                    <a:pt x="1309617" y="405955"/>
                    <a:pt x="1308855" y="407575"/>
                    <a:pt x="1308474" y="408051"/>
                  </a:cubicBezTo>
                  <a:cubicBezTo>
                    <a:pt x="1308093" y="408527"/>
                    <a:pt x="1306855" y="408718"/>
                    <a:pt x="1306474" y="409099"/>
                  </a:cubicBezTo>
                  <a:cubicBezTo>
                    <a:pt x="1305902" y="409480"/>
                    <a:pt x="1304759" y="410528"/>
                    <a:pt x="1304664" y="411194"/>
                  </a:cubicBezTo>
                  <a:cubicBezTo>
                    <a:pt x="1304569" y="411766"/>
                    <a:pt x="1305045" y="413195"/>
                    <a:pt x="1305617" y="413480"/>
                  </a:cubicBezTo>
                  <a:cubicBezTo>
                    <a:pt x="1306188" y="413956"/>
                    <a:pt x="1307998" y="413385"/>
                    <a:pt x="1308665" y="413671"/>
                  </a:cubicBezTo>
                  <a:cubicBezTo>
                    <a:pt x="1309141" y="413956"/>
                    <a:pt x="1309808" y="415099"/>
                    <a:pt x="1310284" y="415480"/>
                  </a:cubicBezTo>
                  <a:cubicBezTo>
                    <a:pt x="1310856" y="415862"/>
                    <a:pt x="1312379" y="416147"/>
                    <a:pt x="1313046" y="416147"/>
                  </a:cubicBezTo>
                  <a:cubicBezTo>
                    <a:pt x="1313999" y="416147"/>
                    <a:pt x="1315904" y="414909"/>
                    <a:pt x="1316856" y="415195"/>
                  </a:cubicBezTo>
                  <a:cubicBezTo>
                    <a:pt x="1317428" y="415385"/>
                    <a:pt x="1318285" y="416338"/>
                    <a:pt x="1318571" y="416814"/>
                  </a:cubicBezTo>
                  <a:cubicBezTo>
                    <a:pt x="1319047" y="417576"/>
                    <a:pt x="1319047" y="419481"/>
                    <a:pt x="1319428" y="420338"/>
                  </a:cubicBezTo>
                  <a:cubicBezTo>
                    <a:pt x="1319714" y="421100"/>
                    <a:pt x="1320571" y="422624"/>
                    <a:pt x="1321238" y="423005"/>
                  </a:cubicBezTo>
                  <a:cubicBezTo>
                    <a:pt x="1321809" y="423386"/>
                    <a:pt x="1323238" y="423386"/>
                    <a:pt x="1323905" y="423196"/>
                  </a:cubicBezTo>
                  <a:cubicBezTo>
                    <a:pt x="1324572" y="423101"/>
                    <a:pt x="1325810" y="422148"/>
                    <a:pt x="1326476" y="421957"/>
                  </a:cubicBezTo>
                  <a:cubicBezTo>
                    <a:pt x="1327524" y="421767"/>
                    <a:pt x="1329620" y="421577"/>
                    <a:pt x="1330477" y="422148"/>
                  </a:cubicBezTo>
                  <a:cubicBezTo>
                    <a:pt x="1331239" y="422624"/>
                    <a:pt x="1331525" y="424529"/>
                    <a:pt x="1332001" y="425291"/>
                  </a:cubicBezTo>
                  <a:cubicBezTo>
                    <a:pt x="1332573" y="426148"/>
                    <a:pt x="1334097" y="427577"/>
                    <a:pt x="1334858" y="428339"/>
                  </a:cubicBezTo>
                  <a:cubicBezTo>
                    <a:pt x="1335430" y="428911"/>
                    <a:pt x="1336859" y="429768"/>
                    <a:pt x="1337335" y="430435"/>
                  </a:cubicBezTo>
                  <a:cubicBezTo>
                    <a:pt x="1337907" y="431292"/>
                    <a:pt x="1338097" y="433388"/>
                    <a:pt x="1338764" y="434149"/>
                  </a:cubicBezTo>
                  <a:cubicBezTo>
                    <a:pt x="1339240" y="434626"/>
                    <a:pt x="1340478" y="435388"/>
                    <a:pt x="1341050" y="435388"/>
                  </a:cubicBezTo>
                  <a:cubicBezTo>
                    <a:pt x="1342098" y="435388"/>
                    <a:pt x="1343812" y="434054"/>
                    <a:pt x="1344574" y="433388"/>
                  </a:cubicBezTo>
                  <a:cubicBezTo>
                    <a:pt x="1345050" y="433006"/>
                    <a:pt x="1346003" y="431959"/>
                    <a:pt x="1346098" y="431387"/>
                  </a:cubicBezTo>
                  <a:cubicBezTo>
                    <a:pt x="1346289" y="430530"/>
                    <a:pt x="1345526" y="428720"/>
                    <a:pt x="1345622" y="427863"/>
                  </a:cubicBezTo>
                  <a:cubicBezTo>
                    <a:pt x="1345717" y="427101"/>
                    <a:pt x="1346098" y="425387"/>
                    <a:pt x="1346574" y="424720"/>
                  </a:cubicBezTo>
                  <a:cubicBezTo>
                    <a:pt x="1346955" y="424053"/>
                    <a:pt x="1348098" y="422815"/>
                    <a:pt x="1348765" y="422338"/>
                  </a:cubicBezTo>
                  <a:cubicBezTo>
                    <a:pt x="1349146" y="422053"/>
                    <a:pt x="1350099" y="421767"/>
                    <a:pt x="1350575" y="421767"/>
                  </a:cubicBezTo>
                  <a:cubicBezTo>
                    <a:pt x="1351146" y="421767"/>
                    <a:pt x="1352289" y="422434"/>
                    <a:pt x="1352861" y="422815"/>
                  </a:cubicBezTo>
                  <a:cubicBezTo>
                    <a:pt x="1353432" y="423291"/>
                    <a:pt x="1354004" y="424720"/>
                    <a:pt x="1354670" y="425005"/>
                  </a:cubicBezTo>
                  <a:cubicBezTo>
                    <a:pt x="1355433" y="425387"/>
                    <a:pt x="1357337" y="425196"/>
                    <a:pt x="1358195" y="425005"/>
                  </a:cubicBezTo>
                  <a:cubicBezTo>
                    <a:pt x="1358861" y="424910"/>
                    <a:pt x="1360100" y="424529"/>
                    <a:pt x="1360671" y="424148"/>
                  </a:cubicBezTo>
                  <a:cubicBezTo>
                    <a:pt x="1361338" y="423672"/>
                    <a:pt x="1362195" y="422243"/>
                    <a:pt x="1362672" y="421672"/>
                  </a:cubicBezTo>
                  <a:cubicBezTo>
                    <a:pt x="1363148" y="421196"/>
                    <a:pt x="1364481" y="420529"/>
                    <a:pt x="1364672" y="419862"/>
                  </a:cubicBezTo>
                  <a:cubicBezTo>
                    <a:pt x="1364958" y="419005"/>
                    <a:pt x="1364672" y="417005"/>
                    <a:pt x="1364195" y="416243"/>
                  </a:cubicBezTo>
                  <a:cubicBezTo>
                    <a:pt x="1363815" y="415766"/>
                    <a:pt x="1362005" y="415671"/>
                    <a:pt x="1362005" y="415004"/>
                  </a:cubicBezTo>
                  <a:cubicBezTo>
                    <a:pt x="1362005" y="414147"/>
                    <a:pt x="1364291" y="413766"/>
                    <a:pt x="1364862" y="413195"/>
                  </a:cubicBezTo>
                  <a:cubicBezTo>
                    <a:pt x="1365243" y="412718"/>
                    <a:pt x="1365624" y="411480"/>
                    <a:pt x="1366100" y="411099"/>
                  </a:cubicBezTo>
                  <a:cubicBezTo>
                    <a:pt x="1366577" y="410623"/>
                    <a:pt x="1367815" y="410051"/>
                    <a:pt x="1368482" y="409861"/>
                  </a:cubicBezTo>
                  <a:cubicBezTo>
                    <a:pt x="1369244" y="409765"/>
                    <a:pt x="1370863" y="410432"/>
                    <a:pt x="1371530" y="410146"/>
                  </a:cubicBezTo>
                  <a:cubicBezTo>
                    <a:pt x="1372197" y="409861"/>
                    <a:pt x="1372768" y="408051"/>
                    <a:pt x="1373530" y="407861"/>
                  </a:cubicBezTo>
                  <a:cubicBezTo>
                    <a:pt x="1374578" y="407575"/>
                    <a:pt x="1376578" y="409194"/>
                    <a:pt x="1377626" y="409385"/>
                  </a:cubicBezTo>
                  <a:cubicBezTo>
                    <a:pt x="1378388" y="409575"/>
                    <a:pt x="1380007" y="409385"/>
                    <a:pt x="1380769" y="409289"/>
                  </a:cubicBezTo>
                  <a:cubicBezTo>
                    <a:pt x="1381722" y="409099"/>
                    <a:pt x="1383722" y="408813"/>
                    <a:pt x="1384484" y="408337"/>
                  </a:cubicBezTo>
                  <a:cubicBezTo>
                    <a:pt x="1385150" y="407861"/>
                    <a:pt x="1385722" y="405860"/>
                    <a:pt x="1386484" y="405670"/>
                  </a:cubicBezTo>
                  <a:cubicBezTo>
                    <a:pt x="1387341" y="405479"/>
                    <a:pt x="1388484" y="407670"/>
                    <a:pt x="1389341" y="407575"/>
                  </a:cubicBezTo>
                  <a:cubicBezTo>
                    <a:pt x="1390294" y="407480"/>
                    <a:pt x="1391342" y="405574"/>
                    <a:pt x="1391913" y="404908"/>
                  </a:cubicBezTo>
                  <a:cubicBezTo>
                    <a:pt x="1392390" y="404336"/>
                    <a:pt x="1393056" y="402907"/>
                    <a:pt x="1393723" y="402622"/>
                  </a:cubicBezTo>
                  <a:cubicBezTo>
                    <a:pt x="1394294" y="402431"/>
                    <a:pt x="1395628" y="402622"/>
                    <a:pt x="1396199" y="402907"/>
                  </a:cubicBezTo>
                  <a:cubicBezTo>
                    <a:pt x="1396866" y="403288"/>
                    <a:pt x="1397438" y="404717"/>
                    <a:pt x="1398009" y="405194"/>
                  </a:cubicBezTo>
                  <a:cubicBezTo>
                    <a:pt x="1398581" y="405670"/>
                    <a:pt x="1399914" y="406241"/>
                    <a:pt x="1400486" y="406527"/>
                  </a:cubicBezTo>
                  <a:cubicBezTo>
                    <a:pt x="1401438" y="407003"/>
                    <a:pt x="1403058" y="408337"/>
                    <a:pt x="1404105" y="408527"/>
                  </a:cubicBezTo>
                  <a:cubicBezTo>
                    <a:pt x="1404772" y="408622"/>
                    <a:pt x="1406201" y="408527"/>
                    <a:pt x="1406677" y="408146"/>
                  </a:cubicBezTo>
                  <a:cubicBezTo>
                    <a:pt x="1407058" y="407861"/>
                    <a:pt x="1407058" y="406908"/>
                    <a:pt x="1407344" y="406622"/>
                  </a:cubicBezTo>
                  <a:cubicBezTo>
                    <a:pt x="1407629" y="406241"/>
                    <a:pt x="1408106" y="405384"/>
                    <a:pt x="1408582" y="405194"/>
                  </a:cubicBezTo>
                  <a:cubicBezTo>
                    <a:pt x="1409249" y="404908"/>
                    <a:pt x="1410773" y="405574"/>
                    <a:pt x="1411440" y="405860"/>
                  </a:cubicBezTo>
                  <a:cubicBezTo>
                    <a:pt x="1412106" y="406146"/>
                    <a:pt x="1412964" y="407480"/>
                    <a:pt x="1413630" y="407575"/>
                  </a:cubicBezTo>
                  <a:cubicBezTo>
                    <a:pt x="1414202" y="407670"/>
                    <a:pt x="1415345" y="407003"/>
                    <a:pt x="1415726" y="406527"/>
                  </a:cubicBezTo>
                  <a:cubicBezTo>
                    <a:pt x="1416107" y="406051"/>
                    <a:pt x="1416488" y="404527"/>
                    <a:pt x="1416107" y="403955"/>
                  </a:cubicBezTo>
                  <a:cubicBezTo>
                    <a:pt x="1415821" y="403384"/>
                    <a:pt x="1414011" y="403479"/>
                    <a:pt x="1413725" y="402907"/>
                  </a:cubicBezTo>
                  <a:cubicBezTo>
                    <a:pt x="1413344" y="402336"/>
                    <a:pt x="1413630" y="400812"/>
                    <a:pt x="1414011" y="400240"/>
                  </a:cubicBezTo>
                  <a:cubicBezTo>
                    <a:pt x="1414487" y="399479"/>
                    <a:pt x="1416202" y="398336"/>
                    <a:pt x="1417154" y="398431"/>
                  </a:cubicBezTo>
                  <a:cubicBezTo>
                    <a:pt x="1417821" y="398431"/>
                    <a:pt x="1418869" y="399574"/>
                    <a:pt x="1419441" y="399955"/>
                  </a:cubicBezTo>
                  <a:cubicBezTo>
                    <a:pt x="1419917" y="400240"/>
                    <a:pt x="1420869" y="400907"/>
                    <a:pt x="1421441" y="400907"/>
                  </a:cubicBezTo>
                  <a:cubicBezTo>
                    <a:pt x="1422108" y="400907"/>
                    <a:pt x="1423441" y="400526"/>
                    <a:pt x="1423917" y="400050"/>
                  </a:cubicBezTo>
                  <a:cubicBezTo>
                    <a:pt x="1424298" y="399764"/>
                    <a:pt x="1424584" y="398717"/>
                    <a:pt x="1424870" y="398336"/>
                  </a:cubicBezTo>
                  <a:cubicBezTo>
                    <a:pt x="1425156" y="397955"/>
                    <a:pt x="1425727" y="397193"/>
                    <a:pt x="1426108" y="397002"/>
                  </a:cubicBezTo>
                  <a:cubicBezTo>
                    <a:pt x="1426870" y="396716"/>
                    <a:pt x="1428584" y="397288"/>
                    <a:pt x="1429347" y="397097"/>
                  </a:cubicBezTo>
                  <a:cubicBezTo>
                    <a:pt x="1429918" y="397002"/>
                    <a:pt x="1431061" y="396621"/>
                    <a:pt x="1431442" y="396145"/>
                  </a:cubicBezTo>
                  <a:cubicBezTo>
                    <a:pt x="1431918" y="395573"/>
                    <a:pt x="1432014" y="393954"/>
                    <a:pt x="1432394" y="393382"/>
                  </a:cubicBezTo>
                  <a:cubicBezTo>
                    <a:pt x="1432775" y="392906"/>
                    <a:pt x="1433918" y="392049"/>
                    <a:pt x="1434585" y="391954"/>
                  </a:cubicBezTo>
                  <a:cubicBezTo>
                    <a:pt x="1435538" y="391763"/>
                    <a:pt x="1437443" y="392430"/>
                    <a:pt x="1438300" y="392811"/>
                  </a:cubicBezTo>
                  <a:cubicBezTo>
                    <a:pt x="1439062" y="393192"/>
                    <a:pt x="1440491" y="394049"/>
                    <a:pt x="1440872" y="394716"/>
                  </a:cubicBezTo>
                  <a:cubicBezTo>
                    <a:pt x="1441253" y="395573"/>
                    <a:pt x="1440681" y="397669"/>
                    <a:pt x="1441062" y="398431"/>
                  </a:cubicBezTo>
                  <a:cubicBezTo>
                    <a:pt x="1441443" y="399097"/>
                    <a:pt x="1442777" y="400240"/>
                    <a:pt x="1443634" y="400431"/>
                  </a:cubicBezTo>
                  <a:cubicBezTo>
                    <a:pt x="1444301" y="400526"/>
                    <a:pt x="1445634" y="399479"/>
                    <a:pt x="1446206" y="399574"/>
                  </a:cubicBezTo>
                  <a:cubicBezTo>
                    <a:pt x="1446968" y="399764"/>
                    <a:pt x="1447634" y="401574"/>
                    <a:pt x="1448301" y="401574"/>
                  </a:cubicBezTo>
                  <a:cubicBezTo>
                    <a:pt x="1448873" y="401574"/>
                    <a:pt x="1449540" y="400145"/>
                    <a:pt x="1450111" y="399860"/>
                  </a:cubicBezTo>
                  <a:cubicBezTo>
                    <a:pt x="1450587" y="399574"/>
                    <a:pt x="1451730" y="399288"/>
                    <a:pt x="1452207" y="399479"/>
                  </a:cubicBezTo>
                  <a:cubicBezTo>
                    <a:pt x="1452778" y="399669"/>
                    <a:pt x="1453349" y="401098"/>
                    <a:pt x="1453921" y="401384"/>
                  </a:cubicBezTo>
                  <a:cubicBezTo>
                    <a:pt x="1455159" y="402050"/>
                    <a:pt x="1458017" y="402241"/>
                    <a:pt x="1459445" y="402241"/>
                  </a:cubicBezTo>
                  <a:cubicBezTo>
                    <a:pt x="1460779" y="402241"/>
                    <a:pt x="1463351" y="401669"/>
                    <a:pt x="1464589" y="401574"/>
                  </a:cubicBezTo>
                  <a:cubicBezTo>
                    <a:pt x="1465351" y="401479"/>
                    <a:pt x="1466970" y="401574"/>
                    <a:pt x="1467732" y="401193"/>
                  </a:cubicBezTo>
                  <a:cubicBezTo>
                    <a:pt x="1468399" y="400812"/>
                    <a:pt x="1468970" y="399193"/>
                    <a:pt x="1469542" y="398907"/>
                  </a:cubicBezTo>
                  <a:cubicBezTo>
                    <a:pt x="1469923" y="398621"/>
                    <a:pt x="1471066" y="398621"/>
                    <a:pt x="1471542" y="398717"/>
                  </a:cubicBezTo>
                  <a:cubicBezTo>
                    <a:pt x="1472495" y="398907"/>
                    <a:pt x="1474495" y="400812"/>
                    <a:pt x="1475257" y="400240"/>
                  </a:cubicBezTo>
                  <a:cubicBezTo>
                    <a:pt x="1476209" y="399669"/>
                    <a:pt x="1474590" y="396812"/>
                    <a:pt x="1475162" y="395954"/>
                  </a:cubicBezTo>
                  <a:cubicBezTo>
                    <a:pt x="1475543" y="395478"/>
                    <a:pt x="1476972" y="395478"/>
                    <a:pt x="1477448" y="395192"/>
                  </a:cubicBezTo>
                  <a:cubicBezTo>
                    <a:pt x="1478115" y="394811"/>
                    <a:pt x="1479353" y="393763"/>
                    <a:pt x="1479639" y="393002"/>
                  </a:cubicBezTo>
                  <a:cubicBezTo>
                    <a:pt x="1479924" y="392239"/>
                    <a:pt x="1479353" y="390525"/>
                    <a:pt x="1479448" y="389763"/>
                  </a:cubicBezTo>
                  <a:cubicBezTo>
                    <a:pt x="1479543" y="388906"/>
                    <a:pt x="1480019" y="387001"/>
                    <a:pt x="1480686" y="386429"/>
                  </a:cubicBezTo>
                  <a:cubicBezTo>
                    <a:pt x="1481258" y="385953"/>
                    <a:pt x="1482877" y="385667"/>
                    <a:pt x="1483544" y="385763"/>
                  </a:cubicBezTo>
                  <a:cubicBezTo>
                    <a:pt x="1484210" y="385858"/>
                    <a:pt x="1485449" y="386620"/>
                    <a:pt x="1486020" y="387001"/>
                  </a:cubicBezTo>
                  <a:cubicBezTo>
                    <a:pt x="1486973" y="387572"/>
                    <a:pt x="1488497" y="389287"/>
                    <a:pt x="1489544" y="389668"/>
                  </a:cubicBezTo>
                  <a:cubicBezTo>
                    <a:pt x="1490116" y="389858"/>
                    <a:pt x="1491354" y="389572"/>
                    <a:pt x="1491926" y="389668"/>
                  </a:cubicBezTo>
                  <a:cubicBezTo>
                    <a:pt x="1492783" y="389763"/>
                    <a:pt x="1494593" y="390239"/>
                    <a:pt x="1495355" y="390620"/>
                  </a:cubicBezTo>
                  <a:cubicBezTo>
                    <a:pt x="1496402" y="391192"/>
                    <a:pt x="1498022" y="392716"/>
                    <a:pt x="1498879" y="393478"/>
                  </a:cubicBezTo>
                  <a:cubicBezTo>
                    <a:pt x="1499450" y="393954"/>
                    <a:pt x="1500212" y="395383"/>
                    <a:pt x="1500879" y="395669"/>
                  </a:cubicBezTo>
                  <a:cubicBezTo>
                    <a:pt x="1501641" y="396049"/>
                    <a:pt x="1503451" y="395383"/>
                    <a:pt x="1504118" y="395859"/>
                  </a:cubicBezTo>
                  <a:cubicBezTo>
                    <a:pt x="1504975" y="396526"/>
                    <a:pt x="1504880" y="399097"/>
                    <a:pt x="1505642" y="399860"/>
                  </a:cubicBezTo>
                  <a:cubicBezTo>
                    <a:pt x="1506118" y="400336"/>
                    <a:pt x="1507356" y="400812"/>
                    <a:pt x="1508023" y="400812"/>
                  </a:cubicBezTo>
                  <a:cubicBezTo>
                    <a:pt x="1508785" y="400812"/>
                    <a:pt x="1510214" y="399955"/>
                    <a:pt x="1510976" y="399860"/>
                  </a:cubicBezTo>
                  <a:cubicBezTo>
                    <a:pt x="1511928" y="399764"/>
                    <a:pt x="1513928" y="399574"/>
                    <a:pt x="1514691" y="400050"/>
                  </a:cubicBezTo>
                  <a:cubicBezTo>
                    <a:pt x="1515643" y="400621"/>
                    <a:pt x="1516215" y="402812"/>
                    <a:pt x="1516786" y="403670"/>
                  </a:cubicBezTo>
                  <a:cubicBezTo>
                    <a:pt x="1517167" y="404241"/>
                    <a:pt x="1518024" y="405289"/>
                    <a:pt x="1518596" y="405765"/>
                  </a:cubicBezTo>
                  <a:cubicBezTo>
                    <a:pt x="1519167" y="406241"/>
                    <a:pt x="1520596" y="407003"/>
                    <a:pt x="1521072" y="407670"/>
                  </a:cubicBezTo>
                  <a:cubicBezTo>
                    <a:pt x="1521739" y="408527"/>
                    <a:pt x="1521834" y="411004"/>
                    <a:pt x="1522596" y="411766"/>
                  </a:cubicBezTo>
                  <a:cubicBezTo>
                    <a:pt x="1523168" y="412337"/>
                    <a:pt x="1524977" y="412432"/>
                    <a:pt x="1525549" y="413004"/>
                  </a:cubicBezTo>
                  <a:cubicBezTo>
                    <a:pt x="1526216" y="413576"/>
                    <a:pt x="1526787" y="415290"/>
                    <a:pt x="1527454" y="415862"/>
                  </a:cubicBezTo>
                  <a:cubicBezTo>
                    <a:pt x="1528216" y="416528"/>
                    <a:pt x="1529931" y="417767"/>
                    <a:pt x="1530883" y="417957"/>
                  </a:cubicBezTo>
                  <a:cubicBezTo>
                    <a:pt x="1531835" y="418147"/>
                    <a:pt x="1533836" y="418147"/>
                    <a:pt x="1534598" y="417576"/>
                  </a:cubicBezTo>
                  <a:cubicBezTo>
                    <a:pt x="1534979" y="417290"/>
                    <a:pt x="1534883" y="415862"/>
                    <a:pt x="1535360" y="415576"/>
                  </a:cubicBezTo>
                  <a:cubicBezTo>
                    <a:pt x="1535931" y="415290"/>
                    <a:pt x="1537360" y="416243"/>
                    <a:pt x="1538027" y="416243"/>
                  </a:cubicBezTo>
                  <a:cubicBezTo>
                    <a:pt x="1538884" y="416147"/>
                    <a:pt x="1540313" y="414814"/>
                    <a:pt x="1541170" y="415004"/>
                  </a:cubicBezTo>
                  <a:cubicBezTo>
                    <a:pt x="1542027" y="415195"/>
                    <a:pt x="1542884" y="416909"/>
                    <a:pt x="1543551" y="417576"/>
                  </a:cubicBezTo>
                  <a:cubicBezTo>
                    <a:pt x="1543932" y="418052"/>
                    <a:pt x="1544980" y="418814"/>
                    <a:pt x="1545361" y="419386"/>
                  </a:cubicBezTo>
                  <a:cubicBezTo>
                    <a:pt x="1545742" y="419957"/>
                    <a:pt x="1545933" y="421577"/>
                    <a:pt x="1546599" y="422053"/>
                  </a:cubicBezTo>
                  <a:cubicBezTo>
                    <a:pt x="1546980" y="422434"/>
                    <a:pt x="1548314" y="422148"/>
                    <a:pt x="1548790" y="422434"/>
                  </a:cubicBezTo>
                  <a:cubicBezTo>
                    <a:pt x="1549361" y="422720"/>
                    <a:pt x="1549933" y="423958"/>
                    <a:pt x="1550409" y="424339"/>
                  </a:cubicBezTo>
                  <a:cubicBezTo>
                    <a:pt x="1550885" y="424720"/>
                    <a:pt x="1552028" y="425863"/>
                    <a:pt x="1552695" y="425768"/>
                  </a:cubicBezTo>
                  <a:cubicBezTo>
                    <a:pt x="1553267" y="425672"/>
                    <a:pt x="1553648" y="424339"/>
                    <a:pt x="1554124" y="424148"/>
                  </a:cubicBezTo>
                  <a:cubicBezTo>
                    <a:pt x="1554886" y="423767"/>
                    <a:pt x="1556791" y="423767"/>
                    <a:pt x="1557648" y="424148"/>
                  </a:cubicBezTo>
                  <a:cubicBezTo>
                    <a:pt x="1558601" y="424624"/>
                    <a:pt x="1559363" y="427387"/>
                    <a:pt x="1560506" y="427387"/>
                  </a:cubicBezTo>
                  <a:cubicBezTo>
                    <a:pt x="1560887" y="427387"/>
                    <a:pt x="1561173" y="426148"/>
                    <a:pt x="1561553" y="426148"/>
                  </a:cubicBezTo>
                  <a:cubicBezTo>
                    <a:pt x="1562316" y="426053"/>
                    <a:pt x="1563458" y="427577"/>
                    <a:pt x="1564220" y="427577"/>
                  </a:cubicBezTo>
                  <a:cubicBezTo>
                    <a:pt x="1564792" y="427577"/>
                    <a:pt x="1565744" y="426339"/>
                    <a:pt x="1566316" y="426530"/>
                  </a:cubicBezTo>
                  <a:cubicBezTo>
                    <a:pt x="1567078" y="426720"/>
                    <a:pt x="1567554" y="428435"/>
                    <a:pt x="1568126" y="428911"/>
                  </a:cubicBezTo>
                  <a:cubicBezTo>
                    <a:pt x="1569078" y="429768"/>
                    <a:pt x="1571745" y="430339"/>
                    <a:pt x="1572602" y="431292"/>
                  </a:cubicBezTo>
                  <a:cubicBezTo>
                    <a:pt x="1573079" y="431768"/>
                    <a:pt x="1573174" y="433388"/>
                    <a:pt x="1573650" y="433864"/>
                  </a:cubicBezTo>
                  <a:cubicBezTo>
                    <a:pt x="1574222" y="434530"/>
                    <a:pt x="1575841" y="435578"/>
                    <a:pt x="1576698" y="435388"/>
                  </a:cubicBezTo>
                  <a:cubicBezTo>
                    <a:pt x="1577365" y="435293"/>
                    <a:pt x="1578127" y="434149"/>
                    <a:pt x="1578603" y="433483"/>
                  </a:cubicBezTo>
                  <a:cubicBezTo>
                    <a:pt x="1578699" y="433388"/>
                    <a:pt x="1578794" y="433197"/>
                    <a:pt x="1578889" y="433102"/>
                  </a:cubicBezTo>
                  <a:cubicBezTo>
                    <a:pt x="1579365" y="432530"/>
                    <a:pt x="1580127" y="431006"/>
                    <a:pt x="1580794" y="430625"/>
                  </a:cubicBezTo>
                  <a:cubicBezTo>
                    <a:pt x="1581461" y="430244"/>
                    <a:pt x="1583175" y="429863"/>
                    <a:pt x="1583747" y="430244"/>
                  </a:cubicBezTo>
                  <a:cubicBezTo>
                    <a:pt x="1584128" y="430530"/>
                    <a:pt x="1584033" y="431673"/>
                    <a:pt x="1583937" y="432149"/>
                  </a:cubicBezTo>
                  <a:cubicBezTo>
                    <a:pt x="1583842" y="432816"/>
                    <a:pt x="1583175" y="433959"/>
                    <a:pt x="1583270" y="434530"/>
                  </a:cubicBezTo>
                  <a:cubicBezTo>
                    <a:pt x="1583366" y="435293"/>
                    <a:pt x="1584033" y="436817"/>
                    <a:pt x="1584604" y="437388"/>
                  </a:cubicBezTo>
                  <a:cubicBezTo>
                    <a:pt x="1585175" y="437864"/>
                    <a:pt x="1586795" y="437769"/>
                    <a:pt x="1587366" y="438150"/>
                  </a:cubicBezTo>
                  <a:cubicBezTo>
                    <a:pt x="1587842" y="438531"/>
                    <a:pt x="1588224" y="439769"/>
                    <a:pt x="1588604" y="440150"/>
                  </a:cubicBezTo>
                  <a:cubicBezTo>
                    <a:pt x="1589176" y="440817"/>
                    <a:pt x="1590414" y="442246"/>
                    <a:pt x="1591272" y="442151"/>
                  </a:cubicBezTo>
                  <a:cubicBezTo>
                    <a:pt x="1592033" y="442151"/>
                    <a:pt x="1592891" y="439960"/>
                    <a:pt x="1593558" y="440150"/>
                  </a:cubicBezTo>
                  <a:cubicBezTo>
                    <a:pt x="1594415" y="440436"/>
                    <a:pt x="1593843" y="443198"/>
                    <a:pt x="1594510" y="443674"/>
                  </a:cubicBezTo>
                  <a:cubicBezTo>
                    <a:pt x="1595082" y="444055"/>
                    <a:pt x="1596606" y="443770"/>
                    <a:pt x="1597272" y="443484"/>
                  </a:cubicBezTo>
                  <a:cubicBezTo>
                    <a:pt x="1598034" y="443103"/>
                    <a:pt x="1598510" y="441007"/>
                    <a:pt x="1599368" y="441103"/>
                  </a:cubicBezTo>
                  <a:cubicBezTo>
                    <a:pt x="1600034" y="441198"/>
                    <a:pt x="1599844" y="443294"/>
                    <a:pt x="1600416" y="443579"/>
                  </a:cubicBezTo>
                  <a:cubicBezTo>
                    <a:pt x="1601082" y="443865"/>
                    <a:pt x="1602797" y="443198"/>
                    <a:pt x="1603368" y="442722"/>
                  </a:cubicBezTo>
                  <a:cubicBezTo>
                    <a:pt x="1603844" y="442341"/>
                    <a:pt x="1604130" y="441103"/>
                    <a:pt x="1604511" y="440722"/>
                  </a:cubicBezTo>
                  <a:cubicBezTo>
                    <a:pt x="1604892" y="440246"/>
                    <a:pt x="1605940" y="439484"/>
                    <a:pt x="1606511" y="439388"/>
                  </a:cubicBezTo>
                  <a:cubicBezTo>
                    <a:pt x="1607369" y="439103"/>
                    <a:pt x="1609274" y="439103"/>
                    <a:pt x="1610036" y="439484"/>
                  </a:cubicBezTo>
                  <a:cubicBezTo>
                    <a:pt x="1610798" y="439864"/>
                    <a:pt x="1611560" y="441865"/>
                    <a:pt x="1612417" y="442151"/>
                  </a:cubicBezTo>
                  <a:cubicBezTo>
                    <a:pt x="1613465" y="442341"/>
                    <a:pt x="1615656" y="441484"/>
                    <a:pt x="1616322" y="440627"/>
                  </a:cubicBezTo>
                  <a:cubicBezTo>
                    <a:pt x="1616799" y="440055"/>
                    <a:pt x="1616417" y="438340"/>
                    <a:pt x="1616703" y="437769"/>
                  </a:cubicBezTo>
                  <a:cubicBezTo>
                    <a:pt x="1617084" y="437007"/>
                    <a:pt x="1618513" y="435769"/>
                    <a:pt x="1619370" y="435673"/>
                  </a:cubicBezTo>
                  <a:cubicBezTo>
                    <a:pt x="1620037" y="435483"/>
                    <a:pt x="1621561" y="436055"/>
                    <a:pt x="1622133" y="436436"/>
                  </a:cubicBezTo>
                  <a:cubicBezTo>
                    <a:pt x="1622894" y="437007"/>
                    <a:pt x="1623657" y="438817"/>
                    <a:pt x="1624228" y="439579"/>
                  </a:cubicBezTo>
                  <a:cubicBezTo>
                    <a:pt x="1624609" y="440055"/>
                    <a:pt x="1625561" y="441103"/>
                    <a:pt x="1626228" y="441103"/>
                  </a:cubicBezTo>
                  <a:cubicBezTo>
                    <a:pt x="1626895" y="441103"/>
                    <a:pt x="1628038" y="440246"/>
                    <a:pt x="1628609" y="439769"/>
                  </a:cubicBezTo>
                  <a:cubicBezTo>
                    <a:pt x="1629181" y="439293"/>
                    <a:pt x="1629752" y="437769"/>
                    <a:pt x="1630324" y="437483"/>
                  </a:cubicBezTo>
                  <a:cubicBezTo>
                    <a:pt x="1630895" y="437197"/>
                    <a:pt x="1632324" y="437102"/>
                    <a:pt x="1632800" y="437483"/>
                  </a:cubicBezTo>
                  <a:cubicBezTo>
                    <a:pt x="1633467" y="437960"/>
                    <a:pt x="1633277" y="440246"/>
                    <a:pt x="1633943" y="440722"/>
                  </a:cubicBezTo>
                  <a:cubicBezTo>
                    <a:pt x="1634515" y="441103"/>
                    <a:pt x="1636610" y="440817"/>
                    <a:pt x="1636610" y="440817"/>
                  </a:cubicBezTo>
                  <a:lnTo>
                    <a:pt x="1641849" y="524447"/>
                  </a:lnTo>
                  <a:lnTo>
                    <a:pt x="1651660" y="680180"/>
                  </a:lnTo>
                  <a:cubicBezTo>
                    <a:pt x="1651660" y="680180"/>
                    <a:pt x="1652517" y="682085"/>
                    <a:pt x="1652993" y="682466"/>
                  </a:cubicBezTo>
                  <a:cubicBezTo>
                    <a:pt x="1653565" y="682943"/>
                    <a:pt x="1655375" y="683038"/>
                    <a:pt x="1655946" y="683514"/>
                  </a:cubicBezTo>
                  <a:cubicBezTo>
                    <a:pt x="1656613" y="683990"/>
                    <a:pt x="1657280" y="685610"/>
                    <a:pt x="1657756" y="686276"/>
                  </a:cubicBezTo>
                  <a:cubicBezTo>
                    <a:pt x="1658518" y="687514"/>
                    <a:pt x="1659756" y="690086"/>
                    <a:pt x="1660614" y="691324"/>
                  </a:cubicBezTo>
                  <a:cubicBezTo>
                    <a:pt x="1661090" y="692087"/>
                    <a:pt x="1662137" y="693801"/>
                    <a:pt x="1662899" y="694372"/>
                  </a:cubicBezTo>
                  <a:cubicBezTo>
                    <a:pt x="1663757" y="694849"/>
                    <a:pt x="1665852" y="694754"/>
                    <a:pt x="1666709" y="695135"/>
                  </a:cubicBezTo>
                  <a:cubicBezTo>
                    <a:pt x="1667472" y="695515"/>
                    <a:pt x="1668519" y="697135"/>
                    <a:pt x="1669186" y="697611"/>
                  </a:cubicBezTo>
                  <a:cubicBezTo>
                    <a:pt x="1669758" y="697992"/>
                    <a:pt x="1671186" y="698182"/>
                    <a:pt x="1671662" y="698659"/>
                  </a:cubicBezTo>
                  <a:cubicBezTo>
                    <a:pt x="1672329" y="699326"/>
                    <a:pt x="1672710" y="701326"/>
                    <a:pt x="1673186" y="702183"/>
                  </a:cubicBezTo>
                  <a:cubicBezTo>
                    <a:pt x="1673567" y="702850"/>
                    <a:pt x="1674996" y="703707"/>
                    <a:pt x="1675187" y="704469"/>
                  </a:cubicBezTo>
                  <a:cubicBezTo>
                    <a:pt x="1675377" y="705231"/>
                    <a:pt x="1674425" y="706660"/>
                    <a:pt x="1674520" y="707422"/>
                  </a:cubicBezTo>
                  <a:cubicBezTo>
                    <a:pt x="1674615" y="707993"/>
                    <a:pt x="1675282" y="709136"/>
                    <a:pt x="1675758" y="709517"/>
                  </a:cubicBezTo>
                  <a:cubicBezTo>
                    <a:pt x="1676425" y="709994"/>
                    <a:pt x="1678235" y="709994"/>
                    <a:pt x="1678901" y="710470"/>
                  </a:cubicBezTo>
                  <a:cubicBezTo>
                    <a:pt x="1679664" y="710851"/>
                    <a:pt x="1680902" y="712089"/>
                    <a:pt x="1681283" y="712851"/>
                  </a:cubicBezTo>
                  <a:cubicBezTo>
                    <a:pt x="1681759" y="713613"/>
                    <a:pt x="1682140" y="715518"/>
                    <a:pt x="1682331" y="716375"/>
                  </a:cubicBezTo>
                  <a:cubicBezTo>
                    <a:pt x="1682426" y="717137"/>
                    <a:pt x="1681854" y="718852"/>
                    <a:pt x="1682235" y="719614"/>
                  </a:cubicBezTo>
                  <a:cubicBezTo>
                    <a:pt x="1682521" y="720185"/>
                    <a:pt x="1683950" y="720566"/>
                    <a:pt x="1684331" y="721138"/>
                  </a:cubicBezTo>
                  <a:cubicBezTo>
                    <a:pt x="1684902" y="721995"/>
                    <a:pt x="1685093" y="724186"/>
                    <a:pt x="1685569" y="725138"/>
                  </a:cubicBezTo>
                  <a:cubicBezTo>
                    <a:pt x="1685855" y="725710"/>
                    <a:pt x="1686998" y="726567"/>
                    <a:pt x="1687093" y="727234"/>
                  </a:cubicBezTo>
                  <a:cubicBezTo>
                    <a:pt x="1687188" y="727996"/>
                    <a:pt x="1686617" y="729520"/>
                    <a:pt x="1686045" y="729996"/>
                  </a:cubicBezTo>
                  <a:cubicBezTo>
                    <a:pt x="1685664" y="730377"/>
                    <a:pt x="1684331" y="730377"/>
                    <a:pt x="1683950" y="730853"/>
                  </a:cubicBezTo>
                  <a:cubicBezTo>
                    <a:pt x="1683664" y="731234"/>
                    <a:pt x="1683474" y="732187"/>
                    <a:pt x="1683569" y="732758"/>
                  </a:cubicBezTo>
                  <a:cubicBezTo>
                    <a:pt x="1683759" y="733425"/>
                    <a:pt x="1684998" y="734378"/>
                    <a:pt x="1685283" y="735044"/>
                  </a:cubicBezTo>
                  <a:cubicBezTo>
                    <a:pt x="1685664" y="735806"/>
                    <a:pt x="1686045" y="737711"/>
                    <a:pt x="1685759" y="738473"/>
                  </a:cubicBezTo>
                  <a:cubicBezTo>
                    <a:pt x="1685474" y="739140"/>
                    <a:pt x="1683950" y="739712"/>
                    <a:pt x="1683569" y="740378"/>
                  </a:cubicBezTo>
                  <a:cubicBezTo>
                    <a:pt x="1683188" y="740950"/>
                    <a:pt x="1682807" y="742283"/>
                    <a:pt x="1682902" y="742950"/>
                  </a:cubicBezTo>
                  <a:cubicBezTo>
                    <a:pt x="1682997" y="743522"/>
                    <a:pt x="1683950" y="744569"/>
                    <a:pt x="1684140" y="745141"/>
                  </a:cubicBezTo>
                  <a:cubicBezTo>
                    <a:pt x="1684521" y="745998"/>
                    <a:pt x="1684521" y="747998"/>
                    <a:pt x="1684998" y="748760"/>
                  </a:cubicBezTo>
                  <a:cubicBezTo>
                    <a:pt x="1685378" y="749427"/>
                    <a:pt x="1686807" y="750189"/>
                    <a:pt x="1687379" y="750761"/>
                  </a:cubicBezTo>
                  <a:cubicBezTo>
                    <a:pt x="1687950" y="751427"/>
                    <a:pt x="1688712" y="753332"/>
                    <a:pt x="1689569" y="753618"/>
                  </a:cubicBezTo>
                  <a:cubicBezTo>
                    <a:pt x="1690332" y="753999"/>
                    <a:pt x="1692141" y="753332"/>
                    <a:pt x="1692999" y="753237"/>
                  </a:cubicBezTo>
                  <a:cubicBezTo>
                    <a:pt x="1693570" y="753237"/>
                    <a:pt x="1694903" y="753047"/>
                    <a:pt x="1695475" y="753332"/>
                  </a:cubicBezTo>
                  <a:cubicBezTo>
                    <a:pt x="1696332" y="753713"/>
                    <a:pt x="1697951" y="755713"/>
                    <a:pt x="1698047" y="755999"/>
                  </a:cubicBezTo>
                  <a:cubicBezTo>
                    <a:pt x="1698142" y="756190"/>
                    <a:pt x="1697951" y="759047"/>
                    <a:pt x="1697475" y="759905"/>
                  </a:cubicBezTo>
                  <a:cubicBezTo>
                    <a:pt x="1697190" y="760476"/>
                    <a:pt x="1695666" y="761047"/>
                    <a:pt x="1695570" y="761714"/>
                  </a:cubicBezTo>
                  <a:cubicBezTo>
                    <a:pt x="1695570" y="762476"/>
                    <a:pt x="1696999" y="763429"/>
                    <a:pt x="1697570" y="763714"/>
                  </a:cubicBezTo>
                  <a:cubicBezTo>
                    <a:pt x="1698142" y="764096"/>
                    <a:pt x="1699666" y="764191"/>
                    <a:pt x="1700237" y="764572"/>
                  </a:cubicBezTo>
                  <a:cubicBezTo>
                    <a:pt x="1700809" y="764953"/>
                    <a:pt x="1701666" y="766096"/>
                    <a:pt x="1701857" y="766667"/>
                  </a:cubicBezTo>
                  <a:cubicBezTo>
                    <a:pt x="1702142" y="767334"/>
                    <a:pt x="1701571" y="769048"/>
                    <a:pt x="1702047" y="769715"/>
                  </a:cubicBezTo>
                  <a:cubicBezTo>
                    <a:pt x="1702428" y="770192"/>
                    <a:pt x="1703952" y="770192"/>
                    <a:pt x="1704428" y="770572"/>
                  </a:cubicBezTo>
                  <a:cubicBezTo>
                    <a:pt x="1705095" y="770954"/>
                    <a:pt x="1706429" y="772097"/>
                    <a:pt x="1706715" y="772859"/>
                  </a:cubicBezTo>
                  <a:cubicBezTo>
                    <a:pt x="1706905" y="773239"/>
                    <a:pt x="1706524" y="774192"/>
                    <a:pt x="1706619" y="774573"/>
                  </a:cubicBezTo>
                  <a:cubicBezTo>
                    <a:pt x="1706810" y="775335"/>
                    <a:pt x="1707953" y="776573"/>
                    <a:pt x="1707953" y="777335"/>
                  </a:cubicBezTo>
                  <a:cubicBezTo>
                    <a:pt x="1708048" y="778288"/>
                    <a:pt x="1707381" y="780193"/>
                    <a:pt x="1707000" y="781145"/>
                  </a:cubicBezTo>
                  <a:cubicBezTo>
                    <a:pt x="1706715" y="781622"/>
                    <a:pt x="1705857" y="782479"/>
                    <a:pt x="1705667" y="783050"/>
                  </a:cubicBezTo>
                  <a:cubicBezTo>
                    <a:pt x="1705381" y="783907"/>
                    <a:pt x="1705000" y="785813"/>
                    <a:pt x="1705476" y="786479"/>
                  </a:cubicBezTo>
                  <a:cubicBezTo>
                    <a:pt x="1705857" y="786955"/>
                    <a:pt x="1707286" y="787051"/>
                    <a:pt x="1707762" y="787432"/>
                  </a:cubicBezTo>
                  <a:cubicBezTo>
                    <a:pt x="1708239" y="787813"/>
                    <a:pt x="1708905" y="788765"/>
                    <a:pt x="1709286" y="789242"/>
                  </a:cubicBezTo>
                  <a:cubicBezTo>
                    <a:pt x="1709762" y="789813"/>
                    <a:pt x="1710620" y="791147"/>
                    <a:pt x="1711382" y="791432"/>
                  </a:cubicBezTo>
                  <a:cubicBezTo>
                    <a:pt x="1712239" y="791813"/>
                    <a:pt x="1714430" y="790480"/>
                    <a:pt x="1715192" y="791051"/>
                  </a:cubicBezTo>
                  <a:cubicBezTo>
                    <a:pt x="1715954" y="791718"/>
                    <a:pt x="1715287" y="794195"/>
                    <a:pt x="1715668" y="795147"/>
                  </a:cubicBezTo>
                  <a:cubicBezTo>
                    <a:pt x="1715954" y="796004"/>
                    <a:pt x="1717478" y="797433"/>
                    <a:pt x="1717668" y="798290"/>
                  </a:cubicBezTo>
                  <a:cubicBezTo>
                    <a:pt x="1717954" y="799433"/>
                    <a:pt x="1717383" y="801814"/>
                    <a:pt x="1717573" y="802862"/>
                  </a:cubicBezTo>
                  <a:cubicBezTo>
                    <a:pt x="1717668" y="803720"/>
                    <a:pt x="1718049" y="805339"/>
                    <a:pt x="1718621" y="805910"/>
                  </a:cubicBezTo>
                  <a:cubicBezTo>
                    <a:pt x="1719192" y="806577"/>
                    <a:pt x="1720716" y="807625"/>
                    <a:pt x="1721574" y="807434"/>
                  </a:cubicBezTo>
                  <a:cubicBezTo>
                    <a:pt x="1722240" y="807244"/>
                    <a:pt x="1722907" y="805815"/>
                    <a:pt x="1723288" y="805148"/>
                  </a:cubicBezTo>
                  <a:cubicBezTo>
                    <a:pt x="1723669" y="804577"/>
                    <a:pt x="1724050" y="803053"/>
                    <a:pt x="1724622" y="802577"/>
                  </a:cubicBezTo>
                  <a:cubicBezTo>
                    <a:pt x="1725002" y="802291"/>
                    <a:pt x="1726145" y="802005"/>
                    <a:pt x="1726526" y="802291"/>
                  </a:cubicBezTo>
                  <a:cubicBezTo>
                    <a:pt x="1727669" y="803053"/>
                    <a:pt x="1727860" y="806196"/>
                    <a:pt x="1727669" y="807530"/>
                  </a:cubicBezTo>
                  <a:cubicBezTo>
                    <a:pt x="1727479" y="808482"/>
                    <a:pt x="1725860" y="809815"/>
                    <a:pt x="1725955" y="810768"/>
                  </a:cubicBezTo>
                  <a:cubicBezTo>
                    <a:pt x="1725955" y="811530"/>
                    <a:pt x="1727669" y="812578"/>
                    <a:pt x="1727574" y="813340"/>
                  </a:cubicBezTo>
                  <a:cubicBezTo>
                    <a:pt x="1727574" y="814292"/>
                    <a:pt x="1725574" y="815340"/>
                    <a:pt x="1725383" y="816293"/>
                  </a:cubicBezTo>
                  <a:cubicBezTo>
                    <a:pt x="1725193" y="817055"/>
                    <a:pt x="1725860" y="818483"/>
                    <a:pt x="1726241" y="819245"/>
                  </a:cubicBezTo>
                  <a:cubicBezTo>
                    <a:pt x="1726622" y="819912"/>
                    <a:pt x="1727860" y="820864"/>
                    <a:pt x="1728336" y="821436"/>
                  </a:cubicBezTo>
                  <a:cubicBezTo>
                    <a:pt x="1728908" y="822198"/>
                    <a:pt x="1729956" y="824008"/>
                    <a:pt x="1730241" y="824960"/>
                  </a:cubicBezTo>
                  <a:cubicBezTo>
                    <a:pt x="1730527" y="825818"/>
                    <a:pt x="1730717" y="827627"/>
                    <a:pt x="1730432" y="828485"/>
                  </a:cubicBezTo>
                  <a:cubicBezTo>
                    <a:pt x="1729860" y="829818"/>
                    <a:pt x="1726812" y="831342"/>
                    <a:pt x="1725765" y="832390"/>
                  </a:cubicBezTo>
                  <a:cubicBezTo>
                    <a:pt x="1725383" y="832866"/>
                    <a:pt x="1724336" y="833723"/>
                    <a:pt x="1724241" y="834390"/>
                  </a:cubicBezTo>
                  <a:cubicBezTo>
                    <a:pt x="1724145" y="835152"/>
                    <a:pt x="1724717" y="836676"/>
                    <a:pt x="1725288" y="837247"/>
                  </a:cubicBezTo>
                  <a:cubicBezTo>
                    <a:pt x="1725860" y="837724"/>
                    <a:pt x="1727574" y="837629"/>
                    <a:pt x="1728241" y="838010"/>
                  </a:cubicBezTo>
                  <a:cubicBezTo>
                    <a:pt x="1729098" y="838486"/>
                    <a:pt x="1730622" y="840010"/>
                    <a:pt x="1731003" y="840867"/>
                  </a:cubicBezTo>
                  <a:cubicBezTo>
                    <a:pt x="1731289" y="841724"/>
                    <a:pt x="1731479" y="843629"/>
                    <a:pt x="1730908" y="844391"/>
                  </a:cubicBezTo>
                  <a:cubicBezTo>
                    <a:pt x="1730432" y="845058"/>
                    <a:pt x="1728622" y="845058"/>
                    <a:pt x="1727955" y="845439"/>
                  </a:cubicBezTo>
                  <a:cubicBezTo>
                    <a:pt x="1727289" y="845820"/>
                    <a:pt x="1726145" y="846868"/>
                    <a:pt x="1725860" y="847630"/>
                  </a:cubicBezTo>
                  <a:cubicBezTo>
                    <a:pt x="1725479" y="848678"/>
                    <a:pt x="1725765" y="850963"/>
                    <a:pt x="1725955" y="852011"/>
                  </a:cubicBezTo>
                  <a:cubicBezTo>
                    <a:pt x="1726145" y="853059"/>
                    <a:pt x="1727003" y="854964"/>
                    <a:pt x="1727193" y="856012"/>
                  </a:cubicBezTo>
                  <a:cubicBezTo>
                    <a:pt x="1727384" y="856869"/>
                    <a:pt x="1727384" y="858679"/>
                    <a:pt x="1727289" y="859536"/>
                  </a:cubicBezTo>
                  <a:cubicBezTo>
                    <a:pt x="1727098" y="860393"/>
                    <a:pt x="1726431" y="862013"/>
                    <a:pt x="1725955" y="862774"/>
                  </a:cubicBezTo>
                  <a:cubicBezTo>
                    <a:pt x="1725574" y="863346"/>
                    <a:pt x="1724050" y="864013"/>
                    <a:pt x="1723764" y="864680"/>
                  </a:cubicBezTo>
                  <a:cubicBezTo>
                    <a:pt x="1723383" y="865537"/>
                    <a:pt x="1724050" y="867537"/>
                    <a:pt x="1723669" y="868394"/>
                  </a:cubicBezTo>
                  <a:cubicBezTo>
                    <a:pt x="1723478" y="868966"/>
                    <a:pt x="1722431" y="869728"/>
                    <a:pt x="1722050" y="870204"/>
                  </a:cubicBezTo>
                  <a:cubicBezTo>
                    <a:pt x="1721574" y="870776"/>
                    <a:pt x="1720240" y="871823"/>
                    <a:pt x="1720145" y="872585"/>
                  </a:cubicBezTo>
                  <a:cubicBezTo>
                    <a:pt x="1720049" y="873347"/>
                    <a:pt x="1721002" y="874586"/>
                    <a:pt x="1721192" y="875347"/>
                  </a:cubicBezTo>
                  <a:cubicBezTo>
                    <a:pt x="1721383" y="875919"/>
                    <a:pt x="1721478" y="877253"/>
                    <a:pt x="1721383" y="877919"/>
                  </a:cubicBezTo>
                  <a:cubicBezTo>
                    <a:pt x="1721383" y="878777"/>
                    <a:pt x="1721097" y="880681"/>
                    <a:pt x="1720716" y="881444"/>
                  </a:cubicBezTo>
                  <a:cubicBezTo>
                    <a:pt x="1720335" y="882301"/>
                    <a:pt x="1718907" y="883730"/>
                    <a:pt x="1718144" y="884206"/>
                  </a:cubicBezTo>
                  <a:cubicBezTo>
                    <a:pt x="1717383" y="884682"/>
                    <a:pt x="1715573" y="885063"/>
                    <a:pt x="1714906" y="885635"/>
                  </a:cubicBezTo>
                  <a:cubicBezTo>
                    <a:pt x="1714239" y="886206"/>
                    <a:pt x="1713191" y="887921"/>
                    <a:pt x="1713001" y="888778"/>
                  </a:cubicBezTo>
                  <a:cubicBezTo>
                    <a:pt x="1712810" y="889540"/>
                    <a:pt x="1713096" y="891064"/>
                    <a:pt x="1713191" y="891826"/>
                  </a:cubicBezTo>
                  <a:cubicBezTo>
                    <a:pt x="1713287" y="892683"/>
                    <a:pt x="1713858" y="894493"/>
                    <a:pt x="1713477" y="895255"/>
                  </a:cubicBezTo>
                  <a:cubicBezTo>
                    <a:pt x="1713096" y="896017"/>
                    <a:pt x="1711191" y="896588"/>
                    <a:pt x="1710524" y="897064"/>
                  </a:cubicBezTo>
                  <a:cubicBezTo>
                    <a:pt x="1709953" y="897446"/>
                    <a:pt x="1708715" y="897922"/>
                    <a:pt x="1708334" y="898493"/>
                  </a:cubicBezTo>
                  <a:cubicBezTo>
                    <a:pt x="1707667" y="899446"/>
                    <a:pt x="1707381" y="901827"/>
                    <a:pt x="1707286" y="902970"/>
                  </a:cubicBezTo>
                  <a:cubicBezTo>
                    <a:pt x="1707191" y="903827"/>
                    <a:pt x="1707095" y="905447"/>
                    <a:pt x="1707381" y="906209"/>
                  </a:cubicBezTo>
                  <a:cubicBezTo>
                    <a:pt x="1707762" y="906971"/>
                    <a:pt x="1709477" y="907732"/>
                    <a:pt x="1709762" y="908495"/>
                  </a:cubicBezTo>
                  <a:cubicBezTo>
                    <a:pt x="1710334" y="909733"/>
                    <a:pt x="1709477" y="912495"/>
                    <a:pt x="1709858" y="913733"/>
                  </a:cubicBezTo>
                  <a:cubicBezTo>
                    <a:pt x="1710143" y="914686"/>
                    <a:pt x="1711286" y="916210"/>
                    <a:pt x="1711763" y="917067"/>
                  </a:cubicBezTo>
                  <a:cubicBezTo>
                    <a:pt x="1712144" y="917638"/>
                    <a:pt x="1712906" y="918877"/>
                    <a:pt x="1713096" y="919544"/>
                  </a:cubicBezTo>
                  <a:cubicBezTo>
                    <a:pt x="1713287" y="920115"/>
                    <a:pt x="1713382" y="921544"/>
                    <a:pt x="1713096" y="922115"/>
                  </a:cubicBezTo>
                  <a:cubicBezTo>
                    <a:pt x="1712620" y="922972"/>
                    <a:pt x="1710524" y="923449"/>
                    <a:pt x="1709858" y="924115"/>
                  </a:cubicBezTo>
                  <a:cubicBezTo>
                    <a:pt x="1708524" y="925354"/>
                    <a:pt x="1706143" y="928116"/>
                    <a:pt x="1705572" y="929735"/>
                  </a:cubicBezTo>
                  <a:cubicBezTo>
                    <a:pt x="1705286" y="930688"/>
                    <a:pt x="1705952" y="932593"/>
                    <a:pt x="1705857" y="933545"/>
                  </a:cubicBezTo>
                  <a:cubicBezTo>
                    <a:pt x="1705762" y="934593"/>
                    <a:pt x="1704619" y="936688"/>
                    <a:pt x="1705000" y="937641"/>
                  </a:cubicBezTo>
                  <a:cubicBezTo>
                    <a:pt x="1705286" y="938498"/>
                    <a:pt x="1707000" y="939451"/>
                    <a:pt x="1707667" y="940022"/>
                  </a:cubicBezTo>
                  <a:cubicBezTo>
                    <a:pt x="1708524" y="940880"/>
                    <a:pt x="1710239" y="942499"/>
                    <a:pt x="1710906" y="943451"/>
                  </a:cubicBezTo>
                  <a:cubicBezTo>
                    <a:pt x="1711477" y="944309"/>
                    <a:pt x="1712239" y="946213"/>
                    <a:pt x="1712620" y="947071"/>
                  </a:cubicBezTo>
                  <a:cubicBezTo>
                    <a:pt x="1713001" y="948214"/>
                    <a:pt x="1714239" y="950405"/>
                    <a:pt x="1714144" y="951643"/>
                  </a:cubicBezTo>
                  <a:cubicBezTo>
                    <a:pt x="1714144" y="953262"/>
                    <a:pt x="1711572" y="955929"/>
                    <a:pt x="1711763" y="957453"/>
                  </a:cubicBezTo>
                  <a:cubicBezTo>
                    <a:pt x="1711858" y="958310"/>
                    <a:pt x="1713191" y="959644"/>
                    <a:pt x="1713763" y="960406"/>
                  </a:cubicBezTo>
                  <a:cubicBezTo>
                    <a:pt x="1714525" y="961454"/>
                    <a:pt x="1716525" y="963359"/>
                    <a:pt x="1716906" y="964692"/>
                  </a:cubicBezTo>
                  <a:cubicBezTo>
                    <a:pt x="1717287" y="966121"/>
                    <a:pt x="1717097" y="969455"/>
                    <a:pt x="1716335" y="970788"/>
                  </a:cubicBezTo>
                  <a:cubicBezTo>
                    <a:pt x="1715954" y="971455"/>
                    <a:pt x="1713953" y="971931"/>
                    <a:pt x="1713477" y="972598"/>
                  </a:cubicBezTo>
                  <a:cubicBezTo>
                    <a:pt x="1713096" y="973169"/>
                    <a:pt x="1712715" y="974598"/>
                    <a:pt x="1712906" y="975265"/>
                  </a:cubicBezTo>
                  <a:cubicBezTo>
                    <a:pt x="1713191" y="976027"/>
                    <a:pt x="1714906" y="976598"/>
                    <a:pt x="1715192" y="977265"/>
                  </a:cubicBezTo>
                  <a:cubicBezTo>
                    <a:pt x="1715477" y="977837"/>
                    <a:pt x="1715382" y="978980"/>
                    <a:pt x="1715192" y="979551"/>
                  </a:cubicBezTo>
                  <a:cubicBezTo>
                    <a:pt x="1714811" y="980313"/>
                    <a:pt x="1713191" y="981361"/>
                    <a:pt x="1712620" y="981932"/>
                  </a:cubicBezTo>
                  <a:cubicBezTo>
                    <a:pt x="1711763" y="982885"/>
                    <a:pt x="1710334" y="985076"/>
                    <a:pt x="1709477" y="986028"/>
                  </a:cubicBezTo>
                  <a:cubicBezTo>
                    <a:pt x="1708810" y="986885"/>
                    <a:pt x="1707191" y="988409"/>
                    <a:pt x="1706524" y="989267"/>
                  </a:cubicBezTo>
                  <a:cubicBezTo>
                    <a:pt x="1705572" y="990600"/>
                    <a:pt x="1703857" y="993457"/>
                    <a:pt x="1703381" y="995077"/>
                  </a:cubicBezTo>
                  <a:cubicBezTo>
                    <a:pt x="1703000" y="996505"/>
                    <a:pt x="1703095" y="999554"/>
                    <a:pt x="1702809" y="1000982"/>
                  </a:cubicBezTo>
                  <a:cubicBezTo>
                    <a:pt x="1702524" y="1002506"/>
                    <a:pt x="1701857" y="1005459"/>
                    <a:pt x="1701095" y="1006793"/>
                  </a:cubicBezTo>
                  <a:cubicBezTo>
                    <a:pt x="1700142" y="1008317"/>
                    <a:pt x="1696999" y="1010507"/>
                    <a:pt x="1695666" y="1011841"/>
                  </a:cubicBezTo>
                  <a:cubicBezTo>
                    <a:pt x="1694808" y="1012698"/>
                    <a:pt x="1693475" y="1014698"/>
                    <a:pt x="1692522" y="1015555"/>
                  </a:cubicBezTo>
                  <a:cubicBezTo>
                    <a:pt x="1691665" y="1016318"/>
                    <a:pt x="1689284" y="1017080"/>
                    <a:pt x="1688712" y="1018127"/>
                  </a:cubicBezTo>
                  <a:cubicBezTo>
                    <a:pt x="1688045" y="1019270"/>
                    <a:pt x="1687760" y="1022128"/>
                    <a:pt x="1688426" y="1023271"/>
                  </a:cubicBezTo>
                  <a:cubicBezTo>
                    <a:pt x="1688998" y="1024128"/>
                    <a:pt x="1691284" y="1024128"/>
                    <a:pt x="1692046" y="1024699"/>
                  </a:cubicBezTo>
                  <a:cubicBezTo>
                    <a:pt x="1692903" y="1025271"/>
                    <a:pt x="1693951" y="1027081"/>
                    <a:pt x="1694618" y="1027747"/>
                  </a:cubicBezTo>
                  <a:cubicBezTo>
                    <a:pt x="1695856" y="1028986"/>
                    <a:pt x="1698618" y="1030986"/>
                    <a:pt x="1699761" y="1032320"/>
                  </a:cubicBezTo>
                  <a:cubicBezTo>
                    <a:pt x="1700333" y="1032986"/>
                    <a:pt x="1701190" y="1034701"/>
                    <a:pt x="1701857" y="1035939"/>
                  </a:cubicBezTo>
                  <a:cubicBezTo>
                    <a:pt x="1701095" y="1036511"/>
                    <a:pt x="1700333" y="1037177"/>
                    <a:pt x="1699761" y="1037463"/>
                  </a:cubicBezTo>
                  <a:cubicBezTo>
                    <a:pt x="1698523" y="1038225"/>
                    <a:pt x="1695761" y="1039559"/>
                    <a:pt x="1694237" y="1039749"/>
                  </a:cubicBezTo>
                  <a:cubicBezTo>
                    <a:pt x="1692808" y="1040035"/>
                    <a:pt x="1689950" y="1039559"/>
                    <a:pt x="1688522" y="1039559"/>
                  </a:cubicBezTo>
                  <a:cubicBezTo>
                    <a:pt x="1686712" y="1039463"/>
                    <a:pt x="1683092" y="1038987"/>
                    <a:pt x="1681283" y="1039178"/>
                  </a:cubicBezTo>
                  <a:cubicBezTo>
                    <a:pt x="1679187" y="1039368"/>
                    <a:pt x="1674996" y="1040511"/>
                    <a:pt x="1672996" y="1041273"/>
                  </a:cubicBezTo>
                  <a:cubicBezTo>
                    <a:pt x="1670519" y="1042226"/>
                    <a:pt x="1665948" y="1044797"/>
                    <a:pt x="1663661" y="1045940"/>
                  </a:cubicBezTo>
                  <a:cubicBezTo>
                    <a:pt x="1660233" y="1047655"/>
                    <a:pt x="1653279" y="1051179"/>
                    <a:pt x="1649850" y="1052989"/>
                  </a:cubicBezTo>
                  <a:cubicBezTo>
                    <a:pt x="1646898" y="1054513"/>
                    <a:pt x="1641183" y="1057942"/>
                    <a:pt x="1638230" y="1059466"/>
                  </a:cubicBezTo>
                  <a:cubicBezTo>
                    <a:pt x="1635467" y="1060799"/>
                    <a:pt x="1629848" y="1063085"/>
                    <a:pt x="1627181" y="1064514"/>
                  </a:cubicBezTo>
                  <a:cubicBezTo>
                    <a:pt x="1624895" y="1065657"/>
                    <a:pt x="1620513" y="1068134"/>
                    <a:pt x="1618227" y="1069277"/>
                  </a:cubicBezTo>
                  <a:cubicBezTo>
                    <a:pt x="1615656" y="1070515"/>
                    <a:pt x="1610226" y="1072706"/>
                    <a:pt x="1607750" y="1074039"/>
                  </a:cubicBezTo>
                  <a:cubicBezTo>
                    <a:pt x="1605940" y="1074992"/>
                    <a:pt x="1602511" y="1076992"/>
                    <a:pt x="1600892" y="1078230"/>
                  </a:cubicBezTo>
                  <a:cubicBezTo>
                    <a:pt x="1599273" y="1079373"/>
                    <a:pt x="1596224" y="1081754"/>
                    <a:pt x="1594700" y="1082993"/>
                  </a:cubicBezTo>
                  <a:cubicBezTo>
                    <a:pt x="1593558" y="1083850"/>
                    <a:pt x="1591367" y="1085660"/>
                    <a:pt x="1590319" y="1086517"/>
                  </a:cubicBezTo>
                  <a:cubicBezTo>
                    <a:pt x="1589462" y="1087279"/>
                    <a:pt x="1587652" y="1088517"/>
                    <a:pt x="1586890" y="1089374"/>
                  </a:cubicBezTo>
                  <a:cubicBezTo>
                    <a:pt x="1586318" y="1090136"/>
                    <a:pt x="1585652" y="1092137"/>
                    <a:pt x="1584985" y="1092898"/>
                  </a:cubicBezTo>
                  <a:cubicBezTo>
                    <a:pt x="1584509" y="1093470"/>
                    <a:pt x="1583461" y="1094613"/>
                    <a:pt x="1582699" y="1094899"/>
                  </a:cubicBezTo>
                  <a:cubicBezTo>
                    <a:pt x="1582032" y="1095185"/>
                    <a:pt x="1580508" y="1095185"/>
                    <a:pt x="1579746" y="1095089"/>
                  </a:cubicBezTo>
                  <a:cubicBezTo>
                    <a:pt x="1579079" y="1094994"/>
                    <a:pt x="1577746" y="1094613"/>
                    <a:pt x="1577365" y="1094137"/>
                  </a:cubicBezTo>
                  <a:cubicBezTo>
                    <a:pt x="1576984" y="1093661"/>
                    <a:pt x="1576698" y="1092327"/>
                    <a:pt x="1576793" y="1091660"/>
                  </a:cubicBezTo>
                  <a:cubicBezTo>
                    <a:pt x="1576984" y="1090898"/>
                    <a:pt x="1578222" y="1089851"/>
                    <a:pt x="1578699" y="1089279"/>
                  </a:cubicBezTo>
                  <a:cubicBezTo>
                    <a:pt x="1579365" y="1088612"/>
                    <a:pt x="1580699" y="1087279"/>
                    <a:pt x="1581366" y="1086612"/>
                  </a:cubicBezTo>
                  <a:cubicBezTo>
                    <a:pt x="1582127" y="1085945"/>
                    <a:pt x="1583842" y="1084898"/>
                    <a:pt x="1584509" y="1084136"/>
                  </a:cubicBezTo>
                  <a:cubicBezTo>
                    <a:pt x="1585652" y="1082993"/>
                    <a:pt x="1587366" y="1080421"/>
                    <a:pt x="1588414" y="1079278"/>
                  </a:cubicBezTo>
                  <a:cubicBezTo>
                    <a:pt x="1588985" y="1078611"/>
                    <a:pt x="1590128" y="1076992"/>
                    <a:pt x="1590986" y="1076611"/>
                  </a:cubicBezTo>
                  <a:cubicBezTo>
                    <a:pt x="1591938" y="1076135"/>
                    <a:pt x="1594224" y="1076325"/>
                    <a:pt x="1595272" y="1076039"/>
                  </a:cubicBezTo>
                  <a:cubicBezTo>
                    <a:pt x="1596224" y="1075754"/>
                    <a:pt x="1598034" y="1075277"/>
                    <a:pt x="1598796" y="1074706"/>
                  </a:cubicBezTo>
                  <a:cubicBezTo>
                    <a:pt x="1599463" y="1074230"/>
                    <a:pt x="1600416" y="1072706"/>
                    <a:pt x="1600797" y="1071944"/>
                  </a:cubicBezTo>
                  <a:cubicBezTo>
                    <a:pt x="1601273" y="1071086"/>
                    <a:pt x="1601749" y="1069086"/>
                    <a:pt x="1602511" y="1068419"/>
                  </a:cubicBezTo>
                  <a:cubicBezTo>
                    <a:pt x="1603083" y="1067848"/>
                    <a:pt x="1604607" y="1067276"/>
                    <a:pt x="1605368" y="1067276"/>
                  </a:cubicBezTo>
                  <a:cubicBezTo>
                    <a:pt x="1606511" y="1067181"/>
                    <a:pt x="1608702" y="1068134"/>
                    <a:pt x="1609845" y="1068134"/>
                  </a:cubicBezTo>
                  <a:cubicBezTo>
                    <a:pt x="1610798" y="1068134"/>
                    <a:pt x="1612703" y="1067943"/>
                    <a:pt x="1613369" y="1067372"/>
                  </a:cubicBezTo>
                  <a:cubicBezTo>
                    <a:pt x="1613941" y="1066895"/>
                    <a:pt x="1614893" y="1065086"/>
                    <a:pt x="1614512" y="1064419"/>
                  </a:cubicBezTo>
                  <a:cubicBezTo>
                    <a:pt x="1614036" y="1063466"/>
                    <a:pt x="1611369" y="1063943"/>
                    <a:pt x="1610512" y="1063466"/>
                  </a:cubicBezTo>
                  <a:cubicBezTo>
                    <a:pt x="1610036" y="1063181"/>
                    <a:pt x="1609274" y="1062323"/>
                    <a:pt x="1608798" y="1061942"/>
                  </a:cubicBezTo>
                  <a:cubicBezTo>
                    <a:pt x="1608131" y="1061561"/>
                    <a:pt x="1606797" y="1060704"/>
                    <a:pt x="1606035" y="1060609"/>
                  </a:cubicBezTo>
                  <a:cubicBezTo>
                    <a:pt x="1605464" y="1060514"/>
                    <a:pt x="1604225" y="1060895"/>
                    <a:pt x="1603749" y="1061085"/>
                  </a:cubicBezTo>
                  <a:cubicBezTo>
                    <a:pt x="1602320" y="1061656"/>
                    <a:pt x="1599939" y="1063562"/>
                    <a:pt x="1598606" y="1064323"/>
                  </a:cubicBezTo>
                  <a:cubicBezTo>
                    <a:pt x="1597749" y="1064800"/>
                    <a:pt x="1595939" y="1065943"/>
                    <a:pt x="1594986" y="1066229"/>
                  </a:cubicBezTo>
                  <a:cubicBezTo>
                    <a:pt x="1593367" y="1066800"/>
                    <a:pt x="1589748" y="1066990"/>
                    <a:pt x="1588128" y="1067372"/>
                  </a:cubicBezTo>
                  <a:cubicBezTo>
                    <a:pt x="1586223" y="1067848"/>
                    <a:pt x="1582699" y="1069943"/>
                    <a:pt x="1580699" y="1069943"/>
                  </a:cubicBezTo>
                  <a:cubicBezTo>
                    <a:pt x="1579365" y="1069943"/>
                    <a:pt x="1576222" y="1069086"/>
                    <a:pt x="1575460" y="1067943"/>
                  </a:cubicBezTo>
                  <a:cubicBezTo>
                    <a:pt x="1574984" y="1067086"/>
                    <a:pt x="1575460" y="1064895"/>
                    <a:pt x="1576032" y="1064038"/>
                  </a:cubicBezTo>
                  <a:cubicBezTo>
                    <a:pt x="1576793" y="1062799"/>
                    <a:pt x="1579746" y="1061561"/>
                    <a:pt x="1580794" y="1060514"/>
                  </a:cubicBezTo>
                  <a:cubicBezTo>
                    <a:pt x="1581747" y="1059561"/>
                    <a:pt x="1583080" y="1057275"/>
                    <a:pt x="1583747" y="1056132"/>
                  </a:cubicBezTo>
                  <a:cubicBezTo>
                    <a:pt x="1584318" y="1055084"/>
                    <a:pt x="1585557" y="1052989"/>
                    <a:pt x="1585747" y="1051751"/>
                  </a:cubicBezTo>
                  <a:cubicBezTo>
                    <a:pt x="1586128" y="1050036"/>
                    <a:pt x="1585366" y="1046321"/>
                    <a:pt x="1585461" y="1044512"/>
                  </a:cubicBezTo>
                  <a:cubicBezTo>
                    <a:pt x="1585461" y="1043178"/>
                    <a:pt x="1586414" y="1040416"/>
                    <a:pt x="1586128" y="1039082"/>
                  </a:cubicBezTo>
                  <a:cubicBezTo>
                    <a:pt x="1585652" y="1036892"/>
                    <a:pt x="1582890" y="1033081"/>
                    <a:pt x="1581461" y="1031367"/>
                  </a:cubicBezTo>
                  <a:cubicBezTo>
                    <a:pt x="1580889" y="1030700"/>
                    <a:pt x="1579746" y="1029176"/>
                    <a:pt x="1578889" y="1029176"/>
                  </a:cubicBezTo>
                  <a:cubicBezTo>
                    <a:pt x="1578032" y="1029176"/>
                    <a:pt x="1576698" y="1030891"/>
                    <a:pt x="1575936" y="1031272"/>
                  </a:cubicBezTo>
                  <a:cubicBezTo>
                    <a:pt x="1575174" y="1031653"/>
                    <a:pt x="1573269" y="1032129"/>
                    <a:pt x="1572507" y="1032605"/>
                  </a:cubicBezTo>
                  <a:cubicBezTo>
                    <a:pt x="1571078" y="1033558"/>
                    <a:pt x="1568697" y="1036130"/>
                    <a:pt x="1567554" y="1037368"/>
                  </a:cubicBezTo>
                  <a:cubicBezTo>
                    <a:pt x="1566697" y="1038225"/>
                    <a:pt x="1564983" y="1040130"/>
                    <a:pt x="1564601" y="1041273"/>
                  </a:cubicBezTo>
                  <a:cubicBezTo>
                    <a:pt x="1564125" y="1042606"/>
                    <a:pt x="1564983" y="1045559"/>
                    <a:pt x="1564506" y="1046797"/>
                  </a:cubicBezTo>
                  <a:cubicBezTo>
                    <a:pt x="1564125" y="1047845"/>
                    <a:pt x="1562316" y="1049274"/>
                    <a:pt x="1561458" y="1049846"/>
                  </a:cubicBezTo>
                  <a:cubicBezTo>
                    <a:pt x="1560601" y="1050417"/>
                    <a:pt x="1558791" y="1051655"/>
                    <a:pt x="1557743" y="1051655"/>
                  </a:cubicBezTo>
                  <a:cubicBezTo>
                    <a:pt x="1556886" y="1051655"/>
                    <a:pt x="1555267" y="1050703"/>
                    <a:pt x="1554791" y="1049941"/>
                  </a:cubicBezTo>
                  <a:cubicBezTo>
                    <a:pt x="1554410" y="1049369"/>
                    <a:pt x="1554124" y="1047750"/>
                    <a:pt x="1554219" y="1047083"/>
                  </a:cubicBezTo>
                  <a:cubicBezTo>
                    <a:pt x="1554410" y="1046417"/>
                    <a:pt x="1555743" y="1045750"/>
                    <a:pt x="1555839" y="1045083"/>
                  </a:cubicBezTo>
                  <a:cubicBezTo>
                    <a:pt x="1555839" y="1044607"/>
                    <a:pt x="1555267" y="1043559"/>
                    <a:pt x="1554886" y="1043273"/>
                  </a:cubicBezTo>
                  <a:cubicBezTo>
                    <a:pt x="1554219" y="1042797"/>
                    <a:pt x="1552314" y="1042606"/>
                    <a:pt x="1551457" y="1042892"/>
                  </a:cubicBezTo>
                  <a:cubicBezTo>
                    <a:pt x="1550790" y="1043178"/>
                    <a:pt x="1549933" y="1044321"/>
                    <a:pt x="1549552" y="1044893"/>
                  </a:cubicBezTo>
                  <a:cubicBezTo>
                    <a:pt x="1548695" y="1046131"/>
                    <a:pt x="1547647" y="1049084"/>
                    <a:pt x="1546790" y="1050322"/>
                  </a:cubicBezTo>
                  <a:cubicBezTo>
                    <a:pt x="1546218" y="1051179"/>
                    <a:pt x="1544313" y="1052513"/>
                    <a:pt x="1544123" y="1053465"/>
                  </a:cubicBezTo>
                  <a:cubicBezTo>
                    <a:pt x="1544027" y="1054037"/>
                    <a:pt x="1544694" y="1055370"/>
                    <a:pt x="1545075" y="1055846"/>
                  </a:cubicBezTo>
                  <a:cubicBezTo>
                    <a:pt x="1545647" y="1056513"/>
                    <a:pt x="1547837" y="1056704"/>
                    <a:pt x="1548218" y="1057465"/>
                  </a:cubicBezTo>
                  <a:cubicBezTo>
                    <a:pt x="1548790" y="1058323"/>
                    <a:pt x="1548599" y="1060609"/>
                    <a:pt x="1548218" y="1061561"/>
                  </a:cubicBezTo>
                  <a:cubicBezTo>
                    <a:pt x="1547837" y="1062609"/>
                    <a:pt x="1545647" y="1063752"/>
                    <a:pt x="1545170" y="1064705"/>
                  </a:cubicBezTo>
                  <a:cubicBezTo>
                    <a:pt x="1544790" y="1065467"/>
                    <a:pt x="1544218" y="1067181"/>
                    <a:pt x="1544313" y="1068038"/>
                  </a:cubicBezTo>
                  <a:cubicBezTo>
                    <a:pt x="1544408" y="1068800"/>
                    <a:pt x="1545456" y="1070039"/>
                    <a:pt x="1546028" y="1070705"/>
                  </a:cubicBezTo>
                  <a:cubicBezTo>
                    <a:pt x="1546694" y="1071467"/>
                    <a:pt x="1548123" y="1072896"/>
                    <a:pt x="1548981" y="1073372"/>
                  </a:cubicBezTo>
                  <a:cubicBezTo>
                    <a:pt x="1549933" y="1073848"/>
                    <a:pt x="1552219" y="1073944"/>
                    <a:pt x="1553362" y="1074134"/>
                  </a:cubicBezTo>
                  <a:cubicBezTo>
                    <a:pt x="1554791" y="1074420"/>
                    <a:pt x="1558124" y="1074134"/>
                    <a:pt x="1558886" y="1075373"/>
                  </a:cubicBezTo>
                  <a:cubicBezTo>
                    <a:pt x="1559363" y="1076135"/>
                    <a:pt x="1558601" y="1078135"/>
                    <a:pt x="1558410" y="1078992"/>
                  </a:cubicBezTo>
                  <a:cubicBezTo>
                    <a:pt x="1558124" y="1079754"/>
                    <a:pt x="1556982" y="1080992"/>
                    <a:pt x="1557172" y="1081754"/>
                  </a:cubicBezTo>
                  <a:cubicBezTo>
                    <a:pt x="1557362" y="1082612"/>
                    <a:pt x="1558886" y="1083850"/>
                    <a:pt x="1559649" y="1084421"/>
                  </a:cubicBezTo>
                  <a:cubicBezTo>
                    <a:pt x="1560315" y="1084898"/>
                    <a:pt x="1561934" y="1085469"/>
                    <a:pt x="1562411" y="1086136"/>
                  </a:cubicBezTo>
                  <a:cubicBezTo>
                    <a:pt x="1563268" y="1087469"/>
                    <a:pt x="1563458" y="1090803"/>
                    <a:pt x="1563458" y="1092422"/>
                  </a:cubicBezTo>
                  <a:cubicBezTo>
                    <a:pt x="1563458" y="1093565"/>
                    <a:pt x="1563268" y="1095851"/>
                    <a:pt x="1563077" y="1096994"/>
                  </a:cubicBezTo>
                  <a:cubicBezTo>
                    <a:pt x="1562887" y="1097947"/>
                    <a:pt x="1561934" y="1099852"/>
                    <a:pt x="1562030" y="1100804"/>
                  </a:cubicBezTo>
                  <a:cubicBezTo>
                    <a:pt x="1562030" y="1101947"/>
                    <a:pt x="1562792" y="1104138"/>
                    <a:pt x="1563554" y="1105090"/>
                  </a:cubicBezTo>
                  <a:cubicBezTo>
                    <a:pt x="1564030" y="1105662"/>
                    <a:pt x="1565364" y="1106519"/>
                    <a:pt x="1566125" y="1106614"/>
                  </a:cubicBezTo>
                  <a:cubicBezTo>
                    <a:pt x="1566697" y="1106614"/>
                    <a:pt x="1567745" y="1105853"/>
                    <a:pt x="1568316" y="1105662"/>
                  </a:cubicBezTo>
                  <a:cubicBezTo>
                    <a:pt x="1568983" y="1105472"/>
                    <a:pt x="1570412" y="1105472"/>
                    <a:pt x="1570983" y="1104995"/>
                  </a:cubicBezTo>
                  <a:cubicBezTo>
                    <a:pt x="1571650" y="1104424"/>
                    <a:pt x="1572222" y="1102519"/>
                    <a:pt x="1572222" y="1101566"/>
                  </a:cubicBezTo>
                  <a:cubicBezTo>
                    <a:pt x="1572317" y="1100709"/>
                    <a:pt x="1571078" y="1098995"/>
                    <a:pt x="1571269" y="1098042"/>
                  </a:cubicBezTo>
                  <a:cubicBezTo>
                    <a:pt x="1571364" y="1097185"/>
                    <a:pt x="1572222" y="1095375"/>
                    <a:pt x="1573079" y="1095280"/>
                  </a:cubicBezTo>
                  <a:cubicBezTo>
                    <a:pt x="1573745" y="1095185"/>
                    <a:pt x="1574317" y="1096899"/>
                    <a:pt x="1574889" y="1097280"/>
                  </a:cubicBezTo>
                  <a:cubicBezTo>
                    <a:pt x="1575650" y="1097852"/>
                    <a:pt x="1577365" y="1098804"/>
                    <a:pt x="1578317" y="1098995"/>
                  </a:cubicBezTo>
                  <a:cubicBezTo>
                    <a:pt x="1579365" y="1099185"/>
                    <a:pt x="1581461" y="1098518"/>
                    <a:pt x="1582508" y="1098614"/>
                  </a:cubicBezTo>
                  <a:cubicBezTo>
                    <a:pt x="1583270" y="1098614"/>
                    <a:pt x="1585175" y="1098423"/>
                    <a:pt x="1585557" y="1098995"/>
                  </a:cubicBezTo>
                  <a:cubicBezTo>
                    <a:pt x="1586033" y="1099661"/>
                    <a:pt x="1585366" y="1101662"/>
                    <a:pt x="1584890" y="1102423"/>
                  </a:cubicBezTo>
                  <a:cubicBezTo>
                    <a:pt x="1584128" y="1103567"/>
                    <a:pt x="1581366" y="1104424"/>
                    <a:pt x="1580223" y="1105186"/>
                  </a:cubicBezTo>
                  <a:cubicBezTo>
                    <a:pt x="1578794" y="1106234"/>
                    <a:pt x="1576127" y="1108710"/>
                    <a:pt x="1574698" y="1109853"/>
                  </a:cubicBezTo>
                  <a:cubicBezTo>
                    <a:pt x="1573269" y="1110996"/>
                    <a:pt x="1570316" y="1113187"/>
                    <a:pt x="1568888" y="1114330"/>
                  </a:cubicBezTo>
                  <a:cubicBezTo>
                    <a:pt x="1566792" y="1115949"/>
                    <a:pt x="1562411" y="1118902"/>
                    <a:pt x="1560315" y="1120521"/>
                  </a:cubicBezTo>
                  <a:cubicBezTo>
                    <a:pt x="1558315" y="1122045"/>
                    <a:pt x="1554600" y="1125379"/>
                    <a:pt x="1552695" y="1126903"/>
                  </a:cubicBezTo>
                  <a:cubicBezTo>
                    <a:pt x="1550600" y="1128522"/>
                    <a:pt x="1546028" y="1131284"/>
                    <a:pt x="1544027" y="1132999"/>
                  </a:cubicBezTo>
                  <a:cubicBezTo>
                    <a:pt x="1542313" y="1134523"/>
                    <a:pt x="1539360" y="1137856"/>
                    <a:pt x="1537932" y="1139571"/>
                  </a:cubicBezTo>
                  <a:cubicBezTo>
                    <a:pt x="1536217" y="1141476"/>
                    <a:pt x="1533169" y="1145667"/>
                    <a:pt x="1531359" y="1147572"/>
                  </a:cubicBezTo>
                  <a:cubicBezTo>
                    <a:pt x="1529264" y="1149668"/>
                    <a:pt x="1524501" y="1153097"/>
                    <a:pt x="1522310" y="1155097"/>
                  </a:cubicBezTo>
                  <a:cubicBezTo>
                    <a:pt x="1519548" y="1157573"/>
                    <a:pt x="1514309" y="1162812"/>
                    <a:pt x="1511547" y="1165289"/>
                  </a:cubicBezTo>
                  <a:cubicBezTo>
                    <a:pt x="1510118" y="1166622"/>
                    <a:pt x="1506975" y="1169194"/>
                    <a:pt x="1505547" y="1170623"/>
                  </a:cubicBezTo>
                  <a:cubicBezTo>
                    <a:pt x="1504594" y="1171670"/>
                    <a:pt x="1502784" y="1173861"/>
                    <a:pt x="1501832" y="1174909"/>
                  </a:cubicBezTo>
                  <a:cubicBezTo>
                    <a:pt x="1501165" y="1175576"/>
                    <a:pt x="1499927" y="1176909"/>
                    <a:pt x="1499165" y="1177385"/>
                  </a:cubicBezTo>
                  <a:cubicBezTo>
                    <a:pt x="1498308" y="1177862"/>
                    <a:pt x="1496212" y="1178433"/>
                    <a:pt x="1495259" y="1178623"/>
                  </a:cubicBezTo>
                  <a:cubicBezTo>
                    <a:pt x="1494307" y="1178909"/>
                    <a:pt x="1492307" y="1179005"/>
                    <a:pt x="1491449" y="1179386"/>
                  </a:cubicBezTo>
                  <a:cubicBezTo>
                    <a:pt x="1489640" y="1180148"/>
                    <a:pt x="1486592" y="1182814"/>
                    <a:pt x="1484973" y="1183957"/>
                  </a:cubicBezTo>
                  <a:cubicBezTo>
                    <a:pt x="1483163" y="1185196"/>
                    <a:pt x="1479543" y="1187482"/>
                    <a:pt x="1477733" y="1188720"/>
                  </a:cubicBezTo>
                  <a:cubicBezTo>
                    <a:pt x="1474495" y="1190911"/>
                    <a:pt x="1468208" y="1195578"/>
                    <a:pt x="1464875" y="1197578"/>
                  </a:cubicBezTo>
                  <a:cubicBezTo>
                    <a:pt x="1462398" y="1199198"/>
                    <a:pt x="1456969" y="1201769"/>
                    <a:pt x="1454492" y="1203293"/>
                  </a:cubicBezTo>
                  <a:cubicBezTo>
                    <a:pt x="1451064" y="1205389"/>
                    <a:pt x="1444872" y="1210532"/>
                    <a:pt x="1441443" y="1212532"/>
                  </a:cubicBezTo>
                  <a:cubicBezTo>
                    <a:pt x="1438300" y="1214342"/>
                    <a:pt x="1431633" y="1217105"/>
                    <a:pt x="1428394" y="1218819"/>
                  </a:cubicBezTo>
                  <a:cubicBezTo>
                    <a:pt x="1425441" y="1220343"/>
                    <a:pt x="1419536" y="1223486"/>
                    <a:pt x="1416583" y="1225106"/>
                  </a:cubicBezTo>
                  <a:cubicBezTo>
                    <a:pt x="1414868" y="1226058"/>
                    <a:pt x="1411535" y="1228154"/>
                    <a:pt x="1409820" y="1229106"/>
                  </a:cubicBezTo>
                  <a:cubicBezTo>
                    <a:pt x="1408010" y="1230059"/>
                    <a:pt x="1404200" y="1231582"/>
                    <a:pt x="1402391" y="1232535"/>
                  </a:cubicBezTo>
                  <a:cubicBezTo>
                    <a:pt x="1400295" y="1233583"/>
                    <a:pt x="1396199" y="1235583"/>
                    <a:pt x="1394199" y="1236821"/>
                  </a:cubicBezTo>
                  <a:cubicBezTo>
                    <a:pt x="1391723" y="1238345"/>
                    <a:pt x="1387341" y="1242060"/>
                    <a:pt x="1384960" y="1243584"/>
                  </a:cubicBezTo>
                  <a:cubicBezTo>
                    <a:pt x="1384008" y="1244251"/>
                    <a:pt x="1381912" y="1245298"/>
                    <a:pt x="1381055" y="1246061"/>
                  </a:cubicBezTo>
                  <a:cubicBezTo>
                    <a:pt x="1379816" y="1247108"/>
                    <a:pt x="1377626" y="1249585"/>
                    <a:pt x="1376387" y="1250728"/>
                  </a:cubicBezTo>
                  <a:cubicBezTo>
                    <a:pt x="1375340" y="1251680"/>
                    <a:pt x="1373149" y="1253681"/>
                    <a:pt x="1371911" y="1254347"/>
                  </a:cubicBezTo>
                  <a:cubicBezTo>
                    <a:pt x="1371244" y="1254728"/>
                    <a:pt x="1369815" y="1255205"/>
                    <a:pt x="1369053" y="1255395"/>
                  </a:cubicBezTo>
                  <a:cubicBezTo>
                    <a:pt x="1368672" y="1255490"/>
                    <a:pt x="1368006" y="1255681"/>
                    <a:pt x="1367624" y="1255490"/>
                  </a:cubicBezTo>
                  <a:cubicBezTo>
                    <a:pt x="1367243" y="1255300"/>
                    <a:pt x="1366767" y="1254728"/>
                    <a:pt x="1366672" y="1254347"/>
                  </a:cubicBezTo>
                  <a:cubicBezTo>
                    <a:pt x="1366577" y="1253681"/>
                    <a:pt x="1367529" y="1252442"/>
                    <a:pt x="1368006" y="1251871"/>
                  </a:cubicBezTo>
                  <a:cubicBezTo>
                    <a:pt x="1368767" y="1250918"/>
                    <a:pt x="1370768" y="1249585"/>
                    <a:pt x="1371625" y="1248823"/>
                  </a:cubicBezTo>
                  <a:cubicBezTo>
                    <a:pt x="1373244" y="1247299"/>
                    <a:pt x="1376197" y="1243965"/>
                    <a:pt x="1377816" y="1242536"/>
                  </a:cubicBezTo>
                  <a:cubicBezTo>
                    <a:pt x="1380102" y="1240536"/>
                    <a:pt x="1385150" y="1237202"/>
                    <a:pt x="1387722" y="1235583"/>
                  </a:cubicBezTo>
                  <a:cubicBezTo>
                    <a:pt x="1391151" y="1233392"/>
                    <a:pt x="1398295" y="1229392"/>
                    <a:pt x="1401819" y="1227392"/>
                  </a:cubicBezTo>
                  <a:cubicBezTo>
                    <a:pt x="1403724" y="1226344"/>
                    <a:pt x="1407439" y="1224344"/>
                    <a:pt x="1409344" y="1223391"/>
                  </a:cubicBezTo>
                  <a:cubicBezTo>
                    <a:pt x="1411058" y="1222629"/>
                    <a:pt x="1414392" y="1221200"/>
                    <a:pt x="1416107" y="1220534"/>
                  </a:cubicBezTo>
                  <a:cubicBezTo>
                    <a:pt x="1416869" y="1220248"/>
                    <a:pt x="1418678" y="1220057"/>
                    <a:pt x="1419155" y="1219295"/>
                  </a:cubicBezTo>
                  <a:cubicBezTo>
                    <a:pt x="1419631" y="1218629"/>
                    <a:pt x="1419250" y="1216819"/>
                    <a:pt x="1419155" y="1216057"/>
                  </a:cubicBezTo>
                  <a:cubicBezTo>
                    <a:pt x="1419059" y="1215199"/>
                    <a:pt x="1419345" y="1213199"/>
                    <a:pt x="1418774" y="1212532"/>
                  </a:cubicBezTo>
                  <a:cubicBezTo>
                    <a:pt x="1418107" y="1211866"/>
                    <a:pt x="1415821" y="1212056"/>
                    <a:pt x="1414868" y="1212152"/>
                  </a:cubicBezTo>
                  <a:cubicBezTo>
                    <a:pt x="1414011" y="1212247"/>
                    <a:pt x="1412201" y="1212818"/>
                    <a:pt x="1411440" y="1213199"/>
                  </a:cubicBezTo>
                  <a:cubicBezTo>
                    <a:pt x="1410487" y="1213676"/>
                    <a:pt x="1408868" y="1215009"/>
                    <a:pt x="1407915" y="1215485"/>
                  </a:cubicBezTo>
                  <a:cubicBezTo>
                    <a:pt x="1406867" y="1216152"/>
                    <a:pt x="1404772" y="1217486"/>
                    <a:pt x="1403629" y="1217962"/>
                  </a:cubicBezTo>
                  <a:cubicBezTo>
                    <a:pt x="1402010" y="1218629"/>
                    <a:pt x="1398485" y="1219200"/>
                    <a:pt x="1396866" y="1219962"/>
                  </a:cubicBezTo>
                  <a:cubicBezTo>
                    <a:pt x="1394866" y="1221010"/>
                    <a:pt x="1392008" y="1224629"/>
                    <a:pt x="1390008" y="1225391"/>
                  </a:cubicBezTo>
                  <a:cubicBezTo>
                    <a:pt x="1389341" y="1225677"/>
                    <a:pt x="1387817" y="1225772"/>
                    <a:pt x="1387246" y="1225487"/>
                  </a:cubicBezTo>
                  <a:cubicBezTo>
                    <a:pt x="1386579" y="1225106"/>
                    <a:pt x="1385722" y="1223677"/>
                    <a:pt x="1385627" y="1222915"/>
                  </a:cubicBezTo>
                  <a:cubicBezTo>
                    <a:pt x="1385532" y="1222248"/>
                    <a:pt x="1385912" y="1220819"/>
                    <a:pt x="1386293" y="1220343"/>
                  </a:cubicBezTo>
                  <a:cubicBezTo>
                    <a:pt x="1386674" y="1219962"/>
                    <a:pt x="1387913" y="1220153"/>
                    <a:pt x="1388199" y="1219676"/>
                  </a:cubicBezTo>
                  <a:cubicBezTo>
                    <a:pt x="1388579" y="1219200"/>
                    <a:pt x="1388389" y="1217771"/>
                    <a:pt x="1388103" y="1217295"/>
                  </a:cubicBezTo>
                  <a:cubicBezTo>
                    <a:pt x="1387817" y="1216628"/>
                    <a:pt x="1386389" y="1215962"/>
                    <a:pt x="1386198" y="1215295"/>
                  </a:cubicBezTo>
                  <a:cubicBezTo>
                    <a:pt x="1386103" y="1214628"/>
                    <a:pt x="1386960" y="1213295"/>
                    <a:pt x="1387341" y="1212723"/>
                  </a:cubicBezTo>
                  <a:cubicBezTo>
                    <a:pt x="1387817" y="1212056"/>
                    <a:pt x="1389151" y="1211294"/>
                    <a:pt x="1389532" y="1210628"/>
                  </a:cubicBezTo>
                  <a:cubicBezTo>
                    <a:pt x="1390008" y="1209865"/>
                    <a:pt x="1390961" y="1207770"/>
                    <a:pt x="1390389" y="1207103"/>
                  </a:cubicBezTo>
                  <a:cubicBezTo>
                    <a:pt x="1389818" y="1206341"/>
                    <a:pt x="1387532" y="1206913"/>
                    <a:pt x="1386579" y="1207008"/>
                  </a:cubicBezTo>
                  <a:cubicBezTo>
                    <a:pt x="1385627" y="1207103"/>
                    <a:pt x="1383722" y="1207675"/>
                    <a:pt x="1382865" y="1207865"/>
                  </a:cubicBezTo>
                  <a:cubicBezTo>
                    <a:pt x="1381912" y="1208056"/>
                    <a:pt x="1380007" y="1208342"/>
                    <a:pt x="1379245" y="1208818"/>
                  </a:cubicBezTo>
                  <a:cubicBezTo>
                    <a:pt x="1378483" y="1209199"/>
                    <a:pt x="1377340" y="1210437"/>
                    <a:pt x="1376864" y="1211104"/>
                  </a:cubicBezTo>
                  <a:cubicBezTo>
                    <a:pt x="1376292" y="1211961"/>
                    <a:pt x="1375911" y="1214152"/>
                    <a:pt x="1375244" y="1214914"/>
                  </a:cubicBezTo>
                  <a:cubicBezTo>
                    <a:pt x="1374578" y="1215771"/>
                    <a:pt x="1372673" y="1216914"/>
                    <a:pt x="1371625" y="1217295"/>
                  </a:cubicBezTo>
                  <a:cubicBezTo>
                    <a:pt x="1370387" y="1217771"/>
                    <a:pt x="1367624" y="1217771"/>
                    <a:pt x="1366386" y="1218438"/>
                  </a:cubicBezTo>
                  <a:cubicBezTo>
                    <a:pt x="1364481" y="1219486"/>
                    <a:pt x="1361719" y="1223010"/>
                    <a:pt x="1359909" y="1224344"/>
                  </a:cubicBezTo>
                  <a:cubicBezTo>
                    <a:pt x="1358671" y="1225201"/>
                    <a:pt x="1355909" y="1226630"/>
                    <a:pt x="1354480" y="1227296"/>
                  </a:cubicBezTo>
                  <a:cubicBezTo>
                    <a:pt x="1353813" y="1227677"/>
                    <a:pt x="1352099" y="1228915"/>
                    <a:pt x="1351527" y="1228344"/>
                  </a:cubicBezTo>
                  <a:cubicBezTo>
                    <a:pt x="1351051" y="1227868"/>
                    <a:pt x="1352099" y="1226344"/>
                    <a:pt x="1352194" y="1225677"/>
                  </a:cubicBezTo>
                  <a:cubicBezTo>
                    <a:pt x="1352289" y="1225010"/>
                    <a:pt x="1352480" y="1223486"/>
                    <a:pt x="1352099" y="1222820"/>
                  </a:cubicBezTo>
                  <a:cubicBezTo>
                    <a:pt x="1351908" y="1222343"/>
                    <a:pt x="1350765" y="1221867"/>
                    <a:pt x="1350479" y="1221391"/>
                  </a:cubicBezTo>
                  <a:cubicBezTo>
                    <a:pt x="1350099" y="1220914"/>
                    <a:pt x="1349622" y="1219772"/>
                    <a:pt x="1349527" y="1219105"/>
                  </a:cubicBezTo>
                  <a:cubicBezTo>
                    <a:pt x="1349432" y="1218533"/>
                    <a:pt x="1350194" y="1217105"/>
                    <a:pt x="1349813" y="1216628"/>
                  </a:cubicBezTo>
                  <a:cubicBezTo>
                    <a:pt x="1348765" y="1215485"/>
                    <a:pt x="1345050" y="1217105"/>
                    <a:pt x="1343431" y="1216819"/>
                  </a:cubicBezTo>
                  <a:cubicBezTo>
                    <a:pt x="1342383" y="1216628"/>
                    <a:pt x="1340192" y="1215962"/>
                    <a:pt x="1339621" y="1215104"/>
                  </a:cubicBezTo>
                  <a:cubicBezTo>
                    <a:pt x="1339145" y="1214438"/>
                    <a:pt x="1339240" y="1212532"/>
                    <a:pt x="1339526" y="1211771"/>
                  </a:cubicBezTo>
                  <a:cubicBezTo>
                    <a:pt x="1339621" y="1211389"/>
                    <a:pt x="1340383" y="1211104"/>
                    <a:pt x="1340574" y="1210818"/>
                  </a:cubicBezTo>
                  <a:cubicBezTo>
                    <a:pt x="1340954" y="1210342"/>
                    <a:pt x="1341716" y="1209199"/>
                    <a:pt x="1341526" y="1208627"/>
                  </a:cubicBezTo>
                  <a:cubicBezTo>
                    <a:pt x="1341335" y="1207961"/>
                    <a:pt x="1339621" y="1207770"/>
                    <a:pt x="1339145" y="1207389"/>
                  </a:cubicBezTo>
                  <a:cubicBezTo>
                    <a:pt x="1338383" y="1206818"/>
                    <a:pt x="1337525" y="1204722"/>
                    <a:pt x="1336573" y="1204531"/>
                  </a:cubicBezTo>
                  <a:cubicBezTo>
                    <a:pt x="1335716" y="1204341"/>
                    <a:pt x="1334192" y="1205770"/>
                    <a:pt x="1333430" y="1206056"/>
                  </a:cubicBezTo>
                  <a:cubicBezTo>
                    <a:pt x="1332668" y="1206437"/>
                    <a:pt x="1330858" y="1206722"/>
                    <a:pt x="1330191" y="1207294"/>
                  </a:cubicBezTo>
                  <a:cubicBezTo>
                    <a:pt x="1329620" y="1207770"/>
                    <a:pt x="1328667" y="1209294"/>
                    <a:pt x="1328667" y="1210056"/>
                  </a:cubicBezTo>
                  <a:cubicBezTo>
                    <a:pt x="1328572" y="1211104"/>
                    <a:pt x="1329620" y="1213104"/>
                    <a:pt x="1330191" y="1213961"/>
                  </a:cubicBezTo>
                  <a:cubicBezTo>
                    <a:pt x="1330953" y="1215104"/>
                    <a:pt x="1333811" y="1216438"/>
                    <a:pt x="1334192" y="1217771"/>
                  </a:cubicBezTo>
                  <a:cubicBezTo>
                    <a:pt x="1334477" y="1218629"/>
                    <a:pt x="1333620" y="1220534"/>
                    <a:pt x="1333716" y="1221391"/>
                  </a:cubicBezTo>
                  <a:cubicBezTo>
                    <a:pt x="1333811" y="1222153"/>
                    <a:pt x="1334287" y="1223677"/>
                    <a:pt x="1334763" y="1224248"/>
                  </a:cubicBezTo>
                  <a:cubicBezTo>
                    <a:pt x="1335240" y="1224915"/>
                    <a:pt x="1336573" y="1226058"/>
                    <a:pt x="1337335" y="1226344"/>
                  </a:cubicBezTo>
                  <a:cubicBezTo>
                    <a:pt x="1338287" y="1226725"/>
                    <a:pt x="1340478" y="1226344"/>
                    <a:pt x="1341335" y="1226820"/>
                  </a:cubicBezTo>
                  <a:cubicBezTo>
                    <a:pt x="1342288" y="1227296"/>
                    <a:pt x="1343526" y="1229297"/>
                    <a:pt x="1344383" y="1229963"/>
                  </a:cubicBezTo>
                  <a:cubicBezTo>
                    <a:pt x="1345431" y="1230916"/>
                    <a:pt x="1347622" y="1232630"/>
                    <a:pt x="1348765" y="1233488"/>
                  </a:cubicBezTo>
                  <a:cubicBezTo>
                    <a:pt x="1350099" y="1234535"/>
                    <a:pt x="1352861" y="1236726"/>
                    <a:pt x="1354385" y="1237679"/>
                  </a:cubicBezTo>
                  <a:cubicBezTo>
                    <a:pt x="1355718" y="1238536"/>
                    <a:pt x="1358671" y="1239584"/>
                    <a:pt x="1359814" y="1240631"/>
                  </a:cubicBezTo>
                  <a:cubicBezTo>
                    <a:pt x="1360957" y="1241489"/>
                    <a:pt x="1363052" y="1243584"/>
                    <a:pt x="1363529" y="1244918"/>
                  </a:cubicBezTo>
                  <a:cubicBezTo>
                    <a:pt x="1363719" y="1245489"/>
                    <a:pt x="1363719" y="1246727"/>
                    <a:pt x="1363338" y="1247299"/>
                  </a:cubicBezTo>
                  <a:cubicBezTo>
                    <a:pt x="1362767" y="1248251"/>
                    <a:pt x="1360576" y="1249204"/>
                    <a:pt x="1359528" y="1249775"/>
                  </a:cubicBezTo>
                  <a:cubicBezTo>
                    <a:pt x="1358099" y="1250537"/>
                    <a:pt x="1355147" y="1251490"/>
                    <a:pt x="1353718" y="1252061"/>
                  </a:cubicBezTo>
                  <a:cubicBezTo>
                    <a:pt x="1351718" y="1252919"/>
                    <a:pt x="1347717" y="1254633"/>
                    <a:pt x="1345908" y="1255681"/>
                  </a:cubicBezTo>
                  <a:cubicBezTo>
                    <a:pt x="1344669" y="1256348"/>
                    <a:pt x="1342478" y="1258062"/>
                    <a:pt x="1341431" y="1258919"/>
                  </a:cubicBezTo>
                  <a:cubicBezTo>
                    <a:pt x="1340574" y="1259586"/>
                    <a:pt x="1339240" y="1261205"/>
                    <a:pt x="1338287" y="1261681"/>
                  </a:cubicBezTo>
                  <a:cubicBezTo>
                    <a:pt x="1337144" y="1262158"/>
                    <a:pt x="1334477" y="1261872"/>
                    <a:pt x="1333239" y="1262253"/>
                  </a:cubicBezTo>
                  <a:cubicBezTo>
                    <a:pt x="1331715" y="1262729"/>
                    <a:pt x="1329048" y="1265015"/>
                    <a:pt x="1327429" y="1265015"/>
                  </a:cubicBezTo>
                  <a:cubicBezTo>
                    <a:pt x="1326286" y="1265015"/>
                    <a:pt x="1324191" y="1263777"/>
                    <a:pt x="1323524" y="1262920"/>
                  </a:cubicBezTo>
                  <a:cubicBezTo>
                    <a:pt x="1323048" y="1262253"/>
                    <a:pt x="1323238" y="1260348"/>
                    <a:pt x="1323238" y="1259491"/>
                  </a:cubicBezTo>
                  <a:cubicBezTo>
                    <a:pt x="1323238" y="1258634"/>
                    <a:pt x="1323524" y="1256919"/>
                    <a:pt x="1323238" y="1256157"/>
                  </a:cubicBezTo>
                  <a:cubicBezTo>
                    <a:pt x="1323048" y="1255586"/>
                    <a:pt x="1322190" y="1254538"/>
                    <a:pt x="1321619" y="1254252"/>
                  </a:cubicBezTo>
                  <a:cubicBezTo>
                    <a:pt x="1321238" y="1254062"/>
                    <a:pt x="1320285" y="1254062"/>
                    <a:pt x="1319809" y="1254062"/>
                  </a:cubicBezTo>
                  <a:cubicBezTo>
                    <a:pt x="1318380" y="1254062"/>
                    <a:pt x="1315427" y="1254157"/>
                    <a:pt x="1314189" y="1254728"/>
                  </a:cubicBezTo>
                  <a:cubicBezTo>
                    <a:pt x="1313332" y="1255109"/>
                    <a:pt x="1311522" y="1256252"/>
                    <a:pt x="1311046" y="1257110"/>
                  </a:cubicBezTo>
                  <a:cubicBezTo>
                    <a:pt x="1310474" y="1258157"/>
                    <a:pt x="1310474" y="1260634"/>
                    <a:pt x="1310665" y="1261872"/>
                  </a:cubicBezTo>
                  <a:cubicBezTo>
                    <a:pt x="1310760" y="1262634"/>
                    <a:pt x="1311522" y="1264063"/>
                    <a:pt x="1311617" y="1264825"/>
                  </a:cubicBezTo>
                  <a:cubicBezTo>
                    <a:pt x="1311713" y="1265873"/>
                    <a:pt x="1311427" y="1268063"/>
                    <a:pt x="1311046" y="1269111"/>
                  </a:cubicBezTo>
                  <a:cubicBezTo>
                    <a:pt x="1310665" y="1269873"/>
                    <a:pt x="1309046" y="1270826"/>
                    <a:pt x="1308950" y="1271588"/>
                  </a:cubicBezTo>
                  <a:cubicBezTo>
                    <a:pt x="1308760" y="1272445"/>
                    <a:pt x="1309617" y="1274064"/>
                    <a:pt x="1310093" y="1274731"/>
                  </a:cubicBezTo>
                  <a:cubicBezTo>
                    <a:pt x="1310760" y="1275588"/>
                    <a:pt x="1313141" y="1276445"/>
                    <a:pt x="1313427" y="1277493"/>
                  </a:cubicBezTo>
                  <a:cubicBezTo>
                    <a:pt x="1313713" y="1278731"/>
                    <a:pt x="1312189" y="1281017"/>
                    <a:pt x="1311617" y="1282065"/>
                  </a:cubicBezTo>
                  <a:cubicBezTo>
                    <a:pt x="1311236" y="1282827"/>
                    <a:pt x="1310284" y="1284351"/>
                    <a:pt x="1309617" y="1284923"/>
                  </a:cubicBezTo>
                  <a:cubicBezTo>
                    <a:pt x="1308569" y="1285970"/>
                    <a:pt x="1305807" y="1287304"/>
                    <a:pt x="1304474" y="1288066"/>
                  </a:cubicBezTo>
                  <a:cubicBezTo>
                    <a:pt x="1303045" y="1288923"/>
                    <a:pt x="1299807" y="1290161"/>
                    <a:pt x="1298568" y="1291304"/>
                  </a:cubicBezTo>
                  <a:cubicBezTo>
                    <a:pt x="1297330" y="1292352"/>
                    <a:pt x="1296092" y="1295495"/>
                    <a:pt x="1294949" y="1296638"/>
                  </a:cubicBezTo>
                  <a:cubicBezTo>
                    <a:pt x="1294282" y="1297305"/>
                    <a:pt x="1292567" y="1298448"/>
                    <a:pt x="1291710" y="1298734"/>
                  </a:cubicBezTo>
                  <a:cubicBezTo>
                    <a:pt x="1290662" y="1299115"/>
                    <a:pt x="1288472" y="1299496"/>
                    <a:pt x="1287424" y="1299115"/>
                  </a:cubicBezTo>
                  <a:cubicBezTo>
                    <a:pt x="1286662" y="1298924"/>
                    <a:pt x="1285709" y="1297496"/>
                    <a:pt x="1285043" y="1297210"/>
                  </a:cubicBezTo>
                  <a:cubicBezTo>
                    <a:pt x="1284471" y="1296924"/>
                    <a:pt x="1283042" y="1296543"/>
                    <a:pt x="1282376" y="1296734"/>
                  </a:cubicBezTo>
                  <a:cubicBezTo>
                    <a:pt x="1281423" y="1297019"/>
                    <a:pt x="1279614" y="1298734"/>
                    <a:pt x="1279518" y="1299686"/>
                  </a:cubicBezTo>
                  <a:cubicBezTo>
                    <a:pt x="1279423" y="1300544"/>
                    <a:pt x="1281328" y="1301687"/>
                    <a:pt x="1281328" y="1302544"/>
                  </a:cubicBezTo>
                  <a:cubicBezTo>
                    <a:pt x="1281328" y="1303592"/>
                    <a:pt x="1279233" y="1305306"/>
                    <a:pt x="1279137" y="1306354"/>
                  </a:cubicBezTo>
                  <a:cubicBezTo>
                    <a:pt x="1279042" y="1307211"/>
                    <a:pt x="1280185" y="1308640"/>
                    <a:pt x="1280280" y="1309497"/>
                  </a:cubicBezTo>
                  <a:cubicBezTo>
                    <a:pt x="1280375" y="1310449"/>
                    <a:pt x="1280090" y="1312355"/>
                    <a:pt x="1279709" y="1313212"/>
                  </a:cubicBezTo>
                  <a:cubicBezTo>
                    <a:pt x="1279233" y="1314355"/>
                    <a:pt x="1277518" y="1316260"/>
                    <a:pt x="1276851" y="1317307"/>
                  </a:cubicBezTo>
                  <a:cubicBezTo>
                    <a:pt x="1275232" y="1319594"/>
                    <a:pt x="1271803" y="1324070"/>
                    <a:pt x="1270279" y="1326452"/>
                  </a:cubicBezTo>
                  <a:cubicBezTo>
                    <a:pt x="1269041" y="1328356"/>
                    <a:pt x="1266945" y="1332262"/>
                    <a:pt x="1265707" y="1334072"/>
                  </a:cubicBezTo>
                  <a:cubicBezTo>
                    <a:pt x="1265135" y="1334929"/>
                    <a:pt x="1263707" y="1336548"/>
                    <a:pt x="1263326" y="1337501"/>
                  </a:cubicBezTo>
                  <a:cubicBezTo>
                    <a:pt x="1262849" y="1338644"/>
                    <a:pt x="1262754" y="1341215"/>
                    <a:pt x="1262183" y="1342358"/>
                  </a:cubicBezTo>
                  <a:cubicBezTo>
                    <a:pt x="1261516" y="1343692"/>
                    <a:pt x="1259897" y="1346645"/>
                    <a:pt x="1258468" y="1346930"/>
                  </a:cubicBezTo>
                  <a:cubicBezTo>
                    <a:pt x="1257134" y="1347216"/>
                    <a:pt x="1254372" y="1345406"/>
                    <a:pt x="1253515" y="1344263"/>
                  </a:cubicBezTo>
                  <a:cubicBezTo>
                    <a:pt x="1252943" y="1343501"/>
                    <a:pt x="1253039" y="1341406"/>
                    <a:pt x="1252562" y="1340548"/>
                  </a:cubicBezTo>
                  <a:cubicBezTo>
                    <a:pt x="1252182" y="1339596"/>
                    <a:pt x="1251229" y="1337501"/>
                    <a:pt x="1250181" y="1337120"/>
                  </a:cubicBezTo>
                  <a:cubicBezTo>
                    <a:pt x="1248943" y="1336643"/>
                    <a:pt x="1246371" y="1338072"/>
                    <a:pt x="1245133" y="1338263"/>
                  </a:cubicBezTo>
                  <a:cubicBezTo>
                    <a:pt x="1243990" y="1338453"/>
                    <a:pt x="1241514" y="1338358"/>
                    <a:pt x="1240466" y="1338739"/>
                  </a:cubicBezTo>
                  <a:cubicBezTo>
                    <a:pt x="1238751" y="1339406"/>
                    <a:pt x="1235799" y="1341882"/>
                    <a:pt x="1234560" y="1343215"/>
                  </a:cubicBezTo>
                  <a:cubicBezTo>
                    <a:pt x="1233322" y="1344739"/>
                    <a:pt x="1231036" y="1348169"/>
                    <a:pt x="1230750" y="1350073"/>
                  </a:cubicBezTo>
                  <a:cubicBezTo>
                    <a:pt x="1230560" y="1351312"/>
                    <a:pt x="1231226" y="1353884"/>
                    <a:pt x="1231893" y="1355027"/>
                  </a:cubicBezTo>
                  <a:cubicBezTo>
                    <a:pt x="1232941" y="1356836"/>
                    <a:pt x="1236370" y="1359408"/>
                    <a:pt x="1237989" y="1360646"/>
                  </a:cubicBezTo>
                  <a:cubicBezTo>
                    <a:pt x="1239227" y="1361599"/>
                    <a:pt x="1241799" y="1363599"/>
                    <a:pt x="1243323" y="1364171"/>
                  </a:cubicBezTo>
                  <a:cubicBezTo>
                    <a:pt x="1244561" y="1364552"/>
                    <a:pt x="1247324" y="1363694"/>
                    <a:pt x="1248467" y="1364266"/>
                  </a:cubicBezTo>
                  <a:cubicBezTo>
                    <a:pt x="1249229" y="1364647"/>
                    <a:pt x="1250467" y="1365980"/>
                    <a:pt x="1250658" y="1366742"/>
                  </a:cubicBezTo>
                  <a:cubicBezTo>
                    <a:pt x="1250943" y="1368171"/>
                    <a:pt x="1249133" y="1370933"/>
                    <a:pt x="1248562" y="1372267"/>
                  </a:cubicBezTo>
                  <a:cubicBezTo>
                    <a:pt x="1247609" y="1374362"/>
                    <a:pt x="1245514" y="1378363"/>
                    <a:pt x="1244561" y="1380458"/>
                  </a:cubicBezTo>
                  <a:cubicBezTo>
                    <a:pt x="1243323" y="1383316"/>
                    <a:pt x="1240942" y="1389126"/>
                    <a:pt x="1239799" y="1392079"/>
                  </a:cubicBezTo>
                  <a:cubicBezTo>
                    <a:pt x="1239037" y="1394079"/>
                    <a:pt x="1237513" y="1398080"/>
                    <a:pt x="1236941" y="1400175"/>
                  </a:cubicBezTo>
                  <a:cubicBezTo>
                    <a:pt x="1236275" y="1402747"/>
                    <a:pt x="1235703" y="1407986"/>
                    <a:pt x="1235132" y="1410557"/>
                  </a:cubicBezTo>
                  <a:cubicBezTo>
                    <a:pt x="1234751" y="1412557"/>
                    <a:pt x="1233798" y="1416463"/>
                    <a:pt x="1233132" y="1418368"/>
                  </a:cubicBezTo>
                  <a:cubicBezTo>
                    <a:pt x="1232655" y="1419511"/>
                    <a:pt x="1231512" y="1421511"/>
                    <a:pt x="1230750" y="1422464"/>
                  </a:cubicBezTo>
                  <a:cubicBezTo>
                    <a:pt x="1230179" y="1423130"/>
                    <a:pt x="1228941" y="1424559"/>
                    <a:pt x="1228178" y="1424940"/>
                  </a:cubicBezTo>
                  <a:cubicBezTo>
                    <a:pt x="1227131" y="1425512"/>
                    <a:pt x="1224654" y="1425512"/>
                    <a:pt x="1223607" y="1426083"/>
                  </a:cubicBezTo>
                  <a:cubicBezTo>
                    <a:pt x="1222559" y="1426655"/>
                    <a:pt x="1221320" y="1428845"/>
                    <a:pt x="1220368" y="1429417"/>
                  </a:cubicBezTo>
                  <a:cubicBezTo>
                    <a:pt x="1219511" y="1429893"/>
                    <a:pt x="1217606" y="1430274"/>
                    <a:pt x="1216653" y="1430369"/>
                  </a:cubicBezTo>
                  <a:cubicBezTo>
                    <a:pt x="1215891" y="1430464"/>
                    <a:pt x="1214177" y="1430464"/>
                    <a:pt x="1213415" y="1430179"/>
                  </a:cubicBezTo>
                  <a:cubicBezTo>
                    <a:pt x="1212939" y="1429988"/>
                    <a:pt x="1211510" y="1429703"/>
                    <a:pt x="1211510" y="1429226"/>
                  </a:cubicBezTo>
                  <a:cubicBezTo>
                    <a:pt x="1211415" y="1428369"/>
                    <a:pt x="1213415" y="1427702"/>
                    <a:pt x="1214082" y="1427131"/>
                  </a:cubicBezTo>
                  <a:cubicBezTo>
                    <a:pt x="1214939" y="1426464"/>
                    <a:pt x="1216749" y="1425035"/>
                    <a:pt x="1217701" y="1424273"/>
                  </a:cubicBezTo>
                  <a:cubicBezTo>
                    <a:pt x="1218177" y="1423892"/>
                    <a:pt x="1219511" y="1423321"/>
                    <a:pt x="1219892" y="1422845"/>
                  </a:cubicBezTo>
                  <a:cubicBezTo>
                    <a:pt x="1220273" y="1422273"/>
                    <a:pt x="1220844" y="1421035"/>
                    <a:pt x="1220940" y="1420368"/>
                  </a:cubicBezTo>
                  <a:cubicBezTo>
                    <a:pt x="1221035" y="1419701"/>
                    <a:pt x="1220844" y="1418177"/>
                    <a:pt x="1220368" y="1417796"/>
                  </a:cubicBezTo>
                  <a:cubicBezTo>
                    <a:pt x="1219701" y="1417225"/>
                    <a:pt x="1217701" y="1417130"/>
                    <a:pt x="1216939" y="1417606"/>
                  </a:cubicBezTo>
                  <a:cubicBezTo>
                    <a:pt x="1216272" y="1417987"/>
                    <a:pt x="1216177" y="1419987"/>
                    <a:pt x="1215606" y="1420559"/>
                  </a:cubicBezTo>
                  <a:cubicBezTo>
                    <a:pt x="1214843" y="1421321"/>
                    <a:pt x="1212653" y="1421892"/>
                    <a:pt x="1211795" y="1422559"/>
                  </a:cubicBezTo>
                  <a:cubicBezTo>
                    <a:pt x="1210938" y="1423226"/>
                    <a:pt x="1209509" y="1425131"/>
                    <a:pt x="1208652" y="1425797"/>
                  </a:cubicBezTo>
                  <a:cubicBezTo>
                    <a:pt x="1207604" y="1426655"/>
                    <a:pt x="1205318" y="1428274"/>
                    <a:pt x="1204080" y="1428750"/>
                  </a:cubicBezTo>
                  <a:cubicBezTo>
                    <a:pt x="1203414" y="1429036"/>
                    <a:pt x="1201699" y="1428655"/>
                    <a:pt x="1201127" y="1429131"/>
                  </a:cubicBezTo>
                  <a:cubicBezTo>
                    <a:pt x="1200175" y="1429893"/>
                    <a:pt x="1199318" y="1432560"/>
                    <a:pt x="1199603" y="1433703"/>
                  </a:cubicBezTo>
                  <a:cubicBezTo>
                    <a:pt x="1199794" y="1434751"/>
                    <a:pt x="1201508" y="1436370"/>
                    <a:pt x="1202366" y="1436942"/>
                  </a:cubicBezTo>
                  <a:cubicBezTo>
                    <a:pt x="1203223" y="1437513"/>
                    <a:pt x="1205223" y="1437894"/>
                    <a:pt x="1206176" y="1437894"/>
                  </a:cubicBezTo>
                  <a:cubicBezTo>
                    <a:pt x="1207414" y="1437989"/>
                    <a:pt x="1209700" y="1436942"/>
                    <a:pt x="1210843" y="1437037"/>
                  </a:cubicBezTo>
                  <a:cubicBezTo>
                    <a:pt x="1212081" y="1437132"/>
                    <a:pt x="1214177" y="1438465"/>
                    <a:pt x="1215320" y="1438561"/>
                  </a:cubicBezTo>
                  <a:cubicBezTo>
                    <a:pt x="1216463" y="1438656"/>
                    <a:pt x="1218749" y="1438465"/>
                    <a:pt x="1219701" y="1437894"/>
                  </a:cubicBezTo>
                  <a:cubicBezTo>
                    <a:pt x="1220368" y="1437418"/>
                    <a:pt x="1220940" y="1435703"/>
                    <a:pt x="1221606" y="1435132"/>
                  </a:cubicBezTo>
                  <a:cubicBezTo>
                    <a:pt x="1222464" y="1434370"/>
                    <a:pt x="1224464" y="1433131"/>
                    <a:pt x="1225607" y="1432846"/>
                  </a:cubicBezTo>
                  <a:cubicBezTo>
                    <a:pt x="1226750" y="1432465"/>
                    <a:pt x="1229607" y="1431703"/>
                    <a:pt x="1230465" y="1432560"/>
                  </a:cubicBezTo>
                  <a:cubicBezTo>
                    <a:pt x="1231131" y="1433227"/>
                    <a:pt x="1230274" y="1435322"/>
                    <a:pt x="1230083" y="1436275"/>
                  </a:cubicBezTo>
                  <a:cubicBezTo>
                    <a:pt x="1229702" y="1437704"/>
                    <a:pt x="1228369" y="1440466"/>
                    <a:pt x="1228178" y="1441990"/>
                  </a:cubicBezTo>
                  <a:cubicBezTo>
                    <a:pt x="1227988" y="1443799"/>
                    <a:pt x="1228655" y="1447324"/>
                    <a:pt x="1228559" y="1449038"/>
                  </a:cubicBezTo>
                  <a:cubicBezTo>
                    <a:pt x="1228559" y="1450467"/>
                    <a:pt x="1228559" y="1453420"/>
                    <a:pt x="1227988" y="1454658"/>
                  </a:cubicBezTo>
                  <a:cubicBezTo>
                    <a:pt x="1227416" y="1455801"/>
                    <a:pt x="1225607" y="1457706"/>
                    <a:pt x="1224559" y="1458278"/>
                  </a:cubicBezTo>
                  <a:cubicBezTo>
                    <a:pt x="1223702" y="1458659"/>
                    <a:pt x="1221416" y="1458087"/>
                    <a:pt x="1220749" y="1458754"/>
                  </a:cubicBezTo>
                  <a:cubicBezTo>
                    <a:pt x="1220273" y="1459230"/>
                    <a:pt x="1220273" y="1460754"/>
                    <a:pt x="1220463" y="1461326"/>
                  </a:cubicBezTo>
                  <a:cubicBezTo>
                    <a:pt x="1220749" y="1462088"/>
                    <a:pt x="1222940" y="1462659"/>
                    <a:pt x="1222940" y="1463421"/>
                  </a:cubicBezTo>
                  <a:cubicBezTo>
                    <a:pt x="1222940" y="1464088"/>
                    <a:pt x="1221035" y="1464564"/>
                    <a:pt x="1221035" y="1465231"/>
                  </a:cubicBezTo>
                  <a:cubicBezTo>
                    <a:pt x="1221035" y="1465802"/>
                    <a:pt x="1222083" y="1466469"/>
                    <a:pt x="1222368" y="1466945"/>
                  </a:cubicBezTo>
                  <a:cubicBezTo>
                    <a:pt x="1222654" y="1467326"/>
                    <a:pt x="1223130" y="1467993"/>
                    <a:pt x="1223321" y="1468374"/>
                  </a:cubicBezTo>
                  <a:cubicBezTo>
                    <a:pt x="1223607" y="1469041"/>
                    <a:pt x="1224368" y="1470470"/>
                    <a:pt x="1224273" y="1471231"/>
                  </a:cubicBezTo>
                  <a:cubicBezTo>
                    <a:pt x="1224178" y="1471994"/>
                    <a:pt x="1223225" y="1473327"/>
                    <a:pt x="1222559" y="1473613"/>
                  </a:cubicBezTo>
                  <a:cubicBezTo>
                    <a:pt x="1221511" y="1473994"/>
                    <a:pt x="1219320" y="1472756"/>
                    <a:pt x="1218177" y="1472851"/>
                  </a:cubicBezTo>
                  <a:cubicBezTo>
                    <a:pt x="1217129" y="1472946"/>
                    <a:pt x="1214939" y="1473422"/>
                    <a:pt x="1214177" y="1474089"/>
                  </a:cubicBezTo>
                  <a:cubicBezTo>
                    <a:pt x="1213319" y="1474946"/>
                    <a:pt x="1213034" y="1477423"/>
                    <a:pt x="1212843" y="1478661"/>
                  </a:cubicBezTo>
                  <a:cubicBezTo>
                    <a:pt x="1212653" y="1479518"/>
                    <a:pt x="1212462" y="1481328"/>
                    <a:pt x="1212653" y="1482281"/>
                  </a:cubicBezTo>
                  <a:cubicBezTo>
                    <a:pt x="1212843" y="1483614"/>
                    <a:pt x="1214558" y="1485995"/>
                    <a:pt x="1214748" y="1487424"/>
                  </a:cubicBezTo>
                  <a:cubicBezTo>
                    <a:pt x="1215034" y="1489139"/>
                    <a:pt x="1214367" y="1492663"/>
                    <a:pt x="1214177" y="1494377"/>
                  </a:cubicBezTo>
                  <a:cubicBezTo>
                    <a:pt x="1213986" y="1495615"/>
                    <a:pt x="1212748" y="1498187"/>
                    <a:pt x="1213224" y="1499426"/>
                  </a:cubicBezTo>
                  <a:cubicBezTo>
                    <a:pt x="1213510" y="1500188"/>
                    <a:pt x="1215320" y="1500664"/>
                    <a:pt x="1215986" y="1501235"/>
                  </a:cubicBezTo>
                  <a:cubicBezTo>
                    <a:pt x="1216844" y="1501902"/>
                    <a:pt x="1218368" y="1503331"/>
                    <a:pt x="1219034" y="1504093"/>
                  </a:cubicBezTo>
                  <a:cubicBezTo>
                    <a:pt x="1220273" y="1505522"/>
                    <a:pt x="1222559" y="1508665"/>
                    <a:pt x="1223416" y="1510379"/>
                  </a:cubicBezTo>
                  <a:cubicBezTo>
                    <a:pt x="1224178" y="1511808"/>
                    <a:pt x="1225226" y="1514951"/>
                    <a:pt x="1225797" y="1516571"/>
                  </a:cubicBezTo>
                  <a:cubicBezTo>
                    <a:pt x="1226369" y="1518095"/>
                    <a:pt x="1227416" y="1521143"/>
                    <a:pt x="1227798" y="1522667"/>
                  </a:cubicBezTo>
                  <a:cubicBezTo>
                    <a:pt x="1228178" y="1523905"/>
                    <a:pt x="1228845" y="1526286"/>
                    <a:pt x="1229036" y="1527524"/>
                  </a:cubicBezTo>
                  <a:cubicBezTo>
                    <a:pt x="1229226" y="1529239"/>
                    <a:pt x="1228559" y="1532763"/>
                    <a:pt x="1229036" y="1534478"/>
                  </a:cubicBezTo>
                  <a:cubicBezTo>
                    <a:pt x="1229512" y="1536192"/>
                    <a:pt x="1232274" y="1538954"/>
                    <a:pt x="1232846" y="1540669"/>
                  </a:cubicBezTo>
                  <a:cubicBezTo>
                    <a:pt x="1233227" y="1541717"/>
                    <a:pt x="1233322" y="1543907"/>
                    <a:pt x="1233417" y="1545050"/>
                  </a:cubicBezTo>
                  <a:cubicBezTo>
                    <a:pt x="1233417" y="1546289"/>
                    <a:pt x="1233512" y="1548765"/>
                    <a:pt x="1233227" y="1549908"/>
                  </a:cubicBezTo>
                  <a:cubicBezTo>
                    <a:pt x="1233036" y="1550861"/>
                    <a:pt x="1231703" y="1552575"/>
                    <a:pt x="1231608" y="1553623"/>
                  </a:cubicBezTo>
                  <a:cubicBezTo>
                    <a:pt x="1231512" y="1554480"/>
                    <a:pt x="1231608" y="1556385"/>
                    <a:pt x="1232179" y="1557052"/>
                  </a:cubicBezTo>
                  <a:cubicBezTo>
                    <a:pt x="1232655" y="1557623"/>
                    <a:pt x="1234656" y="1557623"/>
                    <a:pt x="1235036" y="1558290"/>
                  </a:cubicBezTo>
                  <a:cubicBezTo>
                    <a:pt x="1235513" y="1559147"/>
                    <a:pt x="1234274" y="1561433"/>
                    <a:pt x="1234560" y="1562386"/>
                  </a:cubicBezTo>
                  <a:cubicBezTo>
                    <a:pt x="1234751" y="1562957"/>
                    <a:pt x="1235513" y="1564196"/>
                    <a:pt x="1236084" y="1564291"/>
                  </a:cubicBezTo>
                  <a:cubicBezTo>
                    <a:pt x="1236941" y="1564481"/>
                    <a:pt x="1238370" y="1562672"/>
                    <a:pt x="1239132" y="1562957"/>
                  </a:cubicBezTo>
                  <a:cubicBezTo>
                    <a:pt x="1239894" y="1563243"/>
                    <a:pt x="1240561" y="1564957"/>
                    <a:pt x="1240656" y="1565815"/>
                  </a:cubicBezTo>
                  <a:cubicBezTo>
                    <a:pt x="1240751" y="1567053"/>
                    <a:pt x="1239513" y="1569244"/>
                    <a:pt x="1239132" y="1570292"/>
                  </a:cubicBezTo>
                  <a:cubicBezTo>
                    <a:pt x="1238847" y="1571244"/>
                    <a:pt x="1237703" y="1573054"/>
                    <a:pt x="1237894" y="1574006"/>
                  </a:cubicBezTo>
                  <a:cubicBezTo>
                    <a:pt x="1238084" y="1574768"/>
                    <a:pt x="1239323" y="1576197"/>
                    <a:pt x="1240085" y="1576292"/>
                  </a:cubicBezTo>
                  <a:cubicBezTo>
                    <a:pt x="1240656" y="1576388"/>
                    <a:pt x="1241704" y="1575245"/>
                    <a:pt x="1242085" y="1574768"/>
                  </a:cubicBezTo>
                  <a:cubicBezTo>
                    <a:pt x="1242561" y="1574197"/>
                    <a:pt x="1242752" y="1572578"/>
                    <a:pt x="1243323" y="1572101"/>
                  </a:cubicBezTo>
                  <a:cubicBezTo>
                    <a:pt x="1243895" y="1571625"/>
                    <a:pt x="1245609" y="1571149"/>
                    <a:pt x="1246276" y="1571435"/>
                  </a:cubicBezTo>
                  <a:cubicBezTo>
                    <a:pt x="1247038" y="1571720"/>
                    <a:pt x="1248086" y="1573339"/>
                    <a:pt x="1248086" y="1574102"/>
                  </a:cubicBezTo>
                  <a:cubicBezTo>
                    <a:pt x="1247991" y="1575245"/>
                    <a:pt x="1245324" y="1576388"/>
                    <a:pt x="1244847" y="1577531"/>
                  </a:cubicBezTo>
                  <a:cubicBezTo>
                    <a:pt x="1244466" y="1578483"/>
                    <a:pt x="1244466" y="1580769"/>
                    <a:pt x="1244561" y="1581817"/>
                  </a:cubicBezTo>
                  <a:cubicBezTo>
                    <a:pt x="1244752" y="1582769"/>
                    <a:pt x="1245133" y="1584960"/>
                    <a:pt x="1245990" y="1585436"/>
                  </a:cubicBezTo>
                  <a:cubicBezTo>
                    <a:pt x="1246752" y="1585817"/>
                    <a:pt x="1248562" y="1584007"/>
                    <a:pt x="1249419" y="1584389"/>
                  </a:cubicBezTo>
                  <a:cubicBezTo>
                    <a:pt x="1250276" y="1584865"/>
                    <a:pt x="1250753" y="1587151"/>
                    <a:pt x="1250562" y="1588008"/>
                  </a:cubicBezTo>
                  <a:cubicBezTo>
                    <a:pt x="1250372" y="1588770"/>
                    <a:pt x="1248562" y="1589723"/>
                    <a:pt x="1248467" y="1590485"/>
                  </a:cubicBezTo>
                  <a:cubicBezTo>
                    <a:pt x="1248276" y="1591437"/>
                    <a:pt x="1249419" y="1593342"/>
                    <a:pt x="1249991" y="1594199"/>
                  </a:cubicBezTo>
                  <a:cubicBezTo>
                    <a:pt x="1250372" y="1594676"/>
                    <a:pt x="1251610" y="1595342"/>
                    <a:pt x="1251896" y="1595914"/>
                  </a:cubicBezTo>
                  <a:cubicBezTo>
                    <a:pt x="1252277" y="1596676"/>
                    <a:pt x="1252182" y="1598581"/>
                    <a:pt x="1251991" y="1599438"/>
                  </a:cubicBezTo>
                  <a:cubicBezTo>
                    <a:pt x="1251896" y="1600010"/>
                    <a:pt x="1250848" y="1601153"/>
                    <a:pt x="1250848" y="1601724"/>
                  </a:cubicBezTo>
                  <a:cubicBezTo>
                    <a:pt x="1250848" y="1602391"/>
                    <a:pt x="1251705" y="1603534"/>
                    <a:pt x="1251991" y="1604201"/>
                  </a:cubicBezTo>
                  <a:cubicBezTo>
                    <a:pt x="1252277" y="1604867"/>
                    <a:pt x="1252848" y="1606201"/>
                    <a:pt x="1253039" y="1606868"/>
                  </a:cubicBezTo>
                  <a:cubicBezTo>
                    <a:pt x="1253324" y="1607915"/>
                    <a:pt x="1253420" y="1610106"/>
                    <a:pt x="1254086" y="1610963"/>
                  </a:cubicBezTo>
                  <a:cubicBezTo>
                    <a:pt x="1254658" y="1611821"/>
                    <a:pt x="1256658" y="1612773"/>
                    <a:pt x="1257611" y="1613059"/>
                  </a:cubicBezTo>
                  <a:cubicBezTo>
                    <a:pt x="1258373" y="1613345"/>
                    <a:pt x="1259992" y="1613535"/>
                    <a:pt x="1260754" y="1613535"/>
                  </a:cubicBezTo>
                  <a:cubicBezTo>
                    <a:pt x="1261325" y="1613535"/>
                    <a:pt x="1262468" y="1613059"/>
                    <a:pt x="1263135" y="1613059"/>
                  </a:cubicBezTo>
                  <a:cubicBezTo>
                    <a:pt x="1263897" y="1613059"/>
                    <a:pt x="1265612" y="1612964"/>
                    <a:pt x="1266183" y="1613535"/>
                  </a:cubicBezTo>
                  <a:cubicBezTo>
                    <a:pt x="1267136" y="1614488"/>
                    <a:pt x="1267422" y="1617536"/>
                    <a:pt x="1267136" y="1618869"/>
                  </a:cubicBezTo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2" name="Freeform: Shape 17">
              <a:extLst>
                <a:ext uri="{FF2B5EF4-FFF2-40B4-BE49-F238E27FC236}">
                  <a16:creationId xmlns:a16="http://schemas.microsoft.com/office/drawing/2014/main" id="{1CE546D8-478B-91F4-DEFB-A750DFD3C004}"/>
                </a:ext>
              </a:extLst>
            </p:cNvPr>
            <p:cNvSpPr/>
            <p:nvPr/>
          </p:nvSpPr>
          <p:spPr>
            <a:xfrm>
              <a:off x="5974461" y="5354268"/>
              <a:ext cx="9525" cy="9525"/>
            </a:xfrm>
            <a:custGeom>
              <a:avLst/>
              <a:gdLst>
                <a:gd name="connsiteX0" fmla="*/ 6096 w 0"/>
                <a:gd name="connsiteY0" fmla="*/ 1163 h 0"/>
                <a:gd name="connsiteX1" fmla="*/ 3905 w 0"/>
                <a:gd name="connsiteY1" fmla="*/ 20 h 0"/>
                <a:gd name="connsiteX2" fmla="*/ 0 w 0"/>
                <a:gd name="connsiteY2" fmla="*/ 687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>
                  <a:moveTo>
                    <a:pt x="6096" y="1163"/>
                  </a:moveTo>
                  <a:cubicBezTo>
                    <a:pt x="5620" y="782"/>
                    <a:pt x="4477" y="115"/>
                    <a:pt x="3905" y="20"/>
                  </a:cubicBezTo>
                  <a:cubicBezTo>
                    <a:pt x="2953" y="-171"/>
                    <a:pt x="953" y="1068"/>
                    <a:pt x="0" y="687"/>
                  </a:cubicBezTo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3" name="Freeform: Shape 18">
              <a:extLst>
                <a:ext uri="{FF2B5EF4-FFF2-40B4-BE49-F238E27FC236}">
                  <a16:creationId xmlns:a16="http://schemas.microsoft.com/office/drawing/2014/main" id="{90B4F329-9C25-3D4B-B069-BB746127CB0B}"/>
                </a:ext>
              </a:extLst>
            </p:cNvPr>
            <p:cNvSpPr/>
            <p:nvPr/>
          </p:nvSpPr>
          <p:spPr>
            <a:xfrm>
              <a:off x="8613743" y="1953101"/>
              <a:ext cx="200025" cy="390525"/>
            </a:xfrm>
            <a:custGeom>
              <a:avLst/>
              <a:gdLst>
                <a:gd name="connsiteX0" fmla="*/ 208788 w 200025"/>
                <a:gd name="connsiteY0" fmla="*/ 74105 h 390525"/>
                <a:gd name="connsiteX1" fmla="*/ 208121 w 200025"/>
                <a:gd name="connsiteY1" fmla="*/ 79439 h 390525"/>
                <a:gd name="connsiteX2" fmla="*/ 206216 w 200025"/>
                <a:gd name="connsiteY2" fmla="*/ 81820 h 390525"/>
                <a:gd name="connsiteX3" fmla="*/ 204406 w 200025"/>
                <a:gd name="connsiteY3" fmla="*/ 83439 h 390525"/>
                <a:gd name="connsiteX4" fmla="*/ 203930 w 200025"/>
                <a:gd name="connsiteY4" fmla="*/ 88106 h 390525"/>
                <a:gd name="connsiteX5" fmla="*/ 201835 w 200025"/>
                <a:gd name="connsiteY5" fmla="*/ 92488 h 390525"/>
                <a:gd name="connsiteX6" fmla="*/ 199263 w 200025"/>
                <a:gd name="connsiteY6" fmla="*/ 95345 h 390525"/>
                <a:gd name="connsiteX7" fmla="*/ 196310 w 200025"/>
                <a:gd name="connsiteY7" fmla="*/ 97822 h 390525"/>
                <a:gd name="connsiteX8" fmla="*/ 192595 w 200025"/>
                <a:gd name="connsiteY8" fmla="*/ 98965 h 390525"/>
                <a:gd name="connsiteX9" fmla="*/ 190690 w 200025"/>
                <a:gd name="connsiteY9" fmla="*/ 101346 h 390525"/>
                <a:gd name="connsiteX10" fmla="*/ 190595 w 200025"/>
                <a:gd name="connsiteY10" fmla="*/ 105442 h 390525"/>
                <a:gd name="connsiteX11" fmla="*/ 188595 w 200025"/>
                <a:gd name="connsiteY11" fmla="*/ 109347 h 390525"/>
                <a:gd name="connsiteX12" fmla="*/ 185738 w 200025"/>
                <a:gd name="connsiteY12" fmla="*/ 112681 h 390525"/>
                <a:gd name="connsiteX13" fmla="*/ 180689 w 200025"/>
                <a:gd name="connsiteY13" fmla="*/ 112109 h 390525"/>
                <a:gd name="connsiteX14" fmla="*/ 178594 w 200025"/>
                <a:gd name="connsiteY14" fmla="*/ 114491 h 390525"/>
                <a:gd name="connsiteX15" fmla="*/ 174688 w 200025"/>
                <a:gd name="connsiteY15" fmla="*/ 116015 h 390525"/>
                <a:gd name="connsiteX16" fmla="*/ 171545 w 200025"/>
                <a:gd name="connsiteY16" fmla="*/ 118396 h 390525"/>
                <a:gd name="connsiteX17" fmla="*/ 170497 w 200025"/>
                <a:gd name="connsiteY17" fmla="*/ 123634 h 390525"/>
                <a:gd name="connsiteX18" fmla="*/ 167164 w 200025"/>
                <a:gd name="connsiteY18" fmla="*/ 126397 h 390525"/>
                <a:gd name="connsiteX19" fmla="*/ 168402 w 200025"/>
                <a:gd name="connsiteY19" fmla="*/ 129540 h 390525"/>
                <a:gd name="connsiteX20" fmla="*/ 171355 w 200025"/>
                <a:gd name="connsiteY20" fmla="*/ 132398 h 390525"/>
                <a:gd name="connsiteX21" fmla="*/ 171069 w 200025"/>
                <a:gd name="connsiteY21" fmla="*/ 137731 h 390525"/>
                <a:gd name="connsiteX22" fmla="*/ 172402 w 200025"/>
                <a:gd name="connsiteY22" fmla="*/ 141446 h 390525"/>
                <a:gd name="connsiteX23" fmla="*/ 176498 w 200025"/>
                <a:gd name="connsiteY23" fmla="*/ 146780 h 390525"/>
                <a:gd name="connsiteX24" fmla="*/ 176498 w 200025"/>
                <a:gd name="connsiteY24" fmla="*/ 151162 h 390525"/>
                <a:gd name="connsiteX25" fmla="*/ 179070 w 200025"/>
                <a:gd name="connsiteY25" fmla="*/ 153448 h 390525"/>
                <a:gd name="connsiteX26" fmla="*/ 179355 w 200025"/>
                <a:gd name="connsiteY26" fmla="*/ 157448 h 390525"/>
                <a:gd name="connsiteX27" fmla="*/ 176879 w 200025"/>
                <a:gd name="connsiteY27" fmla="*/ 161544 h 390525"/>
                <a:gd name="connsiteX28" fmla="*/ 176784 w 200025"/>
                <a:gd name="connsiteY28" fmla="*/ 167830 h 390525"/>
                <a:gd name="connsiteX29" fmla="*/ 176308 w 200025"/>
                <a:gd name="connsiteY29" fmla="*/ 171450 h 390525"/>
                <a:gd name="connsiteX30" fmla="*/ 178975 w 200025"/>
                <a:gd name="connsiteY30" fmla="*/ 174689 h 390525"/>
                <a:gd name="connsiteX31" fmla="*/ 177451 w 200025"/>
                <a:gd name="connsiteY31" fmla="*/ 178499 h 390525"/>
                <a:gd name="connsiteX32" fmla="*/ 178498 w 200025"/>
                <a:gd name="connsiteY32" fmla="*/ 182499 h 390525"/>
                <a:gd name="connsiteX33" fmla="*/ 175926 w 200025"/>
                <a:gd name="connsiteY33" fmla="*/ 184595 h 390525"/>
                <a:gd name="connsiteX34" fmla="*/ 174879 w 200025"/>
                <a:gd name="connsiteY34" fmla="*/ 188881 h 390525"/>
                <a:gd name="connsiteX35" fmla="*/ 173831 w 200025"/>
                <a:gd name="connsiteY35" fmla="*/ 194405 h 390525"/>
                <a:gd name="connsiteX36" fmla="*/ 176213 w 200025"/>
                <a:gd name="connsiteY36" fmla="*/ 199453 h 390525"/>
                <a:gd name="connsiteX37" fmla="*/ 175164 w 200025"/>
                <a:gd name="connsiteY37" fmla="*/ 204883 h 390525"/>
                <a:gd name="connsiteX38" fmla="*/ 174212 w 200025"/>
                <a:gd name="connsiteY38" fmla="*/ 210979 h 390525"/>
                <a:gd name="connsiteX39" fmla="*/ 170593 w 200025"/>
                <a:gd name="connsiteY39" fmla="*/ 214884 h 390525"/>
                <a:gd name="connsiteX40" fmla="*/ 168593 w 200025"/>
                <a:gd name="connsiteY40" fmla="*/ 217837 h 390525"/>
                <a:gd name="connsiteX41" fmla="*/ 168497 w 200025"/>
                <a:gd name="connsiteY41" fmla="*/ 223361 h 390525"/>
                <a:gd name="connsiteX42" fmla="*/ 170307 w 200025"/>
                <a:gd name="connsiteY42" fmla="*/ 229076 h 390525"/>
                <a:gd name="connsiteX43" fmla="*/ 169164 w 200025"/>
                <a:gd name="connsiteY43" fmla="*/ 232982 h 390525"/>
                <a:gd name="connsiteX44" fmla="*/ 168687 w 200025"/>
                <a:gd name="connsiteY44" fmla="*/ 237839 h 390525"/>
                <a:gd name="connsiteX45" fmla="*/ 165163 w 200025"/>
                <a:gd name="connsiteY45" fmla="*/ 242983 h 390525"/>
                <a:gd name="connsiteX46" fmla="*/ 167354 w 200025"/>
                <a:gd name="connsiteY46" fmla="*/ 246983 h 390525"/>
                <a:gd name="connsiteX47" fmla="*/ 167544 w 200025"/>
                <a:gd name="connsiteY47" fmla="*/ 252127 h 390525"/>
                <a:gd name="connsiteX48" fmla="*/ 169259 w 200025"/>
                <a:gd name="connsiteY48" fmla="*/ 254318 h 390525"/>
                <a:gd name="connsiteX49" fmla="*/ 170783 w 200025"/>
                <a:gd name="connsiteY49" fmla="*/ 259461 h 390525"/>
                <a:gd name="connsiteX50" fmla="*/ 169450 w 200025"/>
                <a:gd name="connsiteY50" fmla="*/ 266033 h 390525"/>
                <a:gd name="connsiteX51" fmla="*/ 171926 w 200025"/>
                <a:gd name="connsiteY51" fmla="*/ 269176 h 390525"/>
                <a:gd name="connsiteX52" fmla="*/ 171355 w 200025"/>
                <a:gd name="connsiteY52" fmla="*/ 273272 h 390525"/>
                <a:gd name="connsiteX53" fmla="*/ 173641 w 200025"/>
                <a:gd name="connsiteY53" fmla="*/ 275272 h 390525"/>
                <a:gd name="connsiteX54" fmla="*/ 174021 w 200025"/>
                <a:gd name="connsiteY54" fmla="*/ 279368 h 390525"/>
                <a:gd name="connsiteX55" fmla="*/ 175831 w 200025"/>
                <a:gd name="connsiteY55" fmla="*/ 282893 h 390525"/>
                <a:gd name="connsiteX56" fmla="*/ 175355 w 200025"/>
                <a:gd name="connsiteY56" fmla="*/ 288512 h 390525"/>
                <a:gd name="connsiteX57" fmla="*/ 173736 w 200025"/>
                <a:gd name="connsiteY57" fmla="*/ 291179 h 390525"/>
                <a:gd name="connsiteX58" fmla="*/ 175260 w 200025"/>
                <a:gd name="connsiteY58" fmla="*/ 294704 h 390525"/>
                <a:gd name="connsiteX59" fmla="*/ 176593 w 200025"/>
                <a:gd name="connsiteY59" fmla="*/ 303276 h 390525"/>
                <a:gd name="connsiteX60" fmla="*/ 176879 w 200025"/>
                <a:gd name="connsiteY60" fmla="*/ 307086 h 390525"/>
                <a:gd name="connsiteX61" fmla="*/ 179355 w 200025"/>
                <a:gd name="connsiteY61" fmla="*/ 310039 h 390525"/>
                <a:gd name="connsiteX62" fmla="*/ 182118 w 200025"/>
                <a:gd name="connsiteY62" fmla="*/ 314801 h 390525"/>
                <a:gd name="connsiteX63" fmla="*/ 182118 w 200025"/>
                <a:gd name="connsiteY63" fmla="*/ 318611 h 390525"/>
                <a:gd name="connsiteX64" fmla="*/ 179641 w 200025"/>
                <a:gd name="connsiteY64" fmla="*/ 322326 h 390525"/>
                <a:gd name="connsiteX65" fmla="*/ 181165 w 200025"/>
                <a:gd name="connsiteY65" fmla="*/ 325279 h 390525"/>
                <a:gd name="connsiteX66" fmla="*/ 184023 w 200025"/>
                <a:gd name="connsiteY66" fmla="*/ 328136 h 390525"/>
                <a:gd name="connsiteX67" fmla="*/ 183356 w 200025"/>
                <a:gd name="connsiteY67" fmla="*/ 333851 h 390525"/>
                <a:gd name="connsiteX68" fmla="*/ 178784 w 200025"/>
                <a:gd name="connsiteY68" fmla="*/ 336709 h 390525"/>
                <a:gd name="connsiteX69" fmla="*/ 177641 w 200025"/>
                <a:gd name="connsiteY69" fmla="*/ 340328 h 390525"/>
                <a:gd name="connsiteX70" fmla="*/ 179832 w 200025"/>
                <a:gd name="connsiteY70" fmla="*/ 343281 h 390525"/>
                <a:gd name="connsiteX71" fmla="*/ 179832 w 200025"/>
                <a:gd name="connsiteY71" fmla="*/ 346996 h 390525"/>
                <a:gd name="connsiteX72" fmla="*/ 177736 w 200025"/>
                <a:gd name="connsiteY72" fmla="*/ 352139 h 390525"/>
                <a:gd name="connsiteX73" fmla="*/ 179355 w 200025"/>
                <a:gd name="connsiteY73" fmla="*/ 355664 h 390525"/>
                <a:gd name="connsiteX74" fmla="*/ 181451 w 200025"/>
                <a:gd name="connsiteY74" fmla="*/ 357473 h 390525"/>
                <a:gd name="connsiteX75" fmla="*/ 182689 w 200025"/>
                <a:gd name="connsiteY75" fmla="*/ 360997 h 390525"/>
                <a:gd name="connsiteX76" fmla="*/ 186309 w 200025"/>
                <a:gd name="connsiteY76" fmla="*/ 362331 h 390525"/>
                <a:gd name="connsiteX77" fmla="*/ 188500 w 200025"/>
                <a:gd name="connsiteY77" fmla="*/ 365665 h 390525"/>
                <a:gd name="connsiteX78" fmla="*/ 192310 w 200025"/>
                <a:gd name="connsiteY78" fmla="*/ 366903 h 390525"/>
                <a:gd name="connsiteX79" fmla="*/ 193453 w 200025"/>
                <a:gd name="connsiteY79" fmla="*/ 370522 h 390525"/>
                <a:gd name="connsiteX80" fmla="*/ 106489 w 200025"/>
                <a:gd name="connsiteY80" fmla="*/ 393954 h 390525"/>
                <a:gd name="connsiteX81" fmla="*/ 106489 w 200025"/>
                <a:gd name="connsiteY81" fmla="*/ 393954 h 390525"/>
                <a:gd name="connsiteX82" fmla="*/ 99917 w 200025"/>
                <a:gd name="connsiteY82" fmla="*/ 384810 h 390525"/>
                <a:gd name="connsiteX83" fmla="*/ 99917 w 200025"/>
                <a:gd name="connsiteY83" fmla="*/ 374237 h 390525"/>
                <a:gd name="connsiteX84" fmla="*/ 74676 w 200025"/>
                <a:gd name="connsiteY84" fmla="*/ 273653 h 390525"/>
                <a:gd name="connsiteX85" fmla="*/ 71056 w 200025"/>
                <a:gd name="connsiteY85" fmla="*/ 269843 h 390525"/>
                <a:gd name="connsiteX86" fmla="*/ 67246 w 200025"/>
                <a:gd name="connsiteY86" fmla="*/ 269272 h 390525"/>
                <a:gd name="connsiteX87" fmla="*/ 65817 w 200025"/>
                <a:gd name="connsiteY87" fmla="*/ 266129 h 390525"/>
                <a:gd name="connsiteX88" fmla="*/ 63722 w 200025"/>
                <a:gd name="connsiteY88" fmla="*/ 264033 h 390525"/>
                <a:gd name="connsiteX89" fmla="*/ 60103 w 200025"/>
                <a:gd name="connsiteY89" fmla="*/ 264605 h 390525"/>
                <a:gd name="connsiteX90" fmla="*/ 58102 w 200025"/>
                <a:gd name="connsiteY90" fmla="*/ 266795 h 390525"/>
                <a:gd name="connsiteX91" fmla="*/ 58388 w 200025"/>
                <a:gd name="connsiteY91" fmla="*/ 270224 h 390525"/>
                <a:gd name="connsiteX92" fmla="*/ 58007 w 200025"/>
                <a:gd name="connsiteY92" fmla="*/ 274034 h 390525"/>
                <a:gd name="connsiteX93" fmla="*/ 54197 w 200025"/>
                <a:gd name="connsiteY93" fmla="*/ 274892 h 390525"/>
                <a:gd name="connsiteX94" fmla="*/ 51530 w 200025"/>
                <a:gd name="connsiteY94" fmla="*/ 270891 h 390525"/>
                <a:gd name="connsiteX95" fmla="*/ 50482 w 200025"/>
                <a:gd name="connsiteY95" fmla="*/ 265557 h 390525"/>
                <a:gd name="connsiteX96" fmla="*/ 50673 w 200025"/>
                <a:gd name="connsiteY96" fmla="*/ 254794 h 390525"/>
                <a:gd name="connsiteX97" fmla="*/ 53530 w 200025"/>
                <a:gd name="connsiteY97" fmla="*/ 250412 h 390525"/>
                <a:gd name="connsiteX98" fmla="*/ 53435 w 200025"/>
                <a:gd name="connsiteY98" fmla="*/ 244030 h 390525"/>
                <a:gd name="connsiteX99" fmla="*/ 51625 w 200025"/>
                <a:gd name="connsiteY99" fmla="*/ 241078 h 390525"/>
                <a:gd name="connsiteX100" fmla="*/ 47720 w 200025"/>
                <a:gd name="connsiteY100" fmla="*/ 238887 h 390525"/>
                <a:gd name="connsiteX101" fmla="*/ 45815 w 200025"/>
                <a:gd name="connsiteY101" fmla="*/ 236030 h 390525"/>
                <a:gd name="connsiteX102" fmla="*/ 47339 w 200025"/>
                <a:gd name="connsiteY102" fmla="*/ 231553 h 390525"/>
                <a:gd name="connsiteX103" fmla="*/ 45244 w 200025"/>
                <a:gd name="connsiteY103" fmla="*/ 227076 h 390525"/>
                <a:gd name="connsiteX104" fmla="*/ 41148 w 200025"/>
                <a:gd name="connsiteY104" fmla="*/ 224123 h 390525"/>
                <a:gd name="connsiteX105" fmla="*/ 39528 w 200025"/>
                <a:gd name="connsiteY105" fmla="*/ 221361 h 390525"/>
                <a:gd name="connsiteX106" fmla="*/ 38767 w 200025"/>
                <a:gd name="connsiteY106" fmla="*/ 216789 h 390525"/>
                <a:gd name="connsiteX107" fmla="*/ 36957 w 200025"/>
                <a:gd name="connsiteY107" fmla="*/ 209074 h 390525"/>
                <a:gd name="connsiteX108" fmla="*/ 34480 w 200025"/>
                <a:gd name="connsiteY108" fmla="*/ 206693 h 390525"/>
                <a:gd name="connsiteX109" fmla="*/ 32004 w 200025"/>
                <a:gd name="connsiteY109" fmla="*/ 204978 h 390525"/>
                <a:gd name="connsiteX110" fmla="*/ 31432 w 200025"/>
                <a:gd name="connsiteY110" fmla="*/ 200882 h 390525"/>
                <a:gd name="connsiteX111" fmla="*/ 32195 w 200025"/>
                <a:gd name="connsiteY111" fmla="*/ 196691 h 390525"/>
                <a:gd name="connsiteX112" fmla="*/ 29718 w 200025"/>
                <a:gd name="connsiteY112" fmla="*/ 192215 h 390525"/>
                <a:gd name="connsiteX113" fmla="*/ 31242 w 200025"/>
                <a:gd name="connsiteY113" fmla="*/ 186118 h 390525"/>
                <a:gd name="connsiteX114" fmla="*/ 30861 w 200025"/>
                <a:gd name="connsiteY114" fmla="*/ 178213 h 390525"/>
                <a:gd name="connsiteX115" fmla="*/ 34671 w 200025"/>
                <a:gd name="connsiteY115" fmla="*/ 173545 h 390525"/>
                <a:gd name="connsiteX116" fmla="*/ 35623 w 200025"/>
                <a:gd name="connsiteY116" fmla="*/ 167354 h 390525"/>
                <a:gd name="connsiteX117" fmla="*/ 30766 w 200025"/>
                <a:gd name="connsiteY117" fmla="*/ 162020 h 390525"/>
                <a:gd name="connsiteX118" fmla="*/ 30861 w 200025"/>
                <a:gd name="connsiteY118" fmla="*/ 156782 h 390525"/>
                <a:gd name="connsiteX119" fmla="*/ 28956 w 200025"/>
                <a:gd name="connsiteY119" fmla="*/ 154591 h 390525"/>
                <a:gd name="connsiteX120" fmla="*/ 30670 w 200025"/>
                <a:gd name="connsiteY120" fmla="*/ 150209 h 390525"/>
                <a:gd name="connsiteX121" fmla="*/ 30194 w 200025"/>
                <a:gd name="connsiteY121" fmla="*/ 139637 h 390525"/>
                <a:gd name="connsiteX122" fmla="*/ 27337 w 200025"/>
                <a:gd name="connsiteY122" fmla="*/ 135731 h 390525"/>
                <a:gd name="connsiteX123" fmla="*/ 24860 w 200025"/>
                <a:gd name="connsiteY123" fmla="*/ 130874 h 390525"/>
                <a:gd name="connsiteX124" fmla="*/ 22670 w 200025"/>
                <a:gd name="connsiteY124" fmla="*/ 127445 h 390525"/>
                <a:gd name="connsiteX125" fmla="*/ 18288 w 200025"/>
                <a:gd name="connsiteY125" fmla="*/ 124968 h 390525"/>
                <a:gd name="connsiteX126" fmla="*/ 14478 w 200025"/>
                <a:gd name="connsiteY126" fmla="*/ 121920 h 390525"/>
                <a:gd name="connsiteX127" fmla="*/ 12287 w 200025"/>
                <a:gd name="connsiteY127" fmla="*/ 117634 h 390525"/>
                <a:gd name="connsiteX128" fmla="*/ 13621 w 200025"/>
                <a:gd name="connsiteY128" fmla="*/ 107156 h 390525"/>
                <a:gd name="connsiteX129" fmla="*/ 10858 w 200025"/>
                <a:gd name="connsiteY129" fmla="*/ 101918 h 390525"/>
                <a:gd name="connsiteX130" fmla="*/ 9430 w 200025"/>
                <a:gd name="connsiteY130" fmla="*/ 95536 h 390525"/>
                <a:gd name="connsiteX131" fmla="*/ 10953 w 200025"/>
                <a:gd name="connsiteY131" fmla="*/ 91250 h 390525"/>
                <a:gd name="connsiteX132" fmla="*/ 9049 w 200025"/>
                <a:gd name="connsiteY132" fmla="*/ 87916 h 390525"/>
                <a:gd name="connsiteX133" fmla="*/ 4191 w 200025"/>
                <a:gd name="connsiteY133" fmla="*/ 86678 h 390525"/>
                <a:gd name="connsiteX134" fmla="*/ 3143 w 200025"/>
                <a:gd name="connsiteY134" fmla="*/ 82582 h 390525"/>
                <a:gd name="connsiteX135" fmla="*/ 3238 w 200025"/>
                <a:gd name="connsiteY135" fmla="*/ 75343 h 390525"/>
                <a:gd name="connsiteX136" fmla="*/ 5048 w 200025"/>
                <a:gd name="connsiteY136" fmla="*/ 71819 h 390525"/>
                <a:gd name="connsiteX137" fmla="*/ 3429 w 200025"/>
                <a:gd name="connsiteY137" fmla="*/ 66484 h 390525"/>
                <a:gd name="connsiteX138" fmla="*/ 1810 w 200025"/>
                <a:gd name="connsiteY138" fmla="*/ 63722 h 390525"/>
                <a:gd name="connsiteX139" fmla="*/ 0 w 200025"/>
                <a:gd name="connsiteY139" fmla="*/ 58579 h 390525"/>
                <a:gd name="connsiteX140" fmla="*/ 76390 w 200025"/>
                <a:gd name="connsiteY140" fmla="*/ 34385 h 390525"/>
                <a:gd name="connsiteX141" fmla="*/ 84867 w 200025"/>
                <a:gd name="connsiteY141" fmla="*/ 33719 h 390525"/>
                <a:gd name="connsiteX142" fmla="*/ 180118 w 200025"/>
                <a:gd name="connsiteY142" fmla="*/ 2667 h 390525"/>
                <a:gd name="connsiteX143" fmla="*/ 191833 w 200025"/>
                <a:gd name="connsiteY143" fmla="*/ 0 h 390525"/>
                <a:gd name="connsiteX144" fmla="*/ 191357 w 200025"/>
                <a:gd name="connsiteY144" fmla="*/ 4477 h 390525"/>
                <a:gd name="connsiteX145" fmla="*/ 194881 w 200025"/>
                <a:gd name="connsiteY145" fmla="*/ 7525 h 390525"/>
                <a:gd name="connsiteX146" fmla="*/ 196024 w 200025"/>
                <a:gd name="connsiteY146" fmla="*/ 11049 h 390525"/>
                <a:gd name="connsiteX147" fmla="*/ 198882 w 200025"/>
                <a:gd name="connsiteY147" fmla="*/ 13526 h 390525"/>
                <a:gd name="connsiteX148" fmla="*/ 198787 w 200025"/>
                <a:gd name="connsiteY148" fmla="*/ 18098 h 390525"/>
                <a:gd name="connsiteX149" fmla="*/ 196786 w 200025"/>
                <a:gd name="connsiteY149" fmla="*/ 21907 h 390525"/>
                <a:gd name="connsiteX150" fmla="*/ 196405 w 200025"/>
                <a:gd name="connsiteY150" fmla="*/ 31147 h 390525"/>
                <a:gd name="connsiteX151" fmla="*/ 197358 w 200025"/>
                <a:gd name="connsiteY151" fmla="*/ 36100 h 390525"/>
                <a:gd name="connsiteX152" fmla="*/ 193834 w 200025"/>
                <a:gd name="connsiteY152" fmla="*/ 39338 h 390525"/>
                <a:gd name="connsiteX153" fmla="*/ 193262 w 200025"/>
                <a:gd name="connsiteY153" fmla="*/ 43625 h 390525"/>
                <a:gd name="connsiteX154" fmla="*/ 195167 w 200025"/>
                <a:gd name="connsiteY154" fmla="*/ 46673 h 390525"/>
                <a:gd name="connsiteX155" fmla="*/ 198596 w 200025"/>
                <a:gd name="connsiteY155" fmla="*/ 49149 h 390525"/>
                <a:gd name="connsiteX156" fmla="*/ 200406 w 200025"/>
                <a:gd name="connsiteY156" fmla="*/ 53626 h 390525"/>
                <a:gd name="connsiteX157" fmla="*/ 206597 w 200025"/>
                <a:gd name="connsiteY157" fmla="*/ 56769 h 390525"/>
                <a:gd name="connsiteX158" fmla="*/ 208597 w 200025"/>
                <a:gd name="connsiteY158" fmla="*/ 61722 h 390525"/>
                <a:gd name="connsiteX159" fmla="*/ 208693 w 200025"/>
                <a:gd name="connsiteY159" fmla="*/ 67056 h 390525"/>
                <a:gd name="connsiteX160" fmla="*/ 205454 w 200025"/>
                <a:gd name="connsiteY160" fmla="*/ 69628 h 390525"/>
                <a:gd name="connsiteX161" fmla="*/ 206597 w 200025"/>
                <a:gd name="connsiteY161" fmla="*/ 72200 h 390525"/>
                <a:gd name="connsiteX162" fmla="*/ 208788 w 200025"/>
                <a:gd name="connsiteY162" fmla="*/ 74105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200025" h="390525">
                  <a:moveTo>
                    <a:pt x="208788" y="74105"/>
                  </a:moveTo>
                  <a:cubicBezTo>
                    <a:pt x="209264" y="75343"/>
                    <a:pt x="208693" y="78200"/>
                    <a:pt x="208121" y="79439"/>
                  </a:cubicBezTo>
                  <a:cubicBezTo>
                    <a:pt x="207836" y="80105"/>
                    <a:pt x="206693" y="81248"/>
                    <a:pt x="206216" y="81820"/>
                  </a:cubicBezTo>
                  <a:cubicBezTo>
                    <a:pt x="205835" y="82201"/>
                    <a:pt x="204692" y="82868"/>
                    <a:pt x="204406" y="83439"/>
                  </a:cubicBezTo>
                  <a:cubicBezTo>
                    <a:pt x="203930" y="84487"/>
                    <a:pt x="204216" y="86963"/>
                    <a:pt x="203930" y="88106"/>
                  </a:cubicBezTo>
                  <a:cubicBezTo>
                    <a:pt x="203549" y="89249"/>
                    <a:pt x="202502" y="91440"/>
                    <a:pt x="201835" y="92488"/>
                  </a:cubicBezTo>
                  <a:cubicBezTo>
                    <a:pt x="201263" y="93250"/>
                    <a:pt x="199930" y="94679"/>
                    <a:pt x="199263" y="95345"/>
                  </a:cubicBezTo>
                  <a:cubicBezTo>
                    <a:pt x="198596" y="96012"/>
                    <a:pt x="197168" y="97346"/>
                    <a:pt x="196310" y="97822"/>
                  </a:cubicBezTo>
                  <a:cubicBezTo>
                    <a:pt x="195453" y="98298"/>
                    <a:pt x="193357" y="98393"/>
                    <a:pt x="192595" y="98965"/>
                  </a:cubicBezTo>
                  <a:cubicBezTo>
                    <a:pt x="191928" y="99346"/>
                    <a:pt x="190881" y="100584"/>
                    <a:pt x="190690" y="101346"/>
                  </a:cubicBezTo>
                  <a:cubicBezTo>
                    <a:pt x="190309" y="102299"/>
                    <a:pt x="190881" y="104489"/>
                    <a:pt x="190595" y="105442"/>
                  </a:cubicBezTo>
                  <a:cubicBezTo>
                    <a:pt x="190309" y="106490"/>
                    <a:pt x="189166" y="108490"/>
                    <a:pt x="188595" y="109347"/>
                  </a:cubicBezTo>
                  <a:cubicBezTo>
                    <a:pt x="188023" y="110300"/>
                    <a:pt x="186690" y="112205"/>
                    <a:pt x="185738" y="112681"/>
                  </a:cubicBezTo>
                  <a:cubicBezTo>
                    <a:pt x="184595" y="113157"/>
                    <a:pt x="181927" y="111728"/>
                    <a:pt x="180689" y="112109"/>
                  </a:cubicBezTo>
                  <a:cubicBezTo>
                    <a:pt x="180022" y="112395"/>
                    <a:pt x="179261" y="114014"/>
                    <a:pt x="178594" y="114491"/>
                  </a:cubicBezTo>
                  <a:cubicBezTo>
                    <a:pt x="177736" y="115062"/>
                    <a:pt x="175641" y="115443"/>
                    <a:pt x="174688" y="116015"/>
                  </a:cubicBezTo>
                  <a:cubicBezTo>
                    <a:pt x="173831" y="116491"/>
                    <a:pt x="172021" y="117539"/>
                    <a:pt x="171545" y="118396"/>
                  </a:cubicBezTo>
                  <a:cubicBezTo>
                    <a:pt x="170879" y="119539"/>
                    <a:pt x="171164" y="122492"/>
                    <a:pt x="170497" y="123634"/>
                  </a:cubicBezTo>
                  <a:cubicBezTo>
                    <a:pt x="169926" y="124587"/>
                    <a:pt x="167449" y="125349"/>
                    <a:pt x="167164" y="126397"/>
                  </a:cubicBezTo>
                  <a:cubicBezTo>
                    <a:pt x="166973" y="127254"/>
                    <a:pt x="168021" y="128873"/>
                    <a:pt x="168402" y="129540"/>
                  </a:cubicBezTo>
                  <a:cubicBezTo>
                    <a:pt x="168973" y="130397"/>
                    <a:pt x="171069" y="131445"/>
                    <a:pt x="171355" y="132398"/>
                  </a:cubicBezTo>
                  <a:cubicBezTo>
                    <a:pt x="171831" y="133636"/>
                    <a:pt x="170879" y="136398"/>
                    <a:pt x="171069" y="137731"/>
                  </a:cubicBezTo>
                  <a:cubicBezTo>
                    <a:pt x="171259" y="138684"/>
                    <a:pt x="171926" y="140589"/>
                    <a:pt x="172402" y="141446"/>
                  </a:cubicBezTo>
                  <a:cubicBezTo>
                    <a:pt x="173164" y="142875"/>
                    <a:pt x="176022" y="145161"/>
                    <a:pt x="176498" y="146780"/>
                  </a:cubicBezTo>
                  <a:cubicBezTo>
                    <a:pt x="176879" y="147828"/>
                    <a:pt x="176022" y="150114"/>
                    <a:pt x="176498" y="151162"/>
                  </a:cubicBezTo>
                  <a:cubicBezTo>
                    <a:pt x="176879" y="151924"/>
                    <a:pt x="178689" y="152686"/>
                    <a:pt x="179070" y="153448"/>
                  </a:cubicBezTo>
                  <a:cubicBezTo>
                    <a:pt x="179546" y="154400"/>
                    <a:pt x="179641" y="156496"/>
                    <a:pt x="179355" y="157448"/>
                  </a:cubicBezTo>
                  <a:cubicBezTo>
                    <a:pt x="179070" y="158591"/>
                    <a:pt x="177260" y="160401"/>
                    <a:pt x="176879" y="161544"/>
                  </a:cubicBezTo>
                  <a:cubicBezTo>
                    <a:pt x="176498" y="163068"/>
                    <a:pt x="176879" y="166211"/>
                    <a:pt x="176784" y="167830"/>
                  </a:cubicBezTo>
                  <a:cubicBezTo>
                    <a:pt x="176689" y="168783"/>
                    <a:pt x="176022" y="170593"/>
                    <a:pt x="176308" y="171450"/>
                  </a:cubicBezTo>
                  <a:cubicBezTo>
                    <a:pt x="176593" y="172498"/>
                    <a:pt x="178784" y="173736"/>
                    <a:pt x="178975" y="174689"/>
                  </a:cubicBezTo>
                  <a:cubicBezTo>
                    <a:pt x="179070" y="175736"/>
                    <a:pt x="177546" y="177451"/>
                    <a:pt x="177451" y="178499"/>
                  </a:cubicBezTo>
                  <a:cubicBezTo>
                    <a:pt x="177355" y="179546"/>
                    <a:pt x="178784" y="181547"/>
                    <a:pt x="178498" y="182499"/>
                  </a:cubicBezTo>
                  <a:cubicBezTo>
                    <a:pt x="178212" y="183261"/>
                    <a:pt x="176403" y="183928"/>
                    <a:pt x="175926" y="184595"/>
                  </a:cubicBezTo>
                  <a:cubicBezTo>
                    <a:pt x="175355" y="185547"/>
                    <a:pt x="175070" y="187738"/>
                    <a:pt x="174879" y="188881"/>
                  </a:cubicBezTo>
                  <a:cubicBezTo>
                    <a:pt x="174593" y="190310"/>
                    <a:pt x="173641" y="192976"/>
                    <a:pt x="173831" y="194405"/>
                  </a:cubicBezTo>
                  <a:cubicBezTo>
                    <a:pt x="174021" y="195739"/>
                    <a:pt x="176022" y="198025"/>
                    <a:pt x="176213" y="199453"/>
                  </a:cubicBezTo>
                  <a:cubicBezTo>
                    <a:pt x="176403" y="200787"/>
                    <a:pt x="175355" y="203454"/>
                    <a:pt x="175164" y="204883"/>
                  </a:cubicBezTo>
                  <a:cubicBezTo>
                    <a:pt x="174879" y="206407"/>
                    <a:pt x="174879" y="209550"/>
                    <a:pt x="174212" y="210979"/>
                  </a:cubicBezTo>
                  <a:cubicBezTo>
                    <a:pt x="173641" y="212217"/>
                    <a:pt x="171450" y="213836"/>
                    <a:pt x="170593" y="214884"/>
                  </a:cubicBezTo>
                  <a:cubicBezTo>
                    <a:pt x="170021" y="215551"/>
                    <a:pt x="168878" y="216980"/>
                    <a:pt x="168593" y="217837"/>
                  </a:cubicBezTo>
                  <a:cubicBezTo>
                    <a:pt x="168211" y="219170"/>
                    <a:pt x="168307" y="222028"/>
                    <a:pt x="168497" y="223361"/>
                  </a:cubicBezTo>
                  <a:cubicBezTo>
                    <a:pt x="168687" y="224885"/>
                    <a:pt x="170307" y="227552"/>
                    <a:pt x="170307" y="229076"/>
                  </a:cubicBezTo>
                  <a:cubicBezTo>
                    <a:pt x="170307" y="230124"/>
                    <a:pt x="169354" y="232029"/>
                    <a:pt x="169164" y="232982"/>
                  </a:cubicBezTo>
                  <a:cubicBezTo>
                    <a:pt x="168878" y="234220"/>
                    <a:pt x="169069" y="236696"/>
                    <a:pt x="168687" y="237839"/>
                  </a:cubicBezTo>
                  <a:cubicBezTo>
                    <a:pt x="168116" y="239268"/>
                    <a:pt x="165259" y="241364"/>
                    <a:pt x="165163" y="242983"/>
                  </a:cubicBezTo>
                  <a:cubicBezTo>
                    <a:pt x="165068" y="244126"/>
                    <a:pt x="167068" y="245936"/>
                    <a:pt x="167354" y="246983"/>
                  </a:cubicBezTo>
                  <a:cubicBezTo>
                    <a:pt x="167735" y="248222"/>
                    <a:pt x="167164" y="250889"/>
                    <a:pt x="167544" y="252127"/>
                  </a:cubicBezTo>
                  <a:cubicBezTo>
                    <a:pt x="167830" y="252793"/>
                    <a:pt x="168878" y="253746"/>
                    <a:pt x="169259" y="254318"/>
                  </a:cubicBezTo>
                  <a:cubicBezTo>
                    <a:pt x="169830" y="255461"/>
                    <a:pt x="170688" y="258032"/>
                    <a:pt x="170783" y="259461"/>
                  </a:cubicBezTo>
                  <a:cubicBezTo>
                    <a:pt x="170879" y="261176"/>
                    <a:pt x="169069" y="264414"/>
                    <a:pt x="169450" y="266033"/>
                  </a:cubicBezTo>
                  <a:cubicBezTo>
                    <a:pt x="169640" y="266986"/>
                    <a:pt x="171640" y="268224"/>
                    <a:pt x="171926" y="269176"/>
                  </a:cubicBezTo>
                  <a:cubicBezTo>
                    <a:pt x="172212" y="270224"/>
                    <a:pt x="170974" y="272320"/>
                    <a:pt x="171355" y="273272"/>
                  </a:cubicBezTo>
                  <a:cubicBezTo>
                    <a:pt x="171640" y="274034"/>
                    <a:pt x="173355" y="274606"/>
                    <a:pt x="173641" y="275272"/>
                  </a:cubicBezTo>
                  <a:cubicBezTo>
                    <a:pt x="174117" y="276225"/>
                    <a:pt x="173736" y="278416"/>
                    <a:pt x="174021" y="279368"/>
                  </a:cubicBezTo>
                  <a:cubicBezTo>
                    <a:pt x="174307" y="280321"/>
                    <a:pt x="175641" y="281940"/>
                    <a:pt x="175831" y="282893"/>
                  </a:cubicBezTo>
                  <a:cubicBezTo>
                    <a:pt x="176117" y="284226"/>
                    <a:pt x="175736" y="287179"/>
                    <a:pt x="175355" y="288512"/>
                  </a:cubicBezTo>
                  <a:cubicBezTo>
                    <a:pt x="175070" y="289274"/>
                    <a:pt x="173831" y="290417"/>
                    <a:pt x="173736" y="291179"/>
                  </a:cubicBezTo>
                  <a:cubicBezTo>
                    <a:pt x="173641" y="292132"/>
                    <a:pt x="174974" y="293751"/>
                    <a:pt x="175260" y="294704"/>
                  </a:cubicBezTo>
                  <a:cubicBezTo>
                    <a:pt x="175831" y="296799"/>
                    <a:pt x="176403" y="301181"/>
                    <a:pt x="176593" y="303276"/>
                  </a:cubicBezTo>
                  <a:cubicBezTo>
                    <a:pt x="176689" y="304229"/>
                    <a:pt x="176593" y="306229"/>
                    <a:pt x="176879" y="307086"/>
                  </a:cubicBezTo>
                  <a:cubicBezTo>
                    <a:pt x="177260" y="307943"/>
                    <a:pt x="178784" y="309277"/>
                    <a:pt x="179355" y="310039"/>
                  </a:cubicBezTo>
                  <a:cubicBezTo>
                    <a:pt x="180118" y="311182"/>
                    <a:pt x="181737" y="313468"/>
                    <a:pt x="182118" y="314801"/>
                  </a:cubicBezTo>
                  <a:cubicBezTo>
                    <a:pt x="182403" y="315754"/>
                    <a:pt x="182403" y="317754"/>
                    <a:pt x="182118" y="318611"/>
                  </a:cubicBezTo>
                  <a:cubicBezTo>
                    <a:pt x="181737" y="319659"/>
                    <a:pt x="179737" y="321183"/>
                    <a:pt x="179641" y="322326"/>
                  </a:cubicBezTo>
                  <a:cubicBezTo>
                    <a:pt x="179546" y="323183"/>
                    <a:pt x="180689" y="324612"/>
                    <a:pt x="181165" y="325279"/>
                  </a:cubicBezTo>
                  <a:cubicBezTo>
                    <a:pt x="181737" y="326136"/>
                    <a:pt x="183737" y="327184"/>
                    <a:pt x="184023" y="328136"/>
                  </a:cubicBezTo>
                  <a:cubicBezTo>
                    <a:pt x="184499" y="329470"/>
                    <a:pt x="184118" y="332613"/>
                    <a:pt x="183356" y="333851"/>
                  </a:cubicBezTo>
                  <a:cubicBezTo>
                    <a:pt x="182594" y="334994"/>
                    <a:pt x="179641" y="335661"/>
                    <a:pt x="178784" y="336709"/>
                  </a:cubicBezTo>
                  <a:cubicBezTo>
                    <a:pt x="178212" y="337471"/>
                    <a:pt x="177451" y="339376"/>
                    <a:pt x="177641" y="340328"/>
                  </a:cubicBezTo>
                  <a:cubicBezTo>
                    <a:pt x="177832" y="341281"/>
                    <a:pt x="179546" y="342424"/>
                    <a:pt x="179832" y="343281"/>
                  </a:cubicBezTo>
                  <a:cubicBezTo>
                    <a:pt x="180118" y="344138"/>
                    <a:pt x="180022" y="346043"/>
                    <a:pt x="179832" y="346996"/>
                  </a:cubicBezTo>
                  <a:cubicBezTo>
                    <a:pt x="179546" y="348329"/>
                    <a:pt x="177736" y="350711"/>
                    <a:pt x="177736" y="352139"/>
                  </a:cubicBezTo>
                  <a:cubicBezTo>
                    <a:pt x="177736" y="353092"/>
                    <a:pt x="178784" y="354901"/>
                    <a:pt x="179355" y="355664"/>
                  </a:cubicBezTo>
                  <a:cubicBezTo>
                    <a:pt x="179737" y="356235"/>
                    <a:pt x="181070" y="356902"/>
                    <a:pt x="181451" y="357473"/>
                  </a:cubicBezTo>
                  <a:cubicBezTo>
                    <a:pt x="182023" y="358235"/>
                    <a:pt x="182023" y="360331"/>
                    <a:pt x="182689" y="360997"/>
                  </a:cubicBezTo>
                  <a:cubicBezTo>
                    <a:pt x="183356" y="361664"/>
                    <a:pt x="185547" y="361760"/>
                    <a:pt x="186309" y="362331"/>
                  </a:cubicBezTo>
                  <a:cubicBezTo>
                    <a:pt x="187071" y="362903"/>
                    <a:pt x="187737" y="364998"/>
                    <a:pt x="188500" y="365665"/>
                  </a:cubicBezTo>
                  <a:cubicBezTo>
                    <a:pt x="189262" y="366236"/>
                    <a:pt x="191643" y="366141"/>
                    <a:pt x="192310" y="366903"/>
                  </a:cubicBezTo>
                  <a:cubicBezTo>
                    <a:pt x="192786" y="367474"/>
                    <a:pt x="193167" y="369094"/>
                    <a:pt x="193453" y="370522"/>
                  </a:cubicBezTo>
                  <a:lnTo>
                    <a:pt x="106489" y="393954"/>
                  </a:lnTo>
                  <a:lnTo>
                    <a:pt x="106489" y="393954"/>
                  </a:lnTo>
                  <a:lnTo>
                    <a:pt x="99917" y="384810"/>
                  </a:lnTo>
                  <a:lnTo>
                    <a:pt x="99917" y="374237"/>
                  </a:lnTo>
                  <a:lnTo>
                    <a:pt x="74676" y="273653"/>
                  </a:lnTo>
                  <a:cubicBezTo>
                    <a:pt x="74676" y="273653"/>
                    <a:pt x="72199" y="270415"/>
                    <a:pt x="71056" y="269843"/>
                  </a:cubicBezTo>
                  <a:cubicBezTo>
                    <a:pt x="70199" y="269367"/>
                    <a:pt x="68008" y="269843"/>
                    <a:pt x="67246" y="269272"/>
                  </a:cubicBezTo>
                  <a:cubicBezTo>
                    <a:pt x="66580" y="268795"/>
                    <a:pt x="66294" y="266891"/>
                    <a:pt x="65817" y="266129"/>
                  </a:cubicBezTo>
                  <a:cubicBezTo>
                    <a:pt x="65437" y="265462"/>
                    <a:pt x="64389" y="264224"/>
                    <a:pt x="63722" y="264033"/>
                  </a:cubicBezTo>
                  <a:cubicBezTo>
                    <a:pt x="62865" y="263747"/>
                    <a:pt x="60864" y="264128"/>
                    <a:pt x="60103" y="264605"/>
                  </a:cubicBezTo>
                  <a:cubicBezTo>
                    <a:pt x="59436" y="264986"/>
                    <a:pt x="58293" y="266033"/>
                    <a:pt x="58102" y="266795"/>
                  </a:cubicBezTo>
                  <a:cubicBezTo>
                    <a:pt x="57817" y="267557"/>
                    <a:pt x="58388" y="269367"/>
                    <a:pt x="58388" y="270224"/>
                  </a:cubicBezTo>
                  <a:cubicBezTo>
                    <a:pt x="58388" y="271177"/>
                    <a:pt x="58674" y="273368"/>
                    <a:pt x="58007" y="274034"/>
                  </a:cubicBezTo>
                  <a:cubicBezTo>
                    <a:pt x="57340" y="274796"/>
                    <a:pt x="55150" y="275272"/>
                    <a:pt x="54197" y="274892"/>
                  </a:cubicBezTo>
                  <a:cubicBezTo>
                    <a:pt x="53054" y="274415"/>
                    <a:pt x="52006" y="272034"/>
                    <a:pt x="51530" y="270891"/>
                  </a:cubicBezTo>
                  <a:cubicBezTo>
                    <a:pt x="51054" y="269653"/>
                    <a:pt x="50673" y="266891"/>
                    <a:pt x="50482" y="265557"/>
                  </a:cubicBezTo>
                  <a:cubicBezTo>
                    <a:pt x="50292" y="262890"/>
                    <a:pt x="49911" y="257366"/>
                    <a:pt x="50673" y="254794"/>
                  </a:cubicBezTo>
                  <a:cubicBezTo>
                    <a:pt x="51054" y="253555"/>
                    <a:pt x="53244" y="251746"/>
                    <a:pt x="53530" y="250412"/>
                  </a:cubicBezTo>
                  <a:cubicBezTo>
                    <a:pt x="54007" y="248888"/>
                    <a:pt x="53911" y="245555"/>
                    <a:pt x="53435" y="244030"/>
                  </a:cubicBezTo>
                  <a:cubicBezTo>
                    <a:pt x="53149" y="243173"/>
                    <a:pt x="52197" y="241649"/>
                    <a:pt x="51625" y="241078"/>
                  </a:cubicBezTo>
                  <a:cubicBezTo>
                    <a:pt x="50768" y="240316"/>
                    <a:pt x="48482" y="239649"/>
                    <a:pt x="47720" y="238887"/>
                  </a:cubicBezTo>
                  <a:cubicBezTo>
                    <a:pt x="47054" y="238316"/>
                    <a:pt x="45911" y="236887"/>
                    <a:pt x="45815" y="236030"/>
                  </a:cubicBezTo>
                  <a:cubicBezTo>
                    <a:pt x="45625" y="234887"/>
                    <a:pt x="47339" y="232791"/>
                    <a:pt x="47339" y="231553"/>
                  </a:cubicBezTo>
                  <a:cubicBezTo>
                    <a:pt x="47244" y="230315"/>
                    <a:pt x="46005" y="228028"/>
                    <a:pt x="45244" y="227076"/>
                  </a:cubicBezTo>
                  <a:cubicBezTo>
                    <a:pt x="44386" y="226124"/>
                    <a:pt x="41910" y="225076"/>
                    <a:pt x="41148" y="224123"/>
                  </a:cubicBezTo>
                  <a:cubicBezTo>
                    <a:pt x="40577" y="223552"/>
                    <a:pt x="39814" y="222123"/>
                    <a:pt x="39528" y="221361"/>
                  </a:cubicBezTo>
                  <a:cubicBezTo>
                    <a:pt x="39148" y="220313"/>
                    <a:pt x="39052" y="217932"/>
                    <a:pt x="38767" y="216789"/>
                  </a:cubicBezTo>
                  <a:cubicBezTo>
                    <a:pt x="38385" y="214884"/>
                    <a:pt x="37909" y="210788"/>
                    <a:pt x="36957" y="209074"/>
                  </a:cubicBezTo>
                  <a:cubicBezTo>
                    <a:pt x="36576" y="208312"/>
                    <a:pt x="35147" y="207169"/>
                    <a:pt x="34480" y="206693"/>
                  </a:cubicBezTo>
                  <a:cubicBezTo>
                    <a:pt x="33909" y="206216"/>
                    <a:pt x="32385" y="205645"/>
                    <a:pt x="32004" y="204978"/>
                  </a:cubicBezTo>
                  <a:cubicBezTo>
                    <a:pt x="31432" y="204121"/>
                    <a:pt x="31432" y="201835"/>
                    <a:pt x="31432" y="200882"/>
                  </a:cubicBezTo>
                  <a:cubicBezTo>
                    <a:pt x="31432" y="199835"/>
                    <a:pt x="32385" y="197739"/>
                    <a:pt x="32195" y="196691"/>
                  </a:cubicBezTo>
                  <a:cubicBezTo>
                    <a:pt x="32004" y="195453"/>
                    <a:pt x="29908" y="193548"/>
                    <a:pt x="29718" y="192215"/>
                  </a:cubicBezTo>
                  <a:cubicBezTo>
                    <a:pt x="29527" y="190691"/>
                    <a:pt x="31052" y="187738"/>
                    <a:pt x="31242" y="186118"/>
                  </a:cubicBezTo>
                  <a:cubicBezTo>
                    <a:pt x="31432" y="184118"/>
                    <a:pt x="30194" y="180118"/>
                    <a:pt x="30861" y="178213"/>
                  </a:cubicBezTo>
                  <a:cubicBezTo>
                    <a:pt x="31337" y="176784"/>
                    <a:pt x="34099" y="174879"/>
                    <a:pt x="34671" y="173545"/>
                  </a:cubicBezTo>
                  <a:cubicBezTo>
                    <a:pt x="35337" y="172117"/>
                    <a:pt x="36100" y="168878"/>
                    <a:pt x="35623" y="167354"/>
                  </a:cubicBezTo>
                  <a:cubicBezTo>
                    <a:pt x="35147" y="165640"/>
                    <a:pt x="31337" y="163735"/>
                    <a:pt x="30766" y="162020"/>
                  </a:cubicBezTo>
                  <a:cubicBezTo>
                    <a:pt x="30289" y="160782"/>
                    <a:pt x="31337" y="158020"/>
                    <a:pt x="30861" y="156782"/>
                  </a:cubicBezTo>
                  <a:cubicBezTo>
                    <a:pt x="30575" y="156115"/>
                    <a:pt x="29051" y="155258"/>
                    <a:pt x="28956" y="154591"/>
                  </a:cubicBezTo>
                  <a:cubicBezTo>
                    <a:pt x="28765" y="153448"/>
                    <a:pt x="30480" y="151352"/>
                    <a:pt x="30670" y="150209"/>
                  </a:cubicBezTo>
                  <a:cubicBezTo>
                    <a:pt x="31052" y="147542"/>
                    <a:pt x="31052" y="142113"/>
                    <a:pt x="30194" y="139637"/>
                  </a:cubicBezTo>
                  <a:cubicBezTo>
                    <a:pt x="29813" y="138494"/>
                    <a:pt x="28004" y="136779"/>
                    <a:pt x="27337" y="135731"/>
                  </a:cubicBezTo>
                  <a:cubicBezTo>
                    <a:pt x="26670" y="134588"/>
                    <a:pt x="25622" y="132017"/>
                    <a:pt x="24860" y="130874"/>
                  </a:cubicBezTo>
                  <a:cubicBezTo>
                    <a:pt x="24384" y="130016"/>
                    <a:pt x="23431" y="128206"/>
                    <a:pt x="22670" y="127445"/>
                  </a:cubicBezTo>
                  <a:cubicBezTo>
                    <a:pt x="21717" y="126587"/>
                    <a:pt x="19335" y="125730"/>
                    <a:pt x="18288" y="124968"/>
                  </a:cubicBezTo>
                  <a:cubicBezTo>
                    <a:pt x="17240" y="124301"/>
                    <a:pt x="15240" y="122873"/>
                    <a:pt x="14478" y="121920"/>
                  </a:cubicBezTo>
                  <a:cubicBezTo>
                    <a:pt x="13716" y="120968"/>
                    <a:pt x="12478" y="118872"/>
                    <a:pt x="12287" y="117634"/>
                  </a:cubicBezTo>
                  <a:cubicBezTo>
                    <a:pt x="11811" y="115062"/>
                    <a:pt x="14097" y="109728"/>
                    <a:pt x="13621" y="107156"/>
                  </a:cubicBezTo>
                  <a:cubicBezTo>
                    <a:pt x="13335" y="105728"/>
                    <a:pt x="11335" y="103251"/>
                    <a:pt x="10858" y="101918"/>
                  </a:cubicBezTo>
                  <a:cubicBezTo>
                    <a:pt x="10287" y="100394"/>
                    <a:pt x="9334" y="97155"/>
                    <a:pt x="9430" y="95536"/>
                  </a:cubicBezTo>
                  <a:cubicBezTo>
                    <a:pt x="9525" y="94393"/>
                    <a:pt x="11049" y="92393"/>
                    <a:pt x="10953" y="91250"/>
                  </a:cubicBezTo>
                  <a:cubicBezTo>
                    <a:pt x="10858" y="90297"/>
                    <a:pt x="9810" y="88487"/>
                    <a:pt x="9049" y="87916"/>
                  </a:cubicBezTo>
                  <a:cubicBezTo>
                    <a:pt x="8096" y="87154"/>
                    <a:pt x="5048" y="87535"/>
                    <a:pt x="4191" y="86678"/>
                  </a:cubicBezTo>
                  <a:cubicBezTo>
                    <a:pt x="3429" y="85916"/>
                    <a:pt x="3238" y="83630"/>
                    <a:pt x="3143" y="82582"/>
                  </a:cubicBezTo>
                  <a:cubicBezTo>
                    <a:pt x="2953" y="80772"/>
                    <a:pt x="2762" y="77153"/>
                    <a:pt x="3238" y="75343"/>
                  </a:cubicBezTo>
                  <a:cubicBezTo>
                    <a:pt x="3524" y="74390"/>
                    <a:pt x="4953" y="72866"/>
                    <a:pt x="5048" y="71819"/>
                  </a:cubicBezTo>
                  <a:cubicBezTo>
                    <a:pt x="5143" y="70485"/>
                    <a:pt x="4000" y="67818"/>
                    <a:pt x="3429" y="66484"/>
                  </a:cubicBezTo>
                  <a:cubicBezTo>
                    <a:pt x="3048" y="65723"/>
                    <a:pt x="2191" y="64484"/>
                    <a:pt x="1810" y="63722"/>
                  </a:cubicBezTo>
                  <a:cubicBezTo>
                    <a:pt x="1333" y="62675"/>
                    <a:pt x="571" y="60484"/>
                    <a:pt x="0" y="58579"/>
                  </a:cubicBezTo>
                  <a:lnTo>
                    <a:pt x="76390" y="34385"/>
                  </a:lnTo>
                  <a:lnTo>
                    <a:pt x="84867" y="33719"/>
                  </a:lnTo>
                  <a:lnTo>
                    <a:pt x="180118" y="2667"/>
                  </a:lnTo>
                  <a:lnTo>
                    <a:pt x="191833" y="0"/>
                  </a:lnTo>
                  <a:cubicBezTo>
                    <a:pt x="191833" y="0"/>
                    <a:pt x="190881" y="3143"/>
                    <a:pt x="191357" y="4477"/>
                  </a:cubicBezTo>
                  <a:cubicBezTo>
                    <a:pt x="191738" y="5525"/>
                    <a:pt x="194214" y="6572"/>
                    <a:pt x="194881" y="7525"/>
                  </a:cubicBezTo>
                  <a:cubicBezTo>
                    <a:pt x="195358" y="8287"/>
                    <a:pt x="195548" y="10287"/>
                    <a:pt x="196024" y="11049"/>
                  </a:cubicBezTo>
                  <a:cubicBezTo>
                    <a:pt x="196596" y="11811"/>
                    <a:pt x="198501" y="12668"/>
                    <a:pt x="198882" y="13526"/>
                  </a:cubicBezTo>
                  <a:cubicBezTo>
                    <a:pt x="199358" y="14573"/>
                    <a:pt x="199072" y="16955"/>
                    <a:pt x="198787" y="18098"/>
                  </a:cubicBezTo>
                  <a:cubicBezTo>
                    <a:pt x="198501" y="19145"/>
                    <a:pt x="197072" y="20860"/>
                    <a:pt x="196786" y="21907"/>
                  </a:cubicBezTo>
                  <a:cubicBezTo>
                    <a:pt x="196215" y="24098"/>
                    <a:pt x="196215" y="28861"/>
                    <a:pt x="196405" y="31147"/>
                  </a:cubicBezTo>
                  <a:cubicBezTo>
                    <a:pt x="196501" y="32385"/>
                    <a:pt x="197739" y="34957"/>
                    <a:pt x="197358" y="36100"/>
                  </a:cubicBezTo>
                  <a:cubicBezTo>
                    <a:pt x="196977" y="37243"/>
                    <a:pt x="194405" y="38195"/>
                    <a:pt x="193834" y="39338"/>
                  </a:cubicBezTo>
                  <a:cubicBezTo>
                    <a:pt x="193357" y="40291"/>
                    <a:pt x="193071" y="42481"/>
                    <a:pt x="193262" y="43625"/>
                  </a:cubicBezTo>
                  <a:cubicBezTo>
                    <a:pt x="193453" y="44482"/>
                    <a:pt x="194500" y="46006"/>
                    <a:pt x="195167" y="46673"/>
                  </a:cubicBezTo>
                  <a:cubicBezTo>
                    <a:pt x="195834" y="47434"/>
                    <a:pt x="197929" y="48292"/>
                    <a:pt x="198596" y="49149"/>
                  </a:cubicBezTo>
                  <a:cubicBezTo>
                    <a:pt x="199358" y="50102"/>
                    <a:pt x="199549" y="52673"/>
                    <a:pt x="200406" y="53626"/>
                  </a:cubicBezTo>
                  <a:cubicBezTo>
                    <a:pt x="201549" y="54864"/>
                    <a:pt x="205454" y="55531"/>
                    <a:pt x="206597" y="56769"/>
                  </a:cubicBezTo>
                  <a:cubicBezTo>
                    <a:pt x="207550" y="57722"/>
                    <a:pt x="208312" y="60389"/>
                    <a:pt x="208597" y="61722"/>
                  </a:cubicBezTo>
                  <a:cubicBezTo>
                    <a:pt x="208883" y="63055"/>
                    <a:pt x="209264" y="65818"/>
                    <a:pt x="208693" y="67056"/>
                  </a:cubicBezTo>
                  <a:cubicBezTo>
                    <a:pt x="208216" y="68008"/>
                    <a:pt x="205644" y="68580"/>
                    <a:pt x="205454" y="69628"/>
                  </a:cubicBezTo>
                  <a:cubicBezTo>
                    <a:pt x="205264" y="70295"/>
                    <a:pt x="206216" y="71628"/>
                    <a:pt x="206597" y="72200"/>
                  </a:cubicBezTo>
                  <a:cubicBezTo>
                    <a:pt x="206693" y="72676"/>
                    <a:pt x="208502" y="73343"/>
                    <a:pt x="208788" y="74105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4" name="Freeform: Shape 19">
              <a:extLst>
                <a:ext uri="{FF2B5EF4-FFF2-40B4-BE49-F238E27FC236}">
                  <a16:creationId xmlns:a16="http://schemas.microsoft.com/office/drawing/2014/main" id="{E8D5F350-8C02-E9E9-F326-C8B1202656FB}"/>
                </a:ext>
              </a:extLst>
            </p:cNvPr>
            <p:cNvSpPr/>
            <p:nvPr/>
          </p:nvSpPr>
          <p:spPr>
            <a:xfrm>
              <a:off x="8778903" y="1898618"/>
              <a:ext cx="200025" cy="419100"/>
            </a:xfrm>
            <a:custGeom>
              <a:avLst/>
              <a:gdLst>
                <a:gd name="connsiteX0" fmla="*/ 203648 w 200025"/>
                <a:gd name="connsiteY0" fmla="*/ 315278 h 419100"/>
                <a:gd name="connsiteX1" fmla="*/ 203648 w 200025"/>
                <a:gd name="connsiteY1" fmla="*/ 321659 h 419100"/>
                <a:gd name="connsiteX2" fmla="*/ 202696 w 200025"/>
                <a:gd name="connsiteY2" fmla="*/ 323374 h 419100"/>
                <a:gd name="connsiteX3" fmla="*/ 202219 w 200025"/>
                <a:gd name="connsiteY3" fmla="*/ 330327 h 419100"/>
                <a:gd name="connsiteX4" fmla="*/ 201838 w 200025"/>
                <a:gd name="connsiteY4" fmla="*/ 335661 h 419100"/>
                <a:gd name="connsiteX5" fmla="*/ 198409 w 200025"/>
                <a:gd name="connsiteY5" fmla="*/ 341471 h 419100"/>
                <a:gd name="connsiteX6" fmla="*/ 199743 w 200025"/>
                <a:gd name="connsiteY6" fmla="*/ 348520 h 419100"/>
                <a:gd name="connsiteX7" fmla="*/ 200124 w 200025"/>
                <a:gd name="connsiteY7" fmla="*/ 349282 h 419100"/>
                <a:gd name="connsiteX8" fmla="*/ 198885 w 200025"/>
                <a:gd name="connsiteY8" fmla="*/ 350711 h 419100"/>
                <a:gd name="connsiteX9" fmla="*/ 196028 w 200025"/>
                <a:gd name="connsiteY9" fmla="*/ 351092 h 419100"/>
                <a:gd name="connsiteX10" fmla="*/ 192028 w 200025"/>
                <a:gd name="connsiteY10" fmla="*/ 349853 h 419100"/>
                <a:gd name="connsiteX11" fmla="*/ 187932 w 200025"/>
                <a:gd name="connsiteY11" fmla="*/ 350520 h 419100"/>
                <a:gd name="connsiteX12" fmla="*/ 187170 w 200025"/>
                <a:gd name="connsiteY12" fmla="*/ 353378 h 419100"/>
                <a:gd name="connsiteX13" fmla="*/ 181740 w 200025"/>
                <a:gd name="connsiteY13" fmla="*/ 357188 h 419100"/>
                <a:gd name="connsiteX14" fmla="*/ 177549 w 200025"/>
                <a:gd name="connsiteY14" fmla="*/ 359759 h 419100"/>
                <a:gd name="connsiteX15" fmla="*/ 177359 w 200025"/>
                <a:gd name="connsiteY15" fmla="*/ 365188 h 419100"/>
                <a:gd name="connsiteX16" fmla="*/ 174597 w 200025"/>
                <a:gd name="connsiteY16" fmla="*/ 367570 h 419100"/>
                <a:gd name="connsiteX17" fmla="*/ 168787 w 200025"/>
                <a:gd name="connsiteY17" fmla="*/ 368427 h 419100"/>
                <a:gd name="connsiteX18" fmla="*/ 165643 w 200025"/>
                <a:gd name="connsiteY18" fmla="*/ 372046 h 419100"/>
                <a:gd name="connsiteX19" fmla="*/ 165453 w 200025"/>
                <a:gd name="connsiteY19" fmla="*/ 375380 h 419100"/>
                <a:gd name="connsiteX20" fmla="*/ 167262 w 200025"/>
                <a:gd name="connsiteY20" fmla="*/ 377571 h 419100"/>
                <a:gd name="connsiteX21" fmla="*/ 166881 w 200025"/>
                <a:gd name="connsiteY21" fmla="*/ 381476 h 419100"/>
                <a:gd name="connsiteX22" fmla="*/ 160690 w 200025"/>
                <a:gd name="connsiteY22" fmla="*/ 382810 h 419100"/>
                <a:gd name="connsiteX23" fmla="*/ 160690 w 200025"/>
                <a:gd name="connsiteY23" fmla="*/ 386429 h 419100"/>
                <a:gd name="connsiteX24" fmla="*/ 156785 w 200025"/>
                <a:gd name="connsiteY24" fmla="*/ 390715 h 419100"/>
                <a:gd name="connsiteX25" fmla="*/ 29817 w 200025"/>
                <a:gd name="connsiteY25" fmla="*/ 424720 h 419100"/>
                <a:gd name="connsiteX26" fmla="*/ 28293 w 200025"/>
                <a:gd name="connsiteY26" fmla="*/ 425101 h 419100"/>
                <a:gd name="connsiteX27" fmla="*/ 27150 w 200025"/>
                <a:gd name="connsiteY27" fmla="*/ 421481 h 419100"/>
                <a:gd name="connsiteX28" fmla="*/ 23340 w 200025"/>
                <a:gd name="connsiteY28" fmla="*/ 420243 h 419100"/>
                <a:gd name="connsiteX29" fmla="*/ 21149 w 200025"/>
                <a:gd name="connsiteY29" fmla="*/ 416909 h 419100"/>
                <a:gd name="connsiteX30" fmla="*/ 17530 w 200025"/>
                <a:gd name="connsiteY30" fmla="*/ 415576 h 419100"/>
                <a:gd name="connsiteX31" fmla="*/ 16291 w 200025"/>
                <a:gd name="connsiteY31" fmla="*/ 412051 h 419100"/>
                <a:gd name="connsiteX32" fmla="*/ 14195 w 200025"/>
                <a:gd name="connsiteY32" fmla="*/ 410242 h 419100"/>
                <a:gd name="connsiteX33" fmla="*/ 12576 w 200025"/>
                <a:gd name="connsiteY33" fmla="*/ 406717 h 419100"/>
                <a:gd name="connsiteX34" fmla="*/ 14672 w 200025"/>
                <a:gd name="connsiteY34" fmla="*/ 401574 h 419100"/>
                <a:gd name="connsiteX35" fmla="*/ 14672 w 200025"/>
                <a:gd name="connsiteY35" fmla="*/ 397859 h 419100"/>
                <a:gd name="connsiteX36" fmla="*/ 12481 w 200025"/>
                <a:gd name="connsiteY36" fmla="*/ 394907 h 419100"/>
                <a:gd name="connsiteX37" fmla="*/ 13624 w 200025"/>
                <a:gd name="connsiteY37" fmla="*/ 391287 h 419100"/>
                <a:gd name="connsiteX38" fmla="*/ 18196 w 200025"/>
                <a:gd name="connsiteY38" fmla="*/ 388430 h 419100"/>
                <a:gd name="connsiteX39" fmla="*/ 18863 w 200025"/>
                <a:gd name="connsiteY39" fmla="*/ 382715 h 419100"/>
                <a:gd name="connsiteX40" fmla="*/ 16005 w 200025"/>
                <a:gd name="connsiteY40" fmla="*/ 379857 h 419100"/>
                <a:gd name="connsiteX41" fmla="*/ 14481 w 200025"/>
                <a:gd name="connsiteY41" fmla="*/ 376904 h 419100"/>
                <a:gd name="connsiteX42" fmla="*/ 16958 w 200025"/>
                <a:gd name="connsiteY42" fmla="*/ 373190 h 419100"/>
                <a:gd name="connsiteX43" fmla="*/ 16958 w 200025"/>
                <a:gd name="connsiteY43" fmla="*/ 369380 h 419100"/>
                <a:gd name="connsiteX44" fmla="*/ 14195 w 200025"/>
                <a:gd name="connsiteY44" fmla="*/ 364617 h 419100"/>
                <a:gd name="connsiteX45" fmla="*/ 11719 w 200025"/>
                <a:gd name="connsiteY45" fmla="*/ 361664 h 419100"/>
                <a:gd name="connsiteX46" fmla="*/ 11433 w 200025"/>
                <a:gd name="connsiteY46" fmla="*/ 357854 h 419100"/>
                <a:gd name="connsiteX47" fmla="*/ 10100 w 200025"/>
                <a:gd name="connsiteY47" fmla="*/ 349282 h 419100"/>
                <a:gd name="connsiteX48" fmla="*/ 8576 w 200025"/>
                <a:gd name="connsiteY48" fmla="*/ 345757 h 419100"/>
                <a:gd name="connsiteX49" fmla="*/ 10195 w 200025"/>
                <a:gd name="connsiteY49" fmla="*/ 343090 h 419100"/>
                <a:gd name="connsiteX50" fmla="*/ 10671 w 200025"/>
                <a:gd name="connsiteY50" fmla="*/ 337471 h 419100"/>
                <a:gd name="connsiteX51" fmla="*/ 8861 w 200025"/>
                <a:gd name="connsiteY51" fmla="*/ 333946 h 419100"/>
                <a:gd name="connsiteX52" fmla="*/ 8481 w 200025"/>
                <a:gd name="connsiteY52" fmla="*/ 329851 h 419100"/>
                <a:gd name="connsiteX53" fmla="*/ 6195 w 200025"/>
                <a:gd name="connsiteY53" fmla="*/ 327850 h 419100"/>
                <a:gd name="connsiteX54" fmla="*/ 6766 w 200025"/>
                <a:gd name="connsiteY54" fmla="*/ 323755 h 419100"/>
                <a:gd name="connsiteX55" fmla="*/ 4290 w 200025"/>
                <a:gd name="connsiteY55" fmla="*/ 320611 h 419100"/>
                <a:gd name="connsiteX56" fmla="*/ 5623 w 200025"/>
                <a:gd name="connsiteY56" fmla="*/ 314039 h 419100"/>
                <a:gd name="connsiteX57" fmla="*/ 4099 w 200025"/>
                <a:gd name="connsiteY57" fmla="*/ 308896 h 419100"/>
                <a:gd name="connsiteX58" fmla="*/ 2385 w 200025"/>
                <a:gd name="connsiteY58" fmla="*/ 306705 h 419100"/>
                <a:gd name="connsiteX59" fmla="*/ 2194 w 200025"/>
                <a:gd name="connsiteY59" fmla="*/ 301561 h 419100"/>
                <a:gd name="connsiteX60" fmla="*/ 3 w 200025"/>
                <a:gd name="connsiteY60" fmla="*/ 297561 h 419100"/>
                <a:gd name="connsiteX61" fmla="*/ 3528 w 200025"/>
                <a:gd name="connsiteY61" fmla="*/ 292417 h 419100"/>
                <a:gd name="connsiteX62" fmla="*/ 4004 w 200025"/>
                <a:gd name="connsiteY62" fmla="*/ 287560 h 419100"/>
                <a:gd name="connsiteX63" fmla="*/ 5147 w 200025"/>
                <a:gd name="connsiteY63" fmla="*/ 283655 h 419100"/>
                <a:gd name="connsiteX64" fmla="*/ 3337 w 200025"/>
                <a:gd name="connsiteY64" fmla="*/ 277940 h 419100"/>
                <a:gd name="connsiteX65" fmla="*/ 3433 w 200025"/>
                <a:gd name="connsiteY65" fmla="*/ 272415 h 419100"/>
                <a:gd name="connsiteX66" fmla="*/ 5433 w 200025"/>
                <a:gd name="connsiteY66" fmla="*/ 269462 h 419100"/>
                <a:gd name="connsiteX67" fmla="*/ 9052 w 200025"/>
                <a:gd name="connsiteY67" fmla="*/ 265557 h 419100"/>
                <a:gd name="connsiteX68" fmla="*/ 10004 w 200025"/>
                <a:gd name="connsiteY68" fmla="*/ 259461 h 419100"/>
                <a:gd name="connsiteX69" fmla="*/ 11053 w 200025"/>
                <a:gd name="connsiteY69" fmla="*/ 254032 h 419100"/>
                <a:gd name="connsiteX70" fmla="*/ 8671 w 200025"/>
                <a:gd name="connsiteY70" fmla="*/ 248984 h 419100"/>
                <a:gd name="connsiteX71" fmla="*/ 9719 w 200025"/>
                <a:gd name="connsiteY71" fmla="*/ 243459 h 419100"/>
                <a:gd name="connsiteX72" fmla="*/ 10767 w 200025"/>
                <a:gd name="connsiteY72" fmla="*/ 239173 h 419100"/>
                <a:gd name="connsiteX73" fmla="*/ 13339 w 200025"/>
                <a:gd name="connsiteY73" fmla="*/ 237077 h 419100"/>
                <a:gd name="connsiteX74" fmla="*/ 12291 w 200025"/>
                <a:gd name="connsiteY74" fmla="*/ 233077 h 419100"/>
                <a:gd name="connsiteX75" fmla="*/ 13815 w 200025"/>
                <a:gd name="connsiteY75" fmla="*/ 229267 h 419100"/>
                <a:gd name="connsiteX76" fmla="*/ 11148 w 200025"/>
                <a:gd name="connsiteY76" fmla="*/ 226028 h 419100"/>
                <a:gd name="connsiteX77" fmla="*/ 11624 w 200025"/>
                <a:gd name="connsiteY77" fmla="*/ 222409 h 419100"/>
                <a:gd name="connsiteX78" fmla="*/ 11719 w 200025"/>
                <a:gd name="connsiteY78" fmla="*/ 216122 h 419100"/>
                <a:gd name="connsiteX79" fmla="*/ 14195 w 200025"/>
                <a:gd name="connsiteY79" fmla="*/ 212026 h 419100"/>
                <a:gd name="connsiteX80" fmla="*/ 13910 w 200025"/>
                <a:gd name="connsiteY80" fmla="*/ 208026 h 419100"/>
                <a:gd name="connsiteX81" fmla="*/ 11338 w 200025"/>
                <a:gd name="connsiteY81" fmla="*/ 205740 h 419100"/>
                <a:gd name="connsiteX82" fmla="*/ 11338 w 200025"/>
                <a:gd name="connsiteY82" fmla="*/ 201359 h 419100"/>
                <a:gd name="connsiteX83" fmla="*/ 7242 w 200025"/>
                <a:gd name="connsiteY83" fmla="*/ 196024 h 419100"/>
                <a:gd name="connsiteX84" fmla="*/ 5909 w 200025"/>
                <a:gd name="connsiteY84" fmla="*/ 192310 h 419100"/>
                <a:gd name="connsiteX85" fmla="*/ 6195 w 200025"/>
                <a:gd name="connsiteY85" fmla="*/ 186976 h 419100"/>
                <a:gd name="connsiteX86" fmla="*/ 3242 w 200025"/>
                <a:gd name="connsiteY86" fmla="*/ 184118 h 419100"/>
                <a:gd name="connsiteX87" fmla="*/ 2004 w 200025"/>
                <a:gd name="connsiteY87" fmla="*/ 180975 h 419100"/>
                <a:gd name="connsiteX88" fmla="*/ 5337 w 200025"/>
                <a:gd name="connsiteY88" fmla="*/ 178213 h 419100"/>
                <a:gd name="connsiteX89" fmla="*/ 6385 w 200025"/>
                <a:gd name="connsiteY89" fmla="*/ 172974 h 419100"/>
                <a:gd name="connsiteX90" fmla="*/ 9528 w 200025"/>
                <a:gd name="connsiteY90" fmla="*/ 170593 h 419100"/>
                <a:gd name="connsiteX91" fmla="*/ 13434 w 200025"/>
                <a:gd name="connsiteY91" fmla="*/ 169069 h 419100"/>
                <a:gd name="connsiteX92" fmla="*/ 15529 w 200025"/>
                <a:gd name="connsiteY92" fmla="*/ 166688 h 419100"/>
                <a:gd name="connsiteX93" fmla="*/ 20578 w 200025"/>
                <a:gd name="connsiteY93" fmla="*/ 167259 h 419100"/>
                <a:gd name="connsiteX94" fmla="*/ 23435 w 200025"/>
                <a:gd name="connsiteY94" fmla="*/ 163925 h 419100"/>
                <a:gd name="connsiteX95" fmla="*/ 25435 w 200025"/>
                <a:gd name="connsiteY95" fmla="*/ 160020 h 419100"/>
                <a:gd name="connsiteX96" fmla="*/ 25530 w 200025"/>
                <a:gd name="connsiteY96" fmla="*/ 155924 h 419100"/>
                <a:gd name="connsiteX97" fmla="*/ 27435 w 200025"/>
                <a:gd name="connsiteY97" fmla="*/ 153543 h 419100"/>
                <a:gd name="connsiteX98" fmla="*/ 31150 w 200025"/>
                <a:gd name="connsiteY98" fmla="*/ 152400 h 419100"/>
                <a:gd name="connsiteX99" fmla="*/ 34103 w 200025"/>
                <a:gd name="connsiteY99" fmla="*/ 149923 h 419100"/>
                <a:gd name="connsiteX100" fmla="*/ 36675 w 200025"/>
                <a:gd name="connsiteY100" fmla="*/ 147066 h 419100"/>
                <a:gd name="connsiteX101" fmla="*/ 38770 w 200025"/>
                <a:gd name="connsiteY101" fmla="*/ 142685 h 419100"/>
                <a:gd name="connsiteX102" fmla="*/ 39246 w 200025"/>
                <a:gd name="connsiteY102" fmla="*/ 138017 h 419100"/>
                <a:gd name="connsiteX103" fmla="*/ 41056 w 200025"/>
                <a:gd name="connsiteY103" fmla="*/ 136398 h 419100"/>
                <a:gd name="connsiteX104" fmla="*/ 42961 w 200025"/>
                <a:gd name="connsiteY104" fmla="*/ 134017 h 419100"/>
                <a:gd name="connsiteX105" fmla="*/ 43628 w 200025"/>
                <a:gd name="connsiteY105" fmla="*/ 128683 h 419100"/>
                <a:gd name="connsiteX106" fmla="*/ 41056 w 200025"/>
                <a:gd name="connsiteY106" fmla="*/ 126587 h 419100"/>
                <a:gd name="connsiteX107" fmla="*/ 39913 w 200025"/>
                <a:gd name="connsiteY107" fmla="*/ 124015 h 419100"/>
                <a:gd name="connsiteX108" fmla="*/ 43152 w 200025"/>
                <a:gd name="connsiteY108" fmla="*/ 121444 h 419100"/>
                <a:gd name="connsiteX109" fmla="*/ 43056 w 200025"/>
                <a:gd name="connsiteY109" fmla="*/ 116110 h 419100"/>
                <a:gd name="connsiteX110" fmla="*/ 41056 w 200025"/>
                <a:gd name="connsiteY110" fmla="*/ 111157 h 419100"/>
                <a:gd name="connsiteX111" fmla="*/ 34865 w 200025"/>
                <a:gd name="connsiteY111" fmla="*/ 108013 h 419100"/>
                <a:gd name="connsiteX112" fmla="*/ 33055 w 200025"/>
                <a:gd name="connsiteY112" fmla="*/ 103537 h 419100"/>
                <a:gd name="connsiteX113" fmla="*/ 29626 w 200025"/>
                <a:gd name="connsiteY113" fmla="*/ 101060 h 419100"/>
                <a:gd name="connsiteX114" fmla="*/ 27721 w 200025"/>
                <a:gd name="connsiteY114" fmla="*/ 98012 h 419100"/>
                <a:gd name="connsiteX115" fmla="*/ 28293 w 200025"/>
                <a:gd name="connsiteY115" fmla="*/ 93726 h 419100"/>
                <a:gd name="connsiteX116" fmla="*/ 31817 w 200025"/>
                <a:gd name="connsiteY116" fmla="*/ 90488 h 419100"/>
                <a:gd name="connsiteX117" fmla="*/ 30864 w 200025"/>
                <a:gd name="connsiteY117" fmla="*/ 85534 h 419100"/>
                <a:gd name="connsiteX118" fmla="*/ 31246 w 200025"/>
                <a:gd name="connsiteY118" fmla="*/ 76295 h 419100"/>
                <a:gd name="connsiteX119" fmla="*/ 33245 w 200025"/>
                <a:gd name="connsiteY119" fmla="*/ 72485 h 419100"/>
                <a:gd name="connsiteX120" fmla="*/ 33341 w 200025"/>
                <a:gd name="connsiteY120" fmla="*/ 67913 h 419100"/>
                <a:gd name="connsiteX121" fmla="*/ 30483 w 200025"/>
                <a:gd name="connsiteY121" fmla="*/ 65437 h 419100"/>
                <a:gd name="connsiteX122" fmla="*/ 29340 w 200025"/>
                <a:gd name="connsiteY122" fmla="*/ 61913 h 419100"/>
                <a:gd name="connsiteX123" fmla="*/ 25816 w 200025"/>
                <a:gd name="connsiteY123" fmla="*/ 58864 h 419100"/>
                <a:gd name="connsiteX124" fmla="*/ 26292 w 200025"/>
                <a:gd name="connsiteY124" fmla="*/ 54388 h 419100"/>
                <a:gd name="connsiteX125" fmla="*/ 28293 w 200025"/>
                <a:gd name="connsiteY125" fmla="*/ 50959 h 419100"/>
                <a:gd name="connsiteX126" fmla="*/ 26769 w 200025"/>
                <a:gd name="connsiteY126" fmla="*/ 49149 h 419100"/>
                <a:gd name="connsiteX127" fmla="*/ 25626 w 200025"/>
                <a:gd name="connsiteY127" fmla="*/ 45720 h 419100"/>
                <a:gd name="connsiteX128" fmla="*/ 27150 w 200025"/>
                <a:gd name="connsiteY128" fmla="*/ 41148 h 419100"/>
                <a:gd name="connsiteX129" fmla="*/ 30103 w 200025"/>
                <a:gd name="connsiteY129" fmla="*/ 37624 h 419100"/>
                <a:gd name="connsiteX130" fmla="*/ 31055 w 200025"/>
                <a:gd name="connsiteY130" fmla="*/ 32956 h 419100"/>
                <a:gd name="connsiteX131" fmla="*/ 29626 w 200025"/>
                <a:gd name="connsiteY131" fmla="*/ 29242 h 419100"/>
                <a:gd name="connsiteX132" fmla="*/ 30293 w 200025"/>
                <a:gd name="connsiteY132" fmla="*/ 24765 h 419100"/>
                <a:gd name="connsiteX133" fmla="*/ 29626 w 200025"/>
                <a:gd name="connsiteY133" fmla="*/ 21241 h 419100"/>
                <a:gd name="connsiteX134" fmla="*/ 25245 w 200025"/>
                <a:gd name="connsiteY134" fmla="*/ 20288 h 419100"/>
                <a:gd name="connsiteX135" fmla="*/ 24102 w 200025"/>
                <a:gd name="connsiteY135" fmla="*/ 18193 h 419100"/>
                <a:gd name="connsiteX136" fmla="*/ 23816 w 200025"/>
                <a:gd name="connsiteY136" fmla="*/ 16097 h 419100"/>
                <a:gd name="connsiteX137" fmla="*/ 27626 w 200025"/>
                <a:gd name="connsiteY137" fmla="*/ 15811 h 419100"/>
                <a:gd name="connsiteX138" fmla="*/ 31055 w 200025"/>
                <a:gd name="connsiteY138" fmla="*/ 13144 h 419100"/>
                <a:gd name="connsiteX139" fmla="*/ 33245 w 200025"/>
                <a:gd name="connsiteY139" fmla="*/ 10382 h 419100"/>
                <a:gd name="connsiteX140" fmla="*/ 34103 w 200025"/>
                <a:gd name="connsiteY140" fmla="*/ 6953 h 419100"/>
                <a:gd name="connsiteX141" fmla="*/ 36008 w 200025"/>
                <a:gd name="connsiteY141" fmla="*/ 4953 h 419100"/>
                <a:gd name="connsiteX142" fmla="*/ 37818 w 200025"/>
                <a:gd name="connsiteY142" fmla="*/ 2762 h 419100"/>
                <a:gd name="connsiteX143" fmla="*/ 41151 w 200025"/>
                <a:gd name="connsiteY143" fmla="*/ 5239 h 419100"/>
                <a:gd name="connsiteX144" fmla="*/ 43342 w 200025"/>
                <a:gd name="connsiteY144" fmla="*/ 8953 h 419100"/>
                <a:gd name="connsiteX145" fmla="*/ 46867 w 200025"/>
                <a:gd name="connsiteY145" fmla="*/ 10763 h 419100"/>
                <a:gd name="connsiteX146" fmla="*/ 51629 w 200025"/>
                <a:gd name="connsiteY146" fmla="*/ 8953 h 419100"/>
                <a:gd name="connsiteX147" fmla="*/ 54391 w 200025"/>
                <a:gd name="connsiteY147" fmla="*/ 9715 h 419100"/>
                <a:gd name="connsiteX148" fmla="*/ 56582 w 200025"/>
                <a:gd name="connsiteY148" fmla="*/ 7334 h 419100"/>
                <a:gd name="connsiteX149" fmla="*/ 56868 w 200025"/>
                <a:gd name="connsiteY149" fmla="*/ 1714 h 419100"/>
                <a:gd name="connsiteX150" fmla="*/ 58487 w 200025"/>
                <a:gd name="connsiteY150" fmla="*/ 0 h 419100"/>
                <a:gd name="connsiteX151" fmla="*/ 87729 w 200025"/>
                <a:gd name="connsiteY151" fmla="*/ 74009 h 419100"/>
                <a:gd name="connsiteX152" fmla="*/ 141831 w 200025"/>
                <a:gd name="connsiteY152" fmla="*/ 226409 h 419100"/>
                <a:gd name="connsiteX153" fmla="*/ 150784 w 200025"/>
                <a:gd name="connsiteY153" fmla="*/ 249555 h 419100"/>
                <a:gd name="connsiteX154" fmla="*/ 153737 w 200025"/>
                <a:gd name="connsiteY154" fmla="*/ 251746 h 419100"/>
                <a:gd name="connsiteX155" fmla="*/ 154975 w 200025"/>
                <a:gd name="connsiteY155" fmla="*/ 257080 h 419100"/>
                <a:gd name="connsiteX156" fmla="*/ 156594 w 200025"/>
                <a:gd name="connsiteY156" fmla="*/ 262985 h 419100"/>
                <a:gd name="connsiteX157" fmla="*/ 156690 w 200025"/>
                <a:gd name="connsiteY157" fmla="*/ 268796 h 419100"/>
                <a:gd name="connsiteX158" fmla="*/ 157452 w 200025"/>
                <a:gd name="connsiteY158" fmla="*/ 274796 h 419100"/>
                <a:gd name="connsiteX159" fmla="*/ 160309 w 200025"/>
                <a:gd name="connsiteY159" fmla="*/ 280892 h 419100"/>
                <a:gd name="connsiteX160" fmla="*/ 163738 w 200025"/>
                <a:gd name="connsiteY160" fmla="*/ 283178 h 419100"/>
                <a:gd name="connsiteX161" fmla="*/ 167548 w 200025"/>
                <a:gd name="connsiteY161" fmla="*/ 283178 h 419100"/>
                <a:gd name="connsiteX162" fmla="*/ 171263 w 200025"/>
                <a:gd name="connsiteY162" fmla="*/ 288512 h 419100"/>
                <a:gd name="connsiteX163" fmla="*/ 176406 w 200025"/>
                <a:gd name="connsiteY163" fmla="*/ 291179 h 419100"/>
                <a:gd name="connsiteX164" fmla="*/ 183931 w 200025"/>
                <a:gd name="connsiteY164" fmla="*/ 293275 h 419100"/>
                <a:gd name="connsiteX165" fmla="*/ 185931 w 200025"/>
                <a:gd name="connsiteY165" fmla="*/ 309658 h 419100"/>
                <a:gd name="connsiteX166" fmla="*/ 196695 w 200025"/>
                <a:gd name="connsiteY166" fmla="*/ 315182 h 419100"/>
                <a:gd name="connsiteX167" fmla="*/ 203648 w 200025"/>
                <a:gd name="connsiteY167" fmla="*/ 315182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200025" h="419100">
                  <a:moveTo>
                    <a:pt x="203648" y="315278"/>
                  </a:moveTo>
                  <a:lnTo>
                    <a:pt x="203648" y="321659"/>
                  </a:lnTo>
                  <a:cubicBezTo>
                    <a:pt x="203267" y="322231"/>
                    <a:pt x="202791" y="322898"/>
                    <a:pt x="202696" y="323374"/>
                  </a:cubicBezTo>
                  <a:cubicBezTo>
                    <a:pt x="202219" y="324993"/>
                    <a:pt x="202314" y="328613"/>
                    <a:pt x="202219" y="330327"/>
                  </a:cubicBezTo>
                  <a:cubicBezTo>
                    <a:pt x="202124" y="331661"/>
                    <a:pt x="202219" y="334328"/>
                    <a:pt x="201838" y="335661"/>
                  </a:cubicBezTo>
                  <a:cubicBezTo>
                    <a:pt x="201362" y="337280"/>
                    <a:pt x="198695" y="339852"/>
                    <a:pt x="198409" y="341471"/>
                  </a:cubicBezTo>
                  <a:cubicBezTo>
                    <a:pt x="198123" y="343281"/>
                    <a:pt x="199171" y="346805"/>
                    <a:pt x="199743" y="348520"/>
                  </a:cubicBezTo>
                  <a:cubicBezTo>
                    <a:pt x="199838" y="348805"/>
                    <a:pt x="199933" y="348996"/>
                    <a:pt x="200124" y="349282"/>
                  </a:cubicBezTo>
                  <a:cubicBezTo>
                    <a:pt x="199648" y="349853"/>
                    <a:pt x="199171" y="350520"/>
                    <a:pt x="198885" y="350711"/>
                  </a:cubicBezTo>
                  <a:cubicBezTo>
                    <a:pt x="198314" y="351092"/>
                    <a:pt x="196790" y="351187"/>
                    <a:pt x="196028" y="351092"/>
                  </a:cubicBezTo>
                  <a:cubicBezTo>
                    <a:pt x="194980" y="350996"/>
                    <a:pt x="193075" y="349948"/>
                    <a:pt x="192028" y="349853"/>
                  </a:cubicBezTo>
                  <a:cubicBezTo>
                    <a:pt x="190979" y="349758"/>
                    <a:pt x="188694" y="349758"/>
                    <a:pt x="187932" y="350520"/>
                  </a:cubicBezTo>
                  <a:cubicBezTo>
                    <a:pt x="187360" y="350996"/>
                    <a:pt x="187646" y="352806"/>
                    <a:pt x="187170" y="353378"/>
                  </a:cubicBezTo>
                  <a:cubicBezTo>
                    <a:pt x="186217" y="354711"/>
                    <a:pt x="183169" y="356235"/>
                    <a:pt x="181740" y="357188"/>
                  </a:cubicBezTo>
                  <a:cubicBezTo>
                    <a:pt x="180693" y="357854"/>
                    <a:pt x="178216" y="358711"/>
                    <a:pt x="177549" y="359759"/>
                  </a:cubicBezTo>
                  <a:cubicBezTo>
                    <a:pt x="176883" y="360902"/>
                    <a:pt x="177930" y="363950"/>
                    <a:pt x="177359" y="365188"/>
                  </a:cubicBezTo>
                  <a:cubicBezTo>
                    <a:pt x="176978" y="366046"/>
                    <a:pt x="175454" y="367189"/>
                    <a:pt x="174597" y="367570"/>
                  </a:cubicBezTo>
                  <a:cubicBezTo>
                    <a:pt x="173263" y="368141"/>
                    <a:pt x="170025" y="367665"/>
                    <a:pt x="168787" y="368427"/>
                  </a:cubicBezTo>
                  <a:cubicBezTo>
                    <a:pt x="167739" y="368998"/>
                    <a:pt x="166024" y="370903"/>
                    <a:pt x="165643" y="372046"/>
                  </a:cubicBezTo>
                  <a:cubicBezTo>
                    <a:pt x="165358" y="372809"/>
                    <a:pt x="165167" y="374523"/>
                    <a:pt x="165453" y="375380"/>
                  </a:cubicBezTo>
                  <a:cubicBezTo>
                    <a:pt x="165643" y="376047"/>
                    <a:pt x="167072" y="376904"/>
                    <a:pt x="167262" y="377571"/>
                  </a:cubicBezTo>
                  <a:cubicBezTo>
                    <a:pt x="167548" y="378523"/>
                    <a:pt x="167548" y="380714"/>
                    <a:pt x="166881" y="381476"/>
                  </a:cubicBezTo>
                  <a:cubicBezTo>
                    <a:pt x="165834" y="382619"/>
                    <a:pt x="161738" y="381667"/>
                    <a:pt x="160690" y="382810"/>
                  </a:cubicBezTo>
                  <a:cubicBezTo>
                    <a:pt x="160119" y="383476"/>
                    <a:pt x="160976" y="385572"/>
                    <a:pt x="160690" y="386429"/>
                  </a:cubicBezTo>
                  <a:cubicBezTo>
                    <a:pt x="160119" y="387763"/>
                    <a:pt x="156785" y="390715"/>
                    <a:pt x="156785" y="390715"/>
                  </a:cubicBezTo>
                  <a:lnTo>
                    <a:pt x="29817" y="424720"/>
                  </a:lnTo>
                  <a:lnTo>
                    <a:pt x="28293" y="425101"/>
                  </a:lnTo>
                  <a:cubicBezTo>
                    <a:pt x="28102" y="423672"/>
                    <a:pt x="27721" y="422053"/>
                    <a:pt x="27150" y="421481"/>
                  </a:cubicBezTo>
                  <a:cubicBezTo>
                    <a:pt x="26483" y="420719"/>
                    <a:pt x="24102" y="420815"/>
                    <a:pt x="23340" y="420243"/>
                  </a:cubicBezTo>
                  <a:cubicBezTo>
                    <a:pt x="22578" y="419671"/>
                    <a:pt x="21911" y="417576"/>
                    <a:pt x="21149" y="416909"/>
                  </a:cubicBezTo>
                  <a:cubicBezTo>
                    <a:pt x="20387" y="416338"/>
                    <a:pt x="18196" y="416242"/>
                    <a:pt x="17530" y="415576"/>
                  </a:cubicBezTo>
                  <a:cubicBezTo>
                    <a:pt x="16863" y="414909"/>
                    <a:pt x="16767" y="412813"/>
                    <a:pt x="16291" y="412051"/>
                  </a:cubicBezTo>
                  <a:cubicBezTo>
                    <a:pt x="15910" y="411480"/>
                    <a:pt x="14577" y="410813"/>
                    <a:pt x="14195" y="410242"/>
                  </a:cubicBezTo>
                  <a:cubicBezTo>
                    <a:pt x="13624" y="409480"/>
                    <a:pt x="12576" y="407670"/>
                    <a:pt x="12576" y="406717"/>
                  </a:cubicBezTo>
                  <a:cubicBezTo>
                    <a:pt x="12576" y="405289"/>
                    <a:pt x="14386" y="403003"/>
                    <a:pt x="14672" y="401574"/>
                  </a:cubicBezTo>
                  <a:cubicBezTo>
                    <a:pt x="14862" y="400621"/>
                    <a:pt x="14958" y="398717"/>
                    <a:pt x="14672" y="397859"/>
                  </a:cubicBezTo>
                  <a:cubicBezTo>
                    <a:pt x="14386" y="397002"/>
                    <a:pt x="12576" y="395859"/>
                    <a:pt x="12481" y="394907"/>
                  </a:cubicBezTo>
                  <a:cubicBezTo>
                    <a:pt x="12291" y="393954"/>
                    <a:pt x="13053" y="392049"/>
                    <a:pt x="13624" y="391287"/>
                  </a:cubicBezTo>
                  <a:cubicBezTo>
                    <a:pt x="14481" y="390239"/>
                    <a:pt x="17434" y="389573"/>
                    <a:pt x="18196" y="388430"/>
                  </a:cubicBezTo>
                  <a:cubicBezTo>
                    <a:pt x="18958" y="387191"/>
                    <a:pt x="19339" y="384048"/>
                    <a:pt x="18863" y="382715"/>
                  </a:cubicBezTo>
                  <a:cubicBezTo>
                    <a:pt x="18482" y="381762"/>
                    <a:pt x="16577" y="380714"/>
                    <a:pt x="16005" y="379857"/>
                  </a:cubicBezTo>
                  <a:cubicBezTo>
                    <a:pt x="15529" y="379190"/>
                    <a:pt x="14481" y="377666"/>
                    <a:pt x="14481" y="376904"/>
                  </a:cubicBezTo>
                  <a:cubicBezTo>
                    <a:pt x="14577" y="375761"/>
                    <a:pt x="16577" y="374237"/>
                    <a:pt x="16958" y="373190"/>
                  </a:cubicBezTo>
                  <a:cubicBezTo>
                    <a:pt x="17244" y="372332"/>
                    <a:pt x="17244" y="370332"/>
                    <a:pt x="16958" y="369380"/>
                  </a:cubicBezTo>
                  <a:cubicBezTo>
                    <a:pt x="16577" y="368046"/>
                    <a:pt x="14958" y="365760"/>
                    <a:pt x="14195" y="364617"/>
                  </a:cubicBezTo>
                  <a:cubicBezTo>
                    <a:pt x="13624" y="363855"/>
                    <a:pt x="12100" y="362521"/>
                    <a:pt x="11719" y="361664"/>
                  </a:cubicBezTo>
                  <a:cubicBezTo>
                    <a:pt x="11338" y="360807"/>
                    <a:pt x="11529" y="358807"/>
                    <a:pt x="11433" y="357854"/>
                  </a:cubicBezTo>
                  <a:cubicBezTo>
                    <a:pt x="11148" y="355663"/>
                    <a:pt x="10671" y="351377"/>
                    <a:pt x="10100" y="349282"/>
                  </a:cubicBezTo>
                  <a:cubicBezTo>
                    <a:pt x="9814" y="348329"/>
                    <a:pt x="8576" y="346710"/>
                    <a:pt x="8576" y="345757"/>
                  </a:cubicBezTo>
                  <a:cubicBezTo>
                    <a:pt x="8671" y="344996"/>
                    <a:pt x="9910" y="343853"/>
                    <a:pt x="10195" y="343090"/>
                  </a:cubicBezTo>
                  <a:cubicBezTo>
                    <a:pt x="10671" y="341757"/>
                    <a:pt x="10957" y="338804"/>
                    <a:pt x="10671" y="337471"/>
                  </a:cubicBezTo>
                  <a:cubicBezTo>
                    <a:pt x="10481" y="336518"/>
                    <a:pt x="9148" y="334899"/>
                    <a:pt x="8861" y="333946"/>
                  </a:cubicBezTo>
                  <a:cubicBezTo>
                    <a:pt x="8576" y="332994"/>
                    <a:pt x="9052" y="330708"/>
                    <a:pt x="8481" y="329851"/>
                  </a:cubicBezTo>
                  <a:cubicBezTo>
                    <a:pt x="8100" y="329184"/>
                    <a:pt x="6385" y="328613"/>
                    <a:pt x="6195" y="327850"/>
                  </a:cubicBezTo>
                  <a:cubicBezTo>
                    <a:pt x="5814" y="326898"/>
                    <a:pt x="7052" y="324707"/>
                    <a:pt x="6766" y="323755"/>
                  </a:cubicBezTo>
                  <a:cubicBezTo>
                    <a:pt x="6480" y="322802"/>
                    <a:pt x="4576" y="321564"/>
                    <a:pt x="4290" y="320611"/>
                  </a:cubicBezTo>
                  <a:cubicBezTo>
                    <a:pt x="3909" y="318992"/>
                    <a:pt x="5719" y="315754"/>
                    <a:pt x="5623" y="314039"/>
                  </a:cubicBezTo>
                  <a:cubicBezTo>
                    <a:pt x="5528" y="312706"/>
                    <a:pt x="4766" y="310134"/>
                    <a:pt x="4099" y="308896"/>
                  </a:cubicBezTo>
                  <a:cubicBezTo>
                    <a:pt x="3814" y="308229"/>
                    <a:pt x="2671" y="307276"/>
                    <a:pt x="2385" y="306705"/>
                  </a:cubicBezTo>
                  <a:cubicBezTo>
                    <a:pt x="2004" y="305467"/>
                    <a:pt x="2575" y="302800"/>
                    <a:pt x="2194" y="301561"/>
                  </a:cubicBezTo>
                  <a:cubicBezTo>
                    <a:pt x="1908" y="300419"/>
                    <a:pt x="-92" y="298704"/>
                    <a:pt x="3" y="297561"/>
                  </a:cubicBezTo>
                  <a:cubicBezTo>
                    <a:pt x="99" y="296037"/>
                    <a:pt x="2956" y="293942"/>
                    <a:pt x="3528" y="292417"/>
                  </a:cubicBezTo>
                  <a:cubicBezTo>
                    <a:pt x="3909" y="291275"/>
                    <a:pt x="3814" y="288703"/>
                    <a:pt x="4004" y="287560"/>
                  </a:cubicBezTo>
                  <a:cubicBezTo>
                    <a:pt x="4194" y="286512"/>
                    <a:pt x="5147" y="284702"/>
                    <a:pt x="5147" y="283655"/>
                  </a:cubicBezTo>
                  <a:cubicBezTo>
                    <a:pt x="5147" y="282130"/>
                    <a:pt x="3528" y="279368"/>
                    <a:pt x="3337" y="277940"/>
                  </a:cubicBezTo>
                  <a:cubicBezTo>
                    <a:pt x="3147" y="276606"/>
                    <a:pt x="3051" y="273748"/>
                    <a:pt x="3433" y="272415"/>
                  </a:cubicBezTo>
                  <a:cubicBezTo>
                    <a:pt x="3718" y="271558"/>
                    <a:pt x="4861" y="270129"/>
                    <a:pt x="5433" y="269462"/>
                  </a:cubicBezTo>
                  <a:cubicBezTo>
                    <a:pt x="6290" y="268415"/>
                    <a:pt x="8481" y="266700"/>
                    <a:pt x="9052" y="265557"/>
                  </a:cubicBezTo>
                  <a:cubicBezTo>
                    <a:pt x="9719" y="264128"/>
                    <a:pt x="9719" y="260985"/>
                    <a:pt x="10004" y="259461"/>
                  </a:cubicBezTo>
                  <a:cubicBezTo>
                    <a:pt x="10290" y="258127"/>
                    <a:pt x="11243" y="255461"/>
                    <a:pt x="11053" y="254032"/>
                  </a:cubicBezTo>
                  <a:cubicBezTo>
                    <a:pt x="10862" y="252698"/>
                    <a:pt x="8861" y="250412"/>
                    <a:pt x="8671" y="248984"/>
                  </a:cubicBezTo>
                  <a:cubicBezTo>
                    <a:pt x="8481" y="247555"/>
                    <a:pt x="9433" y="244888"/>
                    <a:pt x="9719" y="243459"/>
                  </a:cubicBezTo>
                  <a:cubicBezTo>
                    <a:pt x="9910" y="242411"/>
                    <a:pt x="10195" y="240125"/>
                    <a:pt x="10767" y="239173"/>
                  </a:cubicBezTo>
                  <a:cubicBezTo>
                    <a:pt x="11243" y="238506"/>
                    <a:pt x="13053" y="237839"/>
                    <a:pt x="13339" y="237077"/>
                  </a:cubicBezTo>
                  <a:cubicBezTo>
                    <a:pt x="13719" y="236125"/>
                    <a:pt x="12196" y="234125"/>
                    <a:pt x="12291" y="233077"/>
                  </a:cubicBezTo>
                  <a:cubicBezTo>
                    <a:pt x="12386" y="232029"/>
                    <a:pt x="13910" y="230219"/>
                    <a:pt x="13815" y="229267"/>
                  </a:cubicBezTo>
                  <a:cubicBezTo>
                    <a:pt x="13624" y="228219"/>
                    <a:pt x="11433" y="226981"/>
                    <a:pt x="11148" y="226028"/>
                  </a:cubicBezTo>
                  <a:cubicBezTo>
                    <a:pt x="10862" y="225171"/>
                    <a:pt x="11624" y="223361"/>
                    <a:pt x="11624" y="222409"/>
                  </a:cubicBezTo>
                  <a:cubicBezTo>
                    <a:pt x="11719" y="220885"/>
                    <a:pt x="11338" y="217646"/>
                    <a:pt x="11719" y="216122"/>
                  </a:cubicBezTo>
                  <a:cubicBezTo>
                    <a:pt x="12005" y="214979"/>
                    <a:pt x="13910" y="213169"/>
                    <a:pt x="14195" y="212026"/>
                  </a:cubicBezTo>
                  <a:cubicBezTo>
                    <a:pt x="14386" y="210979"/>
                    <a:pt x="14291" y="208883"/>
                    <a:pt x="13910" y="208026"/>
                  </a:cubicBezTo>
                  <a:cubicBezTo>
                    <a:pt x="13529" y="207264"/>
                    <a:pt x="11719" y="206502"/>
                    <a:pt x="11338" y="205740"/>
                  </a:cubicBezTo>
                  <a:cubicBezTo>
                    <a:pt x="10862" y="204692"/>
                    <a:pt x="11719" y="202406"/>
                    <a:pt x="11338" y="201359"/>
                  </a:cubicBezTo>
                  <a:cubicBezTo>
                    <a:pt x="10767" y="199739"/>
                    <a:pt x="8005" y="197548"/>
                    <a:pt x="7242" y="196024"/>
                  </a:cubicBezTo>
                  <a:cubicBezTo>
                    <a:pt x="6766" y="195167"/>
                    <a:pt x="6004" y="193262"/>
                    <a:pt x="5909" y="192310"/>
                  </a:cubicBezTo>
                  <a:cubicBezTo>
                    <a:pt x="5719" y="190976"/>
                    <a:pt x="6671" y="188214"/>
                    <a:pt x="6195" y="186976"/>
                  </a:cubicBezTo>
                  <a:cubicBezTo>
                    <a:pt x="5814" y="186023"/>
                    <a:pt x="3814" y="184975"/>
                    <a:pt x="3242" y="184118"/>
                  </a:cubicBezTo>
                  <a:cubicBezTo>
                    <a:pt x="2766" y="183356"/>
                    <a:pt x="1813" y="181737"/>
                    <a:pt x="2004" y="180975"/>
                  </a:cubicBezTo>
                  <a:cubicBezTo>
                    <a:pt x="2289" y="179927"/>
                    <a:pt x="4766" y="179165"/>
                    <a:pt x="5337" y="178213"/>
                  </a:cubicBezTo>
                  <a:cubicBezTo>
                    <a:pt x="6004" y="177070"/>
                    <a:pt x="5719" y="174117"/>
                    <a:pt x="6385" y="172974"/>
                  </a:cubicBezTo>
                  <a:cubicBezTo>
                    <a:pt x="6957" y="172117"/>
                    <a:pt x="8671" y="171069"/>
                    <a:pt x="9528" y="170593"/>
                  </a:cubicBezTo>
                  <a:cubicBezTo>
                    <a:pt x="10481" y="170116"/>
                    <a:pt x="12576" y="169736"/>
                    <a:pt x="13434" y="169069"/>
                  </a:cubicBezTo>
                  <a:cubicBezTo>
                    <a:pt x="14101" y="168592"/>
                    <a:pt x="14862" y="167068"/>
                    <a:pt x="15529" y="166688"/>
                  </a:cubicBezTo>
                  <a:cubicBezTo>
                    <a:pt x="16767" y="166211"/>
                    <a:pt x="19339" y="167735"/>
                    <a:pt x="20578" y="167259"/>
                  </a:cubicBezTo>
                  <a:cubicBezTo>
                    <a:pt x="21625" y="166878"/>
                    <a:pt x="22864" y="164878"/>
                    <a:pt x="23435" y="163925"/>
                  </a:cubicBezTo>
                  <a:cubicBezTo>
                    <a:pt x="24006" y="162973"/>
                    <a:pt x="25149" y="161068"/>
                    <a:pt x="25435" y="160020"/>
                  </a:cubicBezTo>
                  <a:cubicBezTo>
                    <a:pt x="25721" y="158972"/>
                    <a:pt x="25149" y="156877"/>
                    <a:pt x="25530" y="155924"/>
                  </a:cubicBezTo>
                  <a:cubicBezTo>
                    <a:pt x="25816" y="155162"/>
                    <a:pt x="26769" y="154019"/>
                    <a:pt x="27435" y="153543"/>
                  </a:cubicBezTo>
                  <a:cubicBezTo>
                    <a:pt x="28198" y="152971"/>
                    <a:pt x="30293" y="152876"/>
                    <a:pt x="31150" y="152400"/>
                  </a:cubicBezTo>
                  <a:cubicBezTo>
                    <a:pt x="32008" y="151924"/>
                    <a:pt x="33436" y="150590"/>
                    <a:pt x="34103" y="149923"/>
                  </a:cubicBezTo>
                  <a:cubicBezTo>
                    <a:pt x="34770" y="149257"/>
                    <a:pt x="36103" y="147828"/>
                    <a:pt x="36675" y="147066"/>
                  </a:cubicBezTo>
                  <a:cubicBezTo>
                    <a:pt x="37342" y="146018"/>
                    <a:pt x="38485" y="143923"/>
                    <a:pt x="38770" y="142685"/>
                  </a:cubicBezTo>
                  <a:cubicBezTo>
                    <a:pt x="39056" y="141541"/>
                    <a:pt x="38770" y="139065"/>
                    <a:pt x="39246" y="138017"/>
                  </a:cubicBezTo>
                  <a:cubicBezTo>
                    <a:pt x="39532" y="137446"/>
                    <a:pt x="40675" y="136874"/>
                    <a:pt x="41056" y="136398"/>
                  </a:cubicBezTo>
                  <a:cubicBezTo>
                    <a:pt x="41533" y="135826"/>
                    <a:pt x="42676" y="134779"/>
                    <a:pt x="42961" y="134017"/>
                  </a:cubicBezTo>
                  <a:cubicBezTo>
                    <a:pt x="43437" y="132778"/>
                    <a:pt x="44104" y="129921"/>
                    <a:pt x="43628" y="128683"/>
                  </a:cubicBezTo>
                  <a:cubicBezTo>
                    <a:pt x="43342" y="127921"/>
                    <a:pt x="41628" y="127254"/>
                    <a:pt x="41056" y="126587"/>
                  </a:cubicBezTo>
                  <a:cubicBezTo>
                    <a:pt x="40675" y="126016"/>
                    <a:pt x="39723" y="124682"/>
                    <a:pt x="39913" y="124015"/>
                  </a:cubicBezTo>
                  <a:cubicBezTo>
                    <a:pt x="40199" y="122968"/>
                    <a:pt x="42770" y="122396"/>
                    <a:pt x="43152" y="121444"/>
                  </a:cubicBezTo>
                  <a:cubicBezTo>
                    <a:pt x="43723" y="120205"/>
                    <a:pt x="43342" y="117443"/>
                    <a:pt x="43056" y="116110"/>
                  </a:cubicBezTo>
                  <a:cubicBezTo>
                    <a:pt x="42770" y="114776"/>
                    <a:pt x="41914" y="112109"/>
                    <a:pt x="41056" y="111157"/>
                  </a:cubicBezTo>
                  <a:cubicBezTo>
                    <a:pt x="39913" y="109918"/>
                    <a:pt x="36103" y="109252"/>
                    <a:pt x="34865" y="108013"/>
                  </a:cubicBezTo>
                  <a:cubicBezTo>
                    <a:pt x="34103" y="107156"/>
                    <a:pt x="33817" y="104489"/>
                    <a:pt x="33055" y="103537"/>
                  </a:cubicBezTo>
                  <a:cubicBezTo>
                    <a:pt x="32389" y="102679"/>
                    <a:pt x="30388" y="101822"/>
                    <a:pt x="29626" y="101060"/>
                  </a:cubicBezTo>
                  <a:cubicBezTo>
                    <a:pt x="28960" y="100393"/>
                    <a:pt x="27911" y="98869"/>
                    <a:pt x="27721" y="98012"/>
                  </a:cubicBezTo>
                  <a:cubicBezTo>
                    <a:pt x="27531" y="96964"/>
                    <a:pt x="27721" y="94678"/>
                    <a:pt x="28293" y="93726"/>
                  </a:cubicBezTo>
                  <a:cubicBezTo>
                    <a:pt x="28864" y="92678"/>
                    <a:pt x="31436" y="91630"/>
                    <a:pt x="31817" y="90488"/>
                  </a:cubicBezTo>
                  <a:cubicBezTo>
                    <a:pt x="32198" y="89249"/>
                    <a:pt x="30960" y="86773"/>
                    <a:pt x="30864" y="85534"/>
                  </a:cubicBezTo>
                  <a:cubicBezTo>
                    <a:pt x="30674" y="83248"/>
                    <a:pt x="30674" y="78486"/>
                    <a:pt x="31246" y="76295"/>
                  </a:cubicBezTo>
                  <a:cubicBezTo>
                    <a:pt x="31531" y="75247"/>
                    <a:pt x="32960" y="73533"/>
                    <a:pt x="33245" y="72485"/>
                  </a:cubicBezTo>
                  <a:cubicBezTo>
                    <a:pt x="33531" y="71342"/>
                    <a:pt x="33817" y="68961"/>
                    <a:pt x="33341" y="67913"/>
                  </a:cubicBezTo>
                  <a:cubicBezTo>
                    <a:pt x="32960" y="67056"/>
                    <a:pt x="31055" y="66294"/>
                    <a:pt x="30483" y="65437"/>
                  </a:cubicBezTo>
                  <a:cubicBezTo>
                    <a:pt x="30007" y="64675"/>
                    <a:pt x="29817" y="62674"/>
                    <a:pt x="29340" y="61913"/>
                  </a:cubicBezTo>
                  <a:cubicBezTo>
                    <a:pt x="28674" y="60960"/>
                    <a:pt x="26292" y="59912"/>
                    <a:pt x="25816" y="58864"/>
                  </a:cubicBezTo>
                  <a:cubicBezTo>
                    <a:pt x="25340" y="57531"/>
                    <a:pt x="26292" y="54388"/>
                    <a:pt x="26292" y="54388"/>
                  </a:cubicBezTo>
                  <a:cubicBezTo>
                    <a:pt x="26292" y="54388"/>
                    <a:pt x="28388" y="52006"/>
                    <a:pt x="28293" y="50959"/>
                  </a:cubicBezTo>
                  <a:cubicBezTo>
                    <a:pt x="28198" y="50387"/>
                    <a:pt x="27055" y="49720"/>
                    <a:pt x="26769" y="49149"/>
                  </a:cubicBezTo>
                  <a:cubicBezTo>
                    <a:pt x="26292" y="48387"/>
                    <a:pt x="25626" y="46672"/>
                    <a:pt x="25626" y="45720"/>
                  </a:cubicBezTo>
                  <a:cubicBezTo>
                    <a:pt x="25626" y="44482"/>
                    <a:pt x="26578" y="42196"/>
                    <a:pt x="27150" y="41148"/>
                  </a:cubicBezTo>
                  <a:cubicBezTo>
                    <a:pt x="27721" y="40100"/>
                    <a:pt x="29626" y="38671"/>
                    <a:pt x="30103" y="37624"/>
                  </a:cubicBezTo>
                  <a:cubicBezTo>
                    <a:pt x="30674" y="36576"/>
                    <a:pt x="31055" y="33242"/>
                    <a:pt x="31055" y="32956"/>
                  </a:cubicBezTo>
                  <a:cubicBezTo>
                    <a:pt x="31055" y="32671"/>
                    <a:pt x="29817" y="30194"/>
                    <a:pt x="29626" y="29242"/>
                  </a:cubicBezTo>
                  <a:cubicBezTo>
                    <a:pt x="29436" y="28099"/>
                    <a:pt x="30293" y="25908"/>
                    <a:pt x="30293" y="24765"/>
                  </a:cubicBezTo>
                  <a:cubicBezTo>
                    <a:pt x="30293" y="23908"/>
                    <a:pt x="30293" y="21907"/>
                    <a:pt x="29626" y="21241"/>
                  </a:cubicBezTo>
                  <a:cubicBezTo>
                    <a:pt x="28864" y="20479"/>
                    <a:pt x="26197" y="20955"/>
                    <a:pt x="25245" y="20288"/>
                  </a:cubicBezTo>
                  <a:cubicBezTo>
                    <a:pt x="24769" y="19907"/>
                    <a:pt x="24197" y="18764"/>
                    <a:pt x="24102" y="18193"/>
                  </a:cubicBezTo>
                  <a:cubicBezTo>
                    <a:pt x="23911" y="17716"/>
                    <a:pt x="23530" y="16478"/>
                    <a:pt x="23816" y="16097"/>
                  </a:cubicBezTo>
                  <a:cubicBezTo>
                    <a:pt x="24483" y="15335"/>
                    <a:pt x="26769" y="16097"/>
                    <a:pt x="27626" y="15811"/>
                  </a:cubicBezTo>
                  <a:cubicBezTo>
                    <a:pt x="28674" y="15430"/>
                    <a:pt x="30293" y="13906"/>
                    <a:pt x="31055" y="13144"/>
                  </a:cubicBezTo>
                  <a:cubicBezTo>
                    <a:pt x="31722" y="12478"/>
                    <a:pt x="32865" y="11144"/>
                    <a:pt x="33245" y="10382"/>
                  </a:cubicBezTo>
                  <a:cubicBezTo>
                    <a:pt x="33627" y="9620"/>
                    <a:pt x="33627" y="7715"/>
                    <a:pt x="34103" y="6953"/>
                  </a:cubicBezTo>
                  <a:cubicBezTo>
                    <a:pt x="34484" y="6382"/>
                    <a:pt x="35532" y="5429"/>
                    <a:pt x="36008" y="4953"/>
                  </a:cubicBezTo>
                  <a:cubicBezTo>
                    <a:pt x="36484" y="4381"/>
                    <a:pt x="37151" y="2762"/>
                    <a:pt x="37818" y="2762"/>
                  </a:cubicBezTo>
                  <a:cubicBezTo>
                    <a:pt x="38865" y="2572"/>
                    <a:pt x="40389" y="4477"/>
                    <a:pt x="41151" y="5239"/>
                  </a:cubicBezTo>
                  <a:cubicBezTo>
                    <a:pt x="41914" y="6001"/>
                    <a:pt x="42580" y="8191"/>
                    <a:pt x="43342" y="8953"/>
                  </a:cubicBezTo>
                  <a:cubicBezTo>
                    <a:pt x="44104" y="9620"/>
                    <a:pt x="45914" y="10668"/>
                    <a:pt x="46867" y="10763"/>
                  </a:cubicBezTo>
                  <a:cubicBezTo>
                    <a:pt x="48104" y="10858"/>
                    <a:pt x="50391" y="9049"/>
                    <a:pt x="51629" y="8953"/>
                  </a:cubicBezTo>
                  <a:cubicBezTo>
                    <a:pt x="52295" y="8953"/>
                    <a:pt x="53724" y="9906"/>
                    <a:pt x="54391" y="9715"/>
                  </a:cubicBezTo>
                  <a:cubicBezTo>
                    <a:pt x="55153" y="9525"/>
                    <a:pt x="56296" y="8096"/>
                    <a:pt x="56582" y="7334"/>
                  </a:cubicBezTo>
                  <a:cubicBezTo>
                    <a:pt x="57153" y="6001"/>
                    <a:pt x="56392" y="3048"/>
                    <a:pt x="56868" y="1714"/>
                  </a:cubicBezTo>
                  <a:cubicBezTo>
                    <a:pt x="57058" y="1143"/>
                    <a:pt x="58011" y="571"/>
                    <a:pt x="58487" y="0"/>
                  </a:cubicBezTo>
                  <a:lnTo>
                    <a:pt x="87729" y="74009"/>
                  </a:lnTo>
                  <a:lnTo>
                    <a:pt x="141831" y="226409"/>
                  </a:lnTo>
                  <a:lnTo>
                    <a:pt x="150784" y="249555"/>
                  </a:lnTo>
                  <a:cubicBezTo>
                    <a:pt x="150784" y="249555"/>
                    <a:pt x="153261" y="250984"/>
                    <a:pt x="153737" y="251746"/>
                  </a:cubicBezTo>
                  <a:cubicBezTo>
                    <a:pt x="154499" y="252889"/>
                    <a:pt x="154689" y="255746"/>
                    <a:pt x="154975" y="257080"/>
                  </a:cubicBezTo>
                  <a:cubicBezTo>
                    <a:pt x="155356" y="258604"/>
                    <a:pt x="156309" y="261461"/>
                    <a:pt x="156594" y="262985"/>
                  </a:cubicBezTo>
                  <a:cubicBezTo>
                    <a:pt x="156785" y="264414"/>
                    <a:pt x="156594" y="267367"/>
                    <a:pt x="156690" y="268796"/>
                  </a:cubicBezTo>
                  <a:cubicBezTo>
                    <a:pt x="156785" y="270319"/>
                    <a:pt x="156976" y="273367"/>
                    <a:pt x="157452" y="274796"/>
                  </a:cubicBezTo>
                  <a:cubicBezTo>
                    <a:pt x="157928" y="276415"/>
                    <a:pt x="159262" y="279559"/>
                    <a:pt x="160309" y="280892"/>
                  </a:cubicBezTo>
                  <a:cubicBezTo>
                    <a:pt x="160976" y="281654"/>
                    <a:pt x="162690" y="282892"/>
                    <a:pt x="163738" y="283178"/>
                  </a:cubicBezTo>
                  <a:cubicBezTo>
                    <a:pt x="164691" y="283464"/>
                    <a:pt x="166691" y="282702"/>
                    <a:pt x="167548" y="283178"/>
                  </a:cubicBezTo>
                  <a:cubicBezTo>
                    <a:pt x="168977" y="283940"/>
                    <a:pt x="170025" y="287465"/>
                    <a:pt x="171263" y="288512"/>
                  </a:cubicBezTo>
                  <a:cubicBezTo>
                    <a:pt x="172311" y="289465"/>
                    <a:pt x="174978" y="290608"/>
                    <a:pt x="176406" y="291179"/>
                  </a:cubicBezTo>
                  <a:cubicBezTo>
                    <a:pt x="178216" y="291941"/>
                    <a:pt x="183931" y="293275"/>
                    <a:pt x="183931" y="293275"/>
                  </a:cubicBezTo>
                  <a:lnTo>
                    <a:pt x="185931" y="309658"/>
                  </a:lnTo>
                  <a:lnTo>
                    <a:pt x="196695" y="315182"/>
                  </a:lnTo>
                  <a:lnTo>
                    <a:pt x="203648" y="315182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grpSp>
          <p:nvGrpSpPr>
            <p:cNvPr id="85" name="Graphic 4">
              <a:extLst>
                <a:ext uri="{FF2B5EF4-FFF2-40B4-BE49-F238E27FC236}">
                  <a16:creationId xmlns:a16="http://schemas.microsoft.com/office/drawing/2014/main" id="{A7CEA639-A9ED-DCF9-4C5A-A72252492D3C}"/>
                </a:ext>
              </a:extLst>
            </p:cNvPr>
            <p:cNvGrpSpPr/>
            <p:nvPr/>
          </p:nvGrpSpPr>
          <p:grpSpPr>
            <a:xfrm>
              <a:off x="8913209" y="2392108"/>
              <a:ext cx="95250" cy="114300"/>
              <a:chOff x="8913209" y="2392108"/>
              <a:chExt cx="95250" cy="114300"/>
            </a:xfrm>
            <a:grpFill/>
          </p:grpSpPr>
          <p:sp>
            <p:nvSpPr>
              <p:cNvPr id="235" name="Freeform: Shape 21">
                <a:extLst>
                  <a:ext uri="{FF2B5EF4-FFF2-40B4-BE49-F238E27FC236}">
                    <a16:creationId xmlns:a16="http://schemas.microsoft.com/office/drawing/2014/main" id="{81FA002E-24FB-05AF-3AF0-ADF3170F6CE5}"/>
                  </a:ext>
                </a:extLst>
              </p:cNvPr>
              <p:cNvSpPr/>
              <p:nvPr/>
            </p:nvSpPr>
            <p:spPr>
              <a:xfrm>
                <a:off x="8977184" y="2445125"/>
                <a:ext cx="9525" cy="9525"/>
              </a:xfrm>
              <a:custGeom>
                <a:avLst/>
                <a:gdLst>
                  <a:gd name="connsiteX0" fmla="*/ 7368 w 0"/>
                  <a:gd name="connsiteY0" fmla="*/ 11754 h 9525"/>
                  <a:gd name="connsiteX1" fmla="*/ 5653 w 0"/>
                  <a:gd name="connsiteY1" fmla="*/ 9849 h 9525"/>
                  <a:gd name="connsiteX2" fmla="*/ 5463 w 0"/>
                  <a:gd name="connsiteY2" fmla="*/ 6420 h 9525"/>
                  <a:gd name="connsiteX3" fmla="*/ 2986 w 0"/>
                  <a:gd name="connsiteY3" fmla="*/ 4896 h 9525"/>
                  <a:gd name="connsiteX4" fmla="*/ 33 w 0"/>
                  <a:gd name="connsiteY4" fmla="*/ 2515 h 9525"/>
                  <a:gd name="connsiteX5" fmla="*/ 1081 w 0"/>
                  <a:gd name="connsiteY5" fmla="*/ 38 h 9525"/>
                  <a:gd name="connsiteX6" fmla="*/ 2796 w 0"/>
                  <a:gd name="connsiteY6" fmla="*/ 705 h 9525"/>
                  <a:gd name="connsiteX7" fmla="*/ 4700 w 0"/>
                  <a:gd name="connsiteY7" fmla="*/ 3372 h 9525"/>
                  <a:gd name="connsiteX8" fmla="*/ 7368 w 0"/>
                  <a:gd name="connsiteY8" fmla="*/ 3753 h 9525"/>
                  <a:gd name="connsiteX9" fmla="*/ 8701 w 0"/>
                  <a:gd name="connsiteY9" fmla="*/ 5944 h 9525"/>
                  <a:gd name="connsiteX10" fmla="*/ 8606 w 0"/>
                  <a:gd name="connsiteY10" fmla="*/ 9373 h 9525"/>
                  <a:gd name="connsiteX11" fmla="*/ 7368 w 0"/>
                  <a:gd name="connsiteY11" fmla="*/ 11754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h="9525">
                    <a:moveTo>
                      <a:pt x="7368" y="11754"/>
                    </a:moveTo>
                    <a:cubicBezTo>
                      <a:pt x="6701" y="11849"/>
                      <a:pt x="5939" y="10420"/>
                      <a:pt x="5653" y="9849"/>
                    </a:cubicBezTo>
                    <a:cubicBezTo>
                      <a:pt x="5272" y="9087"/>
                      <a:pt x="5843" y="7087"/>
                      <a:pt x="5463" y="6420"/>
                    </a:cubicBezTo>
                    <a:cubicBezTo>
                      <a:pt x="5082" y="5753"/>
                      <a:pt x="3557" y="5277"/>
                      <a:pt x="2986" y="4896"/>
                    </a:cubicBezTo>
                    <a:cubicBezTo>
                      <a:pt x="2224" y="4324"/>
                      <a:pt x="224" y="3467"/>
                      <a:pt x="33" y="2515"/>
                    </a:cubicBezTo>
                    <a:cubicBezTo>
                      <a:pt x="-157" y="1848"/>
                      <a:pt x="509" y="324"/>
                      <a:pt x="1081" y="38"/>
                    </a:cubicBezTo>
                    <a:cubicBezTo>
                      <a:pt x="1462" y="-152"/>
                      <a:pt x="2415" y="419"/>
                      <a:pt x="2796" y="705"/>
                    </a:cubicBezTo>
                    <a:cubicBezTo>
                      <a:pt x="3462" y="1181"/>
                      <a:pt x="4034" y="2991"/>
                      <a:pt x="4700" y="3372"/>
                    </a:cubicBezTo>
                    <a:cubicBezTo>
                      <a:pt x="5272" y="3753"/>
                      <a:pt x="6796" y="3372"/>
                      <a:pt x="7368" y="3753"/>
                    </a:cubicBezTo>
                    <a:cubicBezTo>
                      <a:pt x="7939" y="4134"/>
                      <a:pt x="8511" y="5372"/>
                      <a:pt x="8701" y="5944"/>
                    </a:cubicBezTo>
                    <a:cubicBezTo>
                      <a:pt x="8891" y="6801"/>
                      <a:pt x="8796" y="8515"/>
                      <a:pt x="8606" y="9373"/>
                    </a:cubicBezTo>
                    <a:cubicBezTo>
                      <a:pt x="8320" y="9944"/>
                      <a:pt x="8035" y="11659"/>
                      <a:pt x="7368" y="11754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36" name="Freeform: Shape 22">
                <a:extLst>
                  <a:ext uri="{FF2B5EF4-FFF2-40B4-BE49-F238E27FC236}">
                    <a16:creationId xmlns:a16="http://schemas.microsoft.com/office/drawing/2014/main" id="{E17CC61F-2162-52FF-0657-34FC486ED6CB}"/>
                  </a:ext>
                </a:extLst>
              </p:cNvPr>
              <p:cNvSpPr/>
              <p:nvPr/>
            </p:nvSpPr>
            <p:spPr>
              <a:xfrm>
                <a:off x="8979218" y="2460765"/>
                <a:ext cx="9525" cy="9525"/>
              </a:xfrm>
              <a:custGeom>
                <a:avLst/>
                <a:gdLst>
                  <a:gd name="connsiteX0" fmla="*/ 5239 w 0"/>
                  <a:gd name="connsiteY0" fmla="*/ 9925 h 9525"/>
                  <a:gd name="connsiteX1" fmla="*/ 4572 w 0"/>
                  <a:gd name="connsiteY1" fmla="*/ 6401 h 9525"/>
                  <a:gd name="connsiteX2" fmla="*/ 3620 w 0"/>
                  <a:gd name="connsiteY2" fmla="*/ 3257 h 9525"/>
                  <a:gd name="connsiteX3" fmla="*/ 3048 w 0"/>
                  <a:gd name="connsiteY3" fmla="*/ 400 h 9525"/>
                  <a:gd name="connsiteX4" fmla="*/ 1810 w 0"/>
                  <a:gd name="connsiteY4" fmla="*/ 19 h 9525"/>
                  <a:gd name="connsiteX5" fmla="*/ 571 w 0"/>
                  <a:gd name="connsiteY5" fmla="*/ 2495 h 9525"/>
                  <a:gd name="connsiteX6" fmla="*/ 0 w 0"/>
                  <a:gd name="connsiteY6" fmla="*/ 5734 h 9525"/>
                  <a:gd name="connsiteX7" fmla="*/ 1810 w 0"/>
                  <a:gd name="connsiteY7" fmla="*/ 8877 h 9525"/>
                  <a:gd name="connsiteX8" fmla="*/ 2286 w 0"/>
                  <a:gd name="connsiteY8" fmla="*/ 12211 h 9525"/>
                  <a:gd name="connsiteX9" fmla="*/ 1810 w 0"/>
                  <a:gd name="connsiteY9" fmla="*/ 15449 h 9525"/>
                  <a:gd name="connsiteX10" fmla="*/ 2286 w 0"/>
                  <a:gd name="connsiteY10" fmla="*/ 17259 h 9525"/>
                  <a:gd name="connsiteX11" fmla="*/ 4667 w 0"/>
                  <a:gd name="connsiteY11" fmla="*/ 16973 h 9525"/>
                  <a:gd name="connsiteX12" fmla="*/ 5619 w 0"/>
                  <a:gd name="connsiteY12" fmla="*/ 14402 h 9525"/>
                  <a:gd name="connsiteX13" fmla="*/ 5239 w 0"/>
                  <a:gd name="connsiteY13" fmla="*/ 992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h="9525">
                    <a:moveTo>
                      <a:pt x="5239" y="9925"/>
                    </a:moveTo>
                    <a:cubicBezTo>
                      <a:pt x="5143" y="9068"/>
                      <a:pt x="4858" y="7258"/>
                      <a:pt x="4572" y="6401"/>
                    </a:cubicBezTo>
                    <a:cubicBezTo>
                      <a:pt x="4381" y="5543"/>
                      <a:pt x="3810" y="4019"/>
                      <a:pt x="3620" y="3257"/>
                    </a:cubicBezTo>
                    <a:cubicBezTo>
                      <a:pt x="3429" y="2495"/>
                      <a:pt x="3524" y="876"/>
                      <a:pt x="3048" y="400"/>
                    </a:cubicBezTo>
                    <a:cubicBezTo>
                      <a:pt x="2857" y="209"/>
                      <a:pt x="2095" y="-76"/>
                      <a:pt x="1810" y="19"/>
                    </a:cubicBezTo>
                    <a:cubicBezTo>
                      <a:pt x="1238" y="305"/>
                      <a:pt x="857" y="1829"/>
                      <a:pt x="571" y="2495"/>
                    </a:cubicBezTo>
                    <a:cubicBezTo>
                      <a:pt x="285" y="3257"/>
                      <a:pt x="0" y="5448"/>
                      <a:pt x="0" y="5734"/>
                    </a:cubicBezTo>
                    <a:cubicBezTo>
                      <a:pt x="0" y="5924"/>
                      <a:pt x="1524" y="8020"/>
                      <a:pt x="1810" y="8877"/>
                    </a:cubicBezTo>
                    <a:cubicBezTo>
                      <a:pt x="2095" y="9639"/>
                      <a:pt x="2286" y="11354"/>
                      <a:pt x="2286" y="12211"/>
                    </a:cubicBezTo>
                    <a:cubicBezTo>
                      <a:pt x="2286" y="12973"/>
                      <a:pt x="1810" y="14592"/>
                      <a:pt x="1810" y="15449"/>
                    </a:cubicBezTo>
                    <a:cubicBezTo>
                      <a:pt x="1810" y="15926"/>
                      <a:pt x="1810" y="16973"/>
                      <a:pt x="2286" y="17259"/>
                    </a:cubicBezTo>
                    <a:cubicBezTo>
                      <a:pt x="2762" y="17640"/>
                      <a:pt x="4191" y="17354"/>
                      <a:pt x="4667" y="16973"/>
                    </a:cubicBezTo>
                    <a:cubicBezTo>
                      <a:pt x="5143" y="16592"/>
                      <a:pt x="5525" y="15068"/>
                      <a:pt x="5619" y="14402"/>
                    </a:cubicBezTo>
                    <a:cubicBezTo>
                      <a:pt x="5810" y="13259"/>
                      <a:pt x="5334" y="11068"/>
                      <a:pt x="5239" y="9925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37" name="Freeform: Shape 23">
                <a:extLst>
                  <a:ext uri="{FF2B5EF4-FFF2-40B4-BE49-F238E27FC236}">
                    <a16:creationId xmlns:a16="http://schemas.microsoft.com/office/drawing/2014/main" id="{40757D19-EB23-9FF4-CE06-F5F2B593EF03}"/>
                  </a:ext>
                </a:extLst>
              </p:cNvPr>
              <p:cNvSpPr/>
              <p:nvPr/>
            </p:nvSpPr>
            <p:spPr>
              <a:xfrm>
                <a:off x="8913209" y="2392108"/>
                <a:ext cx="95250" cy="114300"/>
              </a:xfrm>
              <a:custGeom>
                <a:avLst/>
                <a:gdLst>
                  <a:gd name="connsiteX0" fmla="*/ 88773 w 95250"/>
                  <a:gd name="connsiteY0" fmla="*/ 53245 h 114300"/>
                  <a:gd name="connsiteX1" fmla="*/ 96488 w 95250"/>
                  <a:gd name="connsiteY1" fmla="*/ 68580 h 114300"/>
                  <a:gd name="connsiteX2" fmla="*/ 94773 w 95250"/>
                  <a:gd name="connsiteY2" fmla="*/ 70771 h 114300"/>
                  <a:gd name="connsiteX3" fmla="*/ 94964 w 95250"/>
                  <a:gd name="connsiteY3" fmla="*/ 74867 h 114300"/>
                  <a:gd name="connsiteX4" fmla="*/ 93536 w 95250"/>
                  <a:gd name="connsiteY4" fmla="*/ 77819 h 114300"/>
                  <a:gd name="connsiteX5" fmla="*/ 90773 w 95250"/>
                  <a:gd name="connsiteY5" fmla="*/ 79058 h 114300"/>
                  <a:gd name="connsiteX6" fmla="*/ 89821 w 95250"/>
                  <a:gd name="connsiteY6" fmla="*/ 76867 h 114300"/>
                  <a:gd name="connsiteX7" fmla="*/ 91249 w 95250"/>
                  <a:gd name="connsiteY7" fmla="*/ 74295 h 114300"/>
                  <a:gd name="connsiteX8" fmla="*/ 88963 w 95250"/>
                  <a:gd name="connsiteY8" fmla="*/ 70771 h 114300"/>
                  <a:gd name="connsiteX9" fmla="*/ 87249 w 95250"/>
                  <a:gd name="connsiteY9" fmla="*/ 68485 h 114300"/>
                  <a:gd name="connsiteX10" fmla="*/ 85915 w 95250"/>
                  <a:gd name="connsiteY10" fmla="*/ 66675 h 114300"/>
                  <a:gd name="connsiteX11" fmla="*/ 84391 w 95250"/>
                  <a:gd name="connsiteY11" fmla="*/ 61722 h 114300"/>
                  <a:gd name="connsiteX12" fmla="*/ 84582 w 95250"/>
                  <a:gd name="connsiteY12" fmla="*/ 57817 h 114300"/>
                  <a:gd name="connsiteX13" fmla="*/ 81724 w 95250"/>
                  <a:gd name="connsiteY13" fmla="*/ 55340 h 114300"/>
                  <a:gd name="connsiteX14" fmla="*/ 79820 w 95250"/>
                  <a:gd name="connsiteY14" fmla="*/ 55054 h 114300"/>
                  <a:gd name="connsiteX15" fmla="*/ 78581 w 95250"/>
                  <a:gd name="connsiteY15" fmla="*/ 57912 h 114300"/>
                  <a:gd name="connsiteX16" fmla="*/ 79438 w 95250"/>
                  <a:gd name="connsiteY16" fmla="*/ 60198 h 114300"/>
                  <a:gd name="connsiteX17" fmla="*/ 81439 w 95250"/>
                  <a:gd name="connsiteY17" fmla="*/ 62675 h 114300"/>
                  <a:gd name="connsiteX18" fmla="*/ 81629 w 95250"/>
                  <a:gd name="connsiteY18" fmla="*/ 66580 h 114300"/>
                  <a:gd name="connsiteX19" fmla="*/ 83820 w 95250"/>
                  <a:gd name="connsiteY19" fmla="*/ 69437 h 114300"/>
                  <a:gd name="connsiteX20" fmla="*/ 84963 w 95250"/>
                  <a:gd name="connsiteY20" fmla="*/ 73914 h 114300"/>
                  <a:gd name="connsiteX21" fmla="*/ 83629 w 95250"/>
                  <a:gd name="connsiteY21" fmla="*/ 76295 h 114300"/>
                  <a:gd name="connsiteX22" fmla="*/ 82105 w 95250"/>
                  <a:gd name="connsiteY22" fmla="*/ 76010 h 114300"/>
                  <a:gd name="connsiteX23" fmla="*/ 79534 w 95250"/>
                  <a:gd name="connsiteY23" fmla="*/ 77629 h 114300"/>
                  <a:gd name="connsiteX24" fmla="*/ 78867 w 95250"/>
                  <a:gd name="connsiteY24" fmla="*/ 82963 h 114300"/>
                  <a:gd name="connsiteX25" fmla="*/ 74390 w 95250"/>
                  <a:gd name="connsiteY25" fmla="*/ 84963 h 114300"/>
                  <a:gd name="connsiteX26" fmla="*/ 73723 w 95250"/>
                  <a:gd name="connsiteY26" fmla="*/ 82772 h 114300"/>
                  <a:gd name="connsiteX27" fmla="*/ 75247 w 95250"/>
                  <a:gd name="connsiteY27" fmla="*/ 80391 h 114300"/>
                  <a:gd name="connsiteX28" fmla="*/ 75342 w 95250"/>
                  <a:gd name="connsiteY28" fmla="*/ 78581 h 114300"/>
                  <a:gd name="connsiteX29" fmla="*/ 74676 w 95250"/>
                  <a:gd name="connsiteY29" fmla="*/ 76581 h 114300"/>
                  <a:gd name="connsiteX30" fmla="*/ 73914 w 95250"/>
                  <a:gd name="connsiteY30" fmla="*/ 74104 h 114300"/>
                  <a:gd name="connsiteX31" fmla="*/ 73819 w 95250"/>
                  <a:gd name="connsiteY31" fmla="*/ 69723 h 114300"/>
                  <a:gd name="connsiteX32" fmla="*/ 74580 w 95250"/>
                  <a:gd name="connsiteY32" fmla="*/ 66008 h 114300"/>
                  <a:gd name="connsiteX33" fmla="*/ 75342 w 95250"/>
                  <a:gd name="connsiteY33" fmla="*/ 64008 h 114300"/>
                  <a:gd name="connsiteX34" fmla="*/ 75057 w 95250"/>
                  <a:gd name="connsiteY34" fmla="*/ 57626 h 114300"/>
                  <a:gd name="connsiteX35" fmla="*/ 75629 w 95250"/>
                  <a:gd name="connsiteY35" fmla="*/ 54197 h 114300"/>
                  <a:gd name="connsiteX36" fmla="*/ 72961 w 95250"/>
                  <a:gd name="connsiteY36" fmla="*/ 53721 h 114300"/>
                  <a:gd name="connsiteX37" fmla="*/ 73342 w 95250"/>
                  <a:gd name="connsiteY37" fmla="*/ 50768 h 114300"/>
                  <a:gd name="connsiteX38" fmla="*/ 71628 w 95250"/>
                  <a:gd name="connsiteY38" fmla="*/ 49244 h 114300"/>
                  <a:gd name="connsiteX39" fmla="*/ 69056 w 95250"/>
                  <a:gd name="connsiteY39" fmla="*/ 46577 h 114300"/>
                  <a:gd name="connsiteX40" fmla="*/ 69628 w 95250"/>
                  <a:gd name="connsiteY40" fmla="*/ 43815 h 114300"/>
                  <a:gd name="connsiteX41" fmla="*/ 69246 w 95250"/>
                  <a:gd name="connsiteY41" fmla="*/ 41434 h 114300"/>
                  <a:gd name="connsiteX42" fmla="*/ 67627 w 95250"/>
                  <a:gd name="connsiteY42" fmla="*/ 41243 h 114300"/>
                  <a:gd name="connsiteX43" fmla="*/ 64770 w 95250"/>
                  <a:gd name="connsiteY43" fmla="*/ 43625 h 114300"/>
                  <a:gd name="connsiteX44" fmla="*/ 62008 w 95250"/>
                  <a:gd name="connsiteY44" fmla="*/ 43625 h 114300"/>
                  <a:gd name="connsiteX45" fmla="*/ 61055 w 95250"/>
                  <a:gd name="connsiteY45" fmla="*/ 45434 h 114300"/>
                  <a:gd name="connsiteX46" fmla="*/ 62103 w 95250"/>
                  <a:gd name="connsiteY46" fmla="*/ 48101 h 114300"/>
                  <a:gd name="connsiteX47" fmla="*/ 61817 w 95250"/>
                  <a:gd name="connsiteY47" fmla="*/ 50959 h 114300"/>
                  <a:gd name="connsiteX48" fmla="*/ 60007 w 95250"/>
                  <a:gd name="connsiteY48" fmla="*/ 52483 h 114300"/>
                  <a:gd name="connsiteX49" fmla="*/ 57817 w 95250"/>
                  <a:gd name="connsiteY49" fmla="*/ 51244 h 114300"/>
                  <a:gd name="connsiteX50" fmla="*/ 55054 w 95250"/>
                  <a:gd name="connsiteY50" fmla="*/ 51911 h 114300"/>
                  <a:gd name="connsiteX51" fmla="*/ 52768 w 95250"/>
                  <a:gd name="connsiteY51" fmla="*/ 54292 h 114300"/>
                  <a:gd name="connsiteX52" fmla="*/ 53530 w 95250"/>
                  <a:gd name="connsiteY52" fmla="*/ 56293 h 114300"/>
                  <a:gd name="connsiteX53" fmla="*/ 55912 w 95250"/>
                  <a:gd name="connsiteY53" fmla="*/ 56293 h 114300"/>
                  <a:gd name="connsiteX54" fmla="*/ 58388 w 95250"/>
                  <a:gd name="connsiteY54" fmla="*/ 57245 h 114300"/>
                  <a:gd name="connsiteX55" fmla="*/ 60674 w 95250"/>
                  <a:gd name="connsiteY55" fmla="*/ 60769 h 114300"/>
                  <a:gd name="connsiteX56" fmla="*/ 62103 w 95250"/>
                  <a:gd name="connsiteY56" fmla="*/ 65151 h 114300"/>
                  <a:gd name="connsiteX57" fmla="*/ 60864 w 95250"/>
                  <a:gd name="connsiteY57" fmla="*/ 67818 h 114300"/>
                  <a:gd name="connsiteX58" fmla="*/ 58293 w 95250"/>
                  <a:gd name="connsiteY58" fmla="*/ 70104 h 114300"/>
                  <a:gd name="connsiteX59" fmla="*/ 59817 w 95250"/>
                  <a:gd name="connsiteY59" fmla="*/ 72676 h 114300"/>
                  <a:gd name="connsiteX60" fmla="*/ 63246 w 95250"/>
                  <a:gd name="connsiteY60" fmla="*/ 74676 h 114300"/>
                  <a:gd name="connsiteX61" fmla="*/ 65627 w 95250"/>
                  <a:gd name="connsiteY61" fmla="*/ 78296 h 114300"/>
                  <a:gd name="connsiteX62" fmla="*/ 65532 w 95250"/>
                  <a:gd name="connsiteY62" fmla="*/ 82010 h 114300"/>
                  <a:gd name="connsiteX63" fmla="*/ 64484 w 95250"/>
                  <a:gd name="connsiteY63" fmla="*/ 85344 h 114300"/>
                  <a:gd name="connsiteX64" fmla="*/ 65055 w 95250"/>
                  <a:gd name="connsiteY64" fmla="*/ 89344 h 114300"/>
                  <a:gd name="connsiteX65" fmla="*/ 63817 w 95250"/>
                  <a:gd name="connsiteY65" fmla="*/ 91821 h 114300"/>
                  <a:gd name="connsiteX66" fmla="*/ 66008 w 95250"/>
                  <a:gd name="connsiteY66" fmla="*/ 93917 h 114300"/>
                  <a:gd name="connsiteX67" fmla="*/ 65151 w 95250"/>
                  <a:gd name="connsiteY67" fmla="*/ 98203 h 114300"/>
                  <a:gd name="connsiteX68" fmla="*/ 62198 w 95250"/>
                  <a:gd name="connsiteY68" fmla="*/ 100870 h 114300"/>
                  <a:gd name="connsiteX69" fmla="*/ 57721 w 95250"/>
                  <a:gd name="connsiteY69" fmla="*/ 101727 h 114300"/>
                  <a:gd name="connsiteX70" fmla="*/ 52101 w 95250"/>
                  <a:gd name="connsiteY70" fmla="*/ 105346 h 114300"/>
                  <a:gd name="connsiteX71" fmla="*/ 48006 w 95250"/>
                  <a:gd name="connsiteY71" fmla="*/ 108204 h 114300"/>
                  <a:gd name="connsiteX72" fmla="*/ 44005 w 95250"/>
                  <a:gd name="connsiteY72" fmla="*/ 111252 h 114300"/>
                  <a:gd name="connsiteX73" fmla="*/ 39814 w 95250"/>
                  <a:gd name="connsiteY73" fmla="*/ 114967 h 114300"/>
                  <a:gd name="connsiteX74" fmla="*/ 35814 w 95250"/>
                  <a:gd name="connsiteY74" fmla="*/ 117062 h 114300"/>
                  <a:gd name="connsiteX75" fmla="*/ 30766 w 95250"/>
                  <a:gd name="connsiteY75" fmla="*/ 119729 h 114300"/>
                  <a:gd name="connsiteX76" fmla="*/ 27051 w 95250"/>
                  <a:gd name="connsiteY76" fmla="*/ 119634 h 114300"/>
                  <a:gd name="connsiteX77" fmla="*/ 24860 w 95250"/>
                  <a:gd name="connsiteY77" fmla="*/ 120682 h 114300"/>
                  <a:gd name="connsiteX78" fmla="*/ 26003 w 95250"/>
                  <a:gd name="connsiteY78" fmla="*/ 118586 h 114300"/>
                  <a:gd name="connsiteX79" fmla="*/ 26003 w 95250"/>
                  <a:gd name="connsiteY79" fmla="*/ 112204 h 114300"/>
                  <a:gd name="connsiteX80" fmla="*/ 21241 w 95250"/>
                  <a:gd name="connsiteY80" fmla="*/ 107442 h 114300"/>
                  <a:gd name="connsiteX81" fmla="*/ 25908 w 95250"/>
                  <a:gd name="connsiteY81" fmla="*/ 102775 h 114300"/>
                  <a:gd name="connsiteX82" fmla="*/ 14001 w 95250"/>
                  <a:gd name="connsiteY82" fmla="*/ 59055 h 114300"/>
                  <a:gd name="connsiteX83" fmla="*/ 0 w 95250"/>
                  <a:gd name="connsiteY83" fmla="*/ 20860 h 114300"/>
                  <a:gd name="connsiteX84" fmla="*/ 190 w 95250"/>
                  <a:gd name="connsiteY84" fmla="*/ 15050 h 114300"/>
                  <a:gd name="connsiteX85" fmla="*/ 3524 w 95250"/>
                  <a:gd name="connsiteY85" fmla="*/ 15050 h 114300"/>
                  <a:gd name="connsiteX86" fmla="*/ 45244 w 95250"/>
                  <a:gd name="connsiteY86" fmla="*/ 0 h 114300"/>
                  <a:gd name="connsiteX87" fmla="*/ 49339 w 95250"/>
                  <a:gd name="connsiteY87" fmla="*/ 19050 h 114300"/>
                  <a:gd name="connsiteX88" fmla="*/ 56292 w 95250"/>
                  <a:gd name="connsiteY88" fmla="*/ 19050 h 114300"/>
                  <a:gd name="connsiteX89" fmla="*/ 58102 w 95250"/>
                  <a:gd name="connsiteY89" fmla="*/ 30956 h 114300"/>
                  <a:gd name="connsiteX90" fmla="*/ 61341 w 95250"/>
                  <a:gd name="connsiteY90" fmla="*/ 34766 h 114300"/>
                  <a:gd name="connsiteX91" fmla="*/ 69723 w 95250"/>
                  <a:gd name="connsiteY91" fmla="*/ 34766 h 114300"/>
                  <a:gd name="connsiteX92" fmla="*/ 80867 w 95250"/>
                  <a:gd name="connsiteY92" fmla="*/ 46482 h 114300"/>
                  <a:gd name="connsiteX93" fmla="*/ 88678 w 95250"/>
                  <a:gd name="connsiteY93" fmla="*/ 46482 h 114300"/>
                  <a:gd name="connsiteX94" fmla="*/ 88678 w 95250"/>
                  <a:gd name="connsiteY94" fmla="*/ 53245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95250" h="114300">
                    <a:moveTo>
                      <a:pt x="88773" y="53245"/>
                    </a:moveTo>
                    <a:lnTo>
                      <a:pt x="96488" y="68580"/>
                    </a:lnTo>
                    <a:cubicBezTo>
                      <a:pt x="95726" y="69247"/>
                      <a:pt x="94964" y="70199"/>
                      <a:pt x="94773" y="70771"/>
                    </a:cubicBezTo>
                    <a:cubicBezTo>
                      <a:pt x="94392" y="71723"/>
                      <a:pt x="95155" y="73819"/>
                      <a:pt x="94964" y="74867"/>
                    </a:cubicBezTo>
                    <a:cubicBezTo>
                      <a:pt x="94773" y="75629"/>
                      <a:pt x="94107" y="77248"/>
                      <a:pt x="93536" y="77819"/>
                    </a:cubicBezTo>
                    <a:cubicBezTo>
                      <a:pt x="93059" y="78391"/>
                      <a:pt x="91535" y="79343"/>
                      <a:pt x="90773" y="79058"/>
                    </a:cubicBezTo>
                    <a:cubicBezTo>
                      <a:pt x="90201" y="78867"/>
                      <a:pt x="89821" y="77438"/>
                      <a:pt x="89821" y="76867"/>
                    </a:cubicBezTo>
                    <a:cubicBezTo>
                      <a:pt x="89916" y="76105"/>
                      <a:pt x="91249" y="75057"/>
                      <a:pt x="91249" y="74295"/>
                    </a:cubicBezTo>
                    <a:cubicBezTo>
                      <a:pt x="91249" y="73247"/>
                      <a:pt x="89630" y="71628"/>
                      <a:pt x="88963" y="70771"/>
                    </a:cubicBezTo>
                    <a:cubicBezTo>
                      <a:pt x="88582" y="70199"/>
                      <a:pt x="87725" y="69056"/>
                      <a:pt x="87249" y="68485"/>
                    </a:cubicBezTo>
                    <a:cubicBezTo>
                      <a:pt x="86868" y="68008"/>
                      <a:pt x="86106" y="67246"/>
                      <a:pt x="85915" y="66675"/>
                    </a:cubicBezTo>
                    <a:cubicBezTo>
                      <a:pt x="85344" y="65532"/>
                      <a:pt x="84582" y="62960"/>
                      <a:pt x="84391" y="61722"/>
                    </a:cubicBezTo>
                    <a:cubicBezTo>
                      <a:pt x="84296" y="60769"/>
                      <a:pt x="84963" y="58769"/>
                      <a:pt x="84582" y="57817"/>
                    </a:cubicBezTo>
                    <a:cubicBezTo>
                      <a:pt x="84201" y="56960"/>
                      <a:pt x="82582" y="55721"/>
                      <a:pt x="81724" y="55340"/>
                    </a:cubicBezTo>
                    <a:cubicBezTo>
                      <a:pt x="81343" y="55150"/>
                      <a:pt x="80200" y="54864"/>
                      <a:pt x="79820" y="55054"/>
                    </a:cubicBezTo>
                    <a:cubicBezTo>
                      <a:pt x="79153" y="55435"/>
                      <a:pt x="78677" y="57055"/>
                      <a:pt x="78581" y="57912"/>
                    </a:cubicBezTo>
                    <a:cubicBezTo>
                      <a:pt x="78581" y="58483"/>
                      <a:pt x="79153" y="59627"/>
                      <a:pt x="79438" y="60198"/>
                    </a:cubicBezTo>
                    <a:cubicBezTo>
                      <a:pt x="79820" y="60865"/>
                      <a:pt x="81153" y="61913"/>
                      <a:pt x="81439" y="62675"/>
                    </a:cubicBezTo>
                    <a:cubicBezTo>
                      <a:pt x="81819" y="63532"/>
                      <a:pt x="81343" y="65627"/>
                      <a:pt x="81629" y="66580"/>
                    </a:cubicBezTo>
                    <a:cubicBezTo>
                      <a:pt x="81915" y="67437"/>
                      <a:pt x="83439" y="68580"/>
                      <a:pt x="83820" y="69437"/>
                    </a:cubicBezTo>
                    <a:cubicBezTo>
                      <a:pt x="84296" y="70485"/>
                      <a:pt x="85154" y="72771"/>
                      <a:pt x="84963" y="73914"/>
                    </a:cubicBezTo>
                    <a:cubicBezTo>
                      <a:pt x="84867" y="74581"/>
                      <a:pt x="84201" y="75914"/>
                      <a:pt x="83629" y="76295"/>
                    </a:cubicBezTo>
                    <a:cubicBezTo>
                      <a:pt x="83248" y="76486"/>
                      <a:pt x="82486" y="75914"/>
                      <a:pt x="82105" y="76010"/>
                    </a:cubicBezTo>
                    <a:cubicBezTo>
                      <a:pt x="81343" y="76200"/>
                      <a:pt x="79914" y="76962"/>
                      <a:pt x="79534" y="77629"/>
                    </a:cubicBezTo>
                    <a:cubicBezTo>
                      <a:pt x="78771" y="78772"/>
                      <a:pt x="79724" y="81915"/>
                      <a:pt x="78867" y="82963"/>
                    </a:cubicBezTo>
                    <a:cubicBezTo>
                      <a:pt x="78105" y="84011"/>
                      <a:pt x="75438" y="85535"/>
                      <a:pt x="74390" y="84963"/>
                    </a:cubicBezTo>
                    <a:cubicBezTo>
                      <a:pt x="73914" y="84773"/>
                      <a:pt x="73723" y="83344"/>
                      <a:pt x="73723" y="82772"/>
                    </a:cubicBezTo>
                    <a:cubicBezTo>
                      <a:pt x="73819" y="82106"/>
                      <a:pt x="74962" y="81058"/>
                      <a:pt x="75247" y="80391"/>
                    </a:cubicBezTo>
                    <a:cubicBezTo>
                      <a:pt x="75342" y="80010"/>
                      <a:pt x="75438" y="79058"/>
                      <a:pt x="75342" y="78581"/>
                    </a:cubicBezTo>
                    <a:cubicBezTo>
                      <a:pt x="75247" y="78010"/>
                      <a:pt x="74866" y="77057"/>
                      <a:pt x="74676" y="76581"/>
                    </a:cubicBezTo>
                    <a:cubicBezTo>
                      <a:pt x="74486" y="76010"/>
                      <a:pt x="74009" y="74771"/>
                      <a:pt x="73914" y="74104"/>
                    </a:cubicBezTo>
                    <a:cubicBezTo>
                      <a:pt x="73723" y="73057"/>
                      <a:pt x="73723" y="70771"/>
                      <a:pt x="73819" y="69723"/>
                    </a:cubicBezTo>
                    <a:cubicBezTo>
                      <a:pt x="73914" y="68771"/>
                      <a:pt x="74295" y="66961"/>
                      <a:pt x="74580" y="66008"/>
                    </a:cubicBezTo>
                    <a:cubicBezTo>
                      <a:pt x="74771" y="65532"/>
                      <a:pt x="75247" y="64579"/>
                      <a:pt x="75342" y="64008"/>
                    </a:cubicBezTo>
                    <a:cubicBezTo>
                      <a:pt x="75629" y="62389"/>
                      <a:pt x="74962" y="59246"/>
                      <a:pt x="75057" y="57626"/>
                    </a:cubicBezTo>
                    <a:cubicBezTo>
                      <a:pt x="75057" y="56769"/>
                      <a:pt x="76105" y="54959"/>
                      <a:pt x="75629" y="54197"/>
                    </a:cubicBezTo>
                    <a:cubicBezTo>
                      <a:pt x="75247" y="53626"/>
                      <a:pt x="73342" y="54292"/>
                      <a:pt x="72961" y="53721"/>
                    </a:cubicBezTo>
                    <a:cubicBezTo>
                      <a:pt x="72485" y="53150"/>
                      <a:pt x="73533" y="51435"/>
                      <a:pt x="73342" y="50768"/>
                    </a:cubicBezTo>
                    <a:cubicBezTo>
                      <a:pt x="73152" y="50292"/>
                      <a:pt x="72009" y="49625"/>
                      <a:pt x="71628" y="49244"/>
                    </a:cubicBezTo>
                    <a:cubicBezTo>
                      <a:pt x="70961" y="48577"/>
                      <a:pt x="69342" y="47435"/>
                      <a:pt x="69056" y="46577"/>
                    </a:cubicBezTo>
                    <a:cubicBezTo>
                      <a:pt x="68866" y="45910"/>
                      <a:pt x="69628" y="44482"/>
                      <a:pt x="69628" y="43815"/>
                    </a:cubicBezTo>
                    <a:cubicBezTo>
                      <a:pt x="69628" y="43244"/>
                      <a:pt x="69628" y="41815"/>
                      <a:pt x="69246" y="41434"/>
                    </a:cubicBezTo>
                    <a:cubicBezTo>
                      <a:pt x="68961" y="41148"/>
                      <a:pt x="68008" y="41053"/>
                      <a:pt x="67627" y="41243"/>
                    </a:cubicBezTo>
                    <a:cubicBezTo>
                      <a:pt x="66770" y="41529"/>
                      <a:pt x="65627" y="43244"/>
                      <a:pt x="64770" y="43625"/>
                    </a:cubicBezTo>
                    <a:cubicBezTo>
                      <a:pt x="64103" y="43910"/>
                      <a:pt x="62579" y="43244"/>
                      <a:pt x="62008" y="43625"/>
                    </a:cubicBezTo>
                    <a:cubicBezTo>
                      <a:pt x="61626" y="43910"/>
                      <a:pt x="61150" y="44958"/>
                      <a:pt x="61055" y="45434"/>
                    </a:cubicBezTo>
                    <a:cubicBezTo>
                      <a:pt x="60960" y="46101"/>
                      <a:pt x="62008" y="47435"/>
                      <a:pt x="62103" y="48101"/>
                    </a:cubicBezTo>
                    <a:cubicBezTo>
                      <a:pt x="62198" y="48768"/>
                      <a:pt x="62198" y="50292"/>
                      <a:pt x="61817" y="50959"/>
                    </a:cubicBezTo>
                    <a:cubicBezTo>
                      <a:pt x="61531" y="51530"/>
                      <a:pt x="60579" y="52388"/>
                      <a:pt x="60007" y="52483"/>
                    </a:cubicBezTo>
                    <a:cubicBezTo>
                      <a:pt x="59341" y="52578"/>
                      <a:pt x="58483" y="51340"/>
                      <a:pt x="57817" y="51244"/>
                    </a:cubicBezTo>
                    <a:cubicBezTo>
                      <a:pt x="57150" y="51149"/>
                      <a:pt x="55626" y="51530"/>
                      <a:pt x="55054" y="51911"/>
                    </a:cubicBezTo>
                    <a:cubicBezTo>
                      <a:pt x="54292" y="52292"/>
                      <a:pt x="52959" y="53531"/>
                      <a:pt x="52768" y="54292"/>
                    </a:cubicBezTo>
                    <a:cubicBezTo>
                      <a:pt x="52673" y="54864"/>
                      <a:pt x="53054" y="56007"/>
                      <a:pt x="53530" y="56293"/>
                    </a:cubicBezTo>
                    <a:cubicBezTo>
                      <a:pt x="54007" y="56674"/>
                      <a:pt x="55340" y="56198"/>
                      <a:pt x="55912" y="56293"/>
                    </a:cubicBezTo>
                    <a:cubicBezTo>
                      <a:pt x="56579" y="56388"/>
                      <a:pt x="57912" y="56769"/>
                      <a:pt x="58388" y="57245"/>
                    </a:cubicBezTo>
                    <a:cubicBezTo>
                      <a:pt x="59245" y="57912"/>
                      <a:pt x="60198" y="59817"/>
                      <a:pt x="60674" y="60769"/>
                    </a:cubicBezTo>
                    <a:cubicBezTo>
                      <a:pt x="61150" y="61817"/>
                      <a:pt x="62103" y="64008"/>
                      <a:pt x="62103" y="65151"/>
                    </a:cubicBezTo>
                    <a:cubicBezTo>
                      <a:pt x="62103" y="65913"/>
                      <a:pt x="61341" y="67246"/>
                      <a:pt x="60864" y="67818"/>
                    </a:cubicBezTo>
                    <a:cubicBezTo>
                      <a:pt x="60388" y="68485"/>
                      <a:pt x="58483" y="69247"/>
                      <a:pt x="58293" y="70104"/>
                    </a:cubicBezTo>
                    <a:cubicBezTo>
                      <a:pt x="58198" y="70866"/>
                      <a:pt x="59341" y="72104"/>
                      <a:pt x="59817" y="72676"/>
                    </a:cubicBezTo>
                    <a:cubicBezTo>
                      <a:pt x="60484" y="73342"/>
                      <a:pt x="62484" y="74009"/>
                      <a:pt x="63246" y="74676"/>
                    </a:cubicBezTo>
                    <a:cubicBezTo>
                      <a:pt x="64008" y="75438"/>
                      <a:pt x="65341" y="77248"/>
                      <a:pt x="65627" y="78296"/>
                    </a:cubicBezTo>
                    <a:cubicBezTo>
                      <a:pt x="65913" y="79248"/>
                      <a:pt x="65627" y="81153"/>
                      <a:pt x="65532" y="82010"/>
                    </a:cubicBezTo>
                    <a:cubicBezTo>
                      <a:pt x="65341" y="82867"/>
                      <a:pt x="64579" y="84487"/>
                      <a:pt x="64484" y="85344"/>
                    </a:cubicBezTo>
                    <a:cubicBezTo>
                      <a:pt x="64389" y="86392"/>
                      <a:pt x="65246" y="88392"/>
                      <a:pt x="65055" y="89344"/>
                    </a:cubicBezTo>
                    <a:cubicBezTo>
                      <a:pt x="64961" y="90011"/>
                      <a:pt x="63627" y="91154"/>
                      <a:pt x="63817" y="91821"/>
                    </a:cubicBezTo>
                    <a:cubicBezTo>
                      <a:pt x="63912" y="92583"/>
                      <a:pt x="65817" y="93154"/>
                      <a:pt x="66008" y="93917"/>
                    </a:cubicBezTo>
                    <a:cubicBezTo>
                      <a:pt x="66389" y="94964"/>
                      <a:pt x="65722" y="97250"/>
                      <a:pt x="65151" y="98203"/>
                    </a:cubicBezTo>
                    <a:cubicBezTo>
                      <a:pt x="64675" y="99060"/>
                      <a:pt x="63055" y="100489"/>
                      <a:pt x="62198" y="100870"/>
                    </a:cubicBezTo>
                    <a:cubicBezTo>
                      <a:pt x="61150" y="101346"/>
                      <a:pt x="58769" y="101251"/>
                      <a:pt x="57721" y="101727"/>
                    </a:cubicBezTo>
                    <a:cubicBezTo>
                      <a:pt x="56197" y="102394"/>
                      <a:pt x="53435" y="104394"/>
                      <a:pt x="52101" y="105346"/>
                    </a:cubicBezTo>
                    <a:cubicBezTo>
                      <a:pt x="51054" y="106013"/>
                      <a:pt x="49053" y="107442"/>
                      <a:pt x="48006" y="108204"/>
                    </a:cubicBezTo>
                    <a:cubicBezTo>
                      <a:pt x="46958" y="108966"/>
                      <a:pt x="44958" y="110490"/>
                      <a:pt x="44005" y="111252"/>
                    </a:cubicBezTo>
                    <a:cubicBezTo>
                      <a:pt x="42958" y="112109"/>
                      <a:pt x="40957" y="114205"/>
                      <a:pt x="39814" y="114967"/>
                    </a:cubicBezTo>
                    <a:cubicBezTo>
                      <a:pt x="38862" y="115633"/>
                      <a:pt x="36766" y="116586"/>
                      <a:pt x="35814" y="117062"/>
                    </a:cubicBezTo>
                    <a:cubicBezTo>
                      <a:pt x="34576" y="117729"/>
                      <a:pt x="32099" y="119348"/>
                      <a:pt x="30766" y="119729"/>
                    </a:cubicBezTo>
                    <a:cubicBezTo>
                      <a:pt x="29813" y="119920"/>
                      <a:pt x="27908" y="119444"/>
                      <a:pt x="27051" y="119634"/>
                    </a:cubicBezTo>
                    <a:cubicBezTo>
                      <a:pt x="26479" y="119729"/>
                      <a:pt x="25717" y="120206"/>
                      <a:pt x="24860" y="120682"/>
                    </a:cubicBezTo>
                    <a:lnTo>
                      <a:pt x="26003" y="118586"/>
                    </a:lnTo>
                    <a:lnTo>
                      <a:pt x="26003" y="112204"/>
                    </a:lnTo>
                    <a:lnTo>
                      <a:pt x="21241" y="107442"/>
                    </a:lnTo>
                    <a:lnTo>
                      <a:pt x="25908" y="102775"/>
                    </a:lnTo>
                    <a:lnTo>
                      <a:pt x="14001" y="59055"/>
                    </a:lnTo>
                    <a:lnTo>
                      <a:pt x="0" y="20860"/>
                    </a:lnTo>
                    <a:lnTo>
                      <a:pt x="190" y="15050"/>
                    </a:lnTo>
                    <a:lnTo>
                      <a:pt x="3524" y="15050"/>
                    </a:lnTo>
                    <a:lnTo>
                      <a:pt x="45244" y="0"/>
                    </a:lnTo>
                    <a:lnTo>
                      <a:pt x="49339" y="19050"/>
                    </a:lnTo>
                    <a:lnTo>
                      <a:pt x="56292" y="19050"/>
                    </a:lnTo>
                    <a:lnTo>
                      <a:pt x="58102" y="30956"/>
                    </a:lnTo>
                    <a:lnTo>
                      <a:pt x="61341" y="34766"/>
                    </a:lnTo>
                    <a:lnTo>
                      <a:pt x="69723" y="34766"/>
                    </a:lnTo>
                    <a:lnTo>
                      <a:pt x="80867" y="46482"/>
                    </a:lnTo>
                    <a:lnTo>
                      <a:pt x="88678" y="46482"/>
                    </a:lnTo>
                    <a:lnTo>
                      <a:pt x="88678" y="53245"/>
                    </a:ln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sp>
          <p:nvSpPr>
            <p:cNvPr id="86" name="Freeform: Shape 24">
              <a:extLst>
                <a:ext uri="{FF2B5EF4-FFF2-40B4-BE49-F238E27FC236}">
                  <a16:creationId xmlns:a16="http://schemas.microsoft.com/office/drawing/2014/main" id="{F32F0C2D-D8D2-F44E-729E-2568117D80D4}"/>
                </a:ext>
              </a:extLst>
            </p:cNvPr>
            <p:cNvSpPr/>
            <p:nvPr/>
          </p:nvSpPr>
          <p:spPr>
            <a:xfrm>
              <a:off x="8725662" y="2407348"/>
              <a:ext cx="209550" cy="209550"/>
            </a:xfrm>
            <a:custGeom>
              <a:avLst/>
              <a:gdLst>
                <a:gd name="connsiteX0" fmla="*/ 213550 w 209550"/>
                <a:gd name="connsiteY0" fmla="*/ 97060 h 209550"/>
                <a:gd name="connsiteX1" fmla="*/ 213550 w 209550"/>
                <a:gd name="connsiteY1" fmla="*/ 103442 h 209550"/>
                <a:gd name="connsiteX2" fmla="*/ 212407 w 209550"/>
                <a:gd name="connsiteY2" fmla="*/ 105537 h 209550"/>
                <a:gd name="connsiteX3" fmla="*/ 210407 w 209550"/>
                <a:gd name="connsiteY3" fmla="*/ 106394 h 209550"/>
                <a:gd name="connsiteX4" fmla="*/ 207550 w 209550"/>
                <a:gd name="connsiteY4" fmla="*/ 106108 h 209550"/>
                <a:gd name="connsiteX5" fmla="*/ 204883 w 209550"/>
                <a:gd name="connsiteY5" fmla="*/ 105727 h 209550"/>
                <a:gd name="connsiteX6" fmla="*/ 201263 w 209550"/>
                <a:gd name="connsiteY6" fmla="*/ 106680 h 209550"/>
                <a:gd name="connsiteX7" fmla="*/ 196501 w 209550"/>
                <a:gd name="connsiteY7" fmla="*/ 109823 h 209550"/>
                <a:gd name="connsiteX8" fmla="*/ 193929 w 209550"/>
                <a:gd name="connsiteY8" fmla="*/ 111824 h 209550"/>
                <a:gd name="connsiteX9" fmla="*/ 189929 w 209550"/>
                <a:gd name="connsiteY9" fmla="*/ 111633 h 209550"/>
                <a:gd name="connsiteX10" fmla="*/ 185928 w 209550"/>
                <a:gd name="connsiteY10" fmla="*/ 114205 h 209550"/>
                <a:gd name="connsiteX11" fmla="*/ 184499 w 209550"/>
                <a:gd name="connsiteY11" fmla="*/ 117539 h 209550"/>
                <a:gd name="connsiteX12" fmla="*/ 182689 w 209550"/>
                <a:gd name="connsiteY12" fmla="*/ 118681 h 209550"/>
                <a:gd name="connsiteX13" fmla="*/ 178689 w 209550"/>
                <a:gd name="connsiteY13" fmla="*/ 118586 h 209550"/>
                <a:gd name="connsiteX14" fmla="*/ 177546 w 209550"/>
                <a:gd name="connsiteY14" fmla="*/ 116681 h 209550"/>
                <a:gd name="connsiteX15" fmla="*/ 175450 w 209550"/>
                <a:gd name="connsiteY15" fmla="*/ 116205 h 209550"/>
                <a:gd name="connsiteX16" fmla="*/ 173927 w 209550"/>
                <a:gd name="connsiteY16" fmla="*/ 118586 h 209550"/>
                <a:gd name="connsiteX17" fmla="*/ 174212 w 209550"/>
                <a:gd name="connsiteY17" fmla="*/ 121349 h 209550"/>
                <a:gd name="connsiteX18" fmla="*/ 171450 w 209550"/>
                <a:gd name="connsiteY18" fmla="*/ 122111 h 209550"/>
                <a:gd name="connsiteX19" fmla="*/ 168878 w 209550"/>
                <a:gd name="connsiteY19" fmla="*/ 123063 h 209550"/>
                <a:gd name="connsiteX20" fmla="*/ 166878 w 209550"/>
                <a:gd name="connsiteY20" fmla="*/ 126587 h 209550"/>
                <a:gd name="connsiteX21" fmla="*/ 162973 w 209550"/>
                <a:gd name="connsiteY21" fmla="*/ 128016 h 209550"/>
                <a:gd name="connsiteX22" fmla="*/ 160401 w 209550"/>
                <a:gd name="connsiteY22" fmla="*/ 127826 h 209550"/>
                <a:gd name="connsiteX23" fmla="*/ 158591 w 209550"/>
                <a:gd name="connsiteY23" fmla="*/ 130683 h 209550"/>
                <a:gd name="connsiteX24" fmla="*/ 156781 w 209550"/>
                <a:gd name="connsiteY24" fmla="*/ 133255 h 209550"/>
                <a:gd name="connsiteX25" fmla="*/ 154686 w 209550"/>
                <a:gd name="connsiteY25" fmla="*/ 133826 h 209550"/>
                <a:gd name="connsiteX26" fmla="*/ 154400 w 209550"/>
                <a:gd name="connsiteY26" fmla="*/ 131540 h 209550"/>
                <a:gd name="connsiteX27" fmla="*/ 152114 w 209550"/>
                <a:gd name="connsiteY27" fmla="*/ 130493 h 209550"/>
                <a:gd name="connsiteX28" fmla="*/ 148209 w 209550"/>
                <a:gd name="connsiteY28" fmla="*/ 131540 h 209550"/>
                <a:gd name="connsiteX29" fmla="*/ 146589 w 209550"/>
                <a:gd name="connsiteY29" fmla="*/ 134207 h 209550"/>
                <a:gd name="connsiteX30" fmla="*/ 142684 w 209550"/>
                <a:gd name="connsiteY30" fmla="*/ 136493 h 209550"/>
                <a:gd name="connsiteX31" fmla="*/ 140208 w 209550"/>
                <a:gd name="connsiteY31" fmla="*/ 136874 h 209550"/>
                <a:gd name="connsiteX32" fmla="*/ 139827 w 209550"/>
                <a:gd name="connsiteY32" fmla="*/ 139446 h 209550"/>
                <a:gd name="connsiteX33" fmla="*/ 137255 w 209550"/>
                <a:gd name="connsiteY33" fmla="*/ 140684 h 209550"/>
                <a:gd name="connsiteX34" fmla="*/ 133921 w 209550"/>
                <a:gd name="connsiteY34" fmla="*/ 138303 h 209550"/>
                <a:gd name="connsiteX35" fmla="*/ 130587 w 209550"/>
                <a:gd name="connsiteY35" fmla="*/ 138113 h 209550"/>
                <a:gd name="connsiteX36" fmla="*/ 126682 w 209550"/>
                <a:gd name="connsiteY36" fmla="*/ 140684 h 209550"/>
                <a:gd name="connsiteX37" fmla="*/ 123730 w 209550"/>
                <a:gd name="connsiteY37" fmla="*/ 143351 h 209550"/>
                <a:gd name="connsiteX38" fmla="*/ 122396 w 209550"/>
                <a:gd name="connsiteY38" fmla="*/ 147161 h 209550"/>
                <a:gd name="connsiteX39" fmla="*/ 120396 w 209550"/>
                <a:gd name="connsiteY39" fmla="*/ 147256 h 209550"/>
                <a:gd name="connsiteX40" fmla="*/ 119443 w 209550"/>
                <a:gd name="connsiteY40" fmla="*/ 145733 h 209550"/>
                <a:gd name="connsiteX41" fmla="*/ 116491 w 209550"/>
                <a:gd name="connsiteY41" fmla="*/ 143923 h 209550"/>
                <a:gd name="connsiteX42" fmla="*/ 112966 w 209550"/>
                <a:gd name="connsiteY42" fmla="*/ 144780 h 209550"/>
                <a:gd name="connsiteX43" fmla="*/ 109538 w 209550"/>
                <a:gd name="connsiteY43" fmla="*/ 147256 h 209550"/>
                <a:gd name="connsiteX44" fmla="*/ 106203 w 209550"/>
                <a:gd name="connsiteY44" fmla="*/ 148495 h 209550"/>
                <a:gd name="connsiteX45" fmla="*/ 103251 w 209550"/>
                <a:gd name="connsiteY45" fmla="*/ 151638 h 209550"/>
                <a:gd name="connsiteX46" fmla="*/ 100965 w 209550"/>
                <a:gd name="connsiteY46" fmla="*/ 152210 h 209550"/>
                <a:gd name="connsiteX47" fmla="*/ 100013 w 209550"/>
                <a:gd name="connsiteY47" fmla="*/ 148971 h 209550"/>
                <a:gd name="connsiteX48" fmla="*/ 97155 w 209550"/>
                <a:gd name="connsiteY48" fmla="*/ 145828 h 209550"/>
                <a:gd name="connsiteX49" fmla="*/ 94679 w 209550"/>
                <a:gd name="connsiteY49" fmla="*/ 148400 h 209550"/>
                <a:gd name="connsiteX50" fmla="*/ 94107 w 209550"/>
                <a:gd name="connsiteY50" fmla="*/ 152400 h 209550"/>
                <a:gd name="connsiteX51" fmla="*/ 91059 w 209550"/>
                <a:gd name="connsiteY51" fmla="*/ 155448 h 209550"/>
                <a:gd name="connsiteX52" fmla="*/ 90488 w 209550"/>
                <a:gd name="connsiteY52" fmla="*/ 160020 h 209550"/>
                <a:gd name="connsiteX53" fmla="*/ 87630 w 209550"/>
                <a:gd name="connsiteY53" fmla="*/ 162592 h 209550"/>
                <a:gd name="connsiteX54" fmla="*/ 83629 w 209550"/>
                <a:gd name="connsiteY54" fmla="*/ 162592 h 209550"/>
                <a:gd name="connsiteX55" fmla="*/ 81629 w 209550"/>
                <a:gd name="connsiteY55" fmla="*/ 166973 h 209550"/>
                <a:gd name="connsiteX56" fmla="*/ 79820 w 209550"/>
                <a:gd name="connsiteY56" fmla="*/ 171069 h 209550"/>
                <a:gd name="connsiteX57" fmla="*/ 79914 w 209550"/>
                <a:gd name="connsiteY57" fmla="*/ 173546 h 209550"/>
                <a:gd name="connsiteX58" fmla="*/ 77248 w 209550"/>
                <a:gd name="connsiteY58" fmla="*/ 174593 h 209550"/>
                <a:gd name="connsiteX59" fmla="*/ 73628 w 209550"/>
                <a:gd name="connsiteY59" fmla="*/ 173641 h 209550"/>
                <a:gd name="connsiteX60" fmla="*/ 69818 w 209550"/>
                <a:gd name="connsiteY60" fmla="*/ 174879 h 209550"/>
                <a:gd name="connsiteX61" fmla="*/ 67151 w 209550"/>
                <a:gd name="connsiteY61" fmla="*/ 178403 h 209550"/>
                <a:gd name="connsiteX62" fmla="*/ 64770 w 209550"/>
                <a:gd name="connsiteY62" fmla="*/ 182023 h 209550"/>
                <a:gd name="connsiteX63" fmla="*/ 62103 w 209550"/>
                <a:gd name="connsiteY63" fmla="*/ 181451 h 209550"/>
                <a:gd name="connsiteX64" fmla="*/ 57531 w 209550"/>
                <a:gd name="connsiteY64" fmla="*/ 185452 h 209550"/>
                <a:gd name="connsiteX65" fmla="*/ 54959 w 209550"/>
                <a:gd name="connsiteY65" fmla="*/ 186690 h 209550"/>
                <a:gd name="connsiteX66" fmla="*/ 52483 w 209550"/>
                <a:gd name="connsiteY66" fmla="*/ 190405 h 209550"/>
                <a:gd name="connsiteX67" fmla="*/ 50673 w 209550"/>
                <a:gd name="connsiteY67" fmla="*/ 192310 h 209550"/>
                <a:gd name="connsiteX68" fmla="*/ 50006 w 209550"/>
                <a:gd name="connsiteY68" fmla="*/ 195739 h 209550"/>
                <a:gd name="connsiteX69" fmla="*/ 47339 w 209550"/>
                <a:gd name="connsiteY69" fmla="*/ 197644 h 209550"/>
                <a:gd name="connsiteX70" fmla="*/ 45625 w 209550"/>
                <a:gd name="connsiteY70" fmla="*/ 197739 h 209550"/>
                <a:gd name="connsiteX71" fmla="*/ 44482 w 209550"/>
                <a:gd name="connsiteY71" fmla="*/ 200787 h 209550"/>
                <a:gd name="connsiteX72" fmla="*/ 41910 w 209550"/>
                <a:gd name="connsiteY72" fmla="*/ 200787 h 209550"/>
                <a:gd name="connsiteX73" fmla="*/ 40386 w 209550"/>
                <a:gd name="connsiteY73" fmla="*/ 203835 h 209550"/>
                <a:gd name="connsiteX74" fmla="*/ 39433 w 209550"/>
                <a:gd name="connsiteY74" fmla="*/ 206407 h 209550"/>
                <a:gd name="connsiteX75" fmla="*/ 36480 w 209550"/>
                <a:gd name="connsiteY75" fmla="*/ 206597 h 209550"/>
                <a:gd name="connsiteX76" fmla="*/ 35052 w 209550"/>
                <a:gd name="connsiteY76" fmla="*/ 209264 h 209550"/>
                <a:gd name="connsiteX77" fmla="*/ 33147 w 209550"/>
                <a:gd name="connsiteY77" fmla="*/ 210026 h 209550"/>
                <a:gd name="connsiteX78" fmla="*/ 31337 w 209550"/>
                <a:gd name="connsiteY78" fmla="*/ 209169 h 209550"/>
                <a:gd name="connsiteX79" fmla="*/ 27813 w 209550"/>
                <a:gd name="connsiteY79" fmla="*/ 210884 h 209550"/>
                <a:gd name="connsiteX80" fmla="*/ 26861 w 209550"/>
                <a:gd name="connsiteY80" fmla="*/ 213360 h 209550"/>
                <a:gd name="connsiteX81" fmla="*/ 27051 w 209550"/>
                <a:gd name="connsiteY81" fmla="*/ 216122 h 209550"/>
                <a:gd name="connsiteX82" fmla="*/ 24574 w 209550"/>
                <a:gd name="connsiteY82" fmla="*/ 215837 h 209550"/>
                <a:gd name="connsiteX83" fmla="*/ 24574 w 209550"/>
                <a:gd name="connsiteY83" fmla="*/ 210122 h 209550"/>
                <a:gd name="connsiteX84" fmla="*/ 13335 w 209550"/>
                <a:gd name="connsiteY84" fmla="*/ 200406 h 209550"/>
                <a:gd name="connsiteX85" fmla="*/ 36100 w 209550"/>
                <a:gd name="connsiteY85" fmla="*/ 175451 h 209550"/>
                <a:gd name="connsiteX86" fmla="*/ 24574 w 209550"/>
                <a:gd name="connsiteY86" fmla="*/ 164116 h 209550"/>
                <a:gd name="connsiteX87" fmla="*/ 762 w 209550"/>
                <a:gd name="connsiteY87" fmla="*/ 52673 h 209550"/>
                <a:gd name="connsiteX88" fmla="*/ 0 w 209550"/>
                <a:gd name="connsiteY88" fmla="*/ 51626 h 209550"/>
                <a:gd name="connsiteX89" fmla="*/ 72771 w 209550"/>
                <a:gd name="connsiteY89" fmla="*/ 30385 h 209550"/>
                <a:gd name="connsiteX90" fmla="*/ 74866 w 209550"/>
                <a:gd name="connsiteY90" fmla="*/ 37052 h 209550"/>
                <a:gd name="connsiteX91" fmla="*/ 80676 w 209550"/>
                <a:gd name="connsiteY91" fmla="*/ 34195 h 209550"/>
                <a:gd name="connsiteX92" fmla="*/ 80676 w 209550"/>
                <a:gd name="connsiteY92" fmla="*/ 28385 h 209550"/>
                <a:gd name="connsiteX93" fmla="*/ 99822 w 209550"/>
                <a:gd name="connsiteY93" fmla="*/ 25146 h 209550"/>
                <a:gd name="connsiteX94" fmla="*/ 184023 w 209550"/>
                <a:gd name="connsiteY94" fmla="*/ 0 h 209550"/>
                <a:gd name="connsiteX95" fmla="*/ 187547 w 209550"/>
                <a:gd name="connsiteY95" fmla="*/ 0 h 209550"/>
                <a:gd name="connsiteX96" fmla="*/ 187357 w 209550"/>
                <a:gd name="connsiteY96" fmla="*/ 5810 h 209550"/>
                <a:gd name="connsiteX97" fmla="*/ 201358 w 209550"/>
                <a:gd name="connsiteY97" fmla="*/ 44006 h 209550"/>
                <a:gd name="connsiteX98" fmla="*/ 213264 w 209550"/>
                <a:gd name="connsiteY98" fmla="*/ 87725 h 209550"/>
                <a:gd name="connsiteX99" fmla="*/ 208597 w 209550"/>
                <a:gd name="connsiteY99" fmla="*/ 92393 h 209550"/>
                <a:gd name="connsiteX100" fmla="*/ 213550 w 209550"/>
                <a:gd name="connsiteY100" fmla="*/ 9706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09550" h="209550">
                  <a:moveTo>
                    <a:pt x="213550" y="97060"/>
                  </a:moveTo>
                  <a:lnTo>
                    <a:pt x="213550" y="103442"/>
                  </a:lnTo>
                  <a:lnTo>
                    <a:pt x="212407" y="105537"/>
                  </a:lnTo>
                  <a:cubicBezTo>
                    <a:pt x="211645" y="105918"/>
                    <a:pt x="210978" y="106299"/>
                    <a:pt x="210407" y="106394"/>
                  </a:cubicBezTo>
                  <a:cubicBezTo>
                    <a:pt x="209740" y="106490"/>
                    <a:pt x="208216" y="106204"/>
                    <a:pt x="207550" y="106108"/>
                  </a:cubicBezTo>
                  <a:cubicBezTo>
                    <a:pt x="206883" y="106013"/>
                    <a:pt x="205549" y="105632"/>
                    <a:pt x="204883" y="105727"/>
                  </a:cubicBezTo>
                  <a:cubicBezTo>
                    <a:pt x="203930" y="105823"/>
                    <a:pt x="202120" y="106299"/>
                    <a:pt x="201263" y="106680"/>
                  </a:cubicBezTo>
                  <a:cubicBezTo>
                    <a:pt x="199930" y="107252"/>
                    <a:pt x="197644" y="108966"/>
                    <a:pt x="196501" y="109823"/>
                  </a:cubicBezTo>
                  <a:cubicBezTo>
                    <a:pt x="195834" y="110300"/>
                    <a:pt x="194691" y="111538"/>
                    <a:pt x="193929" y="111824"/>
                  </a:cubicBezTo>
                  <a:cubicBezTo>
                    <a:pt x="192977" y="112109"/>
                    <a:pt x="190976" y="111347"/>
                    <a:pt x="189929" y="111633"/>
                  </a:cubicBezTo>
                  <a:cubicBezTo>
                    <a:pt x="188786" y="111919"/>
                    <a:pt x="186690" y="113252"/>
                    <a:pt x="185928" y="114205"/>
                  </a:cubicBezTo>
                  <a:cubicBezTo>
                    <a:pt x="185356" y="114872"/>
                    <a:pt x="185071" y="116872"/>
                    <a:pt x="184499" y="117539"/>
                  </a:cubicBezTo>
                  <a:cubicBezTo>
                    <a:pt x="184118" y="117920"/>
                    <a:pt x="183261" y="118586"/>
                    <a:pt x="182689" y="118681"/>
                  </a:cubicBezTo>
                  <a:cubicBezTo>
                    <a:pt x="181737" y="118967"/>
                    <a:pt x="179546" y="119063"/>
                    <a:pt x="178689" y="118586"/>
                  </a:cubicBezTo>
                  <a:cubicBezTo>
                    <a:pt x="178212" y="118301"/>
                    <a:pt x="178022" y="116967"/>
                    <a:pt x="177546" y="116681"/>
                  </a:cubicBezTo>
                  <a:cubicBezTo>
                    <a:pt x="177165" y="116396"/>
                    <a:pt x="175926" y="116015"/>
                    <a:pt x="175450" y="116205"/>
                  </a:cubicBezTo>
                  <a:cubicBezTo>
                    <a:pt x="174784" y="116491"/>
                    <a:pt x="174117" y="117824"/>
                    <a:pt x="173927" y="118586"/>
                  </a:cubicBezTo>
                  <a:cubicBezTo>
                    <a:pt x="173736" y="119253"/>
                    <a:pt x="174593" y="120777"/>
                    <a:pt x="174212" y="121349"/>
                  </a:cubicBezTo>
                  <a:cubicBezTo>
                    <a:pt x="173831" y="121920"/>
                    <a:pt x="172117" y="121920"/>
                    <a:pt x="171450" y="122111"/>
                  </a:cubicBezTo>
                  <a:cubicBezTo>
                    <a:pt x="170783" y="122301"/>
                    <a:pt x="169450" y="122587"/>
                    <a:pt x="168878" y="123063"/>
                  </a:cubicBezTo>
                  <a:cubicBezTo>
                    <a:pt x="168116" y="123730"/>
                    <a:pt x="167640" y="125921"/>
                    <a:pt x="166878" y="126587"/>
                  </a:cubicBezTo>
                  <a:cubicBezTo>
                    <a:pt x="166116" y="127254"/>
                    <a:pt x="163925" y="127826"/>
                    <a:pt x="162973" y="128016"/>
                  </a:cubicBezTo>
                  <a:cubicBezTo>
                    <a:pt x="162306" y="128111"/>
                    <a:pt x="160972" y="127540"/>
                    <a:pt x="160401" y="127826"/>
                  </a:cubicBezTo>
                  <a:cubicBezTo>
                    <a:pt x="159639" y="128206"/>
                    <a:pt x="159068" y="130016"/>
                    <a:pt x="158591" y="130683"/>
                  </a:cubicBezTo>
                  <a:cubicBezTo>
                    <a:pt x="158115" y="131350"/>
                    <a:pt x="157353" y="132874"/>
                    <a:pt x="156781" y="133255"/>
                  </a:cubicBezTo>
                  <a:cubicBezTo>
                    <a:pt x="156305" y="133541"/>
                    <a:pt x="155162" y="134112"/>
                    <a:pt x="154686" y="133826"/>
                  </a:cubicBezTo>
                  <a:cubicBezTo>
                    <a:pt x="154210" y="133541"/>
                    <a:pt x="154781" y="132017"/>
                    <a:pt x="154400" y="131540"/>
                  </a:cubicBezTo>
                  <a:cubicBezTo>
                    <a:pt x="154019" y="131064"/>
                    <a:pt x="152781" y="130588"/>
                    <a:pt x="152114" y="130493"/>
                  </a:cubicBezTo>
                  <a:cubicBezTo>
                    <a:pt x="151066" y="130397"/>
                    <a:pt x="149066" y="130874"/>
                    <a:pt x="148209" y="131540"/>
                  </a:cubicBezTo>
                  <a:cubicBezTo>
                    <a:pt x="147638" y="132017"/>
                    <a:pt x="147161" y="133636"/>
                    <a:pt x="146589" y="134207"/>
                  </a:cubicBezTo>
                  <a:cubicBezTo>
                    <a:pt x="145828" y="134969"/>
                    <a:pt x="143732" y="136208"/>
                    <a:pt x="142684" y="136493"/>
                  </a:cubicBezTo>
                  <a:cubicBezTo>
                    <a:pt x="142113" y="136684"/>
                    <a:pt x="140684" y="136398"/>
                    <a:pt x="140208" y="136874"/>
                  </a:cubicBezTo>
                  <a:cubicBezTo>
                    <a:pt x="139732" y="137351"/>
                    <a:pt x="140208" y="138970"/>
                    <a:pt x="139827" y="139446"/>
                  </a:cubicBezTo>
                  <a:cubicBezTo>
                    <a:pt x="139446" y="140018"/>
                    <a:pt x="137922" y="140684"/>
                    <a:pt x="137255" y="140684"/>
                  </a:cubicBezTo>
                  <a:cubicBezTo>
                    <a:pt x="136207" y="140589"/>
                    <a:pt x="134874" y="138589"/>
                    <a:pt x="133921" y="138303"/>
                  </a:cubicBezTo>
                  <a:cubicBezTo>
                    <a:pt x="133159" y="138017"/>
                    <a:pt x="131445" y="137827"/>
                    <a:pt x="130587" y="138113"/>
                  </a:cubicBezTo>
                  <a:cubicBezTo>
                    <a:pt x="129444" y="138398"/>
                    <a:pt x="127635" y="139922"/>
                    <a:pt x="126682" y="140684"/>
                  </a:cubicBezTo>
                  <a:cubicBezTo>
                    <a:pt x="125920" y="141256"/>
                    <a:pt x="124301" y="142494"/>
                    <a:pt x="123730" y="143351"/>
                  </a:cubicBezTo>
                  <a:cubicBezTo>
                    <a:pt x="123158" y="144209"/>
                    <a:pt x="123158" y="146590"/>
                    <a:pt x="122396" y="147161"/>
                  </a:cubicBezTo>
                  <a:cubicBezTo>
                    <a:pt x="122015" y="147447"/>
                    <a:pt x="120872" y="147542"/>
                    <a:pt x="120396" y="147256"/>
                  </a:cubicBezTo>
                  <a:cubicBezTo>
                    <a:pt x="120015" y="147066"/>
                    <a:pt x="119729" y="146114"/>
                    <a:pt x="119443" y="145733"/>
                  </a:cubicBezTo>
                  <a:cubicBezTo>
                    <a:pt x="118776" y="145161"/>
                    <a:pt x="117348" y="144113"/>
                    <a:pt x="116491" y="143923"/>
                  </a:cubicBezTo>
                  <a:cubicBezTo>
                    <a:pt x="115633" y="143827"/>
                    <a:pt x="113824" y="144399"/>
                    <a:pt x="112966" y="144780"/>
                  </a:cubicBezTo>
                  <a:cubicBezTo>
                    <a:pt x="112014" y="145256"/>
                    <a:pt x="110394" y="146780"/>
                    <a:pt x="109538" y="147256"/>
                  </a:cubicBezTo>
                  <a:cubicBezTo>
                    <a:pt x="108775" y="147638"/>
                    <a:pt x="106966" y="148019"/>
                    <a:pt x="106203" y="148495"/>
                  </a:cubicBezTo>
                  <a:cubicBezTo>
                    <a:pt x="105346" y="149066"/>
                    <a:pt x="104204" y="151067"/>
                    <a:pt x="103251" y="151638"/>
                  </a:cubicBezTo>
                  <a:cubicBezTo>
                    <a:pt x="102775" y="151924"/>
                    <a:pt x="101441" y="152495"/>
                    <a:pt x="100965" y="152210"/>
                  </a:cubicBezTo>
                  <a:cubicBezTo>
                    <a:pt x="100203" y="151829"/>
                    <a:pt x="100489" y="149733"/>
                    <a:pt x="100013" y="148971"/>
                  </a:cubicBezTo>
                  <a:cubicBezTo>
                    <a:pt x="99536" y="148019"/>
                    <a:pt x="98203" y="145828"/>
                    <a:pt x="97155" y="145828"/>
                  </a:cubicBezTo>
                  <a:cubicBezTo>
                    <a:pt x="96298" y="145828"/>
                    <a:pt x="95059" y="147638"/>
                    <a:pt x="94679" y="148400"/>
                  </a:cubicBezTo>
                  <a:cubicBezTo>
                    <a:pt x="94297" y="149257"/>
                    <a:pt x="94583" y="151448"/>
                    <a:pt x="94107" y="152400"/>
                  </a:cubicBezTo>
                  <a:cubicBezTo>
                    <a:pt x="93630" y="153352"/>
                    <a:pt x="91535" y="154496"/>
                    <a:pt x="91059" y="155448"/>
                  </a:cubicBezTo>
                  <a:cubicBezTo>
                    <a:pt x="90583" y="156496"/>
                    <a:pt x="91059" y="159068"/>
                    <a:pt x="90488" y="160020"/>
                  </a:cubicBezTo>
                  <a:cubicBezTo>
                    <a:pt x="90011" y="160877"/>
                    <a:pt x="88487" y="162211"/>
                    <a:pt x="87630" y="162592"/>
                  </a:cubicBezTo>
                  <a:cubicBezTo>
                    <a:pt x="86677" y="162973"/>
                    <a:pt x="84487" y="162020"/>
                    <a:pt x="83629" y="162592"/>
                  </a:cubicBezTo>
                  <a:cubicBezTo>
                    <a:pt x="82582" y="163259"/>
                    <a:pt x="82105" y="165830"/>
                    <a:pt x="81629" y="166973"/>
                  </a:cubicBezTo>
                  <a:cubicBezTo>
                    <a:pt x="81153" y="168021"/>
                    <a:pt x="80010" y="169926"/>
                    <a:pt x="79820" y="171069"/>
                  </a:cubicBezTo>
                  <a:cubicBezTo>
                    <a:pt x="79724" y="171641"/>
                    <a:pt x="80296" y="172974"/>
                    <a:pt x="79914" y="173546"/>
                  </a:cubicBezTo>
                  <a:cubicBezTo>
                    <a:pt x="79534" y="174117"/>
                    <a:pt x="77914" y="174593"/>
                    <a:pt x="77248" y="174593"/>
                  </a:cubicBezTo>
                  <a:cubicBezTo>
                    <a:pt x="76295" y="174689"/>
                    <a:pt x="74580" y="173641"/>
                    <a:pt x="73628" y="173641"/>
                  </a:cubicBezTo>
                  <a:cubicBezTo>
                    <a:pt x="72580" y="173641"/>
                    <a:pt x="70580" y="174308"/>
                    <a:pt x="69818" y="174879"/>
                  </a:cubicBezTo>
                  <a:cubicBezTo>
                    <a:pt x="68866" y="175546"/>
                    <a:pt x="67818" y="177451"/>
                    <a:pt x="67151" y="178403"/>
                  </a:cubicBezTo>
                  <a:cubicBezTo>
                    <a:pt x="66484" y="179261"/>
                    <a:pt x="65817" y="181547"/>
                    <a:pt x="64770" y="182023"/>
                  </a:cubicBezTo>
                  <a:cubicBezTo>
                    <a:pt x="64198" y="182309"/>
                    <a:pt x="62769" y="181356"/>
                    <a:pt x="62103" y="181451"/>
                  </a:cubicBezTo>
                  <a:cubicBezTo>
                    <a:pt x="60674" y="181832"/>
                    <a:pt x="58769" y="184595"/>
                    <a:pt x="57531" y="185452"/>
                  </a:cubicBezTo>
                  <a:cubicBezTo>
                    <a:pt x="56959" y="185833"/>
                    <a:pt x="55530" y="186214"/>
                    <a:pt x="54959" y="186690"/>
                  </a:cubicBezTo>
                  <a:cubicBezTo>
                    <a:pt x="54102" y="187452"/>
                    <a:pt x="53244" y="189548"/>
                    <a:pt x="52483" y="190405"/>
                  </a:cubicBezTo>
                  <a:cubicBezTo>
                    <a:pt x="52101" y="190881"/>
                    <a:pt x="50959" y="191738"/>
                    <a:pt x="50673" y="192310"/>
                  </a:cubicBezTo>
                  <a:cubicBezTo>
                    <a:pt x="50292" y="193072"/>
                    <a:pt x="50482" y="194977"/>
                    <a:pt x="50006" y="195739"/>
                  </a:cubicBezTo>
                  <a:cubicBezTo>
                    <a:pt x="49530" y="196406"/>
                    <a:pt x="48101" y="197358"/>
                    <a:pt x="47339" y="197644"/>
                  </a:cubicBezTo>
                  <a:cubicBezTo>
                    <a:pt x="46958" y="197739"/>
                    <a:pt x="46005" y="197453"/>
                    <a:pt x="45625" y="197739"/>
                  </a:cubicBezTo>
                  <a:cubicBezTo>
                    <a:pt x="44958" y="198215"/>
                    <a:pt x="45148" y="200311"/>
                    <a:pt x="44482" y="200787"/>
                  </a:cubicBezTo>
                  <a:cubicBezTo>
                    <a:pt x="43910" y="201168"/>
                    <a:pt x="42481" y="200406"/>
                    <a:pt x="41910" y="200787"/>
                  </a:cubicBezTo>
                  <a:cubicBezTo>
                    <a:pt x="41148" y="201263"/>
                    <a:pt x="40767" y="203073"/>
                    <a:pt x="40386" y="203835"/>
                  </a:cubicBezTo>
                  <a:cubicBezTo>
                    <a:pt x="40100" y="204502"/>
                    <a:pt x="40005" y="206026"/>
                    <a:pt x="39433" y="206407"/>
                  </a:cubicBezTo>
                  <a:cubicBezTo>
                    <a:pt x="38862" y="206883"/>
                    <a:pt x="37052" y="206216"/>
                    <a:pt x="36480" y="206597"/>
                  </a:cubicBezTo>
                  <a:cubicBezTo>
                    <a:pt x="35814" y="206978"/>
                    <a:pt x="35623" y="208693"/>
                    <a:pt x="35052" y="209264"/>
                  </a:cubicBezTo>
                  <a:cubicBezTo>
                    <a:pt x="34671" y="209645"/>
                    <a:pt x="33623" y="210026"/>
                    <a:pt x="33147" y="210026"/>
                  </a:cubicBezTo>
                  <a:cubicBezTo>
                    <a:pt x="32671" y="210026"/>
                    <a:pt x="31813" y="209169"/>
                    <a:pt x="31337" y="209169"/>
                  </a:cubicBezTo>
                  <a:cubicBezTo>
                    <a:pt x="30385" y="209169"/>
                    <a:pt x="28480" y="210122"/>
                    <a:pt x="27813" y="210884"/>
                  </a:cubicBezTo>
                  <a:cubicBezTo>
                    <a:pt x="27337" y="211360"/>
                    <a:pt x="26955" y="212693"/>
                    <a:pt x="26861" y="213360"/>
                  </a:cubicBezTo>
                  <a:cubicBezTo>
                    <a:pt x="26765" y="214027"/>
                    <a:pt x="27146" y="215360"/>
                    <a:pt x="27051" y="216122"/>
                  </a:cubicBezTo>
                  <a:cubicBezTo>
                    <a:pt x="26098" y="216122"/>
                    <a:pt x="24955" y="216313"/>
                    <a:pt x="24574" y="215837"/>
                  </a:cubicBezTo>
                  <a:cubicBezTo>
                    <a:pt x="23622" y="214694"/>
                    <a:pt x="24574" y="210122"/>
                    <a:pt x="24574" y="210122"/>
                  </a:cubicBezTo>
                  <a:lnTo>
                    <a:pt x="13335" y="200406"/>
                  </a:lnTo>
                  <a:lnTo>
                    <a:pt x="36100" y="175451"/>
                  </a:lnTo>
                  <a:lnTo>
                    <a:pt x="24574" y="164116"/>
                  </a:lnTo>
                  <a:lnTo>
                    <a:pt x="762" y="52673"/>
                  </a:lnTo>
                  <a:lnTo>
                    <a:pt x="0" y="51626"/>
                  </a:lnTo>
                  <a:lnTo>
                    <a:pt x="72771" y="30385"/>
                  </a:lnTo>
                  <a:lnTo>
                    <a:pt x="74866" y="37052"/>
                  </a:lnTo>
                  <a:lnTo>
                    <a:pt x="80676" y="34195"/>
                  </a:lnTo>
                  <a:lnTo>
                    <a:pt x="80676" y="28385"/>
                  </a:lnTo>
                  <a:lnTo>
                    <a:pt x="99822" y="25146"/>
                  </a:lnTo>
                  <a:lnTo>
                    <a:pt x="184023" y="0"/>
                  </a:lnTo>
                  <a:lnTo>
                    <a:pt x="187547" y="0"/>
                  </a:lnTo>
                  <a:lnTo>
                    <a:pt x="187357" y="5810"/>
                  </a:lnTo>
                  <a:lnTo>
                    <a:pt x="201358" y="44006"/>
                  </a:lnTo>
                  <a:lnTo>
                    <a:pt x="213264" y="87725"/>
                  </a:lnTo>
                  <a:lnTo>
                    <a:pt x="208597" y="92393"/>
                  </a:lnTo>
                  <a:lnTo>
                    <a:pt x="213550" y="97060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grpSp>
          <p:nvGrpSpPr>
            <p:cNvPr id="87" name="Graphic 4">
              <a:extLst>
                <a:ext uri="{FF2B5EF4-FFF2-40B4-BE49-F238E27FC236}">
                  <a16:creationId xmlns:a16="http://schemas.microsoft.com/office/drawing/2014/main" id="{44C45873-EE34-B4EF-A01A-2F6940EDED84}"/>
                </a:ext>
              </a:extLst>
            </p:cNvPr>
            <p:cNvGrpSpPr/>
            <p:nvPr/>
          </p:nvGrpSpPr>
          <p:grpSpPr>
            <a:xfrm>
              <a:off x="8720518" y="2247710"/>
              <a:ext cx="409575" cy="228600"/>
              <a:chOff x="8720518" y="2247710"/>
              <a:chExt cx="409575" cy="228600"/>
            </a:xfrm>
            <a:grpFill/>
          </p:grpSpPr>
          <p:sp>
            <p:nvSpPr>
              <p:cNvPr id="232" name="Freeform: Shape 26">
                <a:extLst>
                  <a:ext uri="{FF2B5EF4-FFF2-40B4-BE49-F238E27FC236}">
                    <a16:creationId xmlns:a16="http://schemas.microsoft.com/office/drawing/2014/main" id="{0DCBA65C-843D-6913-C3DC-475881678CB3}"/>
                  </a:ext>
                </a:extLst>
              </p:cNvPr>
              <p:cNvSpPr/>
              <p:nvPr/>
            </p:nvSpPr>
            <p:spPr>
              <a:xfrm>
                <a:off x="9048655" y="2445157"/>
                <a:ext cx="38100" cy="28575"/>
              </a:xfrm>
              <a:custGeom>
                <a:avLst/>
                <a:gdLst>
                  <a:gd name="connsiteX0" fmla="*/ 43529 w 38100"/>
                  <a:gd name="connsiteY0" fmla="*/ 10578 h 28575"/>
                  <a:gd name="connsiteX1" fmla="*/ 42291 w 38100"/>
                  <a:gd name="connsiteY1" fmla="*/ 5244 h 28575"/>
                  <a:gd name="connsiteX2" fmla="*/ 39529 w 38100"/>
                  <a:gd name="connsiteY2" fmla="*/ 3625 h 28575"/>
                  <a:gd name="connsiteX3" fmla="*/ 37433 w 38100"/>
                  <a:gd name="connsiteY3" fmla="*/ 5244 h 28575"/>
                  <a:gd name="connsiteX4" fmla="*/ 37909 w 38100"/>
                  <a:gd name="connsiteY4" fmla="*/ 8197 h 28575"/>
                  <a:gd name="connsiteX5" fmla="*/ 36290 w 38100"/>
                  <a:gd name="connsiteY5" fmla="*/ 10578 h 28575"/>
                  <a:gd name="connsiteX6" fmla="*/ 33338 w 38100"/>
                  <a:gd name="connsiteY6" fmla="*/ 9054 h 28575"/>
                  <a:gd name="connsiteX7" fmla="*/ 29813 w 38100"/>
                  <a:gd name="connsiteY7" fmla="*/ 9816 h 28575"/>
                  <a:gd name="connsiteX8" fmla="*/ 27718 w 38100"/>
                  <a:gd name="connsiteY8" fmla="*/ 6959 h 28575"/>
                  <a:gd name="connsiteX9" fmla="*/ 26861 w 38100"/>
                  <a:gd name="connsiteY9" fmla="*/ 3530 h 28575"/>
                  <a:gd name="connsiteX10" fmla="*/ 23050 w 38100"/>
                  <a:gd name="connsiteY10" fmla="*/ 1434 h 28575"/>
                  <a:gd name="connsiteX11" fmla="*/ 20288 w 38100"/>
                  <a:gd name="connsiteY11" fmla="*/ 6 h 28575"/>
                  <a:gd name="connsiteX12" fmla="*/ 17526 w 38100"/>
                  <a:gd name="connsiteY12" fmla="*/ 3435 h 28575"/>
                  <a:gd name="connsiteX13" fmla="*/ 15430 w 38100"/>
                  <a:gd name="connsiteY13" fmla="*/ 6102 h 28575"/>
                  <a:gd name="connsiteX14" fmla="*/ 12668 w 38100"/>
                  <a:gd name="connsiteY14" fmla="*/ 9150 h 28575"/>
                  <a:gd name="connsiteX15" fmla="*/ 9906 w 38100"/>
                  <a:gd name="connsiteY15" fmla="*/ 13055 h 28575"/>
                  <a:gd name="connsiteX16" fmla="*/ 8763 w 38100"/>
                  <a:gd name="connsiteY16" fmla="*/ 16293 h 28575"/>
                  <a:gd name="connsiteX17" fmla="*/ 8668 w 38100"/>
                  <a:gd name="connsiteY17" fmla="*/ 21246 h 28575"/>
                  <a:gd name="connsiteX18" fmla="*/ 6477 w 38100"/>
                  <a:gd name="connsiteY18" fmla="*/ 25628 h 28575"/>
                  <a:gd name="connsiteX19" fmla="*/ 1810 w 38100"/>
                  <a:gd name="connsiteY19" fmla="*/ 25247 h 28575"/>
                  <a:gd name="connsiteX20" fmla="*/ 0 w 38100"/>
                  <a:gd name="connsiteY20" fmla="*/ 27914 h 28575"/>
                  <a:gd name="connsiteX21" fmla="*/ 2000 w 38100"/>
                  <a:gd name="connsiteY21" fmla="*/ 31438 h 28575"/>
                  <a:gd name="connsiteX22" fmla="*/ 4000 w 38100"/>
                  <a:gd name="connsiteY22" fmla="*/ 31629 h 28575"/>
                  <a:gd name="connsiteX23" fmla="*/ 5429 w 38100"/>
                  <a:gd name="connsiteY23" fmla="*/ 33153 h 28575"/>
                  <a:gd name="connsiteX24" fmla="*/ 9049 w 38100"/>
                  <a:gd name="connsiteY24" fmla="*/ 34010 h 28575"/>
                  <a:gd name="connsiteX25" fmla="*/ 10383 w 38100"/>
                  <a:gd name="connsiteY25" fmla="*/ 31248 h 28575"/>
                  <a:gd name="connsiteX26" fmla="*/ 11811 w 38100"/>
                  <a:gd name="connsiteY26" fmla="*/ 27342 h 28575"/>
                  <a:gd name="connsiteX27" fmla="*/ 16288 w 38100"/>
                  <a:gd name="connsiteY27" fmla="*/ 24961 h 28575"/>
                  <a:gd name="connsiteX28" fmla="*/ 22765 w 38100"/>
                  <a:gd name="connsiteY28" fmla="*/ 21627 h 28575"/>
                  <a:gd name="connsiteX29" fmla="*/ 28956 w 38100"/>
                  <a:gd name="connsiteY29" fmla="*/ 19722 h 28575"/>
                  <a:gd name="connsiteX30" fmla="*/ 35433 w 38100"/>
                  <a:gd name="connsiteY30" fmla="*/ 18198 h 28575"/>
                  <a:gd name="connsiteX31" fmla="*/ 41815 w 38100"/>
                  <a:gd name="connsiteY31" fmla="*/ 15722 h 28575"/>
                  <a:gd name="connsiteX32" fmla="*/ 44291 w 38100"/>
                  <a:gd name="connsiteY32" fmla="*/ 12864 h 28575"/>
                  <a:gd name="connsiteX33" fmla="*/ 43529 w 38100"/>
                  <a:gd name="connsiteY33" fmla="*/ 10578 h 28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8100" h="28575">
                    <a:moveTo>
                      <a:pt x="43529" y="10578"/>
                    </a:moveTo>
                    <a:cubicBezTo>
                      <a:pt x="43244" y="9245"/>
                      <a:pt x="43053" y="6387"/>
                      <a:pt x="42291" y="5244"/>
                    </a:cubicBezTo>
                    <a:cubicBezTo>
                      <a:pt x="41815" y="4578"/>
                      <a:pt x="40291" y="3625"/>
                      <a:pt x="39529" y="3625"/>
                    </a:cubicBezTo>
                    <a:cubicBezTo>
                      <a:pt x="38862" y="3625"/>
                      <a:pt x="37624" y="4578"/>
                      <a:pt x="37433" y="5244"/>
                    </a:cubicBezTo>
                    <a:cubicBezTo>
                      <a:pt x="37148" y="5911"/>
                      <a:pt x="38100" y="7435"/>
                      <a:pt x="37909" y="8197"/>
                    </a:cubicBezTo>
                    <a:cubicBezTo>
                      <a:pt x="37815" y="8864"/>
                      <a:pt x="37052" y="10388"/>
                      <a:pt x="36290" y="10578"/>
                    </a:cubicBezTo>
                    <a:cubicBezTo>
                      <a:pt x="35528" y="10769"/>
                      <a:pt x="34100" y="9245"/>
                      <a:pt x="33338" y="9054"/>
                    </a:cubicBezTo>
                    <a:cubicBezTo>
                      <a:pt x="32481" y="8959"/>
                      <a:pt x="30671" y="10102"/>
                      <a:pt x="29813" y="9816"/>
                    </a:cubicBezTo>
                    <a:cubicBezTo>
                      <a:pt x="28956" y="9531"/>
                      <a:pt x="28099" y="7721"/>
                      <a:pt x="27718" y="6959"/>
                    </a:cubicBezTo>
                    <a:cubicBezTo>
                      <a:pt x="27337" y="6197"/>
                      <a:pt x="27432" y="4292"/>
                      <a:pt x="26861" y="3530"/>
                    </a:cubicBezTo>
                    <a:cubicBezTo>
                      <a:pt x="26194" y="2673"/>
                      <a:pt x="24003" y="1911"/>
                      <a:pt x="23050" y="1434"/>
                    </a:cubicBezTo>
                    <a:cubicBezTo>
                      <a:pt x="22384" y="1053"/>
                      <a:pt x="21050" y="-90"/>
                      <a:pt x="20288" y="6"/>
                    </a:cubicBezTo>
                    <a:cubicBezTo>
                      <a:pt x="19241" y="196"/>
                      <a:pt x="18193" y="2577"/>
                      <a:pt x="17526" y="3435"/>
                    </a:cubicBezTo>
                    <a:cubicBezTo>
                      <a:pt x="16955" y="4101"/>
                      <a:pt x="15907" y="5435"/>
                      <a:pt x="15430" y="6102"/>
                    </a:cubicBezTo>
                    <a:cubicBezTo>
                      <a:pt x="14764" y="6864"/>
                      <a:pt x="13335" y="8388"/>
                      <a:pt x="12668" y="9150"/>
                    </a:cubicBezTo>
                    <a:cubicBezTo>
                      <a:pt x="11906" y="10102"/>
                      <a:pt x="10478" y="12007"/>
                      <a:pt x="9906" y="13055"/>
                    </a:cubicBezTo>
                    <a:cubicBezTo>
                      <a:pt x="9525" y="13817"/>
                      <a:pt x="8858" y="15531"/>
                      <a:pt x="8763" y="16293"/>
                    </a:cubicBezTo>
                    <a:cubicBezTo>
                      <a:pt x="8573" y="17532"/>
                      <a:pt x="8954" y="20103"/>
                      <a:pt x="8668" y="21246"/>
                    </a:cubicBezTo>
                    <a:cubicBezTo>
                      <a:pt x="8382" y="22485"/>
                      <a:pt x="7525" y="25056"/>
                      <a:pt x="6477" y="25628"/>
                    </a:cubicBezTo>
                    <a:cubicBezTo>
                      <a:pt x="5429" y="26199"/>
                      <a:pt x="2857" y="24675"/>
                      <a:pt x="1810" y="25247"/>
                    </a:cubicBezTo>
                    <a:cubicBezTo>
                      <a:pt x="1048" y="25628"/>
                      <a:pt x="0" y="27057"/>
                      <a:pt x="0" y="27914"/>
                    </a:cubicBezTo>
                    <a:cubicBezTo>
                      <a:pt x="0" y="28962"/>
                      <a:pt x="1143" y="30867"/>
                      <a:pt x="2000" y="31438"/>
                    </a:cubicBezTo>
                    <a:cubicBezTo>
                      <a:pt x="2381" y="31724"/>
                      <a:pt x="3524" y="31438"/>
                      <a:pt x="4000" y="31629"/>
                    </a:cubicBezTo>
                    <a:cubicBezTo>
                      <a:pt x="4477" y="31819"/>
                      <a:pt x="4953" y="32867"/>
                      <a:pt x="5429" y="33153"/>
                    </a:cubicBezTo>
                    <a:cubicBezTo>
                      <a:pt x="6191" y="33629"/>
                      <a:pt x="8191" y="34391"/>
                      <a:pt x="9049" y="34010"/>
                    </a:cubicBezTo>
                    <a:cubicBezTo>
                      <a:pt x="9716" y="33629"/>
                      <a:pt x="10192" y="32010"/>
                      <a:pt x="10383" y="31248"/>
                    </a:cubicBezTo>
                    <a:cubicBezTo>
                      <a:pt x="10763" y="30295"/>
                      <a:pt x="11430" y="27438"/>
                      <a:pt x="11811" y="27342"/>
                    </a:cubicBezTo>
                    <a:cubicBezTo>
                      <a:pt x="12097" y="27247"/>
                      <a:pt x="15145" y="25628"/>
                      <a:pt x="16288" y="24961"/>
                    </a:cubicBezTo>
                    <a:cubicBezTo>
                      <a:pt x="17907" y="24104"/>
                      <a:pt x="21050" y="22389"/>
                      <a:pt x="22765" y="21627"/>
                    </a:cubicBezTo>
                    <a:cubicBezTo>
                      <a:pt x="24289" y="21056"/>
                      <a:pt x="27337" y="20103"/>
                      <a:pt x="28956" y="19722"/>
                    </a:cubicBezTo>
                    <a:cubicBezTo>
                      <a:pt x="30575" y="19246"/>
                      <a:pt x="33814" y="18770"/>
                      <a:pt x="35433" y="18198"/>
                    </a:cubicBezTo>
                    <a:cubicBezTo>
                      <a:pt x="37052" y="17722"/>
                      <a:pt x="40386" y="16770"/>
                      <a:pt x="41815" y="15722"/>
                    </a:cubicBezTo>
                    <a:cubicBezTo>
                      <a:pt x="42577" y="15150"/>
                      <a:pt x="44005" y="13722"/>
                      <a:pt x="44291" y="12864"/>
                    </a:cubicBezTo>
                    <a:cubicBezTo>
                      <a:pt x="44196" y="12483"/>
                      <a:pt x="43625" y="11245"/>
                      <a:pt x="43529" y="10578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33" name="Freeform: Shape 27">
                <a:extLst>
                  <a:ext uri="{FF2B5EF4-FFF2-40B4-BE49-F238E27FC236}">
                    <a16:creationId xmlns:a16="http://schemas.microsoft.com/office/drawing/2014/main" id="{640EEEDC-7F51-E13F-5479-D7C582E940A6}"/>
                  </a:ext>
                </a:extLst>
              </p:cNvPr>
              <p:cNvSpPr/>
              <p:nvPr/>
            </p:nvSpPr>
            <p:spPr>
              <a:xfrm>
                <a:off x="8988292" y="2315242"/>
                <a:ext cx="9525" cy="9525"/>
              </a:xfrm>
              <a:custGeom>
                <a:avLst/>
                <a:gdLst>
                  <a:gd name="connsiteX0" fmla="*/ 5022 w 0"/>
                  <a:gd name="connsiteY0" fmla="*/ 2667 h 0"/>
                  <a:gd name="connsiteX1" fmla="*/ 1879 w 0"/>
                  <a:gd name="connsiteY1" fmla="*/ 0 h 0"/>
                  <a:gd name="connsiteX2" fmla="*/ 69 w 0"/>
                  <a:gd name="connsiteY2" fmla="*/ 1238 h 0"/>
                  <a:gd name="connsiteX3" fmla="*/ 831 w 0"/>
                  <a:gd name="connsiteY3" fmla="*/ 4096 h 0"/>
                  <a:gd name="connsiteX4" fmla="*/ 4451 w 0"/>
                  <a:gd name="connsiteY4" fmla="*/ 6953 h 0"/>
                  <a:gd name="connsiteX5" fmla="*/ 5975 w 0"/>
                  <a:gd name="connsiteY5" fmla="*/ 4953 h 0"/>
                  <a:gd name="connsiteX6" fmla="*/ 5022 w 0"/>
                  <a:gd name="connsiteY6" fmla="*/ 2667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>
                    <a:moveTo>
                      <a:pt x="5022" y="2667"/>
                    </a:moveTo>
                    <a:cubicBezTo>
                      <a:pt x="4451" y="1810"/>
                      <a:pt x="2927" y="0"/>
                      <a:pt x="1879" y="0"/>
                    </a:cubicBezTo>
                    <a:cubicBezTo>
                      <a:pt x="1307" y="0"/>
                      <a:pt x="260" y="762"/>
                      <a:pt x="69" y="1238"/>
                    </a:cubicBezTo>
                    <a:cubicBezTo>
                      <a:pt x="-216" y="1905"/>
                      <a:pt x="450" y="3429"/>
                      <a:pt x="831" y="4096"/>
                    </a:cubicBezTo>
                    <a:cubicBezTo>
                      <a:pt x="1498" y="5048"/>
                      <a:pt x="3308" y="7048"/>
                      <a:pt x="4451" y="6953"/>
                    </a:cubicBezTo>
                    <a:cubicBezTo>
                      <a:pt x="5118" y="6858"/>
                      <a:pt x="5880" y="5620"/>
                      <a:pt x="5975" y="4953"/>
                    </a:cubicBezTo>
                    <a:cubicBezTo>
                      <a:pt x="6070" y="4381"/>
                      <a:pt x="5403" y="3239"/>
                      <a:pt x="5022" y="2667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34" name="Freeform: Shape 28">
                <a:extLst>
                  <a:ext uri="{FF2B5EF4-FFF2-40B4-BE49-F238E27FC236}">
                    <a16:creationId xmlns:a16="http://schemas.microsoft.com/office/drawing/2014/main" id="{F8156D7B-165A-2D00-C929-759A71218298}"/>
                  </a:ext>
                </a:extLst>
              </p:cNvPr>
              <p:cNvSpPr/>
              <p:nvPr/>
            </p:nvSpPr>
            <p:spPr>
              <a:xfrm>
                <a:off x="8720518" y="2247710"/>
                <a:ext cx="409575" cy="219075"/>
              </a:xfrm>
              <a:custGeom>
                <a:avLst/>
                <a:gdLst>
                  <a:gd name="connsiteX0" fmla="*/ 86392 w 409575"/>
                  <a:gd name="connsiteY0" fmla="*/ 75819 h 219075"/>
                  <a:gd name="connsiteX1" fmla="*/ 87916 w 409575"/>
                  <a:gd name="connsiteY1" fmla="*/ 75438 h 219075"/>
                  <a:gd name="connsiteX2" fmla="*/ 214884 w 409575"/>
                  <a:gd name="connsiteY2" fmla="*/ 41434 h 219075"/>
                  <a:gd name="connsiteX3" fmla="*/ 218790 w 409575"/>
                  <a:gd name="connsiteY3" fmla="*/ 37147 h 219075"/>
                  <a:gd name="connsiteX4" fmla="*/ 218790 w 409575"/>
                  <a:gd name="connsiteY4" fmla="*/ 33528 h 219075"/>
                  <a:gd name="connsiteX5" fmla="*/ 224980 w 409575"/>
                  <a:gd name="connsiteY5" fmla="*/ 32194 h 219075"/>
                  <a:gd name="connsiteX6" fmla="*/ 225362 w 409575"/>
                  <a:gd name="connsiteY6" fmla="*/ 28289 h 219075"/>
                  <a:gd name="connsiteX7" fmla="*/ 223552 w 409575"/>
                  <a:gd name="connsiteY7" fmla="*/ 26098 h 219075"/>
                  <a:gd name="connsiteX8" fmla="*/ 223743 w 409575"/>
                  <a:gd name="connsiteY8" fmla="*/ 22765 h 219075"/>
                  <a:gd name="connsiteX9" fmla="*/ 226886 w 409575"/>
                  <a:gd name="connsiteY9" fmla="*/ 19145 h 219075"/>
                  <a:gd name="connsiteX10" fmla="*/ 232696 w 409575"/>
                  <a:gd name="connsiteY10" fmla="*/ 18288 h 219075"/>
                  <a:gd name="connsiteX11" fmla="*/ 235458 w 409575"/>
                  <a:gd name="connsiteY11" fmla="*/ 15907 h 219075"/>
                  <a:gd name="connsiteX12" fmla="*/ 235649 w 409575"/>
                  <a:gd name="connsiteY12" fmla="*/ 10477 h 219075"/>
                  <a:gd name="connsiteX13" fmla="*/ 239839 w 409575"/>
                  <a:gd name="connsiteY13" fmla="*/ 7906 h 219075"/>
                  <a:gd name="connsiteX14" fmla="*/ 245269 w 409575"/>
                  <a:gd name="connsiteY14" fmla="*/ 4096 h 219075"/>
                  <a:gd name="connsiteX15" fmla="*/ 246031 w 409575"/>
                  <a:gd name="connsiteY15" fmla="*/ 1238 h 219075"/>
                  <a:gd name="connsiteX16" fmla="*/ 250127 w 409575"/>
                  <a:gd name="connsiteY16" fmla="*/ 571 h 219075"/>
                  <a:gd name="connsiteX17" fmla="*/ 254127 w 409575"/>
                  <a:gd name="connsiteY17" fmla="*/ 1810 h 219075"/>
                  <a:gd name="connsiteX18" fmla="*/ 256985 w 409575"/>
                  <a:gd name="connsiteY18" fmla="*/ 1429 h 219075"/>
                  <a:gd name="connsiteX19" fmla="*/ 258223 w 409575"/>
                  <a:gd name="connsiteY19" fmla="*/ 0 h 219075"/>
                  <a:gd name="connsiteX20" fmla="*/ 261461 w 409575"/>
                  <a:gd name="connsiteY20" fmla="*/ 5620 h 219075"/>
                  <a:gd name="connsiteX21" fmla="*/ 263747 w 409575"/>
                  <a:gd name="connsiteY21" fmla="*/ 11335 h 219075"/>
                  <a:gd name="connsiteX22" fmla="*/ 266319 w 409575"/>
                  <a:gd name="connsiteY22" fmla="*/ 15621 h 219075"/>
                  <a:gd name="connsiteX23" fmla="*/ 270701 w 409575"/>
                  <a:gd name="connsiteY23" fmla="*/ 20955 h 219075"/>
                  <a:gd name="connsiteX24" fmla="*/ 272415 w 409575"/>
                  <a:gd name="connsiteY24" fmla="*/ 24098 h 219075"/>
                  <a:gd name="connsiteX25" fmla="*/ 274511 w 409575"/>
                  <a:gd name="connsiteY25" fmla="*/ 24860 h 219075"/>
                  <a:gd name="connsiteX26" fmla="*/ 278225 w 409575"/>
                  <a:gd name="connsiteY26" fmla="*/ 27146 h 219075"/>
                  <a:gd name="connsiteX27" fmla="*/ 281654 w 409575"/>
                  <a:gd name="connsiteY27" fmla="*/ 28003 h 219075"/>
                  <a:gd name="connsiteX28" fmla="*/ 284036 w 409575"/>
                  <a:gd name="connsiteY28" fmla="*/ 26384 h 219075"/>
                  <a:gd name="connsiteX29" fmla="*/ 284226 w 409575"/>
                  <a:gd name="connsiteY29" fmla="*/ 22384 h 219075"/>
                  <a:gd name="connsiteX30" fmla="*/ 285179 w 409575"/>
                  <a:gd name="connsiteY30" fmla="*/ 20288 h 219075"/>
                  <a:gd name="connsiteX31" fmla="*/ 288322 w 409575"/>
                  <a:gd name="connsiteY31" fmla="*/ 18764 h 219075"/>
                  <a:gd name="connsiteX32" fmla="*/ 290132 w 409575"/>
                  <a:gd name="connsiteY32" fmla="*/ 20669 h 219075"/>
                  <a:gd name="connsiteX33" fmla="*/ 290989 w 409575"/>
                  <a:gd name="connsiteY33" fmla="*/ 23813 h 219075"/>
                  <a:gd name="connsiteX34" fmla="*/ 293751 w 409575"/>
                  <a:gd name="connsiteY34" fmla="*/ 24574 h 219075"/>
                  <a:gd name="connsiteX35" fmla="*/ 293847 w 409575"/>
                  <a:gd name="connsiteY35" fmla="*/ 27908 h 219075"/>
                  <a:gd name="connsiteX36" fmla="*/ 291179 w 409575"/>
                  <a:gd name="connsiteY36" fmla="*/ 30861 h 219075"/>
                  <a:gd name="connsiteX37" fmla="*/ 292608 w 409575"/>
                  <a:gd name="connsiteY37" fmla="*/ 34957 h 219075"/>
                  <a:gd name="connsiteX38" fmla="*/ 290227 w 409575"/>
                  <a:gd name="connsiteY38" fmla="*/ 37624 h 219075"/>
                  <a:gd name="connsiteX39" fmla="*/ 287750 w 409575"/>
                  <a:gd name="connsiteY39" fmla="*/ 37528 h 219075"/>
                  <a:gd name="connsiteX40" fmla="*/ 285083 w 409575"/>
                  <a:gd name="connsiteY40" fmla="*/ 40576 h 219075"/>
                  <a:gd name="connsiteX41" fmla="*/ 282512 w 409575"/>
                  <a:gd name="connsiteY41" fmla="*/ 41719 h 219075"/>
                  <a:gd name="connsiteX42" fmla="*/ 279083 w 409575"/>
                  <a:gd name="connsiteY42" fmla="*/ 44101 h 219075"/>
                  <a:gd name="connsiteX43" fmla="*/ 274225 w 409575"/>
                  <a:gd name="connsiteY43" fmla="*/ 46387 h 219075"/>
                  <a:gd name="connsiteX44" fmla="*/ 270796 w 409575"/>
                  <a:gd name="connsiteY44" fmla="*/ 47625 h 219075"/>
                  <a:gd name="connsiteX45" fmla="*/ 268414 w 409575"/>
                  <a:gd name="connsiteY45" fmla="*/ 49625 h 219075"/>
                  <a:gd name="connsiteX46" fmla="*/ 269653 w 409575"/>
                  <a:gd name="connsiteY46" fmla="*/ 52768 h 219075"/>
                  <a:gd name="connsiteX47" fmla="*/ 273368 w 409575"/>
                  <a:gd name="connsiteY47" fmla="*/ 52864 h 219075"/>
                  <a:gd name="connsiteX48" fmla="*/ 274511 w 409575"/>
                  <a:gd name="connsiteY48" fmla="*/ 56959 h 219075"/>
                  <a:gd name="connsiteX49" fmla="*/ 271558 w 409575"/>
                  <a:gd name="connsiteY49" fmla="*/ 57912 h 219075"/>
                  <a:gd name="connsiteX50" fmla="*/ 270701 w 409575"/>
                  <a:gd name="connsiteY50" fmla="*/ 60198 h 219075"/>
                  <a:gd name="connsiteX51" fmla="*/ 269272 w 409575"/>
                  <a:gd name="connsiteY51" fmla="*/ 62293 h 219075"/>
                  <a:gd name="connsiteX52" fmla="*/ 266129 w 409575"/>
                  <a:gd name="connsiteY52" fmla="*/ 63722 h 219075"/>
                  <a:gd name="connsiteX53" fmla="*/ 265462 w 409575"/>
                  <a:gd name="connsiteY53" fmla="*/ 66675 h 219075"/>
                  <a:gd name="connsiteX54" fmla="*/ 263557 w 409575"/>
                  <a:gd name="connsiteY54" fmla="*/ 67627 h 219075"/>
                  <a:gd name="connsiteX55" fmla="*/ 261366 w 409575"/>
                  <a:gd name="connsiteY55" fmla="*/ 70009 h 219075"/>
                  <a:gd name="connsiteX56" fmla="*/ 262128 w 409575"/>
                  <a:gd name="connsiteY56" fmla="*/ 74009 h 219075"/>
                  <a:gd name="connsiteX57" fmla="*/ 265176 w 409575"/>
                  <a:gd name="connsiteY57" fmla="*/ 76200 h 219075"/>
                  <a:gd name="connsiteX58" fmla="*/ 267081 w 409575"/>
                  <a:gd name="connsiteY58" fmla="*/ 79724 h 219075"/>
                  <a:gd name="connsiteX59" fmla="*/ 266986 w 409575"/>
                  <a:gd name="connsiteY59" fmla="*/ 82296 h 219075"/>
                  <a:gd name="connsiteX60" fmla="*/ 264414 w 409575"/>
                  <a:gd name="connsiteY60" fmla="*/ 82963 h 219075"/>
                  <a:gd name="connsiteX61" fmla="*/ 261557 w 409575"/>
                  <a:gd name="connsiteY61" fmla="*/ 83153 h 219075"/>
                  <a:gd name="connsiteX62" fmla="*/ 263366 w 409575"/>
                  <a:gd name="connsiteY62" fmla="*/ 88963 h 219075"/>
                  <a:gd name="connsiteX63" fmla="*/ 267081 w 409575"/>
                  <a:gd name="connsiteY63" fmla="*/ 93154 h 219075"/>
                  <a:gd name="connsiteX64" fmla="*/ 270701 w 409575"/>
                  <a:gd name="connsiteY64" fmla="*/ 94297 h 219075"/>
                  <a:gd name="connsiteX65" fmla="*/ 273368 w 409575"/>
                  <a:gd name="connsiteY65" fmla="*/ 92392 h 219075"/>
                  <a:gd name="connsiteX66" fmla="*/ 276035 w 409575"/>
                  <a:gd name="connsiteY66" fmla="*/ 92107 h 219075"/>
                  <a:gd name="connsiteX67" fmla="*/ 276987 w 409575"/>
                  <a:gd name="connsiteY67" fmla="*/ 90106 h 219075"/>
                  <a:gd name="connsiteX68" fmla="*/ 276892 w 409575"/>
                  <a:gd name="connsiteY68" fmla="*/ 87916 h 219075"/>
                  <a:gd name="connsiteX69" fmla="*/ 275368 w 409575"/>
                  <a:gd name="connsiteY69" fmla="*/ 86963 h 219075"/>
                  <a:gd name="connsiteX70" fmla="*/ 274130 w 409575"/>
                  <a:gd name="connsiteY70" fmla="*/ 84582 h 219075"/>
                  <a:gd name="connsiteX71" fmla="*/ 275463 w 409575"/>
                  <a:gd name="connsiteY71" fmla="*/ 83344 h 219075"/>
                  <a:gd name="connsiteX72" fmla="*/ 279940 w 409575"/>
                  <a:gd name="connsiteY72" fmla="*/ 84487 h 219075"/>
                  <a:gd name="connsiteX73" fmla="*/ 281559 w 409575"/>
                  <a:gd name="connsiteY73" fmla="*/ 87820 h 219075"/>
                  <a:gd name="connsiteX74" fmla="*/ 284322 w 409575"/>
                  <a:gd name="connsiteY74" fmla="*/ 89059 h 219075"/>
                  <a:gd name="connsiteX75" fmla="*/ 288798 w 409575"/>
                  <a:gd name="connsiteY75" fmla="*/ 88582 h 219075"/>
                  <a:gd name="connsiteX76" fmla="*/ 293942 w 409575"/>
                  <a:gd name="connsiteY76" fmla="*/ 88773 h 219075"/>
                  <a:gd name="connsiteX77" fmla="*/ 297656 w 409575"/>
                  <a:gd name="connsiteY77" fmla="*/ 91630 h 219075"/>
                  <a:gd name="connsiteX78" fmla="*/ 303276 w 409575"/>
                  <a:gd name="connsiteY78" fmla="*/ 96869 h 219075"/>
                  <a:gd name="connsiteX79" fmla="*/ 310705 w 409575"/>
                  <a:gd name="connsiteY79" fmla="*/ 104394 h 219075"/>
                  <a:gd name="connsiteX80" fmla="*/ 315087 w 409575"/>
                  <a:gd name="connsiteY80" fmla="*/ 108013 h 219075"/>
                  <a:gd name="connsiteX81" fmla="*/ 316230 w 409575"/>
                  <a:gd name="connsiteY81" fmla="*/ 111061 h 219075"/>
                  <a:gd name="connsiteX82" fmla="*/ 315563 w 409575"/>
                  <a:gd name="connsiteY82" fmla="*/ 116776 h 219075"/>
                  <a:gd name="connsiteX83" fmla="*/ 314802 w 409575"/>
                  <a:gd name="connsiteY83" fmla="*/ 118586 h 219075"/>
                  <a:gd name="connsiteX84" fmla="*/ 315278 w 409575"/>
                  <a:gd name="connsiteY84" fmla="*/ 121729 h 219075"/>
                  <a:gd name="connsiteX85" fmla="*/ 313944 w 409575"/>
                  <a:gd name="connsiteY85" fmla="*/ 123444 h 219075"/>
                  <a:gd name="connsiteX86" fmla="*/ 311087 w 409575"/>
                  <a:gd name="connsiteY86" fmla="*/ 122682 h 219075"/>
                  <a:gd name="connsiteX87" fmla="*/ 310896 w 409575"/>
                  <a:gd name="connsiteY87" fmla="*/ 124492 h 219075"/>
                  <a:gd name="connsiteX88" fmla="*/ 314706 w 409575"/>
                  <a:gd name="connsiteY88" fmla="*/ 126301 h 219075"/>
                  <a:gd name="connsiteX89" fmla="*/ 316897 w 409575"/>
                  <a:gd name="connsiteY89" fmla="*/ 128302 h 219075"/>
                  <a:gd name="connsiteX90" fmla="*/ 322231 w 409575"/>
                  <a:gd name="connsiteY90" fmla="*/ 129445 h 219075"/>
                  <a:gd name="connsiteX91" fmla="*/ 324803 w 409575"/>
                  <a:gd name="connsiteY91" fmla="*/ 129445 h 219075"/>
                  <a:gd name="connsiteX92" fmla="*/ 326993 w 409575"/>
                  <a:gd name="connsiteY92" fmla="*/ 127921 h 219075"/>
                  <a:gd name="connsiteX93" fmla="*/ 328803 w 409575"/>
                  <a:gd name="connsiteY93" fmla="*/ 126873 h 219075"/>
                  <a:gd name="connsiteX94" fmla="*/ 333566 w 409575"/>
                  <a:gd name="connsiteY94" fmla="*/ 130207 h 219075"/>
                  <a:gd name="connsiteX95" fmla="*/ 336328 w 409575"/>
                  <a:gd name="connsiteY95" fmla="*/ 133826 h 219075"/>
                  <a:gd name="connsiteX96" fmla="*/ 338328 w 409575"/>
                  <a:gd name="connsiteY96" fmla="*/ 138113 h 219075"/>
                  <a:gd name="connsiteX97" fmla="*/ 337947 w 409575"/>
                  <a:gd name="connsiteY97" fmla="*/ 143446 h 219075"/>
                  <a:gd name="connsiteX98" fmla="*/ 339947 w 409575"/>
                  <a:gd name="connsiteY98" fmla="*/ 146875 h 219075"/>
                  <a:gd name="connsiteX99" fmla="*/ 346710 w 409575"/>
                  <a:gd name="connsiteY99" fmla="*/ 149733 h 219075"/>
                  <a:gd name="connsiteX100" fmla="*/ 353473 w 409575"/>
                  <a:gd name="connsiteY100" fmla="*/ 151638 h 219075"/>
                  <a:gd name="connsiteX101" fmla="*/ 357950 w 409575"/>
                  <a:gd name="connsiteY101" fmla="*/ 151352 h 219075"/>
                  <a:gd name="connsiteX102" fmla="*/ 363950 w 409575"/>
                  <a:gd name="connsiteY102" fmla="*/ 148780 h 219075"/>
                  <a:gd name="connsiteX103" fmla="*/ 370142 w 409575"/>
                  <a:gd name="connsiteY103" fmla="*/ 148590 h 219075"/>
                  <a:gd name="connsiteX104" fmla="*/ 373856 w 409575"/>
                  <a:gd name="connsiteY104" fmla="*/ 150400 h 219075"/>
                  <a:gd name="connsiteX105" fmla="*/ 375476 w 409575"/>
                  <a:gd name="connsiteY105" fmla="*/ 148304 h 219075"/>
                  <a:gd name="connsiteX106" fmla="*/ 377571 w 409575"/>
                  <a:gd name="connsiteY106" fmla="*/ 144970 h 219075"/>
                  <a:gd name="connsiteX107" fmla="*/ 380905 w 409575"/>
                  <a:gd name="connsiteY107" fmla="*/ 142303 h 219075"/>
                  <a:gd name="connsiteX108" fmla="*/ 385668 w 409575"/>
                  <a:gd name="connsiteY108" fmla="*/ 140303 h 219075"/>
                  <a:gd name="connsiteX109" fmla="*/ 392049 w 409575"/>
                  <a:gd name="connsiteY109" fmla="*/ 135445 h 219075"/>
                  <a:gd name="connsiteX110" fmla="*/ 395574 w 409575"/>
                  <a:gd name="connsiteY110" fmla="*/ 132016 h 219075"/>
                  <a:gd name="connsiteX111" fmla="*/ 396812 w 409575"/>
                  <a:gd name="connsiteY111" fmla="*/ 126587 h 219075"/>
                  <a:gd name="connsiteX112" fmla="*/ 393859 w 409575"/>
                  <a:gd name="connsiteY112" fmla="*/ 120491 h 219075"/>
                  <a:gd name="connsiteX113" fmla="*/ 393097 w 409575"/>
                  <a:gd name="connsiteY113" fmla="*/ 117157 h 219075"/>
                  <a:gd name="connsiteX114" fmla="*/ 390430 w 409575"/>
                  <a:gd name="connsiteY114" fmla="*/ 116395 h 219075"/>
                  <a:gd name="connsiteX115" fmla="*/ 389954 w 409575"/>
                  <a:gd name="connsiteY115" fmla="*/ 114109 h 219075"/>
                  <a:gd name="connsiteX116" fmla="*/ 388334 w 409575"/>
                  <a:gd name="connsiteY116" fmla="*/ 112681 h 219075"/>
                  <a:gd name="connsiteX117" fmla="*/ 386811 w 409575"/>
                  <a:gd name="connsiteY117" fmla="*/ 115348 h 219075"/>
                  <a:gd name="connsiteX118" fmla="*/ 388239 w 409575"/>
                  <a:gd name="connsiteY118" fmla="*/ 118015 h 219075"/>
                  <a:gd name="connsiteX119" fmla="*/ 388144 w 409575"/>
                  <a:gd name="connsiteY119" fmla="*/ 120491 h 219075"/>
                  <a:gd name="connsiteX120" fmla="*/ 386334 w 409575"/>
                  <a:gd name="connsiteY120" fmla="*/ 121444 h 219075"/>
                  <a:gd name="connsiteX121" fmla="*/ 384334 w 409575"/>
                  <a:gd name="connsiteY121" fmla="*/ 117157 h 219075"/>
                  <a:gd name="connsiteX122" fmla="*/ 383287 w 409575"/>
                  <a:gd name="connsiteY122" fmla="*/ 112681 h 219075"/>
                  <a:gd name="connsiteX123" fmla="*/ 381191 w 409575"/>
                  <a:gd name="connsiteY123" fmla="*/ 104299 h 219075"/>
                  <a:gd name="connsiteX124" fmla="*/ 379572 w 409575"/>
                  <a:gd name="connsiteY124" fmla="*/ 99536 h 219075"/>
                  <a:gd name="connsiteX125" fmla="*/ 374238 w 409575"/>
                  <a:gd name="connsiteY125" fmla="*/ 96774 h 219075"/>
                  <a:gd name="connsiteX126" fmla="*/ 368808 w 409575"/>
                  <a:gd name="connsiteY126" fmla="*/ 96107 h 219075"/>
                  <a:gd name="connsiteX127" fmla="*/ 366332 w 409575"/>
                  <a:gd name="connsiteY127" fmla="*/ 98584 h 219075"/>
                  <a:gd name="connsiteX128" fmla="*/ 366713 w 409575"/>
                  <a:gd name="connsiteY128" fmla="*/ 102108 h 219075"/>
                  <a:gd name="connsiteX129" fmla="*/ 366332 w 409575"/>
                  <a:gd name="connsiteY129" fmla="*/ 105346 h 219075"/>
                  <a:gd name="connsiteX130" fmla="*/ 362236 w 409575"/>
                  <a:gd name="connsiteY130" fmla="*/ 103346 h 219075"/>
                  <a:gd name="connsiteX131" fmla="*/ 360331 w 409575"/>
                  <a:gd name="connsiteY131" fmla="*/ 100489 h 219075"/>
                  <a:gd name="connsiteX132" fmla="*/ 357759 w 409575"/>
                  <a:gd name="connsiteY132" fmla="*/ 97917 h 219075"/>
                  <a:gd name="connsiteX133" fmla="*/ 359759 w 409575"/>
                  <a:gd name="connsiteY133" fmla="*/ 94583 h 219075"/>
                  <a:gd name="connsiteX134" fmla="*/ 364903 w 409575"/>
                  <a:gd name="connsiteY134" fmla="*/ 92011 h 219075"/>
                  <a:gd name="connsiteX135" fmla="*/ 374142 w 409575"/>
                  <a:gd name="connsiteY135" fmla="*/ 91916 h 219075"/>
                  <a:gd name="connsiteX136" fmla="*/ 380429 w 409575"/>
                  <a:gd name="connsiteY136" fmla="*/ 94488 h 219075"/>
                  <a:gd name="connsiteX137" fmla="*/ 389573 w 409575"/>
                  <a:gd name="connsiteY137" fmla="*/ 101346 h 219075"/>
                  <a:gd name="connsiteX138" fmla="*/ 395193 w 409575"/>
                  <a:gd name="connsiteY138" fmla="*/ 108204 h 219075"/>
                  <a:gd name="connsiteX139" fmla="*/ 401384 w 409575"/>
                  <a:gd name="connsiteY139" fmla="*/ 115252 h 219075"/>
                  <a:gd name="connsiteX140" fmla="*/ 406718 w 409575"/>
                  <a:gd name="connsiteY140" fmla="*/ 126397 h 219075"/>
                  <a:gd name="connsiteX141" fmla="*/ 410528 w 409575"/>
                  <a:gd name="connsiteY141" fmla="*/ 135160 h 219075"/>
                  <a:gd name="connsiteX142" fmla="*/ 411862 w 409575"/>
                  <a:gd name="connsiteY142" fmla="*/ 143446 h 219075"/>
                  <a:gd name="connsiteX143" fmla="*/ 411575 w 409575"/>
                  <a:gd name="connsiteY143" fmla="*/ 147733 h 219075"/>
                  <a:gd name="connsiteX144" fmla="*/ 411099 w 409575"/>
                  <a:gd name="connsiteY144" fmla="*/ 152305 h 219075"/>
                  <a:gd name="connsiteX145" fmla="*/ 412338 w 409575"/>
                  <a:gd name="connsiteY145" fmla="*/ 155448 h 219075"/>
                  <a:gd name="connsiteX146" fmla="*/ 412718 w 409575"/>
                  <a:gd name="connsiteY146" fmla="*/ 160401 h 219075"/>
                  <a:gd name="connsiteX147" fmla="*/ 412147 w 409575"/>
                  <a:gd name="connsiteY147" fmla="*/ 165163 h 219075"/>
                  <a:gd name="connsiteX148" fmla="*/ 411671 w 409575"/>
                  <a:gd name="connsiteY148" fmla="*/ 170212 h 219075"/>
                  <a:gd name="connsiteX149" fmla="*/ 409290 w 409575"/>
                  <a:gd name="connsiteY149" fmla="*/ 167354 h 219075"/>
                  <a:gd name="connsiteX150" fmla="*/ 407480 w 409575"/>
                  <a:gd name="connsiteY150" fmla="*/ 163354 h 219075"/>
                  <a:gd name="connsiteX151" fmla="*/ 407765 w 409575"/>
                  <a:gd name="connsiteY151" fmla="*/ 158877 h 219075"/>
                  <a:gd name="connsiteX152" fmla="*/ 408432 w 409575"/>
                  <a:gd name="connsiteY152" fmla="*/ 154781 h 219075"/>
                  <a:gd name="connsiteX153" fmla="*/ 408432 w 409575"/>
                  <a:gd name="connsiteY153" fmla="*/ 152305 h 219075"/>
                  <a:gd name="connsiteX154" fmla="*/ 406432 w 409575"/>
                  <a:gd name="connsiteY154" fmla="*/ 149447 h 219075"/>
                  <a:gd name="connsiteX155" fmla="*/ 402337 w 409575"/>
                  <a:gd name="connsiteY155" fmla="*/ 148971 h 219075"/>
                  <a:gd name="connsiteX156" fmla="*/ 398622 w 409575"/>
                  <a:gd name="connsiteY156" fmla="*/ 151828 h 219075"/>
                  <a:gd name="connsiteX157" fmla="*/ 392430 w 409575"/>
                  <a:gd name="connsiteY157" fmla="*/ 155829 h 219075"/>
                  <a:gd name="connsiteX158" fmla="*/ 386429 w 409575"/>
                  <a:gd name="connsiteY158" fmla="*/ 159544 h 219075"/>
                  <a:gd name="connsiteX159" fmla="*/ 381286 w 409575"/>
                  <a:gd name="connsiteY159" fmla="*/ 163354 h 219075"/>
                  <a:gd name="connsiteX160" fmla="*/ 380238 w 409575"/>
                  <a:gd name="connsiteY160" fmla="*/ 167164 h 219075"/>
                  <a:gd name="connsiteX161" fmla="*/ 378714 w 409575"/>
                  <a:gd name="connsiteY161" fmla="*/ 168402 h 219075"/>
                  <a:gd name="connsiteX162" fmla="*/ 377666 w 409575"/>
                  <a:gd name="connsiteY162" fmla="*/ 166402 h 219075"/>
                  <a:gd name="connsiteX163" fmla="*/ 377000 w 409575"/>
                  <a:gd name="connsiteY163" fmla="*/ 164687 h 219075"/>
                  <a:gd name="connsiteX164" fmla="*/ 374809 w 409575"/>
                  <a:gd name="connsiteY164" fmla="*/ 164592 h 219075"/>
                  <a:gd name="connsiteX165" fmla="*/ 372809 w 409575"/>
                  <a:gd name="connsiteY165" fmla="*/ 166021 h 219075"/>
                  <a:gd name="connsiteX166" fmla="*/ 368618 w 409575"/>
                  <a:gd name="connsiteY166" fmla="*/ 166306 h 219075"/>
                  <a:gd name="connsiteX167" fmla="*/ 366808 w 409575"/>
                  <a:gd name="connsiteY167" fmla="*/ 170783 h 219075"/>
                  <a:gd name="connsiteX168" fmla="*/ 363664 w 409575"/>
                  <a:gd name="connsiteY168" fmla="*/ 172402 h 219075"/>
                  <a:gd name="connsiteX169" fmla="*/ 360617 w 409575"/>
                  <a:gd name="connsiteY169" fmla="*/ 173545 h 219075"/>
                  <a:gd name="connsiteX170" fmla="*/ 359569 w 409575"/>
                  <a:gd name="connsiteY170" fmla="*/ 176974 h 219075"/>
                  <a:gd name="connsiteX171" fmla="*/ 358330 w 409575"/>
                  <a:gd name="connsiteY171" fmla="*/ 181737 h 219075"/>
                  <a:gd name="connsiteX172" fmla="*/ 355188 w 409575"/>
                  <a:gd name="connsiteY172" fmla="*/ 184213 h 219075"/>
                  <a:gd name="connsiteX173" fmla="*/ 350139 w 409575"/>
                  <a:gd name="connsiteY173" fmla="*/ 186880 h 219075"/>
                  <a:gd name="connsiteX174" fmla="*/ 344900 w 409575"/>
                  <a:gd name="connsiteY174" fmla="*/ 187928 h 219075"/>
                  <a:gd name="connsiteX175" fmla="*/ 341186 w 409575"/>
                  <a:gd name="connsiteY175" fmla="*/ 194119 h 219075"/>
                  <a:gd name="connsiteX176" fmla="*/ 336233 w 409575"/>
                  <a:gd name="connsiteY176" fmla="*/ 200787 h 219075"/>
                  <a:gd name="connsiteX177" fmla="*/ 331089 w 409575"/>
                  <a:gd name="connsiteY177" fmla="*/ 207073 h 219075"/>
                  <a:gd name="connsiteX178" fmla="*/ 327374 w 409575"/>
                  <a:gd name="connsiteY178" fmla="*/ 211550 h 219075"/>
                  <a:gd name="connsiteX179" fmla="*/ 322612 w 409575"/>
                  <a:gd name="connsiteY179" fmla="*/ 216122 h 219075"/>
                  <a:gd name="connsiteX180" fmla="*/ 317659 w 409575"/>
                  <a:gd name="connsiteY180" fmla="*/ 219265 h 219075"/>
                  <a:gd name="connsiteX181" fmla="*/ 314516 w 409575"/>
                  <a:gd name="connsiteY181" fmla="*/ 220599 h 219075"/>
                  <a:gd name="connsiteX182" fmla="*/ 312706 w 409575"/>
                  <a:gd name="connsiteY182" fmla="*/ 218980 h 219075"/>
                  <a:gd name="connsiteX183" fmla="*/ 313849 w 409575"/>
                  <a:gd name="connsiteY183" fmla="*/ 216217 h 219075"/>
                  <a:gd name="connsiteX184" fmla="*/ 318802 w 409575"/>
                  <a:gd name="connsiteY184" fmla="*/ 214122 h 219075"/>
                  <a:gd name="connsiteX185" fmla="*/ 322802 w 409575"/>
                  <a:gd name="connsiteY185" fmla="*/ 210312 h 219075"/>
                  <a:gd name="connsiteX186" fmla="*/ 328422 w 409575"/>
                  <a:gd name="connsiteY186" fmla="*/ 203740 h 219075"/>
                  <a:gd name="connsiteX187" fmla="*/ 333280 w 409575"/>
                  <a:gd name="connsiteY187" fmla="*/ 197548 h 219075"/>
                  <a:gd name="connsiteX188" fmla="*/ 336995 w 409575"/>
                  <a:gd name="connsiteY188" fmla="*/ 192976 h 219075"/>
                  <a:gd name="connsiteX189" fmla="*/ 338995 w 409575"/>
                  <a:gd name="connsiteY189" fmla="*/ 189833 h 219075"/>
                  <a:gd name="connsiteX190" fmla="*/ 340233 w 409575"/>
                  <a:gd name="connsiteY190" fmla="*/ 185928 h 219075"/>
                  <a:gd name="connsiteX191" fmla="*/ 338900 w 409575"/>
                  <a:gd name="connsiteY191" fmla="*/ 182213 h 219075"/>
                  <a:gd name="connsiteX192" fmla="*/ 336233 w 409575"/>
                  <a:gd name="connsiteY192" fmla="*/ 180403 h 219075"/>
                  <a:gd name="connsiteX193" fmla="*/ 335852 w 409575"/>
                  <a:gd name="connsiteY193" fmla="*/ 176117 h 219075"/>
                  <a:gd name="connsiteX194" fmla="*/ 336899 w 409575"/>
                  <a:gd name="connsiteY194" fmla="*/ 172784 h 219075"/>
                  <a:gd name="connsiteX195" fmla="*/ 334518 w 409575"/>
                  <a:gd name="connsiteY195" fmla="*/ 170116 h 219075"/>
                  <a:gd name="connsiteX196" fmla="*/ 333280 w 409575"/>
                  <a:gd name="connsiteY196" fmla="*/ 168592 h 219075"/>
                  <a:gd name="connsiteX197" fmla="*/ 334423 w 409575"/>
                  <a:gd name="connsiteY197" fmla="*/ 166783 h 219075"/>
                  <a:gd name="connsiteX198" fmla="*/ 334995 w 409575"/>
                  <a:gd name="connsiteY198" fmla="*/ 164211 h 219075"/>
                  <a:gd name="connsiteX199" fmla="*/ 331184 w 409575"/>
                  <a:gd name="connsiteY199" fmla="*/ 164497 h 219075"/>
                  <a:gd name="connsiteX200" fmla="*/ 327565 w 409575"/>
                  <a:gd name="connsiteY200" fmla="*/ 165354 h 219075"/>
                  <a:gd name="connsiteX201" fmla="*/ 324136 w 409575"/>
                  <a:gd name="connsiteY201" fmla="*/ 164878 h 219075"/>
                  <a:gd name="connsiteX202" fmla="*/ 322898 w 409575"/>
                  <a:gd name="connsiteY202" fmla="*/ 167259 h 219075"/>
                  <a:gd name="connsiteX203" fmla="*/ 324898 w 409575"/>
                  <a:gd name="connsiteY203" fmla="*/ 169831 h 219075"/>
                  <a:gd name="connsiteX204" fmla="*/ 324612 w 409575"/>
                  <a:gd name="connsiteY204" fmla="*/ 171926 h 219075"/>
                  <a:gd name="connsiteX205" fmla="*/ 322802 w 409575"/>
                  <a:gd name="connsiteY205" fmla="*/ 172688 h 219075"/>
                  <a:gd name="connsiteX206" fmla="*/ 322136 w 409575"/>
                  <a:gd name="connsiteY206" fmla="*/ 174688 h 219075"/>
                  <a:gd name="connsiteX207" fmla="*/ 323565 w 409575"/>
                  <a:gd name="connsiteY207" fmla="*/ 176974 h 219075"/>
                  <a:gd name="connsiteX208" fmla="*/ 321659 w 409575"/>
                  <a:gd name="connsiteY208" fmla="*/ 179070 h 219075"/>
                  <a:gd name="connsiteX209" fmla="*/ 318040 w 409575"/>
                  <a:gd name="connsiteY209" fmla="*/ 178594 h 219075"/>
                  <a:gd name="connsiteX210" fmla="*/ 317659 w 409575"/>
                  <a:gd name="connsiteY210" fmla="*/ 180499 h 219075"/>
                  <a:gd name="connsiteX211" fmla="*/ 320040 w 409575"/>
                  <a:gd name="connsiteY211" fmla="*/ 181451 h 219075"/>
                  <a:gd name="connsiteX212" fmla="*/ 318707 w 409575"/>
                  <a:gd name="connsiteY212" fmla="*/ 184213 h 219075"/>
                  <a:gd name="connsiteX213" fmla="*/ 315563 w 409575"/>
                  <a:gd name="connsiteY213" fmla="*/ 185166 h 219075"/>
                  <a:gd name="connsiteX214" fmla="*/ 317278 w 409575"/>
                  <a:gd name="connsiteY214" fmla="*/ 187547 h 219075"/>
                  <a:gd name="connsiteX215" fmla="*/ 319659 w 409575"/>
                  <a:gd name="connsiteY215" fmla="*/ 187547 h 219075"/>
                  <a:gd name="connsiteX216" fmla="*/ 319374 w 409575"/>
                  <a:gd name="connsiteY216" fmla="*/ 190119 h 219075"/>
                  <a:gd name="connsiteX217" fmla="*/ 317373 w 409575"/>
                  <a:gd name="connsiteY217" fmla="*/ 191071 h 219075"/>
                  <a:gd name="connsiteX218" fmla="*/ 314706 w 409575"/>
                  <a:gd name="connsiteY218" fmla="*/ 190786 h 219075"/>
                  <a:gd name="connsiteX219" fmla="*/ 312897 w 409575"/>
                  <a:gd name="connsiteY219" fmla="*/ 187928 h 219075"/>
                  <a:gd name="connsiteX220" fmla="*/ 312230 w 409575"/>
                  <a:gd name="connsiteY220" fmla="*/ 185928 h 219075"/>
                  <a:gd name="connsiteX221" fmla="*/ 309277 w 409575"/>
                  <a:gd name="connsiteY221" fmla="*/ 185738 h 219075"/>
                  <a:gd name="connsiteX222" fmla="*/ 307467 w 409575"/>
                  <a:gd name="connsiteY222" fmla="*/ 187166 h 219075"/>
                  <a:gd name="connsiteX223" fmla="*/ 309277 w 409575"/>
                  <a:gd name="connsiteY223" fmla="*/ 190024 h 219075"/>
                  <a:gd name="connsiteX224" fmla="*/ 309182 w 409575"/>
                  <a:gd name="connsiteY224" fmla="*/ 192119 h 219075"/>
                  <a:gd name="connsiteX225" fmla="*/ 307181 w 409575"/>
                  <a:gd name="connsiteY225" fmla="*/ 193262 h 219075"/>
                  <a:gd name="connsiteX226" fmla="*/ 307181 w 409575"/>
                  <a:gd name="connsiteY226" fmla="*/ 195929 h 219075"/>
                  <a:gd name="connsiteX227" fmla="*/ 308420 w 409575"/>
                  <a:gd name="connsiteY227" fmla="*/ 197453 h 219075"/>
                  <a:gd name="connsiteX228" fmla="*/ 309372 w 409575"/>
                  <a:gd name="connsiteY228" fmla="*/ 200501 h 219075"/>
                  <a:gd name="connsiteX229" fmla="*/ 307277 w 409575"/>
                  <a:gd name="connsiteY229" fmla="*/ 202406 h 219075"/>
                  <a:gd name="connsiteX230" fmla="*/ 305181 w 409575"/>
                  <a:gd name="connsiteY230" fmla="*/ 203644 h 219075"/>
                  <a:gd name="connsiteX231" fmla="*/ 302514 w 409575"/>
                  <a:gd name="connsiteY231" fmla="*/ 208216 h 219075"/>
                  <a:gd name="connsiteX232" fmla="*/ 299657 w 409575"/>
                  <a:gd name="connsiteY232" fmla="*/ 210598 h 219075"/>
                  <a:gd name="connsiteX233" fmla="*/ 293942 w 409575"/>
                  <a:gd name="connsiteY233" fmla="*/ 210598 h 219075"/>
                  <a:gd name="connsiteX234" fmla="*/ 290894 w 409575"/>
                  <a:gd name="connsiteY234" fmla="*/ 211455 h 219075"/>
                  <a:gd name="connsiteX235" fmla="*/ 289846 w 409575"/>
                  <a:gd name="connsiteY235" fmla="*/ 212312 h 219075"/>
                  <a:gd name="connsiteX236" fmla="*/ 282130 w 409575"/>
                  <a:gd name="connsiteY236" fmla="*/ 196977 h 219075"/>
                  <a:gd name="connsiteX237" fmla="*/ 282130 w 409575"/>
                  <a:gd name="connsiteY237" fmla="*/ 190309 h 219075"/>
                  <a:gd name="connsiteX238" fmla="*/ 274320 w 409575"/>
                  <a:gd name="connsiteY238" fmla="*/ 190309 h 219075"/>
                  <a:gd name="connsiteX239" fmla="*/ 263176 w 409575"/>
                  <a:gd name="connsiteY239" fmla="*/ 178594 h 219075"/>
                  <a:gd name="connsiteX240" fmla="*/ 254794 w 409575"/>
                  <a:gd name="connsiteY240" fmla="*/ 178594 h 219075"/>
                  <a:gd name="connsiteX241" fmla="*/ 251556 w 409575"/>
                  <a:gd name="connsiteY241" fmla="*/ 174784 h 219075"/>
                  <a:gd name="connsiteX242" fmla="*/ 249746 w 409575"/>
                  <a:gd name="connsiteY242" fmla="*/ 162877 h 219075"/>
                  <a:gd name="connsiteX243" fmla="*/ 242793 w 409575"/>
                  <a:gd name="connsiteY243" fmla="*/ 162877 h 219075"/>
                  <a:gd name="connsiteX244" fmla="*/ 238696 w 409575"/>
                  <a:gd name="connsiteY244" fmla="*/ 143827 h 219075"/>
                  <a:gd name="connsiteX245" fmla="*/ 196977 w 409575"/>
                  <a:gd name="connsiteY245" fmla="*/ 158877 h 219075"/>
                  <a:gd name="connsiteX246" fmla="*/ 193643 w 409575"/>
                  <a:gd name="connsiteY246" fmla="*/ 158877 h 219075"/>
                  <a:gd name="connsiteX247" fmla="*/ 190119 w 409575"/>
                  <a:gd name="connsiteY247" fmla="*/ 158877 h 219075"/>
                  <a:gd name="connsiteX248" fmla="*/ 105918 w 409575"/>
                  <a:gd name="connsiteY248" fmla="*/ 184023 h 219075"/>
                  <a:gd name="connsiteX249" fmla="*/ 86773 w 409575"/>
                  <a:gd name="connsiteY249" fmla="*/ 187261 h 219075"/>
                  <a:gd name="connsiteX250" fmla="*/ 86773 w 409575"/>
                  <a:gd name="connsiteY250" fmla="*/ 193072 h 219075"/>
                  <a:gd name="connsiteX251" fmla="*/ 80963 w 409575"/>
                  <a:gd name="connsiteY251" fmla="*/ 195929 h 219075"/>
                  <a:gd name="connsiteX252" fmla="*/ 78867 w 409575"/>
                  <a:gd name="connsiteY252" fmla="*/ 189262 h 219075"/>
                  <a:gd name="connsiteX253" fmla="*/ 6096 w 409575"/>
                  <a:gd name="connsiteY253" fmla="*/ 210502 h 219075"/>
                  <a:gd name="connsiteX254" fmla="*/ 1714 w 409575"/>
                  <a:gd name="connsiteY254" fmla="*/ 204692 h 219075"/>
                  <a:gd name="connsiteX255" fmla="*/ 0 w 409575"/>
                  <a:gd name="connsiteY255" fmla="*/ 98584 h 219075"/>
                  <a:gd name="connsiteX256" fmla="*/ 86392 w 409575"/>
                  <a:gd name="connsiteY256" fmla="*/ 75819 h 219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409575" h="219075">
                    <a:moveTo>
                      <a:pt x="86392" y="75819"/>
                    </a:moveTo>
                    <a:lnTo>
                      <a:pt x="87916" y="75438"/>
                    </a:lnTo>
                    <a:lnTo>
                      <a:pt x="214884" y="41434"/>
                    </a:lnTo>
                    <a:cubicBezTo>
                      <a:pt x="214884" y="41434"/>
                      <a:pt x="218313" y="38576"/>
                      <a:pt x="218790" y="37147"/>
                    </a:cubicBezTo>
                    <a:cubicBezTo>
                      <a:pt x="219075" y="36290"/>
                      <a:pt x="218218" y="34290"/>
                      <a:pt x="218790" y="33528"/>
                    </a:cubicBezTo>
                    <a:cubicBezTo>
                      <a:pt x="219742" y="32290"/>
                      <a:pt x="223933" y="33338"/>
                      <a:pt x="224980" y="32194"/>
                    </a:cubicBezTo>
                    <a:cubicBezTo>
                      <a:pt x="225647" y="31432"/>
                      <a:pt x="225647" y="29242"/>
                      <a:pt x="225362" y="28289"/>
                    </a:cubicBezTo>
                    <a:cubicBezTo>
                      <a:pt x="225171" y="27622"/>
                      <a:pt x="223743" y="26765"/>
                      <a:pt x="223552" y="26098"/>
                    </a:cubicBezTo>
                    <a:cubicBezTo>
                      <a:pt x="223266" y="25336"/>
                      <a:pt x="223457" y="23527"/>
                      <a:pt x="223743" y="22765"/>
                    </a:cubicBezTo>
                    <a:cubicBezTo>
                      <a:pt x="224219" y="21622"/>
                      <a:pt x="225838" y="19717"/>
                      <a:pt x="226886" y="19145"/>
                    </a:cubicBezTo>
                    <a:cubicBezTo>
                      <a:pt x="228219" y="18383"/>
                      <a:pt x="231363" y="18859"/>
                      <a:pt x="232696" y="18288"/>
                    </a:cubicBezTo>
                    <a:cubicBezTo>
                      <a:pt x="233553" y="17907"/>
                      <a:pt x="235077" y="16764"/>
                      <a:pt x="235458" y="15907"/>
                    </a:cubicBezTo>
                    <a:cubicBezTo>
                      <a:pt x="236030" y="14668"/>
                      <a:pt x="234982" y="11620"/>
                      <a:pt x="235649" y="10477"/>
                    </a:cubicBezTo>
                    <a:cubicBezTo>
                      <a:pt x="236220" y="9430"/>
                      <a:pt x="238792" y="8572"/>
                      <a:pt x="239839" y="7906"/>
                    </a:cubicBezTo>
                    <a:cubicBezTo>
                      <a:pt x="241173" y="6953"/>
                      <a:pt x="244316" y="5429"/>
                      <a:pt x="245269" y="4096"/>
                    </a:cubicBezTo>
                    <a:cubicBezTo>
                      <a:pt x="245650" y="3524"/>
                      <a:pt x="245459" y="1715"/>
                      <a:pt x="246031" y="1238"/>
                    </a:cubicBezTo>
                    <a:cubicBezTo>
                      <a:pt x="246793" y="571"/>
                      <a:pt x="249079" y="571"/>
                      <a:pt x="250127" y="571"/>
                    </a:cubicBezTo>
                    <a:cubicBezTo>
                      <a:pt x="251174" y="667"/>
                      <a:pt x="253079" y="1810"/>
                      <a:pt x="254127" y="1810"/>
                    </a:cubicBezTo>
                    <a:cubicBezTo>
                      <a:pt x="254889" y="1905"/>
                      <a:pt x="256413" y="1715"/>
                      <a:pt x="256985" y="1429"/>
                    </a:cubicBezTo>
                    <a:cubicBezTo>
                      <a:pt x="257366" y="1238"/>
                      <a:pt x="257842" y="667"/>
                      <a:pt x="258223" y="0"/>
                    </a:cubicBezTo>
                    <a:cubicBezTo>
                      <a:pt x="259080" y="1715"/>
                      <a:pt x="260699" y="4191"/>
                      <a:pt x="261461" y="5620"/>
                    </a:cubicBezTo>
                    <a:cubicBezTo>
                      <a:pt x="262128" y="7048"/>
                      <a:pt x="263080" y="10001"/>
                      <a:pt x="263747" y="11335"/>
                    </a:cubicBezTo>
                    <a:cubicBezTo>
                      <a:pt x="264319" y="12478"/>
                      <a:pt x="265557" y="14668"/>
                      <a:pt x="266319" y="15621"/>
                    </a:cubicBezTo>
                    <a:cubicBezTo>
                      <a:pt x="267271" y="17050"/>
                      <a:pt x="269748" y="19526"/>
                      <a:pt x="270701" y="20955"/>
                    </a:cubicBezTo>
                    <a:cubicBezTo>
                      <a:pt x="271177" y="21717"/>
                      <a:pt x="271749" y="23527"/>
                      <a:pt x="272415" y="24098"/>
                    </a:cubicBezTo>
                    <a:cubicBezTo>
                      <a:pt x="272796" y="24479"/>
                      <a:pt x="274034" y="24670"/>
                      <a:pt x="274511" y="24860"/>
                    </a:cubicBezTo>
                    <a:cubicBezTo>
                      <a:pt x="275463" y="25336"/>
                      <a:pt x="277178" y="26670"/>
                      <a:pt x="278225" y="27146"/>
                    </a:cubicBezTo>
                    <a:cubicBezTo>
                      <a:pt x="278988" y="27527"/>
                      <a:pt x="280797" y="28194"/>
                      <a:pt x="281654" y="28003"/>
                    </a:cubicBezTo>
                    <a:cubicBezTo>
                      <a:pt x="282321" y="27908"/>
                      <a:pt x="283655" y="27051"/>
                      <a:pt x="284036" y="26384"/>
                    </a:cubicBezTo>
                    <a:cubicBezTo>
                      <a:pt x="284512" y="25527"/>
                      <a:pt x="283940" y="23431"/>
                      <a:pt x="284226" y="22384"/>
                    </a:cubicBezTo>
                    <a:cubicBezTo>
                      <a:pt x="284322" y="21812"/>
                      <a:pt x="284798" y="20765"/>
                      <a:pt x="285179" y="20288"/>
                    </a:cubicBezTo>
                    <a:cubicBezTo>
                      <a:pt x="285750" y="19621"/>
                      <a:pt x="287464" y="18574"/>
                      <a:pt x="288322" y="18764"/>
                    </a:cubicBezTo>
                    <a:cubicBezTo>
                      <a:pt x="288989" y="18859"/>
                      <a:pt x="289751" y="20098"/>
                      <a:pt x="290132" y="20669"/>
                    </a:cubicBezTo>
                    <a:cubicBezTo>
                      <a:pt x="290513" y="21431"/>
                      <a:pt x="290418" y="23241"/>
                      <a:pt x="290989" y="23813"/>
                    </a:cubicBezTo>
                    <a:cubicBezTo>
                      <a:pt x="291465" y="24289"/>
                      <a:pt x="293275" y="24003"/>
                      <a:pt x="293751" y="24574"/>
                    </a:cubicBezTo>
                    <a:cubicBezTo>
                      <a:pt x="294227" y="25241"/>
                      <a:pt x="294132" y="27146"/>
                      <a:pt x="293847" y="27908"/>
                    </a:cubicBezTo>
                    <a:cubicBezTo>
                      <a:pt x="293465" y="28861"/>
                      <a:pt x="291370" y="29908"/>
                      <a:pt x="291179" y="30861"/>
                    </a:cubicBezTo>
                    <a:cubicBezTo>
                      <a:pt x="290989" y="31909"/>
                      <a:pt x="292799" y="33909"/>
                      <a:pt x="292608" y="34957"/>
                    </a:cubicBezTo>
                    <a:cubicBezTo>
                      <a:pt x="292418" y="35814"/>
                      <a:pt x="290989" y="37243"/>
                      <a:pt x="290227" y="37624"/>
                    </a:cubicBezTo>
                    <a:cubicBezTo>
                      <a:pt x="289656" y="37909"/>
                      <a:pt x="288322" y="37338"/>
                      <a:pt x="287750" y="37528"/>
                    </a:cubicBezTo>
                    <a:cubicBezTo>
                      <a:pt x="286798" y="37909"/>
                      <a:pt x="285845" y="40005"/>
                      <a:pt x="285083" y="40576"/>
                    </a:cubicBezTo>
                    <a:cubicBezTo>
                      <a:pt x="284512" y="40957"/>
                      <a:pt x="283179" y="41338"/>
                      <a:pt x="282512" y="41719"/>
                    </a:cubicBezTo>
                    <a:cubicBezTo>
                      <a:pt x="281654" y="42196"/>
                      <a:pt x="280035" y="43624"/>
                      <a:pt x="279083" y="44101"/>
                    </a:cubicBezTo>
                    <a:cubicBezTo>
                      <a:pt x="277939" y="44767"/>
                      <a:pt x="275463" y="45910"/>
                      <a:pt x="274225" y="46387"/>
                    </a:cubicBezTo>
                    <a:cubicBezTo>
                      <a:pt x="273368" y="46768"/>
                      <a:pt x="271558" y="47244"/>
                      <a:pt x="270796" y="47625"/>
                    </a:cubicBezTo>
                    <a:cubicBezTo>
                      <a:pt x="270129" y="48006"/>
                      <a:pt x="268605" y="48958"/>
                      <a:pt x="268414" y="49625"/>
                    </a:cubicBezTo>
                    <a:cubicBezTo>
                      <a:pt x="268224" y="50482"/>
                      <a:pt x="268987" y="52292"/>
                      <a:pt x="269653" y="52768"/>
                    </a:cubicBezTo>
                    <a:cubicBezTo>
                      <a:pt x="270415" y="53340"/>
                      <a:pt x="272701" y="52292"/>
                      <a:pt x="273368" y="52864"/>
                    </a:cubicBezTo>
                    <a:cubicBezTo>
                      <a:pt x="274225" y="53530"/>
                      <a:pt x="274987" y="56007"/>
                      <a:pt x="274511" y="56959"/>
                    </a:cubicBezTo>
                    <a:cubicBezTo>
                      <a:pt x="274130" y="57626"/>
                      <a:pt x="272129" y="57340"/>
                      <a:pt x="271558" y="57912"/>
                    </a:cubicBezTo>
                    <a:cubicBezTo>
                      <a:pt x="271082" y="58293"/>
                      <a:pt x="270986" y="59626"/>
                      <a:pt x="270701" y="60198"/>
                    </a:cubicBezTo>
                    <a:cubicBezTo>
                      <a:pt x="270415" y="60769"/>
                      <a:pt x="269748" y="61913"/>
                      <a:pt x="269272" y="62293"/>
                    </a:cubicBezTo>
                    <a:cubicBezTo>
                      <a:pt x="268605" y="62865"/>
                      <a:pt x="266700" y="63055"/>
                      <a:pt x="266129" y="63722"/>
                    </a:cubicBezTo>
                    <a:cubicBezTo>
                      <a:pt x="265652" y="64294"/>
                      <a:pt x="265938" y="66103"/>
                      <a:pt x="265462" y="66675"/>
                    </a:cubicBezTo>
                    <a:cubicBezTo>
                      <a:pt x="265081" y="67056"/>
                      <a:pt x="263938" y="67342"/>
                      <a:pt x="263557" y="67627"/>
                    </a:cubicBezTo>
                    <a:cubicBezTo>
                      <a:pt x="262890" y="68104"/>
                      <a:pt x="261557" y="69247"/>
                      <a:pt x="261366" y="70009"/>
                    </a:cubicBezTo>
                    <a:cubicBezTo>
                      <a:pt x="261081" y="70961"/>
                      <a:pt x="261557" y="73152"/>
                      <a:pt x="262128" y="74009"/>
                    </a:cubicBezTo>
                    <a:cubicBezTo>
                      <a:pt x="262604" y="74771"/>
                      <a:pt x="264605" y="75533"/>
                      <a:pt x="265176" y="76200"/>
                    </a:cubicBezTo>
                    <a:cubicBezTo>
                      <a:pt x="265843" y="76962"/>
                      <a:pt x="266891" y="78772"/>
                      <a:pt x="267081" y="79724"/>
                    </a:cubicBezTo>
                    <a:cubicBezTo>
                      <a:pt x="267177" y="80391"/>
                      <a:pt x="267367" y="81820"/>
                      <a:pt x="266986" y="82296"/>
                    </a:cubicBezTo>
                    <a:cubicBezTo>
                      <a:pt x="266605" y="82772"/>
                      <a:pt x="265081" y="82867"/>
                      <a:pt x="264414" y="82963"/>
                    </a:cubicBezTo>
                    <a:cubicBezTo>
                      <a:pt x="263747" y="83058"/>
                      <a:pt x="261938" y="82582"/>
                      <a:pt x="261557" y="83153"/>
                    </a:cubicBezTo>
                    <a:cubicBezTo>
                      <a:pt x="260699" y="84391"/>
                      <a:pt x="262604" y="87630"/>
                      <a:pt x="263366" y="88963"/>
                    </a:cubicBezTo>
                    <a:cubicBezTo>
                      <a:pt x="264033" y="90202"/>
                      <a:pt x="265938" y="92392"/>
                      <a:pt x="267081" y="93154"/>
                    </a:cubicBezTo>
                    <a:cubicBezTo>
                      <a:pt x="267843" y="93631"/>
                      <a:pt x="269748" y="94488"/>
                      <a:pt x="270701" y="94297"/>
                    </a:cubicBezTo>
                    <a:cubicBezTo>
                      <a:pt x="271558" y="94202"/>
                      <a:pt x="272605" y="92678"/>
                      <a:pt x="273368" y="92392"/>
                    </a:cubicBezTo>
                    <a:cubicBezTo>
                      <a:pt x="273939" y="92107"/>
                      <a:pt x="275463" y="92488"/>
                      <a:pt x="276035" y="92107"/>
                    </a:cubicBezTo>
                    <a:cubicBezTo>
                      <a:pt x="276511" y="91821"/>
                      <a:pt x="276892" y="90678"/>
                      <a:pt x="276987" y="90106"/>
                    </a:cubicBezTo>
                    <a:cubicBezTo>
                      <a:pt x="277083" y="89535"/>
                      <a:pt x="277178" y="88392"/>
                      <a:pt x="276892" y="87916"/>
                    </a:cubicBezTo>
                    <a:cubicBezTo>
                      <a:pt x="276702" y="87535"/>
                      <a:pt x="275654" y="87249"/>
                      <a:pt x="275368" y="86963"/>
                    </a:cubicBezTo>
                    <a:cubicBezTo>
                      <a:pt x="274892" y="86487"/>
                      <a:pt x="274034" y="85249"/>
                      <a:pt x="274130" y="84582"/>
                    </a:cubicBezTo>
                    <a:cubicBezTo>
                      <a:pt x="274225" y="84106"/>
                      <a:pt x="275082" y="83439"/>
                      <a:pt x="275463" y="83344"/>
                    </a:cubicBezTo>
                    <a:cubicBezTo>
                      <a:pt x="276606" y="83058"/>
                      <a:pt x="279083" y="83725"/>
                      <a:pt x="279940" y="84487"/>
                    </a:cubicBezTo>
                    <a:cubicBezTo>
                      <a:pt x="280607" y="85058"/>
                      <a:pt x="280893" y="87154"/>
                      <a:pt x="281559" y="87820"/>
                    </a:cubicBezTo>
                    <a:cubicBezTo>
                      <a:pt x="282036" y="88392"/>
                      <a:pt x="283559" y="88963"/>
                      <a:pt x="284322" y="89059"/>
                    </a:cubicBezTo>
                    <a:cubicBezTo>
                      <a:pt x="285465" y="89249"/>
                      <a:pt x="287655" y="88582"/>
                      <a:pt x="288798" y="88582"/>
                    </a:cubicBezTo>
                    <a:cubicBezTo>
                      <a:pt x="290036" y="88487"/>
                      <a:pt x="292704" y="88392"/>
                      <a:pt x="293942" y="88773"/>
                    </a:cubicBezTo>
                    <a:cubicBezTo>
                      <a:pt x="294990" y="89154"/>
                      <a:pt x="296799" y="90868"/>
                      <a:pt x="297656" y="91630"/>
                    </a:cubicBezTo>
                    <a:cubicBezTo>
                      <a:pt x="299085" y="92869"/>
                      <a:pt x="301943" y="95536"/>
                      <a:pt x="303276" y="96869"/>
                    </a:cubicBezTo>
                    <a:cubicBezTo>
                      <a:pt x="305181" y="98679"/>
                      <a:pt x="308706" y="102584"/>
                      <a:pt x="310705" y="104394"/>
                    </a:cubicBezTo>
                    <a:cubicBezTo>
                      <a:pt x="311754" y="105346"/>
                      <a:pt x="314230" y="106870"/>
                      <a:pt x="315087" y="108013"/>
                    </a:cubicBezTo>
                    <a:cubicBezTo>
                      <a:pt x="315563" y="108680"/>
                      <a:pt x="316135" y="110299"/>
                      <a:pt x="316230" y="111061"/>
                    </a:cubicBezTo>
                    <a:cubicBezTo>
                      <a:pt x="316421" y="112490"/>
                      <a:pt x="315945" y="115348"/>
                      <a:pt x="315563" y="116776"/>
                    </a:cubicBezTo>
                    <a:cubicBezTo>
                      <a:pt x="315468" y="117253"/>
                      <a:pt x="314896" y="118110"/>
                      <a:pt x="314802" y="118586"/>
                    </a:cubicBezTo>
                    <a:cubicBezTo>
                      <a:pt x="314706" y="119348"/>
                      <a:pt x="315563" y="120967"/>
                      <a:pt x="315278" y="121729"/>
                    </a:cubicBezTo>
                    <a:cubicBezTo>
                      <a:pt x="315183" y="122301"/>
                      <a:pt x="314420" y="123253"/>
                      <a:pt x="313944" y="123444"/>
                    </a:cubicBezTo>
                    <a:cubicBezTo>
                      <a:pt x="313182" y="123634"/>
                      <a:pt x="311658" y="122301"/>
                      <a:pt x="311087" y="122682"/>
                    </a:cubicBezTo>
                    <a:cubicBezTo>
                      <a:pt x="310705" y="122968"/>
                      <a:pt x="310705" y="124111"/>
                      <a:pt x="310896" y="124492"/>
                    </a:cubicBezTo>
                    <a:cubicBezTo>
                      <a:pt x="311372" y="125444"/>
                      <a:pt x="313849" y="125730"/>
                      <a:pt x="314706" y="126301"/>
                    </a:cubicBezTo>
                    <a:cubicBezTo>
                      <a:pt x="315373" y="126682"/>
                      <a:pt x="316230" y="128016"/>
                      <a:pt x="316897" y="128302"/>
                    </a:cubicBezTo>
                    <a:cubicBezTo>
                      <a:pt x="318135" y="128968"/>
                      <a:pt x="320897" y="129349"/>
                      <a:pt x="322231" y="129445"/>
                    </a:cubicBezTo>
                    <a:cubicBezTo>
                      <a:pt x="322898" y="129540"/>
                      <a:pt x="324136" y="129635"/>
                      <a:pt x="324803" y="129445"/>
                    </a:cubicBezTo>
                    <a:cubicBezTo>
                      <a:pt x="325470" y="129254"/>
                      <a:pt x="326517" y="128302"/>
                      <a:pt x="326993" y="127921"/>
                    </a:cubicBezTo>
                    <a:cubicBezTo>
                      <a:pt x="327470" y="127635"/>
                      <a:pt x="328232" y="126873"/>
                      <a:pt x="328803" y="126873"/>
                    </a:cubicBezTo>
                    <a:cubicBezTo>
                      <a:pt x="330232" y="126968"/>
                      <a:pt x="332518" y="129159"/>
                      <a:pt x="333566" y="130207"/>
                    </a:cubicBezTo>
                    <a:cubicBezTo>
                      <a:pt x="334423" y="130969"/>
                      <a:pt x="335756" y="132874"/>
                      <a:pt x="336328" y="133826"/>
                    </a:cubicBezTo>
                    <a:cubicBezTo>
                      <a:pt x="336899" y="134874"/>
                      <a:pt x="338138" y="136874"/>
                      <a:pt x="338328" y="138113"/>
                    </a:cubicBezTo>
                    <a:cubicBezTo>
                      <a:pt x="338614" y="139446"/>
                      <a:pt x="337566" y="142113"/>
                      <a:pt x="337947" y="143446"/>
                    </a:cubicBezTo>
                    <a:cubicBezTo>
                      <a:pt x="338138" y="144399"/>
                      <a:pt x="339186" y="146209"/>
                      <a:pt x="339947" y="146875"/>
                    </a:cubicBezTo>
                    <a:cubicBezTo>
                      <a:pt x="341281" y="148114"/>
                      <a:pt x="344996" y="149161"/>
                      <a:pt x="346710" y="149733"/>
                    </a:cubicBezTo>
                    <a:cubicBezTo>
                      <a:pt x="348425" y="150304"/>
                      <a:pt x="351758" y="151447"/>
                      <a:pt x="353473" y="151638"/>
                    </a:cubicBezTo>
                    <a:cubicBezTo>
                      <a:pt x="354616" y="151733"/>
                      <a:pt x="356807" y="151638"/>
                      <a:pt x="357950" y="151352"/>
                    </a:cubicBezTo>
                    <a:cubicBezTo>
                      <a:pt x="359569" y="150971"/>
                      <a:pt x="362427" y="149161"/>
                      <a:pt x="363950" y="148780"/>
                    </a:cubicBezTo>
                    <a:cubicBezTo>
                      <a:pt x="365474" y="148495"/>
                      <a:pt x="368618" y="148209"/>
                      <a:pt x="370142" y="148590"/>
                    </a:cubicBezTo>
                    <a:cubicBezTo>
                      <a:pt x="371190" y="148780"/>
                      <a:pt x="372809" y="150590"/>
                      <a:pt x="373856" y="150400"/>
                    </a:cubicBezTo>
                    <a:cubicBezTo>
                      <a:pt x="374523" y="150209"/>
                      <a:pt x="375095" y="148780"/>
                      <a:pt x="375476" y="148304"/>
                    </a:cubicBezTo>
                    <a:cubicBezTo>
                      <a:pt x="376047" y="147542"/>
                      <a:pt x="376904" y="145732"/>
                      <a:pt x="377571" y="144970"/>
                    </a:cubicBezTo>
                    <a:cubicBezTo>
                      <a:pt x="378238" y="144209"/>
                      <a:pt x="379952" y="142875"/>
                      <a:pt x="380905" y="142303"/>
                    </a:cubicBezTo>
                    <a:cubicBezTo>
                      <a:pt x="382048" y="141637"/>
                      <a:pt x="384524" y="140970"/>
                      <a:pt x="385668" y="140303"/>
                    </a:cubicBezTo>
                    <a:cubicBezTo>
                      <a:pt x="387382" y="139255"/>
                      <a:pt x="390525" y="136684"/>
                      <a:pt x="392049" y="135445"/>
                    </a:cubicBezTo>
                    <a:cubicBezTo>
                      <a:pt x="393002" y="134684"/>
                      <a:pt x="395002" y="133159"/>
                      <a:pt x="395574" y="132016"/>
                    </a:cubicBezTo>
                    <a:cubicBezTo>
                      <a:pt x="396240" y="130778"/>
                      <a:pt x="397002" y="128016"/>
                      <a:pt x="396812" y="126587"/>
                    </a:cubicBezTo>
                    <a:cubicBezTo>
                      <a:pt x="396621" y="124873"/>
                      <a:pt x="394431" y="122015"/>
                      <a:pt x="393859" y="120491"/>
                    </a:cubicBezTo>
                    <a:cubicBezTo>
                      <a:pt x="393573" y="119729"/>
                      <a:pt x="393668" y="117824"/>
                      <a:pt x="393097" y="117157"/>
                    </a:cubicBezTo>
                    <a:cubicBezTo>
                      <a:pt x="392621" y="116681"/>
                      <a:pt x="390906" y="116872"/>
                      <a:pt x="390430" y="116395"/>
                    </a:cubicBezTo>
                    <a:cubicBezTo>
                      <a:pt x="390049" y="115919"/>
                      <a:pt x="390240" y="114586"/>
                      <a:pt x="389954" y="114109"/>
                    </a:cubicBezTo>
                    <a:cubicBezTo>
                      <a:pt x="389668" y="113633"/>
                      <a:pt x="388906" y="112586"/>
                      <a:pt x="388334" y="112681"/>
                    </a:cubicBezTo>
                    <a:cubicBezTo>
                      <a:pt x="387572" y="112776"/>
                      <a:pt x="386905" y="114586"/>
                      <a:pt x="386811" y="115348"/>
                    </a:cubicBezTo>
                    <a:cubicBezTo>
                      <a:pt x="386811" y="116110"/>
                      <a:pt x="388049" y="117253"/>
                      <a:pt x="388239" y="118015"/>
                    </a:cubicBezTo>
                    <a:cubicBezTo>
                      <a:pt x="388334" y="118586"/>
                      <a:pt x="388430" y="119920"/>
                      <a:pt x="388144" y="120491"/>
                    </a:cubicBezTo>
                    <a:cubicBezTo>
                      <a:pt x="387858" y="120872"/>
                      <a:pt x="386811" y="121634"/>
                      <a:pt x="386334" y="121444"/>
                    </a:cubicBezTo>
                    <a:cubicBezTo>
                      <a:pt x="385191" y="121063"/>
                      <a:pt x="384715" y="118300"/>
                      <a:pt x="384334" y="117157"/>
                    </a:cubicBezTo>
                    <a:cubicBezTo>
                      <a:pt x="383953" y="116110"/>
                      <a:pt x="383572" y="113824"/>
                      <a:pt x="383287" y="112681"/>
                    </a:cubicBezTo>
                    <a:cubicBezTo>
                      <a:pt x="382810" y="110585"/>
                      <a:pt x="381762" y="106394"/>
                      <a:pt x="381191" y="104299"/>
                    </a:cubicBezTo>
                    <a:cubicBezTo>
                      <a:pt x="380810" y="103061"/>
                      <a:pt x="380429" y="100489"/>
                      <a:pt x="379572" y="99536"/>
                    </a:cubicBezTo>
                    <a:cubicBezTo>
                      <a:pt x="378619" y="98393"/>
                      <a:pt x="375666" y="97250"/>
                      <a:pt x="374238" y="96774"/>
                    </a:cubicBezTo>
                    <a:cubicBezTo>
                      <a:pt x="372904" y="96393"/>
                      <a:pt x="370142" y="95726"/>
                      <a:pt x="368808" y="96107"/>
                    </a:cubicBezTo>
                    <a:cubicBezTo>
                      <a:pt x="368046" y="96393"/>
                      <a:pt x="366713" y="97726"/>
                      <a:pt x="366332" y="98584"/>
                    </a:cubicBezTo>
                    <a:cubicBezTo>
                      <a:pt x="366046" y="99441"/>
                      <a:pt x="366713" y="101251"/>
                      <a:pt x="366713" y="102108"/>
                    </a:cubicBezTo>
                    <a:cubicBezTo>
                      <a:pt x="366713" y="102965"/>
                      <a:pt x="367094" y="104965"/>
                      <a:pt x="366332" y="105346"/>
                    </a:cubicBezTo>
                    <a:cubicBezTo>
                      <a:pt x="365379" y="105918"/>
                      <a:pt x="363093" y="104108"/>
                      <a:pt x="362236" y="103346"/>
                    </a:cubicBezTo>
                    <a:cubicBezTo>
                      <a:pt x="361569" y="102775"/>
                      <a:pt x="360902" y="101155"/>
                      <a:pt x="360331" y="100489"/>
                    </a:cubicBezTo>
                    <a:cubicBezTo>
                      <a:pt x="359759" y="99822"/>
                      <a:pt x="357854" y="98869"/>
                      <a:pt x="357759" y="97917"/>
                    </a:cubicBezTo>
                    <a:cubicBezTo>
                      <a:pt x="357664" y="96965"/>
                      <a:pt x="359093" y="95250"/>
                      <a:pt x="359759" y="94583"/>
                    </a:cubicBezTo>
                    <a:cubicBezTo>
                      <a:pt x="360807" y="93631"/>
                      <a:pt x="363474" y="92392"/>
                      <a:pt x="364903" y="92011"/>
                    </a:cubicBezTo>
                    <a:cubicBezTo>
                      <a:pt x="367094" y="91440"/>
                      <a:pt x="371856" y="91440"/>
                      <a:pt x="374142" y="91916"/>
                    </a:cubicBezTo>
                    <a:cubicBezTo>
                      <a:pt x="375761" y="92202"/>
                      <a:pt x="378905" y="93631"/>
                      <a:pt x="380429" y="94488"/>
                    </a:cubicBezTo>
                    <a:cubicBezTo>
                      <a:pt x="382905" y="95917"/>
                      <a:pt x="387477" y="99346"/>
                      <a:pt x="389573" y="101346"/>
                    </a:cubicBezTo>
                    <a:cubicBezTo>
                      <a:pt x="391192" y="102870"/>
                      <a:pt x="393764" y="106490"/>
                      <a:pt x="395193" y="108204"/>
                    </a:cubicBezTo>
                    <a:cubicBezTo>
                      <a:pt x="396716" y="110014"/>
                      <a:pt x="400050" y="113252"/>
                      <a:pt x="401384" y="115252"/>
                    </a:cubicBezTo>
                    <a:cubicBezTo>
                      <a:pt x="403098" y="117824"/>
                      <a:pt x="405384" y="123634"/>
                      <a:pt x="406718" y="126397"/>
                    </a:cubicBezTo>
                    <a:cubicBezTo>
                      <a:pt x="407765" y="128588"/>
                      <a:pt x="409861" y="132874"/>
                      <a:pt x="410528" y="135160"/>
                    </a:cubicBezTo>
                    <a:cubicBezTo>
                      <a:pt x="411099" y="137160"/>
                      <a:pt x="411766" y="141351"/>
                      <a:pt x="411862" y="143446"/>
                    </a:cubicBezTo>
                    <a:cubicBezTo>
                      <a:pt x="411956" y="144494"/>
                      <a:pt x="411671" y="146685"/>
                      <a:pt x="411575" y="147733"/>
                    </a:cubicBezTo>
                    <a:cubicBezTo>
                      <a:pt x="411480" y="148876"/>
                      <a:pt x="410909" y="151162"/>
                      <a:pt x="411099" y="152305"/>
                    </a:cubicBezTo>
                    <a:cubicBezTo>
                      <a:pt x="411195" y="153162"/>
                      <a:pt x="412338" y="155162"/>
                      <a:pt x="412338" y="155448"/>
                    </a:cubicBezTo>
                    <a:cubicBezTo>
                      <a:pt x="412433" y="155638"/>
                      <a:pt x="412814" y="159163"/>
                      <a:pt x="412718" y="160401"/>
                    </a:cubicBezTo>
                    <a:cubicBezTo>
                      <a:pt x="412623" y="161639"/>
                      <a:pt x="412242" y="164020"/>
                      <a:pt x="412147" y="165163"/>
                    </a:cubicBezTo>
                    <a:cubicBezTo>
                      <a:pt x="412052" y="166402"/>
                      <a:pt x="412814" y="169831"/>
                      <a:pt x="411671" y="170212"/>
                    </a:cubicBezTo>
                    <a:cubicBezTo>
                      <a:pt x="410813" y="170497"/>
                      <a:pt x="409861" y="168116"/>
                      <a:pt x="409290" y="167354"/>
                    </a:cubicBezTo>
                    <a:cubicBezTo>
                      <a:pt x="408718" y="166402"/>
                      <a:pt x="407670" y="164401"/>
                      <a:pt x="407480" y="163354"/>
                    </a:cubicBezTo>
                    <a:cubicBezTo>
                      <a:pt x="407289" y="162211"/>
                      <a:pt x="407670" y="159925"/>
                      <a:pt x="407765" y="158877"/>
                    </a:cubicBezTo>
                    <a:cubicBezTo>
                      <a:pt x="407861" y="157829"/>
                      <a:pt x="408337" y="155829"/>
                      <a:pt x="408432" y="154781"/>
                    </a:cubicBezTo>
                    <a:cubicBezTo>
                      <a:pt x="408527" y="154115"/>
                      <a:pt x="408623" y="152876"/>
                      <a:pt x="408432" y="152305"/>
                    </a:cubicBezTo>
                    <a:cubicBezTo>
                      <a:pt x="408147" y="151447"/>
                      <a:pt x="407194" y="149923"/>
                      <a:pt x="406432" y="149447"/>
                    </a:cubicBezTo>
                    <a:cubicBezTo>
                      <a:pt x="405575" y="148971"/>
                      <a:pt x="403289" y="148685"/>
                      <a:pt x="402337" y="148971"/>
                    </a:cubicBezTo>
                    <a:cubicBezTo>
                      <a:pt x="401193" y="149257"/>
                      <a:pt x="399574" y="151162"/>
                      <a:pt x="398622" y="151828"/>
                    </a:cubicBezTo>
                    <a:cubicBezTo>
                      <a:pt x="397097" y="152876"/>
                      <a:pt x="393954" y="154876"/>
                      <a:pt x="392430" y="155829"/>
                    </a:cubicBezTo>
                    <a:cubicBezTo>
                      <a:pt x="390906" y="156781"/>
                      <a:pt x="387858" y="158591"/>
                      <a:pt x="386429" y="159544"/>
                    </a:cubicBezTo>
                    <a:cubicBezTo>
                      <a:pt x="385096" y="160401"/>
                      <a:pt x="382143" y="162020"/>
                      <a:pt x="381286" y="163354"/>
                    </a:cubicBezTo>
                    <a:cubicBezTo>
                      <a:pt x="380715" y="164211"/>
                      <a:pt x="380810" y="166402"/>
                      <a:pt x="380238" y="167164"/>
                    </a:cubicBezTo>
                    <a:cubicBezTo>
                      <a:pt x="379952" y="167545"/>
                      <a:pt x="379190" y="168497"/>
                      <a:pt x="378714" y="168402"/>
                    </a:cubicBezTo>
                    <a:cubicBezTo>
                      <a:pt x="378143" y="168307"/>
                      <a:pt x="377857" y="166973"/>
                      <a:pt x="377666" y="166402"/>
                    </a:cubicBezTo>
                    <a:cubicBezTo>
                      <a:pt x="377476" y="166021"/>
                      <a:pt x="377380" y="164973"/>
                      <a:pt x="377000" y="164687"/>
                    </a:cubicBezTo>
                    <a:cubicBezTo>
                      <a:pt x="376524" y="164401"/>
                      <a:pt x="375285" y="164497"/>
                      <a:pt x="374809" y="164592"/>
                    </a:cubicBezTo>
                    <a:cubicBezTo>
                      <a:pt x="374238" y="164782"/>
                      <a:pt x="373380" y="165830"/>
                      <a:pt x="372809" y="166021"/>
                    </a:cubicBezTo>
                    <a:cubicBezTo>
                      <a:pt x="371856" y="166402"/>
                      <a:pt x="369475" y="165735"/>
                      <a:pt x="368618" y="166306"/>
                    </a:cubicBezTo>
                    <a:cubicBezTo>
                      <a:pt x="367665" y="167068"/>
                      <a:pt x="367665" y="169926"/>
                      <a:pt x="366808" y="170783"/>
                    </a:cubicBezTo>
                    <a:cubicBezTo>
                      <a:pt x="366236" y="171450"/>
                      <a:pt x="364522" y="172021"/>
                      <a:pt x="363664" y="172402"/>
                    </a:cubicBezTo>
                    <a:cubicBezTo>
                      <a:pt x="362903" y="172784"/>
                      <a:pt x="361188" y="172974"/>
                      <a:pt x="360617" y="173545"/>
                    </a:cubicBezTo>
                    <a:cubicBezTo>
                      <a:pt x="360045" y="174212"/>
                      <a:pt x="359759" y="176117"/>
                      <a:pt x="359569" y="176974"/>
                    </a:cubicBezTo>
                    <a:cubicBezTo>
                      <a:pt x="359283" y="178213"/>
                      <a:pt x="358997" y="180689"/>
                      <a:pt x="358330" y="181737"/>
                    </a:cubicBezTo>
                    <a:cubicBezTo>
                      <a:pt x="357759" y="182594"/>
                      <a:pt x="355378" y="184213"/>
                      <a:pt x="355188" y="184213"/>
                    </a:cubicBezTo>
                    <a:cubicBezTo>
                      <a:pt x="354997" y="184213"/>
                      <a:pt x="351473" y="186309"/>
                      <a:pt x="350139" y="186880"/>
                    </a:cubicBezTo>
                    <a:cubicBezTo>
                      <a:pt x="348901" y="187357"/>
                      <a:pt x="346043" y="187166"/>
                      <a:pt x="344900" y="187928"/>
                    </a:cubicBezTo>
                    <a:cubicBezTo>
                      <a:pt x="343377" y="188976"/>
                      <a:pt x="342233" y="192691"/>
                      <a:pt x="341186" y="194119"/>
                    </a:cubicBezTo>
                    <a:cubicBezTo>
                      <a:pt x="340043" y="195834"/>
                      <a:pt x="337471" y="199168"/>
                      <a:pt x="336233" y="200787"/>
                    </a:cubicBezTo>
                    <a:cubicBezTo>
                      <a:pt x="334995" y="202406"/>
                      <a:pt x="332327" y="205549"/>
                      <a:pt x="331089" y="207073"/>
                    </a:cubicBezTo>
                    <a:cubicBezTo>
                      <a:pt x="330137" y="208216"/>
                      <a:pt x="328327" y="210502"/>
                      <a:pt x="327374" y="211550"/>
                    </a:cubicBezTo>
                    <a:cubicBezTo>
                      <a:pt x="326231" y="212788"/>
                      <a:pt x="323850" y="215170"/>
                      <a:pt x="322612" y="216122"/>
                    </a:cubicBezTo>
                    <a:cubicBezTo>
                      <a:pt x="321469" y="217075"/>
                      <a:pt x="318993" y="218599"/>
                      <a:pt x="317659" y="219265"/>
                    </a:cubicBezTo>
                    <a:cubicBezTo>
                      <a:pt x="316897" y="219646"/>
                      <a:pt x="315373" y="220790"/>
                      <a:pt x="314516" y="220599"/>
                    </a:cubicBezTo>
                    <a:cubicBezTo>
                      <a:pt x="313944" y="220504"/>
                      <a:pt x="312801" y="219551"/>
                      <a:pt x="312706" y="218980"/>
                    </a:cubicBezTo>
                    <a:cubicBezTo>
                      <a:pt x="312515" y="218218"/>
                      <a:pt x="313277" y="216789"/>
                      <a:pt x="313849" y="216217"/>
                    </a:cubicBezTo>
                    <a:cubicBezTo>
                      <a:pt x="314802" y="215265"/>
                      <a:pt x="317659" y="214789"/>
                      <a:pt x="318802" y="214122"/>
                    </a:cubicBezTo>
                    <a:cubicBezTo>
                      <a:pt x="319945" y="213360"/>
                      <a:pt x="321850" y="211360"/>
                      <a:pt x="322802" y="210312"/>
                    </a:cubicBezTo>
                    <a:cubicBezTo>
                      <a:pt x="324231" y="208693"/>
                      <a:pt x="326993" y="205454"/>
                      <a:pt x="328422" y="203740"/>
                    </a:cubicBezTo>
                    <a:cubicBezTo>
                      <a:pt x="329661" y="202216"/>
                      <a:pt x="332042" y="199072"/>
                      <a:pt x="333280" y="197548"/>
                    </a:cubicBezTo>
                    <a:cubicBezTo>
                      <a:pt x="334233" y="196405"/>
                      <a:pt x="336138" y="194119"/>
                      <a:pt x="336995" y="192976"/>
                    </a:cubicBezTo>
                    <a:cubicBezTo>
                      <a:pt x="337566" y="192215"/>
                      <a:pt x="338614" y="190690"/>
                      <a:pt x="338995" y="189833"/>
                    </a:cubicBezTo>
                    <a:cubicBezTo>
                      <a:pt x="339376" y="188881"/>
                      <a:pt x="340233" y="186976"/>
                      <a:pt x="340233" y="185928"/>
                    </a:cubicBezTo>
                    <a:cubicBezTo>
                      <a:pt x="340233" y="184975"/>
                      <a:pt x="339471" y="183070"/>
                      <a:pt x="338900" y="182213"/>
                    </a:cubicBezTo>
                    <a:cubicBezTo>
                      <a:pt x="338424" y="181546"/>
                      <a:pt x="336614" y="181165"/>
                      <a:pt x="336233" y="180403"/>
                    </a:cubicBezTo>
                    <a:cubicBezTo>
                      <a:pt x="335662" y="179451"/>
                      <a:pt x="335662" y="177165"/>
                      <a:pt x="335852" y="176117"/>
                    </a:cubicBezTo>
                    <a:cubicBezTo>
                      <a:pt x="335947" y="175260"/>
                      <a:pt x="336995" y="173641"/>
                      <a:pt x="336899" y="172784"/>
                    </a:cubicBezTo>
                    <a:cubicBezTo>
                      <a:pt x="336709" y="171926"/>
                      <a:pt x="335089" y="170783"/>
                      <a:pt x="334518" y="170116"/>
                    </a:cubicBezTo>
                    <a:cubicBezTo>
                      <a:pt x="334233" y="169736"/>
                      <a:pt x="333375" y="169069"/>
                      <a:pt x="333280" y="168592"/>
                    </a:cubicBezTo>
                    <a:cubicBezTo>
                      <a:pt x="333185" y="168021"/>
                      <a:pt x="334233" y="167259"/>
                      <a:pt x="334423" y="166783"/>
                    </a:cubicBezTo>
                    <a:cubicBezTo>
                      <a:pt x="334709" y="166211"/>
                      <a:pt x="335375" y="164687"/>
                      <a:pt x="334995" y="164211"/>
                    </a:cubicBezTo>
                    <a:cubicBezTo>
                      <a:pt x="334328" y="163449"/>
                      <a:pt x="332137" y="164306"/>
                      <a:pt x="331184" y="164497"/>
                    </a:cubicBezTo>
                    <a:cubicBezTo>
                      <a:pt x="330232" y="164592"/>
                      <a:pt x="328518" y="165259"/>
                      <a:pt x="327565" y="165354"/>
                    </a:cubicBezTo>
                    <a:cubicBezTo>
                      <a:pt x="326708" y="165354"/>
                      <a:pt x="324898" y="164497"/>
                      <a:pt x="324136" y="164878"/>
                    </a:cubicBezTo>
                    <a:cubicBezTo>
                      <a:pt x="323565" y="165163"/>
                      <a:pt x="322898" y="166592"/>
                      <a:pt x="322898" y="167259"/>
                    </a:cubicBezTo>
                    <a:cubicBezTo>
                      <a:pt x="322993" y="168021"/>
                      <a:pt x="324708" y="169069"/>
                      <a:pt x="324898" y="169831"/>
                    </a:cubicBezTo>
                    <a:cubicBezTo>
                      <a:pt x="324993" y="170307"/>
                      <a:pt x="324898" y="171450"/>
                      <a:pt x="324612" y="171926"/>
                    </a:cubicBezTo>
                    <a:cubicBezTo>
                      <a:pt x="324327" y="172307"/>
                      <a:pt x="323088" y="172307"/>
                      <a:pt x="322802" y="172688"/>
                    </a:cubicBezTo>
                    <a:cubicBezTo>
                      <a:pt x="322422" y="173069"/>
                      <a:pt x="322040" y="174212"/>
                      <a:pt x="322136" y="174688"/>
                    </a:cubicBezTo>
                    <a:cubicBezTo>
                      <a:pt x="322231" y="175355"/>
                      <a:pt x="323565" y="176308"/>
                      <a:pt x="323565" y="176974"/>
                    </a:cubicBezTo>
                    <a:cubicBezTo>
                      <a:pt x="323565" y="177736"/>
                      <a:pt x="322326" y="178879"/>
                      <a:pt x="321659" y="179070"/>
                    </a:cubicBezTo>
                    <a:cubicBezTo>
                      <a:pt x="320802" y="179356"/>
                      <a:pt x="318802" y="178022"/>
                      <a:pt x="318040" y="178594"/>
                    </a:cubicBezTo>
                    <a:cubicBezTo>
                      <a:pt x="317659" y="178879"/>
                      <a:pt x="317373" y="180022"/>
                      <a:pt x="317659" y="180499"/>
                    </a:cubicBezTo>
                    <a:cubicBezTo>
                      <a:pt x="317945" y="181070"/>
                      <a:pt x="319754" y="180880"/>
                      <a:pt x="320040" y="181451"/>
                    </a:cubicBezTo>
                    <a:cubicBezTo>
                      <a:pt x="320326" y="182213"/>
                      <a:pt x="319278" y="183737"/>
                      <a:pt x="318707" y="184213"/>
                    </a:cubicBezTo>
                    <a:cubicBezTo>
                      <a:pt x="318135" y="184690"/>
                      <a:pt x="315849" y="184404"/>
                      <a:pt x="315563" y="185166"/>
                    </a:cubicBezTo>
                    <a:cubicBezTo>
                      <a:pt x="315373" y="185833"/>
                      <a:pt x="316612" y="187166"/>
                      <a:pt x="317278" y="187547"/>
                    </a:cubicBezTo>
                    <a:cubicBezTo>
                      <a:pt x="317754" y="187833"/>
                      <a:pt x="319278" y="187071"/>
                      <a:pt x="319659" y="187547"/>
                    </a:cubicBezTo>
                    <a:cubicBezTo>
                      <a:pt x="320040" y="188023"/>
                      <a:pt x="319754" y="189547"/>
                      <a:pt x="319374" y="190119"/>
                    </a:cubicBezTo>
                    <a:cubicBezTo>
                      <a:pt x="318993" y="190595"/>
                      <a:pt x="317849" y="190976"/>
                      <a:pt x="317373" y="191071"/>
                    </a:cubicBezTo>
                    <a:cubicBezTo>
                      <a:pt x="316706" y="191167"/>
                      <a:pt x="315278" y="191167"/>
                      <a:pt x="314706" y="190786"/>
                    </a:cubicBezTo>
                    <a:cubicBezTo>
                      <a:pt x="314040" y="190309"/>
                      <a:pt x="313277" y="188690"/>
                      <a:pt x="312897" y="187928"/>
                    </a:cubicBezTo>
                    <a:cubicBezTo>
                      <a:pt x="312706" y="187452"/>
                      <a:pt x="312611" y="186214"/>
                      <a:pt x="312230" y="185928"/>
                    </a:cubicBezTo>
                    <a:cubicBezTo>
                      <a:pt x="311658" y="185452"/>
                      <a:pt x="309944" y="185547"/>
                      <a:pt x="309277" y="185738"/>
                    </a:cubicBezTo>
                    <a:cubicBezTo>
                      <a:pt x="308706" y="185928"/>
                      <a:pt x="307563" y="186595"/>
                      <a:pt x="307467" y="187166"/>
                    </a:cubicBezTo>
                    <a:cubicBezTo>
                      <a:pt x="307372" y="187928"/>
                      <a:pt x="308991" y="189166"/>
                      <a:pt x="309277" y="190024"/>
                    </a:cubicBezTo>
                    <a:cubicBezTo>
                      <a:pt x="309372" y="190500"/>
                      <a:pt x="309468" y="191643"/>
                      <a:pt x="309182" y="192119"/>
                    </a:cubicBezTo>
                    <a:cubicBezTo>
                      <a:pt x="308896" y="192595"/>
                      <a:pt x="307467" y="192786"/>
                      <a:pt x="307181" y="193262"/>
                    </a:cubicBezTo>
                    <a:cubicBezTo>
                      <a:pt x="306800" y="193834"/>
                      <a:pt x="306991" y="195263"/>
                      <a:pt x="307181" y="195929"/>
                    </a:cubicBezTo>
                    <a:cubicBezTo>
                      <a:pt x="307372" y="196405"/>
                      <a:pt x="308134" y="196977"/>
                      <a:pt x="308420" y="197453"/>
                    </a:cubicBezTo>
                    <a:cubicBezTo>
                      <a:pt x="308801" y="198120"/>
                      <a:pt x="309563" y="199739"/>
                      <a:pt x="309372" y="200501"/>
                    </a:cubicBezTo>
                    <a:cubicBezTo>
                      <a:pt x="309182" y="201168"/>
                      <a:pt x="307848" y="202025"/>
                      <a:pt x="307277" y="202406"/>
                    </a:cubicBezTo>
                    <a:cubicBezTo>
                      <a:pt x="306800" y="202787"/>
                      <a:pt x="305562" y="203263"/>
                      <a:pt x="305181" y="203644"/>
                    </a:cubicBezTo>
                    <a:cubicBezTo>
                      <a:pt x="304229" y="204597"/>
                      <a:pt x="303372" y="207264"/>
                      <a:pt x="302514" y="208216"/>
                    </a:cubicBezTo>
                    <a:cubicBezTo>
                      <a:pt x="301943" y="208978"/>
                      <a:pt x="300514" y="210312"/>
                      <a:pt x="299657" y="210598"/>
                    </a:cubicBezTo>
                    <a:cubicBezTo>
                      <a:pt x="298323" y="211074"/>
                      <a:pt x="295370" y="210407"/>
                      <a:pt x="293942" y="210598"/>
                    </a:cubicBezTo>
                    <a:cubicBezTo>
                      <a:pt x="293180" y="210693"/>
                      <a:pt x="291561" y="210979"/>
                      <a:pt x="290894" y="211455"/>
                    </a:cubicBezTo>
                    <a:cubicBezTo>
                      <a:pt x="290608" y="211645"/>
                      <a:pt x="290227" y="211931"/>
                      <a:pt x="289846" y="212312"/>
                    </a:cubicBezTo>
                    <a:lnTo>
                      <a:pt x="282130" y="196977"/>
                    </a:lnTo>
                    <a:lnTo>
                      <a:pt x="282130" y="190309"/>
                    </a:lnTo>
                    <a:lnTo>
                      <a:pt x="274320" y="190309"/>
                    </a:lnTo>
                    <a:lnTo>
                      <a:pt x="263176" y="178594"/>
                    </a:lnTo>
                    <a:lnTo>
                      <a:pt x="254794" y="178594"/>
                    </a:lnTo>
                    <a:lnTo>
                      <a:pt x="251556" y="174784"/>
                    </a:lnTo>
                    <a:lnTo>
                      <a:pt x="249746" y="162877"/>
                    </a:lnTo>
                    <a:lnTo>
                      <a:pt x="242793" y="162877"/>
                    </a:lnTo>
                    <a:lnTo>
                      <a:pt x="238696" y="143827"/>
                    </a:lnTo>
                    <a:lnTo>
                      <a:pt x="196977" y="158877"/>
                    </a:lnTo>
                    <a:lnTo>
                      <a:pt x="193643" y="158877"/>
                    </a:lnTo>
                    <a:lnTo>
                      <a:pt x="190119" y="158877"/>
                    </a:lnTo>
                    <a:lnTo>
                      <a:pt x="105918" y="184023"/>
                    </a:lnTo>
                    <a:lnTo>
                      <a:pt x="86773" y="187261"/>
                    </a:lnTo>
                    <a:lnTo>
                      <a:pt x="86773" y="193072"/>
                    </a:lnTo>
                    <a:lnTo>
                      <a:pt x="80963" y="195929"/>
                    </a:lnTo>
                    <a:lnTo>
                      <a:pt x="78867" y="189262"/>
                    </a:lnTo>
                    <a:lnTo>
                      <a:pt x="6096" y="210502"/>
                    </a:lnTo>
                    <a:lnTo>
                      <a:pt x="1714" y="204692"/>
                    </a:lnTo>
                    <a:lnTo>
                      <a:pt x="0" y="98584"/>
                    </a:lnTo>
                    <a:lnTo>
                      <a:pt x="86392" y="75819"/>
                    </a:ln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sp>
          <p:nvSpPr>
            <p:cNvPr id="88" name="Freeform: Shape 29">
              <a:extLst>
                <a:ext uri="{FF2B5EF4-FFF2-40B4-BE49-F238E27FC236}">
                  <a16:creationId xmlns:a16="http://schemas.microsoft.com/office/drawing/2014/main" id="{83F45B12-AEAB-B09F-B541-7BF8B980195D}"/>
                </a:ext>
              </a:extLst>
            </p:cNvPr>
            <p:cNvSpPr/>
            <p:nvPr/>
          </p:nvSpPr>
          <p:spPr>
            <a:xfrm>
              <a:off x="7946422" y="2522003"/>
              <a:ext cx="714375" cy="476250"/>
            </a:xfrm>
            <a:custGeom>
              <a:avLst/>
              <a:gdLst>
                <a:gd name="connsiteX0" fmla="*/ 42672 w 714375"/>
                <a:gd name="connsiteY0" fmla="*/ 344355 h 476250"/>
                <a:gd name="connsiteX1" fmla="*/ 0 w 714375"/>
                <a:gd name="connsiteY1" fmla="*/ 138901 h 476250"/>
                <a:gd name="connsiteX2" fmla="*/ 9048 w 714375"/>
                <a:gd name="connsiteY2" fmla="*/ 131567 h 476250"/>
                <a:gd name="connsiteX3" fmla="*/ 28860 w 714375"/>
                <a:gd name="connsiteY3" fmla="*/ 116612 h 476250"/>
                <a:gd name="connsiteX4" fmla="*/ 34671 w 714375"/>
                <a:gd name="connsiteY4" fmla="*/ 111088 h 476250"/>
                <a:gd name="connsiteX5" fmla="*/ 36480 w 714375"/>
                <a:gd name="connsiteY5" fmla="*/ 107659 h 476250"/>
                <a:gd name="connsiteX6" fmla="*/ 36290 w 714375"/>
                <a:gd name="connsiteY6" fmla="*/ 103087 h 476250"/>
                <a:gd name="connsiteX7" fmla="*/ 39148 w 714375"/>
                <a:gd name="connsiteY7" fmla="*/ 100325 h 476250"/>
                <a:gd name="connsiteX8" fmla="*/ 42005 w 714375"/>
                <a:gd name="connsiteY8" fmla="*/ 99563 h 476250"/>
                <a:gd name="connsiteX9" fmla="*/ 43339 w 714375"/>
                <a:gd name="connsiteY9" fmla="*/ 101468 h 476250"/>
                <a:gd name="connsiteX10" fmla="*/ 45434 w 714375"/>
                <a:gd name="connsiteY10" fmla="*/ 102801 h 476250"/>
                <a:gd name="connsiteX11" fmla="*/ 50006 w 714375"/>
                <a:gd name="connsiteY11" fmla="*/ 98896 h 476250"/>
                <a:gd name="connsiteX12" fmla="*/ 57150 w 714375"/>
                <a:gd name="connsiteY12" fmla="*/ 92133 h 476250"/>
                <a:gd name="connsiteX13" fmla="*/ 66104 w 714375"/>
                <a:gd name="connsiteY13" fmla="*/ 85085 h 476250"/>
                <a:gd name="connsiteX14" fmla="*/ 76009 w 714375"/>
                <a:gd name="connsiteY14" fmla="*/ 77084 h 476250"/>
                <a:gd name="connsiteX15" fmla="*/ 84011 w 714375"/>
                <a:gd name="connsiteY15" fmla="*/ 117184 h 476250"/>
                <a:gd name="connsiteX16" fmla="*/ 178022 w 714375"/>
                <a:gd name="connsiteY16" fmla="*/ 97372 h 476250"/>
                <a:gd name="connsiteX17" fmla="*/ 324326 w 714375"/>
                <a:gd name="connsiteY17" fmla="*/ 63463 h 476250"/>
                <a:gd name="connsiteX18" fmla="*/ 488442 w 714375"/>
                <a:gd name="connsiteY18" fmla="*/ 22696 h 476250"/>
                <a:gd name="connsiteX19" fmla="*/ 570643 w 714375"/>
                <a:gd name="connsiteY19" fmla="*/ 312 h 476250"/>
                <a:gd name="connsiteX20" fmla="*/ 576358 w 714375"/>
                <a:gd name="connsiteY20" fmla="*/ 407 h 476250"/>
                <a:gd name="connsiteX21" fmla="*/ 578072 w 714375"/>
                <a:gd name="connsiteY21" fmla="*/ 4979 h 476250"/>
                <a:gd name="connsiteX22" fmla="*/ 584168 w 714375"/>
                <a:gd name="connsiteY22" fmla="*/ 4598 h 476250"/>
                <a:gd name="connsiteX23" fmla="*/ 588073 w 714375"/>
                <a:gd name="connsiteY23" fmla="*/ 9075 h 476250"/>
                <a:gd name="connsiteX24" fmla="*/ 590264 w 714375"/>
                <a:gd name="connsiteY24" fmla="*/ 14219 h 476250"/>
                <a:gd name="connsiteX25" fmla="*/ 592455 w 714375"/>
                <a:gd name="connsiteY25" fmla="*/ 16886 h 476250"/>
                <a:gd name="connsiteX26" fmla="*/ 594360 w 714375"/>
                <a:gd name="connsiteY26" fmla="*/ 16886 h 476250"/>
                <a:gd name="connsiteX27" fmla="*/ 597503 w 714375"/>
                <a:gd name="connsiteY27" fmla="*/ 14600 h 476250"/>
                <a:gd name="connsiteX28" fmla="*/ 601123 w 714375"/>
                <a:gd name="connsiteY28" fmla="*/ 14409 h 476250"/>
                <a:gd name="connsiteX29" fmla="*/ 604933 w 714375"/>
                <a:gd name="connsiteY29" fmla="*/ 16981 h 476250"/>
                <a:gd name="connsiteX30" fmla="*/ 607695 w 714375"/>
                <a:gd name="connsiteY30" fmla="*/ 16219 h 476250"/>
                <a:gd name="connsiteX31" fmla="*/ 609600 w 714375"/>
                <a:gd name="connsiteY31" fmla="*/ 19076 h 476250"/>
                <a:gd name="connsiteX32" fmla="*/ 613981 w 714375"/>
                <a:gd name="connsiteY32" fmla="*/ 19934 h 476250"/>
                <a:gd name="connsiteX33" fmla="*/ 611695 w 714375"/>
                <a:gd name="connsiteY33" fmla="*/ 24696 h 476250"/>
                <a:gd name="connsiteX34" fmla="*/ 612743 w 714375"/>
                <a:gd name="connsiteY34" fmla="*/ 28125 h 476250"/>
                <a:gd name="connsiteX35" fmla="*/ 617029 w 714375"/>
                <a:gd name="connsiteY35" fmla="*/ 26601 h 476250"/>
                <a:gd name="connsiteX36" fmla="*/ 619030 w 714375"/>
                <a:gd name="connsiteY36" fmla="*/ 30887 h 476250"/>
                <a:gd name="connsiteX37" fmla="*/ 618648 w 714375"/>
                <a:gd name="connsiteY37" fmla="*/ 35555 h 476250"/>
                <a:gd name="connsiteX38" fmla="*/ 620268 w 714375"/>
                <a:gd name="connsiteY38" fmla="*/ 38317 h 476250"/>
                <a:gd name="connsiteX39" fmla="*/ 623602 w 714375"/>
                <a:gd name="connsiteY39" fmla="*/ 41174 h 476250"/>
                <a:gd name="connsiteX40" fmla="*/ 624935 w 714375"/>
                <a:gd name="connsiteY40" fmla="*/ 47080 h 476250"/>
                <a:gd name="connsiteX41" fmla="*/ 622363 w 714375"/>
                <a:gd name="connsiteY41" fmla="*/ 50795 h 476250"/>
                <a:gd name="connsiteX42" fmla="*/ 624078 w 714375"/>
                <a:gd name="connsiteY42" fmla="*/ 52795 h 476250"/>
                <a:gd name="connsiteX43" fmla="*/ 627793 w 714375"/>
                <a:gd name="connsiteY43" fmla="*/ 55081 h 476250"/>
                <a:gd name="connsiteX44" fmla="*/ 630841 w 714375"/>
                <a:gd name="connsiteY44" fmla="*/ 58700 h 476250"/>
                <a:gd name="connsiteX45" fmla="*/ 634174 w 714375"/>
                <a:gd name="connsiteY45" fmla="*/ 62415 h 476250"/>
                <a:gd name="connsiteX46" fmla="*/ 635889 w 714375"/>
                <a:gd name="connsiteY46" fmla="*/ 63463 h 476250"/>
                <a:gd name="connsiteX47" fmla="*/ 636079 w 714375"/>
                <a:gd name="connsiteY47" fmla="*/ 66225 h 476250"/>
                <a:gd name="connsiteX48" fmla="*/ 639889 w 714375"/>
                <a:gd name="connsiteY48" fmla="*/ 67178 h 476250"/>
                <a:gd name="connsiteX49" fmla="*/ 642366 w 714375"/>
                <a:gd name="connsiteY49" fmla="*/ 65558 h 476250"/>
                <a:gd name="connsiteX50" fmla="*/ 645128 w 714375"/>
                <a:gd name="connsiteY50" fmla="*/ 65463 h 476250"/>
                <a:gd name="connsiteX51" fmla="*/ 646462 w 714375"/>
                <a:gd name="connsiteY51" fmla="*/ 68797 h 476250"/>
                <a:gd name="connsiteX52" fmla="*/ 650271 w 714375"/>
                <a:gd name="connsiteY52" fmla="*/ 70226 h 476250"/>
                <a:gd name="connsiteX53" fmla="*/ 653415 w 714375"/>
                <a:gd name="connsiteY53" fmla="*/ 68606 h 476250"/>
                <a:gd name="connsiteX54" fmla="*/ 656177 w 714375"/>
                <a:gd name="connsiteY54" fmla="*/ 69273 h 476250"/>
                <a:gd name="connsiteX55" fmla="*/ 659035 w 714375"/>
                <a:gd name="connsiteY55" fmla="*/ 67844 h 476250"/>
                <a:gd name="connsiteX56" fmla="*/ 661892 w 714375"/>
                <a:gd name="connsiteY56" fmla="*/ 69749 h 476250"/>
                <a:gd name="connsiteX57" fmla="*/ 664464 w 714375"/>
                <a:gd name="connsiteY57" fmla="*/ 68416 h 476250"/>
                <a:gd name="connsiteX58" fmla="*/ 667226 w 714375"/>
                <a:gd name="connsiteY58" fmla="*/ 68130 h 476250"/>
                <a:gd name="connsiteX59" fmla="*/ 668845 w 714375"/>
                <a:gd name="connsiteY59" fmla="*/ 71750 h 476250"/>
                <a:gd name="connsiteX60" fmla="*/ 671608 w 714375"/>
                <a:gd name="connsiteY60" fmla="*/ 72607 h 476250"/>
                <a:gd name="connsiteX61" fmla="*/ 673227 w 714375"/>
                <a:gd name="connsiteY61" fmla="*/ 75845 h 476250"/>
                <a:gd name="connsiteX62" fmla="*/ 675132 w 714375"/>
                <a:gd name="connsiteY62" fmla="*/ 76417 h 476250"/>
                <a:gd name="connsiteX63" fmla="*/ 672179 w 714375"/>
                <a:gd name="connsiteY63" fmla="*/ 78608 h 476250"/>
                <a:gd name="connsiteX64" fmla="*/ 668369 w 714375"/>
                <a:gd name="connsiteY64" fmla="*/ 80703 h 476250"/>
                <a:gd name="connsiteX65" fmla="*/ 667988 w 714375"/>
                <a:gd name="connsiteY65" fmla="*/ 84513 h 476250"/>
                <a:gd name="connsiteX66" fmla="*/ 664464 w 714375"/>
                <a:gd name="connsiteY66" fmla="*/ 86704 h 476250"/>
                <a:gd name="connsiteX67" fmla="*/ 661130 w 714375"/>
                <a:gd name="connsiteY67" fmla="*/ 94419 h 476250"/>
                <a:gd name="connsiteX68" fmla="*/ 660463 w 714375"/>
                <a:gd name="connsiteY68" fmla="*/ 101944 h 476250"/>
                <a:gd name="connsiteX69" fmla="*/ 661321 w 714375"/>
                <a:gd name="connsiteY69" fmla="*/ 106802 h 476250"/>
                <a:gd name="connsiteX70" fmla="*/ 659416 w 714375"/>
                <a:gd name="connsiteY70" fmla="*/ 112802 h 476250"/>
                <a:gd name="connsiteX71" fmla="*/ 658177 w 714375"/>
                <a:gd name="connsiteY71" fmla="*/ 117089 h 476250"/>
                <a:gd name="connsiteX72" fmla="*/ 654844 w 714375"/>
                <a:gd name="connsiteY72" fmla="*/ 118708 h 476250"/>
                <a:gd name="connsiteX73" fmla="*/ 652939 w 714375"/>
                <a:gd name="connsiteY73" fmla="*/ 122232 h 476250"/>
                <a:gd name="connsiteX74" fmla="*/ 652939 w 714375"/>
                <a:gd name="connsiteY74" fmla="*/ 126423 h 476250"/>
                <a:gd name="connsiteX75" fmla="*/ 651034 w 714375"/>
                <a:gd name="connsiteY75" fmla="*/ 128995 h 476250"/>
                <a:gd name="connsiteX76" fmla="*/ 650748 w 714375"/>
                <a:gd name="connsiteY76" fmla="*/ 134234 h 476250"/>
                <a:gd name="connsiteX77" fmla="*/ 639699 w 714375"/>
                <a:gd name="connsiteY77" fmla="*/ 146045 h 476250"/>
                <a:gd name="connsiteX78" fmla="*/ 654844 w 714375"/>
                <a:gd name="connsiteY78" fmla="*/ 160713 h 476250"/>
                <a:gd name="connsiteX79" fmla="*/ 654748 w 714375"/>
                <a:gd name="connsiteY79" fmla="*/ 163666 h 476250"/>
                <a:gd name="connsiteX80" fmla="*/ 651796 w 714375"/>
                <a:gd name="connsiteY80" fmla="*/ 165190 h 476250"/>
                <a:gd name="connsiteX81" fmla="*/ 651034 w 714375"/>
                <a:gd name="connsiteY81" fmla="*/ 167476 h 476250"/>
                <a:gd name="connsiteX82" fmla="*/ 652081 w 714375"/>
                <a:gd name="connsiteY82" fmla="*/ 171572 h 476250"/>
                <a:gd name="connsiteX83" fmla="*/ 650748 w 714375"/>
                <a:gd name="connsiteY83" fmla="*/ 175191 h 476250"/>
                <a:gd name="connsiteX84" fmla="*/ 647985 w 714375"/>
                <a:gd name="connsiteY84" fmla="*/ 178049 h 476250"/>
                <a:gd name="connsiteX85" fmla="*/ 645033 w 714375"/>
                <a:gd name="connsiteY85" fmla="*/ 178239 h 476250"/>
                <a:gd name="connsiteX86" fmla="*/ 643033 w 714375"/>
                <a:gd name="connsiteY86" fmla="*/ 183002 h 476250"/>
                <a:gd name="connsiteX87" fmla="*/ 645128 w 714375"/>
                <a:gd name="connsiteY87" fmla="*/ 186526 h 476250"/>
                <a:gd name="connsiteX88" fmla="*/ 645033 w 714375"/>
                <a:gd name="connsiteY88" fmla="*/ 192527 h 476250"/>
                <a:gd name="connsiteX89" fmla="*/ 647605 w 714375"/>
                <a:gd name="connsiteY89" fmla="*/ 195003 h 476250"/>
                <a:gd name="connsiteX90" fmla="*/ 645795 w 714375"/>
                <a:gd name="connsiteY90" fmla="*/ 197765 h 476250"/>
                <a:gd name="connsiteX91" fmla="*/ 646938 w 714375"/>
                <a:gd name="connsiteY91" fmla="*/ 203195 h 476250"/>
                <a:gd name="connsiteX92" fmla="*/ 649414 w 714375"/>
                <a:gd name="connsiteY92" fmla="*/ 206433 h 476250"/>
                <a:gd name="connsiteX93" fmla="*/ 650653 w 714375"/>
                <a:gd name="connsiteY93" fmla="*/ 210910 h 476250"/>
                <a:gd name="connsiteX94" fmla="*/ 654939 w 714375"/>
                <a:gd name="connsiteY94" fmla="*/ 212053 h 476250"/>
                <a:gd name="connsiteX95" fmla="*/ 656463 w 714375"/>
                <a:gd name="connsiteY95" fmla="*/ 207767 h 476250"/>
                <a:gd name="connsiteX96" fmla="*/ 661035 w 714375"/>
                <a:gd name="connsiteY96" fmla="*/ 207386 h 476250"/>
                <a:gd name="connsiteX97" fmla="*/ 666369 w 714375"/>
                <a:gd name="connsiteY97" fmla="*/ 211196 h 476250"/>
                <a:gd name="connsiteX98" fmla="*/ 669417 w 714375"/>
                <a:gd name="connsiteY98" fmla="*/ 217863 h 476250"/>
                <a:gd name="connsiteX99" fmla="*/ 668655 w 714375"/>
                <a:gd name="connsiteY99" fmla="*/ 224150 h 476250"/>
                <a:gd name="connsiteX100" fmla="*/ 671322 w 714375"/>
                <a:gd name="connsiteY100" fmla="*/ 228722 h 476250"/>
                <a:gd name="connsiteX101" fmla="*/ 674846 w 714375"/>
                <a:gd name="connsiteY101" fmla="*/ 230436 h 476250"/>
                <a:gd name="connsiteX102" fmla="*/ 678656 w 714375"/>
                <a:gd name="connsiteY102" fmla="*/ 229484 h 476250"/>
                <a:gd name="connsiteX103" fmla="*/ 682371 w 714375"/>
                <a:gd name="connsiteY103" fmla="*/ 229103 h 476250"/>
                <a:gd name="connsiteX104" fmla="*/ 684847 w 714375"/>
                <a:gd name="connsiteY104" fmla="*/ 233103 h 476250"/>
                <a:gd name="connsiteX105" fmla="*/ 687514 w 714375"/>
                <a:gd name="connsiteY105" fmla="*/ 238056 h 476250"/>
                <a:gd name="connsiteX106" fmla="*/ 692182 w 714375"/>
                <a:gd name="connsiteY106" fmla="*/ 239485 h 476250"/>
                <a:gd name="connsiteX107" fmla="*/ 697325 w 714375"/>
                <a:gd name="connsiteY107" fmla="*/ 240628 h 476250"/>
                <a:gd name="connsiteX108" fmla="*/ 701040 w 714375"/>
                <a:gd name="connsiteY108" fmla="*/ 246152 h 476250"/>
                <a:gd name="connsiteX109" fmla="*/ 703230 w 714375"/>
                <a:gd name="connsiteY109" fmla="*/ 248819 h 476250"/>
                <a:gd name="connsiteX110" fmla="*/ 708374 w 714375"/>
                <a:gd name="connsiteY110" fmla="*/ 248724 h 476250"/>
                <a:gd name="connsiteX111" fmla="*/ 712279 w 714375"/>
                <a:gd name="connsiteY111" fmla="*/ 250534 h 476250"/>
                <a:gd name="connsiteX112" fmla="*/ 715423 w 714375"/>
                <a:gd name="connsiteY112" fmla="*/ 255487 h 476250"/>
                <a:gd name="connsiteX113" fmla="*/ 720376 w 714375"/>
                <a:gd name="connsiteY113" fmla="*/ 255582 h 476250"/>
                <a:gd name="connsiteX114" fmla="*/ 720471 w 714375"/>
                <a:gd name="connsiteY114" fmla="*/ 261583 h 476250"/>
                <a:gd name="connsiteX115" fmla="*/ 717042 w 714375"/>
                <a:gd name="connsiteY115" fmla="*/ 262535 h 476250"/>
                <a:gd name="connsiteX116" fmla="*/ 715327 w 714375"/>
                <a:gd name="connsiteY116" fmla="*/ 264631 h 476250"/>
                <a:gd name="connsiteX117" fmla="*/ 712565 w 714375"/>
                <a:gd name="connsiteY117" fmla="*/ 266060 h 476250"/>
                <a:gd name="connsiteX118" fmla="*/ 710374 w 714375"/>
                <a:gd name="connsiteY118" fmla="*/ 266822 h 476250"/>
                <a:gd name="connsiteX119" fmla="*/ 709231 w 714375"/>
                <a:gd name="connsiteY119" fmla="*/ 270441 h 476250"/>
                <a:gd name="connsiteX120" fmla="*/ 707707 w 714375"/>
                <a:gd name="connsiteY120" fmla="*/ 273203 h 476250"/>
                <a:gd name="connsiteX121" fmla="*/ 703421 w 714375"/>
                <a:gd name="connsiteY121" fmla="*/ 275680 h 476250"/>
                <a:gd name="connsiteX122" fmla="*/ 700468 w 714375"/>
                <a:gd name="connsiteY122" fmla="*/ 277299 h 476250"/>
                <a:gd name="connsiteX123" fmla="*/ 696373 w 714375"/>
                <a:gd name="connsiteY123" fmla="*/ 283395 h 476250"/>
                <a:gd name="connsiteX124" fmla="*/ 692182 w 714375"/>
                <a:gd name="connsiteY124" fmla="*/ 288920 h 476250"/>
                <a:gd name="connsiteX125" fmla="*/ 690181 w 714375"/>
                <a:gd name="connsiteY125" fmla="*/ 290920 h 476250"/>
                <a:gd name="connsiteX126" fmla="*/ 689229 w 714375"/>
                <a:gd name="connsiteY126" fmla="*/ 293873 h 476250"/>
                <a:gd name="connsiteX127" fmla="*/ 686181 w 714375"/>
                <a:gd name="connsiteY127" fmla="*/ 297397 h 476250"/>
                <a:gd name="connsiteX128" fmla="*/ 682466 w 714375"/>
                <a:gd name="connsiteY128" fmla="*/ 299016 h 476250"/>
                <a:gd name="connsiteX129" fmla="*/ 681228 w 714375"/>
                <a:gd name="connsiteY129" fmla="*/ 301969 h 476250"/>
                <a:gd name="connsiteX130" fmla="*/ 681323 w 714375"/>
                <a:gd name="connsiteY130" fmla="*/ 305303 h 476250"/>
                <a:gd name="connsiteX131" fmla="*/ 684086 w 714375"/>
                <a:gd name="connsiteY131" fmla="*/ 308255 h 476250"/>
                <a:gd name="connsiteX132" fmla="*/ 683704 w 714375"/>
                <a:gd name="connsiteY132" fmla="*/ 312256 h 476250"/>
                <a:gd name="connsiteX133" fmla="*/ 679989 w 714375"/>
                <a:gd name="connsiteY133" fmla="*/ 313208 h 476250"/>
                <a:gd name="connsiteX134" fmla="*/ 676084 w 714375"/>
                <a:gd name="connsiteY134" fmla="*/ 317685 h 476250"/>
                <a:gd name="connsiteX135" fmla="*/ 671227 w 714375"/>
                <a:gd name="connsiteY135" fmla="*/ 322352 h 476250"/>
                <a:gd name="connsiteX136" fmla="*/ 665130 w 714375"/>
                <a:gd name="connsiteY136" fmla="*/ 322638 h 476250"/>
                <a:gd name="connsiteX137" fmla="*/ 662178 w 714375"/>
                <a:gd name="connsiteY137" fmla="*/ 325686 h 476250"/>
                <a:gd name="connsiteX138" fmla="*/ 659225 w 714375"/>
                <a:gd name="connsiteY138" fmla="*/ 329401 h 476250"/>
                <a:gd name="connsiteX139" fmla="*/ 657130 w 714375"/>
                <a:gd name="connsiteY139" fmla="*/ 331115 h 476250"/>
                <a:gd name="connsiteX140" fmla="*/ 656272 w 714375"/>
                <a:gd name="connsiteY140" fmla="*/ 333020 h 476250"/>
                <a:gd name="connsiteX141" fmla="*/ 651605 w 714375"/>
                <a:gd name="connsiteY141" fmla="*/ 331496 h 476250"/>
                <a:gd name="connsiteX142" fmla="*/ 643318 w 714375"/>
                <a:gd name="connsiteY142" fmla="*/ 330258 h 476250"/>
                <a:gd name="connsiteX143" fmla="*/ 634174 w 714375"/>
                <a:gd name="connsiteY143" fmla="*/ 332925 h 476250"/>
                <a:gd name="connsiteX144" fmla="*/ 627507 w 714375"/>
                <a:gd name="connsiteY144" fmla="*/ 337878 h 476250"/>
                <a:gd name="connsiteX145" fmla="*/ 621316 w 714375"/>
                <a:gd name="connsiteY145" fmla="*/ 344546 h 476250"/>
                <a:gd name="connsiteX146" fmla="*/ 618268 w 714375"/>
                <a:gd name="connsiteY146" fmla="*/ 352547 h 476250"/>
                <a:gd name="connsiteX147" fmla="*/ 617887 w 714375"/>
                <a:gd name="connsiteY147" fmla="*/ 355785 h 476250"/>
                <a:gd name="connsiteX148" fmla="*/ 565880 w 714375"/>
                <a:gd name="connsiteY148" fmla="*/ 369120 h 476250"/>
                <a:gd name="connsiteX149" fmla="*/ 422814 w 714375"/>
                <a:gd name="connsiteY149" fmla="*/ 405220 h 476250"/>
                <a:gd name="connsiteX150" fmla="*/ 192405 w 714375"/>
                <a:gd name="connsiteY150" fmla="*/ 458750 h 476250"/>
                <a:gd name="connsiteX151" fmla="*/ 192119 w 714375"/>
                <a:gd name="connsiteY151" fmla="*/ 458846 h 476250"/>
                <a:gd name="connsiteX152" fmla="*/ 71533 w 714375"/>
                <a:gd name="connsiteY152" fmla="*/ 483515 h 476250"/>
                <a:gd name="connsiteX153" fmla="*/ 42672 w 714375"/>
                <a:gd name="connsiteY153" fmla="*/ 344355 h 476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714375" h="476250">
                  <a:moveTo>
                    <a:pt x="42672" y="344355"/>
                  </a:moveTo>
                  <a:lnTo>
                    <a:pt x="0" y="138901"/>
                  </a:lnTo>
                  <a:cubicBezTo>
                    <a:pt x="3334" y="136139"/>
                    <a:pt x="6762" y="133376"/>
                    <a:pt x="9048" y="131567"/>
                  </a:cubicBezTo>
                  <a:cubicBezTo>
                    <a:pt x="14001" y="127757"/>
                    <a:pt x="24193" y="120613"/>
                    <a:pt x="28860" y="116612"/>
                  </a:cubicBezTo>
                  <a:cubicBezTo>
                    <a:pt x="30385" y="115374"/>
                    <a:pt x="33528" y="112707"/>
                    <a:pt x="34671" y="111088"/>
                  </a:cubicBezTo>
                  <a:cubicBezTo>
                    <a:pt x="35242" y="110326"/>
                    <a:pt x="36290" y="108611"/>
                    <a:pt x="36480" y="107659"/>
                  </a:cubicBezTo>
                  <a:cubicBezTo>
                    <a:pt x="36766" y="106516"/>
                    <a:pt x="35909" y="104135"/>
                    <a:pt x="36290" y="103087"/>
                  </a:cubicBezTo>
                  <a:cubicBezTo>
                    <a:pt x="36671" y="102134"/>
                    <a:pt x="38290" y="100801"/>
                    <a:pt x="39148" y="100325"/>
                  </a:cubicBezTo>
                  <a:cubicBezTo>
                    <a:pt x="39814" y="99944"/>
                    <a:pt x="41338" y="99277"/>
                    <a:pt x="42005" y="99563"/>
                  </a:cubicBezTo>
                  <a:cubicBezTo>
                    <a:pt x="42576" y="99753"/>
                    <a:pt x="42958" y="101087"/>
                    <a:pt x="43339" y="101468"/>
                  </a:cubicBezTo>
                  <a:cubicBezTo>
                    <a:pt x="43815" y="101849"/>
                    <a:pt x="44862" y="102896"/>
                    <a:pt x="45434" y="102801"/>
                  </a:cubicBezTo>
                  <a:cubicBezTo>
                    <a:pt x="46958" y="102706"/>
                    <a:pt x="48863" y="99848"/>
                    <a:pt x="50006" y="98896"/>
                  </a:cubicBezTo>
                  <a:cubicBezTo>
                    <a:pt x="51816" y="97277"/>
                    <a:pt x="55245" y="93752"/>
                    <a:pt x="57150" y="92133"/>
                  </a:cubicBezTo>
                  <a:cubicBezTo>
                    <a:pt x="59245" y="90228"/>
                    <a:pt x="63817" y="86894"/>
                    <a:pt x="66104" y="85085"/>
                  </a:cubicBezTo>
                  <a:cubicBezTo>
                    <a:pt x="68485" y="83180"/>
                    <a:pt x="72771" y="79846"/>
                    <a:pt x="76009" y="77084"/>
                  </a:cubicBezTo>
                  <a:lnTo>
                    <a:pt x="84011" y="117184"/>
                  </a:lnTo>
                  <a:lnTo>
                    <a:pt x="178022" y="97372"/>
                  </a:lnTo>
                  <a:lnTo>
                    <a:pt x="324326" y="63463"/>
                  </a:lnTo>
                  <a:lnTo>
                    <a:pt x="488442" y="22696"/>
                  </a:lnTo>
                  <a:lnTo>
                    <a:pt x="570643" y="312"/>
                  </a:lnTo>
                  <a:cubicBezTo>
                    <a:pt x="570643" y="312"/>
                    <a:pt x="575214" y="-450"/>
                    <a:pt x="576358" y="407"/>
                  </a:cubicBezTo>
                  <a:cubicBezTo>
                    <a:pt x="577310" y="1074"/>
                    <a:pt x="577024" y="4313"/>
                    <a:pt x="578072" y="4979"/>
                  </a:cubicBezTo>
                  <a:cubicBezTo>
                    <a:pt x="579311" y="5837"/>
                    <a:pt x="582739" y="4027"/>
                    <a:pt x="584168" y="4598"/>
                  </a:cubicBezTo>
                  <a:cubicBezTo>
                    <a:pt x="585502" y="5170"/>
                    <a:pt x="587311" y="7837"/>
                    <a:pt x="588073" y="9075"/>
                  </a:cubicBezTo>
                  <a:cubicBezTo>
                    <a:pt x="588836" y="10313"/>
                    <a:pt x="589597" y="13076"/>
                    <a:pt x="590264" y="14219"/>
                  </a:cubicBezTo>
                  <a:cubicBezTo>
                    <a:pt x="590740" y="14981"/>
                    <a:pt x="591693" y="16505"/>
                    <a:pt x="592455" y="16886"/>
                  </a:cubicBezTo>
                  <a:cubicBezTo>
                    <a:pt x="592836" y="17076"/>
                    <a:pt x="593884" y="17076"/>
                    <a:pt x="594360" y="16886"/>
                  </a:cubicBezTo>
                  <a:cubicBezTo>
                    <a:pt x="595313" y="16600"/>
                    <a:pt x="596646" y="14885"/>
                    <a:pt x="597503" y="14600"/>
                  </a:cubicBezTo>
                  <a:cubicBezTo>
                    <a:pt x="598361" y="14314"/>
                    <a:pt x="600265" y="14123"/>
                    <a:pt x="601123" y="14409"/>
                  </a:cubicBezTo>
                  <a:cubicBezTo>
                    <a:pt x="602266" y="14695"/>
                    <a:pt x="603789" y="16790"/>
                    <a:pt x="604933" y="16981"/>
                  </a:cubicBezTo>
                  <a:cubicBezTo>
                    <a:pt x="605599" y="17076"/>
                    <a:pt x="607028" y="16028"/>
                    <a:pt x="607695" y="16219"/>
                  </a:cubicBezTo>
                  <a:cubicBezTo>
                    <a:pt x="608457" y="16505"/>
                    <a:pt x="608933" y="18600"/>
                    <a:pt x="609600" y="19076"/>
                  </a:cubicBezTo>
                  <a:cubicBezTo>
                    <a:pt x="610552" y="19648"/>
                    <a:pt x="613505" y="18981"/>
                    <a:pt x="613981" y="19934"/>
                  </a:cubicBezTo>
                  <a:cubicBezTo>
                    <a:pt x="614553" y="21172"/>
                    <a:pt x="611791" y="23363"/>
                    <a:pt x="611695" y="24696"/>
                  </a:cubicBezTo>
                  <a:cubicBezTo>
                    <a:pt x="611600" y="25553"/>
                    <a:pt x="611981" y="27649"/>
                    <a:pt x="612743" y="28125"/>
                  </a:cubicBezTo>
                  <a:cubicBezTo>
                    <a:pt x="613791" y="28601"/>
                    <a:pt x="615982" y="26220"/>
                    <a:pt x="617029" y="26601"/>
                  </a:cubicBezTo>
                  <a:cubicBezTo>
                    <a:pt x="618077" y="27077"/>
                    <a:pt x="618839" y="29744"/>
                    <a:pt x="619030" y="30887"/>
                  </a:cubicBezTo>
                  <a:cubicBezTo>
                    <a:pt x="619220" y="32030"/>
                    <a:pt x="618458" y="34412"/>
                    <a:pt x="618648" y="35555"/>
                  </a:cubicBezTo>
                  <a:cubicBezTo>
                    <a:pt x="618839" y="36317"/>
                    <a:pt x="619792" y="37745"/>
                    <a:pt x="620268" y="38317"/>
                  </a:cubicBezTo>
                  <a:cubicBezTo>
                    <a:pt x="620935" y="39174"/>
                    <a:pt x="623030" y="40222"/>
                    <a:pt x="623602" y="41174"/>
                  </a:cubicBezTo>
                  <a:cubicBezTo>
                    <a:pt x="624364" y="42508"/>
                    <a:pt x="625221" y="45651"/>
                    <a:pt x="624935" y="47080"/>
                  </a:cubicBezTo>
                  <a:cubicBezTo>
                    <a:pt x="624744" y="48223"/>
                    <a:pt x="622268" y="49652"/>
                    <a:pt x="622363" y="50795"/>
                  </a:cubicBezTo>
                  <a:cubicBezTo>
                    <a:pt x="622363" y="51461"/>
                    <a:pt x="623602" y="52414"/>
                    <a:pt x="624078" y="52795"/>
                  </a:cubicBezTo>
                  <a:cubicBezTo>
                    <a:pt x="624935" y="53557"/>
                    <a:pt x="626936" y="54414"/>
                    <a:pt x="627793" y="55081"/>
                  </a:cubicBezTo>
                  <a:cubicBezTo>
                    <a:pt x="628650" y="55843"/>
                    <a:pt x="630078" y="57843"/>
                    <a:pt x="630841" y="58700"/>
                  </a:cubicBezTo>
                  <a:cubicBezTo>
                    <a:pt x="631603" y="59653"/>
                    <a:pt x="633127" y="61653"/>
                    <a:pt x="634174" y="62415"/>
                  </a:cubicBezTo>
                  <a:cubicBezTo>
                    <a:pt x="634555" y="62701"/>
                    <a:pt x="635603" y="63082"/>
                    <a:pt x="635889" y="63463"/>
                  </a:cubicBezTo>
                  <a:cubicBezTo>
                    <a:pt x="636270" y="64034"/>
                    <a:pt x="635698" y="65654"/>
                    <a:pt x="636079" y="66225"/>
                  </a:cubicBezTo>
                  <a:cubicBezTo>
                    <a:pt x="636746" y="66987"/>
                    <a:pt x="638937" y="67368"/>
                    <a:pt x="639889" y="67178"/>
                  </a:cubicBezTo>
                  <a:cubicBezTo>
                    <a:pt x="640652" y="67082"/>
                    <a:pt x="641604" y="65844"/>
                    <a:pt x="642366" y="65558"/>
                  </a:cubicBezTo>
                  <a:cubicBezTo>
                    <a:pt x="643033" y="65368"/>
                    <a:pt x="644557" y="65082"/>
                    <a:pt x="645128" y="65463"/>
                  </a:cubicBezTo>
                  <a:cubicBezTo>
                    <a:pt x="645890" y="65939"/>
                    <a:pt x="645890" y="68130"/>
                    <a:pt x="646462" y="68797"/>
                  </a:cubicBezTo>
                  <a:cubicBezTo>
                    <a:pt x="647223" y="69559"/>
                    <a:pt x="649224" y="70321"/>
                    <a:pt x="650271" y="70226"/>
                  </a:cubicBezTo>
                  <a:cubicBezTo>
                    <a:pt x="651129" y="70226"/>
                    <a:pt x="652558" y="68797"/>
                    <a:pt x="653415" y="68606"/>
                  </a:cubicBezTo>
                  <a:cubicBezTo>
                    <a:pt x="654082" y="68511"/>
                    <a:pt x="655511" y="69273"/>
                    <a:pt x="656177" y="69273"/>
                  </a:cubicBezTo>
                  <a:cubicBezTo>
                    <a:pt x="656939" y="69178"/>
                    <a:pt x="658273" y="67844"/>
                    <a:pt x="659035" y="67844"/>
                  </a:cubicBezTo>
                  <a:cubicBezTo>
                    <a:pt x="659892" y="67940"/>
                    <a:pt x="661035" y="69749"/>
                    <a:pt x="661892" y="69749"/>
                  </a:cubicBezTo>
                  <a:cubicBezTo>
                    <a:pt x="662654" y="69749"/>
                    <a:pt x="663797" y="68606"/>
                    <a:pt x="664464" y="68416"/>
                  </a:cubicBezTo>
                  <a:cubicBezTo>
                    <a:pt x="665130" y="68225"/>
                    <a:pt x="666655" y="67749"/>
                    <a:pt x="667226" y="68130"/>
                  </a:cubicBezTo>
                  <a:cubicBezTo>
                    <a:pt x="668083" y="68606"/>
                    <a:pt x="668083" y="71083"/>
                    <a:pt x="668845" y="71750"/>
                  </a:cubicBezTo>
                  <a:cubicBezTo>
                    <a:pt x="669417" y="72226"/>
                    <a:pt x="671036" y="72131"/>
                    <a:pt x="671608" y="72607"/>
                  </a:cubicBezTo>
                  <a:cubicBezTo>
                    <a:pt x="672274" y="73178"/>
                    <a:pt x="673227" y="75845"/>
                    <a:pt x="673227" y="75845"/>
                  </a:cubicBezTo>
                  <a:lnTo>
                    <a:pt x="675132" y="76417"/>
                  </a:lnTo>
                  <a:cubicBezTo>
                    <a:pt x="674084" y="77274"/>
                    <a:pt x="672846" y="78131"/>
                    <a:pt x="672179" y="78608"/>
                  </a:cubicBezTo>
                  <a:cubicBezTo>
                    <a:pt x="671322" y="79274"/>
                    <a:pt x="668941" y="79846"/>
                    <a:pt x="668369" y="80703"/>
                  </a:cubicBezTo>
                  <a:cubicBezTo>
                    <a:pt x="667893" y="81465"/>
                    <a:pt x="668464" y="83751"/>
                    <a:pt x="667988" y="84513"/>
                  </a:cubicBezTo>
                  <a:cubicBezTo>
                    <a:pt x="667417" y="85370"/>
                    <a:pt x="665130" y="85942"/>
                    <a:pt x="664464" y="86704"/>
                  </a:cubicBezTo>
                  <a:cubicBezTo>
                    <a:pt x="663130" y="88323"/>
                    <a:pt x="661702" y="92419"/>
                    <a:pt x="661130" y="94419"/>
                  </a:cubicBezTo>
                  <a:cubicBezTo>
                    <a:pt x="660654" y="96229"/>
                    <a:pt x="660463" y="100039"/>
                    <a:pt x="660463" y="101944"/>
                  </a:cubicBezTo>
                  <a:cubicBezTo>
                    <a:pt x="660559" y="103182"/>
                    <a:pt x="661416" y="105563"/>
                    <a:pt x="661321" y="106802"/>
                  </a:cubicBezTo>
                  <a:cubicBezTo>
                    <a:pt x="661225" y="108421"/>
                    <a:pt x="659892" y="111374"/>
                    <a:pt x="659416" y="112802"/>
                  </a:cubicBezTo>
                  <a:cubicBezTo>
                    <a:pt x="659035" y="113850"/>
                    <a:pt x="658844" y="116231"/>
                    <a:pt x="658177" y="117089"/>
                  </a:cubicBezTo>
                  <a:cubicBezTo>
                    <a:pt x="657606" y="117755"/>
                    <a:pt x="655511" y="118041"/>
                    <a:pt x="654844" y="118708"/>
                  </a:cubicBezTo>
                  <a:cubicBezTo>
                    <a:pt x="654177" y="119375"/>
                    <a:pt x="653224" y="121280"/>
                    <a:pt x="652939" y="122232"/>
                  </a:cubicBezTo>
                  <a:cubicBezTo>
                    <a:pt x="652653" y="123280"/>
                    <a:pt x="653224" y="125375"/>
                    <a:pt x="652939" y="126423"/>
                  </a:cubicBezTo>
                  <a:cubicBezTo>
                    <a:pt x="652653" y="127185"/>
                    <a:pt x="651320" y="128233"/>
                    <a:pt x="651034" y="128995"/>
                  </a:cubicBezTo>
                  <a:cubicBezTo>
                    <a:pt x="650557" y="130233"/>
                    <a:pt x="650748" y="134234"/>
                    <a:pt x="650748" y="134234"/>
                  </a:cubicBezTo>
                  <a:lnTo>
                    <a:pt x="639699" y="146045"/>
                  </a:lnTo>
                  <a:lnTo>
                    <a:pt x="654844" y="160713"/>
                  </a:lnTo>
                  <a:cubicBezTo>
                    <a:pt x="654844" y="160713"/>
                    <a:pt x="655129" y="163094"/>
                    <a:pt x="654748" y="163666"/>
                  </a:cubicBezTo>
                  <a:cubicBezTo>
                    <a:pt x="654367" y="164333"/>
                    <a:pt x="652367" y="164523"/>
                    <a:pt x="651796" y="165190"/>
                  </a:cubicBezTo>
                  <a:cubicBezTo>
                    <a:pt x="651414" y="165666"/>
                    <a:pt x="651034" y="166904"/>
                    <a:pt x="651034" y="167476"/>
                  </a:cubicBezTo>
                  <a:cubicBezTo>
                    <a:pt x="651034" y="168524"/>
                    <a:pt x="652177" y="170524"/>
                    <a:pt x="652081" y="171572"/>
                  </a:cubicBezTo>
                  <a:cubicBezTo>
                    <a:pt x="652081" y="172524"/>
                    <a:pt x="651224" y="174334"/>
                    <a:pt x="650748" y="175191"/>
                  </a:cubicBezTo>
                  <a:cubicBezTo>
                    <a:pt x="650177" y="176048"/>
                    <a:pt x="648843" y="177668"/>
                    <a:pt x="647985" y="178049"/>
                  </a:cubicBezTo>
                  <a:cubicBezTo>
                    <a:pt x="647319" y="178334"/>
                    <a:pt x="645604" y="177858"/>
                    <a:pt x="645033" y="178239"/>
                  </a:cubicBezTo>
                  <a:cubicBezTo>
                    <a:pt x="643985" y="179001"/>
                    <a:pt x="642938" y="181763"/>
                    <a:pt x="643033" y="183002"/>
                  </a:cubicBezTo>
                  <a:cubicBezTo>
                    <a:pt x="643128" y="184049"/>
                    <a:pt x="644937" y="185478"/>
                    <a:pt x="645128" y="186526"/>
                  </a:cubicBezTo>
                  <a:cubicBezTo>
                    <a:pt x="645509" y="187955"/>
                    <a:pt x="644461" y="191193"/>
                    <a:pt x="645033" y="192527"/>
                  </a:cubicBezTo>
                  <a:cubicBezTo>
                    <a:pt x="645414" y="193289"/>
                    <a:pt x="647509" y="194051"/>
                    <a:pt x="647605" y="195003"/>
                  </a:cubicBezTo>
                  <a:cubicBezTo>
                    <a:pt x="647700" y="195860"/>
                    <a:pt x="645986" y="197003"/>
                    <a:pt x="645795" y="197765"/>
                  </a:cubicBezTo>
                  <a:cubicBezTo>
                    <a:pt x="645509" y="199099"/>
                    <a:pt x="646366" y="201956"/>
                    <a:pt x="646938" y="203195"/>
                  </a:cubicBezTo>
                  <a:cubicBezTo>
                    <a:pt x="647319" y="204147"/>
                    <a:pt x="648938" y="205576"/>
                    <a:pt x="649414" y="206433"/>
                  </a:cubicBezTo>
                  <a:cubicBezTo>
                    <a:pt x="649891" y="207481"/>
                    <a:pt x="649891" y="210053"/>
                    <a:pt x="650653" y="210910"/>
                  </a:cubicBezTo>
                  <a:cubicBezTo>
                    <a:pt x="651414" y="211672"/>
                    <a:pt x="653891" y="212529"/>
                    <a:pt x="654939" y="212053"/>
                  </a:cubicBezTo>
                  <a:cubicBezTo>
                    <a:pt x="655987" y="211481"/>
                    <a:pt x="655511" y="208529"/>
                    <a:pt x="656463" y="207767"/>
                  </a:cubicBezTo>
                  <a:cubicBezTo>
                    <a:pt x="657415" y="207100"/>
                    <a:pt x="659892" y="207100"/>
                    <a:pt x="661035" y="207386"/>
                  </a:cubicBezTo>
                  <a:cubicBezTo>
                    <a:pt x="662654" y="207862"/>
                    <a:pt x="665321" y="209957"/>
                    <a:pt x="666369" y="211196"/>
                  </a:cubicBezTo>
                  <a:cubicBezTo>
                    <a:pt x="667512" y="212624"/>
                    <a:pt x="669131" y="216053"/>
                    <a:pt x="669417" y="217863"/>
                  </a:cubicBezTo>
                  <a:cubicBezTo>
                    <a:pt x="669703" y="219387"/>
                    <a:pt x="668369" y="222530"/>
                    <a:pt x="668655" y="224150"/>
                  </a:cubicBezTo>
                  <a:cubicBezTo>
                    <a:pt x="668941" y="225483"/>
                    <a:pt x="670370" y="227769"/>
                    <a:pt x="671322" y="228722"/>
                  </a:cubicBezTo>
                  <a:cubicBezTo>
                    <a:pt x="671989" y="229388"/>
                    <a:pt x="673894" y="230341"/>
                    <a:pt x="674846" y="230436"/>
                  </a:cubicBezTo>
                  <a:cubicBezTo>
                    <a:pt x="675798" y="230531"/>
                    <a:pt x="677703" y="229674"/>
                    <a:pt x="678656" y="229484"/>
                  </a:cubicBezTo>
                  <a:cubicBezTo>
                    <a:pt x="679609" y="229293"/>
                    <a:pt x="681514" y="228626"/>
                    <a:pt x="682371" y="229103"/>
                  </a:cubicBezTo>
                  <a:cubicBezTo>
                    <a:pt x="683419" y="229579"/>
                    <a:pt x="684276" y="232151"/>
                    <a:pt x="684847" y="233103"/>
                  </a:cubicBezTo>
                  <a:cubicBezTo>
                    <a:pt x="685514" y="234341"/>
                    <a:pt x="686467" y="237199"/>
                    <a:pt x="687514" y="238056"/>
                  </a:cubicBezTo>
                  <a:cubicBezTo>
                    <a:pt x="688467" y="238818"/>
                    <a:pt x="691039" y="239104"/>
                    <a:pt x="692182" y="239485"/>
                  </a:cubicBezTo>
                  <a:cubicBezTo>
                    <a:pt x="693420" y="239771"/>
                    <a:pt x="696277" y="239866"/>
                    <a:pt x="697325" y="240628"/>
                  </a:cubicBezTo>
                  <a:cubicBezTo>
                    <a:pt x="698754" y="241580"/>
                    <a:pt x="700088" y="244819"/>
                    <a:pt x="701040" y="246152"/>
                  </a:cubicBezTo>
                  <a:cubicBezTo>
                    <a:pt x="701516" y="246819"/>
                    <a:pt x="702469" y="248438"/>
                    <a:pt x="703230" y="248819"/>
                  </a:cubicBezTo>
                  <a:cubicBezTo>
                    <a:pt x="704373" y="249296"/>
                    <a:pt x="707041" y="248438"/>
                    <a:pt x="708374" y="248724"/>
                  </a:cubicBezTo>
                  <a:cubicBezTo>
                    <a:pt x="709422" y="248915"/>
                    <a:pt x="711517" y="249867"/>
                    <a:pt x="712279" y="250534"/>
                  </a:cubicBezTo>
                  <a:cubicBezTo>
                    <a:pt x="713422" y="251486"/>
                    <a:pt x="714184" y="254820"/>
                    <a:pt x="715423" y="255487"/>
                  </a:cubicBezTo>
                  <a:cubicBezTo>
                    <a:pt x="716470" y="256058"/>
                    <a:pt x="719518" y="254725"/>
                    <a:pt x="720376" y="255582"/>
                  </a:cubicBezTo>
                  <a:cubicBezTo>
                    <a:pt x="721423" y="256630"/>
                    <a:pt x="721423" y="260440"/>
                    <a:pt x="720471" y="261583"/>
                  </a:cubicBezTo>
                  <a:cubicBezTo>
                    <a:pt x="719899" y="262250"/>
                    <a:pt x="717804" y="262059"/>
                    <a:pt x="717042" y="262535"/>
                  </a:cubicBezTo>
                  <a:cubicBezTo>
                    <a:pt x="716470" y="262916"/>
                    <a:pt x="715899" y="264250"/>
                    <a:pt x="715327" y="264631"/>
                  </a:cubicBezTo>
                  <a:cubicBezTo>
                    <a:pt x="714756" y="265107"/>
                    <a:pt x="713327" y="265679"/>
                    <a:pt x="712565" y="266060"/>
                  </a:cubicBezTo>
                  <a:cubicBezTo>
                    <a:pt x="711994" y="266250"/>
                    <a:pt x="710755" y="266345"/>
                    <a:pt x="710374" y="266822"/>
                  </a:cubicBezTo>
                  <a:cubicBezTo>
                    <a:pt x="709708" y="267488"/>
                    <a:pt x="709613" y="269584"/>
                    <a:pt x="709231" y="270441"/>
                  </a:cubicBezTo>
                  <a:cubicBezTo>
                    <a:pt x="708946" y="271203"/>
                    <a:pt x="708279" y="272632"/>
                    <a:pt x="707707" y="273203"/>
                  </a:cubicBezTo>
                  <a:cubicBezTo>
                    <a:pt x="706850" y="274061"/>
                    <a:pt x="704564" y="275013"/>
                    <a:pt x="703421" y="275680"/>
                  </a:cubicBezTo>
                  <a:cubicBezTo>
                    <a:pt x="702659" y="276061"/>
                    <a:pt x="701040" y="276728"/>
                    <a:pt x="700468" y="277299"/>
                  </a:cubicBezTo>
                  <a:cubicBezTo>
                    <a:pt x="699135" y="278537"/>
                    <a:pt x="697420" y="281871"/>
                    <a:pt x="696373" y="283395"/>
                  </a:cubicBezTo>
                  <a:cubicBezTo>
                    <a:pt x="695325" y="284824"/>
                    <a:pt x="693325" y="287586"/>
                    <a:pt x="692182" y="288920"/>
                  </a:cubicBezTo>
                  <a:cubicBezTo>
                    <a:pt x="691705" y="289491"/>
                    <a:pt x="690563" y="290348"/>
                    <a:pt x="690181" y="290920"/>
                  </a:cubicBezTo>
                  <a:cubicBezTo>
                    <a:pt x="689800" y="291587"/>
                    <a:pt x="689610" y="293206"/>
                    <a:pt x="689229" y="293873"/>
                  </a:cubicBezTo>
                  <a:cubicBezTo>
                    <a:pt x="688657" y="294920"/>
                    <a:pt x="687133" y="296730"/>
                    <a:pt x="686181" y="297397"/>
                  </a:cubicBezTo>
                  <a:cubicBezTo>
                    <a:pt x="685323" y="297968"/>
                    <a:pt x="683228" y="298254"/>
                    <a:pt x="682466" y="299016"/>
                  </a:cubicBezTo>
                  <a:cubicBezTo>
                    <a:pt x="681894" y="299588"/>
                    <a:pt x="681323" y="301207"/>
                    <a:pt x="681228" y="301969"/>
                  </a:cubicBezTo>
                  <a:cubicBezTo>
                    <a:pt x="681038" y="302826"/>
                    <a:pt x="681038" y="304445"/>
                    <a:pt x="681323" y="305303"/>
                  </a:cubicBezTo>
                  <a:cubicBezTo>
                    <a:pt x="681704" y="306255"/>
                    <a:pt x="683704" y="307303"/>
                    <a:pt x="684086" y="308255"/>
                  </a:cubicBezTo>
                  <a:cubicBezTo>
                    <a:pt x="684371" y="309208"/>
                    <a:pt x="684371" y="311494"/>
                    <a:pt x="683704" y="312256"/>
                  </a:cubicBezTo>
                  <a:cubicBezTo>
                    <a:pt x="683133" y="313018"/>
                    <a:pt x="680847" y="312732"/>
                    <a:pt x="679989" y="313208"/>
                  </a:cubicBezTo>
                  <a:cubicBezTo>
                    <a:pt x="678752" y="313970"/>
                    <a:pt x="677132" y="316542"/>
                    <a:pt x="676084" y="317685"/>
                  </a:cubicBezTo>
                  <a:cubicBezTo>
                    <a:pt x="674941" y="318923"/>
                    <a:pt x="672751" y="321686"/>
                    <a:pt x="671227" y="322352"/>
                  </a:cubicBezTo>
                  <a:cubicBezTo>
                    <a:pt x="669798" y="322924"/>
                    <a:pt x="666559" y="322067"/>
                    <a:pt x="665130" y="322638"/>
                  </a:cubicBezTo>
                  <a:cubicBezTo>
                    <a:pt x="664178" y="323114"/>
                    <a:pt x="662844" y="324924"/>
                    <a:pt x="662178" y="325686"/>
                  </a:cubicBezTo>
                  <a:cubicBezTo>
                    <a:pt x="661416" y="326543"/>
                    <a:pt x="660082" y="328544"/>
                    <a:pt x="659225" y="329401"/>
                  </a:cubicBezTo>
                  <a:cubicBezTo>
                    <a:pt x="658749" y="329877"/>
                    <a:pt x="657510" y="330544"/>
                    <a:pt x="657130" y="331115"/>
                  </a:cubicBezTo>
                  <a:cubicBezTo>
                    <a:pt x="656748" y="331592"/>
                    <a:pt x="656463" y="332258"/>
                    <a:pt x="656272" y="333020"/>
                  </a:cubicBezTo>
                  <a:cubicBezTo>
                    <a:pt x="654558" y="332354"/>
                    <a:pt x="652653" y="331782"/>
                    <a:pt x="651605" y="331496"/>
                  </a:cubicBezTo>
                  <a:cubicBezTo>
                    <a:pt x="649605" y="331020"/>
                    <a:pt x="645414" y="330068"/>
                    <a:pt x="643318" y="330258"/>
                  </a:cubicBezTo>
                  <a:cubicBezTo>
                    <a:pt x="640937" y="330449"/>
                    <a:pt x="636365" y="331877"/>
                    <a:pt x="634174" y="332925"/>
                  </a:cubicBezTo>
                  <a:cubicBezTo>
                    <a:pt x="632270" y="333878"/>
                    <a:pt x="629031" y="336545"/>
                    <a:pt x="627507" y="337878"/>
                  </a:cubicBezTo>
                  <a:cubicBezTo>
                    <a:pt x="625792" y="339402"/>
                    <a:pt x="622554" y="342641"/>
                    <a:pt x="621316" y="344546"/>
                  </a:cubicBezTo>
                  <a:cubicBezTo>
                    <a:pt x="620173" y="346355"/>
                    <a:pt x="618648" y="350451"/>
                    <a:pt x="618268" y="352547"/>
                  </a:cubicBezTo>
                  <a:cubicBezTo>
                    <a:pt x="618077" y="353404"/>
                    <a:pt x="617982" y="354547"/>
                    <a:pt x="617887" y="355785"/>
                  </a:cubicBezTo>
                  <a:lnTo>
                    <a:pt x="565880" y="369120"/>
                  </a:lnTo>
                  <a:lnTo>
                    <a:pt x="422814" y="405220"/>
                  </a:lnTo>
                  <a:lnTo>
                    <a:pt x="192405" y="458750"/>
                  </a:lnTo>
                  <a:lnTo>
                    <a:pt x="192119" y="458846"/>
                  </a:lnTo>
                  <a:lnTo>
                    <a:pt x="71533" y="483515"/>
                  </a:lnTo>
                  <a:lnTo>
                    <a:pt x="42672" y="344355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9" name="Freeform: Shape 30">
              <a:extLst>
                <a:ext uri="{FF2B5EF4-FFF2-40B4-BE49-F238E27FC236}">
                  <a16:creationId xmlns:a16="http://schemas.microsoft.com/office/drawing/2014/main" id="{B7B752D7-8027-1252-AD36-535F681D101E}"/>
                </a:ext>
              </a:extLst>
            </p:cNvPr>
            <p:cNvSpPr/>
            <p:nvPr/>
          </p:nvSpPr>
          <p:spPr>
            <a:xfrm>
              <a:off x="8586025" y="2598420"/>
              <a:ext cx="161925" cy="371475"/>
            </a:xfrm>
            <a:custGeom>
              <a:avLst/>
              <a:gdLst>
                <a:gd name="connsiteX0" fmla="*/ 16573 w 161925"/>
                <a:gd name="connsiteY0" fmla="*/ 256604 h 371475"/>
                <a:gd name="connsiteX1" fmla="*/ 17431 w 161925"/>
                <a:gd name="connsiteY1" fmla="*/ 254698 h 371475"/>
                <a:gd name="connsiteX2" fmla="*/ 19526 w 161925"/>
                <a:gd name="connsiteY2" fmla="*/ 252984 h 371475"/>
                <a:gd name="connsiteX3" fmla="*/ 22479 w 161925"/>
                <a:gd name="connsiteY3" fmla="*/ 249269 h 371475"/>
                <a:gd name="connsiteX4" fmla="*/ 25432 w 161925"/>
                <a:gd name="connsiteY4" fmla="*/ 246221 h 371475"/>
                <a:gd name="connsiteX5" fmla="*/ 31528 w 161925"/>
                <a:gd name="connsiteY5" fmla="*/ 245935 h 371475"/>
                <a:gd name="connsiteX6" fmla="*/ 36386 w 161925"/>
                <a:gd name="connsiteY6" fmla="*/ 241268 h 371475"/>
                <a:gd name="connsiteX7" fmla="*/ 40291 w 161925"/>
                <a:gd name="connsiteY7" fmla="*/ 236792 h 371475"/>
                <a:gd name="connsiteX8" fmla="*/ 44005 w 161925"/>
                <a:gd name="connsiteY8" fmla="*/ 235839 h 371475"/>
                <a:gd name="connsiteX9" fmla="*/ 44387 w 161925"/>
                <a:gd name="connsiteY9" fmla="*/ 231838 h 371475"/>
                <a:gd name="connsiteX10" fmla="*/ 41624 w 161925"/>
                <a:gd name="connsiteY10" fmla="*/ 228886 h 371475"/>
                <a:gd name="connsiteX11" fmla="*/ 41529 w 161925"/>
                <a:gd name="connsiteY11" fmla="*/ 225552 h 371475"/>
                <a:gd name="connsiteX12" fmla="*/ 42767 w 161925"/>
                <a:gd name="connsiteY12" fmla="*/ 222599 h 371475"/>
                <a:gd name="connsiteX13" fmla="*/ 46482 w 161925"/>
                <a:gd name="connsiteY13" fmla="*/ 220980 h 371475"/>
                <a:gd name="connsiteX14" fmla="*/ 49530 w 161925"/>
                <a:gd name="connsiteY14" fmla="*/ 217456 h 371475"/>
                <a:gd name="connsiteX15" fmla="*/ 50482 w 161925"/>
                <a:gd name="connsiteY15" fmla="*/ 214503 h 371475"/>
                <a:gd name="connsiteX16" fmla="*/ 52483 w 161925"/>
                <a:gd name="connsiteY16" fmla="*/ 212503 h 371475"/>
                <a:gd name="connsiteX17" fmla="*/ 56674 w 161925"/>
                <a:gd name="connsiteY17" fmla="*/ 206978 h 371475"/>
                <a:gd name="connsiteX18" fmla="*/ 60770 w 161925"/>
                <a:gd name="connsiteY18" fmla="*/ 200882 h 371475"/>
                <a:gd name="connsiteX19" fmla="*/ 63722 w 161925"/>
                <a:gd name="connsiteY19" fmla="*/ 199263 h 371475"/>
                <a:gd name="connsiteX20" fmla="*/ 68009 w 161925"/>
                <a:gd name="connsiteY20" fmla="*/ 196787 h 371475"/>
                <a:gd name="connsiteX21" fmla="*/ 69532 w 161925"/>
                <a:gd name="connsiteY21" fmla="*/ 194024 h 371475"/>
                <a:gd name="connsiteX22" fmla="*/ 70676 w 161925"/>
                <a:gd name="connsiteY22" fmla="*/ 190405 h 371475"/>
                <a:gd name="connsiteX23" fmla="*/ 72866 w 161925"/>
                <a:gd name="connsiteY23" fmla="*/ 189643 h 371475"/>
                <a:gd name="connsiteX24" fmla="*/ 75629 w 161925"/>
                <a:gd name="connsiteY24" fmla="*/ 188214 h 371475"/>
                <a:gd name="connsiteX25" fmla="*/ 77343 w 161925"/>
                <a:gd name="connsiteY25" fmla="*/ 186118 h 371475"/>
                <a:gd name="connsiteX26" fmla="*/ 80772 w 161925"/>
                <a:gd name="connsiteY26" fmla="*/ 185166 h 371475"/>
                <a:gd name="connsiteX27" fmla="*/ 80677 w 161925"/>
                <a:gd name="connsiteY27" fmla="*/ 179165 h 371475"/>
                <a:gd name="connsiteX28" fmla="*/ 75724 w 161925"/>
                <a:gd name="connsiteY28" fmla="*/ 179070 h 371475"/>
                <a:gd name="connsiteX29" fmla="*/ 72580 w 161925"/>
                <a:gd name="connsiteY29" fmla="*/ 174117 h 371475"/>
                <a:gd name="connsiteX30" fmla="*/ 68675 w 161925"/>
                <a:gd name="connsiteY30" fmla="*/ 172307 h 371475"/>
                <a:gd name="connsiteX31" fmla="*/ 63532 w 161925"/>
                <a:gd name="connsiteY31" fmla="*/ 172402 h 371475"/>
                <a:gd name="connsiteX32" fmla="*/ 61341 w 161925"/>
                <a:gd name="connsiteY32" fmla="*/ 169735 h 371475"/>
                <a:gd name="connsiteX33" fmla="*/ 57626 w 161925"/>
                <a:gd name="connsiteY33" fmla="*/ 164211 h 371475"/>
                <a:gd name="connsiteX34" fmla="*/ 52483 w 161925"/>
                <a:gd name="connsiteY34" fmla="*/ 163068 h 371475"/>
                <a:gd name="connsiteX35" fmla="*/ 47816 w 161925"/>
                <a:gd name="connsiteY35" fmla="*/ 161639 h 371475"/>
                <a:gd name="connsiteX36" fmla="*/ 45148 w 161925"/>
                <a:gd name="connsiteY36" fmla="*/ 156686 h 371475"/>
                <a:gd name="connsiteX37" fmla="*/ 42672 w 161925"/>
                <a:gd name="connsiteY37" fmla="*/ 152686 h 371475"/>
                <a:gd name="connsiteX38" fmla="*/ 38958 w 161925"/>
                <a:gd name="connsiteY38" fmla="*/ 153067 h 371475"/>
                <a:gd name="connsiteX39" fmla="*/ 35147 w 161925"/>
                <a:gd name="connsiteY39" fmla="*/ 154019 h 371475"/>
                <a:gd name="connsiteX40" fmla="*/ 31623 w 161925"/>
                <a:gd name="connsiteY40" fmla="*/ 152305 h 371475"/>
                <a:gd name="connsiteX41" fmla="*/ 28956 w 161925"/>
                <a:gd name="connsiteY41" fmla="*/ 147733 h 371475"/>
                <a:gd name="connsiteX42" fmla="*/ 29718 w 161925"/>
                <a:gd name="connsiteY42" fmla="*/ 141446 h 371475"/>
                <a:gd name="connsiteX43" fmla="*/ 26670 w 161925"/>
                <a:gd name="connsiteY43" fmla="*/ 134779 h 371475"/>
                <a:gd name="connsiteX44" fmla="*/ 21336 w 161925"/>
                <a:gd name="connsiteY44" fmla="*/ 130969 h 371475"/>
                <a:gd name="connsiteX45" fmla="*/ 16764 w 161925"/>
                <a:gd name="connsiteY45" fmla="*/ 131350 h 371475"/>
                <a:gd name="connsiteX46" fmla="*/ 15240 w 161925"/>
                <a:gd name="connsiteY46" fmla="*/ 135636 h 371475"/>
                <a:gd name="connsiteX47" fmla="*/ 10954 w 161925"/>
                <a:gd name="connsiteY47" fmla="*/ 134493 h 371475"/>
                <a:gd name="connsiteX48" fmla="*/ 9716 w 161925"/>
                <a:gd name="connsiteY48" fmla="*/ 130016 h 371475"/>
                <a:gd name="connsiteX49" fmla="*/ 7239 w 161925"/>
                <a:gd name="connsiteY49" fmla="*/ 126778 h 371475"/>
                <a:gd name="connsiteX50" fmla="*/ 6096 w 161925"/>
                <a:gd name="connsiteY50" fmla="*/ 121348 h 371475"/>
                <a:gd name="connsiteX51" fmla="*/ 7906 w 161925"/>
                <a:gd name="connsiteY51" fmla="*/ 118586 h 371475"/>
                <a:gd name="connsiteX52" fmla="*/ 5334 w 161925"/>
                <a:gd name="connsiteY52" fmla="*/ 116110 h 371475"/>
                <a:gd name="connsiteX53" fmla="*/ 5429 w 161925"/>
                <a:gd name="connsiteY53" fmla="*/ 110109 h 371475"/>
                <a:gd name="connsiteX54" fmla="*/ 3334 w 161925"/>
                <a:gd name="connsiteY54" fmla="*/ 106585 h 371475"/>
                <a:gd name="connsiteX55" fmla="*/ 5334 w 161925"/>
                <a:gd name="connsiteY55" fmla="*/ 101822 h 371475"/>
                <a:gd name="connsiteX56" fmla="*/ 8287 w 161925"/>
                <a:gd name="connsiteY56" fmla="*/ 101632 h 371475"/>
                <a:gd name="connsiteX57" fmla="*/ 11049 w 161925"/>
                <a:gd name="connsiteY57" fmla="*/ 98774 h 371475"/>
                <a:gd name="connsiteX58" fmla="*/ 12382 w 161925"/>
                <a:gd name="connsiteY58" fmla="*/ 95155 h 371475"/>
                <a:gd name="connsiteX59" fmla="*/ 11335 w 161925"/>
                <a:gd name="connsiteY59" fmla="*/ 91059 h 371475"/>
                <a:gd name="connsiteX60" fmla="*/ 12097 w 161925"/>
                <a:gd name="connsiteY60" fmla="*/ 88773 h 371475"/>
                <a:gd name="connsiteX61" fmla="*/ 15050 w 161925"/>
                <a:gd name="connsiteY61" fmla="*/ 87249 h 371475"/>
                <a:gd name="connsiteX62" fmla="*/ 15145 w 161925"/>
                <a:gd name="connsiteY62" fmla="*/ 84296 h 371475"/>
                <a:gd name="connsiteX63" fmla="*/ 0 w 161925"/>
                <a:gd name="connsiteY63" fmla="*/ 69628 h 371475"/>
                <a:gd name="connsiteX64" fmla="*/ 11049 w 161925"/>
                <a:gd name="connsiteY64" fmla="*/ 57817 h 371475"/>
                <a:gd name="connsiteX65" fmla="*/ 11335 w 161925"/>
                <a:gd name="connsiteY65" fmla="*/ 52578 h 371475"/>
                <a:gd name="connsiteX66" fmla="*/ 13240 w 161925"/>
                <a:gd name="connsiteY66" fmla="*/ 50006 h 371475"/>
                <a:gd name="connsiteX67" fmla="*/ 13240 w 161925"/>
                <a:gd name="connsiteY67" fmla="*/ 45815 h 371475"/>
                <a:gd name="connsiteX68" fmla="*/ 15145 w 161925"/>
                <a:gd name="connsiteY68" fmla="*/ 42291 h 371475"/>
                <a:gd name="connsiteX69" fmla="*/ 18479 w 161925"/>
                <a:gd name="connsiteY69" fmla="*/ 40672 h 371475"/>
                <a:gd name="connsiteX70" fmla="*/ 19717 w 161925"/>
                <a:gd name="connsiteY70" fmla="*/ 36385 h 371475"/>
                <a:gd name="connsiteX71" fmla="*/ 21622 w 161925"/>
                <a:gd name="connsiteY71" fmla="*/ 30385 h 371475"/>
                <a:gd name="connsiteX72" fmla="*/ 20764 w 161925"/>
                <a:gd name="connsiteY72" fmla="*/ 25527 h 371475"/>
                <a:gd name="connsiteX73" fmla="*/ 21431 w 161925"/>
                <a:gd name="connsiteY73" fmla="*/ 18002 h 371475"/>
                <a:gd name="connsiteX74" fmla="*/ 24765 w 161925"/>
                <a:gd name="connsiteY74" fmla="*/ 10287 h 371475"/>
                <a:gd name="connsiteX75" fmla="*/ 28290 w 161925"/>
                <a:gd name="connsiteY75" fmla="*/ 8096 h 371475"/>
                <a:gd name="connsiteX76" fmla="*/ 28670 w 161925"/>
                <a:gd name="connsiteY76" fmla="*/ 4286 h 371475"/>
                <a:gd name="connsiteX77" fmla="*/ 32481 w 161925"/>
                <a:gd name="connsiteY77" fmla="*/ 2191 h 371475"/>
                <a:gd name="connsiteX78" fmla="*/ 35433 w 161925"/>
                <a:gd name="connsiteY78" fmla="*/ 0 h 371475"/>
                <a:gd name="connsiteX79" fmla="*/ 138684 w 161925"/>
                <a:gd name="connsiteY79" fmla="*/ 29718 h 371475"/>
                <a:gd name="connsiteX80" fmla="*/ 140113 w 161925"/>
                <a:gd name="connsiteY80" fmla="*/ 42100 h 371475"/>
                <a:gd name="connsiteX81" fmla="*/ 137922 w 161925"/>
                <a:gd name="connsiteY81" fmla="*/ 56293 h 371475"/>
                <a:gd name="connsiteX82" fmla="*/ 135827 w 161925"/>
                <a:gd name="connsiteY82" fmla="*/ 79915 h 371475"/>
                <a:gd name="connsiteX83" fmla="*/ 135636 w 161925"/>
                <a:gd name="connsiteY83" fmla="*/ 79819 h 371475"/>
                <a:gd name="connsiteX84" fmla="*/ 133731 w 161925"/>
                <a:gd name="connsiteY84" fmla="*/ 81343 h 371475"/>
                <a:gd name="connsiteX85" fmla="*/ 132398 w 161925"/>
                <a:gd name="connsiteY85" fmla="*/ 83439 h 371475"/>
                <a:gd name="connsiteX86" fmla="*/ 132779 w 161925"/>
                <a:gd name="connsiteY86" fmla="*/ 86487 h 371475"/>
                <a:gd name="connsiteX87" fmla="*/ 133065 w 161925"/>
                <a:gd name="connsiteY87" fmla="*/ 87154 h 371475"/>
                <a:gd name="connsiteX88" fmla="*/ 131064 w 161925"/>
                <a:gd name="connsiteY88" fmla="*/ 88582 h 371475"/>
                <a:gd name="connsiteX89" fmla="*/ 127540 w 161925"/>
                <a:gd name="connsiteY89" fmla="*/ 90011 h 371475"/>
                <a:gd name="connsiteX90" fmla="*/ 123635 w 161925"/>
                <a:gd name="connsiteY90" fmla="*/ 90583 h 371475"/>
                <a:gd name="connsiteX91" fmla="*/ 120491 w 161925"/>
                <a:gd name="connsiteY91" fmla="*/ 93821 h 371475"/>
                <a:gd name="connsiteX92" fmla="*/ 120682 w 161925"/>
                <a:gd name="connsiteY92" fmla="*/ 97822 h 371475"/>
                <a:gd name="connsiteX93" fmla="*/ 121920 w 161925"/>
                <a:gd name="connsiteY93" fmla="*/ 103251 h 371475"/>
                <a:gd name="connsiteX94" fmla="*/ 120111 w 161925"/>
                <a:gd name="connsiteY94" fmla="*/ 106013 h 371475"/>
                <a:gd name="connsiteX95" fmla="*/ 119634 w 161925"/>
                <a:gd name="connsiteY95" fmla="*/ 110014 h 371475"/>
                <a:gd name="connsiteX96" fmla="*/ 118872 w 161925"/>
                <a:gd name="connsiteY96" fmla="*/ 113824 h 371475"/>
                <a:gd name="connsiteX97" fmla="*/ 119444 w 161925"/>
                <a:gd name="connsiteY97" fmla="*/ 114681 h 371475"/>
                <a:gd name="connsiteX98" fmla="*/ 118967 w 161925"/>
                <a:gd name="connsiteY98" fmla="*/ 115062 h 371475"/>
                <a:gd name="connsiteX99" fmla="*/ 118967 w 161925"/>
                <a:gd name="connsiteY99" fmla="*/ 118586 h 371475"/>
                <a:gd name="connsiteX100" fmla="*/ 123063 w 161925"/>
                <a:gd name="connsiteY100" fmla="*/ 121539 h 371475"/>
                <a:gd name="connsiteX101" fmla="*/ 127826 w 161925"/>
                <a:gd name="connsiteY101" fmla="*/ 121444 h 371475"/>
                <a:gd name="connsiteX102" fmla="*/ 130779 w 161925"/>
                <a:gd name="connsiteY102" fmla="*/ 119825 h 371475"/>
                <a:gd name="connsiteX103" fmla="*/ 137351 w 161925"/>
                <a:gd name="connsiteY103" fmla="*/ 117824 h 371475"/>
                <a:gd name="connsiteX104" fmla="*/ 142590 w 161925"/>
                <a:gd name="connsiteY104" fmla="*/ 118777 h 371475"/>
                <a:gd name="connsiteX105" fmla="*/ 147733 w 161925"/>
                <a:gd name="connsiteY105" fmla="*/ 120777 h 371475"/>
                <a:gd name="connsiteX106" fmla="*/ 150495 w 161925"/>
                <a:gd name="connsiteY106" fmla="*/ 120110 h 371475"/>
                <a:gd name="connsiteX107" fmla="*/ 151257 w 161925"/>
                <a:gd name="connsiteY107" fmla="*/ 116776 h 371475"/>
                <a:gd name="connsiteX108" fmla="*/ 149447 w 161925"/>
                <a:gd name="connsiteY108" fmla="*/ 113824 h 371475"/>
                <a:gd name="connsiteX109" fmla="*/ 147161 w 161925"/>
                <a:gd name="connsiteY109" fmla="*/ 112967 h 371475"/>
                <a:gd name="connsiteX110" fmla="*/ 147257 w 161925"/>
                <a:gd name="connsiteY110" fmla="*/ 111347 h 371475"/>
                <a:gd name="connsiteX111" fmla="*/ 149066 w 161925"/>
                <a:gd name="connsiteY111" fmla="*/ 110109 h 371475"/>
                <a:gd name="connsiteX112" fmla="*/ 151829 w 161925"/>
                <a:gd name="connsiteY112" fmla="*/ 111157 h 371475"/>
                <a:gd name="connsiteX113" fmla="*/ 155067 w 161925"/>
                <a:gd name="connsiteY113" fmla="*/ 116681 h 371475"/>
                <a:gd name="connsiteX114" fmla="*/ 157449 w 161925"/>
                <a:gd name="connsiteY114" fmla="*/ 128016 h 371475"/>
                <a:gd name="connsiteX115" fmla="*/ 160211 w 161925"/>
                <a:gd name="connsiteY115" fmla="*/ 143542 h 371475"/>
                <a:gd name="connsiteX116" fmla="*/ 160782 w 161925"/>
                <a:gd name="connsiteY116" fmla="*/ 157639 h 371475"/>
                <a:gd name="connsiteX117" fmla="*/ 161735 w 161925"/>
                <a:gd name="connsiteY117" fmla="*/ 166306 h 371475"/>
                <a:gd name="connsiteX118" fmla="*/ 162116 w 161925"/>
                <a:gd name="connsiteY118" fmla="*/ 179546 h 371475"/>
                <a:gd name="connsiteX119" fmla="*/ 164021 w 161925"/>
                <a:gd name="connsiteY119" fmla="*/ 191738 h 371475"/>
                <a:gd name="connsiteX120" fmla="*/ 165735 w 161925"/>
                <a:gd name="connsiteY120" fmla="*/ 199644 h 371475"/>
                <a:gd name="connsiteX121" fmla="*/ 167164 w 161925"/>
                <a:gd name="connsiteY121" fmla="*/ 215455 h 371475"/>
                <a:gd name="connsiteX122" fmla="*/ 167830 w 161925"/>
                <a:gd name="connsiteY122" fmla="*/ 225647 h 371475"/>
                <a:gd name="connsiteX123" fmla="*/ 167354 w 161925"/>
                <a:gd name="connsiteY123" fmla="*/ 234029 h 371475"/>
                <a:gd name="connsiteX124" fmla="*/ 163068 w 161925"/>
                <a:gd name="connsiteY124" fmla="*/ 244792 h 371475"/>
                <a:gd name="connsiteX125" fmla="*/ 161830 w 161925"/>
                <a:gd name="connsiteY125" fmla="*/ 252603 h 371475"/>
                <a:gd name="connsiteX126" fmla="*/ 160497 w 161925"/>
                <a:gd name="connsiteY126" fmla="*/ 255270 h 371475"/>
                <a:gd name="connsiteX127" fmla="*/ 160401 w 161925"/>
                <a:gd name="connsiteY127" fmla="*/ 258604 h 371475"/>
                <a:gd name="connsiteX128" fmla="*/ 159163 w 161925"/>
                <a:gd name="connsiteY128" fmla="*/ 261652 h 371475"/>
                <a:gd name="connsiteX129" fmla="*/ 157067 w 161925"/>
                <a:gd name="connsiteY129" fmla="*/ 265843 h 371475"/>
                <a:gd name="connsiteX130" fmla="*/ 154781 w 161925"/>
                <a:gd name="connsiteY130" fmla="*/ 267938 h 371475"/>
                <a:gd name="connsiteX131" fmla="*/ 156115 w 161925"/>
                <a:gd name="connsiteY131" fmla="*/ 273844 h 371475"/>
                <a:gd name="connsiteX132" fmla="*/ 155353 w 161925"/>
                <a:gd name="connsiteY132" fmla="*/ 279749 h 371475"/>
                <a:gd name="connsiteX133" fmla="*/ 152971 w 161925"/>
                <a:gd name="connsiteY133" fmla="*/ 284417 h 371475"/>
                <a:gd name="connsiteX134" fmla="*/ 148971 w 161925"/>
                <a:gd name="connsiteY134" fmla="*/ 287846 h 371475"/>
                <a:gd name="connsiteX135" fmla="*/ 146876 w 161925"/>
                <a:gd name="connsiteY135" fmla="*/ 292608 h 371475"/>
                <a:gd name="connsiteX136" fmla="*/ 144018 w 161925"/>
                <a:gd name="connsiteY136" fmla="*/ 295084 h 371475"/>
                <a:gd name="connsiteX137" fmla="*/ 139255 w 161925"/>
                <a:gd name="connsiteY137" fmla="*/ 301847 h 371475"/>
                <a:gd name="connsiteX138" fmla="*/ 136207 w 161925"/>
                <a:gd name="connsiteY138" fmla="*/ 307753 h 371475"/>
                <a:gd name="connsiteX139" fmla="*/ 129254 w 161925"/>
                <a:gd name="connsiteY139" fmla="*/ 316706 h 371475"/>
                <a:gd name="connsiteX140" fmla="*/ 126968 w 161925"/>
                <a:gd name="connsiteY140" fmla="*/ 327279 h 371475"/>
                <a:gd name="connsiteX141" fmla="*/ 126016 w 161925"/>
                <a:gd name="connsiteY141" fmla="*/ 334613 h 371475"/>
                <a:gd name="connsiteX142" fmla="*/ 125539 w 161925"/>
                <a:gd name="connsiteY142" fmla="*/ 336994 h 371475"/>
                <a:gd name="connsiteX143" fmla="*/ 126873 w 161925"/>
                <a:gd name="connsiteY143" fmla="*/ 339280 h 371475"/>
                <a:gd name="connsiteX144" fmla="*/ 125445 w 161925"/>
                <a:gd name="connsiteY144" fmla="*/ 342995 h 371475"/>
                <a:gd name="connsiteX145" fmla="*/ 122777 w 161925"/>
                <a:gd name="connsiteY145" fmla="*/ 346329 h 371475"/>
                <a:gd name="connsiteX146" fmla="*/ 121634 w 161925"/>
                <a:gd name="connsiteY146" fmla="*/ 351187 h 371475"/>
                <a:gd name="connsiteX147" fmla="*/ 121158 w 161925"/>
                <a:gd name="connsiteY147" fmla="*/ 356711 h 371475"/>
                <a:gd name="connsiteX148" fmla="*/ 119349 w 161925"/>
                <a:gd name="connsiteY148" fmla="*/ 360712 h 371475"/>
                <a:gd name="connsiteX149" fmla="*/ 116681 w 161925"/>
                <a:gd name="connsiteY149" fmla="*/ 363760 h 371475"/>
                <a:gd name="connsiteX150" fmla="*/ 115443 w 161925"/>
                <a:gd name="connsiteY150" fmla="*/ 367760 h 371475"/>
                <a:gd name="connsiteX151" fmla="*/ 110871 w 161925"/>
                <a:gd name="connsiteY151" fmla="*/ 371380 h 371475"/>
                <a:gd name="connsiteX152" fmla="*/ 107156 w 161925"/>
                <a:gd name="connsiteY152" fmla="*/ 373666 h 371475"/>
                <a:gd name="connsiteX153" fmla="*/ 102489 w 161925"/>
                <a:gd name="connsiteY153" fmla="*/ 373189 h 371475"/>
                <a:gd name="connsiteX154" fmla="*/ 100394 w 161925"/>
                <a:gd name="connsiteY154" fmla="*/ 368903 h 371475"/>
                <a:gd name="connsiteX155" fmla="*/ 100108 w 161925"/>
                <a:gd name="connsiteY155" fmla="*/ 363474 h 371475"/>
                <a:gd name="connsiteX156" fmla="*/ 100584 w 161925"/>
                <a:gd name="connsiteY156" fmla="*/ 359473 h 371475"/>
                <a:gd name="connsiteX157" fmla="*/ 102013 w 161925"/>
                <a:gd name="connsiteY157" fmla="*/ 356616 h 371475"/>
                <a:gd name="connsiteX158" fmla="*/ 103632 w 161925"/>
                <a:gd name="connsiteY158" fmla="*/ 350710 h 371475"/>
                <a:gd name="connsiteX159" fmla="*/ 104870 w 161925"/>
                <a:gd name="connsiteY159" fmla="*/ 345662 h 371475"/>
                <a:gd name="connsiteX160" fmla="*/ 104490 w 161925"/>
                <a:gd name="connsiteY160" fmla="*/ 340805 h 371475"/>
                <a:gd name="connsiteX161" fmla="*/ 102298 w 161925"/>
                <a:gd name="connsiteY161" fmla="*/ 336804 h 371475"/>
                <a:gd name="connsiteX162" fmla="*/ 96584 w 161925"/>
                <a:gd name="connsiteY162" fmla="*/ 334709 h 371475"/>
                <a:gd name="connsiteX163" fmla="*/ 93536 w 161925"/>
                <a:gd name="connsiteY163" fmla="*/ 334709 h 371475"/>
                <a:gd name="connsiteX164" fmla="*/ 88964 w 161925"/>
                <a:gd name="connsiteY164" fmla="*/ 337185 h 371475"/>
                <a:gd name="connsiteX165" fmla="*/ 84773 w 161925"/>
                <a:gd name="connsiteY165" fmla="*/ 335756 h 371475"/>
                <a:gd name="connsiteX166" fmla="*/ 83915 w 161925"/>
                <a:gd name="connsiteY166" fmla="*/ 333280 h 371475"/>
                <a:gd name="connsiteX167" fmla="*/ 81915 w 161925"/>
                <a:gd name="connsiteY167" fmla="*/ 333089 h 371475"/>
                <a:gd name="connsiteX168" fmla="*/ 79915 w 161925"/>
                <a:gd name="connsiteY168" fmla="*/ 334709 h 371475"/>
                <a:gd name="connsiteX169" fmla="*/ 77914 w 161925"/>
                <a:gd name="connsiteY169" fmla="*/ 336518 h 371475"/>
                <a:gd name="connsiteX170" fmla="*/ 75152 w 161925"/>
                <a:gd name="connsiteY170" fmla="*/ 337185 h 371475"/>
                <a:gd name="connsiteX171" fmla="*/ 74486 w 161925"/>
                <a:gd name="connsiteY171" fmla="*/ 339947 h 371475"/>
                <a:gd name="connsiteX172" fmla="*/ 72580 w 161925"/>
                <a:gd name="connsiteY172" fmla="*/ 341567 h 371475"/>
                <a:gd name="connsiteX173" fmla="*/ 70199 w 161925"/>
                <a:gd name="connsiteY173" fmla="*/ 341185 h 371475"/>
                <a:gd name="connsiteX174" fmla="*/ 68199 w 161925"/>
                <a:gd name="connsiteY174" fmla="*/ 338804 h 371475"/>
                <a:gd name="connsiteX175" fmla="*/ 68104 w 161925"/>
                <a:gd name="connsiteY175" fmla="*/ 336233 h 371475"/>
                <a:gd name="connsiteX176" fmla="*/ 67628 w 161925"/>
                <a:gd name="connsiteY176" fmla="*/ 334423 h 371475"/>
                <a:gd name="connsiteX177" fmla="*/ 64675 w 161925"/>
                <a:gd name="connsiteY177" fmla="*/ 332899 h 371475"/>
                <a:gd name="connsiteX178" fmla="*/ 63246 w 161925"/>
                <a:gd name="connsiteY178" fmla="*/ 331470 h 371475"/>
                <a:gd name="connsiteX179" fmla="*/ 59913 w 161925"/>
                <a:gd name="connsiteY179" fmla="*/ 331470 h 371475"/>
                <a:gd name="connsiteX180" fmla="*/ 57341 w 161925"/>
                <a:gd name="connsiteY180" fmla="*/ 330994 h 371475"/>
                <a:gd name="connsiteX181" fmla="*/ 55150 w 161925"/>
                <a:gd name="connsiteY181" fmla="*/ 327565 h 371475"/>
                <a:gd name="connsiteX182" fmla="*/ 52483 w 161925"/>
                <a:gd name="connsiteY182" fmla="*/ 327469 h 371475"/>
                <a:gd name="connsiteX183" fmla="*/ 50482 w 161925"/>
                <a:gd name="connsiteY183" fmla="*/ 330137 h 371475"/>
                <a:gd name="connsiteX184" fmla="*/ 47149 w 161925"/>
                <a:gd name="connsiteY184" fmla="*/ 326708 h 371475"/>
                <a:gd name="connsiteX185" fmla="*/ 46197 w 161925"/>
                <a:gd name="connsiteY185" fmla="*/ 324041 h 371475"/>
                <a:gd name="connsiteX186" fmla="*/ 44196 w 161925"/>
                <a:gd name="connsiteY186" fmla="*/ 322326 h 371475"/>
                <a:gd name="connsiteX187" fmla="*/ 41339 w 161925"/>
                <a:gd name="connsiteY187" fmla="*/ 323279 h 371475"/>
                <a:gd name="connsiteX188" fmla="*/ 38386 w 161925"/>
                <a:gd name="connsiteY188" fmla="*/ 323659 h 371475"/>
                <a:gd name="connsiteX189" fmla="*/ 36100 w 161925"/>
                <a:gd name="connsiteY189" fmla="*/ 321659 h 371475"/>
                <a:gd name="connsiteX190" fmla="*/ 35147 w 161925"/>
                <a:gd name="connsiteY190" fmla="*/ 319278 h 371475"/>
                <a:gd name="connsiteX191" fmla="*/ 30289 w 161925"/>
                <a:gd name="connsiteY191" fmla="*/ 318325 h 371475"/>
                <a:gd name="connsiteX192" fmla="*/ 28861 w 161925"/>
                <a:gd name="connsiteY192" fmla="*/ 316135 h 371475"/>
                <a:gd name="connsiteX193" fmla="*/ 25337 w 161925"/>
                <a:gd name="connsiteY193" fmla="*/ 312896 h 371475"/>
                <a:gd name="connsiteX194" fmla="*/ 18574 w 161925"/>
                <a:gd name="connsiteY194" fmla="*/ 311753 h 371475"/>
                <a:gd name="connsiteX195" fmla="*/ 14574 w 161925"/>
                <a:gd name="connsiteY195" fmla="*/ 311182 h 371475"/>
                <a:gd name="connsiteX196" fmla="*/ 13335 w 161925"/>
                <a:gd name="connsiteY196" fmla="*/ 307086 h 371475"/>
                <a:gd name="connsiteX197" fmla="*/ 16383 w 161925"/>
                <a:gd name="connsiteY197" fmla="*/ 304895 h 371475"/>
                <a:gd name="connsiteX198" fmla="*/ 15621 w 161925"/>
                <a:gd name="connsiteY198" fmla="*/ 300609 h 371475"/>
                <a:gd name="connsiteX199" fmla="*/ 14478 w 161925"/>
                <a:gd name="connsiteY199" fmla="*/ 298228 h 371475"/>
                <a:gd name="connsiteX200" fmla="*/ 15907 w 161925"/>
                <a:gd name="connsiteY200" fmla="*/ 294799 h 371475"/>
                <a:gd name="connsiteX201" fmla="*/ 15430 w 161925"/>
                <a:gd name="connsiteY201" fmla="*/ 292703 h 371475"/>
                <a:gd name="connsiteX202" fmla="*/ 13431 w 161925"/>
                <a:gd name="connsiteY202" fmla="*/ 290798 h 371475"/>
                <a:gd name="connsiteX203" fmla="*/ 9906 w 161925"/>
                <a:gd name="connsiteY203" fmla="*/ 290322 h 371475"/>
                <a:gd name="connsiteX204" fmla="*/ 7334 w 161925"/>
                <a:gd name="connsiteY204" fmla="*/ 288893 h 371475"/>
                <a:gd name="connsiteX205" fmla="*/ 6954 w 161925"/>
                <a:gd name="connsiteY205" fmla="*/ 286321 h 371475"/>
                <a:gd name="connsiteX206" fmla="*/ 8954 w 161925"/>
                <a:gd name="connsiteY206" fmla="*/ 284131 h 371475"/>
                <a:gd name="connsiteX207" fmla="*/ 10478 w 161925"/>
                <a:gd name="connsiteY207" fmla="*/ 281559 h 371475"/>
                <a:gd name="connsiteX208" fmla="*/ 11621 w 161925"/>
                <a:gd name="connsiteY208" fmla="*/ 279178 h 371475"/>
                <a:gd name="connsiteX209" fmla="*/ 10573 w 161925"/>
                <a:gd name="connsiteY209" fmla="*/ 275749 h 371475"/>
                <a:gd name="connsiteX210" fmla="*/ 9906 w 161925"/>
                <a:gd name="connsiteY210" fmla="*/ 274796 h 371475"/>
                <a:gd name="connsiteX211" fmla="*/ 11335 w 161925"/>
                <a:gd name="connsiteY211" fmla="*/ 272605 h 371475"/>
                <a:gd name="connsiteX212" fmla="*/ 13621 w 161925"/>
                <a:gd name="connsiteY212" fmla="*/ 268891 h 371475"/>
                <a:gd name="connsiteX213" fmla="*/ 12573 w 161925"/>
                <a:gd name="connsiteY213" fmla="*/ 263271 h 371475"/>
                <a:gd name="connsiteX214" fmla="*/ 15526 w 161925"/>
                <a:gd name="connsiteY214" fmla="*/ 259937 h 371475"/>
                <a:gd name="connsiteX215" fmla="*/ 16573 w 161925"/>
                <a:gd name="connsiteY215" fmla="*/ 256604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</a:cxnLst>
              <a:rect l="l" t="t" r="r" b="b"/>
              <a:pathLst>
                <a:path w="161925" h="371475">
                  <a:moveTo>
                    <a:pt x="16573" y="256604"/>
                  </a:moveTo>
                  <a:cubicBezTo>
                    <a:pt x="16859" y="255842"/>
                    <a:pt x="17145" y="255079"/>
                    <a:pt x="17431" y="254698"/>
                  </a:cubicBezTo>
                  <a:cubicBezTo>
                    <a:pt x="17812" y="254127"/>
                    <a:pt x="19050" y="253460"/>
                    <a:pt x="19526" y="252984"/>
                  </a:cubicBezTo>
                  <a:cubicBezTo>
                    <a:pt x="20384" y="252127"/>
                    <a:pt x="21717" y="250222"/>
                    <a:pt x="22479" y="249269"/>
                  </a:cubicBezTo>
                  <a:cubicBezTo>
                    <a:pt x="23146" y="248412"/>
                    <a:pt x="24479" y="246602"/>
                    <a:pt x="25432" y="246221"/>
                  </a:cubicBezTo>
                  <a:cubicBezTo>
                    <a:pt x="26765" y="245554"/>
                    <a:pt x="30099" y="246507"/>
                    <a:pt x="31528" y="245935"/>
                  </a:cubicBezTo>
                  <a:cubicBezTo>
                    <a:pt x="33052" y="245269"/>
                    <a:pt x="35243" y="242506"/>
                    <a:pt x="36386" y="241268"/>
                  </a:cubicBezTo>
                  <a:cubicBezTo>
                    <a:pt x="37433" y="240221"/>
                    <a:pt x="39053" y="237554"/>
                    <a:pt x="40291" y="236792"/>
                  </a:cubicBezTo>
                  <a:cubicBezTo>
                    <a:pt x="41148" y="236315"/>
                    <a:pt x="43434" y="236601"/>
                    <a:pt x="44005" y="235839"/>
                  </a:cubicBezTo>
                  <a:cubicBezTo>
                    <a:pt x="44672" y="235077"/>
                    <a:pt x="44768" y="232791"/>
                    <a:pt x="44387" y="231838"/>
                  </a:cubicBezTo>
                  <a:cubicBezTo>
                    <a:pt x="44101" y="230886"/>
                    <a:pt x="42006" y="229838"/>
                    <a:pt x="41624" y="228886"/>
                  </a:cubicBezTo>
                  <a:cubicBezTo>
                    <a:pt x="41243" y="228124"/>
                    <a:pt x="41339" y="226409"/>
                    <a:pt x="41529" y="225552"/>
                  </a:cubicBezTo>
                  <a:cubicBezTo>
                    <a:pt x="41720" y="224790"/>
                    <a:pt x="42196" y="223171"/>
                    <a:pt x="42767" y="222599"/>
                  </a:cubicBezTo>
                  <a:cubicBezTo>
                    <a:pt x="43529" y="221837"/>
                    <a:pt x="45625" y="221551"/>
                    <a:pt x="46482" y="220980"/>
                  </a:cubicBezTo>
                  <a:cubicBezTo>
                    <a:pt x="47435" y="220313"/>
                    <a:pt x="48959" y="218504"/>
                    <a:pt x="49530" y="217456"/>
                  </a:cubicBezTo>
                  <a:cubicBezTo>
                    <a:pt x="49911" y="216789"/>
                    <a:pt x="50102" y="215170"/>
                    <a:pt x="50482" y="214503"/>
                  </a:cubicBezTo>
                  <a:cubicBezTo>
                    <a:pt x="50864" y="213931"/>
                    <a:pt x="52007" y="212979"/>
                    <a:pt x="52483" y="212503"/>
                  </a:cubicBezTo>
                  <a:cubicBezTo>
                    <a:pt x="53626" y="211169"/>
                    <a:pt x="55626" y="208407"/>
                    <a:pt x="56674" y="206978"/>
                  </a:cubicBezTo>
                  <a:cubicBezTo>
                    <a:pt x="57721" y="205454"/>
                    <a:pt x="59436" y="202121"/>
                    <a:pt x="60770" y="200882"/>
                  </a:cubicBezTo>
                  <a:cubicBezTo>
                    <a:pt x="61436" y="200311"/>
                    <a:pt x="62961" y="199739"/>
                    <a:pt x="63722" y="199263"/>
                  </a:cubicBezTo>
                  <a:cubicBezTo>
                    <a:pt x="64770" y="198692"/>
                    <a:pt x="67151" y="197739"/>
                    <a:pt x="68009" y="196787"/>
                  </a:cubicBezTo>
                  <a:cubicBezTo>
                    <a:pt x="68580" y="196215"/>
                    <a:pt x="69247" y="194786"/>
                    <a:pt x="69532" y="194024"/>
                  </a:cubicBezTo>
                  <a:cubicBezTo>
                    <a:pt x="69914" y="193167"/>
                    <a:pt x="70009" y="191071"/>
                    <a:pt x="70676" y="190405"/>
                  </a:cubicBezTo>
                  <a:cubicBezTo>
                    <a:pt x="71057" y="190024"/>
                    <a:pt x="72390" y="189929"/>
                    <a:pt x="72866" y="189643"/>
                  </a:cubicBezTo>
                  <a:cubicBezTo>
                    <a:pt x="73629" y="189357"/>
                    <a:pt x="75057" y="188785"/>
                    <a:pt x="75629" y="188214"/>
                  </a:cubicBezTo>
                  <a:cubicBezTo>
                    <a:pt x="76105" y="187833"/>
                    <a:pt x="76771" y="186500"/>
                    <a:pt x="77343" y="186118"/>
                  </a:cubicBezTo>
                  <a:cubicBezTo>
                    <a:pt x="78105" y="185642"/>
                    <a:pt x="80201" y="185833"/>
                    <a:pt x="80772" y="185166"/>
                  </a:cubicBezTo>
                  <a:cubicBezTo>
                    <a:pt x="81629" y="183928"/>
                    <a:pt x="81725" y="180213"/>
                    <a:pt x="80677" y="179165"/>
                  </a:cubicBezTo>
                  <a:cubicBezTo>
                    <a:pt x="79820" y="178308"/>
                    <a:pt x="76771" y="179642"/>
                    <a:pt x="75724" y="179070"/>
                  </a:cubicBezTo>
                  <a:cubicBezTo>
                    <a:pt x="74486" y="178308"/>
                    <a:pt x="73629" y="175069"/>
                    <a:pt x="72580" y="174117"/>
                  </a:cubicBezTo>
                  <a:cubicBezTo>
                    <a:pt x="71724" y="173450"/>
                    <a:pt x="69723" y="172498"/>
                    <a:pt x="68675" y="172307"/>
                  </a:cubicBezTo>
                  <a:cubicBezTo>
                    <a:pt x="67437" y="172021"/>
                    <a:pt x="64770" y="172974"/>
                    <a:pt x="63532" y="172402"/>
                  </a:cubicBezTo>
                  <a:cubicBezTo>
                    <a:pt x="62770" y="172021"/>
                    <a:pt x="61817" y="170402"/>
                    <a:pt x="61341" y="169735"/>
                  </a:cubicBezTo>
                  <a:cubicBezTo>
                    <a:pt x="60293" y="168402"/>
                    <a:pt x="59055" y="165163"/>
                    <a:pt x="57626" y="164211"/>
                  </a:cubicBezTo>
                  <a:cubicBezTo>
                    <a:pt x="56483" y="163449"/>
                    <a:pt x="53721" y="163354"/>
                    <a:pt x="52483" y="163068"/>
                  </a:cubicBezTo>
                  <a:cubicBezTo>
                    <a:pt x="51245" y="162782"/>
                    <a:pt x="48768" y="162496"/>
                    <a:pt x="47816" y="161639"/>
                  </a:cubicBezTo>
                  <a:cubicBezTo>
                    <a:pt x="46768" y="160782"/>
                    <a:pt x="45815" y="157829"/>
                    <a:pt x="45148" y="156686"/>
                  </a:cubicBezTo>
                  <a:cubicBezTo>
                    <a:pt x="44577" y="155638"/>
                    <a:pt x="43815" y="153162"/>
                    <a:pt x="42672" y="152686"/>
                  </a:cubicBezTo>
                  <a:cubicBezTo>
                    <a:pt x="41815" y="152305"/>
                    <a:pt x="39910" y="152971"/>
                    <a:pt x="38958" y="153067"/>
                  </a:cubicBezTo>
                  <a:cubicBezTo>
                    <a:pt x="38005" y="153257"/>
                    <a:pt x="36100" y="154114"/>
                    <a:pt x="35147" y="154019"/>
                  </a:cubicBezTo>
                  <a:cubicBezTo>
                    <a:pt x="34195" y="153924"/>
                    <a:pt x="32385" y="152971"/>
                    <a:pt x="31623" y="152305"/>
                  </a:cubicBezTo>
                  <a:cubicBezTo>
                    <a:pt x="30671" y="151447"/>
                    <a:pt x="29242" y="149066"/>
                    <a:pt x="28956" y="147733"/>
                  </a:cubicBezTo>
                  <a:cubicBezTo>
                    <a:pt x="28575" y="146209"/>
                    <a:pt x="29909" y="142970"/>
                    <a:pt x="29718" y="141446"/>
                  </a:cubicBezTo>
                  <a:cubicBezTo>
                    <a:pt x="29433" y="139637"/>
                    <a:pt x="27813" y="136208"/>
                    <a:pt x="26670" y="134779"/>
                  </a:cubicBezTo>
                  <a:cubicBezTo>
                    <a:pt x="25622" y="133541"/>
                    <a:pt x="22956" y="131350"/>
                    <a:pt x="21336" y="130969"/>
                  </a:cubicBezTo>
                  <a:cubicBezTo>
                    <a:pt x="20193" y="130683"/>
                    <a:pt x="17717" y="130683"/>
                    <a:pt x="16764" y="131350"/>
                  </a:cubicBezTo>
                  <a:cubicBezTo>
                    <a:pt x="15907" y="132017"/>
                    <a:pt x="16288" y="135064"/>
                    <a:pt x="15240" y="135636"/>
                  </a:cubicBezTo>
                  <a:cubicBezTo>
                    <a:pt x="14288" y="136112"/>
                    <a:pt x="11811" y="135255"/>
                    <a:pt x="10954" y="134493"/>
                  </a:cubicBezTo>
                  <a:cubicBezTo>
                    <a:pt x="10096" y="133636"/>
                    <a:pt x="10192" y="131064"/>
                    <a:pt x="9716" y="130016"/>
                  </a:cubicBezTo>
                  <a:cubicBezTo>
                    <a:pt x="9240" y="129064"/>
                    <a:pt x="7715" y="127635"/>
                    <a:pt x="7239" y="126778"/>
                  </a:cubicBezTo>
                  <a:cubicBezTo>
                    <a:pt x="6668" y="125539"/>
                    <a:pt x="5811" y="122682"/>
                    <a:pt x="6096" y="121348"/>
                  </a:cubicBezTo>
                  <a:cubicBezTo>
                    <a:pt x="6287" y="120587"/>
                    <a:pt x="8001" y="119443"/>
                    <a:pt x="7906" y="118586"/>
                  </a:cubicBezTo>
                  <a:cubicBezTo>
                    <a:pt x="7811" y="117729"/>
                    <a:pt x="5715" y="116967"/>
                    <a:pt x="5334" y="116110"/>
                  </a:cubicBezTo>
                  <a:cubicBezTo>
                    <a:pt x="4763" y="114681"/>
                    <a:pt x="5811" y="111538"/>
                    <a:pt x="5429" y="110109"/>
                  </a:cubicBezTo>
                  <a:cubicBezTo>
                    <a:pt x="5144" y="109156"/>
                    <a:pt x="3429" y="107632"/>
                    <a:pt x="3334" y="106585"/>
                  </a:cubicBezTo>
                  <a:cubicBezTo>
                    <a:pt x="3239" y="105251"/>
                    <a:pt x="4286" y="102584"/>
                    <a:pt x="5334" y="101822"/>
                  </a:cubicBezTo>
                  <a:cubicBezTo>
                    <a:pt x="5905" y="101346"/>
                    <a:pt x="7620" y="101917"/>
                    <a:pt x="8287" y="101632"/>
                  </a:cubicBezTo>
                  <a:cubicBezTo>
                    <a:pt x="9144" y="101251"/>
                    <a:pt x="10478" y="99631"/>
                    <a:pt x="11049" y="98774"/>
                  </a:cubicBezTo>
                  <a:cubicBezTo>
                    <a:pt x="11525" y="98012"/>
                    <a:pt x="12382" y="96107"/>
                    <a:pt x="12382" y="95155"/>
                  </a:cubicBezTo>
                  <a:cubicBezTo>
                    <a:pt x="12478" y="94107"/>
                    <a:pt x="11335" y="92107"/>
                    <a:pt x="11335" y="91059"/>
                  </a:cubicBezTo>
                  <a:cubicBezTo>
                    <a:pt x="11335" y="90488"/>
                    <a:pt x="11716" y="89154"/>
                    <a:pt x="12097" y="88773"/>
                  </a:cubicBezTo>
                  <a:cubicBezTo>
                    <a:pt x="12668" y="88106"/>
                    <a:pt x="14669" y="88011"/>
                    <a:pt x="15050" y="87249"/>
                  </a:cubicBezTo>
                  <a:cubicBezTo>
                    <a:pt x="15430" y="86582"/>
                    <a:pt x="15145" y="84296"/>
                    <a:pt x="15145" y="84296"/>
                  </a:cubicBezTo>
                  <a:lnTo>
                    <a:pt x="0" y="69628"/>
                  </a:lnTo>
                  <a:lnTo>
                    <a:pt x="11049" y="57817"/>
                  </a:lnTo>
                  <a:cubicBezTo>
                    <a:pt x="11049" y="57817"/>
                    <a:pt x="10859" y="53816"/>
                    <a:pt x="11335" y="52578"/>
                  </a:cubicBezTo>
                  <a:cubicBezTo>
                    <a:pt x="11621" y="51816"/>
                    <a:pt x="12954" y="50768"/>
                    <a:pt x="13240" y="50006"/>
                  </a:cubicBezTo>
                  <a:cubicBezTo>
                    <a:pt x="13526" y="49054"/>
                    <a:pt x="12954" y="46863"/>
                    <a:pt x="13240" y="45815"/>
                  </a:cubicBezTo>
                  <a:cubicBezTo>
                    <a:pt x="13526" y="44863"/>
                    <a:pt x="14478" y="43053"/>
                    <a:pt x="15145" y="42291"/>
                  </a:cubicBezTo>
                  <a:cubicBezTo>
                    <a:pt x="15812" y="41624"/>
                    <a:pt x="17907" y="41434"/>
                    <a:pt x="18479" y="40672"/>
                  </a:cubicBezTo>
                  <a:cubicBezTo>
                    <a:pt x="19145" y="39815"/>
                    <a:pt x="19431" y="37433"/>
                    <a:pt x="19717" y="36385"/>
                  </a:cubicBezTo>
                  <a:cubicBezTo>
                    <a:pt x="20193" y="34861"/>
                    <a:pt x="21527" y="31909"/>
                    <a:pt x="21622" y="30385"/>
                  </a:cubicBezTo>
                  <a:cubicBezTo>
                    <a:pt x="21717" y="29146"/>
                    <a:pt x="20860" y="26765"/>
                    <a:pt x="20764" y="25527"/>
                  </a:cubicBezTo>
                  <a:cubicBezTo>
                    <a:pt x="20670" y="23622"/>
                    <a:pt x="20955" y="19812"/>
                    <a:pt x="21431" y="18002"/>
                  </a:cubicBezTo>
                  <a:cubicBezTo>
                    <a:pt x="21907" y="16002"/>
                    <a:pt x="23336" y="11906"/>
                    <a:pt x="24765" y="10287"/>
                  </a:cubicBezTo>
                  <a:cubicBezTo>
                    <a:pt x="25432" y="9525"/>
                    <a:pt x="27718" y="8953"/>
                    <a:pt x="28290" y="8096"/>
                  </a:cubicBezTo>
                  <a:cubicBezTo>
                    <a:pt x="28766" y="7334"/>
                    <a:pt x="28194" y="5048"/>
                    <a:pt x="28670" y="4286"/>
                  </a:cubicBezTo>
                  <a:cubicBezTo>
                    <a:pt x="29242" y="3429"/>
                    <a:pt x="31623" y="2857"/>
                    <a:pt x="32481" y="2191"/>
                  </a:cubicBezTo>
                  <a:cubicBezTo>
                    <a:pt x="33147" y="1715"/>
                    <a:pt x="34386" y="857"/>
                    <a:pt x="35433" y="0"/>
                  </a:cubicBezTo>
                  <a:lnTo>
                    <a:pt x="138684" y="29718"/>
                  </a:lnTo>
                  <a:lnTo>
                    <a:pt x="140113" y="42100"/>
                  </a:lnTo>
                  <a:lnTo>
                    <a:pt x="137922" y="56293"/>
                  </a:lnTo>
                  <a:lnTo>
                    <a:pt x="135827" y="79915"/>
                  </a:lnTo>
                  <a:cubicBezTo>
                    <a:pt x="135731" y="79915"/>
                    <a:pt x="135731" y="79915"/>
                    <a:pt x="135636" y="79819"/>
                  </a:cubicBezTo>
                  <a:cubicBezTo>
                    <a:pt x="135064" y="79724"/>
                    <a:pt x="134112" y="80867"/>
                    <a:pt x="133731" y="81343"/>
                  </a:cubicBezTo>
                  <a:cubicBezTo>
                    <a:pt x="133350" y="81820"/>
                    <a:pt x="132493" y="82867"/>
                    <a:pt x="132398" y="83439"/>
                  </a:cubicBezTo>
                  <a:cubicBezTo>
                    <a:pt x="132207" y="84201"/>
                    <a:pt x="132588" y="85820"/>
                    <a:pt x="132779" y="86487"/>
                  </a:cubicBezTo>
                  <a:cubicBezTo>
                    <a:pt x="132874" y="86677"/>
                    <a:pt x="133065" y="87154"/>
                    <a:pt x="133065" y="87154"/>
                  </a:cubicBezTo>
                  <a:cubicBezTo>
                    <a:pt x="133065" y="87154"/>
                    <a:pt x="131636" y="88297"/>
                    <a:pt x="131064" y="88582"/>
                  </a:cubicBezTo>
                  <a:cubicBezTo>
                    <a:pt x="130207" y="89059"/>
                    <a:pt x="128397" y="89725"/>
                    <a:pt x="127540" y="90011"/>
                  </a:cubicBezTo>
                  <a:cubicBezTo>
                    <a:pt x="126588" y="90297"/>
                    <a:pt x="124587" y="90106"/>
                    <a:pt x="123635" y="90583"/>
                  </a:cubicBezTo>
                  <a:cubicBezTo>
                    <a:pt x="122587" y="91059"/>
                    <a:pt x="120872" y="92773"/>
                    <a:pt x="120491" y="93821"/>
                  </a:cubicBezTo>
                  <a:cubicBezTo>
                    <a:pt x="120111" y="94774"/>
                    <a:pt x="120587" y="96869"/>
                    <a:pt x="120682" y="97822"/>
                  </a:cubicBezTo>
                  <a:cubicBezTo>
                    <a:pt x="120872" y="99250"/>
                    <a:pt x="122111" y="101917"/>
                    <a:pt x="121920" y="103251"/>
                  </a:cubicBezTo>
                  <a:cubicBezTo>
                    <a:pt x="121730" y="104108"/>
                    <a:pt x="120396" y="105251"/>
                    <a:pt x="120111" y="106013"/>
                  </a:cubicBezTo>
                  <a:cubicBezTo>
                    <a:pt x="119825" y="106966"/>
                    <a:pt x="119825" y="108966"/>
                    <a:pt x="119634" y="110014"/>
                  </a:cubicBezTo>
                  <a:cubicBezTo>
                    <a:pt x="119444" y="110966"/>
                    <a:pt x="118586" y="112871"/>
                    <a:pt x="118872" y="113824"/>
                  </a:cubicBezTo>
                  <a:cubicBezTo>
                    <a:pt x="118872" y="114109"/>
                    <a:pt x="119444" y="114681"/>
                    <a:pt x="119444" y="114681"/>
                  </a:cubicBezTo>
                  <a:cubicBezTo>
                    <a:pt x="119444" y="114681"/>
                    <a:pt x="119063" y="114967"/>
                    <a:pt x="118967" y="115062"/>
                  </a:cubicBezTo>
                  <a:cubicBezTo>
                    <a:pt x="118491" y="115824"/>
                    <a:pt x="118586" y="117824"/>
                    <a:pt x="118967" y="118586"/>
                  </a:cubicBezTo>
                  <a:cubicBezTo>
                    <a:pt x="119539" y="119729"/>
                    <a:pt x="121825" y="121158"/>
                    <a:pt x="123063" y="121539"/>
                  </a:cubicBezTo>
                  <a:cubicBezTo>
                    <a:pt x="124206" y="121920"/>
                    <a:pt x="126682" y="121729"/>
                    <a:pt x="127826" y="121444"/>
                  </a:cubicBezTo>
                  <a:cubicBezTo>
                    <a:pt x="128683" y="121253"/>
                    <a:pt x="130016" y="120110"/>
                    <a:pt x="130779" y="119825"/>
                  </a:cubicBezTo>
                  <a:cubicBezTo>
                    <a:pt x="132398" y="119158"/>
                    <a:pt x="135636" y="117919"/>
                    <a:pt x="137351" y="117824"/>
                  </a:cubicBezTo>
                  <a:cubicBezTo>
                    <a:pt x="138684" y="117729"/>
                    <a:pt x="141351" y="118396"/>
                    <a:pt x="142590" y="118777"/>
                  </a:cubicBezTo>
                  <a:cubicBezTo>
                    <a:pt x="143923" y="119158"/>
                    <a:pt x="146304" y="120777"/>
                    <a:pt x="147733" y="120777"/>
                  </a:cubicBezTo>
                  <a:cubicBezTo>
                    <a:pt x="148400" y="120872"/>
                    <a:pt x="150019" y="120682"/>
                    <a:pt x="150495" y="120110"/>
                  </a:cubicBezTo>
                  <a:cubicBezTo>
                    <a:pt x="151067" y="119539"/>
                    <a:pt x="151352" y="117634"/>
                    <a:pt x="151257" y="116776"/>
                  </a:cubicBezTo>
                  <a:cubicBezTo>
                    <a:pt x="151067" y="115919"/>
                    <a:pt x="150114" y="114395"/>
                    <a:pt x="149447" y="113824"/>
                  </a:cubicBezTo>
                  <a:cubicBezTo>
                    <a:pt x="148971" y="113443"/>
                    <a:pt x="147447" y="113538"/>
                    <a:pt x="147161" y="112967"/>
                  </a:cubicBezTo>
                  <a:cubicBezTo>
                    <a:pt x="146971" y="112586"/>
                    <a:pt x="147066" y="111728"/>
                    <a:pt x="147257" y="111347"/>
                  </a:cubicBezTo>
                  <a:cubicBezTo>
                    <a:pt x="147542" y="110871"/>
                    <a:pt x="148495" y="110204"/>
                    <a:pt x="149066" y="110109"/>
                  </a:cubicBezTo>
                  <a:cubicBezTo>
                    <a:pt x="149829" y="110014"/>
                    <a:pt x="151352" y="110680"/>
                    <a:pt x="151829" y="111157"/>
                  </a:cubicBezTo>
                  <a:cubicBezTo>
                    <a:pt x="153067" y="112204"/>
                    <a:pt x="154496" y="115157"/>
                    <a:pt x="155067" y="116681"/>
                  </a:cubicBezTo>
                  <a:cubicBezTo>
                    <a:pt x="156115" y="119443"/>
                    <a:pt x="156877" y="125158"/>
                    <a:pt x="157449" y="128016"/>
                  </a:cubicBezTo>
                  <a:cubicBezTo>
                    <a:pt x="158211" y="131921"/>
                    <a:pt x="160211" y="143256"/>
                    <a:pt x="160211" y="143542"/>
                  </a:cubicBezTo>
                  <a:cubicBezTo>
                    <a:pt x="160211" y="143827"/>
                    <a:pt x="160497" y="154114"/>
                    <a:pt x="160782" y="157639"/>
                  </a:cubicBezTo>
                  <a:cubicBezTo>
                    <a:pt x="160973" y="159829"/>
                    <a:pt x="161640" y="164116"/>
                    <a:pt x="161735" y="166306"/>
                  </a:cubicBezTo>
                  <a:cubicBezTo>
                    <a:pt x="162020" y="169640"/>
                    <a:pt x="161830" y="176213"/>
                    <a:pt x="162116" y="179546"/>
                  </a:cubicBezTo>
                  <a:cubicBezTo>
                    <a:pt x="162401" y="182594"/>
                    <a:pt x="163449" y="188690"/>
                    <a:pt x="164021" y="191738"/>
                  </a:cubicBezTo>
                  <a:cubicBezTo>
                    <a:pt x="164402" y="193738"/>
                    <a:pt x="165449" y="197644"/>
                    <a:pt x="165735" y="199644"/>
                  </a:cubicBezTo>
                  <a:cubicBezTo>
                    <a:pt x="166307" y="203549"/>
                    <a:pt x="166878" y="211550"/>
                    <a:pt x="167164" y="215455"/>
                  </a:cubicBezTo>
                  <a:cubicBezTo>
                    <a:pt x="167354" y="218027"/>
                    <a:pt x="167830" y="223075"/>
                    <a:pt x="167830" y="225647"/>
                  </a:cubicBezTo>
                  <a:cubicBezTo>
                    <a:pt x="167830" y="227743"/>
                    <a:pt x="167830" y="232029"/>
                    <a:pt x="167354" y="234029"/>
                  </a:cubicBezTo>
                  <a:cubicBezTo>
                    <a:pt x="166688" y="236887"/>
                    <a:pt x="163830" y="242030"/>
                    <a:pt x="163068" y="244792"/>
                  </a:cubicBezTo>
                  <a:cubicBezTo>
                    <a:pt x="162592" y="246697"/>
                    <a:pt x="162401" y="250793"/>
                    <a:pt x="161830" y="252603"/>
                  </a:cubicBezTo>
                  <a:cubicBezTo>
                    <a:pt x="161640" y="253270"/>
                    <a:pt x="160687" y="254508"/>
                    <a:pt x="160497" y="255270"/>
                  </a:cubicBezTo>
                  <a:cubicBezTo>
                    <a:pt x="160306" y="256032"/>
                    <a:pt x="160497" y="257746"/>
                    <a:pt x="160401" y="258604"/>
                  </a:cubicBezTo>
                  <a:cubicBezTo>
                    <a:pt x="160211" y="259366"/>
                    <a:pt x="159544" y="260890"/>
                    <a:pt x="159163" y="261652"/>
                  </a:cubicBezTo>
                  <a:cubicBezTo>
                    <a:pt x="158687" y="262700"/>
                    <a:pt x="157734" y="264890"/>
                    <a:pt x="157067" y="265843"/>
                  </a:cubicBezTo>
                  <a:cubicBezTo>
                    <a:pt x="156591" y="266509"/>
                    <a:pt x="154972" y="267271"/>
                    <a:pt x="154781" y="267938"/>
                  </a:cubicBezTo>
                  <a:cubicBezTo>
                    <a:pt x="154305" y="269367"/>
                    <a:pt x="156020" y="272320"/>
                    <a:pt x="156115" y="273844"/>
                  </a:cubicBezTo>
                  <a:cubicBezTo>
                    <a:pt x="156210" y="275368"/>
                    <a:pt x="155734" y="278321"/>
                    <a:pt x="155353" y="279749"/>
                  </a:cubicBezTo>
                  <a:cubicBezTo>
                    <a:pt x="154972" y="280988"/>
                    <a:pt x="153734" y="283369"/>
                    <a:pt x="152971" y="284417"/>
                  </a:cubicBezTo>
                  <a:cubicBezTo>
                    <a:pt x="152115" y="285464"/>
                    <a:pt x="149733" y="286798"/>
                    <a:pt x="148971" y="287846"/>
                  </a:cubicBezTo>
                  <a:cubicBezTo>
                    <a:pt x="148209" y="288893"/>
                    <a:pt x="147638" y="291560"/>
                    <a:pt x="146876" y="292608"/>
                  </a:cubicBezTo>
                  <a:cubicBezTo>
                    <a:pt x="146304" y="293370"/>
                    <a:pt x="144589" y="294418"/>
                    <a:pt x="144018" y="295084"/>
                  </a:cubicBezTo>
                  <a:cubicBezTo>
                    <a:pt x="142590" y="296609"/>
                    <a:pt x="140398" y="300133"/>
                    <a:pt x="139255" y="301847"/>
                  </a:cubicBezTo>
                  <a:cubicBezTo>
                    <a:pt x="138399" y="303276"/>
                    <a:pt x="137065" y="306324"/>
                    <a:pt x="136207" y="307753"/>
                  </a:cubicBezTo>
                  <a:cubicBezTo>
                    <a:pt x="134684" y="310134"/>
                    <a:pt x="130493" y="314134"/>
                    <a:pt x="129254" y="316706"/>
                  </a:cubicBezTo>
                  <a:cubicBezTo>
                    <a:pt x="128111" y="319183"/>
                    <a:pt x="127349" y="324612"/>
                    <a:pt x="126968" y="327279"/>
                  </a:cubicBezTo>
                  <a:cubicBezTo>
                    <a:pt x="126682" y="329089"/>
                    <a:pt x="126397" y="332804"/>
                    <a:pt x="126016" y="334613"/>
                  </a:cubicBezTo>
                  <a:cubicBezTo>
                    <a:pt x="125921" y="335185"/>
                    <a:pt x="125445" y="336423"/>
                    <a:pt x="125539" y="336994"/>
                  </a:cubicBezTo>
                  <a:cubicBezTo>
                    <a:pt x="125635" y="337661"/>
                    <a:pt x="126873" y="338614"/>
                    <a:pt x="126873" y="339280"/>
                  </a:cubicBezTo>
                  <a:cubicBezTo>
                    <a:pt x="126968" y="340233"/>
                    <a:pt x="125921" y="342138"/>
                    <a:pt x="125445" y="342995"/>
                  </a:cubicBezTo>
                  <a:cubicBezTo>
                    <a:pt x="124968" y="343948"/>
                    <a:pt x="123254" y="345376"/>
                    <a:pt x="122777" y="346329"/>
                  </a:cubicBezTo>
                  <a:cubicBezTo>
                    <a:pt x="122206" y="347472"/>
                    <a:pt x="121825" y="349948"/>
                    <a:pt x="121634" y="351187"/>
                  </a:cubicBezTo>
                  <a:cubicBezTo>
                    <a:pt x="121444" y="352520"/>
                    <a:pt x="121539" y="355378"/>
                    <a:pt x="121158" y="356711"/>
                  </a:cubicBezTo>
                  <a:cubicBezTo>
                    <a:pt x="120872" y="357759"/>
                    <a:pt x="119920" y="359855"/>
                    <a:pt x="119349" y="360712"/>
                  </a:cubicBezTo>
                  <a:cubicBezTo>
                    <a:pt x="118777" y="361569"/>
                    <a:pt x="117157" y="362902"/>
                    <a:pt x="116681" y="363760"/>
                  </a:cubicBezTo>
                  <a:cubicBezTo>
                    <a:pt x="116205" y="364617"/>
                    <a:pt x="116014" y="366903"/>
                    <a:pt x="115443" y="367760"/>
                  </a:cubicBezTo>
                  <a:cubicBezTo>
                    <a:pt x="114586" y="368998"/>
                    <a:pt x="112109" y="370522"/>
                    <a:pt x="110871" y="371380"/>
                  </a:cubicBezTo>
                  <a:cubicBezTo>
                    <a:pt x="110014" y="371951"/>
                    <a:pt x="108204" y="373380"/>
                    <a:pt x="107156" y="373666"/>
                  </a:cubicBezTo>
                  <a:cubicBezTo>
                    <a:pt x="106013" y="373951"/>
                    <a:pt x="103442" y="373856"/>
                    <a:pt x="102489" y="373189"/>
                  </a:cubicBezTo>
                  <a:cubicBezTo>
                    <a:pt x="101537" y="372523"/>
                    <a:pt x="100679" y="370046"/>
                    <a:pt x="100394" y="368903"/>
                  </a:cubicBezTo>
                  <a:cubicBezTo>
                    <a:pt x="100013" y="367570"/>
                    <a:pt x="100108" y="364808"/>
                    <a:pt x="100108" y="363474"/>
                  </a:cubicBezTo>
                  <a:cubicBezTo>
                    <a:pt x="100108" y="362426"/>
                    <a:pt x="100299" y="360426"/>
                    <a:pt x="100584" y="359473"/>
                  </a:cubicBezTo>
                  <a:cubicBezTo>
                    <a:pt x="100775" y="358712"/>
                    <a:pt x="101727" y="357378"/>
                    <a:pt x="102013" y="356616"/>
                  </a:cubicBezTo>
                  <a:cubicBezTo>
                    <a:pt x="102489" y="355187"/>
                    <a:pt x="103251" y="352234"/>
                    <a:pt x="103632" y="350710"/>
                  </a:cubicBezTo>
                  <a:cubicBezTo>
                    <a:pt x="103918" y="349472"/>
                    <a:pt x="104775" y="346996"/>
                    <a:pt x="104870" y="345662"/>
                  </a:cubicBezTo>
                  <a:cubicBezTo>
                    <a:pt x="104966" y="344424"/>
                    <a:pt x="104870" y="341947"/>
                    <a:pt x="104490" y="340805"/>
                  </a:cubicBezTo>
                  <a:cubicBezTo>
                    <a:pt x="104204" y="339757"/>
                    <a:pt x="103156" y="337566"/>
                    <a:pt x="102298" y="336804"/>
                  </a:cubicBezTo>
                  <a:cubicBezTo>
                    <a:pt x="101155" y="335851"/>
                    <a:pt x="98107" y="334899"/>
                    <a:pt x="96584" y="334709"/>
                  </a:cubicBezTo>
                  <a:cubicBezTo>
                    <a:pt x="95821" y="334613"/>
                    <a:pt x="94298" y="334518"/>
                    <a:pt x="93536" y="334709"/>
                  </a:cubicBezTo>
                  <a:cubicBezTo>
                    <a:pt x="92297" y="334994"/>
                    <a:pt x="90297" y="337090"/>
                    <a:pt x="88964" y="337185"/>
                  </a:cubicBezTo>
                  <a:cubicBezTo>
                    <a:pt x="87821" y="337280"/>
                    <a:pt x="85535" y="336518"/>
                    <a:pt x="84773" y="335756"/>
                  </a:cubicBezTo>
                  <a:cubicBezTo>
                    <a:pt x="84297" y="335280"/>
                    <a:pt x="84392" y="333661"/>
                    <a:pt x="83915" y="333280"/>
                  </a:cubicBezTo>
                  <a:cubicBezTo>
                    <a:pt x="83534" y="332994"/>
                    <a:pt x="82391" y="332899"/>
                    <a:pt x="81915" y="333089"/>
                  </a:cubicBezTo>
                  <a:cubicBezTo>
                    <a:pt x="81249" y="333280"/>
                    <a:pt x="80391" y="334327"/>
                    <a:pt x="79915" y="334709"/>
                  </a:cubicBezTo>
                  <a:cubicBezTo>
                    <a:pt x="79439" y="335089"/>
                    <a:pt x="78486" y="336137"/>
                    <a:pt x="77914" y="336518"/>
                  </a:cubicBezTo>
                  <a:cubicBezTo>
                    <a:pt x="77248" y="336804"/>
                    <a:pt x="75629" y="336709"/>
                    <a:pt x="75152" y="337185"/>
                  </a:cubicBezTo>
                  <a:cubicBezTo>
                    <a:pt x="74676" y="337661"/>
                    <a:pt x="74867" y="339376"/>
                    <a:pt x="74486" y="339947"/>
                  </a:cubicBezTo>
                  <a:cubicBezTo>
                    <a:pt x="74105" y="340519"/>
                    <a:pt x="73152" y="341376"/>
                    <a:pt x="72580" y="341567"/>
                  </a:cubicBezTo>
                  <a:cubicBezTo>
                    <a:pt x="72009" y="341757"/>
                    <a:pt x="70676" y="341471"/>
                    <a:pt x="70199" y="341185"/>
                  </a:cubicBezTo>
                  <a:cubicBezTo>
                    <a:pt x="69532" y="340805"/>
                    <a:pt x="68485" y="339566"/>
                    <a:pt x="68199" y="338804"/>
                  </a:cubicBezTo>
                  <a:cubicBezTo>
                    <a:pt x="67913" y="338233"/>
                    <a:pt x="68199" y="336899"/>
                    <a:pt x="68104" y="336233"/>
                  </a:cubicBezTo>
                  <a:cubicBezTo>
                    <a:pt x="68009" y="335756"/>
                    <a:pt x="67913" y="334804"/>
                    <a:pt x="67628" y="334423"/>
                  </a:cubicBezTo>
                  <a:cubicBezTo>
                    <a:pt x="67056" y="333756"/>
                    <a:pt x="65342" y="333375"/>
                    <a:pt x="64675" y="332899"/>
                  </a:cubicBezTo>
                  <a:cubicBezTo>
                    <a:pt x="64294" y="332613"/>
                    <a:pt x="63722" y="331660"/>
                    <a:pt x="63246" y="331470"/>
                  </a:cubicBezTo>
                  <a:cubicBezTo>
                    <a:pt x="62484" y="331184"/>
                    <a:pt x="60770" y="331565"/>
                    <a:pt x="59913" y="331470"/>
                  </a:cubicBezTo>
                  <a:cubicBezTo>
                    <a:pt x="59246" y="331375"/>
                    <a:pt x="57912" y="331375"/>
                    <a:pt x="57341" y="330994"/>
                  </a:cubicBezTo>
                  <a:cubicBezTo>
                    <a:pt x="56483" y="330422"/>
                    <a:pt x="56007" y="328136"/>
                    <a:pt x="55150" y="327565"/>
                  </a:cubicBezTo>
                  <a:cubicBezTo>
                    <a:pt x="54579" y="327279"/>
                    <a:pt x="53150" y="327184"/>
                    <a:pt x="52483" y="327469"/>
                  </a:cubicBezTo>
                  <a:cubicBezTo>
                    <a:pt x="51721" y="327850"/>
                    <a:pt x="51245" y="330137"/>
                    <a:pt x="50482" y="330137"/>
                  </a:cubicBezTo>
                  <a:cubicBezTo>
                    <a:pt x="49245" y="330232"/>
                    <a:pt x="47816" y="327660"/>
                    <a:pt x="47149" y="326708"/>
                  </a:cubicBezTo>
                  <a:cubicBezTo>
                    <a:pt x="46768" y="326136"/>
                    <a:pt x="46673" y="324612"/>
                    <a:pt x="46197" y="324041"/>
                  </a:cubicBezTo>
                  <a:cubicBezTo>
                    <a:pt x="45815" y="323469"/>
                    <a:pt x="44768" y="322421"/>
                    <a:pt x="44196" y="322326"/>
                  </a:cubicBezTo>
                  <a:cubicBezTo>
                    <a:pt x="43434" y="322231"/>
                    <a:pt x="42101" y="323088"/>
                    <a:pt x="41339" y="323279"/>
                  </a:cubicBezTo>
                  <a:cubicBezTo>
                    <a:pt x="40672" y="323469"/>
                    <a:pt x="39148" y="323945"/>
                    <a:pt x="38386" y="323659"/>
                  </a:cubicBezTo>
                  <a:cubicBezTo>
                    <a:pt x="37624" y="323469"/>
                    <a:pt x="36576" y="322326"/>
                    <a:pt x="36100" y="321659"/>
                  </a:cubicBezTo>
                  <a:cubicBezTo>
                    <a:pt x="35719" y="321088"/>
                    <a:pt x="35623" y="319659"/>
                    <a:pt x="35147" y="319278"/>
                  </a:cubicBezTo>
                  <a:cubicBezTo>
                    <a:pt x="34195" y="318516"/>
                    <a:pt x="31338" y="318992"/>
                    <a:pt x="30289" y="318325"/>
                  </a:cubicBezTo>
                  <a:cubicBezTo>
                    <a:pt x="29718" y="317944"/>
                    <a:pt x="29242" y="316611"/>
                    <a:pt x="28861" y="316135"/>
                  </a:cubicBezTo>
                  <a:cubicBezTo>
                    <a:pt x="28099" y="315277"/>
                    <a:pt x="26384" y="313372"/>
                    <a:pt x="25337" y="312896"/>
                  </a:cubicBezTo>
                  <a:cubicBezTo>
                    <a:pt x="23813" y="312134"/>
                    <a:pt x="20288" y="312039"/>
                    <a:pt x="18574" y="311753"/>
                  </a:cubicBezTo>
                  <a:cubicBezTo>
                    <a:pt x="17526" y="311563"/>
                    <a:pt x="15336" y="311848"/>
                    <a:pt x="14574" y="311182"/>
                  </a:cubicBezTo>
                  <a:cubicBezTo>
                    <a:pt x="13811" y="310515"/>
                    <a:pt x="13049" y="308134"/>
                    <a:pt x="13335" y="307086"/>
                  </a:cubicBezTo>
                  <a:cubicBezTo>
                    <a:pt x="13621" y="306229"/>
                    <a:pt x="16002" y="305752"/>
                    <a:pt x="16383" y="304895"/>
                  </a:cubicBezTo>
                  <a:cubicBezTo>
                    <a:pt x="16764" y="303943"/>
                    <a:pt x="16002" y="301657"/>
                    <a:pt x="15621" y="300609"/>
                  </a:cubicBezTo>
                  <a:cubicBezTo>
                    <a:pt x="15430" y="299942"/>
                    <a:pt x="14478" y="298894"/>
                    <a:pt x="14478" y="298228"/>
                  </a:cubicBezTo>
                  <a:cubicBezTo>
                    <a:pt x="14478" y="297275"/>
                    <a:pt x="15812" y="295751"/>
                    <a:pt x="15907" y="294799"/>
                  </a:cubicBezTo>
                  <a:cubicBezTo>
                    <a:pt x="15907" y="294227"/>
                    <a:pt x="15716" y="293180"/>
                    <a:pt x="15430" y="292703"/>
                  </a:cubicBezTo>
                  <a:cubicBezTo>
                    <a:pt x="15050" y="292132"/>
                    <a:pt x="14097" y="291084"/>
                    <a:pt x="13431" y="290798"/>
                  </a:cubicBezTo>
                  <a:cubicBezTo>
                    <a:pt x="12668" y="290417"/>
                    <a:pt x="10763" y="290608"/>
                    <a:pt x="9906" y="290322"/>
                  </a:cubicBezTo>
                  <a:cubicBezTo>
                    <a:pt x="9240" y="290131"/>
                    <a:pt x="7811" y="289465"/>
                    <a:pt x="7334" y="288893"/>
                  </a:cubicBezTo>
                  <a:cubicBezTo>
                    <a:pt x="6954" y="288417"/>
                    <a:pt x="6763" y="286988"/>
                    <a:pt x="6954" y="286321"/>
                  </a:cubicBezTo>
                  <a:cubicBezTo>
                    <a:pt x="7144" y="285655"/>
                    <a:pt x="8477" y="284702"/>
                    <a:pt x="8954" y="284131"/>
                  </a:cubicBezTo>
                  <a:cubicBezTo>
                    <a:pt x="9335" y="283559"/>
                    <a:pt x="10096" y="282226"/>
                    <a:pt x="10478" y="281559"/>
                  </a:cubicBezTo>
                  <a:cubicBezTo>
                    <a:pt x="10763" y="280988"/>
                    <a:pt x="11525" y="279844"/>
                    <a:pt x="11621" y="279178"/>
                  </a:cubicBezTo>
                  <a:cubicBezTo>
                    <a:pt x="11716" y="278321"/>
                    <a:pt x="11145" y="276511"/>
                    <a:pt x="10573" y="275749"/>
                  </a:cubicBezTo>
                  <a:cubicBezTo>
                    <a:pt x="10383" y="275558"/>
                    <a:pt x="10192" y="275177"/>
                    <a:pt x="9906" y="274796"/>
                  </a:cubicBezTo>
                  <a:cubicBezTo>
                    <a:pt x="10478" y="274034"/>
                    <a:pt x="11049" y="273082"/>
                    <a:pt x="11335" y="272605"/>
                  </a:cubicBezTo>
                  <a:cubicBezTo>
                    <a:pt x="11906" y="271653"/>
                    <a:pt x="13335" y="269938"/>
                    <a:pt x="13621" y="268891"/>
                  </a:cubicBezTo>
                  <a:cubicBezTo>
                    <a:pt x="13907" y="267462"/>
                    <a:pt x="12192" y="264605"/>
                    <a:pt x="12573" y="263271"/>
                  </a:cubicBezTo>
                  <a:cubicBezTo>
                    <a:pt x="12859" y="262223"/>
                    <a:pt x="14954" y="260890"/>
                    <a:pt x="15526" y="259937"/>
                  </a:cubicBezTo>
                  <a:cubicBezTo>
                    <a:pt x="15716" y="259461"/>
                    <a:pt x="16097" y="257937"/>
                    <a:pt x="16573" y="256604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0" name="Freeform: Shape 31">
              <a:extLst>
                <a:ext uri="{FF2B5EF4-FFF2-40B4-BE49-F238E27FC236}">
                  <a16:creationId xmlns:a16="http://schemas.microsoft.com/office/drawing/2014/main" id="{F2AA6996-7075-5D88-821C-9298D564FEC6}"/>
                </a:ext>
              </a:extLst>
            </p:cNvPr>
            <p:cNvSpPr/>
            <p:nvPr/>
          </p:nvSpPr>
          <p:spPr>
            <a:xfrm>
              <a:off x="8564078" y="2852254"/>
              <a:ext cx="133350" cy="209550"/>
            </a:xfrm>
            <a:custGeom>
              <a:avLst/>
              <a:gdLst>
                <a:gd name="connsiteX0" fmla="*/ 135 w 133350"/>
                <a:gd name="connsiteY0" fmla="*/ 25534 h 209550"/>
                <a:gd name="connsiteX1" fmla="*/ 516 w 133350"/>
                <a:gd name="connsiteY1" fmla="*/ 22296 h 209550"/>
                <a:gd name="connsiteX2" fmla="*/ 3564 w 133350"/>
                <a:gd name="connsiteY2" fmla="*/ 14295 h 209550"/>
                <a:gd name="connsiteX3" fmla="*/ 9755 w 133350"/>
                <a:gd name="connsiteY3" fmla="*/ 7627 h 209550"/>
                <a:gd name="connsiteX4" fmla="*/ 16423 w 133350"/>
                <a:gd name="connsiteY4" fmla="*/ 2674 h 209550"/>
                <a:gd name="connsiteX5" fmla="*/ 25566 w 133350"/>
                <a:gd name="connsiteY5" fmla="*/ 7 h 209550"/>
                <a:gd name="connsiteX6" fmla="*/ 33853 w 133350"/>
                <a:gd name="connsiteY6" fmla="*/ 1246 h 209550"/>
                <a:gd name="connsiteX7" fmla="*/ 38520 w 133350"/>
                <a:gd name="connsiteY7" fmla="*/ 2770 h 209550"/>
                <a:gd name="connsiteX8" fmla="*/ 37187 w 133350"/>
                <a:gd name="connsiteY8" fmla="*/ 6484 h 209550"/>
                <a:gd name="connsiteX9" fmla="*/ 34235 w 133350"/>
                <a:gd name="connsiteY9" fmla="*/ 9818 h 209550"/>
                <a:gd name="connsiteX10" fmla="*/ 35282 w 133350"/>
                <a:gd name="connsiteY10" fmla="*/ 15438 h 209550"/>
                <a:gd name="connsiteX11" fmla="*/ 32996 w 133350"/>
                <a:gd name="connsiteY11" fmla="*/ 19153 h 209550"/>
                <a:gd name="connsiteX12" fmla="*/ 31567 w 133350"/>
                <a:gd name="connsiteY12" fmla="*/ 21343 h 209550"/>
                <a:gd name="connsiteX13" fmla="*/ 29853 w 133350"/>
                <a:gd name="connsiteY13" fmla="*/ 20105 h 209550"/>
                <a:gd name="connsiteX14" fmla="*/ 28234 w 133350"/>
                <a:gd name="connsiteY14" fmla="*/ 24201 h 209550"/>
                <a:gd name="connsiteX15" fmla="*/ 24328 w 133350"/>
                <a:gd name="connsiteY15" fmla="*/ 27820 h 209550"/>
                <a:gd name="connsiteX16" fmla="*/ 22233 w 133350"/>
                <a:gd name="connsiteY16" fmla="*/ 33154 h 209550"/>
                <a:gd name="connsiteX17" fmla="*/ 21090 w 133350"/>
                <a:gd name="connsiteY17" fmla="*/ 37060 h 209550"/>
                <a:gd name="connsiteX18" fmla="*/ 23185 w 133350"/>
                <a:gd name="connsiteY18" fmla="*/ 41060 h 209550"/>
                <a:gd name="connsiteX19" fmla="*/ 27567 w 133350"/>
                <a:gd name="connsiteY19" fmla="*/ 42679 h 209550"/>
                <a:gd name="connsiteX20" fmla="*/ 29377 w 133350"/>
                <a:gd name="connsiteY20" fmla="*/ 43822 h 209550"/>
                <a:gd name="connsiteX21" fmla="*/ 30615 w 133350"/>
                <a:gd name="connsiteY21" fmla="*/ 47823 h 209550"/>
                <a:gd name="connsiteX22" fmla="*/ 31853 w 133350"/>
                <a:gd name="connsiteY22" fmla="*/ 50585 h 209550"/>
                <a:gd name="connsiteX23" fmla="*/ 30520 w 133350"/>
                <a:gd name="connsiteY23" fmla="*/ 53157 h 209550"/>
                <a:gd name="connsiteX24" fmla="*/ 30139 w 133350"/>
                <a:gd name="connsiteY24" fmla="*/ 57443 h 209550"/>
                <a:gd name="connsiteX25" fmla="*/ 31377 w 133350"/>
                <a:gd name="connsiteY25" fmla="*/ 60301 h 209550"/>
                <a:gd name="connsiteX26" fmla="*/ 34806 w 133350"/>
                <a:gd name="connsiteY26" fmla="*/ 62587 h 209550"/>
                <a:gd name="connsiteX27" fmla="*/ 38044 w 133350"/>
                <a:gd name="connsiteY27" fmla="*/ 65254 h 209550"/>
                <a:gd name="connsiteX28" fmla="*/ 42521 w 133350"/>
                <a:gd name="connsiteY28" fmla="*/ 68683 h 209550"/>
                <a:gd name="connsiteX29" fmla="*/ 46045 w 133350"/>
                <a:gd name="connsiteY29" fmla="*/ 71826 h 209550"/>
                <a:gd name="connsiteX30" fmla="*/ 49665 w 133350"/>
                <a:gd name="connsiteY30" fmla="*/ 75350 h 209550"/>
                <a:gd name="connsiteX31" fmla="*/ 54046 w 133350"/>
                <a:gd name="connsiteY31" fmla="*/ 76588 h 209550"/>
                <a:gd name="connsiteX32" fmla="*/ 56333 w 133350"/>
                <a:gd name="connsiteY32" fmla="*/ 80113 h 209550"/>
                <a:gd name="connsiteX33" fmla="*/ 62143 w 133350"/>
                <a:gd name="connsiteY33" fmla="*/ 85542 h 209550"/>
                <a:gd name="connsiteX34" fmla="*/ 64143 w 133350"/>
                <a:gd name="connsiteY34" fmla="*/ 89828 h 209550"/>
                <a:gd name="connsiteX35" fmla="*/ 65952 w 133350"/>
                <a:gd name="connsiteY35" fmla="*/ 93352 h 209550"/>
                <a:gd name="connsiteX36" fmla="*/ 64524 w 133350"/>
                <a:gd name="connsiteY36" fmla="*/ 95734 h 209550"/>
                <a:gd name="connsiteX37" fmla="*/ 64809 w 133350"/>
                <a:gd name="connsiteY37" fmla="*/ 100306 h 209550"/>
                <a:gd name="connsiteX38" fmla="*/ 68524 w 133350"/>
                <a:gd name="connsiteY38" fmla="*/ 109069 h 209550"/>
                <a:gd name="connsiteX39" fmla="*/ 70048 w 133350"/>
                <a:gd name="connsiteY39" fmla="*/ 112688 h 209550"/>
                <a:gd name="connsiteX40" fmla="*/ 73573 w 133350"/>
                <a:gd name="connsiteY40" fmla="*/ 115546 h 209550"/>
                <a:gd name="connsiteX41" fmla="*/ 78049 w 133350"/>
                <a:gd name="connsiteY41" fmla="*/ 117641 h 209550"/>
                <a:gd name="connsiteX42" fmla="*/ 81669 w 133350"/>
                <a:gd name="connsiteY42" fmla="*/ 122023 h 209550"/>
                <a:gd name="connsiteX43" fmla="*/ 85193 w 133350"/>
                <a:gd name="connsiteY43" fmla="*/ 127833 h 209550"/>
                <a:gd name="connsiteX44" fmla="*/ 86622 w 133350"/>
                <a:gd name="connsiteY44" fmla="*/ 133167 h 209550"/>
                <a:gd name="connsiteX45" fmla="*/ 91670 w 133350"/>
                <a:gd name="connsiteY45" fmla="*/ 135643 h 209550"/>
                <a:gd name="connsiteX46" fmla="*/ 96432 w 133350"/>
                <a:gd name="connsiteY46" fmla="*/ 140025 h 209550"/>
                <a:gd name="connsiteX47" fmla="*/ 103672 w 133350"/>
                <a:gd name="connsiteY47" fmla="*/ 144883 h 209550"/>
                <a:gd name="connsiteX48" fmla="*/ 108434 w 133350"/>
                <a:gd name="connsiteY48" fmla="*/ 146788 h 209550"/>
                <a:gd name="connsiteX49" fmla="*/ 111768 w 133350"/>
                <a:gd name="connsiteY49" fmla="*/ 146692 h 209550"/>
                <a:gd name="connsiteX50" fmla="*/ 115102 w 133350"/>
                <a:gd name="connsiteY50" fmla="*/ 146026 h 209550"/>
                <a:gd name="connsiteX51" fmla="*/ 116435 w 133350"/>
                <a:gd name="connsiteY51" fmla="*/ 143454 h 209550"/>
                <a:gd name="connsiteX52" fmla="*/ 118721 w 133350"/>
                <a:gd name="connsiteY52" fmla="*/ 149359 h 209550"/>
                <a:gd name="connsiteX53" fmla="*/ 121674 w 133350"/>
                <a:gd name="connsiteY53" fmla="*/ 155265 h 209550"/>
                <a:gd name="connsiteX54" fmla="*/ 124531 w 133350"/>
                <a:gd name="connsiteY54" fmla="*/ 165076 h 209550"/>
                <a:gd name="connsiteX55" fmla="*/ 126817 w 133350"/>
                <a:gd name="connsiteY55" fmla="*/ 170600 h 209550"/>
                <a:gd name="connsiteX56" fmla="*/ 131199 w 133350"/>
                <a:gd name="connsiteY56" fmla="*/ 182983 h 209550"/>
                <a:gd name="connsiteX57" fmla="*/ 134914 w 133350"/>
                <a:gd name="connsiteY57" fmla="*/ 191365 h 209550"/>
                <a:gd name="connsiteX58" fmla="*/ 135295 w 133350"/>
                <a:gd name="connsiteY58" fmla="*/ 194508 h 209550"/>
                <a:gd name="connsiteX59" fmla="*/ 59475 w 133350"/>
                <a:gd name="connsiteY59" fmla="*/ 213558 h 209550"/>
                <a:gd name="connsiteX60" fmla="*/ 3278 w 133350"/>
                <a:gd name="connsiteY60" fmla="*/ 42394 h 209550"/>
                <a:gd name="connsiteX61" fmla="*/ 39 w 133350"/>
                <a:gd name="connsiteY61" fmla="*/ 30868 h 209550"/>
                <a:gd name="connsiteX62" fmla="*/ 135 w 133350"/>
                <a:gd name="connsiteY62" fmla="*/ 2553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3350" h="209550">
                  <a:moveTo>
                    <a:pt x="135" y="25534"/>
                  </a:moveTo>
                  <a:cubicBezTo>
                    <a:pt x="230" y="24296"/>
                    <a:pt x="420" y="23153"/>
                    <a:pt x="516" y="22296"/>
                  </a:cubicBezTo>
                  <a:cubicBezTo>
                    <a:pt x="897" y="20200"/>
                    <a:pt x="2516" y="16105"/>
                    <a:pt x="3564" y="14295"/>
                  </a:cubicBezTo>
                  <a:cubicBezTo>
                    <a:pt x="4802" y="12390"/>
                    <a:pt x="8041" y="9151"/>
                    <a:pt x="9755" y="7627"/>
                  </a:cubicBezTo>
                  <a:cubicBezTo>
                    <a:pt x="11279" y="6199"/>
                    <a:pt x="14518" y="3627"/>
                    <a:pt x="16423" y="2674"/>
                  </a:cubicBezTo>
                  <a:cubicBezTo>
                    <a:pt x="18518" y="1627"/>
                    <a:pt x="23185" y="198"/>
                    <a:pt x="25566" y="7"/>
                  </a:cubicBezTo>
                  <a:cubicBezTo>
                    <a:pt x="27662" y="-88"/>
                    <a:pt x="31853" y="769"/>
                    <a:pt x="33853" y="1246"/>
                  </a:cubicBezTo>
                  <a:cubicBezTo>
                    <a:pt x="34901" y="1531"/>
                    <a:pt x="36711" y="2198"/>
                    <a:pt x="38520" y="2770"/>
                  </a:cubicBezTo>
                  <a:cubicBezTo>
                    <a:pt x="38044" y="4103"/>
                    <a:pt x="37663" y="5627"/>
                    <a:pt x="37187" y="6484"/>
                  </a:cubicBezTo>
                  <a:cubicBezTo>
                    <a:pt x="36616" y="7437"/>
                    <a:pt x="34520" y="8675"/>
                    <a:pt x="34235" y="9818"/>
                  </a:cubicBezTo>
                  <a:cubicBezTo>
                    <a:pt x="33853" y="11152"/>
                    <a:pt x="35568" y="14009"/>
                    <a:pt x="35282" y="15438"/>
                  </a:cubicBezTo>
                  <a:cubicBezTo>
                    <a:pt x="35091" y="16486"/>
                    <a:pt x="33568" y="18200"/>
                    <a:pt x="32996" y="19153"/>
                  </a:cubicBezTo>
                  <a:cubicBezTo>
                    <a:pt x="32710" y="19629"/>
                    <a:pt x="32139" y="20581"/>
                    <a:pt x="31567" y="21343"/>
                  </a:cubicBezTo>
                  <a:cubicBezTo>
                    <a:pt x="31091" y="20677"/>
                    <a:pt x="30424" y="20010"/>
                    <a:pt x="29853" y="20105"/>
                  </a:cubicBezTo>
                  <a:cubicBezTo>
                    <a:pt x="28805" y="20391"/>
                    <a:pt x="28805" y="23248"/>
                    <a:pt x="28234" y="24201"/>
                  </a:cubicBezTo>
                  <a:cubicBezTo>
                    <a:pt x="27472" y="25344"/>
                    <a:pt x="25090" y="26677"/>
                    <a:pt x="24328" y="27820"/>
                  </a:cubicBezTo>
                  <a:cubicBezTo>
                    <a:pt x="23567" y="29059"/>
                    <a:pt x="22709" y="31821"/>
                    <a:pt x="22233" y="33154"/>
                  </a:cubicBezTo>
                  <a:cubicBezTo>
                    <a:pt x="21947" y="34107"/>
                    <a:pt x="20995" y="36012"/>
                    <a:pt x="21090" y="37060"/>
                  </a:cubicBezTo>
                  <a:cubicBezTo>
                    <a:pt x="21185" y="38203"/>
                    <a:pt x="22328" y="40298"/>
                    <a:pt x="23185" y="41060"/>
                  </a:cubicBezTo>
                  <a:cubicBezTo>
                    <a:pt x="24043" y="41822"/>
                    <a:pt x="26519" y="42203"/>
                    <a:pt x="27567" y="42679"/>
                  </a:cubicBezTo>
                  <a:cubicBezTo>
                    <a:pt x="28043" y="42870"/>
                    <a:pt x="29091" y="43346"/>
                    <a:pt x="29377" y="43822"/>
                  </a:cubicBezTo>
                  <a:cubicBezTo>
                    <a:pt x="30043" y="44680"/>
                    <a:pt x="30234" y="46870"/>
                    <a:pt x="30615" y="47823"/>
                  </a:cubicBezTo>
                  <a:cubicBezTo>
                    <a:pt x="30900" y="48585"/>
                    <a:pt x="31853" y="49823"/>
                    <a:pt x="31853" y="50585"/>
                  </a:cubicBezTo>
                  <a:cubicBezTo>
                    <a:pt x="31853" y="51347"/>
                    <a:pt x="30710" y="52490"/>
                    <a:pt x="30520" y="53157"/>
                  </a:cubicBezTo>
                  <a:cubicBezTo>
                    <a:pt x="30234" y="54205"/>
                    <a:pt x="30043" y="56395"/>
                    <a:pt x="30139" y="57443"/>
                  </a:cubicBezTo>
                  <a:cubicBezTo>
                    <a:pt x="30234" y="58205"/>
                    <a:pt x="30805" y="59634"/>
                    <a:pt x="31377" y="60301"/>
                  </a:cubicBezTo>
                  <a:cubicBezTo>
                    <a:pt x="32043" y="61063"/>
                    <a:pt x="34044" y="62015"/>
                    <a:pt x="34806" y="62587"/>
                  </a:cubicBezTo>
                  <a:cubicBezTo>
                    <a:pt x="35663" y="63158"/>
                    <a:pt x="37283" y="64587"/>
                    <a:pt x="38044" y="65254"/>
                  </a:cubicBezTo>
                  <a:cubicBezTo>
                    <a:pt x="39187" y="66111"/>
                    <a:pt x="41473" y="67825"/>
                    <a:pt x="42521" y="68683"/>
                  </a:cubicBezTo>
                  <a:cubicBezTo>
                    <a:pt x="43473" y="69445"/>
                    <a:pt x="45188" y="71064"/>
                    <a:pt x="46045" y="71826"/>
                  </a:cubicBezTo>
                  <a:cubicBezTo>
                    <a:pt x="46998" y="72683"/>
                    <a:pt x="48522" y="74683"/>
                    <a:pt x="49665" y="75350"/>
                  </a:cubicBezTo>
                  <a:cubicBezTo>
                    <a:pt x="50617" y="75922"/>
                    <a:pt x="53094" y="75922"/>
                    <a:pt x="54046" y="76588"/>
                  </a:cubicBezTo>
                  <a:cubicBezTo>
                    <a:pt x="54904" y="77255"/>
                    <a:pt x="55666" y="79351"/>
                    <a:pt x="56333" y="80113"/>
                  </a:cubicBezTo>
                  <a:cubicBezTo>
                    <a:pt x="57570" y="81637"/>
                    <a:pt x="61000" y="83923"/>
                    <a:pt x="62143" y="85542"/>
                  </a:cubicBezTo>
                  <a:cubicBezTo>
                    <a:pt x="62810" y="86494"/>
                    <a:pt x="63571" y="88780"/>
                    <a:pt x="64143" y="89828"/>
                  </a:cubicBezTo>
                  <a:cubicBezTo>
                    <a:pt x="64619" y="90685"/>
                    <a:pt x="65952" y="92305"/>
                    <a:pt x="65952" y="93352"/>
                  </a:cubicBezTo>
                  <a:cubicBezTo>
                    <a:pt x="65952" y="94019"/>
                    <a:pt x="64714" y="95067"/>
                    <a:pt x="64524" y="95734"/>
                  </a:cubicBezTo>
                  <a:cubicBezTo>
                    <a:pt x="64238" y="96877"/>
                    <a:pt x="64524" y="99163"/>
                    <a:pt x="64809" y="100306"/>
                  </a:cubicBezTo>
                  <a:cubicBezTo>
                    <a:pt x="65381" y="102592"/>
                    <a:pt x="67572" y="106878"/>
                    <a:pt x="68524" y="109069"/>
                  </a:cubicBezTo>
                  <a:cubicBezTo>
                    <a:pt x="68905" y="109926"/>
                    <a:pt x="69477" y="111926"/>
                    <a:pt x="70048" y="112688"/>
                  </a:cubicBezTo>
                  <a:cubicBezTo>
                    <a:pt x="70715" y="113545"/>
                    <a:pt x="72620" y="114879"/>
                    <a:pt x="73573" y="115546"/>
                  </a:cubicBezTo>
                  <a:cubicBezTo>
                    <a:pt x="74620" y="116212"/>
                    <a:pt x="77097" y="116879"/>
                    <a:pt x="78049" y="117641"/>
                  </a:cubicBezTo>
                  <a:cubicBezTo>
                    <a:pt x="79192" y="118498"/>
                    <a:pt x="80907" y="120880"/>
                    <a:pt x="81669" y="122023"/>
                  </a:cubicBezTo>
                  <a:cubicBezTo>
                    <a:pt x="82621" y="123356"/>
                    <a:pt x="84526" y="126214"/>
                    <a:pt x="85193" y="127833"/>
                  </a:cubicBezTo>
                  <a:cubicBezTo>
                    <a:pt x="85764" y="129071"/>
                    <a:pt x="85764" y="132119"/>
                    <a:pt x="86622" y="133167"/>
                  </a:cubicBezTo>
                  <a:cubicBezTo>
                    <a:pt x="87479" y="134215"/>
                    <a:pt x="90527" y="134881"/>
                    <a:pt x="91670" y="135643"/>
                  </a:cubicBezTo>
                  <a:cubicBezTo>
                    <a:pt x="93004" y="136596"/>
                    <a:pt x="95194" y="138977"/>
                    <a:pt x="96432" y="140025"/>
                  </a:cubicBezTo>
                  <a:cubicBezTo>
                    <a:pt x="98147" y="141358"/>
                    <a:pt x="101671" y="143835"/>
                    <a:pt x="103672" y="144883"/>
                  </a:cubicBezTo>
                  <a:cubicBezTo>
                    <a:pt x="104814" y="145454"/>
                    <a:pt x="107196" y="146597"/>
                    <a:pt x="108434" y="146788"/>
                  </a:cubicBezTo>
                  <a:cubicBezTo>
                    <a:pt x="109292" y="146978"/>
                    <a:pt x="110911" y="146788"/>
                    <a:pt x="111768" y="146692"/>
                  </a:cubicBezTo>
                  <a:cubicBezTo>
                    <a:pt x="112625" y="146597"/>
                    <a:pt x="114435" y="146502"/>
                    <a:pt x="115102" y="146026"/>
                  </a:cubicBezTo>
                  <a:cubicBezTo>
                    <a:pt x="115673" y="145549"/>
                    <a:pt x="115673" y="143359"/>
                    <a:pt x="116435" y="143454"/>
                  </a:cubicBezTo>
                  <a:cubicBezTo>
                    <a:pt x="118054" y="143549"/>
                    <a:pt x="118054" y="147931"/>
                    <a:pt x="118721" y="149359"/>
                  </a:cubicBezTo>
                  <a:cubicBezTo>
                    <a:pt x="119388" y="150883"/>
                    <a:pt x="121102" y="153741"/>
                    <a:pt x="121674" y="155265"/>
                  </a:cubicBezTo>
                  <a:cubicBezTo>
                    <a:pt x="122626" y="157646"/>
                    <a:pt x="123769" y="162694"/>
                    <a:pt x="124531" y="165076"/>
                  </a:cubicBezTo>
                  <a:cubicBezTo>
                    <a:pt x="125007" y="166504"/>
                    <a:pt x="126246" y="169171"/>
                    <a:pt x="126817" y="170600"/>
                  </a:cubicBezTo>
                  <a:cubicBezTo>
                    <a:pt x="127960" y="173648"/>
                    <a:pt x="130056" y="179935"/>
                    <a:pt x="131199" y="182983"/>
                  </a:cubicBezTo>
                  <a:cubicBezTo>
                    <a:pt x="132056" y="185078"/>
                    <a:pt x="134342" y="189079"/>
                    <a:pt x="134914" y="191365"/>
                  </a:cubicBezTo>
                  <a:cubicBezTo>
                    <a:pt x="135104" y="192222"/>
                    <a:pt x="135199" y="193270"/>
                    <a:pt x="135295" y="194508"/>
                  </a:cubicBezTo>
                  <a:lnTo>
                    <a:pt x="59475" y="213558"/>
                  </a:lnTo>
                  <a:lnTo>
                    <a:pt x="3278" y="42394"/>
                  </a:lnTo>
                  <a:cubicBezTo>
                    <a:pt x="3278" y="42394"/>
                    <a:pt x="420" y="33916"/>
                    <a:pt x="39" y="30868"/>
                  </a:cubicBezTo>
                  <a:cubicBezTo>
                    <a:pt x="-56" y="29535"/>
                    <a:pt x="39" y="27439"/>
                    <a:pt x="135" y="25534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1" name="Freeform: Shape 32">
              <a:extLst>
                <a:ext uri="{FF2B5EF4-FFF2-40B4-BE49-F238E27FC236}">
                  <a16:creationId xmlns:a16="http://schemas.microsoft.com/office/drawing/2014/main" id="{96F80506-1DE3-530F-D11A-197FD0D24FEF}"/>
                </a:ext>
              </a:extLst>
            </p:cNvPr>
            <p:cNvSpPr/>
            <p:nvPr/>
          </p:nvSpPr>
          <p:spPr>
            <a:xfrm>
              <a:off x="8438769" y="3024283"/>
              <a:ext cx="19050" cy="28575"/>
            </a:xfrm>
            <a:custGeom>
              <a:avLst/>
              <a:gdLst>
                <a:gd name="connsiteX0" fmla="*/ 26289 w 19050"/>
                <a:gd name="connsiteY0" fmla="*/ 12097 h 28575"/>
                <a:gd name="connsiteX1" fmla="*/ 15526 w 19050"/>
                <a:gd name="connsiteY1" fmla="*/ 30099 h 28575"/>
                <a:gd name="connsiteX2" fmla="*/ 15526 w 19050"/>
                <a:gd name="connsiteY2" fmla="*/ 29718 h 28575"/>
                <a:gd name="connsiteX3" fmla="*/ 15049 w 19050"/>
                <a:gd name="connsiteY3" fmla="*/ 25718 h 28575"/>
                <a:gd name="connsiteX4" fmla="*/ 12287 w 19050"/>
                <a:gd name="connsiteY4" fmla="*/ 19526 h 28575"/>
                <a:gd name="connsiteX5" fmla="*/ 8667 w 19050"/>
                <a:gd name="connsiteY5" fmla="*/ 17145 h 28575"/>
                <a:gd name="connsiteX6" fmla="*/ 2857 w 19050"/>
                <a:gd name="connsiteY6" fmla="*/ 14764 h 28575"/>
                <a:gd name="connsiteX7" fmla="*/ 285 w 19050"/>
                <a:gd name="connsiteY7" fmla="*/ 12097 h 28575"/>
                <a:gd name="connsiteX8" fmla="*/ 0 w 19050"/>
                <a:gd name="connsiteY8" fmla="*/ 11811 h 28575"/>
                <a:gd name="connsiteX9" fmla="*/ 7905 w 19050"/>
                <a:gd name="connsiteY9" fmla="*/ 0 h 28575"/>
                <a:gd name="connsiteX10" fmla="*/ 26289 w 19050"/>
                <a:gd name="connsiteY10" fmla="*/ 12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50" h="28575">
                  <a:moveTo>
                    <a:pt x="26289" y="12097"/>
                  </a:moveTo>
                  <a:lnTo>
                    <a:pt x="15526" y="30099"/>
                  </a:lnTo>
                  <a:cubicBezTo>
                    <a:pt x="15526" y="29908"/>
                    <a:pt x="15526" y="29813"/>
                    <a:pt x="15526" y="29718"/>
                  </a:cubicBezTo>
                  <a:cubicBezTo>
                    <a:pt x="15430" y="28670"/>
                    <a:pt x="15240" y="26670"/>
                    <a:pt x="15049" y="25718"/>
                  </a:cubicBezTo>
                  <a:cubicBezTo>
                    <a:pt x="14573" y="24098"/>
                    <a:pt x="13430" y="20765"/>
                    <a:pt x="12287" y="19526"/>
                  </a:cubicBezTo>
                  <a:cubicBezTo>
                    <a:pt x="11620" y="18669"/>
                    <a:pt x="9620" y="17621"/>
                    <a:pt x="8667" y="17145"/>
                  </a:cubicBezTo>
                  <a:cubicBezTo>
                    <a:pt x="7334" y="16383"/>
                    <a:pt x="4191" y="15621"/>
                    <a:pt x="2857" y="14764"/>
                  </a:cubicBezTo>
                  <a:cubicBezTo>
                    <a:pt x="2095" y="14288"/>
                    <a:pt x="952" y="12764"/>
                    <a:pt x="285" y="12097"/>
                  </a:cubicBezTo>
                  <a:cubicBezTo>
                    <a:pt x="190" y="12002"/>
                    <a:pt x="95" y="11906"/>
                    <a:pt x="0" y="11811"/>
                  </a:cubicBezTo>
                  <a:lnTo>
                    <a:pt x="7905" y="0"/>
                  </a:lnTo>
                  <a:lnTo>
                    <a:pt x="26289" y="12097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4" name="Freeform: Shape 33">
              <a:extLst>
                <a:ext uri="{FF2B5EF4-FFF2-40B4-BE49-F238E27FC236}">
                  <a16:creationId xmlns:a16="http://schemas.microsoft.com/office/drawing/2014/main" id="{5A62C60B-0A29-AD57-8483-03FF84FC0245}"/>
                </a:ext>
              </a:extLst>
            </p:cNvPr>
            <p:cNvSpPr/>
            <p:nvPr/>
          </p:nvSpPr>
          <p:spPr>
            <a:xfrm>
              <a:off x="7814292" y="2866072"/>
              <a:ext cx="533400" cy="542925"/>
            </a:xfrm>
            <a:custGeom>
              <a:avLst/>
              <a:gdLst>
                <a:gd name="connsiteX0" fmla="*/ 97173 w 533400"/>
                <a:gd name="connsiteY0" fmla="*/ 508349 h 542925"/>
                <a:gd name="connsiteX1" fmla="*/ 96030 w 533400"/>
                <a:gd name="connsiteY1" fmla="*/ 508921 h 542925"/>
                <a:gd name="connsiteX2" fmla="*/ 90411 w 533400"/>
                <a:gd name="connsiteY2" fmla="*/ 510159 h 542925"/>
                <a:gd name="connsiteX3" fmla="*/ 86315 w 533400"/>
                <a:gd name="connsiteY3" fmla="*/ 507492 h 542925"/>
                <a:gd name="connsiteX4" fmla="*/ 82505 w 533400"/>
                <a:gd name="connsiteY4" fmla="*/ 508064 h 542925"/>
                <a:gd name="connsiteX5" fmla="*/ 79076 w 533400"/>
                <a:gd name="connsiteY5" fmla="*/ 507683 h 542925"/>
                <a:gd name="connsiteX6" fmla="*/ 79362 w 533400"/>
                <a:gd name="connsiteY6" fmla="*/ 503396 h 542925"/>
                <a:gd name="connsiteX7" fmla="*/ 75552 w 533400"/>
                <a:gd name="connsiteY7" fmla="*/ 501301 h 542925"/>
                <a:gd name="connsiteX8" fmla="*/ 72122 w 533400"/>
                <a:gd name="connsiteY8" fmla="*/ 495395 h 542925"/>
                <a:gd name="connsiteX9" fmla="*/ 68598 w 533400"/>
                <a:gd name="connsiteY9" fmla="*/ 498920 h 542925"/>
                <a:gd name="connsiteX10" fmla="*/ 65932 w 533400"/>
                <a:gd name="connsiteY10" fmla="*/ 495967 h 542925"/>
                <a:gd name="connsiteX11" fmla="*/ 59264 w 533400"/>
                <a:gd name="connsiteY11" fmla="*/ 496348 h 542925"/>
                <a:gd name="connsiteX12" fmla="*/ 56883 w 533400"/>
                <a:gd name="connsiteY12" fmla="*/ 494062 h 542925"/>
                <a:gd name="connsiteX13" fmla="*/ 55073 w 533400"/>
                <a:gd name="connsiteY13" fmla="*/ 489490 h 542925"/>
                <a:gd name="connsiteX14" fmla="*/ 51168 w 533400"/>
                <a:gd name="connsiteY14" fmla="*/ 486347 h 542925"/>
                <a:gd name="connsiteX15" fmla="*/ 51168 w 533400"/>
                <a:gd name="connsiteY15" fmla="*/ 481489 h 542925"/>
                <a:gd name="connsiteX16" fmla="*/ 49263 w 533400"/>
                <a:gd name="connsiteY16" fmla="*/ 478822 h 542925"/>
                <a:gd name="connsiteX17" fmla="*/ 44310 w 533400"/>
                <a:gd name="connsiteY17" fmla="*/ 476822 h 542925"/>
                <a:gd name="connsiteX18" fmla="*/ 40023 w 533400"/>
                <a:gd name="connsiteY18" fmla="*/ 474440 h 542925"/>
                <a:gd name="connsiteX19" fmla="*/ 38309 w 533400"/>
                <a:gd name="connsiteY19" fmla="*/ 469964 h 542925"/>
                <a:gd name="connsiteX20" fmla="*/ 35737 w 533400"/>
                <a:gd name="connsiteY20" fmla="*/ 463772 h 542925"/>
                <a:gd name="connsiteX21" fmla="*/ 29832 w 533400"/>
                <a:gd name="connsiteY21" fmla="*/ 461105 h 542925"/>
                <a:gd name="connsiteX22" fmla="*/ 25736 w 533400"/>
                <a:gd name="connsiteY22" fmla="*/ 459962 h 542925"/>
                <a:gd name="connsiteX23" fmla="*/ 27546 w 533400"/>
                <a:gd name="connsiteY23" fmla="*/ 456724 h 542925"/>
                <a:gd name="connsiteX24" fmla="*/ 26593 w 533400"/>
                <a:gd name="connsiteY24" fmla="*/ 449961 h 542925"/>
                <a:gd name="connsiteX25" fmla="*/ 20879 w 533400"/>
                <a:gd name="connsiteY25" fmla="*/ 448151 h 542925"/>
                <a:gd name="connsiteX26" fmla="*/ 18592 w 533400"/>
                <a:gd name="connsiteY26" fmla="*/ 443865 h 542925"/>
                <a:gd name="connsiteX27" fmla="*/ 14592 w 533400"/>
                <a:gd name="connsiteY27" fmla="*/ 438055 h 542925"/>
                <a:gd name="connsiteX28" fmla="*/ 10782 w 533400"/>
                <a:gd name="connsiteY28" fmla="*/ 436245 h 542925"/>
                <a:gd name="connsiteX29" fmla="*/ 9067 w 533400"/>
                <a:gd name="connsiteY29" fmla="*/ 433959 h 542925"/>
                <a:gd name="connsiteX30" fmla="*/ 5257 w 533400"/>
                <a:gd name="connsiteY30" fmla="*/ 432530 h 542925"/>
                <a:gd name="connsiteX31" fmla="*/ 2305 w 533400"/>
                <a:gd name="connsiteY31" fmla="*/ 429387 h 542925"/>
                <a:gd name="connsiteX32" fmla="*/ 2114 w 533400"/>
                <a:gd name="connsiteY32" fmla="*/ 426434 h 542925"/>
                <a:gd name="connsiteX33" fmla="*/ 4114 w 533400"/>
                <a:gd name="connsiteY33" fmla="*/ 424625 h 542925"/>
                <a:gd name="connsiteX34" fmla="*/ 5353 w 533400"/>
                <a:gd name="connsiteY34" fmla="*/ 421481 h 542925"/>
                <a:gd name="connsiteX35" fmla="*/ 3638 w 533400"/>
                <a:gd name="connsiteY35" fmla="*/ 416528 h 542925"/>
                <a:gd name="connsiteX36" fmla="*/ 5067 w 533400"/>
                <a:gd name="connsiteY36" fmla="*/ 413385 h 542925"/>
                <a:gd name="connsiteX37" fmla="*/ 7639 w 533400"/>
                <a:gd name="connsiteY37" fmla="*/ 410147 h 542925"/>
                <a:gd name="connsiteX38" fmla="*/ 7257 w 533400"/>
                <a:gd name="connsiteY38" fmla="*/ 406051 h 542925"/>
                <a:gd name="connsiteX39" fmla="*/ 4305 w 533400"/>
                <a:gd name="connsiteY39" fmla="*/ 399574 h 542925"/>
                <a:gd name="connsiteX40" fmla="*/ 1542 w 533400"/>
                <a:gd name="connsiteY40" fmla="*/ 396907 h 542925"/>
                <a:gd name="connsiteX41" fmla="*/ 19 w 533400"/>
                <a:gd name="connsiteY41" fmla="*/ 391954 h 542925"/>
                <a:gd name="connsiteX42" fmla="*/ 495 w 533400"/>
                <a:gd name="connsiteY42" fmla="*/ 387572 h 542925"/>
                <a:gd name="connsiteX43" fmla="*/ 4495 w 533400"/>
                <a:gd name="connsiteY43" fmla="*/ 388239 h 542925"/>
                <a:gd name="connsiteX44" fmla="*/ 8782 w 533400"/>
                <a:gd name="connsiteY44" fmla="*/ 386239 h 542925"/>
                <a:gd name="connsiteX45" fmla="*/ 13735 w 533400"/>
                <a:gd name="connsiteY45" fmla="*/ 382810 h 542925"/>
                <a:gd name="connsiteX46" fmla="*/ 18878 w 533400"/>
                <a:gd name="connsiteY46" fmla="*/ 381953 h 542925"/>
                <a:gd name="connsiteX47" fmla="*/ 21450 w 533400"/>
                <a:gd name="connsiteY47" fmla="*/ 379381 h 542925"/>
                <a:gd name="connsiteX48" fmla="*/ 27451 w 533400"/>
                <a:gd name="connsiteY48" fmla="*/ 378809 h 542925"/>
                <a:gd name="connsiteX49" fmla="*/ 31070 w 533400"/>
                <a:gd name="connsiteY49" fmla="*/ 375285 h 542925"/>
                <a:gd name="connsiteX50" fmla="*/ 32213 w 533400"/>
                <a:gd name="connsiteY50" fmla="*/ 369665 h 542925"/>
                <a:gd name="connsiteX51" fmla="*/ 32213 w 533400"/>
                <a:gd name="connsiteY51" fmla="*/ 364427 h 542925"/>
                <a:gd name="connsiteX52" fmla="*/ 29927 w 533400"/>
                <a:gd name="connsiteY52" fmla="*/ 357759 h 542925"/>
                <a:gd name="connsiteX53" fmla="*/ 31356 w 533400"/>
                <a:gd name="connsiteY53" fmla="*/ 352520 h 542925"/>
                <a:gd name="connsiteX54" fmla="*/ 34880 w 533400"/>
                <a:gd name="connsiteY54" fmla="*/ 350711 h 542925"/>
                <a:gd name="connsiteX55" fmla="*/ 40500 w 533400"/>
                <a:gd name="connsiteY55" fmla="*/ 351282 h 542925"/>
                <a:gd name="connsiteX56" fmla="*/ 43071 w 533400"/>
                <a:gd name="connsiteY56" fmla="*/ 349568 h 542925"/>
                <a:gd name="connsiteX57" fmla="*/ 43738 w 533400"/>
                <a:gd name="connsiteY57" fmla="*/ 343186 h 542925"/>
                <a:gd name="connsiteX58" fmla="*/ 40881 w 533400"/>
                <a:gd name="connsiteY58" fmla="*/ 339947 h 542925"/>
                <a:gd name="connsiteX59" fmla="*/ 40690 w 533400"/>
                <a:gd name="connsiteY59" fmla="*/ 334709 h 542925"/>
                <a:gd name="connsiteX60" fmla="*/ 38976 w 533400"/>
                <a:gd name="connsiteY60" fmla="*/ 328898 h 542925"/>
                <a:gd name="connsiteX61" fmla="*/ 36594 w 533400"/>
                <a:gd name="connsiteY61" fmla="*/ 325469 h 542925"/>
                <a:gd name="connsiteX62" fmla="*/ 33356 w 533400"/>
                <a:gd name="connsiteY62" fmla="*/ 323183 h 542925"/>
                <a:gd name="connsiteX63" fmla="*/ 33451 w 533400"/>
                <a:gd name="connsiteY63" fmla="*/ 319754 h 542925"/>
                <a:gd name="connsiteX64" fmla="*/ 38119 w 533400"/>
                <a:gd name="connsiteY64" fmla="*/ 315373 h 542925"/>
                <a:gd name="connsiteX65" fmla="*/ 40785 w 533400"/>
                <a:gd name="connsiteY65" fmla="*/ 311372 h 542925"/>
                <a:gd name="connsiteX66" fmla="*/ 39071 w 533400"/>
                <a:gd name="connsiteY66" fmla="*/ 306515 h 542925"/>
                <a:gd name="connsiteX67" fmla="*/ 39357 w 533400"/>
                <a:gd name="connsiteY67" fmla="*/ 302324 h 542925"/>
                <a:gd name="connsiteX68" fmla="*/ 40881 w 533400"/>
                <a:gd name="connsiteY68" fmla="*/ 298895 h 542925"/>
                <a:gd name="connsiteX69" fmla="*/ 42595 w 533400"/>
                <a:gd name="connsiteY69" fmla="*/ 292989 h 542925"/>
                <a:gd name="connsiteX70" fmla="*/ 42786 w 533400"/>
                <a:gd name="connsiteY70" fmla="*/ 289179 h 542925"/>
                <a:gd name="connsiteX71" fmla="*/ 45929 w 533400"/>
                <a:gd name="connsiteY71" fmla="*/ 287084 h 542925"/>
                <a:gd name="connsiteX72" fmla="*/ 47072 w 533400"/>
                <a:gd name="connsiteY72" fmla="*/ 282797 h 542925"/>
                <a:gd name="connsiteX73" fmla="*/ 49644 w 533400"/>
                <a:gd name="connsiteY73" fmla="*/ 280797 h 542925"/>
                <a:gd name="connsiteX74" fmla="*/ 53454 w 533400"/>
                <a:gd name="connsiteY74" fmla="*/ 281083 h 542925"/>
                <a:gd name="connsiteX75" fmla="*/ 53739 w 533400"/>
                <a:gd name="connsiteY75" fmla="*/ 284036 h 542925"/>
                <a:gd name="connsiteX76" fmla="*/ 56597 w 533400"/>
                <a:gd name="connsiteY76" fmla="*/ 284988 h 542925"/>
                <a:gd name="connsiteX77" fmla="*/ 59740 w 533400"/>
                <a:gd name="connsiteY77" fmla="*/ 283750 h 542925"/>
                <a:gd name="connsiteX78" fmla="*/ 64026 w 533400"/>
                <a:gd name="connsiteY78" fmla="*/ 287179 h 542925"/>
                <a:gd name="connsiteX79" fmla="*/ 64598 w 533400"/>
                <a:gd name="connsiteY79" fmla="*/ 290417 h 542925"/>
                <a:gd name="connsiteX80" fmla="*/ 66312 w 533400"/>
                <a:gd name="connsiteY80" fmla="*/ 292608 h 542925"/>
                <a:gd name="connsiteX81" fmla="*/ 65741 w 533400"/>
                <a:gd name="connsiteY81" fmla="*/ 295847 h 542925"/>
                <a:gd name="connsiteX82" fmla="*/ 66408 w 533400"/>
                <a:gd name="connsiteY82" fmla="*/ 301371 h 542925"/>
                <a:gd name="connsiteX83" fmla="*/ 69646 w 533400"/>
                <a:gd name="connsiteY83" fmla="*/ 301181 h 542925"/>
                <a:gd name="connsiteX84" fmla="*/ 72980 w 533400"/>
                <a:gd name="connsiteY84" fmla="*/ 297466 h 542925"/>
                <a:gd name="connsiteX85" fmla="*/ 73647 w 533400"/>
                <a:gd name="connsiteY85" fmla="*/ 291846 h 542925"/>
                <a:gd name="connsiteX86" fmla="*/ 76028 w 533400"/>
                <a:gd name="connsiteY86" fmla="*/ 288608 h 542925"/>
                <a:gd name="connsiteX87" fmla="*/ 79933 w 533400"/>
                <a:gd name="connsiteY87" fmla="*/ 290798 h 542925"/>
                <a:gd name="connsiteX88" fmla="*/ 83839 w 533400"/>
                <a:gd name="connsiteY88" fmla="*/ 290417 h 542925"/>
                <a:gd name="connsiteX89" fmla="*/ 84219 w 533400"/>
                <a:gd name="connsiteY89" fmla="*/ 286607 h 542925"/>
                <a:gd name="connsiteX90" fmla="*/ 80410 w 533400"/>
                <a:gd name="connsiteY90" fmla="*/ 283750 h 542925"/>
                <a:gd name="connsiteX91" fmla="*/ 79648 w 533400"/>
                <a:gd name="connsiteY91" fmla="*/ 277749 h 542925"/>
                <a:gd name="connsiteX92" fmla="*/ 77552 w 533400"/>
                <a:gd name="connsiteY92" fmla="*/ 274701 h 542925"/>
                <a:gd name="connsiteX93" fmla="*/ 74123 w 533400"/>
                <a:gd name="connsiteY93" fmla="*/ 272891 h 542925"/>
                <a:gd name="connsiteX94" fmla="*/ 73075 w 533400"/>
                <a:gd name="connsiteY94" fmla="*/ 269367 h 542925"/>
                <a:gd name="connsiteX95" fmla="*/ 75647 w 533400"/>
                <a:gd name="connsiteY95" fmla="*/ 266986 h 542925"/>
                <a:gd name="connsiteX96" fmla="*/ 79076 w 533400"/>
                <a:gd name="connsiteY96" fmla="*/ 266700 h 542925"/>
                <a:gd name="connsiteX97" fmla="*/ 80791 w 533400"/>
                <a:gd name="connsiteY97" fmla="*/ 263557 h 542925"/>
                <a:gd name="connsiteX98" fmla="*/ 81362 w 533400"/>
                <a:gd name="connsiteY98" fmla="*/ 257747 h 542925"/>
                <a:gd name="connsiteX99" fmla="*/ 77933 w 533400"/>
                <a:gd name="connsiteY99" fmla="*/ 254318 h 542925"/>
                <a:gd name="connsiteX100" fmla="*/ 78314 w 533400"/>
                <a:gd name="connsiteY100" fmla="*/ 248698 h 542925"/>
                <a:gd name="connsiteX101" fmla="*/ 82314 w 533400"/>
                <a:gd name="connsiteY101" fmla="*/ 245840 h 542925"/>
                <a:gd name="connsiteX102" fmla="*/ 82600 w 533400"/>
                <a:gd name="connsiteY102" fmla="*/ 243078 h 542925"/>
                <a:gd name="connsiteX103" fmla="*/ 81743 w 533400"/>
                <a:gd name="connsiteY103" fmla="*/ 238506 h 542925"/>
                <a:gd name="connsiteX104" fmla="*/ 84029 w 533400"/>
                <a:gd name="connsiteY104" fmla="*/ 235077 h 542925"/>
                <a:gd name="connsiteX105" fmla="*/ 89268 w 533400"/>
                <a:gd name="connsiteY105" fmla="*/ 235363 h 542925"/>
                <a:gd name="connsiteX106" fmla="*/ 93459 w 533400"/>
                <a:gd name="connsiteY106" fmla="*/ 233934 h 542925"/>
                <a:gd name="connsiteX107" fmla="*/ 95459 w 533400"/>
                <a:gd name="connsiteY107" fmla="*/ 230886 h 542925"/>
                <a:gd name="connsiteX108" fmla="*/ 94887 w 533400"/>
                <a:gd name="connsiteY108" fmla="*/ 224600 h 542925"/>
                <a:gd name="connsiteX109" fmla="*/ 97173 w 533400"/>
                <a:gd name="connsiteY109" fmla="*/ 219647 h 542925"/>
                <a:gd name="connsiteX110" fmla="*/ 99460 w 533400"/>
                <a:gd name="connsiteY110" fmla="*/ 217265 h 542925"/>
                <a:gd name="connsiteX111" fmla="*/ 103174 w 533400"/>
                <a:gd name="connsiteY111" fmla="*/ 212979 h 542925"/>
                <a:gd name="connsiteX112" fmla="*/ 104222 w 533400"/>
                <a:gd name="connsiteY112" fmla="*/ 208979 h 542925"/>
                <a:gd name="connsiteX113" fmla="*/ 108127 w 533400"/>
                <a:gd name="connsiteY113" fmla="*/ 208883 h 542925"/>
                <a:gd name="connsiteX114" fmla="*/ 111175 w 533400"/>
                <a:gd name="connsiteY114" fmla="*/ 210598 h 542925"/>
                <a:gd name="connsiteX115" fmla="*/ 112223 w 533400"/>
                <a:gd name="connsiteY115" fmla="*/ 215932 h 542925"/>
                <a:gd name="connsiteX116" fmla="*/ 116223 w 533400"/>
                <a:gd name="connsiteY116" fmla="*/ 218599 h 542925"/>
                <a:gd name="connsiteX117" fmla="*/ 120320 w 533400"/>
                <a:gd name="connsiteY117" fmla="*/ 216408 h 542925"/>
                <a:gd name="connsiteX118" fmla="*/ 122986 w 533400"/>
                <a:gd name="connsiteY118" fmla="*/ 211265 h 542925"/>
                <a:gd name="connsiteX119" fmla="*/ 127558 w 533400"/>
                <a:gd name="connsiteY119" fmla="*/ 207359 h 542925"/>
                <a:gd name="connsiteX120" fmla="*/ 132797 w 533400"/>
                <a:gd name="connsiteY120" fmla="*/ 207074 h 542925"/>
                <a:gd name="connsiteX121" fmla="*/ 134416 w 533400"/>
                <a:gd name="connsiteY121" fmla="*/ 203359 h 542925"/>
                <a:gd name="connsiteX122" fmla="*/ 136321 w 533400"/>
                <a:gd name="connsiteY122" fmla="*/ 198311 h 542925"/>
                <a:gd name="connsiteX123" fmla="*/ 140036 w 533400"/>
                <a:gd name="connsiteY123" fmla="*/ 197072 h 542925"/>
                <a:gd name="connsiteX124" fmla="*/ 143560 w 533400"/>
                <a:gd name="connsiteY124" fmla="*/ 192596 h 542925"/>
                <a:gd name="connsiteX125" fmla="*/ 145846 w 533400"/>
                <a:gd name="connsiteY125" fmla="*/ 185261 h 542925"/>
                <a:gd name="connsiteX126" fmla="*/ 149371 w 533400"/>
                <a:gd name="connsiteY126" fmla="*/ 179642 h 542925"/>
                <a:gd name="connsiteX127" fmla="*/ 155371 w 533400"/>
                <a:gd name="connsiteY127" fmla="*/ 171355 h 542925"/>
                <a:gd name="connsiteX128" fmla="*/ 159848 w 533400"/>
                <a:gd name="connsiteY128" fmla="*/ 165640 h 542925"/>
                <a:gd name="connsiteX129" fmla="*/ 164610 w 533400"/>
                <a:gd name="connsiteY129" fmla="*/ 164116 h 542925"/>
                <a:gd name="connsiteX130" fmla="*/ 166039 w 533400"/>
                <a:gd name="connsiteY130" fmla="*/ 160211 h 542925"/>
                <a:gd name="connsiteX131" fmla="*/ 164610 w 533400"/>
                <a:gd name="connsiteY131" fmla="*/ 154686 h 542925"/>
                <a:gd name="connsiteX132" fmla="*/ 168135 w 533400"/>
                <a:gd name="connsiteY132" fmla="*/ 152019 h 542925"/>
                <a:gd name="connsiteX133" fmla="*/ 166611 w 533400"/>
                <a:gd name="connsiteY133" fmla="*/ 146495 h 542925"/>
                <a:gd name="connsiteX134" fmla="*/ 162610 w 533400"/>
                <a:gd name="connsiteY134" fmla="*/ 143828 h 542925"/>
                <a:gd name="connsiteX135" fmla="*/ 162705 w 533400"/>
                <a:gd name="connsiteY135" fmla="*/ 139541 h 542925"/>
                <a:gd name="connsiteX136" fmla="*/ 166992 w 533400"/>
                <a:gd name="connsiteY136" fmla="*/ 134969 h 542925"/>
                <a:gd name="connsiteX137" fmla="*/ 164420 w 533400"/>
                <a:gd name="connsiteY137" fmla="*/ 128302 h 542925"/>
                <a:gd name="connsiteX138" fmla="*/ 166611 w 533400"/>
                <a:gd name="connsiteY138" fmla="*/ 125349 h 542925"/>
                <a:gd name="connsiteX139" fmla="*/ 166801 w 533400"/>
                <a:gd name="connsiteY139" fmla="*/ 121444 h 542925"/>
                <a:gd name="connsiteX140" fmla="*/ 163944 w 533400"/>
                <a:gd name="connsiteY140" fmla="*/ 119158 h 542925"/>
                <a:gd name="connsiteX141" fmla="*/ 164610 w 533400"/>
                <a:gd name="connsiteY141" fmla="*/ 116396 h 542925"/>
                <a:gd name="connsiteX142" fmla="*/ 169373 w 533400"/>
                <a:gd name="connsiteY142" fmla="*/ 116491 h 542925"/>
                <a:gd name="connsiteX143" fmla="*/ 170516 w 533400"/>
                <a:gd name="connsiteY143" fmla="*/ 114205 h 542925"/>
                <a:gd name="connsiteX144" fmla="*/ 168230 w 533400"/>
                <a:gd name="connsiteY144" fmla="*/ 108299 h 542925"/>
                <a:gd name="connsiteX145" fmla="*/ 169659 w 533400"/>
                <a:gd name="connsiteY145" fmla="*/ 103823 h 542925"/>
                <a:gd name="connsiteX146" fmla="*/ 168706 w 533400"/>
                <a:gd name="connsiteY146" fmla="*/ 98774 h 542925"/>
                <a:gd name="connsiteX147" fmla="*/ 166325 w 533400"/>
                <a:gd name="connsiteY147" fmla="*/ 90011 h 542925"/>
                <a:gd name="connsiteX148" fmla="*/ 169849 w 533400"/>
                <a:gd name="connsiteY148" fmla="*/ 87440 h 542925"/>
                <a:gd name="connsiteX149" fmla="*/ 168421 w 533400"/>
                <a:gd name="connsiteY149" fmla="*/ 82106 h 542925"/>
                <a:gd name="connsiteX150" fmla="*/ 168801 w 533400"/>
                <a:gd name="connsiteY150" fmla="*/ 76581 h 542925"/>
                <a:gd name="connsiteX151" fmla="*/ 171373 w 533400"/>
                <a:gd name="connsiteY151" fmla="*/ 71628 h 542925"/>
                <a:gd name="connsiteX152" fmla="*/ 171183 w 533400"/>
                <a:gd name="connsiteY152" fmla="*/ 66294 h 542925"/>
                <a:gd name="connsiteX153" fmla="*/ 172516 w 533400"/>
                <a:gd name="connsiteY153" fmla="*/ 61913 h 542925"/>
                <a:gd name="connsiteX154" fmla="*/ 174421 w 533400"/>
                <a:gd name="connsiteY154" fmla="*/ 60293 h 542925"/>
                <a:gd name="connsiteX155" fmla="*/ 174421 w 533400"/>
                <a:gd name="connsiteY155" fmla="*/ 55626 h 542925"/>
                <a:gd name="connsiteX156" fmla="*/ 175278 w 533400"/>
                <a:gd name="connsiteY156" fmla="*/ 51340 h 542925"/>
                <a:gd name="connsiteX157" fmla="*/ 173183 w 533400"/>
                <a:gd name="connsiteY157" fmla="*/ 47816 h 542925"/>
                <a:gd name="connsiteX158" fmla="*/ 173088 w 533400"/>
                <a:gd name="connsiteY158" fmla="*/ 43339 h 542925"/>
                <a:gd name="connsiteX159" fmla="*/ 170230 w 533400"/>
                <a:gd name="connsiteY159" fmla="*/ 39910 h 542925"/>
                <a:gd name="connsiteX160" fmla="*/ 171373 w 533400"/>
                <a:gd name="connsiteY160" fmla="*/ 33623 h 542925"/>
                <a:gd name="connsiteX161" fmla="*/ 170707 w 533400"/>
                <a:gd name="connsiteY161" fmla="*/ 24860 h 542925"/>
                <a:gd name="connsiteX162" fmla="*/ 167278 w 533400"/>
                <a:gd name="connsiteY162" fmla="*/ 22860 h 542925"/>
                <a:gd name="connsiteX163" fmla="*/ 164896 w 533400"/>
                <a:gd name="connsiteY163" fmla="*/ 17526 h 542925"/>
                <a:gd name="connsiteX164" fmla="*/ 161848 w 533400"/>
                <a:gd name="connsiteY164" fmla="*/ 15526 h 542925"/>
                <a:gd name="connsiteX165" fmla="*/ 159657 w 533400"/>
                <a:gd name="connsiteY165" fmla="*/ 12859 h 542925"/>
                <a:gd name="connsiteX166" fmla="*/ 159467 w 533400"/>
                <a:gd name="connsiteY166" fmla="*/ 9716 h 542925"/>
                <a:gd name="connsiteX167" fmla="*/ 162134 w 533400"/>
                <a:gd name="connsiteY167" fmla="*/ 7811 h 542925"/>
                <a:gd name="connsiteX168" fmla="*/ 163182 w 533400"/>
                <a:gd name="connsiteY168" fmla="*/ 4382 h 542925"/>
                <a:gd name="connsiteX169" fmla="*/ 167087 w 533400"/>
                <a:gd name="connsiteY169" fmla="*/ 3334 h 542925"/>
                <a:gd name="connsiteX170" fmla="*/ 169754 w 533400"/>
                <a:gd name="connsiteY170" fmla="*/ 3334 h 542925"/>
                <a:gd name="connsiteX171" fmla="*/ 170516 w 533400"/>
                <a:gd name="connsiteY171" fmla="*/ 1238 h 542925"/>
                <a:gd name="connsiteX172" fmla="*/ 173183 w 533400"/>
                <a:gd name="connsiteY172" fmla="*/ 381 h 542925"/>
                <a:gd name="connsiteX173" fmla="*/ 174993 w 533400"/>
                <a:gd name="connsiteY173" fmla="*/ 0 h 542925"/>
                <a:gd name="connsiteX174" fmla="*/ 203853 w 533400"/>
                <a:gd name="connsiteY174" fmla="*/ 139065 h 542925"/>
                <a:gd name="connsiteX175" fmla="*/ 324440 w 533400"/>
                <a:gd name="connsiteY175" fmla="*/ 114395 h 542925"/>
                <a:gd name="connsiteX176" fmla="*/ 324726 w 533400"/>
                <a:gd name="connsiteY176" fmla="*/ 114300 h 542925"/>
                <a:gd name="connsiteX177" fmla="*/ 341109 w 533400"/>
                <a:gd name="connsiteY177" fmla="*/ 192405 h 542925"/>
                <a:gd name="connsiteX178" fmla="*/ 344157 w 533400"/>
                <a:gd name="connsiteY178" fmla="*/ 190691 h 542925"/>
                <a:gd name="connsiteX179" fmla="*/ 346252 w 533400"/>
                <a:gd name="connsiteY179" fmla="*/ 188404 h 542925"/>
                <a:gd name="connsiteX180" fmla="*/ 347491 w 533400"/>
                <a:gd name="connsiteY180" fmla="*/ 185547 h 542925"/>
                <a:gd name="connsiteX181" fmla="*/ 349300 w 533400"/>
                <a:gd name="connsiteY181" fmla="*/ 183261 h 542925"/>
                <a:gd name="connsiteX182" fmla="*/ 350824 w 533400"/>
                <a:gd name="connsiteY182" fmla="*/ 179451 h 542925"/>
                <a:gd name="connsiteX183" fmla="*/ 353301 w 533400"/>
                <a:gd name="connsiteY183" fmla="*/ 178975 h 542925"/>
                <a:gd name="connsiteX184" fmla="*/ 355110 w 533400"/>
                <a:gd name="connsiteY184" fmla="*/ 175546 h 542925"/>
                <a:gd name="connsiteX185" fmla="*/ 357587 w 533400"/>
                <a:gd name="connsiteY185" fmla="*/ 172688 h 542925"/>
                <a:gd name="connsiteX186" fmla="*/ 360444 w 533400"/>
                <a:gd name="connsiteY186" fmla="*/ 172022 h 542925"/>
                <a:gd name="connsiteX187" fmla="*/ 361778 w 533400"/>
                <a:gd name="connsiteY187" fmla="*/ 168021 h 542925"/>
                <a:gd name="connsiteX188" fmla="*/ 362635 w 533400"/>
                <a:gd name="connsiteY188" fmla="*/ 164497 h 542925"/>
                <a:gd name="connsiteX189" fmla="*/ 364255 w 533400"/>
                <a:gd name="connsiteY189" fmla="*/ 161925 h 542925"/>
                <a:gd name="connsiteX190" fmla="*/ 367017 w 533400"/>
                <a:gd name="connsiteY190" fmla="*/ 160211 h 542925"/>
                <a:gd name="connsiteX191" fmla="*/ 368160 w 533400"/>
                <a:gd name="connsiteY191" fmla="*/ 157639 h 542925"/>
                <a:gd name="connsiteX192" fmla="*/ 370446 w 533400"/>
                <a:gd name="connsiteY192" fmla="*/ 155162 h 542925"/>
                <a:gd name="connsiteX193" fmla="*/ 372351 w 533400"/>
                <a:gd name="connsiteY193" fmla="*/ 152781 h 542925"/>
                <a:gd name="connsiteX194" fmla="*/ 374351 w 533400"/>
                <a:gd name="connsiteY194" fmla="*/ 151543 h 542925"/>
                <a:gd name="connsiteX195" fmla="*/ 375970 w 533400"/>
                <a:gd name="connsiteY195" fmla="*/ 149447 h 542925"/>
                <a:gd name="connsiteX196" fmla="*/ 376446 w 533400"/>
                <a:gd name="connsiteY196" fmla="*/ 145637 h 542925"/>
                <a:gd name="connsiteX197" fmla="*/ 378256 w 533400"/>
                <a:gd name="connsiteY197" fmla="*/ 141351 h 542925"/>
                <a:gd name="connsiteX198" fmla="*/ 380923 w 533400"/>
                <a:gd name="connsiteY198" fmla="*/ 139732 h 542925"/>
                <a:gd name="connsiteX199" fmla="*/ 384352 w 533400"/>
                <a:gd name="connsiteY199" fmla="*/ 139827 h 542925"/>
                <a:gd name="connsiteX200" fmla="*/ 387210 w 533400"/>
                <a:gd name="connsiteY200" fmla="*/ 140494 h 542925"/>
                <a:gd name="connsiteX201" fmla="*/ 390353 w 533400"/>
                <a:gd name="connsiteY201" fmla="*/ 142399 h 542925"/>
                <a:gd name="connsiteX202" fmla="*/ 393210 w 533400"/>
                <a:gd name="connsiteY202" fmla="*/ 143351 h 542925"/>
                <a:gd name="connsiteX203" fmla="*/ 394353 w 533400"/>
                <a:gd name="connsiteY203" fmla="*/ 140303 h 542925"/>
                <a:gd name="connsiteX204" fmla="*/ 394258 w 533400"/>
                <a:gd name="connsiteY204" fmla="*/ 136303 h 542925"/>
                <a:gd name="connsiteX205" fmla="*/ 396163 w 533400"/>
                <a:gd name="connsiteY205" fmla="*/ 134493 h 542925"/>
                <a:gd name="connsiteX206" fmla="*/ 398544 w 533400"/>
                <a:gd name="connsiteY206" fmla="*/ 133731 h 542925"/>
                <a:gd name="connsiteX207" fmla="*/ 398735 w 533400"/>
                <a:gd name="connsiteY207" fmla="*/ 130874 h 542925"/>
                <a:gd name="connsiteX208" fmla="*/ 400259 w 533400"/>
                <a:gd name="connsiteY208" fmla="*/ 127826 h 542925"/>
                <a:gd name="connsiteX209" fmla="*/ 401973 w 533400"/>
                <a:gd name="connsiteY209" fmla="*/ 127254 h 542925"/>
                <a:gd name="connsiteX210" fmla="*/ 401592 w 533400"/>
                <a:gd name="connsiteY210" fmla="*/ 123825 h 542925"/>
                <a:gd name="connsiteX211" fmla="*/ 403593 w 533400"/>
                <a:gd name="connsiteY211" fmla="*/ 120587 h 542925"/>
                <a:gd name="connsiteX212" fmla="*/ 405784 w 533400"/>
                <a:gd name="connsiteY212" fmla="*/ 119634 h 542925"/>
                <a:gd name="connsiteX213" fmla="*/ 404545 w 533400"/>
                <a:gd name="connsiteY213" fmla="*/ 117824 h 542925"/>
                <a:gd name="connsiteX214" fmla="*/ 405212 w 533400"/>
                <a:gd name="connsiteY214" fmla="*/ 115443 h 542925"/>
                <a:gd name="connsiteX215" fmla="*/ 407117 w 533400"/>
                <a:gd name="connsiteY215" fmla="*/ 114205 h 542925"/>
                <a:gd name="connsiteX216" fmla="*/ 407689 w 533400"/>
                <a:gd name="connsiteY216" fmla="*/ 112204 h 542925"/>
                <a:gd name="connsiteX217" fmla="*/ 405497 w 533400"/>
                <a:gd name="connsiteY217" fmla="*/ 111252 h 542925"/>
                <a:gd name="connsiteX218" fmla="*/ 406546 w 533400"/>
                <a:gd name="connsiteY218" fmla="*/ 108966 h 542925"/>
                <a:gd name="connsiteX219" fmla="*/ 408069 w 533400"/>
                <a:gd name="connsiteY219" fmla="*/ 107252 h 542925"/>
                <a:gd name="connsiteX220" fmla="*/ 410355 w 533400"/>
                <a:gd name="connsiteY220" fmla="*/ 107633 h 542925"/>
                <a:gd name="connsiteX221" fmla="*/ 411308 w 533400"/>
                <a:gd name="connsiteY221" fmla="*/ 109442 h 542925"/>
                <a:gd name="connsiteX222" fmla="*/ 414356 w 533400"/>
                <a:gd name="connsiteY222" fmla="*/ 109633 h 542925"/>
                <a:gd name="connsiteX223" fmla="*/ 414261 w 533400"/>
                <a:gd name="connsiteY223" fmla="*/ 111347 h 542925"/>
                <a:gd name="connsiteX224" fmla="*/ 412165 w 533400"/>
                <a:gd name="connsiteY224" fmla="*/ 112586 h 542925"/>
                <a:gd name="connsiteX225" fmla="*/ 411213 w 533400"/>
                <a:gd name="connsiteY225" fmla="*/ 114395 h 542925"/>
                <a:gd name="connsiteX226" fmla="*/ 412356 w 533400"/>
                <a:gd name="connsiteY226" fmla="*/ 116872 h 542925"/>
                <a:gd name="connsiteX227" fmla="*/ 417118 w 533400"/>
                <a:gd name="connsiteY227" fmla="*/ 118205 h 542925"/>
                <a:gd name="connsiteX228" fmla="*/ 420262 w 533400"/>
                <a:gd name="connsiteY228" fmla="*/ 119063 h 542925"/>
                <a:gd name="connsiteX229" fmla="*/ 422928 w 533400"/>
                <a:gd name="connsiteY229" fmla="*/ 120587 h 542925"/>
                <a:gd name="connsiteX230" fmla="*/ 427405 w 533400"/>
                <a:gd name="connsiteY230" fmla="*/ 120206 h 542925"/>
                <a:gd name="connsiteX231" fmla="*/ 429501 w 533400"/>
                <a:gd name="connsiteY231" fmla="*/ 118586 h 542925"/>
                <a:gd name="connsiteX232" fmla="*/ 433787 w 533400"/>
                <a:gd name="connsiteY232" fmla="*/ 118586 h 542925"/>
                <a:gd name="connsiteX233" fmla="*/ 435787 w 533400"/>
                <a:gd name="connsiteY233" fmla="*/ 120491 h 542925"/>
                <a:gd name="connsiteX234" fmla="*/ 438740 w 533400"/>
                <a:gd name="connsiteY234" fmla="*/ 120587 h 542925"/>
                <a:gd name="connsiteX235" fmla="*/ 441883 w 533400"/>
                <a:gd name="connsiteY235" fmla="*/ 118301 h 542925"/>
                <a:gd name="connsiteX236" fmla="*/ 445598 w 533400"/>
                <a:gd name="connsiteY236" fmla="*/ 119348 h 542925"/>
                <a:gd name="connsiteX237" fmla="*/ 448932 w 533400"/>
                <a:gd name="connsiteY237" fmla="*/ 116300 h 542925"/>
                <a:gd name="connsiteX238" fmla="*/ 450741 w 533400"/>
                <a:gd name="connsiteY238" fmla="*/ 114681 h 542925"/>
                <a:gd name="connsiteX239" fmla="*/ 451408 w 533400"/>
                <a:gd name="connsiteY239" fmla="*/ 112014 h 542925"/>
                <a:gd name="connsiteX240" fmla="*/ 450360 w 533400"/>
                <a:gd name="connsiteY240" fmla="*/ 110300 h 542925"/>
                <a:gd name="connsiteX241" fmla="*/ 447598 w 533400"/>
                <a:gd name="connsiteY241" fmla="*/ 109633 h 542925"/>
                <a:gd name="connsiteX242" fmla="*/ 447217 w 533400"/>
                <a:gd name="connsiteY242" fmla="*/ 108395 h 542925"/>
                <a:gd name="connsiteX243" fmla="*/ 448837 w 533400"/>
                <a:gd name="connsiteY243" fmla="*/ 106871 h 542925"/>
                <a:gd name="connsiteX244" fmla="*/ 451503 w 533400"/>
                <a:gd name="connsiteY244" fmla="*/ 106775 h 542925"/>
                <a:gd name="connsiteX245" fmla="*/ 452932 w 533400"/>
                <a:gd name="connsiteY245" fmla="*/ 106394 h 542925"/>
                <a:gd name="connsiteX246" fmla="*/ 452361 w 533400"/>
                <a:gd name="connsiteY246" fmla="*/ 104394 h 542925"/>
                <a:gd name="connsiteX247" fmla="*/ 449598 w 533400"/>
                <a:gd name="connsiteY247" fmla="*/ 103537 h 542925"/>
                <a:gd name="connsiteX248" fmla="*/ 448170 w 533400"/>
                <a:gd name="connsiteY248" fmla="*/ 102108 h 542925"/>
                <a:gd name="connsiteX249" fmla="*/ 449122 w 533400"/>
                <a:gd name="connsiteY249" fmla="*/ 100775 h 542925"/>
                <a:gd name="connsiteX250" fmla="*/ 452551 w 533400"/>
                <a:gd name="connsiteY250" fmla="*/ 100584 h 542925"/>
                <a:gd name="connsiteX251" fmla="*/ 455218 w 533400"/>
                <a:gd name="connsiteY251" fmla="*/ 100108 h 542925"/>
                <a:gd name="connsiteX252" fmla="*/ 455980 w 533400"/>
                <a:gd name="connsiteY252" fmla="*/ 98108 h 542925"/>
                <a:gd name="connsiteX253" fmla="*/ 457980 w 533400"/>
                <a:gd name="connsiteY253" fmla="*/ 95726 h 542925"/>
                <a:gd name="connsiteX254" fmla="*/ 463220 w 533400"/>
                <a:gd name="connsiteY254" fmla="*/ 95536 h 542925"/>
                <a:gd name="connsiteX255" fmla="*/ 466839 w 533400"/>
                <a:gd name="connsiteY255" fmla="*/ 96869 h 542925"/>
                <a:gd name="connsiteX256" fmla="*/ 468934 w 533400"/>
                <a:gd name="connsiteY256" fmla="*/ 95155 h 542925"/>
                <a:gd name="connsiteX257" fmla="*/ 470077 w 533400"/>
                <a:gd name="connsiteY257" fmla="*/ 91059 h 542925"/>
                <a:gd name="connsiteX258" fmla="*/ 471125 w 533400"/>
                <a:gd name="connsiteY258" fmla="*/ 87440 h 542925"/>
                <a:gd name="connsiteX259" fmla="*/ 473125 w 533400"/>
                <a:gd name="connsiteY259" fmla="*/ 85344 h 542925"/>
                <a:gd name="connsiteX260" fmla="*/ 475030 w 533400"/>
                <a:gd name="connsiteY260" fmla="*/ 83153 h 542925"/>
                <a:gd name="connsiteX261" fmla="*/ 481888 w 533400"/>
                <a:gd name="connsiteY261" fmla="*/ 83153 h 542925"/>
                <a:gd name="connsiteX262" fmla="*/ 485603 w 533400"/>
                <a:gd name="connsiteY262" fmla="*/ 84106 h 542925"/>
                <a:gd name="connsiteX263" fmla="*/ 489413 w 533400"/>
                <a:gd name="connsiteY263" fmla="*/ 85344 h 542925"/>
                <a:gd name="connsiteX264" fmla="*/ 492366 w 533400"/>
                <a:gd name="connsiteY264" fmla="*/ 88202 h 542925"/>
                <a:gd name="connsiteX265" fmla="*/ 495033 w 533400"/>
                <a:gd name="connsiteY265" fmla="*/ 91535 h 542925"/>
                <a:gd name="connsiteX266" fmla="*/ 499986 w 533400"/>
                <a:gd name="connsiteY266" fmla="*/ 92583 h 542925"/>
                <a:gd name="connsiteX267" fmla="*/ 501891 w 533400"/>
                <a:gd name="connsiteY267" fmla="*/ 91250 h 542925"/>
                <a:gd name="connsiteX268" fmla="*/ 505034 w 533400"/>
                <a:gd name="connsiteY268" fmla="*/ 91726 h 542925"/>
                <a:gd name="connsiteX269" fmla="*/ 507415 w 533400"/>
                <a:gd name="connsiteY269" fmla="*/ 89821 h 542925"/>
                <a:gd name="connsiteX270" fmla="*/ 510845 w 533400"/>
                <a:gd name="connsiteY270" fmla="*/ 89630 h 542925"/>
                <a:gd name="connsiteX271" fmla="*/ 512844 w 533400"/>
                <a:gd name="connsiteY271" fmla="*/ 87249 h 542925"/>
                <a:gd name="connsiteX272" fmla="*/ 517988 w 533400"/>
                <a:gd name="connsiteY272" fmla="*/ 87821 h 542925"/>
                <a:gd name="connsiteX273" fmla="*/ 519417 w 533400"/>
                <a:gd name="connsiteY273" fmla="*/ 90583 h 542925"/>
                <a:gd name="connsiteX274" fmla="*/ 518560 w 533400"/>
                <a:gd name="connsiteY274" fmla="*/ 94107 h 542925"/>
                <a:gd name="connsiteX275" fmla="*/ 515797 w 533400"/>
                <a:gd name="connsiteY275" fmla="*/ 95155 h 542925"/>
                <a:gd name="connsiteX276" fmla="*/ 514654 w 533400"/>
                <a:gd name="connsiteY276" fmla="*/ 97727 h 542925"/>
                <a:gd name="connsiteX277" fmla="*/ 516655 w 533400"/>
                <a:gd name="connsiteY277" fmla="*/ 100203 h 542925"/>
                <a:gd name="connsiteX278" fmla="*/ 521226 w 533400"/>
                <a:gd name="connsiteY278" fmla="*/ 100013 h 542925"/>
                <a:gd name="connsiteX279" fmla="*/ 520274 w 533400"/>
                <a:gd name="connsiteY279" fmla="*/ 102965 h 542925"/>
                <a:gd name="connsiteX280" fmla="*/ 523512 w 533400"/>
                <a:gd name="connsiteY280" fmla="*/ 104204 h 542925"/>
                <a:gd name="connsiteX281" fmla="*/ 527418 w 533400"/>
                <a:gd name="connsiteY281" fmla="*/ 102679 h 542925"/>
                <a:gd name="connsiteX282" fmla="*/ 528466 w 533400"/>
                <a:gd name="connsiteY282" fmla="*/ 104299 h 542925"/>
                <a:gd name="connsiteX283" fmla="*/ 527418 w 533400"/>
                <a:gd name="connsiteY283" fmla="*/ 106871 h 542925"/>
                <a:gd name="connsiteX284" fmla="*/ 528846 w 533400"/>
                <a:gd name="connsiteY284" fmla="*/ 108776 h 542925"/>
                <a:gd name="connsiteX285" fmla="*/ 528085 w 533400"/>
                <a:gd name="connsiteY285" fmla="*/ 111157 h 542925"/>
                <a:gd name="connsiteX286" fmla="*/ 530085 w 533400"/>
                <a:gd name="connsiteY286" fmla="*/ 112967 h 542925"/>
                <a:gd name="connsiteX287" fmla="*/ 534085 w 533400"/>
                <a:gd name="connsiteY287" fmla="*/ 113538 h 542925"/>
                <a:gd name="connsiteX288" fmla="*/ 536657 w 533400"/>
                <a:gd name="connsiteY288" fmla="*/ 116491 h 542925"/>
                <a:gd name="connsiteX289" fmla="*/ 535895 w 533400"/>
                <a:gd name="connsiteY289" fmla="*/ 120015 h 542925"/>
                <a:gd name="connsiteX290" fmla="*/ 536562 w 533400"/>
                <a:gd name="connsiteY290" fmla="*/ 122396 h 542925"/>
                <a:gd name="connsiteX291" fmla="*/ 535990 w 533400"/>
                <a:gd name="connsiteY291" fmla="*/ 124873 h 542925"/>
                <a:gd name="connsiteX292" fmla="*/ 537228 w 533400"/>
                <a:gd name="connsiteY292" fmla="*/ 126302 h 542925"/>
                <a:gd name="connsiteX293" fmla="*/ 540086 w 533400"/>
                <a:gd name="connsiteY293" fmla="*/ 126683 h 542925"/>
                <a:gd name="connsiteX294" fmla="*/ 542658 w 533400"/>
                <a:gd name="connsiteY294" fmla="*/ 127445 h 542925"/>
                <a:gd name="connsiteX295" fmla="*/ 540657 w 533400"/>
                <a:gd name="connsiteY295" fmla="*/ 128683 h 542925"/>
                <a:gd name="connsiteX296" fmla="*/ 538657 w 533400"/>
                <a:gd name="connsiteY296" fmla="*/ 131540 h 542925"/>
                <a:gd name="connsiteX297" fmla="*/ 538086 w 533400"/>
                <a:gd name="connsiteY297" fmla="*/ 136017 h 542925"/>
                <a:gd name="connsiteX298" fmla="*/ 538181 w 533400"/>
                <a:gd name="connsiteY298" fmla="*/ 140875 h 542925"/>
                <a:gd name="connsiteX299" fmla="*/ 536657 w 533400"/>
                <a:gd name="connsiteY299" fmla="*/ 144209 h 542925"/>
                <a:gd name="connsiteX300" fmla="*/ 536276 w 533400"/>
                <a:gd name="connsiteY300" fmla="*/ 150876 h 542925"/>
                <a:gd name="connsiteX301" fmla="*/ 536276 w 533400"/>
                <a:gd name="connsiteY301" fmla="*/ 155162 h 542925"/>
                <a:gd name="connsiteX302" fmla="*/ 535609 w 533400"/>
                <a:gd name="connsiteY302" fmla="*/ 158591 h 542925"/>
                <a:gd name="connsiteX303" fmla="*/ 463981 w 533400"/>
                <a:gd name="connsiteY303" fmla="*/ 123349 h 542925"/>
                <a:gd name="connsiteX304" fmla="*/ 464648 w 533400"/>
                <a:gd name="connsiteY304" fmla="*/ 128302 h 542925"/>
                <a:gd name="connsiteX305" fmla="*/ 463600 w 533400"/>
                <a:gd name="connsiteY305" fmla="*/ 130874 h 542925"/>
                <a:gd name="connsiteX306" fmla="*/ 466172 w 533400"/>
                <a:gd name="connsiteY306" fmla="*/ 132779 h 542925"/>
                <a:gd name="connsiteX307" fmla="*/ 466934 w 533400"/>
                <a:gd name="connsiteY307" fmla="*/ 136208 h 542925"/>
                <a:gd name="connsiteX308" fmla="*/ 465886 w 533400"/>
                <a:gd name="connsiteY308" fmla="*/ 137922 h 542925"/>
                <a:gd name="connsiteX309" fmla="*/ 467505 w 533400"/>
                <a:gd name="connsiteY309" fmla="*/ 139160 h 542925"/>
                <a:gd name="connsiteX310" fmla="*/ 467887 w 533400"/>
                <a:gd name="connsiteY310" fmla="*/ 144875 h 542925"/>
                <a:gd name="connsiteX311" fmla="*/ 466362 w 533400"/>
                <a:gd name="connsiteY311" fmla="*/ 148685 h 542925"/>
                <a:gd name="connsiteX312" fmla="*/ 463505 w 533400"/>
                <a:gd name="connsiteY312" fmla="*/ 151257 h 542925"/>
                <a:gd name="connsiteX313" fmla="*/ 462076 w 533400"/>
                <a:gd name="connsiteY313" fmla="*/ 154115 h 542925"/>
                <a:gd name="connsiteX314" fmla="*/ 466077 w 533400"/>
                <a:gd name="connsiteY314" fmla="*/ 156782 h 542925"/>
                <a:gd name="connsiteX315" fmla="*/ 466172 w 533400"/>
                <a:gd name="connsiteY315" fmla="*/ 160115 h 542925"/>
                <a:gd name="connsiteX316" fmla="*/ 462267 w 533400"/>
                <a:gd name="connsiteY316" fmla="*/ 163259 h 542925"/>
                <a:gd name="connsiteX317" fmla="*/ 463029 w 533400"/>
                <a:gd name="connsiteY317" fmla="*/ 167069 h 542925"/>
                <a:gd name="connsiteX318" fmla="*/ 466458 w 533400"/>
                <a:gd name="connsiteY318" fmla="*/ 168974 h 542925"/>
                <a:gd name="connsiteX319" fmla="*/ 466553 w 533400"/>
                <a:gd name="connsiteY319" fmla="*/ 172498 h 542925"/>
                <a:gd name="connsiteX320" fmla="*/ 464457 w 533400"/>
                <a:gd name="connsiteY320" fmla="*/ 175736 h 542925"/>
                <a:gd name="connsiteX321" fmla="*/ 463505 w 533400"/>
                <a:gd name="connsiteY321" fmla="*/ 178879 h 542925"/>
                <a:gd name="connsiteX322" fmla="*/ 460648 w 533400"/>
                <a:gd name="connsiteY322" fmla="*/ 180213 h 542925"/>
                <a:gd name="connsiteX323" fmla="*/ 457790 w 533400"/>
                <a:gd name="connsiteY323" fmla="*/ 184309 h 542925"/>
                <a:gd name="connsiteX324" fmla="*/ 456742 w 533400"/>
                <a:gd name="connsiteY324" fmla="*/ 188024 h 542925"/>
                <a:gd name="connsiteX325" fmla="*/ 454361 w 533400"/>
                <a:gd name="connsiteY325" fmla="*/ 189833 h 542925"/>
                <a:gd name="connsiteX326" fmla="*/ 453028 w 533400"/>
                <a:gd name="connsiteY326" fmla="*/ 194024 h 542925"/>
                <a:gd name="connsiteX327" fmla="*/ 455504 w 533400"/>
                <a:gd name="connsiteY327" fmla="*/ 195072 h 542925"/>
                <a:gd name="connsiteX328" fmla="*/ 454361 w 533400"/>
                <a:gd name="connsiteY328" fmla="*/ 199835 h 542925"/>
                <a:gd name="connsiteX329" fmla="*/ 452742 w 533400"/>
                <a:gd name="connsiteY329" fmla="*/ 204216 h 542925"/>
                <a:gd name="connsiteX330" fmla="*/ 450075 w 533400"/>
                <a:gd name="connsiteY330" fmla="*/ 204121 h 542925"/>
                <a:gd name="connsiteX331" fmla="*/ 446741 w 533400"/>
                <a:gd name="connsiteY331" fmla="*/ 205454 h 542925"/>
                <a:gd name="connsiteX332" fmla="*/ 445503 w 533400"/>
                <a:gd name="connsiteY332" fmla="*/ 209931 h 542925"/>
                <a:gd name="connsiteX333" fmla="*/ 443979 w 533400"/>
                <a:gd name="connsiteY333" fmla="*/ 213265 h 542925"/>
                <a:gd name="connsiteX334" fmla="*/ 441502 w 533400"/>
                <a:gd name="connsiteY334" fmla="*/ 216884 h 542925"/>
                <a:gd name="connsiteX335" fmla="*/ 439883 w 533400"/>
                <a:gd name="connsiteY335" fmla="*/ 214789 h 542925"/>
                <a:gd name="connsiteX336" fmla="*/ 438740 w 533400"/>
                <a:gd name="connsiteY336" fmla="*/ 212217 h 542925"/>
                <a:gd name="connsiteX337" fmla="*/ 436168 w 533400"/>
                <a:gd name="connsiteY337" fmla="*/ 214598 h 542925"/>
                <a:gd name="connsiteX338" fmla="*/ 434835 w 533400"/>
                <a:gd name="connsiteY338" fmla="*/ 219266 h 542925"/>
                <a:gd name="connsiteX339" fmla="*/ 432835 w 533400"/>
                <a:gd name="connsiteY339" fmla="*/ 221171 h 542925"/>
                <a:gd name="connsiteX340" fmla="*/ 427501 w 533400"/>
                <a:gd name="connsiteY340" fmla="*/ 243650 h 542925"/>
                <a:gd name="connsiteX341" fmla="*/ 410451 w 533400"/>
                <a:gd name="connsiteY341" fmla="*/ 232886 h 542925"/>
                <a:gd name="connsiteX342" fmla="*/ 407879 w 533400"/>
                <a:gd name="connsiteY342" fmla="*/ 237839 h 542925"/>
                <a:gd name="connsiteX343" fmla="*/ 407307 w 533400"/>
                <a:gd name="connsiteY343" fmla="*/ 242792 h 542925"/>
                <a:gd name="connsiteX344" fmla="*/ 405021 w 533400"/>
                <a:gd name="connsiteY344" fmla="*/ 244031 h 542925"/>
                <a:gd name="connsiteX345" fmla="*/ 404641 w 533400"/>
                <a:gd name="connsiteY345" fmla="*/ 249269 h 542925"/>
                <a:gd name="connsiteX346" fmla="*/ 403116 w 533400"/>
                <a:gd name="connsiteY346" fmla="*/ 252413 h 542925"/>
                <a:gd name="connsiteX347" fmla="*/ 402831 w 533400"/>
                <a:gd name="connsiteY347" fmla="*/ 256508 h 542925"/>
                <a:gd name="connsiteX348" fmla="*/ 405593 w 533400"/>
                <a:gd name="connsiteY348" fmla="*/ 260318 h 542925"/>
                <a:gd name="connsiteX349" fmla="*/ 405021 w 533400"/>
                <a:gd name="connsiteY349" fmla="*/ 264319 h 542925"/>
                <a:gd name="connsiteX350" fmla="*/ 401879 w 533400"/>
                <a:gd name="connsiteY350" fmla="*/ 265081 h 542925"/>
                <a:gd name="connsiteX351" fmla="*/ 400164 w 533400"/>
                <a:gd name="connsiteY351" fmla="*/ 268034 h 542925"/>
                <a:gd name="connsiteX352" fmla="*/ 398354 w 533400"/>
                <a:gd name="connsiteY352" fmla="*/ 273272 h 542925"/>
                <a:gd name="connsiteX353" fmla="*/ 398640 w 533400"/>
                <a:gd name="connsiteY353" fmla="*/ 277654 h 542925"/>
                <a:gd name="connsiteX354" fmla="*/ 398354 w 533400"/>
                <a:gd name="connsiteY354" fmla="*/ 283178 h 542925"/>
                <a:gd name="connsiteX355" fmla="*/ 396545 w 533400"/>
                <a:gd name="connsiteY355" fmla="*/ 285845 h 542925"/>
                <a:gd name="connsiteX356" fmla="*/ 396354 w 533400"/>
                <a:gd name="connsiteY356" fmla="*/ 288512 h 542925"/>
                <a:gd name="connsiteX357" fmla="*/ 396545 w 533400"/>
                <a:gd name="connsiteY357" fmla="*/ 294418 h 542925"/>
                <a:gd name="connsiteX358" fmla="*/ 393973 w 533400"/>
                <a:gd name="connsiteY358" fmla="*/ 296990 h 542925"/>
                <a:gd name="connsiteX359" fmla="*/ 392830 w 533400"/>
                <a:gd name="connsiteY359" fmla="*/ 299942 h 542925"/>
                <a:gd name="connsiteX360" fmla="*/ 390258 w 533400"/>
                <a:gd name="connsiteY360" fmla="*/ 304514 h 542925"/>
                <a:gd name="connsiteX361" fmla="*/ 388734 w 533400"/>
                <a:gd name="connsiteY361" fmla="*/ 307943 h 542925"/>
                <a:gd name="connsiteX362" fmla="*/ 366636 w 533400"/>
                <a:gd name="connsiteY362" fmla="*/ 306324 h 542925"/>
                <a:gd name="connsiteX363" fmla="*/ 356253 w 533400"/>
                <a:gd name="connsiteY363" fmla="*/ 292989 h 542925"/>
                <a:gd name="connsiteX364" fmla="*/ 341871 w 533400"/>
                <a:gd name="connsiteY364" fmla="*/ 289560 h 542925"/>
                <a:gd name="connsiteX365" fmla="*/ 342157 w 533400"/>
                <a:gd name="connsiteY365" fmla="*/ 292989 h 542925"/>
                <a:gd name="connsiteX366" fmla="*/ 340918 w 533400"/>
                <a:gd name="connsiteY366" fmla="*/ 295751 h 542925"/>
                <a:gd name="connsiteX367" fmla="*/ 342537 w 533400"/>
                <a:gd name="connsiteY367" fmla="*/ 299180 h 542925"/>
                <a:gd name="connsiteX368" fmla="*/ 342919 w 533400"/>
                <a:gd name="connsiteY368" fmla="*/ 302609 h 542925"/>
                <a:gd name="connsiteX369" fmla="*/ 340156 w 533400"/>
                <a:gd name="connsiteY369" fmla="*/ 304038 h 542925"/>
                <a:gd name="connsiteX370" fmla="*/ 339489 w 533400"/>
                <a:gd name="connsiteY370" fmla="*/ 306705 h 542925"/>
                <a:gd name="connsiteX371" fmla="*/ 341680 w 533400"/>
                <a:gd name="connsiteY371" fmla="*/ 311277 h 542925"/>
                <a:gd name="connsiteX372" fmla="*/ 342728 w 533400"/>
                <a:gd name="connsiteY372" fmla="*/ 315087 h 542925"/>
                <a:gd name="connsiteX373" fmla="*/ 340061 w 533400"/>
                <a:gd name="connsiteY373" fmla="*/ 317945 h 542925"/>
                <a:gd name="connsiteX374" fmla="*/ 340156 w 533400"/>
                <a:gd name="connsiteY374" fmla="*/ 321088 h 542925"/>
                <a:gd name="connsiteX375" fmla="*/ 339775 w 533400"/>
                <a:gd name="connsiteY375" fmla="*/ 326612 h 542925"/>
                <a:gd name="connsiteX376" fmla="*/ 337108 w 533400"/>
                <a:gd name="connsiteY376" fmla="*/ 327374 h 542925"/>
                <a:gd name="connsiteX377" fmla="*/ 335965 w 533400"/>
                <a:gd name="connsiteY377" fmla="*/ 329660 h 542925"/>
                <a:gd name="connsiteX378" fmla="*/ 335965 w 533400"/>
                <a:gd name="connsiteY378" fmla="*/ 332423 h 542925"/>
                <a:gd name="connsiteX379" fmla="*/ 332251 w 533400"/>
                <a:gd name="connsiteY379" fmla="*/ 334613 h 542925"/>
                <a:gd name="connsiteX380" fmla="*/ 331679 w 533400"/>
                <a:gd name="connsiteY380" fmla="*/ 338042 h 542925"/>
                <a:gd name="connsiteX381" fmla="*/ 335204 w 533400"/>
                <a:gd name="connsiteY381" fmla="*/ 338900 h 542925"/>
                <a:gd name="connsiteX382" fmla="*/ 335870 w 533400"/>
                <a:gd name="connsiteY382" fmla="*/ 343186 h 542925"/>
                <a:gd name="connsiteX383" fmla="*/ 332822 w 533400"/>
                <a:gd name="connsiteY383" fmla="*/ 346805 h 542925"/>
                <a:gd name="connsiteX384" fmla="*/ 327964 w 533400"/>
                <a:gd name="connsiteY384" fmla="*/ 351377 h 542925"/>
                <a:gd name="connsiteX385" fmla="*/ 324154 w 533400"/>
                <a:gd name="connsiteY385" fmla="*/ 356140 h 542925"/>
                <a:gd name="connsiteX386" fmla="*/ 323869 w 533400"/>
                <a:gd name="connsiteY386" fmla="*/ 358331 h 542925"/>
                <a:gd name="connsiteX387" fmla="*/ 324630 w 533400"/>
                <a:gd name="connsiteY387" fmla="*/ 362807 h 542925"/>
                <a:gd name="connsiteX388" fmla="*/ 324154 w 533400"/>
                <a:gd name="connsiteY388" fmla="*/ 365093 h 542925"/>
                <a:gd name="connsiteX389" fmla="*/ 322154 w 533400"/>
                <a:gd name="connsiteY389" fmla="*/ 367379 h 542925"/>
                <a:gd name="connsiteX390" fmla="*/ 324440 w 533400"/>
                <a:gd name="connsiteY390" fmla="*/ 370046 h 542925"/>
                <a:gd name="connsiteX391" fmla="*/ 324250 w 533400"/>
                <a:gd name="connsiteY391" fmla="*/ 373666 h 542925"/>
                <a:gd name="connsiteX392" fmla="*/ 322344 w 533400"/>
                <a:gd name="connsiteY392" fmla="*/ 379381 h 542925"/>
                <a:gd name="connsiteX393" fmla="*/ 321106 w 533400"/>
                <a:gd name="connsiteY393" fmla="*/ 384239 h 542925"/>
                <a:gd name="connsiteX394" fmla="*/ 319011 w 533400"/>
                <a:gd name="connsiteY394" fmla="*/ 389954 h 542925"/>
                <a:gd name="connsiteX395" fmla="*/ 316344 w 533400"/>
                <a:gd name="connsiteY395" fmla="*/ 395669 h 542925"/>
                <a:gd name="connsiteX396" fmla="*/ 311962 w 533400"/>
                <a:gd name="connsiteY396" fmla="*/ 402717 h 542925"/>
                <a:gd name="connsiteX397" fmla="*/ 308438 w 533400"/>
                <a:gd name="connsiteY397" fmla="*/ 408337 h 542925"/>
                <a:gd name="connsiteX398" fmla="*/ 305676 w 533400"/>
                <a:gd name="connsiteY398" fmla="*/ 410432 h 542925"/>
                <a:gd name="connsiteX399" fmla="*/ 304152 w 533400"/>
                <a:gd name="connsiteY399" fmla="*/ 413385 h 542925"/>
                <a:gd name="connsiteX400" fmla="*/ 304152 w 533400"/>
                <a:gd name="connsiteY400" fmla="*/ 416338 h 542925"/>
                <a:gd name="connsiteX401" fmla="*/ 302342 w 533400"/>
                <a:gd name="connsiteY401" fmla="*/ 418338 h 542925"/>
                <a:gd name="connsiteX402" fmla="*/ 301675 w 533400"/>
                <a:gd name="connsiteY402" fmla="*/ 421481 h 542925"/>
                <a:gd name="connsiteX403" fmla="*/ 300437 w 533400"/>
                <a:gd name="connsiteY403" fmla="*/ 422910 h 542925"/>
                <a:gd name="connsiteX404" fmla="*/ 300437 w 533400"/>
                <a:gd name="connsiteY404" fmla="*/ 426339 h 542925"/>
                <a:gd name="connsiteX405" fmla="*/ 300056 w 533400"/>
                <a:gd name="connsiteY405" fmla="*/ 429482 h 542925"/>
                <a:gd name="connsiteX406" fmla="*/ 298056 w 533400"/>
                <a:gd name="connsiteY406" fmla="*/ 430530 h 542925"/>
                <a:gd name="connsiteX407" fmla="*/ 298246 w 533400"/>
                <a:gd name="connsiteY407" fmla="*/ 433673 h 542925"/>
                <a:gd name="connsiteX408" fmla="*/ 298246 w 533400"/>
                <a:gd name="connsiteY408" fmla="*/ 436912 h 542925"/>
                <a:gd name="connsiteX409" fmla="*/ 297008 w 533400"/>
                <a:gd name="connsiteY409" fmla="*/ 439198 h 542925"/>
                <a:gd name="connsiteX410" fmla="*/ 295294 w 533400"/>
                <a:gd name="connsiteY410" fmla="*/ 442722 h 542925"/>
                <a:gd name="connsiteX411" fmla="*/ 296722 w 533400"/>
                <a:gd name="connsiteY411" fmla="*/ 446532 h 542925"/>
                <a:gd name="connsiteX412" fmla="*/ 299103 w 533400"/>
                <a:gd name="connsiteY412" fmla="*/ 449199 h 542925"/>
                <a:gd name="connsiteX413" fmla="*/ 302532 w 533400"/>
                <a:gd name="connsiteY413" fmla="*/ 449485 h 542925"/>
                <a:gd name="connsiteX414" fmla="*/ 306057 w 533400"/>
                <a:gd name="connsiteY414" fmla="*/ 451295 h 542925"/>
                <a:gd name="connsiteX415" fmla="*/ 304819 w 533400"/>
                <a:gd name="connsiteY415" fmla="*/ 455390 h 542925"/>
                <a:gd name="connsiteX416" fmla="*/ 301866 w 533400"/>
                <a:gd name="connsiteY416" fmla="*/ 458057 h 542925"/>
                <a:gd name="connsiteX417" fmla="*/ 298627 w 533400"/>
                <a:gd name="connsiteY417" fmla="*/ 459867 h 542925"/>
                <a:gd name="connsiteX418" fmla="*/ 295770 w 533400"/>
                <a:gd name="connsiteY418" fmla="*/ 463106 h 542925"/>
                <a:gd name="connsiteX419" fmla="*/ 296151 w 533400"/>
                <a:gd name="connsiteY419" fmla="*/ 467011 h 542925"/>
                <a:gd name="connsiteX420" fmla="*/ 298723 w 533400"/>
                <a:gd name="connsiteY420" fmla="*/ 467011 h 542925"/>
                <a:gd name="connsiteX421" fmla="*/ 302151 w 533400"/>
                <a:gd name="connsiteY421" fmla="*/ 467297 h 542925"/>
                <a:gd name="connsiteX422" fmla="*/ 301199 w 533400"/>
                <a:gd name="connsiteY422" fmla="*/ 471202 h 542925"/>
                <a:gd name="connsiteX423" fmla="*/ 283006 w 533400"/>
                <a:gd name="connsiteY423" fmla="*/ 489395 h 542925"/>
                <a:gd name="connsiteX424" fmla="*/ 279387 w 533400"/>
                <a:gd name="connsiteY424" fmla="*/ 489395 h 542925"/>
                <a:gd name="connsiteX425" fmla="*/ 279387 w 533400"/>
                <a:gd name="connsiteY425" fmla="*/ 482441 h 542925"/>
                <a:gd name="connsiteX426" fmla="*/ 272338 w 533400"/>
                <a:gd name="connsiteY426" fmla="*/ 482441 h 542925"/>
                <a:gd name="connsiteX427" fmla="*/ 249669 w 533400"/>
                <a:gd name="connsiteY427" fmla="*/ 503492 h 542925"/>
                <a:gd name="connsiteX428" fmla="*/ 239763 w 533400"/>
                <a:gd name="connsiteY428" fmla="*/ 497396 h 542925"/>
                <a:gd name="connsiteX429" fmla="*/ 236048 w 533400"/>
                <a:gd name="connsiteY429" fmla="*/ 497396 h 542925"/>
                <a:gd name="connsiteX430" fmla="*/ 236048 w 533400"/>
                <a:gd name="connsiteY430" fmla="*/ 506444 h 542925"/>
                <a:gd name="connsiteX431" fmla="*/ 239858 w 533400"/>
                <a:gd name="connsiteY431" fmla="*/ 509302 h 542925"/>
                <a:gd name="connsiteX432" fmla="*/ 229857 w 533400"/>
                <a:gd name="connsiteY432" fmla="*/ 520446 h 542925"/>
                <a:gd name="connsiteX433" fmla="*/ 221475 w 533400"/>
                <a:gd name="connsiteY433" fmla="*/ 520446 h 542925"/>
                <a:gd name="connsiteX434" fmla="*/ 198424 w 533400"/>
                <a:gd name="connsiteY434" fmla="*/ 535877 h 542925"/>
                <a:gd name="connsiteX435" fmla="*/ 178898 w 533400"/>
                <a:gd name="connsiteY435" fmla="*/ 524161 h 542925"/>
                <a:gd name="connsiteX436" fmla="*/ 175660 w 533400"/>
                <a:gd name="connsiteY436" fmla="*/ 527876 h 542925"/>
                <a:gd name="connsiteX437" fmla="*/ 173564 w 533400"/>
                <a:gd name="connsiteY437" fmla="*/ 533686 h 542925"/>
                <a:gd name="connsiteX438" fmla="*/ 172040 w 533400"/>
                <a:gd name="connsiteY438" fmla="*/ 535686 h 542925"/>
                <a:gd name="connsiteX439" fmla="*/ 170040 w 533400"/>
                <a:gd name="connsiteY439" fmla="*/ 536924 h 542925"/>
                <a:gd name="connsiteX440" fmla="*/ 168230 w 533400"/>
                <a:gd name="connsiteY440" fmla="*/ 539020 h 542925"/>
                <a:gd name="connsiteX441" fmla="*/ 166230 w 533400"/>
                <a:gd name="connsiteY441" fmla="*/ 539687 h 542925"/>
                <a:gd name="connsiteX442" fmla="*/ 163944 w 533400"/>
                <a:gd name="connsiteY442" fmla="*/ 543306 h 542925"/>
                <a:gd name="connsiteX443" fmla="*/ 161277 w 533400"/>
                <a:gd name="connsiteY443" fmla="*/ 545687 h 542925"/>
                <a:gd name="connsiteX444" fmla="*/ 158896 w 533400"/>
                <a:gd name="connsiteY444" fmla="*/ 548640 h 542925"/>
                <a:gd name="connsiteX445" fmla="*/ 153752 w 533400"/>
                <a:gd name="connsiteY445" fmla="*/ 548926 h 542925"/>
                <a:gd name="connsiteX446" fmla="*/ 149371 w 533400"/>
                <a:gd name="connsiteY446" fmla="*/ 551307 h 542925"/>
                <a:gd name="connsiteX447" fmla="*/ 144704 w 533400"/>
                <a:gd name="connsiteY447" fmla="*/ 551307 h 542925"/>
                <a:gd name="connsiteX448" fmla="*/ 140893 w 533400"/>
                <a:gd name="connsiteY448" fmla="*/ 547211 h 542925"/>
                <a:gd name="connsiteX449" fmla="*/ 136035 w 533400"/>
                <a:gd name="connsiteY449" fmla="*/ 542735 h 542925"/>
                <a:gd name="connsiteX450" fmla="*/ 130416 w 533400"/>
                <a:gd name="connsiteY450" fmla="*/ 541020 h 542925"/>
                <a:gd name="connsiteX451" fmla="*/ 124225 w 533400"/>
                <a:gd name="connsiteY451" fmla="*/ 542830 h 542925"/>
                <a:gd name="connsiteX452" fmla="*/ 121557 w 533400"/>
                <a:gd name="connsiteY452" fmla="*/ 540163 h 542925"/>
                <a:gd name="connsiteX453" fmla="*/ 117557 w 533400"/>
                <a:gd name="connsiteY453" fmla="*/ 536448 h 542925"/>
                <a:gd name="connsiteX454" fmla="*/ 112699 w 533400"/>
                <a:gd name="connsiteY454" fmla="*/ 533781 h 542925"/>
                <a:gd name="connsiteX455" fmla="*/ 109746 w 533400"/>
                <a:gd name="connsiteY455" fmla="*/ 530924 h 542925"/>
                <a:gd name="connsiteX456" fmla="*/ 110032 w 533400"/>
                <a:gd name="connsiteY456" fmla="*/ 525780 h 542925"/>
                <a:gd name="connsiteX457" fmla="*/ 108318 w 533400"/>
                <a:gd name="connsiteY457" fmla="*/ 521684 h 542925"/>
                <a:gd name="connsiteX458" fmla="*/ 103174 w 533400"/>
                <a:gd name="connsiteY458" fmla="*/ 520827 h 542925"/>
                <a:gd name="connsiteX459" fmla="*/ 100603 w 533400"/>
                <a:gd name="connsiteY459" fmla="*/ 519113 h 542925"/>
                <a:gd name="connsiteX460" fmla="*/ 100507 w 533400"/>
                <a:gd name="connsiteY460" fmla="*/ 516446 h 542925"/>
                <a:gd name="connsiteX461" fmla="*/ 104603 w 533400"/>
                <a:gd name="connsiteY461" fmla="*/ 514445 h 542925"/>
                <a:gd name="connsiteX462" fmla="*/ 104984 w 533400"/>
                <a:gd name="connsiteY462" fmla="*/ 511493 h 542925"/>
                <a:gd name="connsiteX463" fmla="*/ 103936 w 533400"/>
                <a:gd name="connsiteY463" fmla="*/ 508064 h 542925"/>
                <a:gd name="connsiteX464" fmla="*/ 101555 w 533400"/>
                <a:gd name="connsiteY464" fmla="*/ 505968 h 542925"/>
                <a:gd name="connsiteX465" fmla="*/ 97173 w 533400"/>
                <a:gd name="connsiteY465" fmla="*/ 508349 h 5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</a:cxnLst>
              <a:rect l="l" t="t" r="r" b="b"/>
              <a:pathLst>
                <a:path w="533400" h="542925">
                  <a:moveTo>
                    <a:pt x="97173" y="508349"/>
                  </a:moveTo>
                  <a:cubicBezTo>
                    <a:pt x="96792" y="508635"/>
                    <a:pt x="96316" y="508826"/>
                    <a:pt x="96030" y="508921"/>
                  </a:cubicBezTo>
                  <a:cubicBezTo>
                    <a:pt x="94697" y="509397"/>
                    <a:pt x="91745" y="510445"/>
                    <a:pt x="90411" y="510159"/>
                  </a:cubicBezTo>
                  <a:cubicBezTo>
                    <a:pt x="89173" y="509969"/>
                    <a:pt x="87458" y="507683"/>
                    <a:pt x="86315" y="507492"/>
                  </a:cubicBezTo>
                  <a:cubicBezTo>
                    <a:pt x="85362" y="507302"/>
                    <a:pt x="83457" y="508064"/>
                    <a:pt x="82505" y="508064"/>
                  </a:cubicBezTo>
                  <a:cubicBezTo>
                    <a:pt x="81647" y="508064"/>
                    <a:pt x="79648" y="508349"/>
                    <a:pt x="79076" y="507683"/>
                  </a:cubicBezTo>
                  <a:cubicBezTo>
                    <a:pt x="78409" y="506825"/>
                    <a:pt x="79838" y="504349"/>
                    <a:pt x="79362" y="503396"/>
                  </a:cubicBezTo>
                  <a:cubicBezTo>
                    <a:pt x="78790" y="502444"/>
                    <a:pt x="76313" y="502063"/>
                    <a:pt x="75552" y="501301"/>
                  </a:cubicBezTo>
                  <a:cubicBezTo>
                    <a:pt x="74314" y="500063"/>
                    <a:pt x="73837" y="495586"/>
                    <a:pt x="72122" y="495395"/>
                  </a:cubicBezTo>
                  <a:cubicBezTo>
                    <a:pt x="70885" y="495205"/>
                    <a:pt x="69837" y="498920"/>
                    <a:pt x="68598" y="498920"/>
                  </a:cubicBezTo>
                  <a:cubicBezTo>
                    <a:pt x="67551" y="498920"/>
                    <a:pt x="66884" y="496348"/>
                    <a:pt x="65932" y="495967"/>
                  </a:cubicBezTo>
                  <a:cubicBezTo>
                    <a:pt x="64407" y="495300"/>
                    <a:pt x="60883" y="496919"/>
                    <a:pt x="59264" y="496348"/>
                  </a:cubicBezTo>
                  <a:cubicBezTo>
                    <a:pt x="58502" y="496062"/>
                    <a:pt x="57359" y="494729"/>
                    <a:pt x="56883" y="494062"/>
                  </a:cubicBezTo>
                  <a:cubicBezTo>
                    <a:pt x="56216" y="493014"/>
                    <a:pt x="55740" y="490538"/>
                    <a:pt x="55073" y="489490"/>
                  </a:cubicBezTo>
                  <a:cubicBezTo>
                    <a:pt x="54311" y="488442"/>
                    <a:pt x="51644" y="487490"/>
                    <a:pt x="51168" y="486347"/>
                  </a:cubicBezTo>
                  <a:cubicBezTo>
                    <a:pt x="50596" y="485299"/>
                    <a:pt x="51549" y="482727"/>
                    <a:pt x="51168" y="481489"/>
                  </a:cubicBezTo>
                  <a:cubicBezTo>
                    <a:pt x="50882" y="480727"/>
                    <a:pt x="49930" y="479298"/>
                    <a:pt x="49263" y="478822"/>
                  </a:cubicBezTo>
                  <a:cubicBezTo>
                    <a:pt x="48215" y="477965"/>
                    <a:pt x="45548" y="477393"/>
                    <a:pt x="44310" y="476822"/>
                  </a:cubicBezTo>
                  <a:cubicBezTo>
                    <a:pt x="43167" y="476345"/>
                    <a:pt x="40023" y="474821"/>
                    <a:pt x="40023" y="474440"/>
                  </a:cubicBezTo>
                  <a:cubicBezTo>
                    <a:pt x="40023" y="474059"/>
                    <a:pt x="38785" y="471011"/>
                    <a:pt x="38309" y="469964"/>
                  </a:cubicBezTo>
                  <a:cubicBezTo>
                    <a:pt x="37642" y="468440"/>
                    <a:pt x="36976" y="464915"/>
                    <a:pt x="35737" y="463772"/>
                  </a:cubicBezTo>
                  <a:cubicBezTo>
                    <a:pt x="34595" y="462629"/>
                    <a:pt x="31356" y="461677"/>
                    <a:pt x="29832" y="461105"/>
                  </a:cubicBezTo>
                  <a:cubicBezTo>
                    <a:pt x="28784" y="460724"/>
                    <a:pt x="26117" y="460915"/>
                    <a:pt x="25736" y="459962"/>
                  </a:cubicBezTo>
                  <a:cubicBezTo>
                    <a:pt x="25355" y="459105"/>
                    <a:pt x="27355" y="457676"/>
                    <a:pt x="27546" y="456724"/>
                  </a:cubicBezTo>
                  <a:cubicBezTo>
                    <a:pt x="27832" y="455009"/>
                    <a:pt x="27641" y="451199"/>
                    <a:pt x="26593" y="449961"/>
                  </a:cubicBezTo>
                  <a:cubicBezTo>
                    <a:pt x="25641" y="448818"/>
                    <a:pt x="22116" y="449104"/>
                    <a:pt x="20879" y="448151"/>
                  </a:cubicBezTo>
                  <a:cubicBezTo>
                    <a:pt x="19926" y="447389"/>
                    <a:pt x="19259" y="444913"/>
                    <a:pt x="18592" y="443865"/>
                  </a:cubicBezTo>
                  <a:cubicBezTo>
                    <a:pt x="17640" y="442341"/>
                    <a:pt x="15925" y="439198"/>
                    <a:pt x="14592" y="438055"/>
                  </a:cubicBezTo>
                  <a:cubicBezTo>
                    <a:pt x="13735" y="437388"/>
                    <a:pt x="11544" y="436912"/>
                    <a:pt x="10782" y="436245"/>
                  </a:cubicBezTo>
                  <a:cubicBezTo>
                    <a:pt x="10210" y="435769"/>
                    <a:pt x="9638" y="434435"/>
                    <a:pt x="9067" y="433959"/>
                  </a:cubicBezTo>
                  <a:cubicBezTo>
                    <a:pt x="8305" y="433388"/>
                    <a:pt x="6114" y="433102"/>
                    <a:pt x="5257" y="432530"/>
                  </a:cubicBezTo>
                  <a:cubicBezTo>
                    <a:pt x="4305" y="431959"/>
                    <a:pt x="2685" y="430435"/>
                    <a:pt x="2305" y="429387"/>
                  </a:cubicBezTo>
                  <a:cubicBezTo>
                    <a:pt x="2019" y="428720"/>
                    <a:pt x="1923" y="427101"/>
                    <a:pt x="2114" y="426434"/>
                  </a:cubicBezTo>
                  <a:cubicBezTo>
                    <a:pt x="2400" y="425863"/>
                    <a:pt x="3733" y="425196"/>
                    <a:pt x="4114" y="424625"/>
                  </a:cubicBezTo>
                  <a:cubicBezTo>
                    <a:pt x="4591" y="423958"/>
                    <a:pt x="5353" y="422339"/>
                    <a:pt x="5353" y="421481"/>
                  </a:cubicBezTo>
                  <a:cubicBezTo>
                    <a:pt x="5353" y="420148"/>
                    <a:pt x="3543" y="417862"/>
                    <a:pt x="3638" y="416528"/>
                  </a:cubicBezTo>
                  <a:cubicBezTo>
                    <a:pt x="3638" y="415671"/>
                    <a:pt x="4591" y="414147"/>
                    <a:pt x="5067" y="413385"/>
                  </a:cubicBezTo>
                  <a:cubicBezTo>
                    <a:pt x="5543" y="412528"/>
                    <a:pt x="7353" y="411099"/>
                    <a:pt x="7639" y="410147"/>
                  </a:cubicBezTo>
                  <a:cubicBezTo>
                    <a:pt x="7924" y="409194"/>
                    <a:pt x="7448" y="407003"/>
                    <a:pt x="7257" y="406051"/>
                  </a:cubicBezTo>
                  <a:cubicBezTo>
                    <a:pt x="6781" y="404336"/>
                    <a:pt x="5353" y="401003"/>
                    <a:pt x="4305" y="399574"/>
                  </a:cubicBezTo>
                  <a:cubicBezTo>
                    <a:pt x="3733" y="398812"/>
                    <a:pt x="2019" y="397764"/>
                    <a:pt x="1542" y="396907"/>
                  </a:cubicBezTo>
                  <a:cubicBezTo>
                    <a:pt x="876" y="395764"/>
                    <a:pt x="19" y="393287"/>
                    <a:pt x="19" y="391954"/>
                  </a:cubicBezTo>
                  <a:cubicBezTo>
                    <a:pt x="-77" y="391001"/>
                    <a:pt x="209" y="389192"/>
                    <a:pt x="495" y="387572"/>
                  </a:cubicBezTo>
                  <a:cubicBezTo>
                    <a:pt x="1447" y="388144"/>
                    <a:pt x="3448" y="388430"/>
                    <a:pt x="4495" y="388239"/>
                  </a:cubicBezTo>
                  <a:cubicBezTo>
                    <a:pt x="5638" y="388144"/>
                    <a:pt x="7734" y="386810"/>
                    <a:pt x="8782" y="386239"/>
                  </a:cubicBezTo>
                  <a:cubicBezTo>
                    <a:pt x="10115" y="385477"/>
                    <a:pt x="12306" y="383381"/>
                    <a:pt x="13735" y="382810"/>
                  </a:cubicBezTo>
                  <a:cubicBezTo>
                    <a:pt x="14972" y="382334"/>
                    <a:pt x="17735" y="382524"/>
                    <a:pt x="18878" y="381953"/>
                  </a:cubicBezTo>
                  <a:cubicBezTo>
                    <a:pt x="19640" y="381572"/>
                    <a:pt x="20592" y="379762"/>
                    <a:pt x="21450" y="379381"/>
                  </a:cubicBezTo>
                  <a:cubicBezTo>
                    <a:pt x="22783" y="378714"/>
                    <a:pt x="26022" y="379476"/>
                    <a:pt x="27451" y="378809"/>
                  </a:cubicBezTo>
                  <a:cubicBezTo>
                    <a:pt x="28594" y="378238"/>
                    <a:pt x="30498" y="376428"/>
                    <a:pt x="31070" y="375285"/>
                  </a:cubicBezTo>
                  <a:cubicBezTo>
                    <a:pt x="31737" y="374047"/>
                    <a:pt x="32023" y="371094"/>
                    <a:pt x="32213" y="369665"/>
                  </a:cubicBezTo>
                  <a:cubicBezTo>
                    <a:pt x="32308" y="368332"/>
                    <a:pt x="32403" y="365665"/>
                    <a:pt x="32213" y="364427"/>
                  </a:cubicBezTo>
                  <a:cubicBezTo>
                    <a:pt x="31927" y="362712"/>
                    <a:pt x="30022" y="359569"/>
                    <a:pt x="29927" y="357759"/>
                  </a:cubicBezTo>
                  <a:cubicBezTo>
                    <a:pt x="29832" y="356426"/>
                    <a:pt x="30498" y="353568"/>
                    <a:pt x="31356" y="352520"/>
                  </a:cubicBezTo>
                  <a:cubicBezTo>
                    <a:pt x="32023" y="351758"/>
                    <a:pt x="33928" y="350901"/>
                    <a:pt x="34880" y="350711"/>
                  </a:cubicBezTo>
                  <a:cubicBezTo>
                    <a:pt x="36214" y="350425"/>
                    <a:pt x="39166" y="351663"/>
                    <a:pt x="40500" y="351282"/>
                  </a:cubicBezTo>
                  <a:cubicBezTo>
                    <a:pt x="41262" y="351092"/>
                    <a:pt x="42691" y="350234"/>
                    <a:pt x="43071" y="349568"/>
                  </a:cubicBezTo>
                  <a:cubicBezTo>
                    <a:pt x="43929" y="348234"/>
                    <a:pt x="44310" y="344710"/>
                    <a:pt x="43738" y="343186"/>
                  </a:cubicBezTo>
                  <a:cubicBezTo>
                    <a:pt x="43453" y="342138"/>
                    <a:pt x="41262" y="340900"/>
                    <a:pt x="40881" y="339947"/>
                  </a:cubicBezTo>
                  <a:cubicBezTo>
                    <a:pt x="40405" y="338709"/>
                    <a:pt x="40976" y="336042"/>
                    <a:pt x="40690" y="334709"/>
                  </a:cubicBezTo>
                  <a:cubicBezTo>
                    <a:pt x="40405" y="333185"/>
                    <a:pt x="39642" y="330327"/>
                    <a:pt x="38976" y="328898"/>
                  </a:cubicBezTo>
                  <a:cubicBezTo>
                    <a:pt x="38500" y="327946"/>
                    <a:pt x="37261" y="326231"/>
                    <a:pt x="36594" y="325469"/>
                  </a:cubicBezTo>
                  <a:cubicBezTo>
                    <a:pt x="35928" y="324803"/>
                    <a:pt x="33832" y="324041"/>
                    <a:pt x="33356" y="323183"/>
                  </a:cubicBezTo>
                  <a:cubicBezTo>
                    <a:pt x="32975" y="322421"/>
                    <a:pt x="33166" y="320516"/>
                    <a:pt x="33451" y="319754"/>
                  </a:cubicBezTo>
                  <a:cubicBezTo>
                    <a:pt x="34118" y="318326"/>
                    <a:pt x="37071" y="316611"/>
                    <a:pt x="38119" y="315373"/>
                  </a:cubicBezTo>
                  <a:cubicBezTo>
                    <a:pt x="38880" y="314420"/>
                    <a:pt x="40690" y="312611"/>
                    <a:pt x="40785" y="311372"/>
                  </a:cubicBezTo>
                  <a:cubicBezTo>
                    <a:pt x="40976" y="310134"/>
                    <a:pt x="39262" y="307848"/>
                    <a:pt x="39071" y="306515"/>
                  </a:cubicBezTo>
                  <a:cubicBezTo>
                    <a:pt x="38880" y="305467"/>
                    <a:pt x="39071" y="303276"/>
                    <a:pt x="39357" y="302324"/>
                  </a:cubicBezTo>
                  <a:cubicBezTo>
                    <a:pt x="39547" y="301466"/>
                    <a:pt x="40595" y="299847"/>
                    <a:pt x="40881" y="298895"/>
                  </a:cubicBezTo>
                  <a:cubicBezTo>
                    <a:pt x="41452" y="297466"/>
                    <a:pt x="42310" y="294513"/>
                    <a:pt x="42595" y="292989"/>
                  </a:cubicBezTo>
                  <a:cubicBezTo>
                    <a:pt x="42786" y="292037"/>
                    <a:pt x="42310" y="290036"/>
                    <a:pt x="42786" y="289179"/>
                  </a:cubicBezTo>
                  <a:cubicBezTo>
                    <a:pt x="43262" y="288322"/>
                    <a:pt x="45357" y="287846"/>
                    <a:pt x="45929" y="287084"/>
                  </a:cubicBezTo>
                  <a:cubicBezTo>
                    <a:pt x="46596" y="286226"/>
                    <a:pt x="46405" y="283750"/>
                    <a:pt x="47072" y="282797"/>
                  </a:cubicBezTo>
                  <a:cubicBezTo>
                    <a:pt x="47453" y="282131"/>
                    <a:pt x="48882" y="281083"/>
                    <a:pt x="49644" y="280797"/>
                  </a:cubicBezTo>
                  <a:cubicBezTo>
                    <a:pt x="50596" y="280511"/>
                    <a:pt x="52787" y="280416"/>
                    <a:pt x="53454" y="281083"/>
                  </a:cubicBezTo>
                  <a:cubicBezTo>
                    <a:pt x="53930" y="281654"/>
                    <a:pt x="53263" y="283464"/>
                    <a:pt x="53739" y="284036"/>
                  </a:cubicBezTo>
                  <a:cubicBezTo>
                    <a:pt x="54216" y="284607"/>
                    <a:pt x="55835" y="284988"/>
                    <a:pt x="56597" y="284988"/>
                  </a:cubicBezTo>
                  <a:cubicBezTo>
                    <a:pt x="57454" y="284988"/>
                    <a:pt x="58883" y="283559"/>
                    <a:pt x="59740" y="283750"/>
                  </a:cubicBezTo>
                  <a:cubicBezTo>
                    <a:pt x="61074" y="283940"/>
                    <a:pt x="63360" y="285941"/>
                    <a:pt x="64026" y="287179"/>
                  </a:cubicBezTo>
                  <a:cubicBezTo>
                    <a:pt x="64407" y="287941"/>
                    <a:pt x="64217" y="289655"/>
                    <a:pt x="64598" y="290417"/>
                  </a:cubicBezTo>
                  <a:cubicBezTo>
                    <a:pt x="64884" y="291084"/>
                    <a:pt x="66122" y="291941"/>
                    <a:pt x="66312" y="292608"/>
                  </a:cubicBezTo>
                  <a:cubicBezTo>
                    <a:pt x="66503" y="293370"/>
                    <a:pt x="65741" y="294989"/>
                    <a:pt x="65741" y="295847"/>
                  </a:cubicBezTo>
                  <a:cubicBezTo>
                    <a:pt x="65646" y="297180"/>
                    <a:pt x="65360" y="300419"/>
                    <a:pt x="66408" y="301371"/>
                  </a:cubicBezTo>
                  <a:cubicBezTo>
                    <a:pt x="66979" y="301943"/>
                    <a:pt x="68884" y="301562"/>
                    <a:pt x="69646" y="301181"/>
                  </a:cubicBezTo>
                  <a:cubicBezTo>
                    <a:pt x="70789" y="300609"/>
                    <a:pt x="72409" y="298609"/>
                    <a:pt x="72980" y="297466"/>
                  </a:cubicBezTo>
                  <a:cubicBezTo>
                    <a:pt x="73551" y="296132"/>
                    <a:pt x="73171" y="293084"/>
                    <a:pt x="73647" y="291846"/>
                  </a:cubicBezTo>
                  <a:cubicBezTo>
                    <a:pt x="74028" y="290894"/>
                    <a:pt x="74980" y="288798"/>
                    <a:pt x="76028" y="288608"/>
                  </a:cubicBezTo>
                  <a:cubicBezTo>
                    <a:pt x="77076" y="288417"/>
                    <a:pt x="78790" y="290513"/>
                    <a:pt x="79933" y="290798"/>
                  </a:cubicBezTo>
                  <a:cubicBezTo>
                    <a:pt x="80886" y="290989"/>
                    <a:pt x="83076" y="291084"/>
                    <a:pt x="83839" y="290417"/>
                  </a:cubicBezTo>
                  <a:cubicBezTo>
                    <a:pt x="84505" y="289751"/>
                    <a:pt x="84601" y="287465"/>
                    <a:pt x="84219" y="286607"/>
                  </a:cubicBezTo>
                  <a:cubicBezTo>
                    <a:pt x="83743" y="285560"/>
                    <a:pt x="80981" y="284798"/>
                    <a:pt x="80410" y="283750"/>
                  </a:cubicBezTo>
                  <a:cubicBezTo>
                    <a:pt x="79648" y="282416"/>
                    <a:pt x="80219" y="279178"/>
                    <a:pt x="79648" y="277749"/>
                  </a:cubicBezTo>
                  <a:cubicBezTo>
                    <a:pt x="79266" y="276892"/>
                    <a:pt x="78219" y="275368"/>
                    <a:pt x="77552" y="274701"/>
                  </a:cubicBezTo>
                  <a:cubicBezTo>
                    <a:pt x="76790" y="274034"/>
                    <a:pt x="74694" y="273653"/>
                    <a:pt x="74123" y="272891"/>
                  </a:cubicBezTo>
                  <a:cubicBezTo>
                    <a:pt x="73551" y="272129"/>
                    <a:pt x="72789" y="270224"/>
                    <a:pt x="73075" y="269367"/>
                  </a:cubicBezTo>
                  <a:cubicBezTo>
                    <a:pt x="73266" y="268510"/>
                    <a:pt x="74790" y="267367"/>
                    <a:pt x="75647" y="266986"/>
                  </a:cubicBezTo>
                  <a:cubicBezTo>
                    <a:pt x="76409" y="266605"/>
                    <a:pt x="78314" y="267176"/>
                    <a:pt x="79076" y="266700"/>
                  </a:cubicBezTo>
                  <a:cubicBezTo>
                    <a:pt x="79838" y="266224"/>
                    <a:pt x="80505" y="264414"/>
                    <a:pt x="80791" y="263557"/>
                  </a:cubicBezTo>
                  <a:cubicBezTo>
                    <a:pt x="81267" y="262128"/>
                    <a:pt x="81838" y="259175"/>
                    <a:pt x="81362" y="257747"/>
                  </a:cubicBezTo>
                  <a:cubicBezTo>
                    <a:pt x="80981" y="256604"/>
                    <a:pt x="78409" y="255461"/>
                    <a:pt x="77933" y="254318"/>
                  </a:cubicBezTo>
                  <a:cubicBezTo>
                    <a:pt x="77457" y="252984"/>
                    <a:pt x="77647" y="249936"/>
                    <a:pt x="78314" y="248698"/>
                  </a:cubicBezTo>
                  <a:cubicBezTo>
                    <a:pt x="78885" y="247650"/>
                    <a:pt x="81647" y="246888"/>
                    <a:pt x="82314" y="245840"/>
                  </a:cubicBezTo>
                  <a:cubicBezTo>
                    <a:pt x="82696" y="245269"/>
                    <a:pt x="82600" y="243745"/>
                    <a:pt x="82600" y="243078"/>
                  </a:cubicBezTo>
                  <a:cubicBezTo>
                    <a:pt x="82600" y="241935"/>
                    <a:pt x="81457" y="239649"/>
                    <a:pt x="81743" y="238506"/>
                  </a:cubicBezTo>
                  <a:cubicBezTo>
                    <a:pt x="81934" y="237554"/>
                    <a:pt x="83172" y="235553"/>
                    <a:pt x="84029" y="235077"/>
                  </a:cubicBezTo>
                  <a:cubicBezTo>
                    <a:pt x="85172" y="234506"/>
                    <a:pt x="87934" y="235553"/>
                    <a:pt x="89268" y="235363"/>
                  </a:cubicBezTo>
                  <a:cubicBezTo>
                    <a:pt x="90411" y="235172"/>
                    <a:pt x="92601" y="234601"/>
                    <a:pt x="93459" y="233934"/>
                  </a:cubicBezTo>
                  <a:cubicBezTo>
                    <a:pt x="94126" y="233363"/>
                    <a:pt x="95269" y="231743"/>
                    <a:pt x="95459" y="230886"/>
                  </a:cubicBezTo>
                  <a:cubicBezTo>
                    <a:pt x="95840" y="229362"/>
                    <a:pt x="94602" y="226124"/>
                    <a:pt x="94887" y="224600"/>
                  </a:cubicBezTo>
                  <a:cubicBezTo>
                    <a:pt x="95173" y="223266"/>
                    <a:pt x="96412" y="220790"/>
                    <a:pt x="97173" y="219647"/>
                  </a:cubicBezTo>
                  <a:cubicBezTo>
                    <a:pt x="97650" y="218980"/>
                    <a:pt x="98888" y="217837"/>
                    <a:pt x="99460" y="217265"/>
                  </a:cubicBezTo>
                  <a:cubicBezTo>
                    <a:pt x="100412" y="216218"/>
                    <a:pt x="102507" y="214217"/>
                    <a:pt x="103174" y="212979"/>
                  </a:cubicBezTo>
                  <a:cubicBezTo>
                    <a:pt x="103651" y="212027"/>
                    <a:pt x="103460" y="209550"/>
                    <a:pt x="104222" y="208979"/>
                  </a:cubicBezTo>
                  <a:cubicBezTo>
                    <a:pt x="104984" y="208407"/>
                    <a:pt x="107175" y="208693"/>
                    <a:pt x="108127" y="208883"/>
                  </a:cubicBezTo>
                  <a:cubicBezTo>
                    <a:pt x="108985" y="209074"/>
                    <a:pt x="110699" y="209836"/>
                    <a:pt x="111175" y="210598"/>
                  </a:cubicBezTo>
                  <a:cubicBezTo>
                    <a:pt x="111937" y="211741"/>
                    <a:pt x="111461" y="214789"/>
                    <a:pt x="112223" y="215932"/>
                  </a:cubicBezTo>
                  <a:cubicBezTo>
                    <a:pt x="112890" y="216884"/>
                    <a:pt x="115080" y="218599"/>
                    <a:pt x="116223" y="218599"/>
                  </a:cubicBezTo>
                  <a:cubicBezTo>
                    <a:pt x="117366" y="218694"/>
                    <a:pt x="119462" y="217265"/>
                    <a:pt x="120320" y="216408"/>
                  </a:cubicBezTo>
                  <a:cubicBezTo>
                    <a:pt x="121367" y="215360"/>
                    <a:pt x="122129" y="212408"/>
                    <a:pt x="122986" y="211265"/>
                  </a:cubicBezTo>
                  <a:cubicBezTo>
                    <a:pt x="123938" y="210122"/>
                    <a:pt x="126130" y="207931"/>
                    <a:pt x="127558" y="207359"/>
                  </a:cubicBezTo>
                  <a:cubicBezTo>
                    <a:pt x="128796" y="206883"/>
                    <a:pt x="131749" y="207836"/>
                    <a:pt x="132797" y="207074"/>
                  </a:cubicBezTo>
                  <a:cubicBezTo>
                    <a:pt x="133654" y="206502"/>
                    <a:pt x="134035" y="204311"/>
                    <a:pt x="134416" y="203359"/>
                  </a:cubicBezTo>
                  <a:cubicBezTo>
                    <a:pt x="134892" y="202121"/>
                    <a:pt x="135369" y="199263"/>
                    <a:pt x="136321" y="198311"/>
                  </a:cubicBezTo>
                  <a:cubicBezTo>
                    <a:pt x="136988" y="197644"/>
                    <a:pt x="139179" y="197644"/>
                    <a:pt x="140036" y="197072"/>
                  </a:cubicBezTo>
                  <a:cubicBezTo>
                    <a:pt x="141179" y="196215"/>
                    <a:pt x="142798" y="193834"/>
                    <a:pt x="143560" y="192596"/>
                  </a:cubicBezTo>
                  <a:cubicBezTo>
                    <a:pt x="144417" y="190881"/>
                    <a:pt x="145084" y="186976"/>
                    <a:pt x="145846" y="185261"/>
                  </a:cubicBezTo>
                  <a:cubicBezTo>
                    <a:pt x="146513" y="183737"/>
                    <a:pt x="148418" y="180975"/>
                    <a:pt x="149371" y="179642"/>
                  </a:cubicBezTo>
                  <a:cubicBezTo>
                    <a:pt x="150799" y="177546"/>
                    <a:pt x="153752" y="173355"/>
                    <a:pt x="155371" y="171355"/>
                  </a:cubicBezTo>
                  <a:cubicBezTo>
                    <a:pt x="156419" y="169926"/>
                    <a:pt x="158420" y="166688"/>
                    <a:pt x="159848" y="165640"/>
                  </a:cubicBezTo>
                  <a:cubicBezTo>
                    <a:pt x="160896" y="164973"/>
                    <a:pt x="163754" y="164973"/>
                    <a:pt x="164610" y="164116"/>
                  </a:cubicBezTo>
                  <a:cubicBezTo>
                    <a:pt x="165373" y="163354"/>
                    <a:pt x="165944" y="161258"/>
                    <a:pt x="166039" y="160211"/>
                  </a:cubicBezTo>
                  <a:cubicBezTo>
                    <a:pt x="166135" y="158782"/>
                    <a:pt x="164134" y="156020"/>
                    <a:pt x="164610" y="154686"/>
                  </a:cubicBezTo>
                  <a:cubicBezTo>
                    <a:pt x="164991" y="153638"/>
                    <a:pt x="167754" y="153067"/>
                    <a:pt x="168135" y="152019"/>
                  </a:cubicBezTo>
                  <a:cubicBezTo>
                    <a:pt x="168611" y="150686"/>
                    <a:pt x="167468" y="147638"/>
                    <a:pt x="166611" y="146495"/>
                  </a:cubicBezTo>
                  <a:cubicBezTo>
                    <a:pt x="165944" y="145542"/>
                    <a:pt x="163182" y="144875"/>
                    <a:pt x="162610" y="143828"/>
                  </a:cubicBezTo>
                  <a:cubicBezTo>
                    <a:pt x="162134" y="142875"/>
                    <a:pt x="162229" y="140589"/>
                    <a:pt x="162705" y="139541"/>
                  </a:cubicBezTo>
                  <a:cubicBezTo>
                    <a:pt x="163277" y="138113"/>
                    <a:pt x="166611" y="136493"/>
                    <a:pt x="166992" y="134969"/>
                  </a:cubicBezTo>
                  <a:cubicBezTo>
                    <a:pt x="167372" y="133255"/>
                    <a:pt x="164230" y="130112"/>
                    <a:pt x="164420" y="128302"/>
                  </a:cubicBezTo>
                  <a:cubicBezTo>
                    <a:pt x="164515" y="127445"/>
                    <a:pt x="166325" y="126206"/>
                    <a:pt x="166611" y="125349"/>
                  </a:cubicBezTo>
                  <a:cubicBezTo>
                    <a:pt x="166896" y="124397"/>
                    <a:pt x="167182" y="122301"/>
                    <a:pt x="166801" y="121444"/>
                  </a:cubicBezTo>
                  <a:cubicBezTo>
                    <a:pt x="166420" y="120587"/>
                    <a:pt x="164230" y="120015"/>
                    <a:pt x="163944" y="119158"/>
                  </a:cubicBezTo>
                  <a:cubicBezTo>
                    <a:pt x="163754" y="118491"/>
                    <a:pt x="164039" y="116777"/>
                    <a:pt x="164610" y="116396"/>
                  </a:cubicBezTo>
                  <a:cubicBezTo>
                    <a:pt x="165563" y="115633"/>
                    <a:pt x="168421" y="117062"/>
                    <a:pt x="169373" y="116491"/>
                  </a:cubicBezTo>
                  <a:cubicBezTo>
                    <a:pt x="169944" y="116205"/>
                    <a:pt x="170516" y="114872"/>
                    <a:pt x="170516" y="114205"/>
                  </a:cubicBezTo>
                  <a:cubicBezTo>
                    <a:pt x="170611" y="112586"/>
                    <a:pt x="168325" y="109919"/>
                    <a:pt x="168230" y="108299"/>
                  </a:cubicBezTo>
                  <a:cubicBezTo>
                    <a:pt x="168230" y="107156"/>
                    <a:pt x="169564" y="104966"/>
                    <a:pt x="169659" y="103823"/>
                  </a:cubicBezTo>
                  <a:cubicBezTo>
                    <a:pt x="169754" y="102584"/>
                    <a:pt x="168992" y="100013"/>
                    <a:pt x="168706" y="98774"/>
                  </a:cubicBezTo>
                  <a:cubicBezTo>
                    <a:pt x="168230" y="96583"/>
                    <a:pt x="165563" y="92107"/>
                    <a:pt x="166325" y="90011"/>
                  </a:cubicBezTo>
                  <a:cubicBezTo>
                    <a:pt x="166706" y="88964"/>
                    <a:pt x="169468" y="88487"/>
                    <a:pt x="169849" y="87440"/>
                  </a:cubicBezTo>
                  <a:cubicBezTo>
                    <a:pt x="170326" y="86106"/>
                    <a:pt x="168611" y="83534"/>
                    <a:pt x="168421" y="82106"/>
                  </a:cubicBezTo>
                  <a:cubicBezTo>
                    <a:pt x="168230" y="80772"/>
                    <a:pt x="168421" y="77915"/>
                    <a:pt x="168801" y="76581"/>
                  </a:cubicBezTo>
                  <a:cubicBezTo>
                    <a:pt x="169182" y="75248"/>
                    <a:pt x="171087" y="72962"/>
                    <a:pt x="171373" y="71628"/>
                  </a:cubicBezTo>
                  <a:cubicBezTo>
                    <a:pt x="171659" y="70390"/>
                    <a:pt x="170992" y="67628"/>
                    <a:pt x="171183" y="66294"/>
                  </a:cubicBezTo>
                  <a:cubicBezTo>
                    <a:pt x="171373" y="65151"/>
                    <a:pt x="171945" y="62865"/>
                    <a:pt x="172516" y="61913"/>
                  </a:cubicBezTo>
                  <a:cubicBezTo>
                    <a:pt x="172897" y="61436"/>
                    <a:pt x="174135" y="60865"/>
                    <a:pt x="174421" y="60293"/>
                  </a:cubicBezTo>
                  <a:cubicBezTo>
                    <a:pt x="174898" y="59246"/>
                    <a:pt x="174326" y="56769"/>
                    <a:pt x="174421" y="55626"/>
                  </a:cubicBezTo>
                  <a:cubicBezTo>
                    <a:pt x="174516" y="54578"/>
                    <a:pt x="175469" y="52483"/>
                    <a:pt x="175278" y="51340"/>
                  </a:cubicBezTo>
                  <a:cubicBezTo>
                    <a:pt x="175088" y="50387"/>
                    <a:pt x="173469" y="48863"/>
                    <a:pt x="173183" y="47816"/>
                  </a:cubicBezTo>
                  <a:cubicBezTo>
                    <a:pt x="172897" y="46768"/>
                    <a:pt x="173469" y="44387"/>
                    <a:pt x="173088" y="43339"/>
                  </a:cubicBezTo>
                  <a:cubicBezTo>
                    <a:pt x="172707" y="42291"/>
                    <a:pt x="170516" y="41053"/>
                    <a:pt x="170230" y="39910"/>
                  </a:cubicBezTo>
                  <a:cubicBezTo>
                    <a:pt x="169849" y="38386"/>
                    <a:pt x="171278" y="35243"/>
                    <a:pt x="171373" y="33623"/>
                  </a:cubicBezTo>
                  <a:cubicBezTo>
                    <a:pt x="171563" y="31433"/>
                    <a:pt x="171945" y="26670"/>
                    <a:pt x="170707" y="24860"/>
                  </a:cubicBezTo>
                  <a:cubicBezTo>
                    <a:pt x="170230" y="24003"/>
                    <a:pt x="167945" y="23622"/>
                    <a:pt x="167278" y="22860"/>
                  </a:cubicBezTo>
                  <a:cubicBezTo>
                    <a:pt x="166325" y="21812"/>
                    <a:pt x="165849" y="18669"/>
                    <a:pt x="164896" y="17526"/>
                  </a:cubicBezTo>
                  <a:cubicBezTo>
                    <a:pt x="164325" y="16859"/>
                    <a:pt x="162515" y="16097"/>
                    <a:pt x="161848" y="15526"/>
                  </a:cubicBezTo>
                  <a:cubicBezTo>
                    <a:pt x="161182" y="14954"/>
                    <a:pt x="159943" y="13716"/>
                    <a:pt x="159657" y="12859"/>
                  </a:cubicBezTo>
                  <a:cubicBezTo>
                    <a:pt x="159372" y="12097"/>
                    <a:pt x="159086" y="10382"/>
                    <a:pt x="159467" y="9716"/>
                  </a:cubicBezTo>
                  <a:cubicBezTo>
                    <a:pt x="159848" y="8954"/>
                    <a:pt x="161658" y="8477"/>
                    <a:pt x="162134" y="7811"/>
                  </a:cubicBezTo>
                  <a:cubicBezTo>
                    <a:pt x="162705" y="7144"/>
                    <a:pt x="162515" y="5048"/>
                    <a:pt x="163182" y="4382"/>
                  </a:cubicBezTo>
                  <a:cubicBezTo>
                    <a:pt x="163944" y="3715"/>
                    <a:pt x="166039" y="3429"/>
                    <a:pt x="167087" y="3334"/>
                  </a:cubicBezTo>
                  <a:cubicBezTo>
                    <a:pt x="167754" y="3239"/>
                    <a:pt x="169182" y="3715"/>
                    <a:pt x="169754" y="3334"/>
                  </a:cubicBezTo>
                  <a:cubicBezTo>
                    <a:pt x="170230" y="3048"/>
                    <a:pt x="170135" y="1619"/>
                    <a:pt x="170516" y="1238"/>
                  </a:cubicBezTo>
                  <a:cubicBezTo>
                    <a:pt x="170992" y="762"/>
                    <a:pt x="172516" y="572"/>
                    <a:pt x="173183" y="381"/>
                  </a:cubicBezTo>
                  <a:cubicBezTo>
                    <a:pt x="173564" y="286"/>
                    <a:pt x="174326" y="95"/>
                    <a:pt x="174993" y="0"/>
                  </a:cubicBezTo>
                  <a:lnTo>
                    <a:pt x="203853" y="139065"/>
                  </a:lnTo>
                  <a:lnTo>
                    <a:pt x="324440" y="114395"/>
                  </a:lnTo>
                  <a:lnTo>
                    <a:pt x="324726" y="114300"/>
                  </a:lnTo>
                  <a:lnTo>
                    <a:pt x="341109" y="192405"/>
                  </a:lnTo>
                  <a:cubicBezTo>
                    <a:pt x="341109" y="192405"/>
                    <a:pt x="343490" y="191262"/>
                    <a:pt x="344157" y="190691"/>
                  </a:cubicBezTo>
                  <a:cubicBezTo>
                    <a:pt x="344729" y="190214"/>
                    <a:pt x="345871" y="189071"/>
                    <a:pt x="346252" y="188404"/>
                  </a:cubicBezTo>
                  <a:cubicBezTo>
                    <a:pt x="346728" y="187738"/>
                    <a:pt x="347110" y="186214"/>
                    <a:pt x="347491" y="185547"/>
                  </a:cubicBezTo>
                  <a:cubicBezTo>
                    <a:pt x="347871" y="184880"/>
                    <a:pt x="348920" y="183928"/>
                    <a:pt x="349300" y="183261"/>
                  </a:cubicBezTo>
                  <a:cubicBezTo>
                    <a:pt x="349776" y="182404"/>
                    <a:pt x="350062" y="180118"/>
                    <a:pt x="350824" y="179451"/>
                  </a:cubicBezTo>
                  <a:cubicBezTo>
                    <a:pt x="351301" y="179070"/>
                    <a:pt x="352825" y="179356"/>
                    <a:pt x="353301" y="178975"/>
                  </a:cubicBezTo>
                  <a:cubicBezTo>
                    <a:pt x="354063" y="178403"/>
                    <a:pt x="354539" y="176403"/>
                    <a:pt x="355110" y="175546"/>
                  </a:cubicBezTo>
                  <a:cubicBezTo>
                    <a:pt x="355587" y="174784"/>
                    <a:pt x="356730" y="173165"/>
                    <a:pt x="357587" y="172688"/>
                  </a:cubicBezTo>
                  <a:cubicBezTo>
                    <a:pt x="358159" y="172307"/>
                    <a:pt x="359873" y="172498"/>
                    <a:pt x="360444" y="172022"/>
                  </a:cubicBezTo>
                  <a:cubicBezTo>
                    <a:pt x="361207" y="171355"/>
                    <a:pt x="361492" y="169069"/>
                    <a:pt x="361778" y="168021"/>
                  </a:cubicBezTo>
                  <a:cubicBezTo>
                    <a:pt x="362064" y="167164"/>
                    <a:pt x="362254" y="165354"/>
                    <a:pt x="362635" y="164497"/>
                  </a:cubicBezTo>
                  <a:cubicBezTo>
                    <a:pt x="362921" y="163830"/>
                    <a:pt x="364064" y="161925"/>
                    <a:pt x="364255" y="161925"/>
                  </a:cubicBezTo>
                  <a:cubicBezTo>
                    <a:pt x="364445" y="161830"/>
                    <a:pt x="366445" y="160877"/>
                    <a:pt x="367017" y="160211"/>
                  </a:cubicBezTo>
                  <a:cubicBezTo>
                    <a:pt x="367493" y="159639"/>
                    <a:pt x="367779" y="158210"/>
                    <a:pt x="368160" y="157639"/>
                  </a:cubicBezTo>
                  <a:cubicBezTo>
                    <a:pt x="368636" y="156877"/>
                    <a:pt x="369874" y="155829"/>
                    <a:pt x="370446" y="155162"/>
                  </a:cubicBezTo>
                  <a:cubicBezTo>
                    <a:pt x="370922" y="154591"/>
                    <a:pt x="371779" y="153257"/>
                    <a:pt x="372351" y="152781"/>
                  </a:cubicBezTo>
                  <a:cubicBezTo>
                    <a:pt x="372827" y="152400"/>
                    <a:pt x="373970" y="151924"/>
                    <a:pt x="374351" y="151543"/>
                  </a:cubicBezTo>
                  <a:cubicBezTo>
                    <a:pt x="374827" y="151067"/>
                    <a:pt x="375685" y="150019"/>
                    <a:pt x="375970" y="149447"/>
                  </a:cubicBezTo>
                  <a:cubicBezTo>
                    <a:pt x="376351" y="148590"/>
                    <a:pt x="376256" y="146590"/>
                    <a:pt x="376446" y="145637"/>
                  </a:cubicBezTo>
                  <a:cubicBezTo>
                    <a:pt x="376732" y="144494"/>
                    <a:pt x="377495" y="142208"/>
                    <a:pt x="378256" y="141351"/>
                  </a:cubicBezTo>
                  <a:cubicBezTo>
                    <a:pt x="378732" y="140779"/>
                    <a:pt x="380161" y="139922"/>
                    <a:pt x="380923" y="139732"/>
                  </a:cubicBezTo>
                  <a:cubicBezTo>
                    <a:pt x="381780" y="139541"/>
                    <a:pt x="383495" y="139732"/>
                    <a:pt x="384352" y="139827"/>
                  </a:cubicBezTo>
                  <a:cubicBezTo>
                    <a:pt x="385114" y="139922"/>
                    <a:pt x="386543" y="140208"/>
                    <a:pt x="387210" y="140494"/>
                  </a:cubicBezTo>
                  <a:cubicBezTo>
                    <a:pt x="388067" y="140875"/>
                    <a:pt x="389496" y="142018"/>
                    <a:pt x="390353" y="142399"/>
                  </a:cubicBezTo>
                  <a:cubicBezTo>
                    <a:pt x="391020" y="142685"/>
                    <a:pt x="392544" y="143732"/>
                    <a:pt x="393210" y="143351"/>
                  </a:cubicBezTo>
                  <a:cubicBezTo>
                    <a:pt x="393973" y="142970"/>
                    <a:pt x="394163" y="141161"/>
                    <a:pt x="394353" y="140303"/>
                  </a:cubicBezTo>
                  <a:cubicBezTo>
                    <a:pt x="394544" y="139256"/>
                    <a:pt x="393877" y="137160"/>
                    <a:pt x="394258" y="136303"/>
                  </a:cubicBezTo>
                  <a:cubicBezTo>
                    <a:pt x="394544" y="135731"/>
                    <a:pt x="395592" y="134874"/>
                    <a:pt x="396163" y="134493"/>
                  </a:cubicBezTo>
                  <a:cubicBezTo>
                    <a:pt x="396735" y="134207"/>
                    <a:pt x="398164" y="134207"/>
                    <a:pt x="398544" y="133731"/>
                  </a:cubicBezTo>
                  <a:cubicBezTo>
                    <a:pt x="399021" y="133160"/>
                    <a:pt x="398544" y="131540"/>
                    <a:pt x="398735" y="130874"/>
                  </a:cubicBezTo>
                  <a:cubicBezTo>
                    <a:pt x="398926" y="130016"/>
                    <a:pt x="399592" y="128397"/>
                    <a:pt x="400259" y="127826"/>
                  </a:cubicBezTo>
                  <a:cubicBezTo>
                    <a:pt x="400640" y="127540"/>
                    <a:pt x="401688" y="127635"/>
                    <a:pt x="401973" y="127254"/>
                  </a:cubicBezTo>
                  <a:cubicBezTo>
                    <a:pt x="402450" y="126492"/>
                    <a:pt x="401402" y="124682"/>
                    <a:pt x="401592" y="123825"/>
                  </a:cubicBezTo>
                  <a:cubicBezTo>
                    <a:pt x="401783" y="122873"/>
                    <a:pt x="402926" y="121158"/>
                    <a:pt x="403593" y="120587"/>
                  </a:cubicBezTo>
                  <a:cubicBezTo>
                    <a:pt x="404069" y="120206"/>
                    <a:pt x="405593" y="120206"/>
                    <a:pt x="405784" y="119634"/>
                  </a:cubicBezTo>
                  <a:cubicBezTo>
                    <a:pt x="405974" y="119158"/>
                    <a:pt x="404641" y="118396"/>
                    <a:pt x="404545" y="117824"/>
                  </a:cubicBezTo>
                  <a:cubicBezTo>
                    <a:pt x="404450" y="117253"/>
                    <a:pt x="404831" y="116015"/>
                    <a:pt x="405212" y="115443"/>
                  </a:cubicBezTo>
                  <a:cubicBezTo>
                    <a:pt x="405593" y="114967"/>
                    <a:pt x="406736" y="114586"/>
                    <a:pt x="407117" y="114205"/>
                  </a:cubicBezTo>
                  <a:cubicBezTo>
                    <a:pt x="407403" y="113824"/>
                    <a:pt x="407879" y="112681"/>
                    <a:pt x="407689" y="112204"/>
                  </a:cubicBezTo>
                  <a:cubicBezTo>
                    <a:pt x="407403" y="111633"/>
                    <a:pt x="405688" y="111824"/>
                    <a:pt x="405497" y="111252"/>
                  </a:cubicBezTo>
                  <a:cubicBezTo>
                    <a:pt x="405307" y="110681"/>
                    <a:pt x="406164" y="109538"/>
                    <a:pt x="406546" y="108966"/>
                  </a:cubicBezTo>
                  <a:cubicBezTo>
                    <a:pt x="406831" y="108490"/>
                    <a:pt x="407498" y="107442"/>
                    <a:pt x="408069" y="107252"/>
                  </a:cubicBezTo>
                  <a:cubicBezTo>
                    <a:pt x="408641" y="107061"/>
                    <a:pt x="409879" y="107347"/>
                    <a:pt x="410355" y="107633"/>
                  </a:cubicBezTo>
                  <a:cubicBezTo>
                    <a:pt x="410737" y="107918"/>
                    <a:pt x="410832" y="109157"/>
                    <a:pt x="411308" y="109442"/>
                  </a:cubicBezTo>
                  <a:cubicBezTo>
                    <a:pt x="411975" y="109823"/>
                    <a:pt x="413880" y="109061"/>
                    <a:pt x="414356" y="109633"/>
                  </a:cubicBezTo>
                  <a:cubicBezTo>
                    <a:pt x="414642" y="109919"/>
                    <a:pt x="414546" y="110966"/>
                    <a:pt x="414261" y="111347"/>
                  </a:cubicBezTo>
                  <a:cubicBezTo>
                    <a:pt x="413975" y="111824"/>
                    <a:pt x="412641" y="112204"/>
                    <a:pt x="412165" y="112586"/>
                  </a:cubicBezTo>
                  <a:cubicBezTo>
                    <a:pt x="411784" y="112967"/>
                    <a:pt x="411213" y="113919"/>
                    <a:pt x="411213" y="114395"/>
                  </a:cubicBezTo>
                  <a:cubicBezTo>
                    <a:pt x="411213" y="115062"/>
                    <a:pt x="411880" y="116396"/>
                    <a:pt x="412356" y="116872"/>
                  </a:cubicBezTo>
                  <a:cubicBezTo>
                    <a:pt x="413308" y="117634"/>
                    <a:pt x="415880" y="117920"/>
                    <a:pt x="417118" y="118205"/>
                  </a:cubicBezTo>
                  <a:cubicBezTo>
                    <a:pt x="417880" y="118396"/>
                    <a:pt x="419500" y="118777"/>
                    <a:pt x="420262" y="119063"/>
                  </a:cubicBezTo>
                  <a:cubicBezTo>
                    <a:pt x="421023" y="119348"/>
                    <a:pt x="422166" y="120491"/>
                    <a:pt x="422928" y="120587"/>
                  </a:cubicBezTo>
                  <a:cubicBezTo>
                    <a:pt x="424071" y="120872"/>
                    <a:pt x="426357" y="120587"/>
                    <a:pt x="427405" y="120206"/>
                  </a:cubicBezTo>
                  <a:cubicBezTo>
                    <a:pt x="427977" y="119920"/>
                    <a:pt x="428929" y="118777"/>
                    <a:pt x="429501" y="118586"/>
                  </a:cubicBezTo>
                  <a:cubicBezTo>
                    <a:pt x="430548" y="118205"/>
                    <a:pt x="432835" y="118205"/>
                    <a:pt x="433787" y="118586"/>
                  </a:cubicBezTo>
                  <a:cubicBezTo>
                    <a:pt x="434454" y="118872"/>
                    <a:pt x="435121" y="120206"/>
                    <a:pt x="435787" y="120491"/>
                  </a:cubicBezTo>
                  <a:cubicBezTo>
                    <a:pt x="436454" y="120777"/>
                    <a:pt x="437978" y="120872"/>
                    <a:pt x="438740" y="120587"/>
                  </a:cubicBezTo>
                  <a:cubicBezTo>
                    <a:pt x="439692" y="120301"/>
                    <a:pt x="440931" y="118491"/>
                    <a:pt x="441883" y="118301"/>
                  </a:cubicBezTo>
                  <a:cubicBezTo>
                    <a:pt x="442836" y="118110"/>
                    <a:pt x="444646" y="119539"/>
                    <a:pt x="445598" y="119348"/>
                  </a:cubicBezTo>
                  <a:cubicBezTo>
                    <a:pt x="446741" y="119063"/>
                    <a:pt x="448075" y="117062"/>
                    <a:pt x="448932" y="116300"/>
                  </a:cubicBezTo>
                  <a:cubicBezTo>
                    <a:pt x="449408" y="115919"/>
                    <a:pt x="450456" y="115157"/>
                    <a:pt x="450741" y="114681"/>
                  </a:cubicBezTo>
                  <a:cubicBezTo>
                    <a:pt x="451123" y="114110"/>
                    <a:pt x="451503" y="112681"/>
                    <a:pt x="451408" y="112014"/>
                  </a:cubicBezTo>
                  <a:cubicBezTo>
                    <a:pt x="451313" y="111538"/>
                    <a:pt x="450741" y="110585"/>
                    <a:pt x="450360" y="110300"/>
                  </a:cubicBezTo>
                  <a:cubicBezTo>
                    <a:pt x="449789" y="109919"/>
                    <a:pt x="448075" y="110204"/>
                    <a:pt x="447598" y="109633"/>
                  </a:cubicBezTo>
                  <a:cubicBezTo>
                    <a:pt x="447312" y="109442"/>
                    <a:pt x="447122" y="108680"/>
                    <a:pt x="447217" y="108395"/>
                  </a:cubicBezTo>
                  <a:cubicBezTo>
                    <a:pt x="447408" y="107823"/>
                    <a:pt x="448360" y="107156"/>
                    <a:pt x="448837" y="106871"/>
                  </a:cubicBezTo>
                  <a:cubicBezTo>
                    <a:pt x="449504" y="106585"/>
                    <a:pt x="450837" y="106871"/>
                    <a:pt x="451503" y="106775"/>
                  </a:cubicBezTo>
                  <a:cubicBezTo>
                    <a:pt x="451885" y="106775"/>
                    <a:pt x="452742" y="106775"/>
                    <a:pt x="452932" y="106394"/>
                  </a:cubicBezTo>
                  <a:cubicBezTo>
                    <a:pt x="453218" y="105918"/>
                    <a:pt x="452742" y="104775"/>
                    <a:pt x="452361" y="104394"/>
                  </a:cubicBezTo>
                  <a:cubicBezTo>
                    <a:pt x="451885" y="103918"/>
                    <a:pt x="450170" y="103918"/>
                    <a:pt x="449598" y="103537"/>
                  </a:cubicBezTo>
                  <a:cubicBezTo>
                    <a:pt x="449217" y="103251"/>
                    <a:pt x="448265" y="102584"/>
                    <a:pt x="448170" y="102108"/>
                  </a:cubicBezTo>
                  <a:cubicBezTo>
                    <a:pt x="448170" y="101727"/>
                    <a:pt x="448741" y="100965"/>
                    <a:pt x="449122" y="100775"/>
                  </a:cubicBezTo>
                  <a:cubicBezTo>
                    <a:pt x="449884" y="100394"/>
                    <a:pt x="451694" y="100775"/>
                    <a:pt x="452551" y="100584"/>
                  </a:cubicBezTo>
                  <a:cubicBezTo>
                    <a:pt x="453218" y="100489"/>
                    <a:pt x="454647" y="100489"/>
                    <a:pt x="455218" y="100108"/>
                  </a:cubicBezTo>
                  <a:cubicBezTo>
                    <a:pt x="455599" y="99727"/>
                    <a:pt x="455694" y="98584"/>
                    <a:pt x="455980" y="98108"/>
                  </a:cubicBezTo>
                  <a:cubicBezTo>
                    <a:pt x="456361" y="97441"/>
                    <a:pt x="457314" y="96107"/>
                    <a:pt x="457980" y="95726"/>
                  </a:cubicBezTo>
                  <a:cubicBezTo>
                    <a:pt x="459219" y="95155"/>
                    <a:pt x="461886" y="95345"/>
                    <a:pt x="463220" y="95536"/>
                  </a:cubicBezTo>
                  <a:cubicBezTo>
                    <a:pt x="464172" y="95726"/>
                    <a:pt x="465886" y="96965"/>
                    <a:pt x="466839" y="96869"/>
                  </a:cubicBezTo>
                  <a:cubicBezTo>
                    <a:pt x="467505" y="96774"/>
                    <a:pt x="468554" y="95631"/>
                    <a:pt x="468934" y="95155"/>
                  </a:cubicBezTo>
                  <a:cubicBezTo>
                    <a:pt x="469506" y="94202"/>
                    <a:pt x="469791" y="92107"/>
                    <a:pt x="470077" y="91059"/>
                  </a:cubicBezTo>
                  <a:cubicBezTo>
                    <a:pt x="470363" y="90107"/>
                    <a:pt x="470649" y="88202"/>
                    <a:pt x="471125" y="87440"/>
                  </a:cubicBezTo>
                  <a:cubicBezTo>
                    <a:pt x="471506" y="86868"/>
                    <a:pt x="472649" y="85916"/>
                    <a:pt x="473125" y="85344"/>
                  </a:cubicBezTo>
                  <a:cubicBezTo>
                    <a:pt x="473601" y="84773"/>
                    <a:pt x="474364" y="83439"/>
                    <a:pt x="475030" y="83153"/>
                  </a:cubicBezTo>
                  <a:cubicBezTo>
                    <a:pt x="476554" y="82487"/>
                    <a:pt x="480174" y="82963"/>
                    <a:pt x="481888" y="83153"/>
                  </a:cubicBezTo>
                  <a:cubicBezTo>
                    <a:pt x="482841" y="83249"/>
                    <a:pt x="484651" y="83820"/>
                    <a:pt x="485603" y="84106"/>
                  </a:cubicBezTo>
                  <a:cubicBezTo>
                    <a:pt x="486555" y="84392"/>
                    <a:pt x="488556" y="84868"/>
                    <a:pt x="489413" y="85344"/>
                  </a:cubicBezTo>
                  <a:cubicBezTo>
                    <a:pt x="490270" y="85916"/>
                    <a:pt x="491699" y="87440"/>
                    <a:pt x="492366" y="88202"/>
                  </a:cubicBezTo>
                  <a:cubicBezTo>
                    <a:pt x="493032" y="88964"/>
                    <a:pt x="494176" y="90964"/>
                    <a:pt x="495033" y="91535"/>
                  </a:cubicBezTo>
                  <a:cubicBezTo>
                    <a:pt x="496176" y="92202"/>
                    <a:pt x="498748" y="92774"/>
                    <a:pt x="499986" y="92583"/>
                  </a:cubicBezTo>
                  <a:cubicBezTo>
                    <a:pt x="500557" y="92488"/>
                    <a:pt x="501320" y="91345"/>
                    <a:pt x="501891" y="91250"/>
                  </a:cubicBezTo>
                  <a:cubicBezTo>
                    <a:pt x="502653" y="91059"/>
                    <a:pt x="504272" y="91916"/>
                    <a:pt x="505034" y="91726"/>
                  </a:cubicBezTo>
                  <a:cubicBezTo>
                    <a:pt x="505796" y="91535"/>
                    <a:pt x="506654" y="90107"/>
                    <a:pt x="507415" y="89821"/>
                  </a:cubicBezTo>
                  <a:cubicBezTo>
                    <a:pt x="508177" y="89535"/>
                    <a:pt x="510082" y="90011"/>
                    <a:pt x="510845" y="89630"/>
                  </a:cubicBezTo>
                  <a:cubicBezTo>
                    <a:pt x="511511" y="89249"/>
                    <a:pt x="512178" y="87535"/>
                    <a:pt x="512844" y="87249"/>
                  </a:cubicBezTo>
                  <a:cubicBezTo>
                    <a:pt x="514083" y="86773"/>
                    <a:pt x="516940" y="87058"/>
                    <a:pt x="517988" y="87821"/>
                  </a:cubicBezTo>
                  <a:cubicBezTo>
                    <a:pt x="518560" y="88202"/>
                    <a:pt x="519321" y="89821"/>
                    <a:pt x="519417" y="90583"/>
                  </a:cubicBezTo>
                  <a:cubicBezTo>
                    <a:pt x="519512" y="91535"/>
                    <a:pt x="519131" y="93440"/>
                    <a:pt x="518560" y="94107"/>
                  </a:cubicBezTo>
                  <a:cubicBezTo>
                    <a:pt x="518083" y="94679"/>
                    <a:pt x="516369" y="94583"/>
                    <a:pt x="515797" y="95155"/>
                  </a:cubicBezTo>
                  <a:cubicBezTo>
                    <a:pt x="515321" y="95631"/>
                    <a:pt x="514559" y="97060"/>
                    <a:pt x="514654" y="97727"/>
                  </a:cubicBezTo>
                  <a:cubicBezTo>
                    <a:pt x="514750" y="98489"/>
                    <a:pt x="515892" y="99822"/>
                    <a:pt x="516655" y="100203"/>
                  </a:cubicBezTo>
                  <a:cubicBezTo>
                    <a:pt x="517702" y="100679"/>
                    <a:pt x="520560" y="99060"/>
                    <a:pt x="521226" y="100013"/>
                  </a:cubicBezTo>
                  <a:cubicBezTo>
                    <a:pt x="521703" y="100584"/>
                    <a:pt x="519988" y="102203"/>
                    <a:pt x="520274" y="102965"/>
                  </a:cubicBezTo>
                  <a:cubicBezTo>
                    <a:pt x="520655" y="103727"/>
                    <a:pt x="522655" y="104204"/>
                    <a:pt x="523512" y="104204"/>
                  </a:cubicBezTo>
                  <a:cubicBezTo>
                    <a:pt x="524560" y="104204"/>
                    <a:pt x="526465" y="102394"/>
                    <a:pt x="527418" y="102679"/>
                  </a:cubicBezTo>
                  <a:cubicBezTo>
                    <a:pt x="527894" y="102870"/>
                    <a:pt x="528466" y="103823"/>
                    <a:pt x="528466" y="104299"/>
                  </a:cubicBezTo>
                  <a:cubicBezTo>
                    <a:pt x="528561" y="104966"/>
                    <a:pt x="527323" y="106204"/>
                    <a:pt x="527418" y="106871"/>
                  </a:cubicBezTo>
                  <a:cubicBezTo>
                    <a:pt x="527513" y="107442"/>
                    <a:pt x="528751" y="108204"/>
                    <a:pt x="528846" y="108776"/>
                  </a:cubicBezTo>
                  <a:cubicBezTo>
                    <a:pt x="528942" y="109442"/>
                    <a:pt x="527894" y="110585"/>
                    <a:pt x="528085" y="111157"/>
                  </a:cubicBezTo>
                  <a:cubicBezTo>
                    <a:pt x="528275" y="111824"/>
                    <a:pt x="529513" y="112681"/>
                    <a:pt x="530085" y="112967"/>
                  </a:cubicBezTo>
                  <a:cubicBezTo>
                    <a:pt x="531038" y="113348"/>
                    <a:pt x="533133" y="113062"/>
                    <a:pt x="534085" y="113538"/>
                  </a:cubicBezTo>
                  <a:cubicBezTo>
                    <a:pt x="534943" y="114014"/>
                    <a:pt x="536562" y="116300"/>
                    <a:pt x="536657" y="116491"/>
                  </a:cubicBezTo>
                  <a:cubicBezTo>
                    <a:pt x="536752" y="116681"/>
                    <a:pt x="535895" y="119158"/>
                    <a:pt x="535895" y="120015"/>
                  </a:cubicBezTo>
                  <a:cubicBezTo>
                    <a:pt x="535895" y="120587"/>
                    <a:pt x="536562" y="121729"/>
                    <a:pt x="536562" y="122396"/>
                  </a:cubicBezTo>
                  <a:cubicBezTo>
                    <a:pt x="536562" y="123063"/>
                    <a:pt x="535895" y="124206"/>
                    <a:pt x="535990" y="124873"/>
                  </a:cubicBezTo>
                  <a:cubicBezTo>
                    <a:pt x="536085" y="125349"/>
                    <a:pt x="536848" y="126111"/>
                    <a:pt x="537228" y="126302"/>
                  </a:cubicBezTo>
                  <a:cubicBezTo>
                    <a:pt x="537895" y="126683"/>
                    <a:pt x="539420" y="126587"/>
                    <a:pt x="540086" y="126683"/>
                  </a:cubicBezTo>
                  <a:cubicBezTo>
                    <a:pt x="540657" y="126778"/>
                    <a:pt x="541705" y="127159"/>
                    <a:pt x="542658" y="127445"/>
                  </a:cubicBezTo>
                  <a:cubicBezTo>
                    <a:pt x="541991" y="127826"/>
                    <a:pt x="541134" y="128302"/>
                    <a:pt x="540657" y="128683"/>
                  </a:cubicBezTo>
                  <a:cubicBezTo>
                    <a:pt x="539991" y="129254"/>
                    <a:pt x="539038" y="130683"/>
                    <a:pt x="538657" y="131540"/>
                  </a:cubicBezTo>
                  <a:cubicBezTo>
                    <a:pt x="538276" y="132588"/>
                    <a:pt x="538181" y="134969"/>
                    <a:pt x="538086" y="136017"/>
                  </a:cubicBezTo>
                  <a:cubicBezTo>
                    <a:pt x="537991" y="137255"/>
                    <a:pt x="538467" y="139637"/>
                    <a:pt x="538181" y="140875"/>
                  </a:cubicBezTo>
                  <a:cubicBezTo>
                    <a:pt x="537991" y="141732"/>
                    <a:pt x="536848" y="143351"/>
                    <a:pt x="536657" y="144209"/>
                  </a:cubicBezTo>
                  <a:cubicBezTo>
                    <a:pt x="536276" y="145828"/>
                    <a:pt x="536276" y="149162"/>
                    <a:pt x="536276" y="150876"/>
                  </a:cubicBezTo>
                  <a:cubicBezTo>
                    <a:pt x="536276" y="151924"/>
                    <a:pt x="536371" y="154115"/>
                    <a:pt x="536276" y="155162"/>
                  </a:cubicBezTo>
                  <a:cubicBezTo>
                    <a:pt x="536181" y="156020"/>
                    <a:pt x="535609" y="158591"/>
                    <a:pt x="535609" y="158591"/>
                  </a:cubicBezTo>
                  <a:lnTo>
                    <a:pt x="463981" y="123349"/>
                  </a:lnTo>
                  <a:cubicBezTo>
                    <a:pt x="463981" y="123349"/>
                    <a:pt x="464743" y="127064"/>
                    <a:pt x="464648" y="128302"/>
                  </a:cubicBezTo>
                  <a:cubicBezTo>
                    <a:pt x="464553" y="128969"/>
                    <a:pt x="463410" y="130207"/>
                    <a:pt x="463600" y="130874"/>
                  </a:cubicBezTo>
                  <a:cubicBezTo>
                    <a:pt x="463791" y="131636"/>
                    <a:pt x="465696" y="132112"/>
                    <a:pt x="466172" y="132779"/>
                  </a:cubicBezTo>
                  <a:cubicBezTo>
                    <a:pt x="466648" y="133541"/>
                    <a:pt x="467029" y="135350"/>
                    <a:pt x="466934" y="136208"/>
                  </a:cubicBezTo>
                  <a:cubicBezTo>
                    <a:pt x="466839" y="136684"/>
                    <a:pt x="465791" y="137446"/>
                    <a:pt x="465886" y="137922"/>
                  </a:cubicBezTo>
                  <a:cubicBezTo>
                    <a:pt x="465982" y="138398"/>
                    <a:pt x="467220" y="138779"/>
                    <a:pt x="467505" y="139160"/>
                  </a:cubicBezTo>
                  <a:cubicBezTo>
                    <a:pt x="468172" y="140399"/>
                    <a:pt x="468172" y="143447"/>
                    <a:pt x="467887" y="144875"/>
                  </a:cubicBezTo>
                  <a:cubicBezTo>
                    <a:pt x="467696" y="145923"/>
                    <a:pt x="466934" y="147828"/>
                    <a:pt x="466362" y="148685"/>
                  </a:cubicBezTo>
                  <a:cubicBezTo>
                    <a:pt x="465791" y="149447"/>
                    <a:pt x="464076" y="150495"/>
                    <a:pt x="463505" y="151257"/>
                  </a:cubicBezTo>
                  <a:cubicBezTo>
                    <a:pt x="463029" y="151924"/>
                    <a:pt x="461791" y="153353"/>
                    <a:pt x="462076" y="154115"/>
                  </a:cubicBezTo>
                  <a:cubicBezTo>
                    <a:pt x="462362" y="155258"/>
                    <a:pt x="465505" y="155734"/>
                    <a:pt x="466077" y="156782"/>
                  </a:cubicBezTo>
                  <a:cubicBezTo>
                    <a:pt x="466458" y="157544"/>
                    <a:pt x="466553" y="159353"/>
                    <a:pt x="466172" y="160115"/>
                  </a:cubicBezTo>
                  <a:cubicBezTo>
                    <a:pt x="465696" y="161258"/>
                    <a:pt x="462647" y="162116"/>
                    <a:pt x="462267" y="163259"/>
                  </a:cubicBezTo>
                  <a:cubicBezTo>
                    <a:pt x="461886" y="164211"/>
                    <a:pt x="462457" y="166307"/>
                    <a:pt x="463029" y="167069"/>
                  </a:cubicBezTo>
                  <a:cubicBezTo>
                    <a:pt x="463600" y="167831"/>
                    <a:pt x="465982" y="168116"/>
                    <a:pt x="466458" y="168974"/>
                  </a:cubicBezTo>
                  <a:cubicBezTo>
                    <a:pt x="466934" y="169736"/>
                    <a:pt x="466839" y="171641"/>
                    <a:pt x="466553" y="172498"/>
                  </a:cubicBezTo>
                  <a:cubicBezTo>
                    <a:pt x="466267" y="173450"/>
                    <a:pt x="464839" y="174879"/>
                    <a:pt x="464457" y="175736"/>
                  </a:cubicBezTo>
                  <a:cubicBezTo>
                    <a:pt x="464076" y="176498"/>
                    <a:pt x="464076" y="178308"/>
                    <a:pt x="463505" y="178879"/>
                  </a:cubicBezTo>
                  <a:cubicBezTo>
                    <a:pt x="463029" y="179451"/>
                    <a:pt x="461219" y="179737"/>
                    <a:pt x="460648" y="180213"/>
                  </a:cubicBezTo>
                  <a:cubicBezTo>
                    <a:pt x="459695" y="181070"/>
                    <a:pt x="458266" y="183261"/>
                    <a:pt x="457790" y="184309"/>
                  </a:cubicBezTo>
                  <a:cubicBezTo>
                    <a:pt x="457409" y="185166"/>
                    <a:pt x="457314" y="187262"/>
                    <a:pt x="456742" y="188024"/>
                  </a:cubicBezTo>
                  <a:cubicBezTo>
                    <a:pt x="456361" y="188595"/>
                    <a:pt x="454837" y="189262"/>
                    <a:pt x="454361" y="189833"/>
                  </a:cubicBezTo>
                  <a:cubicBezTo>
                    <a:pt x="453695" y="190691"/>
                    <a:pt x="452551" y="192977"/>
                    <a:pt x="453028" y="194024"/>
                  </a:cubicBezTo>
                  <a:cubicBezTo>
                    <a:pt x="453313" y="194596"/>
                    <a:pt x="455123" y="194501"/>
                    <a:pt x="455504" y="195072"/>
                  </a:cubicBezTo>
                  <a:cubicBezTo>
                    <a:pt x="456076" y="196215"/>
                    <a:pt x="454742" y="198692"/>
                    <a:pt x="454361" y="199835"/>
                  </a:cubicBezTo>
                  <a:cubicBezTo>
                    <a:pt x="453980" y="200978"/>
                    <a:pt x="453695" y="203549"/>
                    <a:pt x="452742" y="204216"/>
                  </a:cubicBezTo>
                  <a:cubicBezTo>
                    <a:pt x="452170" y="204597"/>
                    <a:pt x="450741" y="204026"/>
                    <a:pt x="450075" y="204121"/>
                  </a:cubicBezTo>
                  <a:cubicBezTo>
                    <a:pt x="449217" y="204311"/>
                    <a:pt x="447408" y="204883"/>
                    <a:pt x="446741" y="205454"/>
                  </a:cubicBezTo>
                  <a:cubicBezTo>
                    <a:pt x="445979" y="206312"/>
                    <a:pt x="445884" y="208788"/>
                    <a:pt x="445503" y="209931"/>
                  </a:cubicBezTo>
                  <a:cubicBezTo>
                    <a:pt x="445217" y="210788"/>
                    <a:pt x="444455" y="212408"/>
                    <a:pt x="443979" y="213265"/>
                  </a:cubicBezTo>
                  <a:cubicBezTo>
                    <a:pt x="443407" y="214217"/>
                    <a:pt x="442645" y="216884"/>
                    <a:pt x="441502" y="216884"/>
                  </a:cubicBezTo>
                  <a:cubicBezTo>
                    <a:pt x="440835" y="216884"/>
                    <a:pt x="440264" y="215360"/>
                    <a:pt x="439883" y="214789"/>
                  </a:cubicBezTo>
                  <a:cubicBezTo>
                    <a:pt x="439502" y="214217"/>
                    <a:pt x="439407" y="212408"/>
                    <a:pt x="438740" y="212217"/>
                  </a:cubicBezTo>
                  <a:cubicBezTo>
                    <a:pt x="437883" y="212027"/>
                    <a:pt x="436644" y="213836"/>
                    <a:pt x="436168" y="214598"/>
                  </a:cubicBezTo>
                  <a:cubicBezTo>
                    <a:pt x="435501" y="215646"/>
                    <a:pt x="435406" y="218218"/>
                    <a:pt x="434835" y="219266"/>
                  </a:cubicBezTo>
                  <a:cubicBezTo>
                    <a:pt x="434454" y="219837"/>
                    <a:pt x="432835" y="221171"/>
                    <a:pt x="432835" y="221171"/>
                  </a:cubicBezTo>
                  <a:lnTo>
                    <a:pt x="427501" y="243650"/>
                  </a:lnTo>
                  <a:lnTo>
                    <a:pt x="410451" y="232886"/>
                  </a:lnTo>
                  <a:cubicBezTo>
                    <a:pt x="410451" y="232886"/>
                    <a:pt x="408260" y="236506"/>
                    <a:pt x="407879" y="237839"/>
                  </a:cubicBezTo>
                  <a:cubicBezTo>
                    <a:pt x="407498" y="239078"/>
                    <a:pt x="407974" y="241745"/>
                    <a:pt x="407307" y="242792"/>
                  </a:cubicBezTo>
                  <a:cubicBezTo>
                    <a:pt x="406926" y="243364"/>
                    <a:pt x="405403" y="243554"/>
                    <a:pt x="405021" y="244031"/>
                  </a:cubicBezTo>
                  <a:cubicBezTo>
                    <a:pt x="404355" y="245174"/>
                    <a:pt x="404926" y="248031"/>
                    <a:pt x="404641" y="249269"/>
                  </a:cubicBezTo>
                  <a:cubicBezTo>
                    <a:pt x="404450" y="250127"/>
                    <a:pt x="403307" y="251555"/>
                    <a:pt x="403116" y="252413"/>
                  </a:cubicBezTo>
                  <a:cubicBezTo>
                    <a:pt x="402831" y="253365"/>
                    <a:pt x="402545" y="255556"/>
                    <a:pt x="402831" y="256508"/>
                  </a:cubicBezTo>
                  <a:cubicBezTo>
                    <a:pt x="403212" y="257651"/>
                    <a:pt x="405403" y="259175"/>
                    <a:pt x="405593" y="260318"/>
                  </a:cubicBezTo>
                  <a:cubicBezTo>
                    <a:pt x="405879" y="261271"/>
                    <a:pt x="405688" y="263557"/>
                    <a:pt x="405021" y="264319"/>
                  </a:cubicBezTo>
                  <a:cubicBezTo>
                    <a:pt x="404450" y="264890"/>
                    <a:pt x="402545" y="264509"/>
                    <a:pt x="401879" y="265081"/>
                  </a:cubicBezTo>
                  <a:cubicBezTo>
                    <a:pt x="401212" y="265557"/>
                    <a:pt x="400545" y="267272"/>
                    <a:pt x="400164" y="268034"/>
                  </a:cubicBezTo>
                  <a:cubicBezTo>
                    <a:pt x="399592" y="269272"/>
                    <a:pt x="398544" y="271844"/>
                    <a:pt x="398354" y="273272"/>
                  </a:cubicBezTo>
                  <a:cubicBezTo>
                    <a:pt x="398164" y="274320"/>
                    <a:pt x="398640" y="276511"/>
                    <a:pt x="398640" y="277654"/>
                  </a:cubicBezTo>
                  <a:cubicBezTo>
                    <a:pt x="398640" y="279083"/>
                    <a:pt x="398830" y="281845"/>
                    <a:pt x="398354" y="283178"/>
                  </a:cubicBezTo>
                  <a:cubicBezTo>
                    <a:pt x="398068" y="283940"/>
                    <a:pt x="396735" y="285083"/>
                    <a:pt x="396545" y="285845"/>
                  </a:cubicBezTo>
                  <a:cubicBezTo>
                    <a:pt x="396354" y="286512"/>
                    <a:pt x="396354" y="287846"/>
                    <a:pt x="396354" y="288512"/>
                  </a:cubicBezTo>
                  <a:cubicBezTo>
                    <a:pt x="396354" y="290036"/>
                    <a:pt x="397021" y="293084"/>
                    <a:pt x="396545" y="294418"/>
                  </a:cubicBezTo>
                  <a:cubicBezTo>
                    <a:pt x="396163" y="295275"/>
                    <a:pt x="394544" y="296228"/>
                    <a:pt x="393973" y="296990"/>
                  </a:cubicBezTo>
                  <a:cubicBezTo>
                    <a:pt x="393591" y="297656"/>
                    <a:pt x="393210" y="299276"/>
                    <a:pt x="392830" y="299942"/>
                  </a:cubicBezTo>
                  <a:cubicBezTo>
                    <a:pt x="392354" y="301085"/>
                    <a:pt x="390925" y="303276"/>
                    <a:pt x="390258" y="304514"/>
                  </a:cubicBezTo>
                  <a:cubicBezTo>
                    <a:pt x="389877" y="305372"/>
                    <a:pt x="388734" y="307943"/>
                    <a:pt x="388734" y="307943"/>
                  </a:cubicBezTo>
                  <a:lnTo>
                    <a:pt x="366636" y="306324"/>
                  </a:lnTo>
                  <a:lnTo>
                    <a:pt x="356253" y="292989"/>
                  </a:lnTo>
                  <a:lnTo>
                    <a:pt x="341871" y="289560"/>
                  </a:lnTo>
                  <a:cubicBezTo>
                    <a:pt x="341871" y="289560"/>
                    <a:pt x="342347" y="292132"/>
                    <a:pt x="342157" y="292989"/>
                  </a:cubicBezTo>
                  <a:cubicBezTo>
                    <a:pt x="342061" y="293751"/>
                    <a:pt x="340918" y="294989"/>
                    <a:pt x="340918" y="295751"/>
                  </a:cubicBezTo>
                  <a:cubicBezTo>
                    <a:pt x="340918" y="296704"/>
                    <a:pt x="342252" y="298228"/>
                    <a:pt x="342537" y="299180"/>
                  </a:cubicBezTo>
                  <a:cubicBezTo>
                    <a:pt x="342728" y="300038"/>
                    <a:pt x="343395" y="301847"/>
                    <a:pt x="342919" y="302609"/>
                  </a:cubicBezTo>
                  <a:cubicBezTo>
                    <a:pt x="342537" y="303276"/>
                    <a:pt x="340632" y="303371"/>
                    <a:pt x="340156" y="304038"/>
                  </a:cubicBezTo>
                  <a:cubicBezTo>
                    <a:pt x="339680" y="304514"/>
                    <a:pt x="339489" y="306038"/>
                    <a:pt x="339489" y="306705"/>
                  </a:cubicBezTo>
                  <a:cubicBezTo>
                    <a:pt x="339585" y="307943"/>
                    <a:pt x="341299" y="310039"/>
                    <a:pt x="341680" y="311277"/>
                  </a:cubicBezTo>
                  <a:cubicBezTo>
                    <a:pt x="342061" y="312230"/>
                    <a:pt x="343014" y="314135"/>
                    <a:pt x="342728" y="315087"/>
                  </a:cubicBezTo>
                  <a:cubicBezTo>
                    <a:pt x="342442" y="316040"/>
                    <a:pt x="340442" y="316992"/>
                    <a:pt x="340061" y="317945"/>
                  </a:cubicBezTo>
                  <a:cubicBezTo>
                    <a:pt x="339775" y="318707"/>
                    <a:pt x="340156" y="320326"/>
                    <a:pt x="340156" y="321088"/>
                  </a:cubicBezTo>
                  <a:cubicBezTo>
                    <a:pt x="340156" y="322421"/>
                    <a:pt x="340632" y="325565"/>
                    <a:pt x="339775" y="326612"/>
                  </a:cubicBezTo>
                  <a:cubicBezTo>
                    <a:pt x="339299" y="327089"/>
                    <a:pt x="337680" y="326898"/>
                    <a:pt x="337108" y="327374"/>
                  </a:cubicBezTo>
                  <a:cubicBezTo>
                    <a:pt x="336632" y="327755"/>
                    <a:pt x="336060" y="328994"/>
                    <a:pt x="335965" y="329660"/>
                  </a:cubicBezTo>
                  <a:cubicBezTo>
                    <a:pt x="335775" y="330327"/>
                    <a:pt x="336346" y="331851"/>
                    <a:pt x="335965" y="332423"/>
                  </a:cubicBezTo>
                  <a:cubicBezTo>
                    <a:pt x="335394" y="333375"/>
                    <a:pt x="332822" y="333756"/>
                    <a:pt x="332251" y="334613"/>
                  </a:cubicBezTo>
                  <a:cubicBezTo>
                    <a:pt x="331774" y="335280"/>
                    <a:pt x="331203" y="337280"/>
                    <a:pt x="331679" y="338042"/>
                  </a:cubicBezTo>
                  <a:cubicBezTo>
                    <a:pt x="332155" y="338804"/>
                    <a:pt x="334537" y="338233"/>
                    <a:pt x="335204" y="338900"/>
                  </a:cubicBezTo>
                  <a:cubicBezTo>
                    <a:pt x="335965" y="339662"/>
                    <a:pt x="336156" y="342138"/>
                    <a:pt x="335870" y="343186"/>
                  </a:cubicBezTo>
                  <a:cubicBezTo>
                    <a:pt x="335489" y="344329"/>
                    <a:pt x="333584" y="345948"/>
                    <a:pt x="332822" y="346805"/>
                  </a:cubicBezTo>
                  <a:cubicBezTo>
                    <a:pt x="331679" y="348044"/>
                    <a:pt x="329107" y="350139"/>
                    <a:pt x="327964" y="351377"/>
                  </a:cubicBezTo>
                  <a:cubicBezTo>
                    <a:pt x="326916" y="352520"/>
                    <a:pt x="324726" y="354711"/>
                    <a:pt x="324154" y="356140"/>
                  </a:cubicBezTo>
                  <a:cubicBezTo>
                    <a:pt x="323964" y="356616"/>
                    <a:pt x="323869" y="357854"/>
                    <a:pt x="323869" y="358331"/>
                  </a:cubicBezTo>
                  <a:cubicBezTo>
                    <a:pt x="323869" y="359474"/>
                    <a:pt x="324630" y="361664"/>
                    <a:pt x="324630" y="362807"/>
                  </a:cubicBezTo>
                  <a:cubicBezTo>
                    <a:pt x="324630" y="363379"/>
                    <a:pt x="324345" y="364617"/>
                    <a:pt x="324154" y="365093"/>
                  </a:cubicBezTo>
                  <a:cubicBezTo>
                    <a:pt x="323773" y="365760"/>
                    <a:pt x="322154" y="366617"/>
                    <a:pt x="322154" y="367379"/>
                  </a:cubicBezTo>
                  <a:cubicBezTo>
                    <a:pt x="322154" y="368237"/>
                    <a:pt x="324154" y="369189"/>
                    <a:pt x="324440" y="370046"/>
                  </a:cubicBezTo>
                  <a:cubicBezTo>
                    <a:pt x="324726" y="370904"/>
                    <a:pt x="324440" y="372809"/>
                    <a:pt x="324250" y="373666"/>
                  </a:cubicBezTo>
                  <a:cubicBezTo>
                    <a:pt x="323964" y="375190"/>
                    <a:pt x="322726" y="377952"/>
                    <a:pt x="322344" y="379381"/>
                  </a:cubicBezTo>
                  <a:cubicBezTo>
                    <a:pt x="321964" y="380619"/>
                    <a:pt x="321487" y="383096"/>
                    <a:pt x="321106" y="384239"/>
                  </a:cubicBezTo>
                  <a:cubicBezTo>
                    <a:pt x="320630" y="385667"/>
                    <a:pt x="319582" y="388525"/>
                    <a:pt x="319011" y="389954"/>
                  </a:cubicBezTo>
                  <a:cubicBezTo>
                    <a:pt x="318439" y="391382"/>
                    <a:pt x="317106" y="394240"/>
                    <a:pt x="316344" y="395669"/>
                  </a:cubicBezTo>
                  <a:cubicBezTo>
                    <a:pt x="315296" y="397478"/>
                    <a:pt x="313010" y="401003"/>
                    <a:pt x="311962" y="402717"/>
                  </a:cubicBezTo>
                  <a:cubicBezTo>
                    <a:pt x="311105" y="404146"/>
                    <a:pt x="309581" y="407099"/>
                    <a:pt x="308438" y="408337"/>
                  </a:cubicBezTo>
                  <a:cubicBezTo>
                    <a:pt x="307866" y="409004"/>
                    <a:pt x="306247" y="409766"/>
                    <a:pt x="305676" y="410432"/>
                  </a:cubicBezTo>
                  <a:cubicBezTo>
                    <a:pt x="305104" y="411099"/>
                    <a:pt x="304342" y="412623"/>
                    <a:pt x="304152" y="413385"/>
                  </a:cubicBezTo>
                  <a:cubicBezTo>
                    <a:pt x="303961" y="414147"/>
                    <a:pt x="304437" y="415671"/>
                    <a:pt x="304152" y="416338"/>
                  </a:cubicBezTo>
                  <a:cubicBezTo>
                    <a:pt x="303866" y="416909"/>
                    <a:pt x="302628" y="417671"/>
                    <a:pt x="302342" y="418338"/>
                  </a:cubicBezTo>
                  <a:cubicBezTo>
                    <a:pt x="301961" y="419005"/>
                    <a:pt x="301961" y="420719"/>
                    <a:pt x="301675" y="421481"/>
                  </a:cubicBezTo>
                  <a:cubicBezTo>
                    <a:pt x="301485" y="421862"/>
                    <a:pt x="300532" y="422434"/>
                    <a:pt x="300437" y="422910"/>
                  </a:cubicBezTo>
                  <a:cubicBezTo>
                    <a:pt x="300151" y="423672"/>
                    <a:pt x="300532" y="425482"/>
                    <a:pt x="300437" y="426339"/>
                  </a:cubicBezTo>
                  <a:cubicBezTo>
                    <a:pt x="300342" y="427101"/>
                    <a:pt x="300437" y="428816"/>
                    <a:pt x="300056" y="429482"/>
                  </a:cubicBezTo>
                  <a:cubicBezTo>
                    <a:pt x="299770" y="429959"/>
                    <a:pt x="298341" y="429959"/>
                    <a:pt x="298056" y="430530"/>
                  </a:cubicBezTo>
                  <a:cubicBezTo>
                    <a:pt x="297675" y="431197"/>
                    <a:pt x="298151" y="432816"/>
                    <a:pt x="298246" y="433673"/>
                  </a:cubicBezTo>
                  <a:cubicBezTo>
                    <a:pt x="298246" y="434531"/>
                    <a:pt x="298437" y="436150"/>
                    <a:pt x="298246" y="436912"/>
                  </a:cubicBezTo>
                  <a:cubicBezTo>
                    <a:pt x="298056" y="437483"/>
                    <a:pt x="297294" y="438626"/>
                    <a:pt x="297008" y="439198"/>
                  </a:cubicBezTo>
                  <a:cubicBezTo>
                    <a:pt x="296532" y="440055"/>
                    <a:pt x="295294" y="441770"/>
                    <a:pt x="295294" y="442722"/>
                  </a:cubicBezTo>
                  <a:cubicBezTo>
                    <a:pt x="295294" y="443770"/>
                    <a:pt x="296151" y="445675"/>
                    <a:pt x="296722" y="446532"/>
                  </a:cubicBezTo>
                  <a:cubicBezTo>
                    <a:pt x="297198" y="447294"/>
                    <a:pt x="298341" y="448818"/>
                    <a:pt x="299103" y="449199"/>
                  </a:cubicBezTo>
                  <a:cubicBezTo>
                    <a:pt x="299866" y="449580"/>
                    <a:pt x="301675" y="449199"/>
                    <a:pt x="302532" y="449485"/>
                  </a:cubicBezTo>
                  <a:cubicBezTo>
                    <a:pt x="303485" y="449771"/>
                    <a:pt x="305676" y="450437"/>
                    <a:pt x="306057" y="451295"/>
                  </a:cubicBezTo>
                  <a:cubicBezTo>
                    <a:pt x="306438" y="452247"/>
                    <a:pt x="305390" y="454438"/>
                    <a:pt x="304819" y="455390"/>
                  </a:cubicBezTo>
                  <a:cubicBezTo>
                    <a:pt x="304247" y="456248"/>
                    <a:pt x="302628" y="457486"/>
                    <a:pt x="301866" y="458057"/>
                  </a:cubicBezTo>
                  <a:cubicBezTo>
                    <a:pt x="301104" y="458629"/>
                    <a:pt x="299294" y="459296"/>
                    <a:pt x="298627" y="459867"/>
                  </a:cubicBezTo>
                  <a:cubicBezTo>
                    <a:pt x="297770" y="460534"/>
                    <a:pt x="296055" y="462058"/>
                    <a:pt x="295770" y="463106"/>
                  </a:cubicBezTo>
                  <a:cubicBezTo>
                    <a:pt x="295484" y="464058"/>
                    <a:pt x="295484" y="466439"/>
                    <a:pt x="296151" y="467011"/>
                  </a:cubicBezTo>
                  <a:cubicBezTo>
                    <a:pt x="296627" y="467392"/>
                    <a:pt x="298056" y="467011"/>
                    <a:pt x="298723" y="467011"/>
                  </a:cubicBezTo>
                  <a:cubicBezTo>
                    <a:pt x="299580" y="467011"/>
                    <a:pt x="301675" y="466630"/>
                    <a:pt x="302151" y="467297"/>
                  </a:cubicBezTo>
                  <a:cubicBezTo>
                    <a:pt x="302723" y="468154"/>
                    <a:pt x="301199" y="471202"/>
                    <a:pt x="301199" y="471202"/>
                  </a:cubicBezTo>
                  <a:lnTo>
                    <a:pt x="283006" y="489395"/>
                  </a:lnTo>
                  <a:cubicBezTo>
                    <a:pt x="283006" y="489395"/>
                    <a:pt x="280053" y="490061"/>
                    <a:pt x="279387" y="489395"/>
                  </a:cubicBezTo>
                  <a:cubicBezTo>
                    <a:pt x="278148" y="488156"/>
                    <a:pt x="280625" y="483584"/>
                    <a:pt x="279387" y="482441"/>
                  </a:cubicBezTo>
                  <a:cubicBezTo>
                    <a:pt x="278148" y="481203"/>
                    <a:pt x="272338" y="482441"/>
                    <a:pt x="272338" y="482441"/>
                  </a:cubicBezTo>
                  <a:lnTo>
                    <a:pt x="249669" y="503492"/>
                  </a:lnTo>
                  <a:lnTo>
                    <a:pt x="239763" y="497396"/>
                  </a:lnTo>
                  <a:lnTo>
                    <a:pt x="236048" y="497396"/>
                  </a:lnTo>
                  <a:lnTo>
                    <a:pt x="236048" y="506444"/>
                  </a:lnTo>
                  <a:lnTo>
                    <a:pt x="239858" y="509302"/>
                  </a:lnTo>
                  <a:lnTo>
                    <a:pt x="229857" y="520446"/>
                  </a:lnTo>
                  <a:lnTo>
                    <a:pt x="221475" y="520446"/>
                  </a:lnTo>
                  <a:lnTo>
                    <a:pt x="198424" y="535877"/>
                  </a:lnTo>
                  <a:lnTo>
                    <a:pt x="178898" y="524161"/>
                  </a:lnTo>
                  <a:cubicBezTo>
                    <a:pt x="178898" y="524161"/>
                    <a:pt x="176231" y="526828"/>
                    <a:pt x="175660" y="527876"/>
                  </a:cubicBezTo>
                  <a:cubicBezTo>
                    <a:pt x="174898" y="529209"/>
                    <a:pt x="174326" y="532352"/>
                    <a:pt x="173564" y="533686"/>
                  </a:cubicBezTo>
                  <a:cubicBezTo>
                    <a:pt x="173279" y="534257"/>
                    <a:pt x="172516" y="535305"/>
                    <a:pt x="172040" y="535686"/>
                  </a:cubicBezTo>
                  <a:cubicBezTo>
                    <a:pt x="171659" y="536067"/>
                    <a:pt x="170516" y="536543"/>
                    <a:pt x="170040" y="536924"/>
                  </a:cubicBezTo>
                  <a:cubicBezTo>
                    <a:pt x="169468" y="537401"/>
                    <a:pt x="168801" y="538639"/>
                    <a:pt x="168230" y="539020"/>
                  </a:cubicBezTo>
                  <a:cubicBezTo>
                    <a:pt x="167754" y="539306"/>
                    <a:pt x="166611" y="539401"/>
                    <a:pt x="166230" y="539687"/>
                  </a:cubicBezTo>
                  <a:cubicBezTo>
                    <a:pt x="165373" y="540353"/>
                    <a:pt x="164706" y="542544"/>
                    <a:pt x="163944" y="543306"/>
                  </a:cubicBezTo>
                  <a:cubicBezTo>
                    <a:pt x="163372" y="543973"/>
                    <a:pt x="161848" y="545116"/>
                    <a:pt x="161277" y="545687"/>
                  </a:cubicBezTo>
                  <a:cubicBezTo>
                    <a:pt x="160610" y="546354"/>
                    <a:pt x="159753" y="548259"/>
                    <a:pt x="158896" y="548640"/>
                  </a:cubicBezTo>
                  <a:cubicBezTo>
                    <a:pt x="157753" y="549212"/>
                    <a:pt x="154990" y="548545"/>
                    <a:pt x="153752" y="548926"/>
                  </a:cubicBezTo>
                  <a:cubicBezTo>
                    <a:pt x="152513" y="549307"/>
                    <a:pt x="150609" y="551021"/>
                    <a:pt x="149371" y="551307"/>
                  </a:cubicBezTo>
                  <a:cubicBezTo>
                    <a:pt x="148228" y="551593"/>
                    <a:pt x="145751" y="551783"/>
                    <a:pt x="144704" y="551307"/>
                  </a:cubicBezTo>
                  <a:cubicBezTo>
                    <a:pt x="143465" y="550736"/>
                    <a:pt x="141846" y="548164"/>
                    <a:pt x="140893" y="547211"/>
                  </a:cubicBezTo>
                  <a:cubicBezTo>
                    <a:pt x="139750" y="546068"/>
                    <a:pt x="137464" y="543497"/>
                    <a:pt x="136035" y="542735"/>
                  </a:cubicBezTo>
                  <a:cubicBezTo>
                    <a:pt x="134797" y="541973"/>
                    <a:pt x="131844" y="541020"/>
                    <a:pt x="130416" y="541020"/>
                  </a:cubicBezTo>
                  <a:cubicBezTo>
                    <a:pt x="128796" y="541020"/>
                    <a:pt x="125748" y="543211"/>
                    <a:pt x="124225" y="542830"/>
                  </a:cubicBezTo>
                  <a:cubicBezTo>
                    <a:pt x="123272" y="542544"/>
                    <a:pt x="122224" y="540830"/>
                    <a:pt x="121557" y="540163"/>
                  </a:cubicBezTo>
                  <a:cubicBezTo>
                    <a:pt x="120605" y="539210"/>
                    <a:pt x="118700" y="537305"/>
                    <a:pt x="117557" y="536448"/>
                  </a:cubicBezTo>
                  <a:cubicBezTo>
                    <a:pt x="116414" y="535591"/>
                    <a:pt x="113842" y="534543"/>
                    <a:pt x="112699" y="533781"/>
                  </a:cubicBezTo>
                  <a:cubicBezTo>
                    <a:pt x="111842" y="533210"/>
                    <a:pt x="110128" y="531876"/>
                    <a:pt x="109746" y="530924"/>
                  </a:cubicBezTo>
                  <a:cubicBezTo>
                    <a:pt x="109270" y="529781"/>
                    <a:pt x="110222" y="527114"/>
                    <a:pt x="110032" y="525780"/>
                  </a:cubicBezTo>
                  <a:cubicBezTo>
                    <a:pt x="109842" y="524637"/>
                    <a:pt x="109175" y="522351"/>
                    <a:pt x="108318" y="521684"/>
                  </a:cubicBezTo>
                  <a:cubicBezTo>
                    <a:pt x="107270" y="520922"/>
                    <a:pt x="104412" y="521303"/>
                    <a:pt x="103174" y="520827"/>
                  </a:cubicBezTo>
                  <a:cubicBezTo>
                    <a:pt x="102507" y="520541"/>
                    <a:pt x="100984" y="519779"/>
                    <a:pt x="100603" y="519113"/>
                  </a:cubicBezTo>
                  <a:cubicBezTo>
                    <a:pt x="100317" y="518541"/>
                    <a:pt x="100126" y="517017"/>
                    <a:pt x="100507" y="516446"/>
                  </a:cubicBezTo>
                  <a:cubicBezTo>
                    <a:pt x="101079" y="515493"/>
                    <a:pt x="103936" y="515398"/>
                    <a:pt x="104603" y="514445"/>
                  </a:cubicBezTo>
                  <a:cubicBezTo>
                    <a:pt x="105079" y="513874"/>
                    <a:pt x="105079" y="512255"/>
                    <a:pt x="104984" y="511493"/>
                  </a:cubicBezTo>
                  <a:cubicBezTo>
                    <a:pt x="104888" y="510635"/>
                    <a:pt x="104508" y="508826"/>
                    <a:pt x="103936" y="508064"/>
                  </a:cubicBezTo>
                  <a:cubicBezTo>
                    <a:pt x="103555" y="507397"/>
                    <a:pt x="102317" y="506063"/>
                    <a:pt x="101555" y="505968"/>
                  </a:cubicBezTo>
                  <a:cubicBezTo>
                    <a:pt x="100031" y="506635"/>
                    <a:pt x="98412" y="507683"/>
                    <a:pt x="97173" y="508349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5" name="Freeform: Shape 34">
              <a:extLst>
                <a:ext uri="{FF2B5EF4-FFF2-40B4-BE49-F238E27FC236}">
                  <a16:creationId xmlns:a16="http://schemas.microsoft.com/office/drawing/2014/main" id="{4F95A706-FA48-80D1-6E85-73BCC9363E3F}"/>
                </a:ext>
              </a:extLst>
            </p:cNvPr>
            <p:cNvSpPr/>
            <p:nvPr/>
          </p:nvSpPr>
          <p:spPr>
            <a:xfrm>
              <a:off x="7695438" y="3359182"/>
              <a:ext cx="1076325" cy="485775"/>
            </a:xfrm>
            <a:custGeom>
              <a:avLst/>
              <a:gdLst>
                <a:gd name="connsiteX0" fmla="*/ 151447 w 1076325"/>
                <a:gd name="connsiteY0" fmla="*/ 429101 h 485775"/>
                <a:gd name="connsiteX1" fmla="*/ 149923 w 1076325"/>
                <a:gd name="connsiteY1" fmla="*/ 429482 h 485775"/>
                <a:gd name="connsiteX2" fmla="*/ 138684 w 1076325"/>
                <a:gd name="connsiteY2" fmla="*/ 431673 h 485775"/>
                <a:gd name="connsiteX3" fmla="*/ 100774 w 1076325"/>
                <a:gd name="connsiteY3" fmla="*/ 440150 h 485775"/>
                <a:gd name="connsiteX4" fmla="*/ 37909 w 1076325"/>
                <a:gd name="connsiteY4" fmla="*/ 451485 h 485775"/>
                <a:gd name="connsiteX5" fmla="*/ 2000 w 1076325"/>
                <a:gd name="connsiteY5" fmla="*/ 457486 h 485775"/>
                <a:gd name="connsiteX6" fmla="*/ 0 w 1076325"/>
                <a:gd name="connsiteY6" fmla="*/ 419957 h 485775"/>
                <a:gd name="connsiteX7" fmla="*/ 3334 w 1076325"/>
                <a:gd name="connsiteY7" fmla="*/ 416528 h 485775"/>
                <a:gd name="connsiteX8" fmla="*/ 4191 w 1076325"/>
                <a:gd name="connsiteY8" fmla="*/ 412623 h 485775"/>
                <a:gd name="connsiteX9" fmla="*/ 8477 w 1076325"/>
                <a:gd name="connsiteY9" fmla="*/ 411861 h 485775"/>
                <a:gd name="connsiteX10" fmla="*/ 9049 w 1076325"/>
                <a:gd name="connsiteY10" fmla="*/ 414909 h 485775"/>
                <a:gd name="connsiteX11" fmla="*/ 12668 w 1076325"/>
                <a:gd name="connsiteY11" fmla="*/ 415385 h 485775"/>
                <a:gd name="connsiteX12" fmla="*/ 16192 w 1076325"/>
                <a:gd name="connsiteY12" fmla="*/ 414147 h 485775"/>
                <a:gd name="connsiteX13" fmla="*/ 21526 w 1076325"/>
                <a:gd name="connsiteY13" fmla="*/ 413575 h 485775"/>
                <a:gd name="connsiteX14" fmla="*/ 24384 w 1076325"/>
                <a:gd name="connsiteY14" fmla="*/ 411575 h 485775"/>
                <a:gd name="connsiteX15" fmla="*/ 26860 w 1076325"/>
                <a:gd name="connsiteY15" fmla="*/ 408337 h 485775"/>
                <a:gd name="connsiteX16" fmla="*/ 29242 w 1076325"/>
                <a:gd name="connsiteY16" fmla="*/ 406717 h 485775"/>
                <a:gd name="connsiteX17" fmla="*/ 31432 w 1076325"/>
                <a:gd name="connsiteY17" fmla="*/ 403098 h 485775"/>
                <a:gd name="connsiteX18" fmla="*/ 29051 w 1076325"/>
                <a:gd name="connsiteY18" fmla="*/ 400621 h 485775"/>
                <a:gd name="connsiteX19" fmla="*/ 28194 w 1076325"/>
                <a:gd name="connsiteY19" fmla="*/ 397192 h 485775"/>
                <a:gd name="connsiteX20" fmla="*/ 29623 w 1076325"/>
                <a:gd name="connsiteY20" fmla="*/ 394049 h 485775"/>
                <a:gd name="connsiteX21" fmla="*/ 30575 w 1076325"/>
                <a:gd name="connsiteY21" fmla="*/ 390049 h 485775"/>
                <a:gd name="connsiteX22" fmla="*/ 29242 w 1076325"/>
                <a:gd name="connsiteY22" fmla="*/ 386715 h 485775"/>
                <a:gd name="connsiteX23" fmla="*/ 31147 w 1076325"/>
                <a:gd name="connsiteY23" fmla="*/ 383667 h 485775"/>
                <a:gd name="connsiteX24" fmla="*/ 34385 w 1076325"/>
                <a:gd name="connsiteY24" fmla="*/ 377666 h 485775"/>
                <a:gd name="connsiteX25" fmla="*/ 37242 w 1076325"/>
                <a:gd name="connsiteY25" fmla="*/ 375190 h 485775"/>
                <a:gd name="connsiteX26" fmla="*/ 40481 w 1076325"/>
                <a:gd name="connsiteY26" fmla="*/ 374047 h 485775"/>
                <a:gd name="connsiteX27" fmla="*/ 41053 w 1076325"/>
                <a:gd name="connsiteY27" fmla="*/ 369665 h 485775"/>
                <a:gd name="connsiteX28" fmla="*/ 42767 w 1076325"/>
                <a:gd name="connsiteY28" fmla="*/ 366903 h 485775"/>
                <a:gd name="connsiteX29" fmla="*/ 45434 w 1076325"/>
                <a:gd name="connsiteY29" fmla="*/ 365950 h 485775"/>
                <a:gd name="connsiteX30" fmla="*/ 48958 w 1076325"/>
                <a:gd name="connsiteY30" fmla="*/ 365093 h 485775"/>
                <a:gd name="connsiteX31" fmla="*/ 51530 w 1076325"/>
                <a:gd name="connsiteY31" fmla="*/ 361569 h 485775"/>
                <a:gd name="connsiteX32" fmla="*/ 54578 w 1076325"/>
                <a:gd name="connsiteY32" fmla="*/ 357569 h 485775"/>
                <a:gd name="connsiteX33" fmla="*/ 59531 w 1076325"/>
                <a:gd name="connsiteY33" fmla="*/ 357188 h 485775"/>
                <a:gd name="connsiteX34" fmla="*/ 64008 w 1076325"/>
                <a:gd name="connsiteY34" fmla="*/ 354711 h 485775"/>
                <a:gd name="connsiteX35" fmla="*/ 68294 w 1076325"/>
                <a:gd name="connsiteY35" fmla="*/ 354425 h 485775"/>
                <a:gd name="connsiteX36" fmla="*/ 71914 w 1076325"/>
                <a:gd name="connsiteY36" fmla="*/ 353759 h 485775"/>
                <a:gd name="connsiteX37" fmla="*/ 74295 w 1076325"/>
                <a:gd name="connsiteY37" fmla="*/ 350901 h 485775"/>
                <a:gd name="connsiteX38" fmla="*/ 77057 w 1076325"/>
                <a:gd name="connsiteY38" fmla="*/ 352520 h 485775"/>
                <a:gd name="connsiteX39" fmla="*/ 78009 w 1076325"/>
                <a:gd name="connsiteY39" fmla="*/ 354616 h 485775"/>
                <a:gd name="connsiteX40" fmla="*/ 81724 w 1076325"/>
                <a:gd name="connsiteY40" fmla="*/ 351758 h 485775"/>
                <a:gd name="connsiteX41" fmla="*/ 88011 w 1076325"/>
                <a:gd name="connsiteY41" fmla="*/ 351758 h 485775"/>
                <a:gd name="connsiteX42" fmla="*/ 90773 w 1076325"/>
                <a:gd name="connsiteY42" fmla="*/ 348234 h 485775"/>
                <a:gd name="connsiteX43" fmla="*/ 93821 w 1076325"/>
                <a:gd name="connsiteY43" fmla="*/ 343567 h 485775"/>
                <a:gd name="connsiteX44" fmla="*/ 97631 w 1076325"/>
                <a:gd name="connsiteY44" fmla="*/ 342424 h 485775"/>
                <a:gd name="connsiteX45" fmla="*/ 101441 w 1076325"/>
                <a:gd name="connsiteY45" fmla="*/ 338423 h 485775"/>
                <a:gd name="connsiteX46" fmla="*/ 103442 w 1076325"/>
                <a:gd name="connsiteY46" fmla="*/ 334518 h 485775"/>
                <a:gd name="connsiteX47" fmla="*/ 107061 w 1076325"/>
                <a:gd name="connsiteY47" fmla="*/ 332327 h 485775"/>
                <a:gd name="connsiteX48" fmla="*/ 108776 w 1076325"/>
                <a:gd name="connsiteY48" fmla="*/ 334137 h 485775"/>
                <a:gd name="connsiteX49" fmla="*/ 111062 w 1076325"/>
                <a:gd name="connsiteY49" fmla="*/ 331946 h 485775"/>
                <a:gd name="connsiteX50" fmla="*/ 113633 w 1076325"/>
                <a:gd name="connsiteY50" fmla="*/ 327850 h 485775"/>
                <a:gd name="connsiteX51" fmla="*/ 114490 w 1076325"/>
                <a:gd name="connsiteY51" fmla="*/ 323374 h 485775"/>
                <a:gd name="connsiteX52" fmla="*/ 117252 w 1076325"/>
                <a:gd name="connsiteY52" fmla="*/ 321374 h 485775"/>
                <a:gd name="connsiteX53" fmla="*/ 123253 w 1076325"/>
                <a:gd name="connsiteY53" fmla="*/ 319945 h 485775"/>
                <a:gd name="connsiteX54" fmla="*/ 124778 w 1076325"/>
                <a:gd name="connsiteY54" fmla="*/ 315563 h 485775"/>
                <a:gd name="connsiteX55" fmla="*/ 128683 w 1076325"/>
                <a:gd name="connsiteY55" fmla="*/ 313563 h 485775"/>
                <a:gd name="connsiteX56" fmla="*/ 133254 w 1076325"/>
                <a:gd name="connsiteY56" fmla="*/ 309753 h 485775"/>
                <a:gd name="connsiteX57" fmla="*/ 134969 w 1076325"/>
                <a:gd name="connsiteY57" fmla="*/ 307372 h 485775"/>
                <a:gd name="connsiteX58" fmla="*/ 139351 w 1076325"/>
                <a:gd name="connsiteY58" fmla="*/ 307372 h 485775"/>
                <a:gd name="connsiteX59" fmla="*/ 143065 w 1076325"/>
                <a:gd name="connsiteY59" fmla="*/ 309086 h 485775"/>
                <a:gd name="connsiteX60" fmla="*/ 146018 w 1076325"/>
                <a:gd name="connsiteY60" fmla="*/ 307943 h 485775"/>
                <a:gd name="connsiteX61" fmla="*/ 148113 w 1076325"/>
                <a:gd name="connsiteY61" fmla="*/ 305181 h 485775"/>
                <a:gd name="connsiteX62" fmla="*/ 149923 w 1076325"/>
                <a:gd name="connsiteY62" fmla="*/ 300609 h 485775"/>
                <a:gd name="connsiteX63" fmla="*/ 152686 w 1076325"/>
                <a:gd name="connsiteY63" fmla="*/ 297942 h 485775"/>
                <a:gd name="connsiteX64" fmla="*/ 152210 w 1076325"/>
                <a:gd name="connsiteY64" fmla="*/ 295084 h 485775"/>
                <a:gd name="connsiteX65" fmla="*/ 153924 w 1076325"/>
                <a:gd name="connsiteY65" fmla="*/ 290798 h 485775"/>
                <a:gd name="connsiteX66" fmla="*/ 152304 w 1076325"/>
                <a:gd name="connsiteY66" fmla="*/ 287274 h 485775"/>
                <a:gd name="connsiteX67" fmla="*/ 150018 w 1076325"/>
                <a:gd name="connsiteY67" fmla="*/ 283845 h 485775"/>
                <a:gd name="connsiteX68" fmla="*/ 153924 w 1076325"/>
                <a:gd name="connsiteY68" fmla="*/ 278701 h 485775"/>
                <a:gd name="connsiteX69" fmla="*/ 157544 w 1076325"/>
                <a:gd name="connsiteY69" fmla="*/ 278701 h 485775"/>
                <a:gd name="connsiteX70" fmla="*/ 159353 w 1076325"/>
                <a:gd name="connsiteY70" fmla="*/ 279749 h 485775"/>
                <a:gd name="connsiteX71" fmla="*/ 160592 w 1076325"/>
                <a:gd name="connsiteY71" fmla="*/ 282321 h 485775"/>
                <a:gd name="connsiteX72" fmla="*/ 164877 w 1076325"/>
                <a:gd name="connsiteY72" fmla="*/ 281464 h 485775"/>
                <a:gd name="connsiteX73" fmla="*/ 165068 w 1076325"/>
                <a:gd name="connsiteY73" fmla="*/ 277654 h 485775"/>
                <a:gd name="connsiteX74" fmla="*/ 167163 w 1076325"/>
                <a:gd name="connsiteY74" fmla="*/ 274320 h 485775"/>
                <a:gd name="connsiteX75" fmla="*/ 165449 w 1076325"/>
                <a:gd name="connsiteY75" fmla="*/ 271177 h 485775"/>
                <a:gd name="connsiteX76" fmla="*/ 166211 w 1076325"/>
                <a:gd name="connsiteY76" fmla="*/ 268224 h 485775"/>
                <a:gd name="connsiteX77" fmla="*/ 168307 w 1076325"/>
                <a:gd name="connsiteY77" fmla="*/ 266795 h 485775"/>
                <a:gd name="connsiteX78" fmla="*/ 172021 w 1076325"/>
                <a:gd name="connsiteY78" fmla="*/ 263366 h 485775"/>
                <a:gd name="connsiteX79" fmla="*/ 175641 w 1076325"/>
                <a:gd name="connsiteY79" fmla="*/ 258890 h 485775"/>
                <a:gd name="connsiteX80" fmla="*/ 179546 w 1076325"/>
                <a:gd name="connsiteY80" fmla="*/ 256032 h 485775"/>
                <a:gd name="connsiteX81" fmla="*/ 183642 w 1076325"/>
                <a:gd name="connsiteY81" fmla="*/ 256318 h 485775"/>
                <a:gd name="connsiteX82" fmla="*/ 186880 w 1076325"/>
                <a:gd name="connsiteY82" fmla="*/ 258890 h 485775"/>
                <a:gd name="connsiteX83" fmla="*/ 186880 w 1076325"/>
                <a:gd name="connsiteY83" fmla="*/ 261652 h 485775"/>
                <a:gd name="connsiteX84" fmla="*/ 185356 w 1076325"/>
                <a:gd name="connsiteY84" fmla="*/ 264605 h 485775"/>
                <a:gd name="connsiteX85" fmla="*/ 186404 w 1076325"/>
                <a:gd name="connsiteY85" fmla="*/ 269176 h 485775"/>
                <a:gd name="connsiteX86" fmla="*/ 188500 w 1076325"/>
                <a:gd name="connsiteY86" fmla="*/ 270034 h 485775"/>
                <a:gd name="connsiteX87" fmla="*/ 192976 w 1076325"/>
                <a:gd name="connsiteY87" fmla="*/ 270796 h 485775"/>
                <a:gd name="connsiteX88" fmla="*/ 196977 w 1076325"/>
                <a:gd name="connsiteY88" fmla="*/ 267367 h 485775"/>
                <a:gd name="connsiteX89" fmla="*/ 201168 w 1076325"/>
                <a:gd name="connsiteY89" fmla="*/ 264509 h 485775"/>
                <a:gd name="connsiteX90" fmla="*/ 204502 w 1076325"/>
                <a:gd name="connsiteY90" fmla="*/ 260318 h 485775"/>
                <a:gd name="connsiteX91" fmla="*/ 205740 w 1076325"/>
                <a:gd name="connsiteY91" fmla="*/ 254508 h 485775"/>
                <a:gd name="connsiteX92" fmla="*/ 208217 w 1076325"/>
                <a:gd name="connsiteY92" fmla="*/ 247174 h 485775"/>
                <a:gd name="connsiteX93" fmla="*/ 212312 w 1076325"/>
                <a:gd name="connsiteY93" fmla="*/ 242697 h 485775"/>
                <a:gd name="connsiteX94" fmla="*/ 217456 w 1076325"/>
                <a:gd name="connsiteY94" fmla="*/ 240697 h 485775"/>
                <a:gd name="connsiteX95" fmla="*/ 219932 w 1076325"/>
                <a:gd name="connsiteY95" fmla="*/ 236887 h 485775"/>
                <a:gd name="connsiteX96" fmla="*/ 224599 w 1076325"/>
                <a:gd name="connsiteY96" fmla="*/ 236982 h 485775"/>
                <a:gd name="connsiteX97" fmla="*/ 227076 w 1076325"/>
                <a:gd name="connsiteY97" fmla="*/ 234887 h 485775"/>
                <a:gd name="connsiteX98" fmla="*/ 228219 w 1076325"/>
                <a:gd name="connsiteY98" fmla="*/ 232124 h 485775"/>
                <a:gd name="connsiteX99" fmla="*/ 232029 w 1076325"/>
                <a:gd name="connsiteY99" fmla="*/ 232220 h 485775"/>
                <a:gd name="connsiteX100" fmla="*/ 234791 w 1076325"/>
                <a:gd name="connsiteY100" fmla="*/ 233934 h 485775"/>
                <a:gd name="connsiteX101" fmla="*/ 237077 w 1076325"/>
                <a:gd name="connsiteY101" fmla="*/ 231838 h 485775"/>
                <a:gd name="connsiteX102" fmla="*/ 240030 w 1076325"/>
                <a:gd name="connsiteY102" fmla="*/ 233363 h 485775"/>
                <a:gd name="connsiteX103" fmla="*/ 240506 w 1076325"/>
                <a:gd name="connsiteY103" fmla="*/ 237649 h 485775"/>
                <a:gd name="connsiteX104" fmla="*/ 244030 w 1076325"/>
                <a:gd name="connsiteY104" fmla="*/ 238125 h 485775"/>
                <a:gd name="connsiteX105" fmla="*/ 248507 w 1076325"/>
                <a:gd name="connsiteY105" fmla="*/ 235363 h 485775"/>
                <a:gd name="connsiteX106" fmla="*/ 251365 w 1076325"/>
                <a:gd name="connsiteY106" fmla="*/ 232505 h 485775"/>
                <a:gd name="connsiteX107" fmla="*/ 253937 w 1076325"/>
                <a:gd name="connsiteY107" fmla="*/ 230981 h 485775"/>
                <a:gd name="connsiteX108" fmla="*/ 256699 w 1076325"/>
                <a:gd name="connsiteY108" fmla="*/ 225647 h 485775"/>
                <a:gd name="connsiteX109" fmla="*/ 257937 w 1076325"/>
                <a:gd name="connsiteY109" fmla="*/ 217742 h 485775"/>
                <a:gd name="connsiteX110" fmla="*/ 261080 w 1076325"/>
                <a:gd name="connsiteY110" fmla="*/ 207836 h 485775"/>
                <a:gd name="connsiteX111" fmla="*/ 262795 w 1076325"/>
                <a:gd name="connsiteY111" fmla="*/ 201835 h 485775"/>
                <a:gd name="connsiteX112" fmla="*/ 265557 w 1076325"/>
                <a:gd name="connsiteY112" fmla="*/ 200692 h 485775"/>
                <a:gd name="connsiteX113" fmla="*/ 267462 w 1076325"/>
                <a:gd name="connsiteY113" fmla="*/ 196977 h 485775"/>
                <a:gd name="connsiteX114" fmla="*/ 270891 w 1076325"/>
                <a:gd name="connsiteY114" fmla="*/ 193929 h 485775"/>
                <a:gd name="connsiteX115" fmla="*/ 274320 w 1076325"/>
                <a:gd name="connsiteY115" fmla="*/ 191929 h 485775"/>
                <a:gd name="connsiteX116" fmla="*/ 276701 w 1076325"/>
                <a:gd name="connsiteY116" fmla="*/ 192691 h 485775"/>
                <a:gd name="connsiteX117" fmla="*/ 280702 w 1076325"/>
                <a:gd name="connsiteY117" fmla="*/ 194691 h 485775"/>
                <a:gd name="connsiteX118" fmla="*/ 283750 w 1076325"/>
                <a:gd name="connsiteY118" fmla="*/ 193929 h 485775"/>
                <a:gd name="connsiteX119" fmla="*/ 284131 w 1076325"/>
                <a:gd name="connsiteY119" fmla="*/ 190881 h 485775"/>
                <a:gd name="connsiteX120" fmla="*/ 282607 w 1076325"/>
                <a:gd name="connsiteY120" fmla="*/ 186595 h 485775"/>
                <a:gd name="connsiteX121" fmla="*/ 280606 w 1076325"/>
                <a:gd name="connsiteY121" fmla="*/ 183451 h 485775"/>
                <a:gd name="connsiteX122" fmla="*/ 282702 w 1076325"/>
                <a:gd name="connsiteY122" fmla="*/ 179642 h 485775"/>
                <a:gd name="connsiteX123" fmla="*/ 281749 w 1076325"/>
                <a:gd name="connsiteY123" fmla="*/ 175070 h 485775"/>
                <a:gd name="connsiteX124" fmla="*/ 283178 w 1076325"/>
                <a:gd name="connsiteY124" fmla="*/ 172403 h 485775"/>
                <a:gd name="connsiteX125" fmla="*/ 282797 w 1076325"/>
                <a:gd name="connsiteY125" fmla="*/ 167450 h 485775"/>
                <a:gd name="connsiteX126" fmla="*/ 281273 w 1076325"/>
                <a:gd name="connsiteY126" fmla="*/ 163544 h 485775"/>
                <a:gd name="connsiteX127" fmla="*/ 281654 w 1076325"/>
                <a:gd name="connsiteY127" fmla="*/ 158877 h 485775"/>
                <a:gd name="connsiteX128" fmla="*/ 282035 w 1076325"/>
                <a:gd name="connsiteY128" fmla="*/ 155162 h 485775"/>
                <a:gd name="connsiteX129" fmla="*/ 283750 w 1076325"/>
                <a:gd name="connsiteY129" fmla="*/ 151638 h 485775"/>
                <a:gd name="connsiteX130" fmla="*/ 283845 w 1076325"/>
                <a:gd name="connsiteY130" fmla="*/ 151638 h 485775"/>
                <a:gd name="connsiteX131" fmla="*/ 290227 w 1076325"/>
                <a:gd name="connsiteY131" fmla="*/ 151829 h 485775"/>
                <a:gd name="connsiteX132" fmla="*/ 305086 w 1076325"/>
                <a:gd name="connsiteY132" fmla="*/ 151162 h 485775"/>
                <a:gd name="connsiteX133" fmla="*/ 341376 w 1076325"/>
                <a:gd name="connsiteY133" fmla="*/ 144113 h 485775"/>
                <a:gd name="connsiteX134" fmla="*/ 393382 w 1076325"/>
                <a:gd name="connsiteY134" fmla="*/ 136017 h 485775"/>
                <a:gd name="connsiteX135" fmla="*/ 413766 w 1076325"/>
                <a:gd name="connsiteY135" fmla="*/ 132017 h 485775"/>
                <a:gd name="connsiteX136" fmla="*/ 441769 w 1076325"/>
                <a:gd name="connsiteY136" fmla="*/ 127730 h 485775"/>
                <a:gd name="connsiteX137" fmla="*/ 492252 w 1076325"/>
                <a:gd name="connsiteY137" fmla="*/ 117538 h 485775"/>
                <a:gd name="connsiteX138" fmla="*/ 542735 w 1076325"/>
                <a:gd name="connsiteY138" fmla="*/ 107156 h 485775"/>
                <a:gd name="connsiteX139" fmla="*/ 588550 w 1076325"/>
                <a:gd name="connsiteY139" fmla="*/ 96298 h 485775"/>
                <a:gd name="connsiteX140" fmla="*/ 639318 w 1076325"/>
                <a:gd name="connsiteY140" fmla="*/ 85439 h 485775"/>
                <a:gd name="connsiteX141" fmla="*/ 710184 w 1076325"/>
                <a:gd name="connsiteY141" fmla="*/ 68485 h 485775"/>
                <a:gd name="connsiteX142" fmla="*/ 787908 w 1076325"/>
                <a:gd name="connsiteY142" fmla="*/ 49625 h 485775"/>
                <a:gd name="connsiteX143" fmla="*/ 878491 w 1076325"/>
                <a:gd name="connsiteY143" fmla="*/ 26956 h 485775"/>
                <a:gd name="connsiteX144" fmla="*/ 983551 w 1076325"/>
                <a:gd name="connsiteY144" fmla="*/ 0 h 485775"/>
                <a:gd name="connsiteX145" fmla="*/ 990790 w 1076325"/>
                <a:gd name="connsiteY145" fmla="*/ 14002 h 485775"/>
                <a:gd name="connsiteX146" fmla="*/ 994791 w 1076325"/>
                <a:gd name="connsiteY146" fmla="*/ 21241 h 485775"/>
                <a:gd name="connsiteX147" fmla="*/ 1001363 w 1076325"/>
                <a:gd name="connsiteY147" fmla="*/ 34385 h 485775"/>
                <a:gd name="connsiteX148" fmla="*/ 1008697 w 1076325"/>
                <a:gd name="connsiteY148" fmla="*/ 46101 h 485775"/>
                <a:gd name="connsiteX149" fmla="*/ 1015365 w 1076325"/>
                <a:gd name="connsiteY149" fmla="*/ 55150 h 485775"/>
                <a:gd name="connsiteX150" fmla="*/ 1020604 w 1076325"/>
                <a:gd name="connsiteY150" fmla="*/ 62198 h 485775"/>
                <a:gd name="connsiteX151" fmla="*/ 1029748 w 1076325"/>
                <a:gd name="connsiteY151" fmla="*/ 73533 h 485775"/>
                <a:gd name="connsiteX152" fmla="*/ 1035843 w 1076325"/>
                <a:gd name="connsiteY152" fmla="*/ 80772 h 485775"/>
                <a:gd name="connsiteX153" fmla="*/ 1042226 w 1076325"/>
                <a:gd name="connsiteY153" fmla="*/ 88297 h 485775"/>
                <a:gd name="connsiteX154" fmla="*/ 1047560 w 1076325"/>
                <a:gd name="connsiteY154" fmla="*/ 95250 h 485775"/>
                <a:gd name="connsiteX155" fmla="*/ 1053370 w 1076325"/>
                <a:gd name="connsiteY155" fmla="*/ 103061 h 485775"/>
                <a:gd name="connsiteX156" fmla="*/ 1058513 w 1076325"/>
                <a:gd name="connsiteY156" fmla="*/ 107918 h 485775"/>
                <a:gd name="connsiteX157" fmla="*/ 1064514 w 1076325"/>
                <a:gd name="connsiteY157" fmla="*/ 116681 h 485775"/>
                <a:gd name="connsiteX158" fmla="*/ 1069467 w 1076325"/>
                <a:gd name="connsiteY158" fmla="*/ 125063 h 485775"/>
                <a:gd name="connsiteX159" fmla="*/ 1072991 w 1076325"/>
                <a:gd name="connsiteY159" fmla="*/ 140494 h 485775"/>
                <a:gd name="connsiteX160" fmla="*/ 1074515 w 1076325"/>
                <a:gd name="connsiteY160" fmla="*/ 156210 h 485775"/>
                <a:gd name="connsiteX161" fmla="*/ 1076515 w 1076325"/>
                <a:gd name="connsiteY161" fmla="*/ 166497 h 485775"/>
                <a:gd name="connsiteX162" fmla="*/ 1077087 w 1076325"/>
                <a:gd name="connsiteY162" fmla="*/ 176403 h 485775"/>
                <a:gd name="connsiteX163" fmla="*/ 1078039 w 1076325"/>
                <a:gd name="connsiteY163" fmla="*/ 184118 h 485775"/>
                <a:gd name="connsiteX164" fmla="*/ 1075468 w 1076325"/>
                <a:gd name="connsiteY164" fmla="*/ 188500 h 485775"/>
                <a:gd name="connsiteX165" fmla="*/ 1072801 w 1076325"/>
                <a:gd name="connsiteY165" fmla="*/ 190786 h 485775"/>
                <a:gd name="connsiteX166" fmla="*/ 1069467 w 1076325"/>
                <a:gd name="connsiteY166" fmla="*/ 191262 h 485775"/>
                <a:gd name="connsiteX167" fmla="*/ 1064800 w 1076325"/>
                <a:gd name="connsiteY167" fmla="*/ 194405 h 485775"/>
                <a:gd name="connsiteX168" fmla="*/ 1060418 w 1076325"/>
                <a:gd name="connsiteY168" fmla="*/ 198215 h 485775"/>
                <a:gd name="connsiteX169" fmla="*/ 1054037 w 1076325"/>
                <a:gd name="connsiteY169" fmla="*/ 202121 h 485775"/>
                <a:gd name="connsiteX170" fmla="*/ 1048036 w 1076325"/>
                <a:gd name="connsiteY170" fmla="*/ 206312 h 485775"/>
                <a:gd name="connsiteX171" fmla="*/ 1038129 w 1076325"/>
                <a:gd name="connsiteY171" fmla="*/ 215265 h 485775"/>
                <a:gd name="connsiteX172" fmla="*/ 1031367 w 1076325"/>
                <a:gd name="connsiteY172" fmla="*/ 220885 h 485775"/>
                <a:gd name="connsiteX173" fmla="*/ 1028224 w 1076325"/>
                <a:gd name="connsiteY173" fmla="*/ 226314 h 485775"/>
                <a:gd name="connsiteX174" fmla="*/ 1024319 w 1076325"/>
                <a:gd name="connsiteY174" fmla="*/ 229267 h 485775"/>
                <a:gd name="connsiteX175" fmla="*/ 1023080 w 1076325"/>
                <a:gd name="connsiteY175" fmla="*/ 225266 h 485775"/>
                <a:gd name="connsiteX176" fmla="*/ 1023080 w 1076325"/>
                <a:gd name="connsiteY176" fmla="*/ 222123 h 485775"/>
                <a:gd name="connsiteX177" fmla="*/ 1023652 w 1076325"/>
                <a:gd name="connsiteY177" fmla="*/ 220028 h 485775"/>
                <a:gd name="connsiteX178" fmla="*/ 1026318 w 1076325"/>
                <a:gd name="connsiteY178" fmla="*/ 219551 h 485775"/>
                <a:gd name="connsiteX179" fmla="*/ 1030033 w 1076325"/>
                <a:gd name="connsiteY179" fmla="*/ 216313 h 485775"/>
                <a:gd name="connsiteX180" fmla="*/ 1036130 w 1076325"/>
                <a:gd name="connsiteY180" fmla="*/ 210884 h 485775"/>
                <a:gd name="connsiteX181" fmla="*/ 1042130 w 1076325"/>
                <a:gd name="connsiteY181" fmla="*/ 205740 h 485775"/>
                <a:gd name="connsiteX182" fmla="*/ 1047654 w 1076325"/>
                <a:gd name="connsiteY182" fmla="*/ 200120 h 485775"/>
                <a:gd name="connsiteX183" fmla="*/ 1051084 w 1076325"/>
                <a:gd name="connsiteY183" fmla="*/ 198025 h 485775"/>
                <a:gd name="connsiteX184" fmla="*/ 1053751 w 1076325"/>
                <a:gd name="connsiteY184" fmla="*/ 195644 h 485775"/>
                <a:gd name="connsiteX185" fmla="*/ 1056608 w 1076325"/>
                <a:gd name="connsiteY185" fmla="*/ 193358 h 485775"/>
                <a:gd name="connsiteX186" fmla="*/ 1060037 w 1076325"/>
                <a:gd name="connsiteY186" fmla="*/ 192691 h 485775"/>
                <a:gd name="connsiteX187" fmla="*/ 1064800 w 1076325"/>
                <a:gd name="connsiteY187" fmla="*/ 188214 h 485775"/>
                <a:gd name="connsiteX188" fmla="*/ 1067753 w 1076325"/>
                <a:gd name="connsiteY188" fmla="*/ 185071 h 485775"/>
                <a:gd name="connsiteX189" fmla="*/ 1070895 w 1076325"/>
                <a:gd name="connsiteY189" fmla="*/ 183261 h 485775"/>
                <a:gd name="connsiteX190" fmla="*/ 1072420 w 1076325"/>
                <a:gd name="connsiteY190" fmla="*/ 180308 h 485775"/>
                <a:gd name="connsiteX191" fmla="*/ 1071277 w 1076325"/>
                <a:gd name="connsiteY191" fmla="*/ 175832 h 485775"/>
                <a:gd name="connsiteX192" fmla="*/ 1071086 w 1076325"/>
                <a:gd name="connsiteY192" fmla="*/ 164401 h 485775"/>
                <a:gd name="connsiteX193" fmla="*/ 1069562 w 1076325"/>
                <a:gd name="connsiteY193" fmla="*/ 148876 h 485775"/>
                <a:gd name="connsiteX194" fmla="*/ 1067657 w 1076325"/>
                <a:gd name="connsiteY194" fmla="*/ 136017 h 485775"/>
                <a:gd name="connsiteX195" fmla="*/ 1065371 w 1076325"/>
                <a:gd name="connsiteY195" fmla="*/ 128588 h 485775"/>
                <a:gd name="connsiteX196" fmla="*/ 1063752 w 1076325"/>
                <a:gd name="connsiteY196" fmla="*/ 125349 h 485775"/>
                <a:gd name="connsiteX197" fmla="*/ 1060418 w 1076325"/>
                <a:gd name="connsiteY197" fmla="*/ 120872 h 485775"/>
                <a:gd name="connsiteX198" fmla="*/ 1056989 w 1076325"/>
                <a:gd name="connsiteY198" fmla="*/ 113919 h 485775"/>
                <a:gd name="connsiteX199" fmla="*/ 1053179 w 1076325"/>
                <a:gd name="connsiteY199" fmla="*/ 107251 h 485775"/>
                <a:gd name="connsiteX200" fmla="*/ 1047560 w 1076325"/>
                <a:gd name="connsiteY200" fmla="*/ 103156 h 485775"/>
                <a:gd name="connsiteX201" fmla="*/ 1044702 w 1076325"/>
                <a:gd name="connsiteY201" fmla="*/ 99727 h 485775"/>
                <a:gd name="connsiteX202" fmla="*/ 1043463 w 1076325"/>
                <a:gd name="connsiteY202" fmla="*/ 96203 h 485775"/>
                <a:gd name="connsiteX203" fmla="*/ 1040225 w 1076325"/>
                <a:gd name="connsiteY203" fmla="*/ 94012 h 485775"/>
                <a:gd name="connsiteX204" fmla="*/ 1038796 w 1076325"/>
                <a:gd name="connsiteY204" fmla="*/ 94964 h 485775"/>
                <a:gd name="connsiteX205" fmla="*/ 1040035 w 1076325"/>
                <a:gd name="connsiteY205" fmla="*/ 98298 h 485775"/>
                <a:gd name="connsiteX206" fmla="*/ 1042320 w 1076325"/>
                <a:gd name="connsiteY206" fmla="*/ 101155 h 485775"/>
                <a:gd name="connsiteX207" fmla="*/ 1042511 w 1076325"/>
                <a:gd name="connsiteY207" fmla="*/ 104204 h 485775"/>
                <a:gd name="connsiteX208" fmla="*/ 1039273 w 1076325"/>
                <a:gd name="connsiteY208" fmla="*/ 105442 h 485775"/>
                <a:gd name="connsiteX209" fmla="*/ 1035843 w 1076325"/>
                <a:gd name="connsiteY209" fmla="*/ 104204 h 485775"/>
                <a:gd name="connsiteX210" fmla="*/ 1034701 w 1076325"/>
                <a:gd name="connsiteY210" fmla="*/ 102299 h 485775"/>
                <a:gd name="connsiteX211" fmla="*/ 1035558 w 1076325"/>
                <a:gd name="connsiteY211" fmla="*/ 99155 h 485775"/>
                <a:gd name="connsiteX212" fmla="*/ 1034320 w 1076325"/>
                <a:gd name="connsiteY212" fmla="*/ 96583 h 485775"/>
                <a:gd name="connsiteX213" fmla="*/ 1030510 w 1076325"/>
                <a:gd name="connsiteY213" fmla="*/ 93917 h 485775"/>
                <a:gd name="connsiteX214" fmla="*/ 1026128 w 1076325"/>
                <a:gd name="connsiteY214" fmla="*/ 91535 h 485775"/>
                <a:gd name="connsiteX215" fmla="*/ 1024128 w 1076325"/>
                <a:gd name="connsiteY215" fmla="*/ 87916 h 485775"/>
                <a:gd name="connsiteX216" fmla="*/ 1025747 w 1076325"/>
                <a:gd name="connsiteY216" fmla="*/ 86106 h 485775"/>
                <a:gd name="connsiteX217" fmla="*/ 1030224 w 1076325"/>
                <a:gd name="connsiteY217" fmla="*/ 87630 h 485775"/>
                <a:gd name="connsiteX218" fmla="*/ 1033748 w 1076325"/>
                <a:gd name="connsiteY218" fmla="*/ 90297 h 485775"/>
                <a:gd name="connsiteX219" fmla="*/ 1036320 w 1076325"/>
                <a:gd name="connsiteY219" fmla="*/ 91440 h 485775"/>
                <a:gd name="connsiteX220" fmla="*/ 1037653 w 1076325"/>
                <a:gd name="connsiteY220" fmla="*/ 90583 h 485775"/>
                <a:gd name="connsiteX221" fmla="*/ 1037749 w 1076325"/>
                <a:gd name="connsiteY221" fmla="*/ 87058 h 485775"/>
                <a:gd name="connsiteX222" fmla="*/ 1033558 w 1076325"/>
                <a:gd name="connsiteY222" fmla="*/ 83534 h 485775"/>
                <a:gd name="connsiteX223" fmla="*/ 1028795 w 1076325"/>
                <a:gd name="connsiteY223" fmla="*/ 79438 h 485775"/>
                <a:gd name="connsiteX224" fmla="*/ 1026033 w 1076325"/>
                <a:gd name="connsiteY224" fmla="*/ 79343 h 485775"/>
                <a:gd name="connsiteX225" fmla="*/ 1021651 w 1076325"/>
                <a:gd name="connsiteY225" fmla="*/ 78867 h 485775"/>
                <a:gd name="connsiteX226" fmla="*/ 1020032 w 1076325"/>
                <a:gd name="connsiteY226" fmla="*/ 75248 h 485775"/>
                <a:gd name="connsiteX227" fmla="*/ 1019365 w 1076325"/>
                <a:gd name="connsiteY227" fmla="*/ 70961 h 485775"/>
                <a:gd name="connsiteX228" fmla="*/ 1017365 w 1076325"/>
                <a:gd name="connsiteY228" fmla="*/ 66389 h 485775"/>
                <a:gd name="connsiteX229" fmla="*/ 1014698 w 1076325"/>
                <a:gd name="connsiteY229" fmla="*/ 59912 h 485775"/>
                <a:gd name="connsiteX230" fmla="*/ 1009364 w 1076325"/>
                <a:gd name="connsiteY230" fmla="*/ 52673 h 485775"/>
                <a:gd name="connsiteX231" fmla="*/ 1005269 w 1076325"/>
                <a:gd name="connsiteY231" fmla="*/ 47339 h 485775"/>
                <a:gd name="connsiteX232" fmla="*/ 999935 w 1076325"/>
                <a:gd name="connsiteY232" fmla="*/ 42005 h 485775"/>
                <a:gd name="connsiteX233" fmla="*/ 997934 w 1076325"/>
                <a:gd name="connsiteY233" fmla="*/ 38862 h 485775"/>
                <a:gd name="connsiteX234" fmla="*/ 996124 w 1076325"/>
                <a:gd name="connsiteY234" fmla="*/ 38005 h 485775"/>
                <a:gd name="connsiteX235" fmla="*/ 994410 w 1076325"/>
                <a:gd name="connsiteY235" fmla="*/ 36004 h 485775"/>
                <a:gd name="connsiteX236" fmla="*/ 994029 w 1076325"/>
                <a:gd name="connsiteY236" fmla="*/ 31147 h 485775"/>
                <a:gd name="connsiteX237" fmla="*/ 993076 w 1076325"/>
                <a:gd name="connsiteY237" fmla="*/ 27813 h 485775"/>
                <a:gd name="connsiteX238" fmla="*/ 990695 w 1076325"/>
                <a:gd name="connsiteY238" fmla="*/ 26003 h 485775"/>
                <a:gd name="connsiteX239" fmla="*/ 990028 w 1076325"/>
                <a:gd name="connsiteY239" fmla="*/ 22098 h 485775"/>
                <a:gd name="connsiteX240" fmla="*/ 989933 w 1076325"/>
                <a:gd name="connsiteY240" fmla="*/ 19241 h 485775"/>
                <a:gd name="connsiteX241" fmla="*/ 986219 w 1076325"/>
                <a:gd name="connsiteY241" fmla="*/ 18764 h 485775"/>
                <a:gd name="connsiteX242" fmla="*/ 983361 w 1076325"/>
                <a:gd name="connsiteY242" fmla="*/ 16192 h 485775"/>
                <a:gd name="connsiteX243" fmla="*/ 981932 w 1076325"/>
                <a:gd name="connsiteY243" fmla="*/ 12383 h 485775"/>
                <a:gd name="connsiteX244" fmla="*/ 978789 w 1076325"/>
                <a:gd name="connsiteY244" fmla="*/ 11811 h 485775"/>
                <a:gd name="connsiteX245" fmla="*/ 972217 w 1076325"/>
                <a:gd name="connsiteY245" fmla="*/ 10954 h 485775"/>
                <a:gd name="connsiteX246" fmla="*/ 967645 w 1076325"/>
                <a:gd name="connsiteY246" fmla="*/ 12097 h 485775"/>
                <a:gd name="connsiteX247" fmla="*/ 965359 w 1076325"/>
                <a:gd name="connsiteY247" fmla="*/ 15430 h 485775"/>
                <a:gd name="connsiteX248" fmla="*/ 966883 w 1076325"/>
                <a:gd name="connsiteY248" fmla="*/ 18574 h 485775"/>
                <a:gd name="connsiteX249" fmla="*/ 971454 w 1076325"/>
                <a:gd name="connsiteY249" fmla="*/ 20479 h 485775"/>
                <a:gd name="connsiteX250" fmla="*/ 974122 w 1076325"/>
                <a:gd name="connsiteY250" fmla="*/ 22193 h 485775"/>
                <a:gd name="connsiteX251" fmla="*/ 976788 w 1076325"/>
                <a:gd name="connsiteY251" fmla="*/ 24575 h 485775"/>
                <a:gd name="connsiteX252" fmla="*/ 978503 w 1076325"/>
                <a:gd name="connsiteY252" fmla="*/ 22765 h 485775"/>
                <a:gd name="connsiteX253" fmla="*/ 981075 w 1076325"/>
                <a:gd name="connsiteY253" fmla="*/ 21241 h 485775"/>
                <a:gd name="connsiteX254" fmla="*/ 983075 w 1076325"/>
                <a:gd name="connsiteY254" fmla="*/ 24955 h 485775"/>
                <a:gd name="connsiteX255" fmla="*/ 983742 w 1076325"/>
                <a:gd name="connsiteY255" fmla="*/ 31718 h 485775"/>
                <a:gd name="connsiteX256" fmla="*/ 987266 w 1076325"/>
                <a:gd name="connsiteY256" fmla="*/ 35338 h 485775"/>
                <a:gd name="connsiteX257" fmla="*/ 989743 w 1076325"/>
                <a:gd name="connsiteY257" fmla="*/ 38767 h 485775"/>
                <a:gd name="connsiteX258" fmla="*/ 993172 w 1076325"/>
                <a:gd name="connsiteY258" fmla="*/ 41434 h 485775"/>
                <a:gd name="connsiteX259" fmla="*/ 994505 w 1076325"/>
                <a:gd name="connsiteY259" fmla="*/ 45815 h 485775"/>
                <a:gd name="connsiteX260" fmla="*/ 997077 w 1076325"/>
                <a:gd name="connsiteY260" fmla="*/ 48673 h 485775"/>
                <a:gd name="connsiteX261" fmla="*/ 1000125 w 1076325"/>
                <a:gd name="connsiteY261" fmla="*/ 51340 h 485775"/>
                <a:gd name="connsiteX262" fmla="*/ 1001649 w 1076325"/>
                <a:gd name="connsiteY262" fmla="*/ 56102 h 485775"/>
                <a:gd name="connsiteX263" fmla="*/ 1004126 w 1076325"/>
                <a:gd name="connsiteY263" fmla="*/ 58960 h 485775"/>
                <a:gd name="connsiteX264" fmla="*/ 1007555 w 1076325"/>
                <a:gd name="connsiteY264" fmla="*/ 63437 h 485775"/>
                <a:gd name="connsiteX265" fmla="*/ 1009936 w 1076325"/>
                <a:gd name="connsiteY265" fmla="*/ 68294 h 485775"/>
                <a:gd name="connsiteX266" fmla="*/ 1009840 w 1076325"/>
                <a:gd name="connsiteY266" fmla="*/ 72009 h 485775"/>
                <a:gd name="connsiteX267" fmla="*/ 1006126 w 1076325"/>
                <a:gd name="connsiteY267" fmla="*/ 69913 h 485775"/>
                <a:gd name="connsiteX268" fmla="*/ 1002125 w 1076325"/>
                <a:gd name="connsiteY268" fmla="*/ 68199 h 485775"/>
                <a:gd name="connsiteX269" fmla="*/ 999458 w 1076325"/>
                <a:gd name="connsiteY269" fmla="*/ 64961 h 485775"/>
                <a:gd name="connsiteX270" fmla="*/ 997743 w 1076325"/>
                <a:gd name="connsiteY270" fmla="*/ 60579 h 485775"/>
                <a:gd name="connsiteX271" fmla="*/ 994791 w 1076325"/>
                <a:gd name="connsiteY271" fmla="*/ 59531 h 485775"/>
                <a:gd name="connsiteX272" fmla="*/ 989076 w 1076325"/>
                <a:gd name="connsiteY272" fmla="*/ 61055 h 485775"/>
                <a:gd name="connsiteX273" fmla="*/ 984885 w 1076325"/>
                <a:gd name="connsiteY273" fmla="*/ 61817 h 485775"/>
                <a:gd name="connsiteX274" fmla="*/ 979551 w 1076325"/>
                <a:gd name="connsiteY274" fmla="*/ 60103 h 485775"/>
                <a:gd name="connsiteX275" fmla="*/ 976408 w 1076325"/>
                <a:gd name="connsiteY275" fmla="*/ 60484 h 485775"/>
                <a:gd name="connsiteX276" fmla="*/ 974598 w 1076325"/>
                <a:gd name="connsiteY276" fmla="*/ 63341 h 485775"/>
                <a:gd name="connsiteX277" fmla="*/ 975265 w 1076325"/>
                <a:gd name="connsiteY277" fmla="*/ 65913 h 485775"/>
                <a:gd name="connsiteX278" fmla="*/ 974026 w 1076325"/>
                <a:gd name="connsiteY278" fmla="*/ 69913 h 485775"/>
                <a:gd name="connsiteX279" fmla="*/ 969835 w 1076325"/>
                <a:gd name="connsiteY279" fmla="*/ 71152 h 485775"/>
                <a:gd name="connsiteX280" fmla="*/ 966406 w 1076325"/>
                <a:gd name="connsiteY280" fmla="*/ 72962 h 485775"/>
                <a:gd name="connsiteX281" fmla="*/ 962501 w 1076325"/>
                <a:gd name="connsiteY281" fmla="*/ 74676 h 485775"/>
                <a:gd name="connsiteX282" fmla="*/ 959263 w 1076325"/>
                <a:gd name="connsiteY282" fmla="*/ 78676 h 485775"/>
                <a:gd name="connsiteX283" fmla="*/ 957262 w 1076325"/>
                <a:gd name="connsiteY283" fmla="*/ 80486 h 485775"/>
                <a:gd name="connsiteX284" fmla="*/ 951452 w 1076325"/>
                <a:gd name="connsiteY284" fmla="*/ 80677 h 485775"/>
                <a:gd name="connsiteX285" fmla="*/ 949262 w 1076325"/>
                <a:gd name="connsiteY285" fmla="*/ 83629 h 485775"/>
                <a:gd name="connsiteX286" fmla="*/ 945071 w 1076325"/>
                <a:gd name="connsiteY286" fmla="*/ 86011 h 485775"/>
                <a:gd name="connsiteX287" fmla="*/ 940975 w 1076325"/>
                <a:gd name="connsiteY287" fmla="*/ 86201 h 485775"/>
                <a:gd name="connsiteX288" fmla="*/ 937831 w 1076325"/>
                <a:gd name="connsiteY288" fmla="*/ 88583 h 485775"/>
                <a:gd name="connsiteX289" fmla="*/ 935069 w 1076325"/>
                <a:gd name="connsiteY289" fmla="*/ 94298 h 485775"/>
                <a:gd name="connsiteX290" fmla="*/ 931926 w 1076325"/>
                <a:gd name="connsiteY290" fmla="*/ 99441 h 485775"/>
                <a:gd name="connsiteX291" fmla="*/ 926401 w 1076325"/>
                <a:gd name="connsiteY291" fmla="*/ 102299 h 485775"/>
                <a:gd name="connsiteX292" fmla="*/ 923639 w 1076325"/>
                <a:gd name="connsiteY292" fmla="*/ 102679 h 485775"/>
                <a:gd name="connsiteX293" fmla="*/ 918591 w 1076325"/>
                <a:gd name="connsiteY293" fmla="*/ 104870 h 485775"/>
                <a:gd name="connsiteX294" fmla="*/ 915067 w 1076325"/>
                <a:gd name="connsiteY294" fmla="*/ 103632 h 485775"/>
                <a:gd name="connsiteX295" fmla="*/ 913161 w 1076325"/>
                <a:gd name="connsiteY295" fmla="*/ 101251 h 485775"/>
                <a:gd name="connsiteX296" fmla="*/ 909161 w 1076325"/>
                <a:gd name="connsiteY296" fmla="*/ 101632 h 485775"/>
                <a:gd name="connsiteX297" fmla="*/ 907637 w 1076325"/>
                <a:gd name="connsiteY297" fmla="*/ 103727 h 485775"/>
                <a:gd name="connsiteX298" fmla="*/ 905828 w 1076325"/>
                <a:gd name="connsiteY298" fmla="*/ 106204 h 485775"/>
                <a:gd name="connsiteX299" fmla="*/ 906304 w 1076325"/>
                <a:gd name="connsiteY299" fmla="*/ 111062 h 485775"/>
                <a:gd name="connsiteX300" fmla="*/ 906018 w 1076325"/>
                <a:gd name="connsiteY300" fmla="*/ 114681 h 485775"/>
                <a:gd name="connsiteX301" fmla="*/ 909256 w 1076325"/>
                <a:gd name="connsiteY301" fmla="*/ 118205 h 485775"/>
                <a:gd name="connsiteX302" fmla="*/ 913828 w 1076325"/>
                <a:gd name="connsiteY302" fmla="*/ 117158 h 485775"/>
                <a:gd name="connsiteX303" fmla="*/ 920401 w 1076325"/>
                <a:gd name="connsiteY303" fmla="*/ 114300 h 485775"/>
                <a:gd name="connsiteX304" fmla="*/ 927544 w 1076325"/>
                <a:gd name="connsiteY304" fmla="*/ 111062 h 485775"/>
                <a:gd name="connsiteX305" fmla="*/ 934212 w 1076325"/>
                <a:gd name="connsiteY305" fmla="*/ 105061 h 485775"/>
                <a:gd name="connsiteX306" fmla="*/ 939165 w 1076325"/>
                <a:gd name="connsiteY306" fmla="*/ 103156 h 485775"/>
                <a:gd name="connsiteX307" fmla="*/ 943451 w 1076325"/>
                <a:gd name="connsiteY307" fmla="*/ 104680 h 485775"/>
                <a:gd name="connsiteX308" fmla="*/ 946594 w 1076325"/>
                <a:gd name="connsiteY308" fmla="*/ 107442 h 485775"/>
                <a:gd name="connsiteX309" fmla="*/ 951357 w 1076325"/>
                <a:gd name="connsiteY309" fmla="*/ 104870 h 485775"/>
                <a:gd name="connsiteX310" fmla="*/ 955167 w 1076325"/>
                <a:gd name="connsiteY310" fmla="*/ 99822 h 485775"/>
                <a:gd name="connsiteX311" fmla="*/ 961739 w 1076325"/>
                <a:gd name="connsiteY311" fmla="*/ 95441 h 485775"/>
                <a:gd name="connsiteX312" fmla="*/ 971836 w 1076325"/>
                <a:gd name="connsiteY312" fmla="*/ 92107 h 485775"/>
                <a:gd name="connsiteX313" fmla="*/ 982123 w 1076325"/>
                <a:gd name="connsiteY313" fmla="*/ 90392 h 485775"/>
                <a:gd name="connsiteX314" fmla="*/ 985076 w 1076325"/>
                <a:gd name="connsiteY314" fmla="*/ 91726 h 485775"/>
                <a:gd name="connsiteX315" fmla="*/ 987933 w 1076325"/>
                <a:gd name="connsiteY315" fmla="*/ 96393 h 485775"/>
                <a:gd name="connsiteX316" fmla="*/ 989933 w 1076325"/>
                <a:gd name="connsiteY316" fmla="*/ 101155 h 485775"/>
                <a:gd name="connsiteX317" fmla="*/ 993743 w 1076325"/>
                <a:gd name="connsiteY317" fmla="*/ 102679 h 485775"/>
                <a:gd name="connsiteX318" fmla="*/ 995934 w 1076325"/>
                <a:gd name="connsiteY318" fmla="*/ 101537 h 485775"/>
                <a:gd name="connsiteX319" fmla="*/ 997648 w 1076325"/>
                <a:gd name="connsiteY319" fmla="*/ 97822 h 485775"/>
                <a:gd name="connsiteX320" fmla="*/ 999935 w 1076325"/>
                <a:gd name="connsiteY320" fmla="*/ 95536 h 485775"/>
                <a:gd name="connsiteX321" fmla="*/ 999744 w 1076325"/>
                <a:gd name="connsiteY321" fmla="*/ 93440 h 485775"/>
                <a:gd name="connsiteX322" fmla="*/ 996601 w 1076325"/>
                <a:gd name="connsiteY322" fmla="*/ 91726 h 485775"/>
                <a:gd name="connsiteX323" fmla="*/ 997648 w 1076325"/>
                <a:gd name="connsiteY323" fmla="*/ 89249 h 485775"/>
                <a:gd name="connsiteX324" fmla="*/ 1001268 w 1076325"/>
                <a:gd name="connsiteY324" fmla="*/ 86868 h 485775"/>
                <a:gd name="connsiteX325" fmla="*/ 1005649 w 1076325"/>
                <a:gd name="connsiteY325" fmla="*/ 86106 h 485775"/>
                <a:gd name="connsiteX326" fmla="*/ 1011746 w 1076325"/>
                <a:gd name="connsiteY326" fmla="*/ 87440 h 485775"/>
                <a:gd name="connsiteX327" fmla="*/ 1015270 w 1076325"/>
                <a:gd name="connsiteY327" fmla="*/ 89821 h 485775"/>
                <a:gd name="connsiteX328" fmla="*/ 1018603 w 1076325"/>
                <a:gd name="connsiteY328" fmla="*/ 94107 h 485775"/>
                <a:gd name="connsiteX329" fmla="*/ 1022794 w 1076325"/>
                <a:gd name="connsiteY329" fmla="*/ 97822 h 485775"/>
                <a:gd name="connsiteX330" fmla="*/ 1026700 w 1076325"/>
                <a:gd name="connsiteY330" fmla="*/ 102965 h 485775"/>
                <a:gd name="connsiteX331" fmla="*/ 1028890 w 1076325"/>
                <a:gd name="connsiteY331" fmla="*/ 108204 h 485775"/>
                <a:gd name="connsiteX332" fmla="*/ 1028890 w 1076325"/>
                <a:gd name="connsiteY332" fmla="*/ 113633 h 485775"/>
                <a:gd name="connsiteX333" fmla="*/ 1032129 w 1076325"/>
                <a:gd name="connsiteY333" fmla="*/ 117920 h 485775"/>
                <a:gd name="connsiteX334" fmla="*/ 1035367 w 1076325"/>
                <a:gd name="connsiteY334" fmla="*/ 124396 h 485775"/>
                <a:gd name="connsiteX335" fmla="*/ 1033177 w 1076325"/>
                <a:gd name="connsiteY335" fmla="*/ 129445 h 485775"/>
                <a:gd name="connsiteX336" fmla="*/ 1032795 w 1076325"/>
                <a:gd name="connsiteY336" fmla="*/ 132017 h 485775"/>
                <a:gd name="connsiteX337" fmla="*/ 1035653 w 1076325"/>
                <a:gd name="connsiteY337" fmla="*/ 134874 h 485775"/>
                <a:gd name="connsiteX338" fmla="*/ 1034224 w 1076325"/>
                <a:gd name="connsiteY338" fmla="*/ 137922 h 485775"/>
                <a:gd name="connsiteX339" fmla="*/ 1032224 w 1076325"/>
                <a:gd name="connsiteY339" fmla="*/ 139732 h 485775"/>
                <a:gd name="connsiteX340" fmla="*/ 1031652 w 1076325"/>
                <a:gd name="connsiteY340" fmla="*/ 143732 h 485775"/>
                <a:gd name="connsiteX341" fmla="*/ 1028033 w 1076325"/>
                <a:gd name="connsiteY341" fmla="*/ 146590 h 485775"/>
                <a:gd name="connsiteX342" fmla="*/ 1022890 w 1076325"/>
                <a:gd name="connsiteY342" fmla="*/ 146304 h 485775"/>
                <a:gd name="connsiteX343" fmla="*/ 1019270 w 1076325"/>
                <a:gd name="connsiteY343" fmla="*/ 148209 h 485775"/>
                <a:gd name="connsiteX344" fmla="*/ 1018127 w 1076325"/>
                <a:gd name="connsiteY344" fmla="*/ 152400 h 485775"/>
                <a:gd name="connsiteX345" fmla="*/ 1014984 w 1076325"/>
                <a:gd name="connsiteY345" fmla="*/ 155543 h 485775"/>
                <a:gd name="connsiteX346" fmla="*/ 1012317 w 1076325"/>
                <a:gd name="connsiteY346" fmla="*/ 157258 h 485775"/>
                <a:gd name="connsiteX347" fmla="*/ 1012602 w 1076325"/>
                <a:gd name="connsiteY347" fmla="*/ 162211 h 485775"/>
                <a:gd name="connsiteX348" fmla="*/ 1009840 w 1076325"/>
                <a:gd name="connsiteY348" fmla="*/ 165259 h 485775"/>
                <a:gd name="connsiteX349" fmla="*/ 1009936 w 1076325"/>
                <a:gd name="connsiteY349" fmla="*/ 172021 h 485775"/>
                <a:gd name="connsiteX350" fmla="*/ 1006697 w 1076325"/>
                <a:gd name="connsiteY350" fmla="*/ 177165 h 485775"/>
                <a:gd name="connsiteX351" fmla="*/ 1004220 w 1076325"/>
                <a:gd name="connsiteY351" fmla="*/ 178308 h 485775"/>
                <a:gd name="connsiteX352" fmla="*/ 1005269 w 1076325"/>
                <a:gd name="connsiteY352" fmla="*/ 182309 h 485775"/>
                <a:gd name="connsiteX353" fmla="*/ 1001744 w 1076325"/>
                <a:gd name="connsiteY353" fmla="*/ 186119 h 485775"/>
                <a:gd name="connsiteX354" fmla="*/ 998220 w 1076325"/>
                <a:gd name="connsiteY354" fmla="*/ 189167 h 485775"/>
                <a:gd name="connsiteX355" fmla="*/ 996315 w 1076325"/>
                <a:gd name="connsiteY355" fmla="*/ 194310 h 485775"/>
                <a:gd name="connsiteX356" fmla="*/ 991171 w 1076325"/>
                <a:gd name="connsiteY356" fmla="*/ 193643 h 485775"/>
                <a:gd name="connsiteX357" fmla="*/ 986599 w 1076325"/>
                <a:gd name="connsiteY357" fmla="*/ 194024 h 485775"/>
                <a:gd name="connsiteX358" fmla="*/ 984599 w 1076325"/>
                <a:gd name="connsiteY358" fmla="*/ 193167 h 485775"/>
                <a:gd name="connsiteX359" fmla="*/ 982599 w 1076325"/>
                <a:gd name="connsiteY359" fmla="*/ 194882 h 485775"/>
                <a:gd name="connsiteX360" fmla="*/ 977932 w 1076325"/>
                <a:gd name="connsiteY360" fmla="*/ 194120 h 485775"/>
                <a:gd name="connsiteX361" fmla="*/ 974122 w 1076325"/>
                <a:gd name="connsiteY361" fmla="*/ 194405 h 485775"/>
                <a:gd name="connsiteX362" fmla="*/ 972979 w 1076325"/>
                <a:gd name="connsiteY362" fmla="*/ 196310 h 485775"/>
                <a:gd name="connsiteX363" fmla="*/ 968597 w 1076325"/>
                <a:gd name="connsiteY363" fmla="*/ 195929 h 485775"/>
                <a:gd name="connsiteX364" fmla="*/ 965454 w 1076325"/>
                <a:gd name="connsiteY364" fmla="*/ 197644 h 485775"/>
                <a:gd name="connsiteX365" fmla="*/ 962406 w 1076325"/>
                <a:gd name="connsiteY365" fmla="*/ 198692 h 485775"/>
                <a:gd name="connsiteX366" fmla="*/ 959358 w 1076325"/>
                <a:gd name="connsiteY366" fmla="*/ 195358 h 485775"/>
                <a:gd name="connsiteX367" fmla="*/ 956691 w 1076325"/>
                <a:gd name="connsiteY367" fmla="*/ 194596 h 485775"/>
                <a:gd name="connsiteX368" fmla="*/ 954881 w 1076325"/>
                <a:gd name="connsiteY368" fmla="*/ 196405 h 485775"/>
                <a:gd name="connsiteX369" fmla="*/ 951071 w 1076325"/>
                <a:gd name="connsiteY369" fmla="*/ 195834 h 485775"/>
                <a:gd name="connsiteX370" fmla="*/ 948595 w 1076325"/>
                <a:gd name="connsiteY370" fmla="*/ 194215 h 485775"/>
                <a:gd name="connsiteX371" fmla="*/ 943737 w 1076325"/>
                <a:gd name="connsiteY371" fmla="*/ 197644 h 485775"/>
                <a:gd name="connsiteX372" fmla="*/ 939832 w 1076325"/>
                <a:gd name="connsiteY372" fmla="*/ 197739 h 485775"/>
                <a:gd name="connsiteX373" fmla="*/ 936307 w 1076325"/>
                <a:gd name="connsiteY373" fmla="*/ 202216 h 485775"/>
                <a:gd name="connsiteX374" fmla="*/ 939260 w 1076325"/>
                <a:gd name="connsiteY374" fmla="*/ 205645 h 485775"/>
                <a:gd name="connsiteX375" fmla="*/ 943261 w 1076325"/>
                <a:gd name="connsiteY375" fmla="*/ 206692 h 485775"/>
                <a:gd name="connsiteX376" fmla="*/ 947833 w 1076325"/>
                <a:gd name="connsiteY376" fmla="*/ 204121 h 485775"/>
                <a:gd name="connsiteX377" fmla="*/ 955072 w 1076325"/>
                <a:gd name="connsiteY377" fmla="*/ 204883 h 485775"/>
                <a:gd name="connsiteX378" fmla="*/ 958024 w 1076325"/>
                <a:gd name="connsiteY378" fmla="*/ 206788 h 485775"/>
                <a:gd name="connsiteX379" fmla="*/ 960310 w 1076325"/>
                <a:gd name="connsiteY379" fmla="*/ 210503 h 485775"/>
                <a:gd name="connsiteX380" fmla="*/ 958405 w 1076325"/>
                <a:gd name="connsiteY380" fmla="*/ 216217 h 485775"/>
                <a:gd name="connsiteX381" fmla="*/ 958787 w 1076325"/>
                <a:gd name="connsiteY381" fmla="*/ 220599 h 485775"/>
                <a:gd name="connsiteX382" fmla="*/ 957548 w 1076325"/>
                <a:gd name="connsiteY382" fmla="*/ 223457 h 485775"/>
                <a:gd name="connsiteX383" fmla="*/ 955452 w 1076325"/>
                <a:gd name="connsiteY383" fmla="*/ 225552 h 485775"/>
                <a:gd name="connsiteX384" fmla="*/ 954214 w 1076325"/>
                <a:gd name="connsiteY384" fmla="*/ 229171 h 485775"/>
                <a:gd name="connsiteX385" fmla="*/ 955357 w 1076325"/>
                <a:gd name="connsiteY385" fmla="*/ 234029 h 485775"/>
                <a:gd name="connsiteX386" fmla="*/ 953548 w 1076325"/>
                <a:gd name="connsiteY386" fmla="*/ 240221 h 485775"/>
                <a:gd name="connsiteX387" fmla="*/ 952119 w 1076325"/>
                <a:gd name="connsiteY387" fmla="*/ 244602 h 485775"/>
                <a:gd name="connsiteX388" fmla="*/ 947833 w 1076325"/>
                <a:gd name="connsiteY388" fmla="*/ 249174 h 485775"/>
                <a:gd name="connsiteX389" fmla="*/ 946976 w 1076325"/>
                <a:gd name="connsiteY389" fmla="*/ 253555 h 485775"/>
                <a:gd name="connsiteX390" fmla="*/ 950405 w 1076325"/>
                <a:gd name="connsiteY390" fmla="*/ 257366 h 485775"/>
                <a:gd name="connsiteX391" fmla="*/ 955072 w 1076325"/>
                <a:gd name="connsiteY391" fmla="*/ 257366 h 485775"/>
                <a:gd name="connsiteX392" fmla="*/ 959072 w 1076325"/>
                <a:gd name="connsiteY392" fmla="*/ 256223 h 485775"/>
                <a:gd name="connsiteX393" fmla="*/ 965073 w 1076325"/>
                <a:gd name="connsiteY393" fmla="*/ 254413 h 485775"/>
                <a:gd name="connsiteX394" fmla="*/ 967740 w 1076325"/>
                <a:gd name="connsiteY394" fmla="*/ 250508 h 485775"/>
                <a:gd name="connsiteX395" fmla="*/ 966216 w 1076325"/>
                <a:gd name="connsiteY395" fmla="*/ 244792 h 485775"/>
                <a:gd name="connsiteX396" fmla="*/ 968692 w 1076325"/>
                <a:gd name="connsiteY396" fmla="*/ 241363 h 485775"/>
                <a:gd name="connsiteX397" fmla="*/ 971454 w 1076325"/>
                <a:gd name="connsiteY397" fmla="*/ 242125 h 485775"/>
                <a:gd name="connsiteX398" fmla="*/ 972788 w 1076325"/>
                <a:gd name="connsiteY398" fmla="*/ 245650 h 485775"/>
                <a:gd name="connsiteX399" fmla="*/ 974979 w 1076325"/>
                <a:gd name="connsiteY399" fmla="*/ 250793 h 485775"/>
                <a:gd name="connsiteX400" fmla="*/ 978598 w 1076325"/>
                <a:gd name="connsiteY400" fmla="*/ 253460 h 485775"/>
                <a:gd name="connsiteX401" fmla="*/ 983932 w 1076325"/>
                <a:gd name="connsiteY401" fmla="*/ 254699 h 485775"/>
                <a:gd name="connsiteX402" fmla="*/ 987742 w 1076325"/>
                <a:gd name="connsiteY402" fmla="*/ 253460 h 485775"/>
                <a:gd name="connsiteX403" fmla="*/ 988314 w 1076325"/>
                <a:gd name="connsiteY403" fmla="*/ 251365 h 485775"/>
                <a:gd name="connsiteX404" fmla="*/ 985933 w 1076325"/>
                <a:gd name="connsiteY404" fmla="*/ 248221 h 485775"/>
                <a:gd name="connsiteX405" fmla="*/ 983266 w 1076325"/>
                <a:gd name="connsiteY405" fmla="*/ 246983 h 485775"/>
                <a:gd name="connsiteX406" fmla="*/ 981265 w 1076325"/>
                <a:gd name="connsiteY406" fmla="*/ 243650 h 485775"/>
                <a:gd name="connsiteX407" fmla="*/ 983742 w 1076325"/>
                <a:gd name="connsiteY407" fmla="*/ 242697 h 485775"/>
                <a:gd name="connsiteX408" fmla="*/ 985647 w 1076325"/>
                <a:gd name="connsiteY408" fmla="*/ 244316 h 485775"/>
                <a:gd name="connsiteX409" fmla="*/ 988790 w 1076325"/>
                <a:gd name="connsiteY409" fmla="*/ 245174 h 485775"/>
                <a:gd name="connsiteX410" fmla="*/ 991553 w 1076325"/>
                <a:gd name="connsiteY410" fmla="*/ 246698 h 485775"/>
                <a:gd name="connsiteX411" fmla="*/ 992219 w 1076325"/>
                <a:gd name="connsiteY411" fmla="*/ 250603 h 485775"/>
                <a:gd name="connsiteX412" fmla="*/ 995362 w 1076325"/>
                <a:gd name="connsiteY412" fmla="*/ 254032 h 485775"/>
                <a:gd name="connsiteX413" fmla="*/ 994410 w 1076325"/>
                <a:gd name="connsiteY413" fmla="*/ 258318 h 485775"/>
                <a:gd name="connsiteX414" fmla="*/ 991362 w 1076325"/>
                <a:gd name="connsiteY414" fmla="*/ 261080 h 485775"/>
                <a:gd name="connsiteX415" fmla="*/ 990504 w 1076325"/>
                <a:gd name="connsiteY415" fmla="*/ 265176 h 485775"/>
                <a:gd name="connsiteX416" fmla="*/ 987742 w 1076325"/>
                <a:gd name="connsiteY416" fmla="*/ 268700 h 485775"/>
                <a:gd name="connsiteX417" fmla="*/ 983932 w 1076325"/>
                <a:gd name="connsiteY417" fmla="*/ 271653 h 485775"/>
                <a:gd name="connsiteX418" fmla="*/ 983551 w 1076325"/>
                <a:gd name="connsiteY418" fmla="*/ 276892 h 485775"/>
                <a:gd name="connsiteX419" fmla="*/ 985647 w 1076325"/>
                <a:gd name="connsiteY419" fmla="*/ 278987 h 485775"/>
                <a:gd name="connsiteX420" fmla="*/ 988314 w 1076325"/>
                <a:gd name="connsiteY420" fmla="*/ 278416 h 485775"/>
                <a:gd name="connsiteX421" fmla="*/ 990124 w 1076325"/>
                <a:gd name="connsiteY421" fmla="*/ 273177 h 485775"/>
                <a:gd name="connsiteX422" fmla="*/ 992124 w 1076325"/>
                <a:gd name="connsiteY422" fmla="*/ 269272 h 485775"/>
                <a:gd name="connsiteX423" fmla="*/ 994981 w 1076325"/>
                <a:gd name="connsiteY423" fmla="*/ 265557 h 485775"/>
                <a:gd name="connsiteX424" fmla="*/ 997648 w 1076325"/>
                <a:gd name="connsiteY424" fmla="*/ 261842 h 485775"/>
                <a:gd name="connsiteX425" fmla="*/ 1000315 w 1076325"/>
                <a:gd name="connsiteY425" fmla="*/ 257270 h 485775"/>
                <a:gd name="connsiteX426" fmla="*/ 1002982 w 1076325"/>
                <a:gd name="connsiteY426" fmla="*/ 251650 h 485775"/>
                <a:gd name="connsiteX427" fmla="*/ 1006221 w 1076325"/>
                <a:gd name="connsiteY427" fmla="*/ 247650 h 485775"/>
                <a:gd name="connsiteX428" fmla="*/ 1009840 w 1076325"/>
                <a:gd name="connsiteY428" fmla="*/ 240983 h 485775"/>
                <a:gd name="connsiteX429" fmla="*/ 1012888 w 1076325"/>
                <a:gd name="connsiteY429" fmla="*/ 234505 h 485775"/>
                <a:gd name="connsiteX430" fmla="*/ 1014508 w 1076325"/>
                <a:gd name="connsiteY430" fmla="*/ 229838 h 485775"/>
                <a:gd name="connsiteX431" fmla="*/ 1017080 w 1076325"/>
                <a:gd name="connsiteY431" fmla="*/ 228219 h 485775"/>
                <a:gd name="connsiteX432" fmla="*/ 1020413 w 1076325"/>
                <a:gd name="connsiteY432" fmla="*/ 229457 h 485775"/>
                <a:gd name="connsiteX433" fmla="*/ 1020413 w 1076325"/>
                <a:gd name="connsiteY433" fmla="*/ 232696 h 485775"/>
                <a:gd name="connsiteX434" fmla="*/ 1017080 w 1076325"/>
                <a:gd name="connsiteY434" fmla="*/ 236601 h 485775"/>
                <a:gd name="connsiteX435" fmla="*/ 1013174 w 1076325"/>
                <a:gd name="connsiteY435" fmla="*/ 243364 h 485775"/>
                <a:gd name="connsiteX436" fmla="*/ 1007459 w 1076325"/>
                <a:gd name="connsiteY436" fmla="*/ 254032 h 485775"/>
                <a:gd name="connsiteX437" fmla="*/ 1002316 w 1076325"/>
                <a:gd name="connsiteY437" fmla="*/ 262700 h 485775"/>
                <a:gd name="connsiteX438" fmla="*/ 994315 w 1076325"/>
                <a:gd name="connsiteY438" fmla="*/ 274034 h 485775"/>
                <a:gd name="connsiteX439" fmla="*/ 988123 w 1076325"/>
                <a:gd name="connsiteY439" fmla="*/ 283940 h 485775"/>
                <a:gd name="connsiteX440" fmla="*/ 982313 w 1076325"/>
                <a:gd name="connsiteY440" fmla="*/ 297180 h 485775"/>
                <a:gd name="connsiteX441" fmla="*/ 978598 w 1076325"/>
                <a:gd name="connsiteY441" fmla="*/ 304419 h 485775"/>
                <a:gd name="connsiteX442" fmla="*/ 978693 w 1076325"/>
                <a:gd name="connsiteY442" fmla="*/ 311849 h 485775"/>
                <a:gd name="connsiteX443" fmla="*/ 977074 w 1076325"/>
                <a:gd name="connsiteY443" fmla="*/ 316801 h 485775"/>
                <a:gd name="connsiteX444" fmla="*/ 974979 w 1076325"/>
                <a:gd name="connsiteY444" fmla="*/ 316135 h 485775"/>
                <a:gd name="connsiteX445" fmla="*/ 973360 w 1076325"/>
                <a:gd name="connsiteY445" fmla="*/ 311944 h 485775"/>
                <a:gd name="connsiteX446" fmla="*/ 972217 w 1076325"/>
                <a:gd name="connsiteY446" fmla="*/ 308134 h 485775"/>
                <a:gd name="connsiteX447" fmla="*/ 965454 w 1076325"/>
                <a:gd name="connsiteY447" fmla="*/ 306229 h 485775"/>
                <a:gd name="connsiteX448" fmla="*/ 958215 w 1076325"/>
                <a:gd name="connsiteY448" fmla="*/ 305467 h 485775"/>
                <a:gd name="connsiteX449" fmla="*/ 944404 w 1076325"/>
                <a:gd name="connsiteY449" fmla="*/ 307276 h 485775"/>
                <a:gd name="connsiteX450" fmla="*/ 924687 w 1076325"/>
                <a:gd name="connsiteY450" fmla="*/ 315849 h 485775"/>
                <a:gd name="connsiteX451" fmla="*/ 913257 w 1076325"/>
                <a:gd name="connsiteY451" fmla="*/ 321659 h 485775"/>
                <a:gd name="connsiteX452" fmla="*/ 900970 w 1076325"/>
                <a:gd name="connsiteY452" fmla="*/ 329279 h 485775"/>
                <a:gd name="connsiteX453" fmla="*/ 891063 w 1076325"/>
                <a:gd name="connsiteY453" fmla="*/ 338804 h 485775"/>
                <a:gd name="connsiteX454" fmla="*/ 870109 w 1076325"/>
                <a:gd name="connsiteY454" fmla="*/ 360236 h 485775"/>
                <a:gd name="connsiteX455" fmla="*/ 848011 w 1076325"/>
                <a:gd name="connsiteY455" fmla="*/ 389192 h 485775"/>
                <a:gd name="connsiteX456" fmla="*/ 840105 w 1076325"/>
                <a:gd name="connsiteY456" fmla="*/ 402146 h 485775"/>
                <a:gd name="connsiteX457" fmla="*/ 834009 w 1076325"/>
                <a:gd name="connsiteY457" fmla="*/ 416814 h 485775"/>
                <a:gd name="connsiteX458" fmla="*/ 833056 w 1076325"/>
                <a:gd name="connsiteY458" fmla="*/ 427673 h 485775"/>
                <a:gd name="connsiteX459" fmla="*/ 831627 w 1076325"/>
                <a:gd name="connsiteY459" fmla="*/ 433388 h 485775"/>
                <a:gd name="connsiteX460" fmla="*/ 831627 w 1076325"/>
                <a:gd name="connsiteY460" fmla="*/ 443198 h 485775"/>
                <a:gd name="connsiteX461" fmla="*/ 829151 w 1076325"/>
                <a:gd name="connsiteY461" fmla="*/ 452057 h 485775"/>
                <a:gd name="connsiteX462" fmla="*/ 828485 w 1076325"/>
                <a:gd name="connsiteY462" fmla="*/ 455486 h 485775"/>
                <a:gd name="connsiteX463" fmla="*/ 826960 w 1076325"/>
                <a:gd name="connsiteY463" fmla="*/ 459391 h 485775"/>
                <a:gd name="connsiteX464" fmla="*/ 828770 w 1076325"/>
                <a:gd name="connsiteY464" fmla="*/ 464534 h 485775"/>
                <a:gd name="connsiteX465" fmla="*/ 828579 w 1076325"/>
                <a:gd name="connsiteY465" fmla="*/ 469678 h 485775"/>
                <a:gd name="connsiteX466" fmla="*/ 825532 w 1076325"/>
                <a:gd name="connsiteY466" fmla="*/ 473107 h 485775"/>
                <a:gd name="connsiteX467" fmla="*/ 822484 w 1076325"/>
                <a:gd name="connsiteY467" fmla="*/ 472059 h 485775"/>
                <a:gd name="connsiteX468" fmla="*/ 820864 w 1076325"/>
                <a:gd name="connsiteY468" fmla="*/ 469011 h 485775"/>
                <a:gd name="connsiteX469" fmla="*/ 818960 w 1076325"/>
                <a:gd name="connsiteY469" fmla="*/ 467011 h 485775"/>
                <a:gd name="connsiteX470" fmla="*/ 808863 w 1076325"/>
                <a:gd name="connsiteY470" fmla="*/ 467678 h 485775"/>
                <a:gd name="connsiteX471" fmla="*/ 798957 w 1076325"/>
                <a:gd name="connsiteY471" fmla="*/ 468725 h 485775"/>
                <a:gd name="connsiteX472" fmla="*/ 780669 w 1076325"/>
                <a:gd name="connsiteY472" fmla="*/ 473774 h 485775"/>
                <a:gd name="connsiteX473" fmla="*/ 763714 w 1076325"/>
                <a:gd name="connsiteY473" fmla="*/ 482060 h 485775"/>
                <a:gd name="connsiteX474" fmla="*/ 755237 w 1076325"/>
                <a:gd name="connsiteY474" fmla="*/ 487394 h 485775"/>
                <a:gd name="connsiteX475" fmla="*/ 582168 w 1076325"/>
                <a:gd name="connsiteY475" fmla="*/ 375190 h 485775"/>
                <a:gd name="connsiteX476" fmla="*/ 442627 w 1076325"/>
                <a:gd name="connsiteY476" fmla="*/ 401955 h 485775"/>
                <a:gd name="connsiteX477" fmla="*/ 442341 w 1076325"/>
                <a:gd name="connsiteY477" fmla="*/ 384143 h 485775"/>
                <a:gd name="connsiteX478" fmla="*/ 417290 w 1076325"/>
                <a:gd name="connsiteY478" fmla="*/ 361855 h 485775"/>
                <a:gd name="connsiteX479" fmla="*/ 406908 w 1076325"/>
                <a:gd name="connsiteY479" fmla="*/ 373094 h 485775"/>
                <a:gd name="connsiteX480" fmla="*/ 403002 w 1076325"/>
                <a:gd name="connsiteY480" fmla="*/ 371094 h 485775"/>
                <a:gd name="connsiteX481" fmla="*/ 402622 w 1076325"/>
                <a:gd name="connsiteY481" fmla="*/ 366046 h 485775"/>
                <a:gd name="connsiteX482" fmla="*/ 405003 w 1076325"/>
                <a:gd name="connsiteY482" fmla="*/ 363188 h 485775"/>
                <a:gd name="connsiteX483" fmla="*/ 403479 w 1076325"/>
                <a:gd name="connsiteY483" fmla="*/ 358997 h 485775"/>
                <a:gd name="connsiteX484" fmla="*/ 399954 w 1076325"/>
                <a:gd name="connsiteY484" fmla="*/ 357188 h 485775"/>
                <a:gd name="connsiteX485" fmla="*/ 322326 w 1076325"/>
                <a:gd name="connsiteY485" fmla="*/ 368617 h 485775"/>
                <a:gd name="connsiteX486" fmla="*/ 252888 w 1076325"/>
                <a:gd name="connsiteY486" fmla="*/ 378524 h 485775"/>
                <a:gd name="connsiteX487" fmla="*/ 246793 w 1076325"/>
                <a:gd name="connsiteY487" fmla="*/ 380048 h 485775"/>
                <a:gd name="connsiteX488" fmla="*/ 244221 w 1076325"/>
                <a:gd name="connsiteY488" fmla="*/ 382905 h 485775"/>
                <a:gd name="connsiteX489" fmla="*/ 240792 w 1076325"/>
                <a:gd name="connsiteY489" fmla="*/ 382524 h 485775"/>
                <a:gd name="connsiteX490" fmla="*/ 237935 w 1076325"/>
                <a:gd name="connsiteY490" fmla="*/ 385286 h 485775"/>
                <a:gd name="connsiteX491" fmla="*/ 236696 w 1076325"/>
                <a:gd name="connsiteY491" fmla="*/ 381762 h 485775"/>
                <a:gd name="connsiteX492" fmla="*/ 234029 w 1076325"/>
                <a:gd name="connsiteY492" fmla="*/ 380524 h 485775"/>
                <a:gd name="connsiteX493" fmla="*/ 230505 w 1076325"/>
                <a:gd name="connsiteY493" fmla="*/ 383286 h 485775"/>
                <a:gd name="connsiteX494" fmla="*/ 230124 w 1076325"/>
                <a:gd name="connsiteY494" fmla="*/ 388525 h 485775"/>
                <a:gd name="connsiteX495" fmla="*/ 226504 w 1076325"/>
                <a:gd name="connsiteY495" fmla="*/ 388334 h 485775"/>
                <a:gd name="connsiteX496" fmla="*/ 223647 w 1076325"/>
                <a:gd name="connsiteY496" fmla="*/ 389096 h 485775"/>
                <a:gd name="connsiteX497" fmla="*/ 220313 w 1076325"/>
                <a:gd name="connsiteY497" fmla="*/ 391382 h 485775"/>
                <a:gd name="connsiteX498" fmla="*/ 216217 w 1076325"/>
                <a:gd name="connsiteY498" fmla="*/ 392049 h 485775"/>
                <a:gd name="connsiteX499" fmla="*/ 211169 w 1076325"/>
                <a:gd name="connsiteY499" fmla="*/ 396050 h 485775"/>
                <a:gd name="connsiteX500" fmla="*/ 205835 w 1076325"/>
                <a:gd name="connsiteY500" fmla="*/ 399002 h 485775"/>
                <a:gd name="connsiteX501" fmla="*/ 201930 w 1076325"/>
                <a:gd name="connsiteY501" fmla="*/ 402050 h 485775"/>
                <a:gd name="connsiteX502" fmla="*/ 199453 w 1076325"/>
                <a:gd name="connsiteY502" fmla="*/ 406051 h 485775"/>
                <a:gd name="connsiteX503" fmla="*/ 195167 w 1076325"/>
                <a:gd name="connsiteY503" fmla="*/ 408623 h 485775"/>
                <a:gd name="connsiteX504" fmla="*/ 192405 w 1076325"/>
                <a:gd name="connsiteY504" fmla="*/ 411480 h 485775"/>
                <a:gd name="connsiteX505" fmla="*/ 189833 w 1076325"/>
                <a:gd name="connsiteY505" fmla="*/ 410623 h 485775"/>
                <a:gd name="connsiteX506" fmla="*/ 187547 w 1076325"/>
                <a:gd name="connsiteY506" fmla="*/ 408623 h 485775"/>
                <a:gd name="connsiteX507" fmla="*/ 183642 w 1076325"/>
                <a:gd name="connsiteY507" fmla="*/ 410909 h 485775"/>
                <a:gd name="connsiteX508" fmla="*/ 175927 w 1076325"/>
                <a:gd name="connsiteY508" fmla="*/ 415290 h 485775"/>
                <a:gd name="connsiteX509" fmla="*/ 168497 w 1076325"/>
                <a:gd name="connsiteY509" fmla="*/ 419767 h 485775"/>
                <a:gd name="connsiteX510" fmla="*/ 156877 w 1076325"/>
                <a:gd name="connsiteY510" fmla="*/ 427006 h 485775"/>
                <a:gd name="connsiteX511" fmla="*/ 151447 w 1076325"/>
                <a:gd name="connsiteY511" fmla="*/ 429101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</a:cxnLst>
              <a:rect l="l" t="t" r="r" b="b"/>
              <a:pathLst>
                <a:path w="1076325" h="485775">
                  <a:moveTo>
                    <a:pt x="151447" y="429101"/>
                  </a:moveTo>
                  <a:cubicBezTo>
                    <a:pt x="150876" y="429196"/>
                    <a:pt x="150304" y="429387"/>
                    <a:pt x="149923" y="429482"/>
                  </a:cubicBezTo>
                  <a:cubicBezTo>
                    <a:pt x="147161" y="430149"/>
                    <a:pt x="141446" y="431101"/>
                    <a:pt x="138684" y="431673"/>
                  </a:cubicBezTo>
                  <a:cubicBezTo>
                    <a:pt x="129159" y="433673"/>
                    <a:pt x="110299" y="438245"/>
                    <a:pt x="100774" y="440150"/>
                  </a:cubicBezTo>
                  <a:cubicBezTo>
                    <a:pt x="85153" y="443294"/>
                    <a:pt x="53721" y="448723"/>
                    <a:pt x="37909" y="451485"/>
                  </a:cubicBezTo>
                  <a:cubicBezTo>
                    <a:pt x="29242" y="453009"/>
                    <a:pt x="13621" y="455581"/>
                    <a:pt x="2000" y="457486"/>
                  </a:cubicBezTo>
                  <a:lnTo>
                    <a:pt x="0" y="419957"/>
                  </a:lnTo>
                  <a:cubicBezTo>
                    <a:pt x="0" y="419957"/>
                    <a:pt x="2762" y="417576"/>
                    <a:pt x="3334" y="416528"/>
                  </a:cubicBezTo>
                  <a:cubicBezTo>
                    <a:pt x="3810" y="415671"/>
                    <a:pt x="3429" y="413290"/>
                    <a:pt x="4191" y="412623"/>
                  </a:cubicBezTo>
                  <a:cubicBezTo>
                    <a:pt x="4953" y="411861"/>
                    <a:pt x="7525" y="411290"/>
                    <a:pt x="8477" y="411861"/>
                  </a:cubicBezTo>
                  <a:cubicBezTo>
                    <a:pt x="9144" y="412337"/>
                    <a:pt x="8477" y="414433"/>
                    <a:pt x="9049" y="414909"/>
                  </a:cubicBezTo>
                  <a:cubicBezTo>
                    <a:pt x="9715" y="415576"/>
                    <a:pt x="11811" y="415385"/>
                    <a:pt x="12668" y="415385"/>
                  </a:cubicBezTo>
                  <a:cubicBezTo>
                    <a:pt x="13621" y="415290"/>
                    <a:pt x="15240" y="414338"/>
                    <a:pt x="16192" y="414147"/>
                  </a:cubicBezTo>
                  <a:cubicBezTo>
                    <a:pt x="17526" y="413861"/>
                    <a:pt x="20288" y="414052"/>
                    <a:pt x="21526" y="413575"/>
                  </a:cubicBezTo>
                  <a:cubicBezTo>
                    <a:pt x="22384" y="413290"/>
                    <a:pt x="23813" y="412147"/>
                    <a:pt x="24384" y="411575"/>
                  </a:cubicBezTo>
                  <a:cubicBezTo>
                    <a:pt x="25146" y="410909"/>
                    <a:pt x="26098" y="409004"/>
                    <a:pt x="26860" y="408337"/>
                  </a:cubicBezTo>
                  <a:cubicBezTo>
                    <a:pt x="27337" y="407861"/>
                    <a:pt x="28765" y="407289"/>
                    <a:pt x="29242" y="406717"/>
                  </a:cubicBezTo>
                  <a:cubicBezTo>
                    <a:pt x="30004" y="405955"/>
                    <a:pt x="31528" y="404146"/>
                    <a:pt x="31432" y="403098"/>
                  </a:cubicBezTo>
                  <a:cubicBezTo>
                    <a:pt x="31337" y="402241"/>
                    <a:pt x="29527" y="401384"/>
                    <a:pt x="29051" y="400621"/>
                  </a:cubicBezTo>
                  <a:cubicBezTo>
                    <a:pt x="28670" y="399859"/>
                    <a:pt x="28099" y="398050"/>
                    <a:pt x="28194" y="397192"/>
                  </a:cubicBezTo>
                  <a:cubicBezTo>
                    <a:pt x="28289" y="396335"/>
                    <a:pt x="29337" y="394811"/>
                    <a:pt x="29623" y="394049"/>
                  </a:cubicBezTo>
                  <a:cubicBezTo>
                    <a:pt x="30004" y="393001"/>
                    <a:pt x="30671" y="391001"/>
                    <a:pt x="30575" y="390049"/>
                  </a:cubicBezTo>
                  <a:cubicBezTo>
                    <a:pt x="30480" y="389192"/>
                    <a:pt x="29146" y="387667"/>
                    <a:pt x="29242" y="386715"/>
                  </a:cubicBezTo>
                  <a:cubicBezTo>
                    <a:pt x="29337" y="385763"/>
                    <a:pt x="30671" y="384429"/>
                    <a:pt x="31147" y="383667"/>
                  </a:cubicBezTo>
                  <a:cubicBezTo>
                    <a:pt x="32004" y="382238"/>
                    <a:pt x="33242" y="379000"/>
                    <a:pt x="34385" y="377666"/>
                  </a:cubicBezTo>
                  <a:cubicBezTo>
                    <a:pt x="34957" y="376904"/>
                    <a:pt x="36385" y="375666"/>
                    <a:pt x="37242" y="375190"/>
                  </a:cubicBezTo>
                  <a:cubicBezTo>
                    <a:pt x="38005" y="374809"/>
                    <a:pt x="40005" y="374713"/>
                    <a:pt x="40481" y="374047"/>
                  </a:cubicBezTo>
                  <a:cubicBezTo>
                    <a:pt x="41148" y="373190"/>
                    <a:pt x="40672" y="370713"/>
                    <a:pt x="41053" y="369665"/>
                  </a:cubicBezTo>
                  <a:cubicBezTo>
                    <a:pt x="41338" y="368903"/>
                    <a:pt x="42100" y="367379"/>
                    <a:pt x="42767" y="366903"/>
                  </a:cubicBezTo>
                  <a:cubicBezTo>
                    <a:pt x="43339" y="366427"/>
                    <a:pt x="44767" y="366141"/>
                    <a:pt x="45434" y="365950"/>
                  </a:cubicBezTo>
                  <a:cubicBezTo>
                    <a:pt x="46291" y="365665"/>
                    <a:pt x="48196" y="365570"/>
                    <a:pt x="48958" y="365093"/>
                  </a:cubicBezTo>
                  <a:cubicBezTo>
                    <a:pt x="49816" y="364522"/>
                    <a:pt x="50863" y="362426"/>
                    <a:pt x="51530" y="361569"/>
                  </a:cubicBezTo>
                  <a:cubicBezTo>
                    <a:pt x="52292" y="360521"/>
                    <a:pt x="53530" y="358140"/>
                    <a:pt x="54578" y="357569"/>
                  </a:cubicBezTo>
                  <a:cubicBezTo>
                    <a:pt x="55721" y="356997"/>
                    <a:pt x="58388" y="357473"/>
                    <a:pt x="59531" y="357188"/>
                  </a:cubicBezTo>
                  <a:cubicBezTo>
                    <a:pt x="60769" y="356807"/>
                    <a:pt x="62770" y="355092"/>
                    <a:pt x="64008" y="354711"/>
                  </a:cubicBezTo>
                  <a:cubicBezTo>
                    <a:pt x="65056" y="354425"/>
                    <a:pt x="67246" y="354521"/>
                    <a:pt x="68294" y="354425"/>
                  </a:cubicBezTo>
                  <a:cubicBezTo>
                    <a:pt x="69247" y="354330"/>
                    <a:pt x="71152" y="354235"/>
                    <a:pt x="71914" y="353759"/>
                  </a:cubicBezTo>
                  <a:cubicBezTo>
                    <a:pt x="72676" y="353282"/>
                    <a:pt x="73438" y="350996"/>
                    <a:pt x="74295" y="350901"/>
                  </a:cubicBezTo>
                  <a:cubicBezTo>
                    <a:pt x="75057" y="350711"/>
                    <a:pt x="76486" y="351949"/>
                    <a:pt x="77057" y="352520"/>
                  </a:cubicBezTo>
                  <a:cubicBezTo>
                    <a:pt x="77438" y="352996"/>
                    <a:pt x="77438" y="354521"/>
                    <a:pt x="78009" y="354616"/>
                  </a:cubicBezTo>
                  <a:cubicBezTo>
                    <a:pt x="79152" y="354901"/>
                    <a:pt x="80581" y="352139"/>
                    <a:pt x="81724" y="351758"/>
                  </a:cubicBezTo>
                  <a:cubicBezTo>
                    <a:pt x="83248" y="351282"/>
                    <a:pt x="86582" y="352425"/>
                    <a:pt x="88011" y="351758"/>
                  </a:cubicBezTo>
                  <a:cubicBezTo>
                    <a:pt x="89059" y="351282"/>
                    <a:pt x="90106" y="349187"/>
                    <a:pt x="90773" y="348234"/>
                  </a:cubicBezTo>
                  <a:cubicBezTo>
                    <a:pt x="91630" y="347091"/>
                    <a:pt x="92773" y="344424"/>
                    <a:pt x="93821" y="343567"/>
                  </a:cubicBezTo>
                  <a:cubicBezTo>
                    <a:pt x="94583" y="342995"/>
                    <a:pt x="96774" y="342900"/>
                    <a:pt x="97631" y="342424"/>
                  </a:cubicBezTo>
                  <a:cubicBezTo>
                    <a:pt x="98774" y="341662"/>
                    <a:pt x="100679" y="339566"/>
                    <a:pt x="101441" y="338423"/>
                  </a:cubicBezTo>
                  <a:cubicBezTo>
                    <a:pt x="102108" y="337471"/>
                    <a:pt x="102679" y="335280"/>
                    <a:pt x="103442" y="334518"/>
                  </a:cubicBezTo>
                  <a:cubicBezTo>
                    <a:pt x="104203" y="333756"/>
                    <a:pt x="106013" y="332137"/>
                    <a:pt x="107061" y="332327"/>
                  </a:cubicBezTo>
                  <a:cubicBezTo>
                    <a:pt x="107632" y="332423"/>
                    <a:pt x="108109" y="334137"/>
                    <a:pt x="108776" y="334137"/>
                  </a:cubicBezTo>
                  <a:cubicBezTo>
                    <a:pt x="109537" y="334137"/>
                    <a:pt x="110585" y="332518"/>
                    <a:pt x="111062" y="331946"/>
                  </a:cubicBezTo>
                  <a:cubicBezTo>
                    <a:pt x="111823" y="330994"/>
                    <a:pt x="113157" y="328898"/>
                    <a:pt x="113633" y="327850"/>
                  </a:cubicBezTo>
                  <a:cubicBezTo>
                    <a:pt x="114014" y="326803"/>
                    <a:pt x="113919" y="324326"/>
                    <a:pt x="114490" y="323374"/>
                  </a:cubicBezTo>
                  <a:cubicBezTo>
                    <a:pt x="114967" y="322612"/>
                    <a:pt x="116491" y="321755"/>
                    <a:pt x="117252" y="321374"/>
                  </a:cubicBezTo>
                  <a:cubicBezTo>
                    <a:pt x="118681" y="320707"/>
                    <a:pt x="122110" y="320992"/>
                    <a:pt x="123253" y="319945"/>
                  </a:cubicBezTo>
                  <a:cubicBezTo>
                    <a:pt x="124111" y="319183"/>
                    <a:pt x="124015" y="316421"/>
                    <a:pt x="124778" y="315563"/>
                  </a:cubicBezTo>
                  <a:cubicBezTo>
                    <a:pt x="125539" y="314706"/>
                    <a:pt x="127730" y="314134"/>
                    <a:pt x="128683" y="313563"/>
                  </a:cubicBezTo>
                  <a:cubicBezTo>
                    <a:pt x="129921" y="312706"/>
                    <a:pt x="132207" y="310801"/>
                    <a:pt x="133254" y="309753"/>
                  </a:cubicBezTo>
                  <a:cubicBezTo>
                    <a:pt x="133731" y="309182"/>
                    <a:pt x="134303" y="307753"/>
                    <a:pt x="134969" y="307372"/>
                  </a:cubicBezTo>
                  <a:cubicBezTo>
                    <a:pt x="135922" y="306896"/>
                    <a:pt x="138208" y="307181"/>
                    <a:pt x="139351" y="307372"/>
                  </a:cubicBezTo>
                  <a:cubicBezTo>
                    <a:pt x="140303" y="307562"/>
                    <a:pt x="142018" y="309086"/>
                    <a:pt x="143065" y="309086"/>
                  </a:cubicBezTo>
                  <a:cubicBezTo>
                    <a:pt x="143828" y="309086"/>
                    <a:pt x="145351" y="308420"/>
                    <a:pt x="146018" y="307943"/>
                  </a:cubicBezTo>
                  <a:cubicBezTo>
                    <a:pt x="146685" y="307467"/>
                    <a:pt x="147733" y="305943"/>
                    <a:pt x="148113" y="305181"/>
                  </a:cubicBezTo>
                  <a:cubicBezTo>
                    <a:pt x="148685" y="304133"/>
                    <a:pt x="149257" y="301657"/>
                    <a:pt x="149923" y="300609"/>
                  </a:cubicBezTo>
                  <a:cubicBezTo>
                    <a:pt x="150400" y="299847"/>
                    <a:pt x="152400" y="298895"/>
                    <a:pt x="152686" y="297942"/>
                  </a:cubicBezTo>
                  <a:cubicBezTo>
                    <a:pt x="152876" y="297275"/>
                    <a:pt x="152114" y="295846"/>
                    <a:pt x="152210" y="295084"/>
                  </a:cubicBezTo>
                  <a:cubicBezTo>
                    <a:pt x="152304" y="293942"/>
                    <a:pt x="153924" y="291941"/>
                    <a:pt x="153924" y="290798"/>
                  </a:cubicBezTo>
                  <a:cubicBezTo>
                    <a:pt x="153924" y="289846"/>
                    <a:pt x="152781" y="288131"/>
                    <a:pt x="152304" y="287274"/>
                  </a:cubicBezTo>
                  <a:cubicBezTo>
                    <a:pt x="151828" y="286417"/>
                    <a:pt x="149923" y="284893"/>
                    <a:pt x="150018" y="283845"/>
                  </a:cubicBezTo>
                  <a:cubicBezTo>
                    <a:pt x="150018" y="282226"/>
                    <a:pt x="152495" y="279463"/>
                    <a:pt x="153924" y="278701"/>
                  </a:cubicBezTo>
                  <a:cubicBezTo>
                    <a:pt x="154686" y="278321"/>
                    <a:pt x="156686" y="278416"/>
                    <a:pt x="157544" y="278701"/>
                  </a:cubicBezTo>
                  <a:cubicBezTo>
                    <a:pt x="158020" y="278892"/>
                    <a:pt x="158972" y="279368"/>
                    <a:pt x="159353" y="279749"/>
                  </a:cubicBezTo>
                  <a:cubicBezTo>
                    <a:pt x="159829" y="280225"/>
                    <a:pt x="160020" y="281940"/>
                    <a:pt x="160592" y="282321"/>
                  </a:cubicBezTo>
                  <a:cubicBezTo>
                    <a:pt x="161544" y="282797"/>
                    <a:pt x="164116" y="282321"/>
                    <a:pt x="164877" y="281464"/>
                  </a:cubicBezTo>
                  <a:cubicBezTo>
                    <a:pt x="165449" y="280702"/>
                    <a:pt x="164782" y="278606"/>
                    <a:pt x="165068" y="277654"/>
                  </a:cubicBezTo>
                  <a:cubicBezTo>
                    <a:pt x="165354" y="276701"/>
                    <a:pt x="167163" y="275368"/>
                    <a:pt x="167163" y="274320"/>
                  </a:cubicBezTo>
                  <a:cubicBezTo>
                    <a:pt x="167163" y="273463"/>
                    <a:pt x="165544" y="272034"/>
                    <a:pt x="165449" y="271177"/>
                  </a:cubicBezTo>
                  <a:cubicBezTo>
                    <a:pt x="165354" y="270415"/>
                    <a:pt x="165735" y="268891"/>
                    <a:pt x="166211" y="268224"/>
                  </a:cubicBezTo>
                  <a:cubicBezTo>
                    <a:pt x="166592" y="267748"/>
                    <a:pt x="167830" y="267176"/>
                    <a:pt x="168307" y="266795"/>
                  </a:cubicBezTo>
                  <a:cubicBezTo>
                    <a:pt x="169259" y="266033"/>
                    <a:pt x="171164" y="264319"/>
                    <a:pt x="172021" y="263366"/>
                  </a:cubicBezTo>
                  <a:cubicBezTo>
                    <a:pt x="172974" y="262319"/>
                    <a:pt x="174593" y="259842"/>
                    <a:pt x="175641" y="258890"/>
                  </a:cubicBezTo>
                  <a:cubicBezTo>
                    <a:pt x="176498" y="258032"/>
                    <a:pt x="178403" y="256318"/>
                    <a:pt x="179546" y="256032"/>
                  </a:cubicBezTo>
                  <a:cubicBezTo>
                    <a:pt x="180499" y="255746"/>
                    <a:pt x="182689" y="256032"/>
                    <a:pt x="183642" y="256318"/>
                  </a:cubicBezTo>
                  <a:cubicBezTo>
                    <a:pt x="184594" y="256699"/>
                    <a:pt x="186499" y="257937"/>
                    <a:pt x="186880" y="258890"/>
                  </a:cubicBezTo>
                  <a:cubicBezTo>
                    <a:pt x="187166" y="259556"/>
                    <a:pt x="187071" y="260985"/>
                    <a:pt x="186880" y="261652"/>
                  </a:cubicBezTo>
                  <a:cubicBezTo>
                    <a:pt x="186690" y="262414"/>
                    <a:pt x="185452" y="263747"/>
                    <a:pt x="185356" y="264605"/>
                  </a:cubicBezTo>
                  <a:cubicBezTo>
                    <a:pt x="185166" y="265748"/>
                    <a:pt x="185642" y="268224"/>
                    <a:pt x="186404" y="269176"/>
                  </a:cubicBezTo>
                  <a:cubicBezTo>
                    <a:pt x="186785" y="269558"/>
                    <a:pt x="187928" y="269843"/>
                    <a:pt x="188500" y="270034"/>
                  </a:cubicBezTo>
                  <a:cubicBezTo>
                    <a:pt x="189547" y="270320"/>
                    <a:pt x="191833" y="271082"/>
                    <a:pt x="192976" y="270796"/>
                  </a:cubicBezTo>
                  <a:cubicBezTo>
                    <a:pt x="194215" y="270415"/>
                    <a:pt x="195929" y="268224"/>
                    <a:pt x="196977" y="267367"/>
                  </a:cubicBezTo>
                  <a:cubicBezTo>
                    <a:pt x="198025" y="266605"/>
                    <a:pt x="200215" y="265367"/>
                    <a:pt x="201168" y="264509"/>
                  </a:cubicBezTo>
                  <a:cubicBezTo>
                    <a:pt x="202121" y="263557"/>
                    <a:pt x="203930" y="261557"/>
                    <a:pt x="204502" y="260318"/>
                  </a:cubicBezTo>
                  <a:cubicBezTo>
                    <a:pt x="205169" y="258985"/>
                    <a:pt x="205359" y="255937"/>
                    <a:pt x="205740" y="254508"/>
                  </a:cubicBezTo>
                  <a:cubicBezTo>
                    <a:pt x="206216" y="252603"/>
                    <a:pt x="207168" y="248888"/>
                    <a:pt x="208217" y="247174"/>
                  </a:cubicBezTo>
                  <a:cubicBezTo>
                    <a:pt x="208978" y="245840"/>
                    <a:pt x="211074" y="243554"/>
                    <a:pt x="212312" y="242697"/>
                  </a:cubicBezTo>
                  <a:cubicBezTo>
                    <a:pt x="213455" y="241935"/>
                    <a:pt x="216408" y="241554"/>
                    <a:pt x="217456" y="240697"/>
                  </a:cubicBezTo>
                  <a:cubicBezTo>
                    <a:pt x="218313" y="239935"/>
                    <a:pt x="218885" y="237458"/>
                    <a:pt x="219932" y="236887"/>
                  </a:cubicBezTo>
                  <a:cubicBezTo>
                    <a:pt x="220980" y="236315"/>
                    <a:pt x="223552" y="237363"/>
                    <a:pt x="224599" y="236982"/>
                  </a:cubicBezTo>
                  <a:cubicBezTo>
                    <a:pt x="225362" y="236696"/>
                    <a:pt x="226600" y="235553"/>
                    <a:pt x="227076" y="234887"/>
                  </a:cubicBezTo>
                  <a:cubicBezTo>
                    <a:pt x="227552" y="234315"/>
                    <a:pt x="227647" y="232505"/>
                    <a:pt x="228219" y="232124"/>
                  </a:cubicBezTo>
                  <a:cubicBezTo>
                    <a:pt x="228981" y="231648"/>
                    <a:pt x="231076" y="231934"/>
                    <a:pt x="232029" y="232220"/>
                  </a:cubicBezTo>
                  <a:cubicBezTo>
                    <a:pt x="232791" y="232410"/>
                    <a:pt x="233934" y="234029"/>
                    <a:pt x="234791" y="233934"/>
                  </a:cubicBezTo>
                  <a:cubicBezTo>
                    <a:pt x="235553" y="233839"/>
                    <a:pt x="236315" y="231934"/>
                    <a:pt x="237077" y="231838"/>
                  </a:cubicBezTo>
                  <a:cubicBezTo>
                    <a:pt x="237935" y="231743"/>
                    <a:pt x="239554" y="232600"/>
                    <a:pt x="240030" y="233363"/>
                  </a:cubicBezTo>
                  <a:cubicBezTo>
                    <a:pt x="240601" y="234220"/>
                    <a:pt x="239839" y="236887"/>
                    <a:pt x="240506" y="237649"/>
                  </a:cubicBezTo>
                  <a:cubicBezTo>
                    <a:pt x="241173" y="238316"/>
                    <a:pt x="243173" y="238316"/>
                    <a:pt x="244030" y="238125"/>
                  </a:cubicBezTo>
                  <a:cubicBezTo>
                    <a:pt x="245268" y="237839"/>
                    <a:pt x="247460" y="236220"/>
                    <a:pt x="248507" y="235363"/>
                  </a:cubicBezTo>
                  <a:cubicBezTo>
                    <a:pt x="249269" y="234696"/>
                    <a:pt x="250602" y="233077"/>
                    <a:pt x="251365" y="232505"/>
                  </a:cubicBezTo>
                  <a:cubicBezTo>
                    <a:pt x="251936" y="232029"/>
                    <a:pt x="253365" y="231553"/>
                    <a:pt x="253937" y="230981"/>
                  </a:cubicBezTo>
                  <a:cubicBezTo>
                    <a:pt x="254984" y="229838"/>
                    <a:pt x="256222" y="227076"/>
                    <a:pt x="256699" y="225647"/>
                  </a:cubicBezTo>
                  <a:cubicBezTo>
                    <a:pt x="257270" y="223742"/>
                    <a:pt x="257461" y="219646"/>
                    <a:pt x="257937" y="217742"/>
                  </a:cubicBezTo>
                  <a:cubicBezTo>
                    <a:pt x="258508" y="215265"/>
                    <a:pt x="260318" y="210312"/>
                    <a:pt x="261080" y="207836"/>
                  </a:cubicBezTo>
                  <a:cubicBezTo>
                    <a:pt x="261556" y="206407"/>
                    <a:pt x="261747" y="203073"/>
                    <a:pt x="262795" y="201835"/>
                  </a:cubicBezTo>
                  <a:cubicBezTo>
                    <a:pt x="263271" y="201263"/>
                    <a:pt x="264985" y="201168"/>
                    <a:pt x="265557" y="200692"/>
                  </a:cubicBezTo>
                  <a:cubicBezTo>
                    <a:pt x="266319" y="199930"/>
                    <a:pt x="266795" y="197834"/>
                    <a:pt x="267462" y="196977"/>
                  </a:cubicBezTo>
                  <a:cubicBezTo>
                    <a:pt x="268129" y="196120"/>
                    <a:pt x="269938" y="194596"/>
                    <a:pt x="270891" y="193929"/>
                  </a:cubicBezTo>
                  <a:cubicBezTo>
                    <a:pt x="271653" y="193358"/>
                    <a:pt x="273272" y="192024"/>
                    <a:pt x="274320" y="191929"/>
                  </a:cubicBezTo>
                  <a:cubicBezTo>
                    <a:pt x="274892" y="191834"/>
                    <a:pt x="276129" y="192405"/>
                    <a:pt x="276701" y="192691"/>
                  </a:cubicBezTo>
                  <a:cubicBezTo>
                    <a:pt x="277749" y="193072"/>
                    <a:pt x="279559" y="194596"/>
                    <a:pt x="280702" y="194691"/>
                  </a:cubicBezTo>
                  <a:cubicBezTo>
                    <a:pt x="281463" y="194786"/>
                    <a:pt x="283273" y="194500"/>
                    <a:pt x="283750" y="193929"/>
                  </a:cubicBezTo>
                  <a:cubicBezTo>
                    <a:pt x="284226" y="193358"/>
                    <a:pt x="284131" y="191643"/>
                    <a:pt x="284131" y="190881"/>
                  </a:cubicBezTo>
                  <a:cubicBezTo>
                    <a:pt x="284035" y="189738"/>
                    <a:pt x="283083" y="187642"/>
                    <a:pt x="282607" y="186595"/>
                  </a:cubicBezTo>
                  <a:cubicBezTo>
                    <a:pt x="282226" y="185738"/>
                    <a:pt x="280606" y="184309"/>
                    <a:pt x="280606" y="183451"/>
                  </a:cubicBezTo>
                  <a:cubicBezTo>
                    <a:pt x="280606" y="182404"/>
                    <a:pt x="282512" y="180689"/>
                    <a:pt x="282702" y="179642"/>
                  </a:cubicBezTo>
                  <a:cubicBezTo>
                    <a:pt x="282892" y="178499"/>
                    <a:pt x="281559" y="176213"/>
                    <a:pt x="281749" y="175070"/>
                  </a:cubicBezTo>
                  <a:cubicBezTo>
                    <a:pt x="281845" y="174308"/>
                    <a:pt x="283083" y="173165"/>
                    <a:pt x="283178" y="172403"/>
                  </a:cubicBezTo>
                  <a:cubicBezTo>
                    <a:pt x="283464" y="171164"/>
                    <a:pt x="282988" y="168592"/>
                    <a:pt x="282797" y="167450"/>
                  </a:cubicBezTo>
                  <a:cubicBezTo>
                    <a:pt x="282512" y="166402"/>
                    <a:pt x="281463" y="164592"/>
                    <a:pt x="281273" y="163544"/>
                  </a:cubicBezTo>
                  <a:cubicBezTo>
                    <a:pt x="281083" y="162401"/>
                    <a:pt x="281463" y="160020"/>
                    <a:pt x="281654" y="158877"/>
                  </a:cubicBezTo>
                  <a:cubicBezTo>
                    <a:pt x="281749" y="157925"/>
                    <a:pt x="281749" y="156115"/>
                    <a:pt x="282035" y="155162"/>
                  </a:cubicBezTo>
                  <a:cubicBezTo>
                    <a:pt x="282321" y="154400"/>
                    <a:pt x="283083" y="152876"/>
                    <a:pt x="283750" y="151638"/>
                  </a:cubicBezTo>
                  <a:cubicBezTo>
                    <a:pt x="283750" y="151638"/>
                    <a:pt x="283845" y="151638"/>
                    <a:pt x="283845" y="151638"/>
                  </a:cubicBezTo>
                  <a:cubicBezTo>
                    <a:pt x="285178" y="152495"/>
                    <a:pt x="288607" y="151829"/>
                    <a:pt x="290227" y="151829"/>
                  </a:cubicBezTo>
                  <a:cubicBezTo>
                    <a:pt x="293942" y="151829"/>
                    <a:pt x="301371" y="151638"/>
                    <a:pt x="305086" y="151162"/>
                  </a:cubicBezTo>
                  <a:cubicBezTo>
                    <a:pt x="314229" y="150114"/>
                    <a:pt x="332232" y="145733"/>
                    <a:pt x="341376" y="144113"/>
                  </a:cubicBezTo>
                  <a:cubicBezTo>
                    <a:pt x="354330" y="141827"/>
                    <a:pt x="380428" y="138303"/>
                    <a:pt x="393382" y="136017"/>
                  </a:cubicBezTo>
                  <a:cubicBezTo>
                    <a:pt x="398526" y="135160"/>
                    <a:pt x="408622" y="132874"/>
                    <a:pt x="413766" y="132017"/>
                  </a:cubicBezTo>
                  <a:cubicBezTo>
                    <a:pt x="420719" y="130778"/>
                    <a:pt x="434816" y="128969"/>
                    <a:pt x="441769" y="127730"/>
                  </a:cubicBezTo>
                  <a:cubicBezTo>
                    <a:pt x="454438" y="125540"/>
                    <a:pt x="479679" y="120110"/>
                    <a:pt x="492252" y="117538"/>
                  </a:cubicBezTo>
                  <a:cubicBezTo>
                    <a:pt x="504920" y="114967"/>
                    <a:pt x="530162" y="109919"/>
                    <a:pt x="542735" y="107156"/>
                  </a:cubicBezTo>
                  <a:cubicBezTo>
                    <a:pt x="554260" y="104584"/>
                    <a:pt x="577120" y="98870"/>
                    <a:pt x="588550" y="96298"/>
                  </a:cubicBezTo>
                  <a:cubicBezTo>
                    <a:pt x="601218" y="93440"/>
                    <a:pt x="626650" y="88297"/>
                    <a:pt x="639318" y="85439"/>
                  </a:cubicBezTo>
                  <a:cubicBezTo>
                    <a:pt x="657129" y="81439"/>
                    <a:pt x="692467" y="72771"/>
                    <a:pt x="710184" y="68485"/>
                  </a:cubicBezTo>
                  <a:cubicBezTo>
                    <a:pt x="729615" y="63817"/>
                    <a:pt x="768477" y="54388"/>
                    <a:pt x="787908" y="49625"/>
                  </a:cubicBezTo>
                  <a:cubicBezTo>
                    <a:pt x="810578" y="44005"/>
                    <a:pt x="878491" y="26956"/>
                    <a:pt x="878491" y="26956"/>
                  </a:cubicBezTo>
                  <a:lnTo>
                    <a:pt x="983551" y="0"/>
                  </a:lnTo>
                  <a:cubicBezTo>
                    <a:pt x="985456" y="4096"/>
                    <a:pt x="988981" y="10573"/>
                    <a:pt x="990790" y="14002"/>
                  </a:cubicBezTo>
                  <a:cubicBezTo>
                    <a:pt x="991743" y="15812"/>
                    <a:pt x="993838" y="19431"/>
                    <a:pt x="994791" y="21241"/>
                  </a:cubicBezTo>
                  <a:cubicBezTo>
                    <a:pt x="996505" y="24479"/>
                    <a:pt x="999553" y="31147"/>
                    <a:pt x="1001363" y="34385"/>
                  </a:cubicBezTo>
                  <a:cubicBezTo>
                    <a:pt x="1003077" y="37433"/>
                    <a:pt x="1006792" y="43244"/>
                    <a:pt x="1008697" y="46101"/>
                  </a:cubicBezTo>
                  <a:cubicBezTo>
                    <a:pt x="1010221" y="48387"/>
                    <a:pt x="1013651" y="52864"/>
                    <a:pt x="1015365" y="55150"/>
                  </a:cubicBezTo>
                  <a:cubicBezTo>
                    <a:pt x="1016698" y="56959"/>
                    <a:pt x="1019270" y="60484"/>
                    <a:pt x="1020604" y="62198"/>
                  </a:cubicBezTo>
                  <a:cubicBezTo>
                    <a:pt x="1022794" y="65056"/>
                    <a:pt x="1027461" y="70675"/>
                    <a:pt x="1029748" y="73533"/>
                  </a:cubicBezTo>
                  <a:cubicBezTo>
                    <a:pt x="1031272" y="75343"/>
                    <a:pt x="1034320" y="78962"/>
                    <a:pt x="1035843" y="80772"/>
                  </a:cubicBezTo>
                  <a:cubicBezTo>
                    <a:pt x="1037463" y="82677"/>
                    <a:pt x="1040701" y="86392"/>
                    <a:pt x="1042226" y="88297"/>
                  </a:cubicBezTo>
                  <a:cubicBezTo>
                    <a:pt x="1043559" y="90011"/>
                    <a:pt x="1046321" y="93440"/>
                    <a:pt x="1047560" y="95250"/>
                  </a:cubicBezTo>
                  <a:cubicBezTo>
                    <a:pt x="1048988" y="97250"/>
                    <a:pt x="1051751" y="101251"/>
                    <a:pt x="1053370" y="103061"/>
                  </a:cubicBezTo>
                  <a:cubicBezTo>
                    <a:pt x="1054513" y="104394"/>
                    <a:pt x="1057370" y="106585"/>
                    <a:pt x="1058513" y="107918"/>
                  </a:cubicBezTo>
                  <a:cubicBezTo>
                    <a:pt x="1060227" y="109919"/>
                    <a:pt x="1062990" y="114491"/>
                    <a:pt x="1064514" y="116681"/>
                  </a:cubicBezTo>
                  <a:cubicBezTo>
                    <a:pt x="1065848" y="118682"/>
                    <a:pt x="1068610" y="122777"/>
                    <a:pt x="1069467" y="125063"/>
                  </a:cubicBezTo>
                  <a:cubicBezTo>
                    <a:pt x="1070895" y="128778"/>
                    <a:pt x="1072324" y="136588"/>
                    <a:pt x="1072991" y="140494"/>
                  </a:cubicBezTo>
                  <a:cubicBezTo>
                    <a:pt x="1073658" y="144399"/>
                    <a:pt x="1073944" y="152305"/>
                    <a:pt x="1074515" y="156210"/>
                  </a:cubicBezTo>
                  <a:cubicBezTo>
                    <a:pt x="1074896" y="158782"/>
                    <a:pt x="1076229" y="163925"/>
                    <a:pt x="1076515" y="166497"/>
                  </a:cubicBezTo>
                  <a:cubicBezTo>
                    <a:pt x="1076801" y="168974"/>
                    <a:pt x="1076896" y="173926"/>
                    <a:pt x="1077087" y="176403"/>
                  </a:cubicBezTo>
                  <a:cubicBezTo>
                    <a:pt x="1077278" y="178403"/>
                    <a:pt x="1078421" y="182213"/>
                    <a:pt x="1078039" y="184118"/>
                  </a:cubicBezTo>
                  <a:cubicBezTo>
                    <a:pt x="1077754" y="185357"/>
                    <a:pt x="1076325" y="187547"/>
                    <a:pt x="1075468" y="188500"/>
                  </a:cubicBezTo>
                  <a:cubicBezTo>
                    <a:pt x="1074896" y="189167"/>
                    <a:pt x="1073563" y="190405"/>
                    <a:pt x="1072801" y="190786"/>
                  </a:cubicBezTo>
                  <a:cubicBezTo>
                    <a:pt x="1072038" y="191167"/>
                    <a:pt x="1070229" y="190976"/>
                    <a:pt x="1069467" y="191262"/>
                  </a:cubicBezTo>
                  <a:cubicBezTo>
                    <a:pt x="1068133" y="191738"/>
                    <a:pt x="1065943" y="193548"/>
                    <a:pt x="1064800" y="194405"/>
                  </a:cubicBezTo>
                  <a:cubicBezTo>
                    <a:pt x="1063657" y="195263"/>
                    <a:pt x="1061561" y="197358"/>
                    <a:pt x="1060418" y="198215"/>
                  </a:cubicBezTo>
                  <a:cubicBezTo>
                    <a:pt x="1058894" y="199358"/>
                    <a:pt x="1055656" y="201073"/>
                    <a:pt x="1054037" y="202121"/>
                  </a:cubicBezTo>
                  <a:cubicBezTo>
                    <a:pt x="1052512" y="203168"/>
                    <a:pt x="1049464" y="205169"/>
                    <a:pt x="1048036" y="206312"/>
                  </a:cubicBezTo>
                  <a:cubicBezTo>
                    <a:pt x="1045464" y="208407"/>
                    <a:pt x="1040606" y="213074"/>
                    <a:pt x="1038129" y="215265"/>
                  </a:cubicBezTo>
                  <a:cubicBezTo>
                    <a:pt x="1036415" y="216694"/>
                    <a:pt x="1032795" y="219266"/>
                    <a:pt x="1031367" y="220885"/>
                  </a:cubicBezTo>
                  <a:cubicBezTo>
                    <a:pt x="1030319" y="222123"/>
                    <a:pt x="1029271" y="225076"/>
                    <a:pt x="1028224" y="226314"/>
                  </a:cubicBezTo>
                  <a:cubicBezTo>
                    <a:pt x="1027367" y="227267"/>
                    <a:pt x="1025462" y="229648"/>
                    <a:pt x="1024319" y="229267"/>
                  </a:cubicBezTo>
                  <a:cubicBezTo>
                    <a:pt x="1023270" y="228981"/>
                    <a:pt x="1023270" y="226314"/>
                    <a:pt x="1023080" y="225266"/>
                  </a:cubicBezTo>
                  <a:cubicBezTo>
                    <a:pt x="1022985" y="224504"/>
                    <a:pt x="1022985" y="222885"/>
                    <a:pt x="1023080" y="222123"/>
                  </a:cubicBezTo>
                  <a:cubicBezTo>
                    <a:pt x="1023176" y="221551"/>
                    <a:pt x="1023270" y="220409"/>
                    <a:pt x="1023652" y="220028"/>
                  </a:cubicBezTo>
                  <a:cubicBezTo>
                    <a:pt x="1024128" y="219551"/>
                    <a:pt x="1025652" y="219837"/>
                    <a:pt x="1026318" y="219551"/>
                  </a:cubicBezTo>
                  <a:cubicBezTo>
                    <a:pt x="1027461" y="218980"/>
                    <a:pt x="1029081" y="217075"/>
                    <a:pt x="1030033" y="216313"/>
                  </a:cubicBezTo>
                  <a:cubicBezTo>
                    <a:pt x="1031557" y="214979"/>
                    <a:pt x="1034605" y="212312"/>
                    <a:pt x="1036130" y="210884"/>
                  </a:cubicBezTo>
                  <a:cubicBezTo>
                    <a:pt x="1037653" y="209645"/>
                    <a:pt x="1040606" y="207169"/>
                    <a:pt x="1042130" y="205740"/>
                  </a:cubicBezTo>
                  <a:cubicBezTo>
                    <a:pt x="1043559" y="204407"/>
                    <a:pt x="1046131" y="201359"/>
                    <a:pt x="1047654" y="200120"/>
                  </a:cubicBezTo>
                  <a:cubicBezTo>
                    <a:pt x="1048417" y="199549"/>
                    <a:pt x="1050322" y="198596"/>
                    <a:pt x="1051084" y="198025"/>
                  </a:cubicBezTo>
                  <a:cubicBezTo>
                    <a:pt x="1051845" y="197453"/>
                    <a:pt x="1053084" y="196215"/>
                    <a:pt x="1053751" y="195644"/>
                  </a:cubicBezTo>
                  <a:cubicBezTo>
                    <a:pt x="1054513" y="195072"/>
                    <a:pt x="1055846" y="193738"/>
                    <a:pt x="1056608" y="193358"/>
                  </a:cubicBezTo>
                  <a:cubicBezTo>
                    <a:pt x="1057370" y="192976"/>
                    <a:pt x="1059275" y="193072"/>
                    <a:pt x="1060037" y="192691"/>
                  </a:cubicBezTo>
                  <a:cubicBezTo>
                    <a:pt x="1061466" y="191929"/>
                    <a:pt x="1063657" y="189357"/>
                    <a:pt x="1064800" y="188214"/>
                  </a:cubicBezTo>
                  <a:cubicBezTo>
                    <a:pt x="1065561" y="187452"/>
                    <a:pt x="1066895" y="185738"/>
                    <a:pt x="1067753" y="185071"/>
                  </a:cubicBezTo>
                  <a:cubicBezTo>
                    <a:pt x="1068419" y="184499"/>
                    <a:pt x="1070324" y="183928"/>
                    <a:pt x="1070895" y="183261"/>
                  </a:cubicBezTo>
                  <a:cubicBezTo>
                    <a:pt x="1071467" y="182690"/>
                    <a:pt x="1072324" y="181166"/>
                    <a:pt x="1072420" y="180308"/>
                  </a:cubicBezTo>
                  <a:cubicBezTo>
                    <a:pt x="1072515" y="179165"/>
                    <a:pt x="1071467" y="176975"/>
                    <a:pt x="1071277" y="175832"/>
                  </a:cubicBezTo>
                  <a:cubicBezTo>
                    <a:pt x="1070895" y="173069"/>
                    <a:pt x="1071277" y="167259"/>
                    <a:pt x="1071086" y="164401"/>
                  </a:cubicBezTo>
                  <a:cubicBezTo>
                    <a:pt x="1070801" y="160496"/>
                    <a:pt x="1069943" y="152781"/>
                    <a:pt x="1069562" y="148876"/>
                  </a:cubicBezTo>
                  <a:cubicBezTo>
                    <a:pt x="1069181" y="145637"/>
                    <a:pt x="1068324" y="139160"/>
                    <a:pt x="1067657" y="136017"/>
                  </a:cubicBezTo>
                  <a:cubicBezTo>
                    <a:pt x="1067276" y="134112"/>
                    <a:pt x="1066133" y="130397"/>
                    <a:pt x="1065371" y="128588"/>
                  </a:cubicBezTo>
                  <a:cubicBezTo>
                    <a:pt x="1065085" y="127730"/>
                    <a:pt x="1064228" y="126111"/>
                    <a:pt x="1063752" y="125349"/>
                  </a:cubicBezTo>
                  <a:cubicBezTo>
                    <a:pt x="1062990" y="124206"/>
                    <a:pt x="1061180" y="122111"/>
                    <a:pt x="1060418" y="120872"/>
                  </a:cubicBezTo>
                  <a:cubicBezTo>
                    <a:pt x="1059371" y="119253"/>
                    <a:pt x="1057942" y="115633"/>
                    <a:pt x="1056989" y="113919"/>
                  </a:cubicBezTo>
                  <a:cubicBezTo>
                    <a:pt x="1056036" y="112204"/>
                    <a:pt x="1054417" y="108680"/>
                    <a:pt x="1053179" y="107251"/>
                  </a:cubicBezTo>
                  <a:cubicBezTo>
                    <a:pt x="1052036" y="106013"/>
                    <a:pt x="1048893" y="104299"/>
                    <a:pt x="1047560" y="103156"/>
                  </a:cubicBezTo>
                  <a:cubicBezTo>
                    <a:pt x="1046702" y="102394"/>
                    <a:pt x="1045178" y="100679"/>
                    <a:pt x="1044702" y="99727"/>
                  </a:cubicBezTo>
                  <a:cubicBezTo>
                    <a:pt x="1044226" y="98965"/>
                    <a:pt x="1043463" y="96393"/>
                    <a:pt x="1043463" y="96203"/>
                  </a:cubicBezTo>
                  <a:cubicBezTo>
                    <a:pt x="1043463" y="96012"/>
                    <a:pt x="1041273" y="93917"/>
                    <a:pt x="1040225" y="94012"/>
                  </a:cubicBezTo>
                  <a:cubicBezTo>
                    <a:pt x="1039844" y="94012"/>
                    <a:pt x="1038987" y="94583"/>
                    <a:pt x="1038796" y="94964"/>
                  </a:cubicBezTo>
                  <a:cubicBezTo>
                    <a:pt x="1038511" y="95821"/>
                    <a:pt x="1039654" y="97536"/>
                    <a:pt x="1040035" y="98298"/>
                  </a:cubicBezTo>
                  <a:cubicBezTo>
                    <a:pt x="1040511" y="99060"/>
                    <a:pt x="1042035" y="100298"/>
                    <a:pt x="1042320" y="101155"/>
                  </a:cubicBezTo>
                  <a:cubicBezTo>
                    <a:pt x="1042606" y="101822"/>
                    <a:pt x="1042892" y="103537"/>
                    <a:pt x="1042511" y="104204"/>
                  </a:cubicBezTo>
                  <a:cubicBezTo>
                    <a:pt x="1042035" y="104966"/>
                    <a:pt x="1040130" y="105442"/>
                    <a:pt x="1039273" y="105442"/>
                  </a:cubicBezTo>
                  <a:cubicBezTo>
                    <a:pt x="1038320" y="105442"/>
                    <a:pt x="1036510" y="104775"/>
                    <a:pt x="1035843" y="104204"/>
                  </a:cubicBezTo>
                  <a:cubicBezTo>
                    <a:pt x="1035463" y="103823"/>
                    <a:pt x="1034796" y="102870"/>
                    <a:pt x="1034701" y="102299"/>
                  </a:cubicBezTo>
                  <a:cubicBezTo>
                    <a:pt x="1034605" y="101537"/>
                    <a:pt x="1035653" y="100013"/>
                    <a:pt x="1035558" y="99155"/>
                  </a:cubicBezTo>
                  <a:cubicBezTo>
                    <a:pt x="1035463" y="98393"/>
                    <a:pt x="1034796" y="97060"/>
                    <a:pt x="1034320" y="96583"/>
                  </a:cubicBezTo>
                  <a:cubicBezTo>
                    <a:pt x="1033558" y="95726"/>
                    <a:pt x="1031462" y="94488"/>
                    <a:pt x="1030510" y="93917"/>
                  </a:cubicBezTo>
                  <a:cubicBezTo>
                    <a:pt x="1029462" y="93250"/>
                    <a:pt x="1026985" y="92392"/>
                    <a:pt x="1026128" y="91535"/>
                  </a:cubicBezTo>
                  <a:cubicBezTo>
                    <a:pt x="1025366" y="90773"/>
                    <a:pt x="1023937" y="88963"/>
                    <a:pt x="1024128" y="87916"/>
                  </a:cubicBezTo>
                  <a:cubicBezTo>
                    <a:pt x="1024223" y="87344"/>
                    <a:pt x="1025176" y="86296"/>
                    <a:pt x="1025747" y="86106"/>
                  </a:cubicBezTo>
                  <a:cubicBezTo>
                    <a:pt x="1026890" y="85820"/>
                    <a:pt x="1029176" y="87058"/>
                    <a:pt x="1030224" y="87630"/>
                  </a:cubicBezTo>
                  <a:cubicBezTo>
                    <a:pt x="1031176" y="88106"/>
                    <a:pt x="1032795" y="89725"/>
                    <a:pt x="1033748" y="90297"/>
                  </a:cubicBezTo>
                  <a:cubicBezTo>
                    <a:pt x="1034320" y="90678"/>
                    <a:pt x="1035558" y="91535"/>
                    <a:pt x="1036320" y="91440"/>
                  </a:cubicBezTo>
                  <a:cubicBezTo>
                    <a:pt x="1036701" y="91440"/>
                    <a:pt x="1037463" y="90964"/>
                    <a:pt x="1037653" y="90583"/>
                  </a:cubicBezTo>
                  <a:cubicBezTo>
                    <a:pt x="1038035" y="89821"/>
                    <a:pt x="1038035" y="87821"/>
                    <a:pt x="1037749" y="87058"/>
                  </a:cubicBezTo>
                  <a:cubicBezTo>
                    <a:pt x="1037177" y="85820"/>
                    <a:pt x="1034605" y="84392"/>
                    <a:pt x="1033558" y="83534"/>
                  </a:cubicBezTo>
                  <a:cubicBezTo>
                    <a:pt x="1032319" y="82487"/>
                    <a:pt x="1030319" y="80010"/>
                    <a:pt x="1028795" y="79438"/>
                  </a:cubicBezTo>
                  <a:cubicBezTo>
                    <a:pt x="1028128" y="79153"/>
                    <a:pt x="1026700" y="79438"/>
                    <a:pt x="1026033" y="79343"/>
                  </a:cubicBezTo>
                  <a:cubicBezTo>
                    <a:pt x="1024890" y="79248"/>
                    <a:pt x="1022509" y="79534"/>
                    <a:pt x="1021651" y="78867"/>
                  </a:cubicBezTo>
                  <a:cubicBezTo>
                    <a:pt x="1020889" y="78296"/>
                    <a:pt x="1020318" y="76200"/>
                    <a:pt x="1020032" y="75248"/>
                  </a:cubicBezTo>
                  <a:cubicBezTo>
                    <a:pt x="1019746" y="74200"/>
                    <a:pt x="1019651" y="72009"/>
                    <a:pt x="1019365" y="70961"/>
                  </a:cubicBezTo>
                  <a:cubicBezTo>
                    <a:pt x="1018985" y="69723"/>
                    <a:pt x="1017842" y="67532"/>
                    <a:pt x="1017365" y="66389"/>
                  </a:cubicBezTo>
                  <a:cubicBezTo>
                    <a:pt x="1016698" y="64770"/>
                    <a:pt x="1015651" y="61436"/>
                    <a:pt x="1014698" y="59912"/>
                  </a:cubicBezTo>
                  <a:cubicBezTo>
                    <a:pt x="1013555" y="58007"/>
                    <a:pt x="1010698" y="54483"/>
                    <a:pt x="1009364" y="52673"/>
                  </a:cubicBezTo>
                  <a:cubicBezTo>
                    <a:pt x="1008317" y="51340"/>
                    <a:pt x="1006412" y="48578"/>
                    <a:pt x="1005269" y="47339"/>
                  </a:cubicBezTo>
                  <a:cubicBezTo>
                    <a:pt x="1004030" y="45911"/>
                    <a:pt x="1001173" y="43529"/>
                    <a:pt x="999935" y="42005"/>
                  </a:cubicBezTo>
                  <a:cubicBezTo>
                    <a:pt x="999363" y="41243"/>
                    <a:pt x="998696" y="39529"/>
                    <a:pt x="997934" y="38862"/>
                  </a:cubicBezTo>
                  <a:cubicBezTo>
                    <a:pt x="997553" y="38481"/>
                    <a:pt x="996505" y="38291"/>
                    <a:pt x="996124" y="38005"/>
                  </a:cubicBezTo>
                  <a:cubicBezTo>
                    <a:pt x="995648" y="37624"/>
                    <a:pt x="994695" y="36671"/>
                    <a:pt x="994410" y="36004"/>
                  </a:cubicBezTo>
                  <a:cubicBezTo>
                    <a:pt x="993934" y="34862"/>
                    <a:pt x="994315" y="32290"/>
                    <a:pt x="994029" y="31147"/>
                  </a:cubicBezTo>
                  <a:cubicBezTo>
                    <a:pt x="993838" y="30290"/>
                    <a:pt x="993552" y="28575"/>
                    <a:pt x="993076" y="27813"/>
                  </a:cubicBezTo>
                  <a:cubicBezTo>
                    <a:pt x="992696" y="27242"/>
                    <a:pt x="991076" y="26575"/>
                    <a:pt x="990695" y="26003"/>
                  </a:cubicBezTo>
                  <a:cubicBezTo>
                    <a:pt x="990219" y="25146"/>
                    <a:pt x="990124" y="23050"/>
                    <a:pt x="990028" y="22098"/>
                  </a:cubicBezTo>
                  <a:cubicBezTo>
                    <a:pt x="989933" y="21336"/>
                    <a:pt x="990410" y="19812"/>
                    <a:pt x="989933" y="19241"/>
                  </a:cubicBezTo>
                  <a:cubicBezTo>
                    <a:pt x="989267" y="18574"/>
                    <a:pt x="987076" y="19145"/>
                    <a:pt x="986219" y="18764"/>
                  </a:cubicBezTo>
                  <a:cubicBezTo>
                    <a:pt x="985361" y="18383"/>
                    <a:pt x="983932" y="16954"/>
                    <a:pt x="983361" y="16192"/>
                  </a:cubicBezTo>
                  <a:cubicBezTo>
                    <a:pt x="982789" y="15335"/>
                    <a:pt x="982694" y="13049"/>
                    <a:pt x="981932" y="12383"/>
                  </a:cubicBezTo>
                  <a:cubicBezTo>
                    <a:pt x="981265" y="11906"/>
                    <a:pt x="979551" y="11906"/>
                    <a:pt x="978789" y="11811"/>
                  </a:cubicBezTo>
                  <a:cubicBezTo>
                    <a:pt x="977170" y="11525"/>
                    <a:pt x="973836" y="10858"/>
                    <a:pt x="972217" y="10954"/>
                  </a:cubicBezTo>
                  <a:cubicBezTo>
                    <a:pt x="971074" y="11049"/>
                    <a:pt x="968597" y="11430"/>
                    <a:pt x="967645" y="12097"/>
                  </a:cubicBezTo>
                  <a:cubicBezTo>
                    <a:pt x="966787" y="12668"/>
                    <a:pt x="965454" y="14383"/>
                    <a:pt x="965359" y="15430"/>
                  </a:cubicBezTo>
                  <a:cubicBezTo>
                    <a:pt x="965263" y="16288"/>
                    <a:pt x="966216" y="17907"/>
                    <a:pt x="966883" y="18574"/>
                  </a:cubicBezTo>
                  <a:cubicBezTo>
                    <a:pt x="967740" y="19431"/>
                    <a:pt x="970407" y="19907"/>
                    <a:pt x="971454" y="20479"/>
                  </a:cubicBezTo>
                  <a:cubicBezTo>
                    <a:pt x="972121" y="20860"/>
                    <a:pt x="973455" y="21717"/>
                    <a:pt x="974122" y="22193"/>
                  </a:cubicBezTo>
                  <a:cubicBezTo>
                    <a:pt x="974788" y="22765"/>
                    <a:pt x="975931" y="24670"/>
                    <a:pt x="976788" y="24575"/>
                  </a:cubicBezTo>
                  <a:cubicBezTo>
                    <a:pt x="977455" y="24575"/>
                    <a:pt x="978027" y="23146"/>
                    <a:pt x="978503" y="22765"/>
                  </a:cubicBezTo>
                  <a:cubicBezTo>
                    <a:pt x="979075" y="22288"/>
                    <a:pt x="980408" y="21050"/>
                    <a:pt x="981075" y="21241"/>
                  </a:cubicBezTo>
                  <a:cubicBezTo>
                    <a:pt x="982123" y="21526"/>
                    <a:pt x="982789" y="23908"/>
                    <a:pt x="983075" y="24955"/>
                  </a:cubicBezTo>
                  <a:cubicBezTo>
                    <a:pt x="983551" y="26575"/>
                    <a:pt x="982980" y="30194"/>
                    <a:pt x="983742" y="31718"/>
                  </a:cubicBezTo>
                  <a:cubicBezTo>
                    <a:pt x="984313" y="32861"/>
                    <a:pt x="986504" y="34385"/>
                    <a:pt x="987266" y="35338"/>
                  </a:cubicBezTo>
                  <a:cubicBezTo>
                    <a:pt x="987933" y="36195"/>
                    <a:pt x="988981" y="38005"/>
                    <a:pt x="989743" y="38767"/>
                  </a:cubicBezTo>
                  <a:cubicBezTo>
                    <a:pt x="990504" y="39529"/>
                    <a:pt x="992505" y="40576"/>
                    <a:pt x="993172" y="41434"/>
                  </a:cubicBezTo>
                  <a:cubicBezTo>
                    <a:pt x="993838" y="42386"/>
                    <a:pt x="993934" y="44863"/>
                    <a:pt x="994505" y="45815"/>
                  </a:cubicBezTo>
                  <a:cubicBezTo>
                    <a:pt x="994981" y="46673"/>
                    <a:pt x="996410" y="48006"/>
                    <a:pt x="997077" y="48673"/>
                  </a:cubicBezTo>
                  <a:cubicBezTo>
                    <a:pt x="997839" y="49340"/>
                    <a:pt x="999553" y="50483"/>
                    <a:pt x="1000125" y="51340"/>
                  </a:cubicBezTo>
                  <a:cubicBezTo>
                    <a:pt x="1000792" y="52388"/>
                    <a:pt x="1001078" y="54959"/>
                    <a:pt x="1001649" y="56102"/>
                  </a:cubicBezTo>
                  <a:cubicBezTo>
                    <a:pt x="1002125" y="56959"/>
                    <a:pt x="1003554" y="58198"/>
                    <a:pt x="1004126" y="58960"/>
                  </a:cubicBezTo>
                  <a:cubicBezTo>
                    <a:pt x="1005078" y="60103"/>
                    <a:pt x="1006888" y="62294"/>
                    <a:pt x="1007555" y="63437"/>
                  </a:cubicBezTo>
                  <a:cubicBezTo>
                    <a:pt x="1008221" y="64579"/>
                    <a:pt x="1009554" y="66961"/>
                    <a:pt x="1009936" y="68294"/>
                  </a:cubicBezTo>
                  <a:cubicBezTo>
                    <a:pt x="1010126" y="69247"/>
                    <a:pt x="1010698" y="71628"/>
                    <a:pt x="1009840" y="72009"/>
                  </a:cubicBezTo>
                  <a:cubicBezTo>
                    <a:pt x="1008888" y="72485"/>
                    <a:pt x="1007078" y="70390"/>
                    <a:pt x="1006126" y="69913"/>
                  </a:cubicBezTo>
                  <a:cubicBezTo>
                    <a:pt x="1005173" y="69437"/>
                    <a:pt x="1002982" y="68771"/>
                    <a:pt x="1002125" y="68199"/>
                  </a:cubicBezTo>
                  <a:cubicBezTo>
                    <a:pt x="1001268" y="67532"/>
                    <a:pt x="1000029" y="65818"/>
                    <a:pt x="999458" y="64961"/>
                  </a:cubicBezTo>
                  <a:cubicBezTo>
                    <a:pt x="998886" y="63913"/>
                    <a:pt x="998601" y="61341"/>
                    <a:pt x="997743" y="60579"/>
                  </a:cubicBezTo>
                  <a:cubicBezTo>
                    <a:pt x="997172" y="60008"/>
                    <a:pt x="995553" y="59531"/>
                    <a:pt x="994791" y="59531"/>
                  </a:cubicBezTo>
                  <a:cubicBezTo>
                    <a:pt x="993362" y="59436"/>
                    <a:pt x="990504" y="60674"/>
                    <a:pt x="989076" y="61055"/>
                  </a:cubicBezTo>
                  <a:cubicBezTo>
                    <a:pt x="988028" y="61246"/>
                    <a:pt x="985933" y="61913"/>
                    <a:pt x="984885" y="61817"/>
                  </a:cubicBezTo>
                  <a:cubicBezTo>
                    <a:pt x="983551" y="61722"/>
                    <a:pt x="980979" y="60293"/>
                    <a:pt x="979551" y="60103"/>
                  </a:cubicBezTo>
                  <a:cubicBezTo>
                    <a:pt x="978789" y="60008"/>
                    <a:pt x="977074" y="60008"/>
                    <a:pt x="976408" y="60484"/>
                  </a:cubicBezTo>
                  <a:cubicBezTo>
                    <a:pt x="975645" y="60960"/>
                    <a:pt x="974693" y="62579"/>
                    <a:pt x="974598" y="63341"/>
                  </a:cubicBezTo>
                  <a:cubicBezTo>
                    <a:pt x="974502" y="64008"/>
                    <a:pt x="975360" y="65246"/>
                    <a:pt x="975265" y="65913"/>
                  </a:cubicBezTo>
                  <a:cubicBezTo>
                    <a:pt x="975265" y="66961"/>
                    <a:pt x="974788" y="69247"/>
                    <a:pt x="974026" y="69913"/>
                  </a:cubicBezTo>
                  <a:cubicBezTo>
                    <a:pt x="973264" y="70675"/>
                    <a:pt x="970883" y="70675"/>
                    <a:pt x="969835" y="71152"/>
                  </a:cubicBezTo>
                  <a:cubicBezTo>
                    <a:pt x="968978" y="71533"/>
                    <a:pt x="967263" y="72485"/>
                    <a:pt x="966406" y="72962"/>
                  </a:cubicBezTo>
                  <a:cubicBezTo>
                    <a:pt x="965454" y="73438"/>
                    <a:pt x="963358" y="74009"/>
                    <a:pt x="962501" y="74676"/>
                  </a:cubicBezTo>
                  <a:cubicBezTo>
                    <a:pt x="961453" y="75438"/>
                    <a:pt x="960120" y="77819"/>
                    <a:pt x="959263" y="78676"/>
                  </a:cubicBezTo>
                  <a:cubicBezTo>
                    <a:pt x="958787" y="79153"/>
                    <a:pt x="957834" y="80200"/>
                    <a:pt x="957262" y="80486"/>
                  </a:cubicBezTo>
                  <a:cubicBezTo>
                    <a:pt x="955929" y="80963"/>
                    <a:pt x="952786" y="80010"/>
                    <a:pt x="951452" y="80677"/>
                  </a:cubicBezTo>
                  <a:cubicBezTo>
                    <a:pt x="950595" y="81058"/>
                    <a:pt x="949928" y="83058"/>
                    <a:pt x="949262" y="83629"/>
                  </a:cubicBezTo>
                  <a:cubicBezTo>
                    <a:pt x="948404" y="84392"/>
                    <a:pt x="946213" y="85630"/>
                    <a:pt x="945071" y="86011"/>
                  </a:cubicBezTo>
                  <a:cubicBezTo>
                    <a:pt x="944118" y="86296"/>
                    <a:pt x="941927" y="85820"/>
                    <a:pt x="940975" y="86201"/>
                  </a:cubicBezTo>
                  <a:cubicBezTo>
                    <a:pt x="940022" y="86582"/>
                    <a:pt x="938498" y="87821"/>
                    <a:pt x="937831" y="88583"/>
                  </a:cubicBezTo>
                  <a:cubicBezTo>
                    <a:pt x="936879" y="89821"/>
                    <a:pt x="935831" y="92964"/>
                    <a:pt x="935069" y="94298"/>
                  </a:cubicBezTo>
                  <a:cubicBezTo>
                    <a:pt x="934307" y="95631"/>
                    <a:pt x="932974" y="98393"/>
                    <a:pt x="931926" y="99441"/>
                  </a:cubicBezTo>
                  <a:cubicBezTo>
                    <a:pt x="930783" y="100489"/>
                    <a:pt x="927926" y="101917"/>
                    <a:pt x="926401" y="102299"/>
                  </a:cubicBezTo>
                  <a:cubicBezTo>
                    <a:pt x="925735" y="102489"/>
                    <a:pt x="924306" y="102489"/>
                    <a:pt x="923639" y="102679"/>
                  </a:cubicBezTo>
                  <a:cubicBezTo>
                    <a:pt x="922306" y="103061"/>
                    <a:pt x="920020" y="104775"/>
                    <a:pt x="918591" y="104870"/>
                  </a:cubicBezTo>
                  <a:cubicBezTo>
                    <a:pt x="917638" y="104870"/>
                    <a:pt x="915829" y="104204"/>
                    <a:pt x="915067" y="103632"/>
                  </a:cubicBezTo>
                  <a:cubicBezTo>
                    <a:pt x="914495" y="103156"/>
                    <a:pt x="913828" y="101537"/>
                    <a:pt x="913161" y="101251"/>
                  </a:cubicBezTo>
                  <a:cubicBezTo>
                    <a:pt x="912209" y="100870"/>
                    <a:pt x="910019" y="101155"/>
                    <a:pt x="909161" y="101632"/>
                  </a:cubicBezTo>
                  <a:cubicBezTo>
                    <a:pt x="908590" y="101917"/>
                    <a:pt x="908018" y="103251"/>
                    <a:pt x="907637" y="103727"/>
                  </a:cubicBezTo>
                  <a:cubicBezTo>
                    <a:pt x="907161" y="104394"/>
                    <a:pt x="906018" y="105442"/>
                    <a:pt x="905828" y="106204"/>
                  </a:cubicBezTo>
                  <a:cubicBezTo>
                    <a:pt x="905542" y="107347"/>
                    <a:pt x="906304" y="109823"/>
                    <a:pt x="906304" y="111062"/>
                  </a:cubicBezTo>
                  <a:cubicBezTo>
                    <a:pt x="906304" y="112014"/>
                    <a:pt x="905732" y="113824"/>
                    <a:pt x="906018" y="114681"/>
                  </a:cubicBezTo>
                  <a:cubicBezTo>
                    <a:pt x="906399" y="115824"/>
                    <a:pt x="908113" y="117824"/>
                    <a:pt x="909256" y="118205"/>
                  </a:cubicBezTo>
                  <a:cubicBezTo>
                    <a:pt x="910399" y="118586"/>
                    <a:pt x="912685" y="117538"/>
                    <a:pt x="913828" y="117158"/>
                  </a:cubicBezTo>
                  <a:cubicBezTo>
                    <a:pt x="915543" y="116586"/>
                    <a:pt x="918781" y="115062"/>
                    <a:pt x="920401" y="114300"/>
                  </a:cubicBezTo>
                  <a:cubicBezTo>
                    <a:pt x="922210" y="113538"/>
                    <a:pt x="925925" y="112109"/>
                    <a:pt x="927544" y="111062"/>
                  </a:cubicBezTo>
                  <a:cubicBezTo>
                    <a:pt x="929449" y="109823"/>
                    <a:pt x="932307" y="106204"/>
                    <a:pt x="934212" y="105061"/>
                  </a:cubicBezTo>
                  <a:cubicBezTo>
                    <a:pt x="935355" y="104394"/>
                    <a:pt x="937831" y="103156"/>
                    <a:pt x="939165" y="103156"/>
                  </a:cubicBezTo>
                  <a:cubicBezTo>
                    <a:pt x="940308" y="103156"/>
                    <a:pt x="942499" y="104108"/>
                    <a:pt x="943451" y="104680"/>
                  </a:cubicBezTo>
                  <a:cubicBezTo>
                    <a:pt x="944308" y="105251"/>
                    <a:pt x="945547" y="107347"/>
                    <a:pt x="946594" y="107442"/>
                  </a:cubicBezTo>
                  <a:cubicBezTo>
                    <a:pt x="947928" y="107633"/>
                    <a:pt x="950309" y="105728"/>
                    <a:pt x="951357" y="104870"/>
                  </a:cubicBezTo>
                  <a:cubicBezTo>
                    <a:pt x="952595" y="103823"/>
                    <a:pt x="954024" y="100965"/>
                    <a:pt x="955167" y="99822"/>
                  </a:cubicBezTo>
                  <a:cubicBezTo>
                    <a:pt x="956595" y="98488"/>
                    <a:pt x="960025" y="96298"/>
                    <a:pt x="961739" y="95441"/>
                  </a:cubicBezTo>
                  <a:cubicBezTo>
                    <a:pt x="964121" y="94298"/>
                    <a:pt x="969264" y="92774"/>
                    <a:pt x="971836" y="92107"/>
                  </a:cubicBezTo>
                  <a:cubicBezTo>
                    <a:pt x="974312" y="91535"/>
                    <a:pt x="979551" y="90107"/>
                    <a:pt x="982123" y="90392"/>
                  </a:cubicBezTo>
                  <a:cubicBezTo>
                    <a:pt x="982980" y="90488"/>
                    <a:pt x="984504" y="91154"/>
                    <a:pt x="985076" y="91726"/>
                  </a:cubicBezTo>
                  <a:cubicBezTo>
                    <a:pt x="986123" y="92678"/>
                    <a:pt x="987266" y="95155"/>
                    <a:pt x="987933" y="96393"/>
                  </a:cubicBezTo>
                  <a:cubicBezTo>
                    <a:pt x="988505" y="97536"/>
                    <a:pt x="988981" y="100298"/>
                    <a:pt x="989933" y="101155"/>
                  </a:cubicBezTo>
                  <a:cubicBezTo>
                    <a:pt x="990695" y="101917"/>
                    <a:pt x="992696" y="102775"/>
                    <a:pt x="993743" y="102679"/>
                  </a:cubicBezTo>
                  <a:cubicBezTo>
                    <a:pt x="994410" y="102679"/>
                    <a:pt x="995553" y="102013"/>
                    <a:pt x="995934" y="101537"/>
                  </a:cubicBezTo>
                  <a:cubicBezTo>
                    <a:pt x="996601" y="100775"/>
                    <a:pt x="997077" y="98679"/>
                    <a:pt x="997648" y="97822"/>
                  </a:cubicBezTo>
                  <a:cubicBezTo>
                    <a:pt x="998125" y="97155"/>
                    <a:pt x="999649" y="96298"/>
                    <a:pt x="999935" y="95536"/>
                  </a:cubicBezTo>
                  <a:cubicBezTo>
                    <a:pt x="1000125" y="95059"/>
                    <a:pt x="1000125" y="93821"/>
                    <a:pt x="999744" y="93440"/>
                  </a:cubicBezTo>
                  <a:cubicBezTo>
                    <a:pt x="999268" y="92678"/>
                    <a:pt x="996887" y="92583"/>
                    <a:pt x="996601" y="91726"/>
                  </a:cubicBezTo>
                  <a:cubicBezTo>
                    <a:pt x="996410" y="91059"/>
                    <a:pt x="997172" y="89725"/>
                    <a:pt x="997648" y="89249"/>
                  </a:cubicBezTo>
                  <a:cubicBezTo>
                    <a:pt x="998315" y="88392"/>
                    <a:pt x="1000220" y="87249"/>
                    <a:pt x="1001268" y="86868"/>
                  </a:cubicBezTo>
                  <a:cubicBezTo>
                    <a:pt x="1002316" y="86487"/>
                    <a:pt x="1004506" y="86011"/>
                    <a:pt x="1005649" y="86106"/>
                  </a:cubicBezTo>
                  <a:cubicBezTo>
                    <a:pt x="1007173" y="86106"/>
                    <a:pt x="1010317" y="86868"/>
                    <a:pt x="1011746" y="87440"/>
                  </a:cubicBezTo>
                  <a:cubicBezTo>
                    <a:pt x="1012698" y="87821"/>
                    <a:pt x="1014508" y="89154"/>
                    <a:pt x="1015270" y="89821"/>
                  </a:cubicBezTo>
                  <a:cubicBezTo>
                    <a:pt x="1016222" y="90773"/>
                    <a:pt x="1017651" y="93154"/>
                    <a:pt x="1018603" y="94107"/>
                  </a:cubicBezTo>
                  <a:cubicBezTo>
                    <a:pt x="1019556" y="95155"/>
                    <a:pt x="1021842" y="96774"/>
                    <a:pt x="1022794" y="97822"/>
                  </a:cubicBezTo>
                  <a:cubicBezTo>
                    <a:pt x="1023937" y="98965"/>
                    <a:pt x="1025842" y="101537"/>
                    <a:pt x="1026700" y="102965"/>
                  </a:cubicBezTo>
                  <a:cubicBezTo>
                    <a:pt x="1027367" y="104204"/>
                    <a:pt x="1028604" y="106775"/>
                    <a:pt x="1028890" y="108204"/>
                  </a:cubicBezTo>
                  <a:cubicBezTo>
                    <a:pt x="1029176" y="109538"/>
                    <a:pt x="1028414" y="112395"/>
                    <a:pt x="1028890" y="113633"/>
                  </a:cubicBezTo>
                  <a:cubicBezTo>
                    <a:pt x="1029271" y="114871"/>
                    <a:pt x="1031462" y="116776"/>
                    <a:pt x="1032129" y="117920"/>
                  </a:cubicBezTo>
                  <a:cubicBezTo>
                    <a:pt x="1033081" y="119444"/>
                    <a:pt x="1035367" y="122587"/>
                    <a:pt x="1035367" y="124396"/>
                  </a:cubicBezTo>
                  <a:cubicBezTo>
                    <a:pt x="1035367" y="125730"/>
                    <a:pt x="1033558" y="128111"/>
                    <a:pt x="1033177" y="129445"/>
                  </a:cubicBezTo>
                  <a:cubicBezTo>
                    <a:pt x="1032986" y="130016"/>
                    <a:pt x="1032605" y="131350"/>
                    <a:pt x="1032795" y="132017"/>
                  </a:cubicBezTo>
                  <a:cubicBezTo>
                    <a:pt x="1033081" y="132969"/>
                    <a:pt x="1035463" y="133921"/>
                    <a:pt x="1035653" y="134874"/>
                  </a:cubicBezTo>
                  <a:cubicBezTo>
                    <a:pt x="1035748" y="135636"/>
                    <a:pt x="1034701" y="137255"/>
                    <a:pt x="1034224" y="137922"/>
                  </a:cubicBezTo>
                  <a:cubicBezTo>
                    <a:pt x="1033844" y="138494"/>
                    <a:pt x="1032510" y="139160"/>
                    <a:pt x="1032224" y="139732"/>
                  </a:cubicBezTo>
                  <a:cubicBezTo>
                    <a:pt x="1031748" y="140589"/>
                    <a:pt x="1032129" y="142875"/>
                    <a:pt x="1031652" y="143732"/>
                  </a:cubicBezTo>
                  <a:cubicBezTo>
                    <a:pt x="1031081" y="144685"/>
                    <a:pt x="1029176" y="146209"/>
                    <a:pt x="1028033" y="146590"/>
                  </a:cubicBezTo>
                  <a:cubicBezTo>
                    <a:pt x="1026795" y="146971"/>
                    <a:pt x="1024223" y="146018"/>
                    <a:pt x="1022890" y="146304"/>
                  </a:cubicBezTo>
                  <a:cubicBezTo>
                    <a:pt x="1021937" y="146495"/>
                    <a:pt x="1019937" y="147447"/>
                    <a:pt x="1019270" y="148209"/>
                  </a:cubicBezTo>
                  <a:cubicBezTo>
                    <a:pt x="1018603" y="149066"/>
                    <a:pt x="1018603" y="151448"/>
                    <a:pt x="1018127" y="152400"/>
                  </a:cubicBezTo>
                  <a:cubicBezTo>
                    <a:pt x="1017556" y="153353"/>
                    <a:pt x="1015841" y="154876"/>
                    <a:pt x="1014984" y="155543"/>
                  </a:cubicBezTo>
                  <a:cubicBezTo>
                    <a:pt x="1014412" y="156020"/>
                    <a:pt x="1012698" y="156496"/>
                    <a:pt x="1012317" y="157258"/>
                  </a:cubicBezTo>
                  <a:cubicBezTo>
                    <a:pt x="1011746" y="158401"/>
                    <a:pt x="1013079" y="161068"/>
                    <a:pt x="1012602" y="162211"/>
                  </a:cubicBezTo>
                  <a:cubicBezTo>
                    <a:pt x="1012222" y="163163"/>
                    <a:pt x="1010221" y="164306"/>
                    <a:pt x="1009840" y="165259"/>
                  </a:cubicBezTo>
                  <a:cubicBezTo>
                    <a:pt x="1009269" y="166878"/>
                    <a:pt x="1010412" y="170402"/>
                    <a:pt x="1009936" y="172021"/>
                  </a:cubicBezTo>
                  <a:cubicBezTo>
                    <a:pt x="1009554" y="173450"/>
                    <a:pt x="1007840" y="176117"/>
                    <a:pt x="1006697" y="177165"/>
                  </a:cubicBezTo>
                  <a:cubicBezTo>
                    <a:pt x="1006221" y="177641"/>
                    <a:pt x="1004506" y="177737"/>
                    <a:pt x="1004220" y="178308"/>
                  </a:cubicBezTo>
                  <a:cubicBezTo>
                    <a:pt x="1003744" y="179261"/>
                    <a:pt x="1005554" y="181356"/>
                    <a:pt x="1005269" y="182309"/>
                  </a:cubicBezTo>
                  <a:cubicBezTo>
                    <a:pt x="1004983" y="183547"/>
                    <a:pt x="1002697" y="185261"/>
                    <a:pt x="1001744" y="186119"/>
                  </a:cubicBezTo>
                  <a:cubicBezTo>
                    <a:pt x="1000887" y="186880"/>
                    <a:pt x="998886" y="188214"/>
                    <a:pt x="998220" y="189167"/>
                  </a:cubicBezTo>
                  <a:cubicBezTo>
                    <a:pt x="997458" y="190309"/>
                    <a:pt x="997458" y="193548"/>
                    <a:pt x="996315" y="194310"/>
                  </a:cubicBezTo>
                  <a:cubicBezTo>
                    <a:pt x="995172" y="194977"/>
                    <a:pt x="992505" y="193738"/>
                    <a:pt x="991171" y="193643"/>
                  </a:cubicBezTo>
                  <a:cubicBezTo>
                    <a:pt x="990028" y="193643"/>
                    <a:pt x="987742" y="194215"/>
                    <a:pt x="986599" y="194024"/>
                  </a:cubicBezTo>
                  <a:cubicBezTo>
                    <a:pt x="986028" y="193929"/>
                    <a:pt x="985170" y="193072"/>
                    <a:pt x="984599" y="193167"/>
                  </a:cubicBezTo>
                  <a:cubicBezTo>
                    <a:pt x="983932" y="193262"/>
                    <a:pt x="983266" y="194691"/>
                    <a:pt x="982599" y="194882"/>
                  </a:cubicBezTo>
                  <a:cubicBezTo>
                    <a:pt x="981456" y="195167"/>
                    <a:pt x="979075" y="194215"/>
                    <a:pt x="977932" y="194120"/>
                  </a:cubicBezTo>
                  <a:cubicBezTo>
                    <a:pt x="976979" y="194120"/>
                    <a:pt x="974884" y="193929"/>
                    <a:pt x="974122" y="194405"/>
                  </a:cubicBezTo>
                  <a:cubicBezTo>
                    <a:pt x="973646" y="194691"/>
                    <a:pt x="973455" y="196120"/>
                    <a:pt x="972979" y="196310"/>
                  </a:cubicBezTo>
                  <a:cubicBezTo>
                    <a:pt x="972026" y="196787"/>
                    <a:pt x="969740" y="195644"/>
                    <a:pt x="968597" y="195929"/>
                  </a:cubicBezTo>
                  <a:cubicBezTo>
                    <a:pt x="967740" y="196120"/>
                    <a:pt x="966216" y="197263"/>
                    <a:pt x="965454" y="197644"/>
                  </a:cubicBezTo>
                  <a:cubicBezTo>
                    <a:pt x="964692" y="197929"/>
                    <a:pt x="963168" y="198882"/>
                    <a:pt x="962406" y="198692"/>
                  </a:cubicBezTo>
                  <a:cubicBezTo>
                    <a:pt x="961263" y="198406"/>
                    <a:pt x="960310" y="196025"/>
                    <a:pt x="959358" y="195358"/>
                  </a:cubicBezTo>
                  <a:cubicBezTo>
                    <a:pt x="958787" y="194977"/>
                    <a:pt x="957358" y="194405"/>
                    <a:pt x="956691" y="194596"/>
                  </a:cubicBezTo>
                  <a:cubicBezTo>
                    <a:pt x="956119" y="194786"/>
                    <a:pt x="955452" y="196215"/>
                    <a:pt x="954881" y="196405"/>
                  </a:cubicBezTo>
                  <a:cubicBezTo>
                    <a:pt x="954024" y="196691"/>
                    <a:pt x="952024" y="196215"/>
                    <a:pt x="951071" y="195834"/>
                  </a:cubicBezTo>
                  <a:cubicBezTo>
                    <a:pt x="950405" y="195548"/>
                    <a:pt x="949357" y="194215"/>
                    <a:pt x="948595" y="194215"/>
                  </a:cubicBezTo>
                  <a:cubicBezTo>
                    <a:pt x="947070" y="194215"/>
                    <a:pt x="945166" y="197167"/>
                    <a:pt x="943737" y="197644"/>
                  </a:cubicBezTo>
                  <a:cubicBezTo>
                    <a:pt x="942785" y="197929"/>
                    <a:pt x="940689" y="197263"/>
                    <a:pt x="939832" y="197739"/>
                  </a:cubicBezTo>
                  <a:cubicBezTo>
                    <a:pt x="938594" y="198406"/>
                    <a:pt x="936307" y="200787"/>
                    <a:pt x="936307" y="202216"/>
                  </a:cubicBezTo>
                  <a:cubicBezTo>
                    <a:pt x="936307" y="203359"/>
                    <a:pt x="938308" y="204978"/>
                    <a:pt x="939260" y="205645"/>
                  </a:cubicBezTo>
                  <a:cubicBezTo>
                    <a:pt x="940117" y="206216"/>
                    <a:pt x="942213" y="206883"/>
                    <a:pt x="943261" y="206692"/>
                  </a:cubicBezTo>
                  <a:cubicBezTo>
                    <a:pt x="944594" y="206502"/>
                    <a:pt x="946594" y="204407"/>
                    <a:pt x="947833" y="204121"/>
                  </a:cubicBezTo>
                  <a:cubicBezTo>
                    <a:pt x="949642" y="203740"/>
                    <a:pt x="953357" y="204216"/>
                    <a:pt x="955072" y="204883"/>
                  </a:cubicBezTo>
                  <a:cubicBezTo>
                    <a:pt x="955929" y="205169"/>
                    <a:pt x="957453" y="206121"/>
                    <a:pt x="958024" y="206788"/>
                  </a:cubicBezTo>
                  <a:cubicBezTo>
                    <a:pt x="958787" y="207550"/>
                    <a:pt x="960120" y="209455"/>
                    <a:pt x="960310" y="210503"/>
                  </a:cubicBezTo>
                  <a:cubicBezTo>
                    <a:pt x="960501" y="212026"/>
                    <a:pt x="958596" y="214789"/>
                    <a:pt x="958405" y="216217"/>
                  </a:cubicBezTo>
                  <a:cubicBezTo>
                    <a:pt x="958310" y="217265"/>
                    <a:pt x="958977" y="219456"/>
                    <a:pt x="958787" y="220599"/>
                  </a:cubicBezTo>
                  <a:cubicBezTo>
                    <a:pt x="958691" y="221361"/>
                    <a:pt x="957929" y="222790"/>
                    <a:pt x="957548" y="223457"/>
                  </a:cubicBezTo>
                  <a:cubicBezTo>
                    <a:pt x="957072" y="224123"/>
                    <a:pt x="955834" y="224980"/>
                    <a:pt x="955452" y="225552"/>
                  </a:cubicBezTo>
                  <a:cubicBezTo>
                    <a:pt x="954976" y="226409"/>
                    <a:pt x="954214" y="228219"/>
                    <a:pt x="954214" y="229171"/>
                  </a:cubicBezTo>
                  <a:cubicBezTo>
                    <a:pt x="954119" y="230410"/>
                    <a:pt x="955452" y="232791"/>
                    <a:pt x="955357" y="234029"/>
                  </a:cubicBezTo>
                  <a:cubicBezTo>
                    <a:pt x="955357" y="235649"/>
                    <a:pt x="954024" y="238696"/>
                    <a:pt x="953548" y="240221"/>
                  </a:cubicBezTo>
                  <a:cubicBezTo>
                    <a:pt x="953167" y="241363"/>
                    <a:pt x="952690" y="243554"/>
                    <a:pt x="952119" y="244602"/>
                  </a:cubicBezTo>
                  <a:cubicBezTo>
                    <a:pt x="951357" y="245936"/>
                    <a:pt x="948595" y="247745"/>
                    <a:pt x="947833" y="249174"/>
                  </a:cubicBezTo>
                  <a:cubicBezTo>
                    <a:pt x="947356" y="250126"/>
                    <a:pt x="946690" y="252508"/>
                    <a:pt x="946976" y="253555"/>
                  </a:cubicBezTo>
                  <a:cubicBezTo>
                    <a:pt x="947356" y="254794"/>
                    <a:pt x="949166" y="256889"/>
                    <a:pt x="950405" y="257366"/>
                  </a:cubicBezTo>
                  <a:cubicBezTo>
                    <a:pt x="951452" y="257842"/>
                    <a:pt x="953929" y="257556"/>
                    <a:pt x="955072" y="257366"/>
                  </a:cubicBezTo>
                  <a:cubicBezTo>
                    <a:pt x="956119" y="257270"/>
                    <a:pt x="958120" y="256508"/>
                    <a:pt x="959072" y="256223"/>
                  </a:cubicBezTo>
                  <a:cubicBezTo>
                    <a:pt x="960596" y="255746"/>
                    <a:pt x="963739" y="255365"/>
                    <a:pt x="965073" y="254413"/>
                  </a:cubicBezTo>
                  <a:cubicBezTo>
                    <a:pt x="966026" y="253746"/>
                    <a:pt x="967549" y="251650"/>
                    <a:pt x="967740" y="250508"/>
                  </a:cubicBezTo>
                  <a:cubicBezTo>
                    <a:pt x="968026" y="249079"/>
                    <a:pt x="965930" y="246221"/>
                    <a:pt x="966216" y="244792"/>
                  </a:cubicBezTo>
                  <a:cubicBezTo>
                    <a:pt x="966406" y="243745"/>
                    <a:pt x="967645" y="241745"/>
                    <a:pt x="968692" y="241363"/>
                  </a:cubicBezTo>
                  <a:cubicBezTo>
                    <a:pt x="969359" y="241078"/>
                    <a:pt x="970883" y="241649"/>
                    <a:pt x="971454" y="242125"/>
                  </a:cubicBezTo>
                  <a:cubicBezTo>
                    <a:pt x="972121" y="242792"/>
                    <a:pt x="972503" y="244792"/>
                    <a:pt x="972788" y="245650"/>
                  </a:cubicBezTo>
                  <a:cubicBezTo>
                    <a:pt x="973360" y="246983"/>
                    <a:pt x="974122" y="249746"/>
                    <a:pt x="974979" y="250793"/>
                  </a:cubicBezTo>
                  <a:cubicBezTo>
                    <a:pt x="975645" y="251650"/>
                    <a:pt x="977551" y="252984"/>
                    <a:pt x="978598" y="253460"/>
                  </a:cubicBezTo>
                  <a:cubicBezTo>
                    <a:pt x="979836" y="254032"/>
                    <a:pt x="982504" y="254794"/>
                    <a:pt x="983932" y="254699"/>
                  </a:cubicBezTo>
                  <a:cubicBezTo>
                    <a:pt x="984980" y="254699"/>
                    <a:pt x="987076" y="254127"/>
                    <a:pt x="987742" y="253460"/>
                  </a:cubicBezTo>
                  <a:cubicBezTo>
                    <a:pt x="988123" y="253079"/>
                    <a:pt x="988409" y="251841"/>
                    <a:pt x="988314" y="251365"/>
                  </a:cubicBezTo>
                  <a:cubicBezTo>
                    <a:pt x="988123" y="250412"/>
                    <a:pt x="986695" y="248793"/>
                    <a:pt x="985933" y="248221"/>
                  </a:cubicBezTo>
                  <a:cubicBezTo>
                    <a:pt x="985361" y="247745"/>
                    <a:pt x="983837" y="247459"/>
                    <a:pt x="983266" y="246983"/>
                  </a:cubicBezTo>
                  <a:cubicBezTo>
                    <a:pt x="982504" y="246317"/>
                    <a:pt x="980979" y="244602"/>
                    <a:pt x="981265" y="243650"/>
                  </a:cubicBezTo>
                  <a:cubicBezTo>
                    <a:pt x="981456" y="243078"/>
                    <a:pt x="983075" y="242602"/>
                    <a:pt x="983742" y="242697"/>
                  </a:cubicBezTo>
                  <a:cubicBezTo>
                    <a:pt x="984409" y="242792"/>
                    <a:pt x="985076" y="244030"/>
                    <a:pt x="985647" y="244316"/>
                  </a:cubicBezTo>
                  <a:cubicBezTo>
                    <a:pt x="986409" y="244697"/>
                    <a:pt x="988028" y="244888"/>
                    <a:pt x="988790" y="245174"/>
                  </a:cubicBezTo>
                  <a:cubicBezTo>
                    <a:pt x="989552" y="245459"/>
                    <a:pt x="991076" y="246031"/>
                    <a:pt x="991553" y="246698"/>
                  </a:cubicBezTo>
                  <a:cubicBezTo>
                    <a:pt x="992124" y="247459"/>
                    <a:pt x="991743" y="249746"/>
                    <a:pt x="992219" y="250603"/>
                  </a:cubicBezTo>
                  <a:cubicBezTo>
                    <a:pt x="992696" y="251650"/>
                    <a:pt x="995077" y="252889"/>
                    <a:pt x="995362" y="254032"/>
                  </a:cubicBezTo>
                  <a:cubicBezTo>
                    <a:pt x="995648" y="255079"/>
                    <a:pt x="994981" y="257366"/>
                    <a:pt x="994410" y="258318"/>
                  </a:cubicBezTo>
                  <a:cubicBezTo>
                    <a:pt x="993934" y="259175"/>
                    <a:pt x="991838" y="260128"/>
                    <a:pt x="991362" y="261080"/>
                  </a:cubicBezTo>
                  <a:cubicBezTo>
                    <a:pt x="990886" y="262033"/>
                    <a:pt x="990981" y="264224"/>
                    <a:pt x="990504" y="265176"/>
                  </a:cubicBezTo>
                  <a:cubicBezTo>
                    <a:pt x="990028" y="266224"/>
                    <a:pt x="988505" y="267938"/>
                    <a:pt x="987742" y="268700"/>
                  </a:cubicBezTo>
                  <a:cubicBezTo>
                    <a:pt x="986885" y="269558"/>
                    <a:pt x="984504" y="270605"/>
                    <a:pt x="983932" y="271653"/>
                  </a:cubicBezTo>
                  <a:cubicBezTo>
                    <a:pt x="983266" y="272796"/>
                    <a:pt x="983075" y="275654"/>
                    <a:pt x="983551" y="276892"/>
                  </a:cubicBezTo>
                  <a:cubicBezTo>
                    <a:pt x="983837" y="277559"/>
                    <a:pt x="984980" y="278797"/>
                    <a:pt x="985647" y="278987"/>
                  </a:cubicBezTo>
                  <a:cubicBezTo>
                    <a:pt x="986313" y="279178"/>
                    <a:pt x="987742" y="278797"/>
                    <a:pt x="988314" y="278416"/>
                  </a:cubicBezTo>
                  <a:cubicBezTo>
                    <a:pt x="989361" y="277463"/>
                    <a:pt x="989552" y="274511"/>
                    <a:pt x="990124" y="273177"/>
                  </a:cubicBezTo>
                  <a:cubicBezTo>
                    <a:pt x="990504" y="272129"/>
                    <a:pt x="991553" y="270224"/>
                    <a:pt x="992124" y="269272"/>
                  </a:cubicBezTo>
                  <a:cubicBezTo>
                    <a:pt x="992791" y="268319"/>
                    <a:pt x="994315" y="266509"/>
                    <a:pt x="994981" y="265557"/>
                  </a:cubicBezTo>
                  <a:cubicBezTo>
                    <a:pt x="995648" y="264605"/>
                    <a:pt x="996982" y="262795"/>
                    <a:pt x="997648" y="261842"/>
                  </a:cubicBezTo>
                  <a:cubicBezTo>
                    <a:pt x="998410" y="260699"/>
                    <a:pt x="999649" y="258413"/>
                    <a:pt x="1000315" y="257270"/>
                  </a:cubicBezTo>
                  <a:cubicBezTo>
                    <a:pt x="1001078" y="255937"/>
                    <a:pt x="1002125" y="252984"/>
                    <a:pt x="1002982" y="251650"/>
                  </a:cubicBezTo>
                  <a:cubicBezTo>
                    <a:pt x="1003649" y="250603"/>
                    <a:pt x="1005459" y="248698"/>
                    <a:pt x="1006221" y="247650"/>
                  </a:cubicBezTo>
                  <a:cubicBezTo>
                    <a:pt x="1007268" y="246126"/>
                    <a:pt x="1008983" y="242697"/>
                    <a:pt x="1009840" y="240983"/>
                  </a:cubicBezTo>
                  <a:cubicBezTo>
                    <a:pt x="1010603" y="239363"/>
                    <a:pt x="1012222" y="236125"/>
                    <a:pt x="1012888" y="234505"/>
                  </a:cubicBezTo>
                  <a:cubicBezTo>
                    <a:pt x="1013365" y="233363"/>
                    <a:pt x="1013745" y="230791"/>
                    <a:pt x="1014508" y="229838"/>
                  </a:cubicBezTo>
                  <a:cubicBezTo>
                    <a:pt x="1014984" y="229267"/>
                    <a:pt x="1016317" y="228314"/>
                    <a:pt x="1017080" y="228219"/>
                  </a:cubicBezTo>
                  <a:cubicBezTo>
                    <a:pt x="1017936" y="228124"/>
                    <a:pt x="1019842" y="228791"/>
                    <a:pt x="1020413" y="229457"/>
                  </a:cubicBezTo>
                  <a:cubicBezTo>
                    <a:pt x="1020889" y="230124"/>
                    <a:pt x="1020699" y="231934"/>
                    <a:pt x="1020413" y="232696"/>
                  </a:cubicBezTo>
                  <a:cubicBezTo>
                    <a:pt x="1019937" y="233934"/>
                    <a:pt x="1017842" y="235553"/>
                    <a:pt x="1017080" y="236601"/>
                  </a:cubicBezTo>
                  <a:cubicBezTo>
                    <a:pt x="1015937" y="238220"/>
                    <a:pt x="1014127" y="241649"/>
                    <a:pt x="1013174" y="243364"/>
                  </a:cubicBezTo>
                  <a:cubicBezTo>
                    <a:pt x="1011746" y="246031"/>
                    <a:pt x="1008888" y="251365"/>
                    <a:pt x="1007459" y="254032"/>
                  </a:cubicBezTo>
                  <a:cubicBezTo>
                    <a:pt x="1006221" y="256223"/>
                    <a:pt x="1003744" y="260604"/>
                    <a:pt x="1002316" y="262700"/>
                  </a:cubicBezTo>
                  <a:cubicBezTo>
                    <a:pt x="1000411" y="265652"/>
                    <a:pt x="996315" y="271177"/>
                    <a:pt x="994315" y="274034"/>
                  </a:cubicBezTo>
                  <a:cubicBezTo>
                    <a:pt x="992696" y="276511"/>
                    <a:pt x="989552" y="281369"/>
                    <a:pt x="988123" y="283940"/>
                  </a:cubicBezTo>
                  <a:cubicBezTo>
                    <a:pt x="986409" y="287084"/>
                    <a:pt x="983837" y="293942"/>
                    <a:pt x="982313" y="297180"/>
                  </a:cubicBezTo>
                  <a:cubicBezTo>
                    <a:pt x="981456" y="298990"/>
                    <a:pt x="979075" y="302419"/>
                    <a:pt x="978598" y="304419"/>
                  </a:cubicBezTo>
                  <a:cubicBezTo>
                    <a:pt x="978217" y="306229"/>
                    <a:pt x="978980" y="310039"/>
                    <a:pt x="978693" y="311849"/>
                  </a:cubicBezTo>
                  <a:cubicBezTo>
                    <a:pt x="978503" y="313182"/>
                    <a:pt x="978217" y="316230"/>
                    <a:pt x="977074" y="316801"/>
                  </a:cubicBezTo>
                  <a:cubicBezTo>
                    <a:pt x="976598" y="317087"/>
                    <a:pt x="975360" y="316516"/>
                    <a:pt x="974979" y="316135"/>
                  </a:cubicBezTo>
                  <a:cubicBezTo>
                    <a:pt x="974122" y="315373"/>
                    <a:pt x="973741" y="313087"/>
                    <a:pt x="973360" y="311944"/>
                  </a:cubicBezTo>
                  <a:cubicBezTo>
                    <a:pt x="972979" y="310991"/>
                    <a:pt x="972883" y="308800"/>
                    <a:pt x="972217" y="308134"/>
                  </a:cubicBezTo>
                  <a:cubicBezTo>
                    <a:pt x="970978" y="306896"/>
                    <a:pt x="967169" y="306515"/>
                    <a:pt x="965454" y="306229"/>
                  </a:cubicBezTo>
                  <a:cubicBezTo>
                    <a:pt x="963644" y="305848"/>
                    <a:pt x="960025" y="305467"/>
                    <a:pt x="958215" y="305467"/>
                  </a:cubicBezTo>
                  <a:cubicBezTo>
                    <a:pt x="954786" y="305562"/>
                    <a:pt x="947737" y="306324"/>
                    <a:pt x="944404" y="307276"/>
                  </a:cubicBezTo>
                  <a:cubicBezTo>
                    <a:pt x="939165" y="308705"/>
                    <a:pt x="929545" y="313563"/>
                    <a:pt x="924687" y="315849"/>
                  </a:cubicBezTo>
                  <a:cubicBezTo>
                    <a:pt x="921734" y="317183"/>
                    <a:pt x="916019" y="320135"/>
                    <a:pt x="913257" y="321659"/>
                  </a:cubicBezTo>
                  <a:cubicBezTo>
                    <a:pt x="910113" y="323469"/>
                    <a:pt x="903827" y="327088"/>
                    <a:pt x="900970" y="329279"/>
                  </a:cubicBezTo>
                  <a:cubicBezTo>
                    <a:pt x="898302" y="331375"/>
                    <a:pt x="893540" y="336423"/>
                    <a:pt x="891063" y="338804"/>
                  </a:cubicBezTo>
                  <a:cubicBezTo>
                    <a:pt x="885729" y="344043"/>
                    <a:pt x="875061" y="354521"/>
                    <a:pt x="870109" y="360236"/>
                  </a:cubicBezTo>
                  <a:cubicBezTo>
                    <a:pt x="864108" y="367094"/>
                    <a:pt x="853154" y="381667"/>
                    <a:pt x="848011" y="389192"/>
                  </a:cubicBezTo>
                  <a:cubicBezTo>
                    <a:pt x="845915" y="392335"/>
                    <a:pt x="841819" y="398717"/>
                    <a:pt x="840105" y="402146"/>
                  </a:cubicBezTo>
                  <a:cubicBezTo>
                    <a:pt x="838295" y="405670"/>
                    <a:pt x="834962" y="412909"/>
                    <a:pt x="834009" y="416814"/>
                  </a:cubicBezTo>
                  <a:cubicBezTo>
                    <a:pt x="833342" y="419481"/>
                    <a:pt x="833533" y="424910"/>
                    <a:pt x="833056" y="427673"/>
                  </a:cubicBezTo>
                  <a:cubicBezTo>
                    <a:pt x="832770" y="429101"/>
                    <a:pt x="831818" y="431959"/>
                    <a:pt x="831627" y="433388"/>
                  </a:cubicBezTo>
                  <a:cubicBezTo>
                    <a:pt x="831342" y="435864"/>
                    <a:pt x="831532" y="442817"/>
                    <a:pt x="831627" y="443198"/>
                  </a:cubicBezTo>
                  <a:cubicBezTo>
                    <a:pt x="831723" y="443484"/>
                    <a:pt x="829723" y="449866"/>
                    <a:pt x="829151" y="452057"/>
                  </a:cubicBezTo>
                  <a:cubicBezTo>
                    <a:pt x="828961" y="452914"/>
                    <a:pt x="828770" y="454628"/>
                    <a:pt x="828485" y="455486"/>
                  </a:cubicBezTo>
                  <a:cubicBezTo>
                    <a:pt x="828199" y="456533"/>
                    <a:pt x="827056" y="458343"/>
                    <a:pt x="826960" y="459391"/>
                  </a:cubicBezTo>
                  <a:cubicBezTo>
                    <a:pt x="826960" y="460724"/>
                    <a:pt x="828579" y="463201"/>
                    <a:pt x="828770" y="464534"/>
                  </a:cubicBezTo>
                  <a:cubicBezTo>
                    <a:pt x="828961" y="465868"/>
                    <a:pt x="829056" y="468535"/>
                    <a:pt x="828579" y="469678"/>
                  </a:cubicBezTo>
                  <a:cubicBezTo>
                    <a:pt x="828103" y="470725"/>
                    <a:pt x="826580" y="472821"/>
                    <a:pt x="825532" y="473107"/>
                  </a:cubicBezTo>
                  <a:cubicBezTo>
                    <a:pt x="824770" y="473297"/>
                    <a:pt x="823055" y="472630"/>
                    <a:pt x="822484" y="472059"/>
                  </a:cubicBezTo>
                  <a:cubicBezTo>
                    <a:pt x="821817" y="471488"/>
                    <a:pt x="821341" y="469678"/>
                    <a:pt x="820864" y="469011"/>
                  </a:cubicBezTo>
                  <a:cubicBezTo>
                    <a:pt x="820483" y="468440"/>
                    <a:pt x="819626" y="467201"/>
                    <a:pt x="818960" y="467011"/>
                  </a:cubicBezTo>
                  <a:cubicBezTo>
                    <a:pt x="816578" y="466058"/>
                    <a:pt x="811435" y="467392"/>
                    <a:pt x="808863" y="467678"/>
                  </a:cubicBezTo>
                  <a:cubicBezTo>
                    <a:pt x="806387" y="467868"/>
                    <a:pt x="801433" y="468249"/>
                    <a:pt x="798957" y="468725"/>
                  </a:cubicBezTo>
                  <a:cubicBezTo>
                    <a:pt x="794290" y="469583"/>
                    <a:pt x="785145" y="472154"/>
                    <a:pt x="780669" y="473774"/>
                  </a:cubicBezTo>
                  <a:cubicBezTo>
                    <a:pt x="776287" y="475488"/>
                    <a:pt x="767810" y="479774"/>
                    <a:pt x="763714" y="482060"/>
                  </a:cubicBezTo>
                  <a:cubicBezTo>
                    <a:pt x="761619" y="483299"/>
                    <a:pt x="758190" y="485489"/>
                    <a:pt x="755237" y="487394"/>
                  </a:cubicBezTo>
                  <a:lnTo>
                    <a:pt x="582168" y="375190"/>
                  </a:lnTo>
                  <a:lnTo>
                    <a:pt x="442627" y="401955"/>
                  </a:lnTo>
                  <a:lnTo>
                    <a:pt x="442341" y="384143"/>
                  </a:lnTo>
                  <a:lnTo>
                    <a:pt x="417290" y="361855"/>
                  </a:lnTo>
                  <a:lnTo>
                    <a:pt x="406908" y="373094"/>
                  </a:lnTo>
                  <a:cubicBezTo>
                    <a:pt x="406908" y="373094"/>
                    <a:pt x="403574" y="371951"/>
                    <a:pt x="403002" y="371094"/>
                  </a:cubicBezTo>
                  <a:cubicBezTo>
                    <a:pt x="402336" y="370046"/>
                    <a:pt x="402241" y="367284"/>
                    <a:pt x="402622" y="366046"/>
                  </a:cubicBezTo>
                  <a:cubicBezTo>
                    <a:pt x="402907" y="365188"/>
                    <a:pt x="404812" y="364046"/>
                    <a:pt x="405003" y="363188"/>
                  </a:cubicBezTo>
                  <a:cubicBezTo>
                    <a:pt x="405194" y="362045"/>
                    <a:pt x="404241" y="359855"/>
                    <a:pt x="403479" y="358997"/>
                  </a:cubicBezTo>
                  <a:cubicBezTo>
                    <a:pt x="402812" y="358235"/>
                    <a:pt x="399954" y="357188"/>
                    <a:pt x="399954" y="357188"/>
                  </a:cubicBezTo>
                  <a:lnTo>
                    <a:pt x="322326" y="368617"/>
                  </a:lnTo>
                  <a:lnTo>
                    <a:pt x="252888" y="378524"/>
                  </a:lnTo>
                  <a:cubicBezTo>
                    <a:pt x="252888" y="378524"/>
                    <a:pt x="248126" y="379190"/>
                    <a:pt x="246793" y="380048"/>
                  </a:cubicBezTo>
                  <a:cubicBezTo>
                    <a:pt x="245935" y="380524"/>
                    <a:pt x="245173" y="382619"/>
                    <a:pt x="244221" y="382905"/>
                  </a:cubicBezTo>
                  <a:cubicBezTo>
                    <a:pt x="243459" y="383191"/>
                    <a:pt x="241649" y="382238"/>
                    <a:pt x="240792" y="382524"/>
                  </a:cubicBezTo>
                  <a:cubicBezTo>
                    <a:pt x="239839" y="382810"/>
                    <a:pt x="238887" y="385477"/>
                    <a:pt x="237935" y="385286"/>
                  </a:cubicBezTo>
                  <a:cubicBezTo>
                    <a:pt x="237077" y="385096"/>
                    <a:pt x="237268" y="382524"/>
                    <a:pt x="236696" y="381762"/>
                  </a:cubicBezTo>
                  <a:cubicBezTo>
                    <a:pt x="236220" y="381191"/>
                    <a:pt x="234791" y="380429"/>
                    <a:pt x="234029" y="380524"/>
                  </a:cubicBezTo>
                  <a:cubicBezTo>
                    <a:pt x="232886" y="380619"/>
                    <a:pt x="231076" y="382334"/>
                    <a:pt x="230505" y="383286"/>
                  </a:cubicBezTo>
                  <a:cubicBezTo>
                    <a:pt x="229933" y="384429"/>
                    <a:pt x="231172" y="387667"/>
                    <a:pt x="230124" y="388525"/>
                  </a:cubicBezTo>
                  <a:cubicBezTo>
                    <a:pt x="229457" y="389096"/>
                    <a:pt x="227457" y="388239"/>
                    <a:pt x="226504" y="388334"/>
                  </a:cubicBezTo>
                  <a:cubicBezTo>
                    <a:pt x="225742" y="388430"/>
                    <a:pt x="224313" y="388715"/>
                    <a:pt x="223647" y="389096"/>
                  </a:cubicBezTo>
                  <a:cubicBezTo>
                    <a:pt x="222694" y="389477"/>
                    <a:pt x="221266" y="391001"/>
                    <a:pt x="220313" y="391382"/>
                  </a:cubicBezTo>
                  <a:cubicBezTo>
                    <a:pt x="219361" y="391763"/>
                    <a:pt x="217170" y="391573"/>
                    <a:pt x="216217" y="392049"/>
                  </a:cubicBezTo>
                  <a:cubicBezTo>
                    <a:pt x="214788" y="392716"/>
                    <a:pt x="212598" y="395192"/>
                    <a:pt x="211169" y="396050"/>
                  </a:cubicBezTo>
                  <a:cubicBezTo>
                    <a:pt x="209931" y="396907"/>
                    <a:pt x="207168" y="398145"/>
                    <a:pt x="205835" y="399002"/>
                  </a:cubicBezTo>
                  <a:cubicBezTo>
                    <a:pt x="204787" y="399669"/>
                    <a:pt x="202692" y="401098"/>
                    <a:pt x="201930" y="402050"/>
                  </a:cubicBezTo>
                  <a:cubicBezTo>
                    <a:pt x="201168" y="402908"/>
                    <a:pt x="200311" y="405289"/>
                    <a:pt x="199453" y="406051"/>
                  </a:cubicBezTo>
                  <a:cubicBezTo>
                    <a:pt x="198596" y="406908"/>
                    <a:pt x="196215" y="407861"/>
                    <a:pt x="195167" y="408623"/>
                  </a:cubicBezTo>
                  <a:cubicBezTo>
                    <a:pt x="194405" y="409194"/>
                    <a:pt x="193357" y="411290"/>
                    <a:pt x="192405" y="411480"/>
                  </a:cubicBezTo>
                  <a:cubicBezTo>
                    <a:pt x="191738" y="411671"/>
                    <a:pt x="190404" y="411004"/>
                    <a:pt x="189833" y="410623"/>
                  </a:cubicBezTo>
                  <a:cubicBezTo>
                    <a:pt x="189167" y="410242"/>
                    <a:pt x="188309" y="408623"/>
                    <a:pt x="187547" y="408623"/>
                  </a:cubicBezTo>
                  <a:cubicBezTo>
                    <a:pt x="186404" y="408527"/>
                    <a:pt x="184594" y="410432"/>
                    <a:pt x="183642" y="410909"/>
                  </a:cubicBezTo>
                  <a:cubicBezTo>
                    <a:pt x="181737" y="412051"/>
                    <a:pt x="177832" y="414147"/>
                    <a:pt x="175927" y="415290"/>
                  </a:cubicBezTo>
                  <a:cubicBezTo>
                    <a:pt x="174022" y="416433"/>
                    <a:pt x="170307" y="418624"/>
                    <a:pt x="168497" y="419767"/>
                  </a:cubicBezTo>
                  <a:cubicBezTo>
                    <a:pt x="165544" y="421576"/>
                    <a:pt x="160020" y="425672"/>
                    <a:pt x="156877" y="427006"/>
                  </a:cubicBezTo>
                  <a:cubicBezTo>
                    <a:pt x="155924" y="428149"/>
                    <a:pt x="153353" y="428720"/>
                    <a:pt x="151447" y="429101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6" name="Freeform: Shape 35">
              <a:extLst>
                <a:ext uri="{FF2B5EF4-FFF2-40B4-BE49-F238E27FC236}">
                  <a16:creationId xmlns:a16="http://schemas.microsoft.com/office/drawing/2014/main" id="{2A5E1FF0-0023-D052-410E-C3F0A8782CC8}"/>
                </a:ext>
              </a:extLst>
            </p:cNvPr>
            <p:cNvSpPr/>
            <p:nvPr/>
          </p:nvSpPr>
          <p:spPr>
            <a:xfrm>
              <a:off x="7824976" y="3716274"/>
              <a:ext cx="619125" cy="466725"/>
            </a:xfrm>
            <a:custGeom>
              <a:avLst/>
              <a:gdLst>
                <a:gd name="connsiteX0" fmla="*/ 452821 w 619125"/>
                <a:gd name="connsiteY0" fmla="*/ 18479 h 466725"/>
                <a:gd name="connsiteX1" fmla="*/ 625890 w 619125"/>
                <a:gd name="connsiteY1" fmla="*/ 130683 h 466725"/>
                <a:gd name="connsiteX2" fmla="*/ 621890 w 619125"/>
                <a:gd name="connsiteY2" fmla="*/ 133350 h 466725"/>
                <a:gd name="connsiteX3" fmla="*/ 611031 w 619125"/>
                <a:gd name="connsiteY3" fmla="*/ 141351 h 466725"/>
                <a:gd name="connsiteX4" fmla="*/ 601411 w 619125"/>
                <a:gd name="connsiteY4" fmla="*/ 150304 h 466725"/>
                <a:gd name="connsiteX5" fmla="*/ 591981 w 619125"/>
                <a:gd name="connsiteY5" fmla="*/ 162020 h 466725"/>
                <a:gd name="connsiteX6" fmla="*/ 585409 w 619125"/>
                <a:gd name="connsiteY6" fmla="*/ 174308 h 466725"/>
                <a:gd name="connsiteX7" fmla="*/ 580075 w 619125"/>
                <a:gd name="connsiteY7" fmla="*/ 186595 h 466725"/>
                <a:gd name="connsiteX8" fmla="*/ 577313 w 619125"/>
                <a:gd name="connsiteY8" fmla="*/ 193738 h 466725"/>
                <a:gd name="connsiteX9" fmla="*/ 571979 w 619125"/>
                <a:gd name="connsiteY9" fmla="*/ 202597 h 466725"/>
                <a:gd name="connsiteX10" fmla="*/ 568073 w 619125"/>
                <a:gd name="connsiteY10" fmla="*/ 213741 h 466725"/>
                <a:gd name="connsiteX11" fmla="*/ 566359 w 619125"/>
                <a:gd name="connsiteY11" fmla="*/ 226123 h 466725"/>
                <a:gd name="connsiteX12" fmla="*/ 566169 w 619125"/>
                <a:gd name="connsiteY12" fmla="*/ 235363 h 466725"/>
                <a:gd name="connsiteX13" fmla="*/ 568264 w 619125"/>
                <a:gd name="connsiteY13" fmla="*/ 242030 h 466725"/>
                <a:gd name="connsiteX14" fmla="*/ 570169 w 619125"/>
                <a:gd name="connsiteY14" fmla="*/ 248317 h 466725"/>
                <a:gd name="connsiteX15" fmla="*/ 568740 w 619125"/>
                <a:gd name="connsiteY15" fmla="*/ 253555 h 466725"/>
                <a:gd name="connsiteX16" fmla="*/ 565883 w 619125"/>
                <a:gd name="connsiteY16" fmla="*/ 257842 h 466725"/>
                <a:gd name="connsiteX17" fmla="*/ 562168 w 619125"/>
                <a:gd name="connsiteY17" fmla="*/ 263842 h 466725"/>
                <a:gd name="connsiteX18" fmla="*/ 555977 w 619125"/>
                <a:gd name="connsiteY18" fmla="*/ 267462 h 466725"/>
                <a:gd name="connsiteX19" fmla="*/ 552929 w 619125"/>
                <a:gd name="connsiteY19" fmla="*/ 270415 h 466725"/>
                <a:gd name="connsiteX20" fmla="*/ 555310 w 619125"/>
                <a:gd name="connsiteY20" fmla="*/ 273939 h 466725"/>
                <a:gd name="connsiteX21" fmla="*/ 554548 w 619125"/>
                <a:gd name="connsiteY21" fmla="*/ 278702 h 466725"/>
                <a:gd name="connsiteX22" fmla="*/ 552643 w 619125"/>
                <a:gd name="connsiteY22" fmla="*/ 283273 h 466725"/>
                <a:gd name="connsiteX23" fmla="*/ 546166 w 619125"/>
                <a:gd name="connsiteY23" fmla="*/ 284226 h 466725"/>
                <a:gd name="connsiteX24" fmla="*/ 542070 w 619125"/>
                <a:gd name="connsiteY24" fmla="*/ 284131 h 466725"/>
                <a:gd name="connsiteX25" fmla="*/ 539689 w 619125"/>
                <a:gd name="connsiteY25" fmla="*/ 285750 h 466725"/>
                <a:gd name="connsiteX26" fmla="*/ 537498 w 619125"/>
                <a:gd name="connsiteY26" fmla="*/ 286417 h 466725"/>
                <a:gd name="connsiteX27" fmla="*/ 535117 w 619125"/>
                <a:gd name="connsiteY27" fmla="*/ 283750 h 466725"/>
                <a:gd name="connsiteX28" fmla="*/ 532069 w 619125"/>
                <a:gd name="connsiteY28" fmla="*/ 282226 h 466725"/>
                <a:gd name="connsiteX29" fmla="*/ 529497 w 619125"/>
                <a:gd name="connsiteY29" fmla="*/ 283273 h 466725"/>
                <a:gd name="connsiteX30" fmla="*/ 528545 w 619125"/>
                <a:gd name="connsiteY30" fmla="*/ 285750 h 466725"/>
                <a:gd name="connsiteX31" fmla="*/ 526163 w 619125"/>
                <a:gd name="connsiteY31" fmla="*/ 287464 h 466725"/>
                <a:gd name="connsiteX32" fmla="*/ 524830 w 619125"/>
                <a:gd name="connsiteY32" fmla="*/ 290227 h 466725"/>
                <a:gd name="connsiteX33" fmla="*/ 522829 w 619125"/>
                <a:gd name="connsiteY33" fmla="*/ 292894 h 466725"/>
                <a:gd name="connsiteX34" fmla="*/ 522068 w 619125"/>
                <a:gd name="connsiteY34" fmla="*/ 297656 h 466725"/>
                <a:gd name="connsiteX35" fmla="*/ 522068 w 619125"/>
                <a:gd name="connsiteY35" fmla="*/ 300514 h 466725"/>
                <a:gd name="connsiteX36" fmla="*/ 525592 w 619125"/>
                <a:gd name="connsiteY36" fmla="*/ 302323 h 466725"/>
                <a:gd name="connsiteX37" fmla="*/ 527878 w 619125"/>
                <a:gd name="connsiteY37" fmla="*/ 300228 h 466725"/>
                <a:gd name="connsiteX38" fmla="*/ 529307 w 619125"/>
                <a:gd name="connsiteY38" fmla="*/ 301752 h 466725"/>
                <a:gd name="connsiteX39" fmla="*/ 528830 w 619125"/>
                <a:gd name="connsiteY39" fmla="*/ 305276 h 466725"/>
                <a:gd name="connsiteX40" fmla="*/ 525973 w 619125"/>
                <a:gd name="connsiteY40" fmla="*/ 306800 h 466725"/>
                <a:gd name="connsiteX41" fmla="*/ 521972 w 619125"/>
                <a:gd name="connsiteY41" fmla="*/ 309181 h 466725"/>
                <a:gd name="connsiteX42" fmla="*/ 517972 w 619125"/>
                <a:gd name="connsiteY42" fmla="*/ 313468 h 466725"/>
                <a:gd name="connsiteX43" fmla="*/ 515400 w 619125"/>
                <a:gd name="connsiteY43" fmla="*/ 317468 h 466725"/>
                <a:gd name="connsiteX44" fmla="*/ 515019 w 619125"/>
                <a:gd name="connsiteY44" fmla="*/ 321945 h 466725"/>
                <a:gd name="connsiteX45" fmla="*/ 512924 w 619125"/>
                <a:gd name="connsiteY45" fmla="*/ 324517 h 466725"/>
                <a:gd name="connsiteX46" fmla="*/ 508542 w 619125"/>
                <a:gd name="connsiteY46" fmla="*/ 327565 h 466725"/>
                <a:gd name="connsiteX47" fmla="*/ 503970 w 619125"/>
                <a:gd name="connsiteY47" fmla="*/ 330422 h 466725"/>
                <a:gd name="connsiteX48" fmla="*/ 501970 w 619125"/>
                <a:gd name="connsiteY48" fmla="*/ 333946 h 466725"/>
                <a:gd name="connsiteX49" fmla="*/ 498351 w 619125"/>
                <a:gd name="connsiteY49" fmla="*/ 334708 h 466725"/>
                <a:gd name="connsiteX50" fmla="*/ 496350 w 619125"/>
                <a:gd name="connsiteY50" fmla="*/ 336423 h 466725"/>
                <a:gd name="connsiteX51" fmla="*/ 496922 w 619125"/>
                <a:gd name="connsiteY51" fmla="*/ 339852 h 466725"/>
                <a:gd name="connsiteX52" fmla="*/ 497779 w 619125"/>
                <a:gd name="connsiteY52" fmla="*/ 342900 h 466725"/>
                <a:gd name="connsiteX53" fmla="*/ 497207 w 619125"/>
                <a:gd name="connsiteY53" fmla="*/ 347567 h 466725"/>
                <a:gd name="connsiteX54" fmla="*/ 493017 w 619125"/>
                <a:gd name="connsiteY54" fmla="*/ 350425 h 466725"/>
                <a:gd name="connsiteX55" fmla="*/ 487873 w 619125"/>
                <a:gd name="connsiteY55" fmla="*/ 354711 h 466725"/>
                <a:gd name="connsiteX56" fmla="*/ 485587 w 619125"/>
                <a:gd name="connsiteY56" fmla="*/ 358521 h 466725"/>
                <a:gd name="connsiteX57" fmla="*/ 483015 w 619125"/>
                <a:gd name="connsiteY57" fmla="*/ 361188 h 466725"/>
                <a:gd name="connsiteX58" fmla="*/ 479301 w 619125"/>
                <a:gd name="connsiteY58" fmla="*/ 361188 h 466725"/>
                <a:gd name="connsiteX59" fmla="*/ 476538 w 619125"/>
                <a:gd name="connsiteY59" fmla="*/ 362998 h 466725"/>
                <a:gd name="connsiteX60" fmla="*/ 473109 w 619125"/>
                <a:gd name="connsiteY60" fmla="*/ 364331 h 466725"/>
                <a:gd name="connsiteX61" fmla="*/ 469109 w 619125"/>
                <a:gd name="connsiteY61" fmla="*/ 367284 h 466725"/>
                <a:gd name="connsiteX62" fmla="*/ 465394 w 619125"/>
                <a:gd name="connsiteY62" fmla="*/ 372237 h 466725"/>
                <a:gd name="connsiteX63" fmla="*/ 463584 w 619125"/>
                <a:gd name="connsiteY63" fmla="*/ 374332 h 466725"/>
                <a:gd name="connsiteX64" fmla="*/ 459679 w 619125"/>
                <a:gd name="connsiteY64" fmla="*/ 375190 h 466725"/>
                <a:gd name="connsiteX65" fmla="*/ 455297 w 619125"/>
                <a:gd name="connsiteY65" fmla="*/ 379666 h 466725"/>
                <a:gd name="connsiteX66" fmla="*/ 451106 w 619125"/>
                <a:gd name="connsiteY66" fmla="*/ 384429 h 466725"/>
                <a:gd name="connsiteX67" fmla="*/ 448534 w 619125"/>
                <a:gd name="connsiteY67" fmla="*/ 388906 h 466725"/>
                <a:gd name="connsiteX68" fmla="*/ 446153 w 619125"/>
                <a:gd name="connsiteY68" fmla="*/ 390239 h 466725"/>
                <a:gd name="connsiteX69" fmla="*/ 443391 w 619125"/>
                <a:gd name="connsiteY69" fmla="*/ 387763 h 466725"/>
                <a:gd name="connsiteX70" fmla="*/ 441201 w 619125"/>
                <a:gd name="connsiteY70" fmla="*/ 388715 h 466725"/>
                <a:gd name="connsiteX71" fmla="*/ 440152 w 619125"/>
                <a:gd name="connsiteY71" fmla="*/ 391954 h 466725"/>
                <a:gd name="connsiteX72" fmla="*/ 436914 w 619125"/>
                <a:gd name="connsiteY72" fmla="*/ 393382 h 466725"/>
                <a:gd name="connsiteX73" fmla="*/ 434914 w 619125"/>
                <a:gd name="connsiteY73" fmla="*/ 392811 h 466725"/>
                <a:gd name="connsiteX74" fmla="*/ 434438 w 619125"/>
                <a:gd name="connsiteY74" fmla="*/ 389477 h 466725"/>
                <a:gd name="connsiteX75" fmla="*/ 432437 w 619125"/>
                <a:gd name="connsiteY75" fmla="*/ 388620 h 466725"/>
                <a:gd name="connsiteX76" fmla="*/ 429008 w 619125"/>
                <a:gd name="connsiteY76" fmla="*/ 390525 h 466725"/>
                <a:gd name="connsiteX77" fmla="*/ 428151 w 619125"/>
                <a:gd name="connsiteY77" fmla="*/ 395573 h 466725"/>
                <a:gd name="connsiteX78" fmla="*/ 430342 w 619125"/>
                <a:gd name="connsiteY78" fmla="*/ 399479 h 466725"/>
                <a:gd name="connsiteX79" fmla="*/ 433199 w 619125"/>
                <a:gd name="connsiteY79" fmla="*/ 400336 h 466725"/>
                <a:gd name="connsiteX80" fmla="*/ 436343 w 619125"/>
                <a:gd name="connsiteY80" fmla="*/ 401669 h 466725"/>
                <a:gd name="connsiteX81" fmla="*/ 437390 w 619125"/>
                <a:gd name="connsiteY81" fmla="*/ 404717 h 466725"/>
                <a:gd name="connsiteX82" fmla="*/ 436628 w 619125"/>
                <a:gd name="connsiteY82" fmla="*/ 408051 h 466725"/>
                <a:gd name="connsiteX83" fmla="*/ 437200 w 619125"/>
                <a:gd name="connsiteY83" fmla="*/ 414338 h 466725"/>
                <a:gd name="connsiteX84" fmla="*/ 434533 w 619125"/>
                <a:gd name="connsiteY84" fmla="*/ 416719 h 466725"/>
                <a:gd name="connsiteX85" fmla="*/ 429199 w 619125"/>
                <a:gd name="connsiteY85" fmla="*/ 421100 h 466725"/>
                <a:gd name="connsiteX86" fmla="*/ 425675 w 619125"/>
                <a:gd name="connsiteY86" fmla="*/ 425005 h 466725"/>
                <a:gd name="connsiteX87" fmla="*/ 420722 w 619125"/>
                <a:gd name="connsiteY87" fmla="*/ 428435 h 466725"/>
                <a:gd name="connsiteX88" fmla="*/ 415864 w 619125"/>
                <a:gd name="connsiteY88" fmla="*/ 430625 h 466725"/>
                <a:gd name="connsiteX89" fmla="*/ 413102 w 619125"/>
                <a:gd name="connsiteY89" fmla="*/ 431482 h 466725"/>
                <a:gd name="connsiteX90" fmla="*/ 411863 w 619125"/>
                <a:gd name="connsiteY90" fmla="*/ 434721 h 466725"/>
                <a:gd name="connsiteX91" fmla="*/ 411006 w 619125"/>
                <a:gd name="connsiteY91" fmla="*/ 438436 h 466725"/>
                <a:gd name="connsiteX92" fmla="*/ 408815 w 619125"/>
                <a:gd name="connsiteY92" fmla="*/ 441770 h 466725"/>
                <a:gd name="connsiteX93" fmla="*/ 407006 w 619125"/>
                <a:gd name="connsiteY93" fmla="*/ 448628 h 466725"/>
                <a:gd name="connsiteX94" fmla="*/ 402624 w 619125"/>
                <a:gd name="connsiteY94" fmla="*/ 454152 h 466725"/>
                <a:gd name="connsiteX95" fmla="*/ 397004 w 619125"/>
                <a:gd name="connsiteY95" fmla="*/ 457486 h 466725"/>
                <a:gd name="connsiteX96" fmla="*/ 393385 w 619125"/>
                <a:gd name="connsiteY96" fmla="*/ 457771 h 466725"/>
                <a:gd name="connsiteX97" fmla="*/ 389194 w 619125"/>
                <a:gd name="connsiteY97" fmla="*/ 462344 h 466725"/>
                <a:gd name="connsiteX98" fmla="*/ 386908 w 619125"/>
                <a:gd name="connsiteY98" fmla="*/ 465201 h 466725"/>
                <a:gd name="connsiteX99" fmla="*/ 388432 w 619125"/>
                <a:gd name="connsiteY99" fmla="*/ 467487 h 466725"/>
                <a:gd name="connsiteX100" fmla="*/ 387479 w 619125"/>
                <a:gd name="connsiteY100" fmla="*/ 470154 h 466725"/>
                <a:gd name="connsiteX101" fmla="*/ 388146 w 619125"/>
                <a:gd name="connsiteY101" fmla="*/ 471297 h 466725"/>
                <a:gd name="connsiteX102" fmla="*/ 386813 w 619125"/>
                <a:gd name="connsiteY102" fmla="*/ 472154 h 466725"/>
                <a:gd name="connsiteX103" fmla="*/ 383479 w 619125"/>
                <a:gd name="connsiteY103" fmla="*/ 470630 h 466725"/>
                <a:gd name="connsiteX104" fmla="*/ 381383 w 619125"/>
                <a:gd name="connsiteY104" fmla="*/ 467106 h 466725"/>
                <a:gd name="connsiteX105" fmla="*/ 378621 w 619125"/>
                <a:gd name="connsiteY105" fmla="*/ 466439 h 466725"/>
                <a:gd name="connsiteX106" fmla="*/ 374906 w 619125"/>
                <a:gd name="connsiteY106" fmla="*/ 463772 h 466725"/>
                <a:gd name="connsiteX107" fmla="*/ 371287 w 619125"/>
                <a:gd name="connsiteY107" fmla="*/ 464153 h 466725"/>
                <a:gd name="connsiteX108" fmla="*/ 369763 w 619125"/>
                <a:gd name="connsiteY108" fmla="*/ 466725 h 466725"/>
                <a:gd name="connsiteX109" fmla="*/ 365572 w 619125"/>
                <a:gd name="connsiteY109" fmla="*/ 468439 h 466725"/>
                <a:gd name="connsiteX110" fmla="*/ 361857 w 619125"/>
                <a:gd name="connsiteY110" fmla="*/ 464915 h 466725"/>
                <a:gd name="connsiteX111" fmla="*/ 358238 w 619125"/>
                <a:gd name="connsiteY111" fmla="*/ 463772 h 466725"/>
                <a:gd name="connsiteX112" fmla="*/ 355856 w 619125"/>
                <a:gd name="connsiteY112" fmla="*/ 460153 h 466725"/>
                <a:gd name="connsiteX113" fmla="*/ 355761 w 619125"/>
                <a:gd name="connsiteY113" fmla="*/ 453580 h 466725"/>
                <a:gd name="connsiteX114" fmla="*/ 352618 w 619125"/>
                <a:gd name="connsiteY114" fmla="*/ 450818 h 466725"/>
                <a:gd name="connsiteX115" fmla="*/ 349570 w 619125"/>
                <a:gd name="connsiteY115" fmla="*/ 446913 h 466725"/>
                <a:gd name="connsiteX116" fmla="*/ 351665 w 619125"/>
                <a:gd name="connsiteY116" fmla="*/ 441579 h 466725"/>
                <a:gd name="connsiteX117" fmla="*/ 352237 w 619125"/>
                <a:gd name="connsiteY117" fmla="*/ 436816 h 466725"/>
                <a:gd name="connsiteX118" fmla="*/ 350713 w 619125"/>
                <a:gd name="connsiteY118" fmla="*/ 435197 h 466725"/>
                <a:gd name="connsiteX119" fmla="*/ 348903 w 619125"/>
                <a:gd name="connsiteY119" fmla="*/ 431197 h 466725"/>
                <a:gd name="connsiteX120" fmla="*/ 344522 w 619125"/>
                <a:gd name="connsiteY120" fmla="*/ 429958 h 466725"/>
                <a:gd name="connsiteX121" fmla="*/ 342616 w 619125"/>
                <a:gd name="connsiteY121" fmla="*/ 427291 h 466725"/>
                <a:gd name="connsiteX122" fmla="*/ 341188 w 619125"/>
                <a:gd name="connsiteY122" fmla="*/ 423672 h 466725"/>
                <a:gd name="connsiteX123" fmla="*/ 337569 w 619125"/>
                <a:gd name="connsiteY123" fmla="*/ 419386 h 466725"/>
                <a:gd name="connsiteX124" fmla="*/ 336616 w 619125"/>
                <a:gd name="connsiteY124" fmla="*/ 414147 h 466725"/>
                <a:gd name="connsiteX125" fmla="*/ 334520 w 619125"/>
                <a:gd name="connsiteY125" fmla="*/ 411194 h 466725"/>
                <a:gd name="connsiteX126" fmla="*/ 331568 w 619125"/>
                <a:gd name="connsiteY126" fmla="*/ 407289 h 466725"/>
                <a:gd name="connsiteX127" fmla="*/ 327472 w 619125"/>
                <a:gd name="connsiteY127" fmla="*/ 406908 h 466725"/>
                <a:gd name="connsiteX128" fmla="*/ 324995 w 619125"/>
                <a:gd name="connsiteY128" fmla="*/ 403670 h 466725"/>
                <a:gd name="connsiteX129" fmla="*/ 321471 w 619125"/>
                <a:gd name="connsiteY129" fmla="*/ 401098 h 466725"/>
                <a:gd name="connsiteX130" fmla="*/ 318613 w 619125"/>
                <a:gd name="connsiteY130" fmla="*/ 403003 h 466725"/>
                <a:gd name="connsiteX131" fmla="*/ 313185 w 619125"/>
                <a:gd name="connsiteY131" fmla="*/ 401574 h 466725"/>
                <a:gd name="connsiteX132" fmla="*/ 310232 w 619125"/>
                <a:gd name="connsiteY132" fmla="*/ 398145 h 466725"/>
                <a:gd name="connsiteX133" fmla="*/ 305564 w 619125"/>
                <a:gd name="connsiteY133" fmla="*/ 396907 h 466725"/>
                <a:gd name="connsiteX134" fmla="*/ 303278 w 619125"/>
                <a:gd name="connsiteY134" fmla="*/ 393668 h 466725"/>
                <a:gd name="connsiteX135" fmla="*/ 305088 w 619125"/>
                <a:gd name="connsiteY135" fmla="*/ 389858 h 466725"/>
                <a:gd name="connsiteX136" fmla="*/ 302421 w 619125"/>
                <a:gd name="connsiteY136" fmla="*/ 384048 h 466725"/>
                <a:gd name="connsiteX137" fmla="*/ 299563 w 619125"/>
                <a:gd name="connsiteY137" fmla="*/ 380429 h 466725"/>
                <a:gd name="connsiteX138" fmla="*/ 301088 w 619125"/>
                <a:gd name="connsiteY138" fmla="*/ 375475 h 466725"/>
                <a:gd name="connsiteX139" fmla="*/ 297373 w 619125"/>
                <a:gd name="connsiteY139" fmla="*/ 370332 h 466725"/>
                <a:gd name="connsiteX140" fmla="*/ 296992 w 619125"/>
                <a:gd name="connsiteY140" fmla="*/ 365570 h 466725"/>
                <a:gd name="connsiteX141" fmla="*/ 295468 w 619125"/>
                <a:gd name="connsiteY141" fmla="*/ 361664 h 466725"/>
                <a:gd name="connsiteX142" fmla="*/ 291467 w 619125"/>
                <a:gd name="connsiteY142" fmla="*/ 359473 h 466725"/>
                <a:gd name="connsiteX143" fmla="*/ 289753 w 619125"/>
                <a:gd name="connsiteY143" fmla="*/ 356806 h 466725"/>
                <a:gd name="connsiteX144" fmla="*/ 288610 w 619125"/>
                <a:gd name="connsiteY144" fmla="*/ 352139 h 466725"/>
                <a:gd name="connsiteX145" fmla="*/ 283943 w 619125"/>
                <a:gd name="connsiteY145" fmla="*/ 349091 h 466725"/>
                <a:gd name="connsiteX146" fmla="*/ 282990 w 619125"/>
                <a:gd name="connsiteY146" fmla="*/ 345567 h 466725"/>
                <a:gd name="connsiteX147" fmla="*/ 283181 w 619125"/>
                <a:gd name="connsiteY147" fmla="*/ 340328 h 466725"/>
                <a:gd name="connsiteX148" fmla="*/ 280799 w 619125"/>
                <a:gd name="connsiteY148" fmla="*/ 336232 h 466725"/>
                <a:gd name="connsiteX149" fmla="*/ 276228 w 619125"/>
                <a:gd name="connsiteY149" fmla="*/ 334994 h 466725"/>
                <a:gd name="connsiteX150" fmla="*/ 271370 w 619125"/>
                <a:gd name="connsiteY150" fmla="*/ 332708 h 466725"/>
                <a:gd name="connsiteX151" fmla="*/ 265178 w 619125"/>
                <a:gd name="connsiteY151" fmla="*/ 328041 h 466725"/>
                <a:gd name="connsiteX152" fmla="*/ 260416 w 619125"/>
                <a:gd name="connsiteY152" fmla="*/ 329089 h 466725"/>
                <a:gd name="connsiteX153" fmla="*/ 253748 w 619125"/>
                <a:gd name="connsiteY153" fmla="*/ 327850 h 466725"/>
                <a:gd name="connsiteX154" fmla="*/ 245557 w 619125"/>
                <a:gd name="connsiteY154" fmla="*/ 324517 h 466725"/>
                <a:gd name="connsiteX155" fmla="*/ 243175 w 619125"/>
                <a:gd name="connsiteY155" fmla="*/ 319945 h 466725"/>
                <a:gd name="connsiteX156" fmla="*/ 243175 w 619125"/>
                <a:gd name="connsiteY156" fmla="*/ 315944 h 466725"/>
                <a:gd name="connsiteX157" fmla="*/ 240890 w 619125"/>
                <a:gd name="connsiteY157" fmla="*/ 312420 h 466725"/>
                <a:gd name="connsiteX158" fmla="*/ 238604 w 619125"/>
                <a:gd name="connsiteY158" fmla="*/ 315278 h 466725"/>
                <a:gd name="connsiteX159" fmla="*/ 233460 w 619125"/>
                <a:gd name="connsiteY159" fmla="*/ 312039 h 466725"/>
                <a:gd name="connsiteX160" fmla="*/ 229555 w 619125"/>
                <a:gd name="connsiteY160" fmla="*/ 310324 h 466725"/>
                <a:gd name="connsiteX161" fmla="*/ 231365 w 619125"/>
                <a:gd name="connsiteY161" fmla="*/ 305943 h 466725"/>
                <a:gd name="connsiteX162" fmla="*/ 228507 w 619125"/>
                <a:gd name="connsiteY162" fmla="*/ 301752 h 466725"/>
                <a:gd name="connsiteX163" fmla="*/ 225173 w 619125"/>
                <a:gd name="connsiteY163" fmla="*/ 300228 h 466725"/>
                <a:gd name="connsiteX164" fmla="*/ 220506 w 619125"/>
                <a:gd name="connsiteY164" fmla="*/ 299561 h 466725"/>
                <a:gd name="connsiteX165" fmla="*/ 217172 w 619125"/>
                <a:gd name="connsiteY165" fmla="*/ 297180 h 466725"/>
                <a:gd name="connsiteX166" fmla="*/ 217363 w 619125"/>
                <a:gd name="connsiteY166" fmla="*/ 292513 h 466725"/>
                <a:gd name="connsiteX167" fmla="*/ 215934 w 619125"/>
                <a:gd name="connsiteY167" fmla="*/ 288607 h 466725"/>
                <a:gd name="connsiteX168" fmla="*/ 217458 w 619125"/>
                <a:gd name="connsiteY168" fmla="*/ 282416 h 466725"/>
                <a:gd name="connsiteX169" fmla="*/ 214600 w 619125"/>
                <a:gd name="connsiteY169" fmla="*/ 279463 h 466725"/>
                <a:gd name="connsiteX170" fmla="*/ 209076 w 619125"/>
                <a:gd name="connsiteY170" fmla="*/ 278702 h 466725"/>
                <a:gd name="connsiteX171" fmla="*/ 205838 w 619125"/>
                <a:gd name="connsiteY171" fmla="*/ 275272 h 466725"/>
                <a:gd name="connsiteX172" fmla="*/ 202313 w 619125"/>
                <a:gd name="connsiteY172" fmla="*/ 271177 h 466725"/>
                <a:gd name="connsiteX173" fmla="*/ 199265 w 619125"/>
                <a:gd name="connsiteY173" fmla="*/ 268986 h 466725"/>
                <a:gd name="connsiteX174" fmla="*/ 196789 w 619125"/>
                <a:gd name="connsiteY174" fmla="*/ 266700 h 466725"/>
                <a:gd name="connsiteX175" fmla="*/ 190693 w 619125"/>
                <a:gd name="connsiteY175" fmla="*/ 265176 h 466725"/>
                <a:gd name="connsiteX176" fmla="*/ 188693 w 619125"/>
                <a:gd name="connsiteY176" fmla="*/ 263747 h 466725"/>
                <a:gd name="connsiteX177" fmla="*/ 185454 w 619125"/>
                <a:gd name="connsiteY177" fmla="*/ 265271 h 466725"/>
                <a:gd name="connsiteX178" fmla="*/ 182311 w 619125"/>
                <a:gd name="connsiteY178" fmla="*/ 264414 h 466725"/>
                <a:gd name="connsiteX179" fmla="*/ 178120 w 619125"/>
                <a:gd name="connsiteY179" fmla="*/ 262223 h 466725"/>
                <a:gd name="connsiteX180" fmla="*/ 173929 w 619125"/>
                <a:gd name="connsiteY180" fmla="*/ 255651 h 466725"/>
                <a:gd name="connsiteX181" fmla="*/ 168690 w 619125"/>
                <a:gd name="connsiteY181" fmla="*/ 251841 h 466725"/>
                <a:gd name="connsiteX182" fmla="*/ 165166 w 619125"/>
                <a:gd name="connsiteY182" fmla="*/ 243649 h 466725"/>
                <a:gd name="connsiteX183" fmla="*/ 160403 w 619125"/>
                <a:gd name="connsiteY183" fmla="*/ 240792 h 466725"/>
                <a:gd name="connsiteX184" fmla="*/ 154593 w 619125"/>
                <a:gd name="connsiteY184" fmla="*/ 235648 h 466725"/>
                <a:gd name="connsiteX185" fmla="*/ 145735 w 619125"/>
                <a:gd name="connsiteY185" fmla="*/ 230791 h 466725"/>
                <a:gd name="connsiteX186" fmla="*/ 140020 w 619125"/>
                <a:gd name="connsiteY186" fmla="*/ 229743 h 466725"/>
                <a:gd name="connsiteX187" fmla="*/ 134876 w 619125"/>
                <a:gd name="connsiteY187" fmla="*/ 228219 h 466725"/>
                <a:gd name="connsiteX188" fmla="*/ 129733 w 619125"/>
                <a:gd name="connsiteY188" fmla="*/ 224695 h 466725"/>
                <a:gd name="connsiteX189" fmla="*/ 126780 w 619125"/>
                <a:gd name="connsiteY189" fmla="*/ 220599 h 466725"/>
                <a:gd name="connsiteX190" fmla="*/ 119446 w 619125"/>
                <a:gd name="connsiteY190" fmla="*/ 219646 h 466725"/>
                <a:gd name="connsiteX191" fmla="*/ 116874 w 619125"/>
                <a:gd name="connsiteY191" fmla="*/ 214598 h 466725"/>
                <a:gd name="connsiteX192" fmla="*/ 112493 w 619125"/>
                <a:gd name="connsiteY192" fmla="*/ 207835 h 466725"/>
                <a:gd name="connsiteX193" fmla="*/ 107349 w 619125"/>
                <a:gd name="connsiteY193" fmla="*/ 203740 h 466725"/>
                <a:gd name="connsiteX194" fmla="*/ 105730 w 619125"/>
                <a:gd name="connsiteY194" fmla="*/ 199930 h 466725"/>
                <a:gd name="connsiteX195" fmla="*/ 101729 w 619125"/>
                <a:gd name="connsiteY195" fmla="*/ 196215 h 466725"/>
                <a:gd name="connsiteX196" fmla="*/ 96014 w 619125"/>
                <a:gd name="connsiteY196" fmla="*/ 194691 h 466725"/>
                <a:gd name="connsiteX197" fmla="*/ 92014 w 619125"/>
                <a:gd name="connsiteY197" fmla="*/ 188404 h 466725"/>
                <a:gd name="connsiteX198" fmla="*/ 89347 w 619125"/>
                <a:gd name="connsiteY198" fmla="*/ 180784 h 466725"/>
                <a:gd name="connsiteX199" fmla="*/ 87632 w 619125"/>
                <a:gd name="connsiteY199" fmla="*/ 174784 h 466725"/>
                <a:gd name="connsiteX200" fmla="*/ 84203 w 619125"/>
                <a:gd name="connsiteY200" fmla="*/ 171545 h 466725"/>
                <a:gd name="connsiteX201" fmla="*/ 79917 w 619125"/>
                <a:gd name="connsiteY201" fmla="*/ 166497 h 466725"/>
                <a:gd name="connsiteX202" fmla="*/ 74869 w 619125"/>
                <a:gd name="connsiteY202" fmla="*/ 163259 h 466725"/>
                <a:gd name="connsiteX203" fmla="*/ 72297 w 619125"/>
                <a:gd name="connsiteY203" fmla="*/ 154876 h 466725"/>
                <a:gd name="connsiteX204" fmla="*/ 68392 w 619125"/>
                <a:gd name="connsiteY204" fmla="*/ 149447 h 466725"/>
                <a:gd name="connsiteX205" fmla="*/ 64296 w 619125"/>
                <a:gd name="connsiteY205" fmla="*/ 146685 h 466725"/>
                <a:gd name="connsiteX206" fmla="*/ 59343 w 619125"/>
                <a:gd name="connsiteY206" fmla="*/ 146780 h 466725"/>
                <a:gd name="connsiteX207" fmla="*/ 56200 w 619125"/>
                <a:gd name="connsiteY207" fmla="*/ 149352 h 466725"/>
                <a:gd name="connsiteX208" fmla="*/ 51342 w 619125"/>
                <a:gd name="connsiteY208" fmla="*/ 150876 h 466725"/>
                <a:gd name="connsiteX209" fmla="*/ 43722 w 619125"/>
                <a:gd name="connsiteY209" fmla="*/ 149162 h 466725"/>
                <a:gd name="connsiteX210" fmla="*/ 39341 w 619125"/>
                <a:gd name="connsiteY210" fmla="*/ 144113 h 466725"/>
                <a:gd name="connsiteX211" fmla="*/ 34578 w 619125"/>
                <a:gd name="connsiteY211" fmla="*/ 140970 h 466725"/>
                <a:gd name="connsiteX212" fmla="*/ 29720 w 619125"/>
                <a:gd name="connsiteY212" fmla="*/ 136493 h 466725"/>
                <a:gd name="connsiteX213" fmla="*/ 25339 w 619125"/>
                <a:gd name="connsiteY213" fmla="*/ 134302 h 466725"/>
                <a:gd name="connsiteX214" fmla="*/ 20195 w 619125"/>
                <a:gd name="connsiteY214" fmla="*/ 134684 h 466725"/>
                <a:gd name="connsiteX215" fmla="*/ 15814 w 619125"/>
                <a:gd name="connsiteY215" fmla="*/ 133064 h 466725"/>
                <a:gd name="connsiteX216" fmla="*/ 6860 w 619125"/>
                <a:gd name="connsiteY216" fmla="*/ 126397 h 466725"/>
                <a:gd name="connsiteX217" fmla="*/ 2860 w 619125"/>
                <a:gd name="connsiteY217" fmla="*/ 124301 h 466725"/>
                <a:gd name="connsiteX218" fmla="*/ 2 w 619125"/>
                <a:gd name="connsiteY218" fmla="*/ 120491 h 466725"/>
                <a:gd name="connsiteX219" fmla="*/ 2955 w 619125"/>
                <a:gd name="connsiteY219" fmla="*/ 116014 h 466725"/>
                <a:gd name="connsiteX220" fmla="*/ 2669 w 619125"/>
                <a:gd name="connsiteY220" fmla="*/ 111252 h 466725"/>
                <a:gd name="connsiteX221" fmla="*/ 1812 w 619125"/>
                <a:gd name="connsiteY221" fmla="*/ 107728 h 466725"/>
                <a:gd name="connsiteX222" fmla="*/ 4098 w 619125"/>
                <a:gd name="connsiteY222" fmla="*/ 103442 h 466725"/>
                <a:gd name="connsiteX223" fmla="*/ 6956 w 619125"/>
                <a:gd name="connsiteY223" fmla="*/ 100298 h 466725"/>
                <a:gd name="connsiteX224" fmla="*/ 9337 w 619125"/>
                <a:gd name="connsiteY224" fmla="*/ 93250 h 466725"/>
                <a:gd name="connsiteX225" fmla="*/ 13719 w 619125"/>
                <a:gd name="connsiteY225" fmla="*/ 91440 h 466725"/>
                <a:gd name="connsiteX226" fmla="*/ 15909 w 619125"/>
                <a:gd name="connsiteY226" fmla="*/ 87630 h 466725"/>
                <a:gd name="connsiteX227" fmla="*/ 18386 w 619125"/>
                <a:gd name="connsiteY227" fmla="*/ 84963 h 466725"/>
                <a:gd name="connsiteX228" fmla="*/ 21910 w 619125"/>
                <a:gd name="connsiteY228" fmla="*/ 82963 h 466725"/>
                <a:gd name="connsiteX229" fmla="*/ 22005 w 619125"/>
                <a:gd name="connsiteY229" fmla="*/ 77343 h 466725"/>
                <a:gd name="connsiteX230" fmla="*/ 21910 w 619125"/>
                <a:gd name="connsiteY230" fmla="*/ 71342 h 466725"/>
                <a:gd name="connsiteX231" fmla="*/ 27625 w 619125"/>
                <a:gd name="connsiteY231" fmla="*/ 69818 h 466725"/>
                <a:gd name="connsiteX232" fmla="*/ 39245 w 619125"/>
                <a:gd name="connsiteY232" fmla="*/ 62579 h 466725"/>
                <a:gd name="connsiteX233" fmla="*/ 46675 w 619125"/>
                <a:gd name="connsiteY233" fmla="*/ 58102 h 466725"/>
                <a:gd name="connsiteX234" fmla="*/ 54390 w 619125"/>
                <a:gd name="connsiteY234" fmla="*/ 53721 h 466725"/>
                <a:gd name="connsiteX235" fmla="*/ 58295 w 619125"/>
                <a:gd name="connsiteY235" fmla="*/ 51435 h 466725"/>
                <a:gd name="connsiteX236" fmla="*/ 60581 w 619125"/>
                <a:gd name="connsiteY236" fmla="*/ 53435 h 466725"/>
                <a:gd name="connsiteX237" fmla="*/ 63153 w 619125"/>
                <a:gd name="connsiteY237" fmla="*/ 54292 h 466725"/>
                <a:gd name="connsiteX238" fmla="*/ 65915 w 619125"/>
                <a:gd name="connsiteY238" fmla="*/ 51435 h 466725"/>
                <a:gd name="connsiteX239" fmla="*/ 70202 w 619125"/>
                <a:gd name="connsiteY239" fmla="*/ 48863 h 466725"/>
                <a:gd name="connsiteX240" fmla="*/ 72678 w 619125"/>
                <a:gd name="connsiteY240" fmla="*/ 44863 h 466725"/>
                <a:gd name="connsiteX241" fmla="*/ 76583 w 619125"/>
                <a:gd name="connsiteY241" fmla="*/ 41815 h 466725"/>
                <a:gd name="connsiteX242" fmla="*/ 81917 w 619125"/>
                <a:gd name="connsiteY242" fmla="*/ 38862 h 466725"/>
                <a:gd name="connsiteX243" fmla="*/ 86966 w 619125"/>
                <a:gd name="connsiteY243" fmla="*/ 34862 h 466725"/>
                <a:gd name="connsiteX244" fmla="*/ 91061 w 619125"/>
                <a:gd name="connsiteY244" fmla="*/ 34195 h 466725"/>
                <a:gd name="connsiteX245" fmla="*/ 94395 w 619125"/>
                <a:gd name="connsiteY245" fmla="*/ 31909 h 466725"/>
                <a:gd name="connsiteX246" fmla="*/ 97252 w 619125"/>
                <a:gd name="connsiteY246" fmla="*/ 31147 h 466725"/>
                <a:gd name="connsiteX247" fmla="*/ 100872 w 619125"/>
                <a:gd name="connsiteY247" fmla="*/ 31337 h 466725"/>
                <a:gd name="connsiteX248" fmla="*/ 101253 w 619125"/>
                <a:gd name="connsiteY248" fmla="*/ 26098 h 466725"/>
                <a:gd name="connsiteX249" fmla="*/ 104777 w 619125"/>
                <a:gd name="connsiteY249" fmla="*/ 23336 h 466725"/>
                <a:gd name="connsiteX250" fmla="*/ 107444 w 619125"/>
                <a:gd name="connsiteY250" fmla="*/ 24575 h 466725"/>
                <a:gd name="connsiteX251" fmla="*/ 108682 w 619125"/>
                <a:gd name="connsiteY251" fmla="*/ 28099 h 466725"/>
                <a:gd name="connsiteX252" fmla="*/ 111540 w 619125"/>
                <a:gd name="connsiteY252" fmla="*/ 25337 h 466725"/>
                <a:gd name="connsiteX253" fmla="*/ 114969 w 619125"/>
                <a:gd name="connsiteY253" fmla="*/ 25717 h 466725"/>
                <a:gd name="connsiteX254" fmla="*/ 117541 w 619125"/>
                <a:gd name="connsiteY254" fmla="*/ 22860 h 466725"/>
                <a:gd name="connsiteX255" fmla="*/ 123637 w 619125"/>
                <a:gd name="connsiteY255" fmla="*/ 21336 h 466725"/>
                <a:gd name="connsiteX256" fmla="*/ 193074 w 619125"/>
                <a:gd name="connsiteY256" fmla="*/ 11430 h 466725"/>
                <a:gd name="connsiteX257" fmla="*/ 270703 w 619125"/>
                <a:gd name="connsiteY257" fmla="*/ 0 h 466725"/>
                <a:gd name="connsiteX258" fmla="*/ 274227 w 619125"/>
                <a:gd name="connsiteY258" fmla="*/ 1810 h 466725"/>
                <a:gd name="connsiteX259" fmla="*/ 275751 w 619125"/>
                <a:gd name="connsiteY259" fmla="*/ 6001 h 466725"/>
                <a:gd name="connsiteX260" fmla="*/ 273370 w 619125"/>
                <a:gd name="connsiteY260" fmla="*/ 8858 h 466725"/>
                <a:gd name="connsiteX261" fmla="*/ 273751 w 619125"/>
                <a:gd name="connsiteY261" fmla="*/ 13906 h 466725"/>
                <a:gd name="connsiteX262" fmla="*/ 277656 w 619125"/>
                <a:gd name="connsiteY262" fmla="*/ 15907 h 466725"/>
                <a:gd name="connsiteX263" fmla="*/ 288038 w 619125"/>
                <a:gd name="connsiteY263" fmla="*/ 4667 h 466725"/>
                <a:gd name="connsiteX264" fmla="*/ 313089 w 619125"/>
                <a:gd name="connsiteY264" fmla="*/ 26956 h 466725"/>
                <a:gd name="connsiteX265" fmla="*/ 313375 w 619125"/>
                <a:gd name="connsiteY265" fmla="*/ 44767 h 466725"/>
                <a:gd name="connsiteX266" fmla="*/ 452821 w 619125"/>
                <a:gd name="connsiteY266" fmla="*/ 18479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</a:cxnLst>
              <a:rect l="l" t="t" r="r" b="b"/>
              <a:pathLst>
                <a:path w="619125" h="466725">
                  <a:moveTo>
                    <a:pt x="452821" y="18479"/>
                  </a:moveTo>
                  <a:lnTo>
                    <a:pt x="625890" y="130683"/>
                  </a:lnTo>
                  <a:cubicBezTo>
                    <a:pt x="624366" y="131731"/>
                    <a:pt x="622937" y="132683"/>
                    <a:pt x="621890" y="133350"/>
                  </a:cubicBezTo>
                  <a:cubicBezTo>
                    <a:pt x="619128" y="135255"/>
                    <a:pt x="613698" y="139160"/>
                    <a:pt x="611031" y="141351"/>
                  </a:cubicBezTo>
                  <a:cubicBezTo>
                    <a:pt x="608460" y="143446"/>
                    <a:pt x="603602" y="147828"/>
                    <a:pt x="601411" y="150304"/>
                  </a:cubicBezTo>
                  <a:cubicBezTo>
                    <a:pt x="598839" y="153067"/>
                    <a:pt x="594077" y="158877"/>
                    <a:pt x="591981" y="162020"/>
                  </a:cubicBezTo>
                  <a:cubicBezTo>
                    <a:pt x="590076" y="164973"/>
                    <a:pt x="586933" y="171164"/>
                    <a:pt x="585409" y="174308"/>
                  </a:cubicBezTo>
                  <a:cubicBezTo>
                    <a:pt x="583980" y="177355"/>
                    <a:pt x="581408" y="183451"/>
                    <a:pt x="580075" y="186595"/>
                  </a:cubicBezTo>
                  <a:cubicBezTo>
                    <a:pt x="579313" y="188404"/>
                    <a:pt x="578170" y="192024"/>
                    <a:pt x="577313" y="193738"/>
                  </a:cubicBezTo>
                  <a:cubicBezTo>
                    <a:pt x="576170" y="196025"/>
                    <a:pt x="573122" y="200215"/>
                    <a:pt x="571979" y="202597"/>
                  </a:cubicBezTo>
                  <a:cubicBezTo>
                    <a:pt x="570740" y="205264"/>
                    <a:pt x="568740" y="210884"/>
                    <a:pt x="568073" y="213741"/>
                  </a:cubicBezTo>
                  <a:cubicBezTo>
                    <a:pt x="567312" y="216789"/>
                    <a:pt x="566645" y="223075"/>
                    <a:pt x="566359" y="226123"/>
                  </a:cubicBezTo>
                  <a:cubicBezTo>
                    <a:pt x="566169" y="228410"/>
                    <a:pt x="565787" y="233077"/>
                    <a:pt x="566169" y="235363"/>
                  </a:cubicBezTo>
                  <a:cubicBezTo>
                    <a:pt x="566454" y="237077"/>
                    <a:pt x="567788" y="240411"/>
                    <a:pt x="568264" y="242030"/>
                  </a:cubicBezTo>
                  <a:cubicBezTo>
                    <a:pt x="568740" y="243554"/>
                    <a:pt x="570169" y="246697"/>
                    <a:pt x="570169" y="248317"/>
                  </a:cubicBezTo>
                  <a:cubicBezTo>
                    <a:pt x="570169" y="249650"/>
                    <a:pt x="569311" y="252317"/>
                    <a:pt x="568740" y="253555"/>
                  </a:cubicBezTo>
                  <a:cubicBezTo>
                    <a:pt x="568264" y="254794"/>
                    <a:pt x="566549" y="256794"/>
                    <a:pt x="565883" y="257842"/>
                  </a:cubicBezTo>
                  <a:cubicBezTo>
                    <a:pt x="564930" y="259366"/>
                    <a:pt x="563406" y="262604"/>
                    <a:pt x="562168" y="263842"/>
                  </a:cubicBezTo>
                  <a:cubicBezTo>
                    <a:pt x="560835" y="265081"/>
                    <a:pt x="557405" y="266414"/>
                    <a:pt x="555977" y="267462"/>
                  </a:cubicBezTo>
                  <a:cubicBezTo>
                    <a:pt x="555119" y="268129"/>
                    <a:pt x="553024" y="269367"/>
                    <a:pt x="552929" y="270415"/>
                  </a:cubicBezTo>
                  <a:cubicBezTo>
                    <a:pt x="552833" y="271463"/>
                    <a:pt x="555024" y="272891"/>
                    <a:pt x="555310" y="273939"/>
                  </a:cubicBezTo>
                  <a:cubicBezTo>
                    <a:pt x="555595" y="275177"/>
                    <a:pt x="554834" y="277558"/>
                    <a:pt x="554548" y="278702"/>
                  </a:cubicBezTo>
                  <a:cubicBezTo>
                    <a:pt x="554167" y="279940"/>
                    <a:pt x="553595" y="282512"/>
                    <a:pt x="552643" y="283273"/>
                  </a:cubicBezTo>
                  <a:cubicBezTo>
                    <a:pt x="551310" y="284321"/>
                    <a:pt x="547785" y="284131"/>
                    <a:pt x="546166" y="284226"/>
                  </a:cubicBezTo>
                  <a:cubicBezTo>
                    <a:pt x="545118" y="284321"/>
                    <a:pt x="543023" y="283845"/>
                    <a:pt x="542070" y="284131"/>
                  </a:cubicBezTo>
                  <a:cubicBezTo>
                    <a:pt x="541403" y="284321"/>
                    <a:pt x="540260" y="285464"/>
                    <a:pt x="539689" y="285750"/>
                  </a:cubicBezTo>
                  <a:cubicBezTo>
                    <a:pt x="539213" y="286036"/>
                    <a:pt x="538070" y="286512"/>
                    <a:pt x="537498" y="286417"/>
                  </a:cubicBezTo>
                  <a:cubicBezTo>
                    <a:pt x="536641" y="286131"/>
                    <a:pt x="535879" y="284321"/>
                    <a:pt x="535117" y="283750"/>
                  </a:cubicBezTo>
                  <a:cubicBezTo>
                    <a:pt x="534450" y="283273"/>
                    <a:pt x="532926" y="282226"/>
                    <a:pt x="532069" y="282226"/>
                  </a:cubicBezTo>
                  <a:cubicBezTo>
                    <a:pt x="531402" y="282226"/>
                    <a:pt x="530068" y="282797"/>
                    <a:pt x="529497" y="283273"/>
                  </a:cubicBezTo>
                  <a:cubicBezTo>
                    <a:pt x="529021" y="283750"/>
                    <a:pt x="528925" y="285274"/>
                    <a:pt x="528545" y="285750"/>
                  </a:cubicBezTo>
                  <a:cubicBezTo>
                    <a:pt x="528069" y="286321"/>
                    <a:pt x="526640" y="286893"/>
                    <a:pt x="526163" y="287464"/>
                  </a:cubicBezTo>
                  <a:cubicBezTo>
                    <a:pt x="525687" y="288036"/>
                    <a:pt x="525211" y="289560"/>
                    <a:pt x="524830" y="290227"/>
                  </a:cubicBezTo>
                  <a:cubicBezTo>
                    <a:pt x="524354" y="290989"/>
                    <a:pt x="523211" y="292132"/>
                    <a:pt x="522829" y="292894"/>
                  </a:cubicBezTo>
                  <a:cubicBezTo>
                    <a:pt x="522353" y="294037"/>
                    <a:pt x="522163" y="296418"/>
                    <a:pt x="522068" y="297656"/>
                  </a:cubicBezTo>
                  <a:cubicBezTo>
                    <a:pt x="521972" y="298323"/>
                    <a:pt x="521686" y="299847"/>
                    <a:pt x="522068" y="300514"/>
                  </a:cubicBezTo>
                  <a:cubicBezTo>
                    <a:pt x="522639" y="301371"/>
                    <a:pt x="524639" y="302419"/>
                    <a:pt x="525592" y="302323"/>
                  </a:cubicBezTo>
                  <a:cubicBezTo>
                    <a:pt x="526354" y="302228"/>
                    <a:pt x="527116" y="300228"/>
                    <a:pt x="527878" y="300228"/>
                  </a:cubicBezTo>
                  <a:cubicBezTo>
                    <a:pt x="528354" y="300228"/>
                    <a:pt x="529212" y="301180"/>
                    <a:pt x="529307" y="301752"/>
                  </a:cubicBezTo>
                  <a:cubicBezTo>
                    <a:pt x="529592" y="302609"/>
                    <a:pt x="529307" y="304610"/>
                    <a:pt x="528830" y="305276"/>
                  </a:cubicBezTo>
                  <a:cubicBezTo>
                    <a:pt x="528354" y="305943"/>
                    <a:pt x="526640" y="306419"/>
                    <a:pt x="525973" y="306800"/>
                  </a:cubicBezTo>
                  <a:cubicBezTo>
                    <a:pt x="524925" y="307372"/>
                    <a:pt x="522925" y="308515"/>
                    <a:pt x="521972" y="309181"/>
                  </a:cubicBezTo>
                  <a:cubicBezTo>
                    <a:pt x="520829" y="310134"/>
                    <a:pt x="518829" y="312325"/>
                    <a:pt x="517972" y="313468"/>
                  </a:cubicBezTo>
                  <a:cubicBezTo>
                    <a:pt x="517210" y="314420"/>
                    <a:pt x="515781" y="316325"/>
                    <a:pt x="515400" y="317468"/>
                  </a:cubicBezTo>
                  <a:cubicBezTo>
                    <a:pt x="515019" y="318516"/>
                    <a:pt x="515400" y="320897"/>
                    <a:pt x="515019" y="321945"/>
                  </a:cubicBezTo>
                  <a:cubicBezTo>
                    <a:pt x="514733" y="322707"/>
                    <a:pt x="513590" y="323945"/>
                    <a:pt x="512924" y="324517"/>
                  </a:cubicBezTo>
                  <a:cubicBezTo>
                    <a:pt x="511971" y="325374"/>
                    <a:pt x="509685" y="326803"/>
                    <a:pt x="508542" y="327565"/>
                  </a:cubicBezTo>
                  <a:cubicBezTo>
                    <a:pt x="507399" y="328327"/>
                    <a:pt x="504923" y="329470"/>
                    <a:pt x="503970" y="330422"/>
                  </a:cubicBezTo>
                  <a:cubicBezTo>
                    <a:pt x="503303" y="331184"/>
                    <a:pt x="502732" y="333375"/>
                    <a:pt x="501970" y="333946"/>
                  </a:cubicBezTo>
                  <a:cubicBezTo>
                    <a:pt x="501208" y="334423"/>
                    <a:pt x="499208" y="334328"/>
                    <a:pt x="498351" y="334708"/>
                  </a:cubicBezTo>
                  <a:cubicBezTo>
                    <a:pt x="497779" y="334994"/>
                    <a:pt x="496636" y="335852"/>
                    <a:pt x="496350" y="336423"/>
                  </a:cubicBezTo>
                  <a:cubicBezTo>
                    <a:pt x="496064" y="337185"/>
                    <a:pt x="496731" y="338995"/>
                    <a:pt x="496922" y="339852"/>
                  </a:cubicBezTo>
                  <a:cubicBezTo>
                    <a:pt x="497112" y="340614"/>
                    <a:pt x="497684" y="342138"/>
                    <a:pt x="497779" y="342900"/>
                  </a:cubicBezTo>
                  <a:cubicBezTo>
                    <a:pt x="497874" y="344138"/>
                    <a:pt x="497874" y="346520"/>
                    <a:pt x="497207" y="347567"/>
                  </a:cubicBezTo>
                  <a:cubicBezTo>
                    <a:pt x="496541" y="348615"/>
                    <a:pt x="494064" y="349663"/>
                    <a:pt x="493017" y="350425"/>
                  </a:cubicBezTo>
                  <a:cubicBezTo>
                    <a:pt x="491683" y="351472"/>
                    <a:pt x="488920" y="353473"/>
                    <a:pt x="487873" y="354711"/>
                  </a:cubicBezTo>
                  <a:cubicBezTo>
                    <a:pt x="487111" y="355568"/>
                    <a:pt x="486254" y="357664"/>
                    <a:pt x="485587" y="358521"/>
                  </a:cubicBezTo>
                  <a:cubicBezTo>
                    <a:pt x="485015" y="359283"/>
                    <a:pt x="483872" y="360902"/>
                    <a:pt x="483015" y="361188"/>
                  </a:cubicBezTo>
                  <a:cubicBezTo>
                    <a:pt x="482158" y="361569"/>
                    <a:pt x="480253" y="360902"/>
                    <a:pt x="479301" y="361188"/>
                  </a:cubicBezTo>
                  <a:cubicBezTo>
                    <a:pt x="478538" y="361474"/>
                    <a:pt x="477300" y="362617"/>
                    <a:pt x="476538" y="362998"/>
                  </a:cubicBezTo>
                  <a:cubicBezTo>
                    <a:pt x="475681" y="363379"/>
                    <a:pt x="473967" y="363855"/>
                    <a:pt x="473109" y="364331"/>
                  </a:cubicBezTo>
                  <a:cubicBezTo>
                    <a:pt x="471966" y="364903"/>
                    <a:pt x="469966" y="366427"/>
                    <a:pt x="469109" y="367284"/>
                  </a:cubicBezTo>
                  <a:cubicBezTo>
                    <a:pt x="467966" y="368427"/>
                    <a:pt x="466346" y="370999"/>
                    <a:pt x="465394" y="372237"/>
                  </a:cubicBezTo>
                  <a:cubicBezTo>
                    <a:pt x="465013" y="372808"/>
                    <a:pt x="464251" y="374047"/>
                    <a:pt x="463584" y="374332"/>
                  </a:cubicBezTo>
                  <a:cubicBezTo>
                    <a:pt x="462727" y="374809"/>
                    <a:pt x="460536" y="374713"/>
                    <a:pt x="459679" y="375190"/>
                  </a:cubicBezTo>
                  <a:cubicBezTo>
                    <a:pt x="458345" y="375952"/>
                    <a:pt x="456345" y="378523"/>
                    <a:pt x="455297" y="379666"/>
                  </a:cubicBezTo>
                  <a:cubicBezTo>
                    <a:pt x="454250" y="380810"/>
                    <a:pt x="452059" y="383096"/>
                    <a:pt x="451106" y="384429"/>
                  </a:cubicBezTo>
                  <a:cubicBezTo>
                    <a:pt x="450344" y="385477"/>
                    <a:pt x="449392" y="388048"/>
                    <a:pt x="448534" y="388906"/>
                  </a:cubicBezTo>
                  <a:cubicBezTo>
                    <a:pt x="448058" y="389382"/>
                    <a:pt x="446820" y="390335"/>
                    <a:pt x="446153" y="390239"/>
                  </a:cubicBezTo>
                  <a:cubicBezTo>
                    <a:pt x="445201" y="390144"/>
                    <a:pt x="444343" y="387858"/>
                    <a:pt x="443391" y="387763"/>
                  </a:cubicBezTo>
                  <a:cubicBezTo>
                    <a:pt x="442820" y="387667"/>
                    <a:pt x="441581" y="388334"/>
                    <a:pt x="441201" y="388715"/>
                  </a:cubicBezTo>
                  <a:cubicBezTo>
                    <a:pt x="440629" y="389382"/>
                    <a:pt x="440724" y="391287"/>
                    <a:pt x="440152" y="391954"/>
                  </a:cubicBezTo>
                  <a:cubicBezTo>
                    <a:pt x="439581" y="392621"/>
                    <a:pt x="437771" y="393287"/>
                    <a:pt x="436914" y="393382"/>
                  </a:cubicBezTo>
                  <a:cubicBezTo>
                    <a:pt x="436438" y="393382"/>
                    <a:pt x="435295" y="393192"/>
                    <a:pt x="434914" y="392811"/>
                  </a:cubicBezTo>
                  <a:cubicBezTo>
                    <a:pt x="434342" y="392144"/>
                    <a:pt x="435009" y="390144"/>
                    <a:pt x="434438" y="389477"/>
                  </a:cubicBezTo>
                  <a:cubicBezTo>
                    <a:pt x="434057" y="389001"/>
                    <a:pt x="432913" y="388620"/>
                    <a:pt x="432437" y="388620"/>
                  </a:cubicBezTo>
                  <a:cubicBezTo>
                    <a:pt x="431485" y="388715"/>
                    <a:pt x="429580" y="389763"/>
                    <a:pt x="429008" y="390525"/>
                  </a:cubicBezTo>
                  <a:cubicBezTo>
                    <a:pt x="428246" y="391573"/>
                    <a:pt x="427961" y="394335"/>
                    <a:pt x="428151" y="395573"/>
                  </a:cubicBezTo>
                  <a:cubicBezTo>
                    <a:pt x="428341" y="396716"/>
                    <a:pt x="429484" y="398812"/>
                    <a:pt x="430342" y="399479"/>
                  </a:cubicBezTo>
                  <a:cubicBezTo>
                    <a:pt x="430913" y="399955"/>
                    <a:pt x="432533" y="400050"/>
                    <a:pt x="433199" y="400336"/>
                  </a:cubicBezTo>
                  <a:cubicBezTo>
                    <a:pt x="433961" y="400621"/>
                    <a:pt x="435771" y="401098"/>
                    <a:pt x="436343" y="401669"/>
                  </a:cubicBezTo>
                  <a:cubicBezTo>
                    <a:pt x="436914" y="402241"/>
                    <a:pt x="437390" y="403955"/>
                    <a:pt x="437390" y="404717"/>
                  </a:cubicBezTo>
                  <a:cubicBezTo>
                    <a:pt x="437486" y="405574"/>
                    <a:pt x="436724" y="407194"/>
                    <a:pt x="436628" y="408051"/>
                  </a:cubicBezTo>
                  <a:cubicBezTo>
                    <a:pt x="436533" y="409575"/>
                    <a:pt x="437771" y="412909"/>
                    <a:pt x="437200" y="414338"/>
                  </a:cubicBezTo>
                  <a:cubicBezTo>
                    <a:pt x="436914" y="415195"/>
                    <a:pt x="435295" y="416147"/>
                    <a:pt x="434533" y="416719"/>
                  </a:cubicBezTo>
                  <a:cubicBezTo>
                    <a:pt x="433199" y="417862"/>
                    <a:pt x="430437" y="419957"/>
                    <a:pt x="429199" y="421100"/>
                  </a:cubicBezTo>
                  <a:cubicBezTo>
                    <a:pt x="428246" y="422053"/>
                    <a:pt x="426627" y="424148"/>
                    <a:pt x="425675" y="425005"/>
                  </a:cubicBezTo>
                  <a:cubicBezTo>
                    <a:pt x="424532" y="425958"/>
                    <a:pt x="422055" y="427672"/>
                    <a:pt x="420722" y="428435"/>
                  </a:cubicBezTo>
                  <a:cubicBezTo>
                    <a:pt x="419579" y="429101"/>
                    <a:pt x="417102" y="430149"/>
                    <a:pt x="415864" y="430625"/>
                  </a:cubicBezTo>
                  <a:cubicBezTo>
                    <a:pt x="415197" y="430911"/>
                    <a:pt x="413673" y="431006"/>
                    <a:pt x="413102" y="431482"/>
                  </a:cubicBezTo>
                  <a:cubicBezTo>
                    <a:pt x="412435" y="432054"/>
                    <a:pt x="412054" y="433864"/>
                    <a:pt x="411863" y="434721"/>
                  </a:cubicBezTo>
                  <a:cubicBezTo>
                    <a:pt x="411577" y="435673"/>
                    <a:pt x="411387" y="437579"/>
                    <a:pt x="411006" y="438436"/>
                  </a:cubicBezTo>
                  <a:cubicBezTo>
                    <a:pt x="410625" y="439388"/>
                    <a:pt x="409196" y="440817"/>
                    <a:pt x="408815" y="441770"/>
                  </a:cubicBezTo>
                  <a:cubicBezTo>
                    <a:pt x="408149" y="443389"/>
                    <a:pt x="407863" y="447008"/>
                    <a:pt x="407006" y="448628"/>
                  </a:cubicBezTo>
                  <a:cubicBezTo>
                    <a:pt x="406243" y="450152"/>
                    <a:pt x="403958" y="453009"/>
                    <a:pt x="402624" y="454152"/>
                  </a:cubicBezTo>
                  <a:cubicBezTo>
                    <a:pt x="401386" y="455200"/>
                    <a:pt x="398624" y="457010"/>
                    <a:pt x="397004" y="457486"/>
                  </a:cubicBezTo>
                  <a:cubicBezTo>
                    <a:pt x="396147" y="457771"/>
                    <a:pt x="394242" y="457390"/>
                    <a:pt x="393385" y="457771"/>
                  </a:cubicBezTo>
                  <a:cubicBezTo>
                    <a:pt x="391956" y="458438"/>
                    <a:pt x="390241" y="461200"/>
                    <a:pt x="389194" y="462344"/>
                  </a:cubicBezTo>
                  <a:cubicBezTo>
                    <a:pt x="388622" y="463010"/>
                    <a:pt x="387003" y="464248"/>
                    <a:pt x="386908" y="465201"/>
                  </a:cubicBezTo>
                  <a:cubicBezTo>
                    <a:pt x="386908" y="465868"/>
                    <a:pt x="388336" y="466820"/>
                    <a:pt x="388432" y="467487"/>
                  </a:cubicBezTo>
                  <a:cubicBezTo>
                    <a:pt x="388527" y="468154"/>
                    <a:pt x="387384" y="469487"/>
                    <a:pt x="387479" y="470154"/>
                  </a:cubicBezTo>
                  <a:cubicBezTo>
                    <a:pt x="387575" y="470440"/>
                    <a:pt x="387860" y="470916"/>
                    <a:pt x="388146" y="471297"/>
                  </a:cubicBezTo>
                  <a:cubicBezTo>
                    <a:pt x="387670" y="471678"/>
                    <a:pt x="387098" y="472154"/>
                    <a:pt x="386813" y="472154"/>
                  </a:cubicBezTo>
                  <a:cubicBezTo>
                    <a:pt x="385955" y="472249"/>
                    <a:pt x="384145" y="471297"/>
                    <a:pt x="383479" y="470630"/>
                  </a:cubicBezTo>
                  <a:cubicBezTo>
                    <a:pt x="382717" y="469963"/>
                    <a:pt x="382241" y="467773"/>
                    <a:pt x="381383" y="467106"/>
                  </a:cubicBezTo>
                  <a:cubicBezTo>
                    <a:pt x="380812" y="466725"/>
                    <a:pt x="379288" y="466725"/>
                    <a:pt x="378621" y="466439"/>
                  </a:cubicBezTo>
                  <a:cubicBezTo>
                    <a:pt x="377573" y="465963"/>
                    <a:pt x="375954" y="464058"/>
                    <a:pt x="374906" y="463772"/>
                  </a:cubicBezTo>
                  <a:cubicBezTo>
                    <a:pt x="374049" y="463487"/>
                    <a:pt x="372049" y="463582"/>
                    <a:pt x="371287" y="464153"/>
                  </a:cubicBezTo>
                  <a:cubicBezTo>
                    <a:pt x="370715" y="464534"/>
                    <a:pt x="370335" y="466249"/>
                    <a:pt x="369763" y="466725"/>
                  </a:cubicBezTo>
                  <a:cubicBezTo>
                    <a:pt x="368906" y="467487"/>
                    <a:pt x="366715" y="468630"/>
                    <a:pt x="365572" y="468439"/>
                  </a:cubicBezTo>
                  <a:cubicBezTo>
                    <a:pt x="364334" y="468154"/>
                    <a:pt x="362905" y="465582"/>
                    <a:pt x="361857" y="464915"/>
                  </a:cubicBezTo>
                  <a:cubicBezTo>
                    <a:pt x="361000" y="464439"/>
                    <a:pt x="359000" y="464344"/>
                    <a:pt x="358238" y="463772"/>
                  </a:cubicBezTo>
                  <a:cubicBezTo>
                    <a:pt x="357380" y="463105"/>
                    <a:pt x="356142" y="461200"/>
                    <a:pt x="355856" y="460153"/>
                  </a:cubicBezTo>
                  <a:cubicBezTo>
                    <a:pt x="355380" y="458629"/>
                    <a:pt x="356428" y="455105"/>
                    <a:pt x="355761" y="453580"/>
                  </a:cubicBezTo>
                  <a:cubicBezTo>
                    <a:pt x="355285" y="452628"/>
                    <a:pt x="353380" y="451580"/>
                    <a:pt x="352618" y="450818"/>
                  </a:cubicBezTo>
                  <a:cubicBezTo>
                    <a:pt x="351761" y="449866"/>
                    <a:pt x="349760" y="448151"/>
                    <a:pt x="349570" y="446913"/>
                  </a:cubicBezTo>
                  <a:cubicBezTo>
                    <a:pt x="349379" y="445484"/>
                    <a:pt x="351379" y="442913"/>
                    <a:pt x="351665" y="441579"/>
                  </a:cubicBezTo>
                  <a:cubicBezTo>
                    <a:pt x="351951" y="440436"/>
                    <a:pt x="352618" y="437960"/>
                    <a:pt x="352237" y="436816"/>
                  </a:cubicBezTo>
                  <a:cubicBezTo>
                    <a:pt x="352046" y="436245"/>
                    <a:pt x="350999" y="435673"/>
                    <a:pt x="350713" y="435197"/>
                  </a:cubicBezTo>
                  <a:cubicBezTo>
                    <a:pt x="350142" y="434340"/>
                    <a:pt x="349760" y="431959"/>
                    <a:pt x="348903" y="431197"/>
                  </a:cubicBezTo>
                  <a:cubicBezTo>
                    <a:pt x="348046" y="430435"/>
                    <a:pt x="345474" y="430625"/>
                    <a:pt x="344522" y="429958"/>
                  </a:cubicBezTo>
                  <a:cubicBezTo>
                    <a:pt x="343855" y="429482"/>
                    <a:pt x="342998" y="427958"/>
                    <a:pt x="342616" y="427291"/>
                  </a:cubicBezTo>
                  <a:cubicBezTo>
                    <a:pt x="342140" y="426434"/>
                    <a:pt x="341664" y="424529"/>
                    <a:pt x="341188" y="423672"/>
                  </a:cubicBezTo>
                  <a:cubicBezTo>
                    <a:pt x="340521" y="422434"/>
                    <a:pt x="338140" y="420719"/>
                    <a:pt x="337569" y="419386"/>
                  </a:cubicBezTo>
                  <a:cubicBezTo>
                    <a:pt x="336997" y="418147"/>
                    <a:pt x="336711" y="414338"/>
                    <a:pt x="336616" y="414147"/>
                  </a:cubicBezTo>
                  <a:cubicBezTo>
                    <a:pt x="336520" y="413956"/>
                    <a:pt x="335092" y="411956"/>
                    <a:pt x="334520" y="411194"/>
                  </a:cubicBezTo>
                  <a:cubicBezTo>
                    <a:pt x="333758" y="410242"/>
                    <a:pt x="332615" y="407956"/>
                    <a:pt x="331568" y="407289"/>
                  </a:cubicBezTo>
                  <a:cubicBezTo>
                    <a:pt x="330710" y="406813"/>
                    <a:pt x="328329" y="407384"/>
                    <a:pt x="327472" y="406908"/>
                  </a:cubicBezTo>
                  <a:cubicBezTo>
                    <a:pt x="326519" y="406432"/>
                    <a:pt x="325757" y="404336"/>
                    <a:pt x="324995" y="403670"/>
                  </a:cubicBezTo>
                  <a:cubicBezTo>
                    <a:pt x="324233" y="402907"/>
                    <a:pt x="322519" y="401098"/>
                    <a:pt x="321471" y="401098"/>
                  </a:cubicBezTo>
                  <a:cubicBezTo>
                    <a:pt x="320614" y="401098"/>
                    <a:pt x="318899" y="403003"/>
                    <a:pt x="318613" y="403003"/>
                  </a:cubicBezTo>
                  <a:cubicBezTo>
                    <a:pt x="318328" y="403003"/>
                    <a:pt x="314328" y="402336"/>
                    <a:pt x="313185" y="401574"/>
                  </a:cubicBezTo>
                  <a:cubicBezTo>
                    <a:pt x="312232" y="401003"/>
                    <a:pt x="311184" y="398812"/>
                    <a:pt x="310232" y="398145"/>
                  </a:cubicBezTo>
                  <a:cubicBezTo>
                    <a:pt x="309184" y="397478"/>
                    <a:pt x="306612" y="397669"/>
                    <a:pt x="305564" y="396907"/>
                  </a:cubicBezTo>
                  <a:cubicBezTo>
                    <a:pt x="304707" y="396335"/>
                    <a:pt x="303374" y="394621"/>
                    <a:pt x="303278" y="393668"/>
                  </a:cubicBezTo>
                  <a:cubicBezTo>
                    <a:pt x="303183" y="392621"/>
                    <a:pt x="305088" y="390906"/>
                    <a:pt x="305088" y="389858"/>
                  </a:cubicBezTo>
                  <a:cubicBezTo>
                    <a:pt x="305088" y="388239"/>
                    <a:pt x="302517" y="384238"/>
                    <a:pt x="302421" y="384048"/>
                  </a:cubicBezTo>
                  <a:cubicBezTo>
                    <a:pt x="302326" y="383857"/>
                    <a:pt x="299754" y="381476"/>
                    <a:pt x="299563" y="380429"/>
                  </a:cubicBezTo>
                  <a:cubicBezTo>
                    <a:pt x="299278" y="379190"/>
                    <a:pt x="301278" y="376714"/>
                    <a:pt x="301088" y="375475"/>
                  </a:cubicBezTo>
                  <a:cubicBezTo>
                    <a:pt x="300802" y="373856"/>
                    <a:pt x="297849" y="371856"/>
                    <a:pt x="297373" y="370332"/>
                  </a:cubicBezTo>
                  <a:cubicBezTo>
                    <a:pt x="296992" y="369189"/>
                    <a:pt x="297277" y="366713"/>
                    <a:pt x="296992" y="365570"/>
                  </a:cubicBezTo>
                  <a:cubicBezTo>
                    <a:pt x="296706" y="364522"/>
                    <a:pt x="296134" y="362426"/>
                    <a:pt x="295468" y="361664"/>
                  </a:cubicBezTo>
                  <a:cubicBezTo>
                    <a:pt x="294706" y="360807"/>
                    <a:pt x="292229" y="360236"/>
                    <a:pt x="291467" y="359473"/>
                  </a:cubicBezTo>
                  <a:cubicBezTo>
                    <a:pt x="290896" y="358902"/>
                    <a:pt x="290038" y="357569"/>
                    <a:pt x="289753" y="356806"/>
                  </a:cubicBezTo>
                  <a:cubicBezTo>
                    <a:pt x="289277" y="355663"/>
                    <a:pt x="289277" y="353092"/>
                    <a:pt x="288610" y="352139"/>
                  </a:cubicBezTo>
                  <a:cubicBezTo>
                    <a:pt x="287848" y="350996"/>
                    <a:pt x="284800" y="350234"/>
                    <a:pt x="283943" y="349091"/>
                  </a:cubicBezTo>
                  <a:cubicBezTo>
                    <a:pt x="283371" y="348329"/>
                    <a:pt x="283085" y="346424"/>
                    <a:pt x="282990" y="345567"/>
                  </a:cubicBezTo>
                  <a:cubicBezTo>
                    <a:pt x="282800" y="344233"/>
                    <a:pt x="283181" y="340519"/>
                    <a:pt x="283181" y="340328"/>
                  </a:cubicBezTo>
                  <a:cubicBezTo>
                    <a:pt x="283181" y="340138"/>
                    <a:pt x="281752" y="336899"/>
                    <a:pt x="280799" y="336232"/>
                  </a:cubicBezTo>
                  <a:cubicBezTo>
                    <a:pt x="279847" y="335566"/>
                    <a:pt x="277275" y="335471"/>
                    <a:pt x="276228" y="334994"/>
                  </a:cubicBezTo>
                  <a:cubicBezTo>
                    <a:pt x="274989" y="334518"/>
                    <a:pt x="272513" y="333375"/>
                    <a:pt x="271370" y="332708"/>
                  </a:cubicBezTo>
                  <a:cubicBezTo>
                    <a:pt x="269751" y="331661"/>
                    <a:pt x="267083" y="328422"/>
                    <a:pt x="265178" y="328041"/>
                  </a:cubicBezTo>
                  <a:cubicBezTo>
                    <a:pt x="263940" y="327755"/>
                    <a:pt x="261654" y="328994"/>
                    <a:pt x="260416" y="329089"/>
                  </a:cubicBezTo>
                  <a:cubicBezTo>
                    <a:pt x="258701" y="329089"/>
                    <a:pt x="255368" y="328327"/>
                    <a:pt x="253748" y="327850"/>
                  </a:cubicBezTo>
                  <a:cubicBezTo>
                    <a:pt x="251653" y="327279"/>
                    <a:pt x="245747" y="324612"/>
                    <a:pt x="245557" y="324517"/>
                  </a:cubicBezTo>
                  <a:cubicBezTo>
                    <a:pt x="245367" y="324421"/>
                    <a:pt x="243461" y="321183"/>
                    <a:pt x="243175" y="319945"/>
                  </a:cubicBezTo>
                  <a:cubicBezTo>
                    <a:pt x="242985" y="318992"/>
                    <a:pt x="243461" y="316897"/>
                    <a:pt x="243175" y="315944"/>
                  </a:cubicBezTo>
                  <a:cubicBezTo>
                    <a:pt x="242890" y="314896"/>
                    <a:pt x="241937" y="312515"/>
                    <a:pt x="240890" y="312420"/>
                  </a:cubicBezTo>
                  <a:cubicBezTo>
                    <a:pt x="239937" y="312325"/>
                    <a:pt x="239461" y="315087"/>
                    <a:pt x="238604" y="315278"/>
                  </a:cubicBezTo>
                  <a:cubicBezTo>
                    <a:pt x="237079" y="315468"/>
                    <a:pt x="234889" y="312706"/>
                    <a:pt x="233460" y="312039"/>
                  </a:cubicBezTo>
                  <a:cubicBezTo>
                    <a:pt x="232507" y="311563"/>
                    <a:pt x="229936" y="311372"/>
                    <a:pt x="229555" y="310324"/>
                  </a:cubicBezTo>
                  <a:cubicBezTo>
                    <a:pt x="229174" y="309181"/>
                    <a:pt x="231555" y="307181"/>
                    <a:pt x="231365" y="305943"/>
                  </a:cubicBezTo>
                  <a:cubicBezTo>
                    <a:pt x="231269" y="304705"/>
                    <a:pt x="229459" y="302514"/>
                    <a:pt x="228507" y="301752"/>
                  </a:cubicBezTo>
                  <a:cubicBezTo>
                    <a:pt x="227840" y="301180"/>
                    <a:pt x="226031" y="300419"/>
                    <a:pt x="225173" y="300228"/>
                  </a:cubicBezTo>
                  <a:cubicBezTo>
                    <a:pt x="224030" y="299942"/>
                    <a:pt x="221554" y="300038"/>
                    <a:pt x="220506" y="299561"/>
                  </a:cubicBezTo>
                  <a:cubicBezTo>
                    <a:pt x="219554" y="299180"/>
                    <a:pt x="217649" y="298132"/>
                    <a:pt x="217172" y="297180"/>
                  </a:cubicBezTo>
                  <a:cubicBezTo>
                    <a:pt x="216696" y="296132"/>
                    <a:pt x="217553" y="293656"/>
                    <a:pt x="217363" y="292513"/>
                  </a:cubicBezTo>
                  <a:cubicBezTo>
                    <a:pt x="217172" y="291465"/>
                    <a:pt x="216029" y="289655"/>
                    <a:pt x="215934" y="288607"/>
                  </a:cubicBezTo>
                  <a:cubicBezTo>
                    <a:pt x="215839" y="286988"/>
                    <a:pt x="217839" y="283940"/>
                    <a:pt x="217458" y="282416"/>
                  </a:cubicBezTo>
                  <a:cubicBezTo>
                    <a:pt x="217172" y="281464"/>
                    <a:pt x="215553" y="279940"/>
                    <a:pt x="214600" y="279463"/>
                  </a:cubicBezTo>
                  <a:cubicBezTo>
                    <a:pt x="213362" y="278797"/>
                    <a:pt x="210314" y="279368"/>
                    <a:pt x="209076" y="278702"/>
                  </a:cubicBezTo>
                  <a:cubicBezTo>
                    <a:pt x="208028" y="278130"/>
                    <a:pt x="206600" y="276130"/>
                    <a:pt x="205838" y="275272"/>
                  </a:cubicBezTo>
                  <a:cubicBezTo>
                    <a:pt x="204885" y="274225"/>
                    <a:pt x="203266" y="272034"/>
                    <a:pt x="202313" y="271177"/>
                  </a:cubicBezTo>
                  <a:cubicBezTo>
                    <a:pt x="201647" y="270510"/>
                    <a:pt x="200028" y="269557"/>
                    <a:pt x="199265" y="268986"/>
                  </a:cubicBezTo>
                  <a:cubicBezTo>
                    <a:pt x="198599" y="268414"/>
                    <a:pt x="197551" y="267081"/>
                    <a:pt x="196789" y="266700"/>
                  </a:cubicBezTo>
                  <a:cubicBezTo>
                    <a:pt x="195455" y="265938"/>
                    <a:pt x="192122" y="265843"/>
                    <a:pt x="190693" y="265176"/>
                  </a:cubicBezTo>
                  <a:cubicBezTo>
                    <a:pt x="190121" y="264890"/>
                    <a:pt x="189360" y="263842"/>
                    <a:pt x="188693" y="263747"/>
                  </a:cubicBezTo>
                  <a:cubicBezTo>
                    <a:pt x="187835" y="263652"/>
                    <a:pt x="186311" y="265176"/>
                    <a:pt x="185454" y="265271"/>
                  </a:cubicBezTo>
                  <a:cubicBezTo>
                    <a:pt x="184692" y="265366"/>
                    <a:pt x="183073" y="264700"/>
                    <a:pt x="182311" y="264414"/>
                  </a:cubicBezTo>
                  <a:cubicBezTo>
                    <a:pt x="181168" y="263938"/>
                    <a:pt x="178977" y="262985"/>
                    <a:pt x="178120" y="262223"/>
                  </a:cubicBezTo>
                  <a:cubicBezTo>
                    <a:pt x="176691" y="260890"/>
                    <a:pt x="175262" y="257080"/>
                    <a:pt x="173929" y="255651"/>
                  </a:cubicBezTo>
                  <a:cubicBezTo>
                    <a:pt x="172786" y="254413"/>
                    <a:pt x="169738" y="253079"/>
                    <a:pt x="168690" y="251841"/>
                  </a:cubicBezTo>
                  <a:cubicBezTo>
                    <a:pt x="167261" y="250127"/>
                    <a:pt x="166690" y="245269"/>
                    <a:pt x="165166" y="243649"/>
                  </a:cubicBezTo>
                  <a:cubicBezTo>
                    <a:pt x="164213" y="242602"/>
                    <a:pt x="161546" y="241649"/>
                    <a:pt x="160403" y="240792"/>
                  </a:cubicBezTo>
                  <a:cubicBezTo>
                    <a:pt x="158879" y="239649"/>
                    <a:pt x="156212" y="236791"/>
                    <a:pt x="154593" y="235648"/>
                  </a:cubicBezTo>
                  <a:cubicBezTo>
                    <a:pt x="152593" y="234220"/>
                    <a:pt x="148116" y="231648"/>
                    <a:pt x="145735" y="230791"/>
                  </a:cubicBezTo>
                  <a:cubicBezTo>
                    <a:pt x="144401" y="230314"/>
                    <a:pt x="141449" y="230029"/>
                    <a:pt x="140020" y="229743"/>
                  </a:cubicBezTo>
                  <a:cubicBezTo>
                    <a:pt x="138686" y="229457"/>
                    <a:pt x="136115" y="228886"/>
                    <a:pt x="134876" y="228219"/>
                  </a:cubicBezTo>
                  <a:cubicBezTo>
                    <a:pt x="133448" y="227552"/>
                    <a:pt x="130781" y="225742"/>
                    <a:pt x="129733" y="224695"/>
                  </a:cubicBezTo>
                  <a:cubicBezTo>
                    <a:pt x="128875" y="223838"/>
                    <a:pt x="127828" y="221266"/>
                    <a:pt x="126780" y="220599"/>
                  </a:cubicBezTo>
                  <a:cubicBezTo>
                    <a:pt x="125161" y="219646"/>
                    <a:pt x="120970" y="220789"/>
                    <a:pt x="119446" y="219646"/>
                  </a:cubicBezTo>
                  <a:cubicBezTo>
                    <a:pt x="118303" y="218885"/>
                    <a:pt x="117541" y="215837"/>
                    <a:pt x="116874" y="214598"/>
                  </a:cubicBezTo>
                  <a:cubicBezTo>
                    <a:pt x="115826" y="212884"/>
                    <a:pt x="113826" y="209359"/>
                    <a:pt x="112493" y="207835"/>
                  </a:cubicBezTo>
                  <a:cubicBezTo>
                    <a:pt x="111350" y="206597"/>
                    <a:pt x="108397" y="205073"/>
                    <a:pt x="107349" y="203740"/>
                  </a:cubicBezTo>
                  <a:cubicBezTo>
                    <a:pt x="106777" y="202883"/>
                    <a:pt x="106301" y="200787"/>
                    <a:pt x="105730" y="199930"/>
                  </a:cubicBezTo>
                  <a:cubicBezTo>
                    <a:pt x="104968" y="198787"/>
                    <a:pt x="102872" y="196882"/>
                    <a:pt x="101729" y="196215"/>
                  </a:cubicBezTo>
                  <a:cubicBezTo>
                    <a:pt x="100396" y="195548"/>
                    <a:pt x="97252" y="195548"/>
                    <a:pt x="96014" y="194691"/>
                  </a:cubicBezTo>
                  <a:cubicBezTo>
                    <a:pt x="94490" y="193548"/>
                    <a:pt x="92776" y="190024"/>
                    <a:pt x="92014" y="188404"/>
                  </a:cubicBezTo>
                  <a:cubicBezTo>
                    <a:pt x="91157" y="186595"/>
                    <a:pt x="89919" y="182689"/>
                    <a:pt x="89347" y="180784"/>
                  </a:cubicBezTo>
                  <a:cubicBezTo>
                    <a:pt x="88870" y="179260"/>
                    <a:pt x="88490" y="176117"/>
                    <a:pt x="87632" y="174784"/>
                  </a:cubicBezTo>
                  <a:cubicBezTo>
                    <a:pt x="87061" y="173736"/>
                    <a:pt x="85061" y="172402"/>
                    <a:pt x="84203" y="171545"/>
                  </a:cubicBezTo>
                  <a:cubicBezTo>
                    <a:pt x="83060" y="170307"/>
                    <a:pt x="81155" y="167640"/>
                    <a:pt x="79917" y="166497"/>
                  </a:cubicBezTo>
                  <a:cubicBezTo>
                    <a:pt x="78774" y="165544"/>
                    <a:pt x="75821" y="164497"/>
                    <a:pt x="74869" y="163259"/>
                  </a:cubicBezTo>
                  <a:cubicBezTo>
                    <a:pt x="73535" y="161544"/>
                    <a:pt x="73250" y="156877"/>
                    <a:pt x="72297" y="154876"/>
                  </a:cubicBezTo>
                  <a:cubicBezTo>
                    <a:pt x="71535" y="153352"/>
                    <a:pt x="69630" y="150590"/>
                    <a:pt x="68392" y="149447"/>
                  </a:cubicBezTo>
                  <a:cubicBezTo>
                    <a:pt x="67534" y="148590"/>
                    <a:pt x="65439" y="147066"/>
                    <a:pt x="64296" y="146685"/>
                  </a:cubicBezTo>
                  <a:cubicBezTo>
                    <a:pt x="63153" y="146304"/>
                    <a:pt x="60486" y="146304"/>
                    <a:pt x="59343" y="146780"/>
                  </a:cubicBezTo>
                  <a:cubicBezTo>
                    <a:pt x="58391" y="147161"/>
                    <a:pt x="57152" y="148876"/>
                    <a:pt x="56200" y="149352"/>
                  </a:cubicBezTo>
                  <a:cubicBezTo>
                    <a:pt x="55057" y="149923"/>
                    <a:pt x="52580" y="150781"/>
                    <a:pt x="51342" y="150876"/>
                  </a:cubicBezTo>
                  <a:cubicBezTo>
                    <a:pt x="49437" y="150971"/>
                    <a:pt x="45436" y="150209"/>
                    <a:pt x="43722" y="149162"/>
                  </a:cubicBezTo>
                  <a:cubicBezTo>
                    <a:pt x="42294" y="148304"/>
                    <a:pt x="40579" y="145256"/>
                    <a:pt x="39341" y="144113"/>
                  </a:cubicBezTo>
                  <a:cubicBezTo>
                    <a:pt x="38293" y="143161"/>
                    <a:pt x="35721" y="141827"/>
                    <a:pt x="34578" y="140970"/>
                  </a:cubicBezTo>
                  <a:cubicBezTo>
                    <a:pt x="33245" y="139922"/>
                    <a:pt x="31054" y="137350"/>
                    <a:pt x="29720" y="136493"/>
                  </a:cubicBezTo>
                  <a:cubicBezTo>
                    <a:pt x="28673" y="135826"/>
                    <a:pt x="26577" y="134493"/>
                    <a:pt x="25339" y="134302"/>
                  </a:cubicBezTo>
                  <a:cubicBezTo>
                    <a:pt x="24100" y="134017"/>
                    <a:pt x="21529" y="134874"/>
                    <a:pt x="20195" y="134684"/>
                  </a:cubicBezTo>
                  <a:cubicBezTo>
                    <a:pt x="19052" y="134493"/>
                    <a:pt x="16861" y="133636"/>
                    <a:pt x="15814" y="133064"/>
                  </a:cubicBezTo>
                  <a:cubicBezTo>
                    <a:pt x="13337" y="131731"/>
                    <a:pt x="9241" y="127921"/>
                    <a:pt x="6860" y="126397"/>
                  </a:cubicBezTo>
                  <a:cubicBezTo>
                    <a:pt x="5908" y="125825"/>
                    <a:pt x="3717" y="124968"/>
                    <a:pt x="2860" y="124301"/>
                  </a:cubicBezTo>
                  <a:cubicBezTo>
                    <a:pt x="1907" y="123539"/>
                    <a:pt x="2" y="121634"/>
                    <a:pt x="2" y="120491"/>
                  </a:cubicBezTo>
                  <a:cubicBezTo>
                    <a:pt x="-93" y="119158"/>
                    <a:pt x="2574" y="117253"/>
                    <a:pt x="2955" y="116014"/>
                  </a:cubicBezTo>
                  <a:cubicBezTo>
                    <a:pt x="3241" y="114871"/>
                    <a:pt x="2860" y="112395"/>
                    <a:pt x="2669" y="111252"/>
                  </a:cubicBezTo>
                  <a:cubicBezTo>
                    <a:pt x="2574" y="110395"/>
                    <a:pt x="1717" y="108585"/>
                    <a:pt x="1812" y="107728"/>
                  </a:cubicBezTo>
                  <a:cubicBezTo>
                    <a:pt x="2002" y="106489"/>
                    <a:pt x="3431" y="104489"/>
                    <a:pt x="4098" y="103442"/>
                  </a:cubicBezTo>
                  <a:cubicBezTo>
                    <a:pt x="4670" y="102584"/>
                    <a:pt x="6384" y="101251"/>
                    <a:pt x="6956" y="100298"/>
                  </a:cubicBezTo>
                  <a:cubicBezTo>
                    <a:pt x="7908" y="98679"/>
                    <a:pt x="8099" y="94583"/>
                    <a:pt x="9337" y="93250"/>
                  </a:cubicBezTo>
                  <a:cubicBezTo>
                    <a:pt x="10099" y="92392"/>
                    <a:pt x="12861" y="92202"/>
                    <a:pt x="13719" y="91440"/>
                  </a:cubicBezTo>
                  <a:cubicBezTo>
                    <a:pt x="14575" y="90678"/>
                    <a:pt x="15242" y="88487"/>
                    <a:pt x="15909" y="87630"/>
                  </a:cubicBezTo>
                  <a:cubicBezTo>
                    <a:pt x="16481" y="86868"/>
                    <a:pt x="17719" y="85534"/>
                    <a:pt x="18386" y="84963"/>
                  </a:cubicBezTo>
                  <a:cubicBezTo>
                    <a:pt x="19148" y="84392"/>
                    <a:pt x="21338" y="83820"/>
                    <a:pt x="21910" y="82963"/>
                  </a:cubicBezTo>
                  <a:cubicBezTo>
                    <a:pt x="22577" y="81725"/>
                    <a:pt x="22005" y="78676"/>
                    <a:pt x="22005" y="77343"/>
                  </a:cubicBezTo>
                  <a:cubicBezTo>
                    <a:pt x="22005" y="76105"/>
                    <a:pt x="21910" y="73342"/>
                    <a:pt x="21910" y="71342"/>
                  </a:cubicBezTo>
                  <a:cubicBezTo>
                    <a:pt x="23815" y="70961"/>
                    <a:pt x="26292" y="70390"/>
                    <a:pt x="27625" y="69818"/>
                  </a:cubicBezTo>
                  <a:cubicBezTo>
                    <a:pt x="30768" y="68485"/>
                    <a:pt x="36293" y="64389"/>
                    <a:pt x="39245" y="62579"/>
                  </a:cubicBezTo>
                  <a:cubicBezTo>
                    <a:pt x="41055" y="61436"/>
                    <a:pt x="44770" y="59246"/>
                    <a:pt x="46675" y="58102"/>
                  </a:cubicBezTo>
                  <a:cubicBezTo>
                    <a:pt x="48580" y="56959"/>
                    <a:pt x="52485" y="54864"/>
                    <a:pt x="54390" y="53721"/>
                  </a:cubicBezTo>
                  <a:cubicBezTo>
                    <a:pt x="55343" y="53150"/>
                    <a:pt x="57152" y="51340"/>
                    <a:pt x="58295" y="51435"/>
                  </a:cubicBezTo>
                  <a:cubicBezTo>
                    <a:pt x="59057" y="51530"/>
                    <a:pt x="60010" y="53054"/>
                    <a:pt x="60581" y="53435"/>
                  </a:cubicBezTo>
                  <a:cubicBezTo>
                    <a:pt x="61153" y="53721"/>
                    <a:pt x="62486" y="54483"/>
                    <a:pt x="63153" y="54292"/>
                  </a:cubicBezTo>
                  <a:cubicBezTo>
                    <a:pt x="64106" y="54007"/>
                    <a:pt x="65153" y="52006"/>
                    <a:pt x="65915" y="51435"/>
                  </a:cubicBezTo>
                  <a:cubicBezTo>
                    <a:pt x="66868" y="50673"/>
                    <a:pt x="69249" y="49721"/>
                    <a:pt x="70202" y="48863"/>
                  </a:cubicBezTo>
                  <a:cubicBezTo>
                    <a:pt x="71059" y="48006"/>
                    <a:pt x="71821" y="45720"/>
                    <a:pt x="72678" y="44863"/>
                  </a:cubicBezTo>
                  <a:cubicBezTo>
                    <a:pt x="73440" y="43910"/>
                    <a:pt x="75536" y="42481"/>
                    <a:pt x="76583" y="41815"/>
                  </a:cubicBezTo>
                  <a:cubicBezTo>
                    <a:pt x="77822" y="40958"/>
                    <a:pt x="80679" y="39719"/>
                    <a:pt x="81917" y="38862"/>
                  </a:cubicBezTo>
                  <a:cubicBezTo>
                    <a:pt x="83251" y="38005"/>
                    <a:pt x="85441" y="35433"/>
                    <a:pt x="86966" y="34862"/>
                  </a:cubicBezTo>
                  <a:cubicBezTo>
                    <a:pt x="87918" y="34480"/>
                    <a:pt x="90109" y="34576"/>
                    <a:pt x="91061" y="34195"/>
                  </a:cubicBezTo>
                  <a:cubicBezTo>
                    <a:pt x="92014" y="33814"/>
                    <a:pt x="93443" y="32290"/>
                    <a:pt x="94395" y="31909"/>
                  </a:cubicBezTo>
                  <a:cubicBezTo>
                    <a:pt x="95062" y="31623"/>
                    <a:pt x="96491" y="31242"/>
                    <a:pt x="97252" y="31147"/>
                  </a:cubicBezTo>
                  <a:cubicBezTo>
                    <a:pt x="98110" y="31051"/>
                    <a:pt x="100205" y="32004"/>
                    <a:pt x="100872" y="31337"/>
                  </a:cubicBezTo>
                  <a:cubicBezTo>
                    <a:pt x="101920" y="30480"/>
                    <a:pt x="100586" y="27242"/>
                    <a:pt x="101253" y="26098"/>
                  </a:cubicBezTo>
                  <a:cubicBezTo>
                    <a:pt x="101729" y="25051"/>
                    <a:pt x="103635" y="23431"/>
                    <a:pt x="104777" y="23336"/>
                  </a:cubicBezTo>
                  <a:cubicBezTo>
                    <a:pt x="105539" y="23241"/>
                    <a:pt x="106968" y="24098"/>
                    <a:pt x="107444" y="24575"/>
                  </a:cubicBezTo>
                  <a:cubicBezTo>
                    <a:pt x="108111" y="25241"/>
                    <a:pt x="107826" y="27908"/>
                    <a:pt x="108682" y="28099"/>
                  </a:cubicBezTo>
                  <a:cubicBezTo>
                    <a:pt x="109635" y="28289"/>
                    <a:pt x="110588" y="25622"/>
                    <a:pt x="111540" y="25337"/>
                  </a:cubicBezTo>
                  <a:cubicBezTo>
                    <a:pt x="112397" y="25051"/>
                    <a:pt x="114112" y="26003"/>
                    <a:pt x="114969" y="25717"/>
                  </a:cubicBezTo>
                  <a:cubicBezTo>
                    <a:pt x="115826" y="25337"/>
                    <a:pt x="116684" y="23336"/>
                    <a:pt x="117541" y="22860"/>
                  </a:cubicBezTo>
                  <a:cubicBezTo>
                    <a:pt x="118874" y="22098"/>
                    <a:pt x="123637" y="21336"/>
                    <a:pt x="123637" y="21336"/>
                  </a:cubicBezTo>
                  <a:lnTo>
                    <a:pt x="193074" y="11430"/>
                  </a:lnTo>
                  <a:lnTo>
                    <a:pt x="270703" y="0"/>
                  </a:lnTo>
                  <a:cubicBezTo>
                    <a:pt x="270703" y="0"/>
                    <a:pt x="273560" y="1048"/>
                    <a:pt x="274227" y="1810"/>
                  </a:cubicBezTo>
                  <a:cubicBezTo>
                    <a:pt x="274989" y="2667"/>
                    <a:pt x="275941" y="4858"/>
                    <a:pt x="275751" y="6001"/>
                  </a:cubicBezTo>
                  <a:cubicBezTo>
                    <a:pt x="275561" y="6953"/>
                    <a:pt x="273656" y="8001"/>
                    <a:pt x="273370" y="8858"/>
                  </a:cubicBezTo>
                  <a:cubicBezTo>
                    <a:pt x="272989" y="10096"/>
                    <a:pt x="273084" y="12763"/>
                    <a:pt x="273751" y="13906"/>
                  </a:cubicBezTo>
                  <a:cubicBezTo>
                    <a:pt x="274322" y="14764"/>
                    <a:pt x="277656" y="15907"/>
                    <a:pt x="277656" y="15907"/>
                  </a:cubicBezTo>
                  <a:lnTo>
                    <a:pt x="288038" y="4667"/>
                  </a:lnTo>
                  <a:lnTo>
                    <a:pt x="313089" y="26956"/>
                  </a:lnTo>
                  <a:lnTo>
                    <a:pt x="313375" y="44767"/>
                  </a:lnTo>
                  <a:lnTo>
                    <a:pt x="452821" y="18479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7" name="Freeform: Shape 36">
              <a:extLst>
                <a:ext uri="{FF2B5EF4-FFF2-40B4-BE49-F238E27FC236}">
                  <a16:creationId xmlns:a16="http://schemas.microsoft.com/office/drawing/2014/main" id="{E928EF92-552C-70AF-F9D8-D07502114099}"/>
                </a:ext>
              </a:extLst>
            </p:cNvPr>
            <p:cNvSpPr/>
            <p:nvPr/>
          </p:nvSpPr>
          <p:spPr>
            <a:xfrm>
              <a:off x="7367683" y="4398778"/>
              <a:ext cx="1143000" cy="828675"/>
            </a:xfrm>
            <a:custGeom>
              <a:avLst/>
              <a:gdLst>
                <a:gd name="connsiteX0" fmla="*/ 1144810 w 1143000"/>
                <a:gd name="connsiteY0" fmla="*/ 723863 h 828675"/>
                <a:gd name="connsiteX1" fmla="*/ 1144619 w 1143000"/>
                <a:gd name="connsiteY1" fmla="*/ 729197 h 828675"/>
                <a:gd name="connsiteX2" fmla="*/ 1142047 w 1143000"/>
                <a:gd name="connsiteY2" fmla="*/ 731387 h 828675"/>
                <a:gd name="connsiteX3" fmla="*/ 1140428 w 1143000"/>
                <a:gd name="connsiteY3" fmla="*/ 728815 h 828675"/>
                <a:gd name="connsiteX4" fmla="*/ 1140047 w 1143000"/>
                <a:gd name="connsiteY4" fmla="*/ 725958 h 828675"/>
                <a:gd name="connsiteX5" fmla="*/ 1140428 w 1143000"/>
                <a:gd name="connsiteY5" fmla="*/ 721577 h 828675"/>
                <a:gd name="connsiteX6" fmla="*/ 1139476 w 1143000"/>
                <a:gd name="connsiteY6" fmla="*/ 719386 h 828675"/>
                <a:gd name="connsiteX7" fmla="*/ 1136618 w 1143000"/>
                <a:gd name="connsiteY7" fmla="*/ 718624 h 828675"/>
                <a:gd name="connsiteX8" fmla="*/ 1132904 w 1143000"/>
                <a:gd name="connsiteY8" fmla="*/ 720338 h 828675"/>
                <a:gd name="connsiteX9" fmla="*/ 1130903 w 1143000"/>
                <a:gd name="connsiteY9" fmla="*/ 723101 h 828675"/>
                <a:gd name="connsiteX10" fmla="*/ 1129760 w 1143000"/>
                <a:gd name="connsiteY10" fmla="*/ 726911 h 828675"/>
                <a:gd name="connsiteX11" fmla="*/ 1130618 w 1143000"/>
                <a:gd name="connsiteY11" fmla="*/ 732149 h 828675"/>
                <a:gd name="connsiteX12" fmla="*/ 1128713 w 1143000"/>
                <a:gd name="connsiteY12" fmla="*/ 736626 h 828675"/>
                <a:gd name="connsiteX13" fmla="*/ 1125188 w 1143000"/>
                <a:gd name="connsiteY13" fmla="*/ 741388 h 828675"/>
                <a:gd name="connsiteX14" fmla="*/ 1124902 w 1143000"/>
                <a:gd name="connsiteY14" fmla="*/ 744437 h 828675"/>
                <a:gd name="connsiteX15" fmla="*/ 1126998 w 1143000"/>
                <a:gd name="connsiteY15" fmla="*/ 748151 h 828675"/>
                <a:gd name="connsiteX16" fmla="*/ 1126903 w 1143000"/>
                <a:gd name="connsiteY16" fmla="*/ 752152 h 828675"/>
                <a:gd name="connsiteX17" fmla="*/ 1124617 w 1143000"/>
                <a:gd name="connsiteY17" fmla="*/ 754723 h 828675"/>
                <a:gd name="connsiteX18" fmla="*/ 1123759 w 1143000"/>
                <a:gd name="connsiteY18" fmla="*/ 761010 h 828675"/>
                <a:gd name="connsiteX19" fmla="*/ 1125569 w 1143000"/>
                <a:gd name="connsiteY19" fmla="*/ 763868 h 828675"/>
                <a:gd name="connsiteX20" fmla="*/ 1127188 w 1143000"/>
                <a:gd name="connsiteY20" fmla="*/ 767582 h 828675"/>
                <a:gd name="connsiteX21" fmla="*/ 1127570 w 1143000"/>
                <a:gd name="connsiteY21" fmla="*/ 771392 h 828675"/>
                <a:gd name="connsiteX22" fmla="*/ 1128713 w 1143000"/>
                <a:gd name="connsiteY22" fmla="*/ 774250 h 828675"/>
                <a:gd name="connsiteX23" fmla="*/ 1130712 w 1143000"/>
                <a:gd name="connsiteY23" fmla="*/ 774917 h 828675"/>
                <a:gd name="connsiteX24" fmla="*/ 1131570 w 1143000"/>
                <a:gd name="connsiteY24" fmla="*/ 778631 h 828675"/>
                <a:gd name="connsiteX25" fmla="*/ 1130808 w 1143000"/>
                <a:gd name="connsiteY25" fmla="*/ 781394 h 828675"/>
                <a:gd name="connsiteX26" fmla="*/ 1129284 w 1143000"/>
                <a:gd name="connsiteY26" fmla="*/ 783489 h 828675"/>
                <a:gd name="connsiteX27" fmla="*/ 1125855 w 1143000"/>
                <a:gd name="connsiteY27" fmla="*/ 785775 h 828675"/>
                <a:gd name="connsiteX28" fmla="*/ 1124045 w 1143000"/>
                <a:gd name="connsiteY28" fmla="*/ 789013 h 828675"/>
                <a:gd name="connsiteX29" fmla="*/ 1122902 w 1143000"/>
                <a:gd name="connsiteY29" fmla="*/ 792633 h 828675"/>
                <a:gd name="connsiteX30" fmla="*/ 1121854 w 1143000"/>
                <a:gd name="connsiteY30" fmla="*/ 795300 h 828675"/>
                <a:gd name="connsiteX31" fmla="*/ 1118711 w 1143000"/>
                <a:gd name="connsiteY31" fmla="*/ 798253 h 828675"/>
                <a:gd name="connsiteX32" fmla="*/ 1116044 w 1143000"/>
                <a:gd name="connsiteY32" fmla="*/ 800539 h 828675"/>
                <a:gd name="connsiteX33" fmla="*/ 1114139 w 1143000"/>
                <a:gd name="connsiteY33" fmla="*/ 804349 h 828675"/>
                <a:gd name="connsiteX34" fmla="*/ 1112234 w 1143000"/>
                <a:gd name="connsiteY34" fmla="*/ 807016 h 828675"/>
                <a:gd name="connsiteX35" fmla="*/ 1109091 w 1143000"/>
                <a:gd name="connsiteY35" fmla="*/ 808826 h 828675"/>
                <a:gd name="connsiteX36" fmla="*/ 1107091 w 1143000"/>
                <a:gd name="connsiteY36" fmla="*/ 807587 h 828675"/>
                <a:gd name="connsiteX37" fmla="*/ 1104424 w 1143000"/>
                <a:gd name="connsiteY37" fmla="*/ 807206 h 828675"/>
                <a:gd name="connsiteX38" fmla="*/ 1103376 w 1143000"/>
                <a:gd name="connsiteY38" fmla="*/ 804825 h 828675"/>
                <a:gd name="connsiteX39" fmla="*/ 1101376 w 1143000"/>
                <a:gd name="connsiteY39" fmla="*/ 804349 h 828675"/>
                <a:gd name="connsiteX40" fmla="*/ 1098518 w 1143000"/>
                <a:gd name="connsiteY40" fmla="*/ 804920 h 828675"/>
                <a:gd name="connsiteX41" fmla="*/ 1097185 w 1143000"/>
                <a:gd name="connsiteY41" fmla="*/ 807682 h 828675"/>
                <a:gd name="connsiteX42" fmla="*/ 1098137 w 1143000"/>
                <a:gd name="connsiteY42" fmla="*/ 808826 h 828675"/>
                <a:gd name="connsiteX43" fmla="*/ 1098709 w 1143000"/>
                <a:gd name="connsiteY43" fmla="*/ 811493 h 828675"/>
                <a:gd name="connsiteX44" fmla="*/ 1097947 w 1143000"/>
                <a:gd name="connsiteY44" fmla="*/ 813588 h 828675"/>
                <a:gd name="connsiteX45" fmla="*/ 1096423 w 1143000"/>
                <a:gd name="connsiteY45" fmla="*/ 815112 h 828675"/>
                <a:gd name="connsiteX46" fmla="*/ 1093565 w 1143000"/>
                <a:gd name="connsiteY46" fmla="*/ 815874 h 828675"/>
                <a:gd name="connsiteX47" fmla="*/ 1088993 w 1143000"/>
                <a:gd name="connsiteY47" fmla="*/ 818255 h 828675"/>
                <a:gd name="connsiteX48" fmla="*/ 1086422 w 1143000"/>
                <a:gd name="connsiteY48" fmla="*/ 819589 h 828675"/>
                <a:gd name="connsiteX49" fmla="*/ 1084040 w 1143000"/>
                <a:gd name="connsiteY49" fmla="*/ 822732 h 828675"/>
                <a:gd name="connsiteX50" fmla="*/ 1080802 w 1143000"/>
                <a:gd name="connsiteY50" fmla="*/ 824065 h 828675"/>
                <a:gd name="connsiteX51" fmla="*/ 1076801 w 1143000"/>
                <a:gd name="connsiteY51" fmla="*/ 823399 h 828675"/>
                <a:gd name="connsiteX52" fmla="*/ 1074039 w 1143000"/>
                <a:gd name="connsiteY52" fmla="*/ 821398 h 828675"/>
                <a:gd name="connsiteX53" fmla="*/ 1069562 w 1143000"/>
                <a:gd name="connsiteY53" fmla="*/ 821589 h 828675"/>
                <a:gd name="connsiteX54" fmla="*/ 1066991 w 1143000"/>
                <a:gd name="connsiteY54" fmla="*/ 823685 h 828675"/>
                <a:gd name="connsiteX55" fmla="*/ 1064895 w 1143000"/>
                <a:gd name="connsiteY55" fmla="*/ 822256 h 828675"/>
                <a:gd name="connsiteX56" fmla="*/ 1061085 w 1143000"/>
                <a:gd name="connsiteY56" fmla="*/ 821970 h 828675"/>
                <a:gd name="connsiteX57" fmla="*/ 1059180 w 1143000"/>
                <a:gd name="connsiteY57" fmla="*/ 822827 h 828675"/>
                <a:gd name="connsiteX58" fmla="*/ 1057275 w 1143000"/>
                <a:gd name="connsiteY58" fmla="*/ 824351 h 828675"/>
                <a:gd name="connsiteX59" fmla="*/ 1055846 w 1143000"/>
                <a:gd name="connsiteY59" fmla="*/ 828447 h 828675"/>
                <a:gd name="connsiteX60" fmla="*/ 1052513 w 1143000"/>
                <a:gd name="connsiteY60" fmla="*/ 830352 h 828675"/>
                <a:gd name="connsiteX61" fmla="*/ 1049560 w 1143000"/>
                <a:gd name="connsiteY61" fmla="*/ 831114 h 828675"/>
                <a:gd name="connsiteX62" fmla="*/ 1045559 w 1143000"/>
                <a:gd name="connsiteY62" fmla="*/ 833972 h 828675"/>
                <a:gd name="connsiteX63" fmla="*/ 1041845 w 1143000"/>
                <a:gd name="connsiteY63" fmla="*/ 834448 h 828675"/>
                <a:gd name="connsiteX64" fmla="*/ 1037654 w 1143000"/>
                <a:gd name="connsiteY64" fmla="*/ 834638 h 828675"/>
                <a:gd name="connsiteX65" fmla="*/ 1035368 w 1143000"/>
                <a:gd name="connsiteY65" fmla="*/ 835781 h 828675"/>
                <a:gd name="connsiteX66" fmla="*/ 1031462 w 1143000"/>
                <a:gd name="connsiteY66" fmla="*/ 836734 h 828675"/>
                <a:gd name="connsiteX67" fmla="*/ 1028033 w 1143000"/>
                <a:gd name="connsiteY67" fmla="*/ 835114 h 828675"/>
                <a:gd name="connsiteX68" fmla="*/ 1026986 w 1143000"/>
                <a:gd name="connsiteY68" fmla="*/ 833495 h 828675"/>
                <a:gd name="connsiteX69" fmla="*/ 1024985 w 1143000"/>
                <a:gd name="connsiteY69" fmla="*/ 832829 h 828675"/>
                <a:gd name="connsiteX70" fmla="*/ 1022128 w 1143000"/>
                <a:gd name="connsiteY70" fmla="*/ 831019 h 828675"/>
                <a:gd name="connsiteX71" fmla="*/ 1020413 w 1143000"/>
                <a:gd name="connsiteY71" fmla="*/ 827209 h 828675"/>
                <a:gd name="connsiteX72" fmla="*/ 1017175 w 1143000"/>
                <a:gd name="connsiteY72" fmla="*/ 823685 h 828675"/>
                <a:gd name="connsiteX73" fmla="*/ 1015365 w 1143000"/>
                <a:gd name="connsiteY73" fmla="*/ 821684 h 828675"/>
                <a:gd name="connsiteX74" fmla="*/ 1014698 w 1143000"/>
                <a:gd name="connsiteY74" fmla="*/ 814064 h 828675"/>
                <a:gd name="connsiteX75" fmla="*/ 1015269 w 1143000"/>
                <a:gd name="connsiteY75" fmla="*/ 809778 h 828675"/>
                <a:gd name="connsiteX76" fmla="*/ 1016603 w 1143000"/>
                <a:gd name="connsiteY76" fmla="*/ 806254 h 828675"/>
                <a:gd name="connsiteX77" fmla="*/ 1019366 w 1143000"/>
                <a:gd name="connsiteY77" fmla="*/ 804635 h 828675"/>
                <a:gd name="connsiteX78" fmla="*/ 1019556 w 1143000"/>
                <a:gd name="connsiteY78" fmla="*/ 802063 h 828675"/>
                <a:gd name="connsiteX79" fmla="*/ 1018032 w 1143000"/>
                <a:gd name="connsiteY79" fmla="*/ 799396 h 828675"/>
                <a:gd name="connsiteX80" fmla="*/ 1015079 w 1143000"/>
                <a:gd name="connsiteY80" fmla="*/ 798824 h 828675"/>
                <a:gd name="connsiteX81" fmla="*/ 1014698 w 1143000"/>
                <a:gd name="connsiteY81" fmla="*/ 796443 h 828675"/>
                <a:gd name="connsiteX82" fmla="*/ 1012031 w 1143000"/>
                <a:gd name="connsiteY82" fmla="*/ 793681 h 828675"/>
                <a:gd name="connsiteX83" fmla="*/ 1011650 w 1143000"/>
                <a:gd name="connsiteY83" fmla="*/ 791014 h 828675"/>
                <a:gd name="connsiteX84" fmla="*/ 1008888 w 1143000"/>
                <a:gd name="connsiteY84" fmla="*/ 787585 h 828675"/>
                <a:gd name="connsiteX85" fmla="*/ 1006030 w 1143000"/>
                <a:gd name="connsiteY85" fmla="*/ 785299 h 828675"/>
                <a:gd name="connsiteX86" fmla="*/ 1003173 w 1143000"/>
                <a:gd name="connsiteY86" fmla="*/ 782822 h 828675"/>
                <a:gd name="connsiteX87" fmla="*/ 1001553 w 1143000"/>
                <a:gd name="connsiteY87" fmla="*/ 776822 h 828675"/>
                <a:gd name="connsiteX88" fmla="*/ 1000125 w 1143000"/>
                <a:gd name="connsiteY88" fmla="*/ 774917 h 828675"/>
                <a:gd name="connsiteX89" fmla="*/ 997553 w 1143000"/>
                <a:gd name="connsiteY89" fmla="*/ 773297 h 828675"/>
                <a:gd name="connsiteX90" fmla="*/ 996505 w 1143000"/>
                <a:gd name="connsiteY90" fmla="*/ 769011 h 828675"/>
                <a:gd name="connsiteX91" fmla="*/ 992886 w 1143000"/>
                <a:gd name="connsiteY91" fmla="*/ 765011 h 828675"/>
                <a:gd name="connsiteX92" fmla="*/ 985647 w 1143000"/>
                <a:gd name="connsiteY92" fmla="*/ 758343 h 828675"/>
                <a:gd name="connsiteX93" fmla="*/ 980980 w 1143000"/>
                <a:gd name="connsiteY93" fmla="*/ 755390 h 828675"/>
                <a:gd name="connsiteX94" fmla="*/ 976979 w 1143000"/>
                <a:gd name="connsiteY94" fmla="*/ 753390 h 828675"/>
                <a:gd name="connsiteX95" fmla="*/ 977075 w 1143000"/>
                <a:gd name="connsiteY95" fmla="*/ 749009 h 828675"/>
                <a:gd name="connsiteX96" fmla="*/ 974598 w 1143000"/>
                <a:gd name="connsiteY96" fmla="*/ 746246 h 828675"/>
                <a:gd name="connsiteX97" fmla="*/ 975455 w 1143000"/>
                <a:gd name="connsiteY97" fmla="*/ 743675 h 828675"/>
                <a:gd name="connsiteX98" fmla="*/ 974598 w 1143000"/>
                <a:gd name="connsiteY98" fmla="*/ 740246 h 828675"/>
                <a:gd name="connsiteX99" fmla="*/ 967835 w 1143000"/>
                <a:gd name="connsiteY99" fmla="*/ 737293 h 828675"/>
                <a:gd name="connsiteX100" fmla="*/ 964978 w 1143000"/>
                <a:gd name="connsiteY100" fmla="*/ 735769 h 828675"/>
                <a:gd name="connsiteX101" fmla="*/ 960120 w 1143000"/>
                <a:gd name="connsiteY101" fmla="*/ 735102 h 828675"/>
                <a:gd name="connsiteX102" fmla="*/ 957263 w 1143000"/>
                <a:gd name="connsiteY102" fmla="*/ 735197 h 828675"/>
                <a:gd name="connsiteX103" fmla="*/ 955834 w 1143000"/>
                <a:gd name="connsiteY103" fmla="*/ 733292 h 828675"/>
                <a:gd name="connsiteX104" fmla="*/ 953167 w 1143000"/>
                <a:gd name="connsiteY104" fmla="*/ 733102 h 828675"/>
                <a:gd name="connsiteX105" fmla="*/ 950786 w 1143000"/>
                <a:gd name="connsiteY105" fmla="*/ 734435 h 828675"/>
                <a:gd name="connsiteX106" fmla="*/ 949166 w 1143000"/>
                <a:gd name="connsiteY106" fmla="*/ 732530 h 828675"/>
                <a:gd name="connsiteX107" fmla="*/ 946309 w 1143000"/>
                <a:gd name="connsiteY107" fmla="*/ 731959 h 828675"/>
                <a:gd name="connsiteX108" fmla="*/ 942784 w 1143000"/>
                <a:gd name="connsiteY108" fmla="*/ 733769 h 828675"/>
                <a:gd name="connsiteX109" fmla="*/ 940403 w 1143000"/>
                <a:gd name="connsiteY109" fmla="*/ 735007 h 828675"/>
                <a:gd name="connsiteX110" fmla="*/ 934974 w 1143000"/>
                <a:gd name="connsiteY110" fmla="*/ 735007 h 828675"/>
                <a:gd name="connsiteX111" fmla="*/ 930116 w 1143000"/>
                <a:gd name="connsiteY111" fmla="*/ 737579 h 828675"/>
                <a:gd name="connsiteX112" fmla="*/ 929830 w 1143000"/>
                <a:gd name="connsiteY112" fmla="*/ 742055 h 828675"/>
                <a:gd name="connsiteX113" fmla="*/ 928116 w 1143000"/>
                <a:gd name="connsiteY113" fmla="*/ 745008 h 828675"/>
                <a:gd name="connsiteX114" fmla="*/ 925163 w 1143000"/>
                <a:gd name="connsiteY114" fmla="*/ 743484 h 828675"/>
                <a:gd name="connsiteX115" fmla="*/ 922591 w 1143000"/>
                <a:gd name="connsiteY115" fmla="*/ 738340 h 828675"/>
                <a:gd name="connsiteX116" fmla="*/ 919448 w 1143000"/>
                <a:gd name="connsiteY116" fmla="*/ 735197 h 828675"/>
                <a:gd name="connsiteX117" fmla="*/ 916305 w 1143000"/>
                <a:gd name="connsiteY117" fmla="*/ 730816 h 828675"/>
                <a:gd name="connsiteX118" fmla="*/ 913733 w 1143000"/>
                <a:gd name="connsiteY118" fmla="*/ 728435 h 828675"/>
                <a:gd name="connsiteX119" fmla="*/ 913543 w 1143000"/>
                <a:gd name="connsiteY119" fmla="*/ 724244 h 828675"/>
                <a:gd name="connsiteX120" fmla="*/ 910971 w 1143000"/>
                <a:gd name="connsiteY120" fmla="*/ 722815 h 828675"/>
                <a:gd name="connsiteX121" fmla="*/ 906494 w 1143000"/>
                <a:gd name="connsiteY121" fmla="*/ 717671 h 828675"/>
                <a:gd name="connsiteX122" fmla="*/ 903256 w 1143000"/>
                <a:gd name="connsiteY122" fmla="*/ 712623 h 828675"/>
                <a:gd name="connsiteX123" fmla="*/ 901255 w 1143000"/>
                <a:gd name="connsiteY123" fmla="*/ 703955 h 828675"/>
                <a:gd name="connsiteX124" fmla="*/ 896874 w 1143000"/>
                <a:gd name="connsiteY124" fmla="*/ 689763 h 828675"/>
                <a:gd name="connsiteX125" fmla="*/ 893064 w 1143000"/>
                <a:gd name="connsiteY125" fmla="*/ 678905 h 828675"/>
                <a:gd name="connsiteX126" fmla="*/ 886873 w 1143000"/>
                <a:gd name="connsiteY126" fmla="*/ 670808 h 828675"/>
                <a:gd name="connsiteX127" fmla="*/ 883253 w 1143000"/>
                <a:gd name="connsiteY127" fmla="*/ 668046 h 828675"/>
                <a:gd name="connsiteX128" fmla="*/ 880205 w 1143000"/>
                <a:gd name="connsiteY128" fmla="*/ 666808 h 828675"/>
                <a:gd name="connsiteX129" fmla="*/ 877919 w 1143000"/>
                <a:gd name="connsiteY129" fmla="*/ 663855 h 828675"/>
                <a:gd name="connsiteX130" fmla="*/ 875347 w 1143000"/>
                <a:gd name="connsiteY130" fmla="*/ 662045 h 828675"/>
                <a:gd name="connsiteX131" fmla="*/ 871252 w 1143000"/>
                <a:gd name="connsiteY131" fmla="*/ 660807 h 828675"/>
                <a:gd name="connsiteX132" fmla="*/ 869347 w 1143000"/>
                <a:gd name="connsiteY132" fmla="*/ 657664 h 828675"/>
                <a:gd name="connsiteX133" fmla="*/ 866394 w 1143000"/>
                <a:gd name="connsiteY133" fmla="*/ 657188 h 828675"/>
                <a:gd name="connsiteX134" fmla="*/ 862584 w 1143000"/>
                <a:gd name="connsiteY134" fmla="*/ 656045 h 828675"/>
                <a:gd name="connsiteX135" fmla="*/ 861536 w 1143000"/>
                <a:gd name="connsiteY135" fmla="*/ 653473 h 828675"/>
                <a:gd name="connsiteX136" fmla="*/ 859060 w 1143000"/>
                <a:gd name="connsiteY136" fmla="*/ 653282 h 828675"/>
                <a:gd name="connsiteX137" fmla="*/ 855536 w 1143000"/>
                <a:gd name="connsiteY137" fmla="*/ 654521 h 828675"/>
                <a:gd name="connsiteX138" fmla="*/ 854107 w 1143000"/>
                <a:gd name="connsiteY138" fmla="*/ 658140 h 828675"/>
                <a:gd name="connsiteX139" fmla="*/ 851249 w 1143000"/>
                <a:gd name="connsiteY139" fmla="*/ 659283 h 828675"/>
                <a:gd name="connsiteX140" fmla="*/ 848677 w 1143000"/>
                <a:gd name="connsiteY140" fmla="*/ 657283 h 828675"/>
                <a:gd name="connsiteX141" fmla="*/ 848297 w 1143000"/>
                <a:gd name="connsiteY141" fmla="*/ 653282 h 828675"/>
                <a:gd name="connsiteX142" fmla="*/ 846677 w 1143000"/>
                <a:gd name="connsiteY142" fmla="*/ 647758 h 828675"/>
                <a:gd name="connsiteX143" fmla="*/ 843915 w 1143000"/>
                <a:gd name="connsiteY143" fmla="*/ 641567 h 828675"/>
                <a:gd name="connsiteX144" fmla="*/ 841248 w 1143000"/>
                <a:gd name="connsiteY144" fmla="*/ 637376 h 828675"/>
                <a:gd name="connsiteX145" fmla="*/ 838200 w 1143000"/>
                <a:gd name="connsiteY145" fmla="*/ 635185 h 828675"/>
                <a:gd name="connsiteX146" fmla="*/ 835628 w 1143000"/>
                <a:gd name="connsiteY146" fmla="*/ 632804 h 828675"/>
                <a:gd name="connsiteX147" fmla="*/ 834200 w 1143000"/>
                <a:gd name="connsiteY147" fmla="*/ 629660 h 828675"/>
                <a:gd name="connsiteX148" fmla="*/ 836009 w 1143000"/>
                <a:gd name="connsiteY148" fmla="*/ 627279 h 828675"/>
                <a:gd name="connsiteX149" fmla="*/ 839819 w 1143000"/>
                <a:gd name="connsiteY149" fmla="*/ 626898 h 828675"/>
                <a:gd name="connsiteX150" fmla="*/ 843629 w 1143000"/>
                <a:gd name="connsiteY150" fmla="*/ 628613 h 828675"/>
                <a:gd name="connsiteX151" fmla="*/ 844677 w 1143000"/>
                <a:gd name="connsiteY151" fmla="*/ 632613 h 828675"/>
                <a:gd name="connsiteX152" fmla="*/ 847916 w 1143000"/>
                <a:gd name="connsiteY152" fmla="*/ 632518 h 828675"/>
                <a:gd name="connsiteX153" fmla="*/ 847534 w 1143000"/>
                <a:gd name="connsiteY153" fmla="*/ 627565 h 828675"/>
                <a:gd name="connsiteX154" fmla="*/ 848582 w 1143000"/>
                <a:gd name="connsiteY154" fmla="*/ 623088 h 828675"/>
                <a:gd name="connsiteX155" fmla="*/ 847916 w 1143000"/>
                <a:gd name="connsiteY155" fmla="*/ 617468 h 828675"/>
                <a:gd name="connsiteX156" fmla="*/ 847725 w 1143000"/>
                <a:gd name="connsiteY156" fmla="*/ 611468 h 828675"/>
                <a:gd name="connsiteX157" fmla="*/ 847439 w 1143000"/>
                <a:gd name="connsiteY157" fmla="*/ 607753 h 828675"/>
                <a:gd name="connsiteX158" fmla="*/ 846677 w 1143000"/>
                <a:gd name="connsiteY158" fmla="*/ 603181 h 828675"/>
                <a:gd name="connsiteX159" fmla="*/ 845058 w 1143000"/>
                <a:gd name="connsiteY159" fmla="*/ 600133 h 828675"/>
                <a:gd name="connsiteX160" fmla="*/ 842010 w 1143000"/>
                <a:gd name="connsiteY160" fmla="*/ 598895 h 828675"/>
                <a:gd name="connsiteX161" fmla="*/ 840295 w 1143000"/>
                <a:gd name="connsiteY161" fmla="*/ 597561 h 828675"/>
                <a:gd name="connsiteX162" fmla="*/ 840105 w 1143000"/>
                <a:gd name="connsiteY162" fmla="*/ 594704 h 828675"/>
                <a:gd name="connsiteX163" fmla="*/ 841153 w 1143000"/>
                <a:gd name="connsiteY163" fmla="*/ 591846 h 828675"/>
                <a:gd name="connsiteX164" fmla="*/ 843534 w 1143000"/>
                <a:gd name="connsiteY164" fmla="*/ 591560 h 828675"/>
                <a:gd name="connsiteX165" fmla="*/ 843534 w 1143000"/>
                <a:gd name="connsiteY165" fmla="*/ 589465 h 828675"/>
                <a:gd name="connsiteX166" fmla="*/ 839914 w 1143000"/>
                <a:gd name="connsiteY166" fmla="*/ 588798 h 828675"/>
                <a:gd name="connsiteX167" fmla="*/ 837152 w 1143000"/>
                <a:gd name="connsiteY167" fmla="*/ 588607 h 828675"/>
                <a:gd name="connsiteX168" fmla="*/ 834200 w 1143000"/>
                <a:gd name="connsiteY168" fmla="*/ 591084 h 828675"/>
                <a:gd name="connsiteX169" fmla="*/ 833056 w 1143000"/>
                <a:gd name="connsiteY169" fmla="*/ 594513 h 828675"/>
                <a:gd name="connsiteX170" fmla="*/ 830199 w 1143000"/>
                <a:gd name="connsiteY170" fmla="*/ 595370 h 828675"/>
                <a:gd name="connsiteX171" fmla="*/ 828389 w 1143000"/>
                <a:gd name="connsiteY171" fmla="*/ 598609 h 828675"/>
                <a:gd name="connsiteX172" fmla="*/ 830103 w 1143000"/>
                <a:gd name="connsiteY172" fmla="*/ 601943 h 828675"/>
                <a:gd name="connsiteX173" fmla="*/ 833723 w 1143000"/>
                <a:gd name="connsiteY173" fmla="*/ 604990 h 828675"/>
                <a:gd name="connsiteX174" fmla="*/ 836486 w 1143000"/>
                <a:gd name="connsiteY174" fmla="*/ 611277 h 828675"/>
                <a:gd name="connsiteX175" fmla="*/ 834771 w 1143000"/>
                <a:gd name="connsiteY175" fmla="*/ 616992 h 828675"/>
                <a:gd name="connsiteX176" fmla="*/ 832009 w 1143000"/>
                <a:gd name="connsiteY176" fmla="*/ 618611 h 828675"/>
                <a:gd name="connsiteX177" fmla="*/ 829151 w 1143000"/>
                <a:gd name="connsiteY177" fmla="*/ 620230 h 828675"/>
                <a:gd name="connsiteX178" fmla="*/ 826484 w 1143000"/>
                <a:gd name="connsiteY178" fmla="*/ 620516 h 828675"/>
                <a:gd name="connsiteX179" fmla="*/ 824389 w 1143000"/>
                <a:gd name="connsiteY179" fmla="*/ 620326 h 828675"/>
                <a:gd name="connsiteX180" fmla="*/ 824103 w 1143000"/>
                <a:gd name="connsiteY180" fmla="*/ 622707 h 828675"/>
                <a:gd name="connsiteX181" fmla="*/ 823150 w 1143000"/>
                <a:gd name="connsiteY181" fmla="*/ 625660 h 828675"/>
                <a:gd name="connsiteX182" fmla="*/ 822103 w 1143000"/>
                <a:gd name="connsiteY182" fmla="*/ 627660 h 828675"/>
                <a:gd name="connsiteX183" fmla="*/ 820864 w 1143000"/>
                <a:gd name="connsiteY183" fmla="*/ 625469 h 828675"/>
                <a:gd name="connsiteX184" fmla="*/ 819341 w 1143000"/>
                <a:gd name="connsiteY184" fmla="*/ 620421 h 828675"/>
                <a:gd name="connsiteX185" fmla="*/ 817912 w 1143000"/>
                <a:gd name="connsiteY185" fmla="*/ 617278 h 828675"/>
                <a:gd name="connsiteX186" fmla="*/ 817340 w 1143000"/>
                <a:gd name="connsiteY186" fmla="*/ 614897 h 828675"/>
                <a:gd name="connsiteX187" fmla="*/ 815244 w 1143000"/>
                <a:gd name="connsiteY187" fmla="*/ 612325 h 828675"/>
                <a:gd name="connsiteX188" fmla="*/ 810101 w 1143000"/>
                <a:gd name="connsiteY188" fmla="*/ 608229 h 828675"/>
                <a:gd name="connsiteX189" fmla="*/ 803910 w 1143000"/>
                <a:gd name="connsiteY189" fmla="*/ 601371 h 828675"/>
                <a:gd name="connsiteX190" fmla="*/ 797623 w 1143000"/>
                <a:gd name="connsiteY190" fmla="*/ 595180 h 828675"/>
                <a:gd name="connsiteX191" fmla="*/ 794004 w 1143000"/>
                <a:gd name="connsiteY191" fmla="*/ 589274 h 828675"/>
                <a:gd name="connsiteX192" fmla="*/ 788479 w 1143000"/>
                <a:gd name="connsiteY192" fmla="*/ 583750 h 828675"/>
                <a:gd name="connsiteX193" fmla="*/ 783336 w 1143000"/>
                <a:gd name="connsiteY193" fmla="*/ 574606 h 828675"/>
                <a:gd name="connsiteX194" fmla="*/ 777526 w 1143000"/>
                <a:gd name="connsiteY194" fmla="*/ 564700 h 828675"/>
                <a:gd name="connsiteX195" fmla="*/ 771525 w 1143000"/>
                <a:gd name="connsiteY195" fmla="*/ 557556 h 828675"/>
                <a:gd name="connsiteX196" fmla="*/ 766667 w 1143000"/>
                <a:gd name="connsiteY196" fmla="*/ 552889 h 828675"/>
                <a:gd name="connsiteX197" fmla="*/ 763238 w 1143000"/>
                <a:gd name="connsiteY197" fmla="*/ 550603 h 828675"/>
                <a:gd name="connsiteX198" fmla="*/ 763143 w 1143000"/>
                <a:gd name="connsiteY198" fmla="*/ 547174 h 828675"/>
                <a:gd name="connsiteX199" fmla="*/ 759143 w 1143000"/>
                <a:gd name="connsiteY199" fmla="*/ 544126 h 828675"/>
                <a:gd name="connsiteX200" fmla="*/ 755999 w 1143000"/>
                <a:gd name="connsiteY200" fmla="*/ 541554 h 828675"/>
                <a:gd name="connsiteX201" fmla="*/ 753142 w 1143000"/>
                <a:gd name="connsiteY201" fmla="*/ 537458 h 828675"/>
                <a:gd name="connsiteX202" fmla="*/ 746950 w 1143000"/>
                <a:gd name="connsiteY202" fmla="*/ 534601 h 828675"/>
                <a:gd name="connsiteX203" fmla="*/ 743426 w 1143000"/>
                <a:gd name="connsiteY203" fmla="*/ 531838 h 828675"/>
                <a:gd name="connsiteX204" fmla="*/ 740093 w 1143000"/>
                <a:gd name="connsiteY204" fmla="*/ 526028 h 828675"/>
                <a:gd name="connsiteX205" fmla="*/ 739426 w 1143000"/>
                <a:gd name="connsiteY205" fmla="*/ 522313 h 828675"/>
                <a:gd name="connsiteX206" fmla="*/ 740759 w 1143000"/>
                <a:gd name="connsiteY206" fmla="*/ 522313 h 828675"/>
                <a:gd name="connsiteX207" fmla="*/ 742664 w 1143000"/>
                <a:gd name="connsiteY207" fmla="*/ 520885 h 828675"/>
                <a:gd name="connsiteX208" fmla="*/ 744664 w 1143000"/>
                <a:gd name="connsiteY208" fmla="*/ 518504 h 828675"/>
                <a:gd name="connsiteX209" fmla="*/ 746665 w 1143000"/>
                <a:gd name="connsiteY209" fmla="*/ 514598 h 828675"/>
                <a:gd name="connsiteX210" fmla="*/ 748665 w 1143000"/>
                <a:gd name="connsiteY210" fmla="*/ 510788 h 828675"/>
                <a:gd name="connsiteX211" fmla="*/ 749903 w 1143000"/>
                <a:gd name="connsiteY211" fmla="*/ 507073 h 828675"/>
                <a:gd name="connsiteX212" fmla="*/ 752475 w 1143000"/>
                <a:gd name="connsiteY212" fmla="*/ 505073 h 828675"/>
                <a:gd name="connsiteX213" fmla="*/ 755047 w 1143000"/>
                <a:gd name="connsiteY213" fmla="*/ 502025 h 828675"/>
                <a:gd name="connsiteX214" fmla="*/ 756856 w 1143000"/>
                <a:gd name="connsiteY214" fmla="*/ 497453 h 828675"/>
                <a:gd name="connsiteX215" fmla="*/ 758094 w 1143000"/>
                <a:gd name="connsiteY215" fmla="*/ 493738 h 828675"/>
                <a:gd name="connsiteX216" fmla="*/ 758761 w 1143000"/>
                <a:gd name="connsiteY216" fmla="*/ 488976 h 828675"/>
                <a:gd name="connsiteX217" fmla="*/ 761809 w 1143000"/>
                <a:gd name="connsiteY217" fmla="*/ 485071 h 828675"/>
                <a:gd name="connsiteX218" fmla="*/ 764286 w 1143000"/>
                <a:gd name="connsiteY218" fmla="*/ 483356 h 828675"/>
                <a:gd name="connsiteX219" fmla="*/ 764762 w 1143000"/>
                <a:gd name="connsiteY219" fmla="*/ 478880 h 828675"/>
                <a:gd name="connsiteX220" fmla="*/ 767525 w 1143000"/>
                <a:gd name="connsiteY220" fmla="*/ 477260 h 828675"/>
                <a:gd name="connsiteX221" fmla="*/ 768668 w 1143000"/>
                <a:gd name="connsiteY221" fmla="*/ 474879 h 828675"/>
                <a:gd name="connsiteX222" fmla="*/ 769715 w 1143000"/>
                <a:gd name="connsiteY222" fmla="*/ 472593 h 828675"/>
                <a:gd name="connsiteX223" fmla="*/ 770858 w 1143000"/>
                <a:gd name="connsiteY223" fmla="*/ 468878 h 828675"/>
                <a:gd name="connsiteX224" fmla="*/ 771810 w 1143000"/>
                <a:gd name="connsiteY224" fmla="*/ 466878 h 828675"/>
                <a:gd name="connsiteX225" fmla="*/ 771810 w 1143000"/>
                <a:gd name="connsiteY225" fmla="*/ 463544 h 828675"/>
                <a:gd name="connsiteX226" fmla="*/ 770287 w 1143000"/>
                <a:gd name="connsiteY226" fmla="*/ 461163 h 828675"/>
                <a:gd name="connsiteX227" fmla="*/ 770858 w 1143000"/>
                <a:gd name="connsiteY227" fmla="*/ 457353 h 828675"/>
                <a:gd name="connsiteX228" fmla="*/ 768286 w 1143000"/>
                <a:gd name="connsiteY228" fmla="*/ 455162 h 828675"/>
                <a:gd name="connsiteX229" fmla="*/ 765429 w 1143000"/>
                <a:gd name="connsiteY229" fmla="*/ 455067 h 828675"/>
                <a:gd name="connsiteX230" fmla="*/ 761524 w 1143000"/>
                <a:gd name="connsiteY230" fmla="*/ 453924 h 828675"/>
                <a:gd name="connsiteX231" fmla="*/ 759619 w 1143000"/>
                <a:gd name="connsiteY231" fmla="*/ 452590 h 828675"/>
                <a:gd name="connsiteX232" fmla="*/ 757523 w 1143000"/>
                <a:gd name="connsiteY232" fmla="*/ 454781 h 828675"/>
                <a:gd name="connsiteX233" fmla="*/ 757714 w 1143000"/>
                <a:gd name="connsiteY233" fmla="*/ 458115 h 828675"/>
                <a:gd name="connsiteX234" fmla="*/ 760857 w 1143000"/>
                <a:gd name="connsiteY234" fmla="*/ 461068 h 828675"/>
                <a:gd name="connsiteX235" fmla="*/ 762857 w 1143000"/>
                <a:gd name="connsiteY235" fmla="*/ 464211 h 828675"/>
                <a:gd name="connsiteX236" fmla="*/ 760762 w 1143000"/>
                <a:gd name="connsiteY236" fmla="*/ 468021 h 828675"/>
                <a:gd name="connsiteX237" fmla="*/ 756952 w 1143000"/>
                <a:gd name="connsiteY237" fmla="*/ 468688 h 828675"/>
                <a:gd name="connsiteX238" fmla="*/ 754285 w 1143000"/>
                <a:gd name="connsiteY238" fmla="*/ 466497 h 828675"/>
                <a:gd name="connsiteX239" fmla="*/ 752666 w 1143000"/>
                <a:gd name="connsiteY239" fmla="*/ 463449 h 828675"/>
                <a:gd name="connsiteX240" fmla="*/ 753523 w 1143000"/>
                <a:gd name="connsiteY240" fmla="*/ 460592 h 828675"/>
                <a:gd name="connsiteX241" fmla="*/ 751522 w 1143000"/>
                <a:gd name="connsiteY241" fmla="*/ 456781 h 828675"/>
                <a:gd name="connsiteX242" fmla="*/ 752380 w 1143000"/>
                <a:gd name="connsiteY242" fmla="*/ 454877 h 828675"/>
                <a:gd name="connsiteX243" fmla="*/ 751713 w 1143000"/>
                <a:gd name="connsiteY243" fmla="*/ 451829 h 828675"/>
                <a:gd name="connsiteX244" fmla="*/ 748093 w 1143000"/>
                <a:gd name="connsiteY244" fmla="*/ 449066 h 828675"/>
                <a:gd name="connsiteX245" fmla="*/ 744093 w 1143000"/>
                <a:gd name="connsiteY245" fmla="*/ 448780 h 828675"/>
                <a:gd name="connsiteX246" fmla="*/ 737616 w 1143000"/>
                <a:gd name="connsiteY246" fmla="*/ 450400 h 828675"/>
                <a:gd name="connsiteX247" fmla="*/ 733806 w 1143000"/>
                <a:gd name="connsiteY247" fmla="*/ 452495 h 828675"/>
                <a:gd name="connsiteX248" fmla="*/ 729043 w 1143000"/>
                <a:gd name="connsiteY248" fmla="*/ 452400 h 828675"/>
                <a:gd name="connsiteX249" fmla="*/ 724852 w 1143000"/>
                <a:gd name="connsiteY249" fmla="*/ 453829 h 828675"/>
                <a:gd name="connsiteX250" fmla="*/ 726853 w 1143000"/>
                <a:gd name="connsiteY250" fmla="*/ 458687 h 828675"/>
                <a:gd name="connsiteX251" fmla="*/ 730282 w 1143000"/>
                <a:gd name="connsiteY251" fmla="*/ 460115 h 828675"/>
                <a:gd name="connsiteX252" fmla="*/ 733710 w 1143000"/>
                <a:gd name="connsiteY252" fmla="*/ 458687 h 828675"/>
                <a:gd name="connsiteX253" fmla="*/ 738188 w 1143000"/>
                <a:gd name="connsiteY253" fmla="*/ 458877 h 828675"/>
                <a:gd name="connsiteX254" fmla="*/ 739997 w 1143000"/>
                <a:gd name="connsiteY254" fmla="*/ 461830 h 828675"/>
                <a:gd name="connsiteX255" fmla="*/ 742950 w 1143000"/>
                <a:gd name="connsiteY255" fmla="*/ 462973 h 828675"/>
                <a:gd name="connsiteX256" fmla="*/ 745807 w 1143000"/>
                <a:gd name="connsiteY256" fmla="*/ 461163 h 828675"/>
                <a:gd name="connsiteX257" fmla="*/ 747713 w 1143000"/>
                <a:gd name="connsiteY257" fmla="*/ 461830 h 828675"/>
                <a:gd name="connsiteX258" fmla="*/ 748760 w 1143000"/>
                <a:gd name="connsiteY258" fmla="*/ 464402 h 828675"/>
                <a:gd name="connsiteX259" fmla="*/ 745236 w 1143000"/>
                <a:gd name="connsiteY259" fmla="*/ 466211 h 828675"/>
                <a:gd name="connsiteX260" fmla="*/ 746379 w 1143000"/>
                <a:gd name="connsiteY260" fmla="*/ 468973 h 828675"/>
                <a:gd name="connsiteX261" fmla="*/ 746570 w 1143000"/>
                <a:gd name="connsiteY261" fmla="*/ 473831 h 828675"/>
                <a:gd name="connsiteX262" fmla="*/ 742950 w 1143000"/>
                <a:gd name="connsiteY262" fmla="*/ 477546 h 828675"/>
                <a:gd name="connsiteX263" fmla="*/ 742855 w 1143000"/>
                <a:gd name="connsiteY263" fmla="*/ 481928 h 828675"/>
                <a:gd name="connsiteX264" fmla="*/ 744188 w 1143000"/>
                <a:gd name="connsiteY264" fmla="*/ 485833 h 828675"/>
                <a:gd name="connsiteX265" fmla="*/ 743522 w 1143000"/>
                <a:gd name="connsiteY265" fmla="*/ 490310 h 828675"/>
                <a:gd name="connsiteX266" fmla="*/ 738759 w 1143000"/>
                <a:gd name="connsiteY266" fmla="*/ 491738 h 828675"/>
                <a:gd name="connsiteX267" fmla="*/ 734187 w 1143000"/>
                <a:gd name="connsiteY267" fmla="*/ 493072 h 828675"/>
                <a:gd name="connsiteX268" fmla="*/ 733234 w 1143000"/>
                <a:gd name="connsiteY268" fmla="*/ 494977 h 828675"/>
                <a:gd name="connsiteX269" fmla="*/ 735425 w 1143000"/>
                <a:gd name="connsiteY269" fmla="*/ 498787 h 828675"/>
                <a:gd name="connsiteX270" fmla="*/ 736378 w 1143000"/>
                <a:gd name="connsiteY270" fmla="*/ 501835 h 828675"/>
                <a:gd name="connsiteX271" fmla="*/ 735330 w 1143000"/>
                <a:gd name="connsiteY271" fmla="*/ 505740 h 828675"/>
                <a:gd name="connsiteX272" fmla="*/ 732282 w 1143000"/>
                <a:gd name="connsiteY272" fmla="*/ 506788 h 828675"/>
                <a:gd name="connsiteX273" fmla="*/ 729901 w 1143000"/>
                <a:gd name="connsiteY273" fmla="*/ 503645 h 828675"/>
                <a:gd name="connsiteX274" fmla="*/ 729234 w 1143000"/>
                <a:gd name="connsiteY274" fmla="*/ 497739 h 828675"/>
                <a:gd name="connsiteX275" fmla="*/ 728472 w 1143000"/>
                <a:gd name="connsiteY275" fmla="*/ 491643 h 828675"/>
                <a:gd name="connsiteX276" fmla="*/ 726662 w 1143000"/>
                <a:gd name="connsiteY276" fmla="*/ 488690 h 828675"/>
                <a:gd name="connsiteX277" fmla="*/ 722757 w 1143000"/>
                <a:gd name="connsiteY277" fmla="*/ 482785 h 828675"/>
                <a:gd name="connsiteX278" fmla="*/ 715423 w 1143000"/>
                <a:gd name="connsiteY278" fmla="*/ 477355 h 828675"/>
                <a:gd name="connsiteX279" fmla="*/ 712851 w 1143000"/>
                <a:gd name="connsiteY279" fmla="*/ 475641 h 828675"/>
                <a:gd name="connsiteX280" fmla="*/ 709327 w 1143000"/>
                <a:gd name="connsiteY280" fmla="*/ 469831 h 828675"/>
                <a:gd name="connsiteX281" fmla="*/ 707327 w 1143000"/>
                <a:gd name="connsiteY281" fmla="*/ 464021 h 828675"/>
                <a:gd name="connsiteX282" fmla="*/ 707136 w 1143000"/>
                <a:gd name="connsiteY282" fmla="*/ 459068 h 828675"/>
                <a:gd name="connsiteX283" fmla="*/ 707517 w 1143000"/>
                <a:gd name="connsiteY283" fmla="*/ 452971 h 828675"/>
                <a:gd name="connsiteX284" fmla="*/ 707707 w 1143000"/>
                <a:gd name="connsiteY284" fmla="*/ 447161 h 828675"/>
                <a:gd name="connsiteX285" fmla="*/ 706469 w 1143000"/>
                <a:gd name="connsiteY285" fmla="*/ 442494 h 828675"/>
                <a:gd name="connsiteX286" fmla="*/ 705231 w 1143000"/>
                <a:gd name="connsiteY286" fmla="*/ 438398 h 828675"/>
                <a:gd name="connsiteX287" fmla="*/ 706850 w 1143000"/>
                <a:gd name="connsiteY287" fmla="*/ 437827 h 828675"/>
                <a:gd name="connsiteX288" fmla="*/ 709613 w 1143000"/>
                <a:gd name="connsiteY288" fmla="*/ 441827 h 828675"/>
                <a:gd name="connsiteX289" fmla="*/ 711232 w 1143000"/>
                <a:gd name="connsiteY289" fmla="*/ 448019 h 828675"/>
                <a:gd name="connsiteX290" fmla="*/ 710851 w 1143000"/>
                <a:gd name="connsiteY290" fmla="*/ 455638 h 828675"/>
                <a:gd name="connsiteX291" fmla="*/ 710469 w 1143000"/>
                <a:gd name="connsiteY291" fmla="*/ 460020 h 828675"/>
                <a:gd name="connsiteX292" fmla="*/ 710851 w 1143000"/>
                <a:gd name="connsiteY292" fmla="*/ 463925 h 828675"/>
                <a:gd name="connsiteX293" fmla="*/ 712756 w 1143000"/>
                <a:gd name="connsiteY293" fmla="*/ 459544 h 828675"/>
                <a:gd name="connsiteX294" fmla="*/ 713708 w 1143000"/>
                <a:gd name="connsiteY294" fmla="*/ 454781 h 828675"/>
                <a:gd name="connsiteX295" fmla="*/ 714184 w 1143000"/>
                <a:gd name="connsiteY295" fmla="*/ 447923 h 828675"/>
                <a:gd name="connsiteX296" fmla="*/ 713708 w 1143000"/>
                <a:gd name="connsiteY296" fmla="*/ 439255 h 828675"/>
                <a:gd name="connsiteX297" fmla="*/ 712756 w 1143000"/>
                <a:gd name="connsiteY297" fmla="*/ 434112 h 828675"/>
                <a:gd name="connsiteX298" fmla="*/ 710946 w 1143000"/>
                <a:gd name="connsiteY298" fmla="*/ 427159 h 828675"/>
                <a:gd name="connsiteX299" fmla="*/ 707612 w 1143000"/>
                <a:gd name="connsiteY299" fmla="*/ 424968 h 828675"/>
                <a:gd name="connsiteX300" fmla="*/ 707422 w 1143000"/>
                <a:gd name="connsiteY300" fmla="*/ 421253 h 828675"/>
                <a:gd name="connsiteX301" fmla="*/ 709898 w 1143000"/>
                <a:gd name="connsiteY301" fmla="*/ 418110 h 828675"/>
                <a:gd name="connsiteX302" fmla="*/ 712470 w 1143000"/>
                <a:gd name="connsiteY302" fmla="*/ 414681 h 828675"/>
                <a:gd name="connsiteX303" fmla="*/ 711232 w 1143000"/>
                <a:gd name="connsiteY303" fmla="*/ 412205 h 828675"/>
                <a:gd name="connsiteX304" fmla="*/ 712184 w 1143000"/>
                <a:gd name="connsiteY304" fmla="*/ 408013 h 828675"/>
                <a:gd name="connsiteX305" fmla="*/ 714089 w 1143000"/>
                <a:gd name="connsiteY305" fmla="*/ 403632 h 828675"/>
                <a:gd name="connsiteX306" fmla="*/ 712470 w 1143000"/>
                <a:gd name="connsiteY306" fmla="*/ 397250 h 828675"/>
                <a:gd name="connsiteX307" fmla="*/ 715232 w 1143000"/>
                <a:gd name="connsiteY307" fmla="*/ 392678 h 828675"/>
                <a:gd name="connsiteX308" fmla="*/ 714470 w 1143000"/>
                <a:gd name="connsiteY308" fmla="*/ 387154 h 828675"/>
                <a:gd name="connsiteX309" fmla="*/ 715137 w 1143000"/>
                <a:gd name="connsiteY309" fmla="*/ 382963 h 828675"/>
                <a:gd name="connsiteX310" fmla="*/ 716852 w 1143000"/>
                <a:gd name="connsiteY310" fmla="*/ 378200 h 828675"/>
                <a:gd name="connsiteX311" fmla="*/ 716852 w 1143000"/>
                <a:gd name="connsiteY311" fmla="*/ 369723 h 828675"/>
                <a:gd name="connsiteX312" fmla="*/ 716280 w 1143000"/>
                <a:gd name="connsiteY312" fmla="*/ 366008 h 828675"/>
                <a:gd name="connsiteX313" fmla="*/ 717518 w 1143000"/>
                <a:gd name="connsiteY313" fmla="*/ 362675 h 828675"/>
                <a:gd name="connsiteX314" fmla="*/ 715709 w 1143000"/>
                <a:gd name="connsiteY314" fmla="*/ 356007 h 828675"/>
                <a:gd name="connsiteX315" fmla="*/ 714375 w 1143000"/>
                <a:gd name="connsiteY315" fmla="*/ 349435 h 828675"/>
                <a:gd name="connsiteX316" fmla="*/ 713899 w 1143000"/>
                <a:gd name="connsiteY316" fmla="*/ 341624 h 828675"/>
                <a:gd name="connsiteX317" fmla="*/ 711612 w 1143000"/>
                <a:gd name="connsiteY317" fmla="*/ 336576 h 828675"/>
                <a:gd name="connsiteX318" fmla="*/ 710946 w 1143000"/>
                <a:gd name="connsiteY318" fmla="*/ 334576 h 828675"/>
                <a:gd name="connsiteX319" fmla="*/ 711612 w 1143000"/>
                <a:gd name="connsiteY319" fmla="*/ 332195 h 828675"/>
                <a:gd name="connsiteX320" fmla="*/ 712565 w 1143000"/>
                <a:gd name="connsiteY320" fmla="*/ 326194 h 828675"/>
                <a:gd name="connsiteX321" fmla="*/ 709708 w 1143000"/>
                <a:gd name="connsiteY321" fmla="*/ 322479 h 828675"/>
                <a:gd name="connsiteX322" fmla="*/ 709803 w 1143000"/>
                <a:gd name="connsiteY322" fmla="*/ 319336 h 828675"/>
                <a:gd name="connsiteX323" fmla="*/ 711612 w 1143000"/>
                <a:gd name="connsiteY323" fmla="*/ 316478 h 828675"/>
                <a:gd name="connsiteX324" fmla="*/ 711327 w 1143000"/>
                <a:gd name="connsiteY324" fmla="*/ 312573 h 828675"/>
                <a:gd name="connsiteX325" fmla="*/ 709231 w 1143000"/>
                <a:gd name="connsiteY325" fmla="*/ 309715 h 828675"/>
                <a:gd name="connsiteX326" fmla="*/ 705135 w 1143000"/>
                <a:gd name="connsiteY326" fmla="*/ 309525 h 828675"/>
                <a:gd name="connsiteX327" fmla="*/ 701421 w 1143000"/>
                <a:gd name="connsiteY327" fmla="*/ 308477 h 828675"/>
                <a:gd name="connsiteX328" fmla="*/ 700564 w 1143000"/>
                <a:gd name="connsiteY328" fmla="*/ 305334 h 828675"/>
                <a:gd name="connsiteX329" fmla="*/ 696753 w 1143000"/>
                <a:gd name="connsiteY329" fmla="*/ 302572 h 828675"/>
                <a:gd name="connsiteX330" fmla="*/ 694087 w 1143000"/>
                <a:gd name="connsiteY330" fmla="*/ 300095 h 828675"/>
                <a:gd name="connsiteX331" fmla="*/ 693991 w 1143000"/>
                <a:gd name="connsiteY331" fmla="*/ 297619 h 828675"/>
                <a:gd name="connsiteX332" fmla="*/ 691229 w 1143000"/>
                <a:gd name="connsiteY332" fmla="*/ 294952 h 828675"/>
                <a:gd name="connsiteX333" fmla="*/ 690848 w 1143000"/>
                <a:gd name="connsiteY333" fmla="*/ 291904 h 828675"/>
                <a:gd name="connsiteX334" fmla="*/ 689134 w 1143000"/>
                <a:gd name="connsiteY334" fmla="*/ 288570 h 828675"/>
                <a:gd name="connsiteX335" fmla="*/ 686562 w 1143000"/>
                <a:gd name="connsiteY335" fmla="*/ 288094 h 828675"/>
                <a:gd name="connsiteX336" fmla="*/ 685324 w 1143000"/>
                <a:gd name="connsiteY336" fmla="*/ 286855 h 828675"/>
                <a:gd name="connsiteX337" fmla="*/ 680847 w 1143000"/>
                <a:gd name="connsiteY337" fmla="*/ 287046 h 828675"/>
                <a:gd name="connsiteX338" fmla="*/ 679799 w 1143000"/>
                <a:gd name="connsiteY338" fmla="*/ 283807 h 828675"/>
                <a:gd name="connsiteX339" fmla="*/ 681228 w 1143000"/>
                <a:gd name="connsiteY339" fmla="*/ 281903 h 828675"/>
                <a:gd name="connsiteX340" fmla="*/ 681418 w 1143000"/>
                <a:gd name="connsiteY340" fmla="*/ 278188 h 828675"/>
                <a:gd name="connsiteX341" fmla="*/ 679799 w 1143000"/>
                <a:gd name="connsiteY341" fmla="*/ 276378 h 828675"/>
                <a:gd name="connsiteX342" fmla="*/ 677799 w 1143000"/>
                <a:gd name="connsiteY342" fmla="*/ 274568 h 828675"/>
                <a:gd name="connsiteX343" fmla="*/ 673132 w 1143000"/>
                <a:gd name="connsiteY343" fmla="*/ 274473 h 828675"/>
                <a:gd name="connsiteX344" fmla="*/ 668750 w 1143000"/>
                <a:gd name="connsiteY344" fmla="*/ 276283 h 828675"/>
                <a:gd name="connsiteX345" fmla="*/ 665131 w 1143000"/>
                <a:gd name="connsiteY345" fmla="*/ 275045 h 828675"/>
                <a:gd name="connsiteX346" fmla="*/ 660845 w 1143000"/>
                <a:gd name="connsiteY346" fmla="*/ 276283 h 828675"/>
                <a:gd name="connsiteX347" fmla="*/ 655034 w 1143000"/>
                <a:gd name="connsiteY347" fmla="*/ 275806 h 828675"/>
                <a:gd name="connsiteX348" fmla="*/ 653415 w 1143000"/>
                <a:gd name="connsiteY348" fmla="*/ 276854 h 828675"/>
                <a:gd name="connsiteX349" fmla="*/ 653319 w 1143000"/>
                <a:gd name="connsiteY349" fmla="*/ 281140 h 828675"/>
                <a:gd name="connsiteX350" fmla="*/ 651224 w 1143000"/>
                <a:gd name="connsiteY350" fmla="*/ 284855 h 828675"/>
                <a:gd name="connsiteX351" fmla="*/ 647414 w 1143000"/>
                <a:gd name="connsiteY351" fmla="*/ 282760 h 828675"/>
                <a:gd name="connsiteX352" fmla="*/ 645223 w 1143000"/>
                <a:gd name="connsiteY352" fmla="*/ 282474 h 828675"/>
                <a:gd name="connsiteX353" fmla="*/ 645890 w 1143000"/>
                <a:gd name="connsiteY353" fmla="*/ 278759 h 828675"/>
                <a:gd name="connsiteX354" fmla="*/ 645700 w 1143000"/>
                <a:gd name="connsiteY354" fmla="*/ 276664 h 828675"/>
                <a:gd name="connsiteX355" fmla="*/ 641699 w 1143000"/>
                <a:gd name="connsiteY355" fmla="*/ 274187 h 828675"/>
                <a:gd name="connsiteX356" fmla="*/ 641318 w 1143000"/>
                <a:gd name="connsiteY356" fmla="*/ 271806 h 828675"/>
                <a:gd name="connsiteX357" fmla="*/ 642080 w 1143000"/>
                <a:gd name="connsiteY357" fmla="*/ 269234 h 828675"/>
                <a:gd name="connsiteX358" fmla="*/ 641795 w 1143000"/>
                <a:gd name="connsiteY358" fmla="*/ 265805 h 828675"/>
                <a:gd name="connsiteX359" fmla="*/ 638747 w 1143000"/>
                <a:gd name="connsiteY359" fmla="*/ 264472 h 828675"/>
                <a:gd name="connsiteX360" fmla="*/ 634269 w 1143000"/>
                <a:gd name="connsiteY360" fmla="*/ 264281 h 828675"/>
                <a:gd name="connsiteX361" fmla="*/ 631317 w 1143000"/>
                <a:gd name="connsiteY361" fmla="*/ 263043 h 828675"/>
                <a:gd name="connsiteX362" fmla="*/ 628269 w 1143000"/>
                <a:gd name="connsiteY362" fmla="*/ 262376 h 828675"/>
                <a:gd name="connsiteX363" fmla="*/ 626650 w 1143000"/>
                <a:gd name="connsiteY363" fmla="*/ 258376 h 828675"/>
                <a:gd name="connsiteX364" fmla="*/ 626173 w 1143000"/>
                <a:gd name="connsiteY364" fmla="*/ 254185 h 828675"/>
                <a:gd name="connsiteX365" fmla="*/ 622459 w 1143000"/>
                <a:gd name="connsiteY365" fmla="*/ 251422 h 828675"/>
                <a:gd name="connsiteX366" fmla="*/ 620649 w 1143000"/>
                <a:gd name="connsiteY366" fmla="*/ 246946 h 828675"/>
                <a:gd name="connsiteX367" fmla="*/ 617411 w 1143000"/>
                <a:gd name="connsiteY367" fmla="*/ 243803 h 828675"/>
                <a:gd name="connsiteX368" fmla="*/ 613410 w 1143000"/>
                <a:gd name="connsiteY368" fmla="*/ 242564 h 828675"/>
                <a:gd name="connsiteX369" fmla="*/ 608838 w 1143000"/>
                <a:gd name="connsiteY369" fmla="*/ 243803 h 828675"/>
                <a:gd name="connsiteX370" fmla="*/ 606837 w 1143000"/>
                <a:gd name="connsiteY370" fmla="*/ 242183 h 828675"/>
                <a:gd name="connsiteX371" fmla="*/ 604742 w 1143000"/>
                <a:gd name="connsiteY371" fmla="*/ 239135 h 828675"/>
                <a:gd name="connsiteX372" fmla="*/ 599599 w 1143000"/>
                <a:gd name="connsiteY372" fmla="*/ 238278 h 828675"/>
                <a:gd name="connsiteX373" fmla="*/ 598075 w 1143000"/>
                <a:gd name="connsiteY373" fmla="*/ 236087 h 828675"/>
                <a:gd name="connsiteX374" fmla="*/ 592550 w 1143000"/>
                <a:gd name="connsiteY374" fmla="*/ 234563 h 828675"/>
                <a:gd name="connsiteX375" fmla="*/ 590741 w 1143000"/>
                <a:gd name="connsiteY375" fmla="*/ 230658 h 828675"/>
                <a:gd name="connsiteX376" fmla="*/ 589026 w 1143000"/>
                <a:gd name="connsiteY376" fmla="*/ 225038 h 828675"/>
                <a:gd name="connsiteX377" fmla="*/ 588454 w 1143000"/>
                <a:gd name="connsiteY377" fmla="*/ 219609 h 828675"/>
                <a:gd name="connsiteX378" fmla="*/ 585216 w 1143000"/>
                <a:gd name="connsiteY378" fmla="*/ 213322 h 828675"/>
                <a:gd name="connsiteX379" fmla="*/ 585121 w 1143000"/>
                <a:gd name="connsiteY379" fmla="*/ 211227 h 828675"/>
                <a:gd name="connsiteX380" fmla="*/ 582073 w 1143000"/>
                <a:gd name="connsiteY380" fmla="*/ 210465 h 828675"/>
                <a:gd name="connsiteX381" fmla="*/ 577977 w 1143000"/>
                <a:gd name="connsiteY381" fmla="*/ 210751 h 828675"/>
                <a:gd name="connsiteX382" fmla="*/ 575024 w 1143000"/>
                <a:gd name="connsiteY382" fmla="*/ 208846 h 828675"/>
                <a:gd name="connsiteX383" fmla="*/ 572452 w 1143000"/>
                <a:gd name="connsiteY383" fmla="*/ 206655 h 828675"/>
                <a:gd name="connsiteX384" fmla="*/ 567880 w 1143000"/>
                <a:gd name="connsiteY384" fmla="*/ 206369 h 828675"/>
                <a:gd name="connsiteX385" fmla="*/ 565975 w 1143000"/>
                <a:gd name="connsiteY385" fmla="*/ 204464 h 828675"/>
                <a:gd name="connsiteX386" fmla="*/ 562737 w 1143000"/>
                <a:gd name="connsiteY386" fmla="*/ 201416 h 828675"/>
                <a:gd name="connsiteX387" fmla="*/ 559594 w 1143000"/>
                <a:gd name="connsiteY387" fmla="*/ 198845 h 828675"/>
                <a:gd name="connsiteX388" fmla="*/ 559308 w 1143000"/>
                <a:gd name="connsiteY388" fmla="*/ 194177 h 828675"/>
                <a:gd name="connsiteX389" fmla="*/ 555879 w 1143000"/>
                <a:gd name="connsiteY389" fmla="*/ 190748 h 828675"/>
                <a:gd name="connsiteX390" fmla="*/ 552259 w 1143000"/>
                <a:gd name="connsiteY390" fmla="*/ 187796 h 828675"/>
                <a:gd name="connsiteX391" fmla="*/ 550450 w 1143000"/>
                <a:gd name="connsiteY391" fmla="*/ 184367 h 828675"/>
                <a:gd name="connsiteX392" fmla="*/ 545973 w 1143000"/>
                <a:gd name="connsiteY392" fmla="*/ 180652 h 828675"/>
                <a:gd name="connsiteX393" fmla="*/ 535781 w 1143000"/>
                <a:gd name="connsiteY393" fmla="*/ 176175 h 828675"/>
                <a:gd name="connsiteX394" fmla="*/ 529780 w 1143000"/>
                <a:gd name="connsiteY394" fmla="*/ 174270 h 828675"/>
                <a:gd name="connsiteX395" fmla="*/ 525780 w 1143000"/>
                <a:gd name="connsiteY395" fmla="*/ 173413 h 828675"/>
                <a:gd name="connsiteX396" fmla="*/ 521303 w 1143000"/>
                <a:gd name="connsiteY396" fmla="*/ 171413 h 828675"/>
                <a:gd name="connsiteX397" fmla="*/ 512540 w 1143000"/>
                <a:gd name="connsiteY397" fmla="*/ 169031 h 828675"/>
                <a:gd name="connsiteX398" fmla="*/ 503015 w 1143000"/>
                <a:gd name="connsiteY398" fmla="*/ 163697 h 828675"/>
                <a:gd name="connsiteX399" fmla="*/ 499110 w 1143000"/>
                <a:gd name="connsiteY399" fmla="*/ 162364 h 828675"/>
                <a:gd name="connsiteX400" fmla="*/ 495205 w 1143000"/>
                <a:gd name="connsiteY400" fmla="*/ 160268 h 828675"/>
                <a:gd name="connsiteX401" fmla="*/ 490918 w 1143000"/>
                <a:gd name="connsiteY401" fmla="*/ 159887 h 828675"/>
                <a:gd name="connsiteX402" fmla="*/ 488728 w 1143000"/>
                <a:gd name="connsiteY402" fmla="*/ 161030 h 828675"/>
                <a:gd name="connsiteX403" fmla="*/ 483584 w 1143000"/>
                <a:gd name="connsiteY403" fmla="*/ 162935 h 828675"/>
                <a:gd name="connsiteX404" fmla="*/ 479393 w 1143000"/>
                <a:gd name="connsiteY404" fmla="*/ 164554 h 828675"/>
                <a:gd name="connsiteX405" fmla="*/ 476631 w 1143000"/>
                <a:gd name="connsiteY405" fmla="*/ 167412 h 828675"/>
                <a:gd name="connsiteX406" fmla="*/ 472250 w 1143000"/>
                <a:gd name="connsiteY406" fmla="*/ 167412 h 828675"/>
                <a:gd name="connsiteX407" fmla="*/ 469963 w 1143000"/>
                <a:gd name="connsiteY407" fmla="*/ 166364 h 828675"/>
                <a:gd name="connsiteX408" fmla="*/ 467010 w 1143000"/>
                <a:gd name="connsiteY408" fmla="*/ 167507 h 828675"/>
                <a:gd name="connsiteX409" fmla="*/ 465391 w 1143000"/>
                <a:gd name="connsiteY409" fmla="*/ 165697 h 828675"/>
                <a:gd name="connsiteX410" fmla="*/ 462819 w 1143000"/>
                <a:gd name="connsiteY410" fmla="*/ 165126 h 828675"/>
                <a:gd name="connsiteX411" fmla="*/ 460915 w 1143000"/>
                <a:gd name="connsiteY411" fmla="*/ 167221 h 828675"/>
                <a:gd name="connsiteX412" fmla="*/ 461867 w 1143000"/>
                <a:gd name="connsiteY412" fmla="*/ 169888 h 828675"/>
                <a:gd name="connsiteX413" fmla="*/ 459867 w 1143000"/>
                <a:gd name="connsiteY413" fmla="*/ 172460 h 828675"/>
                <a:gd name="connsiteX414" fmla="*/ 456152 w 1143000"/>
                <a:gd name="connsiteY414" fmla="*/ 172460 h 828675"/>
                <a:gd name="connsiteX415" fmla="*/ 455200 w 1143000"/>
                <a:gd name="connsiteY415" fmla="*/ 170555 h 828675"/>
                <a:gd name="connsiteX416" fmla="*/ 453009 w 1143000"/>
                <a:gd name="connsiteY416" fmla="*/ 172270 h 828675"/>
                <a:gd name="connsiteX417" fmla="*/ 450532 w 1143000"/>
                <a:gd name="connsiteY417" fmla="*/ 173984 h 828675"/>
                <a:gd name="connsiteX418" fmla="*/ 450437 w 1143000"/>
                <a:gd name="connsiteY418" fmla="*/ 177985 h 828675"/>
                <a:gd name="connsiteX419" fmla="*/ 452342 w 1143000"/>
                <a:gd name="connsiteY419" fmla="*/ 182843 h 828675"/>
                <a:gd name="connsiteX420" fmla="*/ 454819 w 1143000"/>
                <a:gd name="connsiteY420" fmla="*/ 185795 h 828675"/>
                <a:gd name="connsiteX421" fmla="*/ 457391 w 1143000"/>
                <a:gd name="connsiteY421" fmla="*/ 191129 h 828675"/>
                <a:gd name="connsiteX422" fmla="*/ 457105 w 1143000"/>
                <a:gd name="connsiteY422" fmla="*/ 195987 h 828675"/>
                <a:gd name="connsiteX423" fmla="*/ 453771 w 1143000"/>
                <a:gd name="connsiteY423" fmla="*/ 198749 h 828675"/>
                <a:gd name="connsiteX424" fmla="*/ 449580 w 1143000"/>
                <a:gd name="connsiteY424" fmla="*/ 198749 h 828675"/>
                <a:gd name="connsiteX425" fmla="*/ 445294 w 1143000"/>
                <a:gd name="connsiteY425" fmla="*/ 198845 h 828675"/>
                <a:gd name="connsiteX426" fmla="*/ 443389 w 1143000"/>
                <a:gd name="connsiteY426" fmla="*/ 198559 h 828675"/>
                <a:gd name="connsiteX427" fmla="*/ 441674 w 1143000"/>
                <a:gd name="connsiteY427" fmla="*/ 196178 h 828675"/>
                <a:gd name="connsiteX428" fmla="*/ 439578 w 1143000"/>
                <a:gd name="connsiteY428" fmla="*/ 195892 h 828675"/>
                <a:gd name="connsiteX429" fmla="*/ 436721 w 1143000"/>
                <a:gd name="connsiteY429" fmla="*/ 198082 h 828675"/>
                <a:gd name="connsiteX430" fmla="*/ 433864 w 1143000"/>
                <a:gd name="connsiteY430" fmla="*/ 199321 h 828675"/>
                <a:gd name="connsiteX431" fmla="*/ 428720 w 1143000"/>
                <a:gd name="connsiteY431" fmla="*/ 201035 h 828675"/>
                <a:gd name="connsiteX432" fmla="*/ 425291 w 1143000"/>
                <a:gd name="connsiteY432" fmla="*/ 205607 h 828675"/>
                <a:gd name="connsiteX433" fmla="*/ 420434 w 1143000"/>
                <a:gd name="connsiteY433" fmla="*/ 208274 h 828675"/>
                <a:gd name="connsiteX434" fmla="*/ 418338 w 1143000"/>
                <a:gd name="connsiteY434" fmla="*/ 211894 h 828675"/>
                <a:gd name="connsiteX435" fmla="*/ 416052 w 1143000"/>
                <a:gd name="connsiteY435" fmla="*/ 214465 h 828675"/>
                <a:gd name="connsiteX436" fmla="*/ 412623 w 1143000"/>
                <a:gd name="connsiteY436" fmla="*/ 215513 h 828675"/>
                <a:gd name="connsiteX437" fmla="*/ 406241 w 1143000"/>
                <a:gd name="connsiteY437" fmla="*/ 220943 h 828675"/>
                <a:gd name="connsiteX438" fmla="*/ 400812 w 1143000"/>
                <a:gd name="connsiteY438" fmla="*/ 226467 h 828675"/>
                <a:gd name="connsiteX439" fmla="*/ 393001 w 1143000"/>
                <a:gd name="connsiteY439" fmla="*/ 232944 h 828675"/>
                <a:gd name="connsiteX440" fmla="*/ 389477 w 1143000"/>
                <a:gd name="connsiteY440" fmla="*/ 236849 h 828675"/>
                <a:gd name="connsiteX441" fmla="*/ 386334 w 1143000"/>
                <a:gd name="connsiteY441" fmla="*/ 236468 h 828675"/>
                <a:gd name="connsiteX442" fmla="*/ 385953 w 1143000"/>
                <a:gd name="connsiteY442" fmla="*/ 231896 h 828675"/>
                <a:gd name="connsiteX443" fmla="*/ 387763 w 1143000"/>
                <a:gd name="connsiteY443" fmla="*/ 229515 h 828675"/>
                <a:gd name="connsiteX444" fmla="*/ 386905 w 1143000"/>
                <a:gd name="connsiteY444" fmla="*/ 227324 h 828675"/>
                <a:gd name="connsiteX445" fmla="*/ 384715 w 1143000"/>
                <a:gd name="connsiteY445" fmla="*/ 227324 h 828675"/>
                <a:gd name="connsiteX446" fmla="*/ 381952 w 1143000"/>
                <a:gd name="connsiteY446" fmla="*/ 231039 h 828675"/>
                <a:gd name="connsiteX447" fmla="*/ 379476 w 1143000"/>
                <a:gd name="connsiteY447" fmla="*/ 234849 h 828675"/>
                <a:gd name="connsiteX448" fmla="*/ 376809 w 1143000"/>
                <a:gd name="connsiteY448" fmla="*/ 238850 h 828675"/>
                <a:gd name="connsiteX449" fmla="*/ 370618 w 1143000"/>
                <a:gd name="connsiteY449" fmla="*/ 240564 h 828675"/>
                <a:gd name="connsiteX450" fmla="*/ 360140 w 1143000"/>
                <a:gd name="connsiteY450" fmla="*/ 241231 h 828675"/>
                <a:gd name="connsiteX451" fmla="*/ 351472 w 1143000"/>
                <a:gd name="connsiteY451" fmla="*/ 246184 h 828675"/>
                <a:gd name="connsiteX452" fmla="*/ 343281 w 1143000"/>
                <a:gd name="connsiteY452" fmla="*/ 250089 h 828675"/>
                <a:gd name="connsiteX453" fmla="*/ 339280 w 1143000"/>
                <a:gd name="connsiteY453" fmla="*/ 250279 h 828675"/>
                <a:gd name="connsiteX454" fmla="*/ 334423 w 1143000"/>
                <a:gd name="connsiteY454" fmla="*/ 252185 h 828675"/>
                <a:gd name="connsiteX455" fmla="*/ 331660 w 1143000"/>
                <a:gd name="connsiteY455" fmla="*/ 254089 h 828675"/>
                <a:gd name="connsiteX456" fmla="*/ 329470 w 1143000"/>
                <a:gd name="connsiteY456" fmla="*/ 257614 h 828675"/>
                <a:gd name="connsiteX457" fmla="*/ 326517 w 1143000"/>
                <a:gd name="connsiteY457" fmla="*/ 256852 h 828675"/>
                <a:gd name="connsiteX458" fmla="*/ 323374 w 1143000"/>
                <a:gd name="connsiteY458" fmla="*/ 251137 h 828675"/>
                <a:gd name="connsiteX459" fmla="*/ 320230 w 1143000"/>
                <a:gd name="connsiteY459" fmla="*/ 245422 h 828675"/>
                <a:gd name="connsiteX460" fmla="*/ 317468 w 1143000"/>
                <a:gd name="connsiteY460" fmla="*/ 239897 h 828675"/>
                <a:gd name="connsiteX461" fmla="*/ 315658 w 1143000"/>
                <a:gd name="connsiteY461" fmla="*/ 234278 h 828675"/>
                <a:gd name="connsiteX462" fmla="*/ 314801 w 1143000"/>
                <a:gd name="connsiteY462" fmla="*/ 229325 h 828675"/>
                <a:gd name="connsiteX463" fmla="*/ 315944 w 1143000"/>
                <a:gd name="connsiteY463" fmla="*/ 224467 h 828675"/>
                <a:gd name="connsiteX464" fmla="*/ 318897 w 1143000"/>
                <a:gd name="connsiteY464" fmla="*/ 224181 h 828675"/>
                <a:gd name="connsiteX465" fmla="*/ 318516 w 1143000"/>
                <a:gd name="connsiteY465" fmla="*/ 228467 h 828675"/>
                <a:gd name="connsiteX466" fmla="*/ 318802 w 1143000"/>
                <a:gd name="connsiteY466" fmla="*/ 234182 h 828675"/>
                <a:gd name="connsiteX467" fmla="*/ 322897 w 1143000"/>
                <a:gd name="connsiteY467" fmla="*/ 243898 h 828675"/>
                <a:gd name="connsiteX468" fmla="*/ 326517 w 1143000"/>
                <a:gd name="connsiteY468" fmla="*/ 248470 h 828675"/>
                <a:gd name="connsiteX469" fmla="*/ 328422 w 1143000"/>
                <a:gd name="connsiteY469" fmla="*/ 251232 h 828675"/>
                <a:gd name="connsiteX470" fmla="*/ 331756 w 1143000"/>
                <a:gd name="connsiteY470" fmla="*/ 249518 h 828675"/>
                <a:gd name="connsiteX471" fmla="*/ 333946 w 1143000"/>
                <a:gd name="connsiteY471" fmla="*/ 247327 h 828675"/>
                <a:gd name="connsiteX472" fmla="*/ 333756 w 1143000"/>
                <a:gd name="connsiteY472" fmla="*/ 239993 h 828675"/>
                <a:gd name="connsiteX473" fmla="*/ 332327 w 1143000"/>
                <a:gd name="connsiteY473" fmla="*/ 230563 h 828675"/>
                <a:gd name="connsiteX474" fmla="*/ 324421 w 1143000"/>
                <a:gd name="connsiteY474" fmla="*/ 220943 h 828675"/>
                <a:gd name="connsiteX475" fmla="*/ 318325 w 1143000"/>
                <a:gd name="connsiteY475" fmla="*/ 215132 h 828675"/>
                <a:gd name="connsiteX476" fmla="*/ 305276 w 1143000"/>
                <a:gd name="connsiteY476" fmla="*/ 212561 h 828675"/>
                <a:gd name="connsiteX477" fmla="*/ 299752 w 1143000"/>
                <a:gd name="connsiteY477" fmla="*/ 211322 h 828675"/>
                <a:gd name="connsiteX478" fmla="*/ 293084 w 1143000"/>
                <a:gd name="connsiteY478" fmla="*/ 207322 h 828675"/>
                <a:gd name="connsiteX479" fmla="*/ 287274 w 1143000"/>
                <a:gd name="connsiteY479" fmla="*/ 200654 h 828675"/>
                <a:gd name="connsiteX480" fmla="*/ 280606 w 1143000"/>
                <a:gd name="connsiteY480" fmla="*/ 198654 h 828675"/>
                <a:gd name="connsiteX481" fmla="*/ 274415 w 1143000"/>
                <a:gd name="connsiteY481" fmla="*/ 197130 h 828675"/>
                <a:gd name="connsiteX482" fmla="*/ 263366 w 1143000"/>
                <a:gd name="connsiteY482" fmla="*/ 189224 h 828675"/>
                <a:gd name="connsiteX483" fmla="*/ 238601 w 1143000"/>
                <a:gd name="connsiteY483" fmla="*/ 177318 h 828675"/>
                <a:gd name="connsiteX484" fmla="*/ 203930 w 1143000"/>
                <a:gd name="connsiteY484" fmla="*/ 169127 h 828675"/>
                <a:gd name="connsiteX485" fmla="*/ 178022 w 1143000"/>
                <a:gd name="connsiteY485" fmla="*/ 166174 h 828675"/>
                <a:gd name="connsiteX486" fmla="*/ 140113 w 1143000"/>
                <a:gd name="connsiteY486" fmla="*/ 167603 h 828675"/>
                <a:gd name="connsiteX487" fmla="*/ 125921 w 1143000"/>
                <a:gd name="connsiteY487" fmla="*/ 170365 h 828675"/>
                <a:gd name="connsiteX488" fmla="*/ 106966 w 1143000"/>
                <a:gd name="connsiteY488" fmla="*/ 177318 h 828675"/>
                <a:gd name="connsiteX489" fmla="*/ 86868 w 1143000"/>
                <a:gd name="connsiteY489" fmla="*/ 184557 h 828675"/>
                <a:gd name="connsiteX490" fmla="*/ 70580 w 1143000"/>
                <a:gd name="connsiteY490" fmla="*/ 190081 h 828675"/>
                <a:gd name="connsiteX491" fmla="*/ 58388 w 1143000"/>
                <a:gd name="connsiteY491" fmla="*/ 191796 h 828675"/>
                <a:gd name="connsiteX492" fmla="*/ 51435 w 1143000"/>
                <a:gd name="connsiteY492" fmla="*/ 193892 h 828675"/>
                <a:gd name="connsiteX493" fmla="*/ 42958 w 1143000"/>
                <a:gd name="connsiteY493" fmla="*/ 196749 h 828675"/>
                <a:gd name="connsiteX494" fmla="*/ 34766 w 1143000"/>
                <a:gd name="connsiteY494" fmla="*/ 198749 h 828675"/>
                <a:gd name="connsiteX495" fmla="*/ 33242 w 1143000"/>
                <a:gd name="connsiteY495" fmla="*/ 197321 h 828675"/>
                <a:gd name="connsiteX496" fmla="*/ 29527 w 1143000"/>
                <a:gd name="connsiteY496" fmla="*/ 198845 h 828675"/>
                <a:gd name="connsiteX497" fmla="*/ 28670 w 1143000"/>
                <a:gd name="connsiteY497" fmla="*/ 195701 h 828675"/>
                <a:gd name="connsiteX498" fmla="*/ 32575 w 1143000"/>
                <a:gd name="connsiteY498" fmla="*/ 193796 h 828675"/>
                <a:gd name="connsiteX499" fmla="*/ 34480 w 1143000"/>
                <a:gd name="connsiteY499" fmla="*/ 190653 h 828675"/>
                <a:gd name="connsiteX500" fmla="*/ 34862 w 1143000"/>
                <a:gd name="connsiteY500" fmla="*/ 186176 h 828675"/>
                <a:gd name="connsiteX501" fmla="*/ 36290 w 1143000"/>
                <a:gd name="connsiteY501" fmla="*/ 182652 h 828675"/>
                <a:gd name="connsiteX502" fmla="*/ 41529 w 1143000"/>
                <a:gd name="connsiteY502" fmla="*/ 179890 h 828675"/>
                <a:gd name="connsiteX503" fmla="*/ 43434 w 1143000"/>
                <a:gd name="connsiteY503" fmla="*/ 176651 h 828675"/>
                <a:gd name="connsiteX504" fmla="*/ 41720 w 1143000"/>
                <a:gd name="connsiteY504" fmla="*/ 174079 h 828675"/>
                <a:gd name="connsiteX505" fmla="*/ 37814 w 1143000"/>
                <a:gd name="connsiteY505" fmla="*/ 174175 h 828675"/>
                <a:gd name="connsiteX506" fmla="*/ 35242 w 1143000"/>
                <a:gd name="connsiteY506" fmla="*/ 172555 h 828675"/>
                <a:gd name="connsiteX507" fmla="*/ 34766 w 1143000"/>
                <a:gd name="connsiteY507" fmla="*/ 168269 h 828675"/>
                <a:gd name="connsiteX508" fmla="*/ 32861 w 1143000"/>
                <a:gd name="connsiteY508" fmla="*/ 165221 h 828675"/>
                <a:gd name="connsiteX509" fmla="*/ 33052 w 1143000"/>
                <a:gd name="connsiteY509" fmla="*/ 160840 h 828675"/>
                <a:gd name="connsiteX510" fmla="*/ 35719 w 1143000"/>
                <a:gd name="connsiteY510" fmla="*/ 157220 h 828675"/>
                <a:gd name="connsiteX511" fmla="*/ 35433 w 1143000"/>
                <a:gd name="connsiteY511" fmla="*/ 151315 h 828675"/>
                <a:gd name="connsiteX512" fmla="*/ 35528 w 1143000"/>
                <a:gd name="connsiteY512" fmla="*/ 144743 h 828675"/>
                <a:gd name="connsiteX513" fmla="*/ 32099 w 1143000"/>
                <a:gd name="connsiteY513" fmla="*/ 139313 h 828675"/>
                <a:gd name="connsiteX514" fmla="*/ 27051 w 1143000"/>
                <a:gd name="connsiteY514" fmla="*/ 136932 h 828675"/>
                <a:gd name="connsiteX515" fmla="*/ 19907 w 1143000"/>
                <a:gd name="connsiteY515" fmla="*/ 134646 h 828675"/>
                <a:gd name="connsiteX516" fmla="*/ 16478 w 1143000"/>
                <a:gd name="connsiteY516" fmla="*/ 131788 h 828675"/>
                <a:gd name="connsiteX517" fmla="*/ 12287 w 1143000"/>
                <a:gd name="connsiteY517" fmla="*/ 125502 h 828675"/>
                <a:gd name="connsiteX518" fmla="*/ 8382 w 1143000"/>
                <a:gd name="connsiteY518" fmla="*/ 121978 h 828675"/>
                <a:gd name="connsiteX519" fmla="*/ 1905 w 1143000"/>
                <a:gd name="connsiteY519" fmla="*/ 117977 h 828675"/>
                <a:gd name="connsiteX520" fmla="*/ 0 w 1143000"/>
                <a:gd name="connsiteY520" fmla="*/ 113881 h 828675"/>
                <a:gd name="connsiteX521" fmla="*/ 1905 w 1143000"/>
                <a:gd name="connsiteY521" fmla="*/ 109119 h 828675"/>
                <a:gd name="connsiteX522" fmla="*/ 2286 w 1143000"/>
                <a:gd name="connsiteY522" fmla="*/ 102832 h 828675"/>
                <a:gd name="connsiteX523" fmla="*/ 2286 w 1143000"/>
                <a:gd name="connsiteY523" fmla="*/ 97308 h 828675"/>
                <a:gd name="connsiteX524" fmla="*/ 3524 w 1143000"/>
                <a:gd name="connsiteY524" fmla="*/ 93879 h 828675"/>
                <a:gd name="connsiteX525" fmla="*/ 119063 w 1143000"/>
                <a:gd name="connsiteY525" fmla="*/ 77877 h 828675"/>
                <a:gd name="connsiteX526" fmla="*/ 207550 w 1143000"/>
                <a:gd name="connsiteY526" fmla="*/ 65590 h 828675"/>
                <a:gd name="connsiteX527" fmla="*/ 278225 w 1143000"/>
                <a:gd name="connsiteY527" fmla="*/ 53684 h 828675"/>
                <a:gd name="connsiteX528" fmla="*/ 342805 w 1143000"/>
                <a:gd name="connsiteY528" fmla="*/ 43778 h 828675"/>
                <a:gd name="connsiteX529" fmla="*/ 343757 w 1143000"/>
                <a:gd name="connsiteY529" fmla="*/ 46826 h 828675"/>
                <a:gd name="connsiteX530" fmla="*/ 345853 w 1143000"/>
                <a:gd name="connsiteY530" fmla="*/ 50254 h 828675"/>
                <a:gd name="connsiteX531" fmla="*/ 347472 w 1143000"/>
                <a:gd name="connsiteY531" fmla="*/ 53874 h 828675"/>
                <a:gd name="connsiteX532" fmla="*/ 350139 w 1143000"/>
                <a:gd name="connsiteY532" fmla="*/ 57113 h 828675"/>
                <a:gd name="connsiteX533" fmla="*/ 353758 w 1143000"/>
                <a:gd name="connsiteY533" fmla="*/ 61304 h 828675"/>
                <a:gd name="connsiteX534" fmla="*/ 355854 w 1143000"/>
                <a:gd name="connsiteY534" fmla="*/ 66733 h 828675"/>
                <a:gd name="connsiteX535" fmla="*/ 356616 w 1143000"/>
                <a:gd name="connsiteY535" fmla="*/ 71305 h 828675"/>
                <a:gd name="connsiteX536" fmla="*/ 357568 w 1143000"/>
                <a:gd name="connsiteY536" fmla="*/ 73496 h 828675"/>
                <a:gd name="connsiteX537" fmla="*/ 359473 w 1143000"/>
                <a:gd name="connsiteY537" fmla="*/ 77401 h 828675"/>
                <a:gd name="connsiteX538" fmla="*/ 363283 w 1143000"/>
                <a:gd name="connsiteY538" fmla="*/ 80258 h 828675"/>
                <a:gd name="connsiteX539" fmla="*/ 367093 w 1143000"/>
                <a:gd name="connsiteY539" fmla="*/ 85306 h 828675"/>
                <a:gd name="connsiteX540" fmla="*/ 431578 w 1143000"/>
                <a:gd name="connsiteY540" fmla="*/ 77687 h 828675"/>
                <a:gd name="connsiteX541" fmla="*/ 578168 w 1143000"/>
                <a:gd name="connsiteY541" fmla="*/ 61780 h 828675"/>
                <a:gd name="connsiteX542" fmla="*/ 654844 w 1143000"/>
                <a:gd name="connsiteY542" fmla="*/ 53303 h 828675"/>
                <a:gd name="connsiteX543" fmla="*/ 715232 w 1143000"/>
                <a:gd name="connsiteY543" fmla="*/ 45778 h 828675"/>
                <a:gd name="connsiteX544" fmla="*/ 717328 w 1143000"/>
                <a:gd name="connsiteY544" fmla="*/ 47302 h 828675"/>
                <a:gd name="connsiteX545" fmla="*/ 717328 w 1143000"/>
                <a:gd name="connsiteY545" fmla="*/ 51112 h 828675"/>
                <a:gd name="connsiteX546" fmla="*/ 718471 w 1143000"/>
                <a:gd name="connsiteY546" fmla="*/ 53969 h 828675"/>
                <a:gd name="connsiteX547" fmla="*/ 721328 w 1143000"/>
                <a:gd name="connsiteY547" fmla="*/ 55970 h 828675"/>
                <a:gd name="connsiteX548" fmla="*/ 723709 w 1143000"/>
                <a:gd name="connsiteY548" fmla="*/ 58541 h 828675"/>
                <a:gd name="connsiteX549" fmla="*/ 723138 w 1143000"/>
                <a:gd name="connsiteY549" fmla="*/ 65495 h 828675"/>
                <a:gd name="connsiteX550" fmla="*/ 724281 w 1143000"/>
                <a:gd name="connsiteY550" fmla="*/ 69019 h 828675"/>
                <a:gd name="connsiteX551" fmla="*/ 725519 w 1143000"/>
                <a:gd name="connsiteY551" fmla="*/ 73686 h 828675"/>
                <a:gd name="connsiteX552" fmla="*/ 729043 w 1143000"/>
                <a:gd name="connsiteY552" fmla="*/ 76925 h 828675"/>
                <a:gd name="connsiteX553" fmla="*/ 733044 w 1143000"/>
                <a:gd name="connsiteY553" fmla="*/ 76639 h 828675"/>
                <a:gd name="connsiteX554" fmla="*/ 735902 w 1143000"/>
                <a:gd name="connsiteY554" fmla="*/ 74067 h 828675"/>
                <a:gd name="connsiteX555" fmla="*/ 739140 w 1143000"/>
                <a:gd name="connsiteY555" fmla="*/ 73400 h 828675"/>
                <a:gd name="connsiteX556" fmla="*/ 743998 w 1143000"/>
                <a:gd name="connsiteY556" fmla="*/ 74829 h 828675"/>
                <a:gd name="connsiteX557" fmla="*/ 746855 w 1143000"/>
                <a:gd name="connsiteY557" fmla="*/ 72734 h 828675"/>
                <a:gd name="connsiteX558" fmla="*/ 748665 w 1143000"/>
                <a:gd name="connsiteY558" fmla="*/ 68828 h 828675"/>
                <a:gd name="connsiteX559" fmla="*/ 746665 w 1143000"/>
                <a:gd name="connsiteY559" fmla="*/ 59208 h 828675"/>
                <a:gd name="connsiteX560" fmla="*/ 747141 w 1143000"/>
                <a:gd name="connsiteY560" fmla="*/ 54827 h 828675"/>
                <a:gd name="connsiteX561" fmla="*/ 745617 w 1143000"/>
                <a:gd name="connsiteY561" fmla="*/ 49683 h 828675"/>
                <a:gd name="connsiteX562" fmla="*/ 746760 w 1143000"/>
                <a:gd name="connsiteY562" fmla="*/ 45587 h 828675"/>
                <a:gd name="connsiteX563" fmla="*/ 745522 w 1143000"/>
                <a:gd name="connsiteY563" fmla="*/ 39968 h 828675"/>
                <a:gd name="connsiteX564" fmla="*/ 744760 w 1143000"/>
                <a:gd name="connsiteY564" fmla="*/ 35586 h 828675"/>
                <a:gd name="connsiteX565" fmla="*/ 740093 w 1143000"/>
                <a:gd name="connsiteY565" fmla="*/ 32633 h 828675"/>
                <a:gd name="connsiteX566" fmla="*/ 737425 w 1143000"/>
                <a:gd name="connsiteY566" fmla="*/ 29680 h 828675"/>
                <a:gd name="connsiteX567" fmla="*/ 736282 w 1143000"/>
                <a:gd name="connsiteY567" fmla="*/ 25109 h 828675"/>
                <a:gd name="connsiteX568" fmla="*/ 738378 w 1143000"/>
                <a:gd name="connsiteY568" fmla="*/ 21489 h 828675"/>
                <a:gd name="connsiteX569" fmla="*/ 736854 w 1143000"/>
                <a:gd name="connsiteY569" fmla="*/ 15679 h 828675"/>
                <a:gd name="connsiteX570" fmla="*/ 738378 w 1143000"/>
                <a:gd name="connsiteY570" fmla="*/ 14536 h 828675"/>
                <a:gd name="connsiteX571" fmla="*/ 739235 w 1143000"/>
                <a:gd name="connsiteY571" fmla="*/ 12536 h 828675"/>
                <a:gd name="connsiteX572" fmla="*/ 737711 w 1143000"/>
                <a:gd name="connsiteY572" fmla="*/ 11012 h 828675"/>
                <a:gd name="connsiteX573" fmla="*/ 737521 w 1143000"/>
                <a:gd name="connsiteY573" fmla="*/ 7773 h 828675"/>
                <a:gd name="connsiteX574" fmla="*/ 739616 w 1143000"/>
                <a:gd name="connsiteY574" fmla="*/ 7297 h 828675"/>
                <a:gd name="connsiteX575" fmla="*/ 741902 w 1143000"/>
                <a:gd name="connsiteY575" fmla="*/ 8726 h 828675"/>
                <a:gd name="connsiteX576" fmla="*/ 744188 w 1143000"/>
                <a:gd name="connsiteY576" fmla="*/ 7868 h 828675"/>
                <a:gd name="connsiteX577" fmla="*/ 743902 w 1143000"/>
                <a:gd name="connsiteY577" fmla="*/ 3487 h 828675"/>
                <a:gd name="connsiteX578" fmla="*/ 744855 w 1143000"/>
                <a:gd name="connsiteY578" fmla="*/ 58 h 828675"/>
                <a:gd name="connsiteX579" fmla="*/ 748093 w 1143000"/>
                <a:gd name="connsiteY579" fmla="*/ 1487 h 828675"/>
                <a:gd name="connsiteX580" fmla="*/ 751808 w 1143000"/>
                <a:gd name="connsiteY580" fmla="*/ 1201 h 828675"/>
                <a:gd name="connsiteX581" fmla="*/ 754666 w 1143000"/>
                <a:gd name="connsiteY581" fmla="*/ 534 h 828675"/>
                <a:gd name="connsiteX582" fmla="*/ 756380 w 1143000"/>
                <a:gd name="connsiteY582" fmla="*/ 3201 h 828675"/>
                <a:gd name="connsiteX583" fmla="*/ 759809 w 1143000"/>
                <a:gd name="connsiteY583" fmla="*/ 4058 h 828675"/>
                <a:gd name="connsiteX584" fmla="*/ 763524 w 1143000"/>
                <a:gd name="connsiteY584" fmla="*/ 3201 h 828675"/>
                <a:gd name="connsiteX585" fmla="*/ 767525 w 1143000"/>
                <a:gd name="connsiteY585" fmla="*/ 2820 h 828675"/>
                <a:gd name="connsiteX586" fmla="*/ 770191 w 1143000"/>
                <a:gd name="connsiteY586" fmla="*/ 5392 h 828675"/>
                <a:gd name="connsiteX587" fmla="*/ 773906 w 1143000"/>
                <a:gd name="connsiteY587" fmla="*/ 4344 h 828675"/>
                <a:gd name="connsiteX588" fmla="*/ 776573 w 1143000"/>
                <a:gd name="connsiteY588" fmla="*/ 6630 h 828675"/>
                <a:gd name="connsiteX589" fmla="*/ 781907 w 1143000"/>
                <a:gd name="connsiteY589" fmla="*/ 6916 h 828675"/>
                <a:gd name="connsiteX590" fmla="*/ 785431 w 1143000"/>
                <a:gd name="connsiteY590" fmla="*/ 4915 h 828675"/>
                <a:gd name="connsiteX591" fmla="*/ 788194 w 1143000"/>
                <a:gd name="connsiteY591" fmla="*/ 7773 h 828675"/>
                <a:gd name="connsiteX592" fmla="*/ 794385 w 1143000"/>
                <a:gd name="connsiteY592" fmla="*/ 8059 h 828675"/>
                <a:gd name="connsiteX593" fmla="*/ 798386 w 1143000"/>
                <a:gd name="connsiteY593" fmla="*/ 6821 h 828675"/>
                <a:gd name="connsiteX594" fmla="*/ 803243 w 1143000"/>
                <a:gd name="connsiteY594" fmla="*/ 7963 h 828675"/>
                <a:gd name="connsiteX595" fmla="*/ 805529 w 1143000"/>
                <a:gd name="connsiteY595" fmla="*/ 4725 h 828675"/>
                <a:gd name="connsiteX596" fmla="*/ 809625 w 1143000"/>
                <a:gd name="connsiteY596" fmla="*/ 4249 h 828675"/>
                <a:gd name="connsiteX597" fmla="*/ 814102 w 1143000"/>
                <a:gd name="connsiteY597" fmla="*/ 6821 h 828675"/>
                <a:gd name="connsiteX598" fmla="*/ 817912 w 1143000"/>
                <a:gd name="connsiteY598" fmla="*/ 6535 h 828675"/>
                <a:gd name="connsiteX599" fmla="*/ 818769 w 1143000"/>
                <a:gd name="connsiteY599" fmla="*/ 8345 h 828675"/>
                <a:gd name="connsiteX600" fmla="*/ 818293 w 1143000"/>
                <a:gd name="connsiteY600" fmla="*/ 17774 h 828675"/>
                <a:gd name="connsiteX601" fmla="*/ 819531 w 1143000"/>
                <a:gd name="connsiteY601" fmla="*/ 25775 h 828675"/>
                <a:gd name="connsiteX602" fmla="*/ 821817 w 1143000"/>
                <a:gd name="connsiteY602" fmla="*/ 28538 h 828675"/>
                <a:gd name="connsiteX603" fmla="*/ 821912 w 1143000"/>
                <a:gd name="connsiteY603" fmla="*/ 33395 h 828675"/>
                <a:gd name="connsiteX604" fmla="*/ 820769 w 1143000"/>
                <a:gd name="connsiteY604" fmla="*/ 35586 h 828675"/>
                <a:gd name="connsiteX605" fmla="*/ 823436 w 1143000"/>
                <a:gd name="connsiteY605" fmla="*/ 37301 h 828675"/>
                <a:gd name="connsiteX606" fmla="*/ 826198 w 1143000"/>
                <a:gd name="connsiteY606" fmla="*/ 39872 h 828675"/>
                <a:gd name="connsiteX607" fmla="*/ 830294 w 1143000"/>
                <a:gd name="connsiteY607" fmla="*/ 50826 h 828675"/>
                <a:gd name="connsiteX608" fmla="*/ 833152 w 1143000"/>
                <a:gd name="connsiteY608" fmla="*/ 62923 h 828675"/>
                <a:gd name="connsiteX609" fmla="*/ 842296 w 1143000"/>
                <a:gd name="connsiteY609" fmla="*/ 85116 h 828675"/>
                <a:gd name="connsiteX610" fmla="*/ 852392 w 1143000"/>
                <a:gd name="connsiteY610" fmla="*/ 108738 h 828675"/>
                <a:gd name="connsiteX611" fmla="*/ 858584 w 1143000"/>
                <a:gd name="connsiteY611" fmla="*/ 120073 h 828675"/>
                <a:gd name="connsiteX612" fmla="*/ 862679 w 1143000"/>
                <a:gd name="connsiteY612" fmla="*/ 124930 h 828675"/>
                <a:gd name="connsiteX613" fmla="*/ 866013 w 1143000"/>
                <a:gd name="connsiteY613" fmla="*/ 133217 h 828675"/>
                <a:gd name="connsiteX614" fmla="*/ 869728 w 1143000"/>
                <a:gd name="connsiteY614" fmla="*/ 141504 h 828675"/>
                <a:gd name="connsiteX615" fmla="*/ 877728 w 1143000"/>
                <a:gd name="connsiteY615" fmla="*/ 157411 h 828675"/>
                <a:gd name="connsiteX616" fmla="*/ 896493 w 1143000"/>
                <a:gd name="connsiteY616" fmla="*/ 184747 h 828675"/>
                <a:gd name="connsiteX617" fmla="*/ 907732 w 1143000"/>
                <a:gd name="connsiteY617" fmla="*/ 203512 h 828675"/>
                <a:gd name="connsiteX618" fmla="*/ 918115 w 1143000"/>
                <a:gd name="connsiteY618" fmla="*/ 217704 h 828675"/>
                <a:gd name="connsiteX619" fmla="*/ 929926 w 1143000"/>
                <a:gd name="connsiteY619" fmla="*/ 233706 h 828675"/>
                <a:gd name="connsiteX620" fmla="*/ 938498 w 1143000"/>
                <a:gd name="connsiteY620" fmla="*/ 242564 h 828675"/>
                <a:gd name="connsiteX621" fmla="*/ 945928 w 1143000"/>
                <a:gd name="connsiteY621" fmla="*/ 251708 h 828675"/>
                <a:gd name="connsiteX622" fmla="*/ 950500 w 1143000"/>
                <a:gd name="connsiteY622" fmla="*/ 257519 h 828675"/>
                <a:gd name="connsiteX623" fmla="*/ 957739 w 1143000"/>
                <a:gd name="connsiteY623" fmla="*/ 264377 h 828675"/>
                <a:gd name="connsiteX624" fmla="*/ 964406 w 1143000"/>
                <a:gd name="connsiteY624" fmla="*/ 272092 h 828675"/>
                <a:gd name="connsiteX625" fmla="*/ 970121 w 1143000"/>
                <a:gd name="connsiteY625" fmla="*/ 277426 h 828675"/>
                <a:gd name="connsiteX626" fmla="*/ 978122 w 1143000"/>
                <a:gd name="connsiteY626" fmla="*/ 286570 h 828675"/>
                <a:gd name="connsiteX627" fmla="*/ 986600 w 1143000"/>
                <a:gd name="connsiteY627" fmla="*/ 294476 h 828675"/>
                <a:gd name="connsiteX628" fmla="*/ 990409 w 1143000"/>
                <a:gd name="connsiteY628" fmla="*/ 297905 h 828675"/>
                <a:gd name="connsiteX629" fmla="*/ 995553 w 1143000"/>
                <a:gd name="connsiteY629" fmla="*/ 302381 h 828675"/>
                <a:gd name="connsiteX630" fmla="*/ 997553 w 1143000"/>
                <a:gd name="connsiteY630" fmla="*/ 307620 h 828675"/>
                <a:gd name="connsiteX631" fmla="*/ 1000410 w 1143000"/>
                <a:gd name="connsiteY631" fmla="*/ 311906 h 828675"/>
                <a:gd name="connsiteX632" fmla="*/ 1004411 w 1143000"/>
                <a:gd name="connsiteY632" fmla="*/ 317240 h 828675"/>
                <a:gd name="connsiteX633" fmla="*/ 1006221 w 1143000"/>
                <a:gd name="connsiteY633" fmla="*/ 321717 h 828675"/>
                <a:gd name="connsiteX634" fmla="*/ 1003363 w 1143000"/>
                <a:gd name="connsiteY634" fmla="*/ 324194 h 828675"/>
                <a:gd name="connsiteX635" fmla="*/ 1000220 w 1143000"/>
                <a:gd name="connsiteY635" fmla="*/ 326670 h 828675"/>
                <a:gd name="connsiteX636" fmla="*/ 998696 w 1143000"/>
                <a:gd name="connsiteY636" fmla="*/ 332195 h 828675"/>
                <a:gd name="connsiteX637" fmla="*/ 998411 w 1143000"/>
                <a:gd name="connsiteY637" fmla="*/ 341434 h 828675"/>
                <a:gd name="connsiteX638" fmla="*/ 1000125 w 1143000"/>
                <a:gd name="connsiteY638" fmla="*/ 347911 h 828675"/>
                <a:gd name="connsiteX639" fmla="*/ 1003745 w 1143000"/>
                <a:gd name="connsiteY639" fmla="*/ 358103 h 828675"/>
                <a:gd name="connsiteX640" fmla="*/ 1008316 w 1143000"/>
                <a:gd name="connsiteY640" fmla="*/ 369342 h 828675"/>
                <a:gd name="connsiteX641" fmla="*/ 1017841 w 1143000"/>
                <a:gd name="connsiteY641" fmla="*/ 385725 h 828675"/>
                <a:gd name="connsiteX642" fmla="*/ 1023652 w 1143000"/>
                <a:gd name="connsiteY642" fmla="*/ 393821 h 828675"/>
                <a:gd name="connsiteX643" fmla="*/ 1030510 w 1143000"/>
                <a:gd name="connsiteY643" fmla="*/ 403442 h 828675"/>
                <a:gd name="connsiteX644" fmla="*/ 1038892 w 1143000"/>
                <a:gd name="connsiteY644" fmla="*/ 412681 h 828675"/>
                <a:gd name="connsiteX645" fmla="*/ 1050131 w 1143000"/>
                <a:gd name="connsiteY645" fmla="*/ 429921 h 828675"/>
                <a:gd name="connsiteX646" fmla="*/ 1055465 w 1143000"/>
                <a:gd name="connsiteY646" fmla="*/ 438494 h 828675"/>
                <a:gd name="connsiteX647" fmla="*/ 1061656 w 1143000"/>
                <a:gd name="connsiteY647" fmla="*/ 448876 h 828675"/>
                <a:gd name="connsiteX648" fmla="*/ 1066800 w 1143000"/>
                <a:gd name="connsiteY648" fmla="*/ 459258 h 828675"/>
                <a:gd name="connsiteX649" fmla="*/ 1070610 w 1143000"/>
                <a:gd name="connsiteY649" fmla="*/ 466783 h 828675"/>
                <a:gd name="connsiteX650" fmla="*/ 1078039 w 1143000"/>
                <a:gd name="connsiteY650" fmla="*/ 478022 h 828675"/>
                <a:gd name="connsiteX651" fmla="*/ 1083754 w 1143000"/>
                <a:gd name="connsiteY651" fmla="*/ 485928 h 828675"/>
                <a:gd name="connsiteX652" fmla="*/ 1089755 w 1143000"/>
                <a:gd name="connsiteY652" fmla="*/ 493167 h 828675"/>
                <a:gd name="connsiteX653" fmla="*/ 1094613 w 1143000"/>
                <a:gd name="connsiteY653" fmla="*/ 500501 h 828675"/>
                <a:gd name="connsiteX654" fmla="*/ 1097185 w 1143000"/>
                <a:gd name="connsiteY654" fmla="*/ 505740 h 828675"/>
                <a:gd name="connsiteX655" fmla="*/ 1099280 w 1143000"/>
                <a:gd name="connsiteY655" fmla="*/ 511074 h 828675"/>
                <a:gd name="connsiteX656" fmla="*/ 1106424 w 1143000"/>
                <a:gd name="connsiteY656" fmla="*/ 519456 h 828675"/>
                <a:gd name="connsiteX657" fmla="*/ 1112044 w 1143000"/>
                <a:gd name="connsiteY657" fmla="*/ 528981 h 828675"/>
                <a:gd name="connsiteX658" fmla="*/ 1118711 w 1143000"/>
                <a:gd name="connsiteY658" fmla="*/ 542983 h 828675"/>
                <a:gd name="connsiteX659" fmla="*/ 1125093 w 1143000"/>
                <a:gd name="connsiteY659" fmla="*/ 555080 h 828675"/>
                <a:gd name="connsiteX660" fmla="*/ 1127093 w 1143000"/>
                <a:gd name="connsiteY660" fmla="*/ 567938 h 828675"/>
                <a:gd name="connsiteX661" fmla="*/ 1130141 w 1143000"/>
                <a:gd name="connsiteY661" fmla="*/ 578035 h 828675"/>
                <a:gd name="connsiteX662" fmla="*/ 1132141 w 1143000"/>
                <a:gd name="connsiteY662" fmla="*/ 596418 h 828675"/>
                <a:gd name="connsiteX663" fmla="*/ 1133189 w 1143000"/>
                <a:gd name="connsiteY663" fmla="*/ 610896 h 828675"/>
                <a:gd name="connsiteX664" fmla="*/ 1135094 w 1143000"/>
                <a:gd name="connsiteY664" fmla="*/ 626707 h 828675"/>
                <a:gd name="connsiteX665" fmla="*/ 1135761 w 1143000"/>
                <a:gd name="connsiteY665" fmla="*/ 637947 h 828675"/>
                <a:gd name="connsiteX666" fmla="*/ 1137380 w 1143000"/>
                <a:gd name="connsiteY666" fmla="*/ 656997 h 828675"/>
                <a:gd name="connsiteX667" fmla="*/ 1138618 w 1143000"/>
                <a:gd name="connsiteY667" fmla="*/ 672142 h 828675"/>
                <a:gd name="connsiteX668" fmla="*/ 1141190 w 1143000"/>
                <a:gd name="connsiteY668" fmla="*/ 683762 h 828675"/>
                <a:gd name="connsiteX669" fmla="*/ 1143191 w 1143000"/>
                <a:gd name="connsiteY669" fmla="*/ 696430 h 828675"/>
                <a:gd name="connsiteX670" fmla="*/ 1144334 w 1143000"/>
                <a:gd name="connsiteY670" fmla="*/ 706146 h 828675"/>
                <a:gd name="connsiteX671" fmla="*/ 1144428 w 1143000"/>
                <a:gd name="connsiteY671" fmla="*/ 716052 h 828675"/>
                <a:gd name="connsiteX672" fmla="*/ 1144048 w 1143000"/>
                <a:gd name="connsiteY672" fmla="*/ 719672 h 828675"/>
                <a:gd name="connsiteX673" fmla="*/ 1144810 w 1143000"/>
                <a:gd name="connsiteY673" fmla="*/ 723863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</a:cxnLst>
              <a:rect l="l" t="t" r="r" b="b"/>
              <a:pathLst>
                <a:path w="1143000" h="828675">
                  <a:moveTo>
                    <a:pt x="1144810" y="723863"/>
                  </a:moveTo>
                  <a:cubicBezTo>
                    <a:pt x="1144905" y="725196"/>
                    <a:pt x="1145191" y="728054"/>
                    <a:pt x="1144619" y="729197"/>
                  </a:cubicBezTo>
                  <a:cubicBezTo>
                    <a:pt x="1144238" y="729959"/>
                    <a:pt x="1142905" y="731578"/>
                    <a:pt x="1142047" y="731387"/>
                  </a:cubicBezTo>
                  <a:cubicBezTo>
                    <a:pt x="1141286" y="731292"/>
                    <a:pt x="1140714" y="729578"/>
                    <a:pt x="1140428" y="728815"/>
                  </a:cubicBezTo>
                  <a:cubicBezTo>
                    <a:pt x="1140143" y="728149"/>
                    <a:pt x="1140047" y="726720"/>
                    <a:pt x="1140047" y="725958"/>
                  </a:cubicBezTo>
                  <a:cubicBezTo>
                    <a:pt x="1140047" y="724815"/>
                    <a:pt x="1140619" y="722624"/>
                    <a:pt x="1140428" y="721577"/>
                  </a:cubicBezTo>
                  <a:cubicBezTo>
                    <a:pt x="1140333" y="721005"/>
                    <a:pt x="1139952" y="719767"/>
                    <a:pt x="1139476" y="719386"/>
                  </a:cubicBezTo>
                  <a:cubicBezTo>
                    <a:pt x="1138904" y="718910"/>
                    <a:pt x="1137380" y="718529"/>
                    <a:pt x="1136618" y="718624"/>
                  </a:cubicBezTo>
                  <a:cubicBezTo>
                    <a:pt x="1135570" y="718719"/>
                    <a:pt x="1133666" y="719672"/>
                    <a:pt x="1132904" y="720338"/>
                  </a:cubicBezTo>
                  <a:cubicBezTo>
                    <a:pt x="1132237" y="720910"/>
                    <a:pt x="1131284" y="722338"/>
                    <a:pt x="1130903" y="723101"/>
                  </a:cubicBezTo>
                  <a:cubicBezTo>
                    <a:pt x="1130427" y="723958"/>
                    <a:pt x="1129760" y="725863"/>
                    <a:pt x="1129760" y="726911"/>
                  </a:cubicBezTo>
                  <a:cubicBezTo>
                    <a:pt x="1129665" y="728244"/>
                    <a:pt x="1130712" y="730816"/>
                    <a:pt x="1130618" y="732149"/>
                  </a:cubicBezTo>
                  <a:cubicBezTo>
                    <a:pt x="1130427" y="733388"/>
                    <a:pt x="1129379" y="735578"/>
                    <a:pt x="1128713" y="736626"/>
                  </a:cubicBezTo>
                  <a:cubicBezTo>
                    <a:pt x="1127950" y="737960"/>
                    <a:pt x="1125760" y="740055"/>
                    <a:pt x="1125188" y="741388"/>
                  </a:cubicBezTo>
                  <a:cubicBezTo>
                    <a:pt x="1124902" y="742055"/>
                    <a:pt x="1124712" y="743675"/>
                    <a:pt x="1124902" y="744437"/>
                  </a:cubicBezTo>
                  <a:cubicBezTo>
                    <a:pt x="1125093" y="745484"/>
                    <a:pt x="1126807" y="747104"/>
                    <a:pt x="1126998" y="748151"/>
                  </a:cubicBezTo>
                  <a:cubicBezTo>
                    <a:pt x="1127284" y="749104"/>
                    <a:pt x="1127284" y="751199"/>
                    <a:pt x="1126903" y="752152"/>
                  </a:cubicBezTo>
                  <a:cubicBezTo>
                    <a:pt x="1126617" y="752914"/>
                    <a:pt x="1124998" y="753962"/>
                    <a:pt x="1124617" y="754723"/>
                  </a:cubicBezTo>
                  <a:cubicBezTo>
                    <a:pt x="1123950" y="756152"/>
                    <a:pt x="1123379" y="759486"/>
                    <a:pt x="1123759" y="761010"/>
                  </a:cubicBezTo>
                  <a:cubicBezTo>
                    <a:pt x="1123950" y="761867"/>
                    <a:pt x="1125188" y="763105"/>
                    <a:pt x="1125569" y="763868"/>
                  </a:cubicBezTo>
                  <a:cubicBezTo>
                    <a:pt x="1126045" y="764820"/>
                    <a:pt x="1126903" y="766630"/>
                    <a:pt x="1127188" y="767582"/>
                  </a:cubicBezTo>
                  <a:cubicBezTo>
                    <a:pt x="1127474" y="768535"/>
                    <a:pt x="1127379" y="770440"/>
                    <a:pt x="1127570" y="771392"/>
                  </a:cubicBezTo>
                  <a:cubicBezTo>
                    <a:pt x="1127760" y="772154"/>
                    <a:pt x="1128141" y="773773"/>
                    <a:pt x="1128713" y="774250"/>
                  </a:cubicBezTo>
                  <a:cubicBezTo>
                    <a:pt x="1129093" y="774631"/>
                    <a:pt x="1130332" y="774536"/>
                    <a:pt x="1130712" y="774917"/>
                  </a:cubicBezTo>
                  <a:cubicBezTo>
                    <a:pt x="1131379" y="775583"/>
                    <a:pt x="1131570" y="777679"/>
                    <a:pt x="1131570" y="778631"/>
                  </a:cubicBezTo>
                  <a:cubicBezTo>
                    <a:pt x="1131570" y="779298"/>
                    <a:pt x="1131094" y="780727"/>
                    <a:pt x="1130808" y="781394"/>
                  </a:cubicBezTo>
                  <a:cubicBezTo>
                    <a:pt x="1130522" y="781965"/>
                    <a:pt x="1129760" y="783108"/>
                    <a:pt x="1129284" y="783489"/>
                  </a:cubicBezTo>
                  <a:cubicBezTo>
                    <a:pt x="1128617" y="784156"/>
                    <a:pt x="1126617" y="785013"/>
                    <a:pt x="1125855" y="785775"/>
                  </a:cubicBezTo>
                  <a:cubicBezTo>
                    <a:pt x="1125188" y="786442"/>
                    <a:pt x="1124426" y="788156"/>
                    <a:pt x="1124045" y="789013"/>
                  </a:cubicBezTo>
                  <a:cubicBezTo>
                    <a:pt x="1123664" y="789871"/>
                    <a:pt x="1123283" y="791776"/>
                    <a:pt x="1122902" y="792633"/>
                  </a:cubicBezTo>
                  <a:cubicBezTo>
                    <a:pt x="1122712" y="793300"/>
                    <a:pt x="1122331" y="794633"/>
                    <a:pt x="1121854" y="795300"/>
                  </a:cubicBezTo>
                  <a:cubicBezTo>
                    <a:pt x="1121283" y="796157"/>
                    <a:pt x="1119473" y="797491"/>
                    <a:pt x="1118711" y="798253"/>
                  </a:cubicBezTo>
                  <a:cubicBezTo>
                    <a:pt x="1118045" y="798824"/>
                    <a:pt x="1116616" y="799872"/>
                    <a:pt x="1116044" y="800539"/>
                  </a:cubicBezTo>
                  <a:cubicBezTo>
                    <a:pt x="1115377" y="801396"/>
                    <a:pt x="1114711" y="803396"/>
                    <a:pt x="1114139" y="804349"/>
                  </a:cubicBezTo>
                  <a:cubicBezTo>
                    <a:pt x="1113758" y="805015"/>
                    <a:pt x="1112806" y="806444"/>
                    <a:pt x="1112234" y="807016"/>
                  </a:cubicBezTo>
                  <a:cubicBezTo>
                    <a:pt x="1111568" y="807587"/>
                    <a:pt x="1109948" y="808826"/>
                    <a:pt x="1109091" y="808826"/>
                  </a:cubicBezTo>
                  <a:cubicBezTo>
                    <a:pt x="1108520" y="808826"/>
                    <a:pt x="1107662" y="807778"/>
                    <a:pt x="1107091" y="807587"/>
                  </a:cubicBezTo>
                  <a:cubicBezTo>
                    <a:pt x="1106424" y="807397"/>
                    <a:pt x="1104900" y="807587"/>
                    <a:pt x="1104424" y="807206"/>
                  </a:cubicBezTo>
                  <a:cubicBezTo>
                    <a:pt x="1103947" y="806825"/>
                    <a:pt x="1103947" y="805206"/>
                    <a:pt x="1103376" y="804825"/>
                  </a:cubicBezTo>
                  <a:cubicBezTo>
                    <a:pt x="1102995" y="804444"/>
                    <a:pt x="1101852" y="804349"/>
                    <a:pt x="1101376" y="804349"/>
                  </a:cubicBezTo>
                  <a:cubicBezTo>
                    <a:pt x="1100614" y="804349"/>
                    <a:pt x="1099090" y="804444"/>
                    <a:pt x="1098518" y="804920"/>
                  </a:cubicBezTo>
                  <a:cubicBezTo>
                    <a:pt x="1097947" y="805397"/>
                    <a:pt x="1097089" y="806921"/>
                    <a:pt x="1097185" y="807682"/>
                  </a:cubicBezTo>
                  <a:cubicBezTo>
                    <a:pt x="1097185" y="808063"/>
                    <a:pt x="1097947" y="808540"/>
                    <a:pt x="1098137" y="808826"/>
                  </a:cubicBezTo>
                  <a:cubicBezTo>
                    <a:pt x="1098423" y="809397"/>
                    <a:pt x="1098709" y="810826"/>
                    <a:pt x="1098709" y="811493"/>
                  </a:cubicBezTo>
                  <a:cubicBezTo>
                    <a:pt x="1098709" y="812064"/>
                    <a:pt x="1098232" y="813112"/>
                    <a:pt x="1097947" y="813588"/>
                  </a:cubicBezTo>
                  <a:cubicBezTo>
                    <a:pt x="1097661" y="814064"/>
                    <a:pt x="1096899" y="814826"/>
                    <a:pt x="1096423" y="815112"/>
                  </a:cubicBezTo>
                  <a:cubicBezTo>
                    <a:pt x="1095756" y="815493"/>
                    <a:pt x="1094232" y="815588"/>
                    <a:pt x="1093565" y="815874"/>
                  </a:cubicBezTo>
                  <a:cubicBezTo>
                    <a:pt x="1092327" y="816350"/>
                    <a:pt x="1090136" y="817684"/>
                    <a:pt x="1088993" y="818255"/>
                  </a:cubicBezTo>
                  <a:cubicBezTo>
                    <a:pt x="1088327" y="818636"/>
                    <a:pt x="1086993" y="819113"/>
                    <a:pt x="1086422" y="819589"/>
                  </a:cubicBezTo>
                  <a:cubicBezTo>
                    <a:pt x="1085659" y="820255"/>
                    <a:pt x="1084802" y="822161"/>
                    <a:pt x="1084040" y="822732"/>
                  </a:cubicBezTo>
                  <a:cubicBezTo>
                    <a:pt x="1083373" y="823304"/>
                    <a:pt x="1081659" y="823970"/>
                    <a:pt x="1080802" y="824065"/>
                  </a:cubicBezTo>
                  <a:cubicBezTo>
                    <a:pt x="1079754" y="824161"/>
                    <a:pt x="1077753" y="823780"/>
                    <a:pt x="1076801" y="823399"/>
                  </a:cubicBezTo>
                  <a:cubicBezTo>
                    <a:pt x="1076039" y="823113"/>
                    <a:pt x="1074896" y="821684"/>
                    <a:pt x="1074039" y="821398"/>
                  </a:cubicBezTo>
                  <a:cubicBezTo>
                    <a:pt x="1072991" y="821018"/>
                    <a:pt x="1070610" y="821113"/>
                    <a:pt x="1069562" y="821589"/>
                  </a:cubicBezTo>
                  <a:cubicBezTo>
                    <a:pt x="1068800" y="821875"/>
                    <a:pt x="1067848" y="823685"/>
                    <a:pt x="1066991" y="823685"/>
                  </a:cubicBezTo>
                  <a:cubicBezTo>
                    <a:pt x="1066324" y="823685"/>
                    <a:pt x="1065466" y="822446"/>
                    <a:pt x="1064895" y="822256"/>
                  </a:cubicBezTo>
                  <a:cubicBezTo>
                    <a:pt x="1063943" y="821970"/>
                    <a:pt x="1062038" y="821780"/>
                    <a:pt x="1061085" y="821970"/>
                  </a:cubicBezTo>
                  <a:cubicBezTo>
                    <a:pt x="1060609" y="822065"/>
                    <a:pt x="1059656" y="822542"/>
                    <a:pt x="1059180" y="822827"/>
                  </a:cubicBezTo>
                  <a:cubicBezTo>
                    <a:pt x="1058703" y="823113"/>
                    <a:pt x="1057656" y="823875"/>
                    <a:pt x="1057275" y="824351"/>
                  </a:cubicBezTo>
                  <a:cubicBezTo>
                    <a:pt x="1056608" y="825209"/>
                    <a:pt x="1056513" y="827685"/>
                    <a:pt x="1055846" y="828447"/>
                  </a:cubicBezTo>
                  <a:cubicBezTo>
                    <a:pt x="1055275" y="829209"/>
                    <a:pt x="1053465" y="829971"/>
                    <a:pt x="1052513" y="830352"/>
                  </a:cubicBezTo>
                  <a:cubicBezTo>
                    <a:pt x="1051846" y="830638"/>
                    <a:pt x="1050227" y="830733"/>
                    <a:pt x="1049560" y="831114"/>
                  </a:cubicBezTo>
                  <a:cubicBezTo>
                    <a:pt x="1048417" y="831590"/>
                    <a:pt x="1046702" y="833495"/>
                    <a:pt x="1045559" y="833972"/>
                  </a:cubicBezTo>
                  <a:cubicBezTo>
                    <a:pt x="1044702" y="834353"/>
                    <a:pt x="1042797" y="834353"/>
                    <a:pt x="1041845" y="834448"/>
                  </a:cubicBezTo>
                  <a:cubicBezTo>
                    <a:pt x="1040797" y="834543"/>
                    <a:pt x="1038701" y="834448"/>
                    <a:pt x="1037654" y="834638"/>
                  </a:cubicBezTo>
                  <a:cubicBezTo>
                    <a:pt x="1036987" y="834829"/>
                    <a:pt x="1035939" y="835591"/>
                    <a:pt x="1035368" y="835781"/>
                  </a:cubicBezTo>
                  <a:cubicBezTo>
                    <a:pt x="1034415" y="836162"/>
                    <a:pt x="1032415" y="836829"/>
                    <a:pt x="1031462" y="836734"/>
                  </a:cubicBezTo>
                  <a:cubicBezTo>
                    <a:pt x="1030510" y="836638"/>
                    <a:pt x="1028795" y="835781"/>
                    <a:pt x="1028033" y="835114"/>
                  </a:cubicBezTo>
                  <a:cubicBezTo>
                    <a:pt x="1027652" y="834829"/>
                    <a:pt x="1027366" y="833876"/>
                    <a:pt x="1026986" y="833495"/>
                  </a:cubicBezTo>
                  <a:cubicBezTo>
                    <a:pt x="1026604" y="833210"/>
                    <a:pt x="1025461" y="833114"/>
                    <a:pt x="1024985" y="832829"/>
                  </a:cubicBezTo>
                  <a:cubicBezTo>
                    <a:pt x="1024223" y="832447"/>
                    <a:pt x="1022699" y="831686"/>
                    <a:pt x="1022128" y="831019"/>
                  </a:cubicBezTo>
                  <a:cubicBezTo>
                    <a:pt x="1021461" y="830257"/>
                    <a:pt x="1020985" y="828066"/>
                    <a:pt x="1020413" y="827209"/>
                  </a:cubicBezTo>
                  <a:cubicBezTo>
                    <a:pt x="1019747" y="826256"/>
                    <a:pt x="1017937" y="824542"/>
                    <a:pt x="1017175" y="823685"/>
                  </a:cubicBezTo>
                  <a:cubicBezTo>
                    <a:pt x="1016698" y="823208"/>
                    <a:pt x="1015651" y="822256"/>
                    <a:pt x="1015365" y="821684"/>
                  </a:cubicBezTo>
                  <a:cubicBezTo>
                    <a:pt x="1014603" y="819875"/>
                    <a:pt x="1014698" y="815969"/>
                    <a:pt x="1014698" y="814064"/>
                  </a:cubicBezTo>
                  <a:cubicBezTo>
                    <a:pt x="1014698" y="813017"/>
                    <a:pt x="1014984" y="810826"/>
                    <a:pt x="1015269" y="809778"/>
                  </a:cubicBezTo>
                  <a:cubicBezTo>
                    <a:pt x="1015460" y="808826"/>
                    <a:pt x="1016032" y="807016"/>
                    <a:pt x="1016603" y="806254"/>
                  </a:cubicBezTo>
                  <a:cubicBezTo>
                    <a:pt x="1017079" y="805682"/>
                    <a:pt x="1018984" y="805301"/>
                    <a:pt x="1019366" y="804635"/>
                  </a:cubicBezTo>
                  <a:cubicBezTo>
                    <a:pt x="1019747" y="804063"/>
                    <a:pt x="1019747" y="802730"/>
                    <a:pt x="1019556" y="802063"/>
                  </a:cubicBezTo>
                  <a:cubicBezTo>
                    <a:pt x="1019366" y="801301"/>
                    <a:pt x="1018699" y="799872"/>
                    <a:pt x="1018032" y="799396"/>
                  </a:cubicBezTo>
                  <a:cubicBezTo>
                    <a:pt x="1017365" y="799015"/>
                    <a:pt x="1015555" y="799396"/>
                    <a:pt x="1015079" y="798824"/>
                  </a:cubicBezTo>
                  <a:cubicBezTo>
                    <a:pt x="1014603" y="798443"/>
                    <a:pt x="1014984" y="796919"/>
                    <a:pt x="1014698" y="796443"/>
                  </a:cubicBezTo>
                  <a:cubicBezTo>
                    <a:pt x="1014317" y="795586"/>
                    <a:pt x="1012507" y="794538"/>
                    <a:pt x="1012031" y="793681"/>
                  </a:cubicBezTo>
                  <a:cubicBezTo>
                    <a:pt x="1011745" y="793109"/>
                    <a:pt x="1011841" y="791680"/>
                    <a:pt x="1011650" y="791014"/>
                  </a:cubicBezTo>
                  <a:cubicBezTo>
                    <a:pt x="1011174" y="789966"/>
                    <a:pt x="1009650" y="788347"/>
                    <a:pt x="1008888" y="787585"/>
                  </a:cubicBezTo>
                  <a:cubicBezTo>
                    <a:pt x="1008221" y="786918"/>
                    <a:pt x="1006697" y="785870"/>
                    <a:pt x="1006030" y="785299"/>
                  </a:cubicBezTo>
                  <a:cubicBezTo>
                    <a:pt x="1005268" y="784727"/>
                    <a:pt x="1003649" y="783680"/>
                    <a:pt x="1003173" y="782822"/>
                  </a:cubicBezTo>
                  <a:cubicBezTo>
                    <a:pt x="1002316" y="781489"/>
                    <a:pt x="1002316" y="778155"/>
                    <a:pt x="1001553" y="776822"/>
                  </a:cubicBezTo>
                  <a:cubicBezTo>
                    <a:pt x="1001268" y="776250"/>
                    <a:pt x="1000506" y="775297"/>
                    <a:pt x="1000125" y="774917"/>
                  </a:cubicBezTo>
                  <a:cubicBezTo>
                    <a:pt x="999554" y="774440"/>
                    <a:pt x="998029" y="773964"/>
                    <a:pt x="997553" y="773297"/>
                  </a:cubicBezTo>
                  <a:cubicBezTo>
                    <a:pt x="996886" y="772440"/>
                    <a:pt x="996982" y="770059"/>
                    <a:pt x="996505" y="769011"/>
                  </a:cubicBezTo>
                  <a:cubicBezTo>
                    <a:pt x="995839" y="767773"/>
                    <a:pt x="993838" y="765963"/>
                    <a:pt x="992886" y="765011"/>
                  </a:cubicBezTo>
                  <a:cubicBezTo>
                    <a:pt x="991172" y="763201"/>
                    <a:pt x="987647" y="759772"/>
                    <a:pt x="985647" y="758343"/>
                  </a:cubicBezTo>
                  <a:cubicBezTo>
                    <a:pt x="984504" y="757486"/>
                    <a:pt x="982218" y="756057"/>
                    <a:pt x="980980" y="755390"/>
                  </a:cubicBezTo>
                  <a:cubicBezTo>
                    <a:pt x="980027" y="754819"/>
                    <a:pt x="977551" y="754343"/>
                    <a:pt x="976979" y="753390"/>
                  </a:cubicBezTo>
                  <a:cubicBezTo>
                    <a:pt x="976408" y="752438"/>
                    <a:pt x="977455" y="750056"/>
                    <a:pt x="977075" y="749009"/>
                  </a:cubicBezTo>
                  <a:cubicBezTo>
                    <a:pt x="976789" y="748151"/>
                    <a:pt x="974788" y="747104"/>
                    <a:pt x="974598" y="746246"/>
                  </a:cubicBezTo>
                  <a:cubicBezTo>
                    <a:pt x="974503" y="745580"/>
                    <a:pt x="975455" y="744341"/>
                    <a:pt x="975455" y="743675"/>
                  </a:cubicBezTo>
                  <a:cubicBezTo>
                    <a:pt x="975455" y="742817"/>
                    <a:pt x="975170" y="740912"/>
                    <a:pt x="974598" y="740246"/>
                  </a:cubicBezTo>
                  <a:cubicBezTo>
                    <a:pt x="973360" y="738817"/>
                    <a:pt x="969454" y="738055"/>
                    <a:pt x="967835" y="737293"/>
                  </a:cubicBezTo>
                  <a:cubicBezTo>
                    <a:pt x="967073" y="736912"/>
                    <a:pt x="965740" y="736055"/>
                    <a:pt x="964978" y="735769"/>
                  </a:cubicBezTo>
                  <a:cubicBezTo>
                    <a:pt x="963835" y="735388"/>
                    <a:pt x="961358" y="735197"/>
                    <a:pt x="960120" y="735102"/>
                  </a:cubicBezTo>
                  <a:cubicBezTo>
                    <a:pt x="959453" y="735102"/>
                    <a:pt x="957929" y="735483"/>
                    <a:pt x="957263" y="735197"/>
                  </a:cubicBezTo>
                  <a:cubicBezTo>
                    <a:pt x="956691" y="734912"/>
                    <a:pt x="956310" y="733578"/>
                    <a:pt x="955834" y="733292"/>
                  </a:cubicBezTo>
                  <a:cubicBezTo>
                    <a:pt x="955262" y="733006"/>
                    <a:pt x="953834" y="732911"/>
                    <a:pt x="953167" y="733102"/>
                  </a:cubicBezTo>
                  <a:cubicBezTo>
                    <a:pt x="952500" y="733292"/>
                    <a:pt x="951452" y="734626"/>
                    <a:pt x="950786" y="734435"/>
                  </a:cubicBezTo>
                  <a:cubicBezTo>
                    <a:pt x="950214" y="734340"/>
                    <a:pt x="949737" y="732816"/>
                    <a:pt x="949166" y="732530"/>
                  </a:cubicBezTo>
                  <a:cubicBezTo>
                    <a:pt x="948500" y="732149"/>
                    <a:pt x="946975" y="731959"/>
                    <a:pt x="946309" y="731959"/>
                  </a:cubicBezTo>
                  <a:cubicBezTo>
                    <a:pt x="945356" y="732149"/>
                    <a:pt x="943642" y="733292"/>
                    <a:pt x="942784" y="733769"/>
                  </a:cubicBezTo>
                  <a:cubicBezTo>
                    <a:pt x="942213" y="734054"/>
                    <a:pt x="941070" y="734816"/>
                    <a:pt x="940403" y="735007"/>
                  </a:cubicBezTo>
                  <a:cubicBezTo>
                    <a:pt x="939069" y="735293"/>
                    <a:pt x="936307" y="734721"/>
                    <a:pt x="934974" y="735007"/>
                  </a:cubicBezTo>
                  <a:cubicBezTo>
                    <a:pt x="933641" y="735388"/>
                    <a:pt x="930878" y="736340"/>
                    <a:pt x="930116" y="737579"/>
                  </a:cubicBezTo>
                  <a:cubicBezTo>
                    <a:pt x="929544" y="738531"/>
                    <a:pt x="930116" y="741007"/>
                    <a:pt x="929830" y="742055"/>
                  </a:cubicBezTo>
                  <a:cubicBezTo>
                    <a:pt x="929544" y="742913"/>
                    <a:pt x="928973" y="744818"/>
                    <a:pt x="928116" y="745008"/>
                  </a:cubicBezTo>
                  <a:cubicBezTo>
                    <a:pt x="927354" y="745294"/>
                    <a:pt x="925735" y="744055"/>
                    <a:pt x="925163" y="743484"/>
                  </a:cubicBezTo>
                  <a:cubicBezTo>
                    <a:pt x="924116" y="742436"/>
                    <a:pt x="923449" y="739579"/>
                    <a:pt x="922591" y="738340"/>
                  </a:cubicBezTo>
                  <a:cubicBezTo>
                    <a:pt x="921925" y="737483"/>
                    <a:pt x="920210" y="736055"/>
                    <a:pt x="919448" y="735197"/>
                  </a:cubicBezTo>
                  <a:cubicBezTo>
                    <a:pt x="918591" y="734150"/>
                    <a:pt x="917257" y="731863"/>
                    <a:pt x="916305" y="730816"/>
                  </a:cubicBezTo>
                  <a:cubicBezTo>
                    <a:pt x="915734" y="730149"/>
                    <a:pt x="914114" y="729197"/>
                    <a:pt x="913733" y="728435"/>
                  </a:cubicBezTo>
                  <a:cubicBezTo>
                    <a:pt x="913257" y="727482"/>
                    <a:pt x="914114" y="725101"/>
                    <a:pt x="913543" y="724244"/>
                  </a:cubicBezTo>
                  <a:cubicBezTo>
                    <a:pt x="913162" y="723577"/>
                    <a:pt x="911543" y="723291"/>
                    <a:pt x="910971" y="722815"/>
                  </a:cubicBezTo>
                  <a:cubicBezTo>
                    <a:pt x="909638" y="721767"/>
                    <a:pt x="907447" y="719100"/>
                    <a:pt x="906494" y="717671"/>
                  </a:cubicBezTo>
                  <a:cubicBezTo>
                    <a:pt x="905542" y="716433"/>
                    <a:pt x="903827" y="713956"/>
                    <a:pt x="903256" y="712623"/>
                  </a:cubicBezTo>
                  <a:cubicBezTo>
                    <a:pt x="902398" y="710623"/>
                    <a:pt x="901827" y="706146"/>
                    <a:pt x="901255" y="703955"/>
                  </a:cubicBezTo>
                  <a:cubicBezTo>
                    <a:pt x="900303" y="700336"/>
                    <a:pt x="898017" y="693287"/>
                    <a:pt x="896874" y="689763"/>
                  </a:cubicBezTo>
                  <a:cubicBezTo>
                    <a:pt x="896017" y="687001"/>
                    <a:pt x="894397" y="681381"/>
                    <a:pt x="893064" y="678905"/>
                  </a:cubicBezTo>
                  <a:cubicBezTo>
                    <a:pt x="891826" y="676619"/>
                    <a:pt x="888682" y="672618"/>
                    <a:pt x="886873" y="670808"/>
                  </a:cubicBezTo>
                  <a:cubicBezTo>
                    <a:pt x="886110" y="670046"/>
                    <a:pt x="884301" y="668618"/>
                    <a:pt x="883253" y="668046"/>
                  </a:cubicBezTo>
                  <a:cubicBezTo>
                    <a:pt x="882491" y="667665"/>
                    <a:pt x="880872" y="667284"/>
                    <a:pt x="880205" y="666808"/>
                  </a:cubicBezTo>
                  <a:cubicBezTo>
                    <a:pt x="879443" y="666236"/>
                    <a:pt x="878586" y="664522"/>
                    <a:pt x="877919" y="663855"/>
                  </a:cubicBezTo>
                  <a:cubicBezTo>
                    <a:pt x="877348" y="663284"/>
                    <a:pt x="876109" y="662426"/>
                    <a:pt x="875347" y="662045"/>
                  </a:cubicBezTo>
                  <a:cubicBezTo>
                    <a:pt x="874395" y="661569"/>
                    <a:pt x="872109" y="661474"/>
                    <a:pt x="871252" y="660807"/>
                  </a:cubicBezTo>
                  <a:cubicBezTo>
                    <a:pt x="870490" y="660236"/>
                    <a:pt x="870109" y="658140"/>
                    <a:pt x="869347" y="657664"/>
                  </a:cubicBezTo>
                  <a:cubicBezTo>
                    <a:pt x="868680" y="657188"/>
                    <a:pt x="867156" y="657378"/>
                    <a:pt x="866394" y="657188"/>
                  </a:cubicBezTo>
                  <a:cubicBezTo>
                    <a:pt x="865441" y="656997"/>
                    <a:pt x="863346" y="656711"/>
                    <a:pt x="862584" y="656045"/>
                  </a:cubicBezTo>
                  <a:cubicBezTo>
                    <a:pt x="862108" y="655568"/>
                    <a:pt x="862108" y="653949"/>
                    <a:pt x="861536" y="653473"/>
                  </a:cubicBezTo>
                  <a:cubicBezTo>
                    <a:pt x="861060" y="653092"/>
                    <a:pt x="859727" y="653187"/>
                    <a:pt x="859060" y="653282"/>
                  </a:cubicBezTo>
                  <a:cubicBezTo>
                    <a:pt x="858107" y="653378"/>
                    <a:pt x="856297" y="653949"/>
                    <a:pt x="855536" y="654521"/>
                  </a:cubicBezTo>
                  <a:cubicBezTo>
                    <a:pt x="854869" y="655187"/>
                    <a:pt x="854773" y="657473"/>
                    <a:pt x="854107" y="658140"/>
                  </a:cubicBezTo>
                  <a:cubicBezTo>
                    <a:pt x="853535" y="658712"/>
                    <a:pt x="852011" y="659378"/>
                    <a:pt x="851249" y="659283"/>
                  </a:cubicBezTo>
                  <a:cubicBezTo>
                    <a:pt x="850487" y="659188"/>
                    <a:pt x="849059" y="657950"/>
                    <a:pt x="848677" y="657283"/>
                  </a:cubicBezTo>
                  <a:cubicBezTo>
                    <a:pt x="848201" y="656426"/>
                    <a:pt x="848392" y="654235"/>
                    <a:pt x="848297" y="653282"/>
                  </a:cubicBezTo>
                  <a:cubicBezTo>
                    <a:pt x="848010" y="651854"/>
                    <a:pt x="847154" y="649091"/>
                    <a:pt x="846677" y="647758"/>
                  </a:cubicBezTo>
                  <a:cubicBezTo>
                    <a:pt x="846106" y="646138"/>
                    <a:pt x="844677" y="643090"/>
                    <a:pt x="843915" y="641567"/>
                  </a:cubicBezTo>
                  <a:cubicBezTo>
                    <a:pt x="843343" y="640519"/>
                    <a:pt x="842105" y="638328"/>
                    <a:pt x="841248" y="637376"/>
                  </a:cubicBezTo>
                  <a:cubicBezTo>
                    <a:pt x="840581" y="636709"/>
                    <a:pt x="838867" y="635756"/>
                    <a:pt x="838200" y="635185"/>
                  </a:cubicBezTo>
                  <a:cubicBezTo>
                    <a:pt x="837533" y="634613"/>
                    <a:pt x="836200" y="633565"/>
                    <a:pt x="835628" y="632804"/>
                  </a:cubicBezTo>
                  <a:cubicBezTo>
                    <a:pt x="835152" y="632137"/>
                    <a:pt x="834104" y="630518"/>
                    <a:pt x="834200" y="629660"/>
                  </a:cubicBezTo>
                  <a:cubicBezTo>
                    <a:pt x="834294" y="628898"/>
                    <a:pt x="835343" y="627660"/>
                    <a:pt x="836009" y="627279"/>
                  </a:cubicBezTo>
                  <a:cubicBezTo>
                    <a:pt x="836866" y="626803"/>
                    <a:pt x="838867" y="626707"/>
                    <a:pt x="839819" y="626898"/>
                  </a:cubicBezTo>
                  <a:cubicBezTo>
                    <a:pt x="840867" y="627088"/>
                    <a:pt x="842963" y="627755"/>
                    <a:pt x="843629" y="628613"/>
                  </a:cubicBezTo>
                  <a:cubicBezTo>
                    <a:pt x="844296" y="629375"/>
                    <a:pt x="843819" y="632042"/>
                    <a:pt x="844677" y="632613"/>
                  </a:cubicBezTo>
                  <a:cubicBezTo>
                    <a:pt x="845344" y="633089"/>
                    <a:pt x="847344" y="633089"/>
                    <a:pt x="847916" y="632518"/>
                  </a:cubicBezTo>
                  <a:cubicBezTo>
                    <a:pt x="848773" y="631565"/>
                    <a:pt x="847534" y="628803"/>
                    <a:pt x="847534" y="627565"/>
                  </a:cubicBezTo>
                  <a:cubicBezTo>
                    <a:pt x="847630" y="626422"/>
                    <a:pt x="848487" y="624231"/>
                    <a:pt x="848582" y="623088"/>
                  </a:cubicBezTo>
                  <a:cubicBezTo>
                    <a:pt x="848677" y="621659"/>
                    <a:pt x="848106" y="618897"/>
                    <a:pt x="847916" y="617468"/>
                  </a:cubicBezTo>
                  <a:cubicBezTo>
                    <a:pt x="847820" y="615944"/>
                    <a:pt x="847820" y="612896"/>
                    <a:pt x="847725" y="611468"/>
                  </a:cubicBezTo>
                  <a:cubicBezTo>
                    <a:pt x="847630" y="610515"/>
                    <a:pt x="847534" y="608705"/>
                    <a:pt x="847439" y="607753"/>
                  </a:cubicBezTo>
                  <a:cubicBezTo>
                    <a:pt x="847249" y="606610"/>
                    <a:pt x="847058" y="604324"/>
                    <a:pt x="846677" y="603181"/>
                  </a:cubicBezTo>
                  <a:cubicBezTo>
                    <a:pt x="846391" y="602323"/>
                    <a:pt x="845725" y="600704"/>
                    <a:pt x="845058" y="600133"/>
                  </a:cubicBezTo>
                  <a:cubicBezTo>
                    <a:pt x="844486" y="599561"/>
                    <a:pt x="842677" y="599276"/>
                    <a:pt x="842010" y="598895"/>
                  </a:cubicBezTo>
                  <a:cubicBezTo>
                    <a:pt x="841534" y="598609"/>
                    <a:pt x="840581" y="598037"/>
                    <a:pt x="840295" y="597561"/>
                  </a:cubicBezTo>
                  <a:cubicBezTo>
                    <a:pt x="840010" y="596894"/>
                    <a:pt x="840010" y="595370"/>
                    <a:pt x="840105" y="594704"/>
                  </a:cubicBezTo>
                  <a:cubicBezTo>
                    <a:pt x="840200" y="593942"/>
                    <a:pt x="840581" y="592322"/>
                    <a:pt x="841153" y="591846"/>
                  </a:cubicBezTo>
                  <a:cubicBezTo>
                    <a:pt x="841629" y="591465"/>
                    <a:pt x="843153" y="592037"/>
                    <a:pt x="843534" y="591560"/>
                  </a:cubicBezTo>
                  <a:cubicBezTo>
                    <a:pt x="843915" y="591179"/>
                    <a:pt x="843915" y="589846"/>
                    <a:pt x="843534" y="589465"/>
                  </a:cubicBezTo>
                  <a:cubicBezTo>
                    <a:pt x="842963" y="588798"/>
                    <a:pt x="840772" y="588893"/>
                    <a:pt x="839914" y="588798"/>
                  </a:cubicBezTo>
                  <a:cubicBezTo>
                    <a:pt x="839248" y="588703"/>
                    <a:pt x="837819" y="588417"/>
                    <a:pt x="837152" y="588607"/>
                  </a:cubicBezTo>
                  <a:cubicBezTo>
                    <a:pt x="836200" y="588893"/>
                    <a:pt x="834771" y="590227"/>
                    <a:pt x="834200" y="591084"/>
                  </a:cubicBezTo>
                  <a:cubicBezTo>
                    <a:pt x="833723" y="591846"/>
                    <a:pt x="833628" y="593846"/>
                    <a:pt x="833056" y="594513"/>
                  </a:cubicBezTo>
                  <a:cubicBezTo>
                    <a:pt x="832485" y="595085"/>
                    <a:pt x="830770" y="594894"/>
                    <a:pt x="830199" y="595370"/>
                  </a:cubicBezTo>
                  <a:cubicBezTo>
                    <a:pt x="829437" y="595942"/>
                    <a:pt x="828389" y="597752"/>
                    <a:pt x="828389" y="598609"/>
                  </a:cubicBezTo>
                  <a:cubicBezTo>
                    <a:pt x="828389" y="599561"/>
                    <a:pt x="829532" y="601180"/>
                    <a:pt x="830103" y="601943"/>
                  </a:cubicBezTo>
                  <a:cubicBezTo>
                    <a:pt x="830866" y="602895"/>
                    <a:pt x="832961" y="604038"/>
                    <a:pt x="833723" y="604990"/>
                  </a:cubicBezTo>
                  <a:cubicBezTo>
                    <a:pt x="834771" y="606324"/>
                    <a:pt x="836390" y="609563"/>
                    <a:pt x="836486" y="611277"/>
                  </a:cubicBezTo>
                  <a:cubicBezTo>
                    <a:pt x="836581" y="612801"/>
                    <a:pt x="835723" y="615849"/>
                    <a:pt x="834771" y="616992"/>
                  </a:cubicBezTo>
                  <a:cubicBezTo>
                    <a:pt x="834294" y="617659"/>
                    <a:pt x="832675" y="618230"/>
                    <a:pt x="832009" y="618611"/>
                  </a:cubicBezTo>
                  <a:cubicBezTo>
                    <a:pt x="831247" y="618992"/>
                    <a:pt x="829913" y="619945"/>
                    <a:pt x="829151" y="620230"/>
                  </a:cubicBezTo>
                  <a:cubicBezTo>
                    <a:pt x="828484" y="620421"/>
                    <a:pt x="827151" y="620516"/>
                    <a:pt x="826484" y="620516"/>
                  </a:cubicBezTo>
                  <a:cubicBezTo>
                    <a:pt x="826008" y="620516"/>
                    <a:pt x="824769" y="619945"/>
                    <a:pt x="824389" y="620326"/>
                  </a:cubicBezTo>
                  <a:cubicBezTo>
                    <a:pt x="823913" y="620707"/>
                    <a:pt x="824198" y="622136"/>
                    <a:pt x="824103" y="622707"/>
                  </a:cubicBezTo>
                  <a:cubicBezTo>
                    <a:pt x="823913" y="623469"/>
                    <a:pt x="823436" y="624898"/>
                    <a:pt x="823150" y="625660"/>
                  </a:cubicBezTo>
                  <a:cubicBezTo>
                    <a:pt x="822960" y="626136"/>
                    <a:pt x="822674" y="627660"/>
                    <a:pt x="822103" y="627660"/>
                  </a:cubicBezTo>
                  <a:cubicBezTo>
                    <a:pt x="821436" y="627660"/>
                    <a:pt x="821055" y="626041"/>
                    <a:pt x="820864" y="625469"/>
                  </a:cubicBezTo>
                  <a:cubicBezTo>
                    <a:pt x="820293" y="624231"/>
                    <a:pt x="819817" y="621659"/>
                    <a:pt x="819341" y="620421"/>
                  </a:cubicBezTo>
                  <a:cubicBezTo>
                    <a:pt x="819055" y="619564"/>
                    <a:pt x="818102" y="618040"/>
                    <a:pt x="817912" y="617278"/>
                  </a:cubicBezTo>
                  <a:cubicBezTo>
                    <a:pt x="817721" y="616706"/>
                    <a:pt x="817626" y="615468"/>
                    <a:pt x="817340" y="614897"/>
                  </a:cubicBezTo>
                  <a:cubicBezTo>
                    <a:pt x="816959" y="614135"/>
                    <a:pt x="815816" y="612896"/>
                    <a:pt x="815244" y="612325"/>
                  </a:cubicBezTo>
                  <a:cubicBezTo>
                    <a:pt x="814102" y="611182"/>
                    <a:pt x="811339" y="609372"/>
                    <a:pt x="810101" y="608229"/>
                  </a:cubicBezTo>
                  <a:cubicBezTo>
                    <a:pt x="808387" y="606610"/>
                    <a:pt x="805529" y="602990"/>
                    <a:pt x="803910" y="601371"/>
                  </a:cubicBezTo>
                  <a:cubicBezTo>
                    <a:pt x="802386" y="599752"/>
                    <a:pt x="799052" y="596894"/>
                    <a:pt x="797623" y="595180"/>
                  </a:cubicBezTo>
                  <a:cubicBezTo>
                    <a:pt x="796480" y="593846"/>
                    <a:pt x="795052" y="590608"/>
                    <a:pt x="794004" y="589274"/>
                  </a:cubicBezTo>
                  <a:cubicBezTo>
                    <a:pt x="792766" y="587750"/>
                    <a:pt x="789718" y="585274"/>
                    <a:pt x="788479" y="583750"/>
                  </a:cubicBezTo>
                  <a:cubicBezTo>
                    <a:pt x="786860" y="581654"/>
                    <a:pt x="784574" y="576892"/>
                    <a:pt x="783336" y="574606"/>
                  </a:cubicBezTo>
                  <a:cubicBezTo>
                    <a:pt x="781907" y="572129"/>
                    <a:pt x="779145" y="567081"/>
                    <a:pt x="777526" y="564700"/>
                  </a:cubicBezTo>
                  <a:cubicBezTo>
                    <a:pt x="776192" y="562795"/>
                    <a:pt x="773049" y="559271"/>
                    <a:pt x="771525" y="557556"/>
                  </a:cubicBezTo>
                  <a:cubicBezTo>
                    <a:pt x="770382" y="556318"/>
                    <a:pt x="767905" y="553937"/>
                    <a:pt x="766667" y="552889"/>
                  </a:cubicBezTo>
                  <a:cubicBezTo>
                    <a:pt x="765905" y="552222"/>
                    <a:pt x="763810" y="551460"/>
                    <a:pt x="763238" y="550603"/>
                  </a:cubicBezTo>
                  <a:cubicBezTo>
                    <a:pt x="762857" y="549841"/>
                    <a:pt x="763524" y="547936"/>
                    <a:pt x="763143" y="547174"/>
                  </a:cubicBezTo>
                  <a:cubicBezTo>
                    <a:pt x="762572" y="546031"/>
                    <a:pt x="760095" y="544888"/>
                    <a:pt x="759143" y="544126"/>
                  </a:cubicBezTo>
                  <a:cubicBezTo>
                    <a:pt x="758380" y="543459"/>
                    <a:pt x="756666" y="542316"/>
                    <a:pt x="755999" y="541554"/>
                  </a:cubicBezTo>
                  <a:cubicBezTo>
                    <a:pt x="755142" y="540602"/>
                    <a:pt x="754094" y="538220"/>
                    <a:pt x="753142" y="537458"/>
                  </a:cubicBezTo>
                  <a:cubicBezTo>
                    <a:pt x="751808" y="536315"/>
                    <a:pt x="748475" y="535458"/>
                    <a:pt x="746950" y="534601"/>
                  </a:cubicBezTo>
                  <a:cubicBezTo>
                    <a:pt x="745998" y="534029"/>
                    <a:pt x="744188" y="532696"/>
                    <a:pt x="743426" y="531838"/>
                  </a:cubicBezTo>
                  <a:cubicBezTo>
                    <a:pt x="742283" y="530600"/>
                    <a:pt x="740664" y="527552"/>
                    <a:pt x="740093" y="526028"/>
                  </a:cubicBezTo>
                  <a:cubicBezTo>
                    <a:pt x="739807" y="525171"/>
                    <a:pt x="738854" y="523076"/>
                    <a:pt x="739426" y="522313"/>
                  </a:cubicBezTo>
                  <a:cubicBezTo>
                    <a:pt x="739616" y="522028"/>
                    <a:pt x="740473" y="522409"/>
                    <a:pt x="740759" y="522313"/>
                  </a:cubicBezTo>
                  <a:cubicBezTo>
                    <a:pt x="741331" y="522123"/>
                    <a:pt x="742188" y="521266"/>
                    <a:pt x="742664" y="520885"/>
                  </a:cubicBezTo>
                  <a:cubicBezTo>
                    <a:pt x="743235" y="520409"/>
                    <a:pt x="744284" y="519170"/>
                    <a:pt x="744664" y="518504"/>
                  </a:cubicBezTo>
                  <a:cubicBezTo>
                    <a:pt x="745236" y="517646"/>
                    <a:pt x="746188" y="515551"/>
                    <a:pt x="746665" y="514598"/>
                  </a:cubicBezTo>
                  <a:cubicBezTo>
                    <a:pt x="747141" y="513646"/>
                    <a:pt x="748284" y="511741"/>
                    <a:pt x="748665" y="510788"/>
                  </a:cubicBezTo>
                  <a:cubicBezTo>
                    <a:pt x="749046" y="509931"/>
                    <a:pt x="749332" y="507931"/>
                    <a:pt x="749903" y="507073"/>
                  </a:cubicBezTo>
                  <a:cubicBezTo>
                    <a:pt x="750379" y="506407"/>
                    <a:pt x="751904" y="505645"/>
                    <a:pt x="752475" y="505073"/>
                  </a:cubicBezTo>
                  <a:cubicBezTo>
                    <a:pt x="753237" y="504406"/>
                    <a:pt x="754475" y="502882"/>
                    <a:pt x="755047" y="502025"/>
                  </a:cubicBezTo>
                  <a:cubicBezTo>
                    <a:pt x="755713" y="500978"/>
                    <a:pt x="756380" y="498596"/>
                    <a:pt x="756856" y="497453"/>
                  </a:cubicBezTo>
                  <a:cubicBezTo>
                    <a:pt x="757238" y="496596"/>
                    <a:pt x="757904" y="494691"/>
                    <a:pt x="758094" y="493738"/>
                  </a:cubicBezTo>
                  <a:cubicBezTo>
                    <a:pt x="758380" y="492596"/>
                    <a:pt x="758285" y="490119"/>
                    <a:pt x="758761" y="488976"/>
                  </a:cubicBezTo>
                  <a:cubicBezTo>
                    <a:pt x="759237" y="487833"/>
                    <a:pt x="760952" y="485928"/>
                    <a:pt x="761809" y="485071"/>
                  </a:cubicBezTo>
                  <a:cubicBezTo>
                    <a:pt x="762381" y="484595"/>
                    <a:pt x="763905" y="484023"/>
                    <a:pt x="764286" y="483356"/>
                  </a:cubicBezTo>
                  <a:cubicBezTo>
                    <a:pt x="764857" y="482404"/>
                    <a:pt x="764191" y="479832"/>
                    <a:pt x="764762" y="478880"/>
                  </a:cubicBezTo>
                  <a:cubicBezTo>
                    <a:pt x="765238" y="478213"/>
                    <a:pt x="766953" y="477832"/>
                    <a:pt x="767525" y="477260"/>
                  </a:cubicBezTo>
                  <a:cubicBezTo>
                    <a:pt x="768001" y="476784"/>
                    <a:pt x="768382" y="475546"/>
                    <a:pt x="768668" y="474879"/>
                  </a:cubicBezTo>
                  <a:cubicBezTo>
                    <a:pt x="768953" y="474307"/>
                    <a:pt x="769525" y="473164"/>
                    <a:pt x="769715" y="472593"/>
                  </a:cubicBezTo>
                  <a:cubicBezTo>
                    <a:pt x="770096" y="471640"/>
                    <a:pt x="770477" y="469831"/>
                    <a:pt x="770858" y="468878"/>
                  </a:cubicBezTo>
                  <a:cubicBezTo>
                    <a:pt x="771049" y="468402"/>
                    <a:pt x="771716" y="467450"/>
                    <a:pt x="771810" y="466878"/>
                  </a:cubicBezTo>
                  <a:cubicBezTo>
                    <a:pt x="772001" y="466116"/>
                    <a:pt x="772001" y="464402"/>
                    <a:pt x="771810" y="463544"/>
                  </a:cubicBezTo>
                  <a:cubicBezTo>
                    <a:pt x="771620" y="462878"/>
                    <a:pt x="770477" y="461830"/>
                    <a:pt x="770287" y="461163"/>
                  </a:cubicBezTo>
                  <a:cubicBezTo>
                    <a:pt x="770096" y="460211"/>
                    <a:pt x="771144" y="458305"/>
                    <a:pt x="770858" y="457353"/>
                  </a:cubicBezTo>
                  <a:cubicBezTo>
                    <a:pt x="770572" y="456591"/>
                    <a:pt x="769048" y="455448"/>
                    <a:pt x="768286" y="455162"/>
                  </a:cubicBezTo>
                  <a:cubicBezTo>
                    <a:pt x="767619" y="454877"/>
                    <a:pt x="766096" y="455162"/>
                    <a:pt x="765429" y="455067"/>
                  </a:cubicBezTo>
                  <a:cubicBezTo>
                    <a:pt x="764381" y="454877"/>
                    <a:pt x="762381" y="454305"/>
                    <a:pt x="761524" y="453924"/>
                  </a:cubicBezTo>
                  <a:cubicBezTo>
                    <a:pt x="761047" y="453638"/>
                    <a:pt x="760190" y="452495"/>
                    <a:pt x="759619" y="452590"/>
                  </a:cubicBezTo>
                  <a:cubicBezTo>
                    <a:pt x="758857" y="452686"/>
                    <a:pt x="757714" y="454114"/>
                    <a:pt x="757523" y="454781"/>
                  </a:cubicBezTo>
                  <a:cubicBezTo>
                    <a:pt x="757238" y="455543"/>
                    <a:pt x="757333" y="457353"/>
                    <a:pt x="757714" y="458115"/>
                  </a:cubicBezTo>
                  <a:cubicBezTo>
                    <a:pt x="758190" y="459068"/>
                    <a:pt x="760190" y="460211"/>
                    <a:pt x="760857" y="461068"/>
                  </a:cubicBezTo>
                  <a:cubicBezTo>
                    <a:pt x="761429" y="461830"/>
                    <a:pt x="762857" y="463354"/>
                    <a:pt x="762857" y="464211"/>
                  </a:cubicBezTo>
                  <a:cubicBezTo>
                    <a:pt x="762857" y="465354"/>
                    <a:pt x="761619" y="467354"/>
                    <a:pt x="760762" y="468021"/>
                  </a:cubicBezTo>
                  <a:cubicBezTo>
                    <a:pt x="760000" y="468593"/>
                    <a:pt x="757904" y="468878"/>
                    <a:pt x="756952" y="468688"/>
                  </a:cubicBezTo>
                  <a:cubicBezTo>
                    <a:pt x="756095" y="468497"/>
                    <a:pt x="754856" y="467164"/>
                    <a:pt x="754285" y="466497"/>
                  </a:cubicBezTo>
                  <a:cubicBezTo>
                    <a:pt x="753713" y="465830"/>
                    <a:pt x="752760" y="464306"/>
                    <a:pt x="752666" y="463449"/>
                  </a:cubicBezTo>
                  <a:cubicBezTo>
                    <a:pt x="752570" y="462687"/>
                    <a:pt x="753618" y="461354"/>
                    <a:pt x="753523" y="460592"/>
                  </a:cubicBezTo>
                  <a:cubicBezTo>
                    <a:pt x="753427" y="459544"/>
                    <a:pt x="751522" y="457829"/>
                    <a:pt x="751522" y="456781"/>
                  </a:cubicBezTo>
                  <a:cubicBezTo>
                    <a:pt x="751522" y="456305"/>
                    <a:pt x="752284" y="455448"/>
                    <a:pt x="752380" y="454877"/>
                  </a:cubicBezTo>
                  <a:cubicBezTo>
                    <a:pt x="752475" y="454114"/>
                    <a:pt x="752189" y="452495"/>
                    <a:pt x="751713" y="451829"/>
                  </a:cubicBezTo>
                  <a:cubicBezTo>
                    <a:pt x="751141" y="450876"/>
                    <a:pt x="749141" y="449447"/>
                    <a:pt x="748093" y="449066"/>
                  </a:cubicBezTo>
                  <a:cubicBezTo>
                    <a:pt x="747141" y="448685"/>
                    <a:pt x="745045" y="448685"/>
                    <a:pt x="744093" y="448780"/>
                  </a:cubicBezTo>
                  <a:cubicBezTo>
                    <a:pt x="742379" y="448876"/>
                    <a:pt x="739140" y="449733"/>
                    <a:pt x="737616" y="450400"/>
                  </a:cubicBezTo>
                  <a:cubicBezTo>
                    <a:pt x="736568" y="450781"/>
                    <a:pt x="734853" y="452305"/>
                    <a:pt x="733806" y="452495"/>
                  </a:cubicBezTo>
                  <a:cubicBezTo>
                    <a:pt x="732663" y="452781"/>
                    <a:pt x="730186" y="452210"/>
                    <a:pt x="729043" y="452400"/>
                  </a:cubicBezTo>
                  <a:cubicBezTo>
                    <a:pt x="727996" y="452590"/>
                    <a:pt x="725328" y="452781"/>
                    <a:pt x="724852" y="453829"/>
                  </a:cubicBezTo>
                  <a:cubicBezTo>
                    <a:pt x="724376" y="455067"/>
                    <a:pt x="725995" y="457734"/>
                    <a:pt x="726853" y="458687"/>
                  </a:cubicBezTo>
                  <a:cubicBezTo>
                    <a:pt x="727520" y="459353"/>
                    <a:pt x="729329" y="460115"/>
                    <a:pt x="730282" y="460115"/>
                  </a:cubicBezTo>
                  <a:cubicBezTo>
                    <a:pt x="731234" y="460115"/>
                    <a:pt x="732758" y="458782"/>
                    <a:pt x="733710" y="458687"/>
                  </a:cubicBezTo>
                  <a:cubicBezTo>
                    <a:pt x="734759" y="458496"/>
                    <a:pt x="737235" y="458305"/>
                    <a:pt x="738188" y="458877"/>
                  </a:cubicBezTo>
                  <a:cubicBezTo>
                    <a:pt x="738950" y="459353"/>
                    <a:pt x="739330" y="461258"/>
                    <a:pt x="739997" y="461830"/>
                  </a:cubicBezTo>
                  <a:cubicBezTo>
                    <a:pt x="740569" y="462306"/>
                    <a:pt x="742188" y="463068"/>
                    <a:pt x="742950" y="462973"/>
                  </a:cubicBezTo>
                  <a:cubicBezTo>
                    <a:pt x="743807" y="462878"/>
                    <a:pt x="744950" y="461258"/>
                    <a:pt x="745807" y="461163"/>
                  </a:cubicBezTo>
                  <a:cubicBezTo>
                    <a:pt x="746284" y="461068"/>
                    <a:pt x="747331" y="461449"/>
                    <a:pt x="747713" y="461830"/>
                  </a:cubicBezTo>
                  <a:cubicBezTo>
                    <a:pt x="748189" y="462306"/>
                    <a:pt x="749046" y="463735"/>
                    <a:pt x="748760" y="464402"/>
                  </a:cubicBezTo>
                  <a:cubicBezTo>
                    <a:pt x="748379" y="465354"/>
                    <a:pt x="745617" y="465259"/>
                    <a:pt x="745236" y="466211"/>
                  </a:cubicBezTo>
                  <a:cubicBezTo>
                    <a:pt x="744950" y="466878"/>
                    <a:pt x="746284" y="468212"/>
                    <a:pt x="746379" y="468973"/>
                  </a:cubicBezTo>
                  <a:cubicBezTo>
                    <a:pt x="746665" y="470212"/>
                    <a:pt x="747046" y="472688"/>
                    <a:pt x="746570" y="473831"/>
                  </a:cubicBezTo>
                  <a:cubicBezTo>
                    <a:pt x="746093" y="475070"/>
                    <a:pt x="743426" y="476308"/>
                    <a:pt x="742950" y="477546"/>
                  </a:cubicBezTo>
                  <a:cubicBezTo>
                    <a:pt x="742569" y="478594"/>
                    <a:pt x="742664" y="480785"/>
                    <a:pt x="742855" y="481928"/>
                  </a:cubicBezTo>
                  <a:cubicBezTo>
                    <a:pt x="743045" y="482975"/>
                    <a:pt x="744093" y="484785"/>
                    <a:pt x="744188" y="485833"/>
                  </a:cubicBezTo>
                  <a:cubicBezTo>
                    <a:pt x="744284" y="486976"/>
                    <a:pt x="744284" y="489452"/>
                    <a:pt x="743522" y="490310"/>
                  </a:cubicBezTo>
                  <a:cubicBezTo>
                    <a:pt x="742664" y="491262"/>
                    <a:pt x="739902" y="491357"/>
                    <a:pt x="738759" y="491738"/>
                  </a:cubicBezTo>
                  <a:cubicBezTo>
                    <a:pt x="737616" y="492119"/>
                    <a:pt x="735139" y="492310"/>
                    <a:pt x="734187" y="493072"/>
                  </a:cubicBezTo>
                  <a:cubicBezTo>
                    <a:pt x="733806" y="493453"/>
                    <a:pt x="733234" y="494405"/>
                    <a:pt x="733234" y="494977"/>
                  </a:cubicBezTo>
                  <a:cubicBezTo>
                    <a:pt x="733234" y="496120"/>
                    <a:pt x="735044" y="497834"/>
                    <a:pt x="735425" y="498787"/>
                  </a:cubicBezTo>
                  <a:cubicBezTo>
                    <a:pt x="735711" y="499549"/>
                    <a:pt x="736378" y="501073"/>
                    <a:pt x="736378" y="501835"/>
                  </a:cubicBezTo>
                  <a:cubicBezTo>
                    <a:pt x="736378" y="502882"/>
                    <a:pt x="735997" y="504978"/>
                    <a:pt x="735330" y="505740"/>
                  </a:cubicBezTo>
                  <a:cubicBezTo>
                    <a:pt x="734759" y="506312"/>
                    <a:pt x="733044" y="507073"/>
                    <a:pt x="732282" y="506788"/>
                  </a:cubicBezTo>
                  <a:cubicBezTo>
                    <a:pt x="731329" y="506502"/>
                    <a:pt x="730282" y="504502"/>
                    <a:pt x="729901" y="503645"/>
                  </a:cubicBezTo>
                  <a:cubicBezTo>
                    <a:pt x="729329" y="502216"/>
                    <a:pt x="729425" y="499168"/>
                    <a:pt x="729234" y="497739"/>
                  </a:cubicBezTo>
                  <a:cubicBezTo>
                    <a:pt x="729043" y="496215"/>
                    <a:pt x="728948" y="493072"/>
                    <a:pt x="728472" y="491643"/>
                  </a:cubicBezTo>
                  <a:cubicBezTo>
                    <a:pt x="728186" y="490786"/>
                    <a:pt x="727138" y="489452"/>
                    <a:pt x="726662" y="488690"/>
                  </a:cubicBezTo>
                  <a:cubicBezTo>
                    <a:pt x="725710" y="487166"/>
                    <a:pt x="723995" y="484023"/>
                    <a:pt x="722757" y="482785"/>
                  </a:cubicBezTo>
                  <a:cubicBezTo>
                    <a:pt x="721137" y="481165"/>
                    <a:pt x="717232" y="478689"/>
                    <a:pt x="715423" y="477355"/>
                  </a:cubicBezTo>
                  <a:cubicBezTo>
                    <a:pt x="714756" y="476975"/>
                    <a:pt x="713422" y="476213"/>
                    <a:pt x="712851" y="475641"/>
                  </a:cubicBezTo>
                  <a:cubicBezTo>
                    <a:pt x="711708" y="474403"/>
                    <a:pt x="710089" y="471355"/>
                    <a:pt x="709327" y="469831"/>
                  </a:cubicBezTo>
                  <a:cubicBezTo>
                    <a:pt x="708660" y="468402"/>
                    <a:pt x="707612" y="465545"/>
                    <a:pt x="707327" y="464021"/>
                  </a:cubicBezTo>
                  <a:cubicBezTo>
                    <a:pt x="707136" y="462782"/>
                    <a:pt x="707136" y="460306"/>
                    <a:pt x="707136" y="459068"/>
                  </a:cubicBezTo>
                  <a:cubicBezTo>
                    <a:pt x="707136" y="457544"/>
                    <a:pt x="707517" y="454496"/>
                    <a:pt x="707517" y="452971"/>
                  </a:cubicBezTo>
                  <a:cubicBezTo>
                    <a:pt x="707612" y="451543"/>
                    <a:pt x="707898" y="448590"/>
                    <a:pt x="707707" y="447161"/>
                  </a:cubicBezTo>
                  <a:cubicBezTo>
                    <a:pt x="707517" y="445923"/>
                    <a:pt x="706755" y="443637"/>
                    <a:pt x="706469" y="442494"/>
                  </a:cubicBezTo>
                  <a:cubicBezTo>
                    <a:pt x="706184" y="441446"/>
                    <a:pt x="704659" y="439351"/>
                    <a:pt x="705231" y="438398"/>
                  </a:cubicBezTo>
                  <a:cubicBezTo>
                    <a:pt x="705422" y="438017"/>
                    <a:pt x="706469" y="437731"/>
                    <a:pt x="706850" y="437827"/>
                  </a:cubicBezTo>
                  <a:cubicBezTo>
                    <a:pt x="707993" y="438208"/>
                    <a:pt x="709136" y="440780"/>
                    <a:pt x="709613" y="441827"/>
                  </a:cubicBezTo>
                  <a:cubicBezTo>
                    <a:pt x="710279" y="443256"/>
                    <a:pt x="711041" y="446399"/>
                    <a:pt x="711232" y="448019"/>
                  </a:cubicBezTo>
                  <a:cubicBezTo>
                    <a:pt x="711422" y="449923"/>
                    <a:pt x="710946" y="453734"/>
                    <a:pt x="710851" y="455638"/>
                  </a:cubicBezTo>
                  <a:cubicBezTo>
                    <a:pt x="710755" y="456781"/>
                    <a:pt x="710375" y="458877"/>
                    <a:pt x="710469" y="460020"/>
                  </a:cubicBezTo>
                  <a:cubicBezTo>
                    <a:pt x="710469" y="460972"/>
                    <a:pt x="709898" y="463735"/>
                    <a:pt x="710851" y="463925"/>
                  </a:cubicBezTo>
                  <a:cubicBezTo>
                    <a:pt x="712089" y="464116"/>
                    <a:pt x="712375" y="460687"/>
                    <a:pt x="712756" y="459544"/>
                  </a:cubicBezTo>
                  <a:cubicBezTo>
                    <a:pt x="713137" y="458401"/>
                    <a:pt x="713518" y="455924"/>
                    <a:pt x="713708" y="454781"/>
                  </a:cubicBezTo>
                  <a:cubicBezTo>
                    <a:pt x="713899" y="453067"/>
                    <a:pt x="714184" y="449638"/>
                    <a:pt x="714184" y="447923"/>
                  </a:cubicBezTo>
                  <a:cubicBezTo>
                    <a:pt x="714184" y="445732"/>
                    <a:pt x="713899" y="441351"/>
                    <a:pt x="713708" y="439255"/>
                  </a:cubicBezTo>
                  <a:cubicBezTo>
                    <a:pt x="713518" y="438017"/>
                    <a:pt x="713041" y="435446"/>
                    <a:pt x="712756" y="434112"/>
                  </a:cubicBezTo>
                  <a:cubicBezTo>
                    <a:pt x="712375" y="432397"/>
                    <a:pt x="711994" y="428588"/>
                    <a:pt x="710946" y="427159"/>
                  </a:cubicBezTo>
                  <a:cubicBezTo>
                    <a:pt x="710375" y="426397"/>
                    <a:pt x="708184" y="425825"/>
                    <a:pt x="707612" y="424968"/>
                  </a:cubicBezTo>
                  <a:cubicBezTo>
                    <a:pt x="707136" y="424206"/>
                    <a:pt x="707136" y="422111"/>
                    <a:pt x="707422" y="421253"/>
                  </a:cubicBezTo>
                  <a:cubicBezTo>
                    <a:pt x="707707" y="420301"/>
                    <a:pt x="709231" y="418872"/>
                    <a:pt x="709898" y="418110"/>
                  </a:cubicBezTo>
                  <a:cubicBezTo>
                    <a:pt x="710565" y="417253"/>
                    <a:pt x="712375" y="415729"/>
                    <a:pt x="712470" y="414681"/>
                  </a:cubicBezTo>
                  <a:cubicBezTo>
                    <a:pt x="712565" y="414014"/>
                    <a:pt x="711232" y="412871"/>
                    <a:pt x="711232" y="412205"/>
                  </a:cubicBezTo>
                  <a:cubicBezTo>
                    <a:pt x="711041" y="411157"/>
                    <a:pt x="711803" y="409061"/>
                    <a:pt x="712184" y="408013"/>
                  </a:cubicBezTo>
                  <a:cubicBezTo>
                    <a:pt x="712565" y="406871"/>
                    <a:pt x="713994" y="404870"/>
                    <a:pt x="714089" y="403632"/>
                  </a:cubicBezTo>
                  <a:cubicBezTo>
                    <a:pt x="714280" y="402013"/>
                    <a:pt x="712279" y="398870"/>
                    <a:pt x="712470" y="397250"/>
                  </a:cubicBezTo>
                  <a:cubicBezTo>
                    <a:pt x="712661" y="395917"/>
                    <a:pt x="714947" y="394012"/>
                    <a:pt x="715232" y="392678"/>
                  </a:cubicBezTo>
                  <a:cubicBezTo>
                    <a:pt x="715518" y="391345"/>
                    <a:pt x="714470" y="388582"/>
                    <a:pt x="714470" y="387154"/>
                  </a:cubicBezTo>
                  <a:cubicBezTo>
                    <a:pt x="714470" y="386106"/>
                    <a:pt x="714851" y="384011"/>
                    <a:pt x="715137" y="382963"/>
                  </a:cubicBezTo>
                  <a:cubicBezTo>
                    <a:pt x="715423" y="381725"/>
                    <a:pt x="716566" y="379438"/>
                    <a:pt x="716852" y="378200"/>
                  </a:cubicBezTo>
                  <a:cubicBezTo>
                    <a:pt x="717232" y="376105"/>
                    <a:pt x="717042" y="371819"/>
                    <a:pt x="716852" y="369723"/>
                  </a:cubicBezTo>
                  <a:cubicBezTo>
                    <a:pt x="716756" y="368771"/>
                    <a:pt x="716280" y="366961"/>
                    <a:pt x="716280" y="366008"/>
                  </a:cubicBezTo>
                  <a:cubicBezTo>
                    <a:pt x="716375" y="365151"/>
                    <a:pt x="717423" y="363627"/>
                    <a:pt x="717518" y="362675"/>
                  </a:cubicBezTo>
                  <a:cubicBezTo>
                    <a:pt x="717613" y="360960"/>
                    <a:pt x="716089" y="357626"/>
                    <a:pt x="715709" y="356007"/>
                  </a:cubicBezTo>
                  <a:cubicBezTo>
                    <a:pt x="715327" y="354388"/>
                    <a:pt x="714566" y="351054"/>
                    <a:pt x="714375" y="349435"/>
                  </a:cubicBezTo>
                  <a:cubicBezTo>
                    <a:pt x="714089" y="347530"/>
                    <a:pt x="714280" y="343529"/>
                    <a:pt x="713899" y="341624"/>
                  </a:cubicBezTo>
                  <a:cubicBezTo>
                    <a:pt x="713518" y="340291"/>
                    <a:pt x="712184" y="337814"/>
                    <a:pt x="711612" y="336576"/>
                  </a:cubicBezTo>
                  <a:cubicBezTo>
                    <a:pt x="711422" y="336100"/>
                    <a:pt x="711041" y="335052"/>
                    <a:pt x="710946" y="334576"/>
                  </a:cubicBezTo>
                  <a:cubicBezTo>
                    <a:pt x="710946" y="334004"/>
                    <a:pt x="711422" y="332861"/>
                    <a:pt x="711612" y="332195"/>
                  </a:cubicBezTo>
                  <a:cubicBezTo>
                    <a:pt x="711994" y="330766"/>
                    <a:pt x="712946" y="327718"/>
                    <a:pt x="712565" y="326194"/>
                  </a:cubicBezTo>
                  <a:cubicBezTo>
                    <a:pt x="712279" y="325051"/>
                    <a:pt x="710089" y="323622"/>
                    <a:pt x="709708" y="322479"/>
                  </a:cubicBezTo>
                  <a:cubicBezTo>
                    <a:pt x="709422" y="321717"/>
                    <a:pt x="709613" y="320098"/>
                    <a:pt x="709803" y="319336"/>
                  </a:cubicBezTo>
                  <a:cubicBezTo>
                    <a:pt x="710089" y="318574"/>
                    <a:pt x="711422" y="317336"/>
                    <a:pt x="711612" y="316478"/>
                  </a:cubicBezTo>
                  <a:cubicBezTo>
                    <a:pt x="711898" y="315526"/>
                    <a:pt x="711612" y="313430"/>
                    <a:pt x="711327" y="312573"/>
                  </a:cubicBezTo>
                  <a:cubicBezTo>
                    <a:pt x="711041" y="311716"/>
                    <a:pt x="709993" y="310096"/>
                    <a:pt x="709231" y="309715"/>
                  </a:cubicBezTo>
                  <a:cubicBezTo>
                    <a:pt x="708279" y="309239"/>
                    <a:pt x="706088" y="309620"/>
                    <a:pt x="705135" y="309525"/>
                  </a:cubicBezTo>
                  <a:cubicBezTo>
                    <a:pt x="704183" y="309335"/>
                    <a:pt x="702087" y="309144"/>
                    <a:pt x="701421" y="308477"/>
                  </a:cubicBezTo>
                  <a:cubicBezTo>
                    <a:pt x="700850" y="307906"/>
                    <a:pt x="701040" y="306001"/>
                    <a:pt x="700564" y="305334"/>
                  </a:cubicBezTo>
                  <a:cubicBezTo>
                    <a:pt x="699897" y="304381"/>
                    <a:pt x="697611" y="303334"/>
                    <a:pt x="696753" y="302572"/>
                  </a:cubicBezTo>
                  <a:cubicBezTo>
                    <a:pt x="696087" y="302000"/>
                    <a:pt x="694468" y="300953"/>
                    <a:pt x="694087" y="300095"/>
                  </a:cubicBezTo>
                  <a:cubicBezTo>
                    <a:pt x="693801" y="299524"/>
                    <a:pt x="694182" y="298190"/>
                    <a:pt x="693991" y="297619"/>
                  </a:cubicBezTo>
                  <a:cubicBezTo>
                    <a:pt x="693611" y="296762"/>
                    <a:pt x="691705" y="295809"/>
                    <a:pt x="691229" y="294952"/>
                  </a:cubicBezTo>
                  <a:cubicBezTo>
                    <a:pt x="690848" y="294285"/>
                    <a:pt x="691039" y="292571"/>
                    <a:pt x="690848" y="291904"/>
                  </a:cubicBezTo>
                  <a:cubicBezTo>
                    <a:pt x="690563" y="291046"/>
                    <a:pt x="689896" y="289142"/>
                    <a:pt x="689134" y="288570"/>
                  </a:cubicBezTo>
                  <a:cubicBezTo>
                    <a:pt x="688562" y="288189"/>
                    <a:pt x="687134" y="288380"/>
                    <a:pt x="686562" y="288094"/>
                  </a:cubicBezTo>
                  <a:cubicBezTo>
                    <a:pt x="686181" y="287903"/>
                    <a:pt x="685705" y="286951"/>
                    <a:pt x="685324" y="286855"/>
                  </a:cubicBezTo>
                  <a:cubicBezTo>
                    <a:pt x="684276" y="286475"/>
                    <a:pt x="681800" y="287713"/>
                    <a:pt x="680847" y="287046"/>
                  </a:cubicBezTo>
                  <a:cubicBezTo>
                    <a:pt x="680180" y="286570"/>
                    <a:pt x="679609" y="284570"/>
                    <a:pt x="679799" y="283807"/>
                  </a:cubicBezTo>
                  <a:cubicBezTo>
                    <a:pt x="679895" y="283236"/>
                    <a:pt x="681038" y="282474"/>
                    <a:pt x="681228" y="281903"/>
                  </a:cubicBezTo>
                  <a:cubicBezTo>
                    <a:pt x="681609" y="281045"/>
                    <a:pt x="681800" y="279045"/>
                    <a:pt x="681418" y="278188"/>
                  </a:cubicBezTo>
                  <a:cubicBezTo>
                    <a:pt x="681228" y="277616"/>
                    <a:pt x="680275" y="276854"/>
                    <a:pt x="679799" y="276378"/>
                  </a:cubicBezTo>
                  <a:cubicBezTo>
                    <a:pt x="679323" y="275902"/>
                    <a:pt x="678370" y="274854"/>
                    <a:pt x="677799" y="274568"/>
                  </a:cubicBezTo>
                  <a:cubicBezTo>
                    <a:pt x="676751" y="274187"/>
                    <a:pt x="674275" y="274187"/>
                    <a:pt x="673132" y="274473"/>
                  </a:cubicBezTo>
                  <a:cubicBezTo>
                    <a:pt x="671989" y="274759"/>
                    <a:pt x="669988" y="276283"/>
                    <a:pt x="668750" y="276283"/>
                  </a:cubicBezTo>
                  <a:cubicBezTo>
                    <a:pt x="667798" y="276283"/>
                    <a:pt x="666083" y="275045"/>
                    <a:pt x="665131" y="275045"/>
                  </a:cubicBezTo>
                  <a:cubicBezTo>
                    <a:pt x="663987" y="275045"/>
                    <a:pt x="661988" y="276188"/>
                    <a:pt x="660845" y="276283"/>
                  </a:cubicBezTo>
                  <a:cubicBezTo>
                    <a:pt x="659416" y="276473"/>
                    <a:pt x="656463" y="275426"/>
                    <a:pt x="655034" y="275806"/>
                  </a:cubicBezTo>
                  <a:cubicBezTo>
                    <a:pt x="654558" y="275902"/>
                    <a:pt x="653701" y="276473"/>
                    <a:pt x="653415" y="276854"/>
                  </a:cubicBezTo>
                  <a:cubicBezTo>
                    <a:pt x="652939" y="277807"/>
                    <a:pt x="653605" y="280093"/>
                    <a:pt x="653319" y="281140"/>
                  </a:cubicBezTo>
                  <a:cubicBezTo>
                    <a:pt x="653034" y="282188"/>
                    <a:pt x="652177" y="284570"/>
                    <a:pt x="651224" y="284855"/>
                  </a:cubicBezTo>
                  <a:cubicBezTo>
                    <a:pt x="650177" y="285141"/>
                    <a:pt x="648462" y="283046"/>
                    <a:pt x="647414" y="282760"/>
                  </a:cubicBezTo>
                  <a:cubicBezTo>
                    <a:pt x="646843" y="282569"/>
                    <a:pt x="645509" y="282950"/>
                    <a:pt x="645223" y="282474"/>
                  </a:cubicBezTo>
                  <a:cubicBezTo>
                    <a:pt x="644652" y="281712"/>
                    <a:pt x="645795" y="279712"/>
                    <a:pt x="645890" y="278759"/>
                  </a:cubicBezTo>
                  <a:cubicBezTo>
                    <a:pt x="645890" y="278188"/>
                    <a:pt x="645986" y="277045"/>
                    <a:pt x="645700" y="276664"/>
                  </a:cubicBezTo>
                  <a:cubicBezTo>
                    <a:pt x="645128" y="275711"/>
                    <a:pt x="642366" y="275235"/>
                    <a:pt x="641699" y="274187"/>
                  </a:cubicBezTo>
                  <a:cubicBezTo>
                    <a:pt x="641318" y="273711"/>
                    <a:pt x="641223" y="272473"/>
                    <a:pt x="641318" y="271806"/>
                  </a:cubicBezTo>
                  <a:cubicBezTo>
                    <a:pt x="641318" y="271139"/>
                    <a:pt x="641985" y="269901"/>
                    <a:pt x="642080" y="269234"/>
                  </a:cubicBezTo>
                  <a:cubicBezTo>
                    <a:pt x="642175" y="268377"/>
                    <a:pt x="642271" y="266567"/>
                    <a:pt x="641795" y="265805"/>
                  </a:cubicBezTo>
                  <a:cubicBezTo>
                    <a:pt x="641318" y="265138"/>
                    <a:pt x="639509" y="264662"/>
                    <a:pt x="638747" y="264472"/>
                  </a:cubicBezTo>
                  <a:cubicBezTo>
                    <a:pt x="637604" y="264186"/>
                    <a:pt x="635412" y="264472"/>
                    <a:pt x="634269" y="264281"/>
                  </a:cubicBezTo>
                  <a:cubicBezTo>
                    <a:pt x="633508" y="264091"/>
                    <a:pt x="632079" y="263234"/>
                    <a:pt x="631317" y="263043"/>
                  </a:cubicBezTo>
                  <a:cubicBezTo>
                    <a:pt x="630555" y="262757"/>
                    <a:pt x="628841" y="262948"/>
                    <a:pt x="628269" y="262376"/>
                  </a:cubicBezTo>
                  <a:cubicBezTo>
                    <a:pt x="627412" y="261710"/>
                    <a:pt x="626936" y="259423"/>
                    <a:pt x="626650" y="258376"/>
                  </a:cubicBezTo>
                  <a:cubicBezTo>
                    <a:pt x="626364" y="257328"/>
                    <a:pt x="626745" y="255137"/>
                    <a:pt x="626173" y="254185"/>
                  </a:cubicBezTo>
                  <a:cubicBezTo>
                    <a:pt x="625602" y="253137"/>
                    <a:pt x="623125" y="252375"/>
                    <a:pt x="622459" y="251422"/>
                  </a:cubicBezTo>
                  <a:cubicBezTo>
                    <a:pt x="621697" y="250470"/>
                    <a:pt x="621316" y="247994"/>
                    <a:pt x="620649" y="246946"/>
                  </a:cubicBezTo>
                  <a:cubicBezTo>
                    <a:pt x="620077" y="245993"/>
                    <a:pt x="618363" y="244374"/>
                    <a:pt x="617411" y="243803"/>
                  </a:cubicBezTo>
                  <a:cubicBezTo>
                    <a:pt x="616458" y="243231"/>
                    <a:pt x="614458" y="242564"/>
                    <a:pt x="613410" y="242564"/>
                  </a:cubicBezTo>
                  <a:cubicBezTo>
                    <a:pt x="612267" y="242564"/>
                    <a:pt x="609981" y="244088"/>
                    <a:pt x="608838" y="243803"/>
                  </a:cubicBezTo>
                  <a:cubicBezTo>
                    <a:pt x="608266" y="243707"/>
                    <a:pt x="607314" y="242660"/>
                    <a:pt x="606837" y="242183"/>
                  </a:cubicBezTo>
                  <a:cubicBezTo>
                    <a:pt x="606171" y="241517"/>
                    <a:pt x="605504" y="239612"/>
                    <a:pt x="604742" y="239135"/>
                  </a:cubicBezTo>
                  <a:cubicBezTo>
                    <a:pt x="603599" y="238469"/>
                    <a:pt x="600647" y="239040"/>
                    <a:pt x="599599" y="238278"/>
                  </a:cubicBezTo>
                  <a:cubicBezTo>
                    <a:pt x="599027" y="237897"/>
                    <a:pt x="598646" y="236468"/>
                    <a:pt x="598075" y="236087"/>
                  </a:cubicBezTo>
                  <a:cubicBezTo>
                    <a:pt x="596932" y="235230"/>
                    <a:pt x="593693" y="235516"/>
                    <a:pt x="592550" y="234563"/>
                  </a:cubicBezTo>
                  <a:cubicBezTo>
                    <a:pt x="591693" y="233896"/>
                    <a:pt x="591122" y="231706"/>
                    <a:pt x="590741" y="230658"/>
                  </a:cubicBezTo>
                  <a:cubicBezTo>
                    <a:pt x="590264" y="229325"/>
                    <a:pt x="589312" y="226467"/>
                    <a:pt x="589026" y="225038"/>
                  </a:cubicBezTo>
                  <a:cubicBezTo>
                    <a:pt x="588740" y="223705"/>
                    <a:pt x="588836" y="220943"/>
                    <a:pt x="588454" y="219609"/>
                  </a:cubicBezTo>
                  <a:cubicBezTo>
                    <a:pt x="587978" y="217895"/>
                    <a:pt x="585692" y="215037"/>
                    <a:pt x="585216" y="213322"/>
                  </a:cubicBezTo>
                  <a:cubicBezTo>
                    <a:pt x="585025" y="212846"/>
                    <a:pt x="585406" y="211608"/>
                    <a:pt x="585121" y="211227"/>
                  </a:cubicBezTo>
                  <a:cubicBezTo>
                    <a:pt x="584645" y="210655"/>
                    <a:pt x="582835" y="210560"/>
                    <a:pt x="582073" y="210465"/>
                  </a:cubicBezTo>
                  <a:cubicBezTo>
                    <a:pt x="581025" y="210370"/>
                    <a:pt x="578929" y="211037"/>
                    <a:pt x="577977" y="210751"/>
                  </a:cubicBezTo>
                  <a:cubicBezTo>
                    <a:pt x="577119" y="210560"/>
                    <a:pt x="575691" y="209417"/>
                    <a:pt x="575024" y="208846"/>
                  </a:cubicBezTo>
                  <a:cubicBezTo>
                    <a:pt x="574357" y="208370"/>
                    <a:pt x="573214" y="206941"/>
                    <a:pt x="572452" y="206655"/>
                  </a:cubicBezTo>
                  <a:cubicBezTo>
                    <a:pt x="571405" y="206274"/>
                    <a:pt x="568928" y="206846"/>
                    <a:pt x="567880" y="206369"/>
                  </a:cubicBezTo>
                  <a:cubicBezTo>
                    <a:pt x="567309" y="206084"/>
                    <a:pt x="566452" y="204940"/>
                    <a:pt x="565975" y="204464"/>
                  </a:cubicBezTo>
                  <a:cubicBezTo>
                    <a:pt x="565213" y="203702"/>
                    <a:pt x="563594" y="202083"/>
                    <a:pt x="562737" y="201416"/>
                  </a:cubicBezTo>
                  <a:cubicBezTo>
                    <a:pt x="561975" y="200750"/>
                    <a:pt x="559975" y="199797"/>
                    <a:pt x="559594" y="198845"/>
                  </a:cubicBezTo>
                  <a:cubicBezTo>
                    <a:pt x="559022" y="197797"/>
                    <a:pt x="559784" y="195225"/>
                    <a:pt x="559308" y="194177"/>
                  </a:cubicBezTo>
                  <a:cubicBezTo>
                    <a:pt x="558832" y="193129"/>
                    <a:pt x="556831" y="191605"/>
                    <a:pt x="555879" y="190748"/>
                  </a:cubicBezTo>
                  <a:cubicBezTo>
                    <a:pt x="555022" y="189986"/>
                    <a:pt x="553022" y="188653"/>
                    <a:pt x="552259" y="187796"/>
                  </a:cubicBezTo>
                  <a:cubicBezTo>
                    <a:pt x="551688" y="187034"/>
                    <a:pt x="551021" y="185129"/>
                    <a:pt x="550450" y="184367"/>
                  </a:cubicBezTo>
                  <a:cubicBezTo>
                    <a:pt x="549497" y="183223"/>
                    <a:pt x="547211" y="181414"/>
                    <a:pt x="545973" y="180652"/>
                  </a:cubicBezTo>
                  <a:cubicBezTo>
                    <a:pt x="543592" y="179223"/>
                    <a:pt x="538353" y="177128"/>
                    <a:pt x="535781" y="176175"/>
                  </a:cubicBezTo>
                  <a:cubicBezTo>
                    <a:pt x="534352" y="175604"/>
                    <a:pt x="531304" y="174651"/>
                    <a:pt x="529780" y="174270"/>
                  </a:cubicBezTo>
                  <a:cubicBezTo>
                    <a:pt x="528828" y="173984"/>
                    <a:pt x="526732" y="173794"/>
                    <a:pt x="525780" y="173413"/>
                  </a:cubicBezTo>
                  <a:cubicBezTo>
                    <a:pt x="524637" y="173032"/>
                    <a:pt x="522446" y="171794"/>
                    <a:pt x="521303" y="171413"/>
                  </a:cubicBezTo>
                  <a:cubicBezTo>
                    <a:pt x="519208" y="170651"/>
                    <a:pt x="514635" y="169888"/>
                    <a:pt x="512540" y="169031"/>
                  </a:cubicBezTo>
                  <a:cubicBezTo>
                    <a:pt x="509968" y="167984"/>
                    <a:pt x="505492" y="164840"/>
                    <a:pt x="503015" y="163697"/>
                  </a:cubicBezTo>
                  <a:cubicBezTo>
                    <a:pt x="502062" y="163316"/>
                    <a:pt x="500063" y="162745"/>
                    <a:pt x="499110" y="162364"/>
                  </a:cubicBezTo>
                  <a:cubicBezTo>
                    <a:pt x="498062" y="161888"/>
                    <a:pt x="496252" y="160554"/>
                    <a:pt x="495205" y="160268"/>
                  </a:cubicBezTo>
                  <a:cubicBezTo>
                    <a:pt x="494157" y="159982"/>
                    <a:pt x="491966" y="159602"/>
                    <a:pt x="490918" y="159887"/>
                  </a:cubicBezTo>
                  <a:cubicBezTo>
                    <a:pt x="490347" y="159982"/>
                    <a:pt x="489299" y="160840"/>
                    <a:pt x="488728" y="161030"/>
                  </a:cubicBezTo>
                  <a:cubicBezTo>
                    <a:pt x="487489" y="161602"/>
                    <a:pt x="484918" y="162459"/>
                    <a:pt x="483584" y="162935"/>
                  </a:cubicBezTo>
                  <a:cubicBezTo>
                    <a:pt x="482536" y="163316"/>
                    <a:pt x="480250" y="163888"/>
                    <a:pt x="479393" y="164554"/>
                  </a:cubicBezTo>
                  <a:cubicBezTo>
                    <a:pt x="478536" y="165126"/>
                    <a:pt x="477488" y="167031"/>
                    <a:pt x="476631" y="167412"/>
                  </a:cubicBezTo>
                  <a:cubicBezTo>
                    <a:pt x="475583" y="167888"/>
                    <a:pt x="473297" y="167698"/>
                    <a:pt x="472250" y="167412"/>
                  </a:cubicBezTo>
                  <a:cubicBezTo>
                    <a:pt x="471583" y="167317"/>
                    <a:pt x="470535" y="166364"/>
                    <a:pt x="469963" y="166364"/>
                  </a:cubicBezTo>
                  <a:cubicBezTo>
                    <a:pt x="469106" y="166364"/>
                    <a:pt x="467773" y="167698"/>
                    <a:pt x="467010" y="167507"/>
                  </a:cubicBezTo>
                  <a:cubicBezTo>
                    <a:pt x="466439" y="167317"/>
                    <a:pt x="465963" y="165983"/>
                    <a:pt x="465391" y="165697"/>
                  </a:cubicBezTo>
                  <a:cubicBezTo>
                    <a:pt x="464820" y="165317"/>
                    <a:pt x="463486" y="164840"/>
                    <a:pt x="462819" y="165126"/>
                  </a:cubicBezTo>
                  <a:cubicBezTo>
                    <a:pt x="462153" y="165317"/>
                    <a:pt x="461010" y="166555"/>
                    <a:pt x="460915" y="167221"/>
                  </a:cubicBezTo>
                  <a:cubicBezTo>
                    <a:pt x="460820" y="167888"/>
                    <a:pt x="461963" y="169222"/>
                    <a:pt x="461867" y="169888"/>
                  </a:cubicBezTo>
                  <a:cubicBezTo>
                    <a:pt x="461772" y="170651"/>
                    <a:pt x="460629" y="172079"/>
                    <a:pt x="459867" y="172460"/>
                  </a:cubicBezTo>
                  <a:cubicBezTo>
                    <a:pt x="459010" y="172841"/>
                    <a:pt x="456914" y="172937"/>
                    <a:pt x="456152" y="172460"/>
                  </a:cubicBezTo>
                  <a:cubicBezTo>
                    <a:pt x="455676" y="172175"/>
                    <a:pt x="455771" y="170651"/>
                    <a:pt x="455200" y="170555"/>
                  </a:cubicBezTo>
                  <a:cubicBezTo>
                    <a:pt x="454533" y="170365"/>
                    <a:pt x="453485" y="171889"/>
                    <a:pt x="453009" y="172270"/>
                  </a:cubicBezTo>
                  <a:cubicBezTo>
                    <a:pt x="452438" y="172651"/>
                    <a:pt x="450913" y="173318"/>
                    <a:pt x="450532" y="173984"/>
                  </a:cubicBezTo>
                  <a:cubicBezTo>
                    <a:pt x="450056" y="174842"/>
                    <a:pt x="450247" y="177032"/>
                    <a:pt x="450437" y="177985"/>
                  </a:cubicBezTo>
                  <a:cubicBezTo>
                    <a:pt x="450628" y="179318"/>
                    <a:pt x="451675" y="181700"/>
                    <a:pt x="452342" y="182843"/>
                  </a:cubicBezTo>
                  <a:cubicBezTo>
                    <a:pt x="452818" y="183700"/>
                    <a:pt x="454247" y="185033"/>
                    <a:pt x="454819" y="185795"/>
                  </a:cubicBezTo>
                  <a:cubicBezTo>
                    <a:pt x="455581" y="187034"/>
                    <a:pt x="457105" y="189605"/>
                    <a:pt x="457391" y="191129"/>
                  </a:cubicBezTo>
                  <a:cubicBezTo>
                    <a:pt x="457581" y="192368"/>
                    <a:pt x="457581" y="194939"/>
                    <a:pt x="457105" y="195987"/>
                  </a:cubicBezTo>
                  <a:cubicBezTo>
                    <a:pt x="456629" y="196939"/>
                    <a:pt x="454819" y="198368"/>
                    <a:pt x="453771" y="198749"/>
                  </a:cubicBezTo>
                  <a:cubicBezTo>
                    <a:pt x="452818" y="199130"/>
                    <a:pt x="450628" y="198749"/>
                    <a:pt x="449580" y="198749"/>
                  </a:cubicBezTo>
                  <a:cubicBezTo>
                    <a:pt x="448532" y="198749"/>
                    <a:pt x="446437" y="198940"/>
                    <a:pt x="445294" y="198845"/>
                  </a:cubicBezTo>
                  <a:cubicBezTo>
                    <a:pt x="444818" y="198845"/>
                    <a:pt x="443769" y="198749"/>
                    <a:pt x="443389" y="198559"/>
                  </a:cubicBezTo>
                  <a:cubicBezTo>
                    <a:pt x="442722" y="198178"/>
                    <a:pt x="442246" y="196559"/>
                    <a:pt x="441674" y="196178"/>
                  </a:cubicBezTo>
                  <a:cubicBezTo>
                    <a:pt x="441198" y="195892"/>
                    <a:pt x="440055" y="195701"/>
                    <a:pt x="439578" y="195892"/>
                  </a:cubicBezTo>
                  <a:cubicBezTo>
                    <a:pt x="438721" y="196082"/>
                    <a:pt x="437483" y="197702"/>
                    <a:pt x="436721" y="198082"/>
                  </a:cubicBezTo>
                  <a:cubicBezTo>
                    <a:pt x="436054" y="198463"/>
                    <a:pt x="434626" y="199035"/>
                    <a:pt x="433864" y="199321"/>
                  </a:cubicBezTo>
                  <a:cubicBezTo>
                    <a:pt x="432625" y="199797"/>
                    <a:pt x="429863" y="200273"/>
                    <a:pt x="428720" y="201035"/>
                  </a:cubicBezTo>
                  <a:cubicBezTo>
                    <a:pt x="427577" y="201893"/>
                    <a:pt x="426434" y="204655"/>
                    <a:pt x="425291" y="205607"/>
                  </a:cubicBezTo>
                  <a:cubicBezTo>
                    <a:pt x="424243" y="206560"/>
                    <a:pt x="421386" y="207322"/>
                    <a:pt x="420434" y="208274"/>
                  </a:cubicBezTo>
                  <a:cubicBezTo>
                    <a:pt x="419671" y="209036"/>
                    <a:pt x="418909" y="211037"/>
                    <a:pt x="418338" y="211894"/>
                  </a:cubicBezTo>
                  <a:cubicBezTo>
                    <a:pt x="417862" y="212561"/>
                    <a:pt x="416719" y="213989"/>
                    <a:pt x="416052" y="214465"/>
                  </a:cubicBezTo>
                  <a:cubicBezTo>
                    <a:pt x="415290" y="214942"/>
                    <a:pt x="413385" y="215132"/>
                    <a:pt x="412623" y="215513"/>
                  </a:cubicBezTo>
                  <a:cubicBezTo>
                    <a:pt x="410813" y="216561"/>
                    <a:pt x="407765" y="219514"/>
                    <a:pt x="406241" y="220943"/>
                  </a:cubicBezTo>
                  <a:cubicBezTo>
                    <a:pt x="404813" y="222276"/>
                    <a:pt x="402241" y="225134"/>
                    <a:pt x="400812" y="226467"/>
                  </a:cubicBezTo>
                  <a:cubicBezTo>
                    <a:pt x="398907" y="228181"/>
                    <a:pt x="394811" y="231134"/>
                    <a:pt x="393001" y="232944"/>
                  </a:cubicBezTo>
                  <a:cubicBezTo>
                    <a:pt x="392049" y="233896"/>
                    <a:pt x="390715" y="236373"/>
                    <a:pt x="389477" y="236849"/>
                  </a:cubicBezTo>
                  <a:cubicBezTo>
                    <a:pt x="388715" y="237135"/>
                    <a:pt x="386810" y="237040"/>
                    <a:pt x="386334" y="236468"/>
                  </a:cubicBezTo>
                  <a:cubicBezTo>
                    <a:pt x="385572" y="235611"/>
                    <a:pt x="385572" y="233039"/>
                    <a:pt x="385953" y="231896"/>
                  </a:cubicBezTo>
                  <a:cubicBezTo>
                    <a:pt x="386143" y="231229"/>
                    <a:pt x="387667" y="230277"/>
                    <a:pt x="387763" y="229515"/>
                  </a:cubicBezTo>
                  <a:cubicBezTo>
                    <a:pt x="387858" y="228944"/>
                    <a:pt x="387382" y="227610"/>
                    <a:pt x="386905" y="227324"/>
                  </a:cubicBezTo>
                  <a:cubicBezTo>
                    <a:pt x="386429" y="227038"/>
                    <a:pt x="385191" y="227038"/>
                    <a:pt x="384715" y="227324"/>
                  </a:cubicBezTo>
                  <a:cubicBezTo>
                    <a:pt x="383667" y="227801"/>
                    <a:pt x="382048" y="230753"/>
                    <a:pt x="381952" y="231039"/>
                  </a:cubicBezTo>
                  <a:cubicBezTo>
                    <a:pt x="381857" y="231325"/>
                    <a:pt x="380143" y="233896"/>
                    <a:pt x="379476" y="234849"/>
                  </a:cubicBezTo>
                  <a:cubicBezTo>
                    <a:pt x="378809" y="235897"/>
                    <a:pt x="377762" y="238183"/>
                    <a:pt x="376809" y="238850"/>
                  </a:cubicBezTo>
                  <a:cubicBezTo>
                    <a:pt x="375571" y="239802"/>
                    <a:pt x="372237" y="240278"/>
                    <a:pt x="370618" y="240564"/>
                  </a:cubicBezTo>
                  <a:cubicBezTo>
                    <a:pt x="368046" y="240945"/>
                    <a:pt x="362617" y="240469"/>
                    <a:pt x="360140" y="241231"/>
                  </a:cubicBezTo>
                  <a:cubicBezTo>
                    <a:pt x="357759" y="241993"/>
                    <a:pt x="353663" y="245041"/>
                    <a:pt x="351472" y="246184"/>
                  </a:cubicBezTo>
                  <a:cubicBezTo>
                    <a:pt x="349472" y="247231"/>
                    <a:pt x="345472" y="249518"/>
                    <a:pt x="343281" y="250089"/>
                  </a:cubicBezTo>
                  <a:cubicBezTo>
                    <a:pt x="342329" y="250375"/>
                    <a:pt x="340233" y="250089"/>
                    <a:pt x="339280" y="250279"/>
                  </a:cubicBezTo>
                  <a:cubicBezTo>
                    <a:pt x="338042" y="250565"/>
                    <a:pt x="335566" y="251518"/>
                    <a:pt x="334423" y="252185"/>
                  </a:cubicBezTo>
                  <a:cubicBezTo>
                    <a:pt x="333661" y="252565"/>
                    <a:pt x="332232" y="253518"/>
                    <a:pt x="331660" y="254089"/>
                  </a:cubicBezTo>
                  <a:cubicBezTo>
                    <a:pt x="330898" y="254852"/>
                    <a:pt x="330422" y="257233"/>
                    <a:pt x="329470" y="257614"/>
                  </a:cubicBezTo>
                  <a:cubicBezTo>
                    <a:pt x="328803" y="257900"/>
                    <a:pt x="327088" y="257328"/>
                    <a:pt x="326517" y="256852"/>
                  </a:cubicBezTo>
                  <a:cubicBezTo>
                    <a:pt x="325279" y="255804"/>
                    <a:pt x="324136" y="252565"/>
                    <a:pt x="323374" y="251137"/>
                  </a:cubicBezTo>
                  <a:cubicBezTo>
                    <a:pt x="322612" y="249708"/>
                    <a:pt x="320992" y="246851"/>
                    <a:pt x="320230" y="245422"/>
                  </a:cubicBezTo>
                  <a:cubicBezTo>
                    <a:pt x="319564" y="244088"/>
                    <a:pt x="318040" y="241326"/>
                    <a:pt x="317468" y="239897"/>
                  </a:cubicBezTo>
                  <a:cubicBezTo>
                    <a:pt x="316897" y="238564"/>
                    <a:pt x="316039" y="235706"/>
                    <a:pt x="315658" y="234278"/>
                  </a:cubicBezTo>
                  <a:cubicBezTo>
                    <a:pt x="315373" y="233039"/>
                    <a:pt x="314801" y="230563"/>
                    <a:pt x="314801" y="229325"/>
                  </a:cubicBezTo>
                  <a:cubicBezTo>
                    <a:pt x="314801" y="228086"/>
                    <a:pt x="314992" y="225229"/>
                    <a:pt x="315944" y="224467"/>
                  </a:cubicBezTo>
                  <a:cubicBezTo>
                    <a:pt x="316516" y="223990"/>
                    <a:pt x="318421" y="223610"/>
                    <a:pt x="318897" y="224181"/>
                  </a:cubicBezTo>
                  <a:cubicBezTo>
                    <a:pt x="319659" y="224943"/>
                    <a:pt x="318516" y="227324"/>
                    <a:pt x="318516" y="228467"/>
                  </a:cubicBezTo>
                  <a:cubicBezTo>
                    <a:pt x="318516" y="229896"/>
                    <a:pt x="318516" y="232754"/>
                    <a:pt x="318802" y="234182"/>
                  </a:cubicBezTo>
                  <a:cubicBezTo>
                    <a:pt x="319373" y="236754"/>
                    <a:pt x="321564" y="241612"/>
                    <a:pt x="322897" y="243898"/>
                  </a:cubicBezTo>
                  <a:cubicBezTo>
                    <a:pt x="323659" y="245136"/>
                    <a:pt x="325660" y="247327"/>
                    <a:pt x="326517" y="248470"/>
                  </a:cubicBezTo>
                  <a:cubicBezTo>
                    <a:pt x="326993" y="249137"/>
                    <a:pt x="327660" y="251042"/>
                    <a:pt x="328422" y="251232"/>
                  </a:cubicBezTo>
                  <a:cubicBezTo>
                    <a:pt x="329374" y="251518"/>
                    <a:pt x="330994" y="250089"/>
                    <a:pt x="331756" y="249518"/>
                  </a:cubicBezTo>
                  <a:cubicBezTo>
                    <a:pt x="332422" y="249041"/>
                    <a:pt x="333661" y="247994"/>
                    <a:pt x="333946" y="247327"/>
                  </a:cubicBezTo>
                  <a:cubicBezTo>
                    <a:pt x="334613" y="245612"/>
                    <a:pt x="333946" y="241802"/>
                    <a:pt x="333756" y="239993"/>
                  </a:cubicBezTo>
                  <a:cubicBezTo>
                    <a:pt x="333565" y="237611"/>
                    <a:pt x="333375" y="232658"/>
                    <a:pt x="332327" y="230563"/>
                  </a:cubicBezTo>
                  <a:cubicBezTo>
                    <a:pt x="331089" y="227705"/>
                    <a:pt x="326517" y="223229"/>
                    <a:pt x="324421" y="220943"/>
                  </a:cubicBezTo>
                  <a:cubicBezTo>
                    <a:pt x="322993" y="219419"/>
                    <a:pt x="320230" y="216085"/>
                    <a:pt x="318325" y="215132"/>
                  </a:cubicBezTo>
                  <a:cubicBezTo>
                    <a:pt x="315373" y="213608"/>
                    <a:pt x="308515" y="213322"/>
                    <a:pt x="305276" y="212561"/>
                  </a:cubicBezTo>
                  <a:cubicBezTo>
                    <a:pt x="303943" y="212275"/>
                    <a:pt x="301085" y="211798"/>
                    <a:pt x="299752" y="211322"/>
                  </a:cubicBezTo>
                  <a:cubicBezTo>
                    <a:pt x="297942" y="210560"/>
                    <a:pt x="294608" y="208560"/>
                    <a:pt x="293084" y="207322"/>
                  </a:cubicBezTo>
                  <a:cubicBezTo>
                    <a:pt x="291370" y="205893"/>
                    <a:pt x="289179" y="201893"/>
                    <a:pt x="287274" y="200654"/>
                  </a:cubicBezTo>
                  <a:cubicBezTo>
                    <a:pt x="285845" y="199702"/>
                    <a:pt x="282321" y="199130"/>
                    <a:pt x="280606" y="198654"/>
                  </a:cubicBezTo>
                  <a:cubicBezTo>
                    <a:pt x="279082" y="198178"/>
                    <a:pt x="275844" y="197797"/>
                    <a:pt x="274415" y="197130"/>
                  </a:cubicBezTo>
                  <a:cubicBezTo>
                    <a:pt x="271367" y="195701"/>
                    <a:pt x="266319" y="190939"/>
                    <a:pt x="263366" y="189224"/>
                  </a:cubicBezTo>
                  <a:cubicBezTo>
                    <a:pt x="257461" y="185700"/>
                    <a:pt x="245078" y="179604"/>
                    <a:pt x="238601" y="177318"/>
                  </a:cubicBezTo>
                  <a:cubicBezTo>
                    <a:pt x="230219" y="174365"/>
                    <a:pt x="212693" y="170651"/>
                    <a:pt x="203930" y="169127"/>
                  </a:cubicBezTo>
                  <a:cubicBezTo>
                    <a:pt x="197548" y="167984"/>
                    <a:pt x="184499" y="166364"/>
                    <a:pt x="178022" y="166174"/>
                  </a:cubicBezTo>
                  <a:cubicBezTo>
                    <a:pt x="168592" y="165793"/>
                    <a:pt x="149542" y="166460"/>
                    <a:pt x="140113" y="167603"/>
                  </a:cubicBezTo>
                  <a:cubicBezTo>
                    <a:pt x="136493" y="167984"/>
                    <a:pt x="129445" y="169412"/>
                    <a:pt x="125921" y="170365"/>
                  </a:cubicBezTo>
                  <a:cubicBezTo>
                    <a:pt x="121063" y="171698"/>
                    <a:pt x="111728" y="175604"/>
                    <a:pt x="106966" y="177318"/>
                  </a:cubicBezTo>
                  <a:cubicBezTo>
                    <a:pt x="101917" y="179128"/>
                    <a:pt x="91916" y="182747"/>
                    <a:pt x="86868" y="184557"/>
                  </a:cubicBezTo>
                  <a:cubicBezTo>
                    <a:pt x="82772" y="185986"/>
                    <a:pt x="74771" y="189034"/>
                    <a:pt x="70580" y="190081"/>
                  </a:cubicBezTo>
                  <a:cubicBezTo>
                    <a:pt x="67627" y="190748"/>
                    <a:pt x="61436" y="191129"/>
                    <a:pt x="58388" y="191796"/>
                  </a:cubicBezTo>
                  <a:cubicBezTo>
                    <a:pt x="56579" y="192177"/>
                    <a:pt x="53245" y="193320"/>
                    <a:pt x="51435" y="193892"/>
                  </a:cubicBezTo>
                  <a:cubicBezTo>
                    <a:pt x="49339" y="194558"/>
                    <a:pt x="45148" y="196082"/>
                    <a:pt x="42958" y="196749"/>
                  </a:cubicBezTo>
                  <a:cubicBezTo>
                    <a:pt x="40957" y="197321"/>
                    <a:pt x="37147" y="197987"/>
                    <a:pt x="34766" y="198749"/>
                  </a:cubicBezTo>
                  <a:cubicBezTo>
                    <a:pt x="34290" y="198082"/>
                    <a:pt x="33718" y="197511"/>
                    <a:pt x="33242" y="197321"/>
                  </a:cubicBezTo>
                  <a:cubicBezTo>
                    <a:pt x="32290" y="197035"/>
                    <a:pt x="30385" y="199226"/>
                    <a:pt x="29527" y="198845"/>
                  </a:cubicBezTo>
                  <a:cubicBezTo>
                    <a:pt x="28765" y="198463"/>
                    <a:pt x="28384" y="196368"/>
                    <a:pt x="28670" y="195701"/>
                  </a:cubicBezTo>
                  <a:cubicBezTo>
                    <a:pt x="29146" y="194654"/>
                    <a:pt x="31813" y="194463"/>
                    <a:pt x="32575" y="193796"/>
                  </a:cubicBezTo>
                  <a:cubicBezTo>
                    <a:pt x="33242" y="193129"/>
                    <a:pt x="34195" y="191510"/>
                    <a:pt x="34480" y="190653"/>
                  </a:cubicBezTo>
                  <a:cubicBezTo>
                    <a:pt x="34862" y="189605"/>
                    <a:pt x="34671" y="187224"/>
                    <a:pt x="34862" y="186176"/>
                  </a:cubicBezTo>
                  <a:cubicBezTo>
                    <a:pt x="35052" y="185224"/>
                    <a:pt x="35719" y="183414"/>
                    <a:pt x="36290" y="182652"/>
                  </a:cubicBezTo>
                  <a:cubicBezTo>
                    <a:pt x="37338" y="181604"/>
                    <a:pt x="40481" y="180938"/>
                    <a:pt x="41529" y="179890"/>
                  </a:cubicBezTo>
                  <a:cubicBezTo>
                    <a:pt x="42196" y="179223"/>
                    <a:pt x="43434" y="177604"/>
                    <a:pt x="43434" y="176651"/>
                  </a:cubicBezTo>
                  <a:cubicBezTo>
                    <a:pt x="43434" y="175889"/>
                    <a:pt x="42386" y="174461"/>
                    <a:pt x="41720" y="174079"/>
                  </a:cubicBezTo>
                  <a:cubicBezTo>
                    <a:pt x="40862" y="173603"/>
                    <a:pt x="38767" y="174461"/>
                    <a:pt x="37814" y="174175"/>
                  </a:cubicBezTo>
                  <a:cubicBezTo>
                    <a:pt x="37052" y="173984"/>
                    <a:pt x="35719" y="173222"/>
                    <a:pt x="35242" y="172555"/>
                  </a:cubicBezTo>
                  <a:cubicBezTo>
                    <a:pt x="34671" y="171698"/>
                    <a:pt x="35052" y="169317"/>
                    <a:pt x="34766" y="168269"/>
                  </a:cubicBezTo>
                  <a:cubicBezTo>
                    <a:pt x="34480" y="167412"/>
                    <a:pt x="33052" y="166079"/>
                    <a:pt x="32861" y="165221"/>
                  </a:cubicBezTo>
                  <a:cubicBezTo>
                    <a:pt x="32575" y="164173"/>
                    <a:pt x="32671" y="161888"/>
                    <a:pt x="33052" y="160840"/>
                  </a:cubicBezTo>
                  <a:cubicBezTo>
                    <a:pt x="33433" y="159792"/>
                    <a:pt x="35433" y="158268"/>
                    <a:pt x="35719" y="157220"/>
                  </a:cubicBezTo>
                  <a:cubicBezTo>
                    <a:pt x="36100" y="155792"/>
                    <a:pt x="35433" y="152839"/>
                    <a:pt x="35433" y="151315"/>
                  </a:cubicBezTo>
                  <a:cubicBezTo>
                    <a:pt x="35433" y="149696"/>
                    <a:pt x="36004" y="146362"/>
                    <a:pt x="35528" y="144743"/>
                  </a:cubicBezTo>
                  <a:cubicBezTo>
                    <a:pt x="35147" y="143219"/>
                    <a:pt x="33338" y="140361"/>
                    <a:pt x="32099" y="139313"/>
                  </a:cubicBezTo>
                  <a:cubicBezTo>
                    <a:pt x="31051" y="138361"/>
                    <a:pt x="28289" y="137504"/>
                    <a:pt x="27051" y="136932"/>
                  </a:cubicBezTo>
                  <a:cubicBezTo>
                    <a:pt x="25337" y="136265"/>
                    <a:pt x="21526" y="135503"/>
                    <a:pt x="19907" y="134646"/>
                  </a:cubicBezTo>
                  <a:cubicBezTo>
                    <a:pt x="18955" y="134075"/>
                    <a:pt x="17240" y="132646"/>
                    <a:pt x="16478" y="131788"/>
                  </a:cubicBezTo>
                  <a:cubicBezTo>
                    <a:pt x="15240" y="130360"/>
                    <a:pt x="13525" y="126931"/>
                    <a:pt x="12287" y="125502"/>
                  </a:cubicBezTo>
                  <a:cubicBezTo>
                    <a:pt x="11430" y="124550"/>
                    <a:pt x="9430" y="122835"/>
                    <a:pt x="8382" y="121978"/>
                  </a:cubicBezTo>
                  <a:cubicBezTo>
                    <a:pt x="6858" y="120835"/>
                    <a:pt x="3143" y="119406"/>
                    <a:pt x="1905" y="117977"/>
                  </a:cubicBezTo>
                  <a:cubicBezTo>
                    <a:pt x="1143" y="117120"/>
                    <a:pt x="0" y="115025"/>
                    <a:pt x="0" y="113881"/>
                  </a:cubicBezTo>
                  <a:cubicBezTo>
                    <a:pt x="0" y="112548"/>
                    <a:pt x="1619" y="110357"/>
                    <a:pt x="1905" y="109119"/>
                  </a:cubicBezTo>
                  <a:cubicBezTo>
                    <a:pt x="2286" y="107595"/>
                    <a:pt x="2286" y="104452"/>
                    <a:pt x="2286" y="102832"/>
                  </a:cubicBezTo>
                  <a:cubicBezTo>
                    <a:pt x="2286" y="101404"/>
                    <a:pt x="2000" y="98642"/>
                    <a:pt x="2286" y="97308"/>
                  </a:cubicBezTo>
                  <a:cubicBezTo>
                    <a:pt x="2476" y="96451"/>
                    <a:pt x="3524" y="93879"/>
                    <a:pt x="3524" y="93879"/>
                  </a:cubicBezTo>
                  <a:cubicBezTo>
                    <a:pt x="3524" y="93879"/>
                    <a:pt x="90202" y="81878"/>
                    <a:pt x="119063" y="77877"/>
                  </a:cubicBezTo>
                  <a:cubicBezTo>
                    <a:pt x="141160" y="74829"/>
                    <a:pt x="185452" y="68923"/>
                    <a:pt x="207550" y="65590"/>
                  </a:cubicBezTo>
                  <a:cubicBezTo>
                    <a:pt x="225266" y="62828"/>
                    <a:pt x="260509" y="56541"/>
                    <a:pt x="278225" y="53684"/>
                  </a:cubicBezTo>
                  <a:cubicBezTo>
                    <a:pt x="292513" y="51397"/>
                    <a:pt x="330994" y="45587"/>
                    <a:pt x="342805" y="43778"/>
                  </a:cubicBezTo>
                  <a:cubicBezTo>
                    <a:pt x="343090" y="44921"/>
                    <a:pt x="343471" y="46159"/>
                    <a:pt x="343757" y="46826"/>
                  </a:cubicBezTo>
                  <a:cubicBezTo>
                    <a:pt x="344138" y="47778"/>
                    <a:pt x="345376" y="49302"/>
                    <a:pt x="345853" y="50254"/>
                  </a:cubicBezTo>
                  <a:cubicBezTo>
                    <a:pt x="346329" y="51112"/>
                    <a:pt x="346900" y="53017"/>
                    <a:pt x="347472" y="53874"/>
                  </a:cubicBezTo>
                  <a:cubicBezTo>
                    <a:pt x="348043" y="54731"/>
                    <a:pt x="349472" y="56255"/>
                    <a:pt x="350139" y="57113"/>
                  </a:cubicBezTo>
                  <a:cubicBezTo>
                    <a:pt x="350996" y="58160"/>
                    <a:pt x="352996" y="60065"/>
                    <a:pt x="353758" y="61304"/>
                  </a:cubicBezTo>
                  <a:cubicBezTo>
                    <a:pt x="354521" y="62542"/>
                    <a:pt x="355473" y="65304"/>
                    <a:pt x="355854" y="66733"/>
                  </a:cubicBezTo>
                  <a:cubicBezTo>
                    <a:pt x="356140" y="67876"/>
                    <a:pt x="356235" y="70162"/>
                    <a:pt x="356616" y="71305"/>
                  </a:cubicBezTo>
                  <a:cubicBezTo>
                    <a:pt x="356806" y="71876"/>
                    <a:pt x="357283" y="73019"/>
                    <a:pt x="357568" y="73496"/>
                  </a:cubicBezTo>
                  <a:cubicBezTo>
                    <a:pt x="358045" y="74448"/>
                    <a:pt x="358807" y="76544"/>
                    <a:pt x="359473" y="77401"/>
                  </a:cubicBezTo>
                  <a:cubicBezTo>
                    <a:pt x="360235" y="78353"/>
                    <a:pt x="362426" y="79401"/>
                    <a:pt x="363283" y="80258"/>
                  </a:cubicBezTo>
                  <a:cubicBezTo>
                    <a:pt x="364426" y="81401"/>
                    <a:pt x="367093" y="85306"/>
                    <a:pt x="367093" y="85306"/>
                  </a:cubicBezTo>
                  <a:lnTo>
                    <a:pt x="431578" y="77687"/>
                  </a:lnTo>
                  <a:lnTo>
                    <a:pt x="578168" y="61780"/>
                  </a:lnTo>
                  <a:lnTo>
                    <a:pt x="654844" y="53303"/>
                  </a:lnTo>
                  <a:lnTo>
                    <a:pt x="715232" y="45778"/>
                  </a:lnTo>
                  <a:cubicBezTo>
                    <a:pt x="715232" y="45778"/>
                    <a:pt x="717042" y="46730"/>
                    <a:pt x="717328" y="47302"/>
                  </a:cubicBezTo>
                  <a:cubicBezTo>
                    <a:pt x="717804" y="48159"/>
                    <a:pt x="717137" y="50159"/>
                    <a:pt x="717328" y="51112"/>
                  </a:cubicBezTo>
                  <a:cubicBezTo>
                    <a:pt x="717518" y="51874"/>
                    <a:pt x="717995" y="53398"/>
                    <a:pt x="718471" y="53969"/>
                  </a:cubicBezTo>
                  <a:cubicBezTo>
                    <a:pt x="719042" y="54636"/>
                    <a:pt x="720661" y="55398"/>
                    <a:pt x="721328" y="55970"/>
                  </a:cubicBezTo>
                  <a:cubicBezTo>
                    <a:pt x="721995" y="56541"/>
                    <a:pt x="723424" y="57684"/>
                    <a:pt x="723709" y="58541"/>
                  </a:cubicBezTo>
                  <a:cubicBezTo>
                    <a:pt x="724281" y="60161"/>
                    <a:pt x="722947" y="63780"/>
                    <a:pt x="723138" y="65495"/>
                  </a:cubicBezTo>
                  <a:cubicBezTo>
                    <a:pt x="723233" y="66447"/>
                    <a:pt x="723995" y="68162"/>
                    <a:pt x="724281" y="69019"/>
                  </a:cubicBezTo>
                  <a:cubicBezTo>
                    <a:pt x="724662" y="70162"/>
                    <a:pt x="724948" y="72638"/>
                    <a:pt x="725519" y="73686"/>
                  </a:cubicBezTo>
                  <a:cubicBezTo>
                    <a:pt x="726186" y="74734"/>
                    <a:pt x="727900" y="76544"/>
                    <a:pt x="729043" y="76925"/>
                  </a:cubicBezTo>
                  <a:cubicBezTo>
                    <a:pt x="729996" y="77210"/>
                    <a:pt x="732091" y="77020"/>
                    <a:pt x="733044" y="76639"/>
                  </a:cubicBezTo>
                  <a:cubicBezTo>
                    <a:pt x="733901" y="76258"/>
                    <a:pt x="735044" y="74543"/>
                    <a:pt x="735902" y="74067"/>
                  </a:cubicBezTo>
                  <a:cubicBezTo>
                    <a:pt x="736663" y="73686"/>
                    <a:pt x="738283" y="73305"/>
                    <a:pt x="739140" y="73400"/>
                  </a:cubicBezTo>
                  <a:cubicBezTo>
                    <a:pt x="740378" y="73400"/>
                    <a:pt x="742759" y="75020"/>
                    <a:pt x="743998" y="74829"/>
                  </a:cubicBezTo>
                  <a:cubicBezTo>
                    <a:pt x="744855" y="74638"/>
                    <a:pt x="746284" y="73400"/>
                    <a:pt x="746855" y="72734"/>
                  </a:cubicBezTo>
                  <a:cubicBezTo>
                    <a:pt x="747522" y="71876"/>
                    <a:pt x="748569" y="69876"/>
                    <a:pt x="748665" y="68828"/>
                  </a:cubicBezTo>
                  <a:cubicBezTo>
                    <a:pt x="748951" y="66352"/>
                    <a:pt x="746760" y="61685"/>
                    <a:pt x="746665" y="59208"/>
                  </a:cubicBezTo>
                  <a:cubicBezTo>
                    <a:pt x="746570" y="58065"/>
                    <a:pt x="747236" y="55874"/>
                    <a:pt x="747141" y="54827"/>
                  </a:cubicBezTo>
                  <a:cubicBezTo>
                    <a:pt x="746950" y="53493"/>
                    <a:pt x="745617" y="51017"/>
                    <a:pt x="745617" y="49683"/>
                  </a:cubicBezTo>
                  <a:cubicBezTo>
                    <a:pt x="745617" y="48635"/>
                    <a:pt x="746760" y="46635"/>
                    <a:pt x="746760" y="45587"/>
                  </a:cubicBezTo>
                  <a:cubicBezTo>
                    <a:pt x="746855" y="44159"/>
                    <a:pt x="745807" y="41301"/>
                    <a:pt x="745522" y="39968"/>
                  </a:cubicBezTo>
                  <a:cubicBezTo>
                    <a:pt x="745331" y="38825"/>
                    <a:pt x="745427" y="36538"/>
                    <a:pt x="744760" y="35586"/>
                  </a:cubicBezTo>
                  <a:cubicBezTo>
                    <a:pt x="743998" y="34443"/>
                    <a:pt x="741140" y="33490"/>
                    <a:pt x="740093" y="32633"/>
                  </a:cubicBezTo>
                  <a:cubicBezTo>
                    <a:pt x="739330" y="31967"/>
                    <a:pt x="737902" y="30538"/>
                    <a:pt x="737425" y="29680"/>
                  </a:cubicBezTo>
                  <a:cubicBezTo>
                    <a:pt x="736854" y="28633"/>
                    <a:pt x="736092" y="26252"/>
                    <a:pt x="736282" y="25109"/>
                  </a:cubicBezTo>
                  <a:cubicBezTo>
                    <a:pt x="736473" y="24061"/>
                    <a:pt x="738283" y="22442"/>
                    <a:pt x="738378" y="21489"/>
                  </a:cubicBezTo>
                  <a:cubicBezTo>
                    <a:pt x="738568" y="19965"/>
                    <a:pt x="736282" y="17107"/>
                    <a:pt x="736854" y="15679"/>
                  </a:cubicBezTo>
                  <a:cubicBezTo>
                    <a:pt x="737045" y="15203"/>
                    <a:pt x="738092" y="14917"/>
                    <a:pt x="738378" y="14536"/>
                  </a:cubicBezTo>
                  <a:cubicBezTo>
                    <a:pt x="738759" y="14155"/>
                    <a:pt x="739330" y="13107"/>
                    <a:pt x="739235" y="12536"/>
                  </a:cubicBezTo>
                  <a:cubicBezTo>
                    <a:pt x="739140" y="11964"/>
                    <a:pt x="737902" y="11488"/>
                    <a:pt x="737711" y="11012"/>
                  </a:cubicBezTo>
                  <a:cubicBezTo>
                    <a:pt x="737330" y="10250"/>
                    <a:pt x="737045" y="8440"/>
                    <a:pt x="737521" y="7773"/>
                  </a:cubicBezTo>
                  <a:cubicBezTo>
                    <a:pt x="737902" y="7297"/>
                    <a:pt x="739140" y="7297"/>
                    <a:pt x="739616" y="7297"/>
                  </a:cubicBezTo>
                  <a:cubicBezTo>
                    <a:pt x="740283" y="7392"/>
                    <a:pt x="741236" y="8630"/>
                    <a:pt x="741902" y="8726"/>
                  </a:cubicBezTo>
                  <a:cubicBezTo>
                    <a:pt x="742474" y="8821"/>
                    <a:pt x="743807" y="8345"/>
                    <a:pt x="744188" y="7868"/>
                  </a:cubicBezTo>
                  <a:cubicBezTo>
                    <a:pt x="744760" y="6916"/>
                    <a:pt x="743807" y="4535"/>
                    <a:pt x="743902" y="3487"/>
                  </a:cubicBezTo>
                  <a:cubicBezTo>
                    <a:pt x="743998" y="2629"/>
                    <a:pt x="744093" y="439"/>
                    <a:pt x="744855" y="58"/>
                  </a:cubicBezTo>
                  <a:cubicBezTo>
                    <a:pt x="745712" y="-323"/>
                    <a:pt x="747236" y="1296"/>
                    <a:pt x="748093" y="1487"/>
                  </a:cubicBezTo>
                  <a:cubicBezTo>
                    <a:pt x="749046" y="1677"/>
                    <a:pt x="750856" y="1391"/>
                    <a:pt x="751808" y="1201"/>
                  </a:cubicBezTo>
                  <a:cubicBezTo>
                    <a:pt x="752570" y="1105"/>
                    <a:pt x="753999" y="248"/>
                    <a:pt x="754666" y="534"/>
                  </a:cubicBezTo>
                  <a:cubicBezTo>
                    <a:pt x="755428" y="820"/>
                    <a:pt x="755713" y="2725"/>
                    <a:pt x="756380" y="3201"/>
                  </a:cubicBezTo>
                  <a:cubicBezTo>
                    <a:pt x="757142" y="3677"/>
                    <a:pt x="758952" y="4058"/>
                    <a:pt x="759809" y="4058"/>
                  </a:cubicBezTo>
                  <a:cubicBezTo>
                    <a:pt x="760762" y="4058"/>
                    <a:pt x="762572" y="3392"/>
                    <a:pt x="763524" y="3201"/>
                  </a:cubicBezTo>
                  <a:cubicBezTo>
                    <a:pt x="764477" y="3011"/>
                    <a:pt x="766572" y="2439"/>
                    <a:pt x="767525" y="2820"/>
                  </a:cubicBezTo>
                  <a:cubicBezTo>
                    <a:pt x="768382" y="3106"/>
                    <a:pt x="769334" y="5106"/>
                    <a:pt x="770191" y="5392"/>
                  </a:cubicBezTo>
                  <a:cubicBezTo>
                    <a:pt x="771144" y="5582"/>
                    <a:pt x="772953" y="4154"/>
                    <a:pt x="773906" y="4344"/>
                  </a:cubicBezTo>
                  <a:cubicBezTo>
                    <a:pt x="774763" y="4535"/>
                    <a:pt x="775811" y="6249"/>
                    <a:pt x="776573" y="6630"/>
                  </a:cubicBezTo>
                  <a:cubicBezTo>
                    <a:pt x="777811" y="7106"/>
                    <a:pt x="780669" y="7202"/>
                    <a:pt x="781907" y="6916"/>
                  </a:cubicBezTo>
                  <a:cubicBezTo>
                    <a:pt x="782955" y="6725"/>
                    <a:pt x="784479" y="4820"/>
                    <a:pt x="785431" y="4915"/>
                  </a:cubicBezTo>
                  <a:cubicBezTo>
                    <a:pt x="786384" y="5011"/>
                    <a:pt x="787336" y="7297"/>
                    <a:pt x="788194" y="7773"/>
                  </a:cubicBezTo>
                  <a:cubicBezTo>
                    <a:pt x="789622" y="8440"/>
                    <a:pt x="792861" y="8249"/>
                    <a:pt x="794385" y="8059"/>
                  </a:cubicBezTo>
                  <a:cubicBezTo>
                    <a:pt x="795433" y="7963"/>
                    <a:pt x="797337" y="6821"/>
                    <a:pt x="798386" y="6821"/>
                  </a:cubicBezTo>
                  <a:cubicBezTo>
                    <a:pt x="799624" y="6821"/>
                    <a:pt x="802005" y="8440"/>
                    <a:pt x="803243" y="7963"/>
                  </a:cubicBezTo>
                  <a:cubicBezTo>
                    <a:pt x="804196" y="7582"/>
                    <a:pt x="804672" y="5201"/>
                    <a:pt x="805529" y="4725"/>
                  </a:cubicBezTo>
                  <a:cubicBezTo>
                    <a:pt x="806386" y="4154"/>
                    <a:pt x="808577" y="4058"/>
                    <a:pt x="809625" y="4249"/>
                  </a:cubicBezTo>
                  <a:cubicBezTo>
                    <a:pt x="810863" y="4535"/>
                    <a:pt x="812863" y="6725"/>
                    <a:pt x="814102" y="6821"/>
                  </a:cubicBezTo>
                  <a:cubicBezTo>
                    <a:pt x="814959" y="6916"/>
                    <a:pt x="816483" y="6821"/>
                    <a:pt x="817912" y="6535"/>
                  </a:cubicBezTo>
                  <a:cubicBezTo>
                    <a:pt x="818293" y="7202"/>
                    <a:pt x="818674" y="7868"/>
                    <a:pt x="818769" y="8345"/>
                  </a:cubicBezTo>
                  <a:cubicBezTo>
                    <a:pt x="819341" y="10630"/>
                    <a:pt x="818102" y="15393"/>
                    <a:pt x="818293" y="17774"/>
                  </a:cubicBezTo>
                  <a:cubicBezTo>
                    <a:pt x="818388" y="19775"/>
                    <a:pt x="818674" y="23870"/>
                    <a:pt x="819531" y="25775"/>
                  </a:cubicBezTo>
                  <a:cubicBezTo>
                    <a:pt x="819912" y="26632"/>
                    <a:pt x="821531" y="27680"/>
                    <a:pt x="821817" y="28538"/>
                  </a:cubicBezTo>
                  <a:cubicBezTo>
                    <a:pt x="822198" y="29680"/>
                    <a:pt x="822198" y="32157"/>
                    <a:pt x="821912" y="33395"/>
                  </a:cubicBezTo>
                  <a:cubicBezTo>
                    <a:pt x="821817" y="33967"/>
                    <a:pt x="820578" y="35014"/>
                    <a:pt x="820769" y="35586"/>
                  </a:cubicBezTo>
                  <a:cubicBezTo>
                    <a:pt x="820960" y="36348"/>
                    <a:pt x="822770" y="36824"/>
                    <a:pt x="823436" y="37301"/>
                  </a:cubicBezTo>
                  <a:cubicBezTo>
                    <a:pt x="824198" y="37872"/>
                    <a:pt x="825627" y="39110"/>
                    <a:pt x="826198" y="39872"/>
                  </a:cubicBezTo>
                  <a:cubicBezTo>
                    <a:pt x="827818" y="42254"/>
                    <a:pt x="829532" y="47969"/>
                    <a:pt x="830294" y="50826"/>
                  </a:cubicBezTo>
                  <a:cubicBezTo>
                    <a:pt x="831247" y="53779"/>
                    <a:pt x="832199" y="59970"/>
                    <a:pt x="833152" y="62923"/>
                  </a:cubicBezTo>
                  <a:cubicBezTo>
                    <a:pt x="834961" y="68638"/>
                    <a:pt x="839914" y="79592"/>
                    <a:pt x="842296" y="85116"/>
                  </a:cubicBezTo>
                  <a:cubicBezTo>
                    <a:pt x="844772" y="91021"/>
                    <a:pt x="849535" y="103023"/>
                    <a:pt x="852392" y="108738"/>
                  </a:cubicBezTo>
                  <a:cubicBezTo>
                    <a:pt x="853821" y="111596"/>
                    <a:pt x="856774" y="117406"/>
                    <a:pt x="858584" y="120073"/>
                  </a:cubicBezTo>
                  <a:cubicBezTo>
                    <a:pt x="859536" y="121406"/>
                    <a:pt x="861917" y="123597"/>
                    <a:pt x="862679" y="124930"/>
                  </a:cubicBezTo>
                  <a:cubicBezTo>
                    <a:pt x="863822" y="126836"/>
                    <a:pt x="865061" y="131122"/>
                    <a:pt x="866013" y="133217"/>
                  </a:cubicBezTo>
                  <a:cubicBezTo>
                    <a:pt x="866870" y="135313"/>
                    <a:pt x="868775" y="139409"/>
                    <a:pt x="869728" y="141504"/>
                  </a:cubicBezTo>
                  <a:cubicBezTo>
                    <a:pt x="871633" y="145504"/>
                    <a:pt x="875443" y="153601"/>
                    <a:pt x="877728" y="157411"/>
                  </a:cubicBezTo>
                  <a:cubicBezTo>
                    <a:pt x="881919" y="164554"/>
                    <a:pt x="892016" y="177794"/>
                    <a:pt x="896493" y="184747"/>
                  </a:cubicBezTo>
                  <a:cubicBezTo>
                    <a:pt x="899446" y="189320"/>
                    <a:pt x="904780" y="198940"/>
                    <a:pt x="907732" y="203512"/>
                  </a:cubicBezTo>
                  <a:cubicBezTo>
                    <a:pt x="910209" y="207131"/>
                    <a:pt x="915543" y="214180"/>
                    <a:pt x="918115" y="217704"/>
                  </a:cubicBezTo>
                  <a:cubicBezTo>
                    <a:pt x="921068" y="221704"/>
                    <a:pt x="926687" y="229896"/>
                    <a:pt x="929926" y="233706"/>
                  </a:cubicBezTo>
                  <a:cubicBezTo>
                    <a:pt x="931926" y="236087"/>
                    <a:pt x="936498" y="240278"/>
                    <a:pt x="938498" y="242564"/>
                  </a:cubicBezTo>
                  <a:cubicBezTo>
                    <a:pt x="940403" y="244755"/>
                    <a:pt x="944023" y="249422"/>
                    <a:pt x="945928" y="251708"/>
                  </a:cubicBezTo>
                  <a:cubicBezTo>
                    <a:pt x="947071" y="253137"/>
                    <a:pt x="949261" y="256090"/>
                    <a:pt x="950500" y="257519"/>
                  </a:cubicBezTo>
                  <a:cubicBezTo>
                    <a:pt x="952214" y="259328"/>
                    <a:pt x="956024" y="262567"/>
                    <a:pt x="957739" y="264377"/>
                  </a:cubicBezTo>
                  <a:cubicBezTo>
                    <a:pt x="959548" y="266186"/>
                    <a:pt x="962597" y="270282"/>
                    <a:pt x="964406" y="272092"/>
                  </a:cubicBezTo>
                  <a:cubicBezTo>
                    <a:pt x="965740" y="273521"/>
                    <a:pt x="968693" y="275997"/>
                    <a:pt x="970121" y="277426"/>
                  </a:cubicBezTo>
                  <a:cubicBezTo>
                    <a:pt x="972217" y="279617"/>
                    <a:pt x="976027" y="284379"/>
                    <a:pt x="978122" y="286570"/>
                  </a:cubicBezTo>
                  <a:cubicBezTo>
                    <a:pt x="980122" y="288665"/>
                    <a:pt x="984409" y="292571"/>
                    <a:pt x="986600" y="294476"/>
                  </a:cubicBezTo>
                  <a:cubicBezTo>
                    <a:pt x="987552" y="295333"/>
                    <a:pt x="989457" y="297047"/>
                    <a:pt x="990409" y="297905"/>
                  </a:cubicBezTo>
                  <a:cubicBezTo>
                    <a:pt x="991743" y="299047"/>
                    <a:pt x="994600" y="301048"/>
                    <a:pt x="995553" y="302381"/>
                  </a:cubicBezTo>
                  <a:cubicBezTo>
                    <a:pt x="996315" y="303524"/>
                    <a:pt x="996982" y="306382"/>
                    <a:pt x="997553" y="307620"/>
                  </a:cubicBezTo>
                  <a:cubicBezTo>
                    <a:pt x="998125" y="308763"/>
                    <a:pt x="999649" y="310859"/>
                    <a:pt x="1000410" y="311906"/>
                  </a:cubicBezTo>
                  <a:cubicBezTo>
                    <a:pt x="1001363" y="313240"/>
                    <a:pt x="1003649" y="315716"/>
                    <a:pt x="1004411" y="317240"/>
                  </a:cubicBezTo>
                  <a:cubicBezTo>
                    <a:pt x="1004983" y="318288"/>
                    <a:pt x="1006507" y="320574"/>
                    <a:pt x="1006221" y="321717"/>
                  </a:cubicBezTo>
                  <a:cubicBezTo>
                    <a:pt x="1006030" y="322670"/>
                    <a:pt x="1004125" y="323622"/>
                    <a:pt x="1003363" y="324194"/>
                  </a:cubicBezTo>
                  <a:cubicBezTo>
                    <a:pt x="1002602" y="324860"/>
                    <a:pt x="1000697" y="325813"/>
                    <a:pt x="1000220" y="326670"/>
                  </a:cubicBezTo>
                  <a:cubicBezTo>
                    <a:pt x="999458" y="327813"/>
                    <a:pt x="998982" y="330766"/>
                    <a:pt x="998696" y="332195"/>
                  </a:cubicBezTo>
                  <a:cubicBezTo>
                    <a:pt x="998315" y="334480"/>
                    <a:pt x="998125" y="339148"/>
                    <a:pt x="998411" y="341434"/>
                  </a:cubicBezTo>
                  <a:cubicBezTo>
                    <a:pt x="998601" y="343053"/>
                    <a:pt x="1000125" y="347625"/>
                    <a:pt x="1000125" y="347911"/>
                  </a:cubicBezTo>
                  <a:cubicBezTo>
                    <a:pt x="1000125" y="348196"/>
                    <a:pt x="1002792" y="355531"/>
                    <a:pt x="1003745" y="358103"/>
                  </a:cubicBezTo>
                  <a:cubicBezTo>
                    <a:pt x="1004888" y="360960"/>
                    <a:pt x="1006983" y="366580"/>
                    <a:pt x="1008316" y="369342"/>
                  </a:cubicBezTo>
                  <a:cubicBezTo>
                    <a:pt x="1010412" y="373628"/>
                    <a:pt x="1015269" y="381725"/>
                    <a:pt x="1017841" y="385725"/>
                  </a:cubicBezTo>
                  <a:cubicBezTo>
                    <a:pt x="1019175" y="387821"/>
                    <a:pt x="1022223" y="391726"/>
                    <a:pt x="1023652" y="393821"/>
                  </a:cubicBezTo>
                  <a:cubicBezTo>
                    <a:pt x="1025366" y="396203"/>
                    <a:pt x="1028700" y="401155"/>
                    <a:pt x="1030510" y="403442"/>
                  </a:cubicBezTo>
                  <a:cubicBezTo>
                    <a:pt x="1032510" y="405918"/>
                    <a:pt x="1036987" y="410204"/>
                    <a:pt x="1038892" y="412681"/>
                  </a:cubicBezTo>
                  <a:cubicBezTo>
                    <a:pt x="1042035" y="416777"/>
                    <a:pt x="1047369" y="425539"/>
                    <a:pt x="1050131" y="429921"/>
                  </a:cubicBezTo>
                  <a:cubicBezTo>
                    <a:pt x="1051465" y="432017"/>
                    <a:pt x="1054132" y="436303"/>
                    <a:pt x="1055465" y="438494"/>
                  </a:cubicBezTo>
                  <a:cubicBezTo>
                    <a:pt x="1056989" y="441065"/>
                    <a:pt x="1060132" y="446209"/>
                    <a:pt x="1061656" y="448876"/>
                  </a:cubicBezTo>
                  <a:cubicBezTo>
                    <a:pt x="1062990" y="451447"/>
                    <a:pt x="1065466" y="456686"/>
                    <a:pt x="1066800" y="459258"/>
                  </a:cubicBezTo>
                  <a:cubicBezTo>
                    <a:pt x="1067752" y="461163"/>
                    <a:pt x="1069562" y="464973"/>
                    <a:pt x="1070610" y="466783"/>
                  </a:cubicBezTo>
                  <a:cubicBezTo>
                    <a:pt x="1072325" y="469736"/>
                    <a:pt x="1076134" y="475260"/>
                    <a:pt x="1078039" y="478022"/>
                  </a:cubicBezTo>
                  <a:cubicBezTo>
                    <a:pt x="1079468" y="480022"/>
                    <a:pt x="1082326" y="483928"/>
                    <a:pt x="1083754" y="485928"/>
                  </a:cubicBezTo>
                  <a:cubicBezTo>
                    <a:pt x="1085183" y="487738"/>
                    <a:pt x="1088327" y="491262"/>
                    <a:pt x="1089755" y="493167"/>
                  </a:cubicBezTo>
                  <a:cubicBezTo>
                    <a:pt x="1091089" y="494977"/>
                    <a:pt x="1093565" y="498596"/>
                    <a:pt x="1094613" y="500501"/>
                  </a:cubicBezTo>
                  <a:cubicBezTo>
                    <a:pt x="1095375" y="501739"/>
                    <a:pt x="1096518" y="504406"/>
                    <a:pt x="1097185" y="505740"/>
                  </a:cubicBezTo>
                  <a:cubicBezTo>
                    <a:pt x="1097756" y="506978"/>
                    <a:pt x="1098518" y="509836"/>
                    <a:pt x="1099280" y="511074"/>
                  </a:cubicBezTo>
                  <a:cubicBezTo>
                    <a:pt x="1100709" y="513455"/>
                    <a:pt x="1104805" y="517170"/>
                    <a:pt x="1106424" y="519456"/>
                  </a:cubicBezTo>
                  <a:cubicBezTo>
                    <a:pt x="1108043" y="521742"/>
                    <a:pt x="1110806" y="526600"/>
                    <a:pt x="1112044" y="528981"/>
                  </a:cubicBezTo>
                  <a:cubicBezTo>
                    <a:pt x="1113854" y="532410"/>
                    <a:pt x="1116997" y="539554"/>
                    <a:pt x="1118711" y="542983"/>
                  </a:cubicBezTo>
                  <a:cubicBezTo>
                    <a:pt x="1120235" y="546031"/>
                    <a:pt x="1124045" y="551841"/>
                    <a:pt x="1125093" y="555080"/>
                  </a:cubicBezTo>
                  <a:cubicBezTo>
                    <a:pt x="1126141" y="558223"/>
                    <a:pt x="1126331" y="564795"/>
                    <a:pt x="1127093" y="567938"/>
                  </a:cubicBezTo>
                  <a:cubicBezTo>
                    <a:pt x="1127665" y="570510"/>
                    <a:pt x="1129665" y="575463"/>
                    <a:pt x="1130141" y="578035"/>
                  </a:cubicBezTo>
                  <a:cubicBezTo>
                    <a:pt x="1131094" y="582512"/>
                    <a:pt x="1131761" y="591751"/>
                    <a:pt x="1132141" y="596418"/>
                  </a:cubicBezTo>
                  <a:cubicBezTo>
                    <a:pt x="1132522" y="600038"/>
                    <a:pt x="1132808" y="607277"/>
                    <a:pt x="1133189" y="610896"/>
                  </a:cubicBezTo>
                  <a:cubicBezTo>
                    <a:pt x="1133570" y="614897"/>
                    <a:pt x="1134713" y="622802"/>
                    <a:pt x="1135094" y="626707"/>
                  </a:cubicBezTo>
                  <a:cubicBezTo>
                    <a:pt x="1135285" y="629565"/>
                    <a:pt x="1135570" y="635185"/>
                    <a:pt x="1135761" y="637947"/>
                  </a:cubicBezTo>
                  <a:cubicBezTo>
                    <a:pt x="1136142" y="642710"/>
                    <a:pt x="1136999" y="652235"/>
                    <a:pt x="1137380" y="656997"/>
                  </a:cubicBezTo>
                  <a:cubicBezTo>
                    <a:pt x="1137666" y="660807"/>
                    <a:pt x="1138047" y="668332"/>
                    <a:pt x="1138618" y="672142"/>
                  </a:cubicBezTo>
                  <a:cubicBezTo>
                    <a:pt x="1139094" y="675095"/>
                    <a:pt x="1140619" y="680810"/>
                    <a:pt x="1141190" y="683762"/>
                  </a:cubicBezTo>
                  <a:cubicBezTo>
                    <a:pt x="1141762" y="686905"/>
                    <a:pt x="1142714" y="693287"/>
                    <a:pt x="1143191" y="696430"/>
                  </a:cubicBezTo>
                  <a:cubicBezTo>
                    <a:pt x="1143572" y="698812"/>
                    <a:pt x="1144238" y="703670"/>
                    <a:pt x="1144334" y="706146"/>
                  </a:cubicBezTo>
                  <a:cubicBezTo>
                    <a:pt x="1144524" y="708622"/>
                    <a:pt x="1144524" y="713576"/>
                    <a:pt x="1144428" y="716052"/>
                  </a:cubicBezTo>
                  <a:cubicBezTo>
                    <a:pt x="1144334" y="717005"/>
                    <a:pt x="1144048" y="718814"/>
                    <a:pt x="1144048" y="719672"/>
                  </a:cubicBezTo>
                  <a:cubicBezTo>
                    <a:pt x="1143952" y="720434"/>
                    <a:pt x="1144714" y="722720"/>
                    <a:pt x="1144810" y="723863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 dirty="0"/>
            </a:p>
          </p:txBody>
        </p:sp>
        <p:grpSp>
          <p:nvGrpSpPr>
            <p:cNvPr id="98" name="Graphic 4">
              <a:extLst>
                <a:ext uri="{FF2B5EF4-FFF2-40B4-BE49-F238E27FC236}">
                  <a16:creationId xmlns:a16="http://schemas.microsoft.com/office/drawing/2014/main" id="{CA37A505-05F6-4BF4-2BAA-03681D8B6249}"/>
                </a:ext>
              </a:extLst>
            </p:cNvPr>
            <p:cNvGrpSpPr/>
            <p:nvPr/>
          </p:nvGrpSpPr>
          <p:grpSpPr>
            <a:xfrm>
              <a:off x="6831313" y="3884676"/>
              <a:ext cx="447675" cy="762000"/>
              <a:chOff x="6831313" y="3884676"/>
              <a:chExt cx="447675" cy="762000"/>
            </a:xfrm>
            <a:grpFill/>
          </p:grpSpPr>
          <p:sp>
            <p:nvSpPr>
              <p:cNvPr id="227" name="Freeform: Shape 38">
                <a:extLst>
                  <a:ext uri="{FF2B5EF4-FFF2-40B4-BE49-F238E27FC236}">
                    <a16:creationId xmlns:a16="http://schemas.microsoft.com/office/drawing/2014/main" id="{1C128E76-BAC5-8730-1917-26EE4D2E7FEE}"/>
                  </a:ext>
                </a:extLst>
              </p:cNvPr>
              <p:cNvSpPr/>
              <p:nvPr/>
            </p:nvSpPr>
            <p:spPr>
              <a:xfrm>
                <a:off x="7178036" y="4630994"/>
                <a:ext cx="9525" cy="9525"/>
              </a:xfrm>
              <a:custGeom>
                <a:avLst/>
                <a:gdLst>
                  <a:gd name="connsiteX0" fmla="*/ 10767 w 9525"/>
                  <a:gd name="connsiteY0" fmla="*/ 7300 h 0"/>
                  <a:gd name="connsiteX1" fmla="*/ 9148 w 9525"/>
                  <a:gd name="connsiteY1" fmla="*/ 9395 h 0"/>
                  <a:gd name="connsiteX2" fmla="*/ 6291 w 9525"/>
                  <a:gd name="connsiteY2" fmla="*/ 6442 h 0"/>
                  <a:gd name="connsiteX3" fmla="*/ 3147 w 9525"/>
                  <a:gd name="connsiteY3" fmla="*/ 6728 h 0"/>
                  <a:gd name="connsiteX4" fmla="*/ 4 w 9525"/>
                  <a:gd name="connsiteY4" fmla="*/ 4538 h 0"/>
                  <a:gd name="connsiteX5" fmla="*/ 2290 w 9525"/>
                  <a:gd name="connsiteY5" fmla="*/ 1871 h 0"/>
                  <a:gd name="connsiteX6" fmla="*/ 4862 w 9525"/>
                  <a:gd name="connsiteY6" fmla="*/ 2156 h 0"/>
                  <a:gd name="connsiteX7" fmla="*/ 9529 w 9525"/>
                  <a:gd name="connsiteY7" fmla="*/ 156 h 0"/>
                  <a:gd name="connsiteX8" fmla="*/ 12482 w 9525"/>
                  <a:gd name="connsiteY8" fmla="*/ 347 h 0"/>
                  <a:gd name="connsiteX9" fmla="*/ 12101 w 9525"/>
                  <a:gd name="connsiteY9" fmla="*/ 2632 h 0"/>
                  <a:gd name="connsiteX10" fmla="*/ 10767 w 9525"/>
                  <a:gd name="connsiteY10" fmla="*/ 730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525">
                    <a:moveTo>
                      <a:pt x="10767" y="7300"/>
                    </a:moveTo>
                    <a:cubicBezTo>
                      <a:pt x="10482" y="7871"/>
                      <a:pt x="9815" y="9395"/>
                      <a:pt x="9148" y="9395"/>
                    </a:cubicBezTo>
                    <a:cubicBezTo>
                      <a:pt x="8100" y="9490"/>
                      <a:pt x="7243" y="6728"/>
                      <a:pt x="6291" y="6442"/>
                    </a:cubicBezTo>
                    <a:cubicBezTo>
                      <a:pt x="5528" y="6157"/>
                      <a:pt x="3909" y="6919"/>
                      <a:pt x="3147" y="6728"/>
                    </a:cubicBezTo>
                    <a:cubicBezTo>
                      <a:pt x="2195" y="6442"/>
                      <a:pt x="99" y="5490"/>
                      <a:pt x="4" y="4538"/>
                    </a:cubicBezTo>
                    <a:cubicBezTo>
                      <a:pt x="-91" y="3680"/>
                      <a:pt x="1528" y="2251"/>
                      <a:pt x="2290" y="1871"/>
                    </a:cubicBezTo>
                    <a:cubicBezTo>
                      <a:pt x="2861" y="1680"/>
                      <a:pt x="4195" y="2251"/>
                      <a:pt x="4862" y="2156"/>
                    </a:cubicBezTo>
                    <a:cubicBezTo>
                      <a:pt x="6100" y="1966"/>
                      <a:pt x="8291" y="347"/>
                      <a:pt x="9529" y="156"/>
                    </a:cubicBezTo>
                    <a:cubicBezTo>
                      <a:pt x="10291" y="61"/>
                      <a:pt x="12005" y="-225"/>
                      <a:pt x="12482" y="347"/>
                    </a:cubicBezTo>
                    <a:cubicBezTo>
                      <a:pt x="12863" y="823"/>
                      <a:pt x="12196" y="2156"/>
                      <a:pt x="12101" y="2632"/>
                    </a:cubicBezTo>
                    <a:cubicBezTo>
                      <a:pt x="11720" y="3966"/>
                      <a:pt x="11243" y="6252"/>
                      <a:pt x="10767" y="7300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28" name="Freeform: Shape 39">
                <a:extLst>
                  <a:ext uri="{FF2B5EF4-FFF2-40B4-BE49-F238E27FC236}">
                    <a16:creationId xmlns:a16="http://schemas.microsoft.com/office/drawing/2014/main" id="{DB1B96AC-0487-9EEA-E044-F40024DBD7C1}"/>
                  </a:ext>
                </a:extLst>
              </p:cNvPr>
              <p:cNvSpPr/>
              <p:nvPr/>
            </p:nvSpPr>
            <p:spPr>
              <a:xfrm>
                <a:off x="7199948" y="4627601"/>
                <a:ext cx="9525" cy="9525"/>
              </a:xfrm>
              <a:custGeom>
                <a:avLst/>
                <a:gdLst>
                  <a:gd name="connsiteX0" fmla="*/ 15621 w 9525"/>
                  <a:gd name="connsiteY0" fmla="*/ 120 h 0"/>
                  <a:gd name="connsiteX1" fmla="*/ 10668 w 9525"/>
                  <a:gd name="connsiteY1" fmla="*/ 1739 h 0"/>
                  <a:gd name="connsiteX2" fmla="*/ 5429 w 9525"/>
                  <a:gd name="connsiteY2" fmla="*/ 5169 h 0"/>
                  <a:gd name="connsiteX3" fmla="*/ 286 w 9525"/>
                  <a:gd name="connsiteY3" fmla="*/ 6311 h 0"/>
                  <a:gd name="connsiteX4" fmla="*/ 286 w 9525"/>
                  <a:gd name="connsiteY4" fmla="*/ 8883 h 0"/>
                  <a:gd name="connsiteX5" fmla="*/ 4667 w 9525"/>
                  <a:gd name="connsiteY5" fmla="*/ 9360 h 0"/>
                  <a:gd name="connsiteX6" fmla="*/ 10192 w 9525"/>
                  <a:gd name="connsiteY6" fmla="*/ 7931 h 0"/>
                  <a:gd name="connsiteX7" fmla="*/ 12192 w 9525"/>
                  <a:gd name="connsiteY7" fmla="*/ 5550 h 0"/>
                  <a:gd name="connsiteX8" fmla="*/ 16574 w 9525"/>
                  <a:gd name="connsiteY8" fmla="*/ 2883 h 0"/>
                  <a:gd name="connsiteX9" fmla="*/ 15621 w 9525"/>
                  <a:gd name="connsiteY9" fmla="*/ 12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525">
                    <a:moveTo>
                      <a:pt x="15621" y="120"/>
                    </a:moveTo>
                    <a:cubicBezTo>
                      <a:pt x="14478" y="-451"/>
                      <a:pt x="11811" y="1168"/>
                      <a:pt x="10668" y="1739"/>
                    </a:cubicBezTo>
                    <a:cubicBezTo>
                      <a:pt x="9239" y="2406"/>
                      <a:pt x="6858" y="4502"/>
                      <a:pt x="5429" y="5169"/>
                    </a:cubicBezTo>
                    <a:cubicBezTo>
                      <a:pt x="4191" y="5740"/>
                      <a:pt x="1048" y="5264"/>
                      <a:pt x="286" y="6311"/>
                    </a:cubicBezTo>
                    <a:cubicBezTo>
                      <a:pt x="-95" y="6788"/>
                      <a:pt x="-95" y="8407"/>
                      <a:pt x="286" y="8883"/>
                    </a:cubicBezTo>
                    <a:cubicBezTo>
                      <a:pt x="1048" y="9740"/>
                      <a:pt x="3524" y="9455"/>
                      <a:pt x="4667" y="9360"/>
                    </a:cubicBezTo>
                    <a:cubicBezTo>
                      <a:pt x="6096" y="9264"/>
                      <a:pt x="8953" y="8597"/>
                      <a:pt x="10192" y="7931"/>
                    </a:cubicBezTo>
                    <a:cubicBezTo>
                      <a:pt x="10858" y="7550"/>
                      <a:pt x="11620" y="6121"/>
                      <a:pt x="12192" y="5550"/>
                    </a:cubicBezTo>
                    <a:cubicBezTo>
                      <a:pt x="13144" y="4692"/>
                      <a:pt x="16097" y="4121"/>
                      <a:pt x="16574" y="2883"/>
                    </a:cubicBezTo>
                    <a:cubicBezTo>
                      <a:pt x="16669" y="2216"/>
                      <a:pt x="16192" y="501"/>
                      <a:pt x="15621" y="120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29" name="Freeform: Shape 40">
                <a:extLst>
                  <a:ext uri="{FF2B5EF4-FFF2-40B4-BE49-F238E27FC236}">
                    <a16:creationId xmlns:a16="http://schemas.microsoft.com/office/drawing/2014/main" id="{03EE692E-1544-037D-328D-90DF82B85FEE}"/>
                  </a:ext>
                </a:extLst>
              </p:cNvPr>
              <p:cNvSpPr/>
              <p:nvPr/>
            </p:nvSpPr>
            <p:spPr>
              <a:xfrm>
                <a:off x="7229113" y="4623611"/>
                <a:ext cx="28575" cy="9525"/>
              </a:xfrm>
              <a:custGeom>
                <a:avLst/>
                <a:gdLst>
                  <a:gd name="connsiteX0" fmla="*/ 77 w 28575"/>
                  <a:gd name="connsiteY0" fmla="*/ 2205 h 0"/>
                  <a:gd name="connsiteX1" fmla="*/ 362 w 28575"/>
                  <a:gd name="connsiteY1" fmla="*/ 4015 h 0"/>
                  <a:gd name="connsiteX2" fmla="*/ 3410 w 28575"/>
                  <a:gd name="connsiteY2" fmla="*/ 4206 h 0"/>
                  <a:gd name="connsiteX3" fmla="*/ 7601 w 28575"/>
                  <a:gd name="connsiteY3" fmla="*/ 3539 h 0"/>
                  <a:gd name="connsiteX4" fmla="*/ 11507 w 28575"/>
                  <a:gd name="connsiteY4" fmla="*/ 4777 h 0"/>
                  <a:gd name="connsiteX5" fmla="*/ 19127 w 28575"/>
                  <a:gd name="connsiteY5" fmla="*/ 5920 h 0"/>
                  <a:gd name="connsiteX6" fmla="*/ 27413 w 28575"/>
                  <a:gd name="connsiteY6" fmla="*/ 5825 h 0"/>
                  <a:gd name="connsiteX7" fmla="*/ 28842 w 28575"/>
                  <a:gd name="connsiteY7" fmla="*/ 2968 h 0"/>
                  <a:gd name="connsiteX8" fmla="*/ 23699 w 28575"/>
                  <a:gd name="connsiteY8" fmla="*/ 1444 h 0"/>
                  <a:gd name="connsiteX9" fmla="*/ 17698 w 28575"/>
                  <a:gd name="connsiteY9" fmla="*/ 1729 h 0"/>
                  <a:gd name="connsiteX10" fmla="*/ 12650 w 28575"/>
                  <a:gd name="connsiteY10" fmla="*/ 110 h 0"/>
                  <a:gd name="connsiteX11" fmla="*/ 7982 w 28575"/>
                  <a:gd name="connsiteY11" fmla="*/ 110 h 0"/>
                  <a:gd name="connsiteX12" fmla="*/ 3601 w 28575"/>
                  <a:gd name="connsiteY12" fmla="*/ 586 h 0"/>
                  <a:gd name="connsiteX13" fmla="*/ 77 w 28575"/>
                  <a:gd name="connsiteY13" fmla="*/ 2205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8575">
                    <a:moveTo>
                      <a:pt x="77" y="2205"/>
                    </a:moveTo>
                    <a:cubicBezTo>
                      <a:pt x="-114" y="2586"/>
                      <a:pt x="77" y="3729"/>
                      <a:pt x="362" y="4015"/>
                    </a:cubicBezTo>
                    <a:cubicBezTo>
                      <a:pt x="934" y="4587"/>
                      <a:pt x="2648" y="4301"/>
                      <a:pt x="3410" y="4206"/>
                    </a:cubicBezTo>
                    <a:cubicBezTo>
                      <a:pt x="4458" y="4111"/>
                      <a:pt x="6554" y="3444"/>
                      <a:pt x="7601" y="3539"/>
                    </a:cubicBezTo>
                    <a:cubicBezTo>
                      <a:pt x="8649" y="3634"/>
                      <a:pt x="10554" y="4587"/>
                      <a:pt x="11507" y="4777"/>
                    </a:cubicBezTo>
                    <a:cubicBezTo>
                      <a:pt x="13412" y="5253"/>
                      <a:pt x="17222" y="5825"/>
                      <a:pt x="19127" y="5920"/>
                    </a:cubicBezTo>
                    <a:cubicBezTo>
                      <a:pt x="21222" y="6015"/>
                      <a:pt x="25699" y="6873"/>
                      <a:pt x="27413" y="5825"/>
                    </a:cubicBezTo>
                    <a:cubicBezTo>
                      <a:pt x="28080" y="5444"/>
                      <a:pt x="29223" y="3729"/>
                      <a:pt x="28842" y="2968"/>
                    </a:cubicBezTo>
                    <a:cubicBezTo>
                      <a:pt x="28271" y="1729"/>
                      <a:pt x="25032" y="1634"/>
                      <a:pt x="23699" y="1444"/>
                    </a:cubicBezTo>
                    <a:cubicBezTo>
                      <a:pt x="22175" y="1253"/>
                      <a:pt x="19127" y="1920"/>
                      <a:pt x="17698" y="1729"/>
                    </a:cubicBezTo>
                    <a:cubicBezTo>
                      <a:pt x="16364" y="1539"/>
                      <a:pt x="13983" y="301"/>
                      <a:pt x="12650" y="110"/>
                    </a:cubicBezTo>
                    <a:cubicBezTo>
                      <a:pt x="11507" y="-81"/>
                      <a:pt x="9126" y="15"/>
                      <a:pt x="7982" y="110"/>
                    </a:cubicBezTo>
                    <a:cubicBezTo>
                      <a:pt x="6839" y="205"/>
                      <a:pt x="4649" y="396"/>
                      <a:pt x="3601" y="586"/>
                    </a:cubicBezTo>
                    <a:cubicBezTo>
                      <a:pt x="2744" y="1062"/>
                      <a:pt x="553" y="1348"/>
                      <a:pt x="77" y="2205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30" name="Freeform: Shape 41">
                <a:extLst>
                  <a:ext uri="{FF2B5EF4-FFF2-40B4-BE49-F238E27FC236}">
                    <a16:creationId xmlns:a16="http://schemas.microsoft.com/office/drawing/2014/main" id="{B89C33F5-F546-41B8-B6AB-2A28D9503960}"/>
                  </a:ext>
                </a:extLst>
              </p:cNvPr>
              <p:cNvSpPr/>
              <p:nvPr/>
            </p:nvSpPr>
            <p:spPr>
              <a:xfrm>
                <a:off x="7262429" y="4624690"/>
                <a:ext cx="19050" cy="9525"/>
              </a:xfrm>
              <a:custGeom>
                <a:avLst/>
                <a:gdLst>
                  <a:gd name="connsiteX0" fmla="*/ 2 w 19050"/>
                  <a:gd name="connsiteY0" fmla="*/ 3603 h 0"/>
                  <a:gd name="connsiteX1" fmla="*/ 6289 w 19050"/>
                  <a:gd name="connsiteY1" fmla="*/ 5603 h 0"/>
                  <a:gd name="connsiteX2" fmla="*/ 11528 w 19050"/>
                  <a:gd name="connsiteY2" fmla="*/ 5603 h 0"/>
                  <a:gd name="connsiteX3" fmla="*/ 18957 w 19050"/>
                  <a:gd name="connsiteY3" fmla="*/ 3222 h 0"/>
                  <a:gd name="connsiteX4" fmla="*/ 18862 w 19050"/>
                  <a:gd name="connsiteY4" fmla="*/ 364 h 0"/>
                  <a:gd name="connsiteX5" fmla="*/ 14861 w 19050"/>
                  <a:gd name="connsiteY5" fmla="*/ 459 h 0"/>
                  <a:gd name="connsiteX6" fmla="*/ 12671 w 19050"/>
                  <a:gd name="connsiteY6" fmla="*/ 2174 h 0"/>
                  <a:gd name="connsiteX7" fmla="*/ 8575 w 19050"/>
                  <a:gd name="connsiteY7" fmla="*/ 2555 h 0"/>
                  <a:gd name="connsiteX8" fmla="*/ 3908 w 19050"/>
                  <a:gd name="connsiteY8" fmla="*/ 1412 h 0"/>
                  <a:gd name="connsiteX9" fmla="*/ 2 w 19050"/>
                  <a:gd name="connsiteY9" fmla="*/ 3603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050">
                    <a:moveTo>
                      <a:pt x="2" y="3603"/>
                    </a:moveTo>
                    <a:cubicBezTo>
                      <a:pt x="193" y="5222"/>
                      <a:pt x="4670" y="5413"/>
                      <a:pt x="6289" y="5603"/>
                    </a:cubicBezTo>
                    <a:cubicBezTo>
                      <a:pt x="7527" y="5794"/>
                      <a:pt x="10194" y="5794"/>
                      <a:pt x="11528" y="5603"/>
                    </a:cubicBezTo>
                    <a:cubicBezTo>
                      <a:pt x="13433" y="5317"/>
                      <a:pt x="17814" y="4841"/>
                      <a:pt x="18957" y="3222"/>
                    </a:cubicBezTo>
                    <a:cubicBezTo>
                      <a:pt x="19338" y="2650"/>
                      <a:pt x="19338" y="840"/>
                      <a:pt x="18862" y="364"/>
                    </a:cubicBezTo>
                    <a:cubicBezTo>
                      <a:pt x="18100" y="-303"/>
                      <a:pt x="15814" y="79"/>
                      <a:pt x="14861" y="459"/>
                    </a:cubicBezTo>
                    <a:cubicBezTo>
                      <a:pt x="14195" y="650"/>
                      <a:pt x="13337" y="1888"/>
                      <a:pt x="12671" y="2174"/>
                    </a:cubicBezTo>
                    <a:cubicBezTo>
                      <a:pt x="11718" y="2555"/>
                      <a:pt x="9527" y="2650"/>
                      <a:pt x="8575" y="2555"/>
                    </a:cubicBezTo>
                    <a:cubicBezTo>
                      <a:pt x="7337" y="2460"/>
                      <a:pt x="5051" y="1222"/>
                      <a:pt x="3908" y="1412"/>
                    </a:cubicBezTo>
                    <a:cubicBezTo>
                      <a:pt x="2669" y="1603"/>
                      <a:pt x="-93" y="2460"/>
                      <a:pt x="2" y="3603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31" name="Freeform: Shape 42">
                <a:extLst>
                  <a:ext uri="{FF2B5EF4-FFF2-40B4-BE49-F238E27FC236}">
                    <a16:creationId xmlns:a16="http://schemas.microsoft.com/office/drawing/2014/main" id="{F3D97C96-ECA6-D965-F4F6-40F004D4EDE7}"/>
                  </a:ext>
                </a:extLst>
              </p:cNvPr>
              <p:cNvSpPr/>
              <p:nvPr/>
            </p:nvSpPr>
            <p:spPr>
              <a:xfrm>
                <a:off x="6831313" y="3884676"/>
                <a:ext cx="438150" cy="762000"/>
              </a:xfrm>
              <a:custGeom>
                <a:avLst/>
                <a:gdLst>
                  <a:gd name="connsiteX0" fmla="*/ 39450 w 438150"/>
                  <a:gd name="connsiteY0" fmla="*/ 350520 h 762000"/>
                  <a:gd name="connsiteX1" fmla="*/ 39831 w 438150"/>
                  <a:gd name="connsiteY1" fmla="*/ 347567 h 762000"/>
                  <a:gd name="connsiteX2" fmla="*/ 43165 w 438150"/>
                  <a:gd name="connsiteY2" fmla="*/ 345948 h 762000"/>
                  <a:gd name="connsiteX3" fmla="*/ 44594 w 438150"/>
                  <a:gd name="connsiteY3" fmla="*/ 341662 h 762000"/>
                  <a:gd name="connsiteX4" fmla="*/ 39927 w 438150"/>
                  <a:gd name="connsiteY4" fmla="*/ 338042 h 762000"/>
                  <a:gd name="connsiteX5" fmla="*/ 35831 w 438150"/>
                  <a:gd name="connsiteY5" fmla="*/ 336804 h 762000"/>
                  <a:gd name="connsiteX6" fmla="*/ 32116 w 438150"/>
                  <a:gd name="connsiteY6" fmla="*/ 334328 h 762000"/>
                  <a:gd name="connsiteX7" fmla="*/ 32497 w 438150"/>
                  <a:gd name="connsiteY7" fmla="*/ 330422 h 762000"/>
                  <a:gd name="connsiteX8" fmla="*/ 36022 w 438150"/>
                  <a:gd name="connsiteY8" fmla="*/ 328231 h 762000"/>
                  <a:gd name="connsiteX9" fmla="*/ 39355 w 438150"/>
                  <a:gd name="connsiteY9" fmla="*/ 329279 h 762000"/>
                  <a:gd name="connsiteX10" fmla="*/ 44499 w 438150"/>
                  <a:gd name="connsiteY10" fmla="*/ 329946 h 762000"/>
                  <a:gd name="connsiteX11" fmla="*/ 46213 w 438150"/>
                  <a:gd name="connsiteY11" fmla="*/ 327946 h 762000"/>
                  <a:gd name="connsiteX12" fmla="*/ 47166 w 438150"/>
                  <a:gd name="connsiteY12" fmla="*/ 323279 h 762000"/>
                  <a:gd name="connsiteX13" fmla="*/ 46785 w 438150"/>
                  <a:gd name="connsiteY13" fmla="*/ 319278 h 762000"/>
                  <a:gd name="connsiteX14" fmla="*/ 46213 w 438150"/>
                  <a:gd name="connsiteY14" fmla="*/ 315659 h 762000"/>
                  <a:gd name="connsiteX15" fmla="*/ 49261 w 438150"/>
                  <a:gd name="connsiteY15" fmla="*/ 314135 h 762000"/>
                  <a:gd name="connsiteX16" fmla="*/ 50881 w 438150"/>
                  <a:gd name="connsiteY16" fmla="*/ 311277 h 762000"/>
                  <a:gd name="connsiteX17" fmla="*/ 51928 w 438150"/>
                  <a:gd name="connsiteY17" fmla="*/ 307848 h 762000"/>
                  <a:gd name="connsiteX18" fmla="*/ 50214 w 438150"/>
                  <a:gd name="connsiteY18" fmla="*/ 304990 h 762000"/>
                  <a:gd name="connsiteX19" fmla="*/ 46975 w 438150"/>
                  <a:gd name="connsiteY19" fmla="*/ 304990 h 762000"/>
                  <a:gd name="connsiteX20" fmla="*/ 45261 w 438150"/>
                  <a:gd name="connsiteY20" fmla="*/ 308229 h 762000"/>
                  <a:gd name="connsiteX21" fmla="*/ 43641 w 438150"/>
                  <a:gd name="connsiteY21" fmla="*/ 311944 h 762000"/>
                  <a:gd name="connsiteX22" fmla="*/ 40879 w 438150"/>
                  <a:gd name="connsiteY22" fmla="*/ 309753 h 762000"/>
                  <a:gd name="connsiteX23" fmla="*/ 39736 w 438150"/>
                  <a:gd name="connsiteY23" fmla="*/ 306229 h 762000"/>
                  <a:gd name="connsiteX24" fmla="*/ 37260 w 438150"/>
                  <a:gd name="connsiteY24" fmla="*/ 300800 h 762000"/>
                  <a:gd name="connsiteX25" fmla="*/ 38212 w 438150"/>
                  <a:gd name="connsiteY25" fmla="*/ 296132 h 762000"/>
                  <a:gd name="connsiteX26" fmla="*/ 40784 w 438150"/>
                  <a:gd name="connsiteY26" fmla="*/ 293465 h 762000"/>
                  <a:gd name="connsiteX27" fmla="*/ 42689 w 438150"/>
                  <a:gd name="connsiteY27" fmla="*/ 290227 h 762000"/>
                  <a:gd name="connsiteX28" fmla="*/ 45737 w 438150"/>
                  <a:gd name="connsiteY28" fmla="*/ 288131 h 762000"/>
                  <a:gd name="connsiteX29" fmla="*/ 47642 w 438150"/>
                  <a:gd name="connsiteY29" fmla="*/ 285179 h 762000"/>
                  <a:gd name="connsiteX30" fmla="*/ 47356 w 438150"/>
                  <a:gd name="connsiteY30" fmla="*/ 280797 h 762000"/>
                  <a:gd name="connsiteX31" fmla="*/ 44880 w 438150"/>
                  <a:gd name="connsiteY31" fmla="*/ 279083 h 762000"/>
                  <a:gd name="connsiteX32" fmla="*/ 43070 w 438150"/>
                  <a:gd name="connsiteY32" fmla="*/ 280035 h 762000"/>
                  <a:gd name="connsiteX33" fmla="*/ 41736 w 438150"/>
                  <a:gd name="connsiteY33" fmla="*/ 283559 h 762000"/>
                  <a:gd name="connsiteX34" fmla="*/ 40308 w 438150"/>
                  <a:gd name="connsiteY34" fmla="*/ 286703 h 762000"/>
                  <a:gd name="connsiteX35" fmla="*/ 37450 w 438150"/>
                  <a:gd name="connsiteY35" fmla="*/ 289941 h 762000"/>
                  <a:gd name="connsiteX36" fmla="*/ 34593 w 438150"/>
                  <a:gd name="connsiteY36" fmla="*/ 292608 h 762000"/>
                  <a:gd name="connsiteX37" fmla="*/ 31354 w 438150"/>
                  <a:gd name="connsiteY37" fmla="*/ 292703 h 762000"/>
                  <a:gd name="connsiteX38" fmla="*/ 28687 w 438150"/>
                  <a:gd name="connsiteY38" fmla="*/ 290227 h 762000"/>
                  <a:gd name="connsiteX39" fmla="*/ 28687 w 438150"/>
                  <a:gd name="connsiteY39" fmla="*/ 286417 h 762000"/>
                  <a:gd name="connsiteX40" fmla="*/ 30783 w 438150"/>
                  <a:gd name="connsiteY40" fmla="*/ 285369 h 762000"/>
                  <a:gd name="connsiteX41" fmla="*/ 34307 w 438150"/>
                  <a:gd name="connsiteY41" fmla="*/ 285369 h 762000"/>
                  <a:gd name="connsiteX42" fmla="*/ 36688 w 438150"/>
                  <a:gd name="connsiteY42" fmla="*/ 283750 h 762000"/>
                  <a:gd name="connsiteX43" fmla="*/ 36879 w 438150"/>
                  <a:gd name="connsiteY43" fmla="*/ 281273 h 762000"/>
                  <a:gd name="connsiteX44" fmla="*/ 37164 w 438150"/>
                  <a:gd name="connsiteY44" fmla="*/ 276987 h 762000"/>
                  <a:gd name="connsiteX45" fmla="*/ 34497 w 438150"/>
                  <a:gd name="connsiteY45" fmla="*/ 274892 h 762000"/>
                  <a:gd name="connsiteX46" fmla="*/ 32402 w 438150"/>
                  <a:gd name="connsiteY46" fmla="*/ 274892 h 762000"/>
                  <a:gd name="connsiteX47" fmla="*/ 31926 w 438150"/>
                  <a:gd name="connsiteY47" fmla="*/ 277368 h 762000"/>
                  <a:gd name="connsiteX48" fmla="*/ 31259 w 438150"/>
                  <a:gd name="connsiteY48" fmla="*/ 281940 h 762000"/>
                  <a:gd name="connsiteX49" fmla="*/ 28592 w 438150"/>
                  <a:gd name="connsiteY49" fmla="*/ 283273 h 762000"/>
                  <a:gd name="connsiteX50" fmla="*/ 24972 w 438150"/>
                  <a:gd name="connsiteY50" fmla="*/ 283655 h 762000"/>
                  <a:gd name="connsiteX51" fmla="*/ 24877 w 438150"/>
                  <a:gd name="connsiteY51" fmla="*/ 280035 h 762000"/>
                  <a:gd name="connsiteX52" fmla="*/ 27258 w 438150"/>
                  <a:gd name="connsiteY52" fmla="*/ 277844 h 762000"/>
                  <a:gd name="connsiteX53" fmla="*/ 28973 w 438150"/>
                  <a:gd name="connsiteY53" fmla="*/ 274892 h 762000"/>
                  <a:gd name="connsiteX54" fmla="*/ 28592 w 438150"/>
                  <a:gd name="connsiteY54" fmla="*/ 272129 h 762000"/>
                  <a:gd name="connsiteX55" fmla="*/ 24972 w 438150"/>
                  <a:gd name="connsiteY55" fmla="*/ 269367 h 762000"/>
                  <a:gd name="connsiteX56" fmla="*/ 22496 w 438150"/>
                  <a:gd name="connsiteY56" fmla="*/ 267367 h 762000"/>
                  <a:gd name="connsiteX57" fmla="*/ 23925 w 438150"/>
                  <a:gd name="connsiteY57" fmla="*/ 262700 h 762000"/>
                  <a:gd name="connsiteX58" fmla="*/ 28306 w 438150"/>
                  <a:gd name="connsiteY58" fmla="*/ 260128 h 762000"/>
                  <a:gd name="connsiteX59" fmla="*/ 32973 w 438150"/>
                  <a:gd name="connsiteY59" fmla="*/ 260509 h 762000"/>
                  <a:gd name="connsiteX60" fmla="*/ 34974 w 438150"/>
                  <a:gd name="connsiteY60" fmla="*/ 257937 h 762000"/>
                  <a:gd name="connsiteX61" fmla="*/ 33545 w 438150"/>
                  <a:gd name="connsiteY61" fmla="*/ 252508 h 762000"/>
                  <a:gd name="connsiteX62" fmla="*/ 30402 w 438150"/>
                  <a:gd name="connsiteY62" fmla="*/ 249841 h 762000"/>
                  <a:gd name="connsiteX63" fmla="*/ 25830 w 438150"/>
                  <a:gd name="connsiteY63" fmla="*/ 250793 h 762000"/>
                  <a:gd name="connsiteX64" fmla="*/ 22115 w 438150"/>
                  <a:gd name="connsiteY64" fmla="*/ 249650 h 762000"/>
                  <a:gd name="connsiteX65" fmla="*/ 20781 w 438150"/>
                  <a:gd name="connsiteY65" fmla="*/ 246317 h 762000"/>
                  <a:gd name="connsiteX66" fmla="*/ 23639 w 438150"/>
                  <a:gd name="connsiteY66" fmla="*/ 242316 h 762000"/>
                  <a:gd name="connsiteX67" fmla="*/ 26497 w 438150"/>
                  <a:gd name="connsiteY67" fmla="*/ 241363 h 762000"/>
                  <a:gd name="connsiteX68" fmla="*/ 30211 w 438150"/>
                  <a:gd name="connsiteY68" fmla="*/ 242030 h 762000"/>
                  <a:gd name="connsiteX69" fmla="*/ 31449 w 438150"/>
                  <a:gd name="connsiteY69" fmla="*/ 244697 h 762000"/>
                  <a:gd name="connsiteX70" fmla="*/ 35164 w 438150"/>
                  <a:gd name="connsiteY70" fmla="*/ 246602 h 762000"/>
                  <a:gd name="connsiteX71" fmla="*/ 40117 w 438150"/>
                  <a:gd name="connsiteY71" fmla="*/ 248888 h 762000"/>
                  <a:gd name="connsiteX72" fmla="*/ 43260 w 438150"/>
                  <a:gd name="connsiteY72" fmla="*/ 246221 h 762000"/>
                  <a:gd name="connsiteX73" fmla="*/ 45832 w 438150"/>
                  <a:gd name="connsiteY73" fmla="*/ 245459 h 762000"/>
                  <a:gd name="connsiteX74" fmla="*/ 47071 w 438150"/>
                  <a:gd name="connsiteY74" fmla="*/ 242316 h 762000"/>
                  <a:gd name="connsiteX75" fmla="*/ 44689 w 438150"/>
                  <a:gd name="connsiteY75" fmla="*/ 239839 h 762000"/>
                  <a:gd name="connsiteX76" fmla="*/ 41546 w 438150"/>
                  <a:gd name="connsiteY76" fmla="*/ 238411 h 762000"/>
                  <a:gd name="connsiteX77" fmla="*/ 39450 w 438150"/>
                  <a:gd name="connsiteY77" fmla="*/ 240602 h 762000"/>
                  <a:gd name="connsiteX78" fmla="*/ 34402 w 438150"/>
                  <a:gd name="connsiteY78" fmla="*/ 241173 h 762000"/>
                  <a:gd name="connsiteX79" fmla="*/ 30973 w 438150"/>
                  <a:gd name="connsiteY79" fmla="*/ 238601 h 762000"/>
                  <a:gd name="connsiteX80" fmla="*/ 29830 w 438150"/>
                  <a:gd name="connsiteY80" fmla="*/ 235172 h 762000"/>
                  <a:gd name="connsiteX81" fmla="*/ 29640 w 438150"/>
                  <a:gd name="connsiteY81" fmla="*/ 230600 h 762000"/>
                  <a:gd name="connsiteX82" fmla="*/ 31449 w 438150"/>
                  <a:gd name="connsiteY82" fmla="*/ 228695 h 762000"/>
                  <a:gd name="connsiteX83" fmla="*/ 34307 w 438150"/>
                  <a:gd name="connsiteY83" fmla="*/ 228981 h 762000"/>
                  <a:gd name="connsiteX84" fmla="*/ 36022 w 438150"/>
                  <a:gd name="connsiteY84" fmla="*/ 230124 h 762000"/>
                  <a:gd name="connsiteX85" fmla="*/ 39069 w 438150"/>
                  <a:gd name="connsiteY85" fmla="*/ 229362 h 762000"/>
                  <a:gd name="connsiteX86" fmla="*/ 44022 w 438150"/>
                  <a:gd name="connsiteY86" fmla="*/ 229457 h 762000"/>
                  <a:gd name="connsiteX87" fmla="*/ 47166 w 438150"/>
                  <a:gd name="connsiteY87" fmla="*/ 230505 h 762000"/>
                  <a:gd name="connsiteX88" fmla="*/ 50118 w 438150"/>
                  <a:gd name="connsiteY88" fmla="*/ 229743 h 762000"/>
                  <a:gd name="connsiteX89" fmla="*/ 50881 w 438150"/>
                  <a:gd name="connsiteY89" fmla="*/ 227267 h 762000"/>
                  <a:gd name="connsiteX90" fmla="*/ 48690 w 438150"/>
                  <a:gd name="connsiteY90" fmla="*/ 223742 h 762000"/>
                  <a:gd name="connsiteX91" fmla="*/ 43737 w 438150"/>
                  <a:gd name="connsiteY91" fmla="*/ 223838 h 762000"/>
                  <a:gd name="connsiteX92" fmla="*/ 40022 w 438150"/>
                  <a:gd name="connsiteY92" fmla="*/ 221266 h 762000"/>
                  <a:gd name="connsiteX93" fmla="*/ 38498 w 438150"/>
                  <a:gd name="connsiteY93" fmla="*/ 215837 h 762000"/>
                  <a:gd name="connsiteX94" fmla="*/ 40689 w 438150"/>
                  <a:gd name="connsiteY94" fmla="*/ 212122 h 762000"/>
                  <a:gd name="connsiteX95" fmla="*/ 45356 w 438150"/>
                  <a:gd name="connsiteY95" fmla="*/ 209360 h 762000"/>
                  <a:gd name="connsiteX96" fmla="*/ 45737 w 438150"/>
                  <a:gd name="connsiteY96" fmla="*/ 205740 h 762000"/>
                  <a:gd name="connsiteX97" fmla="*/ 44308 w 438150"/>
                  <a:gd name="connsiteY97" fmla="*/ 203263 h 762000"/>
                  <a:gd name="connsiteX98" fmla="*/ 39736 w 438150"/>
                  <a:gd name="connsiteY98" fmla="*/ 202025 h 762000"/>
                  <a:gd name="connsiteX99" fmla="*/ 35926 w 438150"/>
                  <a:gd name="connsiteY99" fmla="*/ 202025 h 762000"/>
                  <a:gd name="connsiteX100" fmla="*/ 34593 w 438150"/>
                  <a:gd name="connsiteY100" fmla="*/ 200025 h 762000"/>
                  <a:gd name="connsiteX101" fmla="*/ 35259 w 438150"/>
                  <a:gd name="connsiteY101" fmla="*/ 197168 h 762000"/>
                  <a:gd name="connsiteX102" fmla="*/ 40022 w 438150"/>
                  <a:gd name="connsiteY102" fmla="*/ 196977 h 762000"/>
                  <a:gd name="connsiteX103" fmla="*/ 42117 w 438150"/>
                  <a:gd name="connsiteY103" fmla="*/ 194691 h 762000"/>
                  <a:gd name="connsiteX104" fmla="*/ 44880 w 438150"/>
                  <a:gd name="connsiteY104" fmla="*/ 195644 h 762000"/>
                  <a:gd name="connsiteX105" fmla="*/ 46594 w 438150"/>
                  <a:gd name="connsiteY105" fmla="*/ 199549 h 762000"/>
                  <a:gd name="connsiteX106" fmla="*/ 50023 w 438150"/>
                  <a:gd name="connsiteY106" fmla="*/ 200215 h 762000"/>
                  <a:gd name="connsiteX107" fmla="*/ 51166 w 438150"/>
                  <a:gd name="connsiteY107" fmla="*/ 197644 h 762000"/>
                  <a:gd name="connsiteX108" fmla="*/ 50404 w 438150"/>
                  <a:gd name="connsiteY108" fmla="*/ 194691 h 762000"/>
                  <a:gd name="connsiteX109" fmla="*/ 48309 w 438150"/>
                  <a:gd name="connsiteY109" fmla="*/ 193167 h 762000"/>
                  <a:gd name="connsiteX110" fmla="*/ 48023 w 438150"/>
                  <a:gd name="connsiteY110" fmla="*/ 190690 h 762000"/>
                  <a:gd name="connsiteX111" fmla="*/ 51166 w 438150"/>
                  <a:gd name="connsiteY111" fmla="*/ 189643 h 762000"/>
                  <a:gd name="connsiteX112" fmla="*/ 54119 w 438150"/>
                  <a:gd name="connsiteY112" fmla="*/ 189929 h 762000"/>
                  <a:gd name="connsiteX113" fmla="*/ 57834 w 438150"/>
                  <a:gd name="connsiteY113" fmla="*/ 189833 h 762000"/>
                  <a:gd name="connsiteX114" fmla="*/ 60501 w 438150"/>
                  <a:gd name="connsiteY114" fmla="*/ 187833 h 762000"/>
                  <a:gd name="connsiteX115" fmla="*/ 60310 w 438150"/>
                  <a:gd name="connsiteY115" fmla="*/ 184499 h 762000"/>
                  <a:gd name="connsiteX116" fmla="*/ 61644 w 438150"/>
                  <a:gd name="connsiteY116" fmla="*/ 181832 h 762000"/>
                  <a:gd name="connsiteX117" fmla="*/ 60882 w 438150"/>
                  <a:gd name="connsiteY117" fmla="*/ 178308 h 762000"/>
                  <a:gd name="connsiteX118" fmla="*/ 58310 w 438150"/>
                  <a:gd name="connsiteY118" fmla="*/ 177546 h 762000"/>
                  <a:gd name="connsiteX119" fmla="*/ 54881 w 438150"/>
                  <a:gd name="connsiteY119" fmla="*/ 179261 h 762000"/>
                  <a:gd name="connsiteX120" fmla="*/ 49547 w 438150"/>
                  <a:gd name="connsiteY120" fmla="*/ 176689 h 762000"/>
                  <a:gd name="connsiteX121" fmla="*/ 49452 w 438150"/>
                  <a:gd name="connsiteY121" fmla="*/ 173260 h 762000"/>
                  <a:gd name="connsiteX122" fmla="*/ 50976 w 438150"/>
                  <a:gd name="connsiteY122" fmla="*/ 170212 h 762000"/>
                  <a:gd name="connsiteX123" fmla="*/ 54405 w 438150"/>
                  <a:gd name="connsiteY123" fmla="*/ 167354 h 762000"/>
                  <a:gd name="connsiteX124" fmla="*/ 57929 w 438150"/>
                  <a:gd name="connsiteY124" fmla="*/ 167640 h 762000"/>
                  <a:gd name="connsiteX125" fmla="*/ 61072 w 438150"/>
                  <a:gd name="connsiteY125" fmla="*/ 170879 h 762000"/>
                  <a:gd name="connsiteX126" fmla="*/ 65549 w 438150"/>
                  <a:gd name="connsiteY126" fmla="*/ 170974 h 762000"/>
                  <a:gd name="connsiteX127" fmla="*/ 68311 w 438150"/>
                  <a:gd name="connsiteY127" fmla="*/ 168878 h 762000"/>
                  <a:gd name="connsiteX128" fmla="*/ 68311 w 438150"/>
                  <a:gd name="connsiteY128" fmla="*/ 164592 h 762000"/>
                  <a:gd name="connsiteX129" fmla="*/ 66121 w 438150"/>
                  <a:gd name="connsiteY129" fmla="*/ 162687 h 762000"/>
                  <a:gd name="connsiteX130" fmla="*/ 62501 w 438150"/>
                  <a:gd name="connsiteY130" fmla="*/ 162878 h 762000"/>
                  <a:gd name="connsiteX131" fmla="*/ 59072 w 438150"/>
                  <a:gd name="connsiteY131" fmla="*/ 163925 h 762000"/>
                  <a:gd name="connsiteX132" fmla="*/ 55167 w 438150"/>
                  <a:gd name="connsiteY132" fmla="*/ 162782 h 762000"/>
                  <a:gd name="connsiteX133" fmla="*/ 51452 w 438150"/>
                  <a:gd name="connsiteY133" fmla="*/ 160877 h 762000"/>
                  <a:gd name="connsiteX134" fmla="*/ 50023 w 438150"/>
                  <a:gd name="connsiteY134" fmla="*/ 157829 h 762000"/>
                  <a:gd name="connsiteX135" fmla="*/ 50404 w 438150"/>
                  <a:gd name="connsiteY135" fmla="*/ 154305 h 762000"/>
                  <a:gd name="connsiteX136" fmla="*/ 52881 w 438150"/>
                  <a:gd name="connsiteY136" fmla="*/ 154305 h 762000"/>
                  <a:gd name="connsiteX137" fmla="*/ 54690 w 438150"/>
                  <a:gd name="connsiteY137" fmla="*/ 155353 h 762000"/>
                  <a:gd name="connsiteX138" fmla="*/ 57262 w 438150"/>
                  <a:gd name="connsiteY138" fmla="*/ 158115 h 762000"/>
                  <a:gd name="connsiteX139" fmla="*/ 60786 w 438150"/>
                  <a:gd name="connsiteY139" fmla="*/ 159353 h 762000"/>
                  <a:gd name="connsiteX140" fmla="*/ 62310 w 438150"/>
                  <a:gd name="connsiteY140" fmla="*/ 158210 h 762000"/>
                  <a:gd name="connsiteX141" fmla="*/ 63168 w 438150"/>
                  <a:gd name="connsiteY141" fmla="*/ 154210 h 762000"/>
                  <a:gd name="connsiteX142" fmla="*/ 63072 w 438150"/>
                  <a:gd name="connsiteY142" fmla="*/ 149543 h 762000"/>
                  <a:gd name="connsiteX143" fmla="*/ 68692 w 438150"/>
                  <a:gd name="connsiteY143" fmla="*/ 146971 h 762000"/>
                  <a:gd name="connsiteX144" fmla="*/ 71550 w 438150"/>
                  <a:gd name="connsiteY144" fmla="*/ 147066 h 762000"/>
                  <a:gd name="connsiteX145" fmla="*/ 73645 w 438150"/>
                  <a:gd name="connsiteY145" fmla="*/ 144113 h 762000"/>
                  <a:gd name="connsiteX146" fmla="*/ 72693 w 438150"/>
                  <a:gd name="connsiteY146" fmla="*/ 140494 h 762000"/>
                  <a:gd name="connsiteX147" fmla="*/ 70121 w 438150"/>
                  <a:gd name="connsiteY147" fmla="*/ 138017 h 762000"/>
                  <a:gd name="connsiteX148" fmla="*/ 69740 w 438150"/>
                  <a:gd name="connsiteY148" fmla="*/ 134874 h 762000"/>
                  <a:gd name="connsiteX149" fmla="*/ 72312 w 438150"/>
                  <a:gd name="connsiteY149" fmla="*/ 133350 h 762000"/>
                  <a:gd name="connsiteX150" fmla="*/ 76789 w 438150"/>
                  <a:gd name="connsiteY150" fmla="*/ 133350 h 762000"/>
                  <a:gd name="connsiteX151" fmla="*/ 81360 w 438150"/>
                  <a:gd name="connsiteY151" fmla="*/ 133064 h 762000"/>
                  <a:gd name="connsiteX152" fmla="*/ 81932 w 438150"/>
                  <a:gd name="connsiteY152" fmla="*/ 134874 h 762000"/>
                  <a:gd name="connsiteX153" fmla="*/ 79646 w 438150"/>
                  <a:gd name="connsiteY153" fmla="*/ 136208 h 762000"/>
                  <a:gd name="connsiteX154" fmla="*/ 79170 w 438150"/>
                  <a:gd name="connsiteY154" fmla="*/ 139827 h 762000"/>
                  <a:gd name="connsiteX155" fmla="*/ 82218 w 438150"/>
                  <a:gd name="connsiteY155" fmla="*/ 142494 h 762000"/>
                  <a:gd name="connsiteX156" fmla="*/ 84599 w 438150"/>
                  <a:gd name="connsiteY156" fmla="*/ 140970 h 762000"/>
                  <a:gd name="connsiteX157" fmla="*/ 85932 w 438150"/>
                  <a:gd name="connsiteY157" fmla="*/ 137255 h 762000"/>
                  <a:gd name="connsiteX158" fmla="*/ 84313 w 438150"/>
                  <a:gd name="connsiteY158" fmla="*/ 134398 h 762000"/>
                  <a:gd name="connsiteX159" fmla="*/ 84980 w 438150"/>
                  <a:gd name="connsiteY159" fmla="*/ 131254 h 762000"/>
                  <a:gd name="connsiteX160" fmla="*/ 87838 w 438150"/>
                  <a:gd name="connsiteY160" fmla="*/ 129254 h 762000"/>
                  <a:gd name="connsiteX161" fmla="*/ 91552 w 438150"/>
                  <a:gd name="connsiteY161" fmla="*/ 126968 h 762000"/>
                  <a:gd name="connsiteX162" fmla="*/ 94124 w 438150"/>
                  <a:gd name="connsiteY162" fmla="*/ 123349 h 762000"/>
                  <a:gd name="connsiteX163" fmla="*/ 94505 w 438150"/>
                  <a:gd name="connsiteY163" fmla="*/ 119634 h 762000"/>
                  <a:gd name="connsiteX164" fmla="*/ 90600 w 438150"/>
                  <a:gd name="connsiteY164" fmla="*/ 117348 h 762000"/>
                  <a:gd name="connsiteX165" fmla="*/ 90219 w 438150"/>
                  <a:gd name="connsiteY165" fmla="*/ 114586 h 762000"/>
                  <a:gd name="connsiteX166" fmla="*/ 91838 w 438150"/>
                  <a:gd name="connsiteY166" fmla="*/ 108299 h 762000"/>
                  <a:gd name="connsiteX167" fmla="*/ 94886 w 438150"/>
                  <a:gd name="connsiteY167" fmla="*/ 105918 h 762000"/>
                  <a:gd name="connsiteX168" fmla="*/ 95648 w 438150"/>
                  <a:gd name="connsiteY168" fmla="*/ 101822 h 762000"/>
                  <a:gd name="connsiteX169" fmla="*/ 93552 w 438150"/>
                  <a:gd name="connsiteY169" fmla="*/ 98679 h 762000"/>
                  <a:gd name="connsiteX170" fmla="*/ 90219 w 438150"/>
                  <a:gd name="connsiteY170" fmla="*/ 96107 h 762000"/>
                  <a:gd name="connsiteX171" fmla="*/ 88218 w 438150"/>
                  <a:gd name="connsiteY171" fmla="*/ 92488 h 762000"/>
                  <a:gd name="connsiteX172" fmla="*/ 88123 w 438150"/>
                  <a:gd name="connsiteY172" fmla="*/ 86201 h 762000"/>
                  <a:gd name="connsiteX173" fmla="*/ 89266 w 438150"/>
                  <a:gd name="connsiteY173" fmla="*/ 82391 h 762000"/>
                  <a:gd name="connsiteX174" fmla="*/ 91838 w 438150"/>
                  <a:gd name="connsiteY174" fmla="*/ 81153 h 762000"/>
                  <a:gd name="connsiteX175" fmla="*/ 93743 w 438150"/>
                  <a:gd name="connsiteY175" fmla="*/ 82772 h 762000"/>
                  <a:gd name="connsiteX176" fmla="*/ 93933 w 438150"/>
                  <a:gd name="connsiteY176" fmla="*/ 84582 h 762000"/>
                  <a:gd name="connsiteX177" fmla="*/ 92981 w 438150"/>
                  <a:gd name="connsiteY177" fmla="*/ 88583 h 762000"/>
                  <a:gd name="connsiteX178" fmla="*/ 95743 w 438150"/>
                  <a:gd name="connsiteY178" fmla="*/ 90297 h 762000"/>
                  <a:gd name="connsiteX179" fmla="*/ 98315 w 438150"/>
                  <a:gd name="connsiteY179" fmla="*/ 89249 h 762000"/>
                  <a:gd name="connsiteX180" fmla="*/ 101934 w 438150"/>
                  <a:gd name="connsiteY180" fmla="*/ 85154 h 762000"/>
                  <a:gd name="connsiteX181" fmla="*/ 104887 w 438150"/>
                  <a:gd name="connsiteY181" fmla="*/ 82105 h 762000"/>
                  <a:gd name="connsiteX182" fmla="*/ 102030 w 438150"/>
                  <a:gd name="connsiteY182" fmla="*/ 78486 h 762000"/>
                  <a:gd name="connsiteX183" fmla="*/ 99363 w 438150"/>
                  <a:gd name="connsiteY183" fmla="*/ 78867 h 762000"/>
                  <a:gd name="connsiteX184" fmla="*/ 97172 w 438150"/>
                  <a:gd name="connsiteY184" fmla="*/ 79534 h 762000"/>
                  <a:gd name="connsiteX185" fmla="*/ 93648 w 438150"/>
                  <a:gd name="connsiteY185" fmla="*/ 78867 h 762000"/>
                  <a:gd name="connsiteX186" fmla="*/ 90600 w 438150"/>
                  <a:gd name="connsiteY186" fmla="*/ 77153 h 762000"/>
                  <a:gd name="connsiteX187" fmla="*/ 89266 w 438150"/>
                  <a:gd name="connsiteY187" fmla="*/ 74486 h 762000"/>
                  <a:gd name="connsiteX188" fmla="*/ 92600 w 438150"/>
                  <a:gd name="connsiteY188" fmla="*/ 72295 h 762000"/>
                  <a:gd name="connsiteX189" fmla="*/ 91648 w 438150"/>
                  <a:gd name="connsiteY189" fmla="*/ 68771 h 762000"/>
                  <a:gd name="connsiteX190" fmla="*/ 91648 w 438150"/>
                  <a:gd name="connsiteY190" fmla="*/ 65913 h 762000"/>
                  <a:gd name="connsiteX191" fmla="*/ 92695 w 438150"/>
                  <a:gd name="connsiteY191" fmla="*/ 63722 h 762000"/>
                  <a:gd name="connsiteX192" fmla="*/ 96219 w 438150"/>
                  <a:gd name="connsiteY192" fmla="*/ 63818 h 762000"/>
                  <a:gd name="connsiteX193" fmla="*/ 96505 w 438150"/>
                  <a:gd name="connsiteY193" fmla="*/ 66770 h 762000"/>
                  <a:gd name="connsiteX194" fmla="*/ 96219 w 438150"/>
                  <a:gd name="connsiteY194" fmla="*/ 69723 h 762000"/>
                  <a:gd name="connsiteX195" fmla="*/ 95934 w 438150"/>
                  <a:gd name="connsiteY195" fmla="*/ 72676 h 762000"/>
                  <a:gd name="connsiteX196" fmla="*/ 98696 w 438150"/>
                  <a:gd name="connsiteY196" fmla="*/ 75438 h 762000"/>
                  <a:gd name="connsiteX197" fmla="*/ 102125 w 438150"/>
                  <a:gd name="connsiteY197" fmla="*/ 75247 h 762000"/>
                  <a:gd name="connsiteX198" fmla="*/ 103744 w 438150"/>
                  <a:gd name="connsiteY198" fmla="*/ 72485 h 762000"/>
                  <a:gd name="connsiteX199" fmla="*/ 104316 w 438150"/>
                  <a:gd name="connsiteY199" fmla="*/ 69628 h 762000"/>
                  <a:gd name="connsiteX200" fmla="*/ 102315 w 438150"/>
                  <a:gd name="connsiteY200" fmla="*/ 66865 h 762000"/>
                  <a:gd name="connsiteX201" fmla="*/ 100791 w 438150"/>
                  <a:gd name="connsiteY201" fmla="*/ 64103 h 762000"/>
                  <a:gd name="connsiteX202" fmla="*/ 101839 w 438150"/>
                  <a:gd name="connsiteY202" fmla="*/ 62103 h 762000"/>
                  <a:gd name="connsiteX203" fmla="*/ 100315 w 438150"/>
                  <a:gd name="connsiteY203" fmla="*/ 57436 h 762000"/>
                  <a:gd name="connsiteX204" fmla="*/ 97934 w 438150"/>
                  <a:gd name="connsiteY204" fmla="*/ 54102 h 762000"/>
                  <a:gd name="connsiteX205" fmla="*/ 98315 w 438150"/>
                  <a:gd name="connsiteY205" fmla="*/ 50197 h 762000"/>
                  <a:gd name="connsiteX206" fmla="*/ 102125 w 438150"/>
                  <a:gd name="connsiteY206" fmla="*/ 48958 h 762000"/>
                  <a:gd name="connsiteX207" fmla="*/ 105744 w 438150"/>
                  <a:gd name="connsiteY207" fmla="*/ 50102 h 762000"/>
                  <a:gd name="connsiteX208" fmla="*/ 106125 w 438150"/>
                  <a:gd name="connsiteY208" fmla="*/ 54673 h 762000"/>
                  <a:gd name="connsiteX209" fmla="*/ 108792 w 438150"/>
                  <a:gd name="connsiteY209" fmla="*/ 56483 h 762000"/>
                  <a:gd name="connsiteX210" fmla="*/ 113174 w 438150"/>
                  <a:gd name="connsiteY210" fmla="*/ 54293 h 762000"/>
                  <a:gd name="connsiteX211" fmla="*/ 116317 w 438150"/>
                  <a:gd name="connsiteY211" fmla="*/ 53816 h 762000"/>
                  <a:gd name="connsiteX212" fmla="*/ 119746 w 438150"/>
                  <a:gd name="connsiteY212" fmla="*/ 55245 h 762000"/>
                  <a:gd name="connsiteX213" fmla="*/ 121842 w 438150"/>
                  <a:gd name="connsiteY213" fmla="*/ 53054 h 762000"/>
                  <a:gd name="connsiteX214" fmla="*/ 120603 w 438150"/>
                  <a:gd name="connsiteY214" fmla="*/ 50292 h 762000"/>
                  <a:gd name="connsiteX215" fmla="*/ 123175 w 438150"/>
                  <a:gd name="connsiteY215" fmla="*/ 47816 h 762000"/>
                  <a:gd name="connsiteX216" fmla="*/ 126414 w 438150"/>
                  <a:gd name="connsiteY216" fmla="*/ 45529 h 762000"/>
                  <a:gd name="connsiteX217" fmla="*/ 128509 w 438150"/>
                  <a:gd name="connsiteY217" fmla="*/ 42386 h 762000"/>
                  <a:gd name="connsiteX218" fmla="*/ 126604 w 438150"/>
                  <a:gd name="connsiteY218" fmla="*/ 38291 h 762000"/>
                  <a:gd name="connsiteX219" fmla="*/ 121937 w 438150"/>
                  <a:gd name="connsiteY219" fmla="*/ 36386 h 762000"/>
                  <a:gd name="connsiteX220" fmla="*/ 119270 w 438150"/>
                  <a:gd name="connsiteY220" fmla="*/ 32957 h 762000"/>
                  <a:gd name="connsiteX221" fmla="*/ 118032 w 438150"/>
                  <a:gd name="connsiteY221" fmla="*/ 30766 h 762000"/>
                  <a:gd name="connsiteX222" fmla="*/ 119460 w 438150"/>
                  <a:gd name="connsiteY222" fmla="*/ 26384 h 762000"/>
                  <a:gd name="connsiteX223" fmla="*/ 121365 w 438150"/>
                  <a:gd name="connsiteY223" fmla="*/ 24289 h 762000"/>
                  <a:gd name="connsiteX224" fmla="*/ 124604 w 438150"/>
                  <a:gd name="connsiteY224" fmla="*/ 25717 h 762000"/>
                  <a:gd name="connsiteX225" fmla="*/ 128033 w 438150"/>
                  <a:gd name="connsiteY225" fmla="*/ 25527 h 762000"/>
                  <a:gd name="connsiteX226" fmla="*/ 131652 w 438150"/>
                  <a:gd name="connsiteY226" fmla="*/ 23146 h 762000"/>
                  <a:gd name="connsiteX227" fmla="*/ 133081 w 438150"/>
                  <a:gd name="connsiteY227" fmla="*/ 19717 h 762000"/>
                  <a:gd name="connsiteX228" fmla="*/ 201756 w 438150"/>
                  <a:gd name="connsiteY228" fmla="*/ 21908 h 762000"/>
                  <a:gd name="connsiteX229" fmla="*/ 257764 w 438150"/>
                  <a:gd name="connsiteY229" fmla="*/ 15716 h 762000"/>
                  <a:gd name="connsiteX230" fmla="*/ 309008 w 438150"/>
                  <a:gd name="connsiteY230" fmla="*/ 9811 h 762000"/>
                  <a:gd name="connsiteX231" fmla="*/ 360824 w 438150"/>
                  <a:gd name="connsiteY231" fmla="*/ 3905 h 762000"/>
                  <a:gd name="connsiteX232" fmla="*/ 381493 w 438150"/>
                  <a:gd name="connsiteY232" fmla="*/ 191 h 762000"/>
                  <a:gd name="connsiteX233" fmla="*/ 382731 w 438150"/>
                  <a:gd name="connsiteY233" fmla="*/ 0 h 762000"/>
                  <a:gd name="connsiteX234" fmla="*/ 391590 w 438150"/>
                  <a:gd name="connsiteY234" fmla="*/ 14954 h 762000"/>
                  <a:gd name="connsiteX235" fmla="*/ 397400 w 438150"/>
                  <a:gd name="connsiteY235" fmla="*/ 14954 h 762000"/>
                  <a:gd name="connsiteX236" fmla="*/ 406353 w 438150"/>
                  <a:gd name="connsiteY236" fmla="*/ 482632 h 762000"/>
                  <a:gd name="connsiteX237" fmla="*/ 445406 w 438150"/>
                  <a:gd name="connsiteY237" fmla="*/ 715899 h 762000"/>
                  <a:gd name="connsiteX238" fmla="*/ 444834 w 438150"/>
                  <a:gd name="connsiteY238" fmla="*/ 718090 h 762000"/>
                  <a:gd name="connsiteX239" fmla="*/ 442167 w 438150"/>
                  <a:gd name="connsiteY239" fmla="*/ 721233 h 762000"/>
                  <a:gd name="connsiteX240" fmla="*/ 438357 w 438150"/>
                  <a:gd name="connsiteY240" fmla="*/ 721900 h 762000"/>
                  <a:gd name="connsiteX241" fmla="*/ 438072 w 438150"/>
                  <a:gd name="connsiteY241" fmla="*/ 725900 h 762000"/>
                  <a:gd name="connsiteX242" fmla="*/ 432738 w 438150"/>
                  <a:gd name="connsiteY242" fmla="*/ 726853 h 762000"/>
                  <a:gd name="connsiteX243" fmla="*/ 430642 w 438150"/>
                  <a:gd name="connsiteY243" fmla="*/ 723614 h 762000"/>
                  <a:gd name="connsiteX244" fmla="*/ 425880 w 438150"/>
                  <a:gd name="connsiteY244" fmla="*/ 723329 h 762000"/>
                  <a:gd name="connsiteX245" fmla="*/ 419212 w 438150"/>
                  <a:gd name="connsiteY245" fmla="*/ 722947 h 762000"/>
                  <a:gd name="connsiteX246" fmla="*/ 415116 w 438150"/>
                  <a:gd name="connsiteY246" fmla="*/ 722090 h 762000"/>
                  <a:gd name="connsiteX247" fmla="*/ 409021 w 438150"/>
                  <a:gd name="connsiteY247" fmla="*/ 722662 h 762000"/>
                  <a:gd name="connsiteX248" fmla="*/ 405401 w 438150"/>
                  <a:gd name="connsiteY248" fmla="*/ 725805 h 762000"/>
                  <a:gd name="connsiteX249" fmla="*/ 401019 w 438150"/>
                  <a:gd name="connsiteY249" fmla="*/ 726472 h 762000"/>
                  <a:gd name="connsiteX250" fmla="*/ 396162 w 438150"/>
                  <a:gd name="connsiteY250" fmla="*/ 724090 h 762000"/>
                  <a:gd name="connsiteX251" fmla="*/ 391209 w 438150"/>
                  <a:gd name="connsiteY251" fmla="*/ 720566 h 762000"/>
                  <a:gd name="connsiteX252" fmla="*/ 387684 w 438150"/>
                  <a:gd name="connsiteY252" fmla="*/ 719328 h 762000"/>
                  <a:gd name="connsiteX253" fmla="*/ 384541 w 438150"/>
                  <a:gd name="connsiteY253" fmla="*/ 719328 h 762000"/>
                  <a:gd name="connsiteX254" fmla="*/ 384351 w 438150"/>
                  <a:gd name="connsiteY254" fmla="*/ 722281 h 762000"/>
                  <a:gd name="connsiteX255" fmla="*/ 382350 w 438150"/>
                  <a:gd name="connsiteY255" fmla="*/ 724281 h 762000"/>
                  <a:gd name="connsiteX256" fmla="*/ 380065 w 438150"/>
                  <a:gd name="connsiteY256" fmla="*/ 723043 h 762000"/>
                  <a:gd name="connsiteX257" fmla="*/ 373397 w 438150"/>
                  <a:gd name="connsiteY257" fmla="*/ 722376 h 762000"/>
                  <a:gd name="connsiteX258" fmla="*/ 367777 w 438150"/>
                  <a:gd name="connsiteY258" fmla="*/ 723043 h 762000"/>
                  <a:gd name="connsiteX259" fmla="*/ 361681 w 438150"/>
                  <a:gd name="connsiteY259" fmla="*/ 726472 h 762000"/>
                  <a:gd name="connsiteX260" fmla="*/ 354823 w 438150"/>
                  <a:gd name="connsiteY260" fmla="*/ 727805 h 762000"/>
                  <a:gd name="connsiteX261" fmla="*/ 351013 w 438150"/>
                  <a:gd name="connsiteY261" fmla="*/ 730282 h 762000"/>
                  <a:gd name="connsiteX262" fmla="*/ 346632 w 438150"/>
                  <a:gd name="connsiteY262" fmla="*/ 732282 h 762000"/>
                  <a:gd name="connsiteX263" fmla="*/ 342631 w 438150"/>
                  <a:gd name="connsiteY263" fmla="*/ 735425 h 762000"/>
                  <a:gd name="connsiteX264" fmla="*/ 337773 w 438150"/>
                  <a:gd name="connsiteY264" fmla="*/ 736663 h 762000"/>
                  <a:gd name="connsiteX265" fmla="*/ 333011 w 438150"/>
                  <a:gd name="connsiteY265" fmla="*/ 740569 h 762000"/>
                  <a:gd name="connsiteX266" fmla="*/ 329106 w 438150"/>
                  <a:gd name="connsiteY266" fmla="*/ 741521 h 762000"/>
                  <a:gd name="connsiteX267" fmla="*/ 326724 w 438150"/>
                  <a:gd name="connsiteY267" fmla="*/ 739902 h 762000"/>
                  <a:gd name="connsiteX268" fmla="*/ 327391 w 438150"/>
                  <a:gd name="connsiteY268" fmla="*/ 737045 h 762000"/>
                  <a:gd name="connsiteX269" fmla="*/ 329487 w 438150"/>
                  <a:gd name="connsiteY269" fmla="*/ 736092 h 762000"/>
                  <a:gd name="connsiteX270" fmla="*/ 329677 w 438150"/>
                  <a:gd name="connsiteY270" fmla="*/ 733997 h 762000"/>
                  <a:gd name="connsiteX271" fmla="*/ 326915 w 438150"/>
                  <a:gd name="connsiteY271" fmla="*/ 732663 h 762000"/>
                  <a:gd name="connsiteX272" fmla="*/ 325296 w 438150"/>
                  <a:gd name="connsiteY272" fmla="*/ 730758 h 762000"/>
                  <a:gd name="connsiteX273" fmla="*/ 322152 w 438150"/>
                  <a:gd name="connsiteY273" fmla="*/ 730282 h 762000"/>
                  <a:gd name="connsiteX274" fmla="*/ 317676 w 438150"/>
                  <a:gd name="connsiteY274" fmla="*/ 732568 h 762000"/>
                  <a:gd name="connsiteX275" fmla="*/ 317009 w 438150"/>
                  <a:gd name="connsiteY275" fmla="*/ 735616 h 762000"/>
                  <a:gd name="connsiteX276" fmla="*/ 319676 w 438150"/>
                  <a:gd name="connsiteY276" fmla="*/ 736854 h 762000"/>
                  <a:gd name="connsiteX277" fmla="*/ 322438 w 438150"/>
                  <a:gd name="connsiteY277" fmla="*/ 737902 h 762000"/>
                  <a:gd name="connsiteX278" fmla="*/ 322629 w 438150"/>
                  <a:gd name="connsiteY278" fmla="*/ 741902 h 762000"/>
                  <a:gd name="connsiteX279" fmla="*/ 319676 w 438150"/>
                  <a:gd name="connsiteY279" fmla="*/ 744855 h 762000"/>
                  <a:gd name="connsiteX280" fmla="*/ 316247 w 438150"/>
                  <a:gd name="connsiteY280" fmla="*/ 747713 h 762000"/>
                  <a:gd name="connsiteX281" fmla="*/ 312818 w 438150"/>
                  <a:gd name="connsiteY281" fmla="*/ 750665 h 762000"/>
                  <a:gd name="connsiteX282" fmla="*/ 310056 w 438150"/>
                  <a:gd name="connsiteY282" fmla="*/ 756190 h 762000"/>
                  <a:gd name="connsiteX283" fmla="*/ 309484 w 438150"/>
                  <a:gd name="connsiteY283" fmla="*/ 761333 h 762000"/>
                  <a:gd name="connsiteX284" fmla="*/ 307579 w 438150"/>
                  <a:gd name="connsiteY284" fmla="*/ 764191 h 762000"/>
                  <a:gd name="connsiteX285" fmla="*/ 305103 w 438150"/>
                  <a:gd name="connsiteY285" fmla="*/ 763905 h 762000"/>
                  <a:gd name="connsiteX286" fmla="*/ 304626 w 438150"/>
                  <a:gd name="connsiteY286" fmla="*/ 761524 h 762000"/>
                  <a:gd name="connsiteX287" fmla="*/ 302245 w 438150"/>
                  <a:gd name="connsiteY287" fmla="*/ 763334 h 762000"/>
                  <a:gd name="connsiteX288" fmla="*/ 298340 w 438150"/>
                  <a:gd name="connsiteY288" fmla="*/ 763429 h 762000"/>
                  <a:gd name="connsiteX289" fmla="*/ 297006 w 438150"/>
                  <a:gd name="connsiteY289" fmla="*/ 762572 h 762000"/>
                  <a:gd name="connsiteX290" fmla="*/ 294530 w 438150"/>
                  <a:gd name="connsiteY290" fmla="*/ 763619 h 762000"/>
                  <a:gd name="connsiteX291" fmla="*/ 294244 w 438150"/>
                  <a:gd name="connsiteY291" fmla="*/ 764191 h 762000"/>
                  <a:gd name="connsiteX292" fmla="*/ 291291 w 438150"/>
                  <a:gd name="connsiteY292" fmla="*/ 763905 h 762000"/>
                  <a:gd name="connsiteX293" fmla="*/ 289863 w 438150"/>
                  <a:gd name="connsiteY293" fmla="*/ 761143 h 762000"/>
                  <a:gd name="connsiteX294" fmla="*/ 286624 w 438150"/>
                  <a:gd name="connsiteY294" fmla="*/ 759714 h 762000"/>
                  <a:gd name="connsiteX295" fmla="*/ 286339 w 438150"/>
                  <a:gd name="connsiteY295" fmla="*/ 755999 h 762000"/>
                  <a:gd name="connsiteX296" fmla="*/ 284338 w 438150"/>
                  <a:gd name="connsiteY296" fmla="*/ 754189 h 762000"/>
                  <a:gd name="connsiteX297" fmla="*/ 283005 w 438150"/>
                  <a:gd name="connsiteY297" fmla="*/ 751046 h 762000"/>
                  <a:gd name="connsiteX298" fmla="*/ 281576 w 438150"/>
                  <a:gd name="connsiteY298" fmla="*/ 748094 h 762000"/>
                  <a:gd name="connsiteX299" fmla="*/ 283386 w 438150"/>
                  <a:gd name="connsiteY299" fmla="*/ 745236 h 762000"/>
                  <a:gd name="connsiteX300" fmla="*/ 282719 w 438150"/>
                  <a:gd name="connsiteY300" fmla="*/ 740950 h 762000"/>
                  <a:gd name="connsiteX301" fmla="*/ 280052 w 438150"/>
                  <a:gd name="connsiteY301" fmla="*/ 739712 h 762000"/>
                  <a:gd name="connsiteX302" fmla="*/ 276909 w 438150"/>
                  <a:gd name="connsiteY302" fmla="*/ 736378 h 762000"/>
                  <a:gd name="connsiteX303" fmla="*/ 274242 w 438150"/>
                  <a:gd name="connsiteY303" fmla="*/ 734282 h 762000"/>
                  <a:gd name="connsiteX304" fmla="*/ 273289 w 438150"/>
                  <a:gd name="connsiteY304" fmla="*/ 727996 h 762000"/>
                  <a:gd name="connsiteX305" fmla="*/ 270051 w 438150"/>
                  <a:gd name="connsiteY305" fmla="*/ 721709 h 762000"/>
                  <a:gd name="connsiteX306" fmla="*/ 266431 w 438150"/>
                  <a:gd name="connsiteY306" fmla="*/ 718566 h 762000"/>
                  <a:gd name="connsiteX307" fmla="*/ 263002 w 438150"/>
                  <a:gd name="connsiteY307" fmla="*/ 717042 h 762000"/>
                  <a:gd name="connsiteX308" fmla="*/ 260049 w 438150"/>
                  <a:gd name="connsiteY308" fmla="*/ 714185 h 762000"/>
                  <a:gd name="connsiteX309" fmla="*/ 255382 w 438150"/>
                  <a:gd name="connsiteY309" fmla="*/ 708565 h 762000"/>
                  <a:gd name="connsiteX310" fmla="*/ 253096 w 438150"/>
                  <a:gd name="connsiteY310" fmla="*/ 704279 h 762000"/>
                  <a:gd name="connsiteX311" fmla="*/ 252144 w 438150"/>
                  <a:gd name="connsiteY311" fmla="*/ 698373 h 762000"/>
                  <a:gd name="connsiteX312" fmla="*/ 248715 w 438150"/>
                  <a:gd name="connsiteY312" fmla="*/ 695230 h 762000"/>
                  <a:gd name="connsiteX313" fmla="*/ 248619 w 438150"/>
                  <a:gd name="connsiteY313" fmla="*/ 689896 h 762000"/>
                  <a:gd name="connsiteX314" fmla="*/ 247667 w 438150"/>
                  <a:gd name="connsiteY314" fmla="*/ 687134 h 762000"/>
                  <a:gd name="connsiteX315" fmla="*/ 250048 w 438150"/>
                  <a:gd name="connsiteY315" fmla="*/ 682562 h 762000"/>
                  <a:gd name="connsiteX316" fmla="*/ 248524 w 438150"/>
                  <a:gd name="connsiteY316" fmla="*/ 677609 h 762000"/>
                  <a:gd name="connsiteX317" fmla="*/ 249763 w 438150"/>
                  <a:gd name="connsiteY317" fmla="*/ 674180 h 762000"/>
                  <a:gd name="connsiteX318" fmla="*/ 251953 w 438150"/>
                  <a:gd name="connsiteY318" fmla="*/ 671798 h 762000"/>
                  <a:gd name="connsiteX319" fmla="*/ 253763 w 438150"/>
                  <a:gd name="connsiteY319" fmla="*/ 669703 h 762000"/>
                  <a:gd name="connsiteX320" fmla="*/ 252715 w 438150"/>
                  <a:gd name="connsiteY320" fmla="*/ 666083 h 762000"/>
                  <a:gd name="connsiteX321" fmla="*/ 254239 w 438150"/>
                  <a:gd name="connsiteY321" fmla="*/ 662654 h 762000"/>
                  <a:gd name="connsiteX322" fmla="*/ 254525 w 438150"/>
                  <a:gd name="connsiteY322" fmla="*/ 657130 h 762000"/>
                  <a:gd name="connsiteX323" fmla="*/ 256716 w 438150"/>
                  <a:gd name="connsiteY323" fmla="*/ 653891 h 762000"/>
                  <a:gd name="connsiteX324" fmla="*/ 255858 w 438150"/>
                  <a:gd name="connsiteY324" fmla="*/ 648653 h 762000"/>
                  <a:gd name="connsiteX325" fmla="*/ 257382 w 438150"/>
                  <a:gd name="connsiteY325" fmla="*/ 646367 h 762000"/>
                  <a:gd name="connsiteX326" fmla="*/ 258335 w 438150"/>
                  <a:gd name="connsiteY326" fmla="*/ 642652 h 762000"/>
                  <a:gd name="connsiteX327" fmla="*/ 256811 w 438150"/>
                  <a:gd name="connsiteY327" fmla="*/ 639794 h 762000"/>
                  <a:gd name="connsiteX328" fmla="*/ 150417 w 438150"/>
                  <a:gd name="connsiteY328" fmla="*/ 651796 h 762000"/>
                  <a:gd name="connsiteX329" fmla="*/ 72883 w 438150"/>
                  <a:gd name="connsiteY329" fmla="*/ 659130 h 762000"/>
                  <a:gd name="connsiteX330" fmla="*/ 7542 w 438150"/>
                  <a:gd name="connsiteY330" fmla="*/ 665607 h 762000"/>
                  <a:gd name="connsiteX331" fmla="*/ 10780 w 438150"/>
                  <a:gd name="connsiteY331" fmla="*/ 662750 h 762000"/>
                  <a:gd name="connsiteX332" fmla="*/ 14400 w 438150"/>
                  <a:gd name="connsiteY332" fmla="*/ 660749 h 762000"/>
                  <a:gd name="connsiteX333" fmla="*/ 15924 w 438150"/>
                  <a:gd name="connsiteY333" fmla="*/ 656368 h 762000"/>
                  <a:gd name="connsiteX334" fmla="*/ 13733 w 438150"/>
                  <a:gd name="connsiteY334" fmla="*/ 652177 h 762000"/>
                  <a:gd name="connsiteX335" fmla="*/ 9066 w 438150"/>
                  <a:gd name="connsiteY335" fmla="*/ 650177 h 762000"/>
                  <a:gd name="connsiteX336" fmla="*/ 6018 w 438150"/>
                  <a:gd name="connsiteY336" fmla="*/ 646652 h 762000"/>
                  <a:gd name="connsiteX337" fmla="*/ 6399 w 438150"/>
                  <a:gd name="connsiteY337" fmla="*/ 643414 h 762000"/>
                  <a:gd name="connsiteX338" fmla="*/ 8780 w 438150"/>
                  <a:gd name="connsiteY338" fmla="*/ 640842 h 762000"/>
                  <a:gd name="connsiteX339" fmla="*/ 10018 w 438150"/>
                  <a:gd name="connsiteY339" fmla="*/ 636461 h 762000"/>
                  <a:gd name="connsiteX340" fmla="*/ 8018 w 438150"/>
                  <a:gd name="connsiteY340" fmla="*/ 632460 h 762000"/>
                  <a:gd name="connsiteX341" fmla="*/ 2684 w 438150"/>
                  <a:gd name="connsiteY341" fmla="*/ 630555 h 762000"/>
                  <a:gd name="connsiteX342" fmla="*/ 112 w 438150"/>
                  <a:gd name="connsiteY342" fmla="*/ 627697 h 762000"/>
                  <a:gd name="connsiteX343" fmla="*/ 684 w 438150"/>
                  <a:gd name="connsiteY343" fmla="*/ 624269 h 762000"/>
                  <a:gd name="connsiteX344" fmla="*/ 4780 w 438150"/>
                  <a:gd name="connsiteY344" fmla="*/ 622935 h 762000"/>
                  <a:gd name="connsiteX345" fmla="*/ 8971 w 438150"/>
                  <a:gd name="connsiteY345" fmla="*/ 625030 h 762000"/>
                  <a:gd name="connsiteX346" fmla="*/ 12399 w 438150"/>
                  <a:gd name="connsiteY346" fmla="*/ 624840 h 762000"/>
                  <a:gd name="connsiteX347" fmla="*/ 18114 w 438150"/>
                  <a:gd name="connsiteY347" fmla="*/ 622840 h 762000"/>
                  <a:gd name="connsiteX348" fmla="*/ 18876 w 438150"/>
                  <a:gd name="connsiteY348" fmla="*/ 618172 h 762000"/>
                  <a:gd name="connsiteX349" fmla="*/ 17162 w 438150"/>
                  <a:gd name="connsiteY349" fmla="*/ 613886 h 762000"/>
                  <a:gd name="connsiteX350" fmla="*/ 12685 w 438150"/>
                  <a:gd name="connsiteY350" fmla="*/ 611029 h 762000"/>
                  <a:gd name="connsiteX351" fmla="*/ 12114 w 438150"/>
                  <a:gd name="connsiteY351" fmla="*/ 607886 h 762000"/>
                  <a:gd name="connsiteX352" fmla="*/ 9542 w 438150"/>
                  <a:gd name="connsiteY352" fmla="*/ 605980 h 762000"/>
                  <a:gd name="connsiteX353" fmla="*/ 8113 w 438150"/>
                  <a:gd name="connsiteY353" fmla="*/ 602837 h 762000"/>
                  <a:gd name="connsiteX354" fmla="*/ 9447 w 438150"/>
                  <a:gd name="connsiteY354" fmla="*/ 598551 h 762000"/>
                  <a:gd name="connsiteX355" fmla="*/ 12304 w 438150"/>
                  <a:gd name="connsiteY355" fmla="*/ 597122 h 762000"/>
                  <a:gd name="connsiteX356" fmla="*/ 13542 w 438150"/>
                  <a:gd name="connsiteY356" fmla="*/ 598646 h 762000"/>
                  <a:gd name="connsiteX357" fmla="*/ 14114 w 438150"/>
                  <a:gd name="connsiteY357" fmla="*/ 602075 h 762000"/>
                  <a:gd name="connsiteX358" fmla="*/ 13257 w 438150"/>
                  <a:gd name="connsiteY358" fmla="*/ 604266 h 762000"/>
                  <a:gd name="connsiteX359" fmla="*/ 14685 w 438150"/>
                  <a:gd name="connsiteY359" fmla="*/ 605219 h 762000"/>
                  <a:gd name="connsiteX360" fmla="*/ 17162 w 438150"/>
                  <a:gd name="connsiteY360" fmla="*/ 607505 h 762000"/>
                  <a:gd name="connsiteX361" fmla="*/ 21163 w 438150"/>
                  <a:gd name="connsiteY361" fmla="*/ 607123 h 762000"/>
                  <a:gd name="connsiteX362" fmla="*/ 23734 w 438150"/>
                  <a:gd name="connsiteY362" fmla="*/ 605028 h 762000"/>
                  <a:gd name="connsiteX363" fmla="*/ 22401 w 438150"/>
                  <a:gd name="connsiteY363" fmla="*/ 600456 h 762000"/>
                  <a:gd name="connsiteX364" fmla="*/ 19639 w 438150"/>
                  <a:gd name="connsiteY364" fmla="*/ 598646 h 762000"/>
                  <a:gd name="connsiteX365" fmla="*/ 16590 w 438150"/>
                  <a:gd name="connsiteY365" fmla="*/ 595313 h 762000"/>
                  <a:gd name="connsiteX366" fmla="*/ 15066 w 438150"/>
                  <a:gd name="connsiteY366" fmla="*/ 591693 h 762000"/>
                  <a:gd name="connsiteX367" fmla="*/ 14400 w 438150"/>
                  <a:gd name="connsiteY367" fmla="*/ 586264 h 762000"/>
                  <a:gd name="connsiteX368" fmla="*/ 14781 w 438150"/>
                  <a:gd name="connsiteY368" fmla="*/ 581787 h 762000"/>
                  <a:gd name="connsiteX369" fmla="*/ 18781 w 438150"/>
                  <a:gd name="connsiteY369" fmla="*/ 582073 h 762000"/>
                  <a:gd name="connsiteX370" fmla="*/ 21924 w 438150"/>
                  <a:gd name="connsiteY370" fmla="*/ 581215 h 762000"/>
                  <a:gd name="connsiteX371" fmla="*/ 25163 w 438150"/>
                  <a:gd name="connsiteY371" fmla="*/ 578548 h 762000"/>
                  <a:gd name="connsiteX372" fmla="*/ 29259 w 438150"/>
                  <a:gd name="connsiteY372" fmla="*/ 573500 h 762000"/>
                  <a:gd name="connsiteX373" fmla="*/ 28021 w 438150"/>
                  <a:gd name="connsiteY373" fmla="*/ 570357 h 762000"/>
                  <a:gd name="connsiteX374" fmla="*/ 25163 w 438150"/>
                  <a:gd name="connsiteY374" fmla="*/ 570167 h 762000"/>
                  <a:gd name="connsiteX375" fmla="*/ 22782 w 438150"/>
                  <a:gd name="connsiteY375" fmla="*/ 572453 h 762000"/>
                  <a:gd name="connsiteX376" fmla="*/ 19162 w 438150"/>
                  <a:gd name="connsiteY376" fmla="*/ 573881 h 762000"/>
                  <a:gd name="connsiteX377" fmla="*/ 15543 w 438150"/>
                  <a:gd name="connsiteY377" fmla="*/ 571881 h 762000"/>
                  <a:gd name="connsiteX378" fmla="*/ 12876 w 438150"/>
                  <a:gd name="connsiteY378" fmla="*/ 569023 h 762000"/>
                  <a:gd name="connsiteX379" fmla="*/ 13542 w 438150"/>
                  <a:gd name="connsiteY379" fmla="*/ 565023 h 762000"/>
                  <a:gd name="connsiteX380" fmla="*/ 15257 w 438150"/>
                  <a:gd name="connsiteY380" fmla="*/ 563785 h 762000"/>
                  <a:gd name="connsiteX381" fmla="*/ 18305 w 438150"/>
                  <a:gd name="connsiteY381" fmla="*/ 565023 h 762000"/>
                  <a:gd name="connsiteX382" fmla="*/ 21353 w 438150"/>
                  <a:gd name="connsiteY382" fmla="*/ 567785 h 762000"/>
                  <a:gd name="connsiteX383" fmla="*/ 23734 w 438150"/>
                  <a:gd name="connsiteY383" fmla="*/ 567880 h 762000"/>
                  <a:gd name="connsiteX384" fmla="*/ 26877 w 438150"/>
                  <a:gd name="connsiteY384" fmla="*/ 566928 h 762000"/>
                  <a:gd name="connsiteX385" fmla="*/ 28878 w 438150"/>
                  <a:gd name="connsiteY385" fmla="*/ 564071 h 762000"/>
                  <a:gd name="connsiteX386" fmla="*/ 28306 w 438150"/>
                  <a:gd name="connsiteY386" fmla="*/ 556831 h 762000"/>
                  <a:gd name="connsiteX387" fmla="*/ 26877 w 438150"/>
                  <a:gd name="connsiteY387" fmla="*/ 552831 h 762000"/>
                  <a:gd name="connsiteX388" fmla="*/ 29354 w 438150"/>
                  <a:gd name="connsiteY388" fmla="*/ 549307 h 762000"/>
                  <a:gd name="connsiteX389" fmla="*/ 32307 w 438150"/>
                  <a:gd name="connsiteY389" fmla="*/ 548069 h 762000"/>
                  <a:gd name="connsiteX390" fmla="*/ 33640 w 438150"/>
                  <a:gd name="connsiteY390" fmla="*/ 545306 h 762000"/>
                  <a:gd name="connsiteX391" fmla="*/ 31449 w 438150"/>
                  <a:gd name="connsiteY391" fmla="*/ 542163 h 762000"/>
                  <a:gd name="connsiteX392" fmla="*/ 31831 w 438150"/>
                  <a:gd name="connsiteY392" fmla="*/ 537877 h 762000"/>
                  <a:gd name="connsiteX393" fmla="*/ 32402 w 438150"/>
                  <a:gd name="connsiteY393" fmla="*/ 531495 h 762000"/>
                  <a:gd name="connsiteX394" fmla="*/ 35926 w 438150"/>
                  <a:gd name="connsiteY394" fmla="*/ 529400 h 762000"/>
                  <a:gd name="connsiteX395" fmla="*/ 38117 w 438150"/>
                  <a:gd name="connsiteY395" fmla="*/ 529400 h 762000"/>
                  <a:gd name="connsiteX396" fmla="*/ 39736 w 438150"/>
                  <a:gd name="connsiteY396" fmla="*/ 532352 h 762000"/>
                  <a:gd name="connsiteX397" fmla="*/ 42975 w 438150"/>
                  <a:gd name="connsiteY397" fmla="*/ 535972 h 762000"/>
                  <a:gd name="connsiteX398" fmla="*/ 45356 w 438150"/>
                  <a:gd name="connsiteY398" fmla="*/ 535210 h 762000"/>
                  <a:gd name="connsiteX399" fmla="*/ 45832 w 438150"/>
                  <a:gd name="connsiteY399" fmla="*/ 531686 h 762000"/>
                  <a:gd name="connsiteX400" fmla="*/ 43070 w 438150"/>
                  <a:gd name="connsiteY400" fmla="*/ 529780 h 762000"/>
                  <a:gd name="connsiteX401" fmla="*/ 41927 w 438150"/>
                  <a:gd name="connsiteY401" fmla="*/ 527495 h 762000"/>
                  <a:gd name="connsiteX402" fmla="*/ 44118 w 438150"/>
                  <a:gd name="connsiteY402" fmla="*/ 526256 h 762000"/>
                  <a:gd name="connsiteX403" fmla="*/ 46118 w 438150"/>
                  <a:gd name="connsiteY403" fmla="*/ 524923 h 762000"/>
                  <a:gd name="connsiteX404" fmla="*/ 48690 w 438150"/>
                  <a:gd name="connsiteY404" fmla="*/ 521684 h 762000"/>
                  <a:gd name="connsiteX405" fmla="*/ 50595 w 438150"/>
                  <a:gd name="connsiteY405" fmla="*/ 520446 h 762000"/>
                  <a:gd name="connsiteX406" fmla="*/ 52881 w 438150"/>
                  <a:gd name="connsiteY406" fmla="*/ 518636 h 762000"/>
                  <a:gd name="connsiteX407" fmla="*/ 51357 w 438150"/>
                  <a:gd name="connsiteY407" fmla="*/ 513683 h 762000"/>
                  <a:gd name="connsiteX408" fmla="*/ 52119 w 438150"/>
                  <a:gd name="connsiteY408" fmla="*/ 509683 h 762000"/>
                  <a:gd name="connsiteX409" fmla="*/ 55548 w 438150"/>
                  <a:gd name="connsiteY409" fmla="*/ 507302 h 762000"/>
                  <a:gd name="connsiteX410" fmla="*/ 59643 w 438150"/>
                  <a:gd name="connsiteY410" fmla="*/ 507397 h 762000"/>
                  <a:gd name="connsiteX411" fmla="*/ 63453 w 438150"/>
                  <a:gd name="connsiteY411" fmla="*/ 504158 h 762000"/>
                  <a:gd name="connsiteX412" fmla="*/ 64406 w 438150"/>
                  <a:gd name="connsiteY412" fmla="*/ 501777 h 762000"/>
                  <a:gd name="connsiteX413" fmla="*/ 62310 w 438150"/>
                  <a:gd name="connsiteY413" fmla="*/ 499301 h 762000"/>
                  <a:gd name="connsiteX414" fmla="*/ 58215 w 438150"/>
                  <a:gd name="connsiteY414" fmla="*/ 499491 h 762000"/>
                  <a:gd name="connsiteX415" fmla="*/ 53833 w 438150"/>
                  <a:gd name="connsiteY415" fmla="*/ 497872 h 762000"/>
                  <a:gd name="connsiteX416" fmla="*/ 52881 w 438150"/>
                  <a:gd name="connsiteY416" fmla="*/ 494633 h 762000"/>
                  <a:gd name="connsiteX417" fmla="*/ 55452 w 438150"/>
                  <a:gd name="connsiteY417" fmla="*/ 492347 h 762000"/>
                  <a:gd name="connsiteX418" fmla="*/ 58500 w 438150"/>
                  <a:gd name="connsiteY418" fmla="*/ 492538 h 762000"/>
                  <a:gd name="connsiteX419" fmla="*/ 60120 w 438150"/>
                  <a:gd name="connsiteY419" fmla="*/ 494538 h 762000"/>
                  <a:gd name="connsiteX420" fmla="*/ 61930 w 438150"/>
                  <a:gd name="connsiteY420" fmla="*/ 496253 h 762000"/>
                  <a:gd name="connsiteX421" fmla="*/ 64025 w 438150"/>
                  <a:gd name="connsiteY421" fmla="*/ 494633 h 762000"/>
                  <a:gd name="connsiteX422" fmla="*/ 64787 w 438150"/>
                  <a:gd name="connsiteY422" fmla="*/ 491204 h 762000"/>
                  <a:gd name="connsiteX423" fmla="*/ 66787 w 438150"/>
                  <a:gd name="connsiteY423" fmla="*/ 490061 h 762000"/>
                  <a:gd name="connsiteX424" fmla="*/ 70978 w 438150"/>
                  <a:gd name="connsiteY424" fmla="*/ 486442 h 762000"/>
                  <a:gd name="connsiteX425" fmla="*/ 72788 w 438150"/>
                  <a:gd name="connsiteY425" fmla="*/ 483775 h 762000"/>
                  <a:gd name="connsiteX426" fmla="*/ 72502 w 438150"/>
                  <a:gd name="connsiteY426" fmla="*/ 479203 h 762000"/>
                  <a:gd name="connsiteX427" fmla="*/ 70407 w 438150"/>
                  <a:gd name="connsiteY427" fmla="*/ 477298 h 762000"/>
                  <a:gd name="connsiteX428" fmla="*/ 66978 w 438150"/>
                  <a:gd name="connsiteY428" fmla="*/ 476060 h 762000"/>
                  <a:gd name="connsiteX429" fmla="*/ 66692 w 438150"/>
                  <a:gd name="connsiteY429" fmla="*/ 478631 h 762000"/>
                  <a:gd name="connsiteX430" fmla="*/ 67168 w 438150"/>
                  <a:gd name="connsiteY430" fmla="*/ 481394 h 762000"/>
                  <a:gd name="connsiteX431" fmla="*/ 67549 w 438150"/>
                  <a:gd name="connsiteY431" fmla="*/ 484156 h 762000"/>
                  <a:gd name="connsiteX432" fmla="*/ 65168 w 438150"/>
                  <a:gd name="connsiteY432" fmla="*/ 484442 h 762000"/>
                  <a:gd name="connsiteX433" fmla="*/ 61548 w 438150"/>
                  <a:gd name="connsiteY433" fmla="*/ 483394 h 762000"/>
                  <a:gd name="connsiteX434" fmla="*/ 58024 w 438150"/>
                  <a:gd name="connsiteY434" fmla="*/ 484918 h 762000"/>
                  <a:gd name="connsiteX435" fmla="*/ 54500 w 438150"/>
                  <a:gd name="connsiteY435" fmla="*/ 485585 h 762000"/>
                  <a:gd name="connsiteX436" fmla="*/ 50785 w 438150"/>
                  <a:gd name="connsiteY436" fmla="*/ 483870 h 762000"/>
                  <a:gd name="connsiteX437" fmla="*/ 49833 w 438150"/>
                  <a:gd name="connsiteY437" fmla="*/ 479012 h 762000"/>
                  <a:gd name="connsiteX438" fmla="*/ 52690 w 438150"/>
                  <a:gd name="connsiteY438" fmla="*/ 473297 h 762000"/>
                  <a:gd name="connsiteX439" fmla="*/ 56881 w 438150"/>
                  <a:gd name="connsiteY439" fmla="*/ 472821 h 762000"/>
                  <a:gd name="connsiteX440" fmla="*/ 59929 w 438150"/>
                  <a:gd name="connsiteY440" fmla="*/ 469963 h 762000"/>
                  <a:gd name="connsiteX441" fmla="*/ 63644 w 438150"/>
                  <a:gd name="connsiteY441" fmla="*/ 470154 h 762000"/>
                  <a:gd name="connsiteX442" fmla="*/ 65739 w 438150"/>
                  <a:gd name="connsiteY442" fmla="*/ 466725 h 762000"/>
                  <a:gd name="connsiteX443" fmla="*/ 68502 w 438150"/>
                  <a:gd name="connsiteY443" fmla="*/ 466344 h 762000"/>
                  <a:gd name="connsiteX444" fmla="*/ 69168 w 438150"/>
                  <a:gd name="connsiteY444" fmla="*/ 468725 h 762000"/>
                  <a:gd name="connsiteX445" fmla="*/ 72598 w 438150"/>
                  <a:gd name="connsiteY445" fmla="*/ 469963 h 762000"/>
                  <a:gd name="connsiteX446" fmla="*/ 74693 w 438150"/>
                  <a:gd name="connsiteY446" fmla="*/ 466725 h 762000"/>
                  <a:gd name="connsiteX447" fmla="*/ 75360 w 438150"/>
                  <a:gd name="connsiteY447" fmla="*/ 462725 h 762000"/>
                  <a:gd name="connsiteX448" fmla="*/ 73550 w 438150"/>
                  <a:gd name="connsiteY448" fmla="*/ 460058 h 762000"/>
                  <a:gd name="connsiteX449" fmla="*/ 74122 w 438150"/>
                  <a:gd name="connsiteY449" fmla="*/ 457200 h 762000"/>
                  <a:gd name="connsiteX450" fmla="*/ 77836 w 438150"/>
                  <a:gd name="connsiteY450" fmla="*/ 458248 h 762000"/>
                  <a:gd name="connsiteX451" fmla="*/ 80503 w 438150"/>
                  <a:gd name="connsiteY451" fmla="*/ 456724 h 762000"/>
                  <a:gd name="connsiteX452" fmla="*/ 83647 w 438150"/>
                  <a:gd name="connsiteY452" fmla="*/ 453009 h 762000"/>
                  <a:gd name="connsiteX453" fmla="*/ 82980 w 438150"/>
                  <a:gd name="connsiteY453" fmla="*/ 448913 h 762000"/>
                  <a:gd name="connsiteX454" fmla="*/ 78693 w 438150"/>
                  <a:gd name="connsiteY454" fmla="*/ 447961 h 762000"/>
                  <a:gd name="connsiteX455" fmla="*/ 74026 w 438150"/>
                  <a:gd name="connsiteY455" fmla="*/ 449866 h 762000"/>
                  <a:gd name="connsiteX456" fmla="*/ 69835 w 438150"/>
                  <a:gd name="connsiteY456" fmla="*/ 448723 h 762000"/>
                  <a:gd name="connsiteX457" fmla="*/ 68692 w 438150"/>
                  <a:gd name="connsiteY457" fmla="*/ 445198 h 762000"/>
                  <a:gd name="connsiteX458" fmla="*/ 69645 w 438150"/>
                  <a:gd name="connsiteY458" fmla="*/ 440912 h 762000"/>
                  <a:gd name="connsiteX459" fmla="*/ 73645 w 438150"/>
                  <a:gd name="connsiteY459" fmla="*/ 440341 h 762000"/>
                  <a:gd name="connsiteX460" fmla="*/ 73455 w 438150"/>
                  <a:gd name="connsiteY460" fmla="*/ 435578 h 762000"/>
                  <a:gd name="connsiteX461" fmla="*/ 71645 w 438150"/>
                  <a:gd name="connsiteY461" fmla="*/ 432816 h 762000"/>
                  <a:gd name="connsiteX462" fmla="*/ 68597 w 438150"/>
                  <a:gd name="connsiteY462" fmla="*/ 433006 h 762000"/>
                  <a:gd name="connsiteX463" fmla="*/ 66216 w 438150"/>
                  <a:gd name="connsiteY463" fmla="*/ 437293 h 762000"/>
                  <a:gd name="connsiteX464" fmla="*/ 62691 w 438150"/>
                  <a:gd name="connsiteY464" fmla="*/ 436721 h 762000"/>
                  <a:gd name="connsiteX465" fmla="*/ 59453 w 438150"/>
                  <a:gd name="connsiteY465" fmla="*/ 433769 h 762000"/>
                  <a:gd name="connsiteX466" fmla="*/ 55929 w 438150"/>
                  <a:gd name="connsiteY466" fmla="*/ 432911 h 762000"/>
                  <a:gd name="connsiteX467" fmla="*/ 53738 w 438150"/>
                  <a:gd name="connsiteY467" fmla="*/ 430339 h 762000"/>
                  <a:gd name="connsiteX468" fmla="*/ 52785 w 438150"/>
                  <a:gd name="connsiteY468" fmla="*/ 426148 h 762000"/>
                  <a:gd name="connsiteX469" fmla="*/ 54024 w 438150"/>
                  <a:gd name="connsiteY469" fmla="*/ 422815 h 762000"/>
                  <a:gd name="connsiteX470" fmla="*/ 54690 w 438150"/>
                  <a:gd name="connsiteY470" fmla="*/ 420243 h 762000"/>
                  <a:gd name="connsiteX471" fmla="*/ 57357 w 438150"/>
                  <a:gd name="connsiteY471" fmla="*/ 421767 h 762000"/>
                  <a:gd name="connsiteX472" fmla="*/ 59929 w 438150"/>
                  <a:gd name="connsiteY472" fmla="*/ 424625 h 762000"/>
                  <a:gd name="connsiteX473" fmla="*/ 62025 w 438150"/>
                  <a:gd name="connsiteY473" fmla="*/ 427768 h 762000"/>
                  <a:gd name="connsiteX474" fmla="*/ 66216 w 438150"/>
                  <a:gd name="connsiteY474" fmla="*/ 428720 h 762000"/>
                  <a:gd name="connsiteX475" fmla="*/ 68597 w 438150"/>
                  <a:gd name="connsiteY475" fmla="*/ 428054 h 762000"/>
                  <a:gd name="connsiteX476" fmla="*/ 69073 w 438150"/>
                  <a:gd name="connsiteY476" fmla="*/ 425291 h 762000"/>
                  <a:gd name="connsiteX477" fmla="*/ 67454 w 438150"/>
                  <a:gd name="connsiteY477" fmla="*/ 422815 h 762000"/>
                  <a:gd name="connsiteX478" fmla="*/ 62406 w 438150"/>
                  <a:gd name="connsiteY478" fmla="*/ 421862 h 762000"/>
                  <a:gd name="connsiteX479" fmla="*/ 59263 w 438150"/>
                  <a:gd name="connsiteY479" fmla="*/ 420243 h 762000"/>
                  <a:gd name="connsiteX480" fmla="*/ 56881 w 438150"/>
                  <a:gd name="connsiteY480" fmla="*/ 417957 h 762000"/>
                  <a:gd name="connsiteX481" fmla="*/ 58310 w 438150"/>
                  <a:gd name="connsiteY481" fmla="*/ 415671 h 762000"/>
                  <a:gd name="connsiteX482" fmla="*/ 62882 w 438150"/>
                  <a:gd name="connsiteY482" fmla="*/ 414242 h 762000"/>
                  <a:gd name="connsiteX483" fmla="*/ 66692 w 438150"/>
                  <a:gd name="connsiteY483" fmla="*/ 409956 h 762000"/>
                  <a:gd name="connsiteX484" fmla="*/ 66025 w 438150"/>
                  <a:gd name="connsiteY484" fmla="*/ 404813 h 762000"/>
                  <a:gd name="connsiteX485" fmla="*/ 62787 w 438150"/>
                  <a:gd name="connsiteY485" fmla="*/ 403003 h 762000"/>
                  <a:gd name="connsiteX486" fmla="*/ 60501 w 438150"/>
                  <a:gd name="connsiteY486" fmla="*/ 405194 h 762000"/>
                  <a:gd name="connsiteX487" fmla="*/ 59263 w 438150"/>
                  <a:gd name="connsiteY487" fmla="*/ 408718 h 762000"/>
                  <a:gd name="connsiteX488" fmla="*/ 56119 w 438150"/>
                  <a:gd name="connsiteY488" fmla="*/ 411385 h 762000"/>
                  <a:gd name="connsiteX489" fmla="*/ 51452 w 438150"/>
                  <a:gd name="connsiteY489" fmla="*/ 413480 h 762000"/>
                  <a:gd name="connsiteX490" fmla="*/ 48023 w 438150"/>
                  <a:gd name="connsiteY490" fmla="*/ 411480 h 762000"/>
                  <a:gd name="connsiteX491" fmla="*/ 46785 w 438150"/>
                  <a:gd name="connsiteY491" fmla="*/ 406718 h 762000"/>
                  <a:gd name="connsiteX492" fmla="*/ 49738 w 438150"/>
                  <a:gd name="connsiteY492" fmla="*/ 401479 h 762000"/>
                  <a:gd name="connsiteX493" fmla="*/ 54881 w 438150"/>
                  <a:gd name="connsiteY493" fmla="*/ 397859 h 762000"/>
                  <a:gd name="connsiteX494" fmla="*/ 58215 w 438150"/>
                  <a:gd name="connsiteY494" fmla="*/ 393859 h 762000"/>
                  <a:gd name="connsiteX495" fmla="*/ 56405 w 438150"/>
                  <a:gd name="connsiteY495" fmla="*/ 389858 h 762000"/>
                  <a:gd name="connsiteX496" fmla="*/ 50499 w 438150"/>
                  <a:gd name="connsiteY496" fmla="*/ 389096 h 762000"/>
                  <a:gd name="connsiteX497" fmla="*/ 46308 w 438150"/>
                  <a:gd name="connsiteY497" fmla="*/ 389477 h 762000"/>
                  <a:gd name="connsiteX498" fmla="*/ 43927 w 438150"/>
                  <a:gd name="connsiteY498" fmla="*/ 386429 h 762000"/>
                  <a:gd name="connsiteX499" fmla="*/ 42975 w 438150"/>
                  <a:gd name="connsiteY499" fmla="*/ 381286 h 762000"/>
                  <a:gd name="connsiteX500" fmla="*/ 44022 w 438150"/>
                  <a:gd name="connsiteY500" fmla="*/ 374333 h 762000"/>
                  <a:gd name="connsiteX501" fmla="*/ 47451 w 438150"/>
                  <a:gd name="connsiteY501" fmla="*/ 371380 h 762000"/>
                  <a:gd name="connsiteX502" fmla="*/ 51928 w 438150"/>
                  <a:gd name="connsiteY502" fmla="*/ 369189 h 762000"/>
                  <a:gd name="connsiteX503" fmla="*/ 54786 w 438150"/>
                  <a:gd name="connsiteY503" fmla="*/ 363188 h 762000"/>
                  <a:gd name="connsiteX504" fmla="*/ 51452 w 438150"/>
                  <a:gd name="connsiteY504" fmla="*/ 356997 h 762000"/>
                  <a:gd name="connsiteX505" fmla="*/ 50118 w 438150"/>
                  <a:gd name="connsiteY505" fmla="*/ 352615 h 762000"/>
                  <a:gd name="connsiteX506" fmla="*/ 46880 w 438150"/>
                  <a:gd name="connsiteY506" fmla="*/ 351092 h 762000"/>
                  <a:gd name="connsiteX507" fmla="*/ 44594 w 438150"/>
                  <a:gd name="connsiteY507" fmla="*/ 352711 h 762000"/>
                  <a:gd name="connsiteX508" fmla="*/ 43737 w 438150"/>
                  <a:gd name="connsiteY508" fmla="*/ 355854 h 762000"/>
                  <a:gd name="connsiteX509" fmla="*/ 45832 w 438150"/>
                  <a:gd name="connsiteY509" fmla="*/ 359759 h 762000"/>
                  <a:gd name="connsiteX510" fmla="*/ 44594 w 438150"/>
                  <a:gd name="connsiteY510" fmla="*/ 364903 h 762000"/>
                  <a:gd name="connsiteX511" fmla="*/ 40879 w 438150"/>
                  <a:gd name="connsiteY511" fmla="*/ 366236 h 762000"/>
                  <a:gd name="connsiteX512" fmla="*/ 36593 w 438150"/>
                  <a:gd name="connsiteY512" fmla="*/ 364141 h 762000"/>
                  <a:gd name="connsiteX513" fmla="*/ 34878 w 438150"/>
                  <a:gd name="connsiteY513" fmla="*/ 360331 h 762000"/>
                  <a:gd name="connsiteX514" fmla="*/ 36117 w 438150"/>
                  <a:gd name="connsiteY514" fmla="*/ 355187 h 762000"/>
                  <a:gd name="connsiteX515" fmla="*/ 39927 w 438150"/>
                  <a:gd name="connsiteY515" fmla="*/ 351377 h 762000"/>
                  <a:gd name="connsiteX516" fmla="*/ 39450 w 438150"/>
                  <a:gd name="connsiteY516" fmla="*/ 350520 h 76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</a:cxnLst>
                <a:rect l="l" t="t" r="r" b="b"/>
                <a:pathLst>
                  <a:path w="438150" h="762000">
                    <a:moveTo>
                      <a:pt x="39450" y="350520"/>
                    </a:moveTo>
                    <a:cubicBezTo>
                      <a:pt x="39450" y="349377"/>
                      <a:pt x="39355" y="348139"/>
                      <a:pt x="39831" y="347567"/>
                    </a:cubicBezTo>
                    <a:cubicBezTo>
                      <a:pt x="40403" y="346805"/>
                      <a:pt x="42498" y="346710"/>
                      <a:pt x="43165" y="345948"/>
                    </a:cubicBezTo>
                    <a:cubicBezTo>
                      <a:pt x="43927" y="345091"/>
                      <a:pt x="44880" y="342805"/>
                      <a:pt x="44594" y="341662"/>
                    </a:cubicBezTo>
                    <a:cubicBezTo>
                      <a:pt x="44118" y="340233"/>
                      <a:pt x="41260" y="338709"/>
                      <a:pt x="39927" y="338042"/>
                    </a:cubicBezTo>
                    <a:cubicBezTo>
                      <a:pt x="38974" y="337566"/>
                      <a:pt x="36783" y="337185"/>
                      <a:pt x="35831" y="336804"/>
                    </a:cubicBezTo>
                    <a:cubicBezTo>
                      <a:pt x="34783" y="336328"/>
                      <a:pt x="32592" y="335375"/>
                      <a:pt x="32116" y="334328"/>
                    </a:cubicBezTo>
                    <a:cubicBezTo>
                      <a:pt x="31735" y="333470"/>
                      <a:pt x="32021" y="331280"/>
                      <a:pt x="32497" y="330422"/>
                    </a:cubicBezTo>
                    <a:cubicBezTo>
                      <a:pt x="33069" y="329565"/>
                      <a:pt x="34974" y="328327"/>
                      <a:pt x="36022" y="328231"/>
                    </a:cubicBezTo>
                    <a:cubicBezTo>
                      <a:pt x="36879" y="328136"/>
                      <a:pt x="38498" y="329089"/>
                      <a:pt x="39355" y="329279"/>
                    </a:cubicBezTo>
                    <a:cubicBezTo>
                      <a:pt x="40593" y="329565"/>
                      <a:pt x="43260" y="330422"/>
                      <a:pt x="44499" y="329946"/>
                    </a:cubicBezTo>
                    <a:cubicBezTo>
                      <a:pt x="45070" y="329660"/>
                      <a:pt x="45927" y="328517"/>
                      <a:pt x="46213" y="327946"/>
                    </a:cubicBezTo>
                    <a:cubicBezTo>
                      <a:pt x="46689" y="326898"/>
                      <a:pt x="47071" y="324421"/>
                      <a:pt x="47166" y="323279"/>
                    </a:cubicBezTo>
                    <a:cubicBezTo>
                      <a:pt x="47261" y="322231"/>
                      <a:pt x="46880" y="320230"/>
                      <a:pt x="46785" y="319278"/>
                    </a:cubicBezTo>
                    <a:cubicBezTo>
                      <a:pt x="46689" y="318326"/>
                      <a:pt x="45832" y="316516"/>
                      <a:pt x="46213" y="315659"/>
                    </a:cubicBezTo>
                    <a:cubicBezTo>
                      <a:pt x="46594" y="314896"/>
                      <a:pt x="48690" y="314706"/>
                      <a:pt x="49261" y="314135"/>
                    </a:cubicBezTo>
                    <a:cubicBezTo>
                      <a:pt x="49833" y="313563"/>
                      <a:pt x="50499" y="312039"/>
                      <a:pt x="50881" y="311277"/>
                    </a:cubicBezTo>
                    <a:cubicBezTo>
                      <a:pt x="51261" y="310420"/>
                      <a:pt x="52023" y="308801"/>
                      <a:pt x="51928" y="307848"/>
                    </a:cubicBezTo>
                    <a:cubicBezTo>
                      <a:pt x="51833" y="306991"/>
                      <a:pt x="50976" y="305371"/>
                      <a:pt x="50214" y="304990"/>
                    </a:cubicBezTo>
                    <a:cubicBezTo>
                      <a:pt x="49547" y="304610"/>
                      <a:pt x="47642" y="304610"/>
                      <a:pt x="46975" y="304990"/>
                    </a:cubicBezTo>
                    <a:cubicBezTo>
                      <a:pt x="46213" y="305467"/>
                      <a:pt x="45642" y="307372"/>
                      <a:pt x="45261" y="308229"/>
                    </a:cubicBezTo>
                    <a:cubicBezTo>
                      <a:pt x="44784" y="309086"/>
                      <a:pt x="44689" y="311658"/>
                      <a:pt x="43641" y="311944"/>
                    </a:cubicBezTo>
                    <a:cubicBezTo>
                      <a:pt x="42784" y="312134"/>
                      <a:pt x="41356" y="310420"/>
                      <a:pt x="40879" y="309753"/>
                    </a:cubicBezTo>
                    <a:cubicBezTo>
                      <a:pt x="40308" y="308991"/>
                      <a:pt x="40022" y="307086"/>
                      <a:pt x="39736" y="306229"/>
                    </a:cubicBezTo>
                    <a:cubicBezTo>
                      <a:pt x="39165" y="304800"/>
                      <a:pt x="37450" y="302323"/>
                      <a:pt x="37260" y="300800"/>
                    </a:cubicBezTo>
                    <a:cubicBezTo>
                      <a:pt x="37069" y="299561"/>
                      <a:pt x="37641" y="297180"/>
                      <a:pt x="38212" y="296132"/>
                    </a:cubicBezTo>
                    <a:cubicBezTo>
                      <a:pt x="38689" y="295370"/>
                      <a:pt x="40213" y="294227"/>
                      <a:pt x="40784" y="293465"/>
                    </a:cubicBezTo>
                    <a:cubicBezTo>
                      <a:pt x="41356" y="292703"/>
                      <a:pt x="42022" y="290989"/>
                      <a:pt x="42689" y="290227"/>
                    </a:cubicBezTo>
                    <a:cubicBezTo>
                      <a:pt x="43356" y="289560"/>
                      <a:pt x="45070" y="288798"/>
                      <a:pt x="45737" y="288131"/>
                    </a:cubicBezTo>
                    <a:cubicBezTo>
                      <a:pt x="46404" y="287464"/>
                      <a:pt x="47451" y="286036"/>
                      <a:pt x="47642" y="285179"/>
                    </a:cubicBezTo>
                    <a:cubicBezTo>
                      <a:pt x="47928" y="284131"/>
                      <a:pt x="47832" y="281750"/>
                      <a:pt x="47356" y="280797"/>
                    </a:cubicBezTo>
                    <a:cubicBezTo>
                      <a:pt x="46975" y="280130"/>
                      <a:pt x="45642" y="279178"/>
                      <a:pt x="44880" y="279083"/>
                    </a:cubicBezTo>
                    <a:cubicBezTo>
                      <a:pt x="44403" y="279083"/>
                      <a:pt x="43451" y="279654"/>
                      <a:pt x="43070" y="280035"/>
                    </a:cubicBezTo>
                    <a:cubicBezTo>
                      <a:pt x="42498" y="280702"/>
                      <a:pt x="42022" y="282702"/>
                      <a:pt x="41736" y="283559"/>
                    </a:cubicBezTo>
                    <a:cubicBezTo>
                      <a:pt x="41356" y="284321"/>
                      <a:pt x="40784" y="286036"/>
                      <a:pt x="40308" y="286703"/>
                    </a:cubicBezTo>
                    <a:cubicBezTo>
                      <a:pt x="39736" y="287560"/>
                      <a:pt x="38212" y="289084"/>
                      <a:pt x="37450" y="289941"/>
                    </a:cubicBezTo>
                    <a:cubicBezTo>
                      <a:pt x="36783" y="290608"/>
                      <a:pt x="35450" y="292227"/>
                      <a:pt x="34593" y="292608"/>
                    </a:cubicBezTo>
                    <a:cubicBezTo>
                      <a:pt x="33831" y="292894"/>
                      <a:pt x="32116" y="292989"/>
                      <a:pt x="31354" y="292703"/>
                    </a:cubicBezTo>
                    <a:cubicBezTo>
                      <a:pt x="30497" y="292418"/>
                      <a:pt x="29068" y="291084"/>
                      <a:pt x="28687" y="290227"/>
                    </a:cubicBezTo>
                    <a:cubicBezTo>
                      <a:pt x="28306" y="289370"/>
                      <a:pt x="28211" y="287274"/>
                      <a:pt x="28687" y="286417"/>
                    </a:cubicBezTo>
                    <a:cubicBezTo>
                      <a:pt x="28973" y="285940"/>
                      <a:pt x="30211" y="285464"/>
                      <a:pt x="30783" y="285369"/>
                    </a:cubicBezTo>
                    <a:cubicBezTo>
                      <a:pt x="31640" y="285179"/>
                      <a:pt x="33450" y="285655"/>
                      <a:pt x="34307" y="285369"/>
                    </a:cubicBezTo>
                    <a:cubicBezTo>
                      <a:pt x="34974" y="285179"/>
                      <a:pt x="36307" y="284417"/>
                      <a:pt x="36688" y="283750"/>
                    </a:cubicBezTo>
                    <a:cubicBezTo>
                      <a:pt x="36974" y="283273"/>
                      <a:pt x="36879" y="281940"/>
                      <a:pt x="36879" y="281273"/>
                    </a:cubicBezTo>
                    <a:cubicBezTo>
                      <a:pt x="36974" y="280226"/>
                      <a:pt x="37546" y="278035"/>
                      <a:pt x="37164" y="276987"/>
                    </a:cubicBezTo>
                    <a:cubicBezTo>
                      <a:pt x="36783" y="276225"/>
                      <a:pt x="35259" y="275177"/>
                      <a:pt x="34497" y="274892"/>
                    </a:cubicBezTo>
                    <a:cubicBezTo>
                      <a:pt x="34021" y="274701"/>
                      <a:pt x="32783" y="274511"/>
                      <a:pt x="32402" y="274892"/>
                    </a:cubicBezTo>
                    <a:cubicBezTo>
                      <a:pt x="31926" y="275272"/>
                      <a:pt x="32021" y="276701"/>
                      <a:pt x="31926" y="277368"/>
                    </a:cubicBezTo>
                    <a:cubicBezTo>
                      <a:pt x="31735" y="278511"/>
                      <a:pt x="31926" y="280988"/>
                      <a:pt x="31259" y="281940"/>
                    </a:cubicBezTo>
                    <a:cubicBezTo>
                      <a:pt x="30878" y="282512"/>
                      <a:pt x="29354" y="283083"/>
                      <a:pt x="28592" y="283273"/>
                    </a:cubicBezTo>
                    <a:cubicBezTo>
                      <a:pt x="27735" y="283559"/>
                      <a:pt x="25639" y="284226"/>
                      <a:pt x="24972" y="283655"/>
                    </a:cubicBezTo>
                    <a:cubicBezTo>
                      <a:pt x="24306" y="283083"/>
                      <a:pt x="24496" y="280892"/>
                      <a:pt x="24877" y="280035"/>
                    </a:cubicBezTo>
                    <a:cubicBezTo>
                      <a:pt x="25163" y="279273"/>
                      <a:pt x="26782" y="278416"/>
                      <a:pt x="27258" y="277844"/>
                    </a:cubicBezTo>
                    <a:cubicBezTo>
                      <a:pt x="27830" y="277178"/>
                      <a:pt x="28782" y="275749"/>
                      <a:pt x="28973" y="274892"/>
                    </a:cubicBezTo>
                    <a:cubicBezTo>
                      <a:pt x="29068" y="274225"/>
                      <a:pt x="28878" y="272701"/>
                      <a:pt x="28592" y="272129"/>
                    </a:cubicBezTo>
                    <a:cubicBezTo>
                      <a:pt x="28021" y="271177"/>
                      <a:pt x="25830" y="270034"/>
                      <a:pt x="24972" y="269367"/>
                    </a:cubicBezTo>
                    <a:cubicBezTo>
                      <a:pt x="24401" y="268891"/>
                      <a:pt x="22782" y="268129"/>
                      <a:pt x="22496" y="267367"/>
                    </a:cubicBezTo>
                    <a:cubicBezTo>
                      <a:pt x="22115" y="266224"/>
                      <a:pt x="23163" y="263652"/>
                      <a:pt x="23925" y="262700"/>
                    </a:cubicBezTo>
                    <a:cubicBezTo>
                      <a:pt x="24687" y="261652"/>
                      <a:pt x="27068" y="260413"/>
                      <a:pt x="28306" y="260128"/>
                    </a:cubicBezTo>
                    <a:cubicBezTo>
                      <a:pt x="29449" y="259842"/>
                      <a:pt x="31926" y="260985"/>
                      <a:pt x="32973" y="260509"/>
                    </a:cubicBezTo>
                    <a:cubicBezTo>
                      <a:pt x="33735" y="260223"/>
                      <a:pt x="34783" y="258794"/>
                      <a:pt x="34974" y="257937"/>
                    </a:cubicBezTo>
                    <a:cubicBezTo>
                      <a:pt x="35259" y="256604"/>
                      <a:pt x="34307" y="253651"/>
                      <a:pt x="33545" y="252508"/>
                    </a:cubicBezTo>
                    <a:cubicBezTo>
                      <a:pt x="32973" y="251651"/>
                      <a:pt x="31354" y="250127"/>
                      <a:pt x="30402" y="249841"/>
                    </a:cubicBezTo>
                    <a:cubicBezTo>
                      <a:pt x="29259" y="249555"/>
                      <a:pt x="26973" y="250888"/>
                      <a:pt x="25830" y="250793"/>
                    </a:cubicBezTo>
                    <a:cubicBezTo>
                      <a:pt x="24877" y="250698"/>
                      <a:pt x="22877" y="250317"/>
                      <a:pt x="22115" y="249650"/>
                    </a:cubicBezTo>
                    <a:cubicBezTo>
                      <a:pt x="21448" y="249079"/>
                      <a:pt x="20591" y="247269"/>
                      <a:pt x="20781" y="246317"/>
                    </a:cubicBezTo>
                    <a:cubicBezTo>
                      <a:pt x="20877" y="245078"/>
                      <a:pt x="22686" y="242983"/>
                      <a:pt x="23639" y="242316"/>
                    </a:cubicBezTo>
                    <a:cubicBezTo>
                      <a:pt x="24210" y="241840"/>
                      <a:pt x="25734" y="241363"/>
                      <a:pt x="26497" y="241363"/>
                    </a:cubicBezTo>
                    <a:cubicBezTo>
                      <a:pt x="27449" y="241268"/>
                      <a:pt x="29449" y="241459"/>
                      <a:pt x="30211" y="242030"/>
                    </a:cubicBezTo>
                    <a:cubicBezTo>
                      <a:pt x="30783" y="242411"/>
                      <a:pt x="30973" y="244126"/>
                      <a:pt x="31449" y="244697"/>
                    </a:cubicBezTo>
                    <a:cubicBezTo>
                      <a:pt x="32211" y="245459"/>
                      <a:pt x="34212" y="246126"/>
                      <a:pt x="35164" y="246602"/>
                    </a:cubicBezTo>
                    <a:cubicBezTo>
                      <a:pt x="36402" y="247174"/>
                      <a:pt x="38784" y="249079"/>
                      <a:pt x="40117" y="248888"/>
                    </a:cubicBezTo>
                    <a:cubicBezTo>
                      <a:pt x="41165" y="248793"/>
                      <a:pt x="42403" y="246697"/>
                      <a:pt x="43260" y="246221"/>
                    </a:cubicBezTo>
                    <a:cubicBezTo>
                      <a:pt x="43832" y="245936"/>
                      <a:pt x="45356" y="245936"/>
                      <a:pt x="45832" y="245459"/>
                    </a:cubicBezTo>
                    <a:cubicBezTo>
                      <a:pt x="46499" y="244888"/>
                      <a:pt x="47166" y="243078"/>
                      <a:pt x="47071" y="242316"/>
                    </a:cubicBezTo>
                    <a:cubicBezTo>
                      <a:pt x="46880" y="241459"/>
                      <a:pt x="45451" y="240316"/>
                      <a:pt x="44689" y="239839"/>
                    </a:cubicBezTo>
                    <a:cubicBezTo>
                      <a:pt x="44022" y="239363"/>
                      <a:pt x="42403" y="238220"/>
                      <a:pt x="41546" y="238411"/>
                    </a:cubicBezTo>
                    <a:cubicBezTo>
                      <a:pt x="40784" y="238506"/>
                      <a:pt x="40117" y="240316"/>
                      <a:pt x="39450" y="240602"/>
                    </a:cubicBezTo>
                    <a:cubicBezTo>
                      <a:pt x="38307" y="241173"/>
                      <a:pt x="35640" y="241459"/>
                      <a:pt x="34402" y="241173"/>
                    </a:cubicBezTo>
                    <a:cubicBezTo>
                      <a:pt x="33355" y="240887"/>
                      <a:pt x="31640" y="239459"/>
                      <a:pt x="30973" y="238601"/>
                    </a:cubicBezTo>
                    <a:cubicBezTo>
                      <a:pt x="30497" y="237839"/>
                      <a:pt x="29925" y="236125"/>
                      <a:pt x="29830" y="235172"/>
                    </a:cubicBezTo>
                    <a:cubicBezTo>
                      <a:pt x="29640" y="234029"/>
                      <a:pt x="29259" y="231648"/>
                      <a:pt x="29640" y="230600"/>
                    </a:cubicBezTo>
                    <a:cubicBezTo>
                      <a:pt x="29830" y="230029"/>
                      <a:pt x="30878" y="228886"/>
                      <a:pt x="31449" y="228695"/>
                    </a:cubicBezTo>
                    <a:cubicBezTo>
                      <a:pt x="32116" y="228410"/>
                      <a:pt x="33640" y="228790"/>
                      <a:pt x="34307" y="228981"/>
                    </a:cubicBezTo>
                    <a:cubicBezTo>
                      <a:pt x="34783" y="229171"/>
                      <a:pt x="35545" y="230029"/>
                      <a:pt x="36022" y="230124"/>
                    </a:cubicBezTo>
                    <a:cubicBezTo>
                      <a:pt x="36783" y="230314"/>
                      <a:pt x="38307" y="229457"/>
                      <a:pt x="39069" y="229362"/>
                    </a:cubicBezTo>
                    <a:cubicBezTo>
                      <a:pt x="40308" y="229171"/>
                      <a:pt x="42784" y="229267"/>
                      <a:pt x="44022" y="229457"/>
                    </a:cubicBezTo>
                    <a:cubicBezTo>
                      <a:pt x="44880" y="229553"/>
                      <a:pt x="46404" y="230505"/>
                      <a:pt x="47166" y="230505"/>
                    </a:cubicBezTo>
                    <a:cubicBezTo>
                      <a:pt x="47928" y="230505"/>
                      <a:pt x="49642" y="230314"/>
                      <a:pt x="50118" y="229743"/>
                    </a:cubicBezTo>
                    <a:cubicBezTo>
                      <a:pt x="50595" y="229267"/>
                      <a:pt x="50976" y="227933"/>
                      <a:pt x="50881" y="227267"/>
                    </a:cubicBezTo>
                    <a:cubicBezTo>
                      <a:pt x="50785" y="226219"/>
                      <a:pt x="49547" y="224314"/>
                      <a:pt x="48690" y="223742"/>
                    </a:cubicBezTo>
                    <a:cubicBezTo>
                      <a:pt x="47547" y="223171"/>
                      <a:pt x="44880" y="224219"/>
                      <a:pt x="43737" y="223838"/>
                    </a:cubicBezTo>
                    <a:cubicBezTo>
                      <a:pt x="42689" y="223552"/>
                      <a:pt x="40689" y="222218"/>
                      <a:pt x="40022" y="221266"/>
                    </a:cubicBezTo>
                    <a:cubicBezTo>
                      <a:pt x="39260" y="220123"/>
                      <a:pt x="38307" y="217265"/>
                      <a:pt x="38498" y="215837"/>
                    </a:cubicBezTo>
                    <a:cubicBezTo>
                      <a:pt x="38689" y="214789"/>
                      <a:pt x="39927" y="212884"/>
                      <a:pt x="40689" y="212122"/>
                    </a:cubicBezTo>
                    <a:cubicBezTo>
                      <a:pt x="41641" y="211169"/>
                      <a:pt x="44594" y="210503"/>
                      <a:pt x="45356" y="209360"/>
                    </a:cubicBezTo>
                    <a:cubicBezTo>
                      <a:pt x="45832" y="208597"/>
                      <a:pt x="45927" y="206597"/>
                      <a:pt x="45737" y="205740"/>
                    </a:cubicBezTo>
                    <a:cubicBezTo>
                      <a:pt x="45642" y="205073"/>
                      <a:pt x="44784" y="203740"/>
                      <a:pt x="44308" y="203263"/>
                    </a:cubicBezTo>
                    <a:cubicBezTo>
                      <a:pt x="43356" y="202597"/>
                      <a:pt x="40879" y="202121"/>
                      <a:pt x="39736" y="202025"/>
                    </a:cubicBezTo>
                    <a:cubicBezTo>
                      <a:pt x="38784" y="201930"/>
                      <a:pt x="36783" y="202502"/>
                      <a:pt x="35926" y="202025"/>
                    </a:cubicBezTo>
                    <a:cubicBezTo>
                      <a:pt x="35355" y="201739"/>
                      <a:pt x="34688" y="200596"/>
                      <a:pt x="34593" y="200025"/>
                    </a:cubicBezTo>
                    <a:cubicBezTo>
                      <a:pt x="34402" y="199263"/>
                      <a:pt x="34688" y="197644"/>
                      <a:pt x="35259" y="197168"/>
                    </a:cubicBezTo>
                    <a:cubicBezTo>
                      <a:pt x="36212" y="196405"/>
                      <a:pt x="38974" y="197453"/>
                      <a:pt x="40022" y="196977"/>
                    </a:cubicBezTo>
                    <a:cubicBezTo>
                      <a:pt x="40689" y="196596"/>
                      <a:pt x="41356" y="194881"/>
                      <a:pt x="42117" y="194691"/>
                    </a:cubicBezTo>
                    <a:cubicBezTo>
                      <a:pt x="42880" y="194501"/>
                      <a:pt x="44403" y="195167"/>
                      <a:pt x="44880" y="195644"/>
                    </a:cubicBezTo>
                    <a:cubicBezTo>
                      <a:pt x="45642" y="196405"/>
                      <a:pt x="45737" y="198882"/>
                      <a:pt x="46594" y="199549"/>
                    </a:cubicBezTo>
                    <a:cubicBezTo>
                      <a:pt x="47261" y="200120"/>
                      <a:pt x="49261" y="200596"/>
                      <a:pt x="50023" y="200215"/>
                    </a:cubicBezTo>
                    <a:cubicBezTo>
                      <a:pt x="50690" y="199930"/>
                      <a:pt x="51166" y="198406"/>
                      <a:pt x="51166" y="197644"/>
                    </a:cubicBezTo>
                    <a:cubicBezTo>
                      <a:pt x="51261" y="196882"/>
                      <a:pt x="50881" y="195263"/>
                      <a:pt x="50404" y="194691"/>
                    </a:cubicBezTo>
                    <a:cubicBezTo>
                      <a:pt x="50023" y="194120"/>
                      <a:pt x="48594" y="193738"/>
                      <a:pt x="48309" y="193167"/>
                    </a:cubicBezTo>
                    <a:cubicBezTo>
                      <a:pt x="48023" y="192691"/>
                      <a:pt x="47642" y="191262"/>
                      <a:pt x="48023" y="190690"/>
                    </a:cubicBezTo>
                    <a:cubicBezTo>
                      <a:pt x="48404" y="190024"/>
                      <a:pt x="50404" y="189738"/>
                      <a:pt x="51166" y="189643"/>
                    </a:cubicBezTo>
                    <a:cubicBezTo>
                      <a:pt x="51928" y="189547"/>
                      <a:pt x="53357" y="189833"/>
                      <a:pt x="54119" y="189929"/>
                    </a:cubicBezTo>
                    <a:cubicBezTo>
                      <a:pt x="55072" y="189929"/>
                      <a:pt x="56976" y="190119"/>
                      <a:pt x="57834" y="189833"/>
                    </a:cubicBezTo>
                    <a:cubicBezTo>
                      <a:pt x="58596" y="189547"/>
                      <a:pt x="60120" y="188595"/>
                      <a:pt x="60501" y="187833"/>
                    </a:cubicBezTo>
                    <a:cubicBezTo>
                      <a:pt x="60882" y="187071"/>
                      <a:pt x="60120" y="185356"/>
                      <a:pt x="60310" y="184499"/>
                    </a:cubicBezTo>
                    <a:cubicBezTo>
                      <a:pt x="60501" y="183737"/>
                      <a:pt x="61548" y="182594"/>
                      <a:pt x="61644" y="181832"/>
                    </a:cubicBezTo>
                    <a:cubicBezTo>
                      <a:pt x="61739" y="180975"/>
                      <a:pt x="61548" y="178975"/>
                      <a:pt x="60882" y="178308"/>
                    </a:cubicBezTo>
                    <a:cubicBezTo>
                      <a:pt x="60406" y="177832"/>
                      <a:pt x="58977" y="177451"/>
                      <a:pt x="58310" y="177546"/>
                    </a:cubicBezTo>
                    <a:cubicBezTo>
                      <a:pt x="57357" y="177641"/>
                      <a:pt x="55833" y="179261"/>
                      <a:pt x="54881" y="179261"/>
                    </a:cubicBezTo>
                    <a:cubicBezTo>
                      <a:pt x="53452" y="179261"/>
                      <a:pt x="50404" y="177927"/>
                      <a:pt x="49547" y="176689"/>
                    </a:cubicBezTo>
                    <a:cubicBezTo>
                      <a:pt x="49071" y="176022"/>
                      <a:pt x="49261" y="174117"/>
                      <a:pt x="49452" y="173260"/>
                    </a:cubicBezTo>
                    <a:cubicBezTo>
                      <a:pt x="49642" y="172403"/>
                      <a:pt x="50499" y="170879"/>
                      <a:pt x="50976" y="170212"/>
                    </a:cubicBezTo>
                    <a:cubicBezTo>
                      <a:pt x="51642" y="169354"/>
                      <a:pt x="53357" y="167640"/>
                      <a:pt x="54405" y="167354"/>
                    </a:cubicBezTo>
                    <a:cubicBezTo>
                      <a:pt x="55262" y="167069"/>
                      <a:pt x="57167" y="167259"/>
                      <a:pt x="57929" y="167640"/>
                    </a:cubicBezTo>
                    <a:cubicBezTo>
                      <a:pt x="58977" y="168116"/>
                      <a:pt x="60024" y="170497"/>
                      <a:pt x="61072" y="170879"/>
                    </a:cubicBezTo>
                    <a:cubicBezTo>
                      <a:pt x="62120" y="171355"/>
                      <a:pt x="64501" y="171355"/>
                      <a:pt x="65549" y="170974"/>
                    </a:cubicBezTo>
                    <a:cubicBezTo>
                      <a:pt x="66406" y="170688"/>
                      <a:pt x="67930" y="169640"/>
                      <a:pt x="68311" y="168878"/>
                    </a:cubicBezTo>
                    <a:cubicBezTo>
                      <a:pt x="68788" y="167926"/>
                      <a:pt x="68788" y="165640"/>
                      <a:pt x="68311" y="164592"/>
                    </a:cubicBezTo>
                    <a:cubicBezTo>
                      <a:pt x="68025" y="163925"/>
                      <a:pt x="66787" y="162878"/>
                      <a:pt x="66121" y="162687"/>
                    </a:cubicBezTo>
                    <a:cubicBezTo>
                      <a:pt x="65263" y="162401"/>
                      <a:pt x="63358" y="162687"/>
                      <a:pt x="62501" y="162878"/>
                    </a:cubicBezTo>
                    <a:cubicBezTo>
                      <a:pt x="61644" y="163068"/>
                      <a:pt x="60024" y="163925"/>
                      <a:pt x="59072" y="163925"/>
                    </a:cubicBezTo>
                    <a:cubicBezTo>
                      <a:pt x="58024" y="163925"/>
                      <a:pt x="56119" y="163163"/>
                      <a:pt x="55167" y="162782"/>
                    </a:cubicBezTo>
                    <a:cubicBezTo>
                      <a:pt x="54214" y="162401"/>
                      <a:pt x="52214" y="161639"/>
                      <a:pt x="51452" y="160877"/>
                    </a:cubicBezTo>
                    <a:cubicBezTo>
                      <a:pt x="50881" y="160211"/>
                      <a:pt x="50214" y="158591"/>
                      <a:pt x="50023" y="157829"/>
                    </a:cubicBezTo>
                    <a:cubicBezTo>
                      <a:pt x="49928" y="156972"/>
                      <a:pt x="49738" y="154972"/>
                      <a:pt x="50404" y="154305"/>
                    </a:cubicBezTo>
                    <a:cubicBezTo>
                      <a:pt x="50785" y="153924"/>
                      <a:pt x="52214" y="154114"/>
                      <a:pt x="52881" y="154305"/>
                    </a:cubicBezTo>
                    <a:cubicBezTo>
                      <a:pt x="53357" y="154496"/>
                      <a:pt x="54309" y="155067"/>
                      <a:pt x="54690" y="155353"/>
                    </a:cubicBezTo>
                    <a:cubicBezTo>
                      <a:pt x="55452" y="155924"/>
                      <a:pt x="56500" y="157544"/>
                      <a:pt x="57262" y="158115"/>
                    </a:cubicBezTo>
                    <a:cubicBezTo>
                      <a:pt x="58024" y="158591"/>
                      <a:pt x="59834" y="159544"/>
                      <a:pt x="60786" y="159353"/>
                    </a:cubicBezTo>
                    <a:cubicBezTo>
                      <a:pt x="61263" y="159258"/>
                      <a:pt x="62025" y="158591"/>
                      <a:pt x="62310" y="158210"/>
                    </a:cubicBezTo>
                    <a:cubicBezTo>
                      <a:pt x="62882" y="157353"/>
                      <a:pt x="63072" y="155258"/>
                      <a:pt x="63168" y="154210"/>
                    </a:cubicBezTo>
                    <a:cubicBezTo>
                      <a:pt x="63263" y="153067"/>
                      <a:pt x="62406" y="150495"/>
                      <a:pt x="63072" y="149543"/>
                    </a:cubicBezTo>
                    <a:cubicBezTo>
                      <a:pt x="63930" y="148209"/>
                      <a:pt x="67168" y="147256"/>
                      <a:pt x="68692" y="146971"/>
                    </a:cubicBezTo>
                    <a:cubicBezTo>
                      <a:pt x="69359" y="146780"/>
                      <a:pt x="70883" y="147352"/>
                      <a:pt x="71550" y="147066"/>
                    </a:cubicBezTo>
                    <a:cubicBezTo>
                      <a:pt x="72407" y="146685"/>
                      <a:pt x="73550" y="144971"/>
                      <a:pt x="73645" y="144113"/>
                    </a:cubicBezTo>
                    <a:cubicBezTo>
                      <a:pt x="73836" y="143161"/>
                      <a:pt x="73169" y="141351"/>
                      <a:pt x="72693" y="140494"/>
                    </a:cubicBezTo>
                    <a:cubicBezTo>
                      <a:pt x="72216" y="139732"/>
                      <a:pt x="70502" y="138875"/>
                      <a:pt x="70121" y="138017"/>
                    </a:cubicBezTo>
                    <a:cubicBezTo>
                      <a:pt x="69740" y="137351"/>
                      <a:pt x="69359" y="135541"/>
                      <a:pt x="69740" y="134874"/>
                    </a:cubicBezTo>
                    <a:cubicBezTo>
                      <a:pt x="70121" y="134207"/>
                      <a:pt x="71550" y="133636"/>
                      <a:pt x="72312" y="133350"/>
                    </a:cubicBezTo>
                    <a:cubicBezTo>
                      <a:pt x="73359" y="133064"/>
                      <a:pt x="75646" y="133445"/>
                      <a:pt x="76789" y="133350"/>
                    </a:cubicBezTo>
                    <a:cubicBezTo>
                      <a:pt x="77931" y="133350"/>
                      <a:pt x="80408" y="132397"/>
                      <a:pt x="81360" y="133064"/>
                    </a:cubicBezTo>
                    <a:cubicBezTo>
                      <a:pt x="81741" y="133350"/>
                      <a:pt x="82027" y="134398"/>
                      <a:pt x="81932" y="134874"/>
                    </a:cubicBezTo>
                    <a:cubicBezTo>
                      <a:pt x="81646" y="135446"/>
                      <a:pt x="80027" y="135731"/>
                      <a:pt x="79646" y="136208"/>
                    </a:cubicBezTo>
                    <a:cubicBezTo>
                      <a:pt x="79170" y="136970"/>
                      <a:pt x="78789" y="138970"/>
                      <a:pt x="79170" y="139827"/>
                    </a:cubicBezTo>
                    <a:cubicBezTo>
                      <a:pt x="79551" y="140779"/>
                      <a:pt x="81265" y="142399"/>
                      <a:pt x="82218" y="142494"/>
                    </a:cubicBezTo>
                    <a:cubicBezTo>
                      <a:pt x="82884" y="142494"/>
                      <a:pt x="84123" y="141542"/>
                      <a:pt x="84599" y="140970"/>
                    </a:cubicBezTo>
                    <a:cubicBezTo>
                      <a:pt x="85171" y="140208"/>
                      <a:pt x="86028" y="138208"/>
                      <a:pt x="85932" y="137255"/>
                    </a:cubicBezTo>
                    <a:cubicBezTo>
                      <a:pt x="85837" y="136493"/>
                      <a:pt x="84504" y="135255"/>
                      <a:pt x="84313" y="134398"/>
                    </a:cubicBezTo>
                    <a:cubicBezTo>
                      <a:pt x="84123" y="133636"/>
                      <a:pt x="84504" y="131921"/>
                      <a:pt x="84980" y="131254"/>
                    </a:cubicBezTo>
                    <a:cubicBezTo>
                      <a:pt x="85456" y="130493"/>
                      <a:pt x="87075" y="129730"/>
                      <a:pt x="87838" y="129254"/>
                    </a:cubicBezTo>
                    <a:cubicBezTo>
                      <a:pt x="88790" y="128683"/>
                      <a:pt x="90790" y="127635"/>
                      <a:pt x="91552" y="126968"/>
                    </a:cubicBezTo>
                    <a:cubicBezTo>
                      <a:pt x="92314" y="126206"/>
                      <a:pt x="93743" y="124396"/>
                      <a:pt x="94124" y="123349"/>
                    </a:cubicBezTo>
                    <a:cubicBezTo>
                      <a:pt x="94505" y="122492"/>
                      <a:pt x="94981" y="120491"/>
                      <a:pt x="94505" y="119634"/>
                    </a:cubicBezTo>
                    <a:cubicBezTo>
                      <a:pt x="94029" y="118586"/>
                      <a:pt x="91171" y="118301"/>
                      <a:pt x="90600" y="117348"/>
                    </a:cubicBezTo>
                    <a:cubicBezTo>
                      <a:pt x="90219" y="116777"/>
                      <a:pt x="90123" y="115253"/>
                      <a:pt x="90219" y="114586"/>
                    </a:cubicBezTo>
                    <a:cubicBezTo>
                      <a:pt x="90314" y="112967"/>
                      <a:pt x="90885" y="109728"/>
                      <a:pt x="91838" y="108299"/>
                    </a:cubicBezTo>
                    <a:cubicBezTo>
                      <a:pt x="92409" y="107537"/>
                      <a:pt x="94410" y="106775"/>
                      <a:pt x="94886" y="105918"/>
                    </a:cubicBezTo>
                    <a:cubicBezTo>
                      <a:pt x="95457" y="105061"/>
                      <a:pt x="95839" y="102870"/>
                      <a:pt x="95648" y="101822"/>
                    </a:cubicBezTo>
                    <a:cubicBezTo>
                      <a:pt x="95457" y="100870"/>
                      <a:pt x="94219" y="99346"/>
                      <a:pt x="93552" y="98679"/>
                    </a:cubicBezTo>
                    <a:cubicBezTo>
                      <a:pt x="92886" y="97917"/>
                      <a:pt x="90885" y="96964"/>
                      <a:pt x="90219" y="96107"/>
                    </a:cubicBezTo>
                    <a:cubicBezTo>
                      <a:pt x="89552" y="95345"/>
                      <a:pt x="88504" y="93536"/>
                      <a:pt x="88218" y="92488"/>
                    </a:cubicBezTo>
                    <a:cubicBezTo>
                      <a:pt x="87838" y="90964"/>
                      <a:pt x="87933" y="87821"/>
                      <a:pt x="88123" y="86201"/>
                    </a:cubicBezTo>
                    <a:cubicBezTo>
                      <a:pt x="88314" y="85249"/>
                      <a:pt x="88695" y="83153"/>
                      <a:pt x="89266" y="82391"/>
                    </a:cubicBezTo>
                    <a:cubicBezTo>
                      <a:pt x="89742" y="81820"/>
                      <a:pt x="91076" y="81058"/>
                      <a:pt x="91838" y="81153"/>
                    </a:cubicBezTo>
                    <a:cubicBezTo>
                      <a:pt x="92409" y="81248"/>
                      <a:pt x="93457" y="82201"/>
                      <a:pt x="93743" y="82772"/>
                    </a:cubicBezTo>
                    <a:cubicBezTo>
                      <a:pt x="93933" y="83153"/>
                      <a:pt x="94029" y="84106"/>
                      <a:pt x="93933" y="84582"/>
                    </a:cubicBezTo>
                    <a:cubicBezTo>
                      <a:pt x="93838" y="85630"/>
                      <a:pt x="92600" y="87630"/>
                      <a:pt x="92981" y="88583"/>
                    </a:cubicBezTo>
                    <a:cubicBezTo>
                      <a:pt x="93267" y="89345"/>
                      <a:pt x="94886" y="90202"/>
                      <a:pt x="95743" y="90297"/>
                    </a:cubicBezTo>
                    <a:cubicBezTo>
                      <a:pt x="96410" y="90297"/>
                      <a:pt x="97743" y="89630"/>
                      <a:pt x="98315" y="89249"/>
                    </a:cubicBezTo>
                    <a:cubicBezTo>
                      <a:pt x="99458" y="88487"/>
                      <a:pt x="100982" y="86106"/>
                      <a:pt x="101934" y="85154"/>
                    </a:cubicBezTo>
                    <a:cubicBezTo>
                      <a:pt x="102697" y="84392"/>
                      <a:pt x="104887" y="83153"/>
                      <a:pt x="104887" y="82105"/>
                    </a:cubicBezTo>
                    <a:cubicBezTo>
                      <a:pt x="104887" y="80963"/>
                      <a:pt x="103077" y="78867"/>
                      <a:pt x="102030" y="78486"/>
                    </a:cubicBezTo>
                    <a:cubicBezTo>
                      <a:pt x="101363" y="78200"/>
                      <a:pt x="100030" y="78772"/>
                      <a:pt x="99363" y="78867"/>
                    </a:cubicBezTo>
                    <a:cubicBezTo>
                      <a:pt x="98791" y="78962"/>
                      <a:pt x="97743" y="79438"/>
                      <a:pt x="97172" y="79534"/>
                    </a:cubicBezTo>
                    <a:cubicBezTo>
                      <a:pt x="96315" y="79629"/>
                      <a:pt x="94505" y="79153"/>
                      <a:pt x="93648" y="78867"/>
                    </a:cubicBezTo>
                    <a:cubicBezTo>
                      <a:pt x="92790" y="78581"/>
                      <a:pt x="91171" y="77819"/>
                      <a:pt x="90600" y="77153"/>
                    </a:cubicBezTo>
                    <a:cubicBezTo>
                      <a:pt x="90123" y="76676"/>
                      <a:pt x="89076" y="75247"/>
                      <a:pt x="89266" y="74486"/>
                    </a:cubicBezTo>
                    <a:cubicBezTo>
                      <a:pt x="89552" y="73533"/>
                      <a:pt x="92219" y="73152"/>
                      <a:pt x="92600" y="72295"/>
                    </a:cubicBezTo>
                    <a:cubicBezTo>
                      <a:pt x="92886" y="71438"/>
                      <a:pt x="91743" y="69723"/>
                      <a:pt x="91648" y="68771"/>
                    </a:cubicBezTo>
                    <a:cubicBezTo>
                      <a:pt x="91552" y="68009"/>
                      <a:pt x="91552" y="66580"/>
                      <a:pt x="91648" y="65913"/>
                    </a:cubicBezTo>
                    <a:cubicBezTo>
                      <a:pt x="91838" y="65342"/>
                      <a:pt x="92219" y="64008"/>
                      <a:pt x="92695" y="63722"/>
                    </a:cubicBezTo>
                    <a:cubicBezTo>
                      <a:pt x="93457" y="63246"/>
                      <a:pt x="95553" y="63246"/>
                      <a:pt x="96219" y="63818"/>
                    </a:cubicBezTo>
                    <a:cubicBezTo>
                      <a:pt x="96791" y="64294"/>
                      <a:pt x="96505" y="66008"/>
                      <a:pt x="96505" y="66770"/>
                    </a:cubicBezTo>
                    <a:cubicBezTo>
                      <a:pt x="96505" y="67532"/>
                      <a:pt x="96219" y="68961"/>
                      <a:pt x="96219" y="69723"/>
                    </a:cubicBezTo>
                    <a:cubicBezTo>
                      <a:pt x="96124" y="70485"/>
                      <a:pt x="95648" y="72009"/>
                      <a:pt x="95934" y="72676"/>
                    </a:cubicBezTo>
                    <a:cubicBezTo>
                      <a:pt x="96219" y="73628"/>
                      <a:pt x="97743" y="75057"/>
                      <a:pt x="98696" y="75438"/>
                    </a:cubicBezTo>
                    <a:cubicBezTo>
                      <a:pt x="99458" y="75724"/>
                      <a:pt x="101363" y="75629"/>
                      <a:pt x="102125" y="75247"/>
                    </a:cubicBezTo>
                    <a:cubicBezTo>
                      <a:pt x="102792" y="74867"/>
                      <a:pt x="103458" y="73247"/>
                      <a:pt x="103744" y="72485"/>
                    </a:cubicBezTo>
                    <a:cubicBezTo>
                      <a:pt x="104030" y="71819"/>
                      <a:pt x="104411" y="70390"/>
                      <a:pt x="104316" y="69628"/>
                    </a:cubicBezTo>
                    <a:cubicBezTo>
                      <a:pt x="104125" y="68771"/>
                      <a:pt x="102792" y="67628"/>
                      <a:pt x="102315" y="66865"/>
                    </a:cubicBezTo>
                    <a:cubicBezTo>
                      <a:pt x="101934" y="66199"/>
                      <a:pt x="100791" y="64865"/>
                      <a:pt x="100791" y="64103"/>
                    </a:cubicBezTo>
                    <a:cubicBezTo>
                      <a:pt x="100791" y="63532"/>
                      <a:pt x="101839" y="62675"/>
                      <a:pt x="101839" y="62103"/>
                    </a:cubicBezTo>
                    <a:cubicBezTo>
                      <a:pt x="101934" y="60865"/>
                      <a:pt x="100887" y="58484"/>
                      <a:pt x="100315" y="57436"/>
                    </a:cubicBezTo>
                    <a:cubicBezTo>
                      <a:pt x="99839" y="56483"/>
                      <a:pt x="98220" y="55150"/>
                      <a:pt x="97934" y="54102"/>
                    </a:cubicBezTo>
                    <a:cubicBezTo>
                      <a:pt x="97648" y="53150"/>
                      <a:pt x="97743" y="50959"/>
                      <a:pt x="98315" y="50197"/>
                    </a:cubicBezTo>
                    <a:cubicBezTo>
                      <a:pt x="98982" y="49435"/>
                      <a:pt x="101173" y="48958"/>
                      <a:pt x="102125" y="48958"/>
                    </a:cubicBezTo>
                    <a:cubicBezTo>
                      <a:pt x="103077" y="48958"/>
                      <a:pt x="105173" y="49435"/>
                      <a:pt x="105744" y="50102"/>
                    </a:cubicBezTo>
                    <a:cubicBezTo>
                      <a:pt x="106506" y="51054"/>
                      <a:pt x="105459" y="53721"/>
                      <a:pt x="106125" y="54673"/>
                    </a:cubicBezTo>
                    <a:cubicBezTo>
                      <a:pt x="106506" y="55340"/>
                      <a:pt x="107935" y="56388"/>
                      <a:pt x="108792" y="56483"/>
                    </a:cubicBezTo>
                    <a:cubicBezTo>
                      <a:pt x="110031" y="56579"/>
                      <a:pt x="112031" y="54673"/>
                      <a:pt x="113174" y="54293"/>
                    </a:cubicBezTo>
                    <a:cubicBezTo>
                      <a:pt x="113936" y="54007"/>
                      <a:pt x="115555" y="53626"/>
                      <a:pt x="116317" y="53816"/>
                    </a:cubicBezTo>
                    <a:cubicBezTo>
                      <a:pt x="117270" y="53912"/>
                      <a:pt x="118794" y="55531"/>
                      <a:pt x="119746" y="55245"/>
                    </a:cubicBezTo>
                    <a:cubicBezTo>
                      <a:pt x="120508" y="55054"/>
                      <a:pt x="121747" y="53816"/>
                      <a:pt x="121842" y="53054"/>
                    </a:cubicBezTo>
                    <a:cubicBezTo>
                      <a:pt x="121937" y="52292"/>
                      <a:pt x="120413" y="51054"/>
                      <a:pt x="120603" y="50292"/>
                    </a:cubicBezTo>
                    <a:cubicBezTo>
                      <a:pt x="120794" y="49435"/>
                      <a:pt x="122508" y="48387"/>
                      <a:pt x="123175" y="47816"/>
                    </a:cubicBezTo>
                    <a:cubicBezTo>
                      <a:pt x="123937" y="47149"/>
                      <a:pt x="125652" y="46196"/>
                      <a:pt x="126414" y="45529"/>
                    </a:cubicBezTo>
                    <a:cubicBezTo>
                      <a:pt x="127081" y="44863"/>
                      <a:pt x="128414" y="43244"/>
                      <a:pt x="128509" y="42386"/>
                    </a:cubicBezTo>
                    <a:cubicBezTo>
                      <a:pt x="128605" y="41243"/>
                      <a:pt x="127366" y="39148"/>
                      <a:pt x="126604" y="38291"/>
                    </a:cubicBezTo>
                    <a:cubicBezTo>
                      <a:pt x="125652" y="37433"/>
                      <a:pt x="122985" y="37148"/>
                      <a:pt x="121937" y="36386"/>
                    </a:cubicBezTo>
                    <a:cubicBezTo>
                      <a:pt x="121080" y="35719"/>
                      <a:pt x="119841" y="33909"/>
                      <a:pt x="119270" y="32957"/>
                    </a:cubicBezTo>
                    <a:cubicBezTo>
                      <a:pt x="118889" y="32385"/>
                      <a:pt x="118032" y="31337"/>
                      <a:pt x="118032" y="30766"/>
                    </a:cubicBezTo>
                    <a:cubicBezTo>
                      <a:pt x="117936" y="29623"/>
                      <a:pt x="118889" y="27432"/>
                      <a:pt x="119460" y="26384"/>
                    </a:cubicBezTo>
                    <a:cubicBezTo>
                      <a:pt x="119841" y="25717"/>
                      <a:pt x="120699" y="24384"/>
                      <a:pt x="121365" y="24289"/>
                    </a:cubicBezTo>
                    <a:cubicBezTo>
                      <a:pt x="122223" y="24098"/>
                      <a:pt x="123747" y="25622"/>
                      <a:pt x="124604" y="25717"/>
                    </a:cubicBezTo>
                    <a:cubicBezTo>
                      <a:pt x="125461" y="25908"/>
                      <a:pt x="127271" y="25813"/>
                      <a:pt x="128033" y="25527"/>
                    </a:cubicBezTo>
                    <a:cubicBezTo>
                      <a:pt x="129081" y="25146"/>
                      <a:pt x="130986" y="24003"/>
                      <a:pt x="131652" y="23146"/>
                    </a:cubicBezTo>
                    <a:cubicBezTo>
                      <a:pt x="132224" y="22479"/>
                      <a:pt x="132700" y="21050"/>
                      <a:pt x="133081" y="19717"/>
                    </a:cubicBezTo>
                    <a:cubicBezTo>
                      <a:pt x="153655" y="17336"/>
                      <a:pt x="187374" y="23432"/>
                      <a:pt x="201756" y="21908"/>
                    </a:cubicBezTo>
                    <a:cubicBezTo>
                      <a:pt x="215758" y="20383"/>
                      <a:pt x="243762" y="17240"/>
                      <a:pt x="257764" y="15716"/>
                    </a:cubicBezTo>
                    <a:cubicBezTo>
                      <a:pt x="270527" y="14288"/>
                      <a:pt x="296149" y="11240"/>
                      <a:pt x="309008" y="9811"/>
                    </a:cubicBezTo>
                    <a:cubicBezTo>
                      <a:pt x="321962" y="8287"/>
                      <a:pt x="347870" y="5715"/>
                      <a:pt x="360824" y="3905"/>
                    </a:cubicBezTo>
                    <a:cubicBezTo>
                      <a:pt x="365967" y="3143"/>
                      <a:pt x="376350" y="1048"/>
                      <a:pt x="381493" y="191"/>
                    </a:cubicBezTo>
                    <a:cubicBezTo>
                      <a:pt x="381874" y="95"/>
                      <a:pt x="382350" y="0"/>
                      <a:pt x="382731" y="0"/>
                    </a:cubicBezTo>
                    <a:lnTo>
                      <a:pt x="391590" y="14954"/>
                    </a:lnTo>
                    <a:lnTo>
                      <a:pt x="397400" y="14954"/>
                    </a:lnTo>
                    <a:lnTo>
                      <a:pt x="406353" y="482632"/>
                    </a:lnTo>
                    <a:lnTo>
                      <a:pt x="445406" y="715899"/>
                    </a:lnTo>
                    <a:cubicBezTo>
                      <a:pt x="445215" y="716661"/>
                      <a:pt x="445120" y="717613"/>
                      <a:pt x="444834" y="718090"/>
                    </a:cubicBezTo>
                    <a:cubicBezTo>
                      <a:pt x="444358" y="719042"/>
                      <a:pt x="443025" y="720662"/>
                      <a:pt x="442167" y="721233"/>
                    </a:cubicBezTo>
                    <a:cubicBezTo>
                      <a:pt x="441310" y="721709"/>
                      <a:pt x="439024" y="721233"/>
                      <a:pt x="438357" y="721900"/>
                    </a:cubicBezTo>
                    <a:cubicBezTo>
                      <a:pt x="437691" y="722662"/>
                      <a:pt x="438739" y="725138"/>
                      <a:pt x="438072" y="725900"/>
                    </a:cubicBezTo>
                    <a:cubicBezTo>
                      <a:pt x="437119" y="726948"/>
                      <a:pt x="433976" y="727424"/>
                      <a:pt x="432738" y="726853"/>
                    </a:cubicBezTo>
                    <a:cubicBezTo>
                      <a:pt x="431881" y="726472"/>
                      <a:pt x="431499" y="724090"/>
                      <a:pt x="430642" y="723614"/>
                    </a:cubicBezTo>
                    <a:cubicBezTo>
                      <a:pt x="429594" y="723043"/>
                      <a:pt x="427023" y="723424"/>
                      <a:pt x="425880" y="723329"/>
                    </a:cubicBezTo>
                    <a:cubicBezTo>
                      <a:pt x="424165" y="723233"/>
                      <a:pt x="420831" y="723138"/>
                      <a:pt x="419212" y="722947"/>
                    </a:cubicBezTo>
                    <a:cubicBezTo>
                      <a:pt x="418165" y="722757"/>
                      <a:pt x="416164" y="722186"/>
                      <a:pt x="415116" y="722090"/>
                    </a:cubicBezTo>
                    <a:cubicBezTo>
                      <a:pt x="413592" y="721995"/>
                      <a:pt x="410449" y="722090"/>
                      <a:pt x="409021" y="722662"/>
                    </a:cubicBezTo>
                    <a:cubicBezTo>
                      <a:pt x="407877" y="723138"/>
                      <a:pt x="406449" y="725234"/>
                      <a:pt x="405401" y="725805"/>
                    </a:cubicBezTo>
                    <a:cubicBezTo>
                      <a:pt x="404353" y="726281"/>
                      <a:pt x="402067" y="726662"/>
                      <a:pt x="401019" y="726472"/>
                    </a:cubicBezTo>
                    <a:cubicBezTo>
                      <a:pt x="399686" y="726281"/>
                      <a:pt x="397400" y="724757"/>
                      <a:pt x="396162" y="724090"/>
                    </a:cubicBezTo>
                    <a:cubicBezTo>
                      <a:pt x="394923" y="723329"/>
                      <a:pt x="392542" y="721233"/>
                      <a:pt x="391209" y="720566"/>
                    </a:cubicBezTo>
                    <a:cubicBezTo>
                      <a:pt x="390351" y="720090"/>
                      <a:pt x="388637" y="719423"/>
                      <a:pt x="387684" y="719328"/>
                    </a:cubicBezTo>
                    <a:cubicBezTo>
                      <a:pt x="386923" y="719138"/>
                      <a:pt x="385113" y="718756"/>
                      <a:pt x="384541" y="719328"/>
                    </a:cubicBezTo>
                    <a:cubicBezTo>
                      <a:pt x="383970" y="719804"/>
                      <a:pt x="384732" y="721614"/>
                      <a:pt x="384351" y="722281"/>
                    </a:cubicBezTo>
                    <a:cubicBezTo>
                      <a:pt x="384065" y="722947"/>
                      <a:pt x="383113" y="724186"/>
                      <a:pt x="382350" y="724281"/>
                    </a:cubicBezTo>
                    <a:cubicBezTo>
                      <a:pt x="381684" y="724376"/>
                      <a:pt x="380731" y="723233"/>
                      <a:pt x="380065" y="723043"/>
                    </a:cubicBezTo>
                    <a:cubicBezTo>
                      <a:pt x="378445" y="722567"/>
                      <a:pt x="375111" y="722281"/>
                      <a:pt x="373397" y="722376"/>
                    </a:cubicBezTo>
                    <a:cubicBezTo>
                      <a:pt x="371968" y="722376"/>
                      <a:pt x="369111" y="722662"/>
                      <a:pt x="367777" y="723043"/>
                    </a:cubicBezTo>
                    <a:cubicBezTo>
                      <a:pt x="366158" y="723614"/>
                      <a:pt x="363300" y="725805"/>
                      <a:pt x="361681" y="726472"/>
                    </a:cubicBezTo>
                    <a:cubicBezTo>
                      <a:pt x="360062" y="727043"/>
                      <a:pt x="356442" y="727234"/>
                      <a:pt x="354823" y="727805"/>
                    </a:cubicBezTo>
                    <a:cubicBezTo>
                      <a:pt x="353775" y="728186"/>
                      <a:pt x="351966" y="729710"/>
                      <a:pt x="351013" y="730282"/>
                    </a:cubicBezTo>
                    <a:cubicBezTo>
                      <a:pt x="349965" y="730853"/>
                      <a:pt x="347680" y="731615"/>
                      <a:pt x="346632" y="732282"/>
                    </a:cubicBezTo>
                    <a:cubicBezTo>
                      <a:pt x="345489" y="732949"/>
                      <a:pt x="343774" y="734854"/>
                      <a:pt x="342631" y="735425"/>
                    </a:cubicBezTo>
                    <a:cubicBezTo>
                      <a:pt x="341488" y="735997"/>
                      <a:pt x="338821" y="736092"/>
                      <a:pt x="337773" y="736663"/>
                    </a:cubicBezTo>
                    <a:cubicBezTo>
                      <a:pt x="336345" y="737330"/>
                      <a:pt x="334344" y="739902"/>
                      <a:pt x="333011" y="740569"/>
                    </a:cubicBezTo>
                    <a:cubicBezTo>
                      <a:pt x="332058" y="741045"/>
                      <a:pt x="330058" y="741712"/>
                      <a:pt x="329106" y="741521"/>
                    </a:cubicBezTo>
                    <a:cubicBezTo>
                      <a:pt x="328439" y="741426"/>
                      <a:pt x="327010" y="740569"/>
                      <a:pt x="326724" y="739902"/>
                    </a:cubicBezTo>
                    <a:cubicBezTo>
                      <a:pt x="326439" y="739235"/>
                      <a:pt x="326915" y="737616"/>
                      <a:pt x="327391" y="737045"/>
                    </a:cubicBezTo>
                    <a:cubicBezTo>
                      <a:pt x="327772" y="736568"/>
                      <a:pt x="329201" y="736568"/>
                      <a:pt x="329487" y="736092"/>
                    </a:cubicBezTo>
                    <a:cubicBezTo>
                      <a:pt x="329773" y="735711"/>
                      <a:pt x="329963" y="734378"/>
                      <a:pt x="329677" y="733997"/>
                    </a:cubicBezTo>
                    <a:cubicBezTo>
                      <a:pt x="329296" y="733330"/>
                      <a:pt x="327582" y="733044"/>
                      <a:pt x="326915" y="732663"/>
                    </a:cubicBezTo>
                    <a:cubicBezTo>
                      <a:pt x="326439" y="732282"/>
                      <a:pt x="325867" y="731044"/>
                      <a:pt x="325296" y="730758"/>
                    </a:cubicBezTo>
                    <a:cubicBezTo>
                      <a:pt x="324629" y="730377"/>
                      <a:pt x="322915" y="730091"/>
                      <a:pt x="322152" y="730282"/>
                    </a:cubicBezTo>
                    <a:cubicBezTo>
                      <a:pt x="320914" y="730472"/>
                      <a:pt x="318438" y="731615"/>
                      <a:pt x="317676" y="732568"/>
                    </a:cubicBezTo>
                    <a:cubicBezTo>
                      <a:pt x="317199" y="733235"/>
                      <a:pt x="316723" y="734949"/>
                      <a:pt x="317009" y="735616"/>
                    </a:cubicBezTo>
                    <a:cubicBezTo>
                      <a:pt x="317295" y="736283"/>
                      <a:pt x="319009" y="736568"/>
                      <a:pt x="319676" y="736854"/>
                    </a:cubicBezTo>
                    <a:cubicBezTo>
                      <a:pt x="320343" y="737140"/>
                      <a:pt x="321962" y="737330"/>
                      <a:pt x="322438" y="737902"/>
                    </a:cubicBezTo>
                    <a:cubicBezTo>
                      <a:pt x="323010" y="738759"/>
                      <a:pt x="323010" y="740950"/>
                      <a:pt x="322629" y="741902"/>
                    </a:cubicBezTo>
                    <a:cubicBezTo>
                      <a:pt x="322248" y="742855"/>
                      <a:pt x="320438" y="744188"/>
                      <a:pt x="319676" y="744855"/>
                    </a:cubicBezTo>
                    <a:cubicBezTo>
                      <a:pt x="318819" y="745617"/>
                      <a:pt x="317104" y="746951"/>
                      <a:pt x="316247" y="747713"/>
                    </a:cubicBezTo>
                    <a:cubicBezTo>
                      <a:pt x="315390" y="748475"/>
                      <a:pt x="313485" y="749808"/>
                      <a:pt x="312818" y="750665"/>
                    </a:cubicBezTo>
                    <a:cubicBezTo>
                      <a:pt x="311865" y="751904"/>
                      <a:pt x="310532" y="754666"/>
                      <a:pt x="310056" y="756190"/>
                    </a:cubicBezTo>
                    <a:cubicBezTo>
                      <a:pt x="309675" y="757428"/>
                      <a:pt x="309960" y="760095"/>
                      <a:pt x="309484" y="761333"/>
                    </a:cubicBezTo>
                    <a:cubicBezTo>
                      <a:pt x="309198" y="762095"/>
                      <a:pt x="308341" y="763810"/>
                      <a:pt x="307579" y="764191"/>
                    </a:cubicBezTo>
                    <a:cubicBezTo>
                      <a:pt x="307008" y="764477"/>
                      <a:pt x="305579" y="764286"/>
                      <a:pt x="305103" y="763905"/>
                    </a:cubicBezTo>
                    <a:cubicBezTo>
                      <a:pt x="304722" y="763524"/>
                      <a:pt x="305103" y="761810"/>
                      <a:pt x="304626" y="761524"/>
                    </a:cubicBezTo>
                    <a:cubicBezTo>
                      <a:pt x="303960" y="761238"/>
                      <a:pt x="303007" y="763048"/>
                      <a:pt x="302245" y="763334"/>
                    </a:cubicBezTo>
                    <a:cubicBezTo>
                      <a:pt x="301293" y="763619"/>
                      <a:pt x="299292" y="763714"/>
                      <a:pt x="298340" y="763429"/>
                    </a:cubicBezTo>
                    <a:cubicBezTo>
                      <a:pt x="297959" y="763334"/>
                      <a:pt x="297388" y="762572"/>
                      <a:pt x="297006" y="762572"/>
                    </a:cubicBezTo>
                    <a:cubicBezTo>
                      <a:pt x="296340" y="762476"/>
                      <a:pt x="295006" y="763143"/>
                      <a:pt x="294530" y="763619"/>
                    </a:cubicBezTo>
                    <a:cubicBezTo>
                      <a:pt x="294435" y="763810"/>
                      <a:pt x="294340" y="764000"/>
                      <a:pt x="294244" y="764191"/>
                    </a:cubicBezTo>
                    <a:cubicBezTo>
                      <a:pt x="293101" y="764191"/>
                      <a:pt x="291768" y="764286"/>
                      <a:pt x="291291" y="763905"/>
                    </a:cubicBezTo>
                    <a:cubicBezTo>
                      <a:pt x="290720" y="763429"/>
                      <a:pt x="290434" y="761714"/>
                      <a:pt x="289863" y="761143"/>
                    </a:cubicBezTo>
                    <a:cubicBezTo>
                      <a:pt x="289196" y="760571"/>
                      <a:pt x="287100" y="760476"/>
                      <a:pt x="286624" y="759714"/>
                    </a:cubicBezTo>
                    <a:cubicBezTo>
                      <a:pt x="286053" y="758952"/>
                      <a:pt x="286719" y="756856"/>
                      <a:pt x="286339" y="755999"/>
                    </a:cubicBezTo>
                    <a:cubicBezTo>
                      <a:pt x="286053" y="755428"/>
                      <a:pt x="284719" y="754761"/>
                      <a:pt x="284338" y="754189"/>
                    </a:cubicBezTo>
                    <a:cubicBezTo>
                      <a:pt x="283862" y="753523"/>
                      <a:pt x="283386" y="751808"/>
                      <a:pt x="283005" y="751046"/>
                    </a:cubicBezTo>
                    <a:cubicBezTo>
                      <a:pt x="282624" y="750284"/>
                      <a:pt x="281576" y="748855"/>
                      <a:pt x="281576" y="748094"/>
                    </a:cubicBezTo>
                    <a:cubicBezTo>
                      <a:pt x="281576" y="747236"/>
                      <a:pt x="283195" y="746093"/>
                      <a:pt x="283386" y="745236"/>
                    </a:cubicBezTo>
                    <a:cubicBezTo>
                      <a:pt x="283576" y="744188"/>
                      <a:pt x="283386" y="741807"/>
                      <a:pt x="282719" y="740950"/>
                    </a:cubicBezTo>
                    <a:cubicBezTo>
                      <a:pt x="282338" y="740378"/>
                      <a:pt x="280719" y="740188"/>
                      <a:pt x="280052" y="739712"/>
                    </a:cubicBezTo>
                    <a:cubicBezTo>
                      <a:pt x="279099" y="739045"/>
                      <a:pt x="277766" y="737140"/>
                      <a:pt x="276909" y="736378"/>
                    </a:cubicBezTo>
                    <a:cubicBezTo>
                      <a:pt x="276337" y="735806"/>
                      <a:pt x="274718" y="734949"/>
                      <a:pt x="274242" y="734282"/>
                    </a:cubicBezTo>
                    <a:cubicBezTo>
                      <a:pt x="273480" y="732949"/>
                      <a:pt x="273861" y="729520"/>
                      <a:pt x="273289" y="727996"/>
                    </a:cubicBezTo>
                    <a:cubicBezTo>
                      <a:pt x="272718" y="726281"/>
                      <a:pt x="271098" y="723138"/>
                      <a:pt x="270051" y="721709"/>
                    </a:cubicBezTo>
                    <a:cubicBezTo>
                      <a:pt x="269289" y="720757"/>
                      <a:pt x="267479" y="719138"/>
                      <a:pt x="266431" y="718566"/>
                    </a:cubicBezTo>
                    <a:cubicBezTo>
                      <a:pt x="265669" y="718090"/>
                      <a:pt x="263764" y="717613"/>
                      <a:pt x="263002" y="717042"/>
                    </a:cubicBezTo>
                    <a:cubicBezTo>
                      <a:pt x="262145" y="716471"/>
                      <a:pt x="260716" y="714947"/>
                      <a:pt x="260049" y="714185"/>
                    </a:cubicBezTo>
                    <a:cubicBezTo>
                      <a:pt x="258811" y="712851"/>
                      <a:pt x="256430" y="710089"/>
                      <a:pt x="255382" y="708565"/>
                    </a:cubicBezTo>
                    <a:cubicBezTo>
                      <a:pt x="254715" y="707517"/>
                      <a:pt x="253477" y="705422"/>
                      <a:pt x="253096" y="704279"/>
                    </a:cubicBezTo>
                    <a:cubicBezTo>
                      <a:pt x="252620" y="702850"/>
                      <a:pt x="252810" y="699706"/>
                      <a:pt x="252144" y="698373"/>
                    </a:cubicBezTo>
                    <a:cubicBezTo>
                      <a:pt x="251572" y="697325"/>
                      <a:pt x="249191" y="696278"/>
                      <a:pt x="248715" y="695230"/>
                    </a:cubicBezTo>
                    <a:cubicBezTo>
                      <a:pt x="248143" y="693992"/>
                      <a:pt x="248905" y="691229"/>
                      <a:pt x="248619" y="689896"/>
                    </a:cubicBezTo>
                    <a:cubicBezTo>
                      <a:pt x="248524" y="689229"/>
                      <a:pt x="247667" y="687896"/>
                      <a:pt x="247667" y="687134"/>
                    </a:cubicBezTo>
                    <a:cubicBezTo>
                      <a:pt x="247762" y="685800"/>
                      <a:pt x="249953" y="683800"/>
                      <a:pt x="250048" y="682562"/>
                    </a:cubicBezTo>
                    <a:cubicBezTo>
                      <a:pt x="250143" y="681323"/>
                      <a:pt x="248524" y="678942"/>
                      <a:pt x="248524" y="677609"/>
                    </a:cubicBezTo>
                    <a:cubicBezTo>
                      <a:pt x="248524" y="676656"/>
                      <a:pt x="249286" y="674942"/>
                      <a:pt x="249763" y="674180"/>
                    </a:cubicBezTo>
                    <a:cubicBezTo>
                      <a:pt x="250143" y="673513"/>
                      <a:pt x="251382" y="672465"/>
                      <a:pt x="251953" y="671798"/>
                    </a:cubicBezTo>
                    <a:cubicBezTo>
                      <a:pt x="252430" y="671322"/>
                      <a:pt x="253668" y="670370"/>
                      <a:pt x="253763" y="669703"/>
                    </a:cubicBezTo>
                    <a:cubicBezTo>
                      <a:pt x="253953" y="668750"/>
                      <a:pt x="252620" y="667036"/>
                      <a:pt x="252715" y="666083"/>
                    </a:cubicBezTo>
                    <a:cubicBezTo>
                      <a:pt x="252715" y="665131"/>
                      <a:pt x="253953" y="663607"/>
                      <a:pt x="254239" y="662654"/>
                    </a:cubicBezTo>
                    <a:cubicBezTo>
                      <a:pt x="254525" y="661321"/>
                      <a:pt x="254049" y="658463"/>
                      <a:pt x="254525" y="657130"/>
                    </a:cubicBezTo>
                    <a:cubicBezTo>
                      <a:pt x="254811" y="656177"/>
                      <a:pt x="256525" y="654844"/>
                      <a:pt x="256716" y="653891"/>
                    </a:cubicBezTo>
                    <a:cubicBezTo>
                      <a:pt x="257001" y="652653"/>
                      <a:pt x="255573" y="649986"/>
                      <a:pt x="255858" y="648653"/>
                    </a:cubicBezTo>
                    <a:cubicBezTo>
                      <a:pt x="256049" y="647986"/>
                      <a:pt x="257097" y="647033"/>
                      <a:pt x="257382" y="646367"/>
                    </a:cubicBezTo>
                    <a:cubicBezTo>
                      <a:pt x="257764" y="645509"/>
                      <a:pt x="258525" y="643604"/>
                      <a:pt x="258335" y="642652"/>
                    </a:cubicBezTo>
                    <a:cubicBezTo>
                      <a:pt x="258240" y="641890"/>
                      <a:pt x="256811" y="639794"/>
                      <a:pt x="256811" y="639794"/>
                    </a:cubicBezTo>
                    <a:lnTo>
                      <a:pt x="150417" y="651796"/>
                    </a:lnTo>
                    <a:lnTo>
                      <a:pt x="72883" y="659130"/>
                    </a:lnTo>
                    <a:lnTo>
                      <a:pt x="7542" y="665607"/>
                    </a:lnTo>
                    <a:cubicBezTo>
                      <a:pt x="7542" y="665607"/>
                      <a:pt x="9828" y="663416"/>
                      <a:pt x="10780" y="662750"/>
                    </a:cubicBezTo>
                    <a:cubicBezTo>
                      <a:pt x="11638" y="662178"/>
                      <a:pt x="13733" y="661511"/>
                      <a:pt x="14400" y="660749"/>
                    </a:cubicBezTo>
                    <a:cubicBezTo>
                      <a:pt x="15162" y="659892"/>
                      <a:pt x="16019" y="657511"/>
                      <a:pt x="15924" y="656368"/>
                    </a:cubicBezTo>
                    <a:cubicBezTo>
                      <a:pt x="15828" y="655225"/>
                      <a:pt x="14590" y="653034"/>
                      <a:pt x="13733" y="652177"/>
                    </a:cubicBezTo>
                    <a:cubicBezTo>
                      <a:pt x="12781" y="651320"/>
                      <a:pt x="10114" y="650938"/>
                      <a:pt x="9066" y="650177"/>
                    </a:cubicBezTo>
                    <a:cubicBezTo>
                      <a:pt x="8113" y="649510"/>
                      <a:pt x="6303" y="647795"/>
                      <a:pt x="6018" y="646652"/>
                    </a:cubicBezTo>
                    <a:cubicBezTo>
                      <a:pt x="5732" y="645890"/>
                      <a:pt x="6113" y="644176"/>
                      <a:pt x="6399" y="643414"/>
                    </a:cubicBezTo>
                    <a:cubicBezTo>
                      <a:pt x="6780" y="642652"/>
                      <a:pt x="8399" y="641604"/>
                      <a:pt x="8780" y="640842"/>
                    </a:cubicBezTo>
                    <a:cubicBezTo>
                      <a:pt x="9351" y="639794"/>
                      <a:pt x="10114" y="637604"/>
                      <a:pt x="10018" y="636461"/>
                    </a:cubicBezTo>
                    <a:cubicBezTo>
                      <a:pt x="9923" y="635318"/>
                      <a:pt x="8780" y="633222"/>
                      <a:pt x="8018" y="632460"/>
                    </a:cubicBezTo>
                    <a:cubicBezTo>
                      <a:pt x="6970" y="631508"/>
                      <a:pt x="3827" y="631317"/>
                      <a:pt x="2684" y="630555"/>
                    </a:cubicBezTo>
                    <a:cubicBezTo>
                      <a:pt x="1922" y="629984"/>
                      <a:pt x="398" y="628555"/>
                      <a:pt x="112" y="627697"/>
                    </a:cubicBezTo>
                    <a:cubicBezTo>
                      <a:pt x="-174" y="626840"/>
                      <a:pt x="112" y="624935"/>
                      <a:pt x="684" y="624269"/>
                    </a:cubicBezTo>
                    <a:cubicBezTo>
                      <a:pt x="1350" y="623411"/>
                      <a:pt x="3732" y="622840"/>
                      <a:pt x="4780" y="622935"/>
                    </a:cubicBezTo>
                    <a:cubicBezTo>
                      <a:pt x="5922" y="623030"/>
                      <a:pt x="7827" y="624745"/>
                      <a:pt x="8971" y="625030"/>
                    </a:cubicBezTo>
                    <a:cubicBezTo>
                      <a:pt x="9828" y="625221"/>
                      <a:pt x="11638" y="624935"/>
                      <a:pt x="12399" y="624840"/>
                    </a:cubicBezTo>
                    <a:cubicBezTo>
                      <a:pt x="13828" y="624554"/>
                      <a:pt x="17067" y="623983"/>
                      <a:pt x="18114" y="622840"/>
                    </a:cubicBezTo>
                    <a:cubicBezTo>
                      <a:pt x="18876" y="621887"/>
                      <a:pt x="18972" y="619315"/>
                      <a:pt x="18876" y="618172"/>
                    </a:cubicBezTo>
                    <a:cubicBezTo>
                      <a:pt x="18781" y="617030"/>
                      <a:pt x="17924" y="614744"/>
                      <a:pt x="17162" y="613886"/>
                    </a:cubicBezTo>
                    <a:cubicBezTo>
                      <a:pt x="16305" y="612838"/>
                      <a:pt x="13447" y="612172"/>
                      <a:pt x="12685" y="611029"/>
                    </a:cubicBezTo>
                    <a:cubicBezTo>
                      <a:pt x="12304" y="610362"/>
                      <a:pt x="12495" y="608647"/>
                      <a:pt x="12114" y="607886"/>
                    </a:cubicBezTo>
                    <a:cubicBezTo>
                      <a:pt x="11638" y="607219"/>
                      <a:pt x="10018" y="606647"/>
                      <a:pt x="9542" y="605980"/>
                    </a:cubicBezTo>
                    <a:cubicBezTo>
                      <a:pt x="8971" y="605314"/>
                      <a:pt x="8208" y="603695"/>
                      <a:pt x="8113" y="602837"/>
                    </a:cubicBezTo>
                    <a:cubicBezTo>
                      <a:pt x="8018" y="601694"/>
                      <a:pt x="8780" y="599408"/>
                      <a:pt x="9447" y="598551"/>
                    </a:cubicBezTo>
                    <a:cubicBezTo>
                      <a:pt x="9923" y="597980"/>
                      <a:pt x="11542" y="596932"/>
                      <a:pt x="12304" y="597122"/>
                    </a:cubicBezTo>
                    <a:cubicBezTo>
                      <a:pt x="12781" y="597218"/>
                      <a:pt x="13352" y="598170"/>
                      <a:pt x="13542" y="598646"/>
                    </a:cubicBezTo>
                    <a:cubicBezTo>
                      <a:pt x="13923" y="599408"/>
                      <a:pt x="14209" y="601218"/>
                      <a:pt x="14114" y="602075"/>
                    </a:cubicBezTo>
                    <a:cubicBezTo>
                      <a:pt x="14019" y="602647"/>
                      <a:pt x="13066" y="603695"/>
                      <a:pt x="13257" y="604266"/>
                    </a:cubicBezTo>
                    <a:cubicBezTo>
                      <a:pt x="13352" y="604647"/>
                      <a:pt x="14305" y="605028"/>
                      <a:pt x="14685" y="605219"/>
                    </a:cubicBezTo>
                    <a:cubicBezTo>
                      <a:pt x="15352" y="605790"/>
                      <a:pt x="16400" y="607219"/>
                      <a:pt x="17162" y="607505"/>
                    </a:cubicBezTo>
                    <a:cubicBezTo>
                      <a:pt x="18114" y="607886"/>
                      <a:pt x="20210" y="607505"/>
                      <a:pt x="21163" y="607123"/>
                    </a:cubicBezTo>
                    <a:cubicBezTo>
                      <a:pt x="21924" y="606838"/>
                      <a:pt x="23448" y="605790"/>
                      <a:pt x="23734" y="605028"/>
                    </a:cubicBezTo>
                    <a:cubicBezTo>
                      <a:pt x="24115" y="603885"/>
                      <a:pt x="23067" y="601409"/>
                      <a:pt x="22401" y="600456"/>
                    </a:cubicBezTo>
                    <a:cubicBezTo>
                      <a:pt x="21924" y="599789"/>
                      <a:pt x="20305" y="599218"/>
                      <a:pt x="19639" y="598646"/>
                    </a:cubicBezTo>
                    <a:cubicBezTo>
                      <a:pt x="18781" y="597884"/>
                      <a:pt x="16781" y="595503"/>
                      <a:pt x="16590" y="595313"/>
                    </a:cubicBezTo>
                    <a:cubicBezTo>
                      <a:pt x="16495" y="595122"/>
                      <a:pt x="15352" y="592646"/>
                      <a:pt x="15066" y="591693"/>
                    </a:cubicBezTo>
                    <a:cubicBezTo>
                      <a:pt x="14685" y="590360"/>
                      <a:pt x="14495" y="587693"/>
                      <a:pt x="14400" y="586264"/>
                    </a:cubicBezTo>
                    <a:cubicBezTo>
                      <a:pt x="14400" y="585121"/>
                      <a:pt x="13923" y="582454"/>
                      <a:pt x="14781" y="581787"/>
                    </a:cubicBezTo>
                    <a:cubicBezTo>
                      <a:pt x="15543" y="581120"/>
                      <a:pt x="17733" y="582168"/>
                      <a:pt x="18781" y="582073"/>
                    </a:cubicBezTo>
                    <a:cubicBezTo>
                      <a:pt x="19543" y="581978"/>
                      <a:pt x="21163" y="581597"/>
                      <a:pt x="21924" y="581215"/>
                    </a:cubicBezTo>
                    <a:cubicBezTo>
                      <a:pt x="22877" y="580739"/>
                      <a:pt x="24401" y="579311"/>
                      <a:pt x="25163" y="578548"/>
                    </a:cubicBezTo>
                    <a:cubicBezTo>
                      <a:pt x="26306" y="577405"/>
                      <a:pt x="29068" y="575120"/>
                      <a:pt x="29259" y="573500"/>
                    </a:cubicBezTo>
                    <a:cubicBezTo>
                      <a:pt x="29354" y="572643"/>
                      <a:pt x="28687" y="570833"/>
                      <a:pt x="28021" y="570357"/>
                    </a:cubicBezTo>
                    <a:cubicBezTo>
                      <a:pt x="27449" y="569976"/>
                      <a:pt x="25830" y="569881"/>
                      <a:pt x="25163" y="570167"/>
                    </a:cubicBezTo>
                    <a:cubicBezTo>
                      <a:pt x="24401" y="570452"/>
                      <a:pt x="23544" y="571976"/>
                      <a:pt x="22782" y="572453"/>
                    </a:cubicBezTo>
                    <a:cubicBezTo>
                      <a:pt x="22020" y="573024"/>
                      <a:pt x="20115" y="573977"/>
                      <a:pt x="19162" y="573881"/>
                    </a:cubicBezTo>
                    <a:cubicBezTo>
                      <a:pt x="18114" y="573786"/>
                      <a:pt x="16400" y="572548"/>
                      <a:pt x="15543" y="571881"/>
                    </a:cubicBezTo>
                    <a:cubicBezTo>
                      <a:pt x="14781" y="571310"/>
                      <a:pt x="13161" y="569976"/>
                      <a:pt x="12876" y="569023"/>
                    </a:cubicBezTo>
                    <a:cubicBezTo>
                      <a:pt x="12590" y="568071"/>
                      <a:pt x="13066" y="565880"/>
                      <a:pt x="13542" y="565023"/>
                    </a:cubicBezTo>
                    <a:cubicBezTo>
                      <a:pt x="13828" y="564547"/>
                      <a:pt x="14685" y="563785"/>
                      <a:pt x="15257" y="563785"/>
                    </a:cubicBezTo>
                    <a:cubicBezTo>
                      <a:pt x="16114" y="563689"/>
                      <a:pt x="17638" y="564547"/>
                      <a:pt x="18305" y="565023"/>
                    </a:cubicBezTo>
                    <a:cubicBezTo>
                      <a:pt x="19162" y="565595"/>
                      <a:pt x="20400" y="567404"/>
                      <a:pt x="21353" y="567785"/>
                    </a:cubicBezTo>
                    <a:cubicBezTo>
                      <a:pt x="21924" y="567976"/>
                      <a:pt x="23163" y="567976"/>
                      <a:pt x="23734" y="567880"/>
                    </a:cubicBezTo>
                    <a:cubicBezTo>
                      <a:pt x="24591" y="567785"/>
                      <a:pt x="26211" y="567404"/>
                      <a:pt x="26877" y="566928"/>
                    </a:cubicBezTo>
                    <a:cubicBezTo>
                      <a:pt x="27544" y="566452"/>
                      <a:pt x="28592" y="564928"/>
                      <a:pt x="28878" y="564071"/>
                    </a:cubicBezTo>
                    <a:cubicBezTo>
                      <a:pt x="29354" y="562356"/>
                      <a:pt x="28687" y="558641"/>
                      <a:pt x="28306" y="556831"/>
                    </a:cubicBezTo>
                    <a:cubicBezTo>
                      <a:pt x="28116" y="555784"/>
                      <a:pt x="26782" y="553879"/>
                      <a:pt x="26877" y="552831"/>
                    </a:cubicBezTo>
                    <a:cubicBezTo>
                      <a:pt x="26973" y="551783"/>
                      <a:pt x="28497" y="550069"/>
                      <a:pt x="29354" y="549307"/>
                    </a:cubicBezTo>
                    <a:cubicBezTo>
                      <a:pt x="30021" y="548830"/>
                      <a:pt x="31735" y="548640"/>
                      <a:pt x="32307" y="548069"/>
                    </a:cubicBezTo>
                    <a:cubicBezTo>
                      <a:pt x="32878" y="547592"/>
                      <a:pt x="33735" y="546068"/>
                      <a:pt x="33640" y="545306"/>
                    </a:cubicBezTo>
                    <a:cubicBezTo>
                      <a:pt x="33545" y="544354"/>
                      <a:pt x="31640" y="543115"/>
                      <a:pt x="31449" y="542163"/>
                    </a:cubicBezTo>
                    <a:cubicBezTo>
                      <a:pt x="31164" y="541115"/>
                      <a:pt x="31735" y="539020"/>
                      <a:pt x="31831" y="537877"/>
                    </a:cubicBezTo>
                    <a:cubicBezTo>
                      <a:pt x="32021" y="536258"/>
                      <a:pt x="31545" y="532829"/>
                      <a:pt x="32402" y="531495"/>
                    </a:cubicBezTo>
                    <a:cubicBezTo>
                      <a:pt x="32973" y="530638"/>
                      <a:pt x="34974" y="529685"/>
                      <a:pt x="35926" y="529400"/>
                    </a:cubicBezTo>
                    <a:cubicBezTo>
                      <a:pt x="36498" y="529209"/>
                      <a:pt x="37641" y="529114"/>
                      <a:pt x="38117" y="529400"/>
                    </a:cubicBezTo>
                    <a:cubicBezTo>
                      <a:pt x="38879" y="529780"/>
                      <a:pt x="39260" y="531686"/>
                      <a:pt x="39736" y="532352"/>
                    </a:cubicBezTo>
                    <a:cubicBezTo>
                      <a:pt x="40403" y="533400"/>
                      <a:pt x="41832" y="535686"/>
                      <a:pt x="42975" y="535972"/>
                    </a:cubicBezTo>
                    <a:cubicBezTo>
                      <a:pt x="43546" y="536162"/>
                      <a:pt x="44880" y="535686"/>
                      <a:pt x="45356" y="535210"/>
                    </a:cubicBezTo>
                    <a:cubicBezTo>
                      <a:pt x="45927" y="534543"/>
                      <a:pt x="46213" y="532447"/>
                      <a:pt x="45832" y="531686"/>
                    </a:cubicBezTo>
                    <a:cubicBezTo>
                      <a:pt x="45451" y="530923"/>
                      <a:pt x="43641" y="530447"/>
                      <a:pt x="43070" y="529780"/>
                    </a:cubicBezTo>
                    <a:cubicBezTo>
                      <a:pt x="42689" y="529304"/>
                      <a:pt x="41736" y="528161"/>
                      <a:pt x="41927" y="527495"/>
                    </a:cubicBezTo>
                    <a:cubicBezTo>
                      <a:pt x="42117" y="526923"/>
                      <a:pt x="43546" y="526542"/>
                      <a:pt x="44118" y="526256"/>
                    </a:cubicBezTo>
                    <a:cubicBezTo>
                      <a:pt x="44594" y="525971"/>
                      <a:pt x="45642" y="525304"/>
                      <a:pt x="46118" y="524923"/>
                    </a:cubicBezTo>
                    <a:cubicBezTo>
                      <a:pt x="46880" y="524256"/>
                      <a:pt x="47928" y="522351"/>
                      <a:pt x="48690" y="521684"/>
                    </a:cubicBezTo>
                    <a:cubicBezTo>
                      <a:pt x="49071" y="521303"/>
                      <a:pt x="50118" y="520732"/>
                      <a:pt x="50595" y="520446"/>
                    </a:cubicBezTo>
                    <a:cubicBezTo>
                      <a:pt x="51166" y="520065"/>
                      <a:pt x="52690" y="519303"/>
                      <a:pt x="52881" y="518636"/>
                    </a:cubicBezTo>
                    <a:cubicBezTo>
                      <a:pt x="53262" y="517398"/>
                      <a:pt x="51452" y="515017"/>
                      <a:pt x="51357" y="513683"/>
                    </a:cubicBezTo>
                    <a:cubicBezTo>
                      <a:pt x="51357" y="512636"/>
                      <a:pt x="51642" y="510540"/>
                      <a:pt x="52119" y="509683"/>
                    </a:cubicBezTo>
                    <a:cubicBezTo>
                      <a:pt x="52690" y="508826"/>
                      <a:pt x="54500" y="507587"/>
                      <a:pt x="55548" y="507302"/>
                    </a:cubicBezTo>
                    <a:cubicBezTo>
                      <a:pt x="56500" y="507016"/>
                      <a:pt x="58691" y="507683"/>
                      <a:pt x="59643" y="507397"/>
                    </a:cubicBezTo>
                    <a:cubicBezTo>
                      <a:pt x="60786" y="507016"/>
                      <a:pt x="62691" y="505111"/>
                      <a:pt x="63453" y="504158"/>
                    </a:cubicBezTo>
                    <a:cubicBezTo>
                      <a:pt x="63834" y="503682"/>
                      <a:pt x="64501" y="502348"/>
                      <a:pt x="64406" y="501777"/>
                    </a:cubicBezTo>
                    <a:cubicBezTo>
                      <a:pt x="64215" y="501015"/>
                      <a:pt x="63072" y="499586"/>
                      <a:pt x="62310" y="499301"/>
                    </a:cubicBezTo>
                    <a:cubicBezTo>
                      <a:pt x="61358" y="498920"/>
                      <a:pt x="59263" y="499681"/>
                      <a:pt x="58215" y="499491"/>
                    </a:cubicBezTo>
                    <a:cubicBezTo>
                      <a:pt x="57072" y="499301"/>
                      <a:pt x="54595" y="498729"/>
                      <a:pt x="53833" y="497872"/>
                    </a:cubicBezTo>
                    <a:cubicBezTo>
                      <a:pt x="53262" y="497300"/>
                      <a:pt x="52595" y="495395"/>
                      <a:pt x="52881" y="494633"/>
                    </a:cubicBezTo>
                    <a:cubicBezTo>
                      <a:pt x="53071" y="493776"/>
                      <a:pt x="54595" y="492633"/>
                      <a:pt x="55452" y="492347"/>
                    </a:cubicBezTo>
                    <a:cubicBezTo>
                      <a:pt x="56119" y="492062"/>
                      <a:pt x="57834" y="492157"/>
                      <a:pt x="58500" y="492538"/>
                    </a:cubicBezTo>
                    <a:cubicBezTo>
                      <a:pt x="59072" y="492823"/>
                      <a:pt x="59739" y="494062"/>
                      <a:pt x="60120" y="494538"/>
                    </a:cubicBezTo>
                    <a:cubicBezTo>
                      <a:pt x="60501" y="495014"/>
                      <a:pt x="61263" y="496253"/>
                      <a:pt x="61930" y="496253"/>
                    </a:cubicBezTo>
                    <a:cubicBezTo>
                      <a:pt x="62596" y="496253"/>
                      <a:pt x="63644" y="495205"/>
                      <a:pt x="64025" y="494633"/>
                    </a:cubicBezTo>
                    <a:cubicBezTo>
                      <a:pt x="64501" y="493871"/>
                      <a:pt x="64311" y="491966"/>
                      <a:pt x="64787" y="491204"/>
                    </a:cubicBezTo>
                    <a:cubicBezTo>
                      <a:pt x="65168" y="490728"/>
                      <a:pt x="66311" y="490442"/>
                      <a:pt x="66787" y="490061"/>
                    </a:cubicBezTo>
                    <a:cubicBezTo>
                      <a:pt x="67930" y="489299"/>
                      <a:pt x="70026" y="487489"/>
                      <a:pt x="70978" y="486442"/>
                    </a:cubicBezTo>
                    <a:cubicBezTo>
                      <a:pt x="71550" y="485870"/>
                      <a:pt x="72598" y="484537"/>
                      <a:pt x="72788" y="483775"/>
                    </a:cubicBezTo>
                    <a:cubicBezTo>
                      <a:pt x="73074" y="482632"/>
                      <a:pt x="72978" y="480251"/>
                      <a:pt x="72502" y="479203"/>
                    </a:cubicBezTo>
                    <a:cubicBezTo>
                      <a:pt x="72216" y="478536"/>
                      <a:pt x="70978" y="477679"/>
                      <a:pt x="70407" y="477298"/>
                    </a:cubicBezTo>
                    <a:cubicBezTo>
                      <a:pt x="69645" y="476821"/>
                      <a:pt x="67740" y="475583"/>
                      <a:pt x="66978" y="476060"/>
                    </a:cubicBezTo>
                    <a:cubicBezTo>
                      <a:pt x="66406" y="476440"/>
                      <a:pt x="66692" y="477964"/>
                      <a:pt x="66692" y="478631"/>
                    </a:cubicBezTo>
                    <a:cubicBezTo>
                      <a:pt x="66692" y="479298"/>
                      <a:pt x="67073" y="480727"/>
                      <a:pt x="67168" y="481394"/>
                    </a:cubicBezTo>
                    <a:cubicBezTo>
                      <a:pt x="67264" y="482060"/>
                      <a:pt x="68025" y="483584"/>
                      <a:pt x="67549" y="484156"/>
                    </a:cubicBezTo>
                    <a:cubicBezTo>
                      <a:pt x="67168" y="484632"/>
                      <a:pt x="65739" y="484537"/>
                      <a:pt x="65168" y="484442"/>
                    </a:cubicBezTo>
                    <a:cubicBezTo>
                      <a:pt x="64215" y="484346"/>
                      <a:pt x="62501" y="483394"/>
                      <a:pt x="61548" y="483394"/>
                    </a:cubicBezTo>
                    <a:cubicBezTo>
                      <a:pt x="60596" y="483489"/>
                      <a:pt x="58881" y="484632"/>
                      <a:pt x="58024" y="484918"/>
                    </a:cubicBezTo>
                    <a:cubicBezTo>
                      <a:pt x="57167" y="485204"/>
                      <a:pt x="55357" y="485775"/>
                      <a:pt x="54500" y="485585"/>
                    </a:cubicBezTo>
                    <a:cubicBezTo>
                      <a:pt x="53452" y="485489"/>
                      <a:pt x="51452" y="484632"/>
                      <a:pt x="50785" y="483870"/>
                    </a:cubicBezTo>
                    <a:cubicBezTo>
                      <a:pt x="50023" y="482918"/>
                      <a:pt x="49642" y="480251"/>
                      <a:pt x="49833" y="479012"/>
                    </a:cubicBezTo>
                    <a:cubicBezTo>
                      <a:pt x="50023" y="477393"/>
                      <a:pt x="51357" y="474250"/>
                      <a:pt x="52690" y="473297"/>
                    </a:cubicBezTo>
                    <a:cubicBezTo>
                      <a:pt x="53547" y="472726"/>
                      <a:pt x="55929" y="473202"/>
                      <a:pt x="56881" y="472821"/>
                    </a:cubicBezTo>
                    <a:cubicBezTo>
                      <a:pt x="57834" y="472345"/>
                      <a:pt x="58977" y="470345"/>
                      <a:pt x="59929" y="469963"/>
                    </a:cubicBezTo>
                    <a:cubicBezTo>
                      <a:pt x="60786" y="469678"/>
                      <a:pt x="62882" y="470535"/>
                      <a:pt x="63644" y="470154"/>
                    </a:cubicBezTo>
                    <a:cubicBezTo>
                      <a:pt x="64501" y="469678"/>
                      <a:pt x="64882" y="467296"/>
                      <a:pt x="65739" y="466725"/>
                    </a:cubicBezTo>
                    <a:cubicBezTo>
                      <a:pt x="66311" y="466344"/>
                      <a:pt x="67930" y="465963"/>
                      <a:pt x="68502" y="466344"/>
                    </a:cubicBezTo>
                    <a:cubicBezTo>
                      <a:pt x="69073" y="466725"/>
                      <a:pt x="68788" y="468344"/>
                      <a:pt x="69168" y="468725"/>
                    </a:cubicBezTo>
                    <a:cubicBezTo>
                      <a:pt x="69835" y="469392"/>
                      <a:pt x="71740" y="470249"/>
                      <a:pt x="72598" y="469963"/>
                    </a:cubicBezTo>
                    <a:cubicBezTo>
                      <a:pt x="73550" y="469678"/>
                      <a:pt x="74407" y="467678"/>
                      <a:pt x="74693" y="466725"/>
                    </a:cubicBezTo>
                    <a:cubicBezTo>
                      <a:pt x="75074" y="465772"/>
                      <a:pt x="75646" y="463772"/>
                      <a:pt x="75360" y="462725"/>
                    </a:cubicBezTo>
                    <a:cubicBezTo>
                      <a:pt x="75169" y="461963"/>
                      <a:pt x="73645" y="460915"/>
                      <a:pt x="73550" y="460058"/>
                    </a:cubicBezTo>
                    <a:cubicBezTo>
                      <a:pt x="73359" y="459391"/>
                      <a:pt x="73550" y="457581"/>
                      <a:pt x="74122" y="457200"/>
                    </a:cubicBezTo>
                    <a:cubicBezTo>
                      <a:pt x="74979" y="456724"/>
                      <a:pt x="76884" y="458343"/>
                      <a:pt x="77836" y="458248"/>
                    </a:cubicBezTo>
                    <a:cubicBezTo>
                      <a:pt x="78598" y="458153"/>
                      <a:pt x="79932" y="457295"/>
                      <a:pt x="80503" y="456724"/>
                    </a:cubicBezTo>
                    <a:cubicBezTo>
                      <a:pt x="81456" y="455962"/>
                      <a:pt x="83361" y="454152"/>
                      <a:pt x="83647" y="453009"/>
                    </a:cubicBezTo>
                    <a:cubicBezTo>
                      <a:pt x="83932" y="451961"/>
                      <a:pt x="83647" y="449675"/>
                      <a:pt x="82980" y="448913"/>
                    </a:cubicBezTo>
                    <a:cubicBezTo>
                      <a:pt x="82218" y="448151"/>
                      <a:pt x="79836" y="447865"/>
                      <a:pt x="78693" y="447961"/>
                    </a:cubicBezTo>
                    <a:cubicBezTo>
                      <a:pt x="77455" y="448056"/>
                      <a:pt x="75264" y="449771"/>
                      <a:pt x="74026" y="449866"/>
                    </a:cubicBezTo>
                    <a:cubicBezTo>
                      <a:pt x="72978" y="449961"/>
                      <a:pt x="70597" y="449485"/>
                      <a:pt x="69835" y="448723"/>
                    </a:cubicBezTo>
                    <a:cubicBezTo>
                      <a:pt x="69168" y="448056"/>
                      <a:pt x="68692" y="446151"/>
                      <a:pt x="68692" y="445198"/>
                    </a:cubicBezTo>
                    <a:cubicBezTo>
                      <a:pt x="68597" y="444055"/>
                      <a:pt x="68788" y="441674"/>
                      <a:pt x="69645" y="440912"/>
                    </a:cubicBezTo>
                    <a:cubicBezTo>
                      <a:pt x="70407" y="440246"/>
                      <a:pt x="72978" y="441103"/>
                      <a:pt x="73645" y="440341"/>
                    </a:cubicBezTo>
                    <a:cubicBezTo>
                      <a:pt x="74407" y="439388"/>
                      <a:pt x="73836" y="436721"/>
                      <a:pt x="73455" y="435578"/>
                    </a:cubicBezTo>
                    <a:cubicBezTo>
                      <a:pt x="73169" y="434816"/>
                      <a:pt x="72407" y="433197"/>
                      <a:pt x="71645" y="432816"/>
                    </a:cubicBezTo>
                    <a:cubicBezTo>
                      <a:pt x="70978" y="432435"/>
                      <a:pt x="69264" y="432626"/>
                      <a:pt x="68597" y="433006"/>
                    </a:cubicBezTo>
                    <a:cubicBezTo>
                      <a:pt x="67549" y="433673"/>
                      <a:pt x="67264" y="436721"/>
                      <a:pt x="66216" y="437293"/>
                    </a:cubicBezTo>
                    <a:cubicBezTo>
                      <a:pt x="65454" y="437674"/>
                      <a:pt x="63549" y="437102"/>
                      <a:pt x="62691" y="436721"/>
                    </a:cubicBezTo>
                    <a:cubicBezTo>
                      <a:pt x="61739" y="436245"/>
                      <a:pt x="60406" y="434245"/>
                      <a:pt x="59453" y="433769"/>
                    </a:cubicBezTo>
                    <a:cubicBezTo>
                      <a:pt x="58691" y="433292"/>
                      <a:pt x="56691" y="433388"/>
                      <a:pt x="55929" y="432911"/>
                    </a:cubicBezTo>
                    <a:cubicBezTo>
                      <a:pt x="55167" y="432435"/>
                      <a:pt x="54119" y="431006"/>
                      <a:pt x="53738" y="430339"/>
                    </a:cubicBezTo>
                    <a:cubicBezTo>
                      <a:pt x="53262" y="429387"/>
                      <a:pt x="52785" y="426339"/>
                      <a:pt x="52785" y="426148"/>
                    </a:cubicBezTo>
                    <a:cubicBezTo>
                      <a:pt x="52785" y="425958"/>
                      <a:pt x="53833" y="423672"/>
                      <a:pt x="54024" y="422815"/>
                    </a:cubicBezTo>
                    <a:cubicBezTo>
                      <a:pt x="54214" y="422243"/>
                      <a:pt x="54024" y="420529"/>
                      <a:pt x="54690" y="420243"/>
                    </a:cubicBezTo>
                    <a:cubicBezTo>
                      <a:pt x="55452" y="419957"/>
                      <a:pt x="56786" y="421291"/>
                      <a:pt x="57357" y="421767"/>
                    </a:cubicBezTo>
                    <a:cubicBezTo>
                      <a:pt x="58119" y="422338"/>
                      <a:pt x="59358" y="423863"/>
                      <a:pt x="59929" y="424625"/>
                    </a:cubicBezTo>
                    <a:cubicBezTo>
                      <a:pt x="60501" y="425387"/>
                      <a:pt x="61167" y="427196"/>
                      <a:pt x="62025" y="427768"/>
                    </a:cubicBezTo>
                    <a:cubicBezTo>
                      <a:pt x="62882" y="428339"/>
                      <a:pt x="65168" y="428720"/>
                      <a:pt x="66216" y="428720"/>
                    </a:cubicBezTo>
                    <a:cubicBezTo>
                      <a:pt x="66882" y="428720"/>
                      <a:pt x="68216" y="428435"/>
                      <a:pt x="68597" y="428054"/>
                    </a:cubicBezTo>
                    <a:cubicBezTo>
                      <a:pt x="69073" y="427577"/>
                      <a:pt x="69264" y="425958"/>
                      <a:pt x="69073" y="425291"/>
                    </a:cubicBezTo>
                    <a:cubicBezTo>
                      <a:pt x="68883" y="424529"/>
                      <a:pt x="68025" y="423196"/>
                      <a:pt x="67454" y="422815"/>
                    </a:cubicBezTo>
                    <a:cubicBezTo>
                      <a:pt x="66406" y="422148"/>
                      <a:pt x="63644" y="422338"/>
                      <a:pt x="62406" y="421862"/>
                    </a:cubicBezTo>
                    <a:cubicBezTo>
                      <a:pt x="61548" y="421577"/>
                      <a:pt x="59929" y="420719"/>
                      <a:pt x="59263" y="420243"/>
                    </a:cubicBezTo>
                    <a:cubicBezTo>
                      <a:pt x="58596" y="419767"/>
                      <a:pt x="56976" y="418719"/>
                      <a:pt x="56881" y="417957"/>
                    </a:cubicBezTo>
                    <a:cubicBezTo>
                      <a:pt x="56786" y="417290"/>
                      <a:pt x="57739" y="416052"/>
                      <a:pt x="58310" y="415671"/>
                    </a:cubicBezTo>
                    <a:cubicBezTo>
                      <a:pt x="59263" y="414909"/>
                      <a:pt x="61834" y="414909"/>
                      <a:pt x="62882" y="414242"/>
                    </a:cubicBezTo>
                    <a:cubicBezTo>
                      <a:pt x="64120" y="413480"/>
                      <a:pt x="66311" y="411385"/>
                      <a:pt x="66692" y="409956"/>
                    </a:cubicBezTo>
                    <a:cubicBezTo>
                      <a:pt x="67073" y="408718"/>
                      <a:pt x="66692" y="405955"/>
                      <a:pt x="66025" y="404813"/>
                    </a:cubicBezTo>
                    <a:cubicBezTo>
                      <a:pt x="65549" y="404051"/>
                      <a:pt x="63739" y="402908"/>
                      <a:pt x="62787" y="403003"/>
                    </a:cubicBezTo>
                    <a:cubicBezTo>
                      <a:pt x="62025" y="403098"/>
                      <a:pt x="60882" y="404527"/>
                      <a:pt x="60501" y="405194"/>
                    </a:cubicBezTo>
                    <a:cubicBezTo>
                      <a:pt x="60024" y="405955"/>
                      <a:pt x="59739" y="407956"/>
                      <a:pt x="59263" y="408718"/>
                    </a:cubicBezTo>
                    <a:cubicBezTo>
                      <a:pt x="58691" y="409575"/>
                      <a:pt x="56976" y="410813"/>
                      <a:pt x="56119" y="411385"/>
                    </a:cubicBezTo>
                    <a:cubicBezTo>
                      <a:pt x="55072" y="412052"/>
                      <a:pt x="52690" y="413480"/>
                      <a:pt x="51452" y="413480"/>
                    </a:cubicBezTo>
                    <a:cubicBezTo>
                      <a:pt x="50499" y="413385"/>
                      <a:pt x="48690" y="412242"/>
                      <a:pt x="48023" y="411480"/>
                    </a:cubicBezTo>
                    <a:cubicBezTo>
                      <a:pt x="47261" y="410528"/>
                      <a:pt x="46594" y="407956"/>
                      <a:pt x="46785" y="406718"/>
                    </a:cubicBezTo>
                    <a:cubicBezTo>
                      <a:pt x="46975" y="405194"/>
                      <a:pt x="48785" y="402622"/>
                      <a:pt x="49738" y="401479"/>
                    </a:cubicBezTo>
                    <a:cubicBezTo>
                      <a:pt x="50785" y="400336"/>
                      <a:pt x="53738" y="398907"/>
                      <a:pt x="54881" y="397859"/>
                    </a:cubicBezTo>
                    <a:cubicBezTo>
                      <a:pt x="55833" y="397002"/>
                      <a:pt x="58024" y="395097"/>
                      <a:pt x="58215" y="393859"/>
                    </a:cubicBezTo>
                    <a:cubicBezTo>
                      <a:pt x="58405" y="392716"/>
                      <a:pt x="57262" y="390525"/>
                      <a:pt x="56405" y="389858"/>
                    </a:cubicBezTo>
                    <a:cubicBezTo>
                      <a:pt x="55167" y="389001"/>
                      <a:pt x="51928" y="389096"/>
                      <a:pt x="50499" y="389096"/>
                    </a:cubicBezTo>
                    <a:cubicBezTo>
                      <a:pt x="49452" y="389096"/>
                      <a:pt x="47261" y="389954"/>
                      <a:pt x="46308" y="389477"/>
                    </a:cubicBezTo>
                    <a:cubicBezTo>
                      <a:pt x="45451" y="389096"/>
                      <a:pt x="44308" y="387287"/>
                      <a:pt x="43927" y="386429"/>
                    </a:cubicBezTo>
                    <a:cubicBezTo>
                      <a:pt x="43356" y="385191"/>
                      <a:pt x="42975" y="382619"/>
                      <a:pt x="42975" y="381286"/>
                    </a:cubicBezTo>
                    <a:cubicBezTo>
                      <a:pt x="42975" y="379476"/>
                      <a:pt x="43165" y="375856"/>
                      <a:pt x="44022" y="374333"/>
                    </a:cubicBezTo>
                    <a:cubicBezTo>
                      <a:pt x="44594" y="373380"/>
                      <a:pt x="46499" y="371951"/>
                      <a:pt x="47451" y="371380"/>
                    </a:cubicBezTo>
                    <a:cubicBezTo>
                      <a:pt x="48499" y="370713"/>
                      <a:pt x="51071" y="370046"/>
                      <a:pt x="51928" y="369189"/>
                    </a:cubicBezTo>
                    <a:cubicBezTo>
                      <a:pt x="53071" y="367951"/>
                      <a:pt x="54881" y="364808"/>
                      <a:pt x="54786" y="363188"/>
                    </a:cubicBezTo>
                    <a:cubicBezTo>
                      <a:pt x="54786" y="361379"/>
                      <a:pt x="52119" y="358616"/>
                      <a:pt x="51452" y="356997"/>
                    </a:cubicBezTo>
                    <a:cubicBezTo>
                      <a:pt x="50976" y="355949"/>
                      <a:pt x="50881" y="353473"/>
                      <a:pt x="50118" y="352615"/>
                    </a:cubicBezTo>
                    <a:cubicBezTo>
                      <a:pt x="49547" y="351949"/>
                      <a:pt x="47737" y="350996"/>
                      <a:pt x="46880" y="351092"/>
                    </a:cubicBezTo>
                    <a:cubicBezTo>
                      <a:pt x="46213" y="351187"/>
                      <a:pt x="44975" y="352139"/>
                      <a:pt x="44594" y="352711"/>
                    </a:cubicBezTo>
                    <a:cubicBezTo>
                      <a:pt x="44118" y="353378"/>
                      <a:pt x="43641" y="355092"/>
                      <a:pt x="43737" y="355854"/>
                    </a:cubicBezTo>
                    <a:cubicBezTo>
                      <a:pt x="43927" y="356997"/>
                      <a:pt x="45642" y="358616"/>
                      <a:pt x="45832" y="359759"/>
                    </a:cubicBezTo>
                    <a:cubicBezTo>
                      <a:pt x="46023" y="361093"/>
                      <a:pt x="45451" y="363855"/>
                      <a:pt x="44594" y="364903"/>
                    </a:cubicBezTo>
                    <a:cubicBezTo>
                      <a:pt x="43927" y="365570"/>
                      <a:pt x="41832" y="366236"/>
                      <a:pt x="40879" y="366236"/>
                    </a:cubicBezTo>
                    <a:cubicBezTo>
                      <a:pt x="39641" y="366141"/>
                      <a:pt x="37355" y="364998"/>
                      <a:pt x="36593" y="364141"/>
                    </a:cubicBezTo>
                    <a:cubicBezTo>
                      <a:pt x="35831" y="363379"/>
                      <a:pt x="34974" y="361379"/>
                      <a:pt x="34878" y="360331"/>
                    </a:cubicBezTo>
                    <a:cubicBezTo>
                      <a:pt x="34783" y="358997"/>
                      <a:pt x="35545" y="356426"/>
                      <a:pt x="36117" y="355187"/>
                    </a:cubicBezTo>
                    <a:cubicBezTo>
                      <a:pt x="36783" y="354044"/>
                      <a:pt x="39355" y="352615"/>
                      <a:pt x="39927" y="351377"/>
                    </a:cubicBezTo>
                    <a:cubicBezTo>
                      <a:pt x="39450" y="351949"/>
                      <a:pt x="39450" y="351282"/>
                      <a:pt x="39450" y="350520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grpSp>
          <p:nvGrpSpPr>
            <p:cNvPr id="99" name="Graphic 4">
              <a:extLst>
                <a:ext uri="{FF2B5EF4-FFF2-40B4-BE49-F238E27FC236}">
                  <a16:creationId xmlns:a16="http://schemas.microsoft.com/office/drawing/2014/main" id="{D66C8CD8-6E38-DF76-B185-D553EAA38921}"/>
                </a:ext>
              </a:extLst>
            </p:cNvPr>
            <p:cNvGrpSpPr/>
            <p:nvPr/>
          </p:nvGrpSpPr>
          <p:grpSpPr>
            <a:xfrm>
              <a:off x="7213473" y="3842385"/>
              <a:ext cx="495300" cy="771525"/>
              <a:chOff x="7213473" y="3842385"/>
              <a:chExt cx="495300" cy="771525"/>
            </a:xfrm>
            <a:grpFill/>
          </p:grpSpPr>
          <p:sp>
            <p:nvSpPr>
              <p:cNvPr id="225" name="Freeform: Shape 44">
                <a:extLst>
                  <a:ext uri="{FF2B5EF4-FFF2-40B4-BE49-F238E27FC236}">
                    <a16:creationId xmlns:a16="http://schemas.microsoft.com/office/drawing/2014/main" id="{21EE8011-BE39-665B-032C-68B6C72DAA81}"/>
                  </a:ext>
                </a:extLst>
              </p:cNvPr>
              <p:cNvSpPr/>
              <p:nvPr/>
            </p:nvSpPr>
            <p:spPr>
              <a:xfrm>
                <a:off x="7289752" y="4609306"/>
                <a:ext cx="28575" cy="9525"/>
              </a:xfrm>
              <a:custGeom>
                <a:avLst/>
                <a:gdLst>
                  <a:gd name="connsiteX0" fmla="*/ 16 w 28575"/>
                  <a:gd name="connsiteY0" fmla="*/ 12033 h 9525"/>
                  <a:gd name="connsiteX1" fmla="*/ 3922 w 28575"/>
                  <a:gd name="connsiteY1" fmla="*/ 12510 h 9525"/>
                  <a:gd name="connsiteX2" fmla="*/ 9732 w 28575"/>
                  <a:gd name="connsiteY2" fmla="*/ 11366 h 9525"/>
                  <a:gd name="connsiteX3" fmla="*/ 15352 w 28575"/>
                  <a:gd name="connsiteY3" fmla="*/ 8890 h 9525"/>
                  <a:gd name="connsiteX4" fmla="*/ 19924 w 28575"/>
                  <a:gd name="connsiteY4" fmla="*/ 7556 h 9525"/>
                  <a:gd name="connsiteX5" fmla="*/ 29449 w 28575"/>
                  <a:gd name="connsiteY5" fmla="*/ 8699 h 9525"/>
                  <a:gd name="connsiteX6" fmla="*/ 30878 w 28575"/>
                  <a:gd name="connsiteY6" fmla="*/ 5747 h 9525"/>
                  <a:gd name="connsiteX7" fmla="*/ 27829 w 28575"/>
                  <a:gd name="connsiteY7" fmla="*/ 2127 h 9525"/>
                  <a:gd name="connsiteX8" fmla="*/ 24591 w 28575"/>
                  <a:gd name="connsiteY8" fmla="*/ 32 h 9525"/>
                  <a:gd name="connsiteX9" fmla="*/ 23448 w 28575"/>
                  <a:gd name="connsiteY9" fmla="*/ 2699 h 9525"/>
                  <a:gd name="connsiteX10" fmla="*/ 20590 w 28575"/>
                  <a:gd name="connsiteY10" fmla="*/ 5080 h 9525"/>
                  <a:gd name="connsiteX11" fmla="*/ 14876 w 28575"/>
                  <a:gd name="connsiteY11" fmla="*/ 5842 h 9525"/>
                  <a:gd name="connsiteX12" fmla="*/ 10113 w 28575"/>
                  <a:gd name="connsiteY12" fmla="*/ 7556 h 9525"/>
                  <a:gd name="connsiteX13" fmla="*/ 6589 w 28575"/>
                  <a:gd name="connsiteY13" fmla="*/ 9271 h 9525"/>
                  <a:gd name="connsiteX14" fmla="*/ 2017 w 28575"/>
                  <a:gd name="connsiteY14" fmla="*/ 10033 h 9525"/>
                  <a:gd name="connsiteX15" fmla="*/ 16 w 28575"/>
                  <a:gd name="connsiteY15" fmla="*/ 1203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575" h="9525">
                    <a:moveTo>
                      <a:pt x="16" y="12033"/>
                    </a:moveTo>
                    <a:cubicBezTo>
                      <a:pt x="397" y="12986"/>
                      <a:pt x="2969" y="12605"/>
                      <a:pt x="3922" y="12510"/>
                    </a:cubicBezTo>
                    <a:cubicBezTo>
                      <a:pt x="5446" y="12510"/>
                      <a:pt x="8303" y="11843"/>
                      <a:pt x="9732" y="11366"/>
                    </a:cubicBezTo>
                    <a:cubicBezTo>
                      <a:pt x="11161" y="10890"/>
                      <a:pt x="13923" y="9461"/>
                      <a:pt x="15352" y="8890"/>
                    </a:cubicBezTo>
                    <a:cubicBezTo>
                      <a:pt x="16495" y="8509"/>
                      <a:pt x="18686" y="7652"/>
                      <a:pt x="19924" y="7556"/>
                    </a:cubicBezTo>
                    <a:cubicBezTo>
                      <a:pt x="22305" y="7366"/>
                      <a:pt x="27353" y="9843"/>
                      <a:pt x="29449" y="8699"/>
                    </a:cubicBezTo>
                    <a:cubicBezTo>
                      <a:pt x="30211" y="8319"/>
                      <a:pt x="30973" y="6509"/>
                      <a:pt x="30878" y="5747"/>
                    </a:cubicBezTo>
                    <a:cubicBezTo>
                      <a:pt x="30687" y="4604"/>
                      <a:pt x="28687" y="2889"/>
                      <a:pt x="27829" y="2127"/>
                    </a:cubicBezTo>
                    <a:cubicBezTo>
                      <a:pt x="27068" y="1461"/>
                      <a:pt x="25448" y="-254"/>
                      <a:pt x="24591" y="32"/>
                    </a:cubicBezTo>
                    <a:cubicBezTo>
                      <a:pt x="23924" y="222"/>
                      <a:pt x="23829" y="2127"/>
                      <a:pt x="23448" y="2699"/>
                    </a:cubicBezTo>
                    <a:cubicBezTo>
                      <a:pt x="22877" y="3461"/>
                      <a:pt x="21448" y="4699"/>
                      <a:pt x="20590" y="5080"/>
                    </a:cubicBezTo>
                    <a:cubicBezTo>
                      <a:pt x="19257" y="5652"/>
                      <a:pt x="16209" y="5461"/>
                      <a:pt x="14876" y="5842"/>
                    </a:cubicBezTo>
                    <a:cubicBezTo>
                      <a:pt x="13637" y="6128"/>
                      <a:pt x="11256" y="7080"/>
                      <a:pt x="10113" y="7556"/>
                    </a:cubicBezTo>
                    <a:cubicBezTo>
                      <a:pt x="9256" y="7937"/>
                      <a:pt x="7541" y="8985"/>
                      <a:pt x="6589" y="9271"/>
                    </a:cubicBezTo>
                    <a:cubicBezTo>
                      <a:pt x="5446" y="9652"/>
                      <a:pt x="3064" y="9461"/>
                      <a:pt x="2017" y="10033"/>
                    </a:cubicBezTo>
                    <a:cubicBezTo>
                      <a:pt x="1350" y="10319"/>
                      <a:pt x="-174" y="11366"/>
                      <a:pt x="16" y="12033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26" name="Freeform: Shape 45">
                <a:extLst>
                  <a:ext uri="{FF2B5EF4-FFF2-40B4-BE49-F238E27FC236}">
                    <a16:creationId xmlns:a16="http://schemas.microsoft.com/office/drawing/2014/main" id="{E0EE84AF-F87A-0546-EED0-D5CCCED61346}"/>
                  </a:ext>
                </a:extLst>
              </p:cNvPr>
              <p:cNvSpPr/>
              <p:nvPr/>
            </p:nvSpPr>
            <p:spPr>
              <a:xfrm>
                <a:off x="7213473" y="3842385"/>
                <a:ext cx="495300" cy="771525"/>
              </a:xfrm>
              <a:custGeom>
                <a:avLst/>
                <a:gdLst>
                  <a:gd name="connsiteX0" fmla="*/ 496062 w 495300"/>
                  <a:gd name="connsiteY0" fmla="*/ 596646 h 771525"/>
                  <a:gd name="connsiteX1" fmla="*/ 497014 w 495300"/>
                  <a:gd name="connsiteY1" fmla="*/ 600075 h 771525"/>
                  <a:gd name="connsiteX2" fmla="*/ 432435 w 495300"/>
                  <a:gd name="connsiteY2" fmla="*/ 609981 h 771525"/>
                  <a:gd name="connsiteX3" fmla="*/ 361759 w 495300"/>
                  <a:gd name="connsiteY3" fmla="*/ 621887 h 771525"/>
                  <a:gd name="connsiteX4" fmla="*/ 273272 w 495300"/>
                  <a:gd name="connsiteY4" fmla="*/ 634175 h 771525"/>
                  <a:gd name="connsiteX5" fmla="*/ 157734 w 495300"/>
                  <a:gd name="connsiteY5" fmla="*/ 650177 h 771525"/>
                  <a:gd name="connsiteX6" fmla="*/ 156496 w 495300"/>
                  <a:gd name="connsiteY6" fmla="*/ 653605 h 771525"/>
                  <a:gd name="connsiteX7" fmla="*/ 156496 w 495300"/>
                  <a:gd name="connsiteY7" fmla="*/ 659130 h 771525"/>
                  <a:gd name="connsiteX8" fmla="*/ 156115 w 495300"/>
                  <a:gd name="connsiteY8" fmla="*/ 665417 h 771525"/>
                  <a:gd name="connsiteX9" fmla="*/ 154210 w 495300"/>
                  <a:gd name="connsiteY9" fmla="*/ 670179 h 771525"/>
                  <a:gd name="connsiteX10" fmla="*/ 156115 w 495300"/>
                  <a:gd name="connsiteY10" fmla="*/ 674275 h 771525"/>
                  <a:gd name="connsiteX11" fmla="*/ 162592 w 495300"/>
                  <a:gd name="connsiteY11" fmla="*/ 678275 h 771525"/>
                  <a:gd name="connsiteX12" fmla="*/ 166497 w 495300"/>
                  <a:gd name="connsiteY12" fmla="*/ 681800 h 771525"/>
                  <a:gd name="connsiteX13" fmla="*/ 170688 w 495300"/>
                  <a:gd name="connsiteY13" fmla="*/ 688086 h 771525"/>
                  <a:gd name="connsiteX14" fmla="*/ 174117 w 495300"/>
                  <a:gd name="connsiteY14" fmla="*/ 690944 h 771525"/>
                  <a:gd name="connsiteX15" fmla="*/ 181261 w 495300"/>
                  <a:gd name="connsiteY15" fmla="*/ 693230 h 771525"/>
                  <a:gd name="connsiteX16" fmla="*/ 186309 w 495300"/>
                  <a:gd name="connsiteY16" fmla="*/ 695611 h 771525"/>
                  <a:gd name="connsiteX17" fmla="*/ 189738 w 495300"/>
                  <a:gd name="connsiteY17" fmla="*/ 701040 h 771525"/>
                  <a:gd name="connsiteX18" fmla="*/ 189643 w 495300"/>
                  <a:gd name="connsiteY18" fmla="*/ 707612 h 771525"/>
                  <a:gd name="connsiteX19" fmla="*/ 189929 w 495300"/>
                  <a:gd name="connsiteY19" fmla="*/ 713518 h 771525"/>
                  <a:gd name="connsiteX20" fmla="*/ 187262 w 495300"/>
                  <a:gd name="connsiteY20" fmla="*/ 717137 h 771525"/>
                  <a:gd name="connsiteX21" fmla="*/ 187071 w 495300"/>
                  <a:gd name="connsiteY21" fmla="*/ 721519 h 771525"/>
                  <a:gd name="connsiteX22" fmla="*/ 188976 w 495300"/>
                  <a:gd name="connsiteY22" fmla="*/ 724567 h 771525"/>
                  <a:gd name="connsiteX23" fmla="*/ 189452 w 495300"/>
                  <a:gd name="connsiteY23" fmla="*/ 728853 h 771525"/>
                  <a:gd name="connsiteX24" fmla="*/ 192024 w 495300"/>
                  <a:gd name="connsiteY24" fmla="*/ 730472 h 771525"/>
                  <a:gd name="connsiteX25" fmla="*/ 195929 w 495300"/>
                  <a:gd name="connsiteY25" fmla="*/ 730377 h 771525"/>
                  <a:gd name="connsiteX26" fmla="*/ 197644 w 495300"/>
                  <a:gd name="connsiteY26" fmla="*/ 732949 h 771525"/>
                  <a:gd name="connsiteX27" fmla="*/ 195739 w 495300"/>
                  <a:gd name="connsiteY27" fmla="*/ 736187 h 771525"/>
                  <a:gd name="connsiteX28" fmla="*/ 190500 w 495300"/>
                  <a:gd name="connsiteY28" fmla="*/ 738950 h 771525"/>
                  <a:gd name="connsiteX29" fmla="*/ 189071 w 495300"/>
                  <a:gd name="connsiteY29" fmla="*/ 742474 h 771525"/>
                  <a:gd name="connsiteX30" fmla="*/ 188690 w 495300"/>
                  <a:gd name="connsiteY30" fmla="*/ 746951 h 771525"/>
                  <a:gd name="connsiteX31" fmla="*/ 186785 w 495300"/>
                  <a:gd name="connsiteY31" fmla="*/ 750094 h 771525"/>
                  <a:gd name="connsiteX32" fmla="*/ 182880 w 495300"/>
                  <a:gd name="connsiteY32" fmla="*/ 751999 h 771525"/>
                  <a:gd name="connsiteX33" fmla="*/ 183737 w 495300"/>
                  <a:gd name="connsiteY33" fmla="*/ 755142 h 771525"/>
                  <a:gd name="connsiteX34" fmla="*/ 187452 w 495300"/>
                  <a:gd name="connsiteY34" fmla="*/ 753618 h 771525"/>
                  <a:gd name="connsiteX35" fmla="*/ 188976 w 495300"/>
                  <a:gd name="connsiteY35" fmla="*/ 755047 h 771525"/>
                  <a:gd name="connsiteX36" fmla="*/ 188023 w 495300"/>
                  <a:gd name="connsiteY36" fmla="*/ 755333 h 771525"/>
                  <a:gd name="connsiteX37" fmla="*/ 171736 w 495300"/>
                  <a:gd name="connsiteY37" fmla="*/ 762667 h 771525"/>
                  <a:gd name="connsiteX38" fmla="*/ 152114 w 495300"/>
                  <a:gd name="connsiteY38" fmla="*/ 769715 h 771525"/>
                  <a:gd name="connsiteX39" fmla="*/ 139351 w 495300"/>
                  <a:gd name="connsiteY39" fmla="*/ 772287 h 771525"/>
                  <a:gd name="connsiteX40" fmla="*/ 129445 w 495300"/>
                  <a:gd name="connsiteY40" fmla="*/ 774287 h 771525"/>
                  <a:gd name="connsiteX41" fmla="*/ 122968 w 495300"/>
                  <a:gd name="connsiteY41" fmla="*/ 774763 h 771525"/>
                  <a:gd name="connsiteX42" fmla="*/ 118491 w 495300"/>
                  <a:gd name="connsiteY42" fmla="*/ 776383 h 771525"/>
                  <a:gd name="connsiteX43" fmla="*/ 114205 w 495300"/>
                  <a:gd name="connsiteY43" fmla="*/ 775240 h 771525"/>
                  <a:gd name="connsiteX44" fmla="*/ 116014 w 495300"/>
                  <a:gd name="connsiteY44" fmla="*/ 772097 h 771525"/>
                  <a:gd name="connsiteX45" fmla="*/ 120967 w 495300"/>
                  <a:gd name="connsiteY45" fmla="*/ 771239 h 771525"/>
                  <a:gd name="connsiteX46" fmla="*/ 123539 w 495300"/>
                  <a:gd name="connsiteY46" fmla="*/ 770001 h 771525"/>
                  <a:gd name="connsiteX47" fmla="*/ 126778 w 495300"/>
                  <a:gd name="connsiteY47" fmla="*/ 767429 h 771525"/>
                  <a:gd name="connsiteX48" fmla="*/ 131064 w 495300"/>
                  <a:gd name="connsiteY48" fmla="*/ 769715 h 771525"/>
                  <a:gd name="connsiteX49" fmla="*/ 134874 w 495300"/>
                  <a:gd name="connsiteY49" fmla="*/ 769525 h 771525"/>
                  <a:gd name="connsiteX50" fmla="*/ 140398 w 495300"/>
                  <a:gd name="connsiteY50" fmla="*/ 768096 h 771525"/>
                  <a:gd name="connsiteX51" fmla="*/ 146209 w 495300"/>
                  <a:gd name="connsiteY51" fmla="*/ 765810 h 771525"/>
                  <a:gd name="connsiteX52" fmla="*/ 149733 w 495300"/>
                  <a:gd name="connsiteY52" fmla="*/ 762953 h 771525"/>
                  <a:gd name="connsiteX53" fmla="*/ 149162 w 495300"/>
                  <a:gd name="connsiteY53" fmla="*/ 758857 h 771525"/>
                  <a:gd name="connsiteX54" fmla="*/ 143637 w 495300"/>
                  <a:gd name="connsiteY54" fmla="*/ 755142 h 771525"/>
                  <a:gd name="connsiteX55" fmla="*/ 140113 w 495300"/>
                  <a:gd name="connsiteY55" fmla="*/ 754285 h 771525"/>
                  <a:gd name="connsiteX56" fmla="*/ 138017 w 495300"/>
                  <a:gd name="connsiteY56" fmla="*/ 751046 h 771525"/>
                  <a:gd name="connsiteX57" fmla="*/ 135446 w 495300"/>
                  <a:gd name="connsiteY57" fmla="*/ 748760 h 771525"/>
                  <a:gd name="connsiteX58" fmla="*/ 132588 w 495300"/>
                  <a:gd name="connsiteY58" fmla="*/ 748284 h 771525"/>
                  <a:gd name="connsiteX59" fmla="*/ 129064 w 495300"/>
                  <a:gd name="connsiteY59" fmla="*/ 745331 h 771525"/>
                  <a:gd name="connsiteX60" fmla="*/ 124968 w 495300"/>
                  <a:gd name="connsiteY60" fmla="*/ 741807 h 771525"/>
                  <a:gd name="connsiteX61" fmla="*/ 124873 w 495300"/>
                  <a:gd name="connsiteY61" fmla="*/ 736283 h 771525"/>
                  <a:gd name="connsiteX62" fmla="*/ 121920 w 495300"/>
                  <a:gd name="connsiteY62" fmla="*/ 733139 h 771525"/>
                  <a:gd name="connsiteX63" fmla="*/ 122587 w 495300"/>
                  <a:gd name="connsiteY63" fmla="*/ 728758 h 771525"/>
                  <a:gd name="connsiteX64" fmla="*/ 124396 w 495300"/>
                  <a:gd name="connsiteY64" fmla="*/ 726186 h 771525"/>
                  <a:gd name="connsiteX65" fmla="*/ 124206 w 495300"/>
                  <a:gd name="connsiteY65" fmla="*/ 720185 h 771525"/>
                  <a:gd name="connsiteX66" fmla="*/ 121920 w 495300"/>
                  <a:gd name="connsiteY66" fmla="*/ 716947 h 771525"/>
                  <a:gd name="connsiteX67" fmla="*/ 121634 w 495300"/>
                  <a:gd name="connsiteY67" fmla="*/ 711518 h 771525"/>
                  <a:gd name="connsiteX68" fmla="*/ 119348 w 495300"/>
                  <a:gd name="connsiteY68" fmla="*/ 709136 h 771525"/>
                  <a:gd name="connsiteX69" fmla="*/ 115538 w 495300"/>
                  <a:gd name="connsiteY69" fmla="*/ 708660 h 771525"/>
                  <a:gd name="connsiteX70" fmla="*/ 113443 w 495300"/>
                  <a:gd name="connsiteY70" fmla="*/ 706279 h 771525"/>
                  <a:gd name="connsiteX71" fmla="*/ 108775 w 495300"/>
                  <a:gd name="connsiteY71" fmla="*/ 705041 h 771525"/>
                  <a:gd name="connsiteX72" fmla="*/ 105632 w 495300"/>
                  <a:gd name="connsiteY72" fmla="*/ 709041 h 771525"/>
                  <a:gd name="connsiteX73" fmla="*/ 102394 w 495300"/>
                  <a:gd name="connsiteY73" fmla="*/ 713327 h 771525"/>
                  <a:gd name="connsiteX74" fmla="*/ 103346 w 495300"/>
                  <a:gd name="connsiteY74" fmla="*/ 717804 h 771525"/>
                  <a:gd name="connsiteX75" fmla="*/ 103346 w 495300"/>
                  <a:gd name="connsiteY75" fmla="*/ 721328 h 771525"/>
                  <a:gd name="connsiteX76" fmla="*/ 100679 w 495300"/>
                  <a:gd name="connsiteY76" fmla="*/ 725329 h 771525"/>
                  <a:gd name="connsiteX77" fmla="*/ 99536 w 495300"/>
                  <a:gd name="connsiteY77" fmla="*/ 731139 h 771525"/>
                  <a:gd name="connsiteX78" fmla="*/ 98679 w 495300"/>
                  <a:gd name="connsiteY78" fmla="*/ 734949 h 771525"/>
                  <a:gd name="connsiteX79" fmla="*/ 100393 w 495300"/>
                  <a:gd name="connsiteY79" fmla="*/ 738759 h 771525"/>
                  <a:gd name="connsiteX80" fmla="*/ 100013 w 495300"/>
                  <a:gd name="connsiteY80" fmla="*/ 745998 h 771525"/>
                  <a:gd name="connsiteX81" fmla="*/ 100870 w 495300"/>
                  <a:gd name="connsiteY81" fmla="*/ 754094 h 771525"/>
                  <a:gd name="connsiteX82" fmla="*/ 98298 w 495300"/>
                  <a:gd name="connsiteY82" fmla="*/ 760190 h 771525"/>
                  <a:gd name="connsiteX83" fmla="*/ 93916 w 495300"/>
                  <a:gd name="connsiteY83" fmla="*/ 763619 h 771525"/>
                  <a:gd name="connsiteX84" fmla="*/ 90106 w 495300"/>
                  <a:gd name="connsiteY84" fmla="*/ 764000 h 771525"/>
                  <a:gd name="connsiteX85" fmla="*/ 89059 w 495300"/>
                  <a:gd name="connsiteY85" fmla="*/ 761143 h 771525"/>
                  <a:gd name="connsiteX86" fmla="*/ 90583 w 495300"/>
                  <a:gd name="connsiteY86" fmla="*/ 758380 h 771525"/>
                  <a:gd name="connsiteX87" fmla="*/ 86106 w 495300"/>
                  <a:gd name="connsiteY87" fmla="*/ 756761 h 771525"/>
                  <a:gd name="connsiteX88" fmla="*/ 82010 w 495300"/>
                  <a:gd name="connsiteY88" fmla="*/ 754761 h 771525"/>
                  <a:gd name="connsiteX89" fmla="*/ 77153 w 495300"/>
                  <a:gd name="connsiteY89" fmla="*/ 757428 h 771525"/>
                  <a:gd name="connsiteX90" fmla="*/ 72771 w 495300"/>
                  <a:gd name="connsiteY90" fmla="*/ 757619 h 771525"/>
                  <a:gd name="connsiteX91" fmla="*/ 69342 w 495300"/>
                  <a:gd name="connsiteY91" fmla="*/ 755333 h 771525"/>
                  <a:gd name="connsiteX92" fmla="*/ 66484 w 495300"/>
                  <a:gd name="connsiteY92" fmla="*/ 756761 h 771525"/>
                  <a:gd name="connsiteX93" fmla="*/ 62960 w 495300"/>
                  <a:gd name="connsiteY93" fmla="*/ 757809 h 771525"/>
                  <a:gd name="connsiteX94" fmla="*/ 62674 w 495300"/>
                  <a:gd name="connsiteY94" fmla="*/ 758380 h 771525"/>
                  <a:gd name="connsiteX95" fmla="*/ 23622 w 495300"/>
                  <a:gd name="connsiteY95" fmla="*/ 525113 h 771525"/>
                  <a:gd name="connsiteX96" fmla="*/ 14668 w 495300"/>
                  <a:gd name="connsiteY96" fmla="*/ 57436 h 771525"/>
                  <a:gd name="connsiteX97" fmla="*/ 8858 w 495300"/>
                  <a:gd name="connsiteY97" fmla="*/ 57436 h 771525"/>
                  <a:gd name="connsiteX98" fmla="*/ 0 w 495300"/>
                  <a:gd name="connsiteY98" fmla="*/ 42482 h 771525"/>
                  <a:gd name="connsiteX99" fmla="*/ 26194 w 495300"/>
                  <a:gd name="connsiteY99" fmla="*/ 38481 h 771525"/>
                  <a:gd name="connsiteX100" fmla="*/ 72866 w 495300"/>
                  <a:gd name="connsiteY100" fmla="*/ 33909 h 771525"/>
                  <a:gd name="connsiteX101" fmla="*/ 126873 w 495300"/>
                  <a:gd name="connsiteY101" fmla="*/ 27146 h 771525"/>
                  <a:gd name="connsiteX102" fmla="*/ 177832 w 495300"/>
                  <a:gd name="connsiteY102" fmla="*/ 20955 h 771525"/>
                  <a:gd name="connsiteX103" fmla="*/ 236411 w 495300"/>
                  <a:gd name="connsiteY103" fmla="*/ 12192 h 771525"/>
                  <a:gd name="connsiteX104" fmla="*/ 315373 w 495300"/>
                  <a:gd name="connsiteY104" fmla="*/ 1143 h 771525"/>
                  <a:gd name="connsiteX105" fmla="*/ 323469 w 495300"/>
                  <a:gd name="connsiteY105" fmla="*/ 0 h 771525"/>
                  <a:gd name="connsiteX106" fmla="*/ 375571 w 495300"/>
                  <a:gd name="connsiteY106" fmla="*/ 157544 h 771525"/>
                  <a:gd name="connsiteX107" fmla="*/ 427482 w 495300"/>
                  <a:gd name="connsiteY107" fmla="*/ 318992 h 771525"/>
                  <a:gd name="connsiteX108" fmla="*/ 431482 w 495300"/>
                  <a:gd name="connsiteY108" fmla="*/ 322612 h 771525"/>
                  <a:gd name="connsiteX109" fmla="*/ 431292 w 495300"/>
                  <a:gd name="connsiteY109" fmla="*/ 326612 h 771525"/>
                  <a:gd name="connsiteX110" fmla="*/ 435007 w 495300"/>
                  <a:gd name="connsiteY110" fmla="*/ 328422 h 771525"/>
                  <a:gd name="connsiteX111" fmla="*/ 437007 w 495300"/>
                  <a:gd name="connsiteY111" fmla="*/ 333185 h 771525"/>
                  <a:gd name="connsiteX112" fmla="*/ 438721 w 495300"/>
                  <a:gd name="connsiteY112" fmla="*/ 335756 h 771525"/>
                  <a:gd name="connsiteX113" fmla="*/ 439864 w 495300"/>
                  <a:gd name="connsiteY113" fmla="*/ 339280 h 771525"/>
                  <a:gd name="connsiteX114" fmla="*/ 440626 w 495300"/>
                  <a:gd name="connsiteY114" fmla="*/ 342995 h 771525"/>
                  <a:gd name="connsiteX115" fmla="*/ 442627 w 495300"/>
                  <a:gd name="connsiteY115" fmla="*/ 345091 h 771525"/>
                  <a:gd name="connsiteX116" fmla="*/ 444532 w 495300"/>
                  <a:gd name="connsiteY116" fmla="*/ 348044 h 771525"/>
                  <a:gd name="connsiteX117" fmla="*/ 445770 w 495300"/>
                  <a:gd name="connsiteY117" fmla="*/ 353187 h 771525"/>
                  <a:gd name="connsiteX118" fmla="*/ 447865 w 495300"/>
                  <a:gd name="connsiteY118" fmla="*/ 357759 h 771525"/>
                  <a:gd name="connsiteX119" fmla="*/ 451485 w 495300"/>
                  <a:gd name="connsiteY119" fmla="*/ 360331 h 771525"/>
                  <a:gd name="connsiteX120" fmla="*/ 455200 w 495300"/>
                  <a:gd name="connsiteY120" fmla="*/ 363284 h 771525"/>
                  <a:gd name="connsiteX121" fmla="*/ 459200 w 495300"/>
                  <a:gd name="connsiteY121" fmla="*/ 367570 h 771525"/>
                  <a:gd name="connsiteX122" fmla="*/ 460438 w 495300"/>
                  <a:gd name="connsiteY122" fmla="*/ 374237 h 771525"/>
                  <a:gd name="connsiteX123" fmla="*/ 462153 w 495300"/>
                  <a:gd name="connsiteY123" fmla="*/ 377571 h 771525"/>
                  <a:gd name="connsiteX124" fmla="*/ 465487 w 495300"/>
                  <a:gd name="connsiteY124" fmla="*/ 378143 h 771525"/>
                  <a:gd name="connsiteX125" fmla="*/ 465391 w 495300"/>
                  <a:gd name="connsiteY125" fmla="*/ 381000 h 771525"/>
                  <a:gd name="connsiteX126" fmla="*/ 464630 w 495300"/>
                  <a:gd name="connsiteY126" fmla="*/ 383953 h 771525"/>
                  <a:gd name="connsiteX127" fmla="*/ 466058 w 495300"/>
                  <a:gd name="connsiteY127" fmla="*/ 387477 h 771525"/>
                  <a:gd name="connsiteX128" fmla="*/ 465487 w 495300"/>
                  <a:gd name="connsiteY128" fmla="*/ 391859 h 771525"/>
                  <a:gd name="connsiteX129" fmla="*/ 463582 w 495300"/>
                  <a:gd name="connsiteY129" fmla="*/ 395859 h 771525"/>
                  <a:gd name="connsiteX130" fmla="*/ 465487 w 495300"/>
                  <a:gd name="connsiteY130" fmla="*/ 398431 h 771525"/>
                  <a:gd name="connsiteX131" fmla="*/ 468725 w 495300"/>
                  <a:gd name="connsiteY131" fmla="*/ 398526 h 771525"/>
                  <a:gd name="connsiteX132" fmla="*/ 472154 w 495300"/>
                  <a:gd name="connsiteY132" fmla="*/ 399002 h 771525"/>
                  <a:gd name="connsiteX133" fmla="*/ 473964 w 495300"/>
                  <a:gd name="connsiteY133" fmla="*/ 401955 h 771525"/>
                  <a:gd name="connsiteX134" fmla="*/ 477964 w 495300"/>
                  <a:gd name="connsiteY134" fmla="*/ 402146 h 771525"/>
                  <a:gd name="connsiteX135" fmla="*/ 479584 w 495300"/>
                  <a:gd name="connsiteY135" fmla="*/ 405575 h 771525"/>
                  <a:gd name="connsiteX136" fmla="*/ 477298 w 495300"/>
                  <a:gd name="connsiteY136" fmla="*/ 408051 h 771525"/>
                  <a:gd name="connsiteX137" fmla="*/ 476726 w 495300"/>
                  <a:gd name="connsiteY137" fmla="*/ 410432 h 771525"/>
                  <a:gd name="connsiteX138" fmla="*/ 475583 w 495300"/>
                  <a:gd name="connsiteY138" fmla="*/ 412909 h 771525"/>
                  <a:gd name="connsiteX139" fmla="*/ 471297 w 495300"/>
                  <a:gd name="connsiteY139" fmla="*/ 413290 h 771525"/>
                  <a:gd name="connsiteX140" fmla="*/ 470916 w 495300"/>
                  <a:gd name="connsiteY140" fmla="*/ 416814 h 771525"/>
                  <a:gd name="connsiteX141" fmla="*/ 468439 w 495300"/>
                  <a:gd name="connsiteY141" fmla="*/ 419386 h 771525"/>
                  <a:gd name="connsiteX142" fmla="*/ 464344 w 495300"/>
                  <a:gd name="connsiteY142" fmla="*/ 422243 h 771525"/>
                  <a:gd name="connsiteX143" fmla="*/ 461296 w 495300"/>
                  <a:gd name="connsiteY143" fmla="*/ 428244 h 771525"/>
                  <a:gd name="connsiteX144" fmla="*/ 464344 w 495300"/>
                  <a:gd name="connsiteY144" fmla="*/ 432816 h 771525"/>
                  <a:gd name="connsiteX145" fmla="*/ 463105 w 495300"/>
                  <a:gd name="connsiteY145" fmla="*/ 440341 h 771525"/>
                  <a:gd name="connsiteX146" fmla="*/ 464820 w 495300"/>
                  <a:gd name="connsiteY146" fmla="*/ 447008 h 771525"/>
                  <a:gd name="connsiteX147" fmla="*/ 463487 w 495300"/>
                  <a:gd name="connsiteY147" fmla="*/ 453676 h 771525"/>
                  <a:gd name="connsiteX148" fmla="*/ 463582 w 495300"/>
                  <a:gd name="connsiteY148" fmla="*/ 459296 h 771525"/>
                  <a:gd name="connsiteX149" fmla="*/ 460820 w 495300"/>
                  <a:gd name="connsiteY149" fmla="*/ 464249 h 771525"/>
                  <a:gd name="connsiteX150" fmla="*/ 458153 w 495300"/>
                  <a:gd name="connsiteY150" fmla="*/ 466916 h 771525"/>
                  <a:gd name="connsiteX151" fmla="*/ 457867 w 495300"/>
                  <a:gd name="connsiteY151" fmla="*/ 473107 h 771525"/>
                  <a:gd name="connsiteX152" fmla="*/ 460248 w 495300"/>
                  <a:gd name="connsiteY152" fmla="*/ 480631 h 771525"/>
                  <a:gd name="connsiteX153" fmla="*/ 462153 w 495300"/>
                  <a:gd name="connsiteY153" fmla="*/ 485108 h 771525"/>
                  <a:gd name="connsiteX154" fmla="*/ 463391 w 495300"/>
                  <a:gd name="connsiteY154" fmla="*/ 491395 h 771525"/>
                  <a:gd name="connsiteX155" fmla="*/ 464725 w 495300"/>
                  <a:gd name="connsiteY155" fmla="*/ 496824 h 771525"/>
                  <a:gd name="connsiteX156" fmla="*/ 467773 w 495300"/>
                  <a:gd name="connsiteY156" fmla="*/ 500444 h 771525"/>
                  <a:gd name="connsiteX157" fmla="*/ 472059 w 495300"/>
                  <a:gd name="connsiteY157" fmla="*/ 502444 h 771525"/>
                  <a:gd name="connsiteX158" fmla="*/ 473392 w 495300"/>
                  <a:gd name="connsiteY158" fmla="*/ 505968 h 771525"/>
                  <a:gd name="connsiteX159" fmla="*/ 474250 w 495300"/>
                  <a:gd name="connsiteY159" fmla="*/ 512826 h 771525"/>
                  <a:gd name="connsiteX160" fmla="*/ 477583 w 495300"/>
                  <a:gd name="connsiteY160" fmla="*/ 517970 h 771525"/>
                  <a:gd name="connsiteX161" fmla="*/ 478726 w 495300"/>
                  <a:gd name="connsiteY161" fmla="*/ 524066 h 771525"/>
                  <a:gd name="connsiteX162" fmla="*/ 476250 w 495300"/>
                  <a:gd name="connsiteY162" fmla="*/ 529495 h 771525"/>
                  <a:gd name="connsiteX163" fmla="*/ 478346 w 495300"/>
                  <a:gd name="connsiteY163" fmla="*/ 535496 h 771525"/>
                  <a:gd name="connsiteX164" fmla="*/ 477107 w 495300"/>
                  <a:gd name="connsiteY164" fmla="*/ 542449 h 771525"/>
                  <a:gd name="connsiteX165" fmla="*/ 475774 w 495300"/>
                  <a:gd name="connsiteY165" fmla="*/ 547116 h 771525"/>
                  <a:gd name="connsiteX166" fmla="*/ 477393 w 495300"/>
                  <a:gd name="connsiteY166" fmla="*/ 553307 h 771525"/>
                  <a:gd name="connsiteX167" fmla="*/ 476440 w 495300"/>
                  <a:gd name="connsiteY167" fmla="*/ 558451 h 771525"/>
                  <a:gd name="connsiteX168" fmla="*/ 474916 w 495300"/>
                  <a:gd name="connsiteY168" fmla="*/ 560927 h 771525"/>
                  <a:gd name="connsiteX169" fmla="*/ 476726 w 495300"/>
                  <a:gd name="connsiteY169" fmla="*/ 565690 h 771525"/>
                  <a:gd name="connsiteX170" fmla="*/ 478822 w 495300"/>
                  <a:gd name="connsiteY170" fmla="*/ 568928 h 771525"/>
                  <a:gd name="connsiteX171" fmla="*/ 478250 w 495300"/>
                  <a:gd name="connsiteY171" fmla="*/ 573310 h 771525"/>
                  <a:gd name="connsiteX172" fmla="*/ 480060 w 495300"/>
                  <a:gd name="connsiteY172" fmla="*/ 576072 h 771525"/>
                  <a:gd name="connsiteX173" fmla="*/ 482441 w 495300"/>
                  <a:gd name="connsiteY173" fmla="*/ 577882 h 771525"/>
                  <a:gd name="connsiteX174" fmla="*/ 484441 w 495300"/>
                  <a:gd name="connsiteY174" fmla="*/ 581406 h 771525"/>
                  <a:gd name="connsiteX175" fmla="*/ 488537 w 495300"/>
                  <a:gd name="connsiteY175" fmla="*/ 583406 h 771525"/>
                  <a:gd name="connsiteX176" fmla="*/ 490347 w 495300"/>
                  <a:gd name="connsiteY176" fmla="*/ 587978 h 771525"/>
                  <a:gd name="connsiteX177" fmla="*/ 493871 w 495300"/>
                  <a:gd name="connsiteY177" fmla="*/ 590931 h 771525"/>
                  <a:gd name="connsiteX178" fmla="*/ 496062 w 495300"/>
                  <a:gd name="connsiteY178" fmla="*/ 596646 h 77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495300" h="771525">
                    <a:moveTo>
                      <a:pt x="496062" y="596646"/>
                    </a:moveTo>
                    <a:cubicBezTo>
                      <a:pt x="496348" y="597503"/>
                      <a:pt x="496633" y="598742"/>
                      <a:pt x="497014" y="600075"/>
                    </a:cubicBezTo>
                    <a:cubicBezTo>
                      <a:pt x="485204" y="601885"/>
                      <a:pt x="446722" y="607600"/>
                      <a:pt x="432435" y="609981"/>
                    </a:cubicBezTo>
                    <a:cubicBezTo>
                      <a:pt x="414718" y="612838"/>
                      <a:pt x="379476" y="619125"/>
                      <a:pt x="361759" y="621887"/>
                    </a:cubicBezTo>
                    <a:cubicBezTo>
                      <a:pt x="339662" y="625316"/>
                      <a:pt x="295370" y="631127"/>
                      <a:pt x="273272" y="634175"/>
                    </a:cubicBezTo>
                    <a:cubicBezTo>
                      <a:pt x="244412" y="638175"/>
                      <a:pt x="157734" y="650177"/>
                      <a:pt x="157734" y="650177"/>
                    </a:cubicBezTo>
                    <a:cubicBezTo>
                      <a:pt x="157734" y="650177"/>
                      <a:pt x="156591" y="652653"/>
                      <a:pt x="156496" y="653605"/>
                    </a:cubicBezTo>
                    <a:cubicBezTo>
                      <a:pt x="156210" y="654939"/>
                      <a:pt x="156496" y="657701"/>
                      <a:pt x="156496" y="659130"/>
                    </a:cubicBezTo>
                    <a:cubicBezTo>
                      <a:pt x="156400" y="660654"/>
                      <a:pt x="156400" y="663893"/>
                      <a:pt x="156115" y="665417"/>
                    </a:cubicBezTo>
                    <a:cubicBezTo>
                      <a:pt x="155829" y="666655"/>
                      <a:pt x="154210" y="668941"/>
                      <a:pt x="154210" y="670179"/>
                    </a:cubicBezTo>
                    <a:cubicBezTo>
                      <a:pt x="154210" y="671322"/>
                      <a:pt x="155353" y="673418"/>
                      <a:pt x="156115" y="674275"/>
                    </a:cubicBezTo>
                    <a:cubicBezTo>
                      <a:pt x="157353" y="675704"/>
                      <a:pt x="161068" y="677132"/>
                      <a:pt x="162592" y="678275"/>
                    </a:cubicBezTo>
                    <a:cubicBezTo>
                      <a:pt x="163639" y="679037"/>
                      <a:pt x="165640" y="680752"/>
                      <a:pt x="166497" y="681800"/>
                    </a:cubicBezTo>
                    <a:cubicBezTo>
                      <a:pt x="167735" y="683228"/>
                      <a:pt x="169354" y="686657"/>
                      <a:pt x="170688" y="688086"/>
                    </a:cubicBezTo>
                    <a:cubicBezTo>
                      <a:pt x="171450" y="688943"/>
                      <a:pt x="173069" y="690467"/>
                      <a:pt x="174117" y="690944"/>
                    </a:cubicBezTo>
                    <a:cubicBezTo>
                      <a:pt x="175736" y="691896"/>
                      <a:pt x="179451" y="692563"/>
                      <a:pt x="181261" y="693230"/>
                    </a:cubicBezTo>
                    <a:cubicBezTo>
                      <a:pt x="182499" y="693706"/>
                      <a:pt x="185261" y="694658"/>
                      <a:pt x="186309" y="695611"/>
                    </a:cubicBezTo>
                    <a:cubicBezTo>
                      <a:pt x="187547" y="696659"/>
                      <a:pt x="189262" y="699516"/>
                      <a:pt x="189738" y="701040"/>
                    </a:cubicBezTo>
                    <a:cubicBezTo>
                      <a:pt x="190214" y="702659"/>
                      <a:pt x="189643" y="705993"/>
                      <a:pt x="189643" y="707612"/>
                    </a:cubicBezTo>
                    <a:cubicBezTo>
                      <a:pt x="189643" y="709041"/>
                      <a:pt x="190405" y="712089"/>
                      <a:pt x="189929" y="713518"/>
                    </a:cubicBezTo>
                    <a:cubicBezTo>
                      <a:pt x="189643" y="714566"/>
                      <a:pt x="187642" y="716089"/>
                      <a:pt x="187262" y="717137"/>
                    </a:cubicBezTo>
                    <a:cubicBezTo>
                      <a:pt x="186880" y="718185"/>
                      <a:pt x="186785" y="720471"/>
                      <a:pt x="187071" y="721519"/>
                    </a:cubicBezTo>
                    <a:cubicBezTo>
                      <a:pt x="187357" y="722376"/>
                      <a:pt x="188690" y="723710"/>
                      <a:pt x="188976" y="724567"/>
                    </a:cubicBezTo>
                    <a:cubicBezTo>
                      <a:pt x="189357" y="725614"/>
                      <a:pt x="188881" y="727901"/>
                      <a:pt x="189452" y="728853"/>
                    </a:cubicBezTo>
                    <a:cubicBezTo>
                      <a:pt x="189833" y="729520"/>
                      <a:pt x="191262" y="730282"/>
                      <a:pt x="192024" y="730472"/>
                    </a:cubicBezTo>
                    <a:cubicBezTo>
                      <a:pt x="192976" y="730758"/>
                      <a:pt x="195072" y="729901"/>
                      <a:pt x="195929" y="730377"/>
                    </a:cubicBezTo>
                    <a:cubicBezTo>
                      <a:pt x="196596" y="730758"/>
                      <a:pt x="197644" y="732187"/>
                      <a:pt x="197644" y="732949"/>
                    </a:cubicBezTo>
                    <a:cubicBezTo>
                      <a:pt x="197644" y="733901"/>
                      <a:pt x="196405" y="735521"/>
                      <a:pt x="195739" y="736187"/>
                    </a:cubicBezTo>
                    <a:cubicBezTo>
                      <a:pt x="194691" y="737235"/>
                      <a:pt x="191548" y="737902"/>
                      <a:pt x="190500" y="738950"/>
                    </a:cubicBezTo>
                    <a:cubicBezTo>
                      <a:pt x="189833" y="739712"/>
                      <a:pt x="189262" y="741521"/>
                      <a:pt x="189071" y="742474"/>
                    </a:cubicBezTo>
                    <a:cubicBezTo>
                      <a:pt x="188786" y="743522"/>
                      <a:pt x="188976" y="745903"/>
                      <a:pt x="188690" y="746951"/>
                    </a:cubicBezTo>
                    <a:cubicBezTo>
                      <a:pt x="188404" y="747808"/>
                      <a:pt x="187452" y="749522"/>
                      <a:pt x="186785" y="750094"/>
                    </a:cubicBezTo>
                    <a:cubicBezTo>
                      <a:pt x="186023" y="750856"/>
                      <a:pt x="183261" y="751046"/>
                      <a:pt x="182880" y="751999"/>
                    </a:cubicBezTo>
                    <a:cubicBezTo>
                      <a:pt x="182499" y="752761"/>
                      <a:pt x="182975" y="754761"/>
                      <a:pt x="183737" y="755142"/>
                    </a:cubicBezTo>
                    <a:cubicBezTo>
                      <a:pt x="184595" y="755523"/>
                      <a:pt x="186499" y="753428"/>
                      <a:pt x="187452" y="753618"/>
                    </a:cubicBezTo>
                    <a:cubicBezTo>
                      <a:pt x="187928" y="753713"/>
                      <a:pt x="188500" y="754380"/>
                      <a:pt x="188976" y="755047"/>
                    </a:cubicBezTo>
                    <a:cubicBezTo>
                      <a:pt x="188595" y="755142"/>
                      <a:pt x="188309" y="755237"/>
                      <a:pt x="188023" y="755333"/>
                    </a:cubicBezTo>
                    <a:cubicBezTo>
                      <a:pt x="183832" y="756761"/>
                      <a:pt x="175927" y="761047"/>
                      <a:pt x="171736" y="762667"/>
                    </a:cubicBezTo>
                    <a:cubicBezTo>
                      <a:pt x="166878" y="764667"/>
                      <a:pt x="157067" y="768382"/>
                      <a:pt x="152114" y="769715"/>
                    </a:cubicBezTo>
                    <a:cubicBezTo>
                      <a:pt x="148971" y="770572"/>
                      <a:pt x="142589" y="771620"/>
                      <a:pt x="139351" y="772287"/>
                    </a:cubicBezTo>
                    <a:cubicBezTo>
                      <a:pt x="136874" y="772763"/>
                      <a:pt x="131921" y="773906"/>
                      <a:pt x="129445" y="774287"/>
                    </a:cubicBezTo>
                    <a:cubicBezTo>
                      <a:pt x="127825" y="774573"/>
                      <a:pt x="124492" y="774383"/>
                      <a:pt x="122968" y="774763"/>
                    </a:cubicBezTo>
                    <a:cubicBezTo>
                      <a:pt x="121825" y="775049"/>
                      <a:pt x="119634" y="776288"/>
                      <a:pt x="118491" y="776383"/>
                    </a:cubicBezTo>
                    <a:cubicBezTo>
                      <a:pt x="117348" y="776383"/>
                      <a:pt x="114681" y="776288"/>
                      <a:pt x="114205" y="775240"/>
                    </a:cubicBezTo>
                    <a:cubicBezTo>
                      <a:pt x="113824" y="774383"/>
                      <a:pt x="115253" y="772668"/>
                      <a:pt x="116014" y="772097"/>
                    </a:cubicBezTo>
                    <a:cubicBezTo>
                      <a:pt x="117062" y="771335"/>
                      <a:pt x="119729" y="771620"/>
                      <a:pt x="120967" y="771239"/>
                    </a:cubicBezTo>
                    <a:cubicBezTo>
                      <a:pt x="121634" y="771049"/>
                      <a:pt x="122968" y="770287"/>
                      <a:pt x="123539" y="770001"/>
                    </a:cubicBezTo>
                    <a:cubicBezTo>
                      <a:pt x="124396" y="769430"/>
                      <a:pt x="125730" y="767525"/>
                      <a:pt x="126778" y="767429"/>
                    </a:cubicBezTo>
                    <a:cubicBezTo>
                      <a:pt x="128016" y="767334"/>
                      <a:pt x="129826" y="769430"/>
                      <a:pt x="131064" y="769715"/>
                    </a:cubicBezTo>
                    <a:cubicBezTo>
                      <a:pt x="132016" y="769906"/>
                      <a:pt x="133921" y="769715"/>
                      <a:pt x="134874" y="769525"/>
                    </a:cubicBezTo>
                    <a:cubicBezTo>
                      <a:pt x="136303" y="769334"/>
                      <a:pt x="139065" y="768572"/>
                      <a:pt x="140398" y="768096"/>
                    </a:cubicBezTo>
                    <a:cubicBezTo>
                      <a:pt x="141827" y="767620"/>
                      <a:pt x="144875" y="766667"/>
                      <a:pt x="146209" y="765810"/>
                    </a:cubicBezTo>
                    <a:cubicBezTo>
                      <a:pt x="147161" y="765238"/>
                      <a:pt x="149352" y="764000"/>
                      <a:pt x="149733" y="762953"/>
                    </a:cubicBezTo>
                    <a:cubicBezTo>
                      <a:pt x="150114" y="762000"/>
                      <a:pt x="149733" y="759714"/>
                      <a:pt x="149162" y="758857"/>
                    </a:cubicBezTo>
                    <a:cubicBezTo>
                      <a:pt x="148304" y="757428"/>
                      <a:pt x="145161" y="755809"/>
                      <a:pt x="143637" y="755142"/>
                    </a:cubicBezTo>
                    <a:cubicBezTo>
                      <a:pt x="142780" y="754761"/>
                      <a:pt x="140875" y="754856"/>
                      <a:pt x="140113" y="754285"/>
                    </a:cubicBezTo>
                    <a:cubicBezTo>
                      <a:pt x="139351" y="753713"/>
                      <a:pt x="138589" y="751713"/>
                      <a:pt x="138017" y="751046"/>
                    </a:cubicBezTo>
                    <a:cubicBezTo>
                      <a:pt x="137446" y="750380"/>
                      <a:pt x="136207" y="749141"/>
                      <a:pt x="135446" y="748760"/>
                    </a:cubicBezTo>
                    <a:cubicBezTo>
                      <a:pt x="134779" y="748475"/>
                      <a:pt x="133255" y="748665"/>
                      <a:pt x="132588" y="748284"/>
                    </a:cubicBezTo>
                    <a:cubicBezTo>
                      <a:pt x="131540" y="747808"/>
                      <a:pt x="129921" y="746093"/>
                      <a:pt x="129064" y="745331"/>
                    </a:cubicBezTo>
                    <a:cubicBezTo>
                      <a:pt x="128016" y="744474"/>
                      <a:pt x="125539" y="743045"/>
                      <a:pt x="124968" y="741807"/>
                    </a:cubicBezTo>
                    <a:cubicBezTo>
                      <a:pt x="124396" y="740569"/>
                      <a:pt x="125349" y="737616"/>
                      <a:pt x="124873" y="736283"/>
                    </a:cubicBezTo>
                    <a:cubicBezTo>
                      <a:pt x="124492" y="735235"/>
                      <a:pt x="122206" y="734187"/>
                      <a:pt x="121920" y="733139"/>
                    </a:cubicBezTo>
                    <a:cubicBezTo>
                      <a:pt x="121634" y="732092"/>
                      <a:pt x="122206" y="729710"/>
                      <a:pt x="122587" y="728758"/>
                    </a:cubicBezTo>
                    <a:cubicBezTo>
                      <a:pt x="122872" y="728091"/>
                      <a:pt x="124206" y="726948"/>
                      <a:pt x="124396" y="726186"/>
                    </a:cubicBezTo>
                    <a:cubicBezTo>
                      <a:pt x="124873" y="724757"/>
                      <a:pt x="124682" y="721614"/>
                      <a:pt x="124206" y="720185"/>
                    </a:cubicBezTo>
                    <a:cubicBezTo>
                      <a:pt x="123920" y="719233"/>
                      <a:pt x="122301" y="717899"/>
                      <a:pt x="121920" y="716947"/>
                    </a:cubicBezTo>
                    <a:cubicBezTo>
                      <a:pt x="121444" y="715709"/>
                      <a:pt x="122206" y="712756"/>
                      <a:pt x="121634" y="711518"/>
                    </a:cubicBezTo>
                    <a:cubicBezTo>
                      <a:pt x="121348" y="710755"/>
                      <a:pt x="120110" y="709517"/>
                      <a:pt x="119348" y="709136"/>
                    </a:cubicBezTo>
                    <a:cubicBezTo>
                      <a:pt x="118491" y="708660"/>
                      <a:pt x="116396" y="709136"/>
                      <a:pt x="115538" y="708660"/>
                    </a:cubicBezTo>
                    <a:cubicBezTo>
                      <a:pt x="114776" y="708279"/>
                      <a:pt x="114109" y="706660"/>
                      <a:pt x="113443" y="706279"/>
                    </a:cubicBezTo>
                    <a:cubicBezTo>
                      <a:pt x="112395" y="705612"/>
                      <a:pt x="109918" y="704660"/>
                      <a:pt x="108775" y="705041"/>
                    </a:cubicBezTo>
                    <a:cubicBezTo>
                      <a:pt x="107537" y="705422"/>
                      <a:pt x="106394" y="707993"/>
                      <a:pt x="105632" y="709041"/>
                    </a:cubicBezTo>
                    <a:cubicBezTo>
                      <a:pt x="104775" y="710089"/>
                      <a:pt x="102679" y="711994"/>
                      <a:pt x="102394" y="713327"/>
                    </a:cubicBezTo>
                    <a:cubicBezTo>
                      <a:pt x="102108" y="714470"/>
                      <a:pt x="103251" y="716661"/>
                      <a:pt x="103346" y="717804"/>
                    </a:cubicBezTo>
                    <a:cubicBezTo>
                      <a:pt x="103441" y="718661"/>
                      <a:pt x="103632" y="720471"/>
                      <a:pt x="103346" y="721328"/>
                    </a:cubicBezTo>
                    <a:cubicBezTo>
                      <a:pt x="102965" y="722471"/>
                      <a:pt x="101155" y="724186"/>
                      <a:pt x="100679" y="725329"/>
                    </a:cubicBezTo>
                    <a:cubicBezTo>
                      <a:pt x="100108" y="726662"/>
                      <a:pt x="99822" y="729710"/>
                      <a:pt x="99536" y="731139"/>
                    </a:cubicBezTo>
                    <a:cubicBezTo>
                      <a:pt x="99346" y="732092"/>
                      <a:pt x="98584" y="733997"/>
                      <a:pt x="98679" y="734949"/>
                    </a:cubicBezTo>
                    <a:cubicBezTo>
                      <a:pt x="98774" y="735997"/>
                      <a:pt x="100203" y="737711"/>
                      <a:pt x="100393" y="738759"/>
                    </a:cubicBezTo>
                    <a:cubicBezTo>
                      <a:pt x="100679" y="740569"/>
                      <a:pt x="99917" y="744188"/>
                      <a:pt x="100013" y="745998"/>
                    </a:cubicBezTo>
                    <a:cubicBezTo>
                      <a:pt x="100013" y="747998"/>
                      <a:pt x="101155" y="752094"/>
                      <a:pt x="100870" y="754094"/>
                    </a:cubicBezTo>
                    <a:cubicBezTo>
                      <a:pt x="100679" y="755713"/>
                      <a:pt x="99346" y="758857"/>
                      <a:pt x="98298" y="760190"/>
                    </a:cubicBezTo>
                    <a:cubicBezTo>
                      <a:pt x="97441" y="761333"/>
                      <a:pt x="95155" y="763048"/>
                      <a:pt x="93916" y="763619"/>
                    </a:cubicBezTo>
                    <a:cubicBezTo>
                      <a:pt x="92964" y="764000"/>
                      <a:pt x="90868" y="764572"/>
                      <a:pt x="90106" y="764000"/>
                    </a:cubicBezTo>
                    <a:cubicBezTo>
                      <a:pt x="89440" y="763619"/>
                      <a:pt x="89059" y="761905"/>
                      <a:pt x="89059" y="761143"/>
                    </a:cubicBezTo>
                    <a:cubicBezTo>
                      <a:pt x="89154" y="760381"/>
                      <a:pt x="90868" y="759047"/>
                      <a:pt x="90583" y="758380"/>
                    </a:cubicBezTo>
                    <a:cubicBezTo>
                      <a:pt x="90202" y="757238"/>
                      <a:pt x="87154" y="757238"/>
                      <a:pt x="86106" y="756761"/>
                    </a:cubicBezTo>
                    <a:cubicBezTo>
                      <a:pt x="85058" y="756380"/>
                      <a:pt x="83153" y="754761"/>
                      <a:pt x="82010" y="754761"/>
                    </a:cubicBezTo>
                    <a:cubicBezTo>
                      <a:pt x="80581" y="754761"/>
                      <a:pt x="78486" y="757047"/>
                      <a:pt x="77153" y="757428"/>
                    </a:cubicBezTo>
                    <a:cubicBezTo>
                      <a:pt x="76105" y="757714"/>
                      <a:pt x="73819" y="757904"/>
                      <a:pt x="72771" y="757619"/>
                    </a:cubicBezTo>
                    <a:cubicBezTo>
                      <a:pt x="71818" y="757333"/>
                      <a:pt x="70390" y="755428"/>
                      <a:pt x="69342" y="755333"/>
                    </a:cubicBezTo>
                    <a:cubicBezTo>
                      <a:pt x="68580" y="755237"/>
                      <a:pt x="67246" y="756476"/>
                      <a:pt x="66484" y="756761"/>
                    </a:cubicBezTo>
                    <a:cubicBezTo>
                      <a:pt x="65627" y="757142"/>
                      <a:pt x="63627" y="757142"/>
                      <a:pt x="62960" y="757809"/>
                    </a:cubicBezTo>
                    <a:cubicBezTo>
                      <a:pt x="62770" y="757904"/>
                      <a:pt x="62674" y="758190"/>
                      <a:pt x="62674" y="758380"/>
                    </a:cubicBezTo>
                    <a:lnTo>
                      <a:pt x="23622" y="525113"/>
                    </a:lnTo>
                    <a:lnTo>
                      <a:pt x="14668" y="57436"/>
                    </a:lnTo>
                    <a:lnTo>
                      <a:pt x="8858" y="57436"/>
                    </a:lnTo>
                    <a:lnTo>
                      <a:pt x="0" y="42482"/>
                    </a:lnTo>
                    <a:cubicBezTo>
                      <a:pt x="7144" y="41339"/>
                      <a:pt x="19717" y="39243"/>
                      <a:pt x="26194" y="38481"/>
                    </a:cubicBezTo>
                    <a:cubicBezTo>
                      <a:pt x="37814" y="37052"/>
                      <a:pt x="61246" y="35243"/>
                      <a:pt x="72866" y="33909"/>
                    </a:cubicBezTo>
                    <a:cubicBezTo>
                      <a:pt x="86392" y="32385"/>
                      <a:pt x="113443" y="28766"/>
                      <a:pt x="126873" y="27146"/>
                    </a:cubicBezTo>
                    <a:cubicBezTo>
                      <a:pt x="139637" y="25527"/>
                      <a:pt x="165068" y="22670"/>
                      <a:pt x="177832" y="20955"/>
                    </a:cubicBezTo>
                    <a:cubicBezTo>
                      <a:pt x="192500" y="18955"/>
                      <a:pt x="221742" y="14288"/>
                      <a:pt x="236411" y="12192"/>
                    </a:cubicBezTo>
                    <a:cubicBezTo>
                      <a:pt x="256127" y="9335"/>
                      <a:pt x="295656" y="3905"/>
                      <a:pt x="315373" y="1143"/>
                    </a:cubicBezTo>
                    <a:cubicBezTo>
                      <a:pt x="317754" y="762"/>
                      <a:pt x="320516" y="476"/>
                      <a:pt x="323469" y="0"/>
                    </a:cubicBezTo>
                    <a:lnTo>
                      <a:pt x="375571" y="157544"/>
                    </a:lnTo>
                    <a:cubicBezTo>
                      <a:pt x="375571" y="157544"/>
                      <a:pt x="427482" y="318706"/>
                      <a:pt x="427482" y="318992"/>
                    </a:cubicBezTo>
                    <a:cubicBezTo>
                      <a:pt x="427482" y="319278"/>
                      <a:pt x="430911" y="321374"/>
                      <a:pt x="431482" y="322612"/>
                    </a:cubicBezTo>
                    <a:cubicBezTo>
                      <a:pt x="431863" y="323564"/>
                      <a:pt x="430721" y="325755"/>
                      <a:pt x="431292" y="326612"/>
                    </a:cubicBezTo>
                    <a:cubicBezTo>
                      <a:pt x="431768" y="327470"/>
                      <a:pt x="434245" y="327660"/>
                      <a:pt x="435007" y="328422"/>
                    </a:cubicBezTo>
                    <a:cubicBezTo>
                      <a:pt x="435864" y="329375"/>
                      <a:pt x="436436" y="332042"/>
                      <a:pt x="437007" y="333185"/>
                    </a:cubicBezTo>
                    <a:cubicBezTo>
                      <a:pt x="437388" y="333851"/>
                      <a:pt x="438340" y="335089"/>
                      <a:pt x="438721" y="335756"/>
                    </a:cubicBezTo>
                    <a:cubicBezTo>
                      <a:pt x="439103" y="336613"/>
                      <a:pt x="439674" y="338328"/>
                      <a:pt x="439864" y="339280"/>
                    </a:cubicBezTo>
                    <a:cubicBezTo>
                      <a:pt x="440150" y="340233"/>
                      <a:pt x="440150" y="342138"/>
                      <a:pt x="440626" y="342995"/>
                    </a:cubicBezTo>
                    <a:cubicBezTo>
                      <a:pt x="441007" y="343662"/>
                      <a:pt x="442150" y="344519"/>
                      <a:pt x="442627" y="345091"/>
                    </a:cubicBezTo>
                    <a:cubicBezTo>
                      <a:pt x="443198" y="345758"/>
                      <a:pt x="444151" y="347281"/>
                      <a:pt x="444532" y="348044"/>
                    </a:cubicBezTo>
                    <a:cubicBezTo>
                      <a:pt x="445008" y="349282"/>
                      <a:pt x="445389" y="351949"/>
                      <a:pt x="445770" y="353187"/>
                    </a:cubicBezTo>
                    <a:cubicBezTo>
                      <a:pt x="446151" y="354425"/>
                      <a:pt x="447104" y="356806"/>
                      <a:pt x="447865" y="357759"/>
                    </a:cubicBezTo>
                    <a:cubicBezTo>
                      <a:pt x="448532" y="358616"/>
                      <a:pt x="450628" y="359664"/>
                      <a:pt x="451485" y="360331"/>
                    </a:cubicBezTo>
                    <a:cubicBezTo>
                      <a:pt x="452438" y="360997"/>
                      <a:pt x="454342" y="362521"/>
                      <a:pt x="455200" y="363284"/>
                    </a:cubicBezTo>
                    <a:cubicBezTo>
                      <a:pt x="456247" y="364236"/>
                      <a:pt x="458533" y="366236"/>
                      <a:pt x="459200" y="367570"/>
                    </a:cubicBezTo>
                    <a:cubicBezTo>
                      <a:pt x="459962" y="369094"/>
                      <a:pt x="459867" y="372618"/>
                      <a:pt x="460438" y="374237"/>
                    </a:cubicBezTo>
                    <a:cubicBezTo>
                      <a:pt x="460724" y="375095"/>
                      <a:pt x="461391" y="377000"/>
                      <a:pt x="462153" y="377571"/>
                    </a:cubicBezTo>
                    <a:cubicBezTo>
                      <a:pt x="462820" y="378047"/>
                      <a:pt x="464915" y="377571"/>
                      <a:pt x="465487" y="378143"/>
                    </a:cubicBezTo>
                    <a:cubicBezTo>
                      <a:pt x="465868" y="378714"/>
                      <a:pt x="465487" y="380333"/>
                      <a:pt x="465391" y="381000"/>
                    </a:cubicBezTo>
                    <a:cubicBezTo>
                      <a:pt x="465296" y="381762"/>
                      <a:pt x="464534" y="383191"/>
                      <a:pt x="464630" y="383953"/>
                    </a:cubicBezTo>
                    <a:cubicBezTo>
                      <a:pt x="464725" y="384905"/>
                      <a:pt x="465963" y="386525"/>
                      <a:pt x="466058" y="387477"/>
                    </a:cubicBezTo>
                    <a:cubicBezTo>
                      <a:pt x="466249" y="388620"/>
                      <a:pt x="465772" y="390811"/>
                      <a:pt x="465487" y="391859"/>
                    </a:cubicBezTo>
                    <a:cubicBezTo>
                      <a:pt x="465106" y="392906"/>
                      <a:pt x="463487" y="394716"/>
                      <a:pt x="463582" y="395859"/>
                    </a:cubicBezTo>
                    <a:cubicBezTo>
                      <a:pt x="463677" y="396621"/>
                      <a:pt x="464820" y="398050"/>
                      <a:pt x="465487" y="398431"/>
                    </a:cubicBezTo>
                    <a:cubicBezTo>
                      <a:pt x="466154" y="398812"/>
                      <a:pt x="467963" y="398431"/>
                      <a:pt x="468725" y="398526"/>
                    </a:cubicBezTo>
                    <a:cubicBezTo>
                      <a:pt x="469582" y="398621"/>
                      <a:pt x="471392" y="398621"/>
                      <a:pt x="472154" y="399002"/>
                    </a:cubicBezTo>
                    <a:cubicBezTo>
                      <a:pt x="472821" y="399479"/>
                      <a:pt x="473202" y="401574"/>
                      <a:pt x="473964" y="401955"/>
                    </a:cubicBezTo>
                    <a:cubicBezTo>
                      <a:pt x="474821" y="402431"/>
                      <a:pt x="477107" y="401574"/>
                      <a:pt x="477964" y="402146"/>
                    </a:cubicBezTo>
                    <a:cubicBezTo>
                      <a:pt x="478726" y="402717"/>
                      <a:pt x="479679" y="404622"/>
                      <a:pt x="479584" y="405575"/>
                    </a:cubicBezTo>
                    <a:cubicBezTo>
                      <a:pt x="479488" y="406432"/>
                      <a:pt x="477679" y="407289"/>
                      <a:pt x="477298" y="408051"/>
                    </a:cubicBezTo>
                    <a:cubicBezTo>
                      <a:pt x="477012" y="408622"/>
                      <a:pt x="476917" y="409861"/>
                      <a:pt x="476726" y="410432"/>
                    </a:cubicBezTo>
                    <a:cubicBezTo>
                      <a:pt x="476536" y="411099"/>
                      <a:pt x="476155" y="412433"/>
                      <a:pt x="475583" y="412909"/>
                    </a:cubicBezTo>
                    <a:cubicBezTo>
                      <a:pt x="474726" y="413480"/>
                      <a:pt x="472059" y="412528"/>
                      <a:pt x="471297" y="413290"/>
                    </a:cubicBezTo>
                    <a:cubicBezTo>
                      <a:pt x="470630" y="413861"/>
                      <a:pt x="471202" y="416052"/>
                      <a:pt x="470916" y="416814"/>
                    </a:cubicBezTo>
                    <a:cubicBezTo>
                      <a:pt x="470535" y="417576"/>
                      <a:pt x="469106" y="418814"/>
                      <a:pt x="468439" y="419386"/>
                    </a:cubicBezTo>
                    <a:cubicBezTo>
                      <a:pt x="467487" y="420243"/>
                      <a:pt x="465106" y="421291"/>
                      <a:pt x="464344" y="422243"/>
                    </a:cubicBezTo>
                    <a:cubicBezTo>
                      <a:pt x="463201" y="423481"/>
                      <a:pt x="461105" y="426625"/>
                      <a:pt x="461296" y="428244"/>
                    </a:cubicBezTo>
                    <a:cubicBezTo>
                      <a:pt x="461391" y="429578"/>
                      <a:pt x="464058" y="431483"/>
                      <a:pt x="464344" y="432816"/>
                    </a:cubicBezTo>
                    <a:cubicBezTo>
                      <a:pt x="464725" y="434721"/>
                      <a:pt x="463010" y="438436"/>
                      <a:pt x="463105" y="440341"/>
                    </a:cubicBezTo>
                    <a:cubicBezTo>
                      <a:pt x="463201" y="442055"/>
                      <a:pt x="464725" y="445294"/>
                      <a:pt x="464820" y="447008"/>
                    </a:cubicBezTo>
                    <a:cubicBezTo>
                      <a:pt x="464915" y="448723"/>
                      <a:pt x="463582" y="451961"/>
                      <a:pt x="463487" y="453676"/>
                    </a:cubicBezTo>
                    <a:cubicBezTo>
                      <a:pt x="463391" y="455105"/>
                      <a:pt x="463582" y="459010"/>
                      <a:pt x="463582" y="459296"/>
                    </a:cubicBezTo>
                    <a:cubicBezTo>
                      <a:pt x="463582" y="459581"/>
                      <a:pt x="461677" y="463201"/>
                      <a:pt x="460820" y="464249"/>
                    </a:cubicBezTo>
                    <a:cubicBezTo>
                      <a:pt x="460248" y="465011"/>
                      <a:pt x="458533" y="466058"/>
                      <a:pt x="458153" y="466916"/>
                    </a:cubicBezTo>
                    <a:cubicBezTo>
                      <a:pt x="457486" y="468344"/>
                      <a:pt x="457867" y="472726"/>
                      <a:pt x="457867" y="473107"/>
                    </a:cubicBezTo>
                    <a:cubicBezTo>
                      <a:pt x="457867" y="473488"/>
                      <a:pt x="459486" y="478822"/>
                      <a:pt x="460248" y="480631"/>
                    </a:cubicBezTo>
                    <a:cubicBezTo>
                      <a:pt x="460629" y="481775"/>
                      <a:pt x="461772" y="483870"/>
                      <a:pt x="462153" y="485108"/>
                    </a:cubicBezTo>
                    <a:cubicBezTo>
                      <a:pt x="462629" y="486632"/>
                      <a:pt x="463105" y="489776"/>
                      <a:pt x="463391" y="491395"/>
                    </a:cubicBezTo>
                    <a:cubicBezTo>
                      <a:pt x="463677" y="492728"/>
                      <a:pt x="464153" y="495586"/>
                      <a:pt x="464725" y="496824"/>
                    </a:cubicBezTo>
                    <a:cubicBezTo>
                      <a:pt x="465296" y="497872"/>
                      <a:pt x="466820" y="499681"/>
                      <a:pt x="467773" y="500444"/>
                    </a:cubicBezTo>
                    <a:cubicBezTo>
                      <a:pt x="468725" y="501205"/>
                      <a:pt x="471202" y="501587"/>
                      <a:pt x="472059" y="502444"/>
                    </a:cubicBezTo>
                    <a:cubicBezTo>
                      <a:pt x="472726" y="503111"/>
                      <a:pt x="473202" y="505016"/>
                      <a:pt x="473392" y="505968"/>
                    </a:cubicBezTo>
                    <a:cubicBezTo>
                      <a:pt x="473773" y="507683"/>
                      <a:pt x="473678" y="511207"/>
                      <a:pt x="474250" y="512826"/>
                    </a:cubicBezTo>
                    <a:cubicBezTo>
                      <a:pt x="474821" y="514255"/>
                      <a:pt x="477012" y="516541"/>
                      <a:pt x="477583" y="517970"/>
                    </a:cubicBezTo>
                    <a:cubicBezTo>
                      <a:pt x="478155" y="519398"/>
                      <a:pt x="478917" y="522446"/>
                      <a:pt x="478726" y="524066"/>
                    </a:cubicBezTo>
                    <a:cubicBezTo>
                      <a:pt x="478536" y="525494"/>
                      <a:pt x="476345" y="527971"/>
                      <a:pt x="476250" y="529495"/>
                    </a:cubicBezTo>
                    <a:cubicBezTo>
                      <a:pt x="476155" y="531114"/>
                      <a:pt x="478250" y="533972"/>
                      <a:pt x="478346" y="535496"/>
                    </a:cubicBezTo>
                    <a:cubicBezTo>
                      <a:pt x="478536" y="537210"/>
                      <a:pt x="477488" y="540639"/>
                      <a:pt x="477107" y="542449"/>
                    </a:cubicBezTo>
                    <a:cubicBezTo>
                      <a:pt x="476821" y="543592"/>
                      <a:pt x="475869" y="545878"/>
                      <a:pt x="475774" y="547116"/>
                    </a:cubicBezTo>
                    <a:cubicBezTo>
                      <a:pt x="475774" y="548735"/>
                      <a:pt x="477298" y="551688"/>
                      <a:pt x="477393" y="553307"/>
                    </a:cubicBezTo>
                    <a:cubicBezTo>
                      <a:pt x="477393" y="554641"/>
                      <a:pt x="476917" y="557308"/>
                      <a:pt x="476440" y="558451"/>
                    </a:cubicBezTo>
                    <a:cubicBezTo>
                      <a:pt x="476155" y="559118"/>
                      <a:pt x="474916" y="560165"/>
                      <a:pt x="474916" y="560927"/>
                    </a:cubicBezTo>
                    <a:cubicBezTo>
                      <a:pt x="474726" y="562166"/>
                      <a:pt x="476155" y="564547"/>
                      <a:pt x="476726" y="565690"/>
                    </a:cubicBezTo>
                    <a:cubicBezTo>
                      <a:pt x="477203" y="566547"/>
                      <a:pt x="478631" y="568071"/>
                      <a:pt x="478822" y="568928"/>
                    </a:cubicBezTo>
                    <a:cubicBezTo>
                      <a:pt x="479012" y="569976"/>
                      <a:pt x="478060" y="572262"/>
                      <a:pt x="478250" y="573310"/>
                    </a:cubicBezTo>
                    <a:cubicBezTo>
                      <a:pt x="478441" y="574072"/>
                      <a:pt x="479488" y="575405"/>
                      <a:pt x="480060" y="576072"/>
                    </a:cubicBezTo>
                    <a:cubicBezTo>
                      <a:pt x="480536" y="576644"/>
                      <a:pt x="481870" y="577310"/>
                      <a:pt x="482441" y="577882"/>
                    </a:cubicBezTo>
                    <a:cubicBezTo>
                      <a:pt x="483108" y="578644"/>
                      <a:pt x="483680" y="580739"/>
                      <a:pt x="484441" y="581406"/>
                    </a:cubicBezTo>
                    <a:cubicBezTo>
                      <a:pt x="485299" y="582168"/>
                      <a:pt x="487775" y="582549"/>
                      <a:pt x="488537" y="583406"/>
                    </a:cubicBezTo>
                    <a:cubicBezTo>
                      <a:pt x="489395" y="584359"/>
                      <a:pt x="489585" y="587026"/>
                      <a:pt x="490347" y="587978"/>
                    </a:cubicBezTo>
                    <a:cubicBezTo>
                      <a:pt x="491014" y="588931"/>
                      <a:pt x="493205" y="589979"/>
                      <a:pt x="493871" y="590931"/>
                    </a:cubicBezTo>
                    <a:cubicBezTo>
                      <a:pt x="494729" y="592169"/>
                      <a:pt x="495586" y="595217"/>
                      <a:pt x="496062" y="5966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sp>
          <p:nvSpPr>
            <p:cNvPr id="100" name="Freeform: Shape 46">
              <a:extLst>
                <a:ext uri="{FF2B5EF4-FFF2-40B4-BE49-F238E27FC236}">
                  <a16:creationId xmlns:a16="http://schemas.microsoft.com/office/drawing/2014/main" id="{CC2EB1CD-B34F-F968-8541-C43381C1498B}"/>
                </a:ext>
              </a:extLst>
            </p:cNvPr>
            <p:cNvSpPr/>
            <p:nvPr/>
          </p:nvSpPr>
          <p:spPr>
            <a:xfrm>
              <a:off x="7537323" y="3788283"/>
              <a:ext cx="676275" cy="695325"/>
            </a:xfrm>
            <a:custGeom>
              <a:avLst/>
              <a:gdLst>
                <a:gd name="connsiteX0" fmla="*/ 160211 w 676275"/>
                <a:gd name="connsiteY0" fmla="*/ 28384 h 695325"/>
                <a:gd name="connsiteX1" fmla="*/ 196120 w 676275"/>
                <a:gd name="connsiteY1" fmla="*/ 22384 h 695325"/>
                <a:gd name="connsiteX2" fmla="*/ 258985 w 676275"/>
                <a:gd name="connsiteY2" fmla="*/ 11049 h 695325"/>
                <a:gd name="connsiteX3" fmla="*/ 296894 w 676275"/>
                <a:gd name="connsiteY3" fmla="*/ 2572 h 695325"/>
                <a:gd name="connsiteX4" fmla="*/ 308134 w 676275"/>
                <a:gd name="connsiteY4" fmla="*/ 381 h 695325"/>
                <a:gd name="connsiteX5" fmla="*/ 309658 w 676275"/>
                <a:gd name="connsiteY5" fmla="*/ 0 h 695325"/>
                <a:gd name="connsiteX6" fmla="*/ 309753 w 676275"/>
                <a:gd name="connsiteY6" fmla="*/ 6001 h 695325"/>
                <a:gd name="connsiteX7" fmla="*/ 309658 w 676275"/>
                <a:gd name="connsiteY7" fmla="*/ 11621 h 695325"/>
                <a:gd name="connsiteX8" fmla="*/ 306134 w 676275"/>
                <a:gd name="connsiteY8" fmla="*/ 13621 h 695325"/>
                <a:gd name="connsiteX9" fmla="*/ 303657 w 676275"/>
                <a:gd name="connsiteY9" fmla="*/ 16288 h 695325"/>
                <a:gd name="connsiteX10" fmla="*/ 301466 w 676275"/>
                <a:gd name="connsiteY10" fmla="*/ 20098 h 695325"/>
                <a:gd name="connsiteX11" fmla="*/ 297085 w 676275"/>
                <a:gd name="connsiteY11" fmla="*/ 21908 h 695325"/>
                <a:gd name="connsiteX12" fmla="*/ 294704 w 676275"/>
                <a:gd name="connsiteY12" fmla="*/ 28956 h 695325"/>
                <a:gd name="connsiteX13" fmla="*/ 291846 w 676275"/>
                <a:gd name="connsiteY13" fmla="*/ 32099 h 695325"/>
                <a:gd name="connsiteX14" fmla="*/ 289560 w 676275"/>
                <a:gd name="connsiteY14" fmla="*/ 36385 h 695325"/>
                <a:gd name="connsiteX15" fmla="*/ 290417 w 676275"/>
                <a:gd name="connsiteY15" fmla="*/ 39910 h 695325"/>
                <a:gd name="connsiteX16" fmla="*/ 290703 w 676275"/>
                <a:gd name="connsiteY16" fmla="*/ 44672 h 695325"/>
                <a:gd name="connsiteX17" fmla="*/ 287750 w 676275"/>
                <a:gd name="connsiteY17" fmla="*/ 49149 h 695325"/>
                <a:gd name="connsiteX18" fmla="*/ 290608 w 676275"/>
                <a:gd name="connsiteY18" fmla="*/ 52959 h 695325"/>
                <a:gd name="connsiteX19" fmla="*/ 294608 w 676275"/>
                <a:gd name="connsiteY19" fmla="*/ 55054 h 695325"/>
                <a:gd name="connsiteX20" fmla="*/ 303562 w 676275"/>
                <a:gd name="connsiteY20" fmla="*/ 61722 h 695325"/>
                <a:gd name="connsiteX21" fmla="*/ 307943 w 676275"/>
                <a:gd name="connsiteY21" fmla="*/ 63341 h 695325"/>
                <a:gd name="connsiteX22" fmla="*/ 313087 w 676275"/>
                <a:gd name="connsiteY22" fmla="*/ 62960 h 695325"/>
                <a:gd name="connsiteX23" fmla="*/ 317468 w 676275"/>
                <a:gd name="connsiteY23" fmla="*/ 65151 h 695325"/>
                <a:gd name="connsiteX24" fmla="*/ 322326 w 676275"/>
                <a:gd name="connsiteY24" fmla="*/ 69628 h 695325"/>
                <a:gd name="connsiteX25" fmla="*/ 327088 w 676275"/>
                <a:gd name="connsiteY25" fmla="*/ 72771 h 695325"/>
                <a:gd name="connsiteX26" fmla="*/ 331470 w 676275"/>
                <a:gd name="connsiteY26" fmla="*/ 77819 h 695325"/>
                <a:gd name="connsiteX27" fmla="*/ 339090 w 676275"/>
                <a:gd name="connsiteY27" fmla="*/ 79534 h 695325"/>
                <a:gd name="connsiteX28" fmla="*/ 343948 w 676275"/>
                <a:gd name="connsiteY28" fmla="*/ 78010 h 695325"/>
                <a:gd name="connsiteX29" fmla="*/ 347091 w 676275"/>
                <a:gd name="connsiteY29" fmla="*/ 75438 h 695325"/>
                <a:gd name="connsiteX30" fmla="*/ 352044 w 676275"/>
                <a:gd name="connsiteY30" fmla="*/ 75343 h 695325"/>
                <a:gd name="connsiteX31" fmla="*/ 356140 w 676275"/>
                <a:gd name="connsiteY31" fmla="*/ 78105 h 695325"/>
                <a:gd name="connsiteX32" fmla="*/ 360045 w 676275"/>
                <a:gd name="connsiteY32" fmla="*/ 83534 h 695325"/>
                <a:gd name="connsiteX33" fmla="*/ 362617 w 676275"/>
                <a:gd name="connsiteY33" fmla="*/ 91916 h 695325"/>
                <a:gd name="connsiteX34" fmla="*/ 367665 w 676275"/>
                <a:gd name="connsiteY34" fmla="*/ 95155 h 695325"/>
                <a:gd name="connsiteX35" fmla="*/ 371951 w 676275"/>
                <a:gd name="connsiteY35" fmla="*/ 100203 h 695325"/>
                <a:gd name="connsiteX36" fmla="*/ 375380 w 676275"/>
                <a:gd name="connsiteY36" fmla="*/ 103442 h 695325"/>
                <a:gd name="connsiteX37" fmla="*/ 377094 w 676275"/>
                <a:gd name="connsiteY37" fmla="*/ 109442 h 695325"/>
                <a:gd name="connsiteX38" fmla="*/ 379762 w 676275"/>
                <a:gd name="connsiteY38" fmla="*/ 117062 h 695325"/>
                <a:gd name="connsiteX39" fmla="*/ 383762 w 676275"/>
                <a:gd name="connsiteY39" fmla="*/ 123349 h 695325"/>
                <a:gd name="connsiteX40" fmla="*/ 389477 w 676275"/>
                <a:gd name="connsiteY40" fmla="*/ 124873 h 695325"/>
                <a:gd name="connsiteX41" fmla="*/ 393478 w 676275"/>
                <a:gd name="connsiteY41" fmla="*/ 128588 h 695325"/>
                <a:gd name="connsiteX42" fmla="*/ 395097 w 676275"/>
                <a:gd name="connsiteY42" fmla="*/ 132397 h 695325"/>
                <a:gd name="connsiteX43" fmla="*/ 400241 w 676275"/>
                <a:gd name="connsiteY43" fmla="*/ 136493 h 695325"/>
                <a:gd name="connsiteX44" fmla="*/ 404622 w 676275"/>
                <a:gd name="connsiteY44" fmla="*/ 143256 h 695325"/>
                <a:gd name="connsiteX45" fmla="*/ 407194 w 676275"/>
                <a:gd name="connsiteY45" fmla="*/ 148304 h 695325"/>
                <a:gd name="connsiteX46" fmla="*/ 414528 w 676275"/>
                <a:gd name="connsiteY46" fmla="*/ 149257 h 695325"/>
                <a:gd name="connsiteX47" fmla="*/ 417481 w 676275"/>
                <a:gd name="connsiteY47" fmla="*/ 153353 h 695325"/>
                <a:gd name="connsiteX48" fmla="*/ 422624 w 676275"/>
                <a:gd name="connsiteY48" fmla="*/ 156877 h 695325"/>
                <a:gd name="connsiteX49" fmla="*/ 427768 w 676275"/>
                <a:gd name="connsiteY49" fmla="*/ 158401 h 695325"/>
                <a:gd name="connsiteX50" fmla="*/ 433483 w 676275"/>
                <a:gd name="connsiteY50" fmla="*/ 159448 h 695325"/>
                <a:gd name="connsiteX51" fmla="*/ 442341 w 676275"/>
                <a:gd name="connsiteY51" fmla="*/ 164306 h 695325"/>
                <a:gd name="connsiteX52" fmla="*/ 448151 w 676275"/>
                <a:gd name="connsiteY52" fmla="*/ 169450 h 695325"/>
                <a:gd name="connsiteX53" fmla="*/ 452914 w 676275"/>
                <a:gd name="connsiteY53" fmla="*/ 172307 h 695325"/>
                <a:gd name="connsiteX54" fmla="*/ 456438 w 676275"/>
                <a:gd name="connsiteY54" fmla="*/ 180499 h 695325"/>
                <a:gd name="connsiteX55" fmla="*/ 461676 w 676275"/>
                <a:gd name="connsiteY55" fmla="*/ 184309 h 695325"/>
                <a:gd name="connsiteX56" fmla="*/ 465868 w 676275"/>
                <a:gd name="connsiteY56" fmla="*/ 190881 h 695325"/>
                <a:gd name="connsiteX57" fmla="*/ 470059 w 676275"/>
                <a:gd name="connsiteY57" fmla="*/ 193072 h 695325"/>
                <a:gd name="connsiteX58" fmla="*/ 473202 w 676275"/>
                <a:gd name="connsiteY58" fmla="*/ 193929 h 695325"/>
                <a:gd name="connsiteX59" fmla="*/ 476441 w 676275"/>
                <a:gd name="connsiteY59" fmla="*/ 192405 h 695325"/>
                <a:gd name="connsiteX60" fmla="*/ 478441 w 676275"/>
                <a:gd name="connsiteY60" fmla="*/ 193834 h 695325"/>
                <a:gd name="connsiteX61" fmla="*/ 484537 w 676275"/>
                <a:gd name="connsiteY61" fmla="*/ 195358 h 695325"/>
                <a:gd name="connsiteX62" fmla="*/ 487013 w 676275"/>
                <a:gd name="connsiteY62" fmla="*/ 197644 h 695325"/>
                <a:gd name="connsiteX63" fmla="*/ 490061 w 676275"/>
                <a:gd name="connsiteY63" fmla="*/ 199835 h 695325"/>
                <a:gd name="connsiteX64" fmla="*/ 493586 w 676275"/>
                <a:gd name="connsiteY64" fmla="*/ 203930 h 695325"/>
                <a:gd name="connsiteX65" fmla="*/ 496824 w 676275"/>
                <a:gd name="connsiteY65" fmla="*/ 207359 h 695325"/>
                <a:gd name="connsiteX66" fmla="*/ 502348 w 676275"/>
                <a:gd name="connsiteY66" fmla="*/ 208121 h 695325"/>
                <a:gd name="connsiteX67" fmla="*/ 505206 w 676275"/>
                <a:gd name="connsiteY67" fmla="*/ 211074 h 695325"/>
                <a:gd name="connsiteX68" fmla="*/ 503682 w 676275"/>
                <a:gd name="connsiteY68" fmla="*/ 217265 h 695325"/>
                <a:gd name="connsiteX69" fmla="*/ 505110 w 676275"/>
                <a:gd name="connsiteY69" fmla="*/ 221171 h 695325"/>
                <a:gd name="connsiteX70" fmla="*/ 504920 w 676275"/>
                <a:gd name="connsiteY70" fmla="*/ 225838 h 695325"/>
                <a:gd name="connsiteX71" fmla="*/ 508254 w 676275"/>
                <a:gd name="connsiteY71" fmla="*/ 228219 h 695325"/>
                <a:gd name="connsiteX72" fmla="*/ 512921 w 676275"/>
                <a:gd name="connsiteY72" fmla="*/ 228886 h 695325"/>
                <a:gd name="connsiteX73" fmla="*/ 516255 w 676275"/>
                <a:gd name="connsiteY73" fmla="*/ 230410 h 695325"/>
                <a:gd name="connsiteX74" fmla="*/ 519113 w 676275"/>
                <a:gd name="connsiteY74" fmla="*/ 234601 h 695325"/>
                <a:gd name="connsiteX75" fmla="*/ 517303 w 676275"/>
                <a:gd name="connsiteY75" fmla="*/ 238982 h 695325"/>
                <a:gd name="connsiteX76" fmla="*/ 521208 w 676275"/>
                <a:gd name="connsiteY76" fmla="*/ 240697 h 695325"/>
                <a:gd name="connsiteX77" fmla="*/ 526352 w 676275"/>
                <a:gd name="connsiteY77" fmla="*/ 243935 h 695325"/>
                <a:gd name="connsiteX78" fmla="*/ 528638 w 676275"/>
                <a:gd name="connsiteY78" fmla="*/ 241078 h 695325"/>
                <a:gd name="connsiteX79" fmla="*/ 530923 w 676275"/>
                <a:gd name="connsiteY79" fmla="*/ 244602 h 695325"/>
                <a:gd name="connsiteX80" fmla="*/ 530923 w 676275"/>
                <a:gd name="connsiteY80" fmla="*/ 248603 h 695325"/>
                <a:gd name="connsiteX81" fmla="*/ 533305 w 676275"/>
                <a:gd name="connsiteY81" fmla="*/ 253174 h 695325"/>
                <a:gd name="connsiteX82" fmla="*/ 541496 w 676275"/>
                <a:gd name="connsiteY82" fmla="*/ 256508 h 695325"/>
                <a:gd name="connsiteX83" fmla="*/ 548164 w 676275"/>
                <a:gd name="connsiteY83" fmla="*/ 257746 h 695325"/>
                <a:gd name="connsiteX84" fmla="*/ 552926 w 676275"/>
                <a:gd name="connsiteY84" fmla="*/ 256699 h 695325"/>
                <a:gd name="connsiteX85" fmla="*/ 559118 w 676275"/>
                <a:gd name="connsiteY85" fmla="*/ 261366 h 695325"/>
                <a:gd name="connsiteX86" fmla="*/ 563975 w 676275"/>
                <a:gd name="connsiteY86" fmla="*/ 263652 h 695325"/>
                <a:gd name="connsiteX87" fmla="*/ 568547 w 676275"/>
                <a:gd name="connsiteY87" fmla="*/ 264890 h 695325"/>
                <a:gd name="connsiteX88" fmla="*/ 570929 w 676275"/>
                <a:gd name="connsiteY88" fmla="*/ 268986 h 695325"/>
                <a:gd name="connsiteX89" fmla="*/ 570738 w 676275"/>
                <a:gd name="connsiteY89" fmla="*/ 274225 h 695325"/>
                <a:gd name="connsiteX90" fmla="*/ 571691 w 676275"/>
                <a:gd name="connsiteY90" fmla="*/ 277749 h 695325"/>
                <a:gd name="connsiteX91" fmla="*/ 576358 w 676275"/>
                <a:gd name="connsiteY91" fmla="*/ 280797 h 695325"/>
                <a:gd name="connsiteX92" fmla="*/ 577501 w 676275"/>
                <a:gd name="connsiteY92" fmla="*/ 285464 h 695325"/>
                <a:gd name="connsiteX93" fmla="*/ 579215 w 676275"/>
                <a:gd name="connsiteY93" fmla="*/ 288131 h 695325"/>
                <a:gd name="connsiteX94" fmla="*/ 583216 w 676275"/>
                <a:gd name="connsiteY94" fmla="*/ 290322 h 695325"/>
                <a:gd name="connsiteX95" fmla="*/ 584740 w 676275"/>
                <a:gd name="connsiteY95" fmla="*/ 294227 h 695325"/>
                <a:gd name="connsiteX96" fmla="*/ 585121 w 676275"/>
                <a:gd name="connsiteY96" fmla="*/ 298990 h 695325"/>
                <a:gd name="connsiteX97" fmla="*/ 588836 w 676275"/>
                <a:gd name="connsiteY97" fmla="*/ 304133 h 695325"/>
                <a:gd name="connsiteX98" fmla="*/ 587311 w 676275"/>
                <a:gd name="connsiteY98" fmla="*/ 309086 h 695325"/>
                <a:gd name="connsiteX99" fmla="*/ 590169 w 676275"/>
                <a:gd name="connsiteY99" fmla="*/ 312706 h 695325"/>
                <a:gd name="connsiteX100" fmla="*/ 592836 w 676275"/>
                <a:gd name="connsiteY100" fmla="*/ 318516 h 695325"/>
                <a:gd name="connsiteX101" fmla="*/ 591026 w 676275"/>
                <a:gd name="connsiteY101" fmla="*/ 322326 h 695325"/>
                <a:gd name="connsiteX102" fmla="*/ 593312 w 676275"/>
                <a:gd name="connsiteY102" fmla="*/ 325564 h 695325"/>
                <a:gd name="connsiteX103" fmla="*/ 597979 w 676275"/>
                <a:gd name="connsiteY103" fmla="*/ 326803 h 695325"/>
                <a:gd name="connsiteX104" fmla="*/ 600932 w 676275"/>
                <a:gd name="connsiteY104" fmla="*/ 330232 h 695325"/>
                <a:gd name="connsiteX105" fmla="*/ 606361 w 676275"/>
                <a:gd name="connsiteY105" fmla="*/ 331661 h 695325"/>
                <a:gd name="connsiteX106" fmla="*/ 609219 w 676275"/>
                <a:gd name="connsiteY106" fmla="*/ 329755 h 695325"/>
                <a:gd name="connsiteX107" fmla="*/ 612743 w 676275"/>
                <a:gd name="connsiteY107" fmla="*/ 332327 h 695325"/>
                <a:gd name="connsiteX108" fmla="*/ 615219 w 676275"/>
                <a:gd name="connsiteY108" fmla="*/ 335566 h 695325"/>
                <a:gd name="connsiteX109" fmla="*/ 619316 w 676275"/>
                <a:gd name="connsiteY109" fmla="*/ 335947 h 695325"/>
                <a:gd name="connsiteX110" fmla="*/ 622268 w 676275"/>
                <a:gd name="connsiteY110" fmla="*/ 339852 h 695325"/>
                <a:gd name="connsiteX111" fmla="*/ 624364 w 676275"/>
                <a:gd name="connsiteY111" fmla="*/ 342805 h 695325"/>
                <a:gd name="connsiteX112" fmla="*/ 625316 w 676275"/>
                <a:gd name="connsiteY112" fmla="*/ 348044 h 695325"/>
                <a:gd name="connsiteX113" fmla="*/ 628935 w 676275"/>
                <a:gd name="connsiteY113" fmla="*/ 352330 h 695325"/>
                <a:gd name="connsiteX114" fmla="*/ 630364 w 676275"/>
                <a:gd name="connsiteY114" fmla="*/ 355949 h 695325"/>
                <a:gd name="connsiteX115" fmla="*/ 632270 w 676275"/>
                <a:gd name="connsiteY115" fmla="*/ 358616 h 695325"/>
                <a:gd name="connsiteX116" fmla="*/ 636651 w 676275"/>
                <a:gd name="connsiteY116" fmla="*/ 359855 h 695325"/>
                <a:gd name="connsiteX117" fmla="*/ 638460 w 676275"/>
                <a:gd name="connsiteY117" fmla="*/ 363855 h 695325"/>
                <a:gd name="connsiteX118" fmla="*/ 639985 w 676275"/>
                <a:gd name="connsiteY118" fmla="*/ 365474 h 695325"/>
                <a:gd name="connsiteX119" fmla="*/ 639413 w 676275"/>
                <a:gd name="connsiteY119" fmla="*/ 370237 h 695325"/>
                <a:gd name="connsiteX120" fmla="*/ 637318 w 676275"/>
                <a:gd name="connsiteY120" fmla="*/ 375571 h 695325"/>
                <a:gd name="connsiteX121" fmla="*/ 640366 w 676275"/>
                <a:gd name="connsiteY121" fmla="*/ 379476 h 695325"/>
                <a:gd name="connsiteX122" fmla="*/ 643509 w 676275"/>
                <a:gd name="connsiteY122" fmla="*/ 382238 h 695325"/>
                <a:gd name="connsiteX123" fmla="*/ 643604 w 676275"/>
                <a:gd name="connsiteY123" fmla="*/ 388811 h 695325"/>
                <a:gd name="connsiteX124" fmla="*/ 645986 w 676275"/>
                <a:gd name="connsiteY124" fmla="*/ 392430 h 695325"/>
                <a:gd name="connsiteX125" fmla="*/ 649605 w 676275"/>
                <a:gd name="connsiteY125" fmla="*/ 393573 h 695325"/>
                <a:gd name="connsiteX126" fmla="*/ 653319 w 676275"/>
                <a:gd name="connsiteY126" fmla="*/ 397097 h 695325"/>
                <a:gd name="connsiteX127" fmla="*/ 657510 w 676275"/>
                <a:gd name="connsiteY127" fmla="*/ 395383 h 695325"/>
                <a:gd name="connsiteX128" fmla="*/ 659035 w 676275"/>
                <a:gd name="connsiteY128" fmla="*/ 392811 h 695325"/>
                <a:gd name="connsiteX129" fmla="*/ 662654 w 676275"/>
                <a:gd name="connsiteY129" fmla="*/ 392430 h 695325"/>
                <a:gd name="connsiteX130" fmla="*/ 666369 w 676275"/>
                <a:gd name="connsiteY130" fmla="*/ 395097 h 695325"/>
                <a:gd name="connsiteX131" fmla="*/ 669131 w 676275"/>
                <a:gd name="connsiteY131" fmla="*/ 395764 h 695325"/>
                <a:gd name="connsiteX132" fmla="*/ 671227 w 676275"/>
                <a:gd name="connsiteY132" fmla="*/ 399288 h 695325"/>
                <a:gd name="connsiteX133" fmla="*/ 674561 w 676275"/>
                <a:gd name="connsiteY133" fmla="*/ 400812 h 695325"/>
                <a:gd name="connsiteX134" fmla="*/ 675894 w 676275"/>
                <a:gd name="connsiteY134" fmla="*/ 399955 h 695325"/>
                <a:gd name="connsiteX135" fmla="*/ 677227 w 676275"/>
                <a:gd name="connsiteY135" fmla="*/ 401003 h 695325"/>
                <a:gd name="connsiteX136" fmla="*/ 683704 w 676275"/>
                <a:gd name="connsiteY136" fmla="*/ 401003 h 695325"/>
                <a:gd name="connsiteX137" fmla="*/ 684371 w 676275"/>
                <a:gd name="connsiteY137" fmla="*/ 406146 h 695325"/>
                <a:gd name="connsiteX138" fmla="*/ 682466 w 676275"/>
                <a:gd name="connsiteY138" fmla="*/ 411385 h 695325"/>
                <a:gd name="connsiteX139" fmla="*/ 677799 w 676275"/>
                <a:gd name="connsiteY139" fmla="*/ 414528 h 695325"/>
                <a:gd name="connsiteX140" fmla="*/ 675227 w 676275"/>
                <a:gd name="connsiteY140" fmla="*/ 415576 h 695325"/>
                <a:gd name="connsiteX141" fmla="*/ 672369 w 676275"/>
                <a:gd name="connsiteY141" fmla="*/ 413385 h 695325"/>
                <a:gd name="connsiteX142" fmla="*/ 669703 w 676275"/>
                <a:gd name="connsiteY142" fmla="*/ 414814 h 695325"/>
                <a:gd name="connsiteX143" fmla="*/ 668560 w 676275"/>
                <a:gd name="connsiteY143" fmla="*/ 417862 h 695325"/>
                <a:gd name="connsiteX144" fmla="*/ 670655 w 676275"/>
                <a:gd name="connsiteY144" fmla="*/ 420053 h 695325"/>
                <a:gd name="connsiteX145" fmla="*/ 674275 w 676275"/>
                <a:gd name="connsiteY145" fmla="*/ 419862 h 695325"/>
                <a:gd name="connsiteX146" fmla="*/ 674656 w 676275"/>
                <a:gd name="connsiteY146" fmla="*/ 423386 h 695325"/>
                <a:gd name="connsiteX147" fmla="*/ 671989 w 676275"/>
                <a:gd name="connsiteY147" fmla="*/ 426911 h 695325"/>
                <a:gd name="connsiteX148" fmla="*/ 669417 w 676275"/>
                <a:gd name="connsiteY148" fmla="*/ 430149 h 695325"/>
                <a:gd name="connsiteX149" fmla="*/ 666750 w 676275"/>
                <a:gd name="connsiteY149" fmla="*/ 429958 h 695325"/>
                <a:gd name="connsiteX150" fmla="*/ 664750 w 676275"/>
                <a:gd name="connsiteY150" fmla="*/ 427672 h 695325"/>
                <a:gd name="connsiteX151" fmla="*/ 661225 w 676275"/>
                <a:gd name="connsiteY151" fmla="*/ 426720 h 695325"/>
                <a:gd name="connsiteX152" fmla="*/ 659987 w 676275"/>
                <a:gd name="connsiteY152" fmla="*/ 428815 h 695325"/>
                <a:gd name="connsiteX153" fmla="*/ 661035 w 676275"/>
                <a:gd name="connsiteY153" fmla="*/ 430625 h 695325"/>
                <a:gd name="connsiteX154" fmla="*/ 660845 w 676275"/>
                <a:gd name="connsiteY154" fmla="*/ 432911 h 695325"/>
                <a:gd name="connsiteX155" fmla="*/ 658653 w 676275"/>
                <a:gd name="connsiteY155" fmla="*/ 433769 h 695325"/>
                <a:gd name="connsiteX156" fmla="*/ 658463 w 676275"/>
                <a:gd name="connsiteY156" fmla="*/ 436055 h 695325"/>
                <a:gd name="connsiteX157" fmla="*/ 661130 w 676275"/>
                <a:gd name="connsiteY157" fmla="*/ 435959 h 695325"/>
                <a:gd name="connsiteX158" fmla="*/ 664464 w 676275"/>
                <a:gd name="connsiteY158" fmla="*/ 436055 h 695325"/>
                <a:gd name="connsiteX159" fmla="*/ 665512 w 676275"/>
                <a:gd name="connsiteY159" fmla="*/ 439674 h 695325"/>
                <a:gd name="connsiteX160" fmla="*/ 663988 w 676275"/>
                <a:gd name="connsiteY160" fmla="*/ 443008 h 695325"/>
                <a:gd name="connsiteX161" fmla="*/ 661511 w 676275"/>
                <a:gd name="connsiteY161" fmla="*/ 446437 h 695325"/>
                <a:gd name="connsiteX162" fmla="*/ 658559 w 676275"/>
                <a:gd name="connsiteY162" fmla="*/ 450342 h 695325"/>
                <a:gd name="connsiteX163" fmla="*/ 657034 w 676275"/>
                <a:gd name="connsiteY163" fmla="*/ 453676 h 695325"/>
                <a:gd name="connsiteX164" fmla="*/ 652748 w 676275"/>
                <a:gd name="connsiteY164" fmla="*/ 453580 h 695325"/>
                <a:gd name="connsiteX165" fmla="*/ 649700 w 676275"/>
                <a:gd name="connsiteY165" fmla="*/ 453199 h 695325"/>
                <a:gd name="connsiteX166" fmla="*/ 646843 w 676275"/>
                <a:gd name="connsiteY166" fmla="*/ 454723 h 695325"/>
                <a:gd name="connsiteX167" fmla="*/ 647033 w 676275"/>
                <a:gd name="connsiteY167" fmla="*/ 457676 h 695325"/>
                <a:gd name="connsiteX168" fmla="*/ 649605 w 676275"/>
                <a:gd name="connsiteY168" fmla="*/ 459010 h 695325"/>
                <a:gd name="connsiteX169" fmla="*/ 653034 w 676275"/>
                <a:gd name="connsiteY169" fmla="*/ 458819 h 695325"/>
                <a:gd name="connsiteX170" fmla="*/ 654939 w 676275"/>
                <a:gd name="connsiteY170" fmla="*/ 457105 h 695325"/>
                <a:gd name="connsiteX171" fmla="*/ 656749 w 676275"/>
                <a:gd name="connsiteY171" fmla="*/ 458819 h 695325"/>
                <a:gd name="connsiteX172" fmla="*/ 658368 w 676275"/>
                <a:gd name="connsiteY172" fmla="*/ 463963 h 695325"/>
                <a:gd name="connsiteX173" fmla="*/ 658368 w 676275"/>
                <a:gd name="connsiteY173" fmla="*/ 470059 h 695325"/>
                <a:gd name="connsiteX174" fmla="*/ 657034 w 676275"/>
                <a:gd name="connsiteY174" fmla="*/ 477107 h 695325"/>
                <a:gd name="connsiteX175" fmla="*/ 655034 w 676275"/>
                <a:gd name="connsiteY175" fmla="*/ 480060 h 695325"/>
                <a:gd name="connsiteX176" fmla="*/ 650843 w 676275"/>
                <a:gd name="connsiteY176" fmla="*/ 479203 h 695325"/>
                <a:gd name="connsiteX177" fmla="*/ 647509 w 676275"/>
                <a:gd name="connsiteY177" fmla="*/ 481108 h 695325"/>
                <a:gd name="connsiteX178" fmla="*/ 643509 w 676275"/>
                <a:gd name="connsiteY178" fmla="*/ 484441 h 695325"/>
                <a:gd name="connsiteX179" fmla="*/ 644557 w 676275"/>
                <a:gd name="connsiteY179" fmla="*/ 487489 h 695325"/>
                <a:gd name="connsiteX180" fmla="*/ 648462 w 676275"/>
                <a:gd name="connsiteY180" fmla="*/ 488537 h 695325"/>
                <a:gd name="connsiteX181" fmla="*/ 651510 w 676275"/>
                <a:gd name="connsiteY181" fmla="*/ 486346 h 695325"/>
                <a:gd name="connsiteX182" fmla="*/ 653415 w 676275"/>
                <a:gd name="connsiteY182" fmla="*/ 484441 h 695325"/>
                <a:gd name="connsiteX183" fmla="*/ 656082 w 676275"/>
                <a:gd name="connsiteY183" fmla="*/ 486061 h 695325"/>
                <a:gd name="connsiteX184" fmla="*/ 655796 w 676275"/>
                <a:gd name="connsiteY184" fmla="*/ 490252 h 695325"/>
                <a:gd name="connsiteX185" fmla="*/ 653701 w 676275"/>
                <a:gd name="connsiteY185" fmla="*/ 496538 h 695325"/>
                <a:gd name="connsiteX186" fmla="*/ 649128 w 676275"/>
                <a:gd name="connsiteY186" fmla="*/ 506349 h 695325"/>
                <a:gd name="connsiteX187" fmla="*/ 647509 w 676275"/>
                <a:gd name="connsiteY187" fmla="*/ 513302 h 695325"/>
                <a:gd name="connsiteX188" fmla="*/ 647605 w 676275"/>
                <a:gd name="connsiteY188" fmla="*/ 517970 h 695325"/>
                <a:gd name="connsiteX189" fmla="*/ 651129 w 676275"/>
                <a:gd name="connsiteY189" fmla="*/ 518922 h 695325"/>
                <a:gd name="connsiteX190" fmla="*/ 652177 w 676275"/>
                <a:gd name="connsiteY190" fmla="*/ 521018 h 695325"/>
                <a:gd name="connsiteX191" fmla="*/ 651796 w 676275"/>
                <a:gd name="connsiteY191" fmla="*/ 525018 h 695325"/>
                <a:gd name="connsiteX192" fmla="*/ 651986 w 676275"/>
                <a:gd name="connsiteY192" fmla="*/ 530447 h 695325"/>
                <a:gd name="connsiteX193" fmla="*/ 649224 w 676275"/>
                <a:gd name="connsiteY193" fmla="*/ 536448 h 695325"/>
                <a:gd name="connsiteX194" fmla="*/ 645795 w 676275"/>
                <a:gd name="connsiteY194" fmla="*/ 539782 h 695325"/>
                <a:gd name="connsiteX195" fmla="*/ 643985 w 676275"/>
                <a:gd name="connsiteY195" fmla="*/ 543115 h 695325"/>
                <a:gd name="connsiteX196" fmla="*/ 643700 w 676275"/>
                <a:gd name="connsiteY196" fmla="*/ 547116 h 695325"/>
                <a:gd name="connsiteX197" fmla="*/ 642271 w 676275"/>
                <a:gd name="connsiteY197" fmla="*/ 549307 h 695325"/>
                <a:gd name="connsiteX198" fmla="*/ 639127 w 676275"/>
                <a:gd name="connsiteY198" fmla="*/ 550545 h 695325"/>
                <a:gd name="connsiteX199" fmla="*/ 638747 w 676275"/>
                <a:gd name="connsiteY199" fmla="*/ 554450 h 695325"/>
                <a:gd name="connsiteX200" fmla="*/ 640461 w 676275"/>
                <a:gd name="connsiteY200" fmla="*/ 559213 h 695325"/>
                <a:gd name="connsiteX201" fmla="*/ 640747 w 676275"/>
                <a:gd name="connsiteY201" fmla="*/ 565023 h 695325"/>
                <a:gd name="connsiteX202" fmla="*/ 639699 w 676275"/>
                <a:gd name="connsiteY202" fmla="*/ 568166 h 695325"/>
                <a:gd name="connsiteX203" fmla="*/ 635127 w 676275"/>
                <a:gd name="connsiteY203" fmla="*/ 570262 h 695325"/>
                <a:gd name="connsiteX204" fmla="*/ 631603 w 676275"/>
                <a:gd name="connsiteY204" fmla="*/ 574548 h 695325"/>
                <a:gd name="connsiteX205" fmla="*/ 631317 w 676275"/>
                <a:gd name="connsiteY205" fmla="*/ 577120 h 695325"/>
                <a:gd name="connsiteX206" fmla="*/ 634841 w 676275"/>
                <a:gd name="connsiteY206" fmla="*/ 576834 h 695325"/>
                <a:gd name="connsiteX207" fmla="*/ 637699 w 676275"/>
                <a:gd name="connsiteY207" fmla="*/ 578072 h 695325"/>
                <a:gd name="connsiteX208" fmla="*/ 639985 w 676275"/>
                <a:gd name="connsiteY208" fmla="*/ 577310 h 695325"/>
                <a:gd name="connsiteX209" fmla="*/ 641223 w 676275"/>
                <a:gd name="connsiteY209" fmla="*/ 574548 h 695325"/>
                <a:gd name="connsiteX210" fmla="*/ 644080 w 676275"/>
                <a:gd name="connsiteY210" fmla="*/ 575310 h 695325"/>
                <a:gd name="connsiteX211" fmla="*/ 645700 w 676275"/>
                <a:gd name="connsiteY211" fmla="*/ 580739 h 695325"/>
                <a:gd name="connsiteX212" fmla="*/ 645795 w 676275"/>
                <a:gd name="connsiteY212" fmla="*/ 586549 h 695325"/>
                <a:gd name="connsiteX213" fmla="*/ 645795 w 676275"/>
                <a:gd name="connsiteY213" fmla="*/ 591693 h 695325"/>
                <a:gd name="connsiteX214" fmla="*/ 644843 w 676275"/>
                <a:gd name="connsiteY214" fmla="*/ 598075 h 695325"/>
                <a:gd name="connsiteX215" fmla="*/ 642080 w 676275"/>
                <a:gd name="connsiteY215" fmla="*/ 604933 h 695325"/>
                <a:gd name="connsiteX216" fmla="*/ 642747 w 676275"/>
                <a:gd name="connsiteY216" fmla="*/ 609790 h 695325"/>
                <a:gd name="connsiteX217" fmla="*/ 644176 w 676275"/>
                <a:gd name="connsiteY217" fmla="*/ 613601 h 695325"/>
                <a:gd name="connsiteX218" fmla="*/ 647605 w 676275"/>
                <a:gd name="connsiteY218" fmla="*/ 615505 h 695325"/>
                <a:gd name="connsiteX219" fmla="*/ 648652 w 676275"/>
                <a:gd name="connsiteY219" fmla="*/ 616839 h 695325"/>
                <a:gd name="connsiteX220" fmla="*/ 644843 w 676275"/>
                <a:gd name="connsiteY220" fmla="*/ 617125 h 695325"/>
                <a:gd name="connsiteX221" fmla="*/ 640366 w 676275"/>
                <a:gd name="connsiteY221" fmla="*/ 614553 h 695325"/>
                <a:gd name="connsiteX222" fmla="*/ 636270 w 676275"/>
                <a:gd name="connsiteY222" fmla="*/ 615029 h 695325"/>
                <a:gd name="connsiteX223" fmla="*/ 633984 w 676275"/>
                <a:gd name="connsiteY223" fmla="*/ 618268 h 695325"/>
                <a:gd name="connsiteX224" fmla="*/ 629126 w 676275"/>
                <a:gd name="connsiteY224" fmla="*/ 617125 h 695325"/>
                <a:gd name="connsiteX225" fmla="*/ 625126 w 676275"/>
                <a:gd name="connsiteY225" fmla="*/ 618363 h 695325"/>
                <a:gd name="connsiteX226" fmla="*/ 618934 w 676275"/>
                <a:gd name="connsiteY226" fmla="*/ 618077 h 695325"/>
                <a:gd name="connsiteX227" fmla="*/ 616172 w 676275"/>
                <a:gd name="connsiteY227" fmla="*/ 615220 h 695325"/>
                <a:gd name="connsiteX228" fmla="*/ 612648 w 676275"/>
                <a:gd name="connsiteY228" fmla="*/ 617220 h 695325"/>
                <a:gd name="connsiteX229" fmla="*/ 607314 w 676275"/>
                <a:gd name="connsiteY229" fmla="*/ 616934 h 695325"/>
                <a:gd name="connsiteX230" fmla="*/ 604647 w 676275"/>
                <a:gd name="connsiteY230" fmla="*/ 614648 h 695325"/>
                <a:gd name="connsiteX231" fmla="*/ 600932 w 676275"/>
                <a:gd name="connsiteY231" fmla="*/ 615696 h 695325"/>
                <a:gd name="connsiteX232" fmla="*/ 598265 w 676275"/>
                <a:gd name="connsiteY232" fmla="*/ 613124 h 695325"/>
                <a:gd name="connsiteX233" fmla="*/ 594265 w 676275"/>
                <a:gd name="connsiteY233" fmla="*/ 613505 h 695325"/>
                <a:gd name="connsiteX234" fmla="*/ 590550 w 676275"/>
                <a:gd name="connsiteY234" fmla="*/ 614363 h 695325"/>
                <a:gd name="connsiteX235" fmla="*/ 587121 w 676275"/>
                <a:gd name="connsiteY235" fmla="*/ 613505 h 695325"/>
                <a:gd name="connsiteX236" fmla="*/ 585407 w 676275"/>
                <a:gd name="connsiteY236" fmla="*/ 610838 h 695325"/>
                <a:gd name="connsiteX237" fmla="*/ 582549 w 676275"/>
                <a:gd name="connsiteY237" fmla="*/ 611505 h 695325"/>
                <a:gd name="connsiteX238" fmla="*/ 578834 w 676275"/>
                <a:gd name="connsiteY238" fmla="*/ 611791 h 695325"/>
                <a:gd name="connsiteX239" fmla="*/ 575596 w 676275"/>
                <a:gd name="connsiteY239" fmla="*/ 610362 h 695325"/>
                <a:gd name="connsiteX240" fmla="*/ 574643 w 676275"/>
                <a:gd name="connsiteY240" fmla="*/ 613791 h 695325"/>
                <a:gd name="connsiteX241" fmla="*/ 574929 w 676275"/>
                <a:gd name="connsiteY241" fmla="*/ 618172 h 695325"/>
                <a:gd name="connsiteX242" fmla="*/ 572643 w 676275"/>
                <a:gd name="connsiteY242" fmla="*/ 619030 h 695325"/>
                <a:gd name="connsiteX243" fmla="*/ 570357 w 676275"/>
                <a:gd name="connsiteY243" fmla="*/ 617601 h 695325"/>
                <a:gd name="connsiteX244" fmla="*/ 568261 w 676275"/>
                <a:gd name="connsiteY244" fmla="*/ 618077 h 695325"/>
                <a:gd name="connsiteX245" fmla="*/ 568452 w 676275"/>
                <a:gd name="connsiteY245" fmla="*/ 621316 h 695325"/>
                <a:gd name="connsiteX246" fmla="*/ 569976 w 676275"/>
                <a:gd name="connsiteY246" fmla="*/ 622840 h 695325"/>
                <a:gd name="connsiteX247" fmla="*/ 569119 w 676275"/>
                <a:gd name="connsiteY247" fmla="*/ 624840 h 695325"/>
                <a:gd name="connsiteX248" fmla="*/ 567594 w 676275"/>
                <a:gd name="connsiteY248" fmla="*/ 625983 h 695325"/>
                <a:gd name="connsiteX249" fmla="*/ 569119 w 676275"/>
                <a:gd name="connsiteY249" fmla="*/ 631793 h 695325"/>
                <a:gd name="connsiteX250" fmla="*/ 567023 w 676275"/>
                <a:gd name="connsiteY250" fmla="*/ 635413 h 695325"/>
                <a:gd name="connsiteX251" fmla="*/ 568166 w 676275"/>
                <a:gd name="connsiteY251" fmla="*/ 639985 h 695325"/>
                <a:gd name="connsiteX252" fmla="*/ 570833 w 676275"/>
                <a:gd name="connsiteY252" fmla="*/ 642938 h 695325"/>
                <a:gd name="connsiteX253" fmla="*/ 575500 w 676275"/>
                <a:gd name="connsiteY253" fmla="*/ 645890 h 695325"/>
                <a:gd name="connsiteX254" fmla="*/ 576263 w 676275"/>
                <a:gd name="connsiteY254" fmla="*/ 650272 h 695325"/>
                <a:gd name="connsiteX255" fmla="*/ 577501 w 676275"/>
                <a:gd name="connsiteY255" fmla="*/ 655891 h 695325"/>
                <a:gd name="connsiteX256" fmla="*/ 576358 w 676275"/>
                <a:gd name="connsiteY256" fmla="*/ 659987 h 695325"/>
                <a:gd name="connsiteX257" fmla="*/ 577882 w 676275"/>
                <a:gd name="connsiteY257" fmla="*/ 665131 h 695325"/>
                <a:gd name="connsiteX258" fmla="*/ 577405 w 676275"/>
                <a:gd name="connsiteY258" fmla="*/ 669512 h 695325"/>
                <a:gd name="connsiteX259" fmla="*/ 579406 w 676275"/>
                <a:gd name="connsiteY259" fmla="*/ 679132 h 695325"/>
                <a:gd name="connsiteX260" fmla="*/ 577596 w 676275"/>
                <a:gd name="connsiteY260" fmla="*/ 683038 h 695325"/>
                <a:gd name="connsiteX261" fmla="*/ 574738 w 676275"/>
                <a:gd name="connsiteY261" fmla="*/ 685133 h 695325"/>
                <a:gd name="connsiteX262" fmla="*/ 569881 w 676275"/>
                <a:gd name="connsiteY262" fmla="*/ 683705 h 695325"/>
                <a:gd name="connsiteX263" fmla="*/ 566642 w 676275"/>
                <a:gd name="connsiteY263" fmla="*/ 684371 h 695325"/>
                <a:gd name="connsiteX264" fmla="*/ 563785 w 676275"/>
                <a:gd name="connsiteY264" fmla="*/ 686943 h 695325"/>
                <a:gd name="connsiteX265" fmla="*/ 559784 w 676275"/>
                <a:gd name="connsiteY265" fmla="*/ 687229 h 695325"/>
                <a:gd name="connsiteX266" fmla="*/ 556260 w 676275"/>
                <a:gd name="connsiteY266" fmla="*/ 683990 h 695325"/>
                <a:gd name="connsiteX267" fmla="*/ 555022 w 676275"/>
                <a:gd name="connsiteY267" fmla="*/ 679323 h 695325"/>
                <a:gd name="connsiteX268" fmla="*/ 553878 w 676275"/>
                <a:gd name="connsiteY268" fmla="*/ 675799 h 695325"/>
                <a:gd name="connsiteX269" fmla="*/ 554450 w 676275"/>
                <a:gd name="connsiteY269" fmla="*/ 668846 h 695325"/>
                <a:gd name="connsiteX270" fmla="*/ 552069 w 676275"/>
                <a:gd name="connsiteY270" fmla="*/ 666274 h 695325"/>
                <a:gd name="connsiteX271" fmla="*/ 549211 w 676275"/>
                <a:gd name="connsiteY271" fmla="*/ 664273 h 695325"/>
                <a:gd name="connsiteX272" fmla="*/ 548068 w 676275"/>
                <a:gd name="connsiteY272" fmla="*/ 661416 h 695325"/>
                <a:gd name="connsiteX273" fmla="*/ 548068 w 676275"/>
                <a:gd name="connsiteY273" fmla="*/ 657606 h 695325"/>
                <a:gd name="connsiteX274" fmla="*/ 545973 w 676275"/>
                <a:gd name="connsiteY274" fmla="*/ 656082 h 695325"/>
                <a:gd name="connsiteX275" fmla="*/ 485584 w 676275"/>
                <a:gd name="connsiteY275" fmla="*/ 663607 h 695325"/>
                <a:gd name="connsiteX276" fmla="*/ 408908 w 676275"/>
                <a:gd name="connsiteY276" fmla="*/ 672084 h 695325"/>
                <a:gd name="connsiteX277" fmla="*/ 262318 w 676275"/>
                <a:gd name="connsiteY277" fmla="*/ 687991 h 695325"/>
                <a:gd name="connsiteX278" fmla="*/ 197834 w 676275"/>
                <a:gd name="connsiteY278" fmla="*/ 695611 h 695325"/>
                <a:gd name="connsiteX279" fmla="*/ 194024 w 676275"/>
                <a:gd name="connsiteY279" fmla="*/ 690563 h 695325"/>
                <a:gd name="connsiteX280" fmla="*/ 190214 w 676275"/>
                <a:gd name="connsiteY280" fmla="*/ 687705 h 695325"/>
                <a:gd name="connsiteX281" fmla="*/ 188309 w 676275"/>
                <a:gd name="connsiteY281" fmla="*/ 683800 h 695325"/>
                <a:gd name="connsiteX282" fmla="*/ 187357 w 676275"/>
                <a:gd name="connsiteY282" fmla="*/ 681609 h 695325"/>
                <a:gd name="connsiteX283" fmla="*/ 186595 w 676275"/>
                <a:gd name="connsiteY283" fmla="*/ 677037 h 695325"/>
                <a:gd name="connsiteX284" fmla="*/ 184499 w 676275"/>
                <a:gd name="connsiteY284" fmla="*/ 671608 h 695325"/>
                <a:gd name="connsiteX285" fmla="*/ 180880 w 676275"/>
                <a:gd name="connsiteY285" fmla="*/ 667417 h 695325"/>
                <a:gd name="connsiteX286" fmla="*/ 178213 w 676275"/>
                <a:gd name="connsiteY286" fmla="*/ 664178 h 695325"/>
                <a:gd name="connsiteX287" fmla="*/ 176593 w 676275"/>
                <a:gd name="connsiteY287" fmla="*/ 660559 h 695325"/>
                <a:gd name="connsiteX288" fmla="*/ 174498 w 676275"/>
                <a:gd name="connsiteY288" fmla="*/ 657130 h 695325"/>
                <a:gd name="connsiteX289" fmla="*/ 173546 w 676275"/>
                <a:gd name="connsiteY289" fmla="*/ 654082 h 695325"/>
                <a:gd name="connsiteX290" fmla="*/ 172593 w 676275"/>
                <a:gd name="connsiteY290" fmla="*/ 650653 h 695325"/>
                <a:gd name="connsiteX291" fmla="*/ 170402 w 676275"/>
                <a:gd name="connsiteY291" fmla="*/ 644938 h 695325"/>
                <a:gd name="connsiteX292" fmla="*/ 166878 w 676275"/>
                <a:gd name="connsiteY292" fmla="*/ 641985 h 695325"/>
                <a:gd name="connsiteX293" fmla="*/ 165068 w 676275"/>
                <a:gd name="connsiteY293" fmla="*/ 637413 h 695325"/>
                <a:gd name="connsiteX294" fmla="*/ 160972 w 676275"/>
                <a:gd name="connsiteY294" fmla="*/ 635413 h 695325"/>
                <a:gd name="connsiteX295" fmla="*/ 158972 w 676275"/>
                <a:gd name="connsiteY295" fmla="*/ 631888 h 695325"/>
                <a:gd name="connsiteX296" fmla="*/ 156591 w 676275"/>
                <a:gd name="connsiteY296" fmla="*/ 630079 h 695325"/>
                <a:gd name="connsiteX297" fmla="*/ 154781 w 676275"/>
                <a:gd name="connsiteY297" fmla="*/ 627316 h 695325"/>
                <a:gd name="connsiteX298" fmla="*/ 155353 w 676275"/>
                <a:gd name="connsiteY298" fmla="*/ 622935 h 695325"/>
                <a:gd name="connsiteX299" fmla="*/ 153257 w 676275"/>
                <a:gd name="connsiteY299" fmla="*/ 619697 h 695325"/>
                <a:gd name="connsiteX300" fmla="*/ 151447 w 676275"/>
                <a:gd name="connsiteY300" fmla="*/ 614934 h 695325"/>
                <a:gd name="connsiteX301" fmla="*/ 152971 w 676275"/>
                <a:gd name="connsiteY301" fmla="*/ 612457 h 695325"/>
                <a:gd name="connsiteX302" fmla="*/ 153924 w 676275"/>
                <a:gd name="connsiteY302" fmla="*/ 607314 h 695325"/>
                <a:gd name="connsiteX303" fmla="*/ 152305 w 676275"/>
                <a:gd name="connsiteY303" fmla="*/ 601123 h 695325"/>
                <a:gd name="connsiteX304" fmla="*/ 153638 w 676275"/>
                <a:gd name="connsiteY304" fmla="*/ 596455 h 695325"/>
                <a:gd name="connsiteX305" fmla="*/ 154876 w 676275"/>
                <a:gd name="connsiteY305" fmla="*/ 589502 h 695325"/>
                <a:gd name="connsiteX306" fmla="*/ 152781 w 676275"/>
                <a:gd name="connsiteY306" fmla="*/ 583502 h 695325"/>
                <a:gd name="connsiteX307" fmla="*/ 155257 w 676275"/>
                <a:gd name="connsiteY307" fmla="*/ 578072 h 695325"/>
                <a:gd name="connsiteX308" fmla="*/ 154114 w 676275"/>
                <a:gd name="connsiteY308" fmla="*/ 571976 h 695325"/>
                <a:gd name="connsiteX309" fmla="*/ 150781 w 676275"/>
                <a:gd name="connsiteY309" fmla="*/ 566833 h 695325"/>
                <a:gd name="connsiteX310" fmla="*/ 149923 w 676275"/>
                <a:gd name="connsiteY310" fmla="*/ 559975 h 695325"/>
                <a:gd name="connsiteX311" fmla="*/ 148590 w 676275"/>
                <a:gd name="connsiteY311" fmla="*/ 556451 h 695325"/>
                <a:gd name="connsiteX312" fmla="*/ 144304 w 676275"/>
                <a:gd name="connsiteY312" fmla="*/ 554450 h 695325"/>
                <a:gd name="connsiteX313" fmla="*/ 141256 w 676275"/>
                <a:gd name="connsiteY313" fmla="*/ 550831 h 695325"/>
                <a:gd name="connsiteX314" fmla="*/ 139922 w 676275"/>
                <a:gd name="connsiteY314" fmla="*/ 545402 h 695325"/>
                <a:gd name="connsiteX315" fmla="*/ 138684 w 676275"/>
                <a:gd name="connsiteY315" fmla="*/ 539115 h 695325"/>
                <a:gd name="connsiteX316" fmla="*/ 136779 w 676275"/>
                <a:gd name="connsiteY316" fmla="*/ 534638 h 695325"/>
                <a:gd name="connsiteX317" fmla="*/ 134398 w 676275"/>
                <a:gd name="connsiteY317" fmla="*/ 527113 h 695325"/>
                <a:gd name="connsiteX318" fmla="*/ 134683 w 676275"/>
                <a:gd name="connsiteY318" fmla="*/ 520922 h 695325"/>
                <a:gd name="connsiteX319" fmla="*/ 137350 w 676275"/>
                <a:gd name="connsiteY319" fmla="*/ 518255 h 695325"/>
                <a:gd name="connsiteX320" fmla="*/ 140113 w 676275"/>
                <a:gd name="connsiteY320" fmla="*/ 513302 h 695325"/>
                <a:gd name="connsiteX321" fmla="*/ 140017 w 676275"/>
                <a:gd name="connsiteY321" fmla="*/ 507682 h 695325"/>
                <a:gd name="connsiteX322" fmla="*/ 141351 w 676275"/>
                <a:gd name="connsiteY322" fmla="*/ 501015 h 695325"/>
                <a:gd name="connsiteX323" fmla="*/ 139637 w 676275"/>
                <a:gd name="connsiteY323" fmla="*/ 494347 h 695325"/>
                <a:gd name="connsiteX324" fmla="*/ 140875 w 676275"/>
                <a:gd name="connsiteY324" fmla="*/ 486823 h 695325"/>
                <a:gd name="connsiteX325" fmla="*/ 137827 w 676275"/>
                <a:gd name="connsiteY325" fmla="*/ 482251 h 695325"/>
                <a:gd name="connsiteX326" fmla="*/ 140875 w 676275"/>
                <a:gd name="connsiteY326" fmla="*/ 476250 h 695325"/>
                <a:gd name="connsiteX327" fmla="*/ 144971 w 676275"/>
                <a:gd name="connsiteY327" fmla="*/ 473393 h 695325"/>
                <a:gd name="connsiteX328" fmla="*/ 147447 w 676275"/>
                <a:gd name="connsiteY328" fmla="*/ 470821 h 695325"/>
                <a:gd name="connsiteX329" fmla="*/ 147828 w 676275"/>
                <a:gd name="connsiteY329" fmla="*/ 467296 h 695325"/>
                <a:gd name="connsiteX330" fmla="*/ 152114 w 676275"/>
                <a:gd name="connsiteY330" fmla="*/ 466915 h 695325"/>
                <a:gd name="connsiteX331" fmla="*/ 153257 w 676275"/>
                <a:gd name="connsiteY331" fmla="*/ 464439 h 695325"/>
                <a:gd name="connsiteX332" fmla="*/ 153829 w 676275"/>
                <a:gd name="connsiteY332" fmla="*/ 462058 h 695325"/>
                <a:gd name="connsiteX333" fmla="*/ 156115 w 676275"/>
                <a:gd name="connsiteY333" fmla="*/ 459581 h 695325"/>
                <a:gd name="connsiteX334" fmla="*/ 154496 w 676275"/>
                <a:gd name="connsiteY334" fmla="*/ 456152 h 695325"/>
                <a:gd name="connsiteX335" fmla="*/ 150495 w 676275"/>
                <a:gd name="connsiteY335" fmla="*/ 455962 h 695325"/>
                <a:gd name="connsiteX336" fmla="*/ 148685 w 676275"/>
                <a:gd name="connsiteY336" fmla="*/ 453009 h 695325"/>
                <a:gd name="connsiteX337" fmla="*/ 145256 w 676275"/>
                <a:gd name="connsiteY337" fmla="*/ 452533 h 695325"/>
                <a:gd name="connsiteX338" fmla="*/ 142018 w 676275"/>
                <a:gd name="connsiteY338" fmla="*/ 452438 h 695325"/>
                <a:gd name="connsiteX339" fmla="*/ 140113 w 676275"/>
                <a:gd name="connsiteY339" fmla="*/ 449866 h 695325"/>
                <a:gd name="connsiteX340" fmla="*/ 142018 w 676275"/>
                <a:gd name="connsiteY340" fmla="*/ 445865 h 695325"/>
                <a:gd name="connsiteX341" fmla="*/ 142589 w 676275"/>
                <a:gd name="connsiteY341" fmla="*/ 441484 h 695325"/>
                <a:gd name="connsiteX342" fmla="*/ 141161 w 676275"/>
                <a:gd name="connsiteY342" fmla="*/ 437960 h 695325"/>
                <a:gd name="connsiteX343" fmla="*/ 141922 w 676275"/>
                <a:gd name="connsiteY343" fmla="*/ 435007 h 695325"/>
                <a:gd name="connsiteX344" fmla="*/ 142018 w 676275"/>
                <a:gd name="connsiteY344" fmla="*/ 432149 h 695325"/>
                <a:gd name="connsiteX345" fmla="*/ 138684 w 676275"/>
                <a:gd name="connsiteY345" fmla="*/ 431578 h 695325"/>
                <a:gd name="connsiteX346" fmla="*/ 136970 w 676275"/>
                <a:gd name="connsiteY346" fmla="*/ 428244 h 695325"/>
                <a:gd name="connsiteX347" fmla="*/ 135731 w 676275"/>
                <a:gd name="connsiteY347" fmla="*/ 421577 h 695325"/>
                <a:gd name="connsiteX348" fmla="*/ 131731 w 676275"/>
                <a:gd name="connsiteY348" fmla="*/ 417290 h 695325"/>
                <a:gd name="connsiteX349" fmla="*/ 128016 w 676275"/>
                <a:gd name="connsiteY349" fmla="*/ 414338 h 695325"/>
                <a:gd name="connsiteX350" fmla="*/ 124396 w 676275"/>
                <a:gd name="connsiteY350" fmla="*/ 411766 h 695325"/>
                <a:gd name="connsiteX351" fmla="*/ 122301 w 676275"/>
                <a:gd name="connsiteY351" fmla="*/ 407194 h 695325"/>
                <a:gd name="connsiteX352" fmla="*/ 121063 w 676275"/>
                <a:gd name="connsiteY352" fmla="*/ 402050 h 695325"/>
                <a:gd name="connsiteX353" fmla="*/ 119158 w 676275"/>
                <a:gd name="connsiteY353" fmla="*/ 399097 h 695325"/>
                <a:gd name="connsiteX354" fmla="*/ 117157 w 676275"/>
                <a:gd name="connsiteY354" fmla="*/ 397002 h 695325"/>
                <a:gd name="connsiteX355" fmla="*/ 116396 w 676275"/>
                <a:gd name="connsiteY355" fmla="*/ 393287 h 695325"/>
                <a:gd name="connsiteX356" fmla="*/ 115253 w 676275"/>
                <a:gd name="connsiteY356" fmla="*/ 389763 h 695325"/>
                <a:gd name="connsiteX357" fmla="*/ 113538 w 676275"/>
                <a:gd name="connsiteY357" fmla="*/ 387191 h 695325"/>
                <a:gd name="connsiteX358" fmla="*/ 111538 w 676275"/>
                <a:gd name="connsiteY358" fmla="*/ 382429 h 695325"/>
                <a:gd name="connsiteX359" fmla="*/ 107823 w 676275"/>
                <a:gd name="connsiteY359" fmla="*/ 380619 h 695325"/>
                <a:gd name="connsiteX360" fmla="*/ 108013 w 676275"/>
                <a:gd name="connsiteY360" fmla="*/ 376619 h 695325"/>
                <a:gd name="connsiteX361" fmla="*/ 104013 w 676275"/>
                <a:gd name="connsiteY361" fmla="*/ 372999 h 695325"/>
                <a:gd name="connsiteX362" fmla="*/ 52102 w 676275"/>
                <a:gd name="connsiteY362" fmla="*/ 211550 h 695325"/>
                <a:gd name="connsiteX363" fmla="*/ 0 w 676275"/>
                <a:gd name="connsiteY363" fmla="*/ 54007 h 695325"/>
                <a:gd name="connsiteX364" fmla="*/ 45911 w 676275"/>
                <a:gd name="connsiteY364" fmla="*/ 47720 h 695325"/>
                <a:gd name="connsiteX365" fmla="*/ 112966 w 676275"/>
                <a:gd name="connsiteY365" fmla="*/ 36100 h 695325"/>
                <a:gd name="connsiteX366" fmla="*/ 152305 w 676275"/>
                <a:gd name="connsiteY366" fmla="*/ 29623 h 695325"/>
                <a:gd name="connsiteX367" fmla="*/ 160211 w 676275"/>
                <a:gd name="connsiteY367" fmla="*/ 28384 h 69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676275" h="695325">
                  <a:moveTo>
                    <a:pt x="160211" y="28384"/>
                  </a:moveTo>
                  <a:cubicBezTo>
                    <a:pt x="171831" y="26479"/>
                    <a:pt x="187357" y="23908"/>
                    <a:pt x="196120" y="22384"/>
                  </a:cubicBezTo>
                  <a:cubicBezTo>
                    <a:pt x="211836" y="19621"/>
                    <a:pt x="243364" y="14192"/>
                    <a:pt x="258985" y="11049"/>
                  </a:cubicBezTo>
                  <a:cubicBezTo>
                    <a:pt x="268510" y="9144"/>
                    <a:pt x="287369" y="4572"/>
                    <a:pt x="296894" y="2572"/>
                  </a:cubicBezTo>
                  <a:cubicBezTo>
                    <a:pt x="299657" y="2000"/>
                    <a:pt x="305371" y="1048"/>
                    <a:pt x="308134" y="381"/>
                  </a:cubicBezTo>
                  <a:cubicBezTo>
                    <a:pt x="308515" y="286"/>
                    <a:pt x="309086" y="191"/>
                    <a:pt x="309658" y="0"/>
                  </a:cubicBezTo>
                  <a:cubicBezTo>
                    <a:pt x="309753" y="2000"/>
                    <a:pt x="309753" y="4763"/>
                    <a:pt x="309753" y="6001"/>
                  </a:cubicBezTo>
                  <a:cubicBezTo>
                    <a:pt x="309753" y="7429"/>
                    <a:pt x="310419" y="10478"/>
                    <a:pt x="309658" y="11621"/>
                  </a:cubicBezTo>
                  <a:cubicBezTo>
                    <a:pt x="309182" y="12478"/>
                    <a:pt x="306991" y="12954"/>
                    <a:pt x="306134" y="13621"/>
                  </a:cubicBezTo>
                  <a:cubicBezTo>
                    <a:pt x="305467" y="14192"/>
                    <a:pt x="304229" y="15526"/>
                    <a:pt x="303657" y="16288"/>
                  </a:cubicBezTo>
                  <a:cubicBezTo>
                    <a:pt x="302990" y="17145"/>
                    <a:pt x="302323" y="19336"/>
                    <a:pt x="301466" y="20098"/>
                  </a:cubicBezTo>
                  <a:cubicBezTo>
                    <a:pt x="300609" y="20860"/>
                    <a:pt x="297847" y="21050"/>
                    <a:pt x="297085" y="21908"/>
                  </a:cubicBezTo>
                  <a:cubicBezTo>
                    <a:pt x="295846" y="23241"/>
                    <a:pt x="295656" y="27337"/>
                    <a:pt x="294704" y="28956"/>
                  </a:cubicBezTo>
                  <a:cubicBezTo>
                    <a:pt x="294132" y="29908"/>
                    <a:pt x="292513" y="31242"/>
                    <a:pt x="291846" y="32099"/>
                  </a:cubicBezTo>
                  <a:cubicBezTo>
                    <a:pt x="291179" y="33052"/>
                    <a:pt x="289750" y="35147"/>
                    <a:pt x="289560" y="36385"/>
                  </a:cubicBezTo>
                  <a:cubicBezTo>
                    <a:pt x="289465" y="37243"/>
                    <a:pt x="290322" y="39053"/>
                    <a:pt x="290417" y="39910"/>
                  </a:cubicBezTo>
                  <a:cubicBezTo>
                    <a:pt x="290608" y="41148"/>
                    <a:pt x="290989" y="43529"/>
                    <a:pt x="290703" y="44672"/>
                  </a:cubicBezTo>
                  <a:cubicBezTo>
                    <a:pt x="290322" y="46006"/>
                    <a:pt x="287655" y="47816"/>
                    <a:pt x="287750" y="49149"/>
                  </a:cubicBezTo>
                  <a:cubicBezTo>
                    <a:pt x="287750" y="50387"/>
                    <a:pt x="289750" y="52197"/>
                    <a:pt x="290608" y="52959"/>
                  </a:cubicBezTo>
                  <a:cubicBezTo>
                    <a:pt x="291465" y="53721"/>
                    <a:pt x="293656" y="54483"/>
                    <a:pt x="294608" y="55054"/>
                  </a:cubicBezTo>
                  <a:cubicBezTo>
                    <a:pt x="296989" y="56579"/>
                    <a:pt x="301085" y="60388"/>
                    <a:pt x="303562" y="61722"/>
                  </a:cubicBezTo>
                  <a:cubicBezTo>
                    <a:pt x="304609" y="62293"/>
                    <a:pt x="306800" y="63151"/>
                    <a:pt x="307943" y="63341"/>
                  </a:cubicBezTo>
                  <a:cubicBezTo>
                    <a:pt x="309182" y="63532"/>
                    <a:pt x="311753" y="62675"/>
                    <a:pt x="313087" y="62960"/>
                  </a:cubicBezTo>
                  <a:cubicBezTo>
                    <a:pt x="314325" y="63151"/>
                    <a:pt x="316516" y="64484"/>
                    <a:pt x="317468" y="65151"/>
                  </a:cubicBezTo>
                  <a:cubicBezTo>
                    <a:pt x="318801" y="66104"/>
                    <a:pt x="321088" y="68675"/>
                    <a:pt x="322326" y="69628"/>
                  </a:cubicBezTo>
                  <a:cubicBezTo>
                    <a:pt x="323469" y="70485"/>
                    <a:pt x="326041" y="71818"/>
                    <a:pt x="327088" y="72771"/>
                  </a:cubicBezTo>
                  <a:cubicBezTo>
                    <a:pt x="328326" y="73914"/>
                    <a:pt x="330041" y="76962"/>
                    <a:pt x="331470" y="77819"/>
                  </a:cubicBezTo>
                  <a:cubicBezTo>
                    <a:pt x="333184" y="78867"/>
                    <a:pt x="337090" y="79629"/>
                    <a:pt x="339090" y="79534"/>
                  </a:cubicBezTo>
                  <a:cubicBezTo>
                    <a:pt x="340328" y="79438"/>
                    <a:pt x="342805" y="78676"/>
                    <a:pt x="343948" y="78010"/>
                  </a:cubicBezTo>
                  <a:cubicBezTo>
                    <a:pt x="344805" y="77533"/>
                    <a:pt x="346138" y="75819"/>
                    <a:pt x="347091" y="75438"/>
                  </a:cubicBezTo>
                  <a:cubicBezTo>
                    <a:pt x="348234" y="75057"/>
                    <a:pt x="350901" y="75057"/>
                    <a:pt x="352044" y="75343"/>
                  </a:cubicBezTo>
                  <a:cubicBezTo>
                    <a:pt x="353282" y="75724"/>
                    <a:pt x="355282" y="77248"/>
                    <a:pt x="356140" y="78105"/>
                  </a:cubicBezTo>
                  <a:cubicBezTo>
                    <a:pt x="357378" y="79248"/>
                    <a:pt x="359283" y="82010"/>
                    <a:pt x="360045" y="83534"/>
                  </a:cubicBezTo>
                  <a:cubicBezTo>
                    <a:pt x="360997" y="85534"/>
                    <a:pt x="361379" y="90202"/>
                    <a:pt x="362617" y="91916"/>
                  </a:cubicBezTo>
                  <a:cubicBezTo>
                    <a:pt x="363569" y="93059"/>
                    <a:pt x="366522" y="94202"/>
                    <a:pt x="367665" y="95155"/>
                  </a:cubicBezTo>
                  <a:cubicBezTo>
                    <a:pt x="368903" y="96298"/>
                    <a:pt x="370808" y="98965"/>
                    <a:pt x="371951" y="100203"/>
                  </a:cubicBezTo>
                  <a:cubicBezTo>
                    <a:pt x="372713" y="101060"/>
                    <a:pt x="374713" y="102489"/>
                    <a:pt x="375380" y="103442"/>
                  </a:cubicBezTo>
                  <a:cubicBezTo>
                    <a:pt x="376142" y="104775"/>
                    <a:pt x="376618" y="107918"/>
                    <a:pt x="377094" y="109442"/>
                  </a:cubicBezTo>
                  <a:cubicBezTo>
                    <a:pt x="377761" y="111347"/>
                    <a:pt x="378904" y="115253"/>
                    <a:pt x="379762" y="117062"/>
                  </a:cubicBezTo>
                  <a:cubicBezTo>
                    <a:pt x="380619" y="118777"/>
                    <a:pt x="382334" y="122206"/>
                    <a:pt x="383762" y="123349"/>
                  </a:cubicBezTo>
                  <a:cubicBezTo>
                    <a:pt x="385000" y="124206"/>
                    <a:pt x="388144" y="124206"/>
                    <a:pt x="389477" y="124873"/>
                  </a:cubicBezTo>
                  <a:cubicBezTo>
                    <a:pt x="390620" y="125539"/>
                    <a:pt x="392716" y="127445"/>
                    <a:pt x="393478" y="128588"/>
                  </a:cubicBezTo>
                  <a:cubicBezTo>
                    <a:pt x="394049" y="129445"/>
                    <a:pt x="394525" y="131540"/>
                    <a:pt x="395097" y="132397"/>
                  </a:cubicBezTo>
                  <a:cubicBezTo>
                    <a:pt x="396050" y="133731"/>
                    <a:pt x="399097" y="135255"/>
                    <a:pt x="400241" y="136493"/>
                  </a:cubicBezTo>
                  <a:cubicBezTo>
                    <a:pt x="401574" y="137922"/>
                    <a:pt x="403670" y="141446"/>
                    <a:pt x="404622" y="143256"/>
                  </a:cubicBezTo>
                  <a:cubicBezTo>
                    <a:pt x="405289" y="144494"/>
                    <a:pt x="406051" y="147447"/>
                    <a:pt x="407194" y="148304"/>
                  </a:cubicBezTo>
                  <a:cubicBezTo>
                    <a:pt x="408718" y="149352"/>
                    <a:pt x="412909" y="148304"/>
                    <a:pt x="414528" y="149257"/>
                  </a:cubicBezTo>
                  <a:cubicBezTo>
                    <a:pt x="415576" y="149923"/>
                    <a:pt x="416623" y="152400"/>
                    <a:pt x="417481" y="153353"/>
                  </a:cubicBezTo>
                  <a:cubicBezTo>
                    <a:pt x="418624" y="154400"/>
                    <a:pt x="421195" y="156210"/>
                    <a:pt x="422624" y="156877"/>
                  </a:cubicBezTo>
                  <a:cubicBezTo>
                    <a:pt x="423863" y="157448"/>
                    <a:pt x="426434" y="158115"/>
                    <a:pt x="427768" y="158401"/>
                  </a:cubicBezTo>
                  <a:cubicBezTo>
                    <a:pt x="429196" y="158782"/>
                    <a:pt x="432149" y="158972"/>
                    <a:pt x="433483" y="159448"/>
                  </a:cubicBezTo>
                  <a:cubicBezTo>
                    <a:pt x="435864" y="160306"/>
                    <a:pt x="440245" y="162878"/>
                    <a:pt x="442341" y="164306"/>
                  </a:cubicBezTo>
                  <a:cubicBezTo>
                    <a:pt x="443960" y="165449"/>
                    <a:pt x="446627" y="168212"/>
                    <a:pt x="448151" y="169450"/>
                  </a:cubicBezTo>
                  <a:cubicBezTo>
                    <a:pt x="449294" y="170307"/>
                    <a:pt x="451961" y="171260"/>
                    <a:pt x="452914" y="172307"/>
                  </a:cubicBezTo>
                  <a:cubicBezTo>
                    <a:pt x="454343" y="174022"/>
                    <a:pt x="455009" y="178784"/>
                    <a:pt x="456438" y="180499"/>
                  </a:cubicBezTo>
                  <a:cubicBezTo>
                    <a:pt x="457485" y="181737"/>
                    <a:pt x="460534" y="183166"/>
                    <a:pt x="461676" y="184309"/>
                  </a:cubicBezTo>
                  <a:cubicBezTo>
                    <a:pt x="463010" y="185738"/>
                    <a:pt x="464439" y="189547"/>
                    <a:pt x="465868" y="190881"/>
                  </a:cubicBezTo>
                  <a:cubicBezTo>
                    <a:pt x="466725" y="191643"/>
                    <a:pt x="468916" y="192596"/>
                    <a:pt x="470059" y="193072"/>
                  </a:cubicBezTo>
                  <a:cubicBezTo>
                    <a:pt x="470821" y="193357"/>
                    <a:pt x="472344" y="194024"/>
                    <a:pt x="473202" y="193929"/>
                  </a:cubicBezTo>
                  <a:cubicBezTo>
                    <a:pt x="474059" y="193834"/>
                    <a:pt x="475583" y="192310"/>
                    <a:pt x="476441" y="192405"/>
                  </a:cubicBezTo>
                  <a:cubicBezTo>
                    <a:pt x="477012" y="192500"/>
                    <a:pt x="477869" y="193548"/>
                    <a:pt x="478441" y="193834"/>
                  </a:cubicBezTo>
                  <a:cubicBezTo>
                    <a:pt x="479870" y="194501"/>
                    <a:pt x="483108" y="194596"/>
                    <a:pt x="484537" y="195358"/>
                  </a:cubicBezTo>
                  <a:cubicBezTo>
                    <a:pt x="485299" y="195739"/>
                    <a:pt x="486346" y="197072"/>
                    <a:pt x="487013" y="197644"/>
                  </a:cubicBezTo>
                  <a:cubicBezTo>
                    <a:pt x="487775" y="198215"/>
                    <a:pt x="489395" y="199168"/>
                    <a:pt x="490061" y="199835"/>
                  </a:cubicBezTo>
                  <a:cubicBezTo>
                    <a:pt x="491109" y="200787"/>
                    <a:pt x="492728" y="202978"/>
                    <a:pt x="493586" y="203930"/>
                  </a:cubicBezTo>
                  <a:cubicBezTo>
                    <a:pt x="494347" y="204788"/>
                    <a:pt x="495776" y="206883"/>
                    <a:pt x="496824" y="207359"/>
                  </a:cubicBezTo>
                  <a:cubicBezTo>
                    <a:pt x="498062" y="208026"/>
                    <a:pt x="501110" y="207550"/>
                    <a:pt x="502348" y="208121"/>
                  </a:cubicBezTo>
                  <a:cubicBezTo>
                    <a:pt x="503301" y="208597"/>
                    <a:pt x="504920" y="210121"/>
                    <a:pt x="505206" y="211074"/>
                  </a:cubicBezTo>
                  <a:cubicBezTo>
                    <a:pt x="505587" y="212598"/>
                    <a:pt x="503587" y="215741"/>
                    <a:pt x="503682" y="217265"/>
                  </a:cubicBezTo>
                  <a:cubicBezTo>
                    <a:pt x="503777" y="218313"/>
                    <a:pt x="504920" y="220123"/>
                    <a:pt x="505110" y="221171"/>
                  </a:cubicBezTo>
                  <a:cubicBezTo>
                    <a:pt x="505301" y="222313"/>
                    <a:pt x="504349" y="224790"/>
                    <a:pt x="504920" y="225838"/>
                  </a:cubicBezTo>
                  <a:cubicBezTo>
                    <a:pt x="505396" y="226790"/>
                    <a:pt x="507302" y="227838"/>
                    <a:pt x="508254" y="228219"/>
                  </a:cubicBezTo>
                  <a:cubicBezTo>
                    <a:pt x="509397" y="228600"/>
                    <a:pt x="511778" y="228505"/>
                    <a:pt x="512921" y="228886"/>
                  </a:cubicBezTo>
                  <a:cubicBezTo>
                    <a:pt x="513779" y="229171"/>
                    <a:pt x="515588" y="229838"/>
                    <a:pt x="516255" y="230410"/>
                  </a:cubicBezTo>
                  <a:cubicBezTo>
                    <a:pt x="517207" y="231267"/>
                    <a:pt x="519017" y="233363"/>
                    <a:pt x="519113" y="234601"/>
                  </a:cubicBezTo>
                  <a:cubicBezTo>
                    <a:pt x="519208" y="235839"/>
                    <a:pt x="516827" y="237839"/>
                    <a:pt x="517303" y="238982"/>
                  </a:cubicBezTo>
                  <a:cubicBezTo>
                    <a:pt x="517684" y="239935"/>
                    <a:pt x="520255" y="240221"/>
                    <a:pt x="521208" y="240697"/>
                  </a:cubicBezTo>
                  <a:cubicBezTo>
                    <a:pt x="522541" y="241363"/>
                    <a:pt x="524827" y="244221"/>
                    <a:pt x="526352" y="243935"/>
                  </a:cubicBezTo>
                  <a:cubicBezTo>
                    <a:pt x="527209" y="243745"/>
                    <a:pt x="527780" y="241078"/>
                    <a:pt x="528638" y="241078"/>
                  </a:cubicBezTo>
                  <a:cubicBezTo>
                    <a:pt x="529685" y="241173"/>
                    <a:pt x="530638" y="243649"/>
                    <a:pt x="530923" y="244602"/>
                  </a:cubicBezTo>
                  <a:cubicBezTo>
                    <a:pt x="531209" y="245554"/>
                    <a:pt x="530733" y="247650"/>
                    <a:pt x="530923" y="248603"/>
                  </a:cubicBezTo>
                  <a:cubicBezTo>
                    <a:pt x="531209" y="249841"/>
                    <a:pt x="533114" y="253079"/>
                    <a:pt x="533305" y="253174"/>
                  </a:cubicBezTo>
                  <a:cubicBezTo>
                    <a:pt x="533495" y="253270"/>
                    <a:pt x="539401" y="255841"/>
                    <a:pt x="541496" y="256508"/>
                  </a:cubicBezTo>
                  <a:cubicBezTo>
                    <a:pt x="543116" y="256985"/>
                    <a:pt x="546449" y="257746"/>
                    <a:pt x="548164" y="257746"/>
                  </a:cubicBezTo>
                  <a:cubicBezTo>
                    <a:pt x="549402" y="257746"/>
                    <a:pt x="551688" y="256508"/>
                    <a:pt x="552926" y="256699"/>
                  </a:cubicBezTo>
                  <a:cubicBezTo>
                    <a:pt x="554831" y="257080"/>
                    <a:pt x="557403" y="260413"/>
                    <a:pt x="559118" y="261366"/>
                  </a:cubicBezTo>
                  <a:cubicBezTo>
                    <a:pt x="560261" y="262033"/>
                    <a:pt x="562737" y="263271"/>
                    <a:pt x="563975" y="263652"/>
                  </a:cubicBezTo>
                  <a:cubicBezTo>
                    <a:pt x="565118" y="264033"/>
                    <a:pt x="567594" y="264128"/>
                    <a:pt x="568547" y="264890"/>
                  </a:cubicBezTo>
                  <a:cubicBezTo>
                    <a:pt x="569500" y="265557"/>
                    <a:pt x="570929" y="268796"/>
                    <a:pt x="570929" y="268986"/>
                  </a:cubicBezTo>
                  <a:cubicBezTo>
                    <a:pt x="570929" y="269177"/>
                    <a:pt x="570547" y="272891"/>
                    <a:pt x="570738" y="274225"/>
                  </a:cubicBezTo>
                  <a:cubicBezTo>
                    <a:pt x="570833" y="275177"/>
                    <a:pt x="571119" y="276987"/>
                    <a:pt x="571691" y="277749"/>
                  </a:cubicBezTo>
                  <a:cubicBezTo>
                    <a:pt x="572548" y="278892"/>
                    <a:pt x="575596" y="279654"/>
                    <a:pt x="576358" y="280797"/>
                  </a:cubicBezTo>
                  <a:cubicBezTo>
                    <a:pt x="577025" y="281749"/>
                    <a:pt x="577025" y="284321"/>
                    <a:pt x="577501" y="285464"/>
                  </a:cubicBezTo>
                  <a:cubicBezTo>
                    <a:pt x="577786" y="286131"/>
                    <a:pt x="578644" y="287560"/>
                    <a:pt x="579215" y="288131"/>
                  </a:cubicBezTo>
                  <a:cubicBezTo>
                    <a:pt x="580072" y="288893"/>
                    <a:pt x="582453" y="289465"/>
                    <a:pt x="583216" y="290322"/>
                  </a:cubicBezTo>
                  <a:cubicBezTo>
                    <a:pt x="583882" y="291084"/>
                    <a:pt x="584549" y="293180"/>
                    <a:pt x="584740" y="294227"/>
                  </a:cubicBezTo>
                  <a:cubicBezTo>
                    <a:pt x="585025" y="295370"/>
                    <a:pt x="584740" y="297847"/>
                    <a:pt x="585121" y="298990"/>
                  </a:cubicBezTo>
                  <a:cubicBezTo>
                    <a:pt x="585692" y="300514"/>
                    <a:pt x="588645" y="302609"/>
                    <a:pt x="588836" y="304133"/>
                  </a:cubicBezTo>
                  <a:cubicBezTo>
                    <a:pt x="589026" y="305371"/>
                    <a:pt x="587121" y="307753"/>
                    <a:pt x="587311" y="309086"/>
                  </a:cubicBezTo>
                  <a:cubicBezTo>
                    <a:pt x="587502" y="310229"/>
                    <a:pt x="589979" y="312515"/>
                    <a:pt x="590169" y="312706"/>
                  </a:cubicBezTo>
                  <a:cubicBezTo>
                    <a:pt x="590264" y="312896"/>
                    <a:pt x="592931" y="316897"/>
                    <a:pt x="592836" y="318516"/>
                  </a:cubicBezTo>
                  <a:cubicBezTo>
                    <a:pt x="592836" y="319564"/>
                    <a:pt x="590931" y="321278"/>
                    <a:pt x="591026" y="322326"/>
                  </a:cubicBezTo>
                  <a:cubicBezTo>
                    <a:pt x="591122" y="323374"/>
                    <a:pt x="592455" y="324993"/>
                    <a:pt x="593312" y="325564"/>
                  </a:cubicBezTo>
                  <a:cubicBezTo>
                    <a:pt x="594265" y="326231"/>
                    <a:pt x="596932" y="326136"/>
                    <a:pt x="597979" y="326803"/>
                  </a:cubicBezTo>
                  <a:cubicBezTo>
                    <a:pt x="598932" y="327374"/>
                    <a:pt x="599980" y="329565"/>
                    <a:pt x="600932" y="330232"/>
                  </a:cubicBezTo>
                  <a:cubicBezTo>
                    <a:pt x="602170" y="330994"/>
                    <a:pt x="606076" y="331661"/>
                    <a:pt x="606361" y="331661"/>
                  </a:cubicBezTo>
                  <a:cubicBezTo>
                    <a:pt x="606647" y="331661"/>
                    <a:pt x="608362" y="329755"/>
                    <a:pt x="609219" y="329755"/>
                  </a:cubicBezTo>
                  <a:cubicBezTo>
                    <a:pt x="610362" y="329755"/>
                    <a:pt x="611981" y="331565"/>
                    <a:pt x="612743" y="332327"/>
                  </a:cubicBezTo>
                  <a:cubicBezTo>
                    <a:pt x="613505" y="332994"/>
                    <a:pt x="614267" y="335089"/>
                    <a:pt x="615219" y="335566"/>
                  </a:cubicBezTo>
                  <a:cubicBezTo>
                    <a:pt x="616077" y="336042"/>
                    <a:pt x="618458" y="335471"/>
                    <a:pt x="619316" y="335947"/>
                  </a:cubicBezTo>
                  <a:cubicBezTo>
                    <a:pt x="620363" y="336518"/>
                    <a:pt x="621506" y="338804"/>
                    <a:pt x="622268" y="339852"/>
                  </a:cubicBezTo>
                  <a:cubicBezTo>
                    <a:pt x="622840" y="340614"/>
                    <a:pt x="624268" y="342519"/>
                    <a:pt x="624364" y="342805"/>
                  </a:cubicBezTo>
                  <a:cubicBezTo>
                    <a:pt x="624459" y="342995"/>
                    <a:pt x="624744" y="346805"/>
                    <a:pt x="625316" y="348044"/>
                  </a:cubicBezTo>
                  <a:cubicBezTo>
                    <a:pt x="625888" y="349282"/>
                    <a:pt x="628174" y="351091"/>
                    <a:pt x="628935" y="352330"/>
                  </a:cubicBezTo>
                  <a:cubicBezTo>
                    <a:pt x="629412" y="353187"/>
                    <a:pt x="629888" y="355092"/>
                    <a:pt x="630364" y="355949"/>
                  </a:cubicBezTo>
                  <a:cubicBezTo>
                    <a:pt x="630745" y="356711"/>
                    <a:pt x="631603" y="358140"/>
                    <a:pt x="632270" y="358616"/>
                  </a:cubicBezTo>
                  <a:cubicBezTo>
                    <a:pt x="633222" y="359283"/>
                    <a:pt x="635794" y="359093"/>
                    <a:pt x="636651" y="359855"/>
                  </a:cubicBezTo>
                  <a:cubicBezTo>
                    <a:pt x="637508" y="360616"/>
                    <a:pt x="637794" y="362903"/>
                    <a:pt x="638460" y="363855"/>
                  </a:cubicBezTo>
                  <a:cubicBezTo>
                    <a:pt x="638747" y="364331"/>
                    <a:pt x="639794" y="364998"/>
                    <a:pt x="639985" y="365474"/>
                  </a:cubicBezTo>
                  <a:cubicBezTo>
                    <a:pt x="640366" y="366617"/>
                    <a:pt x="639699" y="369094"/>
                    <a:pt x="639413" y="370237"/>
                  </a:cubicBezTo>
                  <a:cubicBezTo>
                    <a:pt x="639032" y="371665"/>
                    <a:pt x="637127" y="374142"/>
                    <a:pt x="637318" y="375571"/>
                  </a:cubicBezTo>
                  <a:cubicBezTo>
                    <a:pt x="637508" y="376809"/>
                    <a:pt x="639509" y="378523"/>
                    <a:pt x="640366" y="379476"/>
                  </a:cubicBezTo>
                  <a:cubicBezTo>
                    <a:pt x="641032" y="380238"/>
                    <a:pt x="643033" y="381286"/>
                    <a:pt x="643509" y="382238"/>
                  </a:cubicBezTo>
                  <a:cubicBezTo>
                    <a:pt x="644176" y="383762"/>
                    <a:pt x="643128" y="387287"/>
                    <a:pt x="643604" y="388811"/>
                  </a:cubicBezTo>
                  <a:cubicBezTo>
                    <a:pt x="643985" y="389858"/>
                    <a:pt x="645128" y="391763"/>
                    <a:pt x="645986" y="392430"/>
                  </a:cubicBezTo>
                  <a:cubicBezTo>
                    <a:pt x="646747" y="393002"/>
                    <a:pt x="648748" y="393097"/>
                    <a:pt x="649605" y="393573"/>
                  </a:cubicBezTo>
                  <a:cubicBezTo>
                    <a:pt x="650748" y="394240"/>
                    <a:pt x="652082" y="396812"/>
                    <a:pt x="653319" y="397097"/>
                  </a:cubicBezTo>
                  <a:cubicBezTo>
                    <a:pt x="654463" y="397288"/>
                    <a:pt x="656654" y="396145"/>
                    <a:pt x="657510" y="395383"/>
                  </a:cubicBezTo>
                  <a:cubicBezTo>
                    <a:pt x="658082" y="394906"/>
                    <a:pt x="658368" y="393192"/>
                    <a:pt x="659035" y="392811"/>
                  </a:cubicBezTo>
                  <a:cubicBezTo>
                    <a:pt x="659797" y="392335"/>
                    <a:pt x="661797" y="392239"/>
                    <a:pt x="662654" y="392430"/>
                  </a:cubicBezTo>
                  <a:cubicBezTo>
                    <a:pt x="663797" y="392716"/>
                    <a:pt x="665416" y="394621"/>
                    <a:pt x="666369" y="395097"/>
                  </a:cubicBezTo>
                  <a:cubicBezTo>
                    <a:pt x="667035" y="395383"/>
                    <a:pt x="668560" y="395288"/>
                    <a:pt x="669131" y="395764"/>
                  </a:cubicBezTo>
                  <a:cubicBezTo>
                    <a:pt x="669988" y="396335"/>
                    <a:pt x="670465" y="398526"/>
                    <a:pt x="671227" y="399288"/>
                  </a:cubicBezTo>
                  <a:cubicBezTo>
                    <a:pt x="671893" y="399860"/>
                    <a:pt x="673703" y="400907"/>
                    <a:pt x="674561" y="400812"/>
                  </a:cubicBezTo>
                  <a:cubicBezTo>
                    <a:pt x="674941" y="400717"/>
                    <a:pt x="675418" y="400336"/>
                    <a:pt x="675894" y="399955"/>
                  </a:cubicBezTo>
                  <a:cubicBezTo>
                    <a:pt x="676275" y="400431"/>
                    <a:pt x="676847" y="400907"/>
                    <a:pt x="677227" y="401003"/>
                  </a:cubicBezTo>
                  <a:cubicBezTo>
                    <a:pt x="678656" y="401669"/>
                    <a:pt x="682466" y="399955"/>
                    <a:pt x="683704" y="401003"/>
                  </a:cubicBezTo>
                  <a:cubicBezTo>
                    <a:pt x="684657" y="401860"/>
                    <a:pt x="684562" y="404813"/>
                    <a:pt x="684371" y="406146"/>
                  </a:cubicBezTo>
                  <a:cubicBezTo>
                    <a:pt x="684181" y="407575"/>
                    <a:pt x="683323" y="410242"/>
                    <a:pt x="682466" y="411385"/>
                  </a:cubicBezTo>
                  <a:cubicBezTo>
                    <a:pt x="681609" y="412528"/>
                    <a:pt x="679037" y="413861"/>
                    <a:pt x="677799" y="414528"/>
                  </a:cubicBezTo>
                  <a:cubicBezTo>
                    <a:pt x="677227" y="414814"/>
                    <a:pt x="675894" y="415671"/>
                    <a:pt x="675227" y="415576"/>
                  </a:cubicBezTo>
                  <a:cubicBezTo>
                    <a:pt x="674370" y="415480"/>
                    <a:pt x="673227" y="413480"/>
                    <a:pt x="672369" y="413385"/>
                  </a:cubicBezTo>
                  <a:cubicBezTo>
                    <a:pt x="671608" y="413290"/>
                    <a:pt x="670179" y="414242"/>
                    <a:pt x="669703" y="414814"/>
                  </a:cubicBezTo>
                  <a:cubicBezTo>
                    <a:pt x="669227" y="415385"/>
                    <a:pt x="668464" y="417100"/>
                    <a:pt x="668560" y="417862"/>
                  </a:cubicBezTo>
                  <a:cubicBezTo>
                    <a:pt x="668655" y="418624"/>
                    <a:pt x="669988" y="419767"/>
                    <a:pt x="670655" y="420053"/>
                  </a:cubicBezTo>
                  <a:cubicBezTo>
                    <a:pt x="671513" y="420433"/>
                    <a:pt x="673608" y="419290"/>
                    <a:pt x="674275" y="419862"/>
                  </a:cubicBezTo>
                  <a:cubicBezTo>
                    <a:pt x="674941" y="420433"/>
                    <a:pt x="674846" y="422529"/>
                    <a:pt x="674656" y="423386"/>
                  </a:cubicBezTo>
                  <a:cubicBezTo>
                    <a:pt x="674370" y="424434"/>
                    <a:pt x="672655" y="426053"/>
                    <a:pt x="671989" y="426911"/>
                  </a:cubicBezTo>
                  <a:cubicBezTo>
                    <a:pt x="671322" y="427768"/>
                    <a:pt x="670370" y="429768"/>
                    <a:pt x="669417" y="430149"/>
                  </a:cubicBezTo>
                  <a:cubicBezTo>
                    <a:pt x="668845" y="430435"/>
                    <a:pt x="667322" y="430244"/>
                    <a:pt x="666750" y="429958"/>
                  </a:cubicBezTo>
                  <a:cubicBezTo>
                    <a:pt x="666083" y="429578"/>
                    <a:pt x="665416" y="428054"/>
                    <a:pt x="664750" y="427672"/>
                  </a:cubicBezTo>
                  <a:cubicBezTo>
                    <a:pt x="663988" y="427196"/>
                    <a:pt x="662083" y="426434"/>
                    <a:pt x="661225" y="426720"/>
                  </a:cubicBezTo>
                  <a:cubicBezTo>
                    <a:pt x="660654" y="427006"/>
                    <a:pt x="659987" y="428149"/>
                    <a:pt x="659987" y="428815"/>
                  </a:cubicBezTo>
                  <a:cubicBezTo>
                    <a:pt x="659987" y="429292"/>
                    <a:pt x="660940" y="430054"/>
                    <a:pt x="661035" y="430625"/>
                  </a:cubicBezTo>
                  <a:cubicBezTo>
                    <a:pt x="661130" y="431197"/>
                    <a:pt x="661130" y="432435"/>
                    <a:pt x="660845" y="432911"/>
                  </a:cubicBezTo>
                  <a:cubicBezTo>
                    <a:pt x="660463" y="433388"/>
                    <a:pt x="659035" y="433292"/>
                    <a:pt x="658653" y="433769"/>
                  </a:cubicBezTo>
                  <a:cubicBezTo>
                    <a:pt x="658273" y="434245"/>
                    <a:pt x="658082" y="435673"/>
                    <a:pt x="658463" y="436055"/>
                  </a:cubicBezTo>
                  <a:cubicBezTo>
                    <a:pt x="658939" y="436531"/>
                    <a:pt x="660463" y="435959"/>
                    <a:pt x="661130" y="435959"/>
                  </a:cubicBezTo>
                  <a:cubicBezTo>
                    <a:pt x="661988" y="435959"/>
                    <a:pt x="663797" y="435578"/>
                    <a:pt x="664464" y="436055"/>
                  </a:cubicBezTo>
                  <a:cubicBezTo>
                    <a:pt x="665226" y="436626"/>
                    <a:pt x="665512" y="438721"/>
                    <a:pt x="665512" y="439674"/>
                  </a:cubicBezTo>
                  <a:cubicBezTo>
                    <a:pt x="665416" y="440627"/>
                    <a:pt x="664464" y="442246"/>
                    <a:pt x="663988" y="443008"/>
                  </a:cubicBezTo>
                  <a:cubicBezTo>
                    <a:pt x="663416" y="443960"/>
                    <a:pt x="662083" y="445580"/>
                    <a:pt x="661511" y="446437"/>
                  </a:cubicBezTo>
                  <a:cubicBezTo>
                    <a:pt x="660749" y="447389"/>
                    <a:pt x="659130" y="449294"/>
                    <a:pt x="658559" y="450342"/>
                  </a:cubicBezTo>
                  <a:cubicBezTo>
                    <a:pt x="658082" y="451104"/>
                    <a:pt x="657797" y="453199"/>
                    <a:pt x="657034" y="453676"/>
                  </a:cubicBezTo>
                  <a:cubicBezTo>
                    <a:pt x="656177" y="454247"/>
                    <a:pt x="653891" y="453676"/>
                    <a:pt x="652748" y="453580"/>
                  </a:cubicBezTo>
                  <a:cubicBezTo>
                    <a:pt x="651986" y="453485"/>
                    <a:pt x="650462" y="453104"/>
                    <a:pt x="649700" y="453199"/>
                  </a:cubicBezTo>
                  <a:cubicBezTo>
                    <a:pt x="648938" y="453390"/>
                    <a:pt x="647224" y="454057"/>
                    <a:pt x="646843" y="454723"/>
                  </a:cubicBezTo>
                  <a:cubicBezTo>
                    <a:pt x="646462" y="455390"/>
                    <a:pt x="646557" y="457105"/>
                    <a:pt x="647033" y="457676"/>
                  </a:cubicBezTo>
                  <a:cubicBezTo>
                    <a:pt x="647414" y="458248"/>
                    <a:pt x="648843" y="458914"/>
                    <a:pt x="649605" y="459010"/>
                  </a:cubicBezTo>
                  <a:cubicBezTo>
                    <a:pt x="650462" y="459200"/>
                    <a:pt x="652177" y="459105"/>
                    <a:pt x="653034" y="458819"/>
                  </a:cubicBezTo>
                  <a:cubicBezTo>
                    <a:pt x="653605" y="458533"/>
                    <a:pt x="654272" y="457105"/>
                    <a:pt x="654939" y="457105"/>
                  </a:cubicBezTo>
                  <a:cubicBezTo>
                    <a:pt x="655511" y="457105"/>
                    <a:pt x="656368" y="458343"/>
                    <a:pt x="656749" y="458819"/>
                  </a:cubicBezTo>
                  <a:cubicBezTo>
                    <a:pt x="657416" y="459962"/>
                    <a:pt x="658177" y="462629"/>
                    <a:pt x="658368" y="463963"/>
                  </a:cubicBezTo>
                  <a:cubicBezTo>
                    <a:pt x="658559" y="465487"/>
                    <a:pt x="658559" y="468535"/>
                    <a:pt x="658368" y="470059"/>
                  </a:cubicBezTo>
                  <a:cubicBezTo>
                    <a:pt x="658177" y="471869"/>
                    <a:pt x="657701" y="475488"/>
                    <a:pt x="657034" y="477107"/>
                  </a:cubicBezTo>
                  <a:cubicBezTo>
                    <a:pt x="656654" y="477964"/>
                    <a:pt x="655891" y="479774"/>
                    <a:pt x="655034" y="480060"/>
                  </a:cubicBezTo>
                  <a:cubicBezTo>
                    <a:pt x="653986" y="480441"/>
                    <a:pt x="651891" y="479012"/>
                    <a:pt x="650843" y="479203"/>
                  </a:cubicBezTo>
                  <a:cubicBezTo>
                    <a:pt x="649891" y="479393"/>
                    <a:pt x="648272" y="480536"/>
                    <a:pt x="647509" y="481108"/>
                  </a:cubicBezTo>
                  <a:cubicBezTo>
                    <a:pt x="646462" y="481870"/>
                    <a:pt x="643890" y="483203"/>
                    <a:pt x="643509" y="484441"/>
                  </a:cubicBezTo>
                  <a:cubicBezTo>
                    <a:pt x="643318" y="485204"/>
                    <a:pt x="643890" y="486918"/>
                    <a:pt x="644557" y="487489"/>
                  </a:cubicBezTo>
                  <a:cubicBezTo>
                    <a:pt x="645319" y="488156"/>
                    <a:pt x="647509" y="488728"/>
                    <a:pt x="648462" y="488537"/>
                  </a:cubicBezTo>
                  <a:cubicBezTo>
                    <a:pt x="649414" y="488347"/>
                    <a:pt x="650748" y="486918"/>
                    <a:pt x="651510" y="486346"/>
                  </a:cubicBezTo>
                  <a:cubicBezTo>
                    <a:pt x="651986" y="485870"/>
                    <a:pt x="652748" y="484537"/>
                    <a:pt x="653415" y="484441"/>
                  </a:cubicBezTo>
                  <a:cubicBezTo>
                    <a:pt x="654177" y="484346"/>
                    <a:pt x="655701" y="485299"/>
                    <a:pt x="656082" y="486061"/>
                  </a:cubicBezTo>
                  <a:cubicBezTo>
                    <a:pt x="656558" y="487013"/>
                    <a:pt x="655987" y="489204"/>
                    <a:pt x="655796" y="490252"/>
                  </a:cubicBezTo>
                  <a:cubicBezTo>
                    <a:pt x="655511" y="491871"/>
                    <a:pt x="654272" y="495014"/>
                    <a:pt x="653701" y="496538"/>
                  </a:cubicBezTo>
                  <a:cubicBezTo>
                    <a:pt x="652653" y="499015"/>
                    <a:pt x="649986" y="503777"/>
                    <a:pt x="649128" y="506349"/>
                  </a:cubicBezTo>
                  <a:cubicBezTo>
                    <a:pt x="648557" y="508063"/>
                    <a:pt x="647700" y="511493"/>
                    <a:pt x="647509" y="513302"/>
                  </a:cubicBezTo>
                  <a:cubicBezTo>
                    <a:pt x="647414" y="514445"/>
                    <a:pt x="646843" y="517112"/>
                    <a:pt x="647605" y="517970"/>
                  </a:cubicBezTo>
                  <a:cubicBezTo>
                    <a:pt x="648176" y="518731"/>
                    <a:pt x="650462" y="518351"/>
                    <a:pt x="651129" y="518922"/>
                  </a:cubicBezTo>
                  <a:cubicBezTo>
                    <a:pt x="651605" y="519303"/>
                    <a:pt x="652082" y="520446"/>
                    <a:pt x="652177" y="521018"/>
                  </a:cubicBezTo>
                  <a:cubicBezTo>
                    <a:pt x="652367" y="521970"/>
                    <a:pt x="651796" y="523970"/>
                    <a:pt x="651796" y="525018"/>
                  </a:cubicBezTo>
                  <a:cubicBezTo>
                    <a:pt x="651700" y="526352"/>
                    <a:pt x="652177" y="529114"/>
                    <a:pt x="651986" y="530447"/>
                  </a:cubicBezTo>
                  <a:cubicBezTo>
                    <a:pt x="651605" y="532066"/>
                    <a:pt x="650177" y="535114"/>
                    <a:pt x="649224" y="536448"/>
                  </a:cubicBezTo>
                  <a:cubicBezTo>
                    <a:pt x="648557" y="537401"/>
                    <a:pt x="646557" y="538829"/>
                    <a:pt x="645795" y="539782"/>
                  </a:cubicBezTo>
                  <a:cubicBezTo>
                    <a:pt x="645223" y="540544"/>
                    <a:pt x="644271" y="542163"/>
                    <a:pt x="643985" y="543115"/>
                  </a:cubicBezTo>
                  <a:cubicBezTo>
                    <a:pt x="643700" y="544068"/>
                    <a:pt x="643985" y="546163"/>
                    <a:pt x="643700" y="547116"/>
                  </a:cubicBezTo>
                  <a:cubicBezTo>
                    <a:pt x="643509" y="547783"/>
                    <a:pt x="642842" y="548926"/>
                    <a:pt x="642271" y="549307"/>
                  </a:cubicBezTo>
                  <a:cubicBezTo>
                    <a:pt x="641604" y="549878"/>
                    <a:pt x="639603" y="549878"/>
                    <a:pt x="639127" y="550545"/>
                  </a:cubicBezTo>
                  <a:cubicBezTo>
                    <a:pt x="638556" y="551307"/>
                    <a:pt x="638651" y="553498"/>
                    <a:pt x="638747" y="554450"/>
                  </a:cubicBezTo>
                  <a:cubicBezTo>
                    <a:pt x="638842" y="555688"/>
                    <a:pt x="640175" y="557974"/>
                    <a:pt x="640461" y="559213"/>
                  </a:cubicBezTo>
                  <a:cubicBezTo>
                    <a:pt x="640747" y="560641"/>
                    <a:pt x="640937" y="563594"/>
                    <a:pt x="640747" y="565023"/>
                  </a:cubicBezTo>
                  <a:cubicBezTo>
                    <a:pt x="640652" y="565880"/>
                    <a:pt x="640270" y="567595"/>
                    <a:pt x="639699" y="568166"/>
                  </a:cubicBezTo>
                  <a:cubicBezTo>
                    <a:pt x="638842" y="569119"/>
                    <a:pt x="636079" y="569500"/>
                    <a:pt x="635127" y="570262"/>
                  </a:cubicBezTo>
                  <a:cubicBezTo>
                    <a:pt x="634079" y="571119"/>
                    <a:pt x="632174" y="573214"/>
                    <a:pt x="631603" y="574548"/>
                  </a:cubicBezTo>
                  <a:cubicBezTo>
                    <a:pt x="631317" y="575120"/>
                    <a:pt x="630841" y="576644"/>
                    <a:pt x="631317" y="577120"/>
                  </a:cubicBezTo>
                  <a:cubicBezTo>
                    <a:pt x="631888" y="577787"/>
                    <a:pt x="633984" y="576644"/>
                    <a:pt x="634841" y="576834"/>
                  </a:cubicBezTo>
                  <a:cubicBezTo>
                    <a:pt x="635603" y="576929"/>
                    <a:pt x="636937" y="578072"/>
                    <a:pt x="637699" y="578072"/>
                  </a:cubicBezTo>
                  <a:cubicBezTo>
                    <a:pt x="638270" y="578072"/>
                    <a:pt x="639509" y="577691"/>
                    <a:pt x="639985" y="577310"/>
                  </a:cubicBezTo>
                  <a:cubicBezTo>
                    <a:pt x="640556" y="576834"/>
                    <a:pt x="640556" y="574834"/>
                    <a:pt x="641223" y="574548"/>
                  </a:cubicBezTo>
                  <a:cubicBezTo>
                    <a:pt x="641890" y="574262"/>
                    <a:pt x="643509" y="574834"/>
                    <a:pt x="644080" y="575310"/>
                  </a:cubicBezTo>
                  <a:cubicBezTo>
                    <a:pt x="645128" y="576263"/>
                    <a:pt x="645509" y="579311"/>
                    <a:pt x="645700" y="580739"/>
                  </a:cubicBezTo>
                  <a:cubicBezTo>
                    <a:pt x="645890" y="582168"/>
                    <a:pt x="645795" y="585121"/>
                    <a:pt x="645795" y="586549"/>
                  </a:cubicBezTo>
                  <a:cubicBezTo>
                    <a:pt x="645795" y="587788"/>
                    <a:pt x="645890" y="590360"/>
                    <a:pt x="645795" y="591693"/>
                  </a:cubicBezTo>
                  <a:cubicBezTo>
                    <a:pt x="645700" y="593312"/>
                    <a:pt x="645319" y="596551"/>
                    <a:pt x="644843" y="598075"/>
                  </a:cubicBezTo>
                  <a:cubicBezTo>
                    <a:pt x="644366" y="599885"/>
                    <a:pt x="642366" y="603123"/>
                    <a:pt x="642080" y="604933"/>
                  </a:cubicBezTo>
                  <a:cubicBezTo>
                    <a:pt x="641890" y="606171"/>
                    <a:pt x="642461" y="608647"/>
                    <a:pt x="642747" y="609790"/>
                  </a:cubicBezTo>
                  <a:cubicBezTo>
                    <a:pt x="643033" y="610838"/>
                    <a:pt x="643509" y="612838"/>
                    <a:pt x="644176" y="613601"/>
                  </a:cubicBezTo>
                  <a:cubicBezTo>
                    <a:pt x="644843" y="614363"/>
                    <a:pt x="646938" y="614839"/>
                    <a:pt x="647605" y="615505"/>
                  </a:cubicBezTo>
                  <a:cubicBezTo>
                    <a:pt x="647891" y="615791"/>
                    <a:pt x="648272" y="616363"/>
                    <a:pt x="648652" y="616839"/>
                  </a:cubicBezTo>
                  <a:cubicBezTo>
                    <a:pt x="647224" y="617125"/>
                    <a:pt x="645700" y="617220"/>
                    <a:pt x="644843" y="617125"/>
                  </a:cubicBezTo>
                  <a:cubicBezTo>
                    <a:pt x="643604" y="617030"/>
                    <a:pt x="641604" y="614839"/>
                    <a:pt x="640366" y="614553"/>
                  </a:cubicBezTo>
                  <a:cubicBezTo>
                    <a:pt x="639318" y="614363"/>
                    <a:pt x="637127" y="614458"/>
                    <a:pt x="636270" y="615029"/>
                  </a:cubicBezTo>
                  <a:cubicBezTo>
                    <a:pt x="635413" y="615505"/>
                    <a:pt x="634936" y="617887"/>
                    <a:pt x="633984" y="618268"/>
                  </a:cubicBezTo>
                  <a:cubicBezTo>
                    <a:pt x="632841" y="618744"/>
                    <a:pt x="630364" y="617125"/>
                    <a:pt x="629126" y="617125"/>
                  </a:cubicBezTo>
                  <a:cubicBezTo>
                    <a:pt x="628079" y="617220"/>
                    <a:pt x="626173" y="618268"/>
                    <a:pt x="625126" y="618363"/>
                  </a:cubicBezTo>
                  <a:cubicBezTo>
                    <a:pt x="623602" y="618554"/>
                    <a:pt x="620363" y="618744"/>
                    <a:pt x="618934" y="618077"/>
                  </a:cubicBezTo>
                  <a:cubicBezTo>
                    <a:pt x="618077" y="617696"/>
                    <a:pt x="617125" y="615410"/>
                    <a:pt x="616172" y="615220"/>
                  </a:cubicBezTo>
                  <a:cubicBezTo>
                    <a:pt x="615125" y="615029"/>
                    <a:pt x="613600" y="616934"/>
                    <a:pt x="612648" y="617220"/>
                  </a:cubicBezTo>
                  <a:cubicBezTo>
                    <a:pt x="611314" y="617506"/>
                    <a:pt x="608552" y="617411"/>
                    <a:pt x="607314" y="616934"/>
                  </a:cubicBezTo>
                  <a:cubicBezTo>
                    <a:pt x="606457" y="616553"/>
                    <a:pt x="605504" y="614839"/>
                    <a:pt x="604647" y="614648"/>
                  </a:cubicBezTo>
                  <a:cubicBezTo>
                    <a:pt x="603695" y="614458"/>
                    <a:pt x="601885" y="615887"/>
                    <a:pt x="600932" y="615696"/>
                  </a:cubicBezTo>
                  <a:cubicBezTo>
                    <a:pt x="600075" y="615505"/>
                    <a:pt x="599122" y="613410"/>
                    <a:pt x="598265" y="613124"/>
                  </a:cubicBezTo>
                  <a:cubicBezTo>
                    <a:pt x="597313" y="612838"/>
                    <a:pt x="595313" y="613410"/>
                    <a:pt x="594265" y="613505"/>
                  </a:cubicBezTo>
                  <a:cubicBezTo>
                    <a:pt x="593312" y="613696"/>
                    <a:pt x="591502" y="614363"/>
                    <a:pt x="590550" y="614363"/>
                  </a:cubicBezTo>
                  <a:cubicBezTo>
                    <a:pt x="589693" y="614363"/>
                    <a:pt x="587883" y="613981"/>
                    <a:pt x="587121" y="613505"/>
                  </a:cubicBezTo>
                  <a:cubicBezTo>
                    <a:pt x="586454" y="613029"/>
                    <a:pt x="586168" y="611124"/>
                    <a:pt x="585407" y="610838"/>
                  </a:cubicBezTo>
                  <a:cubicBezTo>
                    <a:pt x="584740" y="610553"/>
                    <a:pt x="583311" y="611410"/>
                    <a:pt x="582549" y="611505"/>
                  </a:cubicBezTo>
                  <a:cubicBezTo>
                    <a:pt x="581597" y="611696"/>
                    <a:pt x="579787" y="611981"/>
                    <a:pt x="578834" y="611791"/>
                  </a:cubicBezTo>
                  <a:cubicBezTo>
                    <a:pt x="577977" y="611600"/>
                    <a:pt x="576358" y="609981"/>
                    <a:pt x="575596" y="610362"/>
                  </a:cubicBezTo>
                  <a:cubicBezTo>
                    <a:pt x="574834" y="610743"/>
                    <a:pt x="574738" y="612838"/>
                    <a:pt x="574643" y="613791"/>
                  </a:cubicBezTo>
                  <a:cubicBezTo>
                    <a:pt x="574548" y="614839"/>
                    <a:pt x="575500" y="617220"/>
                    <a:pt x="574929" y="618172"/>
                  </a:cubicBezTo>
                  <a:cubicBezTo>
                    <a:pt x="574643" y="618649"/>
                    <a:pt x="573310" y="619125"/>
                    <a:pt x="572643" y="619030"/>
                  </a:cubicBezTo>
                  <a:cubicBezTo>
                    <a:pt x="571976" y="618935"/>
                    <a:pt x="571024" y="617696"/>
                    <a:pt x="570357" y="617601"/>
                  </a:cubicBezTo>
                  <a:cubicBezTo>
                    <a:pt x="569881" y="617506"/>
                    <a:pt x="568547" y="617601"/>
                    <a:pt x="568261" y="618077"/>
                  </a:cubicBezTo>
                  <a:cubicBezTo>
                    <a:pt x="567785" y="618744"/>
                    <a:pt x="568071" y="620554"/>
                    <a:pt x="568452" y="621316"/>
                  </a:cubicBezTo>
                  <a:cubicBezTo>
                    <a:pt x="568643" y="621792"/>
                    <a:pt x="569881" y="622363"/>
                    <a:pt x="569976" y="622840"/>
                  </a:cubicBezTo>
                  <a:cubicBezTo>
                    <a:pt x="570071" y="623411"/>
                    <a:pt x="569500" y="624459"/>
                    <a:pt x="569119" y="624840"/>
                  </a:cubicBezTo>
                  <a:cubicBezTo>
                    <a:pt x="568833" y="625221"/>
                    <a:pt x="567690" y="625507"/>
                    <a:pt x="567594" y="625983"/>
                  </a:cubicBezTo>
                  <a:cubicBezTo>
                    <a:pt x="567118" y="627412"/>
                    <a:pt x="569309" y="630269"/>
                    <a:pt x="569119" y="631793"/>
                  </a:cubicBezTo>
                  <a:cubicBezTo>
                    <a:pt x="568928" y="632841"/>
                    <a:pt x="567118" y="634460"/>
                    <a:pt x="567023" y="635413"/>
                  </a:cubicBezTo>
                  <a:cubicBezTo>
                    <a:pt x="566833" y="636556"/>
                    <a:pt x="567594" y="638937"/>
                    <a:pt x="568166" y="639985"/>
                  </a:cubicBezTo>
                  <a:cubicBezTo>
                    <a:pt x="568643" y="640842"/>
                    <a:pt x="570071" y="642271"/>
                    <a:pt x="570833" y="642938"/>
                  </a:cubicBezTo>
                  <a:cubicBezTo>
                    <a:pt x="571881" y="643795"/>
                    <a:pt x="574738" y="644747"/>
                    <a:pt x="575500" y="645890"/>
                  </a:cubicBezTo>
                  <a:cubicBezTo>
                    <a:pt x="576072" y="646843"/>
                    <a:pt x="575977" y="649224"/>
                    <a:pt x="576263" y="650272"/>
                  </a:cubicBezTo>
                  <a:cubicBezTo>
                    <a:pt x="576548" y="651701"/>
                    <a:pt x="577596" y="654463"/>
                    <a:pt x="577501" y="655891"/>
                  </a:cubicBezTo>
                  <a:cubicBezTo>
                    <a:pt x="577501" y="656939"/>
                    <a:pt x="576358" y="658939"/>
                    <a:pt x="576358" y="659987"/>
                  </a:cubicBezTo>
                  <a:cubicBezTo>
                    <a:pt x="576358" y="661321"/>
                    <a:pt x="577786" y="663797"/>
                    <a:pt x="577882" y="665131"/>
                  </a:cubicBezTo>
                  <a:cubicBezTo>
                    <a:pt x="577977" y="666179"/>
                    <a:pt x="577405" y="668369"/>
                    <a:pt x="577405" y="669512"/>
                  </a:cubicBezTo>
                  <a:cubicBezTo>
                    <a:pt x="577501" y="671989"/>
                    <a:pt x="579691" y="676656"/>
                    <a:pt x="579406" y="679132"/>
                  </a:cubicBezTo>
                  <a:cubicBezTo>
                    <a:pt x="579311" y="680180"/>
                    <a:pt x="578263" y="682276"/>
                    <a:pt x="577596" y="683038"/>
                  </a:cubicBezTo>
                  <a:cubicBezTo>
                    <a:pt x="577025" y="683705"/>
                    <a:pt x="575596" y="685038"/>
                    <a:pt x="574738" y="685133"/>
                  </a:cubicBezTo>
                  <a:cubicBezTo>
                    <a:pt x="573500" y="685419"/>
                    <a:pt x="571214" y="683800"/>
                    <a:pt x="569881" y="683705"/>
                  </a:cubicBezTo>
                  <a:cubicBezTo>
                    <a:pt x="569023" y="683609"/>
                    <a:pt x="567404" y="683990"/>
                    <a:pt x="566642" y="684371"/>
                  </a:cubicBezTo>
                  <a:cubicBezTo>
                    <a:pt x="565785" y="684752"/>
                    <a:pt x="564737" y="686562"/>
                    <a:pt x="563785" y="686943"/>
                  </a:cubicBezTo>
                  <a:cubicBezTo>
                    <a:pt x="562927" y="687324"/>
                    <a:pt x="560737" y="687514"/>
                    <a:pt x="559784" y="687229"/>
                  </a:cubicBezTo>
                  <a:cubicBezTo>
                    <a:pt x="558641" y="686848"/>
                    <a:pt x="556927" y="685038"/>
                    <a:pt x="556260" y="683990"/>
                  </a:cubicBezTo>
                  <a:cubicBezTo>
                    <a:pt x="555593" y="682943"/>
                    <a:pt x="555307" y="680466"/>
                    <a:pt x="555022" y="679323"/>
                  </a:cubicBezTo>
                  <a:cubicBezTo>
                    <a:pt x="554736" y="678466"/>
                    <a:pt x="553974" y="676656"/>
                    <a:pt x="553878" y="675799"/>
                  </a:cubicBezTo>
                  <a:cubicBezTo>
                    <a:pt x="553688" y="674084"/>
                    <a:pt x="555022" y="670560"/>
                    <a:pt x="554450" y="668846"/>
                  </a:cubicBezTo>
                  <a:cubicBezTo>
                    <a:pt x="554164" y="667988"/>
                    <a:pt x="552735" y="666845"/>
                    <a:pt x="552069" y="666274"/>
                  </a:cubicBezTo>
                  <a:cubicBezTo>
                    <a:pt x="551402" y="665702"/>
                    <a:pt x="549783" y="664940"/>
                    <a:pt x="549211" y="664273"/>
                  </a:cubicBezTo>
                  <a:cubicBezTo>
                    <a:pt x="548735" y="663702"/>
                    <a:pt x="548259" y="662178"/>
                    <a:pt x="548068" y="661416"/>
                  </a:cubicBezTo>
                  <a:cubicBezTo>
                    <a:pt x="547878" y="660463"/>
                    <a:pt x="548544" y="658463"/>
                    <a:pt x="548068" y="657606"/>
                  </a:cubicBezTo>
                  <a:cubicBezTo>
                    <a:pt x="547783" y="657035"/>
                    <a:pt x="545973" y="656082"/>
                    <a:pt x="545973" y="656082"/>
                  </a:cubicBezTo>
                  <a:lnTo>
                    <a:pt x="485584" y="663607"/>
                  </a:lnTo>
                  <a:lnTo>
                    <a:pt x="408908" y="672084"/>
                  </a:lnTo>
                  <a:lnTo>
                    <a:pt x="262318" y="687991"/>
                  </a:lnTo>
                  <a:lnTo>
                    <a:pt x="197834" y="695611"/>
                  </a:lnTo>
                  <a:cubicBezTo>
                    <a:pt x="197834" y="695611"/>
                    <a:pt x="195167" y="691705"/>
                    <a:pt x="194024" y="690563"/>
                  </a:cubicBezTo>
                  <a:cubicBezTo>
                    <a:pt x="193167" y="689705"/>
                    <a:pt x="190976" y="688562"/>
                    <a:pt x="190214" y="687705"/>
                  </a:cubicBezTo>
                  <a:cubicBezTo>
                    <a:pt x="189547" y="686848"/>
                    <a:pt x="188786" y="684752"/>
                    <a:pt x="188309" y="683800"/>
                  </a:cubicBezTo>
                  <a:cubicBezTo>
                    <a:pt x="188023" y="683228"/>
                    <a:pt x="187547" y="682180"/>
                    <a:pt x="187357" y="681609"/>
                  </a:cubicBezTo>
                  <a:cubicBezTo>
                    <a:pt x="187071" y="680466"/>
                    <a:pt x="186976" y="678180"/>
                    <a:pt x="186595" y="677037"/>
                  </a:cubicBezTo>
                  <a:cubicBezTo>
                    <a:pt x="186214" y="675608"/>
                    <a:pt x="185261" y="672846"/>
                    <a:pt x="184499" y="671608"/>
                  </a:cubicBezTo>
                  <a:cubicBezTo>
                    <a:pt x="183737" y="670370"/>
                    <a:pt x="181737" y="668464"/>
                    <a:pt x="180880" y="667417"/>
                  </a:cubicBezTo>
                  <a:cubicBezTo>
                    <a:pt x="180213" y="666655"/>
                    <a:pt x="178784" y="665131"/>
                    <a:pt x="178213" y="664178"/>
                  </a:cubicBezTo>
                  <a:cubicBezTo>
                    <a:pt x="177737" y="663321"/>
                    <a:pt x="177070" y="661416"/>
                    <a:pt x="176593" y="660559"/>
                  </a:cubicBezTo>
                  <a:cubicBezTo>
                    <a:pt x="176117" y="659702"/>
                    <a:pt x="174879" y="658082"/>
                    <a:pt x="174498" y="657130"/>
                  </a:cubicBezTo>
                  <a:cubicBezTo>
                    <a:pt x="174117" y="656368"/>
                    <a:pt x="173831" y="655225"/>
                    <a:pt x="173546" y="654082"/>
                  </a:cubicBezTo>
                  <a:cubicBezTo>
                    <a:pt x="173164" y="652844"/>
                    <a:pt x="172879" y="651510"/>
                    <a:pt x="172593" y="650653"/>
                  </a:cubicBezTo>
                  <a:cubicBezTo>
                    <a:pt x="172117" y="649129"/>
                    <a:pt x="171259" y="646176"/>
                    <a:pt x="170402" y="644938"/>
                  </a:cubicBezTo>
                  <a:cubicBezTo>
                    <a:pt x="169736" y="643985"/>
                    <a:pt x="167640" y="642938"/>
                    <a:pt x="166878" y="641985"/>
                  </a:cubicBezTo>
                  <a:cubicBezTo>
                    <a:pt x="166211" y="640937"/>
                    <a:pt x="165925" y="638365"/>
                    <a:pt x="165068" y="637413"/>
                  </a:cubicBezTo>
                  <a:cubicBezTo>
                    <a:pt x="164306" y="636556"/>
                    <a:pt x="161830" y="636175"/>
                    <a:pt x="160972" y="635413"/>
                  </a:cubicBezTo>
                  <a:cubicBezTo>
                    <a:pt x="160211" y="634746"/>
                    <a:pt x="159639" y="632651"/>
                    <a:pt x="158972" y="631888"/>
                  </a:cubicBezTo>
                  <a:cubicBezTo>
                    <a:pt x="158496" y="631317"/>
                    <a:pt x="157163" y="630650"/>
                    <a:pt x="156591" y="630079"/>
                  </a:cubicBezTo>
                  <a:cubicBezTo>
                    <a:pt x="156020" y="629507"/>
                    <a:pt x="154972" y="628079"/>
                    <a:pt x="154781" y="627316"/>
                  </a:cubicBezTo>
                  <a:cubicBezTo>
                    <a:pt x="154496" y="626269"/>
                    <a:pt x="155543" y="623983"/>
                    <a:pt x="155353" y="622935"/>
                  </a:cubicBezTo>
                  <a:cubicBezTo>
                    <a:pt x="155162" y="621982"/>
                    <a:pt x="153638" y="620554"/>
                    <a:pt x="153257" y="619697"/>
                  </a:cubicBezTo>
                  <a:cubicBezTo>
                    <a:pt x="152686" y="618554"/>
                    <a:pt x="151352" y="616172"/>
                    <a:pt x="151447" y="614934"/>
                  </a:cubicBezTo>
                  <a:cubicBezTo>
                    <a:pt x="151543" y="614172"/>
                    <a:pt x="152781" y="613124"/>
                    <a:pt x="152971" y="612457"/>
                  </a:cubicBezTo>
                  <a:cubicBezTo>
                    <a:pt x="153448" y="611219"/>
                    <a:pt x="154019" y="608552"/>
                    <a:pt x="153924" y="607314"/>
                  </a:cubicBezTo>
                  <a:cubicBezTo>
                    <a:pt x="153829" y="605695"/>
                    <a:pt x="152305" y="602742"/>
                    <a:pt x="152305" y="601123"/>
                  </a:cubicBezTo>
                  <a:cubicBezTo>
                    <a:pt x="152305" y="599885"/>
                    <a:pt x="153353" y="597598"/>
                    <a:pt x="153638" y="596455"/>
                  </a:cubicBezTo>
                  <a:cubicBezTo>
                    <a:pt x="154019" y="594741"/>
                    <a:pt x="155067" y="591312"/>
                    <a:pt x="154876" y="589502"/>
                  </a:cubicBezTo>
                  <a:cubicBezTo>
                    <a:pt x="154781" y="587883"/>
                    <a:pt x="152686" y="585121"/>
                    <a:pt x="152781" y="583502"/>
                  </a:cubicBezTo>
                  <a:cubicBezTo>
                    <a:pt x="152876" y="582073"/>
                    <a:pt x="155067" y="579596"/>
                    <a:pt x="155257" y="578072"/>
                  </a:cubicBezTo>
                  <a:cubicBezTo>
                    <a:pt x="155448" y="576548"/>
                    <a:pt x="154686" y="573405"/>
                    <a:pt x="154114" y="571976"/>
                  </a:cubicBezTo>
                  <a:cubicBezTo>
                    <a:pt x="153543" y="570547"/>
                    <a:pt x="151352" y="568357"/>
                    <a:pt x="150781" y="566833"/>
                  </a:cubicBezTo>
                  <a:cubicBezTo>
                    <a:pt x="150209" y="565213"/>
                    <a:pt x="150400" y="561594"/>
                    <a:pt x="149923" y="559975"/>
                  </a:cubicBezTo>
                  <a:cubicBezTo>
                    <a:pt x="149638" y="559118"/>
                    <a:pt x="149162" y="557213"/>
                    <a:pt x="148590" y="556451"/>
                  </a:cubicBezTo>
                  <a:cubicBezTo>
                    <a:pt x="147828" y="555593"/>
                    <a:pt x="145256" y="555212"/>
                    <a:pt x="144304" y="554450"/>
                  </a:cubicBezTo>
                  <a:cubicBezTo>
                    <a:pt x="143351" y="553688"/>
                    <a:pt x="141732" y="551879"/>
                    <a:pt x="141256" y="550831"/>
                  </a:cubicBezTo>
                  <a:cubicBezTo>
                    <a:pt x="140589" y="549593"/>
                    <a:pt x="140208" y="546735"/>
                    <a:pt x="139922" y="545402"/>
                  </a:cubicBezTo>
                  <a:cubicBezTo>
                    <a:pt x="139541" y="543878"/>
                    <a:pt x="139065" y="540639"/>
                    <a:pt x="138684" y="539115"/>
                  </a:cubicBezTo>
                  <a:cubicBezTo>
                    <a:pt x="138303" y="537972"/>
                    <a:pt x="137160" y="535781"/>
                    <a:pt x="136779" y="534638"/>
                  </a:cubicBezTo>
                  <a:cubicBezTo>
                    <a:pt x="136112" y="532733"/>
                    <a:pt x="134398" y="527399"/>
                    <a:pt x="134398" y="527113"/>
                  </a:cubicBezTo>
                  <a:cubicBezTo>
                    <a:pt x="134398" y="526828"/>
                    <a:pt x="134112" y="522351"/>
                    <a:pt x="134683" y="520922"/>
                  </a:cubicBezTo>
                  <a:cubicBezTo>
                    <a:pt x="135064" y="520065"/>
                    <a:pt x="136779" y="519017"/>
                    <a:pt x="137350" y="518255"/>
                  </a:cubicBezTo>
                  <a:cubicBezTo>
                    <a:pt x="138208" y="517112"/>
                    <a:pt x="140113" y="513588"/>
                    <a:pt x="140113" y="513302"/>
                  </a:cubicBezTo>
                  <a:cubicBezTo>
                    <a:pt x="140113" y="512921"/>
                    <a:pt x="139827" y="509016"/>
                    <a:pt x="140017" y="507682"/>
                  </a:cubicBezTo>
                  <a:cubicBezTo>
                    <a:pt x="140208" y="505968"/>
                    <a:pt x="141446" y="502730"/>
                    <a:pt x="141351" y="501015"/>
                  </a:cubicBezTo>
                  <a:cubicBezTo>
                    <a:pt x="141351" y="499301"/>
                    <a:pt x="139732" y="496062"/>
                    <a:pt x="139637" y="494347"/>
                  </a:cubicBezTo>
                  <a:cubicBezTo>
                    <a:pt x="139541" y="492443"/>
                    <a:pt x="141351" y="488632"/>
                    <a:pt x="140875" y="486823"/>
                  </a:cubicBezTo>
                  <a:cubicBezTo>
                    <a:pt x="140589" y="485489"/>
                    <a:pt x="137827" y="483584"/>
                    <a:pt x="137827" y="482251"/>
                  </a:cubicBezTo>
                  <a:cubicBezTo>
                    <a:pt x="137731" y="480536"/>
                    <a:pt x="139827" y="477488"/>
                    <a:pt x="140875" y="476250"/>
                  </a:cubicBezTo>
                  <a:cubicBezTo>
                    <a:pt x="141732" y="475297"/>
                    <a:pt x="144018" y="474155"/>
                    <a:pt x="144971" y="473393"/>
                  </a:cubicBezTo>
                  <a:cubicBezTo>
                    <a:pt x="145637" y="472821"/>
                    <a:pt x="147066" y="471678"/>
                    <a:pt x="147447" y="470821"/>
                  </a:cubicBezTo>
                  <a:cubicBezTo>
                    <a:pt x="147828" y="470059"/>
                    <a:pt x="147256" y="467963"/>
                    <a:pt x="147828" y="467296"/>
                  </a:cubicBezTo>
                  <a:cubicBezTo>
                    <a:pt x="148590" y="466535"/>
                    <a:pt x="151162" y="467487"/>
                    <a:pt x="152114" y="466915"/>
                  </a:cubicBezTo>
                  <a:cubicBezTo>
                    <a:pt x="152686" y="466535"/>
                    <a:pt x="153067" y="465106"/>
                    <a:pt x="153257" y="464439"/>
                  </a:cubicBezTo>
                  <a:cubicBezTo>
                    <a:pt x="153448" y="463868"/>
                    <a:pt x="153543" y="462629"/>
                    <a:pt x="153829" y="462058"/>
                  </a:cubicBezTo>
                  <a:cubicBezTo>
                    <a:pt x="154210" y="461296"/>
                    <a:pt x="156020" y="460438"/>
                    <a:pt x="156115" y="459581"/>
                  </a:cubicBezTo>
                  <a:cubicBezTo>
                    <a:pt x="156305" y="458629"/>
                    <a:pt x="155257" y="456724"/>
                    <a:pt x="154496" y="456152"/>
                  </a:cubicBezTo>
                  <a:cubicBezTo>
                    <a:pt x="153638" y="455581"/>
                    <a:pt x="151352" y="456438"/>
                    <a:pt x="150495" y="455962"/>
                  </a:cubicBezTo>
                  <a:cubicBezTo>
                    <a:pt x="149733" y="455486"/>
                    <a:pt x="149352" y="453485"/>
                    <a:pt x="148685" y="453009"/>
                  </a:cubicBezTo>
                  <a:cubicBezTo>
                    <a:pt x="147923" y="452533"/>
                    <a:pt x="146113" y="452628"/>
                    <a:pt x="145256" y="452533"/>
                  </a:cubicBezTo>
                  <a:cubicBezTo>
                    <a:pt x="144494" y="452438"/>
                    <a:pt x="142684" y="452819"/>
                    <a:pt x="142018" y="452438"/>
                  </a:cubicBezTo>
                  <a:cubicBezTo>
                    <a:pt x="141351" y="452056"/>
                    <a:pt x="140208" y="450723"/>
                    <a:pt x="140113" y="449866"/>
                  </a:cubicBezTo>
                  <a:cubicBezTo>
                    <a:pt x="140017" y="448723"/>
                    <a:pt x="141732" y="446913"/>
                    <a:pt x="142018" y="445865"/>
                  </a:cubicBezTo>
                  <a:cubicBezTo>
                    <a:pt x="142304" y="444818"/>
                    <a:pt x="142780" y="442627"/>
                    <a:pt x="142589" y="441484"/>
                  </a:cubicBezTo>
                  <a:cubicBezTo>
                    <a:pt x="142494" y="440531"/>
                    <a:pt x="141161" y="438912"/>
                    <a:pt x="141161" y="437960"/>
                  </a:cubicBezTo>
                  <a:cubicBezTo>
                    <a:pt x="141065" y="437197"/>
                    <a:pt x="141827" y="435769"/>
                    <a:pt x="141922" y="435007"/>
                  </a:cubicBezTo>
                  <a:cubicBezTo>
                    <a:pt x="142018" y="434245"/>
                    <a:pt x="142494" y="432721"/>
                    <a:pt x="142018" y="432149"/>
                  </a:cubicBezTo>
                  <a:cubicBezTo>
                    <a:pt x="141446" y="431482"/>
                    <a:pt x="139351" y="432054"/>
                    <a:pt x="138684" y="431578"/>
                  </a:cubicBezTo>
                  <a:cubicBezTo>
                    <a:pt x="137922" y="431006"/>
                    <a:pt x="137255" y="429196"/>
                    <a:pt x="136970" y="428244"/>
                  </a:cubicBezTo>
                  <a:cubicBezTo>
                    <a:pt x="136398" y="426625"/>
                    <a:pt x="136493" y="423101"/>
                    <a:pt x="135731" y="421577"/>
                  </a:cubicBezTo>
                  <a:cubicBezTo>
                    <a:pt x="135064" y="420338"/>
                    <a:pt x="132779" y="418338"/>
                    <a:pt x="131731" y="417290"/>
                  </a:cubicBezTo>
                  <a:cubicBezTo>
                    <a:pt x="130873" y="416528"/>
                    <a:pt x="128968" y="415004"/>
                    <a:pt x="128016" y="414338"/>
                  </a:cubicBezTo>
                  <a:cubicBezTo>
                    <a:pt x="127159" y="413671"/>
                    <a:pt x="125063" y="412623"/>
                    <a:pt x="124396" y="411766"/>
                  </a:cubicBezTo>
                  <a:cubicBezTo>
                    <a:pt x="123539" y="410813"/>
                    <a:pt x="122682" y="408337"/>
                    <a:pt x="122301" y="407194"/>
                  </a:cubicBezTo>
                  <a:cubicBezTo>
                    <a:pt x="121825" y="405955"/>
                    <a:pt x="121539" y="403193"/>
                    <a:pt x="121063" y="402050"/>
                  </a:cubicBezTo>
                  <a:cubicBezTo>
                    <a:pt x="120682" y="401193"/>
                    <a:pt x="119729" y="399764"/>
                    <a:pt x="119158" y="399097"/>
                  </a:cubicBezTo>
                  <a:cubicBezTo>
                    <a:pt x="118681" y="398526"/>
                    <a:pt x="117443" y="397669"/>
                    <a:pt x="117157" y="397002"/>
                  </a:cubicBezTo>
                  <a:cubicBezTo>
                    <a:pt x="116681" y="396145"/>
                    <a:pt x="116681" y="394240"/>
                    <a:pt x="116396" y="393287"/>
                  </a:cubicBezTo>
                  <a:cubicBezTo>
                    <a:pt x="116110" y="392430"/>
                    <a:pt x="115633" y="390620"/>
                    <a:pt x="115253" y="389763"/>
                  </a:cubicBezTo>
                  <a:cubicBezTo>
                    <a:pt x="114871" y="389096"/>
                    <a:pt x="113919" y="387858"/>
                    <a:pt x="113538" y="387191"/>
                  </a:cubicBezTo>
                  <a:cubicBezTo>
                    <a:pt x="112966" y="386048"/>
                    <a:pt x="112395" y="383381"/>
                    <a:pt x="111538" y="382429"/>
                  </a:cubicBezTo>
                  <a:cubicBezTo>
                    <a:pt x="110776" y="381667"/>
                    <a:pt x="108299" y="381476"/>
                    <a:pt x="107823" y="380619"/>
                  </a:cubicBezTo>
                  <a:cubicBezTo>
                    <a:pt x="107347" y="379762"/>
                    <a:pt x="108395" y="377476"/>
                    <a:pt x="108013" y="376619"/>
                  </a:cubicBezTo>
                  <a:cubicBezTo>
                    <a:pt x="107442" y="375380"/>
                    <a:pt x="104013" y="373285"/>
                    <a:pt x="104013" y="372999"/>
                  </a:cubicBezTo>
                  <a:cubicBezTo>
                    <a:pt x="104013" y="372713"/>
                    <a:pt x="52102" y="211550"/>
                    <a:pt x="52102" y="211550"/>
                  </a:cubicBezTo>
                  <a:lnTo>
                    <a:pt x="0" y="54007"/>
                  </a:lnTo>
                  <a:cubicBezTo>
                    <a:pt x="14383" y="52102"/>
                    <a:pt x="34766" y="49435"/>
                    <a:pt x="45911" y="47720"/>
                  </a:cubicBezTo>
                  <a:cubicBezTo>
                    <a:pt x="62674" y="45149"/>
                    <a:pt x="96203" y="38957"/>
                    <a:pt x="112966" y="36100"/>
                  </a:cubicBezTo>
                  <a:cubicBezTo>
                    <a:pt x="122777" y="34480"/>
                    <a:pt x="142494" y="31242"/>
                    <a:pt x="152305" y="29623"/>
                  </a:cubicBezTo>
                  <a:cubicBezTo>
                    <a:pt x="154210" y="29337"/>
                    <a:pt x="157067" y="28861"/>
                    <a:pt x="160211" y="2838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1" name="Freeform: Shape 47">
              <a:extLst>
                <a:ext uri="{FF2B5EF4-FFF2-40B4-BE49-F238E27FC236}">
                  <a16:creationId xmlns:a16="http://schemas.microsoft.com/office/drawing/2014/main" id="{AAC2C22C-6F3D-B7C8-6089-0F794CE643AB}"/>
                </a:ext>
              </a:extLst>
            </p:cNvPr>
            <p:cNvSpPr/>
            <p:nvPr/>
          </p:nvSpPr>
          <p:spPr>
            <a:xfrm>
              <a:off x="6959179" y="3508534"/>
              <a:ext cx="1019175" cy="390525"/>
            </a:xfrm>
            <a:custGeom>
              <a:avLst/>
              <a:gdLst>
                <a:gd name="connsiteX0" fmla="*/ 47126 w 1019175"/>
                <a:gd name="connsiteY0" fmla="*/ 243649 h 390525"/>
                <a:gd name="connsiteX1" fmla="*/ 50364 w 1019175"/>
                <a:gd name="connsiteY1" fmla="*/ 240411 h 390525"/>
                <a:gd name="connsiteX2" fmla="*/ 51412 w 1019175"/>
                <a:gd name="connsiteY2" fmla="*/ 235268 h 390525"/>
                <a:gd name="connsiteX3" fmla="*/ 50936 w 1019175"/>
                <a:gd name="connsiteY3" fmla="*/ 230314 h 390525"/>
                <a:gd name="connsiteX4" fmla="*/ 53126 w 1019175"/>
                <a:gd name="connsiteY4" fmla="*/ 228410 h 390525"/>
                <a:gd name="connsiteX5" fmla="*/ 59032 w 1019175"/>
                <a:gd name="connsiteY5" fmla="*/ 224790 h 390525"/>
                <a:gd name="connsiteX6" fmla="*/ 60937 w 1019175"/>
                <a:gd name="connsiteY6" fmla="*/ 220123 h 390525"/>
                <a:gd name="connsiteX7" fmla="*/ 57794 w 1019175"/>
                <a:gd name="connsiteY7" fmla="*/ 215265 h 390525"/>
                <a:gd name="connsiteX8" fmla="*/ 53603 w 1019175"/>
                <a:gd name="connsiteY8" fmla="*/ 213455 h 390525"/>
                <a:gd name="connsiteX9" fmla="*/ 47506 w 1019175"/>
                <a:gd name="connsiteY9" fmla="*/ 211836 h 390525"/>
                <a:gd name="connsiteX10" fmla="*/ 43601 w 1019175"/>
                <a:gd name="connsiteY10" fmla="*/ 208693 h 390525"/>
                <a:gd name="connsiteX11" fmla="*/ 43696 w 1019175"/>
                <a:gd name="connsiteY11" fmla="*/ 205264 h 390525"/>
                <a:gd name="connsiteX12" fmla="*/ 47792 w 1019175"/>
                <a:gd name="connsiteY12" fmla="*/ 204026 h 390525"/>
                <a:gd name="connsiteX13" fmla="*/ 51888 w 1019175"/>
                <a:gd name="connsiteY13" fmla="*/ 204216 h 390525"/>
                <a:gd name="connsiteX14" fmla="*/ 55317 w 1019175"/>
                <a:gd name="connsiteY14" fmla="*/ 206311 h 390525"/>
                <a:gd name="connsiteX15" fmla="*/ 59794 w 1019175"/>
                <a:gd name="connsiteY15" fmla="*/ 205835 h 390525"/>
                <a:gd name="connsiteX16" fmla="*/ 63318 w 1019175"/>
                <a:gd name="connsiteY16" fmla="*/ 203359 h 390525"/>
                <a:gd name="connsiteX17" fmla="*/ 65223 w 1019175"/>
                <a:gd name="connsiteY17" fmla="*/ 199168 h 390525"/>
                <a:gd name="connsiteX18" fmla="*/ 61413 w 1019175"/>
                <a:gd name="connsiteY18" fmla="*/ 196596 h 390525"/>
                <a:gd name="connsiteX19" fmla="*/ 56555 w 1019175"/>
                <a:gd name="connsiteY19" fmla="*/ 196501 h 390525"/>
                <a:gd name="connsiteX20" fmla="*/ 53793 w 1019175"/>
                <a:gd name="connsiteY20" fmla="*/ 194881 h 390525"/>
                <a:gd name="connsiteX21" fmla="*/ 52841 w 1019175"/>
                <a:gd name="connsiteY21" fmla="*/ 191929 h 390525"/>
                <a:gd name="connsiteX22" fmla="*/ 55603 w 1019175"/>
                <a:gd name="connsiteY22" fmla="*/ 189262 h 390525"/>
                <a:gd name="connsiteX23" fmla="*/ 62461 w 1019175"/>
                <a:gd name="connsiteY23" fmla="*/ 190214 h 390525"/>
                <a:gd name="connsiteX24" fmla="*/ 64556 w 1019175"/>
                <a:gd name="connsiteY24" fmla="*/ 188214 h 390525"/>
                <a:gd name="connsiteX25" fmla="*/ 66271 w 1019175"/>
                <a:gd name="connsiteY25" fmla="*/ 182785 h 390525"/>
                <a:gd name="connsiteX26" fmla="*/ 63032 w 1019175"/>
                <a:gd name="connsiteY26" fmla="*/ 179356 h 390525"/>
                <a:gd name="connsiteX27" fmla="*/ 61604 w 1019175"/>
                <a:gd name="connsiteY27" fmla="*/ 175736 h 390525"/>
                <a:gd name="connsiteX28" fmla="*/ 62461 w 1019175"/>
                <a:gd name="connsiteY28" fmla="*/ 172974 h 390525"/>
                <a:gd name="connsiteX29" fmla="*/ 63128 w 1019175"/>
                <a:gd name="connsiteY29" fmla="*/ 169545 h 390525"/>
                <a:gd name="connsiteX30" fmla="*/ 61604 w 1019175"/>
                <a:gd name="connsiteY30" fmla="*/ 165735 h 390525"/>
                <a:gd name="connsiteX31" fmla="*/ 59127 w 1019175"/>
                <a:gd name="connsiteY31" fmla="*/ 162020 h 390525"/>
                <a:gd name="connsiteX32" fmla="*/ 55793 w 1019175"/>
                <a:gd name="connsiteY32" fmla="*/ 159068 h 390525"/>
                <a:gd name="connsiteX33" fmla="*/ 55222 w 1019175"/>
                <a:gd name="connsiteY33" fmla="*/ 155162 h 390525"/>
                <a:gd name="connsiteX34" fmla="*/ 57698 w 1019175"/>
                <a:gd name="connsiteY34" fmla="*/ 151733 h 390525"/>
                <a:gd name="connsiteX35" fmla="*/ 60461 w 1019175"/>
                <a:gd name="connsiteY35" fmla="*/ 150685 h 390525"/>
                <a:gd name="connsiteX36" fmla="*/ 64270 w 1019175"/>
                <a:gd name="connsiteY36" fmla="*/ 150876 h 390525"/>
                <a:gd name="connsiteX37" fmla="*/ 67890 w 1019175"/>
                <a:gd name="connsiteY37" fmla="*/ 152876 h 390525"/>
                <a:gd name="connsiteX38" fmla="*/ 69128 w 1019175"/>
                <a:gd name="connsiteY38" fmla="*/ 155734 h 390525"/>
                <a:gd name="connsiteX39" fmla="*/ 68843 w 1019175"/>
                <a:gd name="connsiteY39" fmla="*/ 159925 h 390525"/>
                <a:gd name="connsiteX40" fmla="*/ 67604 w 1019175"/>
                <a:gd name="connsiteY40" fmla="*/ 162687 h 390525"/>
                <a:gd name="connsiteX41" fmla="*/ 66366 w 1019175"/>
                <a:gd name="connsiteY41" fmla="*/ 164782 h 390525"/>
                <a:gd name="connsiteX42" fmla="*/ 66747 w 1019175"/>
                <a:gd name="connsiteY42" fmla="*/ 167354 h 390525"/>
                <a:gd name="connsiteX43" fmla="*/ 69509 w 1019175"/>
                <a:gd name="connsiteY43" fmla="*/ 170878 h 390525"/>
                <a:gd name="connsiteX44" fmla="*/ 71795 w 1019175"/>
                <a:gd name="connsiteY44" fmla="*/ 170117 h 390525"/>
                <a:gd name="connsiteX45" fmla="*/ 75224 w 1019175"/>
                <a:gd name="connsiteY45" fmla="*/ 166878 h 390525"/>
                <a:gd name="connsiteX46" fmla="*/ 76081 w 1019175"/>
                <a:gd name="connsiteY46" fmla="*/ 163544 h 390525"/>
                <a:gd name="connsiteX47" fmla="*/ 97799 w 1019175"/>
                <a:gd name="connsiteY47" fmla="*/ 158496 h 390525"/>
                <a:gd name="connsiteX48" fmla="*/ 188762 w 1019175"/>
                <a:gd name="connsiteY48" fmla="*/ 148876 h 390525"/>
                <a:gd name="connsiteX49" fmla="*/ 231815 w 1019175"/>
                <a:gd name="connsiteY49" fmla="*/ 143732 h 390525"/>
                <a:gd name="connsiteX50" fmla="*/ 243912 w 1019175"/>
                <a:gd name="connsiteY50" fmla="*/ 142208 h 390525"/>
                <a:gd name="connsiteX51" fmla="*/ 243912 w 1019175"/>
                <a:gd name="connsiteY51" fmla="*/ 133255 h 390525"/>
                <a:gd name="connsiteX52" fmla="*/ 237340 w 1019175"/>
                <a:gd name="connsiteY52" fmla="*/ 114395 h 390525"/>
                <a:gd name="connsiteX53" fmla="*/ 265343 w 1019175"/>
                <a:gd name="connsiteY53" fmla="*/ 114395 h 390525"/>
                <a:gd name="connsiteX54" fmla="*/ 265343 w 1019175"/>
                <a:gd name="connsiteY54" fmla="*/ 119443 h 390525"/>
                <a:gd name="connsiteX55" fmla="*/ 284679 w 1019175"/>
                <a:gd name="connsiteY55" fmla="*/ 114967 h 390525"/>
                <a:gd name="connsiteX56" fmla="*/ 327161 w 1019175"/>
                <a:gd name="connsiteY56" fmla="*/ 108776 h 390525"/>
                <a:gd name="connsiteX57" fmla="*/ 397169 w 1019175"/>
                <a:gd name="connsiteY57" fmla="*/ 97917 h 390525"/>
                <a:gd name="connsiteX58" fmla="*/ 418220 w 1019175"/>
                <a:gd name="connsiteY58" fmla="*/ 94297 h 390525"/>
                <a:gd name="connsiteX59" fmla="*/ 420315 w 1019175"/>
                <a:gd name="connsiteY59" fmla="*/ 96393 h 390525"/>
                <a:gd name="connsiteX60" fmla="*/ 424601 w 1019175"/>
                <a:gd name="connsiteY60" fmla="*/ 96012 h 390525"/>
                <a:gd name="connsiteX61" fmla="*/ 429459 w 1019175"/>
                <a:gd name="connsiteY61" fmla="*/ 92202 h 390525"/>
                <a:gd name="connsiteX62" fmla="*/ 497182 w 1019175"/>
                <a:gd name="connsiteY62" fmla="*/ 86868 h 390525"/>
                <a:gd name="connsiteX63" fmla="*/ 547093 w 1019175"/>
                <a:gd name="connsiteY63" fmla="*/ 81343 h 390525"/>
                <a:gd name="connsiteX64" fmla="*/ 564238 w 1019175"/>
                <a:gd name="connsiteY64" fmla="*/ 77914 h 390525"/>
                <a:gd name="connsiteX65" fmla="*/ 582907 w 1019175"/>
                <a:gd name="connsiteY65" fmla="*/ 74485 h 390525"/>
                <a:gd name="connsiteX66" fmla="*/ 611768 w 1019175"/>
                <a:gd name="connsiteY66" fmla="*/ 70485 h 390525"/>
                <a:gd name="connsiteX67" fmla="*/ 640628 w 1019175"/>
                <a:gd name="connsiteY67" fmla="*/ 68771 h 390525"/>
                <a:gd name="connsiteX68" fmla="*/ 670346 w 1019175"/>
                <a:gd name="connsiteY68" fmla="*/ 64960 h 390525"/>
                <a:gd name="connsiteX69" fmla="*/ 707970 w 1019175"/>
                <a:gd name="connsiteY69" fmla="*/ 59626 h 390525"/>
                <a:gd name="connsiteX70" fmla="*/ 740069 w 1019175"/>
                <a:gd name="connsiteY70" fmla="*/ 54293 h 390525"/>
                <a:gd name="connsiteX71" fmla="*/ 767692 w 1019175"/>
                <a:gd name="connsiteY71" fmla="*/ 50482 h 390525"/>
                <a:gd name="connsiteX72" fmla="*/ 773216 w 1019175"/>
                <a:gd name="connsiteY72" fmla="*/ 49435 h 390525"/>
                <a:gd name="connsiteX73" fmla="*/ 776074 w 1019175"/>
                <a:gd name="connsiteY73" fmla="*/ 46196 h 390525"/>
                <a:gd name="connsiteX74" fmla="*/ 828842 w 1019175"/>
                <a:gd name="connsiteY74" fmla="*/ 38005 h 390525"/>
                <a:gd name="connsiteX75" fmla="*/ 907138 w 1019175"/>
                <a:gd name="connsiteY75" fmla="*/ 24860 h 390525"/>
                <a:gd name="connsiteX76" fmla="*/ 974384 w 1019175"/>
                <a:gd name="connsiteY76" fmla="*/ 11239 h 390525"/>
                <a:gd name="connsiteX77" fmla="*/ 984767 w 1019175"/>
                <a:gd name="connsiteY77" fmla="*/ 9144 h 390525"/>
                <a:gd name="connsiteX78" fmla="*/ 987529 w 1019175"/>
                <a:gd name="connsiteY78" fmla="*/ 5524 h 390525"/>
                <a:gd name="connsiteX79" fmla="*/ 992387 w 1019175"/>
                <a:gd name="connsiteY79" fmla="*/ 2762 h 390525"/>
                <a:gd name="connsiteX80" fmla="*/ 998959 w 1019175"/>
                <a:gd name="connsiteY80" fmla="*/ 2762 h 390525"/>
                <a:gd name="connsiteX81" fmla="*/ 1007150 w 1019175"/>
                <a:gd name="connsiteY81" fmla="*/ 2000 h 390525"/>
                <a:gd name="connsiteX82" fmla="*/ 1014389 w 1019175"/>
                <a:gd name="connsiteY82" fmla="*/ 190 h 390525"/>
                <a:gd name="connsiteX83" fmla="*/ 1017437 w 1019175"/>
                <a:gd name="connsiteY83" fmla="*/ 381 h 390525"/>
                <a:gd name="connsiteX84" fmla="*/ 1019914 w 1019175"/>
                <a:gd name="connsiteY84" fmla="*/ 1714 h 390525"/>
                <a:gd name="connsiteX85" fmla="*/ 1018200 w 1019175"/>
                <a:gd name="connsiteY85" fmla="*/ 5239 h 390525"/>
                <a:gd name="connsiteX86" fmla="*/ 1017818 w 1019175"/>
                <a:gd name="connsiteY86" fmla="*/ 8953 h 390525"/>
                <a:gd name="connsiteX87" fmla="*/ 1017437 w 1019175"/>
                <a:gd name="connsiteY87" fmla="*/ 13621 h 390525"/>
                <a:gd name="connsiteX88" fmla="*/ 1018961 w 1019175"/>
                <a:gd name="connsiteY88" fmla="*/ 17526 h 390525"/>
                <a:gd name="connsiteX89" fmla="*/ 1019342 w 1019175"/>
                <a:gd name="connsiteY89" fmla="*/ 22479 h 390525"/>
                <a:gd name="connsiteX90" fmla="*/ 1017913 w 1019175"/>
                <a:gd name="connsiteY90" fmla="*/ 25146 h 390525"/>
                <a:gd name="connsiteX91" fmla="*/ 1018866 w 1019175"/>
                <a:gd name="connsiteY91" fmla="*/ 29718 h 390525"/>
                <a:gd name="connsiteX92" fmla="*/ 1016771 w 1019175"/>
                <a:gd name="connsiteY92" fmla="*/ 33528 h 390525"/>
                <a:gd name="connsiteX93" fmla="*/ 1018771 w 1019175"/>
                <a:gd name="connsiteY93" fmla="*/ 36671 h 390525"/>
                <a:gd name="connsiteX94" fmla="*/ 1020295 w 1019175"/>
                <a:gd name="connsiteY94" fmla="*/ 40957 h 390525"/>
                <a:gd name="connsiteX95" fmla="*/ 1019914 w 1019175"/>
                <a:gd name="connsiteY95" fmla="*/ 44005 h 390525"/>
                <a:gd name="connsiteX96" fmla="*/ 1016866 w 1019175"/>
                <a:gd name="connsiteY96" fmla="*/ 44768 h 390525"/>
                <a:gd name="connsiteX97" fmla="*/ 1012866 w 1019175"/>
                <a:gd name="connsiteY97" fmla="*/ 42767 h 390525"/>
                <a:gd name="connsiteX98" fmla="*/ 1010484 w 1019175"/>
                <a:gd name="connsiteY98" fmla="*/ 42005 h 390525"/>
                <a:gd name="connsiteX99" fmla="*/ 1007055 w 1019175"/>
                <a:gd name="connsiteY99" fmla="*/ 44005 h 390525"/>
                <a:gd name="connsiteX100" fmla="*/ 1003626 w 1019175"/>
                <a:gd name="connsiteY100" fmla="*/ 47053 h 390525"/>
                <a:gd name="connsiteX101" fmla="*/ 1001721 w 1019175"/>
                <a:gd name="connsiteY101" fmla="*/ 50768 h 390525"/>
                <a:gd name="connsiteX102" fmla="*/ 998959 w 1019175"/>
                <a:gd name="connsiteY102" fmla="*/ 51911 h 390525"/>
                <a:gd name="connsiteX103" fmla="*/ 997244 w 1019175"/>
                <a:gd name="connsiteY103" fmla="*/ 57912 h 390525"/>
                <a:gd name="connsiteX104" fmla="*/ 994101 w 1019175"/>
                <a:gd name="connsiteY104" fmla="*/ 67818 h 390525"/>
                <a:gd name="connsiteX105" fmla="*/ 992863 w 1019175"/>
                <a:gd name="connsiteY105" fmla="*/ 75724 h 390525"/>
                <a:gd name="connsiteX106" fmla="*/ 990101 w 1019175"/>
                <a:gd name="connsiteY106" fmla="*/ 81058 h 390525"/>
                <a:gd name="connsiteX107" fmla="*/ 987529 w 1019175"/>
                <a:gd name="connsiteY107" fmla="*/ 82582 h 390525"/>
                <a:gd name="connsiteX108" fmla="*/ 984671 w 1019175"/>
                <a:gd name="connsiteY108" fmla="*/ 85439 h 390525"/>
                <a:gd name="connsiteX109" fmla="*/ 980195 w 1019175"/>
                <a:gd name="connsiteY109" fmla="*/ 88201 h 390525"/>
                <a:gd name="connsiteX110" fmla="*/ 976670 w 1019175"/>
                <a:gd name="connsiteY110" fmla="*/ 87725 h 390525"/>
                <a:gd name="connsiteX111" fmla="*/ 976194 w 1019175"/>
                <a:gd name="connsiteY111" fmla="*/ 83439 h 390525"/>
                <a:gd name="connsiteX112" fmla="*/ 973241 w 1019175"/>
                <a:gd name="connsiteY112" fmla="*/ 81915 h 390525"/>
                <a:gd name="connsiteX113" fmla="*/ 970955 w 1019175"/>
                <a:gd name="connsiteY113" fmla="*/ 84010 h 390525"/>
                <a:gd name="connsiteX114" fmla="*/ 968193 w 1019175"/>
                <a:gd name="connsiteY114" fmla="*/ 82296 h 390525"/>
                <a:gd name="connsiteX115" fmla="*/ 964383 w 1019175"/>
                <a:gd name="connsiteY115" fmla="*/ 82201 h 390525"/>
                <a:gd name="connsiteX116" fmla="*/ 963240 w 1019175"/>
                <a:gd name="connsiteY116" fmla="*/ 84963 h 390525"/>
                <a:gd name="connsiteX117" fmla="*/ 960763 w 1019175"/>
                <a:gd name="connsiteY117" fmla="*/ 87059 h 390525"/>
                <a:gd name="connsiteX118" fmla="*/ 956096 w 1019175"/>
                <a:gd name="connsiteY118" fmla="*/ 86963 h 390525"/>
                <a:gd name="connsiteX119" fmla="*/ 953620 w 1019175"/>
                <a:gd name="connsiteY119" fmla="*/ 90773 h 390525"/>
                <a:gd name="connsiteX120" fmla="*/ 948476 w 1019175"/>
                <a:gd name="connsiteY120" fmla="*/ 92773 h 390525"/>
                <a:gd name="connsiteX121" fmla="*/ 944381 w 1019175"/>
                <a:gd name="connsiteY121" fmla="*/ 97250 h 390525"/>
                <a:gd name="connsiteX122" fmla="*/ 941904 w 1019175"/>
                <a:gd name="connsiteY122" fmla="*/ 104584 h 390525"/>
                <a:gd name="connsiteX123" fmla="*/ 940666 w 1019175"/>
                <a:gd name="connsiteY123" fmla="*/ 110395 h 390525"/>
                <a:gd name="connsiteX124" fmla="*/ 937332 w 1019175"/>
                <a:gd name="connsiteY124" fmla="*/ 114586 h 390525"/>
                <a:gd name="connsiteX125" fmla="*/ 933141 w 1019175"/>
                <a:gd name="connsiteY125" fmla="*/ 117443 h 390525"/>
                <a:gd name="connsiteX126" fmla="*/ 929140 w 1019175"/>
                <a:gd name="connsiteY126" fmla="*/ 120872 h 390525"/>
                <a:gd name="connsiteX127" fmla="*/ 924664 w 1019175"/>
                <a:gd name="connsiteY127" fmla="*/ 120110 h 390525"/>
                <a:gd name="connsiteX128" fmla="*/ 922568 w 1019175"/>
                <a:gd name="connsiteY128" fmla="*/ 119253 h 390525"/>
                <a:gd name="connsiteX129" fmla="*/ 921521 w 1019175"/>
                <a:gd name="connsiteY129" fmla="*/ 114681 h 390525"/>
                <a:gd name="connsiteX130" fmla="*/ 923045 w 1019175"/>
                <a:gd name="connsiteY130" fmla="*/ 111728 h 390525"/>
                <a:gd name="connsiteX131" fmla="*/ 923045 w 1019175"/>
                <a:gd name="connsiteY131" fmla="*/ 108966 h 390525"/>
                <a:gd name="connsiteX132" fmla="*/ 919806 w 1019175"/>
                <a:gd name="connsiteY132" fmla="*/ 106394 h 390525"/>
                <a:gd name="connsiteX133" fmla="*/ 915710 w 1019175"/>
                <a:gd name="connsiteY133" fmla="*/ 106109 h 390525"/>
                <a:gd name="connsiteX134" fmla="*/ 911805 w 1019175"/>
                <a:gd name="connsiteY134" fmla="*/ 108966 h 390525"/>
                <a:gd name="connsiteX135" fmla="*/ 908185 w 1019175"/>
                <a:gd name="connsiteY135" fmla="*/ 113443 h 390525"/>
                <a:gd name="connsiteX136" fmla="*/ 904471 w 1019175"/>
                <a:gd name="connsiteY136" fmla="*/ 116872 h 390525"/>
                <a:gd name="connsiteX137" fmla="*/ 902375 w 1019175"/>
                <a:gd name="connsiteY137" fmla="*/ 118301 h 390525"/>
                <a:gd name="connsiteX138" fmla="*/ 901614 w 1019175"/>
                <a:gd name="connsiteY138" fmla="*/ 121253 h 390525"/>
                <a:gd name="connsiteX139" fmla="*/ 903328 w 1019175"/>
                <a:gd name="connsiteY139" fmla="*/ 124397 h 390525"/>
                <a:gd name="connsiteX140" fmla="*/ 901232 w 1019175"/>
                <a:gd name="connsiteY140" fmla="*/ 127730 h 390525"/>
                <a:gd name="connsiteX141" fmla="*/ 901042 w 1019175"/>
                <a:gd name="connsiteY141" fmla="*/ 131540 h 390525"/>
                <a:gd name="connsiteX142" fmla="*/ 896756 w 1019175"/>
                <a:gd name="connsiteY142" fmla="*/ 132397 h 390525"/>
                <a:gd name="connsiteX143" fmla="*/ 895517 w 1019175"/>
                <a:gd name="connsiteY143" fmla="*/ 129826 h 390525"/>
                <a:gd name="connsiteX144" fmla="*/ 893708 w 1019175"/>
                <a:gd name="connsiteY144" fmla="*/ 128778 h 390525"/>
                <a:gd name="connsiteX145" fmla="*/ 890088 w 1019175"/>
                <a:gd name="connsiteY145" fmla="*/ 128778 h 390525"/>
                <a:gd name="connsiteX146" fmla="*/ 886183 w 1019175"/>
                <a:gd name="connsiteY146" fmla="*/ 133922 h 390525"/>
                <a:gd name="connsiteX147" fmla="*/ 888469 w 1019175"/>
                <a:gd name="connsiteY147" fmla="*/ 137351 h 390525"/>
                <a:gd name="connsiteX148" fmla="*/ 890088 w 1019175"/>
                <a:gd name="connsiteY148" fmla="*/ 140875 h 390525"/>
                <a:gd name="connsiteX149" fmla="*/ 888374 w 1019175"/>
                <a:gd name="connsiteY149" fmla="*/ 145161 h 390525"/>
                <a:gd name="connsiteX150" fmla="*/ 888850 w 1019175"/>
                <a:gd name="connsiteY150" fmla="*/ 148018 h 390525"/>
                <a:gd name="connsiteX151" fmla="*/ 886088 w 1019175"/>
                <a:gd name="connsiteY151" fmla="*/ 150685 h 390525"/>
                <a:gd name="connsiteX152" fmla="*/ 884278 w 1019175"/>
                <a:gd name="connsiteY152" fmla="*/ 155257 h 390525"/>
                <a:gd name="connsiteX153" fmla="*/ 882182 w 1019175"/>
                <a:gd name="connsiteY153" fmla="*/ 158020 h 390525"/>
                <a:gd name="connsiteX154" fmla="*/ 879230 w 1019175"/>
                <a:gd name="connsiteY154" fmla="*/ 159163 h 390525"/>
                <a:gd name="connsiteX155" fmla="*/ 875515 w 1019175"/>
                <a:gd name="connsiteY155" fmla="*/ 157448 h 390525"/>
                <a:gd name="connsiteX156" fmla="*/ 871133 w 1019175"/>
                <a:gd name="connsiteY156" fmla="*/ 157448 h 390525"/>
                <a:gd name="connsiteX157" fmla="*/ 869419 w 1019175"/>
                <a:gd name="connsiteY157" fmla="*/ 159830 h 390525"/>
                <a:gd name="connsiteX158" fmla="*/ 864847 w 1019175"/>
                <a:gd name="connsiteY158" fmla="*/ 163639 h 390525"/>
                <a:gd name="connsiteX159" fmla="*/ 860942 w 1019175"/>
                <a:gd name="connsiteY159" fmla="*/ 165640 h 390525"/>
                <a:gd name="connsiteX160" fmla="*/ 859417 w 1019175"/>
                <a:gd name="connsiteY160" fmla="*/ 170021 h 390525"/>
                <a:gd name="connsiteX161" fmla="*/ 853417 w 1019175"/>
                <a:gd name="connsiteY161" fmla="*/ 171450 h 390525"/>
                <a:gd name="connsiteX162" fmla="*/ 850655 w 1019175"/>
                <a:gd name="connsiteY162" fmla="*/ 173450 h 390525"/>
                <a:gd name="connsiteX163" fmla="*/ 849798 w 1019175"/>
                <a:gd name="connsiteY163" fmla="*/ 177927 h 390525"/>
                <a:gd name="connsiteX164" fmla="*/ 847226 w 1019175"/>
                <a:gd name="connsiteY164" fmla="*/ 182023 h 390525"/>
                <a:gd name="connsiteX165" fmla="*/ 844940 w 1019175"/>
                <a:gd name="connsiteY165" fmla="*/ 184214 h 390525"/>
                <a:gd name="connsiteX166" fmla="*/ 843225 w 1019175"/>
                <a:gd name="connsiteY166" fmla="*/ 182404 h 390525"/>
                <a:gd name="connsiteX167" fmla="*/ 839606 w 1019175"/>
                <a:gd name="connsiteY167" fmla="*/ 184594 h 390525"/>
                <a:gd name="connsiteX168" fmla="*/ 837605 w 1019175"/>
                <a:gd name="connsiteY168" fmla="*/ 188500 h 390525"/>
                <a:gd name="connsiteX169" fmla="*/ 833795 w 1019175"/>
                <a:gd name="connsiteY169" fmla="*/ 192500 h 390525"/>
                <a:gd name="connsiteX170" fmla="*/ 829985 w 1019175"/>
                <a:gd name="connsiteY170" fmla="*/ 193643 h 390525"/>
                <a:gd name="connsiteX171" fmla="*/ 826937 w 1019175"/>
                <a:gd name="connsiteY171" fmla="*/ 198310 h 390525"/>
                <a:gd name="connsiteX172" fmla="*/ 824175 w 1019175"/>
                <a:gd name="connsiteY172" fmla="*/ 201835 h 390525"/>
                <a:gd name="connsiteX173" fmla="*/ 817888 w 1019175"/>
                <a:gd name="connsiteY173" fmla="*/ 201835 h 390525"/>
                <a:gd name="connsiteX174" fmla="*/ 814174 w 1019175"/>
                <a:gd name="connsiteY174" fmla="*/ 204692 h 390525"/>
                <a:gd name="connsiteX175" fmla="*/ 813221 w 1019175"/>
                <a:gd name="connsiteY175" fmla="*/ 202597 h 390525"/>
                <a:gd name="connsiteX176" fmla="*/ 810459 w 1019175"/>
                <a:gd name="connsiteY176" fmla="*/ 200977 h 390525"/>
                <a:gd name="connsiteX177" fmla="*/ 808078 w 1019175"/>
                <a:gd name="connsiteY177" fmla="*/ 203835 h 390525"/>
                <a:gd name="connsiteX178" fmla="*/ 804458 w 1019175"/>
                <a:gd name="connsiteY178" fmla="*/ 204502 h 390525"/>
                <a:gd name="connsiteX179" fmla="*/ 800172 w 1019175"/>
                <a:gd name="connsiteY179" fmla="*/ 204788 h 390525"/>
                <a:gd name="connsiteX180" fmla="*/ 795695 w 1019175"/>
                <a:gd name="connsiteY180" fmla="*/ 207264 h 390525"/>
                <a:gd name="connsiteX181" fmla="*/ 790742 w 1019175"/>
                <a:gd name="connsiteY181" fmla="*/ 207645 h 390525"/>
                <a:gd name="connsiteX182" fmla="*/ 787694 w 1019175"/>
                <a:gd name="connsiteY182" fmla="*/ 211646 h 390525"/>
                <a:gd name="connsiteX183" fmla="*/ 785122 w 1019175"/>
                <a:gd name="connsiteY183" fmla="*/ 215170 h 390525"/>
                <a:gd name="connsiteX184" fmla="*/ 781598 w 1019175"/>
                <a:gd name="connsiteY184" fmla="*/ 216027 h 390525"/>
                <a:gd name="connsiteX185" fmla="*/ 778931 w 1019175"/>
                <a:gd name="connsiteY185" fmla="*/ 216980 h 390525"/>
                <a:gd name="connsiteX186" fmla="*/ 777217 w 1019175"/>
                <a:gd name="connsiteY186" fmla="*/ 219742 h 390525"/>
                <a:gd name="connsiteX187" fmla="*/ 776645 w 1019175"/>
                <a:gd name="connsiteY187" fmla="*/ 224123 h 390525"/>
                <a:gd name="connsiteX188" fmla="*/ 773407 w 1019175"/>
                <a:gd name="connsiteY188" fmla="*/ 225266 h 390525"/>
                <a:gd name="connsiteX189" fmla="*/ 770549 w 1019175"/>
                <a:gd name="connsiteY189" fmla="*/ 227743 h 390525"/>
                <a:gd name="connsiteX190" fmla="*/ 767311 w 1019175"/>
                <a:gd name="connsiteY190" fmla="*/ 233743 h 390525"/>
                <a:gd name="connsiteX191" fmla="*/ 765406 w 1019175"/>
                <a:gd name="connsiteY191" fmla="*/ 236792 h 390525"/>
                <a:gd name="connsiteX192" fmla="*/ 766739 w 1019175"/>
                <a:gd name="connsiteY192" fmla="*/ 240125 h 390525"/>
                <a:gd name="connsiteX193" fmla="*/ 765787 w 1019175"/>
                <a:gd name="connsiteY193" fmla="*/ 244126 h 390525"/>
                <a:gd name="connsiteX194" fmla="*/ 764358 w 1019175"/>
                <a:gd name="connsiteY194" fmla="*/ 247269 h 390525"/>
                <a:gd name="connsiteX195" fmla="*/ 765215 w 1019175"/>
                <a:gd name="connsiteY195" fmla="*/ 250698 h 390525"/>
                <a:gd name="connsiteX196" fmla="*/ 767596 w 1019175"/>
                <a:gd name="connsiteY196" fmla="*/ 253174 h 390525"/>
                <a:gd name="connsiteX197" fmla="*/ 765406 w 1019175"/>
                <a:gd name="connsiteY197" fmla="*/ 256794 h 390525"/>
                <a:gd name="connsiteX198" fmla="*/ 763025 w 1019175"/>
                <a:gd name="connsiteY198" fmla="*/ 258413 h 390525"/>
                <a:gd name="connsiteX199" fmla="*/ 760548 w 1019175"/>
                <a:gd name="connsiteY199" fmla="*/ 261652 h 390525"/>
                <a:gd name="connsiteX200" fmla="*/ 757691 w 1019175"/>
                <a:gd name="connsiteY200" fmla="*/ 263652 h 390525"/>
                <a:gd name="connsiteX201" fmla="*/ 752356 w 1019175"/>
                <a:gd name="connsiteY201" fmla="*/ 264223 h 390525"/>
                <a:gd name="connsiteX202" fmla="*/ 748832 w 1019175"/>
                <a:gd name="connsiteY202" fmla="*/ 265462 h 390525"/>
                <a:gd name="connsiteX203" fmla="*/ 745213 w 1019175"/>
                <a:gd name="connsiteY203" fmla="*/ 264985 h 390525"/>
                <a:gd name="connsiteX204" fmla="*/ 744641 w 1019175"/>
                <a:gd name="connsiteY204" fmla="*/ 261938 h 390525"/>
                <a:gd name="connsiteX205" fmla="*/ 740355 w 1019175"/>
                <a:gd name="connsiteY205" fmla="*/ 262699 h 390525"/>
                <a:gd name="connsiteX206" fmla="*/ 739498 w 1019175"/>
                <a:gd name="connsiteY206" fmla="*/ 266605 h 390525"/>
                <a:gd name="connsiteX207" fmla="*/ 736164 w 1019175"/>
                <a:gd name="connsiteY207" fmla="*/ 270034 h 390525"/>
                <a:gd name="connsiteX208" fmla="*/ 738164 w 1019175"/>
                <a:gd name="connsiteY208" fmla="*/ 307562 h 390525"/>
                <a:gd name="connsiteX209" fmla="*/ 729878 w 1019175"/>
                <a:gd name="connsiteY209" fmla="*/ 308896 h 390525"/>
                <a:gd name="connsiteX210" fmla="*/ 690539 w 1019175"/>
                <a:gd name="connsiteY210" fmla="*/ 315373 h 390525"/>
                <a:gd name="connsiteX211" fmla="*/ 623483 w 1019175"/>
                <a:gd name="connsiteY211" fmla="*/ 326993 h 390525"/>
                <a:gd name="connsiteX212" fmla="*/ 577573 w 1019175"/>
                <a:gd name="connsiteY212" fmla="*/ 333280 h 390525"/>
                <a:gd name="connsiteX213" fmla="*/ 569477 w 1019175"/>
                <a:gd name="connsiteY213" fmla="*/ 334423 h 390525"/>
                <a:gd name="connsiteX214" fmla="*/ 490514 w 1019175"/>
                <a:gd name="connsiteY214" fmla="*/ 345472 h 390525"/>
                <a:gd name="connsiteX215" fmla="*/ 431936 w 1019175"/>
                <a:gd name="connsiteY215" fmla="*/ 354235 h 390525"/>
                <a:gd name="connsiteX216" fmla="*/ 380977 w 1019175"/>
                <a:gd name="connsiteY216" fmla="*/ 360426 h 390525"/>
                <a:gd name="connsiteX217" fmla="*/ 326970 w 1019175"/>
                <a:gd name="connsiteY217" fmla="*/ 367189 h 390525"/>
                <a:gd name="connsiteX218" fmla="*/ 280297 w 1019175"/>
                <a:gd name="connsiteY218" fmla="*/ 371761 h 390525"/>
                <a:gd name="connsiteX219" fmla="*/ 254104 w 1019175"/>
                <a:gd name="connsiteY219" fmla="*/ 375761 h 390525"/>
                <a:gd name="connsiteX220" fmla="*/ 252866 w 1019175"/>
                <a:gd name="connsiteY220" fmla="*/ 375952 h 390525"/>
                <a:gd name="connsiteX221" fmla="*/ 232196 w 1019175"/>
                <a:gd name="connsiteY221" fmla="*/ 379667 h 390525"/>
                <a:gd name="connsiteX222" fmla="*/ 180380 w 1019175"/>
                <a:gd name="connsiteY222" fmla="*/ 385572 h 390525"/>
                <a:gd name="connsiteX223" fmla="*/ 129136 w 1019175"/>
                <a:gd name="connsiteY223" fmla="*/ 391477 h 390525"/>
                <a:gd name="connsiteX224" fmla="*/ 73129 w 1019175"/>
                <a:gd name="connsiteY224" fmla="*/ 397669 h 390525"/>
                <a:gd name="connsiteX225" fmla="*/ 4454 w 1019175"/>
                <a:gd name="connsiteY225" fmla="*/ 395478 h 390525"/>
                <a:gd name="connsiteX226" fmla="*/ 4835 w 1019175"/>
                <a:gd name="connsiteY226" fmla="*/ 393668 h 390525"/>
                <a:gd name="connsiteX227" fmla="*/ 4358 w 1019175"/>
                <a:gd name="connsiteY227" fmla="*/ 387477 h 390525"/>
                <a:gd name="connsiteX228" fmla="*/ 6835 w 1019175"/>
                <a:gd name="connsiteY228" fmla="*/ 383476 h 390525"/>
                <a:gd name="connsiteX229" fmla="*/ 10835 w 1019175"/>
                <a:gd name="connsiteY229" fmla="*/ 383476 h 390525"/>
                <a:gd name="connsiteX230" fmla="*/ 13597 w 1019175"/>
                <a:gd name="connsiteY230" fmla="*/ 385381 h 390525"/>
                <a:gd name="connsiteX231" fmla="*/ 17408 w 1019175"/>
                <a:gd name="connsiteY231" fmla="*/ 384143 h 390525"/>
                <a:gd name="connsiteX232" fmla="*/ 18455 w 1019175"/>
                <a:gd name="connsiteY232" fmla="*/ 380428 h 390525"/>
                <a:gd name="connsiteX233" fmla="*/ 16074 w 1019175"/>
                <a:gd name="connsiteY233" fmla="*/ 378905 h 390525"/>
                <a:gd name="connsiteX234" fmla="*/ 12454 w 1019175"/>
                <a:gd name="connsiteY234" fmla="*/ 378523 h 390525"/>
                <a:gd name="connsiteX235" fmla="*/ 10835 w 1019175"/>
                <a:gd name="connsiteY235" fmla="*/ 375666 h 390525"/>
                <a:gd name="connsiteX236" fmla="*/ 12645 w 1019175"/>
                <a:gd name="connsiteY236" fmla="*/ 372809 h 390525"/>
                <a:gd name="connsiteX237" fmla="*/ 14645 w 1019175"/>
                <a:gd name="connsiteY237" fmla="*/ 370142 h 390525"/>
                <a:gd name="connsiteX238" fmla="*/ 13407 w 1019175"/>
                <a:gd name="connsiteY238" fmla="*/ 365855 h 390525"/>
                <a:gd name="connsiteX239" fmla="*/ 11026 w 1019175"/>
                <a:gd name="connsiteY239" fmla="*/ 364236 h 390525"/>
                <a:gd name="connsiteX240" fmla="*/ 7692 w 1019175"/>
                <a:gd name="connsiteY240" fmla="*/ 365760 h 390525"/>
                <a:gd name="connsiteX241" fmla="*/ 3977 w 1019175"/>
                <a:gd name="connsiteY241" fmla="*/ 364236 h 390525"/>
                <a:gd name="connsiteX242" fmla="*/ 2263 w 1019175"/>
                <a:gd name="connsiteY242" fmla="*/ 360712 h 390525"/>
                <a:gd name="connsiteX243" fmla="*/ 3215 w 1019175"/>
                <a:gd name="connsiteY243" fmla="*/ 357664 h 390525"/>
                <a:gd name="connsiteX244" fmla="*/ 8359 w 1019175"/>
                <a:gd name="connsiteY244" fmla="*/ 356997 h 390525"/>
                <a:gd name="connsiteX245" fmla="*/ 10169 w 1019175"/>
                <a:gd name="connsiteY245" fmla="*/ 354521 h 390525"/>
                <a:gd name="connsiteX246" fmla="*/ 9692 w 1019175"/>
                <a:gd name="connsiteY246" fmla="*/ 350806 h 390525"/>
                <a:gd name="connsiteX247" fmla="*/ 11502 w 1019175"/>
                <a:gd name="connsiteY247" fmla="*/ 348234 h 390525"/>
                <a:gd name="connsiteX248" fmla="*/ 11693 w 1019175"/>
                <a:gd name="connsiteY248" fmla="*/ 344710 h 390525"/>
                <a:gd name="connsiteX249" fmla="*/ 9311 w 1019175"/>
                <a:gd name="connsiteY249" fmla="*/ 342043 h 390525"/>
                <a:gd name="connsiteX250" fmla="*/ 7787 w 1019175"/>
                <a:gd name="connsiteY250" fmla="*/ 339661 h 390525"/>
                <a:gd name="connsiteX251" fmla="*/ 5120 w 1019175"/>
                <a:gd name="connsiteY251" fmla="*/ 339852 h 390525"/>
                <a:gd name="connsiteX252" fmla="*/ 4072 w 1019175"/>
                <a:gd name="connsiteY252" fmla="*/ 341757 h 390525"/>
                <a:gd name="connsiteX253" fmla="*/ 5978 w 1019175"/>
                <a:gd name="connsiteY253" fmla="*/ 344138 h 390525"/>
                <a:gd name="connsiteX254" fmla="*/ 4644 w 1019175"/>
                <a:gd name="connsiteY254" fmla="*/ 347091 h 390525"/>
                <a:gd name="connsiteX255" fmla="*/ 929 w 1019175"/>
                <a:gd name="connsiteY255" fmla="*/ 347091 h 390525"/>
                <a:gd name="connsiteX256" fmla="*/ 72 w 1019175"/>
                <a:gd name="connsiteY256" fmla="*/ 343948 h 390525"/>
                <a:gd name="connsiteX257" fmla="*/ 453 w 1019175"/>
                <a:gd name="connsiteY257" fmla="*/ 339090 h 390525"/>
                <a:gd name="connsiteX258" fmla="*/ 3311 w 1019175"/>
                <a:gd name="connsiteY258" fmla="*/ 336899 h 390525"/>
                <a:gd name="connsiteX259" fmla="*/ 4835 w 1019175"/>
                <a:gd name="connsiteY259" fmla="*/ 334232 h 390525"/>
                <a:gd name="connsiteX260" fmla="*/ 5025 w 1019175"/>
                <a:gd name="connsiteY260" fmla="*/ 330803 h 390525"/>
                <a:gd name="connsiteX261" fmla="*/ 7120 w 1019175"/>
                <a:gd name="connsiteY261" fmla="*/ 328803 h 390525"/>
                <a:gd name="connsiteX262" fmla="*/ 10550 w 1019175"/>
                <a:gd name="connsiteY262" fmla="*/ 328803 h 390525"/>
                <a:gd name="connsiteX263" fmla="*/ 12074 w 1019175"/>
                <a:gd name="connsiteY263" fmla="*/ 330708 h 390525"/>
                <a:gd name="connsiteX264" fmla="*/ 11788 w 1019175"/>
                <a:gd name="connsiteY264" fmla="*/ 333756 h 390525"/>
                <a:gd name="connsiteX265" fmla="*/ 13217 w 1019175"/>
                <a:gd name="connsiteY265" fmla="*/ 337947 h 390525"/>
                <a:gd name="connsiteX266" fmla="*/ 15693 w 1019175"/>
                <a:gd name="connsiteY266" fmla="*/ 338899 h 390525"/>
                <a:gd name="connsiteX267" fmla="*/ 18170 w 1019175"/>
                <a:gd name="connsiteY267" fmla="*/ 336614 h 390525"/>
                <a:gd name="connsiteX268" fmla="*/ 20075 w 1019175"/>
                <a:gd name="connsiteY268" fmla="*/ 332422 h 390525"/>
                <a:gd name="connsiteX269" fmla="*/ 18836 w 1019175"/>
                <a:gd name="connsiteY269" fmla="*/ 328613 h 390525"/>
                <a:gd name="connsiteX270" fmla="*/ 15312 w 1019175"/>
                <a:gd name="connsiteY270" fmla="*/ 326803 h 390525"/>
                <a:gd name="connsiteX271" fmla="*/ 13597 w 1019175"/>
                <a:gd name="connsiteY271" fmla="*/ 322231 h 390525"/>
                <a:gd name="connsiteX272" fmla="*/ 15503 w 1019175"/>
                <a:gd name="connsiteY272" fmla="*/ 317182 h 390525"/>
                <a:gd name="connsiteX273" fmla="*/ 19312 w 1019175"/>
                <a:gd name="connsiteY273" fmla="*/ 314992 h 390525"/>
                <a:gd name="connsiteX274" fmla="*/ 22075 w 1019175"/>
                <a:gd name="connsiteY274" fmla="*/ 315277 h 390525"/>
                <a:gd name="connsiteX275" fmla="*/ 23885 w 1019175"/>
                <a:gd name="connsiteY275" fmla="*/ 316992 h 390525"/>
                <a:gd name="connsiteX276" fmla="*/ 24456 w 1019175"/>
                <a:gd name="connsiteY276" fmla="*/ 320707 h 390525"/>
                <a:gd name="connsiteX277" fmla="*/ 27504 w 1019175"/>
                <a:gd name="connsiteY277" fmla="*/ 322517 h 390525"/>
                <a:gd name="connsiteX278" fmla="*/ 30266 w 1019175"/>
                <a:gd name="connsiteY278" fmla="*/ 322326 h 390525"/>
                <a:gd name="connsiteX279" fmla="*/ 31981 w 1019175"/>
                <a:gd name="connsiteY279" fmla="*/ 319754 h 390525"/>
                <a:gd name="connsiteX280" fmla="*/ 31981 w 1019175"/>
                <a:gd name="connsiteY280" fmla="*/ 315373 h 390525"/>
                <a:gd name="connsiteX281" fmla="*/ 29409 w 1019175"/>
                <a:gd name="connsiteY281" fmla="*/ 314135 h 390525"/>
                <a:gd name="connsiteX282" fmla="*/ 26552 w 1019175"/>
                <a:gd name="connsiteY282" fmla="*/ 314230 h 390525"/>
                <a:gd name="connsiteX283" fmla="*/ 24646 w 1019175"/>
                <a:gd name="connsiteY283" fmla="*/ 311372 h 390525"/>
                <a:gd name="connsiteX284" fmla="*/ 26933 w 1019175"/>
                <a:gd name="connsiteY284" fmla="*/ 307086 h 390525"/>
                <a:gd name="connsiteX285" fmla="*/ 31695 w 1019175"/>
                <a:gd name="connsiteY285" fmla="*/ 304800 h 390525"/>
                <a:gd name="connsiteX286" fmla="*/ 35505 w 1019175"/>
                <a:gd name="connsiteY286" fmla="*/ 302419 h 390525"/>
                <a:gd name="connsiteX287" fmla="*/ 35600 w 1019175"/>
                <a:gd name="connsiteY287" fmla="*/ 298704 h 390525"/>
                <a:gd name="connsiteX288" fmla="*/ 33791 w 1019175"/>
                <a:gd name="connsiteY288" fmla="*/ 296609 h 390525"/>
                <a:gd name="connsiteX289" fmla="*/ 32457 w 1019175"/>
                <a:gd name="connsiteY289" fmla="*/ 297751 h 390525"/>
                <a:gd name="connsiteX290" fmla="*/ 30933 w 1019175"/>
                <a:gd name="connsiteY290" fmla="*/ 300323 h 390525"/>
                <a:gd name="connsiteX291" fmla="*/ 27218 w 1019175"/>
                <a:gd name="connsiteY291" fmla="*/ 300514 h 390525"/>
                <a:gd name="connsiteX292" fmla="*/ 23885 w 1019175"/>
                <a:gd name="connsiteY292" fmla="*/ 297751 h 390525"/>
                <a:gd name="connsiteX293" fmla="*/ 21503 w 1019175"/>
                <a:gd name="connsiteY293" fmla="*/ 294322 h 390525"/>
                <a:gd name="connsiteX294" fmla="*/ 20837 w 1019175"/>
                <a:gd name="connsiteY294" fmla="*/ 289274 h 390525"/>
                <a:gd name="connsiteX295" fmla="*/ 24551 w 1019175"/>
                <a:gd name="connsiteY295" fmla="*/ 284702 h 390525"/>
                <a:gd name="connsiteX296" fmla="*/ 27980 w 1019175"/>
                <a:gd name="connsiteY296" fmla="*/ 282321 h 390525"/>
                <a:gd name="connsiteX297" fmla="*/ 30838 w 1019175"/>
                <a:gd name="connsiteY297" fmla="*/ 285560 h 390525"/>
                <a:gd name="connsiteX298" fmla="*/ 34171 w 1019175"/>
                <a:gd name="connsiteY298" fmla="*/ 283940 h 390525"/>
                <a:gd name="connsiteX299" fmla="*/ 37886 w 1019175"/>
                <a:gd name="connsiteY299" fmla="*/ 283464 h 390525"/>
                <a:gd name="connsiteX300" fmla="*/ 41220 w 1019175"/>
                <a:gd name="connsiteY300" fmla="*/ 281083 h 390525"/>
                <a:gd name="connsiteX301" fmla="*/ 40744 w 1019175"/>
                <a:gd name="connsiteY301" fmla="*/ 276797 h 390525"/>
                <a:gd name="connsiteX302" fmla="*/ 42458 w 1019175"/>
                <a:gd name="connsiteY302" fmla="*/ 274510 h 390525"/>
                <a:gd name="connsiteX303" fmla="*/ 45983 w 1019175"/>
                <a:gd name="connsiteY303" fmla="*/ 274034 h 390525"/>
                <a:gd name="connsiteX304" fmla="*/ 48840 w 1019175"/>
                <a:gd name="connsiteY304" fmla="*/ 273748 h 390525"/>
                <a:gd name="connsiteX305" fmla="*/ 51602 w 1019175"/>
                <a:gd name="connsiteY305" fmla="*/ 271653 h 390525"/>
                <a:gd name="connsiteX306" fmla="*/ 51983 w 1019175"/>
                <a:gd name="connsiteY306" fmla="*/ 267938 h 390525"/>
                <a:gd name="connsiteX307" fmla="*/ 48269 w 1019175"/>
                <a:gd name="connsiteY307" fmla="*/ 266128 h 390525"/>
                <a:gd name="connsiteX308" fmla="*/ 44554 w 1019175"/>
                <a:gd name="connsiteY308" fmla="*/ 266319 h 390525"/>
                <a:gd name="connsiteX309" fmla="*/ 42363 w 1019175"/>
                <a:gd name="connsiteY309" fmla="*/ 264890 h 390525"/>
                <a:gd name="connsiteX310" fmla="*/ 42649 w 1019175"/>
                <a:gd name="connsiteY310" fmla="*/ 261461 h 390525"/>
                <a:gd name="connsiteX311" fmla="*/ 44744 w 1019175"/>
                <a:gd name="connsiteY311" fmla="*/ 258413 h 390525"/>
                <a:gd name="connsiteX312" fmla="*/ 48935 w 1019175"/>
                <a:gd name="connsiteY312" fmla="*/ 258032 h 390525"/>
                <a:gd name="connsiteX313" fmla="*/ 52936 w 1019175"/>
                <a:gd name="connsiteY313" fmla="*/ 258699 h 390525"/>
                <a:gd name="connsiteX314" fmla="*/ 55031 w 1019175"/>
                <a:gd name="connsiteY314" fmla="*/ 260985 h 390525"/>
                <a:gd name="connsiteX315" fmla="*/ 57127 w 1019175"/>
                <a:gd name="connsiteY315" fmla="*/ 259842 h 390525"/>
                <a:gd name="connsiteX316" fmla="*/ 57508 w 1019175"/>
                <a:gd name="connsiteY316" fmla="*/ 256127 h 390525"/>
                <a:gd name="connsiteX317" fmla="*/ 55508 w 1019175"/>
                <a:gd name="connsiteY317" fmla="*/ 253174 h 390525"/>
                <a:gd name="connsiteX318" fmla="*/ 50364 w 1019175"/>
                <a:gd name="connsiteY318" fmla="*/ 251746 h 390525"/>
                <a:gd name="connsiteX319" fmla="*/ 47316 w 1019175"/>
                <a:gd name="connsiteY319" fmla="*/ 248412 h 390525"/>
                <a:gd name="connsiteX320" fmla="*/ 46649 w 1019175"/>
                <a:gd name="connsiteY320" fmla="*/ 243554 h 390525"/>
                <a:gd name="connsiteX321" fmla="*/ 47126 w 1019175"/>
                <a:gd name="connsiteY321" fmla="*/ 243649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1019175" h="390525">
                  <a:moveTo>
                    <a:pt x="47126" y="243649"/>
                  </a:moveTo>
                  <a:cubicBezTo>
                    <a:pt x="47983" y="242506"/>
                    <a:pt x="49888" y="241364"/>
                    <a:pt x="50364" y="240411"/>
                  </a:cubicBezTo>
                  <a:cubicBezTo>
                    <a:pt x="50936" y="239268"/>
                    <a:pt x="51412" y="236601"/>
                    <a:pt x="51412" y="235268"/>
                  </a:cubicBezTo>
                  <a:cubicBezTo>
                    <a:pt x="51507" y="234029"/>
                    <a:pt x="50459" y="231457"/>
                    <a:pt x="50936" y="230314"/>
                  </a:cubicBezTo>
                  <a:cubicBezTo>
                    <a:pt x="51221" y="229648"/>
                    <a:pt x="52555" y="228790"/>
                    <a:pt x="53126" y="228410"/>
                  </a:cubicBezTo>
                  <a:cubicBezTo>
                    <a:pt x="54555" y="227362"/>
                    <a:pt x="57984" y="226123"/>
                    <a:pt x="59032" y="224790"/>
                  </a:cubicBezTo>
                  <a:cubicBezTo>
                    <a:pt x="59889" y="223838"/>
                    <a:pt x="61032" y="221361"/>
                    <a:pt x="60937" y="220123"/>
                  </a:cubicBezTo>
                  <a:cubicBezTo>
                    <a:pt x="60842" y="218694"/>
                    <a:pt x="58937" y="216122"/>
                    <a:pt x="57794" y="215265"/>
                  </a:cubicBezTo>
                  <a:cubicBezTo>
                    <a:pt x="56936" y="214503"/>
                    <a:pt x="54650" y="213836"/>
                    <a:pt x="53603" y="213455"/>
                  </a:cubicBezTo>
                  <a:cubicBezTo>
                    <a:pt x="52079" y="212979"/>
                    <a:pt x="48935" y="212503"/>
                    <a:pt x="47506" y="211836"/>
                  </a:cubicBezTo>
                  <a:cubicBezTo>
                    <a:pt x="46363" y="211264"/>
                    <a:pt x="44173" y="209836"/>
                    <a:pt x="43601" y="208693"/>
                  </a:cubicBezTo>
                  <a:cubicBezTo>
                    <a:pt x="43220" y="207931"/>
                    <a:pt x="43125" y="205930"/>
                    <a:pt x="43696" y="205264"/>
                  </a:cubicBezTo>
                  <a:cubicBezTo>
                    <a:pt x="44363" y="204406"/>
                    <a:pt x="46745" y="204121"/>
                    <a:pt x="47792" y="204026"/>
                  </a:cubicBezTo>
                  <a:cubicBezTo>
                    <a:pt x="48840" y="203930"/>
                    <a:pt x="50840" y="203835"/>
                    <a:pt x="51888" y="204216"/>
                  </a:cubicBezTo>
                  <a:cubicBezTo>
                    <a:pt x="52841" y="204502"/>
                    <a:pt x="54364" y="206121"/>
                    <a:pt x="55317" y="206311"/>
                  </a:cubicBezTo>
                  <a:cubicBezTo>
                    <a:pt x="56460" y="206597"/>
                    <a:pt x="58746" y="206216"/>
                    <a:pt x="59794" y="205835"/>
                  </a:cubicBezTo>
                  <a:cubicBezTo>
                    <a:pt x="60842" y="205454"/>
                    <a:pt x="62651" y="204216"/>
                    <a:pt x="63318" y="203359"/>
                  </a:cubicBezTo>
                  <a:cubicBezTo>
                    <a:pt x="64080" y="202501"/>
                    <a:pt x="65509" y="200311"/>
                    <a:pt x="65223" y="199168"/>
                  </a:cubicBezTo>
                  <a:cubicBezTo>
                    <a:pt x="64937" y="198025"/>
                    <a:pt x="62461" y="196977"/>
                    <a:pt x="61413" y="196596"/>
                  </a:cubicBezTo>
                  <a:cubicBezTo>
                    <a:pt x="60270" y="196215"/>
                    <a:pt x="57698" y="196882"/>
                    <a:pt x="56555" y="196501"/>
                  </a:cubicBezTo>
                  <a:cubicBezTo>
                    <a:pt x="55793" y="196310"/>
                    <a:pt x="54269" y="195548"/>
                    <a:pt x="53793" y="194881"/>
                  </a:cubicBezTo>
                  <a:cubicBezTo>
                    <a:pt x="53317" y="194310"/>
                    <a:pt x="52650" y="192691"/>
                    <a:pt x="52841" y="191929"/>
                  </a:cubicBezTo>
                  <a:cubicBezTo>
                    <a:pt x="53031" y="190976"/>
                    <a:pt x="54650" y="189547"/>
                    <a:pt x="55603" y="189262"/>
                  </a:cubicBezTo>
                  <a:cubicBezTo>
                    <a:pt x="57222" y="188690"/>
                    <a:pt x="60842" y="190786"/>
                    <a:pt x="62461" y="190214"/>
                  </a:cubicBezTo>
                  <a:cubicBezTo>
                    <a:pt x="63128" y="190024"/>
                    <a:pt x="64175" y="188881"/>
                    <a:pt x="64556" y="188214"/>
                  </a:cubicBezTo>
                  <a:cubicBezTo>
                    <a:pt x="65318" y="186976"/>
                    <a:pt x="66556" y="184118"/>
                    <a:pt x="66271" y="182785"/>
                  </a:cubicBezTo>
                  <a:cubicBezTo>
                    <a:pt x="65985" y="181642"/>
                    <a:pt x="63604" y="180403"/>
                    <a:pt x="63032" y="179356"/>
                  </a:cubicBezTo>
                  <a:cubicBezTo>
                    <a:pt x="62556" y="178594"/>
                    <a:pt x="61699" y="176689"/>
                    <a:pt x="61604" y="175736"/>
                  </a:cubicBezTo>
                  <a:cubicBezTo>
                    <a:pt x="61604" y="174974"/>
                    <a:pt x="62270" y="173736"/>
                    <a:pt x="62461" y="172974"/>
                  </a:cubicBezTo>
                  <a:cubicBezTo>
                    <a:pt x="62651" y="172117"/>
                    <a:pt x="63128" y="170402"/>
                    <a:pt x="63128" y="169545"/>
                  </a:cubicBezTo>
                  <a:cubicBezTo>
                    <a:pt x="63032" y="168497"/>
                    <a:pt x="62080" y="166688"/>
                    <a:pt x="61604" y="165735"/>
                  </a:cubicBezTo>
                  <a:cubicBezTo>
                    <a:pt x="61127" y="164782"/>
                    <a:pt x="59889" y="162877"/>
                    <a:pt x="59127" y="162020"/>
                  </a:cubicBezTo>
                  <a:cubicBezTo>
                    <a:pt x="58365" y="161163"/>
                    <a:pt x="56365" y="160020"/>
                    <a:pt x="55793" y="159068"/>
                  </a:cubicBezTo>
                  <a:cubicBezTo>
                    <a:pt x="55317" y="158210"/>
                    <a:pt x="55031" y="156115"/>
                    <a:pt x="55222" y="155162"/>
                  </a:cubicBezTo>
                  <a:cubicBezTo>
                    <a:pt x="55508" y="154114"/>
                    <a:pt x="56841" y="152400"/>
                    <a:pt x="57698" y="151733"/>
                  </a:cubicBezTo>
                  <a:cubicBezTo>
                    <a:pt x="58270" y="151257"/>
                    <a:pt x="59699" y="150781"/>
                    <a:pt x="60461" y="150685"/>
                  </a:cubicBezTo>
                  <a:cubicBezTo>
                    <a:pt x="61413" y="150495"/>
                    <a:pt x="63318" y="150685"/>
                    <a:pt x="64270" y="150876"/>
                  </a:cubicBezTo>
                  <a:cubicBezTo>
                    <a:pt x="65223" y="151162"/>
                    <a:pt x="67223" y="152114"/>
                    <a:pt x="67890" y="152876"/>
                  </a:cubicBezTo>
                  <a:cubicBezTo>
                    <a:pt x="68366" y="153448"/>
                    <a:pt x="68938" y="154972"/>
                    <a:pt x="69128" y="155734"/>
                  </a:cubicBezTo>
                  <a:cubicBezTo>
                    <a:pt x="69319" y="156781"/>
                    <a:pt x="69128" y="158877"/>
                    <a:pt x="68843" y="159925"/>
                  </a:cubicBezTo>
                  <a:cubicBezTo>
                    <a:pt x="68652" y="160592"/>
                    <a:pt x="67985" y="162020"/>
                    <a:pt x="67604" y="162687"/>
                  </a:cubicBezTo>
                  <a:cubicBezTo>
                    <a:pt x="67319" y="163259"/>
                    <a:pt x="66461" y="164211"/>
                    <a:pt x="66366" y="164782"/>
                  </a:cubicBezTo>
                  <a:cubicBezTo>
                    <a:pt x="66271" y="165449"/>
                    <a:pt x="66556" y="166783"/>
                    <a:pt x="66747" y="167354"/>
                  </a:cubicBezTo>
                  <a:cubicBezTo>
                    <a:pt x="67223" y="168402"/>
                    <a:pt x="68462" y="170593"/>
                    <a:pt x="69509" y="170878"/>
                  </a:cubicBezTo>
                  <a:cubicBezTo>
                    <a:pt x="70081" y="171069"/>
                    <a:pt x="71319" y="170402"/>
                    <a:pt x="71795" y="170117"/>
                  </a:cubicBezTo>
                  <a:cubicBezTo>
                    <a:pt x="72843" y="169545"/>
                    <a:pt x="74558" y="167926"/>
                    <a:pt x="75224" y="166878"/>
                  </a:cubicBezTo>
                  <a:cubicBezTo>
                    <a:pt x="75605" y="166116"/>
                    <a:pt x="75891" y="164782"/>
                    <a:pt x="76081" y="163544"/>
                  </a:cubicBezTo>
                  <a:cubicBezTo>
                    <a:pt x="81130" y="162306"/>
                    <a:pt x="93131" y="159258"/>
                    <a:pt x="97799" y="158496"/>
                  </a:cubicBezTo>
                  <a:cubicBezTo>
                    <a:pt x="120373" y="154686"/>
                    <a:pt x="165997" y="151447"/>
                    <a:pt x="188762" y="148876"/>
                  </a:cubicBezTo>
                  <a:cubicBezTo>
                    <a:pt x="199526" y="147638"/>
                    <a:pt x="221052" y="145066"/>
                    <a:pt x="231815" y="143732"/>
                  </a:cubicBezTo>
                  <a:cubicBezTo>
                    <a:pt x="234863" y="143351"/>
                    <a:pt x="243912" y="142208"/>
                    <a:pt x="243912" y="142208"/>
                  </a:cubicBezTo>
                  <a:lnTo>
                    <a:pt x="243912" y="133255"/>
                  </a:lnTo>
                  <a:lnTo>
                    <a:pt x="237340" y="114395"/>
                  </a:lnTo>
                  <a:lnTo>
                    <a:pt x="265343" y="114395"/>
                  </a:lnTo>
                  <a:lnTo>
                    <a:pt x="265343" y="119443"/>
                  </a:lnTo>
                  <a:cubicBezTo>
                    <a:pt x="265343" y="119443"/>
                    <a:pt x="279821" y="115919"/>
                    <a:pt x="284679" y="114967"/>
                  </a:cubicBezTo>
                  <a:cubicBezTo>
                    <a:pt x="295252" y="112967"/>
                    <a:pt x="316493" y="110395"/>
                    <a:pt x="327161" y="108776"/>
                  </a:cubicBezTo>
                  <a:cubicBezTo>
                    <a:pt x="344687" y="106109"/>
                    <a:pt x="379738" y="100774"/>
                    <a:pt x="397169" y="97917"/>
                  </a:cubicBezTo>
                  <a:cubicBezTo>
                    <a:pt x="402408" y="97060"/>
                    <a:pt x="413076" y="92678"/>
                    <a:pt x="418220" y="94297"/>
                  </a:cubicBezTo>
                  <a:cubicBezTo>
                    <a:pt x="418886" y="94488"/>
                    <a:pt x="419648" y="96202"/>
                    <a:pt x="420315" y="96393"/>
                  </a:cubicBezTo>
                  <a:cubicBezTo>
                    <a:pt x="421363" y="96774"/>
                    <a:pt x="423554" y="96393"/>
                    <a:pt x="424601" y="96012"/>
                  </a:cubicBezTo>
                  <a:cubicBezTo>
                    <a:pt x="426030" y="95440"/>
                    <a:pt x="428030" y="92773"/>
                    <a:pt x="429459" y="92202"/>
                  </a:cubicBezTo>
                  <a:cubicBezTo>
                    <a:pt x="445271" y="86011"/>
                    <a:pt x="480227" y="88487"/>
                    <a:pt x="497182" y="86868"/>
                  </a:cubicBezTo>
                  <a:cubicBezTo>
                    <a:pt x="509660" y="85725"/>
                    <a:pt x="534615" y="83248"/>
                    <a:pt x="547093" y="81343"/>
                  </a:cubicBezTo>
                  <a:cubicBezTo>
                    <a:pt x="551474" y="80677"/>
                    <a:pt x="559952" y="78772"/>
                    <a:pt x="564238" y="77914"/>
                  </a:cubicBezTo>
                  <a:cubicBezTo>
                    <a:pt x="568905" y="77057"/>
                    <a:pt x="578239" y="75247"/>
                    <a:pt x="582907" y="74485"/>
                  </a:cubicBezTo>
                  <a:cubicBezTo>
                    <a:pt x="590051" y="73343"/>
                    <a:pt x="604529" y="71152"/>
                    <a:pt x="611768" y="70485"/>
                  </a:cubicBezTo>
                  <a:cubicBezTo>
                    <a:pt x="619006" y="69723"/>
                    <a:pt x="633485" y="69437"/>
                    <a:pt x="640628" y="68771"/>
                  </a:cubicBezTo>
                  <a:cubicBezTo>
                    <a:pt x="648058" y="68104"/>
                    <a:pt x="662917" y="65913"/>
                    <a:pt x="670346" y="64960"/>
                  </a:cubicBezTo>
                  <a:cubicBezTo>
                    <a:pt x="679776" y="63722"/>
                    <a:pt x="698540" y="61055"/>
                    <a:pt x="707970" y="59626"/>
                  </a:cubicBezTo>
                  <a:cubicBezTo>
                    <a:pt x="715971" y="58388"/>
                    <a:pt x="731973" y="55531"/>
                    <a:pt x="740069" y="54293"/>
                  </a:cubicBezTo>
                  <a:cubicBezTo>
                    <a:pt x="746927" y="53245"/>
                    <a:pt x="760738" y="51626"/>
                    <a:pt x="767692" y="50482"/>
                  </a:cubicBezTo>
                  <a:cubicBezTo>
                    <a:pt x="769025" y="50292"/>
                    <a:pt x="771978" y="50101"/>
                    <a:pt x="773216" y="49435"/>
                  </a:cubicBezTo>
                  <a:cubicBezTo>
                    <a:pt x="774169" y="48863"/>
                    <a:pt x="775121" y="47434"/>
                    <a:pt x="776074" y="46196"/>
                  </a:cubicBezTo>
                  <a:lnTo>
                    <a:pt x="828842" y="38005"/>
                  </a:lnTo>
                  <a:cubicBezTo>
                    <a:pt x="828842" y="38005"/>
                    <a:pt x="887612" y="28480"/>
                    <a:pt x="907138" y="24860"/>
                  </a:cubicBezTo>
                  <a:cubicBezTo>
                    <a:pt x="923997" y="21717"/>
                    <a:pt x="957620" y="14668"/>
                    <a:pt x="974384" y="11239"/>
                  </a:cubicBezTo>
                  <a:cubicBezTo>
                    <a:pt x="976956" y="10668"/>
                    <a:pt x="982576" y="10573"/>
                    <a:pt x="984767" y="9144"/>
                  </a:cubicBezTo>
                  <a:cubicBezTo>
                    <a:pt x="985719" y="8572"/>
                    <a:pt x="986672" y="6286"/>
                    <a:pt x="987529" y="5524"/>
                  </a:cubicBezTo>
                  <a:cubicBezTo>
                    <a:pt x="988576" y="4572"/>
                    <a:pt x="991053" y="3143"/>
                    <a:pt x="992387" y="2762"/>
                  </a:cubicBezTo>
                  <a:cubicBezTo>
                    <a:pt x="994006" y="2381"/>
                    <a:pt x="997340" y="2953"/>
                    <a:pt x="998959" y="2762"/>
                  </a:cubicBezTo>
                  <a:cubicBezTo>
                    <a:pt x="1001149" y="2572"/>
                    <a:pt x="1005055" y="2476"/>
                    <a:pt x="1007150" y="2000"/>
                  </a:cubicBezTo>
                  <a:cubicBezTo>
                    <a:pt x="1008960" y="1524"/>
                    <a:pt x="1012580" y="476"/>
                    <a:pt x="1014389" y="190"/>
                  </a:cubicBezTo>
                  <a:cubicBezTo>
                    <a:pt x="1015437" y="0"/>
                    <a:pt x="1016580" y="-191"/>
                    <a:pt x="1017437" y="381"/>
                  </a:cubicBezTo>
                  <a:cubicBezTo>
                    <a:pt x="1018104" y="762"/>
                    <a:pt x="1019152" y="1238"/>
                    <a:pt x="1019914" y="1714"/>
                  </a:cubicBezTo>
                  <a:cubicBezTo>
                    <a:pt x="1019152" y="2953"/>
                    <a:pt x="1018390" y="4477"/>
                    <a:pt x="1018200" y="5239"/>
                  </a:cubicBezTo>
                  <a:cubicBezTo>
                    <a:pt x="1017913" y="6096"/>
                    <a:pt x="1017818" y="8001"/>
                    <a:pt x="1017818" y="8953"/>
                  </a:cubicBezTo>
                  <a:cubicBezTo>
                    <a:pt x="1017723" y="10097"/>
                    <a:pt x="1017342" y="12478"/>
                    <a:pt x="1017437" y="13621"/>
                  </a:cubicBezTo>
                  <a:cubicBezTo>
                    <a:pt x="1017628" y="14668"/>
                    <a:pt x="1018676" y="16478"/>
                    <a:pt x="1018961" y="17526"/>
                  </a:cubicBezTo>
                  <a:cubicBezTo>
                    <a:pt x="1019247" y="18764"/>
                    <a:pt x="1019628" y="21241"/>
                    <a:pt x="1019342" y="22479"/>
                  </a:cubicBezTo>
                  <a:cubicBezTo>
                    <a:pt x="1019152" y="23241"/>
                    <a:pt x="1018009" y="24384"/>
                    <a:pt x="1017913" y="25146"/>
                  </a:cubicBezTo>
                  <a:cubicBezTo>
                    <a:pt x="1017723" y="26289"/>
                    <a:pt x="1019056" y="28575"/>
                    <a:pt x="1018866" y="29718"/>
                  </a:cubicBezTo>
                  <a:cubicBezTo>
                    <a:pt x="1018676" y="30766"/>
                    <a:pt x="1016675" y="32480"/>
                    <a:pt x="1016771" y="33528"/>
                  </a:cubicBezTo>
                  <a:cubicBezTo>
                    <a:pt x="1016771" y="34480"/>
                    <a:pt x="1018390" y="35909"/>
                    <a:pt x="1018771" y="36671"/>
                  </a:cubicBezTo>
                  <a:cubicBezTo>
                    <a:pt x="1019247" y="37719"/>
                    <a:pt x="1020104" y="39814"/>
                    <a:pt x="1020295" y="40957"/>
                  </a:cubicBezTo>
                  <a:cubicBezTo>
                    <a:pt x="1020390" y="41719"/>
                    <a:pt x="1020485" y="43434"/>
                    <a:pt x="1019914" y="44005"/>
                  </a:cubicBezTo>
                  <a:cubicBezTo>
                    <a:pt x="1019438" y="44577"/>
                    <a:pt x="1017628" y="44863"/>
                    <a:pt x="1016866" y="44768"/>
                  </a:cubicBezTo>
                  <a:cubicBezTo>
                    <a:pt x="1015723" y="44577"/>
                    <a:pt x="1013913" y="43148"/>
                    <a:pt x="1012866" y="42767"/>
                  </a:cubicBezTo>
                  <a:cubicBezTo>
                    <a:pt x="1012294" y="42577"/>
                    <a:pt x="1011151" y="42005"/>
                    <a:pt x="1010484" y="42005"/>
                  </a:cubicBezTo>
                  <a:cubicBezTo>
                    <a:pt x="1009531" y="42101"/>
                    <a:pt x="1007912" y="43434"/>
                    <a:pt x="1007055" y="44005"/>
                  </a:cubicBezTo>
                  <a:cubicBezTo>
                    <a:pt x="1006103" y="44672"/>
                    <a:pt x="1004293" y="46196"/>
                    <a:pt x="1003626" y="47053"/>
                  </a:cubicBezTo>
                  <a:cubicBezTo>
                    <a:pt x="1002959" y="47911"/>
                    <a:pt x="1002483" y="50101"/>
                    <a:pt x="1001721" y="50768"/>
                  </a:cubicBezTo>
                  <a:cubicBezTo>
                    <a:pt x="1001149" y="51244"/>
                    <a:pt x="999435" y="51340"/>
                    <a:pt x="998959" y="51911"/>
                  </a:cubicBezTo>
                  <a:cubicBezTo>
                    <a:pt x="997911" y="53054"/>
                    <a:pt x="997721" y="56388"/>
                    <a:pt x="997244" y="57912"/>
                  </a:cubicBezTo>
                  <a:cubicBezTo>
                    <a:pt x="996482" y="60389"/>
                    <a:pt x="994672" y="65246"/>
                    <a:pt x="994101" y="67818"/>
                  </a:cubicBezTo>
                  <a:cubicBezTo>
                    <a:pt x="993625" y="69818"/>
                    <a:pt x="993434" y="73819"/>
                    <a:pt x="992863" y="75724"/>
                  </a:cubicBezTo>
                  <a:cubicBezTo>
                    <a:pt x="992387" y="77152"/>
                    <a:pt x="991148" y="79915"/>
                    <a:pt x="990101" y="81058"/>
                  </a:cubicBezTo>
                  <a:cubicBezTo>
                    <a:pt x="989625" y="81629"/>
                    <a:pt x="988100" y="82105"/>
                    <a:pt x="987529" y="82582"/>
                  </a:cubicBezTo>
                  <a:cubicBezTo>
                    <a:pt x="986767" y="83153"/>
                    <a:pt x="985433" y="84772"/>
                    <a:pt x="984671" y="85439"/>
                  </a:cubicBezTo>
                  <a:cubicBezTo>
                    <a:pt x="983624" y="86297"/>
                    <a:pt x="981528" y="87916"/>
                    <a:pt x="980195" y="88201"/>
                  </a:cubicBezTo>
                  <a:cubicBezTo>
                    <a:pt x="979337" y="88392"/>
                    <a:pt x="977337" y="88297"/>
                    <a:pt x="976670" y="87725"/>
                  </a:cubicBezTo>
                  <a:cubicBezTo>
                    <a:pt x="975908" y="86963"/>
                    <a:pt x="976765" y="84392"/>
                    <a:pt x="976194" y="83439"/>
                  </a:cubicBezTo>
                  <a:cubicBezTo>
                    <a:pt x="975718" y="82772"/>
                    <a:pt x="974003" y="81820"/>
                    <a:pt x="973241" y="81915"/>
                  </a:cubicBezTo>
                  <a:cubicBezTo>
                    <a:pt x="972479" y="82010"/>
                    <a:pt x="971717" y="83915"/>
                    <a:pt x="970955" y="84010"/>
                  </a:cubicBezTo>
                  <a:cubicBezTo>
                    <a:pt x="970098" y="84106"/>
                    <a:pt x="968955" y="82582"/>
                    <a:pt x="968193" y="82296"/>
                  </a:cubicBezTo>
                  <a:cubicBezTo>
                    <a:pt x="967240" y="82010"/>
                    <a:pt x="965145" y="81629"/>
                    <a:pt x="964383" y="82201"/>
                  </a:cubicBezTo>
                  <a:cubicBezTo>
                    <a:pt x="963716" y="82582"/>
                    <a:pt x="963621" y="84392"/>
                    <a:pt x="963240" y="84963"/>
                  </a:cubicBezTo>
                  <a:cubicBezTo>
                    <a:pt x="962764" y="85630"/>
                    <a:pt x="961526" y="86773"/>
                    <a:pt x="960763" y="87059"/>
                  </a:cubicBezTo>
                  <a:cubicBezTo>
                    <a:pt x="959621" y="87439"/>
                    <a:pt x="957144" y="86392"/>
                    <a:pt x="956096" y="86963"/>
                  </a:cubicBezTo>
                  <a:cubicBezTo>
                    <a:pt x="955049" y="87439"/>
                    <a:pt x="954477" y="90011"/>
                    <a:pt x="953620" y="90773"/>
                  </a:cubicBezTo>
                  <a:cubicBezTo>
                    <a:pt x="952572" y="91630"/>
                    <a:pt x="949619" y="92011"/>
                    <a:pt x="948476" y="92773"/>
                  </a:cubicBezTo>
                  <a:cubicBezTo>
                    <a:pt x="947238" y="93631"/>
                    <a:pt x="945142" y="95917"/>
                    <a:pt x="944381" y="97250"/>
                  </a:cubicBezTo>
                  <a:cubicBezTo>
                    <a:pt x="943428" y="98869"/>
                    <a:pt x="942476" y="102680"/>
                    <a:pt x="941904" y="104584"/>
                  </a:cubicBezTo>
                  <a:cubicBezTo>
                    <a:pt x="941523" y="106013"/>
                    <a:pt x="941333" y="109061"/>
                    <a:pt x="940666" y="110395"/>
                  </a:cubicBezTo>
                  <a:cubicBezTo>
                    <a:pt x="940094" y="111633"/>
                    <a:pt x="938380" y="113633"/>
                    <a:pt x="937332" y="114586"/>
                  </a:cubicBezTo>
                  <a:cubicBezTo>
                    <a:pt x="936380" y="115443"/>
                    <a:pt x="934189" y="116681"/>
                    <a:pt x="933141" y="117443"/>
                  </a:cubicBezTo>
                  <a:cubicBezTo>
                    <a:pt x="932093" y="118205"/>
                    <a:pt x="930379" y="120491"/>
                    <a:pt x="929140" y="120872"/>
                  </a:cubicBezTo>
                  <a:cubicBezTo>
                    <a:pt x="927997" y="121158"/>
                    <a:pt x="925807" y="120491"/>
                    <a:pt x="924664" y="120110"/>
                  </a:cubicBezTo>
                  <a:cubicBezTo>
                    <a:pt x="924092" y="119920"/>
                    <a:pt x="922854" y="119634"/>
                    <a:pt x="922568" y="119253"/>
                  </a:cubicBezTo>
                  <a:cubicBezTo>
                    <a:pt x="921807" y="118396"/>
                    <a:pt x="921330" y="115919"/>
                    <a:pt x="921521" y="114681"/>
                  </a:cubicBezTo>
                  <a:cubicBezTo>
                    <a:pt x="921616" y="113824"/>
                    <a:pt x="922759" y="112490"/>
                    <a:pt x="923045" y="111728"/>
                  </a:cubicBezTo>
                  <a:cubicBezTo>
                    <a:pt x="923235" y="111061"/>
                    <a:pt x="923330" y="109633"/>
                    <a:pt x="923045" y="108966"/>
                  </a:cubicBezTo>
                  <a:cubicBezTo>
                    <a:pt x="922568" y="108014"/>
                    <a:pt x="920758" y="106775"/>
                    <a:pt x="919806" y="106394"/>
                  </a:cubicBezTo>
                  <a:cubicBezTo>
                    <a:pt x="918854" y="106013"/>
                    <a:pt x="916758" y="105823"/>
                    <a:pt x="915710" y="106109"/>
                  </a:cubicBezTo>
                  <a:cubicBezTo>
                    <a:pt x="914567" y="106489"/>
                    <a:pt x="912662" y="108109"/>
                    <a:pt x="911805" y="108966"/>
                  </a:cubicBezTo>
                  <a:cubicBezTo>
                    <a:pt x="910757" y="109918"/>
                    <a:pt x="909233" y="112395"/>
                    <a:pt x="908185" y="113443"/>
                  </a:cubicBezTo>
                  <a:cubicBezTo>
                    <a:pt x="907328" y="114395"/>
                    <a:pt x="905423" y="116110"/>
                    <a:pt x="904471" y="116872"/>
                  </a:cubicBezTo>
                  <a:cubicBezTo>
                    <a:pt x="903995" y="117253"/>
                    <a:pt x="902757" y="117824"/>
                    <a:pt x="902375" y="118301"/>
                  </a:cubicBezTo>
                  <a:cubicBezTo>
                    <a:pt x="901994" y="118967"/>
                    <a:pt x="901518" y="120491"/>
                    <a:pt x="901614" y="121253"/>
                  </a:cubicBezTo>
                  <a:cubicBezTo>
                    <a:pt x="901708" y="122110"/>
                    <a:pt x="903328" y="123539"/>
                    <a:pt x="903328" y="124397"/>
                  </a:cubicBezTo>
                  <a:cubicBezTo>
                    <a:pt x="903328" y="125349"/>
                    <a:pt x="901518" y="126778"/>
                    <a:pt x="901232" y="127730"/>
                  </a:cubicBezTo>
                  <a:cubicBezTo>
                    <a:pt x="900947" y="128588"/>
                    <a:pt x="901614" y="130778"/>
                    <a:pt x="901042" y="131540"/>
                  </a:cubicBezTo>
                  <a:cubicBezTo>
                    <a:pt x="900280" y="132397"/>
                    <a:pt x="897708" y="132874"/>
                    <a:pt x="896756" y="132397"/>
                  </a:cubicBezTo>
                  <a:cubicBezTo>
                    <a:pt x="896089" y="132112"/>
                    <a:pt x="895994" y="130397"/>
                    <a:pt x="895517" y="129826"/>
                  </a:cubicBezTo>
                  <a:cubicBezTo>
                    <a:pt x="895136" y="129445"/>
                    <a:pt x="894184" y="128873"/>
                    <a:pt x="893708" y="128778"/>
                  </a:cubicBezTo>
                  <a:cubicBezTo>
                    <a:pt x="892850" y="128492"/>
                    <a:pt x="890945" y="128397"/>
                    <a:pt x="890088" y="128778"/>
                  </a:cubicBezTo>
                  <a:cubicBezTo>
                    <a:pt x="888659" y="129540"/>
                    <a:pt x="886183" y="132302"/>
                    <a:pt x="886183" y="133922"/>
                  </a:cubicBezTo>
                  <a:cubicBezTo>
                    <a:pt x="886183" y="134969"/>
                    <a:pt x="887992" y="136398"/>
                    <a:pt x="888469" y="137351"/>
                  </a:cubicBezTo>
                  <a:cubicBezTo>
                    <a:pt x="888945" y="138208"/>
                    <a:pt x="890088" y="139922"/>
                    <a:pt x="890088" y="140875"/>
                  </a:cubicBezTo>
                  <a:cubicBezTo>
                    <a:pt x="890088" y="142018"/>
                    <a:pt x="888469" y="144018"/>
                    <a:pt x="888374" y="145161"/>
                  </a:cubicBezTo>
                  <a:cubicBezTo>
                    <a:pt x="888278" y="145923"/>
                    <a:pt x="889135" y="147352"/>
                    <a:pt x="888850" y="148018"/>
                  </a:cubicBezTo>
                  <a:cubicBezTo>
                    <a:pt x="888564" y="148971"/>
                    <a:pt x="886659" y="149923"/>
                    <a:pt x="886088" y="150685"/>
                  </a:cubicBezTo>
                  <a:cubicBezTo>
                    <a:pt x="885421" y="151733"/>
                    <a:pt x="884850" y="154210"/>
                    <a:pt x="884278" y="155257"/>
                  </a:cubicBezTo>
                  <a:cubicBezTo>
                    <a:pt x="883897" y="156019"/>
                    <a:pt x="882849" y="157448"/>
                    <a:pt x="882182" y="158020"/>
                  </a:cubicBezTo>
                  <a:cubicBezTo>
                    <a:pt x="881515" y="158496"/>
                    <a:pt x="879992" y="159258"/>
                    <a:pt x="879230" y="159163"/>
                  </a:cubicBezTo>
                  <a:cubicBezTo>
                    <a:pt x="878182" y="159163"/>
                    <a:pt x="876467" y="157639"/>
                    <a:pt x="875515" y="157448"/>
                  </a:cubicBezTo>
                  <a:cubicBezTo>
                    <a:pt x="874467" y="157258"/>
                    <a:pt x="872086" y="156972"/>
                    <a:pt x="871133" y="157448"/>
                  </a:cubicBezTo>
                  <a:cubicBezTo>
                    <a:pt x="870467" y="157829"/>
                    <a:pt x="869895" y="159258"/>
                    <a:pt x="869419" y="159830"/>
                  </a:cubicBezTo>
                  <a:cubicBezTo>
                    <a:pt x="868371" y="160972"/>
                    <a:pt x="866085" y="162877"/>
                    <a:pt x="864847" y="163639"/>
                  </a:cubicBezTo>
                  <a:cubicBezTo>
                    <a:pt x="863894" y="164211"/>
                    <a:pt x="861608" y="164782"/>
                    <a:pt x="860942" y="165640"/>
                  </a:cubicBezTo>
                  <a:cubicBezTo>
                    <a:pt x="860180" y="166497"/>
                    <a:pt x="860275" y="169259"/>
                    <a:pt x="859417" y="170021"/>
                  </a:cubicBezTo>
                  <a:cubicBezTo>
                    <a:pt x="858274" y="171069"/>
                    <a:pt x="854846" y="170878"/>
                    <a:pt x="853417" y="171450"/>
                  </a:cubicBezTo>
                  <a:cubicBezTo>
                    <a:pt x="852655" y="171831"/>
                    <a:pt x="851131" y="172784"/>
                    <a:pt x="850655" y="173450"/>
                  </a:cubicBezTo>
                  <a:cubicBezTo>
                    <a:pt x="850083" y="174403"/>
                    <a:pt x="850178" y="176879"/>
                    <a:pt x="849798" y="177927"/>
                  </a:cubicBezTo>
                  <a:cubicBezTo>
                    <a:pt x="849321" y="179070"/>
                    <a:pt x="847988" y="181070"/>
                    <a:pt x="847226" y="182023"/>
                  </a:cubicBezTo>
                  <a:cubicBezTo>
                    <a:pt x="846750" y="182594"/>
                    <a:pt x="845701" y="184309"/>
                    <a:pt x="844940" y="184214"/>
                  </a:cubicBezTo>
                  <a:cubicBezTo>
                    <a:pt x="844273" y="184214"/>
                    <a:pt x="843797" y="182499"/>
                    <a:pt x="843225" y="182404"/>
                  </a:cubicBezTo>
                  <a:cubicBezTo>
                    <a:pt x="842177" y="182213"/>
                    <a:pt x="840367" y="183832"/>
                    <a:pt x="839606" y="184594"/>
                  </a:cubicBezTo>
                  <a:cubicBezTo>
                    <a:pt x="838844" y="185356"/>
                    <a:pt x="838272" y="187643"/>
                    <a:pt x="837605" y="188500"/>
                  </a:cubicBezTo>
                  <a:cubicBezTo>
                    <a:pt x="836843" y="189643"/>
                    <a:pt x="834939" y="191834"/>
                    <a:pt x="833795" y="192500"/>
                  </a:cubicBezTo>
                  <a:cubicBezTo>
                    <a:pt x="832938" y="192976"/>
                    <a:pt x="830748" y="193072"/>
                    <a:pt x="829985" y="193643"/>
                  </a:cubicBezTo>
                  <a:cubicBezTo>
                    <a:pt x="828842" y="194501"/>
                    <a:pt x="827700" y="197168"/>
                    <a:pt x="826937" y="198310"/>
                  </a:cubicBezTo>
                  <a:cubicBezTo>
                    <a:pt x="826271" y="199168"/>
                    <a:pt x="825223" y="201263"/>
                    <a:pt x="824175" y="201835"/>
                  </a:cubicBezTo>
                  <a:cubicBezTo>
                    <a:pt x="822746" y="202501"/>
                    <a:pt x="819413" y="201359"/>
                    <a:pt x="817888" y="201835"/>
                  </a:cubicBezTo>
                  <a:cubicBezTo>
                    <a:pt x="816746" y="202216"/>
                    <a:pt x="815317" y="204978"/>
                    <a:pt x="814174" y="204692"/>
                  </a:cubicBezTo>
                  <a:cubicBezTo>
                    <a:pt x="813602" y="204502"/>
                    <a:pt x="813602" y="202978"/>
                    <a:pt x="813221" y="202597"/>
                  </a:cubicBezTo>
                  <a:cubicBezTo>
                    <a:pt x="812650" y="202025"/>
                    <a:pt x="811221" y="200882"/>
                    <a:pt x="810459" y="200977"/>
                  </a:cubicBezTo>
                  <a:cubicBezTo>
                    <a:pt x="809506" y="201168"/>
                    <a:pt x="808840" y="203359"/>
                    <a:pt x="808078" y="203835"/>
                  </a:cubicBezTo>
                  <a:cubicBezTo>
                    <a:pt x="807316" y="204311"/>
                    <a:pt x="805316" y="204311"/>
                    <a:pt x="804458" y="204502"/>
                  </a:cubicBezTo>
                  <a:cubicBezTo>
                    <a:pt x="803411" y="204692"/>
                    <a:pt x="801220" y="204502"/>
                    <a:pt x="800172" y="204788"/>
                  </a:cubicBezTo>
                  <a:cubicBezTo>
                    <a:pt x="798934" y="205168"/>
                    <a:pt x="796934" y="206883"/>
                    <a:pt x="795695" y="207264"/>
                  </a:cubicBezTo>
                  <a:cubicBezTo>
                    <a:pt x="794457" y="207645"/>
                    <a:pt x="791790" y="207073"/>
                    <a:pt x="790742" y="207645"/>
                  </a:cubicBezTo>
                  <a:cubicBezTo>
                    <a:pt x="789599" y="208217"/>
                    <a:pt x="788456" y="210693"/>
                    <a:pt x="787694" y="211646"/>
                  </a:cubicBezTo>
                  <a:cubicBezTo>
                    <a:pt x="787028" y="212503"/>
                    <a:pt x="786075" y="214503"/>
                    <a:pt x="785122" y="215170"/>
                  </a:cubicBezTo>
                  <a:cubicBezTo>
                    <a:pt x="784361" y="215646"/>
                    <a:pt x="782455" y="215741"/>
                    <a:pt x="781598" y="216027"/>
                  </a:cubicBezTo>
                  <a:cubicBezTo>
                    <a:pt x="780931" y="216218"/>
                    <a:pt x="779503" y="216503"/>
                    <a:pt x="778931" y="216980"/>
                  </a:cubicBezTo>
                  <a:cubicBezTo>
                    <a:pt x="778264" y="217456"/>
                    <a:pt x="777503" y="218980"/>
                    <a:pt x="777217" y="219742"/>
                  </a:cubicBezTo>
                  <a:cubicBezTo>
                    <a:pt x="776836" y="220789"/>
                    <a:pt x="777407" y="223266"/>
                    <a:pt x="776645" y="224123"/>
                  </a:cubicBezTo>
                  <a:cubicBezTo>
                    <a:pt x="776074" y="224790"/>
                    <a:pt x="774074" y="224885"/>
                    <a:pt x="773407" y="225266"/>
                  </a:cubicBezTo>
                  <a:cubicBezTo>
                    <a:pt x="772550" y="225743"/>
                    <a:pt x="771121" y="226981"/>
                    <a:pt x="770549" y="227743"/>
                  </a:cubicBezTo>
                  <a:cubicBezTo>
                    <a:pt x="769502" y="229076"/>
                    <a:pt x="768168" y="232315"/>
                    <a:pt x="767311" y="233743"/>
                  </a:cubicBezTo>
                  <a:cubicBezTo>
                    <a:pt x="766835" y="234505"/>
                    <a:pt x="765501" y="235934"/>
                    <a:pt x="765406" y="236792"/>
                  </a:cubicBezTo>
                  <a:cubicBezTo>
                    <a:pt x="765311" y="237649"/>
                    <a:pt x="766739" y="239173"/>
                    <a:pt x="766739" y="240125"/>
                  </a:cubicBezTo>
                  <a:cubicBezTo>
                    <a:pt x="766835" y="241173"/>
                    <a:pt x="766168" y="243173"/>
                    <a:pt x="765787" y="244126"/>
                  </a:cubicBezTo>
                  <a:cubicBezTo>
                    <a:pt x="765501" y="244983"/>
                    <a:pt x="764453" y="246412"/>
                    <a:pt x="764358" y="247269"/>
                  </a:cubicBezTo>
                  <a:cubicBezTo>
                    <a:pt x="764263" y="248126"/>
                    <a:pt x="764739" y="249936"/>
                    <a:pt x="765215" y="250698"/>
                  </a:cubicBezTo>
                  <a:cubicBezTo>
                    <a:pt x="765596" y="251460"/>
                    <a:pt x="767501" y="252317"/>
                    <a:pt x="767596" y="253174"/>
                  </a:cubicBezTo>
                  <a:cubicBezTo>
                    <a:pt x="767692" y="254222"/>
                    <a:pt x="766072" y="256032"/>
                    <a:pt x="765406" y="256794"/>
                  </a:cubicBezTo>
                  <a:cubicBezTo>
                    <a:pt x="764930" y="257270"/>
                    <a:pt x="763596" y="257937"/>
                    <a:pt x="763025" y="258413"/>
                  </a:cubicBezTo>
                  <a:cubicBezTo>
                    <a:pt x="762263" y="259080"/>
                    <a:pt x="761310" y="260985"/>
                    <a:pt x="760548" y="261652"/>
                  </a:cubicBezTo>
                  <a:cubicBezTo>
                    <a:pt x="759977" y="262223"/>
                    <a:pt x="758548" y="263366"/>
                    <a:pt x="757691" y="263652"/>
                  </a:cubicBezTo>
                  <a:cubicBezTo>
                    <a:pt x="756452" y="264128"/>
                    <a:pt x="753690" y="263938"/>
                    <a:pt x="752356" y="264223"/>
                  </a:cubicBezTo>
                  <a:cubicBezTo>
                    <a:pt x="751404" y="264414"/>
                    <a:pt x="749785" y="265367"/>
                    <a:pt x="748832" y="265462"/>
                  </a:cubicBezTo>
                  <a:cubicBezTo>
                    <a:pt x="747975" y="265557"/>
                    <a:pt x="745880" y="265652"/>
                    <a:pt x="745213" y="264985"/>
                  </a:cubicBezTo>
                  <a:cubicBezTo>
                    <a:pt x="744641" y="264414"/>
                    <a:pt x="745308" y="262318"/>
                    <a:pt x="744641" y="261938"/>
                  </a:cubicBezTo>
                  <a:cubicBezTo>
                    <a:pt x="743784" y="261271"/>
                    <a:pt x="741117" y="261938"/>
                    <a:pt x="740355" y="262699"/>
                  </a:cubicBezTo>
                  <a:cubicBezTo>
                    <a:pt x="739593" y="263366"/>
                    <a:pt x="739974" y="265747"/>
                    <a:pt x="739498" y="266605"/>
                  </a:cubicBezTo>
                  <a:cubicBezTo>
                    <a:pt x="738926" y="267652"/>
                    <a:pt x="736164" y="270034"/>
                    <a:pt x="736164" y="270034"/>
                  </a:cubicBezTo>
                  <a:lnTo>
                    <a:pt x="738164" y="307562"/>
                  </a:lnTo>
                  <a:cubicBezTo>
                    <a:pt x="735021" y="308039"/>
                    <a:pt x="732163" y="308515"/>
                    <a:pt x="729878" y="308896"/>
                  </a:cubicBezTo>
                  <a:cubicBezTo>
                    <a:pt x="720067" y="310515"/>
                    <a:pt x="700350" y="313753"/>
                    <a:pt x="690539" y="315373"/>
                  </a:cubicBezTo>
                  <a:cubicBezTo>
                    <a:pt x="673775" y="318230"/>
                    <a:pt x="640247" y="324422"/>
                    <a:pt x="623483" y="326993"/>
                  </a:cubicBezTo>
                  <a:cubicBezTo>
                    <a:pt x="612339" y="328708"/>
                    <a:pt x="591955" y="331375"/>
                    <a:pt x="577573" y="333280"/>
                  </a:cubicBezTo>
                  <a:cubicBezTo>
                    <a:pt x="574525" y="333661"/>
                    <a:pt x="571763" y="334042"/>
                    <a:pt x="569477" y="334423"/>
                  </a:cubicBezTo>
                  <a:cubicBezTo>
                    <a:pt x="549760" y="337185"/>
                    <a:pt x="510231" y="342614"/>
                    <a:pt x="490514" y="345472"/>
                  </a:cubicBezTo>
                  <a:cubicBezTo>
                    <a:pt x="475846" y="347567"/>
                    <a:pt x="446604" y="352235"/>
                    <a:pt x="431936" y="354235"/>
                  </a:cubicBezTo>
                  <a:cubicBezTo>
                    <a:pt x="419267" y="355949"/>
                    <a:pt x="393740" y="358902"/>
                    <a:pt x="380977" y="360426"/>
                  </a:cubicBezTo>
                  <a:cubicBezTo>
                    <a:pt x="367451" y="362140"/>
                    <a:pt x="340496" y="365665"/>
                    <a:pt x="326970" y="367189"/>
                  </a:cubicBezTo>
                  <a:cubicBezTo>
                    <a:pt x="315350" y="368522"/>
                    <a:pt x="291918" y="370237"/>
                    <a:pt x="280297" y="371761"/>
                  </a:cubicBezTo>
                  <a:cubicBezTo>
                    <a:pt x="273821" y="372523"/>
                    <a:pt x="261247" y="374618"/>
                    <a:pt x="254104" y="375761"/>
                  </a:cubicBezTo>
                  <a:cubicBezTo>
                    <a:pt x="253723" y="375856"/>
                    <a:pt x="253246" y="375952"/>
                    <a:pt x="252866" y="375952"/>
                  </a:cubicBezTo>
                  <a:cubicBezTo>
                    <a:pt x="247722" y="376809"/>
                    <a:pt x="237435" y="378905"/>
                    <a:pt x="232196" y="379667"/>
                  </a:cubicBezTo>
                  <a:cubicBezTo>
                    <a:pt x="219337" y="381572"/>
                    <a:pt x="193334" y="384143"/>
                    <a:pt x="180380" y="385572"/>
                  </a:cubicBezTo>
                  <a:cubicBezTo>
                    <a:pt x="167521" y="387001"/>
                    <a:pt x="141899" y="390049"/>
                    <a:pt x="129136" y="391477"/>
                  </a:cubicBezTo>
                  <a:cubicBezTo>
                    <a:pt x="115134" y="393097"/>
                    <a:pt x="87130" y="396145"/>
                    <a:pt x="73129" y="397669"/>
                  </a:cubicBezTo>
                  <a:cubicBezTo>
                    <a:pt x="58746" y="399288"/>
                    <a:pt x="25028" y="393097"/>
                    <a:pt x="4454" y="395478"/>
                  </a:cubicBezTo>
                  <a:cubicBezTo>
                    <a:pt x="4644" y="394811"/>
                    <a:pt x="4835" y="394144"/>
                    <a:pt x="4835" y="393668"/>
                  </a:cubicBezTo>
                  <a:cubicBezTo>
                    <a:pt x="5025" y="392144"/>
                    <a:pt x="3977" y="389001"/>
                    <a:pt x="4358" y="387477"/>
                  </a:cubicBezTo>
                  <a:cubicBezTo>
                    <a:pt x="4644" y="386334"/>
                    <a:pt x="5787" y="384048"/>
                    <a:pt x="6835" y="383476"/>
                  </a:cubicBezTo>
                  <a:cubicBezTo>
                    <a:pt x="7692" y="383000"/>
                    <a:pt x="9883" y="383191"/>
                    <a:pt x="10835" y="383476"/>
                  </a:cubicBezTo>
                  <a:cubicBezTo>
                    <a:pt x="11597" y="383762"/>
                    <a:pt x="12740" y="385286"/>
                    <a:pt x="13597" y="385381"/>
                  </a:cubicBezTo>
                  <a:cubicBezTo>
                    <a:pt x="14550" y="385477"/>
                    <a:pt x="16741" y="384810"/>
                    <a:pt x="17408" y="384143"/>
                  </a:cubicBezTo>
                  <a:cubicBezTo>
                    <a:pt x="18074" y="383476"/>
                    <a:pt x="18836" y="381286"/>
                    <a:pt x="18455" y="380428"/>
                  </a:cubicBezTo>
                  <a:cubicBezTo>
                    <a:pt x="18170" y="379762"/>
                    <a:pt x="16741" y="379190"/>
                    <a:pt x="16074" y="378905"/>
                  </a:cubicBezTo>
                  <a:cubicBezTo>
                    <a:pt x="15217" y="378619"/>
                    <a:pt x="13217" y="379095"/>
                    <a:pt x="12454" y="378523"/>
                  </a:cubicBezTo>
                  <a:cubicBezTo>
                    <a:pt x="11788" y="378047"/>
                    <a:pt x="10835" y="376523"/>
                    <a:pt x="10835" y="375666"/>
                  </a:cubicBezTo>
                  <a:cubicBezTo>
                    <a:pt x="10835" y="374809"/>
                    <a:pt x="12169" y="373571"/>
                    <a:pt x="12645" y="372809"/>
                  </a:cubicBezTo>
                  <a:cubicBezTo>
                    <a:pt x="13121" y="372142"/>
                    <a:pt x="14550" y="370999"/>
                    <a:pt x="14645" y="370142"/>
                  </a:cubicBezTo>
                  <a:cubicBezTo>
                    <a:pt x="14836" y="368998"/>
                    <a:pt x="14074" y="366713"/>
                    <a:pt x="13407" y="365855"/>
                  </a:cubicBezTo>
                  <a:cubicBezTo>
                    <a:pt x="13026" y="365284"/>
                    <a:pt x="11693" y="364331"/>
                    <a:pt x="11026" y="364236"/>
                  </a:cubicBezTo>
                  <a:cubicBezTo>
                    <a:pt x="10073" y="364141"/>
                    <a:pt x="8645" y="365760"/>
                    <a:pt x="7692" y="365760"/>
                  </a:cubicBezTo>
                  <a:cubicBezTo>
                    <a:pt x="6644" y="365760"/>
                    <a:pt x="4739" y="364903"/>
                    <a:pt x="3977" y="364236"/>
                  </a:cubicBezTo>
                  <a:cubicBezTo>
                    <a:pt x="3311" y="363569"/>
                    <a:pt x="2358" y="361664"/>
                    <a:pt x="2263" y="360712"/>
                  </a:cubicBezTo>
                  <a:cubicBezTo>
                    <a:pt x="2168" y="359950"/>
                    <a:pt x="2549" y="358140"/>
                    <a:pt x="3215" y="357664"/>
                  </a:cubicBezTo>
                  <a:cubicBezTo>
                    <a:pt x="4168" y="356806"/>
                    <a:pt x="7216" y="357664"/>
                    <a:pt x="8359" y="356997"/>
                  </a:cubicBezTo>
                  <a:cubicBezTo>
                    <a:pt x="9026" y="356616"/>
                    <a:pt x="9978" y="355282"/>
                    <a:pt x="10169" y="354521"/>
                  </a:cubicBezTo>
                  <a:cubicBezTo>
                    <a:pt x="10359" y="353568"/>
                    <a:pt x="9406" y="351663"/>
                    <a:pt x="9692" y="350806"/>
                  </a:cubicBezTo>
                  <a:cubicBezTo>
                    <a:pt x="9883" y="350044"/>
                    <a:pt x="11312" y="348996"/>
                    <a:pt x="11502" y="348234"/>
                  </a:cubicBezTo>
                  <a:cubicBezTo>
                    <a:pt x="11788" y="347377"/>
                    <a:pt x="11883" y="345567"/>
                    <a:pt x="11693" y="344710"/>
                  </a:cubicBezTo>
                  <a:cubicBezTo>
                    <a:pt x="11407" y="343852"/>
                    <a:pt x="9787" y="342710"/>
                    <a:pt x="9311" y="342043"/>
                  </a:cubicBezTo>
                  <a:cubicBezTo>
                    <a:pt x="8930" y="341471"/>
                    <a:pt x="8454" y="340043"/>
                    <a:pt x="7787" y="339661"/>
                  </a:cubicBezTo>
                  <a:cubicBezTo>
                    <a:pt x="7216" y="339376"/>
                    <a:pt x="5692" y="339471"/>
                    <a:pt x="5120" y="339852"/>
                  </a:cubicBezTo>
                  <a:cubicBezTo>
                    <a:pt x="4644" y="340138"/>
                    <a:pt x="4072" y="341281"/>
                    <a:pt x="4072" y="341757"/>
                  </a:cubicBezTo>
                  <a:cubicBezTo>
                    <a:pt x="4168" y="342519"/>
                    <a:pt x="5882" y="343376"/>
                    <a:pt x="5978" y="344138"/>
                  </a:cubicBezTo>
                  <a:cubicBezTo>
                    <a:pt x="6073" y="344900"/>
                    <a:pt x="5311" y="346710"/>
                    <a:pt x="4644" y="347091"/>
                  </a:cubicBezTo>
                  <a:cubicBezTo>
                    <a:pt x="3882" y="347567"/>
                    <a:pt x="1691" y="347663"/>
                    <a:pt x="929" y="347091"/>
                  </a:cubicBezTo>
                  <a:cubicBezTo>
                    <a:pt x="262" y="346615"/>
                    <a:pt x="167" y="344805"/>
                    <a:pt x="72" y="343948"/>
                  </a:cubicBezTo>
                  <a:cubicBezTo>
                    <a:pt x="-23" y="342710"/>
                    <a:pt x="-119" y="340138"/>
                    <a:pt x="453" y="339090"/>
                  </a:cubicBezTo>
                  <a:cubicBezTo>
                    <a:pt x="834" y="338328"/>
                    <a:pt x="2644" y="337566"/>
                    <a:pt x="3311" y="336899"/>
                  </a:cubicBezTo>
                  <a:cubicBezTo>
                    <a:pt x="3787" y="336328"/>
                    <a:pt x="4549" y="334994"/>
                    <a:pt x="4835" y="334232"/>
                  </a:cubicBezTo>
                  <a:cubicBezTo>
                    <a:pt x="5120" y="333375"/>
                    <a:pt x="4644" y="331565"/>
                    <a:pt x="5025" y="330803"/>
                  </a:cubicBezTo>
                  <a:cubicBezTo>
                    <a:pt x="5311" y="330136"/>
                    <a:pt x="6359" y="328993"/>
                    <a:pt x="7120" y="328803"/>
                  </a:cubicBezTo>
                  <a:cubicBezTo>
                    <a:pt x="7883" y="328422"/>
                    <a:pt x="9787" y="328422"/>
                    <a:pt x="10550" y="328803"/>
                  </a:cubicBezTo>
                  <a:cubicBezTo>
                    <a:pt x="11121" y="329089"/>
                    <a:pt x="11883" y="330136"/>
                    <a:pt x="12074" y="330708"/>
                  </a:cubicBezTo>
                  <a:cubicBezTo>
                    <a:pt x="12264" y="331470"/>
                    <a:pt x="11693" y="332994"/>
                    <a:pt x="11788" y="333756"/>
                  </a:cubicBezTo>
                  <a:cubicBezTo>
                    <a:pt x="11883" y="334899"/>
                    <a:pt x="12454" y="337185"/>
                    <a:pt x="13217" y="337947"/>
                  </a:cubicBezTo>
                  <a:cubicBezTo>
                    <a:pt x="13693" y="338423"/>
                    <a:pt x="15026" y="339090"/>
                    <a:pt x="15693" y="338899"/>
                  </a:cubicBezTo>
                  <a:cubicBezTo>
                    <a:pt x="16550" y="338709"/>
                    <a:pt x="17693" y="337280"/>
                    <a:pt x="18170" y="336614"/>
                  </a:cubicBezTo>
                  <a:cubicBezTo>
                    <a:pt x="18836" y="335661"/>
                    <a:pt x="19979" y="333565"/>
                    <a:pt x="20075" y="332422"/>
                  </a:cubicBezTo>
                  <a:cubicBezTo>
                    <a:pt x="20075" y="331470"/>
                    <a:pt x="19503" y="329374"/>
                    <a:pt x="18836" y="328613"/>
                  </a:cubicBezTo>
                  <a:cubicBezTo>
                    <a:pt x="18170" y="327851"/>
                    <a:pt x="15979" y="327565"/>
                    <a:pt x="15312" y="326803"/>
                  </a:cubicBezTo>
                  <a:cubicBezTo>
                    <a:pt x="14455" y="325850"/>
                    <a:pt x="13597" y="323374"/>
                    <a:pt x="13597" y="322231"/>
                  </a:cubicBezTo>
                  <a:cubicBezTo>
                    <a:pt x="13597" y="320897"/>
                    <a:pt x="14645" y="318135"/>
                    <a:pt x="15503" y="317182"/>
                  </a:cubicBezTo>
                  <a:cubicBezTo>
                    <a:pt x="16169" y="316325"/>
                    <a:pt x="18265" y="315182"/>
                    <a:pt x="19312" y="314992"/>
                  </a:cubicBezTo>
                  <a:cubicBezTo>
                    <a:pt x="19979" y="314801"/>
                    <a:pt x="21408" y="314992"/>
                    <a:pt x="22075" y="315277"/>
                  </a:cubicBezTo>
                  <a:cubicBezTo>
                    <a:pt x="22646" y="315563"/>
                    <a:pt x="23599" y="316421"/>
                    <a:pt x="23885" y="316992"/>
                  </a:cubicBezTo>
                  <a:cubicBezTo>
                    <a:pt x="24266" y="317849"/>
                    <a:pt x="23885" y="319945"/>
                    <a:pt x="24456" y="320707"/>
                  </a:cubicBezTo>
                  <a:cubicBezTo>
                    <a:pt x="24932" y="321469"/>
                    <a:pt x="26647" y="322231"/>
                    <a:pt x="27504" y="322517"/>
                  </a:cubicBezTo>
                  <a:cubicBezTo>
                    <a:pt x="28171" y="322707"/>
                    <a:pt x="29695" y="322707"/>
                    <a:pt x="30266" y="322326"/>
                  </a:cubicBezTo>
                  <a:cubicBezTo>
                    <a:pt x="30933" y="321945"/>
                    <a:pt x="31790" y="320516"/>
                    <a:pt x="31981" y="319754"/>
                  </a:cubicBezTo>
                  <a:cubicBezTo>
                    <a:pt x="32362" y="318706"/>
                    <a:pt x="32552" y="316325"/>
                    <a:pt x="31981" y="315373"/>
                  </a:cubicBezTo>
                  <a:cubicBezTo>
                    <a:pt x="31600" y="314801"/>
                    <a:pt x="30076" y="314325"/>
                    <a:pt x="29409" y="314135"/>
                  </a:cubicBezTo>
                  <a:cubicBezTo>
                    <a:pt x="28742" y="314039"/>
                    <a:pt x="27218" y="314515"/>
                    <a:pt x="26552" y="314230"/>
                  </a:cubicBezTo>
                  <a:cubicBezTo>
                    <a:pt x="25789" y="313849"/>
                    <a:pt x="24646" y="312230"/>
                    <a:pt x="24646" y="311372"/>
                  </a:cubicBezTo>
                  <a:cubicBezTo>
                    <a:pt x="24551" y="310134"/>
                    <a:pt x="26075" y="307943"/>
                    <a:pt x="26933" y="307086"/>
                  </a:cubicBezTo>
                  <a:cubicBezTo>
                    <a:pt x="27885" y="306134"/>
                    <a:pt x="30552" y="305467"/>
                    <a:pt x="31695" y="304800"/>
                  </a:cubicBezTo>
                  <a:cubicBezTo>
                    <a:pt x="32743" y="304228"/>
                    <a:pt x="34934" y="303371"/>
                    <a:pt x="35505" y="302419"/>
                  </a:cubicBezTo>
                  <a:cubicBezTo>
                    <a:pt x="35981" y="301561"/>
                    <a:pt x="35886" y="299561"/>
                    <a:pt x="35600" y="298704"/>
                  </a:cubicBezTo>
                  <a:cubicBezTo>
                    <a:pt x="35410" y="298037"/>
                    <a:pt x="34553" y="296704"/>
                    <a:pt x="33791" y="296609"/>
                  </a:cubicBezTo>
                  <a:cubicBezTo>
                    <a:pt x="33314" y="296609"/>
                    <a:pt x="32743" y="297371"/>
                    <a:pt x="32457" y="297751"/>
                  </a:cubicBezTo>
                  <a:cubicBezTo>
                    <a:pt x="31981" y="298323"/>
                    <a:pt x="31600" y="299942"/>
                    <a:pt x="30933" y="300323"/>
                  </a:cubicBezTo>
                  <a:cubicBezTo>
                    <a:pt x="30171" y="300799"/>
                    <a:pt x="28076" y="300799"/>
                    <a:pt x="27218" y="300514"/>
                  </a:cubicBezTo>
                  <a:cubicBezTo>
                    <a:pt x="26170" y="300133"/>
                    <a:pt x="24646" y="298514"/>
                    <a:pt x="23885" y="297751"/>
                  </a:cubicBezTo>
                  <a:cubicBezTo>
                    <a:pt x="23218" y="296989"/>
                    <a:pt x="21884" y="295275"/>
                    <a:pt x="21503" y="294322"/>
                  </a:cubicBezTo>
                  <a:cubicBezTo>
                    <a:pt x="21027" y="293084"/>
                    <a:pt x="20551" y="290513"/>
                    <a:pt x="20837" y="289274"/>
                  </a:cubicBezTo>
                  <a:cubicBezTo>
                    <a:pt x="21218" y="287846"/>
                    <a:pt x="23504" y="285655"/>
                    <a:pt x="24551" y="284702"/>
                  </a:cubicBezTo>
                  <a:cubicBezTo>
                    <a:pt x="25313" y="284035"/>
                    <a:pt x="26933" y="282226"/>
                    <a:pt x="27980" y="282321"/>
                  </a:cubicBezTo>
                  <a:cubicBezTo>
                    <a:pt x="29123" y="282416"/>
                    <a:pt x="29790" y="285369"/>
                    <a:pt x="30838" y="285560"/>
                  </a:cubicBezTo>
                  <a:cubicBezTo>
                    <a:pt x="31790" y="285750"/>
                    <a:pt x="33314" y="284226"/>
                    <a:pt x="34171" y="283940"/>
                  </a:cubicBezTo>
                  <a:cubicBezTo>
                    <a:pt x="35124" y="283655"/>
                    <a:pt x="37029" y="283750"/>
                    <a:pt x="37886" y="283464"/>
                  </a:cubicBezTo>
                  <a:cubicBezTo>
                    <a:pt x="38839" y="283083"/>
                    <a:pt x="40839" y="281940"/>
                    <a:pt x="41220" y="281083"/>
                  </a:cubicBezTo>
                  <a:cubicBezTo>
                    <a:pt x="41601" y="280130"/>
                    <a:pt x="40458" y="277844"/>
                    <a:pt x="40744" y="276797"/>
                  </a:cubicBezTo>
                  <a:cubicBezTo>
                    <a:pt x="40934" y="276130"/>
                    <a:pt x="41792" y="274892"/>
                    <a:pt x="42458" y="274510"/>
                  </a:cubicBezTo>
                  <a:cubicBezTo>
                    <a:pt x="43220" y="274034"/>
                    <a:pt x="45125" y="274130"/>
                    <a:pt x="45983" y="274034"/>
                  </a:cubicBezTo>
                  <a:cubicBezTo>
                    <a:pt x="46649" y="273939"/>
                    <a:pt x="48173" y="274034"/>
                    <a:pt x="48840" y="273748"/>
                  </a:cubicBezTo>
                  <a:cubicBezTo>
                    <a:pt x="49602" y="273463"/>
                    <a:pt x="51126" y="272415"/>
                    <a:pt x="51602" y="271653"/>
                  </a:cubicBezTo>
                  <a:cubicBezTo>
                    <a:pt x="52079" y="270796"/>
                    <a:pt x="52460" y="268700"/>
                    <a:pt x="51983" y="267938"/>
                  </a:cubicBezTo>
                  <a:cubicBezTo>
                    <a:pt x="51507" y="267081"/>
                    <a:pt x="49221" y="266414"/>
                    <a:pt x="48269" y="266128"/>
                  </a:cubicBezTo>
                  <a:cubicBezTo>
                    <a:pt x="47316" y="265938"/>
                    <a:pt x="45411" y="266605"/>
                    <a:pt x="44554" y="266319"/>
                  </a:cubicBezTo>
                  <a:cubicBezTo>
                    <a:pt x="43887" y="266128"/>
                    <a:pt x="42649" y="265462"/>
                    <a:pt x="42363" y="264890"/>
                  </a:cubicBezTo>
                  <a:cubicBezTo>
                    <a:pt x="41982" y="264128"/>
                    <a:pt x="42363" y="262318"/>
                    <a:pt x="42649" y="261461"/>
                  </a:cubicBezTo>
                  <a:cubicBezTo>
                    <a:pt x="42935" y="260604"/>
                    <a:pt x="43982" y="258889"/>
                    <a:pt x="44744" y="258413"/>
                  </a:cubicBezTo>
                  <a:cubicBezTo>
                    <a:pt x="45602" y="257937"/>
                    <a:pt x="47887" y="257937"/>
                    <a:pt x="48935" y="258032"/>
                  </a:cubicBezTo>
                  <a:cubicBezTo>
                    <a:pt x="49983" y="258032"/>
                    <a:pt x="52079" y="258223"/>
                    <a:pt x="52936" y="258699"/>
                  </a:cubicBezTo>
                  <a:cubicBezTo>
                    <a:pt x="53603" y="259080"/>
                    <a:pt x="54269" y="260794"/>
                    <a:pt x="55031" y="260985"/>
                  </a:cubicBezTo>
                  <a:cubicBezTo>
                    <a:pt x="55603" y="261080"/>
                    <a:pt x="56841" y="260318"/>
                    <a:pt x="57127" y="259842"/>
                  </a:cubicBezTo>
                  <a:cubicBezTo>
                    <a:pt x="57698" y="259080"/>
                    <a:pt x="57698" y="256985"/>
                    <a:pt x="57508" y="256127"/>
                  </a:cubicBezTo>
                  <a:cubicBezTo>
                    <a:pt x="57317" y="255270"/>
                    <a:pt x="56270" y="253651"/>
                    <a:pt x="55508" y="253174"/>
                  </a:cubicBezTo>
                  <a:cubicBezTo>
                    <a:pt x="54460" y="252413"/>
                    <a:pt x="51507" y="252413"/>
                    <a:pt x="50364" y="251746"/>
                  </a:cubicBezTo>
                  <a:cubicBezTo>
                    <a:pt x="49412" y="251174"/>
                    <a:pt x="47792" y="249460"/>
                    <a:pt x="47316" y="248412"/>
                  </a:cubicBezTo>
                  <a:cubicBezTo>
                    <a:pt x="46840" y="247269"/>
                    <a:pt x="46268" y="244793"/>
                    <a:pt x="46649" y="243554"/>
                  </a:cubicBezTo>
                  <a:cubicBezTo>
                    <a:pt x="46840" y="244126"/>
                    <a:pt x="46935" y="243935"/>
                    <a:pt x="47126" y="243649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2" name="Freeform: Shape 48">
              <a:extLst>
                <a:ext uri="{FF2B5EF4-FFF2-40B4-BE49-F238E27FC236}">
                  <a16:creationId xmlns:a16="http://schemas.microsoft.com/office/drawing/2014/main" id="{D3C8A6D2-7BD4-F400-E1B9-E5F90A0CCAEE}"/>
                </a:ext>
              </a:extLst>
            </p:cNvPr>
            <p:cNvSpPr/>
            <p:nvPr/>
          </p:nvSpPr>
          <p:spPr>
            <a:xfrm>
              <a:off x="7034784" y="3183731"/>
              <a:ext cx="876300" cy="485775"/>
            </a:xfrm>
            <a:custGeom>
              <a:avLst/>
              <a:gdLst>
                <a:gd name="connsiteX0" fmla="*/ 498253 w 876300"/>
                <a:gd name="connsiteY0" fmla="*/ 9620 h 485775"/>
                <a:gd name="connsiteX1" fmla="*/ 498729 w 876300"/>
                <a:gd name="connsiteY1" fmla="*/ 9049 h 485775"/>
                <a:gd name="connsiteX2" fmla="*/ 502348 w 876300"/>
                <a:gd name="connsiteY2" fmla="*/ 6191 h 485775"/>
                <a:gd name="connsiteX3" fmla="*/ 503301 w 876300"/>
                <a:gd name="connsiteY3" fmla="*/ 1524 h 485775"/>
                <a:gd name="connsiteX4" fmla="*/ 507016 w 876300"/>
                <a:gd name="connsiteY4" fmla="*/ 1333 h 485775"/>
                <a:gd name="connsiteX5" fmla="*/ 510254 w 876300"/>
                <a:gd name="connsiteY5" fmla="*/ 2762 h 485775"/>
                <a:gd name="connsiteX6" fmla="*/ 512064 w 876300"/>
                <a:gd name="connsiteY6" fmla="*/ 6191 h 485775"/>
                <a:gd name="connsiteX7" fmla="*/ 515207 w 876300"/>
                <a:gd name="connsiteY7" fmla="*/ 6572 h 485775"/>
                <a:gd name="connsiteX8" fmla="*/ 519208 w 876300"/>
                <a:gd name="connsiteY8" fmla="*/ 8572 h 485775"/>
                <a:gd name="connsiteX9" fmla="*/ 521589 w 876300"/>
                <a:gd name="connsiteY9" fmla="*/ 10573 h 485775"/>
                <a:gd name="connsiteX10" fmla="*/ 525780 w 876300"/>
                <a:gd name="connsiteY10" fmla="*/ 9906 h 485775"/>
                <a:gd name="connsiteX11" fmla="*/ 528066 w 876300"/>
                <a:gd name="connsiteY11" fmla="*/ 6763 h 485775"/>
                <a:gd name="connsiteX12" fmla="*/ 530352 w 876300"/>
                <a:gd name="connsiteY12" fmla="*/ 5239 h 485775"/>
                <a:gd name="connsiteX13" fmla="*/ 534448 w 876300"/>
                <a:gd name="connsiteY13" fmla="*/ 4667 h 485775"/>
                <a:gd name="connsiteX14" fmla="*/ 536257 w 876300"/>
                <a:gd name="connsiteY14" fmla="*/ 1810 h 485775"/>
                <a:gd name="connsiteX15" fmla="*/ 540830 w 876300"/>
                <a:gd name="connsiteY15" fmla="*/ 0 h 485775"/>
                <a:gd name="connsiteX16" fmla="*/ 542544 w 876300"/>
                <a:gd name="connsiteY16" fmla="*/ 571 h 485775"/>
                <a:gd name="connsiteX17" fmla="*/ 544259 w 876300"/>
                <a:gd name="connsiteY17" fmla="*/ 4096 h 485775"/>
                <a:gd name="connsiteX18" fmla="*/ 544830 w 876300"/>
                <a:gd name="connsiteY18" fmla="*/ 8096 h 485775"/>
                <a:gd name="connsiteX19" fmla="*/ 549307 w 876300"/>
                <a:gd name="connsiteY19" fmla="*/ 10954 h 485775"/>
                <a:gd name="connsiteX20" fmla="*/ 554450 w 876300"/>
                <a:gd name="connsiteY20" fmla="*/ 10382 h 485775"/>
                <a:gd name="connsiteX21" fmla="*/ 558832 w 876300"/>
                <a:gd name="connsiteY21" fmla="*/ 12383 h 485775"/>
                <a:gd name="connsiteX22" fmla="*/ 562547 w 876300"/>
                <a:gd name="connsiteY22" fmla="*/ 14764 h 485775"/>
                <a:gd name="connsiteX23" fmla="*/ 562832 w 876300"/>
                <a:gd name="connsiteY23" fmla="*/ 18574 h 485775"/>
                <a:gd name="connsiteX24" fmla="*/ 565976 w 876300"/>
                <a:gd name="connsiteY24" fmla="*/ 23241 h 485775"/>
                <a:gd name="connsiteX25" fmla="*/ 570071 w 876300"/>
                <a:gd name="connsiteY25" fmla="*/ 26670 h 485775"/>
                <a:gd name="connsiteX26" fmla="*/ 572643 w 876300"/>
                <a:gd name="connsiteY26" fmla="*/ 30480 h 485775"/>
                <a:gd name="connsiteX27" fmla="*/ 573691 w 876300"/>
                <a:gd name="connsiteY27" fmla="*/ 36957 h 485775"/>
                <a:gd name="connsiteX28" fmla="*/ 574834 w 876300"/>
                <a:gd name="connsiteY28" fmla="*/ 41529 h 485775"/>
                <a:gd name="connsiteX29" fmla="*/ 580358 w 876300"/>
                <a:gd name="connsiteY29" fmla="*/ 43053 h 485775"/>
                <a:gd name="connsiteX30" fmla="*/ 586835 w 876300"/>
                <a:gd name="connsiteY30" fmla="*/ 43720 h 485775"/>
                <a:gd name="connsiteX31" fmla="*/ 590360 w 876300"/>
                <a:gd name="connsiteY31" fmla="*/ 45720 h 485775"/>
                <a:gd name="connsiteX32" fmla="*/ 597122 w 876300"/>
                <a:gd name="connsiteY32" fmla="*/ 46006 h 485775"/>
                <a:gd name="connsiteX33" fmla="*/ 602075 w 876300"/>
                <a:gd name="connsiteY33" fmla="*/ 44196 h 485775"/>
                <a:gd name="connsiteX34" fmla="*/ 605600 w 876300"/>
                <a:gd name="connsiteY34" fmla="*/ 41624 h 485775"/>
                <a:gd name="connsiteX35" fmla="*/ 610362 w 876300"/>
                <a:gd name="connsiteY35" fmla="*/ 41624 h 485775"/>
                <a:gd name="connsiteX36" fmla="*/ 613886 w 876300"/>
                <a:gd name="connsiteY36" fmla="*/ 43434 h 485775"/>
                <a:gd name="connsiteX37" fmla="*/ 619411 w 876300"/>
                <a:gd name="connsiteY37" fmla="*/ 43625 h 485775"/>
                <a:gd name="connsiteX38" fmla="*/ 621982 w 876300"/>
                <a:gd name="connsiteY38" fmla="*/ 45149 h 485775"/>
                <a:gd name="connsiteX39" fmla="*/ 623411 w 876300"/>
                <a:gd name="connsiteY39" fmla="*/ 49911 h 485775"/>
                <a:gd name="connsiteX40" fmla="*/ 625983 w 876300"/>
                <a:gd name="connsiteY40" fmla="*/ 50197 h 485775"/>
                <a:gd name="connsiteX41" fmla="*/ 630460 w 876300"/>
                <a:gd name="connsiteY41" fmla="*/ 50578 h 485775"/>
                <a:gd name="connsiteX42" fmla="*/ 631317 w 876300"/>
                <a:gd name="connsiteY42" fmla="*/ 54388 h 485775"/>
                <a:gd name="connsiteX43" fmla="*/ 632460 w 876300"/>
                <a:gd name="connsiteY43" fmla="*/ 57817 h 485775"/>
                <a:gd name="connsiteX44" fmla="*/ 636842 w 876300"/>
                <a:gd name="connsiteY44" fmla="*/ 58388 h 485775"/>
                <a:gd name="connsiteX45" fmla="*/ 643604 w 876300"/>
                <a:gd name="connsiteY45" fmla="*/ 59531 h 485775"/>
                <a:gd name="connsiteX46" fmla="*/ 648176 w 876300"/>
                <a:gd name="connsiteY46" fmla="*/ 58388 h 485775"/>
                <a:gd name="connsiteX47" fmla="*/ 649605 w 876300"/>
                <a:gd name="connsiteY47" fmla="*/ 51340 h 485775"/>
                <a:gd name="connsiteX48" fmla="*/ 653701 w 876300"/>
                <a:gd name="connsiteY48" fmla="*/ 50101 h 485775"/>
                <a:gd name="connsiteX49" fmla="*/ 656939 w 876300"/>
                <a:gd name="connsiteY49" fmla="*/ 46101 h 485775"/>
                <a:gd name="connsiteX50" fmla="*/ 662178 w 876300"/>
                <a:gd name="connsiteY50" fmla="*/ 44958 h 485775"/>
                <a:gd name="connsiteX51" fmla="*/ 667226 w 876300"/>
                <a:gd name="connsiteY51" fmla="*/ 45911 h 485775"/>
                <a:gd name="connsiteX52" fmla="*/ 671513 w 876300"/>
                <a:gd name="connsiteY52" fmla="*/ 48768 h 485775"/>
                <a:gd name="connsiteX53" fmla="*/ 677037 w 876300"/>
                <a:gd name="connsiteY53" fmla="*/ 49054 h 485775"/>
                <a:gd name="connsiteX54" fmla="*/ 682371 w 876300"/>
                <a:gd name="connsiteY54" fmla="*/ 49054 h 485775"/>
                <a:gd name="connsiteX55" fmla="*/ 686181 w 876300"/>
                <a:gd name="connsiteY55" fmla="*/ 51054 h 485775"/>
                <a:gd name="connsiteX56" fmla="*/ 688277 w 876300"/>
                <a:gd name="connsiteY56" fmla="*/ 54578 h 485775"/>
                <a:gd name="connsiteX57" fmla="*/ 692944 w 876300"/>
                <a:gd name="connsiteY57" fmla="*/ 56674 h 485775"/>
                <a:gd name="connsiteX58" fmla="*/ 694944 w 876300"/>
                <a:gd name="connsiteY58" fmla="*/ 52292 h 485775"/>
                <a:gd name="connsiteX59" fmla="*/ 697802 w 876300"/>
                <a:gd name="connsiteY59" fmla="*/ 50863 h 485775"/>
                <a:gd name="connsiteX60" fmla="*/ 702850 w 876300"/>
                <a:gd name="connsiteY60" fmla="*/ 51816 h 485775"/>
                <a:gd name="connsiteX61" fmla="*/ 709898 w 876300"/>
                <a:gd name="connsiteY61" fmla="*/ 49244 h 485775"/>
                <a:gd name="connsiteX62" fmla="*/ 710755 w 876300"/>
                <a:gd name="connsiteY62" fmla="*/ 44958 h 485775"/>
                <a:gd name="connsiteX63" fmla="*/ 710755 w 876300"/>
                <a:gd name="connsiteY63" fmla="*/ 41434 h 485775"/>
                <a:gd name="connsiteX64" fmla="*/ 715042 w 876300"/>
                <a:gd name="connsiteY64" fmla="*/ 39148 h 485775"/>
                <a:gd name="connsiteX65" fmla="*/ 716566 w 876300"/>
                <a:gd name="connsiteY65" fmla="*/ 35338 h 485775"/>
                <a:gd name="connsiteX66" fmla="*/ 717804 w 876300"/>
                <a:gd name="connsiteY66" fmla="*/ 31242 h 485775"/>
                <a:gd name="connsiteX67" fmla="*/ 722757 w 876300"/>
                <a:gd name="connsiteY67" fmla="*/ 30289 h 485775"/>
                <a:gd name="connsiteX68" fmla="*/ 726377 w 876300"/>
                <a:gd name="connsiteY68" fmla="*/ 28575 h 485775"/>
                <a:gd name="connsiteX69" fmla="*/ 730377 w 876300"/>
                <a:gd name="connsiteY69" fmla="*/ 24955 h 485775"/>
                <a:gd name="connsiteX70" fmla="*/ 735044 w 876300"/>
                <a:gd name="connsiteY70" fmla="*/ 24098 h 485775"/>
                <a:gd name="connsiteX71" fmla="*/ 739140 w 876300"/>
                <a:gd name="connsiteY71" fmla="*/ 25908 h 485775"/>
                <a:gd name="connsiteX72" fmla="*/ 739235 w 876300"/>
                <a:gd name="connsiteY72" fmla="*/ 30671 h 485775"/>
                <a:gd name="connsiteX73" fmla="*/ 738378 w 876300"/>
                <a:gd name="connsiteY73" fmla="*/ 34957 h 485775"/>
                <a:gd name="connsiteX74" fmla="*/ 741521 w 876300"/>
                <a:gd name="connsiteY74" fmla="*/ 37814 h 485775"/>
                <a:gd name="connsiteX75" fmla="*/ 741807 w 876300"/>
                <a:gd name="connsiteY75" fmla="*/ 42196 h 485775"/>
                <a:gd name="connsiteX76" fmla="*/ 744188 w 876300"/>
                <a:gd name="connsiteY76" fmla="*/ 47816 h 485775"/>
                <a:gd name="connsiteX77" fmla="*/ 750856 w 876300"/>
                <a:gd name="connsiteY77" fmla="*/ 52292 h 485775"/>
                <a:gd name="connsiteX78" fmla="*/ 756380 w 876300"/>
                <a:gd name="connsiteY78" fmla="*/ 49911 h 485775"/>
                <a:gd name="connsiteX79" fmla="*/ 762000 w 876300"/>
                <a:gd name="connsiteY79" fmla="*/ 50863 h 485775"/>
                <a:gd name="connsiteX80" fmla="*/ 764953 w 876300"/>
                <a:gd name="connsiteY80" fmla="*/ 54578 h 485775"/>
                <a:gd name="connsiteX81" fmla="*/ 770287 w 876300"/>
                <a:gd name="connsiteY81" fmla="*/ 57245 h 485775"/>
                <a:gd name="connsiteX82" fmla="*/ 775525 w 876300"/>
                <a:gd name="connsiteY82" fmla="*/ 59912 h 485775"/>
                <a:gd name="connsiteX83" fmla="*/ 776478 w 876300"/>
                <a:gd name="connsiteY83" fmla="*/ 63532 h 485775"/>
                <a:gd name="connsiteX84" fmla="*/ 779621 w 876300"/>
                <a:gd name="connsiteY84" fmla="*/ 69533 h 485775"/>
                <a:gd name="connsiteX85" fmla="*/ 779907 w 876300"/>
                <a:gd name="connsiteY85" fmla="*/ 69723 h 485775"/>
                <a:gd name="connsiteX86" fmla="*/ 779431 w 876300"/>
                <a:gd name="connsiteY86" fmla="*/ 74104 h 485775"/>
                <a:gd name="connsiteX87" fmla="*/ 780955 w 876300"/>
                <a:gd name="connsiteY87" fmla="*/ 79058 h 485775"/>
                <a:gd name="connsiteX88" fmla="*/ 783717 w 876300"/>
                <a:gd name="connsiteY88" fmla="*/ 81725 h 485775"/>
                <a:gd name="connsiteX89" fmla="*/ 786670 w 876300"/>
                <a:gd name="connsiteY89" fmla="*/ 88201 h 485775"/>
                <a:gd name="connsiteX90" fmla="*/ 787051 w 876300"/>
                <a:gd name="connsiteY90" fmla="*/ 92297 h 485775"/>
                <a:gd name="connsiteX91" fmla="*/ 784479 w 876300"/>
                <a:gd name="connsiteY91" fmla="*/ 95536 h 485775"/>
                <a:gd name="connsiteX92" fmla="*/ 783050 w 876300"/>
                <a:gd name="connsiteY92" fmla="*/ 98679 h 485775"/>
                <a:gd name="connsiteX93" fmla="*/ 784765 w 876300"/>
                <a:gd name="connsiteY93" fmla="*/ 103632 h 485775"/>
                <a:gd name="connsiteX94" fmla="*/ 783527 w 876300"/>
                <a:gd name="connsiteY94" fmla="*/ 106775 h 485775"/>
                <a:gd name="connsiteX95" fmla="*/ 781526 w 876300"/>
                <a:gd name="connsiteY95" fmla="*/ 108585 h 485775"/>
                <a:gd name="connsiteX96" fmla="*/ 781717 w 876300"/>
                <a:gd name="connsiteY96" fmla="*/ 111538 h 485775"/>
                <a:gd name="connsiteX97" fmla="*/ 784670 w 876300"/>
                <a:gd name="connsiteY97" fmla="*/ 114681 h 485775"/>
                <a:gd name="connsiteX98" fmla="*/ 788480 w 876300"/>
                <a:gd name="connsiteY98" fmla="*/ 116110 h 485775"/>
                <a:gd name="connsiteX99" fmla="*/ 790194 w 876300"/>
                <a:gd name="connsiteY99" fmla="*/ 118396 h 485775"/>
                <a:gd name="connsiteX100" fmla="*/ 794004 w 876300"/>
                <a:gd name="connsiteY100" fmla="*/ 120205 h 485775"/>
                <a:gd name="connsiteX101" fmla="*/ 798005 w 876300"/>
                <a:gd name="connsiteY101" fmla="*/ 126016 h 485775"/>
                <a:gd name="connsiteX102" fmla="*/ 800291 w 876300"/>
                <a:gd name="connsiteY102" fmla="*/ 130302 h 485775"/>
                <a:gd name="connsiteX103" fmla="*/ 806005 w 876300"/>
                <a:gd name="connsiteY103" fmla="*/ 132112 h 485775"/>
                <a:gd name="connsiteX104" fmla="*/ 806958 w 876300"/>
                <a:gd name="connsiteY104" fmla="*/ 138875 h 485775"/>
                <a:gd name="connsiteX105" fmla="*/ 805149 w 876300"/>
                <a:gd name="connsiteY105" fmla="*/ 142113 h 485775"/>
                <a:gd name="connsiteX106" fmla="*/ 809244 w 876300"/>
                <a:gd name="connsiteY106" fmla="*/ 143256 h 485775"/>
                <a:gd name="connsiteX107" fmla="*/ 815150 w 876300"/>
                <a:gd name="connsiteY107" fmla="*/ 145923 h 485775"/>
                <a:gd name="connsiteX108" fmla="*/ 817721 w 876300"/>
                <a:gd name="connsiteY108" fmla="*/ 152114 h 485775"/>
                <a:gd name="connsiteX109" fmla="*/ 819436 w 876300"/>
                <a:gd name="connsiteY109" fmla="*/ 156591 h 485775"/>
                <a:gd name="connsiteX110" fmla="*/ 823722 w 876300"/>
                <a:gd name="connsiteY110" fmla="*/ 158972 h 485775"/>
                <a:gd name="connsiteX111" fmla="*/ 828675 w 876300"/>
                <a:gd name="connsiteY111" fmla="*/ 160972 h 485775"/>
                <a:gd name="connsiteX112" fmla="*/ 830580 w 876300"/>
                <a:gd name="connsiteY112" fmla="*/ 163639 h 485775"/>
                <a:gd name="connsiteX113" fmla="*/ 830580 w 876300"/>
                <a:gd name="connsiteY113" fmla="*/ 168497 h 485775"/>
                <a:gd name="connsiteX114" fmla="*/ 834485 w 876300"/>
                <a:gd name="connsiteY114" fmla="*/ 171641 h 485775"/>
                <a:gd name="connsiteX115" fmla="*/ 836295 w 876300"/>
                <a:gd name="connsiteY115" fmla="*/ 176213 h 485775"/>
                <a:gd name="connsiteX116" fmla="*/ 838676 w 876300"/>
                <a:gd name="connsiteY116" fmla="*/ 178499 h 485775"/>
                <a:gd name="connsiteX117" fmla="*/ 845344 w 876300"/>
                <a:gd name="connsiteY117" fmla="*/ 178117 h 485775"/>
                <a:gd name="connsiteX118" fmla="*/ 848011 w 876300"/>
                <a:gd name="connsiteY118" fmla="*/ 181070 h 485775"/>
                <a:gd name="connsiteX119" fmla="*/ 851535 w 876300"/>
                <a:gd name="connsiteY119" fmla="*/ 177546 h 485775"/>
                <a:gd name="connsiteX120" fmla="*/ 854964 w 876300"/>
                <a:gd name="connsiteY120" fmla="*/ 183451 h 485775"/>
                <a:gd name="connsiteX121" fmla="*/ 858774 w 876300"/>
                <a:gd name="connsiteY121" fmla="*/ 185547 h 485775"/>
                <a:gd name="connsiteX122" fmla="*/ 858488 w 876300"/>
                <a:gd name="connsiteY122" fmla="*/ 189833 h 485775"/>
                <a:gd name="connsiteX123" fmla="*/ 861917 w 876300"/>
                <a:gd name="connsiteY123" fmla="*/ 190214 h 485775"/>
                <a:gd name="connsiteX124" fmla="*/ 865727 w 876300"/>
                <a:gd name="connsiteY124" fmla="*/ 189643 h 485775"/>
                <a:gd name="connsiteX125" fmla="*/ 869823 w 876300"/>
                <a:gd name="connsiteY125" fmla="*/ 192310 h 485775"/>
                <a:gd name="connsiteX126" fmla="*/ 875443 w 876300"/>
                <a:gd name="connsiteY126" fmla="*/ 191071 h 485775"/>
                <a:gd name="connsiteX127" fmla="*/ 876586 w 876300"/>
                <a:gd name="connsiteY127" fmla="*/ 190500 h 485775"/>
                <a:gd name="connsiteX128" fmla="*/ 876586 w 876300"/>
                <a:gd name="connsiteY128" fmla="*/ 194120 h 485775"/>
                <a:gd name="connsiteX129" fmla="*/ 842867 w 876300"/>
                <a:gd name="connsiteY129" fmla="*/ 237839 h 485775"/>
                <a:gd name="connsiteX130" fmla="*/ 839343 w 876300"/>
                <a:gd name="connsiteY130" fmla="*/ 241745 h 485775"/>
                <a:gd name="connsiteX131" fmla="*/ 832675 w 876300"/>
                <a:gd name="connsiteY131" fmla="*/ 244316 h 485775"/>
                <a:gd name="connsiteX132" fmla="*/ 826008 w 876300"/>
                <a:gd name="connsiteY132" fmla="*/ 249269 h 485775"/>
                <a:gd name="connsiteX133" fmla="*/ 818388 w 876300"/>
                <a:gd name="connsiteY133" fmla="*/ 254508 h 485775"/>
                <a:gd name="connsiteX134" fmla="*/ 813816 w 876300"/>
                <a:gd name="connsiteY134" fmla="*/ 260033 h 485775"/>
                <a:gd name="connsiteX135" fmla="*/ 807815 w 876300"/>
                <a:gd name="connsiteY135" fmla="*/ 266129 h 485775"/>
                <a:gd name="connsiteX136" fmla="*/ 803053 w 876300"/>
                <a:gd name="connsiteY136" fmla="*/ 268700 h 485775"/>
                <a:gd name="connsiteX137" fmla="*/ 801624 w 876300"/>
                <a:gd name="connsiteY137" fmla="*/ 272320 h 485775"/>
                <a:gd name="connsiteX138" fmla="*/ 802577 w 876300"/>
                <a:gd name="connsiteY138" fmla="*/ 276892 h 485775"/>
                <a:gd name="connsiteX139" fmla="*/ 802005 w 876300"/>
                <a:gd name="connsiteY139" fmla="*/ 281750 h 485775"/>
                <a:gd name="connsiteX140" fmla="*/ 799052 w 876300"/>
                <a:gd name="connsiteY140" fmla="*/ 285274 h 485775"/>
                <a:gd name="connsiteX141" fmla="*/ 797052 w 876300"/>
                <a:gd name="connsiteY141" fmla="*/ 289560 h 485775"/>
                <a:gd name="connsiteX142" fmla="*/ 791718 w 876300"/>
                <a:gd name="connsiteY142" fmla="*/ 289560 h 485775"/>
                <a:gd name="connsiteX143" fmla="*/ 789432 w 876300"/>
                <a:gd name="connsiteY143" fmla="*/ 294227 h 485775"/>
                <a:gd name="connsiteX144" fmla="*/ 786575 w 876300"/>
                <a:gd name="connsiteY144" fmla="*/ 296799 h 485775"/>
                <a:gd name="connsiteX145" fmla="*/ 788384 w 876300"/>
                <a:gd name="connsiteY145" fmla="*/ 302133 h 485775"/>
                <a:gd name="connsiteX146" fmla="*/ 788384 w 876300"/>
                <a:gd name="connsiteY146" fmla="*/ 307467 h 485775"/>
                <a:gd name="connsiteX147" fmla="*/ 787527 w 876300"/>
                <a:gd name="connsiteY147" fmla="*/ 310896 h 485775"/>
                <a:gd name="connsiteX148" fmla="*/ 783527 w 876300"/>
                <a:gd name="connsiteY148" fmla="*/ 313563 h 485775"/>
                <a:gd name="connsiteX149" fmla="*/ 778859 w 876300"/>
                <a:gd name="connsiteY149" fmla="*/ 315278 h 485775"/>
                <a:gd name="connsiteX150" fmla="*/ 774382 w 876300"/>
                <a:gd name="connsiteY150" fmla="*/ 318707 h 485775"/>
                <a:gd name="connsiteX151" fmla="*/ 770954 w 876300"/>
                <a:gd name="connsiteY151" fmla="*/ 319564 h 485775"/>
                <a:gd name="connsiteX152" fmla="*/ 768001 w 876300"/>
                <a:gd name="connsiteY152" fmla="*/ 318897 h 485775"/>
                <a:gd name="connsiteX153" fmla="*/ 763334 w 876300"/>
                <a:gd name="connsiteY153" fmla="*/ 321469 h 485775"/>
                <a:gd name="connsiteX154" fmla="*/ 763143 w 876300"/>
                <a:gd name="connsiteY154" fmla="*/ 324993 h 485775"/>
                <a:gd name="connsiteX155" fmla="*/ 762191 w 876300"/>
                <a:gd name="connsiteY155" fmla="*/ 329279 h 485775"/>
                <a:gd name="connsiteX156" fmla="*/ 760762 w 876300"/>
                <a:gd name="connsiteY156" fmla="*/ 332137 h 485775"/>
                <a:gd name="connsiteX157" fmla="*/ 760952 w 876300"/>
                <a:gd name="connsiteY157" fmla="*/ 336899 h 485775"/>
                <a:gd name="connsiteX158" fmla="*/ 758285 w 876300"/>
                <a:gd name="connsiteY158" fmla="*/ 339757 h 485775"/>
                <a:gd name="connsiteX159" fmla="*/ 753618 w 876300"/>
                <a:gd name="connsiteY159" fmla="*/ 339947 h 485775"/>
                <a:gd name="connsiteX160" fmla="*/ 748760 w 876300"/>
                <a:gd name="connsiteY160" fmla="*/ 342614 h 485775"/>
                <a:gd name="connsiteX161" fmla="*/ 740283 w 876300"/>
                <a:gd name="connsiteY161" fmla="*/ 346900 h 485775"/>
                <a:gd name="connsiteX162" fmla="*/ 734378 w 876300"/>
                <a:gd name="connsiteY162" fmla="*/ 350520 h 485775"/>
                <a:gd name="connsiteX163" fmla="*/ 729520 w 876300"/>
                <a:gd name="connsiteY163" fmla="*/ 355378 h 485775"/>
                <a:gd name="connsiteX164" fmla="*/ 725043 w 876300"/>
                <a:gd name="connsiteY164" fmla="*/ 356425 h 485775"/>
                <a:gd name="connsiteX165" fmla="*/ 717804 w 876300"/>
                <a:gd name="connsiteY165" fmla="*/ 357283 h 485775"/>
                <a:gd name="connsiteX166" fmla="*/ 712661 w 876300"/>
                <a:gd name="connsiteY166" fmla="*/ 361474 h 485775"/>
                <a:gd name="connsiteX167" fmla="*/ 707327 w 876300"/>
                <a:gd name="connsiteY167" fmla="*/ 364236 h 485775"/>
                <a:gd name="connsiteX168" fmla="*/ 701612 w 876300"/>
                <a:gd name="connsiteY168" fmla="*/ 369380 h 485775"/>
                <a:gd name="connsiteX169" fmla="*/ 699992 w 876300"/>
                <a:gd name="connsiteY169" fmla="*/ 371475 h 485775"/>
                <a:gd name="connsiteX170" fmla="*/ 697135 w 876300"/>
                <a:gd name="connsiteY170" fmla="*/ 374713 h 485775"/>
                <a:gd name="connsiteX171" fmla="*/ 691610 w 876300"/>
                <a:gd name="connsiteY171" fmla="*/ 375761 h 485775"/>
                <a:gd name="connsiteX172" fmla="*/ 663988 w 876300"/>
                <a:gd name="connsiteY172" fmla="*/ 379571 h 485775"/>
                <a:gd name="connsiteX173" fmla="*/ 631888 w 876300"/>
                <a:gd name="connsiteY173" fmla="*/ 384905 h 485775"/>
                <a:gd name="connsiteX174" fmla="*/ 594265 w 876300"/>
                <a:gd name="connsiteY174" fmla="*/ 390239 h 485775"/>
                <a:gd name="connsiteX175" fmla="*/ 564547 w 876300"/>
                <a:gd name="connsiteY175" fmla="*/ 394049 h 485775"/>
                <a:gd name="connsiteX176" fmla="*/ 535686 w 876300"/>
                <a:gd name="connsiteY176" fmla="*/ 395764 h 485775"/>
                <a:gd name="connsiteX177" fmla="*/ 506825 w 876300"/>
                <a:gd name="connsiteY177" fmla="*/ 399764 h 485775"/>
                <a:gd name="connsiteX178" fmla="*/ 488156 w 876300"/>
                <a:gd name="connsiteY178" fmla="*/ 403193 h 485775"/>
                <a:gd name="connsiteX179" fmla="*/ 471011 w 876300"/>
                <a:gd name="connsiteY179" fmla="*/ 406622 h 485775"/>
                <a:gd name="connsiteX180" fmla="*/ 421100 w 876300"/>
                <a:gd name="connsiteY180" fmla="*/ 412147 h 485775"/>
                <a:gd name="connsiteX181" fmla="*/ 353378 w 876300"/>
                <a:gd name="connsiteY181" fmla="*/ 417481 h 485775"/>
                <a:gd name="connsiteX182" fmla="*/ 348520 w 876300"/>
                <a:gd name="connsiteY182" fmla="*/ 421291 h 485775"/>
                <a:gd name="connsiteX183" fmla="*/ 344234 w 876300"/>
                <a:gd name="connsiteY183" fmla="*/ 421672 h 485775"/>
                <a:gd name="connsiteX184" fmla="*/ 342138 w 876300"/>
                <a:gd name="connsiteY184" fmla="*/ 419576 h 485775"/>
                <a:gd name="connsiteX185" fmla="*/ 321088 w 876300"/>
                <a:gd name="connsiteY185" fmla="*/ 423196 h 485775"/>
                <a:gd name="connsiteX186" fmla="*/ 251079 w 876300"/>
                <a:gd name="connsiteY186" fmla="*/ 434054 h 485775"/>
                <a:gd name="connsiteX187" fmla="*/ 208597 w 876300"/>
                <a:gd name="connsiteY187" fmla="*/ 440246 h 485775"/>
                <a:gd name="connsiteX188" fmla="*/ 189262 w 876300"/>
                <a:gd name="connsiteY188" fmla="*/ 444722 h 485775"/>
                <a:gd name="connsiteX189" fmla="*/ 189262 w 876300"/>
                <a:gd name="connsiteY189" fmla="*/ 439674 h 485775"/>
                <a:gd name="connsiteX190" fmla="*/ 161258 w 876300"/>
                <a:gd name="connsiteY190" fmla="*/ 439674 h 485775"/>
                <a:gd name="connsiteX191" fmla="*/ 167830 w 876300"/>
                <a:gd name="connsiteY191" fmla="*/ 458534 h 485775"/>
                <a:gd name="connsiteX192" fmla="*/ 167830 w 876300"/>
                <a:gd name="connsiteY192" fmla="*/ 467487 h 485775"/>
                <a:gd name="connsiteX193" fmla="*/ 155734 w 876300"/>
                <a:gd name="connsiteY193" fmla="*/ 469011 h 485775"/>
                <a:gd name="connsiteX194" fmla="*/ 112681 w 876300"/>
                <a:gd name="connsiteY194" fmla="*/ 474155 h 485775"/>
                <a:gd name="connsiteX195" fmla="*/ 21717 w 876300"/>
                <a:gd name="connsiteY195" fmla="*/ 483775 h 485775"/>
                <a:gd name="connsiteX196" fmla="*/ 0 w 876300"/>
                <a:gd name="connsiteY196" fmla="*/ 488823 h 485775"/>
                <a:gd name="connsiteX197" fmla="*/ 190 w 876300"/>
                <a:gd name="connsiteY197" fmla="*/ 487680 h 485775"/>
                <a:gd name="connsiteX198" fmla="*/ 476 w 876300"/>
                <a:gd name="connsiteY198" fmla="*/ 482727 h 485775"/>
                <a:gd name="connsiteX199" fmla="*/ 1524 w 876300"/>
                <a:gd name="connsiteY199" fmla="*/ 475964 h 485775"/>
                <a:gd name="connsiteX200" fmla="*/ 1429 w 876300"/>
                <a:gd name="connsiteY200" fmla="*/ 468821 h 485775"/>
                <a:gd name="connsiteX201" fmla="*/ 4763 w 876300"/>
                <a:gd name="connsiteY201" fmla="*/ 465677 h 485775"/>
                <a:gd name="connsiteX202" fmla="*/ 7811 w 876300"/>
                <a:gd name="connsiteY202" fmla="*/ 465106 h 485775"/>
                <a:gd name="connsiteX203" fmla="*/ 11239 w 876300"/>
                <a:gd name="connsiteY203" fmla="*/ 467487 h 485775"/>
                <a:gd name="connsiteX204" fmla="*/ 12573 w 876300"/>
                <a:gd name="connsiteY204" fmla="*/ 471011 h 485775"/>
                <a:gd name="connsiteX205" fmla="*/ 18860 w 876300"/>
                <a:gd name="connsiteY205" fmla="*/ 475297 h 485775"/>
                <a:gd name="connsiteX206" fmla="*/ 22384 w 876300"/>
                <a:gd name="connsiteY206" fmla="*/ 472916 h 485775"/>
                <a:gd name="connsiteX207" fmla="*/ 24098 w 876300"/>
                <a:gd name="connsiteY207" fmla="*/ 468249 h 485775"/>
                <a:gd name="connsiteX208" fmla="*/ 25146 w 876300"/>
                <a:gd name="connsiteY208" fmla="*/ 462439 h 485775"/>
                <a:gd name="connsiteX209" fmla="*/ 26765 w 876300"/>
                <a:gd name="connsiteY209" fmla="*/ 459296 h 485775"/>
                <a:gd name="connsiteX210" fmla="*/ 25813 w 876300"/>
                <a:gd name="connsiteY210" fmla="*/ 454533 h 485775"/>
                <a:gd name="connsiteX211" fmla="*/ 22479 w 876300"/>
                <a:gd name="connsiteY211" fmla="*/ 452533 h 485775"/>
                <a:gd name="connsiteX212" fmla="*/ 21146 w 876300"/>
                <a:gd name="connsiteY212" fmla="*/ 449580 h 485775"/>
                <a:gd name="connsiteX213" fmla="*/ 23431 w 876300"/>
                <a:gd name="connsiteY213" fmla="*/ 445199 h 485775"/>
                <a:gd name="connsiteX214" fmla="*/ 28289 w 876300"/>
                <a:gd name="connsiteY214" fmla="*/ 443960 h 485775"/>
                <a:gd name="connsiteX215" fmla="*/ 31052 w 876300"/>
                <a:gd name="connsiteY215" fmla="*/ 445008 h 485775"/>
                <a:gd name="connsiteX216" fmla="*/ 32290 w 876300"/>
                <a:gd name="connsiteY216" fmla="*/ 442532 h 485775"/>
                <a:gd name="connsiteX217" fmla="*/ 27813 w 876300"/>
                <a:gd name="connsiteY217" fmla="*/ 438055 h 485775"/>
                <a:gd name="connsiteX218" fmla="*/ 24289 w 876300"/>
                <a:gd name="connsiteY218" fmla="*/ 438245 h 485775"/>
                <a:gd name="connsiteX219" fmla="*/ 22384 w 876300"/>
                <a:gd name="connsiteY219" fmla="*/ 434340 h 485775"/>
                <a:gd name="connsiteX220" fmla="*/ 24194 w 876300"/>
                <a:gd name="connsiteY220" fmla="*/ 430054 h 485775"/>
                <a:gd name="connsiteX221" fmla="*/ 26765 w 876300"/>
                <a:gd name="connsiteY221" fmla="*/ 428720 h 485775"/>
                <a:gd name="connsiteX222" fmla="*/ 28956 w 876300"/>
                <a:gd name="connsiteY222" fmla="*/ 425387 h 485775"/>
                <a:gd name="connsiteX223" fmla="*/ 30099 w 876300"/>
                <a:gd name="connsiteY223" fmla="*/ 420624 h 485775"/>
                <a:gd name="connsiteX224" fmla="*/ 30671 w 876300"/>
                <a:gd name="connsiteY224" fmla="*/ 414433 h 485775"/>
                <a:gd name="connsiteX225" fmla="*/ 28575 w 876300"/>
                <a:gd name="connsiteY225" fmla="*/ 410146 h 485775"/>
                <a:gd name="connsiteX226" fmla="*/ 25908 w 876300"/>
                <a:gd name="connsiteY226" fmla="*/ 408432 h 485775"/>
                <a:gd name="connsiteX227" fmla="*/ 23241 w 876300"/>
                <a:gd name="connsiteY227" fmla="*/ 409766 h 485775"/>
                <a:gd name="connsiteX228" fmla="*/ 22670 w 876300"/>
                <a:gd name="connsiteY228" fmla="*/ 411861 h 485775"/>
                <a:gd name="connsiteX229" fmla="*/ 19621 w 876300"/>
                <a:gd name="connsiteY229" fmla="*/ 412813 h 485775"/>
                <a:gd name="connsiteX230" fmla="*/ 17907 w 876300"/>
                <a:gd name="connsiteY230" fmla="*/ 409766 h 485775"/>
                <a:gd name="connsiteX231" fmla="*/ 17621 w 876300"/>
                <a:gd name="connsiteY231" fmla="*/ 406337 h 485775"/>
                <a:gd name="connsiteX232" fmla="*/ 16669 w 876300"/>
                <a:gd name="connsiteY232" fmla="*/ 404813 h 485775"/>
                <a:gd name="connsiteX233" fmla="*/ 19050 w 876300"/>
                <a:gd name="connsiteY233" fmla="*/ 403288 h 485775"/>
                <a:gd name="connsiteX234" fmla="*/ 19240 w 876300"/>
                <a:gd name="connsiteY234" fmla="*/ 399288 h 485775"/>
                <a:gd name="connsiteX235" fmla="*/ 19240 w 876300"/>
                <a:gd name="connsiteY235" fmla="*/ 395383 h 485775"/>
                <a:gd name="connsiteX236" fmla="*/ 20764 w 876300"/>
                <a:gd name="connsiteY236" fmla="*/ 393478 h 485775"/>
                <a:gd name="connsiteX237" fmla="*/ 24479 w 876300"/>
                <a:gd name="connsiteY237" fmla="*/ 390620 h 485775"/>
                <a:gd name="connsiteX238" fmla="*/ 26479 w 876300"/>
                <a:gd name="connsiteY238" fmla="*/ 387287 h 485775"/>
                <a:gd name="connsiteX239" fmla="*/ 28099 w 876300"/>
                <a:gd name="connsiteY239" fmla="*/ 380238 h 485775"/>
                <a:gd name="connsiteX240" fmla="*/ 31052 w 876300"/>
                <a:gd name="connsiteY240" fmla="*/ 375095 h 485775"/>
                <a:gd name="connsiteX241" fmla="*/ 34671 w 876300"/>
                <a:gd name="connsiteY241" fmla="*/ 372046 h 485775"/>
                <a:gd name="connsiteX242" fmla="*/ 38767 w 876300"/>
                <a:gd name="connsiteY242" fmla="*/ 368999 h 485775"/>
                <a:gd name="connsiteX243" fmla="*/ 43625 w 876300"/>
                <a:gd name="connsiteY243" fmla="*/ 367951 h 485775"/>
                <a:gd name="connsiteX244" fmla="*/ 50102 w 876300"/>
                <a:gd name="connsiteY244" fmla="*/ 368617 h 485775"/>
                <a:gd name="connsiteX245" fmla="*/ 55150 w 876300"/>
                <a:gd name="connsiteY245" fmla="*/ 370522 h 485775"/>
                <a:gd name="connsiteX246" fmla="*/ 61055 w 876300"/>
                <a:gd name="connsiteY246" fmla="*/ 372332 h 485775"/>
                <a:gd name="connsiteX247" fmla="*/ 65913 w 876300"/>
                <a:gd name="connsiteY247" fmla="*/ 374333 h 485775"/>
                <a:gd name="connsiteX248" fmla="*/ 67723 w 876300"/>
                <a:gd name="connsiteY248" fmla="*/ 376904 h 485775"/>
                <a:gd name="connsiteX249" fmla="*/ 72200 w 876300"/>
                <a:gd name="connsiteY249" fmla="*/ 377571 h 485775"/>
                <a:gd name="connsiteX250" fmla="*/ 77153 w 876300"/>
                <a:gd name="connsiteY250" fmla="*/ 378047 h 485775"/>
                <a:gd name="connsiteX251" fmla="*/ 80963 w 876300"/>
                <a:gd name="connsiteY251" fmla="*/ 379667 h 485775"/>
                <a:gd name="connsiteX252" fmla="*/ 88963 w 876300"/>
                <a:gd name="connsiteY252" fmla="*/ 381667 h 485775"/>
                <a:gd name="connsiteX253" fmla="*/ 92678 w 876300"/>
                <a:gd name="connsiteY253" fmla="*/ 386239 h 485775"/>
                <a:gd name="connsiteX254" fmla="*/ 98774 w 876300"/>
                <a:gd name="connsiteY254" fmla="*/ 387572 h 485775"/>
                <a:gd name="connsiteX255" fmla="*/ 105632 w 876300"/>
                <a:gd name="connsiteY255" fmla="*/ 386143 h 485775"/>
                <a:gd name="connsiteX256" fmla="*/ 108966 w 876300"/>
                <a:gd name="connsiteY256" fmla="*/ 380714 h 485775"/>
                <a:gd name="connsiteX257" fmla="*/ 108776 w 876300"/>
                <a:gd name="connsiteY257" fmla="*/ 372999 h 485775"/>
                <a:gd name="connsiteX258" fmla="*/ 107537 w 876300"/>
                <a:gd name="connsiteY258" fmla="*/ 366522 h 485775"/>
                <a:gd name="connsiteX259" fmla="*/ 103918 w 876300"/>
                <a:gd name="connsiteY259" fmla="*/ 363760 h 485775"/>
                <a:gd name="connsiteX260" fmla="*/ 97536 w 876300"/>
                <a:gd name="connsiteY260" fmla="*/ 358235 h 485775"/>
                <a:gd name="connsiteX261" fmla="*/ 95345 w 876300"/>
                <a:gd name="connsiteY261" fmla="*/ 353854 h 485775"/>
                <a:gd name="connsiteX262" fmla="*/ 95345 w 876300"/>
                <a:gd name="connsiteY262" fmla="*/ 348996 h 485775"/>
                <a:gd name="connsiteX263" fmla="*/ 98298 w 876300"/>
                <a:gd name="connsiteY263" fmla="*/ 344138 h 485775"/>
                <a:gd name="connsiteX264" fmla="*/ 98107 w 876300"/>
                <a:gd name="connsiteY264" fmla="*/ 337280 h 485775"/>
                <a:gd name="connsiteX265" fmla="*/ 100394 w 876300"/>
                <a:gd name="connsiteY265" fmla="*/ 332899 h 485775"/>
                <a:gd name="connsiteX266" fmla="*/ 104299 w 876300"/>
                <a:gd name="connsiteY266" fmla="*/ 330137 h 485775"/>
                <a:gd name="connsiteX267" fmla="*/ 107728 w 876300"/>
                <a:gd name="connsiteY267" fmla="*/ 330327 h 485775"/>
                <a:gd name="connsiteX268" fmla="*/ 109633 w 876300"/>
                <a:gd name="connsiteY268" fmla="*/ 331756 h 485775"/>
                <a:gd name="connsiteX269" fmla="*/ 111919 w 876300"/>
                <a:gd name="connsiteY269" fmla="*/ 331089 h 485775"/>
                <a:gd name="connsiteX270" fmla="*/ 114300 w 876300"/>
                <a:gd name="connsiteY270" fmla="*/ 327946 h 485775"/>
                <a:gd name="connsiteX271" fmla="*/ 117634 w 876300"/>
                <a:gd name="connsiteY271" fmla="*/ 324993 h 485775"/>
                <a:gd name="connsiteX272" fmla="*/ 126682 w 876300"/>
                <a:gd name="connsiteY272" fmla="*/ 321755 h 485775"/>
                <a:gd name="connsiteX273" fmla="*/ 133921 w 876300"/>
                <a:gd name="connsiteY273" fmla="*/ 320230 h 485775"/>
                <a:gd name="connsiteX274" fmla="*/ 140970 w 876300"/>
                <a:gd name="connsiteY274" fmla="*/ 317945 h 485775"/>
                <a:gd name="connsiteX275" fmla="*/ 145447 w 876300"/>
                <a:gd name="connsiteY275" fmla="*/ 315849 h 485775"/>
                <a:gd name="connsiteX276" fmla="*/ 145352 w 876300"/>
                <a:gd name="connsiteY276" fmla="*/ 308991 h 485775"/>
                <a:gd name="connsiteX277" fmla="*/ 140875 w 876300"/>
                <a:gd name="connsiteY277" fmla="*/ 304991 h 485775"/>
                <a:gd name="connsiteX278" fmla="*/ 134779 w 876300"/>
                <a:gd name="connsiteY278" fmla="*/ 301847 h 485775"/>
                <a:gd name="connsiteX279" fmla="*/ 133636 w 876300"/>
                <a:gd name="connsiteY279" fmla="*/ 297371 h 485775"/>
                <a:gd name="connsiteX280" fmla="*/ 130873 w 876300"/>
                <a:gd name="connsiteY280" fmla="*/ 293275 h 485775"/>
                <a:gd name="connsiteX281" fmla="*/ 131159 w 876300"/>
                <a:gd name="connsiteY281" fmla="*/ 287274 h 485775"/>
                <a:gd name="connsiteX282" fmla="*/ 134017 w 876300"/>
                <a:gd name="connsiteY282" fmla="*/ 282226 h 485775"/>
                <a:gd name="connsiteX283" fmla="*/ 136970 w 876300"/>
                <a:gd name="connsiteY283" fmla="*/ 279083 h 485775"/>
                <a:gd name="connsiteX284" fmla="*/ 141827 w 876300"/>
                <a:gd name="connsiteY284" fmla="*/ 275844 h 485775"/>
                <a:gd name="connsiteX285" fmla="*/ 143923 w 876300"/>
                <a:gd name="connsiteY285" fmla="*/ 269938 h 485775"/>
                <a:gd name="connsiteX286" fmla="*/ 143828 w 876300"/>
                <a:gd name="connsiteY286" fmla="*/ 266795 h 485775"/>
                <a:gd name="connsiteX287" fmla="*/ 142304 w 876300"/>
                <a:gd name="connsiteY287" fmla="*/ 265176 h 485775"/>
                <a:gd name="connsiteX288" fmla="*/ 144971 w 876300"/>
                <a:gd name="connsiteY288" fmla="*/ 264890 h 485775"/>
                <a:gd name="connsiteX289" fmla="*/ 149352 w 876300"/>
                <a:gd name="connsiteY289" fmla="*/ 264890 h 485775"/>
                <a:gd name="connsiteX290" fmla="*/ 150304 w 876300"/>
                <a:gd name="connsiteY290" fmla="*/ 267938 h 485775"/>
                <a:gd name="connsiteX291" fmla="*/ 153734 w 876300"/>
                <a:gd name="connsiteY291" fmla="*/ 267843 h 485775"/>
                <a:gd name="connsiteX292" fmla="*/ 155067 w 876300"/>
                <a:gd name="connsiteY292" fmla="*/ 264986 h 485775"/>
                <a:gd name="connsiteX293" fmla="*/ 157544 w 876300"/>
                <a:gd name="connsiteY293" fmla="*/ 263938 h 485775"/>
                <a:gd name="connsiteX294" fmla="*/ 158972 w 876300"/>
                <a:gd name="connsiteY294" fmla="*/ 259937 h 485775"/>
                <a:gd name="connsiteX295" fmla="*/ 157925 w 876300"/>
                <a:gd name="connsiteY295" fmla="*/ 256889 h 485775"/>
                <a:gd name="connsiteX296" fmla="*/ 155257 w 876300"/>
                <a:gd name="connsiteY296" fmla="*/ 255556 h 485775"/>
                <a:gd name="connsiteX297" fmla="*/ 153162 w 876300"/>
                <a:gd name="connsiteY297" fmla="*/ 253175 h 485775"/>
                <a:gd name="connsiteX298" fmla="*/ 153543 w 876300"/>
                <a:gd name="connsiteY298" fmla="*/ 249079 h 485775"/>
                <a:gd name="connsiteX299" fmla="*/ 158020 w 876300"/>
                <a:gd name="connsiteY299" fmla="*/ 243840 h 485775"/>
                <a:gd name="connsiteX300" fmla="*/ 160877 w 876300"/>
                <a:gd name="connsiteY300" fmla="*/ 244126 h 485775"/>
                <a:gd name="connsiteX301" fmla="*/ 162973 w 876300"/>
                <a:gd name="connsiteY301" fmla="*/ 247459 h 485775"/>
                <a:gd name="connsiteX302" fmla="*/ 165163 w 876300"/>
                <a:gd name="connsiteY302" fmla="*/ 250317 h 485775"/>
                <a:gd name="connsiteX303" fmla="*/ 170021 w 876300"/>
                <a:gd name="connsiteY303" fmla="*/ 250317 h 485775"/>
                <a:gd name="connsiteX304" fmla="*/ 175070 w 876300"/>
                <a:gd name="connsiteY304" fmla="*/ 246317 h 485775"/>
                <a:gd name="connsiteX305" fmla="*/ 179261 w 876300"/>
                <a:gd name="connsiteY305" fmla="*/ 245936 h 485775"/>
                <a:gd name="connsiteX306" fmla="*/ 182118 w 876300"/>
                <a:gd name="connsiteY306" fmla="*/ 244507 h 485775"/>
                <a:gd name="connsiteX307" fmla="*/ 186404 w 876300"/>
                <a:gd name="connsiteY307" fmla="*/ 245650 h 485775"/>
                <a:gd name="connsiteX308" fmla="*/ 186023 w 876300"/>
                <a:gd name="connsiteY308" fmla="*/ 248221 h 485775"/>
                <a:gd name="connsiteX309" fmla="*/ 184690 w 876300"/>
                <a:gd name="connsiteY309" fmla="*/ 251746 h 485775"/>
                <a:gd name="connsiteX310" fmla="*/ 186595 w 876300"/>
                <a:gd name="connsiteY310" fmla="*/ 256508 h 485775"/>
                <a:gd name="connsiteX311" fmla="*/ 189738 w 876300"/>
                <a:gd name="connsiteY311" fmla="*/ 256413 h 485775"/>
                <a:gd name="connsiteX312" fmla="*/ 193167 w 876300"/>
                <a:gd name="connsiteY312" fmla="*/ 254508 h 485775"/>
                <a:gd name="connsiteX313" fmla="*/ 194501 w 876300"/>
                <a:gd name="connsiteY313" fmla="*/ 251365 h 485775"/>
                <a:gd name="connsiteX314" fmla="*/ 195548 w 876300"/>
                <a:gd name="connsiteY314" fmla="*/ 246888 h 485775"/>
                <a:gd name="connsiteX315" fmla="*/ 192977 w 876300"/>
                <a:gd name="connsiteY315" fmla="*/ 245078 h 485775"/>
                <a:gd name="connsiteX316" fmla="*/ 189643 w 876300"/>
                <a:gd name="connsiteY316" fmla="*/ 240221 h 485775"/>
                <a:gd name="connsiteX317" fmla="*/ 191357 w 876300"/>
                <a:gd name="connsiteY317" fmla="*/ 238220 h 485775"/>
                <a:gd name="connsiteX318" fmla="*/ 191262 w 876300"/>
                <a:gd name="connsiteY318" fmla="*/ 233648 h 485775"/>
                <a:gd name="connsiteX319" fmla="*/ 193834 w 876300"/>
                <a:gd name="connsiteY319" fmla="*/ 230981 h 485775"/>
                <a:gd name="connsiteX320" fmla="*/ 195263 w 876300"/>
                <a:gd name="connsiteY320" fmla="*/ 232220 h 485775"/>
                <a:gd name="connsiteX321" fmla="*/ 196405 w 876300"/>
                <a:gd name="connsiteY321" fmla="*/ 234696 h 485775"/>
                <a:gd name="connsiteX322" fmla="*/ 197453 w 876300"/>
                <a:gd name="connsiteY322" fmla="*/ 238411 h 485775"/>
                <a:gd name="connsiteX323" fmla="*/ 201168 w 876300"/>
                <a:gd name="connsiteY323" fmla="*/ 240125 h 485775"/>
                <a:gd name="connsiteX324" fmla="*/ 204597 w 876300"/>
                <a:gd name="connsiteY324" fmla="*/ 242411 h 485775"/>
                <a:gd name="connsiteX325" fmla="*/ 207169 w 876300"/>
                <a:gd name="connsiteY325" fmla="*/ 239744 h 485775"/>
                <a:gd name="connsiteX326" fmla="*/ 209169 w 876300"/>
                <a:gd name="connsiteY326" fmla="*/ 236696 h 485775"/>
                <a:gd name="connsiteX327" fmla="*/ 215932 w 876300"/>
                <a:gd name="connsiteY327" fmla="*/ 234220 h 485775"/>
                <a:gd name="connsiteX328" fmla="*/ 221647 w 876300"/>
                <a:gd name="connsiteY328" fmla="*/ 235267 h 485775"/>
                <a:gd name="connsiteX329" fmla="*/ 225266 w 876300"/>
                <a:gd name="connsiteY329" fmla="*/ 238125 h 485775"/>
                <a:gd name="connsiteX330" fmla="*/ 229171 w 876300"/>
                <a:gd name="connsiteY330" fmla="*/ 238792 h 485775"/>
                <a:gd name="connsiteX331" fmla="*/ 233648 w 876300"/>
                <a:gd name="connsiteY331" fmla="*/ 241840 h 485775"/>
                <a:gd name="connsiteX332" fmla="*/ 236315 w 876300"/>
                <a:gd name="connsiteY332" fmla="*/ 244697 h 485775"/>
                <a:gd name="connsiteX333" fmla="*/ 240792 w 876300"/>
                <a:gd name="connsiteY333" fmla="*/ 245745 h 485775"/>
                <a:gd name="connsiteX334" fmla="*/ 245078 w 876300"/>
                <a:gd name="connsiteY334" fmla="*/ 245364 h 485775"/>
                <a:gd name="connsiteX335" fmla="*/ 248888 w 876300"/>
                <a:gd name="connsiteY335" fmla="*/ 246602 h 485775"/>
                <a:gd name="connsiteX336" fmla="*/ 250793 w 876300"/>
                <a:gd name="connsiteY336" fmla="*/ 251270 h 485775"/>
                <a:gd name="connsiteX337" fmla="*/ 255842 w 876300"/>
                <a:gd name="connsiteY337" fmla="*/ 254603 h 485775"/>
                <a:gd name="connsiteX338" fmla="*/ 260604 w 876300"/>
                <a:gd name="connsiteY338" fmla="*/ 249460 h 485775"/>
                <a:gd name="connsiteX339" fmla="*/ 260604 w 876300"/>
                <a:gd name="connsiteY339" fmla="*/ 241935 h 485775"/>
                <a:gd name="connsiteX340" fmla="*/ 260509 w 876300"/>
                <a:gd name="connsiteY340" fmla="*/ 235077 h 485775"/>
                <a:gd name="connsiteX341" fmla="*/ 264986 w 876300"/>
                <a:gd name="connsiteY341" fmla="*/ 229934 h 485775"/>
                <a:gd name="connsiteX342" fmla="*/ 267653 w 876300"/>
                <a:gd name="connsiteY342" fmla="*/ 228600 h 485775"/>
                <a:gd name="connsiteX343" fmla="*/ 272510 w 876300"/>
                <a:gd name="connsiteY343" fmla="*/ 227933 h 485775"/>
                <a:gd name="connsiteX344" fmla="*/ 275654 w 876300"/>
                <a:gd name="connsiteY344" fmla="*/ 225362 h 485775"/>
                <a:gd name="connsiteX345" fmla="*/ 279082 w 876300"/>
                <a:gd name="connsiteY345" fmla="*/ 220504 h 485775"/>
                <a:gd name="connsiteX346" fmla="*/ 282035 w 876300"/>
                <a:gd name="connsiteY346" fmla="*/ 217361 h 485775"/>
                <a:gd name="connsiteX347" fmla="*/ 285750 w 876300"/>
                <a:gd name="connsiteY347" fmla="*/ 216122 h 485775"/>
                <a:gd name="connsiteX348" fmla="*/ 289370 w 876300"/>
                <a:gd name="connsiteY348" fmla="*/ 217170 h 485775"/>
                <a:gd name="connsiteX349" fmla="*/ 291465 w 876300"/>
                <a:gd name="connsiteY349" fmla="*/ 222313 h 485775"/>
                <a:gd name="connsiteX350" fmla="*/ 294132 w 876300"/>
                <a:gd name="connsiteY350" fmla="*/ 227552 h 485775"/>
                <a:gd name="connsiteX351" fmla="*/ 298037 w 876300"/>
                <a:gd name="connsiteY351" fmla="*/ 230696 h 485775"/>
                <a:gd name="connsiteX352" fmla="*/ 300990 w 876300"/>
                <a:gd name="connsiteY352" fmla="*/ 228981 h 485775"/>
                <a:gd name="connsiteX353" fmla="*/ 302419 w 876300"/>
                <a:gd name="connsiteY353" fmla="*/ 226886 h 485775"/>
                <a:gd name="connsiteX354" fmla="*/ 306134 w 876300"/>
                <a:gd name="connsiteY354" fmla="*/ 225362 h 485775"/>
                <a:gd name="connsiteX355" fmla="*/ 308610 w 876300"/>
                <a:gd name="connsiteY355" fmla="*/ 228219 h 485775"/>
                <a:gd name="connsiteX356" fmla="*/ 307753 w 876300"/>
                <a:gd name="connsiteY356" fmla="*/ 230981 h 485775"/>
                <a:gd name="connsiteX357" fmla="*/ 306514 w 876300"/>
                <a:gd name="connsiteY357" fmla="*/ 234696 h 485775"/>
                <a:gd name="connsiteX358" fmla="*/ 308991 w 876300"/>
                <a:gd name="connsiteY358" fmla="*/ 237172 h 485775"/>
                <a:gd name="connsiteX359" fmla="*/ 313182 w 876300"/>
                <a:gd name="connsiteY359" fmla="*/ 235077 h 485775"/>
                <a:gd name="connsiteX360" fmla="*/ 314896 w 876300"/>
                <a:gd name="connsiteY360" fmla="*/ 230791 h 485775"/>
                <a:gd name="connsiteX361" fmla="*/ 313658 w 876300"/>
                <a:gd name="connsiteY361" fmla="*/ 226981 h 485775"/>
                <a:gd name="connsiteX362" fmla="*/ 314325 w 876300"/>
                <a:gd name="connsiteY362" fmla="*/ 223552 h 485775"/>
                <a:gd name="connsiteX363" fmla="*/ 316992 w 876300"/>
                <a:gd name="connsiteY363" fmla="*/ 222695 h 485775"/>
                <a:gd name="connsiteX364" fmla="*/ 321945 w 876300"/>
                <a:gd name="connsiteY364" fmla="*/ 223838 h 485775"/>
                <a:gd name="connsiteX365" fmla="*/ 323660 w 876300"/>
                <a:gd name="connsiteY365" fmla="*/ 222695 h 485775"/>
                <a:gd name="connsiteX366" fmla="*/ 323374 w 876300"/>
                <a:gd name="connsiteY366" fmla="*/ 218027 h 485775"/>
                <a:gd name="connsiteX367" fmla="*/ 321183 w 876300"/>
                <a:gd name="connsiteY367" fmla="*/ 214503 h 485775"/>
                <a:gd name="connsiteX368" fmla="*/ 319564 w 876300"/>
                <a:gd name="connsiteY368" fmla="*/ 208693 h 485775"/>
                <a:gd name="connsiteX369" fmla="*/ 320230 w 876300"/>
                <a:gd name="connsiteY369" fmla="*/ 203645 h 485775"/>
                <a:gd name="connsiteX370" fmla="*/ 324612 w 876300"/>
                <a:gd name="connsiteY370" fmla="*/ 202978 h 485775"/>
                <a:gd name="connsiteX371" fmla="*/ 328994 w 876300"/>
                <a:gd name="connsiteY371" fmla="*/ 201073 h 485775"/>
                <a:gd name="connsiteX372" fmla="*/ 329755 w 876300"/>
                <a:gd name="connsiteY372" fmla="*/ 197263 h 485775"/>
                <a:gd name="connsiteX373" fmla="*/ 327279 w 876300"/>
                <a:gd name="connsiteY373" fmla="*/ 194882 h 485775"/>
                <a:gd name="connsiteX374" fmla="*/ 325184 w 876300"/>
                <a:gd name="connsiteY374" fmla="*/ 193738 h 485775"/>
                <a:gd name="connsiteX375" fmla="*/ 325088 w 876300"/>
                <a:gd name="connsiteY375" fmla="*/ 191357 h 485775"/>
                <a:gd name="connsiteX376" fmla="*/ 327565 w 876300"/>
                <a:gd name="connsiteY376" fmla="*/ 189357 h 485775"/>
                <a:gd name="connsiteX377" fmla="*/ 330422 w 876300"/>
                <a:gd name="connsiteY377" fmla="*/ 189547 h 485775"/>
                <a:gd name="connsiteX378" fmla="*/ 332518 w 876300"/>
                <a:gd name="connsiteY378" fmla="*/ 192786 h 485775"/>
                <a:gd name="connsiteX379" fmla="*/ 335185 w 876300"/>
                <a:gd name="connsiteY379" fmla="*/ 190976 h 485775"/>
                <a:gd name="connsiteX380" fmla="*/ 335089 w 876300"/>
                <a:gd name="connsiteY380" fmla="*/ 187642 h 485775"/>
                <a:gd name="connsiteX381" fmla="*/ 337185 w 876300"/>
                <a:gd name="connsiteY381" fmla="*/ 187071 h 485775"/>
                <a:gd name="connsiteX382" fmla="*/ 340614 w 876300"/>
                <a:gd name="connsiteY382" fmla="*/ 187738 h 485775"/>
                <a:gd name="connsiteX383" fmla="*/ 341281 w 876300"/>
                <a:gd name="connsiteY383" fmla="*/ 185928 h 485775"/>
                <a:gd name="connsiteX384" fmla="*/ 340995 w 876300"/>
                <a:gd name="connsiteY384" fmla="*/ 182880 h 485775"/>
                <a:gd name="connsiteX385" fmla="*/ 343471 w 876300"/>
                <a:gd name="connsiteY385" fmla="*/ 180880 h 485775"/>
                <a:gd name="connsiteX386" fmla="*/ 346043 w 876300"/>
                <a:gd name="connsiteY386" fmla="*/ 182594 h 485775"/>
                <a:gd name="connsiteX387" fmla="*/ 348615 w 876300"/>
                <a:gd name="connsiteY387" fmla="*/ 184975 h 485775"/>
                <a:gd name="connsiteX388" fmla="*/ 346901 w 876300"/>
                <a:gd name="connsiteY388" fmla="*/ 188500 h 485775"/>
                <a:gd name="connsiteX389" fmla="*/ 348520 w 876300"/>
                <a:gd name="connsiteY389" fmla="*/ 193358 h 485775"/>
                <a:gd name="connsiteX390" fmla="*/ 352044 w 876300"/>
                <a:gd name="connsiteY390" fmla="*/ 198311 h 485775"/>
                <a:gd name="connsiteX391" fmla="*/ 356330 w 876300"/>
                <a:gd name="connsiteY391" fmla="*/ 200025 h 485775"/>
                <a:gd name="connsiteX392" fmla="*/ 359759 w 876300"/>
                <a:gd name="connsiteY392" fmla="*/ 201168 h 485775"/>
                <a:gd name="connsiteX393" fmla="*/ 362807 w 876300"/>
                <a:gd name="connsiteY393" fmla="*/ 202978 h 485775"/>
                <a:gd name="connsiteX394" fmla="*/ 367094 w 876300"/>
                <a:gd name="connsiteY394" fmla="*/ 201263 h 485775"/>
                <a:gd name="connsiteX395" fmla="*/ 371665 w 876300"/>
                <a:gd name="connsiteY395" fmla="*/ 201073 h 485775"/>
                <a:gd name="connsiteX396" fmla="*/ 374237 w 876300"/>
                <a:gd name="connsiteY396" fmla="*/ 202597 h 485775"/>
                <a:gd name="connsiteX397" fmla="*/ 375952 w 876300"/>
                <a:gd name="connsiteY397" fmla="*/ 205359 h 485775"/>
                <a:gd name="connsiteX398" fmla="*/ 378905 w 876300"/>
                <a:gd name="connsiteY398" fmla="*/ 208788 h 485775"/>
                <a:gd name="connsiteX399" fmla="*/ 381381 w 876300"/>
                <a:gd name="connsiteY399" fmla="*/ 204978 h 485775"/>
                <a:gd name="connsiteX400" fmla="*/ 382048 w 876300"/>
                <a:gd name="connsiteY400" fmla="*/ 201073 h 485775"/>
                <a:gd name="connsiteX401" fmla="*/ 386525 w 876300"/>
                <a:gd name="connsiteY401" fmla="*/ 199930 h 485775"/>
                <a:gd name="connsiteX402" fmla="*/ 389954 w 876300"/>
                <a:gd name="connsiteY402" fmla="*/ 198977 h 485775"/>
                <a:gd name="connsiteX403" fmla="*/ 392049 w 876300"/>
                <a:gd name="connsiteY403" fmla="*/ 196310 h 485775"/>
                <a:gd name="connsiteX404" fmla="*/ 393287 w 876300"/>
                <a:gd name="connsiteY404" fmla="*/ 188976 h 485775"/>
                <a:gd name="connsiteX405" fmla="*/ 392525 w 876300"/>
                <a:gd name="connsiteY405" fmla="*/ 181832 h 485775"/>
                <a:gd name="connsiteX406" fmla="*/ 391192 w 876300"/>
                <a:gd name="connsiteY406" fmla="*/ 175450 h 485775"/>
                <a:gd name="connsiteX407" fmla="*/ 393287 w 876300"/>
                <a:gd name="connsiteY407" fmla="*/ 167735 h 485775"/>
                <a:gd name="connsiteX408" fmla="*/ 397193 w 876300"/>
                <a:gd name="connsiteY408" fmla="*/ 164401 h 485775"/>
                <a:gd name="connsiteX409" fmla="*/ 398526 w 876300"/>
                <a:gd name="connsiteY409" fmla="*/ 161354 h 485775"/>
                <a:gd name="connsiteX410" fmla="*/ 397478 w 876300"/>
                <a:gd name="connsiteY410" fmla="*/ 156686 h 485775"/>
                <a:gd name="connsiteX411" fmla="*/ 399574 w 876300"/>
                <a:gd name="connsiteY411" fmla="*/ 154114 h 485775"/>
                <a:gd name="connsiteX412" fmla="*/ 401860 w 876300"/>
                <a:gd name="connsiteY412" fmla="*/ 154210 h 485775"/>
                <a:gd name="connsiteX413" fmla="*/ 403955 w 876300"/>
                <a:gd name="connsiteY413" fmla="*/ 153067 h 485775"/>
                <a:gd name="connsiteX414" fmla="*/ 406432 w 876300"/>
                <a:gd name="connsiteY414" fmla="*/ 156020 h 485775"/>
                <a:gd name="connsiteX415" fmla="*/ 409194 w 876300"/>
                <a:gd name="connsiteY415" fmla="*/ 156020 h 485775"/>
                <a:gd name="connsiteX416" fmla="*/ 414433 w 876300"/>
                <a:gd name="connsiteY416" fmla="*/ 151257 h 485775"/>
                <a:gd name="connsiteX417" fmla="*/ 415671 w 876300"/>
                <a:gd name="connsiteY417" fmla="*/ 146399 h 485775"/>
                <a:gd name="connsiteX418" fmla="*/ 417195 w 876300"/>
                <a:gd name="connsiteY418" fmla="*/ 142875 h 485775"/>
                <a:gd name="connsiteX419" fmla="*/ 418529 w 876300"/>
                <a:gd name="connsiteY419" fmla="*/ 138398 h 485775"/>
                <a:gd name="connsiteX420" fmla="*/ 418529 w 876300"/>
                <a:gd name="connsiteY420" fmla="*/ 134588 h 485775"/>
                <a:gd name="connsiteX421" fmla="*/ 420148 w 876300"/>
                <a:gd name="connsiteY421" fmla="*/ 125825 h 485775"/>
                <a:gd name="connsiteX422" fmla="*/ 423863 w 876300"/>
                <a:gd name="connsiteY422" fmla="*/ 123349 h 485775"/>
                <a:gd name="connsiteX423" fmla="*/ 428625 w 876300"/>
                <a:gd name="connsiteY423" fmla="*/ 122682 h 485775"/>
                <a:gd name="connsiteX424" fmla="*/ 433292 w 876300"/>
                <a:gd name="connsiteY424" fmla="*/ 119729 h 485775"/>
                <a:gd name="connsiteX425" fmla="*/ 434530 w 876300"/>
                <a:gd name="connsiteY425" fmla="*/ 114395 h 485775"/>
                <a:gd name="connsiteX426" fmla="*/ 437388 w 876300"/>
                <a:gd name="connsiteY426" fmla="*/ 111728 h 485775"/>
                <a:gd name="connsiteX427" fmla="*/ 440341 w 876300"/>
                <a:gd name="connsiteY427" fmla="*/ 109538 h 485775"/>
                <a:gd name="connsiteX428" fmla="*/ 440912 w 876300"/>
                <a:gd name="connsiteY428" fmla="*/ 105537 h 485775"/>
                <a:gd name="connsiteX429" fmla="*/ 438245 w 876300"/>
                <a:gd name="connsiteY429" fmla="*/ 99346 h 485775"/>
                <a:gd name="connsiteX430" fmla="*/ 436817 w 876300"/>
                <a:gd name="connsiteY430" fmla="*/ 95536 h 485775"/>
                <a:gd name="connsiteX431" fmla="*/ 435102 w 876300"/>
                <a:gd name="connsiteY431" fmla="*/ 88868 h 485775"/>
                <a:gd name="connsiteX432" fmla="*/ 432816 w 876300"/>
                <a:gd name="connsiteY432" fmla="*/ 86487 h 485775"/>
                <a:gd name="connsiteX433" fmla="*/ 431673 w 876300"/>
                <a:gd name="connsiteY433" fmla="*/ 81820 h 485775"/>
                <a:gd name="connsiteX434" fmla="*/ 434626 w 876300"/>
                <a:gd name="connsiteY434" fmla="*/ 77438 h 485775"/>
                <a:gd name="connsiteX435" fmla="*/ 439769 w 876300"/>
                <a:gd name="connsiteY435" fmla="*/ 77153 h 485775"/>
                <a:gd name="connsiteX436" fmla="*/ 444532 w 876300"/>
                <a:gd name="connsiteY436" fmla="*/ 75533 h 485775"/>
                <a:gd name="connsiteX437" fmla="*/ 447008 w 876300"/>
                <a:gd name="connsiteY437" fmla="*/ 74867 h 485775"/>
                <a:gd name="connsiteX438" fmla="*/ 450723 w 876300"/>
                <a:gd name="connsiteY438" fmla="*/ 72962 h 485775"/>
                <a:gd name="connsiteX439" fmla="*/ 457295 w 876300"/>
                <a:gd name="connsiteY439" fmla="*/ 73819 h 485775"/>
                <a:gd name="connsiteX440" fmla="*/ 459296 w 876300"/>
                <a:gd name="connsiteY440" fmla="*/ 78105 h 485775"/>
                <a:gd name="connsiteX441" fmla="*/ 463963 w 876300"/>
                <a:gd name="connsiteY441" fmla="*/ 79915 h 485775"/>
                <a:gd name="connsiteX442" fmla="*/ 467773 w 876300"/>
                <a:gd name="connsiteY442" fmla="*/ 78962 h 485775"/>
                <a:gd name="connsiteX443" fmla="*/ 471773 w 876300"/>
                <a:gd name="connsiteY443" fmla="*/ 75724 h 485775"/>
                <a:gd name="connsiteX444" fmla="*/ 476726 w 876300"/>
                <a:gd name="connsiteY444" fmla="*/ 69437 h 485775"/>
                <a:gd name="connsiteX445" fmla="*/ 481298 w 876300"/>
                <a:gd name="connsiteY445" fmla="*/ 64865 h 485775"/>
                <a:gd name="connsiteX446" fmla="*/ 485870 w 876300"/>
                <a:gd name="connsiteY446" fmla="*/ 62008 h 485775"/>
                <a:gd name="connsiteX447" fmla="*/ 491300 w 876300"/>
                <a:gd name="connsiteY447" fmla="*/ 62008 h 485775"/>
                <a:gd name="connsiteX448" fmla="*/ 494919 w 876300"/>
                <a:gd name="connsiteY448" fmla="*/ 58960 h 485775"/>
                <a:gd name="connsiteX449" fmla="*/ 500539 w 876300"/>
                <a:gd name="connsiteY449" fmla="*/ 58198 h 485775"/>
                <a:gd name="connsiteX450" fmla="*/ 503872 w 876300"/>
                <a:gd name="connsiteY450" fmla="*/ 59246 h 485775"/>
                <a:gd name="connsiteX451" fmla="*/ 505778 w 876300"/>
                <a:gd name="connsiteY451" fmla="*/ 57531 h 485775"/>
                <a:gd name="connsiteX452" fmla="*/ 505301 w 876300"/>
                <a:gd name="connsiteY452" fmla="*/ 54007 h 485775"/>
                <a:gd name="connsiteX453" fmla="*/ 503301 w 876300"/>
                <a:gd name="connsiteY453" fmla="*/ 51435 h 485775"/>
                <a:gd name="connsiteX454" fmla="*/ 503682 w 876300"/>
                <a:gd name="connsiteY454" fmla="*/ 49435 h 485775"/>
                <a:gd name="connsiteX455" fmla="*/ 508063 w 876300"/>
                <a:gd name="connsiteY455" fmla="*/ 46768 h 485775"/>
                <a:gd name="connsiteX456" fmla="*/ 508635 w 876300"/>
                <a:gd name="connsiteY456" fmla="*/ 42482 h 485775"/>
                <a:gd name="connsiteX457" fmla="*/ 503872 w 876300"/>
                <a:gd name="connsiteY457" fmla="*/ 40481 h 485775"/>
                <a:gd name="connsiteX458" fmla="*/ 500825 w 876300"/>
                <a:gd name="connsiteY458" fmla="*/ 42100 h 485775"/>
                <a:gd name="connsiteX459" fmla="*/ 497396 w 876300"/>
                <a:gd name="connsiteY459" fmla="*/ 41815 h 485775"/>
                <a:gd name="connsiteX460" fmla="*/ 495681 w 876300"/>
                <a:gd name="connsiteY460" fmla="*/ 38481 h 485775"/>
                <a:gd name="connsiteX461" fmla="*/ 497396 w 876300"/>
                <a:gd name="connsiteY461" fmla="*/ 34766 h 485775"/>
                <a:gd name="connsiteX462" fmla="*/ 499967 w 876300"/>
                <a:gd name="connsiteY462" fmla="*/ 32575 h 485775"/>
                <a:gd name="connsiteX463" fmla="*/ 499015 w 876300"/>
                <a:gd name="connsiteY463" fmla="*/ 27622 h 485775"/>
                <a:gd name="connsiteX464" fmla="*/ 496157 w 876300"/>
                <a:gd name="connsiteY464" fmla="*/ 23717 h 485775"/>
                <a:gd name="connsiteX465" fmla="*/ 492252 w 876300"/>
                <a:gd name="connsiteY465" fmla="*/ 22003 h 485775"/>
                <a:gd name="connsiteX466" fmla="*/ 490919 w 876300"/>
                <a:gd name="connsiteY466" fmla="*/ 18859 h 485775"/>
                <a:gd name="connsiteX467" fmla="*/ 492157 w 876300"/>
                <a:gd name="connsiteY467" fmla="*/ 14954 h 485775"/>
                <a:gd name="connsiteX468" fmla="*/ 496062 w 876300"/>
                <a:gd name="connsiteY468" fmla="*/ 12383 h 485775"/>
                <a:gd name="connsiteX469" fmla="*/ 498253 w 876300"/>
                <a:gd name="connsiteY469" fmla="*/ 9620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876300" h="485775">
                  <a:moveTo>
                    <a:pt x="498253" y="9620"/>
                  </a:moveTo>
                  <a:cubicBezTo>
                    <a:pt x="498443" y="9430"/>
                    <a:pt x="498634" y="9239"/>
                    <a:pt x="498729" y="9049"/>
                  </a:cubicBezTo>
                  <a:cubicBezTo>
                    <a:pt x="499586" y="8192"/>
                    <a:pt x="501682" y="7144"/>
                    <a:pt x="502348" y="6191"/>
                  </a:cubicBezTo>
                  <a:cubicBezTo>
                    <a:pt x="502920" y="5143"/>
                    <a:pt x="502444" y="2286"/>
                    <a:pt x="503301" y="1524"/>
                  </a:cubicBezTo>
                  <a:cubicBezTo>
                    <a:pt x="503968" y="953"/>
                    <a:pt x="506063" y="1238"/>
                    <a:pt x="507016" y="1333"/>
                  </a:cubicBezTo>
                  <a:cubicBezTo>
                    <a:pt x="507873" y="1524"/>
                    <a:pt x="509588" y="2191"/>
                    <a:pt x="510254" y="2762"/>
                  </a:cubicBezTo>
                  <a:cubicBezTo>
                    <a:pt x="511016" y="3429"/>
                    <a:pt x="511302" y="5620"/>
                    <a:pt x="512064" y="6191"/>
                  </a:cubicBezTo>
                  <a:cubicBezTo>
                    <a:pt x="512731" y="6667"/>
                    <a:pt x="514445" y="6382"/>
                    <a:pt x="515207" y="6572"/>
                  </a:cubicBezTo>
                  <a:cubicBezTo>
                    <a:pt x="516255" y="6858"/>
                    <a:pt x="518255" y="7906"/>
                    <a:pt x="519208" y="8572"/>
                  </a:cubicBezTo>
                  <a:cubicBezTo>
                    <a:pt x="519875" y="8954"/>
                    <a:pt x="520827" y="10382"/>
                    <a:pt x="521589" y="10573"/>
                  </a:cubicBezTo>
                  <a:cubicBezTo>
                    <a:pt x="522637" y="10858"/>
                    <a:pt x="524923" y="10382"/>
                    <a:pt x="525780" y="9906"/>
                  </a:cubicBezTo>
                  <a:cubicBezTo>
                    <a:pt x="526637" y="9430"/>
                    <a:pt x="527399" y="7429"/>
                    <a:pt x="528066" y="6763"/>
                  </a:cubicBezTo>
                  <a:cubicBezTo>
                    <a:pt x="528542" y="6287"/>
                    <a:pt x="529685" y="5429"/>
                    <a:pt x="530352" y="5239"/>
                  </a:cubicBezTo>
                  <a:cubicBezTo>
                    <a:pt x="531305" y="4858"/>
                    <a:pt x="533590" y="5239"/>
                    <a:pt x="534448" y="4667"/>
                  </a:cubicBezTo>
                  <a:cubicBezTo>
                    <a:pt x="535210" y="4191"/>
                    <a:pt x="535686" y="2381"/>
                    <a:pt x="536257" y="1810"/>
                  </a:cubicBezTo>
                  <a:cubicBezTo>
                    <a:pt x="537210" y="1048"/>
                    <a:pt x="539591" y="0"/>
                    <a:pt x="540830" y="0"/>
                  </a:cubicBezTo>
                  <a:cubicBezTo>
                    <a:pt x="541306" y="0"/>
                    <a:pt x="542163" y="286"/>
                    <a:pt x="542544" y="571"/>
                  </a:cubicBezTo>
                  <a:cubicBezTo>
                    <a:pt x="543306" y="1238"/>
                    <a:pt x="543973" y="3143"/>
                    <a:pt x="544259" y="4096"/>
                  </a:cubicBezTo>
                  <a:cubicBezTo>
                    <a:pt x="544544" y="5048"/>
                    <a:pt x="544259" y="7239"/>
                    <a:pt x="544830" y="8096"/>
                  </a:cubicBezTo>
                  <a:cubicBezTo>
                    <a:pt x="545497" y="9239"/>
                    <a:pt x="548069" y="10668"/>
                    <a:pt x="549307" y="10954"/>
                  </a:cubicBezTo>
                  <a:cubicBezTo>
                    <a:pt x="550545" y="11239"/>
                    <a:pt x="553117" y="10192"/>
                    <a:pt x="554450" y="10382"/>
                  </a:cubicBezTo>
                  <a:cubicBezTo>
                    <a:pt x="555688" y="10573"/>
                    <a:pt x="557784" y="11811"/>
                    <a:pt x="558832" y="12383"/>
                  </a:cubicBezTo>
                  <a:cubicBezTo>
                    <a:pt x="559784" y="12954"/>
                    <a:pt x="561975" y="13811"/>
                    <a:pt x="562547" y="14764"/>
                  </a:cubicBezTo>
                  <a:cubicBezTo>
                    <a:pt x="563023" y="15621"/>
                    <a:pt x="562547" y="17717"/>
                    <a:pt x="562832" y="18574"/>
                  </a:cubicBezTo>
                  <a:cubicBezTo>
                    <a:pt x="563309" y="19907"/>
                    <a:pt x="565023" y="22193"/>
                    <a:pt x="565976" y="23241"/>
                  </a:cubicBezTo>
                  <a:cubicBezTo>
                    <a:pt x="566833" y="24193"/>
                    <a:pt x="569214" y="25622"/>
                    <a:pt x="570071" y="26670"/>
                  </a:cubicBezTo>
                  <a:cubicBezTo>
                    <a:pt x="570833" y="27527"/>
                    <a:pt x="572167" y="29432"/>
                    <a:pt x="572643" y="30480"/>
                  </a:cubicBezTo>
                  <a:cubicBezTo>
                    <a:pt x="573214" y="32004"/>
                    <a:pt x="573310" y="35338"/>
                    <a:pt x="573691" y="36957"/>
                  </a:cubicBezTo>
                  <a:cubicBezTo>
                    <a:pt x="573881" y="38100"/>
                    <a:pt x="573977" y="40672"/>
                    <a:pt x="574834" y="41529"/>
                  </a:cubicBezTo>
                  <a:cubicBezTo>
                    <a:pt x="575881" y="42577"/>
                    <a:pt x="578930" y="42767"/>
                    <a:pt x="580358" y="43053"/>
                  </a:cubicBezTo>
                  <a:cubicBezTo>
                    <a:pt x="581978" y="43339"/>
                    <a:pt x="585311" y="43243"/>
                    <a:pt x="586835" y="43720"/>
                  </a:cubicBezTo>
                  <a:cubicBezTo>
                    <a:pt x="587788" y="44005"/>
                    <a:pt x="589407" y="45434"/>
                    <a:pt x="590360" y="45720"/>
                  </a:cubicBezTo>
                  <a:cubicBezTo>
                    <a:pt x="591979" y="46196"/>
                    <a:pt x="595503" y="46292"/>
                    <a:pt x="597122" y="46006"/>
                  </a:cubicBezTo>
                  <a:cubicBezTo>
                    <a:pt x="598361" y="45815"/>
                    <a:pt x="600932" y="44767"/>
                    <a:pt x="602075" y="44196"/>
                  </a:cubicBezTo>
                  <a:cubicBezTo>
                    <a:pt x="603028" y="43625"/>
                    <a:pt x="604552" y="42005"/>
                    <a:pt x="605600" y="41624"/>
                  </a:cubicBezTo>
                  <a:cubicBezTo>
                    <a:pt x="606743" y="41243"/>
                    <a:pt x="609219" y="41338"/>
                    <a:pt x="610362" y="41624"/>
                  </a:cubicBezTo>
                  <a:cubicBezTo>
                    <a:pt x="611314" y="41815"/>
                    <a:pt x="612934" y="43243"/>
                    <a:pt x="613886" y="43434"/>
                  </a:cubicBezTo>
                  <a:cubicBezTo>
                    <a:pt x="615220" y="43815"/>
                    <a:pt x="618077" y="43148"/>
                    <a:pt x="619411" y="43625"/>
                  </a:cubicBezTo>
                  <a:cubicBezTo>
                    <a:pt x="620078" y="43815"/>
                    <a:pt x="621506" y="44577"/>
                    <a:pt x="621982" y="45149"/>
                  </a:cubicBezTo>
                  <a:cubicBezTo>
                    <a:pt x="622745" y="46101"/>
                    <a:pt x="622459" y="49149"/>
                    <a:pt x="623411" y="49911"/>
                  </a:cubicBezTo>
                  <a:cubicBezTo>
                    <a:pt x="623888" y="50292"/>
                    <a:pt x="625316" y="50101"/>
                    <a:pt x="625983" y="50197"/>
                  </a:cubicBezTo>
                  <a:cubicBezTo>
                    <a:pt x="627126" y="50292"/>
                    <a:pt x="629698" y="49911"/>
                    <a:pt x="630460" y="50578"/>
                  </a:cubicBezTo>
                  <a:cubicBezTo>
                    <a:pt x="631222" y="51245"/>
                    <a:pt x="631031" y="53435"/>
                    <a:pt x="631317" y="54388"/>
                  </a:cubicBezTo>
                  <a:cubicBezTo>
                    <a:pt x="631507" y="55245"/>
                    <a:pt x="631698" y="57245"/>
                    <a:pt x="632460" y="57817"/>
                  </a:cubicBezTo>
                  <a:cubicBezTo>
                    <a:pt x="633317" y="58483"/>
                    <a:pt x="635794" y="58198"/>
                    <a:pt x="636842" y="58388"/>
                  </a:cubicBezTo>
                  <a:cubicBezTo>
                    <a:pt x="638556" y="58674"/>
                    <a:pt x="641890" y="59626"/>
                    <a:pt x="643604" y="59531"/>
                  </a:cubicBezTo>
                  <a:cubicBezTo>
                    <a:pt x="644747" y="59531"/>
                    <a:pt x="647319" y="59246"/>
                    <a:pt x="648176" y="58388"/>
                  </a:cubicBezTo>
                  <a:cubicBezTo>
                    <a:pt x="649414" y="57055"/>
                    <a:pt x="648367" y="52673"/>
                    <a:pt x="649605" y="51340"/>
                  </a:cubicBezTo>
                  <a:cubicBezTo>
                    <a:pt x="650367" y="50578"/>
                    <a:pt x="652844" y="50673"/>
                    <a:pt x="653701" y="50101"/>
                  </a:cubicBezTo>
                  <a:cubicBezTo>
                    <a:pt x="654748" y="49339"/>
                    <a:pt x="655892" y="46768"/>
                    <a:pt x="656939" y="46101"/>
                  </a:cubicBezTo>
                  <a:cubicBezTo>
                    <a:pt x="658082" y="45434"/>
                    <a:pt x="660845" y="44958"/>
                    <a:pt x="662178" y="44958"/>
                  </a:cubicBezTo>
                  <a:cubicBezTo>
                    <a:pt x="663512" y="44958"/>
                    <a:pt x="666083" y="45434"/>
                    <a:pt x="667226" y="45911"/>
                  </a:cubicBezTo>
                  <a:cubicBezTo>
                    <a:pt x="668464" y="46387"/>
                    <a:pt x="670274" y="48387"/>
                    <a:pt x="671513" y="48768"/>
                  </a:cubicBezTo>
                  <a:cubicBezTo>
                    <a:pt x="672846" y="49244"/>
                    <a:pt x="675608" y="49054"/>
                    <a:pt x="677037" y="49054"/>
                  </a:cubicBezTo>
                  <a:cubicBezTo>
                    <a:pt x="678371" y="49054"/>
                    <a:pt x="681133" y="48768"/>
                    <a:pt x="682371" y="49054"/>
                  </a:cubicBezTo>
                  <a:cubicBezTo>
                    <a:pt x="683419" y="49339"/>
                    <a:pt x="685419" y="50292"/>
                    <a:pt x="686181" y="51054"/>
                  </a:cubicBezTo>
                  <a:cubicBezTo>
                    <a:pt x="686943" y="51721"/>
                    <a:pt x="687514" y="53912"/>
                    <a:pt x="688277" y="54578"/>
                  </a:cubicBezTo>
                  <a:cubicBezTo>
                    <a:pt x="689229" y="55436"/>
                    <a:pt x="691705" y="57150"/>
                    <a:pt x="692944" y="56674"/>
                  </a:cubicBezTo>
                  <a:cubicBezTo>
                    <a:pt x="694087" y="56293"/>
                    <a:pt x="694087" y="53150"/>
                    <a:pt x="694944" y="52292"/>
                  </a:cubicBezTo>
                  <a:cubicBezTo>
                    <a:pt x="695515" y="51721"/>
                    <a:pt x="696944" y="50959"/>
                    <a:pt x="697802" y="50863"/>
                  </a:cubicBezTo>
                  <a:cubicBezTo>
                    <a:pt x="699040" y="50673"/>
                    <a:pt x="701612" y="51911"/>
                    <a:pt x="702850" y="51816"/>
                  </a:cubicBezTo>
                  <a:cubicBezTo>
                    <a:pt x="704755" y="51625"/>
                    <a:pt x="708755" y="50673"/>
                    <a:pt x="709898" y="49244"/>
                  </a:cubicBezTo>
                  <a:cubicBezTo>
                    <a:pt x="710565" y="48387"/>
                    <a:pt x="710660" y="46101"/>
                    <a:pt x="710755" y="44958"/>
                  </a:cubicBezTo>
                  <a:cubicBezTo>
                    <a:pt x="710851" y="44101"/>
                    <a:pt x="710279" y="42196"/>
                    <a:pt x="710755" y="41434"/>
                  </a:cubicBezTo>
                  <a:cubicBezTo>
                    <a:pt x="711327" y="40386"/>
                    <a:pt x="714185" y="40100"/>
                    <a:pt x="715042" y="39148"/>
                  </a:cubicBezTo>
                  <a:cubicBezTo>
                    <a:pt x="715709" y="38386"/>
                    <a:pt x="716280" y="36290"/>
                    <a:pt x="716566" y="35338"/>
                  </a:cubicBezTo>
                  <a:cubicBezTo>
                    <a:pt x="716947" y="34290"/>
                    <a:pt x="717042" y="31909"/>
                    <a:pt x="717804" y="31242"/>
                  </a:cubicBezTo>
                  <a:cubicBezTo>
                    <a:pt x="718756" y="30385"/>
                    <a:pt x="721519" y="30671"/>
                    <a:pt x="722757" y="30289"/>
                  </a:cubicBezTo>
                  <a:cubicBezTo>
                    <a:pt x="723710" y="30004"/>
                    <a:pt x="725614" y="29146"/>
                    <a:pt x="726377" y="28575"/>
                  </a:cubicBezTo>
                  <a:cubicBezTo>
                    <a:pt x="727520" y="27813"/>
                    <a:pt x="729139" y="25527"/>
                    <a:pt x="730377" y="24955"/>
                  </a:cubicBezTo>
                  <a:cubicBezTo>
                    <a:pt x="731425" y="24384"/>
                    <a:pt x="733901" y="24003"/>
                    <a:pt x="735044" y="24098"/>
                  </a:cubicBezTo>
                  <a:cubicBezTo>
                    <a:pt x="736187" y="24193"/>
                    <a:pt x="738568" y="25051"/>
                    <a:pt x="739140" y="25908"/>
                  </a:cubicBezTo>
                  <a:cubicBezTo>
                    <a:pt x="739807" y="26956"/>
                    <a:pt x="739330" y="29528"/>
                    <a:pt x="739235" y="30671"/>
                  </a:cubicBezTo>
                  <a:cubicBezTo>
                    <a:pt x="739140" y="31718"/>
                    <a:pt x="737997" y="33909"/>
                    <a:pt x="738378" y="34957"/>
                  </a:cubicBezTo>
                  <a:cubicBezTo>
                    <a:pt x="738664" y="36004"/>
                    <a:pt x="741045" y="36862"/>
                    <a:pt x="741521" y="37814"/>
                  </a:cubicBezTo>
                  <a:cubicBezTo>
                    <a:pt x="741998" y="38767"/>
                    <a:pt x="741521" y="41148"/>
                    <a:pt x="741807" y="42196"/>
                  </a:cubicBezTo>
                  <a:cubicBezTo>
                    <a:pt x="742188" y="43720"/>
                    <a:pt x="743236" y="46672"/>
                    <a:pt x="744188" y="47816"/>
                  </a:cubicBezTo>
                  <a:cubicBezTo>
                    <a:pt x="745427" y="49339"/>
                    <a:pt x="748855" y="52197"/>
                    <a:pt x="750856" y="52292"/>
                  </a:cubicBezTo>
                  <a:cubicBezTo>
                    <a:pt x="752380" y="52483"/>
                    <a:pt x="754856" y="50101"/>
                    <a:pt x="756380" y="49911"/>
                  </a:cubicBezTo>
                  <a:cubicBezTo>
                    <a:pt x="757809" y="49721"/>
                    <a:pt x="760762" y="50197"/>
                    <a:pt x="762000" y="50863"/>
                  </a:cubicBezTo>
                  <a:cubicBezTo>
                    <a:pt x="763048" y="51435"/>
                    <a:pt x="764000" y="53816"/>
                    <a:pt x="764953" y="54578"/>
                  </a:cubicBezTo>
                  <a:cubicBezTo>
                    <a:pt x="766096" y="55531"/>
                    <a:pt x="768953" y="56579"/>
                    <a:pt x="770287" y="57245"/>
                  </a:cubicBezTo>
                  <a:cubicBezTo>
                    <a:pt x="771620" y="57912"/>
                    <a:pt x="774573" y="58769"/>
                    <a:pt x="775525" y="59912"/>
                  </a:cubicBezTo>
                  <a:cubicBezTo>
                    <a:pt x="776097" y="60674"/>
                    <a:pt x="776192" y="62675"/>
                    <a:pt x="776478" y="63532"/>
                  </a:cubicBezTo>
                  <a:cubicBezTo>
                    <a:pt x="777050" y="65056"/>
                    <a:pt x="778288" y="68485"/>
                    <a:pt x="779621" y="69533"/>
                  </a:cubicBezTo>
                  <a:cubicBezTo>
                    <a:pt x="779716" y="69533"/>
                    <a:pt x="779812" y="69628"/>
                    <a:pt x="779907" y="69723"/>
                  </a:cubicBezTo>
                  <a:cubicBezTo>
                    <a:pt x="779621" y="71342"/>
                    <a:pt x="779336" y="73152"/>
                    <a:pt x="779431" y="74104"/>
                  </a:cubicBezTo>
                  <a:cubicBezTo>
                    <a:pt x="779526" y="75438"/>
                    <a:pt x="780288" y="77914"/>
                    <a:pt x="780955" y="79058"/>
                  </a:cubicBezTo>
                  <a:cubicBezTo>
                    <a:pt x="781431" y="79915"/>
                    <a:pt x="783241" y="80963"/>
                    <a:pt x="783717" y="81725"/>
                  </a:cubicBezTo>
                  <a:cubicBezTo>
                    <a:pt x="784765" y="83153"/>
                    <a:pt x="786193" y="86487"/>
                    <a:pt x="786670" y="88201"/>
                  </a:cubicBezTo>
                  <a:cubicBezTo>
                    <a:pt x="786955" y="89249"/>
                    <a:pt x="787336" y="91345"/>
                    <a:pt x="787051" y="92297"/>
                  </a:cubicBezTo>
                  <a:cubicBezTo>
                    <a:pt x="786765" y="93345"/>
                    <a:pt x="785050" y="94679"/>
                    <a:pt x="784479" y="95536"/>
                  </a:cubicBezTo>
                  <a:cubicBezTo>
                    <a:pt x="784003" y="96298"/>
                    <a:pt x="783146" y="97822"/>
                    <a:pt x="783050" y="98679"/>
                  </a:cubicBezTo>
                  <a:cubicBezTo>
                    <a:pt x="782955" y="100013"/>
                    <a:pt x="784765" y="102299"/>
                    <a:pt x="784765" y="103632"/>
                  </a:cubicBezTo>
                  <a:cubicBezTo>
                    <a:pt x="784765" y="104489"/>
                    <a:pt x="784003" y="106013"/>
                    <a:pt x="783527" y="106775"/>
                  </a:cubicBezTo>
                  <a:cubicBezTo>
                    <a:pt x="783146" y="107347"/>
                    <a:pt x="781812" y="108013"/>
                    <a:pt x="781526" y="108585"/>
                  </a:cubicBezTo>
                  <a:cubicBezTo>
                    <a:pt x="781241" y="109252"/>
                    <a:pt x="781336" y="110871"/>
                    <a:pt x="781717" y="111538"/>
                  </a:cubicBezTo>
                  <a:cubicBezTo>
                    <a:pt x="782098" y="112490"/>
                    <a:pt x="783812" y="114014"/>
                    <a:pt x="784670" y="114681"/>
                  </a:cubicBezTo>
                  <a:cubicBezTo>
                    <a:pt x="785527" y="115253"/>
                    <a:pt x="787622" y="115538"/>
                    <a:pt x="788480" y="116110"/>
                  </a:cubicBezTo>
                  <a:cubicBezTo>
                    <a:pt x="789051" y="116491"/>
                    <a:pt x="789623" y="117920"/>
                    <a:pt x="790194" y="118396"/>
                  </a:cubicBezTo>
                  <a:cubicBezTo>
                    <a:pt x="791051" y="119063"/>
                    <a:pt x="793242" y="119539"/>
                    <a:pt x="794004" y="120205"/>
                  </a:cubicBezTo>
                  <a:cubicBezTo>
                    <a:pt x="795338" y="121349"/>
                    <a:pt x="797052" y="124492"/>
                    <a:pt x="798005" y="126016"/>
                  </a:cubicBezTo>
                  <a:cubicBezTo>
                    <a:pt x="798576" y="127063"/>
                    <a:pt x="799338" y="129540"/>
                    <a:pt x="800291" y="130302"/>
                  </a:cubicBezTo>
                  <a:cubicBezTo>
                    <a:pt x="801434" y="131254"/>
                    <a:pt x="804958" y="131064"/>
                    <a:pt x="806005" y="132112"/>
                  </a:cubicBezTo>
                  <a:cubicBezTo>
                    <a:pt x="807148" y="133445"/>
                    <a:pt x="807339" y="137255"/>
                    <a:pt x="806958" y="138875"/>
                  </a:cubicBezTo>
                  <a:cubicBezTo>
                    <a:pt x="806768" y="139827"/>
                    <a:pt x="804767" y="141256"/>
                    <a:pt x="805149" y="142113"/>
                  </a:cubicBezTo>
                  <a:cubicBezTo>
                    <a:pt x="805529" y="143066"/>
                    <a:pt x="808291" y="142875"/>
                    <a:pt x="809244" y="143256"/>
                  </a:cubicBezTo>
                  <a:cubicBezTo>
                    <a:pt x="810768" y="143828"/>
                    <a:pt x="814007" y="144780"/>
                    <a:pt x="815150" y="145923"/>
                  </a:cubicBezTo>
                  <a:cubicBezTo>
                    <a:pt x="816293" y="147161"/>
                    <a:pt x="817055" y="150590"/>
                    <a:pt x="817721" y="152114"/>
                  </a:cubicBezTo>
                  <a:cubicBezTo>
                    <a:pt x="818198" y="153257"/>
                    <a:pt x="819436" y="156210"/>
                    <a:pt x="819436" y="156591"/>
                  </a:cubicBezTo>
                  <a:cubicBezTo>
                    <a:pt x="819436" y="156972"/>
                    <a:pt x="822579" y="158496"/>
                    <a:pt x="823722" y="158972"/>
                  </a:cubicBezTo>
                  <a:cubicBezTo>
                    <a:pt x="824960" y="159544"/>
                    <a:pt x="827627" y="160115"/>
                    <a:pt x="828675" y="160972"/>
                  </a:cubicBezTo>
                  <a:cubicBezTo>
                    <a:pt x="829342" y="161449"/>
                    <a:pt x="830294" y="162878"/>
                    <a:pt x="830580" y="163639"/>
                  </a:cubicBezTo>
                  <a:cubicBezTo>
                    <a:pt x="830961" y="164783"/>
                    <a:pt x="830009" y="167354"/>
                    <a:pt x="830580" y="168497"/>
                  </a:cubicBezTo>
                  <a:cubicBezTo>
                    <a:pt x="831152" y="169640"/>
                    <a:pt x="833818" y="170593"/>
                    <a:pt x="834485" y="171641"/>
                  </a:cubicBezTo>
                  <a:cubicBezTo>
                    <a:pt x="835247" y="172593"/>
                    <a:pt x="835628" y="175165"/>
                    <a:pt x="836295" y="176213"/>
                  </a:cubicBezTo>
                  <a:cubicBezTo>
                    <a:pt x="836771" y="176879"/>
                    <a:pt x="837915" y="178213"/>
                    <a:pt x="838676" y="178499"/>
                  </a:cubicBezTo>
                  <a:cubicBezTo>
                    <a:pt x="840200" y="179070"/>
                    <a:pt x="843820" y="177451"/>
                    <a:pt x="845344" y="178117"/>
                  </a:cubicBezTo>
                  <a:cubicBezTo>
                    <a:pt x="846296" y="178499"/>
                    <a:pt x="847058" y="181070"/>
                    <a:pt x="848011" y="181070"/>
                  </a:cubicBezTo>
                  <a:cubicBezTo>
                    <a:pt x="849249" y="181070"/>
                    <a:pt x="850297" y="177355"/>
                    <a:pt x="851535" y="177546"/>
                  </a:cubicBezTo>
                  <a:cubicBezTo>
                    <a:pt x="853250" y="177737"/>
                    <a:pt x="853726" y="182309"/>
                    <a:pt x="854964" y="183451"/>
                  </a:cubicBezTo>
                  <a:cubicBezTo>
                    <a:pt x="855726" y="184213"/>
                    <a:pt x="858298" y="184595"/>
                    <a:pt x="858774" y="185547"/>
                  </a:cubicBezTo>
                  <a:cubicBezTo>
                    <a:pt x="859250" y="186500"/>
                    <a:pt x="857822" y="188976"/>
                    <a:pt x="858488" y="189833"/>
                  </a:cubicBezTo>
                  <a:cubicBezTo>
                    <a:pt x="859060" y="190500"/>
                    <a:pt x="861060" y="190214"/>
                    <a:pt x="861917" y="190214"/>
                  </a:cubicBezTo>
                  <a:cubicBezTo>
                    <a:pt x="862870" y="190214"/>
                    <a:pt x="864775" y="189452"/>
                    <a:pt x="865727" y="189643"/>
                  </a:cubicBezTo>
                  <a:cubicBezTo>
                    <a:pt x="866966" y="189929"/>
                    <a:pt x="868585" y="192119"/>
                    <a:pt x="869823" y="192310"/>
                  </a:cubicBezTo>
                  <a:cubicBezTo>
                    <a:pt x="871252" y="192596"/>
                    <a:pt x="874109" y="191453"/>
                    <a:pt x="875443" y="191071"/>
                  </a:cubicBezTo>
                  <a:cubicBezTo>
                    <a:pt x="875729" y="190976"/>
                    <a:pt x="876109" y="190786"/>
                    <a:pt x="876586" y="190500"/>
                  </a:cubicBezTo>
                  <a:lnTo>
                    <a:pt x="876586" y="194120"/>
                  </a:lnTo>
                  <a:lnTo>
                    <a:pt x="842867" y="237839"/>
                  </a:lnTo>
                  <a:cubicBezTo>
                    <a:pt x="842867" y="237839"/>
                    <a:pt x="840391" y="241078"/>
                    <a:pt x="839343" y="241745"/>
                  </a:cubicBezTo>
                  <a:cubicBezTo>
                    <a:pt x="837915" y="242792"/>
                    <a:pt x="834295" y="243459"/>
                    <a:pt x="832675" y="244316"/>
                  </a:cubicBezTo>
                  <a:cubicBezTo>
                    <a:pt x="830866" y="245364"/>
                    <a:pt x="827723" y="248126"/>
                    <a:pt x="826008" y="249269"/>
                  </a:cubicBezTo>
                  <a:cubicBezTo>
                    <a:pt x="824103" y="250603"/>
                    <a:pt x="820008" y="252889"/>
                    <a:pt x="818388" y="254508"/>
                  </a:cubicBezTo>
                  <a:cubicBezTo>
                    <a:pt x="817055" y="255746"/>
                    <a:pt x="815054" y="258699"/>
                    <a:pt x="813816" y="260033"/>
                  </a:cubicBezTo>
                  <a:cubicBezTo>
                    <a:pt x="812387" y="261652"/>
                    <a:pt x="809625" y="264795"/>
                    <a:pt x="807815" y="266129"/>
                  </a:cubicBezTo>
                  <a:cubicBezTo>
                    <a:pt x="806768" y="266986"/>
                    <a:pt x="803910" y="267653"/>
                    <a:pt x="803053" y="268700"/>
                  </a:cubicBezTo>
                  <a:cubicBezTo>
                    <a:pt x="802386" y="269462"/>
                    <a:pt x="801719" y="271367"/>
                    <a:pt x="801624" y="272320"/>
                  </a:cubicBezTo>
                  <a:cubicBezTo>
                    <a:pt x="801529" y="273463"/>
                    <a:pt x="802577" y="275654"/>
                    <a:pt x="802577" y="276892"/>
                  </a:cubicBezTo>
                  <a:cubicBezTo>
                    <a:pt x="802672" y="278130"/>
                    <a:pt x="802481" y="280607"/>
                    <a:pt x="802005" y="281750"/>
                  </a:cubicBezTo>
                  <a:cubicBezTo>
                    <a:pt x="801529" y="282797"/>
                    <a:pt x="799624" y="284321"/>
                    <a:pt x="799052" y="285274"/>
                  </a:cubicBezTo>
                  <a:cubicBezTo>
                    <a:pt x="798481" y="286226"/>
                    <a:pt x="798100" y="288893"/>
                    <a:pt x="797052" y="289560"/>
                  </a:cubicBezTo>
                  <a:cubicBezTo>
                    <a:pt x="795909" y="290322"/>
                    <a:pt x="792861" y="288798"/>
                    <a:pt x="791718" y="289560"/>
                  </a:cubicBezTo>
                  <a:cubicBezTo>
                    <a:pt x="790575" y="290227"/>
                    <a:pt x="790194" y="293180"/>
                    <a:pt x="789432" y="294227"/>
                  </a:cubicBezTo>
                  <a:cubicBezTo>
                    <a:pt x="788861" y="294989"/>
                    <a:pt x="786860" y="295846"/>
                    <a:pt x="786575" y="296799"/>
                  </a:cubicBezTo>
                  <a:cubicBezTo>
                    <a:pt x="786193" y="298133"/>
                    <a:pt x="788194" y="300800"/>
                    <a:pt x="788384" y="302133"/>
                  </a:cubicBezTo>
                  <a:cubicBezTo>
                    <a:pt x="788575" y="303467"/>
                    <a:pt x="788575" y="306134"/>
                    <a:pt x="788384" y="307467"/>
                  </a:cubicBezTo>
                  <a:cubicBezTo>
                    <a:pt x="788289" y="308324"/>
                    <a:pt x="788003" y="310134"/>
                    <a:pt x="787527" y="310896"/>
                  </a:cubicBezTo>
                  <a:cubicBezTo>
                    <a:pt x="786860" y="311849"/>
                    <a:pt x="784670" y="312992"/>
                    <a:pt x="783527" y="313563"/>
                  </a:cubicBezTo>
                  <a:cubicBezTo>
                    <a:pt x="782384" y="314134"/>
                    <a:pt x="779907" y="314706"/>
                    <a:pt x="778859" y="315278"/>
                  </a:cubicBezTo>
                  <a:cubicBezTo>
                    <a:pt x="777621" y="315944"/>
                    <a:pt x="775621" y="318040"/>
                    <a:pt x="774382" y="318707"/>
                  </a:cubicBezTo>
                  <a:cubicBezTo>
                    <a:pt x="773621" y="319088"/>
                    <a:pt x="771811" y="319564"/>
                    <a:pt x="770954" y="319564"/>
                  </a:cubicBezTo>
                  <a:cubicBezTo>
                    <a:pt x="770191" y="319564"/>
                    <a:pt x="768763" y="318802"/>
                    <a:pt x="768001" y="318897"/>
                  </a:cubicBezTo>
                  <a:cubicBezTo>
                    <a:pt x="766667" y="319088"/>
                    <a:pt x="764000" y="320326"/>
                    <a:pt x="763334" y="321469"/>
                  </a:cubicBezTo>
                  <a:cubicBezTo>
                    <a:pt x="762858" y="322231"/>
                    <a:pt x="763334" y="324136"/>
                    <a:pt x="763143" y="324993"/>
                  </a:cubicBezTo>
                  <a:cubicBezTo>
                    <a:pt x="762952" y="326136"/>
                    <a:pt x="762572" y="328232"/>
                    <a:pt x="762191" y="329279"/>
                  </a:cubicBezTo>
                  <a:cubicBezTo>
                    <a:pt x="761905" y="330041"/>
                    <a:pt x="760952" y="331280"/>
                    <a:pt x="760762" y="332137"/>
                  </a:cubicBezTo>
                  <a:cubicBezTo>
                    <a:pt x="760476" y="333280"/>
                    <a:pt x="761333" y="335851"/>
                    <a:pt x="760952" y="336899"/>
                  </a:cubicBezTo>
                  <a:cubicBezTo>
                    <a:pt x="760571" y="337852"/>
                    <a:pt x="759143" y="339376"/>
                    <a:pt x="758285" y="339757"/>
                  </a:cubicBezTo>
                  <a:cubicBezTo>
                    <a:pt x="757238" y="340233"/>
                    <a:pt x="754761" y="339566"/>
                    <a:pt x="753618" y="339947"/>
                  </a:cubicBezTo>
                  <a:cubicBezTo>
                    <a:pt x="752284" y="340328"/>
                    <a:pt x="749998" y="341947"/>
                    <a:pt x="748760" y="342614"/>
                  </a:cubicBezTo>
                  <a:cubicBezTo>
                    <a:pt x="746665" y="343662"/>
                    <a:pt x="742379" y="345662"/>
                    <a:pt x="740283" y="346900"/>
                  </a:cubicBezTo>
                  <a:cubicBezTo>
                    <a:pt x="738759" y="347758"/>
                    <a:pt x="735711" y="349472"/>
                    <a:pt x="734378" y="350520"/>
                  </a:cubicBezTo>
                  <a:cubicBezTo>
                    <a:pt x="733044" y="351568"/>
                    <a:pt x="731044" y="354521"/>
                    <a:pt x="729520" y="355378"/>
                  </a:cubicBezTo>
                  <a:cubicBezTo>
                    <a:pt x="728472" y="355949"/>
                    <a:pt x="726186" y="356235"/>
                    <a:pt x="725043" y="356425"/>
                  </a:cubicBezTo>
                  <a:cubicBezTo>
                    <a:pt x="723233" y="356711"/>
                    <a:pt x="719519" y="356521"/>
                    <a:pt x="717804" y="357283"/>
                  </a:cubicBezTo>
                  <a:cubicBezTo>
                    <a:pt x="716280" y="357950"/>
                    <a:pt x="714089" y="360617"/>
                    <a:pt x="712661" y="361474"/>
                  </a:cubicBezTo>
                  <a:cubicBezTo>
                    <a:pt x="711422" y="362331"/>
                    <a:pt x="708565" y="363379"/>
                    <a:pt x="707327" y="364236"/>
                  </a:cubicBezTo>
                  <a:cubicBezTo>
                    <a:pt x="705707" y="365379"/>
                    <a:pt x="702945" y="367951"/>
                    <a:pt x="701612" y="369380"/>
                  </a:cubicBezTo>
                  <a:cubicBezTo>
                    <a:pt x="701135" y="369856"/>
                    <a:pt x="700564" y="370618"/>
                    <a:pt x="699992" y="371475"/>
                  </a:cubicBezTo>
                  <a:cubicBezTo>
                    <a:pt x="699040" y="372809"/>
                    <a:pt x="697992" y="374237"/>
                    <a:pt x="697135" y="374713"/>
                  </a:cubicBezTo>
                  <a:cubicBezTo>
                    <a:pt x="695897" y="375380"/>
                    <a:pt x="692944" y="375571"/>
                    <a:pt x="691610" y="375761"/>
                  </a:cubicBezTo>
                  <a:cubicBezTo>
                    <a:pt x="684752" y="376904"/>
                    <a:pt x="670846" y="378524"/>
                    <a:pt x="663988" y="379571"/>
                  </a:cubicBezTo>
                  <a:cubicBezTo>
                    <a:pt x="655987" y="380809"/>
                    <a:pt x="639985" y="383667"/>
                    <a:pt x="631888" y="384905"/>
                  </a:cubicBezTo>
                  <a:cubicBezTo>
                    <a:pt x="622554" y="386334"/>
                    <a:pt x="603695" y="388906"/>
                    <a:pt x="594265" y="390239"/>
                  </a:cubicBezTo>
                  <a:cubicBezTo>
                    <a:pt x="586835" y="391192"/>
                    <a:pt x="571976" y="393383"/>
                    <a:pt x="564547" y="394049"/>
                  </a:cubicBezTo>
                  <a:cubicBezTo>
                    <a:pt x="557308" y="394716"/>
                    <a:pt x="542830" y="395002"/>
                    <a:pt x="535686" y="395764"/>
                  </a:cubicBezTo>
                  <a:cubicBezTo>
                    <a:pt x="528447" y="396526"/>
                    <a:pt x="514064" y="398621"/>
                    <a:pt x="506825" y="399764"/>
                  </a:cubicBezTo>
                  <a:cubicBezTo>
                    <a:pt x="502158" y="400526"/>
                    <a:pt x="492823" y="402241"/>
                    <a:pt x="488156" y="403193"/>
                  </a:cubicBezTo>
                  <a:cubicBezTo>
                    <a:pt x="483870" y="403955"/>
                    <a:pt x="475297" y="405955"/>
                    <a:pt x="471011" y="406622"/>
                  </a:cubicBezTo>
                  <a:cubicBezTo>
                    <a:pt x="458629" y="408527"/>
                    <a:pt x="433578" y="411004"/>
                    <a:pt x="421100" y="412147"/>
                  </a:cubicBezTo>
                  <a:cubicBezTo>
                    <a:pt x="404146" y="413766"/>
                    <a:pt x="369189" y="411289"/>
                    <a:pt x="353378" y="417481"/>
                  </a:cubicBezTo>
                  <a:cubicBezTo>
                    <a:pt x="351949" y="418052"/>
                    <a:pt x="349948" y="420719"/>
                    <a:pt x="348520" y="421291"/>
                  </a:cubicBezTo>
                  <a:cubicBezTo>
                    <a:pt x="347567" y="421672"/>
                    <a:pt x="345281" y="422053"/>
                    <a:pt x="344234" y="421672"/>
                  </a:cubicBezTo>
                  <a:cubicBezTo>
                    <a:pt x="343567" y="421386"/>
                    <a:pt x="342805" y="419767"/>
                    <a:pt x="342138" y="419576"/>
                  </a:cubicBezTo>
                  <a:cubicBezTo>
                    <a:pt x="337090" y="417957"/>
                    <a:pt x="326422" y="422338"/>
                    <a:pt x="321088" y="423196"/>
                  </a:cubicBezTo>
                  <a:cubicBezTo>
                    <a:pt x="303562" y="426053"/>
                    <a:pt x="268510" y="431387"/>
                    <a:pt x="251079" y="434054"/>
                  </a:cubicBezTo>
                  <a:cubicBezTo>
                    <a:pt x="240506" y="435674"/>
                    <a:pt x="219170" y="438245"/>
                    <a:pt x="208597" y="440246"/>
                  </a:cubicBezTo>
                  <a:cubicBezTo>
                    <a:pt x="203740" y="441198"/>
                    <a:pt x="189262" y="444722"/>
                    <a:pt x="189262" y="444722"/>
                  </a:cubicBezTo>
                  <a:lnTo>
                    <a:pt x="189262" y="439674"/>
                  </a:lnTo>
                  <a:lnTo>
                    <a:pt x="161258" y="439674"/>
                  </a:lnTo>
                  <a:lnTo>
                    <a:pt x="167830" y="458534"/>
                  </a:lnTo>
                  <a:lnTo>
                    <a:pt x="167830" y="467487"/>
                  </a:lnTo>
                  <a:cubicBezTo>
                    <a:pt x="167830" y="467487"/>
                    <a:pt x="158782" y="468630"/>
                    <a:pt x="155734" y="469011"/>
                  </a:cubicBezTo>
                  <a:cubicBezTo>
                    <a:pt x="144971" y="470345"/>
                    <a:pt x="123444" y="473012"/>
                    <a:pt x="112681" y="474155"/>
                  </a:cubicBezTo>
                  <a:cubicBezTo>
                    <a:pt x="89916" y="476726"/>
                    <a:pt x="44291" y="479965"/>
                    <a:pt x="21717" y="483775"/>
                  </a:cubicBezTo>
                  <a:cubicBezTo>
                    <a:pt x="16954" y="484632"/>
                    <a:pt x="5048" y="487585"/>
                    <a:pt x="0" y="488823"/>
                  </a:cubicBezTo>
                  <a:cubicBezTo>
                    <a:pt x="95" y="488442"/>
                    <a:pt x="95" y="487966"/>
                    <a:pt x="190" y="487680"/>
                  </a:cubicBezTo>
                  <a:cubicBezTo>
                    <a:pt x="381" y="486442"/>
                    <a:pt x="381" y="483965"/>
                    <a:pt x="476" y="482727"/>
                  </a:cubicBezTo>
                  <a:cubicBezTo>
                    <a:pt x="667" y="481013"/>
                    <a:pt x="1429" y="477679"/>
                    <a:pt x="1524" y="475964"/>
                  </a:cubicBezTo>
                  <a:cubicBezTo>
                    <a:pt x="1619" y="474155"/>
                    <a:pt x="762" y="470535"/>
                    <a:pt x="1429" y="468821"/>
                  </a:cubicBezTo>
                  <a:cubicBezTo>
                    <a:pt x="1905" y="467773"/>
                    <a:pt x="3715" y="466154"/>
                    <a:pt x="4763" y="465677"/>
                  </a:cubicBezTo>
                  <a:cubicBezTo>
                    <a:pt x="5429" y="465296"/>
                    <a:pt x="7048" y="465011"/>
                    <a:pt x="7811" y="465106"/>
                  </a:cubicBezTo>
                  <a:cubicBezTo>
                    <a:pt x="8858" y="465296"/>
                    <a:pt x="11239" y="467296"/>
                    <a:pt x="11239" y="467487"/>
                  </a:cubicBezTo>
                  <a:cubicBezTo>
                    <a:pt x="11239" y="467678"/>
                    <a:pt x="12002" y="470345"/>
                    <a:pt x="12573" y="471011"/>
                  </a:cubicBezTo>
                  <a:cubicBezTo>
                    <a:pt x="13811" y="472535"/>
                    <a:pt x="16954" y="475297"/>
                    <a:pt x="18860" y="475297"/>
                  </a:cubicBezTo>
                  <a:cubicBezTo>
                    <a:pt x="19907" y="475297"/>
                    <a:pt x="21717" y="473678"/>
                    <a:pt x="22384" y="472916"/>
                  </a:cubicBezTo>
                  <a:cubicBezTo>
                    <a:pt x="23146" y="471964"/>
                    <a:pt x="23717" y="469487"/>
                    <a:pt x="24098" y="468249"/>
                  </a:cubicBezTo>
                  <a:cubicBezTo>
                    <a:pt x="24479" y="466820"/>
                    <a:pt x="24670" y="463867"/>
                    <a:pt x="25146" y="462439"/>
                  </a:cubicBezTo>
                  <a:cubicBezTo>
                    <a:pt x="25432" y="461582"/>
                    <a:pt x="26670" y="460153"/>
                    <a:pt x="26765" y="459296"/>
                  </a:cubicBezTo>
                  <a:cubicBezTo>
                    <a:pt x="26956" y="458057"/>
                    <a:pt x="26479" y="455486"/>
                    <a:pt x="25813" y="454533"/>
                  </a:cubicBezTo>
                  <a:cubicBezTo>
                    <a:pt x="25241" y="453771"/>
                    <a:pt x="23146" y="453200"/>
                    <a:pt x="22479" y="452533"/>
                  </a:cubicBezTo>
                  <a:cubicBezTo>
                    <a:pt x="21907" y="451961"/>
                    <a:pt x="21146" y="450342"/>
                    <a:pt x="21146" y="449580"/>
                  </a:cubicBezTo>
                  <a:cubicBezTo>
                    <a:pt x="21241" y="448342"/>
                    <a:pt x="22479" y="445961"/>
                    <a:pt x="23431" y="445199"/>
                  </a:cubicBezTo>
                  <a:cubicBezTo>
                    <a:pt x="24384" y="444437"/>
                    <a:pt x="27051" y="443960"/>
                    <a:pt x="28289" y="443960"/>
                  </a:cubicBezTo>
                  <a:cubicBezTo>
                    <a:pt x="29051" y="443960"/>
                    <a:pt x="30385" y="445199"/>
                    <a:pt x="31052" y="445008"/>
                  </a:cubicBezTo>
                  <a:cubicBezTo>
                    <a:pt x="31718" y="444722"/>
                    <a:pt x="32385" y="443293"/>
                    <a:pt x="32290" y="442532"/>
                  </a:cubicBezTo>
                  <a:cubicBezTo>
                    <a:pt x="32004" y="440912"/>
                    <a:pt x="29337" y="438626"/>
                    <a:pt x="27813" y="438055"/>
                  </a:cubicBezTo>
                  <a:cubicBezTo>
                    <a:pt x="26956" y="437769"/>
                    <a:pt x="25051" y="438721"/>
                    <a:pt x="24289" y="438245"/>
                  </a:cubicBezTo>
                  <a:cubicBezTo>
                    <a:pt x="23336" y="437674"/>
                    <a:pt x="22479" y="435388"/>
                    <a:pt x="22384" y="434340"/>
                  </a:cubicBezTo>
                  <a:cubicBezTo>
                    <a:pt x="22384" y="433197"/>
                    <a:pt x="23431" y="430911"/>
                    <a:pt x="24194" y="430054"/>
                  </a:cubicBezTo>
                  <a:cubicBezTo>
                    <a:pt x="24670" y="429482"/>
                    <a:pt x="26289" y="429196"/>
                    <a:pt x="26765" y="428720"/>
                  </a:cubicBezTo>
                  <a:cubicBezTo>
                    <a:pt x="27527" y="428054"/>
                    <a:pt x="28575" y="426244"/>
                    <a:pt x="28956" y="425387"/>
                  </a:cubicBezTo>
                  <a:cubicBezTo>
                    <a:pt x="29432" y="424243"/>
                    <a:pt x="29909" y="421767"/>
                    <a:pt x="30099" y="420624"/>
                  </a:cubicBezTo>
                  <a:cubicBezTo>
                    <a:pt x="30385" y="419100"/>
                    <a:pt x="30956" y="415957"/>
                    <a:pt x="30671" y="414433"/>
                  </a:cubicBezTo>
                  <a:cubicBezTo>
                    <a:pt x="30480" y="413290"/>
                    <a:pt x="29337" y="411004"/>
                    <a:pt x="28575" y="410146"/>
                  </a:cubicBezTo>
                  <a:cubicBezTo>
                    <a:pt x="28004" y="409480"/>
                    <a:pt x="26670" y="408432"/>
                    <a:pt x="25908" y="408432"/>
                  </a:cubicBezTo>
                  <a:cubicBezTo>
                    <a:pt x="25146" y="408337"/>
                    <a:pt x="23717" y="409194"/>
                    <a:pt x="23241" y="409766"/>
                  </a:cubicBezTo>
                  <a:cubicBezTo>
                    <a:pt x="22860" y="410242"/>
                    <a:pt x="23051" y="411480"/>
                    <a:pt x="22670" y="411861"/>
                  </a:cubicBezTo>
                  <a:cubicBezTo>
                    <a:pt x="22098" y="412433"/>
                    <a:pt x="20384" y="413099"/>
                    <a:pt x="19621" y="412813"/>
                  </a:cubicBezTo>
                  <a:cubicBezTo>
                    <a:pt x="18764" y="412528"/>
                    <a:pt x="18193" y="410623"/>
                    <a:pt x="17907" y="409766"/>
                  </a:cubicBezTo>
                  <a:cubicBezTo>
                    <a:pt x="17621" y="409004"/>
                    <a:pt x="17907" y="407194"/>
                    <a:pt x="17621" y="406337"/>
                  </a:cubicBezTo>
                  <a:cubicBezTo>
                    <a:pt x="17431" y="405955"/>
                    <a:pt x="17145" y="405384"/>
                    <a:pt x="16669" y="404813"/>
                  </a:cubicBezTo>
                  <a:cubicBezTo>
                    <a:pt x="17526" y="404336"/>
                    <a:pt x="18764" y="403860"/>
                    <a:pt x="19050" y="403288"/>
                  </a:cubicBezTo>
                  <a:cubicBezTo>
                    <a:pt x="19526" y="402431"/>
                    <a:pt x="19240" y="400336"/>
                    <a:pt x="19240" y="399288"/>
                  </a:cubicBezTo>
                  <a:cubicBezTo>
                    <a:pt x="19240" y="398336"/>
                    <a:pt x="18955" y="396240"/>
                    <a:pt x="19240" y="395383"/>
                  </a:cubicBezTo>
                  <a:cubicBezTo>
                    <a:pt x="19431" y="394811"/>
                    <a:pt x="20288" y="393859"/>
                    <a:pt x="20764" y="393478"/>
                  </a:cubicBezTo>
                  <a:cubicBezTo>
                    <a:pt x="21622" y="392621"/>
                    <a:pt x="23717" y="391478"/>
                    <a:pt x="24479" y="390620"/>
                  </a:cubicBezTo>
                  <a:cubicBezTo>
                    <a:pt x="25146" y="389858"/>
                    <a:pt x="26194" y="388144"/>
                    <a:pt x="26479" y="387287"/>
                  </a:cubicBezTo>
                  <a:cubicBezTo>
                    <a:pt x="27146" y="385667"/>
                    <a:pt x="27432" y="381953"/>
                    <a:pt x="28099" y="380238"/>
                  </a:cubicBezTo>
                  <a:cubicBezTo>
                    <a:pt x="28670" y="378905"/>
                    <a:pt x="30099" y="376238"/>
                    <a:pt x="31052" y="375095"/>
                  </a:cubicBezTo>
                  <a:cubicBezTo>
                    <a:pt x="31813" y="374237"/>
                    <a:pt x="33814" y="372809"/>
                    <a:pt x="34671" y="372046"/>
                  </a:cubicBezTo>
                  <a:cubicBezTo>
                    <a:pt x="35719" y="371284"/>
                    <a:pt x="37624" y="369475"/>
                    <a:pt x="38767" y="368999"/>
                  </a:cubicBezTo>
                  <a:cubicBezTo>
                    <a:pt x="39910" y="368522"/>
                    <a:pt x="42386" y="368046"/>
                    <a:pt x="43625" y="367951"/>
                  </a:cubicBezTo>
                  <a:cubicBezTo>
                    <a:pt x="45244" y="367855"/>
                    <a:pt x="48482" y="368237"/>
                    <a:pt x="50102" y="368617"/>
                  </a:cubicBezTo>
                  <a:cubicBezTo>
                    <a:pt x="51435" y="368903"/>
                    <a:pt x="53816" y="370142"/>
                    <a:pt x="55150" y="370522"/>
                  </a:cubicBezTo>
                  <a:cubicBezTo>
                    <a:pt x="56579" y="370999"/>
                    <a:pt x="59627" y="371856"/>
                    <a:pt x="61055" y="372332"/>
                  </a:cubicBezTo>
                  <a:cubicBezTo>
                    <a:pt x="62294" y="372809"/>
                    <a:pt x="64865" y="373475"/>
                    <a:pt x="65913" y="374333"/>
                  </a:cubicBezTo>
                  <a:cubicBezTo>
                    <a:pt x="66485" y="374809"/>
                    <a:pt x="67056" y="376428"/>
                    <a:pt x="67723" y="376904"/>
                  </a:cubicBezTo>
                  <a:cubicBezTo>
                    <a:pt x="68675" y="377476"/>
                    <a:pt x="71152" y="377476"/>
                    <a:pt x="72200" y="377571"/>
                  </a:cubicBezTo>
                  <a:cubicBezTo>
                    <a:pt x="73438" y="377762"/>
                    <a:pt x="75914" y="377762"/>
                    <a:pt x="77153" y="378047"/>
                  </a:cubicBezTo>
                  <a:cubicBezTo>
                    <a:pt x="78200" y="378333"/>
                    <a:pt x="80010" y="379286"/>
                    <a:pt x="80963" y="379667"/>
                  </a:cubicBezTo>
                  <a:cubicBezTo>
                    <a:pt x="82963" y="380333"/>
                    <a:pt x="87249" y="380619"/>
                    <a:pt x="88963" y="381667"/>
                  </a:cubicBezTo>
                  <a:cubicBezTo>
                    <a:pt x="90202" y="382429"/>
                    <a:pt x="91440" y="385477"/>
                    <a:pt x="92678" y="386239"/>
                  </a:cubicBezTo>
                  <a:cubicBezTo>
                    <a:pt x="94012" y="387096"/>
                    <a:pt x="97250" y="387572"/>
                    <a:pt x="98774" y="387572"/>
                  </a:cubicBezTo>
                  <a:cubicBezTo>
                    <a:pt x="100489" y="387572"/>
                    <a:pt x="104204" y="387191"/>
                    <a:pt x="105632" y="386143"/>
                  </a:cubicBezTo>
                  <a:cubicBezTo>
                    <a:pt x="106966" y="385286"/>
                    <a:pt x="108585" y="382238"/>
                    <a:pt x="108966" y="380714"/>
                  </a:cubicBezTo>
                  <a:cubicBezTo>
                    <a:pt x="109442" y="378905"/>
                    <a:pt x="109061" y="374904"/>
                    <a:pt x="108776" y="372999"/>
                  </a:cubicBezTo>
                  <a:cubicBezTo>
                    <a:pt x="108585" y="371380"/>
                    <a:pt x="108395" y="367951"/>
                    <a:pt x="107537" y="366522"/>
                  </a:cubicBezTo>
                  <a:cubicBezTo>
                    <a:pt x="106966" y="365570"/>
                    <a:pt x="104775" y="364522"/>
                    <a:pt x="103918" y="363760"/>
                  </a:cubicBezTo>
                  <a:cubicBezTo>
                    <a:pt x="102298" y="362426"/>
                    <a:pt x="98870" y="359950"/>
                    <a:pt x="97536" y="358235"/>
                  </a:cubicBezTo>
                  <a:cubicBezTo>
                    <a:pt x="96774" y="357283"/>
                    <a:pt x="95631" y="355092"/>
                    <a:pt x="95345" y="353854"/>
                  </a:cubicBezTo>
                  <a:cubicBezTo>
                    <a:pt x="95060" y="352616"/>
                    <a:pt x="95060" y="350139"/>
                    <a:pt x="95345" y="348996"/>
                  </a:cubicBezTo>
                  <a:cubicBezTo>
                    <a:pt x="95726" y="347663"/>
                    <a:pt x="97917" y="345472"/>
                    <a:pt x="98298" y="344138"/>
                  </a:cubicBezTo>
                  <a:cubicBezTo>
                    <a:pt x="98774" y="342519"/>
                    <a:pt x="97727" y="338995"/>
                    <a:pt x="98107" y="337280"/>
                  </a:cubicBezTo>
                  <a:cubicBezTo>
                    <a:pt x="98393" y="336042"/>
                    <a:pt x="99536" y="333851"/>
                    <a:pt x="100394" y="332899"/>
                  </a:cubicBezTo>
                  <a:cubicBezTo>
                    <a:pt x="101155" y="331946"/>
                    <a:pt x="103156" y="330422"/>
                    <a:pt x="104299" y="330137"/>
                  </a:cubicBezTo>
                  <a:cubicBezTo>
                    <a:pt x="105156" y="329946"/>
                    <a:pt x="106871" y="330041"/>
                    <a:pt x="107728" y="330327"/>
                  </a:cubicBezTo>
                  <a:cubicBezTo>
                    <a:pt x="108299" y="330517"/>
                    <a:pt x="109061" y="331661"/>
                    <a:pt x="109633" y="331756"/>
                  </a:cubicBezTo>
                  <a:cubicBezTo>
                    <a:pt x="110204" y="331851"/>
                    <a:pt x="111443" y="331470"/>
                    <a:pt x="111919" y="331089"/>
                  </a:cubicBezTo>
                  <a:cubicBezTo>
                    <a:pt x="112776" y="330517"/>
                    <a:pt x="113633" y="328613"/>
                    <a:pt x="114300" y="327946"/>
                  </a:cubicBezTo>
                  <a:cubicBezTo>
                    <a:pt x="115062" y="327088"/>
                    <a:pt x="116681" y="325564"/>
                    <a:pt x="117634" y="324993"/>
                  </a:cubicBezTo>
                  <a:cubicBezTo>
                    <a:pt x="119729" y="323755"/>
                    <a:pt x="124301" y="322421"/>
                    <a:pt x="126682" y="321755"/>
                  </a:cubicBezTo>
                  <a:cubicBezTo>
                    <a:pt x="128492" y="321278"/>
                    <a:pt x="132112" y="320707"/>
                    <a:pt x="133921" y="320230"/>
                  </a:cubicBezTo>
                  <a:cubicBezTo>
                    <a:pt x="135731" y="319754"/>
                    <a:pt x="139255" y="318611"/>
                    <a:pt x="140970" y="317945"/>
                  </a:cubicBezTo>
                  <a:cubicBezTo>
                    <a:pt x="142113" y="317468"/>
                    <a:pt x="144780" y="316897"/>
                    <a:pt x="145447" y="315849"/>
                  </a:cubicBezTo>
                  <a:cubicBezTo>
                    <a:pt x="146399" y="314420"/>
                    <a:pt x="146113" y="310515"/>
                    <a:pt x="145352" y="308991"/>
                  </a:cubicBezTo>
                  <a:cubicBezTo>
                    <a:pt x="144780" y="307658"/>
                    <a:pt x="142113" y="305848"/>
                    <a:pt x="140875" y="304991"/>
                  </a:cubicBezTo>
                  <a:cubicBezTo>
                    <a:pt x="139446" y="304038"/>
                    <a:pt x="135827" y="303181"/>
                    <a:pt x="134779" y="301847"/>
                  </a:cubicBezTo>
                  <a:cubicBezTo>
                    <a:pt x="134017" y="300990"/>
                    <a:pt x="134112" y="298418"/>
                    <a:pt x="133636" y="297371"/>
                  </a:cubicBezTo>
                  <a:cubicBezTo>
                    <a:pt x="133160" y="296228"/>
                    <a:pt x="131159" y="294513"/>
                    <a:pt x="130873" y="293275"/>
                  </a:cubicBezTo>
                  <a:cubicBezTo>
                    <a:pt x="130493" y="291846"/>
                    <a:pt x="130683" y="288703"/>
                    <a:pt x="131159" y="287274"/>
                  </a:cubicBezTo>
                  <a:cubicBezTo>
                    <a:pt x="131540" y="285845"/>
                    <a:pt x="133160" y="283369"/>
                    <a:pt x="134017" y="282226"/>
                  </a:cubicBezTo>
                  <a:cubicBezTo>
                    <a:pt x="134684" y="281368"/>
                    <a:pt x="136207" y="279749"/>
                    <a:pt x="136970" y="279083"/>
                  </a:cubicBezTo>
                  <a:cubicBezTo>
                    <a:pt x="138113" y="278130"/>
                    <a:pt x="140875" y="276987"/>
                    <a:pt x="141827" y="275844"/>
                  </a:cubicBezTo>
                  <a:cubicBezTo>
                    <a:pt x="142780" y="274606"/>
                    <a:pt x="143732" y="271463"/>
                    <a:pt x="143923" y="269938"/>
                  </a:cubicBezTo>
                  <a:cubicBezTo>
                    <a:pt x="144113" y="269176"/>
                    <a:pt x="144209" y="267462"/>
                    <a:pt x="143828" y="266795"/>
                  </a:cubicBezTo>
                  <a:cubicBezTo>
                    <a:pt x="143637" y="266319"/>
                    <a:pt x="142875" y="265747"/>
                    <a:pt x="142304" y="265176"/>
                  </a:cubicBezTo>
                  <a:cubicBezTo>
                    <a:pt x="143351" y="265081"/>
                    <a:pt x="144399" y="264890"/>
                    <a:pt x="144971" y="264890"/>
                  </a:cubicBezTo>
                  <a:cubicBezTo>
                    <a:pt x="146113" y="264795"/>
                    <a:pt x="148495" y="264224"/>
                    <a:pt x="149352" y="264890"/>
                  </a:cubicBezTo>
                  <a:cubicBezTo>
                    <a:pt x="150019" y="265367"/>
                    <a:pt x="149638" y="267462"/>
                    <a:pt x="150304" y="267938"/>
                  </a:cubicBezTo>
                  <a:cubicBezTo>
                    <a:pt x="150971" y="268414"/>
                    <a:pt x="152971" y="268319"/>
                    <a:pt x="153734" y="267843"/>
                  </a:cubicBezTo>
                  <a:cubicBezTo>
                    <a:pt x="154400" y="267462"/>
                    <a:pt x="154591" y="265557"/>
                    <a:pt x="155067" y="264986"/>
                  </a:cubicBezTo>
                  <a:cubicBezTo>
                    <a:pt x="155543" y="264509"/>
                    <a:pt x="157067" y="264414"/>
                    <a:pt x="157544" y="263938"/>
                  </a:cubicBezTo>
                  <a:cubicBezTo>
                    <a:pt x="158305" y="263176"/>
                    <a:pt x="158972" y="260985"/>
                    <a:pt x="158972" y="259937"/>
                  </a:cubicBezTo>
                  <a:cubicBezTo>
                    <a:pt x="158972" y="259080"/>
                    <a:pt x="158496" y="257461"/>
                    <a:pt x="157925" y="256889"/>
                  </a:cubicBezTo>
                  <a:cubicBezTo>
                    <a:pt x="157448" y="256318"/>
                    <a:pt x="155829" y="255937"/>
                    <a:pt x="155257" y="255556"/>
                  </a:cubicBezTo>
                  <a:cubicBezTo>
                    <a:pt x="154591" y="255079"/>
                    <a:pt x="153353" y="253937"/>
                    <a:pt x="153162" y="253175"/>
                  </a:cubicBezTo>
                  <a:cubicBezTo>
                    <a:pt x="152781" y="252222"/>
                    <a:pt x="153162" y="250031"/>
                    <a:pt x="153543" y="249079"/>
                  </a:cubicBezTo>
                  <a:cubicBezTo>
                    <a:pt x="154210" y="247459"/>
                    <a:pt x="156401" y="244507"/>
                    <a:pt x="158020" y="243840"/>
                  </a:cubicBezTo>
                  <a:cubicBezTo>
                    <a:pt x="158687" y="243554"/>
                    <a:pt x="160211" y="243745"/>
                    <a:pt x="160877" y="244126"/>
                  </a:cubicBezTo>
                  <a:cubicBezTo>
                    <a:pt x="161735" y="244602"/>
                    <a:pt x="162401" y="246602"/>
                    <a:pt x="162973" y="247459"/>
                  </a:cubicBezTo>
                  <a:cubicBezTo>
                    <a:pt x="163544" y="248221"/>
                    <a:pt x="164402" y="249936"/>
                    <a:pt x="165163" y="250317"/>
                  </a:cubicBezTo>
                  <a:cubicBezTo>
                    <a:pt x="166306" y="250888"/>
                    <a:pt x="168878" y="250698"/>
                    <a:pt x="170021" y="250317"/>
                  </a:cubicBezTo>
                  <a:cubicBezTo>
                    <a:pt x="171545" y="249841"/>
                    <a:pt x="173546" y="246888"/>
                    <a:pt x="175070" y="246317"/>
                  </a:cubicBezTo>
                  <a:cubicBezTo>
                    <a:pt x="176022" y="245936"/>
                    <a:pt x="178308" y="246221"/>
                    <a:pt x="179261" y="245936"/>
                  </a:cubicBezTo>
                  <a:cubicBezTo>
                    <a:pt x="180022" y="245745"/>
                    <a:pt x="181356" y="244602"/>
                    <a:pt x="182118" y="244507"/>
                  </a:cubicBezTo>
                  <a:cubicBezTo>
                    <a:pt x="183261" y="244412"/>
                    <a:pt x="185738" y="244792"/>
                    <a:pt x="186404" y="245650"/>
                  </a:cubicBezTo>
                  <a:cubicBezTo>
                    <a:pt x="186785" y="246221"/>
                    <a:pt x="186119" y="247555"/>
                    <a:pt x="186023" y="248221"/>
                  </a:cubicBezTo>
                  <a:cubicBezTo>
                    <a:pt x="185738" y="249174"/>
                    <a:pt x="184690" y="250793"/>
                    <a:pt x="184690" y="251746"/>
                  </a:cubicBezTo>
                  <a:cubicBezTo>
                    <a:pt x="184690" y="252984"/>
                    <a:pt x="185547" y="255842"/>
                    <a:pt x="186595" y="256508"/>
                  </a:cubicBezTo>
                  <a:cubicBezTo>
                    <a:pt x="187262" y="256984"/>
                    <a:pt x="188976" y="256604"/>
                    <a:pt x="189738" y="256413"/>
                  </a:cubicBezTo>
                  <a:cubicBezTo>
                    <a:pt x="190690" y="256127"/>
                    <a:pt x="192500" y="255175"/>
                    <a:pt x="193167" y="254508"/>
                  </a:cubicBezTo>
                  <a:cubicBezTo>
                    <a:pt x="193738" y="253841"/>
                    <a:pt x="194310" y="252127"/>
                    <a:pt x="194501" y="251365"/>
                  </a:cubicBezTo>
                  <a:cubicBezTo>
                    <a:pt x="194881" y="250222"/>
                    <a:pt x="196025" y="247936"/>
                    <a:pt x="195548" y="246888"/>
                  </a:cubicBezTo>
                  <a:cubicBezTo>
                    <a:pt x="195263" y="246126"/>
                    <a:pt x="193548" y="245650"/>
                    <a:pt x="192977" y="245078"/>
                  </a:cubicBezTo>
                  <a:cubicBezTo>
                    <a:pt x="191929" y="244030"/>
                    <a:pt x="189547" y="241649"/>
                    <a:pt x="189643" y="240221"/>
                  </a:cubicBezTo>
                  <a:cubicBezTo>
                    <a:pt x="189643" y="239554"/>
                    <a:pt x="191167" y="238792"/>
                    <a:pt x="191357" y="238220"/>
                  </a:cubicBezTo>
                  <a:cubicBezTo>
                    <a:pt x="191738" y="237172"/>
                    <a:pt x="190881" y="234696"/>
                    <a:pt x="191262" y="233648"/>
                  </a:cubicBezTo>
                  <a:cubicBezTo>
                    <a:pt x="191643" y="232791"/>
                    <a:pt x="192881" y="231076"/>
                    <a:pt x="193834" y="230981"/>
                  </a:cubicBezTo>
                  <a:cubicBezTo>
                    <a:pt x="194310" y="230981"/>
                    <a:pt x="194977" y="231838"/>
                    <a:pt x="195263" y="232220"/>
                  </a:cubicBezTo>
                  <a:cubicBezTo>
                    <a:pt x="195644" y="232791"/>
                    <a:pt x="196215" y="234029"/>
                    <a:pt x="196405" y="234696"/>
                  </a:cubicBezTo>
                  <a:cubicBezTo>
                    <a:pt x="196787" y="235553"/>
                    <a:pt x="196787" y="237649"/>
                    <a:pt x="197453" y="238411"/>
                  </a:cubicBezTo>
                  <a:cubicBezTo>
                    <a:pt x="198120" y="239173"/>
                    <a:pt x="200215" y="239649"/>
                    <a:pt x="201168" y="240125"/>
                  </a:cubicBezTo>
                  <a:cubicBezTo>
                    <a:pt x="202025" y="240601"/>
                    <a:pt x="203549" y="242507"/>
                    <a:pt x="204597" y="242411"/>
                  </a:cubicBezTo>
                  <a:cubicBezTo>
                    <a:pt x="205550" y="242316"/>
                    <a:pt x="206597" y="240506"/>
                    <a:pt x="207169" y="239744"/>
                  </a:cubicBezTo>
                  <a:cubicBezTo>
                    <a:pt x="207740" y="238982"/>
                    <a:pt x="208407" y="237268"/>
                    <a:pt x="209169" y="236696"/>
                  </a:cubicBezTo>
                  <a:cubicBezTo>
                    <a:pt x="210598" y="235553"/>
                    <a:pt x="214217" y="234410"/>
                    <a:pt x="215932" y="234220"/>
                  </a:cubicBezTo>
                  <a:cubicBezTo>
                    <a:pt x="217361" y="234125"/>
                    <a:pt x="220313" y="234696"/>
                    <a:pt x="221647" y="235267"/>
                  </a:cubicBezTo>
                  <a:cubicBezTo>
                    <a:pt x="222695" y="235744"/>
                    <a:pt x="224219" y="237649"/>
                    <a:pt x="225266" y="238125"/>
                  </a:cubicBezTo>
                  <a:cubicBezTo>
                    <a:pt x="226123" y="238506"/>
                    <a:pt x="228219" y="238411"/>
                    <a:pt x="229171" y="238792"/>
                  </a:cubicBezTo>
                  <a:cubicBezTo>
                    <a:pt x="230410" y="239268"/>
                    <a:pt x="232601" y="240983"/>
                    <a:pt x="233648" y="241840"/>
                  </a:cubicBezTo>
                  <a:cubicBezTo>
                    <a:pt x="234410" y="242507"/>
                    <a:pt x="235458" y="244221"/>
                    <a:pt x="236315" y="244697"/>
                  </a:cubicBezTo>
                  <a:cubicBezTo>
                    <a:pt x="237268" y="245269"/>
                    <a:pt x="239649" y="245650"/>
                    <a:pt x="240792" y="245745"/>
                  </a:cubicBezTo>
                  <a:cubicBezTo>
                    <a:pt x="241840" y="245840"/>
                    <a:pt x="244030" y="245174"/>
                    <a:pt x="245078" y="245364"/>
                  </a:cubicBezTo>
                  <a:cubicBezTo>
                    <a:pt x="246126" y="245459"/>
                    <a:pt x="248126" y="245936"/>
                    <a:pt x="248888" y="246602"/>
                  </a:cubicBezTo>
                  <a:cubicBezTo>
                    <a:pt x="249841" y="247459"/>
                    <a:pt x="250031" y="250317"/>
                    <a:pt x="250793" y="251270"/>
                  </a:cubicBezTo>
                  <a:cubicBezTo>
                    <a:pt x="251746" y="252413"/>
                    <a:pt x="254413" y="254889"/>
                    <a:pt x="255842" y="254603"/>
                  </a:cubicBezTo>
                  <a:cubicBezTo>
                    <a:pt x="257556" y="254413"/>
                    <a:pt x="260032" y="251079"/>
                    <a:pt x="260604" y="249460"/>
                  </a:cubicBezTo>
                  <a:cubicBezTo>
                    <a:pt x="261271" y="247650"/>
                    <a:pt x="260604" y="243840"/>
                    <a:pt x="260604" y="241935"/>
                  </a:cubicBezTo>
                  <a:cubicBezTo>
                    <a:pt x="260604" y="240221"/>
                    <a:pt x="259937" y="236696"/>
                    <a:pt x="260509" y="235077"/>
                  </a:cubicBezTo>
                  <a:cubicBezTo>
                    <a:pt x="261080" y="233458"/>
                    <a:pt x="263652" y="231076"/>
                    <a:pt x="264986" y="229934"/>
                  </a:cubicBezTo>
                  <a:cubicBezTo>
                    <a:pt x="265557" y="229457"/>
                    <a:pt x="266890" y="228791"/>
                    <a:pt x="267653" y="228600"/>
                  </a:cubicBezTo>
                  <a:cubicBezTo>
                    <a:pt x="268796" y="228219"/>
                    <a:pt x="271367" y="228409"/>
                    <a:pt x="272510" y="227933"/>
                  </a:cubicBezTo>
                  <a:cubicBezTo>
                    <a:pt x="273463" y="227552"/>
                    <a:pt x="274987" y="226124"/>
                    <a:pt x="275654" y="225362"/>
                  </a:cubicBezTo>
                  <a:cubicBezTo>
                    <a:pt x="276701" y="224314"/>
                    <a:pt x="278130" y="221647"/>
                    <a:pt x="279082" y="220504"/>
                  </a:cubicBezTo>
                  <a:cubicBezTo>
                    <a:pt x="279749" y="219646"/>
                    <a:pt x="281083" y="217932"/>
                    <a:pt x="282035" y="217361"/>
                  </a:cubicBezTo>
                  <a:cubicBezTo>
                    <a:pt x="282893" y="216789"/>
                    <a:pt x="284797" y="216122"/>
                    <a:pt x="285750" y="216122"/>
                  </a:cubicBezTo>
                  <a:cubicBezTo>
                    <a:pt x="286703" y="216122"/>
                    <a:pt x="288703" y="216503"/>
                    <a:pt x="289370" y="217170"/>
                  </a:cubicBezTo>
                  <a:cubicBezTo>
                    <a:pt x="290417" y="218122"/>
                    <a:pt x="290894" y="221075"/>
                    <a:pt x="291465" y="222313"/>
                  </a:cubicBezTo>
                  <a:cubicBezTo>
                    <a:pt x="292037" y="223647"/>
                    <a:pt x="293180" y="226409"/>
                    <a:pt x="294132" y="227552"/>
                  </a:cubicBezTo>
                  <a:cubicBezTo>
                    <a:pt x="294894" y="228505"/>
                    <a:pt x="296799" y="230600"/>
                    <a:pt x="298037" y="230696"/>
                  </a:cubicBezTo>
                  <a:cubicBezTo>
                    <a:pt x="298895" y="230791"/>
                    <a:pt x="300419" y="229553"/>
                    <a:pt x="300990" y="228981"/>
                  </a:cubicBezTo>
                  <a:cubicBezTo>
                    <a:pt x="301466" y="228600"/>
                    <a:pt x="301847" y="227267"/>
                    <a:pt x="302419" y="226886"/>
                  </a:cubicBezTo>
                  <a:cubicBezTo>
                    <a:pt x="303181" y="226219"/>
                    <a:pt x="305181" y="225171"/>
                    <a:pt x="306134" y="225362"/>
                  </a:cubicBezTo>
                  <a:cubicBezTo>
                    <a:pt x="307086" y="225552"/>
                    <a:pt x="308420" y="227267"/>
                    <a:pt x="308610" y="228219"/>
                  </a:cubicBezTo>
                  <a:cubicBezTo>
                    <a:pt x="308801" y="228886"/>
                    <a:pt x="307943" y="230314"/>
                    <a:pt x="307753" y="230981"/>
                  </a:cubicBezTo>
                  <a:cubicBezTo>
                    <a:pt x="307467" y="231934"/>
                    <a:pt x="306229" y="233743"/>
                    <a:pt x="306514" y="234696"/>
                  </a:cubicBezTo>
                  <a:cubicBezTo>
                    <a:pt x="306705" y="235553"/>
                    <a:pt x="308134" y="236982"/>
                    <a:pt x="308991" y="237172"/>
                  </a:cubicBezTo>
                  <a:cubicBezTo>
                    <a:pt x="310134" y="237363"/>
                    <a:pt x="312420" y="235934"/>
                    <a:pt x="313182" y="235077"/>
                  </a:cubicBezTo>
                  <a:cubicBezTo>
                    <a:pt x="313944" y="234220"/>
                    <a:pt x="314896" y="231934"/>
                    <a:pt x="314896" y="230791"/>
                  </a:cubicBezTo>
                  <a:cubicBezTo>
                    <a:pt x="314896" y="229743"/>
                    <a:pt x="313658" y="227933"/>
                    <a:pt x="313658" y="226981"/>
                  </a:cubicBezTo>
                  <a:cubicBezTo>
                    <a:pt x="313563" y="226124"/>
                    <a:pt x="313754" y="224218"/>
                    <a:pt x="314325" y="223552"/>
                  </a:cubicBezTo>
                  <a:cubicBezTo>
                    <a:pt x="314801" y="223075"/>
                    <a:pt x="316325" y="222695"/>
                    <a:pt x="316992" y="222695"/>
                  </a:cubicBezTo>
                  <a:cubicBezTo>
                    <a:pt x="318230" y="222599"/>
                    <a:pt x="320707" y="224123"/>
                    <a:pt x="321945" y="223838"/>
                  </a:cubicBezTo>
                  <a:cubicBezTo>
                    <a:pt x="322421" y="223742"/>
                    <a:pt x="323374" y="223171"/>
                    <a:pt x="323660" y="222695"/>
                  </a:cubicBezTo>
                  <a:cubicBezTo>
                    <a:pt x="324136" y="221647"/>
                    <a:pt x="323755" y="219170"/>
                    <a:pt x="323374" y="218027"/>
                  </a:cubicBezTo>
                  <a:cubicBezTo>
                    <a:pt x="322993" y="217075"/>
                    <a:pt x="321564" y="215455"/>
                    <a:pt x="321183" y="214503"/>
                  </a:cubicBezTo>
                  <a:cubicBezTo>
                    <a:pt x="320516" y="213074"/>
                    <a:pt x="319659" y="210121"/>
                    <a:pt x="319564" y="208693"/>
                  </a:cubicBezTo>
                  <a:cubicBezTo>
                    <a:pt x="319469" y="207454"/>
                    <a:pt x="319278" y="204502"/>
                    <a:pt x="320230" y="203645"/>
                  </a:cubicBezTo>
                  <a:cubicBezTo>
                    <a:pt x="320993" y="202883"/>
                    <a:pt x="323469" y="203263"/>
                    <a:pt x="324612" y="202978"/>
                  </a:cubicBezTo>
                  <a:cubicBezTo>
                    <a:pt x="325755" y="202692"/>
                    <a:pt x="328231" y="202025"/>
                    <a:pt x="328994" y="201073"/>
                  </a:cubicBezTo>
                  <a:cubicBezTo>
                    <a:pt x="329565" y="200311"/>
                    <a:pt x="330041" y="198215"/>
                    <a:pt x="329755" y="197263"/>
                  </a:cubicBezTo>
                  <a:cubicBezTo>
                    <a:pt x="329470" y="196501"/>
                    <a:pt x="327946" y="195453"/>
                    <a:pt x="327279" y="194882"/>
                  </a:cubicBezTo>
                  <a:cubicBezTo>
                    <a:pt x="326803" y="194500"/>
                    <a:pt x="325469" y="194215"/>
                    <a:pt x="325184" y="193738"/>
                  </a:cubicBezTo>
                  <a:cubicBezTo>
                    <a:pt x="324898" y="193262"/>
                    <a:pt x="324803" y="191929"/>
                    <a:pt x="325088" y="191357"/>
                  </a:cubicBezTo>
                  <a:cubicBezTo>
                    <a:pt x="325374" y="190691"/>
                    <a:pt x="326803" y="189547"/>
                    <a:pt x="327565" y="189357"/>
                  </a:cubicBezTo>
                  <a:cubicBezTo>
                    <a:pt x="328231" y="189167"/>
                    <a:pt x="329851" y="189167"/>
                    <a:pt x="330422" y="189547"/>
                  </a:cubicBezTo>
                  <a:cubicBezTo>
                    <a:pt x="331280" y="190024"/>
                    <a:pt x="331565" y="192596"/>
                    <a:pt x="332518" y="192786"/>
                  </a:cubicBezTo>
                  <a:cubicBezTo>
                    <a:pt x="333280" y="192976"/>
                    <a:pt x="334804" y="191738"/>
                    <a:pt x="335185" y="190976"/>
                  </a:cubicBezTo>
                  <a:cubicBezTo>
                    <a:pt x="335566" y="190214"/>
                    <a:pt x="334613" y="188309"/>
                    <a:pt x="335089" y="187642"/>
                  </a:cubicBezTo>
                  <a:cubicBezTo>
                    <a:pt x="335375" y="187262"/>
                    <a:pt x="336613" y="187166"/>
                    <a:pt x="337185" y="187071"/>
                  </a:cubicBezTo>
                  <a:cubicBezTo>
                    <a:pt x="338042" y="187071"/>
                    <a:pt x="339852" y="188119"/>
                    <a:pt x="340614" y="187738"/>
                  </a:cubicBezTo>
                  <a:cubicBezTo>
                    <a:pt x="340995" y="187452"/>
                    <a:pt x="341186" y="186404"/>
                    <a:pt x="341281" y="185928"/>
                  </a:cubicBezTo>
                  <a:cubicBezTo>
                    <a:pt x="341376" y="185166"/>
                    <a:pt x="340709" y="183547"/>
                    <a:pt x="340995" y="182880"/>
                  </a:cubicBezTo>
                  <a:cubicBezTo>
                    <a:pt x="341281" y="182118"/>
                    <a:pt x="342614" y="180880"/>
                    <a:pt x="343471" y="180880"/>
                  </a:cubicBezTo>
                  <a:cubicBezTo>
                    <a:pt x="344234" y="180880"/>
                    <a:pt x="345472" y="182118"/>
                    <a:pt x="346043" y="182594"/>
                  </a:cubicBezTo>
                  <a:cubicBezTo>
                    <a:pt x="346710" y="183166"/>
                    <a:pt x="348425" y="184118"/>
                    <a:pt x="348615" y="184975"/>
                  </a:cubicBezTo>
                  <a:cubicBezTo>
                    <a:pt x="348805" y="185928"/>
                    <a:pt x="346996" y="187547"/>
                    <a:pt x="346901" y="188500"/>
                  </a:cubicBezTo>
                  <a:cubicBezTo>
                    <a:pt x="346805" y="189738"/>
                    <a:pt x="347948" y="192214"/>
                    <a:pt x="348520" y="193358"/>
                  </a:cubicBezTo>
                  <a:cubicBezTo>
                    <a:pt x="349187" y="194691"/>
                    <a:pt x="350806" y="197358"/>
                    <a:pt x="352044" y="198311"/>
                  </a:cubicBezTo>
                  <a:cubicBezTo>
                    <a:pt x="352996" y="198977"/>
                    <a:pt x="355187" y="199644"/>
                    <a:pt x="356330" y="200025"/>
                  </a:cubicBezTo>
                  <a:cubicBezTo>
                    <a:pt x="357188" y="200311"/>
                    <a:pt x="358902" y="200787"/>
                    <a:pt x="359759" y="201168"/>
                  </a:cubicBezTo>
                  <a:cubicBezTo>
                    <a:pt x="360617" y="201549"/>
                    <a:pt x="361950" y="202883"/>
                    <a:pt x="362807" y="202978"/>
                  </a:cubicBezTo>
                  <a:cubicBezTo>
                    <a:pt x="363950" y="203073"/>
                    <a:pt x="365951" y="201549"/>
                    <a:pt x="367094" y="201263"/>
                  </a:cubicBezTo>
                  <a:cubicBezTo>
                    <a:pt x="368237" y="200978"/>
                    <a:pt x="370522" y="200787"/>
                    <a:pt x="371665" y="201073"/>
                  </a:cubicBezTo>
                  <a:cubicBezTo>
                    <a:pt x="372428" y="201263"/>
                    <a:pt x="373666" y="202025"/>
                    <a:pt x="374237" y="202597"/>
                  </a:cubicBezTo>
                  <a:cubicBezTo>
                    <a:pt x="374809" y="203168"/>
                    <a:pt x="375476" y="204692"/>
                    <a:pt x="375952" y="205359"/>
                  </a:cubicBezTo>
                  <a:cubicBezTo>
                    <a:pt x="376619" y="206312"/>
                    <a:pt x="377857" y="208883"/>
                    <a:pt x="378905" y="208788"/>
                  </a:cubicBezTo>
                  <a:cubicBezTo>
                    <a:pt x="380047" y="208693"/>
                    <a:pt x="380905" y="206026"/>
                    <a:pt x="381381" y="204978"/>
                  </a:cubicBezTo>
                  <a:cubicBezTo>
                    <a:pt x="381762" y="204025"/>
                    <a:pt x="381381" y="201835"/>
                    <a:pt x="382048" y="201073"/>
                  </a:cubicBezTo>
                  <a:cubicBezTo>
                    <a:pt x="382810" y="200216"/>
                    <a:pt x="385381" y="200216"/>
                    <a:pt x="386525" y="199930"/>
                  </a:cubicBezTo>
                  <a:cubicBezTo>
                    <a:pt x="387382" y="199644"/>
                    <a:pt x="389192" y="199454"/>
                    <a:pt x="389954" y="198977"/>
                  </a:cubicBezTo>
                  <a:cubicBezTo>
                    <a:pt x="390620" y="198501"/>
                    <a:pt x="391763" y="197072"/>
                    <a:pt x="392049" y="196310"/>
                  </a:cubicBezTo>
                  <a:cubicBezTo>
                    <a:pt x="392811" y="194596"/>
                    <a:pt x="393287" y="190881"/>
                    <a:pt x="393287" y="188976"/>
                  </a:cubicBezTo>
                  <a:cubicBezTo>
                    <a:pt x="393382" y="187166"/>
                    <a:pt x="392811" y="183642"/>
                    <a:pt x="392525" y="181832"/>
                  </a:cubicBezTo>
                  <a:cubicBezTo>
                    <a:pt x="392239" y="180213"/>
                    <a:pt x="391096" y="177070"/>
                    <a:pt x="391192" y="175450"/>
                  </a:cubicBezTo>
                  <a:cubicBezTo>
                    <a:pt x="391287" y="173450"/>
                    <a:pt x="392239" y="169354"/>
                    <a:pt x="393287" y="167735"/>
                  </a:cubicBezTo>
                  <a:cubicBezTo>
                    <a:pt x="393954" y="166688"/>
                    <a:pt x="396430" y="165449"/>
                    <a:pt x="397193" y="164401"/>
                  </a:cubicBezTo>
                  <a:cubicBezTo>
                    <a:pt x="397669" y="163735"/>
                    <a:pt x="398526" y="162211"/>
                    <a:pt x="398526" y="161354"/>
                  </a:cubicBezTo>
                  <a:cubicBezTo>
                    <a:pt x="398621" y="160115"/>
                    <a:pt x="397193" y="157829"/>
                    <a:pt x="397478" y="156686"/>
                  </a:cubicBezTo>
                  <a:cubicBezTo>
                    <a:pt x="397669" y="155924"/>
                    <a:pt x="398812" y="154496"/>
                    <a:pt x="399574" y="154114"/>
                  </a:cubicBezTo>
                  <a:cubicBezTo>
                    <a:pt x="400050" y="153924"/>
                    <a:pt x="401288" y="154400"/>
                    <a:pt x="401860" y="154210"/>
                  </a:cubicBezTo>
                  <a:cubicBezTo>
                    <a:pt x="402431" y="154114"/>
                    <a:pt x="403384" y="152971"/>
                    <a:pt x="403955" y="153067"/>
                  </a:cubicBezTo>
                  <a:cubicBezTo>
                    <a:pt x="404908" y="153257"/>
                    <a:pt x="405479" y="155638"/>
                    <a:pt x="406432" y="156020"/>
                  </a:cubicBezTo>
                  <a:cubicBezTo>
                    <a:pt x="407098" y="156305"/>
                    <a:pt x="408527" y="156305"/>
                    <a:pt x="409194" y="156020"/>
                  </a:cubicBezTo>
                  <a:cubicBezTo>
                    <a:pt x="410813" y="155353"/>
                    <a:pt x="413480" y="152781"/>
                    <a:pt x="414433" y="151257"/>
                  </a:cubicBezTo>
                  <a:cubicBezTo>
                    <a:pt x="415100" y="150209"/>
                    <a:pt x="415290" y="147542"/>
                    <a:pt x="415671" y="146399"/>
                  </a:cubicBezTo>
                  <a:cubicBezTo>
                    <a:pt x="415957" y="145542"/>
                    <a:pt x="416814" y="143828"/>
                    <a:pt x="417195" y="142875"/>
                  </a:cubicBezTo>
                  <a:cubicBezTo>
                    <a:pt x="417576" y="141732"/>
                    <a:pt x="418433" y="139541"/>
                    <a:pt x="418529" y="138398"/>
                  </a:cubicBezTo>
                  <a:cubicBezTo>
                    <a:pt x="418719" y="137446"/>
                    <a:pt x="418433" y="135541"/>
                    <a:pt x="418529" y="134588"/>
                  </a:cubicBezTo>
                  <a:cubicBezTo>
                    <a:pt x="418719" y="132397"/>
                    <a:pt x="418910" y="127635"/>
                    <a:pt x="420148" y="125825"/>
                  </a:cubicBezTo>
                  <a:cubicBezTo>
                    <a:pt x="420719" y="124873"/>
                    <a:pt x="422815" y="123825"/>
                    <a:pt x="423863" y="123349"/>
                  </a:cubicBezTo>
                  <a:cubicBezTo>
                    <a:pt x="425005" y="122968"/>
                    <a:pt x="427482" y="123158"/>
                    <a:pt x="428625" y="122682"/>
                  </a:cubicBezTo>
                  <a:cubicBezTo>
                    <a:pt x="429863" y="122206"/>
                    <a:pt x="432435" y="120872"/>
                    <a:pt x="433292" y="119729"/>
                  </a:cubicBezTo>
                  <a:cubicBezTo>
                    <a:pt x="434054" y="118586"/>
                    <a:pt x="433864" y="115633"/>
                    <a:pt x="434530" y="114395"/>
                  </a:cubicBezTo>
                  <a:cubicBezTo>
                    <a:pt x="435007" y="113538"/>
                    <a:pt x="436626" y="112395"/>
                    <a:pt x="437388" y="111728"/>
                  </a:cubicBezTo>
                  <a:cubicBezTo>
                    <a:pt x="438055" y="111157"/>
                    <a:pt x="439864" y="110300"/>
                    <a:pt x="440341" y="109538"/>
                  </a:cubicBezTo>
                  <a:cubicBezTo>
                    <a:pt x="440817" y="108680"/>
                    <a:pt x="441007" y="106489"/>
                    <a:pt x="440912" y="105537"/>
                  </a:cubicBezTo>
                  <a:cubicBezTo>
                    <a:pt x="440722" y="103918"/>
                    <a:pt x="438912" y="100965"/>
                    <a:pt x="438245" y="99346"/>
                  </a:cubicBezTo>
                  <a:cubicBezTo>
                    <a:pt x="437864" y="98393"/>
                    <a:pt x="437197" y="96488"/>
                    <a:pt x="436817" y="95536"/>
                  </a:cubicBezTo>
                  <a:cubicBezTo>
                    <a:pt x="436340" y="93917"/>
                    <a:pt x="435959" y="90392"/>
                    <a:pt x="435102" y="88868"/>
                  </a:cubicBezTo>
                  <a:cubicBezTo>
                    <a:pt x="434721" y="88106"/>
                    <a:pt x="433197" y="87154"/>
                    <a:pt x="432816" y="86487"/>
                  </a:cubicBezTo>
                  <a:cubicBezTo>
                    <a:pt x="432245" y="85439"/>
                    <a:pt x="431387" y="82963"/>
                    <a:pt x="431673" y="81820"/>
                  </a:cubicBezTo>
                  <a:cubicBezTo>
                    <a:pt x="431959" y="80486"/>
                    <a:pt x="433483" y="78105"/>
                    <a:pt x="434626" y="77438"/>
                  </a:cubicBezTo>
                  <a:cubicBezTo>
                    <a:pt x="435769" y="76771"/>
                    <a:pt x="438436" y="77343"/>
                    <a:pt x="439769" y="77153"/>
                  </a:cubicBezTo>
                  <a:cubicBezTo>
                    <a:pt x="441007" y="76867"/>
                    <a:pt x="443294" y="75914"/>
                    <a:pt x="444532" y="75533"/>
                  </a:cubicBezTo>
                  <a:cubicBezTo>
                    <a:pt x="445103" y="75343"/>
                    <a:pt x="446342" y="75152"/>
                    <a:pt x="447008" y="74867"/>
                  </a:cubicBezTo>
                  <a:cubicBezTo>
                    <a:pt x="447961" y="74486"/>
                    <a:pt x="449675" y="73152"/>
                    <a:pt x="450723" y="72962"/>
                  </a:cubicBezTo>
                  <a:cubicBezTo>
                    <a:pt x="452342" y="72676"/>
                    <a:pt x="455962" y="72866"/>
                    <a:pt x="457295" y="73819"/>
                  </a:cubicBezTo>
                  <a:cubicBezTo>
                    <a:pt x="458248" y="74486"/>
                    <a:pt x="458438" y="77248"/>
                    <a:pt x="459296" y="78105"/>
                  </a:cubicBezTo>
                  <a:cubicBezTo>
                    <a:pt x="460248" y="78962"/>
                    <a:pt x="462725" y="79820"/>
                    <a:pt x="463963" y="79915"/>
                  </a:cubicBezTo>
                  <a:cubicBezTo>
                    <a:pt x="464915" y="80010"/>
                    <a:pt x="466915" y="79438"/>
                    <a:pt x="467773" y="78962"/>
                  </a:cubicBezTo>
                  <a:cubicBezTo>
                    <a:pt x="468916" y="78391"/>
                    <a:pt x="470916" y="76676"/>
                    <a:pt x="471773" y="75724"/>
                  </a:cubicBezTo>
                  <a:cubicBezTo>
                    <a:pt x="473202" y="74295"/>
                    <a:pt x="475393" y="70961"/>
                    <a:pt x="476726" y="69437"/>
                  </a:cubicBezTo>
                  <a:cubicBezTo>
                    <a:pt x="477774" y="68199"/>
                    <a:pt x="480060" y="65913"/>
                    <a:pt x="481298" y="64865"/>
                  </a:cubicBezTo>
                  <a:cubicBezTo>
                    <a:pt x="482346" y="64008"/>
                    <a:pt x="484537" y="62389"/>
                    <a:pt x="485870" y="62008"/>
                  </a:cubicBezTo>
                  <a:cubicBezTo>
                    <a:pt x="487109" y="61627"/>
                    <a:pt x="489966" y="62484"/>
                    <a:pt x="491300" y="62008"/>
                  </a:cubicBezTo>
                  <a:cubicBezTo>
                    <a:pt x="492443" y="61627"/>
                    <a:pt x="493871" y="59436"/>
                    <a:pt x="494919" y="58960"/>
                  </a:cubicBezTo>
                  <a:cubicBezTo>
                    <a:pt x="496157" y="58388"/>
                    <a:pt x="499110" y="58103"/>
                    <a:pt x="500539" y="58198"/>
                  </a:cubicBezTo>
                  <a:cubicBezTo>
                    <a:pt x="501396" y="58293"/>
                    <a:pt x="503015" y="59436"/>
                    <a:pt x="503872" y="59246"/>
                  </a:cubicBezTo>
                  <a:cubicBezTo>
                    <a:pt x="504444" y="59055"/>
                    <a:pt x="505587" y="58103"/>
                    <a:pt x="505778" y="57531"/>
                  </a:cubicBezTo>
                  <a:cubicBezTo>
                    <a:pt x="506063" y="56674"/>
                    <a:pt x="505587" y="54864"/>
                    <a:pt x="505301" y="54007"/>
                  </a:cubicBezTo>
                  <a:cubicBezTo>
                    <a:pt x="504920" y="53245"/>
                    <a:pt x="503492" y="52197"/>
                    <a:pt x="503301" y="51435"/>
                  </a:cubicBezTo>
                  <a:cubicBezTo>
                    <a:pt x="503206" y="50959"/>
                    <a:pt x="503492" y="49816"/>
                    <a:pt x="503682" y="49435"/>
                  </a:cubicBezTo>
                  <a:cubicBezTo>
                    <a:pt x="504444" y="48387"/>
                    <a:pt x="507302" y="47816"/>
                    <a:pt x="508063" y="46768"/>
                  </a:cubicBezTo>
                  <a:cubicBezTo>
                    <a:pt x="508635" y="45911"/>
                    <a:pt x="509111" y="43434"/>
                    <a:pt x="508635" y="42482"/>
                  </a:cubicBezTo>
                  <a:cubicBezTo>
                    <a:pt x="507968" y="41338"/>
                    <a:pt x="505111" y="40386"/>
                    <a:pt x="503872" y="40481"/>
                  </a:cubicBezTo>
                  <a:cubicBezTo>
                    <a:pt x="503015" y="40576"/>
                    <a:pt x="501682" y="41910"/>
                    <a:pt x="500825" y="42100"/>
                  </a:cubicBezTo>
                  <a:cubicBezTo>
                    <a:pt x="499967" y="42291"/>
                    <a:pt x="498157" y="42291"/>
                    <a:pt x="497396" y="41815"/>
                  </a:cubicBezTo>
                  <a:cubicBezTo>
                    <a:pt x="496634" y="41243"/>
                    <a:pt x="495681" y="39433"/>
                    <a:pt x="495681" y="38481"/>
                  </a:cubicBezTo>
                  <a:cubicBezTo>
                    <a:pt x="495681" y="37433"/>
                    <a:pt x="496729" y="35624"/>
                    <a:pt x="497396" y="34766"/>
                  </a:cubicBezTo>
                  <a:cubicBezTo>
                    <a:pt x="497872" y="34100"/>
                    <a:pt x="499681" y="33338"/>
                    <a:pt x="499967" y="32575"/>
                  </a:cubicBezTo>
                  <a:cubicBezTo>
                    <a:pt x="500348" y="31337"/>
                    <a:pt x="499491" y="28766"/>
                    <a:pt x="499015" y="27622"/>
                  </a:cubicBezTo>
                  <a:cubicBezTo>
                    <a:pt x="498538" y="26479"/>
                    <a:pt x="497110" y="24479"/>
                    <a:pt x="496157" y="23717"/>
                  </a:cubicBezTo>
                  <a:cubicBezTo>
                    <a:pt x="495300" y="23050"/>
                    <a:pt x="493014" y="22765"/>
                    <a:pt x="492252" y="22003"/>
                  </a:cubicBezTo>
                  <a:cubicBezTo>
                    <a:pt x="491680" y="21431"/>
                    <a:pt x="490919" y="19717"/>
                    <a:pt x="490919" y="18859"/>
                  </a:cubicBezTo>
                  <a:cubicBezTo>
                    <a:pt x="490919" y="17812"/>
                    <a:pt x="491585" y="15716"/>
                    <a:pt x="492157" y="14954"/>
                  </a:cubicBezTo>
                  <a:cubicBezTo>
                    <a:pt x="492823" y="14002"/>
                    <a:pt x="495205" y="13240"/>
                    <a:pt x="496062" y="12383"/>
                  </a:cubicBezTo>
                  <a:cubicBezTo>
                    <a:pt x="496824" y="11716"/>
                    <a:pt x="497681" y="10478"/>
                    <a:pt x="498253" y="9620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grpSp>
          <p:nvGrpSpPr>
            <p:cNvPr id="103" name="Graphic 4">
              <a:extLst>
                <a:ext uri="{FF2B5EF4-FFF2-40B4-BE49-F238E27FC236}">
                  <a16:creationId xmlns:a16="http://schemas.microsoft.com/office/drawing/2014/main" id="{E4472D11-A0E6-7A44-DECC-1CAE3F641089}"/>
                </a:ext>
              </a:extLst>
            </p:cNvPr>
            <p:cNvGrpSpPr/>
            <p:nvPr/>
          </p:nvGrpSpPr>
          <p:grpSpPr>
            <a:xfrm>
              <a:off x="7470457" y="2660999"/>
              <a:ext cx="514350" cy="590550"/>
              <a:chOff x="7470457" y="2660999"/>
              <a:chExt cx="514350" cy="590550"/>
            </a:xfrm>
            <a:grpFill/>
          </p:grpSpPr>
          <p:sp>
            <p:nvSpPr>
              <p:cNvPr id="221" name="Freeform: Shape 50">
                <a:extLst>
                  <a:ext uri="{FF2B5EF4-FFF2-40B4-BE49-F238E27FC236}">
                    <a16:creationId xmlns:a16="http://schemas.microsoft.com/office/drawing/2014/main" id="{1983E563-F220-A52F-3E3D-AB8F160478D2}"/>
                  </a:ext>
                </a:extLst>
              </p:cNvPr>
              <p:cNvSpPr/>
              <p:nvPr/>
            </p:nvSpPr>
            <p:spPr>
              <a:xfrm>
                <a:off x="7707098" y="2762974"/>
                <a:ext cx="9525" cy="9525"/>
              </a:xfrm>
              <a:custGeom>
                <a:avLst/>
                <a:gdLst>
                  <a:gd name="connsiteX0" fmla="*/ 7105 w 0"/>
                  <a:gd name="connsiteY0" fmla="*/ 6324 h 0"/>
                  <a:gd name="connsiteX1" fmla="*/ 8914 w 0"/>
                  <a:gd name="connsiteY1" fmla="*/ 3943 h 0"/>
                  <a:gd name="connsiteX2" fmla="*/ 7295 w 0"/>
                  <a:gd name="connsiteY2" fmla="*/ 38 h 0"/>
                  <a:gd name="connsiteX3" fmla="*/ 4437 w 0"/>
                  <a:gd name="connsiteY3" fmla="*/ 1276 h 0"/>
                  <a:gd name="connsiteX4" fmla="*/ 818 w 0"/>
                  <a:gd name="connsiteY4" fmla="*/ 1466 h 0"/>
                  <a:gd name="connsiteX5" fmla="*/ 151 w 0"/>
                  <a:gd name="connsiteY5" fmla="*/ 4991 h 0"/>
                  <a:gd name="connsiteX6" fmla="*/ 2152 w 0"/>
                  <a:gd name="connsiteY6" fmla="*/ 6134 h 0"/>
                  <a:gd name="connsiteX7" fmla="*/ 5390 w 0"/>
                  <a:gd name="connsiteY7" fmla="*/ 8515 h 0"/>
                  <a:gd name="connsiteX8" fmla="*/ 7105 w 0"/>
                  <a:gd name="connsiteY8" fmla="*/ 6324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>
                    <a:moveTo>
                      <a:pt x="7105" y="6324"/>
                    </a:moveTo>
                    <a:cubicBezTo>
                      <a:pt x="7581" y="5753"/>
                      <a:pt x="8819" y="4705"/>
                      <a:pt x="8914" y="3943"/>
                    </a:cubicBezTo>
                    <a:cubicBezTo>
                      <a:pt x="9010" y="2895"/>
                      <a:pt x="8343" y="419"/>
                      <a:pt x="7295" y="38"/>
                    </a:cubicBezTo>
                    <a:cubicBezTo>
                      <a:pt x="6533" y="-248"/>
                      <a:pt x="5200" y="1181"/>
                      <a:pt x="4437" y="1276"/>
                    </a:cubicBezTo>
                    <a:cubicBezTo>
                      <a:pt x="3580" y="1466"/>
                      <a:pt x="1485" y="895"/>
                      <a:pt x="818" y="1466"/>
                    </a:cubicBezTo>
                    <a:cubicBezTo>
                      <a:pt x="151" y="2038"/>
                      <a:pt x="-230" y="4133"/>
                      <a:pt x="151" y="4991"/>
                    </a:cubicBezTo>
                    <a:cubicBezTo>
                      <a:pt x="437" y="5467"/>
                      <a:pt x="1675" y="5848"/>
                      <a:pt x="2152" y="6134"/>
                    </a:cubicBezTo>
                    <a:cubicBezTo>
                      <a:pt x="3009" y="6705"/>
                      <a:pt x="4342" y="8705"/>
                      <a:pt x="5390" y="8515"/>
                    </a:cubicBezTo>
                    <a:cubicBezTo>
                      <a:pt x="6152" y="8515"/>
                      <a:pt x="6628" y="6800"/>
                      <a:pt x="7105" y="6324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22" name="Freeform: Shape 51">
                <a:extLst>
                  <a:ext uri="{FF2B5EF4-FFF2-40B4-BE49-F238E27FC236}">
                    <a16:creationId xmlns:a16="http://schemas.microsoft.com/office/drawing/2014/main" id="{05927210-D677-06D1-663B-667F8ECA3BA8}"/>
                  </a:ext>
                </a:extLst>
              </p:cNvPr>
              <p:cNvSpPr/>
              <p:nvPr/>
            </p:nvSpPr>
            <p:spPr>
              <a:xfrm>
                <a:off x="7693037" y="2759864"/>
                <a:ext cx="9525" cy="9525"/>
              </a:xfrm>
              <a:custGeom>
                <a:avLst/>
                <a:gdLst>
                  <a:gd name="connsiteX0" fmla="*/ 6592 w 0"/>
                  <a:gd name="connsiteY0" fmla="*/ 2767 h 0"/>
                  <a:gd name="connsiteX1" fmla="*/ 4687 w 0"/>
                  <a:gd name="connsiteY1" fmla="*/ 5434 h 0"/>
                  <a:gd name="connsiteX2" fmla="*/ 1829 w 0"/>
                  <a:gd name="connsiteY2" fmla="*/ 5815 h 0"/>
                  <a:gd name="connsiteX3" fmla="*/ 20 w 0"/>
                  <a:gd name="connsiteY3" fmla="*/ 2862 h 0"/>
                  <a:gd name="connsiteX4" fmla="*/ 3067 w 0"/>
                  <a:gd name="connsiteY4" fmla="*/ 290 h 0"/>
                  <a:gd name="connsiteX5" fmla="*/ 6211 w 0"/>
                  <a:gd name="connsiteY5" fmla="*/ 290 h 0"/>
                  <a:gd name="connsiteX6" fmla="*/ 6592 w 0"/>
                  <a:gd name="connsiteY6" fmla="*/ 2767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>
                    <a:moveTo>
                      <a:pt x="6592" y="2767"/>
                    </a:moveTo>
                    <a:cubicBezTo>
                      <a:pt x="6401" y="3529"/>
                      <a:pt x="5354" y="4957"/>
                      <a:pt x="4687" y="5434"/>
                    </a:cubicBezTo>
                    <a:cubicBezTo>
                      <a:pt x="4020" y="5815"/>
                      <a:pt x="2496" y="6196"/>
                      <a:pt x="1829" y="5815"/>
                    </a:cubicBezTo>
                    <a:cubicBezTo>
                      <a:pt x="1067" y="5434"/>
                      <a:pt x="-171" y="3719"/>
                      <a:pt x="20" y="2862"/>
                    </a:cubicBezTo>
                    <a:cubicBezTo>
                      <a:pt x="210" y="1909"/>
                      <a:pt x="2115" y="671"/>
                      <a:pt x="3067" y="290"/>
                    </a:cubicBezTo>
                    <a:cubicBezTo>
                      <a:pt x="3830" y="4"/>
                      <a:pt x="5639" y="-186"/>
                      <a:pt x="6211" y="290"/>
                    </a:cubicBezTo>
                    <a:cubicBezTo>
                      <a:pt x="6782" y="766"/>
                      <a:pt x="6782" y="2195"/>
                      <a:pt x="6592" y="2767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23" name="Freeform: Shape 52">
                <a:extLst>
                  <a:ext uri="{FF2B5EF4-FFF2-40B4-BE49-F238E27FC236}">
                    <a16:creationId xmlns:a16="http://schemas.microsoft.com/office/drawing/2014/main" id="{142E2EF8-0144-2334-BBA3-D7865D5B64C0}"/>
                  </a:ext>
                </a:extLst>
              </p:cNvPr>
              <p:cNvSpPr/>
              <p:nvPr/>
            </p:nvSpPr>
            <p:spPr>
              <a:xfrm>
                <a:off x="7692626" y="2750130"/>
                <a:ext cx="9525" cy="9525"/>
              </a:xfrm>
              <a:custGeom>
                <a:avLst/>
                <a:gdLst>
                  <a:gd name="connsiteX0" fmla="*/ 7003 w 0"/>
                  <a:gd name="connsiteY0" fmla="*/ 7453 h 0"/>
                  <a:gd name="connsiteX1" fmla="*/ 4527 w 0"/>
                  <a:gd name="connsiteY1" fmla="*/ 7549 h 0"/>
                  <a:gd name="connsiteX2" fmla="*/ 3955 w 0"/>
                  <a:gd name="connsiteY2" fmla="*/ 4977 h 0"/>
                  <a:gd name="connsiteX3" fmla="*/ 717 w 0"/>
                  <a:gd name="connsiteY3" fmla="*/ 4596 h 0"/>
                  <a:gd name="connsiteX4" fmla="*/ 50 w 0"/>
                  <a:gd name="connsiteY4" fmla="*/ 1929 h 0"/>
                  <a:gd name="connsiteX5" fmla="*/ 2241 w 0"/>
                  <a:gd name="connsiteY5" fmla="*/ 119 h 0"/>
                  <a:gd name="connsiteX6" fmla="*/ 5098 w 0"/>
                  <a:gd name="connsiteY6" fmla="*/ 405 h 0"/>
                  <a:gd name="connsiteX7" fmla="*/ 5194 w 0"/>
                  <a:gd name="connsiteY7" fmla="*/ 2215 h 0"/>
                  <a:gd name="connsiteX8" fmla="*/ 7194 w 0"/>
                  <a:gd name="connsiteY8" fmla="*/ 2976 h 0"/>
                  <a:gd name="connsiteX9" fmla="*/ 8527 w 0"/>
                  <a:gd name="connsiteY9" fmla="*/ 5167 h 0"/>
                  <a:gd name="connsiteX10" fmla="*/ 7003 w 0"/>
                  <a:gd name="connsiteY10" fmla="*/ 7453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>
                    <a:moveTo>
                      <a:pt x="7003" y="7453"/>
                    </a:moveTo>
                    <a:cubicBezTo>
                      <a:pt x="6432" y="7739"/>
                      <a:pt x="5003" y="7929"/>
                      <a:pt x="4527" y="7549"/>
                    </a:cubicBezTo>
                    <a:cubicBezTo>
                      <a:pt x="4051" y="7167"/>
                      <a:pt x="4432" y="5453"/>
                      <a:pt x="3955" y="4977"/>
                    </a:cubicBezTo>
                    <a:cubicBezTo>
                      <a:pt x="3384" y="4405"/>
                      <a:pt x="1288" y="5072"/>
                      <a:pt x="717" y="4596"/>
                    </a:cubicBezTo>
                    <a:cubicBezTo>
                      <a:pt x="241" y="4120"/>
                      <a:pt x="-141" y="2595"/>
                      <a:pt x="50" y="1929"/>
                    </a:cubicBezTo>
                    <a:cubicBezTo>
                      <a:pt x="336" y="1262"/>
                      <a:pt x="1574" y="309"/>
                      <a:pt x="2241" y="119"/>
                    </a:cubicBezTo>
                    <a:cubicBezTo>
                      <a:pt x="2908" y="-71"/>
                      <a:pt x="4622" y="-71"/>
                      <a:pt x="5098" y="405"/>
                    </a:cubicBezTo>
                    <a:cubicBezTo>
                      <a:pt x="5384" y="786"/>
                      <a:pt x="4908" y="1833"/>
                      <a:pt x="5194" y="2215"/>
                    </a:cubicBezTo>
                    <a:cubicBezTo>
                      <a:pt x="5479" y="2691"/>
                      <a:pt x="6813" y="2595"/>
                      <a:pt x="7194" y="2976"/>
                    </a:cubicBezTo>
                    <a:cubicBezTo>
                      <a:pt x="7670" y="3358"/>
                      <a:pt x="8623" y="4500"/>
                      <a:pt x="8527" y="5167"/>
                    </a:cubicBezTo>
                    <a:cubicBezTo>
                      <a:pt x="8718" y="5929"/>
                      <a:pt x="7670" y="7072"/>
                      <a:pt x="7003" y="7453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24" name="Freeform: Shape 53">
                <a:extLst>
                  <a:ext uri="{FF2B5EF4-FFF2-40B4-BE49-F238E27FC236}">
                    <a16:creationId xmlns:a16="http://schemas.microsoft.com/office/drawing/2014/main" id="{91155607-4970-4691-88E3-306CD1014D65}"/>
                  </a:ext>
                </a:extLst>
              </p:cNvPr>
              <p:cNvSpPr/>
              <p:nvPr/>
            </p:nvSpPr>
            <p:spPr>
              <a:xfrm>
                <a:off x="7470457" y="2660999"/>
                <a:ext cx="514350" cy="590550"/>
              </a:xfrm>
              <a:custGeom>
                <a:avLst/>
                <a:gdLst>
                  <a:gd name="connsiteX0" fmla="*/ 344329 w 514350"/>
                  <a:gd name="connsiteY0" fmla="*/ 592550 h 590550"/>
                  <a:gd name="connsiteX1" fmla="*/ 344043 w 514350"/>
                  <a:gd name="connsiteY1" fmla="*/ 592360 h 590550"/>
                  <a:gd name="connsiteX2" fmla="*/ 340900 w 514350"/>
                  <a:gd name="connsiteY2" fmla="*/ 586359 h 590550"/>
                  <a:gd name="connsiteX3" fmla="*/ 339947 w 514350"/>
                  <a:gd name="connsiteY3" fmla="*/ 582740 h 590550"/>
                  <a:gd name="connsiteX4" fmla="*/ 334709 w 514350"/>
                  <a:gd name="connsiteY4" fmla="*/ 580073 h 590550"/>
                  <a:gd name="connsiteX5" fmla="*/ 329375 w 514350"/>
                  <a:gd name="connsiteY5" fmla="*/ 577406 h 590550"/>
                  <a:gd name="connsiteX6" fmla="*/ 326422 w 514350"/>
                  <a:gd name="connsiteY6" fmla="*/ 573691 h 590550"/>
                  <a:gd name="connsiteX7" fmla="*/ 320802 w 514350"/>
                  <a:gd name="connsiteY7" fmla="*/ 572738 h 590550"/>
                  <a:gd name="connsiteX8" fmla="*/ 315278 w 514350"/>
                  <a:gd name="connsiteY8" fmla="*/ 575120 h 590550"/>
                  <a:gd name="connsiteX9" fmla="*/ 308610 w 514350"/>
                  <a:gd name="connsiteY9" fmla="*/ 570643 h 590550"/>
                  <a:gd name="connsiteX10" fmla="*/ 306229 w 514350"/>
                  <a:gd name="connsiteY10" fmla="*/ 565023 h 590550"/>
                  <a:gd name="connsiteX11" fmla="*/ 305943 w 514350"/>
                  <a:gd name="connsiteY11" fmla="*/ 560641 h 590550"/>
                  <a:gd name="connsiteX12" fmla="*/ 302800 w 514350"/>
                  <a:gd name="connsiteY12" fmla="*/ 557784 h 590550"/>
                  <a:gd name="connsiteX13" fmla="*/ 303657 w 514350"/>
                  <a:gd name="connsiteY13" fmla="*/ 553498 h 590550"/>
                  <a:gd name="connsiteX14" fmla="*/ 303562 w 514350"/>
                  <a:gd name="connsiteY14" fmla="*/ 548735 h 590550"/>
                  <a:gd name="connsiteX15" fmla="*/ 299466 w 514350"/>
                  <a:gd name="connsiteY15" fmla="*/ 546925 h 590550"/>
                  <a:gd name="connsiteX16" fmla="*/ 294799 w 514350"/>
                  <a:gd name="connsiteY16" fmla="*/ 547783 h 590550"/>
                  <a:gd name="connsiteX17" fmla="*/ 290798 w 514350"/>
                  <a:gd name="connsiteY17" fmla="*/ 551402 h 590550"/>
                  <a:gd name="connsiteX18" fmla="*/ 287179 w 514350"/>
                  <a:gd name="connsiteY18" fmla="*/ 553117 h 590550"/>
                  <a:gd name="connsiteX19" fmla="*/ 282226 w 514350"/>
                  <a:gd name="connsiteY19" fmla="*/ 554069 h 590550"/>
                  <a:gd name="connsiteX20" fmla="*/ 280988 w 514350"/>
                  <a:gd name="connsiteY20" fmla="*/ 558165 h 590550"/>
                  <a:gd name="connsiteX21" fmla="*/ 279464 w 514350"/>
                  <a:gd name="connsiteY21" fmla="*/ 561975 h 590550"/>
                  <a:gd name="connsiteX22" fmla="*/ 275177 w 514350"/>
                  <a:gd name="connsiteY22" fmla="*/ 564261 h 590550"/>
                  <a:gd name="connsiteX23" fmla="*/ 275177 w 514350"/>
                  <a:gd name="connsiteY23" fmla="*/ 567785 h 590550"/>
                  <a:gd name="connsiteX24" fmla="*/ 274320 w 514350"/>
                  <a:gd name="connsiteY24" fmla="*/ 572071 h 590550"/>
                  <a:gd name="connsiteX25" fmla="*/ 267271 w 514350"/>
                  <a:gd name="connsiteY25" fmla="*/ 574643 h 590550"/>
                  <a:gd name="connsiteX26" fmla="*/ 262223 w 514350"/>
                  <a:gd name="connsiteY26" fmla="*/ 573691 h 590550"/>
                  <a:gd name="connsiteX27" fmla="*/ 259366 w 514350"/>
                  <a:gd name="connsiteY27" fmla="*/ 575120 h 590550"/>
                  <a:gd name="connsiteX28" fmla="*/ 257366 w 514350"/>
                  <a:gd name="connsiteY28" fmla="*/ 579501 h 590550"/>
                  <a:gd name="connsiteX29" fmla="*/ 252698 w 514350"/>
                  <a:gd name="connsiteY29" fmla="*/ 577406 h 590550"/>
                  <a:gd name="connsiteX30" fmla="*/ 250603 w 514350"/>
                  <a:gd name="connsiteY30" fmla="*/ 573881 h 590550"/>
                  <a:gd name="connsiteX31" fmla="*/ 246793 w 514350"/>
                  <a:gd name="connsiteY31" fmla="*/ 571881 h 590550"/>
                  <a:gd name="connsiteX32" fmla="*/ 241459 w 514350"/>
                  <a:gd name="connsiteY32" fmla="*/ 571881 h 590550"/>
                  <a:gd name="connsiteX33" fmla="*/ 235934 w 514350"/>
                  <a:gd name="connsiteY33" fmla="*/ 571595 h 590550"/>
                  <a:gd name="connsiteX34" fmla="*/ 231648 w 514350"/>
                  <a:gd name="connsiteY34" fmla="*/ 568738 h 590550"/>
                  <a:gd name="connsiteX35" fmla="*/ 226600 w 514350"/>
                  <a:gd name="connsiteY35" fmla="*/ 567785 h 590550"/>
                  <a:gd name="connsiteX36" fmla="*/ 221361 w 514350"/>
                  <a:gd name="connsiteY36" fmla="*/ 568928 h 590550"/>
                  <a:gd name="connsiteX37" fmla="*/ 218123 w 514350"/>
                  <a:gd name="connsiteY37" fmla="*/ 572929 h 590550"/>
                  <a:gd name="connsiteX38" fmla="*/ 214027 w 514350"/>
                  <a:gd name="connsiteY38" fmla="*/ 574167 h 590550"/>
                  <a:gd name="connsiteX39" fmla="*/ 212598 w 514350"/>
                  <a:gd name="connsiteY39" fmla="*/ 581215 h 590550"/>
                  <a:gd name="connsiteX40" fmla="*/ 208026 w 514350"/>
                  <a:gd name="connsiteY40" fmla="*/ 582358 h 590550"/>
                  <a:gd name="connsiteX41" fmla="*/ 201263 w 514350"/>
                  <a:gd name="connsiteY41" fmla="*/ 581215 h 590550"/>
                  <a:gd name="connsiteX42" fmla="*/ 196882 w 514350"/>
                  <a:gd name="connsiteY42" fmla="*/ 580644 h 590550"/>
                  <a:gd name="connsiteX43" fmla="*/ 195739 w 514350"/>
                  <a:gd name="connsiteY43" fmla="*/ 577215 h 590550"/>
                  <a:gd name="connsiteX44" fmla="*/ 194882 w 514350"/>
                  <a:gd name="connsiteY44" fmla="*/ 573405 h 590550"/>
                  <a:gd name="connsiteX45" fmla="*/ 190405 w 514350"/>
                  <a:gd name="connsiteY45" fmla="*/ 573024 h 590550"/>
                  <a:gd name="connsiteX46" fmla="*/ 187833 w 514350"/>
                  <a:gd name="connsiteY46" fmla="*/ 572738 h 590550"/>
                  <a:gd name="connsiteX47" fmla="*/ 186404 w 514350"/>
                  <a:gd name="connsiteY47" fmla="*/ 567976 h 590550"/>
                  <a:gd name="connsiteX48" fmla="*/ 183833 w 514350"/>
                  <a:gd name="connsiteY48" fmla="*/ 566452 h 590550"/>
                  <a:gd name="connsiteX49" fmla="*/ 178308 w 514350"/>
                  <a:gd name="connsiteY49" fmla="*/ 566261 h 590550"/>
                  <a:gd name="connsiteX50" fmla="*/ 174784 w 514350"/>
                  <a:gd name="connsiteY50" fmla="*/ 564452 h 590550"/>
                  <a:gd name="connsiteX51" fmla="*/ 170021 w 514350"/>
                  <a:gd name="connsiteY51" fmla="*/ 564452 h 590550"/>
                  <a:gd name="connsiteX52" fmla="*/ 166497 w 514350"/>
                  <a:gd name="connsiteY52" fmla="*/ 567023 h 590550"/>
                  <a:gd name="connsiteX53" fmla="*/ 161544 w 514350"/>
                  <a:gd name="connsiteY53" fmla="*/ 568833 h 590550"/>
                  <a:gd name="connsiteX54" fmla="*/ 154781 w 514350"/>
                  <a:gd name="connsiteY54" fmla="*/ 568547 h 590550"/>
                  <a:gd name="connsiteX55" fmla="*/ 151257 w 514350"/>
                  <a:gd name="connsiteY55" fmla="*/ 566547 h 590550"/>
                  <a:gd name="connsiteX56" fmla="*/ 144780 w 514350"/>
                  <a:gd name="connsiteY56" fmla="*/ 565880 h 590550"/>
                  <a:gd name="connsiteX57" fmla="*/ 139256 w 514350"/>
                  <a:gd name="connsiteY57" fmla="*/ 564356 h 590550"/>
                  <a:gd name="connsiteX58" fmla="*/ 138113 w 514350"/>
                  <a:gd name="connsiteY58" fmla="*/ 559784 h 590550"/>
                  <a:gd name="connsiteX59" fmla="*/ 137065 w 514350"/>
                  <a:gd name="connsiteY59" fmla="*/ 553307 h 590550"/>
                  <a:gd name="connsiteX60" fmla="*/ 134493 w 514350"/>
                  <a:gd name="connsiteY60" fmla="*/ 549497 h 590550"/>
                  <a:gd name="connsiteX61" fmla="*/ 130397 w 514350"/>
                  <a:gd name="connsiteY61" fmla="*/ 546068 h 590550"/>
                  <a:gd name="connsiteX62" fmla="*/ 127254 w 514350"/>
                  <a:gd name="connsiteY62" fmla="*/ 541401 h 590550"/>
                  <a:gd name="connsiteX63" fmla="*/ 126968 w 514350"/>
                  <a:gd name="connsiteY63" fmla="*/ 537591 h 590550"/>
                  <a:gd name="connsiteX64" fmla="*/ 123254 w 514350"/>
                  <a:gd name="connsiteY64" fmla="*/ 535210 h 590550"/>
                  <a:gd name="connsiteX65" fmla="*/ 118872 w 514350"/>
                  <a:gd name="connsiteY65" fmla="*/ 533210 h 590550"/>
                  <a:gd name="connsiteX66" fmla="*/ 113729 w 514350"/>
                  <a:gd name="connsiteY66" fmla="*/ 533781 h 590550"/>
                  <a:gd name="connsiteX67" fmla="*/ 109252 w 514350"/>
                  <a:gd name="connsiteY67" fmla="*/ 530924 h 590550"/>
                  <a:gd name="connsiteX68" fmla="*/ 108680 w 514350"/>
                  <a:gd name="connsiteY68" fmla="*/ 526923 h 590550"/>
                  <a:gd name="connsiteX69" fmla="*/ 106966 w 514350"/>
                  <a:gd name="connsiteY69" fmla="*/ 523399 h 590550"/>
                  <a:gd name="connsiteX70" fmla="*/ 105251 w 514350"/>
                  <a:gd name="connsiteY70" fmla="*/ 522827 h 590550"/>
                  <a:gd name="connsiteX71" fmla="*/ 100679 w 514350"/>
                  <a:gd name="connsiteY71" fmla="*/ 524637 h 590550"/>
                  <a:gd name="connsiteX72" fmla="*/ 98870 w 514350"/>
                  <a:gd name="connsiteY72" fmla="*/ 527495 h 590550"/>
                  <a:gd name="connsiteX73" fmla="*/ 94774 w 514350"/>
                  <a:gd name="connsiteY73" fmla="*/ 528066 h 590550"/>
                  <a:gd name="connsiteX74" fmla="*/ 92488 w 514350"/>
                  <a:gd name="connsiteY74" fmla="*/ 529590 h 590550"/>
                  <a:gd name="connsiteX75" fmla="*/ 90202 w 514350"/>
                  <a:gd name="connsiteY75" fmla="*/ 532733 h 590550"/>
                  <a:gd name="connsiteX76" fmla="*/ 86011 w 514350"/>
                  <a:gd name="connsiteY76" fmla="*/ 533400 h 590550"/>
                  <a:gd name="connsiteX77" fmla="*/ 83629 w 514350"/>
                  <a:gd name="connsiteY77" fmla="*/ 531400 h 590550"/>
                  <a:gd name="connsiteX78" fmla="*/ 79629 w 514350"/>
                  <a:gd name="connsiteY78" fmla="*/ 529399 h 590550"/>
                  <a:gd name="connsiteX79" fmla="*/ 76486 w 514350"/>
                  <a:gd name="connsiteY79" fmla="*/ 529019 h 590550"/>
                  <a:gd name="connsiteX80" fmla="*/ 74676 w 514350"/>
                  <a:gd name="connsiteY80" fmla="*/ 525590 h 590550"/>
                  <a:gd name="connsiteX81" fmla="*/ 71438 w 514350"/>
                  <a:gd name="connsiteY81" fmla="*/ 524161 h 590550"/>
                  <a:gd name="connsiteX82" fmla="*/ 67723 w 514350"/>
                  <a:gd name="connsiteY82" fmla="*/ 524351 h 590550"/>
                  <a:gd name="connsiteX83" fmla="*/ 66770 w 514350"/>
                  <a:gd name="connsiteY83" fmla="*/ 529019 h 590550"/>
                  <a:gd name="connsiteX84" fmla="*/ 63151 w 514350"/>
                  <a:gd name="connsiteY84" fmla="*/ 531876 h 590550"/>
                  <a:gd name="connsiteX85" fmla="*/ 62675 w 514350"/>
                  <a:gd name="connsiteY85" fmla="*/ 532448 h 590550"/>
                  <a:gd name="connsiteX86" fmla="*/ 0 w 514350"/>
                  <a:gd name="connsiteY86" fmla="*/ 132969 h 590550"/>
                  <a:gd name="connsiteX87" fmla="*/ 50387 w 514350"/>
                  <a:gd name="connsiteY87" fmla="*/ 123444 h 590550"/>
                  <a:gd name="connsiteX88" fmla="*/ 116396 w 514350"/>
                  <a:gd name="connsiteY88" fmla="*/ 108775 h 590550"/>
                  <a:gd name="connsiteX89" fmla="*/ 154115 w 514350"/>
                  <a:gd name="connsiteY89" fmla="*/ 99917 h 590550"/>
                  <a:gd name="connsiteX90" fmla="*/ 152971 w 514350"/>
                  <a:gd name="connsiteY90" fmla="*/ 102203 h 590550"/>
                  <a:gd name="connsiteX91" fmla="*/ 153734 w 514350"/>
                  <a:gd name="connsiteY91" fmla="*/ 104965 h 590550"/>
                  <a:gd name="connsiteX92" fmla="*/ 159925 w 514350"/>
                  <a:gd name="connsiteY92" fmla="*/ 107061 h 590550"/>
                  <a:gd name="connsiteX93" fmla="*/ 163925 w 514350"/>
                  <a:gd name="connsiteY93" fmla="*/ 106870 h 590550"/>
                  <a:gd name="connsiteX94" fmla="*/ 166688 w 514350"/>
                  <a:gd name="connsiteY94" fmla="*/ 105346 h 590550"/>
                  <a:gd name="connsiteX95" fmla="*/ 169831 w 514350"/>
                  <a:gd name="connsiteY95" fmla="*/ 104299 h 590550"/>
                  <a:gd name="connsiteX96" fmla="*/ 175451 w 514350"/>
                  <a:gd name="connsiteY96" fmla="*/ 107252 h 590550"/>
                  <a:gd name="connsiteX97" fmla="*/ 182118 w 514350"/>
                  <a:gd name="connsiteY97" fmla="*/ 111347 h 590550"/>
                  <a:gd name="connsiteX98" fmla="*/ 187262 w 514350"/>
                  <a:gd name="connsiteY98" fmla="*/ 111919 h 590550"/>
                  <a:gd name="connsiteX99" fmla="*/ 191929 w 514350"/>
                  <a:gd name="connsiteY99" fmla="*/ 111728 h 590550"/>
                  <a:gd name="connsiteX100" fmla="*/ 198692 w 514350"/>
                  <a:gd name="connsiteY100" fmla="*/ 112966 h 590550"/>
                  <a:gd name="connsiteX101" fmla="*/ 203454 w 514350"/>
                  <a:gd name="connsiteY101" fmla="*/ 117634 h 590550"/>
                  <a:gd name="connsiteX102" fmla="*/ 210693 w 514350"/>
                  <a:gd name="connsiteY102" fmla="*/ 122968 h 590550"/>
                  <a:gd name="connsiteX103" fmla="*/ 217742 w 514350"/>
                  <a:gd name="connsiteY103" fmla="*/ 125540 h 590550"/>
                  <a:gd name="connsiteX104" fmla="*/ 223933 w 514350"/>
                  <a:gd name="connsiteY104" fmla="*/ 120872 h 590550"/>
                  <a:gd name="connsiteX105" fmla="*/ 224885 w 514350"/>
                  <a:gd name="connsiteY105" fmla="*/ 117443 h 590550"/>
                  <a:gd name="connsiteX106" fmla="*/ 223361 w 514350"/>
                  <a:gd name="connsiteY106" fmla="*/ 115062 h 590550"/>
                  <a:gd name="connsiteX107" fmla="*/ 223457 w 514350"/>
                  <a:gd name="connsiteY107" fmla="*/ 111538 h 590550"/>
                  <a:gd name="connsiteX108" fmla="*/ 226409 w 514350"/>
                  <a:gd name="connsiteY108" fmla="*/ 109442 h 590550"/>
                  <a:gd name="connsiteX109" fmla="*/ 230219 w 514350"/>
                  <a:gd name="connsiteY109" fmla="*/ 112490 h 590550"/>
                  <a:gd name="connsiteX110" fmla="*/ 232125 w 514350"/>
                  <a:gd name="connsiteY110" fmla="*/ 116681 h 590550"/>
                  <a:gd name="connsiteX111" fmla="*/ 235268 w 514350"/>
                  <a:gd name="connsiteY111" fmla="*/ 117348 h 590550"/>
                  <a:gd name="connsiteX112" fmla="*/ 238696 w 514350"/>
                  <a:gd name="connsiteY112" fmla="*/ 115252 h 590550"/>
                  <a:gd name="connsiteX113" fmla="*/ 241650 w 514350"/>
                  <a:gd name="connsiteY113" fmla="*/ 115252 h 590550"/>
                  <a:gd name="connsiteX114" fmla="*/ 242983 w 514350"/>
                  <a:gd name="connsiteY114" fmla="*/ 118777 h 590550"/>
                  <a:gd name="connsiteX115" fmla="*/ 245078 w 514350"/>
                  <a:gd name="connsiteY115" fmla="*/ 121825 h 590550"/>
                  <a:gd name="connsiteX116" fmla="*/ 251841 w 514350"/>
                  <a:gd name="connsiteY116" fmla="*/ 126778 h 590550"/>
                  <a:gd name="connsiteX117" fmla="*/ 258223 w 514350"/>
                  <a:gd name="connsiteY117" fmla="*/ 130397 h 590550"/>
                  <a:gd name="connsiteX118" fmla="*/ 267367 w 514350"/>
                  <a:gd name="connsiteY118" fmla="*/ 134588 h 590550"/>
                  <a:gd name="connsiteX119" fmla="*/ 272225 w 514350"/>
                  <a:gd name="connsiteY119" fmla="*/ 135255 h 590550"/>
                  <a:gd name="connsiteX120" fmla="*/ 276225 w 514350"/>
                  <a:gd name="connsiteY120" fmla="*/ 132207 h 590550"/>
                  <a:gd name="connsiteX121" fmla="*/ 280035 w 514350"/>
                  <a:gd name="connsiteY121" fmla="*/ 127349 h 590550"/>
                  <a:gd name="connsiteX122" fmla="*/ 285369 w 514350"/>
                  <a:gd name="connsiteY122" fmla="*/ 124301 h 590550"/>
                  <a:gd name="connsiteX123" fmla="*/ 293561 w 514350"/>
                  <a:gd name="connsiteY123" fmla="*/ 123539 h 590550"/>
                  <a:gd name="connsiteX124" fmla="*/ 297752 w 514350"/>
                  <a:gd name="connsiteY124" fmla="*/ 120110 h 590550"/>
                  <a:gd name="connsiteX125" fmla="*/ 304895 w 514350"/>
                  <a:gd name="connsiteY125" fmla="*/ 114490 h 590550"/>
                  <a:gd name="connsiteX126" fmla="*/ 311658 w 514350"/>
                  <a:gd name="connsiteY126" fmla="*/ 109919 h 590550"/>
                  <a:gd name="connsiteX127" fmla="*/ 322516 w 514350"/>
                  <a:gd name="connsiteY127" fmla="*/ 104489 h 590550"/>
                  <a:gd name="connsiteX128" fmla="*/ 326803 w 514350"/>
                  <a:gd name="connsiteY128" fmla="*/ 104870 h 590550"/>
                  <a:gd name="connsiteX129" fmla="*/ 331756 w 514350"/>
                  <a:gd name="connsiteY129" fmla="*/ 106680 h 590550"/>
                  <a:gd name="connsiteX130" fmla="*/ 338900 w 514350"/>
                  <a:gd name="connsiteY130" fmla="*/ 105632 h 590550"/>
                  <a:gd name="connsiteX131" fmla="*/ 342615 w 514350"/>
                  <a:gd name="connsiteY131" fmla="*/ 102870 h 590550"/>
                  <a:gd name="connsiteX132" fmla="*/ 348615 w 514350"/>
                  <a:gd name="connsiteY132" fmla="*/ 102489 h 590550"/>
                  <a:gd name="connsiteX133" fmla="*/ 353283 w 514350"/>
                  <a:gd name="connsiteY133" fmla="*/ 101822 h 590550"/>
                  <a:gd name="connsiteX134" fmla="*/ 355378 w 514350"/>
                  <a:gd name="connsiteY134" fmla="*/ 99441 h 590550"/>
                  <a:gd name="connsiteX135" fmla="*/ 358426 w 514350"/>
                  <a:gd name="connsiteY135" fmla="*/ 95631 h 590550"/>
                  <a:gd name="connsiteX136" fmla="*/ 362617 w 514350"/>
                  <a:gd name="connsiteY136" fmla="*/ 92202 h 590550"/>
                  <a:gd name="connsiteX137" fmla="*/ 366808 w 514350"/>
                  <a:gd name="connsiteY137" fmla="*/ 89249 h 590550"/>
                  <a:gd name="connsiteX138" fmla="*/ 368332 w 514350"/>
                  <a:gd name="connsiteY138" fmla="*/ 84296 h 590550"/>
                  <a:gd name="connsiteX139" fmla="*/ 372809 w 514350"/>
                  <a:gd name="connsiteY139" fmla="*/ 80200 h 590550"/>
                  <a:gd name="connsiteX140" fmla="*/ 376714 w 514350"/>
                  <a:gd name="connsiteY140" fmla="*/ 75628 h 590550"/>
                  <a:gd name="connsiteX141" fmla="*/ 378619 w 514350"/>
                  <a:gd name="connsiteY141" fmla="*/ 69914 h 590550"/>
                  <a:gd name="connsiteX142" fmla="*/ 383477 w 514350"/>
                  <a:gd name="connsiteY142" fmla="*/ 63532 h 590550"/>
                  <a:gd name="connsiteX143" fmla="*/ 389097 w 514350"/>
                  <a:gd name="connsiteY143" fmla="*/ 57150 h 590550"/>
                  <a:gd name="connsiteX144" fmla="*/ 394240 w 514350"/>
                  <a:gd name="connsiteY144" fmla="*/ 52769 h 590550"/>
                  <a:gd name="connsiteX145" fmla="*/ 398526 w 514350"/>
                  <a:gd name="connsiteY145" fmla="*/ 49816 h 590550"/>
                  <a:gd name="connsiteX146" fmla="*/ 402527 w 514350"/>
                  <a:gd name="connsiteY146" fmla="*/ 48292 h 590550"/>
                  <a:gd name="connsiteX147" fmla="*/ 407956 w 514350"/>
                  <a:gd name="connsiteY147" fmla="*/ 43434 h 590550"/>
                  <a:gd name="connsiteX148" fmla="*/ 411766 w 514350"/>
                  <a:gd name="connsiteY148" fmla="*/ 39529 h 590550"/>
                  <a:gd name="connsiteX149" fmla="*/ 420434 w 514350"/>
                  <a:gd name="connsiteY149" fmla="*/ 33242 h 590550"/>
                  <a:gd name="connsiteX150" fmla="*/ 425863 w 514350"/>
                  <a:gd name="connsiteY150" fmla="*/ 29242 h 590550"/>
                  <a:gd name="connsiteX151" fmla="*/ 432911 w 514350"/>
                  <a:gd name="connsiteY151" fmla="*/ 28003 h 590550"/>
                  <a:gd name="connsiteX152" fmla="*/ 440531 w 514350"/>
                  <a:gd name="connsiteY152" fmla="*/ 24098 h 590550"/>
                  <a:gd name="connsiteX153" fmla="*/ 444532 w 514350"/>
                  <a:gd name="connsiteY153" fmla="*/ 19145 h 590550"/>
                  <a:gd name="connsiteX154" fmla="*/ 447866 w 514350"/>
                  <a:gd name="connsiteY154" fmla="*/ 16573 h 590550"/>
                  <a:gd name="connsiteX155" fmla="*/ 451581 w 514350"/>
                  <a:gd name="connsiteY155" fmla="*/ 16859 h 590550"/>
                  <a:gd name="connsiteX156" fmla="*/ 457771 w 514350"/>
                  <a:gd name="connsiteY156" fmla="*/ 12573 h 590550"/>
                  <a:gd name="connsiteX157" fmla="*/ 468344 w 514350"/>
                  <a:gd name="connsiteY157" fmla="*/ 5810 h 590550"/>
                  <a:gd name="connsiteX158" fmla="*/ 475869 w 514350"/>
                  <a:gd name="connsiteY158" fmla="*/ 0 h 590550"/>
                  <a:gd name="connsiteX159" fmla="*/ 518541 w 514350"/>
                  <a:gd name="connsiteY159" fmla="*/ 205454 h 590550"/>
                  <a:gd name="connsiteX160" fmla="*/ 516731 w 514350"/>
                  <a:gd name="connsiteY160" fmla="*/ 205835 h 590550"/>
                  <a:gd name="connsiteX161" fmla="*/ 514065 w 514350"/>
                  <a:gd name="connsiteY161" fmla="*/ 206693 h 590550"/>
                  <a:gd name="connsiteX162" fmla="*/ 513302 w 514350"/>
                  <a:gd name="connsiteY162" fmla="*/ 208788 h 590550"/>
                  <a:gd name="connsiteX163" fmla="*/ 510635 w 514350"/>
                  <a:gd name="connsiteY163" fmla="*/ 208788 h 590550"/>
                  <a:gd name="connsiteX164" fmla="*/ 506730 w 514350"/>
                  <a:gd name="connsiteY164" fmla="*/ 209836 h 590550"/>
                  <a:gd name="connsiteX165" fmla="*/ 505683 w 514350"/>
                  <a:gd name="connsiteY165" fmla="*/ 213265 h 590550"/>
                  <a:gd name="connsiteX166" fmla="*/ 503015 w 514350"/>
                  <a:gd name="connsiteY166" fmla="*/ 215170 h 590550"/>
                  <a:gd name="connsiteX167" fmla="*/ 503206 w 514350"/>
                  <a:gd name="connsiteY167" fmla="*/ 218313 h 590550"/>
                  <a:gd name="connsiteX168" fmla="*/ 505396 w 514350"/>
                  <a:gd name="connsiteY168" fmla="*/ 220980 h 590550"/>
                  <a:gd name="connsiteX169" fmla="*/ 508445 w 514350"/>
                  <a:gd name="connsiteY169" fmla="*/ 222980 h 590550"/>
                  <a:gd name="connsiteX170" fmla="*/ 510826 w 514350"/>
                  <a:gd name="connsiteY170" fmla="*/ 228314 h 590550"/>
                  <a:gd name="connsiteX171" fmla="*/ 514255 w 514350"/>
                  <a:gd name="connsiteY171" fmla="*/ 230315 h 590550"/>
                  <a:gd name="connsiteX172" fmla="*/ 514921 w 514350"/>
                  <a:gd name="connsiteY172" fmla="*/ 239077 h 590550"/>
                  <a:gd name="connsiteX173" fmla="*/ 513779 w 514350"/>
                  <a:gd name="connsiteY173" fmla="*/ 245364 h 590550"/>
                  <a:gd name="connsiteX174" fmla="*/ 516636 w 514350"/>
                  <a:gd name="connsiteY174" fmla="*/ 248793 h 590550"/>
                  <a:gd name="connsiteX175" fmla="*/ 516731 w 514350"/>
                  <a:gd name="connsiteY175" fmla="*/ 253270 h 590550"/>
                  <a:gd name="connsiteX176" fmla="*/ 518827 w 514350"/>
                  <a:gd name="connsiteY176" fmla="*/ 256794 h 590550"/>
                  <a:gd name="connsiteX177" fmla="*/ 517970 w 514350"/>
                  <a:gd name="connsiteY177" fmla="*/ 261080 h 590550"/>
                  <a:gd name="connsiteX178" fmla="*/ 517970 w 514350"/>
                  <a:gd name="connsiteY178" fmla="*/ 265748 h 590550"/>
                  <a:gd name="connsiteX179" fmla="*/ 516064 w 514350"/>
                  <a:gd name="connsiteY179" fmla="*/ 267367 h 590550"/>
                  <a:gd name="connsiteX180" fmla="*/ 514731 w 514350"/>
                  <a:gd name="connsiteY180" fmla="*/ 271748 h 590550"/>
                  <a:gd name="connsiteX181" fmla="*/ 514921 w 514350"/>
                  <a:gd name="connsiteY181" fmla="*/ 277082 h 590550"/>
                  <a:gd name="connsiteX182" fmla="*/ 512350 w 514350"/>
                  <a:gd name="connsiteY182" fmla="*/ 282035 h 590550"/>
                  <a:gd name="connsiteX183" fmla="*/ 511969 w 514350"/>
                  <a:gd name="connsiteY183" fmla="*/ 287560 h 590550"/>
                  <a:gd name="connsiteX184" fmla="*/ 513398 w 514350"/>
                  <a:gd name="connsiteY184" fmla="*/ 292894 h 590550"/>
                  <a:gd name="connsiteX185" fmla="*/ 509874 w 514350"/>
                  <a:gd name="connsiteY185" fmla="*/ 295465 h 590550"/>
                  <a:gd name="connsiteX186" fmla="*/ 512255 w 514350"/>
                  <a:gd name="connsiteY186" fmla="*/ 304228 h 590550"/>
                  <a:gd name="connsiteX187" fmla="*/ 513207 w 514350"/>
                  <a:gd name="connsiteY187" fmla="*/ 309277 h 590550"/>
                  <a:gd name="connsiteX188" fmla="*/ 511779 w 514350"/>
                  <a:gd name="connsiteY188" fmla="*/ 313753 h 590550"/>
                  <a:gd name="connsiteX189" fmla="*/ 514065 w 514350"/>
                  <a:gd name="connsiteY189" fmla="*/ 319659 h 590550"/>
                  <a:gd name="connsiteX190" fmla="*/ 512922 w 514350"/>
                  <a:gd name="connsiteY190" fmla="*/ 321945 h 590550"/>
                  <a:gd name="connsiteX191" fmla="*/ 508159 w 514350"/>
                  <a:gd name="connsiteY191" fmla="*/ 321850 h 590550"/>
                  <a:gd name="connsiteX192" fmla="*/ 507492 w 514350"/>
                  <a:gd name="connsiteY192" fmla="*/ 324612 h 590550"/>
                  <a:gd name="connsiteX193" fmla="*/ 510350 w 514350"/>
                  <a:gd name="connsiteY193" fmla="*/ 326898 h 590550"/>
                  <a:gd name="connsiteX194" fmla="*/ 510159 w 514350"/>
                  <a:gd name="connsiteY194" fmla="*/ 330803 h 590550"/>
                  <a:gd name="connsiteX195" fmla="*/ 507968 w 514350"/>
                  <a:gd name="connsiteY195" fmla="*/ 333756 h 590550"/>
                  <a:gd name="connsiteX196" fmla="*/ 510540 w 514350"/>
                  <a:gd name="connsiteY196" fmla="*/ 340423 h 590550"/>
                  <a:gd name="connsiteX197" fmla="*/ 506254 w 514350"/>
                  <a:gd name="connsiteY197" fmla="*/ 344995 h 590550"/>
                  <a:gd name="connsiteX198" fmla="*/ 506159 w 514350"/>
                  <a:gd name="connsiteY198" fmla="*/ 349282 h 590550"/>
                  <a:gd name="connsiteX199" fmla="*/ 510159 w 514350"/>
                  <a:gd name="connsiteY199" fmla="*/ 351949 h 590550"/>
                  <a:gd name="connsiteX200" fmla="*/ 511683 w 514350"/>
                  <a:gd name="connsiteY200" fmla="*/ 357473 h 590550"/>
                  <a:gd name="connsiteX201" fmla="*/ 508159 w 514350"/>
                  <a:gd name="connsiteY201" fmla="*/ 360140 h 590550"/>
                  <a:gd name="connsiteX202" fmla="*/ 509588 w 514350"/>
                  <a:gd name="connsiteY202" fmla="*/ 365665 h 590550"/>
                  <a:gd name="connsiteX203" fmla="*/ 508159 w 514350"/>
                  <a:gd name="connsiteY203" fmla="*/ 369570 h 590550"/>
                  <a:gd name="connsiteX204" fmla="*/ 503397 w 514350"/>
                  <a:gd name="connsiteY204" fmla="*/ 371094 h 590550"/>
                  <a:gd name="connsiteX205" fmla="*/ 498920 w 514350"/>
                  <a:gd name="connsiteY205" fmla="*/ 376809 h 590550"/>
                  <a:gd name="connsiteX206" fmla="*/ 492919 w 514350"/>
                  <a:gd name="connsiteY206" fmla="*/ 385096 h 590550"/>
                  <a:gd name="connsiteX207" fmla="*/ 489395 w 514350"/>
                  <a:gd name="connsiteY207" fmla="*/ 390715 h 590550"/>
                  <a:gd name="connsiteX208" fmla="*/ 487109 w 514350"/>
                  <a:gd name="connsiteY208" fmla="*/ 398050 h 590550"/>
                  <a:gd name="connsiteX209" fmla="*/ 483584 w 514350"/>
                  <a:gd name="connsiteY209" fmla="*/ 402527 h 590550"/>
                  <a:gd name="connsiteX210" fmla="*/ 479870 w 514350"/>
                  <a:gd name="connsiteY210" fmla="*/ 403765 h 590550"/>
                  <a:gd name="connsiteX211" fmla="*/ 477964 w 514350"/>
                  <a:gd name="connsiteY211" fmla="*/ 408813 h 590550"/>
                  <a:gd name="connsiteX212" fmla="*/ 476345 w 514350"/>
                  <a:gd name="connsiteY212" fmla="*/ 412528 h 590550"/>
                  <a:gd name="connsiteX213" fmla="*/ 471107 w 514350"/>
                  <a:gd name="connsiteY213" fmla="*/ 412814 h 590550"/>
                  <a:gd name="connsiteX214" fmla="*/ 466535 w 514350"/>
                  <a:gd name="connsiteY214" fmla="*/ 416719 h 590550"/>
                  <a:gd name="connsiteX215" fmla="*/ 463868 w 514350"/>
                  <a:gd name="connsiteY215" fmla="*/ 421862 h 590550"/>
                  <a:gd name="connsiteX216" fmla="*/ 459772 w 514350"/>
                  <a:gd name="connsiteY216" fmla="*/ 424053 h 590550"/>
                  <a:gd name="connsiteX217" fmla="*/ 455772 w 514350"/>
                  <a:gd name="connsiteY217" fmla="*/ 421386 h 590550"/>
                  <a:gd name="connsiteX218" fmla="*/ 454723 w 514350"/>
                  <a:gd name="connsiteY218" fmla="*/ 416052 h 590550"/>
                  <a:gd name="connsiteX219" fmla="*/ 451675 w 514350"/>
                  <a:gd name="connsiteY219" fmla="*/ 414337 h 590550"/>
                  <a:gd name="connsiteX220" fmla="*/ 447770 w 514350"/>
                  <a:gd name="connsiteY220" fmla="*/ 414433 h 590550"/>
                  <a:gd name="connsiteX221" fmla="*/ 446723 w 514350"/>
                  <a:gd name="connsiteY221" fmla="*/ 418433 h 590550"/>
                  <a:gd name="connsiteX222" fmla="*/ 443008 w 514350"/>
                  <a:gd name="connsiteY222" fmla="*/ 422719 h 590550"/>
                  <a:gd name="connsiteX223" fmla="*/ 440722 w 514350"/>
                  <a:gd name="connsiteY223" fmla="*/ 425101 h 590550"/>
                  <a:gd name="connsiteX224" fmla="*/ 438436 w 514350"/>
                  <a:gd name="connsiteY224" fmla="*/ 430054 h 590550"/>
                  <a:gd name="connsiteX225" fmla="*/ 439008 w 514350"/>
                  <a:gd name="connsiteY225" fmla="*/ 436340 h 590550"/>
                  <a:gd name="connsiteX226" fmla="*/ 437007 w 514350"/>
                  <a:gd name="connsiteY226" fmla="*/ 439388 h 590550"/>
                  <a:gd name="connsiteX227" fmla="*/ 432816 w 514350"/>
                  <a:gd name="connsiteY227" fmla="*/ 440817 h 590550"/>
                  <a:gd name="connsiteX228" fmla="*/ 427577 w 514350"/>
                  <a:gd name="connsiteY228" fmla="*/ 440531 h 590550"/>
                  <a:gd name="connsiteX229" fmla="*/ 425291 w 514350"/>
                  <a:gd name="connsiteY229" fmla="*/ 443960 h 590550"/>
                  <a:gd name="connsiteX230" fmla="*/ 426148 w 514350"/>
                  <a:gd name="connsiteY230" fmla="*/ 448532 h 590550"/>
                  <a:gd name="connsiteX231" fmla="*/ 425863 w 514350"/>
                  <a:gd name="connsiteY231" fmla="*/ 451294 h 590550"/>
                  <a:gd name="connsiteX232" fmla="*/ 421863 w 514350"/>
                  <a:gd name="connsiteY232" fmla="*/ 454152 h 590550"/>
                  <a:gd name="connsiteX233" fmla="*/ 421481 w 514350"/>
                  <a:gd name="connsiteY233" fmla="*/ 459772 h 590550"/>
                  <a:gd name="connsiteX234" fmla="*/ 424910 w 514350"/>
                  <a:gd name="connsiteY234" fmla="*/ 463201 h 590550"/>
                  <a:gd name="connsiteX235" fmla="*/ 424339 w 514350"/>
                  <a:gd name="connsiteY235" fmla="*/ 469011 h 590550"/>
                  <a:gd name="connsiteX236" fmla="*/ 422624 w 514350"/>
                  <a:gd name="connsiteY236" fmla="*/ 472154 h 590550"/>
                  <a:gd name="connsiteX237" fmla="*/ 419195 w 514350"/>
                  <a:gd name="connsiteY237" fmla="*/ 472440 h 590550"/>
                  <a:gd name="connsiteX238" fmla="*/ 416623 w 514350"/>
                  <a:gd name="connsiteY238" fmla="*/ 474821 h 590550"/>
                  <a:gd name="connsiteX239" fmla="*/ 417672 w 514350"/>
                  <a:gd name="connsiteY239" fmla="*/ 478345 h 590550"/>
                  <a:gd name="connsiteX240" fmla="*/ 421100 w 514350"/>
                  <a:gd name="connsiteY240" fmla="*/ 480155 h 590550"/>
                  <a:gd name="connsiteX241" fmla="*/ 423196 w 514350"/>
                  <a:gd name="connsiteY241" fmla="*/ 483203 h 590550"/>
                  <a:gd name="connsiteX242" fmla="*/ 423958 w 514350"/>
                  <a:gd name="connsiteY242" fmla="*/ 489204 h 590550"/>
                  <a:gd name="connsiteX243" fmla="*/ 427768 w 514350"/>
                  <a:gd name="connsiteY243" fmla="*/ 492061 h 590550"/>
                  <a:gd name="connsiteX244" fmla="*/ 427387 w 514350"/>
                  <a:gd name="connsiteY244" fmla="*/ 495871 h 590550"/>
                  <a:gd name="connsiteX245" fmla="*/ 423482 w 514350"/>
                  <a:gd name="connsiteY245" fmla="*/ 496253 h 590550"/>
                  <a:gd name="connsiteX246" fmla="*/ 419576 w 514350"/>
                  <a:gd name="connsiteY246" fmla="*/ 494062 h 590550"/>
                  <a:gd name="connsiteX247" fmla="*/ 417195 w 514350"/>
                  <a:gd name="connsiteY247" fmla="*/ 497300 h 590550"/>
                  <a:gd name="connsiteX248" fmla="*/ 416529 w 514350"/>
                  <a:gd name="connsiteY248" fmla="*/ 502920 h 590550"/>
                  <a:gd name="connsiteX249" fmla="*/ 413195 w 514350"/>
                  <a:gd name="connsiteY249" fmla="*/ 506635 h 590550"/>
                  <a:gd name="connsiteX250" fmla="*/ 409956 w 514350"/>
                  <a:gd name="connsiteY250" fmla="*/ 506825 h 590550"/>
                  <a:gd name="connsiteX251" fmla="*/ 409290 w 514350"/>
                  <a:gd name="connsiteY251" fmla="*/ 501301 h 590550"/>
                  <a:gd name="connsiteX252" fmla="*/ 409861 w 514350"/>
                  <a:gd name="connsiteY252" fmla="*/ 498062 h 590550"/>
                  <a:gd name="connsiteX253" fmla="*/ 408147 w 514350"/>
                  <a:gd name="connsiteY253" fmla="*/ 495871 h 590550"/>
                  <a:gd name="connsiteX254" fmla="*/ 407575 w 514350"/>
                  <a:gd name="connsiteY254" fmla="*/ 492633 h 590550"/>
                  <a:gd name="connsiteX255" fmla="*/ 403289 w 514350"/>
                  <a:gd name="connsiteY255" fmla="*/ 489204 h 590550"/>
                  <a:gd name="connsiteX256" fmla="*/ 400145 w 514350"/>
                  <a:gd name="connsiteY256" fmla="*/ 490442 h 590550"/>
                  <a:gd name="connsiteX257" fmla="*/ 397288 w 514350"/>
                  <a:gd name="connsiteY257" fmla="*/ 489490 h 590550"/>
                  <a:gd name="connsiteX258" fmla="*/ 397002 w 514350"/>
                  <a:gd name="connsiteY258" fmla="*/ 486537 h 590550"/>
                  <a:gd name="connsiteX259" fmla="*/ 393192 w 514350"/>
                  <a:gd name="connsiteY259" fmla="*/ 486251 h 590550"/>
                  <a:gd name="connsiteX260" fmla="*/ 390620 w 514350"/>
                  <a:gd name="connsiteY260" fmla="*/ 488252 h 590550"/>
                  <a:gd name="connsiteX261" fmla="*/ 389477 w 514350"/>
                  <a:gd name="connsiteY261" fmla="*/ 492538 h 590550"/>
                  <a:gd name="connsiteX262" fmla="*/ 386334 w 514350"/>
                  <a:gd name="connsiteY262" fmla="*/ 494633 h 590550"/>
                  <a:gd name="connsiteX263" fmla="*/ 386144 w 514350"/>
                  <a:gd name="connsiteY263" fmla="*/ 498443 h 590550"/>
                  <a:gd name="connsiteX264" fmla="*/ 384429 w 514350"/>
                  <a:gd name="connsiteY264" fmla="*/ 504349 h 590550"/>
                  <a:gd name="connsiteX265" fmla="*/ 382905 w 514350"/>
                  <a:gd name="connsiteY265" fmla="*/ 507778 h 590550"/>
                  <a:gd name="connsiteX266" fmla="*/ 382619 w 514350"/>
                  <a:gd name="connsiteY266" fmla="*/ 511969 h 590550"/>
                  <a:gd name="connsiteX267" fmla="*/ 384334 w 514350"/>
                  <a:gd name="connsiteY267" fmla="*/ 516827 h 590550"/>
                  <a:gd name="connsiteX268" fmla="*/ 381667 w 514350"/>
                  <a:gd name="connsiteY268" fmla="*/ 520827 h 590550"/>
                  <a:gd name="connsiteX269" fmla="*/ 377000 w 514350"/>
                  <a:gd name="connsiteY269" fmla="*/ 525208 h 590550"/>
                  <a:gd name="connsiteX270" fmla="*/ 376904 w 514350"/>
                  <a:gd name="connsiteY270" fmla="*/ 528637 h 590550"/>
                  <a:gd name="connsiteX271" fmla="*/ 380143 w 514350"/>
                  <a:gd name="connsiteY271" fmla="*/ 530924 h 590550"/>
                  <a:gd name="connsiteX272" fmla="*/ 382524 w 514350"/>
                  <a:gd name="connsiteY272" fmla="*/ 534353 h 590550"/>
                  <a:gd name="connsiteX273" fmla="*/ 384239 w 514350"/>
                  <a:gd name="connsiteY273" fmla="*/ 540163 h 590550"/>
                  <a:gd name="connsiteX274" fmla="*/ 384429 w 514350"/>
                  <a:gd name="connsiteY274" fmla="*/ 545402 h 590550"/>
                  <a:gd name="connsiteX275" fmla="*/ 387287 w 514350"/>
                  <a:gd name="connsiteY275" fmla="*/ 548640 h 590550"/>
                  <a:gd name="connsiteX276" fmla="*/ 386620 w 514350"/>
                  <a:gd name="connsiteY276" fmla="*/ 555022 h 590550"/>
                  <a:gd name="connsiteX277" fmla="*/ 384048 w 514350"/>
                  <a:gd name="connsiteY277" fmla="*/ 556736 h 590550"/>
                  <a:gd name="connsiteX278" fmla="*/ 378429 w 514350"/>
                  <a:gd name="connsiteY278" fmla="*/ 556165 h 590550"/>
                  <a:gd name="connsiteX279" fmla="*/ 374904 w 514350"/>
                  <a:gd name="connsiteY279" fmla="*/ 557974 h 590550"/>
                  <a:gd name="connsiteX280" fmla="*/ 373475 w 514350"/>
                  <a:gd name="connsiteY280" fmla="*/ 563213 h 590550"/>
                  <a:gd name="connsiteX281" fmla="*/ 375761 w 514350"/>
                  <a:gd name="connsiteY281" fmla="*/ 569881 h 590550"/>
                  <a:gd name="connsiteX282" fmla="*/ 375761 w 514350"/>
                  <a:gd name="connsiteY282" fmla="*/ 575120 h 590550"/>
                  <a:gd name="connsiteX283" fmla="*/ 374618 w 514350"/>
                  <a:gd name="connsiteY283" fmla="*/ 580739 h 590550"/>
                  <a:gd name="connsiteX284" fmla="*/ 370999 w 514350"/>
                  <a:gd name="connsiteY284" fmla="*/ 584264 h 590550"/>
                  <a:gd name="connsiteX285" fmla="*/ 364998 w 514350"/>
                  <a:gd name="connsiteY285" fmla="*/ 584835 h 590550"/>
                  <a:gd name="connsiteX286" fmla="*/ 362426 w 514350"/>
                  <a:gd name="connsiteY286" fmla="*/ 587407 h 590550"/>
                  <a:gd name="connsiteX287" fmla="*/ 357283 w 514350"/>
                  <a:gd name="connsiteY287" fmla="*/ 588264 h 590550"/>
                  <a:gd name="connsiteX288" fmla="*/ 352330 w 514350"/>
                  <a:gd name="connsiteY288" fmla="*/ 591693 h 590550"/>
                  <a:gd name="connsiteX289" fmla="*/ 348044 w 514350"/>
                  <a:gd name="connsiteY289" fmla="*/ 593693 h 590550"/>
                  <a:gd name="connsiteX290" fmla="*/ 344329 w 514350"/>
                  <a:gd name="connsiteY290" fmla="*/ 592550 h 590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</a:cxnLst>
                <a:rect l="l" t="t" r="r" b="b"/>
                <a:pathLst>
                  <a:path w="514350" h="590550">
                    <a:moveTo>
                      <a:pt x="344329" y="592550"/>
                    </a:moveTo>
                    <a:cubicBezTo>
                      <a:pt x="344234" y="592550"/>
                      <a:pt x="344138" y="592455"/>
                      <a:pt x="344043" y="592360"/>
                    </a:cubicBezTo>
                    <a:cubicBezTo>
                      <a:pt x="342710" y="591312"/>
                      <a:pt x="341566" y="587978"/>
                      <a:pt x="340900" y="586359"/>
                    </a:cubicBezTo>
                    <a:cubicBezTo>
                      <a:pt x="340519" y="585502"/>
                      <a:pt x="340519" y="583406"/>
                      <a:pt x="339947" y="582740"/>
                    </a:cubicBezTo>
                    <a:cubicBezTo>
                      <a:pt x="338995" y="581596"/>
                      <a:pt x="336042" y="580739"/>
                      <a:pt x="334709" y="580073"/>
                    </a:cubicBezTo>
                    <a:cubicBezTo>
                      <a:pt x="333375" y="579406"/>
                      <a:pt x="330518" y="578358"/>
                      <a:pt x="329375" y="577406"/>
                    </a:cubicBezTo>
                    <a:cubicBezTo>
                      <a:pt x="328422" y="576644"/>
                      <a:pt x="327374" y="574357"/>
                      <a:pt x="326422" y="573691"/>
                    </a:cubicBezTo>
                    <a:cubicBezTo>
                      <a:pt x="325184" y="572929"/>
                      <a:pt x="322136" y="572548"/>
                      <a:pt x="320802" y="572738"/>
                    </a:cubicBezTo>
                    <a:cubicBezTo>
                      <a:pt x="319278" y="572929"/>
                      <a:pt x="316802" y="575310"/>
                      <a:pt x="315278" y="575120"/>
                    </a:cubicBezTo>
                    <a:cubicBezTo>
                      <a:pt x="313277" y="574929"/>
                      <a:pt x="309944" y="572167"/>
                      <a:pt x="308610" y="570643"/>
                    </a:cubicBezTo>
                    <a:cubicBezTo>
                      <a:pt x="307657" y="569404"/>
                      <a:pt x="306610" y="566452"/>
                      <a:pt x="306229" y="565023"/>
                    </a:cubicBezTo>
                    <a:cubicBezTo>
                      <a:pt x="305943" y="563975"/>
                      <a:pt x="306419" y="561594"/>
                      <a:pt x="305943" y="560641"/>
                    </a:cubicBezTo>
                    <a:cubicBezTo>
                      <a:pt x="305467" y="559689"/>
                      <a:pt x="303181" y="558832"/>
                      <a:pt x="302800" y="557784"/>
                    </a:cubicBezTo>
                    <a:cubicBezTo>
                      <a:pt x="302419" y="556736"/>
                      <a:pt x="303562" y="554641"/>
                      <a:pt x="303657" y="553498"/>
                    </a:cubicBezTo>
                    <a:cubicBezTo>
                      <a:pt x="303752" y="552260"/>
                      <a:pt x="304133" y="549688"/>
                      <a:pt x="303562" y="548735"/>
                    </a:cubicBezTo>
                    <a:cubicBezTo>
                      <a:pt x="302895" y="547783"/>
                      <a:pt x="300609" y="547021"/>
                      <a:pt x="299466" y="546925"/>
                    </a:cubicBezTo>
                    <a:cubicBezTo>
                      <a:pt x="298323" y="546830"/>
                      <a:pt x="295846" y="547211"/>
                      <a:pt x="294799" y="547783"/>
                    </a:cubicBezTo>
                    <a:cubicBezTo>
                      <a:pt x="293561" y="548354"/>
                      <a:pt x="291941" y="550736"/>
                      <a:pt x="290798" y="551402"/>
                    </a:cubicBezTo>
                    <a:cubicBezTo>
                      <a:pt x="289941" y="551974"/>
                      <a:pt x="288036" y="552831"/>
                      <a:pt x="287179" y="553117"/>
                    </a:cubicBezTo>
                    <a:cubicBezTo>
                      <a:pt x="285941" y="553498"/>
                      <a:pt x="283178" y="553212"/>
                      <a:pt x="282226" y="554069"/>
                    </a:cubicBezTo>
                    <a:cubicBezTo>
                      <a:pt x="281464" y="554736"/>
                      <a:pt x="281273" y="557117"/>
                      <a:pt x="280988" y="558165"/>
                    </a:cubicBezTo>
                    <a:cubicBezTo>
                      <a:pt x="280607" y="559118"/>
                      <a:pt x="280130" y="561213"/>
                      <a:pt x="279464" y="561975"/>
                    </a:cubicBezTo>
                    <a:cubicBezTo>
                      <a:pt x="278702" y="562832"/>
                      <a:pt x="275844" y="563213"/>
                      <a:pt x="275177" y="564261"/>
                    </a:cubicBezTo>
                    <a:cubicBezTo>
                      <a:pt x="274701" y="565023"/>
                      <a:pt x="275273" y="566928"/>
                      <a:pt x="275177" y="567785"/>
                    </a:cubicBezTo>
                    <a:cubicBezTo>
                      <a:pt x="275082" y="568833"/>
                      <a:pt x="275082" y="571214"/>
                      <a:pt x="274320" y="572071"/>
                    </a:cubicBezTo>
                    <a:cubicBezTo>
                      <a:pt x="273082" y="573500"/>
                      <a:pt x="269081" y="574453"/>
                      <a:pt x="267271" y="574643"/>
                    </a:cubicBezTo>
                    <a:cubicBezTo>
                      <a:pt x="265938" y="574739"/>
                      <a:pt x="263462" y="573500"/>
                      <a:pt x="262223" y="573691"/>
                    </a:cubicBezTo>
                    <a:cubicBezTo>
                      <a:pt x="261461" y="573786"/>
                      <a:pt x="259937" y="574548"/>
                      <a:pt x="259366" y="575120"/>
                    </a:cubicBezTo>
                    <a:cubicBezTo>
                      <a:pt x="258509" y="575977"/>
                      <a:pt x="258509" y="579120"/>
                      <a:pt x="257366" y="579501"/>
                    </a:cubicBezTo>
                    <a:cubicBezTo>
                      <a:pt x="256127" y="579977"/>
                      <a:pt x="253651" y="578263"/>
                      <a:pt x="252698" y="577406"/>
                    </a:cubicBezTo>
                    <a:cubicBezTo>
                      <a:pt x="251936" y="576739"/>
                      <a:pt x="251365" y="574548"/>
                      <a:pt x="250603" y="573881"/>
                    </a:cubicBezTo>
                    <a:cubicBezTo>
                      <a:pt x="249841" y="573119"/>
                      <a:pt x="247841" y="572167"/>
                      <a:pt x="246793" y="571881"/>
                    </a:cubicBezTo>
                    <a:cubicBezTo>
                      <a:pt x="245459" y="571595"/>
                      <a:pt x="242792" y="571881"/>
                      <a:pt x="241459" y="571881"/>
                    </a:cubicBezTo>
                    <a:cubicBezTo>
                      <a:pt x="240125" y="571881"/>
                      <a:pt x="237268" y="572071"/>
                      <a:pt x="235934" y="571595"/>
                    </a:cubicBezTo>
                    <a:cubicBezTo>
                      <a:pt x="234696" y="571214"/>
                      <a:pt x="232886" y="569214"/>
                      <a:pt x="231648" y="568738"/>
                    </a:cubicBezTo>
                    <a:cubicBezTo>
                      <a:pt x="230410" y="568261"/>
                      <a:pt x="227838" y="567690"/>
                      <a:pt x="226600" y="567785"/>
                    </a:cubicBezTo>
                    <a:cubicBezTo>
                      <a:pt x="225266" y="567785"/>
                      <a:pt x="222504" y="568261"/>
                      <a:pt x="221361" y="568928"/>
                    </a:cubicBezTo>
                    <a:cubicBezTo>
                      <a:pt x="220218" y="569595"/>
                      <a:pt x="219170" y="572167"/>
                      <a:pt x="218123" y="572929"/>
                    </a:cubicBezTo>
                    <a:cubicBezTo>
                      <a:pt x="217265" y="573500"/>
                      <a:pt x="214789" y="573405"/>
                      <a:pt x="214027" y="574167"/>
                    </a:cubicBezTo>
                    <a:cubicBezTo>
                      <a:pt x="212789" y="575500"/>
                      <a:pt x="213836" y="579977"/>
                      <a:pt x="212598" y="581215"/>
                    </a:cubicBezTo>
                    <a:cubicBezTo>
                      <a:pt x="211741" y="582073"/>
                      <a:pt x="209264" y="582263"/>
                      <a:pt x="208026" y="582358"/>
                    </a:cubicBezTo>
                    <a:cubicBezTo>
                      <a:pt x="206312" y="582454"/>
                      <a:pt x="202978" y="581501"/>
                      <a:pt x="201263" y="581215"/>
                    </a:cubicBezTo>
                    <a:cubicBezTo>
                      <a:pt x="200216" y="581025"/>
                      <a:pt x="197739" y="581311"/>
                      <a:pt x="196882" y="580644"/>
                    </a:cubicBezTo>
                    <a:cubicBezTo>
                      <a:pt x="196215" y="580073"/>
                      <a:pt x="195929" y="578072"/>
                      <a:pt x="195739" y="577215"/>
                    </a:cubicBezTo>
                    <a:cubicBezTo>
                      <a:pt x="195453" y="576262"/>
                      <a:pt x="195644" y="574072"/>
                      <a:pt x="194882" y="573405"/>
                    </a:cubicBezTo>
                    <a:cubicBezTo>
                      <a:pt x="194025" y="572643"/>
                      <a:pt x="191453" y="573119"/>
                      <a:pt x="190405" y="573024"/>
                    </a:cubicBezTo>
                    <a:cubicBezTo>
                      <a:pt x="189738" y="572929"/>
                      <a:pt x="188309" y="573119"/>
                      <a:pt x="187833" y="572738"/>
                    </a:cubicBezTo>
                    <a:cubicBezTo>
                      <a:pt x="186881" y="571976"/>
                      <a:pt x="187166" y="568928"/>
                      <a:pt x="186404" y="567976"/>
                    </a:cubicBezTo>
                    <a:cubicBezTo>
                      <a:pt x="185928" y="567404"/>
                      <a:pt x="184595" y="566642"/>
                      <a:pt x="183833" y="566452"/>
                    </a:cubicBezTo>
                    <a:cubicBezTo>
                      <a:pt x="182499" y="566071"/>
                      <a:pt x="179642" y="566642"/>
                      <a:pt x="178308" y="566261"/>
                    </a:cubicBezTo>
                    <a:cubicBezTo>
                      <a:pt x="177356" y="565975"/>
                      <a:pt x="175736" y="564642"/>
                      <a:pt x="174784" y="564452"/>
                    </a:cubicBezTo>
                    <a:cubicBezTo>
                      <a:pt x="173641" y="564166"/>
                      <a:pt x="171164" y="564070"/>
                      <a:pt x="170021" y="564452"/>
                    </a:cubicBezTo>
                    <a:cubicBezTo>
                      <a:pt x="168974" y="564737"/>
                      <a:pt x="167450" y="566452"/>
                      <a:pt x="166497" y="567023"/>
                    </a:cubicBezTo>
                    <a:cubicBezTo>
                      <a:pt x="165354" y="567595"/>
                      <a:pt x="162878" y="568643"/>
                      <a:pt x="161544" y="568833"/>
                    </a:cubicBezTo>
                    <a:cubicBezTo>
                      <a:pt x="159829" y="569119"/>
                      <a:pt x="156401" y="569024"/>
                      <a:pt x="154781" y="568547"/>
                    </a:cubicBezTo>
                    <a:cubicBezTo>
                      <a:pt x="153829" y="568261"/>
                      <a:pt x="152210" y="566833"/>
                      <a:pt x="151257" y="566547"/>
                    </a:cubicBezTo>
                    <a:cubicBezTo>
                      <a:pt x="149733" y="566071"/>
                      <a:pt x="146400" y="566166"/>
                      <a:pt x="144780" y="565880"/>
                    </a:cubicBezTo>
                    <a:cubicBezTo>
                      <a:pt x="143351" y="565595"/>
                      <a:pt x="140303" y="565309"/>
                      <a:pt x="139256" y="564356"/>
                    </a:cubicBezTo>
                    <a:cubicBezTo>
                      <a:pt x="138494" y="563499"/>
                      <a:pt x="138398" y="560927"/>
                      <a:pt x="138113" y="559784"/>
                    </a:cubicBezTo>
                    <a:cubicBezTo>
                      <a:pt x="137732" y="558165"/>
                      <a:pt x="137732" y="554831"/>
                      <a:pt x="137065" y="553307"/>
                    </a:cubicBezTo>
                    <a:cubicBezTo>
                      <a:pt x="136684" y="552260"/>
                      <a:pt x="135255" y="550354"/>
                      <a:pt x="134493" y="549497"/>
                    </a:cubicBezTo>
                    <a:cubicBezTo>
                      <a:pt x="133636" y="548545"/>
                      <a:pt x="131254" y="547116"/>
                      <a:pt x="130397" y="546068"/>
                    </a:cubicBezTo>
                    <a:cubicBezTo>
                      <a:pt x="129445" y="545020"/>
                      <a:pt x="127730" y="542735"/>
                      <a:pt x="127254" y="541401"/>
                    </a:cubicBezTo>
                    <a:cubicBezTo>
                      <a:pt x="126968" y="540449"/>
                      <a:pt x="127445" y="538353"/>
                      <a:pt x="126968" y="537591"/>
                    </a:cubicBezTo>
                    <a:cubicBezTo>
                      <a:pt x="126397" y="536639"/>
                      <a:pt x="124206" y="535686"/>
                      <a:pt x="123254" y="535210"/>
                    </a:cubicBezTo>
                    <a:cubicBezTo>
                      <a:pt x="122206" y="534638"/>
                      <a:pt x="120110" y="533400"/>
                      <a:pt x="118872" y="533210"/>
                    </a:cubicBezTo>
                    <a:cubicBezTo>
                      <a:pt x="117634" y="533019"/>
                      <a:pt x="115062" y="534067"/>
                      <a:pt x="113729" y="533781"/>
                    </a:cubicBezTo>
                    <a:cubicBezTo>
                      <a:pt x="112395" y="533495"/>
                      <a:pt x="109919" y="532066"/>
                      <a:pt x="109252" y="530924"/>
                    </a:cubicBezTo>
                    <a:cubicBezTo>
                      <a:pt x="108680" y="530066"/>
                      <a:pt x="108966" y="527875"/>
                      <a:pt x="108680" y="526923"/>
                    </a:cubicBezTo>
                    <a:cubicBezTo>
                      <a:pt x="108395" y="525970"/>
                      <a:pt x="107728" y="524065"/>
                      <a:pt x="106966" y="523399"/>
                    </a:cubicBezTo>
                    <a:cubicBezTo>
                      <a:pt x="106585" y="523113"/>
                      <a:pt x="105728" y="522827"/>
                      <a:pt x="105251" y="522827"/>
                    </a:cubicBezTo>
                    <a:cubicBezTo>
                      <a:pt x="104013" y="522827"/>
                      <a:pt x="101632" y="523875"/>
                      <a:pt x="100679" y="524637"/>
                    </a:cubicBezTo>
                    <a:cubicBezTo>
                      <a:pt x="100013" y="525208"/>
                      <a:pt x="99536" y="527018"/>
                      <a:pt x="98870" y="527495"/>
                    </a:cubicBezTo>
                    <a:cubicBezTo>
                      <a:pt x="98012" y="528066"/>
                      <a:pt x="95726" y="527685"/>
                      <a:pt x="94774" y="528066"/>
                    </a:cubicBezTo>
                    <a:cubicBezTo>
                      <a:pt x="94107" y="528352"/>
                      <a:pt x="92964" y="529114"/>
                      <a:pt x="92488" y="529590"/>
                    </a:cubicBezTo>
                    <a:cubicBezTo>
                      <a:pt x="91821" y="530257"/>
                      <a:pt x="91059" y="532162"/>
                      <a:pt x="90202" y="532733"/>
                    </a:cubicBezTo>
                    <a:cubicBezTo>
                      <a:pt x="89249" y="533305"/>
                      <a:pt x="86963" y="533686"/>
                      <a:pt x="86011" y="533400"/>
                    </a:cubicBezTo>
                    <a:cubicBezTo>
                      <a:pt x="85249" y="533210"/>
                      <a:pt x="84201" y="531876"/>
                      <a:pt x="83629" y="531400"/>
                    </a:cubicBezTo>
                    <a:cubicBezTo>
                      <a:pt x="82677" y="530828"/>
                      <a:pt x="80772" y="529781"/>
                      <a:pt x="79629" y="529399"/>
                    </a:cubicBezTo>
                    <a:cubicBezTo>
                      <a:pt x="78867" y="529209"/>
                      <a:pt x="77153" y="529399"/>
                      <a:pt x="76486" y="529019"/>
                    </a:cubicBezTo>
                    <a:cubicBezTo>
                      <a:pt x="75724" y="528447"/>
                      <a:pt x="75343" y="526256"/>
                      <a:pt x="74676" y="525590"/>
                    </a:cubicBezTo>
                    <a:cubicBezTo>
                      <a:pt x="74009" y="525018"/>
                      <a:pt x="72295" y="524351"/>
                      <a:pt x="71438" y="524161"/>
                    </a:cubicBezTo>
                    <a:cubicBezTo>
                      <a:pt x="70580" y="523970"/>
                      <a:pt x="68485" y="523685"/>
                      <a:pt x="67723" y="524351"/>
                    </a:cubicBezTo>
                    <a:cubicBezTo>
                      <a:pt x="66770" y="525113"/>
                      <a:pt x="67342" y="527971"/>
                      <a:pt x="66770" y="529019"/>
                    </a:cubicBezTo>
                    <a:cubicBezTo>
                      <a:pt x="66199" y="529971"/>
                      <a:pt x="64008" y="531019"/>
                      <a:pt x="63151" y="531876"/>
                    </a:cubicBezTo>
                    <a:cubicBezTo>
                      <a:pt x="63056" y="532066"/>
                      <a:pt x="62865" y="532257"/>
                      <a:pt x="62675" y="532448"/>
                    </a:cubicBezTo>
                    <a:lnTo>
                      <a:pt x="0" y="132969"/>
                    </a:lnTo>
                    <a:cubicBezTo>
                      <a:pt x="8573" y="131445"/>
                      <a:pt x="39148" y="125730"/>
                      <a:pt x="50387" y="123444"/>
                    </a:cubicBezTo>
                    <a:cubicBezTo>
                      <a:pt x="66961" y="120015"/>
                      <a:pt x="99917" y="112586"/>
                      <a:pt x="116396" y="108775"/>
                    </a:cubicBezTo>
                    <a:cubicBezTo>
                      <a:pt x="124587" y="106870"/>
                      <a:pt x="145447" y="102013"/>
                      <a:pt x="154115" y="99917"/>
                    </a:cubicBezTo>
                    <a:cubicBezTo>
                      <a:pt x="153734" y="100679"/>
                      <a:pt x="153067" y="101536"/>
                      <a:pt x="152971" y="102203"/>
                    </a:cubicBezTo>
                    <a:cubicBezTo>
                      <a:pt x="152876" y="102965"/>
                      <a:pt x="153258" y="104489"/>
                      <a:pt x="153734" y="104965"/>
                    </a:cubicBezTo>
                    <a:cubicBezTo>
                      <a:pt x="154877" y="106204"/>
                      <a:pt x="158306" y="106870"/>
                      <a:pt x="159925" y="107061"/>
                    </a:cubicBezTo>
                    <a:cubicBezTo>
                      <a:pt x="160877" y="107156"/>
                      <a:pt x="162973" y="107156"/>
                      <a:pt x="163925" y="106870"/>
                    </a:cubicBezTo>
                    <a:cubicBezTo>
                      <a:pt x="164687" y="106680"/>
                      <a:pt x="165926" y="105727"/>
                      <a:pt x="166688" y="105346"/>
                    </a:cubicBezTo>
                    <a:cubicBezTo>
                      <a:pt x="167450" y="104965"/>
                      <a:pt x="169069" y="104203"/>
                      <a:pt x="169831" y="104299"/>
                    </a:cubicBezTo>
                    <a:cubicBezTo>
                      <a:pt x="171450" y="104394"/>
                      <a:pt x="174117" y="106490"/>
                      <a:pt x="175451" y="107252"/>
                    </a:cubicBezTo>
                    <a:cubicBezTo>
                      <a:pt x="177165" y="108204"/>
                      <a:pt x="180308" y="110776"/>
                      <a:pt x="182118" y="111347"/>
                    </a:cubicBezTo>
                    <a:cubicBezTo>
                      <a:pt x="183356" y="111728"/>
                      <a:pt x="185928" y="111823"/>
                      <a:pt x="187262" y="111919"/>
                    </a:cubicBezTo>
                    <a:cubicBezTo>
                      <a:pt x="188404" y="111919"/>
                      <a:pt x="190786" y="111633"/>
                      <a:pt x="191929" y="111728"/>
                    </a:cubicBezTo>
                    <a:cubicBezTo>
                      <a:pt x="193643" y="111823"/>
                      <a:pt x="197168" y="112204"/>
                      <a:pt x="198692" y="112966"/>
                    </a:cubicBezTo>
                    <a:cubicBezTo>
                      <a:pt x="200216" y="113728"/>
                      <a:pt x="202216" y="116586"/>
                      <a:pt x="203454" y="117634"/>
                    </a:cubicBezTo>
                    <a:cubicBezTo>
                      <a:pt x="205169" y="119062"/>
                      <a:pt x="208693" y="121920"/>
                      <a:pt x="210693" y="122968"/>
                    </a:cubicBezTo>
                    <a:cubicBezTo>
                      <a:pt x="212312" y="123825"/>
                      <a:pt x="215837" y="125825"/>
                      <a:pt x="217742" y="125540"/>
                    </a:cubicBezTo>
                    <a:cubicBezTo>
                      <a:pt x="219646" y="125254"/>
                      <a:pt x="222790" y="122491"/>
                      <a:pt x="223933" y="120872"/>
                    </a:cubicBezTo>
                    <a:cubicBezTo>
                      <a:pt x="224409" y="120110"/>
                      <a:pt x="224981" y="118396"/>
                      <a:pt x="224885" y="117443"/>
                    </a:cubicBezTo>
                    <a:cubicBezTo>
                      <a:pt x="224790" y="116777"/>
                      <a:pt x="223647" y="115729"/>
                      <a:pt x="223361" y="115062"/>
                    </a:cubicBezTo>
                    <a:cubicBezTo>
                      <a:pt x="223171" y="114205"/>
                      <a:pt x="223076" y="112300"/>
                      <a:pt x="223457" y="111538"/>
                    </a:cubicBezTo>
                    <a:cubicBezTo>
                      <a:pt x="223838" y="110776"/>
                      <a:pt x="225552" y="109347"/>
                      <a:pt x="226409" y="109442"/>
                    </a:cubicBezTo>
                    <a:cubicBezTo>
                      <a:pt x="227648" y="109442"/>
                      <a:pt x="229458" y="111538"/>
                      <a:pt x="230219" y="112490"/>
                    </a:cubicBezTo>
                    <a:cubicBezTo>
                      <a:pt x="230886" y="113443"/>
                      <a:pt x="231172" y="116015"/>
                      <a:pt x="232125" y="116681"/>
                    </a:cubicBezTo>
                    <a:cubicBezTo>
                      <a:pt x="232791" y="117157"/>
                      <a:pt x="234506" y="117443"/>
                      <a:pt x="235268" y="117348"/>
                    </a:cubicBezTo>
                    <a:cubicBezTo>
                      <a:pt x="236220" y="117157"/>
                      <a:pt x="237649" y="115538"/>
                      <a:pt x="238696" y="115252"/>
                    </a:cubicBezTo>
                    <a:cubicBezTo>
                      <a:pt x="239459" y="115062"/>
                      <a:pt x="241078" y="114871"/>
                      <a:pt x="241650" y="115252"/>
                    </a:cubicBezTo>
                    <a:cubicBezTo>
                      <a:pt x="242411" y="115729"/>
                      <a:pt x="242602" y="117919"/>
                      <a:pt x="242983" y="118777"/>
                    </a:cubicBezTo>
                    <a:cubicBezTo>
                      <a:pt x="243459" y="119634"/>
                      <a:pt x="244412" y="121158"/>
                      <a:pt x="245078" y="121825"/>
                    </a:cubicBezTo>
                    <a:cubicBezTo>
                      <a:pt x="246507" y="123349"/>
                      <a:pt x="250127" y="125635"/>
                      <a:pt x="251841" y="126778"/>
                    </a:cubicBezTo>
                    <a:cubicBezTo>
                      <a:pt x="253365" y="127825"/>
                      <a:pt x="256604" y="129540"/>
                      <a:pt x="258223" y="130397"/>
                    </a:cubicBezTo>
                    <a:cubicBezTo>
                      <a:pt x="260414" y="131540"/>
                      <a:pt x="264986" y="133826"/>
                      <a:pt x="267367" y="134588"/>
                    </a:cubicBezTo>
                    <a:cubicBezTo>
                      <a:pt x="268605" y="134969"/>
                      <a:pt x="271082" y="135541"/>
                      <a:pt x="272225" y="135255"/>
                    </a:cubicBezTo>
                    <a:cubicBezTo>
                      <a:pt x="273463" y="134874"/>
                      <a:pt x="275368" y="133064"/>
                      <a:pt x="276225" y="132207"/>
                    </a:cubicBezTo>
                    <a:cubicBezTo>
                      <a:pt x="277368" y="131159"/>
                      <a:pt x="278892" y="128302"/>
                      <a:pt x="280035" y="127349"/>
                    </a:cubicBezTo>
                    <a:cubicBezTo>
                      <a:pt x="281178" y="126302"/>
                      <a:pt x="283845" y="124777"/>
                      <a:pt x="285369" y="124301"/>
                    </a:cubicBezTo>
                    <a:cubicBezTo>
                      <a:pt x="287369" y="123635"/>
                      <a:pt x="291656" y="124301"/>
                      <a:pt x="293561" y="123539"/>
                    </a:cubicBezTo>
                    <a:cubicBezTo>
                      <a:pt x="294799" y="123063"/>
                      <a:pt x="296609" y="120968"/>
                      <a:pt x="297752" y="120110"/>
                    </a:cubicBezTo>
                    <a:cubicBezTo>
                      <a:pt x="299561" y="118681"/>
                      <a:pt x="302990" y="115824"/>
                      <a:pt x="304895" y="114490"/>
                    </a:cubicBezTo>
                    <a:cubicBezTo>
                      <a:pt x="306514" y="113252"/>
                      <a:pt x="309944" y="110966"/>
                      <a:pt x="311658" y="109919"/>
                    </a:cubicBezTo>
                    <a:cubicBezTo>
                      <a:pt x="314230" y="108394"/>
                      <a:pt x="319469" y="105061"/>
                      <a:pt x="322516" y="104489"/>
                    </a:cubicBezTo>
                    <a:cubicBezTo>
                      <a:pt x="323565" y="104299"/>
                      <a:pt x="325755" y="104680"/>
                      <a:pt x="326803" y="104870"/>
                    </a:cubicBezTo>
                    <a:cubicBezTo>
                      <a:pt x="328041" y="105156"/>
                      <a:pt x="330518" y="106490"/>
                      <a:pt x="331756" y="106680"/>
                    </a:cubicBezTo>
                    <a:cubicBezTo>
                      <a:pt x="333566" y="106870"/>
                      <a:pt x="337185" y="106299"/>
                      <a:pt x="338900" y="105632"/>
                    </a:cubicBezTo>
                    <a:cubicBezTo>
                      <a:pt x="339947" y="105156"/>
                      <a:pt x="341472" y="103251"/>
                      <a:pt x="342615" y="102870"/>
                    </a:cubicBezTo>
                    <a:cubicBezTo>
                      <a:pt x="344043" y="102394"/>
                      <a:pt x="347186" y="102584"/>
                      <a:pt x="348615" y="102489"/>
                    </a:cubicBezTo>
                    <a:cubicBezTo>
                      <a:pt x="349758" y="102394"/>
                      <a:pt x="352235" y="102394"/>
                      <a:pt x="353283" y="101822"/>
                    </a:cubicBezTo>
                    <a:cubicBezTo>
                      <a:pt x="353949" y="101441"/>
                      <a:pt x="354902" y="100108"/>
                      <a:pt x="355378" y="99441"/>
                    </a:cubicBezTo>
                    <a:cubicBezTo>
                      <a:pt x="356140" y="98489"/>
                      <a:pt x="357569" y="96488"/>
                      <a:pt x="358426" y="95631"/>
                    </a:cubicBezTo>
                    <a:cubicBezTo>
                      <a:pt x="359379" y="94678"/>
                      <a:pt x="361474" y="93059"/>
                      <a:pt x="362617" y="92202"/>
                    </a:cubicBezTo>
                    <a:cubicBezTo>
                      <a:pt x="363664" y="91440"/>
                      <a:pt x="366046" y="90297"/>
                      <a:pt x="366808" y="89249"/>
                    </a:cubicBezTo>
                    <a:cubicBezTo>
                      <a:pt x="367570" y="88202"/>
                      <a:pt x="367570" y="85344"/>
                      <a:pt x="368332" y="84296"/>
                    </a:cubicBezTo>
                    <a:cubicBezTo>
                      <a:pt x="369094" y="83058"/>
                      <a:pt x="371761" y="81248"/>
                      <a:pt x="372809" y="80200"/>
                    </a:cubicBezTo>
                    <a:cubicBezTo>
                      <a:pt x="373856" y="79153"/>
                      <a:pt x="376047" y="76962"/>
                      <a:pt x="376714" y="75628"/>
                    </a:cubicBezTo>
                    <a:cubicBezTo>
                      <a:pt x="377476" y="74295"/>
                      <a:pt x="377952" y="71247"/>
                      <a:pt x="378619" y="69914"/>
                    </a:cubicBezTo>
                    <a:cubicBezTo>
                      <a:pt x="379572" y="68104"/>
                      <a:pt x="382238" y="65056"/>
                      <a:pt x="383477" y="63532"/>
                    </a:cubicBezTo>
                    <a:cubicBezTo>
                      <a:pt x="384810" y="61912"/>
                      <a:pt x="387572" y="58674"/>
                      <a:pt x="389097" y="57150"/>
                    </a:cubicBezTo>
                    <a:cubicBezTo>
                      <a:pt x="390335" y="56007"/>
                      <a:pt x="392906" y="53816"/>
                      <a:pt x="394240" y="52769"/>
                    </a:cubicBezTo>
                    <a:cubicBezTo>
                      <a:pt x="395288" y="52006"/>
                      <a:pt x="397383" y="50387"/>
                      <a:pt x="398526" y="49816"/>
                    </a:cubicBezTo>
                    <a:cubicBezTo>
                      <a:pt x="399479" y="49340"/>
                      <a:pt x="401669" y="48863"/>
                      <a:pt x="402527" y="48292"/>
                    </a:cubicBezTo>
                    <a:cubicBezTo>
                      <a:pt x="404146" y="47339"/>
                      <a:pt x="406622" y="44672"/>
                      <a:pt x="407956" y="43434"/>
                    </a:cubicBezTo>
                    <a:cubicBezTo>
                      <a:pt x="408908" y="42481"/>
                      <a:pt x="410718" y="40386"/>
                      <a:pt x="411766" y="39529"/>
                    </a:cubicBezTo>
                    <a:cubicBezTo>
                      <a:pt x="413766" y="37814"/>
                      <a:pt x="418338" y="34861"/>
                      <a:pt x="420434" y="33242"/>
                    </a:cubicBezTo>
                    <a:cubicBezTo>
                      <a:pt x="421767" y="32290"/>
                      <a:pt x="424339" y="29908"/>
                      <a:pt x="425863" y="29242"/>
                    </a:cubicBezTo>
                    <a:cubicBezTo>
                      <a:pt x="427482" y="28575"/>
                      <a:pt x="431197" y="28575"/>
                      <a:pt x="432911" y="28003"/>
                    </a:cubicBezTo>
                    <a:cubicBezTo>
                      <a:pt x="434912" y="27337"/>
                      <a:pt x="438912" y="25432"/>
                      <a:pt x="440531" y="24098"/>
                    </a:cubicBezTo>
                    <a:cubicBezTo>
                      <a:pt x="441770" y="23050"/>
                      <a:pt x="443294" y="20288"/>
                      <a:pt x="444532" y="19145"/>
                    </a:cubicBezTo>
                    <a:cubicBezTo>
                      <a:pt x="445294" y="18383"/>
                      <a:pt x="446818" y="16859"/>
                      <a:pt x="447866" y="16573"/>
                    </a:cubicBezTo>
                    <a:cubicBezTo>
                      <a:pt x="448818" y="16288"/>
                      <a:pt x="450723" y="17050"/>
                      <a:pt x="451581" y="16859"/>
                    </a:cubicBezTo>
                    <a:cubicBezTo>
                      <a:pt x="453390" y="16383"/>
                      <a:pt x="456152" y="13621"/>
                      <a:pt x="457771" y="12573"/>
                    </a:cubicBezTo>
                    <a:cubicBezTo>
                      <a:pt x="460439" y="10858"/>
                      <a:pt x="465868" y="7620"/>
                      <a:pt x="468344" y="5810"/>
                    </a:cubicBezTo>
                    <a:cubicBezTo>
                      <a:pt x="470345" y="4381"/>
                      <a:pt x="473012" y="2286"/>
                      <a:pt x="475869" y="0"/>
                    </a:cubicBezTo>
                    <a:lnTo>
                      <a:pt x="518541" y="205454"/>
                    </a:lnTo>
                    <a:cubicBezTo>
                      <a:pt x="517779" y="205549"/>
                      <a:pt x="517113" y="205740"/>
                      <a:pt x="516731" y="205835"/>
                    </a:cubicBezTo>
                    <a:cubicBezTo>
                      <a:pt x="516064" y="206026"/>
                      <a:pt x="514541" y="206216"/>
                      <a:pt x="514065" y="206693"/>
                    </a:cubicBezTo>
                    <a:cubicBezTo>
                      <a:pt x="513683" y="207073"/>
                      <a:pt x="513779" y="208502"/>
                      <a:pt x="513302" y="208788"/>
                    </a:cubicBezTo>
                    <a:cubicBezTo>
                      <a:pt x="512731" y="209169"/>
                      <a:pt x="511302" y="208693"/>
                      <a:pt x="510635" y="208788"/>
                    </a:cubicBezTo>
                    <a:cubicBezTo>
                      <a:pt x="509588" y="208883"/>
                      <a:pt x="507397" y="209169"/>
                      <a:pt x="506730" y="209836"/>
                    </a:cubicBezTo>
                    <a:cubicBezTo>
                      <a:pt x="506063" y="210502"/>
                      <a:pt x="506159" y="212503"/>
                      <a:pt x="505683" y="213265"/>
                    </a:cubicBezTo>
                    <a:cubicBezTo>
                      <a:pt x="505206" y="213931"/>
                      <a:pt x="503397" y="214503"/>
                      <a:pt x="503015" y="215170"/>
                    </a:cubicBezTo>
                    <a:cubicBezTo>
                      <a:pt x="502634" y="215932"/>
                      <a:pt x="502920" y="217551"/>
                      <a:pt x="503206" y="218313"/>
                    </a:cubicBezTo>
                    <a:cubicBezTo>
                      <a:pt x="503587" y="219170"/>
                      <a:pt x="504825" y="220408"/>
                      <a:pt x="505396" y="220980"/>
                    </a:cubicBezTo>
                    <a:cubicBezTo>
                      <a:pt x="506063" y="221552"/>
                      <a:pt x="507873" y="222314"/>
                      <a:pt x="508445" y="222980"/>
                    </a:cubicBezTo>
                    <a:cubicBezTo>
                      <a:pt x="509397" y="224123"/>
                      <a:pt x="509874" y="227171"/>
                      <a:pt x="510826" y="228314"/>
                    </a:cubicBezTo>
                    <a:cubicBezTo>
                      <a:pt x="511493" y="229076"/>
                      <a:pt x="513683" y="229457"/>
                      <a:pt x="514255" y="230315"/>
                    </a:cubicBezTo>
                    <a:cubicBezTo>
                      <a:pt x="515398" y="232219"/>
                      <a:pt x="515017" y="236887"/>
                      <a:pt x="514921" y="239077"/>
                    </a:cubicBezTo>
                    <a:cubicBezTo>
                      <a:pt x="514826" y="240697"/>
                      <a:pt x="513398" y="243840"/>
                      <a:pt x="513779" y="245364"/>
                    </a:cubicBezTo>
                    <a:cubicBezTo>
                      <a:pt x="514065" y="246412"/>
                      <a:pt x="516255" y="247745"/>
                      <a:pt x="516636" y="248793"/>
                    </a:cubicBezTo>
                    <a:cubicBezTo>
                      <a:pt x="517017" y="249841"/>
                      <a:pt x="516446" y="252222"/>
                      <a:pt x="516731" y="253270"/>
                    </a:cubicBezTo>
                    <a:cubicBezTo>
                      <a:pt x="517017" y="254222"/>
                      <a:pt x="518636" y="255746"/>
                      <a:pt x="518827" y="256794"/>
                    </a:cubicBezTo>
                    <a:cubicBezTo>
                      <a:pt x="519017" y="257842"/>
                      <a:pt x="518065" y="259937"/>
                      <a:pt x="517970" y="261080"/>
                    </a:cubicBezTo>
                    <a:cubicBezTo>
                      <a:pt x="517874" y="262223"/>
                      <a:pt x="518446" y="264700"/>
                      <a:pt x="517970" y="265748"/>
                    </a:cubicBezTo>
                    <a:cubicBezTo>
                      <a:pt x="517684" y="266319"/>
                      <a:pt x="516446" y="266795"/>
                      <a:pt x="516064" y="267367"/>
                    </a:cubicBezTo>
                    <a:cubicBezTo>
                      <a:pt x="515493" y="268319"/>
                      <a:pt x="514826" y="270605"/>
                      <a:pt x="514731" y="271748"/>
                    </a:cubicBezTo>
                    <a:cubicBezTo>
                      <a:pt x="514541" y="273082"/>
                      <a:pt x="515208" y="275749"/>
                      <a:pt x="514921" y="277082"/>
                    </a:cubicBezTo>
                    <a:cubicBezTo>
                      <a:pt x="514636" y="278416"/>
                      <a:pt x="512731" y="280702"/>
                      <a:pt x="512350" y="282035"/>
                    </a:cubicBezTo>
                    <a:cubicBezTo>
                      <a:pt x="511969" y="283369"/>
                      <a:pt x="511873" y="286226"/>
                      <a:pt x="511969" y="287560"/>
                    </a:cubicBezTo>
                    <a:cubicBezTo>
                      <a:pt x="512064" y="288893"/>
                      <a:pt x="513874" y="291560"/>
                      <a:pt x="513398" y="292894"/>
                    </a:cubicBezTo>
                    <a:cubicBezTo>
                      <a:pt x="513016" y="293941"/>
                      <a:pt x="510254" y="294418"/>
                      <a:pt x="509874" y="295465"/>
                    </a:cubicBezTo>
                    <a:cubicBezTo>
                      <a:pt x="509111" y="297561"/>
                      <a:pt x="511779" y="302038"/>
                      <a:pt x="512255" y="304228"/>
                    </a:cubicBezTo>
                    <a:cubicBezTo>
                      <a:pt x="512540" y="305467"/>
                      <a:pt x="513302" y="308039"/>
                      <a:pt x="513207" y="309277"/>
                    </a:cubicBezTo>
                    <a:cubicBezTo>
                      <a:pt x="513112" y="310420"/>
                      <a:pt x="511779" y="312515"/>
                      <a:pt x="511779" y="313753"/>
                    </a:cubicBezTo>
                    <a:cubicBezTo>
                      <a:pt x="511873" y="315373"/>
                      <a:pt x="514160" y="318040"/>
                      <a:pt x="514065" y="319659"/>
                    </a:cubicBezTo>
                    <a:cubicBezTo>
                      <a:pt x="514065" y="320326"/>
                      <a:pt x="513493" y="321564"/>
                      <a:pt x="512922" y="321945"/>
                    </a:cubicBezTo>
                    <a:cubicBezTo>
                      <a:pt x="511873" y="322612"/>
                      <a:pt x="509111" y="321183"/>
                      <a:pt x="508159" y="321850"/>
                    </a:cubicBezTo>
                    <a:cubicBezTo>
                      <a:pt x="507588" y="322231"/>
                      <a:pt x="507206" y="323945"/>
                      <a:pt x="507492" y="324612"/>
                    </a:cubicBezTo>
                    <a:cubicBezTo>
                      <a:pt x="507778" y="325469"/>
                      <a:pt x="509969" y="326136"/>
                      <a:pt x="510350" y="326898"/>
                    </a:cubicBezTo>
                    <a:cubicBezTo>
                      <a:pt x="510730" y="327755"/>
                      <a:pt x="510540" y="329851"/>
                      <a:pt x="510159" y="330803"/>
                    </a:cubicBezTo>
                    <a:cubicBezTo>
                      <a:pt x="509874" y="331661"/>
                      <a:pt x="508064" y="332899"/>
                      <a:pt x="507968" y="333756"/>
                    </a:cubicBezTo>
                    <a:cubicBezTo>
                      <a:pt x="507682" y="335566"/>
                      <a:pt x="510826" y="338709"/>
                      <a:pt x="510540" y="340423"/>
                    </a:cubicBezTo>
                    <a:cubicBezTo>
                      <a:pt x="510254" y="341948"/>
                      <a:pt x="506921" y="343567"/>
                      <a:pt x="506254" y="344995"/>
                    </a:cubicBezTo>
                    <a:cubicBezTo>
                      <a:pt x="505873" y="345948"/>
                      <a:pt x="505683" y="348329"/>
                      <a:pt x="506159" y="349282"/>
                    </a:cubicBezTo>
                    <a:cubicBezTo>
                      <a:pt x="506730" y="350329"/>
                      <a:pt x="509492" y="350996"/>
                      <a:pt x="510159" y="351949"/>
                    </a:cubicBezTo>
                    <a:cubicBezTo>
                      <a:pt x="511016" y="353092"/>
                      <a:pt x="512064" y="356140"/>
                      <a:pt x="511683" y="357473"/>
                    </a:cubicBezTo>
                    <a:cubicBezTo>
                      <a:pt x="511302" y="358521"/>
                      <a:pt x="508540" y="359093"/>
                      <a:pt x="508159" y="360140"/>
                    </a:cubicBezTo>
                    <a:cubicBezTo>
                      <a:pt x="507682" y="361474"/>
                      <a:pt x="509683" y="364236"/>
                      <a:pt x="509588" y="365665"/>
                    </a:cubicBezTo>
                    <a:cubicBezTo>
                      <a:pt x="509588" y="366712"/>
                      <a:pt x="508921" y="368808"/>
                      <a:pt x="508159" y="369570"/>
                    </a:cubicBezTo>
                    <a:cubicBezTo>
                      <a:pt x="507302" y="370427"/>
                      <a:pt x="504444" y="370427"/>
                      <a:pt x="503397" y="371094"/>
                    </a:cubicBezTo>
                    <a:cubicBezTo>
                      <a:pt x="501968" y="372142"/>
                      <a:pt x="499967" y="375285"/>
                      <a:pt x="498920" y="376809"/>
                    </a:cubicBezTo>
                    <a:cubicBezTo>
                      <a:pt x="497396" y="378809"/>
                      <a:pt x="494348" y="383000"/>
                      <a:pt x="492919" y="385096"/>
                    </a:cubicBezTo>
                    <a:cubicBezTo>
                      <a:pt x="491966" y="386429"/>
                      <a:pt x="490061" y="389191"/>
                      <a:pt x="489395" y="390715"/>
                    </a:cubicBezTo>
                    <a:cubicBezTo>
                      <a:pt x="488632" y="392430"/>
                      <a:pt x="487966" y="396335"/>
                      <a:pt x="487109" y="398050"/>
                    </a:cubicBezTo>
                    <a:cubicBezTo>
                      <a:pt x="486442" y="399288"/>
                      <a:pt x="484823" y="401669"/>
                      <a:pt x="483584" y="402527"/>
                    </a:cubicBezTo>
                    <a:cubicBezTo>
                      <a:pt x="482822" y="403098"/>
                      <a:pt x="480632" y="403098"/>
                      <a:pt x="479870" y="403765"/>
                    </a:cubicBezTo>
                    <a:cubicBezTo>
                      <a:pt x="478917" y="404717"/>
                      <a:pt x="478441" y="407575"/>
                      <a:pt x="477964" y="408813"/>
                    </a:cubicBezTo>
                    <a:cubicBezTo>
                      <a:pt x="477584" y="409765"/>
                      <a:pt x="477203" y="411956"/>
                      <a:pt x="476345" y="412528"/>
                    </a:cubicBezTo>
                    <a:cubicBezTo>
                      <a:pt x="475298" y="413290"/>
                      <a:pt x="472345" y="412337"/>
                      <a:pt x="471107" y="412814"/>
                    </a:cubicBezTo>
                    <a:cubicBezTo>
                      <a:pt x="469773" y="413385"/>
                      <a:pt x="467487" y="415576"/>
                      <a:pt x="466535" y="416719"/>
                    </a:cubicBezTo>
                    <a:cubicBezTo>
                      <a:pt x="465677" y="417862"/>
                      <a:pt x="464820" y="420815"/>
                      <a:pt x="463868" y="421862"/>
                    </a:cubicBezTo>
                    <a:cubicBezTo>
                      <a:pt x="463010" y="422719"/>
                      <a:pt x="460915" y="424148"/>
                      <a:pt x="459772" y="424053"/>
                    </a:cubicBezTo>
                    <a:cubicBezTo>
                      <a:pt x="458534" y="423958"/>
                      <a:pt x="456438" y="422339"/>
                      <a:pt x="455772" y="421386"/>
                    </a:cubicBezTo>
                    <a:cubicBezTo>
                      <a:pt x="455009" y="420243"/>
                      <a:pt x="455486" y="417195"/>
                      <a:pt x="454723" y="416052"/>
                    </a:cubicBezTo>
                    <a:cubicBezTo>
                      <a:pt x="454247" y="415385"/>
                      <a:pt x="452533" y="414528"/>
                      <a:pt x="451675" y="414337"/>
                    </a:cubicBezTo>
                    <a:cubicBezTo>
                      <a:pt x="450723" y="414052"/>
                      <a:pt x="448533" y="413766"/>
                      <a:pt x="447770" y="414433"/>
                    </a:cubicBezTo>
                    <a:cubicBezTo>
                      <a:pt x="446913" y="415099"/>
                      <a:pt x="447199" y="417576"/>
                      <a:pt x="446723" y="418433"/>
                    </a:cubicBezTo>
                    <a:cubicBezTo>
                      <a:pt x="446056" y="419671"/>
                      <a:pt x="443960" y="421672"/>
                      <a:pt x="443008" y="422719"/>
                    </a:cubicBezTo>
                    <a:cubicBezTo>
                      <a:pt x="442436" y="423291"/>
                      <a:pt x="441198" y="424434"/>
                      <a:pt x="440722" y="425101"/>
                    </a:cubicBezTo>
                    <a:cubicBezTo>
                      <a:pt x="439960" y="426244"/>
                      <a:pt x="438626" y="428720"/>
                      <a:pt x="438436" y="430054"/>
                    </a:cubicBezTo>
                    <a:cubicBezTo>
                      <a:pt x="438150" y="431578"/>
                      <a:pt x="439388" y="434816"/>
                      <a:pt x="439008" y="436340"/>
                    </a:cubicBezTo>
                    <a:cubicBezTo>
                      <a:pt x="438817" y="437198"/>
                      <a:pt x="437769" y="438817"/>
                      <a:pt x="437007" y="439388"/>
                    </a:cubicBezTo>
                    <a:cubicBezTo>
                      <a:pt x="436150" y="440055"/>
                      <a:pt x="433959" y="440627"/>
                      <a:pt x="432816" y="440817"/>
                    </a:cubicBezTo>
                    <a:cubicBezTo>
                      <a:pt x="431578" y="441007"/>
                      <a:pt x="428720" y="439960"/>
                      <a:pt x="427577" y="440531"/>
                    </a:cubicBezTo>
                    <a:cubicBezTo>
                      <a:pt x="426625" y="441007"/>
                      <a:pt x="425482" y="442912"/>
                      <a:pt x="425291" y="443960"/>
                    </a:cubicBezTo>
                    <a:cubicBezTo>
                      <a:pt x="425005" y="445103"/>
                      <a:pt x="426054" y="447389"/>
                      <a:pt x="426148" y="448532"/>
                    </a:cubicBezTo>
                    <a:cubicBezTo>
                      <a:pt x="426148" y="449199"/>
                      <a:pt x="426244" y="450723"/>
                      <a:pt x="425863" y="451294"/>
                    </a:cubicBezTo>
                    <a:cubicBezTo>
                      <a:pt x="425291" y="452342"/>
                      <a:pt x="422529" y="453104"/>
                      <a:pt x="421863" y="454152"/>
                    </a:cubicBezTo>
                    <a:cubicBezTo>
                      <a:pt x="421196" y="455390"/>
                      <a:pt x="420910" y="458438"/>
                      <a:pt x="421481" y="459772"/>
                    </a:cubicBezTo>
                    <a:cubicBezTo>
                      <a:pt x="421863" y="460915"/>
                      <a:pt x="424434" y="462153"/>
                      <a:pt x="424910" y="463201"/>
                    </a:cubicBezTo>
                    <a:cubicBezTo>
                      <a:pt x="425387" y="464629"/>
                      <a:pt x="424815" y="467582"/>
                      <a:pt x="424339" y="469011"/>
                    </a:cubicBezTo>
                    <a:cubicBezTo>
                      <a:pt x="424053" y="469868"/>
                      <a:pt x="423291" y="471678"/>
                      <a:pt x="422624" y="472154"/>
                    </a:cubicBezTo>
                    <a:cubicBezTo>
                      <a:pt x="421863" y="472631"/>
                      <a:pt x="419958" y="472059"/>
                      <a:pt x="419195" y="472440"/>
                    </a:cubicBezTo>
                    <a:cubicBezTo>
                      <a:pt x="418433" y="472821"/>
                      <a:pt x="416909" y="473964"/>
                      <a:pt x="416623" y="474821"/>
                    </a:cubicBezTo>
                    <a:cubicBezTo>
                      <a:pt x="416338" y="475678"/>
                      <a:pt x="417100" y="477679"/>
                      <a:pt x="417672" y="478345"/>
                    </a:cubicBezTo>
                    <a:cubicBezTo>
                      <a:pt x="418243" y="479107"/>
                      <a:pt x="420434" y="479584"/>
                      <a:pt x="421100" y="480155"/>
                    </a:cubicBezTo>
                    <a:cubicBezTo>
                      <a:pt x="421767" y="480727"/>
                      <a:pt x="422815" y="482346"/>
                      <a:pt x="423196" y="483203"/>
                    </a:cubicBezTo>
                    <a:cubicBezTo>
                      <a:pt x="423672" y="484632"/>
                      <a:pt x="423196" y="487870"/>
                      <a:pt x="423958" y="489204"/>
                    </a:cubicBezTo>
                    <a:cubicBezTo>
                      <a:pt x="424529" y="490252"/>
                      <a:pt x="427291" y="491014"/>
                      <a:pt x="427768" y="492061"/>
                    </a:cubicBezTo>
                    <a:cubicBezTo>
                      <a:pt x="428149" y="492919"/>
                      <a:pt x="428054" y="495205"/>
                      <a:pt x="427387" y="495871"/>
                    </a:cubicBezTo>
                    <a:cubicBezTo>
                      <a:pt x="426720" y="496538"/>
                      <a:pt x="424434" y="496443"/>
                      <a:pt x="423482" y="496253"/>
                    </a:cubicBezTo>
                    <a:cubicBezTo>
                      <a:pt x="422434" y="496062"/>
                      <a:pt x="420719" y="493871"/>
                      <a:pt x="419576" y="494062"/>
                    </a:cubicBezTo>
                    <a:cubicBezTo>
                      <a:pt x="418624" y="494252"/>
                      <a:pt x="417576" y="496348"/>
                      <a:pt x="417195" y="497300"/>
                    </a:cubicBezTo>
                    <a:cubicBezTo>
                      <a:pt x="416719" y="498634"/>
                      <a:pt x="417100" y="501682"/>
                      <a:pt x="416529" y="502920"/>
                    </a:cubicBezTo>
                    <a:cubicBezTo>
                      <a:pt x="416052" y="504063"/>
                      <a:pt x="414338" y="506158"/>
                      <a:pt x="413195" y="506635"/>
                    </a:cubicBezTo>
                    <a:cubicBezTo>
                      <a:pt x="412432" y="507016"/>
                      <a:pt x="410528" y="507302"/>
                      <a:pt x="409956" y="506825"/>
                    </a:cubicBezTo>
                    <a:cubicBezTo>
                      <a:pt x="408908" y="505968"/>
                      <a:pt x="409290" y="502729"/>
                      <a:pt x="409290" y="501301"/>
                    </a:cubicBezTo>
                    <a:cubicBezTo>
                      <a:pt x="409290" y="500444"/>
                      <a:pt x="410051" y="498824"/>
                      <a:pt x="409861" y="498062"/>
                    </a:cubicBezTo>
                    <a:cubicBezTo>
                      <a:pt x="409670" y="497395"/>
                      <a:pt x="408432" y="496538"/>
                      <a:pt x="408147" y="495871"/>
                    </a:cubicBezTo>
                    <a:cubicBezTo>
                      <a:pt x="407861" y="495110"/>
                      <a:pt x="408051" y="493395"/>
                      <a:pt x="407575" y="492633"/>
                    </a:cubicBezTo>
                    <a:cubicBezTo>
                      <a:pt x="406908" y="491490"/>
                      <a:pt x="404717" y="489490"/>
                      <a:pt x="403289" y="489204"/>
                    </a:cubicBezTo>
                    <a:cubicBezTo>
                      <a:pt x="402431" y="489109"/>
                      <a:pt x="401003" y="490442"/>
                      <a:pt x="400145" y="490442"/>
                    </a:cubicBezTo>
                    <a:cubicBezTo>
                      <a:pt x="399383" y="490442"/>
                      <a:pt x="397764" y="490061"/>
                      <a:pt x="397288" y="489490"/>
                    </a:cubicBezTo>
                    <a:cubicBezTo>
                      <a:pt x="396812" y="488918"/>
                      <a:pt x="397573" y="487013"/>
                      <a:pt x="397002" y="486537"/>
                    </a:cubicBezTo>
                    <a:cubicBezTo>
                      <a:pt x="396335" y="485870"/>
                      <a:pt x="394049" y="485965"/>
                      <a:pt x="393192" y="486251"/>
                    </a:cubicBezTo>
                    <a:cubicBezTo>
                      <a:pt x="392430" y="486537"/>
                      <a:pt x="391096" y="487585"/>
                      <a:pt x="390620" y="488252"/>
                    </a:cubicBezTo>
                    <a:cubicBezTo>
                      <a:pt x="389954" y="489204"/>
                      <a:pt x="390144" y="491585"/>
                      <a:pt x="389477" y="492538"/>
                    </a:cubicBezTo>
                    <a:cubicBezTo>
                      <a:pt x="388906" y="493300"/>
                      <a:pt x="386810" y="493871"/>
                      <a:pt x="386334" y="494633"/>
                    </a:cubicBezTo>
                    <a:cubicBezTo>
                      <a:pt x="385858" y="495490"/>
                      <a:pt x="386334" y="497491"/>
                      <a:pt x="386144" y="498443"/>
                    </a:cubicBezTo>
                    <a:cubicBezTo>
                      <a:pt x="385858" y="499967"/>
                      <a:pt x="385000" y="502920"/>
                      <a:pt x="384429" y="504349"/>
                    </a:cubicBezTo>
                    <a:cubicBezTo>
                      <a:pt x="384143" y="505206"/>
                      <a:pt x="383096" y="506825"/>
                      <a:pt x="382905" y="507778"/>
                    </a:cubicBezTo>
                    <a:cubicBezTo>
                      <a:pt x="382619" y="508825"/>
                      <a:pt x="382429" y="511016"/>
                      <a:pt x="382619" y="511969"/>
                    </a:cubicBezTo>
                    <a:cubicBezTo>
                      <a:pt x="382810" y="513207"/>
                      <a:pt x="384524" y="515493"/>
                      <a:pt x="384334" y="516827"/>
                    </a:cubicBezTo>
                    <a:cubicBezTo>
                      <a:pt x="384143" y="518065"/>
                      <a:pt x="382429" y="519874"/>
                      <a:pt x="381667" y="520827"/>
                    </a:cubicBezTo>
                    <a:cubicBezTo>
                      <a:pt x="380619" y="522065"/>
                      <a:pt x="377666" y="523780"/>
                      <a:pt x="377000" y="525208"/>
                    </a:cubicBezTo>
                    <a:cubicBezTo>
                      <a:pt x="376619" y="525970"/>
                      <a:pt x="376524" y="527875"/>
                      <a:pt x="376904" y="528637"/>
                    </a:cubicBezTo>
                    <a:cubicBezTo>
                      <a:pt x="377380" y="529495"/>
                      <a:pt x="379476" y="530257"/>
                      <a:pt x="380143" y="530924"/>
                    </a:cubicBezTo>
                    <a:cubicBezTo>
                      <a:pt x="380905" y="531686"/>
                      <a:pt x="382143" y="533400"/>
                      <a:pt x="382524" y="534353"/>
                    </a:cubicBezTo>
                    <a:cubicBezTo>
                      <a:pt x="383191" y="535686"/>
                      <a:pt x="383953" y="538639"/>
                      <a:pt x="384239" y="540163"/>
                    </a:cubicBezTo>
                    <a:cubicBezTo>
                      <a:pt x="384429" y="541496"/>
                      <a:pt x="383857" y="544163"/>
                      <a:pt x="384429" y="545402"/>
                    </a:cubicBezTo>
                    <a:cubicBezTo>
                      <a:pt x="384810" y="546449"/>
                      <a:pt x="386905" y="547592"/>
                      <a:pt x="387287" y="548640"/>
                    </a:cubicBezTo>
                    <a:cubicBezTo>
                      <a:pt x="387763" y="550164"/>
                      <a:pt x="387382" y="553688"/>
                      <a:pt x="386620" y="555022"/>
                    </a:cubicBezTo>
                    <a:cubicBezTo>
                      <a:pt x="386239" y="555689"/>
                      <a:pt x="384810" y="556546"/>
                      <a:pt x="384048" y="556736"/>
                    </a:cubicBezTo>
                    <a:cubicBezTo>
                      <a:pt x="382714" y="557117"/>
                      <a:pt x="379762" y="555879"/>
                      <a:pt x="378429" y="556165"/>
                    </a:cubicBezTo>
                    <a:cubicBezTo>
                      <a:pt x="377476" y="556355"/>
                      <a:pt x="375475" y="557212"/>
                      <a:pt x="374904" y="557974"/>
                    </a:cubicBezTo>
                    <a:cubicBezTo>
                      <a:pt x="374047" y="559022"/>
                      <a:pt x="373475" y="561880"/>
                      <a:pt x="373475" y="563213"/>
                    </a:cubicBezTo>
                    <a:cubicBezTo>
                      <a:pt x="373475" y="564928"/>
                      <a:pt x="375475" y="568166"/>
                      <a:pt x="375761" y="569881"/>
                    </a:cubicBezTo>
                    <a:cubicBezTo>
                      <a:pt x="375952" y="571119"/>
                      <a:pt x="375857" y="573786"/>
                      <a:pt x="375761" y="575120"/>
                    </a:cubicBezTo>
                    <a:cubicBezTo>
                      <a:pt x="375571" y="576548"/>
                      <a:pt x="375285" y="579501"/>
                      <a:pt x="374618" y="580739"/>
                    </a:cubicBezTo>
                    <a:cubicBezTo>
                      <a:pt x="374047" y="581882"/>
                      <a:pt x="372142" y="583787"/>
                      <a:pt x="370999" y="584264"/>
                    </a:cubicBezTo>
                    <a:cubicBezTo>
                      <a:pt x="369665" y="584930"/>
                      <a:pt x="366427" y="584168"/>
                      <a:pt x="364998" y="584835"/>
                    </a:cubicBezTo>
                    <a:cubicBezTo>
                      <a:pt x="364141" y="585216"/>
                      <a:pt x="363284" y="586931"/>
                      <a:pt x="362426" y="587407"/>
                    </a:cubicBezTo>
                    <a:cubicBezTo>
                      <a:pt x="361283" y="587978"/>
                      <a:pt x="358521" y="587788"/>
                      <a:pt x="357283" y="588264"/>
                    </a:cubicBezTo>
                    <a:cubicBezTo>
                      <a:pt x="355854" y="588836"/>
                      <a:pt x="353663" y="590931"/>
                      <a:pt x="352330" y="591693"/>
                    </a:cubicBezTo>
                    <a:cubicBezTo>
                      <a:pt x="351282" y="592265"/>
                      <a:pt x="349282" y="593503"/>
                      <a:pt x="348044" y="593693"/>
                    </a:cubicBezTo>
                    <a:cubicBezTo>
                      <a:pt x="347377" y="593407"/>
                      <a:pt x="345377" y="593122"/>
                      <a:pt x="344329" y="592550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grpSp>
          <p:nvGrpSpPr>
            <p:cNvPr id="104" name="Graphic 4">
              <a:extLst>
                <a:ext uri="{FF2B5EF4-FFF2-40B4-BE49-F238E27FC236}">
                  <a16:creationId xmlns:a16="http://schemas.microsoft.com/office/drawing/2014/main" id="{3550376A-AF1A-F65C-4687-0AB7EEA36210}"/>
                </a:ext>
              </a:extLst>
            </p:cNvPr>
            <p:cNvGrpSpPr/>
            <p:nvPr/>
          </p:nvGrpSpPr>
          <p:grpSpPr>
            <a:xfrm>
              <a:off x="6500991" y="2046700"/>
              <a:ext cx="657225" cy="704850"/>
              <a:chOff x="6500991" y="2046700"/>
              <a:chExt cx="657225" cy="704850"/>
            </a:xfrm>
            <a:grpFill/>
          </p:grpSpPr>
          <p:sp>
            <p:nvSpPr>
              <p:cNvPr id="216" name="Freeform: Shape 55">
                <a:extLst>
                  <a:ext uri="{FF2B5EF4-FFF2-40B4-BE49-F238E27FC236}">
                    <a16:creationId xmlns:a16="http://schemas.microsoft.com/office/drawing/2014/main" id="{68D0598C-2BEC-2AD0-3456-FC16EA00C206}"/>
                  </a:ext>
                </a:extLst>
              </p:cNvPr>
              <p:cNvSpPr/>
              <p:nvPr/>
            </p:nvSpPr>
            <p:spPr>
              <a:xfrm>
                <a:off x="7146656" y="2253231"/>
                <a:ext cx="9525" cy="19050"/>
              </a:xfrm>
              <a:custGeom>
                <a:avLst/>
                <a:gdLst>
                  <a:gd name="connsiteX0" fmla="*/ 7953 w 9525"/>
                  <a:gd name="connsiteY0" fmla="*/ 22387 h 19050"/>
                  <a:gd name="connsiteX1" fmla="*/ 6048 w 9525"/>
                  <a:gd name="connsiteY1" fmla="*/ 19243 h 19050"/>
                  <a:gd name="connsiteX2" fmla="*/ 2143 w 9525"/>
                  <a:gd name="connsiteY2" fmla="*/ 17243 h 19050"/>
                  <a:gd name="connsiteX3" fmla="*/ 2143 w 9525"/>
                  <a:gd name="connsiteY3" fmla="*/ 13338 h 19050"/>
                  <a:gd name="connsiteX4" fmla="*/ 47 w 9525"/>
                  <a:gd name="connsiteY4" fmla="*/ 9909 h 19050"/>
                  <a:gd name="connsiteX5" fmla="*/ 1285 w 9525"/>
                  <a:gd name="connsiteY5" fmla="*/ 4765 h 19050"/>
                  <a:gd name="connsiteX6" fmla="*/ 4238 w 9525"/>
                  <a:gd name="connsiteY6" fmla="*/ 4956 h 19050"/>
                  <a:gd name="connsiteX7" fmla="*/ 9096 w 9525"/>
                  <a:gd name="connsiteY7" fmla="*/ 2956 h 19050"/>
                  <a:gd name="connsiteX8" fmla="*/ 13573 w 9525"/>
                  <a:gd name="connsiteY8" fmla="*/ 3 h 19050"/>
                  <a:gd name="connsiteX9" fmla="*/ 15954 w 9525"/>
                  <a:gd name="connsiteY9" fmla="*/ 2289 h 19050"/>
                  <a:gd name="connsiteX10" fmla="*/ 15097 w 9525"/>
                  <a:gd name="connsiteY10" fmla="*/ 6670 h 19050"/>
                  <a:gd name="connsiteX11" fmla="*/ 12334 w 9525"/>
                  <a:gd name="connsiteY11" fmla="*/ 9814 h 19050"/>
                  <a:gd name="connsiteX12" fmla="*/ 13001 w 9525"/>
                  <a:gd name="connsiteY12" fmla="*/ 14100 h 19050"/>
                  <a:gd name="connsiteX13" fmla="*/ 10715 w 9525"/>
                  <a:gd name="connsiteY13" fmla="*/ 17529 h 19050"/>
                  <a:gd name="connsiteX14" fmla="*/ 9858 w 9525"/>
                  <a:gd name="connsiteY14" fmla="*/ 21625 h 19050"/>
                  <a:gd name="connsiteX15" fmla="*/ 7953 w 9525"/>
                  <a:gd name="connsiteY15" fmla="*/ 22387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525" h="19050">
                    <a:moveTo>
                      <a:pt x="7953" y="22387"/>
                    </a:moveTo>
                    <a:cubicBezTo>
                      <a:pt x="7096" y="22101"/>
                      <a:pt x="6715" y="19815"/>
                      <a:pt x="6048" y="19243"/>
                    </a:cubicBezTo>
                    <a:cubicBezTo>
                      <a:pt x="5191" y="18481"/>
                      <a:pt x="2714" y="18196"/>
                      <a:pt x="2143" y="17243"/>
                    </a:cubicBezTo>
                    <a:cubicBezTo>
                      <a:pt x="1667" y="16386"/>
                      <a:pt x="2428" y="14290"/>
                      <a:pt x="2143" y="13338"/>
                    </a:cubicBezTo>
                    <a:cubicBezTo>
                      <a:pt x="1857" y="12385"/>
                      <a:pt x="143" y="10957"/>
                      <a:pt x="47" y="9909"/>
                    </a:cubicBezTo>
                    <a:cubicBezTo>
                      <a:pt x="-143" y="8575"/>
                      <a:pt x="238" y="5623"/>
                      <a:pt x="1285" y="4765"/>
                    </a:cubicBezTo>
                    <a:cubicBezTo>
                      <a:pt x="1857" y="4384"/>
                      <a:pt x="3571" y="5146"/>
                      <a:pt x="4238" y="4956"/>
                    </a:cubicBezTo>
                    <a:cubicBezTo>
                      <a:pt x="5572" y="4765"/>
                      <a:pt x="7953" y="3527"/>
                      <a:pt x="9096" y="2956"/>
                    </a:cubicBezTo>
                    <a:cubicBezTo>
                      <a:pt x="10334" y="2289"/>
                      <a:pt x="12239" y="-92"/>
                      <a:pt x="13573" y="3"/>
                    </a:cubicBezTo>
                    <a:cubicBezTo>
                      <a:pt x="14335" y="98"/>
                      <a:pt x="15668" y="1432"/>
                      <a:pt x="15954" y="2289"/>
                    </a:cubicBezTo>
                    <a:cubicBezTo>
                      <a:pt x="16240" y="3337"/>
                      <a:pt x="15573" y="5623"/>
                      <a:pt x="15097" y="6670"/>
                    </a:cubicBezTo>
                    <a:cubicBezTo>
                      <a:pt x="14620" y="7623"/>
                      <a:pt x="12620" y="8861"/>
                      <a:pt x="12334" y="9814"/>
                    </a:cubicBezTo>
                    <a:cubicBezTo>
                      <a:pt x="12049" y="10861"/>
                      <a:pt x="13192" y="13052"/>
                      <a:pt x="13001" y="14100"/>
                    </a:cubicBezTo>
                    <a:cubicBezTo>
                      <a:pt x="12716" y="15148"/>
                      <a:pt x="11096" y="16576"/>
                      <a:pt x="10715" y="17529"/>
                    </a:cubicBezTo>
                    <a:cubicBezTo>
                      <a:pt x="10334" y="18481"/>
                      <a:pt x="10525" y="20863"/>
                      <a:pt x="9858" y="21625"/>
                    </a:cubicBezTo>
                    <a:cubicBezTo>
                      <a:pt x="9477" y="21910"/>
                      <a:pt x="8429" y="22482"/>
                      <a:pt x="7953" y="22387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17" name="Freeform: Shape 56">
                <a:extLst>
                  <a:ext uri="{FF2B5EF4-FFF2-40B4-BE49-F238E27FC236}">
                    <a16:creationId xmlns:a16="http://schemas.microsoft.com/office/drawing/2014/main" id="{4C582184-1F35-B103-8A02-7A5FE5873E6A}"/>
                  </a:ext>
                </a:extLst>
              </p:cNvPr>
              <p:cNvSpPr/>
              <p:nvPr/>
            </p:nvSpPr>
            <p:spPr>
              <a:xfrm>
                <a:off x="6710262" y="2080432"/>
                <a:ext cx="19050" cy="19050"/>
              </a:xfrm>
              <a:custGeom>
                <a:avLst/>
                <a:gdLst>
                  <a:gd name="connsiteX0" fmla="*/ 8006 w 19050"/>
                  <a:gd name="connsiteY0" fmla="*/ 17449 h 19050"/>
                  <a:gd name="connsiteX1" fmla="*/ 4387 w 19050"/>
                  <a:gd name="connsiteY1" fmla="*/ 19925 h 19050"/>
                  <a:gd name="connsiteX2" fmla="*/ 2862 w 19050"/>
                  <a:gd name="connsiteY2" fmla="*/ 22593 h 19050"/>
                  <a:gd name="connsiteX3" fmla="*/ 5 w 19050"/>
                  <a:gd name="connsiteY3" fmla="*/ 18211 h 19050"/>
                  <a:gd name="connsiteX4" fmla="*/ 2005 w 19050"/>
                  <a:gd name="connsiteY4" fmla="*/ 13544 h 19050"/>
                  <a:gd name="connsiteX5" fmla="*/ 5815 w 19050"/>
                  <a:gd name="connsiteY5" fmla="*/ 10877 h 19050"/>
                  <a:gd name="connsiteX6" fmla="*/ 9721 w 19050"/>
                  <a:gd name="connsiteY6" fmla="*/ 7734 h 19050"/>
                  <a:gd name="connsiteX7" fmla="*/ 13245 w 19050"/>
                  <a:gd name="connsiteY7" fmla="*/ 4305 h 19050"/>
                  <a:gd name="connsiteX8" fmla="*/ 15340 w 19050"/>
                  <a:gd name="connsiteY8" fmla="*/ 685 h 19050"/>
                  <a:gd name="connsiteX9" fmla="*/ 18198 w 19050"/>
                  <a:gd name="connsiteY9" fmla="*/ 18 h 19050"/>
                  <a:gd name="connsiteX10" fmla="*/ 20865 w 19050"/>
                  <a:gd name="connsiteY10" fmla="*/ 1257 h 19050"/>
                  <a:gd name="connsiteX11" fmla="*/ 23055 w 19050"/>
                  <a:gd name="connsiteY11" fmla="*/ 2209 h 19050"/>
                  <a:gd name="connsiteX12" fmla="*/ 23913 w 19050"/>
                  <a:gd name="connsiteY12" fmla="*/ 4686 h 19050"/>
                  <a:gd name="connsiteX13" fmla="*/ 22770 w 19050"/>
                  <a:gd name="connsiteY13" fmla="*/ 6400 h 19050"/>
                  <a:gd name="connsiteX14" fmla="*/ 19626 w 19050"/>
                  <a:gd name="connsiteY14" fmla="*/ 6495 h 19050"/>
                  <a:gd name="connsiteX15" fmla="*/ 16959 w 19050"/>
                  <a:gd name="connsiteY15" fmla="*/ 7829 h 19050"/>
                  <a:gd name="connsiteX16" fmla="*/ 14007 w 19050"/>
                  <a:gd name="connsiteY16" fmla="*/ 8876 h 19050"/>
                  <a:gd name="connsiteX17" fmla="*/ 12006 w 19050"/>
                  <a:gd name="connsiteY17" fmla="*/ 10972 h 19050"/>
                  <a:gd name="connsiteX18" fmla="*/ 15054 w 19050"/>
                  <a:gd name="connsiteY18" fmla="*/ 11829 h 19050"/>
                  <a:gd name="connsiteX19" fmla="*/ 14673 w 19050"/>
                  <a:gd name="connsiteY19" fmla="*/ 13925 h 19050"/>
                  <a:gd name="connsiteX20" fmla="*/ 13245 w 19050"/>
                  <a:gd name="connsiteY20" fmla="*/ 15735 h 19050"/>
                  <a:gd name="connsiteX21" fmla="*/ 10578 w 19050"/>
                  <a:gd name="connsiteY21" fmla="*/ 15639 h 19050"/>
                  <a:gd name="connsiteX22" fmla="*/ 8006 w 19050"/>
                  <a:gd name="connsiteY22" fmla="*/ 17449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9050" h="19050">
                    <a:moveTo>
                      <a:pt x="8006" y="17449"/>
                    </a:moveTo>
                    <a:cubicBezTo>
                      <a:pt x="7054" y="18021"/>
                      <a:pt x="5053" y="19068"/>
                      <a:pt x="4387" y="19925"/>
                    </a:cubicBezTo>
                    <a:cubicBezTo>
                      <a:pt x="3910" y="20497"/>
                      <a:pt x="3624" y="22497"/>
                      <a:pt x="2862" y="22593"/>
                    </a:cubicBezTo>
                    <a:cubicBezTo>
                      <a:pt x="1529" y="22593"/>
                      <a:pt x="100" y="19545"/>
                      <a:pt x="5" y="18211"/>
                    </a:cubicBezTo>
                    <a:cubicBezTo>
                      <a:pt x="-90" y="16973"/>
                      <a:pt x="1243" y="14496"/>
                      <a:pt x="2005" y="13544"/>
                    </a:cubicBezTo>
                    <a:cubicBezTo>
                      <a:pt x="2767" y="12591"/>
                      <a:pt x="4863" y="11544"/>
                      <a:pt x="5815" y="10877"/>
                    </a:cubicBezTo>
                    <a:cubicBezTo>
                      <a:pt x="6863" y="10115"/>
                      <a:pt x="8863" y="8591"/>
                      <a:pt x="9721" y="7734"/>
                    </a:cubicBezTo>
                    <a:cubicBezTo>
                      <a:pt x="10673" y="6972"/>
                      <a:pt x="12483" y="5352"/>
                      <a:pt x="13245" y="4305"/>
                    </a:cubicBezTo>
                    <a:cubicBezTo>
                      <a:pt x="13912" y="3447"/>
                      <a:pt x="14483" y="1257"/>
                      <a:pt x="15340" y="685"/>
                    </a:cubicBezTo>
                    <a:cubicBezTo>
                      <a:pt x="15912" y="209"/>
                      <a:pt x="17531" y="-77"/>
                      <a:pt x="18198" y="18"/>
                    </a:cubicBezTo>
                    <a:cubicBezTo>
                      <a:pt x="18960" y="114"/>
                      <a:pt x="20198" y="971"/>
                      <a:pt x="20865" y="1257"/>
                    </a:cubicBezTo>
                    <a:cubicBezTo>
                      <a:pt x="21436" y="1542"/>
                      <a:pt x="22674" y="1828"/>
                      <a:pt x="23055" y="2209"/>
                    </a:cubicBezTo>
                    <a:cubicBezTo>
                      <a:pt x="23532" y="2685"/>
                      <a:pt x="24008" y="4019"/>
                      <a:pt x="23913" y="4686"/>
                    </a:cubicBezTo>
                    <a:cubicBezTo>
                      <a:pt x="23913" y="5162"/>
                      <a:pt x="23246" y="6114"/>
                      <a:pt x="22770" y="6400"/>
                    </a:cubicBezTo>
                    <a:cubicBezTo>
                      <a:pt x="22103" y="6781"/>
                      <a:pt x="20388" y="6305"/>
                      <a:pt x="19626" y="6495"/>
                    </a:cubicBezTo>
                    <a:cubicBezTo>
                      <a:pt x="18864" y="6686"/>
                      <a:pt x="17626" y="7543"/>
                      <a:pt x="16959" y="7829"/>
                    </a:cubicBezTo>
                    <a:cubicBezTo>
                      <a:pt x="16197" y="8115"/>
                      <a:pt x="14673" y="8496"/>
                      <a:pt x="14007" y="8876"/>
                    </a:cubicBezTo>
                    <a:cubicBezTo>
                      <a:pt x="13435" y="9258"/>
                      <a:pt x="11721" y="10305"/>
                      <a:pt x="12006" y="10972"/>
                    </a:cubicBezTo>
                    <a:cubicBezTo>
                      <a:pt x="12197" y="11734"/>
                      <a:pt x="14673" y="11163"/>
                      <a:pt x="15054" y="11829"/>
                    </a:cubicBezTo>
                    <a:cubicBezTo>
                      <a:pt x="15340" y="12306"/>
                      <a:pt x="14864" y="13449"/>
                      <a:pt x="14673" y="13925"/>
                    </a:cubicBezTo>
                    <a:cubicBezTo>
                      <a:pt x="14388" y="14496"/>
                      <a:pt x="13816" y="15544"/>
                      <a:pt x="13245" y="15735"/>
                    </a:cubicBezTo>
                    <a:cubicBezTo>
                      <a:pt x="12673" y="16020"/>
                      <a:pt x="11245" y="15449"/>
                      <a:pt x="10578" y="15639"/>
                    </a:cubicBezTo>
                    <a:cubicBezTo>
                      <a:pt x="9911" y="16020"/>
                      <a:pt x="8673" y="17068"/>
                      <a:pt x="8006" y="17449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18" name="Freeform: Shape 57">
                <a:extLst>
                  <a:ext uri="{FF2B5EF4-FFF2-40B4-BE49-F238E27FC236}">
                    <a16:creationId xmlns:a16="http://schemas.microsoft.com/office/drawing/2014/main" id="{F10DD3F3-5384-C8A4-1935-09F13A5F925F}"/>
                  </a:ext>
                </a:extLst>
              </p:cNvPr>
              <p:cNvSpPr/>
              <p:nvPr/>
            </p:nvSpPr>
            <p:spPr>
              <a:xfrm>
                <a:off x="6723495" y="2064491"/>
                <a:ext cx="9525" cy="9525"/>
              </a:xfrm>
              <a:custGeom>
                <a:avLst/>
                <a:gdLst>
                  <a:gd name="connsiteX0" fmla="*/ 7061 w 9525"/>
                  <a:gd name="connsiteY0" fmla="*/ 10245 h 9525"/>
                  <a:gd name="connsiteX1" fmla="*/ 11347 w 9525"/>
                  <a:gd name="connsiteY1" fmla="*/ 8149 h 9525"/>
                  <a:gd name="connsiteX2" fmla="*/ 15633 w 9525"/>
                  <a:gd name="connsiteY2" fmla="*/ 4434 h 9525"/>
                  <a:gd name="connsiteX3" fmla="*/ 14681 w 9525"/>
                  <a:gd name="connsiteY3" fmla="*/ 720 h 9525"/>
                  <a:gd name="connsiteX4" fmla="*/ 10299 w 9525"/>
                  <a:gd name="connsiteY4" fmla="*/ 148 h 9525"/>
                  <a:gd name="connsiteX5" fmla="*/ 7156 w 9525"/>
                  <a:gd name="connsiteY5" fmla="*/ 2625 h 9525"/>
                  <a:gd name="connsiteX6" fmla="*/ 3441 w 9525"/>
                  <a:gd name="connsiteY6" fmla="*/ 4149 h 9525"/>
                  <a:gd name="connsiteX7" fmla="*/ 203 w 9525"/>
                  <a:gd name="connsiteY7" fmla="*/ 6720 h 9525"/>
                  <a:gd name="connsiteX8" fmla="*/ 488 w 9525"/>
                  <a:gd name="connsiteY8" fmla="*/ 10721 h 9525"/>
                  <a:gd name="connsiteX9" fmla="*/ 3441 w 9525"/>
                  <a:gd name="connsiteY9" fmla="*/ 12626 h 9525"/>
                  <a:gd name="connsiteX10" fmla="*/ 7061 w 9525"/>
                  <a:gd name="connsiteY10" fmla="*/ 1024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525" h="9525">
                    <a:moveTo>
                      <a:pt x="7061" y="10245"/>
                    </a:moveTo>
                    <a:cubicBezTo>
                      <a:pt x="8109" y="9673"/>
                      <a:pt x="10299" y="8816"/>
                      <a:pt x="11347" y="8149"/>
                    </a:cubicBezTo>
                    <a:cubicBezTo>
                      <a:pt x="12490" y="7387"/>
                      <a:pt x="15157" y="5768"/>
                      <a:pt x="15633" y="4434"/>
                    </a:cubicBezTo>
                    <a:cubicBezTo>
                      <a:pt x="15919" y="3482"/>
                      <a:pt x="15347" y="1291"/>
                      <a:pt x="14681" y="720"/>
                    </a:cubicBezTo>
                    <a:cubicBezTo>
                      <a:pt x="13823" y="-42"/>
                      <a:pt x="11347" y="-138"/>
                      <a:pt x="10299" y="148"/>
                    </a:cubicBezTo>
                    <a:cubicBezTo>
                      <a:pt x="9347" y="434"/>
                      <a:pt x="8013" y="2148"/>
                      <a:pt x="7156" y="2625"/>
                    </a:cubicBezTo>
                    <a:cubicBezTo>
                      <a:pt x="6299" y="3101"/>
                      <a:pt x="4298" y="3577"/>
                      <a:pt x="3441" y="4149"/>
                    </a:cubicBezTo>
                    <a:cubicBezTo>
                      <a:pt x="2489" y="4625"/>
                      <a:pt x="584" y="5768"/>
                      <a:pt x="203" y="6720"/>
                    </a:cubicBezTo>
                    <a:cubicBezTo>
                      <a:pt x="-178" y="7673"/>
                      <a:pt x="12" y="9864"/>
                      <a:pt x="488" y="10721"/>
                    </a:cubicBezTo>
                    <a:cubicBezTo>
                      <a:pt x="965" y="11483"/>
                      <a:pt x="2584" y="12626"/>
                      <a:pt x="3441" y="12626"/>
                    </a:cubicBezTo>
                    <a:cubicBezTo>
                      <a:pt x="4394" y="12626"/>
                      <a:pt x="6013" y="10816"/>
                      <a:pt x="7061" y="10245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19" name="Freeform: Shape 58">
                <a:extLst>
                  <a:ext uri="{FF2B5EF4-FFF2-40B4-BE49-F238E27FC236}">
                    <a16:creationId xmlns:a16="http://schemas.microsoft.com/office/drawing/2014/main" id="{D513435A-4C93-AFB8-418F-15B4EF44D7B9}"/>
                  </a:ext>
                </a:extLst>
              </p:cNvPr>
              <p:cNvSpPr/>
              <p:nvPr/>
            </p:nvSpPr>
            <p:spPr>
              <a:xfrm>
                <a:off x="6741362" y="2046700"/>
                <a:ext cx="9525" cy="9525"/>
              </a:xfrm>
              <a:custGeom>
                <a:avLst/>
                <a:gdLst>
                  <a:gd name="connsiteX0" fmla="*/ 2148 w 0"/>
                  <a:gd name="connsiteY0" fmla="*/ 14510 h 9525"/>
                  <a:gd name="connsiteX1" fmla="*/ 6625 w 0"/>
                  <a:gd name="connsiteY1" fmla="*/ 10795 h 9525"/>
                  <a:gd name="connsiteX2" fmla="*/ 9006 w 0"/>
                  <a:gd name="connsiteY2" fmla="*/ 4413 h 9525"/>
                  <a:gd name="connsiteX3" fmla="*/ 7196 w 0"/>
                  <a:gd name="connsiteY3" fmla="*/ 222 h 9525"/>
                  <a:gd name="connsiteX4" fmla="*/ 3767 w 0"/>
                  <a:gd name="connsiteY4" fmla="*/ 508 h 9525"/>
                  <a:gd name="connsiteX5" fmla="*/ 433 w 0"/>
                  <a:gd name="connsiteY5" fmla="*/ 3937 h 9525"/>
                  <a:gd name="connsiteX6" fmla="*/ 147 w 0"/>
                  <a:gd name="connsiteY6" fmla="*/ 9557 h 9525"/>
                  <a:gd name="connsiteX7" fmla="*/ 2148 w 0"/>
                  <a:gd name="connsiteY7" fmla="*/ 1451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h="9525">
                    <a:moveTo>
                      <a:pt x="2148" y="14510"/>
                    </a:moveTo>
                    <a:cubicBezTo>
                      <a:pt x="3577" y="14891"/>
                      <a:pt x="5767" y="12033"/>
                      <a:pt x="6625" y="10795"/>
                    </a:cubicBezTo>
                    <a:cubicBezTo>
                      <a:pt x="7577" y="9461"/>
                      <a:pt x="9101" y="6128"/>
                      <a:pt x="9006" y="4413"/>
                    </a:cubicBezTo>
                    <a:cubicBezTo>
                      <a:pt x="9006" y="3270"/>
                      <a:pt x="8148" y="794"/>
                      <a:pt x="7196" y="222"/>
                    </a:cubicBezTo>
                    <a:cubicBezTo>
                      <a:pt x="6434" y="-254"/>
                      <a:pt x="4529" y="127"/>
                      <a:pt x="3767" y="508"/>
                    </a:cubicBezTo>
                    <a:cubicBezTo>
                      <a:pt x="2719" y="984"/>
                      <a:pt x="910" y="2794"/>
                      <a:pt x="433" y="3937"/>
                    </a:cubicBezTo>
                    <a:cubicBezTo>
                      <a:pt x="-138" y="5175"/>
                      <a:pt x="-43" y="8128"/>
                      <a:pt x="147" y="9557"/>
                    </a:cubicBezTo>
                    <a:cubicBezTo>
                      <a:pt x="433" y="10795"/>
                      <a:pt x="910" y="14224"/>
                      <a:pt x="2148" y="14510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20" name="Freeform: Shape 59">
                <a:extLst>
                  <a:ext uri="{FF2B5EF4-FFF2-40B4-BE49-F238E27FC236}">
                    <a16:creationId xmlns:a16="http://schemas.microsoft.com/office/drawing/2014/main" id="{06058638-9EE1-10C5-A8F4-AE57B1EFC777}"/>
                  </a:ext>
                </a:extLst>
              </p:cNvPr>
              <p:cNvSpPr/>
              <p:nvPr/>
            </p:nvSpPr>
            <p:spPr>
              <a:xfrm>
                <a:off x="6500991" y="2068231"/>
                <a:ext cx="647700" cy="676275"/>
              </a:xfrm>
              <a:custGeom>
                <a:avLst/>
                <a:gdLst>
                  <a:gd name="connsiteX0" fmla="*/ 211372 w 647700"/>
                  <a:gd name="connsiteY0" fmla="*/ 537904 h 676275"/>
                  <a:gd name="connsiteX1" fmla="*/ 210515 w 647700"/>
                  <a:gd name="connsiteY1" fmla="*/ 535808 h 676275"/>
                  <a:gd name="connsiteX2" fmla="*/ 207657 w 647700"/>
                  <a:gd name="connsiteY2" fmla="*/ 532570 h 676275"/>
                  <a:gd name="connsiteX3" fmla="*/ 207657 w 647700"/>
                  <a:gd name="connsiteY3" fmla="*/ 527426 h 676275"/>
                  <a:gd name="connsiteX4" fmla="*/ 205085 w 647700"/>
                  <a:gd name="connsiteY4" fmla="*/ 522759 h 676275"/>
                  <a:gd name="connsiteX5" fmla="*/ 204990 w 647700"/>
                  <a:gd name="connsiteY5" fmla="*/ 517330 h 676275"/>
                  <a:gd name="connsiteX6" fmla="*/ 202990 w 647700"/>
                  <a:gd name="connsiteY6" fmla="*/ 513806 h 676275"/>
                  <a:gd name="connsiteX7" fmla="*/ 202609 w 647700"/>
                  <a:gd name="connsiteY7" fmla="*/ 507424 h 676275"/>
                  <a:gd name="connsiteX8" fmla="*/ 204514 w 647700"/>
                  <a:gd name="connsiteY8" fmla="*/ 501899 h 676275"/>
                  <a:gd name="connsiteX9" fmla="*/ 205466 w 647700"/>
                  <a:gd name="connsiteY9" fmla="*/ 495708 h 676275"/>
                  <a:gd name="connsiteX10" fmla="*/ 202514 w 647700"/>
                  <a:gd name="connsiteY10" fmla="*/ 490946 h 676275"/>
                  <a:gd name="connsiteX11" fmla="*/ 200132 w 647700"/>
                  <a:gd name="connsiteY11" fmla="*/ 485897 h 676275"/>
                  <a:gd name="connsiteX12" fmla="*/ 193941 w 647700"/>
                  <a:gd name="connsiteY12" fmla="*/ 478849 h 676275"/>
                  <a:gd name="connsiteX13" fmla="*/ 186321 w 647700"/>
                  <a:gd name="connsiteY13" fmla="*/ 470657 h 676275"/>
                  <a:gd name="connsiteX14" fmla="*/ 180225 w 647700"/>
                  <a:gd name="connsiteY14" fmla="*/ 462466 h 676275"/>
                  <a:gd name="connsiteX15" fmla="*/ 171748 w 647700"/>
                  <a:gd name="connsiteY15" fmla="*/ 460751 h 676275"/>
                  <a:gd name="connsiteX16" fmla="*/ 163652 w 647700"/>
                  <a:gd name="connsiteY16" fmla="*/ 461037 h 676275"/>
                  <a:gd name="connsiteX17" fmla="*/ 157080 w 647700"/>
                  <a:gd name="connsiteY17" fmla="*/ 456656 h 676275"/>
                  <a:gd name="connsiteX18" fmla="*/ 152126 w 647700"/>
                  <a:gd name="connsiteY18" fmla="*/ 451036 h 676275"/>
                  <a:gd name="connsiteX19" fmla="*/ 148316 w 647700"/>
                  <a:gd name="connsiteY19" fmla="*/ 448464 h 676275"/>
                  <a:gd name="connsiteX20" fmla="*/ 146031 w 647700"/>
                  <a:gd name="connsiteY20" fmla="*/ 446654 h 676275"/>
                  <a:gd name="connsiteX21" fmla="*/ 139554 w 647700"/>
                  <a:gd name="connsiteY21" fmla="*/ 442654 h 676275"/>
                  <a:gd name="connsiteX22" fmla="*/ 133172 w 647700"/>
                  <a:gd name="connsiteY22" fmla="*/ 440082 h 676275"/>
                  <a:gd name="connsiteX23" fmla="*/ 130029 w 647700"/>
                  <a:gd name="connsiteY23" fmla="*/ 435701 h 676275"/>
                  <a:gd name="connsiteX24" fmla="*/ 127647 w 647700"/>
                  <a:gd name="connsiteY24" fmla="*/ 431129 h 676275"/>
                  <a:gd name="connsiteX25" fmla="*/ 125838 w 647700"/>
                  <a:gd name="connsiteY25" fmla="*/ 426080 h 676275"/>
                  <a:gd name="connsiteX26" fmla="*/ 123266 w 647700"/>
                  <a:gd name="connsiteY26" fmla="*/ 424080 h 676275"/>
                  <a:gd name="connsiteX27" fmla="*/ 123551 w 647700"/>
                  <a:gd name="connsiteY27" fmla="*/ 419794 h 676275"/>
                  <a:gd name="connsiteX28" fmla="*/ 121742 w 647700"/>
                  <a:gd name="connsiteY28" fmla="*/ 415603 h 676275"/>
                  <a:gd name="connsiteX29" fmla="*/ 115360 w 647700"/>
                  <a:gd name="connsiteY29" fmla="*/ 412174 h 676275"/>
                  <a:gd name="connsiteX30" fmla="*/ 108597 w 647700"/>
                  <a:gd name="connsiteY30" fmla="*/ 409602 h 676275"/>
                  <a:gd name="connsiteX31" fmla="*/ 98787 w 647700"/>
                  <a:gd name="connsiteY31" fmla="*/ 405983 h 676275"/>
                  <a:gd name="connsiteX32" fmla="*/ 87356 w 647700"/>
                  <a:gd name="connsiteY32" fmla="*/ 404173 h 676275"/>
                  <a:gd name="connsiteX33" fmla="*/ 81546 w 647700"/>
                  <a:gd name="connsiteY33" fmla="*/ 398648 h 676275"/>
                  <a:gd name="connsiteX34" fmla="*/ 77736 w 647700"/>
                  <a:gd name="connsiteY34" fmla="*/ 392838 h 676275"/>
                  <a:gd name="connsiteX35" fmla="*/ 74022 w 647700"/>
                  <a:gd name="connsiteY35" fmla="*/ 386742 h 676275"/>
                  <a:gd name="connsiteX36" fmla="*/ 67259 w 647700"/>
                  <a:gd name="connsiteY36" fmla="*/ 387123 h 676275"/>
                  <a:gd name="connsiteX37" fmla="*/ 63734 w 647700"/>
                  <a:gd name="connsiteY37" fmla="*/ 385599 h 676275"/>
                  <a:gd name="connsiteX38" fmla="*/ 57543 w 647700"/>
                  <a:gd name="connsiteY38" fmla="*/ 385218 h 676275"/>
                  <a:gd name="connsiteX39" fmla="*/ 52305 w 647700"/>
                  <a:gd name="connsiteY39" fmla="*/ 386075 h 676275"/>
                  <a:gd name="connsiteX40" fmla="*/ 49542 w 647700"/>
                  <a:gd name="connsiteY40" fmla="*/ 382265 h 676275"/>
                  <a:gd name="connsiteX41" fmla="*/ 45447 w 647700"/>
                  <a:gd name="connsiteY41" fmla="*/ 381122 h 676275"/>
                  <a:gd name="connsiteX42" fmla="*/ 42017 w 647700"/>
                  <a:gd name="connsiteY42" fmla="*/ 378265 h 676275"/>
                  <a:gd name="connsiteX43" fmla="*/ 39446 w 647700"/>
                  <a:gd name="connsiteY43" fmla="*/ 374550 h 676275"/>
                  <a:gd name="connsiteX44" fmla="*/ 33635 w 647700"/>
                  <a:gd name="connsiteY44" fmla="*/ 370550 h 676275"/>
                  <a:gd name="connsiteX45" fmla="*/ 29064 w 647700"/>
                  <a:gd name="connsiteY45" fmla="*/ 366263 h 676275"/>
                  <a:gd name="connsiteX46" fmla="*/ 25539 w 647700"/>
                  <a:gd name="connsiteY46" fmla="*/ 363311 h 676275"/>
                  <a:gd name="connsiteX47" fmla="*/ 20586 w 647700"/>
                  <a:gd name="connsiteY47" fmla="*/ 360644 h 676275"/>
                  <a:gd name="connsiteX48" fmla="*/ 19634 w 647700"/>
                  <a:gd name="connsiteY48" fmla="*/ 357119 h 676275"/>
                  <a:gd name="connsiteX49" fmla="*/ 22587 w 647700"/>
                  <a:gd name="connsiteY49" fmla="*/ 353500 h 676275"/>
                  <a:gd name="connsiteX50" fmla="*/ 22682 w 647700"/>
                  <a:gd name="connsiteY50" fmla="*/ 348833 h 676275"/>
                  <a:gd name="connsiteX51" fmla="*/ 23825 w 647700"/>
                  <a:gd name="connsiteY51" fmla="*/ 342927 h 676275"/>
                  <a:gd name="connsiteX52" fmla="*/ 22015 w 647700"/>
                  <a:gd name="connsiteY52" fmla="*/ 338736 h 676275"/>
                  <a:gd name="connsiteX53" fmla="*/ 24587 w 647700"/>
                  <a:gd name="connsiteY53" fmla="*/ 334355 h 676275"/>
                  <a:gd name="connsiteX54" fmla="*/ 23539 w 647700"/>
                  <a:gd name="connsiteY54" fmla="*/ 328544 h 676275"/>
                  <a:gd name="connsiteX55" fmla="*/ 21443 w 647700"/>
                  <a:gd name="connsiteY55" fmla="*/ 325401 h 676275"/>
                  <a:gd name="connsiteX56" fmla="*/ 22110 w 647700"/>
                  <a:gd name="connsiteY56" fmla="*/ 319496 h 676275"/>
                  <a:gd name="connsiteX57" fmla="*/ 19157 w 647700"/>
                  <a:gd name="connsiteY57" fmla="*/ 315209 h 676275"/>
                  <a:gd name="connsiteX58" fmla="*/ 16872 w 647700"/>
                  <a:gd name="connsiteY58" fmla="*/ 312638 h 676275"/>
                  <a:gd name="connsiteX59" fmla="*/ 18300 w 647700"/>
                  <a:gd name="connsiteY59" fmla="*/ 308351 h 676275"/>
                  <a:gd name="connsiteX60" fmla="*/ 22396 w 647700"/>
                  <a:gd name="connsiteY60" fmla="*/ 305399 h 676275"/>
                  <a:gd name="connsiteX61" fmla="*/ 22682 w 647700"/>
                  <a:gd name="connsiteY61" fmla="*/ 301779 h 676275"/>
                  <a:gd name="connsiteX62" fmla="*/ 20586 w 647700"/>
                  <a:gd name="connsiteY62" fmla="*/ 298541 h 676275"/>
                  <a:gd name="connsiteX63" fmla="*/ 21158 w 647700"/>
                  <a:gd name="connsiteY63" fmla="*/ 295112 h 676275"/>
                  <a:gd name="connsiteX64" fmla="*/ 19919 w 647700"/>
                  <a:gd name="connsiteY64" fmla="*/ 291397 h 676275"/>
                  <a:gd name="connsiteX65" fmla="*/ 21634 w 647700"/>
                  <a:gd name="connsiteY65" fmla="*/ 287587 h 676275"/>
                  <a:gd name="connsiteX66" fmla="*/ 19062 w 647700"/>
                  <a:gd name="connsiteY66" fmla="*/ 280634 h 676275"/>
                  <a:gd name="connsiteX67" fmla="*/ 20872 w 647700"/>
                  <a:gd name="connsiteY67" fmla="*/ 274633 h 676275"/>
                  <a:gd name="connsiteX68" fmla="*/ 24396 w 647700"/>
                  <a:gd name="connsiteY68" fmla="*/ 270251 h 676275"/>
                  <a:gd name="connsiteX69" fmla="*/ 23825 w 647700"/>
                  <a:gd name="connsiteY69" fmla="*/ 265584 h 676275"/>
                  <a:gd name="connsiteX70" fmla="*/ 25349 w 647700"/>
                  <a:gd name="connsiteY70" fmla="*/ 262060 h 676275"/>
                  <a:gd name="connsiteX71" fmla="*/ 27921 w 647700"/>
                  <a:gd name="connsiteY71" fmla="*/ 259393 h 676275"/>
                  <a:gd name="connsiteX72" fmla="*/ 28778 w 647700"/>
                  <a:gd name="connsiteY72" fmla="*/ 254726 h 676275"/>
                  <a:gd name="connsiteX73" fmla="*/ 26777 w 647700"/>
                  <a:gd name="connsiteY73" fmla="*/ 249773 h 676275"/>
                  <a:gd name="connsiteX74" fmla="*/ 23825 w 647700"/>
                  <a:gd name="connsiteY74" fmla="*/ 247201 h 676275"/>
                  <a:gd name="connsiteX75" fmla="*/ 20396 w 647700"/>
                  <a:gd name="connsiteY75" fmla="*/ 243486 h 676275"/>
                  <a:gd name="connsiteX76" fmla="*/ 19443 w 647700"/>
                  <a:gd name="connsiteY76" fmla="*/ 239295 h 676275"/>
                  <a:gd name="connsiteX77" fmla="*/ 18300 w 647700"/>
                  <a:gd name="connsiteY77" fmla="*/ 236438 h 676275"/>
                  <a:gd name="connsiteX78" fmla="*/ 14300 w 647700"/>
                  <a:gd name="connsiteY78" fmla="*/ 232913 h 676275"/>
                  <a:gd name="connsiteX79" fmla="*/ 10299 w 647700"/>
                  <a:gd name="connsiteY79" fmla="*/ 235580 h 676275"/>
                  <a:gd name="connsiteX80" fmla="*/ 5156 w 647700"/>
                  <a:gd name="connsiteY80" fmla="*/ 235485 h 676275"/>
                  <a:gd name="connsiteX81" fmla="*/ 203 w 647700"/>
                  <a:gd name="connsiteY81" fmla="*/ 232628 h 676275"/>
                  <a:gd name="connsiteX82" fmla="*/ 2108 w 647700"/>
                  <a:gd name="connsiteY82" fmla="*/ 226436 h 676275"/>
                  <a:gd name="connsiteX83" fmla="*/ 203 w 647700"/>
                  <a:gd name="connsiteY83" fmla="*/ 222912 h 676275"/>
                  <a:gd name="connsiteX84" fmla="*/ 489 w 647700"/>
                  <a:gd name="connsiteY84" fmla="*/ 215006 h 676275"/>
                  <a:gd name="connsiteX85" fmla="*/ 2774 w 647700"/>
                  <a:gd name="connsiteY85" fmla="*/ 210434 h 676275"/>
                  <a:gd name="connsiteX86" fmla="*/ 7727 w 647700"/>
                  <a:gd name="connsiteY86" fmla="*/ 207005 h 676275"/>
                  <a:gd name="connsiteX87" fmla="*/ 10585 w 647700"/>
                  <a:gd name="connsiteY87" fmla="*/ 203005 h 676275"/>
                  <a:gd name="connsiteX88" fmla="*/ 10585 w 647700"/>
                  <a:gd name="connsiteY88" fmla="*/ 199576 h 676275"/>
                  <a:gd name="connsiteX89" fmla="*/ 11728 w 647700"/>
                  <a:gd name="connsiteY89" fmla="*/ 196909 h 676275"/>
                  <a:gd name="connsiteX90" fmla="*/ 11538 w 647700"/>
                  <a:gd name="connsiteY90" fmla="*/ 192813 h 676275"/>
                  <a:gd name="connsiteX91" fmla="*/ 14014 w 647700"/>
                  <a:gd name="connsiteY91" fmla="*/ 191099 h 676275"/>
                  <a:gd name="connsiteX92" fmla="*/ 15157 w 647700"/>
                  <a:gd name="connsiteY92" fmla="*/ 184907 h 676275"/>
                  <a:gd name="connsiteX93" fmla="*/ 21253 w 647700"/>
                  <a:gd name="connsiteY93" fmla="*/ 179002 h 676275"/>
                  <a:gd name="connsiteX94" fmla="*/ 27730 w 647700"/>
                  <a:gd name="connsiteY94" fmla="*/ 175573 h 676275"/>
                  <a:gd name="connsiteX95" fmla="*/ 31254 w 647700"/>
                  <a:gd name="connsiteY95" fmla="*/ 172334 h 676275"/>
                  <a:gd name="connsiteX96" fmla="*/ 32492 w 647700"/>
                  <a:gd name="connsiteY96" fmla="*/ 168429 h 676275"/>
                  <a:gd name="connsiteX97" fmla="*/ 35731 w 647700"/>
                  <a:gd name="connsiteY97" fmla="*/ 167667 h 676275"/>
                  <a:gd name="connsiteX98" fmla="*/ 39827 w 647700"/>
                  <a:gd name="connsiteY98" fmla="*/ 168620 h 676275"/>
                  <a:gd name="connsiteX99" fmla="*/ 42398 w 647700"/>
                  <a:gd name="connsiteY99" fmla="*/ 166334 h 676275"/>
                  <a:gd name="connsiteX100" fmla="*/ 43256 w 647700"/>
                  <a:gd name="connsiteY100" fmla="*/ 162047 h 676275"/>
                  <a:gd name="connsiteX101" fmla="*/ 45542 w 647700"/>
                  <a:gd name="connsiteY101" fmla="*/ 159952 h 676275"/>
                  <a:gd name="connsiteX102" fmla="*/ 48114 w 647700"/>
                  <a:gd name="connsiteY102" fmla="*/ 159952 h 676275"/>
                  <a:gd name="connsiteX103" fmla="*/ 50209 w 647700"/>
                  <a:gd name="connsiteY103" fmla="*/ 160809 h 676275"/>
                  <a:gd name="connsiteX104" fmla="*/ 52876 w 647700"/>
                  <a:gd name="connsiteY104" fmla="*/ 160238 h 676275"/>
                  <a:gd name="connsiteX105" fmla="*/ 54114 w 647700"/>
                  <a:gd name="connsiteY105" fmla="*/ 156237 h 676275"/>
                  <a:gd name="connsiteX106" fmla="*/ 54495 w 647700"/>
                  <a:gd name="connsiteY106" fmla="*/ 151856 h 676275"/>
                  <a:gd name="connsiteX107" fmla="*/ 57639 w 647700"/>
                  <a:gd name="connsiteY107" fmla="*/ 151760 h 676275"/>
                  <a:gd name="connsiteX108" fmla="*/ 58591 w 647700"/>
                  <a:gd name="connsiteY108" fmla="*/ 147569 h 676275"/>
                  <a:gd name="connsiteX109" fmla="*/ 50971 w 647700"/>
                  <a:gd name="connsiteY109" fmla="*/ 60130 h 676275"/>
                  <a:gd name="connsiteX110" fmla="*/ 54019 w 647700"/>
                  <a:gd name="connsiteY110" fmla="*/ 61273 h 676275"/>
                  <a:gd name="connsiteX111" fmla="*/ 59163 w 647700"/>
                  <a:gd name="connsiteY111" fmla="*/ 62797 h 676275"/>
                  <a:gd name="connsiteX112" fmla="*/ 63544 w 647700"/>
                  <a:gd name="connsiteY112" fmla="*/ 58606 h 676275"/>
                  <a:gd name="connsiteX113" fmla="*/ 63354 w 647700"/>
                  <a:gd name="connsiteY113" fmla="*/ 54701 h 676275"/>
                  <a:gd name="connsiteX114" fmla="*/ 60401 w 647700"/>
                  <a:gd name="connsiteY114" fmla="*/ 53462 h 676275"/>
                  <a:gd name="connsiteX115" fmla="*/ 61639 w 647700"/>
                  <a:gd name="connsiteY115" fmla="*/ 50700 h 676275"/>
                  <a:gd name="connsiteX116" fmla="*/ 65449 w 647700"/>
                  <a:gd name="connsiteY116" fmla="*/ 50700 h 676275"/>
                  <a:gd name="connsiteX117" fmla="*/ 67068 w 647700"/>
                  <a:gd name="connsiteY117" fmla="*/ 46795 h 676275"/>
                  <a:gd name="connsiteX118" fmla="*/ 71831 w 647700"/>
                  <a:gd name="connsiteY118" fmla="*/ 46128 h 676275"/>
                  <a:gd name="connsiteX119" fmla="*/ 73450 w 647700"/>
                  <a:gd name="connsiteY119" fmla="*/ 45747 h 676275"/>
                  <a:gd name="connsiteX120" fmla="*/ 75355 w 647700"/>
                  <a:gd name="connsiteY120" fmla="*/ 48319 h 676275"/>
                  <a:gd name="connsiteX121" fmla="*/ 79355 w 647700"/>
                  <a:gd name="connsiteY121" fmla="*/ 51272 h 676275"/>
                  <a:gd name="connsiteX122" fmla="*/ 84213 w 647700"/>
                  <a:gd name="connsiteY122" fmla="*/ 52224 h 676275"/>
                  <a:gd name="connsiteX123" fmla="*/ 88499 w 647700"/>
                  <a:gd name="connsiteY123" fmla="*/ 54034 h 676275"/>
                  <a:gd name="connsiteX124" fmla="*/ 92786 w 647700"/>
                  <a:gd name="connsiteY124" fmla="*/ 54605 h 676275"/>
                  <a:gd name="connsiteX125" fmla="*/ 95834 w 647700"/>
                  <a:gd name="connsiteY125" fmla="*/ 52700 h 676275"/>
                  <a:gd name="connsiteX126" fmla="*/ 101454 w 647700"/>
                  <a:gd name="connsiteY126" fmla="*/ 53177 h 676275"/>
                  <a:gd name="connsiteX127" fmla="*/ 109073 w 647700"/>
                  <a:gd name="connsiteY127" fmla="*/ 48795 h 676275"/>
                  <a:gd name="connsiteX128" fmla="*/ 114312 w 647700"/>
                  <a:gd name="connsiteY128" fmla="*/ 45271 h 676275"/>
                  <a:gd name="connsiteX129" fmla="*/ 121647 w 647700"/>
                  <a:gd name="connsiteY129" fmla="*/ 42413 h 676275"/>
                  <a:gd name="connsiteX130" fmla="*/ 125456 w 647700"/>
                  <a:gd name="connsiteY130" fmla="*/ 39746 h 676275"/>
                  <a:gd name="connsiteX131" fmla="*/ 131267 w 647700"/>
                  <a:gd name="connsiteY131" fmla="*/ 40127 h 676275"/>
                  <a:gd name="connsiteX132" fmla="*/ 134696 w 647700"/>
                  <a:gd name="connsiteY132" fmla="*/ 37937 h 676275"/>
                  <a:gd name="connsiteX133" fmla="*/ 138887 w 647700"/>
                  <a:gd name="connsiteY133" fmla="*/ 36889 h 676275"/>
                  <a:gd name="connsiteX134" fmla="*/ 143935 w 647700"/>
                  <a:gd name="connsiteY134" fmla="*/ 32507 h 676275"/>
                  <a:gd name="connsiteX135" fmla="*/ 148697 w 647700"/>
                  <a:gd name="connsiteY135" fmla="*/ 32126 h 676275"/>
                  <a:gd name="connsiteX136" fmla="*/ 150126 w 647700"/>
                  <a:gd name="connsiteY136" fmla="*/ 29174 h 676275"/>
                  <a:gd name="connsiteX137" fmla="*/ 154031 w 647700"/>
                  <a:gd name="connsiteY137" fmla="*/ 25840 h 676275"/>
                  <a:gd name="connsiteX138" fmla="*/ 160032 w 647700"/>
                  <a:gd name="connsiteY138" fmla="*/ 25840 h 676275"/>
                  <a:gd name="connsiteX139" fmla="*/ 161556 w 647700"/>
                  <a:gd name="connsiteY139" fmla="*/ 21744 h 676275"/>
                  <a:gd name="connsiteX140" fmla="*/ 163556 w 647700"/>
                  <a:gd name="connsiteY140" fmla="*/ 19172 h 676275"/>
                  <a:gd name="connsiteX141" fmla="*/ 166223 w 647700"/>
                  <a:gd name="connsiteY141" fmla="*/ 22316 h 676275"/>
                  <a:gd name="connsiteX142" fmla="*/ 169748 w 647700"/>
                  <a:gd name="connsiteY142" fmla="*/ 20887 h 676275"/>
                  <a:gd name="connsiteX143" fmla="*/ 171939 w 647700"/>
                  <a:gd name="connsiteY143" fmla="*/ 17744 h 676275"/>
                  <a:gd name="connsiteX144" fmla="*/ 175463 w 647700"/>
                  <a:gd name="connsiteY144" fmla="*/ 20315 h 676275"/>
                  <a:gd name="connsiteX145" fmla="*/ 177654 w 647700"/>
                  <a:gd name="connsiteY145" fmla="*/ 17172 h 676275"/>
                  <a:gd name="connsiteX146" fmla="*/ 180797 w 647700"/>
                  <a:gd name="connsiteY146" fmla="*/ 16220 h 676275"/>
                  <a:gd name="connsiteX147" fmla="*/ 182130 w 647700"/>
                  <a:gd name="connsiteY147" fmla="*/ 11933 h 676275"/>
                  <a:gd name="connsiteX148" fmla="*/ 184131 w 647700"/>
                  <a:gd name="connsiteY148" fmla="*/ 10505 h 676275"/>
                  <a:gd name="connsiteX149" fmla="*/ 186416 w 647700"/>
                  <a:gd name="connsiteY149" fmla="*/ 7266 h 676275"/>
                  <a:gd name="connsiteX150" fmla="*/ 189846 w 647700"/>
                  <a:gd name="connsiteY150" fmla="*/ 4409 h 676275"/>
                  <a:gd name="connsiteX151" fmla="*/ 191846 w 647700"/>
                  <a:gd name="connsiteY151" fmla="*/ 6790 h 676275"/>
                  <a:gd name="connsiteX152" fmla="*/ 194417 w 647700"/>
                  <a:gd name="connsiteY152" fmla="*/ 6599 h 676275"/>
                  <a:gd name="connsiteX153" fmla="*/ 195656 w 647700"/>
                  <a:gd name="connsiteY153" fmla="*/ 3551 h 676275"/>
                  <a:gd name="connsiteX154" fmla="*/ 197751 w 647700"/>
                  <a:gd name="connsiteY154" fmla="*/ 2027 h 676275"/>
                  <a:gd name="connsiteX155" fmla="*/ 200228 w 647700"/>
                  <a:gd name="connsiteY155" fmla="*/ 27 h 676275"/>
                  <a:gd name="connsiteX156" fmla="*/ 203847 w 647700"/>
                  <a:gd name="connsiteY156" fmla="*/ 1170 h 676275"/>
                  <a:gd name="connsiteX157" fmla="*/ 207848 w 647700"/>
                  <a:gd name="connsiteY157" fmla="*/ 4313 h 676275"/>
                  <a:gd name="connsiteX158" fmla="*/ 211943 w 647700"/>
                  <a:gd name="connsiteY158" fmla="*/ 8028 h 676275"/>
                  <a:gd name="connsiteX159" fmla="*/ 212515 w 647700"/>
                  <a:gd name="connsiteY159" fmla="*/ 11933 h 676275"/>
                  <a:gd name="connsiteX160" fmla="*/ 210324 w 647700"/>
                  <a:gd name="connsiteY160" fmla="*/ 16220 h 676275"/>
                  <a:gd name="connsiteX161" fmla="*/ 208991 w 647700"/>
                  <a:gd name="connsiteY161" fmla="*/ 21649 h 676275"/>
                  <a:gd name="connsiteX162" fmla="*/ 205752 w 647700"/>
                  <a:gd name="connsiteY162" fmla="*/ 25840 h 676275"/>
                  <a:gd name="connsiteX163" fmla="*/ 203466 w 647700"/>
                  <a:gd name="connsiteY163" fmla="*/ 28793 h 676275"/>
                  <a:gd name="connsiteX164" fmla="*/ 201942 w 647700"/>
                  <a:gd name="connsiteY164" fmla="*/ 34889 h 676275"/>
                  <a:gd name="connsiteX165" fmla="*/ 204990 w 647700"/>
                  <a:gd name="connsiteY165" fmla="*/ 37651 h 676275"/>
                  <a:gd name="connsiteX166" fmla="*/ 205085 w 647700"/>
                  <a:gd name="connsiteY166" fmla="*/ 42318 h 676275"/>
                  <a:gd name="connsiteX167" fmla="*/ 204133 w 647700"/>
                  <a:gd name="connsiteY167" fmla="*/ 44890 h 676275"/>
                  <a:gd name="connsiteX168" fmla="*/ 200514 w 647700"/>
                  <a:gd name="connsiteY168" fmla="*/ 47176 h 676275"/>
                  <a:gd name="connsiteX169" fmla="*/ 198132 w 647700"/>
                  <a:gd name="connsiteY169" fmla="*/ 50129 h 676275"/>
                  <a:gd name="connsiteX170" fmla="*/ 197656 w 647700"/>
                  <a:gd name="connsiteY170" fmla="*/ 54986 h 676275"/>
                  <a:gd name="connsiteX171" fmla="*/ 195180 w 647700"/>
                  <a:gd name="connsiteY171" fmla="*/ 59082 h 676275"/>
                  <a:gd name="connsiteX172" fmla="*/ 198894 w 647700"/>
                  <a:gd name="connsiteY172" fmla="*/ 61082 h 676275"/>
                  <a:gd name="connsiteX173" fmla="*/ 203752 w 647700"/>
                  <a:gd name="connsiteY173" fmla="*/ 58987 h 676275"/>
                  <a:gd name="connsiteX174" fmla="*/ 205943 w 647700"/>
                  <a:gd name="connsiteY174" fmla="*/ 56129 h 676275"/>
                  <a:gd name="connsiteX175" fmla="*/ 212991 w 647700"/>
                  <a:gd name="connsiteY175" fmla="*/ 52510 h 676275"/>
                  <a:gd name="connsiteX176" fmla="*/ 214230 w 647700"/>
                  <a:gd name="connsiteY176" fmla="*/ 49081 h 676275"/>
                  <a:gd name="connsiteX177" fmla="*/ 215182 w 647700"/>
                  <a:gd name="connsiteY177" fmla="*/ 43461 h 676275"/>
                  <a:gd name="connsiteX178" fmla="*/ 216992 w 647700"/>
                  <a:gd name="connsiteY178" fmla="*/ 41080 h 676275"/>
                  <a:gd name="connsiteX179" fmla="*/ 221278 w 647700"/>
                  <a:gd name="connsiteY179" fmla="*/ 41651 h 676275"/>
                  <a:gd name="connsiteX180" fmla="*/ 224993 w 647700"/>
                  <a:gd name="connsiteY180" fmla="*/ 46128 h 676275"/>
                  <a:gd name="connsiteX181" fmla="*/ 230422 w 647700"/>
                  <a:gd name="connsiteY181" fmla="*/ 50129 h 676275"/>
                  <a:gd name="connsiteX182" fmla="*/ 236137 w 647700"/>
                  <a:gd name="connsiteY182" fmla="*/ 54129 h 676275"/>
                  <a:gd name="connsiteX183" fmla="*/ 239090 w 647700"/>
                  <a:gd name="connsiteY183" fmla="*/ 55844 h 676275"/>
                  <a:gd name="connsiteX184" fmla="*/ 243566 w 647700"/>
                  <a:gd name="connsiteY184" fmla="*/ 55367 h 676275"/>
                  <a:gd name="connsiteX185" fmla="*/ 248139 w 647700"/>
                  <a:gd name="connsiteY185" fmla="*/ 57177 h 676275"/>
                  <a:gd name="connsiteX186" fmla="*/ 252901 w 647700"/>
                  <a:gd name="connsiteY186" fmla="*/ 56891 h 676275"/>
                  <a:gd name="connsiteX187" fmla="*/ 253663 w 647700"/>
                  <a:gd name="connsiteY187" fmla="*/ 56415 h 676275"/>
                  <a:gd name="connsiteX188" fmla="*/ 253663 w 647700"/>
                  <a:gd name="connsiteY188" fmla="*/ 56796 h 676275"/>
                  <a:gd name="connsiteX189" fmla="*/ 254520 w 647700"/>
                  <a:gd name="connsiteY189" fmla="*/ 60701 h 676275"/>
                  <a:gd name="connsiteX190" fmla="*/ 258330 w 647700"/>
                  <a:gd name="connsiteY190" fmla="*/ 60797 h 676275"/>
                  <a:gd name="connsiteX191" fmla="*/ 262426 w 647700"/>
                  <a:gd name="connsiteY191" fmla="*/ 58606 h 676275"/>
                  <a:gd name="connsiteX192" fmla="*/ 265188 w 647700"/>
                  <a:gd name="connsiteY192" fmla="*/ 60416 h 676275"/>
                  <a:gd name="connsiteX193" fmla="*/ 265855 w 647700"/>
                  <a:gd name="connsiteY193" fmla="*/ 62702 h 676275"/>
                  <a:gd name="connsiteX194" fmla="*/ 269284 w 647700"/>
                  <a:gd name="connsiteY194" fmla="*/ 63749 h 676275"/>
                  <a:gd name="connsiteX195" fmla="*/ 273665 w 647700"/>
                  <a:gd name="connsiteY195" fmla="*/ 64226 h 676275"/>
                  <a:gd name="connsiteX196" fmla="*/ 277380 w 647700"/>
                  <a:gd name="connsiteY196" fmla="*/ 67845 h 676275"/>
                  <a:gd name="connsiteX197" fmla="*/ 281666 w 647700"/>
                  <a:gd name="connsiteY197" fmla="*/ 72798 h 676275"/>
                  <a:gd name="connsiteX198" fmla="*/ 283667 w 647700"/>
                  <a:gd name="connsiteY198" fmla="*/ 77561 h 676275"/>
                  <a:gd name="connsiteX199" fmla="*/ 284619 w 647700"/>
                  <a:gd name="connsiteY199" fmla="*/ 81180 h 676275"/>
                  <a:gd name="connsiteX200" fmla="*/ 286524 w 647700"/>
                  <a:gd name="connsiteY200" fmla="*/ 83180 h 676275"/>
                  <a:gd name="connsiteX201" fmla="*/ 289477 w 647700"/>
                  <a:gd name="connsiteY201" fmla="*/ 86895 h 676275"/>
                  <a:gd name="connsiteX202" fmla="*/ 292811 w 647700"/>
                  <a:gd name="connsiteY202" fmla="*/ 89657 h 676275"/>
                  <a:gd name="connsiteX203" fmla="*/ 403301 w 647700"/>
                  <a:gd name="connsiteY203" fmla="*/ 107850 h 676275"/>
                  <a:gd name="connsiteX204" fmla="*/ 432542 w 647700"/>
                  <a:gd name="connsiteY204" fmla="*/ 122042 h 676275"/>
                  <a:gd name="connsiteX205" fmla="*/ 435400 w 647700"/>
                  <a:gd name="connsiteY205" fmla="*/ 120518 h 676275"/>
                  <a:gd name="connsiteX206" fmla="*/ 437781 w 647700"/>
                  <a:gd name="connsiteY206" fmla="*/ 121757 h 676275"/>
                  <a:gd name="connsiteX207" fmla="*/ 441020 w 647700"/>
                  <a:gd name="connsiteY207" fmla="*/ 120233 h 676275"/>
                  <a:gd name="connsiteX208" fmla="*/ 444068 w 647700"/>
                  <a:gd name="connsiteY208" fmla="*/ 121185 h 676275"/>
                  <a:gd name="connsiteX209" fmla="*/ 448735 w 647700"/>
                  <a:gd name="connsiteY209" fmla="*/ 121852 h 676275"/>
                  <a:gd name="connsiteX210" fmla="*/ 450831 w 647700"/>
                  <a:gd name="connsiteY210" fmla="*/ 124614 h 676275"/>
                  <a:gd name="connsiteX211" fmla="*/ 453497 w 647700"/>
                  <a:gd name="connsiteY211" fmla="*/ 124519 h 676275"/>
                  <a:gd name="connsiteX212" fmla="*/ 459213 w 647700"/>
                  <a:gd name="connsiteY212" fmla="*/ 120518 h 676275"/>
                  <a:gd name="connsiteX213" fmla="*/ 464451 w 647700"/>
                  <a:gd name="connsiteY213" fmla="*/ 119185 h 676275"/>
                  <a:gd name="connsiteX214" fmla="*/ 468071 w 647700"/>
                  <a:gd name="connsiteY214" fmla="*/ 121280 h 676275"/>
                  <a:gd name="connsiteX215" fmla="*/ 472547 w 647700"/>
                  <a:gd name="connsiteY215" fmla="*/ 121185 h 676275"/>
                  <a:gd name="connsiteX216" fmla="*/ 477500 w 647700"/>
                  <a:gd name="connsiteY216" fmla="*/ 124424 h 676275"/>
                  <a:gd name="connsiteX217" fmla="*/ 479787 w 647700"/>
                  <a:gd name="connsiteY217" fmla="*/ 122328 h 676275"/>
                  <a:gd name="connsiteX218" fmla="*/ 484168 w 647700"/>
                  <a:gd name="connsiteY218" fmla="*/ 123757 h 676275"/>
                  <a:gd name="connsiteX219" fmla="*/ 489597 w 647700"/>
                  <a:gd name="connsiteY219" fmla="*/ 126995 h 676275"/>
                  <a:gd name="connsiteX220" fmla="*/ 495598 w 647700"/>
                  <a:gd name="connsiteY220" fmla="*/ 124328 h 676275"/>
                  <a:gd name="connsiteX221" fmla="*/ 500741 w 647700"/>
                  <a:gd name="connsiteY221" fmla="*/ 126424 h 676275"/>
                  <a:gd name="connsiteX222" fmla="*/ 504171 w 647700"/>
                  <a:gd name="connsiteY222" fmla="*/ 125376 h 676275"/>
                  <a:gd name="connsiteX223" fmla="*/ 509885 w 647700"/>
                  <a:gd name="connsiteY223" fmla="*/ 127662 h 676275"/>
                  <a:gd name="connsiteX224" fmla="*/ 512552 w 647700"/>
                  <a:gd name="connsiteY224" fmla="*/ 129662 h 676275"/>
                  <a:gd name="connsiteX225" fmla="*/ 513219 w 647700"/>
                  <a:gd name="connsiteY225" fmla="*/ 133377 h 676275"/>
                  <a:gd name="connsiteX226" fmla="*/ 514839 w 647700"/>
                  <a:gd name="connsiteY226" fmla="*/ 135758 h 676275"/>
                  <a:gd name="connsiteX227" fmla="*/ 512838 w 647700"/>
                  <a:gd name="connsiteY227" fmla="*/ 138711 h 676275"/>
                  <a:gd name="connsiteX228" fmla="*/ 510457 w 647700"/>
                  <a:gd name="connsiteY228" fmla="*/ 141092 h 676275"/>
                  <a:gd name="connsiteX229" fmla="*/ 512172 w 647700"/>
                  <a:gd name="connsiteY229" fmla="*/ 146998 h 676275"/>
                  <a:gd name="connsiteX230" fmla="*/ 517506 w 647700"/>
                  <a:gd name="connsiteY230" fmla="*/ 149855 h 676275"/>
                  <a:gd name="connsiteX231" fmla="*/ 521506 w 647700"/>
                  <a:gd name="connsiteY231" fmla="*/ 147474 h 676275"/>
                  <a:gd name="connsiteX232" fmla="*/ 526173 w 647700"/>
                  <a:gd name="connsiteY232" fmla="*/ 146522 h 676275"/>
                  <a:gd name="connsiteX233" fmla="*/ 527412 w 647700"/>
                  <a:gd name="connsiteY233" fmla="*/ 149665 h 676275"/>
                  <a:gd name="connsiteX234" fmla="*/ 530079 w 647700"/>
                  <a:gd name="connsiteY234" fmla="*/ 151475 h 676275"/>
                  <a:gd name="connsiteX235" fmla="*/ 534746 w 647700"/>
                  <a:gd name="connsiteY235" fmla="*/ 149665 h 676275"/>
                  <a:gd name="connsiteX236" fmla="*/ 539413 w 647700"/>
                  <a:gd name="connsiteY236" fmla="*/ 151189 h 676275"/>
                  <a:gd name="connsiteX237" fmla="*/ 541127 w 647700"/>
                  <a:gd name="connsiteY237" fmla="*/ 154142 h 676275"/>
                  <a:gd name="connsiteX238" fmla="*/ 548176 w 647700"/>
                  <a:gd name="connsiteY238" fmla="*/ 156237 h 676275"/>
                  <a:gd name="connsiteX239" fmla="*/ 550938 w 647700"/>
                  <a:gd name="connsiteY239" fmla="*/ 161000 h 676275"/>
                  <a:gd name="connsiteX240" fmla="*/ 547700 w 647700"/>
                  <a:gd name="connsiteY240" fmla="*/ 162809 h 676275"/>
                  <a:gd name="connsiteX241" fmla="*/ 547890 w 647700"/>
                  <a:gd name="connsiteY241" fmla="*/ 165762 h 676275"/>
                  <a:gd name="connsiteX242" fmla="*/ 554272 w 647700"/>
                  <a:gd name="connsiteY242" fmla="*/ 170906 h 676275"/>
                  <a:gd name="connsiteX243" fmla="*/ 553129 w 647700"/>
                  <a:gd name="connsiteY243" fmla="*/ 176525 h 676275"/>
                  <a:gd name="connsiteX244" fmla="*/ 549986 w 647700"/>
                  <a:gd name="connsiteY244" fmla="*/ 178145 h 676275"/>
                  <a:gd name="connsiteX245" fmla="*/ 549890 w 647700"/>
                  <a:gd name="connsiteY245" fmla="*/ 181574 h 676275"/>
                  <a:gd name="connsiteX246" fmla="*/ 553034 w 647700"/>
                  <a:gd name="connsiteY246" fmla="*/ 191289 h 676275"/>
                  <a:gd name="connsiteX247" fmla="*/ 551796 w 647700"/>
                  <a:gd name="connsiteY247" fmla="*/ 195099 h 676275"/>
                  <a:gd name="connsiteX248" fmla="*/ 548652 w 647700"/>
                  <a:gd name="connsiteY248" fmla="*/ 196909 h 676275"/>
                  <a:gd name="connsiteX249" fmla="*/ 547414 w 647700"/>
                  <a:gd name="connsiteY249" fmla="*/ 199766 h 676275"/>
                  <a:gd name="connsiteX250" fmla="*/ 549129 w 647700"/>
                  <a:gd name="connsiteY250" fmla="*/ 205386 h 676275"/>
                  <a:gd name="connsiteX251" fmla="*/ 546462 w 647700"/>
                  <a:gd name="connsiteY251" fmla="*/ 208053 h 676275"/>
                  <a:gd name="connsiteX252" fmla="*/ 546652 w 647700"/>
                  <a:gd name="connsiteY252" fmla="*/ 212339 h 676275"/>
                  <a:gd name="connsiteX253" fmla="*/ 550652 w 647700"/>
                  <a:gd name="connsiteY253" fmla="*/ 212816 h 676275"/>
                  <a:gd name="connsiteX254" fmla="*/ 554653 w 647700"/>
                  <a:gd name="connsiteY254" fmla="*/ 210911 h 676275"/>
                  <a:gd name="connsiteX255" fmla="*/ 559606 w 647700"/>
                  <a:gd name="connsiteY255" fmla="*/ 210911 h 676275"/>
                  <a:gd name="connsiteX256" fmla="*/ 562749 w 647700"/>
                  <a:gd name="connsiteY256" fmla="*/ 208815 h 676275"/>
                  <a:gd name="connsiteX257" fmla="*/ 563892 w 647700"/>
                  <a:gd name="connsiteY257" fmla="*/ 205100 h 676275"/>
                  <a:gd name="connsiteX258" fmla="*/ 567702 w 647700"/>
                  <a:gd name="connsiteY258" fmla="*/ 204338 h 676275"/>
                  <a:gd name="connsiteX259" fmla="*/ 570560 w 647700"/>
                  <a:gd name="connsiteY259" fmla="*/ 207101 h 676275"/>
                  <a:gd name="connsiteX260" fmla="*/ 571798 w 647700"/>
                  <a:gd name="connsiteY260" fmla="*/ 210530 h 676275"/>
                  <a:gd name="connsiteX261" fmla="*/ 570846 w 647700"/>
                  <a:gd name="connsiteY261" fmla="*/ 213387 h 676275"/>
                  <a:gd name="connsiteX262" fmla="*/ 568274 w 647700"/>
                  <a:gd name="connsiteY262" fmla="*/ 218054 h 676275"/>
                  <a:gd name="connsiteX263" fmla="*/ 566940 w 647700"/>
                  <a:gd name="connsiteY263" fmla="*/ 223674 h 676275"/>
                  <a:gd name="connsiteX264" fmla="*/ 565321 w 647700"/>
                  <a:gd name="connsiteY264" fmla="*/ 231485 h 676275"/>
                  <a:gd name="connsiteX265" fmla="*/ 566273 w 647700"/>
                  <a:gd name="connsiteY265" fmla="*/ 236914 h 676275"/>
                  <a:gd name="connsiteX266" fmla="*/ 569607 w 647700"/>
                  <a:gd name="connsiteY266" fmla="*/ 239581 h 676275"/>
                  <a:gd name="connsiteX267" fmla="*/ 572846 w 647700"/>
                  <a:gd name="connsiteY267" fmla="*/ 242343 h 676275"/>
                  <a:gd name="connsiteX268" fmla="*/ 573513 w 647700"/>
                  <a:gd name="connsiteY268" fmla="*/ 245010 h 676275"/>
                  <a:gd name="connsiteX269" fmla="*/ 578180 w 647700"/>
                  <a:gd name="connsiteY269" fmla="*/ 247106 h 676275"/>
                  <a:gd name="connsiteX270" fmla="*/ 581609 w 647700"/>
                  <a:gd name="connsiteY270" fmla="*/ 247296 h 676275"/>
                  <a:gd name="connsiteX271" fmla="*/ 581894 w 647700"/>
                  <a:gd name="connsiteY271" fmla="*/ 252154 h 676275"/>
                  <a:gd name="connsiteX272" fmla="*/ 580751 w 647700"/>
                  <a:gd name="connsiteY272" fmla="*/ 256726 h 676275"/>
                  <a:gd name="connsiteX273" fmla="*/ 581037 w 647700"/>
                  <a:gd name="connsiteY273" fmla="*/ 262822 h 676275"/>
                  <a:gd name="connsiteX274" fmla="*/ 579608 w 647700"/>
                  <a:gd name="connsiteY274" fmla="*/ 265298 h 676275"/>
                  <a:gd name="connsiteX275" fmla="*/ 577513 w 647700"/>
                  <a:gd name="connsiteY275" fmla="*/ 267584 h 676275"/>
                  <a:gd name="connsiteX276" fmla="*/ 571989 w 647700"/>
                  <a:gd name="connsiteY276" fmla="*/ 268251 h 676275"/>
                  <a:gd name="connsiteX277" fmla="*/ 567607 w 647700"/>
                  <a:gd name="connsiteY277" fmla="*/ 269489 h 676275"/>
                  <a:gd name="connsiteX278" fmla="*/ 563797 w 647700"/>
                  <a:gd name="connsiteY278" fmla="*/ 272061 h 676275"/>
                  <a:gd name="connsiteX279" fmla="*/ 559987 w 647700"/>
                  <a:gd name="connsiteY279" fmla="*/ 275776 h 676275"/>
                  <a:gd name="connsiteX280" fmla="*/ 559415 w 647700"/>
                  <a:gd name="connsiteY280" fmla="*/ 280062 h 676275"/>
                  <a:gd name="connsiteX281" fmla="*/ 561797 w 647700"/>
                  <a:gd name="connsiteY281" fmla="*/ 281586 h 676275"/>
                  <a:gd name="connsiteX282" fmla="*/ 559415 w 647700"/>
                  <a:gd name="connsiteY282" fmla="*/ 285777 h 676275"/>
                  <a:gd name="connsiteX283" fmla="*/ 558273 w 647700"/>
                  <a:gd name="connsiteY283" fmla="*/ 290063 h 676275"/>
                  <a:gd name="connsiteX284" fmla="*/ 556558 w 647700"/>
                  <a:gd name="connsiteY284" fmla="*/ 292349 h 676275"/>
                  <a:gd name="connsiteX285" fmla="*/ 554177 w 647700"/>
                  <a:gd name="connsiteY285" fmla="*/ 296636 h 676275"/>
                  <a:gd name="connsiteX286" fmla="*/ 553891 w 647700"/>
                  <a:gd name="connsiteY286" fmla="*/ 300827 h 676275"/>
                  <a:gd name="connsiteX287" fmla="*/ 551605 w 647700"/>
                  <a:gd name="connsiteY287" fmla="*/ 304541 h 676275"/>
                  <a:gd name="connsiteX288" fmla="*/ 549509 w 647700"/>
                  <a:gd name="connsiteY288" fmla="*/ 308066 h 676275"/>
                  <a:gd name="connsiteX289" fmla="*/ 549129 w 647700"/>
                  <a:gd name="connsiteY289" fmla="*/ 313209 h 676275"/>
                  <a:gd name="connsiteX290" fmla="*/ 549414 w 647700"/>
                  <a:gd name="connsiteY290" fmla="*/ 317876 h 676275"/>
                  <a:gd name="connsiteX291" fmla="*/ 547605 w 647700"/>
                  <a:gd name="connsiteY291" fmla="*/ 324925 h 676275"/>
                  <a:gd name="connsiteX292" fmla="*/ 548748 w 647700"/>
                  <a:gd name="connsiteY292" fmla="*/ 328544 h 676275"/>
                  <a:gd name="connsiteX293" fmla="*/ 546462 w 647700"/>
                  <a:gd name="connsiteY293" fmla="*/ 331402 h 676275"/>
                  <a:gd name="connsiteX294" fmla="*/ 544366 w 647700"/>
                  <a:gd name="connsiteY294" fmla="*/ 334926 h 676275"/>
                  <a:gd name="connsiteX295" fmla="*/ 547223 w 647700"/>
                  <a:gd name="connsiteY295" fmla="*/ 337784 h 676275"/>
                  <a:gd name="connsiteX296" fmla="*/ 549509 w 647700"/>
                  <a:gd name="connsiteY296" fmla="*/ 338736 h 676275"/>
                  <a:gd name="connsiteX297" fmla="*/ 553796 w 647700"/>
                  <a:gd name="connsiteY297" fmla="*/ 341117 h 676275"/>
                  <a:gd name="connsiteX298" fmla="*/ 556939 w 647700"/>
                  <a:gd name="connsiteY298" fmla="*/ 339117 h 676275"/>
                  <a:gd name="connsiteX299" fmla="*/ 559225 w 647700"/>
                  <a:gd name="connsiteY299" fmla="*/ 334069 h 676275"/>
                  <a:gd name="connsiteX300" fmla="*/ 560368 w 647700"/>
                  <a:gd name="connsiteY300" fmla="*/ 329402 h 676275"/>
                  <a:gd name="connsiteX301" fmla="*/ 562749 w 647700"/>
                  <a:gd name="connsiteY301" fmla="*/ 325687 h 676275"/>
                  <a:gd name="connsiteX302" fmla="*/ 567131 w 647700"/>
                  <a:gd name="connsiteY302" fmla="*/ 322448 h 676275"/>
                  <a:gd name="connsiteX303" fmla="*/ 572084 w 647700"/>
                  <a:gd name="connsiteY303" fmla="*/ 320448 h 676275"/>
                  <a:gd name="connsiteX304" fmla="*/ 574274 w 647700"/>
                  <a:gd name="connsiteY304" fmla="*/ 317495 h 676275"/>
                  <a:gd name="connsiteX305" fmla="*/ 575798 w 647700"/>
                  <a:gd name="connsiteY305" fmla="*/ 313019 h 676275"/>
                  <a:gd name="connsiteX306" fmla="*/ 576370 w 647700"/>
                  <a:gd name="connsiteY306" fmla="*/ 307018 h 676275"/>
                  <a:gd name="connsiteX307" fmla="*/ 577989 w 647700"/>
                  <a:gd name="connsiteY307" fmla="*/ 302732 h 676275"/>
                  <a:gd name="connsiteX308" fmla="*/ 581799 w 647700"/>
                  <a:gd name="connsiteY308" fmla="*/ 294159 h 676275"/>
                  <a:gd name="connsiteX309" fmla="*/ 585609 w 647700"/>
                  <a:gd name="connsiteY309" fmla="*/ 289016 h 676275"/>
                  <a:gd name="connsiteX310" fmla="*/ 589705 w 647700"/>
                  <a:gd name="connsiteY310" fmla="*/ 285396 h 676275"/>
                  <a:gd name="connsiteX311" fmla="*/ 594087 w 647700"/>
                  <a:gd name="connsiteY311" fmla="*/ 284539 h 676275"/>
                  <a:gd name="connsiteX312" fmla="*/ 596754 w 647700"/>
                  <a:gd name="connsiteY312" fmla="*/ 283110 h 676275"/>
                  <a:gd name="connsiteX313" fmla="*/ 601040 w 647700"/>
                  <a:gd name="connsiteY313" fmla="*/ 282253 h 676275"/>
                  <a:gd name="connsiteX314" fmla="*/ 603516 w 647700"/>
                  <a:gd name="connsiteY314" fmla="*/ 278443 h 676275"/>
                  <a:gd name="connsiteX315" fmla="*/ 605040 w 647700"/>
                  <a:gd name="connsiteY315" fmla="*/ 278062 h 676275"/>
                  <a:gd name="connsiteX316" fmla="*/ 606469 w 647700"/>
                  <a:gd name="connsiteY316" fmla="*/ 281015 h 676275"/>
                  <a:gd name="connsiteX317" fmla="*/ 608469 w 647700"/>
                  <a:gd name="connsiteY317" fmla="*/ 282158 h 676275"/>
                  <a:gd name="connsiteX318" fmla="*/ 611041 w 647700"/>
                  <a:gd name="connsiteY318" fmla="*/ 281967 h 676275"/>
                  <a:gd name="connsiteX319" fmla="*/ 611231 w 647700"/>
                  <a:gd name="connsiteY319" fmla="*/ 279300 h 676275"/>
                  <a:gd name="connsiteX320" fmla="*/ 610469 w 647700"/>
                  <a:gd name="connsiteY320" fmla="*/ 275585 h 676275"/>
                  <a:gd name="connsiteX321" fmla="*/ 608374 w 647700"/>
                  <a:gd name="connsiteY321" fmla="*/ 273585 h 676275"/>
                  <a:gd name="connsiteX322" fmla="*/ 607422 w 647700"/>
                  <a:gd name="connsiteY322" fmla="*/ 271299 h 676275"/>
                  <a:gd name="connsiteX323" fmla="*/ 608469 w 647700"/>
                  <a:gd name="connsiteY323" fmla="*/ 268823 h 676275"/>
                  <a:gd name="connsiteX324" fmla="*/ 609136 w 647700"/>
                  <a:gd name="connsiteY324" fmla="*/ 264441 h 676275"/>
                  <a:gd name="connsiteX325" fmla="*/ 610184 w 647700"/>
                  <a:gd name="connsiteY325" fmla="*/ 260060 h 676275"/>
                  <a:gd name="connsiteX326" fmla="*/ 611993 w 647700"/>
                  <a:gd name="connsiteY326" fmla="*/ 257964 h 676275"/>
                  <a:gd name="connsiteX327" fmla="*/ 613041 w 647700"/>
                  <a:gd name="connsiteY327" fmla="*/ 254535 h 676275"/>
                  <a:gd name="connsiteX328" fmla="*/ 614375 w 647700"/>
                  <a:gd name="connsiteY328" fmla="*/ 251106 h 676275"/>
                  <a:gd name="connsiteX329" fmla="*/ 615232 w 647700"/>
                  <a:gd name="connsiteY329" fmla="*/ 249011 h 676275"/>
                  <a:gd name="connsiteX330" fmla="*/ 617899 w 647700"/>
                  <a:gd name="connsiteY330" fmla="*/ 245105 h 676275"/>
                  <a:gd name="connsiteX331" fmla="*/ 618566 w 647700"/>
                  <a:gd name="connsiteY331" fmla="*/ 240724 h 676275"/>
                  <a:gd name="connsiteX332" fmla="*/ 620375 w 647700"/>
                  <a:gd name="connsiteY332" fmla="*/ 237771 h 676275"/>
                  <a:gd name="connsiteX333" fmla="*/ 619994 w 647700"/>
                  <a:gd name="connsiteY333" fmla="*/ 234818 h 676275"/>
                  <a:gd name="connsiteX334" fmla="*/ 620280 w 647700"/>
                  <a:gd name="connsiteY334" fmla="*/ 231485 h 676275"/>
                  <a:gd name="connsiteX335" fmla="*/ 621233 w 647700"/>
                  <a:gd name="connsiteY335" fmla="*/ 229675 h 676275"/>
                  <a:gd name="connsiteX336" fmla="*/ 623995 w 647700"/>
                  <a:gd name="connsiteY336" fmla="*/ 230532 h 676275"/>
                  <a:gd name="connsiteX337" fmla="*/ 625709 w 647700"/>
                  <a:gd name="connsiteY337" fmla="*/ 229675 h 676275"/>
                  <a:gd name="connsiteX338" fmla="*/ 627805 w 647700"/>
                  <a:gd name="connsiteY338" fmla="*/ 227865 h 676275"/>
                  <a:gd name="connsiteX339" fmla="*/ 629615 w 647700"/>
                  <a:gd name="connsiteY339" fmla="*/ 226055 h 676275"/>
                  <a:gd name="connsiteX340" fmla="*/ 631996 w 647700"/>
                  <a:gd name="connsiteY340" fmla="*/ 225770 h 676275"/>
                  <a:gd name="connsiteX341" fmla="*/ 632948 w 647700"/>
                  <a:gd name="connsiteY341" fmla="*/ 222626 h 676275"/>
                  <a:gd name="connsiteX342" fmla="*/ 631139 w 647700"/>
                  <a:gd name="connsiteY342" fmla="*/ 219007 h 676275"/>
                  <a:gd name="connsiteX343" fmla="*/ 631139 w 647700"/>
                  <a:gd name="connsiteY343" fmla="*/ 215483 h 676275"/>
                  <a:gd name="connsiteX344" fmla="*/ 634377 w 647700"/>
                  <a:gd name="connsiteY344" fmla="*/ 213959 h 676275"/>
                  <a:gd name="connsiteX345" fmla="*/ 636187 w 647700"/>
                  <a:gd name="connsiteY345" fmla="*/ 212435 h 676275"/>
                  <a:gd name="connsiteX346" fmla="*/ 638187 w 647700"/>
                  <a:gd name="connsiteY346" fmla="*/ 209482 h 676275"/>
                  <a:gd name="connsiteX347" fmla="*/ 641045 w 647700"/>
                  <a:gd name="connsiteY347" fmla="*/ 209291 h 676275"/>
                  <a:gd name="connsiteX348" fmla="*/ 645140 w 647700"/>
                  <a:gd name="connsiteY348" fmla="*/ 208625 h 676275"/>
                  <a:gd name="connsiteX349" fmla="*/ 648665 w 647700"/>
                  <a:gd name="connsiteY349" fmla="*/ 211577 h 676275"/>
                  <a:gd name="connsiteX350" fmla="*/ 646950 w 647700"/>
                  <a:gd name="connsiteY350" fmla="*/ 215006 h 676275"/>
                  <a:gd name="connsiteX351" fmla="*/ 647617 w 647700"/>
                  <a:gd name="connsiteY351" fmla="*/ 216816 h 676275"/>
                  <a:gd name="connsiteX352" fmla="*/ 646474 w 647700"/>
                  <a:gd name="connsiteY352" fmla="*/ 220055 h 676275"/>
                  <a:gd name="connsiteX353" fmla="*/ 644950 w 647700"/>
                  <a:gd name="connsiteY353" fmla="*/ 221864 h 676275"/>
                  <a:gd name="connsiteX354" fmla="*/ 642855 w 647700"/>
                  <a:gd name="connsiteY354" fmla="*/ 219769 h 676275"/>
                  <a:gd name="connsiteX355" fmla="*/ 640664 w 647700"/>
                  <a:gd name="connsiteY355" fmla="*/ 219864 h 676275"/>
                  <a:gd name="connsiteX356" fmla="*/ 639711 w 647700"/>
                  <a:gd name="connsiteY356" fmla="*/ 224246 h 676275"/>
                  <a:gd name="connsiteX357" fmla="*/ 640378 w 647700"/>
                  <a:gd name="connsiteY357" fmla="*/ 228627 h 676275"/>
                  <a:gd name="connsiteX358" fmla="*/ 641616 w 647700"/>
                  <a:gd name="connsiteY358" fmla="*/ 232628 h 676275"/>
                  <a:gd name="connsiteX359" fmla="*/ 640473 w 647700"/>
                  <a:gd name="connsiteY359" fmla="*/ 235199 h 676275"/>
                  <a:gd name="connsiteX360" fmla="*/ 641997 w 647700"/>
                  <a:gd name="connsiteY360" fmla="*/ 239962 h 676275"/>
                  <a:gd name="connsiteX361" fmla="*/ 639711 w 647700"/>
                  <a:gd name="connsiteY361" fmla="*/ 245772 h 676275"/>
                  <a:gd name="connsiteX362" fmla="*/ 637997 w 647700"/>
                  <a:gd name="connsiteY362" fmla="*/ 247201 h 676275"/>
                  <a:gd name="connsiteX363" fmla="*/ 635234 w 647700"/>
                  <a:gd name="connsiteY363" fmla="*/ 247868 h 676275"/>
                  <a:gd name="connsiteX364" fmla="*/ 634473 w 647700"/>
                  <a:gd name="connsiteY364" fmla="*/ 251868 h 676275"/>
                  <a:gd name="connsiteX365" fmla="*/ 632567 w 647700"/>
                  <a:gd name="connsiteY365" fmla="*/ 255202 h 676275"/>
                  <a:gd name="connsiteX366" fmla="*/ 630281 w 647700"/>
                  <a:gd name="connsiteY366" fmla="*/ 260345 h 676275"/>
                  <a:gd name="connsiteX367" fmla="*/ 630186 w 647700"/>
                  <a:gd name="connsiteY367" fmla="*/ 264155 h 676275"/>
                  <a:gd name="connsiteX368" fmla="*/ 632282 w 647700"/>
                  <a:gd name="connsiteY368" fmla="*/ 266251 h 676275"/>
                  <a:gd name="connsiteX369" fmla="*/ 632187 w 647700"/>
                  <a:gd name="connsiteY369" fmla="*/ 268918 h 676275"/>
                  <a:gd name="connsiteX370" fmla="*/ 629234 w 647700"/>
                  <a:gd name="connsiteY370" fmla="*/ 271490 h 676275"/>
                  <a:gd name="connsiteX371" fmla="*/ 628376 w 647700"/>
                  <a:gd name="connsiteY371" fmla="*/ 274442 h 676275"/>
                  <a:gd name="connsiteX372" fmla="*/ 630758 w 647700"/>
                  <a:gd name="connsiteY372" fmla="*/ 276538 h 676275"/>
                  <a:gd name="connsiteX373" fmla="*/ 627996 w 647700"/>
                  <a:gd name="connsiteY373" fmla="*/ 279110 h 676275"/>
                  <a:gd name="connsiteX374" fmla="*/ 625043 w 647700"/>
                  <a:gd name="connsiteY374" fmla="*/ 281205 h 676275"/>
                  <a:gd name="connsiteX375" fmla="*/ 622566 w 647700"/>
                  <a:gd name="connsiteY375" fmla="*/ 283205 h 676275"/>
                  <a:gd name="connsiteX376" fmla="*/ 621518 w 647700"/>
                  <a:gd name="connsiteY376" fmla="*/ 287206 h 676275"/>
                  <a:gd name="connsiteX377" fmla="*/ 619709 w 647700"/>
                  <a:gd name="connsiteY377" fmla="*/ 290063 h 676275"/>
                  <a:gd name="connsiteX378" fmla="*/ 619709 w 647700"/>
                  <a:gd name="connsiteY378" fmla="*/ 295778 h 676275"/>
                  <a:gd name="connsiteX379" fmla="*/ 617042 w 647700"/>
                  <a:gd name="connsiteY379" fmla="*/ 302160 h 676275"/>
                  <a:gd name="connsiteX380" fmla="*/ 615232 w 647700"/>
                  <a:gd name="connsiteY380" fmla="*/ 306637 h 676275"/>
                  <a:gd name="connsiteX381" fmla="*/ 614565 w 647700"/>
                  <a:gd name="connsiteY381" fmla="*/ 313495 h 676275"/>
                  <a:gd name="connsiteX382" fmla="*/ 611803 w 647700"/>
                  <a:gd name="connsiteY382" fmla="*/ 316257 h 676275"/>
                  <a:gd name="connsiteX383" fmla="*/ 608850 w 647700"/>
                  <a:gd name="connsiteY383" fmla="*/ 324353 h 676275"/>
                  <a:gd name="connsiteX384" fmla="*/ 607612 w 647700"/>
                  <a:gd name="connsiteY384" fmla="*/ 337784 h 676275"/>
                  <a:gd name="connsiteX385" fmla="*/ 607993 w 647700"/>
                  <a:gd name="connsiteY385" fmla="*/ 345975 h 676275"/>
                  <a:gd name="connsiteX386" fmla="*/ 606945 w 647700"/>
                  <a:gd name="connsiteY386" fmla="*/ 358072 h 676275"/>
                  <a:gd name="connsiteX387" fmla="*/ 604278 w 647700"/>
                  <a:gd name="connsiteY387" fmla="*/ 366454 h 676275"/>
                  <a:gd name="connsiteX388" fmla="*/ 605993 w 647700"/>
                  <a:gd name="connsiteY388" fmla="*/ 371121 h 676275"/>
                  <a:gd name="connsiteX389" fmla="*/ 610089 w 647700"/>
                  <a:gd name="connsiteY389" fmla="*/ 376265 h 676275"/>
                  <a:gd name="connsiteX390" fmla="*/ 611613 w 647700"/>
                  <a:gd name="connsiteY390" fmla="*/ 383218 h 676275"/>
                  <a:gd name="connsiteX391" fmla="*/ 610660 w 647700"/>
                  <a:gd name="connsiteY391" fmla="*/ 387314 h 676275"/>
                  <a:gd name="connsiteX392" fmla="*/ 607802 w 647700"/>
                  <a:gd name="connsiteY392" fmla="*/ 391886 h 676275"/>
                  <a:gd name="connsiteX393" fmla="*/ 604755 w 647700"/>
                  <a:gd name="connsiteY393" fmla="*/ 395219 h 676275"/>
                  <a:gd name="connsiteX394" fmla="*/ 599706 w 647700"/>
                  <a:gd name="connsiteY394" fmla="*/ 397696 h 676275"/>
                  <a:gd name="connsiteX395" fmla="*/ 596087 w 647700"/>
                  <a:gd name="connsiteY395" fmla="*/ 403887 h 676275"/>
                  <a:gd name="connsiteX396" fmla="*/ 598182 w 647700"/>
                  <a:gd name="connsiteY396" fmla="*/ 409697 h 676275"/>
                  <a:gd name="connsiteX397" fmla="*/ 595134 w 647700"/>
                  <a:gd name="connsiteY397" fmla="*/ 413793 h 676275"/>
                  <a:gd name="connsiteX398" fmla="*/ 592563 w 647700"/>
                  <a:gd name="connsiteY398" fmla="*/ 423413 h 676275"/>
                  <a:gd name="connsiteX399" fmla="*/ 592848 w 647700"/>
                  <a:gd name="connsiteY399" fmla="*/ 434367 h 676275"/>
                  <a:gd name="connsiteX400" fmla="*/ 592943 w 647700"/>
                  <a:gd name="connsiteY400" fmla="*/ 437987 h 676275"/>
                  <a:gd name="connsiteX401" fmla="*/ 592372 w 647700"/>
                  <a:gd name="connsiteY401" fmla="*/ 442559 h 676275"/>
                  <a:gd name="connsiteX402" fmla="*/ 594848 w 647700"/>
                  <a:gd name="connsiteY402" fmla="*/ 448655 h 676275"/>
                  <a:gd name="connsiteX403" fmla="*/ 597801 w 647700"/>
                  <a:gd name="connsiteY403" fmla="*/ 454179 h 676275"/>
                  <a:gd name="connsiteX404" fmla="*/ 598373 w 647700"/>
                  <a:gd name="connsiteY404" fmla="*/ 460370 h 676275"/>
                  <a:gd name="connsiteX405" fmla="*/ 599992 w 647700"/>
                  <a:gd name="connsiteY405" fmla="*/ 467990 h 676275"/>
                  <a:gd name="connsiteX406" fmla="*/ 599611 w 647700"/>
                  <a:gd name="connsiteY406" fmla="*/ 473705 h 676275"/>
                  <a:gd name="connsiteX407" fmla="*/ 596563 w 647700"/>
                  <a:gd name="connsiteY407" fmla="*/ 478658 h 676275"/>
                  <a:gd name="connsiteX408" fmla="*/ 593706 w 647700"/>
                  <a:gd name="connsiteY408" fmla="*/ 484183 h 676275"/>
                  <a:gd name="connsiteX409" fmla="*/ 593039 w 647700"/>
                  <a:gd name="connsiteY409" fmla="*/ 491517 h 676275"/>
                  <a:gd name="connsiteX410" fmla="*/ 594944 w 647700"/>
                  <a:gd name="connsiteY410" fmla="*/ 496565 h 676275"/>
                  <a:gd name="connsiteX411" fmla="*/ 593324 w 647700"/>
                  <a:gd name="connsiteY411" fmla="*/ 502185 h 676275"/>
                  <a:gd name="connsiteX412" fmla="*/ 589800 w 647700"/>
                  <a:gd name="connsiteY412" fmla="*/ 507138 h 676275"/>
                  <a:gd name="connsiteX413" fmla="*/ 586752 w 647700"/>
                  <a:gd name="connsiteY413" fmla="*/ 513329 h 676275"/>
                  <a:gd name="connsiteX414" fmla="*/ 586466 w 647700"/>
                  <a:gd name="connsiteY414" fmla="*/ 521045 h 676275"/>
                  <a:gd name="connsiteX415" fmla="*/ 586657 w 647700"/>
                  <a:gd name="connsiteY415" fmla="*/ 527998 h 676275"/>
                  <a:gd name="connsiteX416" fmla="*/ 584371 w 647700"/>
                  <a:gd name="connsiteY416" fmla="*/ 534761 h 676275"/>
                  <a:gd name="connsiteX417" fmla="*/ 585990 w 647700"/>
                  <a:gd name="connsiteY417" fmla="*/ 540285 h 676275"/>
                  <a:gd name="connsiteX418" fmla="*/ 588467 w 647700"/>
                  <a:gd name="connsiteY418" fmla="*/ 545238 h 676275"/>
                  <a:gd name="connsiteX419" fmla="*/ 590086 w 647700"/>
                  <a:gd name="connsiteY419" fmla="*/ 548858 h 676275"/>
                  <a:gd name="connsiteX420" fmla="*/ 588467 w 647700"/>
                  <a:gd name="connsiteY420" fmla="*/ 551715 h 676275"/>
                  <a:gd name="connsiteX421" fmla="*/ 587990 w 647700"/>
                  <a:gd name="connsiteY421" fmla="*/ 554573 h 676275"/>
                  <a:gd name="connsiteX422" fmla="*/ 592086 w 647700"/>
                  <a:gd name="connsiteY422" fmla="*/ 559621 h 676275"/>
                  <a:gd name="connsiteX423" fmla="*/ 593515 w 647700"/>
                  <a:gd name="connsiteY423" fmla="*/ 563717 h 676275"/>
                  <a:gd name="connsiteX424" fmla="*/ 591229 w 647700"/>
                  <a:gd name="connsiteY424" fmla="*/ 568098 h 676275"/>
                  <a:gd name="connsiteX425" fmla="*/ 590943 w 647700"/>
                  <a:gd name="connsiteY425" fmla="*/ 571527 h 676275"/>
                  <a:gd name="connsiteX426" fmla="*/ 592658 w 647700"/>
                  <a:gd name="connsiteY426" fmla="*/ 574670 h 676275"/>
                  <a:gd name="connsiteX427" fmla="*/ 597039 w 647700"/>
                  <a:gd name="connsiteY427" fmla="*/ 579909 h 676275"/>
                  <a:gd name="connsiteX428" fmla="*/ 599325 w 647700"/>
                  <a:gd name="connsiteY428" fmla="*/ 584862 h 676275"/>
                  <a:gd name="connsiteX429" fmla="*/ 599040 w 647700"/>
                  <a:gd name="connsiteY429" fmla="*/ 592196 h 676275"/>
                  <a:gd name="connsiteX430" fmla="*/ 600468 w 647700"/>
                  <a:gd name="connsiteY430" fmla="*/ 596292 h 676275"/>
                  <a:gd name="connsiteX431" fmla="*/ 605326 w 647700"/>
                  <a:gd name="connsiteY431" fmla="*/ 599721 h 676275"/>
                  <a:gd name="connsiteX432" fmla="*/ 608469 w 647700"/>
                  <a:gd name="connsiteY432" fmla="*/ 605341 h 676275"/>
                  <a:gd name="connsiteX433" fmla="*/ 610184 w 647700"/>
                  <a:gd name="connsiteY433" fmla="*/ 609056 h 676275"/>
                  <a:gd name="connsiteX434" fmla="*/ 609326 w 647700"/>
                  <a:gd name="connsiteY434" fmla="*/ 613342 h 676275"/>
                  <a:gd name="connsiteX435" fmla="*/ 609898 w 647700"/>
                  <a:gd name="connsiteY435" fmla="*/ 620867 h 676275"/>
                  <a:gd name="connsiteX436" fmla="*/ 609612 w 647700"/>
                  <a:gd name="connsiteY436" fmla="*/ 624677 h 676275"/>
                  <a:gd name="connsiteX437" fmla="*/ 607612 w 647700"/>
                  <a:gd name="connsiteY437" fmla="*/ 628677 h 676275"/>
                  <a:gd name="connsiteX438" fmla="*/ 607326 w 647700"/>
                  <a:gd name="connsiteY438" fmla="*/ 632773 h 676275"/>
                  <a:gd name="connsiteX439" fmla="*/ 610755 w 647700"/>
                  <a:gd name="connsiteY439" fmla="*/ 637440 h 676275"/>
                  <a:gd name="connsiteX440" fmla="*/ 612851 w 647700"/>
                  <a:gd name="connsiteY440" fmla="*/ 644489 h 676275"/>
                  <a:gd name="connsiteX441" fmla="*/ 614089 w 647700"/>
                  <a:gd name="connsiteY441" fmla="*/ 650299 h 676275"/>
                  <a:gd name="connsiteX442" fmla="*/ 614184 w 647700"/>
                  <a:gd name="connsiteY442" fmla="*/ 651918 h 676275"/>
                  <a:gd name="connsiteX443" fmla="*/ 434352 w 647700"/>
                  <a:gd name="connsiteY443" fmla="*/ 672207 h 676275"/>
                  <a:gd name="connsiteX444" fmla="*/ 290239 w 647700"/>
                  <a:gd name="connsiteY444" fmla="*/ 685637 h 676275"/>
                  <a:gd name="connsiteX445" fmla="*/ 290334 w 647700"/>
                  <a:gd name="connsiteY445" fmla="*/ 685256 h 676275"/>
                  <a:gd name="connsiteX446" fmla="*/ 289382 w 647700"/>
                  <a:gd name="connsiteY446" fmla="*/ 680874 h 676275"/>
                  <a:gd name="connsiteX447" fmla="*/ 286239 w 647700"/>
                  <a:gd name="connsiteY447" fmla="*/ 675540 h 676275"/>
                  <a:gd name="connsiteX448" fmla="*/ 281285 w 647700"/>
                  <a:gd name="connsiteY448" fmla="*/ 667349 h 676275"/>
                  <a:gd name="connsiteX449" fmla="*/ 274332 w 647700"/>
                  <a:gd name="connsiteY449" fmla="*/ 664967 h 676275"/>
                  <a:gd name="connsiteX450" fmla="*/ 261188 w 647700"/>
                  <a:gd name="connsiteY450" fmla="*/ 663824 h 676275"/>
                  <a:gd name="connsiteX451" fmla="*/ 252139 w 647700"/>
                  <a:gd name="connsiteY451" fmla="*/ 660681 h 676275"/>
                  <a:gd name="connsiteX452" fmla="*/ 243185 w 647700"/>
                  <a:gd name="connsiteY452" fmla="*/ 656014 h 676275"/>
                  <a:gd name="connsiteX453" fmla="*/ 238994 w 647700"/>
                  <a:gd name="connsiteY453" fmla="*/ 652299 h 676275"/>
                  <a:gd name="connsiteX454" fmla="*/ 235756 w 647700"/>
                  <a:gd name="connsiteY454" fmla="*/ 642012 h 676275"/>
                  <a:gd name="connsiteX455" fmla="*/ 234518 w 647700"/>
                  <a:gd name="connsiteY455" fmla="*/ 634964 h 676275"/>
                  <a:gd name="connsiteX456" fmla="*/ 230136 w 647700"/>
                  <a:gd name="connsiteY456" fmla="*/ 631820 h 676275"/>
                  <a:gd name="connsiteX457" fmla="*/ 227850 w 647700"/>
                  <a:gd name="connsiteY457" fmla="*/ 627725 h 676275"/>
                  <a:gd name="connsiteX458" fmla="*/ 226707 w 647700"/>
                  <a:gd name="connsiteY458" fmla="*/ 619057 h 676275"/>
                  <a:gd name="connsiteX459" fmla="*/ 223278 w 647700"/>
                  <a:gd name="connsiteY459" fmla="*/ 611246 h 676275"/>
                  <a:gd name="connsiteX460" fmla="*/ 222040 w 647700"/>
                  <a:gd name="connsiteY460" fmla="*/ 597054 h 676275"/>
                  <a:gd name="connsiteX461" fmla="*/ 225850 w 647700"/>
                  <a:gd name="connsiteY461" fmla="*/ 590577 h 676275"/>
                  <a:gd name="connsiteX462" fmla="*/ 227946 w 647700"/>
                  <a:gd name="connsiteY462" fmla="*/ 583910 h 676275"/>
                  <a:gd name="connsiteX463" fmla="*/ 230803 w 647700"/>
                  <a:gd name="connsiteY463" fmla="*/ 579814 h 676275"/>
                  <a:gd name="connsiteX464" fmla="*/ 231470 w 647700"/>
                  <a:gd name="connsiteY464" fmla="*/ 575813 h 676275"/>
                  <a:gd name="connsiteX465" fmla="*/ 230327 w 647700"/>
                  <a:gd name="connsiteY465" fmla="*/ 571622 h 676275"/>
                  <a:gd name="connsiteX466" fmla="*/ 225374 w 647700"/>
                  <a:gd name="connsiteY466" fmla="*/ 566288 h 676275"/>
                  <a:gd name="connsiteX467" fmla="*/ 219754 w 647700"/>
                  <a:gd name="connsiteY467" fmla="*/ 563431 h 676275"/>
                  <a:gd name="connsiteX468" fmla="*/ 213658 w 647700"/>
                  <a:gd name="connsiteY468" fmla="*/ 561145 h 676275"/>
                  <a:gd name="connsiteX469" fmla="*/ 212991 w 647700"/>
                  <a:gd name="connsiteY469" fmla="*/ 558478 h 676275"/>
                  <a:gd name="connsiteX470" fmla="*/ 214230 w 647700"/>
                  <a:gd name="connsiteY470" fmla="*/ 555049 h 676275"/>
                  <a:gd name="connsiteX471" fmla="*/ 214420 w 647700"/>
                  <a:gd name="connsiteY471" fmla="*/ 549715 h 676275"/>
                  <a:gd name="connsiteX472" fmla="*/ 210610 w 647700"/>
                  <a:gd name="connsiteY472" fmla="*/ 545714 h 676275"/>
                  <a:gd name="connsiteX473" fmla="*/ 212134 w 647700"/>
                  <a:gd name="connsiteY473" fmla="*/ 540666 h 676275"/>
                  <a:gd name="connsiteX474" fmla="*/ 211372 w 647700"/>
                  <a:gd name="connsiteY474" fmla="*/ 537904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</a:cxnLst>
                <a:rect l="l" t="t" r="r" b="b"/>
                <a:pathLst>
                  <a:path w="647700" h="676275">
                    <a:moveTo>
                      <a:pt x="211372" y="537904"/>
                    </a:moveTo>
                    <a:cubicBezTo>
                      <a:pt x="211086" y="537142"/>
                      <a:pt x="210705" y="536380"/>
                      <a:pt x="210515" y="535808"/>
                    </a:cubicBezTo>
                    <a:cubicBezTo>
                      <a:pt x="209943" y="534856"/>
                      <a:pt x="208038" y="533522"/>
                      <a:pt x="207657" y="532570"/>
                    </a:cubicBezTo>
                    <a:cubicBezTo>
                      <a:pt x="207181" y="531332"/>
                      <a:pt x="207943" y="528665"/>
                      <a:pt x="207657" y="527426"/>
                    </a:cubicBezTo>
                    <a:cubicBezTo>
                      <a:pt x="207372" y="526188"/>
                      <a:pt x="205466" y="523997"/>
                      <a:pt x="205085" y="522759"/>
                    </a:cubicBezTo>
                    <a:cubicBezTo>
                      <a:pt x="204705" y="521426"/>
                      <a:pt x="205276" y="518663"/>
                      <a:pt x="204990" y="517330"/>
                    </a:cubicBezTo>
                    <a:cubicBezTo>
                      <a:pt x="204705" y="516377"/>
                      <a:pt x="203276" y="514758"/>
                      <a:pt x="202990" y="513806"/>
                    </a:cubicBezTo>
                    <a:cubicBezTo>
                      <a:pt x="202514" y="512282"/>
                      <a:pt x="202323" y="509043"/>
                      <a:pt x="202609" y="507424"/>
                    </a:cubicBezTo>
                    <a:cubicBezTo>
                      <a:pt x="202799" y="505995"/>
                      <a:pt x="204133" y="503328"/>
                      <a:pt x="204514" y="501899"/>
                    </a:cubicBezTo>
                    <a:cubicBezTo>
                      <a:pt x="204895" y="500375"/>
                      <a:pt x="205752" y="497232"/>
                      <a:pt x="205466" y="495708"/>
                    </a:cubicBezTo>
                    <a:cubicBezTo>
                      <a:pt x="205181" y="494375"/>
                      <a:pt x="203181" y="492184"/>
                      <a:pt x="202514" y="490946"/>
                    </a:cubicBezTo>
                    <a:cubicBezTo>
                      <a:pt x="201847" y="489707"/>
                      <a:pt x="200894" y="487040"/>
                      <a:pt x="200132" y="485897"/>
                    </a:cubicBezTo>
                    <a:cubicBezTo>
                      <a:pt x="198894" y="483897"/>
                      <a:pt x="195465" y="480563"/>
                      <a:pt x="193941" y="478849"/>
                    </a:cubicBezTo>
                    <a:cubicBezTo>
                      <a:pt x="192036" y="476753"/>
                      <a:pt x="188036" y="472848"/>
                      <a:pt x="186321" y="470657"/>
                    </a:cubicBezTo>
                    <a:cubicBezTo>
                      <a:pt x="184702" y="468657"/>
                      <a:pt x="182416" y="463799"/>
                      <a:pt x="180225" y="462466"/>
                    </a:cubicBezTo>
                    <a:cubicBezTo>
                      <a:pt x="178415" y="461323"/>
                      <a:pt x="173939" y="460942"/>
                      <a:pt x="171748" y="460751"/>
                    </a:cubicBezTo>
                    <a:cubicBezTo>
                      <a:pt x="169748" y="460561"/>
                      <a:pt x="165652" y="461609"/>
                      <a:pt x="163652" y="461037"/>
                    </a:cubicBezTo>
                    <a:cubicBezTo>
                      <a:pt x="161747" y="460466"/>
                      <a:pt x="158604" y="457989"/>
                      <a:pt x="157080" y="456656"/>
                    </a:cubicBezTo>
                    <a:cubicBezTo>
                      <a:pt x="155651" y="455417"/>
                      <a:pt x="153555" y="452274"/>
                      <a:pt x="152126" y="451036"/>
                    </a:cubicBezTo>
                    <a:cubicBezTo>
                      <a:pt x="151269" y="450274"/>
                      <a:pt x="149269" y="449131"/>
                      <a:pt x="148316" y="448464"/>
                    </a:cubicBezTo>
                    <a:cubicBezTo>
                      <a:pt x="147745" y="448083"/>
                      <a:pt x="146602" y="447035"/>
                      <a:pt x="146031" y="446654"/>
                    </a:cubicBezTo>
                    <a:cubicBezTo>
                      <a:pt x="144506" y="445511"/>
                      <a:pt x="141268" y="443511"/>
                      <a:pt x="139554" y="442654"/>
                    </a:cubicBezTo>
                    <a:cubicBezTo>
                      <a:pt x="138030" y="441892"/>
                      <a:pt x="134505" y="441130"/>
                      <a:pt x="133172" y="440082"/>
                    </a:cubicBezTo>
                    <a:cubicBezTo>
                      <a:pt x="132124" y="439225"/>
                      <a:pt x="130790" y="436844"/>
                      <a:pt x="130029" y="435701"/>
                    </a:cubicBezTo>
                    <a:cubicBezTo>
                      <a:pt x="129362" y="434558"/>
                      <a:pt x="128123" y="432367"/>
                      <a:pt x="127647" y="431129"/>
                    </a:cubicBezTo>
                    <a:cubicBezTo>
                      <a:pt x="127076" y="429890"/>
                      <a:pt x="126599" y="427128"/>
                      <a:pt x="125838" y="426080"/>
                    </a:cubicBezTo>
                    <a:cubicBezTo>
                      <a:pt x="125361" y="425414"/>
                      <a:pt x="123647" y="424842"/>
                      <a:pt x="123266" y="424080"/>
                    </a:cubicBezTo>
                    <a:cubicBezTo>
                      <a:pt x="122885" y="423128"/>
                      <a:pt x="123742" y="420937"/>
                      <a:pt x="123551" y="419794"/>
                    </a:cubicBezTo>
                    <a:cubicBezTo>
                      <a:pt x="123361" y="418651"/>
                      <a:pt x="122504" y="416365"/>
                      <a:pt x="121742" y="415603"/>
                    </a:cubicBezTo>
                    <a:cubicBezTo>
                      <a:pt x="120504" y="414269"/>
                      <a:pt x="116979" y="412936"/>
                      <a:pt x="115360" y="412174"/>
                    </a:cubicBezTo>
                    <a:cubicBezTo>
                      <a:pt x="113741" y="411412"/>
                      <a:pt x="110216" y="410269"/>
                      <a:pt x="108597" y="409602"/>
                    </a:cubicBezTo>
                    <a:cubicBezTo>
                      <a:pt x="106121" y="408650"/>
                      <a:pt x="101358" y="406649"/>
                      <a:pt x="98787" y="405983"/>
                    </a:cubicBezTo>
                    <a:cubicBezTo>
                      <a:pt x="96024" y="405221"/>
                      <a:pt x="89928" y="405411"/>
                      <a:pt x="87356" y="404173"/>
                    </a:cubicBezTo>
                    <a:cubicBezTo>
                      <a:pt x="85547" y="403316"/>
                      <a:pt x="82880" y="400172"/>
                      <a:pt x="81546" y="398648"/>
                    </a:cubicBezTo>
                    <a:cubicBezTo>
                      <a:pt x="80403" y="397315"/>
                      <a:pt x="78689" y="394362"/>
                      <a:pt x="77736" y="392838"/>
                    </a:cubicBezTo>
                    <a:cubicBezTo>
                      <a:pt x="76784" y="391314"/>
                      <a:pt x="75641" y="387599"/>
                      <a:pt x="74022" y="386742"/>
                    </a:cubicBezTo>
                    <a:cubicBezTo>
                      <a:pt x="72497" y="385980"/>
                      <a:pt x="68878" y="387504"/>
                      <a:pt x="67259" y="387123"/>
                    </a:cubicBezTo>
                    <a:cubicBezTo>
                      <a:pt x="66306" y="386933"/>
                      <a:pt x="64687" y="385790"/>
                      <a:pt x="63734" y="385599"/>
                    </a:cubicBezTo>
                    <a:cubicBezTo>
                      <a:pt x="62210" y="385218"/>
                      <a:pt x="59067" y="385123"/>
                      <a:pt x="57543" y="385218"/>
                    </a:cubicBezTo>
                    <a:cubicBezTo>
                      <a:pt x="56210" y="385313"/>
                      <a:pt x="53543" y="386552"/>
                      <a:pt x="52305" y="386075"/>
                    </a:cubicBezTo>
                    <a:cubicBezTo>
                      <a:pt x="51257" y="385599"/>
                      <a:pt x="50495" y="382932"/>
                      <a:pt x="49542" y="382265"/>
                    </a:cubicBezTo>
                    <a:cubicBezTo>
                      <a:pt x="48685" y="381694"/>
                      <a:pt x="46399" y="381599"/>
                      <a:pt x="45447" y="381122"/>
                    </a:cubicBezTo>
                    <a:cubicBezTo>
                      <a:pt x="44494" y="380646"/>
                      <a:pt x="42780" y="379122"/>
                      <a:pt x="42017" y="378265"/>
                    </a:cubicBezTo>
                    <a:cubicBezTo>
                      <a:pt x="41255" y="377408"/>
                      <a:pt x="40208" y="375407"/>
                      <a:pt x="39446" y="374550"/>
                    </a:cubicBezTo>
                    <a:cubicBezTo>
                      <a:pt x="38207" y="373312"/>
                      <a:pt x="35064" y="371693"/>
                      <a:pt x="33635" y="370550"/>
                    </a:cubicBezTo>
                    <a:cubicBezTo>
                      <a:pt x="32397" y="369597"/>
                      <a:pt x="30302" y="367311"/>
                      <a:pt x="29064" y="366263"/>
                    </a:cubicBezTo>
                    <a:cubicBezTo>
                      <a:pt x="28206" y="365501"/>
                      <a:pt x="26492" y="363977"/>
                      <a:pt x="25539" y="363311"/>
                    </a:cubicBezTo>
                    <a:cubicBezTo>
                      <a:pt x="24396" y="362549"/>
                      <a:pt x="21443" y="361691"/>
                      <a:pt x="20586" y="360644"/>
                    </a:cubicBezTo>
                    <a:cubicBezTo>
                      <a:pt x="20015" y="359882"/>
                      <a:pt x="19443" y="357977"/>
                      <a:pt x="19634" y="357119"/>
                    </a:cubicBezTo>
                    <a:cubicBezTo>
                      <a:pt x="19919" y="355976"/>
                      <a:pt x="22205" y="354548"/>
                      <a:pt x="22587" y="353500"/>
                    </a:cubicBezTo>
                    <a:cubicBezTo>
                      <a:pt x="22967" y="352452"/>
                      <a:pt x="22587" y="349976"/>
                      <a:pt x="22682" y="348833"/>
                    </a:cubicBezTo>
                    <a:cubicBezTo>
                      <a:pt x="22872" y="347309"/>
                      <a:pt x="24015" y="344356"/>
                      <a:pt x="23825" y="342927"/>
                    </a:cubicBezTo>
                    <a:cubicBezTo>
                      <a:pt x="23730" y="341784"/>
                      <a:pt x="21920" y="339784"/>
                      <a:pt x="22015" y="338736"/>
                    </a:cubicBezTo>
                    <a:cubicBezTo>
                      <a:pt x="22110" y="337498"/>
                      <a:pt x="24301" y="335593"/>
                      <a:pt x="24587" y="334355"/>
                    </a:cubicBezTo>
                    <a:cubicBezTo>
                      <a:pt x="24872" y="332926"/>
                      <a:pt x="24110" y="329878"/>
                      <a:pt x="23539" y="328544"/>
                    </a:cubicBezTo>
                    <a:cubicBezTo>
                      <a:pt x="23158" y="327687"/>
                      <a:pt x="21634" y="326354"/>
                      <a:pt x="21443" y="325401"/>
                    </a:cubicBezTo>
                    <a:cubicBezTo>
                      <a:pt x="21063" y="323972"/>
                      <a:pt x="22491" y="320924"/>
                      <a:pt x="22110" y="319496"/>
                    </a:cubicBezTo>
                    <a:cubicBezTo>
                      <a:pt x="21824" y="318257"/>
                      <a:pt x="19919" y="316257"/>
                      <a:pt x="19157" y="315209"/>
                    </a:cubicBezTo>
                    <a:cubicBezTo>
                      <a:pt x="18586" y="314543"/>
                      <a:pt x="17062" y="313495"/>
                      <a:pt x="16872" y="312638"/>
                    </a:cubicBezTo>
                    <a:cubicBezTo>
                      <a:pt x="16681" y="311590"/>
                      <a:pt x="17633" y="309304"/>
                      <a:pt x="18300" y="308351"/>
                    </a:cubicBezTo>
                    <a:cubicBezTo>
                      <a:pt x="19062" y="307304"/>
                      <a:pt x="21824" y="306446"/>
                      <a:pt x="22396" y="305399"/>
                    </a:cubicBezTo>
                    <a:cubicBezTo>
                      <a:pt x="22872" y="304637"/>
                      <a:pt x="22872" y="302636"/>
                      <a:pt x="22682" y="301779"/>
                    </a:cubicBezTo>
                    <a:cubicBezTo>
                      <a:pt x="22396" y="300827"/>
                      <a:pt x="20777" y="299493"/>
                      <a:pt x="20586" y="298541"/>
                    </a:cubicBezTo>
                    <a:cubicBezTo>
                      <a:pt x="20396" y="297683"/>
                      <a:pt x="21253" y="295969"/>
                      <a:pt x="21158" y="295112"/>
                    </a:cubicBezTo>
                    <a:cubicBezTo>
                      <a:pt x="21063" y="294159"/>
                      <a:pt x="19824" y="292445"/>
                      <a:pt x="19919" y="291397"/>
                    </a:cubicBezTo>
                    <a:cubicBezTo>
                      <a:pt x="19919" y="290349"/>
                      <a:pt x="21539" y="288635"/>
                      <a:pt x="21634" y="287587"/>
                    </a:cubicBezTo>
                    <a:cubicBezTo>
                      <a:pt x="21634" y="285682"/>
                      <a:pt x="19157" y="282443"/>
                      <a:pt x="19062" y="280634"/>
                    </a:cubicBezTo>
                    <a:cubicBezTo>
                      <a:pt x="18967" y="279110"/>
                      <a:pt x="20110" y="276062"/>
                      <a:pt x="20872" y="274633"/>
                    </a:cubicBezTo>
                    <a:cubicBezTo>
                      <a:pt x="21539" y="273395"/>
                      <a:pt x="24015" y="271585"/>
                      <a:pt x="24396" y="270251"/>
                    </a:cubicBezTo>
                    <a:cubicBezTo>
                      <a:pt x="24682" y="269108"/>
                      <a:pt x="23634" y="266727"/>
                      <a:pt x="23825" y="265584"/>
                    </a:cubicBezTo>
                    <a:cubicBezTo>
                      <a:pt x="24015" y="264632"/>
                      <a:pt x="24872" y="262822"/>
                      <a:pt x="25349" y="262060"/>
                    </a:cubicBezTo>
                    <a:cubicBezTo>
                      <a:pt x="25825" y="261298"/>
                      <a:pt x="27444" y="260155"/>
                      <a:pt x="27921" y="259393"/>
                    </a:cubicBezTo>
                    <a:cubicBezTo>
                      <a:pt x="28492" y="258345"/>
                      <a:pt x="28873" y="255869"/>
                      <a:pt x="28778" y="254726"/>
                    </a:cubicBezTo>
                    <a:cubicBezTo>
                      <a:pt x="28682" y="253392"/>
                      <a:pt x="27539" y="250820"/>
                      <a:pt x="26777" y="249773"/>
                    </a:cubicBezTo>
                    <a:cubicBezTo>
                      <a:pt x="26206" y="249011"/>
                      <a:pt x="24491" y="247868"/>
                      <a:pt x="23825" y="247201"/>
                    </a:cubicBezTo>
                    <a:cubicBezTo>
                      <a:pt x="22967" y="246344"/>
                      <a:pt x="20967" y="244629"/>
                      <a:pt x="20396" y="243486"/>
                    </a:cubicBezTo>
                    <a:cubicBezTo>
                      <a:pt x="19919" y="242534"/>
                      <a:pt x="19729" y="240248"/>
                      <a:pt x="19443" y="239295"/>
                    </a:cubicBezTo>
                    <a:cubicBezTo>
                      <a:pt x="19253" y="238533"/>
                      <a:pt x="18776" y="237104"/>
                      <a:pt x="18300" y="236438"/>
                    </a:cubicBezTo>
                    <a:cubicBezTo>
                      <a:pt x="17538" y="235295"/>
                      <a:pt x="15633" y="233009"/>
                      <a:pt x="14300" y="232913"/>
                    </a:cubicBezTo>
                    <a:cubicBezTo>
                      <a:pt x="13062" y="232818"/>
                      <a:pt x="11538" y="235295"/>
                      <a:pt x="10299" y="235580"/>
                    </a:cubicBezTo>
                    <a:cubicBezTo>
                      <a:pt x="9061" y="235961"/>
                      <a:pt x="6489" y="235771"/>
                      <a:pt x="5156" y="235485"/>
                    </a:cubicBezTo>
                    <a:cubicBezTo>
                      <a:pt x="3822" y="235104"/>
                      <a:pt x="774" y="233961"/>
                      <a:pt x="203" y="232628"/>
                    </a:cubicBezTo>
                    <a:cubicBezTo>
                      <a:pt x="-369" y="231104"/>
                      <a:pt x="2203" y="227960"/>
                      <a:pt x="2108" y="226436"/>
                    </a:cubicBezTo>
                    <a:cubicBezTo>
                      <a:pt x="2013" y="225484"/>
                      <a:pt x="489" y="223865"/>
                      <a:pt x="203" y="222912"/>
                    </a:cubicBezTo>
                    <a:cubicBezTo>
                      <a:pt x="-178" y="221007"/>
                      <a:pt x="12" y="216911"/>
                      <a:pt x="489" y="215006"/>
                    </a:cubicBezTo>
                    <a:cubicBezTo>
                      <a:pt x="774" y="213768"/>
                      <a:pt x="1917" y="211387"/>
                      <a:pt x="2774" y="210434"/>
                    </a:cubicBezTo>
                    <a:cubicBezTo>
                      <a:pt x="3822" y="209291"/>
                      <a:pt x="6680" y="208053"/>
                      <a:pt x="7727" y="207005"/>
                    </a:cubicBezTo>
                    <a:cubicBezTo>
                      <a:pt x="8585" y="206148"/>
                      <a:pt x="10204" y="204243"/>
                      <a:pt x="10585" y="203005"/>
                    </a:cubicBezTo>
                    <a:cubicBezTo>
                      <a:pt x="10871" y="202243"/>
                      <a:pt x="10394" y="200433"/>
                      <a:pt x="10585" y="199576"/>
                    </a:cubicBezTo>
                    <a:cubicBezTo>
                      <a:pt x="10775" y="198814"/>
                      <a:pt x="11538" y="197576"/>
                      <a:pt x="11728" y="196909"/>
                    </a:cubicBezTo>
                    <a:cubicBezTo>
                      <a:pt x="11918" y="195861"/>
                      <a:pt x="11156" y="193766"/>
                      <a:pt x="11538" y="192813"/>
                    </a:cubicBezTo>
                    <a:cubicBezTo>
                      <a:pt x="11918" y="192146"/>
                      <a:pt x="13538" y="191765"/>
                      <a:pt x="14014" y="191099"/>
                    </a:cubicBezTo>
                    <a:cubicBezTo>
                      <a:pt x="14871" y="189765"/>
                      <a:pt x="14395" y="186241"/>
                      <a:pt x="15157" y="184907"/>
                    </a:cubicBezTo>
                    <a:cubicBezTo>
                      <a:pt x="16109" y="183002"/>
                      <a:pt x="19539" y="180240"/>
                      <a:pt x="21253" y="179002"/>
                    </a:cubicBezTo>
                    <a:cubicBezTo>
                      <a:pt x="22777" y="177954"/>
                      <a:pt x="26301" y="176621"/>
                      <a:pt x="27730" y="175573"/>
                    </a:cubicBezTo>
                    <a:cubicBezTo>
                      <a:pt x="28682" y="174906"/>
                      <a:pt x="30588" y="173287"/>
                      <a:pt x="31254" y="172334"/>
                    </a:cubicBezTo>
                    <a:cubicBezTo>
                      <a:pt x="31826" y="171477"/>
                      <a:pt x="31730" y="169096"/>
                      <a:pt x="32492" y="168429"/>
                    </a:cubicBezTo>
                    <a:cubicBezTo>
                      <a:pt x="33159" y="167858"/>
                      <a:pt x="34874" y="167667"/>
                      <a:pt x="35731" y="167667"/>
                    </a:cubicBezTo>
                    <a:cubicBezTo>
                      <a:pt x="36779" y="167667"/>
                      <a:pt x="38779" y="168905"/>
                      <a:pt x="39827" y="168620"/>
                    </a:cubicBezTo>
                    <a:cubicBezTo>
                      <a:pt x="40684" y="168429"/>
                      <a:pt x="41922" y="167096"/>
                      <a:pt x="42398" y="166334"/>
                    </a:cubicBezTo>
                    <a:cubicBezTo>
                      <a:pt x="42970" y="165381"/>
                      <a:pt x="42684" y="163000"/>
                      <a:pt x="43256" y="162047"/>
                    </a:cubicBezTo>
                    <a:cubicBezTo>
                      <a:pt x="43637" y="161381"/>
                      <a:pt x="44780" y="160238"/>
                      <a:pt x="45542" y="159952"/>
                    </a:cubicBezTo>
                    <a:cubicBezTo>
                      <a:pt x="46113" y="159666"/>
                      <a:pt x="47447" y="159857"/>
                      <a:pt x="48114" y="159952"/>
                    </a:cubicBezTo>
                    <a:cubicBezTo>
                      <a:pt x="48685" y="160047"/>
                      <a:pt x="49638" y="160714"/>
                      <a:pt x="50209" y="160809"/>
                    </a:cubicBezTo>
                    <a:cubicBezTo>
                      <a:pt x="50876" y="160904"/>
                      <a:pt x="52400" y="160714"/>
                      <a:pt x="52876" y="160238"/>
                    </a:cubicBezTo>
                    <a:cubicBezTo>
                      <a:pt x="53638" y="159571"/>
                      <a:pt x="53924" y="157285"/>
                      <a:pt x="54114" y="156237"/>
                    </a:cubicBezTo>
                    <a:cubicBezTo>
                      <a:pt x="54305" y="155189"/>
                      <a:pt x="53638" y="152618"/>
                      <a:pt x="54495" y="151856"/>
                    </a:cubicBezTo>
                    <a:cubicBezTo>
                      <a:pt x="55067" y="151284"/>
                      <a:pt x="57067" y="152237"/>
                      <a:pt x="57639" y="151760"/>
                    </a:cubicBezTo>
                    <a:cubicBezTo>
                      <a:pt x="58496" y="151094"/>
                      <a:pt x="58591" y="147569"/>
                      <a:pt x="58591" y="147569"/>
                    </a:cubicBezTo>
                    <a:lnTo>
                      <a:pt x="50971" y="60130"/>
                    </a:lnTo>
                    <a:cubicBezTo>
                      <a:pt x="50971" y="60130"/>
                      <a:pt x="53257" y="61082"/>
                      <a:pt x="54019" y="61273"/>
                    </a:cubicBezTo>
                    <a:cubicBezTo>
                      <a:pt x="55257" y="61749"/>
                      <a:pt x="57829" y="63083"/>
                      <a:pt x="59163" y="62797"/>
                    </a:cubicBezTo>
                    <a:cubicBezTo>
                      <a:pt x="60591" y="62416"/>
                      <a:pt x="63068" y="60035"/>
                      <a:pt x="63544" y="58606"/>
                    </a:cubicBezTo>
                    <a:cubicBezTo>
                      <a:pt x="63925" y="57749"/>
                      <a:pt x="63925" y="55463"/>
                      <a:pt x="63354" y="54701"/>
                    </a:cubicBezTo>
                    <a:cubicBezTo>
                      <a:pt x="62877" y="54034"/>
                      <a:pt x="60687" y="54224"/>
                      <a:pt x="60401" y="53462"/>
                    </a:cubicBezTo>
                    <a:cubicBezTo>
                      <a:pt x="60115" y="52796"/>
                      <a:pt x="61067" y="51081"/>
                      <a:pt x="61639" y="50700"/>
                    </a:cubicBezTo>
                    <a:cubicBezTo>
                      <a:pt x="62401" y="50224"/>
                      <a:pt x="64687" y="51272"/>
                      <a:pt x="65449" y="50700"/>
                    </a:cubicBezTo>
                    <a:cubicBezTo>
                      <a:pt x="66306" y="50129"/>
                      <a:pt x="66211" y="47462"/>
                      <a:pt x="67068" y="46795"/>
                    </a:cubicBezTo>
                    <a:cubicBezTo>
                      <a:pt x="68021" y="46033"/>
                      <a:pt x="70688" y="46509"/>
                      <a:pt x="71831" y="46128"/>
                    </a:cubicBezTo>
                    <a:cubicBezTo>
                      <a:pt x="72212" y="46033"/>
                      <a:pt x="72783" y="45842"/>
                      <a:pt x="73450" y="45747"/>
                    </a:cubicBezTo>
                    <a:cubicBezTo>
                      <a:pt x="74022" y="46700"/>
                      <a:pt x="74879" y="47747"/>
                      <a:pt x="75355" y="48319"/>
                    </a:cubicBezTo>
                    <a:cubicBezTo>
                      <a:pt x="76212" y="49176"/>
                      <a:pt x="78213" y="50795"/>
                      <a:pt x="79355" y="51272"/>
                    </a:cubicBezTo>
                    <a:cubicBezTo>
                      <a:pt x="80498" y="51748"/>
                      <a:pt x="83070" y="51938"/>
                      <a:pt x="84213" y="52224"/>
                    </a:cubicBezTo>
                    <a:cubicBezTo>
                      <a:pt x="85356" y="52510"/>
                      <a:pt x="87356" y="53653"/>
                      <a:pt x="88499" y="54034"/>
                    </a:cubicBezTo>
                    <a:cubicBezTo>
                      <a:pt x="89547" y="54320"/>
                      <a:pt x="91738" y="54796"/>
                      <a:pt x="92786" y="54605"/>
                    </a:cubicBezTo>
                    <a:cubicBezTo>
                      <a:pt x="93643" y="54415"/>
                      <a:pt x="94976" y="52891"/>
                      <a:pt x="95834" y="52700"/>
                    </a:cubicBezTo>
                    <a:cubicBezTo>
                      <a:pt x="97167" y="52319"/>
                      <a:pt x="100025" y="53462"/>
                      <a:pt x="101454" y="53177"/>
                    </a:cubicBezTo>
                    <a:cubicBezTo>
                      <a:pt x="103644" y="52700"/>
                      <a:pt x="107264" y="49938"/>
                      <a:pt x="109073" y="48795"/>
                    </a:cubicBezTo>
                    <a:cubicBezTo>
                      <a:pt x="110407" y="47938"/>
                      <a:pt x="112883" y="46033"/>
                      <a:pt x="114312" y="45271"/>
                    </a:cubicBezTo>
                    <a:cubicBezTo>
                      <a:pt x="116027" y="44318"/>
                      <a:pt x="119932" y="43271"/>
                      <a:pt x="121647" y="42413"/>
                    </a:cubicBezTo>
                    <a:cubicBezTo>
                      <a:pt x="122694" y="41842"/>
                      <a:pt x="124314" y="40032"/>
                      <a:pt x="125456" y="39746"/>
                    </a:cubicBezTo>
                    <a:cubicBezTo>
                      <a:pt x="126885" y="39365"/>
                      <a:pt x="129838" y="40508"/>
                      <a:pt x="131267" y="40127"/>
                    </a:cubicBezTo>
                    <a:cubicBezTo>
                      <a:pt x="132314" y="39842"/>
                      <a:pt x="133839" y="38318"/>
                      <a:pt x="134696" y="37937"/>
                    </a:cubicBezTo>
                    <a:cubicBezTo>
                      <a:pt x="135743" y="37556"/>
                      <a:pt x="137934" y="37365"/>
                      <a:pt x="138887" y="36889"/>
                    </a:cubicBezTo>
                    <a:cubicBezTo>
                      <a:pt x="140411" y="36127"/>
                      <a:pt x="142411" y="33174"/>
                      <a:pt x="143935" y="32507"/>
                    </a:cubicBezTo>
                    <a:cubicBezTo>
                      <a:pt x="145078" y="32031"/>
                      <a:pt x="147745" y="32793"/>
                      <a:pt x="148697" y="32126"/>
                    </a:cubicBezTo>
                    <a:cubicBezTo>
                      <a:pt x="149364" y="31650"/>
                      <a:pt x="149650" y="29840"/>
                      <a:pt x="150126" y="29174"/>
                    </a:cubicBezTo>
                    <a:cubicBezTo>
                      <a:pt x="150888" y="28126"/>
                      <a:pt x="152793" y="26316"/>
                      <a:pt x="154031" y="25840"/>
                    </a:cubicBezTo>
                    <a:cubicBezTo>
                      <a:pt x="155460" y="25364"/>
                      <a:pt x="158794" y="26697"/>
                      <a:pt x="160032" y="25840"/>
                    </a:cubicBezTo>
                    <a:cubicBezTo>
                      <a:pt x="160985" y="25173"/>
                      <a:pt x="160985" y="22697"/>
                      <a:pt x="161556" y="21744"/>
                    </a:cubicBezTo>
                    <a:cubicBezTo>
                      <a:pt x="161937" y="20982"/>
                      <a:pt x="162794" y="19172"/>
                      <a:pt x="163556" y="19172"/>
                    </a:cubicBezTo>
                    <a:cubicBezTo>
                      <a:pt x="164604" y="19172"/>
                      <a:pt x="165271" y="22030"/>
                      <a:pt x="166223" y="22316"/>
                    </a:cubicBezTo>
                    <a:cubicBezTo>
                      <a:pt x="167176" y="22506"/>
                      <a:pt x="168986" y="21458"/>
                      <a:pt x="169748" y="20887"/>
                    </a:cubicBezTo>
                    <a:cubicBezTo>
                      <a:pt x="170510" y="20315"/>
                      <a:pt x="170986" y="17934"/>
                      <a:pt x="171939" y="17744"/>
                    </a:cubicBezTo>
                    <a:cubicBezTo>
                      <a:pt x="173081" y="17553"/>
                      <a:pt x="174415" y="20506"/>
                      <a:pt x="175463" y="20315"/>
                    </a:cubicBezTo>
                    <a:cubicBezTo>
                      <a:pt x="176415" y="20220"/>
                      <a:pt x="176891" y="17744"/>
                      <a:pt x="177654" y="17172"/>
                    </a:cubicBezTo>
                    <a:cubicBezTo>
                      <a:pt x="178320" y="16696"/>
                      <a:pt x="180225" y="16791"/>
                      <a:pt x="180797" y="16220"/>
                    </a:cubicBezTo>
                    <a:cubicBezTo>
                      <a:pt x="181559" y="15458"/>
                      <a:pt x="182035" y="12219"/>
                      <a:pt x="182130" y="11933"/>
                    </a:cubicBezTo>
                    <a:cubicBezTo>
                      <a:pt x="182321" y="11743"/>
                      <a:pt x="183749" y="10981"/>
                      <a:pt x="184131" y="10505"/>
                    </a:cubicBezTo>
                    <a:cubicBezTo>
                      <a:pt x="184892" y="9838"/>
                      <a:pt x="185750" y="7933"/>
                      <a:pt x="186416" y="7266"/>
                    </a:cubicBezTo>
                    <a:cubicBezTo>
                      <a:pt x="187179" y="6504"/>
                      <a:pt x="188702" y="4313"/>
                      <a:pt x="189846" y="4409"/>
                    </a:cubicBezTo>
                    <a:cubicBezTo>
                      <a:pt x="190607" y="4504"/>
                      <a:pt x="191084" y="6504"/>
                      <a:pt x="191846" y="6790"/>
                    </a:cubicBezTo>
                    <a:cubicBezTo>
                      <a:pt x="192417" y="7076"/>
                      <a:pt x="193846" y="6980"/>
                      <a:pt x="194417" y="6599"/>
                    </a:cubicBezTo>
                    <a:cubicBezTo>
                      <a:pt x="195084" y="6123"/>
                      <a:pt x="195084" y="4218"/>
                      <a:pt x="195656" y="3551"/>
                    </a:cubicBezTo>
                    <a:cubicBezTo>
                      <a:pt x="196037" y="3075"/>
                      <a:pt x="197275" y="2408"/>
                      <a:pt x="197751" y="2027"/>
                    </a:cubicBezTo>
                    <a:cubicBezTo>
                      <a:pt x="198418" y="1551"/>
                      <a:pt x="199466" y="122"/>
                      <a:pt x="200228" y="27"/>
                    </a:cubicBezTo>
                    <a:cubicBezTo>
                      <a:pt x="201180" y="-163"/>
                      <a:pt x="202990" y="694"/>
                      <a:pt x="203847" y="1170"/>
                    </a:cubicBezTo>
                    <a:cubicBezTo>
                      <a:pt x="204990" y="1742"/>
                      <a:pt x="206895" y="3551"/>
                      <a:pt x="207848" y="4313"/>
                    </a:cubicBezTo>
                    <a:cubicBezTo>
                      <a:pt x="208896" y="5171"/>
                      <a:pt x="211277" y="6790"/>
                      <a:pt x="211943" y="8028"/>
                    </a:cubicBezTo>
                    <a:cubicBezTo>
                      <a:pt x="212420" y="8885"/>
                      <a:pt x="212706" y="10981"/>
                      <a:pt x="212515" y="11933"/>
                    </a:cubicBezTo>
                    <a:cubicBezTo>
                      <a:pt x="212324" y="13076"/>
                      <a:pt x="210705" y="15077"/>
                      <a:pt x="210324" y="16220"/>
                    </a:cubicBezTo>
                    <a:cubicBezTo>
                      <a:pt x="209848" y="17553"/>
                      <a:pt x="209562" y="20315"/>
                      <a:pt x="208991" y="21649"/>
                    </a:cubicBezTo>
                    <a:cubicBezTo>
                      <a:pt x="208419" y="22887"/>
                      <a:pt x="206514" y="24792"/>
                      <a:pt x="205752" y="25840"/>
                    </a:cubicBezTo>
                    <a:cubicBezTo>
                      <a:pt x="205181" y="26602"/>
                      <a:pt x="203847" y="27935"/>
                      <a:pt x="203466" y="28793"/>
                    </a:cubicBezTo>
                    <a:cubicBezTo>
                      <a:pt x="202799" y="30221"/>
                      <a:pt x="201466" y="33365"/>
                      <a:pt x="201942" y="34889"/>
                    </a:cubicBezTo>
                    <a:cubicBezTo>
                      <a:pt x="202228" y="35841"/>
                      <a:pt x="204514" y="36698"/>
                      <a:pt x="204990" y="37651"/>
                    </a:cubicBezTo>
                    <a:cubicBezTo>
                      <a:pt x="205466" y="38699"/>
                      <a:pt x="205276" y="41175"/>
                      <a:pt x="205085" y="42318"/>
                    </a:cubicBezTo>
                    <a:cubicBezTo>
                      <a:pt x="204990" y="42985"/>
                      <a:pt x="204609" y="44414"/>
                      <a:pt x="204133" y="44890"/>
                    </a:cubicBezTo>
                    <a:cubicBezTo>
                      <a:pt x="203466" y="45747"/>
                      <a:pt x="201371" y="46509"/>
                      <a:pt x="200514" y="47176"/>
                    </a:cubicBezTo>
                    <a:cubicBezTo>
                      <a:pt x="199847" y="47843"/>
                      <a:pt x="198513" y="49271"/>
                      <a:pt x="198132" y="50129"/>
                    </a:cubicBezTo>
                    <a:cubicBezTo>
                      <a:pt x="197656" y="51272"/>
                      <a:pt x="198037" y="53843"/>
                      <a:pt x="197656" y="54986"/>
                    </a:cubicBezTo>
                    <a:cubicBezTo>
                      <a:pt x="197275" y="56129"/>
                      <a:pt x="194894" y="57939"/>
                      <a:pt x="195180" y="59082"/>
                    </a:cubicBezTo>
                    <a:cubicBezTo>
                      <a:pt x="195465" y="60130"/>
                      <a:pt x="197847" y="61082"/>
                      <a:pt x="198894" y="61082"/>
                    </a:cubicBezTo>
                    <a:cubicBezTo>
                      <a:pt x="200228" y="61082"/>
                      <a:pt x="202704" y="59749"/>
                      <a:pt x="203752" y="58987"/>
                    </a:cubicBezTo>
                    <a:cubicBezTo>
                      <a:pt x="204419" y="58415"/>
                      <a:pt x="205276" y="56701"/>
                      <a:pt x="205943" y="56129"/>
                    </a:cubicBezTo>
                    <a:cubicBezTo>
                      <a:pt x="207467" y="54891"/>
                      <a:pt x="211753" y="54034"/>
                      <a:pt x="212991" y="52510"/>
                    </a:cubicBezTo>
                    <a:cubicBezTo>
                      <a:pt x="213563" y="51843"/>
                      <a:pt x="213944" y="49938"/>
                      <a:pt x="214230" y="49081"/>
                    </a:cubicBezTo>
                    <a:cubicBezTo>
                      <a:pt x="214610" y="47747"/>
                      <a:pt x="214610" y="44795"/>
                      <a:pt x="215182" y="43461"/>
                    </a:cubicBezTo>
                    <a:cubicBezTo>
                      <a:pt x="215468" y="42794"/>
                      <a:pt x="216325" y="41461"/>
                      <a:pt x="216992" y="41080"/>
                    </a:cubicBezTo>
                    <a:cubicBezTo>
                      <a:pt x="217944" y="40699"/>
                      <a:pt x="220325" y="41175"/>
                      <a:pt x="221278" y="41651"/>
                    </a:cubicBezTo>
                    <a:cubicBezTo>
                      <a:pt x="222516" y="42318"/>
                      <a:pt x="223945" y="45176"/>
                      <a:pt x="224993" y="46128"/>
                    </a:cubicBezTo>
                    <a:cubicBezTo>
                      <a:pt x="226231" y="47271"/>
                      <a:pt x="229089" y="49176"/>
                      <a:pt x="230422" y="50129"/>
                    </a:cubicBezTo>
                    <a:cubicBezTo>
                      <a:pt x="231851" y="51176"/>
                      <a:pt x="234708" y="53177"/>
                      <a:pt x="236137" y="54129"/>
                    </a:cubicBezTo>
                    <a:cubicBezTo>
                      <a:pt x="236899" y="54605"/>
                      <a:pt x="238232" y="55748"/>
                      <a:pt x="239090" y="55844"/>
                    </a:cubicBezTo>
                    <a:cubicBezTo>
                      <a:pt x="240233" y="56129"/>
                      <a:pt x="242519" y="55177"/>
                      <a:pt x="243566" y="55367"/>
                    </a:cubicBezTo>
                    <a:cubicBezTo>
                      <a:pt x="244805" y="55558"/>
                      <a:pt x="246900" y="56987"/>
                      <a:pt x="248139" y="57177"/>
                    </a:cubicBezTo>
                    <a:cubicBezTo>
                      <a:pt x="249281" y="57368"/>
                      <a:pt x="251758" y="57368"/>
                      <a:pt x="252901" y="56891"/>
                    </a:cubicBezTo>
                    <a:cubicBezTo>
                      <a:pt x="253187" y="56796"/>
                      <a:pt x="253377" y="56606"/>
                      <a:pt x="253663" y="56415"/>
                    </a:cubicBezTo>
                    <a:cubicBezTo>
                      <a:pt x="253663" y="56606"/>
                      <a:pt x="253663" y="56701"/>
                      <a:pt x="253663" y="56796"/>
                    </a:cubicBezTo>
                    <a:cubicBezTo>
                      <a:pt x="253758" y="57749"/>
                      <a:pt x="253758" y="60035"/>
                      <a:pt x="254520" y="60701"/>
                    </a:cubicBezTo>
                    <a:cubicBezTo>
                      <a:pt x="255282" y="61273"/>
                      <a:pt x="257378" y="60987"/>
                      <a:pt x="258330" y="60797"/>
                    </a:cubicBezTo>
                    <a:cubicBezTo>
                      <a:pt x="259473" y="60511"/>
                      <a:pt x="261283" y="58511"/>
                      <a:pt x="262426" y="58606"/>
                    </a:cubicBezTo>
                    <a:cubicBezTo>
                      <a:pt x="263283" y="58606"/>
                      <a:pt x="264712" y="59749"/>
                      <a:pt x="265188" y="60416"/>
                    </a:cubicBezTo>
                    <a:cubicBezTo>
                      <a:pt x="265569" y="60892"/>
                      <a:pt x="265379" y="62321"/>
                      <a:pt x="265855" y="62702"/>
                    </a:cubicBezTo>
                    <a:cubicBezTo>
                      <a:pt x="266426" y="63368"/>
                      <a:pt x="268427" y="63559"/>
                      <a:pt x="269284" y="63749"/>
                    </a:cubicBezTo>
                    <a:cubicBezTo>
                      <a:pt x="270332" y="63940"/>
                      <a:pt x="272618" y="63845"/>
                      <a:pt x="273665" y="64226"/>
                    </a:cubicBezTo>
                    <a:cubicBezTo>
                      <a:pt x="274808" y="64797"/>
                      <a:pt x="276523" y="66893"/>
                      <a:pt x="277380" y="67845"/>
                    </a:cubicBezTo>
                    <a:cubicBezTo>
                      <a:pt x="278523" y="69083"/>
                      <a:pt x="280809" y="71465"/>
                      <a:pt x="281666" y="72798"/>
                    </a:cubicBezTo>
                    <a:cubicBezTo>
                      <a:pt x="282333" y="73941"/>
                      <a:pt x="283286" y="76322"/>
                      <a:pt x="283667" y="77561"/>
                    </a:cubicBezTo>
                    <a:cubicBezTo>
                      <a:pt x="283952" y="78418"/>
                      <a:pt x="284143" y="80323"/>
                      <a:pt x="284619" y="81180"/>
                    </a:cubicBezTo>
                    <a:cubicBezTo>
                      <a:pt x="285000" y="81752"/>
                      <a:pt x="286048" y="82704"/>
                      <a:pt x="286524" y="83180"/>
                    </a:cubicBezTo>
                    <a:cubicBezTo>
                      <a:pt x="287286" y="84038"/>
                      <a:pt x="288620" y="86038"/>
                      <a:pt x="289477" y="86895"/>
                    </a:cubicBezTo>
                    <a:cubicBezTo>
                      <a:pt x="290239" y="87657"/>
                      <a:pt x="292811" y="89657"/>
                      <a:pt x="292811" y="89657"/>
                    </a:cubicBezTo>
                    <a:lnTo>
                      <a:pt x="403301" y="107850"/>
                    </a:lnTo>
                    <a:lnTo>
                      <a:pt x="432542" y="122042"/>
                    </a:lnTo>
                    <a:cubicBezTo>
                      <a:pt x="432542" y="122042"/>
                      <a:pt x="434543" y="120518"/>
                      <a:pt x="435400" y="120518"/>
                    </a:cubicBezTo>
                    <a:cubicBezTo>
                      <a:pt x="436067" y="120518"/>
                      <a:pt x="437114" y="121757"/>
                      <a:pt x="437781" y="121757"/>
                    </a:cubicBezTo>
                    <a:cubicBezTo>
                      <a:pt x="438639" y="121757"/>
                      <a:pt x="440163" y="120233"/>
                      <a:pt x="441020" y="120233"/>
                    </a:cubicBezTo>
                    <a:cubicBezTo>
                      <a:pt x="441782" y="120137"/>
                      <a:pt x="443306" y="120995"/>
                      <a:pt x="444068" y="121185"/>
                    </a:cubicBezTo>
                    <a:cubicBezTo>
                      <a:pt x="445211" y="121471"/>
                      <a:pt x="447687" y="121185"/>
                      <a:pt x="448735" y="121852"/>
                    </a:cubicBezTo>
                    <a:cubicBezTo>
                      <a:pt x="449497" y="122233"/>
                      <a:pt x="450068" y="124233"/>
                      <a:pt x="450831" y="124614"/>
                    </a:cubicBezTo>
                    <a:cubicBezTo>
                      <a:pt x="451402" y="124900"/>
                      <a:pt x="452831" y="124709"/>
                      <a:pt x="453497" y="124519"/>
                    </a:cubicBezTo>
                    <a:cubicBezTo>
                      <a:pt x="455117" y="123947"/>
                      <a:pt x="457689" y="121280"/>
                      <a:pt x="459213" y="120518"/>
                    </a:cubicBezTo>
                    <a:cubicBezTo>
                      <a:pt x="460451" y="119947"/>
                      <a:pt x="463118" y="118994"/>
                      <a:pt x="464451" y="119185"/>
                    </a:cubicBezTo>
                    <a:cubicBezTo>
                      <a:pt x="465499" y="119375"/>
                      <a:pt x="467118" y="120995"/>
                      <a:pt x="468071" y="121280"/>
                    </a:cubicBezTo>
                    <a:cubicBezTo>
                      <a:pt x="469214" y="121566"/>
                      <a:pt x="471500" y="120899"/>
                      <a:pt x="472547" y="121185"/>
                    </a:cubicBezTo>
                    <a:cubicBezTo>
                      <a:pt x="473976" y="121566"/>
                      <a:pt x="476072" y="124519"/>
                      <a:pt x="477500" y="124424"/>
                    </a:cubicBezTo>
                    <a:cubicBezTo>
                      <a:pt x="478263" y="124328"/>
                      <a:pt x="479024" y="122423"/>
                      <a:pt x="479787" y="122328"/>
                    </a:cubicBezTo>
                    <a:cubicBezTo>
                      <a:pt x="480930" y="122042"/>
                      <a:pt x="483120" y="123281"/>
                      <a:pt x="484168" y="123757"/>
                    </a:cubicBezTo>
                    <a:cubicBezTo>
                      <a:pt x="485597" y="124424"/>
                      <a:pt x="487978" y="126900"/>
                      <a:pt x="489597" y="126995"/>
                    </a:cubicBezTo>
                    <a:cubicBezTo>
                      <a:pt x="491216" y="127091"/>
                      <a:pt x="493979" y="124328"/>
                      <a:pt x="495598" y="124328"/>
                    </a:cubicBezTo>
                    <a:cubicBezTo>
                      <a:pt x="496931" y="124328"/>
                      <a:pt x="499313" y="126329"/>
                      <a:pt x="500741" y="126424"/>
                    </a:cubicBezTo>
                    <a:cubicBezTo>
                      <a:pt x="501599" y="126424"/>
                      <a:pt x="503218" y="125281"/>
                      <a:pt x="504171" y="125376"/>
                    </a:cubicBezTo>
                    <a:cubicBezTo>
                      <a:pt x="505694" y="125376"/>
                      <a:pt x="508552" y="126900"/>
                      <a:pt x="509885" y="127662"/>
                    </a:cubicBezTo>
                    <a:cubicBezTo>
                      <a:pt x="510647" y="128043"/>
                      <a:pt x="512172" y="128900"/>
                      <a:pt x="512552" y="129662"/>
                    </a:cubicBezTo>
                    <a:cubicBezTo>
                      <a:pt x="513029" y="130424"/>
                      <a:pt x="512933" y="132520"/>
                      <a:pt x="513219" y="133377"/>
                    </a:cubicBezTo>
                    <a:cubicBezTo>
                      <a:pt x="513505" y="134044"/>
                      <a:pt x="514839" y="135092"/>
                      <a:pt x="514839" y="135758"/>
                    </a:cubicBezTo>
                    <a:cubicBezTo>
                      <a:pt x="514839" y="136616"/>
                      <a:pt x="513410" y="138044"/>
                      <a:pt x="512838" y="138711"/>
                    </a:cubicBezTo>
                    <a:cubicBezTo>
                      <a:pt x="512362" y="139378"/>
                      <a:pt x="510647" y="140330"/>
                      <a:pt x="510457" y="141092"/>
                    </a:cubicBezTo>
                    <a:cubicBezTo>
                      <a:pt x="510076" y="142616"/>
                      <a:pt x="511219" y="145760"/>
                      <a:pt x="512172" y="146998"/>
                    </a:cubicBezTo>
                    <a:cubicBezTo>
                      <a:pt x="513124" y="148236"/>
                      <a:pt x="515981" y="149855"/>
                      <a:pt x="517506" y="149855"/>
                    </a:cubicBezTo>
                    <a:cubicBezTo>
                      <a:pt x="518648" y="149855"/>
                      <a:pt x="520363" y="147855"/>
                      <a:pt x="521506" y="147474"/>
                    </a:cubicBezTo>
                    <a:cubicBezTo>
                      <a:pt x="522649" y="147093"/>
                      <a:pt x="525125" y="145950"/>
                      <a:pt x="526173" y="146522"/>
                    </a:cubicBezTo>
                    <a:cubicBezTo>
                      <a:pt x="526935" y="146903"/>
                      <a:pt x="526840" y="148998"/>
                      <a:pt x="527412" y="149665"/>
                    </a:cubicBezTo>
                    <a:cubicBezTo>
                      <a:pt x="527888" y="150332"/>
                      <a:pt x="529316" y="151379"/>
                      <a:pt x="530079" y="151475"/>
                    </a:cubicBezTo>
                    <a:cubicBezTo>
                      <a:pt x="531317" y="151665"/>
                      <a:pt x="533507" y="149665"/>
                      <a:pt x="534746" y="149665"/>
                    </a:cubicBezTo>
                    <a:cubicBezTo>
                      <a:pt x="535984" y="149665"/>
                      <a:pt x="538460" y="150427"/>
                      <a:pt x="539413" y="151189"/>
                    </a:cubicBezTo>
                    <a:cubicBezTo>
                      <a:pt x="540080" y="151760"/>
                      <a:pt x="540461" y="153665"/>
                      <a:pt x="541127" y="154142"/>
                    </a:cubicBezTo>
                    <a:cubicBezTo>
                      <a:pt x="542556" y="155285"/>
                      <a:pt x="546747" y="155094"/>
                      <a:pt x="548176" y="156237"/>
                    </a:cubicBezTo>
                    <a:cubicBezTo>
                      <a:pt x="549224" y="157094"/>
                      <a:pt x="551319" y="159666"/>
                      <a:pt x="550938" y="161000"/>
                    </a:cubicBezTo>
                    <a:cubicBezTo>
                      <a:pt x="550652" y="161857"/>
                      <a:pt x="548081" y="161952"/>
                      <a:pt x="547700" y="162809"/>
                    </a:cubicBezTo>
                    <a:cubicBezTo>
                      <a:pt x="547319" y="163476"/>
                      <a:pt x="547605" y="165095"/>
                      <a:pt x="547890" y="165762"/>
                    </a:cubicBezTo>
                    <a:cubicBezTo>
                      <a:pt x="548843" y="167572"/>
                      <a:pt x="553605" y="169001"/>
                      <a:pt x="554272" y="170906"/>
                    </a:cubicBezTo>
                    <a:cubicBezTo>
                      <a:pt x="554748" y="172239"/>
                      <a:pt x="553986" y="175382"/>
                      <a:pt x="553129" y="176525"/>
                    </a:cubicBezTo>
                    <a:cubicBezTo>
                      <a:pt x="552557" y="177192"/>
                      <a:pt x="550462" y="177383"/>
                      <a:pt x="549986" y="178145"/>
                    </a:cubicBezTo>
                    <a:cubicBezTo>
                      <a:pt x="549509" y="178907"/>
                      <a:pt x="549795" y="180716"/>
                      <a:pt x="549890" y="181574"/>
                    </a:cubicBezTo>
                    <a:cubicBezTo>
                      <a:pt x="550272" y="184050"/>
                      <a:pt x="553034" y="188717"/>
                      <a:pt x="553034" y="191289"/>
                    </a:cubicBezTo>
                    <a:cubicBezTo>
                      <a:pt x="553034" y="192337"/>
                      <a:pt x="552462" y="194337"/>
                      <a:pt x="551796" y="195099"/>
                    </a:cubicBezTo>
                    <a:cubicBezTo>
                      <a:pt x="551224" y="195861"/>
                      <a:pt x="549319" y="196242"/>
                      <a:pt x="548652" y="196909"/>
                    </a:cubicBezTo>
                    <a:cubicBezTo>
                      <a:pt x="548176" y="197480"/>
                      <a:pt x="547414" y="199004"/>
                      <a:pt x="547414" y="199766"/>
                    </a:cubicBezTo>
                    <a:cubicBezTo>
                      <a:pt x="547319" y="201290"/>
                      <a:pt x="549509" y="203957"/>
                      <a:pt x="549129" y="205386"/>
                    </a:cubicBezTo>
                    <a:cubicBezTo>
                      <a:pt x="548938" y="206339"/>
                      <a:pt x="546842" y="207196"/>
                      <a:pt x="546462" y="208053"/>
                    </a:cubicBezTo>
                    <a:cubicBezTo>
                      <a:pt x="546081" y="209006"/>
                      <a:pt x="545890" y="211482"/>
                      <a:pt x="546652" y="212339"/>
                    </a:cubicBezTo>
                    <a:cubicBezTo>
                      <a:pt x="547319" y="213101"/>
                      <a:pt x="549700" y="213006"/>
                      <a:pt x="550652" y="212816"/>
                    </a:cubicBezTo>
                    <a:cubicBezTo>
                      <a:pt x="551796" y="212625"/>
                      <a:pt x="553605" y="211101"/>
                      <a:pt x="554653" y="210911"/>
                    </a:cubicBezTo>
                    <a:cubicBezTo>
                      <a:pt x="555891" y="210625"/>
                      <a:pt x="558463" y="211292"/>
                      <a:pt x="559606" y="210911"/>
                    </a:cubicBezTo>
                    <a:cubicBezTo>
                      <a:pt x="560558" y="210625"/>
                      <a:pt x="562178" y="209577"/>
                      <a:pt x="562749" y="208815"/>
                    </a:cubicBezTo>
                    <a:cubicBezTo>
                      <a:pt x="563321" y="208053"/>
                      <a:pt x="563130" y="205767"/>
                      <a:pt x="563892" y="205100"/>
                    </a:cubicBezTo>
                    <a:cubicBezTo>
                      <a:pt x="564559" y="204434"/>
                      <a:pt x="566750" y="204053"/>
                      <a:pt x="567702" y="204338"/>
                    </a:cubicBezTo>
                    <a:cubicBezTo>
                      <a:pt x="568655" y="204624"/>
                      <a:pt x="569988" y="206243"/>
                      <a:pt x="570560" y="207101"/>
                    </a:cubicBezTo>
                    <a:cubicBezTo>
                      <a:pt x="571036" y="207863"/>
                      <a:pt x="571798" y="209672"/>
                      <a:pt x="571798" y="210530"/>
                    </a:cubicBezTo>
                    <a:cubicBezTo>
                      <a:pt x="571798" y="211292"/>
                      <a:pt x="571131" y="212720"/>
                      <a:pt x="570846" y="213387"/>
                    </a:cubicBezTo>
                    <a:cubicBezTo>
                      <a:pt x="570369" y="214625"/>
                      <a:pt x="568750" y="216816"/>
                      <a:pt x="568274" y="218054"/>
                    </a:cubicBezTo>
                    <a:cubicBezTo>
                      <a:pt x="567798" y="219388"/>
                      <a:pt x="567226" y="222341"/>
                      <a:pt x="566940" y="223674"/>
                    </a:cubicBezTo>
                    <a:cubicBezTo>
                      <a:pt x="566464" y="225579"/>
                      <a:pt x="565321" y="229484"/>
                      <a:pt x="565321" y="231485"/>
                    </a:cubicBezTo>
                    <a:cubicBezTo>
                      <a:pt x="565321" y="232818"/>
                      <a:pt x="565607" y="235676"/>
                      <a:pt x="566273" y="236914"/>
                    </a:cubicBezTo>
                    <a:cubicBezTo>
                      <a:pt x="566845" y="237866"/>
                      <a:pt x="568750" y="238914"/>
                      <a:pt x="569607" y="239581"/>
                    </a:cubicBezTo>
                    <a:cubicBezTo>
                      <a:pt x="570465" y="240248"/>
                      <a:pt x="572274" y="241486"/>
                      <a:pt x="572846" y="242343"/>
                    </a:cubicBezTo>
                    <a:cubicBezTo>
                      <a:pt x="573227" y="242915"/>
                      <a:pt x="573131" y="244439"/>
                      <a:pt x="573513" y="245010"/>
                    </a:cubicBezTo>
                    <a:cubicBezTo>
                      <a:pt x="574370" y="245963"/>
                      <a:pt x="576941" y="246820"/>
                      <a:pt x="578180" y="247106"/>
                    </a:cubicBezTo>
                    <a:cubicBezTo>
                      <a:pt x="578847" y="247296"/>
                      <a:pt x="580371" y="247296"/>
                      <a:pt x="581609" y="247296"/>
                    </a:cubicBezTo>
                    <a:cubicBezTo>
                      <a:pt x="581704" y="248630"/>
                      <a:pt x="581990" y="250916"/>
                      <a:pt x="581894" y="252154"/>
                    </a:cubicBezTo>
                    <a:cubicBezTo>
                      <a:pt x="581799" y="253297"/>
                      <a:pt x="580847" y="255583"/>
                      <a:pt x="580751" y="256726"/>
                    </a:cubicBezTo>
                    <a:cubicBezTo>
                      <a:pt x="580561" y="258250"/>
                      <a:pt x="581418" y="261298"/>
                      <a:pt x="581037" y="262822"/>
                    </a:cubicBezTo>
                    <a:cubicBezTo>
                      <a:pt x="580847" y="263489"/>
                      <a:pt x="580085" y="264727"/>
                      <a:pt x="579608" y="265298"/>
                    </a:cubicBezTo>
                    <a:cubicBezTo>
                      <a:pt x="579132" y="265965"/>
                      <a:pt x="578180" y="267203"/>
                      <a:pt x="577513" y="267584"/>
                    </a:cubicBezTo>
                    <a:cubicBezTo>
                      <a:pt x="576275" y="268251"/>
                      <a:pt x="573322" y="267965"/>
                      <a:pt x="571989" y="268251"/>
                    </a:cubicBezTo>
                    <a:cubicBezTo>
                      <a:pt x="570846" y="268537"/>
                      <a:pt x="568655" y="269013"/>
                      <a:pt x="567607" y="269489"/>
                    </a:cubicBezTo>
                    <a:cubicBezTo>
                      <a:pt x="566559" y="269966"/>
                      <a:pt x="564654" y="271299"/>
                      <a:pt x="563797" y="272061"/>
                    </a:cubicBezTo>
                    <a:cubicBezTo>
                      <a:pt x="562749" y="272918"/>
                      <a:pt x="560558" y="274538"/>
                      <a:pt x="559987" y="275776"/>
                    </a:cubicBezTo>
                    <a:cubicBezTo>
                      <a:pt x="559511" y="276728"/>
                      <a:pt x="558939" y="279014"/>
                      <a:pt x="559415" y="280062"/>
                    </a:cubicBezTo>
                    <a:cubicBezTo>
                      <a:pt x="559701" y="280729"/>
                      <a:pt x="561606" y="280919"/>
                      <a:pt x="561797" y="281586"/>
                    </a:cubicBezTo>
                    <a:cubicBezTo>
                      <a:pt x="562082" y="282729"/>
                      <a:pt x="559797" y="284729"/>
                      <a:pt x="559415" y="285777"/>
                    </a:cubicBezTo>
                    <a:cubicBezTo>
                      <a:pt x="559034" y="286825"/>
                      <a:pt x="558749" y="289016"/>
                      <a:pt x="558273" y="290063"/>
                    </a:cubicBezTo>
                    <a:cubicBezTo>
                      <a:pt x="557987" y="290730"/>
                      <a:pt x="556939" y="291778"/>
                      <a:pt x="556558" y="292349"/>
                    </a:cubicBezTo>
                    <a:cubicBezTo>
                      <a:pt x="555891" y="293397"/>
                      <a:pt x="554558" y="295397"/>
                      <a:pt x="554177" y="296636"/>
                    </a:cubicBezTo>
                    <a:cubicBezTo>
                      <a:pt x="553891" y="297683"/>
                      <a:pt x="554177" y="299874"/>
                      <a:pt x="553891" y="300827"/>
                    </a:cubicBezTo>
                    <a:cubicBezTo>
                      <a:pt x="553510" y="301874"/>
                      <a:pt x="552176" y="303589"/>
                      <a:pt x="551605" y="304541"/>
                    </a:cubicBezTo>
                    <a:cubicBezTo>
                      <a:pt x="551033" y="305399"/>
                      <a:pt x="549795" y="307113"/>
                      <a:pt x="549509" y="308066"/>
                    </a:cubicBezTo>
                    <a:cubicBezTo>
                      <a:pt x="549129" y="309304"/>
                      <a:pt x="549129" y="311876"/>
                      <a:pt x="549129" y="313209"/>
                    </a:cubicBezTo>
                    <a:cubicBezTo>
                      <a:pt x="549129" y="314352"/>
                      <a:pt x="549509" y="316733"/>
                      <a:pt x="549414" y="317876"/>
                    </a:cubicBezTo>
                    <a:cubicBezTo>
                      <a:pt x="549224" y="319686"/>
                      <a:pt x="547509" y="323115"/>
                      <a:pt x="547605" y="324925"/>
                    </a:cubicBezTo>
                    <a:cubicBezTo>
                      <a:pt x="547605" y="325877"/>
                      <a:pt x="548938" y="327687"/>
                      <a:pt x="548748" y="328544"/>
                    </a:cubicBezTo>
                    <a:cubicBezTo>
                      <a:pt x="548557" y="329402"/>
                      <a:pt x="547033" y="330640"/>
                      <a:pt x="546462" y="331402"/>
                    </a:cubicBezTo>
                    <a:cubicBezTo>
                      <a:pt x="545890" y="332259"/>
                      <a:pt x="544271" y="333878"/>
                      <a:pt x="544366" y="334926"/>
                    </a:cubicBezTo>
                    <a:cubicBezTo>
                      <a:pt x="544461" y="335879"/>
                      <a:pt x="546366" y="337212"/>
                      <a:pt x="547223" y="337784"/>
                    </a:cubicBezTo>
                    <a:cubicBezTo>
                      <a:pt x="547700" y="338165"/>
                      <a:pt x="548938" y="338546"/>
                      <a:pt x="549509" y="338736"/>
                    </a:cubicBezTo>
                    <a:cubicBezTo>
                      <a:pt x="550557" y="339308"/>
                      <a:pt x="552557" y="341213"/>
                      <a:pt x="553796" y="341117"/>
                    </a:cubicBezTo>
                    <a:cubicBezTo>
                      <a:pt x="554748" y="341117"/>
                      <a:pt x="556272" y="339784"/>
                      <a:pt x="556939" y="339117"/>
                    </a:cubicBezTo>
                    <a:cubicBezTo>
                      <a:pt x="557891" y="338069"/>
                      <a:pt x="558749" y="335307"/>
                      <a:pt x="559225" y="334069"/>
                    </a:cubicBezTo>
                    <a:cubicBezTo>
                      <a:pt x="559606" y="332926"/>
                      <a:pt x="559892" y="330449"/>
                      <a:pt x="560368" y="329402"/>
                    </a:cubicBezTo>
                    <a:cubicBezTo>
                      <a:pt x="560844" y="328354"/>
                      <a:pt x="561987" y="326544"/>
                      <a:pt x="562749" y="325687"/>
                    </a:cubicBezTo>
                    <a:cubicBezTo>
                      <a:pt x="563702" y="324734"/>
                      <a:pt x="565988" y="323115"/>
                      <a:pt x="567131" y="322448"/>
                    </a:cubicBezTo>
                    <a:cubicBezTo>
                      <a:pt x="568274" y="321782"/>
                      <a:pt x="571036" y="321210"/>
                      <a:pt x="572084" y="320448"/>
                    </a:cubicBezTo>
                    <a:cubicBezTo>
                      <a:pt x="572846" y="319877"/>
                      <a:pt x="573893" y="318257"/>
                      <a:pt x="574274" y="317495"/>
                    </a:cubicBezTo>
                    <a:cubicBezTo>
                      <a:pt x="574846" y="316448"/>
                      <a:pt x="575513" y="314162"/>
                      <a:pt x="575798" y="313019"/>
                    </a:cubicBezTo>
                    <a:cubicBezTo>
                      <a:pt x="576084" y="311590"/>
                      <a:pt x="576084" y="308542"/>
                      <a:pt x="576370" y="307018"/>
                    </a:cubicBezTo>
                    <a:cubicBezTo>
                      <a:pt x="576656" y="305875"/>
                      <a:pt x="577513" y="303779"/>
                      <a:pt x="577989" y="302732"/>
                    </a:cubicBezTo>
                    <a:cubicBezTo>
                      <a:pt x="578847" y="300541"/>
                      <a:pt x="580656" y="296255"/>
                      <a:pt x="581799" y="294159"/>
                    </a:cubicBezTo>
                    <a:cubicBezTo>
                      <a:pt x="582561" y="292826"/>
                      <a:pt x="584466" y="290159"/>
                      <a:pt x="585609" y="289016"/>
                    </a:cubicBezTo>
                    <a:cubicBezTo>
                      <a:pt x="586562" y="287968"/>
                      <a:pt x="588467" y="285968"/>
                      <a:pt x="589705" y="285396"/>
                    </a:cubicBezTo>
                    <a:cubicBezTo>
                      <a:pt x="590753" y="284920"/>
                      <a:pt x="593039" y="285015"/>
                      <a:pt x="594087" y="284539"/>
                    </a:cubicBezTo>
                    <a:cubicBezTo>
                      <a:pt x="594753" y="284253"/>
                      <a:pt x="595991" y="283301"/>
                      <a:pt x="596754" y="283110"/>
                    </a:cubicBezTo>
                    <a:cubicBezTo>
                      <a:pt x="597801" y="282729"/>
                      <a:pt x="600182" y="282824"/>
                      <a:pt x="601040" y="282253"/>
                    </a:cubicBezTo>
                    <a:cubicBezTo>
                      <a:pt x="601992" y="281586"/>
                      <a:pt x="602564" y="279110"/>
                      <a:pt x="603516" y="278443"/>
                    </a:cubicBezTo>
                    <a:cubicBezTo>
                      <a:pt x="603802" y="278157"/>
                      <a:pt x="604755" y="277871"/>
                      <a:pt x="605040" y="278062"/>
                    </a:cubicBezTo>
                    <a:cubicBezTo>
                      <a:pt x="605802" y="278443"/>
                      <a:pt x="605898" y="280348"/>
                      <a:pt x="606469" y="281015"/>
                    </a:cubicBezTo>
                    <a:cubicBezTo>
                      <a:pt x="606850" y="281396"/>
                      <a:pt x="607898" y="281967"/>
                      <a:pt x="608469" y="282158"/>
                    </a:cubicBezTo>
                    <a:cubicBezTo>
                      <a:pt x="609136" y="282253"/>
                      <a:pt x="610565" y="282443"/>
                      <a:pt x="611041" y="281967"/>
                    </a:cubicBezTo>
                    <a:cubicBezTo>
                      <a:pt x="611517" y="281491"/>
                      <a:pt x="611231" y="279967"/>
                      <a:pt x="611231" y="279300"/>
                    </a:cubicBezTo>
                    <a:cubicBezTo>
                      <a:pt x="611136" y="278348"/>
                      <a:pt x="610850" y="276443"/>
                      <a:pt x="610469" y="275585"/>
                    </a:cubicBezTo>
                    <a:cubicBezTo>
                      <a:pt x="610089" y="274919"/>
                      <a:pt x="608755" y="274252"/>
                      <a:pt x="608374" y="273585"/>
                    </a:cubicBezTo>
                    <a:cubicBezTo>
                      <a:pt x="607993" y="273109"/>
                      <a:pt x="607422" y="271871"/>
                      <a:pt x="607422" y="271299"/>
                    </a:cubicBezTo>
                    <a:cubicBezTo>
                      <a:pt x="607422" y="270632"/>
                      <a:pt x="608279" y="269489"/>
                      <a:pt x="608469" y="268823"/>
                    </a:cubicBezTo>
                    <a:cubicBezTo>
                      <a:pt x="608755" y="267775"/>
                      <a:pt x="608946" y="265489"/>
                      <a:pt x="609136" y="264441"/>
                    </a:cubicBezTo>
                    <a:cubicBezTo>
                      <a:pt x="609326" y="263393"/>
                      <a:pt x="609612" y="261107"/>
                      <a:pt x="610184" y="260060"/>
                    </a:cubicBezTo>
                    <a:cubicBezTo>
                      <a:pt x="610469" y="259488"/>
                      <a:pt x="611708" y="258631"/>
                      <a:pt x="611993" y="257964"/>
                    </a:cubicBezTo>
                    <a:cubicBezTo>
                      <a:pt x="612470" y="257202"/>
                      <a:pt x="612756" y="255392"/>
                      <a:pt x="613041" y="254535"/>
                    </a:cubicBezTo>
                    <a:cubicBezTo>
                      <a:pt x="613327" y="253678"/>
                      <a:pt x="614089" y="251963"/>
                      <a:pt x="614375" y="251106"/>
                    </a:cubicBezTo>
                    <a:cubicBezTo>
                      <a:pt x="614565" y="250630"/>
                      <a:pt x="614946" y="249487"/>
                      <a:pt x="615232" y="249011"/>
                    </a:cubicBezTo>
                    <a:cubicBezTo>
                      <a:pt x="615804" y="247963"/>
                      <a:pt x="617423" y="246153"/>
                      <a:pt x="617899" y="245105"/>
                    </a:cubicBezTo>
                    <a:cubicBezTo>
                      <a:pt x="618280" y="244058"/>
                      <a:pt x="618185" y="241772"/>
                      <a:pt x="618566" y="240724"/>
                    </a:cubicBezTo>
                    <a:cubicBezTo>
                      <a:pt x="618851" y="239867"/>
                      <a:pt x="620185" y="238628"/>
                      <a:pt x="620375" y="237771"/>
                    </a:cubicBezTo>
                    <a:cubicBezTo>
                      <a:pt x="620566" y="237009"/>
                      <a:pt x="619994" y="235580"/>
                      <a:pt x="619994" y="234818"/>
                    </a:cubicBezTo>
                    <a:cubicBezTo>
                      <a:pt x="619994" y="233961"/>
                      <a:pt x="620090" y="232342"/>
                      <a:pt x="620280" y="231485"/>
                    </a:cubicBezTo>
                    <a:cubicBezTo>
                      <a:pt x="620471" y="231008"/>
                      <a:pt x="620756" y="229865"/>
                      <a:pt x="621233" y="229675"/>
                    </a:cubicBezTo>
                    <a:cubicBezTo>
                      <a:pt x="621899" y="229389"/>
                      <a:pt x="623233" y="230627"/>
                      <a:pt x="623995" y="230532"/>
                    </a:cubicBezTo>
                    <a:cubicBezTo>
                      <a:pt x="624471" y="230532"/>
                      <a:pt x="625329" y="229961"/>
                      <a:pt x="625709" y="229675"/>
                    </a:cubicBezTo>
                    <a:cubicBezTo>
                      <a:pt x="626281" y="229294"/>
                      <a:pt x="627329" y="228341"/>
                      <a:pt x="627805" y="227865"/>
                    </a:cubicBezTo>
                    <a:cubicBezTo>
                      <a:pt x="628281" y="227389"/>
                      <a:pt x="629043" y="226341"/>
                      <a:pt x="629615" y="226055"/>
                    </a:cubicBezTo>
                    <a:cubicBezTo>
                      <a:pt x="630186" y="225770"/>
                      <a:pt x="631615" y="226151"/>
                      <a:pt x="631996" y="225770"/>
                    </a:cubicBezTo>
                    <a:cubicBezTo>
                      <a:pt x="632663" y="225198"/>
                      <a:pt x="633044" y="223388"/>
                      <a:pt x="632948" y="222626"/>
                    </a:cubicBezTo>
                    <a:cubicBezTo>
                      <a:pt x="632853" y="221579"/>
                      <a:pt x="631329" y="219959"/>
                      <a:pt x="631139" y="219007"/>
                    </a:cubicBezTo>
                    <a:cubicBezTo>
                      <a:pt x="630948" y="218150"/>
                      <a:pt x="630663" y="216245"/>
                      <a:pt x="631139" y="215483"/>
                    </a:cubicBezTo>
                    <a:cubicBezTo>
                      <a:pt x="631615" y="214721"/>
                      <a:pt x="633615" y="214435"/>
                      <a:pt x="634377" y="213959"/>
                    </a:cubicBezTo>
                    <a:cubicBezTo>
                      <a:pt x="634854" y="213673"/>
                      <a:pt x="635806" y="212911"/>
                      <a:pt x="636187" y="212435"/>
                    </a:cubicBezTo>
                    <a:cubicBezTo>
                      <a:pt x="636758" y="211768"/>
                      <a:pt x="637425" y="209863"/>
                      <a:pt x="638187" y="209482"/>
                    </a:cubicBezTo>
                    <a:cubicBezTo>
                      <a:pt x="638759" y="209101"/>
                      <a:pt x="640283" y="209387"/>
                      <a:pt x="641045" y="209291"/>
                    </a:cubicBezTo>
                    <a:cubicBezTo>
                      <a:pt x="642092" y="209196"/>
                      <a:pt x="644188" y="208339"/>
                      <a:pt x="645140" y="208625"/>
                    </a:cubicBezTo>
                    <a:cubicBezTo>
                      <a:pt x="646283" y="208910"/>
                      <a:pt x="648379" y="210434"/>
                      <a:pt x="648665" y="211577"/>
                    </a:cubicBezTo>
                    <a:cubicBezTo>
                      <a:pt x="648855" y="212530"/>
                      <a:pt x="647046" y="214054"/>
                      <a:pt x="646950" y="215006"/>
                    </a:cubicBezTo>
                    <a:cubicBezTo>
                      <a:pt x="646950" y="215483"/>
                      <a:pt x="647617" y="216340"/>
                      <a:pt x="647617" y="216816"/>
                    </a:cubicBezTo>
                    <a:cubicBezTo>
                      <a:pt x="647617" y="217673"/>
                      <a:pt x="646855" y="219388"/>
                      <a:pt x="646474" y="220055"/>
                    </a:cubicBezTo>
                    <a:cubicBezTo>
                      <a:pt x="646188" y="220531"/>
                      <a:pt x="645522" y="221864"/>
                      <a:pt x="644950" y="221864"/>
                    </a:cubicBezTo>
                    <a:cubicBezTo>
                      <a:pt x="644188" y="221864"/>
                      <a:pt x="643521" y="220055"/>
                      <a:pt x="642855" y="219769"/>
                    </a:cubicBezTo>
                    <a:cubicBezTo>
                      <a:pt x="642378" y="219578"/>
                      <a:pt x="641045" y="219483"/>
                      <a:pt x="640664" y="219864"/>
                    </a:cubicBezTo>
                    <a:cubicBezTo>
                      <a:pt x="639806" y="220626"/>
                      <a:pt x="639711" y="223103"/>
                      <a:pt x="639711" y="224246"/>
                    </a:cubicBezTo>
                    <a:cubicBezTo>
                      <a:pt x="639711" y="225389"/>
                      <a:pt x="640092" y="227484"/>
                      <a:pt x="640378" y="228627"/>
                    </a:cubicBezTo>
                    <a:cubicBezTo>
                      <a:pt x="640568" y="229675"/>
                      <a:pt x="641712" y="231580"/>
                      <a:pt x="641616" y="232628"/>
                    </a:cubicBezTo>
                    <a:cubicBezTo>
                      <a:pt x="641616" y="233294"/>
                      <a:pt x="640473" y="234437"/>
                      <a:pt x="640473" y="235199"/>
                    </a:cubicBezTo>
                    <a:cubicBezTo>
                      <a:pt x="640378" y="236438"/>
                      <a:pt x="641997" y="238724"/>
                      <a:pt x="641997" y="239962"/>
                    </a:cubicBezTo>
                    <a:cubicBezTo>
                      <a:pt x="641902" y="241581"/>
                      <a:pt x="640568" y="244534"/>
                      <a:pt x="639711" y="245772"/>
                    </a:cubicBezTo>
                    <a:cubicBezTo>
                      <a:pt x="639330" y="246248"/>
                      <a:pt x="638473" y="246915"/>
                      <a:pt x="637997" y="247201"/>
                    </a:cubicBezTo>
                    <a:cubicBezTo>
                      <a:pt x="637330" y="247487"/>
                      <a:pt x="635711" y="247296"/>
                      <a:pt x="635234" y="247868"/>
                    </a:cubicBezTo>
                    <a:cubicBezTo>
                      <a:pt x="634568" y="248630"/>
                      <a:pt x="634854" y="250916"/>
                      <a:pt x="634473" y="251868"/>
                    </a:cubicBezTo>
                    <a:cubicBezTo>
                      <a:pt x="634091" y="252725"/>
                      <a:pt x="632948" y="254345"/>
                      <a:pt x="632567" y="255202"/>
                    </a:cubicBezTo>
                    <a:cubicBezTo>
                      <a:pt x="631901" y="256440"/>
                      <a:pt x="630567" y="258917"/>
                      <a:pt x="630281" y="260345"/>
                    </a:cubicBezTo>
                    <a:cubicBezTo>
                      <a:pt x="630091" y="261298"/>
                      <a:pt x="629805" y="263298"/>
                      <a:pt x="630186" y="264155"/>
                    </a:cubicBezTo>
                    <a:cubicBezTo>
                      <a:pt x="630472" y="264822"/>
                      <a:pt x="631996" y="265584"/>
                      <a:pt x="632282" y="266251"/>
                    </a:cubicBezTo>
                    <a:cubicBezTo>
                      <a:pt x="632472" y="266822"/>
                      <a:pt x="632472" y="268346"/>
                      <a:pt x="632187" y="268918"/>
                    </a:cubicBezTo>
                    <a:cubicBezTo>
                      <a:pt x="631806" y="269775"/>
                      <a:pt x="629805" y="270632"/>
                      <a:pt x="629234" y="271490"/>
                    </a:cubicBezTo>
                    <a:cubicBezTo>
                      <a:pt x="628853" y="272156"/>
                      <a:pt x="628186" y="273680"/>
                      <a:pt x="628376" y="274442"/>
                    </a:cubicBezTo>
                    <a:cubicBezTo>
                      <a:pt x="628567" y="275204"/>
                      <a:pt x="630758" y="275776"/>
                      <a:pt x="630758" y="276538"/>
                    </a:cubicBezTo>
                    <a:cubicBezTo>
                      <a:pt x="630758" y="277490"/>
                      <a:pt x="628757" y="278538"/>
                      <a:pt x="627996" y="279110"/>
                    </a:cubicBezTo>
                    <a:cubicBezTo>
                      <a:pt x="627233" y="279681"/>
                      <a:pt x="625709" y="280634"/>
                      <a:pt x="625043" y="281205"/>
                    </a:cubicBezTo>
                    <a:cubicBezTo>
                      <a:pt x="624376" y="281681"/>
                      <a:pt x="623042" y="282539"/>
                      <a:pt x="622566" y="283205"/>
                    </a:cubicBezTo>
                    <a:cubicBezTo>
                      <a:pt x="621995" y="284063"/>
                      <a:pt x="621899" y="286253"/>
                      <a:pt x="621518" y="287206"/>
                    </a:cubicBezTo>
                    <a:cubicBezTo>
                      <a:pt x="621138" y="287968"/>
                      <a:pt x="619994" y="289301"/>
                      <a:pt x="619709" y="290063"/>
                    </a:cubicBezTo>
                    <a:cubicBezTo>
                      <a:pt x="619328" y="291397"/>
                      <a:pt x="619994" y="294445"/>
                      <a:pt x="619709" y="295778"/>
                    </a:cubicBezTo>
                    <a:cubicBezTo>
                      <a:pt x="619328" y="297493"/>
                      <a:pt x="617708" y="300541"/>
                      <a:pt x="617042" y="302160"/>
                    </a:cubicBezTo>
                    <a:cubicBezTo>
                      <a:pt x="616565" y="303303"/>
                      <a:pt x="615518" y="305399"/>
                      <a:pt x="615232" y="306637"/>
                    </a:cubicBezTo>
                    <a:cubicBezTo>
                      <a:pt x="614851" y="308351"/>
                      <a:pt x="615327" y="311971"/>
                      <a:pt x="614565" y="313495"/>
                    </a:cubicBezTo>
                    <a:cubicBezTo>
                      <a:pt x="614184" y="314352"/>
                      <a:pt x="612279" y="315495"/>
                      <a:pt x="611803" y="316257"/>
                    </a:cubicBezTo>
                    <a:cubicBezTo>
                      <a:pt x="610660" y="318067"/>
                      <a:pt x="609326" y="322258"/>
                      <a:pt x="608850" y="324353"/>
                    </a:cubicBezTo>
                    <a:cubicBezTo>
                      <a:pt x="608088" y="327687"/>
                      <a:pt x="607612" y="334450"/>
                      <a:pt x="607612" y="337784"/>
                    </a:cubicBezTo>
                    <a:cubicBezTo>
                      <a:pt x="607517" y="339784"/>
                      <a:pt x="608088" y="343880"/>
                      <a:pt x="607993" y="345975"/>
                    </a:cubicBezTo>
                    <a:cubicBezTo>
                      <a:pt x="607898" y="349023"/>
                      <a:pt x="607517" y="355119"/>
                      <a:pt x="606945" y="358072"/>
                    </a:cubicBezTo>
                    <a:cubicBezTo>
                      <a:pt x="606469" y="360263"/>
                      <a:pt x="604278" y="364263"/>
                      <a:pt x="604278" y="366454"/>
                    </a:cubicBezTo>
                    <a:cubicBezTo>
                      <a:pt x="604278" y="367692"/>
                      <a:pt x="605421" y="370073"/>
                      <a:pt x="605993" y="371121"/>
                    </a:cubicBezTo>
                    <a:cubicBezTo>
                      <a:pt x="606755" y="372550"/>
                      <a:pt x="609422" y="374741"/>
                      <a:pt x="610089" y="376265"/>
                    </a:cubicBezTo>
                    <a:cubicBezTo>
                      <a:pt x="610850" y="377884"/>
                      <a:pt x="611613" y="381503"/>
                      <a:pt x="611613" y="383218"/>
                    </a:cubicBezTo>
                    <a:cubicBezTo>
                      <a:pt x="611613" y="384266"/>
                      <a:pt x="611041" y="386361"/>
                      <a:pt x="610660" y="387314"/>
                    </a:cubicBezTo>
                    <a:cubicBezTo>
                      <a:pt x="610184" y="388552"/>
                      <a:pt x="608660" y="390838"/>
                      <a:pt x="607802" y="391886"/>
                    </a:cubicBezTo>
                    <a:cubicBezTo>
                      <a:pt x="607136" y="392743"/>
                      <a:pt x="605612" y="394553"/>
                      <a:pt x="604755" y="395219"/>
                    </a:cubicBezTo>
                    <a:cubicBezTo>
                      <a:pt x="603612" y="396077"/>
                      <a:pt x="600754" y="396743"/>
                      <a:pt x="599706" y="397696"/>
                    </a:cubicBezTo>
                    <a:cubicBezTo>
                      <a:pt x="598373" y="398934"/>
                      <a:pt x="596277" y="402077"/>
                      <a:pt x="596087" y="403887"/>
                    </a:cubicBezTo>
                    <a:cubicBezTo>
                      <a:pt x="595896" y="405411"/>
                      <a:pt x="598373" y="408173"/>
                      <a:pt x="598182" y="409697"/>
                    </a:cubicBezTo>
                    <a:cubicBezTo>
                      <a:pt x="597992" y="410936"/>
                      <a:pt x="595706" y="412650"/>
                      <a:pt x="595134" y="413793"/>
                    </a:cubicBezTo>
                    <a:cubicBezTo>
                      <a:pt x="594087" y="416079"/>
                      <a:pt x="592848" y="420937"/>
                      <a:pt x="592563" y="423413"/>
                    </a:cubicBezTo>
                    <a:cubicBezTo>
                      <a:pt x="592277" y="426176"/>
                      <a:pt x="592848" y="431605"/>
                      <a:pt x="592848" y="434367"/>
                    </a:cubicBezTo>
                    <a:cubicBezTo>
                      <a:pt x="592848" y="435224"/>
                      <a:pt x="593039" y="437129"/>
                      <a:pt x="592943" y="437987"/>
                    </a:cubicBezTo>
                    <a:cubicBezTo>
                      <a:pt x="592943" y="439130"/>
                      <a:pt x="592467" y="442273"/>
                      <a:pt x="592372" y="442559"/>
                    </a:cubicBezTo>
                    <a:cubicBezTo>
                      <a:pt x="592277" y="442844"/>
                      <a:pt x="594087" y="447131"/>
                      <a:pt x="594848" y="448655"/>
                    </a:cubicBezTo>
                    <a:cubicBezTo>
                      <a:pt x="595515" y="450083"/>
                      <a:pt x="597325" y="452655"/>
                      <a:pt x="597801" y="454179"/>
                    </a:cubicBezTo>
                    <a:cubicBezTo>
                      <a:pt x="598277" y="455608"/>
                      <a:pt x="598087" y="458751"/>
                      <a:pt x="598373" y="460370"/>
                    </a:cubicBezTo>
                    <a:cubicBezTo>
                      <a:pt x="598658" y="462275"/>
                      <a:pt x="599801" y="466085"/>
                      <a:pt x="599992" y="467990"/>
                    </a:cubicBezTo>
                    <a:cubicBezTo>
                      <a:pt x="600087" y="469419"/>
                      <a:pt x="600087" y="472372"/>
                      <a:pt x="599611" y="473705"/>
                    </a:cubicBezTo>
                    <a:cubicBezTo>
                      <a:pt x="599135" y="475134"/>
                      <a:pt x="597230" y="477420"/>
                      <a:pt x="596563" y="478658"/>
                    </a:cubicBezTo>
                    <a:cubicBezTo>
                      <a:pt x="595801" y="479992"/>
                      <a:pt x="594087" y="482659"/>
                      <a:pt x="593706" y="484183"/>
                    </a:cubicBezTo>
                    <a:cubicBezTo>
                      <a:pt x="593229" y="485993"/>
                      <a:pt x="592848" y="489707"/>
                      <a:pt x="593039" y="491517"/>
                    </a:cubicBezTo>
                    <a:cubicBezTo>
                      <a:pt x="593229" y="492851"/>
                      <a:pt x="594848" y="495232"/>
                      <a:pt x="594944" y="496565"/>
                    </a:cubicBezTo>
                    <a:cubicBezTo>
                      <a:pt x="595039" y="497994"/>
                      <a:pt x="593991" y="500852"/>
                      <a:pt x="593324" y="502185"/>
                    </a:cubicBezTo>
                    <a:cubicBezTo>
                      <a:pt x="592658" y="503519"/>
                      <a:pt x="590562" y="505900"/>
                      <a:pt x="589800" y="507138"/>
                    </a:cubicBezTo>
                    <a:cubicBezTo>
                      <a:pt x="588943" y="508662"/>
                      <a:pt x="587133" y="511615"/>
                      <a:pt x="586752" y="513329"/>
                    </a:cubicBezTo>
                    <a:cubicBezTo>
                      <a:pt x="586276" y="515234"/>
                      <a:pt x="586466" y="519140"/>
                      <a:pt x="586466" y="521045"/>
                    </a:cubicBezTo>
                    <a:cubicBezTo>
                      <a:pt x="586466" y="522759"/>
                      <a:pt x="586943" y="526283"/>
                      <a:pt x="586657" y="527998"/>
                    </a:cubicBezTo>
                    <a:cubicBezTo>
                      <a:pt x="586371" y="529808"/>
                      <a:pt x="584371" y="532951"/>
                      <a:pt x="584371" y="534761"/>
                    </a:cubicBezTo>
                    <a:cubicBezTo>
                      <a:pt x="584371" y="536189"/>
                      <a:pt x="585419" y="538952"/>
                      <a:pt x="585990" y="540285"/>
                    </a:cubicBezTo>
                    <a:cubicBezTo>
                      <a:pt x="586466" y="541619"/>
                      <a:pt x="587895" y="544000"/>
                      <a:pt x="588467" y="545238"/>
                    </a:cubicBezTo>
                    <a:cubicBezTo>
                      <a:pt x="588848" y="546095"/>
                      <a:pt x="590086" y="547905"/>
                      <a:pt x="590086" y="548858"/>
                    </a:cubicBezTo>
                    <a:cubicBezTo>
                      <a:pt x="590086" y="549620"/>
                      <a:pt x="588752" y="550953"/>
                      <a:pt x="588467" y="551715"/>
                    </a:cubicBezTo>
                    <a:cubicBezTo>
                      <a:pt x="588181" y="552382"/>
                      <a:pt x="587800" y="553906"/>
                      <a:pt x="587990" y="554573"/>
                    </a:cubicBezTo>
                    <a:cubicBezTo>
                      <a:pt x="588467" y="556097"/>
                      <a:pt x="591324" y="558192"/>
                      <a:pt x="592086" y="559621"/>
                    </a:cubicBezTo>
                    <a:cubicBezTo>
                      <a:pt x="592658" y="560573"/>
                      <a:pt x="593610" y="562669"/>
                      <a:pt x="593515" y="563717"/>
                    </a:cubicBezTo>
                    <a:cubicBezTo>
                      <a:pt x="593420" y="564955"/>
                      <a:pt x="591610" y="566860"/>
                      <a:pt x="591229" y="568098"/>
                    </a:cubicBezTo>
                    <a:cubicBezTo>
                      <a:pt x="591039" y="568955"/>
                      <a:pt x="590848" y="570670"/>
                      <a:pt x="590943" y="571527"/>
                    </a:cubicBezTo>
                    <a:cubicBezTo>
                      <a:pt x="591134" y="572384"/>
                      <a:pt x="592181" y="573908"/>
                      <a:pt x="592658" y="574670"/>
                    </a:cubicBezTo>
                    <a:cubicBezTo>
                      <a:pt x="593610" y="576099"/>
                      <a:pt x="596087" y="578480"/>
                      <a:pt x="597039" y="579909"/>
                    </a:cubicBezTo>
                    <a:cubicBezTo>
                      <a:pt x="597801" y="581052"/>
                      <a:pt x="599040" y="583529"/>
                      <a:pt x="599325" y="584862"/>
                    </a:cubicBezTo>
                    <a:cubicBezTo>
                      <a:pt x="599706" y="586672"/>
                      <a:pt x="598754" y="590387"/>
                      <a:pt x="599040" y="592196"/>
                    </a:cubicBezTo>
                    <a:cubicBezTo>
                      <a:pt x="599230" y="593244"/>
                      <a:pt x="599801" y="595435"/>
                      <a:pt x="600468" y="596292"/>
                    </a:cubicBezTo>
                    <a:cubicBezTo>
                      <a:pt x="601325" y="597435"/>
                      <a:pt x="604278" y="598578"/>
                      <a:pt x="605326" y="599721"/>
                    </a:cubicBezTo>
                    <a:cubicBezTo>
                      <a:pt x="606374" y="600959"/>
                      <a:pt x="607707" y="603912"/>
                      <a:pt x="608469" y="605341"/>
                    </a:cubicBezTo>
                    <a:cubicBezTo>
                      <a:pt x="608946" y="606198"/>
                      <a:pt x="610089" y="608008"/>
                      <a:pt x="610184" y="609056"/>
                    </a:cubicBezTo>
                    <a:cubicBezTo>
                      <a:pt x="610279" y="610103"/>
                      <a:pt x="609422" y="612199"/>
                      <a:pt x="609326" y="613342"/>
                    </a:cubicBezTo>
                    <a:cubicBezTo>
                      <a:pt x="609231" y="615247"/>
                      <a:pt x="609898" y="618962"/>
                      <a:pt x="609898" y="620867"/>
                    </a:cubicBezTo>
                    <a:cubicBezTo>
                      <a:pt x="609898" y="621819"/>
                      <a:pt x="609898" y="623724"/>
                      <a:pt x="609612" y="624677"/>
                    </a:cubicBezTo>
                    <a:cubicBezTo>
                      <a:pt x="609326" y="625724"/>
                      <a:pt x="607898" y="627534"/>
                      <a:pt x="607612" y="628677"/>
                    </a:cubicBezTo>
                    <a:cubicBezTo>
                      <a:pt x="607326" y="629630"/>
                      <a:pt x="607040" y="631820"/>
                      <a:pt x="607326" y="632773"/>
                    </a:cubicBezTo>
                    <a:cubicBezTo>
                      <a:pt x="607707" y="634202"/>
                      <a:pt x="610089" y="636202"/>
                      <a:pt x="610755" y="637440"/>
                    </a:cubicBezTo>
                    <a:cubicBezTo>
                      <a:pt x="611613" y="639059"/>
                      <a:pt x="612470" y="642679"/>
                      <a:pt x="612851" y="644489"/>
                    </a:cubicBezTo>
                    <a:cubicBezTo>
                      <a:pt x="613232" y="645917"/>
                      <a:pt x="613994" y="648775"/>
                      <a:pt x="614089" y="650299"/>
                    </a:cubicBezTo>
                    <a:cubicBezTo>
                      <a:pt x="614184" y="650775"/>
                      <a:pt x="614184" y="651347"/>
                      <a:pt x="614184" y="651918"/>
                    </a:cubicBezTo>
                    <a:lnTo>
                      <a:pt x="434352" y="672207"/>
                    </a:lnTo>
                    <a:lnTo>
                      <a:pt x="290239" y="685637"/>
                    </a:lnTo>
                    <a:cubicBezTo>
                      <a:pt x="290239" y="685446"/>
                      <a:pt x="290334" y="685351"/>
                      <a:pt x="290334" y="685256"/>
                    </a:cubicBezTo>
                    <a:cubicBezTo>
                      <a:pt x="290430" y="684113"/>
                      <a:pt x="289763" y="681922"/>
                      <a:pt x="289382" y="680874"/>
                    </a:cubicBezTo>
                    <a:cubicBezTo>
                      <a:pt x="288810" y="679445"/>
                      <a:pt x="287096" y="676874"/>
                      <a:pt x="286239" y="675540"/>
                    </a:cubicBezTo>
                    <a:cubicBezTo>
                      <a:pt x="285000" y="673445"/>
                      <a:pt x="283190" y="668873"/>
                      <a:pt x="281285" y="667349"/>
                    </a:cubicBezTo>
                    <a:cubicBezTo>
                      <a:pt x="279857" y="666206"/>
                      <a:pt x="276142" y="665349"/>
                      <a:pt x="274332" y="664967"/>
                    </a:cubicBezTo>
                    <a:cubicBezTo>
                      <a:pt x="271094" y="664301"/>
                      <a:pt x="264426" y="664491"/>
                      <a:pt x="261188" y="663824"/>
                    </a:cubicBezTo>
                    <a:cubicBezTo>
                      <a:pt x="258806" y="663348"/>
                      <a:pt x="254330" y="661634"/>
                      <a:pt x="252139" y="660681"/>
                    </a:cubicBezTo>
                    <a:cubicBezTo>
                      <a:pt x="249853" y="659729"/>
                      <a:pt x="245281" y="657443"/>
                      <a:pt x="243185" y="656014"/>
                    </a:cubicBezTo>
                    <a:cubicBezTo>
                      <a:pt x="242042" y="655252"/>
                      <a:pt x="239756" y="653537"/>
                      <a:pt x="238994" y="652299"/>
                    </a:cubicBezTo>
                    <a:cubicBezTo>
                      <a:pt x="237471" y="650013"/>
                      <a:pt x="236327" y="644584"/>
                      <a:pt x="235756" y="642012"/>
                    </a:cubicBezTo>
                    <a:cubicBezTo>
                      <a:pt x="235375" y="640298"/>
                      <a:pt x="235470" y="636488"/>
                      <a:pt x="234518" y="634964"/>
                    </a:cubicBezTo>
                    <a:cubicBezTo>
                      <a:pt x="233756" y="633821"/>
                      <a:pt x="230993" y="632868"/>
                      <a:pt x="230136" y="631820"/>
                    </a:cubicBezTo>
                    <a:cubicBezTo>
                      <a:pt x="229374" y="630963"/>
                      <a:pt x="228231" y="628868"/>
                      <a:pt x="227850" y="627725"/>
                    </a:cubicBezTo>
                    <a:cubicBezTo>
                      <a:pt x="227183" y="625629"/>
                      <a:pt x="227279" y="621152"/>
                      <a:pt x="226707" y="619057"/>
                    </a:cubicBezTo>
                    <a:cubicBezTo>
                      <a:pt x="226136" y="617057"/>
                      <a:pt x="223850" y="613342"/>
                      <a:pt x="223278" y="611246"/>
                    </a:cubicBezTo>
                    <a:cubicBezTo>
                      <a:pt x="222421" y="607817"/>
                      <a:pt x="221278" y="600578"/>
                      <a:pt x="222040" y="597054"/>
                    </a:cubicBezTo>
                    <a:cubicBezTo>
                      <a:pt x="222421" y="595244"/>
                      <a:pt x="225088" y="592292"/>
                      <a:pt x="225850" y="590577"/>
                    </a:cubicBezTo>
                    <a:cubicBezTo>
                      <a:pt x="226517" y="588958"/>
                      <a:pt x="227183" y="585529"/>
                      <a:pt x="227946" y="583910"/>
                    </a:cubicBezTo>
                    <a:cubicBezTo>
                      <a:pt x="228517" y="582767"/>
                      <a:pt x="230327" y="580957"/>
                      <a:pt x="230803" y="579814"/>
                    </a:cubicBezTo>
                    <a:cubicBezTo>
                      <a:pt x="231184" y="578861"/>
                      <a:pt x="231565" y="576861"/>
                      <a:pt x="231470" y="575813"/>
                    </a:cubicBezTo>
                    <a:cubicBezTo>
                      <a:pt x="231470" y="574766"/>
                      <a:pt x="230898" y="572575"/>
                      <a:pt x="230327" y="571622"/>
                    </a:cubicBezTo>
                    <a:cubicBezTo>
                      <a:pt x="229469" y="570003"/>
                      <a:pt x="226802" y="567336"/>
                      <a:pt x="225374" y="566288"/>
                    </a:cubicBezTo>
                    <a:cubicBezTo>
                      <a:pt x="224135" y="565336"/>
                      <a:pt x="221183" y="564098"/>
                      <a:pt x="219754" y="563431"/>
                    </a:cubicBezTo>
                    <a:cubicBezTo>
                      <a:pt x="218230" y="562764"/>
                      <a:pt x="214801" y="562383"/>
                      <a:pt x="213658" y="561145"/>
                    </a:cubicBezTo>
                    <a:cubicBezTo>
                      <a:pt x="213182" y="560669"/>
                      <a:pt x="212896" y="559145"/>
                      <a:pt x="212991" y="558478"/>
                    </a:cubicBezTo>
                    <a:cubicBezTo>
                      <a:pt x="212991" y="557621"/>
                      <a:pt x="214134" y="556001"/>
                      <a:pt x="214230" y="555049"/>
                    </a:cubicBezTo>
                    <a:cubicBezTo>
                      <a:pt x="214515" y="553715"/>
                      <a:pt x="214896" y="550953"/>
                      <a:pt x="214420" y="549715"/>
                    </a:cubicBezTo>
                    <a:cubicBezTo>
                      <a:pt x="213944" y="548477"/>
                      <a:pt x="210896" y="547048"/>
                      <a:pt x="210610" y="545714"/>
                    </a:cubicBezTo>
                    <a:cubicBezTo>
                      <a:pt x="210324" y="544476"/>
                      <a:pt x="212134" y="542000"/>
                      <a:pt x="212134" y="540666"/>
                    </a:cubicBezTo>
                    <a:cubicBezTo>
                      <a:pt x="212039" y="539904"/>
                      <a:pt x="211753" y="538856"/>
                      <a:pt x="211372" y="537904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sp>
          <p:nvSpPr>
            <p:cNvPr id="105" name="Freeform: Shape 60">
              <a:extLst>
                <a:ext uri="{FF2B5EF4-FFF2-40B4-BE49-F238E27FC236}">
                  <a16:creationId xmlns:a16="http://schemas.microsoft.com/office/drawing/2014/main" id="{5E21B815-240F-0651-F898-D03ECEDD5FE6}"/>
                </a:ext>
              </a:extLst>
            </p:cNvPr>
            <p:cNvSpPr/>
            <p:nvPr/>
          </p:nvSpPr>
          <p:spPr>
            <a:xfrm>
              <a:off x="7159752" y="2782253"/>
              <a:ext cx="381000" cy="666750"/>
            </a:xfrm>
            <a:custGeom>
              <a:avLst/>
              <a:gdLst>
                <a:gd name="connsiteX0" fmla="*/ 310705 w 381000"/>
                <a:gd name="connsiteY0" fmla="*/ 11621 h 666750"/>
                <a:gd name="connsiteX1" fmla="*/ 373380 w 381000"/>
                <a:gd name="connsiteY1" fmla="*/ 411099 h 666750"/>
                <a:gd name="connsiteX2" fmla="*/ 371380 w 381000"/>
                <a:gd name="connsiteY2" fmla="*/ 413671 h 666750"/>
                <a:gd name="connsiteX3" fmla="*/ 367475 w 381000"/>
                <a:gd name="connsiteY3" fmla="*/ 416242 h 666750"/>
                <a:gd name="connsiteX4" fmla="*/ 366236 w 381000"/>
                <a:gd name="connsiteY4" fmla="*/ 420148 h 666750"/>
                <a:gd name="connsiteX5" fmla="*/ 367570 w 381000"/>
                <a:gd name="connsiteY5" fmla="*/ 423291 h 666750"/>
                <a:gd name="connsiteX6" fmla="*/ 371475 w 381000"/>
                <a:gd name="connsiteY6" fmla="*/ 425005 h 666750"/>
                <a:gd name="connsiteX7" fmla="*/ 374333 w 381000"/>
                <a:gd name="connsiteY7" fmla="*/ 428911 h 666750"/>
                <a:gd name="connsiteX8" fmla="*/ 375285 w 381000"/>
                <a:gd name="connsiteY8" fmla="*/ 433864 h 666750"/>
                <a:gd name="connsiteX9" fmla="*/ 372713 w 381000"/>
                <a:gd name="connsiteY9" fmla="*/ 436055 h 666750"/>
                <a:gd name="connsiteX10" fmla="*/ 370999 w 381000"/>
                <a:gd name="connsiteY10" fmla="*/ 439769 h 666750"/>
                <a:gd name="connsiteX11" fmla="*/ 372713 w 381000"/>
                <a:gd name="connsiteY11" fmla="*/ 443103 h 666750"/>
                <a:gd name="connsiteX12" fmla="*/ 376142 w 381000"/>
                <a:gd name="connsiteY12" fmla="*/ 443389 h 666750"/>
                <a:gd name="connsiteX13" fmla="*/ 379190 w 381000"/>
                <a:gd name="connsiteY13" fmla="*/ 441769 h 666750"/>
                <a:gd name="connsiteX14" fmla="*/ 383953 w 381000"/>
                <a:gd name="connsiteY14" fmla="*/ 443770 h 666750"/>
                <a:gd name="connsiteX15" fmla="*/ 383381 w 381000"/>
                <a:gd name="connsiteY15" fmla="*/ 448056 h 666750"/>
                <a:gd name="connsiteX16" fmla="*/ 379000 w 381000"/>
                <a:gd name="connsiteY16" fmla="*/ 450723 h 666750"/>
                <a:gd name="connsiteX17" fmla="*/ 378619 w 381000"/>
                <a:gd name="connsiteY17" fmla="*/ 452723 h 666750"/>
                <a:gd name="connsiteX18" fmla="*/ 380619 w 381000"/>
                <a:gd name="connsiteY18" fmla="*/ 455295 h 666750"/>
                <a:gd name="connsiteX19" fmla="*/ 381095 w 381000"/>
                <a:gd name="connsiteY19" fmla="*/ 458819 h 666750"/>
                <a:gd name="connsiteX20" fmla="*/ 379190 w 381000"/>
                <a:gd name="connsiteY20" fmla="*/ 460534 h 666750"/>
                <a:gd name="connsiteX21" fmla="*/ 375857 w 381000"/>
                <a:gd name="connsiteY21" fmla="*/ 459486 h 666750"/>
                <a:gd name="connsiteX22" fmla="*/ 370237 w 381000"/>
                <a:gd name="connsiteY22" fmla="*/ 460248 h 666750"/>
                <a:gd name="connsiteX23" fmla="*/ 366617 w 381000"/>
                <a:gd name="connsiteY23" fmla="*/ 463296 h 666750"/>
                <a:gd name="connsiteX24" fmla="*/ 361188 w 381000"/>
                <a:gd name="connsiteY24" fmla="*/ 463296 h 666750"/>
                <a:gd name="connsiteX25" fmla="*/ 356616 w 381000"/>
                <a:gd name="connsiteY25" fmla="*/ 466153 h 666750"/>
                <a:gd name="connsiteX26" fmla="*/ 352044 w 381000"/>
                <a:gd name="connsiteY26" fmla="*/ 470725 h 666750"/>
                <a:gd name="connsiteX27" fmla="*/ 347091 w 381000"/>
                <a:gd name="connsiteY27" fmla="*/ 477012 h 666750"/>
                <a:gd name="connsiteX28" fmla="*/ 343091 w 381000"/>
                <a:gd name="connsiteY28" fmla="*/ 480250 h 666750"/>
                <a:gd name="connsiteX29" fmla="*/ 339280 w 381000"/>
                <a:gd name="connsiteY29" fmla="*/ 481203 h 666750"/>
                <a:gd name="connsiteX30" fmla="*/ 334613 w 381000"/>
                <a:gd name="connsiteY30" fmla="*/ 479393 h 666750"/>
                <a:gd name="connsiteX31" fmla="*/ 332613 w 381000"/>
                <a:gd name="connsiteY31" fmla="*/ 475107 h 666750"/>
                <a:gd name="connsiteX32" fmla="*/ 326041 w 381000"/>
                <a:gd name="connsiteY32" fmla="*/ 474250 h 666750"/>
                <a:gd name="connsiteX33" fmla="*/ 322326 w 381000"/>
                <a:gd name="connsiteY33" fmla="*/ 476155 h 666750"/>
                <a:gd name="connsiteX34" fmla="*/ 319850 w 381000"/>
                <a:gd name="connsiteY34" fmla="*/ 476821 h 666750"/>
                <a:gd name="connsiteX35" fmla="*/ 315087 w 381000"/>
                <a:gd name="connsiteY35" fmla="*/ 478441 h 666750"/>
                <a:gd name="connsiteX36" fmla="*/ 309944 w 381000"/>
                <a:gd name="connsiteY36" fmla="*/ 478726 h 666750"/>
                <a:gd name="connsiteX37" fmla="*/ 306991 w 381000"/>
                <a:gd name="connsiteY37" fmla="*/ 483108 h 666750"/>
                <a:gd name="connsiteX38" fmla="*/ 308134 w 381000"/>
                <a:gd name="connsiteY38" fmla="*/ 487775 h 666750"/>
                <a:gd name="connsiteX39" fmla="*/ 310420 w 381000"/>
                <a:gd name="connsiteY39" fmla="*/ 490156 h 666750"/>
                <a:gd name="connsiteX40" fmla="*/ 312134 w 381000"/>
                <a:gd name="connsiteY40" fmla="*/ 496824 h 666750"/>
                <a:gd name="connsiteX41" fmla="*/ 313563 w 381000"/>
                <a:gd name="connsiteY41" fmla="*/ 500634 h 666750"/>
                <a:gd name="connsiteX42" fmla="*/ 316230 w 381000"/>
                <a:gd name="connsiteY42" fmla="*/ 506825 h 666750"/>
                <a:gd name="connsiteX43" fmla="*/ 315659 w 381000"/>
                <a:gd name="connsiteY43" fmla="*/ 510826 h 666750"/>
                <a:gd name="connsiteX44" fmla="*/ 312706 w 381000"/>
                <a:gd name="connsiteY44" fmla="*/ 513017 h 666750"/>
                <a:gd name="connsiteX45" fmla="*/ 309848 w 381000"/>
                <a:gd name="connsiteY45" fmla="*/ 515684 h 666750"/>
                <a:gd name="connsiteX46" fmla="*/ 308610 w 381000"/>
                <a:gd name="connsiteY46" fmla="*/ 521017 h 666750"/>
                <a:gd name="connsiteX47" fmla="*/ 303943 w 381000"/>
                <a:gd name="connsiteY47" fmla="*/ 523970 h 666750"/>
                <a:gd name="connsiteX48" fmla="*/ 299180 w 381000"/>
                <a:gd name="connsiteY48" fmla="*/ 524637 h 666750"/>
                <a:gd name="connsiteX49" fmla="*/ 295466 w 381000"/>
                <a:gd name="connsiteY49" fmla="*/ 527113 h 666750"/>
                <a:gd name="connsiteX50" fmla="*/ 293846 w 381000"/>
                <a:gd name="connsiteY50" fmla="*/ 535876 h 666750"/>
                <a:gd name="connsiteX51" fmla="*/ 293846 w 381000"/>
                <a:gd name="connsiteY51" fmla="*/ 539686 h 666750"/>
                <a:gd name="connsiteX52" fmla="*/ 292513 w 381000"/>
                <a:gd name="connsiteY52" fmla="*/ 544163 h 666750"/>
                <a:gd name="connsiteX53" fmla="*/ 290989 w 381000"/>
                <a:gd name="connsiteY53" fmla="*/ 547688 h 666750"/>
                <a:gd name="connsiteX54" fmla="*/ 289751 w 381000"/>
                <a:gd name="connsiteY54" fmla="*/ 552545 h 666750"/>
                <a:gd name="connsiteX55" fmla="*/ 284512 w 381000"/>
                <a:gd name="connsiteY55" fmla="*/ 557308 h 666750"/>
                <a:gd name="connsiteX56" fmla="*/ 281750 w 381000"/>
                <a:gd name="connsiteY56" fmla="*/ 557308 h 666750"/>
                <a:gd name="connsiteX57" fmla="*/ 279273 w 381000"/>
                <a:gd name="connsiteY57" fmla="*/ 554355 h 666750"/>
                <a:gd name="connsiteX58" fmla="*/ 277178 w 381000"/>
                <a:gd name="connsiteY58" fmla="*/ 555498 h 666750"/>
                <a:gd name="connsiteX59" fmla="*/ 274892 w 381000"/>
                <a:gd name="connsiteY59" fmla="*/ 555403 h 666750"/>
                <a:gd name="connsiteX60" fmla="*/ 272796 w 381000"/>
                <a:gd name="connsiteY60" fmla="*/ 557974 h 666750"/>
                <a:gd name="connsiteX61" fmla="*/ 273844 w 381000"/>
                <a:gd name="connsiteY61" fmla="*/ 562642 h 666750"/>
                <a:gd name="connsiteX62" fmla="*/ 272510 w 381000"/>
                <a:gd name="connsiteY62" fmla="*/ 565690 h 666750"/>
                <a:gd name="connsiteX63" fmla="*/ 268605 w 381000"/>
                <a:gd name="connsiteY63" fmla="*/ 569023 h 666750"/>
                <a:gd name="connsiteX64" fmla="*/ 266510 w 381000"/>
                <a:gd name="connsiteY64" fmla="*/ 576739 h 666750"/>
                <a:gd name="connsiteX65" fmla="*/ 267843 w 381000"/>
                <a:gd name="connsiteY65" fmla="*/ 583121 h 666750"/>
                <a:gd name="connsiteX66" fmla="*/ 268605 w 381000"/>
                <a:gd name="connsiteY66" fmla="*/ 590264 h 666750"/>
                <a:gd name="connsiteX67" fmla="*/ 267367 w 381000"/>
                <a:gd name="connsiteY67" fmla="*/ 597598 h 666750"/>
                <a:gd name="connsiteX68" fmla="*/ 265271 w 381000"/>
                <a:gd name="connsiteY68" fmla="*/ 600265 h 666750"/>
                <a:gd name="connsiteX69" fmla="*/ 261842 w 381000"/>
                <a:gd name="connsiteY69" fmla="*/ 601218 h 666750"/>
                <a:gd name="connsiteX70" fmla="*/ 257366 w 381000"/>
                <a:gd name="connsiteY70" fmla="*/ 602361 h 666750"/>
                <a:gd name="connsiteX71" fmla="*/ 256699 w 381000"/>
                <a:gd name="connsiteY71" fmla="*/ 606266 h 666750"/>
                <a:gd name="connsiteX72" fmla="*/ 254222 w 381000"/>
                <a:gd name="connsiteY72" fmla="*/ 610076 h 666750"/>
                <a:gd name="connsiteX73" fmla="*/ 251270 w 381000"/>
                <a:gd name="connsiteY73" fmla="*/ 606647 h 666750"/>
                <a:gd name="connsiteX74" fmla="*/ 249555 w 381000"/>
                <a:gd name="connsiteY74" fmla="*/ 603885 h 666750"/>
                <a:gd name="connsiteX75" fmla="*/ 246983 w 381000"/>
                <a:gd name="connsiteY75" fmla="*/ 602361 h 666750"/>
                <a:gd name="connsiteX76" fmla="*/ 242411 w 381000"/>
                <a:gd name="connsiteY76" fmla="*/ 602551 h 666750"/>
                <a:gd name="connsiteX77" fmla="*/ 238125 w 381000"/>
                <a:gd name="connsiteY77" fmla="*/ 604266 h 666750"/>
                <a:gd name="connsiteX78" fmla="*/ 235077 w 381000"/>
                <a:gd name="connsiteY78" fmla="*/ 602456 h 666750"/>
                <a:gd name="connsiteX79" fmla="*/ 231648 w 381000"/>
                <a:gd name="connsiteY79" fmla="*/ 601313 h 666750"/>
                <a:gd name="connsiteX80" fmla="*/ 227362 w 381000"/>
                <a:gd name="connsiteY80" fmla="*/ 599599 h 666750"/>
                <a:gd name="connsiteX81" fmla="*/ 223838 w 381000"/>
                <a:gd name="connsiteY81" fmla="*/ 594646 h 666750"/>
                <a:gd name="connsiteX82" fmla="*/ 222218 w 381000"/>
                <a:gd name="connsiteY82" fmla="*/ 589788 h 666750"/>
                <a:gd name="connsiteX83" fmla="*/ 223933 w 381000"/>
                <a:gd name="connsiteY83" fmla="*/ 586264 h 666750"/>
                <a:gd name="connsiteX84" fmla="*/ 221361 w 381000"/>
                <a:gd name="connsiteY84" fmla="*/ 583882 h 666750"/>
                <a:gd name="connsiteX85" fmla="*/ 218789 w 381000"/>
                <a:gd name="connsiteY85" fmla="*/ 582168 h 666750"/>
                <a:gd name="connsiteX86" fmla="*/ 216313 w 381000"/>
                <a:gd name="connsiteY86" fmla="*/ 584168 h 666750"/>
                <a:gd name="connsiteX87" fmla="*/ 216599 w 381000"/>
                <a:gd name="connsiteY87" fmla="*/ 587216 h 666750"/>
                <a:gd name="connsiteX88" fmla="*/ 215932 w 381000"/>
                <a:gd name="connsiteY88" fmla="*/ 589026 h 666750"/>
                <a:gd name="connsiteX89" fmla="*/ 212503 w 381000"/>
                <a:gd name="connsiteY89" fmla="*/ 588359 h 666750"/>
                <a:gd name="connsiteX90" fmla="*/ 210407 w 381000"/>
                <a:gd name="connsiteY90" fmla="*/ 588931 h 666750"/>
                <a:gd name="connsiteX91" fmla="*/ 210503 w 381000"/>
                <a:gd name="connsiteY91" fmla="*/ 592264 h 666750"/>
                <a:gd name="connsiteX92" fmla="*/ 207836 w 381000"/>
                <a:gd name="connsiteY92" fmla="*/ 594074 h 666750"/>
                <a:gd name="connsiteX93" fmla="*/ 205740 w 381000"/>
                <a:gd name="connsiteY93" fmla="*/ 590836 h 666750"/>
                <a:gd name="connsiteX94" fmla="*/ 202883 w 381000"/>
                <a:gd name="connsiteY94" fmla="*/ 590645 h 666750"/>
                <a:gd name="connsiteX95" fmla="*/ 200406 w 381000"/>
                <a:gd name="connsiteY95" fmla="*/ 592646 h 666750"/>
                <a:gd name="connsiteX96" fmla="*/ 200501 w 381000"/>
                <a:gd name="connsiteY96" fmla="*/ 595027 h 666750"/>
                <a:gd name="connsiteX97" fmla="*/ 202597 w 381000"/>
                <a:gd name="connsiteY97" fmla="*/ 596170 h 666750"/>
                <a:gd name="connsiteX98" fmla="*/ 205073 w 381000"/>
                <a:gd name="connsiteY98" fmla="*/ 598551 h 666750"/>
                <a:gd name="connsiteX99" fmla="*/ 204311 w 381000"/>
                <a:gd name="connsiteY99" fmla="*/ 602361 h 666750"/>
                <a:gd name="connsiteX100" fmla="*/ 199930 w 381000"/>
                <a:gd name="connsiteY100" fmla="*/ 604266 h 666750"/>
                <a:gd name="connsiteX101" fmla="*/ 195548 w 381000"/>
                <a:gd name="connsiteY101" fmla="*/ 604933 h 666750"/>
                <a:gd name="connsiteX102" fmla="*/ 194882 w 381000"/>
                <a:gd name="connsiteY102" fmla="*/ 609981 h 666750"/>
                <a:gd name="connsiteX103" fmla="*/ 196501 w 381000"/>
                <a:gd name="connsiteY103" fmla="*/ 615791 h 666750"/>
                <a:gd name="connsiteX104" fmla="*/ 198692 w 381000"/>
                <a:gd name="connsiteY104" fmla="*/ 619315 h 666750"/>
                <a:gd name="connsiteX105" fmla="*/ 198977 w 381000"/>
                <a:gd name="connsiteY105" fmla="*/ 623983 h 666750"/>
                <a:gd name="connsiteX106" fmla="*/ 197263 w 381000"/>
                <a:gd name="connsiteY106" fmla="*/ 625126 h 666750"/>
                <a:gd name="connsiteX107" fmla="*/ 192310 w 381000"/>
                <a:gd name="connsiteY107" fmla="*/ 623983 h 666750"/>
                <a:gd name="connsiteX108" fmla="*/ 189643 w 381000"/>
                <a:gd name="connsiteY108" fmla="*/ 624840 h 666750"/>
                <a:gd name="connsiteX109" fmla="*/ 188976 w 381000"/>
                <a:gd name="connsiteY109" fmla="*/ 628269 h 666750"/>
                <a:gd name="connsiteX110" fmla="*/ 190214 w 381000"/>
                <a:gd name="connsiteY110" fmla="*/ 632079 h 666750"/>
                <a:gd name="connsiteX111" fmla="*/ 188500 w 381000"/>
                <a:gd name="connsiteY111" fmla="*/ 636365 h 666750"/>
                <a:gd name="connsiteX112" fmla="*/ 184309 w 381000"/>
                <a:gd name="connsiteY112" fmla="*/ 638461 h 666750"/>
                <a:gd name="connsiteX113" fmla="*/ 181832 w 381000"/>
                <a:gd name="connsiteY113" fmla="*/ 635984 h 666750"/>
                <a:gd name="connsiteX114" fmla="*/ 183071 w 381000"/>
                <a:gd name="connsiteY114" fmla="*/ 632269 h 666750"/>
                <a:gd name="connsiteX115" fmla="*/ 183928 w 381000"/>
                <a:gd name="connsiteY115" fmla="*/ 629507 h 666750"/>
                <a:gd name="connsiteX116" fmla="*/ 181451 w 381000"/>
                <a:gd name="connsiteY116" fmla="*/ 626650 h 666750"/>
                <a:gd name="connsiteX117" fmla="*/ 177737 w 381000"/>
                <a:gd name="connsiteY117" fmla="*/ 628174 h 666750"/>
                <a:gd name="connsiteX118" fmla="*/ 176308 w 381000"/>
                <a:gd name="connsiteY118" fmla="*/ 630269 h 666750"/>
                <a:gd name="connsiteX119" fmla="*/ 173355 w 381000"/>
                <a:gd name="connsiteY119" fmla="*/ 631984 h 666750"/>
                <a:gd name="connsiteX120" fmla="*/ 169450 w 381000"/>
                <a:gd name="connsiteY120" fmla="*/ 628840 h 666750"/>
                <a:gd name="connsiteX121" fmla="*/ 166783 w 381000"/>
                <a:gd name="connsiteY121" fmla="*/ 623602 h 666750"/>
                <a:gd name="connsiteX122" fmla="*/ 164687 w 381000"/>
                <a:gd name="connsiteY122" fmla="*/ 618458 h 666750"/>
                <a:gd name="connsiteX123" fmla="*/ 161068 w 381000"/>
                <a:gd name="connsiteY123" fmla="*/ 617410 h 666750"/>
                <a:gd name="connsiteX124" fmla="*/ 157353 w 381000"/>
                <a:gd name="connsiteY124" fmla="*/ 618649 h 666750"/>
                <a:gd name="connsiteX125" fmla="*/ 154400 w 381000"/>
                <a:gd name="connsiteY125" fmla="*/ 621792 h 666750"/>
                <a:gd name="connsiteX126" fmla="*/ 150971 w 381000"/>
                <a:gd name="connsiteY126" fmla="*/ 626650 h 666750"/>
                <a:gd name="connsiteX127" fmla="*/ 147828 w 381000"/>
                <a:gd name="connsiteY127" fmla="*/ 629222 h 666750"/>
                <a:gd name="connsiteX128" fmla="*/ 142970 w 381000"/>
                <a:gd name="connsiteY128" fmla="*/ 629888 h 666750"/>
                <a:gd name="connsiteX129" fmla="*/ 140303 w 381000"/>
                <a:gd name="connsiteY129" fmla="*/ 631222 h 666750"/>
                <a:gd name="connsiteX130" fmla="*/ 135827 w 381000"/>
                <a:gd name="connsiteY130" fmla="*/ 636365 h 666750"/>
                <a:gd name="connsiteX131" fmla="*/ 135922 w 381000"/>
                <a:gd name="connsiteY131" fmla="*/ 643223 h 666750"/>
                <a:gd name="connsiteX132" fmla="*/ 135922 w 381000"/>
                <a:gd name="connsiteY132" fmla="*/ 650748 h 666750"/>
                <a:gd name="connsiteX133" fmla="*/ 131159 w 381000"/>
                <a:gd name="connsiteY133" fmla="*/ 655892 h 666750"/>
                <a:gd name="connsiteX134" fmla="*/ 126111 w 381000"/>
                <a:gd name="connsiteY134" fmla="*/ 652558 h 666750"/>
                <a:gd name="connsiteX135" fmla="*/ 124206 w 381000"/>
                <a:gd name="connsiteY135" fmla="*/ 647890 h 666750"/>
                <a:gd name="connsiteX136" fmla="*/ 120396 w 381000"/>
                <a:gd name="connsiteY136" fmla="*/ 646652 h 666750"/>
                <a:gd name="connsiteX137" fmla="*/ 116110 w 381000"/>
                <a:gd name="connsiteY137" fmla="*/ 647033 h 666750"/>
                <a:gd name="connsiteX138" fmla="*/ 111633 w 381000"/>
                <a:gd name="connsiteY138" fmla="*/ 645985 h 666750"/>
                <a:gd name="connsiteX139" fmla="*/ 108966 w 381000"/>
                <a:gd name="connsiteY139" fmla="*/ 643128 h 666750"/>
                <a:gd name="connsiteX140" fmla="*/ 104489 w 381000"/>
                <a:gd name="connsiteY140" fmla="*/ 640080 h 666750"/>
                <a:gd name="connsiteX141" fmla="*/ 100584 w 381000"/>
                <a:gd name="connsiteY141" fmla="*/ 639413 h 666750"/>
                <a:gd name="connsiteX142" fmla="*/ 96964 w 381000"/>
                <a:gd name="connsiteY142" fmla="*/ 636556 h 666750"/>
                <a:gd name="connsiteX143" fmla="*/ 91250 w 381000"/>
                <a:gd name="connsiteY143" fmla="*/ 635508 h 666750"/>
                <a:gd name="connsiteX144" fmla="*/ 84487 w 381000"/>
                <a:gd name="connsiteY144" fmla="*/ 637984 h 666750"/>
                <a:gd name="connsiteX145" fmla="*/ 82487 w 381000"/>
                <a:gd name="connsiteY145" fmla="*/ 641032 h 666750"/>
                <a:gd name="connsiteX146" fmla="*/ 79915 w 381000"/>
                <a:gd name="connsiteY146" fmla="*/ 643699 h 666750"/>
                <a:gd name="connsiteX147" fmla="*/ 76486 w 381000"/>
                <a:gd name="connsiteY147" fmla="*/ 641413 h 666750"/>
                <a:gd name="connsiteX148" fmla="*/ 72771 w 381000"/>
                <a:gd name="connsiteY148" fmla="*/ 639699 h 666750"/>
                <a:gd name="connsiteX149" fmla="*/ 71723 w 381000"/>
                <a:gd name="connsiteY149" fmla="*/ 635984 h 666750"/>
                <a:gd name="connsiteX150" fmla="*/ 70580 w 381000"/>
                <a:gd name="connsiteY150" fmla="*/ 633508 h 666750"/>
                <a:gd name="connsiteX151" fmla="*/ 69152 w 381000"/>
                <a:gd name="connsiteY151" fmla="*/ 632269 h 666750"/>
                <a:gd name="connsiteX152" fmla="*/ 66580 w 381000"/>
                <a:gd name="connsiteY152" fmla="*/ 634936 h 666750"/>
                <a:gd name="connsiteX153" fmla="*/ 66675 w 381000"/>
                <a:gd name="connsiteY153" fmla="*/ 639509 h 666750"/>
                <a:gd name="connsiteX154" fmla="*/ 64961 w 381000"/>
                <a:gd name="connsiteY154" fmla="*/ 641509 h 666750"/>
                <a:gd name="connsiteX155" fmla="*/ 68294 w 381000"/>
                <a:gd name="connsiteY155" fmla="*/ 646367 h 666750"/>
                <a:gd name="connsiteX156" fmla="*/ 70866 w 381000"/>
                <a:gd name="connsiteY156" fmla="*/ 648176 h 666750"/>
                <a:gd name="connsiteX157" fmla="*/ 69818 w 381000"/>
                <a:gd name="connsiteY157" fmla="*/ 652653 h 666750"/>
                <a:gd name="connsiteX158" fmla="*/ 68485 w 381000"/>
                <a:gd name="connsiteY158" fmla="*/ 655796 h 666750"/>
                <a:gd name="connsiteX159" fmla="*/ 65056 w 381000"/>
                <a:gd name="connsiteY159" fmla="*/ 657701 h 666750"/>
                <a:gd name="connsiteX160" fmla="*/ 61913 w 381000"/>
                <a:gd name="connsiteY160" fmla="*/ 657797 h 666750"/>
                <a:gd name="connsiteX161" fmla="*/ 60008 w 381000"/>
                <a:gd name="connsiteY161" fmla="*/ 653034 h 666750"/>
                <a:gd name="connsiteX162" fmla="*/ 61341 w 381000"/>
                <a:gd name="connsiteY162" fmla="*/ 649510 h 666750"/>
                <a:gd name="connsiteX163" fmla="*/ 61722 w 381000"/>
                <a:gd name="connsiteY163" fmla="*/ 646938 h 666750"/>
                <a:gd name="connsiteX164" fmla="*/ 57436 w 381000"/>
                <a:gd name="connsiteY164" fmla="*/ 645795 h 666750"/>
                <a:gd name="connsiteX165" fmla="*/ 54578 w 381000"/>
                <a:gd name="connsiteY165" fmla="*/ 647224 h 666750"/>
                <a:gd name="connsiteX166" fmla="*/ 50387 w 381000"/>
                <a:gd name="connsiteY166" fmla="*/ 647605 h 666750"/>
                <a:gd name="connsiteX167" fmla="*/ 45339 w 381000"/>
                <a:gd name="connsiteY167" fmla="*/ 651605 h 666750"/>
                <a:gd name="connsiteX168" fmla="*/ 40481 w 381000"/>
                <a:gd name="connsiteY168" fmla="*/ 651605 h 666750"/>
                <a:gd name="connsiteX169" fmla="*/ 38291 w 381000"/>
                <a:gd name="connsiteY169" fmla="*/ 648748 h 666750"/>
                <a:gd name="connsiteX170" fmla="*/ 36195 w 381000"/>
                <a:gd name="connsiteY170" fmla="*/ 645414 h 666750"/>
                <a:gd name="connsiteX171" fmla="*/ 33338 w 381000"/>
                <a:gd name="connsiteY171" fmla="*/ 645128 h 666750"/>
                <a:gd name="connsiteX172" fmla="*/ 28861 w 381000"/>
                <a:gd name="connsiteY172" fmla="*/ 650367 h 666750"/>
                <a:gd name="connsiteX173" fmla="*/ 28480 w 381000"/>
                <a:gd name="connsiteY173" fmla="*/ 654463 h 666750"/>
                <a:gd name="connsiteX174" fmla="*/ 30575 w 381000"/>
                <a:gd name="connsiteY174" fmla="*/ 656844 h 666750"/>
                <a:gd name="connsiteX175" fmla="*/ 33242 w 381000"/>
                <a:gd name="connsiteY175" fmla="*/ 658177 h 666750"/>
                <a:gd name="connsiteX176" fmla="*/ 34290 w 381000"/>
                <a:gd name="connsiteY176" fmla="*/ 661226 h 666750"/>
                <a:gd name="connsiteX177" fmla="*/ 32861 w 381000"/>
                <a:gd name="connsiteY177" fmla="*/ 665226 h 666750"/>
                <a:gd name="connsiteX178" fmla="*/ 30385 w 381000"/>
                <a:gd name="connsiteY178" fmla="*/ 666274 h 666750"/>
                <a:gd name="connsiteX179" fmla="*/ 29051 w 381000"/>
                <a:gd name="connsiteY179" fmla="*/ 669131 h 666750"/>
                <a:gd name="connsiteX180" fmla="*/ 25622 w 381000"/>
                <a:gd name="connsiteY180" fmla="*/ 669226 h 666750"/>
                <a:gd name="connsiteX181" fmla="*/ 24670 w 381000"/>
                <a:gd name="connsiteY181" fmla="*/ 666178 h 666750"/>
                <a:gd name="connsiteX182" fmla="*/ 20288 w 381000"/>
                <a:gd name="connsiteY182" fmla="*/ 666178 h 666750"/>
                <a:gd name="connsiteX183" fmla="*/ 17621 w 381000"/>
                <a:gd name="connsiteY183" fmla="*/ 666464 h 666750"/>
                <a:gd name="connsiteX184" fmla="*/ 16859 w 381000"/>
                <a:gd name="connsiteY184" fmla="*/ 665512 h 666750"/>
                <a:gd name="connsiteX185" fmla="*/ 16954 w 381000"/>
                <a:gd name="connsiteY185" fmla="*/ 662083 h 666750"/>
                <a:gd name="connsiteX186" fmla="*/ 15145 w 381000"/>
                <a:gd name="connsiteY186" fmla="*/ 659511 h 666750"/>
                <a:gd name="connsiteX187" fmla="*/ 15526 w 381000"/>
                <a:gd name="connsiteY187" fmla="*/ 654939 h 666750"/>
                <a:gd name="connsiteX188" fmla="*/ 16764 w 381000"/>
                <a:gd name="connsiteY188" fmla="*/ 651891 h 666750"/>
                <a:gd name="connsiteX189" fmla="*/ 15145 w 381000"/>
                <a:gd name="connsiteY189" fmla="*/ 646747 h 666750"/>
                <a:gd name="connsiteX190" fmla="*/ 16859 w 381000"/>
                <a:gd name="connsiteY190" fmla="*/ 644176 h 666750"/>
                <a:gd name="connsiteX191" fmla="*/ 18383 w 381000"/>
                <a:gd name="connsiteY191" fmla="*/ 636746 h 666750"/>
                <a:gd name="connsiteX192" fmla="*/ 14573 w 381000"/>
                <a:gd name="connsiteY192" fmla="*/ 633698 h 666750"/>
                <a:gd name="connsiteX193" fmla="*/ 15716 w 381000"/>
                <a:gd name="connsiteY193" fmla="*/ 629031 h 666750"/>
                <a:gd name="connsiteX194" fmla="*/ 18002 w 381000"/>
                <a:gd name="connsiteY194" fmla="*/ 627031 h 666750"/>
                <a:gd name="connsiteX195" fmla="*/ 18383 w 381000"/>
                <a:gd name="connsiteY195" fmla="*/ 624173 h 666750"/>
                <a:gd name="connsiteX196" fmla="*/ 16859 w 381000"/>
                <a:gd name="connsiteY196" fmla="*/ 621316 h 666750"/>
                <a:gd name="connsiteX197" fmla="*/ 18764 w 381000"/>
                <a:gd name="connsiteY197" fmla="*/ 617315 h 666750"/>
                <a:gd name="connsiteX198" fmla="*/ 23336 w 381000"/>
                <a:gd name="connsiteY198" fmla="*/ 616077 h 666750"/>
                <a:gd name="connsiteX199" fmla="*/ 25051 w 381000"/>
                <a:gd name="connsiteY199" fmla="*/ 612267 h 666750"/>
                <a:gd name="connsiteX200" fmla="*/ 23717 w 381000"/>
                <a:gd name="connsiteY200" fmla="*/ 609219 h 666750"/>
                <a:gd name="connsiteX201" fmla="*/ 20574 w 381000"/>
                <a:gd name="connsiteY201" fmla="*/ 606266 h 666750"/>
                <a:gd name="connsiteX202" fmla="*/ 17240 w 381000"/>
                <a:gd name="connsiteY202" fmla="*/ 605028 h 666750"/>
                <a:gd name="connsiteX203" fmla="*/ 15335 w 381000"/>
                <a:gd name="connsiteY203" fmla="*/ 601409 h 666750"/>
                <a:gd name="connsiteX204" fmla="*/ 18288 w 381000"/>
                <a:gd name="connsiteY204" fmla="*/ 599313 h 666750"/>
                <a:gd name="connsiteX205" fmla="*/ 20288 w 381000"/>
                <a:gd name="connsiteY205" fmla="*/ 595789 h 666750"/>
                <a:gd name="connsiteX206" fmla="*/ 19241 w 381000"/>
                <a:gd name="connsiteY206" fmla="*/ 593312 h 666750"/>
                <a:gd name="connsiteX207" fmla="*/ 21050 w 381000"/>
                <a:gd name="connsiteY207" fmla="*/ 589312 h 666750"/>
                <a:gd name="connsiteX208" fmla="*/ 24384 w 381000"/>
                <a:gd name="connsiteY208" fmla="*/ 591979 h 666750"/>
                <a:gd name="connsiteX209" fmla="*/ 26099 w 381000"/>
                <a:gd name="connsiteY209" fmla="*/ 590645 h 666750"/>
                <a:gd name="connsiteX210" fmla="*/ 27908 w 381000"/>
                <a:gd name="connsiteY210" fmla="*/ 587407 h 666750"/>
                <a:gd name="connsiteX211" fmla="*/ 30194 w 381000"/>
                <a:gd name="connsiteY211" fmla="*/ 589121 h 666750"/>
                <a:gd name="connsiteX212" fmla="*/ 32480 w 381000"/>
                <a:gd name="connsiteY212" fmla="*/ 587311 h 666750"/>
                <a:gd name="connsiteX213" fmla="*/ 33433 w 381000"/>
                <a:gd name="connsiteY213" fmla="*/ 583025 h 666750"/>
                <a:gd name="connsiteX214" fmla="*/ 32671 w 381000"/>
                <a:gd name="connsiteY214" fmla="*/ 578739 h 666750"/>
                <a:gd name="connsiteX215" fmla="*/ 36957 w 381000"/>
                <a:gd name="connsiteY215" fmla="*/ 576167 h 666750"/>
                <a:gd name="connsiteX216" fmla="*/ 39434 w 381000"/>
                <a:gd name="connsiteY216" fmla="*/ 571786 h 666750"/>
                <a:gd name="connsiteX217" fmla="*/ 41529 w 381000"/>
                <a:gd name="connsiteY217" fmla="*/ 567214 h 666750"/>
                <a:gd name="connsiteX218" fmla="*/ 41720 w 381000"/>
                <a:gd name="connsiteY218" fmla="*/ 563023 h 666750"/>
                <a:gd name="connsiteX219" fmla="*/ 39910 w 381000"/>
                <a:gd name="connsiteY219" fmla="*/ 559022 h 666750"/>
                <a:gd name="connsiteX220" fmla="*/ 42767 w 381000"/>
                <a:gd name="connsiteY220" fmla="*/ 556641 h 666750"/>
                <a:gd name="connsiteX221" fmla="*/ 45625 w 381000"/>
                <a:gd name="connsiteY221" fmla="*/ 556355 h 666750"/>
                <a:gd name="connsiteX222" fmla="*/ 47244 w 381000"/>
                <a:gd name="connsiteY222" fmla="*/ 553498 h 666750"/>
                <a:gd name="connsiteX223" fmla="*/ 49530 w 381000"/>
                <a:gd name="connsiteY223" fmla="*/ 552640 h 666750"/>
                <a:gd name="connsiteX224" fmla="*/ 49625 w 381000"/>
                <a:gd name="connsiteY224" fmla="*/ 550069 h 666750"/>
                <a:gd name="connsiteX225" fmla="*/ 48101 w 381000"/>
                <a:gd name="connsiteY225" fmla="*/ 547306 h 666750"/>
                <a:gd name="connsiteX226" fmla="*/ 49911 w 381000"/>
                <a:gd name="connsiteY226" fmla="*/ 544259 h 666750"/>
                <a:gd name="connsiteX227" fmla="*/ 49054 w 381000"/>
                <a:gd name="connsiteY227" fmla="*/ 542163 h 666750"/>
                <a:gd name="connsiteX228" fmla="*/ 50387 w 381000"/>
                <a:gd name="connsiteY228" fmla="*/ 539686 h 666750"/>
                <a:gd name="connsiteX229" fmla="*/ 51054 w 381000"/>
                <a:gd name="connsiteY229" fmla="*/ 535210 h 666750"/>
                <a:gd name="connsiteX230" fmla="*/ 51245 w 381000"/>
                <a:gd name="connsiteY230" fmla="*/ 529495 h 666750"/>
                <a:gd name="connsiteX231" fmla="*/ 53912 w 381000"/>
                <a:gd name="connsiteY231" fmla="*/ 526542 h 666750"/>
                <a:gd name="connsiteX232" fmla="*/ 56293 w 381000"/>
                <a:gd name="connsiteY232" fmla="*/ 525494 h 666750"/>
                <a:gd name="connsiteX233" fmla="*/ 59531 w 381000"/>
                <a:gd name="connsiteY233" fmla="*/ 523684 h 666750"/>
                <a:gd name="connsiteX234" fmla="*/ 62198 w 381000"/>
                <a:gd name="connsiteY234" fmla="*/ 520541 h 666750"/>
                <a:gd name="connsiteX235" fmla="*/ 64103 w 381000"/>
                <a:gd name="connsiteY235" fmla="*/ 513017 h 666750"/>
                <a:gd name="connsiteX236" fmla="*/ 62294 w 381000"/>
                <a:gd name="connsiteY236" fmla="*/ 506063 h 666750"/>
                <a:gd name="connsiteX237" fmla="*/ 60103 w 381000"/>
                <a:gd name="connsiteY237" fmla="*/ 502825 h 666750"/>
                <a:gd name="connsiteX238" fmla="*/ 58769 w 381000"/>
                <a:gd name="connsiteY238" fmla="*/ 499300 h 666750"/>
                <a:gd name="connsiteX239" fmla="*/ 55245 w 381000"/>
                <a:gd name="connsiteY239" fmla="*/ 496443 h 666750"/>
                <a:gd name="connsiteX240" fmla="*/ 54483 w 381000"/>
                <a:gd name="connsiteY240" fmla="*/ 493205 h 666750"/>
                <a:gd name="connsiteX241" fmla="*/ 56769 w 381000"/>
                <a:gd name="connsiteY241" fmla="*/ 488728 h 666750"/>
                <a:gd name="connsiteX242" fmla="*/ 57531 w 381000"/>
                <a:gd name="connsiteY242" fmla="*/ 484822 h 666750"/>
                <a:gd name="connsiteX243" fmla="*/ 56293 w 381000"/>
                <a:gd name="connsiteY243" fmla="*/ 478155 h 666750"/>
                <a:gd name="connsiteX244" fmla="*/ 53054 w 381000"/>
                <a:gd name="connsiteY244" fmla="*/ 476345 h 666750"/>
                <a:gd name="connsiteX245" fmla="*/ 49530 w 381000"/>
                <a:gd name="connsiteY245" fmla="*/ 476155 h 666750"/>
                <a:gd name="connsiteX246" fmla="*/ 48101 w 381000"/>
                <a:gd name="connsiteY246" fmla="*/ 474059 h 666750"/>
                <a:gd name="connsiteX247" fmla="*/ 48768 w 381000"/>
                <a:gd name="connsiteY247" fmla="*/ 468725 h 666750"/>
                <a:gd name="connsiteX248" fmla="*/ 47625 w 381000"/>
                <a:gd name="connsiteY248" fmla="*/ 464344 h 666750"/>
                <a:gd name="connsiteX249" fmla="*/ 44101 w 381000"/>
                <a:gd name="connsiteY249" fmla="*/ 461391 h 666750"/>
                <a:gd name="connsiteX250" fmla="*/ 39243 w 381000"/>
                <a:gd name="connsiteY250" fmla="*/ 457390 h 666750"/>
                <a:gd name="connsiteX251" fmla="*/ 37719 w 381000"/>
                <a:gd name="connsiteY251" fmla="*/ 451580 h 666750"/>
                <a:gd name="connsiteX252" fmla="*/ 40958 w 381000"/>
                <a:gd name="connsiteY252" fmla="*/ 447294 h 666750"/>
                <a:gd name="connsiteX253" fmla="*/ 44577 w 381000"/>
                <a:gd name="connsiteY253" fmla="*/ 443008 h 666750"/>
                <a:gd name="connsiteX254" fmla="*/ 44672 w 381000"/>
                <a:gd name="connsiteY254" fmla="*/ 439293 h 666750"/>
                <a:gd name="connsiteX255" fmla="*/ 41624 w 381000"/>
                <a:gd name="connsiteY255" fmla="*/ 436055 h 666750"/>
                <a:gd name="connsiteX256" fmla="*/ 39529 w 381000"/>
                <a:gd name="connsiteY256" fmla="*/ 431292 h 666750"/>
                <a:gd name="connsiteX257" fmla="*/ 40672 w 381000"/>
                <a:gd name="connsiteY257" fmla="*/ 425101 h 666750"/>
                <a:gd name="connsiteX258" fmla="*/ 43529 w 381000"/>
                <a:gd name="connsiteY258" fmla="*/ 421386 h 666750"/>
                <a:gd name="connsiteX259" fmla="*/ 46387 w 381000"/>
                <a:gd name="connsiteY259" fmla="*/ 419481 h 666750"/>
                <a:gd name="connsiteX260" fmla="*/ 46863 w 381000"/>
                <a:gd name="connsiteY260" fmla="*/ 415195 h 666750"/>
                <a:gd name="connsiteX261" fmla="*/ 0 w 381000"/>
                <a:gd name="connsiteY261" fmla="*/ 50959 h 666750"/>
                <a:gd name="connsiteX262" fmla="*/ 1048 w 381000"/>
                <a:gd name="connsiteY262" fmla="*/ 52864 h 666750"/>
                <a:gd name="connsiteX263" fmla="*/ 5334 w 381000"/>
                <a:gd name="connsiteY263" fmla="*/ 55721 h 666750"/>
                <a:gd name="connsiteX264" fmla="*/ 12287 w 381000"/>
                <a:gd name="connsiteY264" fmla="*/ 60674 h 666750"/>
                <a:gd name="connsiteX265" fmla="*/ 19621 w 381000"/>
                <a:gd name="connsiteY265" fmla="*/ 62770 h 666750"/>
                <a:gd name="connsiteX266" fmla="*/ 36290 w 381000"/>
                <a:gd name="connsiteY266" fmla="*/ 62389 h 666750"/>
                <a:gd name="connsiteX267" fmla="*/ 49149 w 381000"/>
                <a:gd name="connsiteY267" fmla="*/ 54578 h 666750"/>
                <a:gd name="connsiteX268" fmla="*/ 60770 w 381000"/>
                <a:gd name="connsiteY268" fmla="*/ 48958 h 666750"/>
                <a:gd name="connsiteX269" fmla="*/ 73057 w 381000"/>
                <a:gd name="connsiteY269" fmla="*/ 40862 h 666750"/>
                <a:gd name="connsiteX270" fmla="*/ 79153 w 381000"/>
                <a:gd name="connsiteY270" fmla="*/ 35242 h 666750"/>
                <a:gd name="connsiteX271" fmla="*/ 113443 w 381000"/>
                <a:gd name="connsiteY271" fmla="*/ 31242 h 666750"/>
                <a:gd name="connsiteX272" fmla="*/ 166307 w 381000"/>
                <a:gd name="connsiteY272" fmla="*/ 23336 h 666750"/>
                <a:gd name="connsiteX273" fmla="*/ 308134 w 381000"/>
                <a:gd name="connsiteY273" fmla="*/ 0 h 666750"/>
                <a:gd name="connsiteX274" fmla="*/ 310705 w 381000"/>
                <a:gd name="connsiteY274" fmla="*/ 11621 h 66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</a:cxnLst>
              <a:rect l="l" t="t" r="r" b="b"/>
              <a:pathLst>
                <a:path w="381000" h="666750">
                  <a:moveTo>
                    <a:pt x="310705" y="11621"/>
                  </a:moveTo>
                  <a:lnTo>
                    <a:pt x="373380" y="411099"/>
                  </a:lnTo>
                  <a:cubicBezTo>
                    <a:pt x="372713" y="411956"/>
                    <a:pt x="371951" y="413194"/>
                    <a:pt x="371380" y="413671"/>
                  </a:cubicBezTo>
                  <a:cubicBezTo>
                    <a:pt x="370522" y="414433"/>
                    <a:pt x="368141" y="415290"/>
                    <a:pt x="367475" y="416242"/>
                  </a:cubicBezTo>
                  <a:cubicBezTo>
                    <a:pt x="366808" y="417100"/>
                    <a:pt x="366141" y="419100"/>
                    <a:pt x="366236" y="420148"/>
                  </a:cubicBezTo>
                  <a:cubicBezTo>
                    <a:pt x="366332" y="421005"/>
                    <a:pt x="366998" y="422719"/>
                    <a:pt x="367570" y="423291"/>
                  </a:cubicBezTo>
                  <a:cubicBezTo>
                    <a:pt x="368332" y="424053"/>
                    <a:pt x="370713" y="424339"/>
                    <a:pt x="371475" y="425005"/>
                  </a:cubicBezTo>
                  <a:cubicBezTo>
                    <a:pt x="372428" y="425767"/>
                    <a:pt x="373856" y="427863"/>
                    <a:pt x="374333" y="428911"/>
                  </a:cubicBezTo>
                  <a:cubicBezTo>
                    <a:pt x="374809" y="430054"/>
                    <a:pt x="375666" y="432721"/>
                    <a:pt x="375285" y="433864"/>
                  </a:cubicBezTo>
                  <a:cubicBezTo>
                    <a:pt x="374999" y="434626"/>
                    <a:pt x="373285" y="435388"/>
                    <a:pt x="372713" y="436055"/>
                  </a:cubicBezTo>
                  <a:cubicBezTo>
                    <a:pt x="372142" y="436912"/>
                    <a:pt x="370999" y="438721"/>
                    <a:pt x="370999" y="439769"/>
                  </a:cubicBezTo>
                  <a:cubicBezTo>
                    <a:pt x="370999" y="440722"/>
                    <a:pt x="371951" y="442531"/>
                    <a:pt x="372713" y="443103"/>
                  </a:cubicBezTo>
                  <a:cubicBezTo>
                    <a:pt x="373380" y="443579"/>
                    <a:pt x="375285" y="443579"/>
                    <a:pt x="376142" y="443389"/>
                  </a:cubicBezTo>
                  <a:cubicBezTo>
                    <a:pt x="377000" y="443198"/>
                    <a:pt x="378333" y="441865"/>
                    <a:pt x="379190" y="441769"/>
                  </a:cubicBezTo>
                  <a:cubicBezTo>
                    <a:pt x="380524" y="441769"/>
                    <a:pt x="383286" y="442627"/>
                    <a:pt x="383953" y="443770"/>
                  </a:cubicBezTo>
                  <a:cubicBezTo>
                    <a:pt x="384429" y="444722"/>
                    <a:pt x="383953" y="447103"/>
                    <a:pt x="383381" y="448056"/>
                  </a:cubicBezTo>
                  <a:cubicBezTo>
                    <a:pt x="382714" y="449104"/>
                    <a:pt x="379762" y="449675"/>
                    <a:pt x="379000" y="450723"/>
                  </a:cubicBezTo>
                  <a:cubicBezTo>
                    <a:pt x="378714" y="451104"/>
                    <a:pt x="378428" y="452247"/>
                    <a:pt x="378619" y="452723"/>
                  </a:cubicBezTo>
                  <a:cubicBezTo>
                    <a:pt x="378809" y="453485"/>
                    <a:pt x="380333" y="454533"/>
                    <a:pt x="380619" y="455295"/>
                  </a:cubicBezTo>
                  <a:cubicBezTo>
                    <a:pt x="381000" y="456057"/>
                    <a:pt x="381476" y="457962"/>
                    <a:pt x="381095" y="458819"/>
                  </a:cubicBezTo>
                  <a:cubicBezTo>
                    <a:pt x="380905" y="459391"/>
                    <a:pt x="379857" y="460343"/>
                    <a:pt x="379190" y="460534"/>
                  </a:cubicBezTo>
                  <a:cubicBezTo>
                    <a:pt x="378333" y="460724"/>
                    <a:pt x="376714" y="459581"/>
                    <a:pt x="375857" y="459486"/>
                  </a:cubicBezTo>
                  <a:cubicBezTo>
                    <a:pt x="374428" y="459391"/>
                    <a:pt x="371475" y="459676"/>
                    <a:pt x="370237" y="460248"/>
                  </a:cubicBezTo>
                  <a:cubicBezTo>
                    <a:pt x="369094" y="460724"/>
                    <a:pt x="367760" y="462915"/>
                    <a:pt x="366617" y="463296"/>
                  </a:cubicBezTo>
                  <a:cubicBezTo>
                    <a:pt x="365379" y="463772"/>
                    <a:pt x="362521" y="462915"/>
                    <a:pt x="361188" y="463296"/>
                  </a:cubicBezTo>
                  <a:cubicBezTo>
                    <a:pt x="359855" y="463677"/>
                    <a:pt x="357664" y="465296"/>
                    <a:pt x="356616" y="466153"/>
                  </a:cubicBezTo>
                  <a:cubicBezTo>
                    <a:pt x="355378" y="467106"/>
                    <a:pt x="353092" y="469487"/>
                    <a:pt x="352044" y="470725"/>
                  </a:cubicBezTo>
                  <a:cubicBezTo>
                    <a:pt x="350711" y="472249"/>
                    <a:pt x="348520" y="475583"/>
                    <a:pt x="347091" y="477012"/>
                  </a:cubicBezTo>
                  <a:cubicBezTo>
                    <a:pt x="346138" y="477869"/>
                    <a:pt x="344234" y="479584"/>
                    <a:pt x="343091" y="480250"/>
                  </a:cubicBezTo>
                  <a:cubicBezTo>
                    <a:pt x="342233" y="480631"/>
                    <a:pt x="340233" y="481298"/>
                    <a:pt x="339280" y="481203"/>
                  </a:cubicBezTo>
                  <a:cubicBezTo>
                    <a:pt x="338042" y="481108"/>
                    <a:pt x="335566" y="480250"/>
                    <a:pt x="334613" y="479393"/>
                  </a:cubicBezTo>
                  <a:cubicBezTo>
                    <a:pt x="333756" y="478631"/>
                    <a:pt x="333566" y="475869"/>
                    <a:pt x="332613" y="475107"/>
                  </a:cubicBezTo>
                  <a:cubicBezTo>
                    <a:pt x="331280" y="474155"/>
                    <a:pt x="327660" y="473964"/>
                    <a:pt x="326041" y="474250"/>
                  </a:cubicBezTo>
                  <a:cubicBezTo>
                    <a:pt x="324993" y="474440"/>
                    <a:pt x="323279" y="475774"/>
                    <a:pt x="322326" y="476155"/>
                  </a:cubicBezTo>
                  <a:cubicBezTo>
                    <a:pt x="321755" y="476345"/>
                    <a:pt x="320516" y="476631"/>
                    <a:pt x="319850" y="476821"/>
                  </a:cubicBezTo>
                  <a:cubicBezTo>
                    <a:pt x="318611" y="477202"/>
                    <a:pt x="316325" y="478155"/>
                    <a:pt x="315087" y="478441"/>
                  </a:cubicBezTo>
                  <a:cubicBezTo>
                    <a:pt x="313849" y="478631"/>
                    <a:pt x="311087" y="478155"/>
                    <a:pt x="309944" y="478726"/>
                  </a:cubicBezTo>
                  <a:cubicBezTo>
                    <a:pt x="308801" y="479393"/>
                    <a:pt x="307181" y="481774"/>
                    <a:pt x="306991" y="483108"/>
                  </a:cubicBezTo>
                  <a:cubicBezTo>
                    <a:pt x="306800" y="484251"/>
                    <a:pt x="307562" y="486727"/>
                    <a:pt x="308134" y="487775"/>
                  </a:cubicBezTo>
                  <a:cubicBezTo>
                    <a:pt x="308515" y="488537"/>
                    <a:pt x="310039" y="489490"/>
                    <a:pt x="310420" y="490156"/>
                  </a:cubicBezTo>
                  <a:cubicBezTo>
                    <a:pt x="311277" y="491680"/>
                    <a:pt x="311658" y="495205"/>
                    <a:pt x="312134" y="496824"/>
                  </a:cubicBezTo>
                  <a:cubicBezTo>
                    <a:pt x="312420" y="497776"/>
                    <a:pt x="313182" y="499681"/>
                    <a:pt x="313563" y="500634"/>
                  </a:cubicBezTo>
                  <a:cubicBezTo>
                    <a:pt x="314135" y="502158"/>
                    <a:pt x="315944" y="505111"/>
                    <a:pt x="316230" y="506825"/>
                  </a:cubicBezTo>
                  <a:cubicBezTo>
                    <a:pt x="316421" y="507778"/>
                    <a:pt x="316230" y="509968"/>
                    <a:pt x="315659" y="510826"/>
                  </a:cubicBezTo>
                  <a:cubicBezTo>
                    <a:pt x="315182" y="511683"/>
                    <a:pt x="313372" y="512445"/>
                    <a:pt x="312706" y="513017"/>
                  </a:cubicBezTo>
                  <a:cubicBezTo>
                    <a:pt x="311944" y="513683"/>
                    <a:pt x="310325" y="514826"/>
                    <a:pt x="309848" y="515684"/>
                  </a:cubicBezTo>
                  <a:cubicBezTo>
                    <a:pt x="309182" y="516826"/>
                    <a:pt x="309372" y="519874"/>
                    <a:pt x="308610" y="521017"/>
                  </a:cubicBezTo>
                  <a:cubicBezTo>
                    <a:pt x="307753" y="522160"/>
                    <a:pt x="305181" y="523494"/>
                    <a:pt x="303943" y="523970"/>
                  </a:cubicBezTo>
                  <a:cubicBezTo>
                    <a:pt x="302800" y="524351"/>
                    <a:pt x="300323" y="524161"/>
                    <a:pt x="299180" y="524637"/>
                  </a:cubicBezTo>
                  <a:cubicBezTo>
                    <a:pt x="298133" y="525018"/>
                    <a:pt x="296132" y="526161"/>
                    <a:pt x="295466" y="527113"/>
                  </a:cubicBezTo>
                  <a:cubicBezTo>
                    <a:pt x="294227" y="529018"/>
                    <a:pt x="294132" y="533686"/>
                    <a:pt x="293846" y="535876"/>
                  </a:cubicBezTo>
                  <a:cubicBezTo>
                    <a:pt x="293751" y="536829"/>
                    <a:pt x="294037" y="538734"/>
                    <a:pt x="293846" y="539686"/>
                  </a:cubicBezTo>
                  <a:cubicBezTo>
                    <a:pt x="293656" y="540830"/>
                    <a:pt x="292894" y="543020"/>
                    <a:pt x="292513" y="544163"/>
                  </a:cubicBezTo>
                  <a:cubicBezTo>
                    <a:pt x="292227" y="545021"/>
                    <a:pt x="291370" y="546735"/>
                    <a:pt x="290989" y="547688"/>
                  </a:cubicBezTo>
                  <a:cubicBezTo>
                    <a:pt x="290608" y="548926"/>
                    <a:pt x="290417" y="551497"/>
                    <a:pt x="289751" y="552545"/>
                  </a:cubicBezTo>
                  <a:cubicBezTo>
                    <a:pt x="288798" y="554069"/>
                    <a:pt x="286226" y="556641"/>
                    <a:pt x="284512" y="557308"/>
                  </a:cubicBezTo>
                  <a:cubicBezTo>
                    <a:pt x="283845" y="557593"/>
                    <a:pt x="282416" y="557593"/>
                    <a:pt x="281750" y="557308"/>
                  </a:cubicBezTo>
                  <a:cubicBezTo>
                    <a:pt x="280892" y="556927"/>
                    <a:pt x="280226" y="554546"/>
                    <a:pt x="279273" y="554355"/>
                  </a:cubicBezTo>
                  <a:cubicBezTo>
                    <a:pt x="278702" y="554260"/>
                    <a:pt x="277749" y="555403"/>
                    <a:pt x="277178" y="555498"/>
                  </a:cubicBezTo>
                  <a:cubicBezTo>
                    <a:pt x="276606" y="555593"/>
                    <a:pt x="275368" y="555117"/>
                    <a:pt x="274892" y="555403"/>
                  </a:cubicBezTo>
                  <a:cubicBezTo>
                    <a:pt x="274130" y="555784"/>
                    <a:pt x="272987" y="557117"/>
                    <a:pt x="272796" y="557974"/>
                  </a:cubicBezTo>
                  <a:cubicBezTo>
                    <a:pt x="272510" y="559118"/>
                    <a:pt x="274034" y="561499"/>
                    <a:pt x="273844" y="562642"/>
                  </a:cubicBezTo>
                  <a:cubicBezTo>
                    <a:pt x="273749" y="563499"/>
                    <a:pt x="272987" y="565023"/>
                    <a:pt x="272510" y="565690"/>
                  </a:cubicBezTo>
                  <a:cubicBezTo>
                    <a:pt x="271748" y="566738"/>
                    <a:pt x="269272" y="567880"/>
                    <a:pt x="268605" y="569023"/>
                  </a:cubicBezTo>
                  <a:cubicBezTo>
                    <a:pt x="267557" y="570738"/>
                    <a:pt x="266510" y="574738"/>
                    <a:pt x="266510" y="576739"/>
                  </a:cubicBezTo>
                  <a:cubicBezTo>
                    <a:pt x="266510" y="578358"/>
                    <a:pt x="267653" y="581501"/>
                    <a:pt x="267843" y="583121"/>
                  </a:cubicBezTo>
                  <a:cubicBezTo>
                    <a:pt x="268129" y="584930"/>
                    <a:pt x="268700" y="588455"/>
                    <a:pt x="268605" y="590264"/>
                  </a:cubicBezTo>
                  <a:cubicBezTo>
                    <a:pt x="268510" y="592169"/>
                    <a:pt x="268129" y="595884"/>
                    <a:pt x="267367" y="597598"/>
                  </a:cubicBezTo>
                  <a:cubicBezTo>
                    <a:pt x="266986" y="598360"/>
                    <a:pt x="265938" y="599789"/>
                    <a:pt x="265271" y="600265"/>
                  </a:cubicBezTo>
                  <a:cubicBezTo>
                    <a:pt x="264509" y="600742"/>
                    <a:pt x="262700" y="601027"/>
                    <a:pt x="261842" y="601218"/>
                  </a:cubicBezTo>
                  <a:cubicBezTo>
                    <a:pt x="260699" y="601504"/>
                    <a:pt x="258128" y="601504"/>
                    <a:pt x="257366" y="602361"/>
                  </a:cubicBezTo>
                  <a:cubicBezTo>
                    <a:pt x="256699" y="603123"/>
                    <a:pt x="257080" y="605314"/>
                    <a:pt x="256699" y="606266"/>
                  </a:cubicBezTo>
                  <a:cubicBezTo>
                    <a:pt x="256318" y="607314"/>
                    <a:pt x="255365" y="609981"/>
                    <a:pt x="254222" y="610076"/>
                  </a:cubicBezTo>
                  <a:cubicBezTo>
                    <a:pt x="253079" y="610172"/>
                    <a:pt x="251936" y="607600"/>
                    <a:pt x="251270" y="606647"/>
                  </a:cubicBezTo>
                  <a:cubicBezTo>
                    <a:pt x="250793" y="605980"/>
                    <a:pt x="250127" y="604456"/>
                    <a:pt x="249555" y="603885"/>
                  </a:cubicBezTo>
                  <a:cubicBezTo>
                    <a:pt x="249079" y="603409"/>
                    <a:pt x="247745" y="602551"/>
                    <a:pt x="246983" y="602361"/>
                  </a:cubicBezTo>
                  <a:cubicBezTo>
                    <a:pt x="245840" y="602075"/>
                    <a:pt x="243554" y="602361"/>
                    <a:pt x="242411" y="602551"/>
                  </a:cubicBezTo>
                  <a:cubicBezTo>
                    <a:pt x="241268" y="602837"/>
                    <a:pt x="239268" y="604361"/>
                    <a:pt x="238125" y="604266"/>
                  </a:cubicBezTo>
                  <a:cubicBezTo>
                    <a:pt x="237268" y="604171"/>
                    <a:pt x="235839" y="602837"/>
                    <a:pt x="235077" y="602456"/>
                  </a:cubicBezTo>
                  <a:cubicBezTo>
                    <a:pt x="234220" y="602075"/>
                    <a:pt x="232505" y="601599"/>
                    <a:pt x="231648" y="601313"/>
                  </a:cubicBezTo>
                  <a:cubicBezTo>
                    <a:pt x="230600" y="600932"/>
                    <a:pt x="228314" y="600361"/>
                    <a:pt x="227362" y="599599"/>
                  </a:cubicBezTo>
                  <a:cubicBezTo>
                    <a:pt x="226124" y="598646"/>
                    <a:pt x="224600" y="595979"/>
                    <a:pt x="223838" y="594646"/>
                  </a:cubicBezTo>
                  <a:cubicBezTo>
                    <a:pt x="223266" y="593503"/>
                    <a:pt x="222123" y="591026"/>
                    <a:pt x="222218" y="589788"/>
                  </a:cubicBezTo>
                  <a:cubicBezTo>
                    <a:pt x="222313" y="588835"/>
                    <a:pt x="224123" y="587216"/>
                    <a:pt x="223933" y="586264"/>
                  </a:cubicBezTo>
                  <a:cubicBezTo>
                    <a:pt x="223742" y="585406"/>
                    <a:pt x="222028" y="584454"/>
                    <a:pt x="221361" y="583882"/>
                  </a:cubicBezTo>
                  <a:cubicBezTo>
                    <a:pt x="220789" y="583406"/>
                    <a:pt x="219551" y="582168"/>
                    <a:pt x="218789" y="582168"/>
                  </a:cubicBezTo>
                  <a:cubicBezTo>
                    <a:pt x="218027" y="582168"/>
                    <a:pt x="216694" y="583406"/>
                    <a:pt x="216313" y="584168"/>
                  </a:cubicBezTo>
                  <a:cubicBezTo>
                    <a:pt x="216027" y="584930"/>
                    <a:pt x="216694" y="586454"/>
                    <a:pt x="216599" y="587216"/>
                  </a:cubicBezTo>
                  <a:cubicBezTo>
                    <a:pt x="216503" y="587693"/>
                    <a:pt x="216408" y="588740"/>
                    <a:pt x="215932" y="589026"/>
                  </a:cubicBezTo>
                  <a:cubicBezTo>
                    <a:pt x="215170" y="589407"/>
                    <a:pt x="213360" y="588359"/>
                    <a:pt x="212503" y="588359"/>
                  </a:cubicBezTo>
                  <a:cubicBezTo>
                    <a:pt x="211931" y="588359"/>
                    <a:pt x="210693" y="588455"/>
                    <a:pt x="210407" y="588931"/>
                  </a:cubicBezTo>
                  <a:cubicBezTo>
                    <a:pt x="209931" y="589597"/>
                    <a:pt x="210884" y="591502"/>
                    <a:pt x="210503" y="592264"/>
                  </a:cubicBezTo>
                  <a:cubicBezTo>
                    <a:pt x="210121" y="593026"/>
                    <a:pt x="208597" y="594265"/>
                    <a:pt x="207836" y="594074"/>
                  </a:cubicBezTo>
                  <a:cubicBezTo>
                    <a:pt x="206883" y="593884"/>
                    <a:pt x="206597" y="591312"/>
                    <a:pt x="205740" y="590836"/>
                  </a:cubicBezTo>
                  <a:cubicBezTo>
                    <a:pt x="205169" y="590455"/>
                    <a:pt x="203549" y="590359"/>
                    <a:pt x="202883" y="590645"/>
                  </a:cubicBezTo>
                  <a:cubicBezTo>
                    <a:pt x="202121" y="590931"/>
                    <a:pt x="200787" y="591979"/>
                    <a:pt x="200406" y="592646"/>
                  </a:cubicBezTo>
                  <a:cubicBezTo>
                    <a:pt x="200216" y="593217"/>
                    <a:pt x="200216" y="594455"/>
                    <a:pt x="200501" y="595027"/>
                  </a:cubicBezTo>
                  <a:cubicBezTo>
                    <a:pt x="200787" y="595503"/>
                    <a:pt x="202121" y="595789"/>
                    <a:pt x="202597" y="596170"/>
                  </a:cubicBezTo>
                  <a:cubicBezTo>
                    <a:pt x="203263" y="596646"/>
                    <a:pt x="204788" y="597694"/>
                    <a:pt x="205073" y="598551"/>
                  </a:cubicBezTo>
                  <a:cubicBezTo>
                    <a:pt x="205359" y="599503"/>
                    <a:pt x="204978" y="601599"/>
                    <a:pt x="204311" y="602361"/>
                  </a:cubicBezTo>
                  <a:cubicBezTo>
                    <a:pt x="203549" y="603313"/>
                    <a:pt x="201073" y="603980"/>
                    <a:pt x="199930" y="604266"/>
                  </a:cubicBezTo>
                  <a:cubicBezTo>
                    <a:pt x="198882" y="604552"/>
                    <a:pt x="196310" y="604076"/>
                    <a:pt x="195548" y="604933"/>
                  </a:cubicBezTo>
                  <a:cubicBezTo>
                    <a:pt x="194596" y="605885"/>
                    <a:pt x="194786" y="608743"/>
                    <a:pt x="194882" y="609981"/>
                  </a:cubicBezTo>
                  <a:cubicBezTo>
                    <a:pt x="194977" y="611505"/>
                    <a:pt x="195834" y="614458"/>
                    <a:pt x="196501" y="615791"/>
                  </a:cubicBezTo>
                  <a:cubicBezTo>
                    <a:pt x="196882" y="616744"/>
                    <a:pt x="198406" y="618268"/>
                    <a:pt x="198692" y="619315"/>
                  </a:cubicBezTo>
                  <a:cubicBezTo>
                    <a:pt x="199072" y="620459"/>
                    <a:pt x="199549" y="622935"/>
                    <a:pt x="198977" y="623983"/>
                  </a:cubicBezTo>
                  <a:cubicBezTo>
                    <a:pt x="198787" y="624459"/>
                    <a:pt x="197739" y="625030"/>
                    <a:pt x="197263" y="625126"/>
                  </a:cubicBezTo>
                  <a:cubicBezTo>
                    <a:pt x="196025" y="625316"/>
                    <a:pt x="193548" y="623888"/>
                    <a:pt x="192310" y="623983"/>
                  </a:cubicBezTo>
                  <a:cubicBezTo>
                    <a:pt x="191643" y="623983"/>
                    <a:pt x="190119" y="624364"/>
                    <a:pt x="189643" y="624840"/>
                  </a:cubicBezTo>
                  <a:cubicBezTo>
                    <a:pt x="189071" y="625507"/>
                    <a:pt x="188976" y="627412"/>
                    <a:pt x="188976" y="628269"/>
                  </a:cubicBezTo>
                  <a:cubicBezTo>
                    <a:pt x="189071" y="629222"/>
                    <a:pt x="190214" y="631031"/>
                    <a:pt x="190214" y="632079"/>
                  </a:cubicBezTo>
                  <a:cubicBezTo>
                    <a:pt x="190214" y="633222"/>
                    <a:pt x="189262" y="635508"/>
                    <a:pt x="188500" y="636365"/>
                  </a:cubicBezTo>
                  <a:cubicBezTo>
                    <a:pt x="187738" y="637222"/>
                    <a:pt x="185452" y="638651"/>
                    <a:pt x="184309" y="638461"/>
                  </a:cubicBezTo>
                  <a:cubicBezTo>
                    <a:pt x="183452" y="638270"/>
                    <a:pt x="182023" y="636842"/>
                    <a:pt x="181832" y="635984"/>
                  </a:cubicBezTo>
                  <a:cubicBezTo>
                    <a:pt x="181642" y="635032"/>
                    <a:pt x="182785" y="633222"/>
                    <a:pt x="183071" y="632269"/>
                  </a:cubicBezTo>
                  <a:cubicBezTo>
                    <a:pt x="183261" y="631603"/>
                    <a:pt x="184023" y="630269"/>
                    <a:pt x="183928" y="629507"/>
                  </a:cubicBezTo>
                  <a:cubicBezTo>
                    <a:pt x="183737" y="628555"/>
                    <a:pt x="182404" y="626840"/>
                    <a:pt x="181451" y="626650"/>
                  </a:cubicBezTo>
                  <a:cubicBezTo>
                    <a:pt x="180499" y="626459"/>
                    <a:pt x="178499" y="627507"/>
                    <a:pt x="177737" y="628174"/>
                  </a:cubicBezTo>
                  <a:cubicBezTo>
                    <a:pt x="177260" y="628555"/>
                    <a:pt x="176784" y="629888"/>
                    <a:pt x="176308" y="630269"/>
                  </a:cubicBezTo>
                  <a:cubicBezTo>
                    <a:pt x="175736" y="630841"/>
                    <a:pt x="174212" y="632079"/>
                    <a:pt x="173355" y="631984"/>
                  </a:cubicBezTo>
                  <a:cubicBezTo>
                    <a:pt x="172117" y="631888"/>
                    <a:pt x="170212" y="629793"/>
                    <a:pt x="169450" y="628840"/>
                  </a:cubicBezTo>
                  <a:cubicBezTo>
                    <a:pt x="168497" y="627697"/>
                    <a:pt x="167450" y="624935"/>
                    <a:pt x="166783" y="623602"/>
                  </a:cubicBezTo>
                  <a:cubicBezTo>
                    <a:pt x="166211" y="622363"/>
                    <a:pt x="165735" y="619315"/>
                    <a:pt x="164687" y="618458"/>
                  </a:cubicBezTo>
                  <a:cubicBezTo>
                    <a:pt x="164021" y="617792"/>
                    <a:pt x="162020" y="617410"/>
                    <a:pt x="161068" y="617410"/>
                  </a:cubicBezTo>
                  <a:cubicBezTo>
                    <a:pt x="160115" y="617410"/>
                    <a:pt x="158210" y="618172"/>
                    <a:pt x="157353" y="618649"/>
                  </a:cubicBezTo>
                  <a:cubicBezTo>
                    <a:pt x="156401" y="619220"/>
                    <a:pt x="155067" y="621030"/>
                    <a:pt x="154400" y="621792"/>
                  </a:cubicBezTo>
                  <a:cubicBezTo>
                    <a:pt x="153448" y="622935"/>
                    <a:pt x="152019" y="625602"/>
                    <a:pt x="150971" y="626650"/>
                  </a:cubicBezTo>
                  <a:cubicBezTo>
                    <a:pt x="150304" y="627412"/>
                    <a:pt x="148685" y="628840"/>
                    <a:pt x="147828" y="629222"/>
                  </a:cubicBezTo>
                  <a:cubicBezTo>
                    <a:pt x="146685" y="629698"/>
                    <a:pt x="144113" y="629507"/>
                    <a:pt x="142970" y="629888"/>
                  </a:cubicBezTo>
                  <a:cubicBezTo>
                    <a:pt x="142208" y="630079"/>
                    <a:pt x="140875" y="630841"/>
                    <a:pt x="140303" y="631222"/>
                  </a:cubicBezTo>
                  <a:cubicBezTo>
                    <a:pt x="138970" y="632269"/>
                    <a:pt x="136398" y="634746"/>
                    <a:pt x="135827" y="636365"/>
                  </a:cubicBezTo>
                  <a:cubicBezTo>
                    <a:pt x="135255" y="637984"/>
                    <a:pt x="135922" y="641509"/>
                    <a:pt x="135922" y="643223"/>
                  </a:cubicBezTo>
                  <a:cubicBezTo>
                    <a:pt x="135922" y="645128"/>
                    <a:pt x="136588" y="649034"/>
                    <a:pt x="135922" y="650748"/>
                  </a:cubicBezTo>
                  <a:cubicBezTo>
                    <a:pt x="135255" y="652367"/>
                    <a:pt x="132874" y="655701"/>
                    <a:pt x="131159" y="655892"/>
                  </a:cubicBezTo>
                  <a:cubicBezTo>
                    <a:pt x="129635" y="656082"/>
                    <a:pt x="127063" y="653701"/>
                    <a:pt x="126111" y="652558"/>
                  </a:cubicBezTo>
                  <a:cubicBezTo>
                    <a:pt x="125254" y="651605"/>
                    <a:pt x="125063" y="648748"/>
                    <a:pt x="124206" y="647890"/>
                  </a:cubicBezTo>
                  <a:cubicBezTo>
                    <a:pt x="123444" y="647224"/>
                    <a:pt x="121349" y="646747"/>
                    <a:pt x="120396" y="646652"/>
                  </a:cubicBezTo>
                  <a:cubicBezTo>
                    <a:pt x="119348" y="646557"/>
                    <a:pt x="117253" y="647128"/>
                    <a:pt x="116110" y="647033"/>
                  </a:cubicBezTo>
                  <a:cubicBezTo>
                    <a:pt x="114967" y="646938"/>
                    <a:pt x="112681" y="646557"/>
                    <a:pt x="111633" y="645985"/>
                  </a:cubicBezTo>
                  <a:cubicBezTo>
                    <a:pt x="110776" y="645509"/>
                    <a:pt x="109728" y="643795"/>
                    <a:pt x="108966" y="643128"/>
                  </a:cubicBezTo>
                  <a:cubicBezTo>
                    <a:pt x="107918" y="642271"/>
                    <a:pt x="105728" y="640556"/>
                    <a:pt x="104489" y="640080"/>
                  </a:cubicBezTo>
                  <a:cubicBezTo>
                    <a:pt x="103537" y="639699"/>
                    <a:pt x="101441" y="639889"/>
                    <a:pt x="100584" y="639413"/>
                  </a:cubicBezTo>
                  <a:cubicBezTo>
                    <a:pt x="99536" y="638937"/>
                    <a:pt x="98012" y="637032"/>
                    <a:pt x="96964" y="636556"/>
                  </a:cubicBezTo>
                  <a:cubicBezTo>
                    <a:pt x="95631" y="635984"/>
                    <a:pt x="92678" y="635413"/>
                    <a:pt x="91250" y="635508"/>
                  </a:cubicBezTo>
                  <a:cubicBezTo>
                    <a:pt x="89440" y="635698"/>
                    <a:pt x="85820" y="636842"/>
                    <a:pt x="84487" y="637984"/>
                  </a:cubicBezTo>
                  <a:cubicBezTo>
                    <a:pt x="83725" y="638556"/>
                    <a:pt x="83058" y="640366"/>
                    <a:pt x="82487" y="641032"/>
                  </a:cubicBezTo>
                  <a:cubicBezTo>
                    <a:pt x="81915" y="641699"/>
                    <a:pt x="80867" y="643604"/>
                    <a:pt x="79915" y="643699"/>
                  </a:cubicBezTo>
                  <a:cubicBezTo>
                    <a:pt x="78867" y="643795"/>
                    <a:pt x="77438" y="641890"/>
                    <a:pt x="76486" y="641413"/>
                  </a:cubicBezTo>
                  <a:cubicBezTo>
                    <a:pt x="75533" y="640937"/>
                    <a:pt x="73438" y="640461"/>
                    <a:pt x="72771" y="639699"/>
                  </a:cubicBezTo>
                  <a:cubicBezTo>
                    <a:pt x="72104" y="638937"/>
                    <a:pt x="72009" y="636842"/>
                    <a:pt x="71723" y="635984"/>
                  </a:cubicBezTo>
                  <a:cubicBezTo>
                    <a:pt x="71438" y="635318"/>
                    <a:pt x="70961" y="634079"/>
                    <a:pt x="70580" y="633508"/>
                  </a:cubicBezTo>
                  <a:cubicBezTo>
                    <a:pt x="70295" y="633127"/>
                    <a:pt x="69628" y="632174"/>
                    <a:pt x="69152" y="632269"/>
                  </a:cubicBezTo>
                  <a:cubicBezTo>
                    <a:pt x="68199" y="632269"/>
                    <a:pt x="66961" y="634079"/>
                    <a:pt x="66580" y="634936"/>
                  </a:cubicBezTo>
                  <a:cubicBezTo>
                    <a:pt x="66199" y="635984"/>
                    <a:pt x="67056" y="638461"/>
                    <a:pt x="66675" y="639509"/>
                  </a:cubicBezTo>
                  <a:cubicBezTo>
                    <a:pt x="66485" y="640175"/>
                    <a:pt x="65056" y="640842"/>
                    <a:pt x="64961" y="641509"/>
                  </a:cubicBezTo>
                  <a:cubicBezTo>
                    <a:pt x="64865" y="643033"/>
                    <a:pt x="67246" y="645319"/>
                    <a:pt x="68294" y="646367"/>
                  </a:cubicBezTo>
                  <a:cubicBezTo>
                    <a:pt x="68866" y="646938"/>
                    <a:pt x="70580" y="647414"/>
                    <a:pt x="70866" y="648176"/>
                  </a:cubicBezTo>
                  <a:cubicBezTo>
                    <a:pt x="71247" y="649224"/>
                    <a:pt x="70199" y="651510"/>
                    <a:pt x="69818" y="652653"/>
                  </a:cubicBezTo>
                  <a:cubicBezTo>
                    <a:pt x="69533" y="653510"/>
                    <a:pt x="69056" y="655225"/>
                    <a:pt x="68485" y="655796"/>
                  </a:cubicBezTo>
                  <a:cubicBezTo>
                    <a:pt x="67818" y="656463"/>
                    <a:pt x="66008" y="657415"/>
                    <a:pt x="65056" y="657701"/>
                  </a:cubicBezTo>
                  <a:cubicBezTo>
                    <a:pt x="64294" y="657892"/>
                    <a:pt x="62484" y="658273"/>
                    <a:pt x="61913" y="657797"/>
                  </a:cubicBezTo>
                  <a:cubicBezTo>
                    <a:pt x="60865" y="657130"/>
                    <a:pt x="60008" y="654272"/>
                    <a:pt x="60008" y="653034"/>
                  </a:cubicBezTo>
                  <a:cubicBezTo>
                    <a:pt x="60008" y="652081"/>
                    <a:pt x="61151" y="650462"/>
                    <a:pt x="61341" y="649510"/>
                  </a:cubicBezTo>
                  <a:cubicBezTo>
                    <a:pt x="61532" y="648843"/>
                    <a:pt x="62103" y="647509"/>
                    <a:pt x="61722" y="646938"/>
                  </a:cubicBezTo>
                  <a:cubicBezTo>
                    <a:pt x="61151" y="645985"/>
                    <a:pt x="58579" y="645700"/>
                    <a:pt x="57436" y="645795"/>
                  </a:cubicBezTo>
                  <a:cubicBezTo>
                    <a:pt x="56674" y="645890"/>
                    <a:pt x="55340" y="646938"/>
                    <a:pt x="54578" y="647224"/>
                  </a:cubicBezTo>
                  <a:cubicBezTo>
                    <a:pt x="53530" y="647509"/>
                    <a:pt x="51340" y="647224"/>
                    <a:pt x="50387" y="647605"/>
                  </a:cubicBezTo>
                  <a:cubicBezTo>
                    <a:pt x="48863" y="648176"/>
                    <a:pt x="46863" y="651129"/>
                    <a:pt x="45339" y="651605"/>
                  </a:cubicBezTo>
                  <a:cubicBezTo>
                    <a:pt x="44196" y="651986"/>
                    <a:pt x="41529" y="652177"/>
                    <a:pt x="40481" y="651605"/>
                  </a:cubicBezTo>
                  <a:cubicBezTo>
                    <a:pt x="39624" y="651224"/>
                    <a:pt x="38767" y="649510"/>
                    <a:pt x="38291" y="648748"/>
                  </a:cubicBezTo>
                  <a:cubicBezTo>
                    <a:pt x="37719" y="647986"/>
                    <a:pt x="37052" y="645985"/>
                    <a:pt x="36195" y="645414"/>
                  </a:cubicBezTo>
                  <a:cubicBezTo>
                    <a:pt x="35528" y="645033"/>
                    <a:pt x="34004" y="644843"/>
                    <a:pt x="33338" y="645128"/>
                  </a:cubicBezTo>
                  <a:cubicBezTo>
                    <a:pt x="31718" y="645795"/>
                    <a:pt x="29528" y="648748"/>
                    <a:pt x="28861" y="650367"/>
                  </a:cubicBezTo>
                  <a:cubicBezTo>
                    <a:pt x="28480" y="651319"/>
                    <a:pt x="28099" y="653510"/>
                    <a:pt x="28480" y="654463"/>
                  </a:cubicBezTo>
                  <a:cubicBezTo>
                    <a:pt x="28766" y="655225"/>
                    <a:pt x="30004" y="656368"/>
                    <a:pt x="30575" y="656844"/>
                  </a:cubicBezTo>
                  <a:cubicBezTo>
                    <a:pt x="31147" y="657320"/>
                    <a:pt x="32766" y="657606"/>
                    <a:pt x="33242" y="658177"/>
                  </a:cubicBezTo>
                  <a:cubicBezTo>
                    <a:pt x="33719" y="658749"/>
                    <a:pt x="34290" y="660463"/>
                    <a:pt x="34290" y="661226"/>
                  </a:cubicBezTo>
                  <a:cubicBezTo>
                    <a:pt x="34290" y="662273"/>
                    <a:pt x="33528" y="664464"/>
                    <a:pt x="32861" y="665226"/>
                  </a:cubicBezTo>
                  <a:cubicBezTo>
                    <a:pt x="32385" y="665702"/>
                    <a:pt x="30861" y="665797"/>
                    <a:pt x="30385" y="666274"/>
                  </a:cubicBezTo>
                  <a:cubicBezTo>
                    <a:pt x="29813" y="666845"/>
                    <a:pt x="29718" y="668750"/>
                    <a:pt x="29051" y="669131"/>
                  </a:cubicBezTo>
                  <a:cubicBezTo>
                    <a:pt x="28385" y="669607"/>
                    <a:pt x="26384" y="669703"/>
                    <a:pt x="25622" y="669226"/>
                  </a:cubicBezTo>
                  <a:cubicBezTo>
                    <a:pt x="24955" y="668750"/>
                    <a:pt x="25337" y="666655"/>
                    <a:pt x="24670" y="666178"/>
                  </a:cubicBezTo>
                  <a:cubicBezTo>
                    <a:pt x="23813" y="665512"/>
                    <a:pt x="21431" y="666083"/>
                    <a:pt x="20288" y="666178"/>
                  </a:cubicBezTo>
                  <a:cubicBezTo>
                    <a:pt x="19717" y="666178"/>
                    <a:pt x="18669" y="666369"/>
                    <a:pt x="17621" y="666464"/>
                  </a:cubicBezTo>
                  <a:cubicBezTo>
                    <a:pt x="17240" y="666178"/>
                    <a:pt x="16954" y="665797"/>
                    <a:pt x="16859" y="665512"/>
                  </a:cubicBezTo>
                  <a:cubicBezTo>
                    <a:pt x="16574" y="664750"/>
                    <a:pt x="17145" y="662940"/>
                    <a:pt x="16954" y="662083"/>
                  </a:cubicBezTo>
                  <a:cubicBezTo>
                    <a:pt x="16669" y="661321"/>
                    <a:pt x="15335" y="660273"/>
                    <a:pt x="15145" y="659511"/>
                  </a:cubicBezTo>
                  <a:cubicBezTo>
                    <a:pt x="14859" y="658368"/>
                    <a:pt x="15335" y="656082"/>
                    <a:pt x="15526" y="654939"/>
                  </a:cubicBezTo>
                  <a:cubicBezTo>
                    <a:pt x="15716" y="654177"/>
                    <a:pt x="16669" y="652748"/>
                    <a:pt x="16764" y="651891"/>
                  </a:cubicBezTo>
                  <a:cubicBezTo>
                    <a:pt x="16764" y="650557"/>
                    <a:pt x="14954" y="648176"/>
                    <a:pt x="15145" y="646747"/>
                  </a:cubicBezTo>
                  <a:cubicBezTo>
                    <a:pt x="15240" y="645985"/>
                    <a:pt x="16574" y="644938"/>
                    <a:pt x="16859" y="644176"/>
                  </a:cubicBezTo>
                  <a:cubicBezTo>
                    <a:pt x="17621" y="642366"/>
                    <a:pt x="19050" y="638556"/>
                    <a:pt x="18383" y="636746"/>
                  </a:cubicBezTo>
                  <a:cubicBezTo>
                    <a:pt x="18002" y="635603"/>
                    <a:pt x="14954" y="634841"/>
                    <a:pt x="14573" y="633698"/>
                  </a:cubicBezTo>
                  <a:cubicBezTo>
                    <a:pt x="14192" y="632555"/>
                    <a:pt x="15050" y="630079"/>
                    <a:pt x="15716" y="629031"/>
                  </a:cubicBezTo>
                  <a:cubicBezTo>
                    <a:pt x="16097" y="628364"/>
                    <a:pt x="17621" y="627697"/>
                    <a:pt x="18002" y="627031"/>
                  </a:cubicBezTo>
                  <a:cubicBezTo>
                    <a:pt x="18383" y="626364"/>
                    <a:pt x="18574" y="624840"/>
                    <a:pt x="18383" y="624173"/>
                  </a:cubicBezTo>
                  <a:cubicBezTo>
                    <a:pt x="18288" y="623411"/>
                    <a:pt x="16954" y="622173"/>
                    <a:pt x="16859" y="621316"/>
                  </a:cubicBezTo>
                  <a:cubicBezTo>
                    <a:pt x="16859" y="620173"/>
                    <a:pt x="17907" y="618077"/>
                    <a:pt x="18764" y="617315"/>
                  </a:cubicBezTo>
                  <a:cubicBezTo>
                    <a:pt x="19717" y="616553"/>
                    <a:pt x="22479" y="616839"/>
                    <a:pt x="23336" y="616077"/>
                  </a:cubicBezTo>
                  <a:cubicBezTo>
                    <a:pt x="24098" y="615410"/>
                    <a:pt x="25051" y="613315"/>
                    <a:pt x="25051" y="612267"/>
                  </a:cubicBezTo>
                  <a:cubicBezTo>
                    <a:pt x="25051" y="611410"/>
                    <a:pt x="24194" y="609886"/>
                    <a:pt x="23717" y="609219"/>
                  </a:cubicBezTo>
                  <a:cubicBezTo>
                    <a:pt x="23051" y="608362"/>
                    <a:pt x="21431" y="606933"/>
                    <a:pt x="20574" y="606266"/>
                  </a:cubicBezTo>
                  <a:cubicBezTo>
                    <a:pt x="19812" y="605790"/>
                    <a:pt x="17907" y="605599"/>
                    <a:pt x="17240" y="605028"/>
                  </a:cubicBezTo>
                  <a:cubicBezTo>
                    <a:pt x="16478" y="604361"/>
                    <a:pt x="15145" y="602456"/>
                    <a:pt x="15335" y="601409"/>
                  </a:cubicBezTo>
                  <a:cubicBezTo>
                    <a:pt x="15526" y="600456"/>
                    <a:pt x="17717" y="599980"/>
                    <a:pt x="18288" y="599313"/>
                  </a:cubicBezTo>
                  <a:cubicBezTo>
                    <a:pt x="18955" y="598551"/>
                    <a:pt x="20288" y="596836"/>
                    <a:pt x="20288" y="595789"/>
                  </a:cubicBezTo>
                  <a:cubicBezTo>
                    <a:pt x="20384" y="595122"/>
                    <a:pt x="19241" y="593979"/>
                    <a:pt x="19241" y="593312"/>
                  </a:cubicBezTo>
                  <a:cubicBezTo>
                    <a:pt x="19241" y="592169"/>
                    <a:pt x="20003" y="589597"/>
                    <a:pt x="21050" y="589312"/>
                  </a:cubicBezTo>
                  <a:cubicBezTo>
                    <a:pt x="22098" y="589026"/>
                    <a:pt x="23336" y="591979"/>
                    <a:pt x="24384" y="591979"/>
                  </a:cubicBezTo>
                  <a:cubicBezTo>
                    <a:pt x="24955" y="591979"/>
                    <a:pt x="25718" y="591026"/>
                    <a:pt x="26099" y="590645"/>
                  </a:cubicBezTo>
                  <a:cubicBezTo>
                    <a:pt x="26670" y="589978"/>
                    <a:pt x="27051" y="587597"/>
                    <a:pt x="27908" y="587407"/>
                  </a:cubicBezTo>
                  <a:cubicBezTo>
                    <a:pt x="28575" y="587216"/>
                    <a:pt x="29528" y="589121"/>
                    <a:pt x="30194" y="589121"/>
                  </a:cubicBezTo>
                  <a:cubicBezTo>
                    <a:pt x="30956" y="589121"/>
                    <a:pt x="32099" y="587883"/>
                    <a:pt x="32480" y="587311"/>
                  </a:cubicBezTo>
                  <a:cubicBezTo>
                    <a:pt x="33052" y="586359"/>
                    <a:pt x="33433" y="584073"/>
                    <a:pt x="33433" y="583025"/>
                  </a:cubicBezTo>
                  <a:cubicBezTo>
                    <a:pt x="33433" y="581977"/>
                    <a:pt x="32195" y="579787"/>
                    <a:pt x="32671" y="578739"/>
                  </a:cubicBezTo>
                  <a:cubicBezTo>
                    <a:pt x="33147" y="577596"/>
                    <a:pt x="36100" y="577120"/>
                    <a:pt x="36957" y="576167"/>
                  </a:cubicBezTo>
                  <a:cubicBezTo>
                    <a:pt x="37814" y="575310"/>
                    <a:pt x="38862" y="572929"/>
                    <a:pt x="39434" y="571786"/>
                  </a:cubicBezTo>
                  <a:cubicBezTo>
                    <a:pt x="40005" y="570643"/>
                    <a:pt x="41243" y="568452"/>
                    <a:pt x="41529" y="567214"/>
                  </a:cubicBezTo>
                  <a:cubicBezTo>
                    <a:pt x="41815" y="566166"/>
                    <a:pt x="41910" y="564071"/>
                    <a:pt x="41720" y="563023"/>
                  </a:cubicBezTo>
                  <a:cubicBezTo>
                    <a:pt x="41529" y="561975"/>
                    <a:pt x="39719" y="560165"/>
                    <a:pt x="39910" y="559022"/>
                  </a:cubicBezTo>
                  <a:cubicBezTo>
                    <a:pt x="40100" y="558165"/>
                    <a:pt x="41910" y="557022"/>
                    <a:pt x="42767" y="556641"/>
                  </a:cubicBezTo>
                  <a:cubicBezTo>
                    <a:pt x="43434" y="556355"/>
                    <a:pt x="45053" y="556736"/>
                    <a:pt x="45625" y="556355"/>
                  </a:cubicBezTo>
                  <a:cubicBezTo>
                    <a:pt x="46292" y="555879"/>
                    <a:pt x="46672" y="554069"/>
                    <a:pt x="47244" y="553498"/>
                  </a:cubicBezTo>
                  <a:cubicBezTo>
                    <a:pt x="47720" y="553117"/>
                    <a:pt x="49149" y="553117"/>
                    <a:pt x="49530" y="552640"/>
                  </a:cubicBezTo>
                  <a:cubicBezTo>
                    <a:pt x="49911" y="552164"/>
                    <a:pt x="49721" y="550735"/>
                    <a:pt x="49625" y="550069"/>
                  </a:cubicBezTo>
                  <a:cubicBezTo>
                    <a:pt x="49435" y="549307"/>
                    <a:pt x="48101" y="548068"/>
                    <a:pt x="48101" y="547306"/>
                  </a:cubicBezTo>
                  <a:cubicBezTo>
                    <a:pt x="48101" y="546449"/>
                    <a:pt x="49816" y="545116"/>
                    <a:pt x="49911" y="544259"/>
                  </a:cubicBezTo>
                  <a:cubicBezTo>
                    <a:pt x="49911" y="543687"/>
                    <a:pt x="49054" y="542734"/>
                    <a:pt x="49054" y="542163"/>
                  </a:cubicBezTo>
                  <a:cubicBezTo>
                    <a:pt x="49054" y="541496"/>
                    <a:pt x="50197" y="540353"/>
                    <a:pt x="50387" y="539686"/>
                  </a:cubicBezTo>
                  <a:cubicBezTo>
                    <a:pt x="50768" y="538639"/>
                    <a:pt x="50959" y="536353"/>
                    <a:pt x="51054" y="535210"/>
                  </a:cubicBezTo>
                  <a:cubicBezTo>
                    <a:pt x="51149" y="533781"/>
                    <a:pt x="50673" y="530828"/>
                    <a:pt x="51245" y="529495"/>
                  </a:cubicBezTo>
                  <a:cubicBezTo>
                    <a:pt x="51626" y="528542"/>
                    <a:pt x="53054" y="527113"/>
                    <a:pt x="53912" y="526542"/>
                  </a:cubicBezTo>
                  <a:cubicBezTo>
                    <a:pt x="54388" y="526161"/>
                    <a:pt x="55721" y="525780"/>
                    <a:pt x="56293" y="525494"/>
                  </a:cubicBezTo>
                  <a:cubicBezTo>
                    <a:pt x="57150" y="525113"/>
                    <a:pt x="58864" y="524256"/>
                    <a:pt x="59531" y="523684"/>
                  </a:cubicBezTo>
                  <a:cubicBezTo>
                    <a:pt x="60388" y="523018"/>
                    <a:pt x="61722" y="521398"/>
                    <a:pt x="62198" y="520541"/>
                  </a:cubicBezTo>
                  <a:cubicBezTo>
                    <a:pt x="63055" y="518827"/>
                    <a:pt x="64103" y="514921"/>
                    <a:pt x="64103" y="513017"/>
                  </a:cubicBezTo>
                  <a:cubicBezTo>
                    <a:pt x="64103" y="511207"/>
                    <a:pt x="63055" y="507682"/>
                    <a:pt x="62294" y="506063"/>
                  </a:cubicBezTo>
                  <a:cubicBezTo>
                    <a:pt x="61913" y="505206"/>
                    <a:pt x="60579" y="503682"/>
                    <a:pt x="60103" y="502825"/>
                  </a:cubicBezTo>
                  <a:cubicBezTo>
                    <a:pt x="59722" y="501967"/>
                    <a:pt x="59341" y="500063"/>
                    <a:pt x="58769" y="499300"/>
                  </a:cubicBezTo>
                  <a:cubicBezTo>
                    <a:pt x="58103" y="498348"/>
                    <a:pt x="55817" y="497396"/>
                    <a:pt x="55245" y="496443"/>
                  </a:cubicBezTo>
                  <a:cubicBezTo>
                    <a:pt x="54769" y="495776"/>
                    <a:pt x="54388" y="494062"/>
                    <a:pt x="54483" y="493205"/>
                  </a:cubicBezTo>
                  <a:cubicBezTo>
                    <a:pt x="54674" y="491966"/>
                    <a:pt x="56388" y="489966"/>
                    <a:pt x="56769" y="488728"/>
                  </a:cubicBezTo>
                  <a:cubicBezTo>
                    <a:pt x="57150" y="487775"/>
                    <a:pt x="57531" y="485775"/>
                    <a:pt x="57531" y="484822"/>
                  </a:cubicBezTo>
                  <a:cubicBezTo>
                    <a:pt x="57531" y="483108"/>
                    <a:pt x="57341" y="479584"/>
                    <a:pt x="56293" y="478155"/>
                  </a:cubicBezTo>
                  <a:cubicBezTo>
                    <a:pt x="55721" y="477393"/>
                    <a:pt x="53912" y="476536"/>
                    <a:pt x="53054" y="476345"/>
                  </a:cubicBezTo>
                  <a:cubicBezTo>
                    <a:pt x="52197" y="476059"/>
                    <a:pt x="50292" y="476536"/>
                    <a:pt x="49530" y="476155"/>
                  </a:cubicBezTo>
                  <a:cubicBezTo>
                    <a:pt x="48959" y="475774"/>
                    <a:pt x="48292" y="474631"/>
                    <a:pt x="48101" y="474059"/>
                  </a:cubicBezTo>
                  <a:cubicBezTo>
                    <a:pt x="47816" y="472726"/>
                    <a:pt x="48863" y="470059"/>
                    <a:pt x="48768" y="468725"/>
                  </a:cubicBezTo>
                  <a:cubicBezTo>
                    <a:pt x="48673" y="467582"/>
                    <a:pt x="48292" y="465296"/>
                    <a:pt x="47625" y="464344"/>
                  </a:cubicBezTo>
                  <a:cubicBezTo>
                    <a:pt x="47054" y="463391"/>
                    <a:pt x="44958" y="462153"/>
                    <a:pt x="44101" y="461391"/>
                  </a:cubicBezTo>
                  <a:cubicBezTo>
                    <a:pt x="42863" y="460343"/>
                    <a:pt x="40100" y="458724"/>
                    <a:pt x="39243" y="457390"/>
                  </a:cubicBezTo>
                  <a:cubicBezTo>
                    <a:pt x="38481" y="456152"/>
                    <a:pt x="37433" y="453104"/>
                    <a:pt x="37719" y="451580"/>
                  </a:cubicBezTo>
                  <a:cubicBezTo>
                    <a:pt x="38005" y="450247"/>
                    <a:pt x="40100" y="448342"/>
                    <a:pt x="40958" y="447294"/>
                  </a:cubicBezTo>
                  <a:cubicBezTo>
                    <a:pt x="41815" y="446151"/>
                    <a:pt x="44005" y="444246"/>
                    <a:pt x="44577" y="443008"/>
                  </a:cubicBezTo>
                  <a:cubicBezTo>
                    <a:pt x="44958" y="442150"/>
                    <a:pt x="45053" y="440150"/>
                    <a:pt x="44672" y="439293"/>
                  </a:cubicBezTo>
                  <a:cubicBezTo>
                    <a:pt x="44291" y="438245"/>
                    <a:pt x="42291" y="437007"/>
                    <a:pt x="41624" y="436055"/>
                  </a:cubicBezTo>
                  <a:cubicBezTo>
                    <a:pt x="40862" y="435007"/>
                    <a:pt x="39624" y="432530"/>
                    <a:pt x="39529" y="431292"/>
                  </a:cubicBezTo>
                  <a:cubicBezTo>
                    <a:pt x="39338" y="429768"/>
                    <a:pt x="40005" y="426530"/>
                    <a:pt x="40672" y="425101"/>
                  </a:cubicBezTo>
                  <a:cubicBezTo>
                    <a:pt x="41148" y="424053"/>
                    <a:pt x="42672" y="422148"/>
                    <a:pt x="43529" y="421386"/>
                  </a:cubicBezTo>
                  <a:cubicBezTo>
                    <a:pt x="44196" y="420814"/>
                    <a:pt x="46006" y="420243"/>
                    <a:pt x="46387" y="419481"/>
                  </a:cubicBezTo>
                  <a:cubicBezTo>
                    <a:pt x="46958" y="418528"/>
                    <a:pt x="46863" y="415195"/>
                    <a:pt x="46863" y="415195"/>
                  </a:cubicBezTo>
                  <a:lnTo>
                    <a:pt x="0" y="50959"/>
                  </a:lnTo>
                  <a:cubicBezTo>
                    <a:pt x="381" y="51721"/>
                    <a:pt x="667" y="52388"/>
                    <a:pt x="1048" y="52864"/>
                  </a:cubicBezTo>
                  <a:cubicBezTo>
                    <a:pt x="1905" y="53816"/>
                    <a:pt x="4286" y="54959"/>
                    <a:pt x="5334" y="55721"/>
                  </a:cubicBezTo>
                  <a:cubicBezTo>
                    <a:pt x="7144" y="56959"/>
                    <a:pt x="10382" y="59722"/>
                    <a:pt x="12287" y="60674"/>
                  </a:cubicBezTo>
                  <a:cubicBezTo>
                    <a:pt x="14002" y="61531"/>
                    <a:pt x="17717" y="62579"/>
                    <a:pt x="19621" y="62770"/>
                  </a:cubicBezTo>
                  <a:cubicBezTo>
                    <a:pt x="23717" y="63341"/>
                    <a:pt x="32290" y="63532"/>
                    <a:pt x="36290" y="62389"/>
                  </a:cubicBezTo>
                  <a:cubicBezTo>
                    <a:pt x="39910" y="61341"/>
                    <a:pt x="45911" y="56388"/>
                    <a:pt x="49149" y="54578"/>
                  </a:cubicBezTo>
                  <a:cubicBezTo>
                    <a:pt x="52007" y="53054"/>
                    <a:pt x="57912" y="50482"/>
                    <a:pt x="60770" y="48958"/>
                  </a:cubicBezTo>
                  <a:cubicBezTo>
                    <a:pt x="63913" y="47149"/>
                    <a:pt x="70199" y="43243"/>
                    <a:pt x="73057" y="40862"/>
                  </a:cubicBezTo>
                  <a:cubicBezTo>
                    <a:pt x="74676" y="39529"/>
                    <a:pt x="76962" y="37338"/>
                    <a:pt x="79153" y="35242"/>
                  </a:cubicBezTo>
                  <a:cubicBezTo>
                    <a:pt x="87154" y="34290"/>
                    <a:pt x="106109" y="32099"/>
                    <a:pt x="113443" y="31242"/>
                  </a:cubicBezTo>
                  <a:cubicBezTo>
                    <a:pt x="126683" y="29527"/>
                    <a:pt x="153067" y="25527"/>
                    <a:pt x="166307" y="23336"/>
                  </a:cubicBezTo>
                  <a:cubicBezTo>
                    <a:pt x="201739" y="17526"/>
                    <a:pt x="308134" y="0"/>
                    <a:pt x="308134" y="0"/>
                  </a:cubicBezTo>
                  <a:lnTo>
                    <a:pt x="310705" y="11621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6" name="Freeform: Shape 61">
              <a:extLst>
                <a:ext uri="{FF2B5EF4-FFF2-40B4-BE49-F238E27FC236}">
                  <a16:creationId xmlns:a16="http://schemas.microsoft.com/office/drawing/2014/main" id="{093B4E2F-F979-C59B-3431-C250D390A58E}"/>
                </a:ext>
              </a:extLst>
            </p:cNvPr>
            <p:cNvSpPr/>
            <p:nvPr/>
          </p:nvSpPr>
          <p:spPr>
            <a:xfrm>
              <a:off x="6725949" y="2720054"/>
              <a:ext cx="495300" cy="866775"/>
            </a:xfrm>
            <a:custGeom>
              <a:avLst/>
              <a:gdLst>
                <a:gd name="connsiteX0" fmla="*/ 6321 w 495300"/>
                <a:gd name="connsiteY0" fmla="*/ 374809 h 866775"/>
                <a:gd name="connsiteX1" fmla="*/ 6892 w 495300"/>
                <a:gd name="connsiteY1" fmla="*/ 374047 h 866775"/>
                <a:gd name="connsiteX2" fmla="*/ 10607 w 495300"/>
                <a:gd name="connsiteY2" fmla="*/ 371380 h 866775"/>
                <a:gd name="connsiteX3" fmla="*/ 13274 w 495300"/>
                <a:gd name="connsiteY3" fmla="*/ 368522 h 866775"/>
                <a:gd name="connsiteX4" fmla="*/ 12131 w 495300"/>
                <a:gd name="connsiteY4" fmla="*/ 363284 h 866775"/>
                <a:gd name="connsiteX5" fmla="*/ 13846 w 495300"/>
                <a:gd name="connsiteY5" fmla="*/ 357473 h 866775"/>
                <a:gd name="connsiteX6" fmla="*/ 12131 w 495300"/>
                <a:gd name="connsiteY6" fmla="*/ 350710 h 866775"/>
                <a:gd name="connsiteX7" fmla="*/ 7178 w 495300"/>
                <a:gd name="connsiteY7" fmla="*/ 348710 h 866775"/>
                <a:gd name="connsiteX8" fmla="*/ 7178 w 495300"/>
                <a:gd name="connsiteY8" fmla="*/ 344234 h 866775"/>
                <a:gd name="connsiteX9" fmla="*/ 11179 w 495300"/>
                <a:gd name="connsiteY9" fmla="*/ 337756 h 866775"/>
                <a:gd name="connsiteX10" fmla="*/ 16798 w 495300"/>
                <a:gd name="connsiteY10" fmla="*/ 333375 h 866775"/>
                <a:gd name="connsiteX11" fmla="*/ 24323 w 495300"/>
                <a:gd name="connsiteY11" fmla="*/ 330994 h 866775"/>
                <a:gd name="connsiteX12" fmla="*/ 30991 w 495300"/>
                <a:gd name="connsiteY12" fmla="*/ 330422 h 866775"/>
                <a:gd name="connsiteX13" fmla="*/ 35658 w 495300"/>
                <a:gd name="connsiteY13" fmla="*/ 326326 h 866775"/>
                <a:gd name="connsiteX14" fmla="*/ 39182 w 495300"/>
                <a:gd name="connsiteY14" fmla="*/ 324612 h 866775"/>
                <a:gd name="connsiteX15" fmla="*/ 40135 w 495300"/>
                <a:gd name="connsiteY15" fmla="*/ 319373 h 866775"/>
                <a:gd name="connsiteX16" fmla="*/ 38325 w 495300"/>
                <a:gd name="connsiteY16" fmla="*/ 314992 h 866775"/>
                <a:gd name="connsiteX17" fmla="*/ 38992 w 495300"/>
                <a:gd name="connsiteY17" fmla="*/ 311372 h 866775"/>
                <a:gd name="connsiteX18" fmla="*/ 40420 w 495300"/>
                <a:gd name="connsiteY18" fmla="*/ 307276 h 866775"/>
                <a:gd name="connsiteX19" fmla="*/ 39563 w 495300"/>
                <a:gd name="connsiteY19" fmla="*/ 299656 h 866775"/>
                <a:gd name="connsiteX20" fmla="*/ 45183 w 495300"/>
                <a:gd name="connsiteY20" fmla="*/ 291751 h 866775"/>
                <a:gd name="connsiteX21" fmla="*/ 50326 w 495300"/>
                <a:gd name="connsiteY21" fmla="*/ 286417 h 866775"/>
                <a:gd name="connsiteX22" fmla="*/ 53279 w 495300"/>
                <a:gd name="connsiteY22" fmla="*/ 281845 h 866775"/>
                <a:gd name="connsiteX23" fmla="*/ 53565 w 495300"/>
                <a:gd name="connsiteY23" fmla="*/ 276701 h 866775"/>
                <a:gd name="connsiteX24" fmla="*/ 52708 w 495300"/>
                <a:gd name="connsiteY24" fmla="*/ 268605 h 866775"/>
                <a:gd name="connsiteX25" fmla="*/ 52041 w 495300"/>
                <a:gd name="connsiteY25" fmla="*/ 260699 h 866775"/>
                <a:gd name="connsiteX26" fmla="*/ 50898 w 495300"/>
                <a:gd name="connsiteY26" fmla="*/ 254317 h 866775"/>
                <a:gd name="connsiteX27" fmla="*/ 47945 w 495300"/>
                <a:gd name="connsiteY27" fmla="*/ 250888 h 866775"/>
                <a:gd name="connsiteX28" fmla="*/ 45659 w 495300"/>
                <a:gd name="connsiteY28" fmla="*/ 247745 h 866775"/>
                <a:gd name="connsiteX29" fmla="*/ 41278 w 495300"/>
                <a:gd name="connsiteY29" fmla="*/ 248698 h 866775"/>
                <a:gd name="connsiteX30" fmla="*/ 38706 w 495300"/>
                <a:gd name="connsiteY30" fmla="*/ 245269 h 866775"/>
                <a:gd name="connsiteX31" fmla="*/ 36610 w 495300"/>
                <a:gd name="connsiteY31" fmla="*/ 240601 h 866775"/>
                <a:gd name="connsiteX32" fmla="*/ 32705 w 495300"/>
                <a:gd name="connsiteY32" fmla="*/ 238030 h 866775"/>
                <a:gd name="connsiteX33" fmla="*/ 30324 w 495300"/>
                <a:gd name="connsiteY33" fmla="*/ 234791 h 866775"/>
                <a:gd name="connsiteX34" fmla="*/ 32705 w 495300"/>
                <a:gd name="connsiteY34" fmla="*/ 228886 h 866775"/>
                <a:gd name="connsiteX35" fmla="*/ 34801 w 495300"/>
                <a:gd name="connsiteY35" fmla="*/ 225647 h 866775"/>
                <a:gd name="connsiteX36" fmla="*/ 35944 w 495300"/>
                <a:gd name="connsiteY36" fmla="*/ 220504 h 866775"/>
                <a:gd name="connsiteX37" fmla="*/ 36134 w 495300"/>
                <a:gd name="connsiteY37" fmla="*/ 213741 h 866775"/>
                <a:gd name="connsiteX38" fmla="*/ 36420 w 495300"/>
                <a:gd name="connsiteY38" fmla="*/ 208216 h 866775"/>
                <a:gd name="connsiteX39" fmla="*/ 40801 w 495300"/>
                <a:gd name="connsiteY39" fmla="*/ 206788 h 866775"/>
                <a:gd name="connsiteX40" fmla="*/ 42802 w 495300"/>
                <a:gd name="connsiteY40" fmla="*/ 204121 h 866775"/>
                <a:gd name="connsiteX41" fmla="*/ 46040 w 495300"/>
                <a:gd name="connsiteY41" fmla="*/ 204788 h 866775"/>
                <a:gd name="connsiteX42" fmla="*/ 51374 w 495300"/>
                <a:gd name="connsiteY42" fmla="*/ 204978 h 866775"/>
                <a:gd name="connsiteX43" fmla="*/ 56041 w 495300"/>
                <a:gd name="connsiteY43" fmla="*/ 200882 h 866775"/>
                <a:gd name="connsiteX44" fmla="*/ 61566 w 495300"/>
                <a:gd name="connsiteY44" fmla="*/ 198882 h 866775"/>
                <a:gd name="connsiteX45" fmla="*/ 68329 w 495300"/>
                <a:gd name="connsiteY45" fmla="*/ 199549 h 866775"/>
                <a:gd name="connsiteX46" fmla="*/ 74425 w 495300"/>
                <a:gd name="connsiteY46" fmla="*/ 198691 h 866775"/>
                <a:gd name="connsiteX47" fmla="*/ 83092 w 495300"/>
                <a:gd name="connsiteY47" fmla="*/ 194977 h 866775"/>
                <a:gd name="connsiteX48" fmla="*/ 85950 w 495300"/>
                <a:gd name="connsiteY48" fmla="*/ 188214 h 866775"/>
                <a:gd name="connsiteX49" fmla="*/ 89188 w 495300"/>
                <a:gd name="connsiteY49" fmla="*/ 185261 h 866775"/>
                <a:gd name="connsiteX50" fmla="*/ 93284 w 495300"/>
                <a:gd name="connsiteY50" fmla="*/ 185261 h 866775"/>
                <a:gd name="connsiteX51" fmla="*/ 98237 w 495300"/>
                <a:gd name="connsiteY51" fmla="*/ 185547 h 866775"/>
                <a:gd name="connsiteX52" fmla="*/ 103285 w 495300"/>
                <a:gd name="connsiteY52" fmla="*/ 184309 h 866775"/>
                <a:gd name="connsiteX53" fmla="*/ 104333 w 495300"/>
                <a:gd name="connsiteY53" fmla="*/ 180213 h 866775"/>
                <a:gd name="connsiteX54" fmla="*/ 107762 w 495300"/>
                <a:gd name="connsiteY54" fmla="*/ 176498 h 866775"/>
                <a:gd name="connsiteX55" fmla="*/ 112048 w 495300"/>
                <a:gd name="connsiteY55" fmla="*/ 175546 h 866775"/>
                <a:gd name="connsiteX56" fmla="*/ 114430 w 495300"/>
                <a:gd name="connsiteY56" fmla="*/ 171831 h 866775"/>
                <a:gd name="connsiteX57" fmla="*/ 114239 w 495300"/>
                <a:gd name="connsiteY57" fmla="*/ 166783 h 866775"/>
                <a:gd name="connsiteX58" fmla="*/ 113287 w 495300"/>
                <a:gd name="connsiteY58" fmla="*/ 164116 h 866775"/>
                <a:gd name="connsiteX59" fmla="*/ 113096 w 495300"/>
                <a:gd name="connsiteY59" fmla="*/ 158972 h 866775"/>
                <a:gd name="connsiteX60" fmla="*/ 115954 w 495300"/>
                <a:gd name="connsiteY60" fmla="*/ 154591 h 866775"/>
                <a:gd name="connsiteX61" fmla="*/ 115954 w 495300"/>
                <a:gd name="connsiteY61" fmla="*/ 148971 h 866775"/>
                <a:gd name="connsiteX62" fmla="*/ 120335 w 495300"/>
                <a:gd name="connsiteY62" fmla="*/ 143732 h 866775"/>
                <a:gd name="connsiteX63" fmla="*/ 124336 w 495300"/>
                <a:gd name="connsiteY63" fmla="*/ 140303 h 866775"/>
                <a:gd name="connsiteX64" fmla="*/ 128431 w 495300"/>
                <a:gd name="connsiteY64" fmla="*/ 137446 h 866775"/>
                <a:gd name="connsiteX65" fmla="*/ 128812 w 495300"/>
                <a:gd name="connsiteY65" fmla="*/ 130778 h 866775"/>
                <a:gd name="connsiteX66" fmla="*/ 130336 w 495300"/>
                <a:gd name="connsiteY66" fmla="*/ 125158 h 866775"/>
                <a:gd name="connsiteX67" fmla="*/ 130622 w 495300"/>
                <a:gd name="connsiteY67" fmla="*/ 118396 h 866775"/>
                <a:gd name="connsiteX68" fmla="*/ 128812 w 495300"/>
                <a:gd name="connsiteY68" fmla="*/ 114300 h 866775"/>
                <a:gd name="connsiteX69" fmla="*/ 131670 w 495300"/>
                <a:gd name="connsiteY69" fmla="*/ 110014 h 866775"/>
                <a:gd name="connsiteX70" fmla="*/ 130908 w 495300"/>
                <a:gd name="connsiteY70" fmla="*/ 102679 h 866775"/>
                <a:gd name="connsiteX71" fmla="*/ 127003 w 495300"/>
                <a:gd name="connsiteY71" fmla="*/ 99536 h 866775"/>
                <a:gd name="connsiteX72" fmla="*/ 127955 w 495300"/>
                <a:gd name="connsiteY72" fmla="*/ 93916 h 866775"/>
                <a:gd name="connsiteX73" fmla="*/ 126717 w 495300"/>
                <a:gd name="connsiteY73" fmla="*/ 88963 h 866775"/>
                <a:gd name="connsiteX74" fmla="*/ 122907 w 495300"/>
                <a:gd name="connsiteY74" fmla="*/ 87154 h 866775"/>
                <a:gd name="connsiteX75" fmla="*/ 119383 w 495300"/>
                <a:gd name="connsiteY75" fmla="*/ 83439 h 866775"/>
                <a:gd name="connsiteX76" fmla="*/ 113858 w 495300"/>
                <a:gd name="connsiteY76" fmla="*/ 80296 h 866775"/>
                <a:gd name="connsiteX77" fmla="*/ 106810 w 495300"/>
                <a:gd name="connsiteY77" fmla="*/ 78581 h 866775"/>
                <a:gd name="connsiteX78" fmla="*/ 101190 w 495300"/>
                <a:gd name="connsiteY78" fmla="*/ 76486 h 866775"/>
                <a:gd name="connsiteX79" fmla="*/ 95380 w 495300"/>
                <a:gd name="connsiteY79" fmla="*/ 72199 h 866775"/>
                <a:gd name="connsiteX80" fmla="*/ 93094 w 495300"/>
                <a:gd name="connsiteY80" fmla="*/ 65532 h 866775"/>
                <a:gd name="connsiteX81" fmla="*/ 94618 w 495300"/>
                <a:gd name="connsiteY81" fmla="*/ 58007 h 866775"/>
                <a:gd name="connsiteX82" fmla="*/ 89474 w 495300"/>
                <a:gd name="connsiteY82" fmla="*/ 52673 h 866775"/>
                <a:gd name="connsiteX83" fmla="*/ 82426 w 495300"/>
                <a:gd name="connsiteY83" fmla="*/ 48387 h 866775"/>
                <a:gd name="connsiteX84" fmla="*/ 76711 w 495300"/>
                <a:gd name="connsiteY84" fmla="*/ 46577 h 866775"/>
                <a:gd name="connsiteX85" fmla="*/ 72901 w 495300"/>
                <a:gd name="connsiteY85" fmla="*/ 43339 h 866775"/>
                <a:gd name="connsiteX86" fmla="*/ 69472 w 495300"/>
                <a:gd name="connsiteY86" fmla="*/ 42481 h 866775"/>
                <a:gd name="connsiteX87" fmla="*/ 64709 w 495300"/>
                <a:gd name="connsiteY87" fmla="*/ 39243 h 866775"/>
                <a:gd name="connsiteX88" fmla="*/ 64138 w 495300"/>
                <a:gd name="connsiteY88" fmla="*/ 36385 h 866775"/>
                <a:gd name="connsiteX89" fmla="*/ 65281 w 495300"/>
                <a:gd name="connsiteY89" fmla="*/ 33718 h 866775"/>
                <a:gd name="connsiteX90" fmla="*/ 209394 w 495300"/>
                <a:gd name="connsiteY90" fmla="*/ 20288 h 866775"/>
                <a:gd name="connsiteX91" fmla="*/ 389226 w 495300"/>
                <a:gd name="connsiteY91" fmla="*/ 0 h 866775"/>
                <a:gd name="connsiteX92" fmla="*/ 388845 w 495300"/>
                <a:gd name="connsiteY92" fmla="*/ 10096 h 866775"/>
                <a:gd name="connsiteX93" fmla="*/ 387892 w 495300"/>
                <a:gd name="connsiteY93" fmla="*/ 20002 h 866775"/>
                <a:gd name="connsiteX94" fmla="*/ 387035 w 495300"/>
                <a:gd name="connsiteY94" fmla="*/ 29813 h 866775"/>
                <a:gd name="connsiteX95" fmla="*/ 390655 w 495300"/>
                <a:gd name="connsiteY95" fmla="*/ 38671 h 866775"/>
                <a:gd name="connsiteX96" fmla="*/ 395893 w 495300"/>
                <a:gd name="connsiteY96" fmla="*/ 47339 h 866775"/>
                <a:gd name="connsiteX97" fmla="*/ 401989 w 495300"/>
                <a:gd name="connsiteY97" fmla="*/ 55721 h 866775"/>
                <a:gd name="connsiteX98" fmla="*/ 406942 w 495300"/>
                <a:gd name="connsiteY98" fmla="*/ 60198 h 866775"/>
                <a:gd name="connsiteX99" fmla="*/ 410657 w 495300"/>
                <a:gd name="connsiteY99" fmla="*/ 63722 h 866775"/>
                <a:gd name="connsiteX100" fmla="*/ 413038 w 495300"/>
                <a:gd name="connsiteY100" fmla="*/ 68389 h 866775"/>
                <a:gd name="connsiteX101" fmla="*/ 415134 w 495300"/>
                <a:gd name="connsiteY101" fmla="*/ 72771 h 866775"/>
                <a:gd name="connsiteX102" fmla="*/ 417420 w 495300"/>
                <a:gd name="connsiteY102" fmla="*/ 76295 h 866775"/>
                <a:gd name="connsiteX103" fmla="*/ 419134 w 495300"/>
                <a:gd name="connsiteY103" fmla="*/ 80010 h 866775"/>
                <a:gd name="connsiteX104" fmla="*/ 422278 w 495300"/>
                <a:gd name="connsiteY104" fmla="*/ 82677 h 866775"/>
                <a:gd name="connsiteX105" fmla="*/ 424373 w 495300"/>
                <a:gd name="connsiteY105" fmla="*/ 90868 h 866775"/>
                <a:gd name="connsiteX106" fmla="*/ 428659 w 495300"/>
                <a:gd name="connsiteY106" fmla="*/ 100203 h 866775"/>
                <a:gd name="connsiteX107" fmla="*/ 432469 w 495300"/>
                <a:gd name="connsiteY107" fmla="*/ 107728 h 866775"/>
                <a:gd name="connsiteX108" fmla="*/ 434660 w 495300"/>
                <a:gd name="connsiteY108" fmla="*/ 113347 h 866775"/>
                <a:gd name="connsiteX109" fmla="*/ 481523 w 495300"/>
                <a:gd name="connsiteY109" fmla="*/ 477584 h 866775"/>
                <a:gd name="connsiteX110" fmla="*/ 481047 w 495300"/>
                <a:gd name="connsiteY110" fmla="*/ 481870 h 866775"/>
                <a:gd name="connsiteX111" fmla="*/ 478189 w 495300"/>
                <a:gd name="connsiteY111" fmla="*/ 483775 h 866775"/>
                <a:gd name="connsiteX112" fmla="*/ 475332 w 495300"/>
                <a:gd name="connsiteY112" fmla="*/ 487489 h 866775"/>
                <a:gd name="connsiteX113" fmla="*/ 474189 w 495300"/>
                <a:gd name="connsiteY113" fmla="*/ 493681 h 866775"/>
                <a:gd name="connsiteX114" fmla="*/ 476284 w 495300"/>
                <a:gd name="connsiteY114" fmla="*/ 498443 h 866775"/>
                <a:gd name="connsiteX115" fmla="*/ 479332 w 495300"/>
                <a:gd name="connsiteY115" fmla="*/ 501682 h 866775"/>
                <a:gd name="connsiteX116" fmla="*/ 479237 w 495300"/>
                <a:gd name="connsiteY116" fmla="*/ 505396 h 866775"/>
                <a:gd name="connsiteX117" fmla="*/ 475618 w 495300"/>
                <a:gd name="connsiteY117" fmla="*/ 509683 h 866775"/>
                <a:gd name="connsiteX118" fmla="*/ 472379 w 495300"/>
                <a:gd name="connsiteY118" fmla="*/ 513969 h 866775"/>
                <a:gd name="connsiteX119" fmla="*/ 473903 w 495300"/>
                <a:gd name="connsiteY119" fmla="*/ 519779 h 866775"/>
                <a:gd name="connsiteX120" fmla="*/ 478761 w 495300"/>
                <a:gd name="connsiteY120" fmla="*/ 523780 h 866775"/>
                <a:gd name="connsiteX121" fmla="*/ 482285 w 495300"/>
                <a:gd name="connsiteY121" fmla="*/ 526732 h 866775"/>
                <a:gd name="connsiteX122" fmla="*/ 483428 w 495300"/>
                <a:gd name="connsiteY122" fmla="*/ 531114 h 866775"/>
                <a:gd name="connsiteX123" fmla="*/ 482761 w 495300"/>
                <a:gd name="connsiteY123" fmla="*/ 536448 h 866775"/>
                <a:gd name="connsiteX124" fmla="*/ 484190 w 495300"/>
                <a:gd name="connsiteY124" fmla="*/ 538543 h 866775"/>
                <a:gd name="connsiteX125" fmla="*/ 487714 w 495300"/>
                <a:gd name="connsiteY125" fmla="*/ 538734 h 866775"/>
                <a:gd name="connsiteX126" fmla="*/ 490953 w 495300"/>
                <a:gd name="connsiteY126" fmla="*/ 540544 h 866775"/>
                <a:gd name="connsiteX127" fmla="*/ 492191 w 495300"/>
                <a:gd name="connsiteY127" fmla="*/ 547211 h 866775"/>
                <a:gd name="connsiteX128" fmla="*/ 491429 w 495300"/>
                <a:gd name="connsiteY128" fmla="*/ 551116 h 866775"/>
                <a:gd name="connsiteX129" fmla="*/ 489143 w 495300"/>
                <a:gd name="connsiteY129" fmla="*/ 555593 h 866775"/>
                <a:gd name="connsiteX130" fmla="*/ 489905 w 495300"/>
                <a:gd name="connsiteY130" fmla="*/ 558832 h 866775"/>
                <a:gd name="connsiteX131" fmla="*/ 493429 w 495300"/>
                <a:gd name="connsiteY131" fmla="*/ 561689 h 866775"/>
                <a:gd name="connsiteX132" fmla="*/ 494763 w 495300"/>
                <a:gd name="connsiteY132" fmla="*/ 565213 h 866775"/>
                <a:gd name="connsiteX133" fmla="*/ 496954 w 495300"/>
                <a:gd name="connsiteY133" fmla="*/ 568452 h 866775"/>
                <a:gd name="connsiteX134" fmla="*/ 498763 w 495300"/>
                <a:gd name="connsiteY134" fmla="*/ 575405 h 866775"/>
                <a:gd name="connsiteX135" fmla="*/ 496858 w 495300"/>
                <a:gd name="connsiteY135" fmla="*/ 582930 h 866775"/>
                <a:gd name="connsiteX136" fmla="*/ 494191 w 495300"/>
                <a:gd name="connsiteY136" fmla="*/ 586073 h 866775"/>
                <a:gd name="connsiteX137" fmla="*/ 490953 w 495300"/>
                <a:gd name="connsiteY137" fmla="*/ 587883 h 866775"/>
                <a:gd name="connsiteX138" fmla="*/ 488572 w 495300"/>
                <a:gd name="connsiteY138" fmla="*/ 588931 h 866775"/>
                <a:gd name="connsiteX139" fmla="*/ 485905 w 495300"/>
                <a:gd name="connsiteY139" fmla="*/ 591884 h 866775"/>
                <a:gd name="connsiteX140" fmla="*/ 485714 w 495300"/>
                <a:gd name="connsiteY140" fmla="*/ 597598 h 866775"/>
                <a:gd name="connsiteX141" fmla="*/ 485047 w 495300"/>
                <a:gd name="connsiteY141" fmla="*/ 602075 h 866775"/>
                <a:gd name="connsiteX142" fmla="*/ 483714 w 495300"/>
                <a:gd name="connsiteY142" fmla="*/ 604552 h 866775"/>
                <a:gd name="connsiteX143" fmla="*/ 484571 w 495300"/>
                <a:gd name="connsiteY143" fmla="*/ 606647 h 866775"/>
                <a:gd name="connsiteX144" fmla="*/ 482761 w 495300"/>
                <a:gd name="connsiteY144" fmla="*/ 609695 h 866775"/>
                <a:gd name="connsiteX145" fmla="*/ 484285 w 495300"/>
                <a:gd name="connsiteY145" fmla="*/ 612457 h 866775"/>
                <a:gd name="connsiteX146" fmla="*/ 484190 w 495300"/>
                <a:gd name="connsiteY146" fmla="*/ 615029 h 866775"/>
                <a:gd name="connsiteX147" fmla="*/ 481904 w 495300"/>
                <a:gd name="connsiteY147" fmla="*/ 615886 h 866775"/>
                <a:gd name="connsiteX148" fmla="*/ 480285 w 495300"/>
                <a:gd name="connsiteY148" fmla="*/ 618744 h 866775"/>
                <a:gd name="connsiteX149" fmla="*/ 477427 w 495300"/>
                <a:gd name="connsiteY149" fmla="*/ 619030 h 866775"/>
                <a:gd name="connsiteX150" fmla="*/ 474570 w 495300"/>
                <a:gd name="connsiteY150" fmla="*/ 621411 h 866775"/>
                <a:gd name="connsiteX151" fmla="*/ 476380 w 495300"/>
                <a:gd name="connsiteY151" fmla="*/ 625411 h 866775"/>
                <a:gd name="connsiteX152" fmla="*/ 476189 w 495300"/>
                <a:gd name="connsiteY152" fmla="*/ 629602 h 866775"/>
                <a:gd name="connsiteX153" fmla="*/ 474094 w 495300"/>
                <a:gd name="connsiteY153" fmla="*/ 634174 h 866775"/>
                <a:gd name="connsiteX154" fmla="*/ 471617 w 495300"/>
                <a:gd name="connsiteY154" fmla="*/ 638556 h 866775"/>
                <a:gd name="connsiteX155" fmla="*/ 467331 w 495300"/>
                <a:gd name="connsiteY155" fmla="*/ 641128 h 866775"/>
                <a:gd name="connsiteX156" fmla="*/ 468093 w 495300"/>
                <a:gd name="connsiteY156" fmla="*/ 645414 h 866775"/>
                <a:gd name="connsiteX157" fmla="*/ 467140 w 495300"/>
                <a:gd name="connsiteY157" fmla="*/ 649700 h 866775"/>
                <a:gd name="connsiteX158" fmla="*/ 464854 w 495300"/>
                <a:gd name="connsiteY158" fmla="*/ 651510 h 866775"/>
                <a:gd name="connsiteX159" fmla="*/ 462568 w 495300"/>
                <a:gd name="connsiteY159" fmla="*/ 649795 h 866775"/>
                <a:gd name="connsiteX160" fmla="*/ 460759 w 495300"/>
                <a:gd name="connsiteY160" fmla="*/ 653034 h 866775"/>
                <a:gd name="connsiteX161" fmla="*/ 459044 w 495300"/>
                <a:gd name="connsiteY161" fmla="*/ 654368 h 866775"/>
                <a:gd name="connsiteX162" fmla="*/ 455710 w 495300"/>
                <a:gd name="connsiteY162" fmla="*/ 651701 h 866775"/>
                <a:gd name="connsiteX163" fmla="*/ 453901 w 495300"/>
                <a:gd name="connsiteY163" fmla="*/ 655701 h 866775"/>
                <a:gd name="connsiteX164" fmla="*/ 454948 w 495300"/>
                <a:gd name="connsiteY164" fmla="*/ 658177 h 866775"/>
                <a:gd name="connsiteX165" fmla="*/ 452948 w 495300"/>
                <a:gd name="connsiteY165" fmla="*/ 661702 h 866775"/>
                <a:gd name="connsiteX166" fmla="*/ 449995 w 495300"/>
                <a:gd name="connsiteY166" fmla="*/ 663797 h 866775"/>
                <a:gd name="connsiteX167" fmla="*/ 451900 w 495300"/>
                <a:gd name="connsiteY167" fmla="*/ 667417 h 866775"/>
                <a:gd name="connsiteX168" fmla="*/ 455234 w 495300"/>
                <a:gd name="connsiteY168" fmla="*/ 668655 h 866775"/>
                <a:gd name="connsiteX169" fmla="*/ 458377 w 495300"/>
                <a:gd name="connsiteY169" fmla="*/ 671608 h 866775"/>
                <a:gd name="connsiteX170" fmla="*/ 459711 w 495300"/>
                <a:gd name="connsiteY170" fmla="*/ 674656 h 866775"/>
                <a:gd name="connsiteX171" fmla="*/ 457996 w 495300"/>
                <a:gd name="connsiteY171" fmla="*/ 678466 h 866775"/>
                <a:gd name="connsiteX172" fmla="*/ 453424 w 495300"/>
                <a:gd name="connsiteY172" fmla="*/ 679704 h 866775"/>
                <a:gd name="connsiteX173" fmla="*/ 451519 w 495300"/>
                <a:gd name="connsiteY173" fmla="*/ 683705 h 866775"/>
                <a:gd name="connsiteX174" fmla="*/ 453043 w 495300"/>
                <a:gd name="connsiteY174" fmla="*/ 686562 h 866775"/>
                <a:gd name="connsiteX175" fmla="*/ 452662 w 495300"/>
                <a:gd name="connsiteY175" fmla="*/ 689419 h 866775"/>
                <a:gd name="connsiteX176" fmla="*/ 450376 w 495300"/>
                <a:gd name="connsiteY176" fmla="*/ 691420 h 866775"/>
                <a:gd name="connsiteX177" fmla="*/ 449233 w 495300"/>
                <a:gd name="connsiteY177" fmla="*/ 696087 h 866775"/>
                <a:gd name="connsiteX178" fmla="*/ 453043 w 495300"/>
                <a:gd name="connsiteY178" fmla="*/ 699135 h 866775"/>
                <a:gd name="connsiteX179" fmla="*/ 451519 w 495300"/>
                <a:gd name="connsiteY179" fmla="*/ 706564 h 866775"/>
                <a:gd name="connsiteX180" fmla="*/ 449805 w 495300"/>
                <a:gd name="connsiteY180" fmla="*/ 709136 h 866775"/>
                <a:gd name="connsiteX181" fmla="*/ 451424 w 495300"/>
                <a:gd name="connsiteY181" fmla="*/ 714280 h 866775"/>
                <a:gd name="connsiteX182" fmla="*/ 450186 w 495300"/>
                <a:gd name="connsiteY182" fmla="*/ 717328 h 866775"/>
                <a:gd name="connsiteX183" fmla="*/ 449805 w 495300"/>
                <a:gd name="connsiteY183" fmla="*/ 721900 h 866775"/>
                <a:gd name="connsiteX184" fmla="*/ 451614 w 495300"/>
                <a:gd name="connsiteY184" fmla="*/ 724472 h 866775"/>
                <a:gd name="connsiteX185" fmla="*/ 451519 w 495300"/>
                <a:gd name="connsiteY185" fmla="*/ 727901 h 866775"/>
                <a:gd name="connsiteX186" fmla="*/ 452281 w 495300"/>
                <a:gd name="connsiteY186" fmla="*/ 728853 h 866775"/>
                <a:gd name="connsiteX187" fmla="*/ 453805 w 495300"/>
                <a:gd name="connsiteY187" fmla="*/ 730472 h 866775"/>
                <a:gd name="connsiteX188" fmla="*/ 453901 w 495300"/>
                <a:gd name="connsiteY188" fmla="*/ 733615 h 866775"/>
                <a:gd name="connsiteX189" fmla="*/ 451805 w 495300"/>
                <a:gd name="connsiteY189" fmla="*/ 739521 h 866775"/>
                <a:gd name="connsiteX190" fmla="*/ 446947 w 495300"/>
                <a:gd name="connsiteY190" fmla="*/ 742759 h 866775"/>
                <a:gd name="connsiteX191" fmla="*/ 443995 w 495300"/>
                <a:gd name="connsiteY191" fmla="*/ 745903 h 866775"/>
                <a:gd name="connsiteX192" fmla="*/ 441137 w 495300"/>
                <a:gd name="connsiteY192" fmla="*/ 750951 h 866775"/>
                <a:gd name="connsiteX193" fmla="*/ 440851 w 495300"/>
                <a:gd name="connsiteY193" fmla="*/ 756952 h 866775"/>
                <a:gd name="connsiteX194" fmla="*/ 443614 w 495300"/>
                <a:gd name="connsiteY194" fmla="*/ 761047 h 866775"/>
                <a:gd name="connsiteX195" fmla="*/ 444756 w 495300"/>
                <a:gd name="connsiteY195" fmla="*/ 765524 h 866775"/>
                <a:gd name="connsiteX196" fmla="*/ 450853 w 495300"/>
                <a:gd name="connsiteY196" fmla="*/ 768668 h 866775"/>
                <a:gd name="connsiteX197" fmla="*/ 455329 w 495300"/>
                <a:gd name="connsiteY197" fmla="*/ 772668 h 866775"/>
                <a:gd name="connsiteX198" fmla="*/ 455425 w 495300"/>
                <a:gd name="connsiteY198" fmla="*/ 779526 h 866775"/>
                <a:gd name="connsiteX199" fmla="*/ 450948 w 495300"/>
                <a:gd name="connsiteY199" fmla="*/ 781622 h 866775"/>
                <a:gd name="connsiteX200" fmla="*/ 443899 w 495300"/>
                <a:gd name="connsiteY200" fmla="*/ 783907 h 866775"/>
                <a:gd name="connsiteX201" fmla="*/ 436660 w 495300"/>
                <a:gd name="connsiteY201" fmla="*/ 785431 h 866775"/>
                <a:gd name="connsiteX202" fmla="*/ 427612 w 495300"/>
                <a:gd name="connsiteY202" fmla="*/ 788670 h 866775"/>
                <a:gd name="connsiteX203" fmla="*/ 424278 w 495300"/>
                <a:gd name="connsiteY203" fmla="*/ 791623 h 866775"/>
                <a:gd name="connsiteX204" fmla="*/ 421897 w 495300"/>
                <a:gd name="connsiteY204" fmla="*/ 794766 h 866775"/>
                <a:gd name="connsiteX205" fmla="*/ 419611 w 495300"/>
                <a:gd name="connsiteY205" fmla="*/ 795433 h 866775"/>
                <a:gd name="connsiteX206" fmla="*/ 417706 w 495300"/>
                <a:gd name="connsiteY206" fmla="*/ 794004 h 866775"/>
                <a:gd name="connsiteX207" fmla="*/ 414277 w 495300"/>
                <a:gd name="connsiteY207" fmla="*/ 793813 h 866775"/>
                <a:gd name="connsiteX208" fmla="*/ 410371 w 495300"/>
                <a:gd name="connsiteY208" fmla="*/ 796576 h 866775"/>
                <a:gd name="connsiteX209" fmla="*/ 408085 w 495300"/>
                <a:gd name="connsiteY209" fmla="*/ 800957 h 866775"/>
                <a:gd name="connsiteX210" fmla="*/ 408276 w 495300"/>
                <a:gd name="connsiteY210" fmla="*/ 807815 h 866775"/>
                <a:gd name="connsiteX211" fmla="*/ 405323 w 495300"/>
                <a:gd name="connsiteY211" fmla="*/ 812673 h 866775"/>
                <a:gd name="connsiteX212" fmla="*/ 405323 w 495300"/>
                <a:gd name="connsiteY212" fmla="*/ 817531 h 866775"/>
                <a:gd name="connsiteX213" fmla="*/ 407514 w 495300"/>
                <a:gd name="connsiteY213" fmla="*/ 821912 h 866775"/>
                <a:gd name="connsiteX214" fmla="*/ 413896 w 495300"/>
                <a:gd name="connsiteY214" fmla="*/ 827437 h 866775"/>
                <a:gd name="connsiteX215" fmla="*/ 417515 w 495300"/>
                <a:gd name="connsiteY215" fmla="*/ 830199 h 866775"/>
                <a:gd name="connsiteX216" fmla="*/ 418753 w 495300"/>
                <a:gd name="connsiteY216" fmla="*/ 836676 h 866775"/>
                <a:gd name="connsiteX217" fmla="*/ 418944 w 495300"/>
                <a:gd name="connsiteY217" fmla="*/ 844391 h 866775"/>
                <a:gd name="connsiteX218" fmla="*/ 415610 w 495300"/>
                <a:gd name="connsiteY218" fmla="*/ 849820 h 866775"/>
                <a:gd name="connsiteX219" fmla="*/ 408752 w 495300"/>
                <a:gd name="connsiteY219" fmla="*/ 851249 h 866775"/>
                <a:gd name="connsiteX220" fmla="*/ 402656 w 495300"/>
                <a:gd name="connsiteY220" fmla="*/ 849916 h 866775"/>
                <a:gd name="connsiteX221" fmla="*/ 398941 w 495300"/>
                <a:gd name="connsiteY221" fmla="*/ 845344 h 866775"/>
                <a:gd name="connsiteX222" fmla="*/ 390940 w 495300"/>
                <a:gd name="connsiteY222" fmla="*/ 843343 h 866775"/>
                <a:gd name="connsiteX223" fmla="*/ 387130 w 495300"/>
                <a:gd name="connsiteY223" fmla="*/ 841724 h 866775"/>
                <a:gd name="connsiteX224" fmla="*/ 382177 w 495300"/>
                <a:gd name="connsiteY224" fmla="*/ 841248 h 866775"/>
                <a:gd name="connsiteX225" fmla="*/ 377701 w 495300"/>
                <a:gd name="connsiteY225" fmla="*/ 840581 h 866775"/>
                <a:gd name="connsiteX226" fmla="*/ 375891 w 495300"/>
                <a:gd name="connsiteY226" fmla="*/ 838009 h 866775"/>
                <a:gd name="connsiteX227" fmla="*/ 371033 w 495300"/>
                <a:gd name="connsiteY227" fmla="*/ 836009 h 866775"/>
                <a:gd name="connsiteX228" fmla="*/ 365128 w 495300"/>
                <a:gd name="connsiteY228" fmla="*/ 834199 h 866775"/>
                <a:gd name="connsiteX229" fmla="*/ 360079 w 495300"/>
                <a:gd name="connsiteY229" fmla="*/ 832294 h 866775"/>
                <a:gd name="connsiteX230" fmla="*/ 353602 w 495300"/>
                <a:gd name="connsiteY230" fmla="*/ 831628 h 866775"/>
                <a:gd name="connsiteX231" fmla="*/ 348745 w 495300"/>
                <a:gd name="connsiteY231" fmla="*/ 832676 h 866775"/>
                <a:gd name="connsiteX232" fmla="*/ 344649 w 495300"/>
                <a:gd name="connsiteY232" fmla="*/ 835723 h 866775"/>
                <a:gd name="connsiteX233" fmla="*/ 341029 w 495300"/>
                <a:gd name="connsiteY233" fmla="*/ 838772 h 866775"/>
                <a:gd name="connsiteX234" fmla="*/ 338077 w 495300"/>
                <a:gd name="connsiteY234" fmla="*/ 843915 h 866775"/>
                <a:gd name="connsiteX235" fmla="*/ 336457 w 495300"/>
                <a:gd name="connsiteY235" fmla="*/ 850963 h 866775"/>
                <a:gd name="connsiteX236" fmla="*/ 334457 w 495300"/>
                <a:gd name="connsiteY236" fmla="*/ 854297 h 866775"/>
                <a:gd name="connsiteX237" fmla="*/ 330742 w 495300"/>
                <a:gd name="connsiteY237" fmla="*/ 857155 h 866775"/>
                <a:gd name="connsiteX238" fmla="*/ 329218 w 495300"/>
                <a:gd name="connsiteY238" fmla="*/ 859060 h 866775"/>
                <a:gd name="connsiteX239" fmla="*/ 329218 w 495300"/>
                <a:gd name="connsiteY239" fmla="*/ 862965 h 866775"/>
                <a:gd name="connsiteX240" fmla="*/ 329028 w 495300"/>
                <a:gd name="connsiteY240" fmla="*/ 866965 h 866775"/>
                <a:gd name="connsiteX241" fmla="*/ 326647 w 495300"/>
                <a:gd name="connsiteY241" fmla="*/ 868489 h 866775"/>
                <a:gd name="connsiteX242" fmla="*/ 324837 w 495300"/>
                <a:gd name="connsiteY242" fmla="*/ 866489 h 866775"/>
                <a:gd name="connsiteX243" fmla="*/ 322456 w 495300"/>
                <a:gd name="connsiteY243" fmla="*/ 864870 h 866775"/>
                <a:gd name="connsiteX244" fmla="*/ 320646 w 495300"/>
                <a:gd name="connsiteY244" fmla="*/ 861917 h 866775"/>
                <a:gd name="connsiteX245" fmla="*/ 316169 w 495300"/>
                <a:gd name="connsiteY245" fmla="*/ 861155 h 866775"/>
                <a:gd name="connsiteX246" fmla="*/ 313693 w 495300"/>
                <a:gd name="connsiteY246" fmla="*/ 861822 h 866775"/>
                <a:gd name="connsiteX247" fmla="*/ 312645 w 495300"/>
                <a:gd name="connsiteY247" fmla="*/ 864298 h 866775"/>
                <a:gd name="connsiteX248" fmla="*/ 316074 w 495300"/>
                <a:gd name="connsiteY248" fmla="*/ 865346 h 866775"/>
                <a:gd name="connsiteX249" fmla="*/ 318836 w 495300"/>
                <a:gd name="connsiteY249" fmla="*/ 866203 h 866775"/>
                <a:gd name="connsiteX250" fmla="*/ 319503 w 495300"/>
                <a:gd name="connsiteY250" fmla="*/ 869442 h 866775"/>
                <a:gd name="connsiteX251" fmla="*/ 318550 w 495300"/>
                <a:gd name="connsiteY251" fmla="*/ 872871 h 866775"/>
                <a:gd name="connsiteX252" fmla="*/ 315407 w 495300"/>
                <a:gd name="connsiteY252" fmla="*/ 873443 h 866775"/>
                <a:gd name="connsiteX253" fmla="*/ 312645 w 495300"/>
                <a:gd name="connsiteY253" fmla="*/ 870013 h 866775"/>
                <a:gd name="connsiteX254" fmla="*/ 308739 w 495300"/>
                <a:gd name="connsiteY254" fmla="*/ 868489 h 866775"/>
                <a:gd name="connsiteX255" fmla="*/ 304168 w 495300"/>
                <a:gd name="connsiteY255" fmla="*/ 867823 h 866775"/>
                <a:gd name="connsiteX256" fmla="*/ 302263 w 495300"/>
                <a:gd name="connsiteY256" fmla="*/ 864394 h 866775"/>
                <a:gd name="connsiteX257" fmla="*/ 303501 w 495300"/>
                <a:gd name="connsiteY257" fmla="*/ 860774 h 866775"/>
                <a:gd name="connsiteX258" fmla="*/ 301881 w 495300"/>
                <a:gd name="connsiteY258" fmla="*/ 857345 h 866775"/>
                <a:gd name="connsiteX259" fmla="*/ 298738 w 495300"/>
                <a:gd name="connsiteY259" fmla="*/ 855345 h 866775"/>
                <a:gd name="connsiteX260" fmla="*/ 295119 w 495300"/>
                <a:gd name="connsiteY260" fmla="*/ 848868 h 866775"/>
                <a:gd name="connsiteX261" fmla="*/ 291976 w 495300"/>
                <a:gd name="connsiteY261" fmla="*/ 844772 h 866775"/>
                <a:gd name="connsiteX262" fmla="*/ 291118 w 495300"/>
                <a:gd name="connsiteY262" fmla="*/ 840772 h 866775"/>
                <a:gd name="connsiteX263" fmla="*/ 290928 w 495300"/>
                <a:gd name="connsiteY263" fmla="*/ 836866 h 866775"/>
                <a:gd name="connsiteX264" fmla="*/ 289118 w 495300"/>
                <a:gd name="connsiteY264" fmla="*/ 835152 h 866775"/>
                <a:gd name="connsiteX265" fmla="*/ 286451 w 495300"/>
                <a:gd name="connsiteY265" fmla="*/ 835247 h 866775"/>
                <a:gd name="connsiteX266" fmla="*/ 285213 w 495300"/>
                <a:gd name="connsiteY266" fmla="*/ 833438 h 866775"/>
                <a:gd name="connsiteX267" fmla="*/ 283403 w 495300"/>
                <a:gd name="connsiteY267" fmla="*/ 830580 h 866775"/>
                <a:gd name="connsiteX268" fmla="*/ 283879 w 495300"/>
                <a:gd name="connsiteY268" fmla="*/ 826103 h 866775"/>
                <a:gd name="connsiteX269" fmla="*/ 286737 w 495300"/>
                <a:gd name="connsiteY269" fmla="*/ 821912 h 866775"/>
                <a:gd name="connsiteX270" fmla="*/ 291023 w 495300"/>
                <a:gd name="connsiteY270" fmla="*/ 821626 h 866775"/>
                <a:gd name="connsiteX271" fmla="*/ 292642 w 495300"/>
                <a:gd name="connsiteY271" fmla="*/ 819245 h 866775"/>
                <a:gd name="connsiteX272" fmla="*/ 294262 w 495300"/>
                <a:gd name="connsiteY272" fmla="*/ 815911 h 866775"/>
                <a:gd name="connsiteX273" fmla="*/ 291880 w 495300"/>
                <a:gd name="connsiteY273" fmla="*/ 807530 h 866775"/>
                <a:gd name="connsiteX274" fmla="*/ 286737 w 495300"/>
                <a:gd name="connsiteY274" fmla="*/ 802576 h 866775"/>
                <a:gd name="connsiteX275" fmla="*/ 282165 w 495300"/>
                <a:gd name="connsiteY275" fmla="*/ 797147 h 866775"/>
                <a:gd name="connsiteX276" fmla="*/ 278260 w 495300"/>
                <a:gd name="connsiteY276" fmla="*/ 790670 h 866775"/>
                <a:gd name="connsiteX277" fmla="*/ 277212 w 495300"/>
                <a:gd name="connsiteY277" fmla="*/ 785717 h 866775"/>
                <a:gd name="connsiteX278" fmla="*/ 278926 w 495300"/>
                <a:gd name="connsiteY278" fmla="*/ 783812 h 866775"/>
                <a:gd name="connsiteX279" fmla="*/ 281879 w 495300"/>
                <a:gd name="connsiteY279" fmla="*/ 784955 h 866775"/>
                <a:gd name="connsiteX280" fmla="*/ 282831 w 495300"/>
                <a:gd name="connsiteY280" fmla="*/ 781431 h 866775"/>
                <a:gd name="connsiteX281" fmla="*/ 281117 w 495300"/>
                <a:gd name="connsiteY281" fmla="*/ 777811 h 866775"/>
                <a:gd name="connsiteX282" fmla="*/ 278355 w 495300"/>
                <a:gd name="connsiteY282" fmla="*/ 776097 h 866775"/>
                <a:gd name="connsiteX283" fmla="*/ 277117 w 495300"/>
                <a:gd name="connsiteY283" fmla="*/ 772477 h 866775"/>
                <a:gd name="connsiteX284" fmla="*/ 276926 w 495300"/>
                <a:gd name="connsiteY284" fmla="*/ 768477 h 866775"/>
                <a:gd name="connsiteX285" fmla="*/ 272926 w 495300"/>
                <a:gd name="connsiteY285" fmla="*/ 765334 h 866775"/>
                <a:gd name="connsiteX286" fmla="*/ 269497 w 495300"/>
                <a:gd name="connsiteY286" fmla="*/ 765238 h 866775"/>
                <a:gd name="connsiteX287" fmla="*/ 266830 w 495300"/>
                <a:gd name="connsiteY287" fmla="*/ 762095 h 866775"/>
                <a:gd name="connsiteX288" fmla="*/ 264067 w 495300"/>
                <a:gd name="connsiteY288" fmla="*/ 760762 h 866775"/>
                <a:gd name="connsiteX289" fmla="*/ 259305 w 495300"/>
                <a:gd name="connsiteY289" fmla="*/ 760857 h 866775"/>
                <a:gd name="connsiteX290" fmla="*/ 257781 w 495300"/>
                <a:gd name="connsiteY290" fmla="*/ 758190 h 866775"/>
                <a:gd name="connsiteX291" fmla="*/ 256543 w 495300"/>
                <a:gd name="connsiteY291" fmla="*/ 753809 h 866775"/>
                <a:gd name="connsiteX292" fmla="*/ 254638 w 495300"/>
                <a:gd name="connsiteY292" fmla="*/ 751427 h 866775"/>
                <a:gd name="connsiteX293" fmla="*/ 250732 w 495300"/>
                <a:gd name="connsiteY293" fmla="*/ 750189 h 866775"/>
                <a:gd name="connsiteX294" fmla="*/ 248256 w 495300"/>
                <a:gd name="connsiteY294" fmla="*/ 747141 h 866775"/>
                <a:gd name="connsiteX295" fmla="*/ 245113 w 495300"/>
                <a:gd name="connsiteY295" fmla="*/ 745712 h 866775"/>
                <a:gd name="connsiteX296" fmla="*/ 242160 w 495300"/>
                <a:gd name="connsiteY296" fmla="*/ 746665 h 866775"/>
                <a:gd name="connsiteX297" fmla="*/ 240350 w 495300"/>
                <a:gd name="connsiteY297" fmla="*/ 745426 h 866775"/>
                <a:gd name="connsiteX298" fmla="*/ 239969 w 495300"/>
                <a:gd name="connsiteY298" fmla="*/ 740950 h 866775"/>
                <a:gd name="connsiteX299" fmla="*/ 236826 w 495300"/>
                <a:gd name="connsiteY299" fmla="*/ 739426 h 866775"/>
                <a:gd name="connsiteX300" fmla="*/ 232539 w 495300"/>
                <a:gd name="connsiteY300" fmla="*/ 737521 h 866775"/>
                <a:gd name="connsiteX301" fmla="*/ 231206 w 495300"/>
                <a:gd name="connsiteY301" fmla="*/ 740283 h 866775"/>
                <a:gd name="connsiteX302" fmla="*/ 230254 w 495300"/>
                <a:gd name="connsiteY302" fmla="*/ 743045 h 866775"/>
                <a:gd name="connsiteX303" fmla="*/ 225681 w 495300"/>
                <a:gd name="connsiteY303" fmla="*/ 745903 h 866775"/>
                <a:gd name="connsiteX304" fmla="*/ 220633 w 495300"/>
                <a:gd name="connsiteY304" fmla="*/ 743807 h 866775"/>
                <a:gd name="connsiteX305" fmla="*/ 218157 w 495300"/>
                <a:gd name="connsiteY305" fmla="*/ 739807 h 866775"/>
                <a:gd name="connsiteX306" fmla="*/ 217871 w 495300"/>
                <a:gd name="connsiteY306" fmla="*/ 736378 h 866775"/>
                <a:gd name="connsiteX307" fmla="*/ 221205 w 495300"/>
                <a:gd name="connsiteY307" fmla="*/ 735425 h 866775"/>
                <a:gd name="connsiteX308" fmla="*/ 223586 w 495300"/>
                <a:gd name="connsiteY308" fmla="*/ 732853 h 866775"/>
                <a:gd name="connsiteX309" fmla="*/ 221205 w 495300"/>
                <a:gd name="connsiteY309" fmla="*/ 729901 h 866775"/>
                <a:gd name="connsiteX310" fmla="*/ 217490 w 495300"/>
                <a:gd name="connsiteY310" fmla="*/ 729901 h 866775"/>
                <a:gd name="connsiteX311" fmla="*/ 215299 w 495300"/>
                <a:gd name="connsiteY311" fmla="*/ 731996 h 866775"/>
                <a:gd name="connsiteX312" fmla="*/ 212251 w 495300"/>
                <a:gd name="connsiteY312" fmla="*/ 730282 h 866775"/>
                <a:gd name="connsiteX313" fmla="*/ 208251 w 495300"/>
                <a:gd name="connsiteY313" fmla="*/ 726662 h 866775"/>
                <a:gd name="connsiteX314" fmla="*/ 205298 w 495300"/>
                <a:gd name="connsiteY314" fmla="*/ 723138 h 866775"/>
                <a:gd name="connsiteX315" fmla="*/ 202441 w 495300"/>
                <a:gd name="connsiteY315" fmla="*/ 724281 h 866775"/>
                <a:gd name="connsiteX316" fmla="*/ 198631 w 495300"/>
                <a:gd name="connsiteY316" fmla="*/ 723328 h 866775"/>
                <a:gd name="connsiteX317" fmla="*/ 198250 w 495300"/>
                <a:gd name="connsiteY317" fmla="*/ 719328 h 866775"/>
                <a:gd name="connsiteX318" fmla="*/ 195583 w 495300"/>
                <a:gd name="connsiteY318" fmla="*/ 717042 h 866775"/>
                <a:gd name="connsiteX319" fmla="*/ 191106 w 495300"/>
                <a:gd name="connsiteY319" fmla="*/ 717994 h 866775"/>
                <a:gd name="connsiteX320" fmla="*/ 185867 w 495300"/>
                <a:gd name="connsiteY320" fmla="*/ 715709 h 866775"/>
                <a:gd name="connsiteX321" fmla="*/ 183200 w 495300"/>
                <a:gd name="connsiteY321" fmla="*/ 711232 h 866775"/>
                <a:gd name="connsiteX322" fmla="*/ 179771 w 495300"/>
                <a:gd name="connsiteY322" fmla="*/ 705707 h 866775"/>
                <a:gd name="connsiteX323" fmla="*/ 175485 w 495300"/>
                <a:gd name="connsiteY323" fmla="*/ 701897 h 866775"/>
                <a:gd name="connsiteX324" fmla="*/ 172056 w 495300"/>
                <a:gd name="connsiteY324" fmla="*/ 701326 h 866775"/>
                <a:gd name="connsiteX325" fmla="*/ 168817 w 495300"/>
                <a:gd name="connsiteY325" fmla="*/ 698944 h 866775"/>
                <a:gd name="connsiteX326" fmla="*/ 165103 w 495300"/>
                <a:gd name="connsiteY326" fmla="*/ 693515 h 866775"/>
                <a:gd name="connsiteX327" fmla="*/ 164245 w 495300"/>
                <a:gd name="connsiteY327" fmla="*/ 687895 h 866775"/>
                <a:gd name="connsiteX328" fmla="*/ 162531 w 495300"/>
                <a:gd name="connsiteY328" fmla="*/ 683323 h 866775"/>
                <a:gd name="connsiteX329" fmla="*/ 162912 w 495300"/>
                <a:gd name="connsiteY329" fmla="*/ 675418 h 866775"/>
                <a:gd name="connsiteX330" fmla="*/ 166150 w 495300"/>
                <a:gd name="connsiteY330" fmla="*/ 669798 h 866775"/>
                <a:gd name="connsiteX331" fmla="*/ 169579 w 495300"/>
                <a:gd name="connsiteY331" fmla="*/ 664464 h 866775"/>
                <a:gd name="connsiteX332" fmla="*/ 172151 w 495300"/>
                <a:gd name="connsiteY332" fmla="*/ 659606 h 866775"/>
                <a:gd name="connsiteX333" fmla="*/ 171961 w 495300"/>
                <a:gd name="connsiteY333" fmla="*/ 653986 h 866775"/>
                <a:gd name="connsiteX334" fmla="*/ 172532 w 495300"/>
                <a:gd name="connsiteY334" fmla="*/ 646366 h 866775"/>
                <a:gd name="connsiteX335" fmla="*/ 174532 w 495300"/>
                <a:gd name="connsiteY335" fmla="*/ 640842 h 866775"/>
                <a:gd name="connsiteX336" fmla="*/ 177771 w 495300"/>
                <a:gd name="connsiteY336" fmla="*/ 637413 h 866775"/>
                <a:gd name="connsiteX337" fmla="*/ 180057 w 495300"/>
                <a:gd name="connsiteY337" fmla="*/ 634174 h 866775"/>
                <a:gd name="connsiteX338" fmla="*/ 182152 w 495300"/>
                <a:gd name="connsiteY338" fmla="*/ 628650 h 866775"/>
                <a:gd name="connsiteX339" fmla="*/ 180628 w 495300"/>
                <a:gd name="connsiteY339" fmla="*/ 623697 h 866775"/>
                <a:gd name="connsiteX340" fmla="*/ 178056 w 495300"/>
                <a:gd name="connsiteY340" fmla="*/ 620459 h 866775"/>
                <a:gd name="connsiteX341" fmla="*/ 176628 w 495300"/>
                <a:gd name="connsiteY341" fmla="*/ 617315 h 866775"/>
                <a:gd name="connsiteX342" fmla="*/ 177676 w 495300"/>
                <a:gd name="connsiteY342" fmla="*/ 613219 h 866775"/>
                <a:gd name="connsiteX343" fmla="*/ 180343 w 495300"/>
                <a:gd name="connsiteY343" fmla="*/ 608076 h 866775"/>
                <a:gd name="connsiteX344" fmla="*/ 184153 w 495300"/>
                <a:gd name="connsiteY344" fmla="*/ 604361 h 866775"/>
                <a:gd name="connsiteX345" fmla="*/ 186820 w 495300"/>
                <a:gd name="connsiteY345" fmla="*/ 600837 h 866775"/>
                <a:gd name="connsiteX346" fmla="*/ 185296 w 495300"/>
                <a:gd name="connsiteY346" fmla="*/ 594455 h 866775"/>
                <a:gd name="connsiteX347" fmla="*/ 181009 w 495300"/>
                <a:gd name="connsiteY347" fmla="*/ 592169 h 866775"/>
                <a:gd name="connsiteX348" fmla="*/ 175771 w 495300"/>
                <a:gd name="connsiteY348" fmla="*/ 590645 h 866775"/>
                <a:gd name="connsiteX349" fmla="*/ 170532 w 495300"/>
                <a:gd name="connsiteY349" fmla="*/ 586454 h 866775"/>
                <a:gd name="connsiteX350" fmla="*/ 165769 w 495300"/>
                <a:gd name="connsiteY350" fmla="*/ 584930 h 866775"/>
                <a:gd name="connsiteX351" fmla="*/ 161769 w 495300"/>
                <a:gd name="connsiteY351" fmla="*/ 585788 h 866775"/>
                <a:gd name="connsiteX352" fmla="*/ 156625 w 495300"/>
                <a:gd name="connsiteY352" fmla="*/ 584549 h 866775"/>
                <a:gd name="connsiteX353" fmla="*/ 151101 w 495300"/>
                <a:gd name="connsiteY353" fmla="*/ 581597 h 866775"/>
                <a:gd name="connsiteX354" fmla="*/ 143862 w 495300"/>
                <a:gd name="connsiteY354" fmla="*/ 581025 h 866775"/>
                <a:gd name="connsiteX355" fmla="*/ 140338 w 495300"/>
                <a:gd name="connsiteY355" fmla="*/ 583025 h 866775"/>
                <a:gd name="connsiteX356" fmla="*/ 138909 w 495300"/>
                <a:gd name="connsiteY356" fmla="*/ 588931 h 866775"/>
                <a:gd name="connsiteX357" fmla="*/ 136337 w 495300"/>
                <a:gd name="connsiteY357" fmla="*/ 593884 h 866775"/>
                <a:gd name="connsiteX358" fmla="*/ 133670 w 495300"/>
                <a:gd name="connsiteY358" fmla="*/ 597027 h 866775"/>
                <a:gd name="connsiteX359" fmla="*/ 129003 w 495300"/>
                <a:gd name="connsiteY359" fmla="*/ 597884 h 866775"/>
                <a:gd name="connsiteX360" fmla="*/ 124050 w 495300"/>
                <a:gd name="connsiteY360" fmla="*/ 596360 h 866775"/>
                <a:gd name="connsiteX361" fmla="*/ 120526 w 495300"/>
                <a:gd name="connsiteY361" fmla="*/ 591979 h 866775"/>
                <a:gd name="connsiteX362" fmla="*/ 117573 w 495300"/>
                <a:gd name="connsiteY362" fmla="*/ 586740 h 866775"/>
                <a:gd name="connsiteX363" fmla="*/ 116430 w 495300"/>
                <a:gd name="connsiteY363" fmla="*/ 581787 h 866775"/>
                <a:gd name="connsiteX364" fmla="*/ 114048 w 495300"/>
                <a:gd name="connsiteY364" fmla="*/ 577405 h 866775"/>
                <a:gd name="connsiteX365" fmla="*/ 111381 w 495300"/>
                <a:gd name="connsiteY365" fmla="*/ 573595 h 866775"/>
                <a:gd name="connsiteX366" fmla="*/ 110715 w 495300"/>
                <a:gd name="connsiteY366" fmla="*/ 570643 h 866775"/>
                <a:gd name="connsiteX367" fmla="*/ 112525 w 495300"/>
                <a:gd name="connsiteY367" fmla="*/ 566833 h 866775"/>
                <a:gd name="connsiteX368" fmla="*/ 114525 w 495300"/>
                <a:gd name="connsiteY368" fmla="*/ 563880 h 866775"/>
                <a:gd name="connsiteX369" fmla="*/ 114144 w 495300"/>
                <a:gd name="connsiteY369" fmla="*/ 560927 h 866775"/>
                <a:gd name="connsiteX370" fmla="*/ 110905 w 495300"/>
                <a:gd name="connsiteY370" fmla="*/ 557403 h 866775"/>
                <a:gd name="connsiteX371" fmla="*/ 107667 w 495300"/>
                <a:gd name="connsiteY371" fmla="*/ 551497 h 866775"/>
                <a:gd name="connsiteX372" fmla="*/ 105952 w 495300"/>
                <a:gd name="connsiteY372" fmla="*/ 545592 h 866775"/>
                <a:gd name="connsiteX373" fmla="*/ 104809 w 495300"/>
                <a:gd name="connsiteY373" fmla="*/ 539686 h 866775"/>
                <a:gd name="connsiteX374" fmla="*/ 100999 w 495300"/>
                <a:gd name="connsiteY374" fmla="*/ 536543 h 866775"/>
                <a:gd name="connsiteX375" fmla="*/ 93094 w 495300"/>
                <a:gd name="connsiteY375" fmla="*/ 528923 h 866775"/>
                <a:gd name="connsiteX376" fmla="*/ 86617 w 495300"/>
                <a:gd name="connsiteY376" fmla="*/ 524256 h 866775"/>
                <a:gd name="connsiteX377" fmla="*/ 78711 w 495300"/>
                <a:gd name="connsiteY377" fmla="*/ 519589 h 866775"/>
                <a:gd name="connsiteX378" fmla="*/ 70900 w 495300"/>
                <a:gd name="connsiteY378" fmla="*/ 517017 h 866775"/>
                <a:gd name="connsiteX379" fmla="*/ 65566 w 495300"/>
                <a:gd name="connsiteY379" fmla="*/ 513302 h 866775"/>
                <a:gd name="connsiteX380" fmla="*/ 62137 w 495300"/>
                <a:gd name="connsiteY380" fmla="*/ 507682 h 866775"/>
                <a:gd name="connsiteX381" fmla="*/ 59566 w 495300"/>
                <a:gd name="connsiteY381" fmla="*/ 501967 h 866775"/>
                <a:gd name="connsiteX382" fmla="*/ 56613 w 495300"/>
                <a:gd name="connsiteY382" fmla="*/ 499967 h 866775"/>
                <a:gd name="connsiteX383" fmla="*/ 51850 w 495300"/>
                <a:gd name="connsiteY383" fmla="*/ 500348 h 866775"/>
                <a:gd name="connsiteX384" fmla="*/ 49183 w 495300"/>
                <a:gd name="connsiteY384" fmla="*/ 497110 h 866775"/>
                <a:gd name="connsiteX385" fmla="*/ 48040 w 495300"/>
                <a:gd name="connsiteY385" fmla="*/ 492538 h 866775"/>
                <a:gd name="connsiteX386" fmla="*/ 45183 w 495300"/>
                <a:gd name="connsiteY386" fmla="*/ 489871 h 866775"/>
                <a:gd name="connsiteX387" fmla="*/ 40420 w 495300"/>
                <a:gd name="connsiteY387" fmla="*/ 486632 h 866775"/>
                <a:gd name="connsiteX388" fmla="*/ 35944 w 495300"/>
                <a:gd name="connsiteY388" fmla="*/ 482346 h 866775"/>
                <a:gd name="connsiteX389" fmla="*/ 31372 w 495300"/>
                <a:gd name="connsiteY389" fmla="*/ 478917 h 866775"/>
                <a:gd name="connsiteX390" fmla="*/ 26133 w 495300"/>
                <a:gd name="connsiteY390" fmla="*/ 476250 h 866775"/>
                <a:gd name="connsiteX391" fmla="*/ 22989 w 495300"/>
                <a:gd name="connsiteY391" fmla="*/ 472821 h 866775"/>
                <a:gd name="connsiteX392" fmla="*/ 22799 w 495300"/>
                <a:gd name="connsiteY392" fmla="*/ 468154 h 866775"/>
                <a:gd name="connsiteX393" fmla="*/ 23466 w 495300"/>
                <a:gd name="connsiteY393" fmla="*/ 463296 h 866775"/>
                <a:gd name="connsiteX394" fmla="*/ 21085 w 495300"/>
                <a:gd name="connsiteY394" fmla="*/ 460343 h 866775"/>
                <a:gd name="connsiteX395" fmla="*/ 16417 w 495300"/>
                <a:gd name="connsiteY395" fmla="*/ 458629 h 866775"/>
                <a:gd name="connsiteX396" fmla="*/ 11941 w 495300"/>
                <a:gd name="connsiteY396" fmla="*/ 454152 h 866775"/>
                <a:gd name="connsiteX397" fmla="*/ 10797 w 495300"/>
                <a:gd name="connsiteY397" fmla="*/ 449580 h 866775"/>
                <a:gd name="connsiteX398" fmla="*/ 13369 w 495300"/>
                <a:gd name="connsiteY398" fmla="*/ 446913 h 866775"/>
                <a:gd name="connsiteX399" fmla="*/ 14608 w 495300"/>
                <a:gd name="connsiteY399" fmla="*/ 444532 h 866775"/>
                <a:gd name="connsiteX400" fmla="*/ 14512 w 495300"/>
                <a:gd name="connsiteY400" fmla="*/ 439864 h 866775"/>
                <a:gd name="connsiteX401" fmla="*/ 11083 w 495300"/>
                <a:gd name="connsiteY401" fmla="*/ 437007 h 866775"/>
                <a:gd name="connsiteX402" fmla="*/ 7369 w 495300"/>
                <a:gd name="connsiteY402" fmla="*/ 432149 h 866775"/>
                <a:gd name="connsiteX403" fmla="*/ 5273 w 495300"/>
                <a:gd name="connsiteY403" fmla="*/ 428339 h 866775"/>
                <a:gd name="connsiteX404" fmla="*/ 5083 w 495300"/>
                <a:gd name="connsiteY404" fmla="*/ 423958 h 866775"/>
                <a:gd name="connsiteX405" fmla="*/ 3082 w 495300"/>
                <a:gd name="connsiteY405" fmla="*/ 418338 h 866775"/>
                <a:gd name="connsiteX406" fmla="*/ 130 w 495300"/>
                <a:gd name="connsiteY406" fmla="*/ 409194 h 866775"/>
                <a:gd name="connsiteX407" fmla="*/ 415 w 495300"/>
                <a:gd name="connsiteY407" fmla="*/ 397859 h 866775"/>
                <a:gd name="connsiteX408" fmla="*/ 1082 w 495300"/>
                <a:gd name="connsiteY408" fmla="*/ 387667 h 866775"/>
                <a:gd name="connsiteX409" fmla="*/ 4035 w 495300"/>
                <a:gd name="connsiteY409" fmla="*/ 379476 h 866775"/>
                <a:gd name="connsiteX410" fmla="*/ 6321 w 495300"/>
                <a:gd name="connsiteY410" fmla="*/ 374809 h 86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</a:cxnLst>
              <a:rect l="l" t="t" r="r" b="b"/>
              <a:pathLst>
                <a:path w="495300" h="866775">
                  <a:moveTo>
                    <a:pt x="6321" y="374809"/>
                  </a:moveTo>
                  <a:cubicBezTo>
                    <a:pt x="6511" y="374523"/>
                    <a:pt x="6702" y="374237"/>
                    <a:pt x="6892" y="374047"/>
                  </a:cubicBezTo>
                  <a:cubicBezTo>
                    <a:pt x="7654" y="373189"/>
                    <a:pt x="9750" y="372142"/>
                    <a:pt x="10607" y="371380"/>
                  </a:cubicBezTo>
                  <a:cubicBezTo>
                    <a:pt x="11369" y="370713"/>
                    <a:pt x="12988" y="369475"/>
                    <a:pt x="13274" y="368522"/>
                  </a:cubicBezTo>
                  <a:cubicBezTo>
                    <a:pt x="13655" y="367189"/>
                    <a:pt x="12131" y="364617"/>
                    <a:pt x="12131" y="363284"/>
                  </a:cubicBezTo>
                  <a:cubicBezTo>
                    <a:pt x="12226" y="361759"/>
                    <a:pt x="13846" y="358997"/>
                    <a:pt x="13846" y="357473"/>
                  </a:cubicBezTo>
                  <a:cubicBezTo>
                    <a:pt x="13846" y="355759"/>
                    <a:pt x="13274" y="351949"/>
                    <a:pt x="12131" y="350710"/>
                  </a:cubicBezTo>
                  <a:cubicBezTo>
                    <a:pt x="11274" y="349663"/>
                    <a:pt x="7940" y="349853"/>
                    <a:pt x="7178" y="348710"/>
                  </a:cubicBezTo>
                  <a:cubicBezTo>
                    <a:pt x="6511" y="347758"/>
                    <a:pt x="6892" y="345281"/>
                    <a:pt x="7178" y="344234"/>
                  </a:cubicBezTo>
                  <a:cubicBezTo>
                    <a:pt x="7654" y="342424"/>
                    <a:pt x="9845" y="339185"/>
                    <a:pt x="11179" y="337756"/>
                  </a:cubicBezTo>
                  <a:cubicBezTo>
                    <a:pt x="12417" y="336423"/>
                    <a:pt x="15274" y="334232"/>
                    <a:pt x="16798" y="333375"/>
                  </a:cubicBezTo>
                  <a:cubicBezTo>
                    <a:pt x="18513" y="332422"/>
                    <a:pt x="22323" y="331375"/>
                    <a:pt x="24323" y="330994"/>
                  </a:cubicBezTo>
                  <a:cubicBezTo>
                    <a:pt x="25942" y="330613"/>
                    <a:pt x="29467" y="331089"/>
                    <a:pt x="30991" y="330422"/>
                  </a:cubicBezTo>
                  <a:cubicBezTo>
                    <a:pt x="32419" y="329851"/>
                    <a:pt x="34324" y="327184"/>
                    <a:pt x="35658" y="326326"/>
                  </a:cubicBezTo>
                  <a:cubicBezTo>
                    <a:pt x="36515" y="325755"/>
                    <a:pt x="38611" y="325374"/>
                    <a:pt x="39182" y="324612"/>
                  </a:cubicBezTo>
                  <a:cubicBezTo>
                    <a:pt x="39944" y="323564"/>
                    <a:pt x="40325" y="320707"/>
                    <a:pt x="40135" y="319373"/>
                  </a:cubicBezTo>
                  <a:cubicBezTo>
                    <a:pt x="40039" y="318135"/>
                    <a:pt x="38420" y="316135"/>
                    <a:pt x="38325" y="314992"/>
                  </a:cubicBezTo>
                  <a:cubicBezTo>
                    <a:pt x="38230" y="314039"/>
                    <a:pt x="38801" y="312230"/>
                    <a:pt x="38992" y="311372"/>
                  </a:cubicBezTo>
                  <a:cubicBezTo>
                    <a:pt x="39277" y="310324"/>
                    <a:pt x="40230" y="308324"/>
                    <a:pt x="40420" y="307276"/>
                  </a:cubicBezTo>
                  <a:cubicBezTo>
                    <a:pt x="40611" y="305371"/>
                    <a:pt x="39087" y="301466"/>
                    <a:pt x="39563" y="299656"/>
                  </a:cubicBezTo>
                  <a:cubicBezTo>
                    <a:pt x="40135" y="297275"/>
                    <a:pt x="43659" y="293656"/>
                    <a:pt x="45183" y="291751"/>
                  </a:cubicBezTo>
                  <a:cubicBezTo>
                    <a:pt x="46326" y="290322"/>
                    <a:pt x="49088" y="287845"/>
                    <a:pt x="50326" y="286417"/>
                  </a:cubicBezTo>
                  <a:cubicBezTo>
                    <a:pt x="51184" y="285369"/>
                    <a:pt x="52898" y="283178"/>
                    <a:pt x="53279" y="281845"/>
                  </a:cubicBezTo>
                  <a:cubicBezTo>
                    <a:pt x="53660" y="280606"/>
                    <a:pt x="53565" y="278035"/>
                    <a:pt x="53565" y="276701"/>
                  </a:cubicBezTo>
                  <a:cubicBezTo>
                    <a:pt x="53565" y="274701"/>
                    <a:pt x="52898" y="270700"/>
                    <a:pt x="52708" y="268605"/>
                  </a:cubicBezTo>
                  <a:cubicBezTo>
                    <a:pt x="52517" y="266605"/>
                    <a:pt x="52231" y="262699"/>
                    <a:pt x="52041" y="260699"/>
                  </a:cubicBezTo>
                  <a:cubicBezTo>
                    <a:pt x="51850" y="259080"/>
                    <a:pt x="51564" y="255746"/>
                    <a:pt x="50898" y="254317"/>
                  </a:cubicBezTo>
                  <a:cubicBezTo>
                    <a:pt x="50422" y="253270"/>
                    <a:pt x="48612" y="251841"/>
                    <a:pt x="47945" y="250888"/>
                  </a:cubicBezTo>
                  <a:cubicBezTo>
                    <a:pt x="47373" y="250126"/>
                    <a:pt x="46612" y="248126"/>
                    <a:pt x="45659" y="247745"/>
                  </a:cubicBezTo>
                  <a:cubicBezTo>
                    <a:pt x="44611" y="247364"/>
                    <a:pt x="42325" y="249079"/>
                    <a:pt x="41278" y="248698"/>
                  </a:cubicBezTo>
                  <a:cubicBezTo>
                    <a:pt x="40230" y="248317"/>
                    <a:pt x="39277" y="246221"/>
                    <a:pt x="38706" y="245269"/>
                  </a:cubicBezTo>
                  <a:cubicBezTo>
                    <a:pt x="38039" y="244126"/>
                    <a:pt x="37468" y="241554"/>
                    <a:pt x="36610" y="240601"/>
                  </a:cubicBezTo>
                  <a:cubicBezTo>
                    <a:pt x="35848" y="239744"/>
                    <a:pt x="33562" y="238887"/>
                    <a:pt x="32705" y="238030"/>
                  </a:cubicBezTo>
                  <a:cubicBezTo>
                    <a:pt x="31943" y="237363"/>
                    <a:pt x="30419" y="235744"/>
                    <a:pt x="30324" y="234791"/>
                  </a:cubicBezTo>
                  <a:cubicBezTo>
                    <a:pt x="30133" y="233172"/>
                    <a:pt x="31943" y="230314"/>
                    <a:pt x="32705" y="228886"/>
                  </a:cubicBezTo>
                  <a:cubicBezTo>
                    <a:pt x="33086" y="228028"/>
                    <a:pt x="34420" y="226504"/>
                    <a:pt x="34801" y="225647"/>
                  </a:cubicBezTo>
                  <a:cubicBezTo>
                    <a:pt x="35277" y="224409"/>
                    <a:pt x="35753" y="221837"/>
                    <a:pt x="35944" y="220504"/>
                  </a:cubicBezTo>
                  <a:cubicBezTo>
                    <a:pt x="36134" y="218789"/>
                    <a:pt x="36039" y="215455"/>
                    <a:pt x="36134" y="213741"/>
                  </a:cubicBezTo>
                  <a:cubicBezTo>
                    <a:pt x="36134" y="212407"/>
                    <a:pt x="35563" y="209359"/>
                    <a:pt x="36420" y="208216"/>
                  </a:cubicBezTo>
                  <a:cubicBezTo>
                    <a:pt x="37087" y="207264"/>
                    <a:pt x="39849" y="207454"/>
                    <a:pt x="40801" y="206788"/>
                  </a:cubicBezTo>
                  <a:cubicBezTo>
                    <a:pt x="41468" y="206311"/>
                    <a:pt x="42039" y="204406"/>
                    <a:pt x="42802" y="204121"/>
                  </a:cubicBezTo>
                  <a:cubicBezTo>
                    <a:pt x="43564" y="203835"/>
                    <a:pt x="45183" y="204692"/>
                    <a:pt x="46040" y="204788"/>
                  </a:cubicBezTo>
                  <a:cubicBezTo>
                    <a:pt x="47373" y="204978"/>
                    <a:pt x="50136" y="205359"/>
                    <a:pt x="51374" y="204978"/>
                  </a:cubicBezTo>
                  <a:cubicBezTo>
                    <a:pt x="52803" y="204502"/>
                    <a:pt x="54708" y="201644"/>
                    <a:pt x="56041" y="200882"/>
                  </a:cubicBezTo>
                  <a:cubicBezTo>
                    <a:pt x="57280" y="200120"/>
                    <a:pt x="60137" y="199072"/>
                    <a:pt x="61566" y="198882"/>
                  </a:cubicBezTo>
                  <a:cubicBezTo>
                    <a:pt x="63280" y="198691"/>
                    <a:pt x="66614" y="199644"/>
                    <a:pt x="68329" y="199549"/>
                  </a:cubicBezTo>
                  <a:cubicBezTo>
                    <a:pt x="69853" y="199549"/>
                    <a:pt x="72901" y="199072"/>
                    <a:pt x="74425" y="198691"/>
                  </a:cubicBezTo>
                  <a:cubicBezTo>
                    <a:pt x="76711" y="198025"/>
                    <a:pt x="81378" y="196691"/>
                    <a:pt x="83092" y="194977"/>
                  </a:cubicBezTo>
                  <a:cubicBezTo>
                    <a:pt x="84426" y="193643"/>
                    <a:pt x="84902" y="189643"/>
                    <a:pt x="85950" y="188214"/>
                  </a:cubicBezTo>
                  <a:cubicBezTo>
                    <a:pt x="86617" y="187357"/>
                    <a:pt x="88141" y="185642"/>
                    <a:pt x="89188" y="185261"/>
                  </a:cubicBezTo>
                  <a:cubicBezTo>
                    <a:pt x="90141" y="184880"/>
                    <a:pt x="92236" y="185261"/>
                    <a:pt x="93284" y="185261"/>
                  </a:cubicBezTo>
                  <a:cubicBezTo>
                    <a:pt x="94522" y="185261"/>
                    <a:pt x="96999" y="185642"/>
                    <a:pt x="98237" y="185547"/>
                  </a:cubicBezTo>
                  <a:cubicBezTo>
                    <a:pt x="99571" y="185452"/>
                    <a:pt x="102428" y="185166"/>
                    <a:pt x="103285" y="184309"/>
                  </a:cubicBezTo>
                  <a:cubicBezTo>
                    <a:pt x="104047" y="183547"/>
                    <a:pt x="103762" y="181165"/>
                    <a:pt x="104333" y="180213"/>
                  </a:cubicBezTo>
                  <a:cubicBezTo>
                    <a:pt x="104905" y="179070"/>
                    <a:pt x="106619" y="177165"/>
                    <a:pt x="107762" y="176498"/>
                  </a:cubicBezTo>
                  <a:cubicBezTo>
                    <a:pt x="108714" y="175927"/>
                    <a:pt x="111096" y="176117"/>
                    <a:pt x="112048" y="175546"/>
                  </a:cubicBezTo>
                  <a:cubicBezTo>
                    <a:pt x="113001" y="174879"/>
                    <a:pt x="114144" y="172879"/>
                    <a:pt x="114430" y="171831"/>
                  </a:cubicBezTo>
                  <a:cubicBezTo>
                    <a:pt x="114811" y="170593"/>
                    <a:pt x="114525" y="168021"/>
                    <a:pt x="114239" y="166783"/>
                  </a:cubicBezTo>
                  <a:cubicBezTo>
                    <a:pt x="114144" y="166116"/>
                    <a:pt x="113382" y="164782"/>
                    <a:pt x="113287" y="164116"/>
                  </a:cubicBezTo>
                  <a:cubicBezTo>
                    <a:pt x="113001" y="162877"/>
                    <a:pt x="112810" y="160210"/>
                    <a:pt x="113096" y="158972"/>
                  </a:cubicBezTo>
                  <a:cubicBezTo>
                    <a:pt x="113477" y="157734"/>
                    <a:pt x="115572" y="155829"/>
                    <a:pt x="115954" y="154591"/>
                  </a:cubicBezTo>
                  <a:cubicBezTo>
                    <a:pt x="116335" y="153257"/>
                    <a:pt x="115477" y="150304"/>
                    <a:pt x="115954" y="148971"/>
                  </a:cubicBezTo>
                  <a:cubicBezTo>
                    <a:pt x="116525" y="147352"/>
                    <a:pt x="119097" y="144970"/>
                    <a:pt x="120335" y="143732"/>
                  </a:cubicBezTo>
                  <a:cubicBezTo>
                    <a:pt x="121288" y="142780"/>
                    <a:pt x="123288" y="141160"/>
                    <a:pt x="124336" y="140303"/>
                  </a:cubicBezTo>
                  <a:cubicBezTo>
                    <a:pt x="125288" y="139541"/>
                    <a:pt x="127860" y="138589"/>
                    <a:pt x="128431" y="137446"/>
                  </a:cubicBezTo>
                  <a:cubicBezTo>
                    <a:pt x="129289" y="136017"/>
                    <a:pt x="128622" y="132397"/>
                    <a:pt x="128812" y="130778"/>
                  </a:cubicBezTo>
                  <a:cubicBezTo>
                    <a:pt x="129098" y="129349"/>
                    <a:pt x="130146" y="126587"/>
                    <a:pt x="130336" y="125158"/>
                  </a:cubicBezTo>
                  <a:cubicBezTo>
                    <a:pt x="130622" y="123444"/>
                    <a:pt x="130908" y="120015"/>
                    <a:pt x="130622" y="118396"/>
                  </a:cubicBezTo>
                  <a:cubicBezTo>
                    <a:pt x="130431" y="117253"/>
                    <a:pt x="128717" y="115443"/>
                    <a:pt x="128812" y="114300"/>
                  </a:cubicBezTo>
                  <a:cubicBezTo>
                    <a:pt x="128908" y="113062"/>
                    <a:pt x="131384" y="111252"/>
                    <a:pt x="131670" y="110014"/>
                  </a:cubicBezTo>
                  <a:cubicBezTo>
                    <a:pt x="132146" y="108204"/>
                    <a:pt x="131860" y="104299"/>
                    <a:pt x="130908" y="102679"/>
                  </a:cubicBezTo>
                  <a:cubicBezTo>
                    <a:pt x="130336" y="101536"/>
                    <a:pt x="127384" y="100774"/>
                    <a:pt x="127003" y="99536"/>
                  </a:cubicBezTo>
                  <a:cubicBezTo>
                    <a:pt x="126526" y="98203"/>
                    <a:pt x="128050" y="95345"/>
                    <a:pt x="127955" y="93916"/>
                  </a:cubicBezTo>
                  <a:cubicBezTo>
                    <a:pt x="127860" y="92583"/>
                    <a:pt x="127479" y="89916"/>
                    <a:pt x="126717" y="88963"/>
                  </a:cubicBezTo>
                  <a:cubicBezTo>
                    <a:pt x="126050" y="88106"/>
                    <a:pt x="123764" y="87725"/>
                    <a:pt x="122907" y="87154"/>
                  </a:cubicBezTo>
                  <a:cubicBezTo>
                    <a:pt x="121859" y="86392"/>
                    <a:pt x="120335" y="84296"/>
                    <a:pt x="119383" y="83439"/>
                  </a:cubicBezTo>
                  <a:cubicBezTo>
                    <a:pt x="118144" y="82486"/>
                    <a:pt x="115287" y="80963"/>
                    <a:pt x="113858" y="80296"/>
                  </a:cubicBezTo>
                  <a:cubicBezTo>
                    <a:pt x="112144" y="79629"/>
                    <a:pt x="108524" y="79153"/>
                    <a:pt x="106810" y="78581"/>
                  </a:cubicBezTo>
                  <a:cubicBezTo>
                    <a:pt x="105381" y="78105"/>
                    <a:pt x="102428" y="77152"/>
                    <a:pt x="101190" y="76486"/>
                  </a:cubicBezTo>
                  <a:cubicBezTo>
                    <a:pt x="99571" y="75628"/>
                    <a:pt x="96427" y="73723"/>
                    <a:pt x="95380" y="72199"/>
                  </a:cubicBezTo>
                  <a:cubicBezTo>
                    <a:pt x="94332" y="70771"/>
                    <a:pt x="93189" y="67342"/>
                    <a:pt x="93094" y="65532"/>
                  </a:cubicBezTo>
                  <a:cubicBezTo>
                    <a:pt x="92998" y="63627"/>
                    <a:pt x="95189" y="59912"/>
                    <a:pt x="94618" y="58007"/>
                  </a:cubicBezTo>
                  <a:cubicBezTo>
                    <a:pt x="94141" y="56197"/>
                    <a:pt x="90998" y="53816"/>
                    <a:pt x="89474" y="52673"/>
                  </a:cubicBezTo>
                  <a:cubicBezTo>
                    <a:pt x="87855" y="51340"/>
                    <a:pt x="84235" y="49244"/>
                    <a:pt x="82426" y="48387"/>
                  </a:cubicBezTo>
                  <a:cubicBezTo>
                    <a:pt x="81092" y="47815"/>
                    <a:pt x="78044" y="47244"/>
                    <a:pt x="76711" y="46577"/>
                  </a:cubicBezTo>
                  <a:cubicBezTo>
                    <a:pt x="75663" y="46006"/>
                    <a:pt x="74044" y="43910"/>
                    <a:pt x="72901" y="43339"/>
                  </a:cubicBezTo>
                  <a:cubicBezTo>
                    <a:pt x="72139" y="42958"/>
                    <a:pt x="70234" y="42863"/>
                    <a:pt x="69472" y="42481"/>
                  </a:cubicBezTo>
                  <a:cubicBezTo>
                    <a:pt x="68138" y="41910"/>
                    <a:pt x="65471" y="40481"/>
                    <a:pt x="64709" y="39243"/>
                  </a:cubicBezTo>
                  <a:cubicBezTo>
                    <a:pt x="64328" y="38671"/>
                    <a:pt x="64042" y="37147"/>
                    <a:pt x="64138" y="36385"/>
                  </a:cubicBezTo>
                  <a:cubicBezTo>
                    <a:pt x="64233" y="35719"/>
                    <a:pt x="64995" y="34576"/>
                    <a:pt x="65281" y="33718"/>
                  </a:cubicBezTo>
                  <a:lnTo>
                    <a:pt x="209394" y="20288"/>
                  </a:lnTo>
                  <a:lnTo>
                    <a:pt x="389226" y="0"/>
                  </a:lnTo>
                  <a:cubicBezTo>
                    <a:pt x="389321" y="3143"/>
                    <a:pt x="389035" y="7620"/>
                    <a:pt x="388845" y="10096"/>
                  </a:cubicBezTo>
                  <a:cubicBezTo>
                    <a:pt x="388654" y="12573"/>
                    <a:pt x="388083" y="17526"/>
                    <a:pt x="387892" y="20002"/>
                  </a:cubicBezTo>
                  <a:cubicBezTo>
                    <a:pt x="387606" y="22479"/>
                    <a:pt x="386654" y="27337"/>
                    <a:pt x="387035" y="29813"/>
                  </a:cubicBezTo>
                  <a:cubicBezTo>
                    <a:pt x="387416" y="32194"/>
                    <a:pt x="389607" y="36576"/>
                    <a:pt x="390655" y="38671"/>
                  </a:cubicBezTo>
                  <a:cubicBezTo>
                    <a:pt x="391798" y="40957"/>
                    <a:pt x="394464" y="45244"/>
                    <a:pt x="395893" y="47339"/>
                  </a:cubicBezTo>
                  <a:cubicBezTo>
                    <a:pt x="397322" y="49530"/>
                    <a:pt x="400275" y="53721"/>
                    <a:pt x="401989" y="55721"/>
                  </a:cubicBezTo>
                  <a:cubicBezTo>
                    <a:pt x="403132" y="56959"/>
                    <a:pt x="405704" y="59055"/>
                    <a:pt x="406942" y="60198"/>
                  </a:cubicBezTo>
                  <a:cubicBezTo>
                    <a:pt x="407895" y="61055"/>
                    <a:pt x="409895" y="62674"/>
                    <a:pt x="410657" y="63722"/>
                  </a:cubicBezTo>
                  <a:cubicBezTo>
                    <a:pt x="411419" y="64770"/>
                    <a:pt x="412467" y="67246"/>
                    <a:pt x="413038" y="68389"/>
                  </a:cubicBezTo>
                  <a:cubicBezTo>
                    <a:pt x="413610" y="69437"/>
                    <a:pt x="414562" y="71723"/>
                    <a:pt x="415134" y="72771"/>
                  </a:cubicBezTo>
                  <a:cubicBezTo>
                    <a:pt x="415610" y="73723"/>
                    <a:pt x="416944" y="75438"/>
                    <a:pt x="417420" y="76295"/>
                  </a:cubicBezTo>
                  <a:cubicBezTo>
                    <a:pt x="417896" y="77152"/>
                    <a:pt x="418563" y="79153"/>
                    <a:pt x="419134" y="80010"/>
                  </a:cubicBezTo>
                  <a:cubicBezTo>
                    <a:pt x="419706" y="80867"/>
                    <a:pt x="421706" y="81820"/>
                    <a:pt x="422278" y="82677"/>
                  </a:cubicBezTo>
                  <a:cubicBezTo>
                    <a:pt x="423421" y="84487"/>
                    <a:pt x="423706" y="88868"/>
                    <a:pt x="424373" y="90868"/>
                  </a:cubicBezTo>
                  <a:cubicBezTo>
                    <a:pt x="425230" y="93250"/>
                    <a:pt x="427516" y="97917"/>
                    <a:pt x="428659" y="100203"/>
                  </a:cubicBezTo>
                  <a:cubicBezTo>
                    <a:pt x="429612" y="102108"/>
                    <a:pt x="431517" y="105823"/>
                    <a:pt x="432469" y="107728"/>
                  </a:cubicBezTo>
                  <a:cubicBezTo>
                    <a:pt x="433041" y="109061"/>
                    <a:pt x="433803" y="111442"/>
                    <a:pt x="434660" y="113347"/>
                  </a:cubicBezTo>
                  <a:lnTo>
                    <a:pt x="481523" y="477584"/>
                  </a:lnTo>
                  <a:cubicBezTo>
                    <a:pt x="481523" y="477584"/>
                    <a:pt x="481618" y="480917"/>
                    <a:pt x="481047" y="481870"/>
                  </a:cubicBezTo>
                  <a:cubicBezTo>
                    <a:pt x="480571" y="482632"/>
                    <a:pt x="478761" y="483203"/>
                    <a:pt x="478189" y="483775"/>
                  </a:cubicBezTo>
                  <a:cubicBezTo>
                    <a:pt x="477332" y="484632"/>
                    <a:pt x="475808" y="486442"/>
                    <a:pt x="475332" y="487489"/>
                  </a:cubicBezTo>
                  <a:cubicBezTo>
                    <a:pt x="474665" y="488918"/>
                    <a:pt x="473998" y="492061"/>
                    <a:pt x="474189" y="493681"/>
                  </a:cubicBezTo>
                  <a:cubicBezTo>
                    <a:pt x="474379" y="495014"/>
                    <a:pt x="475618" y="497395"/>
                    <a:pt x="476284" y="498443"/>
                  </a:cubicBezTo>
                  <a:cubicBezTo>
                    <a:pt x="476856" y="499396"/>
                    <a:pt x="478951" y="500634"/>
                    <a:pt x="479332" y="501682"/>
                  </a:cubicBezTo>
                  <a:cubicBezTo>
                    <a:pt x="479618" y="502539"/>
                    <a:pt x="479523" y="504539"/>
                    <a:pt x="479237" y="505396"/>
                  </a:cubicBezTo>
                  <a:cubicBezTo>
                    <a:pt x="478761" y="506730"/>
                    <a:pt x="476475" y="508635"/>
                    <a:pt x="475618" y="509683"/>
                  </a:cubicBezTo>
                  <a:cubicBezTo>
                    <a:pt x="474760" y="510730"/>
                    <a:pt x="472665" y="512635"/>
                    <a:pt x="472379" y="513969"/>
                  </a:cubicBezTo>
                  <a:cubicBezTo>
                    <a:pt x="472093" y="515493"/>
                    <a:pt x="473141" y="518541"/>
                    <a:pt x="473903" y="519779"/>
                  </a:cubicBezTo>
                  <a:cubicBezTo>
                    <a:pt x="474760" y="521113"/>
                    <a:pt x="477523" y="522732"/>
                    <a:pt x="478761" y="523780"/>
                  </a:cubicBezTo>
                  <a:cubicBezTo>
                    <a:pt x="479618" y="524542"/>
                    <a:pt x="481714" y="525780"/>
                    <a:pt x="482285" y="526732"/>
                  </a:cubicBezTo>
                  <a:cubicBezTo>
                    <a:pt x="482856" y="527685"/>
                    <a:pt x="483333" y="529971"/>
                    <a:pt x="483428" y="531114"/>
                  </a:cubicBezTo>
                  <a:cubicBezTo>
                    <a:pt x="483523" y="532447"/>
                    <a:pt x="482476" y="535114"/>
                    <a:pt x="482761" y="536448"/>
                  </a:cubicBezTo>
                  <a:cubicBezTo>
                    <a:pt x="482952" y="537019"/>
                    <a:pt x="483619" y="538258"/>
                    <a:pt x="484190" y="538543"/>
                  </a:cubicBezTo>
                  <a:cubicBezTo>
                    <a:pt x="484952" y="538924"/>
                    <a:pt x="486857" y="538543"/>
                    <a:pt x="487714" y="538734"/>
                  </a:cubicBezTo>
                  <a:cubicBezTo>
                    <a:pt x="488572" y="539020"/>
                    <a:pt x="490477" y="539782"/>
                    <a:pt x="490953" y="540544"/>
                  </a:cubicBezTo>
                  <a:cubicBezTo>
                    <a:pt x="491905" y="541972"/>
                    <a:pt x="492191" y="545497"/>
                    <a:pt x="492191" y="547211"/>
                  </a:cubicBezTo>
                  <a:cubicBezTo>
                    <a:pt x="492191" y="548164"/>
                    <a:pt x="491715" y="550164"/>
                    <a:pt x="491429" y="551116"/>
                  </a:cubicBezTo>
                  <a:cubicBezTo>
                    <a:pt x="491048" y="552259"/>
                    <a:pt x="489238" y="554355"/>
                    <a:pt x="489143" y="555593"/>
                  </a:cubicBezTo>
                  <a:cubicBezTo>
                    <a:pt x="489048" y="556451"/>
                    <a:pt x="489524" y="558165"/>
                    <a:pt x="489905" y="558832"/>
                  </a:cubicBezTo>
                  <a:cubicBezTo>
                    <a:pt x="490477" y="559784"/>
                    <a:pt x="492763" y="560832"/>
                    <a:pt x="493429" y="561689"/>
                  </a:cubicBezTo>
                  <a:cubicBezTo>
                    <a:pt x="494001" y="562451"/>
                    <a:pt x="494382" y="564451"/>
                    <a:pt x="494763" y="565213"/>
                  </a:cubicBezTo>
                  <a:cubicBezTo>
                    <a:pt x="495239" y="566071"/>
                    <a:pt x="496573" y="567595"/>
                    <a:pt x="496954" y="568452"/>
                  </a:cubicBezTo>
                  <a:cubicBezTo>
                    <a:pt x="497716" y="570071"/>
                    <a:pt x="498763" y="573595"/>
                    <a:pt x="498763" y="575405"/>
                  </a:cubicBezTo>
                  <a:cubicBezTo>
                    <a:pt x="498763" y="577310"/>
                    <a:pt x="497716" y="581215"/>
                    <a:pt x="496858" y="582930"/>
                  </a:cubicBezTo>
                  <a:cubicBezTo>
                    <a:pt x="496382" y="583882"/>
                    <a:pt x="494953" y="585406"/>
                    <a:pt x="494191" y="586073"/>
                  </a:cubicBezTo>
                  <a:cubicBezTo>
                    <a:pt x="493429" y="586645"/>
                    <a:pt x="491810" y="587502"/>
                    <a:pt x="490953" y="587883"/>
                  </a:cubicBezTo>
                  <a:cubicBezTo>
                    <a:pt x="490381" y="588169"/>
                    <a:pt x="489048" y="588550"/>
                    <a:pt x="488572" y="588931"/>
                  </a:cubicBezTo>
                  <a:cubicBezTo>
                    <a:pt x="487810" y="589502"/>
                    <a:pt x="486286" y="590931"/>
                    <a:pt x="485905" y="591884"/>
                  </a:cubicBezTo>
                  <a:cubicBezTo>
                    <a:pt x="485428" y="593217"/>
                    <a:pt x="485905" y="596170"/>
                    <a:pt x="485714" y="597598"/>
                  </a:cubicBezTo>
                  <a:cubicBezTo>
                    <a:pt x="485619" y="598741"/>
                    <a:pt x="485428" y="601027"/>
                    <a:pt x="485047" y="602075"/>
                  </a:cubicBezTo>
                  <a:cubicBezTo>
                    <a:pt x="484857" y="602742"/>
                    <a:pt x="483714" y="603885"/>
                    <a:pt x="483714" y="604552"/>
                  </a:cubicBezTo>
                  <a:cubicBezTo>
                    <a:pt x="483714" y="605123"/>
                    <a:pt x="484571" y="606076"/>
                    <a:pt x="484571" y="606647"/>
                  </a:cubicBezTo>
                  <a:cubicBezTo>
                    <a:pt x="484476" y="607505"/>
                    <a:pt x="482761" y="608838"/>
                    <a:pt x="482761" y="609695"/>
                  </a:cubicBezTo>
                  <a:cubicBezTo>
                    <a:pt x="482761" y="610457"/>
                    <a:pt x="484095" y="611695"/>
                    <a:pt x="484285" y="612457"/>
                  </a:cubicBezTo>
                  <a:cubicBezTo>
                    <a:pt x="484476" y="613124"/>
                    <a:pt x="484571" y="614458"/>
                    <a:pt x="484190" y="615029"/>
                  </a:cubicBezTo>
                  <a:cubicBezTo>
                    <a:pt x="483809" y="615505"/>
                    <a:pt x="482380" y="615505"/>
                    <a:pt x="481904" y="615886"/>
                  </a:cubicBezTo>
                  <a:cubicBezTo>
                    <a:pt x="481237" y="616363"/>
                    <a:pt x="480952" y="618268"/>
                    <a:pt x="480285" y="618744"/>
                  </a:cubicBezTo>
                  <a:cubicBezTo>
                    <a:pt x="479713" y="619125"/>
                    <a:pt x="478094" y="618744"/>
                    <a:pt x="477427" y="619030"/>
                  </a:cubicBezTo>
                  <a:cubicBezTo>
                    <a:pt x="476570" y="619411"/>
                    <a:pt x="474760" y="620554"/>
                    <a:pt x="474570" y="621411"/>
                  </a:cubicBezTo>
                  <a:cubicBezTo>
                    <a:pt x="474284" y="622459"/>
                    <a:pt x="476094" y="624268"/>
                    <a:pt x="476380" y="625411"/>
                  </a:cubicBezTo>
                  <a:cubicBezTo>
                    <a:pt x="476570" y="626459"/>
                    <a:pt x="476475" y="628555"/>
                    <a:pt x="476189" y="629602"/>
                  </a:cubicBezTo>
                  <a:cubicBezTo>
                    <a:pt x="475903" y="630841"/>
                    <a:pt x="474665" y="633031"/>
                    <a:pt x="474094" y="634174"/>
                  </a:cubicBezTo>
                  <a:cubicBezTo>
                    <a:pt x="473522" y="635318"/>
                    <a:pt x="472474" y="637699"/>
                    <a:pt x="471617" y="638556"/>
                  </a:cubicBezTo>
                  <a:cubicBezTo>
                    <a:pt x="470760" y="639413"/>
                    <a:pt x="467807" y="639985"/>
                    <a:pt x="467331" y="641128"/>
                  </a:cubicBezTo>
                  <a:cubicBezTo>
                    <a:pt x="466855" y="642080"/>
                    <a:pt x="468093" y="644271"/>
                    <a:pt x="468093" y="645414"/>
                  </a:cubicBezTo>
                  <a:cubicBezTo>
                    <a:pt x="468093" y="646557"/>
                    <a:pt x="467712" y="648843"/>
                    <a:pt x="467140" y="649700"/>
                  </a:cubicBezTo>
                  <a:cubicBezTo>
                    <a:pt x="466759" y="650272"/>
                    <a:pt x="465616" y="651510"/>
                    <a:pt x="464854" y="651510"/>
                  </a:cubicBezTo>
                  <a:cubicBezTo>
                    <a:pt x="464188" y="651510"/>
                    <a:pt x="463235" y="649700"/>
                    <a:pt x="462568" y="649795"/>
                  </a:cubicBezTo>
                  <a:cubicBezTo>
                    <a:pt x="461616" y="649986"/>
                    <a:pt x="461330" y="652367"/>
                    <a:pt x="460759" y="653034"/>
                  </a:cubicBezTo>
                  <a:cubicBezTo>
                    <a:pt x="460378" y="653415"/>
                    <a:pt x="459616" y="654368"/>
                    <a:pt x="459044" y="654368"/>
                  </a:cubicBezTo>
                  <a:cubicBezTo>
                    <a:pt x="457996" y="654368"/>
                    <a:pt x="456758" y="651415"/>
                    <a:pt x="455710" y="651701"/>
                  </a:cubicBezTo>
                  <a:cubicBezTo>
                    <a:pt x="454663" y="651986"/>
                    <a:pt x="453901" y="654558"/>
                    <a:pt x="453901" y="655701"/>
                  </a:cubicBezTo>
                  <a:cubicBezTo>
                    <a:pt x="453901" y="656368"/>
                    <a:pt x="455044" y="657511"/>
                    <a:pt x="454948" y="658177"/>
                  </a:cubicBezTo>
                  <a:cubicBezTo>
                    <a:pt x="454853" y="659225"/>
                    <a:pt x="453615" y="660940"/>
                    <a:pt x="452948" y="661702"/>
                  </a:cubicBezTo>
                  <a:cubicBezTo>
                    <a:pt x="452377" y="662368"/>
                    <a:pt x="450186" y="662940"/>
                    <a:pt x="449995" y="663797"/>
                  </a:cubicBezTo>
                  <a:cubicBezTo>
                    <a:pt x="449805" y="664750"/>
                    <a:pt x="451138" y="666750"/>
                    <a:pt x="451900" y="667417"/>
                  </a:cubicBezTo>
                  <a:cubicBezTo>
                    <a:pt x="452567" y="667988"/>
                    <a:pt x="454472" y="668179"/>
                    <a:pt x="455234" y="668655"/>
                  </a:cubicBezTo>
                  <a:cubicBezTo>
                    <a:pt x="456187" y="669226"/>
                    <a:pt x="457806" y="670655"/>
                    <a:pt x="458377" y="671608"/>
                  </a:cubicBezTo>
                  <a:cubicBezTo>
                    <a:pt x="458854" y="672274"/>
                    <a:pt x="459711" y="673798"/>
                    <a:pt x="459711" y="674656"/>
                  </a:cubicBezTo>
                  <a:cubicBezTo>
                    <a:pt x="459711" y="675703"/>
                    <a:pt x="458758" y="677799"/>
                    <a:pt x="457996" y="678466"/>
                  </a:cubicBezTo>
                  <a:cubicBezTo>
                    <a:pt x="457044" y="679228"/>
                    <a:pt x="454281" y="678942"/>
                    <a:pt x="453424" y="679704"/>
                  </a:cubicBezTo>
                  <a:cubicBezTo>
                    <a:pt x="452567" y="680371"/>
                    <a:pt x="451519" y="682561"/>
                    <a:pt x="451519" y="683705"/>
                  </a:cubicBezTo>
                  <a:cubicBezTo>
                    <a:pt x="451519" y="684466"/>
                    <a:pt x="452853" y="685705"/>
                    <a:pt x="453043" y="686562"/>
                  </a:cubicBezTo>
                  <a:cubicBezTo>
                    <a:pt x="453139" y="687324"/>
                    <a:pt x="452948" y="688848"/>
                    <a:pt x="452662" y="689419"/>
                  </a:cubicBezTo>
                  <a:cubicBezTo>
                    <a:pt x="452281" y="690086"/>
                    <a:pt x="450757" y="690753"/>
                    <a:pt x="450376" y="691420"/>
                  </a:cubicBezTo>
                  <a:cubicBezTo>
                    <a:pt x="449805" y="692468"/>
                    <a:pt x="448852" y="694944"/>
                    <a:pt x="449233" y="696087"/>
                  </a:cubicBezTo>
                  <a:cubicBezTo>
                    <a:pt x="449614" y="697230"/>
                    <a:pt x="452662" y="697992"/>
                    <a:pt x="453043" y="699135"/>
                  </a:cubicBezTo>
                  <a:cubicBezTo>
                    <a:pt x="453710" y="700945"/>
                    <a:pt x="452186" y="704850"/>
                    <a:pt x="451519" y="706564"/>
                  </a:cubicBezTo>
                  <a:cubicBezTo>
                    <a:pt x="451234" y="707231"/>
                    <a:pt x="449900" y="708374"/>
                    <a:pt x="449805" y="709136"/>
                  </a:cubicBezTo>
                  <a:cubicBezTo>
                    <a:pt x="449614" y="710470"/>
                    <a:pt x="451519" y="712946"/>
                    <a:pt x="451424" y="714280"/>
                  </a:cubicBezTo>
                  <a:cubicBezTo>
                    <a:pt x="451424" y="715137"/>
                    <a:pt x="450376" y="716566"/>
                    <a:pt x="450186" y="717328"/>
                  </a:cubicBezTo>
                  <a:cubicBezTo>
                    <a:pt x="449900" y="718471"/>
                    <a:pt x="449424" y="720852"/>
                    <a:pt x="449805" y="721900"/>
                  </a:cubicBezTo>
                  <a:cubicBezTo>
                    <a:pt x="449995" y="722662"/>
                    <a:pt x="451424" y="723805"/>
                    <a:pt x="451614" y="724472"/>
                  </a:cubicBezTo>
                  <a:cubicBezTo>
                    <a:pt x="451900" y="725329"/>
                    <a:pt x="451234" y="727043"/>
                    <a:pt x="451519" y="727901"/>
                  </a:cubicBezTo>
                  <a:cubicBezTo>
                    <a:pt x="451614" y="728186"/>
                    <a:pt x="451900" y="728567"/>
                    <a:pt x="452281" y="728853"/>
                  </a:cubicBezTo>
                  <a:cubicBezTo>
                    <a:pt x="452853" y="729424"/>
                    <a:pt x="453615" y="729996"/>
                    <a:pt x="453805" y="730472"/>
                  </a:cubicBezTo>
                  <a:cubicBezTo>
                    <a:pt x="454091" y="731234"/>
                    <a:pt x="453996" y="732853"/>
                    <a:pt x="453901" y="733615"/>
                  </a:cubicBezTo>
                  <a:cubicBezTo>
                    <a:pt x="453615" y="735139"/>
                    <a:pt x="452758" y="738283"/>
                    <a:pt x="451805" y="739521"/>
                  </a:cubicBezTo>
                  <a:cubicBezTo>
                    <a:pt x="450853" y="740664"/>
                    <a:pt x="448090" y="741807"/>
                    <a:pt x="446947" y="742759"/>
                  </a:cubicBezTo>
                  <a:cubicBezTo>
                    <a:pt x="446090" y="743522"/>
                    <a:pt x="444661" y="745045"/>
                    <a:pt x="443995" y="745903"/>
                  </a:cubicBezTo>
                  <a:cubicBezTo>
                    <a:pt x="443137" y="747046"/>
                    <a:pt x="441518" y="749522"/>
                    <a:pt x="441137" y="750951"/>
                  </a:cubicBezTo>
                  <a:cubicBezTo>
                    <a:pt x="440756" y="752380"/>
                    <a:pt x="440470" y="755523"/>
                    <a:pt x="440851" y="756952"/>
                  </a:cubicBezTo>
                  <a:cubicBezTo>
                    <a:pt x="441232" y="758190"/>
                    <a:pt x="443137" y="759905"/>
                    <a:pt x="443614" y="761047"/>
                  </a:cubicBezTo>
                  <a:cubicBezTo>
                    <a:pt x="444090" y="762095"/>
                    <a:pt x="443995" y="764572"/>
                    <a:pt x="444756" y="765524"/>
                  </a:cubicBezTo>
                  <a:cubicBezTo>
                    <a:pt x="445804" y="766858"/>
                    <a:pt x="449424" y="767715"/>
                    <a:pt x="450853" y="768668"/>
                  </a:cubicBezTo>
                  <a:cubicBezTo>
                    <a:pt x="452091" y="769525"/>
                    <a:pt x="454663" y="771239"/>
                    <a:pt x="455329" y="772668"/>
                  </a:cubicBezTo>
                  <a:cubicBezTo>
                    <a:pt x="456091" y="774192"/>
                    <a:pt x="456282" y="778097"/>
                    <a:pt x="455425" y="779526"/>
                  </a:cubicBezTo>
                  <a:cubicBezTo>
                    <a:pt x="454758" y="780574"/>
                    <a:pt x="452091" y="781240"/>
                    <a:pt x="450948" y="781622"/>
                  </a:cubicBezTo>
                  <a:cubicBezTo>
                    <a:pt x="449233" y="782288"/>
                    <a:pt x="445709" y="783431"/>
                    <a:pt x="443899" y="783907"/>
                  </a:cubicBezTo>
                  <a:cubicBezTo>
                    <a:pt x="442089" y="784384"/>
                    <a:pt x="438470" y="784955"/>
                    <a:pt x="436660" y="785431"/>
                  </a:cubicBezTo>
                  <a:cubicBezTo>
                    <a:pt x="434374" y="786098"/>
                    <a:pt x="429707" y="787432"/>
                    <a:pt x="427612" y="788670"/>
                  </a:cubicBezTo>
                  <a:cubicBezTo>
                    <a:pt x="426659" y="789241"/>
                    <a:pt x="425040" y="790765"/>
                    <a:pt x="424278" y="791623"/>
                  </a:cubicBezTo>
                  <a:cubicBezTo>
                    <a:pt x="423611" y="792385"/>
                    <a:pt x="422754" y="794290"/>
                    <a:pt x="421897" y="794766"/>
                  </a:cubicBezTo>
                  <a:cubicBezTo>
                    <a:pt x="421420" y="795147"/>
                    <a:pt x="420182" y="795528"/>
                    <a:pt x="419611" y="795433"/>
                  </a:cubicBezTo>
                  <a:cubicBezTo>
                    <a:pt x="419039" y="795338"/>
                    <a:pt x="418277" y="794194"/>
                    <a:pt x="417706" y="794004"/>
                  </a:cubicBezTo>
                  <a:cubicBezTo>
                    <a:pt x="416944" y="793718"/>
                    <a:pt x="415134" y="793623"/>
                    <a:pt x="414277" y="793813"/>
                  </a:cubicBezTo>
                  <a:cubicBezTo>
                    <a:pt x="413134" y="794194"/>
                    <a:pt x="411133" y="795718"/>
                    <a:pt x="410371" y="796576"/>
                  </a:cubicBezTo>
                  <a:cubicBezTo>
                    <a:pt x="409609" y="797528"/>
                    <a:pt x="408371" y="799719"/>
                    <a:pt x="408085" y="800957"/>
                  </a:cubicBezTo>
                  <a:cubicBezTo>
                    <a:pt x="407704" y="802576"/>
                    <a:pt x="408752" y="806196"/>
                    <a:pt x="408276" y="807815"/>
                  </a:cubicBezTo>
                  <a:cubicBezTo>
                    <a:pt x="407895" y="809244"/>
                    <a:pt x="405704" y="811339"/>
                    <a:pt x="405323" y="812673"/>
                  </a:cubicBezTo>
                  <a:cubicBezTo>
                    <a:pt x="405037" y="813816"/>
                    <a:pt x="405037" y="816388"/>
                    <a:pt x="405323" y="817531"/>
                  </a:cubicBezTo>
                  <a:cubicBezTo>
                    <a:pt x="405609" y="818769"/>
                    <a:pt x="406752" y="820960"/>
                    <a:pt x="407514" y="821912"/>
                  </a:cubicBezTo>
                  <a:cubicBezTo>
                    <a:pt x="408847" y="823627"/>
                    <a:pt x="412276" y="826103"/>
                    <a:pt x="413896" y="827437"/>
                  </a:cubicBezTo>
                  <a:cubicBezTo>
                    <a:pt x="414753" y="828103"/>
                    <a:pt x="416944" y="829247"/>
                    <a:pt x="417515" y="830199"/>
                  </a:cubicBezTo>
                  <a:cubicBezTo>
                    <a:pt x="418372" y="831628"/>
                    <a:pt x="418563" y="834961"/>
                    <a:pt x="418753" y="836676"/>
                  </a:cubicBezTo>
                  <a:cubicBezTo>
                    <a:pt x="418944" y="838581"/>
                    <a:pt x="419420" y="842486"/>
                    <a:pt x="418944" y="844391"/>
                  </a:cubicBezTo>
                  <a:cubicBezTo>
                    <a:pt x="418563" y="845915"/>
                    <a:pt x="416944" y="848963"/>
                    <a:pt x="415610" y="849820"/>
                  </a:cubicBezTo>
                  <a:cubicBezTo>
                    <a:pt x="414181" y="850868"/>
                    <a:pt x="410467" y="851249"/>
                    <a:pt x="408752" y="851249"/>
                  </a:cubicBezTo>
                  <a:cubicBezTo>
                    <a:pt x="407228" y="851249"/>
                    <a:pt x="403989" y="850773"/>
                    <a:pt x="402656" y="849916"/>
                  </a:cubicBezTo>
                  <a:cubicBezTo>
                    <a:pt x="401418" y="849154"/>
                    <a:pt x="400180" y="846201"/>
                    <a:pt x="398941" y="845344"/>
                  </a:cubicBezTo>
                  <a:cubicBezTo>
                    <a:pt x="397227" y="844201"/>
                    <a:pt x="392941" y="844010"/>
                    <a:pt x="390940" y="843343"/>
                  </a:cubicBezTo>
                  <a:cubicBezTo>
                    <a:pt x="389988" y="842963"/>
                    <a:pt x="388178" y="842010"/>
                    <a:pt x="387130" y="841724"/>
                  </a:cubicBezTo>
                  <a:cubicBezTo>
                    <a:pt x="385892" y="841438"/>
                    <a:pt x="383416" y="841343"/>
                    <a:pt x="382177" y="841248"/>
                  </a:cubicBezTo>
                  <a:cubicBezTo>
                    <a:pt x="381034" y="841057"/>
                    <a:pt x="378653" y="841153"/>
                    <a:pt x="377701" y="840581"/>
                  </a:cubicBezTo>
                  <a:cubicBezTo>
                    <a:pt x="377034" y="840200"/>
                    <a:pt x="376462" y="838486"/>
                    <a:pt x="375891" y="838009"/>
                  </a:cubicBezTo>
                  <a:cubicBezTo>
                    <a:pt x="374843" y="837152"/>
                    <a:pt x="372271" y="836485"/>
                    <a:pt x="371033" y="836009"/>
                  </a:cubicBezTo>
                  <a:cubicBezTo>
                    <a:pt x="369604" y="835533"/>
                    <a:pt x="366556" y="834676"/>
                    <a:pt x="365128" y="834199"/>
                  </a:cubicBezTo>
                  <a:cubicBezTo>
                    <a:pt x="363889" y="833818"/>
                    <a:pt x="361413" y="832580"/>
                    <a:pt x="360079" y="832294"/>
                  </a:cubicBezTo>
                  <a:cubicBezTo>
                    <a:pt x="358460" y="831913"/>
                    <a:pt x="355222" y="831532"/>
                    <a:pt x="353602" y="831628"/>
                  </a:cubicBezTo>
                  <a:cubicBezTo>
                    <a:pt x="352364" y="831723"/>
                    <a:pt x="349888" y="832104"/>
                    <a:pt x="348745" y="832676"/>
                  </a:cubicBezTo>
                  <a:cubicBezTo>
                    <a:pt x="347602" y="833152"/>
                    <a:pt x="345601" y="834961"/>
                    <a:pt x="344649" y="835723"/>
                  </a:cubicBezTo>
                  <a:cubicBezTo>
                    <a:pt x="343696" y="836485"/>
                    <a:pt x="341791" y="837819"/>
                    <a:pt x="341029" y="838772"/>
                  </a:cubicBezTo>
                  <a:cubicBezTo>
                    <a:pt x="340077" y="839914"/>
                    <a:pt x="338648" y="842486"/>
                    <a:pt x="338077" y="843915"/>
                  </a:cubicBezTo>
                  <a:cubicBezTo>
                    <a:pt x="337410" y="845630"/>
                    <a:pt x="337124" y="849249"/>
                    <a:pt x="336457" y="850963"/>
                  </a:cubicBezTo>
                  <a:cubicBezTo>
                    <a:pt x="336076" y="851821"/>
                    <a:pt x="335029" y="853535"/>
                    <a:pt x="334457" y="854297"/>
                  </a:cubicBezTo>
                  <a:cubicBezTo>
                    <a:pt x="333695" y="855155"/>
                    <a:pt x="331504" y="856297"/>
                    <a:pt x="330742" y="857155"/>
                  </a:cubicBezTo>
                  <a:cubicBezTo>
                    <a:pt x="330361" y="857536"/>
                    <a:pt x="329504" y="858488"/>
                    <a:pt x="329218" y="859060"/>
                  </a:cubicBezTo>
                  <a:cubicBezTo>
                    <a:pt x="328933" y="860012"/>
                    <a:pt x="329218" y="862013"/>
                    <a:pt x="329218" y="862965"/>
                  </a:cubicBezTo>
                  <a:cubicBezTo>
                    <a:pt x="329218" y="864013"/>
                    <a:pt x="329504" y="866013"/>
                    <a:pt x="329028" y="866965"/>
                  </a:cubicBezTo>
                  <a:cubicBezTo>
                    <a:pt x="328742" y="867537"/>
                    <a:pt x="327504" y="868013"/>
                    <a:pt x="326647" y="868489"/>
                  </a:cubicBezTo>
                  <a:cubicBezTo>
                    <a:pt x="326075" y="867727"/>
                    <a:pt x="325313" y="866965"/>
                    <a:pt x="324837" y="866489"/>
                  </a:cubicBezTo>
                  <a:cubicBezTo>
                    <a:pt x="324265" y="866013"/>
                    <a:pt x="322932" y="865441"/>
                    <a:pt x="322456" y="864870"/>
                  </a:cubicBezTo>
                  <a:cubicBezTo>
                    <a:pt x="321884" y="864203"/>
                    <a:pt x="321408" y="862393"/>
                    <a:pt x="320646" y="861917"/>
                  </a:cubicBezTo>
                  <a:cubicBezTo>
                    <a:pt x="319693" y="861251"/>
                    <a:pt x="317312" y="861060"/>
                    <a:pt x="316169" y="861155"/>
                  </a:cubicBezTo>
                  <a:cubicBezTo>
                    <a:pt x="315502" y="861155"/>
                    <a:pt x="314169" y="861441"/>
                    <a:pt x="313693" y="861822"/>
                  </a:cubicBezTo>
                  <a:cubicBezTo>
                    <a:pt x="313216" y="862298"/>
                    <a:pt x="312454" y="863727"/>
                    <a:pt x="312645" y="864298"/>
                  </a:cubicBezTo>
                  <a:cubicBezTo>
                    <a:pt x="313026" y="865156"/>
                    <a:pt x="315217" y="865060"/>
                    <a:pt x="316074" y="865346"/>
                  </a:cubicBezTo>
                  <a:cubicBezTo>
                    <a:pt x="316741" y="865537"/>
                    <a:pt x="318360" y="865632"/>
                    <a:pt x="318836" y="866203"/>
                  </a:cubicBezTo>
                  <a:cubicBezTo>
                    <a:pt x="319408" y="866775"/>
                    <a:pt x="319503" y="868680"/>
                    <a:pt x="319503" y="869442"/>
                  </a:cubicBezTo>
                  <a:cubicBezTo>
                    <a:pt x="319503" y="870299"/>
                    <a:pt x="319217" y="872204"/>
                    <a:pt x="318550" y="872871"/>
                  </a:cubicBezTo>
                  <a:cubicBezTo>
                    <a:pt x="317979" y="873443"/>
                    <a:pt x="316169" y="873728"/>
                    <a:pt x="315407" y="873443"/>
                  </a:cubicBezTo>
                  <a:cubicBezTo>
                    <a:pt x="314359" y="873061"/>
                    <a:pt x="313502" y="870680"/>
                    <a:pt x="312645" y="870013"/>
                  </a:cubicBezTo>
                  <a:cubicBezTo>
                    <a:pt x="311788" y="869347"/>
                    <a:pt x="309787" y="868775"/>
                    <a:pt x="308739" y="868489"/>
                  </a:cubicBezTo>
                  <a:cubicBezTo>
                    <a:pt x="307597" y="868204"/>
                    <a:pt x="305120" y="868489"/>
                    <a:pt x="304168" y="867823"/>
                  </a:cubicBezTo>
                  <a:cubicBezTo>
                    <a:pt x="303406" y="867251"/>
                    <a:pt x="302453" y="865441"/>
                    <a:pt x="302263" y="864394"/>
                  </a:cubicBezTo>
                  <a:cubicBezTo>
                    <a:pt x="302167" y="863441"/>
                    <a:pt x="303501" y="861727"/>
                    <a:pt x="303501" y="860774"/>
                  </a:cubicBezTo>
                  <a:cubicBezTo>
                    <a:pt x="303406" y="859822"/>
                    <a:pt x="302548" y="858107"/>
                    <a:pt x="301881" y="857345"/>
                  </a:cubicBezTo>
                  <a:cubicBezTo>
                    <a:pt x="301310" y="856678"/>
                    <a:pt x="299310" y="856012"/>
                    <a:pt x="298738" y="855345"/>
                  </a:cubicBezTo>
                  <a:cubicBezTo>
                    <a:pt x="297500" y="854011"/>
                    <a:pt x="296167" y="850392"/>
                    <a:pt x="295119" y="848868"/>
                  </a:cubicBezTo>
                  <a:cubicBezTo>
                    <a:pt x="294452" y="847820"/>
                    <a:pt x="292452" y="845915"/>
                    <a:pt x="291976" y="844772"/>
                  </a:cubicBezTo>
                  <a:cubicBezTo>
                    <a:pt x="291595" y="843820"/>
                    <a:pt x="291214" y="841819"/>
                    <a:pt x="291118" y="840772"/>
                  </a:cubicBezTo>
                  <a:cubicBezTo>
                    <a:pt x="291023" y="839819"/>
                    <a:pt x="291404" y="837724"/>
                    <a:pt x="290928" y="836866"/>
                  </a:cubicBezTo>
                  <a:cubicBezTo>
                    <a:pt x="290642" y="836295"/>
                    <a:pt x="289689" y="835438"/>
                    <a:pt x="289118" y="835152"/>
                  </a:cubicBezTo>
                  <a:cubicBezTo>
                    <a:pt x="288451" y="834866"/>
                    <a:pt x="287023" y="835533"/>
                    <a:pt x="286451" y="835247"/>
                  </a:cubicBezTo>
                  <a:cubicBezTo>
                    <a:pt x="285975" y="834961"/>
                    <a:pt x="285498" y="833914"/>
                    <a:pt x="285213" y="833438"/>
                  </a:cubicBezTo>
                  <a:cubicBezTo>
                    <a:pt x="284737" y="832771"/>
                    <a:pt x="283689" y="831437"/>
                    <a:pt x="283403" y="830580"/>
                  </a:cubicBezTo>
                  <a:cubicBezTo>
                    <a:pt x="283117" y="829532"/>
                    <a:pt x="283498" y="827151"/>
                    <a:pt x="283879" y="826103"/>
                  </a:cubicBezTo>
                  <a:cubicBezTo>
                    <a:pt x="284356" y="824960"/>
                    <a:pt x="285594" y="822579"/>
                    <a:pt x="286737" y="821912"/>
                  </a:cubicBezTo>
                  <a:cubicBezTo>
                    <a:pt x="287689" y="821341"/>
                    <a:pt x="290071" y="822103"/>
                    <a:pt x="291023" y="821626"/>
                  </a:cubicBezTo>
                  <a:cubicBezTo>
                    <a:pt x="291690" y="821245"/>
                    <a:pt x="292261" y="819912"/>
                    <a:pt x="292642" y="819245"/>
                  </a:cubicBezTo>
                  <a:cubicBezTo>
                    <a:pt x="293119" y="818483"/>
                    <a:pt x="294166" y="816864"/>
                    <a:pt x="294262" y="815911"/>
                  </a:cubicBezTo>
                  <a:cubicBezTo>
                    <a:pt x="294452" y="813721"/>
                    <a:pt x="293023" y="809434"/>
                    <a:pt x="291880" y="807530"/>
                  </a:cubicBezTo>
                  <a:cubicBezTo>
                    <a:pt x="290928" y="806005"/>
                    <a:pt x="287975" y="803910"/>
                    <a:pt x="286737" y="802576"/>
                  </a:cubicBezTo>
                  <a:cubicBezTo>
                    <a:pt x="285498" y="801243"/>
                    <a:pt x="283213" y="798576"/>
                    <a:pt x="282165" y="797147"/>
                  </a:cubicBezTo>
                  <a:cubicBezTo>
                    <a:pt x="281022" y="795623"/>
                    <a:pt x="278926" y="792480"/>
                    <a:pt x="278260" y="790670"/>
                  </a:cubicBezTo>
                  <a:cubicBezTo>
                    <a:pt x="277783" y="789527"/>
                    <a:pt x="276926" y="786955"/>
                    <a:pt x="277212" y="785717"/>
                  </a:cubicBezTo>
                  <a:cubicBezTo>
                    <a:pt x="277402" y="785051"/>
                    <a:pt x="278355" y="784003"/>
                    <a:pt x="278926" y="783812"/>
                  </a:cubicBezTo>
                  <a:cubicBezTo>
                    <a:pt x="279688" y="783622"/>
                    <a:pt x="281117" y="785336"/>
                    <a:pt x="281879" y="784955"/>
                  </a:cubicBezTo>
                  <a:cubicBezTo>
                    <a:pt x="282641" y="784574"/>
                    <a:pt x="282831" y="782288"/>
                    <a:pt x="282831" y="781431"/>
                  </a:cubicBezTo>
                  <a:cubicBezTo>
                    <a:pt x="282736" y="780478"/>
                    <a:pt x="281784" y="778573"/>
                    <a:pt x="281117" y="777811"/>
                  </a:cubicBezTo>
                  <a:cubicBezTo>
                    <a:pt x="280546" y="777240"/>
                    <a:pt x="278926" y="776764"/>
                    <a:pt x="278355" y="776097"/>
                  </a:cubicBezTo>
                  <a:cubicBezTo>
                    <a:pt x="277783" y="775335"/>
                    <a:pt x="277117" y="772859"/>
                    <a:pt x="277117" y="772477"/>
                  </a:cubicBezTo>
                  <a:cubicBezTo>
                    <a:pt x="277117" y="772097"/>
                    <a:pt x="277402" y="769430"/>
                    <a:pt x="276926" y="768477"/>
                  </a:cubicBezTo>
                  <a:cubicBezTo>
                    <a:pt x="276355" y="767334"/>
                    <a:pt x="274164" y="765810"/>
                    <a:pt x="272926" y="765334"/>
                  </a:cubicBezTo>
                  <a:cubicBezTo>
                    <a:pt x="272068" y="765048"/>
                    <a:pt x="270259" y="765619"/>
                    <a:pt x="269497" y="765238"/>
                  </a:cubicBezTo>
                  <a:cubicBezTo>
                    <a:pt x="268544" y="764762"/>
                    <a:pt x="267687" y="762762"/>
                    <a:pt x="266830" y="762095"/>
                  </a:cubicBezTo>
                  <a:cubicBezTo>
                    <a:pt x="266258" y="761619"/>
                    <a:pt x="264829" y="760952"/>
                    <a:pt x="264067" y="760762"/>
                  </a:cubicBezTo>
                  <a:cubicBezTo>
                    <a:pt x="262924" y="760476"/>
                    <a:pt x="260353" y="761428"/>
                    <a:pt x="259305" y="760857"/>
                  </a:cubicBezTo>
                  <a:cubicBezTo>
                    <a:pt x="258638" y="760476"/>
                    <a:pt x="258067" y="758952"/>
                    <a:pt x="257781" y="758190"/>
                  </a:cubicBezTo>
                  <a:cubicBezTo>
                    <a:pt x="257400" y="757142"/>
                    <a:pt x="257114" y="754856"/>
                    <a:pt x="256543" y="753809"/>
                  </a:cubicBezTo>
                  <a:cubicBezTo>
                    <a:pt x="256162" y="753142"/>
                    <a:pt x="255304" y="751903"/>
                    <a:pt x="254638" y="751427"/>
                  </a:cubicBezTo>
                  <a:cubicBezTo>
                    <a:pt x="253780" y="750856"/>
                    <a:pt x="251589" y="750760"/>
                    <a:pt x="250732" y="750189"/>
                  </a:cubicBezTo>
                  <a:cubicBezTo>
                    <a:pt x="249970" y="749618"/>
                    <a:pt x="249018" y="747713"/>
                    <a:pt x="248256" y="747141"/>
                  </a:cubicBezTo>
                  <a:cubicBezTo>
                    <a:pt x="247589" y="746665"/>
                    <a:pt x="245970" y="745807"/>
                    <a:pt x="245113" y="745712"/>
                  </a:cubicBezTo>
                  <a:cubicBezTo>
                    <a:pt x="244351" y="745712"/>
                    <a:pt x="242922" y="746760"/>
                    <a:pt x="242160" y="746665"/>
                  </a:cubicBezTo>
                  <a:cubicBezTo>
                    <a:pt x="241588" y="746569"/>
                    <a:pt x="240636" y="745903"/>
                    <a:pt x="240350" y="745426"/>
                  </a:cubicBezTo>
                  <a:cubicBezTo>
                    <a:pt x="239779" y="744474"/>
                    <a:pt x="240636" y="741902"/>
                    <a:pt x="239969" y="740950"/>
                  </a:cubicBezTo>
                  <a:cubicBezTo>
                    <a:pt x="239493" y="740283"/>
                    <a:pt x="237588" y="739807"/>
                    <a:pt x="236826" y="739426"/>
                  </a:cubicBezTo>
                  <a:cubicBezTo>
                    <a:pt x="235778" y="738949"/>
                    <a:pt x="233683" y="737140"/>
                    <a:pt x="232539" y="737521"/>
                  </a:cubicBezTo>
                  <a:cubicBezTo>
                    <a:pt x="231778" y="737806"/>
                    <a:pt x="231492" y="739521"/>
                    <a:pt x="231206" y="740283"/>
                  </a:cubicBezTo>
                  <a:cubicBezTo>
                    <a:pt x="230920" y="740950"/>
                    <a:pt x="230730" y="742474"/>
                    <a:pt x="230254" y="743045"/>
                  </a:cubicBezTo>
                  <a:cubicBezTo>
                    <a:pt x="229396" y="744093"/>
                    <a:pt x="227015" y="745807"/>
                    <a:pt x="225681" y="745903"/>
                  </a:cubicBezTo>
                  <a:cubicBezTo>
                    <a:pt x="224348" y="745998"/>
                    <a:pt x="221681" y="744664"/>
                    <a:pt x="220633" y="743807"/>
                  </a:cubicBezTo>
                  <a:cubicBezTo>
                    <a:pt x="219681" y="743045"/>
                    <a:pt x="218538" y="740855"/>
                    <a:pt x="218157" y="739807"/>
                  </a:cubicBezTo>
                  <a:cubicBezTo>
                    <a:pt x="217871" y="738949"/>
                    <a:pt x="217395" y="737044"/>
                    <a:pt x="217871" y="736378"/>
                  </a:cubicBezTo>
                  <a:cubicBezTo>
                    <a:pt x="218347" y="735616"/>
                    <a:pt x="220919" y="735520"/>
                    <a:pt x="221205" y="735425"/>
                  </a:cubicBezTo>
                  <a:cubicBezTo>
                    <a:pt x="221395" y="735235"/>
                    <a:pt x="223491" y="733711"/>
                    <a:pt x="223586" y="732853"/>
                  </a:cubicBezTo>
                  <a:cubicBezTo>
                    <a:pt x="223586" y="731901"/>
                    <a:pt x="222062" y="730377"/>
                    <a:pt x="221205" y="729901"/>
                  </a:cubicBezTo>
                  <a:cubicBezTo>
                    <a:pt x="220347" y="729520"/>
                    <a:pt x="218347" y="729520"/>
                    <a:pt x="217490" y="729901"/>
                  </a:cubicBezTo>
                  <a:cubicBezTo>
                    <a:pt x="216823" y="730186"/>
                    <a:pt x="216061" y="731901"/>
                    <a:pt x="215299" y="731996"/>
                  </a:cubicBezTo>
                  <a:cubicBezTo>
                    <a:pt x="214442" y="732091"/>
                    <a:pt x="213013" y="730758"/>
                    <a:pt x="212251" y="730282"/>
                  </a:cubicBezTo>
                  <a:cubicBezTo>
                    <a:pt x="211108" y="729520"/>
                    <a:pt x="209203" y="727615"/>
                    <a:pt x="208251" y="726662"/>
                  </a:cubicBezTo>
                  <a:cubicBezTo>
                    <a:pt x="207489" y="725805"/>
                    <a:pt x="206441" y="723424"/>
                    <a:pt x="205298" y="723138"/>
                  </a:cubicBezTo>
                  <a:cubicBezTo>
                    <a:pt x="204536" y="722947"/>
                    <a:pt x="203203" y="724186"/>
                    <a:pt x="202441" y="724281"/>
                  </a:cubicBezTo>
                  <a:cubicBezTo>
                    <a:pt x="201488" y="724376"/>
                    <a:pt x="199297" y="723995"/>
                    <a:pt x="198631" y="723328"/>
                  </a:cubicBezTo>
                  <a:cubicBezTo>
                    <a:pt x="197964" y="722566"/>
                    <a:pt x="198631" y="720280"/>
                    <a:pt x="198250" y="719328"/>
                  </a:cubicBezTo>
                  <a:cubicBezTo>
                    <a:pt x="197869" y="718566"/>
                    <a:pt x="196440" y="717328"/>
                    <a:pt x="195583" y="717042"/>
                  </a:cubicBezTo>
                  <a:cubicBezTo>
                    <a:pt x="194439" y="716756"/>
                    <a:pt x="192249" y="718185"/>
                    <a:pt x="191106" y="717994"/>
                  </a:cubicBezTo>
                  <a:cubicBezTo>
                    <a:pt x="189677" y="717899"/>
                    <a:pt x="186915" y="716661"/>
                    <a:pt x="185867" y="715709"/>
                  </a:cubicBezTo>
                  <a:cubicBezTo>
                    <a:pt x="184914" y="714851"/>
                    <a:pt x="183867" y="712280"/>
                    <a:pt x="183200" y="711232"/>
                  </a:cubicBezTo>
                  <a:cubicBezTo>
                    <a:pt x="182343" y="709803"/>
                    <a:pt x="180819" y="706945"/>
                    <a:pt x="179771" y="705707"/>
                  </a:cubicBezTo>
                  <a:cubicBezTo>
                    <a:pt x="178819" y="704564"/>
                    <a:pt x="176818" y="702469"/>
                    <a:pt x="175485" y="701897"/>
                  </a:cubicBezTo>
                  <a:cubicBezTo>
                    <a:pt x="174723" y="701516"/>
                    <a:pt x="172913" y="701611"/>
                    <a:pt x="172056" y="701326"/>
                  </a:cubicBezTo>
                  <a:cubicBezTo>
                    <a:pt x="171103" y="700945"/>
                    <a:pt x="169484" y="699611"/>
                    <a:pt x="168817" y="698944"/>
                  </a:cubicBezTo>
                  <a:cubicBezTo>
                    <a:pt x="167674" y="697801"/>
                    <a:pt x="165769" y="695039"/>
                    <a:pt x="165103" y="693515"/>
                  </a:cubicBezTo>
                  <a:cubicBezTo>
                    <a:pt x="164626" y="692182"/>
                    <a:pt x="164626" y="689229"/>
                    <a:pt x="164245" y="687895"/>
                  </a:cubicBezTo>
                  <a:cubicBezTo>
                    <a:pt x="163960" y="686752"/>
                    <a:pt x="162721" y="684562"/>
                    <a:pt x="162531" y="683323"/>
                  </a:cubicBezTo>
                  <a:cubicBezTo>
                    <a:pt x="162245" y="681323"/>
                    <a:pt x="162436" y="677323"/>
                    <a:pt x="162912" y="675418"/>
                  </a:cubicBezTo>
                  <a:cubicBezTo>
                    <a:pt x="163388" y="673798"/>
                    <a:pt x="165293" y="671131"/>
                    <a:pt x="166150" y="669798"/>
                  </a:cubicBezTo>
                  <a:cubicBezTo>
                    <a:pt x="167008" y="668464"/>
                    <a:pt x="168722" y="665797"/>
                    <a:pt x="169579" y="664464"/>
                  </a:cubicBezTo>
                  <a:cubicBezTo>
                    <a:pt x="170246" y="663321"/>
                    <a:pt x="171770" y="660940"/>
                    <a:pt x="172151" y="659606"/>
                  </a:cubicBezTo>
                  <a:cubicBezTo>
                    <a:pt x="172437" y="658273"/>
                    <a:pt x="171961" y="655320"/>
                    <a:pt x="171961" y="653986"/>
                  </a:cubicBezTo>
                  <a:cubicBezTo>
                    <a:pt x="172056" y="652081"/>
                    <a:pt x="172151" y="648176"/>
                    <a:pt x="172532" y="646366"/>
                  </a:cubicBezTo>
                  <a:cubicBezTo>
                    <a:pt x="172818" y="644938"/>
                    <a:pt x="173770" y="642080"/>
                    <a:pt x="174532" y="640842"/>
                  </a:cubicBezTo>
                  <a:cubicBezTo>
                    <a:pt x="175104" y="639794"/>
                    <a:pt x="177009" y="638365"/>
                    <a:pt x="177771" y="637413"/>
                  </a:cubicBezTo>
                  <a:cubicBezTo>
                    <a:pt x="178438" y="636651"/>
                    <a:pt x="179581" y="635032"/>
                    <a:pt x="180057" y="634174"/>
                  </a:cubicBezTo>
                  <a:cubicBezTo>
                    <a:pt x="180723" y="632841"/>
                    <a:pt x="182152" y="630174"/>
                    <a:pt x="182152" y="628650"/>
                  </a:cubicBezTo>
                  <a:cubicBezTo>
                    <a:pt x="182152" y="627316"/>
                    <a:pt x="181200" y="624840"/>
                    <a:pt x="180628" y="623697"/>
                  </a:cubicBezTo>
                  <a:cubicBezTo>
                    <a:pt x="180152" y="622744"/>
                    <a:pt x="178628" y="621316"/>
                    <a:pt x="178056" y="620459"/>
                  </a:cubicBezTo>
                  <a:cubicBezTo>
                    <a:pt x="177580" y="619697"/>
                    <a:pt x="176723" y="618172"/>
                    <a:pt x="176628" y="617315"/>
                  </a:cubicBezTo>
                  <a:cubicBezTo>
                    <a:pt x="176533" y="616268"/>
                    <a:pt x="177295" y="614172"/>
                    <a:pt x="177676" y="613219"/>
                  </a:cubicBezTo>
                  <a:cubicBezTo>
                    <a:pt x="178152" y="611886"/>
                    <a:pt x="179485" y="609314"/>
                    <a:pt x="180343" y="608076"/>
                  </a:cubicBezTo>
                  <a:cubicBezTo>
                    <a:pt x="181105" y="607028"/>
                    <a:pt x="183295" y="605409"/>
                    <a:pt x="184153" y="604361"/>
                  </a:cubicBezTo>
                  <a:cubicBezTo>
                    <a:pt x="184914" y="603504"/>
                    <a:pt x="186629" y="601885"/>
                    <a:pt x="186820" y="600837"/>
                  </a:cubicBezTo>
                  <a:cubicBezTo>
                    <a:pt x="187201" y="599218"/>
                    <a:pt x="186248" y="595789"/>
                    <a:pt x="185296" y="594455"/>
                  </a:cubicBezTo>
                  <a:cubicBezTo>
                    <a:pt x="184534" y="593503"/>
                    <a:pt x="182152" y="592645"/>
                    <a:pt x="181009" y="592169"/>
                  </a:cubicBezTo>
                  <a:cubicBezTo>
                    <a:pt x="179771" y="591693"/>
                    <a:pt x="177009" y="591217"/>
                    <a:pt x="175771" y="590645"/>
                  </a:cubicBezTo>
                  <a:cubicBezTo>
                    <a:pt x="174247" y="589883"/>
                    <a:pt x="172056" y="587216"/>
                    <a:pt x="170532" y="586454"/>
                  </a:cubicBezTo>
                  <a:cubicBezTo>
                    <a:pt x="169389" y="585883"/>
                    <a:pt x="167008" y="584930"/>
                    <a:pt x="165769" y="584930"/>
                  </a:cubicBezTo>
                  <a:cubicBezTo>
                    <a:pt x="164722" y="584835"/>
                    <a:pt x="162817" y="585788"/>
                    <a:pt x="161769" y="585788"/>
                  </a:cubicBezTo>
                  <a:cubicBezTo>
                    <a:pt x="160435" y="585788"/>
                    <a:pt x="157864" y="585026"/>
                    <a:pt x="156625" y="584549"/>
                  </a:cubicBezTo>
                  <a:cubicBezTo>
                    <a:pt x="155197" y="583978"/>
                    <a:pt x="152625" y="581977"/>
                    <a:pt x="151101" y="581597"/>
                  </a:cubicBezTo>
                  <a:cubicBezTo>
                    <a:pt x="149386" y="581120"/>
                    <a:pt x="145672" y="580644"/>
                    <a:pt x="143862" y="581025"/>
                  </a:cubicBezTo>
                  <a:cubicBezTo>
                    <a:pt x="142909" y="581215"/>
                    <a:pt x="140909" y="582168"/>
                    <a:pt x="140338" y="583025"/>
                  </a:cubicBezTo>
                  <a:cubicBezTo>
                    <a:pt x="139385" y="584263"/>
                    <a:pt x="139480" y="587502"/>
                    <a:pt x="138909" y="588931"/>
                  </a:cubicBezTo>
                  <a:cubicBezTo>
                    <a:pt x="138433" y="590264"/>
                    <a:pt x="137099" y="592741"/>
                    <a:pt x="136337" y="593884"/>
                  </a:cubicBezTo>
                  <a:cubicBezTo>
                    <a:pt x="135766" y="594741"/>
                    <a:pt x="134527" y="596455"/>
                    <a:pt x="133670" y="597027"/>
                  </a:cubicBezTo>
                  <a:cubicBezTo>
                    <a:pt x="132622" y="597598"/>
                    <a:pt x="130146" y="597980"/>
                    <a:pt x="129003" y="597884"/>
                  </a:cubicBezTo>
                  <a:cubicBezTo>
                    <a:pt x="127764" y="597789"/>
                    <a:pt x="125097" y="597027"/>
                    <a:pt x="124050" y="596360"/>
                  </a:cubicBezTo>
                  <a:cubicBezTo>
                    <a:pt x="122907" y="595503"/>
                    <a:pt x="121288" y="593122"/>
                    <a:pt x="120526" y="591979"/>
                  </a:cubicBezTo>
                  <a:cubicBezTo>
                    <a:pt x="119668" y="590740"/>
                    <a:pt x="118049" y="588169"/>
                    <a:pt x="117573" y="586740"/>
                  </a:cubicBezTo>
                  <a:cubicBezTo>
                    <a:pt x="117097" y="585597"/>
                    <a:pt x="116906" y="583025"/>
                    <a:pt x="116430" y="581787"/>
                  </a:cubicBezTo>
                  <a:cubicBezTo>
                    <a:pt x="116049" y="580644"/>
                    <a:pt x="114715" y="578453"/>
                    <a:pt x="114048" y="577405"/>
                  </a:cubicBezTo>
                  <a:cubicBezTo>
                    <a:pt x="113477" y="576453"/>
                    <a:pt x="111858" y="574643"/>
                    <a:pt x="111381" y="573595"/>
                  </a:cubicBezTo>
                  <a:cubicBezTo>
                    <a:pt x="111096" y="572929"/>
                    <a:pt x="110620" y="571405"/>
                    <a:pt x="110715" y="570643"/>
                  </a:cubicBezTo>
                  <a:cubicBezTo>
                    <a:pt x="110810" y="569595"/>
                    <a:pt x="112048" y="567785"/>
                    <a:pt x="112525" y="566833"/>
                  </a:cubicBezTo>
                  <a:cubicBezTo>
                    <a:pt x="112906" y="566071"/>
                    <a:pt x="114334" y="564737"/>
                    <a:pt x="114525" y="563880"/>
                  </a:cubicBezTo>
                  <a:cubicBezTo>
                    <a:pt x="114715" y="563118"/>
                    <a:pt x="114430" y="561594"/>
                    <a:pt x="114144" y="560927"/>
                  </a:cubicBezTo>
                  <a:cubicBezTo>
                    <a:pt x="113668" y="559880"/>
                    <a:pt x="111572" y="558355"/>
                    <a:pt x="110905" y="557403"/>
                  </a:cubicBezTo>
                  <a:cubicBezTo>
                    <a:pt x="109953" y="556069"/>
                    <a:pt x="108334" y="553022"/>
                    <a:pt x="107667" y="551497"/>
                  </a:cubicBezTo>
                  <a:cubicBezTo>
                    <a:pt x="107095" y="550069"/>
                    <a:pt x="106333" y="547021"/>
                    <a:pt x="105952" y="545592"/>
                  </a:cubicBezTo>
                  <a:cubicBezTo>
                    <a:pt x="105571" y="544163"/>
                    <a:pt x="105571" y="540925"/>
                    <a:pt x="104809" y="539686"/>
                  </a:cubicBezTo>
                  <a:cubicBezTo>
                    <a:pt x="104143" y="538639"/>
                    <a:pt x="101952" y="537401"/>
                    <a:pt x="100999" y="536543"/>
                  </a:cubicBezTo>
                  <a:cubicBezTo>
                    <a:pt x="98904" y="534734"/>
                    <a:pt x="95189" y="530638"/>
                    <a:pt x="93094" y="528923"/>
                  </a:cubicBezTo>
                  <a:cubicBezTo>
                    <a:pt x="91570" y="527685"/>
                    <a:pt x="88236" y="525304"/>
                    <a:pt x="86617" y="524256"/>
                  </a:cubicBezTo>
                  <a:cubicBezTo>
                    <a:pt x="84712" y="523018"/>
                    <a:pt x="80806" y="520541"/>
                    <a:pt x="78711" y="519589"/>
                  </a:cubicBezTo>
                  <a:cubicBezTo>
                    <a:pt x="76806" y="518731"/>
                    <a:pt x="72710" y="517969"/>
                    <a:pt x="70900" y="517017"/>
                  </a:cubicBezTo>
                  <a:cubicBezTo>
                    <a:pt x="69472" y="516255"/>
                    <a:pt x="66614" y="514540"/>
                    <a:pt x="65566" y="513302"/>
                  </a:cubicBezTo>
                  <a:cubicBezTo>
                    <a:pt x="64423" y="512064"/>
                    <a:pt x="62899" y="509111"/>
                    <a:pt x="62137" y="507682"/>
                  </a:cubicBezTo>
                  <a:cubicBezTo>
                    <a:pt x="61471" y="506349"/>
                    <a:pt x="60613" y="503206"/>
                    <a:pt x="59566" y="501967"/>
                  </a:cubicBezTo>
                  <a:cubicBezTo>
                    <a:pt x="58994" y="501301"/>
                    <a:pt x="57470" y="500253"/>
                    <a:pt x="56613" y="499967"/>
                  </a:cubicBezTo>
                  <a:cubicBezTo>
                    <a:pt x="55470" y="499681"/>
                    <a:pt x="52898" y="500824"/>
                    <a:pt x="51850" y="500348"/>
                  </a:cubicBezTo>
                  <a:cubicBezTo>
                    <a:pt x="50898" y="499967"/>
                    <a:pt x="49660" y="498062"/>
                    <a:pt x="49183" y="497110"/>
                  </a:cubicBezTo>
                  <a:cubicBezTo>
                    <a:pt x="48707" y="496062"/>
                    <a:pt x="48707" y="493585"/>
                    <a:pt x="48040" y="492538"/>
                  </a:cubicBezTo>
                  <a:cubicBezTo>
                    <a:pt x="47564" y="491680"/>
                    <a:pt x="45945" y="490442"/>
                    <a:pt x="45183" y="489871"/>
                  </a:cubicBezTo>
                  <a:cubicBezTo>
                    <a:pt x="44040" y="488918"/>
                    <a:pt x="41563" y="487489"/>
                    <a:pt x="40420" y="486632"/>
                  </a:cubicBezTo>
                  <a:cubicBezTo>
                    <a:pt x="39182" y="485680"/>
                    <a:pt x="37087" y="483394"/>
                    <a:pt x="35944" y="482346"/>
                  </a:cubicBezTo>
                  <a:cubicBezTo>
                    <a:pt x="34896" y="481393"/>
                    <a:pt x="32610" y="479679"/>
                    <a:pt x="31372" y="478917"/>
                  </a:cubicBezTo>
                  <a:cubicBezTo>
                    <a:pt x="30133" y="478155"/>
                    <a:pt x="27276" y="477107"/>
                    <a:pt x="26133" y="476250"/>
                  </a:cubicBezTo>
                  <a:cubicBezTo>
                    <a:pt x="25180" y="475583"/>
                    <a:pt x="23466" y="473964"/>
                    <a:pt x="22989" y="472821"/>
                  </a:cubicBezTo>
                  <a:cubicBezTo>
                    <a:pt x="22513" y="471773"/>
                    <a:pt x="22799" y="469297"/>
                    <a:pt x="22799" y="468154"/>
                  </a:cubicBezTo>
                  <a:cubicBezTo>
                    <a:pt x="22894" y="466915"/>
                    <a:pt x="23847" y="464534"/>
                    <a:pt x="23466" y="463296"/>
                  </a:cubicBezTo>
                  <a:cubicBezTo>
                    <a:pt x="23180" y="462343"/>
                    <a:pt x="21847" y="460915"/>
                    <a:pt x="21085" y="460343"/>
                  </a:cubicBezTo>
                  <a:cubicBezTo>
                    <a:pt x="20037" y="459581"/>
                    <a:pt x="17465" y="459295"/>
                    <a:pt x="16417" y="458629"/>
                  </a:cubicBezTo>
                  <a:cubicBezTo>
                    <a:pt x="15084" y="457771"/>
                    <a:pt x="12703" y="455485"/>
                    <a:pt x="11941" y="454152"/>
                  </a:cubicBezTo>
                  <a:cubicBezTo>
                    <a:pt x="11369" y="453104"/>
                    <a:pt x="10512" y="450723"/>
                    <a:pt x="10797" y="449580"/>
                  </a:cubicBezTo>
                  <a:cubicBezTo>
                    <a:pt x="11083" y="448723"/>
                    <a:pt x="12798" y="447675"/>
                    <a:pt x="13369" y="446913"/>
                  </a:cubicBezTo>
                  <a:cubicBezTo>
                    <a:pt x="13750" y="446341"/>
                    <a:pt x="14512" y="445198"/>
                    <a:pt x="14608" y="444532"/>
                  </a:cubicBezTo>
                  <a:cubicBezTo>
                    <a:pt x="14893" y="443389"/>
                    <a:pt x="14989" y="440912"/>
                    <a:pt x="14512" y="439864"/>
                  </a:cubicBezTo>
                  <a:cubicBezTo>
                    <a:pt x="14036" y="438817"/>
                    <a:pt x="11845" y="437864"/>
                    <a:pt x="11083" y="437007"/>
                  </a:cubicBezTo>
                  <a:cubicBezTo>
                    <a:pt x="10036" y="435864"/>
                    <a:pt x="8226" y="433483"/>
                    <a:pt x="7369" y="432149"/>
                  </a:cubicBezTo>
                  <a:cubicBezTo>
                    <a:pt x="6797" y="431292"/>
                    <a:pt x="5559" y="429387"/>
                    <a:pt x="5273" y="428339"/>
                  </a:cubicBezTo>
                  <a:cubicBezTo>
                    <a:pt x="4987" y="427291"/>
                    <a:pt x="5368" y="425005"/>
                    <a:pt x="5083" y="423958"/>
                  </a:cubicBezTo>
                  <a:cubicBezTo>
                    <a:pt x="4797" y="422434"/>
                    <a:pt x="3559" y="419671"/>
                    <a:pt x="3082" y="418338"/>
                  </a:cubicBezTo>
                  <a:cubicBezTo>
                    <a:pt x="2320" y="416052"/>
                    <a:pt x="511" y="411575"/>
                    <a:pt x="130" y="409194"/>
                  </a:cubicBezTo>
                  <a:cubicBezTo>
                    <a:pt x="-252" y="406432"/>
                    <a:pt x="320" y="400717"/>
                    <a:pt x="415" y="397859"/>
                  </a:cubicBezTo>
                  <a:cubicBezTo>
                    <a:pt x="511" y="395288"/>
                    <a:pt x="606" y="390144"/>
                    <a:pt x="1082" y="387667"/>
                  </a:cubicBezTo>
                  <a:cubicBezTo>
                    <a:pt x="1558" y="385572"/>
                    <a:pt x="3082" y="381476"/>
                    <a:pt x="4035" y="379476"/>
                  </a:cubicBezTo>
                  <a:cubicBezTo>
                    <a:pt x="4225" y="378333"/>
                    <a:pt x="5368" y="376142"/>
                    <a:pt x="6321" y="374809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7" name="Freeform: Shape 62">
              <a:extLst>
                <a:ext uri="{FF2B5EF4-FFF2-40B4-BE49-F238E27FC236}">
                  <a16:creationId xmlns:a16="http://schemas.microsoft.com/office/drawing/2014/main" id="{32E71F58-F7BA-5245-75D4-DB5ED94ADBF9}"/>
                </a:ext>
              </a:extLst>
            </p:cNvPr>
            <p:cNvSpPr/>
            <p:nvPr/>
          </p:nvSpPr>
          <p:spPr>
            <a:xfrm>
              <a:off x="5478018" y="3183731"/>
              <a:ext cx="904875" cy="476250"/>
            </a:xfrm>
            <a:custGeom>
              <a:avLst/>
              <a:gdLst>
                <a:gd name="connsiteX0" fmla="*/ 894397 w 904875"/>
                <a:gd name="connsiteY0" fmla="*/ 132874 h 476250"/>
                <a:gd name="connsiteX1" fmla="*/ 912305 w 904875"/>
                <a:gd name="connsiteY1" fmla="*/ 463582 h 476250"/>
                <a:gd name="connsiteX2" fmla="*/ 748189 w 904875"/>
                <a:gd name="connsiteY2" fmla="*/ 472250 h 476250"/>
                <a:gd name="connsiteX3" fmla="*/ 601313 w 904875"/>
                <a:gd name="connsiteY3" fmla="*/ 477774 h 476250"/>
                <a:gd name="connsiteX4" fmla="*/ 453580 w 904875"/>
                <a:gd name="connsiteY4" fmla="*/ 481203 h 476250"/>
                <a:gd name="connsiteX5" fmla="*/ 240506 w 904875"/>
                <a:gd name="connsiteY5" fmla="*/ 482060 h 476250"/>
                <a:gd name="connsiteX6" fmla="*/ 2762 w 904875"/>
                <a:gd name="connsiteY6" fmla="*/ 480822 h 476250"/>
                <a:gd name="connsiteX7" fmla="*/ 0 w 904875"/>
                <a:gd name="connsiteY7" fmla="*/ 480727 h 476250"/>
                <a:gd name="connsiteX8" fmla="*/ 9716 w 904875"/>
                <a:gd name="connsiteY8" fmla="*/ 10096 h 476250"/>
                <a:gd name="connsiteX9" fmla="*/ 163163 w 904875"/>
                <a:gd name="connsiteY9" fmla="*/ 13049 h 476250"/>
                <a:gd name="connsiteX10" fmla="*/ 295656 w 904875"/>
                <a:gd name="connsiteY10" fmla="*/ 13240 h 476250"/>
                <a:gd name="connsiteX11" fmla="*/ 507873 w 904875"/>
                <a:gd name="connsiteY11" fmla="*/ 10954 h 476250"/>
                <a:gd name="connsiteX12" fmla="*/ 668084 w 904875"/>
                <a:gd name="connsiteY12" fmla="*/ 6382 h 476250"/>
                <a:gd name="connsiteX13" fmla="*/ 802958 w 904875"/>
                <a:gd name="connsiteY13" fmla="*/ 0 h 476250"/>
                <a:gd name="connsiteX14" fmla="*/ 803148 w 904875"/>
                <a:gd name="connsiteY14" fmla="*/ 381 h 476250"/>
                <a:gd name="connsiteX15" fmla="*/ 804481 w 904875"/>
                <a:gd name="connsiteY15" fmla="*/ 2476 h 476250"/>
                <a:gd name="connsiteX16" fmla="*/ 806672 w 904875"/>
                <a:gd name="connsiteY16" fmla="*/ 3715 h 476250"/>
                <a:gd name="connsiteX17" fmla="*/ 809720 w 904875"/>
                <a:gd name="connsiteY17" fmla="*/ 5715 h 476250"/>
                <a:gd name="connsiteX18" fmla="*/ 811721 w 904875"/>
                <a:gd name="connsiteY18" fmla="*/ 7811 h 476250"/>
                <a:gd name="connsiteX19" fmla="*/ 814769 w 904875"/>
                <a:gd name="connsiteY19" fmla="*/ 8287 h 476250"/>
                <a:gd name="connsiteX20" fmla="*/ 816673 w 904875"/>
                <a:gd name="connsiteY20" fmla="*/ 11144 h 476250"/>
                <a:gd name="connsiteX21" fmla="*/ 817245 w 904875"/>
                <a:gd name="connsiteY21" fmla="*/ 14668 h 476250"/>
                <a:gd name="connsiteX22" fmla="*/ 820674 w 904875"/>
                <a:gd name="connsiteY22" fmla="*/ 15907 h 476250"/>
                <a:gd name="connsiteX23" fmla="*/ 823627 w 904875"/>
                <a:gd name="connsiteY23" fmla="*/ 14764 h 476250"/>
                <a:gd name="connsiteX24" fmla="*/ 826008 w 904875"/>
                <a:gd name="connsiteY24" fmla="*/ 18383 h 476250"/>
                <a:gd name="connsiteX25" fmla="*/ 830485 w 904875"/>
                <a:gd name="connsiteY25" fmla="*/ 20764 h 476250"/>
                <a:gd name="connsiteX26" fmla="*/ 834390 w 904875"/>
                <a:gd name="connsiteY26" fmla="*/ 20669 h 476250"/>
                <a:gd name="connsiteX27" fmla="*/ 837343 w 904875"/>
                <a:gd name="connsiteY27" fmla="*/ 19717 h 476250"/>
                <a:gd name="connsiteX28" fmla="*/ 838772 w 904875"/>
                <a:gd name="connsiteY28" fmla="*/ 16764 h 476250"/>
                <a:gd name="connsiteX29" fmla="*/ 838962 w 904875"/>
                <a:gd name="connsiteY29" fmla="*/ 14668 h 476250"/>
                <a:gd name="connsiteX30" fmla="*/ 842486 w 904875"/>
                <a:gd name="connsiteY30" fmla="*/ 14573 h 476250"/>
                <a:gd name="connsiteX31" fmla="*/ 844391 w 904875"/>
                <a:gd name="connsiteY31" fmla="*/ 13430 h 476250"/>
                <a:gd name="connsiteX32" fmla="*/ 847630 w 904875"/>
                <a:gd name="connsiteY32" fmla="*/ 13240 h 476250"/>
                <a:gd name="connsiteX33" fmla="*/ 850011 w 904875"/>
                <a:gd name="connsiteY33" fmla="*/ 15812 h 476250"/>
                <a:gd name="connsiteX34" fmla="*/ 848487 w 904875"/>
                <a:gd name="connsiteY34" fmla="*/ 20288 h 476250"/>
                <a:gd name="connsiteX35" fmla="*/ 850202 w 904875"/>
                <a:gd name="connsiteY35" fmla="*/ 22765 h 476250"/>
                <a:gd name="connsiteX36" fmla="*/ 853345 w 904875"/>
                <a:gd name="connsiteY36" fmla="*/ 22479 h 476250"/>
                <a:gd name="connsiteX37" fmla="*/ 855821 w 904875"/>
                <a:gd name="connsiteY37" fmla="*/ 23432 h 476250"/>
                <a:gd name="connsiteX38" fmla="*/ 856964 w 904875"/>
                <a:gd name="connsiteY38" fmla="*/ 25908 h 476250"/>
                <a:gd name="connsiteX39" fmla="*/ 855631 w 904875"/>
                <a:gd name="connsiteY39" fmla="*/ 28956 h 476250"/>
                <a:gd name="connsiteX40" fmla="*/ 854583 w 904875"/>
                <a:gd name="connsiteY40" fmla="*/ 30766 h 476250"/>
                <a:gd name="connsiteX41" fmla="*/ 850583 w 904875"/>
                <a:gd name="connsiteY41" fmla="*/ 30766 h 476250"/>
                <a:gd name="connsiteX42" fmla="*/ 848582 w 904875"/>
                <a:gd name="connsiteY42" fmla="*/ 32480 h 476250"/>
                <a:gd name="connsiteX43" fmla="*/ 850963 w 904875"/>
                <a:gd name="connsiteY43" fmla="*/ 34766 h 476250"/>
                <a:gd name="connsiteX44" fmla="*/ 853726 w 904875"/>
                <a:gd name="connsiteY44" fmla="*/ 35814 h 476250"/>
                <a:gd name="connsiteX45" fmla="*/ 855631 w 904875"/>
                <a:gd name="connsiteY45" fmla="*/ 34100 h 476250"/>
                <a:gd name="connsiteX46" fmla="*/ 858107 w 904875"/>
                <a:gd name="connsiteY46" fmla="*/ 33718 h 476250"/>
                <a:gd name="connsiteX47" fmla="*/ 859441 w 904875"/>
                <a:gd name="connsiteY47" fmla="*/ 36290 h 476250"/>
                <a:gd name="connsiteX48" fmla="*/ 858964 w 904875"/>
                <a:gd name="connsiteY48" fmla="*/ 38957 h 476250"/>
                <a:gd name="connsiteX49" fmla="*/ 856393 w 904875"/>
                <a:gd name="connsiteY49" fmla="*/ 41434 h 476250"/>
                <a:gd name="connsiteX50" fmla="*/ 852773 w 904875"/>
                <a:gd name="connsiteY50" fmla="*/ 41434 h 476250"/>
                <a:gd name="connsiteX51" fmla="*/ 850773 w 904875"/>
                <a:gd name="connsiteY51" fmla="*/ 39624 h 476250"/>
                <a:gd name="connsiteX52" fmla="*/ 848487 w 904875"/>
                <a:gd name="connsiteY52" fmla="*/ 37719 h 476250"/>
                <a:gd name="connsiteX53" fmla="*/ 846677 w 904875"/>
                <a:gd name="connsiteY53" fmla="*/ 38195 h 476250"/>
                <a:gd name="connsiteX54" fmla="*/ 845439 w 904875"/>
                <a:gd name="connsiteY54" fmla="*/ 41720 h 476250"/>
                <a:gd name="connsiteX55" fmla="*/ 846677 w 904875"/>
                <a:gd name="connsiteY55" fmla="*/ 46387 h 476250"/>
                <a:gd name="connsiteX56" fmla="*/ 845630 w 904875"/>
                <a:gd name="connsiteY56" fmla="*/ 48578 h 476250"/>
                <a:gd name="connsiteX57" fmla="*/ 841248 w 904875"/>
                <a:gd name="connsiteY57" fmla="*/ 48578 h 476250"/>
                <a:gd name="connsiteX58" fmla="*/ 838295 w 904875"/>
                <a:gd name="connsiteY58" fmla="*/ 50959 h 476250"/>
                <a:gd name="connsiteX59" fmla="*/ 836962 w 904875"/>
                <a:gd name="connsiteY59" fmla="*/ 54578 h 476250"/>
                <a:gd name="connsiteX60" fmla="*/ 836676 w 904875"/>
                <a:gd name="connsiteY60" fmla="*/ 58198 h 476250"/>
                <a:gd name="connsiteX61" fmla="*/ 839248 w 904875"/>
                <a:gd name="connsiteY61" fmla="*/ 60960 h 476250"/>
                <a:gd name="connsiteX62" fmla="*/ 837438 w 904875"/>
                <a:gd name="connsiteY62" fmla="*/ 64389 h 476250"/>
                <a:gd name="connsiteX63" fmla="*/ 834771 w 904875"/>
                <a:gd name="connsiteY63" fmla="*/ 64008 h 476250"/>
                <a:gd name="connsiteX64" fmla="*/ 830866 w 904875"/>
                <a:gd name="connsiteY64" fmla="*/ 65151 h 476250"/>
                <a:gd name="connsiteX65" fmla="*/ 831247 w 904875"/>
                <a:gd name="connsiteY65" fmla="*/ 70009 h 476250"/>
                <a:gd name="connsiteX66" fmla="*/ 833438 w 904875"/>
                <a:gd name="connsiteY66" fmla="*/ 73152 h 476250"/>
                <a:gd name="connsiteX67" fmla="*/ 836295 w 904875"/>
                <a:gd name="connsiteY67" fmla="*/ 74867 h 476250"/>
                <a:gd name="connsiteX68" fmla="*/ 838200 w 904875"/>
                <a:gd name="connsiteY68" fmla="*/ 76867 h 476250"/>
                <a:gd name="connsiteX69" fmla="*/ 840105 w 904875"/>
                <a:gd name="connsiteY69" fmla="*/ 80867 h 476250"/>
                <a:gd name="connsiteX70" fmla="*/ 841820 w 904875"/>
                <a:gd name="connsiteY70" fmla="*/ 82867 h 476250"/>
                <a:gd name="connsiteX71" fmla="*/ 845248 w 904875"/>
                <a:gd name="connsiteY71" fmla="*/ 83249 h 476250"/>
                <a:gd name="connsiteX72" fmla="*/ 847535 w 904875"/>
                <a:gd name="connsiteY72" fmla="*/ 87916 h 476250"/>
                <a:gd name="connsiteX73" fmla="*/ 850963 w 904875"/>
                <a:gd name="connsiteY73" fmla="*/ 89630 h 476250"/>
                <a:gd name="connsiteX74" fmla="*/ 852773 w 904875"/>
                <a:gd name="connsiteY74" fmla="*/ 93059 h 476250"/>
                <a:gd name="connsiteX75" fmla="*/ 854964 w 904875"/>
                <a:gd name="connsiteY75" fmla="*/ 93821 h 476250"/>
                <a:gd name="connsiteX76" fmla="*/ 857345 w 904875"/>
                <a:gd name="connsiteY76" fmla="*/ 91821 h 476250"/>
                <a:gd name="connsiteX77" fmla="*/ 859441 w 904875"/>
                <a:gd name="connsiteY77" fmla="*/ 92583 h 476250"/>
                <a:gd name="connsiteX78" fmla="*/ 860774 w 904875"/>
                <a:gd name="connsiteY78" fmla="*/ 96488 h 476250"/>
                <a:gd name="connsiteX79" fmla="*/ 857155 w 904875"/>
                <a:gd name="connsiteY79" fmla="*/ 98488 h 476250"/>
                <a:gd name="connsiteX80" fmla="*/ 856774 w 904875"/>
                <a:gd name="connsiteY80" fmla="*/ 101155 h 476250"/>
                <a:gd name="connsiteX81" fmla="*/ 857536 w 904875"/>
                <a:gd name="connsiteY81" fmla="*/ 106204 h 476250"/>
                <a:gd name="connsiteX82" fmla="*/ 860298 w 904875"/>
                <a:gd name="connsiteY82" fmla="*/ 109442 h 476250"/>
                <a:gd name="connsiteX83" fmla="*/ 863537 w 904875"/>
                <a:gd name="connsiteY83" fmla="*/ 110109 h 476250"/>
                <a:gd name="connsiteX84" fmla="*/ 866489 w 904875"/>
                <a:gd name="connsiteY84" fmla="*/ 112109 h 476250"/>
                <a:gd name="connsiteX85" fmla="*/ 868109 w 904875"/>
                <a:gd name="connsiteY85" fmla="*/ 115538 h 476250"/>
                <a:gd name="connsiteX86" fmla="*/ 867537 w 904875"/>
                <a:gd name="connsiteY86" fmla="*/ 119539 h 476250"/>
                <a:gd name="connsiteX87" fmla="*/ 869156 w 904875"/>
                <a:gd name="connsiteY87" fmla="*/ 120967 h 476250"/>
                <a:gd name="connsiteX88" fmla="*/ 872109 w 904875"/>
                <a:gd name="connsiteY88" fmla="*/ 120682 h 476250"/>
                <a:gd name="connsiteX89" fmla="*/ 874300 w 904875"/>
                <a:gd name="connsiteY89" fmla="*/ 123825 h 476250"/>
                <a:gd name="connsiteX90" fmla="*/ 876872 w 904875"/>
                <a:gd name="connsiteY90" fmla="*/ 126111 h 476250"/>
                <a:gd name="connsiteX91" fmla="*/ 880681 w 904875"/>
                <a:gd name="connsiteY91" fmla="*/ 126206 h 476250"/>
                <a:gd name="connsiteX92" fmla="*/ 882682 w 904875"/>
                <a:gd name="connsiteY92" fmla="*/ 124396 h 476250"/>
                <a:gd name="connsiteX93" fmla="*/ 884968 w 904875"/>
                <a:gd name="connsiteY93" fmla="*/ 123539 h 476250"/>
                <a:gd name="connsiteX94" fmla="*/ 887159 w 904875"/>
                <a:gd name="connsiteY94" fmla="*/ 124778 h 476250"/>
                <a:gd name="connsiteX95" fmla="*/ 888016 w 904875"/>
                <a:gd name="connsiteY95" fmla="*/ 127825 h 476250"/>
                <a:gd name="connsiteX96" fmla="*/ 891540 w 904875"/>
                <a:gd name="connsiteY96" fmla="*/ 127445 h 476250"/>
                <a:gd name="connsiteX97" fmla="*/ 892778 w 904875"/>
                <a:gd name="connsiteY97" fmla="*/ 126492 h 476250"/>
                <a:gd name="connsiteX98" fmla="*/ 894588 w 904875"/>
                <a:gd name="connsiteY98" fmla="*/ 126397 h 476250"/>
                <a:gd name="connsiteX99" fmla="*/ 895922 w 904875"/>
                <a:gd name="connsiteY99" fmla="*/ 128397 h 476250"/>
                <a:gd name="connsiteX100" fmla="*/ 895731 w 904875"/>
                <a:gd name="connsiteY100" fmla="*/ 130969 h 476250"/>
                <a:gd name="connsiteX101" fmla="*/ 894397 w 904875"/>
                <a:gd name="connsiteY101" fmla="*/ 132874 h 476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904875" h="476250">
                  <a:moveTo>
                    <a:pt x="894397" y="132874"/>
                  </a:moveTo>
                  <a:lnTo>
                    <a:pt x="912305" y="463582"/>
                  </a:lnTo>
                  <a:lnTo>
                    <a:pt x="748189" y="472250"/>
                  </a:lnTo>
                  <a:lnTo>
                    <a:pt x="601313" y="477774"/>
                  </a:lnTo>
                  <a:lnTo>
                    <a:pt x="453580" y="481203"/>
                  </a:lnTo>
                  <a:lnTo>
                    <a:pt x="240506" y="482060"/>
                  </a:lnTo>
                  <a:lnTo>
                    <a:pt x="2762" y="480822"/>
                  </a:lnTo>
                  <a:lnTo>
                    <a:pt x="0" y="480727"/>
                  </a:lnTo>
                  <a:lnTo>
                    <a:pt x="9716" y="10096"/>
                  </a:lnTo>
                  <a:lnTo>
                    <a:pt x="163163" y="13049"/>
                  </a:lnTo>
                  <a:lnTo>
                    <a:pt x="295656" y="13240"/>
                  </a:lnTo>
                  <a:lnTo>
                    <a:pt x="507873" y="10954"/>
                  </a:lnTo>
                  <a:lnTo>
                    <a:pt x="668084" y="6382"/>
                  </a:lnTo>
                  <a:lnTo>
                    <a:pt x="802958" y="0"/>
                  </a:lnTo>
                  <a:cubicBezTo>
                    <a:pt x="803053" y="191"/>
                    <a:pt x="803053" y="286"/>
                    <a:pt x="803148" y="381"/>
                  </a:cubicBezTo>
                  <a:cubicBezTo>
                    <a:pt x="803529" y="953"/>
                    <a:pt x="804101" y="2096"/>
                    <a:pt x="804481" y="2476"/>
                  </a:cubicBezTo>
                  <a:cubicBezTo>
                    <a:pt x="804958" y="2953"/>
                    <a:pt x="806101" y="3429"/>
                    <a:pt x="806672" y="3715"/>
                  </a:cubicBezTo>
                  <a:cubicBezTo>
                    <a:pt x="807434" y="4191"/>
                    <a:pt x="809054" y="5143"/>
                    <a:pt x="809720" y="5715"/>
                  </a:cubicBezTo>
                  <a:cubicBezTo>
                    <a:pt x="810292" y="6191"/>
                    <a:pt x="811054" y="7429"/>
                    <a:pt x="811721" y="7811"/>
                  </a:cubicBezTo>
                  <a:cubicBezTo>
                    <a:pt x="812387" y="8192"/>
                    <a:pt x="814102" y="7906"/>
                    <a:pt x="814769" y="8287"/>
                  </a:cubicBezTo>
                  <a:cubicBezTo>
                    <a:pt x="815530" y="8763"/>
                    <a:pt x="816388" y="10287"/>
                    <a:pt x="816673" y="11144"/>
                  </a:cubicBezTo>
                  <a:cubicBezTo>
                    <a:pt x="817055" y="12001"/>
                    <a:pt x="816673" y="14002"/>
                    <a:pt x="817245" y="14668"/>
                  </a:cubicBezTo>
                  <a:cubicBezTo>
                    <a:pt x="817817" y="15335"/>
                    <a:pt x="819817" y="15907"/>
                    <a:pt x="820674" y="15907"/>
                  </a:cubicBezTo>
                  <a:cubicBezTo>
                    <a:pt x="821436" y="15907"/>
                    <a:pt x="822865" y="14478"/>
                    <a:pt x="823627" y="14764"/>
                  </a:cubicBezTo>
                  <a:cubicBezTo>
                    <a:pt x="824675" y="15145"/>
                    <a:pt x="825151" y="17717"/>
                    <a:pt x="826008" y="18383"/>
                  </a:cubicBezTo>
                  <a:cubicBezTo>
                    <a:pt x="826961" y="19241"/>
                    <a:pt x="829247" y="20479"/>
                    <a:pt x="830485" y="20764"/>
                  </a:cubicBezTo>
                  <a:cubicBezTo>
                    <a:pt x="831437" y="20955"/>
                    <a:pt x="833438" y="20860"/>
                    <a:pt x="834390" y="20669"/>
                  </a:cubicBezTo>
                  <a:cubicBezTo>
                    <a:pt x="835152" y="20574"/>
                    <a:pt x="836771" y="20193"/>
                    <a:pt x="837343" y="19717"/>
                  </a:cubicBezTo>
                  <a:cubicBezTo>
                    <a:pt x="838010" y="19241"/>
                    <a:pt x="838581" y="17526"/>
                    <a:pt x="838772" y="16764"/>
                  </a:cubicBezTo>
                  <a:cubicBezTo>
                    <a:pt x="838962" y="16288"/>
                    <a:pt x="838581" y="15050"/>
                    <a:pt x="838962" y="14668"/>
                  </a:cubicBezTo>
                  <a:cubicBezTo>
                    <a:pt x="839629" y="14097"/>
                    <a:pt x="841629" y="14859"/>
                    <a:pt x="842486" y="14573"/>
                  </a:cubicBezTo>
                  <a:cubicBezTo>
                    <a:pt x="843058" y="14383"/>
                    <a:pt x="843820" y="13621"/>
                    <a:pt x="844391" y="13430"/>
                  </a:cubicBezTo>
                  <a:cubicBezTo>
                    <a:pt x="845153" y="13145"/>
                    <a:pt x="846868" y="12954"/>
                    <a:pt x="847630" y="13240"/>
                  </a:cubicBezTo>
                  <a:cubicBezTo>
                    <a:pt x="848487" y="13621"/>
                    <a:pt x="849821" y="14954"/>
                    <a:pt x="850011" y="15812"/>
                  </a:cubicBezTo>
                  <a:cubicBezTo>
                    <a:pt x="850297" y="16954"/>
                    <a:pt x="848297" y="19145"/>
                    <a:pt x="848487" y="20288"/>
                  </a:cubicBezTo>
                  <a:cubicBezTo>
                    <a:pt x="848582" y="21050"/>
                    <a:pt x="849535" y="22384"/>
                    <a:pt x="850202" y="22765"/>
                  </a:cubicBezTo>
                  <a:cubicBezTo>
                    <a:pt x="850963" y="23050"/>
                    <a:pt x="852583" y="22384"/>
                    <a:pt x="853345" y="22479"/>
                  </a:cubicBezTo>
                  <a:cubicBezTo>
                    <a:pt x="854012" y="22574"/>
                    <a:pt x="855345" y="22955"/>
                    <a:pt x="855821" y="23432"/>
                  </a:cubicBezTo>
                  <a:cubicBezTo>
                    <a:pt x="856297" y="23908"/>
                    <a:pt x="856964" y="25241"/>
                    <a:pt x="856964" y="25908"/>
                  </a:cubicBezTo>
                  <a:cubicBezTo>
                    <a:pt x="856964" y="26765"/>
                    <a:pt x="856012" y="28194"/>
                    <a:pt x="855631" y="28956"/>
                  </a:cubicBezTo>
                  <a:cubicBezTo>
                    <a:pt x="855440" y="29432"/>
                    <a:pt x="855059" y="30480"/>
                    <a:pt x="854583" y="30766"/>
                  </a:cubicBezTo>
                  <a:cubicBezTo>
                    <a:pt x="853726" y="31242"/>
                    <a:pt x="851535" y="30480"/>
                    <a:pt x="850583" y="30766"/>
                  </a:cubicBezTo>
                  <a:cubicBezTo>
                    <a:pt x="850011" y="31051"/>
                    <a:pt x="848582" y="31909"/>
                    <a:pt x="848582" y="32480"/>
                  </a:cubicBezTo>
                  <a:cubicBezTo>
                    <a:pt x="848582" y="33338"/>
                    <a:pt x="850297" y="34385"/>
                    <a:pt x="850963" y="34766"/>
                  </a:cubicBezTo>
                  <a:cubicBezTo>
                    <a:pt x="851535" y="35147"/>
                    <a:pt x="852964" y="35909"/>
                    <a:pt x="853726" y="35814"/>
                  </a:cubicBezTo>
                  <a:cubicBezTo>
                    <a:pt x="854393" y="35719"/>
                    <a:pt x="855059" y="34385"/>
                    <a:pt x="855631" y="34100"/>
                  </a:cubicBezTo>
                  <a:cubicBezTo>
                    <a:pt x="856202" y="33814"/>
                    <a:pt x="857536" y="33433"/>
                    <a:pt x="858107" y="33718"/>
                  </a:cubicBezTo>
                  <a:cubicBezTo>
                    <a:pt x="858774" y="34100"/>
                    <a:pt x="859346" y="35624"/>
                    <a:pt x="859441" y="36290"/>
                  </a:cubicBezTo>
                  <a:cubicBezTo>
                    <a:pt x="859536" y="36957"/>
                    <a:pt x="859346" y="38291"/>
                    <a:pt x="858964" y="38957"/>
                  </a:cubicBezTo>
                  <a:cubicBezTo>
                    <a:pt x="858584" y="39719"/>
                    <a:pt x="857250" y="41148"/>
                    <a:pt x="856393" y="41434"/>
                  </a:cubicBezTo>
                  <a:cubicBezTo>
                    <a:pt x="855536" y="41815"/>
                    <a:pt x="853630" y="41815"/>
                    <a:pt x="852773" y="41434"/>
                  </a:cubicBezTo>
                  <a:cubicBezTo>
                    <a:pt x="852106" y="41243"/>
                    <a:pt x="851249" y="40100"/>
                    <a:pt x="850773" y="39624"/>
                  </a:cubicBezTo>
                  <a:cubicBezTo>
                    <a:pt x="850202" y="39148"/>
                    <a:pt x="849154" y="37909"/>
                    <a:pt x="848487" y="37719"/>
                  </a:cubicBezTo>
                  <a:cubicBezTo>
                    <a:pt x="848011" y="37624"/>
                    <a:pt x="846963" y="37909"/>
                    <a:pt x="846677" y="38195"/>
                  </a:cubicBezTo>
                  <a:cubicBezTo>
                    <a:pt x="846011" y="38862"/>
                    <a:pt x="845439" y="40862"/>
                    <a:pt x="845439" y="41720"/>
                  </a:cubicBezTo>
                  <a:cubicBezTo>
                    <a:pt x="845439" y="42958"/>
                    <a:pt x="846772" y="45149"/>
                    <a:pt x="846677" y="46387"/>
                  </a:cubicBezTo>
                  <a:cubicBezTo>
                    <a:pt x="846582" y="46958"/>
                    <a:pt x="846201" y="48292"/>
                    <a:pt x="845630" y="48578"/>
                  </a:cubicBezTo>
                  <a:cubicBezTo>
                    <a:pt x="844677" y="49149"/>
                    <a:pt x="842296" y="48196"/>
                    <a:pt x="841248" y="48578"/>
                  </a:cubicBezTo>
                  <a:cubicBezTo>
                    <a:pt x="840391" y="48863"/>
                    <a:pt x="838867" y="50197"/>
                    <a:pt x="838295" y="50959"/>
                  </a:cubicBezTo>
                  <a:cubicBezTo>
                    <a:pt x="837724" y="51721"/>
                    <a:pt x="837152" y="53626"/>
                    <a:pt x="836962" y="54578"/>
                  </a:cubicBezTo>
                  <a:cubicBezTo>
                    <a:pt x="836771" y="55436"/>
                    <a:pt x="836390" y="57341"/>
                    <a:pt x="836676" y="58198"/>
                  </a:cubicBezTo>
                  <a:cubicBezTo>
                    <a:pt x="836962" y="59055"/>
                    <a:pt x="839153" y="60103"/>
                    <a:pt x="839248" y="60960"/>
                  </a:cubicBezTo>
                  <a:cubicBezTo>
                    <a:pt x="839343" y="61913"/>
                    <a:pt x="838295" y="64008"/>
                    <a:pt x="837438" y="64389"/>
                  </a:cubicBezTo>
                  <a:cubicBezTo>
                    <a:pt x="836867" y="64675"/>
                    <a:pt x="835438" y="64008"/>
                    <a:pt x="834771" y="64008"/>
                  </a:cubicBezTo>
                  <a:cubicBezTo>
                    <a:pt x="833723" y="64103"/>
                    <a:pt x="831437" y="64294"/>
                    <a:pt x="830866" y="65151"/>
                  </a:cubicBezTo>
                  <a:cubicBezTo>
                    <a:pt x="830199" y="66199"/>
                    <a:pt x="830866" y="68866"/>
                    <a:pt x="831247" y="70009"/>
                  </a:cubicBezTo>
                  <a:cubicBezTo>
                    <a:pt x="831628" y="70866"/>
                    <a:pt x="832771" y="72580"/>
                    <a:pt x="833438" y="73152"/>
                  </a:cubicBezTo>
                  <a:cubicBezTo>
                    <a:pt x="834009" y="73724"/>
                    <a:pt x="835628" y="74390"/>
                    <a:pt x="836295" y="74867"/>
                  </a:cubicBezTo>
                  <a:cubicBezTo>
                    <a:pt x="836867" y="75247"/>
                    <a:pt x="837819" y="76295"/>
                    <a:pt x="838200" y="76867"/>
                  </a:cubicBezTo>
                  <a:cubicBezTo>
                    <a:pt x="838867" y="77819"/>
                    <a:pt x="839534" y="79915"/>
                    <a:pt x="840105" y="80867"/>
                  </a:cubicBezTo>
                  <a:cubicBezTo>
                    <a:pt x="840486" y="81439"/>
                    <a:pt x="841248" y="82582"/>
                    <a:pt x="841820" y="82867"/>
                  </a:cubicBezTo>
                  <a:cubicBezTo>
                    <a:pt x="842581" y="83249"/>
                    <a:pt x="844582" y="82772"/>
                    <a:pt x="845248" y="83249"/>
                  </a:cubicBezTo>
                  <a:cubicBezTo>
                    <a:pt x="846296" y="84011"/>
                    <a:pt x="846582" y="86963"/>
                    <a:pt x="847535" y="87916"/>
                  </a:cubicBezTo>
                  <a:cubicBezTo>
                    <a:pt x="848201" y="88583"/>
                    <a:pt x="850297" y="88963"/>
                    <a:pt x="850963" y="89630"/>
                  </a:cubicBezTo>
                  <a:cubicBezTo>
                    <a:pt x="851630" y="90297"/>
                    <a:pt x="852011" y="92488"/>
                    <a:pt x="852773" y="93059"/>
                  </a:cubicBezTo>
                  <a:cubicBezTo>
                    <a:pt x="853250" y="93440"/>
                    <a:pt x="854393" y="93917"/>
                    <a:pt x="854964" y="93821"/>
                  </a:cubicBezTo>
                  <a:cubicBezTo>
                    <a:pt x="855726" y="93726"/>
                    <a:pt x="856583" y="92012"/>
                    <a:pt x="857345" y="91821"/>
                  </a:cubicBezTo>
                  <a:cubicBezTo>
                    <a:pt x="857917" y="91726"/>
                    <a:pt x="859060" y="92202"/>
                    <a:pt x="859441" y="92583"/>
                  </a:cubicBezTo>
                  <a:cubicBezTo>
                    <a:pt x="860203" y="93345"/>
                    <a:pt x="861155" y="95536"/>
                    <a:pt x="860774" y="96488"/>
                  </a:cubicBezTo>
                  <a:cubicBezTo>
                    <a:pt x="860393" y="97536"/>
                    <a:pt x="857726" y="97631"/>
                    <a:pt x="857155" y="98488"/>
                  </a:cubicBezTo>
                  <a:cubicBezTo>
                    <a:pt x="856774" y="99060"/>
                    <a:pt x="856774" y="100489"/>
                    <a:pt x="856774" y="101155"/>
                  </a:cubicBezTo>
                  <a:cubicBezTo>
                    <a:pt x="856774" y="102394"/>
                    <a:pt x="857060" y="105061"/>
                    <a:pt x="857536" y="106204"/>
                  </a:cubicBezTo>
                  <a:cubicBezTo>
                    <a:pt x="857917" y="107156"/>
                    <a:pt x="859346" y="108871"/>
                    <a:pt x="860298" y="109442"/>
                  </a:cubicBezTo>
                  <a:cubicBezTo>
                    <a:pt x="860965" y="109918"/>
                    <a:pt x="862775" y="109823"/>
                    <a:pt x="863537" y="110109"/>
                  </a:cubicBezTo>
                  <a:cubicBezTo>
                    <a:pt x="864394" y="110490"/>
                    <a:pt x="865918" y="111442"/>
                    <a:pt x="866489" y="112109"/>
                  </a:cubicBezTo>
                  <a:cubicBezTo>
                    <a:pt x="867061" y="112871"/>
                    <a:pt x="867918" y="114586"/>
                    <a:pt x="868109" y="115538"/>
                  </a:cubicBezTo>
                  <a:cubicBezTo>
                    <a:pt x="868204" y="116491"/>
                    <a:pt x="867156" y="118586"/>
                    <a:pt x="867537" y="119539"/>
                  </a:cubicBezTo>
                  <a:cubicBezTo>
                    <a:pt x="867728" y="120015"/>
                    <a:pt x="868680" y="120777"/>
                    <a:pt x="869156" y="120967"/>
                  </a:cubicBezTo>
                  <a:cubicBezTo>
                    <a:pt x="869823" y="121158"/>
                    <a:pt x="871442" y="120396"/>
                    <a:pt x="872109" y="120682"/>
                  </a:cubicBezTo>
                  <a:cubicBezTo>
                    <a:pt x="872966" y="121063"/>
                    <a:pt x="873633" y="123063"/>
                    <a:pt x="874300" y="123825"/>
                  </a:cubicBezTo>
                  <a:cubicBezTo>
                    <a:pt x="874871" y="124492"/>
                    <a:pt x="876110" y="125825"/>
                    <a:pt x="876872" y="126111"/>
                  </a:cubicBezTo>
                  <a:cubicBezTo>
                    <a:pt x="877729" y="126492"/>
                    <a:pt x="879824" y="126587"/>
                    <a:pt x="880681" y="126206"/>
                  </a:cubicBezTo>
                  <a:cubicBezTo>
                    <a:pt x="881348" y="126016"/>
                    <a:pt x="882110" y="124778"/>
                    <a:pt x="882682" y="124396"/>
                  </a:cubicBezTo>
                  <a:cubicBezTo>
                    <a:pt x="883158" y="124111"/>
                    <a:pt x="884396" y="123539"/>
                    <a:pt x="884968" y="123539"/>
                  </a:cubicBezTo>
                  <a:cubicBezTo>
                    <a:pt x="885635" y="123634"/>
                    <a:pt x="886778" y="124301"/>
                    <a:pt x="887159" y="124778"/>
                  </a:cubicBezTo>
                  <a:cubicBezTo>
                    <a:pt x="887635" y="125349"/>
                    <a:pt x="887444" y="127349"/>
                    <a:pt x="888016" y="127825"/>
                  </a:cubicBezTo>
                  <a:cubicBezTo>
                    <a:pt x="888778" y="128302"/>
                    <a:pt x="890683" y="127825"/>
                    <a:pt x="891540" y="127445"/>
                  </a:cubicBezTo>
                  <a:cubicBezTo>
                    <a:pt x="891921" y="127349"/>
                    <a:pt x="892397" y="126587"/>
                    <a:pt x="892778" y="126492"/>
                  </a:cubicBezTo>
                  <a:cubicBezTo>
                    <a:pt x="893159" y="126301"/>
                    <a:pt x="894207" y="126206"/>
                    <a:pt x="894588" y="126397"/>
                  </a:cubicBezTo>
                  <a:cubicBezTo>
                    <a:pt x="895160" y="126683"/>
                    <a:pt x="895826" y="127825"/>
                    <a:pt x="895922" y="128397"/>
                  </a:cubicBezTo>
                  <a:cubicBezTo>
                    <a:pt x="896112" y="128968"/>
                    <a:pt x="896017" y="130397"/>
                    <a:pt x="895731" y="130969"/>
                  </a:cubicBezTo>
                  <a:cubicBezTo>
                    <a:pt x="895826" y="131731"/>
                    <a:pt x="894397" y="132874"/>
                    <a:pt x="894397" y="132874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8" name="Freeform: Shape 63">
              <a:extLst>
                <a:ext uri="{FF2B5EF4-FFF2-40B4-BE49-F238E27FC236}">
                  <a16:creationId xmlns:a16="http://schemas.microsoft.com/office/drawing/2014/main" id="{89CF8551-0822-5330-2E2C-752D40BBEF0A}"/>
                </a:ext>
              </a:extLst>
            </p:cNvPr>
            <p:cNvSpPr/>
            <p:nvPr/>
          </p:nvSpPr>
          <p:spPr>
            <a:xfrm>
              <a:off x="5258371" y="2720054"/>
              <a:ext cx="1019175" cy="476250"/>
            </a:xfrm>
            <a:custGeom>
              <a:avLst/>
              <a:gdLst>
                <a:gd name="connsiteX0" fmla="*/ 873347 w 1019175"/>
                <a:gd name="connsiteY0" fmla="*/ 83534 h 476250"/>
                <a:gd name="connsiteX1" fmla="*/ 873823 w 1019175"/>
                <a:gd name="connsiteY1" fmla="*/ 83058 h 476250"/>
                <a:gd name="connsiteX2" fmla="*/ 874205 w 1019175"/>
                <a:gd name="connsiteY2" fmla="*/ 81153 h 476250"/>
                <a:gd name="connsiteX3" fmla="*/ 878872 w 1019175"/>
                <a:gd name="connsiteY3" fmla="*/ 80772 h 476250"/>
                <a:gd name="connsiteX4" fmla="*/ 883634 w 1019175"/>
                <a:gd name="connsiteY4" fmla="*/ 83248 h 476250"/>
                <a:gd name="connsiteX5" fmla="*/ 884777 w 1019175"/>
                <a:gd name="connsiteY5" fmla="*/ 88297 h 476250"/>
                <a:gd name="connsiteX6" fmla="*/ 881158 w 1019175"/>
                <a:gd name="connsiteY6" fmla="*/ 92392 h 476250"/>
                <a:gd name="connsiteX7" fmla="*/ 879634 w 1019175"/>
                <a:gd name="connsiteY7" fmla="*/ 95917 h 476250"/>
                <a:gd name="connsiteX8" fmla="*/ 880777 w 1019175"/>
                <a:gd name="connsiteY8" fmla="*/ 98774 h 476250"/>
                <a:gd name="connsiteX9" fmla="*/ 879538 w 1019175"/>
                <a:gd name="connsiteY9" fmla="*/ 101632 h 476250"/>
                <a:gd name="connsiteX10" fmla="*/ 880205 w 1019175"/>
                <a:gd name="connsiteY10" fmla="*/ 105346 h 476250"/>
                <a:gd name="connsiteX11" fmla="*/ 882968 w 1019175"/>
                <a:gd name="connsiteY11" fmla="*/ 107156 h 476250"/>
                <a:gd name="connsiteX12" fmla="*/ 884682 w 1019175"/>
                <a:gd name="connsiteY12" fmla="*/ 109823 h 476250"/>
                <a:gd name="connsiteX13" fmla="*/ 885635 w 1019175"/>
                <a:gd name="connsiteY13" fmla="*/ 114967 h 476250"/>
                <a:gd name="connsiteX14" fmla="*/ 890397 w 1019175"/>
                <a:gd name="connsiteY14" fmla="*/ 116967 h 476250"/>
                <a:gd name="connsiteX15" fmla="*/ 891254 w 1019175"/>
                <a:gd name="connsiteY15" fmla="*/ 120491 h 476250"/>
                <a:gd name="connsiteX16" fmla="*/ 890683 w 1019175"/>
                <a:gd name="connsiteY16" fmla="*/ 123730 h 476250"/>
                <a:gd name="connsiteX17" fmla="*/ 887159 w 1019175"/>
                <a:gd name="connsiteY17" fmla="*/ 125825 h 476250"/>
                <a:gd name="connsiteX18" fmla="*/ 887539 w 1019175"/>
                <a:gd name="connsiteY18" fmla="*/ 128873 h 476250"/>
                <a:gd name="connsiteX19" fmla="*/ 889063 w 1019175"/>
                <a:gd name="connsiteY19" fmla="*/ 133255 h 476250"/>
                <a:gd name="connsiteX20" fmla="*/ 891159 w 1019175"/>
                <a:gd name="connsiteY20" fmla="*/ 134398 h 476250"/>
                <a:gd name="connsiteX21" fmla="*/ 893445 w 1019175"/>
                <a:gd name="connsiteY21" fmla="*/ 137827 h 476250"/>
                <a:gd name="connsiteX22" fmla="*/ 897255 w 1019175"/>
                <a:gd name="connsiteY22" fmla="*/ 138493 h 476250"/>
                <a:gd name="connsiteX23" fmla="*/ 898207 w 1019175"/>
                <a:gd name="connsiteY23" fmla="*/ 142589 h 476250"/>
                <a:gd name="connsiteX24" fmla="*/ 896303 w 1019175"/>
                <a:gd name="connsiteY24" fmla="*/ 145732 h 476250"/>
                <a:gd name="connsiteX25" fmla="*/ 898303 w 1019175"/>
                <a:gd name="connsiteY25" fmla="*/ 150781 h 476250"/>
                <a:gd name="connsiteX26" fmla="*/ 901827 w 1019175"/>
                <a:gd name="connsiteY26" fmla="*/ 151447 h 476250"/>
                <a:gd name="connsiteX27" fmla="*/ 902780 w 1019175"/>
                <a:gd name="connsiteY27" fmla="*/ 153543 h 476250"/>
                <a:gd name="connsiteX28" fmla="*/ 901922 w 1019175"/>
                <a:gd name="connsiteY28" fmla="*/ 156496 h 476250"/>
                <a:gd name="connsiteX29" fmla="*/ 904208 w 1019175"/>
                <a:gd name="connsiteY29" fmla="*/ 158305 h 476250"/>
                <a:gd name="connsiteX30" fmla="*/ 907066 w 1019175"/>
                <a:gd name="connsiteY30" fmla="*/ 156781 h 476250"/>
                <a:gd name="connsiteX31" fmla="*/ 908590 w 1019175"/>
                <a:gd name="connsiteY31" fmla="*/ 160210 h 476250"/>
                <a:gd name="connsiteX32" fmla="*/ 911447 w 1019175"/>
                <a:gd name="connsiteY32" fmla="*/ 159925 h 476250"/>
                <a:gd name="connsiteX33" fmla="*/ 914495 w 1019175"/>
                <a:gd name="connsiteY33" fmla="*/ 163544 h 476250"/>
                <a:gd name="connsiteX34" fmla="*/ 915257 w 1019175"/>
                <a:gd name="connsiteY34" fmla="*/ 168116 h 476250"/>
                <a:gd name="connsiteX35" fmla="*/ 912400 w 1019175"/>
                <a:gd name="connsiteY35" fmla="*/ 169640 h 476250"/>
                <a:gd name="connsiteX36" fmla="*/ 911162 w 1019175"/>
                <a:gd name="connsiteY36" fmla="*/ 173545 h 476250"/>
                <a:gd name="connsiteX37" fmla="*/ 912209 w 1019175"/>
                <a:gd name="connsiteY37" fmla="*/ 176498 h 476250"/>
                <a:gd name="connsiteX38" fmla="*/ 915638 w 1019175"/>
                <a:gd name="connsiteY38" fmla="*/ 179356 h 476250"/>
                <a:gd name="connsiteX39" fmla="*/ 917543 w 1019175"/>
                <a:gd name="connsiteY39" fmla="*/ 180975 h 476250"/>
                <a:gd name="connsiteX40" fmla="*/ 917448 w 1019175"/>
                <a:gd name="connsiteY40" fmla="*/ 184499 h 476250"/>
                <a:gd name="connsiteX41" fmla="*/ 920877 w 1019175"/>
                <a:gd name="connsiteY41" fmla="*/ 185738 h 476250"/>
                <a:gd name="connsiteX42" fmla="*/ 923544 w 1019175"/>
                <a:gd name="connsiteY42" fmla="*/ 188690 h 476250"/>
                <a:gd name="connsiteX43" fmla="*/ 922306 w 1019175"/>
                <a:gd name="connsiteY43" fmla="*/ 191071 h 476250"/>
                <a:gd name="connsiteX44" fmla="*/ 922401 w 1019175"/>
                <a:gd name="connsiteY44" fmla="*/ 193738 h 476250"/>
                <a:gd name="connsiteX45" fmla="*/ 919544 w 1019175"/>
                <a:gd name="connsiteY45" fmla="*/ 194691 h 476250"/>
                <a:gd name="connsiteX46" fmla="*/ 918020 w 1019175"/>
                <a:gd name="connsiteY46" fmla="*/ 197453 h 476250"/>
                <a:gd name="connsiteX47" fmla="*/ 920305 w 1019175"/>
                <a:gd name="connsiteY47" fmla="*/ 198406 h 476250"/>
                <a:gd name="connsiteX48" fmla="*/ 923544 w 1019175"/>
                <a:gd name="connsiteY48" fmla="*/ 201263 h 476250"/>
                <a:gd name="connsiteX49" fmla="*/ 920782 w 1019175"/>
                <a:gd name="connsiteY49" fmla="*/ 203835 h 476250"/>
                <a:gd name="connsiteX50" fmla="*/ 917353 w 1019175"/>
                <a:gd name="connsiteY50" fmla="*/ 204025 h 476250"/>
                <a:gd name="connsiteX51" fmla="*/ 916591 w 1019175"/>
                <a:gd name="connsiteY51" fmla="*/ 205930 h 476250"/>
                <a:gd name="connsiteX52" fmla="*/ 917448 w 1019175"/>
                <a:gd name="connsiteY52" fmla="*/ 207835 h 476250"/>
                <a:gd name="connsiteX53" fmla="*/ 920401 w 1019175"/>
                <a:gd name="connsiteY53" fmla="*/ 209264 h 476250"/>
                <a:gd name="connsiteX54" fmla="*/ 921068 w 1019175"/>
                <a:gd name="connsiteY54" fmla="*/ 212026 h 476250"/>
                <a:gd name="connsiteX55" fmla="*/ 919544 w 1019175"/>
                <a:gd name="connsiteY55" fmla="*/ 214693 h 476250"/>
                <a:gd name="connsiteX56" fmla="*/ 917829 w 1019175"/>
                <a:gd name="connsiteY56" fmla="*/ 216313 h 476250"/>
                <a:gd name="connsiteX57" fmla="*/ 919067 w 1019175"/>
                <a:gd name="connsiteY57" fmla="*/ 218980 h 476250"/>
                <a:gd name="connsiteX58" fmla="*/ 921544 w 1019175"/>
                <a:gd name="connsiteY58" fmla="*/ 219932 h 476250"/>
                <a:gd name="connsiteX59" fmla="*/ 923544 w 1019175"/>
                <a:gd name="connsiteY59" fmla="*/ 222028 h 476250"/>
                <a:gd name="connsiteX60" fmla="*/ 920591 w 1019175"/>
                <a:gd name="connsiteY60" fmla="*/ 226314 h 476250"/>
                <a:gd name="connsiteX61" fmla="*/ 922592 w 1019175"/>
                <a:gd name="connsiteY61" fmla="*/ 227933 h 476250"/>
                <a:gd name="connsiteX62" fmla="*/ 924687 w 1019175"/>
                <a:gd name="connsiteY62" fmla="*/ 231076 h 476250"/>
                <a:gd name="connsiteX63" fmla="*/ 926973 w 1019175"/>
                <a:gd name="connsiteY63" fmla="*/ 232505 h 476250"/>
                <a:gd name="connsiteX64" fmla="*/ 928402 w 1019175"/>
                <a:gd name="connsiteY64" fmla="*/ 229648 h 476250"/>
                <a:gd name="connsiteX65" fmla="*/ 928783 w 1019175"/>
                <a:gd name="connsiteY65" fmla="*/ 227266 h 476250"/>
                <a:gd name="connsiteX66" fmla="*/ 930878 w 1019175"/>
                <a:gd name="connsiteY66" fmla="*/ 226028 h 476250"/>
                <a:gd name="connsiteX67" fmla="*/ 933926 w 1019175"/>
                <a:gd name="connsiteY67" fmla="*/ 227838 h 476250"/>
                <a:gd name="connsiteX68" fmla="*/ 933926 w 1019175"/>
                <a:gd name="connsiteY68" fmla="*/ 231838 h 476250"/>
                <a:gd name="connsiteX69" fmla="*/ 932212 w 1019175"/>
                <a:gd name="connsiteY69" fmla="*/ 234315 h 476250"/>
                <a:gd name="connsiteX70" fmla="*/ 931164 w 1019175"/>
                <a:gd name="connsiteY70" fmla="*/ 236696 h 476250"/>
                <a:gd name="connsiteX71" fmla="*/ 932593 w 1019175"/>
                <a:gd name="connsiteY71" fmla="*/ 238792 h 476250"/>
                <a:gd name="connsiteX72" fmla="*/ 936117 w 1019175"/>
                <a:gd name="connsiteY72" fmla="*/ 239077 h 476250"/>
                <a:gd name="connsiteX73" fmla="*/ 939451 w 1019175"/>
                <a:gd name="connsiteY73" fmla="*/ 237934 h 476250"/>
                <a:gd name="connsiteX74" fmla="*/ 941737 w 1019175"/>
                <a:gd name="connsiteY74" fmla="*/ 240982 h 476250"/>
                <a:gd name="connsiteX75" fmla="*/ 940498 w 1019175"/>
                <a:gd name="connsiteY75" fmla="*/ 245078 h 476250"/>
                <a:gd name="connsiteX76" fmla="*/ 940975 w 1019175"/>
                <a:gd name="connsiteY76" fmla="*/ 250507 h 476250"/>
                <a:gd name="connsiteX77" fmla="*/ 940880 w 1019175"/>
                <a:gd name="connsiteY77" fmla="*/ 254603 h 476250"/>
                <a:gd name="connsiteX78" fmla="*/ 938403 w 1019175"/>
                <a:gd name="connsiteY78" fmla="*/ 257461 h 476250"/>
                <a:gd name="connsiteX79" fmla="*/ 940022 w 1019175"/>
                <a:gd name="connsiteY79" fmla="*/ 260032 h 476250"/>
                <a:gd name="connsiteX80" fmla="*/ 943261 w 1019175"/>
                <a:gd name="connsiteY80" fmla="*/ 262223 h 476250"/>
                <a:gd name="connsiteX81" fmla="*/ 946213 w 1019175"/>
                <a:gd name="connsiteY81" fmla="*/ 261556 h 476250"/>
                <a:gd name="connsiteX82" fmla="*/ 948785 w 1019175"/>
                <a:gd name="connsiteY82" fmla="*/ 263938 h 476250"/>
                <a:gd name="connsiteX83" fmla="*/ 948309 w 1019175"/>
                <a:gd name="connsiteY83" fmla="*/ 267843 h 476250"/>
                <a:gd name="connsiteX84" fmla="*/ 945261 w 1019175"/>
                <a:gd name="connsiteY84" fmla="*/ 268986 h 476250"/>
                <a:gd name="connsiteX85" fmla="*/ 942975 w 1019175"/>
                <a:gd name="connsiteY85" fmla="*/ 270891 h 476250"/>
                <a:gd name="connsiteX86" fmla="*/ 944404 w 1019175"/>
                <a:gd name="connsiteY86" fmla="*/ 275749 h 476250"/>
                <a:gd name="connsiteX87" fmla="*/ 942594 w 1019175"/>
                <a:gd name="connsiteY87" fmla="*/ 277844 h 476250"/>
                <a:gd name="connsiteX88" fmla="*/ 943642 w 1019175"/>
                <a:gd name="connsiteY88" fmla="*/ 282416 h 476250"/>
                <a:gd name="connsiteX89" fmla="*/ 947356 w 1019175"/>
                <a:gd name="connsiteY89" fmla="*/ 282607 h 476250"/>
                <a:gd name="connsiteX90" fmla="*/ 949357 w 1019175"/>
                <a:gd name="connsiteY90" fmla="*/ 280606 h 476250"/>
                <a:gd name="connsiteX91" fmla="*/ 952214 w 1019175"/>
                <a:gd name="connsiteY91" fmla="*/ 281273 h 476250"/>
                <a:gd name="connsiteX92" fmla="*/ 954024 w 1019175"/>
                <a:gd name="connsiteY92" fmla="*/ 285750 h 476250"/>
                <a:gd name="connsiteX93" fmla="*/ 949738 w 1019175"/>
                <a:gd name="connsiteY93" fmla="*/ 286417 h 476250"/>
                <a:gd name="connsiteX94" fmla="*/ 948309 w 1019175"/>
                <a:gd name="connsiteY94" fmla="*/ 289084 h 476250"/>
                <a:gd name="connsiteX95" fmla="*/ 950690 w 1019175"/>
                <a:gd name="connsiteY95" fmla="*/ 292513 h 476250"/>
                <a:gd name="connsiteX96" fmla="*/ 950500 w 1019175"/>
                <a:gd name="connsiteY96" fmla="*/ 298704 h 476250"/>
                <a:gd name="connsiteX97" fmla="*/ 948880 w 1019175"/>
                <a:gd name="connsiteY97" fmla="*/ 302133 h 476250"/>
                <a:gd name="connsiteX98" fmla="*/ 950500 w 1019175"/>
                <a:gd name="connsiteY98" fmla="*/ 304038 h 476250"/>
                <a:gd name="connsiteX99" fmla="*/ 951929 w 1019175"/>
                <a:gd name="connsiteY99" fmla="*/ 306324 h 476250"/>
                <a:gd name="connsiteX100" fmla="*/ 950405 w 1019175"/>
                <a:gd name="connsiteY100" fmla="*/ 309467 h 476250"/>
                <a:gd name="connsiteX101" fmla="*/ 952310 w 1019175"/>
                <a:gd name="connsiteY101" fmla="*/ 311658 h 476250"/>
                <a:gd name="connsiteX102" fmla="*/ 954596 w 1019175"/>
                <a:gd name="connsiteY102" fmla="*/ 313753 h 476250"/>
                <a:gd name="connsiteX103" fmla="*/ 954596 w 1019175"/>
                <a:gd name="connsiteY103" fmla="*/ 318421 h 476250"/>
                <a:gd name="connsiteX104" fmla="*/ 955262 w 1019175"/>
                <a:gd name="connsiteY104" fmla="*/ 322040 h 476250"/>
                <a:gd name="connsiteX105" fmla="*/ 957644 w 1019175"/>
                <a:gd name="connsiteY105" fmla="*/ 323564 h 476250"/>
                <a:gd name="connsiteX106" fmla="*/ 958977 w 1019175"/>
                <a:gd name="connsiteY106" fmla="*/ 326326 h 476250"/>
                <a:gd name="connsiteX107" fmla="*/ 958405 w 1019175"/>
                <a:gd name="connsiteY107" fmla="*/ 329755 h 476250"/>
                <a:gd name="connsiteX108" fmla="*/ 955834 w 1019175"/>
                <a:gd name="connsiteY108" fmla="*/ 330422 h 476250"/>
                <a:gd name="connsiteX109" fmla="*/ 954214 w 1019175"/>
                <a:gd name="connsiteY109" fmla="*/ 333280 h 476250"/>
                <a:gd name="connsiteX110" fmla="*/ 955643 w 1019175"/>
                <a:gd name="connsiteY110" fmla="*/ 336423 h 476250"/>
                <a:gd name="connsiteX111" fmla="*/ 955072 w 1019175"/>
                <a:gd name="connsiteY111" fmla="*/ 340138 h 476250"/>
                <a:gd name="connsiteX112" fmla="*/ 956596 w 1019175"/>
                <a:gd name="connsiteY112" fmla="*/ 343567 h 476250"/>
                <a:gd name="connsiteX113" fmla="*/ 955357 w 1019175"/>
                <a:gd name="connsiteY113" fmla="*/ 346615 h 476250"/>
                <a:gd name="connsiteX114" fmla="*/ 953262 w 1019175"/>
                <a:gd name="connsiteY114" fmla="*/ 348424 h 476250"/>
                <a:gd name="connsiteX115" fmla="*/ 950976 w 1019175"/>
                <a:gd name="connsiteY115" fmla="*/ 352806 h 476250"/>
                <a:gd name="connsiteX116" fmla="*/ 951929 w 1019175"/>
                <a:gd name="connsiteY116" fmla="*/ 355187 h 476250"/>
                <a:gd name="connsiteX117" fmla="*/ 954881 w 1019175"/>
                <a:gd name="connsiteY117" fmla="*/ 356140 h 476250"/>
                <a:gd name="connsiteX118" fmla="*/ 956596 w 1019175"/>
                <a:gd name="connsiteY118" fmla="*/ 361188 h 476250"/>
                <a:gd name="connsiteX119" fmla="*/ 958691 w 1019175"/>
                <a:gd name="connsiteY119" fmla="*/ 362998 h 476250"/>
                <a:gd name="connsiteX120" fmla="*/ 962978 w 1019175"/>
                <a:gd name="connsiteY120" fmla="*/ 362521 h 476250"/>
                <a:gd name="connsiteX121" fmla="*/ 965835 w 1019175"/>
                <a:gd name="connsiteY121" fmla="*/ 368046 h 476250"/>
                <a:gd name="connsiteX122" fmla="*/ 967454 w 1019175"/>
                <a:gd name="connsiteY122" fmla="*/ 371475 h 476250"/>
                <a:gd name="connsiteX123" fmla="*/ 966216 w 1019175"/>
                <a:gd name="connsiteY123" fmla="*/ 374523 h 476250"/>
                <a:gd name="connsiteX124" fmla="*/ 966026 w 1019175"/>
                <a:gd name="connsiteY124" fmla="*/ 374904 h 476250"/>
                <a:gd name="connsiteX125" fmla="*/ 964692 w 1019175"/>
                <a:gd name="connsiteY125" fmla="*/ 377095 h 476250"/>
                <a:gd name="connsiteX126" fmla="*/ 966597 w 1019175"/>
                <a:gd name="connsiteY126" fmla="*/ 380619 h 476250"/>
                <a:gd name="connsiteX127" fmla="*/ 967264 w 1019175"/>
                <a:gd name="connsiteY127" fmla="*/ 383381 h 476250"/>
                <a:gd name="connsiteX128" fmla="*/ 970217 w 1019175"/>
                <a:gd name="connsiteY128" fmla="*/ 384334 h 476250"/>
                <a:gd name="connsiteX129" fmla="*/ 973074 w 1019175"/>
                <a:gd name="connsiteY129" fmla="*/ 383476 h 476250"/>
                <a:gd name="connsiteX130" fmla="*/ 974598 w 1019175"/>
                <a:gd name="connsiteY130" fmla="*/ 382238 h 476250"/>
                <a:gd name="connsiteX131" fmla="*/ 974598 w 1019175"/>
                <a:gd name="connsiteY131" fmla="*/ 379381 h 476250"/>
                <a:gd name="connsiteX132" fmla="*/ 977265 w 1019175"/>
                <a:gd name="connsiteY132" fmla="*/ 378238 h 476250"/>
                <a:gd name="connsiteX133" fmla="*/ 979075 w 1019175"/>
                <a:gd name="connsiteY133" fmla="*/ 379571 h 476250"/>
                <a:gd name="connsiteX134" fmla="*/ 980980 w 1019175"/>
                <a:gd name="connsiteY134" fmla="*/ 382048 h 476250"/>
                <a:gd name="connsiteX135" fmla="*/ 979932 w 1019175"/>
                <a:gd name="connsiteY135" fmla="*/ 385477 h 476250"/>
                <a:gd name="connsiteX136" fmla="*/ 977265 w 1019175"/>
                <a:gd name="connsiteY136" fmla="*/ 387286 h 476250"/>
                <a:gd name="connsiteX137" fmla="*/ 975551 w 1019175"/>
                <a:gd name="connsiteY137" fmla="*/ 389477 h 476250"/>
                <a:gd name="connsiteX138" fmla="*/ 975170 w 1019175"/>
                <a:gd name="connsiteY138" fmla="*/ 392620 h 476250"/>
                <a:gd name="connsiteX139" fmla="*/ 976789 w 1019175"/>
                <a:gd name="connsiteY139" fmla="*/ 394430 h 476250"/>
                <a:gd name="connsiteX140" fmla="*/ 980218 w 1019175"/>
                <a:gd name="connsiteY140" fmla="*/ 395383 h 476250"/>
                <a:gd name="connsiteX141" fmla="*/ 980885 w 1019175"/>
                <a:gd name="connsiteY141" fmla="*/ 398240 h 476250"/>
                <a:gd name="connsiteX142" fmla="*/ 979837 w 1019175"/>
                <a:gd name="connsiteY142" fmla="*/ 401955 h 476250"/>
                <a:gd name="connsiteX143" fmla="*/ 981075 w 1019175"/>
                <a:gd name="connsiteY143" fmla="*/ 404717 h 476250"/>
                <a:gd name="connsiteX144" fmla="*/ 982123 w 1019175"/>
                <a:gd name="connsiteY144" fmla="*/ 407860 h 476250"/>
                <a:gd name="connsiteX145" fmla="*/ 984695 w 1019175"/>
                <a:gd name="connsiteY145" fmla="*/ 410527 h 476250"/>
                <a:gd name="connsiteX146" fmla="*/ 983075 w 1019175"/>
                <a:gd name="connsiteY146" fmla="*/ 413480 h 476250"/>
                <a:gd name="connsiteX147" fmla="*/ 981170 w 1019175"/>
                <a:gd name="connsiteY147" fmla="*/ 415671 h 476250"/>
                <a:gd name="connsiteX148" fmla="*/ 982028 w 1019175"/>
                <a:gd name="connsiteY148" fmla="*/ 417481 h 476250"/>
                <a:gd name="connsiteX149" fmla="*/ 984695 w 1019175"/>
                <a:gd name="connsiteY149" fmla="*/ 417481 h 476250"/>
                <a:gd name="connsiteX150" fmla="*/ 987838 w 1019175"/>
                <a:gd name="connsiteY150" fmla="*/ 416528 h 476250"/>
                <a:gd name="connsiteX151" fmla="*/ 989838 w 1019175"/>
                <a:gd name="connsiteY151" fmla="*/ 418243 h 476250"/>
                <a:gd name="connsiteX152" fmla="*/ 992600 w 1019175"/>
                <a:gd name="connsiteY152" fmla="*/ 418909 h 476250"/>
                <a:gd name="connsiteX153" fmla="*/ 992410 w 1019175"/>
                <a:gd name="connsiteY153" fmla="*/ 422053 h 476250"/>
                <a:gd name="connsiteX154" fmla="*/ 993648 w 1019175"/>
                <a:gd name="connsiteY154" fmla="*/ 424624 h 476250"/>
                <a:gd name="connsiteX155" fmla="*/ 997268 w 1019175"/>
                <a:gd name="connsiteY155" fmla="*/ 426053 h 476250"/>
                <a:gd name="connsiteX156" fmla="*/ 1000030 w 1019175"/>
                <a:gd name="connsiteY156" fmla="*/ 425672 h 476250"/>
                <a:gd name="connsiteX157" fmla="*/ 1002411 w 1019175"/>
                <a:gd name="connsiteY157" fmla="*/ 427482 h 476250"/>
                <a:gd name="connsiteX158" fmla="*/ 1002887 w 1019175"/>
                <a:gd name="connsiteY158" fmla="*/ 430816 h 476250"/>
                <a:gd name="connsiteX159" fmla="*/ 1001649 w 1019175"/>
                <a:gd name="connsiteY159" fmla="*/ 434245 h 476250"/>
                <a:gd name="connsiteX160" fmla="*/ 1002697 w 1019175"/>
                <a:gd name="connsiteY160" fmla="*/ 436626 h 476250"/>
                <a:gd name="connsiteX161" fmla="*/ 1005269 w 1019175"/>
                <a:gd name="connsiteY161" fmla="*/ 438150 h 476250"/>
                <a:gd name="connsiteX162" fmla="*/ 1007173 w 1019175"/>
                <a:gd name="connsiteY162" fmla="*/ 440436 h 476250"/>
                <a:gd name="connsiteX163" fmla="*/ 1008317 w 1019175"/>
                <a:gd name="connsiteY163" fmla="*/ 443103 h 476250"/>
                <a:gd name="connsiteX164" fmla="*/ 1011936 w 1019175"/>
                <a:gd name="connsiteY164" fmla="*/ 444722 h 476250"/>
                <a:gd name="connsiteX165" fmla="*/ 1014031 w 1019175"/>
                <a:gd name="connsiteY165" fmla="*/ 449104 h 476250"/>
                <a:gd name="connsiteX166" fmla="*/ 1012984 w 1019175"/>
                <a:gd name="connsiteY166" fmla="*/ 452723 h 476250"/>
                <a:gd name="connsiteX167" fmla="*/ 1010507 w 1019175"/>
                <a:gd name="connsiteY167" fmla="*/ 454247 h 476250"/>
                <a:gd name="connsiteX168" fmla="*/ 1011746 w 1019175"/>
                <a:gd name="connsiteY168" fmla="*/ 458343 h 476250"/>
                <a:gd name="connsiteX169" fmla="*/ 1013841 w 1019175"/>
                <a:gd name="connsiteY169" fmla="*/ 460057 h 476250"/>
                <a:gd name="connsiteX170" fmla="*/ 1016318 w 1019175"/>
                <a:gd name="connsiteY170" fmla="*/ 459772 h 476250"/>
                <a:gd name="connsiteX171" fmla="*/ 1019080 w 1019175"/>
                <a:gd name="connsiteY171" fmla="*/ 459010 h 476250"/>
                <a:gd name="connsiteX172" fmla="*/ 1021080 w 1019175"/>
                <a:gd name="connsiteY172" fmla="*/ 460343 h 476250"/>
                <a:gd name="connsiteX173" fmla="*/ 1022699 w 1019175"/>
                <a:gd name="connsiteY173" fmla="*/ 463201 h 476250"/>
                <a:gd name="connsiteX174" fmla="*/ 887825 w 1019175"/>
                <a:gd name="connsiteY174" fmla="*/ 469582 h 476250"/>
                <a:gd name="connsiteX175" fmla="*/ 727615 w 1019175"/>
                <a:gd name="connsiteY175" fmla="*/ 474155 h 476250"/>
                <a:gd name="connsiteX176" fmla="*/ 515398 w 1019175"/>
                <a:gd name="connsiteY176" fmla="*/ 476440 h 476250"/>
                <a:gd name="connsiteX177" fmla="*/ 382905 w 1019175"/>
                <a:gd name="connsiteY177" fmla="*/ 476250 h 476250"/>
                <a:gd name="connsiteX178" fmla="*/ 229457 w 1019175"/>
                <a:gd name="connsiteY178" fmla="*/ 473297 h 476250"/>
                <a:gd name="connsiteX179" fmla="*/ 232601 w 1019175"/>
                <a:gd name="connsiteY179" fmla="*/ 318325 h 476250"/>
                <a:gd name="connsiteX180" fmla="*/ 0 w 1019175"/>
                <a:gd name="connsiteY180" fmla="*/ 309658 h 476250"/>
                <a:gd name="connsiteX181" fmla="*/ 13811 w 1019175"/>
                <a:gd name="connsiteY181" fmla="*/ 0 h 476250"/>
                <a:gd name="connsiteX182" fmla="*/ 155638 w 1019175"/>
                <a:gd name="connsiteY182" fmla="*/ 5715 h 476250"/>
                <a:gd name="connsiteX183" fmla="*/ 448818 w 1019175"/>
                <a:gd name="connsiteY183" fmla="*/ 10287 h 476250"/>
                <a:gd name="connsiteX184" fmla="*/ 639985 w 1019175"/>
                <a:gd name="connsiteY184" fmla="*/ 8572 h 476250"/>
                <a:gd name="connsiteX185" fmla="*/ 643890 w 1019175"/>
                <a:gd name="connsiteY185" fmla="*/ 16192 h 476250"/>
                <a:gd name="connsiteX186" fmla="*/ 648272 w 1019175"/>
                <a:gd name="connsiteY186" fmla="*/ 18478 h 476250"/>
                <a:gd name="connsiteX187" fmla="*/ 654463 w 1019175"/>
                <a:gd name="connsiteY187" fmla="*/ 20764 h 476250"/>
                <a:gd name="connsiteX188" fmla="*/ 659130 w 1019175"/>
                <a:gd name="connsiteY188" fmla="*/ 23622 h 476250"/>
                <a:gd name="connsiteX189" fmla="*/ 661035 w 1019175"/>
                <a:gd name="connsiteY189" fmla="*/ 26098 h 476250"/>
                <a:gd name="connsiteX190" fmla="*/ 664464 w 1019175"/>
                <a:gd name="connsiteY190" fmla="*/ 27241 h 476250"/>
                <a:gd name="connsiteX191" fmla="*/ 668655 w 1019175"/>
                <a:gd name="connsiteY191" fmla="*/ 28099 h 476250"/>
                <a:gd name="connsiteX192" fmla="*/ 672751 w 1019175"/>
                <a:gd name="connsiteY192" fmla="*/ 31242 h 476250"/>
                <a:gd name="connsiteX193" fmla="*/ 677609 w 1019175"/>
                <a:gd name="connsiteY193" fmla="*/ 33147 h 476250"/>
                <a:gd name="connsiteX194" fmla="*/ 682180 w 1019175"/>
                <a:gd name="connsiteY194" fmla="*/ 32956 h 476250"/>
                <a:gd name="connsiteX195" fmla="*/ 686181 w 1019175"/>
                <a:gd name="connsiteY195" fmla="*/ 36385 h 476250"/>
                <a:gd name="connsiteX196" fmla="*/ 690181 w 1019175"/>
                <a:gd name="connsiteY196" fmla="*/ 41529 h 476250"/>
                <a:gd name="connsiteX197" fmla="*/ 695992 w 1019175"/>
                <a:gd name="connsiteY197" fmla="*/ 45339 h 476250"/>
                <a:gd name="connsiteX198" fmla="*/ 700373 w 1019175"/>
                <a:gd name="connsiteY198" fmla="*/ 43910 h 476250"/>
                <a:gd name="connsiteX199" fmla="*/ 704279 w 1019175"/>
                <a:gd name="connsiteY199" fmla="*/ 42767 h 476250"/>
                <a:gd name="connsiteX200" fmla="*/ 708279 w 1019175"/>
                <a:gd name="connsiteY200" fmla="*/ 38767 h 476250"/>
                <a:gd name="connsiteX201" fmla="*/ 710375 w 1019175"/>
                <a:gd name="connsiteY201" fmla="*/ 33528 h 476250"/>
                <a:gd name="connsiteX202" fmla="*/ 712470 w 1019175"/>
                <a:gd name="connsiteY202" fmla="*/ 28956 h 476250"/>
                <a:gd name="connsiteX203" fmla="*/ 715137 w 1019175"/>
                <a:gd name="connsiteY203" fmla="*/ 26384 h 476250"/>
                <a:gd name="connsiteX204" fmla="*/ 718185 w 1019175"/>
                <a:gd name="connsiteY204" fmla="*/ 27908 h 476250"/>
                <a:gd name="connsiteX205" fmla="*/ 721233 w 1019175"/>
                <a:gd name="connsiteY205" fmla="*/ 29908 h 476250"/>
                <a:gd name="connsiteX206" fmla="*/ 725710 w 1019175"/>
                <a:gd name="connsiteY206" fmla="*/ 29242 h 476250"/>
                <a:gd name="connsiteX207" fmla="*/ 729520 w 1019175"/>
                <a:gd name="connsiteY207" fmla="*/ 29527 h 476250"/>
                <a:gd name="connsiteX208" fmla="*/ 735139 w 1019175"/>
                <a:gd name="connsiteY208" fmla="*/ 31432 h 476250"/>
                <a:gd name="connsiteX209" fmla="*/ 738283 w 1019175"/>
                <a:gd name="connsiteY209" fmla="*/ 28956 h 476250"/>
                <a:gd name="connsiteX210" fmla="*/ 743236 w 1019175"/>
                <a:gd name="connsiteY210" fmla="*/ 28194 h 476250"/>
                <a:gd name="connsiteX211" fmla="*/ 746188 w 1019175"/>
                <a:gd name="connsiteY211" fmla="*/ 29813 h 476250"/>
                <a:gd name="connsiteX212" fmla="*/ 750570 w 1019175"/>
                <a:gd name="connsiteY212" fmla="*/ 30575 h 476250"/>
                <a:gd name="connsiteX213" fmla="*/ 753523 w 1019175"/>
                <a:gd name="connsiteY213" fmla="*/ 27718 h 476250"/>
                <a:gd name="connsiteX214" fmla="*/ 757428 w 1019175"/>
                <a:gd name="connsiteY214" fmla="*/ 28289 h 476250"/>
                <a:gd name="connsiteX215" fmla="*/ 761429 w 1019175"/>
                <a:gd name="connsiteY215" fmla="*/ 29432 h 476250"/>
                <a:gd name="connsiteX216" fmla="*/ 764477 w 1019175"/>
                <a:gd name="connsiteY216" fmla="*/ 26670 h 476250"/>
                <a:gd name="connsiteX217" fmla="*/ 767905 w 1019175"/>
                <a:gd name="connsiteY217" fmla="*/ 26670 h 476250"/>
                <a:gd name="connsiteX218" fmla="*/ 772097 w 1019175"/>
                <a:gd name="connsiteY218" fmla="*/ 29718 h 476250"/>
                <a:gd name="connsiteX219" fmla="*/ 773239 w 1019175"/>
                <a:gd name="connsiteY219" fmla="*/ 27337 h 476250"/>
                <a:gd name="connsiteX220" fmla="*/ 776954 w 1019175"/>
                <a:gd name="connsiteY220" fmla="*/ 26384 h 476250"/>
                <a:gd name="connsiteX221" fmla="*/ 780383 w 1019175"/>
                <a:gd name="connsiteY221" fmla="*/ 29146 h 476250"/>
                <a:gd name="connsiteX222" fmla="*/ 783336 w 1019175"/>
                <a:gd name="connsiteY222" fmla="*/ 27337 h 476250"/>
                <a:gd name="connsiteX223" fmla="*/ 786098 w 1019175"/>
                <a:gd name="connsiteY223" fmla="*/ 29337 h 476250"/>
                <a:gd name="connsiteX224" fmla="*/ 786479 w 1019175"/>
                <a:gd name="connsiteY224" fmla="*/ 33242 h 476250"/>
                <a:gd name="connsiteX225" fmla="*/ 788194 w 1019175"/>
                <a:gd name="connsiteY225" fmla="*/ 35623 h 476250"/>
                <a:gd name="connsiteX226" fmla="*/ 791051 w 1019175"/>
                <a:gd name="connsiteY226" fmla="*/ 35242 h 476250"/>
                <a:gd name="connsiteX227" fmla="*/ 793432 w 1019175"/>
                <a:gd name="connsiteY227" fmla="*/ 36290 h 476250"/>
                <a:gd name="connsiteX228" fmla="*/ 795433 w 1019175"/>
                <a:gd name="connsiteY228" fmla="*/ 38862 h 476250"/>
                <a:gd name="connsiteX229" fmla="*/ 799433 w 1019175"/>
                <a:gd name="connsiteY229" fmla="*/ 40481 h 476250"/>
                <a:gd name="connsiteX230" fmla="*/ 802957 w 1019175"/>
                <a:gd name="connsiteY230" fmla="*/ 39910 h 476250"/>
                <a:gd name="connsiteX231" fmla="*/ 806291 w 1019175"/>
                <a:gd name="connsiteY231" fmla="*/ 40291 h 476250"/>
                <a:gd name="connsiteX232" fmla="*/ 810578 w 1019175"/>
                <a:gd name="connsiteY232" fmla="*/ 41910 h 476250"/>
                <a:gd name="connsiteX233" fmla="*/ 814483 w 1019175"/>
                <a:gd name="connsiteY233" fmla="*/ 42100 h 476250"/>
                <a:gd name="connsiteX234" fmla="*/ 815245 w 1019175"/>
                <a:gd name="connsiteY234" fmla="*/ 45720 h 476250"/>
                <a:gd name="connsiteX235" fmla="*/ 817245 w 1019175"/>
                <a:gd name="connsiteY235" fmla="*/ 48768 h 476250"/>
                <a:gd name="connsiteX236" fmla="*/ 818769 w 1019175"/>
                <a:gd name="connsiteY236" fmla="*/ 46577 h 476250"/>
                <a:gd name="connsiteX237" fmla="*/ 822674 w 1019175"/>
                <a:gd name="connsiteY237" fmla="*/ 45339 h 476250"/>
                <a:gd name="connsiteX238" fmla="*/ 826580 w 1019175"/>
                <a:gd name="connsiteY238" fmla="*/ 47339 h 476250"/>
                <a:gd name="connsiteX239" fmla="*/ 829151 w 1019175"/>
                <a:gd name="connsiteY239" fmla="*/ 49720 h 476250"/>
                <a:gd name="connsiteX240" fmla="*/ 834200 w 1019175"/>
                <a:gd name="connsiteY240" fmla="*/ 50578 h 476250"/>
                <a:gd name="connsiteX241" fmla="*/ 834580 w 1019175"/>
                <a:gd name="connsiteY241" fmla="*/ 54007 h 476250"/>
                <a:gd name="connsiteX242" fmla="*/ 836295 w 1019175"/>
                <a:gd name="connsiteY242" fmla="*/ 56007 h 476250"/>
                <a:gd name="connsiteX243" fmla="*/ 839534 w 1019175"/>
                <a:gd name="connsiteY243" fmla="*/ 56197 h 476250"/>
                <a:gd name="connsiteX244" fmla="*/ 843153 w 1019175"/>
                <a:gd name="connsiteY244" fmla="*/ 54578 h 476250"/>
                <a:gd name="connsiteX245" fmla="*/ 846201 w 1019175"/>
                <a:gd name="connsiteY245" fmla="*/ 55912 h 476250"/>
                <a:gd name="connsiteX246" fmla="*/ 848011 w 1019175"/>
                <a:gd name="connsiteY246" fmla="*/ 59817 h 476250"/>
                <a:gd name="connsiteX247" fmla="*/ 845153 w 1019175"/>
                <a:gd name="connsiteY247" fmla="*/ 62103 h 476250"/>
                <a:gd name="connsiteX248" fmla="*/ 844868 w 1019175"/>
                <a:gd name="connsiteY248" fmla="*/ 65818 h 476250"/>
                <a:gd name="connsiteX249" fmla="*/ 847249 w 1019175"/>
                <a:gd name="connsiteY249" fmla="*/ 69151 h 476250"/>
                <a:gd name="connsiteX250" fmla="*/ 850868 w 1019175"/>
                <a:gd name="connsiteY250" fmla="*/ 70771 h 476250"/>
                <a:gd name="connsiteX251" fmla="*/ 852869 w 1019175"/>
                <a:gd name="connsiteY251" fmla="*/ 72961 h 476250"/>
                <a:gd name="connsiteX252" fmla="*/ 854393 w 1019175"/>
                <a:gd name="connsiteY252" fmla="*/ 78772 h 476250"/>
                <a:gd name="connsiteX253" fmla="*/ 856393 w 1019175"/>
                <a:gd name="connsiteY253" fmla="*/ 80772 h 476250"/>
                <a:gd name="connsiteX254" fmla="*/ 858964 w 1019175"/>
                <a:gd name="connsiteY254" fmla="*/ 79915 h 476250"/>
                <a:gd name="connsiteX255" fmla="*/ 861727 w 1019175"/>
                <a:gd name="connsiteY255" fmla="*/ 77819 h 476250"/>
                <a:gd name="connsiteX256" fmla="*/ 865251 w 1019175"/>
                <a:gd name="connsiteY256" fmla="*/ 78486 h 476250"/>
                <a:gd name="connsiteX257" fmla="*/ 867251 w 1019175"/>
                <a:gd name="connsiteY257" fmla="*/ 80105 h 476250"/>
                <a:gd name="connsiteX258" fmla="*/ 868394 w 1019175"/>
                <a:gd name="connsiteY258" fmla="*/ 83153 h 476250"/>
                <a:gd name="connsiteX259" fmla="*/ 871156 w 1019175"/>
                <a:gd name="connsiteY259" fmla="*/ 84296 h 476250"/>
                <a:gd name="connsiteX260" fmla="*/ 873347 w 1019175"/>
                <a:gd name="connsiteY260" fmla="*/ 83534 h 476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1019175" h="476250">
                  <a:moveTo>
                    <a:pt x="873347" y="83534"/>
                  </a:moveTo>
                  <a:cubicBezTo>
                    <a:pt x="873538" y="83344"/>
                    <a:pt x="873728" y="83248"/>
                    <a:pt x="873823" y="83058"/>
                  </a:cubicBezTo>
                  <a:cubicBezTo>
                    <a:pt x="874109" y="82677"/>
                    <a:pt x="873823" y="81439"/>
                    <a:pt x="874205" y="81153"/>
                  </a:cubicBezTo>
                  <a:cubicBezTo>
                    <a:pt x="875062" y="80391"/>
                    <a:pt x="877729" y="80486"/>
                    <a:pt x="878872" y="80772"/>
                  </a:cubicBezTo>
                  <a:cubicBezTo>
                    <a:pt x="880205" y="81058"/>
                    <a:pt x="882777" y="82201"/>
                    <a:pt x="883634" y="83248"/>
                  </a:cubicBezTo>
                  <a:cubicBezTo>
                    <a:pt x="884396" y="84296"/>
                    <a:pt x="885063" y="87058"/>
                    <a:pt x="884777" y="88297"/>
                  </a:cubicBezTo>
                  <a:cubicBezTo>
                    <a:pt x="884396" y="89630"/>
                    <a:pt x="881920" y="91249"/>
                    <a:pt x="881158" y="92392"/>
                  </a:cubicBezTo>
                  <a:cubicBezTo>
                    <a:pt x="880681" y="93250"/>
                    <a:pt x="879634" y="94964"/>
                    <a:pt x="879634" y="95917"/>
                  </a:cubicBezTo>
                  <a:cubicBezTo>
                    <a:pt x="879634" y="96679"/>
                    <a:pt x="880777" y="98012"/>
                    <a:pt x="880777" y="98774"/>
                  </a:cubicBezTo>
                  <a:cubicBezTo>
                    <a:pt x="880777" y="99536"/>
                    <a:pt x="879634" y="100870"/>
                    <a:pt x="879538" y="101632"/>
                  </a:cubicBezTo>
                  <a:cubicBezTo>
                    <a:pt x="879443" y="102584"/>
                    <a:pt x="879634" y="104489"/>
                    <a:pt x="880205" y="105346"/>
                  </a:cubicBezTo>
                  <a:cubicBezTo>
                    <a:pt x="880681" y="106013"/>
                    <a:pt x="882396" y="106585"/>
                    <a:pt x="882968" y="107156"/>
                  </a:cubicBezTo>
                  <a:cubicBezTo>
                    <a:pt x="883539" y="107728"/>
                    <a:pt x="884396" y="109061"/>
                    <a:pt x="884682" y="109823"/>
                  </a:cubicBezTo>
                  <a:cubicBezTo>
                    <a:pt x="885158" y="111061"/>
                    <a:pt x="884777" y="113919"/>
                    <a:pt x="885635" y="114967"/>
                  </a:cubicBezTo>
                  <a:cubicBezTo>
                    <a:pt x="886397" y="116014"/>
                    <a:pt x="889635" y="116014"/>
                    <a:pt x="890397" y="116967"/>
                  </a:cubicBezTo>
                  <a:cubicBezTo>
                    <a:pt x="890969" y="117634"/>
                    <a:pt x="891254" y="119634"/>
                    <a:pt x="891254" y="120491"/>
                  </a:cubicBezTo>
                  <a:cubicBezTo>
                    <a:pt x="891254" y="121348"/>
                    <a:pt x="891159" y="123063"/>
                    <a:pt x="890683" y="123730"/>
                  </a:cubicBezTo>
                  <a:cubicBezTo>
                    <a:pt x="890111" y="124587"/>
                    <a:pt x="887635" y="124968"/>
                    <a:pt x="887159" y="125825"/>
                  </a:cubicBezTo>
                  <a:cubicBezTo>
                    <a:pt x="886778" y="126492"/>
                    <a:pt x="887349" y="128111"/>
                    <a:pt x="887539" y="128873"/>
                  </a:cubicBezTo>
                  <a:cubicBezTo>
                    <a:pt x="887825" y="130016"/>
                    <a:pt x="888302" y="132397"/>
                    <a:pt x="889063" y="133255"/>
                  </a:cubicBezTo>
                  <a:cubicBezTo>
                    <a:pt x="889445" y="133731"/>
                    <a:pt x="890778" y="134017"/>
                    <a:pt x="891159" y="134398"/>
                  </a:cubicBezTo>
                  <a:cubicBezTo>
                    <a:pt x="891921" y="135064"/>
                    <a:pt x="892588" y="137255"/>
                    <a:pt x="893445" y="137827"/>
                  </a:cubicBezTo>
                  <a:cubicBezTo>
                    <a:pt x="894207" y="138398"/>
                    <a:pt x="896588" y="137827"/>
                    <a:pt x="897255" y="138493"/>
                  </a:cubicBezTo>
                  <a:cubicBezTo>
                    <a:pt x="898017" y="139255"/>
                    <a:pt x="898398" y="141541"/>
                    <a:pt x="898207" y="142589"/>
                  </a:cubicBezTo>
                  <a:cubicBezTo>
                    <a:pt x="898112" y="143542"/>
                    <a:pt x="896398" y="144875"/>
                    <a:pt x="896303" y="145732"/>
                  </a:cubicBezTo>
                  <a:cubicBezTo>
                    <a:pt x="896207" y="147066"/>
                    <a:pt x="897255" y="149923"/>
                    <a:pt x="898303" y="150781"/>
                  </a:cubicBezTo>
                  <a:cubicBezTo>
                    <a:pt x="898970" y="151352"/>
                    <a:pt x="901160" y="150876"/>
                    <a:pt x="901827" y="151447"/>
                  </a:cubicBezTo>
                  <a:cubicBezTo>
                    <a:pt x="902303" y="151828"/>
                    <a:pt x="902684" y="152971"/>
                    <a:pt x="902780" y="153543"/>
                  </a:cubicBezTo>
                  <a:cubicBezTo>
                    <a:pt x="902875" y="154305"/>
                    <a:pt x="901637" y="155734"/>
                    <a:pt x="901922" y="156496"/>
                  </a:cubicBezTo>
                  <a:cubicBezTo>
                    <a:pt x="902113" y="157163"/>
                    <a:pt x="903542" y="158210"/>
                    <a:pt x="904208" y="158305"/>
                  </a:cubicBezTo>
                  <a:cubicBezTo>
                    <a:pt x="905065" y="158401"/>
                    <a:pt x="906304" y="156496"/>
                    <a:pt x="907066" y="156781"/>
                  </a:cubicBezTo>
                  <a:cubicBezTo>
                    <a:pt x="907923" y="157067"/>
                    <a:pt x="907828" y="159734"/>
                    <a:pt x="908590" y="160210"/>
                  </a:cubicBezTo>
                  <a:cubicBezTo>
                    <a:pt x="909256" y="160591"/>
                    <a:pt x="910780" y="159639"/>
                    <a:pt x="911447" y="159925"/>
                  </a:cubicBezTo>
                  <a:cubicBezTo>
                    <a:pt x="912590" y="160401"/>
                    <a:pt x="914019" y="162496"/>
                    <a:pt x="914495" y="163544"/>
                  </a:cubicBezTo>
                  <a:cubicBezTo>
                    <a:pt x="914972" y="164592"/>
                    <a:pt x="915734" y="167068"/>
                    <a:pt x="915257" y="168116"/>
                  </a:cubicBezTo>
                  <a:cubicBezTo>
                    <a:pt x="914876" y="168878"/>
                    <a:pt x="912971" y="169069"/>
                    <a:pt x="912400" y="169640"/>
                  </a:cubicBezTo>
                  <a:cubicBezTo>
                    <a:pt x="911733" y="170402"/>
                    <a:pt x="911162" y="172593"/>
                    <a:pt x="911162" y="173545"/>
                  </a:cubicBezTo>
                  <a:cubicBezTo>
                    <a:pt x="911162" y="174307"/>
                    <a:pt x="911733" y="175831"/>
                    <a:pt x="912209" y="176498"/>
                  </a:cubicBezTo>
                  <a:cubicBezTo>
                    <a:pt x="912876" y="177451"/>
                    <a:pt x="914781" y="178689"/>
                    <a:pt x="915638" y="179356"/>
                  </a:cubicBezTo>
                  <a:cubicBezTo>
                    <a:pt x="916114" y="179737"/>
                    <a:pt x="917257" y="180308"/>
                    <a:pt x="917543" y="180975"/>
                  </a:cubicBezTo>
                  <a:cubicBezTo>
                    <a:pt x="917924" y="181737"/>
                    <a:pt x="916877" y="183737"/>
                    <a:pt x="917448" y="184499"/>
                  </a:cubicBezTo>
                  <a:cubicBezTo>
                    <a:pt x="917924" y="185261"/>
                    <a:pt x="920115" y="185166"/>
                    <a:pt x="920877" y="185738"/>
                  </a:cubicBezTo>
                  <a:cubicBezTo>
                    <a:pt x="921734" y="186309"/>
                    <a:pt x="923354" y="187738"/>
                    <a:pt x="923544" y="188690"/>
                  </a:cubicBezTo>
                  <a:cubicBezTo>
                    <a:pt x="923639" y="189357"/>
                    <a:pt x="922401" y="190405"/>
                    <a:pt x="922306" y="191071"/>
                  </a:cubicBezTo>
                  <a:cubicBezTo>
                    <a:pt x="922115" y="191738"/>
                    <a:pt x="922782" y="193262"/>
                    <a:pt x="922401" y="193738"/>
                  </a:cubicBezTo>
                  <a:cubicBezTo>
                    <a:pt x="921925" y="194405"/>
                    <a:pt x="920115" y="194215"/>
                    <a:pt x="919544" y="194691"/>
                  </a:cubicBezTo>
                  <a:cubicBezTo>
                    <a:pt x="918972" y="195167"/>
                    <a:pt x="917829" y="196691"/>
                    <a:pt x="918020" y="197453"/>
                  </a:cubicBezTo>
                  <a:cubicBezTo>
                    <a:pt x="918210" y="198025"/>
                    <a:pt x="919734" y="198120"/>
                    <a:pt x="920305" y="198406"/>
                  </a:cubicBezTo>
                  <a:cubicBezTo>
                    <a:pt x="921258" y="198977"/>
                    <a:pt x="923544" y="200120"/>
                    <a:pt x="923544" y="201263"/>
                  </a:cubicBezTo>
                  <a:cubicBezTo>
                    <a:pt x="923544" y="202216"/>
                    <a:pt x="921639" y="203454"/>
                    <a:pt x="920782" y="203835"/>
                  </a:cubicBezTo>
                  <a:cubicBezTo>
                    <a:pt x="920020" y="204216"/>
                    <a:pt x="918020" y="203549"/>
                    <a:pt x="917353" y="204025"/>
                  </a:cubicBezTo>
                  <a:cubicBezTo>
                    <a:pt x="916972" y="204311"/>
                    <a:pt x="916591" y="205454"/>
                    <a:pt x="916591" y="205930"/>
                  </a:cubicBezTo>
                  <a:cubicBezTo>
                    <a:pt x="916591" y="206502"/>
                    <a:pt x="917067" y="207454"/>
                    <a:pt x="917448" y="207835"/>
                  </a:cubicBezTo>
                  <a:cubicBezTo>
                    <a:pt x="918020" y="208407"/>
                    <a:pt x="919829" y="208597"/>
                    <a:pt x="920401" y="209264"/>
                  </a:cubicBezTo>
                  <a:cubicBezTo>
                    <a:pt x="920877" y="209836"/>
                    <a:pt x="921163" y="211360"/>
                    <a:pt x="921068" y="212026"/>
                  </a:cubicBezTo>
                  <a:cubicBezTo>
                    <a:pt x="920972" y="212788"/>
                    <a:pt x="920020" y="214122"/>
                    <a:pt x="919544" y="214693"/>
                  </a:cubicBezTo>
                  <a:cubicBezTo>
                    <a:pt x="919163" y="215170"/>
                    <a:pt x="917924" y="215741"/>
                    <a:pt x="917829" y="216313"/>
                  </a:cubicBezTo>
                  <a:cubicBezTo>
                    <a:pt x="917734" y="217075"/>
                    <a:pt x="918591" y="218503"/>
                    <a:pt x="919067" y="218980"/>
                  </a:cubicBezTo>
                  <a:cubicBezTo>
                    <a:pt x="919544" y="219456"/>
                    <a:pt x="920972" y="219551"/>
                    <a:pt x="921544" y="219932"/>
                  </a:cubicBezTo>
                  <a:cubicBezTo>
                    <a:pt x="922115" y="220313"/>
                    <a:pt x="923449" y="221361"/>
                    <a:pt x="923544" y="222028"/>
                  </a:cubicBezTo>
                  <a:cubicBezTo>
                    <a:pt x="923639" y="223361"/>
                    <a:pt x="920401" y="225076"/>
                    <a:pt x="920591" y="226314"/>
                  </a:cubicBezTo>
                  <a:cubicBezTo>
                    <a:pt x="920687" y="226981"/>
                    <a:pt x="922115" y="227457"/>
                    <a:pt x="922592" y="227933"/>
                  </a:cubicBezTo>
                  <a:cubicBezTo>
                    <a:pt x="923258" y="228600"/>
                    <a:pt x="924020" y="230410"/>
                    <a:pt x="924687" y="231076"/>
                  </a:cubicBezTo>
                  <a:cubicBezTo>
                    <a:pt x="925163" y="231553"/>
                    <a:pt x="926306" y="232696"/>
                    <a:pt x="926973" y="232505"/>
                  </a:cubicBezTo>
                  <a:cubicBezTo>
                    <a:pt x="927735" y="232315"/>
                    <a:pt x="928211" y="230410"/>
                    <a:pt x="928402" y="229648"/>
                  </a:cubicBezTo>
                  <a:cubicBezTo>
                    <a:pt x="928592" y="229076"/>
                    <a:pt x="928402" y="227743"/>
                    <a:pt x="928783" y="227266"/>
                  </a:cubicBezTo>
                  <a:cubicBezTo>
                    <a:pt x="929164" y="226790"/>
                    <a:pt x="930307" y="226028"/>
                    <a:pt x="930878" y="226028"/>
                  </a:cubicBezTo>
                  <a:cubicBezTo>
                    <a:pt x="931736" y="226028"/>
                    <a:pt x="933450" y="227076"/>
                    <a:pt x="933926" y="227838"/>
                  </a:cubicBezTo>
                  <a:cubicBezTo>
                    <a:pt x="934403" y="228695"/>
                    <a:pt x="934212" y="230886"/>
                    <a:pt x="933926" y="231838"/>
                  </a:cubicBezTo>
                  <a:cubicBezTo>
                    <a:pt x="933736" y="232600"/>
                    <a:pt x="932593" y="233648"/>
                    <a:pt x="932212" y="234315"/>
                  </a:cubicBezTo>
                  <a:cubicBezTo>
                    <a:pt x="931926" y="234886"/>
                    <a:pt x="931069" y="236029"/>
                    <a:pt x="931164" y="236696"/>
                  </a:cubicBezTo>
                  <a:cubicBezTo>
                    <a:pt x="931164" y="237363"/>
                    <a:pt x="932021" y="238506"/>
                    <a:pt x="932593" y="238792"/>
                  </a:cubicBezTo>
                  <a:cubicBezTo>
                    <a:pt x="933355" y="239268"/>
                    <a:pt x="935260" y="239173"/>
                    <a:pt x="936117" y="239077"/>
                  </a:cubicBezTo>
                  <a:cubicBezTo>
                    <a:pt x="936974" y="238982"/>
                    <a:pt x="938594" y="237649"/>
                    <a:pt x="939451" y="237934"/>
                  </a:cubicBezTo>
                  <a:cubicBezTo>
                    <a:pt x="940403" y="238220"/>
                    <a:pt x="941546" y="240030"/>
                    <a:pt x="941737" y="240982"/>
                  </a:cubicBezTo>
                  <a:cubicBezTo>
                    <a:pt x="941927" y="242030"/>
                    <a:pt x="940594" y="244030"/>
                    <a:pt x="940498" y="245078"/>
                  </a:cubicBezTo>
                  <a:cubicBezTo>
                    <a:pt x="940308" y="246412"/>
                    <a:pt x="940975" y="249174"/>
                    <a:pt x="940975" y="250507"/>
                  </a:cubicBezTo>
                  <a:cubicBezTo>
                    <a:pt x="940975" y="251555"/>
                    <a:pt x="941165" y="253651"/>
                    <a:pt x="940880" y="254603"/>
                  </a:cubicBezTo>
                  <a:cubicBezTo>
                    <a:pt x="940498" y="255460"/>
                    <a:pt x="938498" y="256508"/>
                    <a:pt x="938403" y="257461"/>
                  </a:cubicBezTo>
                  <a:cubicBezTo>
                    <a:pt x="938308" y="258223"/>
                    <a:pt x="939546" y="259461"/>
                    <a:pt x="940022" y="260032"/>
                  </a:cubicBezTo>
                  <a:cubicBezTo>
                    <a:pt x="940689" y="260699"/>
                    <a:pt x="942308" y="262033"/>
                    <a:pt x="943261" y="262223"/>
                  </a:cubicBezTo>
                  <a:cubicBezTo>
                    <a:pt x="944023" y="262414"/>
                    <a:pt x="945452" y="261366"/>
                    <a:pt x="946213" y="261556"/>
                  </a:cubicBezTo>
                  <a:cubicBezTo>
                    <a:pt x="947071" y="261747"/>
                    <a:pt x="948500" y="263080"/>
                    <a:pt x="948785" y="263938"/>
                  </a:cubicBezTo>
                  <a:cubicBezTo>
                    <a:pt x="949166" y="264890"/>
                    <a:pt x="948880" y="267081"/>
                    <a:pt x="948309" y="267843"/>
                  </a:cubicBezTo>
                  <a:cubicBezTo>
                    <a:pt x="947833" y="268510"/>
                    <a:pt x="945928" y="268605"/>
                    <a:pt x="945261" y="268986"/>
                  </a:cubicBezTo>
                  <a:cubicBezTo>
                    <a:pt x="944594" y="269367"/>
                    <a:pt x="943261" y="270224"/>
                    <a:pt x="942975" y="270891"/>
                  </a:cubicBezTo>
                  <a:cubicBezTo>
                    <a:pt x="942594" y="272129"/>
                    <a:pt x="944689" y="274510"/>
                    <a:pt x="944404" y="275749"/>
                  </a:cubicBezTo>
                  <a:cubicBezTo>
                    <a:pt x="944213" y="276415"/>
                    <a:pt x="942785" y="277082"/>
                    <a:pt x="942594" y="277844"/>
                  </a:cubicBezTo>
                  <a:cubicBezTo>
                    <a:pt x="942308" y="278987"/>
                    <a:pt x="942785" y="281654"/>
                    <a:pt x="943642" y="282416"/>
                  </a:cubicBezTo>
                  <a:cubicBezTo>
                    <a:pt x="944404" y="282988"/>
                    <a:pt x="946499" y="282988"/>
                    <a:pt x="947356" y="282607"/>
                  </a:cubicBezTo>
                  <a:cubicBezTo>
                    <a:pt x="948023" y="282321"/>
                    <a:pt x="948690" y="280702"/>
                    <a:pt x="949357" y="280606"/>
                  </a:cubicBezTo>
                  <a:cubicBezTo>
                    <a:pt x="950023" y="280416"/>
                    <a:pt x="951643" y="280797"/>
                    <a:pt x="952214" y="281273"/>
                  </a:cubicBezTo>
                  <a:cubicBezTo>
                    <a:pt x="953072" y="282035"/>
                    <a:pt x="954596" y="284702"/>
                    <a:pt x="954024" y="285750"/>
                  </a:cubicBezTo>
                  <a:cubicBezTo>
                    <a:pt x="953453" y="286702"/>
                    <a:pt x="950595" y="285845"/>
                    <a:pt x="949738" y="286417"/>
                  </a:cubicBezTo>
                  <a:cubicBezTo>
                    <a:pt x="949166" y="286893"/>
                    <a:pt x="948309" y="288322"/>
                    <a:pt x="948309" y="289084"/>
                  </a:cubicBezTo>
                  <a:cubicBezTo>
                    <a:pt x="948404" y="290131"/>
                    <a:pt x="950405" y="291465"/>
                    <a:pt x="950690" y="292513"/>
                  </a:cubicBezTo>
                  <a:cubicBezTo>
                    <a:pt x="951167" y="294037"/>
                    <a:pt x="950881" y="297180"/>
                    <a:pt x="950500" y="298704"/>
                  </a:cubicBezTo>
                  <a:cubicBezTo>
                    <a:pt x="950309" y="299656"/>
                    <a:pt x="948690" y="301180"/>
                    <a:pt x="948880" y="302133"/>
                  </a:cubicBezTo>
                  <a:cubicBezTo>
                    <a:pt x="948976" y="302705"/>
                    <a:pt x="950119" y="303466"/>
                    <a:pt x="950500" y="304038"/>
                  </a:cubicBezTo>
                  <a:cubicBezTo>
                    <a:pt x="950881" y="304609"/>
                    <a:pt x="951929" y="305657"/>
                    <a:pt x="951929" y="306324"/>
                  </a:cubicBezTo>
                  <a:cubicBezTo>
                    <a:pt x="952024" y="307181"/>
                    <a:pt x="950309" y="308610"/>
                    <a:pt x="950405" y="309467"/>
                  </a:cubicBezTo>
                  <a:cubicBezTo>
                    <a:pt x="950500" y="310229"/>
                    <a:pt x="951833" y="311086"/>
                    <a:pt x="952310" y="311658"/>
                  </a:cubicBezTo>
                  <a:cubicBezTo>
                    <a:pt x="952881" y="312230"/>
                    <a:pt x="954214" y="313087"/>
                    <a:pt x="954596" y="313753"/>
                  </a:cubicBezTo>
                  <a:cubicBezTo>
                    <a:pt x="955072" y="314801"/>
                    <a:pt x="954500" y="317278"/>
                    <a:pt x="954596" y="318421"/>
                  </a:cubicBezTo>
                  <a:cubicBezTo>
                    <a:pt x="954691" y="319373"/>
                    <a:pt x="954786" y="321278"/>
                    <a:pt x="955262" y="322040"/>
                  </a:cubicBezTo>
                  <a:cubicBezTo>
                    <a:pt x="955643" y="322612"/>
                    <a:pt x="957167" y="322993"/>
                    <a:pt x="957644" y="323564"/>
                  </a:cubicBezTo>
                  <a:cubicBezTo>
                    <a:pt x="958120" y="324136"/>
                    <a:pt x="958882" y="325564"/>
                    <a:pt x="958977" y="326326"/>
                  </a:cubicBezTo>
                  <a:cubicBezTo>
                    <a:pt x="959072" y="327184"/>
                    <a:pt x="958882" y="329089"/>
                    <a:pt x="958405" y="329755"/>
                  </a:cubicBezTo>
                  <a:cubicBezTo>
                    <a:pt x="957929" y="330232"/>
                    <a:pt x="956405" y="330041"/>
                    <a:pt x="955834" y="330422"/>
                  </a:cubicBezTo>
                  <a:cubicBezTo>
                    <a:pt x="955167" y="330898"/>
                    <a:pt x="954214" y="332422"/>
                    <a:pt x="954214" y="333280"/>
                  </a:cubicBezTo>
                  <a:cubicBezTo>
                    <a:pt x="954214" y="334137"/>
                    <a:pt x="955548" y="335566"/>
                    <a:pt x="955643" y="336423"/>
                  </a:cubicBezTo>
                  <a:cubicBezTo>
                    <a:pt x="955738" y="337375"/>
                    <a:pt x="954977" y="339185"/>
                    <a:pt x="955072" y="340138"/>
                  </a:cubicBezTo>
                  <a:cubicBezTo>
                    <a:pt x="955167" y="341090"/>
                    <a:pt x="956596" y="342614"/>
                    <a:pt x="956596" y="343567"/>
                  </a:cubicBezTo>
                  <a:cubicBezTo>
                    <a:pt x="956596" y="344424"/>
                    <a:pt x="955834" y="345948"/>
                    <a:pt x="955357" y="346615"/>
                  </a:cubicBezTo>
                  <a:cubicBezTo>
                    <a:pt x="954977" y="347186"/>
                    <a:pt x="953643" y="347853"/>
                    <a:pt x="953262" y="348424"/>
                  </a:cubicBezTo>
                  <a:cubicBezTo>
                    <a:pt x="952500" y="349377"/>
                    <a:pt x="951071" y="351568"/>
                    <a:pt x="950976" y="352806"/>
                  </a:cubicBezTo>
                  <a:cubicBezTo>
                    <a:pt x="950976" y="353473"/>
                    <a:pt x="951452" y="354711"/>
                    <a:pt x="951929" y="355187"/>
                  </a:cubicBezTo>
                  <a:cubicBezTo>
                    <a:pt x="952500" y="355663"/>
                    <a:pt x="954310" y="355663"/>
                    <a:pt x="954881" y="356140"/>
                  </a:cubicBezTo>
                  <a:cubicBezTo>
                    <a:pt x="955834" y="357092"/>
                    <a:pt x="955834" y="360045"/>
                    <a:pt x="956596" y="361188"/>
                  </a:cubicBezTo>
                  <a:cubicBezTo>
                    <a:pt x="956977" y="361759"/>
                    <a:pt x="958025" y="362807"/>
                    <a:pt x="958691" y="362998"/>
                  </a:cubicBezTo>
                  <a:cubicBezTo>
                    <a:pt x="959739" y="363379"/>
                    <a:pt x="962025" y="362045"/>
                    <a:pt x="962978" y="362521"/>
                  </a:cubicBezTo>
                  <a:cubicBezTo>
                    <a:pt x="964311" y="363284"/>
                    <a:pt x="965168" y="366617"/>
                    <a:pt x="965835" y="368046"/>
                  </a:cubicBezTo>
                  <a:cubicBezTo>
                    <a:pt x="966216" y="368903"/>
                    <a:pt x="967454" y="370522"/>
                    <a:pt x="967454" y="371475"/>
                  </a:cubicBezTo>
                  <a:cubicBezTo>
                    <a:pt x="967454" y="372237"/>
                    <a:pt x="966692" y="373570"/>
                    <a:pt x="966216" y="374523"/>
                  </a:cubicBezTo>
                  <a:cubicBezTo>
                    <a:pt x="966121" y="374618"/>
                    <a:pt x="966026" y="374809"/>
                    <a:pt x="966026" y="374904"/>
                  </a:cubicBezTo>
                  <a:cubicBezTo>
                    <a:pt x="965740" y="375475"/>
                    <a:pt x="964787" y="376428"/>
                    <a:pt x="964692" y="377095"/>
                  </a:cubicBezTo>
                  <a:cubicBezTo>
                    <a:pt x="964692" y="378142"/>
                    <a:pt x="966216" y="379666"/>
                    <a:pt x="966597" y="380619"/>
                  </a:cubicBezTo>
                  <a:cubicBezTo>
                    <a:pt x="966883" y="381286"/>
                    <a:pt x="966692" y="382810"/>
                    <a:pt x="967264" y="383381"/>
                  </a:cubicBezTo>
                  <a:cubicBezTo>
                    <a:pt x="967740" y="383953"/>
                    <a:pt x="969455" y="384334"/>
                    <a:pt x="970217" y="384334"/>
                  </a:cubicBezTo>
                  <a:cubicBezTo>
                    <a:pt x="970979" y="384334"/>
                    <a:pt x="972407" y="383857"/>
                    <a:pt x="973074" y="383476"/>
                  </a:cubicBezTo>
                  <a:cubicBezTo>
                    <a:pt x="973550" y="383191"/>
                    <a:pt x="974312" y="382619"/>
                    <a:pt x="974598" y="382238"/>
                  </a:cubicBezTo>
                  <a:cubicBezTo>
                    <a:pt x="974884" y="381571"/>
                    <a:pt x="974217" y="380047"/>
                    <a:pt x="974598" y="379381"/>
                  </a:cubicBezTo>
                  <a:cubicBezTo>
                    <a:pt x="974979" y="378809"/>
                    <a:pt x="976503" y="378142"/>
                    <a:pt x="977265" y="378238"/>
                  </a:cubicBezTo>
                  <a:cubicBezTo>
                    <a:pt x="977837" y="378333"/>
                    <a:pt x="978694" y="379190"/>
                    <a:pt x="979075" y="379571"/>
                  </a:cubicBezTo>
                  <a:cubicBezTo>
                    <a:pt x="979646" y="380143"/>
                    <a:pt x="980885" y="381286"/>
                    <a:pt x="980980" y="382048"/>
                  </a:cubicBezTo>
                  <a:cubicBezTo>
                    <a:pt x="981170" y="382905"/>
                    <a:pt x="980504" y="384810"/>
                    <a:pt x="979932" y="385477"/>
                  </a:cubicBezTo>
                  <a:cubicBezTo>
                    <a:pt x="979456" y="386143"/>
                    <a:pt x="977932" y="386715"/>
                    <a:pt x="977265" y="387286"/>
                  </a:cubicBezTo>
                  <a:cubicBezTo>
                    <a:pt x="976789" y="387763"/>
                    <a:pt x="975741" y="388810"/>
                    <a:pt x="975551" y="389477"/>
                  </a:cubicBezTo>
                  <a:cubicBezTo>
                    <a:pt x="975265" y="390239"/>
                    <a:pt x="974979" y="391859"/>
                    <a:pt x="975170" y="392620"/>
                  </a:cubicBezTo>
                  <a:cubicBezTo>
                    <a:pt x="975360" y="393192"/>
                    <a:pt x="976313" y="394049"/>
                    <a:pt x="976789" y="394430"/>
                  </a:cubicBezTo>
                  <a:cubicBezTo>
                    <a:pt x="977551" y="394906"/>
                    <a:pt x="979646" y="394716"/>
                    <a:pt x="980218" y="395383"/>
                  </a:cubicBezTo>
                  <a:cubicBezTo>
                    <a:pt x="980694" y="395954"/>
                    <a:pt x="980885" y="397478"/>
                    <a:pt x="980885" y="398240"/>
                  </a:cubicBezTo>
                  <a:cubicBezTo>
                    <a:pt x="980885" y="399193"/>
                    <a:pt x="979837" y="401002"/>
                    <a:pt x="979837" y="401955"/>
                  </a:cubicBezTo>
                  <a:cubicBezTo>
                    <a:pt x="979932" y="402717"/>
                    <a:pt x="980789" y="404050"/>
                    <a:pt x="981075" y="404717"/>
                  </a:cubicBezTo>
                  <a:cubicBezTo>
                    <a:pt x="981361" y="405479"/>
                    <a:pt x="981742" y="407098"/>
                    <a:pt x="982123" y="407860"/>
                  </a:cubicBezTo>
                  <a:cubicBezTo>
                    <a:pt x="982599" y="408622"/>
                    <a:pt x="984504" y="409670"/>
                    <a:pt x="984695" y="410527"/>
                  </a:cubicBezTo>
                  <a:cubicBezTo>
                    <a:pt x="984790" y="411385"/>
                    <a:pt x="983552" y="412813"/>
                    <a:pt x="983075" y="413480"/>
                  </a:cubicBezTo>
                  <a:cubicBezTo>
                    <a:pt x="982694" y="414052"/>
                    <a:pt x="981265" y="414909"/>
                    <a:pt x="981170" y="415671"/>
                  </a:cubicBezTo>
                  <a:cubicBezTo>
                    <a:pt x="981075" y="416147"/>
                    <a:pt x="981551" y="417195"/>
                    <a:pt x="982028" y="417481"/>
                  </a:cubicBezTo>
                  <a:cubicBezTo>
                    <a:pt x="982599" y="417862"/>
                    <a:pt x="984028" y="417576"/>
                    <a:pt x="984695" y="417481"/>
                  </a:cubicBezTo>
                  <a:cubicBezTo>
                    <a:pt x="985456" y="417385"/>
                    <a:pt x="986980" y="416338"/>
                    <a:pt x="987838" y="416528"/>
                  </a:cubicBezTo>
                  <a:cubicBezTo>
                    <a:pt x="988505" y="416623"/>
                    <a:pt x="989267" y="417957"/>
                    <a:pt x="989838" y="418243"/>
                  </a:cubicBezTo>
                  <a:cubicBezTo>
                    <a:pt x="990505" y="418528"/>
                    <a:pt x="992219" y="418338"/>
                    <a:pt x="992600" y="418909"/>
                  </a:cubicBezTo>
                  <a:cubicBezTo>
                    <a:pt x="993077" y="419576"/>
                    <a:pt x="992219" y="421291"/>
                    <a:pt x="992410" y="422053"/>
                  </a:cubicBezTo>
                  <a:cubicBezTo>
                    <a:pt x="992600" y="422719"/>
                    <a:pt x="993172" y="424148"/>
                    <a:pt x="993648" y="424624"/>
                  </a:cubicBezTo>
                  <a:cubicBezTo>
                    <a:pt x="994315" y="425291"/>
                    <a:pt x="996315" y="425958"/>
                    <a:pt x="997268" y="426053"/>
                  </a:cubicBezTo>
                  <a:cubicBezTo>
                    <a:pt x="997934" y="426148"/>
                    <a:pt x="999363" y="425482"/>
                    <a:pt x="1000030" y="425672"/>
                  </a:cubicBezTo>
                  <a:cubicBezTo>
                    <a:pt x="1000792" y="425863"/>
                    <a:pt x="1002030" y="426910"/>
                    <a:pt x="1002411" y="427482"/>
                  </a:cubicBezTo>
                  <a:cubicBezTo>
                    <a:pt x="1002792" y="428244"/>
                    <a:pt x="1002982" y="429959"/>
                    <a:pt x="1002887" y="430816"/>
                  </a:cubicBezTo>
                  <a:cubicBezTo>
                    <a:pt x="1002792" y="431673"/>
                    <a:pt x="1001649" y="433292"/>
                    <a:pt x="1001649" y="434245"/>
                  </a:cubicBezTo>
                  <a:cubicBezTo>
                    <a:pt x="1001649" y="434911"/>
                    <a:pt x="1002316" y="436150"/>
                    <a:pt x="1002697" y="436626"/>
                  </a:cubicBezTo>
                  <a:cubicBezTo>
                    <a:pt x="1003173" y="437197"/>
                    <a:pt x="1004697" y="437674"/>
                    <a:pt x="1005269" y="438150"/>
                  </a:cubicBezTo>
                  <a:cubicBezTo>
                    <a:pt x="1005840" y="438626"/>
                    <a:pt x="1006793" y="439769"/>
                    <a:pt x="1007173" y="440436"/>
                  </a:cubicBezTo>
                  <a:cubicBezTo>
                    <a:pt x="1007555" y="441103"/>
                    <a:pt x="1007840" y="442627"/>
                    <a:pt x="1008317" y="443103"/>
                  </a:cubicBezTo>
                  <a:cubicBezTo>
                    <a:pt x="1008983" y="443770"/>
                    <a:pt x="1011269" y="444055"/>
                    <a:pt x="1011936" y="444722"/>
                  </a:cubicBezTo>
                  <a:cubicBezTo>
                    <a:pt x="1012793" y="445580"/>
                    <a:pt x="1013936" y="447865"/>
                    <a:pt x="1014031" y="449104"/>
                  </a:cubicBezTo>
                  <a:cubicBezTo>
                    <a:pt x="1014127" y="450056"/>
                    <a:pt x="1013555" y="451961"/>
                    <a:pt x="1012984" y="452723"/>
                  </a:cubicBezTo>
                  <a:cubicBezTo>
                    <a:pt x="1012603" y="453295"/>
                    <a:pt x="1010793" y="453580"/>
                    <a:pt x="1010507" y="454247"/>
                  </a:cubicBezTo>
                  <a:cubicBezTo>
                    <a:pt x="1010126" y="455295"/>
                    <a:pt x="1011174" y="457486"/>
                    <a:pt x="1011746" y="458343"/>
                  </a:cubicBezTo>
                  <a:cubicBezTo>
                    <a:pt x="1012127" y="458914"/>
                    <a:pt x="1013174" y="459867"/>
                    <a:pt x="1013841" y="460057"/>
                  </a:cubicBezTo>
                  <a:cubicBezTo>
                    <a:pt x="1014413" y="460248"/>
                    <a:pt x="1015651" y="459867"/>
                    <a:pt x="1016318" y="459772"/>
                  </a:cubicBezTo>
                  <a:cubicBezTo>
                    <a:pt x="1016984" y="459676"/>
                    <a:pt x="1018413" y="458914"/>
                    <a:pt x="1019080" y="459010"/>
                  </a:cubicBezTo>
                  <a:cubicBezTo>
                    <a:pt x="1019651" y="459105"/>
                    <a:pt x="1020604" y="459962"/>
                    <a:pt x="1021080" y="460343"/>
                  </a:cubicBezTo>
                  <a:cubicBezTo>
                    <a:pt x="1021556" y="460915"/>
                    <a:pt x="1022223" y="462343"/>
                    <a:pt x="1022699" y="463201"/>
                  </a:cubicBezTo>
                  <a:lnTo>
                    <a:pt x="887825" y="469582"/>
                  </a:lnTo>
                  <a:lnTo>
                    <a:pt x="727615" y="474155"/>
                  </a:lnTo>
                  <a:lnTo>
                    <a:pt x="515398" y="476440"/>
                  </a:lnTo>
                  <a:lnTo>
                    <a:pt x="382905" y="476250"/>
                  </a:lnTo>
                  <a:lnTo>
                    <a:pt x="229457" y="473297"/>
                  </a:lnTo>
                  <a:lnTo>
                    <a:pt x="232601" y="318325"/>
                  </a:lnTo>
                  <a:lnTo>
                    <a:pt x="0" y="309658"/>
                  </a:lnTo>
                  <a:lnTo>
                    <a:pt x="13811" y="0"/>
                  </a:lnTo>
                  <a:lnTo>
                    <a:pt x="155638" y="5715"/>
                  </a:lnTo>
                  <a:lnTo>
                    <a:pt x="448818" y="10287"/>
                  </a:lnTo>
                  <a:lnTo>
                    <a:pt x="639985" y="8572"/>
                  </a:lnTo>
                  <a:cubicBezTo>
                    <a:pt x="639985" y="8572"/>
                    <a:pt x="642366" y="14668"/>
                    <a:pt x="643890" y="16192"/>
                  </a:cubicBezTo>
                  <a:cubicBezTo>
                    <a:pt x="644747" y="17050"/>
                    <a:pt x="647129" y="18002"/>
                    <a:pt x="648272" y="18478"/>
                  </a:cubicBezTo>
                  <a:cubicBezTo>
                    <a:pt x="649796" y="19145"/>
                    <a:pt x="652939" y="20002"/>
                    <a:pt x="654463" y="20764"/>
                  </a:cubicBezTo>
                  <a:cubicBezTo>
                    <a:pt x="655701" y="21336"/>
                    <a:pt x="658082" y="22669"/>
                    <a:pt x="659130" y="23622"/>
                  </a:cubicBezTo>
                  <a:cubicBezTo>
                    <a:pt x="659702" y="24098"/>
                    <a:pt x="660368" y="25622"/>
                    <a:pt x="661035" y="26098"/>
                  </a:cubicBezTo>
                  <a:cubicBezTo>
                    <a:pt x="661797" y="26575"/>
                    <a:pt x="663607" y="26956"/>
                    <a:pt x="664464" y="27241"/>
                  </a:cubicBezTo>
                  <a:cubicBezTo>
                    <a:pt x="665512" y="27527"/>
                    <a:pt x="667703" y="27622"/>
                    <a:pt x="668655" y="28099"/>
                  </a:cubicBezTo>
                  <a:cubicBezTo>
                    <a:pt x="669798" y="28670"/>
                    <a:pt x="671608" y="30670"/>
                    <a:pt x="672751" y="31242"/>
                  </a:cubicBezTo>
                  <a:cubicBezTo>
                    <a:pt x="673894" y="31909"/>
                    <a:pt x="676370" y="32956"/>
                    <a:pt x="677609" y="33147"/>
                  </a:cubicBezTo>
                  <a:cubicBezTo>
                    <a:pt x="678752" y="33338"/>
                    <a:pt x="681133" y="32575"/>
                    <a:pt x="682180" y="32956"/>
                  </a:cubicBezTo>
                  <a:cubicBezTo>
                    <a:pt x="683419" y="33338"/>
                    <a:pt x="685229" y="35433"/>
                    <a:pt x="686181" y="36385"/>
                  </a:cubicBezTo>
                  <a:cubicBezTo>
                    <a:pt x="687324" y="37528"/>
                    <a:pt x="688943" y="40386"/>
                    <a:pt x="690181" y="41529"/>
                  </a:cubicBezTo>
                  <a:cubicBezTo>
                    <a:pt x="691420" y="42672"/>
                    <a:pt x="694277" y="45053"/>
                    <a:pt x="695992" y="45339"/>
                  </a:cubicBezTo>
                  <a:cubicBezTo>
                    <a:pt x="697135" y="45529"/>
                    <a:pt x="699326" y="44291"/>
                    <a:pt x="700373" y="43910"/>
                  </a:cubicBezTo>
                  <a:cubicBezTo>
                    <a:pt x="701326" y="43624"/>
                    <a:pt x="703421" y="43243"/>
                    <a:pt x="704279" y="42767"/>
                  </a:cubicBezTo>
                  <a:cubicBezTo>
                    <a:pt x="705517" y="42005"/>
                    <a:pt x="707422" y="40005"/>
                    <a:pt x="708279" y="38767"/>
                  </a:cubicBezTo>
                  <a:cubicBezTo>
                    <a:pt x="709041" y="37624"/>
                    <a:pt x="709898" y="34861"/>
                    <a:pt x="710375" y="33528"/>
                  </a:cubicBezTo>
                  <a:cubicBezTo>
                    <a:pt x="710851" y="32385"/>
                    <a:pt x="711708" y="29908"/>
                    <a:pt x="712470" y="28956"/>
                  </a:cubicBezTo>
                  <a:cubicBezTo>
                    <a:pt x="713042" y="28194"/>
                    <a:pt x="714280" y="26575"/>
                    <a:pt x="715137" y="26384"/>
                  </a:cubicBezTo>
                  <a:cubicBezTo>
                    <a:pt x="715994" y="26289"/>
                    <a:pt x="717423" y="27432"/>
                    <a:pt x="718185" y="27908"/>
                  </a:cubicBezTo>
                  <a:cubicBezTo>
                    <a:pt x="718947" y="28289"/>
                    <a:pt x="720280" y="29718"/>
                    <a:pt x="721233" y="29908"/>
                  </a:cubicBezTo>
                  <a:cubicBezTo>
                    <a:pt x="722376" y="30099"/>
                    <a:pt x="724567" y="29242"/>
                    <a:pt x="725710" y="29242"/>
                  </a:cubicBezTo>
                  <a:cubicBezTo>
                    <a:pt x="726662" y="29242"/>
                    <a:pt x="728567" y="29337"/>
                    <a:pt x="729520" y="29527"/>
                  </a:cubicBezTo>
                  <a:cubicBezTo>
                    <a:pt x="730948" y="29813"/>
                    <a:pt x="733615" y="31718"/>
                    <a:pt x="735139" y="31432"/>
                  </a:cubicBezTo>
                  <a:cubicBezTo>
                    <a:pt x="736092" y="31242"/>
                    <a:pt x="737330" y="29432"/>
                    <a:pt x="738283" y="28956"/>
                  </a:cubicBezTo>
                  <a:cubicBezTo>
                    <a:pt x="739426" y="28480"/>
                    <a:pt x="741997" y="27908"/>
                    <a:pt x="743236" y="28194"/>
                  </a:cubicBezTo>
                  <a:cubicBezTo>
                    <a:pt x="744093" y="28384"/>
                    <a:pt x="745427" y="29527"/>
                    <a:pt x="746188" y="29813"/>
                  </a:cubicBezTo>
                  <a:cubicBezTo>
                    <a:pt x="747236" y="30194"/>
                    <a:pt x="749522" y="30956"/>
                    <a:pt x="750570" y="30575"/>
                  </a:cubicBezTo>
                  <a:cubicBezTo>
                    <a:pt x="751522" y="30289"/>
                    <a:pt x="752570" y="28003"/>
                    <a:pt x="753523" y="27718"/>
                  </a:cubicBezTo>
                  <a:cubicBezTo>
                    <a:pt x="754475" y="27432"/>
                    <a:pt x="756476" y="28099"/>
                    <a:pt x="757428" y="28289"/>
                  </a:cubicBezTo>
                  <a:cubicBezTo>
                    <a:pt x="758380" y="28480"/>
                    <a:pt x="760381" y="29718"/>
                    <a:pt x="761429" y="29432"/>
                  </a:cubicBezTo>
                  <a:cubicBezTo>
                    <a:pt x="762476" y="29146"/>
                    <a:pt x="763524" y="26956"/>
                    <a:pt x="764477" y="26670"/>
                  </a:cubicBezTo>
                  <a:cubicBezTo>
                    <a:pt x="765238" y="26384"/>
                    <a:pt x="767048" y="26384"/>
                    <a:pt x="767905" y="26670"/>
                  </a:cubicBezTo>
                  <a:cubicBezTo>
                    <a:pt x="769144" y="27051"/>
                    <a:pt x="770763" y="30004"/>
                    <a:pt x="772097" y="29718"/>
                  </a:cubicBezTo>
                  <a:cubicBezTo>
                    <a:pt x="772763" y="29527"/>
                    <a:pt x="772763" y="27813"/>
                    <a:pt x="773239" y="27337"/>
                  </a:cubicBezTo>
                  <a:cubicBezTo>
                    <a:pt x="774002" y="26765"/>
                    <a:pt x="776002" y="26194"/>
                    <a:pt x="776954" y="26384"/>
                  </a:cubicBezTo>
                  <a:cubicBezTo>
                    <a:pt x="778002" y="26670"/>
                    <a:pt x="779336" y="29051"/>
                    <a:pt x="780383" y="29146"/>
                  </a:cubicBezTo>
                  <a:cubicBezTo>
                    <a:pt x="781240" y="29146"/>
                    <a:pt x="782479" y="27337"/>
                    <a:pt x="783336" y="27337"/>
                  </a:cubicBezTo>
                  <a:cubicBezTo>
                    <a:pt x="784193" y="27337"/>
                    <a:pt x="785717" y="28575"/>
                    <a:pt x="786098" y="29337"/>
                  </a:cubicBezTo>
                  <a:cubicBezTo>
                    <a:pt x="786575" y="30194"/>
                    <a:pt x="786194" y="32385"/>
                    <a:pt x="786479" y="33242"/>
                  </a:cubicBezTo>
                  <a:cubicBezTo>
                    <a:pt x="786765" y="33909"/>
                    <a:pt x="787527" y="35338"/>
                    <a:pt x="788194" y="35623"/>
                  </a:cubicBezTo>
                  <a:cubicBezTo>
                    <a:pt x="788861" y="35909"/>
                    <a:pt x="790385" y="35147"/>
                    <a:pt x="791051" y="35242"/>
                  </a:cubicBezTo>
                  <a:cubicBezTo>
                    <a:pt x="791718" y="35338"/>
                    <a:pt x="792861" y="35814"/>
                    <a:pt x="793432" y="36290"/>
                  </a:cubicBezTo>
                  <a:cubicBezTo>
                    <a:pt x="794099" y="36766"/>
                    <a:pt x="794766" y="38386"/>
                    <a:pt x="795433" y="38862"/>
                  </a:cubicBezTo>
                  <a:cubicBezTo>
                    <a:pt x="796290" y="39529"/>
                    <a:pt x="798386" y="40386"/>
                    <a:pt x="799433" y="40481"/>
                  </a:cubicBezTo>
                  <a:cubicBezTo>
                    <a:pt x="800290" y="40576"/>
                    <a:pt x="802100" y="39910"/>
                    <a:pt x="802957" y="39910"/>
                  </a:cubicBezTo>
                  <a:cubicBezTo>
                    <a:pt x="803815" y="39910"/>
                    <a:pt x="805529" y="40100"/>
                    <a:pt x="806291" y="40291"/>
                  </a:cubicBezTo>
                  <a:cubicBezTo>
                    <a:pt x="807434" y="40576"/>
                    <a:pt x="809435" y="41719"/>
                    <a:pt x="810578" y="41910"/>
                  </a:cubicBezTo>
                  <a:cubicBezTo>
                    <a:pt x="811530" y="42100"/>
                    <a:pt x="813721" y="41434"/>
                    <a:pt x="814483" y="42100"/>
                  </a:cubicBezTo>
                  <a:cubicBezTo>
                    <a:pt x="815150" y="42672"/>
                    <a:pt x="814864" y="44863"/>
                    <a:pt x="815245" y="45720"/>
                  </a:cubicBezTo>
                  <a:cubicBezTo>
                    <a:pt x="815626" y="46577"/>
                    <a:pt x="816388" y="48768"/>
                    <a:pt x="817245" y="48768"/>
                  </a:cubicBezTo>
                  <a:cubicBezTo>
                    <a:pt x="817912" y="48768"/>
                    <a:pt x="818197" y="46958"/>
                    <a:pt x="818769" y="46577"/>
                  </a:cubicBezTo>
                  <a:cubicBezTo>
                    <a:pt x="819626" y="46006"/>
                    <a:pt x="821627" y="45244"/>
                    <a:pt x="822674" y="45339"/>
                  </a:cubicBezTo>
                  <a:cubicBezTo>
                    <a:pt x="823817" y="45434"/>
                    <a:pt x="825722" y="46672"/>
                    <a:pt x="826580" y="47339"/>
                  </a:cubicBezTo>
                  <a:cubicBezTo>
                    <a:pt x="827246" y="47815"/>
                    <a:pt x="828389" y="49244"/>
                    <a:pt x="829151" y="49720"/>
                  </a:cubicBezTo>
                  <a:cubicBezTo>
                    <a:pt x="830294" y="50292"/>
                    <a:pt x="833247" y="49625"/>
                    <a:pt x="834200" y="50578"/>
                  </a:cubicBezTo>
                  <a:cubicBezTo>
                    <a:pt x="834771" y="51244"/>
                    <a:pt x="834295" y="53149"/>
                    <a:pt x="834580" y="54007"/>
                  </a:cubicBezTo>
                  <a:cubicBezTo>
                    <a:pt x="834866" y="54578"/>
                    <a:pt x="835723" y="55721"/>
                    <a:pt x="836295" y="56007"/>
                  </a:cubicBezTo>
                  <a:cubicBezTo>
                    <a:pt x="837057" y="56388"/>
                    <a:pt x="838676" y="56293"/>
                    <a:pt x="839534" y="56197"/>
                  </a:cubicBezTo>
                  <a:cubicBezTo>
                    <a:pt x="840486" y="56007"/>
                    <a:pt x="842201" y="54578"/>
                    <a:pt x="843153" y="54578"/>
                  </a:cubicBezTo>
                  <a:cubicBezTo>
                    <a:pt x="844010" y="54578"/>
                    <a:pt x="845630" y="55340"/>
                    <a:pt x="846201" y="55912"/>
                  </a:cubicBezTo>
                  <a:cubicBezTo>
                    <a:pt x="846963" y="56674"/>
                    <a:pt x="848201" y="58769"/>
                    <a:pt x="848011" y="59817"/>
                  </a:cubicBezTo>
                  <a:cubicBezTo>
                    <a:pt x="847820" y="60674"/>
                    <a:pt x="845534" y="61341"/>
                    <a:pt x="845153" y="62103"/>
                  </a:cubicBezTo>
                  <a:cubicBezTo>
                    <a:pt x="844772" y="62960"/>
                    <a:pt x="844677" y="64960"/>
                    <a:pt x="844868" y="65818"/>
                  </a:cubicBezTo>
                  <a:cubicBezTo>
                    <a:pt x="845153" y="66770"/>
                    <a:pt x="846487" y="68485"/>
                    <a:pt x="847249" y="69151"/>
                  </a:cubicBezTo>
                  <a:cubicBezTo>
                    <a:pt x="848011" y="69818"/>
                    <a:pt x="850106" y="70199"/>
                    <a:pt x="850868" y="70771"/>
                  </a:cubicBezTo>
                  <a:cubicBezTo>
                    <a:pt x="851440" y="71247"/>
                    <a:pt x="852583" y="72295"/>
                    <a:pt x="852869" y="72961"/>
                  </a:cubicBezTo>
                  <a:cubicBezTo>
                    <a:pt x="853535" y="74295"/>
                    <a:pt x="853630" y="77533"/>
                    <a:pt x="854393" y="78772"/>
                  </a:cubicBezTo>
                  <a:cubicBezTo>
                    <a:pt x="854773" y="79343"/>
                    <a:pt x="855726" y="80677"/>
                    <a:pt x="856393" y="80772"/>
                  </a:cubicBezTo>
                  <a:cubicBezTo>
                    <a:pt x="857060" y="80963"/>
                    <a:pt x="858393" y="80200"/>
                    <a:pt x="858964" y="79915"/>
                  </a:cubicBezTo>
                  <a:cubicBezTo>
                    <a:pt x="859727" y="79534"/>
                    <a:pt x="860870" y="78010"/>
                    <a:pt x="861727" y="77819"/>
                  </a:cubicBezTo>
                  <a:cubicBezTo>
                    <a:pt x="862584" y="77629"/>
                    <a:pt x="864394" y="78105"/>
                    <a:pt x="865251" y="78486"/>
                  </a:cubicBezTo>
                  <a:cubicBezTo>
                    <a:pt x="865822" y="78772"/>
                    <a:pt x="866870" y="79534"/>
                    <a:pt x="867251" y="80105"/>
                  </a:cubicBezTo>
                  <a:cubicBezTo>
                    <a:pt x="867728" y="80772"/>
                    <a:pt x="867823" y="82582"/>
                    <a:pt x="868394" y="83153"/>
                  </a:cubicBezTo>
                  <a:cubicBezTo>
                    <a:pt x="868871" y="83725"/>
                    <a:pt x="870395" y="84391"/>
                    <a:pt x="871156" y="84296"/>
                  </a:cubicBezTo>
                  <a:cubicBezTo>
                    <a:pt x="871728" y="84487"/>
                    <a:pt x="872680" y="84010"/>
                    <a:pt x="873347" y="83534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9" name="Freeform: Shape 64">
              <a:extLst>
                <a:ext uri="{FF2B5EF4-FFF2-40B4-BE49-F238E27FC236}">
                  <a16:creationId xmlns:a16="http://schemas.microsoft.com/office/drawing/2014/main" id="{121F0901-517D-376C-512F-F20CB20A8AD8}"/>
                </a:ext>
              </a:extLst>
            </p:cNvPr>
            <p:cNvSpPr/>
            <p:nvPr/>
          </p:nvSpPr>
          <p:spPr>
            <a:xfrm>
              <a:off x="5272183" y="2263902"/>
              <a:ext cx="857250" cy="533400"/>
            </a:xfrm>
            <a:custGeom>
              <a:avLst/>
              <a:gdLst>
                <a:gd name="connsiteX0" fmla="*/ 858012 w 857250"/>
                <a:gd name="connsiteY0" fmla="*/ 537782 h 533400"/>
                <a:gd name="connsiteX1" fmla="*/ 859536 w 857250"/>
                <a:gd name="connsiteY1" fmla="*/ 539686 h 533400"/>
                <a:gd name="connsiteX2" fmla="*/ 857345 w 857250"/>
                <a:gd name="connsiteY2" fmla="*/ 540639 h 533400"/>
                <a:gd name="connsiteX3" fmla="*/ 854583 w 857250"/>
                <a:gd name="connsiteY3" fmla="*/ 539496 h 533400"/>
                <a:gd name="connsiteX4" fmla="*/ 853440 w 857250"/>
                <a:gd name="connsiteY4" fmla="*/ 536448 h 533400"/>
                <a:gd name="connsiteX5" fmla="*/ 851440 w 857250"/>
                <a:gd name="connsiteY5" fmla="*/ 534829 h 533400"/>
                <a:gd name="connsiteX6" fmla="*/ 847916 w 857250"/>
                <a:gd name="connsiteY6" fmla="*/ 534162 h 533400"/>
                <a:gd name="connsiteX7" fmla="*/ 845153 w 857250"/>
                <a:gd name="connsiteY7" fmla="*/ 536257 h 533400"/>
                <a:gd name="connsiteX8" fmla="*/ 842582 w 857250"/>
                <a:gd name="connsiteY8" fmla="*/ 537115 h 533400"/>
                <a:gd name="connsiteX9" fmla="*/ 840581 w 857250"/>
                <a:gd name="connsiteY9" fmla="*/ 535115 h 533400"/>
                <a:gd name="connsiteX10" fmla="*/ 839057 w 857250"/>
                <a:gd name="connsiteY10" fmla="*/ 529304 h 533400"/>
                <a:gd name="connsiteX11" fmla="*/ 837057 w 857250"/>
                <a:gd name="connsiteY11" fmla="*/ 527114 h 533400"/>
                <a:gd name="connsiteX12" fmla="*/ 833438 w 857250"/>
                <a:gd name="connsiteY12" fmla="*/ 525494 h 533400"/>
                <a:gd name="connsiteX13" fmla="*/ 831056 w 857250"/>
                <a:gd name="connsiteY13" fmla="*/ 522161 h 533400"/>
                <a:gd name="connsiteX14" fmla="*/ 831342 w 857250"/>
                <a:gd name="connsiteY14" fmla="*/ 518446 h 533400"/>
                <a:gd name="connsiteX15" fmla="*/ 834200 w 857250"/>
                <a:gd name="connsiteY15" fmla="*/ 516160 h 533400"/>
                <a:gd name="connsiteX16" fmla="*/ 832390 w 857250"/>
                <a:gd name="connsiteY16" fmla="*/ 512255 h 533400"/>
                <a:gd name="connsiteX17" fmla="*/ 829342 w 857250"/>
                <a:gd name="connsiteY17" fmla="*/ 510921 h 533400"/>
                <a:gd name="connsiteX18" fmla="*/ 825722 w 857250"/>
                <a:gd name="connsiteY18" fmla="*/ 512540 h 533400"/>
                <a:gd name="connsiteX19" fmla="*/ 822484 w 857250"/>
                <a:gd name="connsiteY19" fmla="*/ 512350 h 533400"/>
                <a:gd name="connsiteX20" fmla="*/ 820769 w 857250"/>
                <a:gd name="connsiteY20" fmla="*/ 510349 h 533400"/>
                <a:gd name="connsiteX21" fmla="*/ 820388 w 857250"/>
                <a:gd name="connsiteY21" fmla="*/ 506920 h 533400"/>
                <a:gd name="connsiteX22" fmla="*/ 815340 w 857250"/>
                <a:gd name="connsiteY22" fmla="*/ 506063 h 533400"/>
                <a:gd name="connsiteX23" fmla="*/ 812768 w 857250"/>
                <a:gd name="connsiteY23" fmla="*/ 503682 h 533400"/>
                <a:gd name="connsiteX24" fmla="*/ 808863 w 857250"/>
                <a:gd name="connsiteY24" fmla="*/ 501682 h 533400"/>
                <a:gd name="connsiteX25" fmla="*/ 804958 w 857250"/>
                <a:gd name="connsiteY25" fmla="*/ 502920 h 533400"/>
                <a:gd name="connsiteX26" fmla="*/ 803434 w 857250"/>
                <a:gd name="connsiteY26" fmla="*/ 505111 h 533400"/>
                <a:gd name="connsiteX27" fmla="*/ 801434 w 857250"/>
                <a:gd name="connsiteY27" fmla="*/ 502063 h 533400"/>
                <a:gd name="connsiteX28" fmla="*/ 800672 w 857250"/>
                <a:gd name="connsiteY28" fmla="*/ 498443 h 533400"/>
                <a:gd name="connsiteX29" fmla="*/ 796766 w 857250"/>
                <a:gd name="connsiteY29" fmla="*/ 498253 h 533400"/>
                <a:gd name="connsiteX30" fmla="*/ 792480 w 857250"/>
                <a:gd name="connsiteY30" fmla="*/ 496634 h 533400"/>
                <a:gd name="connsiteX31" fmla="*/ 789146 w 857250"/>
                <a:gd name="connsiteY31" fmla="*/ 496253 h 533400"/>
                <a:gd name="connsiteX32" fmla="*/ 785622 w 857250"/>
                <a:gd name="connsiteY32" fmla="*/ 496824 h 533400"/>
                <a:gd name="connsiteX33" fmla="*/ 781622 w 857250"/>
                <a:gd name="connsiteY33" fmla="*/ 495205 h 533400"/>
                <a:gd name="connsiteX34" fmla="*/ 779621 w 857250"/>
                <a:gd name="connsiteY34" fmla="*/ 492633 h 533400"/>
                <a:gd name="connsiteX35" fmla="*/ 777240 w 857250"/>
                <a:gd name="connsiteY35" fmla="*/ 491585 h 533400"/>
                <a:gd name="connsiteX36" fmla="*/ 774383 w 857250"/>
                <a:gd name="connsiteY36" fmla="*/ 491966 h 533400"/>
                <a:gd name="connsiteX37" fmla="*/ 772668 w 857250"/>
                <a:gd name="connsiteY37" fmla="*/ 489585 h 533400"/>
                <a:gd name="connsiteX38" fmla="*/ 772287 w 857250"/>
                <a:gd name="connsiteY38" fmla="*/ 485680 h 533400"/>
                <a:gd name="connsiteX39" fmla="*/ 769525 w 857250"/>
                <a:gd name="connsiteY39" fmla="*/ 483680 h 533400"/>
                <a:gd name="connsiteX40" fmla="*/ 766572 w 857250"/>
                <a:gd name="connsiteY40" fmla="*/ 485489 h 533400"/>
                <a:gd name="connsiteX41" fmla="*/ 763143 w 857250"/>
                <a:gd name="connsiteY41" fmla="*/ 482727 h 533400"/>
                <a:gd name="connsiteX42" fmla="*/ 759428 w 857250"/>
                <a:gd name="connsiteY42" fmla="*/ 483680 h 533400"/>
                <a:gd name="connsiteX43" fmla="*/ 758285 w 857250"/>
                <a:gd name="connsiteY43" fmla="*/ 486061 h 533400"/>
                <a:gd name="connsiteX44" fmla="*/ 754094 w 857250"/>
                <a:gd name="connsiteY44" fmla="*/ 483013 h 533400"/>
                <a:gd name="connsiteX45" fmla="*/ 750665 w 857250"/>
                <a:gd name="connsiteY45" fmla="*/ 483013 h 533400"/>
                <a:gd name="connsiteX46" fmla="*/ 747617 w 857250"/>
                <a:gd name="connsiteY46" fmla="*/ 485775 h 533400"/>
                <a:gd name="connsiteX47" fmla="*/ 743617 w 857250"/>
                <a:gd name="connsiteY47" fmla="*/ 484632 h 533400"/>
                <a:gd name="connsiteX48" fmla="*/ 739712 w 857250"/>
                <a:gd name="connsiteY48" fmla="*/ 484061 h 533400"/>
                <a:gd name="connsiteX49" fmla="*/ 736759 w 857250"/>
                <a:gd name="connsiteY49" fmla="*/ 486918 h 533400"/>
                <a:gd name="connsiteX50" fmla="*/ 732377 w 857250"/>
                <a:gd name="connsiteY50" fmla="*/ 486156 h 533400"/>
                <a:gd name="connsiteX51" fmla="*/ 729425 w 857250"/>
                <a:gd name="connsiteY51" fmla="*/ 484537 h 533400"/>
                <a:gd name="connsiteX52" fmla="*/ 724472 w 857250"/>
                <a:gd name="connsiteY52" fmla="*/ 485299 h 533400"/>
                <a:gd name="connsiteX53" fmla="*/ 721328 w 857250"/>
                <a:gd name="connsiteY53" fmla="*/ 487775 h 533400"/>
                <a:gd name="connsiteX54" fmla="*/ 715709 w 857250"/>
                <a:gd name="connsiteY54" fmla="*/ 485870 h 533400"/>
                <a:gd name="connsiteX55" fmla="*/ 711899 w 857250"/>
                <a:gd name="connsiteY55" fmla="*/ 485585 h 533400"/>
                <a:gd name="connsiteX56" fmla="*/ 707422 w 857250"/>
                <a:gd name="connsiteY56" fmla="*/ 486251 h 533400"/>
                <a:gd name="connsiteX57" fmla="*/ 704374 w 857250"/>
                <a:gd name="connsiteY57" fmla="*/ 484251 h 533400"/>
                <a:gd name="connsiteX58" fmla="*/ 701326 w 857250"/>
                <a:gd name="connsiteY58" fmla="*/ 482727 h 533400"/>
                <a:gd name="connsiteX59" fmla="*/ 698659 w 857250"/>
                <a:gd name="connsiteY59" fmla="*/ 485299 h 533400"/>
                <a:gd name="connsiteX60" fmla="*/ 696563 w 857250"/>
                <a:gd name="connsiteY60" fmla="*/ 489871 h 533400"/>
                <a:gd name="connsiteX61" fmla="*/ 694468 w 857250"/>
                <a:gd name="connsiteY61" fmla="*/ 495110 h 533400"/>
                <a:gd name="connsiteX62" fmla="*/ 690467 w 857250"/>
                <a:gd name="connsiteY62" fmla="*/ 499110 h 533400"/>
                <a:gd name="connsiteX63" fmla="*/ 686562 w 857250"/>
                <a:gd name="connsiteY63" fmla="*/ 500253 h 533400"/>
                <a:gd name="connsiteX64" fmla="*/ 682181 w 857250"/>
                <a:gd name="connsiteY64" fmla="*/ 501682 h 533400"/>
                <a:gd name="connsiteX65" fmla="*/ 676370 w 857250"/>
                <a:gd name="connsiteY65" fmla="*/ 497872 h 533400"/>
                <a:gd name="connsiteX66" fmla="*/ 672370 w 857250"/>
                <a:gd name="connsiteY66" fmla="*/ 492728 h 533400"/>
                <a:gd name="connsiteX67" fmla="*/ 668369 w 857250"/>
                <a:gd name="connsiteY67" fmla="*/ 489299 h 533400"/>
                <a:gd name="connsiteX68" fmla="*/ 663797 w 857250"/>
                <a:gd name="connsiteY68" fmla="*/ 489490 h 533400"/>
                <a:gd name="connsiteX69" fmla="*/ 658940 w 857250"/>
                <a:gd name="connsiteY69" fmla="*/ 487585 h 533400"/>
                <a:gd name="connsiteX70" fmla="*/ 654844 w 857250"/>
                <a:gd name="connsiteY70" fmla="*/ 484441 h 533400"/>
                <a:gd name="connsiteX71" fmla="*/ 650653 w 857250"/>
                <a:gd name="connsiteY71" fmla="*/ 483584 h 533400"/>
                <a:gd name="connsiteX72" fmla="*/ 647224 w 857250"/>
                <a:gd name="connsiteY72" fmla="*/ 482441 h 533400"/>
                <a:gd name="connsiteX73" fmla="*/ 645319 w 857250"/>
                <a:gd name="connsiteY73" fmla="*/ 479965 h 533400"/>
                <a:gd name="connsiteX74" fmla="*/ 640651 w 857250"/>
                <a:gd name="connsiteY74" fmla="*/ 477107 h 533400"/>
                <a:gd name="connsiteX75" fmla="*/ 634460 w 857250"/>
                <a:gd name="connsiteY75" fmla="*/ 474821 h 533400"/>
                <a:gd name="connsiteX76" fmla="*/ 630079 w 857250"/>
                <a:gd name="connsiteY76" fmla="*/ 472535 h 533400"/>
                <a:gd name="connsiteX77" fmla="*/ 626174 w 857250"/>
                <a:gd name="connsiteY77" fmla="*/ 464915 h 533400"/>
                <a:gd name="connsiteX78" fmla="*/ 435007 w 857250"/>
                <a:gd name="connsiteY78" fmla="*/ 466630 h 533400"/>
                <a:gd name="connsiteX79" fmla="*/ 141827 w 857250"/>
                <a:gd name="connsiteY79" fmla="*/ 462058 h 533400"/>
                <a:gd name="connsiteX80" fmla="*/ 0 w 857250"/>
                <a:gd name="connsiteY80" fmla="*/ 456343 h 533400"/>
                <a:gd name="connsiteX81" fmla="*/ 0 w 857250"/>
                <a:gd name="connsiteY81" fmla="*/ 456343 h 533400"/>
                <a:gd name="connsiteX82" fmla="*/ 11811 w 857250"/>
                <a:gd name="connsiteY82" fmla="*/ 146399 h 533400"/>
                <a:gd name="connsiteX83" fmla="*/ 14383 w 857250"/>
                <a:gd name="connsiteY83" fmla="*/ 146494 h 533400"/>
                <a:gd name="connsiteX84" fmla="*/ 20383 w 857250"/>
                <a:gd name="connsiteY84" fmla="*/ 0 h 533400"/>
                <a:gd name="connsiteX85" fmla="*/ 241173 w 857250"/>
                <a:gd name="connsiteY85" fmla="*/ 7429 h 533400"/>
                <a:gd name="connsiteX86" fmla="*/ 595217 w 857250"/>
                <a:gd name="connsiteY86" fmla="*/ 8858 h 533400"/>
                <a:gd name="connsiteX87" fmla="*/ 828199 w 857250"/>
                <a:gd name="connsiteY87" fmla="*/ 4477 h 533400"/>
                <a:gd name="connsiteX88" fmla="*/ 828580 w 857250"/>
                <a:gd name="connsiteY88" fmla="*/ 7715 h 533400"/>
                <a:gd name="connsiteX89" fmla="*/ 829532 w 857250"/>
                <a:gd name="connsiteY89" fmla="*/ 15431 h 533400"/>
                <a:gd name="connsiteX90" fmla="*/ 827056 w 857250"/>
                <a:gd name="connsiteY90" fmla="*/ 22479 h 533400"/>
                <a:gd name="connsiteX91" fmla="*/ 823436 w 857250"/>
                <a:gd name="connsiteY91" fmla="*/ 26670 h 533400"/>
                <a:gd name="connsiteX92" fmla="*/ 821626 w 857250"/>
                <a:gd name="connsiteY92" fmla="*/ 32480 h 533400"/>
                <a:gd name="connsiteX93" fmla="*/ 818959 w 857250"/>
                <a:gd name="connsiteY93" fmla="*/ 35719 h 533400"/>
                <a:gd name="connsiteX94" fmla="*/ 814483 w 857250"/>
                <a:gd name="connsiteY94" fmla="*/ 37052 h 533400"/>
                <a:gd name="connsiteX95" fmla="*/ 809625 w 857250"/>
                <a:gd name="connsiteY95" fmla="*/ 41338 h 533400"/>
                <a:gd name="connsiteX96" fmla="*/ 804672 w 857250"/>
                <a:gd name="connsiteY96" fmla="*/ 46196 h 533400"/>
                <a:gd name="connsiteX97" fmla="*/ 800195 w 857250"/>
                <a:gd name="connsiteY97" fmla="*/ 51054 h 533400"/>
                <a:gd name="connsiteX98" fmla="*/ 800386 w 857250"/>
                <a:gd name="connsiteY98" fmla="*/ 57245 h 533400"/>
                <a:gd name="connsiteX99" fmla="*/ 803053 w 857250"/>
                <a:gd name="connsiteY99" fmla="*/ 61150 h 533400"/>
                <a:gd name="connsiteX100" fmla="*/ 807244 w 857250"/>
                <a:gd name="connsiteY100" fmla="*/ 65913 h 533400"/>
                <a:gd name="connsiteX101" fmla="*/ 810673 w 857250"/>
                <a:gd name="connsiteY101" fmla="*/ 71819 h 533400"/>
                <a:gd name="connsiteX102" fmla="*/ 812959 w 857250"/>
                <a:gd name="connsiteY102" fmla="*/ 77819 h 533400"/>
                <a:gd name="connsiteX103" fmla="*/ 817245 w 857250"/>
                <a:gd name="connsiteY103" fmla="*/ 83725 h 533400"/>
                <a:gd name="connsiteX104" fmla="*/ 820960 w 857250"/>
                <a:gd name="connsiteY104" fmla="*/ 86487 h 533400"/>
                <a:gd name="connsiteX105" fmla="*/ 828008 w 857250"/>
                <a:gd name="connsiteY105" fmla="*/ 86106 h 533400"/>
                <a:gd name="connsiteX106" fmla="*/ 830675 w 857250"/>
                <a:gd name="connsiteY106" fmla="*/ 87916 h 533400"/>
                <a:gd name="connsiteX107" fmla="*/ 836105 w 857250"/>
                <a:gd name="connsiteY107" fmla="*/ 90297 h 533400"/>
                <a:gd name="connsiteX108" fmla="*/ 840200 w 857250"/>
                <a:gd name="connsiteY108" fmla="*/ 94393 h 533400"/>
                <a:gd name="connsiteX109" fmla="*/ 844487 w 857250"/>
                <a:gd name="connsiteY109" fmla="*/ 102203 h 533400"/>
                <a:gd name="connsiteX110" fmla="*/ 855155 w 857250"/>
                <a:gd name="connsiteY110" fmla="*/ 380524 h 533400"/>
                <a:gd name="connsiteX111" fmla="*/ 840676 w 857250"/>
                <a:gd name="connsiteY111" fmla="*/ 381095 h 533400"/>
                <a:gd name="connsiteX112" fmla="*/ 840676 w 857250"/>
                <a:gd name="connsiteY112" fmla="*/ 386239 h 533400"/>
                <a:gd name="connsiteX113" fmla="*/ 837914 w 857250"/>
                <a:gd name="connsiteY113" fmla="*/ 389287 h 533400"/>
                <a:gd name="connsiteX114" fmla="*/ 839438 w 857250"/>
                <a:gd name="connsiteY114" fmla="*/ 391382 h 533400"/>
                <a:gd name="connsiteX115" fmla="*/ 841439 w 857250"/>
                <a:gd name="connsiteY115" fmla="*/ 392430 h 533400"/>
                <a:gd name="connsiteX116" fmla="*/ 843248 w 857250"/>
                <a:gd name="connsiteY116" fmla="*/ 395859 h 533400"/>
                <a:gd name="connsiteX117" fmla="*/ 846677 w 857250"/>
                <a:gd name="connsiteY117" fmla="*/ 399193 h 533400"/>
                <a:gd name="connsiteX118" fmla="*/ 847154 w 857250"/>
                <a:gd name="connsiteY118" fmla="*/ 403955 h 533400"/>
                <a:gd name="connsiteX119" fmla="*/ 845915 w 857250"/>
                <a:gd name="connsiteY119" fmla="*/ 406527 h 533400"/>
                <a:gd name="connsiteX120" fmla="*/ 847058 w 857250"/>
                <a:gd name="connsiteY120" fmla="*/ 411004 h 533400"/>
                <a:gd name="connsiteX121" fmla="*/ 845630 w 857250"/>
                <a:gd name="connsiteY121" fmla="*/ 413385 h 533400"/>
                <a:gd name="connsiteX122" fmla="*/ 841724 w 857250"/>
                <a:gd name="connsiteY122" fmla="*/ 413957 h 533400"/>
                <a:gd name="connsiteX123" fmla="*/ 841724 w 857250"/>
                <a:gd name="connsiteY123" fmla="*/ 417195 h 533400"/>
                <a:gd name="connsiteX124" fmla="*/ 843153 w 857250"/>
                <a:gd name="connsiteY124" fmla="*/ 419195 h 533400"/>
                <a:gd name="connsiteX125" fmla="*/ 842772 w 857250"/>
                <a:gd name="connsiteY125" fmla="*/ 421958 h 533400"/>
                <a:gd name="connsiteX126" fmla="*/ 844772 w 857250"/>
                <a:gd name="connsiteY126" fmla="*/ 424625 h 533400"/>
                <a:gd name="connsiteX127" fmla="*/ 847344 w 857250"/>
                <a:gd name="connsiteY127" fmla="*/ 423577 h 533400"/>
                <a:gd name="connsiteX128" fmla="*/ 849725 w 857250"/>
                <a:gd name="connsiteY128" fmla="*/ 425482 h 533400"/>
                <a:gd name="connsiteX129" fmla="*/ 851630 w 857250"/>
                <a:gd name="connsiteY129" fmla="*/ 423958 h 533400"/>
                <a:gd name="connsiteX130" fmla="*/ 855155 w 857250"/>
                <a:gd name="connsiteY130" fmla="*/ 426339 h 533400"/>
                <a:gd name="connsiteX131" fmla="*/ 855155 w 857250"/>
                <a:gd name="connsiteY131" fmla="*/ 431673 h 533400"/>
                <a:gd name="connsiteX132" fmla="*/ 855726 w 857250"/>
                <a:gd name="connsiteY132" fmla="*/ 434911 h 533400"/>
                <a:gd name="connsiteX133" fmla="*/ 858107 w 857250"/>
                <a:gd name="connsiteY133" fmla="*/ 436150 h 533400"/>
                <a:gd name="connsiteX134" fmla="*/ 858774 w 857250"/>
                <a:gd name="connsiteY134" fmla="*/ 440912 h 533400"/>
                <a:gd name="connsiteX135" fmla="*/ 856393 w 857250"/>
                <a:gd name="connsiteY135" fmla="*/ 443198 h 533400"/>
                <a:gd name="connsiteX136" fmla="*/ 857059 w 857250"/>
                <a:gd name="connsiteY136" fmla="*/ 446151 h 533400"/>
                <a:gd name="connsiteX137" fmla="*/ 855155 w 857250"/>
                <a:gd name="connsiteY137" fmla="*/ 448818 h 533400"/>
                <a:gd name="connsiteX138" fmla="*/ 851249 w 857250"/>
                <a:gd name="connsiteY138" fmla="*/ 450723 h 533400"/>
                <a:gd name="connsiteX139" fmla="*/ 850678 w 857250"/>
                <a:gd name="connsiteY139" fmla="*/ 454628 h 533400"/>
                <a:gd name="connsiteX140" fmla="*/ 853535 w 857250"/>
                <a:gd name="connsiteY140" fmla="*/ 456628 h 533400"/>
                <a:gd name="connsiteX141" fmla="*/ 851535 w 857250"/>
                <a:gd name="connsiteY141" fmla="*/ 459200 h 533400"/>
                <a:gd name="connsiteX142" fmla="*/ 850392 w 857250"/>
                <a:gd name="connsiteY142" fmla="*/ 461867 h 533400"/>
                <a:gd name="connsiteX143" fmla="*/ 852392 w 857250"/>
                <a:gd name="connsiteY143" fmla="*/ 463582 h 533400"/>
                <a:gd name="connsiteX144" fmla="*/ 853154 w 857250"/>
                <a:gd name="connsiteY144" fmla="*/ 466439 h 533400"/>
                <a:gd name="connsiteX145" fmla="*/ 850773 w 857250"/>
                <a:gd name="connsiteY145" fmla="*/ 468820 h 533400"/>
                <a:gd name="connsiteX146" fmla="*/ 848106 w 857250"/>
                <a:gd name="connsiteY146" fmla="*/ 471392 h 533400"/>
                <a:gd name="connsiteX147" fmla="*/ 848868 w 857250"/>
                <a:gd name="connsiteY147" fmla="*/ 477298 h 533400"/>
                <a:gd name="connsiteX148" fmla="*/ 848106 w 857250"/>
                <a:gd name="connsiteY148" fmla="*/ 480155 h 533400"/>
                <a:gd name="connsiteX149" fmla="*/ 846582 w 857250"/>
                <a:gd name="connsiteY149" fmla="*/ 483870 h 533400"/>
                <a:gd name="connsiteX150" fmla="*/ 844106 w 857250"/>
                <a:gd name="connsiteY150" fmla="*/ 485489 h 533400"/>
                <a:gd name="connsiteX151" fmla="*/ 843058 w 857250"/>
                <a:gd name="connsiteY151" fmla="*/ 488156 h 533400"/>
                <a:gd name="connsiteX152" fmla="*/ 842582 w 857250"/>
                <a:gd name="connsiteY152" fmla="*/ 492443 h 533400"/>
                <a:gd name="connsiteX153" fmla="*/ 839724 w 857250"/>
                <a:gd name="connsiteY153" fmla="*/ 493395 h 533400"/>
                <a:gd name="connsiteX154" fmla="*/ 839915 w 857250"/>
                <a:gd name="connsiteY154" fmla="*/ 496824 h 533400"/>
                <a:gd name="connsiteX155" fmla="*/ 838391 w 857250"/>
                <a:gd name="connsiteY155" fmla="*/ 499967 h 533400"/>
                <a:gd name="connsiteX156" fmla="*/ 839438 w 857250"/>
                <a:gd name="connsiteY156" fmla="*/ 504635 h 533400"/>
                <a:gd name="connsiteX157" fmla="*/ 841439 w 857250"/>
                <a:gd name="connsiteY157" fmla="*/ 506159 h 533400"/>
                <a:gd name="connsiteX158" fmla="*/ 844010 w 857250"/>
                <a:gd name="connsiteY158" fmla="*/ 507111 h 533400"/>
                <a:gd name="connsiteX159" fmla="*/ 845534 w 857250"/>
                <a:gd name="connsiteY159" fmla="*/ 509207 h 533400"/>
                <a:gd name="connsiteX160" fmla="*/ 847154 w 857250"/>
                <a:gd name="connsiteY160" fmla="*/ 511493 h 533400"/>
                <a:gd name="connsiteX161" fmla="*/ 849535 w 857250"/>
                <a:gd name="connsiteY161" fmla="*/ 512540 h 533400"/>
                <a:gd name="connsiteX162" fmla="*/ 850964 w 857250"/>
                <a:gd name="connsiteY162" fmla="*/ 514826 h 533400"/>
                <a:gd name="connsiteX163" fmla="*/ 851821 w 857250"/>
                <a:gd name="connsiteY163" fmla="*/ 518351 h 533400"/>
                <a:gd name="connsiteX164" fmla="*/ 853916 w 857250"/>
                <a:gd name="connsiteY164" fmla="*/ 519874 h 533400"/>
                <a:gd name="connsiteX165" fmla="*/ 855250 w 857250"/>
                <a:gd name="connsiteY165" fmla="*/ 523303 h 533400"/>
                <a:gd name="connsiteX166" fmla="*/ 855250 w 857250"/>
                <a:gd name="connsiteY166" fmla="*/ 527495 h 533400"/>
                <a:gd name="connsiteX167" fmla="*/ 857536 w 857250"/>
                <a:gd name="connsiteY167" fmla="*/ 530447 h 533400"/>
                <a:gd name="connsiteX168" fmla="*/ 856869 w 857250"/>
                <a:gd name="connsiteY168" fmla="*/ 534162 h 533400"/>
                <a:gd name="connsiteX169" fmla="*/ 858012 w 857250"/>
                <a:gd name="connsiteY169" fmla="*/ 537782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857250" h="533400">
                  <a:moveTo>
                    <a:pt x="858012" y="537782"/>
                  </a:moveTo>
                  <a:cubicBezTo>
                    <a:pt x="858298" y="538258"/>
                    <a:pt x="858965" y="539115"/>
                    <a:pt x="859536" y="539686"/>
                  </a:cubicBezTo>
                  <a:cubicBezTo>
                    <a:pt x="858869" y="540163"/>
                    <a:pt x="857917" y="540639"/>
                    <a:pt x="857345" y="540639"/>
                  </a:cubicBezTo>
                  <a:cubicBezTo>
                    <a:pt x="856583" y="540639"/>
                    <a:pt x="855059" y="540068"/>
                    <a:pt x="854583" y="539496"/>
                  </a:cubicBezTo>
                  <a:cubicBezTo>
                    <a:pt x="854012" y="538924"/>
                    <a:pt x="853916" y="537115"/>
                    <a:pt x="853440" y="536448"/>
                  </a:cubicBezTo>
                  <a:cubicBezTo>
                    <a:pt x="853059" y="535972"/>
                    <a:pt x="852011" y="535115"/>
                    <a:pt x="851440" y="534829"/>
                  </a:cubicBezTo>
                  <a:cubicBezTo>
                    <a:pt x="850678" y="534448"/>
                    <a:pt x="848773" y="533972"/>
                    <a:pt x="847916" y="534162"/>
                  </a:cubicBezTo>
                  <a:cubicBezTo>
                    <a:pt x="847058" y="534353"/>
                    <a:pt x="845915" y="535781"/>
                    <a:pt x="845153" y="536257"/>
                  </a:cubicBezTo>
                  <a:cubicBezTo>
                    <a:pt x="844582" y="536639"/>
                    <a:pt x="843248" y="537305"/>
                    <a:pt x="842582" y="537115"/>
                  </a:cubicBezTo>
                  <a:cubicBezTo>
                    <a:pt x="841915" y="536924"/>
                    <a:pt x="840867" y="535686"/>
                    <a:pt x="840581" y="535115"/>
                  </a:cubicBezTo>
                  <a:cubicBezTo>
                    <a:pt x="839819" y="533781"/>
                    <a:pt x="839724" y="530638"/>
                    <a:pt x="839057" y="529304"/>
                  </a:cubicBezTo>
                  <a:cubicBezTo>
                    <a:pt x="838676" y="528637"/>
                    <a:pt x="837629" y="527590"/>
                    <a:pt x="837057" y="527114"/>
                  </a:cubicBezTo>
                  <a:cubicBezTo>
                    <a:pt x="836295" y="526542"/>
                    <a:pt x="834200" y="526066"/>
                    <a:pt x="833438" y="525494"/>
                  </a:cubicBezTo>
                  <a:cubicBezTo>
                    <a:pt x="832676" y="524828"/>
                    <a:pt x="831342" y="523208"/>
                    <a:pt x="831056" y="522161"/>
                  </a:cubicBezTo>
                  <a:cubicBezTo>
                    <a:pt x="830771" y="521303"/>
                    <a:pt x="830866" y="519303"/>
                    <a:pt x="831342" y="518446"/>
                  </a:cubicBezTo>
                  <a:cubicBezTo>
                    <a:pt x="831723" y="517589"/>
                    <a:pt x="834009" y="517017"/>
                    <a:pt x="834200" y="516160"/>
                  </a:cubicBezTo>
                  <a:cubicBezTo>
                    <a:pt x="834485" y="515112"/>
                    <a:pt x="833152" y="513016"/>
                    <a:pt x="832390" y="512255"/>
                  </a:cubicBezTo>
                  <a:cubicBezTo>
                    <a:pt x="831818" y="511683"/>
                    <a:pt x="830199" y="510921"/>
                    <a:pt x="829342" y="510921"/>
                  </a:cubicBezTo>
                  <a:cubicBezTo>
                    <a:pt x="828389" y="510921"/>
                    <a:pt x="826675" y="512350"/>
                    <a:pt x="825722" y="512540"/>
                  </a:cubicBezTo>
                  <a:cubicBezTo>
                    <a:pt x="824960" y="512636"/>
                    <a:pt x="823246" y="512731"/>
                    <a:pt x="822484" y="512350"/>
                  </a:cubicBezTo>
                  <a:cubicBezTo>
                    <a:pt x="821912" y="512064"/>
                    <a:pt x="821055" y="510921"/>
                    <a:pt x="820769" y="510349"/>
                  </a:cubicBezTo>
                  <a:cubicBezTo>
                    <a:pt x="820388" y="509587"/>
                    <a:pt x="820960" y="507587"/>
                    <a:pt x="820388" y="506920"/>
                  </a:cubicBezTo>
                  <a:cubicBezTo>
                    <a:pt x="819531" y="505968"/>
                    <a:pt x="816483" y="506635"/>
                    <a:pt x="815340" y="506063"/>
                  </a:cubicBezTo>
                  <a:cubicBezTo>
                    <a:pt x="814578" y="505682"/>
                    <a:pt x="813435" y="504253"/>
                    <a:pt x="812768" y="503682"/>
                  </a:cubicBezTo>
                  <a:cubicBezTo>
                    <a:pt x="811816" y="503015"/>
                    <a:pt x="809911" y="501777"/>
                    <a:pt x="808863" y="501682"/>
                  </a:cubicBezTo>
                  <a:cubicBezTo>
                    <a:pt x="807815" y="501586"/>
                    <a:pt x="805720" y="502348"/>
                    <a:pt x="804958" y="502920"/>
                  </a:cubicBezTo>
                  <a:cubicBezTo>
                    <a:pt x="804386" y="503301"/>
                    <a:pt x="804101" y="505111"/>
                    <a:pt x="803434" y="505111"/>
                  </a:cubicBezTo>
                  <a:cubicBezTo>
                    <a:pt x="802481" y="505111"/>
                    <a:pt x="801719" y="502920"/>
                    <a:pt x="801434" y="502063"/>
                  </a:cubicBezTo>
                  <a:cubicBezTo>
                    <a:pt x="801052" y="501206"/>
                    <a:pt x="801338" y="499015"/>
                    <a:pt x="800672" y="498443"/>
                  </a:cubicBezTo>
                  <a:cubicBezTo>
                    <a:pt x="799909" y="497777"/>
                    <a:pt x="797719" y="498443"/>
                    <a:pt x="796766" y="498253"/>
                  </a:cubicBezTo>
                  <a:cubicBezTo>
                    <a:pt x="795623" y="498062"/>
                    <a:pt x="793623" y="496919"/>
                    <a:pt x="792480" y="496634"/>
                  </a:cubicBezTo>
                  <a:cubicBezTo>
                    <a:pt x="791718" y="496443"/>
                    <a:pt x="790004" y="496157"/>
                    <a:pt x="789146" y="496253"/>
                  </a:cubicBezTo>
                  <a:cubicBezTo>
                    <a:pt x="788289" y="496253"/>
                    <a:pt x="786575" y="496919"/>
                    <a:pt x="785622" y="496824"/>
                  </a:cubicBezTo>
                  <a:cubicBezTo>
                    <a:pt x="784574" y="496729"/>
                    <a:pt x="782479" y="495872"/>
                    <a:pt x="781622" y="495205"/>
                  </a:cubicBezTo>
                  <a:cubicBezTo>
                    <a:pt x="780955" y="494728"/>
                    <a:pt x="780288" y="493109"/>
                    <a:pt x="779621" y="492633"/>
                  </a:cubicBezTo>
                  <a:cubicBezTo>
                    <a:pt x="779145" y="492252"/>
                    <a:pt x="777907" y="491681"/>
                    <a:pt x="777240" y="491585"/>
                  </a:cubicBezTo>
                  <a:cubicBezTo>
                    <a:pt x="776573" y="491490"/>
                    <a:pt x="775049" y="492252"/>
                    <a:pt x="774383" y="491966"/>
                  </a:cubicBezTo>
                  <a:cubicBezTo>
                    <a:pt x="773716" y="491681"/>
                    <a:pt x="772954" y="490252"/>
                    <a:pt x="772668" y="489585"/>
                  </a:cubicBezTo>
                  <a:cubicBezTo>
                    <a:pt x="772287" y="488632"/>
                    <a:pt x="772763" y="486537"/>
                    <a:pt x="772287" y="485680"/>
                  </a:cubicBezTo>
                  <a:cubicBezTo>
                    <a:pt x="771906" y="484918"/>
                    <a:pt x="770382" y="483680"/>
                    <a:pt x="769525" y="483680"/>
                  </a:cubicBezTo>
                  <a:cubicBezTo>
                    <a:pt x="768668" y="483680"/>
                    <a:pt x="767429" y="485489"/>
                    <a:pt x="766572" y="485489"/>
                  </a:cubicBezTo>
                  <a:cubicBezTo>
                    <a:pt x="765429" y="485394"/>
                    <a:pt x="764191" y="483013"/>
                    <a:pt x="763143" y="482727"/>
                  </a:cubicBezTo>
                  <a:cubicBezTo>
                    <a:pt x="762191" y="482536"/>
                    <a:pt x="760190" y="483013"/>
                    <a:pt x="759428" y="483680"/>
                  </a:cubicBezTo>
                  <a:cubicBezTo>
                    <a:pt x="758952" y="484061"/>
                    <a:pt x="758857" y="485870"/>
                    <a:pt x="758285" y="486061"/>
                  </a:cubicBezTo>
                  <a:cubicBezTo>
                    <a:pt x="757047" y="486347"/>
                    <a:pt x="755333" y="483394"/>
                    <a:pt x="754094" y="483013"/>
                  </a:cubicBezTo>
                  <a:cubicBezTo>
                    <a:pt x="753332" y="482727"/>
                    <a:pt x="751523" y="482727"/>
                    <a:pt x="750665" y="483013"/>
                  </a:cubicBezTo>
                  <a:cubicBezTo>
                    <a:pt x="749713" y="483394"/>
                    <a:pt x="748665" y="485585"/>
                    <a:pt x="747617" y="485775"/>
                  </a:cubicBezTo>
                  <a:cubicBezTo>
                    <a:pt x="746570" y="486061"/>
                    <a:pt x="744665" y="484823"/>
                    <a:pt x="743617" y="484632"/>
                  </a:cubicBezTo>
                  <a:cubicBezTo>
                    <a:pt x="742664" y="484441"/>
                    <a:pt x="740664" y="483775"/>
                    <a:pt x="739712" y="484061"/>
                  </a:cubicBezTo>
                  <a:cubicBezTo>
                    <a:pt x="738759" y="484346"/>
                    <a:pt x="737807" y="486632"/>
                    <a:pt x="736759" y="486918"/>
                  </a:cubicBezTo>
                  <a:cubicBezTo>
                    <a:pt x="735711" y="487299"/>
                    <a:pt x="733425" y="486537"/>
                    <a:pt x="732377" y="486156"/>
                  </a:cubicBezTo>
                  <a:cubicBezTo>
                    <a:pt x="731520" y="485870"/>
                    <a:pt x="730282" y="484632"/>
                    <a:pt x="729425" y="484537"/>
                  </a:cubicBezTo>
                  <a:cubicBezTo>
                    <a:pt x="728186" y="484346"/>
                    <a:pt x="725615" y="484823"/>
                    <a:pt x="724472" y="485299"/>
                  </a:cubicBezTo>
                  <a:cubicBezTo>
                    <a:pt x="723519" y="485680"/>
                    <a:pt x="722281" y="487585"/>
                    <a:pt x="721328" y="487775"/>
                  </a:cubicBezTo>
                  <a:cubicBezTo>
                    <a:pt x="719900" y="488061"/>
                    <a:pt x="717233" y="486156"/>
                    <a:pt x="715709" y="485870"/>
                  </a:cubicBezTo>
                  <a:cubicBezTo>
                    <a:pt x="714756" y="485680"/>
                    <a:pt x="712851" y="485585"/>
                    <a:pt x="711899" y="485585"/>
                  </a:cubicBezTo>
                  <a:cubicBezTo>
                    <a:pt x="710756" y="485585"/>
                    <a:pt x="708470" y="486537"/>
                    <a:pt x="707422" y="486251"/>
                  </a:cubicBezTo>
                  <a:cubicBezTo>
                    <a:pt x="706565" y="486061"/>
                    <a:pt x="705136" y="484727"/>
                    <a:pt x="704374" y="484251"/>
                  </a:cubicBezTo>
                  <a:cubicBezTo>
                    <a:pt x="703612" y="483870"/>
                    <a:pt x="702088" y="482632"/>
                    <a:pt x="701326" y="482727"/>
                  </a:cubicBezTo>
                  <a:cubicBezTo>
                    <a:pt x="700373" y="482918"/>
                    <a:pt x="699135" y="484537"/>
                    <a:pt x="698659" y="485299"/>
                  </a:cubicBezTo>
                  <a:cubicBezTo>
                    <a:pt x="697897" y="486347"/>
                    <a:pt x="697040" y="488728"/>
                    <a:pt x="696563" y="489871"/>
                  </a:cubicBezTo>
                  <a:cubicBezTo>
                    <a:pt x="695992" y="491204"/>
                    <a:pt x="695230" y="493871"/>
                    <a:pt x="694468" y="495110"/>
                  </a:cubicBezTo>
                  <a:cubicBezTo>
                    <a:pt x="693706" y="496253"/>
                    <a:pt x="691706" y="498348"/>
                    <a:pt x="690467" y="499110"/>
                  </a:cubicBezTo>
                  <a:cubicBezTo>
                    <a:pt x="689610" y="499586"/>
                    <a:pt x="687515" y="499967"/>
                    <a:pt x="686562" y="500253"/>
                  </a:cubicBezTo>
                  <a:cubicBezTo>
                    <a:pt x="685419" y="500634"/>
                    <a:pt x="683324" y="501777"/>
                    <a:pt x="682181" y="501682"/>
                  </a:cubicBezTo>
                  <a:cubicBezTo>
                    <a:pt x="680466" y="501491"/>
                    <a:pt x="677704" y="499110"/>
                    <a:pt x="676370" y="497872"/>
                  </a:cubicBezTo>
                  <a:cubicBezTo>
                    <a:pt x="675132" y="496729"/>
                    <a:pt x="673513" y="493871"/>
                    <a:pt x="672370" y="492728"/>
                  </a:cubicBezTo>
                  <a:cubicBezTo>
                    <a:pt x="671513" y="491776"/>
                    <a:pt x="669608" y="489776"/>
                    <a:pt x="668369" y="489299"/>
                  </a:cubicBezTo>
                  <a:cubicBezTo>
                    <a:pt x="667322" y="488918"/>
                    <a:pt x="664940" y="489680"/>
                    <a:pt x="663797" y="489490"/>
                  </a:cubicBezTo>
                  <a:cubicBezTo>
                    <a:pt x="662464" y="489299"/>
                    <a:pt x="660083" y="488252"/>
                    <a:pt x="658940" y="487585"/>
                  </a:cubicBezTo>
                  <a:cubicBezTo>
                    <a:pt x="657797" y="486918"/>
                    <a:pt x="656082" y="484918"/>
                    <a:pt x="654844" y="484441"/>
                  </a:cubicBezTo>
                  <a:cubicBezTo>
                    <a:pt x="653891" y="483965"/>
                    <a:pt x="651701" y="483870"/>
                    <a:pt x="650653" y="483584"/>
                  </a:cubicBezTo>
                  <a:cubicBezTo>
                    <a:pt x="649796" y="483394"/>
                    <a:pt x="647986" y="483013"/>
                    <a:pt x="647224" y="482441"/>
                  </a:cubicBezTo>
                  <a:cubicBezTo>
                    <a:pt x="646557" y="481965"/>
                    <a:pt x="645890" y="480441"/>
                    <a:pt x="645319" y="479965"/>
                  </a:cubicBezTo>
                  <a:cubicBezTo>
                    <a:pt x="644271" y="479012"/>
                    <a:pt x="641890" y="477679"/>
                    <a:pt x="640651" y="477107"/>
                  </a:cubicBezTo>
                  <a:cubicBezTo>
                    <a:pt x="639223" y="476345"/>
                    <a:pt x="635984" y="475488"/>
                    <a:pt x="634460" y="474821"/>
                  </a:cubicBezTo>
                  <a:cubicBezTo>
                    <a:pt x="633317" y="474345"/>
                    <a:pt x="630936" y="473393"/>
                    <a:pt x="630079" y="472535"/>
                  </a:cubicBezTo>
                  <a:cubicBezTo>
                    <a:pt x="628555" y="471011"/>
                    <a:pt x="626174" y="464915"/>
                    <a:pt x="626174" y="464915"/>
                  </a:cubicBezTo>
                  <a:lnTo>
                    <a:pt x="435007" y="466630"/>
                  </a:lnTo>
                  <a:lnTo>
                    <a:pt x="141827" y="462058"/>
                  </a:lnTo>
                  <a:lnTo>
                    <a:pt x="0" y="456343"/>
                  </a:lnTo>
                  <a:lnTo>
                    <a:pt x="0" y="456343"/>
                  </a:lnTo>
                  <a:lnTo>
                    <a:pt x="11811" y="146399"/>
                  </a:lnTo>
                  <a:lnTo>
                    <a:pt x="14383" y="146494"/>
                  </a:lnTo>
                  <a:lnTo>
                    <a:pt x="20383" y="0"/>
                  </a:lnTo>
                  <a:lnTo>
                    <a:pt x="241173" y="7429"/>
                  </a:lnTo>
                  <a:lnTo>
                    <a:pt x="595217" y="8858"/>
                  </a:lnTo>
                  <a:lnTo>
                    <a:pt x="828199" y="4477"/>
                  </a:lnTo>
                  <a:cubicBezTo>
                    <a:pt x="828389" y="5715"/>
                    <a:pt x="828484" y="6858"/>
                    <a:pt x="828580" y="7715"/>
                  </a:cubicBezTo>
                  <a:cubicBezTo>
                    <a:pt x="828866" y="9620"/>
                    <a:pt x="829818" y="13525"/>
                    <a:pt x="829532" y="15431"/>
                  </a:cubicBezTo>
                  <a:cubicBezTo>
                    <a:pt x="829342" y="17335"/>
                    <a:pt x="828008" y="20860"/>
                    <a:pt x="827056" y="22479"/>
                  </a:cubicBezTo>
                  <a:cubicBezTo>
                    <a:pt x="826389" y="23717"/>
                    <a:pt x="824103" y="25432"/>
                    <a:pt x="823436" y="26670"/>
                  </a:cubicBezTo>
                  <a:cubicBezTo>
                    <a:pt x="822674" y="28004"/>
                    <a:pt x="822389" y="31147"/>
                    <a:pt x="821626" y="32480"/>
                  </a:cubicBezTo>
                  <a:cubicBezTo>
                    <a:pt x="821150" y="33433"/>
                    <a:pt x="819817" y="35147"/>
                    <a:pt x="818959" y="35719"/>
                  </a:cubicBezTo>
                  <a:cubicBezTo>
                    <a:pt x="818007" y="36385"/>
                    <a:pt x="815531" y="36481"/>
                    <a:pt x="814483" y="37052"/>
                  </a:cubicBezTo>
                  <a:cubicBezTo>
                    <a:pt x="813054" y="37814"/>
                    <a:pt x="810863" y="40291"/>
                    <a:pt x="809625" y="41338"/>
                  </a:cubicBezTo>
                  <a:cubicBezTo>
                    <a:pt x="808387" y="42577"/>
                    <a:pt x="805910" y="44958"/>
                    <a:pt x="804672" y="46196"/>
                  </a:cubicBezTo>
                  <a:cubicBezTo>
                    <a:pt x="803529" y="47339"/>
                    <a:pt x="800767" y="49530"/>
                    <a:pt x="800195" y="51054"/>
                  </a:cubicBezTo>
                  <a:cubicBezTo>
                    <a:pt x="799624" y="52483"/>
                    <a:pt x="799814" y="55817"/>
                    <a:pt x="800386" y="57245"/>
                  </a:cubicBezTo>
                  <a:cubicBezTo>
                    <a:pt x="800767" y="58388"/>
                    <a:pt x="802291" y="60198"/>
                    <a:pt x="803053" y="61150"/>
                  </a:cubicBezTo>
                  <a:cubicBezTo>
                    <a:pt x="804005" y="62389"/>
                    <a:pt x="806291" y="64579"/>
                    <a:pt x="807244" y="65913"/>
                  </a:cubicBezTo>
                  <a:cubicBezTo>
                    <a:pt x="808292" y="67246"/>
                    <a:pt x="810006" y="70199"/>
                    <a:pt x="810673" y="71819"/>
                  </a:cubicBezTo>
                  <a:cubicBezTo>
                    <a:pt x="811340" y="73247"/>
                    <a:pt x="812197" y="76390"/>
                    <a:pt x="812959" y="77819"/>
                  </a:cubicBezTo>
                  <a:cubicBezTo>
                    <a:pt x="813816" y="79438"/>
                    <a:pt x="815912" y="82391"/>
                    <a:pt x="817245" y="83725"/>
                  </a:cubicBezTo>
                  <a:cubicBezTo>
                    <a:pt x="818007" y="84582"/>
                    <a:pt x="819817" y="86106"/>
                    <a:pt x="820960" y="86487"/>
                  </a:cubicBezTo>
                  <a:cubicBezTo>
                    <a:pt x="822674" y="86963"/>
                    <a:pt x="826294" y="85630"/>
                    <a:pt x="828008" y="86106"/>
                  </a:cubicBezTo>
                  <a:cubicBezTo>
                    <a:pt x="828770" y="86296"/>
                    <a:pt x="830009" y="87535"/>
                    <a:pt x="830675" y="87916"/>
                  </a:cubicBezTo>
                  <a:cubicBezTo>
                    <a:pt x="831914" y="88678"/>
                    <a:pt x="834866" y="89535"/>
                    <a:pt x="836105" y="90297"/>
                  </a:cubicBezTo>
                  <a:cubicBezTo>
                    <a:pt x="837343" y="91059"/>
                    <a:pt x="839343" y="93250"/>
                    <a:pt x="840200" y="94393"/>
                  </a:cubicBezTo>
                  <a:cubicBezTo>
                    <a:pt x="841534" y="96202"/>
                    <a:pt x="844487" y="102203"/>
                    <a:pt x="844487" y="102203"/>
                  </a:cubicBezTo>
                  <a:lnTo>
                    <a:pt x="855155" y="380524"/>
                  </a:lnTo>
                  <a:lnTo>
                    <a:pt x="840676" y="381095"/>
                  </a:lnTo>
                  <a:cubicBezTo>
                    <a:pt x="840676" y="381095"/>
                    <a:pt x="841153" y="385096"/>
                    <a:pt x="840676" y="386239"/>
                  </a:cubicBezTo>
                  <a:cubicBezTo>
                    <a:pt x="840296" y="387191"/>
                    <a:pt x="838009" y="388239"/>
                    <a:pt x="837914" y="389287"/>
                  </a:cubicBezTo>
                  <a:cubicBezTo>
                    <a:pt x="837914" y="389954"/>
                    <a:pt x="838962" y="391001"/>
                    <a:pt x="839438" y="391382"/>
                  </a:cubicBezTo>
                  <a:cubicBezTo>
                    <a:pt x="839915" y="391763"/>
                    <a:pt x="841058" y="391954"/>
                    <a:pt x="841439" y="392430"/>
                  </a:cubicBezTo>
                  <a:cubicBezTo>
                    <a:pt x="842201" y="393097"/>
                    <a:pt x="842677" y="395097"/>
                    <a:pt x="843248" y="395859"/>
                  </a:cubicBezTo>
                  <a:cubicBezTo>
                    <a:pt x="844010" y="396811"/>
                    <a:pt x="846201" y="398145"/>
                    <a:pt x="846677" y="399193"/>
                  </a:cubicBezTo>
                  <a:cubicBezTo>
                    <a:pt x="847249" y="400240"/>
                    <a:pt x="847344" y="402812"/>
                    <a:pt x="847154" y="403955"/>
                  </a:cubicBezTo>
                  <a:cubicBezTo>
                    <a:pt x="847058" y="404622"/>
                    <a:pt x="846010" y="405765"/>
                    <a:pt x="845915" y="406527"/>
                  </a:cubicBezTo>
                  <a:cubicBezTo>
                    <a:pt x="845820" y="407670"/>
                    <a:pt x="847154" y="409861"/>
                    <a:pt x="847058" y="411004"/>
                  </a:cubicBezTo>
                  <a:cubicBezTo>
                    <a:pt x="846963" y="411671"/>
                    <a:pt x="846201" y="413004"/>
                    <a:pt x="845630" y="413385"/>
                  </a:cubicBezTo>
                  <a:cubicBezTo>
                    <a:pt x="844868" y="413957"/>
                    <a:pt x="842391" y="413194"/>
                    <a:pt x="841724" y="413957"/>
                  </a:cubicBezTo>
                  <a:cubicBezTo>
                    <a:pt x="841153" y="414528"/>
                    <a:pt x="841439" y="416433"/>
                    <a:pt x="841724" y="417195"/>
                  </a:cubicBezTo>
                  <a:cubicBezTo>
                    <a:pt x="841915" y="417767"/>
                    <a:pt x="843058" y="418529"/>
                    <a:pt x="843153" y="419195"/>
                  </a:cubicBezTo>
                  <a:cubicBezTo>
                    <a:pt x="843343" y="419862"/>
                    <a:pt x="842582" y="421291"/>
                    <a:pt x="842772" y="421958"/>
                  </a:cubicBezTo>
                  <a:cubicBezTo>
                    <a:pt x="842963" y="422719"/>
                    <a:pt x="843915" y="424434"/>
                    <a:pt x="844772" y="424625"/>
                  </a:cubicBezTo>
                  <a:cubicBezTo>
                    <a:pt x="845439" y="424815"/>
                    <a:pt x="846677" y="423482"/>
                    <a:pt x="847344" y="423577"/>
                  </a:cubicBezTo>
                  <a:cubicBezTo>
                    <a:pt x="848106" y="423672"/>
                    <a:pt x="848963" y="425482"/>
                    <a:pt x="849725" y="425482"/>
                  </a:cubicBezTo>
                  <a:cubicBezTo>
                    <a:pt x="850297" y="425482"/>
                    <a:pt x="851059" y="424053"/>
                    <a:pt x="851630" y="423958"/>
                  </a:cubicBezTo>
                  <a:cubicBezTo>
                    <a:pt x="852678" y="423958"/>
                    <a:pt x="854583" y="425386"/>
                    <a:pt x="855155" y="426339"/>
                  </a:cubicBezTo>
                  <a:cubicBezTo>
                    <a:pt x="855821" y="427482"/>
                    <a:pt x="855059" y="430340"/>
                    <a:pt x="855155" y="431673"/>
                  </a:cubicBezTo>
                  <a:cubicBezTo>
                    <a:pt x="855250" y="432530"/>
                    <a:pt x="855250" y="434245"/>
                    <a:pt x="855726" y="434911"/>
                  </a:cubicBezTo>
                  <a:cubicBezTo>
                    <a:pt x="856107" y="435483"/>
                    <a:pt x="857726" y="435578"/>
                    <a:pt x="858107" y="436150"/>
                  </a:cubicBezTo>
                  <a:cubicBezTo>
                    <a:pt x="858774" y="437102"/>
                    <a:pt x="859155" y="439769"/>
                    <a:pt x="858774" y="440912"/>
                  </a:cubicBezTo>
                  <a:cubicBezTo>
                    <a:pt x="858488" y="441674"/>
                    <a:pt x="856583" y="442436"/>
                    <a:pt x="856393" y="443198"/>
                  </a:cubicBezTo>
                  <a:cubicBezTo>
                    <a:pt x="856202" y="443960"/>
                    <a:pt x="857250" y="445389"/>
                    <a:pt x="857059" y="446151"/>
                  </a:cubicBezTo>
                  <a:cubicBezTo>
                    <a:pt x="856869" y="446913"/>
                    <a:pt x="855821" y="448246"/>
                    <a:pt x="855155" y="448818"/>
                  </a:cubicBezTo>
                  <a:cubicBezTo>
                    <a:pt x="854297" y="449485"/>
                    <a:pt x="851821" y="449866"/>
                    <a:pt x="851249" y="450723"/>
                  </a:cubicBezTo>
                  <a:cubicBezTo>
                    <a:pt x="850678" y="451485"/>
                    <a:pt x="850297" y="453676"/>
                    <a:pt x="850678" y="454628"/>
                  </a:cubicBezTo>
                  <a:cubicBezTo>
                    <a:pt x="851059" y="455390"/>
                    <a:pt x="853440" y="455771"/>
                    <a:pt x="853535" y="456628"/>
                  </a:cubicBezTo>
                  <a:cubicBezTo>
                    <a:pt x="853631" y="457486"/>
                    <a:pt x="851916" y="458534"/>
                    <a:pt x="851535" y="459200"/>
                  </a:cubicBezTo>
                  <a:cubicBezTo>
                    <a:pt x="851154" y="459867"/>
                    <a:pt x="850201" y="461201"/>
                    <a:pt x="850392" y="461867"/>
                  </a:cubicBezTo>
                  <a:cubicBezTo>
                    <a:pt x="850583" y="462534"/>
                    <a:pt x="852011" y="463010"/>
                    <a:pt x="852392" y="463582"/>
                  </a:cubicBezTo>
                  <a:cubicBezTo>
                    <a:pt x="852773" y="464248"/>
                    <a:pt x="853345" y="465773"/>
                    <a:pt x="853154" y="466439"/>
                  </a:cubicBezTo>
                  <a:cubicBezTo>
                    <a:pt x="852964" y="467201"/>
                    <a:pt x="851440" y="468249"/>
                    <a:pt x="850773" y="468820"/>
                  </a:cubicBezTo>
                  <a:cubicBezTo>
                    <a:pt x="850106" y="469487"/>
                    <a:pt x="848392" y="470440"/>
                    <a:pt x="848106" y="471392"/>
                  </a:cubicBezTo>
                  <a:cubicBezTo>
                    <a:pt x="847630" y="472821"/>
                    <a:pt x="848963" y="475869"/>
                    <a:pt x="848868" y="477298"/>
                  </a:cubicBezTo>
                  <a:cubicBezTo>
                    <a:pt x="848773" y="478060"/>
                    <a:pt x="848297" y="479393"/>
                    <a:pt x="848106" y="480155"/>
                  </a:cubicBezTo>
                  <a:cubicBezTo>
                    <a:pt x="847725" y="481108"/>
                    <a:pt x="847154" y="483108"/>
                    <a:pt x="846582" y="483870"/>
                  </a:cubicBezTo>
                  <a:cubicBezTo>
                    <a:pt x="846106" y="484441"/>
                    <a:pt x="844582" y="484918"/>
                    <a:pt x="844106" y="485489"/>
                  </a:cubicBezTo>
                  <a:cubicBezTo>
                    <a:pt x="843725" y="486061"/>
                    <a:pt x="843248" y="487394"/>
                    <a:pt x="843058" y="488156"/>
                  </a:cubicBezTo>
                  <a:cubicBezTo>
                    <a:pt x="842772" y="489204"/>
                    <a:pt x="843248" y="491585"/>
                    <a:pt x="842582" y="492443"/>
                  </a:cubicBezTo>
                  <a:cubicBezTo>
                    <a:pt x="842105" y="493014"/>
                    <a:pt x="840200" y="492823"/>
                    <a:pt x="839724" y="493395"/>
                  </a:cubicBezTo>
                  <a:cubicBezTo>
                    <a:pt x="839248" y="494157"/>
                    <a:pt x="840010" y="495967"/>
                    <a:pt x="839915" y="496824"/>
                  </a:cubicBezTo>
                  <a:cubicBezTo>
                    <a:pt x="839724" y="497681"/>
                    <a:pt x="838486" y="499110"/>
                    <a:pt x="838391" y="499967"/>
                  </a:cubicBezTo>
                  <a:cubicBezTo>
                    <a:pt x="838295" y="501206"/>
                    <a:pt x="838772" y="503682"/>
                    <a:pt x="839438" y="504635"/>
                  </a:cubicBezTo>
                  <a:cubicBezTo>
                    <a:pt x="839819" y="505206"/>
                    <a:pt x="840867" y="505873"/>
                    <a:pt x="841439" y="506159"/>
                  </a:cubicBezTo>
                  <a:cubicBezTo>
                    <a:pt x="842010" y="506540"/>
                    <a:pt x="843534" y="506730"/>
                    <a:pt x="844010" y="507111"/>
                  </a:cubicBezTo>
                  <a:cubicBezTo>
                    <a:pt x="844582" y="507492"/>
                    <a:pt x="845249" y="508730"/>
                    <a:pt x="845534" y="509207"/>
                  </a:cubicBezTo>
                  <a:cubicBezTo>
                    <a:pt x="845915" y="509778"/>
                    <a:pt x="846677" y="511016"/>
                    <a:pt x="847154" y="511493"/>
                  </a:cubicBezTo>
                  <a:cubicBezTo>
                    <a:pt x="847630" y="511873"/>
                    <a:pt x="849059" y="512064"/>
                    <a:pt x="849535" y="512540"/>
                  </a:cubicBezTo>
                  <a:cubicBezTo>
                    <a:pt x="850011" y="513016"/>
                    <a:pt x="850678" y="514255"/>
                    <a:pt x="850964" y="514826"/>
                  </a:cubicBezTo>
                  <a:cubicBezTo>
                    <a:pt x="851345" y="515684"/>
                    <a:pt x="851345" y="517589"/>
                    <a:pt x="851821" y="518351"/>
                  </a:cubicBezTo>
                  <a:cubicBezTo>
                    <a:pt x="852202" y="518922"/>
                    <a:pt x="853535" y="519303"/>
                    <a:pt x="853916" y="519874"/>
                  </a:cubicBezTo>
                  <a:cubicBezTo>
                    <a:pt x="854488" y="520636"/>
                    <a:pt x="855059" y="522446"/>
                    <a:pt x="855250" y="523303"/>
                  </a:cubicBezTo>
                  <a:cubicBezTo>
                    <a:pt x="855440" y="524351"/>
                    <a:pt x="854869" y="526447"/>
                    <a:pt x="855250" y="527495"/>
                  </a:cubicBezTo>
                  <a:cubicBezTo>
                    <a:pt x="855535" y="528352"/>
                    <a:pt x="857345" y="529590"/>
                    <a:pt x="857536" y="530447"/>
                  </a:cubicBezTo>
                  <a:cubicBezTo>
                    <a:pt x="857726" y="531400"/>
                    <a:pt x="856774" y="533210"/>
                    <a:pt x="856869" y="534162"/>
                  </a:cubicBezTo>
                  <a:cubicBezTo>
                    <a:pt x="856964" y="535591"/>
                    <a:pt x="857631" y="537020"/>
                    <a:pt x="858012" y="537782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10" name="Freeform: Shape 65">
              <a:extLst>
                <a:ext uri="{FF2B5EF4-FFF2-40B4-BE49-F238E27FC236}">
                  <a16:creationId xmlns:a16="http://schemas.microsoft.com/office/drawing/2014/main" id="{0F95CDB5-E413-A048-96D3-E4AE6CE56941}"/>
                </a:ext>
              </a:extLst>
            </p:cNvPr>
            <p:cNvSpPr/>
            <p:nvPr/>
          </p:nvSpPr>
          <p:spPr>
            <a:xfrm>
              <a:off x="5292471" y="1794605"/>
              <a:ext cx="800100" cy="476250"/>
            </a:xfrm>
            <a:custGeom>
              <a:avLst/>
              <a:gdLst>
                <a:gd name="connsiteX0" fmla="*/ 808863 w 800100"/>
                <a:gd name="connsiteY0" fmla="*/ 449009 h 476250"/>
                <a:gd name="connsiteX1" fmla="*/ 808292 w 800100"/>
                <a:gd name="connsiteY1" fmla="*/ 456533 h 476250"/>
                <a:gd name="connsiteX2" fmla="*/ 806386 w 800100"/>
                <a:gd name="connsiteY2" fmla="*/ 461867 h 476250"/>
                <a:gd name="connsiteX3" fmla="*/ 807339 w 800100"/>
                <a:gd name="connsiteY3" fmla="*/ 469487 h 476250"/>
                <a:gd name="connsiteX4" fmla="*/ 807815 w 800100"/>
                <a:gd name="connsiteY4" fmla="*/ 473869 h 476250"/>
                <a:gd name="connsiteX5" fmla="*/ 574834 w 800100"/>
                <a:gd name="connsiteY5" fmla="*/ 478250 h 476250"/>
                <a:gd name="connsiteX6" fmla="*/ 220790 w 800100"/>
                <a:gd name="connsiteY6" fmla="*/ 476822 h 476250"/>
                <a:gd name="connsiteX7" fmla="*/ 0 w 800100"/>
                <a:gd name="connsiteY7" fmla="*/ 469392 h 476250"/>
                <a:gd name="connsiteX8" fmla="*/ 19145 w 800100"/>
                <a:gd name="connsiteY8" fmla="*/ 0 h 476250"/>
                <a:gd name="connsiteX9" fmla="*/ 281940 w 800100"/>
                <a:gd name="connsiteY9" fmla="*/ 7620 h 476250"/>
                <a:gd name="connsiteX10" fmla="*/ 540068 w 800100"/>
                <a:gd name="connsiteY10" fmla="*/ 8477 h 476250"/>
                <a:gd name="connsiteX11" fmla="*/ 721805 w 800100"/>
                <a:gd name="connsiteY11" fmla="*/ 3524 h 476250"/>
                <a:gd name="connsiteX12" fmla="*/ 722471 w 800100"/>
                <a:gd name="connsiteY12" fmla="*/ 7810 h 476250"/>
                <a:gd name="connsiteX13" fmla="*/ 722376 w 800100"/>
                <a:gd name="connsiteY13" fmla="*/ 12097 h 476250"/>
                <a:gd name="connsiteX14" fmla="*/ 725995 w 800100"/>
                <a:gd name="connsiteY14" fmla="*/ 20479 h 476250"/>
                <a:gd name="connsiteX15" fmla="*/ 728472 w 800100"/>
                <a:gd name="connsiteY15" fmla="*/ 26860 h 476250"/>
                <a:gd name="connsiteX16" fmla="*/ 728948 w 800100"/>
                <a:gd name="connsiteY16" fmla="*/ 31909 h 476250"/>
                <a:gd name="connsiteX17" fmla="*/ 730853 w 800100"/>
                <a:gd name="connsiteY17" fmla="*/ 35243 h 476250"/>
                <a:gd name="connsiteX18" fmla="*/ 731615 w 800100"/>
                <a:gd name="connsiteY18" fmla="*/ 42481 h 476250"/>
                <a:gd name="connsiteX19" fmla="*/ 736092 w 800100"/>
                <a:gd name="connsiteY19" fmla="*/ 49340 h 476250"/>
                <a:gd name="connsiteX20" fmla="*/ 738092 w 800100"/>
                <a:gd name="connsiteY20" fmla="*/ 54102 h 476250"/>
                <a:gd name="connsiteX21" fmla="*/ 737997 w 800100"/>
                <a:gd name="connsiteY21" fmla="*/ 57912 h 476250"/>
                <a:gd name="connsiteX22" fmla="*/ 735711 w 800100"/>
                <a:gd name="connsiteY22" fmla="*/ 61627 h 476250"/>
                <a:gd name="connsiteX23" fmla="*/ 734473 w 800100"/>
                <a:gd name="connsiteY23" fmla="*/ 67818 h 476250"/>
                <a:gd name="connsiteX24" fmla="*/ 731234 w 800100"/>
                <a:gd name="connsiteY24" fmla="*/ 73724 h 476250"/>
                <a:gd name="connsiteX25" fmla="*/ 732282 w 800100"/>
                <a:gd name="connsiteY25" fmla="*/ 79439 h 476250"/>
                <a:gd name="connsiteX26" fmla="*/ 736187 w 800100"/>
                <a:gd name="connsiteY26" fmla="*/ 86201 h 476250"/>
                <a:gd name="connsiteX27" fmla="*/ 736187 w 800100"/>
                <a:gd name="connsiteY27" fmla="*/ 94583 h 476250"/>
                <a:gd name="connsiteX28" fmla="*/ 734854 w 800100"/>
                <a:gd name="connsiteY28" fmla="*/ 98679 h 476250"/>
                <a:gd name="connsiteX29" fmla="*/ 734759 w 800100"/>
                <a:gd name="connsiteY29" fmla="*/ 104013 h 476250"/>
                <a:gd name="connsiteX30" fmla="*/ 738378 w 800100"/>
                <a:gd name="connsiteY30" fmla="*/ 110966 h 476250"/>
                <a:gd name="connsiteX31" fmla="*/ 737044 w 800100"/>
                <a:gd name="connsiteY31" fmla="*/ 117348 h 476250"/>
                <a:gd name="connsiteX32" fmla="*/ 735997 w 800100"/>
                <a:gd name="connsiteY32" fmla="*/ 121253 h 476250"/>
                <a:gd name="connsiteX33" fmla="*/ 736187 w 800100"/>
                <a:gd name="connsiteY33" fmla="*/ 127254 h 476250"/>
                <a:gd name="connsiteX34" fmla="*/ 736568 w 800100"/>
                <a:gd name="connsiteY34" fmla="*/ 134588 h 476250"/>
                <a:gd name="connsiteX35" fmla="*/ 738283 w 800100"/>
                <a:gd name="connsiteY35" fmla="*/ 136970 h 476250"/>
                <a:gd name="connsiteX36" fmla="*/ 738378 w 800100"/>
                <a:gd name="connsiteY36" fmla="*/ 140399 h 476250"/>
                <a:gd name="connsiteX37" fmla="*/ 739997 w 800100"/>
                <a:gd name="connsiteY37" fmla="*/ 142780 h 476250"/>
                <a:gd name="connsiteX38" fmla="*/ 741235 w 800100"/>
                <a:gd name="connsiteY38" fmla="*/ 146018 h 476250"/>
                <a:gd name="connsiteX39" fmla="*/ 742855 w 800100"/>
                <a:gd name="connsiteY39" fmla="*/ 149066 h 476250"/>
                <a:gd name="connsiteX40" fmla="*/ 743141 w 800100"/>
                <a:gd name="connsiteY40" fmla="*/ 153924 h 476250"/>
                <a:gd name="connsiteX41" fmla="*/ 745903 w 800100"/>
                <a:gd name="connsiteY41" fmla="*/ 161068 h 476250"/>
                <a:gd name="connsiteX42" fmla="*/ 746284 w 800100"/>
                <a:gd name="connsiteY42" fmla="*/ 166402 h 476250"/>
                <a:gd name="connsiteX43" fmla="*/ 749236 w 800100"/>
                <a:gd name="connsiteY43" fmla="*/ 168307 h 476250"/>
                <a:gd name="connsiteX44" fmla="*/ 749141 w 800100"/>
                <a:gd name="connsiteY44" fmla="*/ 174022 h 476250"/>
                <a:gd name="connsiteX45" fmla="*/ 752189 w 800100"/>
                <a:gd name="connsiteY45" fmla="*/ 176403 h 476250"/>
                <a:gd name="connsiteX46" fmla="*/ 754761 w 800100"/>
                <a:gd name="connsiteY46" fmla="*/ 181737 h 476250"/>
                <a:gd name="connsiteX47" fmla="*/ 754475 w 800100"/>
                <a:gd name="connsiteY47" fmla="*/ 186880 h 476250"/>
                <a:gd name="connsiteX48" fmla="*/ 756666 w 800100"/>
                <a:gd name="connsiteY48" fmla="*/ 189928 h 476250"/>
                <a:gd name="connsiteX49" fmla="*/ 759905 w 800100"/>
                <a:gd name="connsiteY49" fmla="*/ 194881 h 476250"/>
                <a:gd name="connsiteX50" fmla="*/ 760667 w 800100"/>
                <a:gd name="connsiteY50" fmla="*/ 201644 h 476250"/>
                <a:gd name="connsiteX51" fmla="*/ 763619 w 800100"/>
                <a:gd name="connsiteY51" fmla="*/ 205550 h 476250"/>
                <a:gd name="connsiteX52" fmla="*/ 764858 w 800100"/>
                <a:gd name="connsiteY52" fmla="*/ 212312 h 476250"/>
                <a:gd name="connsiteX53" fmla="*/ 767429 w 800100"/>
                <a:gd name="connsiteY53" fmla="*/ 214884 h 476250"/>
                <a:gd name="connsiteX54" fmla="*/ 769239 w 800100"/>
                <a:gd name="connsiteY54" fmla="*/ 218408 h 476250"/>
                <a:gd name="connsiteX55" fmla="*/ 768477 w 800100"/>
                <a:gd name="connsiteY55" fmla="*/ 224695 h 476250"/>
                <a:gd name="connsiteX56" fmla="*/ 768286 w 800100"/>
                <a:gd name="connsiteY56" fmla="*/ 229648 h 476250"/>
                <a:gd name="connsiteX57" fmla="*/ 770668 w 800100"/>
                <a:gd name="connsiteY57" fmla="*/ 234887 h 476250"/>
                <a:gd name="connsiteX58" fmla="*/ 769239 w 800100"/>
                <a:gd name="connsiteY58" fmla="*/ 240316 h 476250"/>
                <a:gd name="connsiteX59" fmla="*/ 768763 w 800100"/>
                <a:gd name="connsiteY59" fmla="*/ 245840 h 476250"/>
                <a:gd name="connsiteX60" fmla="*/ 771334 w 800100"/>
                <a:gd name="connsiteY60" fmla="*/ 248698 h 476250"/>
                <a:gd name="connsiteX61" fmla="*/ 770001 w 800100"/>
                <a:gd name="connsiteY61" fmla="*/ 255175 h 476250"/>
                <a:gd name="connsiteX62" fmla="*/ 773525 w 800100"/>
                <a:gd name="connsiteY62" fmla="*/ 260985 h 476250"/>
                <a:gd name="connsiteX63" fmla="*/ 771906 w 800100"/>
                <a:gd name="connsiteY63" fmla="*/ 267653 h 476250"/>
                <a:gd name="connsiteX64" fmla="*/ 772763 w 800100"/>
                <a:gd name="connsiteY64" fmla="*/ 273939 h 476250"/>
                <a:gd name="connsiteX65" fmla="*/ 770953 w 800100"/>
                <a:gd name="connsiteY65" fmla="*/ 280797 h 476250"/>
                <a:gd name="connsiteX66" fmla="*/ 774001 w 800100"/>
                <a:gd name="connsiteY66" fmla="*/ 286036 h 476250"/>
                <a:gd name="connsiteX67" fmla="*/ 773335 w 800100"/>
                <a:gd name="connsiteY67" fmla="*/ 289560 h 476250"/>
                <a:gd name="connsiteX68" fmla="*/ 775049 w 800100"/>
                <a:gd name="connsiteY68" fmla="*/ 294989 h 476250"/>
                <a:gd name="connsiteX69" fmla="*/ 775144 w 800100"/>
                <a:gd name="connsiteY69" fmla="*/ 302419 h 476250"/>
                <a:gd name="connsiteX70" fmla="*/ 773811 w 800100"/>
                <a:gd name="connsiteY70" fmla="*/ 308896 h 476250"/>
                <a:gd name="connsiteX71" fmla="*/ 775526 w 800100"/>
                <a:gd name="connsiteY71" fmla="*/ 314230 h 476250"/>
                <a:gd name="connsiteX72" fmla="*/ 777811 w 800100"/>
                <a:gd name="connsiteY72" fmla="*/ 315754 h 476250"/>
                <a:gd name="connsiteX73" fmla="*/ 778764 w 800100"/>
                <a:gd name="connsiteY73" fmla="*/ 320421 h 476250"/>
                <a:gd name="connsiteX74" fmla="*/ 782955 w 800100"/>
                <a:gd name="connsiteY74" fmla="*/ 322802 h 476250"/>
                <a:gd name="connsiteX75" fmla="*/ 780098 w 800100"/>
                <a:gd name="connsiteY75" fmla="*/ 330327 h 476250"/>
                <a:gd name="connsiteX76" fmla="*/ 781145 w 800100"/>
                <a:gd name="connsiteY76" fmla="*/ 335661 h 476250"/>
                <a:gd name="connsiteX77" fmla="*/ 778764 w 800100"/>
                <a:gd name="connsiteY77" fmla="*/ 339281 h 476250"/>
                <a:gd name="connsiteX78" fmla="*/ 780955 w 800100"/>
                <a:gd name="connsiteY78" fmla="*/ 346996 h 476250"/>
                <a:gd name="connsiteX79" fmla="*/ 781050 w 800100"/>
                <a:gd name="connsiteY79" fmla="*/ 352806 h 476250"/>
                <a:gd name="connsiteX80" fmla="*/ 780288 w 800100"/>
                <a:gd name="connsiteY80" fmla="*/ 355568 h 476250"/>
                <a:gd name="connsiteX81" fmla="*/ 781526 w 800100"/>
                <a:gd name="connsiteY81" fmla="*/ 359283 h 476250"/>
                <a:gd name="connsiteX82" fmla="*/ 780002 w 800100"/>
                <a:gd name="connsiteY82" fmla="*/ 363569 h 476250"/>
                <a:gd name="connsiteX83" fmla="*/ 781907 w 800100"/>
                <a:gd name="connsiteY83" fmla="*/ 368903 h 476250"/>
                <a:gd name="connsiteX84" fmla="*/ 786289 w 800100"/>
                <a:gd name="connsiteY84" fmla="*/ 374714 h 476250"/>
                <a:gd name="connsiteX85" fmla="*/ 786098 w 800100"/>
                <a:gd name="connsiteY85" fmla="*/ 384905 h 476250"/>
                <a:gd name="connsiteX86" fmla="*/ 789242 w 800100"/>
                <a:gd name="connsiteY86" fmla="*/ 393287 h 476250"/>
                <a:gd name="connsiteX87" fmla="*/ 790099 w 800100"/>
                <a:gd name="connsiteY87" fmla="*/ 397478 h 476250"/>
                <a:gd name="connsiteX88" fmla="*/ 793147 w 800100"/>
                <a:gd name="connsiteY88" fmla="*/ 401384 h 476250"/>
                <a:gd name="connsiteX89" fmla="*/ 796004 w 800100"/>
                <a:gd name="connsiteY89" fmla="*/ 407289 h 476250"/>
                <a:gd name="connsiteX90" fmla="*/ 799433 w 800100"/>
                <a:gd name="connsiteY90" fmla="*/ 410051 h 476250"/>
                <a:gd name="connsiteX91" fmla="*/ 802576 w 800100"/>
                <a:gd name="connsiteY91" fmla="*/ 415385 h 476250"/>
                <a:gd name="connsiteX92" fmla="*/ 802576 w 800100"/>
                <a:gd name="connsiteY92" fmla="*/ 422815 h 476250"/>
                <a:gd name="connsiteX93" fmla="*/ 803434 w 800100"/>
                <a:gd name="connsiteY93" fmla="*/ 432721 h 476250"/>
                <a:gd name="connsiteX94" fmla="*/ 806768 w 800100"/>
                <a:gd name="connsiteY94" fmla="*/ 441484 h 476250"/>
                <a:gd name="connsiteX95" fmla="*/ 808863 w 800100"/>
                <a:gd name="connsiteY95" fmla="*/ 449009 h 476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800100" h="476250">
                  <a:moveTo>
                    <a:pt x="808863" y="449009"/>
                  </a:moveTo>
                  <a:cubicBezTo>
                    <a:pt x="809053" y="450914"/>
                    <a:pt x="808673" y="454724"/>
                    <a:pt x="808292" y="456533"/>
                  </a:cubicBezTo>
                  <a:cubicBezTo>
                    <a:pt x="808006" y="457962"/>
                    <a:pt x="806577" y="460534"/>
                    <a:pt x="806386" y="461867"/>
                  </a:cubicBezTo>
                  <a:cubicBezTo>
                    <a:pt x="806196" y="463772"/>
                    <a:pt x="807053" y="467582"/>
                    <a:pt x="807339" y="469487"/>
                  </a:cubicBezTo>
                  <a:cubicBezTo>
                    <a:pt x="807434" y="470535"/>
                    <a:pt x="807625" y="472249"/>
                    <a:pt x="807815" y="473869"/>
                  </a:cubicBezTo>
                  <a:lnTo>
                    <a:pt x="574834" y="478250"/>
                  </a:lnTo>
                  <a:lnTo>
                    <a:pt x="220790" y="476822"/>
                  </a:lnTo>
                  <a:lnTo>
                    <a:pt x="0" y="469392"/>
                  </a:lnTo>
                  <a:lnTo>
                    <a:pt x="19145" y="0"/>
                  </a:lnTo>
                  <a:lnTo>
                    <a:pt x="281940" y="7620"/>
                  </a:lnTo>
                  <a:lnTo>
                    <a:pt x="540068" y="8477"/>
                  </a:lnTo>
                  <a:lnTo>
                    <a:pt x="721805" y="3524"/>
                  </a:lnTo>
                  <a:cubicBezTo>
                    <a:pt x="722090" y="5144"/>
                    <a:pt x="722376" y="6858"/>
                    <a:pt x="722471" y="7810"/>
                  </a:cubicBezTo>
                  <a:cubicBezTo>
                    <a:pt x="722567" y="8858"/>
                    <a:pt x="722185" y="11049"/>
                    <a:pt x="722376" y="12097"/>
                  </a:cubicBezTo>
                  <a:cubicBezTo>
                    <a:pt x="722757" y="14288"/>
                    <a:pt x="725138" y="18383"/>
                    <a:pt x="725995" y="20479"/>
                  </a:cubicBezTo>
                  <a:cubicBezTo>
                    <a:pt x="726662" y="22098"/>
                    <a:pt x="727996" y="25241"/>
                    <a:pt x="728472" y="26860"/>
                  </a:cubicBezTo>
                  <a:cubicBezTo>
                    <a:pt x="728758" y="28099"/>
                    <a:pt x="728567" y="30766"/>
                    <a:pt x="728948" y="31909"/>
                  </a:cubicBezTo>
                  <a:cubicBezTo>
                    <a:pt x="729234" y="32861"/>
                    <a:pt x="730568" y="34290"/>
                    <a:pt x="730853" y="35243"/>
                  </a:cubicBezTo>
                  <a:cubicBezTo>
                    <a:pt x="731425" y="36957"/>
                    <a:pt x="731044" y="40767"/>
                    <a:pt x="731615" y="42481"/>
                  </a:cubicBezTo>
                  <a:cubicBezTo>
                    <a:pt x="732282" y="44387"/>
                    <a:pt x="735140" y="47530"/>
                    <a:pt x="736092" y="49340"/>
                  </a:cubicBezTo>
                  <a:cubicBezTo>
                    <a:pt x="736664" y="50482"/>
                    <a:pt x="737902" y="52864"/>
                    <a:pt x="738092" y="54102"/>
                  </a:cubicBezTo>
                  <a:cubicBezTo>
                    <a:pt x="738283" y="55054"/>
                    <a:pt x="738283" y="57055"/>
                    <a:pt x="737997" y="57912"/>
                  </a:cubicBezTo>
                  <a:cubicBezTo>
                    <a:pt x="737711" y="58960"/>
                    <a:pt x="736092" y="60579"/>
                    <a:pt x="735711" y="61627"/>
                  </a:cubicBezTo>
                  <a:cubicBezTo>
                    <a:pt x="735140" y="63055"/>
                    <a:pt x="734949" y="66294"/>
                    <a:pt x="734473" y="67818"/>
                  </a:cubicBezTo>
                  <a:cubicBezTo>
                    <a:pt x="733901" y="69437"/>
                    <a:pt x="731425" y="72104"/>
                    <a:pt x="731234" y="73724"/>
                  </a:cubicBezTo>
                  <a:cubicBezTo>
                    <a:pt x="730949" y="75152"/>
                    <a:pt x="731806" y="78105"/>
                    <a:pt x="732282" y="79439"/>
                  </a:cubicBezTo>
                  <a:cubicBezTo>
                    <a:pt x="732949" y="81248"/>
                    <a:pt x="735711" y="84296"/>
                    <a:pt x="736187" y="86201"/>
                  </a:cubicBezTo>
                  <a:cubicBezTo>
                    <a:pt x="736664" y="88201"/>
                    <a:pt x="736568" y="92488"/>
                    <a:pt x="736187" y="94583"/>
                  </a:cubicBezTo>
                  <a:cubicBezTo>
                    <a:pt x="735997" y="95631"/>
                    <a:pt x="734949" y="97631"/>
                    <a:pt x="734854" y="98679"/>
                  </a:cubicBezTo>
                  <a:cubicBezTo>
                    <a:pt x="734568" y="100013"/>
                    <a:pt x="734473" y="102679"/>
                    <a:pt x="734759" y="104013"/>
                  </a:cubicBezTo>
                  <a:cubicBezTo>
                    <a:pt x="735235" y="105918"/>
                    <a:pt x="738092" y="109061"/>
                    <a:pt x="738378" y="110966"/>
                  </a:cubicBezTo>
                  <a:cubicBezTo>
                    <a:pt x="738568" y="112586"/>
                    <a:pt x="737330" y="115729"/>
                    <a:pt x="737044" y="117348"/>
                  </a:cubicBezTo>
                  <a:cubicBezTo>
                    <a:pt x="736759" y="118301"/>
                    <a:pt x="736092" y="120301"/>
                    <a:pt x="735997" y="121253"/>
                  </a:cubicBezTo>
                  <a:cubicBezTo>
                    <a:pt x="735806" y="122777"/>
                    <a:pt x="736187" y="125730"/>
                    <a:pt x="736187" y="127254"/>
                  </a:cubicBezTo>
                  <a:cubicBezTo>
                    <a:pt x="736283" y="129064"/>
                    <a:pt x="735997" y="132874"/>
                    <a:pt x="736568" y="134588"/>
                  </a:cubicBezTo>
                  <a:cubicBezTo>
                    <a:pt x="736854" y="135255"/>
                    <a:pt x="737997" y="136208"/>
                    <a:pt x="738283" y="136970"/>
                  </a:cubicBezTo>
                  <a:cubicBezTo>
                    <a:pt x="738568" y="137731"/>
                    <a:pt x="738092" y="139541"/>
                    <a:pt x="738378" y="140399"/>
                  </a:cubicBezTo>
                  <a:cubicBezTo>
                    <a:pt x="738568" y="141065"/>
                    <a:pt x="739616" y="142113"/>
                    <a:pt x="739997" y="142780"/>
                  </a:cubicBezTo>
                  <a:cubicBezTo>
                    <a:pt x="740378" y="143542"/>
                    <a:pt x="740855" y="145256"/>
                    <a:pt x="741235" y="146018"/>
                  </a:cubicBezTo>
                  <a:cubicBezTo>
                    <a:pt x="741617" y="146780"/>
                    <a:pt x="742569" y="148304"/>
                    <a:pt x="742855" y="149066"/>
                  </a:cubicBezTo>
                  <a:cubicBezTo>
                    <a:pt x="743141" y="150209"/>
                    <a:pt x="742855" y="152781"/>
                    <a:pt x="743141" y="153924"/>
                  </a:cubicBezTo>
                  <a:cubicBezTo>
                    <a:pt x="743522" y="155829"/>
                    <a:pt x="745522" y="159163"/>
                    <a:pt x="745903" y="161068"/>
                  </a:cubicBezTo>
                  <a:cubicBezTo>
                    <a:pt x="746189" y="162401"/>
                    <a:pt x="745617" y="165259"/>
                    <a:pt x="746284" y="166402"/>
                  </a:cubicBezTo>
                  <a:cubicBezTo>
                    <a:pt x="746760" y="167164"/>
                    <a:pt x="748856" y="167545"/>
                    <a:pt x="749236" y="168307"/>
                  </a:cubicBezTo>
                  <a:cubicBezTo>
                    <a:pt x="749903" y="169545"/>
                    <a:pt x="748475" y="172784"/>
                    <a:pt x="749141" y="174022"/>
                  </a:cubicBezTo>
                  <a:cubicBezTo>
                    <a:pt x="749522" y="174879"/>
                    <a:pt x="751618" y="175641"/>
                    <a:pt x="752189" y="176403"/>
                  </a:cubicBezTo>
                  <a:cubicBezTo>
                    <a:pt x="753142" y="177546"/>
                    <a:pt x="754475" y="180308"/>
                    <a:pt x="754761" y="181737"/>
                  </a:cubicBezTo>
                  <a:cubicBezTo>
                    <a:pt x="755047" y="182975"/>
                    <a:pt x="754094" y="185642"/>
                    <a:pt x="754475" y="186880"/>
                  </a:cubicBezTo>
                  <a:cubicBezTo>
                    <a:pt x="754761" y="187833"/>
                    <a:pt x="756190" y="189167"/>
                    <a:pt x="756666" y="189928"/>
                  </a:cubicBezTo>
                  <a:cubicBezTo>
                    <a:pt x="757523" y="191167"/>
                    <a:pt x="759428" y="193548"/>
                    <a:pt x="759905" y="194881"/>
                  </a:cubicBezTo>
                  <a:cubicBezTo>
                    <a:pt x="760476" y="196501"/>
                    <a:pt x="760000" y="200120"/>
                    <a:pt x="760667" y="201644"/>
                  </a:cubicBezTo>
                  <a:cubicBezTo>
                    <a:pt x="761143" y="202787"/>
                    <a:pt x="763143" y="204406"/>
                    <a:pt x="763619" y="205550"/>
                  </a:cubicBezTo>
                  <a:cubicBezTo>
                    <a:pt x="764286" y="207169"/>
                    <a:pt x="764095" y="210788"/>
                    <a:pt x="764858" y="212312"/>
                  </a:cubicBezTo>
                  <a:cubicBezTo>
                    <a:pt x="765239" y="213170"/>
                    <a:pt x="766858" y="214122"/>
                    <a:pt x="767429" y="214884"/>
                  </a:cubicBezTo>
                  <a:cubicBezTo>
                    <a:pt x="768001" y="215646"/>
                    <a:pt x="769049" y="217456"/>
                    <a:pt x="769239" y="218408"/>
                  </a:cubicBezTo>
                  <a:cubicBezTo>
                    <a:pt x="769525" y="219932"/>
                    <a:pt x="768668" y="223076"/>
                    <a:pt x="768477" y="224695"/>
                  </a:cubicBezTo>
                  <a:cubicBezTo>
                    <a:pt x="768382" y="225933"/>
                    <a:pt x="768001" y="228505"/>
                    <a:pt x="768286" y="229648"/>
                  </a:cubicBezTo>
                  <a:cubicBezTo>
                    <a:pt x="768572" y="231076"/>
                    <a:pt x="770477" y="233458"/>
                    <a:pt x="770668" y="234887"/>
                  </a:cubicBezTo>
                  <a:cubicBezTo>
                    <a:pt x="770763" y="236315"/>
                    <a:pt x="769525" y="238887"/>
                    <a:pt x="769239" y="240316"/>
                  </a:cubicBezTo>
                  <a:cubicBezTo>
                    <a:pt x="769049" y="241649"/>
                    <a:pt x="768382" y="244507"/>
                    <a:pt x="768763" y="245840"/>
                  </a:cubicBezTo>
                  <a:cubicBezTo>
                    <a:pt x="769049" y="246698"/>
                    <a:pt x="771049" y="247745"/>
                    <a:pt x="771334" y="248698"/>
                  </a:cubicBezTo>
                  <a:cubicBezTo>
                    <a:pt x="771716" y="250317"/>
                    <a:pt x="769715" y="253555"/>
                    <a:pt x="770001" y="255175"/>
                  </a:cubicBezTo>
                  <a:cubicBezTo>
                    <a:pt x="770287" y="256889"/>
                    <a:pt x="773240" y="259366"/>
                    <a:pt x="773525" y="260985"/>
                  </a:cubicBezTo>
                  <a:cubicBezTo>
                    <a:pt x="773811" y="262700"/>
                    <a:pt x="772001" y="265938"/>
                    <a:pt x="771906" y="267653"/>
                  </a:cubicBezTo>
                  <a:cubicBezTo>
                    <a:pt x="771811" y="269176"/>
                    <a:pt x="772859" y="272320"/>
                    <a:pt x="772763" y="273939"/>
                  </a:cubicBezTo>
                  <a:cubicBezTo>
                    <a:pt x="772668" y="275749"/>
                    <a:pt x="770668" y="279083"/>
                    <a:pt x="770953" y="280797"/>
                  </a:cubicBezTo>
                  <a:cubicBezTo>
                    <a:pt x="771144" y="282321"/>
                    <a:pt x="773811" y="284512"/>
                    <a:pt x="774001" y="286036"/>
                  </a:cubicBezTo>
                  <a:cubicBezTo>
                    <a:pt x="774192" y="286893"/>
                    <a:pt x="773335" y="288608"/>
                    <a:pt x="773335" y="289560"/>
                  </a:cubicBezTo>
                  <a:cubicBezTo>
                    <a:pt x="773430" y="290989"/>
                    <a:pt x="774859" y="293561"/>
                    <a:pt x="775049" y="294989"/>
                  </a:cubicBezTo>
                  <a:cubicBezTo>
                    <a:pt x="775335" y="296799"/>
                    <a:pt x="775335" y="300514"/>
                    <a:pt x="775144" y="302419"/>
                  </a:cubicBezTo>
                  <a:cubicBezTo>
                    <a:pt x="774954" y="304038"/>
                    <a:pt x="773716" y="307181"/>
                    <a:pt x="773811" y="308896"/>
                  </a:cubicBezTo>
                  <a:cubicBezTo>
                    <a:pt x="773906" y="310325"/>
                    <a:pt x="774668" y="313087"/>
                    <a:pt x="775526" y="314230"/>
                  </a:cubicBezTo>
                  <a:cubicBezTo>
                    <a:pt x="775907" y="314801"/>
                    <a:pt x="777431" y="315182"/>
                    <a:pt x="777811" y="315754"/>
                  </a:cubicBezTo>
                  <a:cubicBezTo>
                    <a:pt x="778478" y="316706"/>
                    <a:pt x="778097" y="319468"/>
                    <a:pt x="778764" y="320421"/>
                  </a:cubicBezTo>
                  <a:cubicBezTo>
                    <a:pt x="779431" y="321374"/>
                    <a:pt x="782574" y="321659"/>
                    <a:pt x="782955" y="322802"/>
                  </a:cubicBezTo>
                  <a:cubicBezTo>
                    <a:pt x="783622" y="324707"/>
                    <a:pt x="780288" y="328327"/>
                    <a:pt x="780098" y="330327"/>
                  </a:cubicBezTo>
                  <a:cubicBezTo>
                    <a:pt x="780002" y="331661"/>
                    <a:pt x="781431" y="334328"/>
                    <a:pt x="781145" y="335661"/>
                  </a:cubicBezTo>
                  <a:cubicBezTo>
                    <a:pt x="780955" y="336709"/>
                    <a:pt x="778859" y="338233"/>
                    <a:pt x="778764" y="339281"/>
                  </a:cubicBezTo>
                  <a:cubicBezTo>
                    <a:pt x="778383" y="341281"/>
                    <a:pt x="780669" y="344995"/>
                    <a:pt x="780955" y="346996"/>
                  </a:cubicBezTo>
                  <a:cubicBezTo>
                    <a:pt x="781145" y="348424"/>
                    <a:pt x="781241" y="351377"/>
                    <a:pt x="781050" y="352806"/>
                  </a:cubicBezTo>
                  <a:cubicBezTo>
                    <a:pt x="780955" y="353473"/>
                    <a:pt x="780288" y="354806"/>
                    <a:pt x="780288" y="355568"/>
                  </a:cubicBezTo>
                  <a:cubicBezTo>
                    <a:pt x="780288" y="356521"/>
                    <a:pt x="781526" y="358331"/>
                    <a:pt x="781526" y="359283"/>
                  </a:cubicBezTo>
                  <a:cubicBezTo>
                    <a:pt x="781526" y="360426"/>
                    <a:pt x="780002" y="362426"/>
                    <a:pt x="780002" y="363569"/>
                  </a:cubicBezTo>
                  <a:cubicBezTo>
                    <a:pt x="780002" y="364998"/>
                    <a:pt x="781241" y="367665"/>
                    <a:pt x="781907" y="368903"/>
                  </a:cubicBezTo>
                  <a:cubicBezTo>
                    <a:pt x="782765" y="370522"/>
                    <a:pt x="785717" y="372999"/>
                    <a:pt x="786289" y="374714"/>
                  </a:cubicBezTo>
                  <a:cubicBezTo>
                    <a:pt x="787051" y="377190"/>
                    <a:pt x="785622" y="382429"/>
                    <a:pt x="786098" y="384905"/>
                  </a:cubicBezTo>
                  <a:cubicBezTo>
                    <a:pt x="786479" y="387096"/>
                    <a:pt x="788670" y="391097"/>
                    <a:pt x="789242" y="393287"/>
                  </a:cubicBezTo>
                  <a:cubicBezTo>
                    <a:pt x="789527" y="394335"/>
                    <a:pt x="789623" y="396431"/>
                    <a:pt x="790099" y="397478"/>
                  </a:cubicBezTo>
                  <a:cubicBezTo>
                    <a:pt x="790575" y="398621"/>
                    <a:pt x="792480" y="400336"/>
                    <a:pt x="793147" y="401384"/>
                  </a:cubicBezTo>
                  <a:cubicBezTo>
                    <a:pt x="794004" y="402812"/>
                    <a:pt x="794957" y="406051"/>
                    <a:pt x="796004" y="407289"/>
                  </a:cubicBezTo>
                  <a:cubicBezTo>
                    <a:pt x="796671" y="408146"/>
                    <a:pt x="798671" y="409194"/>
                    <a:pt x="799433" y="410051"/>
                  </a:cubicBezTo>
                  <a:cubicBezTo>
                    <a:pt x="800481" y="411194"/>
                    <a:pt x="802195" y="413861"/>
                    <a:pt x="802576" y="415385"/>
                  </a:cubicBezTo>
                  <a:cubicBezTo>
                    <a:pt x="803053" y="417195"/>
                    <a:pt x="802481" y="420910"/>
                    <a:pt x="802576" y="422815"/>
                  </a:cubicBezTo>
                  <a:cubicBezTo>
                    <a:pt x="802672" y="425291"/>
                    <a:pt x="802862" y="430244"/>
                    <a:pt x="803434" y="432721"/>
                  </a:cubicBezTo>
                  <a:cubicBezTo>
                    <a:pt x="804005" y="435007"/>
                    <a:pt x="806101" y="439293"/>
                    <a:pt x="806768" y="441484"/>
                  </a:cubicBezTo>
                  <a:cubicBezTo>
                    <a:pt x="807434" y="443198"/>
                    <a:pt x="808673" y="447008"/>
                    <a:pt x="808863" y="449009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58" name="Freeform: Shape 66">
              <a:extLst>
                <a:ext uri="{FF2B5EF4-FFF2-40B4-BE49-F238E27FC236}">
                  <a16:creationId xmlns:a16="http://schemas.microsoft.com/office/drawing/2014/main" id="{450B44AB-752E-A6BA-49DA-CE76D45BDD84}"/>
                </a:ext>
              </a:extLst>
            </p:cNvPr>
            <p:cNvSpPr/>
            <p:nvPr/>
          </p:nvSpPr>
          <p:spPr>
            <a:xfrm>
              <a:off x="6014371" y="1732706"/>
              <a:ext cx="800100" cy="904875"/>
            </a:xfrm>
            <a:custGeom>
              <a:avLst/>
              <a:gdLst>
                <a:gd name="connsiteX0" fmla="*/ 85916 w 800100"/>
                <a:gd name="connsiteY0" fmla="*/ 535864 h 904875"/>
                <a:gd name="connsiteX1" fmla="*/ 85439 w 800100"/>
                <a:gd name="connsiteY1" fmla="*/ 531482 h 904875"/>
                <a:gd name="connsiteX2" fmla="*/ 84487 w 800100"/>
                <a:gd name="connsiteY2" fmla="*/ 523862 h 904875"/>
                <a:gd name="connsiteX3" fmla="*/ 86392 w 800100"/>
                <a:gd name="connsiteY3" fmla="*/ 518528 h 904875"/>
                <a:gd name="connsiteX4" fmla="*/ 86963 w 800100"/>
                <a:gd name="connsiteY4" fmla="*/ 511003 h 904875"/>
                <a:gd name="connsiteX5" fmla="*/ 84963 w 800100"/>
                <a:gd name="connsiteY5" fmla="*/ 503288 h 904875"/>
                <a:gd name="connsiteX6" fmla="*/ 81629 w 800100"/>
                <a:gd name="connsiteY6" fmla="*/ 494525 h 904875"/>
                <a:gd name="connsiteX7" fmla="*/ 80772 w 800100"/>
                <a:gd name="connsiteY7" fmla="*/ 484619 h 904875"/>
                <a:gd name="connsiteX8" fmla="*/ 80772 w 800100"/>
                <a:gd name="connsiteY8" fmla="*/ 477190 h 904875"/>
                <a:gd name="connsiteX9" fmla="*/ 77629 w 800100"/>
                <a:gd name="connsiteY9" fmla="*/ 471856 h 904875"/>
                <a:gd name="connsiteX10" fmla="*/ 74200 w 800100"/>
                <a:gd name="connsiteY10" fmla="*/ 469093 h 904875"/>
                <a:gd name="connsiteX11" fmla="*/ 71342 w 800100"/>
                <a:gd name="connsiteY11" fmla="*/ 463188 h 904875"/>
                <a:gd name="connsiteX12" fmla="*/ 68294 w 800100"/>
                <a:gd name="connsiteY12" fmla="*/ 459283 h 904875"/>
                <a:gd name="connsiteX13" fmla="*/ 67437 w 800100"/>
                <a:gd name="connsiteY13" fmla="*/ 455092 h 904875"/>
                <a:gd name="connsiteX14" fmla="*/ 64294 w 800100"/>
                <a:gd name="connsiteY14" fmla="*/ 446710 h 904875"/>
                <a:gd name="connsiteX15" fmla="*/ 64484 w 800100"/>
                <a:gd name="connsiteY15" fmla="*/ 436518 h 904875"/>
                <a:gd name="connsiteX16" fmla="*/ 60103 w 800100"/>
                <a:gd name="connsiteY16" fmla="*/ 430708 h 904875"/>
                <a:gd name="connsiteX17" fmla="*/ 58198 w 800100"/>
                <a:gd name="connsiteY17" fmla="*/ 425374 h 904875"/>
                <a:gd name="connsiteX18" fmla="*/ 59722 w 800100"/>
                <a:gd name="connsiteY18" fmla="*/ 421087 h 904875"/>
                <a:gd name="connsiteX19" fmla="*/ 58484 w 800100"/>
                <a:gd name="connsiteY19" fmla="*/ 417373 h 904875"/>
                <a:gd name="connsiteX20" fmla="*/ 59246 w 800100"/>
                <a:gd name="connsiteY20" fmla="*/ 414610 h 904875"/>
                <a:gd name="connsiteX21" fmla="*/ 59150 w 800100"/>
                <a:gd name="connsiteY21" fmla="*/ 408800 h 904875"/>
                <a:gd name="connsiteX22" fmla="*/ 56960 w 800100"/>
                <a:gd name="connsiteY22" fmla="*/ 401085 h 904875"/>
                <a:gd name="connsiteX23" fmla="*/ 59341 w 800100"/>
                <a:gd name="connsiteY23" fmla="*/ 397465 h 904875"/>
                <a:gd name="connsiteX24" fmla="*/ 58293 w 800100"/>
                <a:gd name="connsiteY24" fmla="*/ 392131 h 904875"/>
                <a:gd name="connsiteX25" fmla="*/ 61151 w 800100"/>
                <a:gd name="connsiteY25" fmla="*/ 384607 h 904875"/>
                <a:gd name="connsiteX26" fmla="*/ 56960 w 800100"/>
                <a:gd name="connsiteY26" fmla="*/ 382225 h 904875"/>
                <a:gd name="connsiteX27" fmla="*/ 56007 w 800100"/>
                <a:gd name="connsiteY27" fmla="*/ 377558 h 904875"/>
                <a:gd name="connsiteX28" fmla="*/ 53721 w 800100"/>
                <a:gd name="connsiteY28" fmla="*/ 376034 h 904875"/>
                <a:gd name="connsiteX29" fmla="*/ 52007 w 800100"/>
                <a:gd name="connsiteY29" fmla="*/ 370700 h 904875"/>
                <a:gd name="connsiteX30" fmla="*/ 53340 w 800100"/>
                <a:gd name="connsiteY30" fmla="*/ 364223 h 904875"/>
                <a:gd name="connsiteX31" fmla="*/ 53245 w 800100"/>
                <a:gd name="connsiteY31" fmla="*/ 356794 h 904875"/>
                <a:gd name="connsiteX32" fmla="*/ 51530 w 800100"/>
                <a:gd name="connsiteY32" fmla="*/ 351364 h 904875"/>
                <a:gd name="connsiteX33" fmla="*/ 52197 w 800100"/>
                <a:gd name="connsiteY33" fmla="*/ 347840 h 904875"/>
                <a:gd name="connsiteX34" fmla="*/ 49149 w 800100"/>
                <a:gd name="connsiteY34" fmla="*/ 342601 h 904875"/>
                <a:gd name="connsiteX35" fmla="*/ 50959 w 800100"/>
                <a:gd name="connsiteY35" fmla="*/ 335743 h 904875"/>
                <a:gd name="connsiteX36" fmla="*/ 50102 w 800100"/>
                <a:gd name="connsiteY36" fmla="*/ 329457 h 904875"/>
                <a:gd name="connsiteX37" fmla="*/ 51721 w 800100"/>
                <a:gd name="connsiteY37" fmla="*/ 322789 h 904875"/>
                <a:gd name="connsiteX38" fmla="*/ 48196 w 800100"/>
                <a:gd name="connsiteY38" fmla="*/ 316979 h 904875"/>
                <a:gd name="connsiteX39" fmla="*/ 49530 w 800100"/>
                <a:gd name="connsiteY39" fmla="*/ 310502 h 904875"/>
                <a:gd name="connsiteX40" fmla="*/ 46958 w 800100"/>
                <a:gd name="connsiteY40" fmla="*/ 307645 h 904875"/>
                <a:gd name="connsiteX41" fmla="*/ 47435 w 800100"/>
                <a:gd name="connsiteY41" fmla="*/ 302120 h 904875"/>
                <a:gd name="connsiteX42" fmla="*/ 48863 w 800100"/>
                <a:gd name="connsiteY42" fmla="*/ 296691 h 904875"/>
                <a:gd name="connsiteX43" fmla="*/ 46482 w 800100"/>
                <a:gd name="connsiteY43" fmla="*/ 291452 h 904875"/>
                <a:gd name="connsiteX44" fmla="*/ 46672 w 800100"/>
                <a:gd name="connsiteY44" fmla="*/ 286499 h 904875"/>
                <a:gd name="connsiteX45" fmla="*/ 47435 w 800100"/>
                <a:gd name="connsiteY45" fmla="*/ 280213 h 904875"/>
                <a:gd name="connsiteX46" fmla="*/ 45625 w 800100"/>
                <a:gd name="connsiteY46" fmla="*/ 276688 h 904875"/>
                <a:gd name="connsiteX47" fmla="*/ 43053 w 800100"/>
                <a:gd name="connsiteY47" fmla="*/ 274117 h 904875"/>
                <a:gd name="connsiteX48" fmla="*/ 41815 w 800100"/>
                <a:gd name="connsiteY48" fmla="*/ 267354 h 904875"/>
                <a:gd name="connsiteX49" fmla="*/ 38862 w 800100"/>
                <a:gd name="connsiteY49" fmla="*/ 263449 h 904875"/>
                <a:gd name="connsiteX50" fmla="*/ 38100 w 800100"/>
                <a:gd name="connsiteY50" fmla="*/ 256686 h 904875"/>
                <a:gd name="connsiteX51" fmla="*/ 34862 w 800100"/>
                <a:gd name="connsiteY51" fmla="*/ 251733 h 904875"/>
                <a:gd name="connsiteX52" fmla="*/ 32671 w 800100"/>
                <a:gd name="connsiteY52" fmla="*/ 248685 h 904875"/>
                <a:gd name="connsiteX53" fmla="*/ 32957 w 800100"/>
                <a:gd name="connsiteY53" fmla="*/ 243541 h 904875"/>
                <a:gd name="connsiteX54" fmla="*/ 30385 w 800100"/>
                <a:gd name="connsiteY54" fmla="*/ 238207 h 904875"/>
                <a:gd name="connsiteX55" fmla="*/ 27337 w 800100"/>
                <a:gd name="connsiteY55" fmla="*/ 235826 h 904875"/>
                <a:gd name="connsiteX56" fmla="*/ 27432 w 800100"/>
                <a:gd name="connsiteY56" fmla="*/ 230111 h 904875"/>
                <a:gd name="connsiteX57" fmla="*/ 24479 w 800100"/>
                <a:gd name="connsiteY57" fmla="*/ 228206 h 904875"/>
                <a:gd name="connsiteX58" fmla="*/ 24098 w 800100"/>
                <a:gd name="connsiteY58" fmla="*/ 222872 h 904875"/>
                <a:gd name="connsiteX59" fmla="*/ 21336 w 800100"/>
                <a:gd name="connsiteY59" fmla="*/ 215728 h 904875"/>
                <a:gd name="connsiteX60" fmla="*/ 21050 w 800100"/>
                <a:gd name="connsiteY60" fmla="*/ 210871 h 904875"/>
                <a:gd name="connsiteX61" fmla="*/ 19431 w 800100"/>
                <a:gd name="connsiteY61" fmla="*/ 207823 h 904875"/>
                <a:gd name="connsiteX62" fmla="*/ 18193 w 800100"/>
                <a:gd name="connsiteY62" fmla="*/ 204584 h 904875"/>
                <a:gd name="connsiteX63" fmla="*/ 16574 w 800100"/>
                <a:gd name="connsiteY63" fmla="*/ 202203 h 904875"/>
                <a:gd name="connsiteX64" fmla="*/ 16478 w 800100"/>
                <a:gd name="connsiteY64" fmla="*/ 198774 h 904875"/>
                <a:gd name="connsiteX65" fmla="*/ 14764 w 800100"/>
                <a:gd name="connsiteY65" fmla="*/ 196393 h 904875"/>
                <a:gd name="connsiteX66" fmla="*/ 14383 w 800100"/>
                <a:gd name="connsiteY66" fmla="*/ 189058 h 904875"/>
                <a:gd name="connsiteX67" fmla="*/ 14192 w 800100"/>
                <a:gd name="connsiteY67" fmla="*/ 183058 h 904875"/>
                <a:gd name="connsiteX68" fmla="*/ 15240 w 800100"/>
                <a:gd name="connsiteY68" fmla="*/ 179152 h 904875"/>
                <a:gd name="connsiteX69" fmla="*/ 16574 w 800100"/>
                <a:gd name="connsiteY69" fmla="*/ 172771 h 904875"/>
                <a:gd name="connsiteX70" fmla="*/ 12954 w 800100"/>
                <a:gd name="connsiteY70" fmla="*/ 165817 h 904875"/>
                <a:gd name="connsiteX71" fmla="*/ 13049 w 800100"/>
                <a:gd name="connsiteY71" fmla="*/ 160483 h 904875"/>
                <a:gd name="connsiteX72" fmla="*/ 14383 w 800100"/>
                <a:gd name="connsiteY72" fmla="*/ 156388 h 904875"/>
                <a:gd name="connsiteX73" fmla="*/ 14383 w 800100"/>
                <a:gd name="connsiteY73" fmla="*/ 148006 h 904875"/>
                <a:gd name="connsiteX74" fmla="*/ 10478 w 800100"/>
                <a:gd name="connsiteY74" fmla="*/ 141243 h 904875"/>
                <a:gd name="connsiteX75" fmla="*/ 9430 w 800100"/>
                <a:gd name="connsiteY75" fmla="*/ 135528 h 904875"/>
                <a:gd name="connsiteX76" fmla="*/ 12668 w 800100"/>
                <a:gd name="connsiteY76" fmla="*/ 129622 h 904875"/>
                <a:gd name="connsiteX77" fmla="*/ 13907 w 800100"/>
                <a:gd name="connsiteY77" fmla="*/ 123431 h 904875"/>
                <a:gd name="connsiteX78" fmla="*/ 16193 w 800100"/>
                <a:gd name="connsiteY78" fmla="*/ 119716 h 904875"/>
                <a:gd name="connsiteX79" fmla="*/ 16288 w 800100"/>
                <a:gd name="connsiteY79" fmla="*/ 115906 h 904875"/>
                <a:gd name="connsiteX80" fmla="*/ 14288 w 800100"/>
                <a:gd name="connsiteY80" fmla="*/ 111144 h 904875"/>
                <a:gd name="connsiteX81" fmla="*/ 9811 w 800100"/>
                <a:gd name="connsiteY81" fmla="*/ 104286 h 904875"/>
                <a:gd name="connsiteX82" fmla="*/ 9049 w 800100"/>
                <a:gd name="connsiteY82" fmla="*/ 97047 h 904875"/>
                <a:gd name="connsiteX83" fmla="*/ 7144 w 800100"/>
                <a:gd name="connsiteY83" fmla="*/ 93713 h 904875"/>
                <a:gd name="connsiteX84" fmla="*/ 6668 w 800100"/>
                <a:gd name="connsiteY84" fmla="*/ 88665 h 904875"/>
                <a:gd name="connsiteX85" fmla="*/ 4191 w 800100"/>
                <a:gd name="connsiteY85" fmla="*/ 82283 h 904875"/>
                <a:gd name="connsiteX86" fmla="*/ 571 w 800100"/>
                <a:gd name="connsiteY86" fmla="*/ 73901 h 904875"/>
                <a:gd name="connsiteX87" fmla="*/ 667 w 800100"/>
                <a:gd name="connsiteY87" fmla="*/ 69615 h 904875"/>
                <a:gd name="connsiteX88" fmla="*/ 0 w 800100"/>
                <a:gd name="connsiteY88" fmla="*/ 65329 h 904875"/>
                <a:gd name="connsiteX89" fmla="*/ 86868 w 800100"/>
                <a:gd name="connsiteY89" fmla="*/ 62947 h 904875"/>
                <a:gd name="connsiteX90" fmla="*/ 214694 w 800100"/>
                <a:gd name="connsiteY90" fmla="*/ 57709 h 904875"/>
                <a:gd name="connsiteX91" fmla="*/ 212788 w 800100"/>
                <a:gd name="connsiteY91" fmla="*/ 82 h 904875"/>
                <a:gd name="connsiteX92" fmla="*/ 214979 w 800100"/>
                <a:gd name="connsiteY92" fmla="*/ 1035 h 904875"/>
                <a:gd name="connsiteX93" fmla="*/ 219742 w 800100"/>
                <a:gd name="connsiteY93" fmla="*/ 4083 h 904875"/>
                <a:gd name="connsiteX94" fmla="*/ 224409 w 800100"/>
                <a:gd name="connsiteY94" fmla="*/ 3416 h 904875"/>
                <a:gd name="connsiteX95" fmla="*/ 227171 w 800100"/>
                <a:gd name="connsiteY95" fmla="*/ 1225 h 904875"/>
                <a:gd name="connsiteX96" fmla="*/ 233172 w 800100"/>
                <a:gd name="connsiteY96" fmla="*/ 178 h 904875"/>
                <a:gd name="connsiteX97" fmla="*/ 238316 w 800100"/>
                <a:gd name="connsiteY97" fmla="*/ 3892 h 904875"/>
                <a:gd name="connsiteX98" fmla="*/ 241363 w 800100"/>
                <a:gd name="connsiteY98" fmla="*/ 6369 h 904875"/>
                <a:gd name="connsiteX99" fmla="*/ 245078 w 800100"/>
                <a:gd name="connsiteY99" fmla="*/ 6178 h 904875"/>
                <a:gd name="connsiteX100" fmla="*/ 248126 w 800100"/>
                <a:gd name="connsiteY100" fmla="*/ 8845 h 904875"/>
                <a:gd name="connsiteX101" fmla="*/ 247745 w 800100"/>
                <a:gd name="connsiteY101" fmla="*/ 13703 h 904875"/>
                <a:gd name="connsiteX102" fmla="*/ 249555 w 800100"/>
                <a:gd name="connsiteY102" fmla="*/ 17704 h 904875"/>
                <a:gd name="connsiteX103" fmla="*/ 251174 w 800100"/>
                <a:gd name="connsiteY103" fmla="*/ 29705 h 904875"/>
                <a:gd name="connsiteX104" fmla="*/ 254127 w 800100"/>
                <a:gd name="connsiteY104" fmla="*/ 37039 h 904875"/>
                <a:gd name="connsiteX105" fmla="*/ 256508 w 800100"/>
                <a:gd name="connsiteY105" fmla="*/ 41040 h 904875"/>
                <a:gd name="connsiteX106" fmla="*/ 257366 w 800100"/>
                <a:gd name="connsiteY106" fmla="*/ 44850 h 904875"/>
                <a:gd name="connsiteX107" fmla="*/ 256699 w 800100"/>
                <a:gd name="connsiteY107" fmla="*/ 51232 h 904875"/>
                <a:gd name="connsiteX108" fmla="*/ 257937 w 800100"/>
                <a:gd name="connsiteY108" fmla="*/ 55708 h 904875"/>
                <a:gd name="connsiteX109" fmla="*/ 259652 w 800100"/>
                <a:gd name="connsiteY109" fmla="*/ 56851 h 904875"/>
                <a:gd name="connsiteX110" fmla="*/ 261652 w 800100"/>
                <a:gd name="connsiteY110" fmla="*/ 60185 h 904875"/>
                <a:gd name="connsiteX111" fmla="*/ 262890 w 800100"/>
                <a:gd name="connsiteY111" fmla="*/ 64948 h 904875"/>
                <a:gd name="connsiteX112" fmla="*/ 263652 w 800100"/>
                <a:gd name="connsiteY112" fmla="*/ 71615 h 904875"/>
                <a:gd name="connsiteX113" fmla="*/ 264700 w 800100"/>
                <a:gd name="connsiteY113" fmla="*/ 76663 h 904875"/>
                <a:gd name="connsiteX114" fmla="*/ 264033 w 800100"/>
                <a:gd name="connsiteY114" fmla="*/ 80854 h 904875"/>
                <a:gd name="connsiteX115" fmla="*/ 262985 w 800100"/>
                <a:gd name="connsiteY115" fmla="*/ 84093 h 904875"/>
                <a:gd name="connsiteX116" fmla="*/ 264509 w 800100"/>
                <a:gd name="connsiteY116" fmla="*/ 89046 h 904875"/>
                <a:gd name="connsiteX117" fmla="*/ 267176 w 800100"/>
                <a:gd name="connsiteY117" fmla="*/ 91903 h 904875"/>
                <a:gd name="connsiteX118" fmla="*/ 271939 w 800100"/>
                <a:gd name="connsiteY118" fmla="*/ 94856 h 904875"/>
                <a:gd name="connsiteX119" fmla="*/ 276320 w 800100"/>
                <a:gd name="connsiteY119" fmla="*/ 97714 h 904875"/>
                <a:gd name="connsiteX120" fmla="*/ 285464 w 800100"/>
                <a:gd name="connsiteY120" fmla="*/ 99904 h 904875"/>
                <a:gd name="connsiteX121" fmla="*/ 289179 w 800100"/>
                <a:gd name="connsiteY121" fmla="*/ 101428 h 904875"/>
                <a:gd name="connsiteX122" fmla="*/ 291941 w 800100"/>
                <a:gd name="connsiteY122" fmla="*/ 100476 h 904875"/>
                <a:gd name="connsiteX123" fmla="*/ 293180 w 800100"/>
                <a:gd name="connsiteY123" fmla="*/ 98285 h 904875"/>
                <a:gd name="connsiteX124" fmla="*/ 297085 w 800100"/>
                <a:gd name="connsiteY124" fmla="*/ 97618 h 904875"/>
                <a:gd name="connsiteX125" fmla="*/ 300038 w 800100"/>
                <a:gd name="connsiteY125" fmla="*/ 99333 h 904875"/>
                <a:gd name="connsiteX126" fmla="*/ 303181 w 800100"/>
                <a:gd name="connsiteY126" fmla="*/ 97428 h 904875"/>
                <a:gd name="connsiteX127" fmla="*/ 305753 w 800100"/>
                <a:gd name="connsiteY127" fmla="*/ 96571 h 904875"/>
                <a:gd name="connsiteX128" fmla="*/ 308801 w 800100"/>
                <a:gd name="connsiteY128" fmla="*/ 98190 h 904875"/>
                <a:gd name="connsiteX129" fmla="*/ 310420 w 800100"/>
                <a:gd name="connsiteY129" fmla="*/ 100952 h 904875"/>
                <a:gd name="connsiteX130" fmla="*/ 311658 w 800100"/>
                <a:gd name="connsiteY130" fmla="*/ 105048 h 904875"/>
                <a:gd name="connsiteX131" fmla="*/ 315087 w 800100"/>
                <a:gd name="connsiteY131" fmla="*/ 107715 h 904875"/>
                <a:gd name="connsiteX132" fmla="*/ 321469 w 800100"/>
                <a:gd name="connsiteY132" fmla="*/ 107239 h 904875"/>
                <a:gd name="connsiteX133" fmla="*/ 327184 w 800100"/>
                <a:gd name="connsiteY133" fmla="*/ 106858 h 904875"/>
                <a:gd name="connsiteX134" fmla="*/ 332708 w 800100"/>
                <a:gd name="connsiteY134" fmla="*/ 105143 h 904875"/>
                <a:gd name="connsiteX135" fmla="*/ 338614 w 800100"/>
                <a:gd name="connsiteY135" fmla="*/ 106381 h 904875"/>
                <a:gd name="connsiteX136" fmla="*/ 344900 w 800100"/>
                <a:gd name="connsiteY136" fmla="*/ 109239 h 904875"/>
                <a:gd name="connsiteX137" fmla="*/ 351949 w 800100"/>
                <a:gd name="connsiteY137" fmla="*/ 106381 h 904875"/>
                <a:gd name="connsiteX138" fmla="*/ 354425 w 800100"/>
                <a:gd name="connsiteY138" fmla="*/ 107620 h 904875"/>
                <a:gd name="connsiteX139" fmla="*/ 356902 w 800100"/>
                <a:gd name="connsiteY139" fmla="*/ 111239 h 904875"/>
                <a:gd name="connsiteX140" fmla="*/ 358616 w 800100"/>
                <a:gd name="connsiteY140" fmla="*/ 116287 h 904875"/>
                <a:gd name="connsiteX141" fmla="*/ 357664 w 800100"/>
                <a:gd name="connsiteY141" fmla="*/ 120574 h 904875"/>
                <a:gd name="connsiteX142" fmla="*/ 359759 w 800100"/>
                <a:gd name="connsiteY142" fmla="*/ 123526 h 904875"/>
                <a:gd name="connsiteX143" fmla="*/ 362712 w 800100"/>
                <a:gd name="connsiteY143" fmla="*/ 123622 h 904875"/>
                <a:gd name="connsiteX144" fmla="*/ 365855 w 800100"/>
                <a:gd name="connsiteY144" fmla="*/ 122764 h 904875"/>
                <a:gd name="connsiteX145" fmla="*/ 369665 w 800100"/>
                <a:gd name="connsiteY145" fmla="*/ 123241 h 904875"/>
                <a:gd name="connsiteX146" fmla="*/ 372523 w 800100"/>
                <a:gd name="connsiteY146" fmla="*/ 123431 h 904875"/>
                <a:gd name="connsiteX147" fmla="*/ 375571 w 800100"/>
                <a:gd name="connsiteY147" fmla="*/ 122383 h 904875"/>
                <a:gd name="connsiteX148" fmla="*/ 378524 w 800100"/>
                <a:gd name="connsiteY148" fmla="*/ 121145 h 904875"/>
                <a:gd name="connsiteX149" fmla="*/ 382905 w 800100"/>
                <a:gd name="connsiteY149" fmla="*/ 121145 h 904875"/>
                <a:gd name="connsiteX150" fmla="*/ 390144 w 800100"/>
                <a:gd name="connsiteY150" fmla="*/ 118288 h 904875"/>
                <a:gd name="connsiteX151" fmla="*/ 392716 w 800100"/>
                <a:gd name="connsiteY151" fmla="*/ 116668 h 904875"/>
                <a:gd name="connsiteX152" fmla="*/ 394240 w 800100"/>
                <a:gd name="connsiteY152" fmla="*/ 114192 h 904875"/>
                <a:gd name="connsiteX153" fmla="*/ 393573 w 800100"/>
                <a:gd name="connsiteY153" fmla="*/ 111430 h 904875"/>
                <a:gd name="connsiteX154" fmla="*/ 394240 w 800100"/>
                <a:gd name="connsiteY154" fmla="*/ 109334 h 904875"/>
                <a:gd name="connsiteX155" fmla="*/ 397764 w 800100"/>
                <a:gd name="connsiteY155" fmla="*/ 107715 h 904875"/>
                <a:gd name="connsiteX156" fmla="*/ 403384 w 800100"/>
                <a:gd name="connsiteY156" fmla="*/ 107239 h 904875"/>
                <a:gd name="connsiteX157" fmla="*/ 405098 w 800100"/>
                <a:gd name="connsiteY157" fmla="*/ 105334 h 904875"/>
                <a:gd name="connsiteX158" fmla="*/ 405955 w 800100"/>
                <a:gd name="connsiteY158" fmla="*/ 103524 h 904875"/>
                <a:gd name="connsiteX159" fmla="*/ 408146 w 800100"/>
                <a:gd name="connsiteY159" fmla="*/ 101809 h 904875"/>
                <a:gd name="connsiteX160" fmla="*/ 411480 w 800100"/>
                <a:gd name="connsiteY160" fmla="*/ 100952 h 904875"/>
                <a:gd name="connsiteX161" fmla="*/ 415671 w 800100"/>
                <a:gd name="connsiteY161" fmla="*/ 101047 h 904875"/>
                <a:gd name="connsiteX162" fmla="*/ 419291 w 800100"/>
                <a:gd name="connsiteY162" fmla="*/ 99238 h 904875"/>
                <a:gd name="connsiteX163" fmla="*/ 422243 w 800100"/>
                <a:gd name="connsiteY163" fmla="*/ 102095 h 904875"/>
                <a:gd name="connsiteX164" fmla="*/ 424720 w 800100"/>
                <a:gd name="connsiteY164" fmla="*/ 103429 h 904875"/>
                <a:gd name="connsiteX165" fmla="*/ 431102 w 800100"/>
                <a:gd name="connsiteY165" fmla="*/ 101524 h 904875"/>
                <a:gd name="connsiteX166" fmla="*/ 440341 w 800100"/>
                <a:gd name="connsiteY166" fmla="*/ 100952 h 904875"/>
                <a:gd name="connsiteX167" fmla="*/ 446342 w 800100"/>
                <a:gd name="connsiteY167" fmla="*/ 100000 h 904875"/>
                <a:gd name="connsiteX168" fmla="*/ 447580 w 800100"/>
                <a:gd name="connsiteY168" fmla="*/ 102857 h 904875"/>
                <a:gd name="connsiteX169" fmla="*/ 451009 w 800100"/>
                <a:gd name="connsiteY169" fmla="*/ 103143 h 904875"/>
                <a:gd name="connsiteX170" fmla="*/ 457486 w 800100"/>
                <a:gd name="connsiteY170" fmla="*/ 106953 h 904875"/>
                <a:gd name="connsiteX171" fmla="*/ 463391 w 800100"/>
                <a:gd name="connsiteY171" fmla="*/ 110096 h 904875"/>
                <a:gd name="connsiteX172" fmla="*/ 468344 w 800100"/>
                <a:gd name="connsiteY172" fmla="*/ 111906 h 904875"/>
                <a:gd name="connsiteX173" fmla="*/ 473678 w 800100"/>
                <a:gd name="connsiteY173" fmla="*/ 111430 h 904875"/>
                <a:gd name="connsiteX174" fmla="*/ 475488 w 800100"/>
                <a:gd name="connsiteY174" fmla="*/ 110191 h 904875"/>
                <a:gd name="connsiteX175" fmla="*/ 478346 w 800100"/>
                <a:gd name="connsiteY175" fmla="*/ 109525 h 904875"/>
                <a:gd name="connsiteX176" fmla="*/ 481203 w 800100"/>
                <a:gd name="connsiteY176" fmla="*/ 111049 h 904875"/>
                <a:gd name="connsiteX177" fmla="*/ 481584 w 800100"/>
                <a:gd name="connsiteY177" fmla="*/ 114763 h 904875"/>
                <a:gd name="connsiteX178" fmla="*/ 480917 w 800100"/>
                <a:gd name="connsiteY178" fmla="*/ 117335 h 904875"/>
                <a:gd name="connsiteX179" fmla="*/ 477774 w 800100"/>
                <a:gd name="connsiteY179" fmla="*/ 118573 h 904875"/>
                <a:gd name="connsiteX180" fmla="*/ 473107 w 800100"/>
                <a:gd name="connsiteY180" fmla="*/ 118573 h 904875"/>
                <a:gd name="connsiteX181" fmla="*/ 472154 w 800100"/>
                <a:gd name="connsiteY181" fmla="*/ 122193 h 904875"/>
                <a:gd name="connsiteX182" fmla="*/ 473393 w 800100"/>
                <a:gd name="connsiteY182" fmla="*/ 125431 h 904875"/>
                <a:gd name="connsiteX183" fmla="*/ 477774 w 800100"/>
                <a:gd name="connsiteY183" fmla="*/ 128860 h 904875"/>
                <a:gd name="connsiteX184" fmla="*/ 484251 w 800100"/>
                <a:gd name="connsiteY184" fmla="*/ 127146 h 904875"/>
                <a:gd name="connsiteX185" fmla="*/ 487489 w 800100"/>
                <a:gd name="connsiteY185" fmla="*/ 126289 h 904875"/>
                <a:gd name="connsiteX186" fmla="*/ 490728 w 800100"/>
                <a:gd name="connsiteY186" fmla="*/ 123907 h 904875"/>
                <a:gd name="connsiteX187" fmla="*/ 495586 w 800100"/>
                <a:gd name="connsiteY187" fmla="*/ 125146 h 904875"/>
                <a:gd name="connsiteX188" fmla="*/ 498729 w 800100"/>
                <a:gd name="connsiteY188" fmla="*/ 127813 h 904875"/>
                <a:gd name="connsiteX189" fmla="*/ 498824 w 800100"/>
                <a:gd name="connsiteY189" fmla="*/ 131813 h 904875"/>
                <a:gd name="connsiteX190" fmla="*/ 497300 w 800100"/>
                <a:gd name="connsiteY190" fmla="*/ 136195 h 904875"/>
                <a:gd name="connsiteX191" fmla="*/ 499682 w 800100"/>
                <a:gd name="connsiteY191" fmla="*/ 140671 h 904875"/>
                <a:gd name="connsiteX192" fmla="*/ 503301 w 800100"/>
                <a:gd name="connsiteY192" fmla="*/ 144481 h 904875"/>
                <a:gd name="connsiteX193" fmla="*/ 507016 w 800100"/>
                <a:gd name="connsiteY193" fmla="*/ 148863 h 904875"/>
                <a:gd name="connsiteX194" fmla="*/ 508445 w 800100"/>
                <a:gd name="connsiteY194" fmla="*/ 154483 h 904875"/>
                <a:gd name="connsiteX195" fmla="*/ 510445 w 800100"/>
                <a:gd name="connsiteY195" fmla="*/ 158483 h 904875"/>
                <a:gd name="connsiteX196" fmla="*/ 514541 w 800100"/>
                <a:gd name="connsiteY196" fmla="*/ 157531 h 904875"/>
                <a:gd name="connsiteX197" fmla="*/ 517112 w 800100"/>
                <a:gd name="connsiteY197" fmla="*/ 154292 h 904875"/>
                <a:gd name="connsiteX198" fmla="*/ 521399 w 800100"/>
                <a:gd name="connsiteY198" fmla="*/ 153340 h 904875"/>
                <a:gd name="connsiteX199" fmla="*/ 521589 w 800100"/>
                <a:gd name="connsiteY199" fmla="*/ 149530 h 904875"/>
                <a:gd name="connsiteX200" fmla="*/ 518636 w 800100"/>
                <a:gd name="connsiteY200" fmla="*/ 146577 h 904875"/>
                <a:gd name="connsiteX201" fmla="*/ 515493 w 800100"/>
                <a:gd name="connsiteY201" fmla="*/ 142100 h 904875"/>
                <a:gd name="connsiteX202" fmla="*/ 518351 w 800100"/>
                <a:gd name="connsiteY202" fmla="*/ 135623 h 904875"/>
                <a:gd name="connsiteX203" fmla="*/ 524447 w 800100"/>
                <a:gd name="connsiteY203" fmla="*/ 135909 h 904875"/>
                <a:gd name="connsiteX204" fmla="*/ 528257 w 800100"/>
                <a:gd name="connsiteY204" fmla="*/ 137052 h 904875"/>
                <a:gd name="connsiteX205" fmla="*/ 529495 w 800100"/>
                <a:gd name="connsiteY205" fmla="*/ 134671 h 904875"/>
                <a:gd name="connsiteX206" fmla="*/ 531019 w 800100"/>
                <a:gd name="connsiteY206" fmla="*/ 133432 h 904875"/>
                <a:gd name="connsiteX207" fmla="*/ 533972 w 800100"/>
                <a:gd name="connsiteY207" fmla="*/ 134956 h 904875"/>
                <a:gd name="connsiteX208" fmla="*/ 538353 w 800100"/>
                <a:gd name="connsiteY208" fmla="*/ 136099 h 904875"/>
                <a:gd name="connsiteX209" fmla="*/ 542449 w 800100"/>
                <a:gd name="connsiteY209" fmla="*/ 134385 h 904875"/>
                <a:gd name="connsiteX210" fmla="*/ 544830 w 800100"/>
                <a:gd name="connsiteY210" fmla="*/ 136195 h 904875"/>
                <a:gd name="connsiteX211" fmla="*/ 545116 w 800100"/>
                <a:gd name="connsiteY211" fmla="*/ 139147 h 904875"/>
                <a:gd name="connsiteX212" fmla="*/ 548069 w 800100"/>
                <a:gd name="connsiteY212" fmla="*/ 138576 h 904875"/>
                <a:gd name="connsiteX213" fmla="*/ 549307 w 800100"/>
                <a:gd name="connsiteY213" fmla="*/ 141148 h 904875"/>
                <a:gd name="connsiteX214" fmla="*/ 547783 w 800100"/>
                <a:gd name="connsiteY214" fmla="*/ 144672 h 904875"/>
                <a:gd name="connsiteX215" fmla="*/ 548735 w 800100"/>
                <a:gd name="connsiteY215" fmla="*/ 147529 h 904875"/>
                <a:gd name="connsiteX216" fmla="*/ 551593 w 800100"/>
                <a:gd name="connsiteY216" fmla="*/ 150482 h 904875"/>
                <a:gd name="connsiteX217" fmla="*/ 555308 w 800100"/>
                <a:gd name="connsiteY217" fmla="*/ 152482 h 904875"/>
                <a:gd name="connsiteX218" fmla="*/ 559022 w 800100"/>
                <a:gd name="connsiteY218" fmla="*/ 151625 h 904875"/>
                <a:gd name="connsiteX219" fmla="*/ 565118 w 800100"/>
                <a:gd name="connsiteY219" fmla="*/ 156292 h 904875"/>
                <a:gd name="connsiteX220" fmla="*/ 570643 w 800100"/>
                <a:gd name="connsiteY220" fmla="*/ 156102 h 904875"/>
                <a:gd name="connsiteX221" fmla="*/ 573214 w 800100"/>
                <a:gd name="connsiteY221" fmla="*/ 158102 h 904875"/>
                <a:gd name="connsiteX222" fmla="*/ 577882 w 800100"/>
                <a:gd name="connsiteY222" fmla="*/ 155530 h 904875"/>
                <a:gd name="connsiteX223" fmla="*/ 580263 w 800100"/>
                <a:gd name="connsiteY223" fmla="*/ 157340 h 904875"/>
                <a:gd name="connsiteX224" fmla="*/ 580644 w 800100"/>
                <a:gd name="connsiteY224" fmla="*/ 161817 h 904875"/>
                <a:gd name="connsiteX225" fmla="*/ 582549 w 800100"/>
                <a:gd name="connsiteY225" fmla="*/ 164389 h 904875"/>
                <a:gd name="connsiteX226" fmla="*/ 581406 w 800100"/>
                <a:gd name="connsiteY226" fmla="*/ 167913 h 904875"/>
                <a:gd name="connsiteX227" fmla="*/ 584549 w 800100"/>
                <a:gd name="connsiteY227" fmla="*/ 168580 h 904875"/>
                <a:gd name="connsiteX228" fmla="*/ 587216 w 800100"/>
                <a:gd name="connsiteY228" fmla="*/ 168389 h 904875"/>
                <a:gd name="connsiteX229" fmla="*/ 590169 w 800100"/>
                <a:gd name="connsiteY229" fmla="*/ 169913 h 904875"/>
                <a:gd name="connsiteX230" fmla="*/ 593312 w 800100"/>
                <a:gd name="connsiteY230" fmla="*/ 168770 h 904875"/>
                <a:gd name="connsiteX231" fmla="*/ 596646 w 800100"/>
                <a:gd name="connsiteY231" fmla="*/ 169437 h 904875"/>
                <a:gd name="connsiteX232" fmla="*/ 595122 w 800100"/>
                <a:gd name="connsiteY232" fmla="*/ 173914 h 904875"/>
                <a:gd name="connsiteX233" fmla="*/ 598265 w 800100"/>
                <a:gd name="connsiteY233" fmla="*/ 178200 h 904875"/>
                <a:gd name="connsiteX234" fmla="*/ 600647 w 800100"/>
                <a:gd name="connsiteY234" fmla="*/ 176295 h 904875"/>
                <a:gd name="connsiteX235" fmla="*/ 603218 w 800100"/>
                <a:gd name="connsiteY235" fmla="*/ 173342 h 904875"/>
                <a:gd name="connsiteX236" fmla="*/ 607790 w 800100"/>
                <a:gd name="connsiteY236" fmla="*/ 172390 h 904875"/>
                <a:gd name="connsiteX237" fmla="*/ 609791 w 800100"/>
                <a:gd name="connsiteY237" fmla="*/ 177247 h 904875"/>
                <a:gd name="connsiteX238" fmla="*/ 615410 w 800100"/>
                <a:gd name="connsiteY238" fmla="*/ 175628 h 904875"/>
                <a:gd name="connsiteX239" fmla="*/ 619411 w 800100"/>
                <a:gd name="connsiteY239" fmla="*/ 172390 h 904875"/>
                <a:gd name="connsiteX240" fmla="*/ 620649 w 800100"/>
                <a:gd name="connsiteY240" fmla="*/ 171151 h 904875"/>
                <a:gd name="connsiteX241" fmla="*/ 626269 w 800100"/>
                <a:gd name="connsiteY241" fmla="*/ 170580 h 904875"/>
                <a:gd name="connsiteX242" fmla="*/ 630555 w 800100"/>
                <a:gd name="connsiteY242" fmla="*/ 167532 h 904875"/>
                <a:gd name="connsiteX243" fmla="*/ 634175 w 800100"/>
                <a:gd name="connsiteY243" fmla="*/ 164674 h 904875"/>
                <a:gd name="connsiteX244" fmla="*/ 638556 w 800100"/>
                <a:gd name="connsiteY244" fmla="*/ 158769 h 904875"/>
                <a:gd name="connsiteX245" fmla="*/ 643700 w 800100"/>
                <a:gd name="connsiteY245" fmla="*/ 154768 h 904875"/>
                <a:gd name="connsiteX246" fmla="*/ 648557 w 800100"/>
                <a:gd name="connsiteY246" fmla="*/ 152101 h 904875"/>
                <a:gd name="connsiteX247" fmla="*/ 651986 w 800100"/>
                <a:gd name="connsiteY247" fmla="*/ 150292 h 904875"/>
                <a:gd name="connsiteX248" fmla="*/ 654463 w 800100"/>
                <a:gd name="connsiteY248" fmla="*/ 146767 h 904875"/>
                <a:gd name="connsiteX249" fmla="*/ 658749 w 800100"/>
                <a:gd name="connsiteY249" fmla="*/ 144767 h 904875"/>
                <a:gd name="connsiteX250" fmla="*/ 662845 w 800100"/>
                <a:gd name="connsiteY250" fmla="*/ 142386 h 904875"/>
                <a:gd name="connsiteX251" fmla="*/ 667131 w 800100"/>
                <a:gd name="connsiteY251" fmla="*/ 141529 h 904875"/>
                <a:gd name="connsiteX252" fmla="*/ 670751 w 800100"/>
                <a:gd name="connsiteY252" fmla="*/ 143148 h 904875"/>
                <a:gd name="connsiteX253" fmla="*/ 671322 w 800100"/>
                <a:gd name="connsiteY253" fmla="*/ 147339 h 904875"/>
                <a:gd name="connsiteX254" fmla="*/ 673132 w 800100"/>
                <a:gd name="connsiteY254" fmla="*/ 150768 h 904875"/>
                <a:gd name="connsiteX255" fmla="*/ 676370 w 800100"/>
                <a:gd name="connsiteY255" fmla="*/ 152006 h 904875"/>
                <a:gd name="connsiteX256" fmla="*/ 678275 w 800100"/>
                <a:gd name="connsiteY256" fmla="*/ 155435 h 904875"/>
                <a:gd name="connsiteX257" fmla="*/ 677323 w 800100"/>
                <a:gd name="connsiteY257" fmla="*/ 158102 h 904875"/>
                <a:gd name="connsiteX258" fmla="*/ 679704 w 800100"/>
                <a:gd name="connsiteY258" fmla="*/ 160769 h 904875"/>
                <a:gd name="connsiteX259" fmla="*/ 681704 w 800100"/>
                <a:gd name="connsiteY259" fmla="*/ 164293 h 904875"/>
                <a:gd name="connsiteX260" fmla="*/ 686372 w 800100"/>
                <a:gd name="connsiteY260" fmla="*/ 161341 h 904875"/>
                <a:gd name="connsiteX261" fmla="*/ 691896 w 800100"/>
                <a:gd name="connsiteY261" fmla="*/ 161055 h 904875"/>
                <a:gd name="connsiteX262" fmla="*/ 695611 w 800100"/>
                <a:gd name="connsiteY262" fmla="*/ 158007 h 904875"/>
                <a:gd name="connsiteX263" fmla="*/ 700564 w 800100"/>
                <a:gd name="connsiteY263" fmla="*/ 156292 h 904875"/>
                <a:gd name="connsiteX264" fmla="*/ 702945 w 800100"/>
                <a:gd name="connsiteY264" fmla="*/ 160864 h 904875"/>
                <a:gd name="connsiteX265" fmla="*/ 706946 w 800100"/>
                <a:gd name="connsiteY265" fmla="*/ 159245 h 904875"/>
                <a:gd name="connsiteX266" fmla="*/ 711137 w 800100"/>
                <a:gd name="connsiteY266" fmla="*/ 157340 h 904875"/>
                <a:gd name="connsiteX267" fmla="*/ 715042 w 800100"/>
                <a:gd name="connsiteY267" fmla="*/ 158483 h 904875"/>
                <a:gd name="connsiteX268" fmla="*/ 717995 w 800100"/>
                <a:gd name="connsiteY268" fmla="*/ 156864 h 904875"/>
                <a:gd name="connsiteX269" fmla="*/ 721805 w 800100"/>
                <a:gd name="connsiteY269" fmla="*/ 158578 h 904875"/>
                <a:gd name="connsiteX270" fmla="*/ 725805 w 800100"/>
                <a:gd name="connsiteY270" fmla="*/ 156388 h 904875"/>
                <a:gd name="connsiteX271" fmla="*/ 732377 w 800100"/>
                <a:gd name="connsiteY271" fmla="*/ 156292 h 904875"/>
                <a:gd name="connsiteX272" fmla="*/ 739045 w 800100"/>
                <a:gd name="connsiteY272" fmla="*/ 154768 h 904875"/>
                <a:gd name="connsiteX273" fmla="*/ 743426 w 800100"/>
                <a:gd name="connsiteY273" fmla="*/ 152197 h 904875"/>
                <a:gd name="connsiteX274" fmla="*/ 751904 w 800100"/>
                <a:gd name="connsiteY274" fmla="*/ 153911 h 904875"/>
                <a:gd name="connsiteX275" fmla="*/ 756285 w 800100"/>
                <a:gd name="connsiteY275" fmla="*/ 155911 h 904875"/>
                <a:gd name="connsiteX276" fmla="*/ 759428 w 800100"/>
                <a:gd name="connsiteY276" fmla="*/ 159531 h 904875"/>
                <a:gd name="connsiteX277" fmla="*/ 761238 w 800100"/>
                <a:gd name="connsiteY277" fmla="*/ 165151 h 904875"/>
                <a:gd name="connsiteX278" fmla="*/ 764477 w 800100"/>
                <a:gd name="connsiteY278" fmla="*/ 166675 h 904875"/>
                <a:gd name="connsiteX279" fmla="*/ 768001 w 800100"/>
                <a:gd name="connsiteY279" fmla="*/ 166103 h 904875"/>
                <a:gd name="connsiteX280" fmla="*/ 770382 w 800100"/>
                <a:gd name="connsiteY280" fmla="*/ 168103 h 904875"/>
                <a:gd name="connsiteX281" fmla="*/ 774097 w 800100"/>
                <a:gd name="connsiteY281" fmla="*/ 169246 h 904875"/>
                <a:gd name="connsiteX282" fmla="*/ 778097 w 800100"/>
                <a:gd name="connsiteY282" fmla="*/ 167532 h 904875"/>
                <a:gd name="connsiteX283" fmla="*/ 782479 w 800100"/>
                <a:gd name="connsiteY283" fmla="*/ 163055 h 904875"/>
                <a:gd name="connsiteX284" fmla="*/ 787146 w 800100"/>
                <a:gd name="connsiteY284" fmla="*/ 161245 h 904875"/>
                <a:gd name="connsiteX285" fmla="*/ 792480 w 800100"/>
                <a:gd name="connsiteY285" fmla="*/ 164103 h 904875"/>
                <a:gd name="connsiteX286" fmla="*/ 797814 w 800100"/>
                <a:gd name="connsiteY286" fmla="*/ 164103 h 904875"/>
                <a:gd name="connsiteX287" fmla="*/ 801053 w 800100"/>
                <a:gd name="connsiteY287" fmla="*/ 161817 h 904875"/>
                <a:gd name="connsiteX288" fmla="*/ 803624 w 800100"/>
                <a:gd name="connsiteY288" fmla="*/ 163055 h 904875"/>
                <a:gd name="connsiteX289" fmla="*/ 807911 w 800100"/>
                <a:gd name="connsiteY289" fmla="*/ 164198 h 904875"/>
                <a:gd name="connsiteX290" fmla="*/ 807911 w 800100"/>
                <a:gd name="connsiteY290" fmla="*/ 167913 h 904875"/>
                <a:gd name="connsiteX291" fmla="*/ 803624 w 800100"/>
                <a:gd name="connsiteY291" fmla="*/ 168199 h 904875"/>
                <a:gd name="connsiteX292" fmla="*/ 800481 w 800100"/>
                <a:gd name="connsiteY292" fmla="*/ 167056 h 904875"/>
                <a:gd name="connsiteX293" fmla="*/ 797909 w 800100"/>
                <a:gd name="connsiteY293" fmla="*/ 170580 h 904875"/>
                <a:gd name="connsiteX294" fmla="*/ 791528 w 800100"/>
                <a:gd name="connsiteY294" fmla="*/ 176200 h 904875"/>
                <a:gd name="connsiteX295" fmla="*/ 785146 w 800100"/>
                <a:gd name="connsiteY295" fmla="*/ 181819 h 904875"/>
                <a:gd name="connsiteX296" fmla="*/ 781717 w 800100"/>
                <a:gd name="connsiteY296" fmla="*/ 186106 h 904875"/>
                <a:gd name="connsiteX297" fmla="*/ 775335 w 800100"/>
                <a:gd name="connsiteY297" fmla="*/ 187630 h 904875"/>
                <a:gd name="connsiteX298" fmla="*/ 768858 w 800100"/>
                <a:gd name="connsiteY298" fmla="*/ 192202 h 904875"/>
                <a:gd name="connsiteX299" fmla="*/ 759905 w 800100"/>
                <a:gd name="connsiteY299" fmla="*/ 197440 h 904875"/>
                <a:gd name="connsiteX300" fmla="*/ 742474 w 800100"/>
                <a:gd name="connsiteY300" fmla="*/ 204775 h 904875"/>
                <a:gd name="connsiteX301" fmla="*/ 712470 w 800100"/>
                <a:gd name="connsiteY301" fmla="*/ 218776 h 904875"/>
                <a:gd name="connsiteX302" fmla="*/ 699611 w 800100"/>
                <a:gd name="connsiteY302" fmla="*/ 227825 h 904875"/>
                <a:gd name="connsiteX303" fmla="*/ 683609 w 800100"/>
                <a:gd name="connsiteY303" fmla="*/ 238874 h 904875"/>
                <a:gd name="connsiteX304" fmla="*/ 673894 w 800100"/>
                <a:gd name="connsiteY304" fmla="*/ 249923 h 904875"/>
                <a:gd name="connsiteX305" fmla="*/ 666274 w 800100"/>
                <a:gd name="connsiteY305" fmla="*/ 257257 h 904875"/>
                <a:gd name="connsiteX306" fmla="*/ 659321 w 800100"/>
                <a:gd name="connsiteY306" fmla="*/ 262210 h 904875"/>
                <a:gd name="connsiteX307" fmla="*/ 656749 w 800100"/>
                <a:gd name="connsiteY307" fmla="*/ 266878 h 904875"/>
                <a:gd name="connsiteX308" fmla="*/ 652939 w 800100"/>
                <a:gd name="connsiteY308" fmla="*/ 272783 h 904875"/>
                <a:gd name="connsiteX309" fmla="*/ 648938 w 800100"/>
                <a:gd name="connsiteY309" fmla="*/ 275736 h 904875"/>
                <a:gd name="connsiteX310" fmla="*/ 646557 w 800100"/>
                <a:gd name="connsiteY310" fmla="*/ 280975 h 904875"/>
                <a:gd name="connsiteX311" fmla="*/ 644176 w 800100"/>
                <a:gd name="connsiteY311" fmla="*/ 283927 h 904875"/>
                <a:gd name="connsiteX312" fmla="*/ 640366 w 800100"/>
                <a:gd name="connsiteY312" fmla="*/ 291166 h 904875"/>
                <a:gd name="connsiteX313" fmla="*/ 635603 w 800100"/>
                <a:gd name="connsiteY313" fmla="*/ 296405 h 904875"/>
                <a:gd name="connsiteX314" fmla="*/ 628936 w 800100"/>
                <a:gd name="connsiteY314" fmla="*/ 306597 h 904875"/>
                <a:gd name="connsiteX315" fmla="*/ 623411 w 800100"/>
                <a:gd name="connsiteY315" fmla="*/ 310883 h 904875"/>
                <a:gd name="connsiteX316" fmla="*/ 622268 w 800100"/>
                <a:gd name="connsiteY316" fmla="*/ 315550 h 904875"/>
                <a:gd name="connsiteX317" fmla="*/ 617887 w 800100"/>
                <a:gd name="connsiteY317" fmla="*/ 319075 h 904875"/>
                <a:gd name="connsiteX318" fmla="*/ 611791 w 800100"/>
                <a:gd name="connsiteY318" fmla="*/ 323075 h 904875"/>
                <a:gd name="connsiteX319" fmla="*/ 607028 w 800100"/>
                <a:gd name="connsiteY319" fmla="*/ 328219 h 904875"/>
                <a:gd name="connsiteX320" fmla="*/ 603599 w 800100"/>
                <a:gd name="connsiteY320" fmla="*/ 334029 h 904875"/>
                <a:gd name="connsiteX321" fmla="*/ 599599 w 800100"/>
                <a:gd name="connsiteY321" fmla="*/ 337267 h 904875"/>
                <a:gd name="connsiteX322" fmla="*/ 596170 w 800100"/>
                <a:gd name="connsiteY322" fmla="*/ 338220 h 904875"/>
                <a:gd name="connsiteX323" fmla="*/ 590741 w 800100"/>
                <a:gd name="connsiteY323" fmla="*/ 344125 h 904875"/>
                <a:gd name="connsiteX324" fmla="*/ 589026 w 800100"/>
                <a:gd name="connsiteY324" fmla="*/ 349269 h 904875"/>
                <a:gd name="connsiteX325" fmla="*/ 583787 w 800100"/>
                <a:gd name="connsiteY325" fmla="*/ 351936 h 904875"/>
                <a:gd name="connsiteX326" fmla="*/ 567500 w 800100"/>
                <a:gd name="connsiteY326" fmla="*/ 366700 h 904875"/>
                <a:gd name="connsiteX327" fmla="*/ 559975 w 800100"/>
                <a:gd name="connsiteY327" fmla="*/ 373272 h 904875"/>
                <a:gd name="connsiteX328" fmla="*/ 558355 w 800100"/>
                <a:gd name="connsiteY328" fmla="*/ 375748 h 904875"/>
                <a:gd name="connsiteX329" fmla="*/ 559118 w 800100"/>
                <a:gd name="connsiteY329" fmla="*/ 379939 h 904875"/>
                <a:gd name="connsiteX330" fmla="*/ 559784 w 800100"/>
                <a:gd name="connsiteY330" fmla="*/ 381178 h 904875"/>
                <a:gd name="connsiteX331" fmla="*/ 558165 w 800100"/>
                <a:gd name="connsiteY331" fmla="*/ 381559 h 904875"/>
                <a:gd name="connsiteX332" fmla="*/ 553403 w 800100"/>
                <a:gd name="connsiteY332" fmla="*/ 382225 h 904875"/>
                <a:gd name="connsiteX333" fmla="*/ 551783 w 800100"/>
                <a:gd name="connsiteY333" fmla="*/ 386131 h 904875"/>
                <a:gd name="connsiteX334" fmla="*/ 547973 w 800100"/>
                <a:gd name="connsiteY334" fmla="*/ 386131 h 904875"/>
                <a:gd name="connsiteX335" fmla="*/ 546735 w 800100"/>
                <a:gd name="connsiteY335" fmla="*/ 388893 h 904875"/>
                <a:gd name="connsiteX336" fmla="*/ 549688 w 800100"/>
                <a:gd name="connsiteY336" fmla="*/ 390131 h 904875"/>
                <a:gd name="connsiteX337" fmla="*/ 549878 w 800100"/>
                <a:gd name="connsiteY337" fmla="*/ 394036 h 904875"/>
                <a:gd name="connsiteX338" fmla="*/ 545497 w 800100"/>
                <a:gd name="connsiteY338" fmla="*/ 398227 h 904875"/>
                <a:gd name="connsiteX339" fmla="*/ 540353 w 800100"/>
                <a:gd name="connsiteY339" fmla="*/ 396703 h 904875"/>
                <a:gd name="connsiteX340" fmla="*/ 537305 w 800100"/>
                <a:gd name="connsiteY340" fmla="*/ 395560 h 904875"/>
                <a:gd name="connsiteX341" fmla="*/ 544925 w 800100"/>
                <a:gd name="connsiteY341" fmla="*/ 483000 h 904875"/>
                <a:gd name="connsiteX342" fmla="*/ 543973 w 800100"/>
                <a:gd name="connsiteY342" fmla="*/ 487191 h 904875"/>
                <a:gd name="connsiteX343" fmla="*/ 540830 w 800100"/>
                <a:gd name="connsiteY343" fmla="*/ 487286 h 904875"/>
                <a:gd name="connsiteX344" fmla="*/ 540449 w 800100"/>
                <a:gd name="connsiteY344" fmla="*/ 491668 h 904875"/>
                <a:gd name="connsiteX345" fmla="*/ 539210 w 800100"/>
                <a:gd name="connsiteY345" fmla="*/ 495668 h 904875"/>
                <a:gd name="connsiteX346" fmla="*/ 536543 w 800100"/>
                <a:gd name="connsiteY346" fmla="*/ 496240 h 904875"/>
                <a:gd name="connsiteX347" fmla="*/ 534448 w 800100"/>
                <a:gd name="connsiteY347" fmla="*/ 495382 h 904875"/>
                <a:gd name="connsiteX348" fmla="*/ 531876 w 800100"/>
                <a:gd name="connsiteY348" fmla="*/ 495382 h 904875"/>
                <a:gd name="connsiteX349" fmla="*/ 529590 w 800100"/>
                <a:gd name="connsiteY349" fmla="*/ 497478 h 904875"/>
                <a:gd name="connsiteX350" fmla="*/ 528733 w 800100"/>
                <a:gd name="connsiteY350" fmla="*/ 501764 h 904875"/>
                <a:gd name="connsiteX351" fmla="*/ 526161 w 800100"/>
                <a:gd name="connsiteY351" fmla="*/ 504050 h 904875"/>
                <a:gd name="connsiteX352" fmla="*/ 522065 w 800100"/>
                <a:gd name="connsiteY352" fmla="*/ 503098 h 904875"/>
                <a:gd name="connsiteX353" fmla="*/ 518827 w 800100"/>
                <a:gd name="connsiteY353" fmla="*/ 503860 h 904875"/>
                <a:gd name="connsiteX354" fmla="*/ 517588 w 800100"/>
                <a:gd name="connsiteY354" fmla="*/ 507765 h 904875"/>
                <a:gd name="connsiteX355" fmla="*/ 514064 w 800100"/>
                <a:gd name="connsiteY355" fmla="*/ 511003 h 904875"/>
                <a:gd name="connsiteX356" fmla="*/ 507587 w 800100"/>
                <a:gd name="connsiteY356" fmla="*/ 514432 h 904875"/>
                <a:gd name="connsiteX357" fmla="*/ 501491 w 800100"/>
                <a:gd name="connsiteY357" fmla="*/ 520338 h 904875"/>
                <a:gd name="connsiteX358" fmla="*/ 500348 w 800100"/>
                <a:gd name="connsiteY358" fmla="*/ 526529 h 904875"/>
                <a:gd name="connsiteX359" fmla="*/ 497872 w 800100"/>
                <a:gd name="connsiteY359" fmla="*/ 528244 h 904875"/>
                <a:gd name="connsiteX360" fmla="*/ 498062 w 800100"/>
                <a:gd name="connsiteY360" fmla="*/ 532339 h 904875"/>
                <a:gd name="connsiteX361" fmla="*/ 496919 w 800100"/>
                <a:gd name="connsiteY361" fmla="*/ 535006 h 904875"/>
                <a:gd name="connsiteX362" fmla="*/ 496919 w 800100"/>
                <a:gd name="connsiteY362" fmla="*/ 538435 h 904875"/>
                <a:gd name="connsiteX363" fmla="*/ 494062 w 800100"/>
                <a:gd name="connsiteY363" fmla="*/ 542436 h 904875"/>
                <a:gd name="connsiteX364" fmla="*/ 489109 w 800100"/>
                <a:gd name="connsiteY364" fmla="*/ 545865 h 904875"/>
                <a:gd name="connsiteX365" fmla="*/ 486823 w 800100"/>
                <a:gd name="connsiteY365" fmla="*/ 550437 h 904875"/>
                <a:gd name="connsiteX366" fmla="*/ 486537 w 800100"/>
                <a:gd name="connsiteY366" fmla="*/ 558343 h 904875"/>
                <a:gd name="connsiteX367" fmla="*/ 488442 w 800100"/>
                <a:gd name="connsiteY367" fmla="*/ 561867 h 904875"/>
                <a:gd name="connsiteX368" fmla="*/ 486537 w 800100"/>
                <a:gd name="connsiteY368" fmla="*/ 568058 h 904875"/>
                <a:gd name="connsiteX369" fmla="*/ 491490 w 800100"/>
                <a:gd name="connsiteY369" fmla="*/ 570916 h 904875"/>
                <a:gd name="connsiteX370" fmla="*/ 496634 w 800100"/>
                <a:gd name="connsiteY370" fmla="*/ 571011 h 904875"/>
                <a:gd name="connsiteX371" fmla="*/ 500634 w 800100"/>
                <a:gd name="connsiteY371" fmla="*/ 568344 h 904875"/>
                <a:gd name="connsiteX372" fmla="*/ 504635 w 800100"/>
                <a:gd name="connsiteY372" fmla="*/ 571868 h 904875"/>
                <a:gd name="connsiteX373" fmla="*/ 505778 w 800100"/>
                <a:gd name="connsiteY373" fmla="*/ 574726 h 904875"/>
                <a:gd name="connsiteX374" fmla="*/ 506730 w 800100"/>
                <a:gd name="connsiteY374" fmla="*/ 578917 h 904875"/>
                <a:gd name="connsiteX375" fmla="*/ 510159 w 800100"/>
                <a:gd name="connsiteY375" fmla="*/ 582631 h 904875"/>
                <a:gd name="connsiteX376" fmla="*/ 513112 w 800100"/>
                <a:gd name="connsiteY376" fmla="*/ 585203 h 904875"/>
                <a:gd name="connsiteX377" fmla="*/ 515112 w 800100"/>
                <a:gd name="connsiteY377" fmla="*/ 590156 h 904875"/>
                <a:gd name="connsiteX378" fmla="*/ 514255 w 800100"/>
                <a:gd name="connsiteY378" fmla="*/ 594823 h 904875"/>
                <a:gd name="connsiteX379" fmla="*/ 511683 w 800100"/>
                <a:gd name="connsiteY379" fmla="*/ 597490 h 904875"/>
                <a:gd name="connsiteX380" fmla="*/ 510159 w 800100"/>
                <a:gd name="connsiteY380" fmla="*/ 601015 h 904875"/>
                <a:gd name="connsiteX381" fmla="*/ 510730 w 800100"/>
                <a:gd name="connsiteY381" fmla="*/ 605682 h 904875"/>
                <a:gd name="connsiteX382" fmla="*/ 507206 w 800100"/>
                <a:gd name="connsiteY382" fmla="*/ 610063 h 904875"/>
                <a:gd name="connsiteX383" fmla="*/ 505396 w 800100"/>
                <a:gd name="connsiteY383" fmla="*/ 616064 h 904875"/>
                <a:gd name="connsiteX384" fmla="*/ 507968 w 800100"/>
                <a:gd name="connsiteY384" fmla="*/ 623017 h 904875"/>
                <a:gd name="connsiteX385" fmla="*/ 506254 w 800100"/>
                <a:gd name="connsiteY385" fmla="*/ 626827 h 904875"/>
                <a:gd name="connsiteX386" fmla="*/ 507492 w 800100"/>
                <a:gd name="connsiteY386" fmla="*/ 630542 h 904875"/>
                <a:gd name="connsiteX387" fmla="*/ 506921 w 800100"/>
                <a:gd name="connsiteY387" fmla="*/ 633971 h 904875"/>
                <a:gd name="connsiteX388" fmla="*/ 509016 w 800100"/>
                <a:gd name="connsiteY388" fmla="*/ 637210 h 904875"/>
                <a:gd name="connsiteX389" fmla="*/ 508730 w 800100"/>
                <a:gd name="connsiteY389" fmla="*/ 640829 h 904875"/>
                <a:gd name="connsiteX390" fmla="*/ 504635 w 800100"/>
                <a:gd name="connsiteY390" fmla="*/ 643782 h 904875"/>
                <a:gd name="connsiteX391" fmla="*/ 503206 w 800100"/>
                <a:gd name="connsiteY391" fmla="*/ 648068 h 904875"/>
                <a:gd name="connsiteX392" fmla="*/ 505492 w 800100"/>
                <a:gd name="connsiteY392" fmla="*/ 650640 h 904875"/>
                <a:gd name="connsiteX393" fmla="*/ 508445 w 800100"/>
                <a:gd name="connsiteY393" fmla="*/ 654926 h 904875"/>
                <a:gd name="connsiteX394" fmla="*/ 507778 w 800100"/>
                <a:gd name="connsiteY394" fmla="*/ 660832 h 904875"/>
                <a:gd name="connsiteX395" fmla="*/ 509873 w 800100"/>
                <a:gd name="connsiteY395" fmla="*/ 663975 h 904875"/>
                <a:gd name="connsiteX396" fmla="*/ 510921 w 800100"/>
                <a:gd name="connsiteY396" fmla="*/ 669785 h 904875"/>
                <a:gd name="connsiteX397" fmla="*/ 508349 w 800100"/>
                <a:gd name="connsiteY397" fmla="*/ 674167 h 904875"/>
                <a:gd name="connsiteX398" fmla="*/ 510159 w 800100"/>
                <a:gd name="connsiteY398" fmla="*/ 678358 h 904875"/>
                <a:gd name="connsiteX399" fmla="*/ 509016 w 800100"/>
                <a:gd name="connsiteY399" fmla="*/ 684263 h 904875"/>
                <a:gd name="connsiteX400" fmla="*/ 508921 w 800100"/>
                <a:gd name="connsiteY400" fmla="*/ 688930 h 904875"/>
                <a:gd name="connsiteX401" fmla="*/ 505968 w 800100"/>
                <a:gd name="connsiteY401" fmla="*/ 692550 h 904875"/>
                <a:gd name="connsiteX402" fmla="*/ 506921 w 800100"/>
                <a:gd name="connsiteY402" fmla="*/ 696074 h 904875"/>
                <a:gd name="connsiteX403" fmla="*/ 511874 w 800100"/>
                <a:gd name="connsiteY403" fmla="*/ 698741 h 904875"/>
                <a:gd name="connsiteX404" fmla="*/ 515398 w 800100"/>
                <a:gd name="connsiteY404" fmla="*/ 701694 h 904875"/>
                <a:gd name="connsiteX405" fmla="*/ 519970 w 800100"/>
                <a:gd name="connsiteY405" fmla="*/ 705980 h 904875"/>
                <a:gd name="connsiteX406" fmla="*/ 525780 w 800100"/>
                <a:gd name="connsiteY406" fmla="*/ 709981 h 904875"/>
                <a:gd name="connsiteX407" fmla="*/ 528352 w 800100"/>
                <a:gd name="connsiteY407" fmla="*/ 713695 h 904875"/>
                <a:gd name="connsiteX408" fmla="*/ 531781 w 800100"/>
                <a:gd name="connsiteY408" fmla="*/ 716553 h 904875"/>
                <a:gd name="connsiteX409" fmla="*/ 535877 w 800100"/>
                <a:gd name="connsiteY409" fmla="*/ 717696 h 904875"/>
                <a:gd name="connsiteX410" fmla="*/ 538639 w 800100"/>
                <a:gd name="connsiteY410" fmla="*/ 721506 h 904875"/>
                <a:gd name="connsiteX411" fmla="*/ 543878 w 800100"/>
                <a:gd name="connsiteY411" fmla="*/ 720649 h 904875"/>
                <a:gd name="connsiteX412" fmla="*/ 550069 w 800100"/>
                <a:gd name="connsiteY412" fmla="*/ 721030 h 904875"/>
                <a:gd name="connsiteX413" fmla="*/ 553593 w 800100"/>
                <a:gd name="connsiteY413" fmla="*/ 722554 h 904875"/>
                <a:gd name="connsiteX414" fmla="*/ 560356 w 800100"/>
                <a:gd name="connsiteY414" fmla="*/ 722173 h 904875"/>
                <a:gd name="connsiteX415" fmla="*/ 564071 w 800100"/>
                <a:gd name="connsiteY415" fmla="*/ 728269 h 904875"/>
                <a:gd name="connsiteX416" fmla="*/ 567880 w 800100"/>
                <a:gd name="connsiteY416" fmla="*/ 734079 h 904875"/>
                <a:gd name="connsiteX417" fmla="*/ 573691 w 800100"/>
                <a:gd name="connsiteY417" fmla="*/ 739603 h 904875"/>
                <a:gd name="connsiteX418" fmla="*/ 585121 w 800100"/>
                <a:gd name="connsiteY418" fmla="*/ 741413 h 904875"/>
                <a:gd name="connsiteX419" fmla="*/ 594932 w 800100"/>
                <a:gd name="connsiteY419" fmla="*/ 745033 h 904875"/>
                <a:gd name="connsiteX420" fmla="*/ 601694 w 800100"/>
                <a:gd name="connsiteY420" fmla="*/ 747604 h 904875"/>
                <a:gd name="connsiteX421" fmla="*/ 608076 w 800100"/>
                <a:gd name="connsiteY421" fmla="*/ 751033 h 904875"/>
                <a:gd name="connsiteX422" fmla="*/ 609886 w 800100"/>
                <a:gd name="connsiteY422" fmla="*/ 755224 h 904875"/>
                <a:gd name="connsiteX423" fmla="*/ 609600 w 800100"/>
                <a:gd name="connsiteY423" fmla="*/ 759511 h 904875"/>
                <a:gd name="connsiteX424" fmla="*/ 612172 w 800100"/>
                <a:gd name="connsiteY424" fmla="*/ 761511 h 904875"/>
                <a:gd name="connsiteX425" fmla="*/ 613982 w 800100"/>
                <a:gd name="connsiteY425" fmla="*/ 766559 h 904875"/>
                <a:gd name="connsiteX426" fmla="*/ 616363 w 800100"/>
                <a:gd name="connsiteY426" fmla="*/ 771131 h 904875"/>
                <a:gd name="connsiteX427" fmla="*/ 619506 w 800100"/>
                <a:gd name="connsiteY427" fmla="*/ 775513 h 904875"/>
                <a:gd name="connsiteX428" fmla="*/ 625888 w 800100"/>
                <a:gd name="connsiteY428" fmla="*/ 778084 h 904875"/>
                <a:gd name="connsiteX429" fmla="*/ 632365 w 800100"/>
                <a:gd name="connsiteY429" fmla="*/ 782085 h 904875"/>
                <a:gd name="connsiteX430" fmla="*/ 634651 w 800100"/>
                <a:gd name="connsiteY430" fmla="*/ 783895 h 904875"/>
                <a:gd name="connsiteX431" fmla="*/ 638461 w 800100"/>
                <a:gd name="connsiteY431" fmla="*/ 786466 h 904875"/>
                <a:gd name="connsiteX432" fmla="*/ 643414 w 800100"/>
                <a:gd name="connsiteY432" fmla="*/ 792086 h 904875"/>
                <a:gd name="connsiteX433" fmla="*/ 649986 w 800100"/>
                <a:gd name="connsiteY433" fmla="*/ 796468 h 904875"/>
                <a:gd name="connsiteX434" fmla="*/ 658082 w 800100"/>
                <a:gd name="connsiteY434" fmla="*/ 796182 h 904875"/>
                <a:gd name="connsiteX435" fmla="*/ 666560 w 800100"/>
                <a:gd name="connsiteY435" fmla="*/ 797896 h 904875"/>
                <a:gd name="connsiteX436" fmla="*/ 672655 w 800100"/>
                <a:gd name="connsiteY436" fmla="*/ 806088 h 904875"/>
                <a:gd name="connsiteX437" fmla="*/ 680276 w 800100"/>
                <a:gd name="connsiteY437" fmla="*/ 814279 h 904875"/>
                <a:gd name="connsiteX438" fmla="*/ 686467 w 800100"/>
                <a:gd name="connsiteY438" fmla="*/ 821328 h 904875"/>
                <a:gd name="connsiteX439" fmla="*/ 688848 w 800100"/>
                <a:gd name="connsiteY439" fmla="*/ 826376 h 904875"/>
                <a:gd name="connsiteX440" fmla="*/ 691801 w 800100"/>
                <a:gd name="connsiteY440" fmla="*/ 831139 h 904875"/>
                <a:gd name="connsiteX441" fmla="*/ 690848 w 800100"/>
                <a:gd name="connsiteY441" fmla="*/ 837330 h 904875"/>
                <a:gd name="connsiteX442" fmla="*/ 688943 w 800100"/>
                <a:gd name="connsiteY442" fmla="*/ 842854 h 904875"/>
                <a:gd name="connsiteX443" fmla="*/ 689324 w 800100"/>
                <a:gd name="connsiteY443" fmla="*/ 849236 h 904875"/>
                <a:gd name="connsiteX444" fmla="*/ 691325 w 800100"/>
                <a:gd name="connsiteY444" fmla="*/ 852760 h 904875"/>
                <a:gd name="connsiteX445" fmla="*/ 691420 w 800100"/>
                <a:gd name="connsiteY445" fmla="*/ 858190 h 904875"/>
                <a:gd name="connsiteX446" fmla="*/ 693992 w 800100"/>
                <a:gd name="connsiteY446" fmla="*/ 862857 h 904875"/>
                <a:gd name="connsiteX447" fmla="*/ 693992 w 800100"/>
                <a:gd name="connsiteY447" fmla="*/ 868000 h 904875"/>
                <a:gd name="connsiteX448" fmla="*/ 696849 w 800100"/>
                <a:gd name="connsiteY448" fmla="*/ 871239 h 904875"/>
                <a:gd name="connsiteX449" fmla="*/ 697706 w 800100"/>
                <a:gd name="connsiteY449" fmla="*/ 873334 h 904875"/>
                <a:gd name="connsiteX450" fmla="*/ 641033 w 800100"/>
                <a:gd name="connsiteY450" fmla="*/ 878192 h 904875"/>
                <a:gd name="connsiteX451" fmla="*/ 493586 w 800100"/>
                <a:gd name="connsiteY451" fmla="*/ 891527 h 904875"/>
                <a:gd name="connsiteX452" fmla="*/ 359474 w 800100"/>
                <a:gd name="connsiteY452" fmla="*/ 900290 h 904875"/>
                <a:gd name="connsiteX453" fmla="*/ 292132 w 800100"/>
                <a:gd name="connsiteY453" fmla="*/ 903433 h 904875"/>
                <a:gd name="connsiteX454" fmla="*/ 223647 w 800100"/>
                <a:gd name="connsiteY454" fmla="*/ 907434 h 904875"/>
                <a:gd name="connsiteX455" fmla="*/ 112490 w 800100"/>
                <a:gd name="connsiteY455" fmla="*/ 912006 h 904875"/>
                <a:gd name="connsiteX456" fmla="*/ 101822 w 800100"/>
                <a:gd name="connsiteY456" fmla="*/ 633685 h 904875"/>
                <a:gd name="connsiteX457" fmla="*/ 97536 w 800100"/>
                <a:gd name="connsiteY457" fmla="*/ 625875 h 904875"/>
                <a:gd name="connsiteX458" fmla="*/ 93440 w 800100"/>
                <a:gd name="connsiteY458" fmla="*/ 621779 h 904875"/>
                <a:gd name="connsiteX459" fmla="*/ 88011 w 800100"/>
                <a:gd name="connsiteY459" fmla="*/ 619398 h 904875"/>
                <a:gd name="connsiteX460" fmla="*/ 85344 w 800100"/>
                <a:gd name="connsiteY460" fmla="*/ 617588 h 904875"/>
                <a:gd name="connsiteX461" fmla="*/ 78296 w 800100"/>
                <a:gd name="connsiteY461" fmla="*/ 617969 h 904875"/>
                <a:gd name="connsiteX462" fmla="*/ 74581 w 800100"/>
                <a:gd name="connsiteY462" fmla="*/ 615207 h 904875"/>
                <a:gd name="connsiteX463" fmla="*/ 70295 w 800100"/>
                <a:gd name="connsiteY463" fmla="*/ 609301 h 904875"/>
                <a:gd name="connsiteX464" fmla="*/ 68009 w 800100"/>
                <a:gd name="connsiteY464" fmla="*/ 603301 h 904875"/>
                <a:gd name="connsiteX465" fmla="*/ 64579 w 800100"/>
                <a:gd name="connsiteY465" fmla="*/ 597395 h 904875"/>
                <a:gd name="connsiteX466" fmla="*/ 60388 w 800100"/>
                <a:gd name="connsiteY466" fmla="*/ 592633 h 904875"/>
                <a:gd name="connsiteX467" fmla="*/ 57721 w 800100"/>
                <a:gd name="connsiteY467" fmla="*/ 588727 h 904875"/>
                <a:gd name="connsiteX468" fmla="*/ 57531 w 800100"/>
                <a:gd name="connsiteY468" fmla="*/ 582536 h 904875"/>
                <a:gd name="connsiteX469" fmla="*/ 62008 w 800100"/>
                <a:gd name="connsiteY469" fmla="*/ 577678 h 904875"/>
                <a:gd name="connsiteX470" fmla="*/ 66961 w 800100"/>
                <a:gd name="connsiteY470" fmla="*/ 572821 h 904875"/>
                <a:gd name="connsiteX471" fmla="*/ 71819 w 800100"/>
                <a:gd name="connsiteY471" fmla="*/ 568534 h 904875"/>
                <a:gd name="connsiteX472" fmla="*/ 76295 w 800100"/>
                <a:gd name="connsiteY472" fmla="*/ 567201 h 904875"/>
                <a:gd name="connsiteX473" fmla="*/ 78962 w 800100"/>
                <a:gd name="connsiteY473" fmla="*/ 563962 h 904875"/>
                <a:gd name="connsiteX474" fmla="*/ 80772 w 800100"/>
                <a:gd name="connsiteY474" fmla="*/ 558152 h 904875"/>
                <a:gd name="connsiteX475" fmla="*/ 84392 w 800100"/>
                <a:gd name="connsiteY475" fmla="*/ 553961 h 904875"/>
                <a:gd name="connsiteX476" fmla="*/ 86868 w 800100"/>
                <a:gd name="connsiteY476" fmla="*/ 546913 h 904875"/>
                <a:gd name="connsiteX477" fmla="*/ 85916 w 800100"/>
                <a:gd name="connsiteY477" fmla="*/ 539197 h 904875"/>
                <a:gd name="connsiteX478" fmla="*/ 85916 w 800100"/>
                <a:gd name="connsiteY478" fmla="*/ 535864 h 90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</a:cxnLst>
              <a:rect l="l" t="t" r="r" b="b"/>
              <a:pathLst>
                <a:path w="800100" h="904875">
                  <a:moveTo>
                    <a:pt x="85916" y="535864"/>
                  </a:moveTo>
                  <a:cubicBezTo>
                    <a:pt x="85725" y="534244"/>
                    <a:pt x="85535" y="532625"/>
                    <a:pt x="85439" y="531482"/>
                  </a:cubicBezTo>
                  <a:cubicBezTo>
                    <a:pt x="85249" y="529577"/>
                    <a:pt x="84296" y="525767"/>
                    <a:pt x="84487" y="523862"/>
                  </a:cubicBezTo>
                  <a:cubicBezTo>
                    <a:pt x="84677" y="522433"/>
                    <a:pt x="86106" y="519862"/>
                    <a:pt x="86392" y="518528"/>
                  </a:cubicBezTo>
                  <a:cubicBezTo>
                    <a:pt x="86773" y="516623"/>
                    <a:pt x="87154" y="512813"/>
                    <a:pt x="86963" y="511003"/>
                  </a:cubicBezTo>
                  <a:cubicBezTo>
                    <a:pt x="86773" y="509003"/>
                    <a:pt x="85630" y="505193"/>
                    <a:pt x="84963" y="503288"/>
                  </a:cubicBezTo>
                  <a:cubicBezTo>
                    <a:pt x="84201" y="501002"/>
                    <a:pt x="82105" y="496811"/>
                    <a:pt x="81629" y="494525"/>
                  </a:cubicBezTo>
                  <a:cubicBezTo>
                    <a:pt x="81058" y="492144"/>
                    <a:pt x="80867" y="487096"/>
                    <a:pt x="80772" y="484619"/>
                  </a:cubicBezTo>
                  <a:cubicBezTo>
                    <a:pt x="80677" y="482714"/>
                    <a:pt x="81248" y="478999"/>
                    <a:pt x="80772" y="477190"/>
                  </a:cubicBezTo>
                  <a:cubicBezTo>
                    <a:pt x="80391" y="475666"/>
                    <a:pt x="78581" y="473094"/>
                    <a:pt x="77629" y="471856"/>
                  </a:cubicBezTo>
                  <a:cubicBezTo>
                    <a:pt x="76867" y="470998"/>
                    <a:pt x="74867" y="469951"/>
                    <a:pt x="74200" y="469093"/>
                  </a:cubicBezTo>
                  <a:cubicBezTo>
                    <a:pt x="73152" y="467855"/>
                    <a:pt x="72200" y="464521"/>
                    <a:pt x="71342" y="463188"/>
                  </a:cubicBezTo>
                  <a:cubicBezTo>
                    <a:pt x="70676" y="462140"/>
                    <a:pt x="68771" y="460426"/>
                    <a:pt x="68294" y="459283"/>
                  </a:cubicBezTo>
                  <a:cubicBezTo>
                    <a:pt x="67818" y="458330"/>
                    <a:pt x="67723" y="456139"/>
                    <a:pt x="67437" y="455092"/>
                  </a:cubicBezTo>
                  <a:cubicBezTo>
                    <a:pt x="66866" y="452901"/>
                    <a:pt x="64675" y="448900"/>
                    <a:pt x="64294" y="446710"/>
                  </a:cubicBezTo>
                  <a:cubicBezTo>
                    <a:pt x="63913" y="444233"/>
                    <a:pt x="65342" y="438994"/>
                    <a:pt x="64484" y="436518"/>
                  </a:cubicBezTo>
                  <a:cubicBezTo>
                    <a:pt x="63913" y="434803"/>
                    <a:pt x="60960" y="432327"/>
                    <a:pt x="60103" y="430708"/>
                  </a:cubicBezTo>
                  <a:cubicBezTo>
                    <a:pt x="59436" y="429469"/>
                    <a:pt x="58198" y="426802"/>
                    <a:pt x="58198" y="425374"/>
                  </a:cubicBezTo>
                  <a:cubicBezTo>
                    <a:pt x="58198" y="424231"/>
                    <a:pt x="59722" y="422230"/>
                    <a:pt x="59722" y="421087"/>
                  </a:cubicBezTo>
                  <a:cubicBezTo>
                    <a:pt x="59722" y="420135"/>
                    <a:pt x="58484" y="418325"/>
                    <a:pt x="58484" y="417373"/>
                  </a:cubicBezTo>
                  <a:cubicBezTo>
                    <a:pt x="58484" y="416611"/>
                    <a:pt x="59150" y="415372"/>
                    <a:pt x="59246" y="414610"/>
                  </a:cubicBezTo>
                  <a:cubicBezTo>
                    <a:pt x="59436" y="413182"/>
                    <a:pt x="59341" y="410229"/>
                    <a:pt x="59150" y="408800"/>
                  </a:cubicBezTo>
                  <a:cubicBezTo>
                    <a:pt x="58864" y="406800"/>
                    <a:pt x="56579" y="403085"/>
                    <a:pt x="56960" y="401085"/>
                  </a:cubicBezTo>
                  <a:cubicBezTo>
                    <a:pt x="57150" y="400037"/>
                    <a:pt x="59150" y="398513"/>
                    <a:pt x="59341" y="397465"/>
                  </a:cubicBezTo>
                  <a:cubicBezTo>
                    <a:pt x="59627" y="396132"/>
                    <a:pt x="58198" y="393465"/>
                    <a:pt x="58293" y="392131"/>
                  </a:cubicBezTo>
                  <a:cubicBezTo>
                    <a:pt x="58484" y="390131"/>
                    <a:pt x="61817" y="386512"/>
                    <a:pt x="61151" y="384607"/>
                  </a:cubicBezTo>
                  <a:cubicBezTo>
                    <a:pt x="60770" y="383464"/>
                    <a:pt x="57626" y="383273"/>
                    <a:pt x="56960" y="382225"/>
                  </a:cubicBezTo>
                  <a:cubicBezTo>
                    <a:pt x="56197" y="381273"/>
                    <a:pt x="56674" y="378511"/>
                    <a:pt x="56007" y="377558"/>
                  </a:cubicBezTo>
                  <a:cubicBezTo>
                    <a:pt x="55626" y="376987"/>
                    <a:pt x="54102" y="376606"/>
                    <a:pt x="53721" y="376034"/>
                  </a:cubicBezTo>
                  <a:cubicBezTo>
                    <a:pt x="52864" y="374891"/>
                    <a:pt x="52102" y="372129"/>
                    <a:pt x="52007" y="370700"/>
                  </a:cubicBezTo>
                  <a:cubicBezTo>
                    <a:pt x="51911" y="369081"/>
                    <a:pt x="53245" y="365842"/>
                    <a:pt x="53340" y="364223"/>
                  </a:cubicBezTo>
                  <a:cubicBezTo>
                    <a:pt x="53530" y="362318"/>
                    <a:pt x="53530" y="358603"/>
                    <a:pt x="53245" y="356794"/>
                  </a:cubicBezTo>
                  <a:cubicBezTo>
                    <a:pt x="53054" y="355365"/>
                    <a:pt x="51626" y="352793"/>
                    <a:pt x="51530" y="351364"/>
                  </a:cubicBezTo>
                  <a:cubicBezTo>
                    <a:pt x="51435" y="350507"/>
                    <a:pt x="52292" y="348697"/>
                    <a:pt x="52197" y="347840"/>
                  </a:cubicBezTo>
                  <a:cubicBezTo>
                    <a:pt x="51911" y="346316"/>
                    <a:pt x="49339" y="344125"/>
                    <a:pt x="49149" y="342601"/>
                  </a:cubicBezTo>
                  <a:cubicBezTo>
                    <a:pt x="48863" y="340792"/>
                    <a:pt x="50863" y="337458"/>
                    <a:pt x="50959" y="335743"/>
                  </a:cubicBezTo>
                  <a:cubicBezTo>
                    <a:pt x="51054" y="334219"/>
                    <a:pt x="50006" y="331076"/>
                    <a:pt x="50102" y="329457"/>
                  </a:cubicBezTo>
                  <a:cubicBezTo>
                    <a:pt x="50197" y="327742"/>
                    <a:pt x="52007" y="324409"/>
                    <a:pt x="51721" y="322789"/>
                  </a:cubicBezTo>
                  <a:cubicBezTo>
                    <a:pt x="51435" y="321075"/>
                    <a:pt x="48482" y="318598"/>
                    <a:pt x="48196" y="316979"/>
                  </a:cubicBezTo>
                  <a:cubicBezTo>
                    <a:pt x="47911" y="315360"/>
                    <a:pt x="50006" y="312121"/>
                    <a:pt x="49530" y="310502"/>
                  </a:cubicBezTo>
                  <a:cubicBezTo>
                    <a:pt x="49339" y="309550"/>
                    <a:pt x="47339" y="308502"/>
                    <a:pt x="46958" y="307645"/>
                  </a:cubicBezTo>
                  <a:cubicBezTo>
                    <a:pt x="46577" y="306311"/>
                    <a:pt x="47149" y="303454"/>
                    <a:pt x="47435" y="302120"/>
                  </a:cubicBezTo>
                  <a:cubicBezTo>
                    <a:pt x="47625" y="300787"/>
                    <a:pt x="48959" y="298120"/>
                    <a:pt x="48863" y="296691"/>
                  </a:cubicBezTo>
                  <a:cubicBezTo>
                    <a:pt x="48768" y="295262"/>
                    <a:pt x="46768" y="292881"/>
                    <a:pt x="46482" y="291452"/>
                  </a:cubicBezTo>
                  <a:cubicBezTo>
                    <a:pt x="46292" y="290214"/>
                    <a:pt x="46577" y="287737"/>
                    <a:pt x="46672" y="286499"/>
                  </a:cubicBezTo>
                  <a:cubicBezTo>
                    <a:pt x="46768" y="284975"/>
                    <a:pt x="47720" y="281832"/>
                    <a:pt x="47435" y="280213"/>
                  </a:cubicBezTo>
                  <a:cubicBezTo>
                    <a:pt x="47244" y="279260"/>
                    <a:pt x="46196" y="277450"/>
                    <a:pt x="45625" y="276688"/>
                  </a:cubicBezTo>
                  <a:cubicBezTo>
                    <a:pt x="45053" y="275926"/>
                    <a:pt x="43529" y="274974"/>
                    <a:pt x="43053" y="274117"/>
                  </a:cubicBezTo>
                  <a:cubicBezTo>
                    <a:pt x="42196" y="272593"/>
                    <a:pt x="42482" y="268878"/>
                    <a:pt x="41815" y="267354"/>
                  </a:cubicBezTo>
                  <a:cubicBezTo>
                    <a:pt x="41338" y="266211"/>
                    <a:pt x="39338" y="264592"/>
                    <a:pt x="38862" y="263449"/>
                  </a:cubicBezTo>
                  <a:cubicBezTo>
                    <a:pt x="38291" y="261829"/>
                    <a:pt x="38671" y="258305"/>
                    <a:pt x="38100" y="256686"/>
                  </a:cubicBezTo>
                  <a:cubicBezTo>
                    <a:pt x="37624" y="255257"/>
                    <a:pt x="35624" y="252971"/>
                    <a:pt x="34862" y="251733"/>
                  </a:cubicBezTo>
                  <a:cubicBezTo>
                    <a:pt x="34290" y="250971"/>
                    <a:pt x="32861" y="249542"/>
                    <a:pt x="32671" y="248685"/>
                  </a:cubicBezTo>
                  <a:cubicBezTo>
                    <a:pt x="32290" y="247447"/>
                    <a:pt x="33242" y="244875"/>
                    <a:pt x="32957" y="243541"/>
                  </a:cubicBezTo>
                  <a:cubicBezTo>
                    <a:pt x="32671" y="242113"/>
                    <a:pt x="31337" y="239350"/>
                    <a:pt x="30385" y="238207"/>
                  </a:cubicBezTo>
                  <a:cubicBezTo>
                    <a:pt x="29813" y="237445"/>
                    <a:pt x="27718" y="236779"/>
                    <a:pt x="27337" y="235826"/>
                  </a:cubicBezTo>
                  <a:cubicBezTo>
                    <a:pt x="26670" y="234588"/>
                    <a:pt x="28099" y="231349"/>
                    <a:pt x="27432" y="230111"/>
                  </a:cubicBezTo>
                  <a:cubicBezTo>
                    <a:pt x="27051" y="229349"/>
                    <a:pt x="24955" y="228968"/>
                    <a:pt x="24479" y="228206"/>
                  </a:cubicBezTo>
                  <a:cubicBezTo>
                    <a:pt x="23813" y="227063"/>
                    <a:pt x="24384" y="224206"/>
                    <a:pt x="24098" y="222872"/>
                  </a:cubicBezTo>
                  <a:cubicBezTo>
                    <a:pt x="23717" y="220967"/>
                    <a:pt x="21717" y="217633"/>
                    <a:pt x="21336" y="215728"/>
                  </a:cubicBezTo>
                  <a:cubicBezTo>
                    <a:pt x="21050" y="214490"/>
                    <a:pt x="21336" y="212014"/>
                    <a:pt x="21050" y="210871"/>
                  </a:cubicBezTo>
                  <a:cubicBezTo>
                    <a:pt x="20764" y="210013"/>
                    <a:pt x="19812" y="208585"/>
                    <a:pt x="19431" y="207823"/>
                  </a:cubicBezTo>
                  <a:cubicBezTo>
                    <a:pt x="19050" y="207061"/>
                    <a:pt x="18574" y="205346"/>
                    <a:pt x="18193" y="204584"/>
                  </a:cubicBezTo>
                  <a:cubicBezTo>
                    <a:pt x="17812" y="203917"/>
                    <a:pt x="16764" y="202965"/>
                    <a:pt x="16574" y="202203"/>
                  </a:cubicBezTo>
                  <a:cubicBezTo>
                    <a:pt x="16288" y="201346"/>
                    <a:pt x="16764" y="199631"/>
                    <a:pt x="16478" y="198774"/>
                  </a:cubicBezTo>
                  <a:cubicBezTo>
                    <a:pt x="16193" y="198107"/>
                    <a:pt x="15050" y="197155"/>
                    <a:pt x="14764" y="196393"/>
                  </a:cubicBezTo>
                  <a:cubicBezTo>
                    <a:pt x="14192" y="194678"/>
                    <a:pt x="14383" y="190868"/>
                    <a:pt x="14383" y="189058"/>
                  </a:cubicBezTo>
                  <a:cubicBezTo>
                    <a:pt x="14288" y="187534"/>
                    <a:pt x="14002" y="184486"/>
                    <a:pt x="14192" y="183058"/>
                  </a:cubicBezTo>
                  <a:cubicBezTo>
                    <a:pt x="14383" y="182010"/>
                    <a:pt x="15050" y="180105"/>
                    <a:pt x="15240" y="179152"/>
                  </a:cubicBezTo>
                  <a:cubicBezTo>
                    <a:pt x="15621" y="177628"/>
                    <a:pt x="16859" y="174390"/>
                    <a:pt x="16574" y="172771"/>
                  </a:cubicBezTo>
                  <a:cubicBezTo>
                    <a:pt x="16288" y="170770"/>
                    <a:pt x="13430" y="167722"/>
                    <a:pt x="12954" y="165817"/>
                  </a:cubicBezTo>
                  <a:cubicBezTo>
                    <a:pt x="12668" y="164484"/>
                    <a:pt x="12859" y="161817"/>
                    <a:pt x="13049" y="160483"/>
                  </a:cubicBezTo>
                  <a:cubicBezTo>
                    <a:pt x="13240" y="159436"/>
                    <a:pt x="14288" y="157435"/>
                    <a:pt x="14383" y="156388"/>
                  </a:cubicBezTo>
                  <a:cubicBezTo>
                    <a:pt x="14764" y="154292"/>
                    <a:pt x="14859" y="150006"/>
                    <a:pt x="14383" y="148006"/>
                  </a:cubicBezTo>
                  <a:cubicBezTo>
                    <a:pt x="13907" y="146101"/>
                    <a:pt x="11144" y="143053"/>
                    <a:pt x="10478" y="141243"/>
                  </a:cubicBezTo>
                  <a:cubicBezTo>
                    <a:pt x="10001" y="139909"/>
                    <a:pt x="9144" y="136957"/>
                    <a:pt x="9430" y="135528"/>
                  </a:cubicBezTo>
                  <a:cubicBezTo>
                    <a:pt x="9716" y="133813"/>
                    <a:pt x="12097" y="131146"/>
                    <a:pt x="12668" y="129622"/>
                  </a:cubicBezTo>
                  <a:cubicBezTo>
                    <a:pt x="13240" y="128098"/>
                    <a:pt x="13335" y="124955"/>
                    <a:pt x="13907" y="123431"/>
                  </a:cubicBezTo>
                  <a:cubicBezTo>
                    <a:pt x="14288" y="122383"/>
                    <a:pt x="15907" y="120764"/>
                    <a:pt x="16193" y="119716"/>
                  </a:cubicBezTo>
                  <a:cubicBezTo>
                    <a:pt x="16478" y="118764"/>
                    <a:pt x="16478" y="116859"/>
                    <a:pt x="16288" y="115906"/>
                  </a:cubicBezTo>
                  <a:cubicBezTo>
                    <a:pt x="16002" y="114668"/>
                    <a:pt x="14859" y="112287"/>
                    <a:pt x="14288" y="111144"/>
                  </a:cubicBezTo>
                  <a:cubicBezTo>
                    <a:pt x="13335" y="109334"/>
                    <a:pt x="10478" y="106191"/>
                    <a:pt x="9811" y="104286"/>
                  </a:cubicBezTo>
                  <a:cubicBezTo>
                    <a:pt x="9239" y="102571"/>
                    <a:pt x="9620" y="98761"/>
                    <a:pt x="9049" y="97047"/>
                  </a:cubicBezTo>
                  <a:cubicBezTo>
                    <a:pt x="8763" y="96190"/>
                    <a:pt x="7429" y="94666"/>
                    <a:pt x="7144" y="93713"/>
                  </a:cubicBezTo>
                  <a:cubicBezTo>
                    <a:pt x="6763" y="92475"/>
                    <a:pt x="6953" y="89903"/>
                    <a:pt x="6668" y="88665"/>
                  </a:cubicBezTo>
                  <a:cubicBezTo>
                    <a:pt x="6287" y="87046"/>
                    <a:pt x="4858" y="83902"/>
                    <a:pt x="4191" y="82283"/>
                  </a:cubicBezTo>
                  <a:cubicBezTo>
                    <a:pt x="3334" y="80188"/>
                    <a:pt x="1048" y="76187"/>
                    <a:pt x="571" y="73901"/>
                  </a:cubicBezTo>
                  <a:cubicBezTo>
                    <a:pt x="381" y="72853"/>
                    <a:pt x="762" y="70663"/>
                    <a:pt x="667" y="69615"/>
                  </a:cubicBezTo>
                  <a:cubicBezTo>
                    <a:pt x="571" y="68662"/>
                    <a:pt x="286" y="66948"/>
                    <a:pt x="0" y="65329"/>
                  </a:cubicBezTo>
                  <a:lnTo>
                    <a:pt x="86868" y="62947"/>
                  </a:lnTo>
                  <a:lnTo>
                    <a:pt x="214694" y="57709"/>
                  </a:lnTo>
                  <a:cubicBezTo>
                    <a:pt x="214694" y="57709"/>
                    <a:pt x="200882" y="8179"/>
                    <a:pt x="212788" y="82"/>
                  </a:cubicBezTo>
                  <a:cubicBezTo>
                    <a:pt x="213265" y="-299"/>
                    <a:pt x="214503" y="749"/>
                    <a:pt x="214979" y="1035"/>
                  </a:cubicBezTo>
                  <a:cubicBezTo>
                    <a:pt x="216218" y="1702"/>
                    <a:pt x="218408" y="3797"/>
                    <a:pt x="219742" y="4083"/>
                  </a:cubicBezTo>
                  <a:cubicBezTo>
                    <a:pt x="220885" y="4369"/>
                    <a:pt x="223361" y="3892"/>
                    <a:pt x="224409" y="3416"/>
                  </a:cubicBezTo>
                  <a:cubicBezTo>
                    <a:pt x="225266" y="3035"/>
                    <a:pt x="226409" y="1511"/>
                    <a:pt x="227171" y="1225"/>
                  </a:cubicBezTo>
                  <a:cubicBezTo>
                    <a:pt x="228505" y="559"/>
                    <a:pt x="231648" y="-203"/>
                    <a:pt x="233172" y="178"/>
                  </a:cubicBezTo>
                  <a:cubicBezTo>
                    <a:pt x="234696" y="559"/>
                    <a:pt x="236982" y="2940"/>
                    <a:pt x="238316" y="3892"/>
                  </a:cubicBezTo>
                  <a:cubicBezTo>
                    <a:pt x="239078" y="4464"/>
                    <a:pt x="240411" y="5988"/>
                    <a:pt x="241363" y="6369"/>
                  </a:cubicBezTo>
                  <a:cubicBezTo>
                    <a:pt x="242221" y="6655"/>
                    <a:pt x="244221" y="5893"/>
                    <a:pt x="245078" y="6178"/>
                  </a:cubicBezTo>
                  <a:cubicBezTo>
                    <a:pt x="246031" y="6464"/>
                    <a:pt x="247745" y="7893"/>
                    <a:pt x="248126" y="8845"/>
                  </a:cubicBezTo>
                  <a:cubicBezTo>
                    <a:pt x="248603" y="9988"/>
                    <a:pt x="247460" y="12560"/>
                    <a:pt x="247745" y="13703"/>
                  </a:cubicBezTo>
                  <a:cubicBezTo>
                    <a:pt x="247936" y="14846"/>
                    <a:pt x="249269" y="16656"/>
                    <a:pt x="249555" y="17704"/>
                  </a:cubicBezTo>
                  <a:cubicBezTo>
                    <a:pt x="250412" y="20561"/>
                    <a:pt x="250412" y="26752"/>
                    <a:pt x="251174" y="29705"/>
                  </a:cubicBezTo>
                  <a:cubicBezTo>
                    <a:pt x="251651" y="31610"/>
                    <a:pt x="253270" y="35230"/>
                    <a:pt x="254127" y="37039"/>
                  </a:cubicBezTo>
                  <a:cubicBezTo>
                    <a:pt x="254603" y="38087"/>
                    <a:pt x="256032" y="39992"/>
                    <a:pt x="256508" y="41040"/>
                  </a:cubicBezTo>
                  <a:cubicBezTo>
                    <a:pt x="256889" y="41992"/>
                    <a:pt x="257270" y="43897"/>
                    <a:pt x="257366" y="44850"/>
                  </a:cubicBezTo>
                  <a:cubicBezTo>
                    <a:pt x="257461" y="46469"/>
                    <a:pt x="256604" y="49612"/>
                    <a:pt x="256699" y="51232"/>
                  </a:cubicBezTo>
                  <a:cubicBezTo>
                    <a:pt x="256794" y="52375"/>
                    <a:pt x="257270" y="54756"/>
                    <a:pt x="257937" y="55708"/>
                  </a:cubicBezTo>
                  <a:cubicBezTo>
                    <a:pt x="258223" y="56089"/>
                    <a:pt x="259271" y="56470"/>
                    <a:pt x="259652" y="56851"/>
                  </a:cubicBezTo>
                  <a:cubicBezTo>
                    <a:pt x="260318" y="57518"/>
                    <a:pt x="261271" y="59233"/>
                    <a:pt x="261652" y="60185"/>
                  </a:cubicBezTo>
                  <a:cubicBezTo>
                    <a:pt x="262128" y="61328"/>
                    <a:pt x="262700" y="63709"/>
                    <a:pt x="262890" y="64948"/>
                  </a:cubicBezTo>
                  <a:cubicBezTo>
                    <a:pt x="263176" y="66567"/>
                    <a:pt x="263366" y="69996"/>
                    <a:pt x="263652" y="71615"/>
                  </a:cubicBezTo>
                  <a:cubicBezTo>
                    <a:pt x="263843" y="72853"/>
                    <a:pt x="264700" y="75425"/>
                    <a:pt x="264700" y="76663"/>
                  </a:cubicBezTo>
                  <a:cubicBezTo>
                    <a:pt x="264700" y="77711"/>
                    <a:pt x="264319" y="79807"/>
                    <a:pt x="264033" y="80854"/>
                  </a:cubicBezTo>
                  <a:cubicBezTo>
                    <a:pt x="263843" y="81712"/>
                    <a:pt x="262985" y="83236"/>
                    <a:pt x="262985" y="84093"/>
                  </a:cubicBezTo>
                  <a:cubicBezTo>
                    <a:pt x="262985" y="85426"/>
                    <a:pt x="263843" y="87998"/>
                    <a:pt x="264509" y="89046"/>
                  </a:cubicBezTo>
                  <a:cubicBezTo>
                    <a:pt x="264986" y="89903"/>
                    <a:pt x="266414" y="91332"/>
                    <a:pt x="267176" y="91903"/>
                  </a:cubicBezTo>
                  <a:cubicBezTo>
                    <a:pt x="268224" y="92761"/>
                    <a:pt x="270796" y="94094"/>
                    <a:pt x="271939" y="94856"/>
                  </a:cubicBezTo>
                  <a:cubicBezTo>
                    <a:pt x="273082" y="95523"/>
                    <a:pt x="275082" y="97237"/>
                    <a:pt x="276320" y="97714"/>
                  </a:cubicBezTo>
                  <a:cubicBezTo>
                    <a:pt x="278511" y="98666"/>
                    <a:pt x="283178" y="99238"/>
                    <a:pt x="285464" y="99904"/>
                  </a:cubicBezTo>
                  <a:cubicBezTo>
                    <a:pt x="286417" y="100190"/>
                    <a:pt x="288227" y="101333"/>
                    <a:pt x="289179" y="101428"/>
                  </a:cubicBezTo>
                  <a:cubicBezTo>
                    <a:pt x="289941" y="101428"/>
                    <a:pt x="291370" y="100952"/>
                    <a:pt x="291941" y="100476"/>
                  </a:cubicBezTo>
                  <a:cubicBezTo>
                    <a:pt x="292418" y="100095"/>
                    <a:pt x="292703" y="98571"/>
                    <a:pt x="293180" y="98285"/>
                  </a:cubicBezTo>
                  <a:cubicBezTo>
                    <a:pt x="294037" y="97714"/>
                    <a:pt x="296132" y="97523"/>
                    <a:pt x="297085" y="97618"/>
                  </a:cubicBezTo>
                  <a:cubicBezTo>
                    <a:pt x="297942" y="97714"/>
                    <a:pt x="299180" y="99333"/>
                    <a:pt x="300038" y="99333"/>
                  </a:cubicBezTo>
                  <a:cubicBezTo>
                    <a:pt x="300990" y="99333"/>
                    <a:pt x="302419" y="97809"/>
                    <a:pt x="303181" y="97428"/>
                  </a:cubicBezTo>
                  <a:cubicBezTo>
                    <a:pt x="303752" y="97142"/>
                    <a:pt x="305086" y="96571"/>
                    <a:pt x="305753" y="96571"/>
                  </a:cubicBezTo>
                  <a:cubicBezTo>
                    <a:pt x="306610" y="96666"/>
                    <a:pt x="308229" y="97618"/>
                    <a:pt x="308801" y="98190"/>
                  </a:cubicBezTo>
                  <a:cubicBezTo>
                    <a:pt x="309372" y="98761"/>
                    <a:pt x="310039" y="100190"/>
                    <a:pt x="310420" y="100952"/>
                  </a:cubicBezTo>
                  <a:cubicBezTo>
                    <a:pt x="310896" y="101905"/>
                    <a:pt x="311087" y="104191"/>
                    <a:pt x="311658" y="105048"/>
                  </a:cubicBezTo>
                  <a:cubicBezTo>
                    <a:pt x="312230" y="105905"/>
                    <a:pt x="314039" y="107429"/>
                    <a:pt x="315087" y="107715"/>
                  </a:cubicBezTo>
                  <a:cubicBezTo>
                    <a:pt x="316611" y="108191"/>
                    <a:pt x="319850" y="107334"/>
                    <a:pt x="321469" y="107239"/>
                  </a:cubicBezTo>
                  <a:cubicBezTo>
                    <a:pt x="322897" y="107143"/>
                    <a:pt x="325755" y="107048"/>
                    <a:pt x="327184" y="106858"/>
                  </a:cubicBezTo>
                  <a:cubicBezTo>
                    <a:pt x="328613" y="106572"/>
                    <a:pt x="331280" y="105238"/>
                    <a:pt x="332708" y="105143"/>
                  </a:cubicBezTo>
                  <a:cubicBezTo>
                    <a:pt x="334232" y="105048"/>
                    <a:pt x="337185" y="105810"/>
                    <a:pt x="338614" y="106381"/>
                  </a:cubicBezTo>
                  <a:cubicBezTo>
                    <a:pt x="340233" y="106858"/>
                    <a:pt x="343186" y="109239"/>
                    <a:pt x="344900" y="109239"/>
                  </a:cubicBezTo>
                  <a:cubicBezTo>
                    <a:pt x="346805" y="109239"/>
                    <a:pt x="350044" y="106286"/>
                    <a:pt x="351949" y="106381"/>
                  </a:cubicBezTo>
                  <a:cubicBezTo>
                    <a:pt x="352616" y="106381"/>
                    <a:pt x="353854" y="107143"/>
                    <a:pt x="354425" y="107620"/>
                  </a:cubicBezTo>
                  <a:cubicBezTo>
                    <a:pt x="355283" y="108382"/>
                    <a:pt x="356426" y="110287"/>
                    <a:pt x="356902" y="111239"/>
                  </a:cubicBezTo>
                  <a:cubicBezTo>
                    <a:pt x="357473" y="112477"/>
                    <a:pt x="358521" y="114954"/>
                    <a:pt x="358616" y="116287"/>
                  </a:cubicBezTo>
                  <a:cubicBezTo>
                    <a:pt x="358712" y="117430"/>
                    <a:pt x="357473" y="119526"/>
                    <a:pt x="357664" y="120574"/>
                  </a:cubicBezTo>
                  <a:cubicBezTo>
                    <a:pt x="357854" y="121431"/>
                    <a:pt x="358997" y="123145"/>
                    <a:pt x="359759" y="123526"/>
                  </a:cubicBezTo>
                  <a:cubicBezTo>
                    <a:pt x="360426" y="123907"/>
                    <a:pt x="361950" y="123717"/>
                    <a:pt x="362712" y="123622"/>
                  </a:cubicBezTo>
                  <a:cubicBezTo>
                    <a:pt x="363569" y="123526"/>
                    <a:pt x="365093" y="122860"/>
                    <a:pt x="365855" y="122764"/>
                  </a:cubicBezTo>
                  <a:cubicBezTo>
                    <a:pt x="366808" y="122669"/>
                    <a:pt x="368713" y="123145"/>
                    <a:pt x="369665" y="123241"/>
                  </a:cubicBezTo>
                  <a:cubicBezTo>
                    <a:pt x="370332" y="123336"/>
                    <a:pt x="371761" y="123526"/>
                    <a:pt x="372523" y="123431"/>
                  </a:cubicBezTo>
                  <a:cubicBezTo>
                    <a:pt x="373380" y="123336"/>
                    <a:pt x="374809" y="122669"/>
                    <a:pt x="375571" y="122383"/>
                  </a:cubicBezTo>
                  <a:cubicBezTo>
                    <a:pt x="376333" y="122098"/>
                    <a:pt x="377762" y="121240"/>
                    <a:pt x="378524" y="121145"/>
                  </a:cubicBezTo>
                  <a:cubicBezTo>
                    <a:pt x="379571" y="120955"/>
                    <a:pt x="381857" y="121336"/>
                    <a:pt x="382905" y="121145"/>
                  </a:cubicBezTo>
                  <a:cubicBezTo>
                    <a:pt x="384810" y="120764"/>
                    <a:pt x="388430" y="119145"/>
                    <a:pt x="390144" y="118288"/>
                  </a:cubicBezTo>
                  <a:cubicBezTo>
                    <a:pt x="390811" y="117907"/>
                    <a:pt x="392144" y="117240"/>
                    <a:pt x="392716" y="116668"/>
                  </a:cubicBezTo>
                  <a:cubicBezTo>
                    <a:pt x="393192" y="116192"/>
                    <a:pt x="394145" y="114954"/>
                    <a:pt x="394240" y="114192"/>
                  </a:cubicBezTo>
                  <a:cubicBezTo>
                    <a:pt x="394430" y="113525"/>
                    <a:pt x="393573" y="112192"/>
                    <a:pt x="393573" y="111430"/>
                  </a:cubicBezTo>
                  <a:cubicBezTo>
                    <a:pt x="393573" y="110858"/>
                    <a:pt x="393859" y="109715"/>
                    <a:pt x="394240" y="109334"/>
                  </a:cubicBezTo>
                  <a:cubicBezTo>
                    <a:pt x="394907" y="108572"/>
                    <a:pt x="396812" y="108001"/>
                    <a:pt x="397764" y="107715"/>
                  </a:cubicBezTo>
                  <a:cubicBezTo>
                    <a:pt x="399097" y="107334"/>
                    <a:pt x="402146" y="107810"/>
                    <a:pt x="403384" y="107239"/>
                  </a:cubicBezTo>
                  <a:cubicBezTo>
                    <a:pt x="403955" y="106953"/>
                    <a:pt x="404717" y="105810"/>
                    <a:pt x="405098" y="105334"/>
                  </a:cubicBezTo>
                  <a:cubicBezTo>
                    <a:pt x="405384" y="104953"/>
                    <a:pt x="405670" y="103905"/>
                    <a:pt x="405955" y="103524"/>
                  </a:cubicBezTo>
                  <a:cubicBezTo>
                    <a:pt x="406432" y="102952"/>
                    <a:pt x="407575" y="102190"/>
                    <a:pt x="408146" y="101809"/>
                  </a:cubicBezTo>
                  <a:cubicBezTo>
                    <a:pt x="408908" y="101428"/>
                    <a:pt x="410623" y="101047"/>
                    <a:pt x="411480" y="100952"/>
                  </a:cubicBezTo>
                  <a:cubicBezTo>
                    <a:pt x="412528" y="100857"/>
                    <a:pt x="414623" y="101333"/>
                    <a:pt x="415671" y="101047"/>
                  </a:cubicBezTo>
                  <a:cubicBezTo>
                    <a:pt x="416624" y="100857"/>
                    <a:pt x="418243" y="99047"/>
                    <a:pt x="419291" y="99238"/>
                  </a:cubicBezTo>
                  <a:cubicBezTo>
                    <a:pt x="420338" y="99428"/>
                    <a:pt x="421386" y="101524"/>
                    <a:pt x="422243" y="102095"/>
                  </a:cubicBezTo>
                  <a:cubicBezTo>
                    <a:pt x="422815" y="102476"/>
                    <a:pt x="423958" y="103429"/>
                    <a:pt x="424720" y="103429"/>
                  </a:cubicBezTo>
                  <a:cubicBezTo>
                    <a:pt x="426339" y="103619"/>
                    <a:pt x="429482" y="101809"/>
                    <a:pt x="431102" y="101524"/>
                  </a:cubicBezTo>
                  <a:cubicBezTo>
                    <a:pt x="433388" y="101143"/>
                    <a:pt x="438055" y="101238"/>
                    <a:pt x="440341" y="100952"/>
                  </a:cubicBezTo>
                  <a:cubicBezTo>
                    <a:pt x="441865" y="100762"/>
                    <a:pt x="445008" y="99333"/>
                    <a:pt x="446342" y="100000"/>
                  </a:cubicBezTo>
                  <a:cubicBezTo>
                    <a:pt x="447008" y="100381"/>
                    <a:pt x="447008" y="102381"/>
                    <a:pt x="447580" y="102857"/>
                  </a:cubicBezTo>
                  <a:cubicBezTo>
                    <a:pt x="448246" y="103333"/>
                    <a:pt x="450152" y="102857"/>
                    <a:pt x="451009" y="103143"/>
                  </a:cubicBezTo>
                  <a:cubicBezTo>
                    <a:pt x="452819" y="103714"/>
                    <a:pt x="455867" y="106096"/>
                    <a:pt x="457486" y="106953"/>
                  </a:cubicBezTo>
                  <a:cubicBezTo>
                    <a:pt x="458914" y="107810"/>
                    <a:pt x="461867" y="109429"/>
                    <a:pt x="463391" y="110096"/>
                  </a:cubicBezTo>
                  <a:cubicBezTo>
                    <a:pt x="464630" y="110668"/>
                    <a:pt x="467011" y="111715"/>
                    <a:pt x="468344" y="111906"/>
                  </a:cubicBezTo>
                  <a:cubicBezTo>
                    <a:pt x="469678" y="112096"/>
                    <a:pt x="472440" y="111906"/>
                    <a:pt x="473678" y="111430"/>
                  </a:cubicBezTo>
                  <a:cubicBezTo>
                    <a:pt x="474250" y="111239"/>
                    <a:pt x="475012" y="110382"/>
                    <a:pt x="475488" y="110191"/>
                  </a:cubicBezTo>
                  <a:cubicBezTo>
                    <a:pt x="476155" y="109906"/>
                    <a:pt x="477584" y="109429"/>
                    <a:pt x="478346" y="109525"/>
                  </a:cubicBezTo>
                  <a:cubicBezTo>
                    <a:pt x="479108" y="109620"/>
                    <a:pt x="480727" y="110382"/>
                    <a:pt x="481203" y="111049"/>
                  </a:cubicBezTo>
                  <a:cubicBezTo>
                    <a:pt x="481679" y="111811"/>
                    <a:pt x="481679" y="113811"/>
                    <a:pt x="481584" y="114763"/>
                  </a:cubicBezTo>
                  <a:cubicBezTo>
                    <a:pt x="481489" y="115430"/>
                    <a:pt x="481298" y="116859"/>
                    <a:pt x="480917" y="117335"/>
                  </a:cubicBezTo>
                  <a:cubicBezTo>
                    <a:pt x="480346" y="118002"/>
                    <a:pt x="478631" y="118478"/>
                    <a:pt x="477774" y="118573"/>
                  </a:cubicBezTo>
                  <a:cubicBezTo>
                    <a:pt x="476631" y="118764"/>
                    <a:pt x="474059" y="117811"/>
                    <a:pt x="473107" y="118573"/>
                  </a:cubicBezTo>
                  <a:cubicBezTo>
                    <a:pt x="472345" y="119145"/>
                    <a:pt x="472059" y="121336"/>
                    <a:pt x="472154" y="122193"/>
                  </a:cubicBezTo>
                  <a:cubicBezTo>
                    <a:pt x="472154" y="123050"/>
                    <a:pt x="472916" y="124765"/>
                    <a:pt x="473393" y="125431"/>
                  </a:cubicBezTo>
                  <a:cubicBezTo>
                    <a:pt x="474250" y="126574"/>
                    <a:pt x="476441" y="128575"/>
                    <a:pt x="477774" y="128860"/>
                  </a:cubicBezTo>
                  <a:cubicBezTo>
                    <a:pt x="479393" y="129241"/>
                    <a:pt x="482632" y="127622"/>
                    <a:pt x="484251" y="127146"/>
                  </a:cubicBezTo>
                  <a:cubicBezTo>
                    <a:pt x="485108" y="126955"/>
                    <a:pt x="486728" y="126670"/>
                    <a:pt x="487489" y="126289"/>
                  </a:cubicBezTo>
                  <a:cubicBezTo>
                    <a:pt x="488442" y="125812"/>
                    <a:pt x="489776" y="124098"/>
                    <a:pt x="490728" y="123907"/>
                  </a:cubicBezTo>
                  <a:cubicBezTo>
                    <a:pt x="491966" y="123717"/>
                    <a:pt x="494443" y="124574"/>
                    <a:pt x="495586" y="125146"/>
                  </a:cubicBezTo>
                  <a:cubicBezTo>
                    <a:pt x="496443" y="125622"/>
                    <a:pt x="498253" y="126955"/>
                    <a:pt x="498729" y="127813"/>
                  </a:cubicBezTo>
                  <a:cubicBezTo>
                    <a:pt x="499205" y="128670"/>
                    <a:pt x="499015" y="130765"/>
                    <a:pt x="498824" y="131813"/>
                  </a:cubicBezTo>
                  <a:cubicBezTo>
                    <a:pt x="498634" y="132956"/>
                    <a:pt x="497205" y="135052"/>
                    <a:pt x="497300" y="136195"/>
                  </a:cubicBezTo>
                  <a:cubicBezTo>
                    <a:pt x="497396" y="137433"/>
                    <a:pt x="498920" y="139719"/>
                    <a:pt x="499682" y="140671"/>
                  </a:cubicBezTo>
                  <a:cubicBezTo>
                    <a:pt x="500444" y="141719"/>
                    <a:pt x="502444" y="143529"/>
                    <a:pt x="503301" y="144481"/>
                  </a:cubicBezTo>
                  <a:cubicBezTo>
                    <a:pt x="504254" y="145529"/>
                    <a:pt x="506349" y="147625"/>
                    <a:pt x="507016" y="148863"/>
                  </a:cubicBezTo>
                  <a:cubicBezTo>
                    <a:pt x="507683" y="150196"/>
                    <a:pt x="507968" y="153149"/>
                    <a:pt x="508445" y="154483"/>
                  </a:cubicBezTo>
                  <a:cubicBezTo>
                    <a:pt x="508826" y="155530"/>
                    <a:pt x="509397" y="158007"/>
                    <a:pt x="510445" y="158483"/>
                  </a:cubicBezTo>
                  <a:cubicBezTo>
                    <a:pt x="511397" y="158959"/>
                    <a:pt x="513683" y="158102"/>
                    <a:pt x="514541" y="157531"/>
                  </a:cubicBezTo>
                  <a:cubicBezTo>
                    <a:pt x="515398" y="156959"/>
                    <a:pt x="516255" y="154864"/>
                    <a:pt x="517112" y="154292"/>
                  </a:cubicBezTo>
                  <a:cubicBezTo>
                    <a:pt x="518065" y="153721"/>
                    <a:pt x="520637" y="154102"/>
                    <a:pt x="521399" y="153340"/>
                  </a:cubicBezTo>
                  <a:cubicBezTo>
                    <a:pt x="521970" y="152578"/>
                    <a:pt x="521875" y="150387"/>
                    <a:pt x="521589" y="149530"/>
                  </a:cubicBezTo>
                  <a:cubicBezTo>
                    <a:pt x="521208" y="148577"/>
                    <a:pt x="519303" y="147339"/>
                    <a:pt x="518636" y="146577"/>
                  </a:cubicBezTo>
                  <a:cubicBezTo>
                    <a:pt x="517779" y="145529"/>
                    <a:pt x="515684" y="143434"/>
                    <a:pt x="515493" y="142100"/>
                  </a:cubicBezTo>
                  <a:cubicBezTo>
                    <a:pt x="515303" y="140290"/>
                    <a:pt x="516827" y="136480"/>
                    <a:pt x="518351" y="135623"/>
                  </a:cubicBezTo>
                  <a:cubicBezTo>
                    <a:pt x="519684" y="134861"/>
                    <a:pt x="522922" y="135623"/>
                    <a:pt x="524447" y="135909"/>
                  </a:cubicBezTo>
                  <a:cubicBezTo>
                    <a:pt x="525399" y="136099"/>
                    <a:pt x="527304" y="137433"/>
                    <a:pt x="528257" y="137052"/>
                  </a:cubicBezTo>
                  <a:cubicBezTo>
                    <a:pt x="528923" y="136766"/>
                    <a:pt x="529114" y="135147"/>
                    <a:pt x="529495" y="134671"/>
                  </a:cubicBezTo>
                  <a:cubicBezTo>
                    <a:pt x="529876" y="134290"/>
                    <a:pt x="530543" y="133432"/>
                    <a:pt x="531019" y="133432"/>
                  </a:cubicBezTo>
                  <a:cubicBezTo>
                    <a:pt x="531876" y="133337"/>
                    <a:pt x="533210" y="134671"/>
                    <a:pt x="533972" y="134956"/>
                  </a:cubicBezTo>
                  <a:cubicBezTo>
                    <a:pt x="535019" y="135337"/>
                    <a:pt x="537210" y="136195"/>
                    <a:pt x="538353" y="136099"/>
                  </a:cubicBezTo>
                  <a:cubicBezTo>
                    <a:pt x="539496" y="136004"/>
                    <a:pt x="541401" y="134290"/>
                    <a:pt x="542449" y="134385"/>
                  </a:cubicBezTo>
                  <a:cubicBezTo>
                    <a:pt x="543211" y="134480"/>
                    <a:pt x="544449" y="135623"/>
                    <a:pt x="544830" y="136195"/>
                  </a:cubicBezTo>
                  <a:cubicBezTo>
                    <a:pt x="545211" y="136861"/>
                    <a:pt x="544544" y="138671"/>
                    <a:pt x="545116" y="139147"/>
                  </a:cubicBezTo>
                  <a:cubicBezTo>
                    <a:pt x="545687" y="139624"/>
                    <a:pt x="547402" y="138195"/>
                    <a:pt x="548069" y="138576"/>
                  </a:cubicBezTo>
                  <a:cubicBezTo>
                    <a:pt x="548735" y="138862"/>
                    <a:pt x="549307" y="140386"/>
                    <a:pt x="549307" y="141148"/>
                  </a:cubicBezTo>
                  <a:cubicBezTo>
                    <a:pt x="549307" y="142100"/>
                    <a:pt x="547783" y="143719"/>
                    <a:pt x="547783" y="144672"/>
                  </a:cubicBezTo>
                  <a:cubicBezTo>
                    <a:pt x="547783" y="145434"/>
                    <a:pt x="548354" y="146863"/>
                    <a:pt x="548735" y="147529"/>
                  </a:cubicBezTo>
                  <a:cubicBezTo>
                    <a:pt x="549212" y="148387"/>
                    <a:pt x="550736" y="149911"/>
                    <a:pt x="551593" y="150482"/>
                  </a:cubicBezTo>
                  <a:cubicBezTo>
                    <a:pt x="552450" y="151149"/>
                    <a:pt x="554260" y="152292"/>
                    <a:pt x="555308" y="152482"/>
                  </a:cubicBezTo>
                  <a:cubicBezTo>
                    <a:pt x="556260" y="152578"/>
                    <a:pt x="558070" y="151435"/>
                    <a:pt x="559022" y="151625"/>
                  </a:cubicBezTo>
                  <a:cubicBezTo>
                    <a:pt x="560927" y="152006"/>
                    <a:pt x="563309" y="155721"/>
                    <a:pt x="565118" y="156292"/>
                  </a:cubicBezTo>
                  <a:cubicBezTo>
                    <a:pt x="566452" y="156673"/>
                    <a:pt x="569309" y="155626"/>
                    <a:pt x="570643" y="156102"/>
                  </a:cubicBezTo>
                  <a:cubicBezTo>
                    <a:pt x="571405" y="156388"/>
                    <a:pt x="572357" y="158007"/>
                    <a:pt x="573214" y="158102"/>
                  </a:cubicBezTo>
                  <a:cubicBezTo>
                    <a:pt x="574548" y="158197"/>
                    <a:pt x="576548" y="155435"/>
                    <a:pt x="577882" y="155530"/>
                  </a:cubicBezTo>
                  <a:cubicBezTo>
                    <a:pt x="578644" y="155626"/>
                    <a:pt x="579882" y="156673"/>
                    <a:pt x="580263" y="157340"/>
                  </a:cubicBezTo>
                  <a:cubicBezTo>
                    <a:pt x="580739" y="158388"/>
                    <a:pt x="580168" y="160769"/>
                    <a:pt x="580644" y="161817"/>
                  </a:cubicBezTo>
                  <a:cubicBezTo>
                    <a:pt x="580930" y="162579"/>
                    <a:pt x="582454" y="163627"/>
                    <a:pt x="582549" y="164389"/>
                  </a:cubicBezTo>
                  <a:cubicBezTo>
                    <a:pt x="582739" y="165341"/>
                    <a:pt x="580930" y="167056"/>
                    <a:pt x="581406" y="167913"/>
                  </a:cubicBezTo>
                  <a:cubicBezTo>
                    <a:pt x="581787" y="168580"/>
                    <a:pt x="583692" y="168484"/>
                    <a:pt x="584549" y="168580"/>
                  </a:cubicBezTo>
                  <a:cubicBezTo>
                    <a:pt x="585216" y="168580"/>
                    <a:pt x="586550" y="168294"/>
                    <a:pt x="587216" y="168389"/>
                  </a:cubicBezTo>
                  <a:cubicBezTo>
                    <a:pt x="587978" y="168580"/>
                    <a:pt x="589312" y="169913"/>
                    <a:pt x="590169" y="169913"/>
                  </a:cubicBezTo>
                  <a:cubicBezTo>
                    <a:pt x="591026" y="170008"/>
                    <a:pt x="592550" y="168865"/>
                    <a:pt x="593312" y="168770"/>
                  </a:cubicBezTo>
                  <a:cubicBezTo>
                    <a:pt x="594170" y="168675"/>
                    <a:pt x="596170" y="168675"/>
                    <a:pt x="596646" y="169437"/>
                  </a:cubicBezTo>
                  <a:cubicBezTo>
                    <a:pt x="597218" y="170485"/>
                    <a:pt x="595027" y="172771"/>
                    <a:pt x="595122" y="173914"/>
                  </a:cubicBezTo>
                  <a:cubicBezTo>
                    <a:pt x="595313" y="175247"/>
                    <a:pt x="596932" y="178009"/>
                    <a:pt x="598265" y="178200"/>
                  </a:cubicBezTo>
                  <a:cubicBezTo>
                    <a:pt x="599027" y="178295"/>
                    <a:pt x="600170" y="176771"/>
                    <a:pt x="600647" y="176295"/>
                  </a:cubicBezTo>
                  <a:cubicBezTo>
                    <a:pt x="601313" y="175628"/>
                    <a:pt x="602361" y="173818"/>
                    <a:pt x="603218" y="173342"/>
                  </a:cubicBezTo>
                  <a:cubicBezTo>
                    <a:pt x="604266" y="172771"/>
                    <a:pt x="606743" y="171818"/>
                    <a:pt x="607790" y="172390"/>
                  </a:cubicBezTo>
                  <a:cubicBezTo>
                    <a:pt x="608933" y="172961"/>
                    <a:pt x="608647" y="176676"/>
                    <a:pt x="609791" y="177247"/>
                  </a:cubicBezTo>
                  <a:cubicBezTo>
                    <a:pt x="611124" y="177819"/>
                    <a:pt x="614077" y="176295"/>
                    <a:pt x="615410" y="175628"/>
                  </a:cubicBezTo>
                  <a:cubicBezTo>
                    <a:pt x="616553" y="175057"/>
                    <a:pt x="618458" y="173247"/>
                    <a:pt x="619411" y="172390"/>
                  </a:cubicBezTo>
                  <a:cubicBezTo>
                    <a:pt x="619792" y="172104"/>
                    <a:pt x="620268" y="171342"/>
                    <a:pt x="620649" y="171151"/>
                  </a:cubicBezTo>
                  <a:cubicBezTo>
                    <a:pt x="621887" y="170580"/>
                    <a:pt x="625030" y="171056"/>
                    <a:pt x="626269" y="170580"/>
                  </a:cubicBezTo>
                  <a:cubicBezTo>
                    <a:pt x="627507" y="170104"/>
                    <a:pt x="629507" y="168294"/>
                    <a:pt x="630555" y="167532"/>
                  </a:cubicBezTo>
                  <a:cubicBezTo>
                    <a:pt x="631508" y="166865"/>
                    <a:pt x="633317" y="165532"/>
                    <a:pt x="634175" y="164674"/>
                  </a:cubicBezTo>
                  <a:cubicBezTo>
                    <a:pt x="635413" y="163341"/>
                    <a:pt x="637222" y="160102"/>
                    <a:pt x="638556" y="158769"/>
                  </a:cubicBezTo>
                  <a:cubicBezTo>
                    <a:pt x="639699" y="157626"/>
                    <a:pt x="642366" y="155626"/>
                    <a:pt x="643700" y="154768"/>
                  </a:cubicBezTo>
                  <a:cubicBezTo>
                    <a:pt x="644843" y="154006"/>
                    <a:pt x="647319" y="152768"/>
                    <a:pt x="648557" y="152101"/>
                  </a:cubicBezTo>
                  <a:cubicBezTo>
                    <a:pt x="649414" y="151625"/>
                    <a:pt x="651224" y="150958"/>
                    <a:pt x="651986" y="150292"/>
                  </a:cubicBezTo>
                  <a:cubicBezTo>
                    <a:pt x="652748" y="149530"/>
                    <a:pt x="653605" y="147434"/>
                    <a:pt x="654463" y="146767"/>
                  </a:cubicBezTo>
                  <a:cubicBezTo>
                    <a:pt x="655415" y="146005"/>
                    <a:pt x="657701" y="145339"/>
                    <a:pt x="658749" y="144767"/>
                  </a:cubicBezTo>
                  <a:cubicBezTo>
                    <a:pt x="659797" y="144196"/>
                    <a:pt x="661797" y="142862"/>
                    <a:pt x="662845" y="142386"/>
                  </a:cubicBezTo>
                  <a:cubicBezTo>
                    <a:pt x="663893" y="142005"/>
                    <a:pt x="666083" y="141433"/>
                    <a:pt x="667131" y="141529"/>
                  </a:cubicBezTo>
                  <a:cubicBezTo>
                    <a:pt x="668084" y="141624"/>
                    <a:pt x="670179" y="142291"/>
                    <a:pt x="670751" y="143148"/>
                  </a:cubicBezTo>
                  <a:cubicBezTo>
                    <a:pt x="671417" y="144005"/>
                    <a:pt x="671036" y="146291"/>
                    <a:pt x="671322" y="147339"/>
                  </a:cubicBezTo>
                  <a:cubicBezTo>
                    <a:pt x="671608" y="148291"/>
                    <a:pt x="672370" y="150101"/>
                    <a:pt x="673132" y="150768"/>
                  </a:cubicBezTo>
                  <a:cubicBezTo>
                    <a:pt x="673799" y="151339"/>
                    <a:pt x="675704" y="151435"/>
                    <a:pt x="676370" y="152006"/>
                  </a:cubicBezTo>
                  <a:cubicBezTo>
                    <a:pt x="677132" y="152673"/>
                    <a:pt x="678180" y="154387"/>
                    <a:pt x="678275" y="155435"/>
                  </a:cubicBezTo>
                  <a:cubicBezTo>
                    <a:pt x="678371" y="156102"/>
                    <a:pt x="677132" y="157435"/>
                    <a:pt x="677323" y="158102"/>
                  </a:cubicBezTo>
                  <a:cubicBezTo>
                    <a:pt x="677513" y="158959"/>
                    <a:pt x="679228" y="160102"/>
                    <a:pt x="679704" y="160769"/>
                  </a:cubicBezTo>
                  <a:cubicBezTo>
                    <a:pt x="680276" y="161626"/>
                    <a:pt x="680657" y="164103"/>
                    <a:pt x="681704" y="164293"/>
                  </a:cubicBezTo>
                  <a:cubicBezTo>
                    <a:pt x="683038" y="164674"/>
                    <a:pt x="685038" y="161722"/>
                    <a:pt x="686372" y="161341"/>
                  </a:cubicBezTo>
                  <a:cubicBezTo>
                    <a:pt x="687705" y="160960"/>
                    <a:pt x="690658" y="161531"/>
                    <a:pt x="691896" y="161055"/>
                  </a:cubicBezTo>
                  <a:cubicBezTo>
                    <a:pt x="693039" y="160579"/>
                    <a:pt x="694563" y="158578"/>
                    <a:pt x="695611" y="158007"/>
                  </a:cubicBezTo>
                  <a:cubicBezTo>
                    <a:pt x="696754" y="157340"/>
                    <a:pt x="699326" y="155816"/>
                    <a:pt x="700564" y="156292"/>
                  </a:cubicBezTo>
                  <a:cubicBezTo>
                    <a:pt x="701802" y="156769"/>
                    <a:pt x="701707" y="160388"/>
                    <a:pt x="702945" y="160864"/>
                  </a:cubicBezTo>
                  <a:cubicBezTo>
                    <a:pt x="703993" y="161245"/>
                    <a:pt x="705993" y="159721"/>
                    <a:pt x="706946" y="159245"/>
                  </a:cubicBezTo>
                  <a:cubicBezTo>
                    <a:pt x="707993" y="158769"/>
                    <a:pt x="709994" y="157435"/>
                    <a:pt x="711137" y="157340"/>
                  </a:cubicBezTo>
                  <a:cubicBezTo>
                    <a:pt x="712184" y="157245"/>
                    <a:pt x="713994" y="158578"/>
                    <a:pt x="715042" y="158483"/>
                  </a:cubicBezTo>
                  <a:cubicBezTo>
                    <a:pt x="715899" y="158388"/>
                    <a:pt x="717137" y="156959"/>
                    <a:pt x="717995" y="156864"/>
                  </a:cubicBezTo>
                  <a:cubicBezTo>
                    <a:pt x="719042" y="156864"/>
                    <a:pt x="720757" y="158578"/>
                    <a:pt x="721805" y="158578"/>
                  </a:cubicBezTo>
                  <a:cubicBezTo>
                    <a:pt x="722947" y="158578"/>
                    <a:pt x="724662" y="156673"/>
                    <a:pt x="725805" y="156388"/>
                  </a:cubicBezTo>
                  <a:cubicBezTo>
                    <a:pt x="727424" y="156007"/>
                    <a:pt x="730758" y="156483"/>
                    <a:pt x="732377" y="156292"/>
                  </a:cubicBezTo>
                  <a:cubicBezTo>
                    <a:pt x="734092" y="156102"/>
                    <a:pt x="737521" y="155435"/>
                    <a:pt x="739045" y="154768"/>
                  </a:cubicBezTo>
                  <a:cubicBezTo>
                    <a:pt x="740283" y="154292"/>
                    <a:pt x="742188" y="152387"/>
                    <a:pt x="743426" y="152197"/>
                  </a:cubicBezTo>
                  <a:cubicBezTo>
                    <a:pt x="745522" y="151816"/>
                    <a:pt x="749903" y="153244"/>
                    <a:pt x="751904" y="153911"/>
                  </a:cubicBezTo>
                  <a:cubicBezTo>
                    <a:pt x="753047" y="154292"/>
                    <a:pt x="755333" y="155245"/>
                    <a:pt x="756285" y="155911"/>
                  </a:cubicBezTo>
                  <a:cubicBezTo>
                    <a:pt x="757238" y="156673"/>
                    <a:pt x="758857" y="158483"/>
                    <a:pt x="759428" y="159531"/>
                  </a:cubicBezTo>
                  <a:cubicBezTo>
                    <a:pt x="760190" y="160864"/>
                    <a:pt x="760286" y="164103"/>
                    <a:pt x="761238" y="165151"/>
                  </a:cubicBezTo>
                  <a:cubicBezTo>
                    <a:pt x="761810" y="165817"/>
                    <a:pt x="763619" y="166579"/>
                    <a:pt x="764477" y="166675"/>
                  </a:cubicBezTo>
                  <a:cubicBezTo>
                    <a:pt x="765334" y="166770"/>
                    <a:pt x="767144" y="165913"/>
                    <a:pt x="768001" y="166103"/>
                  </a:cubicBezTo>
                  <a:cubicBezTo>
                    <a:pt x="768763" y="166294"/>
                    <a:pt x="769715" y="167722"/>
                    <a:pt x="770382" y="168103"/>
                  </a:cubicBezTo>
                  <a:cubicBezTo>
                    <a:pt x="771239" y="168580"/>
                    <a:pt x="773144" y="169342"/>
                    <a:pt x="774097" y="169246"/>
                  </a:cubicBezTo>
                  <a:cubicBezTo>
                    <a:pt x="775145" y="169151"/>
                    <a:pt x="777145" y="168199"/>
                    <a:pt x="778097" y="167532"/>
                  </a:cubicBezTo>
                  <a:cubicBezTo>
                    <a:pt x="779431" y="166675"/>
                    <a:pt x="781145" y="163912"/>
                    <a:pt x="782479" y="163055"/>
                  </a:cubicBezTo>
                  <a:cubicBezTo>
                    <a:pt x="783527" y="162388"/>
                    <a:pt x="785908" y="161150"/>
                    <a:pt x="787146" y="161245"/>
                  </a:cubicBezTo>
                  <a:cubicBezTo>
                    <a:pt x="788670" y="161341"/>
                    <a:pt x="791051" y="163722"/>
                    <a:pt x="792480" y="164103"/>
                  </a:cubicBezTo>
                  <a:cubicBezTo>
                    <a:pt x="793813" y="164389"/>
                    <a:pt x="796576" y="164484"/>
                    <a:pt x="797814" y="164103"/>
                  </a:cubicBezTo>
                  <a:cubicBezTo>
                    <a:pt x="798767" y="163817"/>
                    <a:pt x="800100" y="161912"/>
                    <a:pt x="801053" y="161817"/>
                  </a:cubicBezTo>
                  <a:cubicBezTo>
                    <a:pt x="801719" y="161817"/>
                    <a:pt x="802958" y="162865"/>
                    <a:pt x="803624" y="163055"/>
                  </a:cubicBezTo>
                  <a:cubicBezTo>
                    <a:pt x="804672" y="163436"/>
                    <a:pt x="807244" y="163341"/>
                    <a:pt x="807911" y="164198"/>
                  </a:cubicBezTo>
                  <a:cubicBezTo>
                    <a:pt x="808482" y="164960"/>
                    <a:pt x="808482" y="167151"/>
                    <a:pt x="807911" y="167913"/>
                  </a:cubicBezTo>
                  <a:cubicBezTo>
                    <a:pt x="807149" y="168675"/>
                    <a:pt x="804672" y="168294"/>
                    <a:pt x="803624" y="168199"/>
                  </a:cubicBezTo>
                  <a:cubicBezTo>
                    <a:pt x="802767" y="168103"/>
                    <a:pt x="801338" y="166865"/>
                    <a:pt x="800481" y="167056"/>
                  </a:cubicBezTo>
                  <a:cubicBezTo>
                    <a:pt x="799433" y="167341"/>
                    <a:pt x="798671" y="169818"/>
                    <a:pt x="797909" y="170580"/>
                  </a:cubicBezTo>
                  <a:cubicBezTo>
                    <a:pt x="796480" y="172199"/>
                    <a:pt x="793147" y="174866"/>
                    <a:pt x="791528" y="176200"/>
                  </a:cubicBezTo>
                  <a:cubicBezTo>
                    <a:pt x="789908" y="177628"/>
                    <a:pt x="786670" y="180295"/>
                    <a:pt x="785146" y="181819"/>
                  </a:cubicBezTo>
                  <a:cubicBezTo>
                    <a:pt x="784193" y="182772"/>
                    <a:pt x="782860" y="185344"/>
                    <a:pt x="781717" y="186106"/>
                  </a:cubicBezTo>
                  <a:cubicBezTo>
                    <a:pt x="780288" y="186963"/>
                    <a:pt x="776859" y="186963"/>
                    <a:pt x="775335" y="187630"/>
                  </a:cubicBezTo>
                  <a:cubicBezTo>
                    <a:pt x="773525" y="188392"/>
                    <a:pt x="770477" y="191059"/>
                    <a:pt x="768858" y="192202"/>
                  </a:cubicBezTo>
                  <a:cubicBezTo>
                    <a:pt x="766667" y="193630"/>
                    <a:pt x="762191" y="196297"/>
                    <a:pt x="759905" y="197440"/>
                  </a:cubicBezTo>
                  <a:cubicBezTo>
                    <a:pt x="755713" y="199536"/>
                    <a:pt x="746855" y="202870"/>
                    <a:pt x="742474" y="204775"/>
                  </a:cubicBezTo>
                  <a:cubicBezTo>
                    <a:pt x="734949" y="208108"/>
                    <a:pt x="719709" y="214681"/>
                    <a:pt x="712470" y="218776"/>
                  </a:cubicBezTo>
                  <a:cubicBezTo>
                    <a:pt x="709041" y="220777"/>
                    <a:pt x="702850" y="225539"/>
                    <a:pt x="699611" y="227825"/>
                  </a:cubicBezTo>
                  <a:cubicBezTo>
                    <a:pt x="695611" y="230587"/>
                    <a:pt x="687229" y="235636"/>
                    <a:pt x="683609" y="238874"/>
                  </a:cubicBezTo>
                  <a:cubicBezTo>
                    <a:pt x="680847" y="241351"/>
                    <a:pt x="676370" y="247256"/>
                    <a:pt x="673894" y="249923"/>
                  </a:cubicBezTo>
                  <a:cubicBezTo>
                    <a:pt x="672084" y="251828"/>
                    <a:pt x="668274" y="255543"/>
                    <a:pt x="666274" y="257257"/>
                  </a:cubicBezTo>
                  <a:cubicBezTo>
                    <a:pt x="664655" y="258591"/>
                    <a:pt x="660749" y="260591"/>
                    <a:pt x="659321" y="262210"/>
                  </a:cubicBezTo>
                  <a:cubicBezTo>
                    <a:pt x="658463" y="263163"/>
                    <a:pt x="657416" y="265735"/>
                    <a:pt x="656749" y="266878"/>
                  </a:cubicBezTo>
                  <a:cubicBezTo>
                    <a:pt x="655892" y="268402"/>
                    <a:pt x="654177" y="271545"/>
                    <a:pt x="652939" y="272783"/>
                  </a:cubicBezTo>
                  <a:cubicBezTo>
                    <a:pt x="652082" y="273640"/>
                    <a:pt x="649796" y="274783"/>
                    <a:pt x="648938" y="275736"/>
                  </a:cubicBezTo>
                  <a:cubicBezTo>
                    <a:pt x="647986" y="276879"/>
                    <a:pt x="647319" y="279736"/>
                    <a:pt x="646557" y="280975"/>
                  </a:cubicBezTo>
                  <a:cubicBezTo>
                    <a:pt x="646081" y="281832"/>
                    <a:pt x="644652" y="283165"/>
                    <a:pt x="644176" y="283927"/>
                  </a:cubicBezTo>
                  <a:cubicBezTo>
                    <a:pt x="643033" y="285642"/>
                    <a:pt x="641509" y="289452"/>
                    <a:pt x="640366" y="291166"/>
                  </a:cubicBezTo>
                  <a:cubicBezTo>
                    <a:pt x="639318" y="292595"/>
                    <a:pt x="636651" y="294976"/>
                    <a:pt x="635603" y="296405"/>
                  </a:cubicBezTo>
                  <a:cubicBezTo>
                    <a:pt x="633698" y="298786"/>
                    <a:pt x="631031" y="304406"/>
                    <a:pt x="628936" y="306597"/>
                  </a:cubicBezTo>
                  <a:cubicBezTo>
                    <a:pt x="627793" y="307835"/>
                    <a:pt x="624364" y="309359"/>
                    <a:pt x="623411" y="310883"/>
                  </a:cubicBezTo>
                  <a:cubicBezTo>
                    <a:pt x="622745" y="311931"/>
                    <a:pt x="622935" y="314503"/>
                    <a:pt x="622268" y="315550"/>
                  </a:cubicBezTo>
                  <a:cubicBezTo>
                    <a:pt x="621506" y="316693"/>
                    <a:pt x="619030" y="318217"/>
                    <a:pt x="617887" y="319075"/>
                  </a:cubicBezTo>
                  <a:cubicBezTo>
                    <a:pt x="616458" y="320122"/>
                    <a:pt x="613220" y="321837"/>
                    <a:pt x="611791" y="323075"/>
                  </a:cubicBezTo>
                  <a:cubicBezTo>
                    <a:pt x="610457" y="324218"/>
                    <a:pt x="608076" y="326790"/>
                    <a:pt x="607028" y="328219"/>
                  </a:cubicBezTo>
                  <a:cubicBezTo>
                    <a:pt x="605980" y="329552"/>
                    <a:pt x="604742" y="332695"/>
                    <a:pt x="603599" y="334029"/>
                  </a:cubicBezTo>
                  <a:cubicBezTo>
                    <a:pt x="602742" y="334981"/>
                    <a:pt x="600742" y="336696"/>
                    <a:pt x="599599" y="337267"/>
                  </a:cubicBezTo>
                  <a:cubicBezTo>
                    <a:pt x="598837" y="337648"/>
                    <a:pt x="596932" y="337839"/>
                    <a:pt x="596170" y="338220"/>
                  </a:cubicBezTo>
                  <a:cubicBezTo>
                    <a:pt x="594455" y="339268"/>
                    <a:pt x="591788" y="342411"/>
                    <a:pt x="590741" y="344125"/>
                  </a:cubicBezTo>
                  <a:cubicBezTo>
                    <a:pt x="590074" y="345268"/>
                    <a:pt x="589883" y="348221"/>
                    <a:pt x="589026" y="349269"/>
                  </a:cubicBezTo>
                  <a:cubicBezTo>
                    <a:pt x="588074" y="350412"/>
                    <a:pt x="585026" y="351079"/>
                    <a:pt x="583787" y="351936"/>
                  </a:cubicBezTo>
                  <a:cubicBezTo>
                    <a:pt x="579311" y="355079"/>
                    <a:pt x="571595" y="363080"/>
                    <a:pt x="567500" y="366700"/>
                  </a:cubicBezTo>
                  <a:cubicBezTo>
                    <a:pt x="565595" y="368319"/>
                    <a:pt x="561594" y="371367"/>
                    <a:pt x="559975" y="373272"/>
                  </a:cubicBezTo>
                  <a:cubicBezTo>
                    <a:pt x="559499" y="373843"/>
                    <a:pt x="558451" y="374986"/>
                    <a:pt x="558355" y="375748"/>
                  </a:cubicBezTo>
                  <a:cubicBezTo>
                    <a:pt x="558165" y="376796"/>
                    <a:pt x="558737" y="378892"/>
                    <a:pt x="559118" y="379939"/>
                  </a:cubicBezTo>
                  <a:cubicBezTo>
                    <a:pt x="559308" y="380320"/>
                    <a:pt x="559499" y="380701"/>
                    <a:pt x="559784" y="381178"/>
                  </a:cubicBezTo>
                  <a:cubicBezTo>
                    <a:pt x="559118" y="381368"/>
                    <a:pt x="558546" y="381463"/>
                    <a:pt x="558165" y="381559"/>
                  </a:cubicBezTo>
                  <a:cubicBezTo>
                    <a:pt x="557022" y="381940"/>
                    <a:pt x="554355" y="381463"/>
                    <a:pt x="553403" y="382225"/>
                  </a:cubicBezTo>
                  <a:cubicBezTo>
                    <a:pt x="552545" y="382892"/>
                    <a:pt x="552736" y="385559"/>
                    <a:pt x="551783" y="386131"/>
                  </a:cubicBezTo>
                  <a:cubicBezTo>
                    <a:pt x="551021" y="386702"/>
                    <a:pt x="548735" y="385654"/>
                    <a:pt x="547973" y="386131"/>
                  </a:cubicBezTo>
                  <a:cubicBezTo>
                    <a:pt x="547307" y="386512"/>
                    <a:pt x="546449" y="388226"/>
                    <a:pt x="546735" y="388893"/>
                  </a:cubicBezTo>
                  <a:cubicBezTo>
                    <a:pt x="547021" y="389655"/>
                    <a:pt x="549212" y="389560"/>
                    <a:pt x="549688" y="390131"/>
                  </a:cubicBezTo>
                  <a:cubicBezTo>
                    <a:pt x="550259" y="390893"/>
                    <a:pt x="550259" y="393179"/>
                    <a:pt x="549878" y="394036"/>
                  </a:cubicBezTo>
                  <a:cubicBezTo>
                    <a:pt x="549307" y="395465"/>
                    <a:pt x="546926" y="397846"/>
                    <a:pt x="545497" y="398227"/>
                  </a:cubicBezTo>
                  <a:cubicBezTo>
                    <a:pt x="544163" y="398513"/>
                    <a:pt x="541687" y="397180"/>
                    <a:pt x="540353" y="396703"/>
                  </a:cubicBezTo>
                  <a:cubicBezTo>
                    <a:pt x="539591" y="396418"/>
                    <a:pt x="537305" y="395560"/>
                    <a:pt x="537305" y="395560"/>
                  </a:cubicBezTo>
                  <a:lnTo>
                    <a:pt x="544925" y="483000"/>
                  </a:lnTo>
                  <a:cubicBezTo>
                    <a:pt x="544925" y="483000"/>
                    <a:pt x="544830" y="486524"/>
                    <a:pt x="543973" y="487191"/>
                  </a:cubicBezTo>
                  <a:cubicBezTo>
                    <a:pt x="543401" y="487667"/>
                    <a:pt x="541401" y="486810"/>
                    <a:pt x="540830" y="487286"/>
                  </a:cubicBezTo>
                  <a:cubicBezTo>
                    <a:pt x="540068" y="488048"/>
                    <a:pt x="540639" y="490620"/>
                    <a:pt x="540449" y="491668"/>
                  </a:cubicBezTo>
                  <a:cubicBezTo>
                    <a:pt x="540258" y="492715"/>
                    <a:pt x="539972" y="494906"/>
                    <a:pt x="539210" y="495668"/>
                  </a:cubicBezTo>
                  <a:cubicBezTo>
                    <a:pt x="538734" y="496144"/>
                    <a:pt x="537210" y="496335"/>
                    <a:pt x="536543" y="496240"/>
                  </a:cubicBezTo>
                  <a:cubicBezTo>
                    <a:pt x="535972" y="496240"/>
                    <a:pt x="535019" y="495478"/>
                    <a:pt x="534448" y="495382"/>
                  </a:cubicBezTo>
                  <a:cubicBezTo>
                    <a:pt x="533781" y="495287"/>
                    <a:pt x="532447" y="495097"/>
                    <a:pt x="531876" y="495382"/>
                  </a:cubicBezTo>
                  <a:cubicBezTo>
                    <a:pt x="531114" y="495668"/>
                    <a:pt x="529971" y="496811"/>
                    <a:pt x="529590" y="497478"/>
                  </a:cubicBezTo>
                  <a:cubicBezTo>
                    <a:pt x="529019" y="498430"/>
                    <a:pt x="529304" y="500812"/>
                    <a:pt x="528733" y="501764"/>
                  </a:cubicBezTo>
                  <a:cubicBezTo>
                    <a:pt x="528352" y="502526"/>
                    <a:pt x="527018" y="503860"/>
                    <a:pt x="526161" y="504050"/>
                  </a:cubicBezTo>
                  <a:cubicBezTo>
                    <a:pt x="525113" y="504336"/>
                    <a:pt x="523113" y="503098"/>
                    <a:pt x="522065" y="503098"/>
                  </a:cubicBezTo>
                  <a:cubicBezTo>
                    <a:pt x="521208" y="503098"/>
                    <a:pt x="519398" y="503288"/>
                    <a:pt x="518827" y="503860"/>
                  </a:cubicBezTo>
                  <a:cubicBezTo>
                    <a:pt x="518065" y="504526"/>
                    <a:pt x="518160" y="506908"/>
                    <a:pt x="517588" y="507765"/>
                  </a:cubicBezTo>
                  <a:cubicBezTo>
                    <a:pt x="516922" y="508813"/>
                    <a:pt x="515017" y="510337"/>
                    <a:pt x="514064" y="511003"/>
                  </a:cubicBezTo>
                  <a:cubicBezTo>
                    <a:pt x="512540" y="512051"/>
                    <a:pt x="509016" y="513289"/>
                    <a:pt x="507587" y="514432"/>
                  </a:cubicBezTo>
                  <a:cubicBezTo>
                    <a:pt x="505873" y="515671"/>
                    <a:pt x="502444" y="518528"/>
                    <a:pt x="501491" y="520338"/>
                  </a:cubicBezTo>
                  <a:cubicBezTo>
                    <a:pt x="500729" y="521767"/>
                    <a:pt x="501205" y="525196"/>
                    <a:pt x="500348" y="526529"/>
                  </a:cubicBezTo>
                  <a:cubicBezTo>
                    <a:pt x="499967" y="527196"/>
                    <a:pt x="498253" y="527577"/>
                    <a:pt x="497872" y="528244"/>
                  </a:cubicBezTo>
                  <a:cubicBezTo>
                    <a:pt x="497396" y="529196"/>
                    <a:pt x="498253" y="531292"/>
                    <a:pt x="498062" y="532339"/>
                  </a:cubicBezTo>
                  <a:cubicBezTo>
                    <a:pt x="497967" y="533101"/>
                    <a:pt x="497110" y="534340"/>
                    <a:pt x="496919" y="535006"/>
                  </a:cubicBezTo>
                  <a:cubicBezTo>
                    <a:pt x="496729" y="535864"/>
                    <a:pt x="497205" y="537578"/>
                    <a:pt x="496919" y="538435"/>
                  </a:cubicBezTo>
                  <a:cubicBezTo>
                    <a:pt x="496538" y="539578"/>
                    <a:pt x="494919" y="541579"/>
                    <a:pt x="494062" y="542436"/>
                  </a:cubicBezTo>
                  <a:cubicBezTo>
                    <a:pt x="493014" y="543484"/>
                    <a:pt x="490157" y="544722"/>
                    <a:pt x="489109" y="545865"/>
                  </a:cubicBezTo>
                  <a:cubicBezTo>
                    <a:pt x="488252" y="546817"/>
                    <a:pt x="487109" y="549199"/>
                    <a:pt x="486823" y="550437"/>
                  </a:cubicBezTo>
                  <a:cubicBezTo>
                    <a:pt x="486346" y="552342"/>
                    <a:pt x="486156" y="556438"/>
                    <a:pt x="486537" y="558343"/>
                  </a:cubicBezTo>
                  <a:cubicBezTo>
                    <a:pt x="486728" y="559295"/>
                    <a:pt x="488252" y="560914"/>
                    <a:pt x="488442" y="561867"/>
                  </a:cubicBezTo>
                  <a:cubicBezTo>
                    <a:pt x="488633" y="563486"/>
                    <a:pt x="485966" y="566629"/>
                    <a:pt x="486537" y="568058"/>
                  </a:cubicBezTo>
                  <a:cubicBezTo>
                    <a:pt x="487109" y="569392"/>
                    <a:pt x="490157" y="570535"/>
                    <a:pt x="491490" y="570916"/>
                  </a:cubicBezTo>
                  <a:cubicBezTo>
                    <a:pt x="492728" y="571297"/>
                    <a:pt x="495395" y="571392"/>
                    <a:pt x="496634" y="571011"/>
                  </a:cubicBezTo>
                  <a:cubicBezTo>
                    <a:pt x="497777" y="570725"/>
                    <a:pt x="499396" y="568249"/>
                    <a:pt x="500634" y="568344"/>
                  </a:cubicBezTo>
                  <a:cubicBezTo>
                    <a:pt x="501968" y="568439"/>
                    <a:pt x="503872" y="570820"/>
                    <a:pt x="504635" y="571868"/>
                  </a:cubicBezTo>
                  <a:cubicBezTo>
                    <a:pt x="505016" y="572440"/>
                    <a:pt x="505587" y="573964"/>
                    <a:pt x="505778" y="574726"/>
                  </a:cubicBezTo>
                  <a:cubicBezTo>
                    <a:pt x="506159" y="575773"/>
                    <a:pt x="506254" y="577964"/>
                    <a:pt x="506730" y="578917"/>
                  </a:cubicBezTo>
                  <a:cubicBezTo>
                    <a:pt x="507302" y="580060"/>
                    <a:pt x="509207" y="581774"/>
                    <a:pt x="510159" y="582631"/>
                  </a:cubicBezTo>
                  <a:cubicBezTo>
                    <a:pt x="510826" y="583298"/>
                    <a:pt x="512540" y="584346"/>
                    <a:pt x="513112" y="585203"/>
                  </a:cubicBezTo>
                  <a:cubicBezTo>
                    <a:pt x="513874" y="586251"/>
                    <a:pt x="515017" y="588823"/>
                    <a:pt x="515112" y="590156"/>
                  </a:cubicBezTo>
                  <a:cubicBezTo>
                    <a:pt x="515207" y="591299"/>
                    <a:pt x="514826" y="593776"/>
                    <a:pt x="514255" y="594823"/>
                  </a:cubicBezTo>
                  <a:cubicBezTo>
                    <a:pt x="513874" y="595681"/>
                    <a:pt x="512255" y="596728"/>
                    <a:pt x="511683" y="597490"/>
                  </a:cubicBezTo>
                  <a:cubicBezTo>
                    <a:pt x="511207" y="598252"/>
                    <a:pt x="510254" y="600062"/>
                    <a:pt x="510159" y="601015"/>
                  </a:cubicBezTo>
                  <a:cubicBezTo>
                    <a:pt x="509969" y="602158"/>
                    <a:pt x="511016" y="604539"/>
                    <a:pt x="510730" y="605682"/>
                  </a:cubicBezTo>
                  <a:cubicBezTo>
                    <a:pt x="510350" y="607015"/>
                    <a:pt x="507873" y="608825"/>
                    <a:pt x="507206" y="610063"/>
                  </a:cubicBezTo>
                  <a:cubicBezTo>
                    <a:pt x="506444" y="611397"/>
                    <a:pt x="505301" y="614445"/>
                    <a:pt x="505396" y="616064"/>
                  </a:cubicBezTo>
                  <a:cubicBezTo>
                    <a:pt x="505396" y="617874"/>
                    <a:pt x="507968" y="621112"/>
                    <a:pt x="507968" y="623017"/>
                  </a:cubicBezTo>
                  <a:cubicBezTo>
                    <a:pt x="507873" y="624065"/>
                    <a:pt x="506254" y="625780"/>
                    <a:pt x="506254" y="626827"/>
                  </a:cubicBezTo>
                  <a:cubicBezTo>
                    <a:pt x="506254" y="627780"/>
                    <a:pt x="507492" y="629494"/>
                    <a:pt x="507492" y="630542"/>
                  </a:cubicBezTo>
                  <a:cubicBezTo>
                    <a:pt x="507587" y="631399"/>
                    <a:pt x="506730" y="633114"/>
                    <a:pt x="506921" y="633971"/>
                  </a:cubicBezTo>
                  <a:cubicBezTo>
                    <a:pt x="507111" y="634924"/>
                    <a:pt x="508826" y="636257"/>
                    <a:pt x="509016" y="637210"/>
                  </a:cubicBezTo>
                  <a:cubicBezTo>
                    <a:pt x="509302" y="638067"/>
                    <a:pt x="509207" y="640067"/>
                    <a:pt x="508730" y="640829"/>
                  </a:cubicBezTo>
                  <a:cubicBezTo>
                    <a:pt x="508063" y="641972"/>
                    <a:pt x="505396" y="642829"/>
                    <a:pt x="504635" y="643782"/>
                  </a:cubicBezTo>
                  <a:cubicBezTo>
                    <a:pt x="503968" y="644639"/>
                    <a:pt x="503015" y="646925"/>
                    <a:pt x="503206" y="648068"/>
                  </a:cubicBezTo>
                  <a:cubicBezTo>
                    <a:pt x="503396" y="648925"/>
                    <a:pt x="504920" y="649973"/>
                    <a:pt x="505492" y="650640"/>
                  </a:cubicBezTo>
                  <a:cubicBezTo>
                    <a:pt x="506254" y="651688"/>
                    <a:pt x="508159" y="653593"/>
                    <a:pt x="508445" y="654926"/>
                  </a:cubicBezTo>
                  <a:cubicBezTo>
                    <a:pt x="508826" y="656355"/>
                    <a:pt x="507397" y="659403"/>
                    <a:pt x="507778" y="660832"/>
                  </a:cubicBezTo>
                  <a:cubicBezTo>
                    <a:pt x="507968" y="661784"/>
                    <a:pt x="509588" y="663118"/>
                    <a:pt x="509873" y="663975"/>
                  </a:cubicBezTo>
                  <a:cubicBezTo>
                    <a:pt x="510445" y="665308"/>
                    <a:pt x="511112" y="668356"/>
                    <a:pt x="510921" y="669785"/>
                  </a:cubicBezTo>
                  <a:cubicBezTo>
                    <a:pt x="510730" y="671023"/>
                    <a:pt x="508445" y="672928"/>
                    <a:pt x="508349" y="674167"/>
                  </a:cubicBezTo>
                  <a:cubicBezTo>
                    <a:pt x="508254" y="675310"/>
                    <a:pt x="510064" y="677215"/>
                    <a:pt x="510159" y="678358"/>
                  </a:cubicBezTo>
                  <a:cubicBezTo>
                    <a:pt x="510350" y="679882"/>
                    <a:pt x="509207" y="682834"/>
                    <a:pt x="509016" y="684263"/>
                  </a:cubicBezTo>
                  <a:cubicBezTo>
                    <a:pt x="508921" y="685406"/>
                    <a:pt x="509302" y="687883"/>
                    <a:pt x="508921" y="688930"/>
                  </a:cubicBezTo>
                  <a:cubicBezTo>
                    <a:pt x="508540" y="690073"/>
                    <a:pt x="506159" y="691407"/>
                    <a:pt x="505968" y="692550"/>
                  </a:cubicBezTo>
                  <a:cubicBezTo>
                    <a:pt x="505778" y="693502"/>
                    <a:pt x="506349" y="695407"/>
                    <a:pt x="506921" y="696074"/>
                  </a:cubicBezTo>
                  <a:cubicBezTo>
                    <a:pt x="507778" y="697217"/>
                    <a:pt x="510730" y="697979"/>
                    <a:pt x="511874" y="698741"/>
                  </a:cubicBezTo>
                  <a:cubicBezTo>
                    <a:pt x="512826" y="699408"/>
                    <a:pt x="514541" y="700932"/>
                    <a:pt x="515398" y="701694"/>
                  </a:cubicBezTo>
                  <a:cubicBezTo>
                    <a:pt x="516541" y="702742"/>
                    <a:pt x="518732" y="704932"/>
                    <a:pt x="519970" y="705980"/>
                  </a:cubicBezTo>
                  <a:cubicBezTo>
                    <a:pt x="521303" y="707123"/>
                    <a:pt x="524542" y="708742"/>
                    <a:pt x="525780" y="709981"/>
                  </a:cubicBezTo>
                  <a:cubicBezTo>
                    <a:pt x="526542" y="710743"/>
                    <a:pt x="527590" y="712838"/>
                    <a:pt x="528352" y="713695"/>
                  </a:cubicBezTo>
                  <a:cubicBezTo>
                    <a:pt x="529114" y="714553"/>
                    <a:pt x="530733" y="715981"/>
                    <a:pt x="531781" y="716553"/>
                  </a:cubicBezTo>
                  <a:cubicBezTo>
                    <a:pt x="532733" y="717029"/>
                    <a:pt x="535019" y="717124"/>
                    <a:pt x="535877" y="717696"/>
                  </a:cubicBezTo>
                  <a:cubicBezTo>
                    <a:pt x="536829" y="718363"/>
                    <a:pt x="537591" y="721030"/>
                    <a:pt x="538639" y="721506"/>
                  </a:cubicBezTo>
                  <a:cubicBezTo>
                    <a:pt x="539877" y="721982"/>
                    <a:pt x="542544" y="720744"/>
                    <a:pt x="543878" y="720649"/>
                  </a:cubicBezTo>
                  <a:cubicBezTo>
                    <a:pt x="545402" y="720553"/>
                    <a:pt x="548545" y="720744"/>
                    <a:pt x="550069" y="721030"/>
                  </a:cubicBezTo>
                  <a:cubicBezTo>
                    <a:pt x="551021" y="721315"/>
                    <a:pt x="552641" y="722458"/>
                    <a:pt x="553593" y="722554"/>
                  </a:cubicBezTo>
                  <a:cubicBezTo>
                    <a:pt x="555308" y="722839"/>
                    <a:pt x="558832" y="721315"/>
                    <a:pt x="560356" y="722173"/>
                  </a:cubicBezTo>
                  <a:cubicBezTo>
                    <a:pt x="561975" y="723030"/>
                    <a:pt x="563118" y="726745"/>
                    <a:pt x="564071" y="728269"/>
                  </a:cubicBezTo>
                  <a:cubicBezTo>
                    <a:pt x="565023" y="729697"/>
                    <a:pt x="566738" y="732745"/>
                    <a:pt x="567880" y="734079"/>
                  </a:cubicBezTo>
                  <a:cubicBezTo>
                    <a:pt x="569119" y="735603"/>
                    <a:pt x="571881" y="738746"/>
                    <a:pt x="573691" y="739603"/>
                  </a:cubicBezTo>
                  <a:cubicBezTo>
                    <a:pt x="576263" y="740842"/>
                    <a:pt x="582359" y="740651"/>
                    <a:pt x="585121" y="741413"/>
                  </a:cubicBezTo>
                  <a:cubicBezTo>
                    <a:pt x="587597" y="742080"/>
                    <a:pt x="592455" y="744175"/>
                    <a:pt x="594932" y="745033"/>
                  </a:cubicBezTo>
                  <a:cubicBezTo>
                    <a:pt x="596646" y="745699"/>
                    <a:pt x="600075" y="746842"/>
                    <a:pt x="601694" y="747604"/>
                  </a:cubicBezTo>
                  <a:cubicBezTo>
                    <a:pt x="603313" y="748366"/>
                    <a:pt x="606838" y="749700"/>
                    <a:pt x="608076" y="751033"/>
                  </a:cubicBezTo>
                  <a:cubicBezTo>
                    <a:pt x="608838" y="751891"/>
                    <a:pt x="609695" y="754177"/>
                    <a:pt x="609886" y="755224"/>
                  </a:cubicBezTo>
                  <a:cubicBezTo>
                    <a:pt x="610076" y="756272"/>
                    <a:pt x="609219" y="758463"/>
                    <a:pt x="609600" y="759511"/>
                  </a:cubicBezTo>
                  <a:cubicBezTo>
                    <a:pt x="609886" y="760273"/>
                    <a:pt x="611696" y="760844"/>
                    <a:pt x="612172" y="761511"/>
                  </a:cubicBezTo>
                  <a:cubicBezTo>
                    <a:pt x="612934" y="762654"/>
                    <a:pt x="613505" y="765321"/>
                    <a:pt x="613982" y="766559"/>
                  </a:cubicBezTo>
                  <a:cubicBezTo>
                    <a:pt x="614553" y="767702"/>
                    <a:pt x="615696" y="769988"/>
                    <a:pt x="616363" y="771131"/>
                  </a:cubicBezTo>
                  <a:cubicBezTo>
                    <a:pt x="617030" y="772274"/>
                    <a:pt x="618363" y="774655"/>
                    <a:pt x="619506" y="775513"/>
                  </a:cubicBezTo>
                  <a:cubicBezTo>
                    <a:pt x="620839" y="776560"/>
                    <a:pt x="624364" y="777322"/>
                    <a:pt x="625888" y="778084"/>
                  </a:cubicBezTo>
                  <a:cubicBezTo>
                    <a:pt x="627602" y="778942"/>
                    <a:pt x="630841" y="780942"/>
                    <a:pt x="632365" y="782085"/>
                  </a:cubicBezTo>
                  <a:cubicBezTo>
                    <a:pt x="632936" y="782466"/>
                    <a:pt x="634079" y="783514"/>
                    <a:pt x="634651" y="783895"/>
                  </a:cubicBezTo>
                  <a:cubicBezTo>
                    <a:pt x="635603" y="784561"/>
                    <a:pt x="637604" y="785704"/>
                    <a:pt x="638461" y="786466"/>
                  </a:cubicBezTo>
                  <a:cubicBezTo>
                    <a:pt x="639889" y="787705"/>
                    <a:pt x="641985" y="790848"/>
                    <a:pt x="643414" y="792086"/>
                  </a:cubicBezTo>
                  <a:cubicBezTo>
                    <a:pt x="644938" y="793420"/>
                    <a:pt x="648081" y="795896"/>
                    <a:pt x="649986" y="796468"/>
                  </a:cubicBezTo>
                  <a:cubicBezTo>
                    <a:pt x="651891" y="797039"/>
                    <a:pt x="655987" y="795991"/>
                    <a:pt x="658082" y="796182"/>
                  </a:cubicBezTo>
                  <a:cubicBezTo>
                    <a:pt x="660273" y="796372"/>
                    <a:pt x="664750" y="796753"/>
                    <a:pt x="666560" y="797896"/>
                  </a:cubicBezTo>
                  <a:cubicBezTo>
                    <a:pt x="668750" y="799230"/>
                    <a:pt x="671036" y="804183"/>
                    <a:pt x="672655" y="806088"/>
                  </a:cubicBezTo>
                  <a:cubicBezTo>
                    <a:pt x="674465" y="808279"/>
                    <a:pt x="678466" y="812184"/>
                    <a:pt x="680276" y="814279"/>
                  </a:cubicBezTo>
                  <a:cubicBezTo>
                    <a:pt x="681895" y="815994"/>
                    <a:pt x="685229" y="819423"/>
                    <a:pt x="686467" y="821328"/>
                  </a:cubicBezTo>
                  <a:cubicBezTo>
                    <a:pt x="687229" y="822471"/>
                    <a:pt x="688181" y="825138"/>
                    <a:pt x="688848" y="826376"/>
                  </a:cubicBezTo>
                  <a:cubicBezTo>
                    <a:pt x="689515" y="827614"/>
                    <a:pt x="691515" y="829805"/>
                    <a:pt x="691801" y="831139"/>
                  </a:cubicBezTo>
                  <a:cubicBezTo>
                    <a:pt x="692087" y="832663"/>
                    <a:pt x="691134" y="835806"/>
                    <a:pt x="690848" y="837330"/>
                  </a:cubicBezTo>
                  <a:cubicBezTo>
                    <a:pt x="690467" y="838759"/>
                    <a:pt x="689134" y="841426"/>
                    <a:pt x="688943" y="842854"/>
                  </a:cubicBezTo>
                  <a:cubicBezTo>
                    <a:pt x="688753" y="844474"/>
                    <a:pt x="688943" y="847712"/>
                    <a:pt x="689324" y="849236"/>
                  </a:cubicBezTo>
                  <a:cubicBezTo>
                    <a:pt x="689610" y="850189"/>
                    <a:pt x="691039" y="851808"/>
                    <a:pt x="691325" y="852760"/>
                  </a:cubicBezTo>
                  <a:cubicBezTo>
                    <a:pt x="691705" y="853999"/>
                    <a:pt x="691134" y="856856"/>
                    <a:pt x="691420" y="858190"/>
                  </a:cubicBezTo>
                  <a:cubicBezTo>
                    <a:pt x="691801" y="859428"/>
                    <a:pt x="693611" y="861523"/>
                    <a:pt x="693992" y="862857"/>
                  </a:cubicBezTo>
                  <a:cubicBezTo>
                    <a:pt x="694277" y="864095"/>
                    <a:pt x="693515" y="866762"/>
                    <a:pt x="693992" y="868000"/>
                  </a:cubicBezTo>
                  <a:cubicBezTo>
                    <a:pt x="694372" y="869048"/>
                    <a:pt x="696278" y="870286"/>
                    <a:pt x="696849" y="871239"/>
                  </a:cubicBezTo>
                  <a:cubicBezTo>
                    <a:pt x="697135" y="871715"/>
                    <a:pt x="697421" y="872477"/>
                    <a:pt x="697706" y="873334"/>
                  </a:cubicBezTo>
                  <a:lnTo>
                    <a:pt x="641033" y="878192"/>
                  </a:lnTo>
                  <a:lnTo>
                    <a:pt x="493586" y="891527"/>
                  </a:lnTo>
                  <a:lnTo>
                    <a:pt x="359474" y="900290"/>
                  </a:lnTo>
                  <a:lnTo>
                    <a:pt x="292132" y="903433"/>
                  </a:lnTo>
                  <a:lnTo>
                    <a:pt x="223647" y="907434"/>
                  </a:lnTo>
                  <a:lnTo>
                    <a:pt x="112490" y="912006"/>
                  </a:lnTo>
                  <a:lnTo>
                    <a:pt x="101822" y="633685"/>
                  </a:lnTo>
                  <a:cubicBezTo>
                    <a:pt x="101822" y="633685"/>
                    <a:pt x="98965" y="627589"/>
                    <a:pt x="97536" y="625875"/>
                  </a:cubicBezTo>
                  <a:cubicBezTo>
                    <a:pt x="96679" y="624732"/>
                    <a:pt x="94679" y="622541"/>
                    <a:pt x="93440" y="621779"/>
                  </a:cubicBezTo>
                  <a:cubicBezTo>
                    <a:pt x="92202" y="620922"/>
                    <a:pt x="89249" y="620065"/>
                    <a:pt x="88011" y="619398"/>
                  </a:cubicBezTo>
                  <a:cubicBezTo>
                    <a:pt x="87344" y="619017"/>
                    <a:pt x="86106" y="617779"/>
                    <a:pt x="85344" y="617588"/>
                  </a:cubicBezTo>
                  <a:cubicBezTo>
                    <a:pt x="83629" y="617112"/>
                    <a:pt x="80010" y="618445"/>
                    <a:pt x="78296" y="617969"/>
                  </a:cubicBezTo>
                  <a:cubicBezTo>
                    <a:pt x="77153" y="617588"/>
                    <a:pt x="75438" y="616064"/>
                    <a:pt x="74581" y="615207"/>
                  </a:cubicBezTo>
                  <a:cubicBezTo>
                    <a:pt x="73343" y="613873"/>
                    <a:pt x="71152" y="610921"/>
                    <a:pt x="70295" y="609301"/>
                  </a:cubicBezTo>
                  <a:cubicBezTo>
                    <a:pt x="69533" y="607873"/>
                    <a:pt x="68771" y="604729"/>
                    <a:pt x="68009" y="603301"/>
                  </a:cubicBezTo>
                  <a:cubicBezTo>
                    <a:pt x="67246" y="601777"/>
                    <a:pt x="65532" y="598824"/>
                    <a:pt x="64579" y="597395"/>
                  </a:cubicBezTo>
                  <a:cubicBezTo>
                    <a:pt x="63627" y="596062"/>
                    <a:pt x="61341" y="593871"/>
                    <a:pt x="60388" y="592633"/>
                  </a:cubicBezTo>
                  <a:cubicBezTo>
                    <a:pt x="59627" y="591680"/>
                    <a:pt x="58103" y="589870"/>
                    <a:pt x="57721" y="588727"/>
                  </a:cubicBezTo>
                  <a:cubicBezTo>
                    <a:pt x="57245" y="587203"/>
                    <a:pt x="57055" y="583965"/>
                    <a:pt x="57531" y="582536"/>
                  </a:cubicBezTo>
                  <a:cubicBezTo>
                    <a:pt x="58103" y="581012"/>
                    <a:pt x="60865" y="578821"/>
                    <a:pt x="62008" y="577678"/>
                  </a:cubicBezTo>
                  <a:cubicBezTo>
                    <a:pt x="63246" y="576440"/>
                    <a:pt x="65722" y="573964"/>
                    <a:pt x="66961" y="572821"/>
                  </a:cubicBezTo>
                  <a:cubicBezTo>
                    <a:pt x="68104" y="571678"/>
                    <a:pt x="70390" y="569296"/>
                    <a:pt x="71819" y="568534"/>
                  </a:cubicBezTo>
                  <a:cubicBezTo>
                    <a:pt x="72866" y="567963"/>
                    <a:pt x="75343" y="567868"/>
                    <a:pt x="76295" y="567201"/>
                  </a:cubicBezTo>
                  <a:cubicBezTo>
                    <a:pt x="77153" y="566629"/>
                    <a:pt x="78486" y="564915"/>
                    <a:pt x="78962" y="563962"/>
                  </a:cubicBezTo>
                  <a:cubicBezTo>
                    <a:pt x="79724" y="562629"/>
                    <a:pt x="80010" y="559486"/>
                    <a:pt x="80772" y="558152"/>
                  </a:cubicBezTo>
                  <a:cubicBezTo>
                    <a:pt x="81439" y="556914"/>
                    <a:pt x="83629" y="555199"/>
                    <a:pt x="84392" y="553961"/>
                  </a:cubicBezTo>
                  <a:cubicBezTo>
                    <a:pt x="85344" y="552342"/>
                    <a:pt x="86678" y="548722"/>
                    <a:pt x="86868" y="546913"/>
                  </a:cubicBezTo>
                  <a:cubicBezTo>
                    <a:pt x="87059" y="545008"/>
                    <a:pt x="86106" y="541102"/>
                    <a:pt x="85916" y="539197"/>
                  </a:cubicBezTo>
                  <a:cubicBezTo>
                    <a:pt x="86201" y="538245"/>
                    <a:pt x="86011" y="537102"/>
                    <a:pt x="85916" y="535864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59" name="Freeform: Shape 67">
              <a:extLst>
                <a:ext uri="{FF2B5EF4-FFF2-40B4-BE49-F238E27FC236}">
                  <a16:creationId xmlns:a16="http://schemas.microsoft.com/office/drawing/2014/main" id="{ECD12CA4-6A0C-D9BE-E16D-5EA02DC73B5E}"/>
                </a:ext>
              </a:extLst>
            </p:cNvPr>
            <p:cNvSpPr/>
            <p:nvPr/>
          </p:nvSpPr>
          <p:spPr>
            <a:xfrm>
              <a:off x="6109996" y="2606135"/>
              <a:ext cx="742950" cy="485775"/>
            </a:xfrm>
            <a:custGeom>
              <a:avLst/>
              <a:gdLst>
                <a:gd name="connsiteX0" fmla="*/ 17246 w 742950"/>
                <a:gd name="connsiteY0" fmla="*/ 38671 h 485775"/>
                <a:gd name="connsiteX1" fmla="*/ 128403 w 742950"/>
                <a:gd name="connsiteY1" fmla="*/ 34100 h 485775"/>
                <a:gd name="connsiteX2" fmla="*/ 196888 w 742950"/>
                <a:gd name="connsiteY2" fmla="*/ 30099 h 485775"/>
                <a:gd name="connsiteX3" fmla="*/ 264229 w 742950"/>
                <a:gd name="connsiteY3" fmla="*/ 26956 h 485775"/>
                <a:gd name="connsiteX4" fmla="*/ 398341 w 742950"/>
                <a:gd name="connsiteY4" fmla="*/ 18193 h 485775"/>
                <a:gd name="connsiteX5" fmla="*/ 545788 w 742950"/>
                <a:gd name="connsiteY5" fmla="*/ 4858 h 485775"/>
                <a:gd name="connsiteX6" fmla="*/ 602462 w 742950"/>
                <a:gd name="connsiteY6" fmla="*/ 0 h 485775"/>
                <a:gd name="connsiteX7" fmla="*/ 603129 w 742950"/>
                <a:gd name="connsiteY7" fmla="*/ 2667 h 485775"/>
                <a:gd name="connsiteX8" fmla="*/ 601605 w 742950"/>
                <a:gd name="connsiteY8" fmla="*/ 7715 h 485775"/>
                <a:gd name="connsiteX9" fmla="*/ 605415 w 742950"/>
                <a:gd name="connsiteY9" fmla="*/ 11716 h 485775"/>
                <a:gd name="connsiteX10" fmla="*/ 605224 w 742950"/>
                <a:gd name="connsiteY10" fmla="*/ 17050 h 485775"/>
                <a:gd name="connsiteX11" fmla="*/ 603986 w 742950"/>
                <a:gd name="connsiteY11" fmla="*/ 20479 h 485775"/>
                <a:gd name="connsiteX12" fmla="*/ 604653 w 742950"/>
                <a:gd name="connsiteY12" fmla="*/ 23146 h 485775"/>
                <a:gd name="connsiteX13" fmla="*/ 610749 w 742950"/>
                <a:gd name="connsiteY13" fmla="*/ 25432 h 485775"/>
                <a:gd name="connsiteX14" fmla="*/ 616368 w 742950"/>
                <a:gd name="connsiteY14" fmla="*/ 28289 h 485775"/>
                <a:gd name="connsiteX15" fmla="*/ 621322 w 742950"/>
                <a:gd name="connsiteY15" fmla="*/ 33623 h 485775"/>
                <a:gd name="connsiteX16" fmla="*/ 622464 w 742950"/>
                <a:gd name="connsiteY16" fmla="*/ 37814 h 485775"/>
                <a:gd name="connsiteX17" fmla="*/ 621798 w 742950"/>
                <a:gd name="connsiteY17" fmla="*/ 41815 h 485775"/>
                <a:gd name="connsiteX18" fmla="*/ 618940 w 742950"/>
                <a:gd name="connsiteY18" fmla="*/ 45910 h 485775"/>
                <a:gd name="connsiteX19" fmla="*/ 616845 w 742950"/>
                <a:gd name="connsiteY19" fmla="*/ 52578 h 485775"/>
                <a:gd name="connsiteX20" fmla="*/ 613035 w 742950"/>
                <a:gd name="connsiteY20" fmla="*/ 59055 h 485775"/>
                <a:gd name="connsiteX21" fmla="*/ 614273 w 742950"/>
                <a:gd name="connsiteY21" fmla="*/ 73247 h 485775"/>
                <a:gd name="connsiteX22" fmla="*/ 617702 w 742950"/>
                <a:gd name="connsiteY22" fmla="*/ 81058 h 485775"/>
                <a:gd name="connsiteX23" fmla="*/ 618845 w 742950"/>
                <a:gd name="connsiteY23" fmla="*/ 89725 h 485775"/>
                <a:gd name="connsiteX24" fmla="*/ 621131 w 742950"/>
                <a:gd name="connsiteY24" fmla="*/ 93821 h 485775"/>
                <a:gd name="connsiteX25" fmla="*/ 625513 w 742950"/>
                <a:gd name="connsiteY25" fmla="*/ 96965 h 485775"/>
                <a:gd name="connsiteX26" fmla="*/ 626751 w 742950"/>
                <a:gd name="connsiteY26" fmla="*/ 104013 h 485775"/>
                <a:gd name="connsiteX27" fmla="*/ 629989 w 742950"/>
                <a:gd name="connsiteY27" fmla="*/ 114300 h 485775"/>
                <a:gd name="connsiteX28" fmla="*/ 634180 w 742950"/>
                <a:gd name="connsiteY28" fmla="*/ 118015 h 485775"/>
                <a:gd name="connsiteX29" fmla="*/ 643134 w 742950"/>
                <a:gd name="connsiteY29" fmla="*/ 122682 h 485775"/>
                <a:gd name="connsiteX30" fmla="*/ 652182 w 742950"/>
                <a:gd name="connsiteY30" fmla="*/ 125825 h 485775"/>
                <a:gd name="connsiteX31" fmla="*/ 665327 w 742950"/>
                <a:gd name="connsiteY31" fmla="*/ 126968 h 485775"/>
                <a:gd name="connsiteX32" fmla="*/ 672280 w 742950"/>
                <a:gd name="connsiteY32" fmla="*/ 129350 h 485775"/>
                <a:gd name="connsiteX33" fmla="*/ 677233 w 742950"/>
                <a:gd name="connsiteY33" fmla="*/ 137541 h 485775"/>
                <a:gd name="connsiteX34" fmla="*/ 680376 w 742950"/>
                <a:gd name="connsiteY34" fmla="*/ 142875 h 485775"/>
                <a:gd name="connsiteX35" fmla="*/ 681329 w 742950"/>
                <a:gd name="connsiteY35" fmla="*/ 147257 h 485775"/>
                <a:gd name="connsiteX36" fmla="*/ 681234 w 742950"/>
                <a:gd name="connsiteY36" fmla="*/ 147638 h 485775"/>
                <a:gd name="connsiteX37" fmla="*/ 680091 w 742950"/>
                <a:gd name="connsiteY37" fmla="*/ 150304 h 485775"/>
                <a:gd name="connsiteX38" fmla="*/ 680662 w 742950"/>
                <a:gd name="connsiteY38" fmla="*/ 153162 h 485775"/>
                <a:gd name="connsiteX39" fmla="*/ 685425 w 742950"/>
                <a:gd name="connsiteY39" fmla="*/ 156400 h 485775"/>
                <a:gd name="connsiteX40" fmla="*/ 688854 w 742950"/>
                <a:gd name="connsiteY40" fmla="*/ 157258 h 485775"/>
                <a:gd name="connsiteX41" fmla="*/ 692664 w 742950"/>
                <a:gd name="connsiteY41" fmla="*/ 160496 h 485775"/>
                <a:gd name="connsiteX42" fmla="*/ 698379 w 742950"/>
                <a:gd name="connsiteY42" fmla="*/ 162306 h 485775"/>
                <a:gd name="connsiteX43" fmla="*/ 705427 w 742950"/>
                <a:gd name="connsiteY43" fmla="*/ 166592 h 485775"/>
                <a:gd name="connsiteX44" fmla="*/ 710571 w 742950"/>
                <a:gd name="connsiteY44" fmla="*/ 171926 h 485775"/>
                <a:gd name="connsiteX45" fmla="*/ 709047 w 742950"/>
                <a:gd name="connsiteY45" fmla="*/ 179451 h 485775"/>
                <a:gd name="connsiteX46" fmla="*/ 711333 w 742950"/>
                <a:gd name="connsiteY46" fmla="*/ 186118 h 485775"/>
                <a:gd name="connsiteX47" fmla="*/ 717143 w 742950"/>
                <a:gd name="connsiteY47" fmla="*/ 190405 h 485775"/>
                <a:gd name="connsiteX48" fmla="*/ 722763 w 742950"/>
                <a:gd name="connsiteY48" fmla="*/ 192500 h 485775"/>
                <a:gd name="connsiteX49" fmla="*/ 729811 w 742950"/>
                <a:gd name="connsiteY49" fmla="*/ 194215 h 485775"/>
                <a:gd name="connsiteX50" fmla="*/ 735336 w 742950"/>
                <a:gd name="connsiteY50" fmla="*/ 197358 h 485775"/>
                <a:gd name="connsiteX51" fmla="*/ 738860 w 742950"/>
                <a:gd name="connsiteY51" fmla="*/ 201073 h 485775"/>
                <a:gd name="connsiteX52" fmla="*/ 742670 w 742950"/>
                <a:gd name="connsiteY52" fmla="*/ 202883 h 485775"/>
                <a:gd name="connsiteX53" fmla="*/ 743908 w 742950"/>
                <a:gd name="connsiteY53" fmla="*/ 207835 h 485775"/>
                <a:gd name="connsiteX54" fmla="*/ 742956 w 742950"/>
                <a:gd name="connsiteY54" fmla="*/ 213455 h 485775"/>
                <a:gd name="connsiteX55" fmla="*/ 746861 w 742950"/>
                <a:gd name="connsiteY55" fmla="*/ 216599 h 485775"/>
                <a:gd name="connsiteX56" fmla="*/ 747623 w 742950"/>
                <a:gd name="connsiteY56" fmla="*/ 223933 h 485775"/>
                <a:gd name="connsiteX57" fmla="*/ 744765 w 742950"/>
                <a:gd name="connsiteY57" fmla="*/ 228219 h 485775"/>
                <a:gd name="connsiteX58" fmla="*/ 746575 w 742950"/>
                <a:gd name="connsiteY58" fmla="*/ 232315 h 485775"/>
                <a:gd name="connsiteX59" fmla="*/ 746289 w 742950"/>
                <a:gd name="connsiteY59" fmla="*/ 239078 h 485775"/>
                <a:gd name="connsiteX60" fmla="*/ 744765 w 742950"/>
                <a:gd name="connsiteY60" fmla="*/ 244697 h 485775"/>
                <a:gd name="connsiteX61" fmla="*/ 744384 w 742950"/>
                <a:gd name="connsiteY61" fmla="*/ 251365 h 485775"/>
                <a:gd name="connsiteX62" fmla="*/ 740289 w 742950"/>
                <a:gd name="connsiteY62" fmla="*/ 254222 h 485775"/>
                <a:gd name="connsiteX63" fmla="*/ 736288 w 742950"/>
                <a:gd name="connsiteY63" fmla="*/ 257651 h 485775"/>
                <a:gd name="connsiteX64" fmla="*/ 731907 w 742950"/>
                <a:gd name="connsiteY64" fmla="*/ 262890 h 485775"/>
                <a:gd name="connsiteX65" fmla="*/ 731907 w 742950"/>
                <a:gd name="connsiteY65" fmla="*/ 268510 h 485775"/>
                <a:gd name="connsiteX66" fmla="*/ 729049 w 742950"/>
                <a:gd name="connsiteY66" fmla="*/ 272891 h 485775"/>
                <a:gd name="connsiteX67" fmla="*/ 729240 w 742950"/>
                <a:gd name="connsiteY67" fmla="*/ 278035 h 485775"/>
                <a:gd name="connsiteX68" fmla="*/ 730192 w 742950"/>
                <a:gd name="connsiteY68" fmla="*/ 280702 h 485775"/>
                <a:gd name="connsiteX69" fmla="*/ 730383 w 742950"/>
                <a:gd name="connsiteY69" fmla="*/ 285750 h 485775"/>
                <a:gd name="connsiteX70" fmla="*/ 728001 w 742950"/>
                <a:gd name="connsiteY70" fmla="*/ 289465 h 485775"/>
                <a:gd name="connsiteX71" fmla="*/ 723715 w 742950"/>
                <a:gd name="connsiteY71" fmla="*/ 290417 h 485775"/>
                <a:gd name="connsiteX72" fmla="*/ 720286 w 742950"/>
                <a:gd name="connsiteY72" fmla="*/ 294132 h 485775"/>
                <a:gd name="connsiteX73" fmla="*/ 719238 w 742950"/>
                <a:gd name="connsiteY73" fmla="*/ 298228 h 485775"/>
                <a:gd name="connsiteX74" fmla="*/ 714190 w 742950"/>
                <a:gd name="connsiteY74" fmla="*/ 299466 h 485775"/>
                <a:gd name="connsiteX75" fmla="*/ 709237 w 742950"/>
                <a:gd name="connsiteY75" fmla="*/ 299180 h 485775"/>
                <a:gd name="connsiteX76" fmla="*/ 705141 w 742950"/>
                <a:gd name="connsiteY76" fmla="*/ 299180 h 485775"/>
                <a:gd name="connsiteX77" fmla="*/ 701903 w 742950"/>
                <a:gd name="connsiteY77" fmla="*/ 302133 h 485775"/>
                <a:gd name="connsiteX78" fmla="*/ 699045 w 742950"/>
                <a:gd name="connsiteY78" fmla="*/ 308896 h 485775"/>
                <a:gd name="connsiteX79" fmla="*/ 690378 w 742950"/>
                <a:gd name="connsiteY79" fmla="*/ 312610 h 485775"/>
                <a:gd name="connsiteX80" fmla="*/ 684282 w 742950"/>
                <a:gd name="connsiteY80" fmla="*/ 313468 h 485775"/>
                <a:gd name="connsiteX81" fmla="*/ 677519 w 742950"/>
                <a:gd name="connsiteY81" fmla="*/ 312801 h 485775"/>
                <a:gd name="connsiteX82" fmla="*/ 671994 w 742950"/>
                <a:gd name="connsiteY82" fmla="*/ 314801 h 485775"/>
                <a:gd name="connsiteX83" fmla="*/ 667327 w 742950"/>
                <a:gd name="connsiteY83" fmla="*/ 318897 h 485775"/>
                <a:gd name="connsiteX84" fmla="*/ 661993 w 742950"/>
                <a:gd name="connsiteY84" fmla="*/ 318707 h 485775"/>
                <a:gd name="connsiteX85" fmla="*/ 658755 w 742950"/>
                <a:gd name="connsiteY85" fmla="*/ 318040 h 485775"/>
                <a:gd name="connsiteX86" fmla="*/ 656755 w 742950"/>
                <a:gd name="connsiteY86" fmla="*/ 320707 h 485775"/>
                <a:gd name="connsiteX87" fmla="*/ 652373 w 742950"/>
                <a:gd name="connsiteY87" fmla="*/ 322135 h 485775"/>
                <a:gd name="connsiteX88" fmla="*/ 652087 w 742950"/>
                <a:gd name="connsiteY88" fmla="*/ 327660 h 485775"/>
                <a:gd name="connsiteX89" fmla="*/ 651897 w 742950"/>
                <a:gd name="connsiteY89" fmla="*/ 334423 h 485775"/>
                <a:gd name="connsiteX90" fmla="*/ 650754 w 742950"/>
                <a:gd name="connsiteY90" fmla="*/ 339566 h 485775"/>
                <a:gd name="connsiteX91" fmla="*/ 648658 w 742950"/>
                <a:gd name="connsiteY91" fmla="*/ 342805 h 485775"/>
                <a:gd name="connsiteX92" fmla="*/ 646277 w 742950"/>
                <a:gd name="connsiteY92" fmla="*/ 348710 h 485775"/>
                <a:gd name="connsiteX93" fmla="*/ 648658 w 742950"/>
                <a:gd name="connsiteY93" fmla="*/ 351949 h 485775"/>
                <a:gd name="connsiteX94" fmla="*/ 652563 w 742950"/>
                <a:gd name="connsiteY94" fmla="*/ 354521 h 485775"/>
                <a:gd name="connsiteX95" fmla="*/ 654659 w 742950"/>
                <a:gd name="connsiteY95" fmla="*/ 359188 h 485775"/>
                <a:gd name="connsiteX96" fmla="*/ 657231 w 742950"/>
                <a:gd name="connsiteY96" fmla="*/ 362617 h 485775"/>
                <a:gd name="connsiteX97" fmla="*/ 661612 w 742950"/>
                <a:gd name="connsiteY97" fmla="*/ 361664 h 485775"/>
                <a:gd name="connsiteX98" fmla="*/ 663898 w 742950"/>
                <a:gd name="connsiteY98" fmla="*/ 364808 h 485775"/>
                <a:gd name="connsiteX99" fmla="*/ 666851 w 742950"/>
                <a:gd name="connsiteY99" fmla="*/ 368237 h 485775"/>
                <a:gd name="connsiteX100" fmla="*/ 667994 w 742950"/>
                <a:gd name="connsiteY100" fmla="*/ 374618 h 485775"/>
                <a:gd name="connsiteX101" fmla="*/ 668661 w 742950"/>
                <a:gd name="connsiteY101" fmla="*/ 382524 h 485775"/>
                <a:gd name="connsiteX102" fmla="*/ 669518 w 742950"/>
                <a:gd name="connsiteY102" fmla="*/ 390620 h 485775"/>
                <a:gd name="connsiteX103" fmla="*/ 669232 w 742950"/>
                <a:gd name="connsiteY103" fmla="*/ 395764 h 485775"/>
                <a:gd name="connsiteX104" fmla="*/ 666280 w 742950"/>
                <a:gd name="connsiteY104" fmla="*/ 400336 h 485775"/>
                <a:gd name="connsiteX105" fmla="*/ 661136 w 742950"/>
                <a:gd name="connsiteY105" fmla="*/ 405670 h 485775"/>
                <a:gd name="connsiteX106" fmla="*/ 655516 w 742950"/>
                <a:gd name="connsiteY106" fmla="*/ 413575 h 485775"/>
                <a:gd name="connsiteX107" fmla="*/ 656373 w 742950"/>
                <a:gd name="connsiteY107" fmla="*/ 421196 h 485775"/>
                <a:gd name="connsiteX108" fmla="*/ 654945 w 742950"/>
                <a:gd name="connsiteY108" fmla="*/ 425291 h 485775"/>
                <a:gd name="connsiteX109" fmla="*/ 654278 w 742950"/>
                <a:gd name="connsiteY109" fmla="*/ 428911 h 485775"/>
                <a:gd name="connsiteX110" fmla="*/ 656088 w 742950"/>
                <a:gd name="connsiteY110" fmla="*/ 433292 h 485775"/>
                <a:gd name="connsiteX111" fmla="*/ 655135 w 742950"/>
                <a:gd name="connsiteY111" fmla="*/ 438531 h 485775"/>
                <a:gd name="connsiteX112" fmla="*/ 651611 w 742950"/>
                <a:gd name="connsiteY112" fmla="*/ 440246 h 485775"/>
                <a:gd name="connsiteX113" fmla="*/ 646944 w 742950"/>
                <a:gd name="connsiteY113" fmla="*/ 444341 h 485775"/>
                <a:gd name="connsiteX114" fmla="*/ 640276 w 742950"/>
                <a:gd name="connsiteY114" fmla="*/ 444913 h 485775"/>
                <a:gd name="connsiteX115" fmla="*/ 632751 w 742950"/>
                <a:gd name="connsiteY115" fmla="*/ 447294 h 485775"/>
                <a:gd name="connsiteX116" fmla="*/ 627132 w 742950"/>
                <a:gd name="connsiteY116" fmla="*/ 451675 h 485775"/>
                <a:gd name="connsiteX117" fmla="*/ 623131 w 742950"/>
                <a:gd name="connsiteY117" fmla="*/ 458153 h 485775"/>
                <a:gd name="connsiteX118" fmla="*/ 623131 w 742950"/>
                <a:gd name="connsiteY118" fmla="*/ 462629 h 485775"/>
                <a:gd name="connsiteX119" fmla="*/ 628084 w 742950"/>
                <a:gd name="connsiteY119" fmla="*/ 464630 h 485775"/>
                <a:gd name="connsiteX120" fmla="*/ 629799 w 742950"/>
                <a:gd name="connsiteY120" fmla="*/ 471392 h 485775"/>
                <a:gd name="connsiteX121" fmla="*/ 628084 w 742950"/>
                <a:gd name="connsiteY121" fmla="*/ 477203 h 485775"/>
                <a:gd name="connsiteX122" fmla="*/ 629227 w 742950"/>
                <a:gd name="connsiteY122" fmla="*/ 482441 h 485775"/>
                <a:gd name="connsiteX123" fmla="*/ 626560 w 742950"/>
                <a:gd name="connsiteY123" fmla="*/ 485299 h 485775"/>
                <a:gd name="connsiteX124" fmla="*/ 622845 w 742950"/>
                <a:gd name="connsiteY124" fmla="*/ 487966 h 485775"/>
                <a:gd name="connsiteX125" fmla="*/ 622274 w 742950"/>
                <a:gd name="connsiteY125" fmla="*/ 488728 h 485775"/>
                <a:gd name="connsiteX126" fmla="*/ 618273 w 742950"/>
                <a:gd name="connsiteY126" fmla="*/ 486918 h 485775"/>
                <a:gd name="connsiteX127" fmla="*/ 615701 w 742950"/>
                <a:gd name="connsiteY127" fmla="*/ 486728 h 485775"/>
                <a:gd name="connsiteX128" fmla="*/ 614178 w 742950"/>
                <a:gd name="connsiteY128" fmla="*/ 484156 h 485775"/>
                <a:gd name="connsiteX129" fmla="*/ 610368 w 742950"/>
                <a:gd name="connsiteY129" fmla="*/ 482632 h 485775"/>
                <a:gd name="connsiteX130" fmla="*/ 610653 w 742950"/>
                <a:gd name="connsiteY130" fmla="*/ 478536 h 485775"/>
                <a:gd name="connsiteX131" fmla="*/ 608939 w 742950"/>
                <a:gd name="connsiteY131" fmla="*/ 475774 h 485775"/>
                <a:gd name="connsiteX132" fmla="*/ 605510 w 742950"/>
                <a:gd name="connsiteY132" fmla="*/ 475679 h 485775"/>
                <a:gd name="connsiteX133" fmla="*/ 602843 w 742950"/>
                <a:gd name="connsiteY133" fmla="*/ 474726 h 485775"/>
                <a:gd name="connsiteX134" fmla="*/ 602652 w 742950"/>
                <a:gd name="connsiteY134" fmla="*/ 470154 h 485775"/>
                <a:gd name="connsiteX135" fmla="*/ 599319 w 742950"/>
                <a:gd name="connsiteY135" fmla="*/ 469678 h 485775"/>
                <a:gd name="connsiteX136" fmla="*/ 597890 w 742950"/>
                <a:gd name="connsiteY136" fmla="*/ 465677 h 485775"/>
                <a:gd name="connsiteX137" fmla="*/ 596556 w 742950"/>
                <a:gd name="connsiteY137" fmla="*/ 462629 h 485775"/>
                <a:gd name="connsiteX138" fmla="*/ 592080 w 742950"/>
                <a:gd name="connsiteY138" fmla="*/ 462534 h 485775"/>
                <a:gd name="connsiteX139" fmla="*/ 589127 w 742950"/>
                <a:gd name="connsiteY139" fmla="*/ 460153 h 485775"/>
                <a:gd name="connsiteX140" fmla="*/ 588365 w 742950"/>
                <a:gd name="connsiteY140" fmla="*/ 455200 h 485775"/>
                <a:gd name="connsiteX141" fmla="*/ 584269 w 742950"/>
                <a:gd name="connsiteY141" fmla="*/ 453104 h 485775"/>
                <a:gd name="connsiteX142" fmla="*/ 532834 w 742950"/>
                <a:gd name="connsiteY142" fmla="*/ 459867 h 485775"/>
                <a:gd name="connsiteX143" fmla="*/ 425964 w 742950"/>
                <a:gd name="connsiteY143" fmla="*/ 470916 h 485775"/>
                <a:gd name="connsiteX144" fmla="*/ 318045 w 742950"/>
                <a:gd name="connsiteY144" fmla="*/ 479393 h 485775"/>
                <a:gd name="connsiteX145" fmla="*/ 265944 w 742950"/>
                <a:gd name="connsiteY145" fmla="*/ 483870 h 485775"/>
                <a:gd name="connsiteX146" fmla="*/ 214128 w 742950"/>
                <a:gd name="connsiteY146" fmla="*/ 485584 h 485775"/>
                <a:gd name="connsiteX147" fmla="*/ 114496 w 742950"/>
                <a:gd name="connsiteY147" fmla="*/ 488633 h 485775"/>
                <a:gd name="connsiteX148" fmla="*/ 115734 w 742950"/>
                <a:gd name="connsiteY148" fmla="*/ 485584 h 485775"/>
                <a:gd name="connsiteX149" fmla="*/ 114115 w 742950"/>
                <a:gd name="connsiteY149" fmla="*/ 482155 h 485775"/>
                <a:gd name="connsiteX150" fmla="*/ 111258 w 742950"/>
                <a:gd name="connsiteY150" fmla="*/ 476631 h 485775"/>
                <a:gd name="connsiteX151" fmla="*/ 106971 w 742950"/>
                <a:gd name="connsiteY151" fmla="*/ 477107 h 485775"/>
                <a:gd name="connsiteX152" fmla="*/ 104876 w 742950"/>
                <a:gd name="connsiteY152" fmla="*/ 475297 h 485775"/>
                <a:gd name="connsiteX153" fmla="*/ 103161 w 742950"/>
                <a:gd name="connsiteY153" fmla="*/ 470249 h 485775"/>
                <a:gd name="connsiteX154" fmla="*/ 100209 w 742950"/>
                <a:gd name="connsiteY154" fmla="*/ 469297 h 485775"/>
                <a:gd name="connsiteX155" fmla="*/ 99256 w 742950"/>
                <a:gd name="connsiteY155" fmla="*/ 466916 h 485775"/>
                <a:gd name="connsiteX156" fmla="*/ 101542 w 742950"/>
                <a:gd name="connsiteY156" fmla="*/ 462534 h 485775"/>
                <a:gd name="connsiteX157" fmla="*/ 103638 w 742950"/>
                <a:gd name="connsiteY157" fmla="*/ 460724 h 485775"/>
                <a:gd name="connsiteX158" fmla="*/ 104876 w 742950"/>
                <a:gd name="connsiteY158" fmla="*/ 457676 h 485775"/>
                <a:gd name="connsiteX159" fmla="*/ 103352 w 742950"/>
                <a:gd name="connsiteY159" fmla="*/ 454247 h 485775"/>
                <a:gd name="connsiteX160" fmla="*/ 103923 w 742950"/>
                <a:gd name="connsiteY160" fmla="*/ 450533 h 485775"/>
                <a:gd name="connsiteX161" fmla="*/ 102495 w 742950"/>
                <a:gd name="connsiteY161" fmla="*/ 447389 h 485775"/>
                <a:gd name="connsiteX162" fmla="*/ 104114 w 742950"/>
                <a:gd name="connsiteY162" fmla="*/ 444532 h 485775"/>
                <a:gd name="connsiteX163" fmla="*/ 106686 w 742950"/>
                <a:gd name="connsiteY163" fmla="*/ 443865 h 485775"/>
                <a:gd name="connsiteX164" fmla="*/ 107257 w 742950"/>
                <a:gd name="connsiteY164" fmla="*/ 440436 h 485775"/>
                <a:gd name="connsiteX165" fmla="*/ 105924 w 742950"/>
                <a:gd name="connsiteY165" fmla="*/ 437674 h 485775"/>
                <a:gd name="connsiteX166" fmla="*/ 103542 w 742950"/>
                <a:gd name="connsiteY166" fmla="*/ 436150 h 485775"/>
                <a:gd name="connsiteX167" fmla="*/ 102876 w 742950"/>
                <a:gd name="connsiteY167" fmla="*/ 432530 h 485775"/>
                <a:gd name="connsiteX168" fmla="*/ 102876 w 742950"/>
                <a:gd name="connsiteY168" fmla="*/ 427863 h 485775"/>
                <a:gd name="connsiteX169" fmla="*/ 100590 w 742950"/>
                <a:gd name="connsiteY169" fmla="*/ 425767 h 485775"/>
                <a:gd name="connsiteX170" fmla="*/ 98684 w 742950"/>
                <a:gd name="connsiteY170" fmla="*/ 423577 h 485775"/>
                <a:gd name="connsiteX171" fmla="*/ 100209 w 742950"/>
                <a:gd name="connsiteY171" fmla="*/ 420434 h 485775"/>
                <a:gd name="connsiteX172" fmla="*/ 98780 w 742950"/>
                <a:gd name="connsiteY172" fmla="*/ 418147 h 485775"/>
                <a:gd name="connsiteX173" fmla="*/ 97161 w 742950"/>
                <a:gd name="connsiteY173" fmla="*/ 416242 h 485775"/>
                <a:gd name="connsiteX174" fmla="*/ 98780 w 742950"/>
                <a:gd name="connsiteY174" fmla="*/ 412813 h 485775"/>
                <a:gd name="connsiteX175" fmla="*/ 98970 w 742950"/>
                <a:gd name="connsiteY175" fmla="*/ 406622 h 485775"/>
                <a:gd name="connsiteX176" fmla="*/ 96589 w 742950"/>
                <a:gd name="connsiteY176" fmla="*/ 403193 h 485775"/>
                <a:gd name="connsiteX177" fmla="*/ 98018 w 742950"/>
                <a:gd name="connsiteY177" fmla="*/ 400526 h 485775"/>
                <a:gd name="connsiteX178" fmla="*/ 102304 w 742950"/>
                <a:gd name="connsiteY178" fmla="*/ 399859 h 485775"/>
                <a:gd name="connsiteX179" fmla="*/ 100494 w 742950"/>
                <a:gd name="connsiteY179" fmla="*/ 395383 h 485775"/>
                <a:gd name="connsiteX180" fmla="*/ 97637 w 742950"/>
                <a:gd name="connsiteY180" fmla="*/ 394716 h 485775"/>
                <a:gd name="connsiteX181" fmla="*/ 95637 w 742950"/>
                <a:gd name="connsiteY181" fmla="*/ 396716 h 485775"/>
                <a:gd name="connsiteX182" fmla="*/ 91922 w 742950"/>
                <a:gd name="connsiteY182" fmla="*/ 396526 h 485775"/>
                <a:gd name="connsiteX183" fmla="*/ 90874 w 742950"/>
                <a:gd name="connsiteY183" fmla="*/ 391954 h 485775"/>
                <a:gd name="connsiteX184" fmla="*/ 92684 w 742950"/>
                <a:gd name="connsiteY184" fmla="*/ 389858 h 485775"/>
                <a:gd name="connsiteX185" fmla="*/ 91255 w 742950"/>
                <a:gd name="connsiteY185" fmla="*/ 385000 h 485775"/>
                <a:gd name="connsiteX186" fmla="*/ 93541 w 742950"/>
                <a:gd name="connsiteY186" fmla="*/ 383096 h 485775"/>
                <a:gd name="connsiteX187" fmla="*/ 96589 w 742950"/>
                <a:gd name="connsiteY187" fmla="*/ 381953 h 485775"/>
                <a:gd name="connsiteX188" fmla="*/ 97065 w 742950"/>
                <a:gd name="connsiteY188" fmla="*/ 378047 h 485775"/>
                <a:gd name="connsiteX189" fmla="*/ 94494 w 742950"/>
                <a:gd name="connsiteY189" fmla="*/ 375666 h 485775"/>
                <a:gd name="connsiteX190" fmla="*/ 91541 w 742950"/>
                <a:gd name="connsiteY190" fmla="*/ 376333 h 485775"/>
                <a:gd name="connsiteX191" fmla="*/ 88302 w 742950"/>
                <a:gd name="connsiteY191" fmla="*/ 374142 h 485775"/>
                <a:gd name="connsiteX192" fmla="*/ 86683 w 742950"/>
                <a:gd name="connsiteY192" fmla="*/ 371570 h 485775"/>
                <a:gd name="connsiteX193" fmla="*/ 89159 w 742950"/>
                <a:gd name="connsiteY193" fmla="*/ 368713 h 485775"/>
                <a:gd name="connsiteX194" fmla="*/ 89255 w 742950"/>
                <a:gd name="connsiteY194" fmla="*/ 364617 h 485775"/>
                <a:gd name="connsiteX195" fmla="*/ 88779 w 742950"/>
                <a:gd name="connsiteY195" fmla="*/ 359188 h 485775"/>
                <a:gd name="connsiteX196" fmla="*/ 90017 w 742950"/>
                <a:gd name="connsiteY196" fmla="*/ 355092 h 485775"/>
                <a:gd name="connsiteX197" fmla="*/ 87731 w 742950"/>
                <a:gd name="connsiteY197" fmla="*/ 352044 h 485775"/>
                <a:gd name="connsiteX198" fmla="*/ 84397 w 742950"/>
                <a:gd name="connsiteY198" fmla="*/ 353187 h 485775"/>
                <a:gd name="connsiteX199" fmla="*/ 80873 w 742950"/>
                <a:gd name="connsiteY199" fmla="*/ 352901 h 485775"/>
                <a:gd name="connsiteX200" fmla="*/ 79444 w 742950"/>
                <a:gd name="connsiteY200" fmla="*/ 350806 h 485775"/>
                <a:gd name="connsiteX201" fmla="*/ 80492 w 742950"/>
                <a:gd name="connsiteY201" fmla="*/ 348425 h 485775"/>
                <a:gd name="connsiteX202" fmla="*/ 82206 w 742950"/>
                <a:gd name="connsiteY202" fmla="*/ 345948 h 485775"/>
                <a:gd name="connsiteX203" fmla="*/ 82206 w 742950"/>
                <a:gd name="connsiteY203" fmla="*/ 341947 h 485775"/>
                <a:gd name="connsiteX204" fmla="*/ 79158 w 742950"/>
                <a:gd name="connsiteY204" fmla="*/ 340138 h 485775"/>
                <a:gd name="connsiteX205" fmla="*/ 77063 w 742950"/>
                <a:gd name="connsiteY205" fmla="*/ 341376 h 485775"/>
                <a:gd name="connsiteX206" fmla="*/ 76682 w 742950"/>
                <a:gd name="connsiteY206" fmla="*/ 343757 h 485775"/>
                <a:gd name="connsiteX207" fmla="*/ 75253 w 742950"/>
                <a:gd name="connsiteY207" fmla="*/ 346615 h 485775"/>
                <a:gd name="connsiteX208" fmla="*/ 72967 w 742950"/>
                <a:gd name="connsiteY208" fmla="*/ 345186 h 485775"/>
                <a:gd name="connsiteX209" fmla="*/ 70872 w 742950"/>
                <a:gd name="connsiteY209" fmla="*/ 342043 h 485775"/>
                <a:gd name="connsiteX210" fmla="*/ 68871 w 742950"/>
                <a:gd name="connsiteY210" fmla="*/ 340424 h 485775"/>
                <a:gd name="connsiteX211" fmla="*/ 71824 w 742950"/>
                <a:gd name="connsiteY211" fmla="*/ 336137 h 485775"/>
                <a:gd name="connsiteX212" fmla="*/ 69824 w 742950"/>
                <a:gd name="connsiteY212" fmla="*/ 334042 h 485775"/>
                <a:gd name="connsiteX213" fmla="*/ 67347 w 742950"/>
                <a:gd name="connsiteY213" fmla="*/ 333089 h 485775"/>
                <a:gd name="connsiteX214" fmla="*/ 66109 w 742950"/>
                <a:gd name="connsiteY214" fmla="*/ 330422 h 485775"/>
                <a:gd name="connsiteX215" fmla="*/ 67824 w 742950"/>
                <a:gd name="connsiteY215" fmla="*/ 328803 h 485775"/>
                <a:gd name="connsiteX216" fmla="*/ 69348 w 742950"/>
                <a:gd name="connsiteY216" fmla="*/ 326136 h 485775"/>
                <a:gd name="connsiteX217" fmla="*/ 68681 w 742950"/>
                <a:gd name="connsiteY217" fmla="*/ 323374 h 485775"/>
                <a:gd name="connsiteX218" fmla="*/ 65728 w 742950"/>
                <a:gd name="connsiteY218" fmla="*/ 321945 h 485775"/>
                <a:gd name="connsiteX219" fmla="*/ 64871 w 742950"/>
                <a:gd name="connsiteY219" fmla="*/ 320040 h 485775"/>
                <a:gd name="connsiteX220" fmla="*/ 65633 w 742950"/>
                <a:gd name="connsiteY220" fmla="*/ 318135 h 485775"/>
                <a:gd name="connsiteX221" fmla="*/ 69062 w 742950"/>
                <a:gd name="connsiteY221" fmla="*/ 317945 h 485775"/>
                <a:gd name="connsiteX222" fmla="*/ 71824 w 742950"/>
                <a:gd name="connsiteY222" fmla="*/ 315373 h 485775"/>
                <a:gd name="connsiteX223" fmla="*/ 68586 w 742950"/>
                <a:gd name="connsiteY223" fmla="*/ 312515 h 485775"/>
                <a:gd name="connsiteX224" fmla="*/ 66300 w 742950"/>
                <a:gd name="connsiteY224" fmla="*/ 311563 h 485775"/>
                <a:gd name="connsiteX225" fmla="*/ 67824 w 742950"/>
                <a:gd name="connsiteY225" fmla="*/ 308800 h 485775"/>
                <a:gd name="connsiteX226" fmla="*/ 70681 w 742950"/>
                <a:gd name="connsiteY226" fmla="*/ 307848 h 485775"/>
                <a:gd name="connsiteX227" fmla="*/ 70586 w 742950"/>
                <a:gd name="connsiteY227" fmla="*/ 305181 h 485775"/>
                <a:gd name="connsiteX228" fmla="*/ 71824 w 742950"/>
                <a:gd name="connsiteY228" fmla="*/ 302800 h 485775"/>
                <a:gd name="connsiteX229" fmla="*/ 69157 w 742950"/>
                <a:gd name="connsiteY229" fmla="*/ 299847 h 485775"/>
                <a:gd name="connsiteX230" fmla="*/ 65728 w 742950"/>
                <a:gd name="connsiteY230" fmla="*/ 298609 h 485775"/>
                <a:gd name="connsiteX231" fmla="*/ 65823 w 742950"/>
                <a:gd name="connsiteY231" fmla="*/ 295084 h 485775"/>
                <a:gd name="connsiteX232" fmla="*/ 63918 w 742950"/>
                <a:gd name="connsiteY232" fmla="*/ 293465 h 485775"/>
                <a:gd name="connsiteX233" fmla="*/ 60489 w 742950"/>
                <a:gd name="connsiteY233" fmla="*/ 290608 h 485775"/>
                <a:gd name="connsiteX234" fmla="*/ 59442 w 742950"/>
                <a:gd name="connsiteY234" fmla="*/ 287655 h 485775"/>
                <a:gd name="connsiteX235" fmla="*/ 60680 w 742950"/>
                <a:gd name="connsiteY235" fmla="*/ 283750 h 485775"/>
                <a:gd name="connsiteX236" fmla="*/ 63537 w 742950"/>
                <a:gd name="connsiteY236" fmla="*/ 282226 h 485775"/>
                <a:gd name="connsiteX237" fmla="*/ 62775 w 742950"/>
                <a:gd name="connsiteY237" fmla="*/ 277654 h 485775"/>
                <a:gd name="connsiteX238" fmla="*/ 59727 w 742950"/>
                <a:gd name="connsiteY238" fmla="*/ 274034 h 485775"/>
                <a:gd name="connsiteX239" fmla="*/ 56870 w 742950"/>
                <a:gd name="connsiteY239" fmla="*/ 274320 h 485775"/>
                <a:gd name="connsiteX240" fmla="*/ 55346 w 742950"/>
                <a:gd name="connsiteY240" fmla="*/ 270891 h 485775"/>
                <a:gd name="connsiteX241" fmla="*/ 52488 w 742950"/>
                <a:gd name="connsiteY241" fmla="*/ 272415 h 485775"/>
                <a:gd name="connsiteX242" fmla="*/ 50202 w 742950"/>
                <a:gd name="connsiteY242" fmla="*/ 270605 h 485775"/>
                <a:gd name="connsiteX243" fmla="*/ 51059 w 742950"/>
                <a:gd name="connsiteY243" fmla="*/ 267653 h 485775"/>
                <a:gd name="connsiteX244" fmla="*/ 50107 w 742950"/>
                <a:gd name="connsiteY244" fmla="*/ 265557 h 485775"/>
                <a:gd name="connsiteX245" fmla="*/ 46583 w 742950"/>
                <a:gd name="connsiteY245" fmla="*/ 264890 h 485775"/>
                <a:gd name="connsiteX246" fmla="*/ 44583 w 742950"/>
                <a:gd name="connsiteY246" fmla="*/ 259842 h 485775"/>
                <a:gd name="connsiteX247" fmla="*/ 46488 w 742950"/>
                <a:gd name="connsiteY247" fmla="*/ 256699 h 485775"/>
                <a:gd name="connsiteX248" fmla="*/ 45535 w 742950"/>
                <a:gd name="connsiteY248" fmla="*/ 252603 h 485775"/>
                <a:gd name="connsiteX249" fmla="*/ 41725 w 742950"/>
                <a:gd name="connsiteY249" fmla="*/ 251936 h 485775"/>
                <a:gd name="connsiteX250" fmla="*/ 39439 w 742950"/>
                <a:gd name="connsiteY250" fmla="*/ 248507 h 485775"/>
                <a:gd name="connsiteX251" fmla="*/ 37344 w 742950"/>
                <a:gd name="connsiteY251" fmla="*/ 247364 h 485775"/>
                <a:gd name="connsiteX252" fmla="*/ 35820 w 742950"/>
                <a:gd name="connsiteY252" fmla="*/ 242983 h 485775"/>
                <a:gd name="connsiteX253" fmla="*/ 35439 w 742950"/>
                <a:gd name="connsiteY253" fmla="*/ 239935 h 485775"/>
                <a:gd name="connsiteX254" fmla="*/ 38963 w 742950"/>
                <a:gd name="connsiteY254" fmla="*/ 237839 h 485775"/>
                <a:gd name="connsiteX255" fmla="*/ 39534 w 742950"/>
                <a:gd name="connsiteY255" fmla="*/ 234601 h 485775"/>
                <a:gd name="connsiteX256" fmla="*/ 38677 w 742950"/>
                <a:gd name="connsiteY256" fmla="*/ 231076 h 485775"/>
                <a:gd name="connsiteX257" fmla="*/ 33915 w 742950"/>
                <a:gd name="connsiteY257" fmla="*/ 229076 h 485775"/>
                <a:gd name="connsiteX258" fmla="*/ 32962 w 742950"/>
                <a:gd name="connsiteY258" fmla="*/ 223933 h 485775"/>
                <a:gd name="connsiteX259" fmla="*/ 31248 w 742950"/>
                <a:gd name="connsiteY259" fmla="*/ 221266 h 485775"/>
                <a:gd name="connsiteX260" fmla="*/ 28485 w 742950"/>
                <a:gd name="connsiteY260" fmla="*/ 219456 h 485775"/>
                <a:gd name="connsiteX261" fmla="*/ 27819 w 742950"/>
                <a:gd name="connsiteY261" fmla="*/ 215741 h 485775"/>
                <a:gd name="connsiteX262" fmla="*/ 29057 w 742950"/>
                <a:gd name="connsiteY262" fmla="*/ 212884 h 485775"/>
                <a:gd name="connsiteX263" fmla="*/ 27914 w 742950"/>
                <a:gd name="connsiteY263" fmla="*/ 210026 h 485775"/>
                <a:gd name="connsiteX264" fmla="*/ 29438 w 742950"/>
                <a:gd name="connsiteY264" fmla="*/ 206502 h 485775"/>
                <a:gd name="connsiteX265" fmla="*/ 33057 w 742950"/>
                <a:gd name="connsiteY265" fmla="*/ 202406 h 485775"/>
                <a:gd name="connsiteX266" fmla="*/ 31914 w 742950"/>
                <a:gd name="connsiteY266" fmla="*/ 197358 h 485775"/>
                <a:gd name="connsiteX267" fmla="*/ 27152 w 742950"/>
                <a:gd name="connsiteY267" fmla="*/ 194882 h 485775"/>
                <a:gd name="connsiteX268" fmla="*/ 22484 w 742950"/>
                <a:gd name="connsiteY268" fmla="*/ 195263 h 485775"/>
                <a:gd name="connsiteX269" fmla="*/ 22104 w 742950"/>
                <a:gd name="connsiteY269" fmla="*/ 197167 h 485775"/>
                <a:gd name="connsiteX270" fmla="*/ 21627 w 742950"/>
                <a:gd name="connsiteY270" fmla="*/ 197644 h 485775"/>
                <a:gd name="connsiteX271" fmla="*/ 20103 w 742950"/>
                <a:gd name="connsiteY271" fmla="*/ 195739 h 485775"/>
                <a:gd name="connsiteX272" fmla="*/ 18960 w 742950"/>
                <a:gd name="connsiteY272" fmla="*/ 192786 h 485775"/>
                <a:gd name="connsiteX273" fmla="*/ 19627 w 742950"/>
                <a:gd name="connsiteY273" fmla="*/ 189071 h 485775"/>
                <a:gd name="connsiteX274" fmla="*/ 17341 w 742950"/>
                <a:gd name="connsiteY274" fmla="*/ 186118 h 485775"/>
                <a:gd name="connsiteX275" fmla="*/ 17341 w 742950"/>
                <a:gd name="connsiteY275" fmla="*/ 181928 h 485775"/>
                <a:gd name="connsiteX276" fmla="*/ 16008 w 742950"/>
                <a:gd name="connsiteY276" fmla="*/ 178499 h 485775"/>
                <a:gd name="connsiteX277" fmla="*/ 13912 w 742950"/>
                <a:gd name="connsiteY277" fmla="*/ 176975 h 485775"/>
                <a:gd name="connsiteX278" fmla="*/ 13055 w 742950"/>
                <a:gd name="connsiteY278" fmla="*/ 173450 h 485775"/>
                <a:gd name="connsiteX279" fmla="*/ 11626 w 742950"/>
                <a:gd name="connsiteY279" fmla="*/ 171164 h 485775"/>
                <a:gd name="connsiteX280" fmla="*/ 9245 w 742950"/>
                <a:gd name="connsiteY280" fmla="*/ 170117 h 485775"/>
                <a:gd name="connsiteX281" fmla="*/ 7626 w 742950"/>
                <a:gd name="connsiteY281" fmla="*/ 167830 h 485775"/>
                <a:gd name="connsiteX282" fmla="*/ 6101 w 742950"/>
                <a:gd name="connsiteY282" fmla="*/ 165735 h 485775"/>
                <a:gd name="connsiteX283" fmla="*/ 3530 w 742950"/>
                <a:gd name="connsiteY283" fmla="*/ 164783 h 485775"/>
                <a:gd name="connsiteX284" fmla="*/ 1530 w 742950"/>
                <a:gd name="connsiteY284" fmla="*/ 163259 h 485775"/>
                <a:gd name="connsiteX285" fmla="*/ 482 w 742950"/>
                <a:gd name="connsiteY285" fmla="*/ 158591 h 485775"/>
                <a:gd name="connsiteX286" fmla="*/ 2006 w 742950"/>
                <a:gd name="connsiteY286" fmla="*/ 155448 h 485775"/>
                <a:gd name="connsiteX287" fmla="*/ 1815 w 742950"/>
                <a:gd name="connsiteY287" fmla="*/ 152019 h 485775"/>
                <a:gd name="connsiteX288" fmla="*/ 4673 w 742950"/>
                <a:gd name="connsiteY288" fmla="*/ 151067 h 485775"/>
                <a:gd name="connsiteX289" fmla="*/ 5149 w 742950"/>
                <a:gd name="connsiteY289" fmla="*/ 146780 h 485775"/>
                <a:gd name="connsiteX290" fmla="*/ 6197 w 742950"/>
                <a:gd name="connsiteY290" fmla="*/ 144113 h 485775"/>
                <a:gd name="connsiteX291" fmla="*/ 8673 w 742950"/>
                <a:gd name="connsiteY291" fmla="*/ 142494 h 485775"/>
                <a:gd name="connsiteX292" fmla="*/ 10197 w 742950"/>
                <a:gd name="connsiteY292" fmla="*/ 138779 h 485775"/>
                <a:gd name="connsiteX293" fmla="*/ 10959 w 742950"/>
                <a:gd name="connsiteY293" fmla="*/ 135922 h 485775"/>
                <a:gd name="connsiteX294" fmla="*/ 10197 w 742950"/>
                <a:gd name="connsiteY294" fmla="*/ 130016 h 485775"/>
                <a:gd name="connsiteX295" fmla="*/ 12864 w 742950"/>
                <a:gd name="connsiteY295" fmla="*/ 127445 h 485775"/>
                <a:gd name="connsiteX296" fmla="*/ 15246 w 742950"/>
                <a:gd name="connsiteY296" fmla="*/ 125063 h 485775"/>
                <a:gd name="connsiteX297" fmla="*/ 14484 w 742950"/>
                <a:gd name="connsiteY297" fmla="*/ 122206 h 485775"/>
                <a:gd name="connsiteX298" fmla="*/ 12483 w 742950"/>
                <a:gd name="connsiteY298" fmla="*/ 120491 h 485775"/>
                <a:gd name="connsiteX299" fmla="*/ 13626 w 742950"/>
                <a:gd name="connsiteY299" fmla="*/ 117824 h 485775"/>
                <a:gd name="connsiteX300" fmla="*/ 15626 w 742950"/>
                <a:gd name="connsiteY300" fmla="*/ 115253 h 485775"/>
                <a:gd name="connsiteX301" fmla="*/ 12769 w 742950"/>
                <a:gd name="connsiteY301" fmla="*/ 113252 h 485775"/>
                <a:gd name="connsiteX302" fmla="*/ 13341 w 742950"/>
                <a:gd name="connsiteY302" fmla="*/ 109347 h 485775"/>
                <a:gd name="connsiteX303" fmla="*/ 17246 w 742950"/>
                <a:gd name="connsiteY303" fmla="*/ 107442 h 485775"/>
                <a:gd name="connsiteX304" fmla="*/ 19151 w 742950"/>
                <a:gd name="connsiteY304" fmla="*/ 104775 h 485775"/>
                <a:gd name="connsiteX305" fmla="*/ 18484 w 742950"/>
                <a:gd name="connsiteY305" fmla="*/ 101822 h 485775"/>
                <a:gd name="connsiteX306" fmla="*/ 20865 w 742950"/>
                <a:gd name="connsiteY306" fmla="*/ 99536 h 485775"/>
                <a:gd name="connsiteX307" fmla="*/ 20199 w 742950"/>
                <a:gd name="connsiteY307" fmla="*/ 94774 h 485775"/>
                <a:gd name="connsiteX308" fmla="*/ 17817 w 742950"/>
                <a:gd name="connsiteY308" fmla="*/ 93536 h 485775"/>
                <a:gd name="connsiteX309" fmla="*/ 17246 w 742950"/>
                <a:gd name="connsiteY309" fmla="*/ 90297 h 485775"/>
                <a:gd name="connsiteX310" fmla="*/ 17246 w 742950"/>
                <a:gd name="connsiteY310" fmla="*/ 84963 h 485775"/>
                <a:gd name="connsiteX311" fmla="*/ 13722 w 742950"/>
                <a:gd name="connsiteY311" fmla="*/ 82582 h 485775"/>
                <a:gd name="connsiteX312" fmla="*/ 11817 w 742950"/>
                <a:gd name="connsiteY312" fmla="*/ 84106 h 485775"/>
                <a:gd name="connsiteX313" fmla="*/ 9435 w 742950"/>
                <a:gd name="connsiteY313" fmla="*/ 82201 h 485775"/>
                <a:gd name="connsiteX314" fmla="*/ 6864 w 742950"/>
                <a:gd name="connsiteY314" fmla="*/ 83248 h 485775"/>
                <a:gd name="connsiteX315" fmla="*/ 4863 w 742950"/>
                <a:gd name="connsiteY315" fmla="*/ 80581 h 485775"/>
                <a:gd name="connsiteX316" fmla="*/ 5244 w 742950"/>
                <a:gd name="connsiteY316" fmla="*/ 77819 h 485775"/>
                <a:gd name="connsiteX317" fmla="*/ 3816 w 742950"/>
                <a:gd name="connsiteY317" fmla="*/ 75819 h 485775"/>
                <a:gd name="connsiteX318" fmla="*/ 3816 w 742950"/>
                <a:gd name="connsiteY318" fmla="*/ 72581 h 485775"/>
                <a:gd name="connsiteX319" fmla="*/ 7721 w 742950"/>
                <a:gd name="connsiteY319" fmla="*/ 72009 h 485775"/>
                <a:gd name="connsiteX320" fmla="*/ 9150 w 742950"/>
                <a:gd name="connsiteY320" fmla="*/ 69628 h 485775"/>
                <a:gd name="connsiteX321" fmla="*/ 8007 w 742950"/>
                <a:gd name="connsiteY321" fmla="*/ 65151 h 485775"/>
                <a:gd name="connsiteX322" fmla="*/ 9245 w 742950"/>
                <a:gd name="connsiteY322" fmla="*/ 62579 h 485775"/>
                <a:gd name="connsiteX323" fmla="*/ 8769 w 742950"/>
                <a:gd name="connsiteY323" fmla="*/ 57817 h 485775"/>
                <a:gd name="connsiteX324" fmla="*/ 5340 w 742950"/>
                <a:gd name="connsiteY324" fmla="*/ 54483 h 485775"/>
                <a:gd name="connsiteX325" fmla="*/ 3530 w 742950"/>
                <a:gd name="connsiteY325" fmla="*/ 51054 h 485775"/>
                <a:gd name="connsiteX326" fmla="*/ 1530 w 742950"/>
                <a:gd name="connsiteY326" fmla="*/ 50006 h 485775"/>
                <a:gd name="connsiteX327" fmla="*/ 6 w 742950"/>
                <a:gd name="connsiteY327" fmla="*/ 47911 h 485775"/>
                <a:gd name="connsiteX328" fmla="*/ 2768 w 742950"/>
                <a:gd name="connsiteY328" fmla="*/ 44863 h 485775"/>
                <a:gd name="connsiteX329" fmla="*/ 2768 w 742950"/>
                <a:gd name="connsiteY329" fmla="*/ 39719 h 485775"/>
                <a:gd name="connsiteX330" fmla="*/ 17246 w 742950"/>
                <a:gd name="connsiteY330" fmla="*/ 38671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742950" h="485775">
                  <a:moveTo>
                    <a:pt x="17246" y="38671"/>
                  </a:moveTo>
                  <a:lnTo>
                    <a:pt x="128403" y="34100"/>
                  </a:lnTo>
                  <a:lnTo>
                    <a:pt x="196888" y="30099"/>
                  </a:lnTo>
                  <a:lnTo>
                    <a:pt x="264229" y="26956"/>
                  </a:lnTo>
                  <a:lnTo>
                    <a:pt x="398341" y="18193"/>
                  </a:lnTo>
                  <a:lnTo>
                    <a:pt x="545788" y="4858"/>
                  </a:lnTo>
                  <a:lnTo>
                    <a:pt x="602462" y="0"/>
                  </a:lnTo>
                  <a:cubicBezTo>
                    <a:pt x="602843" y="952"/>
                    <a:pt x="603129" y="1905"/>
                    <a:pt x="603129" y="2667"/>
                  </a:cubicBezTo>
                  <a:cubicBezTo>
                    <a:pt x="603129" y="4000"/>
                    <a:pt x="601224" y="6477"/>
                    <a:pt x="601605" y="7715"/>
                  </a:cubicBezTo>
                  <a:cubicBezTo>
                    <a:pt x="601890" y="9049"/>
                    <a:pt x="604938" y="10382"/>
                    <a:pt x="605415" y="11716"/>
                  </a:cubicBezTo>
                  <a:cubicBezTo>
                    <a:pt x="605891" y="12954"/>
                    <a:pt x="605510" y="15811"/>
                    <a:pt x="605224" y="17050"/>
                  </a:cubicBezTo>
                  <a:cubicBezTo>
                    <a:pt x="605034" y="17907"/>
                    <a:pt x="603986" y="19526"/>
                    <a:pt x="603986" y="20479"/>
                  </a:cubicBezTo>
                  <a:cubicBezTo>
                    <a:pt x="603986" y="21146"/>
                    <a:pt x="604176" y="22669"/>
                    <a:pt x="604653" y="23146"/>
                  </a:cubicBezTo>
                  <a:cubicBezTo>
                    <a:pt x="605796" y="24384"/>
                    <a:pt x="609225" y="24765"/>
                    <a:pt x="610749" y="25432"/>
                  </a:cubicBezTo>
                  <a:cubicBezTo>
                    <a:pt x="612177" y="26098"/>
                    <a:pt x="615130" y="27337"/>
                    <a:pt x="616368" y="28289"/>
                  </a:cubicBezTo>
                  <a:cubicBezTo>
                    <a:pt x="617797" y="29337"/>
                    <a:pt x="620464" y="32004"/>
                    <a:pt x="621322" y="33623"/>
                  </a:cubicBezTo>
                  <a:cubicBezTo>
                    <a:pt x="621798" y="34576"/>
                    <a:pt x="622464" y="36767"/>
                    <a:pt x="622464" y="37814"/>
                  </a:cubicBezTo>
                  <a:cubicBezTo>
                    <a:pt x="622560" y="38767"/>
                    <a:pt x="622179" y="40862"/>
                    <a:pt x="621798" y="41815"/>
                  </a:cubicBezTo>
                  <a:cubicBezTo>
                    <a:pt x="621322" y="42958"/>
                    <a:pt x="619512" y="44767"/>
                    <a:pt x="618940" y="45910"/>
                  </a:cubicBezTo>
                  <a:cubicBezTo>
                    <a:pt x="618178" y="47530"/>
                    <a:pt x="617511" y="50959"/>
                    <a:pt x="616845" y="52578"/>
                  </a:cubicBezTo>
                  <a:cubicBezTo>
                    <a:pt x="616083" y="54292"/>
                    <a:pt x="613416" y="57245"/>
                    <a:pt x="613035" y="59055"/>
                  </a:cubicBezTo>
                  <a:cubicBezTo>
                    <a:pt x="612273" y="62484"/>
                    <a:pt x="613416" y="69723"/>
                    <a:pt x="614273" y="73247"/>
                  </a:cubicBezTo>
                  <a:cubicBezTo>
                    <a:pt x="614749" y="75343"/>
                    <a:pt x="617130" y="78962"/>
                    <a:pt x="617702" y="81058"/>
                  </a:cubicBezTo>
                  <a:cubicBezTo>
                    <a:pt x="618273" y="83153"/>
                    <a:pt x="618178" y="87630"/>
                    <a:pt x="618845" y="89725"/>
                  </a:cubicBezTo>
                  <a:cubicBezTo>
                    <a:pt x="619226" y="90869"/>
                    <a:pt x="620369" y="92964"/>
                    <a:pt x="621131" y="93821"/>
                  </a:cubicBezTo>
                  <a:cubicBezTo>
                    <a:pt x="621988" y="94869"/>
                    <a:pt x="624750" y="95821"/>
                    <a:pt x="625513" y="96965"/>
                  </a:cubicBezTo>
                  <a:cubicBezTo>
                    <a:pt x="626465" y="98488"/>
                    <a:pt x="626370" y="102298"/>
                    <a:pt x="626751" y="104013"/>
                  </a:cubicBezTo>
                  <a:cubicBezTo>
                    <a:pt x="627417" y="106680"/>
                    <a:pt x="628560" y="112109"/>
                    <a:pt x="629989" y="114300"/>
                  </a:cubicBezTo>
                  <a:cubicBezTo>
                    <a:pt x="630751" y="115443"/>
                    <a:pt x="633037" y="117158"/>
                    <a:pt x="634180" y="118015"/>
                  </a:cubicBezTo>
                  <a:cubicBezTo>
                    <a:pt x="636276" y="119443"/>
                    <a:pt x="640848" y="121729"/>
                    <a:pt x="643134" y="122682"/>
                  </a:cubicBezTo>
                  <a:cubicBezTo>
                    <a:pt x="645324" y="123634"/>
                    <a:pt x="649801" y="125349"/>
                    <a:pt x="652182" y="125825"/>
                  </a:cubicBezTo>
                  <a:cubicBezTo>
                    <a:pt x="655421" y="126492"/>
                    <a:pt x="662088" y="126301"/>
                    <a:pt x="665327" y="126968"/>
                  </a:cubicBezTo>
                  <a:cubicBezTo>
                    <a:pt x="667137" y="127349"/>
                    <a:pt x="670851" y="128207"/>
                    <a:pt x="672280" y="129350"/>
                  </a:cubicBezTo>
                  <a:cubicBezTo>
                    <a:pt x="674185" y="130874"/>
                    <a:pt x="675995" y="135541"/>
                    <a:pt x="677233" y="137541"/>
                  </a:cubicBezTo>
                  <a:cubicBezTo>
                    <a:pt x="677995" y="138875"/>
                    <a:pt x="679805" y="141446"/>
                    <a:pt x="680376" y="142875"/>
                  </a:cubicBezTo>
                  <a:cubicBezTo>
                    <a:pt x="680757" y="143923"/>
                    <a:pt x="681519" y="146113"/>
                    <a:pt x="681329" y="147257"/>
                  </a:cubicBezTo>
                  <a:cubicBezTo>
                    <a:pt x="681329" y="147352"/>
                    <a:pt x="681234" y="147542"/>
                    <a:pt x="681234" y="147638"/>
                  </a:cubicBezTo>
                  <a:cubicBezTo>
                    <a:pt x="680948" y="148495"/>
                    <a:pt x="680091" y="149638"/>
                    <a:pt x="680091" y="150304"/>
                  </a:cubicBezTo>
                  <a:cubicBezTo>
                    <a:pt x="679995" y="151067"/>
                    <a:pt x="680281" y="152591"/>
                    <a:pt x="680662" y="153162"/>
                  </a:cubicBezTo>
                  <a:cubicBezTo>
                    <a:pt x="681519" y="154400"/>
                    <a:pt x="684186" y="155829"/>
                    <a:pt x="685425" y="156400"/>
                  </a:cubicBezTo>
                  <a:cubicBezTo>
                    <a:pt x="686187" y="156782"/>
                    <a:pt x="688092" y="156782"/>
                    <a:pt x="688854" y="157258"/>
                  </a:cubicBezTo>
                  <a:cubicBezTo>
                    <a:pt x="689997" y="157829"/>
                    <a:pt x="691616" y="159925"/>
                    <a:pt x="692664" y="160496"/>
                  </a:cubicBezTo>
                  <a:cubicBezTo>
                    <a:pt x="693997" y="161258"/>
                    <a:pt x="696950" y="161734"/>
                    <a:pt x="698379" y="162306"/>
                  </a:cubicBezTo>
                  <a:cubicBezTo>
                    <a:pt x="700284" y="163163"/>
                    <a:pt x="703808" y="165259"/>
                    <a:pt x="705427" y="166592"/>
                  </a:cubicBezTo>
                  <a:cubicBezTo>
                    <a:pt x="706856" y="167735"/>
                    <a:pt x="709999" y="170212"/>
                    <a:pt x="710571" y="171926"/>
                  </a:cubicBezTo>
                  <a:cubicBezTo>
                    <a:pt x="711142" y="173736"/>
                    <a:pt x="708856" y="177546"/>
                    <a:pt x="709047" y="179451"/>
                  </a:cubicBezTo>
                  <a:cubicBezTo>
                    <a:pt x="709142" y="181261"/>
                    <a:pt x="710285" y="184690"/>
                    <a:pt x="711333" y="186118"/>
                  </a:cubicBezTo>
                  <a:cubicBezTo>
                    <a:pt x="712380" y="187547"/>
                    <a:pt x="715524" y="189547"/>
                    <a:pt x="717143" y="190405"/>
                  </a:cubicBezTo>
                  <a:cubicBezTo>
                    <a:pt x="718476" y="191167"/>
                    <a:pt x="721334" y="192119"/>
                    <a:pt x="722763" y="192500"/>
                  </a:cubicBezTo>
                  <a:cubicBezTo>
                    <a:pt x="724477" y="193072"/>
                    <a:pt x="728097" y="193548"/>
                    <a:pt x="729811" y="194215"/>
                  </a:cubicBezTo>
                  <a:cubicBezTo>
                    <a:pt x="731240" y="194786"/>
                    <a:pt x="734097" y="196310"/>
                    <a:pt x="735336" y="197358"/>
                  </a:cubicBezTo>
                  <a:cubicBezTo>
                    <a:pt x="736383" y="198120"/>
                    <a:pt x="737812" y="200311"/>
                    <a:pt x="738860" y="201073"/>
                  </a:cubicBezTo>
                  <a:cubicBezTo>
                    <a:pt x="739717" y="201644"/>
                    <a:pt x="742003" y="202121"/>
                    <a:pt x="742670" y="202883"/>
                  </a:cubicBezTo>
                  <a:cubicBezTo>
                    <a:pt x="743527" y="203930"/>
                    <a:pt x="743908" y="206502"/>
                    <a:pt x="743908" y="207835"/>
                  </a:cubicBezTo>
                  <a:cubicBezTo>
                    <a:pt x="744003" y="209264"/>
                    <a:pt x="742384" y="212122"/>
                    <a:pt x="742956" y="213455"/>
                  </a:cubicBezTo>
                  <a:cubicBezTo>
                    <a:pt x="743432" y="214598"/>
                    <a:pt x="746289" y="215455"/>
                    <a:pt x="746861" y="216599"/>
                  </a:cubicBezTo>
                  <a:cubicBezTo>
                    <a:pt x="747813" y="218218"/>
                    <a:pt x="748004" y="222123"/>
                    <a:pt x="747623" y="223933"/>
                  </a:cubicBezTo>
                  <a:cubicBezTo>
                    <a:pt x="747337" y="225171"/>
                    <a:pt x="744861" y="226885"/>
                    <a:pt x="744765" y="228219"/>
                  </a:cubicBezTo>
                  <a:cubicBezTo>
                    <a:pt x="744670" y="229362"/>
                    <a:pt x="746385" y="231172"/>
                    <a:pt x="746575" y="232315"/>
                  </a:cubicBezTo>
                  <a:cubicBezTo>
                    <a:pt x="746956" y="233934"/>
                    <a:pt x="746575" y="237458"/>
                    <a:pt x="746289" y="239078"/>
                  </a:cubicBezTo>
                  <a:cubicBezTo>
                    <a:pt x="746099" y="240506"/>
                    <a:pt x="744956" y="243268"/>
                    <a:pt x="744765" y="244697"/>
                  </a:cubicBezTo>
                  <a:cubicBezTo>
                    <a:pt x="744480" y="246317"/>
                    <a:pt x="745147" y="249841"/>
                    <a:pt x="744384" y="251365"/>
                  </a:cubicBezTo>
                  <a:cubicBezTo>
                    <a:pt x="743813" y="252413"/>
                    <a:pt x="741241" y="253460"/>
                    <a:pt x="740289" y="254222"/>
                  </a:cubicBezTo>
                  <a:cubicBezTo>
                    <a:pt x="739241" y="254984"/>
                    <a:pt x="737241" y="256699"/>
                    <a:pt x="736288" y="257651"/>
                  </a:cubicBezTo>
                  <a:cubicBezTo>
                    <a:pt x="735050" y="258889"/>
                    <a:pt x="732478" y="261271"/>
                    <a:pt x="731907" y="262890"/>
                  </a:cubicBezTo>
                  <a:cubicBezTo>
                    <a:pt x="731430" y="264224"/>
                    <a:pt x="732288" y="267176"/>
                    <a:pt x="731907" y="268510"/>
                  </a:cubicBezTo>
                  <a:cubicBezTo>
                    <a:pt x="731526" y="269748"/>
                    <a:pt x="729430" y="271653"/>
                    <a:pt x="729049" y="272891"/>
                  </a:cubicBezTo>
                  <a:cubicBezTo>
                    <a:pt x="728668" y="274130"/>
                    <a:pt x="728954" y="276701"/>
                    <a:pt x="729240" y="278035"/>
                  </a:cubicBezTo>
                  <a:cubicBezTo>
                    <a:pt x="729335" y="278701"/>
                    <a:pt x="730097" y="280035"/>
                    <a:pt x="730192" y="280702"/>
                  </a:cubicBezTo>
                  <a:cubicBezTo>
                    <a:pt x="730478" y="281940"/>
                    <a:pt x="730668" y="284607"/>
                    <a:pt x="730383" y="285750"/>
                  </a:cubicBezTo>
                  <a:cubicBezTo>
                    <a:pt x="730097" y="286798"/>
                    <a:pt x="728859" y="288798"/>
                    <a:pt x="728001" y="289465"/>
                  </a:cubicBezTo>
                  <a:cubicBezTo>
                    <a:pt x="727144" y="290132"/>
                    <a:pt x="724668" y="289941"/>
                    <a:pt x="723715" y="290417"/>
                  </a:cubicBezTo>
                  <a:cubicBezTo>
                    <a:pt x="722667" y="291084"/>
                    <a:pt x="720953" y="292989"/>
                    <a:pt x="720286" y="294132"/>
                  </a:cubicBezTo>
                  <a:cubicBezTo>
                    <a:pt x="719810" y="295084"/>
                    <a:pt x="720000" y="297466"/>
                    <a:pt x="719238" y="298228"/>
                  </a:cubicBezTo>
                  <a:cubicBezTo>
                    <a:pt x="718286" y="299180"/>
                    <a:pt x="715428" y="299371"/>
                    <a:pt x="714190" y="299466"/>
                  </a:cubicBezTo>
                  <a:cubicBezTo>
                    <a:pt x="712952" y="299561"/>
                    <a:pt x="710475" y="299180"/>
                    <a:pt x="709237" y="299180"/>
                  </a:cubicBezTo>
                  <a:cubicBezTo>
                    <a:pt x="708189" y="299180"/>
                    <a:pt x="706094" y="298799"/>
                    <a:pt x="705141" y="299180"/>
                  </a:cubicBezTo>
                  <a:cubicBezTo>
                    <a:pt x="704094" y="299561"/>
                    <a:pt x="702474" y="301276"/>
                    <a:pt x="701903" y="302133"/>
                  </a:cubicBezTo>
                  <a:cubicBezTo>
                    <a:pt x="700855" y="303657"/>
                    <a:pt x="700379" y="307658"/>
                    <a:pt x="699045" y="308896"/>
                  </a:cubicBezTo>
                  <a:cubicBezTo>
                    <a:pt x="697426" y="310515"/>
                    <a:pt x="692664" y="311944"/>
                    <a:pt x="690378" y="312610"/>
                  </a:cubicBezTo>
                  <a:cubicBezTo>
                    <a:pt x="688949" y="312992"/>
                    <a:pt x="685806" y="313468"/>
                    <a:pt x="684282" y="313468"/>
                  </a:cubicBezTo>
                  <a:cubicBezTo>
                    <a:pt x="682567" y="313468"/>
                    <a:pt x="679138" y="312515"/>
                    <a:pt x="677519" y="312801"/>
                  </a:cubicBezTo>
                  <a:cubicBezTo>
                    <a:pt x="676090" y="312992"/>
                    <a:pt x="673233" y="314039"/>
                    <a:pt x="671994" y="314801"/>
                  </a:cubicBezTo>
                  <a:cubicBezTo>
                    <a:pt x="670661" y="315563"/>
                    <a:pt x="668756" y="318421"/>
                    <a:pt x="667327" y="318897"/>
                  </a:cubicBezTo>
                  <a:cubicBezTo>
                    <a:pt x="666089" y="319373"/>
                    <a:pt x="663326" y="318897"/>
                    <a:pt x="661993" y="318707"/>
                  </a:cubicBezTo>
                  <a:cubicBezTo>
                    <a:pt x="661136" y="318611"/>
                    <a:pt x="659517" y="317659"/>
                    <a:pt x="658755" y="318040"/>
                  </a:cubicBezTo>
                  <a:cubicBezTo>
                    <a:pt x="657993" y="318325"/>
                    <a:pt x="657421" y="320230"/>
                    <a:pt x="656755" y="320707"/>
                  </a:cubicBezTo>
                  <a:cubicBezTo>
                    <a:pt x="655802" y="321374"/>
                    <a:pt x="653040" y="321183"/>
                    <a:pt x="652373" y="322135"/>
                  </a:cubicBezTo>
                  <a:cubicBezTo>
                    <a:pt x="651516" y="323279"/>
                    <a:pt x="652087" y="326326"/>
                    <a:pt x="652087" y="327660"/>
                  </a:cubicBezTo>
                  <a:cubicBezTo>
                    <a:pt x="651992" y="329375"/>
                    <a:pt x="652182" y="332804"/>
                    <a:pt x="651897" y="334423"/>
                  </a:cubicBezTo>
                  <a:cubicBezTo>
                    <a:pt x="651706" y="335756"/>
                    <a:pt x="651230" y="338328"/>
                    <a:pt x="650754" y="339566"/>
                  </a:cubicBezTo>
                  <a:cubicBezTo>
                    <a:pt x="650373" y="340424"/>
                    <a:pt x="649039" y="341947"/>
                    <a:pt x="648658" y="342805"/>
                  </a:cubicBezTo>
                  <a:cubicBezTo>
                    <a:pt x="647896" y="344234"/>
                    <a:pt x="645991" y="347186"/>
                    <a:pt x="646277" y="348710"/>
                  </a:cubicBezTo>
                  <a:cubicBezTo>
                    <a:pt x="646372" y="349758"/>
                    <a:pt x="647896" y="351282"/>
                    <a:pt x="648658" y="351949"/>
                  </a:cubicBezTo>
                  <a:cubicBezTo>
                    <a:pt x="649515" y="352711"/>
                    <a:pt x="651801" y="353568"/>
                    <a:pt x="652563" y="354521"/>
                  </a:cubicBezTo>
                  <a:cubicBezTo>
                    <a:pt x="653421" y="355473"/>
                    <a:pt x="653992" y="358045"/>
                    <a:pt x="654659" y="359188"/>
                  </a:cubicBezTo>
                  <a:cubicBezTo>
                    <a:pt x="655230" y="360140"/>
                    <a:pt x="656183" y="362236"/>
                    <a:pt x="657231" y="362617"/>
                  </a:cubicBezTo>
                  <a:cubicBezTo>
                    <a:pt x="658278" y="362998"/>
                    <a:pt x="660564" y="361188"/>
                    <a:pt x="661612" y="361664"/>
                  </a:cubicBezTo>
                  <a:cubicBezTo>
                    <a:pt x="662469" y="362045"/>
                    <a:pt x="663326" y="364046"/>
                    <a:pt x="663898" y="364808"/>
                  </a:cubicBezTo>
                  <a:cubicBezTo>
                    <a:pt x="664565" y="365665"/>
                    <a:pt x="666375" y="367189"/>
                    <a:pt x="666851" y="368237"/>
                  </a:cubicBezTo>
                  <a:cubicBezTo>
                    <a:pt x="667518" y="369665"/>
                    <a:pt x="667708" y="372999"/>
                    <a:pt x="667994" y="374618"/>
                  </a:cubicBezTo>
                  <a:cubicBezTo>
                    <a:pt x="668280" y="376618"/>
                    <a:pt x="668470" y="380619"/>
                    <a:pt x="668661" y="382524"/>
                  </a:cubicBezTo>
                  <a:cubicBezTo>
                    <a:pt x="668851" y="384524"/>
                    <a:pt x="669423" y="388620"/>
                    <a:pt x="669518" y="390620"/>
                  </a:cubicBezTo>
                  <a:cubicBezTo>
                    <a:pt x="669613" y="391859"/>
                    <a:pt x="669613" y="394525"/>
                    <a:pt x="669232" y="395764"/>
                  </a:cubicBezTo>
                  <a:cubicBezTo>
                    <a:pt x="668851" y="397097"/>
                    <a:pt x="667137" y="399193"/>
                    <a:pt x="666280" y="400336"/>
                  </a:cubicBezTo>
                  <a:cubicBezTo>
                    <a:pt x="665136" y="401764"/>
                    <a:pt x="662374" y="404241"/>
                    <a:pt x="661136" y="405670"/>
                  </a:cubicBezTo>
                  <a:cubicBezTo>
                    <a:pt x="659612" y="407575"/>
                    <a:pt x="656088" y="411194"/>
                    <a:pt x="655516" y="413575"/>
                  </a:cubicBezTo>
                  <a:cubicBezTo>
                    <a:pt x="655040" y="415480"/>
                    <a:pt x="656564" y="419291"/>
                    <a:pt x="656373" y="421196"/>
                  </a:cubicBezTo>
                  <a:cubicBezTo>
                    <a:pt x="656278" y="422243"/>
                    <a:pt x="655230" y="424243"/>
                    <a:pt x="654945" y="425291"/>
                  </a:cubicBezTo>
                  <a:cubicBezTo>
                    <a:pt x="654659" y="426244"/>
                    <a:pt x="654088" y="428054"/>
                    <a:pt x="654278" y="428911"/>
                  </a:cubicBezTo>
                  <a:cubicBezTo>
                    <a:pt x="654373" y="430149"/>
                    <a:pt x="655992" y="432149"/>
                    <a:pt x="656088" y="433292"/>
                  </a:cubicBezTo>
                  <a:cubicBezTo>
                    <a:pt x="656278" y="434626"/>
                    <a:pt x="655897" y="437483"/>
                    <a:pt x="655135" y="438531"/>
                  </a:cubicBezTo>
                  <a:cubicBezTo>
                    <a:pt x="654564" y="439293"/>
                    <a:pt x="652373" y="439674"/>
                    <a:pt x="651611" y="440246"/>
                  </a:cubicBezTo>
                  <a:cubicBezTo>
                    <a:pt x="650277" y="441103"/>
                    <a:pt x="648372" y="443770"/>
                    <a:pt x="646944" y="444341"/>
                  </a:cubicBezTo>
                  <a:cubicBezTo>
                    <a:pt x="645420" y="445008"/>
                    <a:pt x="641895" y="444532"/>
                    <a:pt x="640276" y="444913"/>
                  </a:cubicBezTo>
                  <a:cubicBezTo>
                    <a:pt x="638371" y="445294"/>
                    <a:pt x="634561" y="446437"/>
                    <a:pt x="632751" y="447294"/>
                  </a:cubicBezTo>
                  <a:cubicBezTo>
                    <a:pt x="631132" y="448151"/>
                    <a:pt x="628275" y="450342"/>
                    <a:pt x="627132" y="451675"/>
                  </a:cubicBezTo>
                  <a:cubicBezTo>
                    <a:pt x="625893" y="453104"/>
                    <a:pt x="623703" y="456343"/>
                    <a:pt x="623131" y="458153"/>
                  </a:cubicBezTo>
                  <a:cubicBezTo>
                    <a:pt x="622845" y="459200"/>
                    <a:pt x="622464" y="461772"/>
                    <a:pt x="623131" y="462629"/>
                  </a:cubicBezTo>
                  <a:cubicBezTo>
                    <a:pt x="623893" y="463772"/>
                    <a:pt x="627227" y="463582"/>
                    <a:pt x="628084" y="464630"/>
                  </a:cubicBezTo>
                  <a:cubicBezTo>
                    <a:pt x="629227" y="465963"/>
                    <a:pt x="629799" y="469678"/>
                    <a:pt x="629799" y="471392"/>
                  </a:cubicBezTo>
                  <a:cubicBezTo>
                    <a:pt x="629799" y="472916"/>
                    <a:pt x="628180" y="475679"/>
                    <a:pt x="628084" y="477203"/>
                  </a:cubicBezTo>
                  <a:cubicBezTo>
                    <a:pt x="628084" y="478536"/>
                    <a:pt x="629608" y="481108"/>
                    <a:pt x="629227" y="482441"/>
                  </a:cubicBezTo>
                  <a:cubicBezTo>
                    <a:pt x="628941" y="483394"/>
                    <a:pt x="627227" y="484632"/>
                    <a:pt x="626560" y="485299"/>
                  </a:cubicBezTo>
                  <a:cubicBezTo>
                    <a:pt x="625703" y="486061"/>
                    <a:pt x="623607" y="487109"/>
                    <a:pt x="622845" y="487966"/>
                  </a:cubicBezTo>
                  <a:cubicBezTo>
                    <a:pt x="622655" y="488156"/>
                    <a:pt x="622464" y="488442"/>
                    <a:pt x="622274" y="488728"/>
                  </a:cubicBezTo>
                  <a:cubicBezTo>
                    <a:pt x="620845" y="487966"/>
                    <a:pt x="619226" y="487204"/>
                    <a:pt x="618273" y="486918"/>
                  </a:cubicBezTo>
                  <a:cubicBezTo>
                    <a:pt x="617607" y="486728"/>
                    <a:pt x="616273" y="487109"/>
                    <a:pt x="615701" y="486728"/>
                  </a:cubicBezTo>
                  <a:cubicBezTo>
                    <a:pt x="615035" y="486346"/>
                    <a:pt x="614749" y="484632"/>
                    <a:pt x="614178" y="484156"/>
                  </a:cubicBezTo>
                  <a:cubicBezTo>
                    <a:pt x="613416" y="483489"/>
                    <a:pt x="610939" y="483584"/>
                    <a:pt x="610368" y="482632"/>
                  </a:cubicBezTo>
                  <a:cubicBezTo>
                    <a:pt x="609796" y="481775"/>
                    <a:pt x="610844" y="479488"/>
                    <a:pt x="610653" y="478536"/>
                  </a:cubicBezTo>
                  <a:cubicBezTo>
                    <a:pt x="610463" y="477774"/>
                    <a:pt x="609606" y="476155"/>
                    <a:pt x="608939" y="475774"/>
                  </a:cubicBezTo>
                  <a:cubicBezTo>
                    <a:pt x="608177" y="475297"/>
                    <a:pt x="606272" y="475774"/>
                    <a:pt x="605510" y="475679"/>
                  </a:cubicBezTo>
                  <a:cubicBezTo>
                    <a:pt x="604843" y="475583"/>
                    <a:pt x="603319" y="475297"/>
                    <a:pt x="602843" y="474726"/>
                  </a:cubicBezTo>
                  <a:cubicBezTo>
                    <a:pt x="602176" y="473774"/>
                    <a:pt x="603414" y="471011"/>
                    <a:pt x="602652" y="470154"/>
                  </a:cubicBezTo>
                  <a:cubicBezTo>
                    <a:pt x="602081" y="469583"/>
                    <a:pt x="599985" y="470154"/>
                    <a:pt x="599319" y="469678"/>
                  </a:cubicBezTo>
                  <a:cubicBezTo>
                    <a:pt x="598461" y="469011"/>
                    <a:pt x="598271" y="466630"/>
                    <a:pt x="597890" y="465677"/>
                  </a:cubicBezTo>
                  <a:cubicBezTo>
                    <a:pt x="597604" y="464915"/>
                    <a:pt x="597223" y="463105"/>
                    <a:pt x="596556" y="462629"/>
                  </a:cubicBezTo>
                  <a:cubicBezTo>
                    <a:pt x="595604" y="462058"/>
                    <a:pt x="593127" y="462915"/>
                    <a:pt x="592080" y="462534"/>
                  </a:cubicBezTo>
                  <a:cubicBezTo>
                    <a:pt x="591222" y="462248"/>
                    <a:pt x="589603" y="461010"/>
                    <a:pt x="589127" y="460153"/>
                  </a:cubicBezTo>
                  <a:cubicBezTo>
                    <a:pt x="588460" y="459105"/>
                    <a:pt x="589127" y="456247"/>
                    <a:pt x="588365" y="455200"/>
                  </a:cubicBezTo>
                  <a:cubicBezTo>
                    <a:pt x="587698" y="454247"/>
                    <a:pt x="584269" y="453104"/>
                    <a:pt x="584269" y="453104"/>
                  </a:cubicBezTo>
                  <a:cubicBezTo>
                    <a:pt x="584269" y="453104"/>
                    <a:pt x="545693" y="458343"/>
                    <a:pt x="532834" y="459867"/>
                  </a:cubicBezTo>
                  <a:cubicBezTo>
                    <a:pt x="506164" y="463105"/>
                    <a:pt x="452634" y="468535"/>
                    <a:pt x="425964" y="470916"/>
                  </a:cubicBezTo>
                  <a:cubicBezTo>
                    <a:pt x="399008" y="473392"/>
                    <a:pt x="345001" y="477107"/>
                    <a:pt x="318045" y="479393"/>
                  </a:cubicBezTo>
                  <a:cubicBezTo>
                    <a:pt x="304996" y="480441"/>
                    <a:pt x="278993" y="483108"/>
                    <a:pt x="265944" y="483870"/>
                  </a:cubicBezTo>
                  <a:cubicBezTo>
                    <a:pt x="252990" y="484632"/>
                    <a:pt x="227082" y="485108"/>
                    <a:pt x="214128" y="485584"/>
                  </a:cubicBezTo>
                  <a:cubicBezTo>
                    <a:pt x="191649" y="486251"/>
                    <a:pt x="130213" y="488156"/>
                    <a:pt x="114496" y="488633"/>
                  </a:cubicBezTo>
                  <a:cubicBezTo>
                    <a:pt x="114972" y="487775"/>
                    <a:pt x="115734" y="486442"/>
                    <a:pt x="115734" y="485584"/>
                  </a:cubicBezTo>
                  <a:cubicBezTo>
                    <a:pt x="115734" y="484632"/>
                    <a:pt x="114496" y="483013"/>
                    <a:pt x="114115" y="482155"/>
                  </a:cubicBezTo>
                  <a:cubicBezTo>
                    <a:pt x="113448" y="480727"/>
                    <a:pt x="112686" y="477393"/>
                    <a:pt x="111258" y="476631"/>
                  </a:cubicBezTo>
                  <a:cubicBezTo>
                    <a:pt x="110305" y="476155"/>
                    <a:pt x="108019" y="477393"/>
                    <a:pt x="106971" y="477107"/>
                  </a:cubicBezTo>
                  <a:cubicBezTo>
                    <a:pt x="106305" y="476917"/>
                    <a:pt x="105257" y="475869"/>
                    <a:pt x="104876" y="475297"/>
                  </a:cubicBezTo>
                  <a:cubicBezTo>
                    <a:pt x="104114" y="474155"/>
                    <a:pt x="104114" y="471202"/>
                    <a:pt x="103161" y="470249"/>
                  </a:cubicBezTo>
                  <a:cubicBezTo>
                    <a:pt x="102590" y="469678"/>
                    <a:pt x="100780" y="469773"/>
                    <a:pt x="100209" y="469297"/>
                  </a:cubicBezTo>
                  <a:cubicBezTo>
                    <a:pt x="99732" y="468821"/>
                    <a:pt x="99256" y="467582"/>
                    <a:pt x="99256" y="466916"/>
                  </a:cubicBezTo>
                  <a:cubicBezTo>
                    <a:pt x="99351" y="465677"/>
                    <a:pt x="100780" y="463487"/>
                    <a:pt x="101542" y="462534"/>
                  </a:cubicBezTo>
                  <a:cubicBezTo>
                    <a:pt x="101923" y="462058"/>
                    <a:pt x="103257" y="461296"/>
                    <a:pt x="103638" y="460724"/>
                  </a:cubicBezTo>
                  <a:cubicBezTo>
                    <a:pt x="104114" y="460058"/>
                    <a:pt x="104971" y="458534"/>
                    <a:pt x="104876" y="457676"/>
                  </a:cubicBezTo>
                  <a:cubicBezTo>
                    <a:pt x="104876" y="456724"/>
                    <a:pt x="103447" y="455105"/>
                    <a:pt x="103352" y="454247"/>
                  </a:cubicBezTo>
                  <a:cubicBezTo>
                    <a:pt x="103257" y="453295"/>
                    <a:pt x="104019" y="451390"/>
                    <a:pt x="103923" y="450533"/>
                  </a:cubicBezTo>
                  <a:cubicBezTo>
                    <a:pt x="103828" y="449675"/>
                    <a:pt x="102495" y="448246"/>
                    <a:pt x="102495" y="447389"/>
                  </a:cubicBezTo>
                  <a:cubicBezTo>
                    <a:pt x="102590" y="446532"/>
                    <a:pt x="103447" y="445103"/>
                    <a:pt x="104114" y="444532"/>
                  </a:cubicBezTo>
                  <a:cubicBezTo>
                    <a:pt x="104590" y="444151"/>
                    <a:pt x="106209" y="444341"/>
                    <a:pt x="106686" y="443865"/>
                  </a:cubicBezTo>
                  <a:cubicBezTo>
                    <a:pt x="107257" y="443198"/>
                    <a:pt x="107448" y="441293"/>
                    <a:pt x="107257" y="440436"/>
                  </a:cubicBezTo>
                  <a:cubicBezTo>
                    <a:pt x="107162" y="439674"/>
                    <a:pt x="106400" y="438245"/>
                    <a:pt x="105924" y="437674"/>
                  </a:cubicBezTo>
                  <a:cubicBezTo>
                    <a:pt x="105447" y="437102"/>
                    <a:pt x="103923" y="436721"/>
                    <a:pt x="103542" y="436150"/>
                  </a:cubicBezTo>
                  <a:cubicBezTo>
                    <a:pt x="102971" y="435388"/>
                    <a:pt x="102876" y="433483"/>
                    <a:pt x="102876" y="432530"/>
                  </a:cubicBezTo>
                  <a:cubicBezTo>
                    <a:pt x="102780" y="431387"/>
                    <a:pt x="103352" y="428911"/>
                    <a:pt x="102876" y="427863"/>
                  </a:cubicBezTo>
                  <a:cubicBezTo>
                    <a:pt x="102590" y="427101"/>
                    <a:pt x="101161" y="426339"/>
                    <a:pt x="100590" y="425767"/>
                  </a:cubicBezTo>
                  <a:cubicBezTo>
                    <a:pt x="100113" y="425196"/>
                    <a:pt x="98780" y="424339"/>
                    <a:pt x="98684" y="423577"/>
                  </a:cubicBezTo>
                  <a:cubicBezTo>
                    <a:pt x="98589" y="422720"/>
                    <a:pt x="100304" y="421291"/>
                    <a:pt x="100209" y="420434"/>
                  </a:cubicBezTo>
                  <a:cubicBezTo>
                    <a:pt x="100209" y="419767"/>
                    <a:pt x="99161" y="418624"/>
                    <a:pt x="98780" y="418147"/>
                  </a:cubicBezTo>
                  <a:cubicBezTo>
                    <a:pt x="98399" y="417671"/>
                    <a:pt x="97256" y="416909"/>
                    <a:pt x="97161" y="416242"/>
                  </a:cubicBezTo>
                  <a:cubicBezTo>
                    <a:pt x="96970" y="415290"/>
                    <a:pt x="98589" y="413766"/>
                    <a:pt x="98780" y="412813"/>
                  </a:cubicBezTo>
                  <a:cubicBezTo>
                    <a:pt x="99161" y="411289"/>
                    <a:pt x="99447" y="408146"/>
                    <a:pt x="98970" y="406622"/>
                  </a:cubicBezTo>
                  <a:cubicBezTo>
                    <a:pt x="98684" y="405670"/>
                    <a:pt x="96589" y="404241"/>
                    <a:pt x="96589" y="403193"/>
                  </a:cubicBezTo>
                  <a:cubicBezTo>
                    <a:pt x="96589" y="402431"/>
                    <a:pt x="97351" y="400907"/>
                    <a:pt x="98018" y="400526"/>
                  </a:cubicBezTo>
                  <a:cubicBezTo>
                    <a:pt x="98875" y="399859"/>
                    <a:pt x="101828" y="400812"/>
                    <a:pt x="102304" y="399859"/>
                  </a:cubicBezTo>
                  <a:cubicBezTo>
                    <a:pt x="102876" y="398812"/>
                    <a:pt x="101447" y="396145"/>
                    <a:pt x="100494" y="395383"/>
                  </a:cubicBezTo>
                  <a:cubicBezTo>
                    <a:pt x="99923" y="394907"/>
                    <a:pt x="98399" y="394525"/>
                    <a:pt x="97637" y="394716"/>
                  </a:cubicBezTo>
                  <a:cubicBezTo>
                    <a:pt x="96970" y="394907"/>
                    <a:pt x="96303" y="396526"/>
                    <a:pt x="95637" y="396716"/>
                  </a:cubicBezTo>
                  <a:cubicBezTo>
                    <a:pt x="94779" y="397097"/>
                    <a:pt x="92589" y="397097"/>
                    <a:pt x="91922" y="396526"/>
                  </a:cubicBezTo>
                  <a:cubicBezTo>
                    <a:pt x="91065" y="395764"/>
                    <a:pt x="90588" y="393097"/>
                    <a:pt x="90874" y="391954"/>
                  </a:cubicBezTo>
                  <a:cubicBezTo>
                    <a:pt x="91065" y="391287"/>
                    <a:pt x="92589" y="390525"/>
                    <a:pt x="92684" y="389858"/>
                  </a:cubicBezTo>
                  <a:cubicBezTo>
                    <a:pt x="92970" y="388620"/>
                    <a:pt x="90779" y="386239"/>
                    <a:pt x="91255" y="385000"/>
                  </a:cubicBezTo>
                  <a:cubicBezTo>
                    <a:pt x="91446" y="384334"/>
                    <a:pt x="92874" y="383476"/>
                    <a:pt x="93541" y="383096"/>
                  </a:cubicBezTo>
                  <a:cubicBezTo>
                    <a:pt x="94208" y="382714"/>
                    <a:pt x="96113" y="382619"/>
                    <a:pt x="96589" y="381953"/>
                  </a:cubicBezTo>
                  <a:cubicBezTo>
                    <a:pt x="97161" y="381191"/>
                    <a:pt x="97446" y="379000"/>
                    <a:pt x="97065" y="378047"/>
                  </a:cubicBezTo>
                  <a:cubicBezTo>
                    <a:pt x="96780" y="377190"/>
                    <a:pt x="95256" y="375952"/>
                    <a:pt x="94494" y="375666"/>
                  </a:cubicBezTo>
                  <a:cubicBezTo>
                    <a:pt x="93732" y="375475"/>
                    <a:pt x="92303" y="376523"/>
                    <a:pt x="91541" y="376333"/>
                  </a:cubicBezTo>
                  <a:cubicBezTo>
                    <a:pt x="90588" y="376142"/>
                    <a:pt x="88969" y="374809"/>
                    <a:pt x="88302" y="374142"/>
                  </a:cubicBezTo>
                  <a:cubicBezTo>
                    <a:pt x="87826" y="373666"/>
                    <a:pt x="86588" y="372332"/>
                    <a:pt x="86683" y="371570"/>
                  </a:cubicBezTo>
                  <a:cubicBezTo>
                    <a:pt x="86778" y="370618"/>
                    <a:pt x="88779" y="369570"/>
                    <a:pt x="89159" y="368713"/>
                  </a:cubicBezTo>
                  <a:cubicBezTo>
                    <a:pt x="89541" y="367760"/>
                    <a:pt x="89350" y="365665"/>
                    <a:pt x="89255" y="364617"/>
                  </a:cubicBezTo>
                  <a:cubicBezTo>
                    <a:pt x="89255" y="363284"/>
                    <a:pt x="88588" y="360521"/>
                    <a:pt x="88779" y="359188"/>
                  </a:cubicBezTo>
                  <a:cubicBezTo>
                    <a:pt x="88874" y="358140"/>
                    <a:pt x="90207" y="356140"/>
                    <a:pt x="90017" y="355092"/>
                  </a:cubicBezTo>
                  <a:cubicBezTo>
                    <a:pt x="89826" y="354139"/>
                    <a:pt x="88683" y="352330"/>
                    <a:pt x="87731" y="352044"/>
                  </a:cubicBezTo>
                  <a:cubicBezTo>
                    <a:pt x="86874" y="351758"/>
                    <a:pt x="85254" y="353092"/>
                    <a:pt x="84397" y="353187"/>
                  </a:cubicBezTo>
                  <a:cubicBezTo>
                    <a:pt x="83540" y="353282"/>
                    <a:pt x="81635" y="353378"/>
                    <a:pt x="80873" y="352901"/>
                  </a:cubicBezTo>
                  <a:cubicBezTo>
                    <a:pt x="80301" y="352616"/>
                    <a:pt x="79539" y="351472"/>
                    <a:pt x="79444" y="350806"/>
                  </a:cubicBezTo>
                  <a:cubicBezTo>
                    <a:pt x="79349" y="350139"/>
                    <a:pt x="80206" y="348996"/>
                    <a:pt x="80492" y="348425"/>
                  </a:cubicBezTo>
                  <a:cubicBezTo>
                    <a:pt x="80873" y="347758"/>
                    <a:pt x="81921" y="346710"/>
                    <a:pt x="82206" y="345948"/>
                  </a:cubicBezTo>
                  <a:cubicBezTo>
                    <a:pt x="82492" y="344996"/>
                    <a:pt x="82683" y="342805"/>
                    <a:pt x="82206" y="341947"/>
                  </a:cubicBezTo>
                  <a:cubicBezTo>
                    <a:pt x="81825" y="341185"/>
                    <a:pt x="80111" y="340138"/>
                    <a:pt x="79158" y="340138"/>
                  </a:cubicBezTo>
                  <a:cubicBezTo>
                    <a:pt x="78587" y="340138"/>
                    <a:pt x="77349" y="340805"/>
                    <a:pt x="77063" y="341376"/>
                  </a:cubicBezTo>
                  <a:cubicBezTo>
                    <a:pt x="76682" y="341852"/>
                    <a:pt x="76872" y="343186"/>
                    <a:pt x="76682" y="343757"/>
                  </a:cubicBezTo>
                  <a:cubicBezTo>
                    <a:pt x="76396" y="344519"/>
                    <a:pt x="76015" y="346424"/>
                    <a:pt x="75253" y="346615"/>
                  </a:cubicBezTo>
                  <a:cubicBezTo>
                    <a:pt x="74586" y="346805"/>
                    <a:pt x="73443" y="345662"/>
                    <a:pt x="72967" y="345186"/>
                  </a:cubicBezTo>
                  <a:cubicBezTo>
                    <a:pt x="72300" y="344519"/>
                    <a:pt x="71538" y="342709"/>
                    <a:pt x="70872" y="342043"/>
                  </a:cubicBezTo>
                  <a:cubicBezTo>
                    <a:pt x="70491" y="341567"/>
                    <a:pt x="68967" y="341090"/>
                    <a:pt x="68871" y="340424"/>
                  </a:cubicBezTo>
                  <a:cubicBezTo>
                    <a:pt x="68681" y="339090"/>
                    <a:pt x="71919" y="337375"/>
                    <a:pt x="71824" y="336137"/>
                  </a:cubicBezTo>
                  <a:cubicBezTo>
                    <a:pt x="71729" y="335375"/>
                    <a:pt x="70491" y="334423"/>
                    <a:pt x="69824" y="334042"/>
                  </a:cubicBezTo>
                  <a:cubicBezTo>
                    <a:pt x="69252" y="333661"/>
                    <a:pt x="67824" y="333470"/>
                    <a:pt x="67347" y="333089"/>
                  </a:cubicBezTo>
                  <a:cubicBezTo>
                    <a:pt x="66871" y="332613"/>
                    <a:pt x="65919" y="331184"/>
                    <a:pt x="66109" y="330422"/>
                  </a:cubicBezTo>
                  <a:cubicBezTo>
                    <a:pt x="66204" y="329851"/>
                    <a:pt x="67442" y="329279"/>
                    <a:pt x="67824" y="328803"/>
                  </a:cubicBezTo>
                  <a:cubicBezTo>
                    <a:pt x="68300" y="328232"/>
                    <a:pt x="69252" y="326898"/>
                    <a:pt x="69348" y="326136"/>
                  </a:cubicBezTo>
                  <a:cubicBezTo>
                    <a:pt x="69443" y="325469"/>
                    <a:pt x="69157" y="323945"/>
                    <a:pt x="68681" y="323374"/>
                  </a:cubicBezTo>
                  <a:cubicBezTo>
                    <a:pt x="68205" y="322802"/>
                    <a:pt x="66300" y="322517"/>
                    <a:pt x="65728" y="321945"/>
                  </a:cubicBezTo>
                  <a:cubicBezTo>
                    <a:pt x="65347" y="321564"/>
                    <a:pt x="64871" y="320612"/>
                    <a:pt x="64871" y="320040"/>
                  </a:cubicBezTo>
                  <a:cubicBezTo>
                    <a:pt x="64871" y="319564"/>
                    <a:pt x="65157" y="318421"/>
                    <a:pt x="65633" y="318135"/>
                  </a:cubicBezTo>
                  <a:cubicBezTo>
                    <a:pt x="66300" y="317659"/>
                    <a:pt x="68300" y="318230"/>
                    <a:pt x="69062" y="317945"/>
                  </a:cubicBezTo>
                  <a:cubicBezTo>
                    <a:pt x="69919" y="317563"/>
                    <a:pt x="71824" y="316325"/>
                    <a:pt x="71824" y="315373"/>
                  </a:cubicBezTo>
                  <a:cubicBezTo>
                    <a:pt x="71824" y="314325"/>
                    <a:pt x="69443" y="313087"/>
                    <a:pt x="68586" y="312515"/>
                  </a:cubicBezTo>
                  <a:cubicBezTo>
                    <a:pt x="68109" y="312134"/>
                    <a:pt x="66490" y="312134"/>
                    <a:pt x="66300" y="311563"/>
                  </a:cubicBezTo>
                  <a:cubicBezTo>
                    <a:pt x="66014" y="310801"/>
                    <a:pt x="67157" y="309277"/>
                    <a:pt x="67824" y="308800"/>
                  </a:cubicBezTo>
                  <a:cubicBezTo>
                    <a:pt x="68395" y="308324"/>
                    <a:pt x="70300" y="308515"/>
                    <a:pt x="70681" y="307848"/>
                  </a:cubicBezTo>
                  <a:cubicBezTo>
                    <a:pt x="71062" y="307276"/>
                    <a:pt x="70491" y="305848"/>
                    <a:pt x="70586" y="305181"/>
                  </a:cubicBezTo>
                  <a:cubicBezTo>
                    <a:pt x="70776" y="304514"/>
                    <a:pt x="71919" y="303467"/>
                    <a:pt x="71824" y="302800"/>
                  </a:cubicBezTo>
                  <a:cubicBezTo>
                    <a:pt x="71729" y="301847"/>
                    <a:pt x="70014" y="300418"/>
                    <a:pt x="69157" y="299847"/>
                  </a:cubicBezTo>
                  <a:cubicBezTo>
                    <a:pt x="68395" y="299371"/>
                    <a:pt x="66204" y="299466"/>
                    <a:pt x="65728" y="298609"/>
                  </a:cubicBezTo>
                  <a:cubicBezTo>
                    <a:pt x="65252" y="297847"/>
                    <a:pt x="66204" y="295846"/>
                    <a:pt x="65823" y="295084"/>
                  </a:cubicBezTo>
                  <a:cubicBezTo>
                    <a:pt x="65538" y="294513"/>
                    <a:pt x="64395" y="293942"/>
                    <a:pt x="63918" y="293465"/>
                  </a:cubicBezTo>
                  <a:cubicBezTo>
                    <a:pt x="63061" y="292703"/>
                    <a:pt x="61061" y="291465"/>
                    <a:pt x="60489" y="290608"/>
                  </a:cubicBezTo>
                  <a:cubicBezTo>
                    <a:pt x="60013" y="289941"/>
                    <a:pt x="59537" y="288417"/>
                    <a:pt x="59442" y="287655"/>
                  </a:cubicBezTo>
                  <a:cubicBezTo>
                    <a:pt x="59442" y="286607"/>
                    <a:pt x="60013" y="284512"/>
                    <a:pt x="60680" y="283750"/>
                  </a:cubicBezTo>
                  <a:cubicBezTo>
                    <a:pt x="61156" y="283083"/>
                    <a:pt x="63156" y="282892"/>
                    <a:pt x="63537" y="282226"/>
                  </a:cubicBezTo>
                  <a:cubicBezTo>
                    <a:pt x="64014" y="281178"/>
                    <a:pt x="63251" y="278701"/>
                    <a:pt x="62775" y="277654"/>
                  </a:cubicBezTo>
                  <a:cubicBezTo>
                    <a:pt x="62299" y="276606"/>
                    <a:pt x="60870" y="274415"/>
                    <a:pt x="59727" y="274034"/>
                  </a:cubicBezTo>
                  <a:cubicBezTo>
                    <a:pt x="59061" y="273749"/>
                    <a:pt x="57441" y="274701"/>
                    <a:pt x="56870" y="274320"/>
                  </a:cubicBezTo>
                  <a:cubicBezTo>
                    <a:pt x="56013" y="273844"/>
                    <a:pt x="56203" y="271177"/>
                    <a:pt x="55346" y="270891"/>
                  </a:cubicBezTo>
                  <a:cubicBezTo>
                    <a:pt x="54584" y="270605"/>
                    <a:pt x="53250" y="272510"/>
                    <a:pt x="52488" y="272415"/>
                  </a:cubicBezTo>
                  <a:cubicBezTo>
                    <a:pt x="51726" y="272320"/>
                    <a:pt x="50393" y="271367"/>
                    <a:pt x="50202" y="270605"/>
                  </a:cubicBezTo>
                  <a:cubicBezTo>
                    <a:pt x="49917" y="269843"/>
                    <a:pt x="51059" y="268414"/>
                    <a:pt x="51059" y="267653"/>
                  </a:cubicBezTo>
                  <a:cubicBezTo>
                    <a:pt x="51059" y="267081"/>
                    <a:pt x="50583" y="265938"/>
                    <a:pt x="50107" y="265557"/>
                  </a:cubicBezTo>
                  <a:cubicBezTo>
                    <a:pt x="49440" y="264985"/>
                    <a:pt x="47250" y="265462"/>
                    <a:pt x="46583" y="264890"/>
                  </a:cubicBezTo>
                  <a:cubicBezTo>
                    <a:pt x="45535" y="264033"/>
                    <a:pt x="44487" y="261175"/>
                    <a:pt x="44583" y="259842"/>
                  </a:cubicBezTo>
                  <a:cubicBezTo>
                    <a:pt x="44678" y="258889"/>
                    <a:pt x="46392" y="257556"/>
                    <a:pt x="46488" y="256699"/>
                  </a:cubicBezTo>
                  <a:cubicBezTo>
                    <a:pt x="46678" y="255651"/>
                    <a:pt x="46297" y="253365"/>
                    <a:pt x="45535" y="252603"/>
                  </a:cubicBezTo>
                  <a:cubicBezTo>
                    <a:pt x="44868" y="251936"/>
                    <a:pt x="42487" y="252413"/>
                    <a:pt x="41725" y="251936"/>
                  </a:cubicBezTo>
                  <a:cubicBezTo>
                    <a:pt x="40868" y="251365"/>
                    <a:pt x="40201" y="249269"/>
                    <a:pt x="39439" y="248507"/>
                  </a:cubicBezTo>
                  <a:cubicBezTo>
                    <a:pt x="39058" y="248126"/>
                    <a:pt x="37725" y="247841"/>
                    <a:pt x="37344" y="247364"/>
                  </a:cubicBezTo>
                  <a:cubicBezTo>
                    <a:pt x="36582" y="246507"/>
                    <a:pt x="36105" y="244126"/>
                    <a:pt x="35820" y="242983"/>
                  </a:cubicBezTo>
                  <a:cubicBezTo>
                    <a:pt x="35629" y="242221"/>
                    <a:pt x="35153" y="240601"/>
                    <a:pt x="35439" y="239935"/>
                  </a:cubicBezTo>
                  <a:cubicBezTo>
                    <a:pt x="35915" y="239078"/>
                    <a:pt x="38296" y="238696"/>
                    <a:pt x="38963" y="237839"/>
                  </a:cubicBezTo>
                  <a:cubicBezTo>
                    <a:pt x="39439" y="237172"/>
                    <a:pt x="39534" y="235363"/>
                    <a:pt x="39534" y="234601"/>
                  </a:cubicBezTo>
                  <a:cubicBezTo>
                    <a:pt x="39534" y="233648"/>
                    <a:pt x="39249" y="231743"/>
                    <a:pt x="38677" y="231076"/>
                  </a:cubicBezTo>
                  <a:cubicBezTo>
                    <a:pt x="37820" y="230124"/>
                    <a:pt x="34676" y="230029"/>
                    <a:pt x="33915" y="229076"/>
                  </a:cubicBezTo>
                  <a:cubicBezTo>
                    <a:pt x="33057" y="228029"/>
                    <a:pt x="33438" y="225171"/>
                    <a:pt x="32962" y="223933"/>
                  </a:cubicBezTo>
                  <a:cubicBezTo>
                    <a:pt x="32676" y="223171"/>
                    <a:pt x="31819" y="221837"/>
                    <a:pt x="31248" y="221266"/>
                  </a:cubicBezTo>
                  <a:cubicBezTo>
                    <a:pt x="30676" y="220694"/>
                    <a:pt x="28962" y="220123"/>
                    <a:pt x="28485" y="219456"/>
                  </a:cubicBezTo>
                  <a:cubicBezTo>
                    <a:pt x="28009" y="218694"/>
                    <a:pt x="27723" y="216694"/>
                    <a:pt x="27819" y="215741"/>
                  </a:cubicBezTo>
                  <a:cubicBezTo>
                    <a:pt x="27914" y="214979"/>
                    <a:pt x="29057" y="213646"/>
                    <a:pt x="29057" y="212884"/>
                  </a:cubicBezTo>
                  <a:cubicBezTo>
                    <a:pt x="29057" y="212122"/>
                    <a:pt x="27914" y="210788"/>
                    <a:pt x="27914" y="210026"/>
                  </a:cubicBezTo>
                  <a:cubicBezTo>
                    <a:pt x="27914" y="209074"/>
                    <a:pt x="28866" y="207264"/>
                    <a:pt x="29438" y="206502"/>
                  </a:cubicBezTo>
                  <a:cubicBezTo>
                    <a:pt x="30105" y="205359"/>
                    <a:pt x="32676" y="203740"/>
                    <a:pt x="33057" y="202406"/>
                  </a:cubicBezTo>
                  <a:cubicBezTo>
                    <a:pt x="33343" y="201168"/>
                    <a:pt x="32676" y="198406"/>
                    <a:pt x="31914" y="197358"/>
                  </a:cubicBezTo>
                  <a:cubicBezTo>
                    <a:pt x="31152" y="196310"/>
                    <a:pt x="28485" y="195167"/>
                    <a:pt x="27152" y="194882"/>
                  </a:cubicBezTo>
                  <a:cubicBezTo>
                    <a:pt x="26009" y="194596"/>
                    <a:pt x="23342" y="194500"/>
                    <a:pt x="22484" y="195263"/>
                  </a:cubicBezTo>
                  <a:cubicBezTo>
                    <a:pt x="22104" y="195548"/>
                    <a:pt x="22389" y="196787"/>
                    <a:pt x="22104" y="197167"/>
                  </a:cubicBezTo>
                  <a:cubicBezTo>
                    <a:pt x="22008" y="197358"/>
                    <a:pt x="21818" y="197453"/>
                    <a:pt x="21627" y="197644"/>
                  </a:cubicBezTo>
                  <a:cubicBezTo>
                    <a:pt x="21151" y="196977"/>
                    <a:pt x="20389" y="196120"/>
                    <a:pt x="20103" y="195739"/>
                  </a:cubicBezTo>
                  <a:cubicBezTo>
                    <a:pt x="19722" y="195072"/>
                    <a:pt x="19056" y="193548"/>
                    <a:pt x="18960" y="192786"/>
                  </a:cubicBezTo>
                  <a:cubicBezTo>
                    <a:pt x="18865" y="191834"/>
                    <a:pt x="19913" y="190024"/>
                    <a:pt x="19627" y="189071"/>
                  </a:cubicBezTo>
                  <a:cubicBezTo>
                    <a:pt x="19437" y="188119"/>
                    <a:pt x="17627" y="186976"/>
                    <a:pt x="17341" y="186118"/>
                  </a:cubicBezTo>
                  <a:cubicBezTo>
                    <a:pt x="16960" y="185166"/>
                    <a:pt x="17532" y="182975"/>
                    <a:pt x="17341" y="181928"/>
                  </a:cubicBezTo>
                  <a:cubicBezTo>
                    <a:pt x="17151" y="180975"/>
                    <a:pt x="16579" y="179165"/>
                    <a:pt x="16008" y="178499"/>
                  </a:cubicBezTo>
                  <a:cubicBezTo>
                    <a:pt x="15626" y="178022"/>
                    <a:pt x="14198" y="177546"/>
                    <a:pt x="13912" y="176975"/>
                  </a:cubicBezTo>
                  <a:cubicBezTo>
                    <a:pt x="13436" y="176213"/>
                    <a:pt x="13436" y="174308"/>
                    <a:pt x="13055" y="173450"/>
                  </a:cubicBezTo>
                  <a:cubicBezTo>
                    <a:pt x="12769" y="172784"/>
                    <a:pt x="12198" y="171545"/>
                    <a:pt x="11626" y="171164"/>
                  </a:cubicBezTo>
                  <a:cubicBezTo>
                    <a:pt x="11150" y="170688"/>
                    <a:pt x="9721" y="170497"/>
                    <a:pt x="9245" y="170117"/>
                  </a:cubicBezTo>
                  <a:cubicBezTo>
                    <a:pt x="8673" y="169640"/>
                    <a:pt x="8007" y="168402"/>
                    <a:pt x="7626" y="167830"/>
                  </a:cubicBezTo>
                  <a:cubicBezTo>
                    <a:pt x="7245" y="167259"/>
                    <a:pt x="6578" y="166116"/>
                    <a:pt x="6101" y="165735"/>
                  </a:cubicBezTo>
                  <a:cubicBezTo>
                    <a:pt x="5530" y="165354"/>
                    <a:pt x="4101" y="165068"/>
                    <a:pt x="3530" y="164783"/>
                  </a:cubicBezTo>
                  <a:cubicBezTo>
                    <a:pt x="2958" y="164497"/>
                    <a:pt x="1815" y="163735"/>
                    <a:pt x="1530" y="163259"/>
                  </a:cubicBezTo>
                  <a:cubicBezTo>
                    <a:pt x="863" y="162306"/>
                    <a:pt x="291" y="159734"/>
                    <a:pt x="482" y="158591"/>
                  </a:cubicBezTo>
                  <a:cubicBezTo>
                    <a:pt x="577" y="157734"/>
                    <a:pt x="1815" y="156305"/>
                    <a:pt x="2006" y="155448"/>
                  </a:cubicBezTo>
                  <a:cubicBezTo>
                    <a:pt x="2196" y="154591"/>
                    <a:pt x="1339" y="152781"/>
                    <a:pt x="1815" y="152019"/>
                  </a:cubicBezTo>
                  <a:cubicBezTo>
                    <a:pt x="2196" y="151447"/>
                    <a:pt x="4197" y="151638"/>
                    <a:pt x="4673" y="151067"/>
                  </a:cubicBezTo>
                  <a:cubicBezTo>
                    <a:pt x="5340" y="150209"/>
                    <a:pt x="4863" y="147828"/>
                    <a:pt x="5149" y="146780"/>
                  </a:cubicBezTo>
                  <a:cubicBezTo>
                    <a:pt x="5340" y="146113"/>
                    <a:pt x="5721" y="144685"/>
                    <a:pt x="6197" y="144113"/>
                  </a:cubicBezTo>
                  <a:cubicBezTo>
                    <a:pt x="6673" y="143542"/>
                    <a:pt x="8197" y="143066"/>
                    <a:pt x="8673" y="142494"/>
                  </a:cubicBezTo>
                  <a:cubicBezTo>
                    <a:pt x="9340" y="141732"/>
                    <a:pt x="9912" y="139732"/>
                    <a:pt x="10197" y="138779"/>
                  </a:cubicBezTo>
                  <a:cubicBezTo>
                    <a:pt x="10388" y="138113"/>
                    <a:pt x="10959" y="136684"/>
                    <a:pt x="10959" y="135922"/>
                  </a:cubicBezTo>
                  <a:cubicBezTo>
                    <a:pt x="11055" y="134398"/>
                    <a:pt x="9721" y="131350"/>
                    <a:pt x="10197" y="130016"/>
                  </a:cubicBezTo>
                  <a:cubicBezTo>
                    <a:pt x="10483" y="129159"/>
                    <a:pt x="12198" y="128111"/>
                    <a:pt x="12864" y="127445"/>
                  </a:cubicBezTo>
                  <a:cubicBezTo>
                    <a:pt x="13436" y="126873"/>
                    <a:pt x="14960" y="125921"/>
                    <a:pt x="15246" y="125063"/>
                  </a:cubicBezTo>
                  <a:cubicBezTo>
                    <a:pt x="15436" y="124301"/>
                    <a:pt x="14960" y="122777"/>
                    <a:pt x="14484" y="122206"/>
                  </a:cubicBezTo>
                  <a:cubicBezTo>
                    <a:pt x="14103" y="121634"/>
                    <a:pt x="12674" y="121158"/>
                    <a:pt x="12483" y="120491"/>
                  </a:cubicBezTo>
                  <a:cubicBezTo>
                    <a:pt x="12293" y="119729"/>
                    <a:pt x="13245" y="118396"/>
                    <a:pt x="13626" y="117824"/>
                  </a:cubicBezTo>
                  <a:cubicBezTo>
                    <a:pt x="14007" y="117158"/>
                    <a:pt x="15817" y="116014"/>
                    <a:pt x="15626" y="115253"/>
                  </a:cubicBezTo>
                  <a:cubicBezTo>
                    <a:pt x="15531" y="114395"/>
                    <a:pt x="13055" y="114014"/>
                    <a:pt x="12769" y="113252"/>
                  </a:cubicBezTo>
                  <a:cubicBezTo>
                    <a:pt x="12388" y="112300"/>
                    <a:pt x="12769" y="110109"/>
                    <a:pt x="13341" y="109347"/>
                  </a:cubicBezTo>
                  <a:cubicBezTo>
                    <a:pt x="14007" y="108490"/>
                    <a:pt x="16484" y="108109"/>
                    <a:pt x="17246" y="107442"/>
                  </a:cubicBezTo>
                  <a:cubicBezTo>
                    <a:pt x="17913" y="106966"/>
                    <a:pt x="19056" y="105632"/>
                    <a:pt x="19151" y="104775"/>
                  </a:cubicBezTo>
                  <a:cubicBezTo>
                    <a:pt x="19341" y="104013"/>
                    <a:pt x="18198" y="102489"/>
                    <a:pt x="18484" y="101822"/>
                  </a:cubicBezTo>
                  <a:cubicBezTo>
                    <a:pt x="18675" y="101060"/>
                    <a:pt x="20580" y="100298"/>
                    <a:pt x="20865" y="99536"/>
                  </a:cubicBezTo>
                  <a:cubicBezTo>
                    <a:pt x="21246" y="98393"/>
                    <a:pt x="20865" y="95726"/>
                    <a:pt x="20199" y="94774"/>
                  </a:cubicBezTo>
                  <a:cubicBezTo>
                    <a:pt x="19817" y="94202"/>
                    <a:pt x="18198" y="94012"/>
                    <a:pt x="17817" y="93536"/>
                  </a:cubicBezTo>
                  <a:cubicBezTo>
                    <a:pt x="17341" y="92869"/>
                    <a:pt x="17341" y="91059"/>
                    <a:pt x="17246" y="90297"/>
                  </a:cubicBezTo>
                  <a:cubicBezTo>
                    <a:pt x="17151" y="88963"/>
                    <a:pt x="17913" y="86106"/>
                    <a:pt x="17246" y="84963"/>
                  </a:cubicBezTo>
                  <a:cubicBezTo>
                    <a:pt x="16770" y="84011"/>
                    <a:pt x="14865" y="82486"/>
                    <a:pt x="13722" y="82582"/>
                  </a:cubicBezTo>
                  <a:cubicBezTo>
                    <a:pt x="13150" y="82582"/>
                    <a:pt x="12483" y="84106"/>
                    <a:pt x="11817" y="84106"/>
                  </a:cubicBezTo>
                  <a:cubicBezTo>
                    <a:pt x="11055" y="84106"/>
                    <a:pt x="10197" y="82296"/>
                    <a:pt x="9435" y="82201"/>
                  </a:cubicBezTo>
                  <a:cubicBezTo>
                    <a:pt x="8769" y="82106"/>
                    <a:pt x="7530" y="83439"/>
                    <a:pt x="6864" y="83248"/>
                  </a:cubicBezTo>
                  <a:cubicBezTo>
                    <a:pt x="6006" y="82963"/>
                    <a:pt x="5054" y="81344"/>
                    <a:pt x="4863" y="80581"/>
                  </a:cubicBezTo>
                  <a:cubicBezTo>
                    <a:pt x="4673" y="79915"/>
                    <a:pt x="5435" y="78486"/>
                    <a:pt x="5244" y="77819"/>
                  </a:cubicBezTo>
                  <a:cubicBezTo>
                    <a:pt x="5054" y="77248"/>
                    <a:pt x="3911" y="76390"/>
                    <a:pt x="3816" y="75819"/>
                  </a:cubicBezTo>
                  <a:cubicBezTo>
                    <a:pt x="3530" y="75057"/>
                    <a:pt x="3244" y="73152"/>
                    <a:pt x="3816" y="72581"/>
                  </a:cubicBezTo>
                  <a:cubicBezTo>
                    <a:pt x="4482" y="71819"/>
                    <a:pt x="6864" y="72581"/>
                    <a:pt x="7721" y="72009"/>
                  </a:cubicBezTo>
                  <a:cubicBezTo>
                    <a:pt x="8292" y="71628"/>
                    <a:pt x="9054" y="70294"/>
                    <a:pt x="9150" y="69628"/>
                  </a:cubicBezTo>
                  <a:cubicBezTo>
                    <a:pt x="9340" y="68485"/>
                    <a:pt x="7911" y="66294"/>
                    <a:pt x="8007" y="65151"/>
                  </a:cubicBezTo>
                  <a:cubicBezTo>
                    <a:pt x="8102" y="64484"/>
                    <a:pt x="9054" y="63246"/>
                    <a:pt x="9245" y="62579"/>
                  </a:cubicBezTo>
                  <a:cubicBezTo>
                    <a:pt x="9435" y="61341"/>
                    <a:pt x="9245" y="58865"/>
                    <a:pt x="8769" y="57817"/>
                  </a:cubicBezTo>
                  <a:cubicBezTo>
                    <a:pt x="8292" y="56769"/>
                    <a:pt x="6006" y="55435"/>
                    <a:pt x="5340" y="54483"/>
                  </a:cubicBezTo>
                  <a:cubicBezTo>
                    <a:pt x="4768" y="53721"/>
                    <a:pt x="4197" y="51721"/>
                    <a:pt x="3530" y="51054"/>
                  </a:cubicBezTo>
                  <a:cubicBezTo>
                    <a:pt x="3149" y="50673"/>
                    <a:pt x="1911" y="50387"/>
                    <a:pt x="1530" y="50006"/>
                  </a:cubicBezTo>
                  <a:cubicBezTo>
                    <a:pt x="1053" y="49625"/>
                    <a:pt x="-90" y="48577"/>
                    <a:pt x="6" y="47911"/>
                  </a:cubicBezTo>
                  <a:cubicBezTo>
                    <a:pt x="101" y="46863"/>
                    <a:pt x="2387" y="45815"/>
                    <a:pt x="2768" y="44863"/>
                  </a:cubicBezTo>
                  <a:cubicBezTo>
                    <a:pt x="3244" y="43625"/>
                    <a:pt x="2768" y="39719"/>
                    <a:pt x="2768" y="39719"/>
                  </a:cubicBezTo>
                  <a:lnTo>
                    <a:pt x="17246" y="38671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60" name="Freeform: Shape 68">
              <a:extLst>
                <a:ext uri="{FF2B5EF4-FFF2-40B4-BE49-F238E27FC236}">
                  <a16:creationId xmlns:a16="http://schemas.microsoft.com/office/drawing/2014/main" id="{0DA1F53D-3419-44E6-F2FD-3BAAE01DA2AA}"/>
                </a:ext>
              </a:extLst>
            </p:cNvPr>
            <p:cNvSpPr/>
            <p:nvPr/>
          </p:nvSpPr>
          <p:spPr>
            <a:xfrm>
              <a:off x="6222968" y="3059430"/>
              <a:ext cx="838200" cy="695325"/>
            </a:xfrm>
            <a:custGeom>
              <a:avLst/>
              <a:gdLst>
                <a:gd name="connsiteX0" fmla="*/ 58008 w 838200"/>
                <a:gd name="connsiteY0" fmla="*/ 124206 h 695325"/>
                <a:gd name="connsiteX1" fmla="*/ 56388 w 838200"/>
                <a:gd name="connsiteY1" fmla="*/ 121349 h 695325"/>
                <a:gd name="connsiteX2" fmla="*/ 54388 w 838200"/>
                <a:gd name="connsiteY2" fmla="*/ 120015 h 695325"/>
                <a:gd name="connsiteX3" fmla="*/ 51626 w 838200"/>
                <a:gd name="connsiteY3" fmla="*/ 120777 h 695325"/>
                <a:gd name="connsiteX4" fmla="*/ 49149 w 838200"/>
                <a:gd name="connsiteY4" fmla="*/ 121063 h 695325"/>
                <a:gd name="connsiteX5" fmla="*/ 47054 w 838200"/>
                <a:gd name="connsiteY5" fmla="*/ 119348 h 695325"/>
                <a:gd name="connsiteX6" fmla="*/ 45816 w 838200"/>
                <a:gd name="connsiteY6" fmla="*/ 115253 h 695325"/>
                <a:gd name="connsiteX7" fmla="*/ 48292 w 838200"/>
                <a:gd name="connsiteY7" fmla="*/ 113729 h 695325"/>
                <a:gd name="connsiteX8" fmla="*/ 49340 w 838200"/>
                <a:gd name="connsiteY8" fmla="*/ 110109 h 695325"/>
                <a:gd name="connsiteX9" fmla="*/ 47244 w 838200"/>
                <a:gd name="connsiteY9" fmla="*/ 105728 h 695325"/>
                <a:gd name="connsiteX10" fmla="*/ 43625 w 838200"/>
                <a:gd name="connsiteY10" fmla="*/ 104108 h 695325"/>
                <a:gd name="connsiteX11" fmla="*/ 42482 w 838200"/>
                <a:gd name="connsiteY11" fmla="*/ 101441 h 695325"/>
                <a:gd name="connsiteX12" fmla="*/ 40577 w 838200"/>
                <a:gd name="connsiteY12" fmla="*/ 99155 h 695325"/>
                <a:gd name="connsiteX13" fmla="*/ 38005 w 838200"/>
                <a:gd name="connsiteY13" fmla="*/ 97631 h 695325"/>
                <a:gd name="connsiteX14" fmla="*/ 36957 w 838200"/>
                <a:gd name="connsiteY14" fmla="*/ 95250 h 695325"/>
                <a:gd name="connsiteX15" fmla="*/ 38195 w 838200"/>
                <a:gd name="connsiteY15" fmla="*/ 91821 h 695325"/>
                <a:gd name="connsiteX16" fmla="*/ 37719 w 838200"/>
                <a:gd name="connsiteY16" fmla="*/ 88487 h 695325"/>
                <a:gd name="connsiteX17" fmla="*/ 35338 w 838200"/>
                <a:gd name="connsiteY17" fmla="*/ 86678 h 695325"/>
                <a:gd name="connsiteX18" fmla="*/ 32576 w 838200"/>
                <a:gd name="connsiteY18" fmla="*/ 87058 h 695325"/>
                <a:gd name="connsiteX19" fmla="*/ 28956 w 838200"/>
                <a:gd name="connsiteY19" fmla="*/ 85630 h 695325"/>
                <a:gd name="connsiteX20" fmla="*/ 27718 w 838200"/>
                <a:gd name="connsiteY20" fmla="*/ 83058 h 695325"/>
                <a:gd name="connsiteX21" fmla="*/ 27908 w 838200"/>
                <a:gd name="connsiteY21" fmla="*/ 79915 h 695325"/>
                <a:gd name="connsiteX22" fmla="*/ 25146 w 838200"/>
                <a:gd name="connsiteY22" fmla="*/ 79248 h 695325"/>
                <a:gd name="connsiteX23" fmla="*/ 23146 w 838200"/>
                <a:gd name="connsiteY23" fmla="*/ 77533 h 695325"/>
                <a:gd name="connsiteX24" fmla="*/ 20003 w 838200"/>
                <a:gd name="connsiteY24" fmla="*/ 78486 h 695325"/>
                <a:gd name="connsiteX25" fmla="*/ 17336 w 838200"/>
                <a:gd name="connsiteY25" fmla="*/ 78486 h 695325"/>
                <a:gd name="connsiteX26" fmla="*/ 16478 w 838200"/>
                <a:gd name="connsiteY26" fmla="*/ 76676 h 695325"/>
                <a:gd name="connsiteX27" fmla="*/ 18383 w 838200"/>
                <a:gd name="connsiteY27" fmla="*/ 74486 h 695325"/>
                <a:gd name="connsiteX28" fmla="*/ 20003 w 838200"/>
                <a:gd name="connsiteY28" fmla="*/ 71533 h 695325"/>
                <a:gd name="connsiteX29" fmla="*/ 17431 w 838200"/>
                <a:gd name="connsiteY29" fmla="*/ 68866 h 695325"/>
                <a:gd name="connsiteX30" fmla="*/ 16383 w 838200"/>
                <a:gd name="connsiteY30" fmla="*/ 65723 h 695325"/>
                <a:gd name="connsiteX31" fmla="*/ 15145 w 838200"/>
                <a:gd name="connsiteY31" fmla="*/ 62960 h 695325"/>
                <a:gd name="connsiteX32" fmla="*/ 16193 w 838200"/>
                <a:gd name="connsiteY32" fmla="*/ 59246 h 695325"/>
                <a:gd name="connsiteX33" fmla="*/ 15526 w 838200"/>
                <a:gd name="connsiteY33" fmla="*/ 56388 h 695325"/>
                <a:gd name="connsiteX34" fmla="*/ 12097 w 838200"/>
                <a:gd name="connsiteY34" fmla="*/ 55436 h 695325"/>
                <a:gd name="connsiteX35" fmla="*/ 10478 w 838200"/>
                <a:gd name="connsiteY35" fmla="*/ 53626 h 695325"/>
                <a:gd name="connsiteX36" fmla="*/ 10859 w 838200"/>
                <a:gd name="connsiteY36" fmla="*/ 50483 h 695325"/>
                <a:gd name="connsiteX37" fmla="*/ 12573 w 838200"/>
                <a:gd name="connsiteY37" fmla="*/ 48292 h 695325"/>
                <a:gd name="connsiteX38" fmla="*/ 15240 w 838200"/>
                <a:gd name="connsiteY38" fmla="*/ 46482 h 695325"/>
                <a:gd name="connsiteX39" fmla="*/ 16288 w 838200"/>
                <a:gd name="connsiteY39" fmla="*/ 43053 h 695325"/>
                <a:gd name="connsiteX40" fmla="*/ 14383 w 838200"/>
                <a:gd name="connsiteY40" fmla="*/ 40577 h 695325"/>
                <a:gd name="connsiteX41" fmla="*/ 12573 w 838200"/>
                <a:gd name="connsiteY41" fmla="*/ 39243 h 695325"/>
                <a:gd name="connsiteX42" fmla="*/ 9906 w 838200"/>
                <a:gd name="connsiteY42" fmla="*/ 40386 h 695325"/>
                <a:gd name="connsiteX43" fmla="*/ 9906 w 838200"/>
                <a:gd name="connsiteY43" fmla="*/ 43244 h 695325"/>
                <a:gd name="connsiteX44" fmla="*/ 8382 w 838200"/>
                <a:gd name="connsiteY44" fmla="*/ 44482 h 695325"/>
                <a:gd name="connsiteX45" fmla="*/ 5525 w 838200"/>
                <a:gd name="connsiteY45" fmla="*/ 45339 h 695325"/>
                <a:gd name="connsiteX46" fmla="*/ 2572 w 838200"/>
                <a:gd name="connsiteY46" fmla="*/ 44387 h 695325"/>
                <a:gd name="connsiteX47" fmla="*/ 1905 w 838200"/>
                <a:gd name="connsiteY47" fmla="*/ 41624 h 695325"/>
                <a:gd name="connsiteX48" fmla="*/ 0 w 838200"/>
                <a:gd name="connsiteY48" fmla="*/ 38100 h 695325"/>
                <a:gd name="connsiteX49" fmla="*/ 1334 w 838200"/>
                <a:gd name="connsiteY49" fmla="*/ 35909 h 695325"/>
                <a:gd name="connsiteX50" fmla="*/ 1524 w 838200"/>
                <a:gd name="connsiteY50" fmla="*/ 35528 h 695325"/>
                <a:gd name="connsiteX51" fmla="*/ 101156 w 838200"/>
                <a:gd name="connsiteY51" fmla="*/ 32480 h 695325"/>
                <a:gd name="connsiteX52" fmla="*/ 152972 w 838200"/>
                <a:gd name="connsiteY52" fmla="*/ 30766 h 695325"/>
                <a:gd name="connsiteX53" fmla="*/ 205073 w 838200"/>
                <a:gd name="connsiteY53" fmla="*/ 26289 h 695325"/>
                <a:gd name="connsiteX54" fmla="*/ 312992 w 838200"/>
                <a:gd name="connsiteY54" fmla="*/ 17812 h 695325"/>
                <a:gd name="connsiteX55" fmla="*/ 419862 w 838200"/>
                <a:gd name="connsiteY55" fmla="*/ 6763 h 695325"/>
                <a:gd name="connsiteX56" fmla="*/ 471297 w 838200"/>
                <a:gd name="connsiteY56" fmla="*/ 0 h 695325"/>
                <a:gd name="connsiteX57" fmla="*/ 475393 w 838200"/>
                <a:gd name="connsiteY57" fmla="*/ 2096 h 695325"/>
                <a:gd name="connsiteX58" fmla="*/ 476155 w 838200"/>
                <a:gd name="connsiteY58" fmla="*/ 7049 h 695325"/>
                <a:gd name="connsiteX59" fmla="*/ 479108 w 838200"/>
                <a:gd name="connsiteY59" fmla="*/ 9430 h 695325"/>
                <a:gd name="connsiteX60" fmla="*/ 483584 w 838200"/>
                <a:gd name="connsiteY60" fmla="*/ 9525 h 695325"/>
                <a:gd name="connsiteX61" fmla="*/ 484918 w 838200"/>
                <a:gd name="connsiteY61" fmla="*/ 12573 h 695325"/>
                <a:gd name="connsiteX62" fmla="*/ 486347 w 838200"/>
                <a:gd name="connsiteY62" fmla="*/ 16574 h 695325"/>
                <a:gd name="connsiteX63" fmla="*/ 489680 w 838200"/>
                <a:gd name="connsiteY63" fmla="*/ 17050 h 695325"/>
                <a:gd name="connsiteX64" fmla="*/ 489871 w 838200"/>
                <a:gd name="connsiteY64" fmla="*/ 21622 h 695325"/>
                <a:gd name="connsiteX65" fmla="*/ 492538 w 838200"/>
                <a:gd name="connsiteY65" fmla="*/ 22574 h 695325"/>
                <a:gd name="connsiteX66" fmla="*/ 495967 w 838200"/>
                <a:gd name="connsiteY66" fmla="*/ 22670 h 695325"/>
                <a:gd name="connsiteX67" fmla="*/ 497681 w 838200"/>
                <a:gd name="connsiteY67" fmla="*/ 25432 h 695325"/>
                <a:gd name="connsiteX68" fmla="*/ 497396 w 838200"/>
                <a:gd name="connsiteY68" fmla="*/ 29528 h 695325"/>
                <a:gd name="connsiteX69" fmla="*/ 501206 w 838200"/>
                <a:gd name="connsiteY69" fmla="*/ 31052 h 695325"/>
                <a:gd name="connsiteX70" fmla="*/ 502730 w 838200"/>
                <a:gd name="connsiteY70" fmla="*/ 33623 h 695325"/>
                <a:gd name="connsiteX71" fmla="*/ 505301 w 838200"/>
                <a:gd name="connsiteY71" fmla="*/ 33814 h 695325"/>
                <a:gd name="connsiteX72" fmla="*/ 509302 w 838200"/>
                <a:gd name="connsiteY72" fmla="*/ 35624 h 695325"/>
                <a:gd name="connsiteX73" fmla="*/ 506635 w 838200"/>
                <a:gd name="connsiteY73" fmla="*/ 40386 h 695325"/>
                <a:gd name="connsiteX74" fmla="*/ 503682 w 838200"/>
                <a:gd name="connsiteY74" fmla="*/ 48578 h 695325"/>
                <a:gd name="connsiteX75" fmla="*/ 503016 w 838200"/>
                <a:gd name="connsiteY75" fmla="*/ 58769 h 695325"/>
                <a:gd name="connsiteX76" fmla="*/ 502730 w 838200"/>
                <a:gd name="connsiteY76" fmla="*/ 70104 h 695325"/>
                <a:gd name="connsiteX77" fmla="*/ 505683 w 838200"/>
                <a:gd name="connsiteY77" fmla="*/ 79248 h 695325"/>
                <a:gd name="connsiteX78" fmla="*/ 507683 w 838200"/>
                <a:gd name="connsiteY78" fmla="*/ 84868 h 695325"/>
                <a:gd name="connsiteX79" fmla="*/ 507873 w 838200"/>
                <a:gd name="connsiteY79" fmla="*/ 89249 h 695325"/>
                <a:gd name="connsiteX80" fmla="*/ 509969 w 838200"/>
                <a:gd name="connsiteY80" fmla="*/ 93059 h 695325"/>
                <a:gd name="connsiteX81" fmla="*/ 513683 w 838200"/>
                <a:gd name="connsiteY81" fmla="*/ 97917 h 695325"/>
                <a:gd name="connsiteX82" fmla="*/ 517112 w 838200"/>
                <a:gd name="connsiteY82" fmla="*/ 100775 h 695325"/>
                <a:gd name="connsiteX83" fmla="*/ 517208 w 838200"/>
                <a:gd name="connsiteY83" fmla="*/ 105442 h 695325"/>
                <a:gd name="connsiteX84" fmla="*/ 515969 w 838200"/>
                <a:gd name="connsiteY84" fmla="*/ 107823 h 695325"/>
                <a:gd name="connsiteX85" fmla="*/ 513398 w 838200"/>
                <a:gd name="connsiteY85" fmla="*/ 110490 h 695325"/>
                <a:gd name="connsiteX86" fmla="*/ 514541 w 838200"/>
                <a:gd name="connsiteY86" fmla="*/ 115062 h 695325"/>
                <a:gd name="connsiteX87" fmla="*/ 519017 w 838200"/>
                <a:gd name="connsiteY87" fmla="*/ 119539 h 695325"/>
                <a:gd name="connsiteX88" fmla="*/ 523685 w 838200"/>
                <a:gd name="connsiteY88" fmla="*/ 121253 h 695325"/>
                <a:gd name="connsiteX89" fmla="*/ 526066 w 838200"/>
                <a:gd name="connsiteY89" fmla="*/ 124206 h 695325"/>
                <a:gd name="connsiteX90" fmla="*/ 525399 w 838200"/>
                <a:gd name="connsiteY90" fmla="*/ 129064 h 695325"/>
                <a:gd name="connsiteX91" fmla="*/ 525590 w 838200"/>
                <a:gd name="connsiteY91" fmla="*/ 133731 h 695325"/>
                <a:gd name="connsiteX92" fmla="*/ 528733 w 838200"/>
                <a:gd name="connsiteY92" fmla="*/ 137160 h 695325"/>
                <a:gd name="connsiteX93" fmla="*/ 533972 w 838200"/>
                <a:gd name="connsiteY93" fmla="*/ 139827 h 695325"/>
                <a:gd name="connsiteX94" fmla="*/ 538544 w 838200"/>
                <a:gd name="connsiteY94" fmla="*/ 143256 h 695325"/>
                <a:gd name="connsiteX95" fmla="*/ 543020 w 838200"/>
                <a:gd name="connsiteY95" fmla="*/ 147542 h 695325"/>
                <a:gd name="connsiteX96" fmla="*/ 547783 w 838200"/>
                <a:gd name="connsiteY96" fmla="*/ 150781 h 695325"/>
                <a:gd name="connsiteX97" fmla="*/ 550641 w 838200"/>
                <a:gd name="connsiteY97" fmla="*/ 153448 h 695325"/>
                <a:gd name="connsiteX98" fmla="*/ 551784 w 838200"/>
                <a:gd name="connsiteY98" fmla="*/ 158020 h 695325"/>
                <a:gd name="connsiteX99" fmla="*/ 554450 w 838200"/>
                <a:gd name="connsiteY99" fmla="*/ 161258 h 695325"/>
                <a:gd name="connsiteX100" fmla="*/ 559213 w 838200"/>
                <a:gd name="connsiteY100" fmla="*/ 160877 h 695325"/>
                <a:gd name="connsiteX101" fmla="*/ 562166 w 838200"/>
                <a:gd name="connsiteY101" fmla="*/ 162878 h 695325"/>
                <a:gd name="connsiteX102" fmla="*/ 564737 w 838200"/>
                <a:gd name="connsiteY102" fmla="*/ 168592 h 695325"/>
                <a:gd name="connsiteX103" fmla="*/ 568167 w 838200"/>
                <a:gd name="connsiteY103" fmla="*/ 174212 h 695325"/>
                <a:gd name="connsiteX104" fmla="*/ 573500 w 838200"/>
                <a:gd name="connsiteY104" fmla="*/ 177927 h 695325"/>
                <a:gd name="connsiteX105" fmla="*/ 581311 w 838200"/>
                <a:gd name="connsiteY105" fmla="*/ 180499 h 695325"/>
                <a:gd name="connsiteX106" fmla="*/ 589217 w 838200"/>
                <a:gd name="connsiteY106" fmla="*/ 185166 h 695325"/>
                <a:gd name="connsiteX107" fmla="*/ 595694 w 838200"/>
                <a:gd name="connsiteY107" fmla="*/ 189833 h 695325"/>
                <a:gd name="connsiteX108" fmla="*/ 603600 w 838200"/>
                <a:gd name="connsiteY108" fmla="*/ 197453 h 695325"/>
                <a:gd name="connsiteX109" fmla="*/ 607409 w 838200"/>
                <a:gd name="connsiteY109" fmla="*/ 200596 h 695325"/>
                <a:gd name="connsiteX110" fmla="*/ 608552 w 838200"/>
                <a:gd name="connsiteY110" fmla="*/ 206502 h 695325"/>
                <a:gd name="connsiteX111" fmla="*/ 610267 w 838200"/>
                <a:gd name="connsiteY111" fmla="*/ 212408 h 695325"/>
                <a:gd name="connsiteX112" fmla="*/ 613505 w 838200"/>
                <a:gd name="connsiteY112" fmla="*/ 218313 h 695325"/>
                <a:gd name="connsiteX113" fmla="*/ 616744 w 838200"/>
                <a:gd name="connsiteY113" fmla="*/ 221837 h 695325"/>
                <a:gd name="connsiteX114" fmla="*/ 617125 w 838200"/>
                <a:gd name="connsiteY114" fmla="*/ 224790 h 695325"/>
                <a:gd name="connsiteX115" fmla="*/ 615125 w 838200"/>
                <a:gd name="connsiteY115" fmla="*/ 227743 h 695325"/>
                <a:gd name="connsiteX116" fmla="*/ 613315 w 838200"/>
                <a:gd name="connsiteY116" fmla="*/ 231553 h 695325"/>
                <a:gd name="connsiteX117" fmla="*/ 613982 w 838200"/>
                <a:gd name="connsiteY117" fmla="*/ 234506 h 695325"/>
                <a:gd name="connsiteX118" fmla="*/ 616649 w 838200"/>
                <a:gd name="connsiteY118" fmla="*/ 238316 h 695325"/>
                <a:gd name="connsiteX119" fmla="*/ 619030 w 838200"/>
                <a:gd name="connsiteY119" fmla="*/ 242697 h 695325"/>
                <a:gd name="connsiteX120" fmla="*/ 620173 w 838200"/>
                <a:gd name="connsiteY120" fmla="*/ 247650 h 695325"/>
                <a:gd name="connsiteX121" fmla="*/ 623126 w 838200"/>
                <a:gd name="connsiteY121" fmla="*/ 252889 h 695325"/>
                <a:gd name="connsiteX122" fmla="*/ 626650 w 838200"/>
                <a:gd name="connsiteY122" fmla="*/ 257270 h 695325"/>
                <a:gd name="connsiteX123" fmla="*/ 631603 w 838200"/>
                <a:gd name="connsiteY123" fmla="*/ 258794 h 695325"/>
                <a:gd name="connsiteX124" fmla="*/ 636270 w 838200"/>
                <a:gd name="connsiteY124" fmla="*/ 257937 h 695325"/>
                <a:gd name="connsiteX125" fmla="*/ 638937 w 838200"/>
                <a:gd name="connsiteY125" fmla="*/ 254794 h 695325"/>
                <a:gd name="connsiteX126" fmla="*/ 641509 w 838200"/>
                <a:gd name="connsiteY126" fmla="*/ 249841 h 695325"/>
                <a:gd name="connsiteX127" fmla="*/ 642938 w 838200"/>
                <a:gd name="connsiteY127" fmla="*/ 243935 h 695325"/>
                <a:gd name="connsiteX128" fmla="*/ 646462 w 838200"/>
                <a:gd name="connsiteY128" fmla="*/ 241935 h 695325"/>
                <a:gd name="connsiteX129" fmla="*/ 653701 w 838200"/>
                <a:gd name="connsiteY129" fmla="*/ 242507 h 695325"/>
                <a:gd name="connsiteX130" fmla="*/ 659225 w 838200"/>
                <a:gd name="connsiteY130" fmla="*/ 245459 h 695325"/>
                <a:gd name="connsiteX131" fmla="*/ 664369 w 838200"/>
                <a:gd name="connsiteY131" fmla="*/ 246698 h 695325"/>
                <a:gd name="connsiteX132" fmla="*/ 668369 w 838200"/>
                <a:gd name="connsiteY132" fmla="*/ 245840 h 695325"/>
                <a:gd name="connsiteX133" fmla="*/ 673132 w 838200"/>
                <a:gd name="connsiteY133" fmla="*/ 247364 h 695325"/>
                <a:gd name="connsiteX134" fmla="*/ 678371 w 838200"/>
                <a:gd name="connsiteY134" fmla="*/ 251555 h 695325"/>
                <a:gd name="connsiteX135" fmla="*/ 683609 w 838200"/>
                <a:gd name="connsiteY135" fmla="*/ 253079 h 695325"/>
                <a:gd name="connsiteX136" fmla="*/ 687896 w 838200"/>
                <a:gd name="connsiteY136" fmla="*/ 255365 h 695325"/>
                <a:gd name="connsiteX137" fmla="*/ 689420 w 838200"/>
                <a:gd name="connsiteY137" fmla="*/ 261747 h 695325"/>
                <a:gd name="connsiteX138" fmla="*/ 686753 w 838200"/>
                <a:gd name="connsiteY138" fmla="*/ 265271 h 695325"/>
                <a:gd name="connsiteX139" fmla="*/ 682943 w 838200"/>
                <a:gd name="connsiteY139" fmla="*/ 268986 h 695325"/>
                <a:gd name="connsiteX140" fmla="*/ 680276 w 838200"/>
                <a:gd name="connsiteY140" fmla="*/ 274130 h 695325"/>
                <a:gd name="connsiteX141" fmla="*/ 679228 w 838200"/>
                <a:gd name="connsiteY141" fmla="*/ 278225 h 695325"/>
                <a:gd name="connsiteX142" fmla="*/ 680657 w 838200"/>
                <a:gd name="connsiteY142" fmla="*/ 281369 h 695325"/>
                <a:gd name="connsiteX143" fmla="*/ 683228 w 838200"/>
                <a:gd name="connsiteY143" fmla="*/ 284607 h 695325"/>
                <a:gd name="connsiteX144" fmla="*/ 684752 w 838200"/>
                <a:gd name="connsiteY144" fmla="*/ 289560 h 695325"/>
                <a:gd name="connsiteX145" fmla="*/ 682657 w 838200"/>
                <a:gd name="connsiteY145" fmla="*/ 295084 h 695325"/>
                <a:gd name="connsiteX146" fmla="*/ 680371 w 838200"/>
                <a:gd name="connsiteY146" fmla="*/ 298323 h 695325"/>
                <a:gd name="connsiteX147" fmla="*/ 677133 w 838200"/>
                <a:gd name="connsiteY147" fmla="*/ 301752 h 695325"/>
                <a:gd name="connsiteX148" fmla="*/ 675132 w 838200"/>
                <a:gd name="connsiteY148" fmla="*/ 307277 h 695325"/>
                <a:gd name="connsiteX149" fmla="*/ 674561 w 838200"/>
                <a:gd name="connsiteY149" fmla="*/ 314896 h 695325"/>
                <a:gd name="connsiteX150" fmla="*/ 674751 w 838200"/>
                <a:gd name="connsiteY150" fmla="*/ 320516 h 695325"/>
                <a:gd name="connsiteX151" fmla="*/ 672179 w 838200"/>
                <a:gd name="connsiteY151" fmla="*/ 325374 h 695325"/>
                <a:gd name="connsiteX152" fmla="*/ 668750 w 838200"/>
                <a:gd name="connsiteY152" fmla="*/ 330708 h 695325"/>
                <a:gd name="connsiteX153" fmla="*/ 665512 w 838200"/>
                <a:gd name="connsiteY153" fmla="*/ 336328 h 695325"/>
                <a:gd name="connsiteX154" fmla="*/ 665131 w 838200"/>
                <a:gd name="connsiteY154" fmla="*/ 344234 h 695325"/>
                <a:gd name="connsiteX155" fmla="*/ 666845 w 838200"/>
                <a:gd name="connsiteY155" fmla="*/ 348806 h 695325"/>
                <a:gd name="connsiteX156" fmla="*/ 667703 w 838200"/>
                <a:gd name="connsiteY156" fmla="*/ 354425 h 695325"/>
                <a:gd name="connsiteX157" fmla="*/ 671417 w 838200"/>
                <a:gd name="connsiteY157" fmla="*/ 359855 h 695325"/>
                <a:gd name="connsiteX158" fmla="*/ 674656 w 838200"/>
                <a:gd name="connsiteY158" fmla="*/ 362236 h 695325"/>
                <a:gd name="connsiteX159" fmla="*/ 678085 w 838200"/>
                <a:gd name="connsiteY159" fmla="*/ 362807 h 695325"/>
                <a:gd name="connsiteX160" fmla="*/ 682371 w 838200"/>
                <a:gd name="connsiteY160" fmla="*/ 366617 h 695325"/>
                <a:gd name="connsiteX161" fmla="*/ 685800 w 838200"/>
                <a:gd name="connsiteY161" fmla="*/ 372142 h 695325"/>
                <a:gd name="connsiteX162" fmla="*/ 688467 w 838200"/>
                <a:gd name="connsiteY162" fmla="*/ 376619 h 695325"/>
                <a:gd name="connsiteX163" fmla="*/ 693706 w 838200"/>
                <a:gd name="connsiteY163" fmla="*/ 378905 h 695325"/>
                <a:gd name="connsiteX164" fmla="*/ 698183 w 838200"/>
                <a:gd name="connsiteY164" fmla="*/ 377952 h 695325"/>
                <a:gd name="connsiteX165" fmla="*/ 700850 w 838200"/>
                <a:gd name="connsiteY165" fmla="*/ 380238 h 695325"/>
                <a:gd name="connsiteX166" fmla="*/ 701231 w 838200"/>
                <a:gd name="connsiteY166" fmla="*/ 384238 h 695325"/>
                <a:gd name="connsiteX167" fmla="*/ 705041 w 838200"/>
                <a:gd name="connsiteY167" fmla="*/ 385191 h 695325"/>
                <a:gd name="connsiteX168" fmla="*/ 707898 w 838200"/>
                <a:gd name="connsiteY168" fmla="*/ 384048 h 695325"/>
                <a:gd name="connsiteX169" fmla="*/ 710851 w 838200"/>
                <a:gd name="connsiteY169" fmla="*/ 387572 h 695325"/>
                <a:gd name="connsiteX170" fmla="*/ 714851 w 838200"/>
                <a:gd name="connsiteY170" fmla="*/ 391192 h 695325"/>
                <a:gd name="connsiteX171" fmla="*/ 717900 w 838200"/>
                <a:gd name="connsiteY171" fmla="*/ 392906 h 695325"/>
                <a:gd name="connsiteX172" fmla="*/ 720090 w 838200"/>
                <a:gd name="connsiteY172" fmla="*/ 390811 h 695325"/>
                <a:gd name="connsiteX173" fmla="*/ 723805 w 838200"/>
                <a:gd name="connsiteY173" fmla="*/ 390811 h 695325"/>
                <a:gd name="connsiteX174" fmla="*/ 726186 w 838200"/>
                <a:gd name="connsiteY174" fmla="*/ 393763 h 695325"/>
                <a:gd name="connsiteX175" fmla="*/ 723805 w 838200"/>
                <a:gd name="connsiteY175" fmla="*/ 396335 h 695325"/>
                <a:gd name="connsiteX176" fmla="*/ 720471 w 838200"/>
                <a:gd name="connsiteY176" fmla="*/ 397288 h 695325"/>
                <a:gd name="connsiteX177" fmla="*/ 720757 w 838200"/>
                <a:gd name="connsiteY177" fmla="*/ 400717 h 695325"/>
                <a:gd name="connsiteX178" fmla="*/ 723234 w 838200"/>
                <a:gd name="connsiteY178" fmla="*/ 404717 h 695325"/>
                <a:gd name="connsiteX179" fmla="*/ 728282 w 838200"/>
                <a:gd name="connsiteY179" fmla="*/ 406813 h 695325"/>
                <a:gd name="connsiteX180" fmla="*/ 732854 w 838200"/>
                <a:gd name="connsiteY180" fmla="*/ 403955 h 695325"/>
                <a:gd name="connsiteX181" fmla="*/ 733806 w 838200"/>
                <a:gd name="connsiteY181" fmla="*/ 401193 h 695325"/>
                <a:gd name="connsiteX182" fmla="*/ 735140 w 838200"/>
                <a:gd name="connsiteY182" fmla="*/ 398431 h 695325"/>
                <a:gd name="connsiteX183" fmla="*/ 739426 w 838200"/>
                <a:gd name="connsiteY183" fmla="*/ 400336 h 695325"/>
                <a:gd name="connsiteX184" fmla="*/ 742569 w 838200"/>
                <a:gd name="connsiteY184" fmla="*/ 401860 h 695325"/>
                <a:gd name="connsiteX185" fmla="*/ 742950 w 838200"/>
                <a:gd name="connsiteY185" fmla="*/ 406337 h 695325"/>
                <a:gd name="connsiteX186" fmla="*/ 744760 w 838200"/>
                <a:gd name="connsiteY186" fmla="*/ 407575 h 695325"/>
                <a:gd name="connsiteX187" fmla="*/ 747713 w 838200"/>
                <a:gd name="connsiteY187" fmla="*/ 406622 h 695325"/>
                <a:gd name="connsiteX188" fmla="*/ 750856 w 838200"/>
                <a:gd name="connsiteY188" fmla="*/ 408051 h 695325"/>
                <a:gd name="connsiteX189" fmla="*/ 753333 w 838200"/>
                <a:gd name="connsiteY189" fmla="*/ 411099 h 695325"/>
                <a:gd name="connsiteX190" fmla="*/ 757238 w 838200"/>
                <a:gd name="connsiteY190" fmla="*/ 412337 h 695325"/>
                <a:gd name="connsiteX191" fmla="*/ 759143 w 838200"/>
                <a:gd name="connsiteY191" fmla="*/ 414719 h 695325"/>
                <a:gd name="connsiteX192" fmla="*/ 760381 w 838200"/>
                <a:gd name="connsiteY192" fmla="*/ 419100 h 695325"/>
                <a:gd name="connsiteX193" fmla="*/ 761905 w 838200"/>
                <a:gd name="connsiteY193" fmla="*/ 421767 h 695325"/>
                <a:gd name="connsiteX194" fmla="*/ 766667 w 838200"/>
                <a:gd name="connsiteY194" fmla="*/ 421672 h 695325"/>
                <a:gd name="connsiteX195" fmla="*/ 769430 w 838200"/>
                <a:gd name="connsiteY195" fmla="*/ 423005 h 695325"/>
                <a:gd name="connsiteX196" fmla="*/ 772097 w 838200"/>
                <a:gd name="connsiteY196" fmla="*/ 426149 h 695325"/>
                <a:gd name="connsiteX197" fmla="*/ 775526 w 838200"/>
                <a:gd name="connsiteY197" fmla="*/ 426244 h 695325"/>
                <a:gd name="connsiteX198" fmla="*/ 779526 w 838200"/>
                <a:gd name="connsiteY198" fmla="*/ 429387 h 695325"/>
                <a:gd name="connsiteX199" fmla="*/ 779717 w 838200"/>
                <a:gd name="connsiteY199" fmla="*/ 433388 h 695325"/>
                <a:gd name="connsiteX200" fmla="*/ 780955 w 838200"/>
                <a:gd name="connsiteY200" fmla="*/ 437007 h 695325"/>
                <a:gd name="connsiteX201" fmla="*/ 783717 w 838200"/>
                <a:gd name="connsiteY201" fmla="*/ 438721 h 695325"/>
                <a:gd name="connsiteX202" fmla="*/ 785432 w 838200"/>
                <a:gd name="connsiteY202" fmla="*/ 442341 h 695325"/>
                <a:gd name="connsiteX203" fmla="*/ 784479 w 838200"/>
                <a:gd name="connsiteY203" fmla="*/ 445865 h 695325"/>
                <a:gd name="connsiteX204" fmla="*/ 781526 w 838200"/>
                <a:gd name="connsiteY204" fmla="*/ 444722 h 695325"/>
                <a:gd name="connsiteX205" fmla="*/ 779812 w 838200"/>
                <a:gd name="connsiteY205" fmla="*/ 446627 h 695325"/>
                <a:gd name="connsiteX206" fmla="*/ 780860 w 838200"/>
                <a:gd name="connsiteY206" fmla="*/ 451580 h 695325"/>
                <a:gd name="connsiteX207" fmla="*/ 784765 w 838200"/>
                <a:gd name="connsiteY207" fmla="*/ 458057 h 695325"/>
                <a:gd name="connsiteX208" fmla="*/ 789337 w 838200"/>
                <a:gd name="connsiteY208" fmla="*/ 463487 h 695325"/>
                <a:gd name="connsiteX209" fmla="*/ 794480 w 838200"/>
                <a:gd name="connsiteY209" fmla="*/ 468440 h 695325"/>
                <a:gd name="connsiteX210" fmla="*/ 796862 w 838200"/>
                <a:gd name="connsiteY210" fmla="*/ 476821 h 695325"/>
                <a:gd name="connsiteX211" fmla="*/ 795242 w 838200"/>
                <a:gd name="connsiteY211" fmla="*/ 480155 h 695325"/>
                <a:gd name="connsiteX212" fmla="*/ 793623 w 838200"/>
                <a:gd name="connsiteY212" fmla="*/ 482537 h 695325"/>
                <a:gd name="connsiteX213" fmla="*/ 789337 w 838200"/>
                <a:gd name="connsiteY213" fmla="*/ 482822 h 695325"/>
                <a:gd name="connsiteX214" fmla="*/ 786479 w 838200"/>
                <a:gd name="connsiteY214" fmla="*/ 487013 h 695325"/>
                <a:gd name="connsiteX215" fmla="*/ 786003 w 838200"/>
                <a:gd name="connsiteY215" fmla="*/ 491490 h 695325"/>
                <a:gd name="connsiteX216" fmla="*/ 787813 w 838200"/>
                <a:gd name="connsiteY216" fmla="*/ 494348 h 695325"/>
                <a:gd name="connsiteX217" fmla="*/ 789051 w 838200"/>
                <a:gd name="connsiteY217" fmla="*/ 496157 h 695325"/>
                <a:gd name="connsiteX218" fmla="*/ 791718 w 838200"/>
                <a:gd name="connsiteY218" fmla="*/ 496062 h 695325"/>
                <a:gd name="connsiteX219" fmla="*/ 793528 w 838200"/>
                <a:gd name="connsiteY219" fmla="*/ 497777 h 695325"/>
                <a:gd name="connsiteX220" fmla="*/ 793718 w 838200"/>
                <a:gd name="connsiteY220" fmla="*/ 501682 h 695325"/>
                <a:gd name="connsiteX221" fmla="*/ 794576 w 838200"/>
                <a:gd name="connsiteY221" fmla="*/ 505682 h 695325"/>
                <a:gd name="connsiteX222" fmla="*/ 797719 w 838200"/>
                <a:gd name="connsiteY222" fmla="*/ 509778 h 695325"/>
                <a:gd name="connsiteX223" fmla="*/ 801338 w 838200"/>
                <a:gd name="connsiteY223" fmla="*/ 516255 h 695325"/>
                <a:gd name="connsiteX224" fmla="*/ 804482 w 838200"/>
                <a:gd name="connsiteY224" fmla="*/ 518255 h 695325"/>
                <a:gd name="connsiteX225" fmla="*/ 806101 w 838200"/>
                <a:gd name="connsiteY225" fmla="*/ 521684 h 695325"/>
                <a:gd name="connsiteX226" fmla="*/ 804863 w 838200"/>
                <a:gd name="connsiteY226" fmla="*/ 525304 h 695325"/>
                <a:gd name="connsiteX227" fmla="*/ 806768 w 838200"/>
                <a:gd name="connsiteY227" fmla="*/ 528733 h 695325"/>
                <a:gd name="connsiteX228" fmla="*/ 811340 w 838200"/>
                <a:gd name="connsiteY228" fmla="*/ 529400 h 695325"/>
                <a:gd name="connsiteX229" fmla="*/ 815245 w 838200"/>
                <a:gd name="connsiteY229" fmla="*/ 530924 h 695325"/>
                <a:gd name="connsiteX230" fmla="*/ 818007 w 838200"/>
                <a:gd name="connsiteY230" fmla="*/ 534353 h 695325"/>
                <a:gd name="connsiteX231" fmla="*/ 821150 w 838200"/>
                <a:gd name="connsiteY231" fmla="*/ 533781 h 695325"/>
                <a:gd name="connsiteX232" fmla="*/ 822103 w 838200"/>
                <a:gd name="connsiteY232" fmla="*/ 530352 h 695325"/>
                <a:gd name="connsiteX233" fmla="*/ 821436 w 838200"/>
                <a:gd name="connsiteY233" fmla="*/ 527113 h 695325"/>
                <a:gd name="connsiteX234" fmla="*/ 818674 w 838200"/>
                <a:gd name="connsiteY234" fmla="*/ 526256 h 695325"/>
                <a:gd name="connsiteX235" fmla="*/ 815245 w 838200"/>
                <a:gd name="connsiteY235" fmla="*/ 525209 h 695325"/>
                <a:gd name="connsiteX236" fmla="*/ 816293 w 838200"/>
                <a:gd name="connsiteY236" fmla="*/ 522732 h 695325"/>
                <a:gd name="connsiteX237" fmla="*/ 818769 w 838200"/>
                <a:gd name="connsiteY237" fmla="*/ 522065 h 695325"/>
                <a:gd name="connsiteX238" fmla="*/ 823246 w 838200"/>
                <a:gd name="connsiteY238" fmla="*/ 522827 h 695325"/>
                <a:gd name="connsiteX239" fmla="*/ 825056 w 838200"/>
                <a:gd name="connsiteY239" fmla="*/ 525780 h 695325"/>
                <a:gd name="connsiteX240" fmla="*/ 827437 w 838200"/>
                <a:gd name="connsiteY240" fmla="*/ 527399 h 695325"/>
                <a:gd name="connsiteX241" fmla="*/ 829247 w 838200"/>
                <a:gd name="connsiteY241" fmla="*/ 529400 h 695325"/>
                <a:gd name="connsiteX242" fmla="*/ 830199 w 838200"/>
                <a:gd name="connsiteY242" fmla="*/ 530924 h 695325"/>
                <a:gd name="connsiteX243" fmla="*/ 830485 w 838200"/>
                <a:gd name="connsiteY243" fmla="*/ 534353 h 695325"/>
                <a:gd name="connsiteX244" fmla="*/ 832200 w 838200"/>
                <a:gd name="connsiteY244" fmla="*/ 537401 h 695325"/>
                <a:gd name="connsiteX245" fmla="*/ 835247 w 838200"/>
                <a:gd name="connsiteY245" fmla="*/ 536448 h 695325"/>
                <a:gd name="connsiteX246" fmla="*/ 835819 w 838200"/>
                <a:gd name="connsiteY246" fmla="*/ 534353 h 695325"/>
                <a:gd name="connsiteX247" fmla="*/ 838486 w 838200"/>
                <a:gd name="connsiteY247" fmla="*/ 533019 h 695325"/>
                <a:gd name="connsiteX248" fmla="*/ 841153 w 838200"/>
                <a:gd name="connsiteY248" fmla="*/ 534734 h 695325"/>
                <a:gd name="connsiteX249" fmla="*/ 843248 w 838200"/>
                <a:gd name="connsiteY249" fmla="*/ 539020 h 695325"/>
                <a:gd name="connsiteX250" fmla="*/ 842677 w 838200"/>
                <a:gd name="connsiteY250" fmla="*/ 545211 h 695325"/>
                <a:gd name="connsiteX251" fmla="*/ 841534 w 838200"/>
                <a:gd name="connsiteY251" fmla="*/ 549974 h 695325"/>
                <a:gd name="connsiteX252" fmla="*/ 839343 w 838200"/>
                <a:gd name="connsiteY252" fmla="*/ 553307 h 695325"/>
                <a:gd name="connsiteX253" fmla="*/ 836771 w 838200"/>
                <a:gd name="connsiteY253" fmla="*/ 554641 h 695325"/>
                <a:gd name="connsiteX254" fmla="*/ 834962 w 838200"/>
                <a:gd name="connsiteY254" fmla="*/ 558927 h 695325"/>
                <a:gd name="connsiteX255" fmla="*/ 836867 w 838200"/>
                <a:gd name="connsiteY255" fmla="*/ 562832 h 695325"/>
                <a:gd name="connsiteX256" fmla="*/ 840391 w 838200"/>
                <a:gd name="connsiteY256" fmla="*/ 562642 h 695325"/>
                <a:gd name="connsiteX257" fmla="*/ 844868 w 838200"/>
                <a:gd name="connsiteY257" fmla="*/ 567119 h 695325"/>
                <a:gd name="connsiteX258" fmla="*/ 843629 w 838200"/>
                <a:gd name="connsiteY258" fmla="*/ 569595 h 695325"/>
                <a:gd name="connsiteX259" fmla="*/ 840867 w 838200"/>
                <a:gd name="connsiteY259" fmla="*/ 568547 h 695325"/>
                <a:gd name="connsiteX260" fmla="*/ 836009 w 838200"/>
                <a:gd name="connsiteY260" fmla="*/ 569786 h 695325"/>
                <a:gd name="connsiteX261" fmla="*/ 833723 w 838200"/>
                <a:gd name="connsiteY261" fmla="*/ 574167 h 695325"/>
                <a:gd name="connsiteX262" fmla="*/ 835057 w 838200"/>
                <a:gd name="connsiteY262" fmla="*/ 577120 h 695325"/>
                <a:gd name="connsiteX263" fmla="*/ 838391 w 838200"/>
                <a:gd name="connsiteY263" fmla="*/ 579120 h 695325"/>
                <a:gd name="connsiteX264" fmla="*/ 839343 w 838200"/>
                <a:gd name="connsiteY264" fmla="*/ 583883 h 695325"/>
                <a:gd name="connsiteX265" fmla="*/ 837724 w 838200"/>
                <a:gd name="connsiteY265" fmla="*/ 587026 h 695325"/>
                <a:gd name="connsiteX266" fmla="*/ 836676 w 838200"/>
                <a:gd name="connsiteY266" fmla="*/ 592836 h 695325"/>
                <a:gd name="connsiteX267" fmla="*/ 834962 w 838200"/>
                <a:gd name="connsiteY267" fmla="*/ 597503 h 695325"/>
                <a:gd name="connsiteX268" fmla="*/ 831437 w 838200"/>
                <a:gd name="connsiteY268" fmla="*/ 599884 h 695325"/>
                <a:gd name="connsiteX269" fmla="*/ 825151 w 838200"/>
                <a:gd name="connsiteY269" fmla="*/ 595598 h 695325"/>
                <a:gd name="connsiteX270" fmla="*/ 823817 w 838200"/>
                <a:gd name="connsiteY270" fmla="*/ 592074 h 695325"/>
                <a:gd name="connsiteX271" fmla="*/ 820388 w 838200"/>
                <a:gd name="connsiteY271" fmla="*/ 589693 h 695325"/>
                <a:gd name="connsiteX272" fmla="*/ 817341 w 838200"/>
                <a:gd name="connsiteY272" fmla="*/ 590264 h 695325"/>
                <a:gd name="connsiteX273" fmla="*/ 814007 w 838200"/>
                <a:gd name="connsiteY273" fmla="*/ 593408 h 695325"/>
                <a:gd name="connsiteX274" fmla="*/ 814102 w 838200"/>
                <a:gd name="connsiteY274" fmla="*/ 600551 h 695325"/>
                <a:gd name="connsiteX275" fmla="*/ 813054 w 838200"/>
                <a:gd name="connsiteY275" fmla="*/ 607314 h 695325"/>
                <a:gd name="connsiteX276" fmla="*/ 812768 w 838200"/>
                <a:gd name="connsiteY276" fmla="*/ 612267 h 695325"/>
                <a:gd name="connsiteX277" fmla="*/ 812578 w 838200"/>
                <a:gd name="connsiteY277" fmla="*/ 613410 h 695325"/>
                <a:gd name="connsiteX278" fmla="*/ 811721 w 838200"/>
                <a:gd name="connsiteY278" fmla="*/ 616744 h 695325"/>
                <a:gd name="connsiteX279" fmla="*/ 808292 w 838200"/>
                <a:gd name="connsiteY279" fmla="*/ 619982 h 695325"/>
                <a:gd name="connsiteX280" fmla="*/ 806006 w 838200"/>
                <a:gd name="connsiteY280" fmla="*/ 620744 h 695325"/>
                <a:gd name="connsiteX281" fmla="*/ 803243 w 838200"/>
                <a:gd name="connsiteY281" fmla="*/ 617220 h 695325"/>
                <a:gd name="connsiteX282" fmla="*/ 802862 w 838200"/>
                <a:gd name="connsiteY282" fmla="*/ 614648 h 695325"/>
                <a:gd name="connsiteX283" fmla="*/ 804101 w 838200"/>
                <a:gd name="connsiteY283" fmla="*/ 612553 h 695325"/>
                <a:gd name="connsiteX284" fmla="*/ 805339 w 838200"/>
                <a:gd name="connsiteY284" fmla="*/ 609791 h 695325"/>
                <a:gd name="connsiteX285" fmla="*/ 805625 w 838200"/>
                <a:gd name="connsiteY285" fmla="*/ 605600 h 695325"/>
                <a:gd name="connsiteX286" fmla="*/ 804386 w 838200"/>
                <a:gd name="connsiteY286" fmla="*/ 602742 h 695325"/>
                <a:gd name="connsiteX287" fmla="*/ 800767 w 838200"/>
                <a:gd name="connsiteY287" fmla="*/ 600742 h 695325"/>
                <a:gd name="connsiteX288" fmla="*/ 796957 w 838200"/>
                <a:gd name="connsiteY288" fmla="*/ 600551 h 695325"/>
                <a:gd name="connsiteX289" fmla="*/ 794195 w 838200"/>
                <a:gd name="connsiteY289" fmla="*/ 601599 h 695325"/>
                <a:gd name="connsiteX290" fmla="*/ 791718 w 838200"/>
                <a:gd name="connsiteY290" fmla="*/ 605028 h 695325"/>
                <a:gd name="connsiteX291" fmla="*/ 792290 w 838200"/>
                <a:gd name="connsiteY291" fmla="*/ 608933 h 695325"/>
                <a:gd name="connsiteX292" fmla="*/ 795623 w 838200"/>
                <a:gd name="connsiteY292" fmla="*/ 611886 h 695325"/>
                <a:gd name="connsiteX293" fmla="*/ 798100 w 838200"/>
                <a:gd name="connsiteY293" fmla="*/ 615601 h 695325"/>
                <a:gd name="connsiteX294" fmla="*/ 799624 w 838200"/>
                <a:gd name="connsiteY294" fmla="*/ 619411 h 695325"/>
                <a:gd name="connsiteX295" fmla="*/ 798957 w 838200"/>
                <a:gd name="connsiteY295" fmla="*/ 622840 h 695325"/>
                <a:gd name="connsiteX296" fmla="*/ 798100 w 838200"/>
                <a:gd name="connsiteY296" fmla="*/ 625602 h 695325"/>
                <a:gd name="connsiteX297" fmla="*/ 799529 w 838200"/>
                <a:gd name="connsiteY297" fmla="*/ 629222 h 695325"/>
                <a:gd name="connsiteX298" fmla="*/ 802767 w 838200"/>
                <a:gd name="connsiteY298" fmla="*/ 632651 h 695325"/>
                <a:gd name="connsiteX299" fmla="*/ 801053 w 838200"/>
                <a:gd name="connsiteY299" fmla="*/ 638080 h 695325"/>
                <a:gd name="connsiteX300" fmla="*/ 798957 w 838200"/>
                <a:gd name="connsiteY300" fmla="*/ 640080 h 695325"/>
                <a:gd name="connsiteX301" fmla="*/ 792099 w 838200"/>
                <a:gd name="connsiteY301" fmla="*/ 639128 h 695325"/>
                <a:gd name="connsiteX302" fmla="*/ 789337 w 838200"/>
                <a:gd name="connsiteY302" fmla="*/ 641795 h 695325"/>
                <a:gd name="connsiteX303" fmla="*/ 790289 w 838200"/>
                <a:gd name="connsiteY303" fmla="*/ 644747 h 695325"/>
                <a:gd name="connsiteX304" fmla="*/ 793052 w 838200"/>
                <a:gd name="connsiteY304" fmla="*/ 646367 h 695325"/>
                <a:gd name="connsiteX305" fmla="*/ 797909 w 838200"/>
                <a:gd name="connsiteY305" fmla="*/ 646462 h 695325"/>
                <a:gd name="connsiteX306" fmla="*/ 801719 w 838200"/>
                <a:gd name="connsiteY306" fmla="*/ 649034 h 695325"/>
                <a:gd name="connsiteX307" fmla="*/ 799814 w 838200"/>
                <a:gd name="connsiteY307" fmla="*/ 653225 h 695325"/>
                <a:gd name="connsiteX308" fmla="*/ 796290 w 838200"/>
                <a:gd name="connsiteY308" fmla="*/ 655701 h 695325"/>
                <a:gd name="connsiteX309" fmla="*/ 791813 w 838200"/>
                <a:gd name="connsiteY309" fmla="*/ 656177 h 695325"/>
                <a:gd name="connsiteX310" fmla="*/ 788384 w 838200"/>
                <a:gd name="connsiteY310" fmla="*/ 654082 h 695325"/>
                <a:gd name="connsiteX311" fmla="*/ 784289 w 838200"/>
                <a:gd name="connsiteY311" fmla="*/ 653891 h 695325"/>
                <a:gd name="connsiteX312" fmla="*/ 780193 w 838200"/>
                <a:gd name="connsiteY312" fmla="*/ 655130 h 695325"/>
                <a:gd name="connsiteX313" fmla="*/ 780098 w 838200"/>
                <a:gd name="connsiteY313" fmla="*/ 658559 h 695325"/>
                <a:gd name="connsiteX314" fmla="*/ 784003 w 838200"/>
                <a:gd name="connsiteY314" fmla="*/ 661702 h 695325"/>
                <a:gd name="connsiteX315" fmla="*/ 790099 w 838200"/>
                <a:gd name="connsiteY315" fmla="*/ 663321 h 695325"/>
                <a:gd name="connsiteX316" fmla="*/ 794290 w 838200"/>
                <a:gd name="connsiteY316" fmla="*/ 665131 h 695325"/>
                <a:gd name="connsiteX317" fmla="*/ 797433 w 838200"/>
                <a:gd name="connsiteY317" fmla="*/ 669988 h 695325"/>
                <a:gd name="connsiteX318" fmla="*/ 795528 w 838200"/>
                <a:gd name="connsiteY318" fmla="*/ 674656 h 695325"/>
                <a:gd name="connsiteX319" fmla="*/ 789623 w 838200"/>
                <a:gd name="connsiteY319" fmla="*/ 678275 h 695325"/>
                <a:gd name="connsiteX320" fmla="*/ 787432 w 838200"/>
                <a:gd name="connsiteY320" fmla="*/ 680180 h 695325"/>
                <a:gd name="connsiteX321" fmla="*/ 787908 w 838200"/>
                <a:gd name="connsiteY321" fmla="*/ 685133 h 695325"/>
                <a:gd name="connsiteX322" fmla="*/ 786860 w 838200"/>
                <a:gd name="connsiteY322" fmla="*/ 690277 h 695325"/>
                <a:gd name="connsiteX323" fmla="*/ 783622 w 838200"/>
                <a:gd name="connsiteY323" fmla="*/ 693515 h 695325"/>
                <a:gd name="connsiteX324" fmla="*/ 702659 w 838200"/>
                <a:gd name="connsiteY324" fmla="*/ 702564 h 695325"/>
                <a:gd name="connsiteX325" fmla="*/ 703707 w 838200"/>
                <a:gd name="connsiteY325" fmla="*/ 699421 h 695325"/>
                <a:gd name="connsiteX326" fmla="*/ 706184 w 838200"/>
                <a:gd name="connsiteY326" fmla="*/ 694944 h 695325"/>
                <a:gd name="connsiteX327" fmla="*/ 707041 w 838200"/>
                <a:gd name="connsiteY327" fmla="*/ 690182 h 695325"/>
                <a:gd name="connsiteX328" fmla="*/ 708755 w 838200"/>
                <a:gd name="connsiteY328" fmla="*/ 685705 h 695325"/>
                <a:gd name="connsiteX329" fmla="*/ 712756 w 838200"/>
                <a:gd name="connsiteY329" fmla="*/ 682371 h 695325"/>
                <a:gd name="connsiteX330" fmla="*/ 716566 w 838200"/>
                <a:gd name="connsiteY330" fmla="*/ 678847 h 695325"/>
                <a:gd name="connsiteX331" fmla="*/ 717900 w 838200"/>
                <a:gd name="connsiteY331" fmla="*/ 675989 h 695325"/>
                <a:gd name="connsiteX332" fmla="*/ 717233 w 838200"/>
                <a:gd name="connsiteY332" fmla="*/ 672941 h 695325"/>
                <a:gd name="connsiteX333" fmla="*/ 719900 w 838200"/>
                <a:gd name="connsiteY333" fmla="*/ 670084 h 695325"/>
                <a:gd name="connsiteX334" fmla="*/ 722471 w 838200"/>
                <a:gd name="connsiteY334" fmla="*/ 667512 h 695325"/>
                <a:gd name="connsiteX335" fmla="*/ 728186 w 838200"/>
                <a:gd name="connsiteY335" fmla="*/ 664369 h 695325"/>
                <a:gd name="connsiteX336" fmla="*/ 729901 w 838200"/>
                <a:gd name="connsiteY336" fmla="*/ 660273 h 695325"/>
                <a:gd name="connsiteX337" fmla="*/ 730853 w 838200"/>
                <a:gd name="connsiteY337" fmla="*/ 657511 h 695325"/>
                <a:gd name="connsiteX338" fmla="*/ 733520 w 838200"/>
                <a:gd name="connsiteY338" fmla="*/ 656368 h 695325"/>
                <a:gd name="connsiteX339" fmla="*/ 735425 w 838200"/>
                <a:gd name="connsiteY339" fmla="*/ 655130 h 695325"/>
                <a:gd name="connsiteX340" fmla="*/ 735235 w 838200"/>
                <a:gd name="connsiteY340" fmla="*/ 649986 h 695325"/>
                <a:gd name="connsiteX341" fmla="*/ 733235 w 838200"/>
                <a:gd name="connsiteY341" fmla="*/ 647224 h 695325"/>
                <a:gd name="connsiteX342" fmla="*/ 732854 w 838200"/>
                <a:gd name="connsiteY342" fmla="*/ 644366 h 695325"/>
                <a:gd name="connsiteX343" fmla="*/ 734949 w 838200"/>
                <a:gd name="connsiteY343" fmla="*/ 641318 h 695325"/>
                <a:gd name="connsiteX344" fmla="*/ 733806 w 838200"/>
                <a:gd name="connsiteY344" fmla="*/ 637413 h 695325"/>
                <a:gd name="connsiteX345" fmla="*/ 730853 w 838200"/>
                <a:gd name="connsiteY345" fmla="*/ 636937 h 695325"/>
                <a:gd name="connsiteX346" fmla="*/ 726377 w 838200"/>
                <a:gd name="connsiteY346" fmla="*/ 633698 h 695325"/>
                <a:gd name="connsiteX347" fmla="*/ 723329 w 838200"/>
                <a:gd name="connsiteY347" fmla="*/ 629984 h 695325"/>
                <a:gd name="connsiteX348" fmla="*/ 722948 w 838200"/>
                <a:gd name="connsiteY348" fmla="*/ 624840 h 695325"/>
                <a:gd name="connsiteX349" fmla="*/ 718852 w 838200"/>
                <a:gd name="connsiteY349" fmla="*/ 621983 h 695325"/>
                <a:gd name="connsiteX350" fmla="*/ 712470 w 838200"/>
                <a:gd name="connsiteY350" fmla="*/ 622649 h 695325"/>
                <a:gd name="connsiteX351" fmla="*/ 534638 w 838200"/>
                <a:gd name="connsiteY351" fmla="*/ 640271 h 695325"/>
                <a:gd name="connsiteX352" fmla="*/ 479679 w 838200"/>
                <a:gd name="connsiteY352" fmla="*/ 644557 h 695325"/>
                <a:gd name="connsiteX353" fmla="*/ 399193 w 838200"/>
                <a:gd name="connsiteY353" fmla="*/ 650748 h 695325"/>
                <a:gd name="connsiteX354" fmla="*/ 331946 w 838200"/>
                <a:gd name="connsiteY354" fmla="*/ 655892 h 695325"/>
                <a:gd name="connsiteX355" fmla="*/ 171926 w 838200"/>
                <a:gd name="connsiteY355" fmla="*/ 666655 h 695325"/>
                <a:gd name="connsiteX356" fmla="*/ 167735 w 838200"/>
                <a:gd name="connsiteY356" fmla="*/ 588931 h 695325"/>
                <a:gd name="connsiteX357" fmla="*/ 149828 w 838200"/>
                <a:gd name="connsiteY357" fmla="*/ 258223 h 695325"/>
                <a:gd name="connsiteX358" fmla="*/ 151543 w 838200"/>
                <a:gd name="connsiteY358" fmla="*/ 256508 h 695325"/>
                <a:gd name="connsiteX359" fmla="*/ 151733 w 838200"/>
                <a:gd name="connsiteY359" fmla="*/ 253937 h 695325"/>
                <a:gd name="connsiteX360" fmla="*/ 150400 w 838200"/>
                <a:gd name="connsiteY360" fmla="*/ 251936 h 695325"/>
                <a:gd name="connsiteX361" fmla="*/ 148590 w 838200"/>
                <a:gd name="connsiteY361" fmla="*/ 252032 h 695325"/>
                <a:gd name="connsiteX362" fmla="*/ 147352 w 838200"/>
                <a:gd name="connsiteY362" fmla="*/ 252984 h 695325"/>
                <a:gd name="connsiteX363" fmla="*/ 143828 w 838200"/>
                <a:gd name="connsiteY363" fmla="*/ 253365 h 695325"/>
                <a:gd name="connsiteX364" fmla="*/ 142970 w 838200"/>
                <a:gd name="connsiteY364" fmla="*/ 250317 h 695325"/>
                <a:gd name="connsiteX365" fmla="*/ 140779 w 838200"/>
                <a:gd name="connsiteY365" fmla="*/ 249079 h 695325"/>
                <a:gd name="connsiteX366" fmla="*/ 138494 w 838200"/>
                <a:gd name="connsiteY366" fmla="*/ 249936 h 695325"/>
                <a:gd name="connsiteX367" fmla="*/ 136493 w 838200"/>
                <a:gd name="connsiteY367" fmla="*/ 251746 h 695325"/>
                <a:gd name="connsiteX368" fmla="*/ 132683 w 838200"/>
                <a:gd name="connsiteY368" fmla="*/ 251650 h 695325"/>
                <a:gd name="connsiteX369" fmla="*/ 130112 w 838200"/>
                <a:gd name="connsiteY369" fmla="*/ 249365 h 695325"/>
                <a:gd name="connsiteX370" fmla="*/ 127921 w 838200"/>
                <a:gd name="connsiteY370" fmla="*/ 246221 h 695325"/>
                <a:gd name="connsiteX371" fmla="*/ 124968 w 838200"/>
                <a:gd name="connsiteY371" fmla="*/ 246507 h 695325"/>
                <a:gd name="connsiteX372" fmla="*/ 123349 w 838200"/>
                <a:gd name="connsiteY372" fmla="*/ 245078 h 695325"/>
                <a:gd name="connsiteX373" fmla="*/ 123920 w 838200"/>
                <a:gd name="connsiteY373" fmla="*/ 241078 h 695325"/>
                <a:gd name="connsiteX374" fmla="*/ 122301 w 838200"/>
                <a:gd name="connsiteY374" fmla="*/ 237649 h 695325"/>
                <a:gd name="connsiteX375" fmla="*/ 119348 w 838200"/>
                <a:gd name="connsiteY375" fmla="*/ 235649 h 695325"/>
                <a:gd name="connsiteX376" fmla="*/ 116110 w 838200"/>
                <a:gd name="connsiteY376" fmla="*/ 234982 h 695325"/>
                <a:gd name="connsiteX377" fmla="*/ 113348 w 838200"/>
                <a:gd name="connsiteY377" fmla="*/ 231743 h 695325"/>
                <a:gd name="connsiteX378" fmla="*/ 112586 w 838200"/>
                <a:gd name="connsiteY378" fmla="*/ 226695 h 695325"/>
                <a:gd name="connsiteX379" fmla="*/ 112967 w 838200"/>
                <a:gd name="connsiteY379" fmla="*/ 224028 h 695325"/>
                <a:gd name="connsiteX380" fmla="*/ 116586 w 838200"/>
                <a:gd name="connsiteY380" fmla="*/ 222028 h 695325"/>
                <a:gd name="connsiteX381" fmla="*/ 115253 w 838200"/>
                <a:gd name="connsiteY381" fmla="*/ 218123 h 695325"/>
                <a:gd name="connsiteX382" fmla="*/ 113157 w 838200"/>
                <a:gd name="connsiteY382" fmla="*/ 217361 h 695325"/>
                <a:gd name="connsiteX383" fmla="*/ 110776 w 838200"/>
                <a:gd name="connsiteY383" fmla="*/ 219361 h 695325"/>
                <a:gd name="connsiteX384" fmla="*/ 108585 w 838200"/>
                <a:gd name="connsiteY384" fmla="*/ 218599 h 695325"/>
                <a:gd name="connsiteX385" fmla="*/ 106775 w 838200"/>
                <a:gd name="connsiteY385" fmla="*/ 215170 h 695325"/>
                <a:gd name="connsiteX386" fmla="*/ 103346 w 838200"/>
                <a:gd name="connsiteY386" fmla="*/ 213455 h 695325"/>
                <a:gd name="connsiteX387" fmla="*/ 101060 w 838200"/>
                <a:gd name="connsiteY387" fmla="*/ 208788 h 695325"/>
                <a:gd name="connsiteX388" fmla="*/ 97631 w 838200"/>
                <a:gd name="connsiteY388" fmla="*/ 208407 h 695325"/>
                <a:gd name="connsiteX389" fmla="*/ 95917 w 838200"/>
                <a:gd name="connsiteY389" fmla="*/ 206407 h 695325"/>
                <a:gd name="connsiteX390" fmla="*/ 94012 w 838200"/>
                <a:gd name="connsiteY390" fmla="*/ 202406 h 695325"/>
                <a:gd name="connsiteX391" fmla="*/ 92107 w 838200"/>
                <a:gd name="connsiteY391" fmla="*/ 200406 h 695325"/>
                <a:gd name="connsiteX392" fmla="*/ 89249 w 838200"/>
                <a:gd name="connsiteY392" fmla="*/ 198692 h 695325"/>
                <a:gd name="connsiteX393" fmla="*/ 87059 w 838200"/>
                <a:gd name="connsiteY393" fmla="*/ 195548 h 695325"/>
                <a:gd name="connsiteX394" fmla="*/ 86678 w 838200"/>
                <a:gd name="connsiteY394" fmla="*/ 190691 h 695325"/>
                <a:gd name="connsiteX395" fmla="*/ 90583 w 838200"/>
                <a:gd name="connsiteY395" fmla="*/ 189548 h 695325"/>
                <a:gd name="connsiteX396" fmla="*/ 93250 w 838200"/>
                <a:gd name="connsiteY396" fmla="*/ 189929 h 695325"/>
                <a:gd name="connsiteX397" fmla="*/ 95060 w 838200"/>
                <a:gd name="connsiteY397" fmla="*/ 186500 h 695325"/>
                <a:gd name="connsiteX398" fmla="*/ 92488 w 838200"/>
                <a:gd name="connsiteY398" fmla="*/ 183737 h 695325"/>
                <a:gd name="connsiteX399" fmla="*/ 92774 w 838200"/>
                <a:gd name="connsiteY399" fmla="*/ 180118 h 695325"/>
                <a:gd name="connsiteX400" fmla="*/ 94107 w 838200"/>
                <a:gd name="connsiteY400" fmla="*/ 176498 h 695325"/>
                <a:gd name="connsiteX401" fmla="*/ 97060 w 838200"/>
                <a:gd name="connsiteY401" fmla="*/ 174117 h 695325"/>
                <a:gd name="connsiteX402" fmla="*/ 101441 w 838200"/>
                <a:gd name="connsiteY402" fmla="*/ 174117 h 695325"/>
                <a:gd name="connsiteX403" fmla="*/ 102489 w 838200"/>
                <a:gd name="connsiteY403" fmla="*/ 171926 h 695325"/>
                <a:gd name="connsiteX404" fmla="*/ 101251 w 838200"/>
                <a:gd name="connsiteY404" fmla="*/ 167259 h 695325"/>
                <a:gd name="connsiteX405" fmla="*/ 102489 w 838200"/>
                <a:gd name="connsiteY405" fmla="*/ 163735 h 695325"/>
                <a:gd name="connsiteX406" fmla="*/ 104299 w 838200"/>
                <a:gd name="connsiteY406" fmla="*/ 163259 h 695325"/>
                <a:gd name="connsiteX407" fmla="*/ 106585 w 838200"/>
                <a:gd name="connsiteY407" fmla="*/ 165163 h 695325"/>
                <a:gd name="connsiteX408" fmla="*/ 108585 w 838200"/>
                <a:gd name="connsiteY408" fmla="*/ 166973 h 695325"/>
                <a:gd name="connsiteX409" fmla="*/ 112204 w 838200"/>
                <a:gd name="connsiteY409" fmla="*/ 166973 h 695325"/>
                <a:gd name="connsiteX410" fmla="*/ 114776 w 838200"/>
                <a:gd name="connsiteY410" fmla="*/ 164497 h 695325"/>
                <a:gd name="connsiteX411" fmla="*/ 115253 w 838200"/>
                <a:gd name="connsiteY411" fmla="*/ 161830 h 695325"/>
                <a:gd name="connsiteX412" fmla="*/ 113919 w 838200"/>
                <a:gd name="connsiteY412" fmla="*/ 159258 h 695325"/>
                <a:gd name="connsiteX413" fmla="*/ 111443 w 838200"/>
                <a:gd name="connsiteY413" fmla="*/ 159639 h 695325"/>
                <a:gd name="connsiteX414" fmla="*/ 109538 w 838200"/>
                <a:gd name="connsiteY414" fmla="*/ 161354 h 695325"/>
                <a:gd name="connsiteX415" fmla="*/ 106775 w 838200"/>
                <a:gd name="connsiteY415" fmla="*/ 160306 h 695325"/>
                <a:gd name="connsiteX416" fmla="*/ 104394 w 838200"/>
                <a:gd name="connsiteY416" fmla="*/ 158020 h 695325"/>
                <a:gd name="connsiteX417" fmla="*/ 106394 w 838200"/>
                <a:gd name="connsiteY417" fmla="*/ 156305 h 695325"/>
                <a:gd name="connsiteX418" fmla="*/ 110395 w 838200"/>
                <a:gd name="connsiteY418" fmla="*/ 156305 h 695325"/>
                <a:gd name="connsiteX419" fmla="*/ 111443 w 838200"/>
                <a:gd name="connsiteY419" fmla="*/ 154496 h 695325"/>
                <a:gd name="connsiteX420" fmla="*/ 112776 w 838200"/>
                <a:gd name="connsiteY420" fmla="*/ 151448 h 695325"/>
                <a:gd name="connsiteX421" fmla="*/ 111633 w 838200"/>
                <a:gd name="connsiteY421" fmla="*/ 148971 h 695325"/>
                <a:gd name="connsiteX422" fmla="*/ 109157 w 838200"/>
                <a:gd name="connsiteY422" fmla="*/ 148019 h 695325"/>
                <a:gd name="connsiteX423" fmla="*/ 106013 w 838200"/>
                <a:gd name="connsiteY423" fmla="*/ 148304 h 695325"/>
                <a:gd name="connsiteX424" fmla="*/ 104299 w 838200"/>
                <a:gd name="connsiteY424" fmla="*/ 145828 h 695325"/>
                <a:gd name="connsiteX425" fmla="*/ 105823 w 838200"/>
                <a:gd name="connsiteY425" fmla="*/ 141351 h 695325"/>
                <a:gd name="connsiteX426" fmla="*/ 103442 w 838200"/>
                <a:gd name="connsiteY426" fmla="*/ 138779 h 695325"/>
                <a:gd name="connsiteX427" fmla="*/ 100203 w 838200"/>
                <a:gd name="connsiteY427" fmla="*/ 138970 h 695325"/>
                <a:gd name="connsiteX428" fmla="*/ 98298 w 838200"/>
                <a:gd name="connsiteY428" fmla="*/ 140113 h 695325"/>
                <a:gd name="connsiteX429" fmla="*/ 94774 w 838200"/>
                <a:gd name="connsiteY429" fmla="*/ 140208 h 695325"/>
                <a:gd name="connsiteX430" fmla="*/ 94583 w 838200"/>
                <a:gd name="connsiteY430" fmla="*/ 142304 h 695325"/>
                <a:gd name="connsiteX431" fmla="*/ 93154 w 838200"/>
                <a:gd name="connsiteY431" fmla="*/ 145256 h 695325"/>
                <a:gd name="connsiteX432" fmla="*/ 90202 w 838200"/>
                <a:gd name="connsiteY432" fmla="*/ 146209 h 695325"/>
                <a:gd name="connsiteX433" fmla="*/ 86297 w 838200"/>
                <a:gd name="connsiteY433" fmla="*/ 146304 h 695325"/>
                <a:gd name="connsiteX434" fmla="*/ 81820 w 838200"/>
                <a:gd name="connsiteY434" fmla="*/ 143923 h 695325"/>
                <a:gd name="connsiteX435" fmla="*/ 79439 w 838200"/>
                <a:gd name="connsiteY435" fmla="*/ 140303 h 695325"/>
                <a:gd name="connsiteX436" fmla="*/ 76486 w 838200"/>
                <a:gd name="connsiteY436" fmla="*/ 141446 h 695325"/>
                <a:gd name="connsiteX437" fmla="*/ 73057 w 838200"/>
                <a:gd name="connsiteY437" fmla="*/ 140208 h 695325"/>
                <a:gd name="connsiteX438" fmla="*/ 72485 w 838200"/>
                <a:gd name="connsiteY438" fmla="*/ 136684 h 695325"/>
                <a:gd name="connsiteX439" fmla="*/ 70580 w 838200"/>
                <a:gd name="connsiteY439" fmla="*/ 133826 h 695325"/>
                <a:gd name="connsiteX440" fmla="*/ 67533 w 838200"/>
                <a:gd name="connsiteY440" fmla="*/ 133350 h 695325"/>
                <a:gd name="connsiteX441" fmla="*/ 65532 w 838200"/>
                <a:gd name="connsiteY441" fmla="*/ 131254 h 695325"/>
                <a:gd name="connsiteX442" fmla="*/ 62484 w 838200"/>
                <a:gd name="connsiteY442" fmla="*/ 129254 h 695325"/>
                <a:gd name="connsiteX443" fmla="*/ 60293 w 838200"/>
                <a:gd name="connsiteY443" fmla="*/ 128016 h 695325"/>
                <a:gd name="connsiteX444" fmla="*/ 58960 w 838200"/>
                <a:gd name="connsiteY444" fmla="*/ 125921 h 695325"/>
                <a:gd name="connsiteX445" fmla="*/ 58008 w 838200"/>
                <a:gd name="connsiteY445" fmla="*/ 124206 h 69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</a:cxnLst>
              <a:rect l="l" t="t" r="r" b="b"/>
              <a:pathLst>
                <a:path w="838200" h="695325">
                  <a:moveTo>
                    <a:pt x="58008" y="124206"/>
                  </a:moveTo>
                  <a:cubicBezTo>
                    <a:pt x="57531" y="123349"/>
                    <a:pt x="56960" y="121920"/>
                    <a:pt x="56388" y="121349"/>
                  </a:cubicBezTo>
                  <a:cubicBezTo>
                    <a:pt x="56007" y="120872"/>
                    <a:pt x="55054" y="120110"/>
                    <a:pt x="54388" y="120015"/>
                  </a:cubicBezTo>
                  <a:cubicBezTo>
                    <a:pt x="53721" y="119920"/>
                    <a:pt x="52292" y="120587"/>
                    <a:pt x="51626" y="120777"/>
                  </a:cubicBezTo>
                  <a:cubicBezTo>
                    <a:pt x="51054" y="120872"/>
                    <a:pt x="49816" y="121253"/>
                    <a:pt x="49149" y="121063"/>
                  </a:cubicBezTo>
                  <a:cubicBezTo>
                    <a:pt x="48483" y="120872"/>
                    <a:pt x="47435" y="119920"/>
                    <a:pt x="47054" y="119348"/>
                  </a:cubicBezTo>
                  <a:cubicBezTo>
                    <a:pt x="46482" y="118491"/>
                    <a:pt x="45434" y="116205"/>
                    <a:pt x="45816" y="115253"/>
                  </a:cubicBezTo>
                  <a:cubicBezTo>
                    <a:pt x="46101" y="114586"/>
                    <a:pt x="47816" y="114300"/>
                    <a:pt x="48292" y="113729"/>
                  </a:cubicBezTo>
                  <a:cubicBezTo>
                    <a:pt x="48863" y="112967"/>
                    <a:pt x="49435" y="111062"/>
                    <a:pt x="49340" y="110109"/>
                  </a:cubicBezTo>
                  <a:cubicBezTo>
                    <a:pt x="49244" y="108871"/>
                    <a:pt x="48101" y="106585"/>
                    <a:pt x="47244" y="105728"/>
                  </a:cubicBezTo>
                  <a:cubicBezTo>
                    <a:pt x="46577" y="105061"/>
                    <a:pt x="44387" y="104775"/>
                    <a:pt x="43625" y="104108"/>
                  </a:cubicBezTo>
                  <a:cubicBezTo>
                    <a:pt x="43148" y="103632"/>
                    <a:pt x="42863" y="102013"/>
                    <a:pt x="42482" y="101441"/>
                  </a:cubicBezTo>
                  <a:cubicBezTo>
                    <a:pt x="42101" y="100775"/>
                    <a:pt x="41148" y="99632"/>
                    <a:pt x="40577" y="99155"/>
                  </a:cubicBezTo>
                  <a:cubicBezTo>
                    <a:pt x="40005" y="98679"/>
                    <a:pt x="38481" y="98203"/>
                    <a:pt x="38005" y="97631"/>
                  </a:cubicBezTo>
                  <a:cubicBezTo>
                    <a:pt x="37624" y="97155"/>
                    <a:pt x="36957" y="95917"/>
                    <a:pt x="36957" y="95250"/>
                  </a:cubicBezTo>
                  <a:cubicBezTo>
                    <a:pt x="36957" y="94298"/>
                    <a:pt x="38100" y="92774"/>
                    <a:pt x="38195" y="91821"/>
                  </a:cubicBezTo>
                  <a:cubicBezTo>
                    <a:pt x="38291" y="90964"/>
                    <a:pt x="38100" y="89249"/>
                    <a:pt x="37719" y="88487"/>
                  </a:cubicBezTo>
                  <a:cubicBezTo>
                    <a:pt x="37338" y="87821"/>
                    <a:pt x="36100" y="86868"/>
                    <a:pt x="35338" y="86678"/>
                  </a:cubicBezTo>
                  <a:cubicBezTo>
                    <a:pt x="34671" y="86487"/>
                    <a:pt x="33242" y="87058"/>
                    <a:pt x="32576" y="87058"/>
                  </a:cubicBezTo>
                  <a:cubicBezTo>
                    <a:pt x="31623" y="86963"/>
                    <a:pt x="29718" y="86296"/>
                    <a:pt x="28956" y="85630"/>
                  </a:cubicBezTo>
                  <a:cubicBezTo>
                    <a:pt x="28480" y="85154"/>
                    <a:pt x="27813" y="83820"/>
                    <a:pt x="27718" y="83058"/>
                  </a:cubicBezTo>
                  <a:cubicBezTo>
                    <a:pt x="27527" y="82296"/>
                    <a:pt x="28385" y="80582"/>
                    <a:pt x="27908" y="79915"/>
                  </a:cubicBezTo>
                  <a:cubicBezTo>
                    <a:pt x="27527" y="79343"/>
                    <a:pt x="25813" y="79629"/>
                    <a:pt x="25146" y="79248"/>
                  </a:cubicBezTo>
                  <a:cubicBezTo>
                    <a:pt x="24575" y="78962"/>
                    <a:pt x="23813" y="77724"/>
                    <a:pt x="23146" y="77533"/>
                  </a:cubicBezTo>
                  <a:cubicBezTo>
                    <a:pt x="22384" y="77343"/>
                    <a:pt x="20860" y="78391"/>
                    <a:pt x="20003" y="78486"/>
                  </a:cubicBezTo>
                  <a:cubicBezTo>
                    <a:pt x="19336" y="78581"/>
                    <a:pt x="17907" y="78867"/>
                    <a:pt x="17336" y="78486"/>
                  </a:cubicBezTo>
                  <a:cubicBezTo>
                    <a:pt x="16954" y="78200"/>
                    <a:pt x="16383" y="77153"/>
                    <a:pt x="16478" y="76676"/>
                  </a:cubicBezTo>
                  <a:cubicBezTo>
                    <a:pt x="16574" y="76009"/>
                    <a:pt x="18002" y="75057"/>
                    <a:pt x="18383" y="74486"/>
                  </a:cubicBezTo>
                  <a:cubicBezTo>
                    <a:pt x="18860" y="73819"/>
                    <a:pt x="20098" y="72390"/>
                    <a:pt x="20003" y="71533"/>
                  </a:cubicBezTo>
                  <a:cubicBezTo>
                    <a:pt x="19908" y="70580"/>
                    <a:pt x="17907" y="69628"/>
                    <a:pt x="17431" y="68866"/>
                  </a:cubicBezTo>
                  <a:cubicBezTo>
                    <a:pt x="17050" y="68199"/>
                    <a:pt x="16669" y="66484"/>
                    <a:pt x="16383" y="65723"/>
                  </a:cubicBezTo>
                  <a:cubicBezTo>
                    <a:pt x="16097" y="65056"/>
                    <a:pt x="15240" y="63722"/>
                    <a:pt x="15145" y="62960"/>
                  </a:cubicBezTo>
                  <a:cubicBezTo>
                    <a:pt x="15050" y="62008"/>
                    <a:pt x="16097" y="60198"/>
                    <a:pt x="16193" y="59246"/>
                  </a:cubicBezTo>
                  <a:cubicBezTo>
                    <a:pt x="16193" y="58483"/>
                    <a:pt x="16097" y="56959"/>
                    <a:pt x="15526" y="56388"/>
                  </a:cubicBezTo>
                  <a:cubicBezTo>
                    <a:pt x="14954" y="55721"/>
                    <a:pt x="12859" y="55912"/>
                    <a:pt x="12097" y="55436"/>
                  </a:cubicBezTo>
                  <a:cubicBezTo>
                    <a:pt x="11621" y="55150"/>
                    <a:pt x="10668" y="54197"/>
                    <a:pt x="10478" y="53626"/>
                  </a:cubicBezTo>
                  <a:cubicBezTo>
                    <a:pt x="10192" y="52864"/>
                    <a:pt x="10478" y="51149"/>
                    <a:pt x="10859" y="50483"/>
                  </a:cubicBezTo>
                  <a:cubicBezTo>
                    <a:pt x="11144" y="49816"/>
                    <a:pt x="12097" y="48768"/>
                    <a:pt x="12573" y="48292"/>
                  </a:cubicBezTo>
                  <a:cubicBezTo>
                    <a:pt x="13145" y="47720"/>
                    <a:pt x="14764" y="47149"/>
                    <a:pt x="15240" y="46482"/>
                  </a:cubicBezTo>
                  <a:cubicBezTo>
                    <a:pt x="15812" y="45720"/>
                    <a:pt x="16383" y="43910"/>
                    <a:pt x="16288" y="43053"/>
                  </a:cubicBezTo>
                  <a:cubicBezTo>
                    <a:pt x="16097" y="42291"/>
                    <a:pt x="14954" y="41148"/>
                    <a:pt x="14383" y="40577"/>
                  </a:cubicBezTo>
                  <a:cubicBezTo>
                    <a:pt x="14002" y="40196"/>
                    <a:pt x="13145" y="39243"/>
                    <a:pt x="12573" y="39243"/>
                  </a:cubicBezTo>
                  <a:cubicBezTo>
                    <a:pt x="11906" y="39148"/>
                    <a:pt x="10383" y="39815"/>
                    <a:pt x="9906" y="40386"/>
                  </a:cubicBezTo>
                  <a:cubicBezTo>
                    <a:pt x="9525" y="40958"/>
                    <a:pt x="10192" y="42577"/>
                    <a:pt x="9906" y="43244"/>
                  </a:cubicBezTo>
                  <a:cubicBezTo>
                    <a:pt x="9716" y="43720"/>
                    <a:pt x="8858" y="44291"/>
                    <a:pt x="8382" y="44482"/>
                  </a:cubicBezTo>
                  <a:cubicBezTo>
                    <a:pt x="7716" y="44863"/>
                    <a:pt x="6287" y="45339"/>
                    <a:pt x="5525" y="45339"/>
                  </a:cubicBezTo>
                  <a:cubicBezTo>
                    <a:pt x="4763" y="45339"/>
                    <a:pt x="3048" y="44958"/>
                    <a:pt x="2572" y="44387"/>
                  </a:cubicBezTo>
                  <a:cubicBezTo>
                    <a:pt x="2096" y="43910"/>
                    <a:pt x="2191" y="42291"/>
                    <a:pt x="1905" y="41624"/>
                  </a:cubicBezTo>
                  <a:cubicBezTo>
                    <a:pt x="1524" y="40672"/>
                    <a:pt x="0" y="39053"/>
                    <a:pt x="0" y="38100"/>
                  </a:cubicBezTo>
                  <a:cubicBezTo>
                    <a:pt x="0" y="37433"/>
                    <a:pt x="1048" y="36481"/>
                    <a:pt x="1334" y="35909"/>
                  </a:cubicBezTo>
                  <a:cubicBezTo>
                    <a:pt x="1334" y="35814"/>
                    <a:pt x="1429" y="35624"/>
                    <a:pt x="1524" y="35528"/>
                  </a:cubicBezTo>
                  <a:cubicBezTo>
                    <a:pt x="17145" y="35052"/>
                    <a:pt x="78677" y="33242"/>
                    <a:pt x="101156" y="32480"/>
                  </a:cubicBezTo>
                  <a:cubicBezTo>
                    <a:pt x="114110" y="32099"/>
                    <a:pt x="140018" y="31528"/>
                    <a:pt x="152972" y="30766"/>
                  </a:cubicBezTo>
                  <a:cubicBezTo>
                    <a:pt x="166021" y="30004"/>
                    <a:pt x="192024" y="27337"/>
                    <a:pt x="205073" y="26289"/>
                  </a:cubicBezTo>
                  <a:cubicBezTo>
                    <a:pt x="232029" y="24098"/>
                    <a:pt x="286036" y="20288"/>
                    <a:pt x="312992" y="17812"/>
                  </a:cubicBezTo>
                  <a:cubicBezTo>
                    <a:pt x="339757" y="15431"/>
                    <a:pt x="393192" y="9906"/>
                    <a:pt x="419862" y="6763"/>
                  </a:cubicBezTo>
                  <a:cubicBezTo>
                    <a:pt x="432721" y="5239"/>
                    <a:pt x="471297" y="0"/>
                    <a:pt x="471297" y="0"/>
                  </a:cubicBezTo>
                  <a:cubicBezTo>
                    <a:pt x="471297" y="0"/>
                    <a:pt x="474726" y="1143"/>
                    <a:pt x="475393" y="2096"/>
                  </a:cubicBezTo>
                  <a:cubicBezTo>
                    <a:pt x="476155" y="3143"/>
                    <a:pt x="475583" y="6001"/>
                    <a:pt x="476155" y="7049"/>
                  </a:cubicBezTo>
                  <a:cubicBezTo>
                    <a:pt x="476631" y="7906"/>
                    <a:pt x="478250" y="9049"/>
                    <a:pt x="479108" y="9430"/>
                  </a:cubicBezTo>
                  <a:cubicBezTo>
                    <a:pt x="480155" y="9811"/>
                    <a:pt x="482632" y="8858"/>
                    <a:pt x="483584" y="9525"/>
                  </a:cubicBezTo>
                  <a:cubicBezTo>
                    <a:pt x="484251" y="10001"/>
                    <a:pt x="484632" y="11811"/>
                    <a:pt x="484918" y="12573"/>
                  </a:cubicBezTo>
                  <a:cubicBezTo>
                    <a:pt x="485299" y="13621"/>
                    <a:pt x="485585" y="15907"/>
                    <a:pt x="486347" y="16574"/>
                  </a:cubicBezTo>
                  <a:cubicBezTo>
                    <a:pt x="487013" y="17145"/>
                    <a:pt x="489109" y="16478"/>
                    <a:pt x="489680" y="17050"/>
                  </a:cubicBezTo>
                  <a:cubicBezTo>
                    <a:pt x="490442" y="17907"/>
                    <a:pt x="489204" y="20765"/>
                    <a:pt x="489871" y="21622"/>
                  </a:cubicBezTo>
                  <a:cubicBezTo>
                    <a:pt x="490252" y="22193"/>
                    <a:pt x="491776" y="22384"/>
                    <a:pt x="492538" y="22574"/>
                  </a:cubicBezTo>
                  <a:cubicBezTo>
                    <a:pt x="493395" y="22765"/>
                    <a:pt x="495300" y="22288"/>
                    <a:pt x="495967" y="22670"/>
                  </a:cubicBezTo>
                  <a:cubicBezTo>
                    <a:pt x="496634" y="23050"/>
                    <a:pt x="497491" y="24670"/>
                    <a:pt x="497681" y="25432"/>
                  </a:cubicBezTo>
                  <a:cubicBezTo>
                    <a:pt x="497967" y="26479"/>
                    <a:pt x="496824" y="28670"/>
                    <a:pt x="497396" y="29528"/>
                  </a:cubicBezTo>
                  <a:cubicBezTo>
                    <a:pt x="497967" y="30385"/>
                    <a:pt x="500444" y="30385"/>
                    <a:pt x="501206" y="31052"/>
                  </a:cubicBezTo>
                  <a:cubicBezTo>
                    <a:pt x="501777" y="31528"/>
                    <a:pt x="502158" y="33242"/>
                    <a:pt x="502730" y="33623"/>
                  </a:cubicBezTo>
                  <a:cubicBezTo>
                    <a:pt x="503301" y="34004"/>
                    <a:pt x="504635" y="33623"/>
                    <a:pt x="505301" y="33814"/>
                  </a:cubicBezTo>
                  <a:cubicBezTo>
                    <a:pt x="506159" y="34004"/>
                    <a:pt x="507778" y="34862"/>
                    <a:pt x="509302" y="35624"/>
                  </a:cubicBezTo>
                  <a:cubicBezTo>
                    <a:pt x="508350" y="36957"/>
                    <a:pt x="507206" y="39243"/>
                    <a:pt x="506635" y="40386"/>
                  </a:cubicBezTo>
                  <a:cubicBezTo>
                    <a:pt x="505683" y="42386"/>
                    <a:pt x="504063" y="46482"/>
                    <a:pt x="503682" y="48578"/>
                  </a:cubicBezTo>
                  <a:cubicBezTo>
                    <a:pt x="503206" y="51054"/>
                    <a:pt x="503111" y="56198"/>
                    <a:pt x="503016" y="58769"/>
                  </a:cubicBezTo>
                  <a:cubicBezTo>
                    <a:pt x="502920" y="61627"/>
                    <a:pt x="502349" y="67246"/>
                    <a:pt x="502730" y="70104"/>
                  </a:cubicBezTo>
                  <a:cubicBezTo>
                    <a:pt x="503111" y="72485"/>
                    <a:pt x="504920" y="76962"/>
                    <a:pt x="505683" y="79248"/>
                  </a:cubicBezTo>
                  <a:cubicBezTo>
                    <a:pt x="506159" y="80677"/>
                    <a:pt x="507397" y="83439"/>
                    <a:pt x="507683" y="84868"/>
                  </a:cubicBezTo>
                  <a:cubicBezTo>
                    <a:pt x="507873" y="85916"/>
                    <a:pt x="507492" y="88202"/>
                    <a:pt x="507873" y="89249"/>
                  </a:cubicBezTo>
                  <a:cubicBezTo>
                    <a:pt x="508159" y="90297"/>
                    <a:pt x="509397" y="92202"/>
                    <a:pt x="509969" y="93059"/>
                  </a:cubicBezTo>
                  <a:cubicBezTo>
                    <a:pt x="510826" y="94298"/>
                    <a:pt x="512636" y="96774"/>
                    <a:pt x="513683" y="97917"/>
                  </a:cubicBezTo>
                  <a:cubicBezTo>
                    <a:pt x="514445" y="98679"/>
                    <a:pt x="516636" y="99727"/>
                    <a:pt x="517112" y="100775"/>
                  </a:cubicBezTo>
                  <a:cubicBezTo>
                    <a:pt x="517589" y="101822"/>
                    <a:pt x="517493" y="104299"/>
                    <a:pt x="517208" y="105442"/>
                  </a:cubicBezTo>
                  <a:cubicBezTo>
                    <a:pt x="517112" y="106108"/>
                    <a:pt x="516350" y="107347"/>
                    <a:pt x="515969" y="107823"/>
                  </a:cubicBezTo>
                  <a:cubicBezTo>
                    <a:pt x="515493" y="108585"/>
                    <a:pt x="513683" y="109633"/>
                    <a:pt x="513398" y="110490"/>
                  </a:cubicBezTo>
                  <a:cubicBezTo>
                    <a:pt x="513112" y="111633"/>
                    <a:pt x="513969" y="114014"/>
                    <a:pt x="514541" y="115062"/>
                  </a:cubicBezTo>
                  <a:cubicBezTo>
                    <a:pt x="515303" y="116491"/>
                    <a:pt x="517684" y="118682"/>
                    <a:pt x="519017" y="119539"/>
                  </a:cubicBezTo>
                  <a:cubicBezTo>
                    <a:pt x="520065" y="120206"/>
                    <a:pt x="522637" y="120491"/>
                    <a:pt x="523685" y="121253"/>
                  </a:cubicBezTo>
                  <a:cubicBezTo>
                    <a:pt x="524447" y="121825"/>
                    <a:pt x="525875" y="123254"/>
                    <a:pt x="526066" y="124206"/>
                  </a:cubicBezTo>
                  <a:cubicBezTo>
                    <a:pt x="526352" y="125349"/>
                    <a:pt x="525399" y="127825"/>
                    <a:pt x="525399" y="129064"/>
                  </a:cubicBezTo>
                  <a:cubicBezTo>
                    <a:pt x="525304" y="130207"/>
                    <a:pt x="525113" y="132683"/>
                    <a:pt x="525590" y="133731"/>
                  </a:cubicBezTo>
                  <a:cubicBezTo>
                    <a:pt x="525971" y="134779"/>
                    <a:pt x="527780" y="136398"/>
                    <a:pt x="528733" y="137160"/>
                  </a:cubicBezTo>
                  <a:cubicBezTo>
                    <a:pt x="529876" y="138017"/>
                    <a:pt x="532734" y="139065"/>
                    <a:pt x="533972" y="139827"/>
                  </a:cubicBezTo>
                  <a:cubicBezTo>
                    <a:pt x="535210" y="140589"/>
                    <a:pt x="537401" y="142304"/>
                    <a:pt x="538544" y="143256"/>
                  </a:cubicBezTo>
                  <a:cubicBezTo>
                    <a:pt x="539782" y="144304"/>
                    <a:pt x="541877" y="146495"/>
                    <a:pt x="543020" y="147542"/>
                  </a:cubicBezTo>
                  <a:cubicBezTo>
                    <a:pt x="544163" y="148495"/>
                    <a:pt x="546640" y="149924"/>
                    <a:pt x="547783" y="150781"/>
                  </a:cubicBezTo>
                  <a:cubicBezTo>
                    <a:pt x="548545" y="151352"/>
                    <a:pt x="550164" y="152591"/>
                    <a:pt x="550641" y="153448"/>
                  </a:cubicBezTo>
                  <a:cubicBezTo>
                    <a:pt x="551212" y="154496"/>
                    <a:pt x="551212" y="156972"/>
                    <a:pt x="551784" y="158020"/>
                  </a:cubicBezTo>
                  <a:cubicBezTo>
                    <a:pt x="552260" y="158972"/>
                    <a:pt x="553498" y="160877"/>
                    <a:pt x="554450" y="161258"/>
                  </a:cubicBezTo>
                  <a:cubicBezTo>
                    <a:pt x="555593" y="161734"/>
                    <a:pt x="558070" y="160496"/>
                    <a:pt x="559213" y="160877"/>
                  </a:cubicBezTo>
                  <a:cubicBezTo>
                    <a:pt x="560070" y="161068"/>
                    <a:pt x="561594" y="162211"/>
                    <a:pt x="562166" y="162878"/>
                  </a:cubicBezTo>
                  <a:cubicBezTo>
                    <a:pt x="563213" y="164116"/>
                    <a:pt x="563975" y="167164"/>
                    <a:pt x="564737" y="168592"/>
                  </a:cubicBezTo>
                  <a:cubicBezTo>
                    <a:pt x="565500" y="170021"/>
                    <a:pt x="567023" y="173069"/>
                    <a:pt x="568167" y="174212"/>
                  </a:cubicBezTo>
                  <a:cubicBezTo>
                    <a:pt x="569309" y="175450"/>
                    <a:pt x="572072" y="177165"/>
                    <a:pt x="573500" y="177927"/>
                  </a:cubicBezTo>
                  <a:cubicBezTo>
                    <a:pt x="575310" y="178879"/>
                    <a:pt x="579406" y="179642"/>
                    <a:pt x="581311" y="180499"/>
                  </a:cubicBezTo>
                  <a:cubicBezTo>
                    <a:pt x="583406" y="181451"/>
                    <a:pt x="587312" y="183928"/>
                    <a:pt x="589217" y="185166"/>
                  </a:cubicBezTo>
                  <a:cubicBezTo>
                    <a:pt x="590931" y="186309"/>
                    <a:pt x="594170" y="188595"/>
                    <a:pt x="595694" y="189833"/>
                  </a:cubicBezTo>
                  <a:cubicBezTo>
                    <a:pt x="597789" y="191643"/>
                    <a:pt x="601599" y="195644"/>
                    <a:pt x="603600" y="197453"/>
                  </a:cubicBezTo>
                  <a:cubicBezTo>
                    <a:pt x="604552" y="198311"/>
                    <a:pt x="606743" y="199549"/>
                    <a:pt x="607409" y="200596"/>
                  </a:cubicBezTo>
                  <a:cubicBezTo>
                    <a:pt x="608171" y="201835"/>
                    <a:pt x="608171" y="205073"/>
                    <a:pt x="608552" y="206502"/>
                  </a:cubicBezTo>
                  <a:cubicBezTo>
                    <a:pt x="608934" y="208026"/>
                    <a:pt x="609695" y="210979"/>
                    <a:pt x="610267" y="212408"/>
                  </a:cubicBezTo>
                  <a:cubicBezTo>
                    <a:pt x="610934" y="213932"/>
                    <a:pt x="612553" y="216979"/>
                    <a:pt x="613505" y="218313"/>
                  </a:cubicBezTo>
                  <a:cubicBezTo>
                    <a:pt x="614172" y="219266"/>
                    <a:pt x="616268" y="220790"/>
                    <a:pt x="616744" y="221837"/>
                  </a:cubicBezTo>
                  <a:cubicBezTo>
                    <a:pt x="617030" y="222504"/>
                    <a:pt x="617316" y="224028"/>
                    <a:pt x="617125" y="224790"/>
                  </a:cubicBezTo>
                  <a:cubicBezTo>
                    <a:pt x="616934" y="225647"/>
                    <a:pt x="615601" y="226981"/>
                    <a:pt x="615125" y="227743"/>
                  </a:cubicBezTo>
                  <a:cubicBezTo>
                    <a:pt x="614553" y="228695"/>
                    <a:pt x="613410" y="230505"/>
                    <a:pt x="613315" y="231553"/>
                  </a:cubicBezTo>
                  <a:cubicBezTo>
                    <a:pt x="613220" y="232315"/>
                    <a:pt x="613696" y="233839"/>
                    <a:pt x="613982" y="234506"/>
                  </a:cubicBezTo>
                  <a:cubicBezTo>
                    <a:pt x="614458" y="235553"/>
                    <a:pt x="616077" y="237363"/>
                    <a:pt x="616649" y="238316"/>
                  </a:cubicBezTo>
                  <a:cubicBezTo>
                    <a:pt x="617316" y="239363"/>
                    <a:pt x="618649" y="241554"/>
                    <a:pt x="619030" y="242697"/>
                  </a:cubicBezTo>
                  <a:cubicBezTo>
                    <a:pt x="619506" y="243935"/>
                    <a:pt x="619697" y="246507"/>
                    <a:pt x="620173" y="247650"/>
                  </a:cubicBezTo>
                  <a:cubicBezTo>
                    <a:pt x="620649" y="249079"/>
                    <a:pt x="622268" y="251650"/>
                    <a:pt x="623126" y="252889"/>
                  </a:cubicBezTo>
                  <a:cubicBezTo>
                    <a:pt x="623888" y="254032"/>
                    <a:pt x="625507" y="256508"/>
                    <a:pt x="626650" y="257270"/>
                  </a:cubicBezTo>
                  <a:cubicBezTo>
                    <a:pt x="627698" y="258032"/>
                    <a:pt x="630269" y="258699"/>
                    <a:pt x="631603" y="258794"/>
                  </a:cubicBezTo>
                  <a:cubicBezTo>
                    <a:pt x="632841" y="258890"/>
                    <a:pt x="635222" y="258509"/>
                    <a:pt x="636270" y="257937"/>
                  </a:cubicBezTo>
                  <a:cubicBezTo>
                    <a:pt x="637223" y="257461"/>
                    <a:pt x="638366" y="255651"/>
                    <a:pt x="638937" y="254794"/>
                  </a:cubicBezTo>
                  <a:cubicBezTo>
                    <a:pt x="639699" y="253651"/>
                    <a:pt x="640937" y="251174"/>
                    <a:pt x="641509" y="249841"/>
                  </a:cubicBezTo>
                  <a:cubicBezTo>
                    <a:pt x="641985" y="248412"/>
                    <a:pt x="641985" y="245174"/>
                    <a:pt x="642938" y="243935"/>
                  </a:cubicBezTo>
                  <a:cubicBezTo>
                    <a:pt x="643509" y="243173"/>
                    <a:pt x="645509" y="242125"/>
                    <a:pt x="646462" y="241935"/>
                  </a:cubicBezTo>
                  <a:cubicBezTo>
                    <a:pt x="648272" y="241554"/>
                    <a:pt x="651986" y="242030"/>
                    <a:pt x="653701" y="242507"/>
                  </a:cubicBezTo>
                  <a:cubicBezTo>
                    <a:pt x="655225" y="242983"/>
                    <a:pt x="657797" y="244888"/>
                    <a:pt x="659225" y="245459"/>
                  </a:cubicBezTo>
                  <a:cubicBezTo>
                    <a:pt x="660464" y="245936"/>
                    <a:pt x="663035" y="246698"/>
                    <a:pt x="664369" y="246698"/>
                  </a:cubicBezTo>
                  <a:cubicBezTo>
                    <a:pt x="665417" y="246698"/>
                    <a:pt x="667322" y="245745"/>
                    <a:pt x="668369" y="245840"/>
                  </a:cubicBezTo>
                  <a:cubicBezTo>
                    <a:pt x="669608" y="245936"/>
                    <a:pt x="672084" y="246793"/>
                    <a:pt x="673132" y="247364"/>
                  </a:cubicBezTo>
                  <a:cubicBezTo>
                    <a:pt x="674656" y="248126"/>
                    <a:pt x="676847" y="250793"/>
                    <a:pt x="678371" y="251555"/>
                  </a:cubicBezTo>
                  <a:cubicBezTo>
                    <a:pt x="679609" y="252222"/>
                    <a:pt x="682371" y="252603"/>
                    <a:pt x="683609" y="253079"/>
                  </a:cubicBezTo>
                  <a:cubicBezTo>
                    <a:pt x="684752" y="253556"/>
                    <a:pt x="687134" y="254413"/>
                    <a:pt x="687896" y="255365"/>
                  </a:cubicBezTo>
                  <a:cubicBezTo>
                    <a:pt x="688848" y="256604"/>
                    <a:pt x="689801" y="260128"/>
                    <a:pt x="689420" y="261747"/>
                  </a:cubicBezTo>
                  <a:cubicBezTo>
                    <a:pt x="689229" y="262795"/>
                    <a:pt x="687515" y="264509"/>
                    <a:pt x="686753" y="265271"/>
                  </a:cubicBezTo>
                  <a:cubicBezTo>
                    <a:pt x="685895" y="266224"/>
                    <a:pt x="683705" y="267938"/>
                    <a:pt x="682943" y="268986"/>
                  </a:cubicBezTo>
                  <a:cubicBezTo>
                    <a:pt x="682085" y="270129"/>
                    <a:pt x="680752" y="272701"/>
                    <a:pt x="680276" y="274130"/>
                  </a:cubicBezTo>
                  <a:cubicBezTo>
                    <a:pt x="679895" y="275082"/>
                    <a:pt x="679228" y="277178"/>
                    <a:pt x="679228" y="278225"/>
                  </a:cubicBezTo>
                  <a:cubicBezTo>
                    <a:pt x="679323" y="279083"/>
                    <a:pt x="680180" y="280607"/>
                    <a:pt x="680657" y="281369"/>
                  </a:cubicBezTo>
                  <a:cubicBezTo>
                    <a:pt x="681228" y="282226"/>
                    <a:pt x="682752" y="283655"/>
                    <a:pt x="683228" y="284607"/>
                  </a:cubicBezTo>
                  <a:cubicBezTo>
                    <a:pt x="683800" y="285750"/>
                    <a:pt x="684848" y="288227"/>
                    <a:pt x="684752" y="289560"/>
                  </a:cubicBezTo>
                  <a:cubicBezTo>
                    <a:pt x="684657" y="291084"/>
                    <a:pt x="683324" y="293751"/>
                    <a:pt x="682657" y="295084"/>
                  </a:cubicBezTo>
                  <a:cubicBezTo>
                    <a:pt x="682181" y="295942"/>
                    <a:pt x="681038" y="297561"/>
                    <a:pt x="680371" y="298323"/>
                  </a:cubicBezTo>
                  <a:cubicBezTo>
                    <a:pt x="679609" y="299180"/>
                    <a:pt x="677704" y="300704"/>
                    <a:pt x="677133" y="301752"/>
                  </a:cubicBezTo>
                  <a:cubicBezTo>
                    <a:pt x="676370" y="302990"/>
                    <a:pt x="675418" y="305848"/>
                    <a:pt x="675132" y="307277"/>
                  </a:cubicBezTo>
                  <a:cubicBezTo>
                    <a:pt x="674751" y="309182"/>
                    <a:pt x="674656" y="312992"/>
                    <a:pt x="674561" y="314896"/>
                  </a:cubicBezTo>
                  <a:cubicBezTo>
                    <a:pt x="674561" y="316325"/>
                    <a:pt x="675037" y="319183"/>
                    <a:pt x="674751" y="320516"/>
                  </a:cubicBezTo>
                  <a:cubicBezTo>
                    <a:pt x="674466" y="321850"/>
                    <a:pt x="672846" y="324136"/>
                    <a:pt x="672179" y="325374"/>
                  </a:cubicBezTo>
                  <a:cubicBezTo>
                    <a:pt x="671417" y="326708"/>
                    <a:pt x="669608" y="329375"/>
                    <a:pt x="668750" y="330708"/>
                  </a:cubicBezTo>
                  <a:cubicBezTo>
                    <a:pt x="667893" y="332137"/>
                    <a:pt x="665988" y="334804"/>
                    <a:pt x="665512" y="336328"/>
                  </a:cubicBezTo>
                  <a:cubicBezTo>
                    <a:pt x="664941" y="338233"/>
                    <a:pt x="664750" y="342233"/>
                    <a:pt x="665131" y="344234"/>
                  </a:cubicBezTo>
                  <a:cubicBezTo>
                    <a:pt x="665321" y="345377"/>
                    <a:pt x="666560" y="347567"/>
                    <a:pt x="666845" y="348806"/>
                  </a:cubicBezTo>
                  <a:cubicBezTo>
                    <a:pt x="667226" y="350234"/>
                    <a:pt x="667226" y="353092"/>
                    <a:pt x="667703" y="354425"/>
                  </a:cubicBezTo>
                  <a:cubicBezTo>
                    <a:pt x="668274" y="355949"/>
                    <a:pt x="670275" y="358616"/>
                    <a:pt x="671417" y="359855"/>
                  </a:cubicBezTo>
                  <a:cubicBezTo>
                    <a:pt x="672084" y="360617"/>
                    <a:pt x="673703" y="361855"/>
                    <a:pt x="674656" y="362236"/>
                  </a:cubicBezTo>
                  <a:cubicBezTo>
                    <a:pt x="675418" y="362617"/>
                    <a:pt x="677323" y="362426"/>
                    <a:pt x="678085" y="362807"/>
                  </a:cubicBezTo>
                  <a:cubicBezTo>
                    <a:pt x="679323" y="363379"/>
                    <a:pt x="681419" y="365570"/>
                    <a:pt x="682371" y="366617"/>
                  </a:cubicBezTo>
                  <a:cubicBezTo>
                    <a:pt x="683419" y="367856"/>
                    <a:pt x="684943" y="370713"/>
                    <a:pt x="685800" y="372142"/>
                  </a:cubicBezTo>
                  <a:cubicBezTo>
                    <a:pt x="686467" y="373285"/>
                    <a:pt x="687515" y="375761"/>
                    <a:pt x="688467" y="376619"/>
                  </a:cubicBezTo>
                  <a:cubicBezTo>
                    <a:pt x="689515" y="377571"/>
                    <a:pt x="692277" y="378714"/>
                    <a:pt x="693706" y="378905"/>
                  </a:cubicBezTo>
                  <a:cubicBezTo>
                    <a:pt x="694849" y="379000"/>
                    <a:pt x="697135" y="377666"/>
                    <a:pt x="698183" y="377952"/>
                  </a:cubicBezTo>
                  <a:cubicBezTo>
                    <a:pt x="699040" y="378142"/>
                    <a:pt x="700469" y="379381"/>
                    <a:pt x="700850" y="380238"/>
                  </a:cubicBezTo>
                  <a:cubicBezTo>
                    <a:pt x="701326" y="381095"/>
                    <a:pt x="700659" y="383477"/>
                    <a:pt x="701231" y="384238"/>
                  </a:cubicBezTo>
                  <a:cubicBezTo>
                    <a:pt x="701897" y="385000"/>
                    <a:pt x="704088" y="385286"/>
                    <a:pt x="705041" y="385191"/>
                  </a:cubicBezTo>
                  <a:cubicBezTo>
                    <a:pt x="705803" y="385191"/>
                    <a:pt x="707136" y="383858"/>
                    <a:pt x="707898" y="384048"/>
                  </a:cubicBezTo>
                  <a:cubicBezTo>
                    <a:pt x="709041" y="384334"/>
                    <a:pt x="710089" y="386715"/>
                    <a:pt x="710851" y="387572"/>
                  </a:cubicBezTo>
                  <a:cubicBezTo>
                    <a:pt x="711803" y="388525"/>
                    <a:pt x="713804" y="390430"/>
                    <a:pt x="714851" y="391192"/>
                  </a:cubicBezTo>
                  <a:cubicBezTo>
                    <a:pt x="715518" y="391668"/>
                    <a:pt x="717042" y="393002"/>
                    <a:pt x="717900" y="392906"/>
                  </a:cubicBezTo>
                  <a:cubicBezTo>
                    <a:pt x="718661" y="392811"/>
                    <a:pt x="719423" y="391096"/>
                    <a:pt x="720090" y="390811"/>
                  </a:cubicBezTo>
                  <a:cubicBezTo>
                    <a:pt x="720947" y="390430"/>
                    <a:pt x="722948" y="390430"/>
                    <a:pt x="723805" y="390811"/>
                  </a:cubicBezTo>
                  <a:cubicBezTo>
                    <a:pt x="724662" y="391192"/>
                    <a:pt x="726186" y="392811"/>
                    <a:pt x="726186" y="393763"/>
                  </a:cubicBezTo>
                  <a:cubicBezTo>
                    <a:pt x="726186" y="394621"/>
                    <a:pt x="724091" y="396145"/>
                    <a:pt x="723805" y="396335"/>
                  </a:cubicBezTo>
                  <a:cubicBezTo>
                    <a:pt x="723614" y="396431"/>
                    <a:pt x="721043" y="396621"/>
                    <a:pt x="720471" y="397288"/>
                  </a:cubicBezTo>
                  <a:cubicBezTo>
                    <a:pt x="719995" y="397955"/>
                    <a:pt x="720471" y="399955"/>
                    <a:pt x="720757" y="400717"/>
                  </a:cubicBezTo>
                  <a:cubicBezTo>
                    <a:pt x="721138" y="401860"/>
                    <a:pt x="722376" y="403955"/>
                    <a:pt x="723234" y="404717"/>
                  </a:cubicBezTo>
                  <a:cubicBezTo>
                    <a:pt x="724281" y="405575"/>
                    <a:pt x="726853" y="406908"/>
                    <a:pt x="728282" y="406813"/>
                  </a:cubicBezTo>
                  <a:cubicBezTo>
                    <a:pt x="729615" y="406717"/>
                    <a:pt x="731996" y="405003"/>
                    <a:pt x="732854" y="403955"/>
                  </a:cubicBezTo>
                  <a:cubicBezTo>
                    <a:pt x="733330" y="403384"/>
                    <a:pt x="733520" y="401860"/>
                    <a:pt x="733806" y="401193"/>
                  </a:cubicBezTo>
                  <a:cubicBezTo>
                    <a:pt x="734092" y="400431"/>
                    <a:pt x="734378" y="398717"/>
                    <a:pt x="735140" y="398431"/>
                  </a:cubicBezTo>
                  <a:cubicBezTo>
                    <a:pt x="736283" y="398050"/>
                    <a:pt x="738378" y="399859"/>
                    <a:pt x="739426" y="400336"/>
                  </a:cubicBezTo>
                  <a:cubicBezTo>
                    <a:pt x="740188" y="400717"/>
                    <a:pt x="741998" y="401098"/>
                    <a:pt x="742569" y="401860"/>
                  </a:cubicBezTo>
                  <a:cubicBezTo>
                    <a:pt x="743236" y="402812"/>
                    <a:pt x="742379" y="405384"/>
                    <a:pt x="742950" y="406337"/>
                  </a:cubicBezTo>
                  <a:cubicBezTo>
                    <a:pt x="743236" y="406813"/>
                    <a:pt x="744188" y="407480"/>
                    <a:pt x="744760" y="407575"/>
                  </a:cubicBezTo>
                  <a:cubicBezTo>
                    <a:pt x="745522" y="407670"/>
                    <a:pt x="746951" y="406527"/>
                    <a:pt x="747713" y="406622"/>
                  </a:cubicBezTo>
                  <a:cubicBezTo>
                    <a:pt x="748570" y="406622"/>
                    <a:pt x="750189" y="407480"/>
                    <a:pt x="750856" y="408051"/>
                  </a:cubicBezTo>
                  <a:cubicBezTo>
                    <a:pt x="751618" y="408623"/>
                    <a:pt x="752570" y="410528"/>
                    <a:pt x="753333" y="411099"/>
                  </a:cubicBezTo>
                  <a:cubicBezTo>
                    <a:pt x="754190" y="411671"/>
                    <a:pt x="756380" y="411766"/>
                    <a:pt x="757238" y="412337"/>
                  </a:cubicBezTo>
                  <a:cubicBezTo>
                    <a:pt x="757809" y="412813"/>
                    <a:pt x="758762" y="413957"/>
                    <a:pt x="759143" y="414719"/>
                  </a:cubicBezTo>
                  <a:cubicBezTo>
                    <a:pt x="759714" y="415766"/>
                    <a:pt x="759905" y="418052"/>
                    <a:pt x="760381" y="419100"/>
                  </a:cubicBezTo>
                  <a:cubicBezTo>
                    <a:pt x="760667" y="419767"/>
                    <a:pt x="761238" y="421386"/>
                    <a:pt x="761905" y="421767"/>
                  </a:cubicBezTo>
                  <a:cubicBezTo>
                    <a:pt x="762953" y="422338"/>
                    <a:pt x="765525" y="421386"/>
                    <a:pt x="766667" y="421672"/>
                  </a:cubicBezTo>
                  <a:cubicBezTo>
                    <a:pt x="767429" y="421862"/>
                    <a:pt x="768858" y="422529"/>
                    <a:pt x="769430" y="423005"/>
                  </a:cubicBezTo>
                  <a:cubicBezTo>
                    <a:pt x="770192" y="423672"/>
                    <a:pt x="771144" y="425672"/>
                    <a:pt x="772097" y="426149"/>
                  </a:cubicBezTo>
                  <a:cubicBezTo>
                    <a:pt x="772859" y="426530"/>
                    <a:pt x="774764" y="425958"/>
                    <a:pt x="775526" y="426244"/>
                  </a:cubicBezTo>
                  <a:cubicBezTo>
                    <a:pt x="776764" y="426625"/>
                    <a:pt x="778955" y="428244"/>
                    <a:pt x="779526" y="429387"/>
                  </a:cubicBezTo>
                  <a:cubicBezTo>
                    <a:pt x="780002" y="430244"/>
                    <a:pt x="779717" y="433007"/>
                    <a:pt x="779717" y="433388"/>
                  </a:cubicBezTo>
                  <a:cubicBezTo>
                    <a:pt x="779717" y="433769"/>
                    <a:pt x="780384" y="436245"/>
                    <a:pt x="780955" y="437007"/>
                  </a:cubicBezTo>
                  <a:cubicBezTo>
                    <a:pt x="781526" y="437579"/>
                    <a:pt x="783146" y="438055"/>
                    <a:pt x="783717" y="438721"/>
                  </a:cubicBezTo>
                  <a:cubicBezTo>
                    <a:pt x="784384" y="439484"/>
                    <a:pt x="785336" y="441388"/>
                    <a:pt x="785432" y="442341"/>
                  </a:cubicBezTo>
                  <a:cubicBezTo>
                    <a:pt x="785527" y="443294"/>
                    <a:pt x="785336" y="445484"/>
                    <a:pt x="784479" y="445865"/>
                  </a:cubicBezTo>
                  <a:cubicBezTo>
                    <a:pt x="783812" y="446246"/>
                    <a:pt x="782384" y="444532"/>
                    <a:pt x="781526" y="444722"/>
                  </a:cubicBezTo>
                  <a:cubicBezTo>
                    <a:pt x="780955" y="444817"/>
                    <a:pt x="779907" y="445961"/>
                    <a:pt x="779812" y="446627"/>
                  </a:cubicBezTo>
                  <a:cubicBezTo>
                    <a:pt x="779431" y="447866"/>
                    <a:pt x="780288" y="450437"/>
                    <a:pt x="780860" y="451580"/>
                  </a:cubicBezTo>
                  <a:cubicBezTo>
                    <a:pt x="781526" y="453390"/>
                    <a:pt x="783717" y="456438"/>
                    <a:pt x="784765" y="458057"/>
                  </a:cubicBezTo>
                  <a:cubicBezTo>
                    <a:pt x="785813" y="459486"/>
                    <a:pt x="788099" y="462153"/>
                    <a:pt x="789337" y="463487"/>
                  </a:cubicBezTo>
                  <a:cubicBezTo>
                    <a:pt x="790575" y="464820"/>
                    <a:pt x="793528" y="466916"/>
                    <a:pt x="794480" y="468440"/>
                  </a:cubicBezTo>
                  <a:cubicBezTo>
                    <a:pt x="795623" y="470345"/>
                    <a:pt x="797052" y="474631"/>
                    <a:pt x="796862" y="476821"/>
                  </a:cubicBezTo>
                  <a:cubicBezTo>
                    <a:pt x="796767" y="477679"/>
                    <a:pt x="795719" y="479298"/>
                    <a:pt x="795242" y="480155"/>
                  </a:cubicBezTo>
                  <a:cubicBezTo>
                    <a:pt x="794861" y="480822"/>
                    <a:pt x="794195" y="482156"/>
                    <a:pt x="793623" y="482537"/>
                  </a:cubicBezTo>
                  <a:cubicBezTo>
                    <a:pt x="792671" y="483013"/>
                    <a:pt x="790289" y="482251"/>
                    <a:pt x="789337" y="482822"/>
                  </a:cubicBezTo>
                  <a:cubicBezTo>
                    <a:pt x="788194" y="483489"/>
                    <a:pt x="786956" y="485775"/>
                    <a:pt x="786479" y="487013"/>
                  </a:cubicBezTo>
                  <a:cubicBezTo>
                    <a:pt x="786098" y="488061"/>
                    <a:pt x="785717" y="490347"/>
                    <a:pt x="786003" y="491490"/>
                  </a:cubicBezTo>
                  <a:cubicBezTo>
                    <a:pt x="786194" y="492347"/>
                    <a:pt x="787337" y="493586"/>
                    <a:pt x="787813" y="494348"/>
                  </a:cubicBezTo>
                  <a:cubicBezTo>
                    <a:pt x="788099" y="494824"/>
                    <a:pt x="788575" y="495967"/>
                    <a:pt x="789051" y="496157"/>
                  </a:cubicBezTo>
                  <a:cubicBezTo>
                    <a:pt x="789623" y="496443"/>
                    <a:pt x="791051" y="495871"/>
                    <a:pt x="791718" y="496062"/>
                  </a:cubicBezTo>
                  <a:cubicBezTo>
                    <a:pt x="792290" y="496253"/>
                    <a:pt x="793242" y="497205"/>
                    <a:pt x="793528" y="497777"/>
                  </a:cubicBezTo>
                  <a:cubicBezTo>
                    <a:pt x="793909" y="498634"/>
                    <a:pt x="793528" y="500729"/>
                    <a:pt x="793718" y="501682"/>
                  </a:cubicBezTo>
                  <a:cubicBezTo>
                    <a:pt x="793814" y="502730"/>
                    <a:pt x="794100" y="504730"/>
                    <a:pt x="794576" y="505682"/>
                  </a:cubicBezTo>
                  <a:cubicBezTo>
                    <a:pt x="795147" y="506825"/>
                    <a:pt x="797052" y="508730"/>
                    <a:pt x="797719" y="509778"/>
                  </a:cubicBezTo>
                  <a:cubicBezTo>
                    <a:pt x="798767" y="511302"/>
                    <a:pt x="800100" y="514921"/>
                    <a:pt x="801338" y="516255"/>
                  </a:cubicBezTo>
                  <a:cubicBezTo>
                    <a:pt x="802005" y="516922"/>
                    <a:pt x="803910" y="517493"/>
                    <a:pt x="804482" y="518255"/>
                  </a:cubicBezTo>
                  <a:cubicBezTo>
                    <a:pt x="805148" y="518922"/>
                    <a:pt x="806006" y="520732"/>
                    <a:pt x="806101" y="521684"/>
                  </a:cubicBezTo>
                  <a:cubicBezTo>
                    <a:pt x="806196" y="522637"/>
                    <a:pt x="804863" y="524447"/>
                    <a:pt x="804863" y="525304"/>
                  </a:cubicBezTo>
                  <a:cubicBezTo>
                    <a:pt x="804958" y="526256"/>
                    <a:pt x="805910" y="528161"/>
                    <a:pt x="806768" y="528733"/>
                  </a:cubicBezTo>
                  <a:cubicBezTo>
                    <a:pt x="807720" y="529400"/>
                    <a:pt x="810292" y="529114"/>
                    <a:pt x="811340" y="529400"/>
                  </a:cubicBezTo>
                  <a:cubicBezTo>
                    <a:pt x="812387" y="529685"/>
                    <a:pt x="814483" y="530352"/>
                    <a:pt x="815245" y="530924"/>
                  </a:cubicBezTo>
                  <a:cubicBezTo>
                    <a:pt x="816102" y="531590"/>
                    <a:pt x="816959" y="533972"/>
                    <a:pt x="818007" y="534353"/>
                  </a:cubicBezTo>
                  <a:cubicBezTo>
                    <a:pt x="818769" y="534638"/>
                    <a:pt x="820579" y="534353"/>
                    <a:pt x="821150" y="533781"/>
                  </a:cubicBezTo>
                  <a:cubicBezTo>
                    <a:pt x="821817" y="533209"/>
                    <a:pt x="822008" y="531209"/>
                    <a:pt x="822103" y="530352"/>
                  </a:cubicBezTo>
                  <a:cubicBezTo>
                    <a:pt x="822103" y="529495"/>
                    <a:pt x="822008" y="527685"/>
                    <a:pt x="821436" y="527113"/>
                  </a:cubicBezTo>
                  <a:cubicBezTo>
                    <a:pt x="820960" y="526637"/>
                    <a:pt x="819341" y="526542"/>
                    <a:pt x="818674" y="526256"/>
                  </a:cubicBezTo>
                  <a:cubicBezTo>
                    <a:pt x="817817" y="525971"/>
                    <a:pt x="815626" y="525971"/>
                    <a:pt x="815245" y="525209"/>
                  </a:cubicBezTo>
                  <a:cubicBezTo>
                    <a:pt x="814959" y="524637"/>
                    <a:pt x="815721" y="523208"/>
                    <a:pt x="816293" y="522732"/>
                  </a:cubicBezTo>
                  <a:cubicBezTo>
                    <a:pt x="816769" y="522351"/>
                    <a:pt x="818102" y="522065"/>
                    <a:pt x="818769" y="522065"/>
                  </a:cubicBezTo>
                  <a:cubicBezTo>
                    <a:pt x="819912" y="521970"/>
                    <a:pt x="822293" y="522161"/>
                    <a:pt x="823246" y="522827"/>
                  </a:cubicBezTo>
                  <a:cubicBezTo>
                    <a:pt x="823913" y="523304"/>
                    <a:pt x="824389" y="525209"/>
                    <a:pt x="825056" y="525780"/>
                  </a:cubicBezTo>
                  <a:cubicBezTo>
                    <a:pt x="825532" y="526352"/>
                    <a:pt x="826961" y="526923"/>
                    <a:pt x="827437" y="527399"/>
                  </a:cubicBezTo>
                  <a:cubicBezTo>
                    <a:pt x="827913" y="527876"/>
                    <a:pt x="828580" y="528638"/>
                    <a:pt x="829247" y="529400"/>
                  </a:cubicBezTo>
                  <a:cubicBezTo>
                    <a:pt x="829628" y="529971"/>
                    <a:pt x="830009" y="530543"/>
                    <a:pt x="830199" y="530924"/>
                  </a:cubicBezTo>
                  <a:cubicBezTo>
                    <a:pt x="830485" y="531686"/>
                    <a:pt x="830199" y="533495"/>
                    <a:pt x="830485" y="534353"/>
                  </a:cubicBezTo>
                  <a:cubicBezTo>
                    <a:pt x="830771" y="535210"/>
                    <a:pt x="831342" y="537020"/>
                    <a:pt x="832200" y="537401"/>
                  </a:cubicBezTo>
                  <a:cubicBezTo>
                    <a:pt x="832961" y="537686"/>
                    <a:pt x="834676" y="537020"/>
                    <a:pt x="835247" y="536448"/>
                  </a:cubicBezTo>
                  <a:cubicBezTo>
                    <a:pt x="835628" y="536067"/>
                    <a:pt x="835438" y="534734"/>
                    <a:pt x="835819" y="534353"/>
                  </a:cubicBezTo>
                  <a:cubicBezTo>
                    <a:pt x="836295" y="533781"/>
                    <a:pt x="837724" y="533019"/>
                    <a:pt x="838486" y="533019"/>
                  </a:cubicBezTo>
                  <a:cubicBezTo>
                    <a:pt x="839248" y="533019"/>
                    <a:pt x="840677" y="534162"/>
                    <a:pt x="841153" y="534734"/>
                  </a:cubicBezTo>
                  <a:cubicBezTo>
                    <a:pt x="841915" y="535591"/>
                    <a:pt x="843058" y="537877"/>
                    <a:pt x="843248" y="539020"/>
                  </a:cubicBezTo>
                  <a:cubicBezTo>
                    <a:pt x="843534" y="540544"/>
                    <a:pt x="842867" y="543592"/>
                    <a:pt x="842677" y="545211"/>
                  </a:cubicBezTo>
                  <a:cubicBezTo>
                    <a:pt x="842486" y="546449"/>
                    <a:pt x="842010" y="548831"/>
                    <a:pt x="841534" y="549974"/>
                  </a:cubicBezTo>
                  <a:cubicBezTo>
                    <a:pt x="841153" y="550926"/>
                    <a:pt x="840105" y="552641"/>
                    <a:pt x="839343" y="553307"/>
                  </a:cubicBezTo>
                  <a:cubicBezTo>
                    <a:pt x="838772" y="553784"/>
                    <a:pt x="837248" y="554165"/>
                    <a:pt x="836771" y="554641"/>
                  </a:cubicBezTo>
                  <a:cubicBezTo>
                    <a:pt x="836009" y="555498"/>
                    <a:pt x="834962" y="557689"/>
                    <a:pt x="834962" y="558927"/>
                  </a:cubicBezTo>
                  <a:cubicBezTo>
                    <a:pt x="834962" y="560070"/>
                    <a:pt x="835914" y="562261"/>
                    <a:pt x="836867" y="562832"/>
                  </a:cubicBezTo>
                  <a:cubicBezTo>
                    <a:pt x="837629" y="563309"/>
                    <a:pt x="839534" y="562356"/>
                    <a:pt x="840391" y="562642"/>
                  </a:cubicBezTo>
                  <a:cubicBezTo>
                    <a:pt x="841915" y="563213"/>
                    <a:pt x="844677" y="565595"/>
                    <a:pt x="844868" y="567119"/>
                  </a:cubicBezTo>
                  <a:cubicBezTo>
                    <a:pt x="844963" y="567785"/>
                    <a:pt x="844296" y="569309"/>
                    <a:pt x="843629" y="569595"/>
                  </a:cubicBezTo>
                  <a:cubicBezTo>
                    <a:pt x="842963" y="569881"/>
                    <a:pt x="841629" y="568643"/>
                    <a:pt x="840867" y="568547"/>
                  </a:cubicBezTo>
                  <a:cubicBezTo>
                    <a:pt x="839629" y="568452"/>
                    <a:pt x="837057" y="569024"/>
                    <a:pt x="836009" y="569786"/>
                  </a:cubicBezTo>
                  <a:cubicBezTo>
                    <a:pt x="835057" y="570548"/>
                    <a:pt x="833723" y="572929"/>
                    <a:pt x="833723" y="574167"/>
                  </a:cubicBezTo>
                  <a:cubicBezTo>
                    <a:pt x="833723" y="574929"/>
                    <a:pt x="834485" y="576548"/>
                    <a:pt x="835057" y="577120"/>
                  </a:cubicBezTo>
                  <a:cubicBezTo>
                    <a:pt x="835724" y="577882"/>
                    <a:pt x="837819" y="578358"/>
                    <a:pt x="838391" y="579120"/>
                  </a:cubicBezTo>
                  <a:cubicBezTo>
                    <a:pt x="839058" y="580073"/>
                    <a:pt x="839534" y="582644"/>
                    <a:pt x="839343" y="583883"/>
                  </a:cubicBezTo>
                  <a:cubicBezTo>
                    <a:pt x="839248" y="584740"/>
                    <a:pt x="838010" y="586264"/>
                    <a:pt x="837724" y="587026"/>
                  </a:cubicBezTo>
                  <a:cubicBezTo>
                    <a:pt x="837248" y="588455"/>
                    <a:pt x="837057" y="591407"/>
                    <a:pt x="836676" y="592836"/>
                  </a:cubicBezTo>
                  <a:cubicBezTo>
                    <a:pt x="836391" y="594074"/>
                    <a:pt x="835724" y="596456"/>
                    <a:pt x="834962" y="597503"/>
                  </a:cubicBezTo>
                  <a:cubicBezTo>
                    <a:pt x="834295" y="598361"/>
                    <a:pt x="832485" y="599884"/>
                    <a:pt x="831437" y="599884"/>
                  </a:cubicBezTo>
                  <a:cubicBezTo>
                    <a:pt x="829533" y="599884"/>
                    <a:pt x="826389" y="597122"/>
                    <a:pt x="825151" y="595598"/>
                  </a:cubicBezTo>
                  <a:cubicBezTo>
                    <a:pt x="824579" y="594836"/>
                    <a:pt x="823817" y="592169"/>
                    <a:pt x="823817" y="592074"/>
                  </a:cubicBezTo>
                  <a:cubicBezTo>
                    <a:pt x="823817" y="591884"/>
                    <a:pt x="821341" y="589883"/>
                    <a:pt x="820388" y="589693"/>
                  </a:cubicBezTo>
                  <a:cubicBezTo>
                    <a:pt x="819626" y="589502"/>
                    <a:pt x="818007" y="589883"/>
                    <a:pt x="817341" y="590264"/>
                  </a:cubicBezTo>
                  <a:cubicBezTo>
                    <a:pt x="816293" y="590741"/>
                    <a:pt x="814483" y="592360"/>
                    <a:pt x="814007" y="593408"/>
                  </a:cubicBezTo>
                  <a:cubicBezTo>
                    <a:pt x="813340" y="595027"/>
                    <a:pt x="814292" y="598742"/>
                    <a:pt x="814102" y="600551"/>
                  </a:cubicBezTo>
                  <a:cubicBezTo>
                    <a:pt x="814007" y="602266"/>
                    <a:pt x="813245" y="605600"/>
                    <a:pt x="813054" y="607314"/>
                  </a:cubicBezTo>
                  <a:cubicBezTo>
                    <a:pt x="812864" y="608552"/>
                    <a:pt x="812864" y="611029"/>
                    <a:pt x="812768" y="612267"/>
                  </a:cubicBezTo>
                  <a:cubicBezTo>
                    <a:pt x="812768" y="612553"/>
                    <a:pt x="812673" y="612934"/>
                    <a:pt x="812578" y="613410"/>
                  </a:cubicBezTo>
                  <a:cubicBezTo>
                    <a:pt x="812387" y="614553"/>
                    <a:pt x="812197" y="615982"/>
                    <a:pt x="811721" y="616744"/>
                  </a:cubicBezTo>
                  <a:cubicBezTo>
                    <a:pt x="811149" y="617792"/>
                    <a:pt x="809339" y="619411"/>
                    <a:pt x="808292" y="619982"/>
                  </a:cubicBezTo>
                  <a:cubicBezTo>
                    <a:pt x="807816" y="620363"/>
                    <a:pt x="806577" y="620935"/>
                    <a:pt x="806006" y="620744"/>
                  </a:cubicBezTo>
                  <a:cubicBezTo>
                    <a:pt x="804958" y="620459"/>
                    <a:pt x="803720" y="618268"/>
                    <a:pt x="803243" y="617220"/>
                  </a:cubicBezTo>
                  <a:cubicBezTo>
                    <a:pt x="802958" y="616649"/>
                    <a:pt x="802672" y="615220"/>
                    <a:pt x="802862" y="614648"/>
                  </a:cubicBezTo>
                  <a:cubicBezTo>
                    <a:pt x="802958" y="614077"/>
                    <a:pt x="803815" y="613029"/>
                    <a:pt x="804101" y="612553"/>
                  </a:cubicBezTo>
                  <a:cubicBezTo>
                    <a:pt x="804482" y="611886"/>
                    <a:pt x="805148" y="610553"/>
                    <a:pt x="805339" y="609791"/>
                  </a:cubicBezTo>
                  <a:cubicBezTo>
                    <a:pt x="805625" y="608743"/>
                    <a:pt x="805815" y="606647"/>
                    <a:pt x="805625" y="605600"/>
                  </a:cubicBezTo>
                  <a:cubicBezTo>
                    <a:pt x="805529" y="604838"/>
                    <a:pt x="804958" y="603313"/>
                    <a:pt x="804386" y="602742"/>
                  </a:cubicBezTo>
                  <a:cubicBezTo>
                    <a:pt x="803720" y="601980"/>
                    <a:pt x="801719" y="601028"/>
                    <a:pt x="800767" y="600742"/>
                  </a:cubicBezTo>
                  <a:cubicBezTo>
                    <a:pt x="799814" y="600456"/>
                    <a:pt x="797909" y="600361"/>
                    <a:pt x="796957" y="600551"/>
                  </a:cubicBezTo>
                  <a:cubicBezTo>
                    <a:pt x="796195" y="600647"/>
                    <a:pt x="794766" y="601123"/>
                    <a:pt x="794195" y="601599"/>
                  </a:cubicBezTo>
                  <a:cubicBezTo>
                    <a:pt x="793337" y="602266"/>
                    <a:pt x="792004" y="604076"/>
                    <a:pt x="791718" y="605028"/>
                  </a:cubicBezTo>
                  <a:cubicBezTo>
                    <a:pt x="791433" y="605981"/>
                    <a:pt x="791813" y="608076"/>
                    <a:pt x="792290" y="608933"/>
                  </a:cubicBezTo>
                  <a:cubicBezTo>
                    <a:pt x="792766" y="609886"/>
                    <a:pt x="794861" y="611029"/>
                    <a:pt x="795623" y="611886"/>
                  </a:cubicBezTo>
                  <a:cubicBezTo>
                    <a:pt x="796385" y="612743"/>
                    <a:pt x="797624" y="614553"/>
                    <a:pt x="798100" y="615601"/>
                  </a:cubicBezTo>
                  <a:cubicBezTo>
                    <a:pt x="798576" y="616553"/>
                    <a:pt x="799529" y="618363"/>
                    <a:pt x="799624" y="619411"/>
                  </a:cubicBezTo>
                  <a:cubicBezTo>
                    <a:pt x="799719" y="620268"/>
                    <a:pt x="799243" y="621983"/>
                    <a:pt x="798957" y="622840"/>
                  </a:cubicBezTo>
                  <a:cubicBezTo>
                    <a:pt x="798767" y="623507"/>
                    <a:pt x="798100" y="624840"/>
                    <a:pt x="798100" y="625602"/>
                  </a:cubicBezTo>
                  <a:cubicBezTo>
                    <a:pt x="798195" y="626555"/>
                    <a:pt x="799052" y="628364"/>
                    <a:pt x="799529" y="629222"/>
                  </a:cubicBezTo>
                  <a:cubicBezTo>
                    <a:pt x="800195" y="630174"/>
                    <a:pt x="802481" y="631508"/>
                    <a:pt x="802767" y="632651"/>
                  </a:cubicBezTo>
                  <a:cubicBezTo>
                    <a:pt x="803053" y="633984"/>
                    <a:pt x="801815" y="636842"/>
                    <a:pt x="801053" y="638080"/>
                  </a:cubicBezTo>
                  <a:cubicBezTo>
                    <a:pt x="800672" y="638651"/>
                    <a:pt x="799624" y="639890"/>
                    <a:pt x="798957" y="640080"/>
                  </a:cubicBezTo>
                  <a:cubicBezTo>
                    <a:pt x="797338" y="640652"/>
                    <a:pt x="793718" y="638556"/>
                    <a:pt x="792099" y="639128"/>
                  </a:cubicBezTo>
                  <a:cubicBezTo>
                    <a:pt x="791147" y="639413"/>
                    <a:pt x="789527" y="640842"/>
                    <a:pt x="789337" y="641795"/>
                  </a:cubicBezTo>
                  <a:cubicBezTo>
                    <a:pt x="789146" y="642557"/>
                    <a:pt x="789718" y="644176"/>
                    <a:pt x="790289" y="644747"/>
                  </a:cubicBezTo>
                  <a:cubicBezTo>
                    <a:pt x="790766" y="645414"/>
                    <a:pt x="792290" y="646176"/>
                    <a:pt x="793052" y="646367"/>
                  </a:cubicBezTo>
                  <a:cubicBezTo>
                    <a:pt x="794290" y="646748"/>
                    <a:pt x="796767" y="646081"/>
                    <a:pt x="797909" y="646462"/>
                  </a:cubicBezTo>
                  <a:cubicBezTo>
                    <a:pt x="798957" y="646843"/>
                    <a:pt x="801434" y="647891"/>
                    <a:pt x="801719" y="649034"/>
                  </a:cubicBezTo>
                  <a:cubicBezTo>
                    <a:pt x="802005" y="650177"/>
                    <a:pt x="800576" y="652367"/>
                    <a:pt x="799814" y="653225"/>
                  </a:cubicBezTo>
                  <a:cubicBezTo>
                    <a:pt x="799148" y="654082"/>
                    <a:pt x="797243" y="655320"/>
                    <a:pt x="796290" y="655701"/>
                  </a:cubicBezTo>
                  <a:cubicBezTo>
                    <a:pt x="795242" y="656082"/>
                    <a:pt x="792956" y="656463"/>
                    <a:pt x="791813" y="656177"/>
                  </a:cubicBezTo>
                  <a:cubicBezTo>
                    <a:pt x="790861" y="655987"/>
                    <a:pt x="789337" y="654368"/>
                    <a:pt x="788384" y="654082"/>
                  </a:cubicBezTo>
                  <a:cubicBezTo>
                    <a:pt x="787432" y="653796"/>
                    <a:pt x="785336" y="653796"/>
                    <a:pt x="784289" y="653891"/>
                  </a:cubicBezTo>
                  <a:cubicBezTo>
                    <a:pt x="783241" y="654082"/>
                    <a:pt x="780860" y="654272"/>
                    <a:pt x="780193" y="655130"/>
                  </a:cubicBezTo>
                  <a:cubicBezTo>
                    <a:pt x="779717" y="655796"/>
                    <a:pt x="779717" y="657797"/>
                    <a:pt x="780098" y="658559"/>
                  </a:cubicBezTo>
                  <a:cubicBezTo>
                    <a:pt x="780574" y="659702"/>
                    <a:pt x="782860" y="661130"/>
                    <a:pt x="784003" y="661702"/>
                  </a:cubicBezTo>
                  <a:cubicBezTo>
                    <a:pt x="785432" y="662369"/>
                    <a:pt x="788575" y="662845"/>
                    <a:pt x="790099" y="663321"/>
                  </a:cubicBezTo>
                  <a:cubicBezTo>
                    <a:pt x="791147" y="663702"/>
                    <a:pt x="793433" y="664369"/>
                    <a:pt x="794290" y="665131"/>
                  </a:cubicBezTo>
                  <a:cubicBezTo>
                    <a:pt x="795433" y="666083"/>
                    <a:pt x="797243" y="668560"/>
                    <a:pt x="797433" y="669988"/>
                  </a:cubicBezTo>
                  <a:cubicBezTo>
                    <a:pt x="797528" y="671227"/>
                    <a:pt x="796385" y="673703"/>
                    <a:pt x="795528" y="674656"/>
                  </a:cubicBezTo>
                  <a:cubicBezTo>
                    <a:pt x="794385" y="675989"/>
                    <a:pt x="790956" y="677228"/>
                    <a:pt x="789623" y="678275"/>
                  </a:cubicBezTo>
                  <a:cubicBezTo>
                    <a:pt x="789051" y="678656"/>
                    <a:pt x="787718" y="679513"/>
                    <a:pt x="787432" y="680180"/>
                  </a:cubicBezTo>
                  <a:cubicBezTo>
                    <a:pt x="786956" y="681323"/>
                    <a:pt x="788003" y="683895"/>
                    <a:pt x="787908" y="685133"/>
                  </a:cubicBezTo>
                  <a:cubicBezTo>
                    <a:pt x="787813" y="686467"/>
                    <a:pt x="787432" y="689038"/>
                    <a:pt x="786860" y="690277"/>
                  </a:cubicBezTo>
                  <a:cubicBezTo>
                    <a:pt x="786384" y="691229"/>
                    <a:pt x="784479" y="692468"/>
                    <a:pt x="783622" y="693515"/>
                  </a:cubicBezTo>
                  <a:lnTo>
                    <a:pt x="702659" y="702564"/>
                  </a:lnTo>
                  <a:cubicBezTo>
                    <a:pt x="702659" y="702564"/>
                    <a:pt x="703421" y="700183"/>
                    <a:pt x="703707" y="699421"/>
                  </a:cubicBezTo>
                  <a:cubicBezTo>
                    <a:pt x="704184" y="698278"/>
                    <a:pt x="705708" y="696182"/>
                    <a:pt x="706184" y="694944"/>
                  </a:cubicBezTo>
                  <a:cubicBezTo>
                    <a:pt x="706565" y="693801"/>
                    <a:pt x="706660" y="691325"/>
                    <a:pt x="707041" y="690182"/>
                  </a:cubicBezTo>
                  <a:cubicBezTo>
                    <a:pt x="707422" y="689038"/>
                    <a:pt x="708089" y="686657"/>
                    <a:pt x="708755" y="685705"/>
                  </a:cubicBezTo>
                  <a:cubicBezTo>
                    <a:pt x="709517" y="684657"/>
                    <a:pt x="711803" y="683228"/>
                    <a:pt x="712756" y="682371"/>
                  </a:cubicBezTo>
                  <a:cubicBezTo>
                    <a:pt x="713709" y="681514"/>
                    <a:pt x="715804" y="679895"/>
                    <a:pt x="716566" y="678847"/>
                  </a:cubicBezTo>
                  <a:cubicBezTo>
                    <a:pt x="717042" y="678180"/>
                    <a:pt x="717804" y="676751"/>
                    <a:pt x="717900" y="675989"/>
                  </a:cubicBezTo>
                  <a:cubicBezTo>
                    <a:pt x="717995" y="675227"/>
                    <a:pt x="717042" y="673703"/>
                    <a:pt x="717233" y="672941"/>
                  </a:cubicBezTo>
                  <a:cubicBezTo>
                    <a:pt x="717518" y="671989"/>
                    <a:pt x="719233" y="670751"/>
                    <a:pt x="719900" y="670084"/>
                  </a:cubicBezTo>
                  <a:cubicBezTo>
                    <a:pt x="720471" y="669417"/>
                    <a:pt x="721709" y="668084"/>
                    <a:pt x="722471" y="667512"/>
                  </a:cubicBezTo>
                  <a:cubicBezTo>
                    <a:pt x="723805" y="666464"/>
                    <a:pt x="727139" y="665512"/>
                    <a:pt x="728186" y="664369"/>
                  </a:cubicBezTo>
                  <a:cubicBezTo>
                    <a:pt x="728948" y="663512"/>
                    <a:pt x="729520" y="661321"/>
                    <a:pt x="729901" y="660273"/>
                  </a:cubicBezTo>
                  <a:cubicBezTo>
                    <a:pt x="730187" y="659606"/>
                    <a:pt x="730377" y="658082"/>
                    <a:pt x="730853" y="657511"/>
                  </a:cubicBezTo>
                  <a:cubicBezTo>
                    <a:pt x="731330" y="656939"/>
                    <a:pt x="732854" y="656749"/>
                    <a:pt x="733520" y="656368"/>
                  </a:cubicBezTo>
                  <a:cubicBezTo>
                    <a:pt x="733997" y="656082"/>
                    <a:pt x="735140" y="655606"/>
                    <a:pt x="735425" y="655130"/>
                  </a:cubicBezTo>
                  <a:cubicBezTo>
                    <a:pt x="735997" y="653987"/>
                    <a:pt x="735616" y="651129"/>
                    <a:pt x="735235" y="649986"/>
                  </a:cubicBezTo>
                  <a:cubicBezTo>
                    <a:pt x="734949" y="649129"/>
                    <a:pt x="733520" y="647986"/>
                    <a:pt x="733235" y="647224"/>
                  </a:cubicBezTo>
                  <a:cubicBezTo>
                    <a:pt x="732949" y="646557"/>
                    <a:pt x="732759" y="645033"/>
                    <a:pt x="732854" y="644366"/>
                  </a:cubicBezTo>
                  <a:cubicBezTo>
                    <a:pt x="733139" y="643509"/>
                    <a:pt x="734854" y="642176"/>
                    <a:pt x="734949" y="641318"/>
                  </a:cubicBezTo>
                  <a:cubicBezTo>
                    <a:pt x="735140" y="640271"/>
                    <a:pt x="734568" y="638080"/>
                    <a:pt x="733806" y="637413"/>
                  </a:cubicBezTo>
                  <a:cubicBezTo>
                    <a:pt x="733235" y="636937"/>
                    <a:pt x="731520" y="637223"/>
                    <a:pt x="730853" y="636937"/>
                  </a:cubicBezTo>
                  <a:cubicBezTo>
                    <a:pt x="729615" y="636461"/>
                    <a:pt x="727425" y="634651"/>
                    <a:pt x="726377" y="633698"/>
                  </a:cubicBezTo>
                  <a:cubicBezTo>
                    <a:pt x="725519" y="632841"/>
                    <a:pt x="723710" y="631127"/>
                    <a:pt x="723329" y="629984"/>
                  </a:cubicBezTo>
                  <a:cubicBezTo>
                    <a:pt x="722852" y="628745"/>
                    <a:pt x="723519" y="625983"/>
                    <a:pt x="722948" y="624840"/>
                  </a:cubicBezTo>
                  <a:cubicBezTo>
                    <a:pt x="722281" y="623697"/>
                    <a:pt x="719995" y="622268"/>
                    <a:pt x="718852" y="621983"/>
                  </a:cubicBezTo>
                  <a:cubicBezTo>
                    <a:pt x="717328" y="621602"/>
                    <a:pt x="712470" y="622649"/>
                    <a:pt x="712470" y="622649"/>
                  </a:cubicBezTo>
                  <a:lnTo>
                    <a:pt x="534638" y="640271"/>
                  </a:lnTo>
                  <a:lnTo>
                    <a:pt x="479679" y="644557"/>
                  </a:lnTo>
                  <a:lnTo>
                    <a:pt x="399193" y="650748"/>
                  </a:lnTo>
                  <a:lnTo>
                    <a:pt x="331946" y="655892"/>
                  </a:lnTo>
                  <a:lnTo>
                    <a:pt x="171926" y="666655"/>
                  </a:lnTo>
                  <a:lnTo>
                    <a:pt x="167735" y="588931"/>
                  </a:lnTo>
                  <a:lnTo>
                    <a:pt x="149828" y="258223"/>
                  </a:lnTo>
                  <a:cubicBezTo>
                    <a:pt x="149828" y="258223"/>
                    <a:pt x="151257" y="256984"/>
                    <a:pt x="151543" y="256508"/>
                  </a:cubicBezTo>
                  <a:cubicBezTo>
                    <a:pt x="151829" y="255937"/>
                    <a:pt x="151924" y="254603"/>
                    <a:pt x="151733" y="253937"/>
                  </a:cubicBezTo>
                  <a:cubicBezTo>
                    <a:pt x="151543" y="253365"/>
                    <a:pt x="150971" y="252222"/>
                    <a:pt x="150400" y="251936"/>
                  </a:cubicBezTo>
                  <a:cubicBezTo>
                    <a:pt x="150019" y="251746"/>
                    <a:pt x="149066" y="251841"/>
                    <a:pt x="148590" y="252032"/>
                  </a:cubicBezTo>
                  <a:cubicBezTo>
                    <a:pt x="148209" y="252127"/>
                    <a:pt x="147733" y="252889"/>
                    <a:pt x="147352" y="252984"/>
                  </a:cubicBezTo>
                  <a:cubicBezTo>
                    <a:pt x="146495" y="253365"/>
                    <a:pt x="144590" y="253841"/>
                    <a:pt x="143828" y="253365"/>
                  </a:cubicBezTo>
                  <a:cubicBezTo>
                    <a:pt x="143161" y="252889"/>
                    <a:pt x="143447" y="250984"/>
                    <a:pt x="142970" y="250317"/>
                  </a:cubicBezTo>
                  <a:cubicBezTo>
                    <a:pt x="142589" y="249841"/>
                    <a:pt x="141446" y="249174"/>
                    <a:pt x="140779" y="249079"/>
                  </a:cubicBezTo>
                  <a:cubicBezTo>
                    <a:pt x="140208" y="249079"/>
                    <a:pt x="138970" y="249555"/>
                    <a:pt x="138494" y="249936"/>
                  </a:cubicBezTo>
                  <a:cubicBezTo>
                    <a:pt x="137922" y="250317"/>
                    <a:pt x="137065" y="251555"/>
                    <a:pt x="136493" y="251746"/>
                  </a:cubicBezTo>
                  <a:cubicBezTo>
                    <a:pt x="135636" y="252127"/>
                    <a:pt x="133541" y="252032"/>
                    <a:pt x="132683" y="251650"/>
                  </a:cubicBezTo>
                  <a:cubicBezTo>
                    <a:pt x="131921" y="251365"/>
                    <a:pt x="130683" y="250031"/>
                    <a:pt x="130112" y="249365"/>
                  </a:cubicBezTo>
                  <a:cubicBezTo>
                    <a:pt x="129445" y="248603"/>
                    <a:pt x="128778" y="246602"/>
                    <a:pt x="127921" y="246221"/>
                  </a:cubicBezTo>
                  <a:cubicBezTo>
                    <a:pt x="127254" y="245936"/>
                    <a:pt x="125635" y="246698"/>
                    <a:pt x="124968" y="246507"/>
                  </a:cubicBezTo>
                  <a:cubicBezTo>
                    <a:pt x="124492" y="246317"/>
                    <a:pt x="123539" y="245650"/>
                    <a:pt x="123349" y="245078"/>
                  </a:cubicBezTo>
                  <a:cubicBezTo>
                    <a:pt x="122968" y="244126"/>
                    <a:pt x="124111" y="242030"/>
                    <a:pt x="123920" y="241078"/>
                  </a:cubicBezTo>
                  <a:cubicBezTo>
                    <a:pt x="123825" y="240125"/>
                    <a:pt x="122968" y="238411"/>
                    <a:pt x="122301" y="237649"/>
                  </a:cubicBezTo>
                  <a:cubicBezTo>
                    <a:pt x="121729" y="236982"/>
                    <a:pt x="120206" y="236029"/>
                    <a:pt x="119348" y="235649"/>
                  </a:cubicBezTo>
                  <a:cubicBezTo>
                    <a:pt x="118586" y="235363"/>
                    <a:pt x="116777" y="235363"/>
                    <a:pt x="116110" y="234982"/>
                  </a:cubicBezTo>
                  <a:cubicBezTo>
                    <a:pt x="115158" y="234410"/>
                    <a:pt x="113824" y="232696"/>
                    <a:pt x="113348" y="231743"/>
                  </a:cubicBezTo>
                  <a:cubicBezTo>
                    <a:pt x="112776" y="230600"/>
                    <a:pt x="112586" y="228029"/>
                    <a:pt x="112586" y="226695"/>
                  </a:cubicBezTo>
                  <a:cubicBezTo>
                    <a:pt x="112586" y="226028"/>
                    <a:pt x="112586" y="224600"/>
                    <a:pt x="112967" y="224028"/>
                  </a:cubicBezTo>
                  <a:cubicBezTo>
                    <a:pt x="113538" y="223171"/>
                    <a:pt x="116300" y="222980"/>
                    <a:pt x="116586" y="222028"/>
                  </a:cubicBezTo>
                  <a:cubicBezTo>
                    <a:pt x="116967" y="221075"/>
                    <a:pt x="115919" y="218884"/>
                    <a:pt x="115253" y="218123"/>
                  </a:cubicBezTo>
                  <a:cubicBezTo>
                    <a:pt x="114872" y="217742"/>
                    <a:pt x="113729" y="217265"/>
                    <a:pt x="113157" y="217361"/>
                  </a:cubicBezTo>
                  <a:cubicBezTo>
                    <a:pt x="112395" y="217456"/>
                    <a:pt x="111538" y="219170"/>
                    <a:pt x="110776" y="219361"/>
                  </a:cubicBezTo>
                  <a:cubicBezTo>
                    <a:pt x="110204" y="219456"/>
                    <a:pt x="108966" y="218980"/>
                    <a:pt x="108585" y="218599"/>
                  </a:cubicBezTo>
                  <a:cubicBezTo>
                    <a:pt x="107823" y="217932"/>
                    <a:pt x="107442" y="215837"/>
                    <a:pt x="106775" y="215170"/>
                  </a:cubicBezTo>
                  <a:cubicBezTo>
                    <a:pt x="106109" y="214503"/>
                    <a:pt x="104013" y="214122"/>
                    <a:pt x="103346" y="213455"/>
                  </a:cubicBezTo>
                  <a:cubicBezTo>
                    <a:pt x="102394" y="212503"/>
                    <a:pt x="102108" y="209550"/>
                    <a:pt x="101060" y="208788"/>
                  </a:cubicBezTo>
                  <a:cubicBezTo>
                    <a:pt x="100298" y="208312"/>
                    <a:pt x="98393" y="208788"/>
                    <a:pt x="97631" y="208407"/>
                  </a:cubicBezTo>
                  <a:cubicBezTo>
                    <a:pt x="97060" y="208121"/>
                    <a:pt x="96298" y="206978"/>
                    <a:pt x="95917" y="206407"/>
                  </a:cubicBezTo>
                  <a:cubicBezTo>
                    <a:pt x="95345" y="205454"/>
                    <a:pt x="94679" y="203263"/>
                    <a:pt x="94012" y="202406"/>
                  </a:cubicBezTo>
                  <a:cubicBezTo>
                    <a:pt x="93631" y="201835"/>
                    <a:pt x="92678" y="200882"/>
                    <a:pt x="92107" y="200406"/>
                  </a:cubicBezTo>
                  <a:cubicBezTo>
                    <a:pt x="91440" y="199930"/>
                    <a:pt x="89821" y="199263"/>
                    <a:pt x="89249" y="198692"/>
                  </a:cubicBezTo>
                  <a:cubicBezTo>
                    <a:pt x="88583" y="198025"/>
                    <a:pt x="87440" y="196406"/>
                    <a:pt x="87059" y="195548"/>
                  </a:cubicBezTo>
                  <a:cubicBezTo>
                    <a:pt x="86678" y="194405"/>
                    <a:pt x="85916" y="191643"/>
                    <a:pt x="86678" y="190691"/>
                  </a:cubicBezTo>
                  <a:cubicBezTo>
                    <a:pt x="87249" y="189833"/>
                    <a:pt x="89630" y="189643"/>
                    <a:pt x="90583" y="189548"/>
                  </a:cubicBezTo>
                  <a:cubicBezTo>
                    <a:pt x="91250" y="189548"/>
                    <a:pt x="92583" y="190214"/>
                    <a:pt x="93250" y="189929"/>
                  </a:cubicBezTo>
                  <a:cubicBezTo>
                    <a:pt x="94107" y="189452"/>
                    <a:pt x="95155" y="187452"/>
                    <a:pt x="95060" y="186500"/>
                  </a:cubicBezTo>
                  <a:cubicBezTo>
                    <a:pt x="94964" y="185547"/>
                    <a:pt x="92774" y="184595"/>
                    <a:pt x="92488" y="183737"/>
                  </a:cubicBezTo>
                  <a:cubicBezTo>
                    <a:pt x="92202" y="182880"/>
                    <a:pt x="92583" y="180975"/>
                    <a:pt x="92774" y="180118"/>
                  </a:cubicBezTo>
                  <a:cubicBezTo>
                    <a:pt x="92964" y="179165"/>
                    <a:pt x="93536" y="177260"/>
                    <a:pt x="94107" y="176498"/>
                  </a:cubicBezTo>
                  <a:cubicBezTo>
                    <a:pt x="94679" y="175736"/>
                    <a:pt x="96108" y="174498"/>
                    <a:pt x="97060" y="174117"/>
                  </a:cubicBezTo>
                  <a:cubicBezTo>
                    <a:pt x="98108" y="173736"/>
                    <a:pt x="100489" y="174688"/>
                    <a:pt x="101441" y="174117"/>
                  </a:cubicBezTo>
                  <a:cubicBezTo>
                    <a:pt x="101918" y="173831"/>
                    <a:pt x="102394" y="172498"/>
                    <a:pt x="102489" y="171926"/>
                  </a:cubicBezTo>
                  <a:cubicBezTo>
                    <a:pt x="102584" y="170688"/>
                    <a:pt x="101251" y="168497"/>
                    <a:pt x="101251" y="167259"/>
                  </a:cubicBezTo>
                  <a:cubicBezTo>
                    <a:pt x="101251" y="166307"/>
                    <a:pt x="101822" y="164402"/>
                    <a:pt x="102489" y="163735"/>
                  </a:cubicBezTo>
                  <a:cubicBezTo>
                    <a:pt x="102870" y="163449"/>
                    <a:pt x="103823" y="163163"/>
                    <a:pt x="104299" y="163259"/>
                  </a:cubicBezTo>
                  <a:cubicBezTo>
                    <a:pt x="105061" y="163449"/>
                    <a:pt x="106013" y="164687"/>
                    <a:pt x="106585" y="165163"/>
                  </a:cubicBezTo>
                  <a:cubicBezTo>
                    <a:pt x="107061" y="165640"/>
                    <a:pt x="108014" y="166783"/>
                    <a:pt x="108585" y="166973"/>
                  </a:cubicBezTo>
                  <a:cubicBezTo>
                    <a:pt x="109442" y="167354"/>
                    <a:pt x="111347" y="167354"/>
                    <a:pt x="112204" y="166973"/>
                  </a:cubicBezTo>
                  <a:cubicBezTo>
                    <a:pt x="113062" y="166688"/>
                    <a:pt x="114395" y="165259"/>
                    <a:pt x="114776" y="164497"/>
                  </a:cubicBezTo>
                  <a:cubicBezTo>
                    <a:pt x="115062" y="163925"/>
                    <a:pt x="115348" y="162496"/>
                    <a:pt x="115253" y="161830"/>
                  </a:cubicBezTo>
                  <a:cubicBezTo>
                    <a:pt x="115158" y="161068"/>
                    <a:pt x="114491" y="159544"/>
                    <a:pt x="113919" y="159258"/>
                  </a:cubicBezTo>
                  <a:cubicBezTo>
                    <a:pt x="113348" y="158972"/>
                    <a:pt x="112014" y="159353"/>
                    <a:pt x="111443" y="159639"/>
                  </a:cubicBezTo>
                  <a:cubicBezTo>
                    <a:pt x="110871" y="159925"/>
                    <a:pt x="110204" y="161258"/>
                    <a:pt x="109538" y="161354"/>
                  </a:cubicBezTo>
                  <a:cubicBezTo>
                    <a:pt x="108871" y="161544"/>
                    <a:pt x="107442" y="160782"/>
                    <a:pt x="106775" y="160306"/>
                  </a:cubicBezTo>
                  <a:cubicBezTo>
                    <a:pt x="106109" y="159925"/>
                    <a:pt x="104394" y="158877"/>
                    <a:pt x="104394" y="158020"/>
                  </a:cubicBezTo>
                  <a:cubicBezTo>
                    <a:pt x="104394" y="157353"/>
                    <a:pt x="105823" y="156496"/>
                    <a:pt x="106394" y="156305"/>
                  </a:cubicBezTo>
                  <a:cubicBezTo>
                    <a:pt x="107347" y="155924"/>
                    <a:pt x="109538" y="156782"/>
                    <a:pt x="110395" y="156305"/>
                  </a:cubicBezTo>
                  <a:cubicBezTo>
                    <a:pt x="110871" y="156020"/>
                    <a:pt x="111252" y="154972"/>
                    <a:pt x="111443" y="154496"/>
                  </a:cubicBezTo>
                  <a:cubicBezTo>
                    <a:pt x="111824" y="153734"/>
                    <a:pt x="112776" y="152209"/>
                    <a:pt x="112776" y="151448"/>
                  </a:cubicBezTo>
                  <a:cubicBezTo>
                    <a:pt x="112776" y="150781"/>
                    <a:pt x="112204" y="149447"/>
                    <a:pt x="111633" y="148971"/>
                  </a:cubicBezTo>
                  <a:cubicBezTo>
                    <a:pt x="111157" y="148495"/>
                    <a:pt x="109823" y="148114"/>
                    <a:pt x="109157" y="148019"/>
                  </a:cubicBezTo>
                  <a:cubicBezTo>
                    <a:pt x="108395" y="147923"/>
                    <a:pt x="106680" y="148685"/>
                    <a:pt x="106013" y="148304"/>
                  </a:cubicBezTo>
                  <a:cubicBezTo>
                    <a:pt x="105347" y="148019"/>
                    <a:pt x="104394" y="146590"/>
                    <a:pt x="104299" y="145828"/>
                  </a:cubicBezTo>
                  <a:cubicBezTo>
                    <a:pt x="104108" y="144590"/>
                    <a:pt x="106109" y="142494"/>
                    <a:pt x="105823" y="141351"/>
                  </a:cubicBezTo>
                  <a:cubicBezTo>
                    <a:pt x="105633" y="140494"/>
                    <a:pt x="104299" y="139160"/>
                    <a:pt x="103442" y="138779"/>
                  </a:cubicBezTo>
                  <a:cubicBezTo>
                    <a:pt x="102679" y="138494"/>
                    <a:pt x="100965" y="138684"/>
                    <a:pt x="100203" y="138970"/>
                  </a:cubicBezTo>
                  <a:cubicBezTo>
                    <a:pt x="99632" y="139160"/>
                    <a:pt x="98870" y="139922"/>
                    <a:pt x="98298" y="140113"/>
                  </a:cubicBezTo>
                  <a:cubicBezTo>
                    <a:pt x="97441" y="140303"/>
                    <a:pt x="95441" y="139541"/>
                    <a:pt x="94774" y="140208"/>
                  </a:cubicBezTo>
                  <a:cubicBezTo>
                    <a:pt x="94393" y="140589"/>
                    <a:pt x="94774" y="141732"/>
                    <a:pt x="94583" y="142304"/>
                  </a:cubicBezTo>
                  <a:cubicBezTo>
                    <a:pt x="94393" y="143066"/>
                    <a:pt x="93821" y="144780"/>
                    <a:pt x="93154" y="145256"/>
                  </a:cubicBezTo>
                  <a:cubicBezTo>
                    <a:pt x="92583" y="145733"/>
                    <a:pt x="90964" y="146113"/>
                    <a:pt x="90202" y="146209"/>
                  </a:cubicBezTo>
                  <a:cubicBezTo>
                    <a:pt x="89249" y="146399"/>
                    <a:pt x="87249" y="146495"/>
                    <a:pt x="86297" y="146304"/>
                  </a:cubicBezTo>
                  <a:cubicBezTo>
                    <a:pt x="85058" y="146018"/>
                    <a:pt x="82677" y="144780"/>
                    <a:pt x="81820" y="143923"/>
                  </a:cubicBezTo>
                  <a:cubicBezTo>
                    <a:pt x="81058" y="143161"/>
                    <a:pt x="80486" y="140589"/>
                    <a:pt x="79439" y="140303"/>
                  </a:cubicBezTo>
                  <a:cubicBezTo>
                    <a:pt x="78677" y="140017"/>
                    <a:pt x="77248" y="141446"/>
                    <a:pt x="76486" y="141446"/>
                  </a:cubicBezTo>
                  <a:cubicBezTo>
                    <a:pt x="75629" y="141446"/>
                    <a:pt x="73628" y="140970"/>
                    <a:pt x="73057" y="140208"/>
                  </a:cubicBezTo>
                  <a:cubicBezTo>
                    <a:pt x="72485" y="139541"/>
                    <a:pt x="72771" y="137541"/>
                    <a:pt x="72485" y="136684"/>
                  </a:cubicBezTo>
                  <a:cubicBezTo>
                    <a:pt x="72200" y="135922"/>
                    <a:pt x="71247" y="134303"/>
                    <a:pt x="70580" y="133826"/>
                  </a:cubicBezTo>
                  <a:cubicBezTo>
                    <a:pt x="69914" y="133445"/>
                    <a:pt x="68199" y="133731"/>
                    <a:pt x="67533" y="133350"/>
                  </a:cubicBezTo>
                  <a:cubicBezTo>
                    <a:pt x="66866" y="132969"/>
                    <a:pt x="66104" y="131731"/>
                    <a:pt x="65532" y="131254"/>
                  </a:cubicBezTo>
                  <a:cubicBezTo>
                    <a:pt x="64866" y="130683"/>
                    <a:pt x="63246" y="129731"/>
                    <a:pt x="62484" y="129254"/>
                  </a:cubicBezTo>
                  <a:cubicBezTo>
                    <a:pt x="61913" y="128969"/>
                    <a:pt x="60770" y="128397"/>
                    <a:pt x="60293" y="128016"/>
                  </a:cubicBezTo>
                  <a:cubicBezTo>
                    <a:pt x="59817" y="127635"/>
                    <a:pt x="59246" y="126492"/>
                    <a:pt x="58960" y="125921"/>
                  </a:cubicBezTo>
                  <a:cubicBezTo>
                    <a:pt x="58103" y="124492"/>
                    <a:pt x="58103" y="124301"/>
                    <a:pt x="58008" y="124206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61" name="Freeform: Shape 69">
              <a:extLst>
                <a:ext uri="{FF2B5EF4-FFF2-40B4-BE49-F238E27FC236}">
                  <a16:creationId xmlns:a16="http://schemas.microsoft.com/office/drawing/2014/main" id="{D156BA0A-55EA-5729-6AF4-A59E927363BA}"/>
                </a:ext>
              </a:extLst>
            </p:cNvPr>
            <p:cNvSpPr/>
            <p:nvPr/>
          </p:nvSpPr>
          <p:spPr>
            <a:xfrm>
              <a:off x="6499765" y="4235577"/>
              <a:ext cx="714375" cy="600075"/>
            </a:xfrm>
            <a:custGeom>
              <a:avLst/>
              <a:gdLst>
                <a:gd name="connsiteX0" fmla="*/ 718090 w 714375"/>
                <a:gd name="connsiteY0" fmla="*/ 557498 h 600075"/>
                <a:gd name="connsiteX1" fmla="*/ 717137 w 714375"/>
                <a:gd name="connsiteY1" fmla="*/ 561213 h 600075"/>
                <a:gd name="connsiteX2" fmla="*/ 712470 w 714375"/>
                <a:gd name="connsiteY2" fmla="*/ 560927 h 600075"/>
                <a:gd name="connsiteX3" fmla="*/ 711803 w 714375"/>
                <a:gd name="connsiteY3" fmla="*/ 563594 h 600075"/>
                <a:gd name="connsiteX4" fmla="*/ 714184 w 714375"/>
                <a:gd name="connsiteY4" fmla="*/ 565499 h 600075"/>
                <a:gd name="connsiteX5" fmla="*/ 714375 w 714375"/>
                <a:gd name="connsiteY5" fmla="*/ 568738 h 600075"/>
                <a:gd name="connsiteX6" fmla="*/ 712660 w 714375"/>
                <a:gd name="connsiteY6" fmla="*/ 571881 h 600075"/>
                <a:gd name="connsiteX7" fmla="*/ 712470 w 714375"/>
                <a:gd name="connsiteY7" fmla="*/ 575215 h 600075"/>
                <a:gd name="connsiteX8" fmla="*/ 707803 w 714375"/>
                <a:gd name="connsiteY8" fmla="*/ 578072 h 600075"/>
                <a:gd name="connsiteX9" fmla="*/ 702373 w 714375"/>
                <a:gd name="connsiteY9" fmla="*/ 577405 h 600075"/>
                <a:gd name="connsiteX10" fmla="*/ 701230 w 714375"/>
                <a:gd name="connsiteY10" fmla="*/ 582168 h 600075"/>
                <a:gd name="connsiteX11" fmla="*/ 699135 w 714375"/>
                <a:gd name="connsiteY11" fmla="*/ 586740 h 600075"/>
                <a:gd name="connsiteX12" fmla="*/ 696563 w 714375"/>
                <a:gd name="connsiteY12" fmla="*/ 590074 h 600075"/>
                <a:gd name="connsiteX13" fmla="*/ 695230 w 714375"/>
                <a:gd name="connsiteY13" fmla="*/ 586550 h 600075"/>
                <a:gd name="connsiteX14" fmla="*/ 691801 w 714375"/>
                <a:gd name="connsiteY14" fmla="*/ 583692 h 600075"/>
                <a:gd name="connsiteX15" fmla="*/ 689324 w 714375"/>
                <a:gd name="connsiteY15" fmla="*/ 580739 h 600075"/>
                <a:gd name="connsiteX16" fmla="*/ 688467 w 714375"/>
                <a:gd name="connsiteY16" fmla="*/ 577405 h 600075"/>
                <a:gd name="connsiteX17" fmla="*/ 686276 w 714375"/>
                <a:gd name="connsiteY17" fmla="*/ 576453 h 600075"/>
                <a:gd name="connsiteX18" fmla="*/ 683895 w 714375"/>
                <a:gd name="connsiteY18" fmla="*/ 578453 h 600075"/>
                <a:gd name="connsiteX19" fmla="*/ 683419 w 714375"/>
                <a:gd name="connsiteY19" fmla="*/ 582073 h 600075"/>
                <a:gd name="connsiteX20" fmla="*/ 679990 w 714375"/>
                <a:gd name="connsiteY20" fmla="*/ 583597 h 600075"/>
                <a:gd name="connsiteX21" fmla="*/ 678275 w 714375"/>
                <a:gd name="connsiteY21" fmla="*/ 587502 h 600075"/>
                <a:gd name="connsiteX22" fmla="*/ 676180 w 714375"/>
                <a:gd name="connsiteY22" fmla="*/ 589597 h 600075"/>
                <a:gd name="connsiteX23" fmla="*/ 673989 w 714375"/>
                <a:gd name="connsiteY23" fmla="*/ 594265 h 600075"/>
                <a:gd name="connsiteX24" fmla="*/ 671703 w 714375"/>
                <a:gd name="connsiteY24" fmla="*/ 598456 h 600075"/>
                <a:gd name="connsiteX25" fmla="*/ 668845 w 714375"/>
                <a:gd name="connsiteY25" fmla="*/ 602361 h 600075"/>
                <a:gd name="connsiteX26" fmla="*/ 666559 w 714375"/>
                <a:gd name="connsiteY26" fmla="*/ 605219 h 600075"/>
                <a:gd name="connsiteX27" fmla="*/ 664655 w 714375"/>
                <a:gd name="connsiteY27" fmla="*/ 601980 h 600075"/>
                <a:gd name="connsiteX28" fmla="*/ 664845 w 714375"/>
                <a:gd name="connsiteY28" fmla="*/ 597884 h 600075"/>
                <a:gd name="connsiteX29" fmla="*/ 665797 w 714375"/>
                <a:gd name="connsiteY29" fmla="*/ 596075 h 600075"/>
                <a:gd name="connsiteX30" fmla="*/ 668560 w 714375"/>
                <a:gd name="connsiteY30" fmla="*/ 593788 h 600075"/>
                <a:gd name="connsiteX31" fmla="*/ 671989 w 714375"/>
                <a:gd name="connsiteY31" fmla="*/ 589026 h 600075"/>
                <a:gd name="connsiteX32" fmla="*/ 674180 w 714375"/>
                <a:gd name="connsiteY32" fmla="*/ 586169 h 600075"/>
                <a:gd name="connsiteX33" fmla="*/ 673798 w 714375"/>
                <a:gd name="connsiteY33" fmla="*/ 582644 h 600075"/>
                <a:gd name="connsiteX34" fmla="*/ 668369 w 714375"/>
                <a:gd name="connsiteY34" fmla="*/ 579787 h 600075"/>
                <a:gd name="connsiteX35" fmla="*/ 665607 w 714375"/>
                <a:gd name="connsiteY35" fmla="*/ 578549 h 600075"/>
                <a:gd name="connsiteX36" fmla="*/ 663797 w 714375"/>
                <a:gd name="connsiteY36" fmla="*/ 575691 h 600075"/>
                <a:gd name="connsiteX37" fmla="*/ 662559 w 714375"/>
                <a:gd name="connsiteY37" fmla="*/ 570643 h 600075"/>
                <a:gd name="connsiteX38" fmla="*/ 656749 w 714375"/>
                <a:gd name="connsiteY38" fmla="*/ 564356 h 600075"/>
                <a:gd name="connsiteX39" fmla="*/ 649700 w 714375"/>
                <a:gd name="connsiteY39" fmla="*/ 559213 h 600075"/>
                <a:gd name="connsiteX40" fmla="*/ 642556 w 714375"/>
                <a:gd name="connsiteY40" fmla="*/ 558737 h 600075"/>
                <a:gd name="connsiteX41" fmla="*/ 636746 w 714375"/>
                <a:gd name="connsiteY41" fmla="*/ 558355 h 600075"/>
                <a:gd name="connsiteX42" fmla="*/ 632174 w 714375"/>
                <a:gd name="connsiteY42" fmla="*/ 555974 h 600075"/>
                <a:gd name="connsiteX43" fmla="*/ 626650 w 714375"/>
                <a:gd name="connsiteY43" fmla="*/ 552260 h 600075"/>
                <a:gd name="connsiteX44" fmla="*/ 619506 w 714375"/>
                <a:gd name="connsiteY44" fmla="*/ 551021 h 600075"/>
                <a:gd name="connsiteX45" fmla="*/ 612648 w 714375"/>
                <a:gd name="connsiteY45" fmla="*/ 551402 h 600075"/>
                <a:gd name="connsiteX46" fmla="*/ 610267 w 714375"/>
                <a:gd name="connsiteY46" fmla="*/ 550640 h 600075"/>
                <a:gd name="connsiteX47" fmla="*/ 605409 w 714375"/>
                <a:gd name="connsiteY47" fmla="*/ 551593 h 600075"/>
                <a:gd name="connsiteX48" fmla="*/ 601408 w 714375"/>
                <a:gd name="connsiteY48" fmla="*/ 550355 h 600075"/>
                <a:gd name="connsiteX49" fmla="*/ 599884 w 714375"/>
                <a:gd name="connsiteY49" fmla="*/ 547497 h 600075"/>
                <a:gd name="connsiteX50" fmla="*/ 599980 w 714375"/>
                <a:gd name="connsiteY50" fmla="*/ 544068 h 600075"/>
                <a:gd name="connsiteX51" fmla="*/ 601789 w 714375"/>
                <a:gd name="connsiteY51" fmla="*/ 541401 h 600075"/>
                <a:gd name="connsiteX52" fmla="*/ 603123 w 714375"/>
                <a:gd name="connsiteY52" fmla="*/ 537401 h 600075"/>
                <a:gd name="connsiteX53" fmla="*/ 602361 w 714375"/>
                <a:gd name="connsiteY53" fmla="*/ 534924 h 600075"/>
                <a:gd name="connsiteX54" fmla="*/ 599218 w 714375"/>
                <a:gd name="connsiteY54" fmla="*/ 533210 h 600075"/>
                <a:gd name="connsiteX55" fmla="*/ 599122 w 714375"/>
                <a:gd name="connsiteY55" fmla="*/ 530066 h 600075"/>
                <a:gd name="connsiteX56" fmla="*/ 600456 w 714375"/>
                <a:gd name="connsiteY56" fmla="*/ 527876 h 600075"/>
                <a:gd name="connsiteX57" fmla="*/ 598646 w 714375"/>
                <a:gd name="connsiteY57" fmla="*/ 525971 h 600075"/>
                <a:gd name="connsiteX58" fmla="*/ 595693 w 714375"/>
                <a:gd name="connsiteY58" fmla="*/ 526066 h 600075"/>
                <a:gd name="connsiteX59" fmla="*/ 592645 w 714375"/>
                <a:gd name="connsiteY59" fmla="*/ 527971 h 600075"/>
                <a:gd name="connsiteX60" fmla="*/ 590836 w 714375"/>
                <a:gd name="connsiteY60" fmla="*/ 530924 h 600075"/>
                <a:gd name="connsiteX61" fmla="*/ 587121 w 714375"/>
                <a:gd name="connsiteY61" fmla="*/ 534638 h 600075"/>
                <a:gd name="connsiteX62" fmla="*/ 583882 w 714375"/>
                <a:gd name="connsiteY62" fmla="*/ 534448 h 600075"/>
                <a:gd name="connsiteX63" fmla="*/ 582549 w 714375"/>
                <a:gd name="connsiteY63" fmla="*/ 531971 h 600075"/>
                <a:gd name="connsiteX64" fmla="*/ 578930 w 714375"/>
                <a:gd name="connsiteY64" fmla="*/ 530638 h 600075"/>
                <a:gd name="connsiteX65" fmla="*/ 574929 w 714375"/>
                <a:gd name="connsiteY65" fmla="*/ 531305 h 600075"/>
                <a:gd name="connsiteX66" fmla="*/ 574262 w 714375"/>
                <a:gd name="connsiteY66" fmla="*/ 535781 h 600075"/>
                <a:gd name="connsiteX67" fmla="*/ 575024 w 714375"/>
                <a:gd name="connsiteY67" fmla="*/ 539877 h 600075"/>
                <a:gd name="connsiteX68" fmla="*/ 575500 w 714375"/>
                <a:gd name="connsiteY68" fmla="*/ 545211 h 600075"/>
                <a:gd name="connsiteX69" fmla="*/ 574929 w 714375"/>
                <a:gd name="connsiteY69" fmla="*/ 549116 h 600075"/>
                <a:gd name="connsiteX70" fmla="*/ 576167 w 714375"/>
                <a:gd name="connsiteY70" fmla="*/ 553403 h 600075"/>
                <a:gd name="connsiteX71" fmla="*/ 579406 w 714375"/>
                <a:gd name="connsiteY71" fmla="*/ 554641 h 600075"/>
                <a:gd name="connsiteX72" fmla="*/ 578167 w 714375"/>
                <a:gd name="connsiteY72" fmla="*/ 557213 h 600075"/>
                <a:gd name="connsiteX73" fmla="*/ 575977 w 714375"/>
                <a:gd name="connsiteY73" fmla="*/ 558165 h 600075"/>
                <a:gd name="connsiteX74" fmla="*/ 573310 w 714375"/>
                <a:gd name="connsiteY74" fmla="*/ 559022 h 600075"/>
                <a:gd name="connsiteX75" fmla="*/ 572167 w 714375"/>
                <a:gd name="connsiteY75" fmla="*/ 561880 h 600075"/>
                <a:gd name="connsiteX76" fmla="*/ 569023 w 714375"/>
                <a:gd name="connsiteY76" fmla="*/ 562166 h 600075"/>
                <a:gd name="connsiteX77" fmla="*/ 569405 w 714375"/>
                <a:gd name="connsiteY77" fmla="*/ 565213 h 600075"/>
                <a:gd name="connsiteX78" fmla="*/ 571881 w 714375"/>
                <a:gd name="connsiteY78" fmla="*/ 566833 h 600075"/>
                <a:gd name="connsiteX79" fmla="*/ 573976 w 714375"/>
                <a:gd name="connsiteY79" fmla="*/ 568928 h 600075"/>
                <a:gd name="connsiteX80" fmla="*/ 576548 w 714375"/>
                <a:gd name="connsiteY80" fmla="*/ 567690 h 600075"/>
                <a:gd name="connsiteX81" fmla="*/ 578834 w 714375"/>
                <a:gd name="connsiteY81" fmla="*/ 564356 h 600075"/>
                <a:gd name="connsiteX82" fmla="*/ 581787 w 714375"/>
                <a:gd name="connsiteY82" fmla="*/ 562261 h 600075"/>
                <a:gd name="connsiteX83" fmla="*/ 584835 w 714375"/>
                <a:gd name="connsiteY83" fmla="*/ 559975 h 600075"/>
                <a:gd name="connsiteX84" fmla="*/ 587026 w 714375"/>
                <a:gd name="connsiteY84" fmla="*/ 558927 h 600075"/>
                <a:gd name="connsiteX85" fmla="*/ 588835 w 714375"/>
                <a:gd name="connsiteY85" fmla="*/ 560451 h 600075"/>
                <a:gd name="connsiteX86" fmla="*/ 587311 w 714375"/>
                <a:gd name="connsiteY86" fmla="*/ 563118 h 600075"/>
                <a:gd name="connsiteX87" fmla="*/ 583882 w 714375"/>
                <a:gd name="connsiteY87" fmla="*/ 566166 h 600075"/>
                <a:gd name="connsiteX88" fmla="*/ 579596 w 714375"/>
                <a:gd name="connsiteY88" fmla="*/ 569595 h 600075"/>
                <a:gd name="connsiteX89" fmla="*/ 574738 w 714375"/>
                <a:gd name="connsiteY89" fmla="*/ 574453 h 600075"/>
                <a:gd name="connsiteX90" fmla="*/ 570452 w 714375"/>
                <a:gd name="connsiteY90" fmla="*/ 578930 h 600075"/>
                <a:gd name="connsiteX91" fmla="*/ 565594 w 714375"/>
                <a:gd name="connsiteY91" fmla="*/ 583692 h 600075"/>
                <a:gd name="connsiteX92" fmla="*/ 561308 w 714375"/>
                <a:gd name="connsiteY92" fmla="*/ 587121 h 600075"/>
                <a:gd name="connsiteX93" fmla="*/ 554831 w 714375"/>
                <a:gd name="connsiteY93" fmla="*/ 590741 h 600075"/>
                <a:gd name="connsiteX94" fmla="*/ 549688 w 714375"/>
                <a:gd name="connsiteY94" fmla="*/ 592550 h 600075"/>
                <a:gd name="connsiteX95" fmla="*/ 544925 w 714375"/>
                <a:gd name="connsiteY95" fmla="*/ 595694 h 600075"/>
                <a:gd name="connsiteX96" fmla="*/ 539591 w 714375"/>
                <a:gd name="connsiteY96" fmla="*/ 598456 h 600075"/>
                <a:gd name="connsiteX97" fmla="*/ 537019 w 714375"/>
                <a:gd name="connsiteY97" fmla="*/ 598456 h 600075"/>
                <a:gd name="connsiteX98" fmla="*/ 536734 w 714375"/>
                <a:gd name="connsiteY98" fmla="*/ 595503 h 600075"/>
                <a:gd name="connsiteX99" fmla="*/ 538543 w 714375"/>
                <a:gd name="connsiteY99" fmla="*/ 593408 h 600075"/>
                <a:gd name="connsiteX100" fmla="*/ 542068 w 714375"/>
                <a:gd name="connsiteY100" fmla="*/ 592074 h 600075"/>
                <a:gd name="connsiteX101" fmla="*/ 546544 w 714375"/>
                <a:gd name="connsiteY101" fmla="*/ 590741 h 600075"/>
                <a:gd name="connsiteX102" fmla="*/ 550259 w 714375"/>
                <a:gd name="connsiteY102" fmla="*/ 588074 h 600075"/>
                <a:gd name="connsiteX103" fmla="*/ 551783 w 714375"/>
                <a:gd name="connsiteY103" fmla="*/ 585121 h 600075"/>
                <a:gd name="connsiteX104" fmla="*/ 549878 w 714375"/>
                <a:gd name="connsiteY104" fmla="*/ 582930 h 600075"/>
                <a:gd name="connsiteX105" fmla="*/ 546449 w 714375"/>
                <a:gd name="connsiteY105" fmla="*/ 583692 h 600075"/>
                <a:gd name="connsiteX106" fmla="*/ 543782 w 714375"/>
                <a:gd name="connsiteY106" fmla="*/ 581501 h 600075"/>
                <a:gd name="connsiteX107" fmla="*/ 542830 w 714375"/>
                <a:gd name="connsiteY107" fmla="*/ 579215 h 600075"/>
                <a:gd name="connsiteX108" fmla="*/ 542734 w 714375"/>
                <a:gd name="connsiteY108" fmla="*/ 575691 h 600075"/>
                <a:gd name="connsiteX109" fmla="*/ 544354 w 714375"/>
                <a:gd name="connsiteY109" fmla="*/ 574738 h 600075"/>
                <a:gd name="connsiteX110" fmla="*/ 544830 w 714375"/>
                <a:gd name="connsiteY110" fmla="*/ 571881 h 600075"/>
                <a:gd name="connsiteX111" fmla="*/ 544163 w 714375"/>
                <a:gd name="connsiteY111" fmla="*/ 570071 h 600075"/>
                <a:gd name="connsiteX112" fmla="*/ 541020 w 714375"/>
                <a:gd name="connsiteY112" fmla="*/ 569309 h 600075"/>
                <a:gd name="connsiteX113" fmla="*/ 539210 w 714375"/>
                <a:gd name="connsiteY113" fmla="*/ 567214 h 600075"/>
                <a:gd name="connsiteX114" fmla="*/ 538448 w 714375"/>
                <a:gd name="connsiteY114" fmla="*/ 563499 h 600075"/>
                <a:gd name="connsiteX115" fmla="*/ 535495 w 714375"/>
                <a:gd name="connsiteY115" fmla="*/ 563213 h 600075"/>
                <a:gd name="connsiteX116" fmla="*/ 532257 w 714375"/>
                <a:gd name="connsiteY116" fmla="*/ 565213 h 600075"/>
                <a:gd name="connsiteX117" fmla="*/ 529495 w 714375"/>
                <a:gd name="connsiteY117" fmla="*/ 567595 h 600075"/>
                <a:gd name="connsiteX118" fmla="*/ 529685 w 714375"/>
                <a:gd name="connsiteY118" fmla="*/ 573405 h 600075"/>
                <a:gd name="connsiteX119" fmla="*/ 527590 w 714375"/>
                <a:gd name="connsiteY119" fmla="*/ 577501 h 600075"/>
                <a:gd name="connsiteX120" fmla="*/ 523875 w 714375"/>
                <a:gd name="connsiteY120" fmla="*/ 579025 h 600075"/>
                <a:gd name="connsiteX121" fmla="*/ 519303 w 714375"/>
                <a:gd name="connsiteY121" fmla="*/ 578834 h 600075"/>
                <a:gd name="connsiteX122" fmla="*/ 516445 w 714375"/>
                <a:gd name="connsiteY122" fmla="*/ 576644 h 600075"/>
                <a:gd name="connsiteX123" fmla="*/ 515969 w 714375"/>
                <a:gd name="connsiteY123" fmla="*/ 572929 h 600075"/>
                <a:gd name="connsiteX124" fmla="*/ 518350 w 714375"/>
                <a:gd name="connsiteY124" fmla="*/ 570929 h 600075"/>
                <a:gd name="connsiteX125" fmla="*/ 519303 w 714375"/>
                <a:gd name="connsiteY125" fmla="*/ 568071 h 600075"/>
                <a:gd name="connsiteX126" fmla="*/ 519493 w 714375"/>
                <a:gd name="connsiteY126" fmla="*/ 565309 h 600075"/>
                <a:gd name="connsiteX127" fmla="*/ 515779 w 714375"/>
                <a:gd name="connsiteY127" fmla="*/ 564928 h 600075"/>
                <a:gd name="connsiteX128" fmla="*/ 513016 w 714375"/>
                <a:gd name="connsiteY128" fmla="*/ 563689 h 600075"/>
                <a:gd name="connsiteX129" fmla="*/ 509588 w 714375"/>
                <a:gd name="connsiteY129" fmla="*/ 564642 h 600075"/>
                <a:gd name="connsiteX130" fmla="*/ 508349 w 714375"/>
                <a:gd name="connsiteY130" fmla="*/ 566452 h 600075"/>
                <a:gd name="connsiteX131" fmla="*/ 505492 w 714375"/>
                <a:gd name="connsiteY131" fmla="*/ 565595 h 600075"/>
                <a:gd name="connsiteX132" fmla="*/ 502158 w 714375"/>
                <a:gd name="connsiteY132" fmla="*/ 566642 h 600075"/>
                <a:gd name="connsiteX133" fmla="*/ 500920 w 714375"/>
                <a:gd name="connsiteY133" fmla="*/ 569119 h 600075"/>
                <a:gd name="connsiteX134" fmla="*/ 502063 w 714375"/>
                <a:gd name="connsiteY134" fmla="*/ 571119 h 600075"/>
                <a:gd name="connsiteX135" fmla="*/ 503777 w 714375"/>
                <a:gd name="connsiteY135" fmla="*/ 570833 h 600075"/>
                <a:gd name="connsiteX136" fmla="*/ 507016 w 714375"/>
                <a:gd name="connsiteY136" fmla="*/ 571691 h 600075"/>
                <a:gd name="connsiteX137" fmla="*/ 508063 w 714375"/>
                <a:gd name="connsiteY137" fmla="*/ 573596 h 600075"/>
                <a:gd name="connsiteX138" fmla="*/ 506349 w 714375"/>
                <a:gd name="connsiteY138" fmla="*/ 575310 h 600075"/>
                <a:gd name="connsiteX139" fmla="*/ 505396 w 714375"/>
                <a:gd name="connsiteY139" fmla="*/ 577977 h 600075"/>
                <a:gd name="connsiteX140" fmla="*/ 501682 w 714375"/>
                <a:gd name="connsiteY140" fmla="*/ 577120 h 600075"/>
                <a:gd name="connsiteX141" fmla="*/ 499205 w 714375"/>
                <a:gd name="connsiteY141" fmla="*/ 578263 h 600075"/>
                <a:gd name="connsiteX142" fmla="*/ 497109 w 714375"/>
                <a:gd name="connsiteY142" fmla="*/ 578168 h 600075"/>
                <a:gd name="connsiteX143" fmla="*/ 495871 w 714375"/>
                <a:gd name="connsiteY143" fmla="*/ 581501 h 600075"/>
                <a:gd name="connsiteX144" fmla="*/ 496919 w 714375"/>
                <a:gd name="connsiteY144" fmla="*/ 583978 h 600075"/>
                <a:gd name="connsiteX145" fmla="*/ 497014 w 714375"/>
                <a:gd name="connsiteY145" fmla="*/ 589121 h 600075"/>
                <a:gd name="connsiteX146" fmla="*/ 492633 w 714375"/>
                <a:gd name="connsiteY146" fmla="*/ 591979 h 600075"/>
                <a:gd name="connsiteX147" fmla="*/ 488728 w 714375"/>
                <a:gd name="connsiteY147" fmla="*/ 593027 h 600075"/>
                <a:gd name="connsiteX148" fmla="*/ 484346 w 714375"/>
                <a:gd name="connsiteY148" fmla="*/ 592931 h 600075"/>
                <a:gd name="connsiteX149" fmla="*/ 481870 w 714375"/>
                <a:gd name="connsiteY149" fmla="*/ 593979 h 600075"/>
                <a:gd name="connsiteX150" fmla="*/ 479393 w 714375"/>
                <a:gd name="connsiteY150" fmla="*/ 597408 h 600075"/>
                <a:gd name="connsiteX151" fmla="*/ 476440 w 714375"/>
                <a:gd name="connsiteY151" fmla="*/ 599313 h 600075"/>
                <a:gd name="connsiteX152" fmla="*/ 477393 w 714375"/>
                <a:gd name="connsiteY152" fmla="*/ 602552 h 600075"/>
                <a:gd name="connsiteX153" fmla="*/ 481108 w 714375"/>
                <a:gd name="connsiteY153" fmla="*/ 603504 h 600075"/>
                <a:gd name="connsiteX154" fmla="*/ 484251 w 714375"/>
                <a:gd name="connsiteY154" fmla="*/ 601885 h 600075"/>
                <a:gd name="connsiteX155" fmla="*/ 486061 w 714375"/>
                <a:gd name="connsiteY155" fmla="*/ 599885 h 600075"/>
                <a:gd name="connsiteX156" fmla="*/ 489394 w 714375"/>
                <a:gd name="connsiteY156" fmla="*/ 600075 h 600075"/>
                <a:gd name="connsiteX157" fmla="*/ 492823 w 714375"/>
                <a:gd name="connsiteY157" fmla="*/ 599599 h 600075"/>
                <a:gd name="connsiteX158" fmla="*/ 494824 w 714375"/>
                <a:gd name="connsiteY158" fmla="*/ 598265 h 600075"/>
                <a:gd name="connsiteX159" fmla="*/ 498157 w 714375"/>
                <a:gd name="connsiteY159" fmla="*/ 598075 h 600075"/>
                <a:gd name="connsiteX160" fmla="*/ 499967 w 714375"/>
                <a:gd name="connsiteY160" fmla="*/ 600170 h 600075"/>
                <a:gd name="connsiteX161" fmla="*/ 498062 w 714375"/>
                <a:gd name="connsiteY161" fmla="*/ 601504 h 600075"/>
                <a:gd name="connsiteX162" fmla="*/ 493871 w 714375"/>
                <a:gd name="connsiteY162" fmla="*/ 602266 h 600075"/>
                <a:gd name="connsiteX163" fmla="*/ 489109 w 714375"/>
                <a:gd name="connsiteY163" fmla="*/ 603980 h 600075"/>
                <a:gd name="connsiteX164" fmla="*/ 484441 w 714375"/>
                <a:gd name="connsiteY164" fmla="*/ 606457 h 600075"/>
                <a:gd name="connsiteX165" fmla="*/ 478631 w 714375"/>
                <a:gd name="connsiteY165" fmla="*/ 606838 h 600075"/>
                <a:gd name="connsiteX166" fmla="*/ 473583 w 714375"/>
                <a:gd name="connsiteY166" fmla="*/ 606933 h 600075"/>
                <a:gd name="connsiteX167" fmla="*/ 470344 w 714375"/>
                <a:gd name="connsiteY167" fmla="*/ 605314 h 600075"/>
                <a:gd name="connsiteX168" fmla="*/ 469678 w 714375"/>
                <a:gd name="connsiteY168" fmla="*/ 600742 h 600075"/>
                <a:gd name="connsiteX169" fmla="*/ 465296 w 714375"/>
                <a:gd name="connsiteY169" fmla="*/ 596360 h 600075"/>
                <a:gd name="connsiteX170" fmla="*/ 460153 w 714375"/>
                <a:gd name="connsiteY170" fmla="*/ 592360 h 600075"/>
                <a:gd name="connsiteX171" fmla="*/ 455485 w 714375"/>
                <a:gd name="connsiteY171" fmla="*/ 588359 h 600075"/>
                <a:gd name="connsiteX172" fmla="*/ 452723 w 714375"/>
                <a:gd name="connsiteY172" fmla="*/ 586740 h 600075"/>
                <a:gd name="connsiteX173" fmla="*/ 450437 w 714375"/>
                <a:gd name="connsiteY173" fmla="*/ 588074 h 600075"/>
                <a:gd name="connsiteX174" fmla="*/ 446722 w 714375"/>
                <a:gd name="connsiteY174" fmla="*/ 589026 h 600075"/>
                <a:gd name="connsiteX175" fmla="*/ 443198 w 714375"/>
                <a:gd name="connsiteY175" fmla="*/ 587883 h 600075"/>
                <a:gd name="connsiteX176" fmla="*/ 440055 w 714375"/>
                <a:gd name="connsiteY176" fmla="*/ 588074 h 600075"/>
                <a:gd name="connsiteX177" fmla="*/ 434054 w 714375"/>
                <a:gd name="connsiteY177" fmla="*/ 587502 h 600075"/>
                <a:gd name="connsiteX178" fmla="*/ 430244 w 714375"/>
                <a:gd name="connsiteY178" fmla="*/ 584740 h 600075"/>
                <a:gd name="connsiteX179" fmla="*/ 423576 w 714375"/>
                <a:gd name="connsiteY179" fmla="*/ 584549 h 600075"/>
                <a:gd name="connsiteX180" fmla="*/ 418243 w 714375"/>
                <a:gd name="connsiteY180" fmla="*/ 584073 h 600075"/>
                <a:gd name="connsiteX181" fmla="*/ 414433 w 714375"/>
                <a:gd name="connsiteY181" fmla="*/ 581406 h 600075"/>
                <a:gd name="connsiteX182" fmla="*/ 409670 w 714375"/>
                <a:gd name="connsiteY182" fmla="*/ 579787 h 600075"/>
                <a:gd name="connsiteX183" fmla="*/ 406432 w 714375"/>
                <a:gd name="connsiteY183" fmla="*/ 578549 h 600075"/>
                <a:gd name="connsiteX184" fmla="*/ 401002 w 714375"/>
                <a:gd name="connsiteY184" fmla="*/ 574167 h 600075"/>
                <a:gd name="connsiteX185" fmla="*/ 400717 w 714375"/>
                <a:gd name="connsiteY185" fmla="*/ 570738 h 600075"/>
                <a:gd name="connsiteX186" fmla="*/ 405098 w 714375"/>
                <a:gd name="connsiteY186" fmla="*/ 570357 h 600075"/>
                <a:gd name="connsiteX187" fmla="*/ 407765 w 714375"/>
                <a:gd name="connsiteY187" fmla="*/ 569500 h 600075"/>
                <a:gd name="connsiteX188" fmla="*/ 407860 w 714375"/>
                <a:gd name="connsiteY188" fmla="*/ 563785 h 600075"/>
                <a:gd name="connsiteX189" fmla="*/ 409289 w 714375"/>
                <a:gd name="connsiteY189" fmla="*/ 561499 h 600075"/>
                <a:gd name="connsiteX190" fmla="*/ 412242 w 714375"/>
                <a:gd name="connsiteY190" fmla="*/ 560356 h 600075"/>
                <a:gd name="connsiteX191" fmla="*/ 415099 w 714375"/>
                <a:gd name="connsiteY191" fmla="*/ 562737 h 600075"/>
                <a:gd name="connsiteX192" fmla="*/ 417766 w 714375"/>
                <a:gd name="connsiteY192" fmla="*/ 562166 h 600075"/>
                <a:gd name="connsiteX193" fmla="*/ 418814 w 714375"/>
                <a:gd name="connsiteY193" fmla="*/ 560165 h 600075"/>
                <a:gd name="connsiteX194" fmla="*/ 417957 w 714375"/>
                <a:gd name="connsiteY194" fmla="*/ 556546 h 600075"/>
                <a:gd name="connsiteX195" fmla="*/ 414623 w 714375"/>
                <a:gd name="connsiteY195" fmla="*/ 553307 h 600075"/>
                <a:gd name="connsiteX196" fmla="*/ 413004 w 714375"/>
                <a:gd name="connsiteY196" fmla="*/ 550259 h 600075"/>
                <a:gd name="connsiteX197" fmla="*/ 409861 w 714375"/>
                <a:gd name="connsiteY197" fmla="*/ 550069 h 600075"/>
                <a:gd name="connsiteX198" fmla="*/ 407384 w 714375"/>
                <a:gd name="connsiteY198" fmla="*/ 548069 h 600075"/>
                <a:gd name="connsiteX199" fmla="*/ 406336 w 714375"/>
                <a:gd name="connsiteY199" fmla="*/ 545402 h 600075"/>
                <a:gd name="connsiteX200" fmla="*/ 404146 w 714375"/>
                <a:gd name="connsiteY200" fmla="*/ 544830 h 600075"/>
                <a:gd name="connsiteX201" fmla="*/ 399574 w 714375"/>
                <a:gd name="connsiteY201" fmla="*/ 544639 h 600075"/>
                <a:gd name="connsiteX202" fmla="*/ 397383 w 714375"/>
                <a:gd name="connsiteY202" fmla="*/ 543401 h 600075"/>
                <a:gd name="connsiteX203" fmla="*/ 396049 w 714375"/>
                <a:gd name="connsiteY203" fmla="*/ 540449 h 600075"/>
                <a:gd name="connsiteX204" fmla="*/ 393097 w 714375"/>
                <a:gd name="connsiteY204" fmla="*/ 540068 h 600075"/>
                <a:gd name="connsiteX205" fmla="*/ 391763 w 714375"/>
                <a:gd name="connsiteY205" fmla="*/ 541782 h 600075"/>
                <a:gd name="connsiteX206" fmla="*/ 388239 w 714375"/>
                <a:gd name="connsiteY206" fmla="*/ 542449 h 600075"/>
                <a:gd name="connsiteX207" fmla="*/ 384810 w 714375"/>
                <a:gd name="connsiteY207" fmla="*/ 538734 h 600075"/>
                <a:gd name="connsiteX208" fmla="*/ 381857 w 714375"/>
                <a:gd name="connsiteY208" fmla="*/ 536543 h 600075"/>
                <a:gd name="connsiteX209" fmla="*/ 379952 w 714375"/>
                <a:gd name="connsiteY209" fmla="*/ 536353 h 600075"/>
                <a:gd name="connsiteX210" fmla="*/ 377761 w 714375"/>
                <a:gd name="connsiteY210" fmla="*/ 537686 h 600075"/>
                <a:gd name="connsiteX211" fmla="*/ 375666 w 714375"/>
                <a:gd name="connsiteY211" fmla="*/ 539782 h 600075"/>
                <a:gd name="connsiteX212" fmla="*/ 372142 w 714375"/>
                <a:gd name="connsiteY212" fmla="*/ 539591 h 600075"/>
                <a:gd name="connsiteX213" fmla="*/ 370237 w 714375"/>
                <a:gd name="connsiteY213" fmla="*/ 536638 h 600075"/>
                <a:gd name="connsiteX214" fmla="*/ 369094 w 714375"/>
                <a:gd name="connsiteY214" fmla="*/ 530828 h 600075"/>
                <a:gd name="connsiteX215" fmla="*/ 367189 w 714375"/>
                <a:gd name="connsiteY215" fmla="*/ 525494 h 600075"/>
                <a:gd name="connsiteX216" fmla="*/ 365188 w 714375"/>
                <a:gd name="connsiteY216" fmla="*/ 524256 h 600075"/>
                <a:gd name="connsiteX217" fmla="*/ 361759 w 714375"/>
                <a:gd name="connsiteY217" fmla="*/ 524923 h 600075"/>
                <a:gd name="connsiteX218" fmla="*/ 358330 w 714375"/>
                <a:gd name="connsiteY218" fmla="*/ 527495 h 600075"/>
                <a:gd name="connsiteX219" fmla="*/ 353949 w 714375"/>
                <a:gd name="connsiteY219" fmla="*/ 526923 h 600075"/>
                <a:gd name="connsiteX220" fmla="*/ 353187 w 714375"/>
                <a:gd name="connsiteY220" fmla="*/ 523685 h 600075"/>
                <a:gd name="connsiteX221" fmla="*/ 355854 w 714375"/>
                <a:gd name="connsiteY221" fmla="*/ 522065 h 600075"/>
                <a:gd name="connsiteX222" fmla="*/ 356806 w 714375"/>
                <a:gd name="connsiteY222" fmla="*/ 518351 h 600075"/>
                <a:gd name="connsiteX223" fmla="*/ 357759 w 714375"/>
                <a:gd name="connsiteY223" fmla="*/ 513112 h 600075"/>
                <a:gd name="connsiteX224" fmla="*/ 356806 w 714375"/>
                <a:gd name="connsiteY224" fmla="*/ 509492 h 600075"/>
                <a:gd name="connsiteX225" fmla="*/ 351949 w 714375"/>
                <a:gd name="connsiteY225" fmla="*/ 508635 h 600075"/>
                <a:gd name="connsiteX226" fmla="*/ 345853 w 714375"/>
                <a:gd name="connsiteY226" fmla="*/ 508921 h 600075"/>
                <a:gd name="connsiteX227" fmla="*/ 342900 w 714375"/>
                <a:gd name="connsiteY227" fmla="*/ 509588 h 600075"/>
                <a:gd name="connsiteX228" fmla="*/ 338995 w 714375"/>
                <a:gd name="connsiteY228" fmla="*/ 509302 h 600075"/>
                <a:gd name="connsiteX229" fmla="*/ 335947 w 714375"/>
                <a:gd name="connsiteY229" fmla="*/ 509397 h 600075"/>
                <a:gd name="connsiteX230" fmla="*/ 334137 w 714375"/>
                <a:gd name="connsiteY230" fmla="*/ 511302 h 600075"/>
                <a:gd name="connsiteX231" fmla="*/ 330517 w 714375"/>
                <a:gd name="connsiteY231" fmla="*/ 512731 h 600075"/>
                <a:gd name="connsiteX232" fmla="*/ 327279 w 714375"/>
                <a:gd name="connsiteY232" fmla="*/ 516541 h 600075"/>
                <a:gd name="connsiteX233" fmla="*/ 324231 w 714375"/>
                <a:gd name="connsiteY233" fmla="*/ 517493 h 600075"/>
                <a:gd name="connsiteX234" fmla="*/ 321659 w 714375"/>
                <a:gd name="connsiteY234" fmla="*/ 514636 h 600075"/>
                <a:gd name="connsiteX235" fmla="*/ 321469 w 714375"/>
                <a:gd name="connsiteY235" fmla="*/ 510064 h 600075"/>
                <a:gd name="connsiteX236" fmla="*/ 322326 w 714375"/>
                <a:gd name="connsiteY236" fmla="*/ 506921 h 600075"/>
                <a:gd name="connsiteX237" fmla="*/ 324231 w 714375"/>
                <a:gd name="connsiteY237" fmla="*/ 504730 h 600075"/>
                <a:gd name="connsiteX238" fmla="*/ 324231 w 714375"/>
                <a:gd name="connsiteY238" fmla="*/ 501015 h 600075"/>
                <a:gd name="connsiteX239" fmla="*/ 321278 w 714375"/>
                <a:gd name="connsiteY239" fmla="*/ 498634 h 600075"/>
                <a:gd name="connsiteX240" fmla="*/ 317563 w 714375"/>
                <a:gd name="connsiteY240" fmla="*/ 498443 h 600075"/>
                <a:gd name="connsiteX241" fmla="*/ 315754 w 714375"/>
                <a:gd name="connsiteY241" fmla="*/ 501491 h 600075"/>
                <a:gd name="connsiteX242" fmla="*/ 310324 w 714375"/>
                <a:gd name="connsiteY242" fmla="*/ 501491 h 600075"/>
                <a:gd name="connsiteX243" fmla="*/ 307276 w 714375"/>
                <a:gd name="connsiteY243" fmla="*/ 504444 h 600075"/>
                <a:gd name="connsiteX244" fmla="*/ 300990 w 714375"/>
                <a:gd name="connsiteY244" fmla="*/ 507111 h 600075"/>
                <a:gd name="connsiteX245" fmla="*/ 295751 w 714375"/>
                <a:gd name="connsiteY245" fmla="*/ 510350 h 600075"/>
                <a:gd name="connsiteX246" fmla="*/ 291179 w 714375"/>
                <a:gd name="connsiteY246" fmla="*/ 513779 h 600075"/>
                <a:gd name="connsiteX247" fmla="*/ 287845 w 714375"/>
                <a:gd name="connsiteY247" fmla="*/ 516541 h 600075"/>
                <a:gd name="connsiteX248" fmla="*/ 286131 w 714375"/>
                <a:gd name="connsiteY248" fmla="*/ 520827 h 600075"/>
                <a:gd name="connsiteX249" fmla="*/ 288703 w 714375"/>
                <a:gd name="connsiteY249" fmla="*/ 524256 h 600075"/>
                <a:gd name="connsiteX250" fmla="*/ 289084 w 714375"/>
                <a:gd name="connsiteY250" fmla="*/ 528161 h 600075"/>
                <a:gd name="connsiteX251" fmla="*/ 292322 w 714375"/>
                <a:gd name="connsiteY251" fmla="*/ 533019 h 600075"/>
                <a:gd name="connsiteX252" fmla="*/ 297466 w 714375"/>
                <a:gd name="connsiteY252" fmla="*/ 532543 h 600075"/>
                <a:gd name="connsiteX253" fmla="*/ 301085 w 714375"/>
                <a:gd name="connsiteY253" fmla="*/ 531305 h 600075"/>
                <a:gd name="connsiteX254" fmla="*/ 304514 w 714375"/>
                <a:gd name="connsiteY254" fmla="*/ 531305 h 600075"/>
                <a:gd name="connsiteX255" fmla="*/ 307848 w 714375"/>
                <a:gd name="connsiteY255" fmla="*/ 533400 h 600075"/>
                <a:gd name="connsiteX256" fmla="*/ 312515 w 714375"/>
                <a:gd name="connsiteY256" fmla="*/ 533495 h 600075"/>
                <a:gd name="connsiteX257" fmla="*/ 316230 w 714375"/>
                <a:gd name="connsiteY257" fmla="*/ 532257 h 600075"/>
                <a:gd name="connsiteX258" fmla="*/ 318516 w 714375"/>
                <a:gd name="connsiteY258" fmla="*/ 529114 h 600075"/>
                <a:gd name="connsiteX259" fmla="*/ 323088 w 714375"/>
                <a:gd name="connsiteY259" fmla="*/ 528733 h 600075"/>
                <a:gd name="connsiteX260" fmla="*/ 328708 w 714375"/>
                <a:gd name="connsiteY260" fmla="*/ 529114 h 600075"/>
                <a:gd name="connsiteX261" fmla="*/ 330803 w 714375"/>
                <a:gd name="connsiteY261" fmla="*/ 531971 h 600075"/>
                <a:gd name="connsiteX262" fmla="*/ 335566 w 714375"/>
                <a:gd name="connsiteY262" fmla="*/ 533591 h 600075"/>
                <a:gd name="connsiteX263" fmla="*/ 337756 w 714375"/>
                <a:gd name="connsiteY263" fmla="*/ 536067 h 600075"/>
                <a:gd name="connsiteX264" fmla="*/ 342233 w 714375"/>
                <a:gd name="connsiteY264" fmla="*/ 535972 h 600075"/>
                <a:gd name="connsiteX265" fmla="*/ 346519 w 714375"/>
                <a:gd name="connsiteY265" fmla="*/ 537020 h 600075"/>
                <a:gd name="connsiteX266" fmla="*/ 347091 w 714375"/>
                <a:gd name="connsiteY266" fmla="*/ 539210 h 600075"/>
                <a:gd name="connsiteX267" fmla="*/ 345757 w 714375"/>
                <a:gd name="connsiteY267" fmla="*/ 541401 h 600075"/>
                <a:gd name="connsiteX268" fmla="*/ 341852 w 714375"/>
                <a:gd name="connsiteY268" fmla="*/ 543306 h 600075"/>
                <a:gd name="connsiteX269" fmla="*/ 339852 w 714375"/>
                <a:gd name="connsiteY269" fmla="*/ 545402 h 600075"/>
                <a:gd name="connsiteX270" fmla="*/ 338995 w 714375"/>
                <a:gd name="connsiteY270" fmla="*/ 549688 h 600075"/>
                <a:gd name="connsiteX271" fmla="*/ 335280 w 714375"/>
                <a:gd name="connsiteY271" fmla="*/ 550640 h 600075"/>
                <a:gd name="connsiteX272" fmla="*/ 332422 w 714375"/>
                <a:gd name="connsiteY272" fmla="*/ 552831 h 600075"/>
                <a:gd name="connsiteX273" fmla="*/ 329470 w 714375"/>
                <a:gd name="connsiteY273" fmla="*/ 550926 h 600075"/>
                <a:gd name="connsiteX274" fmla="*/ 326517 w 714375"/>
                <a:gd name="connsiteY274" fmla="*/ 548450 h 600075"/>
                <a:gd name="connsiteX275" fmla="*/ 322993 w 714375"/>
                <a:gd name="connsiteY275" fmla="*/ 548259 h 600075"/>
                <a:gd name="connsiteX276" fmla="*/ 316230 w 714375"/>
                <a:gd name="connsiteY276" fmla="*/ 544639 h 600075"/>
                <a:gd name="connsiteX277" fmla="*/ 311944 w 714375"/>
                <a:gd name="connsiteY277" fmla="*/ 543782 h 600075"/>
                <a:gd name="connsiteX278" fmla="*/ 308800 w 714375"/>
                <a:gd name="connsiteY278" fmla="*/ 541877 h 600075"/>
                <a:gd name="connsiteX279" fmla="*/ 304705 w 714375"/>
                <a:gd name="connsiteY279" fmla="*/ 538829 h 600075"/>
                <a:gd name="connsiteX280" fmla="*/ 299751 w 714375"/>
                <a:gd name="connsiteY280" fmla="*/ 538448 h 600075"/>
                <a:gd name="connsiteX281" fmla="*/ 293465 w 714375"/>
                <a:gd name="connsiteY281" fmla="*/ 538067 h 600075"/>
                <a:gd name="connsiteX282" fmla="*/ 288131 w 714375"/>
                <a:gd name="connsiteY282" fmla="*/ 538734 h 600075"/>
                <a:gd name="connsiteX283" fmla="*/ 283369 w 714375"/>
                <a:gd name="connsiteY283" fmla="*/ 541306 h 600075"/>
                <a:gd name="connsiteX284" fmla="*/ 277939 w 714375"/>
                <a:gd name="connsiteY284" fmla="*/ 544735 h 600075"/>
                <a:gd name="connsiteX285" fmla="*/ 273558 w 714375"/>
                <a:gd name="connsiteY285" fmla="*/ 547878 h 600075"/>
                <a:gd name="connsiteX286" fmla="*/ 266224 w 714375"/>
                <a:gd name="connsiteY286" fmla="*/ 549021 h 600075"/>
                <a:gd name="connsiteX287" fmla="*/ 258223 w 714375"/>
                <a:gd name="connsiteY287" fmla="*/ 547211 h 600075"/>
                <a:gd name="connsiteX288" fmla="*/ 248698 w 714375"/>
                <a:gd name="connsiteY288" fmla="*/ 546735 h 600075"/>
                <a:gd name="connsiteX289" fmla="*/ 236696 w 714375"/>
                <a:gd name="connsiteY289" fmla="*/ 546163 h 600075"/>
                <a:gd name="connsiteX290" fmla="*/ 226314 w 714375"/>
                <a:gd name="connsiteY290" fmla="*/ 546068 h 600075"/>
                <a:gd name="connsiteX291" fmla="*/ 212122 w 714375"/>
                <a:gd name="connsiteY291" fmla="*/ 542735 h 600075"/>
                <a:gd name="connsiteX292" fmla="*/ 202597 w 714375"/>
                <a:gd name="connsiteY292" fmla="*/ 538925 h 600075"/>
                <a:gd name="connsiteX293" fmla="*/ 188023 w 714375"/>
                <a:gd name="connsiteY293" fmla="*/ 532447 h 600075"/>
                <a:gd name="connsiteX294" fmla="*/ 168688 w 714375"/>
                <a:gd name="connsiteY294" fmla="*/ 525971 h 600075"/>
                <a:gd name="connsiteX295" fmla="*/ 159258 w 714375"/>
                <a:gd name="connsiteY295" fmla="*/ 523113 h 600075"/>
                <a:gd name="connsiteX296" fmla="*/ 152781 w 714375"/>
                <a:gd name="connsiteY296" fmla="*/ 521208 h 600075"/>
                <a:gd name="connsiteX297" fmla="*/ 144113 w 714375"/>
                <a:gd name="connsiteY297" fmla="*/ 520732 h 600075"/>
                <a:gd name="connsiteX298" fmla="*/ 131826 w 714375"/>
                <a:gd name="connsiteY298" fmla="*/ 521399 h 600075"/>
                <a:gd name="connsiteX299" fmla="*/ 125254 w 714375"/>
                <a:gd name="connsiteY299" fmla="*/ 523780 h 600075"/>
                <a:gd name="connsiteX300" fmla="*/ 113538 w 714375"/>
                <a:gd name="connsiteY300" fmla="*/ 523970 h 600075"/>
                <a:gd name="connsiteX301" fmla="*/ 99536 w 714375"/>
                <a:gd name="connsiteY301" fmla="*/ 525209 h 600075"/>
                <a:gd name="connsiteX302" fmla="*/ 85344 w 714375"/>
                <a:gd name="connsiteY302" fmla="*/ 527971 h 600075"/>
                <a:gd name="connsiteX303" fmla="*/ 68961 w 714375"/>
                <a:gd name="connsiteY303" fmla="*/ 531400 h 600075"/>
                <a:gd name="connsiteX304" fmla="*/ 62008 w 714375"/>
                <a:gd name="connsiteY304" fmla="*/ 536924 h 600075"/>
                <a:gd name="connsiteX305" fmla="*/ 60007 w 714375"/>
                <a:gd name="connsiteY305" fmla="*/ 538544 h 600075"/>
                <a:gd name="connsiteX306" fmla="*/ 57912 w 714375"/>
                <a:gd name="connsiteY306" fmla="*/ 534924 h 600075"/>
                <a:gd name="connsiteX307" fmla="*/ 52768 w 714375"/>
                <a:gd name="connsiteY307" fmla="*/ 530352 h 600075"/>
                <a:gd name="connsiteX308" fmla="*/ 50197 w 714375"/>
                <a:gd name="connsiteY308" fmla="*/ 527304 h 600075"/>
                <a:gd name="connsiteX309" fmla="*/ 46577 w 714375"/>
                <a:gd name="connsiteY309" fmla="*/ 525875 h 600075"/>
                <a:gd name="connsiteX310" fmla="*/ 46863 w 714375"/>
                <a:gd name="connsiteY310" fmla="*/ 520732 h 600075"/>
                <a:gd name="connsiteX311" fmla="*/ 50673 w 714375"/>
                <a:gd name="connsiteY311" fmla="*/ 518160 h 600075"/>
                <a:gd name="connsiteX312" fmla="*/ 53816 w 714375"/>
                <a:gd name="connsiteY312" fmla="*/ 514445 h 600075"/>
                <a:gd name="connsiteX313" fmla="*/ 59245 w 714375"/>
                <a:gd name="connsiteY313" fmla="*/ 509397 h 600075"/>
                <a:gd name="connsiteX314" fmla="*/ 60960 w 714375"/>
                <a:gd name="connsiteY314" fmla="*/ 503587 h 600075"/>
                <a:gd name="connsiteX315" fmla="*/ 61531 w 714375"/>
                <a:gd name="connsiteY315" fmla="*/ 497681 h 600075"/>
                <a:gd name="connsiteX316" fmla="*/ 64675 w 714375"/>
                <a:gd name="connsiteY316" fmla="*/ 491871 h 600075"/>
                <a:gd name="connsiteX317" fmla="*/ 67627 w 714375"/>
                <a:gd name="connsiteY317" fmla="*/ 488633 h 600075"/>
                <a:gd name="connsiteX318" fmla="*/ 70771 w 714375"/>
                <a:gd name="connsiteY318" fmla="*/ 484537 h 600075"/>
                <a:gd name="connsiteX319" fmla="*/ 73342 w 714375"/>
                <a:gd name="connsiteY319" fmla="*/ 482155 h 600075"/>
                <a:gd name="connsiteX320" fmla="*/ 73342 w 714375"/>
                <a:gd name="connsiteY320" fmla="*/ 479870 h 600075"/>
                <a:gd name="connsiteX321" fmla="*/ 71056 w 714375"/>
                <a:gd name="connsiteY321" fmla="*/ 477869 h 600075"/>
                <a:gd name="connsiteX322" fmla="*/ 71628 w 714375"/>
                <a:gd name="connsiteY322" fmla="*/ 475202 h 600075"/>
                <a:gd name="connsiteX323" fmla="*/ 74485 w 714375"/>
                <a:gd name="connsiteY323" fmla="*/ 473393 h 600075"/>
                <a:gd name="connsiteX324" fmla="*/ 75057 w 714375"/>
                <a:gd name="connsiteY324" fmla="*/ 467296 h 600075"/>
                <a:gd name="connsiteX325" fmla="*/ 71914 w 714375"/>
                <a:gd name="connsiteY325" fmla="*/ 463010 h 600075"/>
                <a:gd name="connsiteX326" fmla="*/ 69913 w 714375"/>
                <a:gd name="connsiteY326" fmla="*/ 460058 h 600075"/>
                <a:gd name="connsiteX327" fmla="*/ 72295 w 714375"/>
                <a:gd name="connsiteY327" fmla="*/ 454247 h 600075"/>
                <a:gd name="connsiteX328" fmla="*/ 70771 w 714375"/>
                <a:gd name="connsiteY328" fmla="*/ 449675 h 600075"/>
                <a:gd name="connsiteX329" fmla="*/ 69056 w 714375"/>
                <a:gd name="connsiteY329" fmla="*/ 446056 h 600075"/>
                <a:gd name="connsiteX330" fmla="*/ 65817 w 714375"/>
                <a:gd name="connsiteY330" fmla="*/ 442627 h 600075"/>
                <a:gd name="connsiteX331" fmla="*/ 63151 w 714375"/>
                <a:gd name="connsiteY331" fmla="*/ 440246 h 600075"/>
                <a:gd name="connsiteX332" fmla="*/ 64008 w 714375"/>
                <a:gd name="connsiteY332" fmla="*/ 436150 h 600075"/>
                <a:gd name="connsiteX333" fmla="*/ 63722 w 714375"/>
                <a:gd name="connsiteY333" fmla="*/ 432340 h 600075"/>
                <a:gd name="connsiteX334" fmla="*/ 68008 w 714375"/>
                <a:gd name="connsiteY334" fmla="*/ 426720 h 600075"/>
                <a:gd name="connsiteX335" fmla="*/ 71247 w 714375"/>
                <a:gd name="connsiteY335" fmla="*/ 424720 h 600075"/>
                <a:gd name="connsiteX336" fmla="*/ 71247 w 714375"/>
                <a:gd name="connsiteY336" fmla="*/ 422148 h 600075"/>
                <a:gd name="connsiteX337" fmla="*/ 69913 w 714375"/>
                <a:gd name="connsiteY337" fmla="*/ 419671 h 600075"/>
                <a:gd name="connsiteX338" fmla="*/ 68008 w 714375"/>
                <a:gd name="connsiteY338" fmla="*/ 416338 h 600075"/>
                <a:gd name="connsiteX339" fmla="*/ 67913 w 714375"/>
                <a:gd name="connsiteY339" fmla="*/ 411099 h 600075"/>
                <a:gd name="connsiteX340" fmla="*/ 65532 w 714375"/>
                <a:gd name="connsiteY340" fmla="*/ 408813 h 600075"/>
                <a:gd name="connsiteX341" fmla="*/ 65437 w 714375"/>
                <a:gd name="connsiteY341" fmla="*/ 405575 h 600075"/>
                <a:gd name="connsiteX342" fmla="*/ 66484 w 714375"/>
                <a:gd name="connsiteY342" fmla="*/ 401098 h 600075"/>
                <a:gd name="connsiteX343" fmla="*/ 68675 w 714375"/>
                <a:gd name="connsiteY343" fmla="*/ 399669 h 600075"/>
                <a:gd name="connsiteX344" fmla="*/ 71628 w 714375"/>
                <a:gd name="connsiteY344" fmla="*/ 397859 h 600075"/>
                <a:gd name="connsiteX345" fmla="*/ 71342 w 714375"/>
                <a:gd name="connsiteY345" fmla="*/ 394430 h 600075"/>
                <a:gd name="connsiteX346" fmla="*/ 71151 w 714375"/>
                <a:gd name="connsiteY346" fmla="*/ 391382 h 600075"/>
                <a:gd name="connsiteX347" fmla="*/ 73057 w 714375"/>
                <a:gd name="connsiteY347" fmla="*/ 388239 h 600075"/>
                <a:gd name="connsiteX348" fmla="*/ 76295 w 714375"/>
                <a:gd name="connsiteY348" fmla="*/ 386810 h 600075"/>
                <a:gd name="connsiteX349" fmla="*/ 78867 w 714375"/>
                <a:gd name="connsiteY349" fmla="*/ 384048 h 600075"/>
                <a:gd name="connsiteX350" fmla="*/ 79534 w 714375"/>
                <a:gd name="connsiteY350" fmla="*/ 380524 h 600075"/>
                <a:gd name="connsiteX351" fmla="*/ 79343 w 714375"/>
                <a:gd name="connsiteY351" fmla="*/ 377952 h 600075"/>
                <a:gd name="connsiteX352" fmla="*/ 78295 w 714375"/>
                <a:gd name="connsiteY352" fmla="*/ 375190 h 600075"/>
                <a:gd name="connsiteX353" fmla="*/ 80200 w 714375"/>
                <a:gd name="connsiteY353" fmla="*/ 372809 h 600075"/>
                <a:gd name="connsiteX354" fmla="*/ 81820 w 714375"/>
                <a:gd name="connsiteY354" fmla="*/ 370999 h 600075"/>
                <a:gd name="connsiteX355" fmla="*/ 81915 w 714375"/>
                <a:gd name="connsiteY355" fmla="*/ 367284 h 600075"/>
                <a:gd name="connsiteX356" fmla="*/ 84106 w 714375"/>
                <a:gd name="connsiteY356" fmla="*/ 365379 h 600075"/>
                <a:gd name="connsiteX357" fmla="*/ 85439 w 714375"/>
                <a:gd name="connsiteY357" fmla="*/ 362141 h 600075"/>
                <a:gd name="connsiteX358" fmla="*/ 85344 w 714375"/>
                <a:gd name="connsiteY358" fmla="*/ 358616 h 600075"/>
                <a:gd name="connsiteX359" fmla="*/ 84106 w 714375"/>
                <a:gd name="connsiteY359" fmla="*/ 354616 h 600075"/>
                <a:gd name="connsiteX360" fmla="*/ 84010 w 714375"/>
                <a:gd name="connsiteY360" fmla="*/ 350234 h 600075"/>
                <a:gd name="connsiteX361" fmla="*/ 86106 w 714375"/>
                <a:gd name="connsiteY361" fmla="*/ 348044 h 600075"/>
                <a:gd name="connsiteX362" fmla="*/ 89059 w 714375"/>
                <a:gd name="connsiteY362" fmla="*/ 346996 h 600075"/>
                <a:gd name="connsiteX363" fmla="*/ 89154 w 714375"/>
                <a:gd name="connsiteY363" fmla="*/ 343471 h 600075"/>
                <a:gd name="connsiteX364" fmla="*/ 86392 w 714375"/>
                <a:gd name="connsiteY364" fmla="*/ 340614 h 600075"/>
                <a:gd name="connsiteX365" fmla="*/ 83439 w 714375"/>
                <a:gd name="connsiteY365" fmla="*/ 339852 h 600075"/>
                <a:gd name="connsiteX366" fmla="*/ 82391 w 714375"/>
                <a:gd name="connsiteY366" fmla="*/ 336995 h 600075"/>
                <a:gd name="connsiteX367" fmla="*/ 83915 w 714375"/>
                <a:gd name="connsiteY367" fmla="*/ 334994 h 600075"/>
                <a:gd name="connsiteX368" fmla="*/ 88582 w 714375"/>
                <a:gd name="connsiteY368" fmla="*/ 331089 h 600075"/>
                <a:gd name="connsiteX369" fmla="*/ 88392 w 714375"/>
                <a:gd name="connsiteY369" fmla="*/ 327565 h 600075"/>
                <a:gd name="connsiteX370" fmla="*/ 86487 w 714375"/>
                <a:gd name="connsiteY370" fmla="*/ 324041 h 600075"/>
                <a:gd name="connsiteX371" fmla="*/ 84391 w 714375"/>
                <a:gd name="connsiteY371" fmla="*/ 321850 h 600075"/>
                <a:gd name="connsiteX372" fmla="*/ 83534 w 714375"/>
                <a:gd name="connsiteY372" fmla="*/ 318897 h 600075"/>
                <a:gd name="connsiteX373" fmla="*/ 85725 w 714375"/>
                <a:gd name="connsiteY373" fmla="*/ 315944 h 600075"/>
                <a:gd name="connsiteX374" fmla="*/ 84106 w 714375"/>
                <a:gd name="connsiteY374" fmla="*/ 313372 h 600075"/>
                <a:gd name="connsiteX375" fmla="*/ 85820 w 714375"/>
                <a:gd name="connsiteY375" fmla="*/ 310134 h 600075"/>
                <a:gd name="connsiteX376" fmla="*/ 84677 w 714375"/>
                <a:gd name="connsiteY376" fmla="*/ 304895 h 600075"/>
                <a:gd name="connsiteX377" fmla="*/ 82772 w 714375"/>
                <a:gd name="connsiteY377" fmla="*/ 305181 h 600075"/>
                <a:gd name="connsiteX378" fmla="*/ 81439 w 714375"/>
                <a:gd name="connsiteY378" fmla="*/ 307753 h 600075"/>
                <a:gd name="connsiteX379" fmla="*/ 79724 w 714375"/>
                <a:gd name="connsiteY379" fmla="*/ 310039 h 600075"/>
                <a:gd name="connsiteX380" fmla="*/ 76771 w 714375"/>
                <a:gd name="connsiteY380" fmla="*/ 308515 h 600075"/>
                <a:gd name="connsiteX381" fmla="*/ 75724 w 714375"/>
                <a:gd name="connsiteY381" fmla="*/ 305467 h 600075"/>
                <a:gd name="connsiteX382" fmla="*/ 75819 w 714375"/>
                <a:gd name="connsiteY382" fmla="*/ 300895 h 600075"/>
                <a:gd name="connsiteX383" fmla="*/ 73819 w 714375"/>
                <a:gd name="connsiteY383" fmla="*/ 297752 h 600075"/>
                <a:gd name="connsiteX384" fmla="*/ 73342 w 714375"/>
                <a:gd name="connsiteY384" fmla="*/ 293656 h 600075"/>
                <a:gd name="connsiteX385" fmla="*/ 69532 w 714375"/>
                <a:gd name="connsiteY385" fmla="*/ 294037 h 600075"/>
                <a:gd name="connsiteX386" fmla="*/ 67437 w 714375"/>
                <a:gd name="connsiteY386" fmla="*/ 291846 h 600075"/>
                <a:gd name="connsiteX387" fmla="*/ 65913 w 714375"/>
                <a:gd name="connsiteY387" fmla="*/ 290036 h 600075"/>
                <a:gd name="connsiteX388" fmla="*/ 63627 w 714375"/>
                <a:gd name="connsiteY388" fmla="*/ 289084 h 600075"/>
                <a:gd name="connsiteX389" fmla="*/ 63817 w 714375"/>
                <a:gd name="connsiteY389" fmla="*/ 285655 h 600075"/>
                <a:gd name="connsiteX390" fmla="*/ 65151 w 714375"/>
                <a:gd name="connsiteY390" fmla="*/ 283750 h 600075"/>
                <a:gd name="connsiteX391" fmla="*/ 66103 w 714375"/>
                <a:gd name="connsiteY391" fmla="*/ 279940 h 600075"/>
                <a:gd name="connsiteX392" fmla="*/ 64770 w 714375"/>
                <a:gd name="connsiteY392" fmla="*/ 277178 h 600075"/>
                <a:gd name="connsiteX393" fmla="*/ 64865 w 714375"/>
                <a:gd name="connsiteY393" fmla="*/ 275463 h 600075"/>
                <a:gd name="connsiteX394" fmla="*/ 62579 w 714375"/>
                <a:gd name="connsiteY394" fmla="*/ 273177 h 600075"/>
                <a:gd name="connsiteX395" fmla="*/ 60198 w 714375"/>
                <a:gd name="connsiteY395" fmla="*/ 272320 h 600075"/>
                <a:gd name="connsiteX396" fmla="*/ 60007 w 714375"/>
                <a:gd name="connsiteY396" fmla="*/ 269272 h 600075"/>
                <a:gd name="connsiteX397" fmla="*/ 58388 w 714375"/>
                <a:gd name="connsiteY397" fmla="*/ 267176 h 600075"/>
                <a:gd name="connsiteX398" fmla="*/ 55721 w 714375"/>
                <a:gd name="connsiteY398" fmla="*/ 266319 h 600075"/>
                <a:gd name="connsiteX399" fmla="*/ 53721 w 714375"/>
                <a:gd name="connsiteY399" fmla="*/ 264319 h 600075"/>
                <a:gd name="connsiteX400" fmla="*/ 55626 w 714375"/>
                <a:gd name="connsiteY400" fmla="*/ 262509 h 600075"/>
                <a:gd name="connsiteX401" fmla="*/ 56197 w 714375"/>
                <a:gd name="connsiteY401" fmla="*/ 258604 h 600075"/>
                <a:gd name="connsiteX402" fmla="*/ 53626 w 714375"/>
                <a:gd name="connsiteY402" fmla="*/ 255937 h 600075"/>
                <a:gd name="connsiteX403" fmla="*/ 51149 w 714375"/>
                <a:gd name="connsiteY403" fmla="*/ 255842 h 600075"/>
                <a:gd name="connsiteX404" fmla="*/ 47720 w 714375"/>
                <a:gd name="connsiteY404" fmla="*/ 256222 h 600075"/>
                <a:gd name="connsiteX405" fmla="*/ 45529 w 714375"/>
                <a:gd name="connsiteY405" fmla="*/ 253365 h 600075"/>
                <a:gd name="connsiteX406" fmla="*/ 43148 w 714375"/>
                <a:gd name="connsiteY406" fmla="*/ 251365 h 600075"/>
                <a:gd name="connsiteX407" fmla="*/ 42291 w 714375"/>
                <a:gd name="connsiteY407" fmla="*/ 247745 h 600075"/>
                <a:gd name="connsiteX408" fmla="*/ 41053 w 714375"/>
                <a:gd name="connsiteY408" fmla="*/ 245554 h 600075"/>
                <a:gd name="connsiteX409" fmla="*/ 41719 w 714375"/>
                <a:gd name="connsiteY409" fmla="*/ 242983 h 600075"/>
                <a:gd name="connsiteX410" fmla="*/ 43910 w 714375"/>
                <a:gd name="connsiteY410" fmla="*/ 241078 h 600075"/>
                <a:gd name="connsiteX411" fmla="*/ 43434 w 714375"/>
                <a:gd name="connsiteY411" fmla="*/ 237649 h 600075"/>
                <a:gd name="connsiteX412" fmla="*/ 41719 w 714375"/>
                <a:gd name="connsiteY412" fmla="*/ 235363 h 600075"/>
                <a:gd name="connsiteX413" fmla="*/ 42100 w 714375"/>
                <a:gd name="connsiteY413" fmla="*/ 233458 h 600075"/>
                <a:gd name="connsiteX414" fmla="*/ 44196 w 714375"/>
                <a:gd name="connsiteY414" fmla="*/ 232601 h 600075"/>
                <a:gd name="connsiteX415" fmla="*/ 45244 w 714375"/>
                <a:gd name="connsiteY415" fmla="*/ 229838 h 600075"/>
                <a:gd name="connsiteX416" fmla="*/ 43720 w 714375"/>
                <a:gd name="connsiteY416" fmla="*/ 227743 h 600075"/>
                <a:gd name="connsiteX417" fmla="*/ 42481 w 714375"/>
                <a:gd name="connsiteY417" fmla="*/ 223742 h 600075"/>
                <a:gd name="connsiteX418" fmla="*/ 40386 w 714375"/>
                <a:gd name="connsiteY418" fmla="*/ 222218 h 600075"/>
                <a:gd name="connsiteX419" fmla="*/ 40481 w 714375"/>
                <a:gd name="connsiteY419" fmla="*/ 218980 h 600075"/>
                <a:gd name="connsiteX420" fmla="*/ 39433 w 714375"/>
                <a:gd name="connsiteY420" fmla="*/ 215455 h 600075"/>
                <a:gd name="connsiteX421" fmla="*/ 37052 w 714375"/>
                <a:gd name="connsiteY421" fmla="*/ 213074 h 600075"/>
                <a:gd name="connsiteX422" fmla="*/ 33909 w 714375"/>
                <a:gd name="connsiteY422" fmla="*/ 212122 h 600075"/>
                <a:gd name="connsiteX423" fmla="*/ 32671 w 714375"/>
                <a:gd name="connsiteY423" fmla="*/ 210026 h 600075"/>
                <a:gd name="connsiteX424" fmla="*/ 33338 w 714375"/>
                <a:gd name="connsiteY424" fmla="*/ 207074 h 600075"/>
                <a:gd name="connsiteX425" fmla="*/ 31337 w 714375"/>
                <a:gd name="connsiteY425" fmla="*/ 204788 h 600075"/>
                <a:gd name="connsiteX426" fmla="*/ 29813 w 714375"/>
                <a:gd name="connsiteY426" fmla="*/ 201263 h 600075"/>
                <a:gd name="connsiteX427" fmla="*/ 27337 w 714375"/>
                <a:gd name="connsiteY427" fmla="*/ 200216 h 600075"/>
                <a:gd name="connsiteX428" fmla="*/ 24860 w 714375"/>
                <a:gd name="connsiteY428" fmla="*/ 197739 h 600075"/>
                <a:gd name="connsiteX429" fmla="*/ 21050 w 714375"/>
                <a:gd name="connsiteY429" fmla="*/ 196977 h 600075"/>
                <a:gd name="connsiteX430" fmla="*/ 18764 w 714375"/>
                <a:gd name="connsiteY430" fmla="*/ 193929 h 600075"/>
                <a:gd name="connsiteX431" fmla="*/ 15907 w 714375"/>
                <a:gd name="connsiteY431" fmla="*/ 188881 h 600075"/>
                <a:gd name="connsiteX432" fmla="*/ 14097 w 714375"/>
                <a:gd name="connsiteY432" fmla="*/ 186119 h 600075"/>
                <a:gd name="connsiteX433" fmla="*/ 11144 w 714375"/>
                <a:gd name="connsiteY433" fmla="*/ 185071 h 600075"/>
                <a:gd name="connsiteX434" fmla="*/ 9811 w 714375"/>
                <a:gd name="connsiteY434" fmla="*/ 182785 h 600075"/>
                <a:gd name="connsiteX435" fmla="*/ 0 w 714375"/>
                <a:gd name="connsiteY435" fmla="*/ 27051 h 600075"/>
                <a:gd name="connsiteX436" fmla="*/ 135159 w 714375"/>
                <a:gd name="connsiteY436" fmla="*/ 17145 h 600075"/>
                <a:gd name="connsiteX437" fmla="*/ 332422 w 714375"/>
                <a:gd name="connsiteY437" fmla="*/ 3048 h 600075"/>
                <a:gd name="connsiteX438" fmla="*/ 371761 w 714375"/>
                <a:gd name="connsiteY438" fmla="*/ 0 h 600075"/>
                <a:gd name="connsiteX439" fmla="*/ 371475 w 714375"/>
                <a:gd name="connsiteY439" fmla="*/ 1905 h 600075"/>
                <a:gd name="connsiteX440" fmla="*/ 367665 w 714375"/>
                <a:gd name="connsiteY440" fmla="*/ 5715 h 600075"/>
                <a:gd name="connsiteX441" fmla="*/ 366426 w 714375"/>
                <a:gd name="connsiteY441" fmla="*/ 10859 h 600075"/>
                <a:gd name="connsiteX442" fmla="*/ 368141 w 714375"/>
                <a:gd name="connsiteY442" fmla="*/ 14669 h 600075"/>
                <a:gd name="connsiteX443" fmla="*/ 372427 w 714375"/>
                <a:gd name="connsiteY443" fmla="*/ 16764 h 600075"/>
                <a:gd name="connsiteX444" fmla="*/ 376142 w 714375"/>
                <a:gd name="connsiteY444" fmla="*/ 15430 h 600075"/>
                <a:gd name="connsiteX445" fmla="*/ 377380 w 714375"/>
                <a:gd name="connsiteY445" fmla="*/ 10287 h 600075"/>
                <a:gd name="connsiteX446" fmla="*/ 375285 w 714375"/>
                <a:gd name="connsiteY446" fmla="*/ 6382 h 600075"/>
                <a:gd name="connsiteX447" fmla="*/ 376142 w 714375"/>
                <a:gd name="connsiteY447" fmla="*/ 3238 h 600075"/>
                <a:gd name="connsiteX448" fmla="*/ 378428 w 714375"/>
                <a:gd name="connsiteY448" fmla="*/ 1619 h 600075"/>
                <a:gd name="connsiteX449" fmla="*/ 381667 w 714375"/>
                <a:gd name="connsiteY449" fmla="*/ 3143 h 600075"/>
                <a:gd name="connsiteX450" fmla="*/ 383000 w 714375"/>
                <a:gd name="connsiteY450" fmla="*/ 7525 h 600075"/>
                <a:gd name="connsiteX451" fmla="*/ 386334 w 714375"/>
                <a:gd name="connsiteY451" fmla="*/ 13716 h 600075"/>
                <a:gd name="connsiteX452" fmla="*/ 383476 w 714375"/>
                <a:gd name="connsiteY452" fmla="*/ 19717 h 600075"/>
                <a:gd name="connsiteX453" fmla="*/ 379000 w 714375"/>
                <a:gd name="connsiteY453" fmla="*/ 21908 h 600075"/>
                <a:gd name="connsiteX454" fmla="*/ 375571 w 714375"/>
                <a:gd name="connsiteY454" fmla="*/ 24860 h 600075"/>
                <a:gd name="connsiteX455" fmla="*/ 374523 w 714375"/>
                <a:gd name="connsiteY455" fmla="*/ 31813 h 600075"/>
                <a:gd name="connsiteX456" fmla="*/ 375475 w 714375"/>
                <a:gd name="connsiteY456" fmla="*/ 36957 h 600075"/>
                <a:gd name="connsiteX457" fmla="*/ 377857 w 714375"/>
                <a:gd name="connsiteY457" fmla="*/ 40005 h 600075"/>
                <a:gd name="connsiteX458" fmla="*/ 382048 w 714375"/>
                <a:gd name="connsiteY458" fmla="*/ 39624 h 600075"/>
                <a:gd name="connsiteX459" fmla="*/ 387953 w 714375"/>
                <a:gd name="connsiteY459" fmla="*/ 40386 h 600075"/>
                <a:gd name="connsiteX460" fmla="*/ 389763 w 714375"/>
                <a:gd name="connsiteY460" fmla="*/ 44387 h 600075"/>
                <a:gd name="connsiteX461" fmla="*/ 386429 w 714375"/>
                <a:gd name="connsiteY461" fmla="*/ 48387 h 600075"/>
                <a:gd name="connsiteX462" fmla="*/ 381286 w 714375"/>
                <a:gd name="connsiteY462" fmla="*/ 52007 h 600075"/>
                <a:gd name="connsiteX463" fmla="*/ 378333 w 714375"/>
                <a:gd name="connsiteY463" fmla="*/ 57245 h 600075"/>
                <a:gd name="connsiteX464" fmla="*/ 379571 w 714375"/>
                <a:gd name="connsiteY464" fmla="*/ 62008 h 600075"/>
                <a:gd name="connsiteX465" fmla="*/ 383000 w 714375"/>
                <a:gd name="connsiteY465" fmla="*/ 64008 h 600075"/>
                <a:gd name="connsiteX466" fmla="*/ 387667 w 714375"/>
                <a:gd name="connsiteY466" fmla="*/ 61913 h 600075"/>
                <a:gd name="connsiteX467" fmla="*/ 390811 w 714375"/>
                <a:gd name="connsiteY467" fmla="*/ 59246 h 600075"/>
                <a:gd name="connsiteX468" fmla="*/ 392049 w 714375"/>
                <a:gd name="connsiteY468" fmla="*/ 55721 h 600075"/>
                <a:gd name="connsiteX469" fmla="*/ 394335 w 714375"/>
                <a:gd name="connsiteY469" fmla="*/ 53530 h 600075"/>
                <a:gd name="connsiteX470" fmla="*/ 397573 w 714375"/>
                <a:gd name="connsiteY470" fmla="*/ 55340 h 600075"/>
                <a:gd name="connsiteX471" fmla="*/ 398240 w 714375"/>
                <a:gd name="connsiteY471" fmla="*/ 60484 h 600075"/>
                <a:gd name="connsiteX472" fmla="*/ 394430 w 714375"/>
                <a:gd name="connsiteY472" fmla="*/ 64770 h 600075"/>
                <a:gd name="connsiteX473" fmla="*/ 389858 w 714375"/>
                <a:gd name="connsiteY473" fmla="*/ 66199 h 600075"/>
                <a:gd name="connsiteX474" fmla="*/ 388430 w 714375"/>
                <a:gd name="connsiteY474" fmla="*/ 68485 h 600075"/>
                <a:gd name="connsiteX475" fmla="*/ 390811 w 714375"/>
                <a:gd name="connsiteY475" fmla="*/ 70771 h 600075"/>
                <a:gd name="connsiteX476" fmla="*/ 393954 w 714375"/>
                <a:gd name="connsiteY476" fmla="*/ 72390 h 600075"/>
                <a:gd name="connsiteX477" fmla="*/ 399002 w 714375"/>
                <a:gd name="connsiteY477" fmla="*/ 73343 h 600075"/>
                <a:gd name="connsiteX478" fmla="*/ 400621 w 714375"/>
                <a:gd name="connsiteY478" fmla="*/ 75819 h 600075"/>
                <a:gd name="connsiteX479" fmla="*/ 400145 w 714375"/>
                <a:gd name="connsiteY479" fmla="*/ 78581 h 600075"/>
                <a:gd name="connsiteX480" fmla="*/ 397764 w 714375"/>
                <a:gd name="connsiteY480" fmla="*/ 79248 h 600075"/>
                <a:gd name="connsiteX481" fmla="*/ 393573 w 714375"/>
                <a:gd name="connsiteY481" fmla="*/ 78296 h 600075"/>
                <a:gd name="connsiteX482" fmla="*/ 391477 w 714375"/>
                <a:gd name="connsiteY482" fmla="*/ 75152 h 600075"/>
                <a:gd name="connsiteX483" fmla="*/ 388906 w 714375"/>
                <a:gd name="connsiteY483" fmla="*/ 72295 h 600075"/>
                <a:gd name="connsiteX484" fmla="*/ 386239 w 714375"/>
                <a:gd name="connsiteY484" fmla="*/ 70771 h 600075"/>
                <a:gd name="connsiteX485" fmla="*/ 385572 w 714375"/>
                <a:gd name="connsiteY485" fmla="*/ 73343 h 600075"/>
                <a:gd name="connsiteX486" fmla="*/ 384334 w 714375"/>
                <a:gd name="connsiteY486" fmla="*/ 76676 h 600075"/>
                <a:gd name="connsiteX487" fmla="*/ 385286 w 714375"/>
                <a:gd name="connsiteY487" fmla="*/ 80867 h 600075"/>
                <a:gd name="connsiteX488" fmla="*/ 387477 w 714375"/>
                <a:gd name="connsiteY488" fmla="*/ 83439 h 600075"/>
                <a:gd name="connsiteX489" fmla="*/ 391001 w 714375"/>
                <a:gd name="connsiteY489" fmla="*/ 84296 h 600075"/>
                <a:gd name="connsiteX490" fmla="*/ 394240 w 714375"/>
                <a:gd name="connsiteY490" fmla="*/ 87249 h 600075"/>
                <a:gd name="connsiteX491" fmla="*/ 397764 w 714375"/>
                <a:gd name="connsiteY491" fmla="*/ 87821 h 600075"/>
                <a:gd name="connsiteX492" fmla="*/ 400145 w 714375"/>
                <a:gd name="connsiteY492" fmla="*/ 83534 h 600075"/>
                <a:gd name="connsiteX493" fmla="*/ 403193 w 714375"/>
                <a:gd name="connsiteY493" fmla="*/ 83344 h 600075"/>
                <a:gd name="connsiteX494" fmla="*/ 405003 w 714375"/>
                <a:gd name="connsiteY494" fmla="*/ 86106 h 600075"/>
                <a:gd name="connsiteX495" fmla="*/ 405193 w 714375"/>
                <a:gd name="connsiteY495" fmla="*/ 90869 h 600075"/>
                <a:gd name="connsiteX496" fmla="*/ 401193 w 714375"/>
                <a:gd name="connsiteY496" fmla="*/ 91440 h 600075"/>
                <a:gd name="connsiteX497" fmla="*/ 400240 w 714375"/>
                <a:gd name="connsiteY497" fmla="*/ 95726 h 600075"/>
                <a:gd name="connsiteX498" fmla="*/ 401383 w 714375"/>
                <a:gd name="connsiteY498" fmla="*/ 99251 h 600075"/>
                <a:gd name="connsiteX499" fmla="*/ 405574 w 714375"/>
                <a:gd name="connsiteY499" fmla="*/ 100394 h 600075"/>
                <a:gd name="connsiteX500" fmla="*/ 410242 w 714375"/>
                <a:gd name="connsiteY500" fmla="*/ 98488 h 600075"/>
                <a:gd name="connsiteX501" fmla="*/ 414528 w 714375"/>
                <a:gd name="connsiteY501" fmla="*/ 99441 h 600075"/>
                <a:gd name="connsiteX502" fmla="*/ 415195 w 714375"/>
                <a:gd name="connsiteY502" fmla="*/ 103537 h 600075"/>
                <a:gd name="connsiteX503" fmla="*/ 412051 w 714375"/>
                <a:gd name="connsiteY503" fmla="*/ 107252 h 600075"/>
                <a:gd name="connsiteX504" fmla="*/ 409384 w 714375"/>
                <a:gd name="connsiteY504" fmla="*/ 108776 h 600075"/>
                <a:gd name="connsiteX505" fmla="*/ 405670 w 714375"/>
                <a:gd name="connsiteY505" fmla="*/ 107728 h 600075"/>
                <a:gd name="connsiteX506" fmla="*/ 405098 w 714375"/>
                <a:gd name="connsiteY506" fmla="*/ 110585 h 600075"/>
                <a:gd name="connsiteX507" fmla="*/ 406908 w 714375"/>
                <a:gd name="connsiteY507" fmla="*/ 113252 h 600075"/>
                <a:gd name="connsiteX508" fmla="*/ 406241 w 714375"/>
                <a:gd name="connsiteY508" fmla="*/ 117253 h 600075"/>
                <a:gd name="connsiteX509" fmla="*/ 404146 w 714375"/>
                <a:gd name="connsiteY509" fmla="*/ 120491 h 600075"/>
                <a:gd name="connsiteX510" fmla="*/ 400717 w 714375"/>
                <a:gd name="connsiteY510" fmla="*/ 119253 h 600075"/>
                <a:gd name="connsiteX511" fmla="*/ 400050 w 714375"/>
                <a:gd name="connsiteY511" fmla="*/ 116872 h 600075"/>
                <a:gd name="connsiteX512" fmla="*/ 397288 w 714375"/>
                <a:gd name="connsiteY512" fmla="*/ 117253 h 600075"/>
                <a:gd name="connsiteX513" fmla="*/ 395192 w 714375"/>
                <a:gd name="connsiteY513" fmla="*/ 120682 h 600075"/>
                <a:gd name="connsiteX514" fmla="*/ 391477 w 714375"/>
                <a:gd name="connsiteY514" fmla="*/ 120491 h 600075"/>
                <a:gd name="connsiteX515" fmla="*/ 388430 w 714375"/>
                <a:gd name="connsiteY515" fmla="*/ 123349 h 600075"/>
                <a:gd name="connsiteX516" fmla="*/ 384238 w 714375"/>
                <a:gd name="connsiteY516" fmla="*/ 123825 h 600075"/>
                <a:gd name="connsiteX517" fmla="*/ 381381 w 714375"/>
                <a:gd name="connsiteY517" fmla="*/ 129540 h 600075"/>
                <a:gd name="connsiteX518" fmla="*/ 382333 w 714375"/>
                <a:gd name="connsiteY518" fmla="*/ 134398 h 600075"/>
                <a:gd name="connsiteX519" fmla="*/ 386048 w 714375"/>
                <a:gd name="connsiteY519" fmla="*/ 136112 h 600075"/>
                <a:gd name="connsiteX520" fmla="*/ 389572 w 714375"/>
                <a:gd name="connsiteY520" fmla="*/ 135446 h 600075"/>
                <a:gd name="connsiteX521" fmla="*/ 393097 w 714375"/>
                <a:gd name="connsiteY521" fmla="*/ 133921 h 600075"/>
                <a:gd name="connsiteX522" fmla="*/ 396716 w 714375"/>
                <a:gd name="connsiteY522" fmla="*/ 134969 h 600075"/>
                <a:gd name="connsiteX523" fmla="*/ 399097 w 714375"/>
                <a:gd name="connsiteY523" fmla="*/ 134684 h 600075"/>
                <a:gd name="connsiteX524" fmla="*/ 398716 w 714375"/>
                <a:gd name="connsiteY524" fmla="*/ 131921 h 600075"/>
                <a:gd name="connsiteX525" fmla="*/ 398240 w 714375"/>
                <a:gd name="connsiteY525" fmla="*/ 129159 h 600075"/>
                <a:gd name="connsiteX526" fmla="*/ 398526 w 714375"/>
                <a:gd name="connsiteY526" fmla="*/ 126587 h 600075"/>
                <a:gd name="connsiteX527" fmla="*/ 401955 w 714375"/>
                <a:gd name="connsiteY527" fmla="*/ 127826 h 600075"/>
                <a:gd name="connsiteX528" fmla="*/ 404050 w 714375"/>
                <a:gd name="connsiteY528" fmla="*/ 129730 h 600075"/>
                <a:gd name="connsiteX529" fmla="*/ 404336 w 714375"/>
                <a:gd name="connsiteY529" fmla="*/ 134303 h 600075"/>
                <a:gd name="connsiteX530" fmla="*/ 402526 w 714375"/>
                <a:gd name="connsiteY530" fmla="*/ 136970 h 600075"/>
                <a:gd name="connsiteX531" fmla="*/ 398335 w 714375"/>
                <a:gd name="connsiteY531" fmla="*/ 140589 h 600075"/>
                <a:gd name="connsiteX532" fmla="*/ 396335 w 714375"/>
                <a:gd name="connsiteY532" fmla="*/ 141732 h 600075"/>
                <a:gd name="connsiteX533" fmla="*/ 395573 w 714375"/>
                <a:gd name="connsiteY533" fmla="*/ 145161 h 600075"/>
                <a:gd name="connsiteX534" fmla="*/ 393478 w 714375"/>
                <a:gd name="connsiteY534" fmla="*/ 146780 h 600075"/>
                <a:gd name="connsiteX535" fmla="*/ 391668 w 714375"/>
                <a:gd name="connsiteY535" fmla="*/ 145066 h 600075"/>
                <a:gd name="connsiteX536" fmla="*/ 390049 w 714375"/>
                <a:gd name="connsiteY536" fmla="*/ 143066 h 600075"/>
                <a:gd name="connsiteX537" fmla="*/ 387001 w 714375"/>
                <a:gd name="connsiteY537" fmla="*/ 142875 h 600075"/>
                <a:gd name="connsiteX538" fmla="*/ 384429 w 714375"/>
                <a:gd name="connsiteY538" fmla="*/ 145161 h 600075"/>
                <a:gd name="connsiteX539" fmla="*/ 385381 w 714375"/>
                <a:gd name="connsiteY539" fmla="*/ 148400 h 600075"/>
                <a:gd name="connsiteX540" fmla="*/ 389763 w 714375"/>
                <a:gd name="connsiteY540" fmla="*/ 150019 h 600075"/>
                <a:gd name="connsiteX541" fmla="*/ 393859 w 714375"/>
                <a:gd name="connsiteY541" fmla="*/ 149828 h 600075"/>
                <a:gd name="connsiteX542" fmla="*/ 395954 w 714375"/>
                <a:gd name="connsiteY542" fmla="*/ 152305 h 600075"/>
                <a:gd name="connsiteX543" fmla="*/ 395001 w 714375"/>
                <a:gd name="connsiteY543" fmla="*/ 154686 h 600075"/>
                <a:gd name="connsiteX544" fmla="*/ 391192 w 714375"/>
                <a:gd name="connsiteY544" fmla="*/ 157925 h 600075"/>
                <a:gd name="connsiteX545" fmla="*/ 387096 w 714375"/>
                <a:gd name="connsiteY545" fmla="*/ 157829 h 600075"/>
                <a:gd name="connsiteX546" fmla="*/ 383667 w 714375"/>
                <a:gd name="connsiteY546" fmla="*/ 160211 h 600075"/>
                <a:gd name="connsiteX547" fmla="*/ 382905 w 714375"/>
                <a:gd name="connsiteY547" fmla="*/ 164211 h 600075"/>
                <a:gd name="connsiteX548" fmla="*/ 384429 w 714375"/>
                <a:gd name="connsiteY548" fmla="*/ 169164 h 600075"/>
                <a:gd name="connsiteX549" fmla="*/ 382143 w 714375"/>
                <a:gd name="connsiteY549" fmla="*/ 170974 h 600075"/>
                <a:gd name="connsiteX550" fmla="*/ 380238 w 714375"/>
                <a:gd name="connsiteY550" fmla="*/ 172212 h 600075"/>
                <a:gd name="connsiteX551" fmla="*/ 377666 w 714375"/>
                <a:gd name="connsiteY551" fmla="*/ 175451 h 600075"/>
                <a:gd name="connsiteX552" fmla="*/ 375666 w 714375"/>
                <a:gd name="connsiteY552" fmla="*/ 176784 h 600075"/>
                <a:gd name="connsiteX553" fmla="*/ 373475 w 714375"/>
                <a:gd name="connsiteY553" fmla="*/ 178022 h 600075"/>
                <a:gd name="connsiteX554" fmla="*/ 374618 w 714375"/>
                <a:gd name="connsiteY554" fmla="*/ 180308 h 600075"/>
                <a:gd name="connsiteX555" fmla="*/ 377380 w 714375"/>
                <a:gd name="connsiteY555" fmla="*/ 182213 h 600075"/>
                <a:gd name="connsiteX556" fmla="*/ 376904 w 714375"/>
                <a:gd name="connsiteY556" fmla="*/ 185738 h 600075"/>
                <a:gd name="connsiteX557" fmla="*/ 374523 w 714375"/>
                <a:gd name="connsiteY557" fmla="*/ 186500 h 600075"/>
                <a:gd name="connsiteX558" fmla="*/ 371284 w 714375"/>
                <a:gd name="connsiteY558" fmla="*/ 182880 h 600075"/>
                <a:gd name="connsiteX559" fmla="*/ 369665 w 714375"/>
                <a:gd name="connsiteY559" fmla="*/ 179927 h 600075"/>
                <a:gd name="connsiteX560" fmla="*/ 367474 w 714375"/>
                <a:gd name="connsiteY560" fmla="*/ 179927 h 600075"/>
                <a:gd name="connsiteX561" fmla="*/ 363950 w 714375"/>
                <a:gd name="connsiteY561" fmla="*/ 182023 h 600075"/>
                <a:gd name="connsiteX562" fmla="*/ 363379 w 714375"/>
                <a:gd name="connsiteY562" fmla="*/ 188404 h 600075"/>
                <a:gd name="connsiteX563" fmla="*/ 362998 w 714375"/>
                <a:gd name="connsiteY563" fmla="*/ 192691 h 600075"/>
                <a:gd name="connsiteX564" fmla="*/ 365188 w 714375"/>
                <a:gd name="connsiteY564" fmla="*/ 195834 h 600075"/>
                <a:gd name="connsiteX565" fmla="*/ 363855 w 714375"/>
                <a:gd name="connsiteY565" fmla="*/ 198596 h 600075"/>
                <a:gd name="connsiteX566" fmla="*/ 360902 w 714375"/>
                <a:gd name="connsiteY566" fmla="*/ 199835 h 600075"/>
                <a:gd name="connsiteX567" fmla="*/ 358426 w 714375"/>
                <a:gd name="connsiteY567" fmla="*/ 203359 h 600075"/>
                <a:gd name="connsiteX568" fmla="*/ 359855 w 714375"/>
                <a:gd name="connsiteY568" fmla="*/ 207359 h 600075"/>
                <a:gd name="connsiteX569" fmla="*/ 360426 w 714375"/>
                <a:gd name="connsiteY569" fmla="*/ 214598 h 600075"/>
                <a:gd name="connsiteX570" fmla="*/ 358426 w 714375"/>
                <a:gd name="connsiteY570" fmla="*/ 217456 h 600075"/>
                <a:gd name="connsiteX571" fmla="*/ 355282 w 714375"/>
                <a:gd name="connsiteY571" fmla="*/ 218408 h 600075"/>
                <a:gd name="connsiteX572" fmla="*/ 352901 w 714375"/>
                <a:gd name="connsiteY572" fmla="*/ 218313 h 600075"/>
                <a:gd name="connsiteX573" fmla="*/ 349853 w 714375"/>
                <a:gd name="connsiteY573" fmla="*/ 215551 h 600075"/>
                <a:gd name="connsiteX574" fmla="*/ 346805 w 714375"/>
                <a:gd name="connsiteY574" fmla="*/ 214313 h 600075"/>
                <a:gd name="connsiteX575" fmla="*/ 345091 w 714375"/>
                <a:gd name="connsiteY575" fmla="*/ 215551 h 600075"/>
                <a:gd name="connsiteX576" fmla="*/ 344424 w 714375"/>
                <a:gd name="connsiteY576" fmla="*/ 219551 h 600075"/>
                <a:gd name="connsiteX577" fmla="*/ 347091 w 714375"/>
                <a:gd name="connsiteY577" fmla="*/ 222409 h 600075"/>
                <a:gd name="connsiteX578" fmla="*/ 350710 w 714375"/>
                <a:gd name="connsiteY578" fmla="*/ 224409 h 600075"/>
                <a:gd name="connsiteX579" fmla="*/ 354330 w 714375"/>
                <a:gd name="connsiteY579" fmla="*/ 222980 h 600075"/>
                <a:gd name="connsiteX580" fmla="*/ 356711 w 714375"/>
                <a:gd name="connsiteY580" fmla="*/ 220694 h 600075"/>
                <a:gd name="connsiteX581" fmla="*/ 359569 w 714375"/>
                <a:gd name="connsiteY581" fmla="*/ 220885 h 600075"/>
                <a:gd name="connsiteX582" fmla="*/ 360807 w 714375"/>
                <a:gd name="connsiteY582" fmla="*/ 224028 h 600075"/>
                <a:gd name="connsiteX583" fmla="*/ 356711 w 714375"/>
                <a:gd name="connsiteY583" fmla="*/ 229076 h 600075"/>
                <a:gd name="connsiteX584" fmla="*/ 353473 w 714375"/>
                <a:gd name="connsiteY584" fmla="*/ 231743 h 600075"/>
                <a:gd name="connsiteX585" fmla="*/ 350330 w 714375"/>
                <a:gd name="connsiteY585" fmla="*/ 232601 h 600075"/>
                <a:gd name="connsiteX586" fmla="*/ 346329 w 714375"/>
                <a:gd name="connsiteY586" fmla="*/ 232315 h 600075"/>
                <a:gd name="connsiteX587" fmla="*/ 345948 w 714375"/>
                <a:gd name="connsiteY587" fmla="*/ 236792 h 600075"/>
                <a:gd name="connsiteX588" fmla="*/ 346615 w 714375"/>
                <a:gd name="connsiteY588" fmla="*/ 242221 h 600075"/>
                <a:gd name="connsiteX589" fmla="*/ 348139 w 714375"/>
                <a:gd name="connsiteY589" fmla="*/ 245840 h 600075"/>
                <a:gd name="connsiteX590" fmla="*/ 351187 w 714375"/>
                <a:gd name="connsiteY590" fmla="*/ 249174 h 600075"/>
                <a:gd name="connsiteX591" fmla="*/ 353949 w 714375"/>
                <a:gd name="connsiteY591" fmla="*/ 250984 h 600075"/>
                <a:gd name="connsiteX592" fmla="*/ 355282 w 714375"/>
                <a:gd name="connsiteY592" fmla="*/ 255556 h 600075"/>
                <a:gd name="connsiteX593" fmla="*/ 352711 w 714375"/>
                <a:gd name="connsiteY593" fmla="*/ 257651 h 600075"/>
                <a:gd name="connsiteX594" fmla="*/ 348710 w 714375"/>
                <a:gd name="connsiteY594" fmla="*/ 258032 h 600075"/>
                <a:gd name="connsiteX595" fmla="*/ 346234 w 714375"/>
                <a:gd name="connsiteY595" fmla="*/ 255746 h 600075"/>
                <a:gd name="connsiteX596" fmla="*/ 344805 w 714375"/>
                <a:gd name="connsiteY596" fmla="*/ 254794 h 600075"/>
                <a:gd name="connsiteX597" fmla="*/ 345662 w 714375"/>
                <a:gd name="connsiteY597" fmla="*/ 252603 h 600075"/>
                <a:gd name="connsiteX598" fmla="*/ 345091 w 714375"/>
                <a:gd name="connsiteY598" fmla="*/ 249174 h 600075"/>
                <a:gd name="connsiteX599" fmla="*/ 343852 w 714375"/>
                <a:gd name="connsiteY599" fmla="*/ 247650 h 600075"/>
                <a:gd name="connsiteX600" fmla="*/ 340995 w 714375"/>
                <a:gd name="connsiteY600" fmla="*/ 249079 h 600075"/>
                <a:gd name="connsiteX601" fmla="*/ 339661 w 714375"/>
                <a:gd name="connsiteY601" fmla="*/ 253365 h 600075"/>
                <a:gd name="connsiteX602" fmla="*/ 341090 w 714375"/>
                <a:gd name="connsiteY602" fmla="*/ 256508 h 600075"/>
                <a:gd name="connsiteX603" fmla="*/ 343662 w 714375"/>
                <a:gd name="connsiteY603" fmla="*/ 258413 h 600075"/>
                <a:gd name="connsiteX604" fmla="*/ 344233 w 714375"/>
                <a:gd name="connsiteY604" fmla="*/ 261557 h 600075"/>
                <a:gd name="connsiteX605" fmla="*/ 348710 w 714375"/>
                <a:gd name="connsiteY605" fmla="*/ 264414 h 600075"/>
                <a:gd name="connsiteX606" fmla="*/ 350425 w 714375"/>
                <a:gd name="connsiteY606" fmla="*/ 268700 h 600075"/>
                <a:gd name="connsiteX607" fmla="*/ 349663 w 714375"/>
                <a:gd name="connsiteY607" fmla="*/ 273368 h 600075"/>
                <a:gd name="connsiteX608" fmla="*/ 343948 w 714375"/>
                <a:gd name="connsiteY608" fmla="*/ 275368 h 600075"/>
                <a:gd name="connsiteX609" fmla="*/ 340519 w 714375"/>
                <a:gd name="connsiteY609" fmla="*/ 275558 h 600075"/>
                <a:gd name="connsiteX610" fmla="*/ 336328 w 714375"/>
                <a:gd name="connsiteY610" fmla="*/ 273463 h 600075"/>
                <a:gd name="connsiteX611" fmla="*/ 332232 w 714375"/>
                <a:gd name="connsiteY611" fmla="*/ 274796 h 600075"/>
                <a:gd name="connsiteX612" fmla="*/ 331660 w 714375"/>
                <a:gd name="connsiteY612" fmla="*/ 278225 h 600075"/>
                <a:gd name="connsiteX613" fmla="*/ 334232 w 714375"/>
                <a:gd name="connsiteY613" fmla="*/ 281083 h 600075"/>
                <a:gd name="connsiteX614" fmla="*/ 339566 w 714375"/>
                <a:gd name="connsiteY614" fmla="*/ 282988 h 600075"/>
                <a:gd name="connsiteX615" fmla="*/ 341566 w 714375"/>
                <a:gd name="connsiteY615" fmla="*/ 286988 h 600075"/>
                <a:gd name="connsiteX616" fmla="*/ 340328 w 714375"/>
                <a:gd name="connsiteY616" fmla="*/ 291370 h 600075"/>
                <a:gd name="connsiteX617" fmla="*/ 337947 w 714375"/>
                <a:gd name="connsiteY617" fmla="*/ 293942 h 600075"/>
                <a:gd name="connsiteX618" fmla="*/ 337566 w 714375"/>
                <a:gd name="connsiteY618" fmla="*/ 297180 h 600075"/>
                <a:gd name="connsiteX619" fmla="*/ 340614 w 714375"/>
                <a:gd name="connsiteY619" fmla="*/ 300704 h 600075"/>
                <a:gd name="connsiteX620" fmla="*/ 345281 w 714375"/>
                <a:gd name="connsiteY620" fmla="*/ 302705 h 600075"/>
                <a:gd name="connsiteX621" fmla="*/ 347472 w 714375"/>
                <a:gd name="connsiteY621" fmla="*/ 306896 h 600075"/>
                <a:gd name="connsiteX622" fmla="*/ 345948 w 714375"/>
                <a:gd name="connsiteY622" fmla="*/ 311277 h 600075"/>
                <a:gd name="connsiteX623" fmla="*/ 342328 w 714375"/>
                <a:gd name="connsiteY623" fmla="*/ 313277 h 600075"/>
                <a:gd name="connsiteX624" fmla="*/ 339090 w 714375"/>
                <a:gd name="connsiteY624" fmla="*/ 316135 h 600075"/>
                <a:gd name="connsiteX625" fmla="*/ 404431 w 714375"/>
                <a:gd name="connsiteY625" fmla="*/ 309658 h 600075"/>
                <a:gd name="connsiteX626" fmla="*/ 481965 w 714375"/>
                <a:gd name="connsiteY626" fmla="*/ 302324 h 600075"/>
                <a:gd name="connsiteX627" fmla="*/ 588359 w 714375"/>
                <a:gd name="connsiteY627" fmla="*/ 290322 h 600075"/>
                <a:gd name="connsiteX628" fmla="*/ 589883 w 714375"/>
                <a:gd name="connsiteY628" fmla="*/ 293180 h 600075"/>
                <a:gd name="connsiteX629" fmla="*/ 588931 w 714375"/>
                <a:gd name="connsiteY629" fmla="*/ 296894 h 600075"/>
                <a:gd name="connsiteX630" fmla="*/ 587407 w 714375"/>
                <a:gd name="connsiteY630" fmla="*/ 299180 h 600075"/>
                <a:gd name="connsiteX631" fmla="*/ 588264 w 714375"/>
                <a:gd name="connsiteY631" fmla="*/ 304419 h 600075"/>
                <a:gd name="connsiteX632" fmla="*/ 586073 w 714375"/>
                <a:gd name="connsiteY632" fmla="*/ 307658 h 600075"/>
                <a:gd name="connsiteX633" fmla="*/ 585788 w 714375"/>
                <a:gd name="connsiteY633" fmla="*/ 313182 h 600075"/>
                <a:gd name="connsiteX634" fmla="*/ 584263 w 714375"/>
                <a:gd name="connsiteY634" fmla="*/ 316611 h 600075"/>
                <a:gd name="connsiteX635" fmla="*/ 585311 w 714375"/>
                <a:gd name="connsiteY635" fmla="*/ 320230 h 600075"/>
                <a:gd name="connsiteX636" fmla="*/ 583501 w 714375"/>
                <a:gd name="connsiteY636" fmla="*/ 322326 h 600075"/>
                <a:gd name="connsiteX637" fmla="*/ 581311 w 714375"/>
                <a:gd name="connsiteY637" fmla="*/ 324707 h 600075"/>
                <a:gd name="connsiteX638" fmla="*/ 580072 w 714375"/>
                <a:gd name="connsiteY638" fmla="*/ 328136 h 600075"/>
                <a:gd name="connsiteX639" fmla="*/ 581597 w 714375"/>
                <a:gd name="connsiteY639" fmla="*/ 333089 h 600075"/>
                <a:gd name="connsiteX640" fmla="*/ 579215 w 714375"/>
                <a:gd name="connsiteY640" fmla="*/ 337661 h 600075"/>
                <a:gd name="connsiteX641" fmla="*/ 580168 w 714375"/>
                <a:gd name="connsiteY641" fmla="*/ 340424 h 600075"/>
                <a:gd name="connsiteX642" fmla="*/ 580263 w 714375"/>
                <a:gd name="connsiteY642" fmla="*/ 345758 h 600075"/>
                <a:gd name="connsiteX643" fmla="*/ 583692 w 714375"/>
                <a:gd name="connsiteY643" fmla="*/ 348901 h 600075"/>
                <a:gd name="connsiteX644" fmla="*/ 584644 w 714375"/>
                <a:gd name="connsiteY644" fmla="*/ 354806 h 600075"/>
                <a:gd name="connsiteX645" fmla="*/ 586930 w 714375"/>
                <a:gd name="connsiteY645" fmla="*/ 359093 h 600075"/>
                <a:gd name="connsiteX646" fmla="*/ 591598 w 714375"/>
                <a:gd name="connsiteY646" fmla="*/ 364712 h 600075"/>
                <a:gd name="connsiteX647" fmla="*/ 594550 w 714375"/>
                <a:gd name="connsiteY647" fmla="*/ 367570 h 600075"/>
                <a:gd name="connsiteX648" fmla="*/ 597980 w 714375"/>
                <a:gd name="connsiteY648" fmla="*/ 369094 h 600075"/>
                <a:gd name="connsiteX649" fmla="*/ 601599 w 714375"/>
                <a:gd name="connsiteY649" fmla="*/ 372237 h 600075"/>
                <a:gd name="connsiteX650" fmla="*/ 604838 w 714375"/>
                <a:gd name="connsiteY650" fmla="*/ 378524 h 600075"/>
                <a:gd name="connsiteX651" fmla="*/ 605790 w 714375"/>
                <a:gd name="connsiteY651" fmla="*/ 384810 h 600075"/>
                <a:gd name="connsiteX652" fmla="*/ 608457 w 714375"/>
                <a:gd name="connsiteY652" fmla="*/ 386905 h 600075"/>
                <a:gd name="connsiteX653" fmla="*/ 611600 w 714375"/>
                <a:gd name="connsiteY653" fmla="*/ 390239 h 600075"/>
                <a:gd name="connsiteX654" fmla="*/ 614267 w 714375"/>
                <a:gd name="connsiteY654" fmla="*/ 391478 h 600075"/>
                <a:gd name="connsiteX655" fmla="*/ 614934 w 714375"/>
                <a:gd name="connsiteY655" fmla="*/ 395764 h 600075"/>
                <a:gd name="connsiteX656" fmla="*/ 613124 w 714375"/>
                <a:gd name="connsiteY656" fmla="*/ 398621 h 600075"/>
                <a:gd name="connsiteX657" fmla="*/ 614553 w 714375"/>
                <a:gd name="connsiteY657" fmla="*/ 401574 h 600075"/>
                <a:gd name="connsiteX658" fmla="*/ 615886 w 714375"/>
                <a:gd name="connsiteY658" fmla="*/ 404717 h 600075"/>
                <a:gd name="connsiteX659" fmla="*/ 617887 w 714375"/>
                <a:gd name="connsiteY659" fmla="*/ 406527 h 600075"/>
                <a:gd name="connsiteX660" fmla="*/ 618172 w 714375"/>
                <a:gd name="connsiteY660" fmla="*/ 410242 h 600075"/>
                <a:gd name="connsiteX661" fmla="*/ 621411 w 714375"/>
                <a:gd name="connsiteY661" fmla="*/ 411671 h 600075"/>
                <a:gd name="connsiteX662" fmla="*/ 622840 w 714375"/>
                <a:gd name="connsiteY662" fmla="*/ 414433 h 600075"/>
                <a:gd name="connsiteX663" fmla="*/ 625792 w 714375"/>
                <a:gd name="connsiteY663" fmla="*/ 414719 h 600075"/>
                <a:gd name="connsiteX664" fmla="*/ 625221 w 714375"/>
                <a:gd name="connsiteY664" fmla="*/ 417957 h 600075"/>
                <a:gd name="connsiteX665" fmla="*/ 621887 w 714375"/>
                <a:gd name="connsiteY665" fmla="*/ 419481 h 600075"/>
                <a:gd name="connsiteX666" fmla="*/ 618268 w 714375"/>
                <a:gd name="connsiteY666" fmla="*/ 419481 h 600075"/>
                <a:gd name="connsiteX667" fmla="*/ 615220 w 714375"/>
                <a:gd name="connsiteY667" fmla="*/ 422720 h 600075"/>
                <a:gd name="connsiteX668" fmla="*/ 613315 w 714375"/>
                <a:gd name="connsiteY668" fmla="*/ 426149 h 600075"/>
                <a:gd name="connsiteX669" fmla="*/ 611124 w 714375"/>
                <a:gd name="connsiteY669" fmla="*/ 427482 h 600075"/>
                <a:gd name="connsiteX670" fmla="*/ 610457 w 714375"/>
                <a:gd name="connsiteY670" fmla="*/ 432530 h 600075"/>
                <a:gd name="connsiteX671" fmla="*/ 608362 w 714375"/>
                <a:gd name="connsiteY671" fmla="*/ 434150 h 600075"/>
                <a:gd name="connsiteX672" fmla="*/ 606171 w 714375"/>
                <a:gd name="connsiteY672" fmla="*/ 434816 h 600075"/>
                <a:gd name="connsiteX673" fmla="*/ 605790 w 714375"/>
                <a:gd name="connsiteY673" fmla="*/ 437197 h 600075"/>
                <a:gd name="connsiteX674" fmla="*/ 607790 w 714375"/>
                <a:gd name="connsiteY674" fmla="*/ 439007 h 600075"/>
                <a:gd name="connsiteX675" fmla="*/ 608171 w 714375"/>
                <a:gd name="connsiteY675" fmla="*/ 441103 h 600075"/>
                <a:gd name="connsiteX676" fmla="*/ 606076 w 714375"/>
                <a:gd name="connsiteY676" fmla="*/ 442913 h 600075"/>
                <a:gd name="connsiteX677" fmla="*/ 602932 w 714375"/>
                <a:gd name="connsiteY677" fmla="*/ 441770 h 600075"/>
                <a:gd name="connsiteX678" fmla="*/ 602361 w 714375"/>
                <a:gd name="connsiteY678" fmla="*/ 439388 h 600075"/>
                <a:gd name="connsiteX679" fmla="*/ 599599 w 714375"/>
                <a:gd name="connsiteY679" fmla="*/ 438721 h 600075"/>
                <a:gd name="connsiteX680" fmla="*/ 595408 w 714375"/>
                <a:gd name="connsiteY680" fmla="*/ 438912 h 600075"/>
                <a:gd name="connsiteX681" fmla="*/ 592264 w 714375"/>
                <a:gd name="connsiteY681" fmla="*/ 441198 h 600075"/>
                <a:gd name="connsiteX682" fmla="*/ 589407 w 714375"/>
                <a:gd name="connsiteY682" fmla="*/ 444913 h 600075"/>
                <a:gd name="connsiteX683" fmla="*/ 589026 w 714375"/>
                <a:gd name="connsiteY683" fmla="*/ 449961 h 600075"/>
                <a:gd name="connsiteX684" fmla="*/ 593788 w 714375"/>
                <a:gd name="connsiteY684" fmla="*/ 455200 h 600075"/>
                <a:gd name="connsiteX685" fmla="*/ 596932 w 714375"/>
                <a:gd name="connsiteY685" fmla="*/ 456152 h 600075"/>
                <a:gd name="connsiteX686" fmla="*/ 600551 w 714375"/>
                <a:gd name="connsiteY686" fmla="*/ 455009 h 600075"/>
                <a:gd name="connsiteX687" fmla="*/ 603694 w 714375"/>
                <a:gd name="connsiteY687" fmla="*/ 452342 h 600075"/>
                <a:gd name="connsiteX688" fmla="*/ 605218 w 714375"/>
                <a:gd name="connsiteY688" fmla="*/ 450056 h 600075"/>
                <a:gd name="connsiteX689" fmla="*/ 608076 w 714375"/>
                <a:gd name="connsiteY689" fmla="*/ 449675 h 600075"/>
                <a:gd name="connsiteX690" fmla="*/ 609409 w 714375"/>
                <a:gd name="connsiteY690" fmla="*/ 451580 h 600075"/>
                <a:gd name="connsiteX691" fmla="*/ 608933 w 714375"/>
                <a:gd name="connsiteY691" fmla="*/ 453962 h 600075"/>
                <a:gd name="connsiteX692" fmla="*/ 606647 w 714375"/>
                <a:gd name="connsiteY692" fmla="*/ 454628 h 600075"/>
                <a:gd name="connsiteX693" fmla="*/ 606076 w 714375"/>
                <a:gd name="connsiteY693" fmla="*/ 458629 h 600075"/>
                <a:gd name="connsiteX694" fmla="*/ 608933 w 714375"/>
                <a:gd name="connsiteY694" fmla="*/ 460438 h 600075"/>
                <a:gd name="connsiteX695" fmla="*/ 612172 w 714375"/>
                <a:gd name="connsiteY695" fmla="*/ 463391 h 600075"/>
                <a:gd name="connsiteX696" fmla="*/ 616172 w 714375"/>
                <a:gd name="connsiteY696" fmla="*/ 464630 h 600075"/>
                <a:gd name="connsiteX697" fmla="*/ 621030 w 714375"/>
                <a:gd name="connsiteY697" fmla="*/ 463677 h 600075"/>
                <a:gd name="connsiteX698" fmla="*/ 624840 w 714375"/>
                <a:gd name="connsiteY698" fmla="*/ 461677 h 600075"/>
                <a:gd name="connsiteX699" fmla="*/ 627221 w 714375"/>
                <a:gd name="connsiteY699" fmla="*/ 458153 h 600075"/>
                <a:gd name="connsiteX700" fmla="*/ 626840 w 714375"/>
                <a:gd name="connsiteY700" fmla="*/ 452723 h 600075"/>
                <a:gd name="connsiteX701" fmla="*/ 627888 w 714375"/>
                <a:gd name="connsiteY701" fmla="*/ 447866 h 600075"/>
                <a:gd name="connsiteX702" fmla="*/ 626745 w 714375"/>
                <a:gd name="connsiteY702" fmla="*/ 444246 h 600075"/>
                <a:gd name="connsiteX703" fmla="*/ 627697 w 714375"/>
                <a:gd name="connsiteY703" fmla="*/ 441770 h 600075"/>
                <a:gd name="connsiteX704" fmla="*/ 631793 w 714375"/>
                <a:gd name="connsiteY704" fmla="*/ 438721 h 600075"/>
                <a:gd name="connsiteX705" fmla="*/ 635603 w 714375"/>
                <a:gd name="connsiteY705" fmla="*/ 436817 h 600075"/>
                <a:gd name="connsiteX706" fmla="*/ 637222 w 714375"/>
                <a:gd name="connsiteY706" fmla="*/ 433864 h 600075"/>
                <a:gd name="connsiteX707" fmla="*/ 636556 w 714375"/>
                <a:gd name="connsiteY707" fmla="*/ 430339 h 600075"/>
                <a:gd name="connsiteX708" fmla="*/ 639223 w 714375"/>
                <a:gd name="connsiteY708" fmla="*/ 429482 h 600075"/>
                <a:gd name="connsiteX709" fmla="*/ 645509 w 714375"/>
                <a:gd name="connsiteY709" fmla="*/ 431578 h 600075"/>
                <a:gd name="connsiteX710" fmla="*/ 648748 w 714375"/>
                <a:gd name="connsiteY710" fmla="*/ 431959 h 600075"/>
                <a:gd name="connsiteX711" fmla="*/ 652081 w 714375"/>
                <a:gd name="connsiteY711" fmla="*/ 429959 h 600075"/>
                <a:gd name="connsiteX712" fmla="*/ 654177 w 714375"/>
                <a:gd name="connsiteY712" fmla="*/ 431483 h 600075"/>
                <a:gd name="connsiteX713" fmla="*/ 653986 w 714375"/>
                <a:gd name="connsiteY713" fmla="*/ 435483 h 600075"/>
                <a:gd name="connsiteX714" fmla="*/ 649605 w 714375"/>
                <a:gd name="connsiteY714" fmla="*/ 436150 h 600075"/>
                <a:gd name="connsiteX715" fmla="*/ 646462 w 714375"/>
                <a:gd name="connsiteY715" fmla="*/ 441103 h 600075"/>
                <a:gd name="connsiteX716" fmla="*/ 648652 w 714375"/>
                <a:gd name="connsiteY716" fmla="*/ 444246 h 600075"/>
                <a:gd name="connsiteX717" fmla="*/ 651796 w 714375"/>
                <a:gd name="connsiteY717" fmla="*/ 445294 h 600075"/>
                <a:gd name="connsiteX718" fmla="*/ 654653 w 714375"/>
                <a:gd name="connsiteY718" fmla="*/ 447485 h 600075"/>
                <a:gd name="connsiteX719" fmla="*/ 655225 w 714375"/>
                <a:gd name="connsiteY719" fmla="*/ 451866 h 600075"/>
                <a:gd name="connsiteX720" fmla="*/ 659035 w 714375"/>
                <a:gd name="connsiteY720" fmla="*/ 452533 h 600075"/>
                <a:gd name="connsiteX721" fmla="*/ 661892 w 714375"/>
                <a:gd name="connsiteY721" fmla="*/ 449866 h 600075"/>
                <a:gd name="connsiteX722" fmla="*/ 663416 w 714375"/>
                <a:gd name="connsiteY722" fmla="*/ 446722 h 600075"/>
                <a:gd name="connsiteX723" fmla="*/ 665416 w 714375"/>
                <a:gd name="connsiteY723" fmla="*/ 444341 h 600075"/>
                <a:gd name="connsiteX724" fmla="*/ 667226 w 714375"/>
                <a:gd name="connsiteY724" fmla="*/ 440817 h 600075"/>
                <a:gd name="connsiteX725" fmla="*/ 669036 w 714375"/>
                <a:gd name="connsiteY725" fmla="*/ 438531 h 600075"/>
                <a:gd name="connsiteX726" fmla="*/ 671131 w 714375"/>
                <a:gd name="connsiteY726" fmla="*/ 438341 h 600075"/>
                <a:gd name="connsiteX727" fmla="*/ 672370 w 714375"/>
                <a:gd name="connsiteY727" fmla="*/ 441103 h 600075"/>
                <a:gd name="connsiteX728" fmla="*/ 675513 w 714375"/>
                <a:gd name="connsiteY728" fmla="*/ 442341 h 600075"/>
                <a:gd name="connsiteX729" fmla="*/ 675703 w 714375"/>
                <a:gd name="connsiteY729" fmla="*/ 447104 h 600075"/>
                <a:gd name="connsiteX730" fmla="*/ 673132 w 714375"/>
                <a:gd name="connsiteY730" fmla="*/ 448913 h 600075"/>
                <a:gd name="connsiteX731" fmla="*/ 667988 w 714375"/>
                <a:gd name="connsiteY731" fmla="*/ 449104 h 600075"/>
                <a:gd name="connsiteX732" fmla="*/ 665702 w 714375"/>
                <a:gd name="connsiteY732" fmla="*/ 452152 h 600075"/>
                <a:gd name="connsiteX733" fmla="*/ 662940 w 714375"/>
                <a:gd name="connsiteY733" fmla="*/ 454533 h 600075"/>
                <a:gd name="connsiteX734" fmla="*/ 663607 w 714375"/>
                <a:gd name="connsiteY734" fmla="*/ 457105 h 600075"/>
                <a:gd name="connsiteX735" fmla="*/ 666464 w 714375"/>
                <a:gd name="connsiteY735" fmla="*/ 457200 h 600075"/>
                <a:gd name="connsiteX736" fmla="*/ 669512 w 714375"/>
                <a:gd name="connsiteY736" fmla="*/ 455390 h 600075"/>
                <a:gd name="connsiteX737" fmla="*/ 672751 w 714375"/>
                <a:gd name="connsiteY737" fmla="*/ 454152 h 600075"/>
                <a:gd name="connsiteX738" fmla="*/ 675322 w 714375"/>
                <a:gd name="connsiteY738" fmla="*/ 455105 h 600075"/>
                <a:gd name="connsiteX739" fmla="*/ 673798 w 714375"/>
                <a:gd name="connsiteY739" fmla="*/ 459391 h 600075"/>
                <a:gd name="connsiteX740" fmla="*/ 667417 w 714375"/>
                <a:gd name="connsiteY740" fmla="*/ 461105 h 600075"/>
                <a:gd name="connsiteX741" fmla="*/ 662559 w 714375"/>
                <a:gd name="connsiteY741" fmla="*/ 462534 h 600075"/>
                <a:gd name="connsiteX742" fmla="*/ 659416 w 714375"/>
                <a:gd name="connsiteY742" fmla="*/ 462248 h 600075"/>
                <a:gd name="connsiteX743" fmla="*/ 655891 w 714375"/>
                <a:gd name="connsiteY743" fmla="*/ 465011 h 600075"/>
                <a:gd name="connsiteX744" fmla="*/ 657225 w 714375"/>
                <a:gd name="connsiteY744" fmla="*/ 467011 h 600075"/>
                <a:gd name="connsiteX745" fmla="*/ 660368 w 714375"/>
                <a:gd name="connsiteY745" fmla="*/ 466535 h 600075"/>
                <a:gd name="connsiteX746" fmla="*/ 661892 w 714375"/>
                <a:gd name="connsiteY746" fmla="*/ 470154 h 600075"/>
                <a:gd name="connsiteX747" fmla="*/ 664940 w 714375"/>
                <a:gd name="connsiteY747" fmla="*/ 470821 h 600075"/>
                <a:gd name="connsiteX748" fmla="*/ 666369 w 714375"/>
                <a:gd name="connsiteY748" fmla="*/ 469011 h 600075"/>
                <a:gd name="connsiteX749" fmla="*/ 668274 w 714375"/>
                <a:gd name="connsiteY749" fmla="*/ 467201 h 600075"/>
                <a:gd name="connsiteX750" fmla="*/ 671227 w 714375"/>
                <a:gd name="connsiteY750" fmla="*/ 468725 h 600075"/>
                <a:gd name="connsiteX751" fmla="*/ 670465 w 714375"/>
                <a:gd name="connsiteY751" fmla="*/ 471392 h 600075"/>
                <a:gd name="connsiteX752" fmla="*/ 671513 w 714375"/>
                <a:gd name="connsiteY752" fmla="*/ 473202 h 600075"/>
                <a:gd name="connsiteX753" fmla="*/ 671798 w 714375"/>
                <a:gd name="connsiteY753" fmla="*/ 476345 h 600075"/>
                <a:gd name="connsiteX754" fmla="*/ 667988 w 714375"/>
                <a:gd name="connsiteY754" fmla="*/ 477584 h 600075"/>
                <a:gd name="connsiteX755" fmla="*/ 664273 w 714375"/>
                <a:gd name="connsiteY755" fmla="*/ 475107 h 600075"/>
                <a:gd name="connsiteX756" fmla="*/ 660654 w 714375"/>
                <a:gd name="connsiteY756" fmla="*/ 474631 h 600075"/>
                <a:gd name="connsiteX757" fmla="*/ 658273 w 714375"/>
                <a:gd name="connsiteY757" fmla="*/ 473678 h 600075"/>
                <a:gd name="connsiteX758" fmla="*/ 654844 w 714375"/>
                <a:gd name="connsiteY758" fmla="*/ 474059 h 600075"/>
                <a:gd name="connsiteX759" fmla="*/ 653034 w 714375"/>
                <a:gd name="connsiteY759" fmla="*/ 477869 h 600075"/>
                <a:gd name="connsiteX760" fmla="*/ 651034 w 714375"/>
                <a:gd name="connsiteY760" fmla="*/ 481298 h 600075"/>
                <a:gd name="connsiteX761" fmla="*/ 652272 w 714375"/>
                <a:gd name="connsiteY761" fmla="*/ 484537 h 600075"/>
                <a:gd name="connsiteX762" fmla="*/ 651034 w 714375"/>
                <a:gd name="connsiteY762" fmla="*/ 487299 h 600075"/>
                <a:gd name="connsiteX763" fmla="*/ 647509 w 714375"/>
                <a:gd name="connsiteY763" fmla="*/ 486918 h 600075"/>
                <a:gd name="connsiteX764" fmla="*/ 645319 w 714375"/>
                <a:gd name="connsiteY764" fmla="*/ 484632 h 600075"/>
                <a:gd name="connsiteX765" fmla="*/ 642271 w 714375"/>
                <a:gd name="connsiteY765" fmla="*/ 484346 h 600075"/>
                <a:gd name="connsiteX766" fmla="*/ 639318 w 714375"/>
                <a:gd name="connsiteY766" fmla="*/ 482441 h 600075"/>
                <a:gd name="connsiteX767" fmla="*/ 636651 w 714375"/>
                <a:gd name="connsiteY767" fmla="*/ 481489 h 600075"/>
                <a:gd name="connsiteX768" fmla="*/ 633984 w 714375"/>
                <a:gd name="connsiteY768" fmla="*/ 483299 h 600075"/>
                <a:gd name="connsiteX769" fmla="*/ 629793 w 714375"/>
                <a:gd name="connsiteY769" fmla="*/ 482918 h 600075"/>
                <a:gd name="connsiteX770" fmla="*/ 627507 w 714375"/>
                <a:gd name="connsiteY770" fmla="*/ 481679 h 600075"/>
                <a:gd name="connsiteX771" fmla="*/ 622363 w 714375"/>
                <a:gd name="connsiteY771" fmla="*/ 482060 h 600075"/>
                <a:gd name="connsiteX772" fmla="*/ 621125 w 714375"/>
                <a:gd name="connsiteY772" fmla="*/ 485870 h 600075"/>
                <a:gd name="connsiteX773" fmla="*/ 623792 w 714375"/>
                <a:gd name="connsiteY773" fmla="*/ 488156 h 600075"/>
                <a:gd name="connsiteX774" fmla="*/ 626459 w 714375"/>
                <a:gd name="connsiteY774" fmla="*/ 487680 h 600075"/>
                <a:gd name="connsiteX775" fmla="*/ 628364 w 714375"/>
                <a:gd name="connsiteY775" fmla="*/ 490157 h 600075"/>
                <a:gd name="connsiteX776" fmla="*/ 634841 w 714375"/>
                <a:gd name="connsiteY776" fmla="*/ 493014 h 600075"/>
                <a:gd name="connsiteX777" fmla="*/ 639604 w 714375"/>
                <a:gd name="connsiteY777" fmla="*/ 492919 h 600075"/>
                <a:gd name="connsiteX778" fmla="*/ 642175 w 714375"/>
                <a:gd name="connsiteY778" fmla="*/ 495014 h 600075"/>
                <a:gd name="connsiteX779" fmla="*/ 645985 w 714375"/>
                <a:gd name="connsiteY779" fmla="*/ 496538 h 600075"/>
                <a:gd name="connsiteX780" fmla="*/ 647795 w 714375"/>
                <a:gd name="connsiteY780" fmla="*/ 501301 h 600075"/>
                <a:gd name="connsiteX781" fmla="*/ 644080 w 714375"/>
                <a:gd name="connsiteY781" fmla="*/ 500920 h 600075"/>
                <a:gd name="connsiteX782" fmla="*/ 641128 w 714375"/>
                <a:gd name="connsiteY782" fmla="*/ 498443 h 600075"/>
                <a:gd name="connsiteX783" fmla="*/ 636651 w 714375"/>
                <a:gd name="connsiteY783" fmla="*/ 496634 h 600075"/>
                <a:gd name="connsiteX784" fmla="*/ 632365 w 714375"/>
                <a:gd name="connsiteY784" fmla="*/ 496538 h 600075"/>
                <a:gd name="connsiteX785" fmla="*/ 627888 w 714375"/>
                <a:gd name="connsiteY785" fmla="*/ 495967 h 600075"/>
                <a:gd name="connsiteX786" fmla="*/ 625030 w 714375"/>
                <a:gd name="connsiteY786" fmla="*/ 494062 h 600075"/>
                <a:gd name="connsiteX787" fmla="*/ 621792 w 714375"/>
                <a:gd name="connsiteY787" fmla="*/ 494538 h 600075"/>
                <a:gd name="connsiteX788" fmla="*/ 622459 w 714375"/>
                <a:gd name="connsiteY788" fmla="*/ 497491 h 600075"/>
                <a:gd name="connsiteX789" fmla="*/ 624173 w 714375"/>
                <a:gd name="connsiteY789" fmla="*/ 501110 h 600075"/>
                <a:gd name="connsiteX790" fmla="*/ 620458 w 714375"/>
                <a:gd name="connsiteY790" fmla="*/ 501777 h 600075"/>
                <a:gd name="connsiteX791" fmla="*/ 619030 w 714375"/>
                <a:gd name="connsiteY791" fmla="*/ 505778 h 600075"/>
                <a:gd name="connsiteX792" fmla="*/ 621411 w 714375"/>
                <a:gd name="connsiteY792" fmla="*/ 508063 h 600075"/>
                <a:gd name="connsiteX793" fmla="*/ 619125 w 714375"/>
                <a:gd name="connsiteY793" fmla="*/ 511207 h 600075"/>
                <a:gd name="connsiteX794" fmla="*/ 620077 w 714375"/>
                <a:gd name="connsiteY794" fmla="*/ 515969 h 600075"/>
                <a:gd name="connsiteX795" fmla="*/ 617887 w 714375"/>
                <a:gd name="connsiteY795" fmla="*/ 518827 h 600075"/>
                <a:gd name="connsiteX796" fmla="*/ 621506 w 714375"/>
                <a:gd name="connsiteY796" fmla="*/ 521684 h 600075"/>
                <a:gd name="connsiteX797" fmla="*/ 626173 w 714375"/>
                <a:gd name="connsiteY797" fmla="*/ 521684 h 600075"/>
                <a:gd name="connsiteX798" fmla="*/ 629317 w 714375"/>
                <a:gd name="connsiteY798" fmla="*/ 523208 h 600075"/>
                <a:gd name="connsiteX799" fmla="*/ 633317 w 714375"/>
                <a:gd name="connsiteY799" fmla="*/ 527590 h 600075"/>
                <a:gd name="connsiteX800" fmla="*/ 635698 w 714375"/>
                <a:gd name="connsiteY800" fmla="*/ 530447 h 600075"/>
                <a:gd name="connsiteX801" fmla="*/ 637794 w 714375"/>
                <a:gd name="connsiteY801" fmla="*/ 525971 h 600075"/>
                <a:gd name="connsiteX802" fmla="*/ 640175 w 714375"/>
                <a:gd name="connsiteY802" fmla="*/ 524161 h 600075"/>
                <a:gd name="connsiteX803" fmla="*/ 641699 w 714375"/>
                <a:gd name="connsiteY803" fmla="*/ 527780 h 600075"/>
                <a:gd name="connsiteX804" fmla="*/ 643985 w 714375"/>
                <a:gd name="connsiteY804" fmla="*/ 533591 h 600075"/>
                <a:gd name="connsiteX805" fmla="*/ 646652 w 714375"/>
                <a:gd name="connsiteY805" fmla="*/ 535877 h 600075"/>
                <a:gd name="connsiteX806" fmla="*/ 649795 w 714375"/>
                <a:gd name="connsiteY806" fmla="*/ 534638 h 600075"/>
                <a:gd name="connsiteX807" fmla="*/ 651510 w 714375"/>
                <a:gd name="connsiteY807" fmla="*/ 532162 h 600075"/>
                <a:gd name="connsiteX808" fmla="*/ 653986 w 714375"/>
                <a:gd name="connsiteY808" fmla="*/ 535591 h 600075"/>
                <a:gd name="connsiteX809" fmla="*/ 659035 w 714375"/>
                <a:gd name="connsiteY809" fmla="*/ 533305 h 600075"/>
                <a:gd name="connsiteX810" fmla="*/ 665702 w 714375"/>
                <a:gd name="connsiteY810" fmla="*/ 533305 h 600075"/>
                <a:gd name="connsiteX811" fmla="*/ 668464 w 714375"/>
                <a:gd name="connsiteY811" fmla="*/ 534829 h 600075"/>
                <a:gd name="connsiteX812" fmla="*/ 667988 w 714375"/>
                <a:gd name="connsiteY812" fmla="*/ 538448 h 600075"/>
                <a:gd name="connsiteX813" fmla="*/ 672274 w 714375"/>
                <a:gd name="connsiteY813" fmla="*/ 539305 h 600075"/>
                <a:gd name="connsiteX814" fmla="*/ 674846 w 714375"/>
                <a:gd name="connsiteY814" fmla="*/ 537115 h 600075"/>
                <a:gd name="connsiteX815" fmla="*/ 679609 w 714375"/>
                <a:gd name="connsiteY815" fmla="*/ 539210 h 600075"/>
                <a:gd name="connsiteX816" fmla="*/ 684562 w 714375"/>
                <a:gd name="connsiteY816" fmla="*/ 543116 h 600075"/>
                <a:gd name="connsiteX817" fmla="*/ 687133 w 714375"/>
                <a:gd name="connsiteY817" fmla="*/ 539496 h 600075"/>
                <a:gd name="connsiteX818" fmla="*/ 689324 w 714375"/>
                <a:gd name="connsiteY818" fmla="*/ 537496 h 600075"/>
                <a:gd name="connsiteX819" fmla="*/ 691991 w 714375"/>
                <a:gd name="connsiteY819" fmla="*/ 539496 h 600075"/>
                <a:gd name="connsiteX820" fmla="*/ 694658 w 714375"/>
                <a:gd name="connsiteY820" fmla="*/ 544544 h 600075"/>
                <a:gd name="connsiteX821" fmla="*/ 697897 w 714375"/>
                <a:gd name="connsiteY821" fmla="*/ 548259 h 600075"/>
                <a:gd name="connsiteX822" fmla="*/ 702278 w 714375"/>
                <a:gd name="connsiteY822" fmla="*/ 549688 h 600075"/>
                <a:gd name="connsiteX823" fmla="*/ 703516 w 714375"/>
                <a:gd name="connsiteY823" fmla="*/ 552831 h 600075"/>
                <a:gd name="connsiteX824" fmla="*/ 702469 w 714375"/>
                <a:gd name="connsiteY824" fmla="*/ 555498 h 600075"/>
                <a:gd name="connsiteX825" fmla="*/ 704183 w 714375"/>
                <a:gd name="connsiteY825" fmla="*/ 558451 h 600075"/>
                <a:gd name="connsiteX826" fmla="*/ 707136 w 714375"/>
                <a:gd name="connsiteY826" fmla="*/ 558260 h 600075"/>
                <a:gd name="connsiteX827" fmla="*/ 709422 w 714375"/>
                <a:gd name="connsiteY827" fmla="*/ 555117 h 600075"/>
                <a:gd name="connsiteX828" fmla="*/ 713422 w 714375"/>
                <a:gd name="connsiteY828" fmla="*/ 553212 h 600075"/>
                <a:gd name="connsiteX829" fmla="*/ 715804 w 714375"/>
                <a:gd name="connsiteY829" fmla="*/ 555308 h 600075"/>
                <a:gd name="connsiteX830" fmla="*/ 718090 w 714375"/>
                <a:gd name="connsiteY830" fmla="*/ 557498 h 6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</a:cxnLst>
              <a:rect l="l" t="t" r="r" b="b"/>
              <a:pathLst>
                <a:path w="714375" h="600075">
                  <a:moveTo>
                    <a:pt x="718090" y="557498"/>
                  </a:moveTo>
                  <a:cubicBezTo>
                    <a:pt x="718280" y="558451"/>
                    <a:pt x="717899" y="560642"/>
                    <a:pt x="717137" y="561213"/>
                  </a:cubicBezTo>
                  <a:cubicBezTo>
                    <a:pt x="716185" y="561880"/>
                    <a:pt x="713422" y="560261"/>
                    <a:pt x="712470" y="560927"/>
                  </a:cubicBezTo>
                  <a:cubicBezTo>
                    <a:pt x="711898" y="561308"/>
                    <a:pt x="711517" y="562928"/>
                    <a:pt x="711803" y="563594"/>
                  </a:cubicBezTo>
                  <a:cubicBezTo>
                    <a:pt x="712089" y="564261"/>
                    <a:pt x="713803" y="564833"/>
                    <a:pt x="714184" y="565499"/>
                  </a:cubicBezTo>
                  <a:cubicBezTo>
                    <a:pt x="714565" y="566261"/>
                    <a:pt x="714565" y="567976"/>
                    <a:pt x="714375" y="568738"/>
                  </a:cubicBezTo>
                  <a:cubicBezTo>
                    <a:pt x="714184" y="569595"/>
                    <a:pt x="712946" y="571024"/>
                    <a:pt x="712660" y="571881"/>
                  </a:cubicBezTo>
                  <a:cubicBezTo>
                    <a:pt x="712470" y="572643"/>
                    <a:pt x="712851" y="574548"/>
                    <a:pt x="712470" y="575215"/>
                  </a:cubicBezTo>
                  <a:cubicBezTo>
                    <a:pt x="711803" y="576453"/>
                    <a:pt x="709136" y="577882"/>
                    <a:pt x="707803" y="578072"/>
                  </a:cubicBezTo>
                  <a:cubicBezTo>
                    <a:pt x="706469" y="578358"/>
                    <a:pt x="703516" y="576644"/>
                    <a:pt x="702373" y="577405"/>
                  </a:cubicBezTo>
                  <a:cubicBezTo>
                    <a:pt x="701326" y="578072"/>
                    <a:pt x="701611" y="581025"/>
                    <a:pt x="701230" y="582168"/>
                  </a:cubicBezTo>
                  <a:cubicBezTo>
                    <a:pt x="700754" y="583406"/>
                    <a:pt x="699802" y="585692"/>
                    <a:pt x="699135" y="586740"/>
                  </a:cubicBezTo>
                  <a:cubicBezTo>
                    <a:pt x="698563" y="587693"/>
                    <a:pt x="697611" y="590264"/>
                    <a:pt x="696563" y="590074"/>
                  </a:cubicBezTo>
                  <a:cubicBezTo>
                    <a:pt x="695611" y="589883"/>
                    <a:pt x="695801" y="587312"/>
                    <a:pt x="695230" y="586550"/>
                  </a:cubicBezTo>
                  <a:cubicBezTo>
                    <a:pt x="694563" y="585597"/>
                    <a:pt x="692563" y="584454"/>
                    <a:pt x="691801" y="583692"/>
                  </a:cubicBezTo>
                  <a:cubicBezTo>
                    <a:pt x="691134" y="583025"/>
                    <a:pt x="689800" y="581597"/>
                    <a:pt x="689324" y="580739"/>
                  </a:cubicBezTo>
                  <a:cubicBezTo>
                    <a:pt x="688943" y="579977"/>
                    <a:pt x="689038" y="578072"/>
                    <a:pt x="688467" y="577405"/>
                  </a:cubicBezTo>
                  <a:cubicBezTo>
                    <a:pt x="688086" y="576929"/>
                    <a:pt x="686848" y="576358"/>
                    <a:pt x="686276" y="576453"/>
                  </a:cubicBezTo>
                  <a:cubicBezTo>
                    <a:pt x="685514" y="576548"/>
                    <a:pt x="684276" y="577787"/>
                    <a:pt x="683895" y="578453"/>
                  </a:cubicBezTo>
                  <a:cubicBezTo>
                    <a:pt x="683514" y="579311"/>
                    <a:pt x="683990" y="581311"/>
                    <a:pt x="683419" y="582073"/>
                  </a:cubicBezTo>
                  <a:cubicBezTo>
                    <a:pt x="682847" y="582835"/>
                    <a:pt x="680656" y="582930"/>
                    <a:pt x="679990" y="583597"/>
                  </a:cubicBezTo>
                  <a:cubicBezTo>
                    <a:pt x="679228" y="584359"/>
                    <a:pt x="678847" y="586645"/>
                    <a:pt x="678275" y="587502"/>
                  </a:cubicBezTo>
                  <a:cubicBezTo>
                    <a:pt x="677894" y="588074"/>
                    <a:pt x="676561" y="588931"/>
                    <a:pt x="676180" y="589597"/>
                  </a:cubicBezTo>
                  <a:cubicBezTo>
                    <a:pt x="675418" y="590645"/>
                    <a:pt x="674560" y="593122"/>
                    <a:pt x="673989" y="594265"/>
                  </a:cubicBezTo>
                  <a:cubicBezTo>
                    <a:pt x="673513" y="595313"/>
                    <a:pt x="672370" y="597408"/>
                    <a:pt x="671703" y="598456"/>
                  </a:cubicBezTo>
                  <a:cubicBezTo>
                    <a:pt x="671036" y="599504"/>
                    <a:pt x="669607" y="601409"/>
                    <a:pt x="668845" y="602361"/>
                  </a:cubicBezTo>
                  <a:cubicBezTo>
                    <a:pt x="668274" y="603123"/>
                    <a:pt x="667417" y="605219"/>
                    <a:pt x="666559" y="605219"/>
                  </a:cubicBezTo>
                  <a:cubicBezTo>
                    <a:pt x="665607" y="605123"/>
                    <a:pt x="664845" y="602933"/>
                    <a:pt x="664655" y="601980"/>
                  </a:cubicBezTo>
                  <a:cubicBezTo>
                    <a:pt x="664369" y="601028"/>
                    <a:pt x="664559" y="598837"/>
                    <a:pt x="664845" y="597884"/>
                  </a:cubicBezTo>
                  <a:cubicBezTo>
                    <a:pt x="665035" y="597408"/>
                    <a:pt x="665512" y="596455"/>
                    <a:pt x="665797" y="596075"/>
                  </a:cubicBezTo>
                  <a:cubicBezTo>
                    <a:pt x="666369" y="595408"/>
                    <a:pt x="667893" y="594455"/>
                    <a:pt x="668560" y="593788"/>
                  </a:cubicBezTo>
                  <a:cubicBezTo>
                    <a:pt x="669512" y="592741"/>
                    <a:pt x="671036" y="590169"/>
                    <a:pt x="671989" y="589026"/>
                  </a:cubicBezTo>
                  <a:cubicBezTo>
                    <a:pt x="672465" y="588359"/>
                    <a:pt x="673989" y="587026"/>
                    <a:pt x="674180" y="586169"/>
                  </a:cubicBezTo>
                  <a:cubicBezTo>
                    <a:pt x="674370" y="585311"/>
                    <a:pt x="674275" y="583406"/>
                    <a:pt x="673798" y="582644"/>
                  </a:cubicBezTo>
                  <a:cubicBezTo>
                    <a:pt x="672941" y="581406"/>
                    <a:pt x="669703" y="580454"/>
                    <a:pt x="668369" y="579787"/>
                  </a:cubicBezTo>
                  <a:cubicBezTo>
                    <a:pt x="667702" y="579406"/>
                    <a:pt x="666178" y="579025"/>
                    <a:pt x="665607" y="578549"/>
                  </a:cubicBezTo>
                  <a:cubicBezTo>
                    <a:pt x="664940" y="577977"/>
                    <a:pt x="664083" y="576453"/>
                    <a:pt x="663797" y="575691"/>
                  </a:cubicBezTo>
                  <a:cubicBezTo>
                    <a:pt x="663321" y="574453"/>
                    <a:pt x="663130" y="571786"/>
                    <a:pt x="662559" y="570643"/>
                  </a:cubicBezTo>
                  <a:cubicBezTo>
                    <a:pt x="661511" y="568738"/>
                    <a:pt x="658368" y="565785"/>
                    <a:pt x="656749" y="564356"/>
                  </a:cubicBezTo>
                  <a:cubicBezTo>
                    <a:pt x="655130" y="562928"/>
                    <a:pt x="651700" y="559975"/>
                    <a:pt x="649700" y="559213"/>
                  </a:cubicBezTo>
                  <a:cubicBezTo>
                    <a:pt x="647986" y="558641"/>
                    <a:pt x="644366" y="558832"/>
                    <a:pt x="642556" y="558737"/>
                  </a:cubicBezTo>
                  <a:cubicBezTo>
                    <a:pt x="641128" y="558641"/>
                    <a:pt x="638175" y="558737"/>
                    <a:pt x="636746" y="558355"/>
                  </a:cubicBezTo>
                  <a:cubicBezTo>
                    <a:pt x="635508" y="557975"/>
                    <a:pt x="633222" y="556641"/>
                    <a:pt x="632174" y="555974"/>
                  </a:cubicBezTo>
                  <a:cubicBezTo>
                    <a:pt x="630745" y="555117"/>
                    <a:pt x="628174" y="552926"/>
                    <a:pt x="626650" y="552260"/>
                  </a:cubicBezTo>
                  <a:cubicBezTo>
                    <a:pt x="624935" y="551593"/>
                    <a:pt x="621316" y="551117"/>
                    <a:pt x="619506" y="551021"/>
                  </a:cubicBezTo>
                  <a:cubicBezTo>
                    <a:pt x="617791" y="550926"/>
                    <a:pt x="614363" y="551688"/>
                    <a:pt x="612648" y="551402"/>
                  </a:cubicBezTo>
                  <a:cubicBezTo>
                    <a:pt x="612076" y="551307"/>
                    <a:pt x="610838" y="550640"/>
                    <a:pt x="610267" y="550640"/>
                  </a:cubicBezTo>
                  <a:cubicBezTo>
                    <a:pt x="609028" y="550545"/>
                    <a:pt x="606647" y="551688"/>
                    <a:pt x="605409" y="551593"/>
                  </a:cubicBezTo>
                  <a:cubicBezTo>
                    <a:pt x="604361" y="551593"/>
                    <a:pt x="602170" y="551021"/>
                    <a:pt x="601408" y="550355"/>
                  </a:cubicBezTo>
                  <a:cubicBezTo>
                    <a:pt x="600742" y="549878"/>
                    <a:pt x="600075" y="548354"/>
                    <a:pt x="599884" y="547497"/>
                  </a:cubicBezTo>
                  <a:cubicBezTo>
                    <a:pt x="599694" y="546640"/>
                    <a:pt x="599789" y="544925"/>
                    <a:pt x="599980" y="544068"/>
                  </a:cubicBezTo>
                  <a:cubicBezTo>
                    <a:pt x="600265" y="543306"/>
                    <a:pt x="601408" y="542163"/>
                    <a:pt x="601789" y="541401"/>
                  </a:cubicBezTo>
                  <a:cubicBezTo>
                    <a:pt x="602266" y="540449"/>
                    <a:pt x="603123" y="538448"/>
                    <a:pt x="603123" y="537401"/>
                  </a:cubicBezTo>
                  <a:cubicBezTo>
                    <a:pt x="603123" y="536734"/>
                    <a:pt x="602742" y="535400"/>
                    <a:pt x="602361" y="534924"/>
                  </a:cubicBezTo>
                  <a:cubicBezTo>
                    <a:pt x="601789" y="534257"/>
                    <a:pt x="599694" y="533972"/>
                    <a:pt x="599218" y="533210"/>
                  </a:cubicBezTo>
                  <a:cubicBezTo>
                    <a:pt x="598837" y="532543"/>
                    <a:pt x="598932" y="530828"/>
                    <a:pt x="599122" y="530066"/>
                  </a:cubicBezTo>
                  <a:cubicBezTo>
                    <a:pt x="599313" y="529400"/>
                    <a:pt x="600551" y="528542"/>
                    <a:pt x="600456" y="527876"/>
                  </a:cubicBezTo>
                  <a:cubicBezTo>
                    <a:pt x="600361" y="527209"/>
                    <a:pt x="599313" y="526256"/>
                    <a:pt x="598646" y="525971"/>
                  </a:cubicBezTo>
                  <a:cubicBezTo>
                    <a:pt x="597980" y="525685"/>
                    <a:pt x="596360" y="525875"/>
                    <a:pt x="595693" y="526066"/>
                  </a:cubicBezTo>
                  <a:cubicBezTo>
                    <a:pt x="594836" y="526352"/>
                    <a:pt x="593312" y="527304"/>
                    <a:pt x="592645" y="527971"/>
                  </a:cubicBezTo>
                  <a:cubicBezTo>
                    <a:pt x="592074" y="528638"/>
                    <a:pt x="591407" y="530257"/>
                    <a:pt x="590836" y="530924"/>
                  </a:cubicBezTo>
                  <a:cubicBezTo>
                    <a:pt x="589978" y="531971"/>
                    <a:pt x="588359" y="534162"/>
                    <a:pt x="587121" y="534638"/>
                  </a:cubicBezTo>
                  <a:cubicBezTo>
                    <a:pt x="586359" y="534924"/>
                    <a:pt x="584549" y="534829"/>
                    <a:pt x="583882" y="534448"/>
                  </a:cubicBezTo>
                  <a:cubicBezTo>
                    <a:pt x="583311" y="534067"/>
                    <a:pt x="583120" y="532447"/>
                    <a:pt x="582549" y="531971"/>
                  </a:cubicBezTo>
                  <a:cubicBezTo>
                    <a:pt x="581787" y="531305"/>
                    <a:pt x="579882" y="530733"/>
                    <a:pt x="578930" y="530638"/>
                  </a:cubicBezTo>
                  <a:cubicBezTo>
                    <a:pt x="577882" y="530543"/>
                    <a:pt x="575596" y="530543"/>
                    <a:pt x="574929" y="531305"/>
                  </a:cubicBezTo>
                  <a:cubicBezTo>
                    <a:pt x="574167" y="532162"/>
                    <a:pt x="574262" y="534638"/>
                    <a:pt x="574262" y="535781"/>
                  </a:cubicBezTo>
                  <a:cubicBezTo>
                    <a:pt x="574262" y="536829"/>
                    <a:pt x="574929" y="538829"/>
                    <a:pt x="575024" y="539877"/>
                  </a:cubicBezTo>
                  <a:cubicBezTo>
                    <a:pt x="575215" y="541211"/>
                    <a:pt x="575500" y="543878"/>
                    <a:pt x="575500" y="545211"/>
                  </a:cubicBezTo>
                  <a:cubicBezTo>
                    <a:pt x="575500" y="546163"/>
                    <a:pt x="574834" y="548069"/>
                    <a:pt x="574929" y="549116"/>
                  </a:cubicBezTo>
                  <a:cubicBezTo>
                    <a:pt x="575024" y="550259"/>
                    <a:pt x="575405" y="552545"/>
                    <a:pt x="576167" y="553403"/>
                  </a:cubicBezTo>
                  <a:cubicBezTo>
                    <a:pt x="576739" y="554069"/>
                    <a:pt x="579120" y="553879"/>
                    <a:pt x="579406" y="554641"/>
                  </a:cubicBezTo>
                  <a:cubicBezTo>
                    <a:pt x="579691" y="555308"/>
                    <a:pt x="578739" y="556641"/>
                    <a:pt x="578167" y="557213"/>
                  </a:cubicBezTo>
                  <a:cubicBezTo>
                    <a:pt x="577786" y="557594"/>
                    <a:pt x="576548" y="557975"/>
                    <a:pt x="575977" y="558165"/>
                  </a:cubicBezTo>
                  <a:cubicBezTo>
                    <a:pt x="575310" y="558451"/>
                    <a:pt x="573786" y="558546"/>
                    <a:pt x="573310" y="559022"/>
                  </a:cubicBezTo>
                  <a:cubicBezTo>
                    <a:pt x="572738" y="559594"/>
                    <a:pt x="572833" y="561499"/>
                    <a:pt x="572167" y="561880"/>
                  </a:cubicBezTo>
                  <a:cubicBezTo>
                    <a:pt x="571595" y="562356"/>
                    <a:pt x="569595" y="561594"/>
                    <a:pt x="569023" y="562166"/>
                  </a:cubicBezTo>
                  <a:cubicBezTo>
                    <a:pt x="568547" y="562737"/>
                    <a:pt x="568928" y="564547"/>
                    <a:pt x="569405" y="565213"/>
                  </a:cubicBezTo>
                  <a:cubicBezTo>
                    <a:pt x="569785" y="565880"/>
                    <a:pt x="571309" y="566357"/>
                    <a:pt x="571881" y="566833"/>
                  </a:cubicBezTo>
                  <a:cubicBezTo>
                    <a:pt x="572452" y="567309"/>
                    <a:pt x="573310" y="568833"/>
                    <a:pt x="573976" y="568928"/>
                  </a:cubicBezTo>
                  <a:cubicBezTo>
                    <a:pt x="574643" y="569024"/>
                    <a:pt x="575977" y="568071"/>
                    <a:pt x="576548" y="567690"/>
                  </a:cubicBezTo>
                  <a:cubicBezTo>
                    <a:pt x="577310" y="567023"/>
                    <a:pt x="578167" y="565118"/>
                    <a:pt x="578834" y="564356"/>
                  </a:cubicBezTo>
                  <a:cubicBezTo>
                    <a:pt x="579501" y="563689"/>
                    <a:pt x="581120" y="562737"/>
                    <a:pt x="581787" y="562261"/>
                  </a:cubicBezTo>
                  <a:cubicBezTo>
                    <a:pt x="582549" y="561689"/>
                    <a:pt x="584073" y="560451"/>
                    <a:pt x="584835" y="559975"/>
                  </a:cubicBezTo>
                  <a:cubicBezTo>
                    <a:pt x="585311" y="559689"/>
                    <a:pt x="586454" y="558832"/>
                    <a:pt x="587026" y="558927"/>
                  </a:cubicBezTo>
                  <a:cubicBezTo>
                    <a:pt x="587597" y="559022"/>
                    <a:pt x="588740" y="559880"/>
                    <a:pt x="588835" y="560451"/>
                  </a:cubicBezTo>
                  <a:cubicBezTo>
                    <a:pt x="588931" y="561213"/>
                    <a:pt x="587788" y="562451"/>
                    <a:pt x="587311" y="563118"/>
                  </a:cubicBezTo>
                  <a:cubicBezTo>
                    <a:pt x="586645" y="563975"/>
                    <a:pt x="584835" y="565404"/>
                    <a:pt x="583882" y="566166"/>
                  </a:cubicBezTo>
                  <a:cubicBezTo>
                    <a:pt x="582835" y="567023"/>
                    <a:pt x="580644" y="568643"/>
                    <a:pt x="579596" y="569595"/>
                  </a:cubicBezTo>
                  <a:cubicBezTo>
                    <a:pt x="578358" y="570738"/>
                    <a:pt x="575881" y="573214"/>
                    <a:pt x="574738" y="574453"/>
                  </a:cubicBezTo>
                  <a:cubicBezTo>
                    <a:pt x="573691" y="575596"/>
                    <a:pt x="571595" y="577882"/>
                    <a:pt x="570452" y="578930"/>
                  </a:cubicBezTo>
                  <a:cubicBezTo>
                    <a:pt x="569214" y="580168"/>
                    <a:pt x="566928" y="582549"/>
                    <a:pt x="565594" y="583692"/>
                  </a:cubicBezTo>
                  <a:cubicBezTo>
                    <a:pt x="564547" y="584645"/>
                    <a:pt x="562451" y="586359"/>
                    <a:pt x="561308" y="587121"/>
                  </a:cubicBezTo>
                  <a:cubicBezTo>
                    <a:pt x="559784" y="588169"/>
                    <a:pt x="556546" y="589979"/>
                    <a:pt x="554831" y="590741"/>
                  </a:cubicBezTo>
                  <a:cubicBezTo>
                    <a:pt x="553593" y="591312"/>
                    <a:pt x="550926" y="591884"/>
                    <a:pt x="549688" y="592550"/>
                  </a:cubicBezTo>
                  <a:cubicBezTo>
                    <a:pt x="548449" y="593122"/>
                    <a:pt x="546163" y="594932"/>
                    <a:pt x="544925" y="595694"/>
                  </a:cubicBezTo>
                  <a:cubicBezTo>
                    <a:pt x="543592" y="596455"/>
                    <a:pt x="541115" y="598075"/>
                    <a:pt x="539591" y="598456"/>
                  </a:cubicBezTo>
                  <a:cubicBezTo>
                    <a:pt x="539020" y="598646"/>
                    <a:pt x="537496" y="598837"/>
                    <a:pt x="537019" y="598456"/>
                  </a:cubicBezTo>
                  <a:cubicBezTo>
                    <a:pt x="536448" y="597980"/>
                    <a:pt x="536543" y="596170"/>
                    <a:pt x="536734" y="595503"/>
                  </a:cubicBezTo>
                  <a:cubicBezTo>
                    <a:pt x="536924" y="594836"/>
                    <a:pt x="537972" y="593788"/>
                    <a:pt x="538543" y="593408"/>
                  </a:cubicBezTo>
                  <a:cubicBezTo>
                    <a:pt x="539305" y="592836"/>
                    <a:pt x="541210" y="592360"/>
                    <a:pt x="542068" y="592074"/>
                  </a:cubicBezTo>
                  <a:cubicBezTo>
                    <a:pt x="543211" y="591693"/>
                    <a:pt x="545497" y="591217"/>
                    <a:pt x="546544" y="590741"/>
                  </a:cubicBezTo>
                  <a:cubicBezTo>
                    <a:pt x="547592" y="590264"/>
                    <a:pt x="549497" y="588931"/>
                    <a:pt x="550259" y="588074"/>
                  </a:cubicBezTo>
                  <a:cubicBezTo>
                    <a:pt x="550831" y="587407"/>
                    <a:pt x="551878" y="585883"/>
                    <a:pt x="551783" y="585121"/>
                  </a:cubicBezTo>
                  <a:cubicBezTo>
                    <a:pt x="551688" y="584359"/>
                    <a:pt x="550545" y="583216"/>
                    <a:pt x="549878" y="582930"/>
                  </a:cubicBezTo>
                  <a:cubicBezTo>
                    <a:pt x="549021" y="582644"/>
                    <a:pt x="547306" y="583883"/>
                    <a:pt x="546449" y="583692"/>
                  </a:cubicBezTo>
                  <a:cubicBezTo>
                    <a:pt x="545592" y="583502"/>
                    <a:pt x="544258" y="582168"/>
                    <a:pt x="543782" y="581501"/>
                  </a:cubicBezTo>
                  <a:cubicBezTo>
                    <a:pt x="543401" y="581025"/>
                    <a:pt x="542925" y="579882"/>
                    <a:pt x="542830" y="579215"/>
                  </a:cubicBezTo>
                  <a:cubicBezTo>
                    <a:pt x="542639" y="578358"/>
                    <a:pt x="542353" y="576453"/>
                    <a:pt x="542734" y="575691"/>
                  </a:cubicBezTo>
                  <a:cubicBezTo>
                    <a:pt x="542925" y="575310"/>
                    <a:pt x="544068" y="575120"/>
                    <a:pt x="544354" y="574738"/>
                  </a:cubicBezTo>
                  <a:cubicBezTo>
                    <a:pt x="544735" y="574167"/>
                    <a:pt x="544925" y="572643"/>
                    <a:pt x="544830" y="571881"/>
                  </a:cubicBezTo>
                  <a:cubicBezTo>
                    <a:pt x="544830" y="571405"/>
                    <a:pt x="544449" y="570452"/>
                    <a:pt x="544163" y="570071"/>
                  </a:cubicBezTo>
                  <a:cubicBezTo>
                    <a:pt x="543592" y="569500"/>
                    <a:pt x="541687" y="569690"/>
                    <a:pt x="541020" y="569309"/>
                  </a:cubicBezTo>
                  <a:cubicBezTo>
                    <a:pt x="540448" y="568928"/>
                    <a:pt x="539496" y="567785"/>
                    <a:pt x="539210" y="567214"/>
                  </a:cubicBezTo>
                  <a:cubicBezTo>
                    <a:pt x="538829" y="566357"/>
                    <a:pt x="539115" y="564071"/>
                    <a:pt x="538448" y="563499"/>
                  </a:cubicBezTo>
                  <a:cubicBezTo>
                    <a:pt x="537877" y="563023"/>
                    <a:pt x="536257" y="563023"/>
                    <a:pt x="535495" y="563213"/>
                  </a:cubicBezTo>
                  <a:cubicBezTo>
                    <a:pt x="534543" y="563404"/>
                    <a:pt x="533019" y="564737"/>
                    <a:pt x="532257" y="565213"/>
                  </a:cubicBezTo>
                  <a:cubicBezTo>
                    <a:pt x="531495" y="565785"/>
                    <a:pt x="529876" y="566738"/>
                    <a:pt x="529495" y="567595"/>
                  </a:cubicBezTo>
                  <a:cubicBezTo>
                    <a:pt x="528923" y="568928"/>
                    <a:pt x="529971" y="571976"/>
                    <a:pt x="529685" y="573405"/>
                  </a:cubicBezTo>
                  <a:cubicBezTo>
                    <a:pt x="529399" y="574548"/>
                    <a:pt x="528447" y="576739"/>
                    <a:pt x="527590" y="577501"/>
                  </a:cubicBezTo>
                  <a:cubicBezTo>
                    <a:pt x="526828" y="578168"/>
                    <a:pt x="524827" y="578834"/>
                    <a:pt x="523875" y="579025"/>
                  </a:cubicBezTo>
                  <a:cubicBezTo>
                    <a:pt x="522732" y="579215"/>
                    <a:pt x="520351" y="579311"/>
                    <a:pt x="519303" y="578834"/>
                  </a:cubicBezTo>
                  <a:cubicBezTo>
                    <a:pt x="518446" y="578549"/>
                    <a:pt x="516922" y="577405"/>
                    <a:pt x="516445" y="576644"/>
                  </a:cubicBezTo>
                  <a:cubicBezTo>
                    <a:pt x="515969" y="575786"/>
                    <a:pt x="515588" y="573786"/>
                    <a:pt x="515969" y="572929"/>
                  </a:cubicBezTo>
                  <a:cubicBezTo>
                    <a:pt x="516255" y="572167"/>
                    <a:pt x="517874" y="571500"/>
                    <a:pt x="518350" y="570929"/>
                  </a:cubicBezTo>
                  <a:cubicBezTo>
                    <a:pt x="518731" y="570262"/>
                    <a:pt x="519113" y="568738"/>
                    <a:pt x="519303" y="568071"/>
                  </a:cubicBezTo>
                  <a:cubicBezTo>
                    <a:pt x="519493" y="567404"/>
                    <a:pt x="519970" y="565880"/>
                    <a:pt x="519493" y="565309"/>
                  </a:cubicBezTo>
                  <a:cubicBezTo>
                    <a:pt x="518922" y="564547"/>
                    <a:pt x="516636" y="565118"/>
                    <a:pt x="515779" y="564928"/>
                  </a:cubicBezTo>
                  <a:cubicBezTo>
                    <a:pt x="515112" y="564737"/>
                    <a:pt x="513778" y="563785"/>
                    <a:pt x="513016" y="563689"/>
                  </a:cubicBezTo>
                  <a:cubicBezTo>
                    <a:pt x="512159" y="563594"/>
                    <a:pt x="510349" y="564166"/>
                    <a:pt x="509588" y="564642"/>
                  </a:cubicBezTo>
                  <a:cubicBezTo>
                    <a:pt x="509111" y="564928"/>
                    <a:pt x="508825" y="566261"/>
                    <a:pt x="508349" y="566452"/>
                  </a:cubicBezTo>
                  <a:cubicBezTo>
                    <a:pt x="507587" y="566642"/>
                    <a:pt x="506254" y="565595"/>
                    <a:pt x="505492" y="565595"/>
                  </a:cubicBezTo>
                  <a:cubicBezTo>
                    <a:pt x="504634" y="565595"/>
                    <a:pt x="502825" y="566071"/>
                    <a:pt x="502158" y="566642"/>
                  </a:cubicBezTo>
                  <a:cubicBezTo>
                    <a:pt x="501682" y="567119"/>
                    <a:pt x="500920" y="568452"/>
                    <a:pt x="500920" y="569119"/>
                  </a:cubicBezTo>
                  <a:cubicBezTo>
                    <a:pt x="500920" y="569690"/>
                    <a:pt x="501586" y="570929"/>
                    <a:pt x="502063" y="571119"/>
                  </a:cubicBezTo>
                  <a:cubicBezTo>
                    <a:pt x="502444" y="571310"/>
                    <a:pt x="503301" y="570738"/>
                    <a:pt x="503777" y="570833"/>
                  </a:cubicBezTo>
                  <a:cubicBezTo>
                    <a:pt x="504634" y="570833"/>
                    <a:pt x="506349" y="571214"/>
                    <a:pt x="507016" y="571691"/>
                  </a:cubicBezTo>
                  <a:cubicBezTo>
                    <a:pt x="507397" y="572072"/>
                    <a:pt x="508159" y="573024"/>
                    <a:pt x="508063" y="573596"/>
                  </a:cubicBezTo>
                  <a:cubicBezTo>
                    <a:pt x="507968" y="574167"/>
                    <a:pt x="506730" y="574834"/>
                    <a:pt x="506349" y="575310"/>
                  </a:cubicBezTo>
                  <a:cubicBezTo>
                    <a:pt x="505968" y="575882"/>
                    <a:pt x="506063" y="577596"/>
                    <a:pt x="505396" y="577977"/>
                  </a:cubicBezTo>
                  <a:cubicBezTo>
                    <a:pt x="504539" y="578453"/>
                    <a:pt x="502634" y="577025"/>
                    <a:pt x="501682" y="577120"/>
                  </a:cubicBezTo>
                  <a:cubicBezTo>
                    <a:pt x="501015" y="577215"/>
                    <a:pt x="499872" y="578168"/>
                    <a:pt x="499205" y="578263"/>
                  </a:cubicBezTo>
                  <a:cubicBezTo>
                    <a:pt x="498729" y="578358"/>
                    <a:pt x="497491" y="577882"/>
                    <a:pt x="497109" y="578168"/>
                  </a:cubicBezTo>
                  <a:cubicBezTo>
                    <a:pt x="496348" y="578644"/>
                    <a:pt x="495776" y="580549"/>
                    <a:pt x="495871" y="581501"/>
                  </a:cubicBezTo>
                  <a:cubicBezTo>
                    <a:pt x="495871" y="582168"/>
                    <a:pt x="496824" y="583311"/>
                    <a:pt x="496919" y="583978"/>
                  </a:cubicBezTo>
                  <a:cubicBezTo>
                    <a:pt x="497205" y="585216"/>
                    <a:pt x="497681" y="587978"/>
                    <a:pt x="497014" y="589121"/>
                  </a:cubicBezTo>
                  <a:cubicBezTo>
                    <a:pt x="496443" y="590264"/>
                    <a:pt x="493871" y="591407"/>
                    <a:pt x="492633" y="591979"/>
                  </a:cubicBezTo>
                  <a:cubicBezTo>
                    <a:pt x="491680" y="592360"/>
                    <a:pt x="489680" y="592931"/>
                    <a:pt x="488728" y="593027"/>
                  </a:cubicBezTo>
                  <a:cubicBezTo>
                    <a:pt x="487584" y="593217"/>
                    <a:pt x="485394" y="592741"/>
                    <a:pt x="484346" y="592931"/>
                  </a:cubicBezTo>
                  <a:cubicBezTo>
                    <a:pt x="483680" y="593027"/>
                    <a:pt x="482441" y="593598"/>
                    <a:pt x="481870" y="593979"/>
                  </a:cubicBezTo>
                  <a:cubicBezTo>
                    <a:pt x="481013" y="594646"/>
                    <a:pt x="480155" y="596646"/>
                    <a:pt x="479393" y="597408"/>
                  </a:cubicBezTo>
                  <a:cubicBezTo>
                    <a:pt x="478726" y="597980"/>
                    <a:pt x="476726" y="598456"/>
                    <a:pt x="476440" y="599313"/>
                  </a:cubicBezTo>
                  <a:cubicBezTo>
                    <a:pt x="476155" y="600075"/>
                    <a:pt x="476821" y="601980"/>
                    <a:pt x="477393" y="602552"/>
                  </a:cubicBezTo>
                  <a:cubicBezTo>
                    <a:pt x="478059" y="603218"/>
                    <a:pt x="480155" y="603599"/>
                    <a:pt x="481108" y="603504"/>
                  </a:cubicBezTo>
                  <a:cubicBezTo>
                    <a:pt x="481965" y="603409"/>
                    <a:pt x="483584" y="602456"/>
                    <a:pt x="484251" y="601885"/>
                  </a:cubicBezTo>
                  <a:cubicBezTo>
                    <a:pt x="484822" y="601504"/>
                    <a:pt x="485394" y="600170"/>
                    <a:pt x="486061" y="599885"/>
                  </a:cubicBezTo>
                  <a:cubicBezTo>
                    <a:pt x="486823" y="599599"/>
                    <a:pt x="488537" y="600170"/>
                    <a:pt x="489394" y="600075"/>
                  </a:cubicBezTo>
                  <a:cubicBezTo>
                    <a:pt x="490251" y="600075"/>
                    <a:pt x="491966" y="599885"/>
                    <a:pt x="492823" y="599599"/>
                  </a:cubicBezTo>
                  <a:cubicBezTo>
                    <a:pt x="493395" y="599313"/>
                    <a:pt x="494252" y="598361"/>
                    <a:pt x="494824" y="598265"/>
                  </a:cubicBezTo>
                  <a:cubicBezTo>
                    <a:pt x="495586" y="597980"/>
                    <a:pt x="497395" y="597694"/>
                    <a:pt x="498157" y="598075"/>
                  </a:cubicBezTo>
                  <a:cubicBezTo>
                    <a:pt x="498824" y="598361"/>
                    <a:pt x="500063" y="599504"/>
                    <a:pt x="499967" y="600170"/>
                  </a:cubicBezTo>
                  <a:cubicBezTo>
                    <a:pt x="499872" y="600742"/>
                    <a:pt x="498634" y="601313"/>
                    <a:pt x="498062" y="601504"/>
                  </a:cubicBezTo>
                  <a:cubicBezTo>
                    <a:pt x="497109" y="601885"/>
                    <a:pt x="494919" y="601980"/>
                    <a:pt x="493871" y="602266"/>
                  </a:cubicBezTo>
                  <a:cubicBezTo>
                    <a:pt x="492633" y="602552"/>
                    <a:pt x="490251" y="603504"/>
                    <a:pt x="489109" y="603980"/>
                  </a:cubicBezTo>
                  <a:cubicBezTo>
                    <a:pt x="487870" y="604552"/>
                    <a:pt x="485680" y="606076"/>
                    <a:pt x="484441" y="606457"/>
                  </a:cubicBezTo>
                  <a:cubicBezTo>
                    <a:pt x="483013" y="606838"/>
                    <a:pt x="480060" y="606838"/>
                    <a:pt x="478631" y="606838"/>
                  </a:cubicBezTo>
                  <a:cubicBezTo>
                    <a:pt x="477393" y="606933"/>
                    <a:pt x="474821" y="607219"/>
                    <a:pt x="473583" y="606933"/>
                  </a:cubicBezTo>
                  <a:cubicBezTo>
                    <a:pt x="472726" y="606743"/>
                    <a:pt x="470821" y="606076"/>
                    <a:pt x="470344" y="605314"/>
                  </a:cubicBezTo>
                  <a:cubicBezTo>
                    <a:pt x="469678" y="604361"/>
                    <a:pt x="470249" y="601789"/>
                    <a:pt x="469678" y="600742"/>
                  </a:cubicBezTo>
                  <a:cubicBezTo>
                    <a:pt x="469011" y="599408"/>
                    <a:pt x="466439" y="597408"/>
                    <a:pt x="465296" y="596360"/>
                  </a:cubicBezTo>
                  <a:cubicBezTo>
                    <a:pt x="464058" y="595313"/>
                    <a:pt x="461486" y="593408"/>
                    <a:pt x="460153" y="592360"/>
                  </a:cubicBezTo>
                  <a:cubicBezTo>
                    <a:pt x="458914" y="591407"/>
                    <a:pt x="456724" y="589217"/>
                    <a:pt x="455485" y="588359"/>
                  </a:cubicBezTo>
                  <a:cubicBezTo>
                    <a:pt x="454819" y="587883"/>
                    <a:pt x="453485" y="586740"/>
                    <a:pt x="452723" y="586740"/>
                  </a:cubicBezTo>
                  <a:cubicBezTo>
                    <a:pt x="452056" y="586740"/>
                    <a:pt x="451009" y="587883"/>
                    <a:pt x="450437" y="588074"/>
                  </a:cubicBezTo>
                  <a:cubicBezTo>
                    <a:pt x="449484" y="588455"/>
                    <a:pt x="447675" y="589026"/>
                    <a:pt x="446722" y="589026"/>
                  </a:cubicBezTo>
                  <a:cubicBezTo>
                    <a:pt x="445770" y="589026"/>
                    <a:pt x="444151" y="587978"/>
                    <a:pt x="443198" y="587883"/>
                  </a:cubicBezTo>
                  <a:cubicBezTo>
                    <a:pt x="442436" y="587788"/>
                    <a:pt x="440817" y="588074"/>
                    <a:pt x="440055" y="588074"/>
                  </a:cubicBezTo>
                  <a:cubicBezTo>
                    <a:pt x="438531" y="588074"/>
                    <a:pt x="435483" y="588074"/>
                    <a:pt x="434054" y="587502"/>
                  </a:cubicBezTo>
                  <a:cubicBezTo>
                    <a:pt x="433006" y="587121"/>
                    <a:pt x="431387" y="585121"/>
                    <a:pt x="430244" y="584740"/>
                  </a:cubicBezTo>
                  <a:cubicBezTo>
                    <a:pt x="428625" y="584168"/>
                    <a:pt x="425196" y="584645"/>
                    <a:pt x="423576" y="584549"/>
                  </a:cubicBezTo>
                  <a:cubicBezTo>
                    <a:pt x="422243" y="584454"/>
                    <a:pt x="419481" y="584454"/>
                    <a:pt x="418243" y="584073"/>
                  </a:cubicBezTo>
                  <a:cubicBezTo>
                    <a:pt x="417100" y="583692"/>
                    <a:pt x="415480" y="581978"/>
                    <a:pt x="414433" y="581406"/>
                  </a:cubicBezTo>
                  <a:cubicBezTo>
                    <a:pt x="413290" y="580835"/>
                    <a:pt x="410813" y="580263"/>
                    <a:pt x="409670" y="579787"/>
                  </a:cubicBezTo>
                  <a:cubicBezTo>
                    <a:pt x="408813" y="579501"/>
                    <a:pt x="407194" y="578930"/>
                    <a:pt x="406432" y="578549"/>
                  </a:cubicBezTo>
                  <a:cubicBezTo>
                    <a:pt x="404908" y="577691"/>
                    <a:pt x="401859" y="575786"/>
                    <a:pt x="401002" y="574167"/>
                  </a:cubicBezTo>
                  <a:cubicBezTo>
                    <a:pt x="400621" y="573405"/>
                    <a:pt x="400145" y="571405"/>
                    <a:pt x="400717" y="570738"/>
                  </a:cubicBezTo>
                  <a:cubicBezTo>
                    <a:pt x="401383" y="569881"/>
                    <a:pt x="403955" y="570547"/>
                    <a:pt x="405098" y="570357"/>
                  </a:cubicBezTo>
                  <a:cubicBezTo>
                    <a:pt x="405765" y="570167"/>
                    <a:pt x="407289" y="570071"/>
                    <a:pt x="407765" y="569500"/>
                  </a:cubicBezTo>
                  <a:cubicBezTo>
                    <a:pt x="408622" y="568357"/>
                    <a:pt x="407480" y="565118"/>
                    <a:pt x="407860" y="563785"/>
                  </a:cubicBezTo>
                  <a:cubicBezTo>
                    <a:pt x="408051" y="563118"/>
                    <a:pt x="408718" y="561880"/>
                    <a:pt x="409289" y="561499"/>
                  </a:cubicBezTo>
                  <a:cubicBezTo>
                    <a:pt x="409861" y="561022"/>
                    <a:pt x="411480" y="560261"/>
                    <a:pt x="412242" y="560356"/>
                  </a:cubicBezTo>
                  <a:cubicBezTo>
                    <a:pt x="413194" y="560451"/>
                    <a:pt x="414242" y="562451"/>
                    <a:pt x="415099" y="562737"/>
                  </a:cubicBezTo>
                  <a:cubicBezTo>
                    <a:pt x="415766" y="562928"/>
                    <a:pt x="417195" y="562642"/>
                    <a:pt x="417766" y="562166"/>
                  </a:cubicBezTo>
                  <a:cubicBezTo>
                    <a:pt x="418243" y="561785"/>
                    <a:pt x="418814" y="560737"/>
                    <a:pt x="418814" y="560165"/>
                  </a:cubicBezTo>
                  <a:cubicBezTo>
                    <a:pt x="418909" y="559213"/>
                    <a:pt x="418433" y="557403"/>
                    <a:pt x="417957" y="556546"/>
                  </a:cubicBezTo>
                  <a:cubicBezTo>
                    <a:pt x="417385" y="555593"/>
                    <a:pt x="415385" y="554260"/>
                    <a:pt x="414623" y="553307"/>
                  </a:cubicBezTo>
                  <a:cubicBezTo>
                    <a:pt x="414147" y="552641"/>
                    <a:pt x="413766" y="550736"/>
                    <a:pt x="413004" y="550259"/>
                  </a:cubicBezTo>
                  <a:cubicBezTo>
                    <a:pt x="412337" y="549878"/>
                    <a:pt x="410527" y="550355"/>
                    <a:pt x="409861" y="550069"/>
                  </a:cubicBezTo>
                  <a:cubicBezTo>
                    <a:pt x="409099" y="549783"/>
                    <a:pt x="407860" y="548735"/>
                    <a:pt x="407384" y="548069"/>
                  </a:cubicBezTo>
                  <a:cubicBezTo>
                    <a:pt x="407003" y="547497"/>
                    <a:pt x="406908" y="545878"/>
                    <a:pt x="406336" y="545402"/>
                  </a:cubicBezTo>
                  <a:cubicBezTo>
                    <a:pt x="405860" y="545021"/>
                    <a:pt x="404622" y="544925"/>
                    <a:pt x="404146" y="544830"/>
                  </a:cubicBezTo>
                  <a:cubicBezTo>
                    <a:pt x="403003" y="544639"/>
                    <a:pt x="400621" y="544925"/>
                    <a:pt x="399574" y="544639"/>
                  </a:cubicBezTo>
                  <a:cubicBezTo>
                    <a:pt x="399002" y="544449"/>
                    <a:pt x="397764" y="543878"/>
                    <a:pt x="397383" y="543401"/>
                  </a:cubicBezTo>
                  <a:cubicBezTo>
                    <a:pt x="396811" y="542830"/>
                    <a:pt x="396716" y="540925"/>
                    <a:pt x="396049" y="540449"/>
                  </a:cubicBezTo>
                  <a:cubicBezTo>
                    <a:pt x="395478" y="539972"/>
                    <a:pt x="393763" y="539782"/>
                    <a:pt x="393097" y="540068"/>
                  </a:cubicBezTo>
                  <a:cubicBezTo>
                    <a:pt x="392620" y="540258"/>
                    <a:pt x="392144" y="541496"/>
                    <a:pt x="391763" y="541782"/>
                  </a:cubicBezTo>
                  <a:cubicBezTo>
                    <a:pt x="391001" y="542258"/>
                    <a:pt x="389096" y="542639"/>
                    <a:pt x="388239" y="542449"/>
                  </a:cubicBezTo>
                  <a:cubicBezTo>
                    <a:pt x="387001" y="542068"/>
                    <a:pt x="385763" y="539591"/>
                    <a:pt x="384810" y="538734"/>
                  </a:cubicBezTo>
                  <a:cubicBezTo>
                    <a:pt x="384143" y="538067"/>
                    <a:pt x="382714" y="536829"/>
                    <a:pt x="381857" y="536543"/>
                  </a:cubicBezTo>
                  <a:cubicBezTo>
                    <a:pt x="381381" y="536353"/>
                    <a:pt x="380428" y="536258"/>
                    <a:pt x="379952" y="536353"/>
                  </a:cubicBezTo>
                  <a:cubicBezTo>
                    <a:pt x="379285" y="536543"/>
                    <a:pt x="378238" y="537305"/>
                    <a:pt x="377761" y="537686"/>
                  </a:cubicBezTo>
                  <a:cubicBezTo>
                    <a:pt x="377190" y="538163"/>
                    <a:pt x="376333" y="539496"/>
                    <a:pt x="375666" y="539782"/>
                  </a:cubicBezTo>
                  <a:cubicBezTo>
                    <a:pt x="374809" y="540068"/>
                    <a:pt x="372904" y="540068"/>
                    <a:pt x="372142" y="539591"/>
                  </a:cubicBezTo>
                  <a:cubicBezTo>
                    <a:pt x="371380" y="539115"/>
                    <a:pt x="370522" y="537401"/>
                    <a:pt x="370237" y="536638"/>
                  </a:cubicBezTo>
                  <a:cubicBezTo>
                    <a:pt x="369665" y="535210"/>
                    <a:pt x="369475" y="532257"/>
                    <a:pt x="369094" y="530828"/>
                  </a:cubicBezTo>
                  <a:cubicBezTo>
                    <a:pt x="368713" y="529495"/>
                    <a:pt x="368046" y="526637"/>
                    <a:pt x="367189" y="525494"/>
                  </a:cubicBezTo>
                  <a:cubicBezTo>
                    <a:pt x="366808" y="525018"/>
                    <a:pt x="365760" y="524351"/>
                    <a:pt x="365188" y="524256"/>
                  </a:cubicBezTo>
                  <a:cubicBezTo>
                    <a:pt x="364331" y="524066"/>
                    <a:pt x="362617" y="524542"/>
                    <a:pt x="361759" y="524923"/>
                  </a:cubicBezTo>
                  <a:cubicBezTo>
                    <a:pt x="360807" y="525304"/>
                    <a:pt x="359378" y="527209"/>
                    <a:pt x="358330" y="527495"/>
                  </a:cubicBezTo>
                  <a:cubicBezTo>
                    <a:pt x="357283" y="527780"/>
                    <a:pt x="354806" y="527685"/>
                    <a:pt x="353949" y="526923"/>
                  </a:cubicBezTo>
                  <a:cubicBezTo>
                    <a:pt x="353282" y="526352"/>
                    <a:pt x="352901" y="524447"/>
                    <a:pt x="353187" y="523685"/>
                  </a:cubicBezTo>
                  <a:cubicBezTo>
                    <a:pt x="353473" y="522922"/>
                    <a:pt x="355378" y="522732"/>
                    <a:pt x="355854" y="522065"/>
                  </a:cubicBezTo>
                  <a:cubicBezTo>
                    <a:pt x="356425" y="521303"/>
                    <a:pt x="356616" y="519303"/>
                    <a:pt x="356806" y="518351"/>
                  </a:cubicBezTo>
                  <a:cubicBezTo>
                    <a:pt x="357092" y="517017"/>
                    <a:pt x="357854" y="514445"/>
                    <a:pt x="357759" y="513112"/>
                  </a:cubicBezTo>
                  <a:cubicBezTo>
                    <a:pt x="357759" y="512159"/>
                    <a:pt x="357473" y="510159"/>
                    <a:pt x="356806" y="509492"/>
                  </a:cubicBezTo>
                  <a:cubicBezTo>
                    <a:pt x="355854" y="508635"/>
                    <a:pt x="353187" y="508730"/>
                    <a:pt x="351949" y="508635"/>
                  </a:cubicBezTo>
                  <a:cubicBezTo>
                    <a:pt x="350425" y="508540"/>
                    <a:pt x="347376" y="508730"/>
                    <a:pt x="345853" y="508921"/>
                  </a:cubicBezTo>
                  <a:cubicBezTo>
                    <a:pt x="345091" y="509016"/>
                    <a:pt x="343662" y="509492"/>
                    <a:pt x="342900" y="509588"/>
                  </a:cubicBezTo>
                  <a:cubicBezTo>
                    <a:pt x="341947" y="509683"/>
                    <a:pt x="339947" y="509302"/>
                    <a:pt x="338995" y="509302"/>
                  </a:cubicBezTo>
                  <a:cubicBezTo>
                    <a:pt x="338233" y="509302"/>
                    <a:pt x="336613" y="509111"/>
                    <a:pt x="335947" y="509397"/>
                  </a:cubicBezTo>
                  <a:cubicBezTo>
                    <a:pt x="335375" y="509683"/>
                    <a:pt x="334708" y="510921"/>
                    <a:pt x="334137" y="511302"/>
                  </a:cubicBezTo>
                  <a:cubicBezTo>
                    <a:pt x="333375" y="511874"/>
                    <a:pt x="331375" y="512255"/>
                    <a:pt x="330517" y="512731"/>
                  </a:cubicBezTo>
                  <a:cubicBezTo>
                    <a:pt x="329470" y="513493"/>
                    <a:pt x="328326" y="515874"/>
                    <a:pt x="327279" y="516541"/>
                  </a:cubicBezTo>
                  <a:cubicBezTo>
                    <a:pt x="326612" y="517017"/>
                    <a:pt x="324993" y="517684"/>
                    <a:pt x="324231" y="517493"/>
                  </a:cubicBezTo>
                  <a:cubicBezTo>
                    <a:pt x="323278" y="517208"/>
                    <a:pt x="322040" y="515493"/>
                    <a:pt x="321659" y="514636"/>
                  </a:cubicBezTo>
                  <a:cubicBezTo>
                    <a:pt x="321278" y="513588"/>
                    <a:pt x="321278" y="511207"/>
                    <a:pt x="321469" y="510064"/>
                  </a:cubicBezTo>
                  <a:cubicBezTo>
                    <a:pt x="321564" y="509207"/>
                    <a:pt x="321945" y="507587"/>
                    <a:pt x="322326" y="506921"/>
                  </a:cubicBezTo>
                  <a:cubicBezTo>
                    <a:pt x="322707" y="506254"/>
                    <a:pt x="324040" y="505396"/>
                    <a:pt x="324231" y="504730"/>
                  </a:cubicBezTo>
                  <a:cubicBezTo>
                    <a:pt x="324612" y="503872"/>
                    <a:pt x="324612" y="501872"/>
                    <a:pt x="324231" y="501015"/>
                  </a:cubicBezTo>
                  <a:cubicBezTo>
                    <a:pt x="323850" y="500158"/>
                    <a:pt x="322135" y="499015"/>
                    <a:pt x="321278" y="498634"/>
                  </a:cubicBezTo>
                  <a:cubicBezTo>
                    <a:pt x="320421" y="498253"/>
                    <a:pt x="318421" y="497967"/>
                    <a:pt x="317563" y="498443"/>
                  </a:cubicBezTo>
                  <a:cubicBezTo>
                    <a:pt x="316801" y="498824"/>
                    <a:pt x="316516" y="501110"/>
                    <a:pt x="315754" y="501491"/>
                  </a:cubicBezTo>
                  <a:cubicBezTo>
                    <a:pt x="314611" y="502158"/>
                    <a:pt x="311563" y="501015"/>
                    <a:pt x="310324" y="501491"/>
                  </a:cubicBezTo>
                  <a:cubicBezTo>
                    <a:pt x="309276" y="501872"/>
                    <a:pt x="308134" y="503872"/>
                    <a:pt x="307276" y="504444"/>
                  </a:cubicBezTo>
                  <a:cubicBezTo>
                    <a:pt x="305848" y="505396"/>
                    <a:pt x="302514" y="506349"/>
                    <a:pt x="300990" y="507111"/>
                  </a:cubicBezTo>
                  <a:cubicBezTo>
                    <a:pt x="299656" y="507778"/>
                    <a:pt x="297084" y="509492"/>
                    <a:pt x="295751" y="510350"/>
                  </a:cubicBezTo>
                  <a:cubicBezTo>
                    <a:pt x="294608" y="511112"/>
                    <a:pt x="292322" y="512826"/>
                    <a:pt x="291179" y="513779"/>
                  </a:cubicBezTo>
                  <a:cubicBezTo>
                    <a:pt x="290322" y="514445"/>
                    <a:pt x="288512" y="515684"/>
                    <a:pt x="287845" y="516541"/>
                  </a:cubicBezTo>
                  <a:cubicBezTo>
                    <a:pt x="287179" y="517493"/>
                    <a:pt x="286036" y="519684"/>
                    <a:pt x="286131" y="520827"/>
                  </a:cubicBezTo>
                  <a:cubicBezTo>
                    <a:pt x="286226" y="521875"/>
                    <a:pt x="288322" y="523208"/>
                    <a:pt x="288703" y="524256"/>
                  </a:cubicBezTo>
                  <a:cubicBezTo>
                    <a:pt x="289084" y="525209"/>
                    <a:pt x="288798" y="527209"/>
                    <a:pt x="289084" y="528161"/>
                  </a:cubicBezTo>
                  <a:cubicBezTo>
                    <a:pt x="289560" y="529495"/>
                    <a:pt x="291084" y="532447"/>
                    <a:pt x="292322" y="533019"/>
                  </a:cubicBezTo>
                  <a:cubicBezTo>
                    <a:pt x="293465" y="533591"/>
                    <a:pt x="296132" y="532733"/>
                    <a:pt x="297466" y="532543"/>
                  </a:cubicBezTo>
                  <a:cubicBezTo>
                    <a:pt x="298418" y="532352"/>
                    <a:pt x="300133" y="531495"/>
                    <a:pt x="301085" y="531305"/>
                  </a:cubicBezTo>
                  <a:cubicBezTo>
                    <a:pt x="301942" y="531209"/>
                    <a:pt x="303657" y="531019"/>
                    <a:pt x="304514" y="531305"/>
                  </a:cubicBezTo>
                  <a:cubicBezTo>
                    <a:pt x="305467" y="531590"/>
                    <a:pt x="306895" y="533114"/>
                    <a:pt x="307848" y="533400"/>
                  </a:cubicBezTo>
                  <a:cubicBezTo>
                    <a:pt x="308991" y="533781"/>
                    <a:pt x="311372" y="533686"/>
                    <a:pt x="312515" y="533495"/>
                  </a:cubicBezTo>
                  <a:cubicBezTo>
                    <a:pt x="313468" y="533305"/>
                    <a:pt x="315373" y="532829"/>
                    <a:pt x="316230" y="532257"/>
                  </a:cubicBezTo>
                  <a:cubicBezTo>
                    <a:pt x="316992" y="531686"/>
                    <a:pt x="317754" y="529590"/>
                    <a:pt x="318516" y="529114"/>
                  </a:cubicBezTo>
                  <a:cubicBezTo>
                    <a:pt x="319564" y="528542"/>
                    <a:pt x="321945" y="528733"/>
                    <a:pt x="323088" y="528733"/>
                  </a:cubicBezTo>
                  <a:cubicBezTo>
                    <a:pt x="324517" y="528733"/>
                    <a:pt x="327469" y="528447"/>
                    <a:pt x="328708" y="529114"/>
                  </a:cubicBezTo>
                  <a:cubicBezTo>
                    <a:pt x="329470" y="529495"/>
                    <a:pt x="330136" y="531495"/>
                    <a:pt x="330803" y="531971"/>
                  </a:cubicBezTo>
                  <a:cubicBezTo>
                    <a:pt x="331851" y="532733"/>
                    <a:pt x="334518" y="532924"/>
                    <a:pt x="335566" y="533591"/>
                  </a:cubicBezTo>
                  <a:cubicBezTo>
                    <a:pt x="336232" y="534067"/>
                    <a:pt x="336994" y="535686"/>
                    <a:pt x="337756" y="536067"/>
                  </a:cubicBezTo>
                  <a:cubicBezTo>
                    <a:pt x="338804" y="536543"/>
                    <a:pt x="341090" y="535877"/>
                    <a:pt x="342233" y="535972"/>
                  </a:cubicBezTo>
                  <a:cubicBezTo>
                    <a:pt x="343376" y="536067"/>
                    <a:pt x="345757" y="536258"/>
                    <a:pt x="346519" y="537020"/>
                  </a:cubicBezTo>
                  <a:cubicBezTo>
                    <a:pt x="346900" y="537401"/>
                    <a:pt x="347186" y="538734"/>
                    <a:pt x="347091" y="539210"/>
                  </a:cubicBezTo>
                  <a:cubicBezTo>
                    <a:pt x="346996" y="539877"/>
                    <a:pt x="346234" y="541020"/>
                    <a:pt x="345757" y="541401"/>
                  </a:cubicBezTo>
                  <a:cubicBezTo>
                    <a:pt x="344995" y="542163"/>
                    <a:pt x="342709" y="542639"/>
                    <a:pt x="341852" y="543306"/>
                  </a:cubicBezTo>
                  <a:cubicBezTo>
                    <a:pt x="341281" y="543782"/>
                    <a:pt x="340138" y="544735"/>
                    <a:pt x="339852" y="545402"/>
                  </a:cubicBezTo>
                  <a:cubicBezTo>
                    <a:pt x="339376" y="546354"/>
                    <a:pt x="339757" y="548926"/>
                    <a:pt x="338995" y="549688"/>
                  </a:cubicBezTo>
                  <a:cubicBezTo>
                    <a:pt x="338328" y="550355"/>
                    <a:pt x="336137" y="550259"/>
                    <a:pt x="335280" y="550640"/>
                  </a:cubicBezTo>
                  <a:cubicBezTo>
                    <a:pt x="334423" y="551021"/>
                    <a:pt x="333280" y="552831"/>
                    <a:pt x="332422" y="552831"/>
                  </a:cubicBezTo>
                  <a:cubicBezTo>
                    <a:pt x="331565" y="552926"/>
                    <a:pt x="330136" y="551497"/>
                    <a:pt x="329470" y="550926"/>
                  </a:cubicBezTo>
                  <a:cubicBezTo>
                    <a:pt x="328708" y="550355"/>
                    <a:pt x="327374" y="548830"/>
                    <a:pt x="326517" y="548450"/>
                  </a:cubicBezTo>
                  <a:cubicBezTo>
                    <a:pt x="325659" y="548069"/>
                    <a:pt x="323850" y="548450"/>
                    <a:pt x="322993" y="548259"/>
                  </a:cubicBezTo>
                  <a:cubicBezTo>
                    <a:pt x="321088" y="547688"/>
                    <a:pt x="317944" y="545306"/>
                    <a:pt x="316230" y="544639"/>
                  </a:cubicBezTo>
                  <a:cubicBezTo>
                    <a:pt x="315182" y="544259"/>
                    <a:pt x="312991" y="544163"/>
                    <a:pt x="311944" y="543782"/>
                  </a:cubicBezTo>
                  <a:cubicBezTo>
                    <a:pt x="311086" y="543497"/>
                    <a:pt x="309563" y="542354"/>
                    <a:pt x="308800" y="541877"/>
                  </a:cubicBezTo>
                  <a:cubicBezTo>
                    <a:pt x="307753" y="541115"/>
                    <a:pt x="305848" y="539210"/>
                    <a:pt x="304705" y="538829"/>
                  </a:cubicBezTo>
                  <a:cubicBezTo>
                    <a:pt x="303562" y="538353"/>
                    <a:pt x="300990" y="538448"/>
                    <a:pt x="299751" y="538448"/>
                  </a:cubicBezTo>
                  <a:cubicBezTo>
                    <a:pt x="298228" y="538353"/>
                    <a:pt x="295084" y="537972"/>
                    <a:pt x="293465" y="538067"/>
                  </a:cubicBezTo>
                  <a:cubicBezTo>
                    <a:pt x="292132" y="538067"/>
                    <a:pt x="289465" y="538258"/>
                    <a:pt x="288131" y="538734"/>
                  </a:cubicBezTo>
                  <a:cubicBezTo>
                    <a:pt x="286798" y="539115"/>
                    <a:pt x="284512" y="540639"/>
                    <a:pt x="283369" y="541306"/>
                  </a:cubicBezTo>
                  <a:cubicBezTo>
                    <a:pt x="282035" y="542068"/>
                    <a:pt x="279273" y="543782"/>
                    <a:pt x="277939" y="544735"/>
                  </a:cubicBezTo>
                  <a:cubicBezTo>
                    <a:pt x="276796" y="545497"/>
                    <a:pt x="274891" y="547402"/>
                    <a:pt x="273558" y="547878"/>
                  </a:cubicBezTo>
                  <a:cubicBezTo>
                    <a:pt x="271843" y="548545"/>
                    <a:pt x="268033" y="549116"/>
                    <a:pt x="266224" y="549021"/>
                  </a:cubicBezTo>
                  <a:cubicBezTo>
                    <a:pt x="264223" y="548926"/>
                    <a:pt x="260318" y="547497"/>
                    <a:pt x="258223" y="547211"/>
                  </a:cubicBezTo>
                  <a:cubicBezTo>
                    <a:pt x="255841" y="546830"/>
                    <a:pt x="251079" y="546830"/>
                    <a:pt x="248698" y="546735"/>
                  </a:cubicBezTo>
                  <a:cubicBezTo>
                    <a:pt x="245745" y="546545"/>
                    <a:pt x="239649" y="546259"/>
                    <a:pt x="236696" y="546163"/>
                  </a:cubicBezTo>
                  <a:cubicBezTo>
                    <a:pt x="234124" y="546068"/>
                    <a:pt x="228886" y="546354"/>
                    <a:pt x="226314" y="546068"/>
                  </a:cubicBezTo>
                  <a:cubicBezTo>
                    <a:pt x="222694" y="545687"/>
                    <a:pt x="215551" y="543878"/>
                    <a:pt x="212122" y="542735"/>
                  </a:cubicBezTo>
                  <a:cubicBezTo>
                    <a:pt x="209645" y="541972"/>
                    <a:pt x="204978" y="539972"/>
                    <a:pt x="202597" y="538925"/>
                  </a:cubicBezTo>
                  <a:cubicBezTo>
                    <a:pt x="198977" y="537401"/>
                    <a:pt x="191738" y="533876"/>
                    <a:pt x="188023" y="532447"/>
                  </a:cubicBezTo>
                  <a:cubicBezTo>
                    <a:pt x="183261" y="530638"/>
                    <a:pt x="173545" y="527495"/>
                    <a:pt x="168688" y="525971"/>
                  </a:cubicBezTo>
                  <a:cubicBezTo>
                    <a:pt x="166306" y="525209"/>
                    <a:pt x="161639" y="523875"/>
                    <a:pt x="159258" y="523113"/>
                  </a:cubicBezTo>
                  <a:cubicBezTo>
                    <a:pt x="157639" y="522637"/>
                    <a:pt x="154400" y="521494"/>
                    <a:pt x="152781" y="521208"/>
                  </a:cubicBezTo>
                  <a:cubicBezTo>
                    <a:pt x="150685" y="520827"/>
                    <a:pt x="146209" y="520732"/>
                    <a:pt x="144113" y="520732"/>
                  </a:cubicBezTo>
                  <a:cubicBezTo>
                    <a:pt x="141065" y="520732"/>
                    <a:pt x="134874" y="520732"/>
                    <a:pt x="131826" y="521399"/>
                  </a:cubicBezTo>
                  <a:cubicBezTo>
                    <a:pt x="130111" y="521780"/>
                    <a:pt x="126968" y="523399"/>
                    <a:pt x="125254" y="523780"/>
                  </a:cubicBezTo>
                  <a:cubicBezTo>
                    <a:pt x="122396" y="524256"/>
                    <a:pt x="116491" y="523780"/>
                    <a:pt x="113538" y="523970"/>
                  </a:cubicBezTo>
                  <a:cubicBezTo>
                    <a:pt x="110014" y="524161"/>
                    <a:pt x="102965" y="524732"/>
                    <a:pt x="99536" y="525209"/>
                  </a:cubicBezTo>
                  <a:cubicBezTo>
                    <a:pt x="95917" y="525685"/>
                    <a:pt x="88868" y="527209"/>
                    <a:pt x="85344" y="527971"/>
                  </a:cubicBezTo>
                  <a:cubicBezTo>
                    <a:pt x="81248" y="528828"/>
                    <a:pt x="72771" y="529590"/>
                    <a:pt x="68961" y="531400"/>
                  </a:cubicBezTo>
                  <a:cubicBezTo>
                    <a:pt x="66961" y="532352"/>
                    <a:pt x="63722" y="535591"/>
                    <a:pt x="62008" y="536924"/>
                  </a:cubicBezTo>
                  <a:cubicBezTo>
                    <a:pt x="61531" y="537305"/>
                    <a:pt x="60769" y="537972"/>
                    <a:pt x="60007" y="538544"/>
                  </a:cubicBezTo>
                  <a:cubicBezTo>
                    <a:pt x="59341" y="537305"/>
                    <a:pt x="58483" y="535591"/>
                    <a:pt x="57912" y="534924"/>
                  </a:cubicBezTo>
                  <a:cubicBezTo>
                    <a:pt x="56864" y="533591"/>
                    <a:pt x="54007" y="531590"/>
                    <a:pt x="52768" y="530352"/>
                  </a:cubicBezTo>
                  <a:cubicBezTo>
                    <a:pt x="52101" y="529685"/>
                    <a:pt x="51054" y="527876"/>
                    <a:pt x="50197" y="527304"/>
                  </a:cubicBezTo>
                  <a:cubicBezTo>
                    <a:pt x="49434" y="526733"/>
                    <a:pt x="47053" y="526733"/>
                    <a:pt x="46577" y="525875"/>
                  </a:cubicBezTo>
                  <a:cubicBezTo>
                    <a:pt x="45910" y="524828"/>
                    <a:pt x="46196" y="521875"/>
                    <a:pt x="46863" y="520732"/>
                  </a:cubicBezTo>
                  <a:cubicBezTo>
                    <a:pt x="47434" y="519779"/>
                    <a:pt x="49816" y="518922"/>
                    <a:pt x="50673" y="518160"/>
                  </a:cubicBezTo>
                  <a:cubicBezTo>
                    <a:pt x="51625" y="517398"/>
                    <a:pt x="52959" y="515398"/>
                    <a:pt x="53816" y="514445"/>
                  </a:cubicBezTo>
                  <a:cubicBezTo>
                    <a:pt x="55150" y="513112"/>
                    <a:pt x="58198" y="510921"/>
                    <a:pt x="59245" y="509397"/>
                  </a:cubicBezTo>
                  <a:cubicBezTo>
                    <a:pt x="60007" y="508063"/>
                    <a:pt x="60674" y="505016"/>
                    <a:pt x="60960" y="503587"/>
                  </a:cubicBezTo>
                  <a:cubicBezTo>
                    <a:pt x="61246" y="502158"/>
                    <a:pt x="61055" y="499110"/>
                    <a:pt x="61531" y="497681"/>
                  </a:cubicBezTo>
                  <a:cubicBezTo>
                    <a:pt x="62008" y="496062"/>
                    <a:pt x="63722" y="493205"/>
                    <a:pt x="64675" y="491871"/>
                  </a:cubicBezTo>
                  <a:cubicBezTo>
                    <a:pt x="65341" y="491014"/>
                    <a:pt x="66961" y="489490"/>
                    <a:pt x="67627" y="488633"/>
                  </a:cubicBezTo>
                  <a:cubicBezTo>
                    <a:pt x="68484" y="487680"/>
                    <a:pt x="69913" y="485489"/>
                    <a:pt x="70771" y="484537"/>
                  </a:cubicBezTo>
                  <a:cubicBezTo>
                    <a:pt x="71342" y="483870"/>
                    <a:pt x="72961" y="482918"/>
                    <a:pt x="73342" y="482155"/>
                  </a:cubicBezTo>
                  <a:cubicBezTo>
                    <a:pt x="73533" y="481679"/>
                    <a:pt x="73628" y="480441"/>
                    <a:pt x="73342" y="479870"/>
                  </a:cubicBezTo>
                  <a:cubicBezTo>
                    <a:pt x="73057" y="479203"/>
                    <a:pt x="71342" y="478631"/>
                    <a:pt x="71056" y="477869"/>
                  </a:cubicBezTo>
                  <a:cubicBezTo>
                    <a:pt x="70866" y="477203"/>
                    <a:pt x="71247" y="475774"/>
                    <a:pt x="71628" y="475202"/>
                  </a:cubicBezTo>
                  <a:cubicBezTo>
                    <a:pt x="72104" y="474536"/>
                    <a:pt x="74009" y="474059"/>
                    <a:pt x="74485" y="473393"/>
                  </a:cubicBezTo>
                  <a:cubicBezTo>
                    <a:pt x="75247" y="472059"/>
                    <a:pt x="75438" y="468821"/>
                    <a:pt x="75057" y="467296"/>
                  </a:cubicBezTo>
                  <a:cubicBezTo>
                    <a:pt x="74676" y="466058"/>
                    <a:pt x="72676" y="464153"/>
                    <a:pt x="71914" y="463010"/>
                  </a:cubicBezTo>
                  <a:cubicBezTo>
                    <a:pt x="71438" y="462248"/>
                    <a:pt x="70009" y="460915"/>
                    <a:pt x="69913" y="460058"/>
                  </a:cubicBezTo>
                  <a:cubicBezTo>
                    <a:pt x="69723" y="458534"/>
                    <a:pt x="72295" y="455867"/>
                    <a:pt x="72295" y="454247"/>
                  </a:cubicBezTo>
                  <a:cubicBezTo>
                    <a:pt x="72390" y="453009"/>
                    <a:pt x="71151" y="450818"/>
                    <a:pt x="70771" y="449675"/>
                  </a:cubicBezTo>
                  <a:cubicBezTo>
                    <a:pt x="70390" y="448723"/>
                    <a:pt x="69628" y="446818"/>
                    <a:pt x="69056" y="446056"/>
                  </a:cubicBezTo>
                  <a:cubicBezTo>
                    <a:pt x="68389" y="445103"/>
                    <a:pt x="66675" y="443484"/>
                    <a:pt x="65817" y="442627"/>
                  </a:cubicBezTo>
                  <a:cubicBezTo>
                    <a:pt x="65151" y="441960"/>
                    <a:pt x="63436" y="441103"/>
                    <a:pt x="63151" y="440246"/>
                  </a:cubicBezTo>
                  <a:cubicBezTo>
                    <a:pt x="62770" y="439293"/>
                    <a:pt x="63913" y="437197"/>
                    <a:pt x="64008" y="436150"/>
                  </a:cubicBezTo>
                  <a:cubicBezTo>
                    <a:pt x="64103" y="435197"/>
                    <a:pt x="63436" y="433292"/>
                    <a:pt x="63722" y="432340"/>
                  </a:cubicBezTo>
                  <a:cubicBezTo>
                    <a:pt x="64198" y="430625"/>
                    <a:pt x="66675" y="427863"/>
                    <a:pt x="68008" y="426720"/>
                  </a:cubicBezTo>
                  <a:cubicBezTo>
                    <a:pt x="68675" y="426053"/>
                    <a:pt x="70771" y="425577"/>
                    <a:pt x="71247" y="424720"/>
                  </a:cubicBezTo>
                  <a:cubicBezTo>
                    <a:pt x="71533" y="424148"/>
                    <a:pt x="71438" y="422815"/>
                    <a:pt x="71247" y="422148"/>
                  </a:cubicBezTo>
                  <a:cubicBezTo>
                    <a:pt x="71056" y="421481"/>
                    <a:pt x="70294" y="420338"/>
                    <a:pt x="69913" y="419671"/>
                  </a:cubicBezTo>
                  <a:cubicBezTo>
                    <a:pt x="69437" y="418814"/>
                    <a:pt x="68294" y="417290"/>
                    <a:pt x="68008" y="416338"/>
                  </a:cubicBezTo>
                  <a:cubicBezTo>
                    <a:pt x="67627" y="415100"/>
                    <a:pt x="68484" y="412242"/>
                    <a:pt x="67913" y="411099"/>
                  </a:cubicBezTo>
                  <a:cubicBezTo>
                    <a:pt x="67627" y="410337"/>
                    <a:pt x="65913" y="409575"/>
                    <a:pt x="65532" y="408813"/>
                  </a:cubicBezTo>
                  <a:cubicBezTo>
                    <a:pt x="65246" y="408051"/>
                    <a:pt x="65341" y="406432"/>
                    <a:pt x="65437" y="405575"/>
                  </a:cubicBezTo>
                  <a:cubicBezTo>
                    <a:pt x="65532" y="404432"/>
                    <a:pt x="65817" y="402050"/>
                    <a:pt x="66484" y="401098"/>
                  </a:cubicBezTo>
                  <a:cubicBezTo>
                    <a:pt x="66865" y="400526"/>
                    <a:pt x="68104" y="400050"/>
                    <a:pt x="68675" y="399669"/>
                  </a:cubicBezTo>
                  <a:cubicBezTo>
                    <a:pt x="69437" y="399193"/>
                    <a:pt x="71247" y="398621"/>
                    <a:pt x="71628" y="397859"/>
                  </a:cubicBezTo>
                  <a:cubicBezTo>
                    <a:pt x="72009" y="397097"/>
                    <a:pt x="71438" y="395288"/>
                    <a:pt x="71342" y="394430"/>
                  </a:cubicBezTo>
                  <a:cubicBezTo>
                    <a:pt x="71342" y="393668"/>
                    <a:pt x="70961" y="392049"/>
                    <a:pt x="71151" y="391382"/>
                  </a:cubicBezTo>
                  <a:cubicBezTo>
                    <a:pt x="71342" y="390525"/>
                    <a:pt x="72390" y="388811"/>
                    <a:pt x="73057" y="388239"/>
                  </a:cubicBezTo>
                  <a:cubicBezTo>
                    <a:pt x="73723" y="387668"/>
                    <a:pt x="75533" y="387382"/>
                    <a:pt x="76295" y="386810"/>
                  </a:cubicBezTo>
                  <a:cubicBezTo>
                    <a:pt x="77057" y="386334"/>
                    <a:pt x="78391" y="384810"/>
                    <a:pt x="78867" y="384048"/>
                  </a:cubicBezTo>
                  <a:cubicBezTo>
                    <a:pt x="79248" y="383191"/>
                    <a:pt x="79534" y="381381"/>
                    <a:pt x="79534" y="380524"/>
                  </a:cubicBezTo>
                  <a:cubicBezTo>
                    <a:pt x="79629" y="379857"/>
                    <a:pt x="79438" y="378619"/>
                    <a:pt x="79343" y="377952"/>
                  </a:cubicBezTo>
                  <a:cubicBezTo>
                    <a:pt x="79153" y="377285"/>
                    <a:pt x="78200" y="375952"/>
                    <a:pt x="78295" y="375190"/>
                  </a:cubicBezTo>
                  <a:cubicBezTo>
                    <a:pt x="78486" y="374428"/>
                    <a:pt x="79724" y="373380"/>
                    <a:pt x="80200" y="372809"/>
                  </a:cubicBezTo>
                  <a:cubicBezTo>
                    <a:pt x="80581" y="372332"/>
                    <a:pt x="81534" y="371570"/>
                    <a:pt x="81820" y="370999"/>
                  </a:cubicBezTo>
                  <a:cubicBezTo>
                    <a:pt x="82201" y="370142"/>
                    <a:pt x="81534" y="368141"/>
                    <a:pt x="81915" y="367284"/>
                  </a:cubicBezTo>
                  <a:cubicBezTo>
                    <a:pt x="82201" y="366617"/>
                    <a:pt x="83629" y="365951"/>
                    <a:pt x="84106" y="365379"/>
                  </a:cubicBezTo>
                  <a:cubicBezTo>
                    <a:pt x="84582" y="364617"/>
                    <a:pt x="85249" y="362998"/>
                    <a:pt x="85439" y="362141"/>
                  </a:cubicBezTo>
                  <a:cubicBezTo>
                    <a:pt x="85630" y="361283"/>
                    <a:pt x="85534" y="359474"/>
                    <a:pt x="85344" y="358616"/>
                  </a:cubicBezTo>
                  <a:cubicBezTo>
                    <a:pt x="85153" y="357569"/>
                    <a:pt x="84296" y="355663"/>
                    <a:pt x="84106" y="354616"/>
                  </a:cubicBezTo>
                  <a:cubicBezTo>
                    <a:pt x="83915" y="353568"/>
                    <a:pt x="83629" y="351282"/>
                    <a:pt x="84010" y="350234"/>
                  </a:cubicBezTo>
                  <a:cubicBezTo>
                    <a:pt x="84296" y="349568"/>
                    <a:pt x="85534" y="348520"/>
                    <a:pt x="86106" y="348044"/>
                  </a:cubicBezTo>
                  <a:cubicBezTo>
                    <a:pt x="86773" y="347663"/>
                    <a:pt x="88582" y="347663"/>
                    <a:pt x="89059" y="346996"/>
                  </a:cubicBezTo>
                  <a:cubicBezTo>
                    <a:pt x="89535" y="346234"/>
                    <a:pt x="89440" y="344329"/>
                    <a:pt x="89154" y="343471"/>
                  </a:cubicBezTo>
                  <a:cubicBezTo>
                    <a:pt x="88773" y="342519"/>
                    <a:pt x="87249" y="341090"/>
                    <a:pt x="86392" y="340614"/>
                  </a:cubicBezTo>
                  <a:cubicBezTo>
                    <a:pt x="85725" y="340233"/>
                    <a:pt x="84010" y="340328"/>
                    <a:pt x="83439" y="339852"/>
                  </a:cubicBezTo>
                  <a:cubicBezTo>
                    <a:pt x="82867" y="339376"/>
                    <a:pt x="82296" y="337757"/>
                    <a:pt x="82391" y="336995"/>
                  </a:cubicBezTo>
                  <a:cubicBezTo>
                    <a:pt x="82486" y="336423"/>
                    <a:pt x="83439" y="335471"/>
                    <a:pt x="83915" y="334994"/>
                  </a:cubicBezTo>
                  <a:cubicBezTo>
                    <a:pt x="84963" y="333851"/>
                    <a:pt x="87916" y="332422"/>
                    <a:pt x="88582" y="331089"/>
                  </a:cubicBezTo>
                  <a:cubicBezTo>
                    <a:pt x="88963" y="330327"/>
                    <a:pt x="88678" y="328422"/>
                    <a:pt x="88392" y="327565"/>
                  </a:cubicBezTo>
                  <a:cubicBezTo>
                    <a:pt x="88106" y="326612"/>
                    <a:pt x="87058" y="324898"/>
                    <a:pt x="86487" y="324041"/>
                  </a:cubicBezTo>
                  <a:cubicBezTo>
                    <a:pt x="86011" y="323374"/>
                    <a:pt x="84772" y="322421"/>
                    <a:pt x="84391" y="321850"/>
                  </a:cubicBezTo>
                  <a:cubicBezTo>
                    <a:pt x="84010" y="321183"/>
                    <a:pt x="83344" y="319659"/>
                    <a:pt x="83534" y="318897"/>
                  </a:cubicBezTo>
                  <a:cubicBezTo>
                    <a:pt x="83725" y="317945"/>
                    <a:pt x="85630" y="316897"/>
                    <a:pt x="85725" y="315944"/>
                  </a:cubicBezTo>
                  <a:cubicBezTo>
                    <a:pt x="85725" y="315182"/>
                    <a:pt x="84106" y="314135"/>
                    <a:pt x="84106" y="313372"/>
                  </a:cubicBezTo>
                  <a:cubicBezTo>
                    <a:pt x="84106" y="312515"/>
                    <a:pt x="85725" y="311087"/>
                    <a:pt x="85820" y="310134"/>
                  </a:cubicBezTo>
                  <a:cubicBezTo>
                    <a:pt x="86011" y="308801"/>
                    <a:pt x="85820" y="305657"/>
                    <a:pt x="84677" y="304895"/>
                  </a:cubicBezTo>
                  <a:cubicBezTo>
                    <a:pt x="84296" y="304610"/>
                    <a:pt x="83153" y="304895"/>
                    <a:pt x="82772" y="305181"/>
                  </a:cubicBezTo>
                  <a:cubicBezTo>
                    <a:pt x="82201" y="305562"/>
                    <a:pt x="81820" y="307181"/>
                    <a:pt x="81439" y="307753"/>
                  </a:cubicBezTo>
                  <a:cubicBezTo>
                    <a:pt x="81058" y="308324"/>
                    <a:pt x="80391" y="309848"/>
                    <a:pt x="79724" y="310039"/>
                  </a:cubicBezTo>
                  <a:cubicBezTo>
                    <a:pt x="78962" y="310229"/>
                    <a:pt x="77343" y="309182"/>
                    <a:pt x="76771" y="308515"/>
                  </a:cubicBezTo>
                  <a:cubicBezTo>
                    <a:pt x="76200" y="307943"/>
                    <a:pt x="75819" y="306229"/>
                    <a:pt x="75724" y="305467"/>
                  </a:cubicBezTo>
                  <a:cubicBezTo>
                    <a:pt x="75533" y="304324"/>
                    <a:pt x="76105" y="301943"/>
                    <a:pt x="75819" y="300895"/>
                  </a:cubicBezTo>
                  <a:cubicBezTo>
                    <a:pt x="75533" y="299942"/>
                    <a:pt x="74104" y="298609"/>
                    <a:pt x="73819" y="297752"/>
                  </a:cubicBezTo>
                  <a:cubicBezTo>
                    <a:pt x="73438" y="296799"/>
                    <a:pt x="74200" y="294322"/>
                    <a:pt x="73342" y="293656"/>
                  </a:cubicBezTo>
                  <a:cubicBezTo>
                    <a:pt x="72580" y="293084"/>
                    <a:pt x="70390" y="294418"/>
                    <a:pt x="69532" y="294037"/>
                  </a:cubicBezTo>
                  <a:cubicBezTo>
                    <a:pt x="68770" y="293751"/>
                    <a:pt x="67913" y="292418"/>
                    <a:pt x="67437" y="291846"/>
                  </a:cubicBezTo>
                  <a:cubicBezTo>
                    <a:pt x="67056" y="291370"/>
                    <a:pt x="66389" y="290417"/>
                    <a:pt x="65913" y="290036"/>
                  </a:cubicBezTo>
                  <a:cubicBezTo>
                    <a:pt x="65437" y="289655"/>
                    <a:pt x="63913" y="289655"/>
                    <a:pt x="63627" y="289084"/>
                  </a:cubicBezTo>
                  <a:cubicBezTo>
                    <a:pt x="63246" y="288322"/>
                    <a:pt x="63532" y="286417"/>
                    <a:pt x="63817" y="285655"/>
                  </a:cubicBezTo>
                  <a:cubicBezTo>
                    <a:pt x="64008" y="285083"/>
                    <a:pt x="64865" y="284226"/>
                    <a:pt x="65151" y="283750"/>
                  </a:cubicBezTo>
                  <a:cubicBezTo>
                    <a:pt x="65532" y="282797"/>
                    <a:pt x="66294" y="280892"/>
                    <a:pt x="66103" y="279940"/>
                  </a:cubicBezTo>
                  <a:cubicBezTo>
                    <a:pt x="66008" y="279178"/>
                    <a:pt x="64865" y="277939"/>
                    <a:pt x="64770" y="277178"/>
                  </a:cubicBezTo>
                  <a:cubicBezTo>
                    <a:pt x="64675" y="276796"/>
                    <a:pt x="65056" y="275844"/>
                    <a:pt x="64865" y="275463"/>
                  </a:cubicBezTo>
                  <a:cubicBezTo>
                    <a:pt x="64579" y="274701"/>
                    <a:pt x="63246" y="273558"/>
                    <a:pt x="62579" y="273177"/>
                  </a:cubicBezTo>
                  <a:cubicBezTo>
                    <a:pt x="62008" y="272796"/>
                    <a:pt x="60579" y="272796"/>
                    <a:pt x="60198" y="272320"/>
                  </a:cubicBezTo>
                  <a:cubicBezTo>
                    <a:pt x="59722" y="271748"/>
                    <a:pt x="60293" y="270034"/>
                    <a:pt x="60007" y="269272"/>
                  </a:cubicBezTo>
                  <a:cubicBezTo>
                    <a:pt x="59722" y="268605"/>
                    <a:pt x="58864" y="267557"/>
                    <a:pt x="58388" y="267176"/>
                  </a:cubicBezTo>
                  <a:cubicBezTo>
                    <a:pt x="57817" y="266795"/>
                    <a:pt x="56292" y="266700"/>
                    <a:pt x="55721" y="266319"/>
                  </a:cubicBezTo>
                  <a:cubicBezTo>
                    <a:pt x="55054" y="265938"/>
                    <a:pt x="53721" y="264986"/>
                    <a:pt x="53721" y="264319"/>
                  </a:cubicBezTo>
                  <a:cubicBezTo>
                    <a:pt x="53721" y="263652"/>
                    <a:pt x="55245" y="263080"/>
                    <a:pt x="55626" y="262509"/>
                  </a:cubicBezTo>
                  <a:cubicBezTo>
                    <a:pt x="56102" y="261652"/>
                    <a:pt x="56292" y="258794"/>
                    <a:pt x="56197" y="258604"/>
                  </a:cubicBezTo>
                  <a:cubicBezTo>
                    <a:pt x="56102" y="258413"/>
                    <a:pt x="54483" y="256318"/>
                    <a:pt x="53626" y="255937"/>
                  </a:cubicBezTo>
                  <a:cubicBezTo>
                    <a:pt x="53054" y="255746"/>
                    <a:pt x="51816" y="255842"/>
                    <a:pt x="51149" y="255842"/>
                  </a:cubicBezTo>
                  <a:cubicBezTo>
                    <a:pt x="50292" y="255842"/>
                    <a:pt x="48482" y="256508"/>
                    <a:pt x="47720" y="256222"/>
                  </a:cubicBezTo>
                  <a:cubicBezTo>
                    <a:pt x="46863" y="255842"/>
                    <a:pt x="46196" y="254032"/>
                    <a:pt x="45529" y="253365"/>
                  </a:cubicBezTo>
                  <a:cubicBezTo>
                    <a:pt x="44958" y="252794"/>
                    <a:pt x="43529" y="252127"/>
                    <a:pt x="43148" y="251365"/>
                  </a:cubicBezTo>
                  <a:cubicBezTo>
                    <a:pt x="42672" y="250603"/>
                    <a:pt x="42672" y="248603"/>
                    <a:pt x="42291" y="247745"/>
                  </a:cubicBezTo>
                  <a:cubicBezTo>
                    <a:pt x="42100" y="247174"/>
                    <a:pt x="41148" y="246126"/>
                    <a:pt x="41053" y="245554"/>
                  </a:cubicBezTo>
                  <a:cubicBezTo>
                    <a:pt x="40957" y="244888"/>
                    <a:pt x="41338" y="243554"/>
                    <a:pt x="41719" y="242983"/>
                  </a:cubicBezTo>
                  <a:cubicBezTo>
                    <a:pt x="42100" y="242411"/>
                    <a:pt x="43720" y="241745"/>
                    <a:pt x="43910" y="241078"/>
                  </a:cubicBezTo>
                  <a:cubicBezTo>
                    <a:pt x="44196" y="240221"/>
                    <a:pt x="43720" y="238411"/>
                    <a:pt x="43434" y="237649"/>
                  </a:cubicBezTo>
                  <a:cubicBezTo>
                    <a:pt x="43148" y="236982"/>
                    <a:pt x="41815" y="236029"/>
                    <a:pt x="41719" y="235363"/>
                  </a:cubicBezTo>
                  <a:cubicBezTo>
                    <a:pt x="41624" y="234887"/>
                    <a:pt x="41815" y="233839"/>
                    <a:pt x="42100" y="233458"/>
                  </a:cubicBezTo>
                  <a:cubicBezTo>
                    <a:pt x="42481" y="232982"/>
                    <a:pt x="43815" y="232982"/>
                    <a:pt x="44196" y="232601"/>
                  </a:cubicBezTo>
                  <a:cubicBezTo>
                    <a:pt x="44672" y="232029"/>
                    <a:pt x="45339" y="230505"/>
                    <a:pt x="45244" y="229838"/>
                  </a:cubicBezTo>
                  <a:cubicBezTo>
                    <a:pt x="45148" y="229171"/>
                    <a:pt x="44005" y="228314"/>
                    <a:pt x="43720" y="227743"/>
                  </a:cubicBezTo>
                  <a:cubicBezTo>
                    <a:pt x="43243" y="226790"/>
                    <a:pt x="43053" y="224600"/>
                    <a:pt x="42481" y="223742"/>
                  </a:cubicBezTo>
                  <a:cubicBezTo>
                    <a:pt x="42100" y="223266"/>
                    <a:pt x="40672" y="222790"/>
                    <a:pt x="40386" y="222218"/>
                  </a:cubicBezTo>
                  <a:cubicBezTo>
                    <a:pt x="40005" y="221456"/>
                    <a:pt x="40576" y="219742"/>
                    <a:pt x="40481" y="218980"/>
                  </a:cubicBezTo>
                  <a:cubicBezTo>
                    <a:pt x="40386" y="218027"/>
                    <a:pt x="39909" y="216218"/>
                    <a:pt x="39433" y="215455"/>
                  </a:cubicBezTo>
                  <a:cubicBezTo>
                    <a:pt x="39052" y="214694"/>
                    <a:pt x="37814" y="213455"/>
                    <a:pt x="37052" y="213074"/>
                  </a:cubicBezTo>
                  <a:cubicBezTo>
                    <a:pt x="36385" y="212693"/>
                    <a:pt x="34576" y="212693"/>
                    <a:pt x="33909" y="212122"/>
                  </a:cubicBezTo>
                  <a:cubicBezTo>
                    <a:pt x="33433" y="211741"/>
                    <a:pt x="32766" y="210598"/>
                    <a:pt x="32671" y="210026"/>
                  </a:cubicBezTo>
                  <a:cubicBezTo>
                    <a:pt x="32575" y="209264"/>
                    <a:pt x="33528" y="207836"/>
                    <a:pt x="33338" y="207074"/>
                  </a:cubicBezTo>
                  <a:cubicBezTo>
                    <a:pt x="33147" y="206312"/>
                    <a:pt x="31813" y="205454"/>
                    <a:pt x="31337" y="204788"/>
                  </a:cubicBezTo>
                  <a:cubicBezTo>
                    <a:pt x="30861" y="203930"/>
                    <a:pt x="30480" y="201930"/>
                    <a:pt x="29813" y="201263"/>
                  </a:cubicBezTo>
                  <a:cubicBezTo>
                    <a:pt x="29337" y="200787"/>
                    <a:pt x="27908" y="200596"/>
                    <a:pt x="27337" y="200216"/>
                  </a:cubicBezTo>
                  <a:cubicBezTo>
                    <a:pt x="26575" y="199739"/>
                    <a:pt x="25622" y="198215"/>
                    <a:pt x="24860" y="197739"/>
                  </a:cubicBezTo>
                  <a:cubicBezTo>
                    <a:pt x="24003" y="197263"/>
                    <a:pt x="21907" y="197453"/>
                    <a:pt x="21050" y="196977"/>
                  </a:cubicBezTo>
                  <a:cubicBezTo>
                    <a:pt x="20193" y="196501"/>
                    <a:pt x="19240" y="194786"/>
                    <a:pt x="18764" y="193929"/>
                  </a:cubicBezTo>
                  <a:cubicBezTo>
                    <a:pt x="18002" y="192691"/>
                    <a:pt x="16669" y="190119"/>
                    <a:pt x="15907" y="188881"/>
                  </a:cubicBezTo>
                  <a:cubicBezTo>
                    <a:pt x="15526" y="188214"/>
                    <a:pt x="14764" y="186595"/>
                    <a:pt x="14097" y="186119"/>
                  </a:cubicBezTo>
                  <a:cubicBezTo>
                    <a:pt x="13525" y="185642"/>
                    <a:pt x="11716" y="185547"/>
                    <a:pt x="11144" y="185071"/>
                  </a:cubicBezTo>
                  <a:cubicBezTo>
                    <a:pt x="10668" y="184690"/>
                    <a:pt x="9811" y="182785"/>
                    <a:pt x="9811" y="182785"/>
                  </a:cubicBezTo>
                  <a:lnTo>
                    <a:pt x="0" y="27051"/>
                  </a:lnTo>
                  <a:lnTo>
                    <a:pt x="135159" y="17145"/>
                  </a:lnTo>
                  <a:lnTo>
                    <a:pt x="332422" y="3048"/>
                  </a:lnTo>
                  <a:lnTo>
                    <a:pt x="371761" y="0"/>
                  </a:lnTo>
                  <a:cubicBezTo>
                    <a:pt x="371761" y="762"/>
                    <a:pt x="371761" y="1429"/>
                    <a:pt x="371475" y="1905"/>
                  </a:cubicBezTo>
                  <a:cubicBezTo>
                    <a:pt x="370903" y="3143"/>
                    <a:pt x="368332" y="4572"/>
                    <a:pt x="367665" y="5715"/>
                  </a:cubicBezTo>
                  <a:cubicBezTo>
                    <a:pt x="366998" y="6858"/>
                    <a:pt x="366236" y="9525"/>
                    <a:pt x="366426" y="10859"/>
                  </a:cubicBezTo>
                  <a:cubicBezTo>
                    <a:pt x="366522" y="11906"/>
                    <a:pt x="367379" y="13907"/>
                    <a:pt x="368141" y="14669"/>
                  </a:cubicBezTo>
                  <a:cubicBezTo>
                    <a:pt x="368998" y="15526"/>
                    <a:pt x="371284" y="16669"/>
                    <a:pt x="372427" y="16764"/>
                  </a:cubicBezTo>
                  <a:cubicBezTo>
                    <a:pt x="373380" y="16764"/>
                    <a:pt x="375475" y="16097"/>
                    <a:pt x="376142" y="15430"/>
                  </a:cubicBezTo>
                  <a:cubicBezTo>
                    <a:pt x="376999" y="14478"/>
                    <a:pt x="377571" y="11621"/>
                    <a:pt x="377380" y="10287"/>
                  </a:cubicBezTo>
                  <a:cubicBezTo>
                    <a:pt x="377285" y="9144"/>
                    <a:pt x="375475" y="7429"/>
                    <a:pt x="375285" y="6382"/>
                  </a:cubicBezTo>
                  <a:cubicBezTo>
                    <a:pt x="375190" y="5620"/>
                    <a:pt x="375666" y="3905"/>
                    <a:pt x="376142" y="3238"/>
                  </a:cubicBezTo>
                  <a:cubicBezTo>
                    <a:pt x="376523" y="2667"/>
                    <a:pt x="377666" y="1714"/>
                    <a:pt x="378428" y="1619"/>
                  </a:cubicBezTo>
                  <a:cubicBezTo>
                    <a:pt x="379285" y="1524"/>
                    <a:pt x="381095" y="2477"/>
                    <a:pt x="381667" y="3143"/>
                  </a:cubicBezTo>
                  <a:cubicBezTo>
                    <a:pt x="382429" y="4001"/>
                    <a:pt x="382524" y="6477"/>
                    <a:pt x="383000" y="7525"/>
                  </a:cubicBezTo>
                  <a:cubicBezTo>
                    <a:pt x="383667" y="9144"/>
                    <a:pt x="386334" y="12002"/>
                    <a:pt x="386334" y="13716"/>
                  </a:cubicBezTo>
                  <a:cubicBezTo>
                    <a:pt x="386334" y="15335"/>
                    <a:pt x="384619" y="18574"/>
                    <a:pt x="383476" y="19717"/>
                  </a:cubicBezTo>
                  <a:cubicBezTo>
                    <a:pt x="382619" y="20574"/>
                    <a:pt x="380047" y="21241"/>
                    <a:pt x="379000" y="21908"/>
                  </a:cubicBezTo>
                  <a:cubicBezTo>
                    <a:pt x="378047" y="22574"/>
                    <a:pt x="376142" y="23908"/>
                    <a:pt x="375571" y="24860"/>
                  </a:cubicBezTo>
                  <a:cubicBezTo>
                    <a:pt x="374713" y="26384"/>
                    <a:pt x="374428" y="30004"/>
                    <a:pt x="374523" y="31813"/>
                  </a:cubicBezTo>
                  <a:cubicBezTo>
                    <a:pt x="374523" y="33052"/>
                    <a:pt x="374999" y="35719"/>
                    <a:pt x="375475" y="36957"/>
                  </a:cubicBezTo>
                  <a:cubicBezTo>
                    <a:pt x="375856" y="37814"/>
                    <a:pt x="376999" y="39624"/>
                    <a:pt x="377857" y="40005"/>
                  </a:cubicBezTo>
                  <a:cubicBezTo>
                    <a:pt x="378809" y="40386"/>
                    <a:pt x="381000" y="39624"/>
                    <a:pt x="382048" y="39624"/>
                  </a:cubicBezTo>
                  <a:cubicBezTo>
                    <a:pt x="383572" y="39624"/>
                    <a:pt x="386810" y="39529"/>
                    <a:pt x="387953" y="40386"/>
                  </a:cubicBezTo>
                  <a:cubicBezTo>
                    <a:pt x="388810" y="41053"/>
                    <a:pt x="389953" y="43244"/>
                    <a:pt x="389763" y="44387"/>
                  </a:cubicBezTo>
                  <a:cubicBezTo>
                    <a:pt x="389572" y="45625"/>
                    <a:pt x="387382" y="47530"/>
                    <a:pt x="386429" y="48387"/>
                  </a:cubicBezTo>
                  <a:cubicBezTo>
                    <a:pt x="385286" y="49435"/>
                    <a:pt x="382333" y="50863"/>
                    <a:pt x="381286" y="52007"/>
                  </a:cubicBezTo>
                  <a:cubicBezTo>
                    <a:pt x="380238" y="53150"/>
                    <a:pt x="378523" y="55721"/>
                    <a:pt x="378333" y="57245"/>
                  </a:cubicBezTo>
                  <a:cubicBezTo>
                    <a:pt x="378142" y="58484"/>
                    <a:pt x="378905" y="61055"/>
                    <a:pt x="379571" y="62008"/>
                  </a:cubicBezTo>
                  <a:cubicBezTo>
                    <a:pt x="380143" y="62770"/>
                    <a:pt x="381952" y="63913"/>
                    <a:pt x="383000" y="64008"/>
                  </a:cubicBezTo>
                  <a:cubicBezTo>
                    <a:pt x="384238" y="64103"/>
                    <a:pt x="386620" y="62579"/>
                    <a:pt x="387667" y="61913"/>
                  </a:cubicBezTo>
                  <a:cubicBezTo>
                    <a:pt x="388525" y="61341"/>
                    <a:pt x="390239" y="60103"/>
                    <a:pt x="390811" y="59246"/>
                  </a:cubicBezTo>
                  <a:cubicBezTo>
                    <a:pt x="391382" y="58484"/>
                    <a:pt x="391573" y="56483"/>
                    <a:pt x="392049" y="55721"/>
                  </a:cubicBezTo>
                  <a:cubicBezTo>
                    <a:pt x="392430" y="55054"/>
                    <a:pt x="393573" y="53626"/>
                    <a:pt x="394335" y="53530"/>
                  </a:cubicBezTo>
                  <a:cubicBezTo>
                    <a:pt x="395288" y="53435"/>
                    <a:pt x="397097" y="54578"/>
                    <a:pt x="397573" y="55340"/>
                  </a:cubicBezTo>
                  <a:cubicBezTo>
                    <a:pt x="398335" y="56388"/>
                    <a:pt x="398621" y="59246"/>
                    <a:pt x="398240" y="60484"/>
                  </a:cubicBezTo>
                  <a:cubicBezTo>
                    <a:pt x="397859" y="61817"/>
                    <a:pt x="395668" y="64008"/>
                    <a:pt x="394430" y="64770"/>
                  </a:cubicBezTo>
                  <a:cubicBezTo>
                    <a:pt x="393382" y="65437"/>
                    <a:pt x="390811" y="65437"/>
                    <a:pt x="389858" y="66199"/>
                  </a:cubicBezTo>
                  <a:cubicBezTo>
                    <a:pt x="389382" y="66580"/>
                    <a:pt x="388334" y="67818"/>
                    <a:pt x="388430" y="68485"/>
                  </a:cubicBezTo>
                  <a:cubicBezTo>
                    <a:pt x="388525" y="69342"/>
                    <a:pt x="390144" y="70295"/>
                    <a:pt x="390811" y="70771"/>
                  </a:cubicBezTo>
                  <a:cubicBezTo>
                    <a:pt x="391573" y="71247"/>
                    <a:pt x="393192" y="72104"/>
                    <a:pt x="393954" y="72390"/>
                  </a:cubicBezTo>
                  <a:cubicBezTo>
                    <a:pt x="395192" y="72771"/>
                    <a:pt x="397859" y="72580"/>
                    <a:pt x="399002" y="73343"/>
                  </a:cubicBezTo>
                  <a:cubicBezTo>
                    <a:pt x="399574" y="73819"/>
                    <a:pt x="400431" y="75057"/>
                    <a:pt x="400621" y="75819"/>
                  </a:cubicBezTo>
                  <a:cubicBezTo>
                    <a:pt x="400812" y="76486"/>
                    <a:pt x="400621" y="78010"/>
                    <a:pt x="400145" y="78581"/>
                  </a:cubicBezTo>
                  <a:cubicBezTo>
                    <a:pt x="399764" y="79058"/>
                    <a:pt x="398335" y="79248"/>
                    <a:pt x="397764" y="79248"/>
                  </a:cubicBezTo>
                  <a:cubicBezTo>
                    <a:pt x="396716" y="79248"/>
                    <a:pt x="394430" y="78962"/>
                    <a:pt x="393573" y="78296"/>
                  </a:cubicBezTo>
                  <a:cubicBezTo>
                    <a:pt x="392811" y="77724"/>
                    <a:pt x="392049" y="75914"/>
                    <a:pt x="391477" y="75152"/>
                  </a:cubicBezTo>
                  <a:cubicBezTo>
                    <a:pt x="390906" y="74390"/>
                    <a:pt x="389668" y="72866"/>
                    <a:pt x="388906" y="72295"/>
                  </a:cubicBezTo>
                  <a:cubicBezTo>
                    <a:pt x="388334" y="71819"/>
                    <a:pt x="386905" y="70485"/>
                    <a:pt x="386239" y="70771"/>
                  </a:cubicBezTo>
                  <a:cubicBezTo>
                    <a:pt x="385667" y="71057"/>
                    <a:pt x="385858" y="72676"/>
                    <a:pt x="385572" y="73343"/>
                  </a:cubicBezTo>
                  <a:cubicBezTo>
                    <a:pt x="385286" y="74200"/>
                    <a:pt x="384334" y="76486"/>
                    <a:pt x="384334" y="76676"/>
                  </a:cubicBezTo>
                  <a:cubicBezTo>
                    <a:pt x="384334" y="76867"/>
                    <a:pt x="384810" y="79915"/>
                    <a:pt x="385286" y="80867"/>
                  </a:cubicBezTo>
                  <a:cubicBezTo>
                    <a:pt x="385667" y="81629"/>
                    <a:pt x="386715" y="83058"/>
                    <a:pt x="387477" y="83439"/>
                  </a:cubicBezTo>
                  <a:cubicBezTo>
                    <a:pt x="388239" y="83915"/>
                    <a:pt x="390144" y="83820"/>
                    <a:pt x="391001" y="84296"/>
                  </a:cubicBezTo>
                  <a:cubicBezTo>
                    <a:pt x="391954" y="84772"/>
                    <a:pt x="393287" y="86773"/>
                    <a:pt x="394240" y="87249"/>
                  </a:cubicBezTo>
                  <a:cubicBezTo>
                    <a:pt x="395001" y="87630"/>
                    <a:pt x="396907" y="88202"/>
                    <a:pt x="397764" y="87821"/>
                  </a:cubicBezTo>
                  <a:cubicBezTo>
                    <a:pt x="398907" y="87344"/>
                    <a:pt x="399097" y="84201"/>
                    <a:pt x="400145" y="83534"/>
                  </a:cubicBezTo>
                  <a:cubicBezTo>
                    <a:pt x="400812" y="83153"/>
                    <a:pt x="402526" y="82963"/>
                    <a:pt x="403193" y="83344"/>
                  </a:cubicBezTo>
                  <a:cubicBezTo>
                    <a:pt x="403955" y="83725"/>
                    <a:pt x="404717" y="85344"/>
                    <a:pt x="405003" y="86106"/>
                  </a:cubicBezTo>
                  <a:cubicBezTo>
                    <a:pt x="405384" y="87249"/>
                    <a:pt x="405955" y="89916"/>
                    <a:pt x="405193" y="90869"/>
                  </a:cubicBezTo>
                  <a:cubicBezTo>
                    <a:pt x="404526" y="91630"/>
                    <a:pt x="401955" y="90773"/>
                    <a:pt x="401193" y="91440"/>
                  </a:cubicBezTo>
                  <a:cubicBezTo>
                    <a:pt x="400431" y="92202"/>
                    <a:pt x="400240" y="94583"/>
                    <a:pt x="400240" y="95726"/>
                  </a:cubicBezTo>
                  <a:cubicBezTo>
                    <a:pt x="400240" y="96679"/>
                    <a:pt x="400717" y="98584"/>
                    <a:pt x="401383" y="99251"/>
                  </a:cubicBezTo>
                  <a:cubicBezTo>
                    <a:pt x="402145" y="100013"/>
                    <a:pt x="404431" y="100489"/>
                    <a:pt x="405574" y="100394"/>
                  </a:cubicBezTo>
                  <a:cubicBezTo>
                    <a:pt x="406813" y="100298"/>
                    <a:pt x="409003" y="98584"/>
                    <a:pt x="410242" y="98488"/>
                  </a:cubicBezTo>
                  <a:cubicBezTo>
                    <a:pt x="411289" y="98393"/>
                    <a:pt x="413766" y="98679"/>
                    <a:pt x="414528" y="99441"/>
                  </a:cubicBezTo>
                  <a:cubicBezTo>
                    <a:pt x="415195" y="100203"/>
                    <a:pt x="415480" y="102584"/>
                    <a:pt x="415195" y="103537"/>
                  </a:cubicBezTo>
                  <a:cubicBezTo>
                    <a:pt x="414909" y="104680"/>
                    <a:pt x="413004" y="106489"/>
                    <a:pt x="412051" y="107252"/>
                  </a:cubicBezTo>
                  <a:cubicBezTo>
                    <a:pt x="411480" y="107728"/>
                    <a:pt x="410146" y="108680"/>
                    <a:pt x="409384" y="108776"/>
                  </a:cubicBezTo>
                  <a:cubicBezTo>
                    <a:pt x="408432" y="108871"/>
                    <a:pt x="406527" y="107156"/>
                    <a:pt x="405670" y="107728"/>
                  </a:cubicBezTo>
                  <a:cubicBezTo>
                    <a:pt x="405098" y="108109"/>
                    <a:pt x="404908" y="109823"/>
                    <a:pt x="405098" y="110585"/>
                  </a:cubicBezTo>
                  <a:cubicBezTo>
                    <a:pt x="405289" y="111347"/>
                    <a:pt x="406813" y="112395"/>
                    <a:pt x="406908" y="113252"/>
                  </a:cubicBezTo>
                  <a:cubicBezTo>
                    <a:pt x="407098" y="114205"/>
                    <a:pt x="406622" y="116300"/>
                    <a:pt x="406241" y="117253"/>
                  </a:cubicBezTo>
                  <a:cubicBezTo>
                    <a:pt x="405860" y="118110"/>
                    <a:pt x="405003" y="120110"/>
                    <a:pt x="404146" y="120491"/>
                  </a:cubicBezTo>
                  <a:cubicBezTo>
                    <a:pt x="403288" y="120777"/>
                    <a:pt x="401383" y="119920"/>
                    <a:pt x="400717" y="119253"/>
                  </a:cubicBezTo>
                  <a:cubicBezTo>
                    <a:pt x="400336" y="118777"/>
                    <a:pt x="400526" y="117158"/>
                    <a:pt x="400050" y="116872"/>
                  </a:cubicBezTo>
                  <a:cubicBezTo>
                    <a:pt x="399478" y="116491"/>
                    <a:pt x="397859" y="116872"/>
                    <a:pt x="397288" y="117253"/>
                  </a:cubicBezTo>
                  <a:cubicBezTo>
                    <a:pt x="396430" y="117824"/>
                    <a:pt x="396049" y="120205"/>
                    <a:pt x="395192" y="120682"/>
                  </a:cubicBezTo>
                  <a:cubicBezTo>
                    <a:pt x="394335" y="121158"/>
                    <a:pt x="392334" y="120205"/>
                    <a:pt x="391477" y="120491"/>
                  </a:cubicBezTo>
                  <a:cubicBezTo>
                    <a:pt x="390525" y="120872"/>
                    <a:pt x="389382" y="122872"/>
                    <a:pt x="388430" y="123349"/>
                  </a:cubicBezTo>
                  <a:cubicBezTo>
                    <a:pt x="387477" y="123730"/>
                    <a:pt x="385096" y="123254"/>
                    <a:pt x="384238" y="123825"/>
                  </a:cubicBezTo>
                  <a:cubicBezTo>
                    <a:pt x="382905" y="124778"/>
                    <a:pt x="381571" y="128016"/>
                    <a:pt x="381381" y="129540"/>
                  </a:cubicBezTo>
                  <a:cubicBezTo>
                    <a:pt x="381190" y="130778"/>
                    <a:pt x="381571" y="133350"/>
                    <a:pt x="382333" y="134398"/>
                  </a:cubicBezTo>
                  <a:cubicBezTo>
                    <a:pt x="382905" y="135160"/>
                    <a:pt x="385000" y="135922"/>
                    <a:pt x="386048" y="136112"/>
                  </a:cubicBezTo>
                  <a:cubicBezTo>
                    <a:pt x="386905" y="136208"/>
                    <a:pt x="388715" y="135636"/>
                    <a:pt x="389572" y="135446"/>
                  </a:cubicBezTo>
                  <a:cubicBezTo>
                    <a:pt x="390525" y="135160"/>
                    <a:pt x="392144" y="133921"/>
                    <a:pt x="393097" y="133921"/>
                  </a:cubicBezTo>
                  <a:cubicBezTo>
                    <a:pt x="394049" y="133826"/>
                    <a:pt x="395764" y="134874"/>
                    <a:pt x="396716" y="134969"/>
                  </a:cubicBezTo>
                  <a:cubicBezTo>
                    <a:pt x="397288" y="134969"/>
                    <a:pt x="398716" y="135160"/>
                    <a:pt x="399097" y="134684"/>
                  </a:cubicBezTo>
                  <a:cubicBezTo>
                    <a:pt x="399478" y="134112"/>
                    <a:pt x="398812" y="132588"/>
                    <a:pt x="398716" y="131921"/>
                  </a:cubicBezTo>
                  <a:cubicBezTo>
                    <a:pt x="398621" y="131254"/>
                    <a:pt x="398240" y="129921"/>
                    <a:pt x="398240" y="129159"/>
                  </a:cubicBezTo>
                  <a:cubicBezTo>
                    <a:pt x="398240" y="128492"/>
                    <a:pt x="397955" y="126968"/>
                    <a:pt x="398526" y="126587"/>
                  </a:cubicBezTo>
                  <a:cubicBezTo>
                    <a:pt x="399288" y="126111"/>
                    <a:pt x="401193" y="127349"/>
                    <a:pt x="401955" y="127826"/>
                  </a:cubicBezTo>
                  <a:cubicBezTo>
                    <a:pt x="402526" y="128207"/>
                    <a:pt x="403765" y="129064"/>
                    <a:pt x="404050" y="129730"/>
                  </a:cubicBezTo>
                  <a:cubicBezTo>
                    <a:pt x="404526" y="130778"/>
                    <a:pt x="404622" y="133255"/>
                    <a:pt x="404336" y="134303"/>
                  </a:cubicBezTo>
                  <a:cubicBezTo>
                    <a:pt x="404146" y="135064"/>
                    <a:pt x="403098" y="136398"/>
                    <a:pt x="402526" y="136970"/>
                  </a:cubicBezTo>
                  <a:cubicBezTo>
                    <a:pt x="401574" y="138017"/>
                    <a:pt x="399478" y="139732"/>
                    <a:pt x="398335" y="140589"/>
                  </a:cubicBezTo>
                  <a:cubicBezTo>
                    <a:pt x="397859" y="140970"/>
                    <a:pt x="396621" y="141256"/>
                    <a:pt x="396335" y="141732"/>
                  </a:cubicBezTo>
                  <a:cubicBezTo>
                    <a:pt x="395859" y="142399"/>
                    <a:pt x="396049" y="144399"/>
                    <a:pt x="395573" y="145161"/>
                  </a:cubicBezTo>
                  <a:cubicBezTo>
                    <a:pt x="395192" y="145733"/>
                    <a:pt x="394144" y="146780"/>
                    <a:pt x="393478" y="146780"/>
                  </a:cubicBezTo>
                  <a:cubicBezTo>
                    <a:pt x="392906" y="146780"/>
                    <a:pt x="392144" y="145542"/>
                    <a:pt x="391668" y="145066"/>
                  </a:cubicBezTo>
                  <a:cubicBezTo>
                    <a:pt x="391192" y="144589"/>
                    <a:pt x="390620" y="143351"/>
                    <a:pt x="390049" y="143066"/>
                  </a:cubicBezTo>
                  <a:cubicBezTo>
                    <a:pt x="389382" y="142685"/>
                    <a:pt x="387763" y="142589"/>
                    <a:pt x="387001" y="142875"/>
                  </a:cubicBezTo>
                  <a:cubicBezTo>
                    <a:pt x="386239" y="143161"/>
                    <a:pt x="384715" y="144304"/>
                    <a:pt x="384429" y="145161"/>
                  </a:cubicBezTo>
                  <a:cubicBezTo>
                    <a:pt x="384143" y="146018"/>
                    <a:pt x="384810" y="147828"/>
                    <a:pt x="385381" y="148400"/>
                  </a:cubicBezTo>
                  <a:cubicBezTo>
                    <a:pt x="386239" y="149257"/>
                    <a:pt x="388620" y="149828"/>
                    <a:pt x="389763" y="150019"/>
                  </a:cubicBezTo>
                  <a:cubicBezTo>
                    <a:pt x="390811" y="150209"/>
                    <a:pt x="392906" y="149352"/>
                    <a:pt x="393859" y="149828"/>
                  </a:cubicBezTo>
                  <a:cubicBezTo>
                    <a:pt x="394621" y="150114"/>
                    <a:pt x="395859" y="151543"/>
                    <a:pt x="395954" y="152305"/>
                  </a:cubicBezTo>
                  <a:cubicBezTo>
                    <a:pt x="396049" y="152971"/>
                    <a:pt x="395383" y="154210"/>
                    <a:pt x="395001" y="154686"/>
                  </a:cubicBezTo>
                  <a:cubicBezTo>
                    <a:pt x="394240" y="155734"/>
                    <a:pt x="392334" y="157544"/>
                    <a:pt x="391192" y="157925"/>
                  </a:cubicBezTo>
                  <a:cubicBezTo>
                    <a:pt x="390239" y="158305"/>
                    <a:pt x="388048" y="157544"/>
                    <a:pt x="387096" y="157829"/>
                  </a:cubicBezTo>
                  <a:cubicBezTo>
                    <a:pt x="386143" y="158115"/>
                    <a:pt x="384238" y="159353"/>
                    <a:pt x="383667" y="160211"/>
                  </a:cubicBezTo>
                  <a:cubicBezTo>
                    <a:pt x="383095" y="161068"/>
                    <a:pt x="382809" y="163163"/>
                    <a:pt x="382905" y="164211"/>
                  </a:cubicBezTo>
                  <a:cubicBezTo>
                    <a:pt x="383000" y="165449"/>
                    <a:pt x="384810" y="167926"/>
                    <a:pt x="384429" y="169164"/>
                  </a:cubicBezTo>
                  <a:cubicBezTo>
                    <a:pt x="384238" y="169831"/>
                    <a:pt x="382714" y="170593"/>
                    <a:pt x="382143" y="170974"/>
                  </a:cubicBezTo>
                  <a:cubicBezTo>
                    <a:pt x="381667" y="171355"/>
                    <a:pt x="380619" y="171831"/>
                    <a:pt x="380238" y="172212"/>
                  </a:cubicBezTo>
                  <a:cubicBezTo>
                    <a:pt x="379476" y="172879"/>
                    <a:pt x="378428" y="174784"/>
                    <a:pt x="377666" y="175451"/>
                  </a:cubicBezTo>
                  <a:cubicBezTo>
                    <a:pt x="377285" y="175832"/>
                    <a:pt x="376238" y="176498"/>
                    <a:pt x="375666" y="176784"/>
                  </a:cubicBezTo>
                  <a:cubicBezTo>
                    <a:pt x="375094" y="177165"/>
                    <a:pt x="373666" y="177451"/>
                    <a:pt x="373475" y="178022"/>
                  </a:cubicBezTo>
                  <a:cubicBezTo>
                    <a:pt x="373284" y="178594"/>
                    <a:pt x="374142" y="179832"/>
                    <a:pt x="374618" y="180308"/>
                  </a:cubicBezTo>
                  <a:cubicBezTo>
                    <a:pt x="375190" y="180975"/>
                    <a:pt x="376999" y="181451"/>
                    <a:pt x="377380" y="182213"/>
                  </a:cubicBezTo>
                  <a:cubicBezTo>
                    <a:pt x="377761" y="182975"/>
                    <a:pt x="377476" y="185071"/>
                    <a:pt x="376904" y="185738"/>
                  </a:cubicBezTo>
                  <a:cubicBezTo>
                    <a:pt x="376523" y="186214"/>
                    <a:pt x="375190" y="186690"/>
                    <a:pt x="374523" y="186500"/>
                  </a:cubicBezTo>
                  <a:cubicBezTo>
                    <a:pt x="373380" y="186214"/>
                    <a:pt x="371951" y="183928"/>
                    <a:pt x="371284" y="182880"/>
                  </a:cubicBezTo>
                  <a:cubicBezTo>
                    <a:pt x="370808" y="182213"/>
                    <a:pt x="370427" y="180308"/>
                    <a:pt x="369665" y="179927"/>
                  </a:cubicBezTo>
                  <a:cubicBezTo>
                    <a:pt x="369189" y="179642"/>
                    <a:pt x="368046" y="179737"/>
                    <a:pt x="367474" y="179927"/>
                  </a:cubicBezTo>
                  <a:cubicBezTo>
                    <a:pt x="366522" y="180213"/>
                    <a:pt x="364522" y="181166"/>
                    <a:pt x="363950" y="182023"/>
                  </a:cubicBezTo>
                  <a:cubicBezTo>
                    <a:pt x="363093" y="183356"/>
                    <a:pt x="363569" y="186785"/>
                    <a:pt x="363379" y="188404"/>
                  </a:cubicBezTo>
                  <a:cubicBezTo>
                    <a:pt x="363283" y="189452"/>
                    <a:pt x="362712" y="191643"/>
                    <a:pt x="362998" y="192691"/>
                  </a:cubicBezTo>
                  <a:cubicBezTo>
                    <a:pt x="363283" y="193643"/>
                    <a:pt x="365093" y="194882"/>
                    <a:pt x="365188" y="195834"/>
                  </a:cubicBezTo>
                  <a:cubicBezTo>
                    <a:pt x="365284" y="196596"/>
                    <a:pt x="364426" y="198025"/>
                    <a:pt x="363855" y="198596"/>
                  </a:cubicBezTo>
                  <a:cubicBezTo>
                    <a:pt x="363283" y="199168"/>
                    <a:pt x="361474" y="199358"/>
                    <a:pt x="360902" y="199835"/>
                  </a:cubicBezTo>
                  <a:cubicBezTo>
                    <a:pt x="360045" y="200501"/>
                    <a:pt x="358616" y="202216"/>
                    <a:pt x="358426" y="203359"/>
                  </a:cubicBezTo>
                  <a:cubicBezTo>
                    <a:pt x="358235" y="204407"/>
                    <a:pt x="359569" y="206312"/>
                    <a:pt x="359855" y="207359"/>
                  </a:cubicBezTo>
                  <a:cubicBezTo>
                    <a:pt x="360235" y="209169"/>
                    <a:pt x="360902" y="212788"/>
                    <a:pt x="360426" y="214598"/>
                  </a:cubicBezTo>
                  <a:cubicBezTo>
                    <a:pt x="360235" y="215455"/>
                    <a:pt x="359188" y="216884"/>
                    <a:pt x="358426" y="217456"/>
                  </a:cubicBezTo>
                  <a:cubicBezTo>
                    <a:pt x="357759" y="217932"/>
                    <a:pt x="356140" y="218313"/>
                    <a:pt x="355282" y="218408"/>
                  </a:cubicBezTo>
                  <a:cubicBezTo>
                    <a:pt x="354711" y="218504"/>
                    <a:pt x="353473" y="218504"/>
                    <a:pt x="352901" y="218313"/>
                  </a:cubicBezTo>
                  <a:cubicBezTo>
                    <a:pt x="351949" y="217932"/>
                    <a:pt x="350710" y="216122"/>
                    <a:pt x="349853" y="215551"/>
                  </a:cubicBezTo>
                  <a:cubicBezTo>
                    <a:pt x="349186" y="215170"/>
                    <a:pt x="347663" y="214217"/>
                    <a:pt x="346805" y="214313"/>
                  </a:cubicBezTo>
                  <a:cubicBezTo>
                    <a:pt x="346329" y="214408"/>
                    <a:pt x="345376" y="215170"/>
                    <a:pt x="345091" y="215551"/>
                  </a:cubicBezTo>
                  <a:cubicBezTo>
                    <a:pt x="344519" y="216408"/>
                    <a:pt x="344043" y="218504"/>
                    <a:pt x="344424" y="219551"/>
                  </a:cubicBezTo>
                  <a:cubicBezTo>
                    <a:pt x="344709" y="220504"/>
                    <a:pt x="346329" y="221742"/>
                    <a:pt x="347091" y="222409"/>
                  </a:cubicBezTo>
                  <a:cubicBezTo>
                    <a:pt x="347948" y="223076"/>
                    <a:pt x="349663" y="224314"/>
                    <a:pt x="350710" y="224409"/>
                  </a:cubicBezTo>
                  <a:cubicBezTo>
                    <a:pt x="351663" y="224504"/>
                    <a:pt x="353473" y="223552"/>
                    <a:pt x="354330" y="222980"/>
                  </a:cubicBezTo>
                  <a:cubicBezTo>
                    <a:pt x="354997" y="222599"/>
                    <a:pt x="355949" y="220980"/>
                    <a:pt x="356711" y="220694"/>
                  </a:cubicBezTo>
                  <a:cubicBezTo>
                    <a:pt x="357378" y="220409"/>
                    <a:pt x="358997" y="220504"/>
                    <a:pt x="359569" y="220885"/>
                  </a:cubicBezTo>
                  <a:cubicBezTo>
                    <a:pt x="360235" y="221361"/>
                    <a:pt x="360997" y="223171"/>
                    <a:pt x="360807" y="224028"/>
                  </a:cubicBezTo>
                  <a:cubicBezTo>
                    <a:pt x="360616" y="225647"/>
                    <a:pt x="357854" y="227933"/>
                    <a:pt x="356711" y="229076"/>
                  </a:cubicBezTo>
                  <a:cubicBezTo>
                    <a:pt x="355949" y="229838"/>
                    <a:pt x="354425" y="231267"/>
                    <a:pt x="353473" y="231743"/>
                  </a:cubicBezTo>
                  <a:cubicBezTo>
                    <a:pt x="352711" y="232124"/>
                    <a:pt x="351187" y="232505"/>
                    <a:pt x="350330" y="232601"/>
                  </a:cubicBezTo>
                  <a:cubicBezTo>
                    <a:pt x="349377" y="232696"/>
                    <a:pt x="347091" y="231648"/>
                    <a:pt x="346329" y="232315"/>
                  </a:cubicBezTo>
                  <a:cubicBezTo>
                    <a:pt x="345472" y="233077"/>
                    <a:pt x="345853" y="235649"/>
                    <a:pt x="345948" y="236792"/>
                  </a:cubicBezTo>
                  <a:cubicBezTo>
                    <a:pt x="345948" y="238125"/>
                    <a:pt x="346234" y="240887"/>
                    <a:pt x="346615" y="242221"/>
                  </a:cubicBezTo>
                  <a:cubicBezTo>
                    <a:pt x="346900" y="243173"/>
                    <a:pt x="347948" y="245650"/>
                    <a:pt x="348139" y="245840"/>
                  </a:cubicBezTo>
                  <a:cubicBezTo>
                    <a:pt x="348329" y="246031"/>
                    <a:pt x="350330" y="248412"/>
                    <a:pt x="351187" y="249174"/>
                  </a:cubicBezTo>
                  <a:cubicBezTo>
                    <a:pt x="351758" y="249746"/>
                    <a:pt x="353473" y="250317"/>
                    <a:pt x="353949" y="250984"/>
                  </a:cubicBezTo>
                  <a:cubicBezTo>
                    <a:pt x="354616" y="251936"/>
                    <a:pt x="355663" y="254413"/>
                    <a:pt x="355282" y="255556"/>
                  </a:cubicBezTo>
                  <a:cubicBezTo>
                    <a:pt x="355092" y="256318"/>
                    <a:pt x="353473" y="257366"/>
                    <a:pt x="352711" y="257651"/>
                  </a:cubicBezTo>
                  <a:cubicBezTo>
                    <a:pt x="351758" y="258032"/>
                    <a:pt x="349663" y="258318"/>
                    <a:pt x="348710" y="258032"/>
                  </a:cubicBezTo>
                  <a:cubicBezTo>
                    <a:pt x="347948" y="257746"/>
                    <a:pt x="346900" y="256318"/>
                    <a:pt x="346234" y="255746"/>
                  </a:cubicBezTo>
                  <a:cubicBezTo>
                    <a:pt x="345853" y="255461"/>
                    <a:pt x="344995" y="255175"/>
                    <a:pt x="344805" y="254794"/>
                  </a:cubicBezTo>
                  <a:cubicBezTo>
                    <a:pt x="344614" y="254222"/>
                    <a:pt x="345567" y="253175"/>
                    <a:pt x="345662" y="252603"/>
                  </a:cubicBezTo>
                  <a:cubicBezTo>
                    <a:pt x="345757" y="251746"/>
                    <a:pt x="345472" y="249936"/>
                    <a:pt x="345091" y="249174"/>
                  </a:cubicBezTo>
                  <a:cubicBezTo>
                    <a:pt x="344900" y="248698"/>
                    <a:pt x="344329" y="247745"/>
                    <a:pt x="343852" y="247650"/>
                  </a:cubicBezTo>
                  <a:cubicBezTo>
                    <a:pt x="343090" y="247460"/>
                    <a:pt x="341566" y="248507"/>
                    <a:pt x="340995" y="249079"/>
                  </a:cubicBezTo>
                  <a:cubicBezTo>
                    <a:pt x="340328" y="249936"/>
                    <a:pt x="339566" y="252222"/>
                    <a:pt x="339661" y="253365"/>
                  </a:cubicBezTo>
                  <a:cubicBezTo>
                    <a:pt x="339757" y="254222"/>
                    <a:pt x="340519" y="255842"/>
                    <a:pt x="341090" y="256508"/>
                  </a:cubicBezTo>
                  <a:cubicBezTo>
                    <a:pt x="341566" y="257080"/>
                    <a:pt x="343186" y="257746"/>
                    <a:pt x="343662" y="258413"/>
                  </a:cubicBezTo>
                  <a:cubicBezTo>
                    <a:pt x="344043" y="259080"/>
                    <a:pt x="343852" y="260890"/>
                    <a:pt x="344233" y="261557"/>
                  </a:cubicBezTo>
                  <a:cubicBezTo>
                    <a:pt x="344995" y="262700"/>
                    <a:pt x="347853" y="263366"/>
                    <a:pt x="348710" y="264414"/>
                  </a:cubicBezTo>
                  <a:cubicBezTo>
                    <a:pt x="349472" y="265271"/>
                    <a:pt x="350330" y="267557"/>
                    <a:pt x="350425" y="268700"/>
                  </a:cubicBezTo>
                  <a:cubicBezTo>
                    <a:pt x="350520" y="269843"/>
                    <a:pt x="350425" y="272415"/>
                    <a:pt x="349663" y="273368"/>
                  </a:cubicBezTo>
                  <a:cubicBezTo>
                    <a:pt x="348710" y="274511"/>
                    <a:pt x="345472" y="275082"/>
                    <a:pt x="343948" y="275368"/>
                  </a:cubicBezTo>
                  <a:cubicBezTo>
                    <a:pt x="343090" y="275558"/>
                    <a:pt x="341376" y="275749"/>
                    <a:pt x="340519" y="275558"/>
                  </a:cubicBezTo>
                  <a:cubicBezTo>
                    <a:pt x="339376" y="275272"/>
                    <a:pt x="337566" y="273558"/>
                    <a:pt x="336328" y="273463"/>
                  </a:cubicBezTo>
                  <a:cubicBezTo>
                    <a:pt x="335280" y="273368"/>
                    <a:pt x="332899" y="274034"/>
                    <a:pt x="332232" y="274796"/>
                  </a:cubicBezTo>
                  <a:cubicBezTo>
                    <a:pt x="331660" y="275463"/>
                    <a:pt x="331375" y="277368"/>
                    <a:pt x="331660" y="278225"/>
                  </a:cubicBezTo>
                  <a:cubicBezTo>
                    <a:pt x="331946" y="279178"/>
                    <a:pt x="333375" y="280607"/>
                    <a:pt x="334232" y="281083"/>
                  </a:cubicBezTo>
                  <a:cubicBezTo>
                    <a:pt x="335375" y="281845"/>
                    <a:pt x="338518" y="282035"/>
                    <a:pt x="339566" y="282988"/>
                  </a:cubicBezTo>
                  <a:cubicBezTo>
                    <a:pt x="340423" y="283750"/>
                    <a:pt x="341471" y="285845"/>
                    <a:pt x="341566" y="286988"/>
                  </a:cubicBezTo>
                  <a:cubicBezTo>
                    <a:pt x="341662" y="288131"/>
                    <a:pt x="340900" y="290417"/>
                    <a:pt x="340328" y="291370"/>
                  </a:cubicBezTo>
                  <a:cubicBezTo>
                    <a:pt x="339852" y="292132"/>
                    <a:pt x="338328" y="293084"/>
                    <a:pt x="337947" y="293942"/>
                  </a:cubicBezTo>
                  <a:cubicBezTo>
                    <a:pt x="337566" y="294704"/>
                    <a:pt x="337280" y="296418"/>
                    <a:pt x="337566" y="297180"/>
                  </a:cubicBezTo>
                  <a:cubicBezTo>
                    <a:pt x="337851" y="298323"/>
                    <a:pt x="339661" y="299942"/>
                    <a:pt x="340614" y="300704"/>
                  </a:cubicBezTo>
                  <a:cubicBezTo>
                    <a:pt x="341662" y="301466"/>
                    <a:pt x="344329" y="301847"/>
                    <a:pt x="345281" y="302705"/>
                  </a:cubicBezTo>
                  <a:cubicBezTo>
                    <a:pt x="346138" y="303467"/>
                    <a:pt x="347376" y="305657"/>
                    <a:pt x="347472" y="306896"/>
                  </a:cubicBezTo>
                  <a:cubicBezTo>
                    <a:pt x="347567" y="308038"/>
                    <a:pt x="346710" y="310420"/>
                    <a:pt x="345948" y="311277"/>
                  </a:cubicBezTo>
                  <a:cubicBezTo>
                    <a:pt x="345281" y="312134"/>
                    <a:pt x="343090" y="312706"/>
                    <a:pt x="342328" y="313277"/>
                  </a:cubicBezTo>
                  <a:cubicBezTo>
                    <a:pt x="341471" y="313849"/>
                    <a:pt x="339090" y="316135"/>
                    <a:pt x="339090" y="316135"/>
                  </a:cubicBezTo>
                  <a:lnTo>
                    <a:pt x="404431" y="309658"/>
                  </a:lnTo>
                  <a:lnTo>
                    <a:pt x="481965" y="302324"/>
                  </a:lnTo>
                  <a:lnTo>
                    <a:pt x="588359" y="290322"/>
                  </a:lnTo>
                  <a:cubicBezTo>
                    <a:pt x="588359" y="290322"/>
                    <a:pt x="589788" y="292322"/>
                    <a:pt x="589883" y="293180"/>
                  </a:cubicBezTo>
                  <a:cubicBezTo>
                    <a:pt x="589978" y="294132"/>
                    <a:pt x="589312" y="296037"/>
                    <a:pt x="588931" y="296894"/>
                  </a:cubicBezTo>
                  <a:cubicBezTo>
                    <a:pt x="588645" y="297466"/>
                    <a:pt x="587597" y="298513"/>
                    <a:pt x="587407" y="299180"/>
                  </a:cubicBezTo>
                  <a:cubicBezTo>
                    <a:pt x="587121" y="300514"/>
                    <a:pt x="588550" y="303181"/>
                    <a:pt x="588264" y="304419"/>
                  </a:cubicBezTo>
                  <a:cubicBezTo>
                    <a:pt x="588073" y="305371"/>
                    <a:pt x="586359" y="306705"/>
                    <a:pt x="586073" y="307658"/>
                  </a:cubicBezTo>
                  <a:cubicBezTo>
                    <a:pt x="585692" y="308991"/>
                    <a:pt x="586073" y="311849"/>
                    <a:pt x="585788" y="313182"/>
                  </a:cubicBezTo>
                  <a:cubicBezTo>
                    <a:pt x="585597" y="314135"/>
                    <a:pt x="584359" y="315754"/>
                    <a:pt x="584263" y="316611"/>
                  </a:cubicBezTo>
                  <a:cubicBezTo>
                    <a:pt x="584168" y="317563"/>
                    <a:pt x="585502" y="319278"/>
                    <a:pt x="585311" y="320230"/>
                  </a:cubicBezTo>
                  <a:cubicBezTo>
                    <a:pt x="585121" y="320897"/>
                    <a:pt x="583978" y="321850"/>
                    <a:pt x="583501" y="322326"/>
                  </a:cubicBezTo>
                  <a:cubicBezTo>
                    <a:pt x="582930" y="322897"/>
                    <a:pt x="581692" y="323945"/>
                    <a:pt x="581311" y="324707"/>
                  </a:cubicBezTo>
                  <a:cubicBezTo>
                    <a:pt x="580834" y="325469"/>
                    <a:pt x="580072" y="327279"/>
                    <a:pt x="580072" y="328136"/>
                  </a:cubicBezTo>
                  <a:cubicBezTo>
                    <a:pt x="579977" y="329375"/>
                    <a:pt x="581692" y="331756"/>
                    <a:pt x="581597" y="333089"/>
                  </a:cubicBezTo>
                  <a:cubicBezTo>
                    <a:pt x="581501" y="334423"/>
                    <a:pt x="579310" y="336423"/>
                    <a:pt x="579215" y="337661"/>
                  </a:cubicBezTo>
                  <a:cubicBezTo>
                    <a:pt x="579120" y="338423"/>
                    <a:pt x="579977" y="339662"/>
                    <a:pt x="580168" y="340424"/>
                  </a:cubicBezTo>
                  <a:cubicBezTo>
                    <a:pt x="580358" y="341757"/>
                    <a:pt x="579691" y="344519"/>
                    <a:pt x="580263" y="345758"/>
                  </a:cubicBezTo>
                  <a:cubicBezTo>
                    <a:pt x="580739" y="346805"/>
                    <a:pt x="583120" y="347948"/>
                    <a:pt x="583692" y="348901"/>
                  </a:cubicBezTo>
                  <a:cubicBezTo>
                    <a:pt x="584359" y="350234"/>
                    <a:pt x="584168" y="353378"/>
                    <a:pt x="584644" y="354806"/>
                  </a:cubicBezTo>
                  <a:cubicBezTo>
                    <a:pt x="585025" y="355949"/>
                    <a:pt x="586264" y="358045"/>
                    <a:pt x="586930" y="359093"/>
                  </a:cubicBezTo>
                  <a:cubicBezTo>
                    <a:pt x="587978" y="360617"/>
                    <a:pt x="590359" y="363379"/>
                    <a:pt x="591598" y="364712"/>
                  </a:cubicBezTo>
                  <a:cubicBezTo>
                    <a:pt x="592264" y="365474"/>
                    <a:pt x="593693" y="366998"/>
                    <a:pt x="594550" y="367570"/>
                  </a:cubicBezTo>
                  <a:cubicBezTo>
                    <a:pt x="595313" y="368141"/>
                    <a:pt x="597217" y="368522"/>
                    <a:pt x="597980" y="369094"/>
                  </a:cubicBezTo>
                  <a:cubicBezTo>
                    <a:pt x="599027" y="369761"/>
                    <a:pt x="600837" y="371285"/>
                    <a:pt x="601599" y="372237"/>
                  </a:cubicBezTo>
                  <a:cubicBezTo>
                    <a:pt x="602742" y="373666"/>
                    <a:pt x="604266" y="376809"/>
                    <a:pt x="604838" y="378524"/>
                  </a:cubicBezTo>
                  <a:cubicBezTo>
                    <a:pt x="605314" y="380047"/>
                    <a:pt x="604933" y="383477"/>
                    <a:pt x="605790" y="384810"/>
                  </a:cubicBezTo>
                  <a:cubicBezTo>
                    <a:pt x="606171" y="385572"/>
                    <a:pt x="607790" y="386334"/>
                    <a:pt x="608457" y="386905"/>
                  </a:cubicBezTo>
                  <a:cubicBezTo>
                    <a:pt x="609314" y="387668"/>
                    <a:pt x="610648" y="389572"/>
                    <a:pt x="611600" y="390239"/>
                  </a:cubicBezTo>
                  <a:cubicBezTo>
                    <a:pt x="612172" y="390620"/>
                    <a:pt x="613791" y="390906"/>
                    <a:pt x="614267" y="391478"/>
                  </a:cubicBezTo>
                  <a:cubicBezTo>
                    <a:pt x="614934" y="392335"/>
                    <a:pt x="615124" y="394621"/>
                    <a:pt x="614934" y="395764"/>
                  </a:cubicBezTo>
                  <a:cubicBezTo>
                    <a:pt x="614743" y="396621"/>
                    <a:pt x="613219" y="397764"/>
                    <a:pt x="613124" y="398621"/>
                  </a:cubicBezTo>
                  <a:cubicBezTo>
                    <a:pt x="613029" y="399479"/>
                    <a:pt x="614172" y="400812"/>
                    <a:pt x="614553" y="401574"/>
                  </a:cubicBezTo>
                  <a:cubicBezTo>
                    <a:pt x="614934" y="402336"/>
                    <a:pt x="615410" y="404051"/>
                    <a:pt x="615886" y="404717"/>
                  </a:cubicBezTo>
                  <a:cubicBezTo>
                    <a:pt x="616267" y="405289"/>
                    <a:pt x="617601" y="405860"/>
                    <a:pt x="617887" y="406527"/>
                  </a:cubicBezTo>
                  <a:cubicBezTo>
                    <a:pt x="618268" y="407384"/>
                    <a:pt x="617601" y="409480"/>
                    <a:pt x="618172" y="410242"/>
                  </a:cubicBezTo>
                  <a:cubicBezTo>
                    <a:pt x="618649" y="410909"/>
                    <a:pt x="620744" y="411099"/>
                    <a:pt x="621411" y="411671"/>
                  </a:cubicBezTo>
                  <a:cubicBezTo>
                    <a:pt x="621982" y="412242"/>
                    <a:pt x="622268" y="413957"/>
                    <a:pt x="622840" y="414433"/>
                  </a:cubicBezTo>
                  <a:cubicBezTo>
                    <a:pt x="623316" y="414814"/>
                    <a:pt x="624745" y="414719"/>
                    <a:pt x="625792" y="414719"/>
                  </a:cubicBezTo>
                  <a:cubicBezTo>
                    <a:pt x="625507" y="415671"/>
                    <a:pt x="625697" y="417386"/>
                    <a:pt x="625221" y="417957"/>
                  </a:cubicBezTo>
                  <a:cubicBezTo>
                    <a:pt x="624649" y="418624"/>
                    <a:pt x="622840" y="419291"/>
                    <a:pt x="621887" y="419481"/>
                  </a:cubicBezTo>
                  <a:cubicBezTo>
                    <a:pt x="621030" y="419671"/>
                    <a:pt x="619125" y="419100"/>
                    <a:pt x="618268" y="419481"/>
                  </a:cubicBezTo>
                  <a:cubicBezTo>
                    <a:pt x="617220" y="419862"/>
                    <a:pt x="615886" y="421767"/>
                    <a:pt x="615220" y="422720"/>
                  </a:cubicBezTo>
                  <a:cubicBezTo>
                    <a:pt x="614648" y="423482"/>
                    <a:pt x="613981" y="425387"/>
                    <a:pt x="613315" y="426149"/>
                  </a:cubicBezTo>
                  <a:cubicBezTo>
                    <a:pt x="612838" y="426625"/>
                    <a:pt x="611410" y="427006"/>
                    <a:pt x="611124" y="427482"/>
                  </a:cubicBezTo>
                  <a:cubicBezTo>
                    <a:pt x="610457" y="428625"/>
                    <a:pt x="611124" y="431483"/>
                    <a:pt x="610457" y="432530"/>
                  </a:cubicBezTo>
                  <a:cubicBezTo>
                    <a:pt x="610172" y="433102"/>
                    <a:pt x="608933" y="433864"/>
                    <a:pt x="608362" y="434150"/>
                  </a:cubicBezTo>
                  <a:cubicBezTo>
                    <a:pt x="607885" y="434435"/>
                    <a:pt x="606552" y="434435"/>
                    <a:pt x="606171" y="434816"/>
                  </a:cubicBezTo>
                  <a:cubicBezTo>
                    <a:pt x="605790" y="435293"/>
                    <a:pt x="605599" y="436626"/>
                    <a:pt x="605790" y="437197"/>
                  </a:cubicBezTo>
                  <a:cubicBezTo>
                    <a:pt x="605980" y="437864"/>
                    <a:pt x="607505" y="438436"/>
                    <a:pt x="607790" y="439007"/>
                  </a:cubicBezTo>
                  <a:cubicBezTo>
                    <a:pt x="608076" y="439484"/>
                    <a:pt x="608362" y="440627"/>
                    <a:pt x="608171" y="441103"/>
                  </a:cubicBezTo>
                  <a:cubicBezTo>
                    <a:pt x="607981" y="441770"/>
                    <a:pt x="606742" y="442817"/>
                    <a:pt x="606076" y="442913"/>
                  </a:cubicBezTo>
                  <a:cubicBezTo>
                    <a:pt x="605218" y="443103"/>
                    <a:pt x="603504" y="442436"/>
                    <a:pt x="602932" y="441770"/>
                  </a:cubicBezTo>
                  <a:cubicBezTo>
                    <a:pt x="602551" y="441293"/>
                    <a:pt x="602742" y="439864"/>
                    <a:pt x="602361" y="439388"/>
                  </a:cubicBezTo>
                  <a:cubicBezTo>
                    <a:pt x="601885" y="438912"/>
                    <a:pt x="600361" y="438817"/>
                    <a:pt x="599599" y="438721"/>
                  </a:cubicBezTo>
                  <a:cubicBezTo>
                    <a:pt x="598551" y="438626"/>
                    <a:pt x="596455" y="438626"/>
                    <a:pt x="595408" y="438912"/>
                  </a:cubicBezTo>
                  <a:cubicBezTo>
                    <a:pt x="594455" y="439293"/>
                    <a:pt x="592931" y="440531"/>
                    <a:pt x="592264" y="441198"/>
                  </a:cubicBezTo>
                  <a:cubicBezTo>
                    <a:pt x="591407" y="442055"/>
                    <a:pt x="589883" y="443865"/>
                    <a:pt x="589407" y="444913"/>
                  </a:cubicBezTo>
                  <a:cubicBezTo>
                    <a:pt x="588931" y="446151"/>
                    <a:pt x="588645" y="448818"/>
                    <a:pt x="589026" y="449961"/>
                  </a:cubicBezTo>
                  <a:cubicBezTo>
                    <a:pt x="589597" y="451676"/>
                    <a:pt x="592360" y="454247"/>
                    <a:pt x="593788" y="455200"/>
                  </a:cubicBezTo>
                  <a:cubicBezTo>
                    <a:pt x="594550" y="455676"/>
                    <a:pt x="596170" y="456152"/>
                    <a:pt x="596932" y="456152"/>
                  </a:cubicBezTo>
                  <a:cubicBezTo>
                    <a:pt x="597884" y="456152"/>
                    <a:pt x="599694" y="455486"/>
                    <a:pt x="600551" y="455009"/>
                  </a:cubicBezTo>
                  <a:cubicBezTo>
                    <a:pt x="601504" y="454533"/>
                    <a:pt x="603028" y="453104"/>
                    <a:pt x="603694" y="452342"/>
                  </a:cubicBezTo>
                  <a:cubicBezTo>
                    <a:pt x="604171" y="451866"/>
                    <a:pt x="604647" y="450437"/>
                    <a:pt x="605218" y="450056"/>
                  </a:cubicBezTo>
                  <a:cubicBezTo>
                    <a:pt x="605790" y="449675"/>
                    <a:pt x="607409" y="449389"/>
                    <a:pt x="608076" y="449675"/>
                  </a:cubicBezTo>
                  <a:cubicBezTo>
                    <a:pt x="608552" y="449961"/>
                    <a:pt x="609314" y="451009"/>
                    <a:pt x="609409" y="451580"/>
                  </a:cubicBezTo>
                  <a:cubicBezTo>
                    <a:pt x="609505" y="452152"/>
                    <a:pt x="609314" y="453580"/>
                    <a:pt x="608933" y="453962"/>
                  </a:cubicBezTo>
                  <a:cubicBezTo>
                    <a:pt x="608552" y="454438"/>
                    <a:pt x="607028" y="454152"/>
                    <a:pt x="606647" y="454628"/>
                  </a:cubicBezTo>
                  <a:cubicBezTo>
                    <a:pt x="605980" y="455390"/>
                    <a:pt x="605599" y="457676"/>
                    <a:pt x="606076" y="458629"/>
                  </a:cubicBezTo>
                  <a:cubicBezTo>
                    <a:pt x="606457" y="459391"/>
                    <a:pt x="608266" y="459867"/>
                    <a:pt x="608933" y="460438"/>
                  </a:cubicBezTo>
                  <a:cubicBezTo>
                    <a:pt x="609790" y="461105"/>
                    <a:pt x="611219" y="462820"/>
                    <a:pt x="612172" y="463391"/>
                  </a:cubicBezTo>
                  <a:cubicBezTo>
                    <a:pt x="613029" y="463868"/>
                    <a:pt x="615124" y="464630"/>
                    <a:pt x="616172" y="464630"/>
                  </a:cubicBezTo>
                  <a:cubicBezTo>
                    <a:pt x="617410" y="464725"/>
                    <a:pt x="619792" y="464153"/>
                    <a:pt x="621030" y="463677"/>
                  </a:cubicBezTo>
                  <a:cubicBezTo>
                    <a:pt x="622078" y="463296"/>
                    <a:pt x="623983" y="462344"/>
                    <a:pt x="624840" y="461677"/>
                  </a:cubicBezTo>
                  <a:cubicBezTo>
                    <a:pt x="625602" y="460915"/>
                    <a:pt x="626935" y="459200"/>
                    <a:pt x="627221" y="458153"/>
                  </a:cubicBezTo>
                  <a:cubicBezTo>
                    <a:pt x="627602" y="456819"/>
                    <a:pt x="626745" y="454057"/>
                    <a:pt x="626840" y="452723"/>
                  </a:cubicBezTo>
                  <a:cubicBezTo>
                    <a:pt x="626935" y="451485"/>
                    <a:pt x="627888" y="449104"/>
                    <a:pt x="627888" y="447866"/>
                  </a:cubicBezTo>
                  <a:cubicBezTo>
                    <a:pt x="627793" y="446913"/>
                    <a:pt x="626745" y="445199"/>
                    <a:pt x="626745" y="444246"/>
                  </a:cubicBezTo>
                  <a:cubicBezTo>
                    <a:pt x="626745" y="443579"/>
                    <a:pt x="627221" y="442246"/>
                    <a:pt x="627697" y="441770"/>
                  </a:cubicBezTo>
                  <a:cubicBezTo>
                    <a:pt x="628459" y="440722"/>
                    <a:pt x="630745" y="439388"/>
                    <a:pt x="631793" y="438721"/>
                  </a:cubicBezTo>
                  <a:cubicBezTo>
                    <a:pt x="632746" y="438150"/>
                    <a:pt x="634841" y="437579"/>
                    <a:pt x="635603" y="436817"/>
                  </a:cubicBezTo>
                  <a:cubicBezTo>
                    <a:pt x="636175" y="436245"/>
                    <a:pt x="637032" y="434721"/>
                    <a:pt x="637222" y="433864"/>
                  </a:cubicBezTo>
                  <a:cubicBezTo>
                    <a:pt x="637413" y="432911"/>
                    <a:pt x="636080" y="431102"/>
                    <a:pt x="636556" y="430339"/>
                  </a:cubicBezTo>
                  <a:cubicBezTo>
                    <a:pt x="636937" y="429768"/>
                    <a:pt x="638461" y="429482"/>
                    <a:pt x="639223" y="429482"/>
                  </a:cubicBezTo>
                  <a:cubicBezTo>
                    <a:pt x="640842" y="429482"/>
                    <a:pt x="643890" y="431197"/>
                    <a:pt x="645509" y="431578"/>
                  </a:cubicBezTo>
                  <a:cubicBezTo>
                    <a:pt x="646271" y="431768"/>
                    <a:pt x="647986" y="432149"/>
                    <a:pt x="648748" y="431959"/>
                  </a:cubicBezTo>
                  <a:cubicBezTo>
                    <a:pt x="649700" y="431768"/>
                    <a:pt x="651129" y="429959"/>
                    <a:pt x="652081" y="429959"/>
                  </a:cubicBezTo>
                  <a:cubicBezTo>
                    <a:pt x="652748" y="429959"/>
                    <a:pt x="653891" y="430911"/>
                    <a:pt x="654177" y="431483"/>
                  </a:cubicBezTo>
                  <a:cubicBezTo>
                    <a:pt x="654558" y="432340"/>
                    <a:pt x="654653" y="434721"/>
                    <a:pt x="653986" y="435483"/>
                  </a:cubicBezTo>
                  <a:cubicBezTo>
                    <a:pt x="653224" y="436340"/>
                    <a:pt x="650557" y="435483"/>
                    <a:pt x="649605" y="436150"/>
                  </a:cubicBezTo>
                  <a:cubicBezTo>
                    <a:pt x="648367" y="436912"/>
                    <a:pt x="646366" y="439674"/>
                    <a:pt x="646462" y="441103"/>
                  </a:cubicBezTo>
                  <a:cubicBezTo>
                    <a:pt x="646462" y="442055"/>
                    <a:pt x="648462" y="443960"/>
                    <a:pt x="648652" y="444246"/>
                  </a:cubicBezTo>
                  <a:cubicBezTo>
                    <a:pt x="648843" y="444627"/>
                    <a:pt x="651034" y="444913"/>
                    <a:pt x="651796" y="445294"/>
                  </a:cubicBezTo>
                  <a:cubicBezTo>
                    <a:pt x="652653" y="445675"/>
                    <a:pt x="654177" y="446722"/>
                    <a:pt x="654653" y="447485"/>
                  </a:cubicBezTo>
                  <a:cubicBezTo>
                    <a:pt x="655225" y="448437"/>
                    <a:pt x="654463" y="451104"/>
                    <a:pt x="655225" y="451866"/>
                  </a:cubicBezTo>
                  <a:cubicBezTo>
                    <a:pt x="655891" y="452533"/>
                    <a:pt x="658082" y="452723"/>
                    <a:pt x="659035" y="452533"/>
                  </a:cubicBezTo>
                  <a:cubicBezTo>
                    <a:pt x="659987" y="452247"/>
                    <a:pt x="661321" y="450628"/>
                    <a:pt x="661892" y="449866"/>
                  </a:cubicBezTo>
                  <a:cubicBezTo>
                    <a:pt x="662368" y="449199"/>
                    <a:pt x="662940" y="447389"/>
                    <a:pt x="663416" y="446722"/>
                  </a:cubicBezTo>
                  <a:cubicBezTo>
                    <a:pt x="663797" y="446056"/>
                    <a:pt x="664940" y="444913"/>
                    <a:pt x="665416" y="444341"/>
                  </a:cubicBezTo>
                  <a:cubicBezTo>
                    <a:pt x="665988" y="443484"/>
                    <a:pt x="666750" y="441674"/>
                    <a:pt x="667226" y="440817"/>
                  </a:cubicBezTo>
                  <a:cubicBezTo>
                    <a:pt x="667607" y="440246"/>
                    <a:pt x="668369" y="438817"/>
                    <a:pt x="669036" y="438531"/>
                  </a:cubicBezTo>
                  <a:cubicBezTo>
                    <a:pt x="669512" y="438245"/>
                    <a:pt x="670750" y="438150"/>
                    <a:pt x="671131" y="438341"/>
                  </a:cubicBezTo>
                  <a:cubicBezTo>
                    <a:pt x="671798" y="438721"/>
                    <a:pt x="671798" y="440627"/>
                    <a:pt x="672370" y="441103"/>
                  </a:cubicBezTo>
                  <a:cubicBezTo>
                    <a:pt x="672941" y="441674"/>
                    <a:pt x="675037" y="441579"/>
                    <a:pt x="675513" y="442341"/>
                  </a:cubicBezTo>
                  <a:cubicBezTo>
                    <a:pt x="676180" y="443294"/>
                    <a:pt x="676275" y="446056"/>
                    <a:pt x="675703" y="447104"/>
                  </a:cubicBezTo>
                  <a:cubicBezTo>
                    <a:pt x="675322" y="447770"/>
                    <a:pt x="673894" y="448628"/>
                    <a:pt x="673132" y="448913"/>
                  </a:cubicBezTo>
                  <a:cubicBezTo>
                    <a:pt x="671893" y="449294"/>
                    <a:pt x="669131" y="448532"/>
                    <a:pt x="667988" y="449104"/>
                  </a:cubicBezTo>
                  <a:cubicBezTo>
                    <a:pt x="667131" y="449580"/>
                    <a:pt x="666274" y="451485"/>
                    <a:pt x="665702" y="452152"/>
                  </a:cubicBezTo>
                  <a:cubicBezTo>
                    <a:pt x="665035" y="452819"/>
                    <a:pt x="663226" y="453580"/>
                    <a:pt x="662940" y="454533"/>
                  </a:cubicBezTo>
                  <a:cubicBezTo>
                    <a:pt x="662749" y="455200"/>
                    <a:pt x="663035" y="456724"/>
                    <a:pt x="663607" y="457105"/>
                  </a:cubicBezTo>
                  <a:cubicBezTo>
                    <a:pt x="664178" y="457581"/>
                    <a:pt x="665702" y="457391"/>
                    <a:pt x="666464" y="457200"/>
                  </a:cubicBezTo>
                  <a:cubicBezTo>
                    <a:pt x="667322" y="457010"/>
                    <a:pt x="668655" y="455771"/>
                    <a:pt x="669512" y="455390"/>
                  </a:cubicBezTo>
                  <a:cubicBezTo>
                    <a:pt x="670274" y="455009"/>
                    <a:pt x="671893" y="454152"/>
                    <a:pt x="672751" y="454152"/>
                  </a:cubicBezTo>
                  <a:cubicBezTo>
                    <a:pt x="673417" y="454152"/>
                    <a:pt x="675037" y="454438"/>
                    <a:pt x="675322" y="455105"/>
                  </a:cubicBezTo>
                  <a:cubicBezTo>
                    <a:pt x="675799" y="456152"/>
                    <a:pt x="674656" y="458629"/>
                    <a:pt x="673798" y="459391"/>
                  </a:cubicBezTo>
                  <a:cubicBezTo>
                    <a:pt x="672560" y="460534"/>
                    <a:pt x="669036" y="460629"/>
                    <a:pt x="667417" y="461105"/>
                  </a:cubicBezTo>
                  <a:cubicBezTo>
                    <a:pt x="666178" y="461486"/>
                    <a:pt x="663797" y="462344"/>
                    <a:pt x="662559" y="462534"/>
                  </a:cubicBezTo>
                  <a:cubicBezTo>
                    <a:pt x="661797" y="462629"/>
                    <a:pt x="660178" y="462058"/>
                    <a:pt x="659416" y="462248"/>
                  </a:cubicBezTo>
                  <a:cubicBezTo>
                    <a:pt x="658368" y="462629"/>
                    <a:pt x="656082" y="463868"/>
                    <a:pt x="655891" y="465011"/>
                  </a:cubicBezTo>
                  <a:cubicBezTo>
                    <a:pt x="655796" y="465582"/>
                    <a:pt x="656653" y="466725"/>
                    <a:pt x="657225" y="467011"/>
                  </a:cubicBezTo>
                  <a:cubicBezTo>
                    <a:pt x="657987" y="467296"/>
                    <a:pt x="659701" y="466154"/>
                    <a:pt x="660368" y="466535"/>
                  </a:cubicBezTo>
                  <a:cubicBezTo>
                    <a:pt x="661225" y="467011"/>
                    <a:pt x="661130" y="469487"/>
                    <a:pt x="661892" y="470154"/>
                  </a:cubicBezTo>
                  <a:cubicBezTo>
                    <a:pt x="662464" y="470630"/>
                    <a:pt x="664178" y="471107"/>
                    <a:pt x="664940" y="470821"/>
                  </a:cubicBezTo>
                  <a:cubicBezTo>
                    <a:pt x="665512" y="470630"/>
                    <a:pt x="665988" y="469487"/>
                    <a:pt x="666369" y="469011"/>
                  </a:cubicBezTo>
                  <a:cubicBezTo>
                    <a:pt x="666750" y="468535"/>
                    <a:pt x="667607" y="467296"/>
                    <a:pt x="668274" y="467201"/>
                  </a:cubicBezTo>
                  <a:cubicBezTo>
                    <a:pt x="669131" y="467106"/>
                    <a:pt x="670941" y="467963"/>
                    <a:pt x="671227" y="468725"/>
                  </a:cubicBezTo>
                  <a:cubicBezTo>
                    <a:pt x="671513" y="469392"/>
                    <a:pt x="670369" y="470630"/>
                    <a:pt x="670465" y="471392"/>
                  </a:cubicBezTo>
                  <a:cubicBezTo>
                    <a:pt x="670560" y="471869"/>
                    <a:pt x="671322" y="472726"/>
                    <a:pt x="671513" y="473202"/>
                  </a:cubicBezTo>
                  <a:cubicBezTo>
                    <a:pt x="671798" y="473964"/>
                    <a:pt x="672179" y="475679"/>
                    <a:pt x="671798" y="476345"/>
                  </a:cubicBezTo>
                  <a:cubicBezTo>
                    <a:pt x="671227" y="477203"/>
                    <a:pt x="668941" y="477679"/>
                    <a:pt x="667988" y="477584"/>
                  </a:cubicBezTo>
                  <a:cubicBezTo>
                    <a:pt x="666845" y="477393"/>
                    <a:pt x="665321" y="475488"/>
                    <a:pt x="664273" y="475107"/>
                  </a:cubicBezTo>
                  <a:cubicBezTo>
                    <a:pt x="663416" y="474821"/>
                    <a:pt x="661511" y="474821"/>
                    <a:pt x="660654" y="474631"/>
                  </a:cubicBezTo>
                  <a:cubicBezTo>
                    <a:pt x="659987" y="474440"/>
                    <a:pt x="658844" y="473774"/>
                    <a:pt x="658273" y="473678"/>
                  </a:cubicBezTo>
                  <a:cubicBezTo>
                    <a:pt x="657415" y="473583"/>
                    <a:pt x="655510" y="473583"/>
                    <a:pt x="654844" y="474059"/>
                  </a:cubicBezTo>
                  <a:cubicBezTo>
                    <a:pt x="653986" y="474726"/>
                    <a:pt x="653510" y="476917"/>
                    <a:pt x="653034" y="477869"/>
                  </a:cubicBezTo>
                  <a:cubicBezTo>
                    <a:pt x="652558" y="478727"/>
                    <a:pt x="651129" y="480251"/>
                    <a:pt x="651034" y="481298"/>
                  </a:cubicBezTo>
                  <a:cubicBezTo>
                    <a:pt x="650938" y="482155"/>
                    <a:pt x="652367" y="483680"/>
                    <a:pt x="652272" y="484537"/>
                  </a:cubicBezTo>
                  <a:cubicBezTo>
                    <a:pt x="652272" y="485299"/>
                    <a:pt x="651700" y="486918"/>
                    <a:pt x="651034" y="487299"/>
                  </a:cubicBezTo>
                  <a:cubicBezTo>
                    <a:pt x="650272" y="487680"/>
                    <a:pt x="648272" y="487299"/>
                    <a:pt x="647509" y="486918"/>
                  </a:cubicBezTo>
                  <a:cubicBezTo>
                    <a:pt x="646843" y="486537"/>
                    <a:pt x="646081" y="484918"/>
                    <a:pt x="645319" y="484632"/>
                  </a:cubicBezTo>
                  <a:cubicBezTo>
                    <a:pt x="644652" y="484251"/>
                    <a:pt x="643033" y="484632"/>
                    <a:pt x="642271" y="484346"/>
                  </a:cubicBezTo>
                  <a:cubicBezTo>
                    <a:pt x="641413" y="484061"/>
                    <a:pt x="640080" y="482822"/>
                    <a:pt x="639318" y="482441"/>
                  </a:cubicBezTo>
                  <a:cubicBezTo>
                    <a:pt x="638651" y="482155"/>
                    <a:pt x="637318" y="481394"/>
                    <a:pt x="636651" y="481489"/>
                  </a:cubicBezTo>
                  <a:cubicBezTo>
                    <a:pt x="635889" y="481584"/>
                    <a:pt x="634746" y="483108"/>
                    <a:pt x="633984" y="483299"/>
                  </a:cubicBezTo>
                  <a:cubicBezTo>
                    <a:pt x="632936" y="483584"/>
                    <a:pt x="630841" y="483203"/>
                    <a:pt x="629793" y="482918"/>
                  </a:cubicBezTo>
                  <a:cubicBezTo>
                    <a:pt x="629222" y="482727"/>
                    <a:pt x="628174" y="481775"/>
                    <a:pt x="627507" y="481679"/>
                  </a:cubicBezTo>
                  <a:cubicBezTo>
                    <a:pt x="626269" y="481394"/>
                    <a:pt x="623411" y="481298"/>
                    <a:pt x="622363" y="482060"/>
                  </a:cubicBezTo>
                  <a:cubicBezTo>
                    <a:pt x="621601" y="482727"/>
                    <a:pt x="620935" y="484918"/>
                    <a:pt x="621125" y="485870"/>
                  </a:cubicBezTo>
                  <a:cubicBezTo>
                    <a:pt x="621411" y="486728"/>
                    <a:pt x="622935" y="487871"/>
                    <a:pt x="623792" y="488156"/>
                  </a:cubicBezTo>
                  <a:cubicBezTo>
                    <a:pt x="624459" y="488347"/>
                    <a:pt x="625792" y="487489"/>
                    <a:pt x="626459" y="487680"/>
                  </a:cubicBezTo>
                  <a:cubicBezTo>
                    <a:pt x="627221" y="487966"/>
                    <a:pt x="627793" y="489680"/>
                    <a:pt x="628364" y="490157"/>
                  </a:cubicBezTo>
                  <a:cubicBezTo>
                    <a:pt x="629698" y="491204"/>
                    <a:pt x="633031" y="492728"/>
                    <a:pt x="634841" y="493014"/>
                  </a:cubicBezTo>
                  <a:cubicBezTo>
                    <a:pt x="635984" y="493300"/>
                    <a:pt x="638461" y="492538"/>
                    <a:pt x="639604" y="492919"/>
                  </a:cubicBezTo>
                  <a:cubicBezTo>
                    <a:pt x="640366" y="493205"/>
                    <a:pt x="641413" y="494633"/>
                    <a:pt x="642175" y="495014"/>
                  </a:cubicBezTo>
                  <a:cubicBezTo>
                    <a:pt x="643033" y="495586"/>
                    <a:pt x="645319" y="495776"/>
                    <a:pt x="645985" y="496538"/>
                  </a:cubicBezTo>
                  <a:cubicBezTo>
                    <a:pt x="646843" y="497491"/>
                    <a:pt x="648557" y="500348"/>
                    <a:pt x="647795" y="501301"/>
                  </a:cubicBezTo>
                  <a:cubicBezTo>
                    <a:pt x="647224" y="502063"/>
                    <a:pt x="644938" y="501205"/>
                    <a:pt x="644080" y="500920"/>
                  </a:cubicBezTo>
                  <a:cubicBezTo>
                    <a:pt x="643223" y="500539"/>
                    <a:pt x="641985" y="498920"/>
                    <a:pt x="641128" y="498443"/>
                  </a:cubicBezTo>
                  <a:cubicBezTo>
                    <a:pt x="640080" y="497872"/>
                    <a:pt x="637889" y="496919"/>
                    <a:pt x="636651" y="496634"/>
                  </a:cubicBezTo>
                  <a:cubicBezTo>
                    <a:pt x="635603" y="496443"/>
                    <a:pt x="633508" y="496634"/>
                    <a:pt x="632365" y="496538"/>
                  </a:cubicBezTo>
                  <a:cubicBezTo>
                    <a:pt x="631222" y="496443"/>
                    <a:pt x="628936" y="496348"/>
                    <a:pt x="627888" y="495967"/>
                  </a:cubicBezTo>
                  <a:cubicBezTo>
                    <a:pt x="627126" y="495681"/>
                    <a:pt x="625888" y="494252"/>
                    <a:pt x="625030" y="494062"/>
                  </a:cubicBezTo>
                  <a:cubicBezTo>
                    <a:pt x="624268" y="493871"/>
                    <a:pt x="622268" y="493871"/>
                    <a:pt x="621792" y="494538"/>
                  </a:cubicBezTo>
                  <a:cubicBezTo>
                    <a:pt x="621411" y="495110"/>
                    <a:pt x="622173" y="496824"/>
                    <a:pt x="622459" y="497491"/>
                  </a:cubicBezTo>
                  <a:cubicBezTo>
                    <a:pt x="622840" y="498443"/>
                    <a:pt x="624649" y="500253"/>
                    <a:pt x="624173" y="501110"/>
                  </a:cubicBezTo>
                  <a:cubicBezTo>
                    <a:pt x="623697" y="501968"/>
                    <a:pt x="621125" y="501110"/>
                    <a:pt x="620458" y="501777"/>
                  </a:cubicBezTo>
                  <a:cubicBezTo>
                    <a:pt x="619601" y="502444"/>
                    <a:pt x="618744" y="504730"/>
                    <a:pt x="619030" y="505778"/>
                  </a:cubicBezTo>
                  <a:cubicBezTo>
                    <a:pt x="619220" y="506539"/>
                    <a:pt x="621316" y="507206"/>
                    <a:pt x="621411" y="508063"/>
                  </a:cubicBezTo>
                  <a:cubicBezTo>
                    <a:pt x="621506" y="509016"/>
                    <a:pt x="619315" y="510254"/>
                    <a:pt x="619125" y="511207"/>
                  </a:cubicBezTo>
                  <a:cubicBezTo>
                    <a:pt x="618839" y="512445"/>
                    <a:pt x="620363" y="514826"/>
                    <a:pt x="620077" y="515969"/>
                  </a:cubicBezTo>
                  <a:cubicBezTo>
                    <a:pt x="619887" y="516827"/>
                    <a:pt x="617791" y="517874"/>
                    <a:pt x="617887" y="518827"/>
                  </a:cubicBezTo>
                  <a:cubicBezTo>
                    <a:pt x="617982" y="519970"/>
                    <a:pt x="620458" y="521399"/>
                    <a:pt x="621506" y="521684"/>
                  </a:cubicBezTo>
                  <a:cubicBezTo>
                    <a:pt x="622649" y="522065"/>
                    <a:pt x="625030" y="521399"/>
                    <a:pt x="626173" y="521684"/>
                  </a:cubicBezTo>
                  <a:cubicBezTo>
                    <a:pt x="627031" y="521875"/>
                    <a:pt x="628650" y="522732"/>
                    <a:pt x="629317" y="523208"/>
                  </a:cubicBezTo>
                  <a:cubicBezTo>
                    <a:pt x="630460" y="524066"/>
                    <a:pt x="632365" y="526447"/>
                    <a:pt x="633317" y="527590"/>
                  </a:cubicBezTo>
                  <a:cubicBezTo>
                    <a:pt x="633889" y="528257"/>
                    <a:pt x="634841" y="530543"/>
                    <a:pt x="635698" y="530447"/>
                  </a:cubicBezTo>
                  <a:cubicBezTo>
                    <a:pt x="636937" y="530257"/>
                    <a:pt x="636937" y="526923"/>
                    <a:pt x="637794" y="525971"/>
                  </a:cubicBezTo>
                  <a:cubicBezTo>
                    <a:pt x="638270" y="525399"/>
                    <a:pt x="639508" y="523970"/>
                    <a:pt x="640175" y="524161"/>
                  </a:cubicBezTo>
                  <a:cubicBezTo>
                    <a:pt x="641128" y="524447"/>
                    <a:pt x="641699" y="527590"/>
                    <a:pt x="641699" y="527780"/>
                  </a:cubicBezTo>
                  <a:cubicBezTo>
                    <a:pt x="641699" y="527971"/>
                    <a:pt x="643128" y="532352"/>
                    <a:pt x="643985" y="533591"/>
                  </a:cubicBezTo>
                  <a:cubicBezTo>
                    <a:pt x="644461" y="534257"/>
                    <a:pt x="645795" y="535781"/>
                    <a:pt x="646652" y="535877"/>
                  </a:cubicBezTo>
                  <a:cubicBezTo>
                    <a:pt x="647509" y="535972"/>
                    <a:pt x="649129" y="535114"/>
                    <a:pt x="649795" y="534638"/>
                  </a:cubicBezTo>
                  <a:cubicBezTo>
                    <a:pt x="650367" y="534162"/>
                    <a:pt x="650748" y="532162"/>
                    <a:pt x="651510" y="532162"/>
                  </a:cubicBezTo>
                  <a:cubicBezTo>
                    <a:pt x="652558" y="532162"/>
                    <a:pt x="652939" y="535305"/>
                    <a:pt x="653986" y="535591"/>
                  </a:cubicBezTo>
                  <a:cubicBezTo>
                    <a:pt x="655320" y="535972"/>
                    <a:pt x="657606" y="533591"/>
                    <a:pt x="659035" y="533305"/>
                  </a:cubicBezTo>
                  <a:cubicBezTo>
                    <a:pt x="660654" y="532924"/>
                    <a:pt x="664083" y="532924"/>
                    <a:pt x="665702" y="533305"/>
                  </a:cubicBezTo>
                  <a:cubicBezTo>
                    <a:pt x="666464" y="533495"/>
                    <a:pt x="668179" y="534067"/>
                    <a:pt x="668464" y="534829"/>
                  </a:cubicBezTo>
                  <a:cubicBezTo>
                    <a:pt x="668845" y="535686"/>
                    <a:pt x="667417" y="537782"/>
                    <a:pt x="667988" y="538448"/>
                  </a:cubicBezTo>
                  <a:cubicBezTo>
                    <a:pt x="668655" y="539401"/>
                    <a:pt x="671227" y="539591"/>
                    <a:pt x="672274" y="539305"/>
                  </a:cubicBezTo>
                  <a:cubicBezTo>
                    <a:pt x="673132" y="539020"/>
                    <a:pt x="674084" y="537210"/>
                    <a:pt x="674846" y="537115"/>
                  </a:cubicBezTo>
                  <a:cubicBezTo>
                    <a:pt x="676180" y="536924"/>
                    <a:pt x="678466" y="538544"/>
                    <a:pt x="679609" y="539210"/>
                  </a:cubicBezTo>
                  <a:cubicBezTo>
                    <a:pt x="680942" y="540068"/>
                    <a:pt x="683038" y="543401"/>
                    <a:pt x="684562" y="543116"/>
                  </a:cubicBezTo>
                  <a:cubicBezTo>
                    <a:pt x="685705" y="542925"/>
                    <a:pt x="686372" y="540258"/>
                    <a:pt x="687133" y="539496"/>
                  </a:cubicBezTo>
                  <a:cubicBezTo>
                    <a:pt x="687610" y="538925"/>
                    <a:pt x="688562" y="537496"/>
                    <a:pt x="689324" y="537496"/>
                  </a:cubicBezTo>
                  <a:cubicBezTo>
                    <a:pt x="690181" y="537401"/>
                    <a:pt x="691420" y="538829"/>
                    <a:pt x="691991" y="539496"/>
                  </a:cubicBezTo>
                  <a:cubicBezTo>
                    <a:pt x="692944" y="540639"/>
                    <a:pt x="693801" y="543401"/>
                    <a:pt x="694658" y="544544"/>
                  </a:cubicBezTo>
                  <a:cubicBezTo>
                    <a:pt x="695325" y="545592"/>
                    <a:pt x="696849" y="547592"/>
                    <a:pt x="697897" y="548259"/>
                  </a:cubicBezTo>
                  <a:cubicBezTo>
                    <a:pt x="698849" y="548926"/>
                    <a:pt x="701421" y="548926"/>
                    <a:pt x="702278" y="549688"/>
                  </a:cubicBezTo>
                  <a:cubicBezTo>
                    <a:pt x="702850" y="550259"/>
                    <a:pt x="703516" y="551974"/>
                    <a:pt x="703516" y="552831"/>
                  </a:cubicBezTo>
                  <a:cubicBezTo>
                    <a:pt x="703516" y="553498"/>
                    <a:pt x="702373" y="554736"/>
                    <a:pt x="702469" y="555498"/>
                  </a:cubicBezTo>
                  <a:cubicBezTo>
                    <a:pt x="702564" y="556355"/>
                    <a:pt x="703421" y="558070"/>
                    <a:pt x="704183" y="558451"/>
                  </a:cubicBezTo>
                  <a:cubicBezTo>
                    <a:pt x="704850" y="558832"/>
                    <a:pt x="706469" y="558641"/>
                    <a:pt x="707136" y="558260"/>
                  </a:cubicBezTo>
                  <a:cubicBezTo>
                    <a:pt x="707993" y="557784"/>
                    <a:pt x="708660" y="555688"/>
                    <a:pt x="709422" y="555117"/>
                  </a:cubicBezTo>
                  <a:cubicBezTo>
                    <a:pt x="710279" y="554450"/>
                    <a:pt x="712280" y="553022"/>
                    <a:pt x="713422" y="553212"/>
                  </a:cubicBezTo>
                  <a:cubicBezTo>
                    <a:pt x="714184" y="553307"/>
                    <a:pt x="715232" y="554736"/>
                    <a:pt x="715804" y="555308"/>
                  </a:cubicBezTo>
                  <a:cubicBezTo>
                    <a:pt x="715899" y="554641"/>
                    <a:pt x="717899" y="556355"/>
                    <a:pt x="718090" y="557498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62" name="Freeform: Shape 70">
              <a:extLst>
                <a:ext uri="{FF2B5EF4-FFF2-40B4-BE49-F238E27FC236}">
                  <a16:creationId xmlns:a16="http://schemas.microsoft.com/office/drawing/2014/main" id="{FC038B1D-DBC5-4A01-F2F6-DFC29B217CCC}"/>
                </a:ext>
              </a:extLst>
            </p:cNvPr>
            <p:cNvSpPr/>
            <p:nvPr/>
          </p:nvSpPr>
          <p:spPr>
            <a:xfrm>
              <a:off x="6393752" y="3680472"/>
              <a:ext cx="619125" cy="581025"/>
            </a:xfrm>
            <a:custGeom>
              <a:avLst/>
              <a:gdLst>
                <a:gd name="connsiteX0" fmla="*/ 569976 w 619125"/>
                <a:gd name="connsiteY0" fmla="*/ 224207 h 581025"/>
                <a:gd name="connsiteX1" fmla="*/ 568547 w 619125"/>
                <a:gd name="connsiteY1" fmla="*/ 227636 h 581025"/>
                <a:gd name="connsiteX2" fmla="*/ 564928 w 619125"/>
                <a:gd name="connsiteY2" fmla="*/ 230017 h 581025"/>
                <a:gd name="connsiteX3" fmla="*/ 561499 w 619125"/>
                <a:gd name="connsiteY3" fmla="*/ 230207 h 581025"/>
                <a:gd name="connsiteX4" fmla="*/ 558260 w 619125"/>
                <a:gd name="connsiteY4" fmla="*/ 228779 h 581025"/>
                <a:gd name="connsiteX5" fmla="*/ 556355 w 619125"/>
                <a:gd name="connsiteY5" fmla="*/ 230874 h 581025"/>
                <a:gd name="connsiteX6" fmla="*/ 554926 w 619125"/>
                <a:gd name="connsiteY6" fmla="*/ 235256 h 581025"/>
                <a:gd name="connsiteX7" fmla="*/ 556165 w 619125"/>
                <a:gd name="connsiteY7" fmla="*/ 237446 h 581025"/>
                <a:gd name="connsiteX8" fmla="*/ 558832 w 619125"/>
                <a:gd name="connsiteY8" fmla="*/ 240875 h 581025"/>
                <a:gd name="connsiteX9" fmla="*/ 563499 w 619125"/>
                <a:gd name="connsiteY9" fmla="*/ 242780 h 581025"/>
                <a:gd name="connsiteX10" fmla="*/ 565404 w 619125"/>
                <a:gd name="connsiteY10" fmla="*/ 246876 h 581025"/>
                <a:gd name="connsiteX11" fmla="*/ 563308 w 619125"/>
                <a:gd name="connsiteY11" fmla="*/ 250019 h 581025"/>
                <a:gd name="connsiteX12" fmla="*/ 560070 w 619125"/>
                <a:gd name="connsiteY12" fmla="*/ 252305 h 581025"/>
                <a:gd name="connsiteX13" fmla="*/ 557498 w 619125"/>
                <a:gd name="connsiteY13" fmla="*/ 254782 h 581025"/>
                <a:gd name="connsiteX14" fmla="*/ 558737 w 619125"/>
                <a:gd name="connsiteY14" fmla="*/ 257544 h 581025"/>
                <a:gd name="connsiteX15" fmla="*/ 556641 w 619125"/>
                <a:gd name="connsiteY15" fmla="*/ 259735 h 581025"/>
                <a:gd name="connsiteX16" fmla="*/ 553212 w 619125"/>
                <a:gd name="connsiteY16" fmla="*/ 258306 h 581025"/>
                <a:gd name="connsiteX17" fmla="*/ 550069 w 619125"/>
                <a:gd name="connsiteY17" fmla="*/ 258782 h 581025"/>
                <a:gd name="connsiteX18" fmla="*/ 545687 w 619125"/>
                <a:gd name="connsiteY18" fmla="*/ 260973 h 581025"/>
                <a:gd name="connsiteX19" fmla="*/ 543020 w 619125"/>
                <a:gd name="connsiteY19" fmla="*/ 259163 h 581025"/>
                <a:gd name="connsiteX20" fmla="*/ 542639 w 619125"/>
                <a:gd name="connsiteY20" fmla="*/ 254591 h 581025"/>
                <a:gd name="connsiteX21" fmla="*/ 539020 w 619125"/>
                <a:gd name="connsiteY21" fmla="*/ 253449 h 581025"/>
                <a:gd name="connsiteX22" fmla="*/ 535210 w 619125"/>
                <a:gd name="connsiteY22" fmla="*/ 254687 h 581025"/>
                <a:gd name="connsiteX23" fmla="*/ 534829 w 619125"/>
                <a:gd name="connsiteY23" fmla="*/ 258592 h 581025"/>
                <a:gd name="connsiteX24" fmla="*/ 537210 w 619125"/>
                <a:gd name="connsiteY24" fmla="*/ 261926 h 581025"/>
                <a:gd name="connsiteX25" fmla="*/ 538734 w 619125"/>
                <a:gd name="connsiteY25" fmla="*/ 266593 h 581025"/>
                <a:gd name="connsiteX26" fmla="*/ 537686 w 619125"/>
                <a:gd name="connsiteY26" fmla="*/ 268593 h 581025"/>
                <a:gd name="connsiteX27" fmla="*/ 539210 w 619125"/>
                <a:gd name="connsiteY27" fmla="*/ 271356 h 581025"/>
                <a:gd name="connsiteX28" fmla="*/ 541210 w 619125"/>
                <a:gd name="connsiteY28" fmla="*/ 274118 h 581025"/>
                <a:gd name="connsiteX29" fmla="*/ 540639 w 619125"/>
                <a:gd name="connsiteY29" fmla="*/ 276975 h 581025"/>
                <a:gd name="connsiteX30" fmla="*/ 539020 w 619125"/>
                <a:gd name="connsiteY30" fmla="*/ 279737 h 581025"/>
                <a:gd name="connsiteX31" fmla="*/ 535591 w 619125"/>
                <a:gd name="connsiteY31" fmla="*/ 279928 h 581025"/>
                <a:gd name="connsiteX32" fmla="*/ 532829 w 619125"/>
                <a:gd name="connsiteY32" fmla="*/ 277166 h 581025"/>
                <a:gd name="connsiteX33" fmla="*/ 533114 w 619125"/>
                <a:gd name="connsiteY33" fmla="*/ 274213 h 581025"/>
                <a:gd name="connsiteX34" fmla="*/ 533400 w 619125"/>
                <a:gd name="connsiteY34" fmla="*/ 271260 h 581025"/>
                <a:gd name="connsiteX35" fmla="*/ 533114 w 619125"/>
                <a:gd name="connsiteY35" fmla="*/ 268307 h 581025"/>
                <a:gd name="connsiteX36" fmla="*/ 529590 w 619125"/>
                <a:gd name="connsiteY36" fmla="*/ 268212 h 581025"/>
                <a:gd name="connsiteX37" fmla="*/ 528542 w 619125"/>
                <a:gd name="connsiteY37" fmla="*/ 270403 h 581025"/>
                <a:gd name="connsiteX38" fmla="*/ 528542 w 619125"/>
                <a:gd name="connsiteY38" fmla="*/ 273260 h 581025"/>
                <a:gd name="connsiteX39" fmla="*/ 529495 w 619125"/>
                <a:gd name="connsiteY39" fmla="*/ 276785 h 581025"/>
                <a:gd name="connsiteX40" fmla="*/ 526161 w 619125"/>
                <a:gd name="connsiteY40" fmla="*/ 278975 h 581025"/>
                <a:gd name="connsiteX41" fmla="*/ 527495 w 619125"/>
                <a:gd name="connsiteY41" fmla="*/ 281642 h 581025"/>
                <a:gd name="connsiteX42" fmla="*/ 530542 w 619125"/>
                <a:gd name="connsiteY42" fmla="*/ 283357 h 581025"/>
                <a:gd name="connsiteX43" fmla="*/ 534067 w 619125"/>
                <a:gd name="connsiteY43" fmla="*/ 284024 h 581025"/>
                <a:gd name="connsiteX44" fmla="*/ 536257 w 619125"/>
                <a:gd name="connsiteY44" fmla="*/ 283357 h 581025"/>
                <a:gd name="connsiteX45" fmla="*/ 538924 w 619125"/>
                <a:gd name="connsiteY45" fmla="*/ 282976 h 581025"/>
                <a:gd name="connsiteX46" fmla="*/ 541782 w 619125"/>
                <a:gd name="connsiteY46" fmla="*/ 286595 h 581025"/>
                <a:gd name="connsiteX47" fmla="*/ 538829 w 619125"/>
                <a:gd name="connsiteY47" fmla="*/ 289643 h 581025"/>
                <a:gd name="connsiteX48" fmla="*/ 535210 w 619125"/>
                <a:gd name="connsiteY48" fmla="*/ 293739 h 581025"/>
                <a:gd name="connsiteX49" fmla="*/ 532638 w 619125"/>
                <a:gd name="connsiteY49" fmla="*/ 294787 h 581025"/>
                <a:gd name="connsiteX50" fmla="*/ 529876 w 619125"/>
                <a:gd name="connsiteY50" fmla="*/ 293073 h 581025"/>
                <a:gd name="connsiteX51" fmla="*/ 530828 w 619125"/>
                <a:gd name="connsiteY51" fmla="*/ 289072 h 581025"/>
                <a:gd name="connsiteX52" fmla="*/ 530638 w 619125"/>
                <a:gd name="connsiteY52" fmla="*/ 287262 h 581025"/>
                <a:gd name="connsiteX53" fmla="*/ 528733 w 619125"/>
                <a:gd name="connsiteY53" fmla="*/ 285643 h 581025"/>
                <a:gd name="connsiteX54" fmla="*/ 526161 w 619125"/>
                <a:gd name="connsiteY54" fmla="*/ 286881 h 581025"/>
                <a:gd name="connsiteX55" fmla="*/ 525018 w 619125"/>
                <a:gd name="connsiteY55" fmla="*/ 290691 h 581025"/>
                <a:gd name="connsiteX56" fmla="*/ 525113 w 619125"/>
                <a:gd name="connsiteY56" fmla="*/ 296978 h 581025"/>
                <a:gd name="connsiteX57" fmla="*/ 527113 w 619125"/>
                <a:gd name="connsiteY57" fmla="*/ 300597 h 581025"/>
                <a:gd name="connsiteX58" fmla="*/ 530447 w 619125"/>
                <a:gd name="connsiteY58" fmla="*/ 303169 h 581025"/>
                <a:gd name="connsiteX59" fmla="*/ 532543 w 619125"/>
                <a:gd name="connsiteY59" fmla="*/ 306312 h 581025"/>
                <a:gd name="connsiteX60" fmla="*/ 531781 w 619125"/>
                <a:gd name="connsiteY60" fmla="*/ 310408 h 581025"/>
                <a:gd name="connsiteX61" fmla="*/ 528733 w 619125"/>
                <a:gd name="connsiteY61" fmla="*/ 312789 h 581025"/>
                <a:gd name="connsiteX62" fmla="*/ 527113 w 619125"/>
                <a:gd name="connsiteY62" fmla="*/ 319076 h 581025"/>
                <a:gd name="connsiteX63" fmla="*/ 527495 w 619125"/>
                <a:gd name="connsiteY63" fmla="*/ 321838 h 581025"/>
                <a:gd name="connsiteX64" fmla="*/ 531400 w 619125"/>
                <a:gd name="connsiteY64" fmla="*/ 324124 h 581025"/>
                <a:gd name="connsiteX65" fmla="*/ 531019 w 619125"/>
                <a:gd name="connsiteY65" fmla="*/ 327839 h 581025"/>
                <a:gd name="connsiteX66" fmla="*/ 528447 w 619125"/>
                <a:gd name="connsiteY66" fmla="*/ 331458 h 581025"/>
                <a:gd name="connsiteX67" fmla="*/ 524732 w 619125"/>
                <a:gd name="connsiteY67" fmla="*/ 333744 h 581025"/>
                <a:gd name="connsiteX68" fmla="*/ 521875 w 619125"/>
                <a:gd name="connsiteY68" fmla="*/ 335744 h 581025"/>
                <a:gd name="connsiteX69" fmla="*/ 521208 w 619125"/>
                <a:gd name="connsiteY69" fmla="*/ 338888 h 581025"/>
                <a:gd name="connsiteX70" fmla="*/ 522827 w 619125"/>
                <a:gd name="connsiteY70" fmla="*/ 341745 h 581025"/>
                <a:gd name="connsiteX71" fmla="*/ 521494 w 619125"/>
                <a:gd name="connsiteY71" fmla="*/ 345460 h 581025"/>
                <a:gd name="connsiteX72" fmla="*/ 519113 w 619125"/>
                <a:gd name="connsiteY72" fmla="*/ 346984 h 581025"/>
                <a:gd name="connsiteX73" fmla="*/ 516064 w 619125"/>
                <a:gd name="connsiteY73" fmla="*/ 344317 h 581025"/>
                <a:gd name="connsiteX74" fmla="*/ 516541 w 619125"/>
                <a:gd name="connsiteY74" fmla="*/ 340698 h 581025"/>
                <a:gd name="connsiteX75" fmla="*/ 518827 w 619125"/>
                <a:gd name="connsiteY75" fmla="*/ 339364 h 581025"/>
                <a:gd name="connsiteX76" fmla="*/ 518255 w 619125"/>
                <a:gd name="connsiteY76" fmla="*/ 337554 h 581025"/>
                <a:gd name="connsiteX77" fmla="*/ 513683 w 619125"/>
                <a:gd name="connsiteY77" fmla="*/ 337840 h 581025"/>
                <a:gd name="connsiteX78" fmla="*/ 509206 w 619125"/>
                <a:gd name="connsiteY78" fmla="*/ 337840 h 581025"/>
                <a:gd name="connsiteX79" fmla="*/ 506635 w 619125"/>
                <a:gd name="connsiteY79" fmla="*/ 339364 h 581025"/>
                <a:gd name="connsiteX80" fmla="*/ 507016 w 619125"/>
                <a:gd name="connsiteY80" fmla="*/ 342507 h 581025"/>
                <a:gd name="connsiteX81" fmla="*/ 509588 w 619125"/>
                <a:gd name="connsiteY81" fmla="*/ 344984 h 581025"/>
                <a:gd name="connsiteX82" fmla="*/ 510540 w 619125"/>
                <a:gd name="connsiteY82" fmla="*/ 348603 h 581025"/>
                <a:gd name="connsiteX83" fmla="*/ 508445 w 619125"/>
                <a:gd name="connsiteY83" fmla="*/ 351556 h 581025"/>
                <a:gd name="connsiteX84" fmla="*/ 505587 w 619125"/>
                <a:gd name="connsiteY84" fmla="*/ 351461 h 581025"/>
                <a:gd name="connsiteX85" fmla="*/ 499967 w 619125"/>
                <a:gd name="connsiteY85" fmla="*/ 354032 h 581025"/>
                <a:gd name="connsiteX86" fmla="*/ 500063 w 619125"/>
                <a:gd name="connsiteY86" fmla="*/ 358700 h 581025"/>
                <a:gd name="connsiteX87" fmla="*/ 499205 w 619125"/>
                <a:gd name="connsiteY87" fmla="*/ 362700 h 581025"/>
                <a:gd name="connsiteX88" fmla="*/ 497681 w 619125"/>
                <a:gd name="connsiteY88" fmla="*/ 363843 h 581025"/>
                <a:gd name="connsiteX89" fmla="*/ 494157 w 619125"/>
                <a:gd name="connsiteY89" fmla="*/ 362605 h 581025"/>
                <a:gd name="connsiteX90" fmla="*/ 491585 w 619125"/>
                <a:gd name="connsiteY90" fmla="*/ 359843 h 581025"/>
                <a:gd name="connsiteX91" fmla="*/ 489775 w 619125"/>
                <a:gd name="connsiteY91" fmla="*/ 358795 h 581025"/>
                <a:gd name="connsiteX92" fmla="*/ 487299 w 619125"/>
                <a:gd name="connsiteY92" fmla="*/ 358795 h 581025"/>
                <a:gd name="connsiteX93" fmla="*/ 486918 w 619125"/>
                <a:gd name="connsiteY93" fmla="*/ 362319 h 581025"/>
                <a:gd name="connsiteX94" fmla="*/ 488347 w 619125"/>
                <a:gd name="connsiteY94" fmla="*/ 365367 h 581025"/>
                <a:gd name="connsiteX95" fmla="*/ 492062 w 619125"/>
                <a:gd name="connsiteY95" fmla="*/ 367272 h 581025"/>
                <a:gd name="connsiteX96" fmla="*/ 495967 w 619125"/>
                <a:gd name="connsiteY96" fmla="*/ 368415 h 581025"/>
                <a:gd name="connsiteX97" fmla="*/ 499396 w 619125"/>
                <a:gd name="connsiteY97" fmla="*/ 367367 h 581025"/>
                <a:gd name="connsiteX98" fmla="*/ 503015 w 619125"/>
                <a:gd name="connsiteY98" fmla="*/ 367177 h 581025"/>
                <a:gd name="connsiteX99" fmla="*/ 505206 w 619125"/>
                <a:gd name="connsiteY99" fmla="*/ 369082 h 581025"/>
                <a:gd name="connsiteX100" fmla="*/ 505206 w 619125"/>
                <a:gd name="connsiteY100" fmla="*/ 373368 h 581025"/>
                <a:gd name="connsiteX101" fmla="*/ 502444 w 619125"/>
                <a:gd name="connsiteY101" fmla="*/ 375464 h 581025"/>
                <a:gd name="connsiteX102" fmla="*/ 497967 w 619125"/>
                <a:gd name="connsiteY102" fmla="*/ 375368 h 581025"/>
                <a:gd name="connsiteX103" fmla="*/ 494824 w 619125"/>
                <a:gd name="connsiteY103" fmla="*/ 372130 h 581025"/>
                <a:gd name="connsiteX104" fmla="*/ 491299 w 619125"/>
                <a:gd name="connsiteY104" fmla="*/ 371844 h 581025"/>
                <a:gd name="connsiteX105" fmla="*/ 487871 w 619125"/>
                <a:gd name="connsiteY105" fmla="*/ 374702 h 581025"/>
                <a:gd name="connsiteX106" fmla="*/ 486346 w 619125"/>
                <a:gd name="connsiteY106" fmla="*/ 377750 h 581025"/>
                <a:gd name="connsiteX107" fmla="*/ 486442 w 619125"/>
                <a:gd name="connsiteY107" fmla="*/ 381179 h 581025"/>
                <a:gd name="connsiteX108" fmla="*/ 491776 w 619125"/>
                <a:gd name="connsiteY108" fmla="*/ 383750 h 581025"/>
                <a:gd name="connsiteX109" fmla="*/ 495205 w 619125"/>
                <a:gd name="connsiteY109" fmla="*/ 382036 h 581025"/>
                <a:gd name="connsiteX110" fmla="*/ 497776 w 619125"/>
                <a:gd name="connsiteY110" fmla="*/ 382798 h 581025"/>
                <a:gd name="connsiteX111" fmla="*/ 498538 w 619125"/>
                <a:gd name="connsiteY111" fmla="*/ 386322 h 581025"/>
                <a:gd name="connsiteX112" fmla="*/ 497205 w 619125"/>
                <a:gd name="connsiteY112" fmla="*/ 388989 h 581025"/>
                <a:gd name="connsiteX113" fmla="*/ 497396 w 619125"/>
                <a:gd name="connsiteY113" fmla="*/ 392323 h 581025"/>
                <a:gd name="connsiteX114" fmla="*/ 494729 w 619125"/>
                <a:gd name="connsiteY114" fmla="*/ 394323 h 581025"/>
                <a:gd name="connsiteX115" fmla="*/ 491014 w 619125"/>
                <a:gd name="connsiteY115" fmla="*/ 394418 h 581025"/>
                <a:gd name="connsiteX116" fmla="*/ 488061 w 619125"/>
                <a:gd name="connsiteY116" fmla="*/ 394133 h 581025"/>
                <a:gd name="connsiteX117" fmla="*/ 484918 w 619125"/>
                <a:gd name="connsiteY117" fmla="*/ 395181 h 581025"/>
                <a:gd name="connsiteX118" fmla="*/ 485204 w 619125"/>
                <a:gd name="connsiteY118" fmla="*/ 397657 h 581025"/>
                <a:gd name="connsiteX119" fmla="*/ 487299 w 619125"/>
                <a:gd name="connsiteY119" fmla="*/ 399181 h 581025"/>
                <a:gd name="connsiteX120" fmla="*/ 488061 w 619125"/>
                <a:gd name="connsiteY120" fmla="*/ 402134 h 581025"/>
                <a:gd name="connsiteX121" fmla="*/ 486918 w 619125"/>
                <a:gd name="connsiteY121" fmla="*/ 404706 h 581025"/>
                <a:gd name="connsiteX122" fmla="*/ 483489 w 619125"/>
                <a:gd name="connsiteY122" fmla="*/ 404039 h 581025"/>
                <a:gd name="connsiteX123" fmla="*/ 481774 w 619125"/>
                <a:gd name="connsiteY123" fmla="*/ 400133 h 581025"/>
                <a:gd name="connsiteX124" fmla="*/ 479012 w 619125"/>
                <a:gd name="connsiteY124" fmla="*/ 399181 h 581025"/>
                <a:gd name="connsiteX125" fmla="*/ 476917 w 619125"/>
                <a:gd name="connsiteY125" fmla="*/ 401467 h 581025"/>
                <a:gd name="connsiteX126" fmla="*/ 472154 w 619125"/>
                <a:gd name="connsiteY126" fmla="*/ 401657 h 581025"/>
                <a:gd name="connsiteX127" fmla="*/ 471488 w 619125"/>
                <a:gd name="connsiteY127" fmla="*/ 404515 h 581025"/>
                <a:gd name="connsiteX128" fmla="*/ 472821 w 619125"/>
                <a:gd name="connsiteY128" fmla="*/ 406515 h 581025"/>
                <a:gd name="connsiteX129" fmla="*/ 476631 w 619125"/>
                <a:gd name="connsiteY129" fmla="*/ 406515 h 581025"/>
                <a:gd name="connsiteX130" fmla="*/ 481203 w 619125"/>
                <a:gd name="connsiteY130" fmla="*/ 407753 h 581025"/>
                <a:gd name="connsiteX131" fmla="*/ 482632 w 619125"/>
                <a:gd name="connsiteY131" fmla="*/ 410230 h 581025"/>
                <a:gd name="connsiteX132" fmla="*/ 482251 w 619125"/>
                <a:gd name="connsiteY132" fmla="*/ 413849 h 581025"/>
                <a:gd name="connsiteX133" fmla="*/ 477583 w 619125"/>
                <a:gd name="connsiteY133" fmla="*/ 416612 h 581025"/>
                <a:gd name="connsiteX134" fmla="*/ 475393 w 619125"/>
                <a:gd name="connsiteY134" fmla="*/ 420326 h 581025"/>
                <a:gd name="connsiteX135" fmla="*/ 476917 w 619125"/>
                <a:gd name="connsiteY135" fmla="*/ 425756 h 581025"/>
                <a:gd name="connsiteX136" fmla="*/ 480631 w 619125"/>
                <a:gd name="connsiteY136" fmla="*/ 428327 h 581025"/>
                <a:gd name="connsiteX137" fmla="*/ 485584 w 619125"/>
                <a:gd name="connsiteY137" fmla="*/ 428232 h 581025"/>
                <a:gd name="connsiteX138" fmla="*/ 487775 w 619125"/>
                <a:gd name="connsiteY138" fmla="*/ 431757 h 581025"/>
                <a:gd name="connsiteX139" fmla="*/ 487013 w 619125"/>
                <a:gd name="connsiteY139" fmla="*/ 434233 h 581025"/>
                <a:gd name="connsiteX140" fmla="*/ 484060 w 619125"/>
                <a:gd name="connsiteY140" fmla="*/ 434995 h 581025"/>
                <a:gd name="connsiteX141" fmla="*/ 480917 w 619125"/>
                <a:gd name="connsiteY141" fmla="*/ 433947 h 581025"/>
                <a:gd name="connsiteX142" fmla="*/ 475964 w 619125"/>
                <a:gd name="connsiteY142" fmla="*/ 433852 h 581025"/>
                <a:gd name="connsiteX143" fmla="*/ 472916 w 619125"/>
                <a:gd name="connsiteY143" fmla="*/ 434614 h 581025"/>
                <a:gd name="connsiteX144" fmla="*/ 471202 w 619125"/>
                <a:gd name="connsiteY144" fmla="*/ 433471 h 581025"/>
                <a:gd name="connsiteX145" fmla="*/ 468344 w 619125"/>
                <a:gd name="connsiteY145" fmla="*/ 433185 h 581025"/>
                <a:gd name="connsiteX146" fmla="*/ 466534 w 619125"/>
                <a:gd name="connsiteY146" fmla="*/ 435090 h 581025"/>
                <a:gd name="connsiteX147" fmla="*/ 466725 w 619125"/>
                <a:gd name="connsiteY147" fmla="*/ 439662 h 581025"/>
                <a:gd name="connsiteX148" fmla="*/ 467868 w 619125"/>
                <a:gd name="connsiteY148" fmla="*/ 443091 h 581025"/>
                <a:gd name="connsiteX149" fmla="*/ 471297 w 619125"/>
                <a:gd name="connsiteY149" fmla="*/ 445663 h 581025"/>
                <a:gd name="connsiteX150" fmla="*/ 476345 w 619125"/>
                <a:gd name="connsiteY150" fmla="*/ 445091 h 581025"/>
                <a:gd name="connsiteX151" fmla="*/ 478441 w 619125"/>
                <a:gd name="connsiteY151" fmla="*/ 442901 h 581025"/>
                <a:gd name="connsiteX152" fmla="*/ 481584 w 619125"/>
                <a:gd name="connsiteY152" fmla="*/ 444329 h 581025"/>
                <a:gd name="connsiteX153" fmla="*/ 483965 w 619125"/>
                <a:gd name="connsiteY153" fmla="*/ 446806 h 581025"/>
                <a:gd name="connsiteX154" fmla="*/ 482727 w 619125"/>
                <a:gd name="connsiteY154" fmla="*/ 449949 h 581025"/>
                <a:gd name="connsiteX155" fmla="*/ 480155 w 619125"/>
                <a:gd name="connsiteY155" fmla="*/ 450711 h 581025"/>
                <a:gd name="connsiteX156" fmla="*/ 477012 w 619125"/>
                <a:gd name="connsiteY156" fmla="*/ 453378 h 581025"/>
                <a:gd name="connsiteX157" fmla="*/ 472059 w 619125"/>
                <a:gd name="connsiteY157" fmla="*/ 451092 h 581025"/>
                <a:gd name="connsiteX158" fmla="*/ 468344 w 619125"/>
                <a:gd name="connsiteY158" fmla="*/ 449187 h 581025"/>
                <a:gd name="connsiteX159" fmla="*/ 467106 w 619125"/>
                <a:gd name="connsiteY159" fmla="*/ 446520 h 581025"/>
                <a:gd name="connsiteX160" fmla="*/ 463391 w 619125"/>
                <a:gd name="connsiteY160" fmla="*/ 445853 h 581025"/>
                <a:gd name="connsiteX161" fmla="*/ 460534 w 619125"/>
                <a:gd name="connsiteY161" fmla="*/ 446806 h 581025"/>
                <a:gd name="connsiteX162" fmla="*/ 457676 w 619125"/>
                <a:gd name="connsiteY162" fmla="*/ 450807 h 581025"/>
                <a:gd name="connsiteX163" fmla="*/ 459010 w 619125"/>
                <a:gd name="connsiteY163" fmla="*/ 454140 h 581025"/>
                <a:gd name="connsiteX164" fmla="*/ 462724 w 619125"/>
                <a:gd name="connsiteY164" fmla="*/ 455283 h 581025"/>
                <a:gd name="connsiteX165" fmla="*/ 467296 w 619125"/>
                <a:gd name="connsiteY165" fmla="*/ 454331 h 581025"/>
                <a:gd name="connsiteX166" fmla="*/ 470440 w 619125"/>
                <a:gd name="connsiteY166" fmla="*/ 456998 h 581025"/>
                <a:gd name="connsiteX167" fmla="*/ 471868 w 619125"/>
                <a:gd name="connsiteY167" fmla="*/ 462427 h 581025"/>
                <a:gd name="connsiteX168" fmla="*/ 469868 w 619125"/>
                <a:gd name="connsiteY168" fmla="*/ 464999 h 581025"/>
                <a:gd name="connsiteX169" fmla="*/ 465201 w 619125"/>
                <a:gd name="connsiteY169" fmla="*/ 464618 h 581025"/>
                <a:gd name="connsiteX170" fmla="*/ 460820 w 619125"/>
                <a:gd name="connsiteY170" fmla="*/ 467190 h 581025"/>
                <a:gd name="connsiteX171" fmla="*/ 459391 w 619125"/>
                <a:gd name="connsiteY171" fmla="*/ 471857 h 581025"/>
                <a:gd name="connsiteX172" fmla="*/ 461867 w 619125"/>
                <a:gd name="connsiteY172" fmla="*/ 473857 h 581025"/>
                <a:gd name="connsiteX173" fmla="*/ 465487 w 619125"/>
                <a:gd name="connsiteY173" fmla="*/ 476619 h 581025"/>
                <a:gd name="connsiteX174" fmla="*/ 465868 w 619125"/>
                <a:gd name="connsiteY174" fmla="*/ 479382 h 581025"/>
                <a:gd name="connsiteX175" fmla="*/ 464153 w 619125"/>
                <a:gd name="connsiteY175" fmla="*/ 482334 h 581025"/>
                <a:gd name="connsiteX176" fmla="*/ 461772 w 619125"/>
                <a:gd name="connsiteY176" fmla="*/ 484525 h 581025"/>
                <a:gd name="connsiteX177" fmla="*/ 461867 w 619125"/>
                <a:gd name="connsiteY177" fmla="*/ 488144 h 581025"/>
                <a:gd name="connsiteX178" fmla="*/ 465487 w 619125"/>
                <a:gd name="connsiteY178" fmla="*/ 487763 h 581025"/>
                <a:gd name="connsiteX179" fmla="*/ 468154 w 619125"/>
                <a:gd name="connsiteY179" fmla="*/ 486430 h 581025"/>
                <a:gd name="connsiteX180" fmla="*/ 468821 w 619125"/>
                <a:gd name="connsiteY180" fmla="*/ 481858 h 581025"/>
                <a:gd name="connsiteX181" fmla="*/ 469297 w 619125"/>
                <a:gd name="connsiteY181" fmla="*/ 479382 h 581025"/>
                <a:gd name="connsiteX182" fmla="*/ 471392 w 619125"/>
                <a:gd name="connsiteY182" fmla="*/ 479382 h 581025"/>
                <a:gd name="connsiteX183" fmla="*/ 474059 w 619125"/>
                <a:gd name="connsiteY183" fmla="*/ 481477 h 581025"/>
                <a:gd name="connsiteX184" fmla="*/ 473773 w 619125"/>
                <a:gd name="connsiteY184" fmla="*/ 485763 h 581025"/>
                <a:gd name="connsiteX185" fmla="*/ 473583 w 619125"/>
                <a:gd name="connsiteY185" fmla="*/ 488240 h 581025"/>
                <a:gd name="connsiteX186" fmla="*/ 471202 w 619125"/>
                <a:gd name="connsiteY186" fmla="*/ 489859 h 581025"/>
                <a:gd name="connsiteX187" fmla="*/ 467677 w 619125"/>
                <a:gd name="connsiteY187" fmla="*/ 489859 h 581025"/>
                <a:gd name="connsiteX188" fmla="*/ 465582 w 619125"/>
                <a:gd name="connsiteY188" fmla="*/ 490907 h 581025"/>
                <a:gd name="connsiteX189" fmla="*/ 465582 w 619125"/>
                <a:gd name="connsiteY189" fmla="*/ 494717 h 581025"/>
                <a:gd name="connsiteX190" fmla="*/ 468249 w 619125"/>
                <a:gd name="connsiteY190" fmla="*/ 497193 h 581025"/>
                <a:gd name="connsiteX191" fmla="*/ 471488 w 619125"/>
                <a:gd name="connsiteY191" fmla="*/ 497098 h 581025"/>
                <a:gd name="connsiteX192" fmla="*/ 474345 w 619125"/>
                <a:gd name="connsiteY192" fmla="*/ 494431 h 581025"/>
                <a:gd name="connsiteX193" fmla="*/ 477202 w 619125"/>
                <a:gd name="connsiteY193" fmla="*/ 491192 h 581025"/>
                <a:gd name="connsiteX194" fmla="*/ 478631 w 619125"/>
                <a:gd name="connsiteY194" fmla="*/ 488049 h 581025"/>
                <a:gd name="connsiteX195" fmla="*/ 479965 w 619125"/>
                <a:gd name="connsiteY195" fmla="*/ 484525 h 581025"/>
                <a:gd name="connsiteX196" fmla="*/ 481774 w 619125"/>
                <a:gd name="connsiteY196" fmla="*/ 483573 h 581025"/>
                <a:gd name="connsiteX197" fmla="*/ 484251 w 619125"/>
                <a:gd name="connsiteY197" fmla="*/ 485287 h 581025"/>
                <a:gd name="connsiteX198" fmla="*/ 484537 w 619125"/>
                <a:gd name="connsiteY198" fmla="*/ 489668 h 581025"/>
                <a:gd name="connsiteX199" fmla="*/ 482632 w 619125"/>
                <a:gd name="connsiteY199" fmla="*/ 492621 h 581025"/>
                <a:gd name="connsiteX200" fmla="*/ 479584 w 619125"/>
                <a:gd name="connsiteY200" fmla="*/ 494717 h 581025"/>
                <a:gd name="connsiteX201" fmla="*/ 477679 w 619125"/>
                <a:gd name="connsiteY201" fmla="*/ 497955 h 581025"/>
                <a:gd name="connsiteX202" fmla="*/ 475107 w 619125"/>
                <a:gd name="connsiteY202" fmla="*/ 500622 h 581025"/>
                <a:gd name="connsiteX203" fmla="*/ 474155 w 619125"/>
                <a:gd name="connsiteY203" fmla="*/ 505290 h 581025"/>
                <a:gd name="connsiteX204" fmla="*/ 476631 w 619125"/>
                <a:gd name="connsiteY204" fmla="*/ 510719 h 581025"/>
                <a:gd name="connsiteX205" fmla="*/ 477774 w 619125"/>
                <a:gd name="connsiteY205" fmla="*/ 514243 h 581025"/>
                <a:gd name="connsiteX206" fmla="*/ 480536 w 619125"/>
                <a:gd name="connsiteY206" fmla="*/ 516434 h 581025"/>
                <a:gd name="connsiteX207" fmla="*/ 482155 w 619125"/>
                <a:gd name="connsiteY207" fmla="*/ 512719 h 581025"/>
                <a:gd name="connsiteX208" fmla="*/ 483870 w 619125"/>
                <a:gd name="connsiteY208" fmla="*/ 509481 h 581025"/>
                <a:gd name="connsiteX209" fmla="*/ 487108 w 619125"/>
                <a:gd name="connsiteY209" fmla="*/ 509481 h 581025"/>
                <a:gd name="connsiteX210" fmla="*/ 488823 w 619125"/>
                <a:gd name="connsiteY210" fmla="*/ 512338 h 581025"/>
                <a:gd name="connsiteX211" fmla="*/ 487775 w 619125"/>
                <a:gd name="connsiteY211" fmla="*/ 515767 h 581025"/>
                <a:gd name="connsiteX212" fmla="*/ 486156 w 619125"/>
                <a:gd name="connsiteY212" fmla="*/ 518624 h 581025"/>
                <a:gd name="connsiteX213" fmla="*/ 483108 w 619125"/>
                <a:gd name="connsiteY213" fmla="*/ 520149 h 581025"/>
                <a:gd name="connsiteX214" fmla="*/ 483680 w 619125"/>
                <a:gd name="connsiteY214" fmla="*/ 523768 h 581025"/>
                <a:gd name="connsiteX215" fmla="*/ 484060 w 619125"/>
                <a:gd name="connsiteY215" fmla="*/ 527768 h 581025"/>
                <a:gd name="connsiteX216" fmla="*/ 483108 w 619125"/>
                <a:gd name="connsiteY216" fmla="*/ 532436 h 581025"/>
                <a:gd name="connsiteX217" fmla="*/ 481393 w 619125"/>
                <a:gd name="connsiteY217" fmla="*/ 534436 h 581025"/>
                <a:gd name="connsiteX218" fmla="*/ 476250 w 619125"/>
                <a:gd name="connsiteY218" fmla="*/ 533769 h 581025"/>
                <a:gd name="connsiteX219" fmla="*/ 472916 w 619125"/>
                <a:gd name="connsiteY219" fmla="*/ 532721 h 581025"/>
                <a:gd name="connsiteX220" fmla="*/ 469392 w 619125"/>
                <a:gd name="connsiteY220" fmla="*/ 534912 h 581025"/>
                <a:gd name="connsiteX221" fmla="*/ 469011 w 619125"/>
                <a:gd name="connsiteY221" fmla="*/ 538817 h 581025"/>
                <a:gd name="connsiteX222" fmla="*/ 472726 w 619125"/>
                <a:gd name="connsiteY222" fmla="*/ 541294 h 581025"/>
                <a:gd name="connsiteX223" fmla="*/ 476821 w 619125"/>
                <a:gd name="connsiteY223" fmla="*/ 542532 h 581025"/>
                <a:gd name="connsiteX224" fmla="*/ 481489 w 619125"/>
                <a:gd name="connsiteY224" fmla="*/ 546152 h 581025"/>
                <a:gd name="connsiteX225" fmla="*/ 480060 w 619125"/>
                <a:gd name="connsiteY225" fmla="*/ 550438 h 581025"/>
                <a:gd name="connsiteX226" fmla="*/ 476726 w 619125"/>
                <a:gd name="connsiteY226" fmla="*/ 552057 h 581025"/>
                <a:gd name="connsiteX227" fmla="*/ 476345 w 619125"/>
                <a:gd name="connsiteY227" fmla="*/ 555010 h 581025"/>
                <a:gd name="connsiteX228" fmla="*/ 437007 w 619125"/>
                <a:gd name="connsiteY228" fmla="*/ 558058 h 581025"/>
                <a:gd name="connsiteX229" fmla="*/ 239744 w 619125"/>
                <a:gd name="connsiteY229" fmla="*/ 572155 h 581025"/>
                <a:gd name="connsiteX230" fmla="*/ 104584 w 619125"/>
                <a:gd name="connsiteY230" fmla="*/ 582061 h 581025"/>
                <a:gd name="connsiteX231" fmla="*/ 99346 w 619125"/>
                <a:gd name="connsiteY231" fmla="*/ 498432 h 581025"/>
                <a:gd name="connsiteX232" fmla="*/ 96679 w 619125"/>
                <a:gd name="connsiteY232" fmla="*/ 498336 h 581025"/>
                <a:gd name="connsiteX233" fmla="*/ 95536 w 619125"/>
                <a:gd name="connsiteY233" fmla="*/ 495098 h 581025"/>
                <a:gd name="connsiteX234" fmla="*/ 93059 w 619125"/>
                <a:gd name="connsiteY234" fmla="*/ 495098 h 581025"/>
                <a:gd name="connsiteX235" fmla="*/ 91345 w 619125"/>
                <a:gd name="connsiteY235" fmla="*/ 497384 h 581025"/>
                <a:gd name="connsiteX236" fmla="*/ 88963 w 619125"/>
                <a:gd name="connsiteY236" fmla="*/ 498717 h 581025"/>
                <a:gd name="connsiteX237" fmla="*/ 86963 w 619125"/>
                <a:gd name="connsiteY237" fmla="*/ 497193 h 581025"/>
                <a:gd name="connsiteX238" fmla="*/ 84868 w 619125"/>
                <a:gd name="connsiteY238" fmla="*/ 494050 h 581025"/>
                <a:gd name="connsiteX239" fmla="*/ 82105 w 619125"/>
                <a:gd name="connsiteY239" fmla="*/ 493288 h 581025"/>
                <a:gd name="connsiteX240" fmla="*/ 79438 w 619125"/>
                <a:gd name="connsiteY240" fmla="*/ 495383 h 581025"/>
                <a:gd name="connsiteX241" fmla="*/ 79057 w 619125"/>
                <a:gd name="connsiteY241" fmla="*/ 498241 h 581025"/>
                <a:gd name="connsiteX242" fmla="*/ 75152 w 619125"/>
                <a:gd name="connsiteY242" fmla="*/ 499765 h 581025"/>
                <a:gd name="connsiteX243" fmla="*/ 72771 w 619125"/>
                <a:gd name="connsiteY243" fmla="*/ 497098 h 581025"/>
                <a:gd name="connsiteX244" fmla="*/ 69247 w 619125"/>
                <a:gd name="connsiteY244" fmla="*/ 497003 h 581025"/>
                <a:gd name="connsiteX245" fmla="*/ 67246 w 619125"/>
                <a:gd name="connsiteY245" fmla="*/ 498336 h 581025"/>
                <a:gd name="connsiteX246" fmla="*/ 66104 w 619125"/>
                <a:gd name="connsiteY246" fmla="*/ 500336 h 581025"/>
                <a:gd name="connsiteX247" fmla="*/ 63151 w 619125"/>
                <a:gd name="connsiteY247" fmla="*/ 501194 h 581025"/>
                <a:gd name="connsiteX248" fmla="*/ 62103 w 619125"/>
                <a:gd name="connsiteY248" fmla="*/ 498717 h 581025"/>
                <a:gd name="connsiteX249" fmla="*/ 60007 w 619125"/>
                <a:gd name="connsiteY249" fmla="*/ 501099 h 581025"/>
                <a:gd name="connsiteX250" fmla="*/ 57245 w 619125"/>
                <a:gd name="connsiteY250" fmla="*/ 501289 h 581025"/>
                <a:gd name="connsiteX251" fmla="*/ 56293 w 619125"/>
                <a:gd name="connsiteY251" fmla="*/ 497765 h 581025"/>
                <a:gd name="connsiteX252" fmla="*/ 54007 w 619125"/>
                <a:gd name="connsiteY252" fmla="*/ 499765 h 581025"/>
                <a:gd name="connsiteX253" fmla="*/ 51340 w 619125"/>
                <a:gd name="connsiteY253" fmla="*/ 497765 h 581025"/>
                <a:gd name="connsiteX254" fmla="*/ 50101 w 619125"/>
                <a:gd name="connsiteY254" fmla="*/ 495765 h 581025"/>
                <a:gd name="connsiteX255" fmla="*/ 47339 w 619125"/>
                <a:gd name="connsiteY255" fmla="*/ 495002 h 581025"/>
                <a:gd name="connsiteX256" fmla="*/ 46006 w 619125"/>
                <a:gd name="connsiteY256" fmla="*/ 492145 h 581025"/>
                <a:gd name="connsiteX257" fmla="*/ 46672 w 619125"/>
                <a:gd name="connsiteY257" fmla="*/ 489764 h 581025"/>
                <a:gd name="connsiteX258" fmla="*/ 46482 w 619125"/>
                <a:gd name="connsiteY258" fmla="*/ 487859 h 581025"/>
                <a:gd name="connsiteX259" fmla="*/ 43529 w 619125"/>
                <a:gd name="connsiteY259" fmla="*/ 488240 h 581025"/>
                <a:gd name="connsiteX260" fmla="*/ 41624 w 619125"/>
                <a:gd name="connsiteY260" fmla="*/ 490716 h 581025"/>
                <a:gd name="connsiteX261" fmla="*/ 41338 w 619125"/>
                <a:gd name="connsiteY261" fmla="*/ 491097 h 581025"/>
                <a:gd name="connsiteX262" fmla="*/ 32861 w 619125"/>
                <a:gd name="connsiteY262" fmla="*/ 214586 h 581025"/>
                <a:gd name="connsiteX263" fmla="*/ 0 w 619125"/>
                <a:gd name="connsiteY263" fmla="*/ 45327 h 581025"/>
                <a:gd name="connsiteX264" fmla="*/ 0 w 619125"/>
                <a:gd name="connsiteY264" fmla="*/ 44756 h 581025"/>
                <a:gd name="connsiteX265" fmla="*/ 160020 w 619125"/>
                <a:gd name="connsiteY265" fmla="*/ 33992 h 581025"/>
                <a:gd name="connsiteX266" fmla="*/ 227266 w 619125"/>
                <a:gd name="connsiteY266" fmla="*/ 28849 h 581025"/>
                <a:gd name="connsiteX267" fmla="*/ 307753 w 619125"/>
                <a:gd name="connsiteY267" fmla="*/ 22658 h 581025"/>
                <a:gd name="connsiteX268" fmla="*/ 362712 w 619125"/>
                <a:gd name="connsiteY268" fmla="*/ 18371 h 581025"/>
                <a:gd name="connsiteX269" fmla="*/ 540544 w 619125"/>
                <a:gd name="connsiteY269" fmla="*/ 750 h 581025"/>
                <a:gd name="connsiteX270" fmla="*/ 546925 w 619125"/>
                <a:gd name="connsiteY270" fmla="*/ 83 h 581025"/>
                <a:gd name="connsiteX271" fmla="*/ 551021 w 619125"/>
                <a:gd name="connsiteY271" fmla="*/ 2941 h 581025"/>
                <a:gd name="connsiteX272" fmla="*/ 551402 w 619125"/>
                <a:gd name="connsiteY272" fmla="*/ 8084 h 581025"/>
                <a:gd name="connsiteX273" fmla="*/ 554450 w 619125"/>
                <a:gd name="connsiteY273" fmla="*/ 11799 h 581025"/>
                <a:gd name="connsiteX274" fmla="*/ 558927 w 619125"/>
                <a:gd name="connsiteY274" fmla="*/ 15038 h 581025"/>
                <a:gd name="connsiteX275" fmla="*/ 561880 w 619125"/>
                <a:gd name="connsiteY275" fmla="*/ 15514 h 581025"/>
                <a:gd name="connsiteX276" fmla="*/ 563023 w 619125"/>
                <a:gd name="connsiteY276" fmla="*/ 19419 h 581025"/>
                <a:gd name="connsiteX277" fmla="*/ 560927 w 619125"/>
                <a:gd name="connsiteY277" fmla="*/ 22467 h 581025"/>
                <a:gd name="connsiteX278" fmla="*/ 561308 w 619125"/>
                <a:gd name="connsiteY278" fmla="*/ 25325 h 581025"/>
                <a:gd name="connsiteX279" fmla="*/ 563308 w 619125"/>
                <a:gd name="connsiteY279" fmla="*/ 28087 h 581025"/>
                <a:gd name="connsiteX280" fmla="*/ 563499 w 619125"/>
                <a:gd name="connsiteY280" fmla="*/ 33230 h 581025"/>
                <a:gd name="connsiteX281" fmla="*/ 561594 w 619125"/>
                <a:gd name="connsiteY281" fmla="*/ 34469 h 581025"/>
                <a:gd name="connsiteX282" fmla="*/ 558927 w 619125"/>
                <a:gd name="connsiteY282" fmla="*/ 35612 h 581025"/>
                <a:gd name="connsiteX283" fmla="*/ 557974 w 619125"/>
                <a:gd name="connsiteY283" fmla="*/ 38374 h 581025"/>
                <a:gd name="connsiteX284" fmla="*/ 556260 w 619125"/>
                <a:gd name="connsiteY284" fmla="*/ 42470 h 581025"/>
                <a:gd name="connsiteX285" fmla="*/ 550545 w 619125"/>
                <a:gd name="connsiteY285" fmla="*/ 45613 h 581025"/>
                <a:gd name="connsiteX286" fmla="*/ 547973 w 619125"/>
                <a:gd name="connsiteY286" fmla="*/ 48185 h 581025"/>
                <a:gd name="connsiteX287" fmla="*/ 545306 w 619125"/>
                <a:gd name="connsiteY287" fmla="*/ 51042 h 581025"/>
                <a:gd name="connsiteX288" fmla="*/ 545973 w 619125"/>
                <a:gd name="connsiteY288" fmla="*/ 54090 h 581025"/>
                <a:gd name="connsiteX289" fmla="*/ 544639 w 619125"/>
                <a:gd name="connsiteY289" fmla="*/ 56948 h 581025"/>
                <a:gd name="connsiteX290" fmla="*/ 540830 w 619125"/>
                <a:gd name="connsiteY290" fmla="*/ 60472 h 581025"/>
                <a:gd name="connsiteX291" fmla="*/ 536829 w 619125"/>
                <a:gd name="connsiteY291" fmla="*/ 63806 h 581025"/>
                <a:gd name="connsiteX292" fmla="*/ 535114 w 619125"/>
                <a:gd name="connsiteY292" fmla="*/ 68282 h 581025"/>
                <a:gd name="connsiteX293" fmla="*/ 534257 w 619125"/>
                <a:gd name="connsiteY293" fmla="*/ 73045 h 581025"/>
                <a:gd name="connsiteX294" fmla="*/ 531781 w 619125"/>
                <a:gd name="connsiteY294" fmla="*/ 77522 h 581025"/>
                <a:gd name="connsiteX295" fmla="*/ 530733 w 619125"/>
                <a:gd name="connsiteY295" fmla="*/ 80665 h 581025"/>
                <a:gd name="connsiteX296" fmla="*/ 611696 w 619125"/>
                <a:gd name="connsiteY296" fmla="*/ 71616 h 581025"/>
                <a:gd name="connsiteX297" fmla="*/ 611314 w 619125"/>
                <a:gd name="connsiteY297" fmla="*/ 72188 h 581025"/>
                <a:gd name="connsiteX298" fmla="*/ 611981 w 619125"/>
                <a:gd name="connsiteY298" fmla="*/ 77045 h 581025"/>
                <a:gd name="connsiteX299" fmla="*/ 615029 w 619125"/>
                <a:gd name="connsiteY299" fmla="*/ 80379 h 581025"/>
                <a:gd name="connsiteX300" fmla="*/ 620173 w 619125"/>
                <a:gd name="connsiteY300" fmla="*/ 81808 h 581025"/>
                <a:gd name="connsiteX301" fmla="*/ 622173 w 619125"/>
                <a:gd name="connsiteY301" fmla="*/ 84761 h 581025"/>
                <a:gd name="connsiteX302" fmla="*/ 621792 w 619125"/>
                <a:gd name="connsiteY302" fmla="*/ 88475 h 581025"/>
                <a:gd name="connsiteX303" fmla="*/ 619697 w 619125"/>
                <a:gd name="connsiteY303" fmla="*/ 89618 h 581025"/>
                <a:gd name="connsiteX304" fmla="*/ 617601 w 619125"/>
                <a:gd name="connsiteY304" fmla="*/ 87332 h 581025"/>
                <a:gd name="connsiteX305" fmla="*/ 613600 w 619125"/>
                <a:gd name="connsiteY305" fmla="*/ 86666 h 581025"/>
                <a:gd name="connsiteX306" fmla="*/ 609409 w 619125"/>
                <a:gd name="connsiteY306" fmla="*/ 87047 h 581025"/>
                <a:gd name="connsiteX307" fmla="*/ 607314 w 619125"/>
                <a:gd name="connsiteY307" fmla="*/ 90095 h 581025"/>
                <a:gd name="connsiteX308" fmla="*/ 607028 w 619125"/>
                <a:gd name="connsiteY308" fmla="*/ 93524 h 581025"/>
                <a:gd name="connsiteX309" fmla="*/ 609219 w 619125"/>
                <a:gd name="connsiteY309" fmla="*/ 94952 h 581025"/>
                <a:gd name="connsiteX310" fmla="*/ 612934 w 619125"/>
                <a:gd name="connsiteY310" fmla="*/ 94762 h 581025"/>
                <a:gd name="connsiteX311" fmla="*/ 616648 w 619125"/>
                <a:gd name="connsiteY311" fmla="*/ 96572 h 581025"/>
                <a:gd name="connsiteX312" fmla="*/ 616267 w 619125"/>
                <a:gd name="connsiteY312" fmla="*/ 100286 h 581025"/>
                <a:gd name="connsiteX313" fmla="*/ 613505 w 619125"/>
                <a:gd name="connsiteY313" fmla="*/ 102382 h 581025"/>
                <a:gd name="connsiteX314" fmla="*/ 610648 w 619125"/>
                <a:gd name="connsiteY314" fmla="*/ 102668 h 581025"/>
                <a:gd name="connsiteX315" fmla="*/ 607123 w 619125"/>
                <a:gd name="connsiteY315" fmla="*/ 103144 h 581025"/>
                <a:gd name="connsiteX316" fmla="*/ 605409 w 619125"/>
                <a:gd name="connsiteY316" fmla="*/ 105430 h 581025"/>
                <a:gd name="connsiteX317" fmla="*/ 605885 w 619125"/>
                <a:gd name="connsiteY317" fmla="*/ 109716 h 581025"/>
                <a:gd name="connsiteX318" fmla="*/ 602551 w 619125"/>
                <a:gd name="connsiteY318" fmla="*/ 112097 h 581025"/>
                <a:gd name="connsiteX319" fmla="*/ 598837 w 619125"/>
                <a:gd name="connsiteY319" fmla="*/ 112574 h 581025"/>
                <a:gd name="connsiteX320" fmla="*/ 595503 w 619125"/>
                <a:gd name="connsiteY320" fmla="*/ 114193 h 581025"/>
                <a:gd name="connsiteX321" fmla="*/ 592646 w 619125"/>
                <a:gd name="connsiteY321" fmla="*/ 110954 h 581025"/>
                <a:gd name="connsiteX322" fmla="*/ 589216 w 619125"/>
                <a:gd name="connsiteY322" fmla="*/ 113336 h 581025"/>
                <a:gd name="connsiteX323" fmla="*/ 585502 w 619125"/>
                <a:gd name="connsiteY323" fmla="*/ 117908 h 581025"/>
                <a:gd name="connsiteX324" fmla="*/ 586168 w 619125"/>
                <a:gd name="connsiteY324" fmla="*/ 122956 h 581025"/>
                <a:gd name="connsiteX325" fmla="*/ 588550 w 619125"/>
                <a:gd name="connsiteY325" fmla="*/ 126385 h 581025"/>
                <a:gd name="connsiteX326" fmla="*/ 591883 w 619125"/>
                <a:gd name="connsiteY326" fmla="*/ 129147 h 581025"/>
                <a:gd name="connsiteX327" fmla="*/ 595598 w 619125"/>
                <a:gd name="connsiteY327" fmla="*/ 128957 h 581025"/>
                <a:gd name="connsiteX328" fmla="*/ 597122 w 619125"/>
                <a:gd name="connsiteY328" fmla="*/ 126385 h 581025"/>
                <a:gd name="connsiteX329" fmla="*/ 598456 w 619125"/>
                <a:gd name="connsiteY329" fmla="*/ 125242 h 581025"/>
                <a:gd name="connsiteX330" fmla="*/ 600265 w 619125"/>
                <a:gd name="connsiteY330" fmla="*/ 127337 h 581025"/>
                <a:gd name="connsiteX331" fmla="*/ 600170 w 619125"/>
                <a:gd name="connsiteY331" fmla="*/ 131052 h 581025"/>
                <a:gd name="connsiteX332" fmla="*/ 596360 w 619125"/>
                <a:gd name="connsiteY332" fmla="*/ 133433 h 581025"/>
                <a:gd name="connsiteX333" fmla="*/ 591598 w 619125"/>
                <a:gd name="connsiteY333" fmla="*/ 135719 h 581025"/>
                <a:gd name="connsiteX334" fmla="*/ 589312 w 619125"/>
                <a:gd name="connsiteY334" fmla="*/ 140006 h 581025"/>
                <a:gd name="connsiteX335" fmla="*/ 591217 w 619125"/>
                <a:gd name="connsiteY335" fmla="*/ 142863 h 581025"/>
                <a:gd name="connsiteX336" fmla="*/ 594074 w 619125"/>
                <a:gd name="connsiteY336" fmla="*/ 142768 h 581025"/>
                <a:gd name="connsiteX337" fmla="*/ 596646 w 619125"/>
                <a:gd name="connsiteY337" fmla="*/ 144006 h 581025"/>
                <a:gd name="connsiteX338" fmla="*/ 596646 w 619125"/>
                <a:gd name="connsiteY338" fmla="*/ 148388 h 581025"/>
                <a:gd name="connsiteX339" fmla="*/ 594931 w 619125"/>
                <a:gd name="connsiteY339" fmla="*/ 150959 h 581025"/>
                <a:gd name="connsiteX340" fmla="*/ 592169 w 619125"/>
                <a:gd name="connsiteY340" fmla="*/ 151150 h 581025"/>
                <a:gd name="connsiteX341" fmla="*/ 589121 w 619125"/>
                <a:gd name="connsiteY341" fmla="*/ 149340 h 581025"/>
                <a:gd name="connsiteX342" fmla="*/ 588550 w 619125"/>
                <a:gd name="connsiteY342" fmla="*/ 145625 h 581025"/>
                <a:gd name="connsiteX343" fmla="*/ 586740 w 619125"/>
                <a:gd name="connsiteY343" fmla="*/ 143911 h 581025"/>
                <a:gd name="connsiteX344" fmla="*/ 583978 w 619125"/>
                <a:gd name="connsiteY344" fmla="*/ 143625 h 581025"/>
                <a:gd name="connsiteX345" fmla="*/ 580168 w 619125"/>
                <a:gd name="connsiteY345" fmla="*/ 145816 h 581025"/>
                <a:gd name="connsiteX346" fmla="*/ 578263 w 619125"/>
                <a:gd name="connsiteY346" fmla="*/ 150864 h 581025"/>
                <a:gd name="connsiteX347" fmla="*/ 579977 w 619125"/>
                <a:gd name="connsiteY347" fmla="*/ 155436 h 581025"/>
                <a:gd name="connsiteX348" fmla="*/ 583501 w 619125"/>
                <a:gd name="connsiteY348" fmla="*/ 157246 h 581025"/>
                <a:gd name="connsiteX349" fmla="*/ 584740 w 619125"/>
                <a:gd name="connsiteY349" fmla="*/ 161056 h 581025"/>
                <a:gd name="connsiteX350" fmla="*/ 582835 w 619125"/>
                <a:gd name="connsiteY350" fmla="*/ 165247 h 581025"/>
                <a:gd name="connsiteX351" fmla="*/ 580358 w 619125"/>
                <a:gd name="connsiteY351" fmla="*/ 167533 h 581025"/>
                <a:gd name="connsiteX352" fmla="*/ 577882 w 619125"/>
                <a:gd name="connsiteY352" fmla="*/ 166580 h 581025"/>
                <a:gd name="connsiteX353" fmla="*/ 576453 w 619125"/>
                <a:gd name="connsiteY353" fmla="*/ 162389 h 581025"/>
                <a:gd name="connsiteX354" fmla="*/ 576739 w 619125"/>
                <a:gd name="connsiteY354" fmla="*/ 159341 h 581025"/>
                <a:gd name="connsiteX355" fmla="*/ 575215 w 619125"/>
                <a:gd name="connsiteY355" fmla="*/ 157436 h 581025"/>
                <a:gd name="connsiteX356" fmla="*/ 571786 w 619125"/>
                <a:gd name="connsiteY356" fmla="*/ 157436 h 581025"/>
                <a:gd name="connsiteX357" fmla="*/ 569690 w 619125"/>
                <a:gd name="connsiteY357" fmla="*/ 159437 h 581025"/>
                <a:gd name="connsiteX358" fmla="*/ 569500 w 619125"/>
                <a:gd name="connsiteY358" fmla="*/ 162866 h 581025"/>
                <a:gd name="connsiteX359" fmla="*/ 567976 w 619125"/>
                <a:gd name="connsiteY359" fmla="*/ 165533 h 581025"/>
                <a:gd name="connsiteX360" fmla="*/ 565118 w 619125"/>
                <a:gd name="connsiteY360" fmla="*/ 167723 h 581025"/>
                <a:gd name="connsiteX361" fmla="*/ 564737 w 619125"/>
                <a:gd name="connsiteY361" fmla="*/ 172581 h 581025"/>
                <a:gd name="connsiteX362" fmla="*/ 565595 w 619125"/>
                <a:gd name="connsiteY362" fmla="*/ 175724 h 581025"/>
                <a:gd name="connsiteX363" fmla="*/ 569309 w 619125"/>
                <a:gd name="connsiteY363" fmla="*/ 175724 h 581025"/>
                <a:gd name="connsiteX364" fmla="*/ 570643 w 619125"/>
                <a:gd name="connsiteY364" fmla="*/ 172772 h 581025"/>
                <a:gd name="connsiteX365" fmla="*/ 568738 w 619125"/>
                <a:gd name="connsiteY365" fmla="*/ 170390 h 581025"/>
                <a:gd name="connsiteX366" fmla="*/ 569785 w 619125"/>
                <a:gd name="connsiteY366" fmla="*/ 168485 h 581025"/>
                <a:gd name="connsiteX367" fmla="*/ 572452 w 619125"/>
                <a:gd name="connsiteY367" fmla="*/ 168295 h 581025"/>
                <a:gd name="connsiteX368" fmla="*/ 573976 w 619125"/>
                <a:gd name="connsiteY368" fmla="*/ 170676 h 581025"/>
                <a:gd name="connsiteX369" fmla="*/ 576358 w 619125"/>
                <a:gd name="connsiteY369" fmla="*/ 173343 h 581025"/>
                <a:gd name="connsiteX370" fmla="*/ 576167 w 619125"/>
                <a:gd name="connsiteY370" fmla="*/ 176867 h 581025"/>
                <a:gd name="connsiteX371" fmla="*/ 574357 w 619125"/>
                <a:gd name="connsiteY371" fmla="*/ 179439 h 581025"/>
                <a:gd name="connsiteX372" fmla="*/ 574834 w 619125"/>
                <a:gd name="connsiteY372" fmla="*/ 183154 h 581025"/>
                <a:gd name="connsiteX373" fmla="*/ 573024 w 619125"/>
                <a:gd name="connsiteY373" fmla="*/ 185630 h 581025"/>
                <a:gd name="connsiteX374" fmla="*/ 567880 w 619125"/>
                <a:gd name="connsiteY374" fmla="*/ 186297 h 581025"/>
                <a:gd name="connsiteX375" fmla="*/ 566928 w 619125"/>
                <a:gd name="connsiteY375" fmla="*/ 189345 h 581025"/>
                <a:gd name="connsiteX376" fmla="*/ 568642 w 619125"/>
                <a:gd name="connsiteY376" fmla="*/ 192869 h 581025"/>
                <a:gd name="connsiteX377" fmla="*/ 572357 w 619125"/>
                <a:gd name="connsiteY377" fmla="*/ 194393 h 581025"/>
                <a:gd name="connsiteX378" fmla="*/ 575691 w 619125"/>
                <a:gd name="connsiteY378" fmla="*/ 192869 h 581025"/>
                <a:gd name="connsiteX379" fmla="*/ 578072 w 619125"/>
                <a:gd name="connsiteY379" fmla="*/ 194489 h 581025"/>
                <a:gd name="connsiteX380" fmla="*/ 579310 w 619125"/>
                <a:gd name="connsiteY380" fmla="*/ 198775 h 581025"/>
                <a:gd name="connsiteX381" fmla="*/ 577310 w 619125"/>
                <a:gd name="connsiteY381" fmla="*/ 201442 h 581025"/>
                <a:gd name="connsiteX382" fmla="*/ 575500 w 619125"/>
                <a:gd name="connsiteY382" fmla="*/ 204299 h 581025"/>
                <a:gd name="connsiteX383" fmla="*/ 577120 w 619125"/>
                <a:gd name="connsiteY383" fmla="*/ 207157 h 581025"/>
                <a:gd name="connsiteX384" fmla="*/ 580739 w 619125"/>
                <a:gd name="connsiteY384" fmla="*/ 207538 h 581025"/>
                <a:gd name="connsiteX385" fmla="*/ 583121 w 619125"/>
                <a:gd name="connsiteY385" fmla="*/ 209062 h 581025"/>
                <a:gd name="connsiteX386" fmla="*/ 582073 w 619125"/>
                <a:gd name="connsiteY386" fmla="*/ 212777 h 581025"/>
                <a:gd name="connsiteX387" fmla="*/ 578263 w 619125"/>
                <a:gd name="connsiteY387" fmla="*/ 214015 h 581025"/>
                <a:gd name="connsiteX388" fmla="*/ 575500 w 619125"/>
                <a:gd name="connsiteY388" fmla="*/ 212110 h 581025"/>
                <a:gd name="connsiteX389" fmla="*/ 571500 w 619125"/>
                <a:gd name="connsiteY389" fmla="*/ 212110 h 581025"/>
                <a:gd name="connsiteX390" fmla="*/ 569023 w 619125"/>
                <a:gd name="connsiteY390" fmla="*/ 216110 h 581025"/>
                <a:gd name="connsiteX391" fmla="*/ 569500 w 619125"/>
                <a:gd name="connsiteY391" fmla="*/ 222302 h 581025"/>
                <a:gd name="connsiteX392" fmla="*/ 569976 w 619125"/>
                <a:gd name="connsiteY392" fmla="*/ 224207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</a:cxnLst>
              <a:rect l="l" t="t" r="r" b="b"/>
              <a:pathLst>
                <a:path w="619125" h="581025">
                  <a:moveTo>
                    <a:pt x="569976" y="224207"/>
                  </a:moveTo>
                  <a:cubicBezTo>
                    <a:pt x="569595" y="225445"/>
                    <a:pt x="569119" y="226874"/>
                    <a:pt x="568547" y="227636"/>
                  </a:cubicBezTo>
                  <a:cubicBezTo>
                    <a:pt x="567880" y="228493"/>
                    <a:pt x="565975" y="229636"/>
                    <a:pt x="564928" y="230017"/>
                  </a:cubicBezTo>
                  <a:cubicBezTo>
                    <a:pt x="564071" y="230303"/>
                    <a:pt x="562356" y="230398"/>
                    <a:pt x="561499" y="230207"/>
                  </a:cubicBezTo>
                  <a:cubicBezTo>
                    <a:pt x="560641" y="230017"/>
                    <a:pt x="559117" y="228588"/>
                    <a:pt x="558260" y="228779"/>
                  </a:cubicBezTo>
                  <a:cubicBezTo>
                    <a:pt x="557498" y="228874"/>
                    <a:pt x="556736" y="230303"/>
                    <a:pt x="556355" y="230874"/>
                  </a:cubicBezTo>
                  <a:cubicBezTo>
                    <a:pt x="555784" y="231922"/>
                    <a:pt x="554831" y="234113"/>
                    <a:pt x="554926" y="235256"/>
                  </a:cubicBezTo>
                  <a:cubicBezTo>
                    <a:pt x="555022" y="235922"/>
                    <a:pt x="555879" y="236970"/>
                    <a:pt x="556165" y="237446"/>
                  </a:cubicBezTo>
                  <a:cubicBezTo>
                    <a:pt x="556736" y="238304"/>
                    <a:pt x="557974" y="240209"/>
                    <a:pt x="558832" y="240875"/>
                  </a:cubicBezTo>
                  <a:cubicBezTo>
                    <a:pt x="559880" y="241637"/>
                    <a:pt x="562547" y="241923"/>
                    <a:pt x="563499" y="242780"/>
                  </a:cubicBezTo>
                  <a:cubicBezTo>
                    <a:pt x="564261" y="243542"/>
                    <a:pt x="565499" y="245733"/>
                    <a:pt x="565404" y="246876"/>
                  </a:cubicBezTo>
                  <a:cubicBezTo>
                    <a:pt x="565309" y="247829"/>
                    <a:pt x="563975" y="249353"/>
                    <a:pt x="563308" y="250019"/>
                  </a:cubicBezTo>
                  <a:cubicBezTo>
                    <a:pt x="562642" y="250686"/>
                    <a:pt x="560832" y="251734"/>
                    <a:pt x="560070" y="252305"/>
                  </a:cubicBezTo>
                  <a:cubicBezTo>
                    <a:pt x="559403" y="252877"/>
                    <a:pt x="557689" y="253925"/>
                    <a:pt x="557498" y="254782"/>
                  </a:cubicBezTo>
                  <a:cubicBezTo>
                    <a:pt x="557403" y="255544"/>
                    <a:pt x="558927" y="256782"/>
                    <a:pt x="558737" y="257544"/>
                  </a:cubicBezTo>
                  <a:cubicBezTo>
                    <a:pt x="558641" y="258306"/>
                    <a:pt x="557403" y="259640"/>
                    <a:pt x="556641" y="259735"/>
                  </a:cubicBezTo>
                  <a:cubicBezTo>
                    <a:pt x="555784" y="259925"/>
                    <a:pt x="554164" y="258401"/>
                    <a:pt x="553212" y="258306"/>
                  </a:cubicBezTo>
                  <a:cubicBezTo>
                    <a:pt x="552450" y="258211"/>
                    <a:pt x="550831" y="258592"/>
                    <a:pt x="550069" y="258782"/>
                  </a:cubicBezTo>
                  <a:cubicBezTo>
                    <a:pt x="548926" y="259163"/>
                    <a:pt x="546925" y="261068"/>
                    <a:pt x="545687" y="260973"/>
                  </a:cubicBezTo>
                  <a:cubicBezTo>
                    <a:pt x="544925" y="260878"/>
                    <a:pt x="543401" y="259830"/>
                    <a:pt x="543020" y="259163"/>
                  </a:cubicBezTo>
                  <a:cubicBezTo>
                    <a:pt x="542449" y="258211"/>
                    <a:pt x="543401" y="255544"/>
                    <a:pt x="542639" y="254591"/>
                  </a:cubicBezTo>
                  <a:cubicBezTo>
                    <a:pt x="542068" y="253829"/>
                    <a:pt x="539972" y="253449"/>
                    <a:pt x="539020" y="253449"/>
                  </a:cubicBezTo>
                  <a:cubicBezTo>
                    <a:pt x="537972" y="253449"/>
                    <a:pt x="535781" y="253925"/>
                    <a:pt x="535210" y="254687"/>
                  </a:cubicBezTo>
                  <a:cubicBezTo>
                    <a:pt x="534638" y="255449"/>
                    <a:pt x="534543" y="257640"/>
                    <a:pt x="534829" y="258592"/>
                  </a:cubicBezTo>
                  <a:cubicBezTo>
                    <a:pt x="535114" y="259544"/>
                    <a:pt x="536734" y="260973"/>
                    <a:pt x="537210" y="261926"/>
                  </a:cubicBezTo>
                  <a:cubicBezTo>
                    <a:pt x="537781" y="263069"/>
                    <a:pt x="538829" y="265355"/>
                    <a:pt x="538734" y="266593"/>
                  </a:cubicBezTo>
                  <a:cubicBezTo>
                    <a:pt x="538639" y="267165"/>
                    <a:pt x="537686" y="268022"/>
                    <a:pt x="537686" y="268593"/>
                  </a:cubicBezTo>
                  <a:cubicBezTo>
                    <a:pt x="537686" y="269355"/>
                    <a:pt x="538734" y="270689"/>
                    <a:pt x="539210" y="271356"/>
                  </a:cubicBezTo>
                  <a:cubicBezTo>
                    <a:pt x="539687" y="272117"/>
                    <a:pt x="541020" y="273260"/>
                    <a:pt x="541210" y="274118"/>
                  </a:cubicBezTo>
                  <a:cubicBezTo>
                    <a:pt x="541401" y="274880"/>
                    <a:pt x="540925" y="276308"/>
                    <a:pt x="540639" y="276975"/>
                  </a:cubicBezTo>
                  <a:cubicBezTo>
                    <a:pt x="540353" y="277737"/>
                    <a:pt x="539687" y="279357"/>
                    <a:pt x="539020" y="279737"/>
                  </a:cubicBezTo>
                  <a:cubicBezTo>
                    <a:pt x="538258" y="280118"/>
                    <a:pt x="536448" y="280214"/>
                    <a:pt x="535591" y="279928"/>
                  </a:cubicBezTo>
                  <a:cubicBezTo>
                    <a:pt x="534638" y="279547"/>
                    <a:pt x="533114" y="278118"/>
                    <a:pt x="532829" y="277166"/>
                  </a:cubicBezTo>
                  <a:cubicBezTo>
                    <a:pt x="532543" y="276404"/>
                    <a:pt x="533114" y="274975"/>
                    <a:pt x="533114" y="274213"/>
                  </a:cubicBezTo>
                  <a:cubicBezTo>
                    <a:pt x="533209" y="273451"/>
                    <a:pt x="533400" y="272022"/>
                    <a:pt x="533400" y="271260"/>
                  </a:cubicBezTo>
                  <a:cubicBezTo>
                    <a:pt x="533400" y="270498"/>
                    <a:pt x="533686" y="268784"/>
                    <a:pt x="533114" y="268307"/>
                  </a:cubicBezTo>
                  <a:cubicBezTo>
                    <a:pt x="532447" y="267736"/>
                    <a:pt x="530352" y="267736"/>
                    <a:pt x="529590" y="268212"/>
                  </a:cubicBezTo>
                  <a:cubicBezTo>
                    <a:pt x="529018" y="268498"/>
                    <a:pt x="528638" y="269832"/>
                    <a:pt x="528542" y="270403"/>
                  </a:cubicBezTo>
                  <a:cubicBezTo>
                    <a:pt x="528447" y="271070"/>
                    <a:pt x="528447" y="272499"/>
                    <a:pt x="528542" y="273260"/>
                  </a:cubicBezTo>
                  <a:cubicBezTo>
                    <a:pt x="528638" y="274118"/>
                    <a:pt x="529780" y="275927"/>
                    <a:pt x="529495" y="276785"/>
                  </a:cubicBezTo>
                  <a:cubicBezTo>
                    <a:pt x="529114" y="277737"/>
                    <a:pt x="526447" y="278023"/>
                    <a:pt x="526161" y="278975"/>
                  </a:cubicBezTo>
                  <a:cubicBezTo>
                    <a:pt x="525971" y="279737"/>
                    <a:pt x="527018" y="281071"/>
                    <a:pt x="527495" y="281642"/>
                  </a:cubicBezTo>
                  <a:cubicBezTo>
                    <a:pt x="528066" y="282309"/>
                    <a:pt x="529780" y="283071"/>
                    <a:pt x="530542" y="283357"/>
                  </a:cubicBezTo>
                  <a:cubicBezTo>
                    <a:pt x="531400" y="283643"/>
                    <a:pt x="533209" y="284024"/>
                    <a:pt x="534067" y="284024"/>
                  </a:cubicBezTo>
                  <a:cubicBezTo>
                    <a:pt x="534638" y="284024"/>
                    <a:pt x="535686" y="283548"/>
                    <a:pt x="536257" y="283357"/>
                  </a:cubicBezTo>
                  <a:cubicBezTo>
                    <a:pt x="536924" y="283166"/>
                    <a:pt x="538258" y="282690"/>
                    <a:pt x="538924" y="282976"/>
                  </a:cubicBezTo>
                  <a:cubicBezTo>
                    <a:pt x="539972" y="283357"/>
                    <a:pt x="541782" y="285452"/>
                    <a:pt x="541782" y="286595"/>
                  </a:cubicBezTo>
                  <a:cubicBezTo>
                    <a:pt x="541687" y="287643"/>
                    <a:pt x="539496" y="288882"/>
                    <a:pt x="538829" y="289643"/>
                  </a:cubicBezTo>
                  <a:cubicBezTo>
                    <a:pt x="537877" y="290691"/>
                    <a:pt x="536353" y="292977"/>
                    <a:pt x="535210" y="293739"/>
                  </a:cubicBezTo>
                  <a:cubicBezTo>
                    <a:pt x="534638" y="294120"/>
                    <a:pt x="533305" y="294882"/>
                    <a:pt x="532638" y="294787"/>
                  </a:cubicBezTo>
                  <a:cubicBezTo>
                    <a:pt x="531781" y="294692"/>
                    <a:pt x="530162" y="293834"/>
                    <a:pt x="529876" y="293073"/>
                  </a:cubicBezTo>
                  <a:cubicBezTo>
                    <a:pt x="529495" y="292120"/>
                    <a:pt x="530733" y="290120"/>
                    <a:pt x="530828" y="289072"/>
                  </a:cubicBezTo>
                  <a:cubicBezTo>
                    <a:pt x="530828" y="288596"/>
                    <a:pt x="530828" y="287643"/>
                    <a:pt x="530638" y="287262"/>
                  </a:cubicBezTo>
                  <a:cubicBezTo>
                    <a:pt x="530352" y="286691"/>
                    <a:pt x="529304" y="285738"/>
                    <a:pt x="528733" y="285643"/>
                  </a:cubicBezTo>
                  <a:cubicBezTo>
                    <a:pt x="528066" y="285548"/>
                    <a:pt x="526637" y="286405"/>
                    <a:pt x="526161" y="286881"/>
                  </a:cubicBezTo>
                  <a:cubicBezTo>
                    <a:pt x="525494" y="287643"/>
                    <a:pt x="525113" y="289739"/>
                    <a:pt x="525018" y="290691"/>
                  </a:cubicBezTo>
                  <a:cubicBezTo>
                    <a:pt x="524827" y="292215"/>
                    <a:pt x="524732" y="295454"/>
                    <a:pt x="525113" y="296978"/>
                  </a:cubicBezTo>
                  <a:cubicBezTo>
                    <a:pt x="525399" y="298025"/>
                    <a:pt x="526447" y="299835"/>
                    <a:pt x="527113" y="300597"/>
                  </a:cubicBezTo>
                  <a:cubicBezTo>
                    <a:pt x="527780" y="301359"/>
                    <a:pt x="529685" y="302407"/>
                    <a:pt x="530447" y="303169"/>
                  </a:cubicBezTo>
                  <a:cubicBezTo>
                    <a:pt x="531114" y="303836"/>
                    <a:pt x="532352" y="305455"/>
                    <a:pt x="532543" y="306312"/>
                  </a:cubicBezTo>
                  <a:cubicBezTo>
                    <a:pt x="532733" y="307360"/>
                    <a:pt x="532352" y="309551"/>
                    <a:pt x="531781" y="310408"/>
                  </a:cubicBezTo>
                  <a:cubicBezTo>
                    <a:pt x="531305" y="311265"/>
                    <a:pt x="529209" y="311932"/>
                    <a:pt x="528733" y="312789"/>
                  </a:cubicBezTo>
                  <a:cubicBezTo>
                    <a:pt x="527875" y="314123"/>
                    <a:pt x="527209" y="317457"/>
                    <a:pt x="527113" y="319076"/>
                  </a:cubicBezTo>
                  <a:cubicBezTo>
                    <a:pt x="527113" y="319742"/>
                    <a:pt x="527113" y="321266"/>
                    <a:pt x="527495" y="321838"/>
                  </a:cubicBezTo>
                  <a:cubicBezTo>
                    <a:pt x="528161" y="322791"/>
                    <a:pt x="530923" y="323171"/>
                    <a:pt x="531400" y="324124"/>
                  </a:cubicBezTo>
                  <a:cubicBezTo>
                    <a:pt x="531781" y="324981"/>
                    <a:pt x="531305" y="326982"/>
                    <a:pt x="531019" y="327839"/>
                  </a:cubicBezTo>
                  <a:cubicBezTo>
                    <a:pt x="530638" y="328886"/>
                    <a:pt x="529304" y="330696"/>
                    <a:pt x="528447" y="331458"/>
                  </a:cubicBezTo>
                  <a:cubicBezTo>
                    <a:pt x="527685" y="332220"/>
                    <a:pt x="525685" y="333173"/>
                    <a:pt x="524732" y="333744"/>
                  </a:cubicBezTo>
                  <a:cubicBezTo>
                    <a:pt x="523970" y="334220"/>
                    <a:pt x="522351" y="334982"/>
                    <a:pt x="521875" y="335744"/>
                  </a:cubicBezTo>
                  <a:cubicBezTo>
                    <a:pt x="521398" y="336411"/>
                    <a:pt x="521113" y="338126"/>
                    <a:pt x="521208" y="338888"/>
                  </a:cubicBezTo>
                  <a:cubicBezTo>
                    <a:pt x="521303" y="339745"/>
                    <a:pt x="522732" y="340888"/>
                    <a:pt x="522827" y="341745"/>
                  </a:cubicBezTo>
                  <a:cubicBezTo>
                    <a:pt x="522922" y="342793"/>
                    <a:pt x="522065" y="344698"/>
                    <a:pt x="521494" y="345460"/>
                  </a:cubicBezTo>
                  <a:cubicBezTo>
                    <a:pt x="521017" y="346032"/>
                    <a:pt x="519874" y="346984"/>
                    <a:pt x="519113" y="346984"/>
                  </a:cubicBezTo>
                  <a:cubicBezTo>
                    <a:pt x="518065" y="346889"/>
                    <a:pt x="516350" y="345269"/>
                    <a:pt x="516064" y="344317"/>
                  </a:cubicBezTo>
                  <a:cubicBezTo>
                    <a:pt x="515779" y="343460"/>
                    <a:pt x="516064" y="341459"/>
                    <a:pt x="516541" y="340698"/>
                  </a:cubicBezTo>
                  <a:cubicBezTo>
                    <a:pt x="516922" y="340126"/>
                    <a:pt x="518541" y="339935"/>
                    <a:pt x="518827" y="339364"/>
                  </a:cubicBezTo>
                  <a:cubicBezTo>
                    <a:pt x="519017" y="338888"/>
                    <a:pt x="518636" y="337840"/>
                    <a:pt x="518255" y="337554"/>
                  </a:cubicBezTo>
                  <a:cubicBezTo>
                    <a:pt x="517303" y="336887"/>
                    <a:pt x="514826" y="337840"/>
                    <a:pt x="513683" y="337840"/>
                  </a:cubicBezTo>
                  <a:cubicBezTo>
                    <a:pt x="512540" y="337935"/>
                    <a:pt x="510254" y="337554"/>
                    <a:pt x="509206" y="337840"/>
                  </a:cubicBezTo>
                  <a:cubicBezTo>
                    <a:pt x="508445" y="338031"/>
                    <a:pt x="507016" y="338697"/>
                    <a:pt x="506635" y="339364"/>
                  </a:cubicBezTo>
                  <a:cubicBezTo>
                    <a:pt x="506254" y="340126"/>
                    <a:pt x="506730" y="341841"/>
                    <a:pt x="507016" y="342507"/>
                  </a:cubicBezTo>
                  <a:cubicBezTo>
                    <a:pt x="507397" y="343269"/>
                    <a:pt x="509111" y="344222"/>
                    <a:pt x="509588" y="344984"/>
                  </a:cubicBezTo>
                  <a:cubicBezTo>
                    <a:pt x="510064" y="345841"/>
                    <a:pt x="510730" y="347651"/>
                    <a:pt x="510540" y="348603"/>
                  </a:cubicBezTo>
                  <a:cubicBezTo>
                    <a:pt x="510349" y="349460"/>
                    <a:pt x="509206" y="351175"/>
                    <a:pt x="508445" y="351556"/>
                  </a:cubicBezTo>
                  <a:cubicBezTo>
                    <a:pt x="507778" y="351842"/>
                    <a:pt x="506254" y="351270"/>
                    <a:pt x="505587" y="351461"/>
                  </a:cubicBezTo>
                  <a:cubicBezTo>
                    <a:pt x="504063" y="351746"/>
                    <a:pt x="500824" y="352699"/>
                    <a:pt x="499967" y="354032"/>
                  </a:cubicBezTo>
                  <a:cubicBezTo>
                    <a:pt x="499396" y="354985"/>
                    <a:pt x="500158" y="357557"/>
                    <a:pt x="500063" y="358700"/>
                  </a:cubicBezTo>
                  <a:cubicBezTo>
                    <a:pt x="499967" y="359748"/>
                    <a:pt x="499777" y="361843"/>
                    <a:pt x="499205" y="362700"/>
                  </a:cubicBezTo>
                  <a:cubicBezTo>
                    <a:pt x="498920" y="363081"/>
                    <a:pt x="498157" y="363843"/>
                    <a:pt x="497681" y="363843"/>
                  </a:cubicBezTo>
                  <a:cubicBezTo>
                    <a:pt x="496729" y="364034"/>
                    <a:pt x="494919" y="363081"/>
                    <a:pt x="494157" y="362605"/>
                  </a:cubicBezTo>
                  <a:cubicBezTo>
                    <a:pt x="493395" y="362129"/>
                    <a:pt x="492347" y="360414"/>
                    <a:pt x="491585" y="359843"/>
                  </a:cubicBezTo>
                  <a:cubicBezTo>
                    <a:pt x="491204" y="359557"/>
                    <a:pt x="490252" y="358890"/>
                    <a:pt x="489775" y="358795"/>
                  </a:cubicBezTo>
                  <a:cubicBezTo>
                    <a:pt x="489204" y="358604"/>
                    <a:pt x="487775" y="358414"/>
                    <a:pt x="487299" y="358795"/>
                  </a:cubicBezTo>
                  <a:cubicBezTo>
                    <a:pt x="486632" y="359366"/>
                    <a:pt x="486823" y="361462"/>
                    <a:pt x="486918" y="362319"/>
                  </a:cubicBezTo>
                  <a:cubicBezTo>
                    <a:pt x="487108" y="363176"/>
                    <a:pt x="487775" y="364796"/>
                    <a:pt x="488347" y="365367"/>
                  </a:cubicBezTo>
                  <a:cubicBezTo>
                    <a:pt x="489013" y="366129"/>
                    <a:pt x="491109" y="366891"/>
                    <a:pt x="492062" y="367272"/>
                  </a:cubicBezTo>
                  <a:cubicBezTo>
                    <a:pt x="493014" y="367653"/>
                    <a:pt x="494919" y="368415"/>
                    <a:pt x="495967" y="368415"/>
                  </a:cubicBezTo>
                  <a:cubicBezTo>
                    <a:pt x="496824" y="368415"/>
                    <a:pt x="498443" y="367558"/>
                    <a:pt x="499396" y="367367"/>
                  </a:cubicBezTo>
                  <a:cubicBezTo>
                    <a:pt x="500253" y="367177"/>
                    <a:pt x="502158" y="366891"/>
                    <a:pt x="503015" y="367177"/>
                  </a:cubicBezTo>
                  <a:cubicBezTo>
                    <a:pt x="503682" y="367367"/>
                    <a:pt x="504920" y="368415"/>
                    <a:pt x="505206" y="369082"/>
                  </a:cubicBezTo>
                  <a:cubicBezTo>
                    <a:pt x="505682" y="370034"/>
                    <a:pt x="505682" y="372416"/>
                    <a:pt x="505206" y="373368"/>
                  </a:cubicBezTo>
                  <a:cubicBezTo>
                    <a:pt x="504825" y="374130"/>
                    <a:pt x="503301" y="375273"/>
                    <a:pt x="502444" y="375464"/>
                  </a:cubicBezTo>
                  <a:cubicBezTo>
                    <a:pt x="501396" y="375845"/>
                    <a:pt x="499015" y="375845"/>
                    <a:pt x="497967" y="375368"/>
                  </a:cubicBezTo>
                  <a:cubicBezTo>
                    <a:pt x="496919" y="374892"/>
                    <a:pt x="495776" y="372606"/>
                    <a:pt x="494824" y="372130"/>
                  </a:cubicBezTo>
                  <a:cubicBezTo>
                    <a:pt x="494062" y="371749"/>
                    <a:pt x="492157" y="371558"/>
                    <a:pt x="491299" y="371844"/>
                  </a:cubicBezTo>
                  <a:cubicBezTo>
                    <a:pt x="490252" y="372225"/>
                    <a:pt x="488632" y="373844"/>
                    <a:pt x="487871" y="374702"/>
                  </a:cubicBezTo>
                  <a:cubicBezTo>
                    <a:pt x="487394" y="375368"/>
                    <a:pt x="486442" y="376892"/>
                    <a:pt x="486346" y="377750"/>
                  </a:cubicBezTo>
                  <a:cubicBezTo>
                    <a:pt x="486156" y="378607"/>
                    <a:pt x="485965" y="380417"/>
                    <a:pt x="486442" y="381179"/>
                  </a:cubicBezTo>
                  <a:cubicBezTo>
                    <a:pt x="487204" y="382417"/>
                    <a:pt x="490252" y="383750"/>
                    <a:pt x="491776" y="383750"/>
                  </a:cubicBezTo>
                  <a:cubicBezTo>
                    <a:pt x="492728" y="383750"/>
                    <a:pt x="494252" y="382131"/>
                    <a:pt x="495205" y="382036"/>
                  </a:cubicBezTo>
                  <a:cubicBezTo>
                    <a:pt x="495871" y="381941"/>
                    <a:pt x="497300" y="382322"/>
                    <a:pt x="497776" y="382798"/>
                  </a:cubicBezTo>
                  <a:cubicBezTo>
                    <a:pt x="498348" y="383465"/>
                    <a:pt x="498634" y="385370"/>
                    <a:pt x="498538" y="386322"/>
                  </a:cubicBezTo>
                  <a:cubicBezTo>
                    <a:pt x="498443" y="387084"/>
                    <a:pt x="497300" y="388227"/>
                    <a:pt x="497205" y="388989"/>
                  </a:cubicBezTo>
                  <a:cubicBezTo>
                    <a:pt x="497014" y="389751"/>
                    <a:pt x="497776" y="391561"/>
                    <a:pt x="497396" y="392323"/>
                  </a:cubicBezTo>
                  <a:cubicBezTo>
                    <a:pt x="497014" y="393085"/>
                    <a:pt x="495490" y="394037"/>
                    <a:pt x="494729" y="394323"/>
                  </a:cubicBezTo>
                  <a:cubicBezTo>
                    <a:pt x="493871" y="394609"/>
                    <a:pt x="491966" y="394418"/>
                    <a:pt x="491014" y="394418"/>
                  </a:cubicBezTo>
                  <a:cubicBezTo>
                    <a:pt x="490252" y="394418"/>
                    <a:pt x="488823" y="394133"/>
                    <a:pt x="488061" y="394133"/>
                  </a:cubicBezTo>
                  <a:cubicBezTo>
                    <a:pt x="487204" y="394228"/>
                    <a:pt x="485299" y="394514"/>
                    <a:pt x="484918" y="395181"/>
                  </a:cubicBezTo>
                  <a:cubicBezTo>
                    <a:pt x="484632" y="395657"/>
                    <a:pt x="484918" y="397085"/>
                    <a:pt x="485204" y="397657"/>
                  </a:cubicBezTo>
                  <a:cubicBezTo>
                    <a:pt x="485584" y="398228"/>
                    <a:pt x="486918" y="398609"/>
                    <a:pt x="487299" y="399181"/>
                  </a:cubicBezTo>
                  <a:cubicBezTo>
                    <a:pt x="487775" y="399848"/>
                    <a:pt x="488061" y="401372"/>
                    <a:pt x="488061" y="402134"/>
                  </a:cubicBezTo>
                  <a:cubicBezTo>
                    <a:pt x="487966" y="402800"/>
                    <a:pt x="487585" y="404324"/>
                    <a:pt x="486918" y="404706"/>
                  </a:cubicBezTo>
                  <a:cubicBezTo>
                    <a:pt x="486156" y="405086"/>
                    <a:pt x="484156" y="404610"/>
                    <a:pt x="483489" y="404039"/>
                  </a:cubicBezTo>
                  <a:cubicBezTo>
                    <a:pt x="482632" y="403372"/>
                    <a:pt x="482537" y="400800"/>
                    <a:pt x="481774" y="400133"/>
                  </a:cubicBezTo>
                  <a:cubicBezTo>
                    <a:pt x="481298" y="399657"/>
                    <a:pt x="479774" y="398991"/>
                    <a:pt x="479012" y="399181"/>
                  </a:cubicBezTo>
                  <a:cubicBezTo>
                    <a:pt x="478250" y="399371"/>
                    <a:pt x="477583" y="401181"/>
                    <a:pt x="476917" y="401467"/>
                  </a:cubicBezTo>
                  <a:cubicBezTo>
                    <a:pt x="475774" y="401943"/>
                    <a:pt x="473012" y="400895"/>
                    <a:pt x="472154" y="401657"/>
                  </a:cubicBezTo>
                  <a:cubicBezTo>
                    <a:pt x="471583" y="402134"/>
                    <a:pt x="471392" y="403753"/>
                    <a:pt x="471488" y="404515"/>
                  </a:cubicBezTo>
                  <a:cubicBezTo>
                    <a:pt x="471583" y="405086"/>
                    <a:pt x="472345" y="406229"/>
                    <a:pt x="472821" y="406515"/>
                  </a:cubicBezTo>
                  <a:cubicBezTo>
                    <a:pt x="473678" y="406991"/>
                    <a:pt x="475679" y="406420"/>
                    <a:pt x="476631" y="406515"/>
                  </a:cubicBezTo>
                  <a:cubicBezTo>
                    <a:pt x="477774" y="406706"/>
                    <a:pt x="480250" y="407087"/>
                    <a:pt x="481203" y="407753"/>
                  </a:cubicBezTo>
                  <a:cubicBezTo>
                    <a:pt x="481774" y="408134"/>
                    <a:pt x="482537" y="409468"/>
                    <a:pt x="482632" y="410230"/>
                  </a:cubicBezTo>
                  <a:cubicBezTo>
                    <a:pt x="482822" y="411087"/>
                    <a:pt x="482727" y="413087"/>
                    <a:pt x="482251" y="413849"/>
                  </a:cubicBezTo>
                  <a:cubicBezTo>
                    <a:pt x="481489" y="414992"/>
                    <a:pt x="478536" y="415659"/>
                    <a:pt x="477583" y="416612"/>
                  </a:cubicBezTo>
                  <a:cubicBezTo>
                    <a:pt x="476821" y="417374"/>
                    <a:pt x="475488" y="419279"/>
                    <a:pt x="475393" y="420326"/>
                  </a:cubicBezTo>
                  <a:cubicBezTo>
                    <a:pt x="475202" y="421660"/>
                    <a:pt x="476059" y="424613"/>
                    <a:pt x="476917" y="425756"/>
                  </a:cubicBezTo>
                  <a:cubicBezTo>
                    <a:pt x="477583" y="426708"/>
                    <a:pt x="479584" y="427946"/>
                    <a:pt x="480631" y="428327"/>
                  </a:cubicBezTo>
                  <a:cubicBezTo>
                    <a:pt x="481870" y="428708"/>
                    <a:pt x="484537" y="427661"/>
                    <a:pt x="485584" y="428232"/>
                  </a:cubicBezTo>
                  <a:cubicBezTo>
                    <a:pt x="486537" y="428708"/>
                    <a:pt x="487680" y="430709"/>
                    <a:pt x="487775" y="431757"/>
                  </a:cubicBezTo>
                  <a:cubicBezTo>
                    <a:pt x="487871" y="432423"/>
                    <a:pt x="487489" y="433757"/>
                    <a:pt x="487013" y="434233"/>
                  </a:cubicBezTo>
                  <a:cubicBezTo>
                    <a:pt x="486442" y="434804"/>
                    <a:pt x="484822" y="434995"/>
                    <a:pt x="484060" y="434995"/>
                  </a:cubicBezTo>
                  <a:cubicBezTo>
                    <a:pt x="483203" y="434995"/>
                    <a:pt x="481679" y="434042"/>
                    <a:pt x="480917" y="433947"/>
                  </a:cubicBezTo>
                  <a:cubicBezTo>
                    <a:pt x="479679" y="433757"/>
                    <a:pt x="477202" y="433661"/>
                    <a:pt x="475964" y="433852"/>
                  </a:cubicBezTo>
                  <a:cubicBezTo>
                    <a:pt x="475202" y="433947"/>
                    <a:pt x="473678" y="434709"/>
                    <a:pt x="472916" y="434614"/>
                  </a:cubicBezTo>
                  <a:cubicBezTo>
                    <a:pt x="472440" y="434519"/>
                    <a:pt x="471678" y="433661"/>
                    <a:pt x="471202" y="433471"/>
                  </a:cubicBezTo>
                  <a:cubicBezTo>
                    <a:pt x="470535" y="433185"/>
                    <a:pt x="469011" y="432899"/>
                    <a:pt x="468344" y="433185"/>
                  </a:cubicBezTo>
                  <a:cubicBezTo>
                    <a:pt x="467773" y="433376"/>
                    <a:pt x="466725" y="434519"/>
                    <a:pt x="466534" y="435090"/>
                  </a:cubicBezTo>
                  <a:cubicBezTo>
                    <a:pt x="466154" y="436138"/>
                    <a:pt x="466534" y="438519"/>
                    <a:pt x="466725" y="439662"/>
                  </a:cubicBezTo>
                  <a:cubicBezTo>
                    <a:pt x="466915" y="440519"/>
                    <a:pt x="467392" y="442329"/>
                    <a:pt x="467868" y="443091"/>
                  </a:cubicBezTo>
                  <a:cubicBezTo>
                    <a:pt x="468535" y="443949"/>
                    <a:pt x="470249" y="445377"/>
                    <a:pt x="471297" y="445663"/>
                  </a:cubicBezTo>
                  <a:cubicBezTo>
                    <a:pt x="472535" y="445949"/>
                    <a:pt x="475202" y="445663"/>
                    <a:pt x="476345" y="445091"/>
                  </a:cubicBezTo>
                  <a:cubicBezTo>
                    <a:pt x="477012" y="444710"/>
                    <a:pt x="477679" y="442996"/>
                    <a:pt x="478441" y="442901"/>
                  </a:cubicBezTo>
                  <a:cubicBezTo>
                    <a:pt x="479298" y="442710"/>
                    <a:pt x="480917" y="443853"/>
                    <a:pt x="481584" y="444329"/>
                  </a:cubicBezTo>
                  <a:cubicBezTo>
                    <a:pt x="482251" y="444806"/>
                    <a:pt x="483775" y="445949"/>
                    <a:pt x="483965" y="446806"/>
                  </a:cubicBezTo>
                  <a:cubicBezTo>
                    <a:pt x="484156" y="447663"/>
                    <a:pt x="483394" y="449378"/>
                    <a:pt x="482727" y="449949"/>
                  </a:cubicBezTo>
                  <a:cubicBezTo>
                    <a:pt x="482251" y="450425"/>
                    <a:pt x="480727" y="450425"/>
                    <a:pt x="480155" y="450711"/>
                  </a:cubicBezTo>
                  <a:cubicBezTo>
                    <a:pt x="479203" y="451187"/>
                    <a:pt x="478060" y="453188"/>
                    <a:pt x="477012" y="453378"/>
                  </a:cubicBezTo>
                  <a:cubicBezTo>
                    <a:pt x="475679" y="453569"/>
                    <a:pt x="473297" y="451664"/>
                    <a:pt x="472059" y="451092"/>
                  </a:cubicBezTo>
                  <a:cubicBezTo>
                    <a:pt x="471106" y="450616"/>
                    <a:pt x="469106" y="449949"/>
                    <a:pt x="468344" y="449187"/>
                  </a:cubicBezTo>
                  <a:cubicBezTo>
                    <a:pt x="467868" y="448711"/>
                    <a:pt x="467677" y="446996"/>
                    <a:pt x="467106" y="446520"/>
                  </a:cubicBezTo>
                  <a:cubicBezTo>
                    <a:pt x="466344" y="445949"/>
                    <a:pt x="464344" y="445853"/>
                    <a:pt x="463391" y="445853"/>
                  </a:cubicBezTo>
                  <a:cubicBezTo>
                    <a:pt x="462629" y="445853"/>
                    <a:pt x="461105" y="446330"/>
                    <a:pt x="460534" y="446806"/>
                  </a:cubicBezTo>
                  <a:cubicBezTo>
                    <a:pt x="459581" y="447568"/>
                    <a:pt x="457771" y="449568"/>
                    <a:pt x="457676" y="450807"/>
                  </a:cubicBezTo>
                  <a:cubicBezTo>
                    <a:pt x="457581" y="451664"/>
                    <a:pt x="458343" y="453474"/>
                    <a:pt x="459010" y="454140"/>
                  </a:cubicBezTo>
                  <a:cubicBezTo>
                    <a:pt x="459772" y="454807"/>
                    <a:pt x="461772" y="455283"/>
                    <a:pt x="462724" y="455283"/>
                  </a:cubicBezTo>
                  <a:cubicBezTo>
                    <a:pt x="463867" y="455378"/>
                    <a:pt x="466154" y="454045"/>
                    <a:pt x="467296" y="454331"/>
                  </a:cubicBezTo>
                  <a:cubicBezTo>
                    <a:pt x="468344" y="454616"/>
                    <a:pt x="469963" y="456141"/>
                    <a:pt x="470440" y="456998"/>
                  </a:cubicBezTo>
                  <a:cubicBezTo>
                    <a:pt x="471202" y="458141"/>
                    <a:pt x="472249" y="460998"/>
                    <a:pt x="471868" y="462427"/>
                  </a:cubicBezTo>
                  <a:cubicBezTo>
                    <a:pt x="471678" y="463189"/>
                    <a:pt x="470630" y="464618"/>
                    <a:pt x="469868" y="464999"/>
                  </a:cubicBezTo>
                  <a:cubicBezTo>
                    <a:pt x="468821" y="465475"/>
                    <a:pt x="466344" y="464332"/>
                    <a:pt x="465201" y="464618"/>
                  </a:cubicBezTo>
                  <a:cubicBezTo>
                    <a:pt x="463963" y="464903"/>
                    <a:pt x="461677" y="466142"/>
                    <a:pt x="460820" y="467190"/>
                  </a:cubicBezTo>
                  <a:cubicBezTo>
                    <a:pt x="460057" y="468142"/>
                    <a:pt x="459105" y="470714"/>
                    <a:pt x="459391" y="471857"/>
                  </a:cubicBezTo>
                  <a:cubicBezTo>
                    <a:pt x="459676" y="472619"/>
                    <a:pt x="461200" y="473381"/>
                    <a:pt x="461867" y="473857"/>
                  </a:cubicBezTo>
                  <a:cubicBezTo>
                    <a:pt x="462724" y="474524"/>
                    <a:pt x="464915" y="475667"/>
                    <a:pt x="465487" y="476619"/>
                  </a:cubicBezTo>
                  <a:cubicBezTo>
                    <a:pt x="465868" y="477191"/>
                    <a:pt x="466058" y="478715"/>
                    <a:pt x="465868" y="479382"/>
                  </a:cubicBezTo>
                  <a:cubicBezTo>
                    <a:pt x="465677" y="480239"/>
                    <a:pt x="464725" y="481667"/>
                    <a:pt x="464153" y="482334"/>
                  </a:cubicBezTo>
                  <a:cubicBezTo>
                    <a:pt x="463677" y="483001"/>
                    <a:pt x="462058" y="483763"/>
                    <a:pt x="461772" y="484525"/>
                  </a:cubicBezTo>
                  <a:cubicBezTo>
                    <a:pt x="461391" y="485382"/>
                    <a:pt x="461200" y="487573"/>
                    <a:pt x="461867" y="488144"/>
                  </a:cubicBezTo>
                  <a:cubicBezTo>
                    <a:pt x="462534" y="488716"/>
                    <a:pt x="464630" y="488049"/>
                    <a:pt x="465487" y="487763"/>
                  </a:cubicBezTo>
                  <a:cubicBezTo>
                    <a:pt x="466249" y="487573"/>
                    <a:pt x="467677" y="487001"/>
                    <a:pt x="468154" y="486430"/>
                  </a:cubicBezTo>
                  <a:cubicBezTo>
                    <a:pt x="468821" y="485477"/>
                    <a:pt x="468630" y="483001"/>
                    <a:pt x="468821" y="481858"/>
                  </a:cubicBezTo>
                  <a:cubicBezTo>
                    <a:pt x="468916" y="481286"/>
                    <a:pt x="468821" y="479762"/>
                    <a:pt x="469297" y="479382"/>
                  </a:cubicBezTo>
                  <a:cubicBezTo>
                    <a:pt x="469678" y="479000"/>
                    <a:pt x="470916" y="479191"/>
                    <a:pt x="471392" y="479382"/>
                  </a:cubicBezTo>
                  <a:cubicBezTo>
                    <a:pt x="472154" y="479667"/>
                    <a:pt x="473678" y="480715"/>
                    <a:pt x="474059" y="481477"/>
                  </a:cubicBezTo>
                  <a:cubicBezTo>
                    <a:pt x="474440" y="482429"/>
                    <a:pt x="473869" y="484716"/>
                    <a:pt x="473773" y="485763"/>
                  </a:cubicBezTo>
                  <a:cubicBezTo>
                    <a:pt x="473773" y="486335"/>
                    <a:pt x="473869" y="487668"/>
                    <a:pt x="473583" y="488240"/>
                  </a:cubicBezTo>
                  <a:cubicBezTo>
                    <a:pt x="473202" y="488811"/>
                    <a:pt x="471868" y="489573"/>
                    <a:pt x="471202" y="489859"/>
                  </a:cubicBezTo>
                  <a:cubicBezTo>
                    <a:pt x="470345" y="490145"/>
                    <a:pt x="468535" y="489668"/>
                    <a:pt x="467677" y="489859"/>
                  </a:cubicBezTo>
                  <a:cubicBezTo>
                    <a:pt x="467106" y="490049"/>
                    <a:pt x="465868" y="490431"/>
                    <a:pt x="465582" y="490907"/>
                  </a:cubicBezTo>
                  <a:cubicBezTo>
                    <a:pt x="465106" y="491764"/>
                    <a:pt x="465201" y="493859"/>
                    <a:pt x="465582" y="494717"/>
                  </a:cubicBezTo>
                  <a:cubicBezTo>
                    <a:pt x="465963" y="495574"/>
                    <a:pt x="467392" y="496812"/>
                    <a:pt x="468249" y="497193"/>
                  </a:cubicBezTo>
                  <a:cubicBezTo>
                    <a:pt x="469011" y="497479"/>
                    <a:pt x="470725" y="497384"/>
                    <a:pt x="471488" y="497098"/>
                  </a:cubicBezTo>
                  <a:cubicBezTo>
                    <a:pt x="472345" y="496717"/>
                    <a:pt x="473678" y="495098"/>
                    <a:pt x="474345" y="494431"/>
                  </a:cubicBezTo>
                  <a:cubicBezTo>
                    <a:pt x="475107" y="493669"/>
                    <a:pt x="476631" y="492145"/>
                    <a:pt x="477202" y="491192"/>
                  </a:cubicBezTo>
                  <a:cubicBezTo>
                    <a:pt x="477679" y="490431"/>
                    <a:pt x="478250" y="488811"/>
                    <a:pt x="478631" y="488049"/>
                  </a:cubicBezTo>
                  <a:cubicBezTo>
                    <a:pt x="479012" y="487192"/>
                    <a:pt x="479393" y="485287"/>
                    <a:pt x="479965" y="484525"/>
                  </a:cubicBezTo>
                  <a:cubicBezTo>
                    <a:pt x="480346" y="484144"/>
                    <a:pt x="481203" y="483573"/>
                    <a:pt x="481774" y="483573"/>
                  </a:cubicBezTo>
                  <a:cubicBezTo>
                    <a:pt x="482537" y="483668"/>
                    <a:pt x="483870" y="484620"/>
                    <a:pt x="484251" y="485287"/>
                  </a:cubicBezTo>
                  <a:cubicBezTo>
                    <a:pt x="484727" y="486240"/>
                    <a:pt x="484822" y="488621"/>
                    <a:pt x="484537" y="489668"/>
                  </a:cubicBezTo>
                  <a:cubicBezTo>
                    <a:pt x="484346" y="490526"/>
                    <a:pt x="483298" y="492050"/>
                    <a:pt x="482632" y="492621"/>
                  </a:cubicBezTo>
                  <a:cubicBezTo>
                    <a:pt x="481965" y="493288"/>
                    <a:pt x="480155" y="494050"/>
                    <a:pt x="479584" y="494717"/>
                  </a:cubicBezTo>
                  <a:cubicBezTo>
                    <a:pt x="478917" y="495383"/>
                    <a:pt x="478250" y="497193"/>
                    <a:pt x="477679" y="497955"/>
                  </a:cubicBezTo>
                  <a:cubicBezTo>
                    <a:pt x="477107" y="498622"/>
                    <a:pt x="475583" y="499765"/>
                    <a:pt x="475107" y="500622"/>
                  </a:cubicBezTo>
                  <a:cubicBezTo>
                    <a:pt x="474535" y="501670"/>
                    <a:pt x="474059" y="504146"/>
                    <a:pt x="474155" y="505290"/>
                  </a:cubicBezTo>
                  <a:cubicBezTo>
                    <a:pt x="474345" y="506718"/>
                    <a:pt x="476059" y="509290"/>
                    <a:pt x="476631" y="510719"/>
                  </a:cubicBezTo>
                  <a:cubicBezTo>
                    <a:pt x="476917" y="511576"/>
                    <a:pt x="477298" y="513481"/>
                    <a:pt x="477774" y="514243"/>
                  </a:cubicBezTo>
                  <a:cubicBezTo>
                    <a:pt x="478250" y="515005"/>
                    <a:pt x="479679" y="516719"/>
                    <a:pt x="480536" y="516434"/>
                  </a:cubicBezTo>
                  <a:cubicBezTo>
                    <a:pt x="481489" y="516148"/>
                    <a:pt x="481679" y="513576"/>
                    <a:pt x="482155" y="512719"/>
                  </a:cubicBezTo>
                  <a:cubicBezTo>
                    <a:pt x="482537" y="511862"/>
                    <a:pt x="483108" y="509957"/>
                    <a:pt x="483870" y="509481"/>
                  </a:cubicBezTo>
                  <a:cubicBezTo>
                    <a:pt x="484537" y="509099"/>
                    <a:pt x="486442" y="509099"/>
                    <a:pt x="487108" y="509481"/>
                  </a:cubicBezTo>
                  <a:cubicBezTo>
                    <a:pt x="487871" y="509957"/>
                    <a:pt x="488728" y="511481"/>
                    <a:pt x="488823" y="512338"/>
                  </a:cubicBezTo>
                  <a:cubicBezTo>
                    <a:pt x="488918" y="513195"/>
                    <a:pt x="488156" y="514910"/>
                    <a:pt x="487775" y="515767"/>
                  </a:cubicBezTo>
                  <a:cubicBezTo>
                    <a:pt x="487489" y="516529"/>
                    <a:pt x="486823" y="518053"/>
                    <a:pt x="486156" y="518624"/>
                  </a:cubicBezTo>
                  <a:cubicBezTo>
                    <a:pt x="485489" y="519196"/>
                    <a:pt x="483489" y="519386"/>
                    <a:pt x="483108" y="520149"/>
                  </a:cubicBezTo>
                  <a:cubicBezTo>
                    <a:pt x="482727" y="520910"/>
                    <a:pt x="483489" y="522816"/>
                    <a:pt x="483680" y="523768"/>
                  </a:cubicBezTo>
                  <a:cubicBezTo>
                    <a:pt x="483775" y="524816"/>
                    <a:pt x="484156" y="526816"/>
                    <a:pt x="484060" y="527768"/>
                  </a:cubicBezTo>
                  <a:cubicBezTo>
                    <a:pt x="483965" y="529007"/>
                    <a:pt x="483680" y="531388"/>
                    <a:pt x="483108" y="532436"/>
                  </a:cubicBezTo>
                  <a:cubicBezTo>
                    <a:pt x="482822" y="533007"/>
                    <a:pt x="482060" y="534245"/>
                    <a:pt x="481393" y="534436"/>
                  </a:cubicBezTo>
                  <a:cubicBezTo>
                    <a:pt x="480155" y="534912"/>
                    <a:pt x="477583" y="534055"/>
                    <a:pt x="476250" y="533769"/>
                  </a:cubicBezTo>
                  <a:cubicBezTo>
                    <a:pt x="475393" y="533579"/>
                    <a:pt x="473869" y="532626"/>
                    <a:pt x="472916" y="532721"/>
                  </a:cubicBezTo>
                  <a:cubicBezTo>
                    <a:pt x="471868" y="532912"/>
                    <a:pt x="469963" y="534055"/>
                    <a:pt x="469392" y="534912"/>
                  </a:cubicBezTo>
                  <a:cubicBezTo>
                    <a:pt x="468916" y="535769"/>
                    <a:pt x="468535" y="537960"/>
                    <a:pt x="469011" y="538817"/>
                  </a:cubicBezTo>
                  <a:cubicBezTo>
                    <a:pt x="469487" y="539865"/>
                    <a:pt x="471678" y="540818"/>
                    <a:pt x="472726" y="541294"/>
                  </a:cubicBezTo>
                  <a:cubicBezTo>
                    <a:pt x="473678" y="541770"/>
                    <a:pt x="475869" y="542056"/>
                    <a:pt x="476821" y="542532"/>
                  </a:cubicBezTo>
                  <a:cubicBezTo>
                    <a:pt x="478155" y="543199"/>
                    <a:pt x="481108" y="544723"/>
                    <a:pt x="481489" y="546152"/>
                  </a:cubicBezTo>
                  <a:cubicBezTo>
                    <a:pt x="481870" y="547200"/>
                    <a:pt x="480822" y="549581"/>
                    <a:pt x="480060" y="550438"/>
                  </a:cubicBezTo>
                  <a:cubicBezTo>
                    <a:pt x="479488" y="551105"/>
                    <a:pt x="477298" y="551295"/>
                    <a:pt x="476726" y="552057"/>
                  </a:cubicBezTo>
                  <a:cubicBezTo>
                    <a:pt x="476345" y="552629"/>
                    <a:pt x="476345" y="553867"/>
                    <a:pt x="476345" y="555010"/>
                  </a:cubicBezTo>
                  <a:lnTo>
                    <a:pt x="437007" y="558058"/>
                  </a:lnTo>
                  <a:lnTo>
                    <a:pt x="239744" y="572155"/>
                  </a:lnTo>
                  <a:lnTo>
                    <a:pt x="104584" y="582061"/>
                  </a:lnTo>
                  <a:lnTo>
                    <a:pt x="99346" y="498432"/>
                  </a:lnTo>
                  <a:cubicBezTo>
                    <a:pt x="99346" y="498432"/>
                    <a:pt x="97155" y="498812"/>
                    <a:pt x="96679" y="498336"/>
                  </a:cubicBezTo>
                  <a:cubicBezTo>
                    <a:pt x="96012" y="497860"/>
                    <a:pt x="96298" y="495574"/>
                    <a:pt x="95536" y="495098"/>
                  </a:cubicBezTo>
                  <a:cubicBezTo>
                    <a:pt x="95059" y="494717"/>
                    <a:pt x="93631" y="494812"/>
                    <a:pt x="93059" y="495098"/>
                  </a:cubicBezTo>
                  <a:cubicBezTo>
                    <a:pt x="92392" y="495479"/>
                    <a:pt x="91821" y="496907"/>
                    <a:pt x="91345" y="497384"/>
                  </a:cubicBezTo>
                  <a:cubicBezTo>
                    <a:pt x="90868" y="497860"/>
                    <a:pt x="89630" y="498812"/>
                    <a:pt x="88963" y="498717"/>
                  </a:cubicBezTo>
                  <a:cubicBezTo>
                    <a:pt x="88297" y="498622"/>
                    <a:pt x="87439" y="497574"/>
                    <a:pt x="86963" y="497193"/>
                  </a:cubicBezTo>
                  <a:cubicBezTo>
                    <a:pt x="86296" y="496526"/>
                    <a:pt x="85630" y="494621"/>
                    <a:pt x="84868" y="494050"/>
                  </a:cubicBezTo>
                  <a:cubicBezTo>
                    <a:pt x="84296" y="493669"/>
                    <a:pt x="82867" y="493098"/>
                    <a:pt x="82105" y="493288"/>
                  </a:cubicBezTo>
                  <a:cubicBezTo>
                    <a:pt x="81248" y="493478"/>
                    <a:pt x="79915" y="494621"/>
                    <a:pt x="79438" y="495383"/>
                  </a:cubicBezTo>
                  <a:cubicBezTo>
                    <a:pt x="79057" y="496050"/>
                    <a:pt x="79438" y="497669"/>
                    <a:pt x="79057" y="498241"/>
                  </a:cubicBezTo>
                  <a:cubicBezTo>
                    <a:pt x="78391" y="499003"/>
                    <a:pt x="76200" y="499956"/>
                    <a:pt x="75152" y="499765"/>
                  </a:cubicBezTo>
                  <a:cubicBezTo>
                    <a:pt x="74295" y="499574"/>
                    <a:pt x="73533" y="497479"/>
                    <a:pt x="72771" y="497098"/>
                  </a:cubicBezTo>
                  <a:cubicBezTo>
                    <a:pt x="72009" y="496717"/>
                    <a:pt x="70104" y="496717"/>
                    <a:pt x="69247" y="497003"/>
                  </a:cubicBezTo>
                  <a:cubicBezTo>
                    <a:pt x="68675" y="497193"/>
                    <a:pt x="67627" y="497860"/>
                    <a:pt x="67246" y="498336"/>
                  </a:cubicBezTo>
                  <a:cubicBezTo>
                    <a:pt x="66865" y="498717"/>
                    <a:pt x="66580" y="500051"/>
                    <a:pt x="66104" y="500336"/>
                  </a:cubicBezTo>
                  <a:cubicBezTo>
                    <a:pt x="65532" y="500813"/>
                    <a:pt x="63817" y="501479"/>
                    <a:pt x="63151" y="501194"/>
                  </a:cubicBezTo>
                  <a:cubicBezTo>
                    <a:pt x="62579" y="500908"/>
                    <a:pt x="62770" y="498812"/>
                    <a:pt x="62103" y="498717"/>
                  </a:cubicBezTo>
                  <a:cubicBezTo>
                    <a:pt x="61341" y="498622"/>
                    <a:pt x="60770" y="500717"/>
                    <a:pt x="60007" y="501099"/>
                  </a:cubicBezTo>
                  <a:cubicBezTo>
                    <a:pt x="59436" y="501479"/>
                    <a:pt x="57817" y="501670"/>
                    <a:pt x="57245" y="501289"/>
                  </a:cubicBezTo>
                  <a:cubicBezTo>
                    <a:pt x="56483" y="500813"/>
                    <a:pt x="57150" y="498050"/>
                    <a:pt x="56293" y="497765"/>
                  </a:cubicBezTo>
                  <a:cubicBezTo>
                    <a:pt x="55531" y="497574"/>
                    <a:pt x="54673" y="499765"/>
                    <a:pt x="54007" y="499765"/>
                  </a:cubicBezTo>
                  <a:cubicBezTo>
                    <a:pt x="53149" y="499765"/>
                    <a:pt x="51911" y="498336"/>
                    <a:pt x="51340" y="497765"/>
                  </a:cubicBezTo>
                  <a:cubicBezTo>
                    <a:pt x="50959" y="497288"/>
                    <a:pt x="50578" y="496050"/>
                    <a:pt x="50101" y="495765"/>
                  </a:cubicBezTo>
                  <a:cubicBezTo>
                    <a:pt x="49530" y="495288"/>
                    <a:pt x="47911" y="495479"/>
                    <a:pt x="47339" y="495002"/>
                  </a:cubicBezTo>
                  <a:cubicBezTo>
                    <a:pt x="46768" y="494526"/>
                    <a:pt x="46101" y="493002"/>
                    <a:pt x="46006" y="492145"/>
                  </a:cubicBezTo>
                  <a:cubicBezTo>
                    <a:pt x="45910" y="491478"/>
                    <a:pt x="46672" y="490335"/>
                    <a:pt x="46672" y="489764"/>
                  </a:cubicBezTo>
                  <a:cubicBezTo>
                    <a:pt x="46672" y="489287"/>
                    <a:pt x="46863" y="488144"/>
                    <a:pt x="46482" y="487859"/>
                  </a:cubicBezTo>
                  <a:cubicBezTo>
                    <a:pt x="45910" y="487478"/>
                    <a:pt x="44101" y="487859"/>
                    <a:pt x="43529" y="488240"/>
                  </a:cubicBezTo>
                  <a:cubicBezTo>
                    <a:pt x="42863" y="488621"/>
                    <a:pt x="42196" y="490145"/>
                    <a:pt x="41624" y="490716"/>
                  </a:cubicBezTo>
                  <a:cubicBezTo>
                    <a:pt x="41529" y="490811"/>
                    <a:pt x="41434" y="490907"/>
                    <a:pt x="41338" y="491097"/>
                  </a:cubicBezTo>
                  <a:lnTo>
                    <a:pt x="32861" y="214586"/>
                  </a:lnTo>
                  <a:lnTo>
                    <a:pt x="0" y="45327"/>
                  </a:lnTo>
                  <a:lnTo>
                    <a:pt x="0" y="44756"/>
                  </a:lnTo>
                  <a:lnTo>
                    <a:pt x="160020" y="33992"/>
                  </a:lnTo>
                  <a:lnTo>
                    <a:pt x="227266" y="28849"/>
                  </a:lnTo>
                  <a:lnTo>
                    <a:pt x="307753" y="22658"/>
                  </a:lnTo>
                  <a:lnTo>
                    <a:pt x="362712" y="18371"/>
                  </a:lnTo>
                  <a:lnTo>
                    <a:pt x="540544" y="750"/>
                  </a:lnTo>
                  <a:cubicBezTo>
                    <a:pt x="540544" y="750"/>
                    <a:pt x="545401" y="-298"/>
                    <a:pt x="546925" y="83"/>
                  </a:cubicBezTo>
                  <a:cubicBezTo>
                    <a:pt x="548164" y="369"/>
                    <a:pt x="550450" y="1893"/>
                    <a:pt x="551021" y="2941"/>
                  </a:cubicBezTo>
                  <a:cubicBezTo>
                    <a:pt x="551688" y="4084"/>
                    <a:pt x="550926" y="6846"/>
                    <a:pt x="551402" y="8084"/>
                  </a:cubicBezTo>
                  <a:cubicBezTo>
                    <a:pt x="551879" y="9227"/>
                    <a:pt x="553593" y="10942"/>
                    <a:pt x="554450" y="11799"/>
                  </a:cubicBezTo>
                  <a:cubicBezTo>
                    <a:pt x="555403" y="12752"/>
                    <a:pt x="557593" y="14561"/>
                    <a:pt x="558927" y="15038"/>
                  </a:cubicBezTo>
                  <a:cubicBezTo>
                    <a:pt x="559594" y="15323"/>
                    <a:pt x="561308" y="14942"/>
                    <a:pt x="561880" y="15514"/>
                  </a:cubicBezTo>
                  <a:cubicBezTo>
                    <a:pt x="562642" y="16181"/>
                    <a:pt x="563213" y="18467"/>
                    <a:pt x="563023" y="19419"/>
                  </a:cubicBezTo>
                  <a:cubicBezTo>
                    <a:pt x="562832" y="20372"/>
                    <a:pt x="561118" y="21610"/>
                    <a:pt x="560927" y="22467"/>
                  </a:cubicBezTo>
                  <a:cubicBezTo>
                    <a:pt x="560737" y="23134"/>
                    <a:pt x="561022" y="24658"/>
                    <a:pt x="561308" y="25325"/>
                  </a:cubicBezTo>
                  <a:cubicBezTo>
                    <a:pt x="561594" y="26087"/>
                    <a:pt x="563023" y="27325"/>
                    <a:pt x="563308" y="28087"/>
                  </a:cubicBezTo>
                  <a:cubicBezTo>
                    <a:pt x="563689" y="29325"/>
                    <a:pt x="564071" y="32087"/>
                    <a:pt x="563499" y="33230"/>
                  </a:cubicBezTo>
                  <a:cubicBezTo>
                    <a:pt x="563213" y="33707"/>
                    <a:pt x="562070" y="34183"/>
                    <a:pt x="561594" y="34469"/>
                  </a:cubicBezTo>
                  <a:cubicBezTo>
                    <a:pt x="560927" y="34850"/>
                    <a:pt x="559403" y="35135"/>
                    <a:pt x="558927" y="35612"/>
                  </a:cubicBezTo>
                  <a:cubicBezTo>
                    <a:pt x="558451" y="36183"/>
                    <a:pt x="558260" y="37707"/>
                    <a:pt x="557974" y="38374"/>
                  </a:cubicBezTo>
                  <a:cubicBezTo>
                    <a:pt x="557593" y="39422"/>
                    <a:pt x="557022" y="41612"/>
                    <a:pt x="556260" y="42470"/>
                  </a:cubicBezTo>
                  <a:cubicBezTo>
                    <a:pt x="555212" y="43708"/>
                    <a:pt x="551879" y="44660"/>
                    <a:pt x="550545" y="45613"/>
                  </a:cubicBezTo>
                  <a:cubicBezTo>
                    <a:pt x="549783" y="46184"/>
                    <a:pt x="548640" y="47518"/>
                    <a:pt x="547973" y="48185"/>
                  </a:cubicBezTo>
                  <a:cubicBezTo>
                    <a:pt x="547306" y="48851"/>
                    <a:pt x="545592" y="50090"/>
                    <a:pt x="545306" y="51042"/>
                  </a:cubicBezTo>
                  <a:cubicBezTo>
                    <a:pt x="545116" y="51804"/>
                    <a:pt x="546068" y="53328"/>
                    <a:pt x="545973" y="54090"/>
                  </a:cubicBezTo>
                  <a:cubicBezTo>
                    <a:pt x="545878" y="54852"/>
                    <a:pt x="545021" y="56281"/>
                    <a:pt x="544639" y="56948"/>
                  </a:cubicBezTo>
                  <a:cubicBezTo>
                    <a:pt x="543877" y="57995"/>
                    <a:pt x="541782" y="59615"/>
                    <a:pt x="540830" y="60472"/>
                  </a:cubicBezTo>
                  <a:cubicBezTo>
                    <a:pt x="539877" y="61329"/>
                    <a:pt x="537591" y="62663"/>
                    <a:pt x="536829" y="63806"/>
                  </a:cubicBezTo>
                  <a:cubicBezTo>
                    <a:pt x="536162" y="64758"/>
                    <a:pt x="535496" y="67139"/>
                    <a:pt x="535114" y="68282"/>
                  </a:cubicBezTo>
                  <a:cubicBezTo>
                    <a:pt x="534829" y="69425"/>
                    <a:pt x="534733" y="71902"/>
                    <a:pt x="534257" y="73045"/>
                  </a:cubicBezTo>
                  <a:cubicBezTo>
                    <a:pt x="533876" y="74283"/>
                    <a:pt x="532352" y="76379"/>
                    <a:pt x="531781" y="77522"/>
                  </a:cubicBezTo>
                  <a:cubicBezTo>
                    <a:pt x="531400" y="78284"/>
                    <a:pt x="530733" y="80665"/>
                    <a:pt x="530733" y="80665"/>
                  </a:cubicBezTo>
                  <a:lnTo>
                    <a:pt x="611696" y="71616"/>
                  </a:lnTo>
                  <a:cubicBezTo>
                    <a:pt x="611505" y="71807"/>
                    <a:pt x="611410" y="71997"/>
                    <a:pt x="611314" y="72188"/>
                  </a:cubicBezTo>
                  <a:cubicBezTo>
                    <a:pt x="610933" y="73331"/>
                    <a:pt x="611505" y="75902"/>
                    <a:pt x="611981" y="77045"/>
                  </a:cubicBezTo>
                  <a:cubicBezTo>
                    <a:pt x="612457" y="78093"/>
                    <a:pt x="614077" y="79808"/>
                    <a:pt x="615029" y="80379"/>
                  </a:cubicBezTo>
                  <a:cubicBezTo>
                    <a:pt x="616172" y="81046"/>
                    <a:pt x="619030" y="81046"/>
                    <a:pt x="620173" y="81808"/>
                  </a:cubicBezTo>
                  <a:cubicBezTo>
                    <a:pt x="620839" y="82284"/>
                    <a:pt x="621887" y="83903"/>
                    <a:pt x="622173" y="84761"/>
                  </a:cubicBezTo>
                  <a:cubicBezTo>
                    <a:pt x="622363" y="85713"/>
                    <a:pt x="622363" y="87713"/>
                    <a:pt x="621792" y="88475"/>
                  </a:cubicBezTo>
                  <a:cubicBezTo>
                    <a:pt x="621506" y="88952"/>
                    <a:pt x="620268" y="89714"/>
                    <a:pt x="619697" y="89618"/>
                  </a:cubicBezTo>
                  <a:cubicBezTo>
                    <a:pt x="618934" y="89523"/>
                    <a:pt x="618268" y="87713"/>
                    <a:pt x="617601" y="87332"/>
                  </a:cubicBezTo>
                  <a:cubicBezTo>
                    <a:pt x="616744" y="86856"/>
                    <a:pt x="614648" y="86761"/>
                    <a:pt x="613600" y="86666"/>
                  </a:cubicBezTo>
                  <a:cubicBezTo>
                    <a:pt x="612553" y="86666"/>
                    <a:pt x="610362" y="86570"/>
                    <a:pt x="609409" y="87047"/>
                  </a:cubicBezTo>
                  <a:cubicBezTo>
                    <a:pt x="608552" y="87523"/>
                    <a:pt x="607600" y="89237"/>
                    <a:pt x="607314" y="90095"/>
                  </a:cubicBezTo>
                  <a:cubicBezTo>
                    <a:pt x="607028" y="90857"/>
                    <a:pt x="606647" y="92666"/>
                    <a:pt x="607028" y="93524"/>
                  </a:cubicBezTo>
                  <a:cubicBezTo>
                    <a:pt x="607314" y="94095"/>
                    <a:pt x="608552" y="94762"/>
                    <a:pt x="609219" y="94952"/>
                  </a:cubicBezTo>
                  <a:cubicBezTo>
                    <a:pt x="610076" y="95238"/>
                    <a:pt x="611981" y="94571"/>
                    <a:pt x="612934" y="94762"/>
                  </a:cubicBezTo>
                  <a:cubicBezTo>
                    <a:pt x="613981" y="94952"/>
                    <a:pt x="616172" y="95619"/>
                    <a:pt x="616648" y="96572"/>
                  </a:cubicBezTo>
                  <a:cubicBezTo>
                    <a:pt x="617125" y="97429"/>
                    <a:pt x="616648" y="99524"/>
                    <a:pt x="616267" y="100286"/>
                  </a:cubicBezTo>
                  <a:cubicBezTo>
                    <a:pt x="615887" y="101048"/>
                    <a:pt x="614363" y="102096"/>
                    <a:pt x="613505" y="102382"/>
                  </a:cubicBezTo>
                  <a:cubicBezTo>
                    <a:pt x="612838" y="102668"/>
                    <a:pt x="611410" y="102572"/>
                    <a:pt x="610648" y="102668"/>
                  </a:cubicBezTo>
                  <a:cubicBezTo>
                    <a:pt x="609790" y="102763"/>
                    <a:pt x="607885" y="102668"/>
                    <a:pt x="607123" y="103144"/>
                  </a:cubicBezTo>
                  <a:cubicBezTo>
                    <a:pt x="606552" y="103525"/>
                    <a:pt x="605599" y="104763"/>
                    <a:pt x="605409" y="105430"/>
                  </a:cubicBezTo>
                  <a:cubicBezTo>
                    <a:pt x="605123" y="106478"/>
                    <a:pt x="606362" y="108668"/>
                    <a:pt x="605885" y="109716"/>
                  </a:cubicBezTo>
                  <a:cubicBezTo>
                    <a:pt x="605504" y="110669"/>
                    <a:pt x="603504" y="111716"/>
                    <a:pt x="602551" y="112097"/>
                  </a:cubicBezTo>
                  <a:cubicBezTo>
                    <a:pt x="601694" y="112478"/>
                    <a:pt x="599694" y="112288"/>
                    <a:pt x="598837" y="112574"/>
                  </a:cubicBezTo>
                  <a:cubicBezTo>
                    <a:pt x="597980" y="112859"/>
                    <a:pt x="596455" y="114383"/>
                    <a:pt x="595503" y="114193"/>
                  </a:cubicBezTo>
                  <a:cubicBezTo>
                    <a:pt x="594455" y="114002"/>
                    <a:pt x="593693" y="111050"/>
                    <a:pt x="592646" y="110954"/>
                  </a:cubicBezTo>
                  <a:cubicBezTo>
                    <a:pt x="591598" y="110859"/>
                    <a:pt x="589979" y="112574"/>
                    <a:pt x="589216" y="113336"/>
                  </a:cubicBezTo>
                  <a:cubicBezTo>
                    <a:pt x="588073" y="114383"/>
                    <a:pt x="585883" y="116479"/>
                    <a:pt x="585502" y="117908"/>
                  </a:cubicBezTo>
                  <a:cubicBezTo>
                    <a:pt x="585121" y="119146"/>
                    <a:pt x="585692" y="121718"/>
                    <a:pt x="586168" y="122956"/>
                  </a:cubicBezTo>
                  <a:cubicBezTo>
                    <a:pt x="586549" y="123908"/>
                    <a:pt x="587883" y="125623"/>
                    <a:pt x="588550" y="126385"/>
                  </a:cubicBezTo>
                  <a:cubicBezTo>
                    <a:pt x="589312" y="127147"/>
                    <a:pt x="590836" y="128766"/>
                    <a:pt x="591883" y="129147"/>
                  </a:cubicBezTo>
                  <a:cubicBezTo>
                    <a:pt x="592741" y="129433"/>
                    <a:pt x="594836" y="129528"/>
                    <a:pt x="595598" y="128957"/>
                  </a:cubicBezTo>
                  <a:cubicBezTo>
                    <a:pt x="596265" y="128576"/>
                    <a:pt x="596646" y="126956"/>
                    <a:pt x="597122" y="126385"/>
                  </a:cubicBezTo>
                  <a:cubicBezTo>
                    <a:pt x="597408" y="126004"/>
                    <a:pt x="597980" y="125242"/>
                    <a:pt x="598456" y="125242"/>
                  </a:cubicBezTo>
                  <a:cubicBezTo>
                    <a:pt x="599122" y="125337"/>
                    <a:pt x="599980" y="126671"/>
                    <a:pt x="600265" y="127337"/>
                  </a:cubicBezTo>
                  <a:cubicBezTo>
                    <a:pt x="600551" y="128195"/>
                    <a:pt x="600551" y="130290"/>
                    <a:pt x="600170" y="131052"/>
                  </a:cubicBezTo>
                  <a:cubicBezTo>
                    <a:pt x="599599" y="132005"/>
                    <a:pt x="597313" y="132957"/>
                    <a:pt x="596360" y="133433"/>
                  </a:cubicBezTo>
                  <a:cubicBezTo>
                    <a:pt x="595217" y="134100"/>
                    <a:pt x="592550" y="134767"/>
                    <a:pt x="591598" y="135719"/>
                  </a:cubicBezTo>
                  <a:cubicBezTo>
                    <a:pt x="590740" y="136577"/>
                    <a:pt x="589216" y="138863"/>
                    <a:pt x="589312" y="140006"/>
                  </a:cubicBezTo>
                  <a:cubicBezTo>
                    <a:pt x="589312" y="140863"/>
                    <a:pt x="590455" y="142482"/>
                    <a:pt x="591217" y="142863"/>
                  </a:cubicBezTo>
                  <a:cubicBezTo>
                    <a:pt x="591883" y="143244"/>
                    <a:pt x="593312" y="142673"/>
                    <a:pt x="594074" y="142768"/>
                  </a:cubicBezTo>
                  <a:cubicBezTo>
                    <a:pt x="594741" y="142958"/>
                    <a:pt x="596265" y="143339"/>
                    <a:pt x="596646" y="144006"/>
                  </a:cubicBezTo>
                  <a:cubicBezTo>
                    <a:pt x="597217" y="144959"/>
                    <a:pt x="597027" y="147340"/>
                    <a:pt x="596646" y="148388"/>
                  </a:cubicBezTo>
                  <a:cubicBezTo>
                    <a:pt x="596455" y="149150"/>
                    <a:pt x="595503" y="150578"/>
                    <a:pt x="594931" y="150959"/>
                  </a:cubicBezTo>
                  <a:cubicBezTo>
                    <a:pt x="594360" y="151340"/>
                    <a:pt x="592836" y="151245"/>
                    <a:pt x="592169" y="151150"/>
                  </a:cubicBezTo>
                  <a:cubicBezTo>
                    <a:pt x="591312" y="150959"/>
                    <a:pt x="589597" y="150102"/>
                    <a:pt x="589121" y="149340"/>
                  </a:cubicBezTo>
                  <a:cubicBezTo>
                    <a:pt x="588645" y="148578"/>
                    <a:pt x="589026" y="146483"/>
                    <a:pt x="588550" y="145625"/>
                  </a:cubicBezTo>
                  <a:cubicBezTo>
                    <a:pt x="588264" y="145054"/>
                    <a:pt x="587312" y="144197"/>
                    <a:pt x="586740" y="143911"/>
                  </a:cubicBezTo>
                  <a:cubicBezTo>
                    <a:pt x="586073" y="143625"/>
                    <a:pt x="584645" y="143530"/>
                    <a:pt x="583978" y="143625"/>
                  </a:cubicBezTo>
                  <a:cubicBezTo>
                    <a:pt x="582930" y="143816"/>
                    <a:pt x="580834" y="144959"/>
                    <a:pt x="580168" y="145816"/>
                  </a:cubicBezTo>
                  <a:cubicBezTo>
                    <a:pt x="579310" y="146864"/>
                    <a:pt x="578263" y="149531"/>
                    <a:pt x="578263" y="150864"/>
                  </a:cubicBezTo>
                  <a:cubicBezTo>
                    <a:pt x="578263" y="152102"/>
                    <a:pt x="579120" y="154579"/>
                    <a:pt x="579977" y="155436"/>
                  </a:cubicBezTo>
                  <a:cubicBezTo>
                    <a:pt x="580644" y="156198"/>
                    <a:pt x="582835" y="156484"/>
                    <a:pt x="583501" y="157246"/>
                  </a:cubicBezTo>
                  <a:cubicBezTo>
                    <a:pt x="584168" y="158008"/>
                    <a:pt x="584835" y="160103"/>
                    <a:pt x="584740" y="161056"/>
                  </a:cubicBezTo>
                  <a:cubicBezTo>
                    <a:pt x="584645" y="162199"/>
                    <a:pt x="583501" y="164294"/>
                    <a:pt x="582835" y="165247"/>
                  </a:cubicBezTo>
                  <a:cubicBezTo>
                    <a:pt x="582358" y="165914"/>
                    <a:pt x="581215" y="167342"/>
                    <a:pt x="580358" y="167533"/>
                  </a:cubicBezTo>
                  <a:cubicBezTo>
                    <a:pt x="579691" y="167628"/>
                    <a:pt x="578358" y="167057"/>
                    <a:pt x="577882" y="166580"/>
                  </a:cubicBezTo>
                  <a:cubicBezTo>
                    <a:pt x="577120" y="165818"/>
                    <a:pt x="576643" y="163532"/>
                    <a:pt x="576453" y="162389"/>
                  </a:cubicBezTo>
                  <a:cubicBezTo>
                    <a:pt x="576358" y="161627"/>
                    <a:pt x="576929" y="160008"/>
                    <a:pt x="576739" y="159341"/>
                  </a:cubicBezTo>
                  <a:cubicBezTo>
                    <a:pt x="576548" y="158770"/>
                    <a:pt x="575786" y="157722"/>
                    <a:pt x="575215" y="157436"/>
                  </a:cubicBezTo>
                  <a:cubicBezTo>
                    <a:pt x="574453" y="157055"/>
                    <a:pt x="572643" y="157055"/>
                    <a:pt x="571786" y="157436"/>
                  </a:cubicBezTo>
                  <a:cubicBezTo>
                    <a:pt x="571119" y="157722"/>
                    <a:pt x="569976" y="158865"/>
                    <a:pt x="569690" y="159437"/>
                  </a:cubicBezTo>
                  <a:cubicBezTo>
                    <a:pt x="569309" y="160199"/>
                    <a:pt x="569690" y="162104"/>
                    <a:pt x="569500" y="162866"/>
                  </a:cubicBezTo>
                  <a:cubicBezTo>
                    <a:pt x="569309" y="163628"/>
                    <a:pt x="568452" y="164866"/>
                    <a:pt x="567976" y="165533"/>
                  </a:cubicBezTo>
                  <a:cubicBezTo>
                    <a:pt x="567404" y="166199"/>
                    <a:pt x="565595" y="166961"/>
                    <a:pt x="565118" y="167723"/>
                  </a:cubicBezTo>
                  <a:cubicBezTo>
                    <a:pt x="564547" y="168771"/>
                    <a:pt x="564547" y="171343"/>
                    <a:pt x="564737" y="172581"/>
                  </a:cubicBezTo>
                  <a:cubicBezTo>
                    <a:pt x="564832" y="173343"/>
                    <a:pt x="564928" y="175248"/>
                    <a:pt x="565595" y="175724"/>
                  </a:cubicBezTo>
                  <a:cubicBezTo>
                    <a:pt x="566356" y="176296"/>
                    <a:pt x="568547" y="176201"/>
                    <a:pt x="569309" y="175724"/>
                  </a:cubicBezTo>
                  <a:cubicBezTo>
                    <a:pt x="569976" y="175248"/>
                    <a:pt x="570738" y="173534"/>
                    <a:pt x="570643" y="172772"/>
                  </a:cubicBezTo>
                  <a:cubicBezTo>
                    <a:pt x="570547" y="172010"/>
                    <a:pt x="568833" y="171152"/>
                    <a:pt x="568738" y="170390"/>
                  </a:cubicBezTo>
                  <a:cubicBezTo>
                    <a:pt x="568642" y="169914"/>
                    <a:pt x="569309" y="168771"/>
                    <a:pt x="569785" y="168485"/>
                  </a:cubicBezTo>
                  <a:cubicBezTo>
                    <a:pt x="570357" y="168104"/>
                    <a:pt x="571881" y="168009"/>
                    <a:pt x="572452" y="168295"/>
                  </a:cubicBezTo>
                  <a:cubicBezTo>
                    <a:pt x="573119" y="168581"/>
                    <a:pt x="573500" y="170105"/>
                    <a:pt x="573976" y="170676"/>
                  </a:cubicBezTo>
                  <a:cubicBezTo>
                    <a:pt x="574548" y="171343"/>
                    <a:pt x="576072" y="172486"/>
                    <a:pt x="576358" y="173343"/>
                  </a:cubicBezTo>
                  <a:cubicBezTo>
                    <a:pt x="576643" y="174200"/>
                    <a:pt x="576453" y="176010"/>
                    <a:pt x="576167" y="176867"/>
                  </a:cubicBezTo>
                  <a:cubicBezTo>
                    <a:pt x="575881" y="177629"/>
                    <a:pt x="574548" y="178677"/>
                    <a:pt x="574357" y="179439"/>
                  </a:cubicBezTo>
                  <a:cubicBezTo>
                    <a:pt x="574167" y="180296"/>
                    <a:pt x="575120" y="182201"/>
                    <a:pt x="574834" y="183154"/>
                  </a:cubicBezTo>
                  <a:cubicBezTo>
                    <a:pt x="574643" y="183916"/>
                    <a:pt x="573691" y="185249"/>
                    <a:pt x="573024" y="185630"/>
                  </a:cubicBezTo>
                  <a:cubicBezTo>
                    <a:pt x="571881" y="186297"/>
                    <a:pt x="568833" y="185440"/>
                    <a:pt x="567880" y="186297"/>
                  </a:cubicBezTo>
                  <a:cubicBezTo>
                    <a:pt x="567214" y="186773"/>
                    <a:pt x="566833" y="188583"/>
                    <a:pt x="566928" y="189345"/>
                  </a:cubicBezTo>
                  <a:cubicBezTo>
                    <a:pt x="567023" y="190298"/>
                    <a:pt x="567880" y="192203"/>
                    <a:pt x="568642" y="192869"/>
                  </a:cubicBezTo>
                  <a:cubicBezTo>
                    <a:pt x="569405" y="193536"/>
                    <a:pt x="571309" y="194393"/>
                    <a:pt x="572357" y="194393"/>
                  </a:cubicBezTo>
                  <a:cubicBezTo>
                    <a:pt x="573310" y="194393"/>
                    <a:pt x="574738" y="192869"/>
                    <a:pt x="575691" y="192869"/>
                  </a:cubicBezTo>
                  <a:cubicBezTo>
                    <a:pt x="576358" y="192965"/>
                    <a:pt x="577691" y="193917"/>
                    <a:pt x="578072" y="194489"/>
                  </a:cubicBezTo>
                  <a:cubicBezTo>
                    <a:pt x="578739" y="195346"/>
                    <a:pt x="579596" y="197727"/>
                    <a:pt x="579310" y="198775"/>
                  </a:cubicBezTo>
                  <a:cubicBezTo>
                    <a:pt x="579120" y="199632"/>
                    <a:pt x="577691" y="200775"/>
                    <a:pt x="577310" y="201442"/>
                  </a:cubicBezTo>
                  <a:cubicBezTo>
                    <a:pt x="576834" y="202109"/>
                    <a:pt x="575500" y="203442"/>
                    <a:pt x="575500" y="204299"/>
                  </a:cubicBezTo>
                  <a:cubicBezTo>
                    <a:pt x="575500" y="205157"/>
                    <a:pt x="576453" y="206681"/>
                    <a:pt x="577120" y="207157"/>
                  </a:cubicBezTo>
                  <a:cubicBezTo>
                    <a:pt x="577882" y="207633"/>
                    <a:pt x="579882" y="207252"/>
                    <a:pt x="580739" y="207538"/>
                  </a:cubicBezTo>
                  <a:cubicBezTo>
                    <a:pt x="581406" y="207728"/>
                    <a:pt x="582930" y="208395"/>
                    <a:pt x="583121" y="209062"/>
                  </a:cubicBezTo>
                  <a:cubicBezTo>
                    <a:pt x="583501" y="210014"/>
                    <a:pt x="582739" y="212110"/>
                    <a:pt x="582073" y="212777"/>
                  </a:cubicBezTo>
                  <a:cubicBezTo>
                    <a:pt x="581406" y="213539"/>
                    <a:pt x="579215" y="214205"/>
                    <a:pt x="578263" y="214015"/>
                  </a:cubicBezTo>
                  <a:cubicBezTo>
                    <a:pt x="577405" y="213824"/>
                    <a:pt x="576263" y="212300"/>
                    <a:pt x="575500" y="212110"/>
                  </a:cubicBezTo>
                  <a:cubicBezTo>
                    <a:pt x="574548" y="211824"/>
                    <a:pt x="572357" y="211634"/>
                    <a:pt x="571500" y="212110"/>
                  </a:cubicBezTo>
                  <a:cubicBezTo>
                    <a:pt x="570452" y="212681"/>
                    <a:pt x="569309" y="214872"/>
                    <a:pt x="569023" y="216110"/>
                  </a:cubicBezTo>
                  <a:cubicBezTo>
                    <a:pt x="568642" y="217634"/>
                    <a:pt x="569690" y="220778"/>
                    <a:pt x="569500" y="222302"/>
                  </a:cubicBezTo>
                  <a:cubicBezTo>
                    <a:pt x="570357" y="222873"/>
                    <a:pt x="570166" y="223540"/>
                    <a:pt x="569976" y="224207"/>
                  </a:cubicBez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63" name="Freeform: Shape 71">
              <a:extLst>
                <a:ext uri="{FF2B5EF4-FFF2-40B4-BE49-F238E27FC236}">
                  <a16:creationId xmlns:a16="http://schemas.microsoft.com/office/drawing/2014/main" id="{66ECC3BF-DC5F-0406-6DEF-1F4371E7D963}"/>
                </a:ext>
              </a:extLst>
            </p:cNvPr>
            <p:cNvSpPr/>
            <p:nvPr/>
          </p:nvSpPr>
          <p:spPr>
            <a:xfrm>
              <a:off x="4054938" y="1662208"/>
              <a:ext cx="1247775" cy="762000"/>
            </a:xfrm>
            <a:custGeom>
              <a:avLst/>
              <a:gdLst>
                <a:gd name="connsiteX0" fmla="*/ 1237533 w 1247775"/>
                <a:gd name="connsiteY0" fmla="*/ 601790 h 762000"/>
                <a:gd name="connsiteX1" fmla="*/ 1231532 w 1247775"/>
                <a:gd name="connsiteY1" fmla="*/ 748284 h 762000"/>
                <a:gd name="connsiteX2" fmla="*/ 1228961 w 1247775"/>
                <a:gd name="connsiteY2" fmla="*/ 748189 h 762000"/>
                <a:gd name="connsiteX3" fmla="*/ 1122662 w 1247775"/>
                <a:gd name="connsiteY3" fmla="*/ 743236 h 762000"/>
                <a:gd name="connsiteX4" fmla="*/ 988550 w 1247775"/>
                <a:gd name="connsiteY4" fmla="*/ 735806 h 762000"/>
                <a:gd name="connsiteX5" fmla="*/ 851199 w 1247775"/>
                <a:gd name="connsiteY5" fmla="*/ 724757 h 762000"/>
                <a:gd name="connsiteX6" fmla="*/ 770332 w 1247775"/>
                <a:gd name="connsiteY6" fmla="*/ 718185 h 762000"/>
                <a:gd name="connsiteX7" fmla="*/ 705848 w 1247775"/>
                <a:gd name="connsiteY7" fmla="*/ 712565 h 762000"/>
                <a:gd name="connsiteX8" fmla="*/ 672034 w 1247775"/>
                <a:gd name="connsiteY8" fmla="*/ 708470 h 762000"/>
                <a:gd name="connsiteX9" fmla="*/ 601168 w 1247775"/>
                <a:gd name="connsiteY9" fmla="*/ 701897 h 762000"/>
                <a:gd name="connsiteX10" fmla="*/ 568307 w 1247775"/>
                <a:gd name="connsiteY10" fmla="*/ 697040 h 762000"/>
                <a:gd name="connsiteX11" fmla="*/ 559829 w 1247775"/>
                <a:gd name="connsiteY11" fmla="*/ 698945 h 762000"/>
                <a:gd name="connsiteX12" fmla="*/ 546685 w 1247775"/>
                <a:gd name="connsiteY12" fmla="*/ 696373 h 762000"/>
                <a:gd name="connsiteX13" fmla="*/ 535350 w 1247775"/>
                <a:gd name="connsiteY13" fmla="*/ 696182 h 762000"/>
                <a:gd name="connsiteX14" fmla="*/ 506204 w 1247775"/>
                <a:gd name="connsiteY14" fmla="*/ 693706 h 762000"/>
                <a:gd name="connsiteX15" fmla="*/ 494012 w 1247775"/>
                <a:gd name="connsiteY15" fmla="*/ 689705 h 762000"/>
                <a:gd name="connsiteX16" fmla="*/ 464865 w 1247775"/>
                <a:gd name="connsiteY16" fmla="*/ 686562 h 762000"/>
                <a:gd name="connsiteX17" fmla="*/ 455530 w 1247775"/>
                <a:gd name="connsiteY17" fmla="*/ 767620 h 762000"/>
                <a:gd name="connsiteX18" fmla="*/ 453149 w 1247775"/>
                <a:gd name="connsiteY18" fmla="*/ 767810 h 762000"/>
                <a:gd name="connsiteX19" fmla="*/ 448863 w 1247775"/>
                <a:gd name="connsiteY19" fmla="*/ 764953 h 762000"/>
                <a:gd name="connsiteX20" fmla="*/ 446577 w 1247775"/>
                <a:gd name="connsiteY20" fmla="*/ 757999 h 762000"/>
                <a:gd name="connsiteX21" fmla="*/ 444291 w 1247775"/>
                <a:gd name="connsiteY21" fmla="*/ 755428 h 762000"/>
                <a:gd name="connsiteX22" fmla="*/ 441433 w 1247775"/>
                <a:gd name="connsiteY22" fmla="*/ 751427 h 762000"/>
                <a:gd name="connsiteX23" fmla="*/ 439052 w 1247775"/>
                <a:gd name="connsiteY23" fmla="*/ 749808 h 762000"/>
                <a:gd name="connsiteX24" fmla="*/ 439624 w 1247775"/>
                <a:gd name="connsiteY24" fmla="*/ 745426 h 762000"/>
                <a:gd name="connsiteX25" fmla="*/ 439814 w 1247775"/>
                <a:gd name="connsiteY25" fmla="*/ 740283 h 762000"/>
                <a:gd name="connsiteX26" fmla="*/ 435147 w 1247775"/>
                <a:gd name="connsiteY26" fmla="*/ 736568 h 762000"/>
                <a:gd name="connsiteX27" fmla="*/ 434575 w 1247775"/>
                <a:gd name="connsiteY27" fmla="*/ 731044 h 762000"/>
                <a:gd name="connsiteX28" fmla="*/ 432766 w 1247775"/>
                <a:gd name="connsiteY28" fmla="*/ 726567 h 762000"/>
                <a:gd name="connsiteX29" fmla="*/ 429241 w 1247775"/>
                <a:gd name="connsiteY29" fmla="*/ 725329 h 762000"/>
                <a:gd name="connsiteX30" fmla="*/ 427146 w 1247775"/>
                <a:gd name="connsiteY30" fmla="*/ 721805 h 762000"/>
                <a:gd name="connsiteX31" fmla="*/ 423145 w 1247775"/>
                <a:gd name="connsiteY31" fmla="*/ 720852 h 762000"/>
                <a:gd name="connsiteX32" fmla="*/ 422860 w 1247775"/>
                <a:gd name="connsiteY32" fmla="*/ 726472 h 762000"/>
                <a:gd name="connsiteX33" fmla="*/ 418478 w 1247775"/>
                <a:gd name="connsiteY33" fmla="*/ 724757 h 762000"/>
                <a:gd name="connsiteX34" fmla="*/ 414192 w 1247775"/>
                <a:gd name="connsiteY34" fmla="*/ 725138 h 762000"/>
                <a:gd name="connsiteX35" fmla="*/ 412573 w 1247775"/>
                <a:gd name="connsiteY35" fmla="*/ 727996 h 762000"/>
                <a:gd name="connsiteX36" fmla="*/ 413430 w 1247775"/>
                <a:gd name="connsiteY36" fmla="*/ 731615 h 762000"/>
                <a:gd name="connsiteX37" fmla="*/ 410954 w 1247775"/>
                <a:gd name="connsiteY37" fmla="*/ 736568 h 762000"/>
                <a:gd name="connsiteX38" fmla="*/ 407715 w 1247775"/>
                <a:gd name="connsiteY38" fmla="*/ 738949 h 762000"/>
                <a:gd name="connsiteX39" fmla="*/ 406953 w 1247775"/>
                <a:gd name="connsiteY39" fmla="*/ 742188 h 762000"/>
                <a:gd name="connsiteX40" fmla="*/ 410382 w 1247775"/>
                <a:gd name="connsiteY40" fmla="*/ 747141 h 762000"/>
                <a:gd name="connsiteX41" fmla="*/ 412192 w 1247775"/>
                <a:gd name="connsiteY41" fmla="*/ 751332 h 762000"/>
                <a:gd name="connsiteX42" fmla="*/ 408953 w 1247775"/>
                <a:gd name="connsiteY42" fmla="*/ 753713 h 762000"/>
                <a:gd name="connsiteX43" fmla="*/ 405048 w 1247775"/>
                <a:gd name="connsiteY43" fmla="*/ 751999 h 762000"/>
                <a:gd name="connsiteX44" fmla="*/ 401524 w 1247775"/>
                <a:gd name="connsiteY44" fmla="*/ 748856 h 762000"/>
                <a:gd name="connsiteX45" fmla="*/ 398952 w 1247775"/>
                <a:gd name="connsiteY45" fmla="*/ 747713 h 762000"/>
                <a:gd name="connsiteX46" fmla="*/ 394666 w 1247775"/>
                <a:gd name="connsiteY46" fmla="*/ 749046 h 762000"/>
                <a:gd name="connsiteX47" fmla="*/ 389617 w 1247775"/>
                <a:gd name="connsiteY47" fmla="*/ 746474 h 762000"/>
                <a:gd name="connsiteX48" fmla="*/ 384855 w 1247775"/>
                <a:gd name="connsiteY48" fmla="*/ 747236 h 762000"/>
                <a:gd name="connsiteX49" fmla="*/ 379616 w 1247775"/>
                <a:gd name="connsiteY49" fmla="*/ 749713 h 762000"/>
                <a:gd name="connsiteX50" fmla="*/ 375425 w 1247775"/>
                <a:gd name="connsiteY50" fmla="*/ 751904 h 762000"/>
                <a:gd name="connsiteX51" fmla="*/ 371234 w 1247775"/>
                <a:gd name="connsiteY51" fmla="*/ 752761 h 762000"/>
                <a:gd name="connsiteX52" fmla="*/ 369139 w 1247775"/>
                <a:gd name="connsiteY52" fmla="*/ 748665 h 762000"/>
                <a:gd name="connsiteX53" fmla="*/ 367424 w 1247775"/>
                <a:gd name="connsiteY53" fmla="*/ 743331 h 762000"/>
                <a:gd name="connsiteX54" fmla="*/ 362471 w 1247775"/>
                <a:gd name="connsiteY54" fmla="*/ 742760 h 762000"/>
                <a:gd name="connsiteX55" fmla="*/ 357804 w 1247775"/>
                <a:gd name="connsiteY55" fmla="*/ 745141 h 762000"/>
                <a:gd name="connsiteX56" fmla="*/ 354089 w 1247775"/>
                <a:gd name="connsiteY56" fmla="*/ 745998 h 762000"/>
                <a:gd name="connsiteX57" fmla="*/ 351422 w 1247775"/>
                <a:gd name="connsiteY57" fmla="*/ 744188 h 762000"/>
                <a:gd name="connsiteX58" fmla="*/ 349136 w 1247775"/>
                <a:gd name="connsiteY58" fmla="*/ 747332 h 762000"/>
                <a:gd name="connsiteX59" fmla="*/ 346469 w 1247775"/>
                <a:gd name="connsiteY59" fmla="*/ 745522 h 762000"/>
                <a:gd name="connsiteX60" fmla="*/ 341516 w 1247775"/>
                <a:gd name="connsiteY60" fmla="*/ 746093 h 762000"/>
                <a:gd name="connsiteX61" fmla="*/ 339421 w 1247775"/>
                <a:gd name="connsiteY61" fmla="*/ 744569 h 762000"/>
                <a:gd name="connsiteX62" fmla="*/ 337040 w 1247775"/>
                <a:gd name="connsiteY62" fmla="*/ 742760 h 762000"/>
                <a:gd name="connsiteX63" fmla="*/ 333039 w 1247775"/>
                <a:gd name="connsiteY63" fmla="*/ 744760 h 762000"/>
                <a:gd name="connsiteX64" fmla="*/ 329800 w 1247775"/>
                <a:gd name="connsiteY64" fmla="*/ 743331 h 762000"/>
                <a:gd name="connsiteX65" fmla="*/ 328658 w 1247775"/>
                <a:gd name="connsiteY65" fmla="*/ 738473 h 762000"/>
                <a:gd name="connsiteX66" fmla="*/ 325229 w 1247775"/>
                <a:gd name="connsiteY66" fmla="*/ 736187 h 762000"/>
                <a:gd name="connsiteX67" fmla="*/ 321704 w 1247775"/>
                <a:gd name="connsiteY67" fmla="*/ 736473 h 762000"/>
                <a:gd name="connsiteX68" fmla="*/ 320275 w 1247775"/>
                <a:gd name="connsiteY68" fmla="*/ 739902 h 762000"/>
                <a:gd name="connsiteX69" fmla="*/ 317323 w 1247775"/>
                <a:gd name="connsiteY69" fmla="*/ 740569 h 762000"/>
                <a:gd name="connsiteX70" fmla="*/ 313799 w 1247775"/>
                <a:gd name="connsiteY70" fmla="*/ 740855 h 762000"/>
                <a:gd name="connsiteX71" fmla="*/ 312655 w 1247775"/>
                <a:gd name="connsiteY71" fmla="*/ 744093 h 762000"/>
                <a:gd name="connsiteX72" fmla="*/ 312846 w 1247775"/>
                <a:gd name="connsiteY72" fmla="*/ 750094 h 762000"/>
                <a:gd name="connsiteX73" fmla="*/ 309893 w 1247775"/>
                <a:gd name="connsiteY73" fmla="*/ 754285 h 762000"/>
                <a:gd name="connsiteX74" fmla="*/ 306179 w 1247775"/>
                <a:gd name="connsiteY74" fmla="*/ 752570 h 762000"/>
                <a:gd name="connsiteX75" fmla="*/ 303892 w 1247775"/>
                <a:gd name="connsiteY75" fmla="*/ 748474 h 762000"/>
                <a:gd name="connsiteX76" fmla="*/ 300749 w 1247775"/>
                <a:gd name="connsiteY76" fmla="*/ 747903 h 762000"/>
                <a:gd name="connsiteX77" fmla="*/ 297320 w 1247775"/>
                <a:gd name="connsiteY77" fmla="*/ 749618 h 762000"/>
                <a:gd name="connsiteX78" fmla="*/ 294367 w 1247775"/>
                <a:gd name="connsiteY78" fmla="*/ 748474 h 762000"/>
                <a:gd name="connsiteX79" fmla="*/ 292558 w 1247775"/>
                <a:gd name="connsiteY79" fmla="*/ 746093 h 762000"/>
                <a:gd name="connsiteX80" fmla="*/ 289319 w 1247775"/>
                <a:gd name="connsiteY80" fmla="*/ 746189 h 762000"/>
                <a:gd name="connsiteX81" fmla="*/ 286748 w 1247775"/>
                <a:gd name="connsiteY81" fmla="*/ 744665 h 762000"/>
                <a:gd name="connsiteX82" fmla="*/ 281795 w 1247775"/>
                <a:gd name="connsiteY82" fmla="*/ 743807 h 762000"/>
                <a:gd name="connsiteX83" fmla="*/ 278080 w 1247775"/>
                <a:gd name="connsiteY83" fmla="*/ 744093 h 762000"/>
                <a:gd name="connsiteX84" fmla="*/ 276841 w 1247775"/>
                <a:gd name="connsiteY84" fmla="*/ 741426 h 762000"/>
                <a:gd name="connsiteX85" fmla="*/ 273698 w 1247775"/>
                <a:gd name="connsiteY85" fmla="*/ 740188 h 762000"/>
                <a:gd name="connsiteX86" fmla="*/ 270555 w 1247775"/>
                <a:gd name="connsiteY86" fmla="*/ 741140 h 762000"/>
                <a:gd name="connsiteX87" fmla="*/ 267126 w 1247775"/>
                <a:gd name="connsiteY87" fmla="*/ 741236 h 762000"/>
                <a:gd name="connsiteX88" fmla="*/ 262840 w 1247775"/>
                <a:gd name="connsiteY88" fmla="*/ 744950 h 762000"/>
                <a:gd name="connsiteX89" fmla="*/ 260173 w 1247775"/>
                <a:gd name="connsiteY89" fmla="*/ 748189 h 762000"/>
                <a:gd name="connsiteX90" fmla="*/ 259887 w 1247775"/>
                <a:gd name="connsiteY90" fmla="*/ 751046 h 762000"/>
                <a:gd name="connsiteX91" fmla="*/ 261411 w 1247775"/>
                <a:gd name="connsiteY91" fmla="*/ 754190 h 762000"/>
                <a:gd name="connsiteX92" fmla="*/ 261983 w 1247775"/>
                <a:gd name="connsiteY92" fmla="*/ 758571 h 762000"/>
                <a:gd name="connsiteX93" fmla="*/ 259316 w 1247775"/>
                <a:gd name="connsiteY93" fmla="*/ 760571 h 762000"/>
                <a:gd name="connsiteX94" fmla="*/ 255124 w 1247775"/>
                <a:gd name="connsiteY94" fmla="*/ 760762 h 762000"/>
                <a:gd name="connsiteX95" fmla="*/ 252743 w 1247775"/>
                <a:gd name="connsiteY95" fmla="*/ 757333 h 762000"/>
                <a:gd name="connsiteX96" fmla="*/ 251315 w 1247775"/>
                <a:gd name="connsiteY96" fmla="*/ 753523 h 762000"/>
                <a:gd name="connsiteX97" fmla="*/ 247981 w 1247775"/>
                <a:gd name="connsiteY97" fmla="*/ 751713 h 762000"/>
                <a:gd name="connsiteX98" fmla="*/ 244552 w 1247775"/>
                <a:gd name="connsiteY98" fmla="*/ 749141 h 762000"/>
                <a:gd name="connsiteX99" fmla="*/ 241313 w 1247775"/>
                <a:gd name="connsiteY99" fmla="*/ 745712 h 762000"/>
                <a:gd name="connsiteX100" fmla="*/ 240170 w 1247775"/>
                <a:gd name="connsiteY100" fmla="*/ 740664 h 762000"/>
                <a:gd name="connsiteX101" fmla="*/ 239789 w 1247775"/>
                <a:gd name="connsiteY101" fmla="*/ 735711 h 762000"/>
                <a:gd name="connsiteX102" fmla="*/ 240361 w 1247775"/>
                <a:gd name="connsiteY102" fmla="*/ 732282 h 762000"/>
                <a:gd name="connsiteX103" fmla="*/ 239599 w 1247775"/>
                <a:gd name="connsiteY103" fmla="*/ 729615 h 762000"/>
                <a:gd name="connsiteX104" fmla="*/ 239218 w 1247775"/>
                <a:gd name="connsiteY104" fmla="*/ 726186 h 762000"/>
                <a:gd name="connsiteX105" fmla="*/ 236646 w 1247775"/>
                <a:gd name="connsiteY105" fmla="*/ 722948 h 762000"/>
                <a:gd name="connsiteX106" fmla="*/ 236455 w 1247775"/>
                <a:gd name="connsiteY106" fmla="*/ 719138 h 762000"/>
                <a:gd name="connsiteX107" fmla="*/ 238837 w 1247775"/>
                <a:gd name="connsiteY107" fmla="*/ 718185 h 762000"/>
                <a:gd name="connsiteX108" fmla="*/ 240361 w 1247775"/>
                <a:gd name="connsiteY108" fmla="*/ 715328 h 762000"/>
                <a:gd name="connsiteX109" fmla="*/ 239789 w 1247775"/>
                <a:gd name="connsiteY109" fmla="*/ 711041 h 762000"/>
                <a:gd name="connsiteX110" fmla="*/ 238265 w 1247775"/>
                <a:gd name="connsiteY110" fmla="*/ 705898 h 762000"/>
                <a:gd name="connsiteX111" fmla="*/ 235408 w 1247775"/>
                <a:gd name="connsiteY111" fmla="*/ 703231 h 762000"/>
                <a:gd name="connsiteX112" fmla="*/ 235312 w 1247775"/>
                <a:gd name="connsiteY112" fmla="*/ 698754 h 762000"/>
                <a:gd name="connsiteX113" fmla="*/ 233503 w 1247775"/>
                <a:gd name="connsiteY113" fmla="*/ 695897 h 762000"/>
                <a:gd name="connsiteX114" fmla="*/ 233122 w 1247775"/>
                <a:gd name="connsiteY114" fmla="*/ 692087 h 762000"/>
                <a:gd name="connsiteX115" fmla="*/ 229788 w 1247775"/>
                <a:gd name="connsiteY115" fmla="*/ 690467 h 762000"/>
                <a:gd name="connsiteX116" fmla="*/ 226835 w 1247775"/>
                <a:gd name="connsiteY116" fmla="*/ 686086 h 762000"/>
                <a:gd name="connsiteX117" fmla="*/ 223501 w 1247775"/>
                <a:gd name="connsiteY117" fmla="*/ 683419 h 762000"/>
                <a:gd name="connsiteX118" fmla="*/ 218834 w 1247775"/>
                <a:gd name="connsiteY118" fmla="*/ 684086 h 762000"/>
                <a:gd name="connsiteX119" fmla="*/ 215882 w 1247775"/>
                <a:gd name="connsiteY119" fmla="*/ 686848 h 762000"/>
                <a:gd name="connsiteX120" fmla="*/ 211976 w 1247775"/>
                <a:gd name="connsiteY120" fmla="*/ 688372 h 762000"/>
                <a:gd name="connsiteX121" fmla="*/ 209500 w 1247775"/>
                <a:gd name="connsiteY121" fmla="*/ 684848 h 762000"/>
                <a:gd name="connsiteX122" fmla="*/ 208833 w 1247775"/>
                <a:gd name="connsiteY122" fmla="*/ 681133 h 762000"/>
                <a:gd name="connsiteX123" fmla="*/ 206642 w 1247775"/>
                <a:gd name="connsiteY123" fmla="*/ 678942 h 762000"/>
                <a:gd name="connsiteX124" fmla="*/ 202737 w 1247775"/>
                <a:gd name="connsiteY124" fmla="*/ 677037 h 762000"/>
                <a:gd name="connsiteX125" fmla="*/ 199879 w 1247775"/>
                <a:gd name="connsiteY125" fmla="*/ 672751 h 762000"/>
                <a:gd name="connsiteX126" fmla="*/ 199594 w 1247775"/>
                <a:gd name="connsiteY126" fmla="*/ 667893 h 762000"/>
                <a:gd name="connsiteX127" fmla="*/ 198546 w 1247775"/>
                <a:gd name="connsiteY127" fmla="*/ 664369 h 762000"/>
                <a:gd name="connsiteX128" fmla="*/ 198832 w 1247775"/>
                <a:gd name="connsiteY128" fmla="*/ 661892 h 762000"/>
                <a:gd name="connsiteX129" fmla="*/ 201308 w 1247775"/>
                <a:gd name="connsiteY129" fmla="*/ 661892 h 762000"/>
                <a:gd name="connsiteX130" fmla="*/ 204166 w 1247775"/>
                <a:gd name="connsiteY130" fmla="*/ 659511 h 762000"/>
                <a:gd name="connsiteX131" fmla="*/ 204928 w 1247775"/>
                <a:gd name="connsiteY131" fmla="*/ 654844 h 762000"/>
                <a:gd name="connsiteX132" fmla="*/ 207595 w 1247775"/>
                <a:gd name="connsiteY132" fmla="*/ 651415 h 762000"/>
                <a:gd name="connsiteX133" fmla="*/ 206452 w 1247775"/>
                <a:gd name="connsiteY133" fmla="*/ 648462 h 762000"/>
                <a:gd name="connsiteX134" fmla="*/ 205404 w 1247775"/>
                <a:gd name="connsiteY134" fmla="*/ 643509 h 762000"/>
                <a:gd name="connsiteX135" fmla="*/ 200737 w 1247775"/>
                <a:gd name="connsiteY135" fmla="*/ 642557 h 762000"/>
                <a:gd name="connsiteX136" fmla="*/ 199594 w 1247775"/>
                <a:gd name="connsiteY136" fmla="*/ 639413 h 762000"/>
                <a:gd name="connsiteX137" fmla="*/ 199594 w 1247775"/>
                <a:gd name="connsiteY137" fmla="*/ 634746 h 762000"/>
                <a:gd name="connsiteX138" fmla="*/ 196070 w 1247775"/>
                <a:gd name="connsiteY138" fmla="*/ 633889 h 762000"/>
                <a:gd name="connsiteX139" fmla="*/ 192831 w 1247775"/>
                <a:gd name="connsiteY139" fmla="*/ 630841 h 762000"/>
                <a:gd name="connsiteX140" fmla="*/ 192926 w 1247775"/>
                <a:gd name="connsiteY140" fmla="*/ 626745 h 762000"/>
                <a:gd name="connsiteX141" fmla="*/ 192831 w 1247775"/>
                <a:gd name="connsiteY141" fmla="*/ 621221 h 762000"/>
                <a:gd name="connsiteX142" fmla="*/ 189402 w 1247775"/>
                <a:gd name="connsiteY142" fmla="*/ 617792 h 762000"/>
                <a:gd name="connsiteX143" fmla="*/ 187687 w 1247775"/>
                <a:gd name="connsiteY143" fmla="*/ 613315 h 762000"/>
                <a:gd name="connsiteX144" fmla="*/ 185211 w 1247775"/>
                <a:gd name="connsiteY144" fmla="*/ 611124 h 762000"/>
                <a:gd name="connsiteX145" fmla="*/ 185401 w 1247775"/>
                <a:gd name="connsiteY145" fmla="*/ 606743 h 762000"/>
                <a:gd name="connsiteX146" fmla="*/ 182353 w 1247775"/>
                <a:gd name="connsiteY146" fmla="*/ 601504 h 762000"/>
                <a:gd name="connsiteX147" fmla="*/ 180544 w 1247775"/>
                <a:gd name="connsiteY147" fmla="*/ 597313 h 762000"/>
                <a:gd name="connsiteX148" fmla="*/ 181496 w 1247775"/>
                <a:gd name="connsiteY148" fmla="*/ 592646 h 762000"/>
                <a:gd name="connsiteX149" fmla="*/ 181782 w 1247775"/>
                <a:gd name="connsiteY149" fmla="*/ 588645 h 762000"/>
                <a:gd name="connsiteX150" fmla="*/ 178544 w 1247775"/>
                <a:gd name="connsiteY150" fmla="*/ 585502 h 762000"/>
                <a:gd name="connsiteX151" fmla="*/ 178924 w 1247775"/>
                <a:gd name="connsiteY151" fmla="*/ 581216 h 762000"/>
                <a:gd name="connsiteX152" fmla="*/ 178639 w 1247775"/>
                <a:gd name="connsiteY152" fmla="*/ 577596 h 762000"/>
                <a:gd name="connsiteX153" fmla="*/ 182258 w 1247775"/>
                <a:gd name="connsiteY153" fmla="*/ 575215 h 762000"/>
                <a:gd name="connsiteX154" fmla="*/ 183020 w 1247775"/>
                <a:gd name="connsiteY154" fmla="*/ 571691 h 762000"/>
                <a:gd name="connsiteX155" fmla="*/ 181591 w 1247775"/>
                <a:gd name="connsiteY155" fmla="*/ 568262 h 762000"/>
                <a:gd name="connsiteX156" fmla="*/ 178544 w 1247775"/>
                <a:gd name="connsiteY156" fmla="*/ 568262 h 762000"/>
                <a:gd name="connsiteX157" fmla="*/ 175400 w 1247775"/>
                <a:gd name="connsiteY157" fmla="*/ 566357 h 762000"/>
                <a:gd name="connsiteX158" fmla="*/ 177115 w 1247775"/>
                <a:gd name="connsiteY158" fmla="*/ 559975 h 762000"/>
                <a:gd name="connsiteX159" fmla="*/ 179115 w 1247775"/>
                <a:gd name="connsiteY159" fmla="*/ 557974 h 762000"/>
                <a:gd name="connsiteX160" fmla="*/ 179115 w 1247775"/>
                <a:gd name="connsiteY160" fmla="*/ 554641 h 762000"/>
                <a:gd name="connsiteX161" fmla="*/ 177496 w 1247775"/>
                <a:gd name="connsiteY161" fmla="*/ 551879 h 762000"/>
                <a:gd name="connsiteX162" fmla="*/ 174924 w 1247775"/>
                <a:gd name="connsiteY162" fmla="*/ 550926 h 762000"/>
                <a:gd name="connsiteX163" fmla="*/ 171876 w 1247775"/>
                <a:gd name="connsiteY163" fmla="*/ 551688 h 762000"/>
                <a:gd name="connsiteX164" fmla="*/ 168828 w 1247775"/>
                <a:gd name="connsiteY164" fmla="*/ 550259 h 762000"/>
                <a:gd name="connsiteX165" fmla="*/ 169971 w 1247775"/>
                <a:gd name="connsiteY165" fmla="*/ 545973 h 762000"/>
                <a:gd name="connsiteX166" fmla="*/ 167780 w 1247775"/>
                <a:gd name="connsiteY166" fmla="*/ 542544 h 762000"/>
                <a:gd name="connsiteX167" fmla="*/ 165970 w 1247775"/>
                <a:gd name="connsiteY167" fmla="*/ 539496 h 762000"/>
                <a:gd name="connsiteX168" fmla="*/ 162923 w 1247775"/>
                <a:gd name="connsiteY168" fmla="*/ 537115 h 762000"/>
                <a:gd name="connsiteX169" fmla="*/ 159779 w 1247775"/>
                <a:gd name="connsiteY169" fmla="*/ 537210 h 762000"/>
                <a:gd name="connsiteX170" fmla="*/ 158541 w 1247775"/>
                <a:gd name="connsiteY170" fmla="*/ 540639 h 762000"/>
                <a:gd name="connsiteX171" fmla="*/ 157493 w 1247775"/>
                <a:gd name="connsiteY171" fmla="*/ 545021 h 762000"/>
                <a:gd name="connsiteX172" fmla="*/ 154255 w 1247775"/>
                <a:gd name="connsiteY172" fmla="*/ 546259 h 762000"/>
                <a:gd name="connsiteX173" fmla="*/ 151016 w 1247775"/>
                <a:gd name="connsiteY173" fmla="*/ 547497 h 762000"/>
                <a:gd name="connsiteX174" fmla="*/ 150445 w 1247775"/>
                <a:gd name="connsiteY174" fmla="*/ 551783 h 762000"/>
                <a:gd name="connsiteX175" fmla="*/ 148921 w 1247775"/>
                <a:gd name="connsiteY175" fmla="*/ 553022 h 762000"/>
                <a:gd name="connsiteX176" fmla="*/ 145587 w 1247775"/>
                <a:gd name="connsiteY176" fmla="*/ 553212 h 762000"/>
                <a:gd name="connsiteX177" fmla="*/ 143491 w 1247775"/>
                <a:gd name="connsiteY177" fmla="*/ 556070 h 762000"/>
                <a:gd name="connsiteX178" fmla="*/ 141872 w 1247775"/>
                <a:gd name="connsiteY178" fmla="*/ 557308 h 762000"/>
                <a:gd name="connsiteX179" fmla="*/ 135681 w 1247775"/>
                <a:gd name="connsiteY179" fmla="*/ 559499 h 762000"/>
                <a:gd name="connsiteX180" fmla="*/ 133014 w 1247775"/>
                <a:gd name="connsiteY180" fmla="*/ 557403 h 762000"/>
                <a:gd name="connsiteX181" fmla="*/ 130252 w 1247775"/>
                <a:gd name="connsiteY181" fmla="*/ 558737 h 762000"/>
                <a:gd name="connsiteX182" fmla="*/ 129775 w 1247775"/>
                <a:gd name="connsiteY182" fmla="*/ 561880 h 762000"/>
                <a:gd name="connsiteX183" fmla="*/ 128061 w 1247775"/>
                <a:gd name="connsiteY183" fmla="*/ 564071 h 762000"/>
                <a:gd name="connsiteX184" fmla="*/ 125108 w 1247775"/>
                <a:gd name="connsiteY184" fmla="*/ 567119 h 762000"/>
                <a:gd name="connsiteX185" fmla="*/ 121679 w 1247775"/>
                <a:gd name="connsiteY185" fmla="*/ 567404 h 762000"/>
                <a:gd name="connsiteX186" fmla="*/ 119870 w 1247775"/>
                <a:gd name="connsiteY186" fmla="*/ 568547 h 762000"/>
                <a:gd name="connsiteX187" fmla="*/ 117679 w 1247775"/>
                <a:gd name="connsiteY187" fmla="*/ 566642 h 762000"/>
                <a:gd name="connsiteX188" fmla="*/ 116917 w 1247775"/>
                <a:gd name="connsiteY188" fmla="*/ 562928 h 762000"/>
                <a:gd name="connsiteX189" fmla="*/ 114250 w 1247775"/>
                <a:gd name="connsiteY189" fmla="*/ 559689 h 762000"/>
                <a:gd name="connsiteX190" fmla="*/ 109392 w 1247775"/>
                <a:gd name="connsiteY190" fmla="*/ 556736 h 762000"/>
                <a:gd name="connsiteX191" fmla="*/ 107392 w 1247775"/>
                <a:gd name="connsiteY191" fmla="*/ 551498 h 762000"/>
                <a:gd name="connsiteX192" fmla="*/ 103772 w 1247775"/>
                <a:gd name="connsiteY192" fmla="*/ 550545 h 762000"/>
                <a:gd name="connsiteX193" fmla="*/ 101105 w 1247775"/>
                <a:gd name="connsiteY193" fmla="*/ 548926 h 762000"/>
                <a:gd name="connsiteX194" fmla="*/ 98343 w 1247775"/>
                <a:gd name="connsiteY194" fmla="*/ 547973 h 762000"/>
                <a:gd name="connsiteX195" fmla="*/ 98533 w 1247775"/>
                <a:gd name="connsiteY195" fmla="*/ 544449 h 762000"/>
                <a:gd name="connsiteX196" fmla="*/ 99867 w 1247775"/>
                <a:gd name="connsiteY196" fmla="*/ 541592 h 762000"/>
                <a:gd name="connsiteX197" fmla="*/ 98915 w 1247775"/>
                <a:gd name="connsiteY197" fmla="*/ 538544 h 762000"/>
                <a:gd name="connsiteX198" fmla="*/ 101200 w 1247775"/>
                <a:gd name="connsiteY198" fmla="*/ 536448 h 762000"/>
                <a:gd name="connsiteX199" fmla="*/ 104915 w 1247775"/>
                <a:gd name="connsiteY199" fmla="*/ 536448 h 762000"/>
                <a:gd name="connsiteX200" fmla="*/ 107487 w 1247775"/>
                <a:gd name="connsiteY200" fmla="*/ 532448 h 762000"/>
                <a:gd name="connsiteX201" fmla="*/ 107678 w 1247775"/>
                <a:gd name="connsiteY201" fmla="*/ 529304 h 762000"/>
                <a:gd name="connsiteX202" fmla="*/ 106249 w 1247775"/>
                <a:gd name="connsiteY202" fmla="*/ 525399 h 762000"/>
                <a:gd name="connsiteX203" fmla="*/ 103010 w 1247775"/>
                <a:gd name="connsiteY203" fmla="*/ 522351 h 762000"/>
                <a:gd name="connsiteX204" fmla="*/ 102629 w 1247775"/>
                <a:gd name="connsiteY204" fmla="*/ 518922 h 762000"/>
                <a:gd name="connsiteX205" fmla="*/ 101867 w 1247775"/>
                <a:gd name="connsiteY205" fmla="*/ 515398 h 762000"/>
                <a:gd name="connsiteX206" fmla="*/ 105011 w 1247775"/>
                <a:gd name="connsiteY206" fmla="*/ 513398 h 762000"/>
                <a:gd name="connsiteX207" fmla="*/ 108725 w 1247775"/>
                <a:gd name="connsiteY207" fmla="*/ 510254 h 762000"/>
                <a:gd name="connsiteX208" fmla="*/ 109297 w 1247775"/>
                <a:gd name="connsiteY208" fmla="*/ 506444 h 762000"/>
                <a:gd name="connsiteX209" fmla="*/ 114059 w 1247775"/>
                <a:gd name="connsiteY209" fmla="*/ 505682 h 762000"/>
                <a:gd name="connsiteX210" fmla="*/ 116821 w 1247775"/>
                <a:gd name="connsiteY210" fmla="*/ 506540 h 762000"/>
                <a:gd name="connsiteX211" fmla="*/ 119012 w 1247775"/>
                <a:gd name="connsiteY211" fmla="*/ 506635 h 762000"/>
                <a:gd name="connsiteX212" fmla="*/ 123299 w 1247775"/>
                <a:gd name="connsiteY212" fmla="*/ 505587 h 762000"/>
                <a:gd name="connsiteX213" fmla="*/ 124156 w 1247775"/>
                <a:gd name="connsiteY213" fmla="*/ 501777 h 762000"/>
                <a:gd name="connsiteX214" fmla="*/ 122060 w 1247775"/>
                <a:gd name="connsiteY214" fmla="*/ 498348 h 762000"/>
                <a:gd name="connsiteX215" fmla="*/ 120441 w 1247775"/>
                <a:gd name="connsiteY215" fmla="*/ 494538 h 762000"/>
                <a:gd name="connsiteX216" fmla="*/ 121584 w 1247775"/>
                <a:gd name="connsiteY216" fmla="*/ 491871 h 762000"/>
                <a:gd name="connsiteX217" fmla="*/ 121870 w 1247775"/>
                <a:gd name="connsiteY217" fmla="*/ 487204 h 762000"/>
                <a:gd name="connsiteX218" fmla="*/ 119870 w 1247775"/>
                <a:gd name="connsiteY218" fmla="*/ 484918 h 762000"/>
                <a:gd name="connsiteX219" fmla="*/ 116821 w 1247775"/>
                <a:gd name="connsiteY219" fmla="*/ 483489 h 762000"/>
                <a:gd name="connsiteX220" fmla="*/ 115964 w 1247775"/>
                <a:gd name="connsiteY220" fmla="*/ 478822 h 762000"/>
                <a:gd name="connsiteX221" fmla="*/ 118631 w 1247775"/>
                <a:gd name="connsiteY221" fmla="*/ 474059 h 762000"/>
                <a:gd name="connsiteX222" fmla="*/ 120536 w 1247775"/>
                <a:gd name="connsiteY222" fmla="*/ 471011 h 762000"/>
                <a:gd name="connsiteX223" fmla="*/ 120822 w 1247775"/>
                <a:gd name="connsiteY223" fmla="*/ 466916 h 762000"/>
                <a:gd name="connsiteX224" fmla="*/ 117869 w 1247775"/>
                <a:gd name="connsiteY224" fmla="*/ 465582 h 762000"/>
                <a:gd name="connsiteX225" fmla="*/ 114440 w 1247775"/>
                <a:gd name="connsiteY225" fmla="*/ 464725 h 762000"/>
                <a:gd name="connsiteX226" fmla="*/ 114250 w 1247775"/>
                <a:gd name="connsiteY226" fmla="*/ 460438 h 762000"/>
                <a:gd name="connsiteX227" fmla="*/ 115869 w 1247775"/>
                <a:gd name="connsiteY227" fmla="*/ 457962 h 762000"/>
                <a:gd name="connsiteX228" fmla="*/ 118917 w 1247775"/>
                <a:gd name="connsiteY228" fmla="*/ 457772 h 762000"/>
                <a:gd name="connsiteX229" fmla="*/ 121965 w 1247775"/>
                <a:gd name="connsiteY229" fmla="*/ 458534 h 762000"/>
                <a:gd name="connsiteX230" fmla="*/ 125299 w 1247775"/>
                <a:gd name="connsiteY230" fmla="*/ 455390 h 762000"/>
                <a:gd name="connsiteX231" fmla="*/ 125299 w 1247775"/>
                <a:gd name="connsiteY231" fmla="*/ 449104 h 762000"/>
                <a:gd name="connsiteX232" fmla="*/ 123203 w 1247775"/>
                <a:gd name="connsiteY232" fmla="*/ 445770 h 762000"/>
                <a:gd name="connsiteX233" fmla="*/ 124727 w 1247775"/>
                <a:gd name="connsiteY233" fmla="*/ 442246 h 762000"/>
                <a:gd name="connsiteX234" fmla="*/ 128251 w 1247775"/>
                <a:gd name="connsiteY234" fmla="*/ 441865 h 762000"/>
                <a:gd name="connsiteX235" fmla="*/ 129013 w 1247775"/>
                <a:gd name="connsiteY235" fmla="*/ 437007 h 762000"/>
                <a:gd name="connsiteX236" fmla="*/ 131109 w 1247775"/>
                <a:gd name="connsiteY236" fmla="*/ 434626 h 762000"/>
                <a:gd name="connsiteX237" fmla="*/ 132157 w 1247775"/>
                <a:gd name="connsiteY237" fmla="*/ 430244 h 762000"/>
                <a:gd name="connsiteX238" fmla="*/ 130537 w 1247775"/>
                <a:gd name="connsiteY238" fmla="*/ 425863 h 762000"/>
                <a:gd name="connsiteX239" fmla="*/ 134348 w 1247775"/>
                <a:gd name="connsiteY239" fmla="*/ 423386 h 762000"/>
                <a:gd name="connsiteX240" fmla="*/ 138062 w 1247775"/>
                <a:gd name="connsiteY240" fmla="*/ 419005 h 762000"/>
                <a:gd name="connsiteX241" fmla="*/ 138158 w 1247775"/>
                <a:gd name="connsiteY241" fmla="*/ 414909 h 762000"/>
                <a:gd name="connsiteX242" fmla="*/ 135967 w 1247775"/>
                <a:gd name="connsiteY242" fmla="*/ 412718 h 762000"/>
                <a:gd name="connsiteX243" fmla="*/ 136348 w 1247775"/>
                <a:gd name="connsiteY243" fmla="*/ 409004 h 762000"/>
                <a:gd name="connsiteX244" fmla="*/ 139872 w 1247775"/>
                <a:gd name="connsiteY244" fmla="*/ 409194 h 762000"/>
                <a:gd name="connsiteX245" fmla="*/ 141396 w 1247775"/>
                <a:gd name="connsiteY245" fmla="*/ 406813 h 762000"/>
                <a:gd name="connsiteX246" fmla="*/ 142920 w 1247775"/>
                <a:gd name="connsiteY246" fmla="*/ 401288 h 762000"/>
                <a:gd name="connsiteX247" fmla="*/ 144920 w 1247775"/>
                <a:gd name="connsiteY247" fmla="*/ 398907 h 762000"/>
                <a:gd name="connsiteX248" fmla="*/ 145587 w 1247775"/>
                <a:gd name="connsiteY248" fmla="*/ 394526 h 762000"/>
                <a:gd name="connsiteX249" fmla="*/ 148063 w 1247775"/>
                <a:gd name="connsiteY249" fmla="*/ 391668 h 762000"/>
                <a:gd name="connsiteX250" fmla="*/ 148825 w 1247775"/>
                <a:gd name="connsiteY250" fmla="*/ 386715 h 762000"/>
                <a:gd name="connsiteX251" fmla="*/ 145682 w 1247775"/>
                <a:gd name="connsiteY251" fmla="*/ 382715 h 762000"/>
                <a:gd name="connsiteX252" fmla="*/ 142253 w 1247775"/>
                <a:gd name="connsiteY252" fmla="*/ 381953 h 762000"/>
                <a:gd name="connsiteX253" fmla="*/ 137681 w 1247775"/>
                <a:gd name="connsiteY253" fmla="*/ 383667 h 762000"/>
                <a:gd name="connsiteX254" fmla="*/ 133871 w 1247775"/>
                <a:gd name="connsiteY254" fmla="*/ 386525 h 762000"/>
                <a:gd name="connsiteX255" fmla="*/ 131014 w 1247775"/>
                <a:gd name="connsiteY255" fmla="*/ 386620 h 762000"/>
                <a:gd name="connsiteX256" fmla="*/ 128061 w 1247775"/>
                <a:gd name="connsiteY256" fmla="*/ 384524 h 762000"/>
                <a:gd name="connsiteX257" fmla="*/ 124727 w 1247775"/>
                <a:gd name="connsiteY257" fmla="*/ 383477 h 762000"/>
                <a:gd name="connsiteX258" fmla="*/ 121012 w 1247775"/>
                <a:gd name="connsiteY258" fmla="*/ 385477 h 762000"/>
                <a:gd name="connsiteX259" fmla="*/ 118441 w 1247775"/>
                <a:gd name="connsiteY259" fmla="*/ 384429 h 762000"/>
                <a:gd name="connsiteX260" fmla="*/ 117012 w 1247775"/>
                <a:gd name="connsiteY260" fmla="*/ 381476 h 762000"/>
                <a:gd name="connsiteX261" fmla="*/ 115012 w 1247775"/>
                <a:gd name="connsiteY261" fmla="*/ 378809 h 762000"/>
                <a:gd name="connsiteX262" fmla="*/ 116821 w 1247775"/>
                <a:gd name="connsiteY262" fmla="*/ 376237 h 762000"/>
                <a:gd name="connsiteX263" fmla="*/ 117774 w 1247775"/>
                <a:gd name="connsiteY263" fmla="*/ 371570 h 762000"/>
                <a:gd name="connsiteX264" fmla="*/ 115869 w 1247775"/>
                <a:gd name="connsiteY264" fmla="*/ 368236 h 762000"/>
                <a:gd name="connsiteX265" fmla="*/ 111107 w 1247775"/>
                <a:gd name="connsiteY265" fmla="*/ 367760 h 762000"/>
                <a:gd name="connsiteX266" fmla="*/ 107487 w 1247775"/>
                <a:gd name="connsiteY266" fmla="*/ 370618 h 762000"/>
                <a:gd name="connsiteX267" fmla="*/ 105582 w 1247775"/>
                <a:gd name="connsiteY267" fmla="*/ 372904 h 762000"/>
                <a:gd name="connsiteX268" fmla="*/ 102724 w 1247775"/>
                <a:gd name="connsiteY268" fmla="*/ 371856 h 762000"/>
                <a:gd name="connsiteX269" fmla="*/ 100343 w 1247775"/>
                <a:gd name="connsiteY269" fmla="*/ 369189 h 762000"/>
                <a:gd name="connsiteX270" fmla="*/ 102534 w 1247775"/>
                <a:gd name="connsiteY270" fmla="*/ 366522 h 762000"/>
                <a:gd name="connsiteX271" fmla="*/ 104439 w 1247775"/>
                <a:gd name="connsiteY271" fmla="*/ 362522 h 762000"/>
                <a:gd name="connsiteX272" fmla="*/ 101677 w 1247775"/>
                <a:gd name="connsiteY272" fmla="*/ 359093 h 762000"/>
                <a:gd name="connsiteX273" fmla="*/ 98724 w 1247775"/>
                <a:gd name="connsiteY273" fmla="*/ 357759 h 762000"/>
                <a:gd name="connsiteX274" fmla="*/ 96248 w 1247775"/>
                <a:gd name="connsiteY274" fmla="*/ 354425 h 762000"/>
                <a:gd name="connsiteX275" fmla="*/ 93866 w 1247775"/>
                <a:gd name="connsiteY275" fmla="*/ 352997 h 762000"/>
                <a:gd name="connsiteX276" fmla="*/ 90437 w 1247775"/>
                <a:gd name="connsiteY276" fmla="*/ 351854 h 762000"/>
                <a:gd name="connsiteX277" fmla="*/ 88437 w 1247775"/>
                <a:gd name="connsiteY277" fmla="*/ 349186 h 762000"/>
                <a:gd name="connsiteX278" fmla="*/ 88342 w 1247775"/>
                <a:gd name="connsiteY278" fmla="*/ 344329 h 762000"/>
                <a:gd name="connsiteX279" fmla="*/ 90532 w 1247775"/>
                <a:gd name="connsiteY279" fmla="*/ 339566 h 762000"/>
                <a:gd name="connsiteX280" fmla="*/ 90437 w 1247775"/>
                <a:gd name="connsiteY280" fmla="*/ 335090 h 762000"/>
                <a:gd name="connsiteX281" fmla="*/ 86723 w 1247775"/>
                <a:gd name="connsiteY281" fmla="*/ 332423 h 762000"/>
                <a:gd name="connsiteX282" fmla="*/ 84817 w 1247775"/>
                <a:gd name="connsiteY282" fmla="*/ 327374 h 762000"/>
                <a:gd name="connsiteX283" fmla="*/ 80245 w 1247775"/>
                <a:gd name="connsiteY283" fmla="*/ 326136 h 762000"/>
                <a:gd name="connsiteX284" fmla="*/ 78341 w 1247775"/>
                <a:gd name="connsiteY284" fmla="*/ 321850 h 762000"/>
                <a:gd name="connsiteX285" fmla="*/ 79007 w 1247775"/>
                <a:gd name="connsiteY285" fmla="*/ 316992 h 762000"/>
                <a:gd name="connsiteX286" fmla="*/ 77388 w 1247775"/>
                <a:gd name="connsiteY286" fmla="*/ 313468 h 762000"/>
                <a:gd name="connsiteX287" fmla="*/ 73483 w 1247775"/>
                <a:gd name="connsiteY287" fmla="*/ 310610 h 762000"/>
                <a:gd name="connsiteX288" fmla="*/ 71863 w 1247775"/>
                <a:gd name="connsiteY288" fmla="*/ 304800 h 762000"/>
                <a:gd name="connsiteX289" fmla="*/ 69101 w 1247775"/>
                <a:gd name="connsiteY289" fmla="*/ 302133 h 762000"/>
                <a:gd name="connsiteX290" fmla="*/ 67006 w 1247775"/>
                <a:gd name="connsiteY290" fmla="*/ 295370 h 762000"/>
                <a:gd name="connsiteX291" fmla="*/ 62720 w 1247775"/>
                <a:gd name="connsiteY291" fmla="*/ 294513 h 762000"/>
                <a:gd name="connsiteX292" fmla="*/ 61957 w 1247775"/>
                <a:gd name="connsiteY292" fmla="*/ 290417 h 762000"/>
                <a:gd name="connsiteX293" fmla="*/ 59100 w 1247775"/>
                <a:gd name="connsiteY293" fmla="*/ 288893 h 762000"/>
                <a:gd name="connsiteX294" fmla="*/ 58433 w 1247775"/>
                <a:gd name="connsiteY294" fmla="*/ 286131 h 762000"/>
                <a:gd name="connsiteX295" fmla="*/ 58433 w 1247775"/>
                <a:gd name="connsiteY295" fmla="*/ 283178 h 762000"/>
                <a:gd name="connsiteX296" fmla="*/ 57195 w 1247775"/>
                <a:gd name="connsiteY296" fmla="*/ 278225 h 762000"/>
                <a:gd name="connsiteX297" fmla="*/ 54718 w 1247775"/>
                <a:gd name="connsiteY297" fmla="*/ 276320 h 762000"/>
                <a:gd name="connsiteX298" fmla="*/ 48337 w 1247775"/>
                <a:gd name="connsiteY298" fmla="*/ 275654 h 762000"/>
                <a:gd name="connsiteX299" fmla="*/ 43574 w 1247775"/>
                <a:gd name="connsiteY299" fmla="*/ 271177 h 762000"/>
                <a:gd name="connsiteX300" fmla="*/ 38716 w 1247775"/>
                <a:gd name="connsiteY300" fmla="*/ 268986 h 762000"/>
                <a:gd name="connsiteX301" fmla="*/ 36621 w 1247775"/>
                <a:gd name="connsiteY301" fmla="*/ 264700 h 762000"/>
                <a:gd name="connsiteX302" fmla="*/ 35097 w 1247775"/>
                <a:gd name="connsiteY302" fmla="*/ 257937 h 762000"/>
                <a:gd name="connsiteX303" fmla="*/ 31382 w 1247775"/>
                <a:gd name="connsiteY303" fmla="*/ 254127 h 762000"/>
                <a:gd name="connsiteX304" fmla="*/ 27858 w 1247775"/>
                <a:gd name="connsiteY304" fmla="*/ 253175 h 762000"/>
                <a:gd name="connsiteX305" fmla="*/ 25858 w 1247775"/>
                <a:gd name="connsiteY305" fmla="*/ 249650 h 762000"/>
                <a:gd name="connsiteX306" fmla="*/ 22238 w 1247775"/>
                <a:gd name="connsiteY306" fmla="*/ 248031 h 762000"/>
                <a:gd name="connsiteX307" fmla="*/ 18143 w 1247775"/>
                <a:gd name="connsiteY307" fmla="*/ 244507 h 762000"/>
                <a:gd name="connsiteX308" fmla="*/ 20238 w 1247775"/>
                <a:gd name="connsiteY308" fmla="*/ 240887 h 762000"/>
                <a:gd name="connsiteX309" fmla="*/ 23667 w 1247775"/>
                <a:gd name="connsiteY309" fmla="*/ 241268 h 762000"/>
                <a:gd name="connsiteX310" fmla="*/ 27477 w 1247775"/>
                <a:gd name="connsiteY310" fmla="*/ 241268 h 762000"/>
                <a:gd name="connsiteX311" fmla="*/ 27858 w 1247775"/>
                <a:gd name="connsiteY311" fmla="*/ 237649 h 762000"/>
                <a:gd name="connsiteX312" fmla="*/ 24620 w 1247775"/>
                <a:gd name="connsiteY312" fmla="*/ 235839 h 762000"/>
                <a:gd name="connsiteX313" fmla="*/ 23762 w 1247775"/>
                <a:gd name="connsiteY313" fmla="*/ 231553 h 762000"/>
                <a:gd name="connsiteX314" fmla="*/ 21191 w 1247775"/>
                <a:gd name="connsiteY314" fmla="*/ 228695 h 762000"/>
                <a:gd name="connsiteX315" fmla="*/ 19571 w 1247775"/>
                <a:gd name="connsiteY315" fmla="*/ 226028 h 762000"/>
                <a:gd name="connsiteX316" fmla="*/ 22143 w 1247775"/>
                <a:gd name="connsiteY316" fmla="*/ 222313 h 762000"/>
                <a:gd name="connsiteX317" fmla="*/ 26239 w 1247775"/>
                <a:gd name="connsiteY317" fmla="*/ 222599 h 762000"/>
                <a:gd name="connsiteX318" fmla="*/ 28429 w 1247775"/>
                <a:gd name="connsiteY318" fmla="*/ 219551 h 762000"/>
                <a:gd name="connsiteX319" fmla="*/ 26715 w 1247775"/>
                <a:gd name="connsiteY319" fmla="*/ 214693 h 762000"/>
                <a:gd name="connsiteX320" fmla="*/ 23857 w 1247775"/>
                <a:gd name="connsiteY320" fmla="*/ 211931 h 762000"/>
                <a:gd name="connsiteX321" fmla="*/ 23953 w 1247775"/>
                <a:gd name="connsiteY321" fmla="*/ 208216 h 762000"/>
                <a:gd name="connsiteX322" fmla="*/ 25858 w 1247775"/>
                <a:gd name="connsiteY322" fmla="*/ 206407 h 762000"/>
                <a:gd name="connsiteX323" fmla="*/ 25858 w 1247775"/>
                <a:gd name="connsiteY323" fmla="*/ 202121 h 762000"/>
                <a:gd name="connsiteX324" fmla="*/ 23667 w 1247775"/>
                <a:gd name="connsiteY324" fmla="*/ 199930 h 762000"/>
                <a:gd name="connsiteX325" fmla="*/ 21095 w 1247775"/>
                <a:gd name="connsiteY325" fmla="*/ 198501 h 762000"/>
                <a:gd name="connsiteX326" fmla="*/ 21667 w 1247775"/>
                <a:gd name="connsiteY326" fmla="*/ 194691 h 762000"/>
                <a:gd name="connsiteX327" fmla="*/ 20047 w 1247775"/>
                <a:gd name="connsiteY327" fmla="*/ 193643 h 762000"/>
                <a:gd name="connsiteX328" fmla="*/ 16809 w 1247775"/>
                <a:gd name="connsiteY328" fmla="*/ 192596 h 762000"/>
                <a:gd name="connsiteX329" fmla="*/ 15190 w 1247775"/>
                <a:gd name="connsiteY329" fmla="*/ 187833 h 762000"/>
                <a:gd name="connsiteX330" fmla="*/ 16618 w 1247775"/>
                <a:gd name="connsiteY330" fmla="*/ 183833 h 762000"/>
                <a:gd name="connsiteX331" fmla="*/ 15856 w 1247775"/>
                <a:gd name="connsiteY331" fmla="*/ 179832 h 762000"/>
                <a:gd name="connsiteX332" fmla="*/ 12427 w 1247775"/>
                <a:gd name="connsiteY332" fmla="*/ 178499 h 762000"/>
                <a:gd name="connsiteX333" fmla="*/ 10427 w 1247775"/>
                <a:gd name="connsiteY333" fmla="*/ 176212 h 762000"/>
                <a:gd name="connsiteX334" fmla="*/ 10237 w 1247775"/>
                <a:gd name="connsiteY334" fmla="*/ 172784 h 762000"/>
                <a:gd name="connsiteX335" fmla="*/ 7189 w 1247775"/>
                <a:gd name="connsiteY335" fmla="*/ 167259 h 762000"/>
                <a:gd name="connsiteX336" fmla="*/ 3283 w 1247775"/>
                <a:gd name="connsiteY336" fmla="*/ 163830 h 762000"/>
                <a:gd name="connsiteX337" fmla="*/ 2045 w 1247775"/>
                <a:gd name="connsiteY337" fmla="*/ 158496 h 762000"/>
                <a:gd name="connsiteX338" fmla="*/ 45 w 1247775"/>
                <a:gd name="connsiteY338" fmla="*/ 155448 h 762000"/>
                <a:gd name="connsiteX339" fmla="*/ 331 w 1247775"/>
                <a:gd name="connsiteY339" fmla="*/ 151733 h 762000"/>
                <a:gd name="connsiteX340" fmla="*/ 26048 w 1247775"/>
                <a:gd name="connsiteY340" fmla="*/ 0 h 762000"/>
                <a:gd name="connsiteX341" fmla="*/ 132633 w 1247775"/>
                <a:gd name="connsiteY341" fmla="*/ 18288 h 762000"/>
                <a:gd name="connsiteX342" fmla="*/ 226835 w 1247775"/>
                <a:gd name="connsiteY342" fmla="*/ 33623 h 762000"/>
                <a:gd name="connsiteX343" fmla="*/ 419812 w 1247775"/>
                <a:gd name="connsiteY343" fmla="*/ 60198 h 762000"/>
                <a:gd name="connsiteX344" fmla="*/ 568116 w 1247775"/>
                <a:gd name="connsiteY344" fmla="*/ 79724 h 762000"/>
                <a:gd name="connsiteX345" fmla="*/ 697180 w 1247775"/>
                <a:gd name="connsiteY345" fmla="*/ 91345 h 762000"/>
                <a:gd name="connsiteX346" fmla="*/ 824815 w 1247775"/>
                <a:gd name="connsiteY346" fmla="*/ 104394 h 762000"/>
                <a:gd name="connsiteX347" fmla="*/ 1044461 w 1247775"/>
                <a:gd name="connsiteY347" fmla="*/ 121349 h 762000"/>
                <a:gd name="connsiteX348" fmla="*/ 1256392 w 1247775"/>
                <a:gd name="connsiteY348" fmla="*/ 131826 h 762000"/>
                <a:gd name="connsiteX349" fmla="*/ 1256488 w 1247775"/>
                <a:gd name="connsiteY349" fmla="*/ 131826 h 762000"/>
                <a:gd name="connsiteX350" fmla="*/ 1237533 w 1247775"/>
                <a:gd name="connsiteY350" fmla="*/ 601790 h 76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</a:cxnLst>
              <a:rect l="l" t="t" r="r" b="b"/>
              <a:pathLst>
                <a:path w="1247775" h="762000">
                  <a:moveTo>
                    <a:pt x="1237533" y="601790"/>
                  </a:moveTo>
                  <a:lnTo>
                    <a:pt x="1231532" y="748284"/>
                  </a:lnTo>
                  <a:lnTo>
                    <a:pt x="1228961" y="748189"/>
                  </a:lnTo>
                  <a:lnTo>
                    <a:pt x="1122662" y="743236"/>
                  </a:lnTo>
                  <a:lnTo>
                    <a:pt x="988550" y="735806"/>
                  </a:lnTo>
                  <a:lnTo>
                    <a:pt x="851199" y="724757"/>
                  </a:lnTo>
                  <a:lnTo>
                    <a:pt x="770332" y="718185"/>
                  </a:lnTo>
                  <a:lnTo>
                    <a:pt x="705848" y="712565"/>
                  </a:lnTo>
                  <a:lnTo>
                    <a:pt x="672034" y="708470"/>
                  </a:lnTo>
                  <a:lnTo>
                    <a:pt x="601168" y="701897"/>
                  </a:lnTo>
                  <a:lnTo>
                    <a:pt x="568307" y="697040"/>
                  </a:lnTo>
                  <a:cubicBezTo>
                    <a:pt x="568307" y="697040"/>
                    <a:pt x="562020" y="698945"/>
                    <a:pt x="559829" y="698945"/>
                  </a:cubicBezTo>
                  <a:cubicBezTo>
                    <a:pt x="556496" y="699040"/>
                    <a:pt x="550019" y="696754"/>
                    <a:pt x="546685" y="696373"/>
                  </a:cubicBezTo>
                  <a:cubicBezTo>
                    <a:pt x="543827" y="696087"/>
                    <a:pt x="538112" y="696278"/>
                    <a:pt x="535350" y="696182"/>
                  </a:cubicBezTo>
                  <a:cubicBezTo>
                    <a:pt x="528016" y="695801"/>
                    <a:pt x="513347" y="695230"/>
                    <a:pt x="506204" y="693706"/>
                  </a:cubicBezTo>
                  <a:cubicBezTo>
                    <a:pt x="503060" y="693039"/>
                    <a:pt x="494012" y="689705"/>
                    <a:pt x="494012" y="689705"/>
                  </a:cubicBezTo>
                  <a:lnTo>
                    <a:pt x="464865" y="686562"/>
                  </a:lnTo>
                  <a:lnTo>
                    <a:pt x="455530" y="767620"/>
                  </a:lnTo>
                  <a:cubicBezTo>
                    <a:pt x="454578" y="767810"/>
                    <a:pt x="453625" y="767906"/>
                    <a:pt x="453149" y="767810"/>
                  </a:cubicBezTo>
                  <a:cubicBezTo>
                    <a:pt x="451911" y="767524"/>
                    <a:pt x="449625" y="766001"/>
                    <a:pt x="448863" y="764953"/>
                  </a:cubicBezTo>
                  <a:cubicBezTo>
                    <a:pt x="447720" y="763524"/>
                    <a:pt x="447529" y="759619"/>
                    <a:pt x="446577" y="757999"/>
                  </a:cubicBezTo>
                  <a:cubicBezTo>
                    <a:pt x="446196" y="757238"/>
                    <a:pt x="444862" y="756095"/>
                    <a:pt x="444291" y="755428"/>
                  </a:cubicBezTo>
                  <a:cubicBezTo>
                    <a:pt x="443529" y="754475"/>
                    <a:pt x="442386" y="752285"/>
                    <a:pt x="441433" y="751427"/>
                  </a:cubicBezTo>
                  <a:cubicBezTo>
                    <a:pt x="440957" y="750951"/>
                    <a:pt x="439338" y="750475"/>
                    <a:pt x="439052" y="749808"/>
                  </a:cubicBezTo>
                  <a:cubicBezTo>
                    <a:pt x="438576" y="748856"/>
                    <a:pt x="439529" y="746570"/>
                    <a:pt x="439624" y="745426"/>
                  </a:cubicBezTo>
                  <a:cubicBezTo>
                    <a:pt x="439719" y="744188"/>
                    <a:pt x="440291" y="741521"/>
                    <a:pt x="439814" y="740283"/>
                  </a:cubicBezTo>
                  <a:cubicBezTo>
                    <a:pt x="439148" y="738949"/>
                    <a:pt x="435814" y="737902"/>
                    <a:pt x="435147" y="736568"/>
                  </a:cubicBezTo>
                  <a:cubicBezTo>
                    <a:pt x="434480" y="735330"/>
                    <a:pt x="434957" y="732377"/>
                    <a:pt x="434575" y="731044"/>
                  </a:cubicBezTo>
                  <a:cubicBezTo>
                    <a:pt x="434290" y="729806"/>
                    <a:pt x="433623" y="727329"/>
                    <a:pt x="432766" y="726567"/>
                  </a:cubicBezTo>
                  <a:cubicBezTo>
                    <a:pt x="432099" y="725900"/>
                    <a:pt x="429908" y="725900"/>
                    <a:pt x="429241" y="725329"/>
                  </a:cubicBezTo>
                  <a:cubicBezTo>
                    <a:pt x="428479" y="724662"/>
                    <a:pt x="427908" y="722376"/>
                    <a:pt x="427146" y="721805"/>
                  </a:cubicBezTo>
                  <a:cubicBezTo>
                    <a:pt x="426289" y="721233"/>
                    <a:pt x="424003" y="720185"/>
                    <a:pt x="423145" y="720852"/>
                  </a:cubicBezTo>
                  <a:cubicBezTo>
                    <a:pt x="422003" y="721709"/>
                    <a:pt x="424098" y="725710"/>
                    <a:pt x="422860" y="726472"/>
                  </a:cubicBezTo>
                  <a:cubicBezTo>
                    <a:pt x="421907" y="727139"/>
                    <a:pt x="419621" y="724853"/>
                    <a:pt x="418478" y="724757"/>
                  </a:cubicBezTo>
                  <a:cubicBezTo>
                    <a:pt x="417430" y="724567"/>
                    <a:pt x="415049" y="724567"/>
                    <a:pt x="414192" y="725138"/>
                  </a:cubicBezTo>
                  <a:cubicBezTo>
                    <a:pt x="413525" y="725615"/>
                    <a:pt x="412668" y="727234"/>
                    <a:pt x="412573" y="727996"/>
                  </a:cubicBezTo>
                  <a:cubicBezTo>
                    <a:pt x="412478" y="728948"/>
                    <a:pt x="413525" y="730758"/>
                    <a:pt x="413430" y="731615"/>
                  </a:cubicBezTo>
                  <a:cubicBezTo>
                    <a:pt x="413240" y="732949"/>
                    <a:pt x="411906" y="735521"/>
                    <a:pt x="410954" y="736568"/>
                  </a:cubicBezTo>
                  <a:cubicBezTo>
                    <a:pt x="410287" y="737330"/>
                    <a:pt x="408287" y="738092"/>
                    <a:pt x="407715" y="738949"/>
                  </a:cubicBezTo>
                  <a:cubicBezTo>
                    <a:pt x="407239" y="739616"/>
                    <a:pt x="406858" y="741426"/>
                    <a:pt x="406953" y="742188"/>
                  </a:cubicBezTo>
                  <a:cubicBezTo>
                    <a:pt x="407239" y="743712"/>
                    <a:pt x="409715" y="745808"/>
                    <a:pt x="410382" y="747141"/>
                  </a:cubicBezTo>
                  <a:cubicBezTo>
                    <a:pt x="410954" y="748094"/>
                    <a:pt x="412478" y="750189"/>
                    <a:pt x="412192" y="751332"/>
                  </a:cubicBezTo>
                  <a:cubicBezTo>
                    <a:pt x="411906" y="752285"/>
                    <a:pt x="409906" y="753618"/>
                    <a:pt x="408953" y="753713"/>
                  </a:cubicBezTo>
                  <a:cubicBezTo>
                    <a:pt x="407905" y="753809"/>
                    <a:pt x="405905" y="752570"/>
                    <a:pt x="405048" y="751999"/>
                  </a:cubicBezTo>
                  <a:cubicBezTo>
                    <a:pt x="404095" y="751427"/>
                    <a:pt x="402571" y="749522"/>
                    <a:pt x="401524" y="748856"/>
                  </a:cubicBezTo>
                  <a:cubicBezTo>
                    <a:pt x="400952" y="748474"/>
                    <a:pt x="399619" y="747713"/>
                    <a:pt x="398952" y="747713"/>
                  </a:cubicBezTo>
                  <a:cubicBezTo>
                    <a:pt x="397809" y="747617"/>
                    <a:pt x="395809" y="749141"/>
                    <a:pt x="394666" y="749046"/>
                  </a:cubicBezTo>
                  <a:cubicBezTo>
                    <a:pt x="393237" y="748951"/>
                    <a:pt x="391046" y="746665"/>
                    <a:pt x="389617" y="746474"/>
                  </a:cubicBezTo>
                  <a:cubicBezTo>
                    <a:pt x="388379" y="746284"/>
                    <a:pt x="385998" y="746855"/>
                    <a:pt x="384855" y="747236"/>
                  </a:cubicBezTo>
                  <a:cubicBezTo>
                    <a:pt x="383426" y="747617"/>
                    <a:pt x="380950" y="749046"/>
                    <a:pt x="379616" y="749713"/>
                  </a:cubicBezTo>
                  <a:cubicBezTo>
                    <a:pt x="378569" y="750284"/>
                    <a:pt x="376568" y="751523"/>
                    <a:pt x="375425" y="751904"/>
                  </a:cubicBezTo>
                  <a:cubicBezTo>
                    <a:pt x="374378" y="752285"/>
                    <a:pt x="372187" y="753237"/>
                    <a:pt x="371234" y="752761"/>
                  </a:cubicBezTo>
                  <a:cubicBezTo>
                    <a:pt x="370187" y="752285"/>
                    <a:pt x="369520" y="749713"/>
                    <a:pt x="369139" y="748665"/>
                  </a:cubicBezTo>
                  <a:cubicBezTo>
                    <a:pt x="368567" y="747332"/>
                    <a:pt x="368567" y="744188"/>
                    <a:pt x="367424" y="743331"/>
                  </a:cubicBezTo>
                  <a:cubicBezTo>
                    <a:pt x="366472" y="742569"/>
                    <a:pt x="363709" y="742569"/>
                    <a:pt x="362471" y="742760"/>
                  </a:cubicBezTo>
                  <a:cubicBezTo>
                    <a:pt x="361138" y="742950"/>
                    <a:pt x="359042" y="744760"/>
                    <a:pt x="357804" y="745141"/>
                  </a:cubicBezTo>
                  <a:cubicBezTo>
                    <a:pt x="356947" y="745522"/>
                    <a:pt x="355042" y="746189"/>
                    <a:pt x="354089" y="745998"/>
                  </a:cubicBezTo>
                  <a:cubicBezTo>
                    <a:pt x="353327" y="745808"/>
                    <a:pt x="352184" y="743998"/>
                    <a:pt x="351422" y="744188"/>
                  </a:cubicBezTo>
                  <a:cubicBezTo>
                    <a:pt x="350470" y="744379"/>
                    <a:pt x="350089" y="747141"/>
                    <a:pt x="349136" y="747332"/>
                  </a:cubicBezTo>
                  <a:cubicBezTo>
                    <a:pt x="348374" y="747522"/>
                    <a:pt x="347231" y="745712"/>
                    <a:pt x="346469" y="745522"/>
                  </a:cubicBezTo>
                  <a:cubicBezTo>
                    <a:pt x="345231" y="745236"/>
                    <a:pt x="342754" y="746379"/>
                    <a:pt x="341516" y="746093"/>
                  </a:cubicBezTo>
                  <a:cubicBezTo>
                    <a:pt x="340849" y="745903"/>
                    <a:pt x="339897" y="744950"/>
                    <a:pt x="339421" y="744569"/>
                  </a:cubicBezTo>
                  <a:cubicBezTo>
                    <a:pt x="338849" y="744093"/>
                    <a:pt x="337801" y="742760"/>
                    <a:pt x="337040" y="742760"/>
                  </a:cubicBezTo>
                  <a:cubicBezTo>
                    <a:pt x="335896" y="742664"/>
                    <a:pt x="334182" y="744760"/>
                    <a:pt x="333039" y="744760"/>
                  </a:cubicBezTo>
                  <a:cubicBezTo>
                    <a:pt x="332182" y="744760"/>
                    <a:pt x="330372" y="743998"/>
                    <a:pt x="329800" y="743331"/>
                  </a:cubicBezTo>
                  <a:cubicBezTo>
                    <a:pt x="329038" y="742379"/>
                    <a:pt x="329324" y="739521"/>
                    <a:pt x="328658" y="738473"/>
                  </a:cubicBezTo>
                  <a:cubicBezTo>
                    <a:pt x="328086" y="737616"/>
                    <a:pt x="325705" y="736187"/>
                    <a:pt x="325229" y="736187"/>
                  </a:cubicBezTo>
                  <a:cubicBezTo>
                    <a:pt x="324848" y="736187"/>
                    <a:pt x="322371" y="735901"/>
                    <a:pt x="321704" y="736473"/>
                  </a:cubicBezTo>
                  <a:cubicBezTo>
                    <a:pt x="320942" y="737045"/>
                    <a:pt x="320942" y="739235"/>
                    <a:pt x="320275" y="739902"/>
                  </a:cubicBezTo>
                  <a:cubicBezTo>
                    <a:pt x="319704" y="740378"/>
                    <a:pt x="318085" y="740474"/>
                    <a:pt x="317323" y="740569"/>
                  </a:cubicBezTo>
                  <a:cubicBezTo>
                    <a:pt x="316466" y="740664"/>
                    <a:pt x="314465" y="740283"/>
                    <a:pt x="313799" y="740855"/>
                  </a:cubicBezTo>
                  <a:cubicBezTo>
                    <a:pt x="313132" y="741426"/>
                    <a:pt x="312846" y="743236"/>
                    <a:pt x="312655" y="744093"/>
                  </a:cubicBezTo>
                  <a:cubicBezTo>
                    <a:pt x="312465" y="745522"/>
                    <a:pt x="313227" y="748570"/>
                    <a:pt x="312846" y="750094"/>
                  </a:cubicBezTo>
                  <a:cubicBezTo>
                    <a:pt x="312465" y="751332"/>
                    <a:pt x="311132" y="753999"/>
                    <a:pt x="309893" y="754285"/>
                  </a:cubicBezTo>
                  <a:cubicBezTo>
                    <a:pt x="308941" y="754571"/>
                    <a:pt x="306941" y="753237"/>
                    <a:pt x="306179" y="752570"/>
                  </a:cubicBezTo>
                  <a:cubicBezTo>
                    <a:pt x="305321" y="751808"/>
                    <a:pt x="304845" y="749141"/>
                    <a:pt x="303892" y="748474"/>
                  </a:cubicBezTo>
                  <a:cubicBezTo>
                    <a:pt x="303226" y="747998"/>
                    <a:pt x="301607" y="747808"/>
                    <a:pt x="300749" y="747903"/>
                  </a:cubicBezTo>
                  <a:cubicBezTo>
                    <a:pt x="299797" y="747998"/>
                    <a:pt x="298273" y="749522"/>
                    <a:pt x="297320" y="749618"/>
                  </a:cubicBezTo>
                  <a:cubicBezTo>
                    <a:pt x="296558" y="749618"/>
                    <a:pt x="294939" y="748951"/>
                    <a:pt x="294367" y="748474"/>
                  </a:cubicBezTo>
                  <a:cubicBezTo>
                    <a:pt x="293796" y="747998"/>
                    <a:pt x="293224" y="746379"/>
                    <a:pt x="292558" y="746093"/>
                  </a:cubicBezTo>
                  <a:cubicBezTo>
                    <a:pt x="291796" y="745712"/>
                    <a:pt x="290081" y="746474"/>
                    <a:pt x="289319" y="746189"/>
                  </a:cubicBezTo>
                  <a:cubicBezTo>
                    <a:pt x="288557" y="745998"/>
                    <a:pt x="287414" y="744855"/>
                    <a:pt x="286748" y="744665"/>
                  </a:cubicBezTo>
                  <a:cubicBezTo>
                    <a:pt x="285604" y="744188"/>
                    <a:pt x="283033" y="743903"/>
                    <a:pt x="281795" y="743807"/>
                  </a:cubicBezTo>
                  <a:cubicBezTo>
                    <a:pt x="280842" y="743807"/>
                    <a:pt x="278937" y="744569"/>
                    <a:pt x="278080" y="744093"/>
                  </a:cubicBezTo>
                  <a:cubicBezTo>
                    <a:pt x="277413" y="743712"/>
                    <a:pt x="277318" y="741902"/>
                    <a:pt x="276841" y="741426"/>
                  </a:cubicBezTo>
                  <a:cubicBezTo>
                    <a:pt x="276270" y="740855"/>
                    <a:pt x="274555" y="740188"/>
                    <a:pt x="273698" y="740188"/>
                  </a:cubicBezTo>
                  <a:cubicBezTo>
                    <a:pt x="272841" y="740188"/>
                    <a:pt x="271412" y="741045"/>
                    <a:pt x="270555" y="741140"/>
                  </a:cubicBezTo>
                  <a:cubicBezTo>
                    <a:pt x="269698" y="741236"/>
                    <a:pt x="267983" y="740950"/>
                    <a:pt x="267126" y="741236"/>
                  </a:cubicBezTo>
                  <a:cubicBezTo>
                    <a:pt x="265792" y="741807"/>
                    <a:pt x="263887" y="743903"/>
                    <a:pt x="262840" y="744950"/>
                  </a:cubicBezTo>
                  <a:cubicBezTo>
                    <a:pt x="262078" y="745712"/>
                    <a:pt x="260554" y="747236"/>
                    <a:pt x="260173" y="748189"/>
                  </a:cubicBezTo>
                  <a:cubicBezTo>
                    <a:pt x="259887" y="748856"/>
                    <a:pt x="259792" y="750284"/>
                    <a:pt x="259887" y="751046"/>
                  </a:cubicBezTo>
                  <a:cubicBezTo>
                    <a:pt x="260078" y="751904"/>
                    <a:pt x="261220" y="753332"/>
                    <a:pt x="261411" y="754190"/>
                  </a:cubicBezTo>
                  <a:cubicBezTo>
                    <a:pt x="261697" y="755237"/>
                    <a:pt x="262459" y="757523"/>
                    <a:pt x="261983" y="758571"/>
                  </a:cubicBezTo>
                  <a:cubicBezTo>
                    <a:pt x="261601" y="759333"/>
                    <a:pt x="260078" y="760286"/>
                    <a:pt x="259316" y="760571"/>
                  </a:cubicBezTo>
                  <a:cubicBezTo>
                    <a:pt x="258363" y="760952"/>
                    <a:pt x="255982" y="761143"/>
                    <a:pt x="255124" y="760762"/>
                  </a:cubicBezTo>
                  <a:cubicBezTo>
                    <a:pt x="254172" y="760286"/>
                    <a:pt x="253220" y="758285"/>
                    <a:pt x="252743" y="757333"/>
                  </a:cubicBezTo>
                  <a:cubicBezTo>
                    <a:pt x="252267" y="756476"/>
                    <a:pt x="251981" y="754285"/>
                    <a:pt x="251315" y="753523"/>
                  </a:cubicBezTo>
                  <a:cubicBezTo>
                    <a:pt x="250648" y="752761"/>
                    <a:pt x="248743" y="752189"/>
                    <a:pt x="247981" y="751713"/>
                  </a:cubicBezTo>
                  <a:cubicBezTo>
                    <a:pt x="247028" y="751142"/>
                    <a:pt x="245409" y="749903"/>
                    <a:pt x="244552" y="749141"/>
                  </a:cubicBezTo>
                  <a:cubicBezTo>
                    <a:pt x="243695" y="748379"/>
                    <a:pt x="241885" y="746760"/>
                    <a:pt x="241313" y="745712"/>
                  </a:cubicBezTo>
                  <a:cubicBezTo>
                    <a:pt x="240646" y="744569"/>
                    <a:pt x="240170" y="741045"/>
                    <a:pt x="240170" y="740664"/>
                  </a:cubicBezTo>
                  <a:cubicBezTo>
                    <a:pt x="240170" y="740283"/>
                    <a:pt x="239694" y="736949"/>
                    <a:pt x="239789" y="735711"/>
                  </a:cubicBezTo>
                  <a:cubicBezTo>
                    <a:pt x="239789" y="734854"/>
                    <a:pt x="240361" y="733139"/>
                    <a:pt x="240361" y="732282"/>
                  </a:cubicBezTo>
                  <a:cubicBezTo>
                    <a:pt x="240361" y="731615"/>
                    <a:pt x="239789" y="730282"/>
                    <a:pt x="239599" y="729615"/>
                  </a:cubicBezTo>
                  <a:cubicBezTo>
                    <a:pt x="239408" y="728758"/>
                    <a:pt x="239503" y="726948"/>
                    <a:pt x="239218" y="726186"/>
                  </a:cubicBezTo>
                  <a:cubicBezTo>
                    <a:pt x="238837" y="725234"/>
                    <a:pt x="237027" y="723900"/>
                    <a:pt x="236646" y="722948"/>
                  </a:cubicBezTo>
                  <a:cubicBezTo>
                    <a:pt x="236360" y="722090"/>
                    <a:pt x="235979" y="719899"/>
                    <a:pt x="236455" y="719138"/>
                  </a:cubicBezTo>
                  <a:cubicBezTo>
                    <a:pt x="236837" y="718566"/>
                    <a:pt x="238361" y="718566"/>
                    <a:pt x="238837" y="718185"/>
                  </a:cubicBezTo>
                  <a:cubicBezTo>
                    <a:pt x="239408" y="717614"/>
                    <a:pt x="240266" y="716185"/>
                    <a:pt x="240361" y="715328"/>
                  </a:cubicBezTo>
                  <a:cubicBezTo>
                    <a:pt x="240551" y="714280"/>
                    <a:pt x="239980" y="712089"/>
                    <a:pt x="239789" y="711041"/>
                  </a:cubicBezTo>
                  <a:cubicBezTo>
                    <a:pt x="239503" y="709708"/>
                    <a:pt x="238932" y="707041"/>
                    <a:pt x="238265" y="705898"/>
                  </a:cubicBezTo>
                  <a:cubicBezTo>
                    <a:pt x="237694" y="705041"/>
                    <a:pt x="235789" y="704088"/>
                    <a:pt x="235408" y="703231"/>
                  </a:cubicBezTo>
                  <a:cubicBezTo>
                    <a:pt x="234932" y="702183"/>
                    <a:pt x="235598" y="699802"/>
                    <a:pt x="235312" y="698754"/>
                  </a:cubicBezTo>
                  <a:cubicBezTo>
                    <a:pt x="235027" y="697992"/>
                    <a:pt x="233788" y="696659"/>
                    <a:pt x="233503" y="695897"/>
                  </a:cubicBezTo>
                  <a:cubicBezTo>
                    <a:pt x="233217" y="694944"/>
                    <a:pt x="233598" y="692849"/>
                    <a:pt x="233122" y="692087"/>
                  </a:cubicBezTo>
                  <a:cubicBezTo>
                    <a:pt x="232550" y="691324"/>
                    <a:pt x="230550" y="691134"/>
                    <a:pt x="229788" y="690467"/>
                  </a:cubicBezTo>
                  <a:cubicBezTo>
                    <a:pt x="228836" y="689610"/>
                    <a:pt x="227692" y="687038"/>
                    <a:pt x="226835" y="686086"/>
                  </a:cubicBezTo>
                  <a:cubicBezTo>
                    <a:pt x="226073" y="685324"/>
                    <a:pt x="224549" y="683705"/>
                    <a:pt x="223501" y="683419"/>
                  </a:cubicBezTo>
                  <a:cubicBezTo>
                    <a:pt x="222358" y="683133"/>
                    <a:pt x="219882" y="683514"/>
                    <a:pt x="218834" y="684086"/>
                  </a:cubicBezTo>
                  <a:cubicBezTo>
                    <a:pt x="217882" y="684467"/>
                    <a:pt x="216739" y="686276"/>
                    <a:pt x="215882" y="686848"/>
                  </a:cubicBezTo>
                  <a:cubicBezTo>
                    <a:pt x="215024" y="687419"/>
                    <a:pt x="212929" y="688658"/>
                    <a:pt x="211976" y="688372"/>
                  </a:cubicBezTo>
                  <a:cubicBezTo>
                    <a:pt x="210928" y="688086"/>
                    <a:pt x="209976" y="685895"/>
                    <a:pt x="209500" y="684848"/>
                  </a:cubicBezTo>
                  <a:cubicBezTo>
                    <a:pt x="209119" y="683990"/>
                    <a:pt x="209309" y="681990"/>
                    <a:pt x="208833" y="681133"/>
                  </a:cubicBezTo>
                  <a:cubicBezTo>
                    <a:pt x="208452" y="680466"/>
                    <a:pt x="207214" y="679323"/>
                    <a:pt x="206642" y="678942"/>
                  </a:cubicBezTo>
                  <a:cubicBezTo>
                    <a:pt x="205785" y="678275"/>
                    <a:pt x="203499" y="677704"/>
                    <a:pt x="202737" y="677037"/>
                  </a:cubicBezTo>
                  <a:cubicBezTo>
                    <a:pt x="201784" y="676180"/>
                    <a:pt x="200261" y="673989"/>
                    <a:pt x="199879" y="672751"/>
                  </a:cubicBezTo>
                  <a:cubicBezTo>
                    <a:pt x="199499" y="671608"/>
                    <a:pt x="199784" y="669131"/>
                    <a:pt x="199594" y="667893"/>
                  </a:cubicBezTo>
                  <a:cubicBezTo>
                    <a:pt x="199403" y="667036"/>
                    <a:pt x="198641" y="665321"/>
                    <a:pt x="198546" y="664369"/>
                  </a:cubicBezTo>
                  <a:cubicBezTo>
                    <a:pt x="198546" y="663797"/>
                    <a:pt x="198451" y="662369"/>
                    <a:pt x="198832" y="661892"/>
                  </a:cubicBezTo>
                  <a:cubicBezTo>
                    <a:pt x="199308" y="661511"/>
                    <a:pt x="200737" y="662083"/>
                    <a:pt x="201308" y="661892"/>
                  </a:cubicBezTo>
                  <a:cubicBezTo>
                    <a:pt x="202166" y="661607"/>
                    <a:pt x="203690" y="660368"/>
                    <a:pt x="204166" y="659511"/>
                  </a:cubicBezTo>
                  <a:cubicBezTo>
                    <a:pt x="204737" y="658463"/>
                    <a:pt x="204451" y="655892"/>
                    <a:pt x="204928" y="654844"/>
                  </a:cubicBezTo>
                  <a:cubicBezTo>
                    <a:pt x="205404" y="653891"/>
                    <a:pt x="207404" y="652558"/>
                    <a:pt x="207595" y="651415"/>
                  </a:cubicBezTo>
                  <a:cubicBezTo>
                    <a:pt x="207690" y="650653"/>
                    <a:pt x="206642" y="649224"/>
                    <a:pt x="206452" y="648462"/>
                  </a:cubicBezTo>
                  <a:cubicBezTo>
                    <a:pt x="206071" y="647224"/>
                    <a:pt x="206261" y="644366"/>
                    <a:pt x="205404" y="643509"/>
                  </a:cubicBezTo>
                  <a:cubicBezTo>
                    <a:pt x="204547" y="642652"/>
                    <a:pt x="201594" y="643319"/>
                    <a:pt x="200737" y="642557"/>
                  </a:cubicBezTo>
                  <a:cubicBezTo>
                    <a:pt x="200070" y="641985"/>
                    <a:pt x="199689" y="640175"/>
                    <a:pt x="199594" y="639413"/>
                  </a:cubicBezTo>
                  <a:cubicBezTo>
                    <a:pt x="199403" y="638270"/>
                    <a:pt x="200356" y="635603"/>
                    <a:pt x="199594" y="634746"/>
                  </a:cubicBezTo>
                  <a:cubicBezTo>
                    <a:pt x="199022" y="634079"/>
                    <a:pt x="196927" y="634365"/>
                    <a:pt x="196070" y="633889"/>
                  </a:cubicBezTo>
                  <a:cubicBezTo>
                    <a:pt x="195117" y="633317"/>
                    <a:pt x="193212" y="631889"/>
                    <a:pt x="192831" y="630841"/>
                  </a:cubicBezTo>
                  <a:cubicBezTo>
                    <a:pt x="192450" y="629888"/>
                    <a:pt x="192926" y="627698"/>
                    <a:pt x="192926" y="626745"/>
                  </a:cubicBezTo>
                  <a:cubicBezTo>
                    <a:pt x="192926" y="625316"/>
                    <a:pt x="193403" y="622459"/>
                    <a:pt x="192831" y="621221"/>
                  </a:cubicBezTo>
                  <a:cubicBezTo>
                    <a:pt x="192355" y="620078"/>
                    <a:pt x="190069" y="618839"/>
                    <a:pt x="189402" y="617792"/>
                  </a:cubicBezTo>
                  <a:cubicBezTo>
                    <a:pt x="188735" y="616839"/>
                    <a:pt x="188354" y="614363"/>
                    <a:pt x="187687" y="613315"/>
                  </a:cubicBezTo>
                  <a:cubicBezTo>
                    <a:pt x="187211" y="612648"/>
                    <a:pt x="185592" y="611886"/>
                    <a:pt x="185211" y="611124"/>
                  </a:cubicBezTo>
                  <a:cubicBezTo>
                    <a:pt x="184830" y="610076"/>
                    <a:pt x="185687" y="607790"/>
                    <a:pt x="185401" y="606743"/>
                  </a:cubicBezTo>
                  <a:cubicBezTo>
                    <a:pt x="185020" y="605314"/>
                    <a:pt x="183020" y="602933"/>
                    <a:pt x="182353" y="601504"/>
                  </a:cubicBezTo>
                  <a:cubicBezTo>
                    <a:pt x="181877" y="600456"/>
                    <a:pt x="180639" y="598456"/>
                    <a:pt x="180544" y="597313"/>
                  </a:cubicBezTo>
                  <a:cubicBezTo>
                    <a:pt x="180449" y="596074"/>
                    <a:pt x="181306" y="593789"/>
                    <a:pt x="181496" y="592646"/>
                  </a:cubicBezTo>
                  <a:cubicBezTo>
                    <a:pt x="181687" y="591693"/>
                    <a:pt x="182163" y="589598"/>
                    <a:pt x="181782" y="588645"/>
                  </a:cubicBezTo>
                  <a:cubicBezTo>
                    <a:pt x="181401" y="587597"/>
                    <a:pt x="179020" y="586645"/>
                    <a:pt x="178544" y="585502"/>
                  </a:cubicBezTo>
                  <a:cubicBezTo>
                    <a:pt x="178162" y="584549"/>
                    <a:pt x="178924" y="582359"/>
                    <a:pt x="178924" y="581216"/>
                  </a:cubicBezTo>
                  <a:cubicBezTo>
                    <a:pt x="178924" y="580358"/>
                    <a:pt x="178258" y="578453"/>
                    <a:pt x="178639" y="577596"/>
                  </a:cubicBezTo>
                  <a:cubicBezTo>
                    <a:pt x="179115" y="576644"/>
                    <a:pt x="181591" y="576167"/>
                    <a:pt x="182258" y="575215"/>
                  </a:cubicBezTo>
                  <a:cubicBezTo>
                    <a:pt x="182734" y="574453"/>
                    <a:pt x="183116" y="572643"/>
                    <a:pt x="183020" y="571691"/>
                  </a:cubicBezTo>
                  <a:cubicBezTo>
                    <a:pt x="182925" y="570738"/>
                    <a:pt x="182449" y="568833"/>
                    <a:pt x="181591" y="568262"/>
                  </a:cubicBezTo>
                  <a:cubicBezTo>
                    <a:pt x="180925" y="567881"/>
                    <a:pt x="179210" y="568452"/>
                    <a:pt x="178544" y="568262"/>
                  </a:cubicBezTo>
                  <a:cubicBezTo>
                    <a:pt x="177686" y="567976"/>
                    <a:pt x="175686" y="567214"/>
                    <a:pt x="175400" y="566357"/>
                  </a:cubicBezTo>
                  <a:cubicBezTo>
                    <a:pt x="174829" y="564833"/>
                    <a:pt x="176258" y="561404"/>
                    <a:pt x="177115" y="559975"/>
                  </a:cubicBezTo>
                  <a:cubicBezTo>
                    <a:pt x="177496" y="559308"/>
                    <a:pt x="178829" y="558641"/>
                    <a:pt x="179115" y="557974"/>
                  </a:cubicBezTo>
                  <a:cubicBezTo>
                    <a:pt x="179401" y="557213"/>
                    <a:pt x="179305" y="555498"/>
                    <a:pt x="179115" y="554641"/>
                  </a:cubicBezTo>
                  <a:cubicBezTo>
                    <a:pt x="178924" y="553879"/>
                    <a:pt x="178162" y="552355"/>
                    <a:pt x="177496" y="551879"/>
                  </a:cubicBezTo>
                  <a:cubicBezTo>
                    <a:pt x="177020" y="551402"/>
                    <a:pt x="175591" y="550926"/>
                    <a:pt x="174924" y="550926"/>
                  </a:cubicBezTo>
                  <a:cubicBezTo>
                    <a:pt x="174162" y="550926"/>
                    <a:pt x="172638" y="551783"/>
                    <a:pt x="171876" y="551688"/>
                  </a:cubicBezTo>
                  <a:cubicBezTo>
                    <a:pt x="171019" y="551593"/>
                    <a:pt x="169114" y="551021"/>
                    <a:pt x="168828" y="550259"/>
                  </a:cubicBezTo>
                  <a:cubicBezTo>
                    <a:pt x="168352" y="549212"/>
                    <a:pt x="170162" y="547116"/>
                    <a:pt x="169971" y="545973"/>
                  </a:cubicBezTo>
                  <a:cubicBezTo>
                    <a:pt x="169780" y="544925"/>
                    <a:pt x="168257" y="543401"/>
                    <a:pt x="167780" y="542544"/>
                  </a:cubicBezTo>
                  <a:cubicBezTo>
                    <a:pt x="167304" y="541782"/>
                    <a:pt x="166542" y="540163"/>
                    <a:pt x="165970" y="539496"/>
                  </a:cubicBezTo>
                  <a:cubicBezTo>
                    <a:pt x="165304" y="538829"/>
                    <a:pt x="163780" y="537496"/>
                    <a:pt x="162923" y="537115"/>
                  </a:cubicBezTo>
                  <a:cubicBezTo>
                    <a:pt x="162161" y="536924"/>
                    <a:pt x="160351" y="536734"/>
                    <a:pt x="159779" y="537210"/>
                  </a:cubicBezTo>
                  <a:cubicBezTo>
                    <a:pt x="159017" y="537782"/>
                    <a:pt x="158732" y="539687"/>
                    <a:pt x="158541" y="540639"/>
                  </a:cubicBezTo>
                  <a:cubicBezTo>
                    <a:pt x="158160" y="541687"/>
                    <a:pt x="158255" y="544163"/>
                    <a:pt x="157493" y="545021"/>
                  </a:cubicBezTo>
                  <a:cubicBezTo>
                    <a:pt x="156922" y="545687"/>
                    <a:pt x="155017" y="545973"/>
                    <a:pt x="154255" y="546259"/>
                  </a:cubicBezTo>
                  <a:cubicBezTo>
                    <a:pt x="153398" y="546545"/>
                    <a:pt x="151492" y="546830"/>
                    <a:pt x="151016" y="547497"/>
                  </a:cubicBezTo>
                  <a:cubicBezTo>
                    <a:pt x="150349" y="548354"/>
                    <a:pt x="151016" y="550831"/>
                    <a:pt x="150445" y="551783"/>
                  </a:cubicBezTo>
                  <a:cubicBezTo>
                    <a:pt x="150254" y="552164"/>
                    <a:pt x="149397" y="552831"/>
                    <a:pt x="148921" y="553022"/>
                  </a:cubicBezTo>
                  <a:cubicBezTo>
                    <a:pt x="148159" y="553307"/>
                    <a:pt x="146349" y="552831"/>
                    <a:pt x="145587" y="553212"/>
                  </a:cubicBezTo>
                  <a:cubicBezTo>
                    <a:pt x="144825" y="553593"/>
                    <a:pt x="144063" y="555403"/>
                    <a:pt x="143491" y="556070"/>
                  </a:cubicBezTo>
                  <a:cubicBezTo>
                    <a:pt x="143111" y="556451"/>
                    <a:pt x="142349" y="557117"/>
                    <a:pt x="141872" y="557308"/>
                  </a:cubicBezTo>
                  <a:cubicBezTo>
                    <a:pt x="140444" y="558070"/>
                    <a:pt x="137300" y="559784"/>
                    <a:pt x="135681" y="559499"/>
                  </a:cubicBezTo>
                  <a:cubicBezTo>
                    <a:pt x="134824" y="559403"/>
                    <a:pt x="133871" y="557498"/>
                    <a:pt x="133014" y="557403"/>
                  </a:cubicBezTo>
                  <a:cubicBezTo>
                    <a:pt x="132252" y="557308"/>
                    <a:pt x="130728" y="558165"/>
                    <a:pt x="130252" y="558737"/>
                  </a:cubicBezTo>
                  <a:cubicBezTo>
                    <a:pt x="129775" y="559403"/>
                    <a:pt x="130157" y="561213"/>
                    <a:pt x="129775" y="561880"/>
                  </a:cubicBezTo>
                  <a:cubicBezTo>
                    <a:pt x="129490" y="562547"/>
                    <a:pt x="128537" y="563594"/>
                    <a:pt x="128061" y="564071"/>
                  </a:cubicBezTo>
                  <a:cubicBezTo>
                    <a:pt x="127394" y="564928"/>
                    <a:pt x="126061" y="566642"/>
                    <a:pt x="125108" y="567119"/>
                  </a:cubicBezTo>
                  <a:cubicBezTo>
                    <a:pt x="124346" y="567499"/>
                    <a:pt x="122537" y="567119"/>
                    <a:pt x="121679" y="567404"/>
                  </a:cubicBezTo>
                  <a:cubicBezTo>
                    <a:pt x="121203" y="567595"/>
                    <a:pt x="120441" y="568643"/>
                    <a:pt x="119870" y="568547"/>
                  </a:cubicBezTo>
                  <a:cubicBezTo>
                    <a:pt x="119107" y="568452"/>
                    <a:pt x="118060" y="567309"/>
                    <a:pt x="117679" y="566642"/>
                  </a:cubicBezTo>
                  <a:cubicBezTo>
                    <a:pt x="117203" y="565785"/>
                    <a:pt x="117298" y="563785"/>
                    <a:pt x="116917" y="562928"/>
                  </a:cubicBezTo>
                  <a:cubicBezTo>
                    <a:pt x="116441" y="561975"/>
                    <a:pt x="115012" y="560356"/>
                    <a:pt x="114250" y="559689"/>
                  </a:cubicBezTo>
                  <a:cubicBezTo>
                    <a:pt x="113202" y="558737"/>
                    <a:pt x="110249" y="557784"/>
                    <a:pt x="109392" y="556736"/>
                  </a:cubicBezTo>
                  <a:cubicBezTo>
                    <a:pt x="108535" y="555689"/>
                    <a:pt x="108440" y="552450"/>
                    <a:pt x="107392" y="551498"/>
                  </a:cubicBezTo>
                  <a:cubicBezTo>
                    <a:pt x="106725" y="550926"/>
                    <a:pt x="104629" y="550926"/>
                    <a:pt x="103772" y="550545"/>
                  </a:cubicBezTo>
                  <a:cubicBezTo>
                    <a:pt x="103105" y="550259"/>
                    <a:pt x="101867" y="549307"/>
                    <a:pt x="101105" y="548926"/>
                  </a:cubicBezTo>
                  <a:cubicBezTo>
                    <a:pt x="100438" y="548640"/>
                    <a:pt x="98724" y="548545"/>
                    <a:pt x="98343" y="547973"/>
                  </a:cubicBezTo>
                  <a:cubicBezTo>
                    <a:pt x="97867" y="547211"/>
                    <a:pt x="98343" y="545306"/>
                    <a:pt x="98533" y="544449"/>
                  </a:cubicBezTo>
                  <a:cubicBezTo>
                    <a:pt x="98724" y="543687"/>
                    <a:pt x="99867" y="542354"/>
                    <a:pt x="99867" y="541592"/>
                  </a:cubicBezTo>
                  <a:cubicBezTo>
                    <a:pt x="99962" y="540830"/>
                    <a:pt x="98724" y="539306"/>
                    <a:pt x="98915" y="538544"/>
                  </a:cubicBezTo>
                  <a:cubicBezTo>
                    <a:pt x="99105" y="537782"/>
                    <a:pt x="100534" y="536734"/>
                    <a:pt x="101200" y="536448"/>
                  </a:cubicBezTo>
                  <a:cubicBezTo>
                    <a:pt x="102058" y="536067"/>
                    <a:pt x="104058" y="536924"/>
                    <a:pt x="104915" y="536448"/>
                  </a:cubicBezTo>
                  <a:cubicBezTo>
                    <a:pt x="105963" y="535876"/>
                    <a:pt x="107106" y="533495"/>
                    <a:pt x="107487" y="532448"/>
                  </a:cubicBezTo>
                  <a:cubicBezTo>
                    <a:pt x="107773" y="531686"/>
                    <a:pt x="107773" y="530066"/>
                    <a:pt x="107678" y="529304"/>
                  </a:cubicBezTo>
                  <a:cubicBezTo>
                    <a:pt x="107487" y="528257"/>
                    <a:pt x="106820" y="526256"/>
                    <a:pt x="106249" y="525399"/>
                  </a:cubicBezTo>
                  <a:cubicBezTo>
                    <a:pt x="105677" y="524447"/>
                    <a:pt x="103487" y="523303"/>
                    <a:pt x="103010" y="522351"/>
                  </a:cubicBezTo>
                  <a:cubicBezTo>
                    <a:pt x="102629" y="521589"/>
                    <a:pt x="102724" y="519779"/>
                    <a:pt x="102629" y="518922"/>
                  </a:cubicBezTo>
                  <a:cubicBezTo>
                    <a:pt x="102439" y="518065"/>
                    <a:pt x="101582" y="516255"/>
                    <a:pt x="101867" y="515398"/>
                  </a:cubicBezTo>
                  <a:cubicBezTo>
                    <a:pt x="102248" y="514541"/>
                    <a:pt x="104249" y="513969"/>
                    <a:pt x="105011" y="513398"/>
                  </a:cubicBezTo>
                  <a:cubicBezTo>
                    <a:pt x="105963" y="512731"/>
                    <a:pt x="108154" y="511397"/>
                    <a:pt x="108725" y="510254"/>
                  </a:cubicBezTo>
                  <a:cubicBezTo>
                    <a:pt x="109201" y="509397"/>
                    <a:pt x="108535" y="507111"/>
                    <a:pt x="109297" y="506444"/>
                  </a:cubicBezTo>
                  <a:cubicBezTo>
                    <a:pt x="110154" y="505587"/>
                    <a:pt x="112916" y="505587"/>
                    <a:pt x="114059" y="505682"/>
                  </a:cubicBezTo>
                  <a:cubicBezTo>
                    <a:pt x="114821" y="505682"/>
                    <a:pt x="116059" y="506444"/>
                    <a:pt x="116821" y="506540"/>
                  </a:cubicBezTo>
                  <a:cubicBezTo>
                    <a:pt x="117393" y="506635"/>
                    <a:pt x="118536" y="506730"/>
                    <a:pt x="119012" y="506635"/>
                  </a:cubicBezTo>
                  <a:cubicBezTo>
                    <a:pt x="120060" y="506540"/>
                    <a:pt x="122537" y="506349"/>
                    <a:pt x="123299" y="505587"/>
                  </a:cubicBezTo>
                  <a:cubicBezTo>
                    <a:pt x="123965" y="504920"/>
                    <a:pt x="124346" y="502730"/>
                    <a:pt x="124156" y="501777"/>
                  </a:cubicBezTo>
                  <a:cubicBezTo>
                    <a:pt x="123965" y="500824"/>
                    <a:pt x="122537" y="499301"/>
                    <a:pt x="122060" y="498348"/>
                  </a:cubicBezTo>
                  <a:cubicBezTo>
                    <a:pt x="121584" y="497396"/>
                    <a:pt x="120441" y="495586"/>
                    <a:pt x="120441" y="494538"/>
                  </a:cubicBezTo>
                  <a:cubicBezTo>
                    <a:pt x="120441" y="493776"/>
                    <a:pt x="121394" y="492633"/>
                    <a:pt x="121584" y="491871"/>
                  </a:cubicBezTo>
                  <a:cubicBezTo>
                    <a:pt x="121870" y="490728"/>
                    <a:pt x="122251" y="488347"/>
                    <a:pt x="121870" y="487204"/>
                  </a:cubicBezTo>
                  <a:cubicBezTo>
                    <a:pt x="121584" y="486442"/>
                    <a:pt x="120441" y="485299"/>
                    <a:pt x="119870" y="484918"/>
                  </a:cubicBezTo>
                  <a:cubicBezTo>
                    <a:pt x="119203" y="484442"/>
                    <a:pt x="117298" y="484156"/>
                    <a:pt x="116821" y="483489"/>
                  </a:cubicBezTo>
                  <a:cubicBezTo>
                    <a:pt x="116059" y="482536"/>
                    <a:pt x="115774" y="479965"/>
                    <a:pt x="115964" y="478822"/>
                  </a:cubicBezTo>
                  <a:cubicBezTo>
                    <a:pt x="116155" y="477488"/>
                    <a:pt x="117965" y="475202"/>
                    <a:pt x="118631" y="474059"/>
                  </a:cubicBezTo>
                  <a:cubicBezTo>
                    <a:pt x="119107" y="473297"/>
                    <a:pt x="120250" y="471869"/>
                    <a:pt x="120536" y="471011"/>
                  </a:cubicBezTo>
                  <a:cubicBezTo>
                    <a:pt x="120822" y="470059"/>
                    <a:pt x="121394" y="467773"/>
                    <a:pt x="120822" y="466916"/>
                  </a:cubicBezTo>
                  <a:cubicBezTo>
                    <a:pt x="120441" y="466249"/>
                    <a:pt x="118631" y="465773"/>
                    <a:pt x="117869" y="465582"/>
                  </a:cubicBezTo>
                  <a:cubicBezTo>
                    <a:pt x="117012" y="465296"/>
                    <a:pt x="115012" y="465392"/>
                    <a:pt x="114440" y="464725"/>
                  </a:cubicBezTo>
                  <a:cubicBezTo>
                    <a:pt x="113774" y="463868"/>
                    <a:pt x="113964" y="461486"/>
                    <a:pt x="114250" y="460438"/>
                  </a:cubicBezTo>
                  <a:cubicBezTo>
                    <a:pt x="114440" y="459772"/>
                    <a:pt x="115202" y="458343"/>
                    <a:pt x="115869" y="457962"/>
                  </a:cubicBezTo>
                  <a:cubicBezTo>
                    <a:pt x="116536" y="457581"/>
                    <a:pt x="118155" y="457676"/>
                    <a:pt x="118917" y="457772"/>
                  </a:cubicBezTo>
                  <a:cubicBezTo>
                    <a:pt x="119679" y="457867"/>
                    <a:pt x="121203" y="458724"/>
                    <a:pt x="121965" y="458534"/>
                  </a:cubicBezTo>
                  <a:cubicBezTo>
                    <a:pt x="123108" y="458248"/>
                    <a:pt x="124823" y="456438"/>
                    <a:pt x="125299" y="455390"/>
                  </a:cubicBezTo>
                  <a:cubicBezTo>
                    <a:pt x="125870" y="453961"/>
                    <a:pt x="125775" y="450628"/>
                    <a:pt x="125299" y="449104"/>
                  </a:cubicBezTo>
                  <a:cubicBezTo>
                    <a:pt x="125013" y="448151"/>
                    <a:pt x="123299" y="446818"/>
                    <a:pt x="123203" y="445770"/>
                  </a:cubicBezTo>
                  <a:cubicBezTo>
                    <a:pt x="123108" y="444818"/>
                    <a:pt x="123965" y="442817"/>
                    <a:pt x="124727" y="442246"/>
                  </a:cubicBezTo>
                  <a:cubicBezTo>
                    <a:pt x="125394" y="441770"/>
                    <a:pt x="127585" y="442436"/>
                    <a:pt x="128251" y="441865"/>
                  </a:cubicBezTo>
                  <a:cubicBezTo>
                    <a:pt x="129109" y="441008"/>
                    <a:pt x="128442" y="438055"/>
                    <a:pt x="129013" y="437007"/>
                  </a:cubicBezTo>
                  <a:cubicBezTo>
                    <a:pt x="129395" y="436245"/>
                    <a:pt x="130728" y="435388"/>
                    <a:pt x="131109" y="434626"/>
                  </a:cubicBezTo>
                  <a:cubicBezTo>
                    <a:pt x="131680" y="433673"/>
                    <a:pt x="132252" y="431387"/>
                    <a:pt x="132157" y="430244"/>
                  </a:cubicBezTo>
                  <a:cubicBezTo>
                    <a:pt x="132062" y="429101"/>
                    <a:pt x="130157" y="427006"/>
                    <a:pt x="130537" y="425863"/>
                  </a:cubicBezTo>
                  <a:cubicBezTo>
                    <a:pt x="130919" y="424815"/>
                    <a:pt x="133490" y="424148"/>
                    <a:pt x="134348" y="423386"/>
                  </a:cubicBezTo>
                  <a:cubicBezTo>
                    <a:pt x="135395" y="422434"/>
                    <a:pt x="137586" y="420338"/>
                    <a:pt x="138062" y="419005"/>
                  </a:cubicBezTo>
                  <a:cubicBezTo>
                    <a:pt x="138443" y="418052"/>
                    <a:pt x="138538" y="415861"/>
                    <a:pt x="138158" y="414909"/>
                  </a:cubicBezTo>
                  <a:cubicBezTo>
                    <a:pt x="137872" y="414147"/>
                    <a:pt x="136157" y="413385"/>
                    <a:pt x="135967" y="412718"/>
                  </a:cubicBezTo>
                  <a:cubicBezTo>
                    <a:pt x="135681" y="411861"/>
                    <a:pt x="135681" y="409575"/>
                    <a:pt x="136348" y="409004"/>
                  </a:cubicBezTo>
                  <a:cubicBezTo>
                    <a:pt x="137015" y="408432"/>
                    <a:pt x="139015" y="409575"/>
                    <a:pt x="139872" y="409194"/>
                  </a:cubicBezTo>
                  <a:cubicBezTo>
                    <a:pt x="140539" y="408908"/>
                    <a:pt x="141110" y="407480"/>
                    <a:pt x="141396" y="406813"/>
                  </a:cubicBezTo>
                  <a:cubicBezTo>
                    <a:pt x="141967" y="405479"/>
                    <a:pt x="142253" y="402527"/>
                    <a:pt x="142920" y="401288"/>
                  </a:cubicBezTo>
                  <a:cubicBezTo>
                    <a:pt x="143301" y="400622"/>
                    <a:pt x="144634" y="399669"/>
                    <a:pt x="144920" y="398907"/>
                  </a:cubicBezTo>
                  <a:cubicBezTo>
                    <a:pt x="145396" y="397955"/>
                    <a:pt x="145111" y="395573"/>
                    <a:pt x="145587" y="394526"/>
                  </a:cubicBezTo>
                  <a:cubicBezTo>
                    <a:pt x="145968" y="393668"/>
                    <a:pt x="147683" y="392525"/>
                    <a:pt x="148063" y="391668"/>
                  </a:cubicBezTo>
                  <a:cubicBezTo>
                    <a:pt x="148635" y="390525"/>
                    <a:pt x="149111" y="387858"/>
                    <a:pt x="148825" y="386715"/>
                  </a:cubicBezTo>
                  <a:cubicBezTo>
                    <a:pt x="148540" y="385477"/>
                    <a:pt x="146730" y="383381"/>
                    <a:pt x="145682" y="382715"/>
                  </a:cubicBezTo>
                  <a:cubicBezTo>
                    <a:pt x="144920" y="382238"/>
                    <a:pt x="143111" y="381953"/>
                    <a:pt x="142253" y="381953"/>
                  </a:cubicBezTo>
                  <a:cubicBezTo>
                    <a:pt x="141015" y="382048"/>
                    <a:pt x="138729" y="383096"/>
                    <a:pt x="137681" y="383667"/>
                  </a:cubicBezTo>
                  <a:cubicBezTo>
                    <a:pt x="136633" y="384238"/>
                    <a:pt x="135014" y="386144"/>
                    <a:pt x="133871" y="386525"/>
                  </a:cubicBezTo>
                  <a:cubicBezTo>
                    <a:pt x="133204" y="386715"/>
                    <a:pt x="131680" y="386810"/>
                    <a:pt x="131014" y="386620"/>
                  </a:cubicBezTo>
                  <a:cubicBezTo>
                    <a:pt x="130157" y="386334"/>
                    <a:pt x="128823" y="384905"/>
                    <a:pt x="128061" y="384524"/>
                  </a:cubicBezTo>
                  <a:cubicBezTo>
                    <a:pt x="127299" y="384143"/>
                    <a:pt x="125680" y="383381"/>
                    <a:pt x="124727" y="383477"/>
                  </a:cubicBezTo>
                  <a:cubicBezTo>
                    <a:pt x="123679" y="383572"/>
                    <a:pt x="122060" y="385477"/>
                    <a:pt x="121012" y="385477"/>
                  </a:cubicBezTo>
                  <a:cubicBezTo>
                    <a:pt x="120346" y="385477"/>
                    <a:pt x="119012" y="384905"/>
                    <a:pt x="118441" y="384429"/>
                  </a:cubicBezTo>
                  <a:cubicBezTo>
                    <a:pt x="117869" y="383858"/>
                    <a:pt x="117488" y="382143"/>
                    <a:pt x="117012" y="381476"/>
                  </a:cubicBezTo>
                  <a:cubicBezTo>
                    <a:pt x="116631" y="380714"/>
                    <a:pt x="115012" y="379667"/>
                    <a:pt x="115012" y="378809"/>
                  </a:cubicBezTo>
                  <a:cubicBezTo>
                    <a:pt x="115012" y="378047"/>
                    <a:pt x="116536" y="377000"/>
                    <a:pt x="116821" y="376237"/>
                  </a:cubicBezTo>
                  <a:cubicBezTo>
                    <a:pt x="117298" y="375190"/>
                    <a:pt x="117965" y="372713"/>
                    <a:pt x="117774" y="371570"/>
                  </a:cubicBezTo>
                  <a:cubicBezTo>
                    <a:pt x="117679" y="370618"/>
                    <a:pt x="116631" y="368808"/>
                    <a:pt x="115869" y="368236"/>
                  </a:cubicBezTo>
                  <a:cubicBezTo>
                    <a:pt x="114916" y="367570"/>
                    <a:pt x="112249" y="367379"/>
                    <a:pt x="111107" y="367760"/>
                  </a:cubicBezTo>
                  <a:cubicBezTo>
                    <a:pt x="109963" y="368046"/>
                    <a:pt x="108344" y="369856"/>
                    <a:pt x="107487" y="370618"/>
                  </a:cubicBezTo>
                  <a:cubicBezTo>
                    <a:pt x="106916" y="371189"/>
                    <a:pt x="106249" y="372713"/>
                    <a:pt x="105582" y="372904"/>
                  </a:cubicBezTo>
                  <a:cubicBezTo>
                    <a:pt x="104820" y="373094"/>
                    <a:pt x="103391" y="372237"/>
                    <a:pt x="102724" y="371856"/>
                  </a:cubicBezTo>
                  <a:cubicBezTo>
                    <a:pt x="101962" y="371380"/>
                    <a:pt x="100438" y="370046"/>
                    <a:pt x="100343" y="369189"/>
                  </a:cubicBezTo>
                  <a:cubicBezTo>
                    <a:pt x="100343" y="368332"/>
                    <a:pt x="102058" y="367284"/>
                    <a:pt x="102534" y="366522"/>
                  </a:cubicBezTo>
                  <a:cubicBezTo>
                    <a:pt x="103105" y="365570"/>
                    <a:pt x="104534" y="363569"/>
                    <a:pt x="104439" y="362522"/>
                  </a:cubicBezTo>
                  <a:cubicBezTo>
                    <a:pt x="104344" y="361474"/>
                    <a:pt x="102534" y="359759"/>
                    <a:pt x="101677" y="359093"/>
                  </a:cubicBezTo>
                  <a:cubicBezTo>
                    <a:pt x="101010" y="358616"/>
                    <a:pt x="99295" y="358235"/>
                    <a:pt x="98724" y="357759"/>
                  </a:cubicBezTo>
                  <a:cubicBezTo>
                    <a:pt x="97962" y="357092"/>
                    <a:pt x="97009" y="355187"/>
                    <a:pt x="96248" y="354425"/>
                  </a:cubicBezTo>
                  <a:cubicBezTo>
                    <a:pt x="95771" y="353949"/>
                    <a:pt x="94533" y="353282"/>
                    <a:pt x="93866" y="352997"/>
                  </a:cubicBezTo>
                  <a:cubicBezTo>
                    <a:pt x="93009" y="352616"/>
                    <a:pt x="91199" y="352330"/>
                    <a:pt x="90437" y="351854"/>
                  </a:cubicBezTo>
                  <a:cubicBezTo>
                    <a:pt x="89770" y="351377"/>
                    <a:pt x="88723" y="349949"/>
                    <a:pt x="88437" y="349186"/>
                  </a:cubicBezTo>
                  <a:cubicBezTo>
                    <a:pt x="88056" y="348044"/>
                    <a:pt x="88056" y="345472"/>
                    <a:pt x="88342" y="344329"/>
                  </a:cubicBezTo>
                  <a:cubicBezTo>
                    <a:pt x="88628" y="343091"/>
                    <a:pt x="90342" y="340805"/>
                    <a:pt x="90532" y="339566"/>
                  </a:cubicBezTo>
                  <a:cubicBezTo>
                    <a:pt x="90723" y="338519"/>
                    <a:pt x="90913" y="336137"/>
                    <a:pt x="90437" y="335090"/>
                  </a:cubicBezTo>
                  <a:cubicBezTo>
                    <a:pt x="89866" y="334042"/>
                    <a:pt x="87389" y="333375"/>
                    <a:pt x="86723" y="332423"/>
                  </a:cubicBezTo>
                  <a:cubicBezTo>
                    <a:pt x="85865" y="331375"/>
                    <a:pt x="85770" y="328232"/>
                    <a:pt x="84817" y="327374"/>
                  </a:cubicBezTo>
                  <a:cubicBezTo>
                    <a:pt x="83960" y="326517"/>
                    <a:pt x="81103" y="326898"/>
                    <a:pt x="80245" y="326136"/>
                  </a:cubicBezTo>
                  <a:cubicBezTo>
                    <a:pt x="79388" y="325374"/>
                    <a:pt x="78531" y="322993"/>
                    <a:pt x="78341" y="321850"/>
                  </a:cubicBezTo>
                  <a:cubicBezTo>
                    <a:pt x="78150" y="320611"/>
                    <a:pt x="79198" y="318135"/>
                    <a:pt x="79007" y="316992"/>
                  </a:cubicBezTo>
                  <a:cubicBezTo>
                    <a:pt x="78817" y="316040"/>
                    <a:pt x="78055" y="314230"/>
                    <a:pt x="77388" y="313468"/>
                  </a:cubicBezTo>
                  <a:cubicBezTo>
                    <a:pt x="76626" y="312515"/>
                    <a:pt x="74149" y="311563"/>
                    <a:pt x="73483" y="310610"/>
                  </a:cubicBezTo>
                  <a:cubicBezTo>
                    <a:pt x="72625" y="309372"/>
                    <a:pt x="72625" y="306038"/>
                    <a:pt x="71863" y="304800"/>
                  </a:cubicBezTo>
                  <a:cubicBezTo>
                    <a:pt x="71387" y="303943"/>
                    <a:pt x="69578" y="302990"/>
                    <a:pt x="69101" y="302133"/>
                  </a:cubicBezTo>
                  <a:cubicBezTo>
                    <a:pt x="68149" y="300609"/>
                    <a:pt x="68339" y="296513"/>
                    <a:pt x="67006" y="295370"/>
                  </a:cubicBezTo>
                  <a:cubicBezTo>
                    <a:pt x="66244" y="294608"/>
                    <a:pt x="63482" y="295275"/>
                    <a:pt x="62720" y="294513"/>
                  </a:cubicBezTo>
                  <a:cubicBezTo>
                    <a:pt x="61957" y="293751"/>
                    <a:pt x="62624" y="291275"/>
                    <a:pt x="61957" y="290417"/>
                  </a:cubicBezTo>
                  <a:cubicBezTo>
                    <a:pt x="61481" y="289751"/>
                    <a:pt x="59576" y="289560"/>
                    <a:pt x="59100" y="288893"/>
                  </a:cubicBezTo>
                  <a:cubicBezTo>
                    <a:pt x="58624" y="288322"/>
                    <a:pt x="58528" y="286798"/>
                    <a:pt x="58433" y="286131"/>
                  </a:cubicBezTo>
                  <a:cubicBezTo>
                    <a:pt x="58338" y="285369"/>
                    <a:pt x="58528" y="283845"/>
                    <a:pt x="58433" y="283178"/>
                  </a:cubicBezTo>
                  <a:cubicBezTo>
                    <a:pt x="58243" y="281940"/>
                    <a:pt x="57862" y="279273"/>
                    <a:pt x="57195" y="278225"/>
                  </a:cubicBezTo>
                  <a:cubicBezTo>
                    <a:pt x="56814" y="277559"/>
                    <a:pt x="55480" y="276606"/>
                    <a:pt x="54718" y="276320"/>
                  </a:cubicBezTo>
                  <a:cubicBezTo>
                    <a:pt x="53195" y="275749"/>
                    <a:pt x="49766" y="276320"/>
                    <a:pt x="48337" y="275654"/>
                  </a:cubicBezTo>
                  <a:cubicBezTo>
                    <a:pt x="46813" y="274987"/>
                    <a:pt x="44908" y="272129"/>
                    <a:pt x="43574" y="271177"/>
                  </a:cubicBezTo>
                  <a:cubicBezTo>
                    <a:pt x="42431" y="270415"/>
                    <a:pt x="39669" y="269843"/>
                    <a:pt x="38716" y="268986"/>
                  </a:cubicBezTo>
                  <a:cubicBezTo>
                    <a:pt x="37859" y="268129"/>
                    <a:pt x="37002" y="265843"/>
                    <a:pt x="36621" y="264700"/>
                  </a:cubicBezTo>
                  <a:cubicBezTo>
                    <a:pt x="36049" y="263081"/>
                    <a:pt x="35954" y="259461"/>
                    <a:pt x="35097" y="257937"/>
                  </a:cubicBezTo>
                  <a:cubicBezTo>
                    <a:pt x="34430" y="256794"/>
                    <a:pt x="32525" y="254794"/>
                    <a:pt x="31382" y="254127"/>
                  </a:cubicBezTo>
                  <a:cubicBezTo>
                    <a:pt x="30620" y="253651"/>
                    <a:pt x="28620" y="253746"/>
                    <a:pt x="27858" y="253175"/>
                  </a:cubicBezTo>
                  <a:cubicBezTo>
                    <a:pt x="27001" y="252508"/>
                    <a:pt x="26620" y="250317"/>
                    <a:pt x="25858" y="249650"/>
                  </a:cubicBezTo>
                  <a:cubicBezTo>
                    <a:pt x="25096" y="248984"/>
                    <a:pt x="23095" y="248603"/>
                    <a:pt x="22238" y="248031"/>
                  </a:cubicBezTo>
                  <a:cubicBezTo>
                    <a:pt x="21095" y="247269"/>
                    <a:pt x="18333" y="245840"/>
                    <a:pt x="18143" y="244507"/>
                  </a:cubicBezTo>
                  <a:cubicBezTo>
                    <a:pt x="17952" y="243459"/>
                    <a:pt x="19285" y="241363"/>
                    <a:pt x="20238" y="240887"/>
                  </a:cubicBezTo>
                  <a:cubicBezTo>
                    <a:pt x="21000" y="240506"/>
                    <a:pt x="22810" y="241268"/>
                    <a:pt x="23667" y="241268"/>
                  </a:cubicBezTo>
                  <a:cubicBezTo>
                    <a:pt x="24620" y="241363"/>
                    <a:pt x="26810" y="241935"/>
                    <a:pt x="27477" y="241268"/>
                  </a:cubicBezTo>
                  <a:cubicBezTo>
                    <a:pt x="28144" y="240697"/>
                    <a:pt x="28334" y="238506"/>
                    <a:pt x="27858" y="237649"/>
                  </a:cubicBezTo>
                  <a:cubicBezTo>
                    <a:pt x="27477" y="236791"/>
                    <a:pt x="25191" y="236601"/>
                    <a:pt x="24620" y="235839"/>
                  </a:cubicBezTo>
                  <a:cubicBezTo>
                    <a:pt x="23953" y="234982"/>
                    <a:pt x="24239" y="232601"/>
                    <a:pt x="23762" y="231553"/>
                  </a:cubicBezTo>
                  <a:cubicBezTo>
                    <a:pt x="23286" y="230696"/>
                    <a:pt x="21762" y="229457"/>
                    <a:pt x="21191" y="228695"/>
                  </a:cubicBezTo>
                  <a:cubicBezTo>
                    <a:pt x="20714" y="228124"/>
                    <a:pt x="19571" y="226790"/>
                    <a:pt x="19571" y="226028"/>
                  </a:cubicBezTo>
                  <a:cubicBezTo>
                    <a:pt x="19571" y="224885"/>
                    <a:pt x="21095" y="222790"/>
                    <a:pt x="22143" y="222313"/>
                  </a:cubicBezTo>
                  <a:cubicBezTo>
                    <a:pt x="23095" y="221837"/>
                    <a:pt x="25381" y="223076"/>
                    <a:pt x="26239" y="222599"/>
                  </a:cubicBezTo>
                  <a:cubicBezTo>
                    <a:pt x="27096" y="222218"/>
                    <a:pt x="28334" y="220504"/>
                    <a:pt x="28429" y="219551"/>
                  </a:cubicBezTo>
                  <a:cubicBezTo>
                    <a:pt x="28620" y="218313"/>
                    <a:pt x="27477" y="215741"/>
                    <a:pt x="26715" y="214693"/>
                  </a:cubicBezTo>
                  <a:cubicBezTo>
                    <a:pt x="26239" y="213836"/>
                    <a:pt x="24239" y="212884"/>
                    <a:pt x="23857" y="211931"/>
                  </a:cubicBezTo>
                  <a:cubicBezTo>
                    <a:pt x="23476" y="211074"/>
                    <a:pt x="23572" y="209074"/>
                    <a:pt x="23953" y="208216"/>
                  </a:cubicBezTo>
                  <a:cubicBezTo>
                    <a:pt x="24239" y="207645"/>
                    <a:pt x="25572" y="206978"/>
                    <a:pt x="25858" y="206407"/>
                  </a:cubicBezTo>
                  <a:cubicBezTo>
                    <a:pt x="26239" y="205454"/>
                    <a:pt x="26239" y="203168"/>
                    <a:pt x="25858" y="202121"/>
                  </a:cubicBezTo>
                  <a:cubicBezTo>
                    <a:pt x="25572" y="201359"/>
                    <a:pt x="24239" y="200406"/>
                    <a:pt x="23667" y="199930"/>
                  </a:cubicBezTo>
                  <a:cubicBezTo>
                    <a:pt x="23095" y="199549"/>
                    <a:pt x="21476" y="199168"/>
                    <a:pt x="21095" y="198501"/>
                  </a:cubicBezTo>
                  <a:cubicBezTo>
                    <a:pt x="20619" y="197644"/>
                    <a:pt x="22048" y="195548"/>
                    <a:pt x="21667" y="194691"/>
                  </a:cubicBezTo>
                  <a:cubicBezTo>
                    <a:pt x="21476" y="194215"/>
                    <a:pt x="20524" y="193834"/>
                    <a:pt x="20047" y="193643"/>
                  </a:cubicBezTo>
                  <a:cubicBezTo>
                    <a:pt x="19285" y="193262"/>
                    <a:pt x="17476" y="193167"/>
                    <a:pt x="16809" y="192596"/>
                  </a:cubicBezTo>
                  <a:cubicBezTo>
                    <a:pt x="15952" y="191738"/>
                    <a:pt x="15190" y="189071"/>
                    <a:pt x="15190" y="187833"/>
                  </a:cubicBezTo>
                  <a:cubicBezTo>
                    <a:pt x="15190" y="186785"/>
                    <a:pt x="16523" y="184880"/>
                    <a:pt x="16618" y="183833"/>
                  </a:cubicBezTo>
                  <a:cubicBezTo>
                    <a:pt x="16714" y="182785"/>
                    <a:pt x="16523" y="180594"/>
                    <a:pt x="15856" y="179832"/>
                  </a:cubicBezTo>
                  <a:cubicBezTo>
                    <a:pt x="15285" y="179165"/>
                    <a:pt x="13189" y="178975"/>
                    <a:pt x="12427" y="178499"/>
                  </a:cubicBezTo>
                  <a:cubicBezTo>
                    <a:pt x="11761" y="178022"/>
                    <a:pt x="10713" y="176879"/>
                    <a:pt x="10427" y="176212"/>
                  </a:cubicBezTo>
                  <a:cubicBezTo>
                    <a:pt x="10141" y="175451"/>
                    <a:pt x="10427" y="173641"/>
                    <a:pt x="10237" y="172784"/>
                  </a:cubicBezTo>
                  <a:cubicBezTo>
                    <a:pt x="9760" y="171260"/>
                    <a:pt x="8141" y="168497"/>
                    <a:pt x="7189" y="167259"/>
                  </a:cubicBezTo>
                  <a:cubicBezTo>
                    <a:pt x="6331" y="166211"/>
                    <a:pt x="3950" y="164973"/>
                    <a:pt x="3283" y="163830"/>
                  </a:cubicBezTo>
                  <a:cubicBezTo>
                    <a:pt x="2617" y="162687"/>
                    <a:pt x="2522" y="159734"/>
                    <a:pt x="2045" y="158496"/>
                  </a:cubicBezTo>
                  <a:cubicBezTo>
                    <a:pt x="1664" y="157639"/>
                    <a:pt x="235" y="156305"/>
                    <a:pt x="45" y="155448"/>
                  </a:cubicBezTo>
                  <a:cubicBezTo>
                    <a:pt x="-146" y="154591"/>
                    <a:pt x="331" y="151733"/>
                    <a:pt x="331" y="151733"/>
                  </a:cubicBezTo>
                  <a:lnTo>
                    <a:pt x="26048" y="0"/>
                  </a:lnTo>
                  <a:lnTo>
                    <a:pt x="132633" y="18288"/>
                  </a:lnTo>
                  <a:lnTo>
                    <a:pt x="226835" y="33623"/>
                  </a:lnTo>
                  <a:lnTo>
                    <a:pt x="419812" y="60198"/>
                  </a:lnTo>
                  <a:lnTo>
                    <a:pt x="568116" y="79724"/>
                  </a:lnTo>
                  <a:lnTo>
                    <a:pt x="697180" y="91345"/>
                  </a:lnTo>
                  <a:lnTo>
                    <a:pt x="824815" y="104394"/>
                  </a:lnTo>
                  <a:lnTo>
                    <a:pt x="1044461" y="121349"/>
                  </a:lnTo>
                  <a:lnTo>
                    <a:pt x="1256392" y="131826"/>
                  </a:lnTo>
                  <a:lnTo>
                    <a:pt x="1256488" y="131826"/>
                  </a:lnTo>
                  <a:lnTo>
                    <a:pt x="1237533" y="601790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64" name="Freeform: Shape 72">
              <a:extLst>
                <a:ext uri="{FF2B5EF4-FFF2-40B4-BE49-F238E27FC236}">
                  <a16:creationId xmlns:a16="http://schemas.microsoft.com/office/drawing/2014/main" id="{4C49F120-FCE2-81AE-EC54-77529115D86A}"/>
                </a:ext>
              </a:extLst>
            </p:cNvPr>
            <p:cNvSpPr/>
            <p:nvPr/>
          </p:nvSpPr>
          <p:spPr>
            <a:xfrm>
              <a:off x="4448175" y="2348770"/>
              <a:ext cx="828675" cy="676275"/>
            </a:xfrm>
            <a:custGeom>
              <a:avLst/>
              <a:gdLst>
                <a:gd name="connsiteX0" fmla="*/ 18097 w 828675"/>
                <a:gd name="connsiteY0" fmla="*/ 462534 h 676275"/>
                <a:gd name="connsiteX1" fmla="*/ 62198 w 828675"/>
                <a:gd name="connsiteY1" fmla="*/ 81058 h 676275"/>
                <a:gd name="connsiteX2" fmla="*/ 71533 w 828675"/>
                <a:gd name="connsiteY2" fmla="*/ 0 h 676275"/>
                <a:gd name="connsiteX3" fmla="*/ 100679 w 828675"/>
                <a:gd name="connsiteY3" fmla="*/ 3143 h 676275"/>
                <a:gd name="connsiteX4" fmla="*/ 112871 w 828675"/>
                <a:gd name="connsiteY4" fmla="*/ 7144 h 676275"/>
                <a:gd name="connsiteX5" fmla="*/ 142018 w 828675"/>
                <a:gd name="connsiteY5" fmla="*/ 9620 h 676275"/>
                <a:gd name="connsiteX6" fmla="*/ 153353 w 828675"/>
                <a:gd name="connsiteY6" fmla="*/ 9811 h 676275"/>
                <a:gd name="connsiteX7" fmla="*/ 166497 w 828675"/>
                <a:gd name="connsiteY7" fmla="*/ 12383 h 676275"/>
                <a:gd name="connsiteX8" fmla="*/ 174974 w 828675"/>
                <a:gd name="connsiteY8" fmla="*/ 10478 h 676275"/>
                <a:gd name="connsiteX9" fmla="*/ 207836 w 828675"/>
                <a:gd name="connsiteY9" fmla="*/ 15335 h 676275"/>
                <a:gd name="connsiteX10" fmla="*/ 278701 w 828675"/>
                <a:gd name="connsiteY10" fmla="*/ 21908 h 676275"/>
                <a:gd name="connsiteX11" fmla="*/ 312515 w 828675"/>
                <a:gd name="connsiteY11" fmla="*/ 26003 h 676275"/>
                <a:gd name="connsiteX12" fmla="*/ 377000 w 828675"/>
                <a:gd name="connsiteY12" fmla="*/ 31623 h 676275"/>
                <a:gd name="connsiteX13" fmla="*/ 457867 w 828675"/>
                <a:gd name="connsiteY13" fmla="*/ 38195 h 676275"/>
                <a:gd name="connsiteX14" fmla="*/ 595217 w 828675"/>
                <a:gd name="connsiteY14" fmla="*/ 49244 h 676275"/>
                <a:gd name="connsiteX15" fmla="*/ 729329 w 828675"/>
                <a:gd name="connsiteY15" fmla="*/ 56674 h 676275"/>
                <a:gd name="connsiteX16" fmla="*/ 835628 w 828675"/>
                <a:gd name="connsiteY16" fmla="*/ 61627 h 676275"/>
                <a:gd name="connsiteX17" fmla="*/ 823817 w 828675"/>
                <a:gd name="connsiteY17" fmla="*/ 371570 h 676275"/>
                <a:gd name="connsiteX18" fmla="*/ 823817 w 828675"/>
                <a:gd name="connsiteY18" fmla="*/ 371570 h 676275"/>
                <a:gd name="connsiteX19" fmla="*/ 810006 w 828675"/>
                <a:gd name="connsiteY19" fmla="*/ 681228 h 676275"/>
                <a:gd name="connsiteX20" fmla="*/ 667417 w 828675"/>
                <a:gd name="connsiteY20" fmla="*/ 675894 h 676275"/>
                <a:gd name="connsiteX21" fmla="*/ 362045 w 828675"/>
                <a:gd name="connsiteY21" fmla="*/ 654082 h 676275"/>
                <a:gd name="connsiteX22" fmla="*/ 230886 w 828675"/>
                <a:gd name="connsiteY22" fmla="*/ 642176 h 676275"/>
                <a:gd name="connsiteX23" fmla="*/ 115062 w 828675"/>
                <a:gd name="connsiteY23" fmla="*/ 631698 h 676275"/>
                <a:gd name="connsiteX24" fmla="*/ 0 w 828675"/>
                <a:gd name="connsiteY24" fmla="*/ 618839 h 676275"/>
                <a:gd name="connsiteX25" fmla="*/ 18097 w 828675"/>
                <a:gd name="connsiteY25" fmla="*/ 462534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28675" h="676275">
                  <a:moveTo>
                    <a:pt x="18097" y="462534"/>
                  </a:moveTo>
                  <a:lnTo>
                    <a:pt x="62198" y="81058"/>
                  </a:lnTo>
                  <a:lnTo>
                    <a:pt x="71533" y="0"/>
                  </a:lnTo>
                  <a:lnTo>
                    <a:pt x="100679" y="3143"/>
                  </a:lnTo>
                  <a:cubicBezTo>
                    <a:pt x="100679" y="3143"/>
                    <a:pt x="109728" y="6572"/>
                    <a:pt x="112871" y="7144"/>
                  </a:cubicBezTo>
                  <a:cubicBezTo>
                    <a:pt x="120015" y="8573"/>
                    <a:pt x="134779" y="9239"/>
                    <a:pt x="142018" y="9620"/>
                  </a:cubicBezTo>
                  <a:cubicBezTo>
                    <a:pt x="144875" y="9811"/>
                    <a:pt x="150590" y="9525"/>
                    <a:pt x="153353" y="9811"/>
                  </a:cubicBezTo>
                  <a:cubicBezTo>
                    <a:pt x="156686" y="10192"/>
                    <a:pt x="163163" y="12383"/>
                    <a:pt x="166497" y="12383"/>
                  </a:cubicBezTo>
                  <a:cubicBezTo>
                    <a:pt x="168688" y="12383"/>
                    <a:pt x="174974" y="10478"/>
                    <a:pt x="174974" y="10478"/>
                  </a:cubicBezTo>
                  <a:lnTo>
                    <a:pt x="207836" y="15335"/>
                  </a:lnTo>
                  <a:lnTo>
                    <a:pt x="278701" y="21908"/>
                  </a:lnTo>
                  <a:lnTo>
                    <a:pt x="312515" y="26003"/>
                  </a:lnTo>
                  <a:lnTo>
                    <a:pt x="377000" y="31623"/>
                  </a:lnTo>
                  <a:lnTo>
                    <a:pt x="457867" y="38195"/>
                  </a:lnTo>
                  <a:lnTo>
                    <a:pt x="595217" y="49244"/>
                  </a:lnTo>
                  <a:lnTo>
                    <a:pt x="729329" y="56674"/>
                  </a:lnTo>
                  <a:lnTo>
                    <a:pt x="835628" y="61627"/>
                  </a:lnTo>
                  <a:lnTo>
                    <a:pt x="823817" y="371570"/>
                  </a:lnTo>
                  <a:lnTo>
                    <a:pt x="823817" y="371570"/>
                  </a:lnTo>
                  <a:lnTo>
                    <a:pt x="810006" y="681228"/>
                  </a:lnTo>
                  <a:lnTo>
                    <a:pt x="667417" y="675894"/>
                  </a:lnTo>
                  <a:lnTo>
                    <a:pt x="362045" y="654082"/>
                  </a:lnTo>
                  <a:lnTo>
                    <a:pt x="230886" y="642176"/>
                  </a:lnTo>
                  <a:lnTo>
                    <a:pt x="115062" y="631698"/>
                  </a:lnTo>
                  <a:lnTo>
                    <a:pt x="0" y="618839"/>
                  </a:lnTo>
                  <a:lnTo>
                    <a:pt x="18097" y="462534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65" name="Freeform: Shape 73">
              <a:extLst>
                <a:ext uri="{FF2B5EF4-FFF2-40B4-BE49-F238E27FC236}">
                  <a16:creationId xmlns:a16="http://schemas.microsoft.com/office/drawing/2014/main" id="{F1474608-7FFD-1139-4C98-CF178EB16EF3}"/>
                </a:ext>
              </a:extLst>
            </p:cNvPr>
            <p:cNvSpPr/>
            <p:nvPr/>
          </p:nvSpPr>
          <p:spPr>
            <a:xfrm>
              <a:off x="4010787" y="2767775"/>
              <a:ext cx="666750" cy="838200"/>
            </a:xfrm>
            <a:custGeom>
              <a:avLst/>
              <a:gdLst>
                <a:gd name="connsiteX0" fmla="*/ 668369 w 666750"/>
                <a:gd name="connsiteY0" fmla="*/ 223361 h 838200"/>
                <a:gd name="connsiteX1" fmla="*/ 650748 w 666750"/>
                <a:gd name="connsiteY1" fmla="*/ 412337 h 838200"/>
                <a:gd name="connsiteX2" fmla="*/ 638842 w 666750"/>
                <a:gd name="connsiteY2" fmla="*/ 527399 h 838200"/>
                <a:gd name="connsiteX3" fmla="*/ 631031 w 666750"/>
                <a:gd name="connsiteY3" fmla="*/ 611410 h 838200"/>
                <a:gd name="connsiteX4" fmla="*/ 626364 w 666750"/>
                <a:gd name="connsiteY4" fmla="*/ 644176 h 838200"/>
                <a:gd name="connsiteX5" fmla="*/ 626935 w 666750"/>
                <a:gd name="connsiteY5" fmla="*/ 665797 h 838200"/>
                <a:gd name="connsiteX6" fmla="*/ 624173 w 666750"/>
                <a:gd name="connsiteY6" fmla="*/ 700183 h 838200"/>
                <a:gd name="connsiteX7" fmla="*/ 610076 w 666750"/>
                <a:gd name="connsiteY7" fmla="*/ 845820 h 838200"/>
                <a:gd name="connsiteX8" fmla="*/ 585121 w 666750"/>
                <a:gd name="connsiteY8" fmla="*/ 843629 h 838200"/>
                <a:gd name="connsiteX9" fmla="*/ 427482 w 666750"/>
                <a:gd name="connsiteY9" fmla="*/ 825818 h 838200"/>
                <a:gd name="connsiteX10" fmla="*/ 272987 w 666750"/>
                <a:gd name="connsiteY10" fmla="*/ 807434 h 838200"/>
                <a:gd name="connsiteX11" fmla="*/ 134874 w 666750"/>
                <a:gd name="connsiteY11" fmla="*/ 789908 h 838200"/>
                <a:gd name="connsiteX12" fmla="*/ 0 w 666750"/>
                <a:gd name="connsiteY12" fmla="*/ 770668 h 838200"/>
                <a:gd name="connsiteX13" fmla="*/ 3619 w 666750"/>
                <a:gd name="connsiteY13" fmla="*/ 744950 h 838200"/>
                <a:gd name="connsiteX14" fmla="*/ 34861 w 666750"/>
                <a:gd name="connsiteY14" fmla="*/ 537972 h 838200"/>
                <a:gd name="connsiteX15" fmla="*/ 73438 w 666750"/>
                <a:gd name="connsiteY15" fmla="*/ 275939 h 838200"/>
                <a:gd name="connsiteX16" fmla="*/ 110776 w 666750"/>
                <a:gd name="connsiteY16" fmla="*/ 34195 h 838200"/>
                <a:gd name="connsiteX17" fmla="*/ 115824 w 666750"/>
                <a:gd name="connsiteY17" fmla="*/ 0 h 838200"/>
                <a:gd name="connsiteX18" fmla="*/ 234220 w 666750"/>
                <a:gd name="connsiteY18" fmla="*/ 17335 h 838200"/>
                <a:gd name="connsiteX19" fmla="*/ 407670 w 666750"/>
                <a:gd name="connsiteY19" fmla="*/ 38291 h 838200"/>
                <a:gd name="connsiteX20" fmla="*/ 455485 w 666750"/>
                <a:gd name="connsiteY20" fmla="*/ 43529 h 838200"/>
                <a:gd name="connsiteX21" fmla="*/ 437388 w 666750"/>
                <a:gd name="connsiteY21" fmla="*/ 199834 h 838200"/>
                <a:gd name="connsiteX22" fmla="*/ 552545 w 666750"/>
                <a:gd name="connsiteY22" fmla="*/ 2128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66750" h="838200">
                  <a:moveTo>
                    <a:pt x="668369" y="223361"/>
                  </a:moveTo>
                  <a:lnTo>
                    <a:pt x="650748" y="412337"/>
                  </a:lnTo>
                  <a:lnTo>
                    <a:pt x="638842" y="527399"/>
                  </a:lnTo>
                  <a:lnTo>
                    <a:pt x="631031" y="611410"/>
                  </a:lnTo>
                  <a:lnTo>
                    <a:pt x="626364" y="644176"/>
                  </a:lnTo>
                  <a:lnTo>
                    <a:pt x="626935" y="665797"/>
                  </a:lnTo>
                  <a:lnTo>
                    <a:pt x="624173" y="700183"/>
                  </a:lnTo>
                  <a:lnTo>
                    <a:pt x="610076" y="845820"/>
                  </a:lnTo>
                  <a:lnTo>
                    <a:pt x="585121" y="843629"/>
                  </a:lnTo>
                  <a:lnTo>
                    <a:pt x="427482" y="825818"/>
                  </a:lnTo>
                  <a:lnTo>
                    <a:pt x="272987" y="807434"/>
                  </a:lnTo>
                  <a:lnTo>
                    <a:pt x="134874" y="789908"/>
                  </a:lnTo>
                  <a:lnTo>
                    <a:pt x="0" y="770668"/>
                  </a:lnTo>
                  <a:lnTo>
                    <a:pt x="3619" y="744950"/>
                  </a:lnTo>
                  <a:lnTo>
                    <a:pt x="34861" y="537972"/>
                  </a:lnTo>
                  <a:lnTo>
                    <a:pt x="73438" y="275939"/>
                  </a:lnTo>
                  <a:lnTo>
                    <a:pt x="110776" y="34195"/>
                  </a:lnTo>
                  <a:lnTo>
                    <a:pt x="115824" y="0"/>
                  </a:lnTo>
                  <a:lnTo>
                    <a:pt x="234220" y="17335"/>
                  </a:lnTo>
                  <a:lnTo>
                    <a:pt x="407670" y="38291"/>
                  </a:lnTo>
                  <a:lnTo>
                    <a:pt x="455485" y="43529"/>
                  </a:lnTo>
                  <a:lnTo>
                    <a:pt x="437388" y="199834"/>
                  </a:lnTo>
                  <a:lnTo>
                    <a:pt x="552545" y="212884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66" name="Freeform: Shape 74">
              <a:extLst>
                <a:ext uri="{FF2B5EF4-FFF2-40B4-BE49-F238E27FC236}">
                  <a16:creationId xmlns:a16="http://schemas.microsoft.com/office/drawing/2014/main" id="{AAF1F65C-3CC0-E2A3-BB80-7F350E4F3525}"/>
                </a:ext>
              </a:extLst>
            </p:cNvPr>
            <p:cNvSpPr/>
            <p:nvPr/>
          </p:nvSpPr>
          <p:spPr>
            <a:xfrm>
              <a:off x="3808762" y="3538157"/>
              <a:ext cx="809625" cy="952500"/>
            </a:xfrm>
            <a:custGeom>
              <a:avLst/>
              <a:gdLst>
                <a:gd name="connsiteX0" fmla="*/ 812102 w 809625"/>
                <a:gd name="connsiteY0" fmla="*/ 75438 h 952500"/>
                <a:gd name="connsiteX1" fmla="*/ 797243 w 809625"/>
                <a:gd name="connsiteY1" fmla="*/ 229171 h 952500"/>
                <a:gd name="connsiteX2" fmla="*/ 762667 w 809625"/>
                <a:gd name="connsiteY2" fmla="*/ 592836 h 952500"/>
                <a:gd name="connsiteX3" fmla="*/ 726948 w 809625"/>
                <a:gd name="connsiteY3" fmla="*/ 952786 h 952500"/>
                <a:gd name="connsiteX4" fmla="*/ 541591 w 809625"/>
                <a:gd name="connsiteY4" fmla="*/ 933355 h 952500"/>
                <a:gd name="connsiteX5" fmla="*/ 482251 w 809625"/>
                <a:gd name="connsiteY5" fmla="*/ 926592 h 952500"/>
                <a:gd name="connsiteX6" fmla="*/ 460534 w 809625"/>
                <a:gd name="connsiteY6" fmla="*/ 924687 h 952500"/>
                <a:gd name="connsiteX7" fmla="*/ 181451 w 809625"/>
                <a:gd name="connsiteY7" fmla="*/ 778478 h 952500"/>
                <a:gd name="connsiteX8" fmla="*/ 0 w 809625"/>
                <a:gd name="connsiteY8" fmla="*/ 679228 h 952500"/>
                <a:gd name="connsiteX9" fmla="*/ 1619 w 809625"/>
                <a:gd name="connsiteY9" fmla="*/ 673894 h 952500"/>
                <a:gd name="connsiteX10" fmla="*/ 3238 w 809625"/>
                <a:gd name="connsiteY10" fmla="*/ 671322 h 952500"/>
                <a:gd name="connsiteX11" fmla="*/ 3334 w 809625"/>
                <a:gd name="connsiteY11" fmla="*/ 667702 h 952500"/>
                <a:gd name="connsiteX12" fmla="*/ 5144 w 809625"/>
                <a:gd name="connsiteY12" fmla="*/ 664750 h 952500"/>
                <a:gd name="connsiteX13" fmla="*/ 3429 w 809625"/>
                <a:gd name="connsiteY13" fmla="*/ 661702 h 952500"/>
                <a:gd name="connsiteX14" fmla="*/ 4953 w 809625"/>
                <a:gd name="connsiteY14" fmla="*/ 659225 h 952500"/>
                <a:gd name="connsiteX15" fmla="*/ 7810 w 809625"/>
                <a:gd name="connsiteY15" fmla="*/ 658177 h 952500"/>
                <a:gd name="connsiteX16" fmla="*/ 12954 w 809625"/>
                <a:gd name="connsiteY16" fmla="*/ 654177 h 952500"/>
                <a:gd name="connsiteX17" fmla="*/ 16192 w 809625"/>
                <a:gd name="connsiteY17" fmla="*/ 649795 h 952500"/>
                <a:gd name="connsiteX18" fmla="*/ 18097 w 809625"/>
                <a:gd name="connsiteY18" fmla="*/ 646176 h 952500"/>
                <a:gd name="connsiteX19" fmla="*/ 18859 w 809625"/>
                <a:gd name="connsiteY19" fmla="*/ 644080 h 952500"/>
                <a:gd name="connsiteX20" fmla="*/ 21145 w 809625"/>
                <a:gd name="connsiteY20" fmla="*/ 643223 h 952500"/>
                <a:gd name="connsiteX21" fmla="*/ 23813 w 809625"/>
                <a:gd name="connsiteY21" fmla="*/ 643985 h 952500"/>
                <a:gd name="connsiteX22" fmla="*/ 26575 w 809625"/>
                <a:gd name="connsiteY22" fmla="*/ 646462 h 952500"/>
                <a:gd name="connsiteX23" fmla="*/ 29337 w 809625"/>
                <a:gd name="connsiteY23" fmla="*/ 646843 h 952500"/>
                <a:gd name="connsiteX24" fmla="*/ 34480 w 809625"/>
                <a:gd name="connsiteY24" fmla="*/ 647033 h 952500"/>
                <a:gd name="connsiteX25" fmla="*/ 37528 w 809625"/>
                <a:gd name="connsiteY25" fmla="*/ 645033 h 952500"/>
                <a:gd name="connsiteX26" fmla="*/ 41338 w 809625"/>
                <a:gd name="connsiteY26" fmla="*/ 644938 h 952500"/>
                <a:gd name="connsiteX27" fmla="*/ 43815 w 809625"/>
                <a:gd name="connsiteY27" fmla="*/ 642747 h 952500"/>
                <a:gd name="connsiteX28" fmla="*/ 44101 w 809625"/>
                <a:gd name="connsiteY28" fmla="*/ 637794 h 952500"/>
                <a:gd name="connsiteX29" fmla="*/ 48101 w 809625"/>
                <a:gd name="connsiteY29" fmla="*/ 635508 h 952500"/>
                <a:gd name="connsiteX30" fmla="*/ 53340 w 809625"/>
                <a:gd name="connsiteY30" fmla="*/ 632079 h 952500"/>
                <a:gd name="connsiteX31" fmla="*/ 55245 w 809625"/>
                <a:gd name="connsiteY31" fmla="*/ 625983 h 952500"/>
                <a:gd name="connsiteX32" fmla="*/ 54864 w 809625"/>
                <a:gd name="connsiteY32" fmla="*/ 622173 h 952500"/>
                <a:gd name="connsiteX33" fmla="*/ 52483 w 809625"/>
                <a:gd name="connsiteY33" fmla="*/ 617887 h 952500"/>
                <a:gd name="connsiteX34" fmla="*/ 55912 w 809625"/>
                <a:gd name="connsiteY34" fmla="*/ 614934 h 952500"/>
                <a:gd name="connsiteX35" fmla="*/ 53054 w 809625"/>
                <a:gd name="connsiteY35" fmla="*/ 611981 h 952500"/>
                <a:gd name="connsiteX36" fmla="*/ 53530 w 809625"/>
                <a:gd name="connsiteY36" fmla="*/ 607790 h 952500"/>
                <a:gd name="connsiteX37" fmla="*/ 52102 w 809625"/>
                <a:gd name="connsiteY37" fmla="*/ 603123 h 952500"/>
                <a:gd name="connsiteX38" fmla="*/ 47625 w 809625"/>
                <a:gd name="connsiteY38" fmla="*/ 600837 h 952500"/>
                <a:gd name="connsiteX39" fmla="*/ 44291 w 809625"/>
                <a:gd name="connsiteY39" fmla="*/ 600266 h 952500"/>
                <a:gd name="connsiteX40" fmla="*/ 41434 w 809625"/>
                <a:gd name="connsiteY40" fmla="*/ 601980 h 952500"/>
                <a:gd name="connsiteX41" fmla="*/ 38290 w 809625"/>
                <a:gd name="connsiteY41" fmla="*/ 601123 h 952500"/>
                <a:gd name="connsiteX42" fmla="*/ 36290 w 809625"/>
                <a:gd name="connsiteY42" fmla="*/ 598360 h 952500"/>
                <a:gd name="connsiteX43" fmla="*/ 33719 w 809625"/>
                <a:gd name="connsiteY43" fmla="*/ 600075 h 952500"/>
                <a:gd name="connsiteX44" fmla="*/ 31718 w 809625"/>
                <a:gd name="connsiteY44" fmla="*/ 598265 h 952500"/>
                <a:gd name="connsiteX45" fmla="*/ 30194 w 809625"/>
                <a:gd name="connsiteY45" fmla="*/ 593693 h 952500"/>
                <a:gd name="connsiteX46" fmla="*/ 27527 w 809625"/>
                <a:gd name="connsiteY46" fmla="*/ 589788 h 952500"/>
                <a:gd name="connsiteX47" fmla="*/ 28670 w 809625"/>
                <a:gd name="connsiteY47" fmla="*/ 586359 h 952500"/>
                <a:gd name="connsiteX48" fmla="*/ 32004 w 809625"/>
                <a:gd name="connsiteY48" fmla="*/ 581216 h 952500"/>
                <a:gd name="connsiteX49" fmla="*/ 34671 w 809625"/>
                <a:gd name="connsiteY49" fmla="*/ 574929 h 952500"/>
                <a:gd name="connsiteX50" fmla="*/ 34004 w 809625"/>
                <a:gd name="connsiteY50" fmla="*/ 570357 h 952500"/>
                <a:gd name="connsiteX51" fmla="*/ 35528 w 809625"/>
                <a:gd name="connsiteY51" fmla="*/ 566737 h 952500"/>
                <a:gd name="connsiteX52" fmla="*/ 36290 w 809625"/>
                <a:gd name="connsiteY52" fmla="*/ 563213 h 952500"/>
                <a:gd name="connsiteX53" fmla="*/ 35147 w 809625"/>
                <a:gd name="connsiteY53" fmla="*/ 560546 h 952500"/>
                <a:gd name="connsiteX54" fmla="*/ 32194 w 809625"/>
                <a:gd name="connsiteY54" fmla="*/ 559784 h 952500"/>
                <a:gd name="connsiteX55" fmla="*/ 30194 w 809625"/>
                <a:gd name="connsiteY55" fmla="*/ 557403 h 952500"/>
                <a:gd name="connsiteX56" fmla="*/ 33242 w 809625"/>
                <a:gd name="connsiteY56" fmla="*/ 553879 h 952500"/>
                <a:gd name="connsiteX57" fmla="*/ 36290 w 809625"/>
                <a:gd name="connsiteY57" fmla="*/ 550259 h 952500"/>
                <a:gd name="connsiteX58" fmla="*/ 35147 w 809625"/>
                <a:gd name="connsiteY58" fmla="*/ 546163 h 952500"/>
                <a:gd name="connsiteX59" fmla="*/ 32861 w 809625"/>
                <a:gd name="connsiteY59" fmla="*/ 542544 h 952500"/>
                <a:gd name="connsiteX60" fmla="*/ 35623 w 809625"/>
                <a:gd name="connsiteY60" fmla="*/ 540925 h 952500"/>
                <a:gd name="connsiteX61" fmla="*/ 40481 w 809625"/>
                <a:gd name="connsiteY61" fmla="*/ 540258 h 952500"/>
                <a:gd name="connsiteX62" fmla="*/ 42196 w 809625"/>
                <a:gd name="connsiteY62" fmla="*/ 541306 h 952500"/>
                <a:gd name="connsiteX63" fmla="*/ 45625 w 809625"/>
                <a:gd name="connsiteY63" fmla="*/ 539496 h 952500"/>
                <a:gd name="connsiteX64" fmla="*/ 47911 w 809625"/>
                <a:gd name="connsiteY64" fmla="*/ 535400 h 952500"/>
                <a:gd name="connsiteX65" fmla="*/ 51911 w 809625"/>
                <a:gd name="connsiteY65" fmla="*/ 530352 h 952500"/>
                <a:gd name="connsiteX66" fmla="*/ 55531 w 809625"/>
                <a:gd name="connsiteY66" fmla="*/ 528542 h 952500"/>
                <a:gd name="connsiteX67" fmla="*/ 58388 w 809625"/>
                <a:gd name="connsiteY67" fmla="*/ 524256 h 952500"/>
                <a:gd name="connsiteX68" fmla="*/ 59722 w 809625"/>
                <a:gd name="connsiteY68" fmla="*/ 523494 h 952500"/>
                <a:gd name="connsiteX69" fmla="*/ 63055 w 809625"/>
                <a:gd name="connsiteY69" fmla="*/ 521875 h 952500"/>
                <a:gd name="connsiteX70" fmla="*/ 60579 w 809625"/>
                <a:gd name="connsiteY70" fmla="*/ 517208 h 952500"/>
                <a:gd name="connsiteX71" fmla="*/ 63055 w 809625"/>
                <a:gd name="connsiteY71" fmla="*/ 513302 h 952500"/>
                <a:gd name="connsiteX72" fmla="*/ 64294 w 809625"/>
                <a:gd name="connsiteY72" fmla="*/ 509111 h 952500"/>
                <a:gd name="connsiteX73" fmla="*/ 64960 w 809625"/>
                <a:gd name="connsiteY73" fmla="*/ 502634 h 952500"/>
                <a:gd name="connsiteX74" fmla="*/ 68008 w 809625"/>
                <a:gd name="connsiteY74" fmla="*/ 501586 h 952500"/>
                <a:gd name="connsiteX75" fmla="*/ 70104 w 809625"/>
                <a:gd name="connsiteY75" fmla="*/ 499491 h 952500"/>
                <a:gd name="connsiteX76" fmla="*/ 68675 w 809625"/>
                <a:gd name="connsiteY76" fmla="*/ 494728 h 952500"/>
                <a:gd name="connsiteX77" fmla="*/ 69437 w 809625"/>
                <a:gd name="connsiteY77" fmla="*/ 490252 h 952500"/>
                <a:gd name="connsiteX78" fmla="*/ 68104 w 809625"/>
                <a:gd name="connsiteY78" fmla="*/ 486061 h 952500"/>
                <a:gd name="connsiteX79" fmla="*/ 67913 w 809625"/>
                <a:gd name="connsiteY79" fmla="*/ 481108 h 952500"/>
                <a:gd name="connsiteX80" fmla="*/ 69532 w 809625"/>
                <a:gd name="connsiteY80" fmla="*/ 475869 h 952500"/>
                <a:gd name="connsiteX81" fmla="*/ 71914 w 809625"/>
                <a:gd name="connsiteY81" fmla="*/ 474631 h 952500"/>
                <a:gd name="connsiteX82" fmla="*/ 71152 w 809625"/>
                <a:gd name="connsiteY82" fmla="*/ 470154 h 952500"/>
                <a:gd name="connsiteX83" fmla="*/ 71914 w 809625"/>
                <a:gd name="connsiteY83" fmla="*/ 467201 h 952500"/>
                <a:gd name="connsiteX84" fmla="*/ 70199 w 809625"/>
                <a:gd name="connsiteY84" fmla="*/ 465296 h 952500"/>
                <a:gd name="connsiteX85" fmla="*/ 70390 w 809625"/>
                <a:gd name="connsiteY85" fmla="*/ 462248 h 952500"/>
                <a:gd name="connsiteX86" fmla="*/ 72961 w 809625"/>
                <a:gd name="connsiteY86" fmla="*/ 461105 h 952500"/>
                <a:gd name="connsiteX87" fmla="*/ 75533 w 809625"/>
                <a:gd name="connsiteY87" fmla="*/ 460153 h 952500"/>
                <a:gd name="connsiteX88" fmla="*/ 80391 w 809625"/>
                <a:gd name="connsiteY88" fmla="*/ 456628 h 952500"/>
                <a:gd name="connsiteX89" fmla="*/ 82963 w 809625"/>
                <a:gd name="connsiteY89" fmla="*/ 452247 h 952500"/>
                <a:gd name="connsiteX90" fmla="*/ 85058 w 809625"/>
                <a:gd name="connsiteY90" fmla="*/ 450437 h 952500"/>
                <a:gd name="connsiteX91" fmla="*/ 84772 w 809625"/>
                <a:gd name="connsiteY91" fmla="*/ 446056 h 952500"/>
                <a:gd name="connsiteX92" fmla="*/ 86963 w 809625"/>
                <a:gd name="connsiteY92" fmla="*/ 441198 h 952500"/>
                <a:gd name="connsiteX93" fmla="*/ 92107 w 809625"/>
                <a:gd name="connsiteY93" fmla="*/ 438531 h 952500"/>
                <a:gd name="connsiteX94" fmla="*/ 97060 w 809625"/>
                <a:gd name="connsiteY94" fmla="*/ 438245 h 952500"/>
                <a:gd name="connsiteX95" fmla="*/ 101346 w 809625"/>
                <a:gd name="connsiteY95" fmla="*/ 436150 h 952500"/>
                <a:gd name="connsiteX96" fmla="*/ 104489 w 809625"/>
                <a:gd name="connsiteY96" fmla="*/ 433007 h 952500"/>
                <a:gd name="connsiteX97" fmla="*/ 107061 w 809625"/>
                <a:gd name="connsiteY97" fmla="*/ 431863 h 952500"/>
                <a:gd name="connsiteX98" fmla="*/ 113062 w 809625"/>
                <a:gd name="connsiteY98" fmla="*/ 431197 h 952500"/>
                <a:gd name="connsiteX99" fmla="*/ 116491 w 809625"/>
                <a:gd name="connsiteY99" fmla="*/ 428720 h 952500"/>
                <a:gd name="connsiteX100" fmla="*/ 120110 w 809625"/>
                <a:gd name="connsiteY100" fmla="*/ 424625 h 952500"/>
                <a:gd name="connsiteX101" fmla="*/ 124777 w 809625"/>
                <a:gd name="connsiteY101" fmla="*/ 421767 h 952500"/>
                <a:gd name="connsiteX102" fmla="*/ 127730 w 809625"/>
                <a:gd name="connsiteY102" fmla="*/ 420148 h 952500"/>
                <a:gd name="connsiteX103" fmla="*/ 128588 w 809625"/>
                <a:gd name="connsiteY103" fmla="*/ 416242 h 952500"/>
                <a:gd name="connsiteX104" fmla="*/ 128206 w 809625"/>
                <a:gd name="connsiteY104" fmla="*/ 412147 h 952500"/>
                <a:gd name="connsiteX105" fmla="*/ 126111 w 809625"/>
                <a:gd name="connsiteY105" fmla="*/ 409575 h 952500"/>
                <a:gd name="connsiteX106" fmla="*/ 124873 w 809625"/>
                <a:gd name="connsiteY106" fmla="*/ 406146 h 952500"/>
                <a:gd name="connsiteX107" fmla="*/ 119634 w 809625"/>
                <a:gd name="connsiteY107" fmla="*/ 404146 h 952500"/>
                <a:gd name="connsiteX108" fmla="*/ 117919 w 809625"/>
                <a:gd name="connsiteY108" fmla="*/ 400241 h 952500"/>
                <a:gd name="connsiteX109" fmla="*/ 115062 w 809625"/>
                <a:gd name="connsiteY109" fmla="*/ 397192 h 952500"/>
                <a:gd name="connsiteX110" fmla="*/ 112490 w 809625"/>
                <a:gd name="connsiteY110" fmla="*/ 395859 h 952500"/>
                <a:gd name="connsiteX111" fmla="*/ 111252 w 809625"/>
                <a:gd name="connsiteY111" fmla="*/ 392049 h 952500"/>
                <a:gd name="connsiteX112" fmla="*/ 108394 w 809625"/>
                <a:gd name="connsiteY112" fmla="*/ 389192 h 952500"/>
                <a:gd name="connsiteX113" fmla="*/ 104108 w 809625"/>
                <a:gd name="connsiteY113" fmla="*/ 388144 h 952500"/>
                <a:gd name="connsiteX114" fmla="*/ 101917 w 809625"/>
                <a:gd name="connsiteY114" fmla="*/ 385858 h 952500"/>
                <a:gd name="connsiteX115" fmla="*/ 102775 w 809625"/>
                <a:gd name="connsiteY115" fmla="*/ 381000 h 952500"/>
                <a:gd name="connsiteX116" fmla="*/ 105346 w 809625"/>
                <a:gd name="connsiteY116" fmla="*/ 377761 h 952500"/>
                <a:gd name="connsiteX117" fmla="*/ 104489 w 809625"/>
                <a:gd name="connsiteY117" fmla="*/ 373189 h 952500"/>
                <a:gd name="connsiteX118" fmla="*/ 100203 w 809625"/>
                <a:gd name="connsiteY118" fmla="*/ 367379 h 952500"/>
                <a:gd name="connsiteX119" fmla="*/ 98107 w 809625"/>
                <a:gd name="connsiteY119" fmla="*/ 364426 h 952500"/>
                <a:gd name="connsiteX120" fmla="*/ 99727 w 809625"/>
                <a:gd name="connsiteY120" fmla="*/ 361378 h 952500"/>
                <a:gd name="connsiteX121" fmla="*/ 97536 w 809625"/>
                <a:gd name="connsiteY121" fmla="*/ 356044 h 952500"/>
                <a:gd name="connsiteX122" fmla="*/ 96965 w 809625"/>
                <a:gd name="connsiteY122" fmla="*/ 349663 h 952500"/>
                <a:gd name="connsiteX123" fmla="*/ 96107 w 809625"/>
                <a:gd name="connsiteY123" fmla="*/ 344424 h 952500"/>
                <a:gd name="connsiteX124" fmla="*/ 92392 w 809625"/>
                <a:gd name="connsiteY124" fmla="*/ 339852 h 952500"/>
                <a:gd name="connsiteX125" fmla="*/ 88582 w 809625"/>
                <a:gd name="connsiteY125" fmla="*/ 336613 h 952500"/>
                <a:gd name="connsiteX126" fmla="*/ 86868 w 809625"/>
                <a:gd name="connsiteY126" fmla="*/ 332422 h 952500"/>
                <a:gd name="connsiteX127" fmla="*/ 86392 w 809625"/>
                <a:gd name="connsiteY127" fmla="*/ 326707 h 952500"/>
                <a:gd name="connsiteX128" fmla="*/ 84487 w 809625"/>
                <a:gd name="connsiteY128" fmla="*/ 322517 h 952500"/>
                <a:gd name="connsiteX129" fmla="*/ 80581 w 809625"/>
                <a:gd name="connsiteY129" fmla="*/ 319849 h 952500"/>
                <a:gd name="connsiteX130" fmla="*/ 79819 w 809625"/>
                <a:gd name="connsiteY130" fmla="*/ 316325 h 952500"/>
                <a:gd name="connsiteX131" fmla="*/ 81629 w 809625"/>
                <a:gd name="connsiteY131" fmla="*/ 309277 h 952500"/>
                <a:gd name="connsiteX132" fmla="*/ 83153 w 809625"/>
                <a:gd name="connsiteY132" fmla="*/ 305752 h 952500"/>
                <a:gd name="connsiteX133" fmla="*/ 81439 w 809625"/>
                <a:gd name="connsiteY133" fmla="*/ 303276 h 952500"/>
                <a:gd name="connsiteX134" fmla="*/ 82391 w 809625"/>
                <a:gd name="connsiteY134" fmla="*/ 300228 h 952500"/>
                <a:gd name="connsiteX135" fmla="*/ 82391 w 809625"/>
                <a:gd name="connsiteY135" fmla="*/ 296227 h 952500"/>
                <a:gd name="connsiteX136" fmla="*/ 83058 w 809625"/>
                <a:gd name="connsiteY136" fmla="*/ 293465 h 952500"/>
                <a:gd name="connsiteX137" fmla="*/ 84772 w 809625"/>
                <a:gd name="connsiteY137" fmla="*/ 290703 h 952500"/>
                <a:gd name="connsiteX138" fmla="*/ 87440 w 809625"/>
                <a:gd name="connsiteY138" fmla="*/ 289941 h 952500"/>
                <a:gd name="connsiteX139" fmla="*/ 88297 w 809625"/>
                <a:gd name="connsiteY139" fmla="*/ 287464 h 952500"/>
                <a:gd name="connsiteX140" fmla="*/ 86868 w 809625"/>
                <a:gd name="connsiteY140" fmla="*/ 284988 h 952500"/>
                <a:gd name="connsiteX141" fmla="*/ 84677 w 809625"/>
                <a:gd name="connsiteY141" fmla="*/ 283940 h 952500"/>
                <a:gd name="connsiteX142" fmla="*/ 84296 w 809625"/>
                <a:gd name="connsiteY142" fmla="*/ 281654 h 952500"/>
                <a:gd name="connsiteX143" fmla="*/ 86392 w 809625"/>
                <a:gd name="connsiteY143" fmla="*/ 279654 h 952500"/>
                <a:gd name="connsiteX144" fmla="*/ 89725 w 809625"/>
                <a:gd name="connsiteY144" fmla="*/ 280321 h 952500"/>
                <a:gd name="connsiteX145" fmla="*/ 93821 w 809625"/>
                <a:gd name="connsiteY145" fmla="*/ 279273 h 952500"/>
                <a:gd name="connsiteX146" fmla="*/ 95345 w 809625"/>
                <a:gd name="connsiteY146" fmla="*/ 276225 h 952500"/>
                <a:gd name="connsiteX147" fmla="*/ 95345 w 809625"/>
                <a:gd name="connsiteY147" fmla="*/ 272034 h 952500"/>
                <a:gd name="connsiteX148" fmla="*/ 95917 w 809625"/>
                <a:gd name="connsiteY148" fmla="*/ 269081 h 952500"/>
                <a:gd name="connsiteX149" fmla="*/ 95059 w 809625"/>
                <a:gd name="connsiteY149" fmla="*/ 264795 h 952500"/>
                <a:gd name="connsiteX150" fmla="*/ 95917 w 809625"/>
                <a:gd name="connsiteY150" fmla="*/ 257746 h 952500"/>
                <a:gd name="connsiteX151" fmla="*/ 94678 w 809625"/>
                <a:gd name="connsiteY151" fmla="*/ 253555 h 952500"/>
                <a:gd name="connsiteX152" fmla="*/ 96393 w 809625"/>
                <a:gd name="connsiteY152" fmla="*/ 248317 h 952500"/>
                <a:gd name="connsiteX153" fmla="*/ 95059 w 809625"/>
                <a:gd name="connsiteY153" fmla="*/ 240792 h 952500"/>
                <a:gd name="connsiteX154" fmla="*/ 93154 w 809625"/>
                <a:gd name="connsiteY154" fmla="*/ 234505 h 952500"/>
                <a:gd name="connsiteX155" fmla="*/ 89725 w 809625"/>
                <a:gd name="connsiteY155" fmla="*/ 229171 h 952500"/>
                <a:gd name="connsiteX156" fmla="*/ 89059 w 809625"/>
                <a:gd name="connsiteY156" fmla="*/ 222885 h 952500"/>
                <a:gd name="connsiteX157" fmla="*/ 90488 w 809625"/>
                <a:gd name="connsiteY157" fmla="*/ 217170 h 952500"/>
                <a:gd name="connsiteX158" fmla="*/ 92869 w 809625"/>
                <a:gd name="connsiteY158" fmla="*/ 215265 h 952500"/>
                <a:gd name="connsiteX159" fmla="*/ 93440 w 809625"/>
                <a:gd name="connsiteY159" fmla="*/ 208502 h 952500"/>
                <a:gd name="connsiteX160" fmla="*/ 95440 w 809625"/>
                <a:gd name="connsiteY160" fmla="*/ 204597 h 952500"/>
                <a:gd name="connsiteX161" fmla="*/ 94583 w 809625"/>
                <a:gd name="connsiteY161" fmla="*/ 199930 h 952500"/>
                <a:gd name="connsiteX162" fmla="*/ 91249 w 809625"/>
                <a:gd name="connsiteY162" fmla="*/ 196215 h 952500"/>
                <a:gd name="connsiteX163" fmla="*/ 92773 w 809625"/>
                <a:gd name="connsiteY163" fmla="*/ 193643 h 952500"/>
                <a:gd name="connsiteX164" fmla="*/ 93631 w 809625"/>
                <a:gd name="connsiteY164" fmla="*/ 190595 h 952500"/>
                <a:gd name="connsiteX165" fmla="*/ 91726 w 809625"/>
                <a:gd name="connsiteY165" fmla="*/ 187833 h 952500"/>
                <a:gd name="connsiteX166" fmla="*/ 91821 w 809625"/>
                <a:gd name="connsiteY166" fmla="*/ 184213 h 952500"/>
                <a:gd name="connsiteX167" fmla="*/ 94012 w 809625"/>
                <a:gd name="connsiteY167" fmla="*/ 180975 h 952500"/>
                <a:gd name="connsiteX168" fmla="*/ 93536 w 809625"/>
                <a:gd name="connsiteY168" fmla="*/ 176117 h 952500"/>
                <a:gd name="connsiteX169" fmla="*/ 94297 w 809625"/>
                <a:gd name="connsiteY169" fmla="*/ 170783 h 952500"/>
                <a:gd name="connsiteX170" fmla="*/ 95345 w 809625"/>
                <a:gd name="connsiteY170" fmla="*/ 164973 h 952500"/>
                <a:gd name="connsiteX171" fmla="*/ 97441 w 809625"/>
                <a:gd name="connsiteY171" fmla="*/ 163354 h 952500"/>
                <a:gd name="connsiteX172" fmla="*/ 98584 w 809625"/>
                <a:gd name="connsiteY172" fmla="*/ 160306 h 952500"/>
                <a:gd name="connsiteX173" fmla="*/ 95536 w 809625"/>
                <a:gd name="connsiteY173" fmla="*/ 156686 h 952500"/>
                <a:gd name="connsiteX174" fmla="*/ 95536 w 809625"/>
                <a:gd name="connsiteY174" fmla="*/ 152305 h 952500"/>
                <a:gd name="connsiteX175" fmla="*/ 93631 w 809625"/>
                <a:gd name="connsiteY175" fmla="*/ 150114 h 952500"/>
                <a:gd name="connsiteX176" fmla="*/ 94583 w 809625"/>
                <a:gd name="connsiteY176" fmla="*/ 146971 h 952500"/>
                <a:gd name="connsiteX177" fmla="*/ 92678 w 809625"/>
                <a:gd name="connsiteY177" fmla="*/ 144113 h 952500"/>
                <a:gd name="connsiteX178" fmla="*/ 95155 w 809625"/>
                <a:gd name="connsiteY178" fmla="*/ 138874 h 952500"/>
                <a:gd name="connsiteX179" fmla="*/ 96202 w 809625"/>
                <a:gd name="connsiteY179" fmla="*/ 135636 h 952500"/>
                <a:gd name="connsiteX180" fmla="*/ 94774 w 809625"/>
                <a:gd name="connsiteY180" fmla="*/ 130969 h 952500"/>
                <a:gd name="connsiteX181" fmla="*/ 96202 w 809625"/>
                <a:gd name="connsiteY181" fmla="*/ 125920 h 952500"/>
                <a:gd name="connsiteX182" fmla="*/ 98965 w 809625"/>
                <a:gd name="connsiteY182" fmla="*/ 124873 h 952500"/>
                <a:gd name="connsiteX183" fmla="*/ 103632 w 809625"/>
                <a:gd name="connsiteY183" fmla="*/ 125539 h 952500"/>
                <a:gd name="connsiteX184" fmla="*/ 106775 w 809625"/>
                <a:gd name="connsiteY184" fmla="*/ 124587 h 952500"/>
                <a:gd name="connsiteX185" fmla="*/ 110109 w 809625"/>
                <a:gd name="connsiteY185" fmla="*/ 122206 h 952500"/>
                <a:gd name="connsiteX186" fmla="*/ 112776 w 809625"/>
                <a:gd name="connsiteY186" fmla="*/ 124301 h 952500"/>
                <a:gd name="connsiteX187" fmla="*/ 115443 w 809625"/>
                <a:gd name="connsiteY187" fmla="*/ 121253 h 952500"/>
                <a:gd name="connsiteX188" fmla="*/ 119920 w 809625"/>
                <a:gd name="connsiteY188" fmla="*/ 121063 h 952500"/>
                <a:gd name="connsiteX189" fmla="*/ 123349 w 809625"/>
                <a:gd name="connsiteY189" fmla="*/ 123253 h 952500"/>
                <a:gd name="connsiteX190" fmla="*/ 126111 w 809625"/>
                <a:gd name="connsiteY190" fmla="*/ 123444 h 952500"/>
                <a:gd name="connsiteX191" fmla="*/ 127254 w 809625"/>
                <a:gd name="connsiteY191" fmla="*/ 126016 h 952500"/>
                <a:gd name="connsiteX192" fmla="*/ 130969 w 809625"/>
                <a:gd name="connsiteY192" fmla="*/ 125254 h 952500"/>
                <a:gd name="connsiteX193" fmla="*/ 132874 w 809625"/>
                <a:gd name="connsiteY193" fmla="*/ 127444 h 952500"/>
                <a:gd name="connsiteX194" fmla="*/ 135541 w 809625"/>
                <a:gd name="connsiteY194" fmla="*/ 127063 h 952500"/>
                <a:gd name="connsiteX195" fmla="*/ 137922 w 809625"/>
                <a:gd name="connsiteY195" fmla="*/ 124587 h 952500"/>
                <a:gd name="connsiteX196" fmla="*/ 141351 w 809625"/>
                <a:gd name="connsiteY196" fmla="*/ 125063 h 952500"/>
                <a:gd name="connsiteX197" fmla="*/ 144494 w 809625"/>
                <a:gd name="connsiteY197" fmla="*/ 129349 h 952500"/>
                <a:gd name="connsiteX198" fmla="*/ 146209 w 809625"/>
                <a:gd name="connsiteY198" fmla="*/ 133255 h 952500"/>
                <a:gd name="connsiteX199" fmla="*/ 148019 w 809625"/>
                <a:gd name="connsiteY199" fmla="*/ 136303 h 952500"/>
                <a:gd name="connsiteX200" fmla="*/ 147638 w 809625"/>
                <a:gd name="connsiteY200" fmla="*/ 139922 h 952500"/>
                <a:gd name="connsiteX201" fmla="*/ 148590 w 809625"/>
                <a:gd name="connsiteY201" fmla="*/ 141922 h 952500"/>
                <a:gd name="connsiteX202" fmla="*/ 152400 w 809625"/>
                <a:gd name="connsiteY202" fmla="*/ 143542 h 952500"/>
                <a:gd name="connsiteX203" fmla="*/ 155162 w 809625"/>
                <a:gd name="connsiteY203" fmla="*/ 147923 h 952500"/>
                <a:gd name="connsiteX204" fmla="*/ 158782 w 809625"/>
                <a:gd name="connsiteY204" fmla="*/ 149257 h 952500"/>
                <a:gd name="connsiteX205" fmla="*/ 163544 w 809625"/>
                <a:gd name="connsiteY205" fmla="*/ 147352 h 952500"/>
                <a:gd name="connsiteX206" fmla="*/ 167926 w 809625"/>
                <a:gd name="connsiteY206" fmla="*/ 147638 h 952500"/>
                <a:gd name="connsiteX207" fmla="*/ 170307 w 809625"/>
                <a:gd name="connsiteY207" fmla="*/ 142875 h 952500"/>
                <a:gd name="connsiteX208" fmla="*/ 172784 w 809625"/>
                <a:gd name="connsiteY208" fmla="*/ 139827 h 952500"/>
                <a:gd name="connsiteX209" fmla="*/ 172879 w 809625"/>
                <a:gd name="connsiteY209" fmla="*/ 136398 h 952500"/>
                <a:gd name="connsiteX210" fmla="*/ 176308 w 809625"/>
                <a:gd name="connsiteY210" fmla="*/ 134493 h 952500"/>
                <a:gd name="connsiteX211" fmla="*/ 178022 w 809625"/>
                <a:gd name="connsiteY211" fmla="*/ 131635 h 952500"/>
                <a:gd name="connsiteX212" fmla="*/ 179832 w 809625"/>
                <a:gd name="connsiteY212" fmla="*/ 128111 h 952500"/>
                <a:gd name="connsiteX213" fmla="*/ 183451 w 809625"/>
                <a:gd name="connsiteY213" fmla="*/ 125635 h 952500"/>
                <a:gd name="connsiteX214" fmla="*/ 184594 w 809625"/>
                <a:gd name="connsiteY214" fmla="*/ 122587 h 952500"/>
                <a:gd name="connsiteX215" fmla="*/ 202025 w 809625"/>
                <a:gd name="connsiteY215" fmla="*/ 0 h 952500"/>
                <a:gd name="connsiteX216" fmla="*/ 336899 w 809625"/>
                <a:gd name="connsiteY216" fmla="*/ 19240 h 952500"/>
                <a:gd name="connsiteX217" fmla="*/ 475012 w 809625"/>
                <a:gd name="connsiteY217" fmla="*/ 36767 h 952500"/>
                <a:gd name="connsiteX218" fmla="*/ 629507 w 809625"/>
                <a:gd name="connsiteY218" fmla="*/ 55150 h 952500"/>
                <a:gd name="connsiteX219" fmla="*/ 787146 w 809625"/>
                <a:gd name="connsiteY219" fmla="*/ 72961 h 952500"/>
                <a:gd name="connsiteX220" fmla="*/ 812102 w 809625"/>
                <a:gd name="connsiteY220" fmla="*/ 75438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09625" h="952500">
                  <a:moveTo>
                    <a:pt x="812102" y="75438"/>
                  </a:moveTo>
                  <a:lnTo>
                    <a:pt x="797243" y="229171"/>
                  </a:lnTo>
                  <a:lnTo>
                    <a:pt x="762667" y="592836"/>
                  </a:lnTo>
                  <a:lnTo>
                    <a:pt x="726948" y="952786"/>
                  </a:lnTo>
                  <a:lnTo>
                    <a:pt x="541591" y="933355"/>
                  </a:lnTo>
                  <a:lnTo>
                    <a:pt x="482251" y="926592"/>
                  </a:lnTo>
                  <a:lnTo>
                    <a:pt x="460534" y="924687"/>
                  </a:lnTo>
                  <a:lnTo>
                    <a:pt x="181451" y="778478"/>
                  </a:lnTo>
                  <a:lnTo>
                    <a:pt x="0" y="679228"/>
                  </a:lnTo>
                  <a:cubicBezTo>
                    <a:pt x="0" y="679228"/>
                    <a:pt x="1048" y="675227"/>
                    <a:pt x="1619" y="673894"/>
                  </a:cubicBezTo>
                  <a:cubicBezTo>
                    <a:pt x="1905" y="673227"/>
                    <a:pt x="3048" y="672084"/>
                    <a:pt x="3238" y="671322"/>
                  </a:cubicBezTo>
                  <a:cubicBezTo>
                    <a:pt x="3524" y="670465"/>
                    <a:pt x="3048" y="668560"/>
                    <a:pt x="3334" y="667702"/>
                  </a:cubicBezTo>
                  <a:cubicBezTo>
                    <a:pt x="3619" y="666845"/>
                    <a:pt x="5144" y="665607"/>
                    <a:pt x="5144" y="664750"/>
                  </a:cubicBezTo>
                  <a:cubicBezTo>
                    <a:pt x="5144" y="663893"/>
                    <a:pt x="3429" y="662559"/>
                    <a:pt x="3429" y="661702"/>
                  </a:cubicBezTo>
                  <a:cubicBezTo>
                    <a:pt x="3429" y="660940"/>
                    <a:pt x="4381" y="659701"/>
                    <a:pt x="4953" y="659225"/>
                  </a:cubicBezTo>
                  <a:cubicBezTo>
                    <a:pt x="5524" y="658749"/>
                    <a:pt x="7144" y="658559"/>
                    <a:pt x="7810" y="658177"/>
                  </a:cubicBezTo>
                  <a:cubicBezTo>
                    <a:pt x="9239" y="657416"/>
                    <a:pt x="11811" y="655320"/>
                    <a:pt x="12954" y="654177"/>
                  </a:cubicBezTo>
                  <a:cubicBezTo>
                    <a:pt x="13906" y="653225"/>
                    <a:pt x="15526" y="650938"/>
                    <a:pt x="16192" y="649795"/>
                  </a:cubicBezTo>
                  <a:cubicBezTo>
                    <a:pt x="16764" y="648938"/>
                    <a:pt x="18097" y="646176"/>
                    <a:pt x="18097" y="646176"/>
                  </a:cubicBezTo>
                  <a:cubicBezTo>
                    <a:pt x="18574" y="645319"/>
                    <a:pt x="18383" y="644652"/>
                    <a:pt x="18859" y="644080"/>
                  </a:cubicBezTo>
                  <a:cubicBezTo>
                    <a:pt x="19336" y="643604"/>
                    <a:pt x="20383" y="643223"/>
                    <a:pt x="21145" y="643223"/>
                  </a:cubicBezTo>
                  <a:cubicBezTo>
                    <a:pt x="21812" y="643128"/>
                    <a:pt x="23241" y="643700"/>
                    <a:pt x="23813" y="643985"/>
                  </a:cubicBezTo>
                  <a:cubicBezTo>
                    <a:pt x="24670" y="644461"/>
                    <a:pt x="25717" y="646081"/>
                    <a:pt x="26575" y="646462"/>
                  </a:cubicBezTo>
                  <a:cubicBezTo>
                    <a:pt x="27242" y="646747"/>
                    <a:pt x="28670" y="646843"/>
                    <a:pt x="29337" y="646843"/>
                  </a:cubicBezTo>
                  <a:cubicBezTo>
                    <a:pt x="30575" y="646938"/>
                    <a:pt x="33242" y="647414"/>
                    <a:pt x="34480" y="647033"/>
                  </a:cubicBezTo>
                  <a:cubicBezTo>
                    <a:pt x="35338" y="646747"/>
                    <a:pt x="36671" y="645224"/>
                    <a:pt x="37528" y="645033"/>
                  </a:cubicBezTo>
                  <a:cubicBezTo>
                    <a:pt x="38481" y="644747"/>
                    <a:pt x="40481" y="645319"/>
                    <a:pt x="41338" y="644938"/>
                  </a:cubicBezTo>
                  <a:cubicBezTo>
                    <a:pt x="42100" y="644652"/>
                    <a:pt x="43434" y="643509"/>
                    <a:pt x="43815" y="642747"/>
                  </a:cubicBezTo>
                  <a:cubicBezTo>
                    <a:pt x="44386" y="641604"/>
                    <a:pt x="43434" y="638842"/>
                    <a:pt x="44101" y="637794"/>
                  </a:cubicBezTo>
                  <a:cubicBezTo>
                    <a:pt x="44672" y="636746"/>
                    <a:pt x="47149" y="636079"/>
                    <a:pt x="48101" y="635508"/>
                  </a:cubicBezTo>
                  <a:cubicBezTo>
                    <a:pt x="49435" y="634651"/>
                    <a:pt x="52388" y="633317"/>
                    <a:pt x="53340" y="632079"/>
                  </a:cubicBezTo>
                  <a:cubicBezTo>
                    <a:pt x="54292" y="630841"/>
                    <a:pt x="55054" y="627602"/>
                    <a:pt x="55245" y="625983"/>
                  </a:cubicBezTo>
                  <a:cubicBezTo>
                    <a:pt x="55340" y="625030"/>
                    <a:pt x="55150" y="623126"/>
                    <a:pt x="54864" y="622173"/>
                  </a:cubicBezTo>
                  <a:cubicBezTo>
                    <a:pt x="54483" y="621030"/>
                    <a:pt x="52292" y="619125"/>
                    <a:pt x="52483" y="617887"/>
                  </a:cubicBezTo>
                  <a:cubicBezTo>
                    <a:pt x="52673" y="616744"/>
                    <a:pt x="55817" y="615982"/>
                    <a:pt x="55912" y="614934"/>
                  </a:cubicBezTo>
                  <a:cubicBezTo>
                    <a:pt x="55912" y="613886"/>
                    <a:pt x="53435" y="612934"/>
                    <a:pt x="53054" y="611981"/>
                  </a:cubicBezTo>
                  <a:cubicBezTo>
                    <a:pt x="52673" y="610934"/>
                    <a:pt x="53626" y="608838"/>
                    <a:pt x="53530" y="607790"/>
                  </a:cubicBezTo>
                  <a:cubicBezTo>
                    <a:pt x="53435" y="606552"/>
                    <a:pt x="52864" y="604076"/>
                    <a:pt x="52102" y="603123"/>
                  </a:cubicBezTo>
                  <a:cubicBezTo>
                    <a:pt x="51340" y="602170"/>
                    <a:pt x="48863" y="601218"/>
                    <a:pt x="47625" y="600837"/>
                  </a:cubicBezTo>
                  <a:cubicBezTo>
                    <a:pt x="46863" y="600551"/>
                    <a:pt x="45148" y="600075"/>
                    <a:pt x="44291" y="600266"/>
                  </a:cubicBezTo>
                  <a:cubicBezTo>
                    <a:pt x="43434" y="600456"/>
                    <a:pt x="42291" y="601885"/>
                    <a:pt x="41434" y="601980"/>
                  </a:cubicBezTo>
                  <a:cubicBezTo>
                    <a:pt x="40672" y="602075"/>
                    <a:pt x="38957" y="601599"/>
                    <a:pt x="38290" y="601123"/>
                  </a:cubicBezTo>
                  <a:cubicBezTo>
                    <a:pt x="37624" y="600646"/>
                    <a:pt x="37147" y="598551"/>
                    <a:pt x="36290" y="598360"/>
                  </a:cubicBezTo>
                  <a:cubicBezTo>
                    <a:pt x="35528" y="598265"/>
                    <a:pt x="34480" y="600170"/>
                    <a:pt x="33719" y="600075"/>
                  </a:cubicBezTo>
                  <a:cubicBezTo>
                    <a:pt x="33052" y="599980"/>
                    <a:pt x="32099" y="598837"/>
                    <a:pt x="31718" y="598265"/>
                  </a:cubicBezTo>
                  <a:cubicBezTo>
                    <a:pt x="31051" y="597218"/>
                    <a:pt x="30670" y="594741"/>
                    <a:pt x="30194" y="593693"/>
                  </a:cubicBezTo>
                  <a:cubicBezTo>
                    <a:pt x="29623" y="592645"/>
                    <a:pt x="27622" y="591026"/>
                    <a:pt x="27527" y="589788"/>
                  </a:cubicBezTo>
                  <a:cubicBezTo>
                    <a:pt x="27432" y="588835"/>
                    <a:pt x="28289" y="587121"/>
                    <a:pt x="28670" y="586359"/>
                  </a:cubicBezTo>
                  <a:cubicBezTo>
                    <a:pt x="29337" y="585026"/>
                    <a:pt x="31242" y="582644"/>
                    <a:pt x="32004" y="581216"/>
                  </a:cubicBezTo>
                  <a:cubicBezTo>
                    <a:pt x="32766" y="579692"/>
                    <a:pt x="34480" y="576643"/>
                    <a:pt x="34671" y="574929"/>
                  </a:cubicBezTo>
                  <a:cubicBezTo>
                    <a:pt x="34861" y="573786"/>
                    <a:pt x="33814" y="571500"/>
                    <a:pt x="34004" y="570357"/>
                  </a:cubicBezTo>
                  <a:cubicBezTo>
                    <a:pt x="34099" y="569404"/>
                    <a:pt x="35242" y="567595"/>
                    <a:pt x="35528" y="566737"/>
                  </a:cubicBezTo>
                  <a:cubicBezTo>
                    <a:pt x="35814" y="565880"/>
                    <a:pt x="36385" y="564070"/>
                    <a:pt x="36290" y="563213"/>
                  </a:cubicBezTo>
                  <a:cubicBezTo>
                    <a:pt x="36195" y="562546"/>
                    <a:pt x="35719" y="561022"/>
                    <a:pt x="35147" y="560546"/>
                  </a:cubicBezTo>
                  <a:cubicBezTo>
                    <a:pt x="34576" y="560070"/>
                    <a:pt x="32861" y="560165"/>
                    <a:pt x="32194" y="559784"/>
                  </a:cubicBezTo>
                  <a:cubicBezTo>
                    <a:pt x="31528" y="559403"/>
                    <a:pt x="30194" y="558165"/>
                    <a:pt x="30194" y="557403"/>
                  </a:cubicBezTo>
                  <a:cubicBezTo>
                    <a:pt x="30194" y="556260"/>
                    <a:pt x="32480" y="554736"/>
                    <a:pt x="33242" y="553879"/>
                  </a:cubicBezTo>
                  <a:cubicBezTo>
                    <a:pt x="34004" y="552926"/>
                    <a:pt x="36004" y="551402"/>
                    <a:pt x="36290" y="550259"/>
                  </a:cubicBezTo>
                  <a:cubicBezTo>
                    <a:pt x="36481" y="549211"/>
                    <a:pt x="35528" y="547116"/>
                    <a:pt x="35147" y="546163"/>
                  </a:cubicBezTo>
                  <a:cubicBezTo>
                    <a:pt x="34671" y="545211"/>
                    <a:pt x="32575" y="543592"/>
                    <a:pt x="32861" y="542544"/>
                  </a:cubicBezTo>
                  <a:cubicBezTo>
                    <a:pt x="33052" y="541782"/>
                    <a:pt x="34861" y="541210"/>
                    <a:pt x="35623" y="540925"/>
                  </a:cubicBezTo>
                  <a:cubicBezTo>
                    <a:pt x="36767" y="540544"/>
                    <a:pt x="39338" y="539972"/>
                    <a:pt x="40481" y="540258"/>
                  </a:cubicBezTo>
                  <a:cubicBezTo>
                    <a:pt x="40957" y="540353"/>
                    <a:pt x="41719" y="541306"/>
                    <a:pt x="42196" y="541306"/>
                  </a:cubicBezTo>
                  <a:cubicBezTo>
                    <a:pt x="43148" y="541306"/>
                    <a:pt x="44863" y="540163"/>
                    <a:pt x="45625" y="539496"/>
                  </a:cubicBezTo>
                  <a:cubicBezTo>
                    <a:pt x="46482" y="538639"/>
                    <a:pt x="47244" y="536353"/>
                    <a:pt x="47911" y="535400"/>
                  </a:cubicBezTo>
                  <a:cubicBezTo>
                    <a:pt x="48768" y="534067"/>
                    <a:pt x="50673" y="531400"/>
                    <a:pt x="51911" y="530352"/>
                  </a:cubicBezTo>
                  <a:cubicBezTo>
                    <a:pt x="52673" y="529685"/>
                    <a:pt x="54769" y="529304"/>
                    <a:pt x="55531" y="528542"/>
                  </a:cubicBezTo>
                  <a:cubicBezTo>
                    <a:pt x="56483" y="527685"/>
                    <a:pt x="57436" y="525018"/>
                    <a:pt x="58388" y="524256"/>
                  </a:cubicBezTo>
                  <a:cubicBezTo>
                    <a:pt x="58674" y="523970"/>
                    <a:pt x="59436" y="523684"/>
                    <a:pt x="59722" y="523494"/>
                  </a:cubicBezTo>
                  <a:cubicBezTo>
                    <a:pt x="60579" y="523113"/>
                    <a:pt x="62770" y="522732"/>
                    <a:pt x="63055" y="521875"/>
                  </a:cubicBezTo>
                  <a:cubicBezTo>
                    <a:pt x="63436" y="520636"/>
                    <a:pt x="60484" y="518446"/>
                    <a:pt x="60579" y="517208"/>
                  </a:cubicBezTo>
                  <a:cubicBezTo>
                    <a:pt x="60674" y="516065"/>
                    <a:pt x="62579" y="514350"/>
                    <a:pt x="63055" y="513302"/>
                  </a:cubicBezTo>
                  <a:cubicBezTo>
                    <a:pt x="63532" y="512350"/>
                    <a:pt x="64103" y="510159"/>
                    <a:pt x="64294" y="509111"/>
                  </a:cubicBezTo>
                  <a:cubicBezTo>
                    <a:pt x="64579" y="507492"/>
                    <a:pt x="63913" y="503872"/>
                    <a:pt x="64960" y="502634"/>
                  </a:cubicBezTo>
                  <a:cubicBezTo>
                    <a:pt x="65437" y="501967"/>
                    <a:pt x="67342" y="502063"/>
                    <a:pt x="68008" y="501586"/>
                  </a:cubicBezTo>
                  <a:cubicBezTo>
                    <a:pt x="68675" y="501205"/>
                    <a:pt x="69913" y="500253"/>
                    <a:pt x="70104" y="499491"/>
                  </a:cubicBezTo>
                  <a:cubicBezTo>
                    <a:pt x="70390" y="498253"/>
                    <a:pt x="68770" y="495967"/>
                    <a:pt x="68675" y="494728"/>
                  </a:cubicBezTo>
                  <a:cubicBezTo>
                    <a:pt x="68580" y="493585"/>
                    <a:pt x="69532" y="491300"/>
                    <a:pt x="69437" y="490252"/>
                  </a:cubicBezTo>
                  <a:cubicBezTo>
                    <a:pt x="69342" y="489109"/>
                    <a:pt x="68294" y="487109"/>
                    <a:pt x="68104" y="486061"/>
                  </a:cubicBezTo>
                  <a:cubicBezTo>
                    <a:pt x="67913" y="484822"/>
                    <a:pt x="67818" y="482346"/>
                    <a:pt x="67913" y="481108"/>
                  </a:cubicBezTo>
                  <a:cubicBezTo>
                    <a:pt x="68104" y="479774"/>
                    <a:pt x="68675" y="476917"/>
                    <a:pt x="69532" y="475869"/>
                  </a:cubicBezTo>
                  <a:cubicBezTo>
                    <a:pt x="69913" y="475393"/>
                    <a:pt x="71533" y="475297"/>
                    <a:pt x="71914" y="474631"/>
                  </a:cubicBezTo>
                  <a:cubicBezTo>
                    <a:pt x="72390" y="473583"/>
                    <a:pt x="71056" y="471297"/>
                    <a:pt x="71152" y="470154"/>
                  </a:cubicBezTo>
                  <a:cubicBezTo>
                    <a:pt x="71152" y="469392"/>
                    <a:pt x="72104" y="467963"/>
                    <a:pt x="71914" y="467201"/>
                  </a:cubicBezTo>
                  <a:cubicBezTo>
                    <a:pt x="71723" y="466534"/>
                    <a:pt x="70390" y="465963"/>
                    <a:pt x="70199" y="465296"/>
                  </a:cubicBezTo>
                  <a:cubicBezTo>
                    <a:pt x="69913" y="464534"/>
                    <a:pt x="70009" y="462820"/>
                    <a:pt x="70390" y="462248"/>
                  </a:cubicBezTo>
                  <a:cubicBezTo>
                    <a:pt x="70771" y="461677"/>
                    <a:pt x="72295" y="461391"/>
                    <a:pt x="72961" y="461105"/>
                  </a:cubicBezTo>
                  <a:cubicBezTo>
                    <a:pt x="73628" y="460819"/>
                    <a:pt x="74962" y="460534"/>
                    <a:pt x="75533" y="460153"/>
                  </a:cubicBezTo>
                  <a:cubicBezTo>
                    <a:pt x="76867" y="459486"/>
                    <a:pt x="79343" y="457771"/>
                    <a:pt x="80391" y="456628"/>
                  </a:cubicBezTo>
                  <a:cubicBezTo>
                    <a:pt x="81248" y="455676"/>
                    <a:pt x="82105" y="453200"/>
                    <a:pt x="82963" y="452247"/>
                  </a:cubicBezTo>
                  <a:cubicBezTo>
                    <a:pt x="83439" y="451675"/>
                    <a:pt x="84772" y="451104"/>
                    <a:pt x="85058" y="450437"/>
                  </a:cubicBezTo>
                  <a:cubicBezTo>
                    <a:pt x="85439" y="449390"/>
                    <a:pt x="84582" y="447199"/>
                    <a:pt x="84772" y="446056"/>
                  </a:cubicBezTo>
                  <a:cubicBezTo>
                    <a:pt x="85058" y="444722"/>
                    <a:pt x="86106" y="442150"/>
                    <a:pt x="86963" y="441198"/>
                  </a:cubicBezTo>
                  <a:cubicBezTo>
                    <a:pt x="87916" y="440150"/>
                    <a:pt x="90678" y="438912"/>
                    <a:pt x="92107" y="438531"/>
                  </a:cubicBezTo>
                  <a:cubicBezTo>
                    <a:pt x="93250" y="438150"/>
                    <a:pt x="95821" y="438531"/>
                    <a:pt x="97060" y="438245"/>
                  </a:cubicBezTo>
                  <a:cubicBezTo>
                    <a:pt x="98203" y="437959"/>
                    <a:pt x="100394" y="436817"/>
                    <a:pt x="101346" y="436150"/>
                  </a:cubicBezTo>
                  <a:cubicBezTo>
                    <a:pt x="102298" y="435483"/>
                    <a:pt x="103632" y="433673"/>
                    <a:pt x="104489" y="433007"/>
                  </a:cubicBezTo>
                  <a:cubicBezTo>
                    <a:pt x="105061" y="432625"/>
                    <a:pt x="106394" y="432054"/>
                    <a:pt x="107061" y="431863"/>
                  </a:cubicBezTo>
                  <a:cubicBezTo>
                    <a:pt x="108490" y="431483"/>
                    <a:pt x="111633" y="431768"/>
                    <a:pt x="113062" y="431197"/>
                  </a:cubicBezTo>
                  <a:cubicBezTo>
                    <a:pt x="114014" y="430816"/>
                    <a:pt x="115633" y="429482"/>
                    <a:pt x="116491" y="428720"/>
                  </a:cubicBezTo>
                  <a:cubicBezTo>
                    <a:pt x="117538" y="427768"/>
                    <a:pt x="120015" y="424720"/>
                    <a:pt x="120110" y="424625"/>
                  </a:cubicBezTo>
                  <a:cubicBezTo>
                    <a:pt x="120301" y="424529"/>
                    <a:pt x="123539" y="422434"/>
                    <a:pt x="124777" y="421767"/>
                  </a:cubicBezTo>
                  <a:cubicBezTo>
                    <a:pt x="125540" y="421386"/>
                    <a:pt x="127254" y="420815"/>
                    <a:pt x="127730" y="420148"/>
                  </a:cubicBezTo>
                  <a:cubicBezTo>
                    <a:pt x="128302" y="419386"/>
                    <a:pt x="128492" y="417195"/>
                    <a:pt x="128588" y="416242"/>
                  </a:cubicBezTo>
                  <a:cubicBezTo>
                    <a:pt x="128683" y="415195"/>
                    <a:pt x="128588" y="413099"/>
                    <a:pt x="128206" y="412147"/>
                  </a:cubicBezTo>
                  <a:cubicBezTo>
                    <a:pt x="127921" y="411385"/>
                    <a:pt x="126492" y="410337"/>
                    <a:pt x="126111" y="409575"/>
                  </a:cubicBezTo>
                  <a:cubicBezTo>
                    <a:pt x="125635" y="408813"/>
                    <a:pt x="125540" y="406813"/>
                    <a:pt x="124873" y="406146"/>
                  </a:cubicBezTo>
                  <a:cubicBezTo>
                    <a:pt x="123920" y="405098"/>
                    <a:pt x="120586" y="405098"/>
                    <a:pt x="119634" y="404146"/>
                  </a:cubicBezTo>
                  <a:cubicBezTo>
                    <a:pt x="118872" y="403384"/>
                    <a:pt x="118491" y="401193"/>
                    <a:pt x="117919" y="400241"/>
                  </a:cubicBezTo>
                  <a:cubicBezTo>
                    <a:pt x="117348" y="399383"/>
                    <a:pt x="115919" y="397764"/>
                    <a:pt x="115062" y="397192"/>
                  </a:cubicBezTo>
                  <a:cubicBezTo>
                    <a:pt x="114490" y="396716"/>
                    <a:pt x="112967" y="396430"/>
                    <a:pt x="112490" y="395859"/>
                  </a:cubicBezTo>
                  <a:cubicBezTo>
                    <a:pt x="111823" y="395097"/>
                    <a:pt x="111823" y="392906"/>
                    <a:pt x="111252" y="392049"/>
                  </a:cubicBezTo>
                  <a:cubicBezTo>
                    <a:pt x="110776" y="391192"/>
                    <a:pt x="109347" y="389668"/>
                    <a:pt x="108394" y="389192"/>
                  </a:cubicBezTo>
                  <a:cubicBezTo>
                    <a:pt x="107442" y="388620"/>
                    <a:pt x="105061" y="388715"/>
                    <a:pt x="104108" y="388144"/>
                  </a:cubicBezTo>
                  <a:cubicBezTo>
                    <a:pt x="103442" y="387763"/>
                    <a:pt x="102108" y="386620"/>
                    <a:pt x="101917" y="385858"/>
                  </a:cubicBezTo>
                  <a:cubicBezTo>
                    <a:pt x="101536" y="384619"/>
                    <a:pt x="102298" y="382143"/>
                    <a:pt x="102775" y="381000"/>
                  </a:cubicBezTo>
                  <a:cubicBezTo>
                    <a:pt x="103156" y="380047"/>
                    <a:pt x="105156" y="378809"/>
                    <a:pt x="105346" y="377761"/>
                  </a:cubicBezTo>
                  <a:cubicBezTo>
                    <a:pt x="105632" y="376618"/>
                    <a:pt x="104965" y="374237"/>
                    <a:pt x="104489" y="373189"/>
                  </a:cubicBezTo>
                  <a:cubicBezTo>
                    <a:pt x="103727" y="371570"/>
                    <a:pt x="101251" y="368808"/>
                    <a:pt x="100203" y="367379"/>
                  </a:cubicBezTo>
                  <a:cubicBezTo>
                    <a:pt x="99631" y="366617"/>
                    <a:pt x="98107" y="365379"/>
                    <a:pt x="98107" y="364426"/>
                  </a:cubicBezTo>
                  <a:cubicBezTo>
                    <a:pt x="98012" y="363569"/>
                    <a:pt x="99727" y="362236"/>
                    <a:pt x="99727" y="361378"/>
                  </a:cubicBezTo>
                  <a:cubicBezTo>
                    <a:pt x="99822" y="359950"/>
                    <a:pt x="97917" y="357473"/>
                    <a:pt x="97536" y="356044"/>
                  </a:cubicBezTo>
                  <a:cubicBezTo>
                    <a:pt x="97155" y="354520"/>
                    <a:pt x="97155" y="351282"/>
                    <a:pt x="96965" y="349663"/>
                  </a:cubicBezTo>
                  <a:cubicBezTo>
                    <a:pt x="96774" y="348329"/>
                    <a:pt x="96679" y="345662"/>
                    <a:pt x="96107" y="344424"/>
                  </a:cubicBezTo>
                  <a:cubicBezTo>
                    <a:pt x="95536" y="343090"/>
                    <a:pt x="93440" y="340900"/>
                    <a:pt x="92392" y="339852"/>
                  </a:cubicBezTo>
                  <a:cubicBezTo>
                    <a:pt x="91535" y="338995"/>
                    <a:pt x="89344" y="337566"/>
                    <a:pt x="88582" y="336613"/>
                  </a:cubicBezTo>
                  <a:cubicBezTo>
                    <a:pt x="87916" y="335661"/>
                    <a:pt x="87154" y="333565"/>
                    <a:pt x="86868" y="332422"/>
                  </a:cubicBezTo>
                  <a:cubicBezTo>
                    <a:pt x="86487" y="330994"/>
                    <a:pt x="86773" y="328041"/>
                    <a:pt x="86392" y="326707"/>
                  </a:cubicBezTo>
                  <a:cubicBezTo>
                    <a:pt x="86106" y="325564"/>
                    <a:pt x="85153" y="323374"/>
                    <a:pt x="84487" y="322517"/>
                  </a:cubicBezTo>
                  <a:cubicBezTo>
                    <a:pt x="83725" y="321659"/>
                    <a:pt x="81248" y="320802"/>
                    <a:pt x="80581" y="319849"/>
                  </a:cubicBezTo>
                  <a:cubicBezTo>
                    <a:pt x="80105" y="319088"/>
                    <a:pt x="79819" y="317182"/>
                    <a:pt x="79819" y="316325"/>
                  </a:cubicBezTo>
                  <a:cubicBezTo>
                    <a:pt x="79819" y="314515"/>
                    <a:pt x="81058" y="310991"/>
                    <a:pt x="81629" y="309277"/>
                  </a:cubicBezTo>
                  <a:cubicBezTo>
                    <a:pt x="81915" y="308324"/>
                    <a:pt x="83248" y="306705"/>
                    <a:pt x="83153" y="305752"/>
                  </a:cubicBezTo>
                  <a:cubicBezTo>
                    <a:pt x="83058" y="304990"/>
                    <a:pt x="81534" y="304038"/>
                    <a:pt x="81439" y="303276"/>
                  </a:cubicBezTo>
                  <a:cubicBezTo>
                    <a:pt x="81344" y="302514"/>
                    <a:pt x="82296" y="300990"/>
                    <a:pt x="82391" y="300228"/>
                  </a:cubicBezTo>
                  <a:cubicBezTo>
                    <a:pt x="82582" y="299180"/>
                    <a:pt x="82677" y="297180"/>
                    <a:pt x="82391" y="296227"/>
                  </a:cubicBezTo>
                  <a:cubicBezTo>
                    <a:pt x="82391" y="296227"/>
                    <a:pt x="82677" y="294227"/>
                    <a:pt x="83058" y="293465"/>
                  </a:cubicBezTo>
                  <a:cubicBezTo>
                    <a:pt x="83439" y="292703"/>
                    <a:pt x="84106" y="291179"/>
                    <a:pt x="84772" y="290703"/>
                  </a:cubicBezTo>
                  <a:cubicBezTo>
                    <a:pt x="85344" y="290322"/>
                    <a:pt x="86868" y="290417"/>
                    <a:pt x="87440" y="289941"/>
                  </a:cubicBezTo>
                  <a:cubicBezTo>
                    <a:pt x="87916" y="289465"/>
                    <a:pt x="88392" y="288131"/>
                    <a:pt x="88297" y="287464"/>
                  </a:cubicBezTo>
                  <a:cubicBezTo>
                    <a:pt x="88201" y="286798"/>
                    <a:pt x="87440" y="285464"/>
                    <a:pt x="86868" y="284988"/>
                  </a:cubicBezTo>
                  <a:cubicBezTo>
                    <a:pt x="86392" y="284607"/>
                    <a:pt x="85058" y="284512"/>
                    <a:pt x="84677" y="283940"/>
                  </a:cubicBezTo>
                  <a:cubicBezTo>
                    <a:pt x="84296" y="283464"/>
                    <a:pt x="84106" y="282226"/>
                    <a:pt x="84296" y="281654"/>
                  </a:cubicBezTo>
                  <a:cubicBezTo>
                    <a:pt x="84487" y="280988"/>
                    <a:pt x="85630" y="279844"/>
                    <a:pt x="86392" y="279654"/>
                  </a:cubicBezTo>
                  <a:cubicBezTo>
                    <a:pt x="87249" y="279368"/>
                    <a:pt x="88868" y="280321"/>
                    <a:pt x="89725" y="280321"/>
                  </a:cubicBezTo>
                  <a:cubicBezTo>
                    <a:pt x="90773" y="280321"/>
                    <a:pt x="92964" y="279940"/>
                    <a:pt x="93821" y="279273"/>
                  </a:cubicBezTo>
                  <a:cubicBezTo>
                    <a:pt x="94488" y="278701"/>
                    <a:pt x="95155" y="277082"/>
                    <a:pt x="95345" y="276225"/>
                  </a:cubicBezTo>
                  <a:cubicBezTo>
                    <a:pt x="95536" y="275177"/>
                    <a:pt x="95155" y="273082"/>
                    <a:pt x="95345" y="272034"/>
                  </a:cubicBezTo>
                  <a:cubicBezTo>
                    <a:pt x="95440" y="271272"/>
                    <a:pt x="95917" y="269843"/>
                    <a:pt x="95917" y="269081"/>
                  </a:cubicBezTo>
                  <a:cubicBezTo>
                    <a:pt x="95917" y="268034"/>
                    <a:pt x="95059" y="265938"/>
                    <a:pt x="95059" y="264795"/>
                  </a:cubicBezTo>
                  <a:cubicBezTo>
                    <a:pt x="94964" y="262985"/>
                    <a:pt x="96107" y="259556"/>
                    <a:pt x="95917" y="257746"/>
                  </a:cubicBezTo>
                  <a:cubicBezTo>
                    <a:pt x="95821" y="256699"/>
                    <a:pt x="94583" y="254698"/>
                    <a:pt x="94678" y="253555"/>
                  </a:cubicBezTo>
                  <a:cubicBezTo>
                    <a:pt x="94678" y="252222"/>
                    <a:pt x="96298" y="249650"/>
                    <a:pt x="96393" y="248317"/>
                  </a:cubicBezTo>
                  <a:cubicBezTo>
                    <a:pt x="96583" y="246412"/>
                    <a:pt x="95536" y="242697"/>
                    <a:pt x="95059" y="240792"/>
                  </a:cubicBezTo>
                  <a:cubicBezTo>
                    <a:pt x="94678" y="239173"/>
                    <a:pt x="93821" y="236029"/>
                    <a:pt x="93154" y="234505"/>
                  </a:cubicBezTo>
                  <a:cubicBezTo>
                    <a:pt x="92488" y="233077"/>
                    <a:pt x="90297" y="230695"/>
                    <a:pt x="89725" y="229171"/>
                  </a:cubicBezTo>
                  <a:cubicBezTo>
                    <a:pt x="89249" y="227647"/>
                    <a:pt x="88963" y="224409"/>
                    <a:pt x="89059" y="222885"/>
                  </a:cubicBezTo>
                  <a:cubicBezTo>
                    <a:pt x="89154" y="221456"/>
                    <a:pt x="89725" y="218408"/>
                    <a:pt x="90488" y="217170"/>
                  </a:cubicBezTo>
                  <a:cubicBezTo>
                    <a:pt x="90869" y="216503"/>
                    <a:pt x="92488" y="215932"/>
                    <a:pt x="92869" y="215265"/>
                  </a:cubicBezTo>
                  <a:cubicBezTo>
                    <a:pt x="93631" y="213741"/>
                    <a:pt x="92964" y="210121"/>
                    <a:pt x="93440" y="208502"/>
                  </a:cubicBezTo>
                  <a:cubicBezTo>
                    <a:pt x="93726" y="207454"/>
                    <a:pt x="95250" y="205645"/>
                    <a:pt x="95440" y="204597"/>
                  </a:cubicBezTo>
                  <a:cubicBezTo>
                    <a:pt x="95631" y="203359"/>
                    <a:pt x="95059" y="200977"/>
                    <a:pt x="94583" y="199930"/>
                  </a:cubicBezTo>
                  <a:cubicBezTo>
                    <a:pt x="94012" y="198787"/>
                    <a:pt x="91440" y="197358"/>
                    <a:pt x="91249" y="196215"/>
                  </a:cubicBezTo>
                  <a:cubicBezTo>
                    <a:pt x="91154" y="195453"/>
                    <a:pt x="92488" y="194310"/>
                    <a:pt x="92773" y="193643"/>
                  </a:cubicBezTo>
                  <a:cubicBezTo>
                    <a:pt x="93059" y="192881"/>
                    <a:pt x="93726" y="191357"/>
                    <a:pt x="93631" y="190595"/>
                  </a:cubicBezTo>
                  <a:cubicBezTo>
                    <a:pt x="93440" y="189738"/>
                    <a:pt x="91916" y="188690"/>
                    <a:pt x="91726" y="187833"/>
                  </a:cubicBezTo>
                  <a:cubicBezTo>
                    <a:pt x="91440" y="186976"/>
                    <a:pt x="91535" y="185071"/>
                    <a:pt x="91821" y="184213"/>
                  </a:cubicBezTo>
                  <a:cubicBezTo>
                    <a:pt x="92107" y="183261"/>
                    <a:pt x="93726" y="181927"/>
                    <a:pt x="94012" y="180975"/>
                  </a:cubicBezTo>
                  <a:cubicBezTo>
                    <a:pt x="94297" y="179832"/>
                    <a:pt x="93536" y="177355"/>
                    <a:pt x="93536" y="176117"/>
                  </a:cubicBezTo>
                  <a:cubicBezTo>
                    <a:pt x="93536" y="174784"/>
                    <a:pt x="94107" y="172117"/>
                    <a:pt x="94297" y="170783"/>
                  </a:cubicBezTo>
                  <a:cubicBezTo>
                    <a:pt x="94488" y="169354"/>
                    <a:pt x="94583" y="166306"/>
                    <a:pt x="95345" y="164973"/>
                  </a:cubicBezTo>
                  <a:cubicBezTo>
                    <a:pt x="95726" y="164401"/>
                    <a:pt x="97060" y="163830"/>
                    <a:pt x="97441" y="163354"/>
                  </a:cubicBezTo>
                  <a:cubicBezTo>
                    <a:pt x="97917" y="162687"/>
                    <a:pt x="98679" y="161068"/>
                    <a:pt x="98584" y="160306"/>
                  </a:cubicBezTo>
                  <a:cubicBezTo>
                    <a:pt x="98393" y="159163"/>
                    <a:pt x="95917" y="157829"/>
                    <a:pt x="95536" y="156686"/>
                  </a:cubicBezTo>
                  <a:cubicBezTo>
                    <a:pt x="95155" y="155638"/>
                    <a:pt x="95917" y="153352"/>
                    <a:pt x="95536" y="152305"/>
                  </a:cubicBezTo>
                  <a:cubicBezTo>
                    <a:pt x="95250" y="151638"/>
                    <a:pt x="93821" y="150781"/>
                    <a:pt x="93631" y="150114"/>
                  </a:cubicBezTo>
                  <a:cubicBezTo>
                    <a:pt x="93440" y="149257"/>
                    <a:pt x="94678" y="147733"/>
                    <a:pt x="94583" y="146971"/>
                  </a:cubicBezTo>
                  <a:cubicBezTo>
                    <a:pt x="94488" y="146113"/>
                    <a:pt x="92773" y="144970"/>
                    <a:pt x="92678" y="144113"/>
                  </a:cubicBezTo>
                  <a:cubicBezTo>
                    <a:pt x="92583" y="142684"/>
                    <a:pt x="94583" y="140208"/>
                    <a:pt x="95155" y="138874"/>
                  </a:cubicBezTo>
                  <a:cubicBezTo>
                    <a:pt x="95440" y="138113"/>
                    <a:pt x="96202" y="136493"/>
                    <a:pt x="96202" y="135636"/>
                  </a:cubicBezTo>
                  <a:cubicBezTo>
                    <a:pt x="96202" y="134398"/>
                    <a:pt x="94774" y="132112"/>
                    <a:pt x="94774" y="130969"/>
                  </a:cubicBezTo>
                  <a:cubicBezTo>
                    <a:pt x="94774" y="129635"/>
                    <a:pt x="95345" y="126873"/>
                    <a:pt x="96202" y="125920"/>
                  </a:cubicBezTo>
                  <a:cubicBezTo>
                    <a:pt x="96679" y="125349"/>
                    <a:pt x="98298" y="124968"/>
                    <a:pt x="98965" y="124873"/>
                  </a:cubicBezTo>
                  <a:cubicBezTo>
                    <a:pt x="100108" y="124777"/>
                    <a:pt x="102394" y="125635"/>
                    <a:pt x="103632" y="125539"/>
                  </a:cubicBezTo>
                  <a:cubicBezTo>
                    <a:pt x="104489" y="125444"/>
                    <a:pt x="106013" y="124968"/>
                    <a:pt x="106775" y="124587"/>
                  </a:cubicBezTo>
                  <a:cubicBezTo>
                    <a:pt x="107728" y="124111"/>
                    <a:pt x="109061" y="122206"/>
                    <a:pt x="110109" y="122206"/>
                  </a:cubicBezTo>
                  <a:cubicBezTo>
                    <a:pt x="110966" y="122206"/>
                    <a:pt x="111919" y="124396"/>
                    <a:pt x="112776" y="124301"/>
                  </a:cubicBezTo>
                  <a:cubicBezTo>
                    <a:pt x="113824" y="124206"/>
                    <a:pt x="114490" y="121634"/>
                    <a:pt x="115443" y="121253"/>
                  </a:cubicBezTo>
                  <a:cubicBezTo>
                    <a:pt x="116395" y="120777"/>
                    <a:pt x="118872" y="120777"/>
                    <a:pt x="119920" y="121063"/>
                  </a:cubicBezTo>
                  <a:cubicBezTo>
                    <a:pt x="120872" y="121348"/>
                    <a:pt x="122396" y="122872"/>
                    <a:pt x="123349" y="123253"/>
                  </a:cubicBezTo>
                  <a:cubicBezTo>
                    <a:pt x="124015" y="123444"/>
                    <a:pt x="125540" y="123063"/>
                    <a:pt x="126111" y="123444"/>
                  </a:cubicBezTo>
                  <a:cubicBezTo>
                    <a:pt x="126682" y="123825"/>
                    <a:pt x="126682" y="125730"/>
                    <a:pt x="127254" y="126016"/>
                  </a:cubicBezTo>
                  <a:cubicBezTo>
                    <a:pt x="128111" y="126492"/>
                    <a:pt x="130111" y="124968"/>
                    <a:pt x="130969" y="125254"/>
                  </a:cubicBezTo>
                  <a:cubicBezTo>
                    <a:pt x="131636" y="125539"/>
                    <a:pt x="132207" y="127254"/>
                    <a:pt x="132874" y="127444"/>
                  </a:cubicBezTo>
                  <a:cubicBezTo>
                    <a:pt x="133540" y="127730"/>
                    <a:pt x="134969" y="127349"/>
                    <a:pt x="135541" y="127063"/>
                  </a:cubicBezTo>
                  <a:cubicBezTo>
                    <a:pt x="136303" y="126682"/>
                    <a:pt x="137160" y="124873"/>
                    <a:pt x="137922" y="124587"/>
                  </a:cubicBezTo>
                  <a:cubicBezTo>
                    <a:pt x="138779" y="124301"/>
                    <a:pt x="140589" y="124587"/>
                    <a:pt x="141351" y="125063"/>
                  </a:cubicBezTo>
                  <a:cubicBezTo>
                    <a:pt x="142494" y="125730"/>
                    <a:pt x="143923" y="128111"/>
                    <a:pt x="144494" y="129349"/>
                  </a:cubicBezTo>
                  <a:cubicBezTo>
                    <a:pt x="145066" y="130302"/>
                    <a:pt x="145732" y="132302"/>
                    <a:pt x="146209" y="133255"/>
                  </a:cubicBezTo>
                  <a:cubicBezTo>
                    <a:pt x="146590" y="134017"/>
                    <a:pt x="147828" y="135445"/>
                    <a:pt x="148019" y="136303"/>
                  </a:cubicBezTo>
                  <a:cubicBezTo>
                    <a:pt x="148209" y="137160"/>
                    <a:pt x="147542" y="139065"/>
                    <a:pt x="147638" y="139922"/>
                  </a:cubicBezTo>
                  <a:cubicBezTo>
                    <a:pt x="147733" y="140494"/>
                    <a:pt x="148209" y="141542"/>
                    <a:pt x="148590" y="141922"/>
                  </a:cubicBezTo>
                  <a:cubicBezTo>
                    <a:pt x="149352" y="142684"/>
                    <a:pt x="151638" y="142875"/>
                    <a:pt x="152400" y="143542"/>
                  </a:cubicBezTo>
                  <a:cubicBezTo>
                    <a:pt x="153352" y="144399"/>
                    <a:pt x="154115" y="147161"/>
                    <a:pt x="155162" y="147923"/>
                  </a:cubicBezTo>
                  <a:cubicBezTo>
                    <a:pt x="155924" y="148495"/>
                    <a:pt x="157829" y="149257"/>
                    <a:pt x="158782" y="149257"/>
                  </a:cubicBezTo>
                  <a:cubicBezTo>
                    <a:pt x="160020" y="149257"/>
                    <a:pt x="162211" y="147542"/>
                    <a:pt x="163544" y="147352"/>
                  </a:cubicBezTo>
                  <a:cubicBezTo>
                    <a:pt x="164592" y="147161"/>
                    <a:pt x="166973" y="148209"/>
                    <a:pt x="167926" y="147638"/>
                  </a:cubicBezTo>
                  <a:cubicBezTo>
                    <a:pt x="169069" y="146971"/>
                    <a:pt x="169545" y="144018"/>
                    <a:pt x="170307" y="142875"/>
                  </a:cubicBezTo>
                  <a:cubicBezTo>
                    <a:pt x="170878" y="142018"/>
                    <a:pt x="172498" y="140684"/>
                    <a:pt x="172784" y="139827"/>
                  </a:cubicBezTo>
                  <a:cubicBezTo>
                    <a:pt x="173069" y="139065"/>
                    <a:pt x="172402" y="137160"/>
                    <a:pt x="172879" y="136398"/>
                  </a:cubicBezTo>
                  <a:cubicBezTo>
                    <a:pt x="173355" y="135541"/>
                    <a:pt x="175546" y="135160"/>
                    <a:pt x="176308" y="134493"/>
                  </a:cubicBezTo>
                  <a:cubicBezTo>
                    <a:pt x="176879" y="133921"/>
                    <a:pt x="177641" y="132397"/>
                    <a:pt x="178022" y="131635"/>
                  </a:cubicBezTo>
                  <a:cubicBezTo>
                    <a:pt x="178498" y="130778"/>
                    <a:pt x="179165" y="128873"/>
                    <a:pt x="179832" y="128111"/>
                  </a:cubicBezTo>
                  <a:cubicBezTo>
                    <a:pt x="180499" y="127254"/>
                    <a:pt x="182785" y="126492"/>
                    <a:pt x="183451" y="125635"/>
                  </a:cubicBezTo>
                  <a:cubicBezTo>
                    <a:pt x="183928" y="124968"/>
                    <a:pt x="184594" y="122587"/>
                    <a:pt x="184594" y="122587"/>
                  </a:cubicBezTo>
                  <a:lnTo>
                    <a:pt x="202025" y="0"/>
                  </a:lnTo>
                  <a:lnTo>
                    <a:pt x="336899" y="19240"/>
                  </a:lnTo>
                  <a:lnTo>
                    <a:pt x="475012" y="36767"/>
                  </a:lnTo>
                  <a:lnTo>
                    <a:pt x="629507" y="55150"/>
                  </a:lnTo>
                  <a:lnTo>
                    <a:pt x="787146" y="72961"/>
                  </a:lnTo>
                  <a:lnTo>
                    <a:pt x="812102" y="75438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67" name="Freeform: Shape 75">
              <a:extLst>
                <a:ext uri="{FF2B5EF4-FFF2-40B4-BE49-F238E27FC236}">
                  <a16:creationId xmlns:a16="http://schemas.microsoft.com/office/drawing/2014/main" id="{1294E8BE-4226-8965-6B42-1B4E77E567C3}"/>
                </a:ext>
              </a:extLst>
            </p:cNvPr>
            <p:cNvSpPr/>
            <p:nvPr/>
          </p:nvSpPr>
          <p:spPr>
            <a:xfrm>
              <a:off x="3788950" y="1645825"/>
              <a:ext cx="714375" cy="1162050"/>
            </a:xfrm>
            <a:custGeom>
              <a:avLst/>
              <a:gdLst>
                <a:gd name="connsiteX0" fmla="*/ 337661 w 714375"/>
                <a:gd name="connsiteY0" fmla="*/ 1121950 h 1162050"/>
                <a:gd name="connsiteX1" fmla="*/ 311372 w 714375"/>
                <a:gd name="connsiteY1" fmla="*/ 1118045 h 1162050"/>
                <a:gd name="connsiteX2" fmla="*/ 260032 w 714375"/>
                <a:gd name="connsiteY2" fmla="*/ 1109948 h 1162050"/>
                <a:gd name="connsiteX3" fmla="*/ 224981 w 714375"/>
                <a:gd name="connsiteY3" fmla="*/ 1104805 h 1162050"/>
                <a:gd name="connsiteX4" fmla="*/ 0 w 714375"/>
                <a:gd name="connsiteY4" fmla="*/ 1065562 h 1162050"/>
                <a:gd name="connsiteX5" fmla="*/ 45815 w 714375"/>
                <a:gd name="connsiteY5" fmla="*/ 812387 h 1162050"/>
                <a:gd name="connsiteX6" fmla="*/ 49054 w 714375"/>
                <a:gd name="connsiteY6" fmla="*/ 801053 h 1162050"/>
                <a:gd name="connsiteX7" fmla="*/ 48768 w 714375"/>
                <a:gd name="connsiteY7" fmla="*/ 791813 h 1162050"/>
                <a:gd name="connsiteX8" fmla="*/ 50578 w 714375"/>
                <a:gd name="connsiteY8" fmla="*/ 783336 h 1162050"/>
                <a:gd name="connsiteX9" fmla="*/ 53435 w 714375"/>
                <a:gd name="connsiteY9" fmla="*/ 781336 h 1162050"/>
                <a:gd name="connsiteX10" fmla="*/ 57436 w 714375"/>
                <a:gd name="connsiteY10" fmla="*/ 778955 h 1162050"/>
                <a:gd name="connsiteX11" fmla="*/ 58674 w 714375"/>
                <a:gd name="connsiteY11" fmla="*/ 775049 h 1162050"/>
                <a:gd name="connsiteX12" fmla="*/ 60388 w 714375"/>
                <a:gd name="connsiteY12" fmla="*/ 773049 h 1162050"/>
                <a:gd name="connsiteX13" fmla="*/ 60769 w 714375"/>
                <a:gd name="connsiteY13" fmla="*/ 767048 h 1162050"/>
                <a:gd name="connsiteX14" fmla="*/ 63151 w 714375"/>
                <a:gd name="connsiteY14" fmla="*/ 765048 h 1162050"/>
                <a:gd name="connsiteX15" fmla="*/ 65151 w 714375"/>
                <a:gd name="connsiteY15" fmla="*/ 761524 h 1162050"/>
                <a:gd name="connsiteX16" fmla="*/ 65818 w 714375"/>
                <a:gd name="connsiteY16" fmla="*/ 756190 h 1162050"/>
                <a:gd name="connsiteX17" fmla="*/ 63913 w 714375"/>
                <a:gd name="connsiteY17" fmla="*/ 753428 h 1162050"/>
                <a:gd name="connsiteX18" fmla="*/ 62484 w 714375"/>
                <a:gd name="connsiteY18" fmla="*/ 753332 h 1162050"/>
                <a:gd name="connsiteX19" fmla="*/ 62198 w 714375"/>
                <a:gd name="connsiteY19" fmla="*/ 748189 h 1162050"/>
                <a:gd name="connsiteX20" fmla="*/ 67627 w 714375"/>
                <a:gd name="connsiteY20" fmla="*/ 747427 h 1162050"/>
                <a:gd name="connsiteX21" fmla="*/ 70104 w 714375"/>
                <a:gd name="connsiteY21" fmla="*/ 744665 h 1162050"/>
                <a:gd name="connsiteX22" fmla="*/ 71819 w 714375"/>
                <a:gd name="connsiteY22" fmla="*/ 741331 h 1162050"/>
                <a:gd name="connsiteX23" fmla="*/ 73723 w 714375"/>
                <a:gd name="connsiteY23" fmla="*/ 739140 h 1162050"/>
                <a:gd name="connsiteX24" fmla="*/ 74581 w 714375"/>
                <a:gd name="connsiteY24" fmla="*/ 734187 h 1162050"/>
                <a:gd name="connsiteX25" fmla="*/ 72104 w 714375"/>
                <a:gd name="connsiteY25" fmla="*/ 731330 h 1162050"/>
                <a:gd name="connsiteX26" fmla="*/ 68580 w 714375"/>
                <a:gd name="connsiteY26" fmla="*/ 730949 h 1162050"/>
                <a:gd name="connsiteX27" fmla="*/ 66770 w 714375"/>
                <a:gd name="connsiteY27" fmla="*/ 728663 h 1162050"/>
                <a:gd name="connsiteX28" fmla="*/ 67342 w 714375"/>
                <a:gd name="connsiteY28" fmla="*/ 724186 h 1162050"/>
                <a:gd name="connsiteX29" fmla="*/ 64294 w 714375"/>
                <a:gd name="connsiteY29" fmla="*/ 721519 h 1162050"/>
                <a:gd name="connsiteX30" fmla="*/ 62198 w 714375"/>
                <a:gd name="connsiteY30" fmla="*/ 721709 h 1162050"/>
                <a:gd name="connsiteX31" fmla="*/ 60198 w 714375"/>
                <a:gd name="connsiteY31" fmla="*/ 724186 h 1162050"/>
                <a:gd name="connsiteX32" fmla="*/ 57817 w 714375"/>
                <a:gd name="connsiteY32" fmla="*/ 721805 h 1162050"/>
                <a:gd name="connsiteX33" fmla="*/ 56198 w 714375"/>
                <a:gd name="connsiteY33" fmla="*/ 719614 h 1162050"/>
                <a:gd name="connsiteX34" fmla="*/ 54197 w 714375"/>
                <a:gd name="connsiteY34" fmla="*/ 715232 h 1162050"/>
                <a:gd name="connsiteX35" fmla="*/ 51721 w 714375"/>
                <a:gd name="connsiteY35" fmla="*/ 717709 h 1162050"/>
                <a:gd name="connsiteX36" fmla="*/ 46958 w 714375"/>
                <a:gd name="connsiteY36" fmla="*/ 717995 h 1162050"/>
                <a:gd name="connsiteX37" fmla="*/ 45244 w 714375"/>
                <a:gd name="connsiteY37" fmla="*/ 714280 h 1162050"/>
                <a:gd name="connsiteX38" fmla="*/ 42767 w 714375"/>
                <a:gd name="connsiteY38" fmla="*/ 712375 h 1162050"/>
                <a:gd name="connsiteX39" fmla="*/ 42577 w 714375"/>
                <a:gd name="connsiteY39" fmla="*/ 707993 h 1162050"/>
                <a:gd name="connsiteX40" fmla="*/ 45815 w 714375"/>
                <a:gd name="connsiteY40" fmla="*/ 705136 h 1162050"/>
                <a:gd name="connsiteX41" fmla="*/ 44101 w 714375"/>
                <a:gd name="connsiteY41" fmla="*/ 700564 h 1162050"/>
                <a:gd name="connsiteX42" fmla="*/ 42291 w 714375"/>
                <a:gd name="connsiteY42" fmla="*/ 696087 h 1162050"/>
                <a:gd name="connsiteX43" fmla="*/ 44767 w 714375"/>
                <a:gd name="connsiteY43" fmla="*/ 693325 h 1162050"/>
                <a:gd name="connsiteX44" fmla="*/ 46577 w 714375"/>
                <a:gd name="connsiteY44" fmla="*/ 689705 h 1162050"/>
                <a:gd name="connsiteX45" fmla="*/ 46768 w 714375"/>
                <a:gd name="connsiteY45" fmla="*/ 684562 h 1162050"/>
                <a:gd name="connsiteX46" fmla="*/ 51054 w 714375"/>
                <a:gd name="connsiteY46" fmla="*/ 680085 h 1162050"/>
                <a:gd name="connsiteX47" fmla="*/ 53054 w 714375"/>
                <a:gd name="connsiteY47" fmla="*/ 676561 h 1162050"/>
                <a:gd name="connsiteX48" fmla="*/ 56198 w 714375"/>
                <a:gd name="connsiteY48" fmla="*/ 676275 h 1162050"/>
                <a:gd name="connsiteX49" fmla="*/ 57245 w 714375"/>
                <a:gd name="connsiteY49" fmla="*/ 671798 h 1162050"/>
                <a:gd name="connsiteX50" fmla="*/ 59817 w 714375"/>
                <a:gd name="connsiteY50" fmla="*/ 669893 h 1162050"/>
                <a:gd name="connsiteX51" fmla="*/ 60484 w 714375"/>
                <a:gd name="connsiteY51" fmla="*/ 665131 h 1162050"/>
                <a:gd name="connsiteX52" fmla="*/ 64770 w 714375"/>
                <a:gd name="connsiteY52" fmla="*/ 661416 h 1162050"/>
                <a:gd name="connsiteX53" fmla="*/ 67532 w 714375"/>
                <a:gd name="connsiteY53" fmla="*/ 655130 h 1162050"/>
                <a:gd name="connsiteX54" fmla="*/ 70866 w 714375"/>
                <a:gd name="connsiteY54" fmla="*/ 651701 h 1162050"/>
                <a:gd name="connsiteX55" fmla="*/ 71819 w 714375"/>
                <a:gd name="connsiteY55" fmla="*/ 646081 h 1162050"/>
                <a:gd name="connsiteX56" fmla="*/ 76009 w 714375"/>
                <a:gd name="connsiteY56" fmla="*/ 644843 h 1162050"/>
                <a:gd name="connsiteX57" fmla="*/ 79629 w 714375"/>
                <a:gd name="connsiteY57" fmla="*/ 645319 h 1162050"/>
                <a:gd name="connsiteX58" fmla="*/ 82486 w 714375"/>
                <a:gd name="connsiteY58" fmla="*/ 643128 h 1162050"/>
                <a:gd name="connsiteX59" fmla="*/ 87058 w 714375"/>
                <a:gd name="connsiteY59" fmla="*/ 641509 h 1162050"/>
                <a:gd name="connsiteX60" fmla="*/ 90488 w 714375"/>
                <a:gd name="connsiteY60" fmla="*/ 634841 h 1162050"/>
                <a:gd name="connsiteX61" fmla="*/ 97155 w 714375"/>
                <a:gd name="connsiteY61" fmla="*/ 631031 h 1162050"/>
                <a:gd name="connsiteX62" fmla="*/ 100489 w 714375"/>
                <a:gd name="connsiteY62" fmla="*/ 624650 h 1162050"/>
                <a:gd name="connsiteX63" fmla="*/ 101346 w 714375"/>
                <a:gd name="connsiteY63" fmla="*/ 621316 h 1162050"/>
                <a:gd name="connsiteX64" fmla="*/ 98774 w 714375"/>
                <a:gd name="connsiteY64" fmla="*/ 615601 h 1162050"/>
                <a:gd name="connsiteX65" fmla="*/ 101727 w 714375"/>
                <a:gd name="connsiteY65" fmla="*/ 611981 h 1162050"/>
                <a:gd name="connsiteX66" fmla="*/ 101917 w 714375"/>
                <a:gd name="connsiteY66" fmla="*/ 606552 h 1162050"/>
                <a:gd name="connsiteX67" fmla="*/ 106966 w 714375"/>
                <a:gd name="connsiteY67" fmla="*/ 604552 h 1162050"/>
                <a:gd name="connsiteX68" fmla="*/ 110681 w 714375"/>
                <a:gd name="connsiteY68" fmla="*/ 600647 h 1162050"/>
                <a:gd name="connsiteX69" fmla="*/ 111728 w 714375"/>
                <a:gd name="connsiteY69" fmla="*/ 596646 h 1162050"/>
                <a:gd name="connsiteX70" fmla="*/ 115252 w 714375"/>
                <a:gd name="connsiteY70" fmla="*/ 594455 h 1162050"/>
                <a:gd name="connsiteX71" fmla="*/ 118586 w 714375"/>
                <a:gd name="connsiteY71" fmla="*/ 590359 h 1162050"/>
                <a:gd name="connsiteX72" fmla="*/ 120491 w 714375"/>
                <a:gd name="connsiteY72" fmla="*/ 585311 h 1162050"/>
                <a:gd name="connsiteX73" fmla="*/ 123254 w 714375"/>
                <a:gd name="connsiteY73" fmla="*/ 576834 h 1162050"/>
                <a:gd name="connsiteX74" fmla="*/ 126016 w 714375"/>
                <a:gd name="connsiteY74" fmla="*/ 572834 h 1162050"/>
                <a:gd name="connsiteX75" fmla="*/ 128683 w 714375"/>
                <a:gd name="connsiteY75" fmla="*/ 568738 h 1162050"/>
                <a:gd name="connsiteX76" fmla="*/ 129921 w 714375"/>
                <a:gd name="connsiteY76" fmla="*/ 563785 h 1162050"/>
                <a:gd name="connsiteX77" fmla="*/ 133159 w 714375"/>
                <a:gd name="connsiteY77" fmla="*/ 559689 h 1162050"/>
                <a:gd name="connsiteX78" fmla="*/ 138875 w 714375"/>
                <a:gd name="connsiteY78" fmla="*/ 551879 h 1162050"/>
                <a:gd name="connsiteX79" fmla="*/ 146018 w 714375"/>
                <a:gd name="connsiteY79" fmla="*/ 546354 h 1162050"/>
                <a:gd name="connsiteX80" fmla="*/ 146971 w 714375"/>
                <a:gd name="connsiteY80" fmla="*/ 539020 h 1162050"/>
                <a:gd name="connsiteX81" fmla="*/ 150876 w 714375"/>
                <a:gd name="connsiteY81" fmla="*/ 535019 h 1162050"/>
                <a:gd name="connsiteX82" fmla="*/ 155257 w 714375"/>
                <a:gd name="connsiteY82" fmla="*/ 531019 h 1162050"/>
                <a:gd name="connsiteX83" fmla="*/ 159925 w 714375"/>
                <a:gd name="connsiteY83" fmla="*/ 525875 h 1162050"/>
                <a:gd name="connsiteX84" fmla="*/ 159353 w 714375"/>
                <a:gd name="connsiteY84" fmla="*/ 519017 h 1162050"/>
                <a:gd name="connsiteX85" fmla="*/ 154877 w 714375"/>
                <a:gd name="connsiteY85" fmla="*/ 512540 h 1162050"/>
                <a:gd name="connsiteX86" fmla="*/ 154496 w 714375"/>
                <a:gd name="connsiteY86" fmla="*/ 508921 h 1162050"/>
                <a:gd name="connsiteX87" fmla="*/ 154781 w 714375"/>
                <a:gd name="connsiteY87" fmla="*/ 503587 h 1162050"/>
                <a:gd name="connsiteX88" fmla="*/ 150971 w 714375"/>
                <a:gd name="connsiteY88" fmla="*/ 495681 h 1162050"/>
                <a:gd name="connsiteX89" fmla="*/ 146113 w 714375"/>
                <a:gd name="connsiteY89" fmla="*/ 495967 h 1162050"/>
                <a:gd name="connsiteX90" fmla="*/ 142113 w 714375"/>
                <a:gd name="connsiteY90" fmla="*/ 493967 h 1162050"/>
                <a:gd name="connsiteX91" fmla="*/ 139732 w 714375"/>
                <a:gd name="connsiteY91" fmla="*/ 487966 h 1162050"/>
                <a:gd name="connsiteX92" fmla="*/ 135160 w 714375"/>
                <a:gd name="connsiteY92" fmla="*/ 488823 h 1162050"/>
                <a:gd name="connsiteX93" fmla="*/ 131445 w 714375"/>
                <a:gd name="connsiteY93" fmla="*/ 486823 h 1162050"/>
                <a:gd name="connsiteX94" fmla="*/ 130778 w 714375"/>
                <a:gd name="connsiteY94" fmla="*/ 481679 h 1162050"/>
                <a:gd name="connsiteX95" fmla="*/ 129064 w 714375"/>
                <a:gd name="connsiteY95" fmla="*/ 477298 h 1162050"/>
                <a:gd name="connsiteX96" fmla="*/ 124873 w 714375"/>
                <a:gd name="connsiteY96" fmla="*/ 472154 h 1162050"/>
                <a:gd name="connsiteX97" fmla="*/ 124111 w 714375"/>
                <a:gd name="connsiteY97" fmla="*/ 463677 h 1162050"/>
                <a:gd name="connsiteX98" fmla="*/ 121920 w 714375"/>
                <a:gd name="connsiteY98" fmla="*/ 458629 h 1162050"/>
                <a:gd name="connsiteX99" fmla="*/ 121729 w 714375"/>
                <a:gd name="connsiteY99" fmla="*/ 449485 h 1162050"/>
                <a:gd name="connsiteX100" fmla="*/ 117538 w 714375"/>
                <a:gd name="connsiteY100" fmla="*/ 445199 h 1162050"/>
                <a:gd name="connsiteX101" fmla="*/ 118110 w 714375"/>
                <a:gd name="connsiteY101" fmla="*/ 441198 h 1162050"/>
                <a:gd name="connsiteX102" fmla="*/ 121158 w 714375"/>
                <a:gd name="connsiteY102" fmla="*/ 439579 h 1162050"/>
                <a:gd name="connsiteX103" fmla="*/ 122301 w 714375"/>
                <a:gd name="connsiteY103" fmla="*/ 436721 h 1162050"/>
                <a:gd name="connsiteX104" fmla="*/ 125635 w 714375"/>
                <a:gd name="connsiteY104" fmla="*/ 433102 h 1162050"/>
                <a:gd name="connsiteX105" fmla="*/ 125825 w 714375"/>
                <a:gd name="connsiteY105" fmla="*/ 429387 h 1162050"/>
                <a:gd name="connsiteX106" fmla="*/ 122777 w 714375"/>
                <a:gd name="connsiteY106" fmla="*/ 425672 h 1162050"/>
                <a:gd name="connsiteX107" fmla="*/ 125349 w 714375"/>
                <a:gd name="connsiteY107" fmla="*/ 420815 h 1162050"/>
                <a:gd name="connsiteX108" fmla="*/ 122587 w 714375"/>
                <a:gd name="connsiteY108" fmla="*/ 415862 h 1162050"/>
                <a:gd name="connsiteX109" fmla="*/ 123158 w 714375"/>
                <a:gd name="connsiteY109" fmla="*/ 412147 h 1162050"/>
                <a:gd name="connsiteX110" fmla="*/ 119444 w 714375"/>
                <a:gd name="connsiteY110" fmla="*/ 407480 h 1162050"/>
                <a:gd name="connsiteX111" fmla="*/ 119348 w 714375"/>
                <a:gd name="connsiteY111" fmla="*/ 403765 h 1162050"/>
                <a:gd name="connsiteX112" fmla="*/ 117634 w 714375"/>
                <a:gd name="connsiteY112" fmla="*/ 401955 h 1162050"/>
                <a:gd name="connsiteX113" fmla="*/ 118396 w 714375"/>
                <a:gd name="connsiteY113" fmla="*/ 397669 h 1162050"/>
                <a:gd name="connsiteX114" fmla="*/ 120301 w 714375"/>
                <a:gd name="connsiteY114" fmla="*/ 393383 h 1162050"/>
                <a:gd name="connsiteX115" fmla="*/ 191929 w 714375"/>
                <a:gd name="connsiteY115" fmla="*/ 0 h 1162050"/>
                <a:gd name="connsiteX116" fmla="*/ 192405 w 714375"/>
                <a:gd name="connsiteY116" fmla="*/ 95 h 1162050"/>
                <a:gd name="connsiteX117" fmla="*/ 291846 w 714375"/>
                <a:gd name="connsiteY117" fmla="*/ 17145 h 1162050"/>
                <a:gd name="connsiteX118" fmla="*/ 266129 w 714375"/>
                <a:gd name="connsiteY118" fmla="*/ 168878 h 1162050"/>
                <a:gd name="connsiteX119" fmla="*/ 265843 w 714375"/>
                <a:gd name="connsiteY119" fmla="*/ 172593 h 1162050"/>
                <a:gd name="connsiteX120" fmla="*/ 267843 w 714375"/>
                <a:gd name="connsiteY120" fmla="*/ 175641 h 1162050"/>
                <a:gd name="connsiteX121" fmla="*/ 269081 w 714375"/>
                <a:gd name="connsiteY121" fmla="*/ 180975 h 1162050"/>
                <a:gd name="connsiteX122" fmla="*/ 272986 w 714375"/>
                <a:gd name="connsiteY122" fmla="*/ 184404 h 1162050"/>
                <a:gd name="connsiteX123" fmla="*/ 276034 w 714375"/>
                <a:gd name="connsiteY123" fmla="*/ 189929 h 1162050"/>
                <a:gd name="connsiteX124" fmla="*/ 276225 w 714375"/>
                <a:gd name="connsiteY124" fmla="*/ 193358 h 1162050"/>
                <a:gd name="connsiteX125" fmla="*/ 278225 w 714375"/>
                <a:gd name="connsiteY125" fmla="*/ 195644 h 1162050"/>
                <a:gd name="connsiteX126" fmla="*/ 281654 w 714375"/>
                <a:gd name="connsiteY126" fmla="*/ 196977 h 1162050"/>
                <a:gd name="connsiteX127" fmla="*/ 282416 w 714375"/>
                <a:gd name="connsiteY127" fmla="*/ 200978 h 1162050"/>
                <a:gd name="connsiteX128" fmla="*/ 280988 w 714375"/>
                <a:gd name="connsiteY128" fmla="*/ 204978 h 1162050"/>
                <a:gd name="connsiteX129" fmla="*/ 282607 w 714375"/>
                <a:gd name="connsiteY129" fmla="*/ 209741 h 1162050"/>
                <a:gd name="connsiteX130" fmla="*/ 285845 w 714375"/>
                <a:gd name="connsiteY130" fmla="*/ 210788 h 1162050"/>
                <a:gd name="connsiteX131" fmla="*/ 287465 w 714375"/>
                <a:gd name="connsiteY131" fmla="*/ 211836 h 1162050"/>
                <a:gd name="connsiteX132" fmla="*/ 286893 w 714375"/>
                <a:gd name="connsiteY132" fmla="*/ 215646 h 1162050"/>
                <a:gd name="connsiteX133" fmla="*/ 289465 w 714375"/>
                <a:gd name="connsiteY133" fmla="*/ 217075 h 1162050"/>
                <a:gd name="connsiteX134" fmla="*/ 291656 w 714375"/>
                <a:gd name="connsiteY134" fmla="*/ 219266 h 1162050"/>
                <a:gd name="connsiteX135" fmla="*/ 291656 w 714375"/>
                <a:gd name="connsiteY135" fmla="*/ 223552 h 1162050"/>
                <a:gd name="connsiteX136" fmla="*/ 289750 w 714375"/>
                <a:gd name="connsiteY136" fmla="*/ 225362 h 1162050"/>
                <a:gd name="connsiteX137" fmla="*/ 289655 w 714375"/>
                <a:gd name="connsiteY137" fmla="*/ 229076 h 1162050"/>
                <a:gd name="connsiteX138" fmla="*/ 292513 w 714375"/>
                <a:gd name="connsiteY138" fmla="*/ 231839 h 1162050"/>
                <a:gd name="connsiteX139" fmla="*/ 294227 w 714375"/>
                <a:gd name="connsiteY139" fmla="*/ 236696 h 1162050"/>
                <a:gd name="connsiteX140" fmla="*/ 292036 w 714375"/>
                <a:gd name="connsiteY140" fmla="*/ 239744 h 1162050"/>
                <a:gd name="connsiteX141" fmla="*/ 287941 w 714375"/>
                <a:gd name="connsiteY141" fmla="*/ 239459 h 1162050"/>
                <a:gd name="connsiteX142" fmla="*/ 285369 w 714375"/>
                <a:gd name="connsiteY142" fmla="*/ 243173 h 1162050"/>
                <a:gd name="connsiteX143" fmla="*/ 286988 w 714375"/>
                <a:gd name="connsiteY143" fmla="*/ 245840 h 1162050"/>
                <a:gd name="connsiteX144" fmla="*/ 289560 w 714375"/>
                <a:gd name="connsiteY144" fmla="*/ 248698 h 1162050"/>
                <a:gd name="connsiteX145" fmla="*/ 290417 w 714375"/>
                <a:gd name="connsiteY145" fmla="*/ 252984 h 1162050"/>
                <a:gd name="connsiteX146" fmla="*/ 293656 w 714375"/>
                <a:gd name="connsiteY146" fmla="*/ 254794 h 1162050"/>
                <a:gd name="connsiteX147" fmla="*/ 293275 w 714375"/>
                <a:gd name="connsiteY147" fmla="*/ 258413 h 1162050"/>
                <a:gd name="connsiteX148" fmla="*/ 289465 w 714375"/>
                <a:gd name="connsiteY148" fmla="*/ 258413 h 1162050"/>
                <a:gd name="connsiteX149" fmla="*/ 286036 w 714375"/>
                <a:gd name="connsiteY149" fmla="*/ 258032 h 1162050"/>
                <a:gd name="connsiteX150" fmla="*/ 283940 w 714375"/>
                <a:gd name="connsiteY150" fmla="*/ 261652 h 1162050"/>
                <a:gd name="connsiteX151" fmla="*/ 288036 w 714375"/>
                <a:gd name="connsiteY151" fmla="*/ 265176 h 1162050"/>
                <a:gd name="connsiteX152" fmla="*/ 291656 w 714375"/>
                <a:gd name="connsiteY152" fmla="*/ 266795 h 1162050"/>
                <a:gd name="connsiteX153" fmla="*/ 293656 w 714375"/>
                <a:gd name="connsiteY153" fmla="*/ 270319 h 1162050"/>
                <a:gd name="connsiteX154" fmla="*/ 297180 w 714375"/>
                <a:gd name="connsiteY154" fmla="*/ 271272 h 1162050"/>
                <a:gd name="connsiteX155" fmla="*/ 300895 w 714375"/>
                <a:gd name="connsiteY155" fmla="*/ 275082 h 1162050"/>
                <a:gd name="connsiteX156" fmla="*/ 302419 w 714375"/>
                <a:gd name="connsiteY156" fmla="*/ 281845 h 1162050"/>
                <a:gd name="connsiteX157" fmla="*/ 304514 w 714375"/>
                <a:gd name="connsiteY157" fmla="*/ 286131 h 1162050"/>
                <a:gd name="connsiteX158" fmla="*/ 309372 w 714375"/>
                <a:gd name="connsiteY158" fmla="*/ 288322 h 1162050"/>
                <a:gd name="connsiteX159" fmla="*/ 314134 w 714375"/>
                <a:gd name="connsiteY159" fmla="*/ 292799 h 1162050"/>
                <a:gd name="connsiteX160" fmla="*/ 320516 w 714375"/>
                <a:gd name="connsiteY160" fmla="*/ 293465 h 1162050"/>
                <a:gd name="connsiteX161" fmla="*/ 322993 w 714375"/>
                <a:gd name="connsiteY161" fmla="*/ 295370 h 1162050"/>
                <a:gd name="connsiteX162" fmla="*/ 324231 w 714375"/>
                <a:gd name="connsiteY162" fmla="*/ 300323 h 1162050"/>
                <a:gd name="connsiteX163" fmla="*/ 324231 w 714375"/>
                <a:gd name="connsiteY163" fmla="*/ 303276 h 1162050"/>
                <a:gd name="connsiteX164" fmla="*/ 324898 w 714375"/>
                <a:gd name="connsiteY164" fmla="*/ 306038 h 1162050"/>
                <a:gd name="connsiteX165" fmla="*/ 327755 w 714375"/>
                <a:gd name="connsiteY165" fmla="*/ 307562 h 1162050"/>
                <a:gd name="connsiteX166" fmla="*/ 328517 w 714375"/>
                <a:gd name="connsiteY166" fmla="*/ 311658 h 1162050"/>
                <a:gd name="connsiteX167" fmla="*/ 332803 w 714375"/>
                <a:gd name="connsiteY167" fmla="*/ 312515 h 1162050"/>
                <a:gd name="connsiteX168" fmla="*/ 334899 w 714375"/>
                <a:gd name="connsiteY168" fmla="*/ 319278 h 1162050"/>
                <a:gd name="connsiteX169" fmla="*/ 337661 w 714375"/>
                <a:gd name="connsiteY169" fmla="*/ 321945 h 1162050"/>
                <a:gd name="connsiteX170" fmla="*/ 339281 w 714375"/>
                <a:gd name="connsiteY170" fmla="*/ 327755 h 1162050"/>
                <a:gd name="connsiteX171" fmla="*/ 343186 w 714375"/>
                <a:gd name="connsiteY171" fmla="*/ 330613 h 1162050"/>
                <a:gd name="connsiteX172" fmla="*/ 344805 w 714375"/>
                <a:gd name="connsiteY172" fmla="*/ 334137 h 1162050"/>
                <a:gd name="connsiteX173" fmla="*/ 344138 w 714375"/>
                <a:gd name="connsiteY173" fmla="*/ 338995 h 1162050"/>
                <a:gd name="connsiteX174" fmla="*/ 346043 w 714375"/>
                <a:gd name="connsiteY174" fmla="*/ 343281 h 1162050"/>
                <a:gd name="connsiteX175" fmla="*/ 350615 w 714375"/>
                <a:gd name="connsiteY175" fmla="*/ 344519 h 1162050"/>
                <a:gd name="connsiteX176" fmla="*/ 352520 w 714375"/>
                <a:gd name="connsiteY176" fmla="*/ 349568 h 1162050"/>
                <a:gd name="connsiteX177" fmla="*/ 356235 w 714375"/>
                <a:gd name="connsiteY177" fmla="*/ 352235 h 1162050"/>
                <a:gd name="connsiteX178" fmla="*/ 356330 w 714375"/>
                <a:gd name="connsiteY178" fmla="*/ 356711 h 1162050"/>
                <a:gd name="connsiteX179" fmla="*/ 354140 w 714375"/>
                <a:gd name="connsiteY179" fmla="*/ 361474 h 1162050"/>
                <a:gd name="connsiteX180" fmla="*/ 354235 w 714375"/>
                <a:gd name="connsiteY180" fmla="*/ 366332 h 1162050"/>
                <a:gd name="connsiteX181" fmla="*/ 356235 w 714375"/>
                <a:gd name="connsiteY181" fmla="*/ 368999 h 1162050"/>
                <a:gd name="connsiteX182" fmla="*/ 359664 w 714375"/>
                <a:gd name="connsiteY182" fmla="*/ 370142 h 1162050"/>
                <a:gd name="connsiteX183" fmla="*/ 362045 w 714375"/>
                <a:gd name="connsiteY183" fmla="*/ 371570 h 1162050"/>
                <a:gd name="connsiteX184" fmla="*/ 364522 w 714375"/>
                <a:gd name="connsiteY184" fmla="*/ 374904 h 1162050"/>
                <a:gd name="connsiteX185" fmla="*/ 367474 w 714375"/>
                <a:gd name="connsiteY185" fmla="*/ 376238 h 1162050"/>
                <a:gd name="connsiteX186" fmla="*/ 370237 w 714375"/>
                <a:gd name="connsiteY186" fmla="*/ 379667 h 1162050"/>
                <a:gd name="connsiteX187" fmla="*/ 368332 w 714375"/>
                <a:gd name="connsiteY187" fmla="*/ 383667 h 1162050"/>
                <a:gd name="connsiteX188" fmla="*/ 366141 w 714375"/>
                <a:gd name="connsiteY188" fmla="*/ 386334 h 1162050"/>
                <a:gd name="connsiteX189" fmla="*/ 368522 w 714375"/>
                <a:gd name="connsiteY189" fmla="*/ 389001 h 1162050"/>
                <a:gd name="connsiteX190" fmla="*/ 371380 w 714375"/>
                <a:gd name="connsiteY190" fmla="*/ 390049 h 1162050"/>
                <a:gd name="connsiteX191" fmla="*/ 373285 w 714375"/>
                <a:gd name="connsiteY191" fmla="*/ 387763 h 1162050"/>
                <a:gd name="connsiteX192" fmla="*/ 376904 w 714375"/>
                <a:gd name="connsiteY192" fmla="*/ 384905 h 1162050"/>
                <a:gd name="connsiteX193" fmla="*/ 381667 w 714375"/>
                <a:gd name="connsiteY193" fmla="*/ 385382 h 1162050"/>
                <a:gd name="connsiteX194" fmla="*/ 383572 w 714375"/>
                <a:gd name="connsiteY194" fmla="*/ 388715 h 1162050"/>
                <a:gd name="connsiteX195" fmla="*/ 382619 w 714375"/>
                <a:gd name="connsiteY195" fmla="*/ 393383 h 1162050"/>
                <a:gd name="connsiteX196" fmla="*/ 380810 w 714375"/>
                <a:gd name="connsiteY196" fmla="*/ 395954 h 1162050"/>
                <a:gd name="connsiteX197" fmla="*/ 382810 w 714375"/>
                <a:gd name="connsiteY197" fmla="*/ 398621 h 1162050"/>
                <a:gd name="connsiteX198" fmla="*/ 384239 w 714375"/>
                <a:gd name="connsiteY198" fmla="*/ 401574 h 1162050"/>
                <a:gd name="connsiteX199" fmla="*/ 386810 w 714375"/>
                <a:gd name="connsiteY199" fmla="*/ 402622 h 1162050"/>
                <a:gd name="connsiteX200" fmla="*/ 390525 w 714375"/>
                <a:gd name="connsiteY200" fmla="*/ 400622 h 1162050"/>
                <a:gd name="connsiteX201" fmla="*/ 393859 w 714375"/>
                <a:gd name="connsiteY201" fmla="*/ 401669 h 1162050"/>
                <a:gd name="connsiteX202" fmla="*/ 396811 w 714375"/>
                <a:gd name="connsiteY202" fmla="*/ 403765 h 1162050"/>
                <a:gd name="connsiteX203" fmla="*/ 399669 w 714375"/>
                <a:gd name="connsiteY203" fmla="*/ 403669 h 1162050"/>
                <a:gd name="connsiteX204" fmla="*/ 403479 w 714375"/>
                <a:gd name="connsiteY204" fmla="*/ 400812 h 1162050"/>
                <a:gd name="connsiteX205" fmla="*/ 408051 w 714375"/>
                <a:gd name="connsiteY205" fmla="*/ 399098 h 1162050"/>
                <a:gd name="connsiteX206" fmla="*/ 411480 w 714375"/>
                <a:gd name="connsiteY206" fmla="*/ 399860 h 1162050"/>
                <a:gd name="connsiteX207" fmla="*/ 414623 w 714375"/>
                <a:gd name="connsiteY207" fmla="*/ 403860 h 1162050"/>
                <a:gd name="connsiteX208" fmla="*/ 413861 w 714375"/>
                <a:gd name="connsiteY208" fmla="*/ 408813 h 1162050"/>
                <a:gd name="connsiteX209" fmla="*/ 411385 w 714375"/>
                <a:gd name="connsiteY209" fmla="*/ 411671 h 1162050"/>
                <a:gd name="connsiteX210" fmla="*/ 410718 w 714375"/>
                <a:gd name="connsiteY210" fmla="*/ 416052 h 1162050"/>
                <a:gd name="connsiteX211" fmla="*/ 408718 w 714375"/>
                <a:gd name="connsiteY211" fmla="*/ 418433 h 1162050"/>
                <a:gd name="connsiteX212" fmla="*/ 407194 w 714375"/>
                <a:gd name="connsiteY212" fmla="*/ 423958 h 1162050"/>
                <a:gd name="connsiteX213" fmla="*/ 405670 w 714375"/>
                <a:gd name="connsiteY213" fmla="*/ 426339 h 1162050"/>
                <a:gd name="connsiteX214" fmla="*/ 402145 w 714375"/>
                <a:gd name="connsiteY214" fmla="*/ 426149 h 1162050"/>
                <a:gd name="connsiteX215" fmla="*/ 401765 w 714375"/>
                <a:gd name="connsiteY215" fmla="*/ 429863 h 1162050"/>
                <a:gd name="connsiteX216" fmla="*/ 403955 w 714375"/>
                <a:gd name="connsiteY216" fmla="*/ 432054 h 1162050"/>
                <a:gd name="connsiteX217" fmla="*/ 403860 w 714375"/>
                <a:gd name="connsiteY217" fmla="*/ 436150 h 1162050"/>
                <a:gd name="connsiteX218" fmla="*/ 400145 w 714375"/>
                <a:gd name="connsiteY218" fmla="*/ 440531 h 1162050"/>
                <a:gd name="connsiteX219" fmla="*/ 396335 w 714375"/>
                <a:gd name="connsiteY219" fmla="*/ 443008 h 1162050"/>
                <a:gd name="connsiteX220" fmla="*/ 397955 w 714375"/>
                <a:gd name="connsiteY220" fmla="*/ 447389 h 1162050"/>
                <a:gd name="connsiteX221" fmla="*/ 396907 w 714375"/>
                <a:gd name="connsiteY221" fmla="*/ 451771 h 1162050"/>
                <a:gd name="connsiteX222" fmla="*/ 394811 w 714375"/>
                <a:gd name="connsiteY222" fmla="*/ 454152 h 1162050"/>
                <a:gd name="connsiteX223" fmla="*/ 394049 w 714375"/>
                <a:gd name="connsiteY223" fmla="*/ 459010 h 1162050"/>
                <a:gd name="connsiteX224" fmla="*/ 390525 w 714375"/>
                <a:gd name="connsiteY224" fmla="*/ 459391 h 1162050"/>
                <a:gd name="connsiteX225" fmla="*/ 389001 w 714375"/>
                <a:gd name="connsiteY225" fmla="*/ 462915 h 1162050"/>
                <a:gd name="connsiteX226" fmla="*/ 391097 w 714375"/>
                <a:gd name="connsiteY226" fmla="*/ 466249 h 1162050"/>
                <a:gd name="connsiteX227" fmla="*/ 391097 w 714375"/>
                <a:gd name="connsiteY227" fmla="*/ 472535 h 1162050"/>
                <a:gd name="connsiteX228" fmla="*/ 387763 w 714375"/>
                <a:gd name="connsiteY228" fmla="*/ 475679 h 1162050"/>
                <a:gd name="connsiteX229" fmla="*/ 384715 w 714375"/>
                <a:gd name="connsiteY229" fmla="*/ 474917 h 1162050"/>
                <a:gd name="connsiteX230" fmla="*/ 381667 w 714375"/>
                <a:gd name="connsiteY230" fmla="*/ 475107 h 1162050"/>
                <a:gd name="connsiteX231" fmla="*/ 380048 w 714375"/>
                <a:gd name="connsiteY231" fmla="*/ 477584 h 1162050"/>
                <a:gd name="connsiteX232" fmla="*/ 380238 w 714375"/>
                <a:gd name="connsiteY232" fmla="*/ 481870 h 1162050"/>
                <a:gd name="connsiteX233" fmla="*/ 383667 w 714375"/>
                <a:gd name="connsiteY233" fmla="*/ 482727 h 1162050"/>
                <a:gd name="connsiteX234" fmla="*/ 386620 w 714375"/>
                <a:gd name="connsiteY234" fmla="*/ 484061 h 1162050"/>
                <a:gd name="connsiteX235" fmla="*/ 386334 w 714375"/>
                <a:gd name="connsiteY235" fmla="*/ 488156 h 1162050"/>
                <a:gd name="connsiteX236" fmla="*/ 384429 w 714375"/>
                <a:gd name="connsiteY236" fmla="*/ 491204 h 1162050"/>
                <a:gd name="connsiteX237" fmla="*/ 381762 w 714375"/>
                <a:gd name="connsiteY237" fmla="*/ 495967 h 1162050"/>
                <a:gd name="connsiteX238" fmla="*/ 382619 w 714375"/>
                <a:gd name="connsiteY238" fmla="*/ 500634 h 1162050"/>
                <a:gd name="connsiteX239" fmla="*/ 385667 w 714375"/>
                <a:gd name="connsiteY239" fmla="*/ 502063 h 1162050"/>
                <a:gd name="connsiteX240" fmla="*/ 387668 w 714375"/>
                <a:gd name="connsiteY240" fmla="*/ 504349 h 1162050"/>
                <a:gd name="connsiteX241" fmla="*/ 387382 w 714375"/>
                <a:gd name="connsiteY241" fmla="*/ 509016 h 1162050"/>
                <a:gd name="connsiteX242" fmla="*/ 386239 w 714375"/>
                <a:gd name="connsiteY242" fmla="*/ 511683 h 1162050"/>
                <a:gd name="connsiteX243" fmla="*/ 387858 w 714375"/>
                <a:gd name="connsiteY243" fmla="*/ 515493 h 1162050"/>
                <a:gd name="connsiteX244" fmla="*/ 389953 w 714375"/>
                <a:gd name="connsiteY244" fmla="*/ 518922 h 1162050"/>
                <a:gd name="connsiteX245" fmla="*/ 389096 w 714375"/>
                <a:gd name="connsiteY245" fmla="*/ 522732 h 1162050"/>
                <a:gd name="connsiteX246" fmla="*/ 384810 w 714375"/>
                <a:gd name="connsiteY246" fmla="*/ 523780 h 1162050"/>
                <a:gd name="connsiteX247" fmla="*/ 382619 w 714375"/>
                <a:gd name="connsiteY247" fmla="*/ 523684 h 1162050"/>
                <a:gd name="connsiteX248" fmla="*/ 379857 w 714375"/>
                <a:gd name="connsiteY248" fmla="*/ 522827 h 1162050"/>
                <a:gd name="connsiteX249" fmla="*/ 375094 w 714375"/>
                <a:gd name="connsiteY249" fmla="*/ 523589 h 1162050"/>
                <a:gd name="connsiteX250" fmla="*/ 374523 w 714375"/>
                <a:gd name="connsiteY250" fmla="*/ 527399 h 1162050"/>
                <a:gd name="connsiteX251" fmla="*/ 370808 w 714375"/>
                <a:gd name="connsiteY251" fmla="*/ 530543 h 1162050"/>
                <a:gd name="connsiteX252" fmla="*/ 367665 w 714375"/>
                <a:gd name="connsiteY252" fmla="*/ 532543 h 1162050"/>
                <a:gd name="connsiteX253" fmla="*/ 368427 w 714375"/>
                <a:gd name="connsiteY253" fmla="*/ 536067 h 1162050"/>
                <a:gd name="connsiteX254" fmla="*/ 368808 w 714375"/>
                <a:gd name="connsiteY254" fmla="*/ 539496 h 1162050"/>
                <a:gd name="connsiteX255" fmla="*/ 372047 w 714375"/>
                <a:gd name="connsiteY255" fmla="*/ 542544 h 1162050"/>
                <a:gd name="connsiteX256" fmla="*/ 373475 w 714375"/>
                <a:gd name="connsiteY256" fmla="*/ 546449 h 1162050"/>
                <a:gd name="connsiteX257" fmla="*/ 373285 w 714375"/>
                <a:gd name="connsiteY257" fmla="*/ 549593 h 1162050"/>
                <a:gd name="connsiteX258" fmla="*/ 370713 w 714375"/>
                <a:gd name="connsiteY258" fmla="*/ 553593 h 1162050"/>
                <a:gd name="connsiteX259" fmla="*/ 366998 w 714375"/>
                <a:gd name="connsiteY259" fmla="*/ 553593 h 1162050"/>
                <a:gd name="connsiteX260" fmla="*/ 364712 w 714375"/>
                <a:gd name="connsiteY260" fmla="*/ 555689 h 1162050"/>
                <a:gd name="connsiteX261" fmla="*/ 365665 w 714375"/>
                <a:gd name="connsiteY261" fmla="*/ 558737 h 1162050"/>
                <a:gd name="connsiteX262" fmla="*/ 364331 w 714375"/>
                <a:gd name="connsiteY262" fmla="*/ 561594 h 1162050"/>
                <a:gd name="connsiteX263" fmla="*/ 364141 w 714375"/>
                <a:gd name="connsiteY263" fmla="*/ 565118 h 1162050"/>
                <a:gd name="connsiteX264" fmla="*/ 366903 w 714375"/>
                <a:gd name="connsiteY264" fmla="*/ 566071 h 1162050"/>
                <a:gd name="connsiteX265" fmla="*/ 369570 w 714375"/>
                <a:gd name="connsiteY265" fmla="*/ 567690 h 1162050"/>
                <a:gd name="connsiteX266" fmla="*/ 373190 w 714375"/>
                <a:gd name="connsiteY266" fmla="*/ 568643 h 1162050"/>
                <a:gd name="connsiteX267" fmla="*/ 375190 w 714375"/>
                <a:gd name="connsiteY267" fmla="*/ 573881 h 1162050"/>
                <a:gd name="connsiteX268" fmla="*/ 380048 w 714375"/>
                <a:gd name="connsiteY268" fmla="*/ 576834 h 1162050"/>
                <a:gd name="connsiteX269" fmla="*/ 382715 w 714375"/>
                <a:gd name="connsiteY269" fmla="*/ 580073 h 1162050"/>
                <a:gd name="connsiteX270" fmla="*/ 383477 w 714375"/>
                <a:gd name="connsiteY270" fmla="*/ 583787 h 1162050"/>
                <a:gd name="connsiteX271" fmla="*/ 385667 w 714375"/>
                <a:gd name="connsiteY271" fmla="*/ 585692 h 1162050"/>
                <a:gd name="connsiteX272" fmla="*/ 387477 w 714375"/>
                <a:gd name="connsiteY272" fmla="*/ 584549 h 1162050"/>
                <a:gd name="connsiteX273" fmla="*/ 390906 w 714375"/>
                <a:gd name="connsiteY273" fmla="*/ 584264 h 1162050"/>
                <a:gd name="connsiteX274" fmla="*/ 393859 w 714375"/>
                <a:gd name="connsiteY274" fmla="*/ 581216 h 1162050"/>
                <a:gd name="connsiteX275" fmla="*/ 395573 w 714375"/>
                <a:gd name="connsiteY275" fmla="*/ 579025 h 1162050"/>
                <a:gd name="connsiteX276" fmla="*/ 396049 w 714375"/>
                <a:gd name="connsiteY276" fmla="*/ 575882 h 1162050"/>
                <a:gd name="connsiteX277" fmla="*/ 398812 w 714375"/>
                <a:gd name="connsiteY277" fmla="*/ 574548 h 1162050"/>
                <a:gd name="connsiteX278" fmla="*/ 401479 w 714375"/>
                <a:gd name="connsiteY278" fmla="*/ 576644 h 1162050"/>
                <a:gd name="connsiteX279" fmla="*/ 407670 w 714375"/>
                <a:gd name="connsiteY279" fmla="*/ 574453 h 1162050"/>
                <a:gd name="connsiteX280" fmla="*/ 409289 w 714375"/>
                <a:gd name="connsiteY280" fmla="*/ 573215 h 1162050"/>
                <a:gd name="connsiteX281" fmla="*/ 411385 w 714375"/>
                <a:gd name="connsiteY281" fmla="*/ 570357 h 1162050"/>
                <a:gd name="connsiteX282" fmla="*/ 414719 w 714375"/>
                <a:gd name="connsiteY282" fmla="*/ 570167 h 1162050"/>
                <a:gd name="connsiteX283" fmla="*/ 416243 w 714375"/>
                <a:gd name="connsiteY283" fmla="*/ 568928 h 1162050"/>
                <a:gd name="connsiteX284" fmla="*/ 416814 w 714375"/>
                <a:gd name="connsiteY284" fmla="*/ 564642 h 1162050"/>
                <a:gd name="connsiteX285" fmla="*/ 420053 w 714375"/>
                <a:gd name="connsiteY285" fmla="*/ 563404 h 1162050"/>
                <a:gd name="connsiteX286" fmla="*/ 423291 w 714375"/>
                <a:gd name="connsiteY286" fmla="*/ 562166 h 1162050"/>
                <a:gd name="connsiteX287" fmla="*/ 424339 w 714375"/>
                <a:gd name="connsiteY287" fmla="*/ 557784 h 1162050"/>
                <a:gd name="connsiteX288" fmla="*/ 425577 w 714375"/>
                <a:gd name="connsiteY288" fmla="*/ 554355 h 1162050"/>
                <a:gd name="connsiteX289" fmla="*/ 428720 w 714375"/>
                <a:gd name="connsiteY289" fmla="*/ 554260 h 1162050"/>
                <a:gd name="connsiteX290" fmla="*/ 431768 w 714375"/>
                <a:gd name="connsiteY290" fmla="*/ 556641 h 1162050"/>
                <a:gd name="connsiteX291" fmla="*/ 433578 w 714375"/>
                <a:gd name="connsiteY291" fmla="*/ 559689 h 1162050"/>
                <a:gd name="connsiteX292" fmla="*/ 435769 w 714375"/>
                <a:gd name="connsiteY292" fmla="*/ 563118 h 1162050"/>
                <a:gd name="connsiteX293" fmla="*/ 434626 w 714375"/>
                <a:gd name="connsiteY293" fmla="*/ 567404 h 1162050"/>
                <a:gd name="connsiteX294" fmla="*/ 437674 w 714375"/>
                <a:gd name="connsiteY294" fmla="*/ 568833 h 1162050"/>
                <a:gd name="connsiteX295" fmla="*/ 440722 w 714375"/>
                <a:gd name="connsiteY295" fmla="*/ 568071 h 1162050"/>
                <a:gd name="connsiteX296" fmla="*/ 443294 w 714375"/>
                <a:gd name="connsiteY296" fmla="*/ 569024 h 1162050"/>
                <a:gd name="connsiteX297" fmla="*/ 444913 w 714375"/>
                <a:gd name="connsiteY297" fmla="*/ 571786 h 1162050"/>
                <a:gd name="connsiteX298" fmla="*/ 444913 w 714375"/>
                <a:gd name="connsiteY298" fmla="*/ 575120 h 1162050"/>
                <a:gd name="connsiteX299" fmla="*/ 442912 w 714375"/>
                <a:gd name="connsiteY299" fmla="*/ 577120 h 1162050"/>
                <a:gd name="connsiteX300" fmla="*/ 441198 w 714375"/>
                <a:gd name="connsiteY300" fmla="*/ 583502 h 1162050"/>
                <a:gd name="connsiteX301" fmla="*/ 444341 w 714375"/>
                <a:gd name="connsiteY301" fmla="*/ 585407 h 1162050"/>
                <a:gd name="connsiteX302" fmla="*/ 447389 w 714375"/>
                <a:gd name="connsiteY302" fmla="*/ 585407 h 1162050"/>
                <a:gd name="connsiteX303" fmla="*/ 448818 w 714375"/>
                <a:gd name="connsiteY303" fmla="*/ 588836 h 1162050"/>
                <a:gd name="connsiteX304" fmla="*/ 448056 w 714375"/>
                <a:gd name="connsiteY304" fmla="*/ 592360 h 1162050"/>
                <a:gd name="connsiteX305" fmla="*/ 444436 w 714375"/>
                <a:gd name="connsiteY305" fmla="*/ 594741 h 1162050"/>
                <a:gd name="connsiteX306" fmla="*/ 444722 w 714375"/>
                <a:gd name="connsiteY306" fmla="*/ 598361 h 1162050"/>
                <a:gd name="connsiteX307" fmla="*/ 444341 w 714375"/>
                <a:gd name="connsiteY307" fmla="*/ 602647 h 1162050"/>
                <a:gd name="connsiteX308" fmla="*/ 447580 w 714375"/>
                <a:gd name="connsiteY308" fmla="*/ 605790 h 1162050"/>
                <a:gd name="connsiteX309" fmla="*/ 447294 w 714375"/>
                <a:gd name="connsiteY309" fmla="*/ 609791 h 1162050"/>
                <a:gd name="connsiteX310" fmla="*/ 446341 w 714375"/>
                <a:gd name="connsiteY310" fmla="*/ 614458 h 1162050"/>
                <a:gd name="connsiteX311" fmla="*/ 448151 w 714375"/>
                <a:gd name="connsiteY311" fmla="*/ 618649 h 1162050"/>
                <a:gd name="connsiteX312" fmla="*/ 451199 w 714375"/>
                <a:gd name="connsiteY312" fmla="*/ 623888 h 1162050"/>
                <a:gd name="connsiteX313" fmla="*/ 451009 w 714375"/>
                <a:gd name="connsiteY313" fmla="*/ 628269 h 1162050"/>
                <a:gd name="connsiteX314" fmla="*/ 453485 w 714375"/>
                <a:gd name="connsiteY314" fmla="*/ 630460 h 1162050"/>
                <a:gd name="connsiteX315" fmla="*/ 455200 w 714375"/>
                <a:gd name="connsiteY315" fmla="*/ 634937 h 1162050"/>
                <a:gd name="connsiteX316" fmla="*/ 458629 w 714375"/>
                <a:gd name="connsiteY316" fmla="*/ 638366 h 1162050"/>
                <a:gd name="connsiteX317" fmla="*/ 458724 w 714375"/>
                <a:gd name="connsiteY317" fmla="*/ 643890 h 1162050"/>
                <a:gd name="connsiteX318" fmla="*/ 458629 w 714375"/>
                <a:gd name="connsiteY318" fmla="*/ 647986 h 1162050"/>
                <a:gd name="connsiteX319" fmla="*/ 461867 w 714375"/>
                <a:gd name="connsiteY319" fmla="*/ 651034 h 1162050"/>
                <a:gd name="connsiteX320" fmla="*/ 465391 w 714375"/>
                <a:gd name="connsiteY320" fmla="*/ 651891 h 1162050"/>
                <a:gd name="connsiteX321" fmla="*/ 465391 w 714375"/>
                <a:gd name="connsiteY321" fmla="*/ 656558 h 1162050"/>
                <a:gd name="connsiteX322" fmla="*/ 466535 w 714375"/>
                <a:gd name="connsiteY322" fmla="*/ 659702 h 1162050"/>
                <a:gd name="connsiteX323" fmla="*/ 471202 w 714375"/>
                <a:gd name="connsiteY323" fmla="*/ 660654 h 1162050"/>
                <a:gd name="connsiteX324" fmla="*/ 472249 w 714375"/>
                <a:gd name="connsiteY324" fmla="*/ 665607 h 1162050"/>
                <a:gd name="connsiteX325" fmla="*/ 473393 w 714375"/>
                <a:gd name="connsiteY325" fmla="*/ 668560 h 1162050"/>
                <a:gd name="connsiteX326" fmla="*/ 470726 w 714375"/>
                <a:gd name="connsiteY326" fmla="*/ 671989 h 1162050"/>
                <a:gd name="connsiteX327" fmla="*/ 469964 w 714375"/>
                <a:gd name="connsiteY327" fmla="*/ 676656 h 1162050"/>
                <a:gd name="connsiteX328" fmla="*/ 467106 w 714375"/>
                <a:gd name="connsiteY328" fmla="*/ 679037 h 1162050"/>
                <a:gd name="connsiteX329" fmla="*/ 464630 w 714375"/>
                <a:gd name="connsiteY329" fmla="*/ 679037 h 1162050"/>
                <a:gd name="connsiteX330" fmla="*/ 464344 w 714375"/>
                <a:gd name="connsiteY330" fmla="*/ 681514 h 1162050"/>
                <a:gd name="connsiteX331" fmla="*/ 465391 w 714375"/>
                <a:gd name="connsiteY331" fmla="*/ 685038 h 1162050"/>
                <a:gd name="connsiteX332" fmla="*/ 465677 w 714375"/>
                <a:gd name="connsiteY332" fmla="*/ 689896 h 1162050"/>
                <a:gd name="connsiteX333" fmla="*/ 468535 w 714375"/>
                <a:gd name="connsiteY333" fmla="*/ 694182 h 1162050"/>
                <a:gd name="connsiteX334" fmla="*/ 472440 w 714375"/>
                <a:gd name="connsiteY334" fmla="*/ 696087 h 1162050"/>
                <a:gd name="connsiteX335" fmla="*/ 474631 w 714375"/>
                <a:gd name="connsiteY335" fmla="*/ 698278 h 1162050"/>
                <a:gd name="connsiteX336" fmla="*/ 475298 w 714375"/>
                <a:gd name="connsiteY336" fmla="*/ 701993 h 1162050"/>
                <a:gd name="connsiteX337" fmla="*/ 477774 w 714375"/>
                <a:gd name="connsiteY337" fmla="*/ 705517 h 1162050"/>
                <a:gd name="connsiteX338" fmla="*/ 481679 w 714375"/>
                <a:gd name="connsiteY338" fmla="*/ 703993 h 1162050"/>
                <a:gd name="connsiteX339" fmla="*/ 484632 w 714375"/>
                <a:gd name="connsiteY339" fmla="*/ 701231 h 1162050"/>
                <a:gd name="connsiteX340" fmla="*/ 489299 w 714375"/>
                <a:gd name="connsiteY340" fmla="*/ 700564 h 1162050"/>
                <a:gd name="connsiteX341" fmla="*/ 492633 w 714375"/>
                <a:gd name="connsiteY341" fmla="*/ 703231 h 1162050"/>
                <a:gd name="connsiteX342" fmla="*/ 495586 w 714375"/>
                <a:gd name="connsiteY342" fmla="*/ 707612 h 1162050"/>
                <a:gd name="connsiteX343" fmla="*/ 498919 w 714375"/>
                <a:gd name="connsiteY343" fmla="*/ 709232 h 1162050"/>
                <a:gd name="connsiteX344" fmla="*/ 499301 w 714375"/>
                <a:gd name="connsiteY344" fmla="*/ 713042 h 1162050"/>
                <a:gd name="connsiteX345" fmla="*/ 501110 w 714375"/>
                <a:gd name="connsiteY345" fmla="*/ 715899 h 1162050"/>
                <a:gd name="connsiteX346" fmla="*/ 501206 w 714375"/>
                <a:gd name="connsiteY346" fmla="*/ 720376 h 1162050"/>
                <a:gd name="connsiteX347" fmla="*/ 504063 w 714375"/>
                <a:gd name="connsiteY347" fmla="*/ 723043 h 1162050"/>
                <a:gd name="connsiteX348" fmla="*/ 505587 w 714375"/>
                <a:gd name="connsiteY348" fmla="*/ 728186 h 1162050"/>
                <a:gd name="connsiteX349" fmla="*/ 506158 w 714375"/>
                <a:gd name="connsiteY349" fmla="*/ 732473 h 1162050"/>
                <a:gd name="connsiteX350" fmla="*/ 504635 w 714375"/>
                <a:gd name="connsiteY350" fmla="*/ 735330 h 1162050"/>
                <a:gd name="connsiteX351" fmla="*/ 502253 w 714375"/>
                <a:gd name="connsiteY351" fmla="*/ 736282 h 1162050"/>
                <a:gd name="connsiteX352" fmla="*/ 502444 w 714375"/>
                <a:gd name="connsiteY352" fmla="*/ 740093 h 1162050"/>
                <a:gd name="connsiteX353" fmla="*/ 505015 w 714375"/>
                <a:gd name="connsiteY353" fmla="*/ 743331 h 1162050"/>
                <a:gd name="connsiteX354" fmla="*/ 505397 w 714375"/>
                <a:gd name="connsiteY354" fmla="*/ 746760 h 1162050"/>
                <a:gd name="connsiteX355" fmla="*/ 506158 w 714375"/>
                <a:gd name="connsiteY355" fmla="*/ 749427 h 1162050"/>
                <a:gd name="connsiteX356" fmla="*/ 505587 w 714375"/>
                <a:gd name="connsiteY356" fmla="*/ 752856 h 1162050"/>
                <a:gd name="connsiteX357" fmla="*/ 505968 w 714375"/>
                <a:gd name="connsiteY357" fmla="*/ 757809 h 1162050"/>
                <a:gd name="connsiteX358" fmla="*/ 507111 w 714375"/>
                <a:gd name="connsiteY358" fmla="*/ 762857 h 1162050"/>
                <a:gd name="connsiteX359" fmla="*/ 510349 w 714375"/>
                <a:gd name="connsiteY359" fmla="*/ 766286 h 1162050"/>
                <a:gd name="connsiteX360" fmla="*/ 513778 w 714375"/>
                <a:gd name="connsiteY360" fmla="*/ 768858 h 1162050"/>
                <a:gd name="connsiteX361" fmla="*/ 517112 w 714375"/>
                <a:gd name="connsiteY361" fmla="*/ 770668 h 1162050"/>
                <a:gd name="connsiteX362" fmla="*/ 518541 w 714375"/>
                <a:gd name="connsiteY362" fmla="*/ 774478 h 1162050"/>
                <a:gd name="connsiteX363" fmla="*/ 520922 w 714375"/>
                <a:gd name="connsiteY363" fmla="*/ 777907 h 1162050"/>
                <a:gd name="connsiteX364" fmla="*/ 525113 w 714375"/>
                <a:gd name="connsiteY364" fmla="*/ 777716 h 1162050"/>
                <a:gd name="connsiteX365" fmla="*/ 527780 w 714375"/>
                <a:gd name="connsiteY365" fmla="*/ 775716 h 1162050"/>
                <a:gd name="connsiteX366" fmla="*/ 527209 w 714375"/>
                <a:gd name="connsiteY366" fmla="*/ 771334 h 1162050"/>
                <a:gd name="connsiteX367" fmla="*/ 525685 w 714375"/>
                <a:gd name="connsiteY367" fmla="*/ 768191 h 1162050"/>
                <a:gd name="connsiteX368" fmla="*/ 525970 w 714375"/>
                <a:gd name="connsiteY368" fmla="*/ 765334 h 1162050"/>
                <a:gd name="connsiteX369" fmla="*/ 528637 w 714375"/>
                <a:gd name="connsiteY369" fmla="*/ 762095 h 1162050"/>
                <a:gd name="connsiteX370" fmla="*/ 532924 w 714375"/>
                <a:gd name="connsiteY370" fmla="*/ 758381 h 1162050"/>
                <a:gd name="connsiteX371" fmla="*/ 536353 w 714375"/>
                <a:gd name="connsiteY371" fmla="*/ 758285 h 1162050"/>
                <a:gd name="connsiteX372" fmla="*/ 539496 w 714375"/>
                <a:gd name="connsiteY372" fmla="*/ 757333 h 1162050"/>
                <a:gd name="connsiteX373" fmla="*/ 542639 w 714375"/>
                <a:gd name="connsiteY373" fmla="*/ 758571 h 1162050"/>
                <a:gd name="connsiteX374" fmla="*/ 543878 w 714375"/>
                <a:gd name="connsiteY374" fmla="*/ 761238 h 1162050"/>
                <a:gd name="connsiteX375" fmla="*/ 547592 w 714375"/>
                <a:gd name="connsiteY375" fmla="*/ 760952 h 1162050"/>
                <a:gd name="connsiteX376" fmla="*/ 552545 w 714375"/>
                <a:gd name="connsiteY376" fmla="*/ 761809 h 1162050"/>
                <a:gd name="connsiteX377" fmla="*/ 555117 w 714375"/>
                <a:gd name="connsiteY377" fmla="*/ 763334 h 1162050"/>
                <a:gd name="connsiteX378" fmla="*/ 558356 w 714375"/>
                <a:gd name="connsiteY378" fmla="*/ 763238 h 1162050"/>
                <a:gd name="connsiteX379" fmla="*/ 560165 w 714375"/>
                <a:gd name="connsiteY379" fmla="*/ 765620 h 1162050"/>
                <a:gd name="connsiteX380" fmla="*/ 563118 w 714375"/>
                <a:gd name="connsiteY380" fmla="*/ 766763 h 1162050"/>
                <a:gd name="connsiteX381" fmla="*/ 566547 w 714375"/>
                <a:gd name="connsiteY381" fmla="*/ 765048 h 1162050"/>
                <a:gd name="connsiteX382" fmla="*/ 569690 w 714375"/>
                <a:gd name="connsiteY382" fmla="*/ 765620 h 1162050"/>
                <a:gd name="connsiteX383" fmla="*/ 571976 w 714375"/>
                <a:gd name="connsiteY383" fmla="*/ 769715 h 1162050"/>
                <a:gd name="connsiteX384" fmla="*/ 575691 w 714375"/>
                <a:gd name="connsiteY384" fmla="*/ 771430 h 1162050"/>
                <a:gd name="connsiteX385" fmla="*/ 578644 w 714375"/>
                <a:gd name="connsiteY385" fmla="*/ 767239 h 1162050"/>
                <a:gd name="connsiteX386" fmla="*/ 578453 w 714375"/>
                <a:gd name="connsiteY386" fmla="*/ 761238 h 1162050"/>
                <a:gd name="connsiteX387" fmla="*/ 579596 w 714375"/>
                <a:gd name="connsiteY387" fmla="*/ 758000 h 1162050"/>
                <a:gd name="connsiteX388" fmla="*/ 583120 w 714375"/>
                <a:gd name="connsiteY388" fmla="*/ 757714 h 1162050"/>
                <a:gd name="connsiteX389" fmla="*/ 586073 w 714375"/>
                <a:gd name="connsiteY389" fmla="*/ 757047 h 1162050"/>
                <a:gd name="connsiteX390" fmla="*/ 587502 w 714375"/>
                <a:gd name="connsiteY390" fmla="*/ 753618 h 1162050"/>
                <a:gd name="connsiteX391" fmla="*/ 591026 w 714375"/>
                <a:gd name="connsiteY391" fmla="*/ 753332 h 1162050"/>
                <a:gd name="connsiteX392" fmla="*/ 594455 w 714375"/>
                <a:gd name="connsiteY392" fmla="*/ 755618 h 1162050"/>
                <a:gd name="connsiteX393" fmla="*/ 595598 w 714375"/>
                <a:gd name="connsiteY393" fmla="*/ 760476 h 1162050"/>
                <a:gd name="connsiteX394" fmla="*/ 598837 w 714375"/>
                <a:gd name="connsiteY394" fmla="*/ 761905 h 1162050"/>
                <a:gd name="connsiteX395" fmla="*/ 602837 w 714375"/>
                <a:gd name="connsiteY395" fmla="*/ 759905 h 1162050"/>
                <a:gd name="connsiteX396" fmla="*/ 605219 w 714375"/>
                <a:gd name="connsiteY396" fmla="*/ 761714 h 1162050"/>
                <a:gd name="connsiteX397" fmla="*/ 607314 w 714375"/>
                <a:gd name="connsiteY397" fmla="*/ 763238 h 1162050"/>
                <a:gd name="connsiteX398" fmla="*/ 612267 w 714375"/>
                <a:gd name="connsiteY398" fmla="*/ 762667 h 1162050"/>
                <a:gd name="connsiteX399" fmla="*/ 614934 w 714375"/>
                <a:gd name="connsiteY399" fmla="*/ 764477 h 1162050"/>
                <a:gd name="connsiteX400" fmla="*/ 617220 w 714375"/>
                <a:gd name="connsiteY400" fmla="*/ 761333 h 1162050"/>
                <a:gd name="connsiteX401" fmla="*/ 619887 w 714375"/>
                <a:gd name="connsiteY401" fmla="*/ 763143 h 1162050"/>
                <a:gd name="connsiteX402" fmla="*/ 623602 w 714375"/>
                <a:gd name="connsiteY402" fmla="*/ 762286 h 1162050"/>
                <a:gd name="connsiteX403" fmla="*/ 628269 w 714375"/>
                <a:gd name="connsiteY403" fmla="*/ 759905 h 1162050"/>
                <a:gd name="connsiteX404" fmla="*/ 633222 w 714375"/>
                <a:gd name="connsiteY404" fmla="*/ 760476 h 1162050"/>
                <a:gd name="connsiteX405" fmla="*/ 634936 w 714375"/>
                <a:gd name="connsiteY405" fmla="*/ 765810 h 1162050"/>
                <a:gd name="connsiteX406" fmla="*/ 637032 w 714375"/>
                <a:gd name="connsiteY406" fmla="*/ 769906 h 1162050"/>
                <a:gd name="connsiteX407" fmla="*/ 641223 w 714375"/>
                <a:gd name="connsiteY407" fmla="*/ 769049 h 1162050"/>
                <a:gd name="connsiteX408" fmla="*/ 645414 w 714375"/>
                <a:gd name="connsiteY408" fmla="*/ 766858 h 1162050"/>
                <a:gd name="connsiteX409" fmla="*/ 650653 w 714375"/>
                <a:gd name="connsiteY409" fmla="*/ 764381 h 1162050"/>
                <a:gd name="connsiteX410" fmla="*/ 655415 w 714375"/>
                <a:gd name="connsiteY410" fmla="*/ 763619 h 1162050"/>
                <a:gd name="connsiteX411" fmla="*/ 660464 w 714375"/>
                <a:gd name="connsiteY411" fmla="*/ 766191 h 1162050"/>
                <a:gd name="connsiteX412" fmla="*/ 664750 w 714375"/>
                <a:gd name="connsiteY412" fmla="*/ 764857 h 1162050"/>
                <a:gd name="connsiteX413" fmla="*/ 667322 w 714375"/>
                <a:gd name="connsiteY413" fmla="*/ 766001 h 1162050"/>
                <a:gd name="connsiteX414" fmla="*/ 670846 w 714375"/>
                <a:gd name="connsiteY414" fmla="*/ 769144 h 1162050"/>
                <a:gd name="connsiteX415" fmla="*/ 674751 w 714375"/>
                <a:gd name="connsiteY415" fmla="*/ 770858 h 1162050"/>
                <a:gd name="connsiteX416" fmla="*/ 677990 w 714375"/>
                <a:gd name="connsiteY416" fmla="*/ 768477 h 1162050"/>
                <a:gd name="connsiteX417" fmla="*/ 676180 w 714375"/>
                <a:gd name="connsiteY417" fmla="*/ 764286 h 1162050"/>
                <a:gd name="connsiteX418" fmla="*/ 672751 w 714375"/>
                <a:gd name="connsiteY418" fmla="*/ 759333 h 1162050"/>
                <a:gd name="connsiteX419" fmla="*/ 673513 w 714375"/>
                <a:gd name="connsiteY419" fmla="*/ 756095 h 1162050"/>
                <a:gd name="connsiteX420" fmla="*/ 676751 w 714375"/>
                <a:gd name="connsiteY420" fmla="*/ 753713 h 1162050"/>
                <a:gd name="connsiteX421" fmla="*/ 679228 w 714375"/>
                <a:gd name="connsiteY421" fmla="*/ 748760 h 1162050"/>
                <a:gd name="connsiteX422" fmla="*/ 678370 w 714375"/>
                <a:gd name="connsiteY422" fmla="*/ 745141 h 1162050"/>
                <a:gd name="connsiteX423" fmla="*/ 679990 w 714375"/>
                <a:gd name="connsiteY423" fmla="*/ 742283 h 1162050"/>
                <a:gd name="connsiteX424" fmla="*/ 684276 w 714375"/>
                <a:gd name="connsiteY424" fmla="*/ 741902 h 1162050"/>
                <a:gd name="connsiteX425" fmla="*/ 688657 w 714375"/>
                <a:gd name="connsiteY425" fmla="*/ 743617 h 1162050"/>
                <a:gd name="connsiteX426" fmla="*/ 688943 w 714375"/>
                <a:gd name="connsiteY426" fmla="*/ 737997 h 1162050"/>
                <a:gd name="connsiteX427" fmla="*/ 692944 w 714375"/>
                <a:gd name="connsiteY427" fmla="*/ 738950 h 1162050"/>
                <a:gd name="connsiteX428" fmla="*/ 695039 w 714375"/>
                <a:gd name="connsiteY428" fmla="*/ 742474 h 1162050"/>
                <a:gd name="connsiteX429" fmla="*/ 698564 w 714375"/>
                <a:gd name="connsiteY429" fmla="*/ 743712 h 1162050"/>
                <a:gd name="connsiteX430" fmla="*/ 700373 w 714375"/>
                <a:gd name="connsiteY430" fmla="*/ 748189 h 1162050"/>
                <a:gd name="connsiteX431" fmla="*/ 700945 w 714375"/>
                <a:gd name="connsiteY431" fmla="*/ 753713 h 1162050"/>
                <a:gd name="connsiteX432" fmla="*/ 705612 w 714375"/>
                <a:gd name="connsiteY432" fmla="*/ 757428 h 1162050"/>
                <a:gd name="connsiteX433" fmla="*/ 705422 w 714375"/>
                <a:gd name="connsiteY433" fmla="*/ 762572 h 1162050"/>
                <a:gd name="connsiteX434" fmla="*/ 704850 w 714375"/>
                <a:gd name="connsiteY434" fmla="*/ 766953 h 1162050"/>
                <a:gd name="connsiteX435" fmla="*/ 707231 w 714375"/>
                <a:gd name="connsiteY435" fmla="*/ 768572 h 1162050"/>
                <a:gd name="connsiteX436" fmla="*/ 710089 w 714375"/>
                <a:gd name="connsiteY436" fmla="*/ 772573 h 1162050"/>
                <a:gd name="connsiteX437" fmla="*/ 712375 w 714375"/>
                <a:gd name="connsiteY437" fmla="*/ 775145 h 1162050"/>
                <a:gd name="connsiteX438" fmla="*/ 714661 w 714375"/>
                <a:gd name="connsiteY438" fmla="*/ 782098 h 1162050"/>
                <a:gd name="connsiteX439" fmla="*/ 718947 w 714375"/>
                <a:gd name="connsiteY439" fmla="*/ 784955 h 1162050"/>
                <a:gd name="connsiteX440" fmla="*/ 721328 w 714375"/>
                <a:gd name="connsiteY440" fmla="*/ 784765 h 1162050"/>
                <a:gd name="connsiteX441" fmla="*/ 677228 w 714375"/>
                <a:gd name="connsiteY441" fmla="*/ 1166241 h 1162050"/>
                <a:gd name="connsiteX442" fmla="*/ 629412 w 714375"/>
                <a:gd name="connsiteY442" fmla="*/ 1161002 h 1162050"/>
                <a:gd name="connsiteX443" fmla="*/ 455962 w 714375"/>
                <a:gd name="connsiteY443" fmla="*/ 1140047 h 1162050"/>
                <a:gd name="connsiteX444" fmla="*/ 337661 w 714375"/>
                <a:gd name="connsiteY444" fmla="*/ 1121950 h 116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</a:cxnLst>
              <a:rect l="l" t="t" r="r" b="b"/>
              <a:pathLst>
                <a:path w="714375" h="1162050">
                  <a:moveTo>
                    <a:pt x="337661" y="1121950"/>
                  </a:moveTo>
                  <a:lnTo>
                    <a:pt x="311372" y="1118045"/>
                  </a:lnTo>
                  <a:lnTo>
                    <a:pt x="260032" y="1109948"/>
                  </a:lnTo>
                  <a:lnTo>
                    <a:pt x="224981" y="1104805"/>
                  </a:lnTo>
                  <a:lnTo>
                    <a:pt x="0" y="1065562"/>
                  </a:lnTo>
                  <a:lnTo>
                    <a:pt x="45815" y="812387"/>
                  </a:lnTo>
                  <a:cubicBezTo>
                    <a:pt x="45815" y="812387"/>
                    <a:pt x="48673" y="804005"/>
                    <a:pt x="49054" y="801053"/>
                  </a:cubicBezTo>
                  <a:cubicBezTo>
                    <a:pt x="49340" y="798767"/>
                    <a:pt x="48577" y="794195"/>
                    <a:pt x="48768" y="791813"/>
                  </a:cubicBezTo>
                  <a:cubicBezTo>
                    <a:pt x="48958" y="789623"/>
                    <a:pt x="49435" y="785146"/>
                    <a:pt x="50578" y="783336"/>
                  </a:cubicBezTo>
                  <a:cubicBezTo>
                    <a:pt x="51054" y="782574"/>
                    <a:pt x="52673" y="781812"/>
                    <a:pt x="53435" y="781336"/>
                  </a:cubicBezTo>
                  <a:cubicBezTo>
                    <a:pt x="54388" y="780764"/>
                    <a:pt x="56674" y="779907"/>
                    <a:pt x="57436" y="778955"/>
                  </a:cubicBezTo>
                  <a:cubicBezTo>
                    <a:pt x="58102" y="778193"/>
                    <a:pt x="58198" y="776002"/>
                    <a:pt x="58674" y="775049"/>
                  </a:cubicBezTo>
                  <a:cubicBezTo>
                    <a:pt x="58960" y="774478"/>
                    <a:pt x="60198" y="773621"/>
                    <a:pt x="60388" y="773049"/>
                  </a:cubicBezTo>
                  <a:cubicBezTo>
                    <a:pt x="60960" y="771620"/>
                    <a:pt x="60103" y="768382"/>
                    <a:pt x="60769" y="767048"/>
                  </a:cubicBezTo>
                  <a:cubicBezTo>
                    <a:pt x="61150" y="766382"/>
                    <a:pt x="62675" y="765620"/>
                    <a:pt x="63151" y="765048"/>
                  </a:cubicBezTo>
                  <a:cubicBezTo>
                    <a:pt x="63817" y="764286"/>
                    <a:pt x="64770" y="762476"/>
                    <a:pt x="65151" y="761524"/>
                  </a:cubicBezTo>
                  <a:cubicBezTo>
                    <a:pt x="65532" y="760286"/>
                    <a:pt x="66104" y="757523"/>
                    <a:pt x="65818" y="756190"/>
                  </a:cubicBezTo>
                  <a:cubicBezTo>
                    <a:pt x="65627" y="755332"/>
                    <a:pt x="64675" y="753809"/>
                    <a:pt x="63913" y="753428"/>
                  </a:cubicBezTo>
                  <a:cubicBezTo>
                    <a:pt x="63627" y="753237"/>
                    <a:pt x="62770" y="753618"/>
                    <a:pt x="62484" y="753332"/>
                  </a:cubicBezTo>
                  <a:cubicBezTo>
                    <a:pt x="61531" y="752475"/>
                    <a:pt x="61436" y="749237"/>
                    <a:pt x="62198" y="748189"/>
                  </a:cubicBezTo>
                  <a:cubicBezTo>
                    <a:pt x="63056" y="747141"/>
                    <a:pt x="66484" y="748094"/>
                    <a:pt x="67627" y="747427"/>
                  </a:cubicBezTo>
                  <a:cubicBezTo>
                    <a:pt x="68485" y="746951"/>
                    <a:pt x="69628" y="745427"/>
                    <a:pt x="70104" y="744665"/>
                  </a:cubicBezTo>
                  <a:cubicBezTo>
                    <a:pt x="70675" y="743903"/>
                    <a:pt x="71342" y="742093"/>
                    <a:pt x="71819" y="741331"/>
                  </a:cubicBezTo>
                  <a:cubicBezTo>
                    <a:pt x="72200" y="740759"/>
                    <a:pt x="73342" y="739807"/>
                    <a:pt x="73723" y="739140"/>
                  </a:cubicBezTo>
                  <a:cubicBezTo>
                    <a:pt x="74295" y="737997"/>
                    <a:pt x="74962" y="735425"/>
                    <a:pt x="74581" y="734187"/>
                  </a:cubicBezTo>
                  <a:cubicBezTo>
                    <a:pt x="74295" y="733234"/>
                    <a:pt x="72961" y="731806"/>
                    <a:pt x="72104" y="731330"/>
                  </a:cubicBezTo>
                  <a:cubicBezTo>
                    <a:pt x="71342" y="730949"/>
                    <a:pt x="69342" y="731425"/>
                    <a:pt x="68580" y="730949"/>
                  </a:cubicBezTo>
                  <a:cubicBezTo>
                    <a:pt x="67913" y="730568"/>
                    <a:pt x="66961" y="729329"/>
                    <a:pt x="66770" y="728663"/>
                  </a:cubicBezTo>
                  <a:cubicBezTo>
                    <a:pt x="66484" y="727520"/>
                    <a:pt x="67723" y="725234"/>
                    <a:pt x="67342" y="724186"/>
                  </a:cubicBezTo>
                  <a:cubicBezTo>
                    <a:pt x="66961" y="723233"/>
                    <a:pt x="65246" y="721805"/>
                    <a:pt x="64294" y="721519"/>
                  </a:cubicBezTo>
                  <a:cubicBezTo>
                    <a:pt x="63817" y="721328"/>
                    <a:pt x="62675" y="721424"/>
                    <a:pt x="62198" y="721709"/>
                  </a:cubicBezTo>
                  <a:cubicBezTo>
                    <a:pt x="61531" y="722090"/>
                    <a:pt x="61055" y="724091"/>
                    <a:pt x="60198" y="724186"/>
                  </a:cubicBezTo>
                  <a:cubicBezTo>
                    <a:pt x="59341" y="724186"/>
                    <a:pt x="58388" y="722471"/>
                    <a:pt x="57817" y="721805"/>
                  </a:cubicBezTo>
                  <a:cubicBezTo>
                    <a:pt x="57340" y="721328"/>
                    <a:pt x="56579" y="720185"/>
                    <a:pt x="56198" y="719614"/>
                  </a:cubicBezTo>
                  <a:cubicBezTo>
                    <a:pt x="55626" y="718566"/>
                    <a:pt x="55435" y="715518"/>
                    <a:pt x="54197" y="715232"/>
                  </a:cubicBezTo>
                  <a:cubicBezTo>
                    <a:pt x="53340" y="715042"/>
                    <a:pt x="52578" y="717328"/>
                    <a:pt x="51721" y="717709"/>
                  </a:cubicBezTo>
                  <a:cubicBezTo>
                    <a:pt x="50673" y="718185"/>
                    <a:pt x="48006" y="718661"/>
                    <a:pt x="46958" y="717995"/>
                  </a:cubicBezTo>
                  <a:cubicBezTo>
                    <a:pt x="46101" y="717518"/>
                    <a:pt x="45910" y="715042"/>
                    <a:pt x="45244" y="714280"/>
                  </a:cubicBezTo>
                  <a:cubicBezTo>
                    <a:pt x="44767" y="713708"/>
                    <a:pt x="43148" y="713042"/>
                    <a:pt x="42767" y="712375"/>
                  </a:cubicBezTo>
                  <a:cubicBezTo>
                    <a:pt x="42291" y="711422"/>
                    <a:pt x="42196" y="709041"/>
                    <a:pt x="42577" y="707993"/>
                  </a:cubicBezTo>
                  <a:cubicBezTo>
                    <a:pt x="42958" y="706946"/>
                    <a:pt x="45529" y="706184"/>
                    <a:pt x="45815" y="705136"/>
                  </a:cubicBezTo>
                  <a:cubicBezTo>
                    <a:pt x="46101" y="703898"/>
                    <a:pt x="44482" y="701707"/>
                    <a:pt x="44101" y="700564"/>
                  </a:cubicBezTo>
                  <a:cubicBezTo>
                    <a:pt x="43625" y="699421"/>
                    <a:pt x="42100" y="697325"/>
                    <a:pt x="42291" y="696087"/>
                  </a:cubicBezTo>
                  <a:cubicBezTo>
                    <a:pt x="42481" y="695134"/>
                    <a:pt x="44291" y="694087"/>
                    <a:pt x="44767" y="693325"/>
                  </a:cubicBezTo>
                  <a:cubicBezTo>
                    <a:pt x="45339" y="692468"/>
                    <a:pt x="46387" y="690658"/>
                    <a:pt x="46577" y="689705"/>
                  </a:cubicBezTo>
                  <a:cubicBezTo>
                    <a:pt x="46863" y="688467"/>
                    <a:pt x="46292" y="685800"/>
                    <a:pt x="46768" y="684562"/>
                  </a:cubicBezTo>
                  <a:cubicBezTo>
                    <a:pt x="47339" y="683133"/>
                    <a:pt x="50102" y="681323"/>
                    <a:pt x="51054" y="680085"/>
                  </a:cubicBezTo>
                  <a:cubicBezTo>
                    <a:pt x="51625" y="679323"/>
                    <a:pt x="52197" y="677132"/>
                    <a:pt x="53054" y="676561"/>
                  </a:cubicBezTo>
                  <a:cubicBezTo>
                    <a:pt x="53721" y="676084"/>
                    <a:pt x="55626" y="676847"/>
                    <a:pt x="56198" y="676275"/>
                  </a:cubicBezTo>
                  <a:cubicBezTo>
                    <a:pt x="57055" y="675513"/>
                    <a:pt x="56579" y="672751"/>
                    <a:pt x="57245" y="671798"/>
                  </a:cubicBezTo>
                  <a:cubicBezTo>
                    <a:pt x="57626" y="671132"/>
                    <a:pt x="59341" y="670560"/>
                    <a:pt x="59817" y="669893"/>
                  </a:cubicBezTo>
                  <a:cubicBezTo>
                    <a:pt x="60388" y="668846"/>
                    <a:pt x="59912" y="666179"/>
                    <a:pt x="60484" y="665131"/>
                  </a:cubicBezTo>
                  <a:cubicBezTo>
                    <a:pt x="61150" y="663893"/>
                    <a:pt x="63913" y="662559"/>
                    <a:pt x="64770" y="661416"/>
                  </a:cubicBezTo>
                  <a:cubicBezTo>
                    <a:pt x="65818" y="660082"/>
                    <a:pt x="66580" y="656558"/>
                    <a:pt x="67532" y="655130"/>
                  </a:cubicBezTo>
                  <a:cubicBezTo>
                    <a:pt x="68199" y="654082"/>
                    <a:pt x="70294" y="652748"/>
                    <a:pt x="70866" y="651701"/>
                  </a:cubicBezTo>
                  <a:cubicBezTo>
                    <a:pt x="71533" y="650462"/>
                    <a:pt x="70866" y="647129"/>
                    <a:pt x="71819" y="646081"/>
                  </a:cubicBezTo>
                  <a:cubicBezTo>
                    <a:pt x="72581" y="645224"/>
                    <a:pt x="74962" y="644843"/>
                    <a:pt x="76009" y="644843"/>
                  </a:cubicBezTo>
                  <a:cubicBezTo>
                    <a:pt x="76962" y="644747"/>
                    <a:pt x="78772" y="645509"/>
                    <a:pt x="79629" y="645319"/>
                  </a:cubicBezTo>
                  <a:cubicBezTo>
                    <a:pt x="80486" y="645128"/>
                    <a:pt x="81725" y="643604"/>
                    <a:pt x="82486" y="643128"/>
                  </a:cubicBezTo>
                  <a:cubicBezTo>
                    <a:pt x="83534" y="642557"/>
                    <a:pt x="86106" y="642271"/>
                    <a:pt x="87058" y="641509"/>
                  </a:cubicBezTo>
                  <a:cubicBezTo>
                    <a:pt x="88487" y="640271"/>
                    <a:pt x="89249" y="636175"/>
                    <a:pt x="90488" y="634841"/>
                  </a:cubicBezTo>
                  <a:cubicBezTo>
                    <a:pt x="91821" y="633413"/>
                    <a:pt x="95821" y="632365"/>
                    <a:pt x="97155" y="631031"/>
                  </a:cubicBezTo>
                  <a:cubicBezTo>
                    <a:pt x="98393" y="629793"/>
                    <a:pt x="99822" y="626364"/>
                    <a:pt x="100489" y="624650"/>
                  </a:cubicBezTo>
                  <a:cubicBezTo>
                    <a:pt x="100775" y="623792"/>
                    <a:pt x="101441" y="622173"/>
                    <a:pt x="101346" y="621316"/>
                  </a:cubicBezTo>
                  <a:cubicBezTo>
                    <a:pt x="101251" y="619792"/>
                    <a:pt x="98584" y="617125"/>
                    <a:pt x="98774" y="615601"/>
                  </a:cubicBezTo>
                  <a:cubicBezTo>
                    <a:pt x="98965" y="614458"/>
                    <a:pt x="101346" y="613124"/>
                    <a:pt x="101727" y="611981"/>
                  </a:cubicBezTo>
                  <a:cubicBezTo>
                    <a:pt x="102203" y="610743"/>
                    <a:pt x="101060" y="607695"/>
                    <a:pt x="101917" y="606552"/>
                  </a:cubicBezTo>
                  <a:cubicBezTo>
                    <a:pt x="102679" y="605409"/>
                    <a:pt x="105823" y="605314"/>
                    <a:pt x="106966" y="604552"/>
                  </a:cubicBezTo>
                  <a:cubicBezTo>
                    <a:pt x="108109" y="603790"/>
                    <a:pt x="110014" y="601885"/>
                    <a:pt x="110681" y="600647"/>
                  </a:cubicBezTo>
                  <a:cubicBezTo>
                    <a:pt x="111157" y="599789"/>
                    <a:pt x="111157" y="597503"/>
                    <a:pt x="111728" y="596646"/>
                  </a:cubicBezTo>
                  <a:cubicBezTo>
                    <a:pt x="112300" y="595789"/>
                    <a:pt x="114490" y="595122"/>
                    <a:pt x="115252" y="594455"/>
                  </a:cubicBezTo>
                  <a:cubicBezTo>
                    <a:pt x="116205" y="593598"/>
                    <a:pt x="117919" y="591503"/>
                    <a:pt x="118586" y="590359"/>
                  </a:cubicBezTo>
                  <a:cubicBezTo>
                    <a:pt x="119253" y="589217"/>
                    <a:pt x="120015" y="586550"/>
                    <a:pt x="120491" y="585311"/>
                  </a:cubicBezTo>
                  <a:cubicBezTo>
                    <a:pt x="121253" y="583216"/>
                    <a:pt x="122301" y="578834"/>
                    <a:pt x="123254" y="576834"/>
                  </a:cubicBezTo>
                  <a:cubicBezTo>
                    <a:pt x="123825" y="575691"/>
                    <a:pt x="125349" y="573786"/>
                    <a:pt x="126016" y="572834"/>
                  </a:cubicBezTo>
                  <a:cubicBezTo>
                    <a:pt x="126682" y="571786"/>
                    <a:pt x="128206" y="569881"/>
                    <a:pt x="128683" y="568738"/>
                  </a:cubicBezTo>
                  <a:cubicBezTo>
                    <a:pt x="129159" y="567595"/>
                    <a:pt x="129350" y="564928"/>
                    <a:pt x="129921" y="563785"/>
                  </a:cubicBezTo>
                  <a:cubicBezTo>
                    <a:pt x="130492" y="562642"/>
                    <a:pt x="132398" y="560737"/>
                    <a:pt x="133159" y="559689"/>
                  </a:cubicBezTo>
                  <a:cubicBezTo>
                    <a:pt x="134588" y="557784"/>
                    <a:pt x="137160" y="553593"/>
                    <a:pt x="138875" y="551879"/>
                  </a:cubicBezTo>
                  <a:cubicBezTo>
                    <a:pt x="140398" y="550259"/>
                    <a:pt x="144875" y="548259"/>
                    <a:pt x="146018" y="546354"/>
                  </a:cubicBezTo>
                  <a:cubicBezTo>
                    <a:pt x="146971" y="544735"/>
                    <a:pt x="146113" y="540639"/>
                    <a:pt x="146971" y="539020"/>
                  </a:cubicBezTo>
                  <a:cubicBezTo>
                    <a:pt x="147542" y="537782"/>
                    <a:pt x="149828" y="535972"/>
                    <a:pt x="150876" y="535019"/>
                  </a:cubicBezTo>
                  <a:cubicBezTo>
                    <a:pt x="151924" y="533972"/>
                    <a:pt x="154210" y="532067"/>
                    <a:pt x="155257" y="531019"/>
                  </a:cubicBezTo>
                  <a:cubicBezTo>
                    <a:pt x="156496" y="529781"/>
                    <a:pt x="159353" y="527495"/>
                    <a:pt x="159925" y="525875"/>
                  </a:cubicBezTo>
                  <a:cubicBezTo>
                    <a:pt x="160496" y="524256"/>
                    <a:pt x="159925" y="520636"/>
                    <a:pt x="159353" y="519017"/>
                  </a:cubicBezTo>
                  <a:cubicBezTo>
                    <a:pt x="158686" y="517207"/>
                    <a:pt x="155543" y="514445"/>
                    <a:pt x="154877" y="512540"/>
                  </a:cubicBezTo>
                  <a:cubicBezTo>
                    <a:pt x="154591" y="511683"/>
                    <a:pt x="154496" y="509873"/>
                    <a:pt x="154496" y="508921"/>
                  </a:cubicBezTo>
                  <a:cubicBezTo>
                    <a:pt x="154496" y="507587"/>
                    <a:pt x="155067" y="504920"/>
                    <a:pt x="154781" y="503587"/>
                  </a:cubicBezTo>
                  <a:cubicBezTo>
                    <a:pt x="154305" y="501396"/>
                    <a:pt x="152876" y="496824"/>
                    <a:pt x="150971" y="495681"/>
                  </a:cubicBezTo>
                  <a:cubicBezTo>
                    <a:pt x="149923" y="495014"/>
                    <a:pt x="147256" y="496253"/>
                    <a:pt x="146113" y="495967"/>
                  </a:cubicBezTo>
                  <a:cubicBezTo>
                    <a:pt x="144971" y="495776"/>
                    <a:pt x="142875" y="494824"/>
                    <a:pt x="142113" y="493967"/>
                  </a:cubicBezTo>
                  <a:cubicBezTo>
                    <a:pt x="140970" y="492728"/>
                    <a:pt x="141161" y="488728"/>
                    <a:pt x="139732" y="487966"/>
                  </a:cubicBezTo>
                  <a:cubicBezTo>
                    <a:pt x="138684" y="487394"/>
                    <a:pt x="136303" y="489013"/>
                    <a:pt x="135160" y="488823"/>
                  </a:cubicBezTo>
                  <a:cubicBezTo>
                    <a:pt x="134112" y="488632"/>
                    <a:pt x="132112" y="487680"/>
                    <a:pt x="131445" y="486823"/>
                  </a:cubicBezTo>
                  <a:cubicBezTo>
                    <a:pt x="130683" y="485775"/>
                    <a:pt x="131159" y="482917"/>
                    <a:pt x="130778" y="481679"/>
                  </a:cubicBezTo>
                  <a:cubicBezTo>
                    <a:pt x="130492" y="480536"/>
                    <a:pt x="129635" y="478346"/>
                    <a:pt x="129064" y="477298"/>
                  </a:cubicBezTo>
                  <a:cubicBezTo>
                    <a:pt x="128206" y="475869"/>
                    <a:pt x="125540" y="473678"/>
                    <a:pt x="124873" y="472154"/>
                  </a:cubicBezTo>
                  <a:cubicBezTo>
                    <a:pt x="124111" y="470154"/>
                    <a:pt x="124587" y="465677"/>
                    <a:pt x="124111" y="463677"/>
                  </a:cubicBezTo>
                  <a:cubicBezTo>
                    <a:pt x="123730" y="462344"/>
                    <a:pt x="122777" y="459677"/>
                    <a:pt x="121920" y="458629"/>
                  </a:cubicBezTo>
                  <a:cubicBezTo>
                    <a:pt x="119920" y="454152"/>
                    <a:pt x="123444" y="453771"/>
                    <a:pt x="121729" y="449485"/>
                  </a:cubicBezTo>
                  <a:cubicBezTo>
                    <a:pt x="121253" y="448342"/>
                    <a:pt x="117919" y="446437"/>
                    <a:pt x="117538" y="445199"/>
                  </a:cubicBezTo>
                  <a:cubicBezTo>
                    <a:pt x="117253" y="444246"/>
                    <a:pt x="117538" y="441960"/>
                    <a:pt x="118110" y="441198"/>
                  </a:cubicBezTo>
                  <a:cubicBezTo>
                    <a:pt x="118586" y="440531"/>
                    <a:pt x="120586" y="440246"/>
                    <a:pt x="121158" y="439579"/>
                  </a:cubicBezTo>
                  <a:cubicBezTo>
                    <a:pt x="121634" y="439007"/>
                    <a:pt x="121920" y="437388"/>
                    <a:pt x="122301" y="436721"/>
                  </a:cubicBezTo>
                  <a:cubicBezTo>
                    <a:pt x="122968" y="435674"/>
                    <a:pt x="125158" y="434245"/>
                    <a:pt x="125635" y="433102"/>
                  </a:cubicBezTo>
                  <a:cubicBezTo>
                    <a:pt x="126016" y="432244"/>
                    <a:pt x="126111" y="430244"/>
                    <a:pt x="125825" y="429387"/>
                  </a:cubicBezTo>
                  <a:cubicBezTo>
                    <a:pt x="125444" y="428244"/>
                    <a:pt x="122873" y="426911"/>
                    <a:pt x="122777" y="425672"/>
                  </a:cubicBezTo>
                  <a:cubicBezTo>
                    <a:pt x="122587" y="424339"/>
                    <a:pt x="125349" y="422148"/>
                    <a:pt x="125349" y="420815"/>
                  </a:cubicBezTo>
                  <a:cubicBezTo>
                    <a:pt x="125349" y="419386"/>
                    <a:pt x="122873" y="417195"/>
                    <a:pt x="122587" y="415862"/>
                  </a:cubicBezTo>
                  <a:cubicBezTo>
                    <a:pt x="122396" y="414909"/>
                    <a:pt x="123349" y="413099"/>
                    <a:pt x="123158" y="412147"/>
                  </a:cubicBezTo>
                  <a:cubicBezTo>
                    <a:pt x="122777" y="410718"/>
                    <a:pt x="119920" y="408908"/>
                    <a:pt x="119444" y="407480"/>
                  </a:cubicBezTo>
                  <a:cubicBezTo>
                    <a:pt x="119158" y="406622"/>
                    <a:pt x="119729" y="404622"/>
                    <a:pt x="119348" y="403765"/>
                  </a:cubicBezTo>
                  <a:cubicBezTo>
                    <a:pt x="119158" y="403193"/>
                    <a:pt x="117824" y="402527"/>
                    <a:pt x="117634" y="401955"/>
                  </a:cubicBezTo>
                  <a:cubicBezTo>
                    <a:pt x="117348" y="400907"/>
                    <a:pt x="118015" y="398717"/>
                    <a:pt x="118396" y="397669"/>
                  </a:cubicBezTo>
                  <a:cubicBezTo>
                    <a:pt x="118777" y="396526"/>
                    <a:pt x="120301" y="393383"/>
                    <a:pt x="120301" y="393383"/>
                  </a:cubicBezTo>
                  <a:lnTo>
                    <a:pt x="191929" y="0"/>
                  </a:lnTo>
                  <a:lnTo>
                    <a:pt x="192405" y="95"/>
                  </a:lnTo>
                  <a:lnTo>
                    <a:pt x="291846" y="17145"/>
                  </a:lnTo>
                  <a:lnTo>
                    <a:pt x="266129" y="168878"/>
                  </a:lnTo>
                  <a:cubicBezTo>
                    <a:pt x="266129" y="168878"/>
                    <a:pt x="265557" y="171736"/>
                    <a:pt x="265843" y="172593"/>
                  </a:cubicBezTo>
                  <a:cubicBezTo>
                    <a:pt x="266033" y="173545"/>
                    <a:pt x="267462" y="174879"/>
                    <a:pt x="267843" y="175641"/>
                  </a:cubicBezTo>
                  <a:cubicBezTo>
                    <a:pt x="268415" y="176879"/>
                    <a:pt x="268415" y="179737"/>
                    <a:pt x="269081" y="180975"/>
                  </a:cubicBezTo>
                  <a:cubicBezTo>
                    <a:pt x="269748" y="182118"/>
                    <a:pt x="272225" y="183356"/>
                    <a:pt x="272986" y="184404"/>
                  </a:cubicBezTo>
                  <a:cubicBezTo>
                    <a:pt x="274034" y="185642"/>
                    <a:pt x="275654" y="188405"/>
                    <a:pt x="276034" y="189929"/>
                  </a:cubicBezTo>
                  <a:cubicBezTo>
                    <a:pt x="276225" y="190786"/>
                    <a:pt x="275939" y="192500"/>
                    <a:pt x="276225" y="193358"/>
                  </a:cubicBezTo>
                  <a:cubicBezTo>
                    <a:pt x="276511" y="194024"/>
                    <a:pt x="277654" y="195263"/>
                    <a:pt x="278225" y="195644"/>
                  </a:cubicBezTo>
                  <a:cubicBezTo>
                    <a:pt x="278987" y="196215"/>
                    <a:pt x="281083" y="196310"/>
                    <a:pt x="281654" y="196977"/>
                  </a:cubicBezTo>
                  <a:cubicBezTo>
                    <a:pt x="282321" y="197739"/>
                    <a:pt x="282416" y="200025"/>
                    <a:pt x="282416" y="200978"/>
                  </a:cubicBezTo>
                  <a:cubicBezTo>
                    <a:pt x="282321" y="202025"/>
                    <a:pt x="280988" y="203930"/>
                    <a:pt x="280988" y="204978"/>
                  </a:cubicBezTo>
                  <a:cubicBezTo>
                    <a:pt x="280988" y="206216"/>
                    <a:pt x="281654" y="208883"/>
                    <a:pt x="282607" y="209741"/>
                  </a:cubicBezTo>
                  <a:cubicBezTo>
                    <a:pt x="283178" y="210312"/>
                    <a:pt x="285083" y="210407"/>
                    <a:pt x="285845" y="210788"/>
                  </a:cubicBezTo>
                  <a:cubicBezTo>
                    <a:pt x="286226" y="210979"/>
                    <a:pt x="287274" y="211360"/>
                    <a:pt x="287465" y="211836"/>
                  </a:cubicBezTo>
                  <a:cubicBezTo>
                    <a:pt x="287846" y="212693"/>
                    <a:pt x="286512" y="214789"/>
                    <a:pt x="286893" y="215646"/>
                  </a:cubicBezTo>
                  <a:cubicBezTo>
                    <a:pt x="287179" y="216313"/>
                    <a:pt x="288893" y="216598"/>
                    <a:pt x="289465" y="217075"/>
                  </a:cubicBezTo>
                  <a:cubicBezTo>
                    <a:pt x="290132" y="217551"/>
                    <a:pt x="291370" y="218599"/>
                    <a:pt x="291656" y="219266"/>
                  </a:cubicBezTo>
                  <a:cubicBezTo>
                    <a:pt x="292036" y="220218"/>
                    <a:pt x="292036" y="222504"/>
                    <a:pt x="291656" y="223552"/>
                  </a:cubicBezTo>
                  <a:cubicBezTo>
                    <a:pt x="291370" y="224123"/>
                    <a:pt x="290036" y="224790"/>
                    <a:pt x="289750" y="225362"/>
                  </a:cubicBezTo>
                  <a:cubicBezTo>
                    <a:pt x="289369" y="226219"/>
                    <a:pt x="289274" y="228219"/>
                    <a:pt x="289655" y="229076"/>
                  </a:cubicBezTo>
                  <a:cubicBezTo>
                    <a:pt x="290036" y="230029"/>
                    <a:pt x="292036" y="230981"/>
                    <a:pt x="292513" y="231839"/>
                  </a:cubicBezTo>
                  <a:cubicBezTo>
                    <a:pt x="293180" y="232886"/>
                    <a:pt x="294418" y="235458"/>
                    <a:pt x="294227" y="236696"/>
                  </a:cubicBezTo>
                  <a:cubicBezTo>
                    <a:pt x="294132" y="237649"/>
                    <a:pt x="292894" y="239363"/>
                    <a:pt x="292036" y="239744"/>
                  </a:cubicBezTo>
                  <a:cubicBezTo>
                    <a:pt x="291084" y="240220"/>
                    <a:pt x="288798" y="238982"/>
                    <a:pt x="287941" y="239459"/>
                  </a:cubicBezTo>
                  <a:cubicBezTo>
                    <a:pt x="286893" y="239935"/>
                    <a:pt x="285464" y="242030"/>
                    <a:pt x="285369" y="243173"/>
                  </a:cubicBezTo>
                  <a:cubicBezTo>
                    <a:pt x="285369" y="243935"/>
                    <a:pt x="286512" y="245173"/>
                    <a:pt x="286988" y="245840"/>
                  </a:cubicBezTo>
                  <a:cubicBezTo>
                    <a:pt x="287560" y="246602"/>
                    <a:pt x="289084" y="247841"/>
                    <a:pt x="289560" y="248698"/>
                  </a:cubicBezTo>
                  <a:cubicBezTo>
                    <a:pt x="290036" y="249650"/>
                    <a:pt x="289750" y="252032"/>
                    <a:pt x="290417" y="252984"/>
                  </a:cubicBezTo>
                  <a:cubicBezTo>
                    <a:pt x="290989" y="253746"/>
                    <a:pt x="293180" y="253937"/>
                    <a:pt x="293656" y="254794"/>
                  </a:cubicBezTo>
                  <a:cubicBezTo>
                    <a:pt x="294037" y="255556"/>
                    <a:pt x="293942" y="257842"/>
                    <a:pt x="293275" y="258413"/>
                  </a:cubicBezTo>
                  <a:cubicBezTo>
                    <a:pt x="292513" y="259080"/>
                    <a:pt x="290417" y="258509"/>
                    <a:pt x="289465" y="258413"/>
                  </a:cubicBezTo>
                  <a:cubicBezTo>
                    <a:pt x="288607" y="258318"/>
                    <a:pt x="286798" y="257651"/>
                    <a:pt x="286036" y="258032"/>
                  </a:cubicBezTo>
                  <a:cubicBezTo>
                    <a:pt x="285083" y="258509"/>
                    <a:pt x="283750" y="260604"/>
                    <a:pt x="283940" y="261652"/>
                  </a:cubicBezTo>
                  <a:cubicBezTo>
                    <a:pt x="284131" y="262985"/>
                    <a:pt x="286893" y="264414"/>
                    <a:pt x="288036" y="265176"/>
                  </a:cubicBezTo>
                  <a:cubicBezTo>
                    <a:pt x="288893" y="265652"/>
                    <a:pt x="290894" y="266129"/>
                    <a:pt x="291656" y="266795"/>
                  </a:cubicBezTo>
                  <a:cubicBezTo>
                    <a:pt x="292417" y="267462"/>
                    <a:pt x="292894" y="269653"/>
                    <a:pt x="293656" y="270319"/>
                  </a:cubicBezTo>
                  <a:cubicBezTo>
                    <a:pt x="294323" y="270891"/>
                    <a:pt x="296323" y="270796"/>
                    <a:pt x="297180" y="271272"/>
                  </a:cubicBezTo>
                  <a:cubicBezTo>
                    <a:pt x="298323" y="271939"/>
                    <a:pt x="300228" y="273939"/>
                    <a:pt x="300895" y="275082"/>
                  </a:cubicBezTo>
                  <a:cubicBezTo>
                    <a:pt x="301752" y="276606"/>
                    <a:pt x="301752" y="280226"/>
                    <a:pt x="302419" y="281845"/>
                  </a:cubicBezTo>
                  <a:cubicBezTo>
                    <a:pt x="302800" y="282988"/>
                    <a:pt x="303657" y="285274"/>
                    <a:pt x="304514" y="286131"/>
                  </a:cubicBezTo>
                  <a:cubicBezTo>
                    <a:pt x="305467" y="287084"/>
                    <a:pt x="308324" y="287655"/>
                    <a:pt x="309372" y="288322"/>
                  </a:cubicBezTo>
                  <a:cubicBezTo>
                    <a:pt x="310706" y="289274"/>
                    <a:pt x="312611" y="292132"/>
                    <a:pt x="314134" y="292799"/>
                  </a:cubicBezTo>
                  <a:cubicBezTo>
                    <a:pt x="315563" y="293465"/>
                    <a:pt x="318992" y="292799"/>
                    <a:pt x="320516" y="293465"/>
                  </a:cubicBezTo>
                  <a:cubicBezTo>
                    <a:pt x="321278" y="293751"/>
                    <a:pt x="322517" y="294704"/>
                    <a:pt x="322993" y="295370"/>
                  </a:cubicBezTo>
                  <a:cubicBezTo>
                    <a:pt x="323659" y="296418"/>
                    <a:pt x="324136" y="299085"/>
                    <a:pt x="324231" y="300323"/>
                  </a:cubicBezTo>
                  <a:cubicBezTo>
                    <a:pt x="324326" y="301085"/>
                    <a:pt x="324136" y="302514"/>
                    <a:pt x="324231" y="303276"/>
                  </a:cubicBezTo>
                  <a:cubicBezTo>
                    <a:pt x="324326" y="303943"/>
                    <a:pt x="324421" y="305467"/>
                    <a:pt x="324898" y="306038"/>
                  </a:cubicBezTo>
                  <a:cubicBezTo>
                    <a:pt x="325374" y="306705"/>
                    <a:pt x="327279" y="306896"/>
                    <a:pt x="327755" y="307562"/>
                  </a:cubicBezTo>
                  <a:cubicBezTo>
                    <a:pt x="328422" y="308419"/>
                    <a:pt x="327755" y="310896"/>
                    <a:pt x="328517" y="311658"/>
                  </a:cubicBezTo>
                  <a:cubicBezTo>
                    <a:pt x="329279" y="312420"/>
                    <a:pt x="331946" y="311753"/>
                    <a:pt x="332803" y="312515"/>
                  </a:cubicBezTo>
                  <a:cubicBezTo>
                    <a:pt x="334137" y="313658"/>
                    <a:pt x="334042" y="317754"/>
                    <a:pt x="334899" y="319278"/>
                  </a:cubicBezTo>
                  <a:cubicBezTo>
                    <a:pt x="335375" y="320135"/>
                    <a:pt x="337185" y="321088"/>
                    <a:pt x="337661" y="321945"/>
                  </a:cubicBezTo>
                  <a:cubicBezTo>
                    <a:pt x="338423" y="323279"/>
                    <a:pt x="338423" y="326517"/>
                    <a:pt x="339281" y="327755"/>
                  </a:cubicBezTo>
                  <a:cubicBezTo>
                    <a:pt x="339947" y="328708"/>
                    <a:pt x="342424" y="329660"/>
                    <a:pt x="343186" y="330613"/>
                  </a:cubicBezTo>
                  <a:cubicBezTo>
                    <a:pt x="343757" y="331375"/>
                    <a:pt x="344615" y="333185"/>
                    <a:pt x="344805" y="334137"/>
                  </a:cubicBezTo>
                  <a:cubicBezTo>
                    <a:pt x="344995" y="335375"/>
                    <a:pt x="343948" y="337757"/>
                    <a:pt x="344138" y="338995"/>
                  </a:cubicBezTo>
                  <a:cubicBezTo>
                    <a:pt x="344329" y="340138"/>
                    <a:pt x="345186" y="342519"/>
                    <a:pt x="346043" y="343281"/>
                  </a:cubicBezTo>
                  <a:cubicBezTo>
                    <a:pt x="346901" y="344043"/>
                    <a:pt x="349758" y="343757"/>
                    <a:pt x="350615" y="344519"/>
                  </a:cubicBezTo>
                  <a:cubicBezTo>
                    <a:pt x="351568" y="345377"/>
                    <a:pt x="351663" y="348520"/>
                    <a:pt x="352520" y="349568"/>
                  </a:cubicBezTo>
                  <a:cubicBezTo>
                    <a:pt x="353187" y="350425"/>
                    <a:pt x="355664" y="351187"/>
                    <a:pt x="356235" y="352235"/>
                  </a:cubicBezTo>
                  <a:cubicBezTo>
                    <a:pt x="356711" y="353187"/>
                    <a:pt x="356616" y="355568"/>
                    <a:pt x="356330" y="356711"/>
                  </a:cubicBezTo>
                  <a:cubicBezTo>
                    <a:pt x="356044" y="358045"/>
                    <a:pt x="354330" y="360236"/>
                    <a:pt x="354140" y="361474"/>
                  </a:cubicBezTo>
                  <a:cubicBezTo>
                    <a:pt x="353854" y="362712"/>
                    <a:pt x="353854" y="365189"/>
                    <a:pt x="354235" y="366332"/>
                  </a:cubicBezTo>
                  <a:cubicBezTo>
                    <a:pt x="354520" y="367094"/>
                    <a:pt x="355568" y="368522"/>
                    <a:pt x="356235" y="368999"/>
                  </a:cubicBezTo>
                  <a:cubicBezTo>
                    <a:pt x="356997" y="369475"/>
                    <a:pt x="358807" y="369761"/>
                    <a:pt x="359664" y="370142"/>
                  </a:cubicBezTo>
                  <a:cubicBezTo>
                    <a:pt x="360331" y="370427"/>
                    <a:pt x="361474" y="371094"/>
                    <a:pt x="362045" y="371570"/>
                  </a:cubicBezTo>
                  <a:cubicBezTo>
                    <a:pt x="362807" y="372237"/>
                    <a:pt x="363665" y="374237"/>
                    <a:pt x="364522" y="374904"/>
                  </a:cubicBezTo>
                  <a:cubicBezTo>
                    <a:pt x="365189" y="375380"/>
                    <a:pt x="366808" y="375761"/>
                    <a:pt x="367474" y="376238"/>
                  </a:cubicBezTo>
                  <a:cubicBezTo>
                    <a:pt x="368332" y="376904"/>
                    <a:pt x="370141" y="378524"/>
                    <a:pt x="370237" y="379667"/>
                  </a:cubicBezTo>
                  <a:cubicBezTo>
                    <a:pt x="370332" y="380810"/>
                    <a:pt x="368903" y="382810"/>
                    <a:pt x="368332" y="383667"/>
                  </a:cubicBezTo>
                  <a:cubicBezTo>
                    <a:pt x="367856" y="384429"/>
                    <a:pt x="366141" y="385477"/>
                    <a:pt x="366141" y="386334"/>
                  </a:cubicBezTo>
                  <a:cubicBezTo>
                    <a:pt x="366141" y="387191"/>
                    <a:pt x="367760" y="388525"/>
                    <a:pt x="368522" y="389001"/>
                  </a:cubicBezTo>
                  <a:cubicBezTo>
                    <a:pt x="369189" y="389382"/>
                    <a:pt x="370618" y="390239"/>
                    <a:pt x="371380" y="390049"/>
                  </a:cubicBezTo>
                  <a:cubicBezTo>
                    <a:pt x="372142" y="389858"/>
                    <a:pt x="372808" y="388239"/>
                    <a:pt x="373285" y="387763"/>
                  </a:cubicBezTo>
                  <a:cubicBezTo>
                    <a:pt x="374142" y="387001"/>
                    <a:pt x="375761" y="385191"/>
                    <a:pt x="376904" y="384905"/>
                  </a:cubicBezTo>
                  <a:cubicBezTo>
                    <a:pt x="378047" y="384524"/>
                    <a:pt x="380714" y="384810"/>
                    <a:pt x="381667" y="385382"/>
                  </a:cubicBezTo>
                  <a:cubicBezTo>
                    <a:pt x="382429" y="385858"/>
                    <a:pt x="383477" y="387763"/>
                    <a:pt x="383572" y="388715"/>
                  </a:cubicBezTo>
                  <a:cubicBezTo>
                    <a:pt x="383762" y="389858"/>
                    <a:pt x="383095" y="392335"/>
                    <a:pt x="382619" y="393383"/>
                  </a:cubicBezTo>
                  <a:cubicBezTo>
                    <a:pt x="382333" y="394144"/>
                    <a:pt x="380810" y="395192"/>
                    <a:pt x="380810" y="395954"/>
                  </a:cubicBezTo>
                  <a:cubicBezTo>
                    <a:pt x="380810" y="396812"/>
                    <a:pt x="382429" y="397859"/>
                    <a:pt x="382810" y="398621"/>
                  </a:cubicBezTo>
                  <a:cubicBezTo>
                    <a:pt x="383191" y="399288"/>
                    <a:pt x="383572" y="401003"/>
                    <a:pt x="384239" y="401574"/>
                  </a:cubicBezTo>
                  <a:cubicBezTo>
                    <a:pt x="384715" y="402050"/>
                    <a:pt x="386144" y="402717"/>
                    <a:pt x="386810" y="402622"/>
                  </a:cubicBezTo>
                  <a:cubicBezTo>
                    <a:pt x="387858" y="402622"/>
                    <a:pt x="389477" y="400717"/>
                    <a:pt x="390525" y="400622"/>
                  </a:cubicBezTo>
                  <a:cubicBezTo>
                    <a:pt x="391382" y="400526"/>
                    <a:pt x="393097" y="401288"/>
                    <a:pt x="393859" y="401669"/>
                  </a:cubicBezTo>
                  <a:cubicBezTo>
                    <a:pt x="394621" y="402050"/>
                    <a:pt x="395954" y="403574"/>
                    <a:pt x="396811" y="403765"/>
                  </a:cubicBezTo>
                  <a:cubicBezTo>
                    <a:pt x="397478" y="403955"/>
                    <a:pt x="399002" y="403860"/>
                    <a:pt x="399669" y="403669"/>
                  </a:cubicBezTo>
                  <a:cubicBezTo>
                    <a:pt x="400812" y="403289"/>
                    <a:pt x="402431" y="401384"/>
                    <a:pt x="403479" y="400812"/>
                  </a:cubicBezTo>
                  <a:cubicBezTo>
                    <a:pt x="404527" y="400241"/>
                    <a:pt x="406813" y="399193"/>
                    <a:pt x="408051" y="399098"/>
                  </a:cubicBezTo>
                  <a:cubicBezTo>
                    <a:pt x="408908" y="399002"/>
                    <a:pt x="410718" y="399383"/>
                    <a:pt x="411480" y="399860"/>
                  </a:cubicBezTo>
                  <a:cubicBezTo>
                    <a:pt x="412528" y="400526"/>
                    <a:pt x="414337" y="402622"/>
                    <a:pt x="414623" y="403860"/>
                  </a:cubicBezTo>
                  <a:cubicBezTo>
                    <a:pt x="414909" y="405098"/>
                    <a:pt x="414433" y="407670"/>
                    <a:pt x="413861" y="408813"/>
                  </a:cubicBezTo>
                  <a:cubicBezTo>
                    <a:pt x="413480" y="409670"/>
                    <a:pt x="411766" y="410813"/>
                    <a:pt x="411385" y="411671"/>
                  </a:cubicBezTo>
                  <a:cubicBezTo>
                    <a:pt x="410908" y="412718"/>
                    <a:pt x="411194" y="415004"/>
                    <a:pt x="410718" y="416052"/>
                  </a:cubicBezTo>
                  <a:cubicBezTo>
                    <a:pt x="410432" y="416814"/>
                    <a:pt x="409099" y="417671"/>
                    <a:pt x="408718" y="418433"/>
                  </a:cubicBezTo>
                  <a:cubicBezTo>
                    <a:pt x="408051" y="419672"/>
                    <a:pt x="407861" y="422624"/>
                    <a:pt x="407194" y="423958"/>
                  </a:cubicBezTo>
                  <a:cubicBezTo>
                    <a:pt x="406908" y="424625"/>
                    <a:pt x="406336" y="425958"/>
                    <a:pt x="405670" y="426339"/>
                  </a:cubicBezTo>
                  <a:cubicBezTo>
                    <a:pt x="404908" y="426720"/>
                    <a:pt x="402812" y="425577"/>
                    <a:pt x="402145" y="426149"/>
                  </a:cubicBezTo>
                  <a:cubicBezTo>
                    <a:pt x="401383" y="426720"/>
                    <a:pt x="401383" y="429006"/>
                    <a:pt x="401765" y="429863"/>
                  </a:cubicBezTo>
                  <a:cubicBezTo>
                    <a:pt x="402050" y="430625"/>
                    <a:pt x="403669" y="431387"/>
                    <a:pt x="403955" y="432054"/>
                  </a:cubicBezTo>
                  <a:cubicBezTo>
                    <a:pt x="404336" y="433007"/>
                    <a:pt x="404241" y="435197"/>
                    <a:pt x="403860" y="436150"/>
                  </a:cubicBezTo>
                  <a:cubicBezTo>
                    <a:pt x="403384" y="437483"/>
                    <a:pt x="401193" y="439579"/>
                    <a:pt x="400145" y="440531"/>
                  </a:cubicBezTo>
                  <a:cubicBezTo>
                    <a:pt x="399288" y="441293"/>
                    <a:pt x="396716" y="441865"/>
                    <a:pt x="396335" y="443008"/>
                  </a:cubicBezTo>
                  <a:cubicBezTo>
                    <a:pt x="395954" y="444056"/>
                    <a:pt x="397859" y="446151"/>
                    <a:pt x="397955" y="447389"/>
                  </a:cubicBezTo>
                  <a:cubicBezTo>
                    <a:pt x="398050" y="448532"/>
                    <a:pt x="397383" y="450723"/>
                    <a:pt x="396907" y="451771"/>
                  </a:cubicBezTo>
                  <a:cubicBezTo>
                    <a:pt x="396526" y="452438"/>
                    <a:pt x="395097" y="453390"/>
                    <a:pt x="394811" y="454152"/>
                  </a:cubicBezTo>
                  <a:cubicBezTo>
                    <a:pt x="394240" y="455295"/>
                    <a:pt x="395002" y="458153"/>
                    <a:pt x="394049" y="459010"/>
                  </a:cubicBezTo>
                  <a:cubicBezTo>
                    <a:pt x="393382" y="459581"/>
                    <a:pt x="391287" y="458915"/>
                    <a:pt x="390525" y="459391"/>
                  </a:cubicBezTo>
                  <a:cubicBezTo>
                    <a:pt x="389763" y="459962"/>
                    <a:pt x="389001" y="461963"/>
                    <a:pt x="389001" y="462915"/>
                  </a:cubicBezTo>
                  <a:cubicBezTo>
                    <a:pt x="389096" y="463867"/>
                    <a:pt x="390811" y="465296"/>
                    <a:pt x="391097" y="466249"/>
                  </a:cubicBezTo>
                  <a:cubicBezTo>
                    <a:pt x="391573" y="467773"/>
                    <a:pt x="391668" y="471107"/>
                    <a:pt x="391097" y="472535"/>
                  </a:cubicBezTo>
                  <a:cubicBezTo>
                    <a:pt x="390620" y="473583"/>
                    <a:pt x="388906" y="475393"/>
                    <a:pt x="387763" y="475679"/>
                  </a:cubicBezTo>
                  <a:cubicBezTo>
                    <a:pt x="387001" y="475869"/>
                    <a:pt x="385477" y="475012"/>
                    <a:pt x="384715" y="474917"/>
                  </a:cubicBezTo>
                  <a:cubicBezTo>
                    <a:pt x="383953" y="474821"/>
                    <a:pt x="382333" y="474726"/>
                    <a:pt x="381667" y="475107"/>
                  </a:cubicBezTo>
                  <a:cubicBezTo>
                    <a:pt x="381000" y="475488"/>
                    <a:pt x="380238" y="476822"/>
                    <a:pt x="380048" y="477584"/>
                  </a:cubicBezTo>
                  <a:cubicBezTo>
                    <a:pt x="379762" y="478631"/>
                    <a:pt x="379571" y="481013"/>
                    <a:pt x="380238" y="481870"/>
                  </a:cubicBezTo>
                  <a:cubicBezTo>
                    <a:pt x="380810" y="482536"/>
                    <a:pt x="382810" y="482441"/>
                    <a:pt x="383667" y="482727"/>
                  </a:cubicBezTo>
                  <a:cubicBezTo>
                    <a:pt x="384429" y="483013"/>
                    <a:pt x="386239" y="483394"/>
                    <a:pt x="386620" y="484061"/>
                  </a:cubicBezTo>
                  <a:cubicBezTo>
                    <a:pt x="387191" y="484918"/>
                    <a:pt x="386620" y="487204"/>
                    <a:pt x="386334" y="488156"/>
                  </a:cubicBezTo>
                  <a:cubicBezTo>
                    <a:pt x="386048" y="489013"/>
                    <a:pt x="384905" y="490442"/>
                    <a:pt x="384429" y="491204"/>
                  </a:cubicBezTo>
                  <a:cubicBezTo>
                    <a:pt x="383762" y="492347"/>
                    <a:pt x="382048" y="494633"/>
                    <a:pt x="381762" y="495967"/>
                  </a:cubicBezTo>
                  <a:cubicBezTo>
                    <a:pt x="381572" y="497110"/>
                    <a:pt x="381857" y="499682"/>
                    <a:pt x="382619" y="500634"/>
                  </a:cubicBezTo>
                  <a:cubicBezTo>
                    <a:pt x="383095" y="501301"/>
                    <a:pt x="385001" y="501491"/>
                    <a:pt x="385667" y="502063"/>
                  </a:cubicBezTo>
                  <a:cubicBezTo>
                    <a:pt x="386334" y="502539"/>
                    <a:pt x="387477" y="503682"/>
                    <a:pt x="387668" y="504349"/>
                  </a:cubicBezTo>
                  <a:cubicBezTo>
                    <a:pt x="388048" y="505492"/>
                    <a:pt x="387668" y="507873"/>
                    <a:pt x="387382" y="509016"/>
                  </a:cubicBezTo>
                  <a:cubicBezTo>
                    <a:pt x="387191" y="509683"/>
                    <a:pt x="386239" y="510921"/>
                    <a:pt x="386239" y="511683"/>
                  </a:cubicBezTo>
                  <a:cubicBezTo>
                    <a:pt x="386239" y="512731"/>
                    <a:pt x="387382" y="514636"/>
                    <a:pt x="387858" y="515493"/>
                  </a:cubicBezTo>
                  <a:cubicBezTo>
                    <a:pt x="388334" y="516350"/>
                    <a:pt x="389858" y="517874"/>
                    <a:pt x="389953" y="518922"/>
                  </a:cubicBezTo>
                  <a:cubicBezTo>
                    <a:pt x="390144" y="519875"/>
                    <a:pt x="389763" y="522065"/>
                    <a:pt x="389096" y="522732"/>
                  </a:cubicBezTo>
                  <a:cubicBezTo>
                    <a:pt x="388334" y="523494"/>
                    <a:pt x="385953" y="523684"/>
                    <a:pt x="384810" y="523780"/>
                  </a:cubicBezTo>
                  <a:cubicBezTo>
                    <a:pt x="384239" y="523780"/>
                    <a:pt x="383095" y="523780"/>
                    <a:pt x="382619" y="523684"/>
                  </a:cubicBezTo>
                  <a:cubicBezTo>
                    <a:pt x="381857" y="523589"/>
                    <a:pt x="380619" y="522923"/>
                    <a:pt x="379857" y="522827"/>
                  </a:cubicBezTo>
                  <a:cubicBezTo>
                    <a:pt x="378619" y="522732"/>
                    <a:pt x="375952" y="522732"/>
                    <a:pt x="375094" y="523589"/>
                  </a:cubicBezTo>
                  <a:cubicBezTo>
                    <a:pt x="374428" y="524256"/>
                    <a:pt x="374999" y="526542"/>
                    <a:pt x="374523" y="527399"/>
                  </a:cubicBezTo>
                  <a:cubicBezTo>
                    <a:pt x="373952" y="528447"/>
                    <a:pt x="371761" y="529781"/>
                    <a:pt x="370808" y="530543"/>
                  </a:cubicBezTo>
                  <a:cubicBezTo>
                    <a:pt x="370046" y="531114"/>
                    <a:pt x="367951" y="531686"/>
                    <a:pt x="367665" y="532543"/>
                  </a:cubicBezTo>
                  <a:cubicBezTo>
                    <a:pt x="367284" y="533400"/>
                    <a:pt x="368236" y="535210"/>
                    <a:pt x="368427" y="536067"/>
                  </a:cubicBezTo>
                  <a:cubicBezTo>
                    <a:pt x="368618" y="536924"/>
                    <a:pt x="368427" y="538734"/>
                    <a:pt x="368808" y="539496"/>
                  </a:cubicBezTo>
                  <a:cubicBezTo>
                    <a:pt x="369284" y="540449"/>
                    <a:pt x="371475" y="541592"/>
                    <a:pt x="372047" y="542544"/>
                  </a:cubicBezTo>
                  <a:cubicBezTo>
                    <a:pt x="372618" y="543401"/>
                    <a:pt x="373285" y="545402"/>
                    <a:pt x="373475" y="546449"/>
                  </a:cubicBezTo>
                  <a:cubicBezTo>
                    <a:pt x="373570" y="547211"/>
                    <a:pt x="373475" y="548831"/>
                    <a:pt x="373285" y="549593"/>
                  </a:cubicBezTo>
                  <a:cubicBezTo>
                    <a:pt x="372904" y="550736"/>
                    <a:pt x="371761" y="553022"/>
                    <a:pt x="370713" y="553593"/>
                  </a:cubicBezTo>
                  <a:cubicBezTo>
                    <a:pt x="369856" y="554069"/>
                    <a:pt x="367856" y="553212"/>
                    <a:pt x="366998" y="553593"/>
                  </a:cubicBezTo>
                  <a:cubicBezTo>
                    <a:pt x="366236" y="553879"/>
                    <a:pt x="364903" y="554927"/>
                    <a:pt x="364712" y="555689"/>
                  </a:cubicBezTo>
                  <a:cubicBezTo>
                    <a:pt x="364522" y="556451"/>
                    <a:pt x="365760" y="557975"/>
                    <a:pt x="365665" y="558737"/>
                  </a:cubicBezTo>
                  <a:cubicBezTo>
                    <a:pt x="365569" y="559499"/>
                    <a:pt x="364522" y="560832"/>
                    <a:pt x="364331" y="561594"/>
                  </a:cubicBezTo>
                  <a:cubicBezTo>
                    <a:pt x="364141" y="562451"/>
                    <a:pt x="363569" y="564356"/>
                    <a:pt x="364141" y="565118"/>
                  </a:cubicBezTo>
                  <a:cubicBezTo>
                    <a:pt x="364522" y="565690"/>
                    <a:pt x="366236" y="565785"/>
                    <a:pt x="366903" y="566071"/>
                  </a:cubicBezTo>
                  <a:cubicBezTo>
                    <a:pt x="367570" y="566452"/>
                    <a:pt x="368808" y="567404"/>
                    <a:pt x="369570" y="567690"/>
                  </a:cubicBezTo>
                  <a:cubicBezTo>
                    <a:pt x="370427" y="568071"/>
                    <a:pt x="372523" y="568071"/>
                    <a:pt x="373190" y="568643"/>
                  </a:cubicBezTo>
                  <a:cubicBezTo>
                    <a:pt x="374237" y="569595"/>
                    <a:pt x="374332" y="572738"/>
                    <a:pt x="375190" y="573881"/>
                  </a:cubicBezTo>
                  <a:cubicBezTo>
                    <a:pt x="376142" y="575024"/>
                    <a:pt x="379000" y="575882"/>
                    <a:pt x="380048" y="576834"/>
                  </a:cubicBezTo>
                  <a:cubicBezTo>
                    <a:pt x="380810" y="577501"/>
                    <a:pt x="382238" y="579120"/>
                    <a:pt x="382715" y="580073"/>
                  </a:cubicBezTo>
                  <a:cubicBezTo>
                    <a:pt x="383095" y="580930"/>
                    <a:pt x="383000" y="582930"/>
                    <a:pt x="383477" y="583787"/>
                  </a:cubicBezTo>
                  <a:cubicBezTo>
                    <a:pt x="383857" y="584454"/>
                    <a:pt x="385001" y="585692"/>
                    <a:pt x="385667" y="585692"/>
                  </a:cubicBezTo>
                  <a:cubicBezTo>
                    <a:pt x="386239" y="585692"/>
                    <a:pt x="387001" y="584645"/>
                    <a:pt x="387477" y="584549"/>
                  </a:cubicBezTo>
                  <a:cubicBezTo>
                    <a:pt x="388239" y="584264"/>
                    <a:pt x="390144" y="584549"/>
                    <a:pt x="390906" y="584264"/>
                  </a:cubicBezTo>
                  <a:cubicBezTo>
                    <a:pt x="391858" y="583787"/>
                    <a:pt x="393192" y="581978"/>
                    <a:pt x="393859" y="581216"/>
                  </a:cubicBezTo>
                  <a:cubicBezTo>
                    <a:pt x="394335" y="580644"/>
                    <a:pt x="395287" y="579596"/>
                    <a:pt x="395573" y="579025"/>
                  </a:cubicBezTo>
                  <a:cubicBezTo>
                    <a:pt x="395859" y="578263"/>
                    <a:pt x="395573" y="576453"/>
                    <a:pt x="396049" y="575882"/>
                  </a:cubicBezTo>
                  <a:cubicBezTo>
                    <a:pt x="396526" y="575310"/>
                    <a:pt x="398050" y="574453"/>
                    <a:pt x="398812" y="574548"/>
                  </a:cubicBezTo>
                  <a:cubicBezTo>
                    <a:pt x="399669" y="574643"/>
                    <a:pt x="400622" y="576548"/>
                    <a:pt x="401479" y="576644"/>
                  </a:cubicBezTo>
                  <a:cubicBezTo>
                    <a:pt x="403098" y="576929"/>
                    <a:pt x="406241" y="575215"/>
                    <a:pt x="407670" y="574453"/>
                  </a:cubicBezTo>
                  <a:cubicBezTo>
                    <a:pt x="408146" y="574167"/>
                    <a:pt x="408908" y="573500"/>
                    <a:pt x="409289" y="573215"/>
                  </a:cubicBezTo>
                  <a:cubicBezTo>
                    <a:pt x="409861" y="572548"/>
                    <a:pt x="410623" y="570738"/>
                    <a:pt x="411385" y="570357"/>
                  </a:cubicBezTo>
                  <a:cubicBezTo>
                    <a:pt x="412147" y="569976"/>
                    <a:pt x="413957" y="570452"/>
                    <a:pt x="414719" y="570167"/>
                  </a:cubicBezTo>
                  <a:cubicBezTo>
                    <a:pt x="415195" y="569976"/>
                    <a:pt x="415957" y="569309"/>
                    <a:pt x="416243" y="568928"/>
                  </a:cubicBezTo>
                  <a:cubicBezTo>
                    <a:pt x="416719" y="567976"/>
                    <a:pt x="416147" y="565499"/>
                    <a:pt x="416814" y="564642"/>
                  </a:cubicBezTo>
                  <a:cubicBezTo>
                    <a:pt x="417386" y="563975"/>
                    <a:pt x="419290" y="563690"/>
                    <a:pt x="420053" y="563404"/>
                  </a:cubicBezTo>
                  <a:cubicBezTo>
                    <a:pt x="420910" y="563118"/>
                    <a:pt x="422815" y="562832"/>
                    <a:pt x="423291" y="562166"/>
                  </a:cubicBezTo>
                  <a:cubicBezTo>
                    <a:pt x="424053" y="561308"/>
                    <a:pt x="424053" y="558927"/>
                    <a:pt x="424339" y="557784"/>
                  </a:cubicBezTo>
                  <a:cubicBezTo>
                    <a:pt x="424624" y="556927"/>
                    <a:pt x="424910" y="554927"/>
                    <a:pt x="425577" y="554355"/>
                  </a:cubicBezTo>
                  <a:cubicBezTo>
                    <a:pt x="426244" y="553879"/>
                    <a:pt x="427958" y="553974"/>
                    <a:pt x="428720" y="554260"/>
                  </a:cubicBezTo>
                  <a:cubicBezTo>
                    <a:pt x="429673" y="554546"/>
                    <a:pt x="431197" y="555879"/>
                    <a:pt x="431768" y="556641"/>
                  </a:cubicBezTo>
                  <a:cubicBezTo>
                    <a:pt x="432340" y="557308"/>
                    <a:pt x="433102" y="558927"/>
                    <a:pt x="433578" y="559689"/>
                  </a:cubicBezTo>
                  <a:cubicBezTo>
                    <a:pt x="434149" y="560546"/>
                    <a:pt x="435673" y="562070"/>
                    <a:pt x="435769" y="563118"/>
                  </a:cubicBezTo>
                  <a:cubicBezTo>
                    <a:pt x="435959" y="564166"/>
                    <a:pt x="434149" y="566357"/>
                    <a:pt x="434626" y="567404"/>
                  </a:cubicBezTo>
                  <a:cubicBezTo>
                    <a:pt x="435007" y="568166"/>
                    <a:pt x="436816" y="568833"/>
                    <a:pt x="437674" y="568833"/>
                  </a:cubicBezTo>
                  <a:cubicBezTo>
                    <a:pt x="438436" y="568928"/>
                    <a:pt x="439960" y="568071"/>
                    <a:pt x="440722" y="568071"/>
                  </a:cubicBezTo>
                  <a:cubicBezTo>
                    <a:pt x="441389" y="568071"/>
                    <a:pt x="442722" y="568547"/>
                    <a:pt x="443294" y="569024"/>
                  </a:cubicBezTo>
                  <a:cubicBezTo>
                    <a:pt x="443865" y="569500"/>
                    <a:pt x="444627" y="571024"/>
                    <a:pt x="444913" y="571786"/>
                  </a:cubicBezTo>
                  <a:cubicBezTo>
                    <a:pt x="445103" y="572548"/>
                    <a:pt x="445198" y="574357"/>
                    <a:pt x="444913" y="575120"/>
                  </a:cubicBezTo>
                  <a:cubicBezTo>
                    <a:pt x="444627" y="575786"/>
                    <a:pt x="443198" y="576548"/>
                    <a:pt x="442912" y="577120"/>
                  </a:cubicBezTo>
                  <a:cubicBezTo>
                    <a:pt x="442055" y="578549"/>
                    <a:pt x="440627" y="581978"/>
                    <a:pt x="441198" y="583502"/>
                  </a:cubicBezTo>
                  <a:cubicBezTo>
                    <a:pt x="441579" y="584359"/>
                    <a:pt x="443484" y="585121"/>
                    <a:pt x="444341" y="585407"/>
                  </a:cubicBezTo>
                  <a:cubicBezTo>
                    <a:pt x="445103" y="585597"/>
                    <a:pt x="446818" y="585026"/>
                    <a:pt x="447389" y="585407"/>
                  </a:cubicBezTo>
                  <a:cubicBezTo>
                    <a:pt x="448151" y="585883"/>
                    <a:pt x="448723" y="587883"/>
                    <a:pt x="448818" y="588836"/>
                  </a:cubicBezTo>
                  <a:cubicBezTo>
                    <a:pt x="448913" y="589693"/>
                    <a:pt x="448628" y="591598"/>
                    <a:pt x="448056" y="592360"/>
                  </a:cubicBezTo>
                  <a:cubicBezTo>
                    <a:pt x="447485" y="593217"/>
                    <a:pt x="444913" y="593693"/>
                    <a:pt x="444436" y="594741"/>
                  </a:cubicBezTo>
                  <a:cubicBezTo>
                    <a:pt x="444056" y="595503"/>
                    <a:pt x="444722" y="597408"/>
                    <a:pt x="444722" y="598361"/>
                  </a:cubicBezTo>
                  <a:cubicBezTo>
                    <a:pt x="444722" y="599408"/>
                    <a:pt x="443960" y="601599"/>
                    <a:pt x="444341" y="602647"/>
                  </a:cubicBezTo>
                  <a:cubicBezTo>
                    <a:pt x="444722" y="603695"/>
                    <a:pt x="447103" y="604742"/>
                    <a:pt x="447580" y="605790"/>
                  </a:cubicBezTo>
                  <a:cubicBezTo>
                    <a:pt x="447961" y="606743"/>
                    <a:pt x="447389" y="608838"/>
                    <a:pt x="447294" y="609791"/>
                  </a:cubicBezTo>
                  <a:cubicBezTo>
                    <a:pt x="447103" y="610934"/>
                    <a:pt x="446246" y="613315"/>
                    <a:pt x="446341" y="614458"/>
                  </a:cubicBezTo>
                  <a:cubicBezTo>
                    <a:pt x="446437" y="615601"/>
                    <a:pt x="447675" y="617696"/>
                    <a:pt x="448151" y="618649"/>
                  </a:cubicBezTo>
                  <a:cubicBezTo>
                    <a:pt x="448818" y="619982"/>
                    <a:pt x="450818" y="622364"/>
                    <a:pt x="451199" y="623888"/>
                  </a:cubicBezTo>
                  <a:cubicBezTo>
                    <a:pt x="451485" y="624935"/>
                    <a:pt x="450628" y="627221"/>
                    <a:pt x="451009" y="628269"/>
                  </a:cubicBezTo>
                  <a:cubicBezTo>
                    <a:pt x="451294" y="629031"/>
                    <a:pt x="453009" y="629793"/>
                    <a:pt x="453485" y="630460"/>
                  </a:cubicBezTo>
                  <a:cubicBezTo>
                    <a:pt x="454152" y="631412"/>
                    <a:pt x="454533" y="633889"/>
                    <a:pt x="455200" y="634937"/>
                  </a:cubicBezTo>
                  <a:cubicBezTo>
                    <a:pt x="455866" y="635984"/>
                    <a:pt x="458153" y="637223"/>
                    <a:pt x="458629" y="638366"/>
                  </a:cubicBezTo>
                  <a:cubicBezTo>
                    <a:pt x="459200" y="639604"/>
                    <a:pt x="458724" y="642461"/>
                    <a:pt x="458724" y="643890"/>
                  </a:cubicBezTo>
                  <a:cubicBezTo>
                    <a:pt x="458724" y="644938"/>
                    <a:pt x="458248" y="647033"/>
                    <a:pt x="458629" y="647986"/>
                  </a:cubicBezTo>
                  <a:cubicBezTo>
                    <a:pt x="459105" y="649034"/>
                    <a:pt x="460915" y="650557"/>
                    <a:pt x="461867" y="651034"/>
                  </a:cubicBezTo>
                  <a:cubicBezTo>
                    <a:pt x="462629" y="651415"/>
                    <a:pt x="464820" y="651224"/>
                    <a:pt x="465391" y="651891"/>
                  </a:cubicBezTo>
                  <a:cubicBezTo>
                    <a:pt x="466153" y="652844"/>
                    <a:pt x="465201" y="655415"/>
                    <a:pt x="465391" y="656558"/>
                  </a:cubicBezTo>
                  <a:cubicBezTo>
                    <a:pt x="465487" y="657416"/>
                    <a:pt x="465868" y="659225"/>
                    <a:pt x="466535" y="659702"/>
                  </a:cubicBezTo>
                  <a:cubicBezTo>
                    <a:pt x="467392" y="660464"/>
                    <a:pt x="470344" y="659797"/>
                    <a:pt x="471202" y="660654"/>
                  </a:cubicBezTo>
                  <a:cubicBezTo>
                    <a:pt x="472154" y="661511"/>
                    <a:pt x="471869" y="664464"/>
                    <a:pt x="472249" y="665607"/>
                  </a:cubicBezTo>
                  <a:cubicBezTo>
                    <a:pt x="472440" y="666369"/>
                    <a:pt x="473583" y="667798"/>
                    <a:pt x="473393" y="668560"/>
                  </a:cubicBezTo>
                  <a:cubicBezTo>
                    <a:pt x="473202" y="669607"/>
                    <a:pt x="471202" y="670941"/>
                    <a:pt x="470726" y="671989"/>
                  </a:cubicBezTo>
                  <a:cubicBezTo>
                    <a:pt x="470249" y="673132"/>
                    <a:pt x="470535" y="675608"/>
                    <a:pt x="469964" y="676656"/>
                  </a:cubicBezTo>
                  <a:cubicBezTo>
                    <a:pt x="469487" y="677418"/>
                    <a:pt x="467963" y="678656"/>
                    <a:pt x="467106" y="679037"/>
                  </a:cubicBezTo>
                  <a:cubicBezTo>
                    <a:pt x="466535" y="679228"/>
                    <a:pt x="465106" y="678656"/>
                    <a:pt x="464630" y="679037"/>
                  </a:cubicBezTo>
                  <a:cubicBezTo>
                    <a:pt x="464153" y="679418"/>
                    <a:pt x="464248" y="680847"/>
                    <a:pt x="464344" y="681514"/>
                  </a:cubicBezTo>
                  <a:cubicBezTo>
                    <a:pt x="464439" y="682466"/>
                    <a:pt x="465201" y="684086"/>
                    <a:pt x="465391" y="685038"/>
                  </a:cubicBezTo>
                  <a:cubicBezTo>
                    <a:pt x="465582" y="686276"/>
                    <a:pt x="465296" y="688753"/>
                    <a:pt x="465677" y="689896"/>
                  </a:cubicBezTo>
                  <a:cubicBezTo>
                    <a:pt x="466058" y="691134"/>
                    <a:pt x="467582" y="693325"/>
                    <a:pt x="468535" y="694182"/>
                  </a:cubicBezTo>
                  <a:cubicBezTo>
                    <a:pt x="469392" y="694849"/>
                    <a:pt x="471583" y="695420"/>
                    <a:pt x="472440" y="696087"/>
                  </a:cubicBezTo>
                  <a:cubicBezTo>
                    <a:pt x="473107" y="696563"/>
                    <a:pt x="474345" y="697611"/>
                    <a:pt x="474631" y="698278"/>
                  </a:cubicBezTo>
                  <a:cubicBezTo>
                    <a:pt x="475107" y="699135"/>
                    <a:pt x="474916" y="701135"/>
                    <a:pt x="475298" y="701993"/>
                  </a:cubicBezTo>
                  <a:cubicBezTo>
                    <a:pt x="475678" y="702945"/>
                    <a:pt x="476726" y="705136"/>
                    <a:pt x="477774" y="705517"/>
                  </a:cubicBezTo>
                  <a:cubicBezTo>
                    <a:pt x="478727" y="705803"/>
                    <a:pt x="480822" y="704564"/>
                    <a:pt x="481679" y="703993"/>
                  </a:cubicBezTo>
                  <a:cubicBezTo>
                    <a:pt x="482536" y="703517"/>
                    <a:pt x="483775" y="701707"/>
                    <a:pt x="484632" y="701231"/>
                  </a:cubicBezTo>
                  <a:cubicBezTo>
                    <a:pt x="485680" y="700754"/>
                    <a:pt x="488156" y="700278"/>
                    <a:pt x="489299" y="700564"/>
                  </a:cubicBezTo>
                  <a:cubicBezTo>
                    <a:pt x="490347" y="700850"/>
                    <a:pt x="491871" y="702469"/>
                    <a:pt x="492633" y="703231"/>
                  </a:cubicBezTo>
                  <a:cubicBezTo>
                    <a:pt x="493490" y="704183"/>
                    <a:pt x="494633" y="706755"/>
                    <a:pt x="495586" y="707612"/>
                  </a:cubicBezTo>
                  <a:cubicBezTo>
                    <a:pt x="496253" y="708184"/>
                    <a:pt x="498348" y="708470"/>
                    <a:pt x="498919" y="709232"/>
                  </a:cubicBezTo>
                  <a:cubicBezTo>
                    <a:pt x="499491" y="709994"/>
                    <a:pt x="499015" y="712184"/>
                    <a:pt x="499301" y="713042"/>
                  </a:cubicBezTo>
                  <a:cubicBezTo>
                    <a:pt x="499586" y="713804"/>
                    <a:pt x="500824" y="715137"/>
                    <a:pt x="501110" y="715899"/>
                  </a:cubicBezTo>
                  <a:cubicBezTo>
                    <a:pt x="501396" y="716947"/>
                    <a:pt x="500729" y="719328"/>
                    <a:pt x="501206" y="720376"/>
                  </a:cubicBezTo>
                  <a:cubicBezTo>
                    <a:pt x="501586" y="721233"/>
                    <a:pt x="503587" y="722186"/>
                    <a:pt x="504063" y="723043"/>
                  </a:cubicBezTo>
                  <a:cubicBezTo>
                    <a:pt x="504730" y="724186"/>
                    <a:pt x="505301" y="726853"/>
                    <a:pt x="505587" y="728186"/>
                  </a:cubicBezTo>
                  <a:cubicBezTo>
                    <a:pt x="505778" y="729234"/>
                    <a:pt x="506349" y="731425"/>
                    <a:pt x="506158" y="732473"/>
                  </a:cubicBezTo>
                  <a:cubicBezTo>
                    <a:pt x="505968" y="733234"/>
                    <a:pt x="505206" y="734759"/>
                    <a:pt x="504635" y="735330"/>
                  </a:cubicBezTo>
                  <a:cubicBezTo>
                    <a:pt x="504158" y="735711"/>
                    <a:pt x="502539" y="735806"/>
                    <a:pt x="502253" y="736282"/>
                  </a:cubicBezTo>
                  <a:cubicBezTo>
                    <a:pt x="501777" y="737140"/>
                    <a:pt x="502063" y="739235"/>
                    <a:pt x="502444" y="740093"/>
                  </a:cubicBezTo>
                  <a:cubicBezTo>
                    <a:pt x="502825" y="741045"/>
                    <a:pt x="504635" y="742379"/>
                    <a:pt x="505015" y="743331"/>
                  </a:cubicBezTo>
                  <a:cubicBezTo>
                    <a:pt x="505397" y="744093"/>
                    <a:pt x="505301" y="745903"/>
                    <a:pt x="505397" y="746760"/>
                  </a:cubicBezTo>
                  <a:cubicBezTo>
                    <a:pt x="505492" y="747427"/>
                    <a:pt x="506063" y="748760"/>
                    <a:pt x="506158" y="749427"/>
                  </a:cubicBezTo>
                  <a:cubicBezTo>
                    <a:pt x="506158" y="750284"/>
                    <a:pt x="505587" y="751999"/>
                    <a:pt x="505587" y="752856"/>
                  </a:cubicBezTo>
                  <a:cubicBezTo>
                    <a:pt x="505587" y="754094"/>
                    <a:pt x="505968" y="757428"/>
                    <a:pt x="505968" y="757809"/>
                  </a:cubicBezTo>
                  <a:cubicBezTo>
                    <a:pt x="505968" y="758285"/>
                    <a:pt x="506444" y="761809"/>
                    <a:pt x="507111" y="762857"/>
                  </a:cubicBezTo>
                  <a:cubicBezTo>
                    <a:pt x="507682" y="763905"/>
                    <a:pt x="509492" y="765524"/>
                    <a:pt x="510349" y="766286"/>
                  </a:cubicBezTo>
                  <a:cubicBezTo>
                    <a:pt x="511111" y="766953"/>
                    <a:pt x="512826" y="768287"/>
                    <a:pt x="513778" y="768858"/>
                  </a:cubicBezTo>
                  <a:cubicBezTo>
                    <a:pt x="514540" y="769430"/>
                    <a:pt x="516541" y="770001"/>
                    <a:pt x="517112" y="770668"/>
                  </a:cubicBezTo>
                  <a:cubicBezTo>
                    <a:pt x="517779" y="771430"/>
                    <a:pt x="518065" y="773621"/>
                    <a:pt x="518541" y="774478"/>
                  </a:cubicBezTo>
                  <a:cubicBezTo>
                    <a:pt x="519017" y="775430"/>
                    <a:pt x="520065" y="777431"/>
                    <a:pt x="520922" y="777907"/>
                  </a:cubicBezTo>
                  <a:cubicBezTo>
                    <a:pt x="521875" y="778383"/>
                    <a:pt x="524161" y="778097"/>
                    <a:pt x="525113" y="777716"/>
                  </a:cubicBezTo>
                  <a:cubicBezTo>
                    <a:pt x="525875" y="777431"/>
                    <a:pt x="527495" y="776478"/>
                    <a:pt x="527780" y="775716"/>
                  </a:cubicBezTo>
                  <a:cubicBezTo>
                    <a:pt x="528257" y="774668"/>
                    <a:pt x="527495" y="772382"/>
                    <a:pt x="527209" y="771334"/>
                  </a:cubicBezTo>
                  <a:cubicBezTo>
                    <a:pt x="526923" y="770477"/>
                    <a:pt x="525780" y="769049"/>
                    <a:pt x="525685" y="768191"/>
                  </a:cubicBezTo>
                  <a:cubicBezTo>
                    <a:pt x="525590" y="767525"/>
                    <a:pt x="525685" y="766001"/>
                    <a:pt x="525970" y="765334"/>
                  </a:cubicBezTo>
                  <a:cubicBezTo>
                    <a:pt x="526352" y="764381"/>
                    <a:pt x="527876" y="762857"/>
                    <a:pt x="528637" y="762095"/>
                  </a:cubicBezTo>
                  <a:cubicBezTo>
                    <a:pt x="529590" y="761048"/>
                    <a:pt x="531590" y="758952"/>
                    <a:pt x="532924" y="758381"/>
                  </a:cubicBezTo>
                  <a:cubicBezTo>
                    <a:pt x="533686" y="758095"/>
                    <a:pt x="535495" y="758381"/>
                    <a:pt x="536353" y="758285"/>
                  </a:cubicBezTo>
                  <a:cubicBezTo>
                    <a:pt x="537115" y="758190"/>
                    <a:pt x="538639" y="757238"/>
                    <a:pt x="539496" y="757333"/>
                  </a:cubicBezTo>
                  <a:cubicBezTo>
                    <a:pt x="540353" y="757333"/>
                    <a:pt x="541973" y="758000"/>
                    <a:pt x="542639" y="758571"/>
                  </a:cubicBezTo>
                  <a:cubicBezTo>
                    <a:pt x="543211" y="759047"/>
                    <a:pt x="543306" y="760857"/>
                    <a:pt x="543878" y="761238"/>
                  </a:cubicBezTo>
                  <a:cubicBezTo>
                    <a:pt x="544640" y="761714"/>
                    <a:pt x="546640" y="760857"/>
                    <a:pt x="547592" y="760952"/>
                  </a:cubicBezTo>
                  <a:cubicBezTo>
                    <a:pt x="548831" y="761048"/>
                    <a:pt x="551402" y="761333"/>
                    <a:pt x="552545" y="761809"/>
                  </a:cubicBezTo>
                  <a:cubicBezTo>
                    <a:pt x="553212" y="762095"/>
                    <a:pt x="554355" y="763143"/>
                    <a:pt x="555117" y="763334"/>
                  </a:cubicBezTo>
                  <a:cubicBezTo>
                    <a:pt x="555879" y="763524"/>
                    <a:pt x="557594" y="762857"/>
                    <a:pt x="558356" y="763238"/>
                  </a:cubicBezTo>
                  <a:cubicBezTo>
                    <a:pt x="559022" y="763524"/>
                    <a:pt x="559594" y="765143"/>
                    <a:pt x="560165" y="765620"/>
                  </a:cubicBezTo>
                  <a:cubicBezTo>
                    <a:pt x="560832" y="766096"/>
                    <a:pt x="562356" y="766763"/>
                    <a:pt x="563118" y="766763"/>
                  </a:cubicBezTo>
                  <a:cubicBezTo>
                    <a:pt x="564070" y="766667"/>
                    <a:pt x="565595" y="765143"/>
                    <a:pt x="566547" y="765048"/>
                  </a:cubicBezTo>
                  <a:cubicBezTo>
                    <a:pt x="567309" y="764953"/>
                    <a:pt x="569024" y="765143"/>
                    <a:pt x="569690" y="765620"/>
                  </a:cubicBezTo>
                  <a:cubicBezTo>
                    <a:pt x="570643" y="766286"/>
                    <a:pt x="571119" y="768953"/>
                    <a:pt x="571976" y="769715"/>
                  </a:cubicBezTo>
                  <a:cubicBezTo>
                    <a:pt x="572738" y="770382"/>
                    <a:pt x="574643" y="771716"/>
                    <a:pt x="575691" y="771430"/>
                  </a:cubicBezTo>
                  <a:cubicBezTo>
                    <a:pt x="576929" y="771049"/>
                    <a:pt x="578263" y="768382"/>
                    <a:pt x="578644" y="767239"/>
                  </a:cubicBezTo>
                  <a:cubicBezTo>
                    <a:pt x="579025" y="765810"/>
                    <a:pt x="578263" y="762762"/>
                    <a:pt x="578453" y="761238"/>
                  </a:cubicBezTo>
                  <a:cubicBezTo>
                    <a:pt x="578549" y="760381"/>
                    <a:pt x="578930" y="758476"/>
                    <a:pt x="579596" y="758000"/>
                  </a:cubicBezTo>
                  <a:cubicBezTo>
                    <a:pt x="580263" y="757428"/>
                    <a:pt x="582263" y="757809"/>
                    <a:pt x="583120" y="757714"/>
                  </a:cubicBezTo>
                  <a:cubicBezTo>
                    <a:pt x="583882" y="757619"/>
                    <a:pt x="585502" y="757523"/>
                    <a:pt x="586073" y="757047"/>
                  </a:cubicBezTo>
                  <a:cubicBezTo>
                    <a:pt x="586740" y="756476"/>
                    <a:pt x="586740" y="754190"/>
                    <a:pt x="587502" y="753618"/>
                  </a:cubicBezTo>
                  <a:cubicBezTo>
                    <a:pt x="588169" y="753142"/>
                    <a:pt x="590645" y="753332"/>
                    <a:pt x="591026" y="753332"/>
                  </a:cubicBezTo>
                  <a:cubicBezTo>
                    <a:pt x="591503" y="753332"/>
                    <a:pt x="593884" y="754761"/>
                    <a:pt x="594455" y="755618"/>
                  </a:cubicBezTo>
                  <a:cubicBezTo>
                    <a:pt x="595122" y="756666"/>
                    <a:pt x="594836" y="759524"/>
                    <a:pt x="595598" y="760476"/>
                  </a:cubicBezTo>
                  <a:cubicBezTo>
                    <a:pt x="596170" y="761143"/>
                    <a:pt x="597980" y="761905"/>
                    <a:pt x="598837" y="761905"/>
                  </a:cubicBezTo>
                  <a:cubicBezTo>
                    <a:pt x="599980" y="761905"/>
                    <a:pt x="601694" y="759809"/>
                    <a:pt x="602837" y="759905"/>
                  </a:cubicBezTo>
                  <a:cubicBezTo>
                    <a:pt x="603599" y="760000"/>
                    <a:pt x="604647" y="761333"/>
                    <a:pt x="605219" y="761714"/>
                  </a:cubicBezTo>
                  <a:cubicBezTo>
                    <a:pt x="605790" y="762095"/>
                    <a:pt x="606743" y="763048"/>
                    <a:pt x="607314" y="763238"/>
                  </a:cubicBezTo>
                  <a:cubicBezTo>
                    <a:pt x="608552" y="763524"/>
                    <a:pt x="611029" y="762381"/>
                    <a:pt x="612267" y="762667"/>
                  </a:cubicBezTo>
                  <a:cubicBezTo>
                    <a:pt x="613029" y="762857"/>
                    <a:pt x="614172" y="764667"/>
                    <a:pt x="614934" y="764477"/>
                  </a:cubicBezTo>
                  <a:cubicBezTo>
                    <a:pt x="615886" y="764286"/>
                    <a:pt x="616268" y="761524"/>
                    <a:pt x="617220" y="761333"/>
                  </a:cubicBezTo>
                  <a:cubicBezTo>
                    <a:pt x="617982" y="761238"/>
                    <a:pt x="619125" y="763048"/>
                    <a:pt x="619887" y="763143"/>
                  </a:cubicBezTo>
                  <a:cubicBezTo>
                    <a:pt x="620840" y="763334"/>
                    <a:pt x="622649" y="762667"/>
                    <a:pt x="623602" y="762286"/>
                  </a:cubicBezTo>
                  <a:cubicBezTo>
                    <a:pt x="624840" y="761809"/>
                    <a:pt x="626936" y="760095"/>
                    <a:pt x="628269" y="759905"/>
                  </a:cubicBezTo>
                  <a:cubicBezTo>
                    <a:pt x="629507" y="759714"/>
                    <a:pt x="632270" y="759714"/>
                    <a:pt x="633222" y="760476"/>
                  </a:cubicBezTo>
                  <a:cubicBezTo>
                    <a:pt x="634270" y="761333"/>
                    <a:pt x="634365" y="764572"/>
                    <a:pt x="634936" y="765810"/>
                  </a:cubicBezTo>
                  <a:cubicBezTo>
                    <a:pt x="635413" y="766858"/>
                    <a:pt x="635984" y="769430"/>
                    <a:pt x="637032" y="769906"/>
                  </a:cubicBezTo>
                  <a:cubicBezTo>
                    <a:pt x="637985" y="770382"/>
                    <a:pt x="640270" y="769430"/>
                    <a:pt x="641223" y="769049"/>
                  </a:cubicBezTo>
                  <a:cubicBezTo>
                    <a:pt x="642366" y="768668"/>
                    <a:pt x="644366" y="767429"/>
                    <a:pt x="645414" y="766858"/>
                  </a:cubicBezTo>
                  <a:cubicBezTo>
                    <a:pt x="646748" y="766191"/>
                    <a:pt x="649224" y="764857"/>
                    <a:pt x="650653" y="764381"/>
                  </a:cubicBezTo>
                  <a:cubicBezTo>
                    <a:pt x="651796" y="764000"/>
                    <a:pt x="654272" y="763429"/>
                    <a:pt x="655415" y="763619"/>
                  </a:cubicBezTo>
                  <a:cubicBezTo>
                    <a:pt x="656844" y="763905"/>
                    <a:pt x="659035" y="766096"/>
                    <a:pt x="660464" y="766191"/>
                  </a:cubicBezTo>
                  <a:cubicBezTo>
                    <a:pt x="661607" y="766286"/>
                    <a:pt x="663607" y="764762"/>
                    <a:pt x="664750" y="764857"/>
                  </a:cubicBezTo>
                  <a:cubicBezTo>
                    <a:pt x="665512" y="764857"/>
                    <a:pt x="666750" y="765620"/>
                    <a:pt x="667322" y="766001"/>
                  </a:cubicBezTo>
                  <a:cubicBezTo>
                    <a:pt x="668274" y="766667"/>
                    <a:pt x="669798" y="768477"/>
                    <a:pt x="670846" y="769144"/>
                  </a:cubicBezTo>
                  <a:cubicBezTo>
                    <a:pt x="671703" y="769715"/>
                    <a:pt x="673703" y="770954"/>
                    <a:pt x="674751" y="770858"/>
                  </a:cubicBezTo>
                  <a:cubicBezTo>
                    <a:pt x="675799" y="770763"/>
                    <a:pt x="677704" y="769430"/>
                    <a:pt x="677990" y="768477"/>
                  </a:cubicBezTo>
                  <a:cubicBezTo>
                    <a:pt x="678275" y="767429"/>
                    <a:pt x="676751" y="765334"/>
                    <a:pt x="676180" y="764286"/>
                  </a:cubicBezTo>
                  <a:cubicBezTo>
                    <a:pt x="675418" y="762953"/>
                    <a:pt x="673036" y="760857"/>
                    <a:pt x="672751" y="759333"/>
                  </a:cubicBezTo>
                  <a:cubicBezTo>
                    <a:pt x="672560" y="758571"/>
                    <a:pt x="673036" y="756761"/>
                    <a:pt x="673513" y="756095"/>
                  </a:cubicBezTo>
                  <a:cubicBezTo>
                    <a:pt x="674084" y="755237"/>
                    <a:pt x="676085" y="754475"/>
                    <a:pt x="676751" y="753713"/>
                  </a:cubicBezTo>
                  <a:cubicBezTo>
                    <a:pt x="677608" y="752666"/>
                    <a:pt x="679037" y="750094"/>
                    <a:pt x="679228" y="748760"/>
                  </a:cubicBezTo>
                  <a:cubicBezTo>
                    <a:pt x="679323" y="747808"/>
                    <a:pt x="678275" y="745998"/>
                    <a:pt x="678370" y="745141"/>
                  </a:cubicBezTo>
                  <a:cubicBezTo>
                    <a:pt x="678466" y="744284"/>
                    <a:pt x="679323" y="742664"/>
                    <a:pt x="679990" y="742283"/>
                  </a:cubicBezTo>
                  <a:cubicBezTo>
                    <a:pt x="680847" y="741712"/>
                    <a:pt x="683228" y="741712"/>
                    <a:pt x="684276" y="741902"/>
                  </a:cubicBezTo>
                  <a:cubicBezTo>
                    <a:pt x="685419" y="742093"/>
                    <a:pt x="687705" y="744284"/>
                    <a:pt x="688657" y="743617"/>
                  </a:cubicBezTo>
                  <a:cubicBezTo>
                    <a:pt x="689896" y="742855"/>
                    <a:pt x="687800" y="738854"/>
                    <a:pt x="688943" y="737997"/>
                  </a:cubicBezTo>
                  <a:cubicBezTo>
                    <a:pt x="689801" y="737330"/>
                    <a:pt x="692086" y="738378"/>
                    <a:pt x="692944" y="738950"/>
                  </a:cubicBezTo>
                  <a:cubicBezTo>
                    <a:pt x="693801" y="739616"/>
                    <a:pt x="694277" y="741807"/>
                    <a:pt x="695039" y="742474"/>
                  </a:cubicBezTo>
                  <a:cubicBezTo>
                    <a:pt x="695801" y="743045"/>
                    <a:pt x="697897" y="743141"/>
                    <a:pt x="698564" y="743712"/>
                  </a:cubicBezTo>
                  <a:cubicBezTo>
                    <a:pt x="699421" y="744569"/>
                    <a:pt x="700087" y="747046"/>
                    <a:pt x="700373" y="748189"/>
                  </a:cubicBezTo>
                  <a:cubicBezTo>
                    <a:pt x="700754" y="749522"/>
                    <a:pt x="700278" y="752475"/>
                    <a:pt x="700945" y="753713"/>
                  </a:cubicBezTo>
                  <a:cubicBezTo>
                    <a:pt x="701611" y="755047"/>
                    <a:pt x="704945" y="756095"/>
                    <a:pt x="705612" y="757428"/>
                  </a:cubicBezTo>
                  <a:cubicBezTo>
                    <a:pt x="706183" y="758571"/>
                    <a:pt x="705612" y="761238"/>
                    <a:pt x="705422" y="762572"/>
                  </a:cubicBezTo>
                  <a:cubicBezTo>
                    <a:pt x="705326" y="763715"/>
                    <a:pt x="704374" y="766001"/>
                    <a:pt x="704850" y="766953"/>
                  </a:cubicBezTo>
                  <a:cubicBezTo>
                    <a:pt x="705136" y="767620"/>
                    <a:pt x="706755" y="768001"/>
                    <a:pt x="707231" y="768572"/>
                  </a:cubicBezTo>
                  <a:cubicBezTo>
                    <a:pt x="708089" y="769430"/>
                    <a:pt x="709327" y="771620"/>
                    <a:pt x="710089" y="772573"/>
                  </a:cubicBezTo>
                  <a:cubicBezTo>
                    <a:pt x="710660" y="773240"/>
                    <a:pt x="711899" y="774382"/>
                    <a:pt x="712375" y="775145"/>
                  </a:cubicBezTo>
                  <a:cubicBezTo>
                    <a:pt x="713327" y="776764"/>
                    <a:pt x="713518" y="780669"/>
                    <a:pt x="714661" y="782098"/>
                  </a:cubicBezTo>
                  <a:cubicBezTo>
                    <a:pt x="715423" y="783146"/>
                    <a:pt x="717614" y="784670"/>
                    <a:pt x="718947" y="784955"/>
                  </a:cubicBezTo>
                  <a:cubicBezTo>
                    <a:pt x="719423" y="785051"/>
                    <a:pt x="720376" y="784955"/>
                    <a:pt x="721328" y="784765"/>
                  </a:cubicBezTo>
                  <a:lnTo>
                    <a:pt x="677228" y="1166241"/>
                  </a:lnTo>
                  <a:lnTo>
                    <a:pt x="629412" y="1161002"/>
                  </a:lnTo>
                  <a:lnTo>
                    <a:pt x="455962" y="1140047"/>
                  </a:lnTo>
                  <a:lnTo>
                    <a:pt x="337661" y="1121950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68" name="Freeform: Shape 76">
              <a:extLst>
                <a:ext uri="{FF2B5EF4-FFF2-40B4-BE49-F238E27FC236}">
                  <a16:creationId xmlns:a16="http://schemas.microsoft.com/office/drawing/2014/main" id="{A8F12F49-EAE4-6F1D-0930-B2FACFB89D13}"/>
                </a:ext>
              </a:extLst>
            </p:cNvPr>
            <p:cNvSpPr/>
            <p:nvPr/>
          </p:nvSpPr>
          <p:spPr>
            <a:xfrm>
              <a:off x="3357277" y="2646426"/>
              <a:ext cx="762000" cy="1181100"/>
            </a:xfrm>
            <a:custGeom>
              <a:avLst/>
              <a:gdLst>
                <a:gd name="connsiteX0" fmla="*/ 431673 w 762000"/>
                <a:gd name="connsiteY0" fmla="*/ 65056 h 1181100"/>
                <a:gd name="connsiteX1" fmla="*/ 656654 w 762000"/>
                <a:gd name="connsiteY1" fmla="*/ 104299 h 1181100"/>
                <a:gd name="connsiteX2" fmla="*/ 691705 w 762000"/>
                <a:gd name="connsiteY2" fmla="*/ 109442 h 1181100"/>
                <a:gd name="connsiteX3" fmla="*/ 743045 w 762000"/>
                <a:gd name="connsiteY3" fmla="*/ 117538 h 1181100"/>
                <a:gd name="connsiteX4" fmla="*/ 769334 w 762000"/>
                <a:gd name="connsiteY4" fmla="*/ 121444 h 1181100"/>
                <a:gd name="connsiteX5" fmla="*/ 764286 w 762000"/>
                <a:gd name="connsiteY5" fmla="*/ 155543 h 1181100"/>
                <a:gd name="connsiteX6" fmla="*/ 726948 w 762000"/>
                <a:gd name="connsiteY6" fmla="*/ 397288 h 1181100"/>
                <a:gd name="connsiteX7" fmla="*/ 688277 w 762000"/>
                <a:gd name="connsiteY7" fmla="*/ 659416 h 1181100"/>
                <a:gd name="connsiteX8" fmla="*/ 657034 w 762000"/>
                <a:gd name="connsiteY8" fmla="*/ 866394 h 1181100"/>
                <a:gd name="connsiteX9" fmla="*/ 653415 w 762000"/>
                <a:gd name="connsiteY9" fmla="*/ 892112 h 1181100"/>
                <a:gd name="connsiteX10" fmla="*/ 635984 w 762000"/>
                <a:gd name="connsiteY10" fmla="*/ 1014698 h 1181100"/>
                <a:gd name="connsiteX11" fmla="*/ 634841 w 762000"/>
                <a:gd name="connsiteY11" fmla="*/ 1017746 h 1181100"/>
                <a:gd name="connsiteX12" fmla="*/ 631222 w 762000"/>
                <a:gd name="connsiteY12" fmla="*/ 1020223 h 1181100"/>
                <a:gd name="connsiteX13" fmla="*/ 629412 w 762000"/>
                <a:gd name="connsiteY13" fmla="*/ 1023747 h 1181100"/>
                <a:gd name="connsiteX14" fmla="*/ 627698 w 762000"/>
                <a:gd name="connsiteY14" fmla="*/ 1026605 h 1181100"/>
                <a:gd name="connsiteX15" fmla="*/ 624269 w 762000"/>
                <a:gd name="connsiteY15" fmla="*/ 1028510 h 1181100"/>
                <a:gd name="connsiteX16" fmla="*/ 624173 w 762000"/>
                <a:gd name="connsiteY16" fmla="*/ 1031938 h 1181100"/>
                <a:gd name="connsiteX17" fmla="*/ 621697 w 762000"/>
                <a:gd name="connsiteY17" fmla="*/ 1034987 h 1181100"/>
                <a:gd name="connsiteX18" fmla="*/ 619315 w 762000"/>
                <a:gd name="connsiteY18" fmla="*/ 1039749 h 1181100"/>
                <a:gd name="connsiteX19" fmla="*/ 614934 w 762000"/>
                <a:gd name="connsiteY19" fmla="*/ 1039463 h 1181100"/>
                <a:gd name="connsiteX20" fmla="*/ 610172 w 762000"/>
                <a:gd name="connsiteY20" fmla="*/ 1041368 h 1181100"/>
                <a:gd name="connsiteX21" fmla="*/ 606552 w 762000"/>
                <a:gd name="connsiteY21" fmla="*/ 1040035 h 1181100"/>
                <a:gd name="connsiteX22" fmla="*/ 603790 w 762000"/>
                <a:gd name="connsiteY22" fmla="*/ 1035653 h 1181100"/>
                <a:gd name="connsiteX23" fmla="*/ 599980 w 762000"/>
                <a:gd name="connsiteY23" fmla="*/ 1034034 h 1181100"/>
                <a:gd name="connsiteX24" fmla="*/ 599027 w 762000"/>
                <a:gd name="connsiteY24" fmla="*/ 1032034 h 1181100"/>
                <a:gd name="connsiteX25" fmla="*/ 599408 w 762000"/>
                <a:gd name="connsiteY25" fmla="*/ 1028414 h 1181100"/>
                <a:gd name="connsiteX26" fmla="*/ 597599 w 762000"/>
                <a:gd name="connsiteY26" fmla="*/ 1025366 h 1181100"/>
                <a:gd name="connsiteX27" fmla="*/ 595884 w 762000"/>
                <a:gd name="connsiteY27" fmla="*/ 1021461 h 1181100"/>
                <a:gd name="connsiteX28" fmla="*/ 592741 w 762000"/>
                <a:gd name="connsiteY28" fmla="*/ 1017175 h 1181100"/>
                <a:gd name="connsiteX29" fmla="*/ 589312 w 762000"/>
                <a:gd name="connsiteY29" fmla="*/ 1016699 h 1181100"/>
                <a:gd name="connsiteX30" fmla="*/ 586930 w 762000"/>
                <a:gd name="connsiteY30" fmla="*/ 1019175 h 1181100"/>
                <a:gd name="connsiteX31" fmla="*/ 584263 w 762000"/>
                <a:gd name="connsiteY31" fmla="*/ 1019556 h 1181100"/>
                <a:gd name="connsiteX32" fmla="*/ 582359 w 762000"/>
                <a:gd name="connsiteY32" fmla="*/ 1017365 h 1181100"/>
                <a:gd name="connsiteX33" fmla="*/ 578644 w 762000"/>
                <a:gd name="connsiteY33" fmla="*/ 1018127 h 1181100"/>
                <a:gd name="connsiteX34" fmla="*/ 577501 w 762000"/>
                <a:gd name="connsiteY34" fmla="*/ 1015556 h 1181100"/>
                <a:gd name="connsiteX35" fmla="*/ 574738 w 762000"/>
                <a:gd name="connsiteY35" fmla="*/ 1015365 h 1181100"/>
                <a:gd name="connsiteX36" fmla="*/ 571309 w 762000"/>
                <a:gd name="connsiteY36" fmla="*/ 1013174 h 1181100"/>
                <a:gd name="connsiteX37" fmla="*/ 566833 w 762000"/>
                <a:gd name="connsiteY37" fmla="*/ 1013365 h 1181100"/>
                <a:gd name="connsiteX38" fmla="*/ 564166 w 762000"/>
                <a:gd name="connsiteY38" fmla="*/ 1016413 h 1181100"/>
                <a:gd name="connsiteX39" fmla="*/ 561499 w 762000"/>
                <a:gd name="connsiteY39" fmla="*/ 1014317 h 1181100"/>
                <a:gd name="connsiteX40" fmla="*/ 558165 w 762000"/>
                <a:gd name="connsiteY40" fmla="*/ 1016699 h 1181100"/>
                <a:gd name="connsiteX41" fmla="*/ 555022 w 762000"/>
                <a:gd name="connsiteY41" fmla="*/ 1017651 h 1181100"/>
                <a:gd name="connsiteX42" fmla="*/ 550355 w 762000"/>
                <a:gd name="connsiteY42" fmla="*/ 1016984 h 1181100"/>
                <a:gd name="connsiteX43" fmla="*/ 547592 w 762000"/>
                <a:gd name="connsiteY43" fmla="*/ 1018032 h 1181100"/>
                <a:gd name="connsiteX44" fmla="*/ 546163 w 762000"/>
                <a:gd name="connsiteY44" fmla="*/ 1023080 h 1181100"/>
                <a:gd name="connsiteX45" fmla="*/ 547592 w 762000"/>
                <a:gd name="connsiteY45" fmla="*/ 1027748 h 1181100"/>
                <a:gd name="connsiteX46" fmla="*/ 546545 w 762000"/>
                <a:gd name="connsiteY46" fmla="*/ 1030986 h 1181100"/>
                <a:gd name="connsiteX47" fmla="*/ 544068 w 762000"/>
                <a:gd name="connsiteY47" fmla="*/ 1036225 h 1181100"/>
                <a:gd name="connsiteX48" fmla="*/ 545973 w 762000"/>
                <a:gd name="connsiteY48" fmla="*/ 1039082 h 1181100"/>
                <a:gd name="connsiteX49" fmla="*/ 545021 w 762000"/>
                <a:gd name="connsiteY49" fmla="*/ 1042226 h 1181100"/>
                <a:gd name="connsiteX50" fmla="*/ 546926 w 762000"/>
                <a:gd name="connsiteY50" fmla="*/ 1044416 h 1181100"/>
                <a:gd name="connsiteX51" fmla="*/ 546926 w 762000"/>
                <a:gd name="connsiteY51" fmla="*/ 1048798 h 1181100"/>
                <a:gd name="connsiteX52" fmla="*/ 549974 w 762000"/>
                <a:gd name="connsiteY52" fmla="*/ 1052417 h 1181100"/>
                <a:gd name="connsiteX53" fmla="*/ 548830 w 762000"/>
                <a:gd name="connsiteY53" fmla="*/ 1055465 h 1181100"/>
                <a:gd name="connsiteX54" fmla="*/ 546735 w 762000"/>
                <a:gd name="connsiteY54" fmla="*/ 1057085 h 1181100"/>
                <a:gd name="connsiteX55" fmla="*/ 545687 w 762000"/>
                <a:gd name="connsiteY55" fmla="*/ 1062895 h 1181100"/>
                <a:gd name="connsiteX56" fmla="*/ 544925 w 762000"/>
                <a:gd name="connsiteY56" fmla="*/ 1068229 h 1181100"/>
                <a:gd name="connsiteX57" fmla="*/ 545402 w 762000"/>
                <a:gd name="connsiteY57" fmla="*/ 1073087 h 1181100"/>
                <a:gd name="connsiteX58" fmla="*/ 543211 w 762000"/>
                <a:gd name="connsiteY58" fmla="*/ 1076325 h 1181100"/>
                <a:gd name="connsiteX59" fmla="*/ 543115 w 762000"/>
                <a:gd name="connsiteY59" fmla="*/ 1079945 h 1181100"/>
                <a:gd name="connsiteX60" fmla="*/ 545021 w 762000"/>
                <a:gd name="connsiteY60" fmla="*/ 1082707 h 1181100"/>
                <a:gd name="connsiteX61" fmla="*/ 544163 w 762000"/>
                <a:gd name="connsiteY61" fmla="*/ 1085755 h 1181100"/>
                <a:gd name="connsiteX62" fmla="*/ 542639 w 762000"/>
                <a:gd name="connsiteY62" fmla="*/ 1088327 h 1181100"/>
                <a:gd name="connsiteX63" fmla="*/ 545973 w 762000"/>
                <a:gd name="connsiteY63" fmla="*/ 1092041 h 1181100"/>
                <a:gd name="connsiteX64" fmla="*/ 546830 w 762000"/>
                <a:gd name="connsiteY64" fmla="*/ 1096709 h 1181100"/>
                <a:gd name="connsiteX65" fmla="*/ 544830 w 762000"/>
                <a:gd name="connsiteY65" fmla="*/ 1100614 h 1181100"/>
                <a:gd name="connsiteX66" fmla="*/ 544259 w 762000"/>
                <a:gd name="connsiteY66" fmla="*/ 1107377 h 1181100"/>
                <a:gd name="connsiteX67" fmla="*/ 541877 w 762000"/>
                <a:gd name="connsiteY67" fmla="*/ 1109282 h 1181100"/>
                <a:gd name="connsiteX68" fmla="*/ 540449 w 762000"/>
                <a:gd name="connsiteY68" fmla="*/ 1114997 h 1181100"/>
                <a:gd name="connsiteX69" fmla="*/ 541115 w 762000"/>
                <a:gd name="connsiteY69" fmla="*/ 1121283 h 1181100"/>
                <a:gd name="connsiteX70" fmla="*/ 544544 w 762000"/>
                <a:gd name="connsiteY70" fmla="*/ 1126617 h 1181100"/>
                <a:gd name="connsiteX71" fmla="*/ 546449 w 762000"/>
                <a:gd name="connsiteY71" fmla="*/ 1132904 h 1181100"/>
                <a:gd name="connsiteX72" fmla="*/ 547783 w 762000"/>
                <a:gd name="connsiteY72" fmla="*/ 1140428 h 1181100"/>
                <a:gd name="connsiteX73" fmla="*/ 546068 w 762000"/>
                <a:gd name="connsiteY73" fmla="*/ 1145667 h 1181100"/>
                <a:gd name="connsiteX74" fmla="*/ 547307 w 762000"/>
                <a:gd name="connsiteY74" fmla="*/ 1149858 h 1181100"/>
                <a:gd name="connsiteX75" fmla="*/ 546449 w 762000"/>
                <a:gd name="connsiteY75" fmla="*/ 1156907 h 1181100"/>
                <a:gd name="connsiteX76" fmla="*/ 547307 w 762000"/>
                <a:gd name="connsiteY76" fmla="*/ 1161193 h 1181100"/>
                <a:gd name="connsiteX77" fmla="*/ 546735 w 762000"/>
                <a:gd name="connsiteY77" fmla="*/ 1164146 h 1181100"/>
                <a:gd name="connsiteX78" fmla="*/ 546735 w 762000"/>
                <a:gd name="connsiteY78" fmla="*/ 1168337 h 1181100"/>
                <a:gd name="connsiteX79" fmla="*/ 545211 w 762000"/>
                <a:gd name="connsiteY79" fmla="*/ 1171385 h 1181100"/>
                <a:gd name="connsiteX80" fmla="*/ 541115 w 762000"/>
                <a:gd name="connsiteY80" fmla="*/ 1172432 h 1181100"/>
                <a:gd name="connsiteX81" fmla="*/ 537782 w 762000"/>
                <a:gd name="connsiteY81" fmla="*/ 1171766 h 1181100"/>
                <a:gd name="connsiteX82" fmla="*/ 535686 w 762000"/>
                <a:gd name="connsiteY82" fmla="*/ 1173766 h 1181100"/>
                <a:gd name="connsiteX83" fmla="*/ 536067 w 762000"/>
                <a:gd name="connsiteY83" fmla="*/ 1176052 h 1181100"/>
                <a:gd name="connsiteX84" fmla="*/ 538258 w 762000"/>
                <a:gd name="connsiteY84" fmla="*/ 1177100 h 1181100"/>
                <a:gd name="connsiteX85" fmla="*/ 539686 w 762000"/>
                <a:gd name="connsiteY85" fmla="*/ 1179576 h 1181100"/>
                <a:gd name="connsiteX86" fmla="*/ 538829 w 762000"/>
                <a:gd name="connsiteY86" fmla="*/ 1182053 h 1181100"/>
                <a:gd name="connsiteX87" fmla="*/ 536162 w 762000"/>
                <a:gd name="connsiteY87" fmla="*/ 1182815 h 1181100"/>
                <a:gd name="connsiteX88" fmla="*/ 534448 w 762000"/>
                <a:gd name="connsiteY88" fmla="*/ 1185577 h 1181100"/>
                <a:gd name="connsiteX89" fmla="*/ 533781 w 762000"/>
                <a:gd name="connsiteY89" fmla="*/ 1188339 h 1181100"/>
                <a:gd name="connsiteX90" fmla="*/ 530257 w 762000"/>
                <a:gd name="connsiteY90" fmla="*/ 1183767 h 1181100"/>
                <a:gd name="connsiteX91" fmla="*/ 400431 w 762000"/>
                <a:gd name="connsiteY91" fmla="*/ 1005459 h 1181100"/>
                <a:gd name="connsiteX92" fmla="*/ 278797 w 762000"/>
                <a:gd name="connsiteY92" fmla="*/ 839057 h 1181100"/>
                <a:gd name="connsiteX93" fmla="*/ 67913 w 762000"/>
                <a:gd name="connsiteY93" fmla="*/ 550736 h 1181100"/>
                <a:gd name="connsiteX94" fmla="*/ 0 w 762000"/>
                <a:gd name="connsiteY94" fmla="*/ 457867 h 1181100"/>
                <a:gd name="connsiteX95" fmla="*/ 3715 w 762000"/>
                <a:gd name="connsiteY95" fmla="*/ 435769 h 1181100"/>
                <a:gd name="connsiteX96" fmla="*/ 41339 w 762000"/>
                <a:gd name="connsiteY96" fmla="*/ 266510 h 1181100"/>
                <a:gd name="connsiteX97" fmla="*/ 78676 w 762000"/>
                <a:gd name="connsiteY97" fmla="*/ 87344 h 1181100"/>
                <a:gd name="connsiteX98" fmla="*/ 97250 w 762000"/>
                <a:gd name="connsiteY98" fmla="*/ 0 h 1181100"/>
                <a:gd name="connsiteX99" fmla="*/ 105061 w 762000"/>
                <a:gd name="connsiteY99" fmla="*/ 1810 h 1181100"/>
                <a:gd name="connsiteX100" fmla="*/ 431673 w 762000"/>
                <a:gd name="connsiteY100" fmla="*/ 65056 h 1181100"/>
                <a:gd name="connsiteX101" fmla="*/ 431673 w 762000"/>
                <a:gd name="connsiteY101" fmla="*/ 65056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762000" h="1181100">
                  <a:moveTo>
                    <a:pt x="431673" y="65056"/>
                  </a:moveTo>
                  <a:lnTo>
                    <a:pt x="656654" y="104299"/>
                  </a:lnTo>
                  <a:lnTo>
                    <a:pt x="691705" y="109442"/>
                  </a:lnTo>
                  <a:lnTo>
                    <a:pt x="743045" y="117538"/>
                  </a:lnTo>
                  <a:lnTo>
                    <a:pt x="769334" y="121444"/>
                  </a:lnTo>
                  <a:lnTo>
                    <a:pt x="764286" y="155543"/>
                  </a:lnTo>
                  <a:lnTo>
                    <a:pt x="726948" y="397288"/>
                  </a:lnTo>
                  <a:lnTo>
                    <a:pt x="688277" y="659416"/>
                  </a:lnTo>
                  <a:lnTo>
                    <a:pt x="657034" y="866394"/>
                  </a:lnTo>
                  <a:lnTo>
                    <a:pt x="653415" y="892112"/>
                  </a:lnTo>
                  <a:lnTo>
                    <a:pt x="635984" y="1014698"/>
                  </a:lnTo>
                  <a:cubicBezTo>
                    <a:pt x="635984" y="1014698"/>
                    <a:pt x="635318" y="1017175"/>
                    <a:pt x="634841" y="1017746"/>
                  </a:cubicBezTo>
                  <a:cubicBezTo>
                    <a:pt x="634175" y="1018604"/>
                    <a:pt x="631984" y="1019366"/>
                    <a:pt x="631222" y="1020223"/>
                  </a:cubicBezTo>
                  <a:cubicBezTo>
                    <a:pt x="630555" y="1020985"/>
                    <a:pt x="629888" y="1022890"/>
                    <a:pt x="629412" y="1023747"/>
                  </a:cubicBezTo>
                  <a:cubicBezTo>
                    <a:pt x="629031" y="1024509"/>
                    <a:pt x="628364" y="1026033"/>
                    <a:pt x="627698" y="1026605"/>
                  </a:cubicBezTo>
                  <a:cubicBezTo>
                    <a:pt x="627031" y="1027271"/>
                    <a:pt x="624840" y="1027652"/>
                    <a:pt x="624269" y="1028510"/>
                  </a:cubicBezTo>
                  <a:cubicBezTo>
                    <a:pt x="623792" y="1029272"/>
                    <a:pt x="624459" y="1031081"/>
                    <a:pt x="624173" y="1031938"/>
                  </a:cubicBezTo>
                  <a:cubicBezTo>
                    <a:pt x="623792" y="1032891"/>
                    <a:pt x="622173" y="1034225"/>
                    <a:pt x="621697" y="1034987"/>
                  </a:cubicBezTo>
                  <a:cubicBezTo>
                    <a:pt x="620935" y="1036130"/>
                    <a:pt x="620459" y="1039082"/>
                    <a:pt x="619315" y="1039749"/>
                  </a:cubicBezTo>
                  <a:cubicBezTo>
                    <a:pt x="618363" y="1040321"/>
                    <a:pt x="615982" y="1039273"/>
                    <a:pt x="614934" y="1039463"/>
                  </a:cubicBezTo>
                  <a:cubicBezTo>
                    <a:pt x="613696" y="1039654"/>
                    <a:pt x="611505" y="1041368"/>
                    <a:pt x="610172" y="1041368"/>
                  </a:cubicBezTo>
                  <a:cubicBezTo>
                    <a:pt x="609219" y="1041368"/>
                    <a:pt x="607314" y="1040606"/>
                    <a:pt x="606552" y="1040035"/>
                  </a:cubicBezTo>
                  <a:cubicBezTo>
                    <a:pt x="605600" y="1039178"/>
                    <a:pt x="604838" y="1036415"/>
                    <a:pt x="603790" y="1035653"/>
                  </a:cubicBezTo>
                  <a:cubicBezTo>
                    <a:pt x="603028" y="1034987"/>
                    <a:pt x="600742" y="1034796"/>
                    <a:pt x="599980" y="1034034"/>
                  </a:cubicBezTo>
                  <a:cubicBezTo>
                    <a:pt x="599599" y="1033653"/>
                    <a:pt x="599123" y="1032605"/>
                    <a:pt x="599027" y="1032034"/>
                  </a:cubicBezTo>
                  <a:cubicBezTo>
                    <a:pt x="598837" y="1031177"/>
                    <a:pt x="599599" y="1029272"/>
                    <a:pt x="599408" y="1028414"/>
                  </a:cubicBezTo>
                  <a:cubicBezTo>
                    <a:pt x="599218" y="1027557"/>
                    <a:pt x="597980" y="1026224"/>
                    <a:pt x="597599" y="1025366"/>
                  </a:cubicBezTo>
                  <a:cubicBezTo>
                    <a:pt x="597122" y="1024414"/>
                    <a:pt x="596455" y="1022318"/>
                    <a:pt x="595884" y="1021461"/>
                  </a:cubicBezTo>
                  <a:cubicBezTo>
                    <a:pt x="595217" y="1020318"/>
                    <a:pt x="593884" y="1017842"/>
                    <a:pt x="592741" y="1017175"/>
                  </a:cubicBezTo>
                  <a:cubicBezTo>
                    <a:pt x="591979" y="1016699"/>
                    <a:pt x="590074" y="1016413"/>
                    <a:pt x="589312" y="1016699"/>
                  </a:cubicBezTo>
                  <a:cubicBezTo>
                    <a:pt x="588550" y="1016984"/>
                    <a:pt x="587693" y="1018699"/>
                    <a:pt x="586930" y="1019175"/>
                  </a:cubicBezTo>
                  <a:cubicBezTo>
                    <a:pt x="586359" y="1019461"/>
                    <a:pt x="584930" y="1019747"/>
                    <a:pt x="584263" y="1019556"/>
                  </a:cubicBezTo>
                  <a:cubicBezTo>
                    <a:pt x="583597" y="1019270"/>
                    <a:pt x="583025" y="1017556"/>
                    <a:pt x="582359" y="1017365"/>
                  </a:cubicBezTo>
                  <a:cubicBezTo>
                    <a:pt x="581501" y="1017080"/>
                    <a:pt x="579501" y="1018604"/>
                    <a:pt x="578644" y="1018127"/>
                  </a:cubicBezTo>
                  <a:cubicBezTo>
                    <a:pt x="577977" y="1017842"/>
                    <a:pt x="578072" y="1015937"/>
                    <a:pt x="577501" y="1015556"/>
                  </a:cubicBezTo>
                  <a:cubicBezTo>
                    <a:pt x="576929" y="1015175"/>
                    <a:pt x="575405" y="1015556"/>
                    <a:pt x="574738" y="1015365"/>
                  </a:cubicBezTo>
                  <a:cubicBezTo>
                    <a:pt x="573786" y="1014984"/>
                    <a:pt x="572262" y="1013460"/>
                    <a:pt x="571309" y="1013174"/>
                  </a:cubicBezTo>
                  <a:cubicBezTo>
                    <a:pt x="570167" y="1012888"/>
                    <a:pt x="567785" y="1012888"/>
                    <a:pt x="566833" y="1013365"/>
                  </a:cubicBezTo>
                  <a:cubicBezTo>
                    <a:pt x="565880" y="1013841"/>
                    <a:pt x="565213" y="1016318"/>
                    <a:pt x="564166" y="1016413"/>
                  </a:cubicBezTo>
                  <a:cubicBezTo>
                    <a:pt x="563309" y="1016508"/>
                    <a:pt x="562356" y="1014317"/>
                    <a:pt x="561499" y="1014317"/>
                  </a:cubicBezTo>
                  <a:cubicBezTo>
                    <a:pt x="560451" y="1014317"/>
                    <a:pt x="559118" y="1016222"/>
                    <a:pt x="558165" y="1016699"/>
                  </a:cubicBezTo>
                  <a:cubicBezTo>
                    <a:pt x="557403" y="1017080"/>
                    <a:pt x="555879" y="1017556"/>
                    <a:pt x="555022" y="1017651"/>
                  </a:cubicBezTo>
                  <a:cubicBezTo>
                    <a:pt x="553879" y="1017746"/>
                    <a:pt x="551593" y="1016889"/>
                    <a:pt x="550355" y="1016984"/>
                  </a:cubicBezTo>
                  <a:cubicBezTo>
                    <a:pt x="549593" y="1017080"/>
                    <a:pt x="548069" y="1017461"/>
                    <a:pt x="547592" y="1018032"/>
                  </a:cubicBezTo>
                  <a:cubicBezTo>
                    <a:pt x="546735" y="1018985"/>
                    <a:pt x="546163" y="1021747"/>
                    <a:pt x="546163" y="1023080"/>
                  </a:cubicBezTo>
                  <a:cubicBezTo>
                    <a:pt x="546163" y="1024319"/>
                    <a:pt x="547592" y="1026605"/>
                    <a:pt x="547592" y="1027748"/>
                  </a:cubicBezTo>
                  <a:cubicBezTo>
                    <a:pt x="547592" y="1028605"/>
                    <a:pt x="546830" y="1030224"/>
                    <a:pt x="546545" y="1030986"/>
                  </a:cubicBezTo>
                  <a:cubicBezTo>
                    <a:pt x="545973" y="1032320"/>
                    <a:pt x="543973" y="1034796"/>
                    <a:pt x="544068" y="1036225"/>
                  </a:cubicBezTo>
                  <a:cubicBezTo>
                    <a:pt x="544163" y="1037082"/>
                    <a:pt x="545782" y="1038225"/>
                    <a:pt x="545973" y="1039082"/>
                  </a:cubicBezTo>
                  <a:cubicBezTo>
                    <a:pt x="546068" y="1039940"/>
                    <a:pt x="544830" y="1041463"/>
                    <a:pt x="545021" y="1042226"/>
                  </a:cubicBezTo>
                  <a:cubicBezTo>
                    <a:pt x="545211" y="1042988"/>
                    <a:pt x="546640" y="1043750"/>
                    <a:pt x="546926" y="1044416"/>
                  </a:cubicBezTo>
                  <a:cubicBezTo>
                    <a:pt x="547307" y="1045464"/>
                    <a:pt x="546545" y="1047750"/>
                    <a:pt x="546926" y="1048798"/>
                  </a:cubicBezTo>
                  <a:cubicBezTo>
                    <a:pt x="547307" y="1049941"/>
                    <a:pt x="549783" y="1051274"/>
                    <a:pt x="549974" y="1052417"/>
                  </a:cubicBezTo>
                  <a:cubicBezTo>
                    <a:pt x="550164" y="1053275"/>
                    <a:pt x="549402" y="1054894"/>
                    <a:pt x="548830" y="1055465"/>
                  </a:cubicBezTo>
                  <a:cubicBezTo>
                    <a:pt x="548450" y="1056037"/>
                    <a:pt x="547021" y="1056513"/>
                    <a:pt x="546735" y="1057085"/>
                  </a:cubicBezTo>
                  <a:cubicBezTo>
                    <a:pt x="545973" y="1058323"/>
                    <a:pt x="545878" y="1061466"/>
                    <a:pt x="545687" y="1062895"/>
                  </a:cubicBezTo>
                  <a:cubicBezTo>
                    <a:pt x="545497" y="1064228"/>
                    <a:pt x="544925" y="1066895"/>
                    <a:pt x="544925" y="1068229"/>
                  </a:cubicBezTo>
                  <a:cubicBezTo>
                    <a:pt x="544925" y="1069467"/>
                    <a:pt x="545687" y="1071848"/>
                    <a:pt x="545402" y="1073087"/>
                  </a:cubicBezTo>
                  <a:cubicBezTo>
                    <a:pt x="545116" y="1074039"/>
                    <a:pt x="543497" y="1075373"/>
                    <a:pt x="543211" y="1076325"/>
                  </a:cubicBezTo>
                  <a:cubicBezTo>
                    <a:pt x="542925" y="1077182"/>
                    <a:pt x="542925" y="1079087"/>
                    <a:pt x="543115" y="1079945"/>
                  </a:cubicBezTo>
                  <a:cubicBezTo>
                    <a:pt x="543401" y="1080802"/>
                    <a:pt x="544925" y="1081850"/>
                    <a:pt x="545021" y="1082707"/>
                  </a:cubicBezTo>
                  <a:cubicBezTo>
                    <a:pt x="545116" y="1083469"/>
                    <a:pt x="544449" y="1084993"/>
                    <a:pt x="544163" y="1085755"/>
                  </a:cubicBezTo>
                  <a:cubicBezTo>
                    <a:pt x="543878" y="1086422"/>
                    <a:pt x="542639" y="1087565"/>
                    <a:pt x="542639" y="1088327"/>
                  </a:cubicBezTo>
                  <a:cubicBezTo>
                    <a:pt x="542734" y="1089565"/>
                    <a:pt x="545402" y="1090994"/>
                    <a:pt x="545973" y="1092041"/>
                  </a:cubicBezTo>
                  <a:cubicBezTo>
                    <a:pt x="546449" y="1093089"/>
                    <a:pt x="547021" y="1095566"/>
                    <a:pt x="546830" y="1096709"/>
                  </a:cubicBezTo>
                  <a:cubicBezTo>
                    <a:pt x="546640" y="1097756"/>
                    <a:pt x="545116" y="1099566"/>
                    <a:pt x="544830" y="1100614"/>
                  </a:cubicBezTo>
                  <a:cubicBezTo>
                    <a:pt x="544354" y="1102233"/>
                    <a:pt x="545116" y="1105853"/>
                    <a:pt x="544259" y="1107377"/>
                  </a:cubicBezTo>
                  <a:cubicBezTo>
                    <a:pt x="543878" y="1108043"/>
                    <a:pt x="542354" y="1108615"/>
                    <a:pt x="541877" y="1109282"/>
                  </a:cubicBezTo>
                  <a:cubicBezTo>
                    <a:pt x="541115" y="1110520"/>
                    <a:pt x="540544" y="1113568"/>
                    <a:pt x="540449" y="1114997"/>
                  </a:cubicBezTo>
                  <a:cubicBezTo>
                    <a:pt x="540353" y="1116616"/>
                    <a:pt x="540639" y="1119759"/>
                    <a:pt x="541115" y="1121283"/>
                  </a:cubicBezTo>
                  <a:cubicBezTo>
                    <a:pt x="541687" y="1122807"/>
                    <a:pt x="543878" y="1125188"/>
                    <a:pt x="544544" y="1126617"/>
                  </a:cubicBezTo>
                  <a:cubicBezTo>
                    <a:pt x="545211" y="1128141"/>
                    <a:pt x="546068" y="1131284"/>
                    <a:pt x="546449" y="1132904"/>
                  </a:cubicBezTo>
                  <a:cubicBezTo>
                    <a:pt x="546926" y="1134809"/>
                    <a:pt x="547878" y="1138523"/>
                    <a:pt x="547783" y="1140428"/>
                  </a:cubicBezTo>
                  <a:cubicBezTo>
                    <a:pt x="547688" y="1141762"/>
                    <a:pt x="546068" y="1144334"/>
                    <a:pt x="546068" y="1145667"/>
                  </a:cubicBezTo>
                  <a:cubicBezTo>
                    <a:pt x="546068" y="1146810"/>
                    <a:pt x="547211" y="1148810"/>
                    <a:pt x="547307" y="1149858"/>
                  </a:cubicBezTo>
                  <a:cubicBezTo>
                    <a:pt x="547497" y="1151668"/>
                    <a:pt x="546354" y="1155097"/>
                    <a:pt x="546449" y="1156907"/>
                  </a:cubicBezTo>
                  <a:cubicBezTo>
                    <a:pt x="546545" y="1158050"/>
                    <a:pt x="547307" y="1160050"/>
                    <a:pt x="547307" y="1161193"/>
                  </a:cubicBezTo>
                  <a:cubicBezTo>
                    <a:pt x="547307" y="1161955"/>
                    <a:pt x="546830" y="1163384"/>
                    <a:pt x="546735" y="1164146"/>
                  </a:cubicBezTo>
                  <a:cubicBezTo>
                    <a:pt x="546640" y="1165193"/>
                    <a:pt x="547021" y="1167289"/>
                    <a:pt x="546735" y="1168337"/>
                  </a:cubicBezTo>
                  <a:cubicBezTo>
                    <a:pt x="546545" y="1169194"/>
                    <a:pt x="545878" y="1170908"/>
                    <a:pt x="545211" y="1171385"/>
                  </a:cubicBezTo>
                  <a:cubicBezTo>
                    <a:pt x="544354" y="1172051"/>
                    <a:pt x="542163" y="1172432"/>
                    <a:pt x="541115" y="1172432"/>
                  </a:cubicBezTo>
                  <a:cubicBezTo>
                    <a:pt x="540258" y="1172432"/>
                    <a:pt x="538544" y="1171575"/>
                    <a:pt x="537782" y="1171766"/>
                  </a:cubicBezTo>
                  <a:cubicBezTo>
                    <a:pt x="537115" y="1171956"/>
                    <a:pt x="535972" y="1173099"/>
                    <a:pt x="535686" y="1173766"/>
                  </a:cubicBezTo>
                  <a:cubicBezTo>
                    <a:pt x="535496" y="1174337"/>
                    <a:pt x="535781" y="1175576"/>
                    <a:pt x="536067" y="1176052"/>
                  </a:cubicBezTo>
                  <a:cubicBezTo>
                    <a:pt x="536448" y="1176528"/>
                    <a:pt x="537877" y="1176623"/>
                    <a:pt x="538258" y="1177100"/>
                  </a:cubicBezTo>
                  <a:cubicBezTo>
                    <a:pt x="538734" y="1177576"/>
                    <a:pt x="539591" y="1178814"/>
                    <a:pt x="539686" y="1179576"/>
                  </a:cubicBezTo>
                  <a:cubicBezTo>
                    <a:pt x="539782" y="1180243"/>
                    <a:pt x="539305" y="1181576"/>
                    <a:pt x="538829" y="1182053"/>
                  </a:cubicBezTo>
                  <a:cubicBezTo>
                    <a:pt x="538353" y="1182529"/>
                    <a:pt x="536734" y="1182338"/>
                    <a:pt x="536162" y="1182815"/>
                  </a:cubicBezTo>
                  <a:cubicBezTo>
                    <a:pt x="535496" y="1183291"/>
                    <a:pt x="534829" y="1184815"/>
                    <a:pt x="534448" y="1185577"/>
                  </a:cubicBezTo>
                  <a:cubicBezTo>
                    <a:pt x="534067" y="1186434"/>
                    <a:pt x="533781" y="1188339"/>
                    <a:pt x="533781" y="1188339"/>
                  </a:cubicBezTo>
                  <a:cubicBezTo>
                    <a:pt x="533305" y="1187006"/>
                    <a:pt x="530257" y="1183767"/>
                    <a:pt x="530257" y="1183767"/>
                  </a:cubicBezTo>
                  <a:lnTo>
                    <a:pt x="400431" y="1005459"/>
                  </a:lnTo>
                  <a:lnTo>
                    <a:pt x="278797" y="839057"/>
                  </a:lnTo>
                  <a:lnTo>
                    <a:pt x="67913" y="550736"/>
                  </a:lnTo>
                  <a:lnTo>
                    <a:pt x="0" y="457867"/>
                  </a:lnTo>
                  <a:lnTo>
                    <a:pt x="3715" y="435769"/>
                  </a:lnTo>
                  <a:lnTo>
                    <a:pt x="41339" y="266510"/>
                  </a:lnTo>
                  <a:lnTo>
                    <a:pt x="78676" y="87344"/>
                  </a:lnTo>
                  <a:lnTo>
                    <a:pt x="97250" y="0"/>
                  </a:lnTo>
                  <a:lnTo>
                    <a:pt x="105061" y="1810"/>
                  </a:lnTo>
                  <a:lnTo>
                    <a:pt x="431673" y="65056"/>
                  </a:lnTo>
                  <a:lnTo>
                    <a:pt x="431673" y="65056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grpSp>
          <p:nvGrpSpPr>
            <p:cNvPr id="169" name="Graphic 4">
              <a:extLst>
                <a:ext uri="{FF2B5EF4-FFF2-40B4-BE49-F238E27FC236}">
                  <a16:creationId xmlns:a16="http://schemas.microsoft.com/office/drawing/2014/main" id="{D5027FB5-56CD-767F-F116-F353524CF510}"/>
                </a:ext>
              </a:extLst>
            </p:cNvPr>
            <p:cNvGrpSpPr/>
            <p:nvPr/>
          </p:nvGrpSpPr>
          <p:grpSpPr>
            <a:xfrm>
              <a:off x="3166134" y="1514665"/>
              <a:ext cx="809625" cy="581025"/>
              <a:chOff x="3166134" y="1514665"/>
              <a:chExt cx="809625" cy="581025"/>
            </a:xfrm>
            <a:grpFill/>
          </p:grpSpPr>
          <p:sp>
            <p:nvSpPr>
              <p:cNvPr id="209" name="Freeform: Shape 78">
                <a:extLst>
                  <a:ext uri="{FF2B5EF4-FFF2-40B4-BE49-F238E27FC236}">
                    <a16:creationId xmlns:a16="http://schemas.microsoft.com/office/drawing/2014/main" id="{AF885E45-AE60-1A1F-80F9-CFCC191DBF74}"/>
                  </a:ext>
                </a:extLst>
              </p:cNvPr>
              <p:cNvSpPr/>
              <p:nvPr/>
            </p:nvSpPr>
            <p:spPr>
              <a:xfrm>
                <a:off x="3397853" y="1589385"/>
                <a:ext cx="9525" cy="9525"/>
              </a:xfrm>
              <a:custGeom>
                <a:avLst/>
                <a:gdLst>
                  <a:gd name="connsiteX0" fmla="*/ 6572 w 0"/>
                  <a:gd name="connsiteY0" fmla="*/ 8624 h 0"/>
                  <a:gd name="connsiteX1" fmla="*/ 8001 w 0"/>
                  <a:gd name="connsiteY1" fmla="*/ 6528 h 0"/>
                  <a:gd name="connsiteX2" fmla="*/ 6572 w 0"/>
                  <a:gd name="connsiteY2" fmla="*/ 4052 h 0"/>
                  <a:gd name="connsiteX3" fmla="*/ 4572 w 0"/>
                  <a:gd name="connsiteY3" fmla="*/ 3004 h 0"/>
                  <a:gd name="connsiteX4" fmla="*/ 3334 w 0"/>
                  <a:gd name="connsiteY4" fmla="*/ 51 h 0"/>
                  <a:gd name="connsiteX5" fmla="*/ 1905 w 0"/>
                  <a:gd name="connsiteY5" fmla="*/ 528 h 0"/>
                  <a:gd name="connsiteX6" fmla="*/ 1238 w 0"/>
                  <a:gd name="connsiteY6" fmla="*/ 3957 h 0"/>
                  <a:gd name="connsiteX7" fmla="*/ 0 w 0"/>
                  <a:gd name="connsiteY7" fmla="*/ 5195 h 0"/>
                  <a:gd name="connsiteX8" fmla="*/ 1905 w 0"/>
                  <a:gd name="connsiteY8" fmla="*/ 7386 h 0"/>
                  <a:gd name="connsiteX9" fmla="*/ 3620 w 0"/>
                  <a:gd name="connsiteY9" fmla="*/ 7767 h 0"/>
                  <a:gd name="connsiteX10" fmla="*/ 6572 w 0"/>
                  <a:gd name="connsiteY10" fmla="*/ 8624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>
                    <a:moveTo>
                      <a:pt x="6572" y="8624"/>
                    </a:moveTo>
                    <a:cubicBezTo>
                      <a:pt x="7144" y="8433"/>
                      <a:pt x="8001" y="7100"/>
                      <a:pt x="8001" y="6528"/>
                    </a:cubicBezTo>
                    <a:cubicBezTo>
                      <a:pt x="8001" y="5862"/>
                      <a:pt x="7144" y="4528"/>
                      <a:pt x="6572" y="4052"/>
                    </a:cubicBezTo>
                    <a:cubicBezTo>
                      <a:pt x="6191" y="3671"/>
                      <a:pt x="4953" y="3385"/>
                      <a:pt x="4572" y="3004"/>
                    </a:cubicBezTo>
                    <a:cubicBezTo>
                      <a:pt x="4001" y="2433"/>
                      <a:pt x="4001" y="337"/>
                      <a:pt x="3334" y="51"/>
                    </a:cubicBezTo>
                    <a:cubicBezTo>
                      <a:pt x="2953" y="-139"/>
                      <a:pt x="2191" y="242"/>
                      <a:pt x="1905" y="528"/>
                    </a:cubicBezTo>
                    <a:cubicBezTo>
                      <a:pt x="1333" y="1194"/>
                      <a:pt x="1715" y="3195"/>
                      <a:pt x="1238" y="3957"/>
                    </a:cubicBezTo>
                    <a:cubicBezTo>
                      <a:pt x="1048" y="4338"/>
                      <a:pt x="0" y="4814"/>
                      <a:pt x="0" y="5195"/>
                    </a:cubicBezTo>
                    <a:cubicBezTo>
                      <a:pt x="0" y="5957"/>
                      <a:pt x="1333" y="7005"/>
                      <a:pt x="1905" y="7386"/>
                    </a:cubicBezTo>
                    <a:cubicBezTo>
                      <a:pt x="2286" y="7576"/>
                      <a:pt x="3143" y="7671"/>
                      <a:pt x="3620" y="7767"/>
                    </a:cubicBezTo>
                    <a:cubicBezTo>
                      <a:pt x="4381" y="7957"/>
                      <a:pt x="5810" y="8910"/>
                      <a:pt x="6572" y="8624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10" name="Freeform: Shape 79">
                <a:extLst>
                  <a:ext uri="{FF2B5EF4-FFF2-40B4-BE49-F238E27FC236}">
                    <a16:creationId xmlns:a16="http://schemas.microsoft.com/office/drawing/2014/main" id="{6E72E5A3-459F-BE0C-2CC3-212056E3CB35}"/>
                  </a:ext>
                </a:extLst>
              </p:cNvPr>
              <p:cNvSpPr/>
              <p:nvPr/>
            </p:nvSpPr>
            <p:spPr>
              <a:xfrm>
                <a:off x="3389497" y="1583716"/>
                <a:ext cx="9525" cy="9525"/>
              </a:xfrm>
              <a:custGeom>
                <a:avLst/>
                <a:gdLst>
                  <a:gd name="connsiteX0" fmla="*/ 6832 w 0"/>
                  <a:gd name="connsiteY0" fmla="*/ 8292 h 9525"/>
                  <a:gd name="connsiteX1" fmla="*/ 5594 w 0"/>
                  <a:gd name="connsiteY1" fmla="*/ 9721 h 9525"/>
                  <a:gd name="connsiteX2" fmla="*/ 1879 w 0"/>
                  <a:gd name="connsiteY2" fmla="*/ 9721 h 9525"/>
                  <a:gd name="connsiteX3" fmla="*/ 736 w 0"/>
                  <a:gd name="connsiteY3" fmla="*/ 6768 h 9525"/>
                  <a:gd name="connsiteX4" fmla="*/ 70 w 0"/>
                  <a:gd name="connsiteY4" fmla="*/ 3244 h 9525"/>
                  <a:gd name="connsiteX5" fmla="*/ 2165 w 0"/>
                  <a:gd name="connsiteY5" fmla="*/ 1434 h 9525"/>
                  <a:gd name="connsiteX6" fmla="*/ 4261 w 0"/>
                  <a:gd name="connsiteY6" fmla="*/ 6 h 9525"/>
                  <a:gd name="connsiteX7" fmla="*/ 5213 w 0"/>
                  <a:gd name="connsiteY7" fmla="*/ 1530 h 9525"/>
                  <a:gd name="connsiteX8" fmla="*/ 5689 w 0"/>
                  <a:gd name="connsiteY8" fmla="*/ 4101 h 9525"/>
                  <a:gd name="connsiteX9" fmla="*/ 7213 w 0"/>
                  <a:gd name="connsiteY9" fmla="*/ 5435 h 9525"/>
                  <a:gd name="connsiteX10" fmla="*/ 6832 w 0"/>
                  <a:gd name="connsiteY10" fmla="*/ 8292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h="9525">
                    <a:moveTo>
                      <a:pt x="6832" y="8292"/>
                    </a:moveTo>
                    <a:cubicBezTo>
                      <a:pt x="6642" y="8673"/>
                      <a:pt x="5975" y="9531"/>
                      <a:pt x="5594" y="9721"/>
                    </a:cubicBezTo>
                    <a:cubicBezTo>
                      <a:pt x="4737" y="10102"/>
                      <a:pt x="2641" y="10293"/>
                      <a:pt x="1879" y="9721"/>
                    </a:cubicBezTo>
                    <a:cubicBezTo>
                      <a:pt x="1213" y="9245"/>
                      <a:pt x="927" y="7530"/>
                      <a:pt x="736" y="6768"/>
                    </a:cubicBezTo>
                    <a:cubicBezTo>
                      <a:pt x="451" y="5911"/>
                      <a:pt x="-216" y="4101"/>
                      <a:pt x="70" y="3244"/>
                    </a:cubicBezTo>
                    <a:cubicBezTo>
                      <a:pt x="355" y="2577"/>
                      <a:pt x="1594" y="1815"/>
                      <a:pt x="2165" y="1434"/>
                    </a:cubicBezTo>
                    <a:cubicBezTo>
                      <a:pt x="2641" y="1053"/>
                      <a:pt x="3594" y="-90"/>
                      <a:pt x="4261" y="6"/>
                    </a:cubicBezTo>
                    <a:cubicBezTo>
                      <a:pt x="4642" y="101"/>
                      <a:pt x="5023" y="1053"/>
                      <a:pt x="5213" y="1530"/>
                    </a:cubicBezTo>
                    <a:cubicBezTo>
                      <a:pt x="5499" y="2101"/>
                      <a:pt x="5404" y="3530"/>
                      <a:pt x="5689" y="4101"/>
                    </a:cubicBezTo>
                    <a:cubicBezTo>
                      <a:pt x="5975" y="4578"/>
                      <a:pt x="7023" y="4959"/>
                      <a:pt x="7213" y="5435"/>
                    </a:cubicBezTo>
                    <a:cubicBezTo>
                      <a:pt x="7499" y="6006"/>
                      <a:pt x="7213" y="7626"/>
                      <a:pt x="6832" y="8292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11" name="Freeform: Shape 80">
                <a:extLst>
                  <a:ext uri="{FF2B5EF4-FFF2-40B4-BE49-F238E27FC236}">
                    <a16:creationId xmlns:a16="http://schemas.microsoft.com/office/drawing/2014/main" id="{673D18DD-B66D-6D0E-E46E-326E1CB12A57}"/>
                  </a:ext>
                </a:extLst>
              </p:cNvPr>
              <p:cNvSpPr/>
              <p:nvPr/>
            </p:nvSpPr>
            <p:spPr>
              <a:xfrm>
                <a:off x="3397496" y="1580518"/>
                <a:ext cx="9525" cy="9525"/>
              </a:xfrm>
              <a:custGeom>
                <a:avLst/>
                <a:gdLst>
                  <a:gd name="connsiteX0" fmla="*/ 4167 w 0"/>
                  <a:gd name="connsiteY0" fmla="*/ 1966 h 0"/>
                  <a:gd name="connsiteX1" fmla="*/ 2357 w 0"/>
                  <a:gd name="connsiteY1" fmla="*/ 61 h 0"/>
                  <a:gd name="connsiteX2" fmla="*/ 262 w 0"/>
                  <a:gd name="connsiteY2" fmla="*/ 537 h 0"/>
                  <a:gd name="connsiteX3" fmla="*/ 167 w 0"/>
                  <a:gd name="connsiteY3" fmla="*/ 2918 h 0"/>
                  <a:gd name="connsiteX4" fmla="*/ 1691 w 0"/>
                  <a:gd name="connsiteY4" fmla="*/ 4156 h 0"/>
                  <a:gd name="connsiteX5" fmla="*/ 2834 w 0"/>
                  <a:gd name="connsiteY5" fmla="*/ 3966 h 0"/>
                  <a:gd name="connsiteX6" fmla="*/ 4167 w 0"/>
                  <a:gd name="connsiteY6" fmla="*/ 1966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>
                    <a:moveTo>
                      <a:pt x="4167" y="1966"/>
                    </a:moveTo>
                    <a:cubicBezTo>
                      <a:pt x="4072" y="1299"/>
                      <a:pt x="3024" y="251"/>
                      <a:pt x="2357" y="61"/>
                    </a:cubicBezTo>
                    <a:cubicBezTo>
                      <a:pt x="1881" y="-130"/>
                      <a:pt x="548" y="156"/>
                      <a:pt x="262" y="537"/>
                    </a:cubicBezTo>
                    <a:cubicBezTo>
                      <a:pt x="-119" y="1013"/>
                      <a:pt x="-24" y="2347"/>
                      <a:pt x="167" y="2918"/>
                    </a:cubicBezTo>
                    <a:cubicBezTo>
                      <a:pt x="357" y="3394"/>
                      <a:pt x="1214" y="4061"/>
                      <a:pt x="1691" y="4156"/>
                    </a:cubicBezTo>
                    <a:cubicBezTo>
                      <a:pt x="1976" y="4252"/>
                      <a:pt x="2548" y="4061"/>
                      <a:pt x="2834" y="3966"/>
                    </a:cubicBezTo>
                    <a:cubicBezTo>
                      <a:pt x="3310" y="3585"/>
                      <a:pt x="4262" y="2537"/>
                      <a:pt x="4167" y="1966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12" name="Freeform: Shape 81">
                <a:extLst>
                  <a:ext uri="{FF2B5EF4-FFF2-40B4-BE49-F238E27FC236}">
                    <a16:creationId xmlns:a16="http://schemas.microsoft.com/office/drawing/2014/main" id="{76B7CCBA-1B8E-D2B5-8F19-DF6895DF57C6}"/>
                  </a:ext>
                </a:extLst>
              </p:cNvPr>
              <p:cNvSpPr/>
              <p:nvPr/>
            </p:nvSpPr>
            <p:spPr>
              <a:xfrm>
                <a:off x="3345265" y="1558303"/>
                <a:ext cx="38100" cy="47625"/>
              </a:xfrm>
              <a:custGeom>
                <a:avLst/>
                <a:gdLst>
                  <a:gd name="connsiteX0" fmla="*/ 42206 w 38100"/>
                  <a:gd name="connsiteY0" fmla="*/ 19323 h 47625"/>
                  <a:gd name="connsiteX1" fmla="*/ 46493 w 38100"/>
                  <a:gd name="connsiteY1" fmla="*/ 18466 h 47625"/>
                  <a:gd name="connsiteX2" fmla="*/ 46493 w 38100"/>
                  <a:gd name="connsiteY2" fmla="*/ 14561 h 47625"/>
                  <a:gd name="connsiteX3" fmla="*/ 42302 w 38100"/>
                  <a:gd name="connsiteY3" fmla="*/ 11132 h 47625"/>
                  <a:gd name="connsiteX4" fmla="*/ 38396 w 38100"/>
                  <a:gd name="connsiteY4" fmla="*/ 6083 h 47625"/>
                  <a:gd name="connsiteX5" fmla="*/ 33824 w 38100"/>
                  <a:gd name="connsiteY5" fmla="*/ 4083 h 47625"/>
                  <a:gd name="connsiteX6" fmla="*/ 28490 w 38100"/>
                  <a:gd name="connsiteY6" fmla="*/ 4750 h 47625"/>
                  <a:gd name="connsiteX7" fmla="*/ 26109 w 38100"/>
                  <a:gd name="connsiteY7" fmla="*/ 7131 h 47625"/>
                  <a:gd name="connsiteX8" fmla="*/ 23633 w 38100"/>
                  <a:gd name="connsiteY8" fmla="*/ 9227 h 47625"/>
                  <a:gd name="connsiteX9" fmla="*/ 20394 w 38100"/>
                  <a:gd name="connsiteY9" fmla="*/ 11608 h 47625"/>
                  <a:gd name="connsiteX10" fmla="*/ 16775 w 38100"/>
                  <a:gd name="connsiteY10" fmla="*/ 13037 h 47625"/>
                  <a:gd name="connsiteX11" fmla="*/ 15632 w 38100"/>
                  <a:gd name="connsiteY11" fmla="*/ 15894 h 47625"/>
                  <a:gd name="connsiteX12" fmla="*/ 16203 w 38100"/>
                  <a:gd name="connsiteY12" fmla="*/ 18752 h 47625"/>
                  <a:gd name="connsiteX13" fmla="*/ 18870 w 38100"/>
                  <a:gd name="connsiteY13" fmla="*/ 20847 h 47625"/>
                  <a:gd name="connsiteX14" fmla="*/ 20775 w 38100"/>
                  <a:gd name="connsiteY14" fmla="*/ 23419 h 47625"/>
                  <a:gd name="connsiteX15" fmla="*/ 20013 w 38100"/>
                  <a:gd name="connsiteY15" fmla="*/ 24943 h 47625"/>
                  <a:gd name="connsiteX16" fmla="*/ 13917 w 38100"/>
                  <a:gd name="connsiteY16" fmla="*/ 25419 h 47625"/>
                  <a:gd name="connsiteX17" fmla="*/ 13155 w 38100"/>
                  <a:gd name="connsiteY17" fmla="*/ 22276 h 47625"/>
                  <a:gd name="connsiteX18" fmla="*/ 10964 w 38100"/>
                  <a:gd name="connsiteY18" fmla="*/ 17037 h 47625"/>
                  <a:gd name="connsiteX19" fmla="*/ 9059 w 38100"/>
                  <a:gd name="connsiteY19" fmla="*/ 14656 h 47625"/>
                  <a:gd name="connsiteX20" fmla="*/ 9250 w 38100"/>
                  <a:gd name="connsiteY20" fmla="*/ 10465 h 47625"/>
                  <a:gd name="connsiteX21" fmla="*/ 8583 w 38100"/>
                  <a:gd name="connsiteY21" fmla="*/ 6845 h 47625"/>
                  <a:gd name="connsiteX22" fmla="*/ 7059 w 38100"/>
                  <a:gd name="connsiteY22" fmla="*/ 3893 h 47625"/>
                  <a:gd name="connsiteX23" fmla="*/ 3440 w 38100"/>
                  <a:gd name="connsiteY23" fmla="*/ 1797 h 47625"/>
                  <a:gd name="connsiteX24" fmla="*/ 296 w 38100"/>
                  <a:gd name="connsiteY24" fmla="*/ 83 h 47625"/>
                  <a:gd name="connsiteX25" fmla="*/ 392 w 38100"/>
                  <a:gd name="connsiteY25" fmla="*/ 2654 h 47625"/>
                  <a:gd name="connsiteX26" fmla="*/ 2963 w 38100"/>
                  <a:gd name="connsiteY26" fmla="*/ 6083 h 47625"/>
                  <a:gd name="connsiteX27" fmla="*/ 5154 w 38100"/>
                  <a:gd name="connsiteY27" fmla="*/ 8274 h 47625"/>
                  <a:gd name="connsiteX28" fmla="*/ 6392 w 38100"/>
                  <a:gd name="connsiteY28" fmla="*/ 10179 h 47625"/>
                  <a:gd name="connsiteX29" fmla="*/ 5154 w 38100"/>
                  <a:gd name="connsiteY29" fmla="*/ 12179 h 47625"/>
                  <a:gd name="connsiteX30" fmla="*/ 2582 w 38100"/>
                  <a:gd name="connsiteY30" fmla="*/ 11798 h 47625"/>
                  <a:gd name="connsiteX31" fmla="*/ 1344 w 38100"/>
                  <a:gd name="connsiteY31" fmla="*/ 13037 h 47625"/>
                  <a:gd name="connsiteX32" fmla="*/ 963 w 38100"/>
                  <a:gd name="connsiteY32" fmla="*/ 15704 h 47625"/>
                  <a:gd name="connsiteX33" fmla="*/ 582 w 38100"/>
                  <a:gd name="connsiteY33" fmla="*/ 18847 h 47625"/>
                  <a:gd name="connsiteX34" fmla="*/ 201 w 38100"/>
                  <a:gd name="connsiteY34" fmla="*/ 23609 h 47625"/>
                  <a:gd name="connsiteX35" fmla="*/ 1344 w 38100"/>
                  <a:gd name="connsiteY35" fmla="*/ 29610 h 47625"/>
                  <a:gd name="connsiteX36" fmla="*/ 4773 w 38100"/>
                  <a:gd name="connsiteY36" fmla="*/ 32563 h 47625"/>
                  <a:gd name="connsiteX37" fmla="*/ 8678 w 38100"/>
                  <a:gd name="connsiteY37" fmla="*/ 35611 h 47625"/>
                  <a:gd name="connsiteX38" fmla="*/ 10488 w 38100"/>
                  <a:gd name="connsiteY38" fmla="*/ 38849 h 47625"/>
                  <a:gd name="connsiteX39" fmla="*/ 13631 w 38100"/>
                  <a:gd name="connsiteY39" fmla="*/ 40945 h 47625"/>
                  <a:gd name="connsiteX40" fmla="*/ 17727 w 38100"/>
                  <a:gd name="connsiteY40" fmla="*/ 42183 h 47625"/>
                  <a:gd name="connsiteX41" fmla="*/ 22871 w 38100"/>
                  <a:gd name="connsiteY41" fmla="*/ 42088 h 47625"/>
                  <a:gd name="connsiteX42" fmla="*/ 23537 w 38100"/>
                  <a:gd name="connsiteY42" fmla="*/ 44755 h 47625"/>
                  <a:gd name="connsiteX43" fmla="*/ 23633 w 38100"/>
                  <a:gd name="connsiteY43" fmla="*/ 47898 h 47625"/>
                  <a:gd name="connsiteX44" fmla="*/ 26204 w 38100"/>
                  <a:gd name="connsiteY44" fmla="*/ 50089 h 47625"/>
                  <a:gd name="connsiteX45" fmla="*/ 28967 w 38100"/>
                  <a:gd name="connsiteY45" fmla="*/ 50756 h 47625"/>
                  <a:gd name="connsiteX46" fmla="*/ 32681 w 38100"/>
                  <a:gd name="connsiteY46" fmla="*/ 49232 h 47625"/>
                  <a:gd name="connsiteX47" fmla="*/ 33634 w 38100"/>
                  <a:gd name="connsiteY47" fmla="*/ 45231 h 47625"/>
                  <a:gd name="connsiteX48" fmla="*/ 32777 w 38100"/>
                  <a:gd name="connsiteY48" fmla="*/ 42088 h 47625"/>
                  <a:gd name="connsiteX49" fmla="*/ 34301 w 38100"/>
                  <a:gd name="connsiteY49" fmla="*/ 40183 h 47625"/>
                  <a:gd name="connsiteX50" fmla="*/ 36206 w 38100"/>
                  <a:gd name="connsiteY50" fmla="*/ 39707 h 47625"/>
                  <a:gd name="connsiteX51" fmla="*/ 37920 w 38100"/>
                  <a:gd name="connsiteY51" fmla="*/ 38278 h 47625"/>
                  <a:gd name="connsiteX52" fmla="*/ 37730 w 38100"/>
                  <a:gd name="connsiteY52" fmla="*/ 35135 h 47625"/>
                  <a:gd name="connsiteX53" fmla="*/ 38301 w 38100"/>
                  <a:gd name="connsiteY53" fmla="*/ 33134 h 47625"/>
                  <a:gd name="connsiteX54" fmla="*/ 40397 w 38100"/>
                  <a:gd name="connsiteY54" fmla="*/ 31039 h 47625"/>
                  <a:gd name="connsiteX55" fmla="*/ 39063 w 38100"/>
                  <a:gd name="connsiteY55" fmla="*/ 27515 h 47625"/>
                  <a:gd name="connsiteX56" fmla="*/ 38587 w 38100"/>
                  <a:gd name="connsiteY56" fmla="*/ 24467 h 47625"/>
                  <a:gd name="connsiteX57" fmla="*/ 39444 w 38100"/>
                  <a:gd name="connsiteY57" fmla="*/ 19704 h 47625"/>
                  <a:gd name="connsiteX58" fmla="*/ 42206 w 38100"/>
                  <a:gd name="connsiteY58" fmla="*/ 19323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38100" h="47625">
                    <a:moveTo>
                      <a:pt x="42206" y="19323"/>
                    </a:moveTo>
                    <a:cubicBezTo>
                      <a:pt x="43254" y="19037"/>
                      <a:pt x="45731" y="19323"/>
                      <a:pt x="46493" y="18466"/>
                    </a:cubicBezTo>
                    <a:cubicBezTo>
                      <a:pt x="47064" y="17704"/>
                      <a:pt x="46874" y="15418"/>
                      <a:pt x="46493" y="14561"/>
                    </a:cubicBezTo>
                    <a:cubicBezTo>
                      <a:pt x="45921" y="13322"/>
                      <a:pt x="43254" y="12084"/>
                      <a:pt x="42302" y="11132"/>
                    </a:cubicBezTo>
                    <a:cubicBezTo>
                      <a:pt x="41159" y="9989"/>
                      <a:pt x="39635" y="7131"/>
                      <a:pt x="38396" y="6083"/>
                    </a:cubicBezTo>
                    <a:cubicBezTo>
                      <a:pt x="37444" y="5321"/>
                      <a:pt x="35063" y="4274"/>
                      <a:pt x="33824" y="4083"/>
                    </a:cubicBezTo>
                    <a:cubicBezTo>
                      <a:pt x="32491" y="3893"/>
                      <a:pt x="29729" y="4178"/>
                      <a:pt x="28490" y="4750"/>
                    </a:cubicBezTo>
                    <a:cubicBezTo>
                      <a:pt x="27728" y="5131"/>
                      <a:pt x="26681" y="6560"/>
                      <a:pt x="26109" y="7131"/>
                    </a:cubicBezTo>
                    <a:cubicBezTo>
                      <a:pt x="25538" y="7703"/>
                      <a:pt x="24299" y="8750"/>
                      <a:pt x="23633" y="9227"/>
                    </a:cubicBezTo>
                    <a:cubicBezTo>
                      <a:pt x="22871" y="9893"/>
                      <a:pt x="21251" y="11036"/>
                      <a:pt x="20394" y="11608"/>
                    </a:cubicBezTo>
                    <a:cubicBezTo>
                      <a:pt x="19537" y="12084"/>
                      <a:pt x="17441" y="12370"/>
                      <a:pt x="16775" y="13037"/>
                    </a:cubicBezTo>
                    <a:cubicBezTo>
                      <a:pt x="16203" y="13608"/>
                      <a:pt x="15727" y="15132"/>
                      <a:pt x="15632" y="15894"/>
                    </a:cubicBezTo>
                    <a:cubicBezTo>
                      <a:pt x="15536" y="16656"/>
                      <a:pt x="15822" y="18180"/>
                      <a:pt x="16203" y="18752"/>
                    </a:cubicBezTo>
                    <a:cubicBezTo>
                      <a:pt x="16679" y="19514"/>
                      <a:pt x="18299" y="20276"/>
                      <a:pt x="18870" y="20847"/>
                    </a:cubicBezTo>
                    <a:cubicBezTo>
                      <a:pt x="19442" y="21419"/>
                      <a:pt x="20680" y="22562"/>
                      <a:pt x="20775" y="23419"/>
                    </a:cubicBezTo>
                    <a:cubicBezTo>
                      <a:pt x="20775" y="23895"/>
                      <a:pt x="20394" y="24752"/>
                      <a:pt x="20013" y="24943"/>
                    </a:cubicBezTo>
                    <a:cubicBezTo>
                      <a:pt x="18775" y="25800"/>
                      <a:pt x="15155" y="26276"/>
                      <a:pt x="13917" y="25419"/>
                    </a:cubicBezTo>
                    <a:cubicBezTo>
                      <a:pt x="13250" y="24943"/>
                      <a:pt x="13346" y="23038"/>
                      <a:pt x="13155" y="22276"/>
                    </a:cubicBezTo>
                    <a:cubicBezTo>
                      <a:pt x="12679" y="20942"/>
                      <a:pt x="11726" y="18275"/>
                      <a:pt x="10964" y="17037"/>
                    </a:cubicBezTo>
                    <a:cubicBezTo>
                      <a:pt x="10583" y="16370"/>
                      <a:pt x="9250" y="15418"/>
                      <a:pt x="9059" y="14656"/>
                    </a:cubicBezTo>
                    <a:cubicBezTo>
                      <a:pt x="8678" y="13703"/>
                      <a:pt x="9250" y="11513"/>
                      <a:pt x="9250" y="10465"/>
                    </a:cubicBezTo>
                    <a:cubicBezTo>
                      <a:pt x="9155" y="9512"/>
                      <a:pt x="8869" y="7703"/>
                      <a:pt x="8583" y="6845"/>
                    </a:cubicBezTo>
                    <a:cubicBezTo>
                      <a:pt x="8297" y="6083"/>
                      <a:pt x="7631" y="4464"/>
                      <a:pt x="7059" y="3893"/>
                    </a:cubicBezTo>
                    <a:cubicBezTo>
                      <a:pt x="6297" y="3131"/>
                      <a:pt x="4392" y="2273"/>
                      <a:pt x="3440" y="1797"/>
                    </a:cubicBezTo>
                    <a:cubicBezTo>
                      <a:pt x="2678" y="1321"/>
                      <a:pt x="1058" y="-394"/>
                      <a:pt x="296" y="83"/>
                    </a:cubicBezTo>
                    <a:cubicBezTo>
                      <a:pt x="-275" y="464"/>
                      <a:pt x="106" y="1988"/>
                      <a:pt x="392" y="2654"/>
                    </a:cubicBezTo>
                    <a:cubicBezTo>
                      <a:pt x="773" y="3702"/>
                      <a:pt x="2201" y="5226"/>
                      <a:pt x="2963" y="6083"/>
                    </a:cubicBezTo>
                    <a:cubicBezTo>
                      <a:pt x="3440" y="6655"/>
                      <a:pt x="4678" y="7703"/>
                      <a:pt x="5154" y="8274"/>
                    </a:cubicBezTo>
                    <a:cubicBezTo>
                      <a:pt x="5535" y="8750"/>
                      <a:pt x="6392" y="9608"/>
                      <a:pt x="6392" y="10179"/>
                    </a:cubicBezTo>
                    <a:cubicBezTo>
                      <a:pt x="6392" y="10751"/>
                      <a:pt x="5726" y="11894"/>
                      <a:pt x="5154" y="12179"/>
                    </a:cubicBezTo>
                    <a:cubicBezTo>
                      <a:pt x="4583" y="12465"/>
                      <a:pt x="3249" y="11608"/>
                      <a:pt x="2582" y="11798"/>
                    </a:cubicBezTo>
                    <a:cubicBezTo>
                      <a:pt x="2201" y="11894"/>
                      <a:pt x="1535" y="12656"/>
                      <a:pt x="1344" y="13037"/>
                    </a:cubicBezTo>
                    <a:cubicBezTo>
                      <a:pt x="1058" y="13608"/>
                      <a:pt x="1058" y="15037"/>
                      <a:pt x="963" y="15704"/>
                    </a:cubicBezTo>
                    <a:cubicBezTo>
                      <a:pt x="868" y="16466"/>
                      <a:pt x="677" y="18085"/>
                      <a:pt x="582" y="18847"/>
                    </a:cubicBezTo>
                    <a:cubicBezTo>
                      <a:pt x="487" y="20085"/>
                      <a:pt x="201" y="22466"/>
                      <a:pt x="201" y="23609"/>
                    </a:cubicBezTo>
                    <a:cubicBezTo>
                      <a:pt x="296" y="25133"/>
                      <a:pt x="582" y="28277"/>
                      <a:pt x="1344" y="29610"/>
                    </a:cubicBezTo>
                    <a:cubicBezTo>
                      <a:pt x="1916" y="30563"/>
                      <a:pt x="3916" y="31896"/>
                      <a:pt x="4773" y="32563"/>
                    </a:cubicBezTo>
                    <a:cubicBezTo>
                      <a:pt x="5726" y="33325"/>
                      <a:pt x="7916" y="34658"/>
                      <a:pt x="8678" y="35611"/>
                    </a:cubicBezTo>
                    <a:cubicBezTo>
                      <a:pt x="9250" y="36278"/>
                      <a:pt x="9821" y="38183"/>
                      <a:pt x="10488" y="38849"/>
                    </a:cubicBezTo>
                    <a:cubicBezTo>
                      <a:pt x="11155" y="39516"/>
                      <a:pt x="12774" y="40564"/>
                      <a:pt x="13631" y="40945"/>
                    </a:cubicBezTo>
                    <a:cubicBezTo>
                      <a:pt x="14584" y="41421"/>
                      <a:pt x="16679" y="42088"/>
                      <a:pt x="17727" y="42183"/>
                    </a:cubicBezTo>
                    <a:cubicBezTo>
                      <a:pt x="18965" y="42374"/>
                      <a:pt x="21918" y="41326"/>
                      <a:pt x="22871" y="42088"/>
                    </a:cubicBezTo>
                    <a:cubicBezTo>
                      <a:pt x="23442" y="42469"/>
                      <a:pt x="23442" y="44088"/>
                      <a:pt x="23537" y="44755"/>
                    </a:cubicBezTo>
                    <a:cubicBezTo>
                      <a:pt x="23633" y="45517"/>
                      <a:pt x="23347" y="47231"/>
                      <a:pt x="23633" y="47898"/>
                    </a:cubicBezTo>
                    <a:cubicBezTo>
                      <a:pt x="24014" y="48660"/>
                      <a:pt x="25442" y="49708"/>
                      <a:pt x="26204" y="50089"/>
                    </a:cubicBezTo>
                    <a:cubicBezTo>
                      <a:pt x="26871" y="50375"/>
                      <a:pt x="28300" y="50756"/>
                      <a:pt x="28967" y="50756"/>
                    </a:cubicBezTo>
                    <a:cubicBezTo>
                      <a:pt x="29919" y="50660"/>
                      <a:pt x="32015" y="49994"/>
                      <a:pt x="32681" y="49232"/>
                    </a:cubicBezTo>
                    <a:cubicBezTo>
                      <a:pt x="33348" y="48470"/>
                      <a:pt x="33634" y="46279"/>
                      <a:pt x="33634" y="45231"/>
                    </a:cubicBezTo>
                    <a:cubicBezTo>
                      <a:pt x="33634" y="44374"/>
                      <a:pt x="32586" y="42945"/>
                      <a:pt x="32777" y="42088"/>
                    </a:cubicBezTo>
                    <a:cubicBezTo>
                      <a:pt x="32872" y="41516"/>
                      <a:pt x="33824" y="40469"/>
                      <a:pt x="34301" y="40183"/>
                    </a:cubicBezTo>
                    <a:cubicBezTo>
                      <a:pt x="34682" y="39897"/>
                      <a:pt x="35729" y="39897"/>
                      <a:pt x="36206" y="39707"/>
                    </a:cubicBezTo>
                    <a:cubicBezTo>
                      <a:pt x="36682" y="39421"/>
                      <a:pt x="37634" y="38849"/>
                      <a:pt x="37920" y="38278"/>
                    </a:cubicBezTo>
                    <a:cubicBezTo>
                      <a:pt x="38206" y="37611"/>
                      <a:pt x="37730" y="35897"/>
                      <a:pt x="37730" y="35135"/>
                    </a:cubicBezTo>
                    <a:cubicBezTo>
                      <a:pt x="37825" y="34658"/>
                      <a:pt x="38015" y="33611"/>
                      <a:pt x="38301" y="33134"/>
                    </a:cubicBezTo>
                    <a:cubicBezTo>
                      <a:pt x="38682" y="32468"/>
                      <a:pt x="40206" y="31801"/>
                      <a:pt x="40397" y="31039"/>
                    </a:cubicBezTo>
                    <a:cubicBezTo>
                      <a:pt x="40587" y="30086"/>
                      <a:pt x="39254" y="28372"/>
                      <a:pt x="39063" y="27515"/>
                    </a:cubicBezTo>
                    <a:cubicBezTo>
                      <a:pt x="38873" y="26753"/>
                      <a:pt x="38587" y="25229"/>
                      <a:pt x="38587" y="24467"/>
                    </a:cubicBezTo>
                    <a:cubicBezTo>
                      <a:pt x="38587" y="23228"/>
                      <a:pt x="38587" y="20561"/>
                      <a:pt x="39444" y="19704"/>
                    </a:cubicBezTo>
                    <a:cubicBezTo>
                      <a:pt x="39825" y="19514"/>
                      <a:pt x="41444" y="19514"/>
                      <a:pt x="42206" y="19323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13" name="Freeform: Shape 82">
                <a:extLst>
                  <a:ext uri="{FF2B5EF4-FFF2-40B4-BE49-F238E27FC236}">
                    <a16:creationId xmlns:a16="http://schemas.microsoft.com/office/drawing/2014/main" id="{6B7E5FE5-E623-12D2-B1C3-8B7CD478163D}"/>
                  </a:ext>
                </a:extLst>
              </p:cNvPr>
              <p:cNvSpPr/>
              <p:nvPr/>
            </p:nvSpPr>
            <p:spPr>
              <a:xfrm>
                <a:off x="3360892" y="1557729"/>
                <a:ext cx="9525" cy="9525"/>
              </a:xfrm>
              <a:custGeom>
                <a:avLst/>
                <a:gdLst>
                  <a:gd name="connsiteX0" fmla="*/ 6482 w 0"/>
                  <a:gd name="connsiteY0" fmla="*/ 6657 h 0"/>
                  <a:gd name="connsiteX1" fmla="*/ 8482 w 0"/>
                  <a:gd name="connsiteY1" fmla="*/ 3419 h 0"/>
                  <a:gd name="connsiteX2" fmla="*/ 6672 w 0"/>
                  <a:gd name="connsiteY2" fmla="*/ 276 h 0"/>
                  <a:gd name="connsiteX3" fmla="*/ 4005 w 0"/>
                  <a:gd name="connsiteY3" fmla="*/ 85 h 0"/>
                  <a:gd name="connsiteX4" fmla="*/ 5 w 0"/>
                  <a:gd name="connsiteY4" fmla="*/ 1990 h 0"/>
                  <a:gd name="connsiteX5" fmla="*/ 1529 w 0"/>
                  <a:gd name="connsiteY5" fmla="*/ 3895 h 0"/>
                  <a:gd name="connsiteX6" fmla="*/ 862 w 0"/>
                  <a:gd name="connsiteY6" fmla="*/ 6753 h 0"/>
                  <a:gd name="connsiteX7" fmla="*/ 2672 w 0"/>
                  <a:gd name="connsiteY7" fmla="*/ 8277 h 0"/>
                  <a:gd name="connsiteX8" fmla="*/ 4958 w 0"/>
                  <a:gd name="connsiteY8" fmla="*/ 8181 h 0"/>
                  <a:gd name="connsiteX9" fmla="*/ 6482 w 0"/>
                  <a:gd name="connsiteY9" fmla="*/ 6657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>
                    <a:moveTo>
                      <a:pt x="6482" y="6657"/>
                    </a:moveTo>
                    <a:cubicBezTo>
                      <a:pt x="7053" y="5991"/>
                      <a:pt x="8482" y="4371"/>
                      <a:pt x="8482" y="3419"/>
                    </a:cubicBezTo>
                    <a:cubicBezTo>
                      <a:pt x="8482" y="2466"/>
                      <a:pt x="7434" y="752"/>
                      <a:pt x="6672" y="276"/>
                    </a:cubicBezTo>
                    <a:cubicBezTo>
                      <a:pt x="6101" y="-105"/>
                      <a:pt x="4672" y="-10"/>
                      <a:pt x="4005" y="85"/>
                    </a:cubicBezTo>
                    <a:cubicBezTo>
                      <a:pt x="2957" y="276"/>
                      <a:pt x="290" y="942"/>
                      <a:pt x="5" y="1990"/>
                    </a:cubicBezTo>
                    <a:cubicBezTo>
                      <a:pt x="-91" y="2562"/>
                      <a:pt x="1338" y="3324"/>
                      <a:pt x="1529" y="3895"/>
                    </a:cubicBezTo>
                    <a:cubicBezTo>
                      <a:pt x="1719" y="4657"/>
                      <a:pt x="671" y="6086"/>
                      <a:pt x="862" y="6753"/>
                    </a:cubicBezTo>
                    <a:cubicBezTo>
                      <a:pt x="1052" y="7324"/>
                      <a:pt x="2100" y="8086"/>
                      <a:pt x="2672" y="8277"/>
                    </a:cubicBezTo>
                    <a:cubicBezTo>
                      <a:pt x="3243" y="8467"/>
                      <a:pt x="4386" y="8467"/>
                      <a:pt x="4958" y="8181"/>
                    </a:cubicBezTo>
                    <a:cubicBezTo>
                      <a:pt x="5434" y="7991"/>
                      <a:pt x="6101" y="7134"/>
                      <a:pt x="6482" y="6657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14" name="Freeform: Shape 83">
                <a:extLst>
                  <a:ext uri="{FF2B5EF4-FFF2-40B4-BE49-F238E27FC236}">
                    <a16:creationId xmlns:a16="http://schemas.microsoft.com/office/drawing/2014/main" id="{277F0D49-2B2E-39A6-9A26-A0D5ECDEE510}"/>
                  </a:ext>
                </a:extLst>
              </p:cNvPr>
              <p:cNvSpPr/>
              <p:nvPr/>
            </p:nvSpPr>
            <p:spPr>
              <a:xfrm>
                <a:off x="3368980" y="1514665"/>
                <a:ext cx="9525" cy="9525"/>
              </a:xfrm>
              <a:custGeom>
                <a:avLst/>
                <a:gdLst>
                  <a:gd name="connsiteX0" fmla="*/ 7728 w 0"/>
                  <a:gd name="connsiteY0" fmla="*/ 2762 h 0"/>
                  <a:gd name="connsiteX1" fmla="*/ 394 w 0"/>
                  <a:gd name="connsiteY1" fmla="*/ 0 h 0"/>
                  <a:gd name="connsiteX2" fmla="*/ 13 w 0"/>
                  <a:gd name="connsiteY2" fmla="*/ 2477 h 0"/>
                  <a:gd name="connsiteX3" fmla="*/ 1537 w 0"/>
                  <a:gd name="connsiteY3" fmla="*/ 4953 h 0"/>
                  <a:gd name="connsiteX4" fmla="*/ 4585 w 0"/>
                  <a:gd name="connsiteY4" fmla="*/ 6858 h 0"/>
                  <a:gd name="connsiteX5" fmla="*/ 6394 w 0"/>
                  <a:gd name="connsiteY5" fmla="*/ 6572 h 0"/>
                  <a:gd name="connsiteX6" fmla="*/ 7252 w 0"/>
                  <a:gd name="connsiteY6" fmla="*/ 5334 h 0"/>
                  <a:gd name="connsiteX7" fmla="*/ 7728 w 0"/>
                  <a:gd name="connsiteY7" fmla="*/ 276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>
                    <a:moveTo>
                      <a:pt x="7728" y="2762"/>
                    </a:moveTo>
                    <a:lnTo>
                      <a:pt x="394" y="0"/>
                    </a:lnTo>
                    <a:cubicBezTo>
                      <a:pt x="394" y="0"/>
                      <a:pt x="-83" y="1905"/>
                      <a:pt x="13" y="2477"/>
                    </a:cubicBezTo>
                    <a:cubicBezTo>
                      <a:pt x="203" y="3238"/>
                      <a:pt x="1060" y="4477"/>
                      <a:pt x="1537" y="4953"/>
                    </a:cubicBezTo>
                    <a:cubicBezTo>
                      <a:pt x="2203" y="5620"/>
                      <a:pt x="3727" y="6668"/>
                      <a:pt x="4585" y="6858"/>
                    </a:cubicBezTo>
                    <a:cubicBezTo>
                      <a:pt x="5061" y="6953"/>
                      <a:pt x="6013" y="6858"/>
                      <a:pt x="6394" y="6572"/>
                    </a:cubicBezTo>
                    <a:cubicBezTo>
                      <a:pt x="6680" y="6382"/>
                      <a:pt x="7156" y="5620"/>
                      <a:pt x="7252" y="5334"/>
                    </a:cubicBezTo>
                    <a:cubicBezTo>
                      <a:pt x="7633" y="4763"/>
                      <a:pt x="7728" y="2762"/>
                      <a:pt x="7728" y="2762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15" name="Freeform: Shape 84">
                <a:extLst>
                  <a:ext uri="{FF2B5EF4-FFF2-40B4-BE49-F238E27FC236}">
                    <a16:creationId xmlns:a16="http://schemas.microsoft.com/office/drawing/2014/main" id="{14506618-97B4-D76F-3993-B3ED69378B69}"/>
                  </a:ext>
                </a:extLst>
              </p:cNvPr>
              <p:cNvSpPr/>
              <p:nvPr/>
            </p:nvSpPr>
            <p:spPr>
              <a:xfrm>
                <a:off x="3166134" y="1522795"/>
                <a:ext cx="809625" cy="581025"/>
              </a:xfrm>
              <a:custGeom>
                <a:avLst/>
                <a:gdLst>
                  <a:gd name="connsiteX0" fmla="*/ 815125 w 809625"/>
                  <a:gd name="connsiteY0" fmla="*/ 122935 h 581025"/>
                  <a:gd name="connsiteX1" fmla="*/ 743497 w 809625"/>
                  <a:gd name="connsiteY1" fmla="*/ 516317 h 581025"/>
                  <a:gd name="connsiteX2" fmla="*/ 741592 w 809625"/>
                  <a:gd name="connsiteY2" fmla="*/ 520603 h 581025"/>
                  <a:gd name="connsiteX3" fmla="*/ 740830 w 809625"/>
                  <a:gd name="connsiteY3" fmla="*/ 524890 h 581025"/>
                  <a:gd name="connsiteX4" fmla="*/ 742545 w 809625"/>
                  <a:gd name="connsiteY4" fmla="*/ 526699 h 581025"/>
                  <a:gd name="connsiteX5" fmla="*/ 742640 w 809625"/>
                  <a:gd name="connsiteY5" fmla="*/ 530414 h 581025"/>
                  <a:gd name="connsiteX6" fmla="*/ 746355 w 809625"/>
                  <a:gd name="connsiteY6" fmla="*/ 535081 h 581025"/>
                  <a:gd name="connsiteX7" fmla="*/ 745783 w 809625"/>
                  <a:gd name="connsiteY7" fmla="*/ 538796 h 581025"/>
                  <a:gd name="connsiteX8" fmla="*/ 748545 w 809625"/>
                  <a:gd name="connsiteY8" fmla="*/ 543749 h 581025"/>
                  <a:gd name="connsiteX9" fmla="*/ 745974 w 809625"/>
                  <a:gd name="connsiteY9" fmla="*/ 548607 h 581025"/>
                  <a:gd name="connsiteX10" fmla="*/ 749022 w 809625"/>
                  <a:gd name="connsiteY10" fmla="*/ 552322 h 581025"/>
                  <a:gd name="connsiteX11" fmla="*/ 748831 w 809625"/>
                  <a:gd name="connsiteY11" fmla="*/ 556036 h 581025"/>
                  <a:gd name="connsiteX12" fmla="*/ 745497 w 809625"/>
                  <a:gd name="connsiteY12" fmla="*/ 559656 h 581025"/>
                  <a:gd name="connsiteX13" fmla="*/ 744354 w 809625"/>
                  <a:gd name="connsiteY13" fmla="*/ 562513 h 581025"/>
                  <a:gd name="connsiteX14" fmla="*/ 741306 w 809625"/>
                  <a:gd name="connsiteY14" fmla="*/ 564133 h 581025"/>
                  <a:gd name="connsiteX15" fmla="*/ 740735 w 809625"/>
                  <a:gd name="connsiteY15" fmla="*/ 568133 h 581025"/>
                  <a:gd name="connsiteX16" fmla="*/ 744926 w 809625"/>
                  <a:gd name="connsiteY16" fmla="*/ 572419 h 581025"/>
                  <a:gd name="connsiteX17" fmla="*/ 745116 w 809625"/>
                  <a:gd name="connsiteY17" fmla="*/ 581563 h 581025"/>
                  <a:gd name="connsiteX18" fmla="*/ 742830 w 809625"/>
                  <a:gd name="connsiteY18" fmla="*/ 580135 h 581025"/>
                  <a:gd name="connsiteX19" fmla="*/ 526518 w 809625"/>
                  <a:gd name="connsiteY19" fmla="*/ 537939 h 581025"/>
                  <a:gd name="connsiteX20" fmla="*/ 520898 w 809625"/>
                  <a:gd name="connsiteY20" fmla="*/ 541368 h 581025"/>
                  <a:gd name="connsiteX21" fmla="*/ 515088 w 809625"/>
                  <a:gd name="connsiteY21" fmla="*/ 543940 h 581025"/>
                  <a:gd name="connsiteX22" fmla="*/ 509754 w 809625"/>
                  <a:gd name="connsiteY22" fmla="*/ 544702 h 581025"/>
                  <a:gd name="connsiteX23" fmla="*/ 501657 w 809625"/>
                  <a:gd name="connsiteY23" fmla="*/ 544702 h 581025"/>
                  <a:gd name="connsiteX24" fmla="*/ 497085 w 809625"/>
                  <a:gd name="connsiteY24" fmla="*/ 541463 h 581025"/>
                  <a:gd name="connsiteX25" fmla="*/ 492132 w 809625"/>
                  <a:gd name="connsiteY25" fmla="*/ 540320 h 581025"/>
                  <a:gd name="connsiteX26" fmla="*/ 485655 w 809625"/>
                  <a:gd name="connsiteY26" fmla="*/ 541273 h 581025"/>
                  <a:gd name="connsiteX27" fmla="*/ 479845 w 809625"/>
                  <a:gd name="connsiteY27" fmla="*/ 541844 h 581025"/>
                  <a:gd name="connsiteX28" fmla="*/ 476130 w 809625"/>
                  <a:gd name="connsiteY28" fmla="*/ 540701 h 581025"/>
                  <a:gd name="connsiteX29" fmla="*/ 471177 w 809625"/>
                  <a:gd name="connsiteY29" fmla="*/ 541654 h 581025"/>
                  <a:gd name="connsiteX30" fmla="*/ 467463 w 809625"/>
                  <a:gd name="connsiteY30" fmla="*/ 540701 h 581025"/>
                  <a:gd name="connsiteX31" fmla="*/ 463176 w 809625"/>
                  <a:gd name="connsiteY31" fmla="*/ 536701 h 581025"/>
                  <a:gd name="connsiteX32" fmla="*/ 457938 w 809625"/>
                  <a:gd name="connsiteY32" fmla="*/ 536224 h 581025"/>
                  <a:gd name="connsiteX33" fmla="*/ 454699 w 809625"/>
                  <a:gd name="connsiteY33" fmla="*/ 538510 h 581025"/>
                  <a:gd name="connsiteX34" fmla="*/ 451175 w 809625"/>
                  <a:gd name="connsiteY34" fmla="*/ 542606 h 581025"/>
                  <a:gd name="connsiteX35" fmla="*/ 447174 w 809625"/>
                  <a:gd name="connsiteY35" fmla="*/ 543844 h 581025"/>
                  <a:gd name="connsiteX36" fmla="*/ 439364 w 809625"/>
                  <a:gd name="connsiteY36" fmla="*/ 545368 h 581025"/>
                  <a:gd name="connsiteX37" fmla="*/ 431744 w 809625"/>
                  <a:gd name="connsiteY37" fmla="*/ 542797 h 581025"/>
                  <a:gd name="connsiteX38" fmla="*/ 418885 w 809625"/>
                  <a:gd name="connsiteY38" fmla="*/ 543559 h 581025"/>
                  <a:gd name="connsiteX39" fmla="*/ 409265 w 809625"/>
                  <a:gd name="connsiteY39" fmla="*/ 545940 h 581025"/>
                  <a:gd name="connsiteX40" fmla="*/ 402597 w 809625"/>
                  <a:gd name="connsiteY40" fmla="*/ 546797 h 581025"/>
                  <a:gd name="connsiteX41" fmla="*/ 395835 w 809625"/>
                  <a:gd name="connsiteY41" fmla="*/ 546702 h 581025"/>
                  <a:gd name="connsiteX42" fmla="*/ 392120 w 809625"/>
                  <a:gd name="connsiteY42" fmla="*/ 547654 h 581025"/>
                  <a:gd name="connsiteX43" fmla="*/ 389548 w 809625"/>
                  <a:gd name="connsiteY43" fmla="*/ 550607 h 581025"/>
                  <a:gd name="connsiteX44" fmla="*/ 384595 w 809625"/>
                  <a:gd name="connsiteY44" fmla="*/ 552226 h 581025"/>
                  <a:gd name="connsiteX45" fmla="*/ 380214 w 809625"/>
                  <a:gd name="connsiteY45" fmla="*/ 550512 h 581025"/>
                  <a:gd name="connsiteX46" fmla="*/ 372403 w 809625"/>
                  <a:gd name="connsiteY46" fmla="*/ 552607 h 581025"/>
                  <a:gd name="connsiteX47" fmla="*/ 359068 w 809625"/>
                  <a:gd name="connsiteY47" fmla="*/ 551941 h 581025"/>
                  <a:gd name="connsiteX48" fmla="*/ 353734 w 809625"/>
                  <a:gd name="connsiteY48" fmla="*/ 547845 h 581025"/>
                  <a:gd name="connsiteX49" fmla="*/ 350781 w 809625"/>
                  <a:gd name="connsiteY49" fmla="*/ 541939 h 581025"/>
                  <a:gd name="connsiteX50" fmla="*/ 345733 w 809625"/>
                  <a:gd name="connsiteY50" fmla="*/ 539273 h 581025"/>
                  <a:gd name="connsiteX51" fmla="*/ 339351 w 809625"/>
                  <a:gd name="connsiteY51" fmla="*/ 539939 h 581025"/>
                  <a:gd name="connsiteX52" fmla="*/ 334970 w 809625"/>
                  <a:gd name="connsiteY52" fmla="*/ 543463 h 581025"/>
                  <a:gd name="connsiteX53" fmla="*/ 328017 w 809625"/>
                  <a:gd name="connsiteY53" fmla="*/ 544892 h 581025"/>
                  <a:gd name="connsiteX54" fmla="*/ 321063 w 809625"/>
                  <a:gd name="connsiteY54" fmla="*/ 544511 h 581025"/>
                  <a:gd name="connsiteX55" fmla="*/ 315158 w 809625"/>
                  <a:gd name="connsiteY55" fmla="*/ 545940 h 581025"/>
                  <a:gd name="connsiteX56" fmla="*/ 311729 w 809625"/>
                  <a:gd name="connsiteY56" fmla="*/ 548798 h 581025"/>
                  <a:gd name="connsiteX57" fmla="*/ 308300 w 809625"/>
                  <a:gd name="connsiteY57" fmla="*/ 547940 h 581025"/>
                  <a:gd name="connsiteX58" fmla="*/ 306300 w 809625"/>
                  <a:gd name="connsiteY58" fmla="*/ 545273 h 581025"/>
                  <a:gd name="connsiteX59" fmla="*/ 299823 w 809625"/>
                  <a:gd name="connsiteY59" fmla="*/ 544702 h 581025"/>
                  <a:gd name="connsiteX60" fmla="*/ 294584 w 809625"/>
                  <a:gd name="connsiteY60" fmla="*/ 542320 h 581025"/>
                  <a:gd name="connsiteX61" fmla="*/ 290107 w 809625"/>
                  <a:gd name="connsiteY61" fmla="*/ 543463 h 581025"/>
                  <a:gd name="connsiteX62" fmla="*/ 287535 w 809625"/>
                  <a:gd name="connsiteY62" fmla="*/ 548416 h 581025"/>
                  <a:gd name="connsiteX63" fmla="*/ 282582 w 809625"/>
                  <a:gd name="connsiteY63" fmla="*/ 548988 h 581025"/>
                  <a:gd name="connsiteX64" fmla="*/ 279058 w 809625"/>
                  <a:gd name="connsiteY64" fmla="*/ 546416 h 581025"/>
                  <a:gd name="connsiteX65" fmla="*/ 279915 w 809625"/>
                  <a:gd name="connsiteY65" fmla="*/ 541177 h 581025"/>
                  <a:gd name="connsiteX66" fmla="*/ 278487 w 809625"/>
                  <a:gd name="connsiteY66" fmla="*/ 537177 h 581025"/>
                  <a:gd name="connsiteX67" fmla="*/ 272867 w 809625"/>
                  <a:gd name="connsiteY67" fmla="*/ 533748 h 581025"/>
                  <a:gd name="connsiteX68" fmla="*/ 268009 w 809625"/>
                  <a:gd name="connsiteY68" fmla="*/ 529081 h 581025"/>
                  <a:gd name="connsiteX69" fmla="*/ 263913 w 809625"/>
                  <a:gd name="connsiteY69" fmla="*/ 528224 h 581025"/>
                  <a:gd name="connsiteX70" fmla="*/ 259246 w 809625"/>
                  <a:gd name="connsiteY70" fmla="*/ 528604 h 581025"/>
                  <a:gd name="connsiteX71" fmla="*/ 254293 w 809625"/>
                  <a:gd name="connsiteY71" fmla="*/ 526795 h 581025"/>
                  <a:gd name="connsiteX72" fmla="*/ 249912 w 809625"/>
                  <a:gd name="connsiteY72" fmla="*/ 522413 h 581025"/>
                  <a:gd name="connsiteX73" fmla="*/ 245816 w 809625"/>
                  <a:gd name="connsiteY73" fmla="*/ 520318 h 581025"/>
                  <a:gd name="connsiteX74" fmla="*/ 240672 w 809625"/>
                  <a:gd name="connsiteY74" fmla="*/ 522032 h 581025"/>
                  <a:gd name="connsiteX75" fmla="*/ 235529 w 809625"/>
                  <a:gd name="connsiteY75" fmla="*/ 521365 h 581025"/>
                  <a:gd name="connsiteX76" fmla="*/ 230290 w 809625"/>
                  <a:gd name="connsiteY76" fmla="*/ 520508 h 581025"/>
                  <a:gd name="connsiteX77" fmla="*/ 225909 w 809625"/>
                  <a:gd name="connsiteY77" fmla="*/ 521651 h 581025"/>
                  <a:gd name="connsiteX78" fmla="*/ 220384 w 809625"/>
                  <a:gd name="connsiteY78" fmla="*/ 519651 h 581025"/>
                  <a:gd name="connsiteX79" fmla="*/ 216574 w 809625"/>
                  <a:gd name="connsiteY79" fmla="*/ 516698 h 581025"/>
                  <a:gd name="connsiteX80" fmla="*/ 211907 w 809625"/>
                  <a:gd name="connsiteY80" fmla="*/ 517079 h 581025"/>
                  <a:gd name="connsiteX81" fmla="*/ 207335 w 809625"/>
                  <a:gd name="connsiteY81" fmla="*/ 519746 h 581025"/>
                  <a:gd name="connsiteX82" fmla="*/ 204096 w 809625"/>
                  <a:gd name="connsiteY82" fmla="*/ 523747 h 581025"/>
                  <a:gd name="connsiteX83" fmla="*/ 198858 w 809625"/>
                  <a:gd name="connsiteY83" fmla="*/ 523747 h 581025"/>
                  <a:gd name="connsiteX84" fmla="*/ 195714 w 809625"/>
                  <a:gd name="connsiteY84" fmla="*/ 525461 h 581025"/>
                  <a:gd name="connsiteX85" fmla="*/ 191047 w 809625"/>
                  <a:gd name="connsiteY85" fmla="*/ 524985 h 581025"/>
                  <a:gd name="connsiteX86" fmla="*/ 187332 w 809625"/>
                  <a:gd name="connsiteY86" fmla="*/ 526509 h 581025"/>
                  <a:gd name="connsiteX87" fmla="*/ 181808 w 809625"/>
                  <a:gd name="connsiteY87" fmla="*/ 527461 h 581025"/>
                  <a:gd name="connsiteX88" fmla="*/ 177712 w 809625"/>
                  <a:gd name="connsiteY88" fmla="*/ 526318 h 581025"/>
                  <a:gd name="connsiteX89" fmla="*/ 171616 w 809625"/>
                  <a:gd name="connsiteY89" fmla="*/ 526699 h 581025"/>
                  <a:gd name="connsiteX90" fmla="*/ 168092 w 809625"/>
                  <a:gd name="connsiteY90" fmla="*/ 528509 h 581025"/>
                  <a:gd name="connsiteX91" fmla="*/ 161710 w 809625"/>
                  <a:gd name="connsiteY91" fmla="*/ 529176 h 581025"/>
                  <a:gd name="connsiteX92" fmla="*/ 157043 w 809625"/>
                  <a:gd name="connsiteY92" fmla="*/ 528795 h 581025"/>
                  <a:gd name="connsiteX93" fmla="*/ 154947 w 809625"/>
                  <a:gd name="connsiteY93" fmla="*/ 523366 h 581025"/>
                  <a:gd name="connsiteX94" fmla="*/ 150661 w 809625"/>
                  <a:gd name="connsiteY94" fmla="*/ 521080 h 581025"/>
                  <a:gd name="connsiteX95" fmla="*/ 147232 w 809625"/>
                  <a:gd name="connsiteY95" fmla="*/ 521746 h 581025"/>
                  <a:gd name="connsiteX96" fmla="*/ 144089 w 809625"/>
                  <a:gd name="connsiteY96" fmla="*/ 520794 h 581025"/>
                  <a:gd name="connsiteX97" fmla="*/ 140565 w 809625"/>
                  <a:gd name="connsiteY97" fmla="*/ 517555 h 581025"/>
                  <a:gd name="connsiteX98" fmla="*/ 134088 w 809625"/>
                  <a:gd name="connsiteY98" fmla="*/ 513460 h 581025"/>
                  <a:gd name="connsiteX99" fmla="*/ 127896 w 809625"/>
                  <a:gd name="connsiteY99" fmla="*/ 511364 h 581025"/>
                  <a:gd name="connsiteX100" fmla="*/ 122467 w 809625"/>
                  <a:gd name="connsiteY100" fmla="*/ 509078 h 581025"/>
                  <a:gd name="connsiteX101" fmla="*/ 117133 w 809625"/>
                  <a:gd name="connsiteY101" fmla="*/ 503554 h 581025"/>
                  <a:gd name="connsiteX102" fmla="*/ 114466 w 809625"/>
                  <a:gd name="connsiteY102" fmla="*/ 499172 h 581025"/>
                  <a:gd name="connsiteX103" fmla="*/ 114847 w 809625"/>
                  <a:gd name="connsiteY103" fmla="*/ 494505 h 581025"/>
                  <a:gd name="connsiteX104" fmla="*/ 116847 w 809625"/>
                  <a:gd name="connsiteY104" fmla="*/ 490123 h 581025"/>
                  <a:gd name="connsiteX105" fmla="*/ 118657 w 809625"/>
                  <a:gd name="connsiteY105" fmla="*/ 485266 h 581025"/>
                  <a:gd name="connsiteX106" fmla="*/ 118562 w 809625"/>
                  <a:gd name="connsiteY106" fmla="*/ 479646 h 581025"/>
                  <a:gd name="connsiteX107" fmla="*/ 116466 w 809625"/>
                  <a:gd name="connsiteY107" fmla="*/ 474979 h 581025"/>
                  <a:gd name="connsiteX108" fmla="*/ 117419 w 809625"/>
                  <a:gd name="connsiteY108" fmla="*/ 471740 h 581025"/>
                  <a:gd name="connsiteX109" fmla="*/ 119229 w 809625"/>
                  <a:gd name="connsiteY109" fmla="*/ 468502 h 581025"/>
                  <a:gd name="connsiteX110" fmla="*/ 119229 w 809625"/>
                  <a:gd name="connsiteY110" fmla="*/ 463739 h 581025"/>
                  <a:gd name="connsiteX111" fmla="*/ 120943 w 809625"/>
                  <a:gd name="connsiteY111" fmla="*/ 458881 h 581025"/>
                  <a:gd name="connsiteX112" fmla="*/ 121038 w 809625"/>
                  <a:gd name="connsiteY112" fmla="*/ 453643 h 581025"/>
                  <a:gd name="connsiteX113" fmla="*/ 119229 w 809625"/>
                  <a:gd name="connsiteY113" fmla="*/ 450118 h 581025"/>
                  <a:gd name="connsiteX114" fmla="*/ 116657 w 809625"/>
                  <a:gd name="connsiteY114" fmla="*/ 442498 h 581025"/>
                  <a:gd name="connsiteX115" fmla="*/ 116943 w 809625"/>
                  <a:gd name="connsiteY115" fmla="*/ 435450 h 581025"/>
                  <a:gd name="connsiteX116" fmla="*/ 114657 w 809625"/>
                  <a:gd name="connsiteY116" fmla="*/ 431449 h 581025"/>
                  <a:gd name="connsiteX117" fmla="*/ 109704 w 809625"/>
                  <a:gd name="connsiteY117" fmla="*/ 427449 h 581025"/>
                  <a:gd name="connsiteX118" fmla="*/ 104751 w 809625"/>
                  <a:gd name="connsiteY118" fmla="*/ 420686 h 581025"/>
                  <a:gd name="connsiteX119" fmla="*/ 98274 w 809625"/>
                  <a:gd name="connsiteY119" fmla="*/ 413733 h 581025"/>
                  <a:gd name="connsiteX120" fmla="*/ 94178 w 809625"/>
                  <a:gd name="connsiteY120" fmla="*/ 410304 h 581025"/>
                  <a:gd name="connsiteX121" fmla="*/ 88653 w 809625"/>
                  <a:gd name="connsiteY121" fmla="*/ 410209 h 581025"/>
                  <a:gd name="connsiteX122" fmla="*/ 82843 w 809625"/>
                  <a:gd name="connsiteY122" fmla="*/ 410875 h 581025"/>
                  <a:gd name="connsiteX123" fmla="*/ 77985 w 809625"/>
                  <a:gd name="connsiteY123" fmla="*/ 413733 h 581025"/>
                  <a:gd name="connsiteX124" fmla="*/ 73223 w 809625"/>
                  <a:gd name="connsiteY124" fmla="*/ 411637 h 581025"/>
                  <a:gd name="connsiteX125" fmla="*/ 69318 w 809625"/>
                  <a:gd name="connsiteY125" fmla="*/ 411256 h 581025"/>
                  <a:gd name="connsiteX126" fmla="*/ 66365 w 809625"/>
                  <a:gd name="connsiteY126" fmla="*/ 407542 h 581025"/>
                  <a:gd name="connsiteX127" fmla="*/ 64079 w 809625"/>
                  <a:gd name="connsiteY127" fmla="*/ 404589 h 581025"/>
                  <a:gd name="connsiteX128" fmla="*/ 65317 w 809625"/>
                  <a:gd name="connsiteY128" fmla="*/ 399922 h 581025"/>
                  <a:gd name="connsiteX129" fmla="*/ 65698 w 809625"/>
                  <a:gd name="connsiteY129" fmla="*/ 394969 h 581025"/>
                  <a:gd name="connsiteX130" fmla="*/ 61698 w 809625"/>
                  <a:gd name="connsiteY130" fmla="*/ 390206 h 581025"/>
                  <a:gd name="connsiteX131" fmla="*/ 57888 w 809625"/>
                  <a:gd name="connsiteY131" fmla="*/ 390111 h 581025"/>
                  <a:gd name="connsiteX132" fmla="*/ 53792 w 809625"/>
                  <a:gd name="connsiteY132" fmla="*/ 389730 h 581025"/>
                  <a:gd name="connsiteX133" fmla="*/ 48553 w 809625"/>
                  <a:gd name="connsiteY133" fmla="*/ 387825 h 581025"/>
                  <a:gd name="connsiteX134" fmla="*/ 43886 w 809625"/>
                  <a:gd name="connsiteY134" fmla="*/ 387158 h 581025"/>
                  <a:gd name="connsiteX135" fmla="*/ 41314 w 809625"/>
                  <a:gd name="connsiteY135" fmla="*/ 386968 h 581025"/>
                  <a:gd name="connsiteX136" fmla="*/ 41790 w 809625"/>
                  <a:gd name="connsiteY136" fmla="*/ 383634 h 581025"/>
                  <a:gd name="connsiteX137" fmla="*/ 41219 w 809625"/>
                  <a:gd name="connsiteY137" fmla="*/ 379252 h 581025"/>
                  <a:gd name="connsiteX138" fmla="*/ 35790 w 809625"/>
                  <a:gd name="connsiteY138" fmla="*/ 380300 h 581025"/>
                  <a:gd name="connsiteX139" fmla="*/ 33980 w 809625"/>
                  <a:gd name="connsiteY139" fmla="*/ 382015 h 581025"/>
                  <a:gd name="connsiteX140" fmla="*/ 30837 w 809625"/>
                  <a:gd name="connsiteY140" fmla="*/ 382205 h 581025"/>
                  <a:gd name="connsiteX141" fmla="*/ 30456 w 809625"/>
                  <a:gd name="connsiteY141" fmla="*/ 379538 h 581025"/>
                  <a:gd name="connsiteX142" fmla="*/ 26646 w 809625"/>
                  <a:gd name="connsiteY142" fmla="*/ 379538 h 581025"/>
                  <a:gd name="connsiteX143" fmla="*/ 23026 w 809625"/>
                  <a:gd name="connsiteY143" fmla="*/ 383634 h 581025"/>
                  <a:gd name="connsiteX144" fmla="*/ 20264 w 809625"/>
                  <a:gd name="connsiteY144" fmla="*/ 386491 h 581025"/>
                  <a:gd name="connsiteX145" fmla="*/ 17502 w 809625"/>
                  <a:gd name="connsiteY145" fmla="*/ 384396 h 581025"/>
                  <a:gd name="connsiteX146" fmla="*/ 14168 w 809625"/>
                  <a:gd name="connsiteY146" fmla="*/ 382015 h 581025"/>
                  <a:gd name="connsiteX147" fmla="*/ 11596 w 809625"/>
                  <a:gd name="connsiteY147" fmla="*/ 380300 h 581025"/>
                  <a:gd name="connsiteX148" fmla="*/ 11406 w 809625"/>
                  <a:gd name="connsiteY148" fmla="*/ 377443 h 581025"/>
                  <a:gd name="connsiteX149" fmla="*/ 11977 w 809625"/>
                  <a:gd name="connsiteY149" fmla="*/ 373442 h 581025"/>
                  <a:gd name="connsiteX150" fmla="*/ 10167 w 809625"/>
                  <a:gd name="connsiteY150" fmla="*/ 370775 h 581025"/>
                  <a:gd name="connsiteX151" fmla="*/ 8358 w 809625"/>
                  <a:gd name="connsiteY151" fmla="*/ 369537 h 581025"/>
                  <a:gd name="connsiteX152" fmla="*/ 5976 w 809625"/>
                  <a:gd name="connsiteY152" fmla="*/ 370299 h 581025"/>
                  <a:gd name="connsiteX153" fmla="*/ 5310 w 809625"/>
                  <a:gd name="connsiteY153" fmla="*/ 374299 h 581025"/>
                  <a:gd name="connsiteX154" fmla="*/ 2928 w 809625"/>
                  <a:gd name="connsiteY154" fmla="*/ 375823 h 581025"/>
                  <a:gd name="connsiteX155" fmla="*/ 357 w 809625"/>
                  <a:gd name="connsiteY155" fmla="*/ 372871 h 581025"/>
                  <a:gd name="connsiteX156" fmla="*/ 166 w 809625"/>
                  <a:gd name="connsiteY156" fmla="*/ 368680 h 581025"/>
                  <a:gd name="connsiteX157" fmla="*/ 3024 w 809625"/>
                  <a:gd name="connsiteY157" fmla="*/ 364774 h 581025"/>
                  <a:gd name="connsiteX158" fmla="*/ 5691 w 809625"/>
                  <a:gd name="connsiteY158" fmla="*/ 357535 h 581025"/>
                  <a:gd name="connsiteX159" fmla="*/ 7786 w 809625"/>
                  <a:gd name="connsiteY159" fmla="*/ 352011 h 581025"/>
                  <a:gd name="connsiteX160" fmla="*/ 8929 w 809625"/>
                  <a:gd name="connsiteY160" fmla="*/ 345248 h 581025"/>
                  <a:gd name="connsiteX161" fmla="*/ 9310 w 809625"/>
                  <a:gd name="connsiteY161" fmla="*/ 337914 h 581025"/>
                  <a:gd name="connsiteX162" fmla="*/ 11406 w 809625"/>
                  <a:gd name="connsiteY162" fmla="*/ 330580 h 581025"/>
                  <a:gd name="connsiteX163" fmla="*/ 12453 w 809625"/>
                  <a:gd name="connsiteY163" fmla="*/ 323817 h 581025"/>
                  <a:gd name="connsiteX164" fmla="*/ 14358 w 809625"/>
                  <a:gd name="connsiteY164" fmla="*/ 320197 h 581025"/>
                  <a:gd name="connsiteX165" fmla="*/ 16835 w 809625"/>
                  <a:gd name="connsiteY165" fmla="*/ 318864 h 581025"/>
                  <a:gd name="connsiteX166" fmla="*/ 18645 w 809625"/>
                  <a:gd name="connsiteY166" fmla="*/ 321531 h 581025"/>
                  <a:gd name="connsiteX167" fmla="*/ 18359 w 809625"/>
                  <a:gd name="connsiteY167" fmla="*/ 324674 h 581025"/>
                  <a:gd name="connsiteX168" fmla="*/ 17978 w 809625"/>
                  <a:gd name="connsiteY168" fmla="*/ 329722 h 581025"/>
                  <a:gd name="connsiteX169" fmla="*/ 16549 w 809625"/>
                  <a:gd name="connsiteY169" fmla="*/ 333913 h 581025"/>
                  <a:gd name="connsiteX170" fmla="*/ 14263 w 809625"/>
                  <a:gd name="connsiteY170" fmla="*/ 337342 h 581025"/>
                  <a:gd name="connsiteX171" fmla="*/ 12358 w 809625"/>
                  <a:gd name="connsiteY171" fmla="*/ 341057 h 581025"/>
                  <a:gd name="connsiteX172" fmla="*/ 13787 w 809625"/>
                  <a:gd name="connsiteY172" fmla="*/ 346677 h 581025"/>
                  <a:gd name="connsiteX173" fmla="*/ 15597 w 809625"/>
                  <a:gd name="connsiteY173" fmla="*/ 348677 h 581025"/>
                  <a:gd name="connsiteX174" fmla="*/ 16644 w 809625"/>
                  <a:gd name="connsiteY174" fmla="*/ 343915 h 581025"/>
                  <a:gd name="connsiteX175" fmla="*/ 19026 w 809625"/>
                  <a:gd name="connsiteY175" fmla="*/ 343248 h 581025"/>
                  <a:gd name="connsiteX176" fmla="*/ 20073 w 809625"/>
                  <a:gd name="connsiteY176" fmla="*/ 346486 h 581025"/>
                  <a:gd name="connsiteX177" fmla="*/ 22740 w 809625"/>
                  <a:gd name="connsiteY177" fmla="*/ 345439 h 581025"/>
                  <a:gd name="connsiteX178" fmla="*/ 25598 w 809625"/>
                  <a:gd name="connsiteY178" fmla="*/ 341629 h 581025"/>
                  <a:gd name="connsiteX179" fmla="*/ 27693 w 809625"/>
                  <a:gd name="connsiteY179" fmla="*/ 338295 h 581025"/>
                  <a:gd name="connsiteX180" fmla="*/ 27789 w 809625"/>
                  <a:gd name="connsiteY180" fmla="*/ 332199 h 581025"/>
                  <a:gd name="connsiteX181" fmla="*/ 25693 w 809625"/>
                  <a:gd name="connsiteY181" fmla="*/ 326960 h 581025"/>
                  <a:gd name="connsiteX182" fmla="*/ 24836 w 809625"/>
                  <a:gd name="connsiteY182" fmla="*/ 322483 h 581025"/>
                  <a:gd name="connsiteX183" fmla="*/ 27884 w 809625"/>
                  <a:gd name="connsiteY183" fmla="*/ 321817 h 581025"/>
                  <a:gd name="connsiteX184" fmla="*/ 30265 w 809625"/>
                  <a:gd name="connsiteY184" fmla="*/ 319912 h 581025"/>
                  <a:gd name="connsiteX185" fmla="*/ 32265 w 809625"/>
                  <a:gd name="connsiteY185" fmla="*/ 317340 h 581025"/>
                  <a:gd name="connsiteX186" fmla="*/ 36742 w 809625"/>
                  <a:gd name="connsiteY186" fmla="*/ 317245 h 581025"/>
                  <a:gd name="connsiteX187" fmla="*/ 39695 w 809625"/>
                  <a:gd name="connsiteY187" fmla="*/ 315054 h 581025"/>
                  <a:gd name="connsiteX188" fmla="*/ 39504 w 809625"/>
                  <a:gd name="connsiteY188" fmla="*/ 311911 h 581025"/>
                  <a:gd name="connsiteX189" fmla="*/ 37885 w 809625"/>
                  <a:gd name="connsiteY189" fmla="*/ 310768 h 581025"/>
                  <a:gd name="connsiteX190" fmla="*/ 37218 w 809625"/>
                  <a:gd name="connsiteY190" fmla="*/ 307624 h 581025"/>
                  <a:gd name="connsiteX191" fmla="*/ 35123 w 809625"/>
                  <a:gd name="connsiteY191" fmla="*/ 306672 h 581025"/>
                  <a:gd name="connsiteX192" fmla="*/ 33313 w 809625"/>
                  <a:gd name="connsiteY192" fmla="*/ 310387 h 581025"/>
                  <a:gd name="connsiteX193" fmla="*/ 30551 w 809625"/>
                  <a:gd name="connsiteY193" fmla="*/ 310006 h 581025"/>
                  <a:gd name="connsiteX194" fmla="*/ 29313 w 809625"/>
                  <a:gd name="connsiteY194" fmla="*/ 307339 h 581025"/>
                  <a:gd name="connsiteX195" fmla="*/ 27789 w 809625"/>
                  <a:gd name="connsiteY195" fmla="*/ 307815 h 581025"/>
                  <a:gd name="connsiteX196" fmla="*/ 25788 w 809625"/>
                  <a:gd name="connsiteY196" fmla="*/ 311244 h 581025"/>
                  <a:gd name="connsiteX197" fmla="*/ 23121 w 809625"/>
                  <a:gd name="connsiteY197" fmla="*/ 311244 h 581025"/>
                  <a:gd name="connsiteX198" fmla="*/ 21026 w 809625"/>
                  <a:gd name="connsiteY198" fmla="*/ 306577 h 581025"/>
                  <a:gd name="connsiteX199" fmla="*/ 18359 w 809625"/>
                  <a:gd name="connsiteY199" fmla="*/ 305338 h 581025"/>
                  <a:gd name="connsiteX200" fmla="*/ 16549 w 809625"/>
                  <a:gd name="connsiteY200" fmla="*/ 300671 h 581025"/>
                  <a:gd name="connsiteX201" fmla="*/ 17216 w 809625"/>
                  <a:gd name="connsiteY201" fmla="*/ 295337 h 581025"/>
                  <a:gd name="connsiteX202" fmla="*/ 17692 w 809625"/>
                  <a:gd name="connsiteY202" fmla="*/ 290098 h 581025"/>
                  <a:gd name="connsiteX203" fmla="*/ 17406 w 809625"/>
                  <a:gd name="connsiteY203" fmla="*/ 282574 h 581025"/>
                  <a:gd name="connsiteX204" fmla="*/ 19121 w 809625"/>
                  <a:gd name="connsiteY204" fmla="*/ 278764 h 581025"/>
                  <a:gd name="connsiteX205" fmla="*/ 20835 w 809625"/>
                  <a:gd name="connsiteY205" fmla="*/ 276668 h 581025"/>
                  <a:gd name="connsiteX206" fmla="*/ 22836 w 809625"/>
                  <a:gd name="connsiteY206" fmla="*/ 278668 h 581025"/>
                  <a:gd name="connsiteX207" fmla="*/ 23312 w 809625"/>
                  <a:gd name="connsiteY207" fmla="*/ 281621 h 581025"/>
                  <a:gd name="connsiteX208" fmla="*/ 22455 w 809625"/>
                  <a:gd name="connsiteY208" fmla="*/ 285145 h 581025"/>
                  <a:gd name="connsiteX209" fmla="*/ 26836 w 809625"/>
                  <a:gd name="connsiteY209" fmla="*/ 284574 h 581025"/>
                  <a:gd name="connsiteX210" fmla="*/ 28360 w 809625"/>
                  <a:gd name="connsiteY210" fmla="*/ 281335 h 581025"/>
                  <a:gd name="connsiteX211" fmla="*/ 32551 w 809625"/>
                  <a:gd name="connsiteY211" fmla="*/ 279811 h 581025"/>
                  <a:gd name="connsiteX212" fmla="*/ 34932 w 809625"/>
                  <a:gd name="connsiteY212" fmla="*/ 278097 h 581025"/>
                  <a:gd name="connsiteX213" fmla="*/ 39314 w 809625"/>
                  <a:gd name="connsiteY213" fmla="*/ 278859 h 581025"/>
                  <a:gd name="connsiteX214" fmla="*/ 45981 w 809625"/>
                  <a:gd name="connsiteY214" fmla="*/ 278954 h 581025"/>
                  <a:gd name="connsiteX215" fmla="*/ 48648 w 809625"/>
                  <a:gd name="connsiteY215" fmla="*/ 277144 h 581025"/>
                  <a:gd name="connsiteX216" fmla="*/ 47696 w 809625"/>
                  <a:gd name="connsiteY216" fmla="*/ 274763 h 581025"/>
                  <a:gd name="connsiteX217" fmla="*/ 45600 w 809625"/>
                  <a:gd name="connsiteY217" fmla="*/ 273049 h 581025"/>
                  <a:gd name="connsiteX218" fmla="*/ 40647 w 809625"/>
                  <a:gd name="connsiteY218" fmla="*/ 273430 h 581025"/>
                  <a:gd name="connsiteX219" fmla="*/ 40552 w 809625"/>
                  <a:gd name="connsiteY219" fmla="*/ 270858 h 581025"/>
                  <a:gd name="connsiteX220" fmla="*/ 35409 w 809625"/>
                  <a:gd name="connsiteY220" fmla="*/ 269620 h 581025"/>
                  <a:gd name="connsiteX221" fmla="*/ 34837 w 809625"/>
                  <a:gd name="connsiteY221" fmla="*/ 267810 h 581025"/>
                  <a:gd name="connsiteX222" fmla="*/ 35980 w 809625"/>
                  <a:gd name="connsiteY222" fmla="*/ 265238 h 581025"/>
                  <a:gd name="connsiteX223" fmla="*/ 35885 w 809625"/>
                  <a:gd name="connsiteY223" fmla="*/ 261523 h 581025"/>
                  <a:gd name="connsiteX224" fmla="*/ 33027 w 809625"/>
                  <a:gd name="connsiteY224" fmla="*/ 260571 h 581025"/>
                  <a:gd name="connsiteX225" fmla="*/ 30075 w 809625"/>
                  <a:gd name="connsiteY225" fmla="*/ 258761 h 581025"/>
                  <a:gd name="connsiteX226" fmla="*/ 25407 w 809625"/>
                  <a:gd name="connsiteY226" fmla="*/ 258952 h 581025"/>
                  <a:gd name="connsiteX227" fmla="*/ 22455 w 809625"/>
                  <a:gd name="connsiteY227" fmla="*/ 261238 h 581025"/>
                  <a:gd name="connsiteX228" fmla="*/ 21883 w 809625"/>
                  <a:gd name="connsiteY228" fmla="*/ 267143 h 581025"/>
                  <a:gd name="connsiteX229" fmla="*/ 22740 w 809625"/>
                  <a:gd name="connsiteY229" fmla="*/ 271334 h 581025"/>
                  <a:gd name="connsiteX230" fmla="*/ 18645 w 809625"/>
                  <a:gd name="connsiteY230" fmla="*/ 272858 h 581025"/>
                  <a:gd name="connsiteX231" fmla="*/ 14930 w 809625"/>
                  <a:gd name="connsiteY231" fmla="*/ 273144 h 581025"/>
                  <a:gd name="connsiteX232" fmla="*/ 14930 w 809625"/>
                  <a:gd name="connsiteY232" fmla="*/ 269715 h 581025"/>
                  <a:gd name="connsiteX233" fmla="*/ 17787 w 809625"/>
                  <a:gd name="connsiteY233" fmla="*/ 264381 h 581025"/>
                  <a:gd name="connsiteX234" fmla="*/ 19026 w 809625"/>
                  <a:gd name="connsiteY234" fmla="*/ 254094 h 581025"/>
                  <a:gd name="connsiteX235" fmla="*/ 22550 w 809625"/>
                  <a:gd name="connsiteY235" fmla="*/ 245426 h 581025"/>
                  <a:gd name="connsiteX236" fmla="*/ 23693 w 809625"/>
                  <a:gd name="connsiteY236" fmla="*/ 231996 h 581025"/>
                  <a:gd name="connsiteX237" fmla="*/ 23312 w 809625"/>
                  <a:gd name="connsiteY237" fmla="*/ 221899 h 581025"/>
                  <a:gd name="connsiteX238" fmla="*/ 22074 w 809625"/>
                  <a:gd name="connsiteY238" fmla="*/ 217232 h 581025"/>
                  <a:gd name="connsiteX239" fmla="*/ 17978 w 809625"/>
                  <a:gd name="connsiteY239" fmla="*/ 207898 h 581025"/>
                  <a:gd name="connsiteX240" fmla="*/ 16549 w 809625"/>
                  <a:gd name="connsiteY240" fmla="*/ 200563 h 581025"/>
                  <a:gd name="connsiteX241" fmla="*/ 17121 w 809625"/>
                  <a:gd name="connsiteY241" fmla="*/ 192658 h 581025"/>
                  <a:gd name="connsiteX242" fmla="*/ 20073 w 809625"/>
                  <a:gd name="connsiteY242" fmla="*/ 184466 h 581025"/>
                  <a:gd name="connsiteX243" fmla="*/ 21502 w 809625"/>
                  <a:gd name="connsiteY243" fmla="*/ 172274 h 581025"/>
                  <a:gd name="connsiteX244" fmla="*/ 22074 w 809625"/>
                  <a:gd name="connsiteY244" fmla="*/ 160273 h 581025"/>
                  <a:gd name="connsiteX245" fmla="*/ 21121 w 809625"/>
                  <a:gd name="connsiteY245" fmla="*/ 142270 h 581025"/>
                  <a:gd name="connsiteX246" fmla="*/ 16359 w 809625"/>
                  <a:gd name="connsiteY246" fmla="*/ 139699 h 581025"/>
                  <a:gd name="connsiteX247" fmla="*/ 17025 w 809625"/>
                  <a:gd name="connsiteY247" fmla="*/ 132650 h 581025"/>
                  <a:gd name="connsiteX248" fmla="*/ 16168 w 809625"/>
                  <a:gd name="connsiteY248" fmla="*/ 129412 h 581025"/>
                  <a:gd name="connsiteX249" fmla="*/ 13025 w 809625"/>
                  <a:gd name="connsiteY249" fmla="*/ 125125 h 581025"/>
                  <a:gd name="connsiteX250" fmla="*/ 10739 w 809625"/>
                  <a:gd name="connsiteY250" fmla="*/ 120744 h 581025"/>
                  <a:gd name="connsiteX251" fmla="*/ 7596 w 809625"/>
                  <a:gd name="connsiteY251" fmla="*/ 120363 h 581025"/>
                  <a:gd name="connsiteX252" fmla="*/ 6643 w 809625"/>
                  <a:gd name="connsiteY252" fmla="*/ 114457 h 581025"/>
                  <a:gd name="connsiteX253" fmla="*/ 4833 w 809625"/>
                  <a:gd name="connsiteY253" fmla="*/ 108076 h 581025"/>
                  <a:gd name="connsiteX254" fmla="*/ 4833 w 809625"/>
                  <a:gd name="connsiteY254" fmla="*/ 102456 h 581025"/>
                  <a:gd name="connsiteX255" fmla="*/ 7500 w 809625"/>
                  <a:gd name="connsiteY255" fmla="*/ 96074 h 581025"/>
                  <a:gd name="connsiteX256" fmla="*/ 6929 w 809625"/>
                  <a:gd name="connsiteY256" fmla="*/ 88740 h 581025"/>
                  <a:gd name="connsiteX257" fmla="*/ 8929 w 809625"/>
                  <a:gd name="connsiteY257" fmla="*/ 86740 h 581025"/>
                  <a:gd name="connsiteX258" fmla="*/ 9501 w 809625"/>
                  <a:gd name="connsiteY258" fmla="*/ 82358 h 581025"/>
                  <a:gd name="connsiteX259" fmla="*/ 7405 w 809625"/>
                  <a:gd name="connsiteY259" fmla="*/ 78548 h 581025"/>
                  <a:gd name="connsiteX260" fmla="*/ 7405 w 809625"/>
                  <a:gd name="connsiteY260" fmla="*/ 73690 h 581025"/>
                  <a:gd name="connsiteX261" fmla="*/ 9405 w 809625"/>
                  <a:gd name="connsiteY261" fmla="*/ 72262 h 581025"/>
                  <a:gd name="connsiteX262" fmla="*/ 11787 w 809625"/>
                  <a:gd name="connsiteY262" fmla="*/ 70547 h 581025"/>
                  <a:gd name="connsiteX263" fmla="*/ 13501 w 809625"/>
                  <a:gd name="connsiteY263" fmla="*/ 68166 h 581025"/>
                  <a:gd name="connsiteX264" fmla="*/ 13215 w 809625"/>
                  <a:gd name="connsiteY264" fmla="*/ 63499 h 581025"/>
                  <a:gd name="connsiteX265" fmla="*/ 14358 w 809625"/>
                  <a:gd name="connsiteY265" fmla="*/ 60070 h 581025"/>
                  <a:gd name="connsiteX266" fmla="*/ 18073 w 809625"/>
                  <a:gd name="connsiteY266" fmla="*/ 57212 h 581025"/>
                  <a:gd name="connsiteX267" fmla="*/ 20359 w 809625"/>
                  <a:gd name="connsiteY267" fmla="*/ 54926 h 581025"/>
                  <a:gd name="connsiteX268" fmla="*/ 21216 w 809625"/>
                  <a:gd name="connsiteY268" fmla="*/ 51688 h 581025"/>
                  <a:gd name="connsiteX269" fmla="*/ 21121 w 809625"/>
                  <a:gd name="connsiteY269" fmla="*/ 48259 h 581025"/>
                  <a:gd name="connsiteX270" fmla="*/ 17978 w 809625"/>
                  <a:gd name="connsiteY270" fmla="*/ 47116 h 581025"/>
                  <a:gd name="connsiteX271" fmla="*/ 17121 w 809625"/>
                  <a:gd name="connsiteY271" fmla="*/ 43591 h 581025"/>
                  <a:gd name="connsiteX272" fmla="*/ 18264 w 809625"/>
                  <a:gd name="connsiteY272" fmla="*/ 41782 h 581025"/>
                  <a:gd name="connsiteX273" fmla="*/ 22455 w 809625"/>
                  <a:gd name="connsiteY273" fmla="*/ 42258 h 581025"/>
                  <a:gd name="connsiteX274" fmla="*/ 26741 w 809625"/>
                  <a:gd name="connsiteY274" fmla="*/ 44353 h 581025"/>
                  <a:gd name="connsiteX275" fmla="*/ 32361 w 809625"/>
                  <a:gd name="connsiteY275" fmla="*/ 50259 h 581025"/>
                  <a:gd name="connsiteX276" fmla="*/ 39028 w 809625"/>
                  <a:gd name="connsiteY276" fmla="*/ 56069 h 581025"/>
                  <a:gd name="connsiteX277" fmla="*/ 47124 w 809625"/>
                  <a:gd name="connsiteY277" fmla="*/ 62832 h 581025"/>
                  <a:gd name="connsiteX278" fmla="*/ 54744 w 809625"/>
                  <a:gd name="connsiteY278" fmla="*/ 70642 h 581025"/>
                  <a:gd name="connsiteX279" fmla="*/ 57602 w 809625"/>
                  <a:gd name="connsiteY279" fmla="*/ 72928 h 581025"/>
                  <a:gd name="connsiteX280" fmla="*/ 61602 w 809625"/>
                  <a:gd name="connsiteY280" fmla="*/ 72928 h 581025"/>
                  <a:gd name="connsiteX281" fmla="*/ 63698 w 809625"/>
                  <a:gd name="connsiteY281" fmla="*/ 73881 h 581025"/>
                  <a:gd name="connsiteX282" fmla="*/ 69032 w 809625"/>
                  <a:gd name="connsiteY282" fmla="*/ 78548 h 581025"/>
                  <a:gd name="connsiteX283" fmla="*/ 71413 w 809625"/>
                  <a:gd name="connsiteY283" fmla="*/ 81406 h 581025"/>
                  <a:gd name="connsiteX284" fmla="*/ 73985 w 809625"/>
                  <a:gd name="connsiteY284" fmla="*/ 86359 h 581025"/>
                  <a:gd name="connsiteX285" fmla="*/ 76557 w 809625"/>
                  <a:gd name="connsiteY285" fmla="*/ 90073 h 581025"/>
                  <a:gd name="connsiteX286" fmla="*/ 84367 w 809625"/>
                  <a:gd name="connsiteY286" fmla="*/ 94360 h 581025"/>
                  <a:gd name="connsiteX287" fmla="*/ 95416 w 809625"/>
                  <a:gd name="connsiteY287" fmla="*/ 99027 h 581025"/>
                  <a:gd name="connsiteX288" fmla="*/ 105227 w 809625"/>
                  <a:gd name="connsiteY288" fmla="*/ 101884 h 581025"/>
                  <a:gd name="connsiteX289" fmla="*/ 110751 w 809625"/>
                  <a:gd name="connsiteY289" fmla="*/ 101503 h 581025"/>
                  <a:gd name="connsiteX290" fmla="*/ 114466 w 809625"/>
                  <a:gd name="connsiteY290" fmla="*/ 101789 h 581025"/>
                  <a:gd name="connsiteX291" fmla="*/ 119324 w 809625"/>
                  <a:gd name="connsiteY291" fmla="*/ 107409 h 581025"/>
                  <a:gd name="connsiteX292" fmla="*/ 121991 w 809625"/>
                  <a:gd name="connsiteY292" fmla="*/ 108457 h 581025"/>
                  <a:gd name="connsiteX293" fmla="*/ 124944 w 809625"/>
                  <a:gd name="connsiteY293" fmla="*/ 107409 h 581025"/>
                  <a:gd name="connsiteX294" fmla="*/ 127801 w 809625"/>
                  <a:gd name="connsiteY294" fmla="*/ 108457 h 581025"/>
                  <a:gd name="connsiteX295" fmla="*/ 130944 w 809625"/>
                  <a:gd name="connsiteY295" fmla="*/ 111124 h 581025"/>
                  <a:gd name="connsiteX296" fmla="*/ 136945 w 809625"/>
                  <a:gd name="connsiteY296" fmla="*/ 112457 h 581025"/>
                  <a:gd name="connsiteX297" fmla="*/ 139898 w 809625"/>
                  <a:gd name="connsiteY297" fmla="*/ 116077 h 581025"/>
                  <a:gd name="connsiteX298" fmla="*/ 143994 w 809625"/>
                  <a:gd name="connsiteY298" fmla="*/ 117220 h 581025"/>
                  <a:gd name="connsiteX299" fmla="*/ 150185 w 809625"/>
                  <a:gd name="connsiteY299" fmla="*/ 118934 h 581025"/>
                  <a:gd name="connsiteX300" fmla="*/ 155900 w 809625"/>
                  <a:gd name="connsiteY300" fmla="*/ 119887 h 581025"/>
                  <a:gd name="connsiteX301" fmla="*/ 159900 w 809625"/>
                  <a:gd name="connsiteY301" fmla="*/ 120077 h 581025"/>
                  <a:gd name="connsiteX302" fmla="*/ 162472 w 809625"/>
                  <a:gd name="connsiteY302" fmla="*/ 117601 h 581025"/>
                  <a:gd name="connsiteX303" fmla="*/ 164663 w 809625"/>
                  <a:gd name="connsiteY303" fmla="*/ 115981 h 581025"/>
                  <a:gd name="connsiteX304" fmla="*/ 167806 w 809625"/>
                  <a:gd name="connsiteY304" fmla="*/ 114838 h 581025"/>
                  <a:gd name="connsiteX305" fmla="*/ 169044 w 809625"/>
                  <a:gd name="connsiteY305" fmla="*/ 116458 h 581025"/>
                  <a:gd name="connsiteX306" fmla="*/ 170759 w 809625"/>
                  <a:gd name="connsiteY306" fmla="*/ 120744 h 581025"/>
                  <a:gd name="connsiteX307" fmla="*/ 173616 w 809625"/>
                  <a:gd name="connsiteY307" fmla="*/ 123316 h 581025"/>
                  <a:gd name="connsiteX308" fmla="*/ 175331 w 809625"/>
                  <a:gd name="connsiteY308" fmla="*/ 128173 h 581025"/>
                  <a:gd name="connsiteX309" fmla="*/ 177141 w 809625"/>
                  <a:gd name="connsiteY309" fmla="*/ 130459 h 581025"/>
                  <a:gd name="connsiteX310" fmla="*/ 181046 w 809625"/>
                  <a:gd name="connsiteY310" fmla="*/ 129221 h 581025"/>
                  <a:gd name="connsiteX311" fmla="*/ 185713 w 809625"/>
                  <a:gd name="connsiteY311" fmla="*/ 130269 h 581025"/>
                  <a:gd name="connsiteX312" fmla="*/ 187809 w 809625"/>
                  <a:gd name="connsiteY312" fmla="*/ 132841 h 581025"/>
                  <a:gd name="connsiteX313" fmla="*/ 186856 w 809625"/>
                  <a:gd name="connsiteY313" fmla="*/ 136841 h 581025"/>
                  <a:gd name="connsiteX314" fmla="*/ 189333 w 809625"/>
                  <a:gd name="connsiteY314" fmla="*/ 139984 h 581025"/>
                  <a:gd name="connsiteX315" fmla="*/ 192476 w 809625"/>
                  <a:gd name="connsiteY315" fmla="*/ 141223 h 581025"/>
                  <a:gd name="connsiteX316" fmla="*/ 195143 w 809625"/>
                  <a:gd name="connsiteY316" fmla="*/ 140461 h 581025"/>
                  <a:gd name="connsiteX317" fmla="*/ 193905 w 809625"/>
                  <a:gd name="connsiteY317" fmla="*/ 136936 h 581025"/>
                  <a:gd name="connsiteX318" fmla="*/ 192190 w 809625"/>
                  <a:gd name="connsiteY318" fmla="*/ 135127 h 581025"/>
                  <a:gd name="connsiteX319" fmla="*/ 192571 w 809625"/>
                  <a:gd name="connsiteY319" fmla="*/ 132364 h 581025"/>
                  <a:gd name="connsiteX320" fmla="*/ 194857 w 809625"/>
                  <a:gd name="connsiteY320" fmla="*/ 130936 h 581025"/>
                  <a:gd name="connsiteX321" fmla="*/ 197143 w 809625"/>
                  <a:gd name="connsiteY321" fmla="*/ 128554 h 581025"/>
                  <a:gd name="connsiteX322" fmla="*/ 201239 w 809625"/>
                  <a:gd name="connsiteY322" fmla="*/ 128554 h 581025"/>
                  <a:gd name="connsiteX323" fmla="*/ 205525 w 809625"/>
                  <a:gd name="connsiteY323" fmla="*/ 128650 h 581025"/>
                  <a:gd name="connsiteX324" fmla="*/ 206287 w 809625"/>
                  <a:gd name="connsiteY324" fmla="*/ 131507 h 581025"/>
                  <a:gd name="connsiteX325" fmla="*/ 203144 w 809625"/>
                  <a:gd name="connsiteY325" fmla="*/ 133317 h 581025"/>
                  <a:gd name="connsiteX326" fmla="*/ 200382 w 809625"/>
                  <a:gd name="connsiteY326" fmla="*/ 135984 h 581025"/>
                  <a:gd name="connsiteX327" fmla="*/ 200096 w 809625"/>
                  <a:gd name="connsiteY327" fmla="*/ 138651 h 581025"/>
                  <a:gd name="connsiteX328" fmla="*/ 201620 w 809625"/>
                  <a:gd name="connsiteY328" fmla="*/ 141889 h 581025"/>
                  <a:gd name="connsiteX329" fmla="*/ 202953 w 809625"/>
                  <a:gd name="connsiteY329" fmla="*/ 143699 h 581025"/>
                  <a:gd name="connsiteX330" fmla="*/ 205525 w 809625"/>
                  <a:gd name="connsiteY330" fmla="*/ 143413 h 581025"/>
                  <a:gd name="connsiteX331" fmla="*/ 206192 w 809625"/>
                  <a:gd name="connsiteY331" fmla="*/ 139984 h 581025"/>
                  <a:gd name="connsiteX332" fmla="*/ 207621 w 809625"/>
                  <a:gd name="connsiteY332" fmla="*/ 138079 h 581025"/>
                  <a:gd name="connsiteX333" fmla="*/ 210192 w 809625"/>
                  <a:gd name="connsiteY333" fmla="*/ 137317 h 581025"/>
                  <a:gd name="connsiteX334" fmla="*/ 210859 w 809625"/>
                  <a:gd name="connsiteY334" fmla="*/ 140556 h 581025"/>
                  <a:gd name="connsiteX335" fmla="*/ 210478 w 809625"/>
                  <a:gd name="connsiteY335" fmla="*/ 144271 h 581025"/>
                  <a:gd name="connsiteX336" fmla="*/ 211240 w 809625"/>
                  <a:gd name="connsiteY336" fmla="*/ 147890 h 581025"/>
                  <a:gd name="connsiteX337" fmla="*/ 210288 w 809625"/>
                  <a:gd name="connsiteY337" fmla="*/ 151033 h 581025"/>
                  <a:gd name="connsiteX338" fmla="*/ 207906 w 809625"/>
                  <a:gd name="connsiteY338" fmla="*/ 149795 h 581025"/>
                  <a:gd name="connsiteX339" fmla="*/ 205620 w 809625"/>
                  <a:gd name="connsiteY339" fmla="*/ 151033 h 581025"/>
                  <a:gd name="connsiteX340" fmla="*/ 206287 w 809625"/>
                  <a:gd name="connsiteY340" fmla="*/ 154081 h 581025"/>
                  <a:gd name="connsiteX341" fmla="*/ 207906 w 809625"/>
                  <a:gd name="connsiteY341" fmla="*/ 155796 h 581025"/>
                  <a:gd name="connsiteX342" fmla="*/ 207240 w 809625"/>
                  <a:gd name="connsiteY342" fmla="*/ 158844 h 581025"/>
                  <a:gd name="connsiteX343" fmla="*/ 207049 w 809625"/>
                  <a:gd name="connsiteY343" fmla="*/ 161701 h 581025"/>
                  <a:gd name="connsiteX344" fmla="*/ 209240 w 809625"/>
                  <a:gd name="connsiteY344" fmla="*/ 164083 h 581025"/>
                  <a:gd name="connsiteX345" fmla="*/ 208859 w 809625"/>
                  <a:gd name="connsiteY345" fmla="*/ 167797 h 581025"/>
                  <a:gd name="connsiteX346" fmla="*/ 210573 w 809625"/>
                  <a:gd name="connsiteY346" fmla="*/ 170083 h 581025"/>
                  <a:gd name="connsiteX347" fmla="*/ 209430 w 809625"/>
                  <a:gd name="connsiteY347" fmla="*/ 172941 h 581025"/>
                  <a:gd name="connsiteX348" fmla="*/ 207335 w 809625"/>
                  <a:gd name="connsiteY348" fmla="*/ 173608 h 581025"/>
                  <a:gd name="connsiteX349" fmla="*/ 205906 w 809625"/>
                  <a:gd name="connsiteY349" fmla="*/ 172179 h 581025"/>
                  <a:gd name="connsiteX350" fmla="*/ 204096 w 809625"/>
                  <a:gd name="connsiteY350" fmla="*/ 171893 h 581025"/>
                  <a:gd name="connsiteX351" fmla="*/ 204001 w 809625"/>
                  <a:gd name="connsiteY351" fmla="*/ 174846 h 581025"/>
                  <a:gd name="connsiteX352" fmla="*/ 201144 w 809625"/>
                  <a:gd name="connsiteY352" fmla="*/ 176465 h 581025"/>
                  <a:gd name="connsiteX353" fmla="*/ 198000 w 809625"/>
                  <a:gd name="connsiteY353" fmla="*/ 178275 h 581025"/>
                  <a:gd name="connsiteX354" fmla="*/ 195714 w 809625"/>
                  <a:gd name="connsiteY354" fmla="*/ 182085 h 581025"/>
                  <a:gd name="connsiteX355" fmla="*/ 193714 w 809625"/>
                  <a:gd name="connsiteY355" fmla="*/ 184466 h 581025"/>
                  <a:gd name="connsiteX356" fmla="*/ 191904 w 809625"/>
                  <a:gd name="connsiteY356" fmla="*/ 189229 h 581025"/>
                  <a:gd name="connsiteX357" fmla="*/ 194667 w 809625"/>
                  <a:gd name="connsiteY357" fmla="*/ 190848 h 581025"/>
                  <a:gd name="connsiteX358" fmla="*/ 196667 w 809625"/>
                  <a:gd name="connsiteY358" fmla="*/ 189038 h 581025"/>
                  <a:gd name="connsiteX359" fmla="*/ 198381 w 809625"/>
                  <a:gd name="connsiteY359" fmla="*/ 186181 h 581025"/>
                  <a:gd name="connsiteX360" fmla="*/ 201144 w 809625"/>
                  <a:gd name="connsiteY360" fmla="*/ 185419 h 581025"/>
                  <a:gd name="connsiteX361" fmla="*/ 202477 w 809625"/>
                  <a:gd name="connsiteY361" fmla="*/ 182371 h 581025"/>
                  <a:gd name="connsiteX362" fmla="*/ 205335 w 809625"/>
                  <a:gd name="connsiteY362" fmla="*/ 179989 h 581025"/>
                  <a:gd name="connsiteX363" fmla="*/ 209049 w 809625"/>
                  <a:gd name="connsiteY363" fmla="*/ 179037 h 581025"/>
                  <a:gd name="connsiteX364" fmla="*/ 211526 w 809625"/>
                  <a:gd name="connsiteY364" fmla="*/ 176846 h 581025"/>
                  <a:gd name="connsiteX365" fmla="*/ 213336 w 809625"/>
                  <a:gd name="connsiteY365" fmla="*/ 175417 h 581025"/>
                  <a:gd name="connsiteX366" fmla="*/ 215145 w 809625"/>
                  <a:gd name="connsiteY366" fmla="*/ 174941 h 581025"/>
                  <a:gd name="connsiteX367" fmla="*/ 215526 w 809625"/>
                  <a:gd name="connsiteY367" fmla="*/ 171798 h 581025"/>
                  <a:gd name="connsiteX368" fmla="*/ 215145 w 809625"/>
                  <a:gd name="connsiteY368" fmla="*/ 168655 h 581025"/>
                  <a:gd name="connsiteX369" fmla="*/ 214288 w 809625"/>
                  <a:gd name="connsiteY369" fmla="*/ 164559 h 581025"/>
                  <a:gd name="connsiteX370" fmla="*/ 215907 w 809625"/>
                  <a:gd name="connsiteY370" fmla="*/ 166273 h 581025"/>
                  <a:gd name="connsiteX371" fmla="*/ 219717 w 809625"/>
                  <a:gd name="connsiteY371" fmla="*/ 167893 h 581025"/>
                  <a:gd name="connsiteX372" fmla="*/ 221813 w 809625"/>
                  <a:gd name="connsiteY372" fmla="*/ 169702 h 581025"/>
                  <a:gd name="connsiteX373" fmla="*/ 222384 w 809625"/>
                  <a:gd name="connsiteY373" fmla="*/ 177132 h 581025"/>
                  <a:gd name="connsiteX374" fmla="*/ 221813 w 809625"/>
                  <a:gd name="connsiteY374" fmla="*/ 180561 h 581025"/>
                  <a:gd name="connsiteX375" fmla="*/ 222575 w 809625"/>
                  <a:gd name="connsiteY375" fmla="*/ 184085 h 581025"/>
                  <a:gd name="connsiteX376" fmla="*/ 221051 w 809625"/>
                  <a:gd name="connsiteY376" fmla="*/ 187228 h 581025"/>
                  <a:gd name="connsiteX377" fmla="*/ 222575 w 809625"/>
                  <a:gd name="connsiteY377" fmla="*/ 190086 h 581025"/>
                  <a:gd name="connsiteX378" fmla="*/ 221813 w 809625"/>
                  <a:gd name="connsiteY378" fmla="*/ 194182 h 581025"/>
                  <a:gd name="connsiteX379" fmla="*/ 221146 w 809625"/>
                  <a:gd name="connsiteY379" fmla="*/ 195896 h 581025"/>
                  <a:gd name="connsiteX380" fmla="*/ 217527 w 809625"/>
                  <a:gd name="connsiteY380" fmla="*/ 193610 h 581025"/>
                  <a:gd name="connsiteX381" fmla="*/ 213621 w 809625"/>
                  <a:gd name="connsiteY381" fmla="*/ 194086 h 581025"/>
                  <a:gd name="connsiteX382" fmla="*/ 213431 w 809625"/>
                  <a:gd name="connsiteY382" fmla="*/ 197039 h 581025"/>
                  <a:gd name="connsiteX383" fmla="*/ 214669 w 809625"/>
                  <a:gd name="connsiteY383" fmla="*/ 198277 h 581025"/>
                  <a:gd name="connsiteX384" fmla="*/ 216479 w 809625"/>
                  <a:gd name="connsiteY384" fmla="*/ 201992 h 581025"/>
                  <a:gd name="connsiteX385" fmla="*/ 215241 w 809625"/>
                  <a:gd name="connsiteY385" fmla="*/ 205802 h 581025"/>
                  <a:gd name="connsiteX386" fmla="*/ 214098 w 809625"/>
                  <a:gd name="connsiteY386" fmla="*/ 209136 h 581025"/>
                  <a:gd name="connsiteX387" fmla="*/ 215431 w 809625"/>
                  <a:gd name="connsiteY387" fmla="*/ 211803 h 581025"/>
                  <a:gd name="connsiteX388" fmla="*/ 214574 w 809625"/>
                  <a:gd name="connsiteY388" fmla="*/ 215708 h 581025"/>
                  <a:gd name="connsiteX389" fmla="*/ 214193 w 809625"/>
                  <a:gd name="connsiteY389" fmla="*/ 219613 h 581025"/>
                  <a:gd name="connsiteX390" fmla="*/ 209430 w 809625"/>
                  <a:gd name="connsiteY390" fmla="*/ 219137 h 581025"/>
                  <a:gd name="connsiteX391" fmla="*/ 206859 w 809625"/>
                  <a:gd name="connsiteY391" fmla="*/ 222757 h 581025"/>
                  <a:gd name="connsiteX392" fmla="*/ 206287 w 809625"/>
                  <a:gd name="connsiteY392" fmla="*/ 225328 h 581025"/>
                  <a:gd name="connsiteX393" fmla="*/ 208954 w 809625"/>
                  <a:gd name="connsiteY393" fmla="*/ 226852 h 581025"/>
                  <a:gd name="connsiteX394" fmla="*/ 210954 w 809625"/>
                  <a:gd name="connsiteY394" fmla="*/ 228948 h 581025"/>
                  <a:gd name="connsiteX395" fmla="*/ 213717 w 809625"/>
                  <a:gd name="connsiteY395" fmla="*/ 231043 h 581025"/>
                  <a:gd name="connsiteX396" fmla="*/ 214383 w 809625"/>
                  <a:gd name="connsiteY396" fmla="*/ 233615 h 581025"/>
                  <a:gd name="connsiteX397" fmla="*/ 215622 w 809625"/>
                  <a:gd name="connsiteY397" fmla="*/ 238092 h 581025"/>
                  <a:gd name="connsiteX398" fmla="*/ 214383 w 809625"/>
                  <a:gd name="connsiteY398" fmla="*/ 241807 h 581025"/>
                  <a:gd name="connsiteX399" fmla="*/ 212955 w 809625"/>
                  <a:gd name="connsiteY399" fmla="*/ 244855 h 581025"/>
                  <a:gd name="connsiteX400" fmla="*/ 213621 w 809625"/>
                  <a:gd name="connsiteY400" fmla="*/ 246664 h 581025"/>
                  <a:gd name="connsiteX401" fmla="*/ 216003 w 809625"/>
                  <a:gd name="connsiteY401" fmla="*/ 247426 h 581025"/>
                  <a:gd name="connsiteX402" fmla="*/ 218670 w 809625"/>
                  <a:gd name="connsiteY402" fmla="*/ 248855 h 581025"/>
                  <a:gd name="connsiteX403" fmla="*/ 218574 w 809625"/>
                  <a:gd name="connsiteY403" fmla="*/ 251522 h 581025"/>
                  <a:gd name="connsiteX404" fmla="*/ 216003 w 809625"/>
                  <a:gd name="connsiteY404" fmla="*/ 252570 h 581025"/>
                  <a:gd name="connsiteX405" fmla="*/ 211907 w 809625"/>
                  <a:gd name="connsiteY405" fmla="*/ 252856 h 581025"/>
                  <a:gd name="connsiteX406" fmla="*/ 208573 w 809625"/>
                  <a:gd name="connsiteY406" fmla="*/ 254761 h 581025"/>
                  <a:gd name="connsiteX407" fmla="*/ 204763 w 809625"/>
                  <a:gd name="connsiteY407" fmla="*/ 255523 h 581025"/>
                  <a:gd name="connsiteX408" fmla="*/ 202191 w 809625"/>
                  <a:gd name="connsiteY408" fmla="*/ 253522 h 581025"/>
                  <a:gd name="connsiteX409" fmla="*/ 201906 w 809625"/>
                  <a:gd name="connsiteY409" fmla="*/ 251522 h 581025"/>
                  <a:gd name="connsiteX410" fmla="*/ 200096 w 809625"/>
                  <a:gd name="connsiteY410" fmla="*/ 251522 h 581025"/>
                  <a:gd name="connsiteX411" fmla="*/ 197429 w 809625"/>
                  <a:gd name="connsiteY411" fmla="*/ 252856 h 581025"/>
                  <a:gd name="connsiteX412" fmla="*/ 196000 w 809625"/>
                  <a:gd name="connsiteY412" fmla="*/ 255427 h 581025"/>
                  <a:gd name="connsiteX413" fmla="*/ 197048 w 809625"/>
                  <a:gd name="connsiteY413" fmla="*/ 257618 h 581025"/>
                  <a:gd name="connsiteX414" fmla="*/ 200001 w 809625"/>
                  <a:gd name="connsiteY414" fmla="*/ 258190 h 581025"/>
                  <a:gd name="connsiteX415" fmla="*/ 201810 w 809625"/>
                  <a:gd name="connsiteY415" fmla="*/ 260190 h 581025"/>
                  <a:gd name="connsiteX416" fmla="*/ 203715 w 809625"/>
                  <a:gd name="connsiteY416" fmla="*/ 264762 h 581025"/>
                  <a:gd name="connsiteX417" fmla="*/ 207144 w 809625"/>
                  <a:gd name="connsiteY417" fmla="*/ 267238 h 581025"/>
                  <a:gd name="connsiteX418" fmla="*/ 210573 w 809625"/>
                  <a:gd name="connsiteY418" fmla="*/ 267238 h 581025"/>
                  <a:gd name="connsiteX419" fmla="*/ 211050 w 809625"/>
                  <a:gd name="connsiteY419" fmla="*/ 264381 h 581025"/>
                  <a:gd name="connsiteX420" fmla="*/ 209907 w 809625"/>
                  <a:gd name="connsiteY420" fmla="*/ 260571 h 581025"/>
                  <a:gd name="connsiteX421" fmla="*/ 213336 w 809625"/>
                  <a:gd name="connsiteY421" fmla="*/ 259523 h 581025"/>
                  <a:gd name="connsiteX422" fmla="*/ 216955 w 809625"/>
                  <a:gd name="connsiteY422" fmla="*/ 260476 h 581025"/>
                  <a:gd name="connsiteX423" fmla="*/ 221718 w 809625"/>
                  <a:gd name="connsiteY423" fmla="*/ 258380 h 581025"/>
                  <a:gd name="connsiteX424" fmla="*/ 223337 w 809625"/>
                  <a:gd name="connsiteY424" fmla="*/ 253808 h 581025"/>
                  <a:gd name="connsiteX425" fmla="*/ 223242 w 809625"/>
                  <a:gd name="connsiteY425" fmla="*/ 248950 h 581025"/>
                  <a:gd name="connsiteX426" fmla="*/ 220860 w 809625"/>
                  <a:gd name="connsiteY426" fmla="*/ 245521 h 581025"/>
                  <a:gd name="connsiteX427" fmla="*/ 220765 w 809625"/>
                  <a:gd name="connsiteY427" fmla="*/ 241521 h 581025"/>
                  <a:gd name="connsiteX428" fmla="*/ 222861 w 809625"/>
                  <a:gd name="connsiteY428" fmla="*/ 240092 h 581025"/>
                  <a:gd name="connsiteX429" fmla="*/ 224480 w 809625"/>
                  <a:gd name="connsiteY429" fmla="*/ 236568 h 581025"/>
                  <a:gd name="connsiteX430" fmla="*/ 221813 w 809625"/>
                  <a:gd name="connsiteY430" fmla="*/ 233996 h 581025"/>
                  <a:gd name="connsiteX431" fmla="*/ 220956 w 809625"/>
                  <a:gd name="connsiteY431" fmla="*/ 230948 h 581025"/>
                  <a:gd name="connsiteX432" fmla="*/ 222575 w 809625"/>
                  <a:gd name="connsiteY432" fmla="*/ 227519 h 581025"/>
                  <a:gd name="connsiteX433" fmla="*/ 222861 w 809625"/>
                  <a:gd name="connsiteY433" fmla="*/ 223042 h 581025"/>
                  <a:gd name="connsiteX434" fmla="*/ 225337 w 809625"/>
                  <a:gd name="connsiteY434" fmla="*/ 221709 h 581025"/>
                  <a:gd name="connsiteX435" fmla="*/ 228957 w 809625"/>
                  <a:gd name="connsiteY435" fmla="*/ 222090 h 581025"/>
                  <a:gd name="connsiteX436" fmla="*/ 231433 w 809625"/>
                  <a:gd name="connsiteY436" fmla="*/ 218566 h 581025"/>
                  <a:gd name="connsiteX437" fmla="*/ 229814 w 809625"/>
                  <a:gd name="connsiteY437" fmla="*/ 216851 h 581025"/>
                  <a:gd name="connsiteX438" fmla="*/ 227814 w 809625"/>
                  <a:gd name="connsiteY438" fmla="*/ 214375 h 581025"/>
                  <a:gd name="connsiteX439" fmla="*/ 223908 w 809625"/>
                  <a:gd name="connsiteY439" fmla="*/ 212660 h 581025"/>
                  <a:gd name="connsiteX440" fmla="*/ 223718 w 809625"/>
                  <a:gd name="connsiteY440" fmla="*/ 208850 h 581025"/>
                  <a:gd name="connsiteX441" fmla="*/ 225242 w 809625"/>
                  <a:gd name="connsiteY441" fmla="*/ 205897 h 581025"/>
                  <a:gd name="connsiteX442" fmla="*/ 229052 w 809625"/>
                  <a:gd name="connsiteY442" fmla="*/ 202659 h 581025"/>
                  <a:gd name="connsiteX443" fmla="*/ 231814 w 809625"/>
                  <a:gd name="connsiteY443" fmla="*/ 198658 h 581025"/>
                  <a:gd name="connsiteX444" fmla="*/ 231528 w 809625"/>
                  <a:gd name="connsiteY444" fmla="*/ 194848 h 581025"/>
                  <a:gd name="connsiteX445" fmla="*/ 232481 w 809625"/>
                  <a:gd name="connsiteY445" fmla="*/ 189038 h 581025"/>
                  <a:gd name="connsiteX446" fmla="*/ 234672 w 809625"/>
                  <a:gd name="connsiteY446" fmla="*/ 186276 h 581025"/>
                  <a:gd name="connsiteX447" fmla="*/ 236672 w 809625"/>
                  <a:gd name="connsiteY447" fmla="*/ 184466 h 581025"/>
                  <a:gd name="connsiteX448" fmla="*/ 240291 w 809625"/>
                  <a:gd name="connsiteY448" fmla="*/ 181704 h 581025"/>
                  <a:gd name="connsiteX449" fmla="*/ 241244 w 809625"/>
                  <a:gd name="connsiteY449" fmla="*/ 178656 h 581025"/>
                  <a:gd name="connsiteX450" fmla="*/ 243054 w 809625"/>
                  <a:gd name="connsiteY450" fmla="*/ 175608 h 581025"/>
                  <a:gd name="connsiteX451" fmla="*/ 245435 w 809625"/>
                  <a:gd name="connsiteY451" fmla="*/ 171988 h 581025"/>
                  <a:gd name="connsiteX452" fmla="*/ 247054 w 809625"/>
                  <a:gd name="connsiteY452" fmla="*/ 169226 h 581025"/>
                  <a:gd name="connsiteX453" fmla="*/ 251436 w 809625"/>
                  <a:gd name="connsiteY453" fmla="*/ 169226 h 581025"/>
                  <a:gd name="connsiteX454" fmla="*/ 254007 w 809625"/>
                  <a:gd name="connsiteY454" fmla="*/ 167607 h 581025"/>
                  <a:gd name="connsiteX455" fmla="*/ 254103 w 809625"/>
                  <a:gd name="connsiteY455" fmla="*/ 164940 h 581025"/>
                  <a:gd name="connsiteX456" fmla="*/ 255912 w 809625"/>
                  <a:gd name="connsiteY456" fmla="*/ 161225 h 581025"/>
                  <a:gd name="connsiteX457" fmla="*/ 256960 w 809625"/>
                  <a:gd name="connsiteY457" fmla="*/ 157606 h 581025"/>
                  <a:gd name="connsiteX458" fmla="*/ 253531 w 809625"/>
                  <a:gd name="connsiteY458" fmla="*/ 155129 h 581025"/>
                  <a:gd name="connsiteX459" fmla="*/ 249626 w 809625"/>
                  <a:gd name="connsiteY459" fmla="*/ 149795 h 581025"/>
                  <a:gd name="connsiteX460" fmla="*/ 247245 w 809625"/>
                  <a:gd name="connsiteY460" fmla="*/ 142937 h 581025"/>
                  <a:gd name="connsiteX461" fmla="*/ 247149 w 809625"/>
                  <a:gd name="connsiteY461" fmla="*/ 137698 h 581025"/>
                  <a:gd name="connsiteX462" fmla="*/ 248578 w 809625"/>
                  <a:gd name="connsiteY462" fmla="*/ 133412 h 581025"/>
                  <a:gd name="connsiteX463" fmla="*/ 247054 w 809625"/>
                  <a:gd name="connsiteY463" fmla="*/ 129602 h 581025"/>
                  <a:gd name="connsiteX464" fmla="*/ 246864 w 809625"/>
                  <a:gd name="connsiteY464" fmla="*/ 125125 h 581025"/>
                  <a:gd name="connsiteX465" fmla="*/ 244292 w 809625"/>
                  <a:gd name="connsiteY465" fmla="*/ 123316 h 581025"/>
                  <a:gd name="connsiteX466" fmla="*/ 241434 w 809625"/>
                  <a:gd name="connsiteY466" fmla="*/ 123982 h 581025"/>
                  <a:gd name="connsiteX467" fmla="*/ 241053 w 809625"/>
                  <a:gd name="connsiteY467" fmla="*/ 126840 h 581025"/>
                  <a:gd name="connsiteX468" fmla="*/ 240006 w 809625"/>
                  <a:gd name="connsiteY468" fmla="*/ 128554 h 581025"/>
                  <a:gd name="connsiteX469" fmla="*/ 237243 w 809625"/>
                  <a:gd name="connsiteY469" fmla="*/ 128935 h 581025"/>
                  <a:gd name="connsiteX470" fmla="*/ 237053 w 809625"/>
                  <a:gd name="connsiteY470" fmla="*/ 130745 h 581025"/>
                  <a:gd name="connsiteX471" fmla="*/ 236958 w 809625"/>
                  <a:gd name="connsiteY471" fmla="*/ 134460 h 581025"/>
                  <a:gd name="connsiteX472" fmla="*/ 238577 w 809625"/>
                  <a:gd name="connsiteY472" fmla="*/ 136555 h 581025"/>
                  <a:gd name="connsiteX473" fmla="*/ 240577 w 809625"/>
                  <a:gd name="connsiteY473" fmla="*/ 138270 h 581025"/>
                  <a:gd name="connsiteX474" fmla="*/ 242482 w 809625"/>
                  <a:gd name="connsiteY474" fmla="*/ 141318 h 581025"/>
                  <a:gd name="connsiteX475" fmla="*/ 244101 w 809625"/>
                  <a:gd name="connsiteY475" fmla="*/ 144366 h 581025"/>
                  <a:gd name="connsiteX476" fmla="*/ 243911 w 809625"/>
                  <a:gd name="connsiteY476" fmla="*/ 147890 h 581025"/>
                  <a:gd name="connsiteX477" fmla="*/ 243244 w 809625"/>
                  <a:gd name="connsiteY477" fmla="*/ 151033 h 581025"/>
                  <a:gd name="connsiteX478" fmla="*/ 241434 w 809625"/>
                  <a:gd name="connsiteY478" fmla="*/ 149033 h 581025"/>
                  <a:gd name="connsiteX479" fmla="*/ 241434 w 809625"/>
                  <a:gd name="connsiteY479" fmla="*/ 145890 h 581025"/>
                  <a:gd name="connsiteX480" fmla="*/ 239053 w 809625"/>
                  <a:gd name="connsiteY480" fmla="*/ 141604 h 581025"/>
                  <a:gd name="connsiteX481" fmla="*/ 236767 w 809625"/>
                  <a:gd name="connsiteY481" fmla="*/ 138079 h 581025"/>
                  <a:gd name="connsiteX482" fmla="*/ 233148 w 809625"/>
                  <a:gd name="connsiteY482" fmla="*/ 136079 h 581025"/>
                  <a:gd name="connsiteX483" fmla="*/ 232386 w 809625"/>
                  <a:gd name="connsiteY483" fmla="*/ 132841 h 581025"/>
                  <a:gd name="connsiteX484" fmla="*/ 231719 w 809625"/>
                  <a:gd name="connsiteY484" fmla="*/ 129983 h 581025"/>
                  <a:gd name="connsiteX485" fmla="*/ 230766 w 809625"/>
                  <a:gd name="connsiteY485" fmla="*/ 125887 h 581025"/>
                  <a:gd name="connsiteX486" fmla="*/ 232386 w 809625"/>
                  <a:gd name="connsiteY486" fmla="*/ 123030 h 581025"/>
                  <a:gd name="connsiteX487" fmla="*/ 233433 w 809625"/>
                  <a:gd name="connsiteY487" fmla="*/ 119601 h 581025"/>
                  <a:gd name="connsiteX488" fmla="*/ 235624 w 809625"/>
                  <a:gd name="connsiteY488" fmla="*/ 118077 h 581025"/>
                  <a:gd name="connsiteX489" fmla="*/ 239529 w 809625"/>
                  <a:gd name="connsiteY489" fmla="*/ 118839 h 581025"/>
                  <a:gd name="connsiteX490" fmla="*/ 242577 w 809625"/>
                  <a:gd name="connsiteY490" fmla="*/ 118267 h 581025"/>
                  <a:gd name="connsiteX491" fmla="*/ 246006 w 809625"/>
                  <a:gd name="connsiteY491" fmla="*/ 120363 h 581025"/>
                  <a:gd name="connsiteX492" fmla="*/ 248102 w 809625"/>
                  <a:gd name="connsiteY492" fmla="*/ 120172 h 581025"/>
                  <a:gd name="connsiteX493" fmla="*/ 250769 w 809625"/>
                  <a:gd name="connsiteY493" fmla="*/ 117124 h 581025"/>
                  <a:gd name="connsiteX494" fmla="*/ 251817 w 809625"/>
                  <a:gd name="connsiteY494" fmla="*/ 112933 h 581025"/>
                  <a:gd name="connsiteX495" fmla="*/ 248864 w 809625"/>
                  <a:gd name="connsiteY495" fmla="*/ 107885 h 581025"/>
                  <a:gd name="connsiteX496" fmla="*/ 243244 w 809625"/>
                  <a:gd name="connsiteY496" fmla="*/ 104932 h 581025"/>
                  <a:gd name="connsiteX497" fmla="*/ 240291 w 809625"/>
                  <a:gd name="connsiteY497" fmla="*/ 101027 h 581025"/>
                  <a:gd name="connsiteX498" fmla="*/ 238196 w 809625"/>
                  <a:gd name="connsiteY498" fmla="*/ 98170 h 581025"/>
                  <a:gd name="connsiteX499" fmla="*/ 237624 w 809625"/>
                  <a:gd name="connsiteY499" fmla="*/ 93502 h 581025"/>
                  <a:gd name="connsiteX500" fmla="*/ 238767 w 809625"/>
                  <a:gd name="connsiteY500" fmla="*/ 91026 h 581025"/>
                  <a:gd name="connsiteX501" fmla="*/ 238196 w 809625"/>
                  <a:gd name="connsiteY501" fmla="*/ 88168 h 581025"/>
                  <a:gd name="connsiteX502" fmla="*/ 236577 w 809625"/>
                  <a:gd name="connsiteY502" fmla="*/ 89121 h 581025"/>
                  <a:gd name="connsiteX503" fmla="*/ 233624 w 809625"/>
                  <a:gd name="connsiteY503" fmla="*/ 90264 h 581025"/>
                  <a:gd name="connsiteX504" fmla="*/ 233052 w 809625"/>
                  <a:gd name="connsiteY504" fmla="*/ 93121 h 581025"/>
                  <a:gd name="connsiteX505" fmla="*/ 232957 w 809625"/>
                  <a:gd name="connsiteY505" fmla="*/ 96074 h 581025"/>
                  <a:gd name="connsiteX506" fmla="*/ 232671 w 809625"/>
                  <a:gd name="connsiteY506" fmla="*/ 98741 h 581025"/>
                  <a:gd name="connsiteX507" fmla="*/ 231243 w 809625"/>
                  <a:gd name="connsiteY507" fmla="*/ 100170 h 581025"/>
                  <a:gd name="connsiteX508" fmla="*/ 233052 w 809625"/>
                  <a:gd name="connsiteY508" fmla="*/ 102742 h 581025"/>
                  <a:gd name="connsiteX509" fmla="*/ 235910 w 809625"/>
                  <a:gd name="connsiteY509" fmla="*/ 105599 h 581025"/>
                  <a:gd name="connsiteX510" fmla="*/ 237815 w 809625"/>
                  <a:gd name="connsiteY510" fmla="*/ 107314 h 581025"/>
                  <a:gd name="connsiteX511" fmla="*/ 239244 w 809625"/>
                  <a:gd name="connsiteY511" fmla="*/ 111314 h 581025"/>
                  <a:gd name="connsiteX512" fmla="*/ 237148 w 809625"/>
                  <a:gd name="connsiteY512" fmla="*/ 113029 h 581025"/>
                  <a:gd name="connsiteX513" fmla="*/ 234767 w 809625"/>
                  <a:gd name="connsiteY513" fmla="*/ 114076 h 581025"/>
                  <a:gd name="connsiteX514" fmla="*/ 231624 w 809625"/>
                  <a:gd name="connsiteY514" fmla="*/ 112552 h 581025"/>
                  <a:gd name="connsiteX515" fmla="*/ 230385 w 809625"/>
                  <a:gd name="connsiteY515" fmla="*/ 109981 h 581025"/>
                  <a:gd name="connsiteX516" fmla="*/ 226861 w 809625"/>
                  <a:gd name="connsiteY516" fmla="*/ 111219 h 581025"/>
                  <a:gd name="connsiteX517" fmla="*/ 224766 w 809625"/>
                  <a:gd name="connsiteY517" fmla="*/ 114076 h 581025"/>
                  <a:gd name="connsiteX518" fmla="*/ 221813 w 809625"/>
                  <a:gd name="connsiteY518" fmla="*/ 113981 h 581025"/>
                  <a:gd name="connsiteX519" fmla="*/ 220289 w 809625"/>
                  <a:gd name="connsiteY519" fmla="*/ 117982 h 581025"/>
                  <a:gd name="connsiteX520" fmla="*/ 222670 w 809625"/>
                  <a:gd name="connsiteY520" fmla="*/ 119791 h 581025"/>
                  <a:gd name="connsiteX521" fmla="*/ 224956 w 809625"/>
                  <a:gd name="connsiteY521" fmla="*/ 121792 h 581025"/>
                  <a:gd name="connsiteX522" fmla="*/ 225528 w 809625"/>
                  <a:gd name="connsiteY522" fmla="*/ 125697 h 581025"/>
                  <a:gd name="connsiteX523" fmla="*/ 227242 w 809625"/>
                  <a:gd name="connsiteY523" fmla="*/ 132460 h 581025"/>
                  <a:gd name="connsiteX524" fmla="*/ 226575 w 809625"/>
                  <a:gd name="connsiteY524" fmla="*/ 136174 h 581025"/>
                  <a:gd name="connsiteX525" fmla="*/ 225813 w 809625"/>
                  <a:gd name="connsiteY525" fmla="*/ 140175 h 581025"/>
                  <a:gd name="connsiteX526" fmla="*/ 225051 w 809625"/>
                  <a:gd name="connsiteY526" fmla="*/ 144080 h 581025"/>
                  <a:gd name="connsiteX527" fmla="*/ 225147 w 809625"/>
                  <a:gd name="connsiteY527" fmla="*/ 147223 h 581025"/>
                  <a:gd name="connsiteX528" fmla="*/ 227147 w 809625"/>
                  <a:gd name="connsiteY528" fmla="*/ 148366 h 581025"/>
                  <a:gd name="connsiteX529" fmla="*/ 229242 w 809625"/>
                  <a:gd name="connsiteY529" fmla="*/ 147033 h 581025"/>
                  <a:gd name="connsiteX530" fmla="*/ 229814 w 809625"/>
                  <a:gd name="connsiteY530" fmla="*/ 144271 h 581025"/>
                  <a:gd name="connsiteX531" fmla="*/ 229623 w 809625"/>
                  <a:gd name="connsiteY531" fmla="*/ 142080 h 581025"/>
                  <a:gd name="connsiteX532" fmla="*/ 230481 w 809625"/>
                  <a:gd name="connsiteY532" fmla="*/ 140842 h 581025"/>
                  <a:gd name="connsiteX533" fmla="*/ 233243 w 809625"/>
                  <a:gd name="connsiteY533" fmla="*/ 141699 h 581025"/>
                  <a:gd name="connsiteX534" fmla="*/ 235053 w 809625"/>
                  <a:gd name="connsiteY534" fmla="*/ 143318 h 581025"/>
                  <a:gd name="connsiteX535" fmla="*/ 234957 w 809625"/>
                  <a:gd name="connsiteY535" fmla="*/ 146938 h 581025"/>
                  <a:gd name="connsiteX536" fmla="*/ 236100 w 809625"/>
                  <a:gd name="connsiteY536" fmla="*/ 149605 h 581025"/>
                  <a:gd name="connsiteX537" fmla="*/ 238101 w 809625"/>
                  <a:gd name="connsiteY537" fmla="*/ 151986 h 581025"/>
                  <a:gd name="connsiteX538" fmla="*/ 240101 w 809625"/>
                  <a:gd name="connsiteY538" fmla="*/ 152938 h 581025"/>
                  <a:gd name="connsiteX539" fmla="*/ 241720 w 809625"/>
                  <a:gd name="connsiteY539" fmla="*/ 155320 h 581025"/>
                  <a:gd name="connsiteX540" fmla="*/ 242196 w 809625"/>
                  <a:gd name="connsiteY540" fmla="*/ 159034 h 581025"/>
                  <a:gd name="connsiteX541" fmla="*/ 242863 w 809625"/>
                  <a:gd name="connsiteY541" fmla="*/ 163321 h 581025"/>
                  <a:gd name="connsiteX542" fmla="*/ 242292 w 809625"/>
                  <a:gd name="connsiteY542" fmla="*/ 166845 h 581025"/>
                  <a:gd name="connsiteX543" fmla="*/ 240577 w 809625"/>
                  <a:gd name="connsiteY543" fmla="*/ 168845 h 581025"/>
                  <a:gd name="connsiteX544" fmla="*/ 238101 w 809625"/>
                  <a:gd name="connsiteY544" fmla="*/ 171226 h 581025"/>
                  <a:gd name="connsiteX545" fmla="*/ 236862 w 809625"/>
                  <a:gd name="connsiteY545" fmla="*/ 173417 h 581025"/>
                  <a:gd name="connsiteX546" fmla="*/ 235719 w 809625"/>
                  <a:gd name="connsiteY546" fmla="*/ 173798 h 581025"/>
                  <a:gd name="connsiteX547" fmla="*/ 232862 w 809625"/>
                  <a:gd name="connsiteY547" fmla="*/ 172369 h 581025"/>
                  <a:gd name="connsiteX548" fmla="*/ 231052 w 809625"/>
                  <a:gd name="connsiteY548" fmla="*/ 168750 h 581025"/>
                  <a:gd name="connsiteX549" fmla="*/ 232481 w 809625"/>
                  <a:gd name="connsiteY549" fmla="*/ 164464 h 581025"/>
                  <a:gd name="connsiteX550" fmla="*/ 231147 w 809625"/>
                  <a:gd name="connsiteY550" fmla="*/ 162749 h 581025"/>
                  <a:gd name="connsiteX551" fmla="*/ 231147 w 809625"/>
                  <a:gd name="connsiteY551" fmla="*/ 159701 h 581025"/>
                  <a:gd name="connsiteX552" fmla="*/ 229147 w 809625"/>
                  <a:gd name="connsiteY552" fmla="*/ 158177 h 581025"/>
                  <a:gd name="connsiteX553" fmla="*/ 226480 w 809625"/>
                  <a:gd name="connsiteY553" fmla="*/ 159320 h 581025"/>
                  <a:gd name="connsiteX554" fmla="*/ 224670 w 809625"/>
                  <a:gd name="connsiteY554" fmla="*/ 160463 h 581025"/>
                  <a:gd name="connsiteX555" fmla="*/ 222575 w 809625"/>
                  <a:gd name="connsiteY555" fmla="*/ 158653 h 581025"/>
                  <a:gd name="connsiteX556" fmla="*/ 223718 w 809625"/>
                  <a:gd name="connsiteY556" fmla="*/ 156558 h 581025"/>
                  <a:gd name="connsiteX557" fmla="*/ 223242 w 809625"/>
                  <a:gd name="connsiteY557" fmla="*/ 154462 h 581025"/>
                  <a:gd name="connsiteX558" fmla="*/ 220289 w 809625"/>
                  <a:gd name="connsiteY558" fmla="*/ 152462 h 581025"/>
                  <a:gd name="connsiteX559" fmla="*/ 219432 w 809625"/>
                  <a:gd name="connsiteY559" fmla="*/ 149033 h 581025"/>
                  <a:gd name="connsiteX560" fmla="*/ 220670 w 809625"/>
                  <a:gd name="connsiteY560" fmla="*/ 146366 h 581025"/>
                  <a:gd name="connsiteX561" fmla="*/ 220098 w 809625"/>
                  <a:gd name="connsiteY561" fmla="*/ 143699 h 581025"/>
                  <a:gd name="connsiteX562" fmla="*/ 220479 w 809625"/>
                  <a:gd name="connsiteY562" fmla="*/ 141223 h 581025"/>
                  <a:gd name="connsiteX563" fmla="*/ 222575 w 809625"/>
                  <a:gd name="connsiteY563" fmla="*/ 139127 h 581025"/>
                  <a:gd name="connsiteX564" fmla="*/ 222575 w 809625"/>
                  <a:gd name="connsiteY564" fmla="*/ 134746 h 581025"/>
                  <a:gd name="connsiteX565" fmla="*/ 221432 w 809625"/>
                  <a:gd name="connsiteY565" fmla="*/ 131126 h 581025"/>
                  <a:gd name="connsiteX566" fmla="*/ 220670 w 809625"/>
                  <a:gd name="connsiteY566" fmla="*/ 128554 h 581025"/>
                  <a:gd name="connsiteX567" fmla="*/ 216669 w 809625"/>
                  <a:gd name="connsiteY567" fmla="*/ 128173 h 581025"/>
                  <a:gd name="connsiteX568" fmla="*/ 215907 w 809625"/>
                  <a:gd name="connsiteY568" fmla="*/ 126173 h 581025"/>
                  <a:gd name="connsiteX569" fmla="*/ 214098 w 809625"/>
                  <a:gd name="connsiteY569" fmla="*/ 123411 h 581025"/>
                  <a:gd name="connsiteX570" fmla="*/ 211812 w 809625"/>
                  <a:gd name="connsiteY570" fmla="*/ 120934 h 581025"/>
                  <a:gd name="connsiteX571" fmla="*/ 209049 w 809625"/>
                  <a:gd name="connsiteY571" fmla="*/ 117505 h 581025"/>
                  <a:gd name="connsiteX572" fmla="*/ 208383 w 809625"/>
                  <a:gd name="connsiteY572" fmla="*/ 113029 h 581025"/>
                  <a:gd name="connsiteX573" fmla="*/ 212669 w 809625"/>
                  <a:gd name="connsiteY573" fmla="*/ 109123 h 581025"/>
                  <a:gd name="connsiteX574" fmla="*/ 216193 w 809625"/>
                  <a:gd name="connsiteY574" fmla="*/ 105409 h 581025"/>
                  <a:gd name="connsiteX575" fmla="*/ 221813 w 809625"/>
                  <a:gd name="connsiteY575" fmla="*/ 101218 h 581025"/>
                  <a:gd name="connsiteX576" fmla="*/ 224289 w 809625"/>
                  <a:gd name="connsiteY576" fmla="*/ 98836 h 581025"/>
                  <a:gd name="connsiteX577" fmla="*/ 226290 w 809625"/>
                  <a:gd name="connsiteY577" fmla="*/ 96455 h 581025"/>
                  <a:gd name="connsiteX578" fmla="*/ 227052 w 809625"/>
                  <a:gd name="connsiteY578" fmla="*/ 92740 h 581025"/>
                  <a:gd name="connsiteX579" fmla="*/ 227242 w 809625"/>
                  <a:gd name="connsiteY579" fmla="*/ 88835 h 581025"/>
                  <a:gd name="connsiteX580" fmla="*/ 227528 w 809625"/>
                  <a:gd name="connsiteY580" fmla="*/ 85978 h 581025"/>
                  <a:gd name="connsiteX581" fmla="*/ 229338 w 809625"/>
                  <a:gd name="connsiteY581" fmla="*/ 83977 h 581025"/>
                  <a:gd name="connsiteX582" fmla="*/ 229528 w 809625"/>
                  <a:gd name="connsiteY582" fmla="*/ 81691 h 581025"/>
                  <a:gd name="connsiteX583" fmla="*/ 227147 w 809625"/>
                  <a:gd name="connsiteY583" fmla="*/ 81691 h 581025"/>
                  <a:gd name="connsiteX584" fmla="*/ 226290 w 809625"/>
                  <a:gd name="connsiteY584" fmla="*/ 83120 h 581025"/>
                  <a:gd name="connsiteX585" fmla="*/ 223908 w 809625"/>
                  <a:gd name="connsiteY585" fmla="*/ 83025 h 581025"/>
                  <a:gd name="connsiteX586" fmla="*/ 223813 w 809625"/>
                  <a:gd name="connsiteY586" fmla="*/ 80644 h 581025"/>
                  <a:gd name="connsiteX587" fmla="*/ 225909 w 809625"/>
                  <a:gd name="connsiteY587" fmla="*/ 78072 h 581025"/>
                  <a:gd name="connsiteX588" fmla="*/ 228004 w 809625"/>
                  <a:gd name="connsiteY588" fmla="*/ 77024 h 581025"/>
                  <a:gd name="connsiteX589" fmla="*/ 231909 w 809625"/>
                  <a:gd name="connsiteY589" fmla="*/ 77310 h 581025"/>
                  <a:gd name="connsiteX590" fmla="*/ 235053 w 809625"/>
                  <a:gd name="connsiteY590" fmla="*/ 77024 h 581025"/>
                  <a:gd name="connsiteX591" fmla="*/ 237243 w 809625"/>
                  <a:gd name="connsiteY591" fmla="*/ 78167 h 581025"/>
                  <a:gd name="connsiteX592" fmla="*/ 239244 w 809625"/>
                  <a:gd name="connsiteY592" fmla="*/ 79691 h 581025"/>
                  <a:gd name="connsiteX593" fmla="*/ 240863 w 809625"/>
                  <a:gd name="connsiteY593" fmla="*/ 81596 h 581025"/>
                  <a:gd name="connsiteX594" fmla="*/ 241625 w 809625"/>
                  <a:gd name="connsiteY594" fmla="*/ 85597 h 581025"/>
                  <a:gd name="connsiteX595" fmla="*/ 243625 w 809625"/>
                  <a:gd name="connsiteY595" fmla="*/ 87311 h 581025"/>
                  <a:gd name="connsiteX596" fmla="*/ 247054 w 809625"/>
                  <a:gd name="connsiteY596" fmla="*/ 88168 h 581025"/>
                  <a:gd name="connsiteX597" fmla="*/ 248388 w 809625"/>
                  <a:gd name="connsiteY597" fmla="*/ 82358 h 581025"/>
                  <a:gd name="connsiteX598" fmla="*/ 248769 w 809625"/>
                  <a:gd name="connsiteY598" fmla="*/ 78643 h 581025"/>
                  <a:gd name="connsiteX599" fmla="*/ 248007 w 809625"/>
                  <a:gd name="connsiteY599" fmla="*/ 73881 h 581025"/>
                  <a:gd name="connsiteX600" fmla="*/ 245816 w 809625"/>
                  <a:gd name="connsiteY600" fmla="*/ 71881 h 581025"/>
                  <a:gd name="connsiteX601" fmla="*/ 246864 w 809625"/>
                  <a:gd name="connsiteY601" fmla="*/ 69785 h 581025"/>
                  <a:gd name="connsiteX602" fmla="*/ 250197 w 809625"/>
                  <a:gd name="connsiteY602" fmla="*/ 71023 h 581025"/>
                  <a:gd name="connsiteX603" fmla="*/ 251436 w 809625"/>
                  <a:gd name="connsiteY603" fmla="*/ 73500 h 581025"/>
                  <a:gd name="connsiteX604" fmla="*/ 255246 w 809625"/>
                  <a:gd name="connsiteY604" fmla="*/ 71785 h 581025"/>
                  <a:gd name="connsiteX605" fmla="*/ 257246 w 809625"/>
                  <a:gd name="connsiteY605" fmla="*/ 68928 h 581025"/>
                  <a:gd name="connsiteX606" fmla="*/ 256008 w 809625"/>
                  <a:gd name="connsiteY606" fmla="*/ 64451 h 581025"/>
                  <a:gd name="connsiteX607" fmla="*/ 252007 w 809625"/>
                  <a:gd name="connsiteY607" fmla="*/ 58831 h 581025"/>
                  <a:gd name="connsiteX608" fmla="*/ 251340 w 809625"/>
                  <a:gd name="connsiteY608" fmla="*/ 53021 h 581025"/>
                  <a:gd name="connsiteX609" fmla="*/ 252864 w 809625"/>
                  <a:gd name="connsiteY609" fmla="*/ 49687 h 581025"/>
                  <a:gd name="connsiteX610" fmla="*/ 254960 w 809625"/>
                  <a:gd name="connsiteY610" fmla="*/ 47306 h 581025"/>
                  <a:gd name="connsiteX611" fmla="*/ 255341 w 809625"/>
                  <a:gd name="connsiteY611" fmla="*/ 44734 h 581025"/>
                  <a:gd name="connsiteX612" fmla="*/ 253341 w 809625"/>
                  <a:gd name="connsiteY612" fmla="*/ 41782 h 581025"/>
                  <a:gd name="connsiteX613" fmla="*/ 249816 w 809625"/>
                  <a:gd name="connsiteY613" fmla="*/ 40353 h 581025"/>
                  <a:gd name="connsiteX614" fmla="*/ 246102 w 809625"/>
                  <a:gd name="connsiteY614" fmla="*/ 41115 h 581025"/>
                  <a:gd name="connsiteX615" fmla="*/ 243149 w 809625"/>
                  <a:gd name="connsiteY615" fmla="*/ 43687 h 581025"/>
                  <a:gd name="connsiteX616" fmla="*/ 242006 w 809625"/>
                  <a:gd name="connsiteY616" fmla="*/ 46544 h 581025"/>
                  <a:gd name="connsiteX617" fmla="*/ 242387 w 809625"/>
                  <a:gd name="connsiteY617" fmla="*/ 49116 h 581025"/>
                  <a:gd name="connsiteX618" fmla="*/ 240958 w 809625"/>
                  <a:gd name="connsiteY618" fmla="*/ 50830 h 581025"/>
                  <a:gd name="connsiteX619" fmla="*/ 241720 w 809625"/>
                  <a:gd name="connsiteY619" fmla="*/ 53497 h 581025"/>
                  <a:gd name="connsiteX620" fmla="*/ 238863 w 809625"/>
                  <a:gd name="connsiteY620" fmla="*/ 55593 h 581025"/>
                  <a:gd name="connsiteX621" fmla="*/ 236577 w 809625"/>
                  <a:gd name="connsiteY621" fmla="*/ 52926 h 581025"/>
                  <a:gd name="connsiteX622" fmla="*/ 235529 w 809625"/>
                  <a:gd name="connsiteY622" fmla="*/ 49783 h 581025"/>
                  <a:gd name="connsiteX623" fmla="*/ 234862 w 809625"/>
                  <a:gd name="connsiteY623" fmla="*/ 46544 h 581025"/>
                  <a:gd name="connsiteX624" fmla="*/ 233338 w 809625"/>
                  <a:gd name="connsiteY624" fmla="*/ 44544 h 581025"/>
                  <a:gd name="connsiteX625" fmla="*/ 231814 w 809625"/>
                  <a:gd name="connsiteY625" fmla="*/ 41210 h 581025"/>
                  <a:gd name="connsiteX626" fmla="*/ 234862 w 809625"/>
                  <a:gd name="connsiteY626" fmla="*/ 40162 h 581025"/>
                  <a:gd name="connsiteX627" fmla="*/ 238101 w 809625"/>
                  <a:gd name="connsiteY627" fmla="*/ 41591 h 581025"/>
                  <a:gd name="connsiteX628" fmla="*/ 239339 w 809625"/>
                  <a:gd name="connsiteY628" fmla="*/ 40162 h 581025"/>
                  <a:gd name="connsiteX629" fmla="*/ 241339 w 809625"/>
                  <a:gd name="connsiteY629" fmla="*/ 38162 h 581025"/>
                  <a:gd name="connsiteX630" fmla="*/ 241434 w 809625"/>
                  <a:gd name="connsiteY630" fmla="*/ 36162 h 581025"/>
                  <a:gd name="connsiteX631" fmla="*/ 239529 w 809625"/>
                  <a:gd name="connsiteY631" fmla="*/ 34162 h 581025"/>
                  <a:gd name="connsiteX632" fmla="*/ 237053 w 809625"/>
                  <a:gd name="connsiteY632" fmla="*/ 34352 h 581025"/>
                  <a:gd name="connsiteX633" fmla="*/ 235053 w 809625"/>
                  <a:gd name="connsiteY633" fmla="*/ 32733 h 581025"/>
                  <a:gd name="connsiteX634" fmla="*/ 236862 w 809625"/>
                  <a:gd name="connsiteY634" fmla="*/ 29113 h 581025"/>
                  <a:gd name="connsiteX635" fmla="*/ 236767 w 809625"/>
                  <a:gd name="connsiteY635" fmla="*/ 25780 h 581025"/>
                  <a:gd name="connsiteX636" fmla="*/ 236291 w 809625"/>
                  <a:gd name="connsiteY636" fmla="*/ 23684 h 581025"/>
                  <a:gd name="connsiteX637" fmla="*/ 234291 w 809625"/>
                  <a:gd name="connsiteY637" fmla="*/ 21779 h 581025"/>
                  <a:gd name="connsiteX638" fmla="*/ 232767 w 809625"/>
                  <a:gd name="connsiteY638" fmla="*/ 19684 h 581025"/>
                  <a:gd name="connsiteX639" fmla="*/ 231147 w 809625"/>
                  <a:gd name="connsiteY639" fmla="*/ 15493 h 581025"/>
                  <a:gd name="connsiteX640" fmla="*/ 233910 w 809625"/>
                  <a:gd name="connsiteY640" fmla="*/ 15493 h 581025"/>
                  <a:gd name="connsiteX641" fmla="*/ 235624 w 809625"/>
                  <a:gd name="connsiteY641" fmla="*/ 11587 h 581025"/>
                  <a:gd name="connsiteX642" fmla="*/ 235148 w 809625"/>
                  <a:gd name="connsiteY642" fmla="*/ 8349 h 581025"/>
                  <a:gd name="connsiteX643" fmla="*/ 230576 w 809625"/>
                  <a:gd name="connsiteY643" fmla="*/ 9492 h 581025"/>
                  <a:gd name="connsiteX644" fmla="*/ 228861 w 809625"/>
                  <a:gd name="connsiteY644" fmla="*/ 7968 h 581025"/>
                  <a:gd name="connsiteX645" fmla="*/ 229433 w 809625"/>
                  <a:gd name="connsiteY645" fmla="*/ 5015 h 581025"/>
                  <a:gd name="connsiteX646" fmla="*/ 232481 w 809625"/>
                  <a:gd name="connsiteY646" fmla="*/ 3396 h 581025"/>
                  <a:gd name="connsiteX647" fmla="*/ 234862 w 809625"/>
                  <a:gd name="connsiteY647" fmla="*/ 2348 h 581025"/>
                  <a:gd name="connsiteX648" fmla="*/ 236386 w 809625"/>
                  <a:gd name="connsiteY648" fmla="*/ 157 h 581025"/>
                  <a:gd name="connsiteX649" fmla="*/ 238577 w 809625"/>
                  <a:gd name="connsiteY649" fmla="*/ 62 h 581025"/>
                  <a:gd name="connsiteX650" fmla="*/ 514897 w 809625"/>
                  <a:gd name="connsiteY650" fmla="*/ 65404 h 581025"/>
                  <a:gd name="connsiteX651" fmla="*/ 815125 w 809625"/>
                  <a:gd name="connsiteY651" fmla="*/ 122935 h 581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</a:cxnLst>
                <a:rect l="l" t="t" r="r" b="b"/>
                <a:pathLst>
                  <a:path w="809625" h="581025">
                    <a:moveTo>
                      <a:pt x="815125" y="122935"/>
                    </a:moveTo>
                    <a:lnTo>
                      <a:pt x="743497" y="516317"/>
                    </a:lnTo>
                    <a:cubicBezTo>
                      <a:pt x="743497" y="516317"/>
                      <a:pt x="741878" y="519460"/>
                      <a:pt x="741592" y="520603"/>
                    </a:cubicBezTo>
                    <a:cubicBezTo>
                      <a:pt x="741306" y="521651"/>
                      <a:pt x="740544" y="523842"/>
                      <a:pt x="740830" y="524890"/>
                    </a:cubicBezTo>
                    <a:cubicBezTo>
                      <a:pt x="741021" y="525461"/>
                      <a:pt x="742259" y="526128"/>
                      <a:pt x="742545" y="526699"/>
                    </a:cubicBezTo>
                    <a:cubicBezTo>
                      <a:pt x="742926" y="527557"/>
                      <a:pt x="742354" y="529557"/>
                      <a:pt x="742640" y="530414"/>
                    </a:cubicBezTo>
                    <a:cubicBezTo>
                      <a:pt x="743116" y="531843"/>
                      <a:pt x="745974" y="533653"/>
                      <a:pt x="746355" y="535081"/>
                    </a:cubicBezTo>
                    <a:cubicBezTo>
                      <a:pt x="746640" y="535939"/>
                      <a:pt x="745688" y="537844"/>
                      <a:pt x="745783" y="538796"/>
                    </a:cubicBezTo>
                    <a:cubicBezTo>
                      <a:pt x="746069" y="540225"/>
                      <a:pt x="748545" y="542416"/>
                      <a:pt x="748545" y="543749"/>
                    </a:cubicBezTo>
                    <a:cubicBezTo>
                      <a:pt x="748545" y="545083"/>
                      <a:pt x="745878" y="547274"/>
                      <a:pt x="745974" y="548607"/>
                    </a:cubicBezTo>
                    <a:cubicBezTo>
                      <a:pt x="746069" y="549845"/>
                      <a:pt x="748641" y="551179"/>
                      <a:pt x="749022" y="552322"/>
                    </a:cubicBezTo>
                    <a:cubicBezTo>
                      <a:pt x="749307" y="553179"/>
                      <a:pt x="749212" y="555179"/>
                      <a:pt x="748831" y="556036"/>
                    </a:cubicBezTo>
                    <a:cubicBezTo>
                      <a:pt x="748355" y="557179"/>
                      <a:pt x="746164" y="558608"/>
                      <a:pt x="745497" y="559656"/>
                    </a:cubicBezTo>
                    <a:cubicBezTo>
                      <a:pt x="745116" y="560323"/>
                      <a:pt x="744831" y="561942"/>
                      <a:pt x="744354" y="562513"/>
                    </a:cubicBezTo>
                    <a:cubicBezTo>
                      <a:pt x="743783" y="563180"/>
                      <a:pt x="741783" y="563371"/>
                      <a:pt x="741306" y="564133"/>
                    </a:cubicBezTo>
                    <a:cubicBezTo>
                      <a:pt x="740735" y="564990"/>
                      <a:pt x="740449" y="567181"/>
                      <a:pt x="740735" y="568133"/>
                    </a:cubicBezTo>
                    <a:cubicBezTo>
                      <a:pt x="741116" y="569371"/>
                      <a:pt x="744450" y="571276"/>
                      <a:pt x="744926" y="572419"/>
                    </a:cubicBezTo>
                    <a:cubicBezTo>
                      <a:pt x="746640" y="576706"/>
                      <a:pt x="743116" y="577087"/>
                      <a:pt x="745116" y="581563"/>
                    </a:cubicBezTo>
                    <a:cubicBezTo>
                      <a:pt x="744640" y="581087"/>
                      <a:pt x="742830" y="580135"/>
                      <a:pt x="742830" y="580135"/>
                    </a:cubicBezTo>
                    <a:lnTo>
                      <a:pt x="526518" y="537939"/>
                    </a:lnTo>
                    <a:cubicBezTo>
                      <a:pt x="526518" y="537939"/>
                      <a:pt x="522327" y="540606"/>
                      <a:pt x="520898" y="541368"/>
                    </a:cubicBezTo>
                    <a:cubicBezTo>
                      <a:pt x="519469" y="542130"/>
                      <a:pt x="516612" y="543463"/>
                      <a:pt x="515088" y="543940"/>
                    </a:cubicBezTo>
                    <a:cubicBezTo>
                      <a:pt x="513754" y="544321"/>
                      <a:pt x="511087" y="544606"/>
                      <a:pt x="509754" y="544702"/>
                    </a:cubicBezTo>
                    <a:cubicBezTo>
                      <a:pt x="507753" y="544797"/>
                      <a:pt x="503562" y="545273"/>
                      <a:pt x="501657" y="544702"/>
                    </a:cubicBezTo>
                    <a:cubicBezTo>
                      <a:pt x="500324" y="544225"/>
                      <a:pt x="498419" y="542035"/>
                      <a:pt x="497085" y="541463"/>
                    </a:cubicBezTo>
                    <a:cubicBezTo>
                      <a:pt x="495942" y="540987"/>
                      <a:pt x="493371" y="540415"/>
                      <a:pt x="492132" y="540320"/>
                    </a:cubicBezTo>
                    <a:cubicBezTo>
                      <a:pt x="490513" y="540225"/>
                      <a:pt x="487275" y="541082"/>
                      <a:pt x="485655" y="541273"/>
                    </a:cubicBezTo>
                    <a:cubicBezTo>
                      <a:pt x="484227" y="541463"/>
                      <a:pt x="481274" y="542035"/>
                      <a:pt x="479845" y="541844"/>
                    </a:cubicBezTo>
                    <a:cubicBezTo>
                      <a:pt x="478893" y="541749"/>
                      <a:pt x="477083" y="540796"/>
                      <a:pt x="476130" y="540701"/>
                    </a:cubicBezTo>
                    <a:cubicBezTo>
                      <a:pt x="474892" y="540606"/>
                      <a:pt x="472416" y="541749"/>
                      <a:pt x="471177" y="541654"/>
                    </a:cubicBezTo>
                    <a:cubicBezTo>
                      <a:pt x="470225" y="541654"/>
                      <a:pt x="468320" y="541082"/>
                      <a:pt x="467463" y="540701"/>
                    </a:cubicBezTo>
                    <a:cubicBezTo>
                      <a:pt x="466224" y="539939"/>
                      <a:pt x="464510" y="537272"/>
                      <a:pt x="463176" y="536701"/>
                    </a:cubicBezTo>
                    <a:cubicBezTo>
                      <a:pt x="461938" y="536129"/>
                      <a:pt x="459176" y="535939"/>
                      <a:pt x="457938" y="536224"/>
                    </a:cubicBezTo>
                    <a:cubicBezTo>
                      <a:pt x="456985" y="536510"/>
                      <a:pt x="455461" y="537844"/>
                      <a:pt x="454699" y="538510"/>
                    </a:cubicBezTo>
                    <a:cubicBezTo>
                      <a:pt x="453651" y="539463"/>
                      <a:pt x="452318" y="541844"/>
                      <a:pt x="451175" y="542606"/>
                    </a:cubicBezTo>
                    <a:cubicBezTo>
                      <a:pt x="450318" y="543178"/>
                      <a:pt x="448222" y="543654"/>
                      <a:pt x="447174" y="543844"/>
                    </a:cubicBezTo>
                    <a:cubicBezTo>
                      <a:pt x="445269" y="544321"/>
                      <a:pt x="441364" y="545559"/>
                      <a:pt x="439364" y="545368"/>
                    </a:cubicBezTo>
                    <a:cubicBezTo>
                      <a:pt x="437364" y="545273"/>
                      <a:pt x="433744" y="543082"/>
                      <a:pt x="431744" y="542797"/>
                    </a:cubicBezTo>
                    <a:cubicBezTo>
                      <a:pt x="428601" y="542416"/>
                      <a:pt x="422028" y="542987"/>
                      <a:pt x="418885" y="543559"/>
                    </a:cubicBezTo>
                    <a:cubicBezTo>
                      <a:pt x="416409" y="543940"/>
                      <a:pt x="411646" y="545464"/>
                      <a:pt x="409265" y="545940"/>
                    </a:cubicBezTo>
                    <a:cubicBezTo>
                      <a:pt x="407646" y="546226"/>
                      <a:pt x="404312" y="546702"/>
                      <a:pt x="402597" y="546797"/>
                    </a:cubicBezTo>
                    <a:cubicBezTo>
                      <a:pt x="400883" y="546892"/>
                      <a:pt x="397454" y="546416"/>
                      <a:pt x="395835" y="546702"/>
                    </a:cubicBezTo>
                    <a:cubicBezTo>
                      <a:pt x="394882" y="546797"/>
                      <a:pt x="392977" y="547178"/>
                      <a:pt x="392120" y="547654"/>
                    </a:cubicBezTo>
                    <a:cubicBezTo>
                      <a:pt x="391263" y="548226"/>
                      <a:pt x="390405" y="550131"/>
                      <a:pt x="389548" y="550607"/>
                    </a:cubicBezTo>
                    <a:cubicBezTo>
                      <a:pt x="388500" y="551369"/>
                      <a:pt x="385929" y="552226"/>
                      <a:pt x="384595" y="552226"/>
                    </a:cubicBezTo>
                    <a:cubicBezTo>
                      <a:pt x="383452" y="552226"/>
                      <a:pt x="381357" y="550607"/>
                      <a:pt x="380214" y="550512"/>
                    </a:cubicBezTo>
                    <a:cubicBezTo>
                      <a:pt x="378213" y="550417"/>
                      <a:pt x="374403" y="552417"/>
                      <a:pt x="372403" y="552607"/>
                    </a:cubicBezTo>
                    <a:cubicBezTo>
                      <a:pt x="369069" y="552988"/>
                      <a:pt x="362211" y="553084"/>
                      <a:pt x="359068" y="551941"/>
                    </a:cubicBezTo>
                    <a:cubicBezTo>
                      <a:pt x="357449" y="551369"/>
                      <a:pt x="354782" y="549178"/>
                      <a:pt x="353734" y="547845"/>
                    </a:cubicBezTo>
                    <a:cubicBezTo>
                      <a:pt x="352686" y="546607"/>
                      <a:pt x="351924" y="543082"/>
                      <a:pt x="350781" y="541939"/>
                    </a:cubicBezTo>
                    <a:cubicBezTo>
                      <a:pt x="349734" y="540892"/>
                      <a:pt x="347067" y="539558"/>
                      <a:pt x="345733" y="539273"/>
                    </a:cubicBezTo>
                    <a:cubicBezTo>
                      <a:pt x="344114" y="538987"/>
                      <a:pt x="340875" y="539368"/>
                      <a:pt x="339351" y="539939"/>
                    </a:cubicBezTo>
                    <a:cubicBezTo>
                      <a:pt x="338018" y="540511"/>
                      <a:pt x="336208" y="542892"/>
                      <a:pt x="334970" y="543463"/>
                    </a:cubicBezTo>
                    <a:cubicBezTo>
                      <a:pt x="333351" y="544225"/>
                      <a:pt x="329826" y="544797"/>
                      <a:pt x="328017" y="544892"/>
                    </a:cubicBezTo>
                    <a:cubicBezTo>
                      <a:pt x="326302" y="544987"/>
                      <a:pt x="322778" y="544321"/>
                      <a:pt x="321063" y="544511"/>
                    </a:cubicBezTo>
                    <a:cubicBezTo>
                      <a:pt x="319539" y="544606"/>
                      <a:pt x="316491" y="545273"/>
                      <a:pt x="315158" y="545940"/>
                    </a:cubicBezTo>
                    <a:cubicBezTo>
                      <a:pt x="314205" y="546416"/>
                      <a:pt x="312872" y="548512"/>
                      <a:pt x="311729" y="548798"/>
                    </a:cubicBezTo>
                    <a:cubicBezTo>
                      <a:pt x="310872" y="548988"/>
                      <a:pt x="309062" y="548416"/>
                      <a:pt x="308300" y="547940"/>
                    </a:cubicBezTo>
                    <a:cubicBezTo>
                      <a:pt x="307633" y="547464"/>
                      <a:pt x="307062" y="545654"/>
                      <a:pt x="306300" y="545273"/>
                    </a:cubicBezTo>
                    <a:cubicBezTo>
                      <a:pt x="304871" y="544511"/>
                      <a:pt x="301347" y="545178"/>
                      <a:pt x="299823" y="544702"/>
                    </a:cubicBezTo>
                    <a:cubicBezTo>
                      <a:pt x="298394" y="544321"/>
                      <a:pt x="295060" y="542320"/>
                      <a:pt x="294584" y="542320"/>
                    </a:cubicBezTo>
                    <a:cubicBezTo>
                      <a:pt x="294203" y="542320"/>
                      <a:pt x="290964" y="542701"/>
                      <a:pt x="290107" y="543463"/>
                    </a:cubicBezTo>
                    <a:cubicBezTo>
                      <a:pt x="289059" y="544321"/>
                      <a:pt x="288678" y="547654"/>
                      <a:pt x="287535" y="548416"/>
                    </a:cubicBezTo>
                    <a:cubicBezTo>
                      <a:pt x="286488" y="549083"/>
                      <a:pt x="283821" y="549274"/>
                      <a:pt x="282582" y="548988"/>
                    </a:cubicBezTo>
                    <a:cubicBezTo>
                      <a:pt x="281535" y="548702"/>
                      <a:pt x="279439" y="547464"/>
                      <a:pt x="279058" y="546416"/>
                    </a:cubicBezTo>
                    <a:cubicBezTo>
                      <a:pt x="278582" y="545178"/>
                      <a:pt x="280011" y="542511"/>
                      <a:pt x="279915" y="541177"/>
                    </a:cubicBezTo>
                    <a:cubicBezTo>
                      <a:pt x="279820" y="540130"/>
                      <a:pt x="279153" y="538034"/>
                      <a:pt x="278487" y="537177"/>
                    </a:cubicBezTo>
                    <a:cubicBezTo>
                      <a:pt x="277439" y="535939"/>
                      <a:pt x="274105" y="534796"/>
                      <a:pt x="272867" y="533748"/>
                    </a:cubicBezTo>
                    <a:cubicBezTo>
                      <a:pt x="271533" y="532700"/>
                      <a:pt x="269533" y="529843"/>
                      <a:pt x="268009" y="529081"/>
                    </a:cubicBezTo>
                    <a:cubicBezTo>
                      <a:pt x="267057" y="528604"/>
                      <a:pt x="264961" y="528319"/>
                      <a:pt x="263913" y="528224"/>
                    </a:cubicBezTo>
                    <a:cubicBezTo>
                      <a:pt x="262770" y="528128"/>
                      <a:pt x="260389" y="528795"/>
                      <a:pt x="259246" y="528604"/>
                    </a:cubicBezTo>
                    <a:cubicBezTo>
                      <a:pt x="257913" y="528414"/>
                      <a:pt x="255436" y="527461"/>
                      <a:pt x="254293" y="526795"/>
                    </a:cubicBezTo>
                    <a:cubicBezTo>
                      <a:pt x="252960" y="525937"/>
                      <a:pt x="251150" y="523366"/>
                      <a:pt x="249912" y="522413"/>
                    </a:cubicBezTo>
                    <a:cubicBezTo>
                      <a:pt x="248959" y="521746"/>
                      <a:pt x="246959" y="520413"/>
                      <a:pt x="245816" y="520318"/>
                    </a:cubicBezTo>
                    <a:cubicBezTo>
                      <a:pt x="244482" y="520222"/>
                      <a:pt x="242101" y="521937"/>
                      <a:pt x="240672" y="522032"/>
                    </a:cubicBezTo>
                    <a:cubicBezTo>
                      <a:pt x="239434" y="522127"/>
                      <a:pt x="236862" y="521556"/>
                      <a:pt x="235529" y="521365"/>
                    </a:cubicBezTo>
                    <a:cubicBezTo>
                      <a:pt x="234195" y="521175"/>
                      <a:pt x="231624" y="520413"/>
                      <a:pt x="230290" y="520508"/>
                    </a:cubicBezTo>
                    <a:cubicBezTo>
                      <a:pt x="229147" y="520603"/>
                      <a:pt x="227052" y="521746"/>
                      <a:pt x="225909" y="521651"/>
                    </a:cubicBezTo>
                    <a:cubicBezTo>
                      <a:pt x="224480" y="521556"/>
                      <a:pt x="221718" y="520413"/>
                      <a:pt x="220384" y="519651"/>
                    </a:cubicBezTo>
                    <a:cubicBezTo>
                      <a:pt x="219336" y="519079"/>
                      <a:pt x="217717" y="516984"/>
                      <a:pt x="216574" y="516698"/>
                    </a:cubicBezTo>
                    <a:cubicBezTo>
                      <a:pt x="215431" y="516317"/>
                      <a:pt x="213050" y="516793"/>
                      <a:pt x="211907" y="517079"/>
                    </a:cubicBezTo>
                    <a:cubicBezTo>
                      <a:pt x="210669" y="517460"/>
                      <a:pt x="208383" y="518889"/>
                      <a:pt x="207335" y="519746"/>
                    </a:cubicBezTo>
                    <a:cubicBezTo>
                      <a:pt x="206382" y="520603"/>
                      <a:pt x="205239" y="523175"/>
                      <a:pt x="204096" y="523747"/>
                    </a:cubicBezTo>
                    <a:cubicBezTo>
                      <a:pt x="202953" y="524318"/>
                      <a:pt x="200096" y="523461"/>
                      <a:pt x="198858" y="523747"/>
                    </a:cubicBezTo>
                    <a:cubicBezTo>
                      <a:pt x="198000" y="523937"/>
                      <a:pt x="196572" y="525271"/>
                      <a:pt x="195714" y="525461"/>
                    </a:cubicBezTo>
                    <a:cubicBezTo>
                      <a:pt x="194571" y="525652"/>
                      <a:pt x="192190" y="524890"/>
                      <a:pt x="191047" y="524985"/>
                    </a:cubicBezTo>
                    <a:cubicBezTo>
                      <a:pt x="190095" y="525175"/>
                      <a:pt x="188285" y="526223"/>
                      <a:pt x="187332" y="526509"/>
                    </a:cubicBezTo>
                    <a:cubicBezTo>
                      <a:pt x="185999" y="526890"/>
                      <a:pt x="183237" y="527557"/>
                      <a:pt x="181808" y="527461"/>
                    </a:cubicBezTo>
                    <a:cubicBezTo>
                      <a:pt x="180760" y="527461"/>
                      <a:pt x="178760" y="526414"/>
                      <a:pt x="177712" y="526318"/>
                    </a:cubicBezTo>
                    <a:cubicBezTo>
                      <a:pt x="176188" y="526128"/>
                      <a:pt x="173140" y="526318"/>
                      <a:pt x="171616" y="526699"/>
                    </a:cubicBezTo>
                    <a:cubicBezTo>
                      <a:pt x="170664" y="526985"/>
                      <a:pt x="169044" y="528224"/>
                      <a:pt x="168092" y="528509"/>
                    </a:cubicBezTo>
                    <a:cubicBezTo>
                      <a:pt x="166568" y="528985"/>
                      <a:pt x="163329" y="529176"/>
                      <a:pt x="161710" y="529176"/>
                    </a:cubicBezTo>
                    <a:cubicBezTo>
                      <a:pt x="160567" y="529176"/>
                      <a:pt x="157995" y="529462"/>
                      <a:pt x="157043" y="528795"/>
                    </a:cubicBezTo>
                    <a:cubicBezTo>
                      <a:pt x="155900" y="527938"/>
                      <a:pt x="155900" y="524509"/>
                      <a:pt x="154947" y="523366"/>
                    </a:cubicBezTo>
                    <a:cubicBezTo>
                      <a:pt x="154185" y="522508"/>
                      <a:pt x="151899" y="521270"/>
                      <a:pt x="150661" y="521080"/>
                    </a:cubicBezTo>
                    <a:cubicBezTo>
                      <a:pt x="149804" y="520984"/>
                      <a:pt x="148089" y="521842"/>
                      <a:pt x="147232" y="521746"/>
                    </a:cubicBezTo>
                    <a:cubicBezTo>
                      <a:pt x="146375" y="521746"/>
                      <a:pt x="144851" y="521175"/>
                      <a:pt x="144089" y="520794"/>
                    </a:cubicBezTo>
                    <a:cubicBezTo>
                      <a:pt x="143041" y="520222"/>
                      <a:pt x="141517" y="518222"/>
                      <a:pt x="140565" y="517555"/>
                    </a:cubicBezTo>
                    <a:cubicBezTo>
                      <a:pt x="139041" y="516412"/>
                      <a:pt x="135802" y="514317"/>
                      <a:pt x="134088" y="513460"/>
                    </a:cubicBezTo>
                    <a:cubicBezTo>
                      <a:pt x="132564" y="512698"/>
                      <a:pt x="129420" y="511936"/>
                      <a:pt x="127896" y="511364"/>
                    </a:cubicBezTo>
                    <a:cubicBezTo>
                      <a:pt x="126563" y="510888"/>
                      <a:pt x="123705" y="509935"/>
                      <a:pt x="122467" y="509078"/>
                    </a:cubicBezTo>
                    <a:cubicBezTo>
                      <a:pt x="120848" y="508030"/>
                      <a:pt x="118276" y="505078"/>
                      <a:pt x="117133" y="503554"/>
                    </a:cubicBezTo>
                    <a:cubicBezTo>
                      <a:pt x="116371" y="502506"/>
                      <a:pt x="114752" y="500410"/>
                      <a:pt x="114466" y="499172"/>
                    </a:cubicBezTo>
                    <a:cubicBezTo>
                      <a:pt x="114180" y="498029"/>
                      <a:pt x="114561" y="495648"/>
                      <a:pt x="114847" y="494505"/>
                    </a:cubicBezTo>
                    <a:cubicBezTo>
                      <a:pt x="115133" y="493362"/>
                      <a:pt x="116371" y="491266"/>
                      <a:pt x="116847" y="490123"/>
                    </a:cubicBezTo>
                    <a:cubicBezTo>
                      <a:pt x="117324" y="488885"/>
                      <a:pt x="118467" y="486599"/>
                      <a:pt x="118657" y="485266"/>
                    </a:cubicBezTo>
                    <a:cubicBezTo>
                      <a:pt x="118943" y="483837"/>
                      <a:pt x="118848" y="480979"/>
                      <a:pt x="118562" y="479646"/>
                    </a:cubicBezTo>
                    <a:cubicBezTo>
                      <a:pt x="118276" y="478408"/>
                      <a:pt x="116562" y="476217"/>
                      <a:pt x="116466" y="474979"/>
                    </a:cubicBezTo>
                    <a:cubicBezTo>
                      <a:pt x="116371" y="474121"/>
                      <a:pt x="117133" y="472502"/>
                      <a:pt x="117419" y="471740"/>
                    </a:cubicBezTo>
                    <a:cubicBezTo>
                      <a:pt x="117800" y="470883"/>
                      <a:pt x="119038" y="469359"/>
                      <a:pt x="119229" y="468502"/>
                    </a:cubicBezTo>
                    <a:cubicBezTo>
                      <a:pt x="119514" y="467359"/>
                      <a:pt x="119038" y="464882"/>
                      <a:pt x="119229" y="463739"/>
                    </a:cubicBezTo>
                    <a:cubicBezTo>
                      <a:pt x="119419" y="462501"/>
                      <a:pt x="120657" y="460215"/>
                      <a:pt x="120943" y="458881"/>
                    </a:cubicBezTo>
                    <a:cubicBezTo>
                      <a:pt x="121134" y="457643"/>
                      <a:pt x="121419" y="454881"/>
                      <a:pt x="121038" y="453643"/>
                    </a:cubicBezTo>
                    <a:cubicBezTo>
                      <a:pt x="120848" y="452690"/>
                      <a:pt x="119610" y="450976"/>
                      <a:pt x="119229" y="450118"/>
                    </a:cubicBezTo>
                    <a:cubicBezTo>
                      <a:pt x="118467" y="448309"/>
                      <a:pt x="116943" y="444499"/>
                      <a:pt x="116657" y="442498"/>
                    </a:cubicBezTo>
                    <a:cubicBezTo>
                      <a:pt x="116371" y="440784"/>
                      <a:pt x="117324" y="437164"/>
                      <a:pt x="116943" y="435450"/>
                    </a:cubicBezTo>
                    <a:cubicBezTo>
                      <a:pt x="116657" y="434307"/>
                      <a:pt x="115419" y="432307"/>
                      <a:pt x="114657" y="431449"/>
                    </a:cubicBezTo>
                    <a:cubicBezTo>
                      <a:pt x="113609" y="430211"/>
                      <a:pt x="110751" y="428687"/>
                      <a:pt x="109704" y="427449"/>
                    </a:cubicBezTo>
                    <a:cubicBezTo>
                      <a:pt x="108275" y="425925"/>
                      <a:pt x="106084" y="422305"/>
                      <a:pt x="104751" y="420686"/>
                    </a:cubicBezTo>
                    <a:cubicBezTo>
                      <a:pt x="103227" y="418876"/>
                      <a:pt x="99988" y="415352"/>
                      <a:pt x="98274" y="413733"/>
                    </a:cubicBezTo>
                    <a:cubicBezTo>
                      <a:pt x="97321" y="412780"/>
                      <a:pt x="95416" y="410780"/>
                      <a:pt x="94178" y="410304"/>
                    </a:cubicBezTo>
                    <a:cubicBezTo>
                      <a:pt x="92844" y="409828"/>
                      <a:pt x="90082" y="410113"/>
                      <a:pt x="88653" y="410209"/>
                    </a:cubicBezTo>
                    <a:cubicBezTo>
                      <a:pt x="87225" y="410304"/>
                      <a:pt x="84272" y="410399"/>
                      <a:pt x="82843" y="410875"/>
                    </a:cubicBezTo>
                    <a:cubicBezTo>
                      <a:pt x="81510" y="411352"/>
                      <a:pt x="79414" y="413638"/>
                      <a:pt x="77985" y="413733"/>
                    </a:cubicBezTo>
                    <a:cubicBezTo>
                      <a:pt x="76652" y="413828"/>
                      <a:pt x="74461" y="411923"/>
                      <a:pt x="73223" y="411637"/>
                    </a:cubicBezTo>
                    <a:cubicBezTo>
                      <a:pt x="72270" y="411352"/>
                      <a:pt x="70175" y="411733"/>
                      <a:pt x="69318" y="411256"/>
                    </a:cubicBezTo>
                    <a:cubicBezTo>
                      <a:pt x="68270" y="410685"/>
                      <a:pt x="67032" y="408494"/>
                      <a:pt x="66365" y="407542"/>
                    </a:cubicBezTo>
                    <a:cubicBezTo>
                      <a:pt x="65793" y="406780"/>
                      <a:pt x="64269" y="405446"/>
                      <a:pt x="64079" y="404589"/>
                    </a:cubicBezTo>
                    <a:cubicBezTo>
                      <a:pt x="63888" y="403351"/>
                      <a:pt x="65127" y="401160"/>
                      <a:pt x="65317" y="399922"/>
                    </a:cubicBezTo>
                    <a:cubicBezTo>
                      <a:pt x="65508" y="398683"/>
                      <a:pt x="66079" y="396207"/>
                      <a:pt x="65698" y="394969"/>
                    </a:cubicBezTo>
                    <a:cubicBezTo>
                      <a:pt x="65222" y="393445"/>
                      <a:pt x="63126" y="390873"/>
                      <a:pt x="61698" y="390206"/>
                    </a:cubicBezTo>
                    <a:cubicBezTo>
                      <a:pt x="60840" y="389825"/>
                      <a:pt x="58840" y="390016"/>
                      <a:pt x="57888" y="390111"/>
                    </a:cubicBezTo>
                    <a:cubicBezTo>
                      <a:pt x="57030" y="390111"/>
                      <a:pt x="55316" y="389825"/>
                      <a:pt x="53792" y="389730"/>
                    </a:cubicBezTo>
                    <a:cubicBezTo>
                      <a:pt x="52839" y="388682"/>
                      <a:pt x="49791" y="388206"/>
                      <a:pt x="48553" y="387825"/>
                    </a:cubicBezTo>
                    <a:cubicBezTo>
                      <a:pt x="47410" y="387539"/>
                      <a:pt x="45029" y="387253"/>
                      <a:pt x="43886" y="387158"/>
                    </a:cubicBezTo>
                    <a:cubicBezTo>
                      <a:pt x="43219" y="387063"/>
                      <a:pt x="41695" y="387444"/>
                      <a:pt x="41314" y="386968"/>
                    </a:cubicBezTo>
                    <a:cubicBezTo>
                      <a:pt x="40838" y="386301"/>
                      <a:pt x="41790" y="384491"/>
                      <a:pt x="41790" y="383634"/>
                    </a:cubicBezTo>
                    <a:cubicBezTo>
                      <a:pt x="41790" y="382491"/>
                      <a:pt x="42076" y="379919"/>
                      <a:pt x="41219" y="379252"/>
                    </a:cubicBezTo>
                    <a:cubicBezTo>
                      <a:pt x="40076" y="378490"/>
                      <a:pt x="37028" y="379633"/>
                      <a:pt x="35790" y="380300"/>
                    </a:cubicBezTo>
                    <a:cubicBezTo>
                      <a:pt x="35218" y="380586"/>
                      <a:pt x="34551" y="381729"/>
                      <a:pt x="33980" y="382015"/>
                    </a:cubicBezTo>
                    <a:cubicBezTo>
                      <a:pt x="33218" y="382300"/>
                      <a:pt x="31503" y="382681"/>
                      <a:pt x="30837" y="382205"/>
                    </a:cubicBezTo>
                    <a:cubicBezTo>
                      <a:pt x="30360" y="381824"/>
                      <a:pt x="31027" y="380014"/>
                      <a:pt x="30456" y="379538"/>
                    </a:cubicBezTo>
                    <a:cubicBezTo>
                      <a:pt x="29694" y="378871"/>
                      <a:pt x="27503" y="379157"/>
                      <a:pt x="26646" y="379538"/>
                    </a:cubicBezTo>
                    <a:cubicBezTo>
                      <a:pt x="25407" y="380110"/>
                      <a:pt x="23979" y="382681"/>
                      <a:pt x="23026" y="383634"/>
                    </a:cubicBezTo>
                    <a:cubicBezTo>
                      <a:pt x="22359" y="384396"/>
                      <a:pt x="21216" y="386491"/>
                      <a:pt x="20264" y="386491"/>
                    </a:cubicBezTo>
                    <a:cubicBezTo>
                      <a:pt x="19407" y="386587"/>
                      <a:pt x="18168" y="384872"/>
                      <a:pt x="17502" y="384396"/>
                    </a:cubicBezTo>
                    <a:cubicBezTo>
                      <a:pt x="16644" y="383824"/>
                      <a:pt x="15025" y="382586"/>
                      <a:pt x="14168" y="382015"/>
                    </a:cubicBezTo>
                    <a:cubicBezTo>
                      <a:pt x="13501" y="381538"/>
                      <a:pt x="11977" y="380967"/>
                      <a:pt x="11596" y="380300"/>
                    </a:cubicBezTo>
                    <a:cubicBezTo>
                      <a:pt x="11215" y="379729"/>
                      <a:pt x="11310" y="378205"/>
                      <a:pt x="11406" y="377443"/>
                    </a:cubicBezTo>
                    <a:cubicBezTo>
                      <a:pt x="11406" y="376395"/>
                      <a:pt x="12168" y="374395"/>
                      <a:pt x="11977" y="373442"/>
                    </a:cubicBezTo>
                    <a:cubicBezTo>
                      <a:pt x="11787" y="372680"/>
                      <a:pt x="10739" y="371347"/>
                      <a:pt x="10167" y="370775"/>
                    </a:cubicBezTo>
                    <a:cubicBezTo>
                      <a:pt x="9786" y="370394"/>
                      <a:pt x="8929" y="369537"/>
                      <a:pt x="8358" y="369537"/>
                    </a:cubicBezTo>
                    <a:cubicBezTo>
                      <a:pt x="7691" y="369442"/>
                      <a:pt x="6357" y="369823"/>
                      <a:pt x="5976" y="370299"/>
                    </a:cubicBezTo>
                    <a:cubicBezTo>
                      <a:pt x="5310" y="371061"/>
                      <a:pt x="5786" y="373442"/>
                      <a:pt x="5310" y="374299"/>
                    </a:cubicBezTo>
                    <a:cubicBezTo>
                      <a:pt x="4929" y="374871"/>
                      <a:pt x="3690" y="375919"/>
                      <a:pt x="2928" y="375823"/>
                    </a:cubicBezTo>
                    <a:cubicBezTo>
                      <a:pt x="1976" y="375728"/>
                      <a:pt x="738" y="373728"/>
                      <a:pt x="357" y="372871"/>
                    </a:cubicBezTo>
                    <a:cubicBezTo>
                      <a:pt x="-24" y="371918"/>
                      <a:pt x="-120" y="369727"/>
                      <a:pt x="166" y="368680"/>
                    </a:cubicBezTo>
                    <a:cubicBezTo>
                      <a:pt x="547" y="367537"/>
                      <a:pt x="2452" y="365822"/>
                      <a:pt x="3024" y="364774"/>
                    </a:cubicBezTo>
                    <a:cubicBezTo>
                      <a:pt x="3881" y="363060"/>
                      <a:pt x="5024" y="359345"/>
                      <a:pt x="5691" y="357535"/>
                    </a:cubicBezTo>
                    <a:cubicBezTo>
                      <a:pt x="6167" y="356202"/>
                      <a:pt x="7405" y="353440"/>
                      <a:pt x="7786" y="352011"/>
                    </a:cubicBezTo>
                    <a:cubicBezTo>
                      <a:pt x="8262" y="350392"/>
                      <a:pt x="8739" y="346963"/>
                      <a:pt x="8929" y="345248"/>
                    </a:cubicBezTo>
                    <a:cubicBezTo>
                      <a:pt x="9120" y="343438"/>
                      <a:pt x="9024" y="339724"/>
                      <a:pt x="9310" y="337914"/>
                    </a:cubicBezTo>
                    <a:cubicBezTo>
                      <a:pt x="9596" y="336009"/>
                      <a:pt x="11025" y="332389"/>
                      <a:pt x="11406" y="330580"/>
                    </a:cubicBezTo>
                    <a:cubicBezTo>
                      <a:pt x="11787" y="328865"/>
                      <a:pt x="11977" y="325436"/>
                      <a:pt x="12453" y="323817"/>
                    </a:cubicBezTo>
                    <a:cubicBezTo>
                      <a:pt x="12739" y="322864"/>
                      <a:pt x="13596" y="320959"/>
                      <a:pt x="14358" y="320197"/>
                    </a:cubicBezTo>
                    <a:cubicBezTo>
                      <a:pt x="14835" y="319721"/>
                      <a:pt x="16168" y="318673"/>
                      <a:pt x="16835" y="318864"/>
                    </a:cubicBezTo>
                    <a:cubicBezTo>
                      <a:pt x="17597" y="319054"/>
                      <a:pt x="18454" y="320769"/>
                      <a:pt x="18645" y="321531"/>
                    </a:cubicBezTo>
                    <a:cubicBezTo>
                      <a:pt x="18835" y="322293"/>
                      <a:pt x="18454" y="323912"/>
                      <a:pt x="18359" y="324674"/>
                    </a:cubicBezTo>
                    <a:cubicBezTo>
                      <a:pt x="18264" y="325912"/>
                      <a:pt x="18264" y="328484"/>
                      <a:pt x="17978" y="329722"/>
                    </a:cubicBezTo>
                    <a:cubicBezTo>
                      <a:pt x="17787" y="330770"/>
                      <a:pt x="17025" y="332866"/>
                      <a:pt x="16549" y="333913"/>
                    </a:cubicBezTo>
                    <a:cubicBezTo>
                      <a:pt x="16073" y="334866"/>
                      <a:pt x="14835" y="336390"/>
                      <a:pt x="14263" y="337342"/>
                    </a:cubicBezTo>
                    <a:cubicBezTo>
                      <a:pt x="13692" y="338295"/>
                      <a:pt x="12453" y="340009"/>
                      <a:pt x="12358" y="341057"/>
                    </a:cubicBezTo>
                    <a:cubicBezTo>
                      <a:pt x="12168" y="342486"/>
                      <a:pt x="13120" y="345439"/>
                      <a:pt x="13787" y="346677"/>
                    </a:cubicBezTo>
                    <a:cubicBezTo>
                      <a:pt x="14073" y="347248"/>
                      <a:pt x="14930" y="348868"/>
                      <a:pt x="15597" y="348677"/>
                    </a:cubicBezTo>
                    <a:cubicBezTo>
                      <a:pt x="16740" y="348391"/>
                      <a:pt x="15787" y="344772"/>
                      <a:pt x="16644" y="343915"/>
                    </a:cubicBezTo>
                    <a:cubicBezTo>
                      <a:pt x="17121" y="343438"/>
                      <a:pt x="18549" y="342962"/>
                      <a:pt x="19026" y="343248"/>
                    </a:cubicBezTo>
                    <a:cubicBezTo>
                      <a:pt x="19788" y="343629"/>
                      <a:pt x="19311" y="346105"/>
                      <a:pt x="20073" y="346486"/>
                    </a:cubicBezTo>
                    <a:cubicBezTo>
                      <a:pt x="20740" y="346772"/>
                      <a:pt x="22169" y="345915"/>
                      <a:pt x="22740" y="345439"/>
                    </a:cubicBezTo>
                    <a:cubicBezTo>
                      <a:pt x="23693" y="344677"/>
                      <a:pt x="24931" y="342581"/>
                      <a:pt x="25598" y="341629"/>
                    </a:cubicBezTo>
                    <a:cubicBezTo>
                      <a:pt x="26169" y="340867"/>
                      <a:pt x="27408" y="339247"/>
                      <a:pt x="27693" y="338295"/>
                    </a:cubicBezTo>
                    <a:cubicBezTo>
                      <a:pt x="28074" y="336866"/>
                      <a:pt x="28074" y="333723"/>
                      <a:pt x="27789" y="332199"/>
                    </a:cubicBezTo>
                    <a:cubicBezTo>
                      <a:pt x="27503" y="330865"/>
                      <a:pt x="26169" y="328294"/>
                      <a:pt x="25693" y="326960"/>
                    </a:cubicBezTo>
                    <a:cubicBezTo>
                      <a:pt x="25407" y="325817"/>
                      <a:pt x="24169" y="323436"/>
                      <a:pt x="24836" y="322483"/>
                    </a:cubicBezTo>
                    <a:cubicBezTo>
                      <a:pt x="25217" y="321817"/>
                      <a:pt x="27217" y="322102"/>
                      <a:pt x="27884" y="321817"/>
                    </a:cubicBezTo>
                    <a:cubicBezTo>
                      <a:pt x="28551" y="321531"/>
                      <a:pt x="29694" y="320483"/>
                      <a:pt x="30265" y="319912"/>
                    </a:cubicBezTo>
                    <a:cubicBezTo>
                      <a:pt x="30837" y="319340"/>
                      <a:pt x="31599" y="317721"/>
                      <a:pt x="32265" y="317340"/>
                    </a:cubicBezTo>
                    <a:cubicBezTo>
                      <a:pt x="33313" y="316864"/>
                      <a:pt x="35694" y="317626"/>
                      <a:pt x="36742" y="317245"/>
                    </a:cubicBezTo>
                    <a:cubicBezTo>
                      <a:pt x="37599" y="316959"/>
                      <a:pt x="39314" y="315911"/>
                      <a:pt x="39695" y="315054"/>
                    </a:cubicBezTo>
                    <a:cubicBezTo>
                      <a:pt x="39981" y="314387"/>
                      <a:pt x="39885" y="312577"/>
                      <a:pt x="39504" y="311911"/>
                    </a:cubicBezTo>
                    <a:cubicBezTo>
                      <a:pt x="39314" y="311530"/>
                      <a:pt x="38171" y="311149"/>
                      <a:pt x="37885" y="310768"/>
                    </a:cubicBezTo>
                    <a:cubicBezTo>
                      <a:pt x="37504" y="310101"/>
                      <a:pt x="37790" y="308291"/>
                      <a:pt x="37218" y="307624"/>
                    </a:cubicBezTo>
                    <a:cubicBezTo>
                      <a:pt x="36837" y="307148"/>
                      <a:pt x="35694" y="306481"/>
                      <a:pt x="35123" y="306672"/>
                    </a:cubicBezTo>
                    <a:cubicBezTo>
                      <a:pt x="34170" y="307053"/>
                      <a:pt x="34266" y="309910"/>
                      <a:pt x="33313" y="310387"/>
                    </a:cubicBezTo>
                    <a:cubicBezTo>
                      <a:pt x="32742" y="310768"/>
                      <a:pt x="31122" y="310387"/>
                      <a:pt x="30551" y="310006"/>
                    </a:cubicBezTo>
                    <a:cubicBezTo>
                      <a:pt x="29979" y="309529"/>
                      <a:pt x="29979" y="307624"/>
                      <a:pt x="29313" y="307339"/>
                    </a:cubicBezTo>
                    <a:cubicBezTo>
                      <a:pt x="28932" y="307148"/>
                      <a:pt x="28170" y="307529"/>
                      <a:pt x="27789" y="307815"/>
                    </a:cubicBezTo>
                    <a:cubicBezTo>
                      <a:pt x="27027" y="308386"/>
                      <a:pt x="26646" y="310672"/>
                      <a:pt x="25788" y="311244"/>
                    </a:cubicBezTo>
                    <a:cubicBezTo>
                      <a:pt x="25217" y="311625"/>
                      <a:pt x="23693" y="311625"/>
                      <a:pt x="23121" y="311244"/>
                    </a:cubicBezTo>
                    <a:cubicBezTo>
                      <a:pt x="22074" y="310577"/>
                      <a:pt x="21978" y="307434"/>
                      <a:pt x="21026" y="306577"/>
                    </a:cubicBezTo>
                    <a:cubicBezTo>
                      <a:pt x="21216" y="306005"/>
                      <a:pt x="19026" y="306005"/>
                      <a:pt x="18359" y="305338"/>
                    </a:cubicBezTo>
                    <a:cubicBezTo>
                      <a:pt x="17502" y="304481"/>
                      <a:pt x="16644" y="301909"/>
                      <a:pt x="16549" y="300671"/>
                    </a:cubicBezTo>
                    <a:cubicBezTo>
                      <a:pt x="16359" y="299338"/>
                      <a:pt x="17121" y="296671"/>
                      <a:pt x="17216" y="295337"/>
                    </a:cubicBezTo>
                    <a:cubicBezTo>
                      <a:pt x="17406" y="294004"/>
                      <a:pt x="17597" y="291432"/>
                      <a:pt x="17692" y="290098"/>
                    </a:cubicBezTo>
                    <a:cubicBezTo>
                      <a:pt x="17692" y="288193"/>
                      <a:pt x="17025" y="284479"/>
                      <a:pt x="17406" y="282574"/>
                    </a:cubicBezTo>
                    <a:cubicBezTo>
                      <a:pt x="17597" y="281526"/>
                      <a:pt x="18549" y="279621"/>
                      <a:pt x="19121" y="278764"/>
                    </a:cubicBezTo>
                    <a:cubicBezTo>
                      <a:pt x="19502" y="278192"/>
                      <a:pt x="20169" y="276668"/>
                      <a:pt x="20835" y="276668"/>
                    </a:cubicBezTo>
                    <a:cubicBezTo>
                      <a:pt x="21502" y="276668"/>
                      <a:pt x="22455" y="278002"/>
                      <a:pt x="22836" y="278668"/>
                    </a:cubicBezTo>
                    <a:cubicBezTo>
                      <a:pt x="23217" y="279335"/>
                      <a:pt x="23312" y="280859"/>
                      <a:pt x="23312" y="281621"/>
                    </a:cubicBezTo>
                    <a:cubicBezTo>
                      <a:pt x="23312" y="282574"/>
                      <a:pt x="21883" y="284479"/>
                      <a:pt x="22455" y="285145"/>
                    </a:cubicBezTo>
                    <a:cubicBezTo>
                      <a:pt x="23217" y="286003"/>
                      <a:pt x="25979" y="285241"/>
                      <a:pt x="26836" y="284574"/>
                    </a:cubicBezTo>
                    <a:cubicBezTo>
                      <a:pt x="27598" y="284002"/>
                      <a:pt x="27693" y="281907"/>
                      <a:pt x="28360" y="281335"/>
                    </a:cubicBezTo>
                    <a:cubicBezTo>
                      <a:pt x="29217" y="280573"/>
                      <a:pt x="31599" y="280288"/>
                      <a:pt x="32551" y="279811"/>
                    </a:cubicBezTo>
                    <a:cubicBezTo>
                      <a:pt x="33218" y="279430"/>
                      <a:pt x="34266" y="278287"/>
                      <a:pt x="34932" y="278097"/>
                    </a:cubicBezTo>
                    <a:cubicBezTo>
                      <a:pt x="35980" y="277906"/>
                      <a:pt x="38171" y="278668"/>
                      <a:pt x="39314" y="278859"/>
                    </a:cubicBezTo>
                    <a:cubicBezTo>
                      <a:pt x="40933" y="278954"/>
                      <a:pt x="44362" y="279430"/>
                      <a:pt x="45981" y="278954"/>
                    </a:cubicBezTo>
                    <a:cubicBezTo>
                      <a:pt x="46743" y="278764"/>
                      <a:pt x="48458" y="277906"/>
                      <a:pt x="48648" y="277144"/>
                    </a:cubicBezTo>
                    <a:cubicBezTo>
                      <a:pt x="48839" y="276478"/>
                      <a:pt x="48077" y="275239"/>
                      <a:pt x="47696" y="274763"/>
                    </a:cubicBezTo>
                    <a:cubicBezTo>
                      <a:pt x="47315" y="274192"/>
                      <a:pt x="46267" y="273239"/>
                      <a:pt x="45600" y="273049"/>
                    </a:cubicBezTo>
                    <a:cubicBezTo>
                      <a:pt x="44457" y="272668"/>
                      <a:pt x="41600" y="274287"/>
                      <a:pt x="40647" y="273430"/>
                    </a:cubicBezTo>
                    <a:cubicBezTo>
                      <a:pt x="40171" y="273049"/>
                      <a:pt x="40933" y="271334"/>
                      <a:pt x="40552" y="270858"/>
                    </a:cubicBezTo>
                    <a:cubicBezTo>
                      <a:pt x="39695" y="269810"/>
                      <a:pt x="36361" y="270477"/>
                      <a:pt x="35409" y="269620"/>
                    </a:cubicBezTo>
                    <a:cubicBezTo>
                      <a:pt x="35028" y="269239"/>
                      <a:pt x="34837" y="268286"/>
                      <a:pt x="34837" y="267810"/>
                    </a:cubicBezTo>
                    <a:cubicBezTo>
                      <a:pt x="34837" y="267143"/>
                      <a:pt x="35790" y="265905"/>
                      <a:pt x="35980" y="265238"/>
                    </a:cubicBezTo>
                    <a:cubicBezTo>
                      <a:pt x="36171" y="264286"/>
                      <a:pt x="36361" y="262285"/>
                      <a:pt x="35885" y="261523"/>
                    </a:cubicBezTo>
                    <a:cubicBezTo>
                      <a:pt x="35409" y="260952"/>
                      <a:pt x="33694" y="260857"/>
                      <a:pt x="33027" y="260571"/>
                    </a:cubicBezTo>
                    <a:cubicBezTo>
                      <a:pt x="32265" y="260190"/>
                      <a:pt x="30932" y="258952"/>
                      <a:pt x="30075" y="258761"/>
                    </a:cubicBezTo>
                    <a:cubicBezTo>
                      <a:pt x="28932" y="258475"/>
                      <a:pt x="26550" y="258475"/>
                      <a:pt x="25407" y="258952"/>
                    </a:cubicBezTo>
                    <a:cubicBezTo>
                      <a:pt x="24550" y="259237"/>
                      <a:pt x="22931" y="260380"/>
                      <a:pt x="22455" y="261238"/>
                    </a:cubicBezTo>
                    <a:cubicBezTo>
                      <a:pt x="21693" y="262571"/>
                      <a:pt x="21788" y="265714"/>
                      <a:pt x="21883" y="267143"/>
                    </a:cubicBezTo>
                    <a:cubicBezTo>
                      <a:pt x="21883" y="268191"/>
                      <a:pt x="23217" y="270477"/>
                      <a:pt x="22740" y="271334"/>
                    </a:cubicBezTo>
                    <a:cubicBezTo>
                      <a:pt x="22169" y="272287"/>
                      <a:pt x="19692" y="272668"/>
                      <a:pt x="18645" y="272858"/>
                    </a:cubicBezTo>
                    <a:cubicBezTo>
                      <a:pt x="17787" y="273049"/>
                      <a:pt x="15597" y="273811"/>
                      <a:pt x="14930" y="273144"/>
                    </a:cubicBezTo>
                    <a:cubicBezTo>
                      <a:pt x="14263" y="272572"/>
                      <a:pt x="14739" y="270572"/>
                      <a:pt x="14930" y="269715"/>
                    </a:cubicBezTo>
                    <a:cubicBezTo>
                      <a:pt x="15311" y="268286"/>
                      <a:pt x="17311" y="265810"/>
                      <a:pt x="17787" y="264381"/>
                    </a:cubicBezTo>
                    <a:cubicBezTo>
                      <a:pt x="18549" y="261904"/>
                      <a:pt x="18359" y="256570"/>
                      <a:pt x="19026" y="254094"/>
                    </a:cubicBezTo>
                    <a:cubicBezTo>
                      <a:pt x="19597" y="251808"/>
                      <a:pt x="21978" y="247712"/>
                      <a:pt x="22550" y="245426"/>
                    </a:cubicBezTo>
                    <a:cubicBezTo>
                      <a:pt x="23312" y="242188"/>
                      <a:pt x="23598" y="235330"/>
                      <a:pt x="23693" y="231996"/>
                    </a:cubicBezTo>
                    <a:cubicBezTo>
                      <a:pt x="23788" y="229519"/>
                      <a:pt x="23693" y="224471"/>
                      <a:pt x="23312" y="221899"/>
                    </a:cubicBezTo>
                    <a:cubicBezTo>
                      <a:pt x="23121" y="220661"/>
                      <a:pt x="22455" y="218375"/>
                      <a:pt x="22074" y="217232"/>
                    </a:cubicBezTo>
                    <a:cubicBezTo>
                      <a:pt x="21216" y="214851"/>
                      <a:pt x="18740" y="210279"/>
                      <a:pt x="17978" y="207898"/>
                    </a:cubicBezTo>
                    <a:cubicBezTo>
                      <a:pt x="17406" y="206088"/>
                      <a:pt x="16644" y="202373"/>
                      <a:pt x="16549" y="200563"/>
                    </a:cubicBezTo>
                    <a:cubicBezTo>
                      <a:pt x="16454" y="198563"/>
                      <a:pt x="16740" y="194563"/>
                      <a:pt x="17121" y="192658"/>
                    </a:cubicBezTo>
                    <a:cubicBezTo>
                      <a:pt x="17597" y="190562"/>
                      <a:pt x="19597" y="186562"/>
                      <a:pt x="20073" y="184466"/>
                    </a:cubicBezTo>
                    <a:cubicBezTo>
                      <a:pt x="20740" y="181513"/>
                      <a:pt x="21216" y="175322"/>
                      <a:pt x="21502" y="172274"/>
                    </a:cubicBezTo>
                    <a:cubicBezTo>
                      <a:pt x="21788" y="169226"/>
                      <a:pt x="22074" y="163225"/>
                      <a:pt x="22074" y="160273"/>
                    </a:cubicBezTo>
                    <a:cubicBezTo>
                      <a:pt x="22074" y="155796"/>
                      <a:pt x="23502" y="146080"/>
                      <a:pt x="21121" y="142270"/>
                    </a:cubicBezTo>
                    <a:cubicBezTo>
                      <a:pt x="20359" y="141127"/>
                      <a:pt x="16930" y="140937"/>
                      <a:pt x="16359" y="139699"/>
                    </a:cubicBezTo>
                    <a:cubicBezTo>
                      <a:pt x="15501" y="138079"/>
                      <a:pt x="17216" y="134365"/>
                      <a:pt x="17025" y="132650"/>
                    </a:cubicBezTo>
                    <a:cubicBezTo>
                      <a:pt x="16930" y="131793"/>
                      <a:pt x="16549" y="130174"/>
                      <a:pt x="16168" y="129412"/>
                    </a:cubicBezTo>
                    <a:cubicBezTo>
                      <a:pt x="15597" y="128173"/>
                      <a:pt x="13787" y="126268"/>
                      <a:pt x="13025" y="125125"/>
                    </a:cubicBezTo>
                    <a:cubicBezTo>
                      <a:pt x="12358" y="124078"/>
                      <a:pt x="11787" y="121506"/>
                      <a:pt x="10739" y="120744"/>
                    </a:cubicBezTo>
                    <a:cubicBezTo>
                      <a:pt x="10072" y="120268"/>
                      <a:pt x="8167" y="120839"/>
                      <a:pt x="7596" y="120363"/>
                    </a:cubicBezTo>
                    <a:cubicBezTo>
                      <a:pt x="6548" y="119315"/>
                      <a:pt x="6929" y="115886"/>
                      <a:pt x="6643" y="114457"/>
                    </a:cubicBezTo>
                    <a:cubicBezTo>
                      <a:pt x="6262" y="112838"/>
                      <a:pt x="5024" y="109695"/>
                      <a:pt x="4833" y="108076"/>
                    </a:cubicBezTo>
                    <a:cubicBezTo>
                      <a:pt x="4643" y="106647"/>
                      <a:pt x="4548" y="103789"/>
                      <a:pt x="4833" y="102456"/>
                    </a:cubicBezTo>
                    <a:cubicBezTo>
                      <a:pt x="5214" y="100741"/>
                      <a:pt x="7215" y="97789"/>
                      <a:pt x="7500" y="96074"/>
                    </a:cubicBezTo>
                    <a:cubicBezTo>
                      <a:pt x="7786" y="94264"/>
                      <a:pt x="6262" y="90454"/>
                      <a:pt x="6929" y="88740"/>
                    </a:cubicBezTo>
                    <a:cubicBezTo>
                      <a:pt x="7215" y="88073"/>
                      <a:pt x="8643" y="87406"/>
                      <a:pt x="8929" y="86740"/>
                    </a:cubicBezTo>
                    <a:cubicBezTo>
                      <a:pt x="9405" y="85787"/>
                      <a:pt x="9691" y="83406"/>
                      <a:pt x="9501" y="82358"/>
                    </a:cubicBezTo>
                    <a:cubicBezTo>
                      <a:pt x="9310" y="81310"/>
                      <a:pt x="7691" y="79596"/>
                      <a:pt x="7405" y="78548"/>
                    </a:cubicBezTo>
                    <a:cubicBezTo>
                      <a:pt x="7119" y="77405"/>
                      <a:pt x="6834" y="74833"/>
                      <a:pt x="7405" y="73690"/>
                    </a:cubicBezTo>
                    <a:cubicBezTo>
                      <a:pt x="7691" y="73214"/>
                      <a:pt x="8929" y="72643"/>
                      <a:pt x="9405" y="72262"/>
                    </a:cubicBezTo>
                    <a:cubicBezTo>
                      <a:pt x="9977" y="71881"/>
                      <a:pt x="11310" y="71119"/>
                      <a:pt x="11787" y="70547"/>
                    </a:cubicBezTo>
                    <a:cubicBezTo>
                      <a:pt x="12263" y="70071"/>
                      <a:pt x="13311" y="68833"/>
                      <a:pt x="13501" y="68166"/>
                    </a:cubicBezTo>
                    <a:cubicBezTo>
                      <a:pt x="13787" y="67023"/>
                      <a:pt x="13025" y="64642"/>
                      <a:pt x="13215" y="63499"/>
                    </a:cubicBezTo>
                    <a:cubicBezTo>
                      <a:pt x="13311" y="62641"/>
                      <a:pt x="13882" y="60832"/>
                      <a:pt x="14358" y="60070"/>
                    </a:cubicBezTo>
                    <a:cubicBezTo>
                      <a:pt x="15025" y="59117"/>
                      <a:pt x="17121" y="57974"/>
                      <a:pt x="18073" y="57212"/>
                    </a:cubicBezTo>
                    <a:cubicBezTo>
                      <a:pt x="18645" y="56641"/>
                      <a:pt x="19978" y="55593"/>
                      <a:pt x="20359" y="54926"/>
                    </a:cubicBezTo>
                    <a:cubicBezTo>
                      <a:pt x="20740" y="54164"/>
                      <a:pt x="21121" y="52450"/>
                      <a:pt x="21216" y="51688"/>
                    </a:cubicBezTo>
                    <a:cubicBezTo>
                      <a:pt x="21312" y="50830"/>
                      <a:pt x="21597" y="48925"/>
                      <a:pt x="21121" y="48259"/>
                    </a:cubicBezTo>
                    <a:cubicBezTo>
                      <a:pt x="20645" y="47592"/>
                      <a:pt x="18549" y="47782"/>
                      <a:pt x="17978" y="47116"/>
                    </a:cubicBezTo>
                    <a:cubicBezTo>
                      <a:pt x="17406" y="46449"/>
                      <a:pt x="17025" y="44449"/>
                      <a:pt x="17121" y="43591"/>
                    </a:cubicBezTo>
                    <a:cubicBezTo>
                      <a:pt x="17216" y="43020"/>
                      <a:pt x="17787" y="41972"/>
                      <a:pt x="18264" y="41782"/>
                    </a:cubicBezTo>
                    <a:cubicBezTo>
                      <a:pt x="19216" y="41305"/>
                      <a:pt x="21502" y="41877"/>
                      <a:pt x="22455" y="42258"/>
                    </a:cubicBezTo>
                    <a:cubicBezTo>
                      <a:pt x="23598" y="42544"/>
                      <a:pt x="25788" y="43687"/>
                      <a:pt x="26741" y="44353"/>
                    </a:cubicBezTo>
                    <a:cubicBezTo>
                      <a:pt x="28360" y="45592"/>
                      <a:pt x="30932" y="48925"/>
                      <a:pt x="32361" y="50259"/>
                    </a:cubicBezTo>
                    <a:cubicBezTo>
                      <a:pt x="33980" y="51783"/>
                      <a:pt x="37314" y="54640"/>
                      <a:pt x="39028" y="56069"/>
                    </a:cubicBezTo>
                    <a:cubicBezTo>
                      <a:pt x="41028" y="57784"/>
                      <a:pt x="45124" y="61117"/>
                      <a:pt x="47124" y="62832"/>
                    </a:cubicBezTo>
                    <a:cubicBezTo>
                      <a:pt x="49125" y="64737"/>
                      <a:pt x="52744" y="68833"/>
                      <a:pt x="54744" y="70642"/>
                    </a:cubicBezTo>
                    <a:cubicBezTo>
                      <a:pt x="55411" y="71214"/>
                      <a:pt x="56745" y="72643"/>
                      <a:pt x="57602" y="72928"/>
                    </a:cubicBezTo>
                    <a:cubicBezTo>
                      <a:pt x="58554" y="73214"/>
                      <a:pt x="60555" y="72738"/>
                      <a:pt x="61602" y="72928"/>
                    </a:cubicBezTo>
                    <a:cubicBezTo>
                      <a:pt x="62174" y="73024"/>
                      <a:pt x="63222" y="73595"/>
                      <a:pt x="63698" y="73881"/>
                    </a:cubicBezTo>
                    <a:cubicBezTo>
                      <a:pt x="65222" y="74833"/>
                      <a:pt x="67794" y="77310"/>
                      <a:pt x="69032" y="78548"/>
                    </a:cubicBezTo>
                    <a:cubicBezTo>
                      <a:pt x="69699" y="79215"/>
                      <a:pt x="70937" y="80644"/>
                      <a:pt x="71413" y="81406"/>
                    </a:cubicBezTo>
                    <a:cubicBezTo>
                      <a:pt x="72175" y="82549"/>
                      <a:pt x="73223" y="85120"/>
                      <a:pt x="73985" y="86359"/>
                    </a:cubicBezTo>
                    <a:cubicBezTo>
                      <a:pt x="74556" y="87311"/>
                      <a:pt x="75699" y="89311"/>
                      <a:pt x="76557" y="90073"/>
                    </a:cubicBezTo>
                    <a:cubicBezTo>
                      <a:pt x="78176" y="91597"/>
                      <a:pt x="82367" y="93312"/>
                      <a:pt x="84367" y="94360"/>
                    </a:cubicBezTo>
                    <a:cubicBezTo>
                      <a:pt x="87034" y="95693"/>
                      <a:pt x="92559" y="97979"/>
                      <a:pt x="95416" y="99027"/>
                    </a:cubicBezTo>
                    <a:cubicBezTo>
                      <a:pt x="97797" y="99884"/>
                      <a:pt x="102655" y="101599"/>
                      <a:pt x="105227" y="101884"/>
                    </a:cubicBezTo>
                    <a:cubicBezTo>
                      <a:pt x="106560" y="102075"/>
                      <a:pt x="109323" y="101503"/>
                      <a:pt x="110751" y="101503"/>
                    </a:cubicBezTo>
                    <a:cubicBezTo>
                      <a:pt x="111704" y="101503"/>
                      <a:pt x="113609" y="101408"/>
                      <a:pt x="114466" y="101789"/>
                    </a:cubicBezTo>
                    <a:cubicBezTo>
                      <a:pt x="116085" y="102646"/>
                      <a:pt x="117800" y="106361"/>
                      <a:pt x="119324" y="107409"/>
                    </a:cubicBezTo>
                    <a:cubicBezTo>
                      <a:pt x="119895" y="107790"/>
                      <a:pt x="121229" y="108457"/>
                      <a:pt x="121991" y="108457"/>
                    </a:cubicBezTo>
                    <a:cubicBezTo>
                      <a:pt x="122753" y="108457"/>
                      <a:pt x="124182" y="107409"/>
                      <a:pt x="124944" y="107409"/>
                    </a:cubicBezTo>
                    <a:cubicBezTo>
                      <a:pt x="125706" y="107409"/>
                      <a:pt x="127134" y="108076"/>
                      <a:pt x="127801" y="108457"/>
                    </a:cubicBezTo>
                    <a:cubicBezTo>
                      <a:pt x="128658" y="108933"/>
                      <a:pt x="130087" y="110647"/>
                      <a:pt x="130944" y="111124"/>
                    </a:cubicBezTo>
                    <a:cubicBezTo>
                      <a:pt x="132373" y="111790"/>
                      <a:pt x="135612" y="111695"/>
                      <a:pt x="136945" y="112457"/>
                    </a:cubicBezTo>
                    <a:cubicBezTo>
                      <a:pt x="137898" y="113029"/>
                      <a:pt x="138850" y="115410"/>
                      <a:pt x="139898" y="116077"/>
                    </a:cubicBezTo>
                    <a:cubicBezTo>
                      <a:pt x="140755" y="116648"/>
                      <a:pt x="142946" y="116934"/>
                      <a:pt x="143994" y="117220"/>
                    </a:cubicBezTo>
                    <a:cubicBezTo>
                      <a:pt x="145518" y="117601"/>
                      <a:pt x="148566" y="118553"/>
                      <a:pt x="150185" y="118934"/>
                    </a:cubicBezTo>
                    <a:cubicBezTo>
                      <a:pt x="151614" y="119220"/>
                      <a:pt x="154471" y="119791"/>
                      <a:pt x="155900" y="119887"/>
                    </a:cubicBezTo>
                    <a:cubicBezTo>
                      <a:pt x="156852" y="119982"/>
                      <a:pt x="158948" y="120458"/>
                      <a:pt x="159900" y="120077"/>
                    </a:cubicBezTo>
                    <a:cubicBezTo>
                      <a:pt x="160758" y="119791"/>
                      <a:pt x="161805" y="118172"/>
                      <a:pt x="162472" y="117601"/>
                    </a:cubicBezTo>
                    <a:cubicBezTo>
                      <a:pt x="162948" y="117124"/>
                      <a:pt x="164091" y="116267"/>
                      <a:pt x="164663" y="115981"/>
                    </a:cubicBezTo>
                    <a:cubicBezTo>
                      <a:pt x="165425" y="115600"/>
                      <a:pt x="166949" y="114648"/>
                      <a:pt x="167806" y="114838"/>
                    </a:cubicBezTo>
                    <a:cubicBezTo>
                      <a:pt x="168282" y="114934"/>
                      <a:pt x="168854" y="115981"/>
                      <a:pt x="169044" y="116458"/>
                    </a:cubicBezTo>
                    <a:cubicBezTo>
                      <a:pt x="169616" y="117410"/>
                      <a:pt x="170092" y="119791"/>
                      <a:pt x="170759" y="120744"/>
                    </a:cubicBezTo>
                    <a:cubicBezTo>
                      <a:pt x="171330" y="121506"/>
                      <a:pt x="173045" y="122554"/>
                      <a:pt x="173616" y="123316"/>
                    </a:cubicBezTo>
                    <a:cubicBezTo>
                      <a:pt x="174283" y="124363"/>
                      <a:pt x="174664" y="127030"/>
                      <a:pt x="175331" y="128173"/>
                    </a:cubicBezTo>
                    <a:cubicBezTo>
                      <a:pt x="175712" y="128840"/>
                      <a:pt x="176474" y="130174"/>
                      <a:pt x="177141" y="130459"/>
                    </a:cubicBezTo>
                    <a:cubicBezTo>
                      <a:pt x="178093" y="130745"/>
                      <a:pt x="180093" y="129221"/>
                      <a:pt x="181046" y="129221"/>
                    </a:cubicBezTo>
                    <a:cubicBezTo>
                      <a:pt x="182284" y="129126"/>
                      <a:pt x="184665" y="129697"/>
                      <a:pt x="185713" y="130269"/>
                    </a:cubicBezTo>
                    <a:cubicBezTo>
                      <a:pt x="186380" y="130650"/>
                      <a:pt x="187618" y="131983"/>
                      <a:pt x="187809" y="132841"/>
                    </a:cubicBezTo>
                    <a:cubicBezTo>
                      <a:pt x="188094" y="133888"/>
                      <a:pt x="186666" y="135889"/>
                      <a:pt x="186856" y="136841"/>
                    </a:cubicBezTo>
                    <a:cubicBezTo>
                      <a:pt x="187047" y="137794"/>
                      <a:pt x="188571" y="139413"/>
                      <a:pt x="189333" y="139984"/>
                    </a:cubicBezTo>
                    <a:cubicBezTo>
                      <a:pt x="189999" y="140461"/>
                      <a:pt x="191619" y="141223"/>
                      <a:pt x="192476" y="141223"/>
                    </a:cubicBezTo>
                    <a:cubicBezTo>
                      <a:pt x="193143" y="141223"/>
                      <a:pt x="194857" y="141032"/>
                      <a:pt x="195143" y="140461"/>
                    </a:cubicBezTo>
                    <a:cubicBezTo>
                      <a:pt x="195524" y="139603"/>
                      <a:pt x="194381" y="137698"/>
                      <a:pt x="193905" y="136936"/>
                    </a:cubicBezTo>
                    <a:cubicBezTo>
                      <a:pt x="193524" y="136460"/>
                      <a:pt x="192381" y="135793"/>
                      <a:pt x="192190" y="135127"/>
                    </a:cubicBezTo>
                    <a:cubicBezTo>
                      <a:pt x="192000" y="134460"/>
                      <a:pt x="192190" y="132936"/>
                      <a:pt x="192571" y="132364"/>
                    </a:cubicBezTo>
                    <a:cubicBezTo>
                      <a:pt x="192952" y="131793"/>
                      <a:pt x="194381" y="131412"/>
                      <a:pt x="194857" y="130936"/>
                    </a:cubicBezTo>
                    <a:cubicBezTo>
                      <a:pt x="195524" y="130364"/>
                      <a:pt x="196381" y="128840"/>
                      <a:pt x="197143" y="128554"/>
                    </a:cubicBezTo>
                    <a:cubicBezTo>
                      <a:pt x="198096" y="128173"/>
                      <a:pt x="200191" y="128554"/>
                      <a:pt x="201239" y="128554"/>
                    </a:cubicBezTo>
                    <a:cubicBezTo>
                      <a:pt x="202287" y="128554"/>
                      <a:pt x="204668" y="127983"/>
                      <a:pt x="205525" y="128650"/>
                    </a:cubicBezTo>
                    <a:cubicBezTo>
                      <a:pt x="206097" y="129126"/>
                      <a:pt x="206573" y="130840"/>
                      <a:pt x="206287" y="131507"/>
                    </a:cubicBezTo>
                    <a:cubicBezTo>
                      <a:pt x="205906" y="132364"/>
                      <a:pt x="203906" y="132745"/>
                      <a:pt x="203144" y="133317"/>
                    </a:cubicBezTo>
                    <a:cubicBezTo>
                      <a:pt x="202382" y="133888"/>
                      <a:pt x="200763" y="135127"/>
                      <a:pt x="200382" y="135984"/>
                    </a:cubicBezTo>
                    <a:cubicBezTo>
                      <a:pt x="200096" y="136555"/>
                      <a:pt x="200001" y="137984"/>
                      <a:pt x="200096" y="138651"/>
                    </a:cubicBezTo>
                    <a:cubicBezTo>
                      <a:pt x="200286" y="139508"/>
                      <a:pt x="201144" y="141127"/>
                      <a:pt x="201620" y="141889"/>
                    </a:cubicBezTo>
                    <a:cubicBezTo>
                      <a:pt x="201906" y="142366"/>
                      <a:pt x="202477" y="143413"/>
                      <a:pt x="202953" y="143699"/>
                    </a:cubicBezTo>
                    <a:cubicBezTo>
                      <a:pt x="203525" y="143985"/>
                      <a:pt x="205049" y="143890"/>
                      <a:pt x="205525" y="143413"/>
                    </a:cubicBezTo>
                    <a:cubicBezTo>
                      <a:pt x="206192" y="142842"/>
                      <a:pt x="205811" y="140746"/>
                      <a:pt x="206192" y="139984"/>
                    </a:cubicBezTo>
                    <a:cubicBezTo>
                      <a:pt x="206382" y="139413"/>
                      <a:pt x="207144" y="138460"/>
                      <a:pt x="207621" y="138079"/>
                    </a:cubicBezTo>
                    <a:cubicBezTo>
                      <a:pt x="208192" y="137698"/>
                      <a:pt x="209621" y="136936"/>
                      <a:pt x="210192" y="137317"/>
                    </a:cubicBezTo>
                    <a:cubicBezTo>
                      <a:pt x="210954" y="137698"/>
                      <a:pt x="210859" y="139699"/>
                      <a:pt x="210859" y="140556"/>
                    </a:cubicBezTo>
                    <a:cubicBezTo>
                      <a:pt x="210954" y="141508"/>
                      <a:pt x="210383" y="143318"/>
                      <a:pt x="210478" y="144271"/>
                    </a:cubicBezTo>
                    <a:cubicBezTo>
                      <a:pt x="210478" y="145223"/>
                      <a:pt x="211240" y="146938"/>
                      <a:pt x="211240" y="147890"/>
                    </a:cubicBezTo>
                    <a:cubicBezTo>
                      <a:pt x="211240" y="148747"/>
                      <a:pt x="211050" y="150652"/>
                      <a:pt x="210288" y="151033"/>
                    </a:cubicBezTo>
                    <a:cubicBezTo>
                      <a:pt x="209716" y="151319"/>
                      <a:pt x="208573" y="149795"/>
                      <a:pt x="207906" y="149795"/>
                    </a:cubicBezTo>
                    <a:cubicBezTo>
                      <a:pt x="207240" y="149795"/>
                      <a:pt x="205906" y="150462"/>
                      <a:pt x="205620" y="151033"/>
                    </a:cubicBezTo>
                    <a:cubicBezTo>
                      <a:pt x="205335" y="151700"/>
                      <a:pt x="205906" y="153415"/>
                      <a:pt x="206287" y="154081"/>
                    </a:cubicBezTo>
                    <a:cubicBezTo>
                      <a:pt x="206573" y="154558"/>
                      <a:pt x="207716" y="155224"/>
                      <a:pt x="207906" y="155796"/>
                    </a:cubicBezTo>
                    <a:cubicBezTo>
                      <a:pt x="208097" y="156558"/>
                      <a:pt x="207335" y="158082"/>
                      <a:pt x="207240" y="158844"/>
                    </a:cubicBezTo>
                    <a:cubicBezTo>
                      <a:pt x="207144" y="159606"/>
                      <a:pt x="206763" y="161035"/>
                      <a:pt x="207049" y="161701"/>
                    </a:cubicBezTo>
                    <a:cubicBezTo>
                      <a:pt x="207335" y="162463"/>
                      <a:pt x="208954" y="163321"/>
                      <a:pt x="209240" y="164083"/>
                    </a:cubicBezTo>
                    <a:cubicBezTo>
                      <a:pt x="209526" y="164940"/>
                      <a:pt x="208573" y="166845"/>
                      <a:pt x="208859" y="167797"/>
                    </a:cubicBezTo>
                    <a:cubicBezTo>
                      <a:pt x="209049" y="168464"/>
                      <a:pt x="210478" y="169417"/>
                      <a:pt x="210573" y="170083"/>
                    </a:cubicBezTo>
                    <a:cubicBezTo>
                      <a:pt x="210669" y="170845"/>
                      <a:pt x="210002" y="172369"/>
                      <a:pt x="209430" y="172941"/>
                    </a:cubicBezTo>
                    <a:cubicBezTo>
                      <a:pt x="209049" y="173322"/>
                      <a:pt x="207811" y="173798"/>
                      <a:pt x="207335" y="173608"/>
                    </a:cubicBezTo>
                    <a:cubicBezTo>
                      <a:pt x="206859" y="173512"/>
                      <a:pt x="206382" y="172369"/>
                      <a:pt x="205906" y="172179"/>
                    </a:cubicBezTo>
                    <a:cubicBezTo>
                      <a:pt x="205525" y="171988"/>
                      <a:pt x="204382" y="171607"/>
                      <a:pt x="204096" y="171893"/>
                    </a:cubicBezTo>
                    <a:cubicBezTo>
                      <a:pt x="203525" y="172369"/>
                      <a:pt x="204287" y="174179"/>
                      <a:pt x="204001" y="174846"/>
                    </a:cubicBezTo>
                    <a:cubicBezTo>
                      <a:pt x="203620" y="175513"/>
                      <a:pt x="201906" y="176084"/>
                      <a:pt x="201144" y="176465"/>
                    </a:cubicBezTo>
                    <a:cubicBezTo>
                      <a:pt x="200382" y="176941"/>
                      <a:pt x="198667" y="177703"/>
                      <a:pt x="198000" y="178275"/>
                    </a:cubicBezTo>
                    <a:cubicBezTo>
                      <a:pt x="197238" y="179037"/>
                      <a:pt x="196381" y="181228"/>
                      <a:pt x="195714" y="182085"/>
                    </a:cubicBezTo>
                    <a:cubicBezTo>
                      <a:pt x="195238" y="182752"/>
                      <a:pt x="194095" y="183799"/>
                      <a:pt x="193714" y="184466"/>
                    </a:cubicBezTo>
                    <a:cubicBezTo>
                      <a:pt x="193047" y="185514"/>
                      <a:pt x="191428" y="187990"/>
                      <a:pt x="191904" y="189229"/>
                    </a:cubicBezTo>
                    <a:cubicBezTo>
                      <a:pt x="192190" y="189991"/>
                      <a:pt x="193905" y="190943"/>
                      <a:pt x="194667" y="190848"/>
                    </a:cubicBezTo>
                    <a:cubicBezTo>
                      <a:pt x="195333" y="190753"/>
                      <a:pt x="196191" y="189610"/>
                      <a:pt x="196667" y="189038"/>
                    </a:cubicBezTo>
                    <a:cubicBezTo>
                      <a:pt x="197143" y="188371"/>
                      <a:pt x="197715" y="186752"/>
                      <a:pt x="198381" y="186181"/>
                    </a:cubicBezTo>
                    <a:cubicBezTo>
                      <a:pt x="198953" y="185800"/>
                      <a:pt x="200572" y="185895"/>
                      <a:pt x="201144" y="185419"/>
                    </a:cubicBezTo>
                    <a:cubicBezTo>
                      <a:pt x="201810" y="184847"/>
                      <a:pt x="202001" y="183037"/>
                      <a:pt x="202477" y="182371"/>
                    </a:cubicBezTo>
                    <a:cubicBezTo>
                      <a:pt x="203049" y="181609"/>
                      <a:pt x="204477" y="180370"/>
                      <a:pt x="205335" y="179989"/>
                    </a:cubicBezTo>
                    <a:cubicBezTo>
                      <a:pt x="206192" y="179513"/>
                      <a:pt x="208192" y="179513"/>
                      <a:pt x="209049" y="179037"/>
                    </a:cubicBezTo>
                    <a:cubicBezTo>
                      <a:pt x="209811" y="178656"/>
                      <a:pt x="210859" y="177322"/>
                      <a:pt x="211526" y="176846"/>
                    </a:cubicBezTo>
                    <a:cubicBezTo>
                      <a:pt x="212002" y="176465"/>
                      <a:pt x="212859" y="175703"/>
                      <a:pt x="213336" y="175417"/>
                    </a:cubicBezTo>
                    <a:cubicBezTo>
                      <a:pt x="213717" y="175227"/>
                      <a:pt x="214860" y="175322"/>
                      <a:pt x="215145" y="174941"/>
                    </a:cubicBezTo>
                    <a:cubicBezTo>
                      <a:pt x="215622" y="174370"/>
                      <a:pt x="215526" y="172560"/>
                      <a:pt x="215526" y="171798"/>
                    </a:cubicBezTo>
                    <a:cubicBezTo>
                      <a:pt x="215526" y="171036"/>
                      <a:pt x="215241" y="169417"/>
                      <a:pt x="215145" y="168655"/>
                    </a:cubicBezTo>
                    <a:cubicBezTo>
                      <a:pt x="214955" y="167607"/>
                      <a:pt x="213336" y="165035"/>
                      <a:pt x="214288" y="164559"/>
                    </a:cubicBezTo>
                    <a:cubicBezTo>
                      <a:pt x="214764" y="164273"/>
                      <a:pt x="215431" y="165892"/>
                      <a:pt x="215907" y="166273"/>
                    </a:cubicBezTo>
                    <a:cubicBezTo>
                      <a:pt x="216765" y="166845"/>
                      <a:pt x="218765" y="167321"/>
                      <a:pt x="219717" y="167893"/>
                    </a:cubicBezTo>
                    <a:cubicBezTo>
                      <a:pt x="220289" y="168274"/>
                      <a:pt x="221432" y="169131"/>
                      <a:pt x="221813" y="169702"/>
                    </a:cubicBezTo>
                    <a:cubicBezTo>
                      <a:pt x="222670" y="171417"/>
                      <a:pt x="222480" y="175322"/>
                      <a:pt x="222384" y="177132"/>
                    </a:cubicBezTo>
                    <a:cubicBezTo>
                      <a:pt x="222384" y="177989"/>
                      <a:pt x="221813" y="179704"/>
                      <a:pt x="221813" y="180561"/>
                    </a:cubicBezTo>
                    <a:cubicBezTo>
                      <a:pt x="221813" y="181418"/>
                      <a:pt x="222670" y="183228"/>
                      <a:pt x="222575" y="184085"/>
                    </a:cubicBezTo>
                    <a:cubicBezTo>
                      <a:pt x="222480" y="184942"/>
                      <a:pt x="221051" y="186371"/>
                      <a:pt x="221051" y="187228"/>
                    </a:cubicBezTo>
                    <a:cubicBezTo>
                      <a:pt x="221051" y="188086"/>
                      <a:pt x="222384" y="189324"/>
                      <a:pt x="222575" y="190086"/>
                    </a:cubicBezTo>
                    <a:cubicBezTo>
                      <a:pt x="222765" y="191134"/>
                      <a:pt x="222099" y="193229"/>
                      <a:pt x="221813" y="194182"/>
                    </a:cubicBezTo>
                    <a:cubicBezTo>
                      <a:pt x="221718" y="194658"/>
                      <a:pt x="221622" y="195706"/>
                      <a:pt x="221146" y="195896"/>
                    </a:cubicBezTo>
                    <a:cubicBezTo>
                      <a:pt x="220098" y="196277"/>
                      <a:pt x="218574" y="193801"/>
                      <a:pt x="217527" y="193610"/>
                    </a:cubicBezTo>
                    <a:cubicBezTo>
                      <a:pt x="216574" y="193420"/>
                      <a:pt x="214288" y="193420"/>
                      <a:pt x="213621" y="194086"/>
                    </a:cubicBezTo>
                    <a:cubicBezTo>
                      <a:pt x="213145" y="194658"/>
                      <a:pt x="213145" y="196372"/>
                      <a:pt x="213431" y="197039"/>
                    </a:cubicBezTo>
                    <a:cubicBezTo>
                      <a:pt x="213621" y="197420"/>
                      <a:pt x="214479" y="197992"/>
                      <a:pt x="214669" y="198277"/>
                    </a:cubicBezTo>
                    <a:cubicBezTo>
                      <a:pt x="215241" y="199135"/>
                      <a:pt x="216384" y="200944"/>
                      <a:pt x="216479" y="201992"/>
                    </a:cubicBezTo>
                    <a:cubicBezTo>
                      <a:pt x="216574" y="203040"/>
                      <a:pt x="215526" y="204850"/>
                      <a:pt x="215241" y="205802"/>
                    </a:cubicBezTo>
                    <a:cubicBezTo>
                      <a:pt x="214955" y="206659"/>
                      <a:pt x="214002" y="208183"/>
                      <a:pt x="214098" y="209136"/>
                    </a:cubicBezTo>
                    <a:cubicBezTo>
                      <a:pt x="214098" y="209898"/>
                      <a:pt x="215336" y="211041"/>
                      <a:pt x="215431" y="211803"/>
                    </a:cubicBezTo>
                    <a:cubicBezTo>
                      <a:pt x="215526" y="212851"/>
                      <a:pt x="214764" y="214756"/>
                      <a:pt x="214574" y="215708"/>
                    </a:cubicBezTo>
                    <a:cubicBezTo>
                      <a:pt x="214383" y="216661"/>
                      <a:pt x="214955" y="219042"/>
                      <a:pt x="214193" y="219613"/>
                    </a:cubicBezTo>
                    <a:cubicBezTo>
                      <a:pt x="213240" y="220375"/>
                      <a:pt x="210478" y="218661"/>
                      <a:pt x="209430" y="219137"/>
                    </a:cubicBezTo>
                    <a:cubicBezTo>
                      <a:pt x="208478" y="219613"/>
                      <a:pt x="207335" y="221709"/>
                      <a:pt x="206859" y="222757"/>
                    </a:cubicBezTo>
                    <a:cubicBezTo>
                      <a:pt x="206573" y="223328"/>
                      <a:pt x="206097" y="224662"/>
                      <a:pt x="206287" y="225328"/>
                    </a:cubicBezTo>
                    <a:cubicBezTo>
                      <a:pt x="206573" y="225995"/>
                      <a:pt x="208287" y="226376"/>
                      <a:pt x="208954" y="226852"/>
                    </a:cubicBezTo>
                    <a:cubicBezTo>
                      <a:pt x="209526" y="227329"/>
                      <a:pt x="210383" y="228472"/>
                      <a:pt x="210954" y="228948"/>
                    </a:cubicBezTo>
                    <a:cubicBezTo>
                      <a:pt x="211621" y="229519"/>
                      <a:pt x="213240" y="230377"/>
                      <a:pt x="213717" y="231043"/>
                    </a:cubicBezTo>
                    <a:cubicBezTo>
                      <a:pt x="214098" y="231615"/>
                      <a:pt x="214193" y="232948"/>
                      <a:pt x="214383" y="233615"/>
                    </a:cubicBezTo>
                    <a:cubicBezTo>
                      <a:pt x="214669" y="234758"/>
                      <a:pt x="215717" y="236949"/>
                      <a:pt x="215622" y="238092"/>
                    </a:cubicBezTo>
                    <a:cubicBezTo>
                      <a:pt x="215622" y="239044"/>
                      <a:pt x="214669" y="240854"/>
                      <a:pt x="214383" y="241807"/>
                    </a:cubicBezTo>
                    <a:cubicBezTo>
                      <a:pt x="214098" y="242569"/>
                      <a:pt x="213050" y="243997"/>
                      <a:pt x="212955" y="244855"/>
                    </a:cubicBezTo>
                    <a:cubicBezTo>
                      <a:pt x="212955" y="245331"/>
                      <a:pt x="213240" y="246379"/>
                      <a:pt x="213621" y="246664"/>
                    </a:cubicBezTo>
                    <a:cubicBezTo>
                      <a:pt x="214098" y="247045"/>
                      <a:pt x="215431" y="247141"/>
                      <a:pt x="216003" y="247426"/>
                    </a:cubicBezTo>
                    <a:cubicBezTo>
                      <a:pt x="216669" y="247712"/>
                      <a:pt x="218289" y="248188"/>
                      <a:pt x="218670" y="248855"/>
                    </a:cubicBezTo>
                    <a:cubicBezTo>
                      <a:pt x="219051" y="249427"/>
                      <a:pt x="218955" y="250951"/>
                      <a:pt x="218574" y="251522"/>
                    </a:cubicBezTo>
                    <a:cubicBezTo>
                      <a:pt x="218193" y="252094"/>
                      <a:pt x="216669" y="252379"/>
                      <a:pt x="216003" y="252570"/>
                    </a:cubicBezTo>
                    <a:cubicBezTo>
                      <a:pt x="214955" y="252856"/>
                      <a:pt x="212859" y="252570"/>
                      <a:pt x="211907" y="252856"/>
                    </a:cubicBezTo>
                    <a:cubicBezTo>
                      <a:pt x="210954" y="253141"/>
                      <a:pt x="209526" y="254475"/>
                      <a:pt x="208573" y="254761"/>
                    </a:cubicBezTo>
                    <a:cubicBezTo>
                      <a:pt x="207621" y="255142"/>
                      <a:pt x="205716" y="255713"/>
                      <a:pt x="204763" y="255523"/>
                    </a:cubicBezTo>
                    <a:cubicBezTo>
                      <a:pt x="204001" y="255332"/>
                      <a:pt x="202572" y="254189"/>
                      <a:pt x="202191" y="253522"/>
                    </a:cubicBezTo>
                    <a:cubicBezTo>
                      <a:pt x="201906" y="253141"/>
                      <a:pt x="202287" y="251903"/>
                      <a:pt x="201906" y="251522"/>
                    </a:cubicBezTo>
                    <a:cubicBezTo>
                      <a:pt x="201525" y="251236"/>
                      <a:pt x="200572" y="251427"/>
                      <a:pt x="200096" y="251522"/>
                    </a:cubicBezTo>
                    <a:cubicBezTo>
                      <a:pt x="199334" y="251713"/>
                      <a:pt x="198000" y="252379"/>
                      <a:pt x="197429" y="252856"/>
                    </a:cubicBezTo>
                    <a:cubicBezTo>
                      <a:pt x="196953" y="253332"/>
                      <a:pt x="196095" y="254665"/>
                      <a:pt x="196000" y="255427"/>
                    </a:cubicBezTo>
                    <a:cubicBezTo>
                      <a:pt x="196000" y="256094"/>
                      <a:pt x="196572" y="257332"/>
                      <a:pt x="197048" y="257618"/>
                    </a:cubicBezTo>
                    <a:cubicBezTo>
                      <a:pt x="197619" y="258094"/>
                      <a:pt x="199334" y="257809"/>
                      <a:pt x="200001" y="258190"/>
                    </a:cubicBezTo>
                    <a:cubicBezTo>
                      <a:pt x="200572" y="258475"/>
                      <a:pt x="201429" y="259618"/>
                      <a:pt x="201810" y="260190"/>
                    </a:cubicBezTo>
                    <a:cubicBezTo>
                      <a:pt x="202477" y="261238"/>
                      <a:pt x="202953" y="263809"/>
                      <a:pt x="203715" y="264762"/>
                    </a:cubicBezTo>
                    <a:cubicBezTo>
                      <a:pt x="204382" y="265524"/>
                      <a:pt x="206097" y="266857"/>
                      <a:pt x="207144" y="267238"/>
                    </a:cubicBezTo>
                    <a:cubicBezTo>
                      <a:pt x="207906" y="267524"/>
                      <a:pt x="209907" y="267810"/>
                      <a:pt x="210573" y="267238"/>
                    </a:cubicBezTo>
                    <a:cubicBezTo>
                      <a:pt x="211145" y="266762"/>
                      <a:pt x="211145" y="265143"/>
                      <a:pt x="211050" y="264381"/>
                    </a:cubicBezTo>
                    <a:cubicBezTo>
                      <a:pt x="210954" y="263333"/>
                      <a:pt x="209430" y="261428"/>
                      <a:pt x="209907" y="260571"/>
                    </a:cubicBezTo>
                    <a:cubicBezTo>
                      <a:pt x="210288" y="259809"/>
                      <a:pt x="212383" y="259523"/>
                      <a:pt x="213336" y="259523"/>
                    </a:cubicBezTo>
                    <a:cubicBezTo>
                      <a:pt x="214288" y="259523"/>
                      <a:pt x="216003" y="260571"/>
                      <a:pt x="216955" y="260476"/>
                    </a:cubicBezTo>
                    <a:cubicBezTo>
                      <a:pt x="218289" y="260380"/>
                      <a:pt x="220860" y="259333"/>
                      <a:pt x="221718" y="258380"/>
                    </a:cubicBezTo>
                    <a:cubicBezTo>
                      <a:pt x="222575" y="257523"/>
                      <a:pt x="223146" y="255046"/>
                      <a:pt x="223337" y="253808"/>
                    </a:cubicBezTo>
                    <a:cubicBezTo>
                      <a:pt x="223527" y="252570"/>
                      <a:pt x="223623" y="250093"/>
                      <a:pt x="223242" y="248950"/>
                    </a:cubicBezTo>
                    <a:cubicBezTo>
                      <a:pt x="222956" y="247998"/>
                      <a:pt x="221241" y="246569"/>
                      <a:pt x="220860" y="245521"/>
                    </a:cubicBezTo>
                    <a:cubicBezTo>
                      <a:pt x="220575" y="244569"/>
                      <a:pt x="220289" y="242378"/>
                      <a:pt x="220765" y="241521"/>
                    </a:cubicBezTo>
                    <a:cubicBezTo>
                      <a:pt x="221051" y="240949"/>
                      <a:pt x="222480" y="240568"/>
                      <a:pt x="222861" y="240092"/>
                    </a:cubicBezTo>
                    <a:cubicBezTo>
                      <a:pt x="223432" y="239330"/>
                      <a:pt x="224670" y="237520"/>
                      <a:pt x="224480" y="236568"/>
                    </a:cubicBezTo>
                    <a:cubicBezTo>
                      <a:pt x="224289" y="235711"/>
                      <a:pt x="222289" y="234853"/>
                      <a:pt x="221813" y="233996"/>
                    </a:cubicBezTo>
                    <a:cubicBezTo>
                      <a:pt x="221432" y="233329"/>
                      <a:pt x="220860" y="231710"/>
                      <a:pt x="220956" y="230948"/>
                    </a:cubicBezTo>
                    <a:cubicBezTo>
                      <a:pt x="221051" y="229996"/>
                      <a:pt x="222289" y="228472"/>
                      <a:pt x="222575" y="227519"/>
                    </a:cubicBezTo>
                    <a:cubicBezTo>
                      <a:pt x="222861" y="226471"/>
                      <a:pt x="222289" y="223995"/>
                      <a:pt x="222861" y="223042"/>
                    </a:cubicBezTo>
                    <a:cubicBezTo>
                      <a:pt x="223242" y="222471"/>
                      <a:pt x="224575" y="221804"/>
                      <a:pt x="225337" y="221709"/>
                    </a:cubicBezTo>
                    <a:cubicBezTo>
                      <a:pt x="226194" y="221518"/>
                      <a:pt x="228099" y="222471"/>
                      <a:pt x="228957" y="222090"/>
                    </a:cubicBezTo>
                    <a:cubicBezTo>
                      <a:pt x="229909" y="221614"/>
                      <a:pt x="231528" y="219613"/>
                      <a:pt x="231433" y="218566"/>
                    </a:cubicBezTo>
                    <a:cubicBezTo>
                      <a:pt x="231433" y="217994"/>
                      <a:pt x="230195" y="217327"/>
                      <a:pt x="229814" y="216851"/>
                    </a:cubicBezTo>
                    <a:cubicBezTo>
                      <a:pt x="229242" y="216280"/>
                      <a:pt x="228385" y="214946"/>
                      <a:pt x="227814" y="214375"/>
                    </a:cubicBezTo>
                    <a:cubicBezTo>
                      <a:pt x="226956" y="213708"/>
                      <a:pt x="224480" y="213613"/>
                      <a:pt x="223908" y="212660"/>
                    </a:cubicBezTo>
                    <a:cubicBezTo>
                      <a:pt x="223337" y="211898"/>
                      <a:pt x="223527" y="209803"/>
                      <a:pt x="223718" y="208850"/>
                    </a:cubicBezTo>
                    <a:cubicBezTo>
                      <a:pt x="223908" y="208088"/>
                      <a:pt x="224670" y="206564"/>
                      <a:pt x="225242" y="205897"/>
                    </a:cubicBezTo>
                    <a:cubicBezTo>
                      <a:pt x="226004" y="204945"/>
                      <a:pt x="228195" y="203611"/>
                      <a:pt x="229052" y="202659"/>
                    </a:cubicBezTo>
                    <a:cubicBezTo>
                      <a:pt x="229909" y="201706"/>
                      <a:pt x="231528" y="199801"/>
                      <a:pt x="231814" y="198658"/>
                    </a:cubicBezTo>
                    <a:cubicBezTo>
                      <a:pt x="232100" y="197706"/>
                      <a:pt x="231433" y="195801"/>
                      <a:pt x="231528" y="194848"/>
                    </a:cubicBezTo>
                    <a:cubicBezTo>
                      <a:pt x="231624" y="193324"/>
                      <a:pt x="231909" y="190372"/>
                      <a:pt x="232481" y="189038"/>
                    </a:cubicBezTo>
                    <a:cubicBezTo>
                      <a:pt x="232862" y="188181"/>
                      <a:pt x="234100" y="186943"/>
                      <a:pt x="234672" y="186276"/>
                    </a:cubicBezTo>
                    <a:cubicBezTo>
                      <a:pt x="235148" y="185800"/>
                      <a:pt x="236196" y="184847"/>
                      <a:pt x="236672" y="184466"/>
                    </a:cubicBezTo>
                    <a:cubicBezTo>
                      <a:pt x="237529" y="183704"/>
                      <a:pt x="239625" y="182656"/>
                      <a:pt x="240291" y="181704"/>
                    </a:cubicBezTo>
                    <a:cubicBezTo>
                      <a:pt x="240768" y="181037"/>
                      <a:pt x="240958" y="179323"/>
                      <a:pt x="241244" y="178656"/>
                    </a:cubicBezTo>
                    <a:cubicBezTo>
                      <a:pt x="241625" y="177799"/>
                      <a:pt x="242577" y="176370"/>
                      <a:pt x="243054" y="175608"/>
                    </a:cubicBezTo>
                    <a:cubicBezTo>
                      <a:pt x="243625" y="174655"/>
                      <a:pt x="244863" y="172941"/>
                      <a:pt x="245435" y="171988"/>
                    </a:cubicBezTo>
                    <a:cubicBezTo>
                      <a:pt x="245816" y="171322"/>
                      <a:pt x="246387" y="169607"/>
                      <a:pt x="247054" y="169226"/>
                    </a:cubicBezTo>
                    <a:cubicBezTo>
                      <a:pt x="248007" y="168655"/>
                      <a:pt x="250388" y="169512"/>
                      <a:pt x="251436" y="169226"/>
                    </a:cubicBezTo>
                    <a:cubicBezTo>
                      <a:pt x="252198" y="169036"/>
                      <a:pt x="253626" y="168274"/>
                      <a:pt x="254007" y="167607"/>
                    </a:cubicBezTo>
                    <a:cubicBezTo>
                      <a:pt x="254293" y="167035"/>
                      <a:pt x="253912" y="165607"/>
                      <a:pt x="254103" y="164940"/>
                    </a:cubicBezTo>
                    <a:cubicBezTo>
                      <a:pt x="254388" y="163987"/>
                      <a:pt x="255531" y="162178"/>
                      <a:pt x="255912" y="161225"/>
                    </a:cubicBezTo>
                    <a:cubicBezTo>
                      <a:pt x="256293" y="160368"/>
                      <a:pt x="257246" y="158463"/>
                      <a:pt x="256960" y="157606"/>
                    </a:cubicBezTo>
                    <a:cubicBezTo>
                      <a:pt x="256579" y="156653"/>
                      <a:pt x="254293" y="155891"/>
                      <a:pt x="253531" y="155129"/>
                    </a:cubicBezTo>
                    <a:cubicBezTo>
                      <a:pt x="252388" y="153986"/>
                      <a:pt x="250388" y="151319"/>
                      <a:pt x="249626" y="149795"/>
                    </a:cubicBezTo>
                    <a:cubicBezTo>
                      <a:pt x="248769" y="148176"/>
                      <a:pt x="247626" y="144652"/>
                      <a:pt x="247245" y="142937"/>
                    </a:cubicBezTo>
                    <a:cubicBezTo>
                      <a:pt x="247054" y="141699"/>
                      <a:pt x="246959" y="139032"/>
                      <a:pt x="247149" y="137698"/>
                    </a:cubicBezTo>
                    <a:cubicBezTo>
                      <a:pt x="247340" y="136555"/>
                      <a:pt x="248578" y="134555"/>
                      <a:pt x="248578" y="133412"/>
                    </a:cubicBezTo>
                    <a:cubicBezTo>
                      <a:pt x="248578" y="132364"/>
                      <a:pt x="247340" y="130650"/>
                      <a:pt x="247054" y="129602"/>
                    </a:cubicBezTo>
                    <a:cubicBezTo>
                      <a:pt x="246864" y="128554"/>
                      <a:pt x="247340" y="126078"/>
                      <a:pt x="246864" y="125125"/>
                    </a:cubicBezTo>
                    <a:cubicBezTo>
                      <a:pt x="246483" y="124459"/>
                      <a:pt x="245054" y="123506"/>
                      <a:pt x="244292" y="123316"/>
                    </a:cubicBezTo>
                    <a:cubicBezTo>
                      <a:pt x="243530" y="123125"/>
                      <a:pt x="241911" y="123411"/>
                      <a:pt x="241434" y="123982"/>
                    </a:cubicBezTo>
                    <a:cubicBezTo>
                      <a:pt x="240958" y="124554"/>
                      <a:pt x="241244" y="126173"/>
                      <a:pt x="241053" y="126840"/>
                    </a:cubicBezTo>
                    <a:cubicBezTo>
                      <a:pt x="240863" y="127316"/>
                      <a:pt x="240387" y="128269"/>
                      <a:pt x="240006" y="128554"/>
                    </a:cubicBezTo>
                    <a:cubicBezTo>
                      <a:pt x="239434" y="128935"/>
                      <a:pt x="237720" y="128364"/>
                      <a:pt x="237243" y="128935"/>
                    </a:cubicBezTo>
                    <a:cubicBezTo>
                      <a:pt x="236958" y="129221"/>
                      <a:pt x="237053" y="130269"/>
                      <a:pt x="237053" y="130745"/>
                    </a:cubicBezTo>
                    <a:cubicBezTo>
                      <a:pt x="236958" y="131698"/>
                      <a:pt x="236672" y="133603"/>
                      <a:pt x="236958" y="134460"/>
                    </a:cubicBezTo>
                    <a:cubicBezTo>
                      <a:pt x="237148" y="135127"/>
                      <a:pt x="238101" y="136079"/>
                      <a:pt x="238577" y="136555"/>
                    </a:cubicBezTo>
                    <a:cubicBezTo>
                      <a:pt x="239053" y="137032"/>
                      <a:pt x="240196" y="137794"/>
                      <a:pt x="240577" y="138270"/>
                    </a:cubicBezTo>
                    <a:cubicBezTo>
                      <a:pt x="241149" y="138937"/>
                      <a:pt x="242006" y="140556"/>
                      <a:pt x="242482" y="141318"/>
                    </a:cubicBezTo>
                    <a:cubicBezTo>
                      <a:pt x="242958" y="142080"/>
                      <a:pt x="243911" y="143604"/>
                      <a:pt x="244101" y="144366"/>
                    </a:cubicBezTo>
                    <a:cubicBezTo>
                      <a:pt x="244292" y="145223"/>
                      <a:pt x="244006" y="147033"/>
                      <a:pt x="243911" y="147890"/>
                    </a:cubicBezTo>
                    <a:cubicBezTo>
                      <a:pt x="243816" y="148652"/>
                      <a:pt x="244006" y="150843"/>
                      <a:pt x="243244" y="151033"/>
                    </a:cubicBezTo>
                    <a:cubicBezTo>
                      <a:pt x="242577" y="151224"/>
                      <a:pt x="241720" y="149700"/>
                      <a:pt x="241434" y="149033"/>
                    </a:cubicBezTo>
                    <a:cubicBezTo>
                      <a:pt x="241149" y="148271"/>
                      <a:pt x="241625" y="146652"/>
                      <a:pt x="241434" y="145890"/>
                    </a:cubicBezTo>
                    <a:cubicBezTo>
                      <a:pt x="241149" y="144747"/>
                      <a:pt x="239720" y="142651"/>
                      <a:pt x="239053" y="141604"/>
                    </a:cubicBezTo>
                    <a:cubicBezTo>
                      <a:pt x="238482" y="140651"/>
                      <a:pt x="237529" y="138841"/>
                      <a:pt x="236767" y="138079"/>
                    </a:cubicBezTo>
                    <a:cubicBezTo>
                      <a:pt x="236005" y="137413"/>
                      <a:pt x="233814" y="136841"/>
                      <a:pt x="233148" y="136079"/>
                    </a:cubicBezTo>
                    <a:cubicBezTo>
                      <a:pt x="232671" y="135412"/>
                      <a:pt x="232576" y="133698"/>
                      <a:pt x="232386" y="132841"/>
                    </a:cubicBezTo>
                    <a:cubicBezTo>
                      <a:pt x="232195" y="132079"/>
                      <a:pt x="231909" y="130650"/>
                      <a:pt x="231719" y="129983"/>
                    </a:cubicBezTo>
                    <a:cubicBezTo>
                      <a:pt x="231528" y="128935"/>
                      <a:pt x="230576" y="126935"/>
                      <a:pt x="230766" y="125887"/>
                    </a:cubicBezTo>
                    <a:cubicBezTo>
                      <a:pt x="230862" y="125030"/>
                      <a:pt x="232005" y="123792"/>
                      <a:pt x="232386" y="123030"/>
                    </a:cubicBezTo>
                    <a:cubicBezTo>
                      <a:pt x="232767" y="122173"/>
                      <a:pt x="232957" y="120363"/>
                      <a:pt x="233433" y="119601"/>
                    </a:cubicBezTo>
                    <a:cubicBezTo>
                      <a:pt x="233814" y="119029"/>
                      <a:pt x="234957" y="118267"/>
                      <a:pt x="235624" y="118077"/>
                    </a:cubicBezTo>
                    <a:cubicBezTo>
                      <a:pt x="236577" y="117886"/>
                      <a:pt x="238577" y="118839"/>
                      <a:pt x="239529" y="118839"/>
                    </a:cubicBezTo>
                    <a:cubicBezTo>
                      <a:pt x="240291" y="118839"/>
                      <a:pt x="241815" y="118172"/>
                      <a:pt x="242577" y="118267"/>
                    </a:cubicBezTo>
                    <a:cubicBezTo>
                      <a:pt x="243530" y="118458"/>
                      <a:pt x="245054" y="120077"/>
                      <a:pt x="246006" y="120363"/>
                    </a:cubicBezTo>
                    <a:cubicBezTo>
                      <a:pt x="246483" y="120458"/>
                      <a:pt x="247816" y="120172"/>
                      <a:pt x="248102" y="120172"/>
                    </a:cubicBezTo>
                    <a:cubicBezTo>
                      <a:pt x="248388" y="120172"/>
                      <a:pt x="250293" y="118077"/>
                      <a:pt x="250769" y="117124"/>
                    </a:cubicBezTo>
                    <a:cubicBezTo>
                      <a:pt x="251245" y="116172"/>
                      <a:pt x="252007" y="114076"/>
                      <a:pt x="251817" y="112933"/>
                    </a:cubicBezTo>
                    <a:cubicBezTo>
                      <a:pt x="251626" y="111505"/>
                      <a:pt x="249912" y="108933"/>
                      <a:pt x="248864" y="107885"/>
                    </a:cubicBezTo>
                    <a:cubicBezTo>
                      <a:pt x="247721" y="106837"/>
                      <a:pt x="244482" y="105980"/>
                      <a:pt x="243244" y="104932"/>
                    </a:cubicBezTo>
                    <a:cubicBezTo>
                      <a:pt x="242292" y="104170"/>
                      <a:pt x="240958" y="102075"/>
                      <a:pt x="240291" y="101027"/>
                    </a:cubicBezTo>
                    <a:cubicBezTo>
                      <a:pt x="239720" y="100360"/>
                      <a:pt x="238577" y="98932"/>
                      <a:pt x="238196" y="98170"/>
                    </a:cubicBezTo>
                    <a:cubicBezTo>
                      <a:pt x="237815" y="97122"/>
                      <a:pt x="237434" y="94645"/>
                      <a:pt x="237624" y="93502"/>
                    </a:cubicBezTo>
                    <a:cubicBezTo>
                      <a:pt x="237720" y="92836"/>
                      <a:pt x="238672" y="91693"/>
                      <a:pt x="238767" y="91026"/>
                    </a:cubicBezTo>
                    <a:cubicBezTo>
                      <a:pt x="238863" y="90264"/>
                      <a:pt x="238863" y="88454"/>
                      <a:pt x="238196" y="88168"/>
                    </a:cubicBezTo>
                    <a:cubicBezTo>
                      <a:pt x="237815" y="87978"/>
                      <a:pt x="236958" y="88835"/>
                      <a:pt x="236577" y="89121"/>
                    </a:cubicBezTo>
                    <a:cubicBezTo>
                      <a:pt x="235815" y="89502"/>
                      <a:pt x="234100" y="89597"/>
                      <a:pt x="233624" y="90264"/>
                    </a:cubicBezTo>
                    <a:cubicBezTo>
                      <a:pt x="233148" y="90835"/>
                      <a:pt x="233148" y="92359"/>
                      <a:pt x="233052" y="93121"/>
                    </a:cubicBezTo>
                    <a:cubicBezTo>
                      <a:pt x="232957" y="93883"/>
                      <a:pt x="232957" y="95407"/>
                      <a:pt x="232957" y="96074"/>
                    </a:cubicBezTo>
                    <a:cubicBezTo>
                      <a:pt x="232862" y="96741"/>
                      <a:pt x="232957" y="98074"/>
                      <a:pt x="232671" y="98741"/>
                    </a:cubicBezTo>
                    <a:cubicBezTo>
                      <a:pt x="232481" y="99217"/>
                      <a:pt x="231338" y="99694"/>
                      <a:pt x="231243" y="100170"/>
                    </a:cubicBezTo>
                    <a:cubicBezTo>
                      <a:pt x="231147" y="100932"/>
                      <a:pt x="232481" y="102170"/>
                      <a:pt x="233052" y="102742"/>
                    </a:cubicBezTo>
                    <a:cubicBezTo>
                      <a:pt x="233719" y="103504"/>
                      <a:pt x="235148" y="104837"/>
                      <a:pt x="235910" y="105599"/>
                    </a:cubicBezTo>
                    <a:cubicBezTo>
                      <a:pt x="236386" y="106075"/>
                      <a:pt x="237434" y="106837"/>
                      <a:pt x="237815" y="107314"/>
                    </a:cubicBezTo>
                    <a:cubicBezTo>
                      <a:pt x="238386" y="108171"/>
                      <a:pt x="239529" y="110266"/>
                      <a:pt x="239244" y="111314"/>
                    </a:cubicBezTo>
                    <a:cubicBezTo>
                      <a:pt x="239053" y="111981"/>
                      <a:pt x="237720" y="112648"/>
                      <a:pt x="237148" y="113029"/>
                    </a:cubicBezTo>
                    <a:cubicBezTo>
                      <a:pt x="236577" y="113410"/>
                      <a:pt x="235434" y="114076"/>
                      <a:pt x="234767" y="114076"/>
                    </a:cubicBezTo>
                    <a:cubicBezTo>
                      <a:pt x="233910" y="114076"/>
                      <a:pt x="232195" y="113124"/>
                      <a:pt x="231624" y="112552"/>
                    </a:cubicBezTo>
                    <a:cubicBezTo>
                      <a:pt x="231147" y="112076"/>
                      <a:pt x="231052" y="110266"/>
                      <a:pt x="230385" y="109981"/>
                    </a:cubicBezTo>
                    <a:cubicBezTo>
                      <a:pt x="229528" y="109600"/>
                      <a:pt x="227623" y="110647"/>
                      <a:pt x="226861" y="111219"/>
                    </a:cubicBezTo>
                    <a:cubicBezTo>
                      <a:pt x="226099" y="111790"/>
                      <a:pt x="225528" y="113695"/>
                      <a:pt x="224766" y="114076"/>
                    </a:cubicBezTo>
                    <a:cubicBezTo>
                      <a:pt x="224099" y="114362"/>
                      <a:pt x="222480" y="113600"/>
                      <a:pt x="221813" y="113981"/>
                    </a:cubicBezTo>
                    <a:cubicBezTo>
                      <a:pt x="220956" y="114553"/>
                      <a:pt x="220003" y="117029"/>
                      <a:pt x="220289" y="117982"/>
                    </a:cubicBezTo>
                    <a:cubicBezTo>
                      <a:pt x="220479" y="118744"/>
                      <a:pt x="222099" y="119315"/>
                      <a:pt x="222670" y="119791"/>
                    </a:cubicBezTo>
                    <a:cubicBezTo>
                      <a:pt x="223242" y="120268"/>
                      <a:pt x="224575" y="121125"/>
                      <a:pt x="224956" y="121792"/>
                    </a:cubicBezTo>
                    <a:cubicBezTo>
                      <a:pt x="225432" y="122649"/>
                      <a:pt x="225337" y="124649"/>
                      <a:pt x="225528" y="125697"/>
                    </a:cubicBezTo>
                    <a:cubicBezTo>
                      <a:pt x="225909" y="127411"/>
                      <a:pt x="227147" y="130650"/>
                      <a:pt x="227242" y="132460"/>
                    </a:cubicBezTo>
                    <a:cubicBezTo>
                      <a:pt x="227242" y="133412"/>
                      <a:pt x="226766" y="135222"/>
                      <a:pt x="226575" y="136174"/>
                    </a:cubicBezTo>
                    <a:cubicBezTo>
                      <a:pt x="226385" y="137127"/>
                      <a:pt x="226004" y="139127"/>
                      <a:pt x="225813" y="140175"/>
                    </a:cubicBezTo>
                    <a:cubicBezTo>
                      <a:pt x="225623" y="141127"/>
                      <a:pt x="225147" y="143128"/>
                      <a:pt x="225051" y="144080"/>
                    </a:cubicBezTo>
                    <a:cubicBezTo>
                      <a:pt x="224956" y="144842"/>
                      <a:pt x="224766" y="146557"/>
                      <a:pt x="225147" y="147223"/>
                    </a:cubicBezTo>
                    <a:cubicBezTo>
                      <a:pt x="225432" y="147700"/>
                      <a:pt x="226575" y="148366"/>
                      <a:pt x="227147" y="148366"/>
                    </a:cubicBezTo>
                    <a:cubicBezTo>
                      <a:pt x="227814" y="148366"/>
                      <a:pt x="228861" y="147509"/>
                      <a:pt x="229242" y="147033"/>
                    </a:cubicBezTo>
                    <a:cubicBezTo>
                      <a:pt x="229623" y="146461"/>
                      <a:pt x="229719" y="144937"/>
                      <a:pt x="229814" y="144271"/>
                    </a:cubicBezTo>
                    <a:cubicBezTo>
                      <a:pt x="229814" y="143699"/>
                      <a:pt x="229433" y="142651"/>
                      <a:pt x="229623" y="142080"/>
                    </a:cubicBezTo>
                    <a:cubicBezTo>
                      <a:pt x="229719" y="141699"/>
                      <a:pt x="230100" y="141032"/>
                      <a:pt x="230481" y="140842"/>
                    </a:cubicBezTo>
                    <a:cubicBezTo>
                      <a:pt x="231147" y="140556"/>
                      <a:pt x="232576" y="141318"/>
                      <a:pt x="233243" y="141699"/>
                    </a:cubicBezTo>
                    <a:cubicBezTo>
                      <a:pt x="233814" y="141985"/>
                      <a:pt x="234862" y="142747"/>
                      <a:pt x="235053" y="143318"/>
                    </a:cubicBezTo>
                    <a:cubicBezTo>
                      <a:pt x="235434" y="144175"/>
                      <a:pt x="234767" y="146080"/>
                      <a:pt x="234957" y="146938"/>
                    </a:cubicBezTo>
                    <a:cubicBezTo>
                      <a:pt x="235053" y="147604"/>
                      <a:pt x="235719" y="148938"/>
                      <a:pt x="236100" y="149605"/>
                    </a:cubicBezTo>
                    <a:cubicBezTo>
                      <a:pt x="236481" y="150271"/>
                      <a:pt x="237434" y="151510"/>
                      <a:pt x="238101" y="151986"/>
                    </a:cubicBezTo>
                    <a:cubicBezTo>
                      <a:pt x="238577" y="152367"/>
                      <a:pt x="239625" y="152653"/>
                      <a:pt x="240101" y="152938"/>
                    </a:cubicBezTo>
                    <a:cubicBezTo>
                      <a:pt x="240672" y="153415"/>
                      <a:pt x="241434" y="154653"/>
                      <a:pt x="241720" y="155320"/>
                    </a:cubicBezTo>
                    <a:cubicBezTo>
                      <a:pt x="242006" y="156177"/>
                      <a:pt x="242101" y="158082"/>
                      <a:pt x="242196" y="159034"/>
                    </a:cubicBezTo>
                    <a:cubicBezTo>
                      <a:pt x="242387" y="160082"/>
                      <a:pt x="242863" y="162178"/>
                      <a:pt x="242863" y="163321"/>
                    </a:cubicBezTo>
                    <a:cubicBezTo>
                      <a:pt x="242863" y="164178"/>
                      <a:pt x="242673" y="165988"/>
                      <a:pt x="242292" y="166845"/>
                    </a:cubicBezTo>
                    <a:cubicBezTo>
                      <a:pt x="242006" y="167416"/>
                      <a:pt x="241053" y="168369"/>
                      <a:pt x="240577" y="168845"/>
                    </a:cubicBezTo>
                    <a:cubicBezTo>
                      <a:pt x="240006" y="169512"/>
                      <a:pt x="238672" y="170560"/>
                      <a:pt x="238101" y="171226"/>
                    </a:cubicBezTo>
                    <a:cubicBezTo>
                      <a:pt x="237720" y="171703"/>
                      <a:pt x="237339" y="173036"/>
                      <a:pt x="236862" y="173417"/>
                    </a:cubicBezTo>
                    <a:cubicBezTo>
                      <a:pt x="236672" y="173608"/>
                      <a:pt x="236005" y="173893"/>
                      <a:pt x="235719" y="173798"/>
                    </a:cubicBezTo>
                    <a:cubicBezTo>
                      <a:pt x="234957" y="173798"/>
                      <a:pt x="233433" y="172941"/>
                      <a:pt x="232862" y="172369"/>
                    </a:cubicBezTo>
                    <a:cubicBezTo>
                      <a:pt x="232100" y="171607"/>
                      <a:pt x="231052" y="169702"/>
                      <a:pt x="231052" y="168750"/>
                    </a:cubicBezTo>
                    <a:cubicBezTo>
                      <a:pt x="230957" y="167607"/>
                      <a:pt x="232671" y="165511"/>
                      <a:pt x="232481" y="164464"/>
                    </a:cubicBezTo>
                    <a:cubicBezTo>
                      <a:pt x="232386" y="163892"/>
                      <a:pt x="231338" y="163225"/>
                      <a:pt x="231147" y="162749"/>
                    </a:cubicBezTo>
                    <a:cubicBezTo>
                      <a:pt x="230862" y="161987"/>
                      <a:pt x="231433" y="160368"/>
                      <a:pt x="231147" y="159701"/>
                    </a:cubicBezTo>
                    <a:cubicBezTo>
                      <a:pt x="230862" y="159130"/>
                      <a:pt x="229814" y="158272"/>
                      <a:pt x="229147" y="158177"/>
                    </a:cubicBezTo>
                    <a:cubicBezTo>
                      <a:pt x="228385" y="158082"/>
                      <a:pt x="227147" y="158939"/>
                      <a:pt x="226480" y="159320"/>
                    </a:cubicBezTo>
                    <a:cubicBezTo>
                      <a:pt x="226004" y="159606"/>
                      <a:pt x="225147" y="160463"/>
                      <a:pt x="224670" y="160463"/>
                    </a:cubicBezTo>
                    <a:cubicBezTo>
                      <a:pt x="224004" y="160368"/>
                      <a:pt x="222670" y="159320"/>
                      <a:pt x="222575" y="158653"/>
                    </a:cubicBezTo>
                    <a:cubicBezTo>
                      <a:pt x="222480" y="158082"/>
                      <a:pt x="223623" y="157129"/>
                      <a:pt x="223718" y="156558"/>
                    </a:cubicBezTo>
                    <a:cubicBezTo>
                      <a:pt x="223813" y="156082"/>
                      <a:pt x="223527" y="154939"/>
                      <a:pt x="223242" y="154462"/>
                    </a:cubicBezTo>
                    <a:cubicBezTo>
                      <a:pt x="222765" y="153700"/>
                      <a:pt x="220765" y="153129"/>
                      <a:pt x="220289" y="152462"/>
                    </a:cubicBezTo>
                    <a:cubicBezTo>
                      <a:pt x="219813" y="151700"/>
                      <a:pt x="219336" y="149890"/>
                      <a:pt x="219432" y="149033"/>
                    </a:cubicBezTo>
                    <a:cubicBezTo>
                      <a:pt x="219527" y="148271"/>
                      <a:pt x="220670" y="147033"/>
                      <a:pt x="220670" y="146366"/>
                    </a:cubicBezTo>
                    <a:cubicBezTo>
                      <a:pt x="220765" y="145699"/>
                      <a:pt x="220098" y="144366"/>
                      <a:pt x="220098" y="143699"/>
                    </a:cubicBezTo>
                    <a:cubicBezTo>
                      <a:pt x="220098" y="143032"/>
                      <a:pt x="220194" y="141794"/>
                      <a:pt x="220479" y="141223"/>
                    </a:cubicBezTo>
                    <a:cubicBezTo>
                      <a:pt x="220860" y="140556"/>
                      <a:pt x="222289" y="139794"/>
                      <a:pt x="222575" y="139127"/>
                    </a:cubicBezTo>
                    <a:cubicBezTo>
                      <a:pt x="222956" y="138079"/>
                      <a:pt x="222765" y="135793"/>
                      <a:pt x="222575" y="134746"/>
                    </a:cubicBezTo>
                    <a:cubicBezTo>
                      <a:pt x="222384" y="133793"/>
                      <a:pt x="221718" y="132079"/>
                      <a:pt x="221432" y="131126"/>
                    </a:cubicBezTo>
                    <a:cubicBezTo>
                      <a:pt x="221241" y="130459"/>
                      <a:pt x="221241" y="128935"/>
                      <a:pt x="220670" y="128554"/>
                    </a:cubicBezTo>
                    <a:cubicBezTo>
                      <a:pt x="219908" y="127888"/>
                      <a:pt x="217431" y="128745"/>
                      <a:pt x="216669" y="128173"/>
                    </a:cubicBezTo>
                    <a:cubicBezTo>
                      <a:pt x="216288" y="127792"/>
                      <a:pt x="216098" y="126649"/>
                      <a:pt x="215907" y="126173"/>
                    </a:cubicBezTo>
                    <a:cubicBezTo>
                      <a:pt x="215526" y="125411"/>
                      <a:pt x="214669" y="124078"/>
                      <a:pt x="214098" y="123411"/>
                    </a:cubicBezTo>
                    <a:cubicBezTo>
                      <a:pt x="213621" y="122744"/>
                      <a:pt x="212383" y="121601"/>
                      <a:pt x="211812" y="120934"/>
                    </a:cubicBezTo>
                    <a:cubicBezTo>
                      <a:pt x="211050" y="120077"/>
                      <a:pt x="209526" y="118458"/>
                      <a:pt x="209049" y="117505"/>
                    </a:cubicBezTo>
                    <a:cubicBezTo>
                      <a:pt x="208573" y="116458"/>
                      <a:pt x="208002" y="114076"/>
                      <a:pt x="208383" y="113029"/>
                    </a:cubicBezTo>
                    <a:cubicBezTo>
                      <a:pt x="208859" y="111695"/>
                      <a:pt x="211621" y="110171"/>
                      <a:pt x="212669" y="109123"/>
                    </a:cubicBezTo>
                    <a:cubicBezTo>
                      <a:pt x="213621" y="108266"/>
                      <a:pt x="215241" y="106266"/>
                      <a:pt x="216193" y="105409"/>
                    </a:cubicBezTo>
                    <a:cubicBezTo>
                      <a:pt x="217527" y="104266"/>
                      <a:pt x="220479" y="102361"/>
                      <a:pt x="221813" y="101218"/>
                    </a:cubicBezTo>
                    <a:cubicBezTo>
                      <a:pt x="222480" y="100646"/>
                      <a:pt x="223718" y="99503"/>
                      <a:pt x="224289" y="98836"/>
                    </a:cubicBezTo>
                    <a:cubicBezTo>
                      <a:pt x="224861" y="98265"/>
                      <a:pt x="225909" y="97122"/>
                      <a:pt x="226290" y="96455"/>
                    </a:cubicBezTo>
                    <a:cubicBezTo>
                      <a:pt x="226671" y="95598"/>
                      <a:pt x="226956" y="93693"/>
                      <a:pt x="227052" y="92740"/>
                    </a:cubicBezTo>
                    <a:cubicBezTo>
                      <a:pt x="227147" y="91788"/>
                      <a:pt x="227242" y="89788"/>
                      <a:pt x="227242" y="88835"/>
                    </a:cubicBezTo>
                    <a:cubicBezTo>
                      <a:pt x="227337" y="88073"/>
                      <a:pt x="227242" y="86644"/>
                      <a:pt x="227528" y="85978"/>
                    </a:cubicBezTo>
                    <a:cubicBezTo>
                      <a:pt x="227814" y="85406"/>
                      <a:pt x="229147" y="84644"/>
                      <a:pt x="229338" y="83977"/>
                    </a:cubicBezTo>
                    <a:cubicBezTo>
                      <a:pt x="229528" y="83406"/>
                      <a:pt x="229814" y="82072"/>
                      <a:pt x="229528" y="81691"/>
                    </a:cubicBezTo>
                    <a:cubicBezTo>
                      <a:pt x="229147" y="81310"/>
                      <a:pt x="227718" y="81406"/>
                      <a:pt x="227147" y="81691"/>
                    </a:cubicBezTo>
                    <a:cubicBezTo>
                      <a:pt x="226766" y="81882"/>
                      <a:pt x="226671" y="82930"/>
                      <a:pt x="226290" y="83120"/>
                    </a:cubicBezTo>
                    <a:cubicBezTo>
                      <a:pt x="225718" y="83406"/>
                      <a:pt x="224289" y="83501"/>
                      <a:pt x="223908" y="83025"/>
                    </a:cubicBezTo>
                    <a:cubicBezTo>
                      <a:pt x="223527" y="82644"/>
                      <a:pt x="223623" y="81215"/>
                      <a:pt x="223813" y="80644"/>
                    </a:cubicBezTo>
                    <a:cubicBezTo>
                      <a:pt x="224099" y="79882"/>
                      <a:pt x="225242" y="78548"/>
                      <a:pt x="225909" y="78072"/>
                    </a:cubicBezTo>
                    <a:cubicBezTo>
                      <a:pt x="226385" y="77691"/>
                      <a:pt x="227433" y="77119"/>
                      <a:pt x="228004" y="77024"/>
                    </a:cubicBezTo>
                    <a:cubicBezTo>
                      <a:pt x="228957" y="76834"/>
                      <a:pt x="230957" y="77310"/>
                      <a:pt x="231909" y="77310"/>
                    </a:cubicBezTo>
                    <a:cubicBezTo>
                      <a:pt x="232671" y="77310"/>
                      <a:pt x="234291" y="76834"/>
                      <a:pt x="235053" y="77024"/>
                    </a:cubicBezTo>
                    <a:cubicBezTo>
                      <a:pt x="235624" y="77119"/>
                      <a:pt x="236767" y="77881"/>
                      <a:pt x="237243" y="78167"/>
                    </a:cubicBezTo>
                    <a:cubicBezTo>
                      <a:pt x="237815" y="78548"/>
                      <a:pt x="238767" y="79310"/>
                      <a:pt x="239244" y="79691"/>
                    </a:cubicBezTo>
                    <a:cubicBezTo>
                      <a:pt x="239720" y="80072"/>
                      <a:pt x="240577" y="81025"/>
                      <a:pt x="240863" y="81596"/>
                    </a:cubicBezTo>
                    <a:cubicBezTo>
                      <a:pt x="241339" y="82453"/>
                      <a:pt x="241149" y="84644"/>
                      <a:pt x="241625" y="85597"/>
                    </a:cubicBezTo>
                    <a:cubicBezTo>
                      <a:pt x="241911" y="86168"/>
                      <a:pt x="243054" y="87025"/>
                      <a:pt x="243625" y="87311"/>
                    </a:cubicBezTo>
                    <a:cubicBezTo>
                      <a:pt x="244387" y="87692"/>
                      <a:pt x="246292" y="88645"/>
                      <a:pt x="247054" y="88168"/>
                    </a:cubicBezTo>
                    <a:cubicBezTo>
                      <a:pt x="248292" y="87406"/>
                      <a:pt x="248102" y="83787"/>
                      <a:pt x="248388" y="82358"/>
                    </a:cubicBezTo>
                    <a:cubicBezTo>
                      <a:pt x="248578" y="81406"/>
                      <a:pt x="248769" y="79501"/>
                      <a:pt x="248769" y="78643"/>
                    </a:cubicBezTo>
                    <a:cubicBezTo>
                      <a:pt x="248769" y="77405"/>
                      <a:pt x="248578" y="74929"/>
                      <a:pt x="248007" y="73881"/>
                    </a:cubicBezTo>
                    <a:cubicBezTo>
                      <a:pt x="247626" y="73214"/>
                      <a:pt x="245911" y="72643"/>
                      <a:pt x="245816" y="71881"/>
                    </a:cubicBezTo>
                    <a:cubicBezTo>
                      <a:pt x="245721" y="71309"/>
                      <a:pt x="246387" y="69976"/>
                      <a:pt x="246864" y="69785"/>
                    </a:cubicBezTo>
                    <a:cubicBezTo>
                      <a:pt x="247721" y="69499"/>
                      <a:pt x="249531" y="70452"/>
                      <a:pt x="250197" y="71023"/>
                    </a:cubicBezTo>
                    <a:cubicBezTo>
                      <a:pt x="250769" y="71500"/>
                      <a:pt x="250864" y="73214"/>
                      <a:pt x="251436" y="73500"/>
                    </a:cubicBezTo>
                    <a:cubicBezTo>
                      <a:pt x="252388" y="73881"/>
                      <a:pt x="254388" y="72452"/>
                      <a:pt x="255246" y="71785"/>
                    </a:cubicBezTo>
                    <a:cubicBezTo>
                      <a:pt x="255912" y="71214"/>
                      <a:pt x="257055" y="69785"/>
                      <a:pt x="257246" y="68928"/>
                    </a:cubicBezTo>
                    <a:cubicBezTo>
                      <a:pt x="257436" y="67785"/>
                      <a:pt x="256484" y="65499"/>
                      <a:pt x="256008" y="64451"/>
                    </a:cubicBezTo>
                    <a:cubicBezTo>
                      <a:pt x="255246" y="62927"/>
                      <a:pt x="252674" y="60451"/>
                      <a:pt x="252007" y="58831"/>
                    </a:cubicBezTo>
                    <a:cubicBezTo>
                      <a:pt x="251531" y="57498"/>
                      <a:pt x="251055" y="54450"/>
                      <a:pt x="251340" y="53021"/>
                    </a:cubicBezTo>
                    <a:cubicBezTo>
                      <a:pt x="251531" y="52069"/>
                      <a:pt x="252388" y="50449"/>
                      <a:pt x="252864" y="49687"/>
                    </a:cubicBezTo>
                    <a:cubicBezTo>
                      <a:pt x="253245" y="49021"/>
                      <a:pt x="254579" y="47973"/>
                      <a:pt x="254960" y="47306"/>
                    </a:cubicBezTo>
                    <a:cubicBezTo>
                      <a:pt x="255246" y="46735"/>
                      <a:pt x="255531" y="45401"/>
                      <a:pt x="255341" y="44734"/>
                    </a:cubicBezTo>
                    <a:cubicBezTo>
                      <a:pt x="255150" y="43877"/>
                      <a:pt x="254007" y="42353"/>
                      <a:pt x="253341" y="41782"/>
                    </a:cubicBezTo>
                    <a:cubicBezTo>
                      <a:pt x="252579" y="41210"/>
                      <a:pt x="250769" y="40448"/>
                      <a:pt x="249816" y="40353"/>
                    </a:cubicBezTo>
                    <a:cubicBezTo>
                      <a:pt x="248864" y="40258"/>
                      <a:pt x="246959" y="40639"/>
                      <a:pt x="246102" y="41115"/>
                    </a:cubicBezTo>
                    <a:cubicBezTo>
                      <a:pt x="245244" y="41591"/>
                      <a:pt x="243720" y="42925"/>
                      <a:pt x="243149" y="43687"/>
                    </a:cubicBezTo>
                    <a:cubicBezTo>
                      <a:pt x="242673" y="44353"/>
                      <a:pt x="242101" y="45782"/>
                      <a:pt x="242006" y="46544"/>
                    </a:cubicBezTo>
                    <a:cubicBezTo>
                      <a:pt x="241911" y="47211"/>
                      <a:pt x="242577" y="48449"/>
                      <a:pt x="242387" y="49116"/>
                    </a:cubicBezTo>
                    <a:cubicBezTo>
                      <a:pt x="242196" y="49592"/>
                      <a:pt x="241053" y="50259"/>
                      <a:pt x="240958" y="50830"/>
                    </a:cubicBezTo>
                    <a:cubicBezTo>
                      <a:pt x="240863" y="51497"/>
                      <a:pt x="242006" y="52831"/>
                      <a:pt x="241720" y="53497"/>
                    </a:cubicBezTo>
                    <a:cubicBezTo>
                      <a:pt x="241434" y="54355"/>
                      <a:pt x="239720" y="55688"/>
                      <a:pt x="238863" y="55593"/>
                    </a:cubicBezTo>
                    <a:cubicBezTo>
                      <a:pt x="238005" y="55498"/>
                      <a:pt x="237053" y="53688"/>
                      <a:pt x="236577" y="52926"/>
                    </a:cubicBezTo>
                    <a:cubicBezTo>
                      <a:pt x="236196" y="52164"/>
                      <a:pt x="235815" y="50545"/>
                      <a:pt x="235529" y="49783"/>
                    </a:cubicBezTo>
                    <a:cubicBezTo>
                      <a:pt x="235338" y="49021"/>
                      <a:pt x="235243" y="47306"/>
                      <a:pt x="234862" y="46544"/>
                    </a:cubicBezTo>
                    <a:cubicBezTo>
                      <a:pt x="234576" y="45973"/>
                      <a:pt x="233719" y="45020"/>
                      <a:pt x="233338" y="44544"/>
                    </a:cubicBezTo>
                    <a:cubicBezTo>
                      <a:pt x="232862" y="43782"/>
                      <a:pt x="231528" y="42067"/>
                      <a:pt x="231814" y="41210"/>
                    </a:cubicBezTo>
                    <a:cubicBezTo>
                      <a:pt x="232100" y="40448"/>
                      <a:pt x="234100" y="40162"/>
                      <a:pt x="234862" y="40162"/>
                    </a:cubicBezTo>
                    <a:cubicBezTo>
                      <a:pt x="235719" y="40162"/>
                      <a:pt x="237243" y="41782"/>
                      <a:pt x="238101" y="41591"/>
                    </a:cubicBezTo>
                    <a:cubicBezTo>
                      <a:pt x="238577" y="41496"/>
                      <a:pt x="239053" y="40448"/>
                      <a:pt x="239339" y="40162"/>
                    </a:cubicBezTo>
                    <a:cubicBezTo>
                      <a:pt x="239815" y="39686"/>
                      <a:pt x="241053" y="38829"/>
                      <a:pt x="241339" y="38162"/>
                    </a:cubicBezTo>
                    <a:cubicBezTo>
                      <a:pt x="241530" y="37686"/>
                      <a:pt x="241625" y="36638"/>
                      <a:pt x="241434" y="36162"/>
                    </a:cubicBezTo>
                    <a:cubicBezTo>
                      <a:pt x="241149" y="35495"/>
                      <a:pt x="240196" y="34447"/>
                      <a:pt x="239529" y="34162"/>
                    </a:cubicBezTo>
                    <a:cubicBezTo>
                      <a:pt x="238958" y="33971"/>
                      <a:pt x="237624" y="34543"/>
                      <a:pt x="237053" y="34352"/>
                    </a:cubicBezTo>
                    <a:cubicBezTo>
                      <a:pt x="236481" y="34162"/>
                      <a:pt x="235148" y="33304"/>
                      <a:pt x="235053" y="32733"/>
                    </a:cubicBezTo>
                    <a:cubicBezTo>
                      <a:pt x="234862" y="31780"/>
                      <a:pt x="236672" y="30161"/>
                      <a:pt x="236862" y="29113"/>
                    </a:cubicBezTo>
                    <a:cubicBezTo>
                      <a:pt x="237053" y="28351"/>
                      <a:pt x="236862" y="26637"/>
                      <a:pt x="236767" y="25780"/>
                    </a:cubicBezTo>
                    <a:cubicBezTo>
                      <a:pt x="236672" y="25303"/>
                      <a:pt x="236577" y="24160"/>
                      <a:pt x="236291" y="23684"/>
                    </a:cubicBezTo>
                    <a:cubicBezTo>
                      <a:pt x="236005" y="23113"/>
                      <a:pt x="234767" y="22255"/>
                      <a:pt x="234291" y="21779"/>
                    </a:cubicBezTo>
                    <a:cubicBezTo>
                      <a:pt x="233910" y="21303"/>
                      <a:pt x="232957" y="20255"/>
                      <a:pt x="232767" y="19684"/>
                    </a:cubicBezTo>
                    <a:cubicBezTo>
                      <a:pt x="231338" y="18350"/>
                      <a:pt x="230481" y="16159"/>
                      <a:pt x="231147" y="15493"/>
                    </a:cubicBezTo>
                    <a:cubicBezTo>
                      <a:pt x="231624" y="15016"/>
                      <a:pt x="233338" y="15874"/>
                      <a:pt x="233910" y="15493"/>
                    </a:cubicBezTo>
                    <a:cubicBezTo>
                      <a:pt x="234862" y="14921"/>
                      <a:pt x="235529" y="12635"/>
                      <a:pt x="235624" y="11587"/>
                    </a:cubicBezTo>
                    <a:cubicBezTo>
                      <a:pt x="235815" y="10730"/>
                      <a:pt x="235815" y="8825"/>
                      <a:pt x="235148" y="8349"/>
                    </a:cubicBezTo>
                    <a:cubicBezTo>
                      <a:pt x="234195" y="7682"/>
                      <a:pt x="231719" y="9778"/>
                      <a:pt x="230576" y="9492"/>
                    </a:cubicBezTo>
                    <a:cubicBezTo>
                      <a:pt x="230004" y="9397"/>
                      <a:pt x="229052" y="8539"/>
                      <a:pt x="228861" y="7968"/>
                    </a:cubicBezTo>
                    <a:cubicBezTo>
                      <a:pt x="228671" y="7206"/>
                      <a:pt x="228957" y="5587"/>
                      <a:pt x="229433" y="5015"/>
                    </a:cubicBezTo>
                    <a:cubicBezTo>
                      <a:pt x="229909" y="4348"/>
                      <a:pt x="231719" y="3777"/>
                      <a:pt x="232481" y="3396"/>
                    </a:cubicBezTo>
                    <a:cubicBezTo>
                      <a:pt x="233052" y="3110"/>
                      <a:pt x="234291" y="2729"/>
                      <a:pt x="234862" y="2348"/>
                    </a:cubicBezTo>
                    <a:cubicBezTo>
                      <a:pt x="235338" y="1967"/>
                      <a:pt x="235719" y="443"/>
                      <a:pt x="236386" y="157"/>
                    </a:cubicBezTo>
                    <a:cubicBezTo>
                      <a:pt x="236862" y="-128"/>
                      <a:pt x="238577" y="62"/>
                      <a:pt x="238577" y="62"/>
                    </a:cubicBezTo>
                    <a:lnTo>
                      <a:pt x="514897" y="65404"/>
                    </a:lnTo>
                    <a:lnTo>
                      <a:pt x="815125" y="122935"/>
                    </a:ln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sp>
          <p:nvSpPr>
            <p:cNvPr id="170" name="Freeform: Shape 85">
              <a:extLst>
                <a:ext uri="{FF2B5EF4-FFF2-40B4-BE49-F238E27FC236}">
                  <a16:creationId xmlns:a16="http://schemas.microsoft.com/office/drawing/2014/main" id="{CE7850BD-BC89-A7A1-55E0-2B0F1C9C5E7E}"/>
                </a:ext>
              </a:extLst>
            </p:cNvPr>
            <p:cNvSpPr/>
            <p:nvPr/>
          </p:nvSpPr>
          <p:spPr>
            <a:xfrm>
              <a:off x="2972771" y="1903571"/>
              <a:ext cx="971550" cy="800100"/>
            </a:xfrm>
            <a:custGeom>
              <a:avLst/>
              <a:gdLst>
                <a:gd name="connsiteX0" fmla="*/ 481756 w 971550"/>
                <a:gd name="connsiteY0" fmla="*/ 742950 h 800100"/>
                <a:gd name="connsiteX1" fmla="*/ 319640 w 971550"/>
                <a:gd name="connsiteY1" fmla="*/ 706279 h 800100"/>
                <a:gd name="connsiteX2" fmla="*/ 121997 w 971550"/>
                <a:gd name="connsiteY2" fmla="*/ 658559 h 800100"/>
                <a:gd name="connsiteX3" fmla="*/ 12554 w 971550"/>
                <a:gd name="connsiteY3" fmla="*/ 631317 h 800100"/>
                <a:gd name="connsiteX4" fmla="*/ 11888 w 971550"/>
                <a:gd name="connsiteY4" fmla="*/ 626840 h 800100"/>
                <a:gd name="connsiteX5" fmla="*/ 8649 w 971550"/>
                <a:gd name="connsiteY5" fmla="*/ 622745 h 800100"/>
                <a:gd name="connsiteX6" fmla="*/ 5601 w 971550"/>
                <a:gd name="connsiteY6" fmla="*/ 621125 h 800100"/>
                <a:gd name="connsiteX7" fmla="*/ 3601 w 971550"/>
                <a:gd name="connsiteY7" fmla="*/ 618458 h 800100"/>
                <a:gd name="connsiteX8" fmla="*/ 2934 w 971550"/>
                <a:gd name="connsiteY8" fmla="*/ 614267 h 800100"/>
                <a:gd name="connsiteX9" fmla="*/ 362 w 971550"/>
                <a:gd name="connsiteY9" fmla="*/ 612362 h 800100"/>
                <a:gd name="connsiteX10" fmla="*/ 648 w 971550"/>
                <a:gd name="connsiteY10" fmla="*/ 607314 h 800100"/>
                <a:gd name="connsiteX11" fmla="*/ 2363 w 971550"/>
                <a:gd name="connsiteY11" fmla="*/ 605219 h 800100"/>
                <a:gd name="connsiteX12" fmla="*/ 1315 w 971550"/>
                <a:gd name="connsiteY12" fmla="*/ 602837 h 800100"/>
                <a:gd name="connsiteX13" fmla="*/ 1696 w 971550"/>
                <a:gd name="connsiteY13" fmla="*/ 599980 h 800100"/>
                <a:gd name="connsiteX14" fmla="*/ 2267 w 971550"/>
                <a:gd name="connsiteY14" fmla="*/ 595122 h 800100"/>
                <a:gd name="connsiteX15" fmla="*/ 1886 w 971550"/>
                <a:gd name="connsiteY15" fmla="*/ 591693 h 800100"/>
                <a:gd name="connsiteX16" fmla="*/ 77 w 971550"/>
                <a:gd name="connsiteY16" fmla="*/ 588169 h 800100"/>
                <a:gd name="connsiteX17" fmla="*/ 362 w 971550"/>
                <a:gd name="connsiteY17" fmla="*/ 584549 h 800100"/>
                <a:gd name="connsiteX18" fmla="*/ 2553 w 971550"/>
                <a:gd name="connsiteY18" fmla="*/ 581501 h 800100"/>
                <a:gd name="connsiteX19" fmla="*/ 1505 w 971550"/>
                <a:gd name="connsiteY19" fmla="*/ 575882 h 800100"/>
                <a:gd name="connsiteX20" fmla="*/ 1505 w 971550"/>
                <a:gd name="connsiteY20" fmla="*/ 572072 h 800100"/>
                <a:gd name="connsiteX21" fmla="*/ 3315 w 971550"/>
                <a:gd name="connsiteY21" fmla="*/ 568643 h 800100"/>
                <a:gd name="connsiteX22" fmla="*/ 4458 w 971550"/>
                <a:gd name="connsiteY22" fmla="*/ 560927 h 800100"/>
                <a:gd name="connsiteX23" fmla="*/ 7316 w 971550"/>
                <a:gd name="connsiteY23" fmla="*/ 555593 h 800100"/>
                <a:gd name="connsiteX24" fmla="*/ 9697 w 971550"/>
                <a:gd name="connsiteY24" fmla="*/ 548164 h 800100"/>
                <a:gd name="connsiteX25" fmla="*/ 13793 w 971550"/>
                <a:gd name="connsiteY25" fmla="*/ 542163 h 800100"/>
                <a:gd name="connsiteX26" fmla="*/ 15698 w 971550"/>
                <a:gd name="connsiteY26" fmla="*/ 534162 h 800100"/>
                <a:gd name="connsiteX27" fmla="*/ 15983 w 971550"/>
                <a:gd name="connsiteY27" fmla="*/ 527018 h 800100"/>
                <a:gd name="connsiteX28" fmla="*/ 12935 w 971550"/>
                <a:gd name="connsiteY28" fmla="*/ 523304 h 800100"/>
                <a:gd name="connsiteX29" fmla="*/ 12269 w 971550"/>
                <a:gd name="connsiteY29" fmla="*/ 521684 h 800100"/>
                <a:gd name="connsiteX30" fmla="*/ 13316 w 971550"/>
                <a:gd name="connsiteY30" fmla="*/ 518636 h 800100"/>
                <a:gd name="connsiteX31" fmla="*/ 12935 w 971550"/>
                <a:gd name="connsiteY31" fmla="*/ 515207 h 800100"/>
                <a:gd name="connsiteX32" fmla="*/ 11126 w 971550"/>
                <a:gd name="connsiteY32" fmla="*/ 513302 h 800100"/>
                <a:gd name="connsiteX33" fmla="*/ 10745 w 971550"/>
                <a:gd name="connsiteY33" fmla="*/ 510826 h 800100"/>
                <a:gd name="connsiteX34" fmla="*/ 8649 w 971550"/>
                <a:gd name="connsiteY34" fmla="*/ 510635 h 800100"/>
                <a:gd name="connsiteX35" fmla="*/ 8554 w 971550"/>
                <a:gd name="connsiteY35" fmla="*/ 506444 h 800100"/>
                <a:gd name="connsiteX36" fmla="*/ 9411 w 971550"/>
                <a:gd name="connsiteY36" fmla="*/ 502730 h 800100"/>
                <a:gd name="connsiteX37" fmla="*/ 8459 w 971550"/>
                <a:gd name="connsiteY37" fmla="*/ 497300 h 800100"/>
                <a:gd name="connsiteX38" fmla="*/ 8840 w 971550"/>
                <a:gd name="connsiteY38" fmla="*/ 493014 h 800100"/>
                <a:gd name="connsiteX39" fmla="*/ 11221 w 971550"/>
                <a:gd name="connsiteY39" fmla="*/ 489775 h 800100"/>
                <a:gd name="connsiteX40" fmla="*/ 15793 w 971550"/>
                <a:gd name="connsiteY40" fmla="*/ 485775 h 800100"/>
                <a:gd name="connsiteX41" fmla="*/ 20460 w 971550"/>
                <a:gd name="connsiteY41" fmla="*/ 478346 h 800100"/>
                <a:gd name="connsiteX42" fmla="*/ 23889 w 971550"/>
                <a:gd name="connsiteY42" fmla="*/ 473964 h 800100"/>
                <a:gd name="connsiteX43" fmla="*/ 26651 w 971550"/>
                <a:gd name="connsiteY43" fmla="*/ 469392 h 800100"/>
                <a:gd name="connsiteX44" fmla="*/ 29128 w 971550"/>
                <a:gd name="connsiteY44" fmla="*/ 464058 h 800100"/>
                <a:gd name="connsiteX45" fmla="*/ 31319 w 971550"/>
                <a:gd name="connsiteY45" fmla="*/ 459581 h 800100"/>
                <a:gd name="connsiteX46" fmla="*/ 31414 w 971550"/>
                <a:gd name="connsiteY46" fmla="*/ 455771 h 800100"/>
                <a:gd name="connsiteX47" fmla="*/ 34176 w 971550"/>
                <a:gd name="connsiteY47" fmla="*/ 453104 h 800100"/>
                <a:gd name="connsiteX48" fmla="*/ 36176 w 971550"/>
                <a:gd name="connsiteY48" fmla="*/ 449580 h 800100"/>
                <a:gd name="connsiteX49" fmla="*/ 38843 w 971550"/>
                <a:gd name="connsiteY49" fmla="*/ 445389 h 800100"/>
                <a:gd name="connsiteX50" fmla="*/ 41891 w 971550"/>
                <a:gd name="connsiteY50" fmla="*/ 439674 h 800100"/>
                <a:gd name="connsiteX51" fmla="*/ 43034 w 971550"/>
                <a:gd name="connsiteY51" fmla="*/ 436055 h 800100"/>
                <a:gd name="connsiteX52" fmla="*/ 43320 w 971550"/>
                <a:gd name="connsiteY52" fmla="*/ 429959 h 800100"/>
                <a:gd name="connsiteX53" fmla="*/ 44463 w 971550"/>
                <a:gd name="connsiteY53" fmla="*/ 426530 h 800100"/>
                <a:gd name="connsiteX54" fmla="*/ 47130 w 971550"/>
                <a:gd name="connsiteY54" fmla="*/ 423958 h 800100"/>
                <a:gd name="connsiteX55" fmla="*/ 50083 w 971550"/>
                <a:gd name="connsiteY55" fmla="*/ 423767 h 800100"/>
                <a:gd name="connsiteX56" fmla="*/ 52750 w 971550"/>
                <a:gd name="connsiteY56" fmla="*/ 421386 h 800100"/>
                <a:gd name="connsiteX57" fmla="*/ 57131 w 971550"/>
                <a:gd name="connsiteY57" fmla="*/ 417290 h 800100"/>
                <a:gd name="connsiteX58" fmla="*/ 62751 w 971550"/>
                <a:gd name="connsiteY58" fmla="*/ 410051 h 800100"/>
                <a:gd name="connsiteX59" fmla="*/ 70085 w 971550"/>
                <a:gd name="connsiteY59" fmla="*/ 399955 h 800100"/>
                <a:gd name="connsiteX60" fmla="*/ 75610 w 971550"/>
                <a:gd name="connsiteY60" fmla="*/ 387668 h 800100"/>
                <a:gd name="connsiteX61" fmla="*/ 82849 w 971550"/>
                <a:gd name="connsiteY61" fmla="*/ 372428 h 800100"/>
                <a:gd name="connsiteX62" fmla="*/ 95327 w 971550"/>
                <a:gd name="connsiteY62" fmla="*/ 342424 h 800100"/>
                <a:gd name="connsiteX63" fmla="*/ 101994 w 971550"/>
                <a:gd name="connsiteY63" fmla="*/ 323564 h 800100"/>
                <a:gd name="connsiteX64" fmla="*/ 106280 w 971550"/>
                <a:gd name="connsiteY64" fmla="*/ 310325 h 800100"/>
                <a:gd name="connsiteX65" fmla="*/ 108566 w 971550"/>
                <a:gd name="connsiteY65" fmla="*/ 304419 h 800100"/>
                <a:gd name="connsiteX66" fmla="*/ 110948 w 971550"/>
                <a:gd name="connsiteY66" fmla="*/ 296132 h 800100"/>
                <a:gd name="connsiteX67" fmla="*/ 112091 w 971550"/>
                <a:gd name="connsiteY67" fmla="*/ 289750 h 800100"/>
                <a:gd name="connsiteX68" fmla="*/ 112757 w 971550"/>
                <a:gd name="connsiteY68" fmla="*/ 286131 h 800100"/>
                <a:gd name="connsiteX69" fmla="*/ 116091 w 971550"/>
                <a:gd name="connsiteY69" fmla="*/ 281083 h 800100"/>
                <a:gd name="connsiteX70" fmla="*/ 120663 w 971550"/>
                <a:gd name="connsiteY70" fmla="*/ 273177 h 800100"/>
                <a:gd name="connsiteX71" fmla="*/ 123044 w 971550"/>
                <a:gd name="connsiteY71" fmla="*/ 267653 h 800100"/>
                <a:gd name="connsiteX72" fmla="*/ 122949 w 971550"/>
                <a:gd name="connsiteY72" fmla="*/ 261461 h 800100"/>
                <a:gd name="connsiteX73" fmla="*/ 126188 w 971550"/>
                <a:gd name="connsiteY73" fmla="*/ 252889 h 800100"/>
                <a:gd name="connsiteX74" fmla="*/ 128474 w 971550"/>
                <a:gd name="connsiteY74" fmla="*/ 246888 h 800100"/>
                <a:gd name="connsiteX75" fmla="*/ 129426 w 971550"/>
                <a:gd name="connsiteY75" fmla="*/ 242888 h 800100"/>
                <a:gd name="connsiteX76" fmla="*/ 129426 w 971550"/>
                <a:gd name="connsiteY76" fmla="*/ 239459 h 800100"/>
                <a:gd name="connsiteX77" fmla="*/ 131712 w 971550"/>
                <a:gd name="connsiteY77" fmla="*/ 237363 h 800100"/>
                <a:gd name="connsiteX78" fmla="*/ 132665 w 971550"/>
                <a:gd name="connsiteY78" fmla="*/ 235363 h 800100"/>
                <a:gd name="connsiteX79" fmla="*/ 132665 w 971550"/>
                <a:gd name="connsiteY79" fmla="*/ 232505 h 800100"/>
                <a:gd name="connsiteX80" fmla="*/ 133617 w 971550"/>
                <a:gd name="connsiteY80" fmla="*/ 228695 h 800100"/>
                <a:gd name="connsiteX81" fmla="*/ 135236 w 971550"/>
                <a:gd name="connsiteY81" fmla="*/ 223552 h 800100"/>
                <a:gd name="connsiteX82" fmla="*/ 135903 w 971550"/>
                <a:gd name="connsiteY82" fmla="*/ 220599 h 800100"/>
                <a:gd name="connsiteX83" fmla="*/ 135427 w 971550"/>
                <a:gd name="connsiteY83" fmla="*/ 214217 h 800100"/>
                <a:gd name="connsiteX84" fmla="*/ 136951 w 971550"/>
                <a:gd name="connsiteY84" fmla="*/ 210788 h 800100"/>
                <a:gd name="connsiteX85" fmla="*/ 140094 w 971550"/>
                <a:gd name="connsiteY85" fmla="*/ 207073 h 800100"/>
                <a:gd name="connsiteX86" fmla="*/ 143999 w 971550"/>
                <a:gd name="connsiteY86" fmla="*/ 201835 h 800100"/>
                <a:gd name="connsiteX87" fmla="*/ 147428 w 971550"/>
                <a:gd name="connsiteY87" fmla="*/ 193929 h 800100"/>
                <a:gd name="connsiteX88" fmla="*/ 149238 w 971550"/>
                <a:gd name="connsiteY88" fmla="*/ 187738 h 800100"/>
                <a:gd name="connsiteX89" fmla="*/ 151143 w 971550"/>
                <a:gd name="connsiteY89" fmla="*/ 182975 h 800100"/>
                <a:gd name="connsiteX90" fmla="*/ 151810 w 971550"/>
                <a:gd name="connsiteY90" fmla="*/ 178308 h 800100"/>
                <a:gd name="connsiteX91" fmla="*/ 151905 w 971550"/>
                <a:gd name="connsiteY91" fmla="*/ 175451 h 800100"/>
                <a:gd name="connsiteX92" fmla="*/ 153905 w 971550"/>
                <a:gd name="connsiteY92" fmla="*/ 172212 h 800100"/>
                <a:gd name="connsiteX93" fmla="*/ 157334 w 971550"/>
                <a:gd name="connsiteY93" fmla="*/ 169736 h 800100"/>
                <a:gd name="connsiteX94" fmla="*/ 159144 w 971550"/>
                <a:gd name="connsiteY94" fmla="*/ 166878 h 800100"/>
                <a:gd name="connsiteX95" fmla="*/ 161240 w 971550"/>
                <a:gd name="connsiteY95" fmla="*/ 161830 h 800100"/>
                <a:gd name="connsiteX96" fmla="*/ 162764 w 971550"/>
                <a:gd name="connsiteY96" fmla="*/ 156496 h 800100"/>
                <a:gd name="connsiteX97" fmla="*/ 165050 w 971550"/>
                <a:gd name="connsiteY97" fmla="*/ 149162 h 800100"/>
                <a:gd name="connsiteX98" fmla="*/ 168098 w 971550"/>
                <a:gd name="connsiteY98" fmla="*/ 142589 h 800100"/>
                <a:gd name="connsiteX99" fmla="*/ 168669 w 971550"/>
                <a:gd name="connsiteY99" fmla="*/ 137160 h 800100"/>
                <a:gd name="connsiteX100" fmla="*/ 165145 w 971550"/>
                <a:gd name="connsiteY100" fmla="*/ 134493 h 800100"/>
                <a:gd name="connsiteX101" fmla="*/ 165431 w 971550"/>
                <a:gd name="connsiteY101" fmla="*/ 132017 h 800100"/>
                <a:gd name="connsiteX102" fmla="*/ 168764 w 971550"/>
                <a:gd name="connsiteY102" fmla="*/ 131826 h 800100"/>
                <a:gd name="connsiteX103" fmla="*/ 170860 w 971550"/>
                <a:gd name="connsiteY103" fmla="*/ 127921 h 800100"/>
                <a:gd name="connsiteX104" fmla="*/ 173813 w 971550"/>
                <a:gd name="connsiteY104" fmla="*/ 121920 h 800100"/>
                <a:gd name="connsiteX105" fmla="*/ 172574 w 971550"/>
                <a:gd name="connsiteY105" fmla="*/ 117062 h 800100"/>
                <a:gd name="connsiteX106" fmla="*/ 173241 w 971550"/>
                <a:gd name="connsiteY106" fmla="*/ 113538 h 800100"/>
                <a:gd name="connsiteX107" fmla="*/ 174956 w 971550"/>
                <a:gd name="connsiteY107" fmla="*/ 111252 h 800100"/>
                <a:gd name="connsiteX108" fmla="*/ 177337 w 971550"/>
                <a:gd name="connsiteY108" fmla="*/ 107823 h 800100"/>
                <a:gd name="connsiteX109" fmla="*/ 180004 w 971550"/>
                <a:gd name="connsiteY109" fmla="*/ 101727 h 800100"/>
                <a:gd name="connsiteX110" fmla="*/ 183147 w 971550"/>
                <a:gd name="connsiteY110" fmla="*/ 92202 h 800100"/>
                <a:gd name="connsiteX111" fmla="*/ 186100 w 971550"/>
                <a:gd name="connsiteY111" fmla="*/ 83153 h 800100"/>
                <a:gd name="connsiteX112" fmla="*/ 186767 w 971550"/>
                <a:gd name="connsiteY112" fmla="*/ 77819 h 800100"/>
                <a:gd name="connsiteX113" fmla="*/ 185052 w 971550"/>
                <a:gd name="connsiteY113" fmla="*/ 73533 h 800100"/>
                <a:gd name="connsiteX114" fmla="*/ 183623 w 971550"/>
                <a:gd name="connsiteY114" fmla="*/ 69533 h 800100"/>
                <a:gd name="connsiteX115" fmla="*/ 187910 w 971550"/>
                <a:gd name="connsiteY115" fmla="*/ 61055 h 800100"/>
                <a:gd name="connsiteX116" fmla="*/ 190196 w 971550"/>
                <a:gd name="connsiteY116" fmla="*/ 54197 h 800100"/>
                <a:gd name="connsiteX117" fmla="*/ 190577 w 971550"/>
                <a:gd name="connsiteY117" fmla="*/ 49816 h 800100"/>
                <a:gd name="connsiteX118" fmla="*/ 189624 w 971550"/>
                <a:gd name="connsiteY118" fmla="*/ 46387 h 800100"/>
                <a:gd name="connsiteX119" fmla="*/ 190005 w 971550"/>
                <a:gd name="connsiteY119" fmla="*/ 42577 h 800100"/>
                <a:gd name="connsiteX120" fmla="*/ 192672 w 971550"/>
                <a:gd name="connsiteY120" fmla="*/ 40386 h 800100"/>
                <a:gd name="connsiteX121" fmla="*/ 196863 w 971550"/>
                <a:gd name="connsiteY121" fmla="*/ 39243 h 800100"/>
                <a:gd name="connsiteX122" fmla="*/ 199530 w 971550"/>
                <a:gd name="connsiteY122" fmla="*/ 34481 h 800100"/>
                <a:gd name="connsiteX123" fmla="*/ 201340 w 971550"/>
                <a:gd name="connsiteY123" fmla="*/ 24956 h 800100"/>
                <a:gd name="connsiteX124" fmla="*/ 201149 w 971550"/>
                <a:gd name="connsiteY124" fmla="*/ 15716 h 800100"/>
                <a:gd name="connsiteX125" fmla="*/ 200102 w 971550"/>
                <a:gd name="connsiteY125" fmla="*/ 10954 h 800100"/>
                <a:gd name="connsiteX126" fmla="*/ 199244 w 971550"/>
                <a:gd name="connsiteY126" fmla="*/ 6763 h 800100"/>
                <a:gd name="connsiteX127" fmla="*/ 199530 w 971550"/>
                <a:gd name="connsiteY127" fmla="*/ 2286 h 800100"/>
                <a:gd name="connsiteX128" fmla="*/ 200197 w 971550"/>
                <a:gd name="connsiteY128" fmla="*/ 0 h 800100"/>
                <a:gd name="connsiteX129" fmla="*/ 201245 w 971550"/>
                <a:gd name="connsiteY129" fmla="*/ 2477 h 800100"/>
                <a:gd name="connsiteX130" fmla="*/ 203340 w 971550"/>
                <a:gd name="connsiteY130" fmla="*/ 4477 h 800100"/>
                <a:gd name="connsiteX131" fmla="*/ 206102 w 971550"/>
                <a:gd name="connsiteY131" fmla="*/ 7906 h 800100"/>
                <a:gd name="connsiteX132" fmla="*/ 207817 w 971550"/>
                <a:gd name="connsiteY132" fmla="*/ 12954 h 800100"/>
                <a:gd name="connsiteX133" fmla="*/ 210008 w 971550"/>
                <a:gd name="connsiteY133" fmla="*/ 15335 h 800100"/>
                <a:gd name="connsiteX134" fmla="*/ 213056 w 971550"/>
                <a:gd name="connsiteY134" fmla="*/ 16097 h 800100"/>
                <a:gd name="connsiteX135" fmla="*/ 213532 w 971550"/>
                <a:gd name="connsiteY135" fmla="*/ 14383 h 800100"/>
                <a:gd name="connsiteX136" fmla="*/ 212294 w 971550"/>
                <a:gd name="connsiteY136" fmla="*/ 12097 h 800100"/>
                <a:gd name="connsiteX137" fmla="*/ 213341 w 971550"/>
                <a:gd name="connsiteY137" fmla="*/ 10287 h 800100"/>
                <a:gd name="connsiteX138" fmla="*/ 216199 w 971550"/>
                <a:gd name="connsiteY138" fmla="*/ 11811 h 800100"/>
                <a:gd name="connsiteX139" fmla="*/ 220104 w 971550"/>
                <a:gd name="connsiteY139" fmla="*/ 11716 h 800100"/>
                <a:gd name="connsiteX140" fmla="*/ 224009 w 971550"/>
                <a:gd name="connsiteY140" fmla="*/ 10001 h 800100"/>
                <a:gd name="connsiteX141" fmla="*/ 225914 w 971550"/>
                <a:gd name="connsiteY141" fmla="*/ 12097 h 800100"/>
                <a:gd name="connsiteX142" fmla="*/ 230963 w 971550"/>
                <a:gd name="connsiteY142" fmla="*/ 13145 h 800100"/>
                <a:gd name="connsiteX143" fmla="*/ 233153 w 971550"/>
                <a:gd name="connsiteY143" fmla="*/ 11906 h 800100"/>
                <a:gd name="connsiteX144" fmla="*/ 236868 w 971550"/>
                <a:gd name="connsiteY144" fmla="*/ 12859 h 800100"/>
                <a:gd name="connsiteX145" fmla="*/ 239249 w 971550"/>
                <a:gd name="connsiteY145" fmla="*/ 12668 h 800100"/>
                <a:gd name="connsiteX146" fmla="*/ 241250 w 971550"/>
                <a:gd name="connsiteY146" fmla="*/ 10287 h 800100"/>
                <a:gd name="connsiteX147" fmla="*/ 245822 w 971550"/>
                <a:gd name="connsiteY147" fmla="*/ 11811 h 800100"/>
                <a:gd name="connsiteX148" fmla="*/ 247727 w 971550"/>
                <a:gd name="connsiteY148" fmla="*/ 8858 h 800100"/>
                <a:gd name="connsiteX149" fmla="*/ 247441 w 971550"/>
                <a:gd name="connsiteY149" fmla="*/ 8382 h 800100"/>
                <a:gd name="connsiteX150" fmla="*/ 251537 w 971550"/>
                <a:gd name="connsiteY150" fmla="*/ 8763 h 800100"/>
                <a:gd name="connsiteX151" fmla="*/ 255347 w 971550"/>
                <a:gd name="connsiteY151" fmla="*/ 8858 h 800100"/>
                <a:gd name="connsiteX152" fmla="*/ 259347 w 971550"/>
                <a:gd name="connsiteY152" fmla="*/ 13621 h 800100"/>
                <a:gd name="connsiteX153" fmla="*/ 258966 w 971550"/>
                <a:gd name="connsiteY153" fmla="*/ 18574 h 800100"/>
                <a:gd name="connsiteX154" fmla="*/ 257728 w 971550"/>
                <a:gd name="connsiteY154" fmla="*/ 23241 h 800100"/>
                <a:gd name="connsiteX155" fmla="*/ 260014 w 971550"/>
                <a:gd name="connsiteY155" fmla="*/ 26194 h 800100"/>
                <a:gd name="connsiteX156" fmla="*/ 262967 w 971550"/>
                <a:gd name="connsiteY156" fmla="*/ 29909 h 800100"/>
                <a:gd name="connsiteX157" fmla="*/ 266872 w 971550"/>
                <a:gd name="connsiteY157" fmla="*/ 30290 h 800100"/>
                <a:gd name="connsiteX158" fmla="*/ 271634 w 971550"/>
                <a:gd name="connsiteY158" fmla="*/ 32385 h 800100"/>
                <a:gd name="connsiteX159" fmla="*/ 276492 w 971550"/>
                <a:gd name="connsiteY159" fmla="*/ 29528 h 800100"/>
                <a:gd name="connsiteX160" fmla="*/ 282302 w 971550"/>
                <a:gd name="connsiteY160" fmla="*/ 28861 h 800100"/>
                <a:gd name="connsiteX161" fmla="*/ 287827 w 971550"/>
                <a:gd name="connsiteY161" fmla="*/ 28956 h 800100"/>
                <a:gd name="connsiteX162" fmla="*/ 291923 w 971550"/>
                <a:gd name="connsiteY162" fmla="*/ 32385 h 800100"/>
                <a:gd name="connsiteX163" fmla="*/ 298400 w 971550"/>
                <a:gd name="connsiteY163" fmla="*/ 39338 h 800100"/>
                <a:gd name="connsiteX164" fmla="*/ 303353 w 971550"/>
                <a:gd name="connsiteY164" fmla="*/ 46101 h 800100"/>
                <a:gd name="connsiteX165" fmla="*/ 308306 w 971550"/>
                <a:gd name="connsiteY165" fmla="*/ 50102 h 800100"/>
                <a:gd name="connsiteX166" fmla="*/ 310592 w 971550"/>
                <a:gd name="connsiteY166" fmla="*/ 54102 h 800100"/>
                <a:gd name="connsiteX167" fmla="*/ 310306 w 971550"/>
                <a:gd name="connsiteY167" fmla="*/ 61151 h 800100"/>
                <a:gd name="connsiteX168" fmla="*/ 312878 w 971550"/>
                <a:gd name="connsiteY168" fmla="*/ 68771 h 800100"/>
                <a:gd name="connsiteX169" fmla="*/ 314687 w 971550"/>
                <a:gd name="connsiteY169" fmla="*/ 72295 h 800100"/>
                <a:gd name="connsiteX170" fmla="*/ 314592 w 971550"/>
                <a:gd name="connsiteY170" fmla="*/ 77534 h 800100"/>
                <a:gd name="connsiteX171" fmla="*/ 312878 w 971550"/>
                <a:gd name="connsiteY171" fmla="*/ 82391 h 800100"/>
                <a:gd name="connsiteX172" fmla="*/ 312878 w 971550"/>
                <a:gd name="connsiteY172" fmla="*/ 87154 h 800100"/>
                <a:gd name="connsiteX173" fmla="*/ 311068 w 971550"/>
                <a:gd name="connsiteY173" fmla="*/ 90392 h 800100"/>
                <a:gd name="connsiteX174" fmla="*/ 310115 w 971550"/>
                <a:gd name="connsiteY174" fmla="*/ 93631 h 800100"/>
                <a:gd name="connsiteX175" fmla="*/ 312211 w 971550"/>
                <a:gd name="connsiteY175" fmla="*/ 98298 h 800100"/>
                <a:gd name="connsiteX176" fmla="*/ 312306 w 971550"/>
                <a:gd name="connsiteY176" fmla="*/ 103918 h 800100"/>
                <a:gd name="connsiteX177" fmla="*/ 310496 w 971550"/>
                <a:gd name="connsiteY177" fmla="*/ 108776 h 800100"/>
                <a:gd name="connsiteX178" fmla="*/ 308496 w 971550"/>
                <a:gd name="connsiteY178" fmla="*/ 113157 h 800100"/>
                <a:gd name="connsiteX179" fmla="*/ 308115 w 971550"/>
                <a:gd name="connsiteY179" fmla="*/ 117824 h 800100"/>
                <a:gd name="connsiteX180" fmla="*/ 310782 w 971550"/>
                <a:gd name="connsiteY180" fmla="*/ 122206 h 800100"/>
                <a:gd name="connsiteX181" fmla="*/ 316116 w 971550"/>
                <a:gd name="connsiteY181" fmla="*/ 127730 h 800100"/>
                <a:gd name="connsiteX182" fmla="*/ 321545 w 971550"/>
                <a:gd name="connsiteY182" fmla="*/ 130016 h 800100"/>
                <a:gd name="connsiteX183" fmla="*/ 327737 w 971550"/>
                <a:gd name="connsiteY183" fmla="*/ 132112 h 800100"/>
                <a:gd name="connsiteX184" fmla="*/ 334214 w 971550"/>
                <a:gd name="connsiteY184" fmla="*/ 136208 h 800100"/>
                <a:gd name="connsiteX185" fmla="*/ 337738 w 971550"/>
                <a:gd name="connsiteY185" fmla="*/ 139446 h 800100"/>
                <a:gd name="connsiteX186" fmla="*/ 340881 w 971550"/>
                <a:gd name="connsiteY186" fmla="*/ 140399 h 800100"/>
                <a:gd name="connsiteX187" fmla="*/ 344310 w 971550"/>
                <a:gd name="connsiteY187" fmla="*/ 139732 h 800100"/>
                <a:gd name="connsiteX188" fmla="*/ 348596 w 971550"/>
                <a:gd name="connsiteY188" fmla="*/ 142018 h 800100"/>
                <a:gd name="connsiteX189" fmla="*/ 350692 w 971550"/>
                <a:gd name="connsiteY189" fmla="*/ 147447 h 800100"/>
                <a:gd name="connsiteX190" fmla="*/ 355359 w 971550"/>
                <a:gd name="connsiteY190" fmla="*/ 147828 h 800100"/>
                <a:gd name="connsiteX191" fmla="*/ 361741 w 971550"/>
                <a:gd name="connsiteY191" fmla="*/ 147161 h 800100"/>
                <a:gd name="connsiteX192" fmla="*/ 365265 w 971550"/>
                <a:gd name="connsiteY192" fmla="*/ 145352 h 800100"/>
                <a:gd name="connsiteX193" fmla="*/ 371361 w 971550"/>
                <a:gd name="connsiteY193" fmla="*/ 144971 h 800100"/>
                <a:gd name="connsiteX194" fmla="*/ 375457 w 971550"/>
                <a:gd name="connsiteY194" fmla="*/ 146114 h 800100"/>
                <a:gd name="connsiteX195" fmla="*/ 380981 w 971550"/>
                <a:gd name="connsiteY195" fmla="*/ 145161 h 800100"/>
                <a:gd name="connsiteX196" fmla="*/ 384696 w 971550"/>
                <a:gd name="connsiteY196" fmla="*/ 143637 h 800100"/>
                <a:gd name="connsiteX197" fmla="*/ 389363 w 971550"/>
                <a:gd name="connsiteY197" fmla="*/ 144113 h 800100"/>
                <a:gd name="connsiteX198" fmla="*/ 392507 w 971550"/>
                <a:gd name="connsiteY198" fmla="*/ 142399 h 800100"/>
                <a:gd name="connsiteX199" fmla="*/ 397745 w 971550"/>
                <a:gd name="connsiteY199" fmla="*/ 142399 h 800100"/>
                <a:gd name="connsiteX200" fmla="*/ 400984 w 971550"/>
                <a:gd name="connsiteY200" fmla="*/ 138398 h 800100"/>
                <a:gd name="connsiteX201" fmla="*/ 405556 w 971550"/>
                <a:gd name="connsiteY201" fmla="*/ 135731 h 800100"/>
                <a:gd name="connsiteX202" fmla="*/ 410223 w 971550"/>
                <a:gd name="connsiteY202" fmla="*/ 135350 h 800100"/>
                <a:gd name="connsiteX203" fmla="*/ 414033 w 971550"/>
                <a:gd name="connsiteY203" fmla="*/ 138303 h 800100"/>
                <a:gd name="connsiteX204" fmla="*/ 419558 w 971550"/>
                <a:gd name="connsiteY204" fmla="*/ 140303 h 800100"/>
                <a:gd name="connsiteX205" fmla="*/ 423939 w 971550"/>
                <a:gd name="connsiteY205" fmla="*/ 139160 h 800100"/>
                <a:gd name="connsiteX206" fmla="*/ 429178 w 971550"/>
                <a:gd name="connsiteY206" fmla="*/ 140018 h 800100"/>
                <a:gd name="connsiteX207" fmla="*/ 434321 w 971550"/>
                <a:gd name="connsiteY207" fmla="*/ 140684 h 800100"/>
                <a:gd name="connsiteX208" fmla="*/ 439465 w 971550"/>
                <a:gd name="connsiteY208" fmla="*/ 138970 h 800100"/>
                <a:gd name="connsiteX209" fmla="*/ 443561 w 971550"/>
                <a:gd name="connsiteY209" fmla="*/ 141065 h 800100"/>
                <a:gd name="connsiteX210" fmla="*/ 447942 w 971550"/>
                <a:gd name="connsiteY210" fmla="*/ 145447 h 800100"/>
                <a:gd name="connsiteX211" fmla="*/ 452895 w 971550"/>
                <a:gd name="connsiteY211" fmla="*/ 147257 h 800100"/>
                <a:gd name="connsiteX212" fmla="*/ 457562 w 971550"/>
                <a:gd name="connsiteY212" fmla="*/ 146876 h 800100"/>
                <a:gd name="connsiteX213" fmla="*/ 461658 w 971550"/>
                <a:gd name="connsiteY213" fmla="*/ 147733 h 800100"/>
                <a:gd name="connsiteX214" fmla="*/ 466516 w 971550"/>
                <a:gd name="connsiteY214" fmla="*/ 152400 h 800100"/>
                <a:gd name="connsiteX215" fmla="*/ 472136 w 971550"/>
                <a:gd name="connsiteY215" fmla="*/ 155829 h 800100"/>
                <a:gd name="connsiteX216" fmla="*/ 473564 w 971550"/>
                <a:gd name="connsiteY216" fmla="*/ 159830 h 800100"/>
                <a:gd name="connsiteX217" fmla="*/ 472707 w 971550"/>
                <a:gd name="connsiteY217" fmla="*/ 165068 h 800100"/>
                <a:gd name="connsiteX218" fmla="*/ 476231 w 971550"/>
                <a:gd name="connsiteY218" fmla="*/ 167640 h 800100"/>
                <a:gd name="connsiteX219" fmla="*/ 481184 w 971550"/>
                <a:gd name="connsiteY219" fmla="*/ 167069 h 800100"/>
                <a:gd name="connsiteX220" fmla="*/ 483756 w 971550"/>
                <a:gd name="connsiteY220" fmla="*/ 162116 h 800100"/>
                <a:gd name="connsiteX221" fmla="*/ 488233 w 971550"/>
                <a:gd name="connsiteY221" fmla="*/ 160973 h 800100"/>
                <a:gd name="connsiteX222" fmla="*/ 493472 w 971550"/>
                <a:gd name="connsiteY222" fmla="*/ 163354 h 800100"/>
                <a:gd name="connsiteX223" fmla="*/ 499949 w 971550"/>
                <a:gd name="connsiteY223" fmla="*/ 163925 h 800100"/>
                <a:gd name="connsiteX224" fmla="*/ 501949 w 971550"/>
                <a:gd name="connsiteY224" fmla="*/ 166592 h 800100"/>
                <a:gd name="connsiteX225" fmla="*/ 505378 w 971550"/>
                <a:gd name="connsiteY225" fmla="*/ 167450 h 800100"/>
                <a:gd name="connsiteX226" fmla="*/ 508807 w 971550"/>
                <a:gd name="connsiteY226" fmla="*/ 164592 h 800100"/>
                <a:gd name="connsiteX227" fmla="*/ 514712 w 971550"/>
                <a:gd name="connsiteY227" fmla="*/ 163163 h 800100"/>
                <a:gd name="connsiteX228" fmla="*/ 521666 w 971550"/>
                <a:gd name="connsiteY228" fmla="*/ 163544 h 800100"/>
                <a:gd name="connsiteX229" fmla="*/ 528619 w 971550"/>
                <a:gd name="connsiteY229" fmla="*/ 162116 h 800100"/>
                <a:gd name="connsiteX230" fmla="*/ 533000 w 971550"/>
                <a:gd name="connsiteY230" fmla="*/ 158591 h 800100"/>
                <a:gd name="connsiteX231" fmla="*/ 539382 w 971550"/>
                <a:gd name="connsiteY231" fmla="*/ 157925 h 800100"/>
                <a:gd name="connsiteX232" fmla="*/ 544430 w 971550"/>
                <a:gd name="connsiteY232" fmla="*/ 160592 h 800100"/>
                <a:gd name="connsiteX233" fmla="*/ 547383 w 971550"/>
                <a:gd name="connsiteY233" fmla="*/ 166497 h 800100"/>
                <a:gd name="connsiteX234" fmla="*/ 552717 w 971550"/>
                <a:gd name="connsiteY234" fmla="*/ 170593 h 800100"/>
                <a:gd name="connsiteX235" fmla="*/ 566052 w 971550"/>
                <a:gd name="connsiteY235" fmla="*/ 171260 h 800100"/>
                <a:gd name="connsiteX236" fmla="*/ 573863 w 971550"/>
                <a:gd name="connsiteY236" fmla="*/ 169164 h 800100"/>
                <a:gd name="connsiteX237" fmla="*/ 578244 w 971550"/>
                <a:gd name="connsiteY237" fmla="*/ 170879 h 800100"/>
                <a:gd name="connsiteX238" fmla="*/ 583197 w 971550"/>
                <a:gd name="connsiteY238" fmla="*/ 169259 h 800100"/>
                <a:gd name="connsiteX239" fmla="*/ 585769 w 971550"/>
                <a:gd name="connsiteY239" fmla="*/ 166307 h 800100"/>
                <a:gd name="connsiteX240" fmla="*/ 589484 w 971550"/>
                <a:gd name="connsiteY240" fmla="*/ 165354 h 800100"/>
                <a:gd name="connsiteX241" fmla="*/ 596246 w 971550"/>
                <a:gd name="connsiteY241" fmla="*/ 165449 h 800100"/>
                <a:gd name="connsiteX242" fmla="*/ 602914 w 971550"/>
                <a:gd name="connsiteY242" fmla="*/ 164592 h 800100"/>
                <a:gd name="connsiteX243" fmla="*/ 612534 w 971550"/>
                <a:gd name="connsiteY243" fmla="*/ 162211 h 800100"/>
                <a:gd name="connsiteX244" fmla="*/ 625393 w 971550"/>
                <a:gd name="connsiteY244" fmla="*/ 161449 h 800100"/>
                <a:gd name="connsiteX245" fmla="*/ 633013 w 971550"/>
                <a:gd name="connsiteY245" fmla="*/ 164021 h 800100"/>
                <a:gd name="connsiteX246" fmla="*/ 640823 w 971550"/>
                <a:gd name="connsiteY246" fmla="*/ 162497 h 800100"/>
                <a:gd name="connsiteX247" fmla="*/ 644824 w 971550"/>
                <a:gd name="connsiteY247" fmla="*/ 161258 h 800100"/>
                <a:gd name="connsiteX248" fmla="*/ 648348 w 971550"/>
                <a:gd name="connsiteY248" fmla="*/ 157163 h 800100"/>
                <a:gd name="connsiteX249" fmla="*/ 651587 w 971550"/>
                <a:gd name="connsiteY249" fmla="*/ 154877 h 800100"/>
                <a:gd name="connsiteX250" fmla="*/ 656825 w 971550"/>
                <a:gd name="connsiteY250" fmla="*/ 155353 h 800100"/>
                <a:gd name="connsiteX251" fmla="*/ 661112 w 971550"/>
                <a:gd name="connsiteY251" fmla="*/ 159353 h 800100"/>
                <a:gd name="connsiteX252" fmla="*/ 664826 w 971550"/>
                <a:gd name="connsiteY252" fmla="*/ 160306 h 800100"/>
                <a:gd name="connsiteX253" fmla="*/ 669779 w 971550"/>
                <a:gd name="connsiteY253" fmla="*/ 159353 h 800100"/>
                <a:gd name="connsiteX254" fmla="*/ 673494 w 971550"/>
                <a:gd name="connsiteY254" fmla="*/ 160496 h 800100"/>
                <a:gd name="connsiteX255" fmla="*/ 679304 w 971550"/>
                <a:gd name="connsiteY255" fmla="*/ 159925 h 800100"/>
                <a:gd name="connsiteX256" fmla="*/ 685781 w 971550"/>
                <a:gd name="connsiteY256" fmla="*/ 158972 h 800100"/>
                <a:gd name="connsiteX257" fmla="*/ 690734 w 971550"/>
                <a:gd name="connsiteY257" fmla="*/ 160115 h 800100"/>
                <a:gd name="connsiteX258" fmla="*/ 695306 w 971550"/>
                <a:gd name="connsiteY258" fmla="*/ 163354 h 800100"/>
                <a:gd name="connsiteX259" fmla="*/ 703403 w 971550"/>
                <a:gd name="connsiteY259" fmla="*/ 163354 h 800100"/>
                <a:gd name="connsiteX260" fmla="*/ 708737 w 971550"/>
                <a:gd name="connsiteY260" fmla="*/ 162592 h 800100"/>
                <a:gd name="connsiteX261" fmla="*/ 714547 w 971550"/>
                <a:gd name="connsiteY261" fmla="*/ 160020 h 800100"/>
                <a:gd name="connsiteX262" fmla="*/ 720167 w 971550"/>
                <a:gd name="connsiteY262" fmla="*/ 156591 h 800100"/>
                <a:gd name="connsiteX263" fmla="*/ 936479 w 971550"/>
                <a:gd name="connsiteY263" fmla="*/ 198787 h 800100"/>
                <a:gd name="connsiteX264" fmla="*/ 938765 w 971550"/>
                <a:gd name="connsiteY264" fmla="*/ 200216 h 800100"/>
                <a:gd name="connsiteX265" fmla="*/ 940956 w 971550"/>
                <a:gd name="connsiteY265" fmla="*/ 205264 h 800100"/>
                <a:gd name="connsiteX266" fmla="*/ 941718 w 971550"/>
                <a:gd name="connsiteY266" fmla="*/ 213741 h 800100"/>
                <a:gd name="connsiteX267" fmla="*/ 945909 w 971550"/>
                <a:gd name="connsiteY267" fmla="*/ 218885 h 800100"/>
                <a:gd name="connsiteX268" fmla="*/ 947624 w 971550"/>
                <a:gd name="connsiteY268" fmla="*/ 223266 h 800100"/>
                <a:gd name="connsiteX269" fmla="*/ 948290 w 971550"/>
                <a:gd name="connsiteY269" fmla="*/ 228410 h 800100"/>
                <a:gd name="connsiteX270" fmla="*/ 952005 w 971550"/>
                <a:gd name="connsiteY270" fmla="*/ 230410 h 800100"/>
                <a:gd name="connsiteX271" fmla="*/ 956577 w 971550"/>
                <a:gd name="connsiteY271" fmla="*/ 229552 h 800100"/>
                <a:gd name="connsiteX272" fmla="*/ 958958 w 971550"/>
                <a:gd name="connsiteY272" fmla="*/ 235553 h 800100"/>
                <a:gd name="connsiteX273" fmla="*/ 962959 w 971550"/>
                <a:gd name="connsiteY273" fmla="*/ 237554 h 800100"/>
                <a:gd name="connsiteX274" fmla="*/ 967817 w 971550"/>
                <a:gd name="connsiteY274" fmla="*/ 237268 h 800100"/>
                <a:gd name="connsiteX275" fmla="*/ 971627 w 971550"/>
                <a:gd name="connsiteY275" fmla="*/ 245173 h 800100"/>
                <a:gd name="connsiteX276" fmla="*/ 971341 w 971550"/>
                <a:gd name="connsiteY276" fmla="*/ 250508 h 800100"/>
                <a:gd name="connsiteX277" fmla="*/ 971722 w 971550"/>
                <a:gd name="connsiteY277" fmla="*/ 254127 h 800100"/>
                <a:gd name="connsiteX278" fmla="*/ 976199 w 971550"/>
                <a:gd name="connsiteY278" fmla="*/ 260604 h 800100"/>
                <a:gd name="connsiteX279" fmla="*/ 976770 w 971550"/>
                <a:gd name="connsiteY279" fmla="*/ 267462 h 800100"/>
                <a:gd name="connsiteX280" fmla="*/ 972103 w 971550"/>
                <a:gd name="connsiteY280" fmla="*/ 272606 h 800100"/>
                <a:gd name="connsiteX281" fmla="*/ 967721 w 971550"/>
                <a:gd name="connsiteY281" fmla="*/ 276606 h 800100"/>
                <a:gd name="connsiteX282" fmla="*/ 963816 w 971550"/>
                <a:gd name="connsiteY282" fmla="*/ 280607 h 800100"/>
                <a:gd name="connsiteX283" fmla="*/ 962864 w 971550"/>
                <a:gd name="connsiteY283" fmla="*/ 287941 h 800100"/>
                <a:gd name="connsiteX284" fmla="*/ 955720 w 971550"/>
                <a:gd name="connsiteY284" fmla="*/ 293465 h 800100"/>
                <a:gd name="connsiteX285" fmla="*/ 950005 w 971550"/>
                <a:gd name="connsiteY285" fmla="*/ 301276 h 800100"/>
                <a:gd name="connsiteX286" fmla="*/ 946766 w 971550"/>
                <a:gd name="connsiteY286" fmla="*/ 305372 h 800100"/>
                <a:gd name="connsiteX287" fmla="*/ 945528 w 971550"/>
                <a:gd name="connsiteY287" fmla="*/ 310325 h 800100"/>
                <a:gd name="connsiteX288" fmla="*/ 942861 w 971550"/>
                <a:gd name="connsiteY288" fmla="*/ 314420 h 800100"/>
                <a:gd name="connsiteX289" fmla="*/ 940099 w 971550"/>
                <a:gd name="connsiteY289" fmla="*/ 318421 h 800100"/>
                <a:gd name="connsiteX290" fmla="*/ 937337 w 971550"/>
                <a:gd name="connsiteY290" fmla="*/ 326898 h 800100"/>
                <a:gd name="connsiteX291" fmla="*/ 935432 w 971550"/>
                <a:gd name="connsiteY291" fmla="*/ 331946 h 800100"/>
                <a:gd name="connsiteX292" fmla="*/ 932098 w 971550"/>
                <a:gd name="connsiteY292" fmla="*/ 336042 h 800100"/>
                <a:gd name="connsiteX293" fmla="*/ 928574 w 971550"/>
                <a:gd name="connsiteY293" fmla="*/ 338233 h 800100"/>
                <a:gd name="connsiteX294" fmla="*/ 927526 w 971550"/>
                <a:gd name="connsiteY294" fmla="*/ 342233 h 800100"/>
                <a:gd name="connsiteX295" fmla="*/ 923811 w 971550"/>
                <a:gd name="connsiteY295" fmla="*/ 346139 h 800100"/>
                <a:gd name="connsiteX296" fmla="*/ 918763 w 971550"/>
                <a:gd name="connsiteY296" fmla="*/ 348139 h 800100"/>
                <a:gd name="connsiteX297" fmla="*/ 918572 w 971550"/>
                <a:gd name="connsiteY297" fmla="*/ 353568 h 800100"/>
                <a:gd name="connsiteX298" fmla="*/ 915620 w 971550"/>
                <a:gd name="connsiteY298" fmla="*/ 357188 h 800100"/>
                <a:gd name="connsiteX299" fmla="*/ 918191 w 971550"/>
                <a:gd name="connsiteY299" fmla="*/ 362903 h 800100"/>
                <a:gd name="connsiteX300" fmla="*/ 917334 w 971550"/>
                <a:gd name="connsiteY300" fmla="*/ 366236 h 800100"/>
                <a:gd name="connsiteX301" fmla="*/ 914000 w 971550"/>
                <a:gd name="connsiteY301" fmla="*/ 372618 h 800100"/>
                <a:gd name="connsiteX302" fmla="*/ 907333 w 971550"/>
                <a:gd name="connsiteY302" fmla="*/ 376428 h 800100"/>
                <a:gd name="connsiteX303" fmla="*/ 903904 w 971550"/>
                <a:gd name="connsiteY303" fmla="*/ 383096 h 800100"/>
                <a:gd name="connsiteX304" fmla="*/ 899332 w 971550"/>
                <a:gd name="connsiteY304" fmla="*/ 384715 h 800100"/>
                <a:gd name="connsiteX305" fmla="*/ 896474 w 971550"/>
                <a:gd name="connsiteY305" fmla="*/ 386906 h 800100"/>
                <a:gd name="connsiteX306" fmla="*/ 892855 w 971550"/>
                <a:gd name="connsiteY306" fmla="*/ 386429 h 800100"/>
                <a:gd name="connsiteX307" fmla="*/ 888664 w 971550"/>
                <a:gd name="connsiteY307" fmla="*/ 387668 h 800100"/>
                <a:gd name="connsiteX308" fmla="*/ 887711 w 971550"/>
                <a:gd name="connsiteY308" fmla="*/ 393287 h 800100"/>
                <a:gd name="connsiteX309" fmla="*/ 884378 w 971550"/>
                <a:gd name="connsiteY309" fmla="*/ 396716 h 800100"/>
                <a:gd name="connsiteX310" fmla="*/ 881615 w 971550"/>
                <a:gd name="connsiteY310" fmla="*/ 403003 h 800100"/>
                <a:gd name="connsiteX311" fmla="*/ 877329 w 971550"/>
                <a:gd name="connsiteY311" fmla="*/ 406718 h 800100"/>
                <a:gd name="connsiteX312" fmla="*/ 876662 w 971550"/>
                <a:gd name="connsiteY312" fmla="*/ 411480 h 800100"/>
                <a:gd name="connsiteX313" fmla="*/ 874091 w 971550"/>
                <a:gd name="connsiteY313" fmla="*/ 413385 h 800100"/>
                <a:gd name="connsiteX314" fmla="*/ 873043 w 971550"/>
                <a:gd name="connsiteY314" fmla="*/ 417862 h 800100"/>
                <a:gd name="connsiteX315" fmla="*/ 869900 w 971550"/>
                <a:gd name="connsiteY315" fmla="*/ 418148 h 800100"/>
                <a:gd name="connsiteX316" fmla="*/ 867899 w 971550"/>
                <a:gd name="connsiteY316" fmla="*/ 421672 h 800100"/>
                <a:gd name="connsiteX317" fmla="*/ 863613 w 971550"/>
                <a:gd name="connsiteY317" fmla="*/ 426148 h 800100"/>
                <a:gd name="connsiteX318" fmla="*/ 863423 w 971550"/>
                <a:gd name="connsiteY318" fmla="*/ 431292 h 800100"/>
                <a:gd name="connsiteX319" fmla="*/ 861613 w 971550"/>
                <a:gd name="connsiteY319" fmla="*/ 434912 h 800100"/>
                <a:gd name="connsiteX320" fmla="*/ 859136 w 971550"/>
                <a:gd name="connsiteY320" fmla="*/ 437674 h 800100"/>
                <a:gd name="connsiteX321" fmla="*/ 860946 w 971550"/>
                <a:gd name="connsiteY321" fmla="*/ 442150 h 800100"/>
                <a:gd name="connsiteX322" fmla="*/ 862661 w 971550"/>
                <a:gd name="connsiteY322" fmla="*/ 446723 h 800100"/>
                <a:gd name="connsiteX323" fmla="*/ 859422 w 971550"/>
                <a:gd name="connsiteY323" fmla="*/ 449580 h 800100"/>
                <a:gd name="connsiteX324" fmla="*/ 859613 w 971550"/>
                <a:gd name="connsiteY324" fmla="*/ 453962 h 800100"/>
                <a:gd name="connsiteX325" fmla="*/ 862089 w 971550"/>
                <a:gd name="connsiteY325" fmla="*/ 455867 h 800100"/>
                <a:gd name="connsiteX326" fmla="*/ 863804 w 971550"/>
                <a:gd name="connsiteY326" fmla="*/ 459581 h 800100"/>
                <a:gd name="connsiteX327" fmla="*/ 868566 w 971550"/>
                <a:gd name="connsiteY327" fmla="*/ 459296 h 800100"/>
                <a:gd name="connsiteX328" fmla="*/ 871043 w 971550"/>
                <a:gd name="connsiteY328" fmla="*/ 456819 h 800100"/>
                <a:gd name="connsiteX329" fmla="*/ 873043 w 971550"/>
                <a:gd name="connsiteY329" fmla="*/ 461200 h 800100"/>
                <a:gd name="connsiteX330" fmla="*/ 874662 w 971550"/>
                <a:gd name="connsiteY330" fmla="*/ 463391 h 800100"/>
                <a:gd name="connsiteX331" fmla="*/ 877043 w 971550"/>
                <a:gd name="connsiteY331" fmla="*/ 465773 h 800100"/>
                <a:gd name="connsiteX332" fmla="*/ 879044 w 971550"/>
                <a:gd name="connsiteY332" fmla="*/ 463296 h 800100"/>
                <a:gd name="connsiteX333" fmla="*/ 881139 w 971550"/>
                <a:gd name="connsiteY333" fmla="*/ 463106 h 800100"/>
                <a:gd name="connsiteX334" fmla="*/ 884187 w 971550"/>
                <a:gd name="connsiteY334" fmla="*/ 465773 h 800100"/>
                <a:gd name="connsiteX335" fmla="*/ 883616 w 971550"/>
                <a:gd name="connsiteY335" fmla="*/ 470249 h 800100"/>
                <a:gd name="connsiteX336" fmla="*/ 885425 w 971550"/>
                <a:gd name="connsiteY336" fmla="*/ 472535 h 800100"/>
                <a:gd name="connsiteX337" fmla="*/ 888950 w 971550"/>
                <a:gd name="connsiteY337" fmla="*/ 472916 h 800100"/>
                <a:gd name="connsiteX338" fmla="*/ 891426 w 971550"/>
                <a:gd name="connsiteY338" fmla="*/ 475774 h 800100"/>
                <a:gd name="connsiteX339" fmla="*/ 890569 w 971550"/>
                <a:gd name="connsiteY339" fmla="*/ 480727 h 800100"/>
                <a:gd name="connsiteX340" fmla="*/ 888664 w 971550"/>
                <a:gd name="connsiteY340" fmla="*/ 482918 h 800100"/>
                <a:gd name="connsiteX341" fmla="*/ 886949 w 971550"/>
                <a:gd name="connsiteY341" fmla="*/ 486251 h 800100"/>
                <a:gd name="connsiteX342" fmla="*/ 884473 w 971550"/>
                <a:gd name="connsiteY342" fmla="*/ 489014 h 800100"/>
                <a:gd name="connsiteX343" fmla="*/ 879044 w 971550"/>
                <a:gd name="connsiteY343" fmla="*/ 489775 h 800100"/>
                <a:gd name="connsiteX344" fmla="*/ 879329 w 971550"/>
                <a:gd name="connsiteY344" fmla="*/ 494919 h 800100"/>
                <a:gd name="connsiteX345" fmla="*/ 880758 w 971550"/>
                <a:gd name="connsiteY345" fmla="*/ 495014 h 800100"/>
                <a:gd name="connsiteX346" fmla="*/ 882663 w 971550"/>
                <a:gd name="connsiteY346" fmla="*/ 497777 h 800100"/>
                <a:gd name="connsiteX347" fmla="*/ 881996 w 971550"/>
                <a:gd name="connsiteY347" fmla="*/ 503111 h 800100"/>
                <a:gd name="connsiteX348" fmla="*/ 879996 w 971550"/>
                <a:gd name="connsiteY348" fmla="*/ 506635 h 800100"/>
                <a:gd name="connsiteX349" fmla="*/ 877615 w 971550"/>
                <a:gd name="connsiteY349" fmla="*/ 508635 h 800100"/>
                <a:gd name="connsiteX350" fmla="*/ 877234 w 971550"/>
                <a:gd name="connsiteY350" fmla="*/ 514636 h 800100"/>
                <a:gd name="connsiteX351" fmla="*/ 875519 w 971550"/>
                <a:gd name="connsiteY351" fmla="*/ 516636 h 800100"/>
                <a:gd name="connsiteX352" fmla="*/ 874281 w 971550"/>
                <a:gd name="connsiteY352" fmla="*/ 520541 h 800100"/>
                <a:gd name="connsiteX353" fmla="*/ 870281 w 971550"/>
                <a:gd name="connsiteY353" fmla="*/ 522923 h 800100"/>
                <a:gd name="connsiteX354" fmla="*/ 867423 w 971550"/>
                <a:gd name="connsiteY354" fmla="*/ 524923 h 800100"/>
                <a:gd name="connsiteX355" fmla="*/ 865613 w 971550"/>
                <a:gd name="connsiteY355" fmla="*/ 533400 h 800100"/>
                <a:gd name="connsiteX356" fmla="*/ 865899 w 971550"/>
                <a:gd name="connsiteY356" fmla="*/ 542639 h 800100"/>
                <a:gd name="connsiteX357" fmla="*/ 862661 w 971550"/>
                <a:gd name="connsiteY357" fmla="*/ 553974 h 800100"/>
                <a:gd name="connsiteX358" fmla="*/ 816845 w 971550"/>
                <a:gd name="connsiteY358" fmla="*/ 807149 h 800100"/>
                <a:gd name="connsiteX359" fmla="*/ 816845 w 971550"/>
                <a:gd name="connsiteY359" fmla="*/ 807149 h 800100"/>
                <a:gd name="connsiteX360" fmla="*/ 490328 w 971550"/>
                <a:gd name="connsiteY360" fmla="*/ 743903 h 800100"/>
                <a:gd name="connsiteX361" fmla="*/ 481756 w 971550"/>
                <a:gd name="connsiteY361" fmla="*/ 742950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</a:cxnLst>
              <a:rect l="l" t="t" r="r" b="b"/>
              <a:pathLst>
                <a:path w="971550" h="800100">
                  <a:moveTo>
                    <a:pt x="481756" y="742950"/>
                  </a:moveTo>
                  <a:lnTo>
                    <a:pt x="319640" y="706279"/>
                  </a:lnTo>
                  <a:lnTo>
                    <a:pt x="121997" y="658559"/>
                  </a:lnTo>
                  <a:lnTo>
                    <a:pt x="12554" y="631317"/>
                  </a:lnTo>
                  <a:cubicBezTo>
                    <a:pt x="12459" y="629698"/>
                    <a:pt x="12269" y="627793"/>
                    <a:pt x="11888" y="626840"/>
                  </a:cubicBezTo>
                  <a:cubicBezTo>
                    <a:pt x="11411" y="625602"/>
                    <a:pt x="9697" y="623507"/>
                    <a:pt x="8649" y="622745"/>
                  </a:cubicBezTo>
                  <a:cubicBezTo>
                    <a:pt x="7982" y="622173"/>
                    <a:pt x="6268" y="621697"/>
                    <a:pt x="5601" y="621125"/>
                  </a:cubicBezTo>
                  <a:cubicBezTo>
                    <a:pt x="4934" y="620554"/>
                    <a:pt x="3887" y="619220"/>
                    <a:pt x="3601" y="618458"/>
                  </a:cubicBezTo>
                  <a:cubicBezTo>
                    <a:pt x="3220" y="617506"/>
                    <a:pt x="3506" y="615125"/>
                    <a:pt x="2934" y="614267"/>
                  </a:cubicBezTo>
                  <a:cubicBezTo>
                    <a:pt x="2553" y="613601"/>
                    <a:pt x="743" y="613029"/>
                    <a:pt x="362" y="612362"/>
                  </a:cubicBezTo>
                  <a:cubicBezTo>
                    <a:pt x="-114" y="611219"/>
                    <a:pt x="267" y="608552"/>
                    <a:pt x="648" y="607314"/>
                  </a:cubicBezTo>
                  <a:cubicBezTo>
                    <a:pt x="934" y="606647"/>
                    <a:pt x="2267" y="605885"/>
                    <a:pt x="2363" y="605219"/>
                  </a:cubicBezTo>
                  <a:cubicBezTo>
                    <a:pt x="2458" y="604552"/>
                    <a:pt x="1410" y="603409"/>
                    <a:pt x="1315" y="602837"/>
                  </a:cubicBezTo>
                  <a:cubicBezTo>
                    <a:pt x="1220" y="602075"/>
                    <a:pt x="1601" y="600647"/>
                    <a:pt x="1696" y="599980"/>
                  </a:cubicBezTo>
                  <a:cubicBezTo>
                    <a:pt x="1886" y="598742"/>
                    <a:pt x="2267" y="596360"/>
                    <a:pt x="2267" y="595122"/>
                  </a:cubicBezTo>
                  <a:cubicBezTo>
                    <a:pt x="2267" y="594265"/>
                    <a:pt x="2077" y="592550"/>
                    <a:pt x="1886" y="591693"/>
                  </a:cubicBezTo>
                  <a:cubicBezTo>
                    <a:pt x="1601" y="590741"/>
                    <a:pt x="267" y="589121"/>
                    <a:pt x="77" y="588169"/>
                  </a:cubicBezTo>
                  <a:cubicBezTo>
                    <a:pt x="-114" y="587312"/>
                    <a:pt x="77" y="585407"/>
                    <a:pt x="362" y="584549"/>
                  </a:cubicBezTo>
                  <a:cubicBezTo>
                    <a:pt x="648" y="583692"/>
                    <a:pt x="2363" y="582454"/>
                    <a:pt x="2553" y="581501"/>
                  </a:cubicBezTo>
                  <a:cubicBezTo>
                    <a:pt x="2839" y="580073"/>
                    <a:pt x="1601" y="577310"/>
                    <a:pt x="1505" y="575882"/>
                  </a:cubicBezTo>
                  <a:cubicBezTo>
                    <a:pt x="1410" y="574929"/>
                    <a:pt x="1315" y="573024"/>
                    <a:pt x="1505" y="572072"/>
                  </a:cubicBezTo>
                  <a:cubicBezTo>
                    <a:pt x="1696" y="571119"/>
                    <a:pt x="3029" y="569595"/>
                    <a:pt x="3315" y="568643"/>
                  </a:cubicBezTo>
                  <a:cubicBezTo>
                    <a:pt x="3887" y="566738"/>
                    <a:pt x="3887" y="562737"/>
                    <a:pt x="4458" y="560927"/>
                  </a:cubicBezTo>
                  <a:cubicBezTo>
                    <a:pt x="4934" y="559499"/>
                    <a:pt x="6744" y="557022"/>
                    <a:pt x="7316" y="555593"/>
                  </a:cubicBezTo>
                  <a:cubicBezTo>
                    <a:pt x="8078" y="553784"/>
                    <a:pt x="8840" y="549878"/>
                    <a:pt x="9697" y="548164"/>
                  </a:cubicBezTo>
                  <a:cubicBezTo>
                    <a:pt x="10459" y="546545"/>
                    <a:pt x="13126" y="543878"/>
                    <a:pt x="13793" y="542163"/>
                  </a:cubicBezTo>
                  <a:cubicBezTo>
                    <a:pt x="14650" y="540258"/>
                    <a:pt x="15412" y="536258"/>
                    <a:pt x="15698" y="534162"/>
                  </a:cubicBezTo>
                  <a:cubicBezTo>
                    <a:pt x="15983" y="532448"/>
                    <a:pt x="16555" y="528733"/>
                    <a:pt x="15983" y="527018"/>
                  </a:cubicBezTo>
                  <a:cubicBezTo>
                    <a:pt x="15602" y="525875"/>
                    <a:pt x="13507" y="524351"/>
                    <a:pt x="12935" y="523304"/>
                  </a:cubicBezTo>
                  <a:cubicBezTo>
                    <a:pt x="12745" y="522923"/>
                    <a:pt x="12364" y="522161"/>
                    <a:pt x="12269" y="521684"/>
                  </a:cubicBezTo>
                  <a:cubicBezTo>
                    <a:pt x="12269" y="520922"/>
                    <a:pt x="13221" y="519398"/>
                    <a:pt x="13316" y="518636"/>
                  </a:cubicBezTo>
                  <a:cubicBezTo>
                    <a:pt x="13412" y="517779"/>
                    <a:pt x="13221" y="515969"/>
                    <a:pt x="12935" y="515207"/>
                  </a:cubicBezTo>
                  <a:cubicBezTo>
                    <a:pt x="12650" y="514636"/>
                    <a:pt x="11411" y="513874"/>
                    <a:pt x="11126" y="513302"/>
                  </a:cubicBezTo>
                  <a:cubicBezTo>
                    <a:pt x="10840" y="512731"/>
                    <a:pt x="11126" y="511302"/>
                    <a:pt x="10745" y="510826"/>
                  </a:cubicBezTo>
                  <a:cubicBezTo>
                    <a:pt x="10364" y="510445"/>
                    <a:pt x="9030" y="511016"/>
                    <a:pt x="8649" y="510635"/>
                  </a:cubicBezTo>
                  <a:cubicBezTo>
                    <a:pt x="7982" y="509969"/>
                    <a:pt x="8459" y="507492"/>
                    <a:pt x="8554" y="506444"/>
                  </a:cubicBezTo>
                  <a:cubicBezTo>
                    <a:pt x="8649" y="505492"/>
                    <a:pt x="9411" y="503682"/>
                    <a:pt x="9411" y="502730"/>
                  </a:cubicBezTo>
                  <a:cubicBezTo>
                    <a:pt x="9411" y="501396"/>
                    <a:pt x="8459" y="498729"/>
                    <a:pt x="8459" y="497300"/>
                  </a:cubicBezTo>
                  <a:cubicBezTo>
                    <a:pt x="8459" y="496253"/>
                    <a:pt x="8554" y="494062"/>
                    <a:pt x="8840" y="493014"/>
                  </a:cubicBezTo>
                  <a:cubicBezTo>
                    <a:pt x="9221" y="492062"/>
                    <a:pt x="10554" y="490442"/>
                    <a:pt x="11221" y="489775"/>
                  </a:cubicBezTo>
                  <a:cubicBezTo>
                    <a:pt x="12269" y="488633"/>
                    <a:pt x="14840" y="486918"/>
                    <a:pt x="15793" y="485775"/>
                  </a:cubicBezTo>
                  <a:cubicBezTo>
                    <a:pt x="17222" y="484061"/>
                    <a:pt x="19222" y="480155"/>
                    <a:pt x="20460" y="478346"/>
                  </a:cubicBezTo>
                  <a:cubicBezTo>
                    <a:pt x="21222" y="477203"/>
                    <a:pt x="23032" y="475107"/>
                    <a:pt x="23889" y="473964"/>
                  </a:cubicBezTo>
                  <a:cubicBezTo>
                    <a:pt x="24651" y="472821"/>
                    <a:pt x="25985" y="470535"/>
                    <a:pt x="26651" y="469392"/>
                  </a:cubicBezTo>
                  <a:cubicBezTo>
                    <a:pt x="27318" y="468059"/>
                    <a:pt x="28461" y="465392"/>
                    <a:pt x="29128" y="464058"/>
                  </a:cubicBezTo>
                  <a:cubicBezTo>
                    <a:pt x="29699" y="462915"/>
                    <a:pt x="31033" y="460820"/>
                    <a:pt x="31319" y="459581"/>
                  </a:cubicBezTo>
                  <a:cubicBezTo>
                    <a:pt x="31509" y="458629"/>
                    <a:pt x="31033" y="456629"/>
                    <a:pt x="31414" y="455771"/>
                  </a:cubicBezTo>
                  <a:cubicBezTo>
                    <a:pt x="31795" y="454914"/>
                    <a:pt x="33605" y="453866"/>
                    <a:pt x="34176" y="453104"/>
                  </a:cubicBezTo>
                  <a:cubicBezTo>
                    <a:pt x="34843" y="452342"/>
                    <a:pt x="35700" y="450437"/>
                    <a:pt x="36176" y="449580"/>
                  </a:cubicBezTo>
                  <a:cubicBezTo>
                    <a:pt x="36843" y="448532"/>
                    <a:pt x="38177" y="446532"/>
                    <a:pt x="38843" y="445389"/>
                  </a:cubicBezTo>
                  <a:cubicBezTo>
                    <a:pt x="39701" y="443960"/>
                    <a:pt x="41320" y="441198"/>
                    <a:pt x="41891" y="439674"/>
                  </a:cubicBezTo>
                  <a:cubicBezTo>
                    <a:pt x="42272" y="438817"/>
                    <a:pt x="42844" y="437007"/>
                    <a:pt x="43034" y="436055"/>
                  </a:cubicBezTo>
                  <a:cubicBezTo>
                    <a:pt x="43320" y="434531"/>
                    <a:pt x="43034" y="431483"/>
                    <a:pt x="43320" y="429959"/>
                  </a:cubicBezTo>
                  <a:cubicBezTo>
                    <a:pt x="43511" y="429101"/>
                    <a:pt x="43987" y="427292"/>
                    <a:pt x="44463" y="426530"/>
                  </a:cubicBezTo>
                  <a:cubicBezTo>
                    <a:pt x="44939" y="425768"/>
                    <a:pt x="46273" y="424339"/>
                    <a:pt x="47130" y="423958"/>
                  </a:cubicBezTo>
                  <a:cubicBezTo>
                    <a:pt x="47797" y="423672"/>
                    <a:pt x="49416" y="424053"/>
                    <a:pt x="50083" y="423767"/>
                  </a:cubicBezTo>
                  <a:cubicBezTo>
                    <a:pt x="50940" y="423386"/>
                    <a:pt x="52083" y="421958"/>
                    <a:pt x="52750" y="421386"/>
                  </a:cubicBezTo>
                  <a:cubicBezTo>
                    <a:pt x="53893" y="420338"/>
                    <a:pt x="56084" y="418433"/>
                    <a:pt x="57131" y="417290"/>
                  </a:cubicBezTo>
                  <a:cubicBezTo>
                    <a:pt x="58655" y="415576"/>
                    <a:pt x="61418" y="411861"/>
                    <a:pt x="62751" y="410051"/>
                  </a:cubicBezTo>
                  <a:cubicBezTo>
                    <a:pt x="64656" y="407575"/>
                    <a:pt x="68561" y="402717"/>
                    <a:pt x="70085" y="399955"/>
                  </a:cubicBezTo>
                  <a:cubicBezTo>
                    <a:pt x="71800" y="397097"/>
                    <a:pt x="74181" y="390716"/>
                    <a:pt x="75610" y="387668"/>
                  </a:cubicBezTo>
                  <a:cubicBezTo>
                    <a:pt x="77420" y="383858"/>
                    <a:pt x="81134" y="376238"/>
                    <a:pt x="82849" y="372428"/>
                  </a:cubicBezTo>
                  <a:cubicBezTo>
                    <a:pt x="86183" y="364998"/>
                    <a:pt x="92374" y="350044"/>
                    <a:pt x="95327" y="342424"/>
                  </a:cubicBezTo>
                  <a:cubicBezTo>
                    <a:pt x="97136" y="337757"/>
                    <a:pt x="100470" y="328327"/>
                    <a:pt x="101994" y="323564"/>
                  </a:cubicBezTo>
                  <a:cubicBezTo>
                    <a:pt x="103137" y="320231"/>
                    <a:pt x="105137" y="313658"/>
                    <a:pt x="106280" y="310325"/>
                  </a:cubicBezTo>
                  <a:cubicBezTo>
                    <a:pt x="106852" y="308800"/>
                    <a:pt x="107995" y="305943"/>
                    <a:pt x="108566" y="304419"/>
                  </a:cubicBezTo>
                  <a:cubicBezTo>
                    <a:pt x="109233" y="302419"/>
                    <a:pt x="110471" y="298228"/>
                    <a:pt x="110948" y="296132"/>
                  </a:cubicBezTo>
                  <a:cubicBezTo>
                    <a:pt x="111329" y="294513"/>
                    <a:pt x="111805" y="291370"/>
                    <a:pt x="112091" y="289750"/>
                  </a:cubicBezTo>
                  <a:cubicBezTo>
                    <a:pt x="112281" y="288893"/>
                    <a:pt x="112472" y="286988"/>
                    <a:pt x="112757" y="286131"/>
                  </a:cubicBezTo>
                  <a:cubicBezTo>
                    <a:pt x="113329" y="284702"/>
                    <a:pt x="115234" y="282321"/>
                    <a:pt x="116091" y="281083"/>
                  </a:cubicBezTo>
                  <a:cubicBezTo>
                    <a:pt x="117329" y="279178"/>
                    <a:pt x="119711" y="275177"/>
                    <a:pt x="120663" y="273177"/>
                  </a:cubicBezTo>
                  <a:cubicBezTo>
                    <a:pt x="121330" y="271844"/>
                    <a:pt x="122759" y="269081"/>
                    <a:pt x="123044" y="267653"/>
                  </a:cubicBezTo>
                  <a:cubicBezTo>
                    <a:pt x="123330" y="266129"/>
                    <a:pt x="122663" y="262985"/>
                    <a:pt x="122949" y="261461"/>
                  </a:cubicBezTo>
                  <a:cubicBezTo>
                    <a:pt x="123330" y="259175"/>
                    <a:pt x="125426" y="255079"/>
                    <a:pt x="126188" y="252889"/>
                  </a:cubicBezTo>
                  <a:cubicBezTo>
                    <a:pt x="126759" y="251365"/>
                    <a:pt x="127997" y="248412"/>
                    <a:pt x="128474" y="246888"/>
                  </a:cubicBezTo>
                  <a:cubicBezTo>
                    <a:pt x="128759" y="245936"/>
                    <a:pt x="129331" y="243935"/>
                    <a:pt x="129426" y="242888"/>
                  </a:cubicBezTo>
                  <a:cubicBezTo>
                    <a:pt x="129521" y="242030"/>
                    <a:pt x="129045" y="240221"/>
                    <a:pt x="129426" y="239459"/>
                  </a:cubicBezTo>
                  <a:cubicBezTo>
                    <a:pt x="129712" y="238792"/>
                    <a:pt x="131236" y="237935"/>
                    <a:pt x="131712" y="237363"/>
                  </a:cubicBezTo>
                  <a:cubicBezTo>
                    <a:pt x="131998" y="236887"/>
                    <a:pt x="132569" y="235934"/>
                    <a:pt x="132665" y="235363"/>
                  </a:cubicBezTo>
                  <a:cubicBezTo>
                    <a:pt x="132855" y="234696"/>
                    <a:pt x="132569" y="233267"/>
                    <a:pt x="132665" y="232505"/>
                  </a:cubicBezTo>
                  <a:cubicBezTo>
                    <a:pt x="132760" y="231553"/>
                    <a:pt x="133427" y="229648"/>
                    <a:pt x="133617" y="228695"/>
                  </a:cubicBezTo>
                  <a:cubicBezTo>
                    <a:pt x="133998" y="227362"/>
                    <a:pt x="134855" y="224885"/>
                    <a:pt x="135236" y="223552"/>
                  </a:cubicBezTo>
                  <a:cubicBezTo>
                    <a:pt x="135427" y="222790"/>
                    <a:pt x="135808" y="221361"/>
                    <a:pt x="135903" y="220599"/>
                  </a:cubicBezTo>
                  <a:cubicBezTo>
                    <a:pt x="135998" y="218980"/>
                    <a:pt x="135141" y="215837"/>
                    <a:pt x="135427" y="214217"/>
                  </a:cubicBezTo>
                  <a:cubicBezTo>
                    <a:pt x="135617" y="213265"/>
                    <a:pt x="136475" y="211646"/>
                    <a:pt x="136951" y="210788"/>
                  </a:cubicBezTo>
                  <a:cubicBezTo>
                    <a:pt x="137618" y="209741"/>
                    <a:pt x="139332" y="208026"/>
                    <a:pt x="140094" y="207073"/>
                  </a:cubicBezTo>
                  <a:cubicBezTo>
                    <a:pt x="141142" y="205835"/>
                    <a:pt x="143142" y="203264"/>
                    <a:pt x="143999" y="201835"/>
                  </a:cubicBezTo>
                  <a:cubicBezTo>
                    <a:pt x="145047" y="199930"/>
                    <a:pt x="146762" y="195929"/>
                    <a:pt x="147428" y="193929"/>
                  </a:cubicBezTo>
                  <a:cubicBezTo>
                    <a:pt x="148000" y="192405"/>
                    <a:pt x="148762" y="189262"/>
                    <a:pt x="149238" y="187738"/>
                  </a:cubicBezTo>
                  <a:cubicBezTo>
                    <a:pt x="149619" y="186500"/>
                    <a:pt x="150857" y="184214"/>
                    <a:pt x="151143" y="182975"/>
                  </a:cubicBezTo>
                  <a:cubicBezTo>
                    <a:pt x="151429" y="181832"/>
                    <a:pt x="151715" y="179451"/>
                    <a:pt x="151810" y="178308"/>
                  </a:cubicBezTo>
                  <a:cubicBezTo>
                    <a:pt x="151905" y="177546"/>
                    <a:pt x="151715" y="176117"/>
                    <a:pt x="151905" y="175451"/>
                  </a:cubicBezTo>
                  <a:cubicBezTo>
                    <a:pt x="152191" y="174498"/>
                    <a:pt x="153239" y="172879"/>
                    <a:pt x="153905" y="172212"/>
                  </a:cubicBezTo>
                  <a:cubicBezTo>
                    <a:pt x="154667" y="171450"/>
                    <a:pt x="156668" y="170498"/>
                    <a:pt x="157334" y="169736"/>
                  </a:cubicBezTo>
                  <a:cubicBezTo>
                    <a:pt x="157906" y="169164"/>
                    <a:pt x="158763" y="167640"/>
                    <a:pt x="159144" y="166878"/>
                  </a:cubicBezTo>
                  <a:cubicBezTo>
                    <a:pt x="159811" y="165640"/>
                    <a:pt x="160763" y="163163"/>
                    <a:pt x="161240" y="161830"/>
                  </a:cubicBezTo>
                  <a:cubicBezTo>
                    <a:pt x="161716" y="160496"/>
                    <a:pt x="162287" y="157829"/>
                    <a:pt x="162764" y="156496"/>
                  </a:cubicBezTo>
                  <a:cubicBezTo>
                    <a:pt x="163335" y="154686"/>
                    <a:pt x="164383" y="150971"/>
                    <a:pt x="165050" y="149162"/>
                  </a:cubicBezTo>
                  <a:cubicBezTo>
                    <a:pt x="165716" y="147447"/>
                    <a:pt x="167621" y="144304"/>
                    <a:pt x="168098" y="142589"/>
                  </a:cubicBezTo>
                  <a:cubicBezTo>
                    <a:pt x="168479" y="141256"/>
                    <a:pt x="169241" y="138398"/>
                    <a:pt x="168669" y="137160"/>
                  </a:cubicBezTo>
                  <a:cubicBezTo>
                    <a:pt x="168193" y="136112"/>
                    <a:pt x="165526" y="135541"/>
                    <a:pt x="165145" y="134493"/>
                  </a:cubicBezTo>
                  <a:cubicBezTo>
                    <a:pt x="164859" y="133922"/>
                    <a:pt x="164954" y="132493"/>
                    <a:pt x="165431" y="132017"/>
                  </a:cubicBezTo>
                  <a:cubicBezTo>
                    <a:pt x="166002" y="131445"/>
                    <a:pt x="168098" y="132207"/>
                    <a:pt x="168764" y="131826"/>
                  </a:cubicBezTo>
                  <a:cubicBezTo>
                    <a:pt x="169717" y="131255"/>
                    <a:pt x="170288" y="128873"/>
                    <a:pt x="170860" y="127921"/>
                  </a:cubicBezTo>
                  <a:cubicBezTo>
                    <a:pt x="171622" y="126397"/>
                    <a:pt x="173622" y="123539"/>
                    <a:pt x="173813" y="121920"/>
                  </a:cubicBezTo>
                  <a:cubicBezTo>
                    <a:pt x="174003" y="120682"/>
                    <a:pt x="172670" y="118301"/>
                    <a:pt x="172574" y="117062"/>
                  </a:cubicBezTo>
                  <a:cubicBezTo>
                    <a:pt x="172574" y="116205"/>
                    <a:pt x="172860" y="114395"/>
                    <a:pt x="173241" y="113538"/>
                  </a:cubicBezTo>
                  <a:cubicBezTo>
                    <a:pt x="173527" y="112871"/>
                    <a:pt x="174479" y="111824"/>
                    <a:pt x="174956" y="111252"/>
                  </a:cubicBezTo>
                  <a:cubicBezTo>
                    <a:pt x="175527" y="110395"/>
                    <a:pt x="176861" y="108680"/>
                    <a:pt x="177337" y="107823"/>
                  </a:cubicBezTo>
                  <a:cubicBezTo>
                    <a:pt x="178099" y="106394"/>
                    <a:pt x="179337" y="103251"/>
                    <a:pt x="180004" y="101727"/>
                  </a:cubicBezTo>
                  <a:cubicBezTo>
                    <a:pt x="180861" y="99346"/>
                    <a:pt x="182290" y="94583"/>
                    <a:pt x="183147" y="92202"/>
                  </a:cubicBezTo>
                  <a:cubicBezTo>
                    <a:pt x="183909" y="89916"/>
                    <a:pt x="185624" y="85439"/>
                    <a:pt x="186100" y="83153"/>
                  </a:cubicBezTo>
                  <a:cubicBezTo>
                    <a:pt x="186386" y="81820"/>
                    <a:pt x="186957" y="79153"/>
                    <a:pt x="186767" y="77819"/>
                  </a:cubicBezTo>
                  <a:cubicBezTo>
                    <a:pt x="186576" y="76676"/>
                    <a:pt x="185433" y="74676"/>
                    <a:pt x="185052" y="73533"/>
                  </a:cubicBezTo>
                  <a:cubicBezTo>
                    <a:pt x="184671" y="72485"/>
                    <a:pt x="183528" y="70580"/>
                    <a:pt x="183623" y="69533"/>
                  </a:cubicBezTo>
                  <a:cubicBezTo>
                    <a:pt x="183814" y="67151"/>
                    <a:pt x="186957" y="63246"/>
                    <a:pt x="187910" y="61055"/>
                  </a:cubicBezTo>
                  <a:cubicBezTo>
                    <a:pt x="188576" y="59341"/>
                    <a:pt x="189815" y="55912"/>
                    <a:pt x="190196" y="54197"/>
                  </a:cubicBezTo>
                  <a:cubicBezTo>
                    <a:pt x="190386" y="53150"/>
                    <a:pt x="190767" y="50864"/>
                    <a:pt x="190577" y="49816"/>
                  </a:cubicBezTo>
                  <a:cubicBezTo>
                    <a:pt x="190481" y="48959"/>
                    <a:pt x="189624" y="47244"/>
                    <a:pt x="189624" y="46387"/>
                  </a:cubicBezTo>
                  <a:cubicBezTo>
                    <a:pt x="189529" y="45434"/>
                    <a:pt x="189529" y="43434"/>
                    <a:pt x="190005" y="42577"/>
                  </a:cubicBezTo>
                  <a:cubicBezTo>
                    <a:pt x="190386" y="41815"/>
                    <a:pt x="191910" y="40767"/>
                    <a:pt x="192672" y="40386"/>
                  </a:cubicBezTo>
                  <a:cubicBezTo>
                    <a:pt x="193625" y="39910"/>
                    <a:pt x="196006" y="39910"/>
                    <a:pt x="196863" y="39243"/>
                  </a:cubicBezTo>
                  <a:cubicBezTo>
                    <a:pt x="197911" y="38386"/>
                    <a:pt x="199054" y="35814"/>
                    <a:pt x="199530" y="34481"/>
                  </a:cubicBezTo>
                  <a:cubicBezTo>
                    <a:pt x="200387" y="32195"/>
                    <a:pt x="201054" y="27432"/>
                    <a:pt x="201340" y="24956"/>
                  </a:cubicBezTo>
                  <a:cubicBezTo>
                    <a:pt x="201530" y="22670"/>
                    <a:pt x="201435" y="18002"/>
                    <a:pt x="201149" y="15716"/>
                  </a:cubicBezTo>
                  <a:cubicBezTo>
                    <a:pt x="201054" y="14478"/>
                    <a:pt x="200387" y="12192"/>
                    <a:pt x="200102" y="10954"/>
                  </a:cubicBezTo>
                  <a:cubicBezTo>
                    <a:pt x="199911" y="9906"/>
                    <a:pt x="199340" y="7810"/>
                    <a:pt x="199244" y="6763"/>
                  </a:cubicBezTo>
                  <a:cubicBezTo>
                    <a:pt x="199149" y="5620"/>
                    <a:pt x="199340" y="3429"/>
                    <a:pt x="199530" y="2286"/>
                  </a:cubicBezTo>
                  <a:cubicBezTo>
                    <a:pt x="199625" y="1715"/>
                    <a:pt x="199625" y="95"/>
                    <a:pt x="200197" y="0"/>
                  </a:cubicBezTo>
                  <a:cubicBezTo>
                    <a:pt x="200864" y="0"/>
                    <a:pt x="200864" y="1905"/>
                    <a:pt x="201245" y="2477"/>
                  </a:cubicBezTo>
                  <a:cubicBezTo>
                    <a:pt x="201626" y="3048"/>
                    <a:pt x="202864" y="3905"/>
                    <a:pt x="203340" y="4477"/>
                  </a:cubicBezTo>
                  <a:cubicBezTo>
                    <a:pt x="204102" y="5334"/>
                    <a:pt x="205531" y="6953"/>
                    <a:pt x="206102" y="7906"/>
                  </a:cubicBezTo>
                  <a:cubicBezTo>
                    <a:pt x="206769" y="9049"/>
                    <a:pt x="207150" y="11811"/>
                    <a:pt x="207817" y="12954"/>
                  </a:cubicBezTo>
                  <a:cubicBezTo>
                    <a:pt x="208198" y="13621"/>
                    <a:pt x="209341" y="14954"/>
                    <a:pt x="210008" y="15335"/>
                  </a:cubicBezTo>
                  <a:cubicBezTo>
                    <a:pt x="210674" y="15716"/>
                    <a:pt x="212389" y="16478"/>
                    <a:pt x="213056" y="16097"/>
                  </a:cubicBezTo>
                  <a:cubicBezTo>
                    <a:pt x="213437" y="15811"/>
                    <a:pt x="213532" y="14859"/>
                    <a:pt x="213532" y="14383"/>
                  </a:cubicBezTo>
                  <a:cubicBezTo>
                    <a:pt x="213437" y="13716"/>
                    <a:pt x="212294" y="12764"/>
                    <a:pt x="212294" y="12097"/>
                  </a:cubicBezTo>
                  <a:cubicBezTo>
                    <a:pt x="212294" y="11525"/>
                    <a:pt x="212865" y="10382"/>
                    <a:pt x="213341" y="10287"/>
                  </a:cubicBezTo>
                  <a:cubicBezTo>
                    <a:pt x="214103" y="10097"/>
                    <a:pt x="215342" y="11621"/>
                    <a:pt x="216199" y="11811"/>
                  </a:cubicBezTo>
                  <a:cubicBezTo>
                    <a:pt x="217151" y="12097"/>
                    <a:pt x="219152" y="11906"/>
                    <a:pt x="220104" y="11716"/>
                  </a:cubicBezTo>
                  <a:cubicBezTo>
                    <a:pt x="221152" y="11430"/>
                    <a:pt x="222962" y="9811"/>
                    <a:pt x="224009" y="10001"/>
                  </a:cubicBezTo>
                  <a:cubicBezTo>
                    <a:pt x="224676" y="10192"/>
                    <a:pt x="225343" y="11716"/>
                    <a:pt x="225914" y="12097"/>
                  </a:cubicBezTo>
                  <a:cubicBezTo>
                    <a:pt x="227057" y="12668"/>
                    <a:pt x="229629" y="13335"/>
                    <a:pt x="230963" y="13145"/>
                  </a:cubicBezTo>
                  <a:cubicBezTo>
                    <a:pt x="231534" y="13049"/>
                    <a:pt x="232487" y="12002"/>
                    <a:pt x="233153" y="11906"/>
                  </a:cubicBezTo>
                  <a:cubicBezTo>
                    <a:pt x="234106" y="11811"/>
                    <a:pt x="235916" y="12764"/>
                    <a:pt x="236868" y="12859"/>
                  </a:cubicBezTo>
                  <a:cubicBezTo>
                    <a:pt x="237440" y="12954"/>
                    <a:pt x="238773" y="12954"/>
                    <a:pt x="239249" y="12668"/>
                  </a:cubicBezTo>
                  <a:cubicBezTo>
                    <a:pt x="239916" y="12287"/>
                    <a:pt x="240488" y="10478"/>
                    <a:pt x="241250" y="10287"/>
                  </a:cubicBezTo>
                  <a:cubicBezTo>
                    <a:pt x="242393" y="10001"/>
                    <a:pt x="244679" y="12287"/>
                    <a:pt x="245822" y="11811"/>
                  </a:cubicBezTo>
                  <a:cubicBezTo>
                    <a:pt x="246679" y="11525"/>
                    <a:pt x="248012" y="9716"/>
                    <a:pt x="247727" y="8858"/>
                  </a:cubicBezTo>
                  <a:cubicBezTo>
                    <a:pt x="247631" y="8668"/>
                    <a:pt x="247536" y="8573"/>
                    <a:pt x="247441" y="8382"/>
                  </a:cubicBezTo>
                  <a:cubicBezTo>
                    <a:pt x="248965" y="8477"/>
                    <a:pt x="250679" y="8763"/>
                    <a:pt x="251537" y="8763"/>
                  </a:cubicBezTo>
                  <a:cubicBezTo>
                    <a:pt x="252489" y="8763"/>
                    <a:pt x="254489" y="8477"/>
                    <a:pt x="255347" y="8858"/>
                  </a:cubicBezTo>
                  <a:cubicBezTo>
                    <a:pt x="256775" y="9525"/>
                    <a:pt x="258871" y="12192"/>
                    <a:pt x="259347" y="13621"/>
                  </a:cubicBezTo>
                  <a:cubicBezTo>
                    <a:pt x="259728" y="14859"/>
                    <a:pt x="259157" y="17335"/>
                    <a:pt x="258966" y="18574"/>
                  </a:cubicBezTo>
                  <a:cubicBezTo>
                    <a:pt x="258776" y="19812"/>
                    <a:pt x="257442" y="22098"/>
                    <a:pt x="257728" y="23241"/>
                  </a:cubicBezTo>
                  <a:cubicBezTo>
                    <a:pt x="257918" y="24194"/>
                    <a:pt x="259442" y="25527"/>
                    <a:pt x="260014" y="26194"/>
                  </a:cubicBezTo>
                  <a:cubicBezTo>
                    <a:pt x="260776" y="27146"/>
                    <a:pt x="261919" y="29337"/>
                    <a:pt x="262967" y="29909"/>
                  </a:cubicBezTo>
                  <a:cubicBezTo>
                    <a:pt x="263824" y="30385"/>
                    <a:pt x="265919" y="30099"/>
                    <a:pt x="266872" y="30290"/>
                  </a:cubicBezTo>
                  <a:cubicBezTo>
                    <a:pt x="268110" y="30671"/>
                    <a:pt x="270396" y="32480"/>
                    <a:pt x="271634" y="32385"/>
                  </a:cubicBezTo>
                  <a:cubicBezTo>
                    <a:pt x="273063" y="32290"/>
                    <a:pt x="275159" y="30004"/>
                    <a:pt x="276492" y="29528"/>
                  </a:cubicBezTo>
                  <a:cubicBezTo>
                    <a:pt x="277921" y="29051"/>
                    <a:pt x="280874" y="28861"/>
                    <a:pt x="282302" y="28861"/>
                  </a:cubicBezTo>
                  <a:cubicBezTo>
                    <a:pt x="283636" y="28766"/>
                    <a:pt x="286493" y="28480"/>
                    <a:pt x="287827" y="28956"/>
                  </a:cubicBezTo>
                  <a:cubicBezTo>
                    <a:pt x="289065" y="29432"/>
                    <a:pt x="290970" y="31433"/>
                    <a:pt x="291923" y="32385"/>
                  </a:cubicBezTo>
                  <a:cubicBezTo>
                    <a:pt x="293637" y="34004"/>
                    <a:pt x="296876" y="37529"/>
                    <a:pt x="298400" y="39338"/>
                  </a:cubicBezTo>
                  <a:cubicBezTo>
                    <a:pt x="299733" y="40958"/>
                    <a:pt x="301924" y="44577"/>
                    <a:pt x="303353" y="46101"/>
                  </a:cubicBezTo>
                  <a:cubicBezTo>
                    <a:pt x="304496" y="47244"/>
                    <a:pt x="307258" y="48863"/>
                    <a:pt x="308306" y="50102"/>
                  </a:cubicBezTo>
                  <a:cubicBezTo>
                    <a:pt x="309068" y="50959"/>
                    <a:pt x="310306" y="52959"/>
                    <a:pt x="310592" y="54102"/>
                  </a:cubicBezTo>
                  <a:cubicBezTo>
                    <a:pt x="310973" y="55817"/>
                    <a:pt x="310115" y="59436"/>
                    <a:pt x="310306" y="61151"/>
                  </a:cubicBezTo>
                  <a:cubicBezTo>
                    <a:pt x="310592" y="63151"/>
                    <a:pt x="312116" y="66961"/>
                    <a:pt x="312878" y="68771"/>
                  </a:cubicBezTo>
                  <a:cubicBezTo>
                    <a:pt x="313259" y="69723"/>
                    <a:pt x="314497" y="71342"/>
                    <a:pt x="314687" y="72295"/>
                  </a:cubicBezTo>
                  <a:cubicBezTo>
                    <a:pt x="314973" y="73533"/>
                    <a:pt x="314783" y="76200"/>
                    <a:pt x="314592" y="77534"/>
                  </a:cubicBezTo>
                  <a:cubicBezTo>
                    <a:pt x="314402" y="78772"/>
                    <a:pt x="313068" y="81058"/>
                    <a:pt x="312878" y="82391"/>
                  </a:cubicBezTo>
                  <a:cubicBezTo>
                    <a:pt x="312687" y="83630"/>
                    <a:pt x="313163" y="86011"/>
                    <a:pt x="312878" y="87154"/>
                  </a:cubicBezTo>
                  <a:cubicBezTo>
                    <a:pt x="312687" y="88106"/>
                    <a:pt x="311449" y="89535"/>
                    <a:pt x="311068" y="90392"/>
                  </a:cubicBezTo>
                  <a:cubicBezTo>
                    <a:pt x="310782" y="91154"/>
                    <a:pt x="310020" y="92774"/>
                    <a:pt x="310115" y="93631"/>
                  </a:cubicBezTo>
                  <a:cubicBezTo>
                    <a:pt x="310211" y="94869"/>
                    <a:pt x="311925" y="97060"/>
                    <a:pt x="312211" y="98298"/>
                  </a:cubicBezTo>
                  <a:cubicBezTo>
                    <a:pt x="312497" y="99727"/>
                    <a:pt x="312592" y="102584"/>
                    <a:pt x="312306" y="103918"/>
                  </a:cubicBezTo>
                  <a:cubicBezTo>
                    <a:pt x="312116" y="105156"/>
                    <a:pt x="310973" y="107537"/>
                    <a:pt x="310496" y="108776"/>
                  </a:cubicBezTo>
                  <a:cubicBezTo>
                    <a:pt x="310020" y="109919"/>
                    <a:pt x="308782" y="112014"/>
                    <a:pt x="308496" y="113157"/>
                  </a:cubicBezTo>
                  <a:cubicBezTo>
                    <a:pt x="308210" y="114300"/>
                    <a:pt x="307829" y="116681"/>
                    <a:pt x="308115" y="117824"/>
                  </a:cubicBezTo>
                  <a:cubicBezTo>
                    <a:pt x="308401" y="119063"/>
                    <a:pt x="310020" y="121158"/>
                    <a:pt x="310782" y="122206"/>
                  </a:cubicBezTo>
                  <a:cubicBezTo>
                    <a:pt x="311925" y="123730"/>
                    <a:pt x="314592" y="126683"/>
                    <a:pt x="316116" y="127730"/>
                  </a:cubicBezTo>
                  <a:cubicBezTo>
                    <a:pt x="317354" y="128588"/>
                    <a:pt x="320117" y="129445"/>
                    <a:pt x="321545" y="130016"/>
                  </a:cubicBezTo>
                  <a:cubicBezTo>
                    <a:pt x="323069" y="130588"/>
                    <a:pt x="326308" y="131445"/>
                    <a:pt x="327737" y="132112"/>
                  </a:cubicBezTo>
                  <a:cubicBezTo>
                    <a:pt x="329451" y="132969"/>
                    <a:pt x="332690" y="135065"/>
                    <a:pt x="334214" y="136208"/>
                  </a:cubicBezTo>
                  <a:cubicBezTo>
                    <a:pt x="335166" y="136970"/>
                    <a:pt x="336690" y="138875"/>
                    <a:pt x="337738" y="139446"/>
                  </a:cubicBezTo>
                  <a:cubicBezTo>
                    <a:pt x="338405" y="139827"/>
                    <a:pt x="340024" y="140399"/>
                    <a:pt x="340881" y="140399"/>
                  </a:cubicBezTo>
                  <a:cubicBezTo>
                    <a:pt x="341738" y="140399"/>
                    <a:pt x="343453" y="139541"/>
                    <a:pt x="344310" y="139732"/>
                  </a:cubicBezTo>
                  <a:cubicBezTo>
                    <a:pt x="345548" y="139922"/>
                    <a:pt x="347739" y="141065"/>
                    <a:pt x="348596" y="142018"/>
                  </a:cubicBezTo>
                  <a:cubicBezTo>
                    <a:pt x="349549" y="143066"/>
                    <a:pt x="349549" y="146495"/>
                    <a:pt x="350692" y="147447"/>
                  </a:cubicBezTo>
                  <a:cubicBezTo>
                    <a:pt x="351644" y="148114"/>
                    <a:pt x="354216" y="147828"/>
                    <a:pt x="355359" y="147828"/>
                  </a:cubicBezTo>
                  <a:cubicBezTo>
                    <a:pt x="356978" y="147828"/>
                    <a:pt x="360217" y="147542"/>
                    <a:pt x="361741" y="147161"/>
                  </a:cubicBezTo>
                  <a:cubicBezTo>
                    <a:pt x="362693" y="146876"/>
                    <a:pt x="364313" y="145542"/>
                    <a:pt x="365265" y="145352"/>
                  </a:cubicBezTo>
                  <a:cubicBezTo>
                    <a:pt x="366694" y="144971"/>
                    <a:pt x="369837" y="144780"/>
                    <a:pt x="371361" y="144971"/>
                  </a:cubicBezTo>
                  <a:cubicBezTo>
                    <a:pt x="372409" y="145066"/>
                    <a:pt x="374409" y="146018"/>
                    <a:pt x="375457" y="146114"/>
                  </a:cubicBezTo>
                  <a:cubicBezTo>
                    <a:pt x="376886" y="146209"/>
                    <a:pt x="379648" y="145542"/>
                    <a:pt x="380981" y="145161"/>
                  </a:cubicBezTo>
                  <a:cubicBezTo>
                    <a:pt x="381934" y="144875"/>
                    <a:pt x="383648" y="143732"/>
                    <a:pt x="384696" y="143637"/>
                  </a:cubicBezTo>
                  <a:cubicBezTo>
                    <a:pt x="385839" y="143447"/>
                    <a:pt x="388220" y="144304"/>
                    <a:pt x="389363" y="144113"/>
                  </a:cubicBezTo>
                  <a:cubicBezTo>
                    <a:pt x="390221" y="143923"/>
                    <a:pt x="391649" y="142589"/>
                    <a:pt x="392507" y="142399"/>
                  </a:cubicBezTo>
                  <a:cubicBezTo>
                    <a:pt x="393745" y="142113"/>
                    <a:pt x="396602" y="142970"/>
                    <a:pt x="397745" y="142399"/>
                  </a:cubicBezTo>
                  <a:cubicBezTo>
                    <a:pt x="398888" y="141827"/>
                    <a:pt x="400031" y="139256"/>
                    <a:pt x="400984" y="138398"/>
                  </a:cubicBezTo>
                  <a:cubicBezTo>
                    <a:pt x="401936" y="137541"/>
                    <a:pt x="404222" y="136112"/>
                    <a:pt x="405556" y="135731"/>
                  </a:cubicBezTo>
                  <a:cubicBezTo>
                    <a:pt x="406699" y="135350"/>
                    <a:pt x="409080" y="134969"/>
                    <a:pt x="410223" y="135350"/>
                  </a:cubicBezTo>
                  <a:cubicBezTo>
                    <a:pt x="411366" y="135731"/>
                    <a:pt x="412985" y="137732"/>
                    <a:pt x="414033" y="138303"/>
                  </a:cubicBezTo>
                  <a:cubicBezTo>
                    <a:pt x="415271" y="139065"/>
                    <a:pt x="418129" y="140208"/>
                    <a:pt x="419558" y="140303"/>
                  </a:cubicBezTo>
                  <a:cubicBezTo>
                    <a:pt x="420701" y="140399"/>
                    <a:pt x="422796" y="139256"/>
                    <a:pt x="423939" y="139160"/>
                  </a:cubicBezTo>
                  <a:cubicBezTo>
                    <a:pt x="425273" y="139065"/>
                    <a:pt x="427844" y="139827"/>
                    <a:pt x="429178" y="140018"/>
                  </a:cubicBezTo>
                  <a:cubicBezTo>
                    <a:pt x="430416" y="140208"/>
                    <a:pt x="432988" y="140875"/>
                    <a:pt x="434321" y="140684"/>
                  </a:cubicBezTo>
                  <a:cubicBezTo>
                    <a:pt x="435655" y="140589"/>
                    <a:pt x="438131" y="138875"/>
                    <a:pt x="439465" y="138970"/>
                  </a:cubicBezTo>
                  <a:cubicBezTo>
                    <a:pt x="440608" y="139065"/>
                    <a:pt x="442608" y="140399"/>
                    <a:pt x="443561" y="141065"/>
                  </a:cubicBezTo>
                  <a:cubicBezTo>
                    <a:pt x="444799" y="142018"/>
                    <a:pt x="446609" y="144685"/>
                    <a:pt x="447942" y="145447"/>
                  </a:cubicBezTo>
                  <a:cubicBezTo>
                    <a:pt x="449085" y="146209"/>
                    <a:pt x="451562" y="147066"/>
                    <a:pt x="452895" y="147257"/>
                  </a:cubicBezTo>
                  <a:cubicBezTo>
                    <a:pt x="454038" y="147447"/>
                    <a:pt x="456419" y="146780"/>
                    <a:pt x="457562" y="146876"/>
                  </a:cubicBezTo>
                  <a:cubicBezTo>
                    <a:pt x="458610" y="146876"/>
                    <a:pt x="460706" y="147257"/>
                    <a:pt x="461658" y="147733"/>
                  </a:cubicBezTo>
                  <a:cubicBezTo>
                    <a:pt x="463182" y="148495"/>
                    <a:pt x="465087" y="151352"/>
                    <a:pt x="466516" y="152400"/>
                  </a:cubicBezTo>
                  <a:cubicBezTo>
                    <a:pt x="467849" y="153448"/>
                    <a:pt x="471088" y="154496"/>
                    <a:pt x="472136" y="155829"/>
                  </a:cubicBezTo>
                  <a:cubicBezTo>
                    <a:pt x="472802" y="156686"/>
                    <a:pt x="473469" y="158782"/>
                    <a:pt x="473564" y="159830"/>
                  </a:cubicBezTo>
                  <a:cubicBezTo>
                    <a:pt x="473660" y="161163"/>
                    <a:pt x="472231" y="163830"/>
                    <a:pt x="472707" y="165068"/>
                  </a:cubicBezTo>
                  <a:cubicBezTo>
                    <a:pt x="473088" y="166116"/>
                    <a:pt x="475184" y="167354"/>
                    <a:pt x="476231" y="167640"/>
                  </a:cubicBezTo>
                  <a:cubicBezTo>
                    <a:pt x="477470" y="167926"/>
                    <a:pt x="480137" y="167735"/>
                    <a:pt x="481184" y="167069"/>
                  </a:cubicBezTo>
                  <a:cubicBezTo>
                    <a:pt x="482327" y="166307"/>
                    <a:pt x="482613" y="162973"/>
                    <a:pt x="483756" y="162116"/>
                  </a:cubicBezTo>
                  <a:cubicBezTo>
                    <a:pt x="484613" y="161354"/>
                    <a:pt x="487852" y="160973"/>
                    <a:pt x="488233" y="160973"/>
                  </a:cubicBezTo>
                  <a:cubicBezTo>
                    <a:pt x="488709" y="160973"/>
                    <a:pt x="492043" y="162973"/>
                    <a:pt x="493472" y="163354"/>
                  </a:cubicBezTo>
                  <a:cubicBezTo>
                    <a:pt x="495091" y="163830"/>
                    <a:pt x="498520" y="163068"/>
                    <a:pt x="499949" y="163925"/>
                  </a:cubicBezTo>
                  <a:cubicBezTo>
                    <a:pt x="500711" y="164306"/>
                    <a:pt x="501187" y="166211"/>
                    <a:pt x="501949" y="166592"/>
                  </a:cubicBezTo>
                  <a:cubicBezTo>
                    <a:pt x="502711" y="167069"/>
                    <a:pt x="504521" y="167640"/>
                    <a:pt x="505378" y="167450"/>
                  </a:cubicBezTo>
                  <a:cubicBezTo>
                    <a:pt x="506426" y="167164"/>
                    <a:pt x="507759" y="165164"/>
                    <a:pt x="508807" y="164592"/>
                  </a:cubicBezTo>
                  <a:cubicBezTo>
                    <a:pt x="510140" y="163925"/>
                    <a:pt x="513188" y="163259"/>
                    <a:pt x="514712" y="163163"/>
                  </a:cubicBezTo>
                  <a:cubicBezTo>
                    <a:pt x="516427" y="162973"/>
                    <a:pt x="519951" y="163735"/>
                    <a:pt x="521666" y="163544"/>
                  </a:cubicBezTo>
                  <a:cubicBezTo>
                    <a:pt x="523475" y="163449"/>
                    <a:pt x="527000" y="162878"/>
                    <a:pt x="528619" y="162116"/>
                  </a:cubicBezTo>
                  <a:cubicBezTo>
                    <a:pt x="529857" y="161544"/>
                    <a:pt x="531762" y="159163"/>
                    <a:pt x="533000" y="158591"/>
                  </a:cubicBezTo>
                  <a:cubicBezTo>
                    <a:pt x="534429" y="158020"/>
                    <a:pt x="537763" y="157639"/>
                    <a:pt x="539382" y="157925"/>
                  </a:cubicBezTo>
                  <a:cubicBezTo>
                    <a:pt x="540811" y="158210"/>
                    <a:pt x="543478" y="159639"/>
                    <a:pt x="544430" y="160592"/>
                  </a:cubicBezTo>
                  <a:cubicBezTo>
                    <a:pt x="545573" y="161830"/>
                    <a:pt x="546335" y="165259"/>
                    <a:pt x="547383" y="166497"/>
                  </a:cubicBezTo>
                  <a:cubicBezTo>
                    <a:pt x="548431" y="167831"/>
                    <a:pt x="551193" y="170021"/>
                    <a:pt x="552717" y="170593"/>
                  </a:cubicBezTo>
                  <a:cubicBezTo>
                    <a:pt x="555860" y="171736"/>
                    <a:pt x="562718" y="171641"/>
                    <a:pt x="566052" y="171260"/>
                  </a:cubicBezTo>
                  <a:cubicBezTo>
                    <a:pt x="568052" y="171069"/>
                    <a:pt x="571767" y="169069"/>
                    <a:pt x="573863" y="169164"/>
                  </a:cubicBezTo>
                  <a:cubicBezTo>
                    <a:pt x="575006" y="169259"/>
                    <a:pt x="577101" y="170783"/>
                    <a:pt x="578244" y="170879"/>
                  </a:cubicBezTo>
                  <a:cubicBezTo>
                    <a:pt x="579578" y="170879"/>
                    <a:pt x="582149" y="170021"/>
                    <a:pt x="583197" y="169259"/>
                  </a:cubicBezTo>
                  <a:cubicBezTo>
                    <a:pt x="584054" y="168783"/>
                    <a:pt x="584912" y="166783"/>
                    <a:pt x="585769" y="166307"/>
                  </a:cubicBezTo>
                  <a:cubicBezTo>
                    <a:pt x="586531" y="165830"/>
                    <a:pt x="588531" y="165449"/>
                    <a:pt x="589484" y="165354"/>
                  </a:cubicBezTo>
                  <a:cubicBezTo>
                    <a:pt x="591198" y="165164"/>
                    <a:pt x="594532" y="165545"/>
                    <a:pt x="596246" y="165449"/>
                  </a:cubicBezTo>
                  <a:cubicBezTo>
                    <a:pt x="597866" y="165354"/>
                    <a:pt x="601199" y="164878"/>
                    <a:pt x="602914" y="164592"/>
                  </a:cubicBezTo>
                  <a:cubicBezTo>
                    <a:pt x="605390" y="164116"/>
                    <a:pt x="610058" y="162592"/>
                    <a:pt x="612534" y="162211"/>
                  </a:cubicBezTo>
                  <a:cubicBezTo>
                    <a:pt x="615677" y="161735"/>
                    <a:pt x="622250" y="161068"/>
                    <a:pt x="625393" y="161449"/>
                  </a:cubicBezTo>
                  <a:cubicBezTo>
                    <a:pt x="627393" y="161735"/>
                    <a:pt x="631013" y="163830"/>
                    <a:pt x="633013" y="164021"/>
                  </a:cubicBezTo>
                  <a:cubicBezTo>
                    <a:pt x="635013" y="164116"/>
                    <a:pt x="638918" y="162973"/>
                    <a:pt x="640823" y="162497"/>
                  </a:cubicBezTo>
                  <a:cubicBezTo>
                    <a:pt x="641871" y="162211"/>
                    <a:pt x="643871" y="161830"/>
                    <a:pt x="644824" y="161258"/>
                  </a:cubicBezTo>
                  <a:cubicBezTo>
                    <a:pt x="645967" y="160496"/>
                    <a:pt x="647396" y="158115"/>
                    <a:pt x="648348" y="157163"/>
                  </a:cubicBezTo>
                  <a:cubicBezTo>
                    <a:pt x="649110" y="156496"/>
                    <a:pt x="650634" y="155162"/>
                    <a:pt x="651587" y="154877"/>
                  </a:cubicBezTo>
                  <a:cubicBezTo>
                    <a:pt x="652825" y="154591"/>
                    <a:pt x="655587" y="154781"/>
                    <a:pt x="656825" y="155353"/>
                  </a:cubicBezTo>
                  <a:cubicBezTo>
                    <a:pt x="658159" y="155924"/>
                    <a:pt x="659778" y="158591"/>
                    <a:pt x="661112" y="159353"/>
                  </a:cubicBezTo>
                  <a:cubicBezTo>
                    <a:pt x="661969" y="159830"/>
                    <a:pt x="663874" y="160306"/>
                    <a:pt x="664826" y="160306"/>
                  </a:cubicBezTo>
                  <a:cubicBezTo>
                    <a:pt x="666065" y="160306"/>
                    <a:pt x="668541" y="159258"/>
                    <a:pt x="669779" y="159353"/>
                  </a:cubicBezTo>
                  <a:cubicBezTo>
                    <a:pt x="670732" y="159353"/>
                    <a:pt x="672542" y="160401"/>
                    <a:pt x="673494" y="160496"/>
                  </a:cubicBezTo>
                  <a:cubicBezTo>
                    <a:pt x="674923" y="160687"/>
                    <a:pt x="677876" y="160115"/>
                    <a:pt x="679304" y="159925"/>
                  </a:cubicBezTo>
                  <a:cubicBezTo>
                    <a:pt x="680924" y="159734"/>
                    <a:pt x="684162" y="158877"/>
                    <a:pt x="685781" y="158972"/>
                  </a:cubicBezTo>
                  <a:cubicBezTo>
                    <a:pt x="687020" y="158972"/>
                    <a:pt x="689591" y="159544"/>
                    <a:pt x="690734" y="160115"/>
                  </a:cubicBezTo>
                  <a:cubicBezTo>
                    <a:pt x="691973" y="160687"/>
                    <a:pt x="693973" y="162973"/>
                    <a:pt x="695306" y="163354"/>
                  </a:cubicBezTo>
                  <a:cubicBezTo>
                    <a:pt x="697211" y="163925"/>
                    <a:pt x="701402" y="163449"/>
                    <a:pt x="703403" y="163354"/>
                  </a:cubicBezTo>
                  <a:cubicBezTo>
                    <a:pt x="704736" y="163259"/>
                    <a:pt x="707498" y="162973"/>
                    <a:pt x="708737" y="162592"/>
                  </a:cubicBezTo>
                  <a:cubicBezTo>
                    <a:pt x="710261" y="162211"/>
                    <a:pt x="713118" y="160782"/>
                    <a:pt x="714547" y="160020"/>
                  </a:cubicBezTo>
                  <a:cubicBezTo>
                    <a:pt x="715976" y="159258"/>
                    <a:pt x="720167" y="156591"/>
                    <a:pt x="720167" y="156591"/>
                  </a:cubicBezTo>
                  <a:lnTo>
                    <a:pt x="936479" y="198787"/>
                  </a:lnTo>
                  <a:cubicBezTo>
                    <a:pt x="936479" y="198787"/>
                    <a:pt x="938289" y="199739"/>
                    <a:pt x="938765" y="200216"/>
                  </a:cubicBezTo>
                  <a:cubicBezTo>
                    <a:pt x="939623" y="201263"/>
                    <a:pt x="940575" y="203930"/>
                    <a:pt x="940956" y="205264"/>
                  </a:cubicBezTo>
                  <a:cubicBezTo>
                    <a:pt x="941528" y="207359"/>
                    <a:pt x="940956" y="211741"/>
                    <a:pt x="941718" y="213741"/>
                  </a:cubicBezTo>
                  <a:cubicBezTo>
                    <a:pt x="942385" y="215265"/>
                    <a:pt x="945052" y="217456"/>
                    <a:pt x="945909" y="218885"/>
                  </a:cubicBezTo>
                  <a:cubicBezTo>
                    <a:pt x="946481" y="219932"/>
                    <a:pt x="947338" y="222123"/>
                    <a:pt x="947624" y="223266"/>
                  </a:cubicBezTo>
                  <a:cubicBezTo>
                    <a:pt x="947909" y="224504"/>
                    <a:pt x="947528" y="227362"/>
                    <a:pt x="948290" y="228410"/>
                  </a:cubicBezTo>
                  <a:cubicBezTo>
                    <a:pt x="948862" y="229267"/>
                    <a:pt x="950957" y="230219"/>
                    <a:pt x="952005" y="230410"/>
                  </a:cubicBezTo>
                  <a:cubicBezTo>
                    <a:pt x="953148" y="230600"/>
                    <a:pt x="955625" y="228981"/>
                    <a:pt x="956577" y="229552"/>
                  </a:cubicBezTo>
                  <a:cubicBezTo>
                    <a:pt x="958006" y="230315"/>
                    <a:pt x="957911" y="234410"/>
                    <a:pt x="958958" y="235553"/>
                  </a:cubicBezTo>
                  <a:cubicBezTo>
                    <a:pt x="959720" y="236411"/>
                    <a:pt x="961911" y="237363"/>
                    <a:pt x="962959" y="237554"/>
                  </a:cubicBezTo>
                  <a:cubicBezTo>
                    <a:pt x="964197" y="237839"/>
                    <a:pt x="966769" y="236696"/>
                    <a:pt x="967817" y="237268"/>
                  </a:cubicBezTo>
                  <a:cubicBezTo>
                    <a:pt x="969722" y="238411"/>
                    <a:pt x="971246" y="243078"/>
                    <a:pt x="971627" y="245173"/>
                  </a:cubicBezTo>
                  <a:cubicBezTo>
                    <a:pt x="971912" y="246507"/>
                    <a:pt x="971341" y="249174"/>
                    <a:pt x="971341" y="250508"/>
                  </a:cubicBezTo>
                  <a:cubicBezTo>
                    <a:pt x="971341" y="251460"/>
                    <a:pt x="971436" y="253270"/>
                    <a:pt x="971722" y="254127"/>
                  </a:cubicBezTo>
                  <a:cubicBezTo>
                    <a:pt x="972389" y="255937"/>
                    <a:pt x="975532" y="258699"/>
                    <a:pt x="976199" y="260604"/>
                  </a:cubicBezTo>
                  <a:cubicBezTo>
                    <a:pt x="976770" y="262223"/>
                    <a:pt x="977342" y="265843"/>
                    <a:pt x="976770" y="267462"/>
                  </a:cubicBezTo>
                  <a:cubicBezTo>
                    <a:pt x="976199" y="269081"/>
                    <a:pt x="973341" y="271367"/>
                    <a:pt x="972103" y="272606"/>
                  </a:cubicBezTo>
                  <a:cubicBezTo>
                    <a:pt x="971055" y="273653"/>
                    <a:pt x="968769" y="275558"/>
                    <a:pt x="967721" y="276606"/>
                  </a:cubicBezTo>
                  <a:cubicBezTo>
                    <a:pt x="966769" y="277559"/>
                    <a:pt x="964483" y="279368"/>
                    <a:pt x="963816" y="280607"/>
                  </a:cubicBezTo>
                  <a:cubicBezTo>
                    <a:pt x="963054" y="282321"/>
                    <a:pt x="963816" y="286322"/>
                    <a:pt x="962864" y="287941"/>
                  </a:cubicBezTo>
                  <a:cubicBezTo>
                    <a:pt x="961721" y="289941"/>
                    <a:pt x="957339" y="291846"/>
                    <a:pt x="955720" y="293465"/>
                  </a:cubicBezTo>
                  <a:cubicBezTo>
                    <a:pt x="954005" y="295180"/>
                    <a:pt x="951529" y="299371"/>
                    <a:pt x="950005" y="301276"/>
                  </a:cubicBezTo>
                  <a:cubicBezTo>
                    <a:pt x="949243" y="302323"/>
                    <a:pt x="947338" y="304229"/>
                    <a:pt x="946766" y="305372"/>
                  </a:cubicBezTo>
                  <a:cubicBezTo>
                    <a:pt x="946195" y="306515"/>
                    <a:pt x="946004" y="309182"/>
                    <a:pt x="945528" y="310325"/>
                  </a:cubicBezTo>
                  <a:cubicBezTo>
                    <a:pt x="945052" y="311468"/>
                    <a:pt x="943528" y="313373"/>
                    <a:pt x="942861" y="314420"/>
                  </a:cubicBezTo>
                  <a:cubicBezTo>
                    <a:pt x="942194" y="315373"/>
                    <a:pt x="940670" y="317373"/>
                    <a:pt x="940099" y="318421"/>
                  </a:cubicBezTo>
                  <a:cubicBezTo>
                    <a:pt x="939146" y="320421"/>
                    <a:pt x="938099" y="324803"/>
                    <a:pt x="937337" y="326898"/>
                  </a:cubicBezTo>
                  <a:cubicBezTo>
                    <a:pt x="936860" y="328136"/>
                    <a:pt x="936098" y="330803"/>
                    <a:pt x="935432" y="331946"/>
                  </a:cubicBezTo>
                  <a:cubicBezTo>
                    <a:pt x="934765" y="333089"/>
                    <a:pt x="933146" y="335185"/>
                    <a:pt x="932098" y="336042"/>
                  </a:cubicBezTo>
                  <a:cubicBezTo>
                    <a:pt x="931336" y="336709"/>
                    <a:pt x="929145" y="337375"/>
                    <a:pt x="928574" y="338233"/>
                  </a:cubicBezTo>
                  <a:cubicBezTo>
                    <a:pt x="928002" y="339090"/>
                    <a:pt x="928002" y="341281"/>
                    <a:pt x="927526" y="342233"/>
                  </a:cubicBezTo>
                  <a:cubicBezTo>
                    <a:pt x="926859" y="343376"/>
                    <a:pt x="924954" y="345377"/>
                    <a:pt x="923811" y="346139"/>
                  </a:cubicBezTo>
                  <a:cubicBezTo>
                    <a:pt x="922668" y="346900"/>
                    <a:pt x="919525" y="347091"/>
                    <a:pt x="918763" y="348139"/>
                  </a:cubicBezTo>
                  <a:cubicBezTo>
                    <a:pt x="918001" y="349282"/>
                    <a:pt x="919144" y="352330"/>
                    <a:pt x="918572" y="353568"/>
                  </a:cubicBezTo>
                  <a:cubicBezTo>
                    <a:pt x="918191" y="354711"/>
                    <a:pt x="915810" y="356045"/>
                    <a:pt x="915620" y="357188"/>
                  </a:cubicBezTo>
                  <a:cubicBezTo>
                    <a:pt x="915429" y="358712"/>
                    <a:pt x="918096" y="361379"/>
                    <a:pt x="918191" y="362903"/>
                  </a:cubicBezTo>
                  <a:cubicBezTo>
                    <a:pt x="918287" y="363760"/>
                    <a:pt x="917620" y="365474"/>
                    <a:pt x="917334" y="366236"/>
                  </a:cubicBezTo>
                  <a:cubicBezTo>
                    <a:pt x="916667" y="367951"/>
                    <a:pt x="915239" y="371285"/>
                    <a:pt x="914000" y="372618"/>
                  </a:cubicBezTo>
                  <a:cubicBezTo>
                    <a:pt x="912667" y="374047"/>
                    <a:pt x="908666" y="375095"/>
                    <a:pt x="907333" y="376428"/>
                  </a:cubicBezTo>
                  <a:cubicBezTo>
                    <a:pt x="905999" y="377762"/>
                    <a:pt x="905333" y="381857"/>
                    <a:pt x="903904" y="383096"/>
                  </a:cubicBezTo>
                  <a:cubicBezTo>
                    <a:pt x="902951" y="383858"/>
                    <a:pt x="900380" y="384143"/>
                    <a:pt x="899332" y="384715"/>
                  </a:cubicBezTo>
                  <a:cubicBezTo>
                    <a:pt x="898570" y="385096"/>
                    <a:pt x="897332" y="386620"/>
                    <a:pt x="896474" y="386906"/>
                  </a:cubicBezTo>
                  <a:cubicBezTo>
                    <a:pt x="895617" y="387096"/>
                    <a:pt x="893712" y="386334"/>
                    <a:pt x="892855" y="386429"/>
                  </a:cubicBezTo>
                  <a:cubicBezTo>
                    <a:pt x="891712" y="386525"/>
                    <a:pt x="889331" y="386906"/>
                    <a:pt x="888664" y="387668"/>
                  </a:cubicBezTo>
                  <a:cubicBezTo>
                    <a:pt x="887711" y="388715"/>
                    <a:pt x="888378" y="392049"/>
                    <a:pt x="887711" y="393287"/>
                  </a:cubicBezTo>
                  <a:cubicBezTo>
                    <a:pt x="887140" y="394335"/>
                    <a:pt x="885044" y="395764"/>
                    <a:pt x="884378" y="396716"/>
                  </a:cubicBezTo>
                  <a:cubicBezTo>
                    <a:pt x="883425" y="398145"/>
                    <a:pt x="882568" y="401669"/>
                    <a:pt x="881615" y="403003"/>
                  </a:cubicBezTo>
                  <a:cubicBezTo>
                    <a:pt x="880758" y="404146"/>
                    <a:pt x="877996" y="405479"/>
                    <a:pt x="877329" y="406718"/>
                  </a:cubicBezTo>
                  <a:cubicBezTo>
                    <a:pt x="876758" y="407765"/>
                    <a:pt x="877234" y="410432"/>
                    <a:pt x="876662" y="411480"/>
                  </a:cubicBezTo>
                  <a:cubicBezTo>
                    <a:pt x="876281" y="412147"/>
                    <a:pt x="874567" y="412718"/>
                    <a:pt x="874091" y="413385"/>
                  </a:cubicBezTo>
                  <a:cubicBezTo>
                    <a:pt x="873424" y="414338"/>
                    <a:pt x="873900" y="417100"/>
                    <a:pt x="873043" y="417862"/>
                  </a:cubicBezTo>
                  <a:cubicBezTo>
                    <a:pt x="872471" y="418338"/>
                    <a:pt x="870566" y="417671"/>
                    <a:pt x="869900" y="418148"/>
                  </a:cubicBezTo>
                  <a:cubicBezTo>
                    <a:pt x="869042" y="418719"/>
                    <a:pt x="868471" y="420815"/>
                    <a:pt x="867899" y="421672"/>
                  </a:cubicBezTo>
                  <a:cubicBezTo>
                    <a:pt x="866947" y="422910"/>
                    <a:pt x="864185" y="424720"/>
                    <a:pt x="863613" y="426148"/>
                  </a:cubicBezTo>
                  <a:cubicBezTo>
                    <a:pt x="863137" y="427387"/>
                    <a:pt x="863804" y="430054"/>
                    <a:pt x="863423" y="431292"/>
                  </a:cubicBezTo>
                  <a:cubicBezTo>
                    <a:pt x="863137" y="432245"/>
                    <a:pt x="862184" y="434054"/>
                    <a:pt x="861613" y="434912"/>
                  </a:cubicBezTo>
                  <a:cubicBezTo>
                    <a:pt x="861041" y="435673"/>
                    <a:pt x="859232" y="436817"/>
                    <a:pt x="859136" y="437674"/>
                  </a:cubicBezTo>
                  <a:cubicBezTo>
                    <a:pt x="858946" y="438817"/>
                    <a:pt x="860470" y="441008"/>
                    <a:pt x="860946" y="442150"/>
                  </a:cubicBezTo>
                  <a:cubicBezTo>
                    <a:pt x="861422" y="443294"/>
                    <a:pt x="863042" y="445580"/>
                    <a:pt x="862661" y="446723"/>
                  </a:cubicBezTo>
                  <a:cubicBezTo>
                    <a:pt x="862375" y="447770"/>
                    <a:pt x="859898" y="448628"/>
                    <a:pt x="859422" y="449580"/>
                  </a:cubicBezTo>
                  <a:cubicBezTo>
                    <a:pt x="858946" y="450533"/>
                    <a:pt x="859041" y="452914"/>
                    <a:pt x="859613" y="453962"/>
                  </a:cubicBezTo>
                  <a:cubicBezTo>
                    <a:pt x="859994" y="454628"/>
                    <a:pt x="861613" y="455295"/>
                    <a:pt x="862089" y="455867"/>
                  </a:cubicBezTo>
                  <a:cubicBezTo>
                    <a:pt x="862756" y="456629"/>
                    <a:pt x="862946" y="459105"/>
                    <a:pt x="863804" y="459581"/>
                  </a:cubicBezTo>
                  <a:cubicBezTo>
                    <a:pt x="864851" y="460153"/>
                    <a:pt x="867423" y="459772"/>
                    <a:pt x="868566" y="459296"/>
                  </a:cubicBezTo>
                  <a:cubicBezTo>
                    <a:pt x="869328" y="458915"/>
                    <a:pt x="870185" y="456724"/>
                    <a:pt x="871043" y="456819"/>
                  </a:cubicBezTo>
                  <a:cubicBezTo>
                    <a:pt x="872186" y="457010"/>
                    <a:pt x="872376" y="460153"/>
                    <a:pt x="873043" y="461200"/>
                  </a:cubicBezTo>
                  <a:cubicBezTo>
                    <a:pt x="873424" y="461772"/>
                    <a:pt x="874186" y="462915"/>
                    <a:pt x="874662" y="463391"/>
                  </a:cubicBezTo>
                  <a:cubicBezTo>
                    <a:pt x="875234" y="464058"/>
                    <a:pt x="876186" y="465773"/>
                    <a:pt x="877043" y="465773"/>
                  </a:cubicBezTo>
                  <a:cubicBezTo>
                    <a:pt x="877805" y="465773"/>
                    <a:pt x="878282" y="463677"/>
                    <a:pt x="879044" y="463296"/>
                  </a:cubicBezTo>
                  <a:cubicBezTo>
                    <a:pt x="879520" y="463010"/>
                    <a:pt x="880663" y="463010"/>
                    <a:pt x="881139" y="463106"/>
                  </a:cubicBezTo>
                  <a:cubicBezTo>
                    <a:pt x="882092" y="463391"/>
                    <a:pt x="883806" y="464820"/>
                    <a:pt x="884187" y="465773"/>
                  </a:cubicBezTo>
                  <a:cubicBezTo>
                    <a:pt x="884568" y="466820"/>
                    <a:pt x="883330" y="469202"/>
                    <a:pt x="883616" y="470249"/>
                  </a:cubicBezTo>
                  <a:cubicBezTo>
                    <a:pt x="883806" y="470916"/>
                    <a:pt x="884759" y="472154"/>
                    <a:pt x="885425" y="472535"/>
                  </a:cubicBezTo>
                  <a:cubicBezTo>
                    <a:pt x="886187" y="473012"/>
                    <a:pt x="888188" y="472535"/>
                    <a:pt x="888950" y="472916"/>
                  </a:cubicBezTo>
                  <a:cubicBezTo>
                    <a:pt x="889807" y="473393"/>
                    <a:pt x="891140" y="474821"/>
                    <a:pt x="891426" y="475774"/>
                  </a:cubicBezTo>
                  <a:cubicBezTo>
                    <a:pt x="891807" y="477012"/>
                    <a:pt x="891140" y="479584"/>
                    <a:pt x="890569" y="480727"/>
                  </a:cubicBezTo>
                  <a:cubicBezTo>
                    <a:pt x="890283" y="481394"/>
                    <a:pt x="889140" y="482346"/>
                    <a:pt x="888664" y="482918"/>
                  </a:cubicBezTo>
                  <a:cubicBezTo>
                    <a:pt x="888092" y="483680"/>
                    <a:pt x="887426" y="485489"/>
                    <a:pt x="886949" y="486251"/>
                  </a:cubicBezTo>
                  <a:cubicBezTo>
                    <a:pt x="886378" y="487013"/>
                    <a:pt x="885330" y="488537"/>
                    <a:pt x="884473" y="489014"/>
                  </a:cubicBezTo>
                  <a:cubicBezTo>
                    <a:pt x="883235" y="489680"/>
                    <a:pt x="879901" y="488728"/>
                    <a:pt x="879044" y="489775"/>
                  </a:cubicBezTo>
                  <a:cubicBezTo>
                    <a:pt x="878186" y="490728"/>
                    <a:pt x="878377" y="493967"/>
                    <a:pt x="879329" y="494919"/>
                  </a:cubicBezTo>
                  <a:cubicBezTo>
                    <a:pt x="879615" y="495205"/>
                    <a:pt x="880472" y="494824"/>
                    <a:pt x="880758" y="495014"/>
                  </a:cubicBezTo>
                  <a:cubicBezTo>
                    <a:pt x="881520" y="495395"/>
                    <a:pt x="882473" y="497015"/>
                    <a:pt x="882663" y="497777"/>
                  </a:cubicBezTo>
                  <a:cubicBezTo>
                    <a:pt x="882949" y="499110"/>
                    <a:pt x="882473" y="501872"/>
                    <a:pt x="881996" y="503111"/>
                  </a:cubicBezTo>
                  <a:cubicBezTo>
                    <a:pt x="881711" y="504063"/>
                    <a:pt x="880663" y="505873"/>
                    <a:pt x="879996" y="506635"/>
                  </a:cubicBezTo>
                  <a:cubicBezTo>
                    <a:pt x="879520" y="507206"/>
                    <a:pt x="877996" y="507968"/>
                    <a:pt x="877615" y="508635"/>
                  </a:cubicBezTo>
                  <a:cubicBezTo>
                    <a:pt x="876948" y="509969"/>
                    <a:pt x="877805" y="513302"/>
                    <a:pt x="877234" y="514636"/>
                  </a:cubicBezTo>
                  <a:cubicBezTo>
                    <a:pt x="876948" y="515207"/>
                    <a:pt x="875805" y="516065"/>
                    <a:pt x="875519" y="516636"/>
                  </a:cubicBezTo>
                  <a:cubicBezTo>
                    <a:pt x="875043" y="517493"/>
                    <a:pt x="874948" y="519684"/>
                    <a:pt x="874281" y="520541"/>
                  </a:cubicBezTo>
                  <a:cubicBezTo>
                    <a:pt x="873614" y="521494"/>
                    <a:pt x="871233" y="522256"/>
                    <a:pt x="870281" y="522923"/>
                  </a:cubicBezTo>
                  <a:cubicBezTo>
                    <a:pt x="869519" y="523399"/>
                    <a:pt x="867899" y="524161"/>
                    <a:pt x="867423" y="524923"/>
                  </a:cubicBezTo>
                  <a:cubicBezTo>
                    <a:pt x="866185" y="526733"/>
                    <a:pt x="865804" y="531305"/>
                    <a:pt x="865613" y="533400"/>
                  </a:cubicBezTo>
                  <a:cubicBezTo>
                    <a:pt x="865423" y="535686"/>
                    <a:pt x="866185" y="540353"/>
                    <a:pt x="865899" y="542639"/>
                  </a:cubicBezTo>
                  <a:cubicBezTo>
                    <a:pt x="865518" y="545592"/>
                    <a:pt x="862661" y="553974"/>
                    <a:pt x="862661" y="553974"/>
                  </a:cubicBezTo>
                  <a:lnTo>
                    <a:pt x="816845" y="807149"/>
                  </a:lnTo>
                  <a:lnTo>
                    <a:pt x="816845" y="807149"/>
                  </a:lnTo>
                  <a:lnTo>
                    <a:pt x="490328" y="743903"/>
                  </a:lnTo>
                  <a:lnTo>
                    <a:pt x="481756" y="742950"/>
                  </a:lnTo>
                  <a:close/>
                </a:path>
              </a:pathLst>
            </a:custGeom>
            <a:grpFill/>
            <a:ln w="7144" cap="flat">
              <a:solidFill>
                <a:schemeClr val="bg1"/>
              </a:solidFill>
              <a:prstDash val="solid"/>
              <a:miter/>
            </a:ln>
          </p:spPr>
          <p:txBody>
            <a:bodyPr rtlCol="1" anchor="ctr"/>
            <a:lstStyle/>
            <a:p>
              <a:endParaRPr lang="ar-LY" sz="1800"/>
            </a:p>
          </p:txBody>
        </p:sp>
        <p:grpSp>
          <p:nvGrpSpPr>
            <p:cNvPr id="171" name="Graphic 4">
              <a:extLst>
                <a:ext uri="{FF2B5EF4-FFF2-40B4-BE49-F238E27FC236}">
                  <a16:creationId xmlns:a16="http://schemas.microsoft.com/office/drawing/2014/main" id="{903367FC-8ABC-B1DF-740F-45DF36907939}"/>
                </a:ext>
              </a:extLst>
            </p:cNvPr>
            <p:cNvGrpSpPr/>
            <p:nvPr/>
          </p:nvGrpSpPr>
          <p:grpSpPr>
            <a:xfrm>
              <a:off x="2898914" y="2534507"/>
              <a:ext cx="1038225" cy="1647825"/>
              <a:chOff x="2898914" y="2534507"/>
              <a:chExt cx="1038225" cy="1647825"/>
            </a:xfrm>
            <a:grpFill/>
          </p:grpSpPr>
          <p:sp>
            <p:nvSpPr>
              <p:cNvPr id="207" name="Freeform: Shape 87">
                <a:extLst>
                  <a:ext uri="{FF2B5EF4-FFF2-40B4-BE49-F238E27FC236}">
                    <a16:creationId xmlns:a16="http://schemas.microsoft.com/office/drawing/2014/main" id="{EDE1702E-439B-BC9E-89FB-C91CEEC282DF}"/>
                  </a:ext>
                </a:extLst>
              </p:cNvPr>
              <p:cNvSpPr/>
              <p:nvPr/>
            </p:nvSpPr>
            <p:spPr>
              <a:xfrm>
                <a:off x="3036056" y="3216698"/>
                <a:ext cx="9525" cy="9525"/>
              </a:xfrm>
              <a:custGeom>
                <a:avLst/>
                <a:gdLst>
                  <a:gd name="connsiteX0" fmla="*/ 1942 w 0"/>
                  <a:gd name="connsiteY0" fmla="*/ 180 h 0"/>
                  <a:gd name="connsiteX1" fmla="*/ 228 w 0"/>
                  <a:gd name="connsiteY1" fmla="*/ 180 h 0"/>
                  <a:gd name="connsiteX2" fmla="*/ 133 w 0"/>
                  <a:gd name="connsiteY2" fmla="*/ 2085 h 0"/>
                  <a:gd name="connsiteX3" fmla="*/ 1276 w 0"/>
                  <a:gd name="connsiteY3" fmla="*/ 3514 h 0"/>
                  <a:gd name="connsiteX4" fmla="*/ 1561 w 0"/>
                  <a:gd name="connsiteY4" fmla="*/ 5800 h 0"/>
                  <a:gd name="connsiteX5" fmla="*/ 2990 w 0"/>
                  <a:gd name="connsiteY5" fmla="*/ 4276 h 0"/>
                  <a:gd name="connsiteX6" fmla="*/ 3466 w 0"/>
                  <a:gd name="connsiteY6" fmla="*/ 1609 h 0"/>
                  <a:gd name="connsiteX7" fmla="*/ 1942 w 0"/>
                  <a:gd name="connsiteY7" fmla="*/ 18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>
                    <a:moveTo>
                      <a:pt x="1942" y="180"/>
                    </a:moveTo>
                    <a:cubicBezTo>
                      <a:pt x="1561" y="-10"/>
                      <a:pt x="514" y="-105"/>
                      <a:pt x="228" y="180"/>
                    </a:cubicBezTo>
                    <a:cubicBezTo>
                      <a:pt x="-153" y="561"/>
                      <a:pt x="37" y="1609"/>
                      <a:pt x="133" y="2085"/>
                    </a:cubicBezTo>
                    <a:cubicBezTo>
                      <a:pt x="228" y="2562"/>
                      <a:pt x="1085" y="3133"/>
                      <a:pt x="1276" y="3514"/>
                    </a:cubicBezTo>
                    <a:cubicBezTo>
                      <a:pt x="1466" y="4086"/>
                      <a:pt x="990" y="5610"/>
                      <a:pt x="1561" y="5800"/>
                    </a:cubicBezTo>
                    <a:cubicBezTo>
                      <a:pt x="2038" y="5991"/>
                      <a:pt x="2704" y="4752"/>
                      <a:pt x="2990" y="4276"/>
                    </a:cubicBezTo>
                    <a:cubicBezTo>
                      <a:pt x="3276" y="3705"/>
                      <a:pt x="3657" y="2181"/>
                      <a:pt x="3466" y="1609"/>
                    </a:cubicBezTo>
                    <a:cubicBezTo>
                      <a:pt x="3371" y="1038"/>
                      <a:pt x="2514" y="371"/>
                      <a:pt x="1942" y="180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08" name="Freeform: Shape 88">
                <a:extLst>
                  <a:ext uri="{FF2B5EF4-FFF2-40B4-BE49-F238E27FC236}">
                    <a16:creationId xmlns:a16="http://schemas.microsoft.com/office/drawing/2014/main" id="{6197F9A2-A260-4F23-B710-78203C3C0207}"/>
                  </a:ext>
                </a:extLst>
              </p:cNvPr>
              <p:cNvSpPr/>
              <p:nvPr/>
            </p:nvSpPr>
            <p:spPr>
              <a:xfrm>
                <a:off x="2898914" y="2534507"/>
                <a:ext cx="1038225" cy="1647825"/>
              </a:xfrm>
              <a:custGeom>
                <a:avLst/>
                <a:gdLst>
                  <a:gd name="connsiteX0" fmla="*/ 1038244 w 1038225"/>
                  <a:gd name="connsiteY0" fmla="*/ 1415796 h 1647825"/>
                  <a:gd name="connsiteX1" fmla="*/ 1038625 w 1038225"/>
                  <a:gd name="connsiteY1" fmla="*/ 1419892 h 1647825"/>
                  <a:gd name="connsiteX2" fmla="*/ 1037768 w 1038225"/>
                  <a:gd name="connsiteY2" fmla="*/ 1423797 h 1647825"/>
                  <a:gd name="connsiteX3" fmla="*/ 1034815 w 1038225"/>
                  <a:gd name="connsiteY3" fmla="*/ 1425416 h 1647825"/>
                  <a:gd name="connsiteX4" fmla="*/ 1030148 w 1038225"/>
                  <a:gd name="connsiteY4" fmla="*/ 1428274 h 1647825"/>
                  <a:gd name="connsiteX5" fmla="*/ 1026529 w 1038225"/>
                  <a:gd name="connsiteY5" fmla="*/ 1432370 h 1647825"/>
                  <a:gd name="connsiteX6" fmla="*/ 1023100 w 1038225"/>
                  <a:gd name="connsiteY6" fmla="*/ 1434846 h 1647825"/>
                  <a:gd name="connsiteX7" fmla="*/ 1017099 w 1038225"/>
                  <a:gd name="connsiteY7" fmla="*/ 1435513 h 1647825"/>
                  <a:gd name="connsiteX8" fmla="*/ 1014527 w 1038225"/>
                  <a:gd name="connsiteY8" fmla="*/ 1436656 h 1647825"/>
                  <a:gd name="connsiteX9" fmla="*/ 1011384 w 1038225"/>
                  <a:gd name="connsiteY9" fmla="*/ 1439799 h 1647825"/>
                  <a:gd name="connsiteX10" fmla="*/ 1007098 w 1038225"/>
                  <a:gd name="connsiteY10" fmla="*/ 1441895 h 1647825"/>
                  <a:gd name="connsiteX11" fmla="*/ 1002145 w 1038225"/>
                  <a:gd name="connsiteY11" fmla="*/ 1442180 h 1647825"/>
                  <a:gd name="connsiteX12" fmla="*/ 997001 w 1038225"/>
                  <a:gd name="connsiteY12" fmla="*/ 1444847 h 1647825"/>
                  <a:gd name="connsiteX13" fmla="*/ 994810 w 1038225"/>
                  <a:gd name="connsiteY13" fmla="*/ 1449705 h 1647825"/>
                  <a:gd name="connsiteX14" fmla="*/ 995096 w 1038225"/>
                  <a:gd name="connsiteY14" fmla="*/ 1454087 h 1647825"/>
                  <a:gd name="connsiteX15" fmla="*/ 993001 w 1038225"/>
                  <a:gd name="connsiteY15" fmla="*/ 1455896 h 1647825"/>
                  <a:gd name="connsiteX16" fmla="*/ 990429 w 1038225"/>
                  <a:gd name="connsiteY16" fmla="*/ 1460278 h 1647825"/>
                  <a:gd name="connsiteX17" fmla="*/ 985571 w 1038225"/>
                  <a:gd name="connsiteY17" fmla="*/ 1463802 h 1647825"/>
                  <a:gd name="connsiteX18" fmla="*/ 982999 w 1038225"/>
                  <a:gd name="connsiteY18" fmla="*/ 1464755 h 1647825"/>
                  <a:gd name="connsiteX19" fmla="*/ 980428 w 1038225"/>
                  <a:gd name="connsiteY19" fmla="*/ 1465898 h 1647825"/>
                  <a:gd name="connsiteX20" fmla="*/ 980237 w 1038225"/>
                  <a:gd name="connsiteY20" fmla="*/ 1468946 h 1647825"/>
                  <a:gd name="connsiteX21" fmla="*/ 981952 w 1038225"/>
                  <a:gd name="connsiteY21" fmla="*/ 1470851 h 1647825"/>
                  <a:gd name="connsiteX22" fmla="*/ 981190 w 1038225"/>
                  <a:gd name="connsiteY22" fmla="*/ 1473803 h 1647825"/>
                  <a:gd name="connsiteX23" fmla="*/ 981952 w 1038225"/>
                  <a:gd name="connsiteY23" fmla="*/ 1478280 h 1647825"/>
                  <a:gd name="connsiteX24" fmla="*/ 979570 w 1038225"/>
                  <a:gd name="connsiteY24" fmla="*/ 1479518 h 1647825"/>
                  <a:gd name="connsiteX25" fmla="*/ 977951 w 1038225"/>
                  <a:gd name="connsiteY25" fmla="*/ 1484757 h 1647825"/>
                  <a:gd name="connsiteX26" fmla="*/ 978142 w 1038225"/>
                  <a:gd name="connsiteY26" fmla="*/ 1489710 h 1647825"/>
                  <a:gd name="connsiteX27" fmla="*/ 979475 w 1038225"/>
                  <a:gd name="connsiteY27" fmla="*/ 1493901 h 1647825"/>
                  <a:gd name="connsiteX28" fmla="*/ 978713 w 1038225"/>
                  <a:gd name="connsiteY28" fmla="*/ 1498378 h 1647825"/>
                  <a:gd name="connsiteX29" fmla="*/ 980142 w 1038225"/>
                  <a:gd name="connsiteY29" fmla="*/ 1503140 h 1647825"/>
                  <a:gd name="connsiteX30" fmla="*/ 978046 w 1038225"/>
                  <a:gd name="connsiteY30" fmla="*/ 1505236 h 1647825"/>
                  <a:gd name="connsiteX31" fmla="*/ 974998 w 1038225"/>
                  <a:gd name="connsiteY31" fmla="*/ 1506284 h 1647825"/>
                  <a:gd name="connsiteX32" fmla="*/ 974332 w 1038225"/>
                  <a:gd name="connsiteY32" fmla="*/ 1512761 h 1647825"/>
                  <a:gd name="connsiteX33" fmla="*/ 973093 w 1038225"/>
                  <a:gd name="connsiteY33" fmla="*/ 1516952 h 1647825"/>
                  <a:gd name="connsiteX34" fmla="*/ 970617 w 1038225"/>
                  <a:gd name="connsiteY34" fmla="*/ 1520857 h 1647825"/>
                  <a:gd name="connsiteX35" fmla="*/ 973093 w 1038225"/>
                  <a:gd name="connsiteY35" fmla="*/ 1525524 h 1647825"/>
                  <a:gd name="connsiteX36" fmla="*/ 969760 w 1038225"/>
                  <a:gd name="connsiteY36" fmla="*/ 1527143 h 1647825"/>
                  <a:gd name="connsiteX37" fmla="*/ 968426 w 1038225"/>
                  <a:gd name="connsiteY37" fmla="*/ 1527905 h 1647825"/>
                  <a:gd name="connsiteX38" fmla="*/ 965569 w 1038225"/>
                  <a:gd name="connsiteY38" fmla="*/ 1532192 h 1647825"/>
                  <a:gd name="connsiteX39" fmla="*/ 961949 w 1038225"/>
                  <a:gd name="connsiteY39" fmla="*/ 1534001 h 1647825"/>
                  <a:gd name="connsiteX40" fmla="*/ 957949 w 1038225"/>
                  <a:gd name="connsiteY40" fmla="*/ 1539050 h 1647825"/>
                  <a:gd name="connsiteX41" fmla="*/ 955663 w 1038225"/>
                  <a:gd name="connsiteY41" fmla="*/ 1543145 h 1647825"/>
                  <a:gd name="connsiteX42" fmla="*/ 952234 w 1038225"/>
                  <a:gd name="connsiteY42" fmla="*/ 1544955 h 1647825"/>
                  <a:gd name="connsiteX43" fmla="*/ 950519 w 1038225"/>
                  <a:gd name="connsiteY43" fmla="*/ 1543907 h 1647825"/>
                  <a:gd name="connsiteX44" fmla="*/ 945661 w 1038225"/>
                  <a:gd name="connsiteY44" fmla="*/ 1544574 h 1647825"/>
                  <a:gd name="connsiteX45" fmla="*/ 942899 w 1038225"/>
                  <a:gd name="connsiteY45" fmla="*/ 1546193 h 1647825"/>
                  <a:gd name="connsiteX46" fmla="*/ 945185 w 1038225"/>
                  <a:gd name="connsiteY46" fmla="*/ 1549813 h 1647825"/>
                  <a:gd name="connsiteX47" fmla="*/ 946328 w 1038225"/>
                  <a:gd name="connsiteY47" fmla="*/ 1553909 h 1647825"/>
                  <a:gd name="connsiteX48" fmla="*/ 943280 w 1038225"/>
                  <a:gd name="connsiteY48" fmla="*/ 1557528 h 1647825"/>
                  <a:gd name="connsiteX49" fmla="*/ 940232 w 1038225"/>
                  <a:gd name="connsiteY49" fmla="*/ 1561052 h 1647825"/>
                  <a:gd name="connsiteX50" fmla="*/ 942232 w 1038225"/>
                  <a:gd name="connsiteY50" fmla="*/ 1563434 h 1647825"/>
                  <a:gd name="connsiteX51" fmla="*/ 945185 w 1038225"/>
                  <a:gd name="connsiteY51" fmla="*/ 1564196 h 1647825"/>
                  <a:gd name="connsiteX52" fmla="*/ 946328 w 1038225"/>
                  <a:gd name="connsiteY52" fmla="*/ 1566863 h 1647825"/>
                  <a:gd name="connsiteX53" fmla="*/ 945566 w 1038225"/>
                  <a:gd name="connsiteY53" fmla="*/ 1570387 h 1647825"/>
                  <a:gd name="connsiteX54" fmla="*/ 944042 w 1038225"/>
                  <a:gd name="connsiteY54" fmla="*/ 1574006 h 1647825"/>
                  <a:gd name="connsiteX55" fmla="*/ 944709 w 1038225"/>
                  <a:gd name="connsiteY55" fmla="*/ 1578578 h 1647825"/>
                  <a:gd name="connsiteX56" fmla="*/ 942042 w 1038225"/>
                  <a:gd name="connsiteY56" fmla="*/ 1584865 h 1647825"/>
                  <a:gd name="connsiteX57" fmla="*/ 938708 w 1038225"/>
                  <a:gd name="connsiteY57" fmla="*/ 1590008 h 1647825"/>
                  <a:gd name="connsiteX58" fmla="*/ 937565 w 1038225"/>
                  <a:gd name="connsiteY58" fmla="*/ 1593437 h 1647825"/>
                  <a:gd name="connsiteX59" fmla="*/ 940232 w 1038225"/>
                  <a:gd name="connsiteY59" fmla="*/ 1597343 h 1647825"/>
                  <a:gd name="connsiteX60" fmla="*/ 941756 w 1038225"/>
                  <a:gd name="connsiteY60" fmla="*/ 1601914 h 1647825"/>
                  <a:gd name="connsiteX61" fmla="*/ 943756 w 1038225"/>
                  <a:gd name="connsiteY61" fmla="*/ 1603724 h 1647825"/>
                  <a:gd name="connsiteX62" fmla="*/ 946328 w 1038225"/>
                  <a:gd name="connsiteY62" fmla="*/ 1602010 h 1647825"/>
                  <a:gd name="connsiteX63" fmla="*/ 948328 w 1038225"/>
                  <a:gd name="connsiteY63" fmla="*/ 1604772 h 1647825"/>
                  <a:gd name="connsiteX64" fmla="*/ 951472 w 1038225"/>
                  <a:gd name="connsiteY64" fmla="*/ 1605629 h 1647825"/>
                  <a:gd name="connsiteX65" fmla="*/ 954329 w 1038225"/>
                  <a:gd name="connsiteY65" fmla="*/ 1603915 h 1647825"/>
                  <a:gd name="connsiteX66" fmla="*/ 957663 w 1038225"/>
                  <a:gd name="connsiteY66" fmla="*/ 1604486 h 1647825"/>
                  <a:gd name="connsiteX67" fmla="*/ 962140 w 1038225"/>
                  <a:gd name="connsiteY67" fmla="*/ 1606772 h 1647825"/>
                  <a:gd name="connsiteX68" fmla="*/ 963568 w 1038225"/>
                  <a:gd name="connsiteY68" fmla="*/ 1611439 h 1647825"/>
                  <a:gd name="connsiteX69" fmla="*/ 963092 w 1038225"/>
                  <a:gd name="connsiteY69" fmla="*/ 1615631 h 1647825"/>
                  <a:gd name="connsiteX70" fmla="*/ 965950 w 1038225"/>
                  <a:gd name="connsiteY70" fmla="*/ 1618583 h 1647825"/>
                  <a:gd name="connsiteX71" fmla="*/ 962521 w 1038225"/>
                  <a:gd name="connsiteY71" fmla="*/ 1621536 h 1647825"/>
                  <a:gd name="connsiteX72" fmla="*/ 964902 w 1038225"/>
                  <a:gd name="connsiteY72" fmla="*/ 1625822 h 1647825"/>
                  <a:gd name="connsiteX73" fmla="*/ 965283 w 1038225"/>
                  <a:gd name="connsiteY73" fmla="*/ 1629632 h 1647825"/>
                  <a:gd name="connsiteX74" fmla="*/ 963378 w 1038225"/>
                  <a:gd name="connsiteY74" fmla="*/ 1635728 h 1647825"/>
                  <a:gd name="connsiteX75" fmla="*/ 958139 w 1038225"/>
                  <a:gd name="connsiteY75" fmla="*/ 1639157 h 1647825"/>
                  <a:gd name="connsiteX76" fmla="*/ 954139 w 1038225"/>
                  <a:gd name="connsiteY76" fmla="*/ 1641443 h 1647825"/>
                  <a:gd name="connsiteX77" fmla="*/ 953853 w 1038225"/>
                  <a:gd name="connsiteY77" fmla="*/ 1646396 h 1647825"/>
                  <a:gd name="connsiteX78" fmla="*/ 951376 w 1038225"/>
                  <a:gd name="connsiteY78" fmla="*/ 1648587 h 1647825"/>
                  <a:gd name="connsiteX79" fmla="*/ 947566 w 1038225"/>
                  <a:gd name="connsiteY79" fmla="*/ 1648682 h 1647825"/>
                  <a:gd name="connsiteX80" fmla="*/ 944518 w 1038225"/>
                  <a:gd name="connsiteY80" fmla="*/ 1650683 h 1647825"/>
                  <a:gd name="connsiteX81" fmla="*/ 939375 w 1038225"/>
                  <a:gd name="connsiteY81" fmla="*/ 1650492 h 1647825"/>
                  <a:gd name="connsiteX82" fmla="*/ 936613 w 1038225"/>
                  <a:gd name="connsiteY82" fmla="*/ 1650111 h 1647825"/>
                  <a:gd name="connsiteX83" fmla="*/ 933850 w 1038225"/>
                  <a:gd name="connsiteY83" fmla="*/ 1647635 h 1647825"/>
                  <a:gd name="connsiteX84" fmla="*/ 931183 w 1038225"/>
                  <a:gd name="connsiteY84" fmla="*/ 1646873 h 1647825"/>
                  <a:gd name="connsiteX85" fmla="*/ 928897 w 1038225"/>
                  <a:gd name="connsiteY85" fmla="*/ 1647730 h 1647825"/>
                  <a:gd name="connsiteX86" fmla="*/ 928135 w 1038225"/>
                  <a:gd name="connsiteY86" fmla="*/ 1649825 h 1647825"/>
                  <a:gd name="connsiteX87" fmla="*/ 747065 w 1038225"/>
                  <a:gd name="connsiteY87" fmla="*/ 1636776 h 1647825"/>
                  <a:gd name="connsiteX88" fmla="*/ 615620 w 1038225"/>
                  <a:gd name="connsiteY88" fmla="*/ 1626203 h 1647825"/>
                  <a:gd name="connsiteX89" fmla="*/ 615049 w 1038225"/>
                  <a:gd name="connsiteY89" fmla="*/ 1621250 h 1647825"/>
                  <a:gd name="connsiteX90" fmla="*/ 615620 w 1038225"/>
                  <a:gd name="connsiteY90" fmla="*/ 1613916 h 1647825"/>
                  <a:gd name="connsiteX91" fmla="*/ 613906 w 1038225"/>
                  <a:gd name="connsiteY91" fmla="*/ 1607248 h 1647825"/>
                  <a:gd name="connsiteX92" fmla="*/ 612382 w 1038225"/>
                  <a:gd name="connsiteY92" fmla="*/ 1602772 h 1647825"/>
                  <a:gd name="connsiteX93" fmla="*/ 607810 w 1038225"/>
                  <a:gd name="connsiteY93" fmla="*/ 1600486 h 1647825"/>
                  <a:gd name="connsiteX94" fmla="*/ 605047 w 1038225"/>
                  <a:gd name="connsiteY94" fmla="*/ 1602962 h 1647825"/>
                  <a:gd name="connsiteX95" fmla="*/ 602190 w 1038225"/>
                  <a:gd name="connsiteY95" fmla="*/ 1602105 h 1647825"/>
                  <a:gd name="connsiteX96" fmla="*/ 600856 w 1038225"/>
                  <a:gd name="connsiteY96" fmla="*/ 1597247 h 1647825"/>
                  <a:gd name="connsiteX97" fmla="*/ 601523 w 1038225"/>
                  <a:gd name="connsiteY97" fmla="*/ 1593723 h 1647825"/>
                  <a:gd name="connsiteX98" fmla="*/ 604095 w 1038225"/>
                  <a:gd name="connsiteY98" fmla="*/ 1590865 h 1647825"/>
                  <a:gd name="connsiteX99" fmla="*/ 604762 w 1038225"/>
                  <a:gd name="connsiteY99" fmla="*/ 1586675 h 1647825"/>
                  <a:gd name="connsiteX100" fmla="*/ 604095 w 1038225"/>
                  <a:gd name="connsiteY100" fmla="*/ 1582674 h 1647825"/>
                  <a:gd name="connsiteX101" fmla="*/ 602761 w 1038225"/>
                  <a:gd name="connsiteY101" fmla="*/ 1580579 h 1647825"/>
                  <a:gd name="connsiteX102" fmla="*/ 601523 w 1038225"/>
                  <a:gd name="connsiteY102" fmla="*/ 1577626 h 1647825"/>
                  <a:gd name="connsiteX103" fmla="*/ 602190 w 1038225"/>
                  <a:gd name="connsiteY103" fmla="*/ 1575149 h 1647825"/>
                  <a:gd name="connsiteX104" fmla="*/ 604952 w 1038225"/>
                  <a:gd name="connsiteY104" fmla="*/ 1574006 h 1647825"/>
                  <a:gd name="connsiteX105" fmla="*/ 607048 w 1038225"/>
                  <a:gd name="connsiteY105" fmla="*/ 1572387 h 1647825"/>
                  <a:gd name="connsiteX106" fmla="*/ 608286 w 1038225"/>
                  <a:gd name="connsiteY106" fmla="*/ 1567434 h 1647825"/>
                  <a:gd name="connsiteX107" fmla="*/ 608191 w 1038225"/>
                  <a:gd name="connsiteY107" fmla="*/ 1556004 h 1647825"/>
                  <a:gd name="connsiteX108" fmla="*/ 607619 w 1038225"/>
                  <a:gd name="connsiteY108" fmla="*/ 1549813 h 1647825"/>
                  <a:gd name="connsiteX109" fmla="*/ 606667 w 1038225"/>
                  <a:gd name="connsiteY109" fmla="*/ 1540573 h 1647825"/>
                  <a:gd name="connsiteX110" fmla="*/ 606000 w 1038225"/>
                  <a:gd name="connsiteY110" fmla="*/ 1533239 h 1647825"/>
                  <a:gd name="connsiteX111" fmla="*/ 601428 w 1038225"/>
                  <a:gd name="connsiteY111" fmla="*/ 1521905 h 1647825"/>
                  <a:gd name="connsiteX112" fmla="*/ 596665 w 1038225"/>
                  <a:gd name="connsiteY112" fmla="*/ 1513999 h 1647825"/>
                  <a:gd name="connsiteX113" fmla="*/ 593427 w 1038225"/>
                  <a:gd name="connsiteY113" fmla="*/ 1507236 h 1647825"/>
                  <a:gd name="connsiteX114" fmla="*/ 590855 w 1038225"/>
                  <a:gd name="connsiteY114" fmla="*/ 1497806 h 1647825"/>
                  <a:gd name="connsiteX115" fmla="*/ 585807 w 1038225"/>
                  <a:gd name="connsiteY115" fmla="*/ 1491044 h 1647825"/>
                  <a:gd name="connsiteX116" fmla="*/ 583045 w 1038225"/>
                  <a:gd name="connsiteY116" fmla="*/ 1488662 h 1647825"/>
                  <a:gd name="connsiteX117" fmla="*/ 578949 w 1038225"/>
                  <a:gd name="connsiteY117" fmla="*/ 1485233 h 1647825"/>
                  <a:gd name="connsiteX118" fmla="*/ 577139 w 1038225"/>
                  <a:gd name="connsiteY118" fmla="*/ 1480661 h 1647825"/>
                  <a:gd name="connsiteX119" fmla="*/ 574377 w 1038225"/>
                  <a:gd name="connsiteY119" fmla="*/ 1475708 h 1647825"/>
                  <a:gd name="connsiteX120" fmla="*/ 570853 w 1038225"/>
                  <a:gd name="connsiteY120" fmla="*/ 1473613 h 1647825"/>
                  <a:gd name="connsiteX121" fmla="*/ 568090 w 1038225"/>
                  <a:gd name="connsiteY121" fmla="*/ 1472660 h 1647825"/>
                  <a:gd name="connsiteX122" fmla="*/ 565519 w 1038225"/>
                  <a:gd name="connsiteY122" fmla="*/ 1470851 h 1647825"/>
                  <a:gd name="connsiteX123" fmla="*/ 563995 w 1038225"/>
                  <a:gd name="connsiteY123" fmla="*/ 1465993 h 1647825"/>
                  <a:gd name="connsiteX124" fmla="*/ 561423 w 1038225"/>
                  <a:gd name="connsiteY124" fmla="*/ 1461611 h 1647825"/>
                  <a:gd name="connsiteX125" fmla="*/ 559613 w 1038225"/>
                  <a:gd name="connsiteY125" fmla="*/ 1458468 h 1647825"/>
                  <a:gd name="connsiteX126" fmla="*/ 556470 w 1038225"/>
                  <a:gd name="connsiteY126" fmla="*/ 1456563 h 1647825"/>
                  <a:gd name="connsiteX127" fmla="*/ 555041 w 1038225"/>
                  <a:gd name="connsiteY127" fmla="*/ 1453325 h 1647825"/>
                  <a:gd name="connsiteX128" fmla="*/ 549326 w 1038225"/>
                  <a:gd name="connsiteY128" fmla="*/ 1447324 h 1647825"/>
                  <a:gd name="connsiteX129" fmla="*/ 544087 w 1038225"/>
                  <a:gd name="connsiteY129" fmla="*/ 1445514 h 1647825"/>
                  <a:gd name="connsiteX130" fmla="*/ 542278 w 1038225"/>
                  <a:gd name="connsiteY130" fmla="*/ 1442942 h 1647825"/>
                  <a:gd name="connsiteX131" fmla="*/ 536086 w 1038225"/>
                  <a:gd name="connsiteY131" fmla="*/ 1437513 h 1647825"/>
                  <a:gd name="connsiteX132" fmla="*/ 532562 w 1038225"/>
                  <a:gd name="connsiteY132" fmla="*/ 1431798 h 1647825"/>
                  <a:gd name="connsiteX133" fmla="*/ 529514 w 1038225"/>
                  <a:gd name="connsiteY133" fmla="*/ 1425607 h 1647825"/>
                  <a:gd name="connsiteX134" fmla="*/ 526657 w 1038225"/>
                  <a:gd name="connsiteY134" fmla="*/ 1420844 h 1647825"/>
                  <a:gd name="connsiteX135" fmla="*/ 521513 w 1038225"/>
                  <a:gd name="connsiteY135" fmla="*/ 1416939 h 1647825"/>
                  <a:gd name="connsiteX136" fmla="*/ 518941 w 1038225"/>
                  <a:gd name="connsiteY136" fmla="*/ 1414939 h 1647825"/>
                  <a:gd name="connsiteX137" fmla="*/ 516465 w 1038225"/>
                  <a:gd name="connsiteY137" fmla="*/ 1414748 h 1647825"/>
                  <a:gd name="connsiteX138" fmla="*/ 514084 w 1038225"/>
                  <a:gd name="connsiteY138" fmla="*/ 1417415 h 1647825"/>
                  <a:gd name="connsiteX139" fmla="*/ 513322 w 1038225"/>
                  <a:gd name="connsiteY139" fmla="*/ 1420368 h 1647825"/>
                  <a:gd name="connsiteX140" fmla="*/ 509226 w 1038225"/>
                  <a:gd name="connsiteY140" fmla="*/ 1420368 h 1647825"/>
                  <a:gd name="connsiteX141" fmla="*/ 502939 w 1038225"/>
                  <a:gd name="connsiteY141" fmla="*/ 1420749 h 1647825"/>
                  <a:gd name="connsiteX142" fmla="*/ 497605 w 1038225"/>
                  <a:gd name="connsiteY142" fmla="*/ 1419130 h 1647825"/>
                  <a:gd name="connsiteX143" fmla="*/ 493700 w 1038225"/>
                  <a:gd name="connsiteY143" fmla="*/ 1415225 h 1647825"/>
                  <a:gd name="connsiteX144" fmla="*/ 490271 w 1038225"/>
                  <a:gd name="connsiteY144" fmla="*/ 1413415 h 1647825"/>
                  <a:gd name="connsiteX145" fmla="*/ 486080 w 1038225"/>
                  <a:gd name="connsiteY145" fmla="*/ 1411796 h 1647825"/>
                  <a:gd name="connsiteX146" fmla="*/ 484270 w 1038225"/>
                  <a:gd name="connsiteY146" fmla="*/ 1408081 h 1647825"/>
                  <a:gd name="connsiteX147" fmla="*/ 484937 w 1038225"/>
                  <a:gd name="connsiteY147" fmla="*/ 1404652 h 1647825"/>
                  <a:gd name="connsiteX148" fmla="*/ 487128 w 1038225"/>
                  <a:gd name="connsiteY148" fmla="*/ 1403223 h 1647825"/>
                  <a:gd name="connsiteX149" fmla="*/ 490081 w 1038225"/>
                  <a:gd name="connsiteY149" fmla="*/ 1399794 h 1647825"/>
                  <a:gd name="connsiteX150" fmla="*/ 490938 w 1038225"/>
                  <a:gd name="connsiteY150" fmla="*/ 1395127 h 1647825"/>
                  <a:gd name="connsiteX151" fmla="*/ 489128 w 1038225"/>
                  <a:gd name="connsiteY151" fmla="*/ 1381506 h 1647825"/>
                  <a:gd name="connsiteX152" fmla="*/ 485509 w 1038225"/>
                  <a:gd name="connsiteY152" fmla="*/ 1371505 h 1647825"/>
                  <a:gd name="connsiteX153" fmla="*/ 480937 w 1038225"/>
                  <a:gd name="connsiteY153" fmla="*/ 1366552 h 1647825"/>
                  <a:gd name="connsiteX154" fmla="*/ 477603 w 1038225"/>
                  <a:gd name="connsiteY154" fmla="*/ 1363504 h 1647825"/>
                  <a:gd name="connsiteX155" fmla="*/ 471126 w 1038225"/>
                  <a:gd name="connsiteY155" fmla="*/ 1361980 h 1647825"/>
                  <a:gd name="connsiteX156" fmla="*/ 466268 w 1038225"/>
                  <a:gd name="connsiteY156" fmla="*/ 1361885 h 1647825"/>
                  <a:gd name="connsiteX157" fmla="*/ 459791 w 1038225"/>
                  <a:gd name="connsiteY157" fmla="*/ 1360646 h 1647825"/>
                  <a:gd name="connsiteX158" fmla="*/ 453886 w 1038225"/>
                  <a:gd name="connsiteY158" fmla="*/ 1359313 h 1647825"/>
                  <a:gd name="connsiteX159" fmla="*/ 449409 w 1038225"/>
                  <a:gd name="connsiteY159" fmla="*/ 1359884 h 1647825"/>
                  <a:gd name="connsiteX160" fmla="*/ 446742 w 1038225"/>
                  <a:gd name="connsiteY160" fmla="*/ 1360265 h 1647825"/>
                  <a:gd name="connsiteX161" fmla="*/ 444837 w 1038225"/>
                  <a:gd name="connsiteY161" fmla="*/ 1363123 h 1647825"/>
                  <a:gd name="connsiteX162" fmla="*/ 443027 w 1038225"/>
                  <a:gd name="connsiteY162" fmla="*/ 1361313 h 1647825"/>
                  <a:gd name="connsiteX163" fmla="*/ 441503 w 1038225"/>
                  <a:gd name="connsiteY163" fmla="*/ 1357884 h 1647825"/>
                  <a:gd name="connsiteX164" fmla="*/ 438265 w 1038225"/>
                  <a:gd name="connsiteY164" fmla="*/ 1355312 h 1647825"/>
                  <a:gd name="connsiteX165" fmla="*/ 432740 w 1038225"/>
                  <a:gd name="connsiteY165" fmla="*/ 1353788 h 1647825"/>
                  <a:gd name="connsiteX166" fmla="*/ 427406 w 1038225"/>
                  <a:gd name="connsiteY166" fmla="*/ 1351502 h 1647825"/>
                  <a:gd name="connsiteX167" fmla="*/ 423406 w 1038225"/>
                  <a:gd name="connsiteY167" fmla="*/ 1348264 h 1647825"/>
                  <a:gd name="connsiteX168" fmla="*/ 418262 w 1038225"/>
                  <a:gd name="connsiteY168" fmla="*/ 1343597 h 1647825"/>
                  <a:gd name="connsiteX169" fmla="*/ 412738 w 1038225"/>
                  <a:gd name="connsiteY169" fmla="*/ 1341215 h 1647825"/>
                  <a:gd name="connsiteX170" fmla="*/ 410166 w 1038225"/>
                  <a:gd name="connsiteY170" fmla="*/ 1339882 h 1647825"/>
                  <a:gd name="connsiteX171" fmla="*/ 407118 w 1038225"/>
                  <a:gd name="connsiteY171" fmla="*/ 1339501 h 1647825"/>
                  <a:gd name="connsiteX172" fmla="*/ 405594 w 1038225"/>
                  <a:gd name="connsiteY172" fmla="*/ 1336548 h 1647825"/>
                  <a:gd name="connsiteX173" fmla="*/ 402927 w 1038225"/>
                  <a:gd name="connsiteY173" fmla="*/ 1333024 h 1647825"/>
                  <a:gd name="connsiteX174" fmla="*/ 399688 w 1038225"/>
                  <a:gd name="connsiteY174" fmla="*/ 1331214 h 1647825"/>
                  <a:gd name="connsiteX175" fmla="*/ 397688 w 1038225"/>
                  <a:gd name="connsiteY175" fmla="*/ 1329976 h 1647825"/>
                  <a:gd name="connsiteX176" fmla="*/ 396164 w 1038225"/>
                  <a:gd name="connsiteY176" fmla="*/ 1327023 h 1647825"/>
                  <a:gd name="connsiteX177" fmla="*/ 394450 w 1038225"/>
                  <a:gd name="connsiteY177" fmla="*/ 1321975 h 1647825"/>
                  <a:gd name="connsiteX178" fmla="*/ 394735 w 1038225"/>
                  <a:gd name="connsiteY178" fmla="*/ 1315307 h 1647825"/>
                  <a:gd name="connsiteX179" fmla="*/ 392830 w 1038225"/>
                  <a:gd name="connsiteY179" fmla="*/ 1309497 h 1647825"/>
                  <a:gd name="connsiteX180" fmla="*/ 390163 w 1038225"/>
                  <a:gd name="connsiteY180" fmla="*/ 1308259 h 1647825"/>
                  <a:gd name="connsiteX181" fmla="*/ 387306 w 1038225"/>
                  <a:gd name="connsiteY181" fmla="*/ 1305592 h 1647825"/>
                  <a:gd name="connsiteX182" fmla="*/ 385877 w 1038225"/>
                  <a:gd name="connsiteY182" fmla="*/ 1301972 h 1647825"/>
                  <a:gd name="connsiteX183" fmla="*/ 384925 w 1038225"/>
                  <a:gd name="connsiteY183" fmla="*/ 1300258 h 1647825"/>
                  <a:gd name="connsiteX184" fmla="*/ 381781 w 1038225"/>
                  <a:gd name="connsiteY184" fmla="*/ 1299210 h 1647825"/>
                  <a:gd name="connsiteX185" fmla="*/ 380638 w 1038225"/>
                  <a:gd name="connsiteY185" fmla="*/ 1296162 h 1647825"/>
                  <a:gd name="connsiteX186" fmla="*/ 378257 w 1038225"/>
                  <a:gd name="connsiteY186" fmla="*/ 1291781 h 1647825"/>
                  <a:gd name="connsiteX187" fmla="*/ 374257 w 1038225"/>
                  <a:gd name="connsiteY187" fmla="*/ 1288637 h 1647825"/>
                  <a:gd name="connsiteX188" fmla="*/ 369018 w 1038225"/>
                  <a:gd name="connsiteY188" fmla="*/ 1285399 h 1647825"/>
                  <a:gd name="connsiteX189" fmla="*/ 363303 w 1038225"/>
                  <a:gd name="connsiteY189" fmla="*/ 1279684 h 1647825"/>
                  <a:gd name="connsiteX190" fmla="*/ 357112 w 1038225"/>
                  <a:gd name="connsiteY190" fmla="*/ 1276731 h 1647825"/>
                  <a:gd name="connsiteX191" fmla="*/ 350539 w 1038225"/>
                  <a:gd name="connsiteY191" fmla="*/ 1276350 h 1647825"/>
                  <a:gd name="connsiteX192" fmla="*/ 346539 w 1038225"/>
                  <a:gd name="connsiteY192" fmla="*/ 1277017 h 1647825"/>
                  <a:gd name="connsiteX193" fmla="*/ 344443 w 1038225"/>
                  <a:gd name="connsiteY193" fmla="*/ 1279017 h 1647825"/>
                  <a:gd name="connsiteX194" fmla="*/ 341872 w 1038225"/>
                  <a:gd name="connsiteY194" fmla="*/ 1279208 h 1647825"/>
                  <a:gd name="connsiteX195" fmla="*/ 340348 w 1038225"/>
                  <a:gd name="connsiteY195" fmla="*/ 1277017 h 1647825"/>
                  <a:gd name="connsiteX196" fmla="*/ 336538 w 1038225"/>
                  <a:gd name="connsiteY196" fmla="*/ 1274255 h 1647825"/>
                  <a:gd name="connsiteX197" fmla="*/ 333394 w 1038225"/>
                  <a:gd name="connsiteY197" fmla="*/ 1273207 h 1647825"/>
                  <a:gd name="connsiteX198" fmla="*/ 328727 w 1038225"/>
                  <a:gd name="connsiteY198" fmla="*/ 1273302 h 1647825"/>
                  <a:gd name="connsiteX199" fmla="*/ 324346 w 1038225"/>
                  <a:gd name="connsiteY199" fmla="*/ 1273588 h 1647825"/>
                  <a:gd name="connsiteX200" fmla="*/ 320536 w 1038225"/>
                  <a:gd name="connsiteY200" fmla="*/ 1271397 h 1647825"/>
                  <a:gd name="connsiteX201" fmla="*/ 318154 w 1038225"/>
                  <a:gd name="connsiteY201" fmla="*/ 1267778 h 1647825"/>
                  <a:gd name="connsiteX202" fmla="*/ 315106 w 1038225"/>
                  <a:gd name="connsiteY202" fmla="*/ 1266730 h 1647825"/>
                  <a:gd name="connsiteX203" fmla="*/ 313011 w 1038225"/>
                  <a:gd name="connsiteY203" fmla="*/ 1263872 h 1647825"/>
                  <a:gd name="connsiteX204" fmla="*/ 307582 w 1038225"/>
                  <a:gd name="connsiteY204" fmla="*/ 1260348 h 1647825"/>
                  <a:gd name="connsiteX205" fmla="*/ 303486 w 1038225"/>
                  <a:gd name="connsiteY205" fmla="*/ 1259681 h 1647825"/>
                  <a:gd name="connsiteX206" fmla="*/ 299009 w 1038225"/>
                  <a:gd name="connsiteY206" fmla="*/ 1259681 h 1647825"/>
                  <a:gd name="connsiteX207" fmla="*/ 295199 w 1038225"/>
                  <a:gd name="connsiteY207" fmla="*/ 1256919 h 1647825"/>
                  <a:gd name="connsiteX208" fmla="*/ 289484 w 1038225"/>
                  <a:gd name="connsiteY208" fmla="*/ 1255395 h 1647825"/>
                  <a:gd name="connsiteX209" fmla="*/ 286341 w 1038225"/>
                  <a:gd name="connsiteY209" fmla="*/ 1255109 h 1647825"/>
                  <a:gd name="connsiteX210" fmla="*/ 280721 w 1038225"/>
                  <a:gd name="connsiteY210" fmla="*/ 1252633 h 1647825"/>
                  <a:gd name="connsiteX211" fmla="*/ 275578 w 1038225"/>
                  <a:gd name="connsiteY211" fmla="*/ 1252252 h 1647825"/>
                  <a:gd name="connsiteX212" fmla="*/ 268815 w 1038225"/>
                  <a:gd name="connsiteY212" fmla="*/ 1252633 h 1647825"/>
                  <a:gd name="connsiteX213" fmla="*/ 262624 w 1038225"/>
                  <a:gd name="connsiteY213" fmla="*/ 1252061 h 1647825"/>
                  <a:gd name="connsiteX214" fmla="*/ 253480 w 1038225"/>
                  <a:gd name="connsiteY214" fmla="*/ 1251299 h 1647825"/>
                  <a:gd name="connsiteX215" fmla="*/ 251098 w 1038225"/>
                  <a:gd name="connsiteY215" fmla="*/ 1249871 h 1647825"/>
                  <a:gd name="connsiteX216" fmla="*/ 249860 w 1038225"/>
                  <a:gd name="connsiteY216" fmla="*/ 1247013 h 1647825"/>
                  <a:gd name="connsiteX217" fmla="*/ 249479 w 1038225"/>
                  <a:gd name="connsiteY217" fmla="*/ 1243489 h 1647825"/>
                  <a:gd name="connsiteX218" fmla="*/ 248812 w 1038225"/>
                  <a:gd name="connsiteY218" fmla="*/ 1239488 h 1647825"/>
                  <a:gd name="connsiteX219" fmla="*/ 246431 w 1038225"/>
                  <a:gd name="connsiteY219" fmla="*/ 1235488 h 1647825"/>
                  <a:gd name="connsiteX220" fmla="*/ 243193 w 1038225"/>
                  <a:gd name="connsiteY220" fmla="*/ 1232345 h 1647825"/>
                  <a:gd name="connsiteX221" fmla="*/ 240335 w 1038225"/>
                  <a:gd name="connsiteY221" fmla="*/ 1230916 h 1647825"/>
                  <a:gd name="connsiteX222" fmla="*/ 236906 w 1038225"/>
                  <a:gd name="connsiteY222" fmla="*/ 1230630 h 1647825"/>
                  <a:gd name="connsiteX223" fmla="*/ 234334 w 1038225"/>
                  <a:gd name="connsiteY223" fmla="*/ 1228630 h 1647825"/>
                  <a:gd name="connsiteX224" fmla="*/ 233668 w 1038225"/>
                  <a:gd name="connsiteY224" fmla="*/ 1225487 h 1647825"/>
                  <a:gd name="connsiteX225" fmla="*/ 234049 w 1038225"/>
                  <a:gd name="connsiteY225" fmla="*/ 1222629 h 1647825"/>
                  <a:gd name="connsiteX226" fmla="*/ 236430 w 1038225"/>
                  <a:gd name="connsiteY226" fmla="*/ 1219772 h 1647825"/>
                  <a:gd name="connsiteX227" fmla="*/ 239383 w 1038225"/>
                  <a:gd name="connsiteY227" fmla="*/ 1217295 h 1647825"/>
                  <a:gd name="connsiteX228" fmla="*/ 242812 w 1038225"/>
                  <a:gd name="connsiteY228" fmla="*/ 1211390 h 1647825"/>
                  <a:gd name="connsiteX229" fmla="*/ 243288 w 1038225"/>
                  <a:gd name="connsiteY229" fmla="*/ 1206913 h 1647825"/>
                  <a:gd name="connsiteX230" fmla="*/ 242050 w 1038225"/>
                  <a:gd name="connsiteY230" fmla="*/ 1203198 h 1647825"/>
                  <a:gd name="connsiteX231" fmla="*/ 240145 w 1038225"/>
                  <a:gd name="connsiteY231" fmla="*/ 1200341 h 1647825"/>
                  <a:gd name="connsiteX232" fmla="*/ 240240 w 1038225"/>
                  <a:gd name="connsiteY232" fmla="*/ 1197007 h 1647825"/>
                  <a:gd name="connsiteX233" fmla="*/ 242145 w 1038225"/>
                  <a:gd name="connsiteY233" fmla="*/ 1193864 h 1647825"/>
                  <a:gd name="connsiteX234" fmla="*/ 245098 w 1038225"/>
                  <a:gd name="connsiteY234" fmla="*/ 1190720 h 1647825"/>
                  <a:gd name="connsiteX235" fmla="*/ 246526 w 1038225"/>
                  <a:gd name="connsiteY235" fmla="*/ 1187387 h 1647825"/>
                  <a:gd name="connsiteX236" fmla="*/ 246907 w 1038225"/>
                  <a:gd name="connsiteY236" fmla="*/ 1184148 h 1647825"/>
                  <a:gd name="connsiteX237" fmla="*/ 246145 w 1038225"/>
                  <a:gd name="connsiteY237" fmla="*/ 1181481 h 1647825"/>
                  <a:gd name="connsiteX238" fmla="*/ 243764 w 1038225"/>
                  <a:gd name="connsiteY238" fmla="*/ 1178719 h 1647825"/>
                  <a:gd name="connsiteX239" fmla="*/ 241954 w 1038225"/>
                  <a:gd name="connsiteY239" fmla="*/ 1176338 h 1647825"/>
                  <a:gd name="connsiteX240" fmla="*/ 241669 w 1038225"/>
                  <a:gd name="connsiteY240" fmla="*/ 1173575 h 1647825"/>
                  <a:gd name="connsiteX241" fmla="*/ 243574 w 1038225"/>
                  <a:gd name="connsiteY241" fmla="*/ 1170051 h 1647825"/>
                  <a:gd name="connsiteX242" fmla="*/ 246145 w 1038225"/>
                  <a:gd name="connsiteY242" fmla="*/ 1165098 h 1647825"/>
                  <a:gd name="connsiteX243" fmla="*/ 249574 w 1038225"/>
                  <a:gd name="connsiteY243" fmla="*/ 1159669 h 1647825"/>
                  <a:gd name="connsiteX244" fmla="*/ 250717 w 1038225"/>
                  <a:gd name="connsiteY244" fmla="*/ 1155573 h 1647825"/>
                  <a:gd name="connsiteX245" fmla="*/ 252908 w 1038225"/>
                  <a:gd name="connsiteY245" fmla="*/ 1149858 h 1647825"/>
                  <a:gd name="connsiteX246" fmla="*/ 253099 w 1038225"/>
                  <a:gd name="connsiteY246" fmla="*/ 1145096 h 1647825"/>
                  <a:gd name="connsiteX247" fmla="*/ 253289 w 1038225"/>
                  <a:gd name="connsiteY247" fmla="*/ 1140524 h 1647825"/>
                  <a:gd name="connsiteX248" fmla="*/ 251765 w 1038225"/>
                  <a:gd name="connsiteY248" fmla="*/ 1138047 h 1647825"/>
                  <a:gd name="connsiteX249" fmla="*/ 248622 w 1038225"/>
                  <a:gd name="connsiteY249" fmla="*/ 1136809 h 1647825"/>
                  <a:gd name="connsiteX250" fmla="*/ 246907 w 1038225"/>
                  <a:gd name="connsiteY250" fmla="*/ 1133856 h 1647825"/>
                  <a:gd name="connsiteX251" fmla="*/ 244907 w 1038225"/>
                  <a:gd name="connsiteY251" fmla="*/ 1131761 h 1647825"/>
                  <a:gd name="connsiteX252" fmla="*/ 242335 w 1038225"/>
                  <a:gd name="connsiteY252" fmla="*/ 1131475 h 1647825"/>
                  <a:gd name="connsiteX253" fmla="*/ 240621 w 1038225"/>
                  <a:gd name="connsiteY253" fmla="*/ 1133951 h 1647825"/>
                  <a:gd name="connsiteX254" fmla="*/ 238716 w 1038225"/>
                  <a:gd name="connsiteY254" fmla="*/ 1135285 h 1647825"/>
                  <a:gd name="connsiteX255" fmla="*/ 237573 w 1038225"/>
                  <a:gd name="connsiteY255" fmla="*/ 1132904 h 1647825"/>
                  <a:gd name="connsiteX256" fmla="*/ 235573 w 1038225"/>
                  <a:gd name="connsiteY256" fmla="*/ 1129379 h 1647825"/>
                  <a:gd name="connsiteX257" fmla="*/ 231953 w 1038225"/>
                  <a:gd name="connsiteY257" fmla="*/ 1127093 h 1647825"/>
                  <a:gd name="connsiteX258" fmla="*/ 228810 w 1038225"/>
                  <a:gd name="connsiteY258" fmla="*/ 1123188 h 1647825"/>
                  <a:gd name="connsiteX259" fmla="*/ 226333 w 1038225"/>
                  <a:gd name="connsiteY259" fmla="*/ 1120140 h 1647825"/>
                  <a:gd name="connsiteX260" fmla="*/ 225762 w 1038225"/>
                  <a:gd name="connsiteY260" fmla="*/ 1114997 h 1647825"/>
                  <a:gd name="connsiteX261" fmla="*/ 227286 w 1038225"/>
                  <a:gd name="connsiteY261" fmla="*/ 1112330 h 1647825"/>
                  <a:gd name="connsiteX262" fmla="*/ 229096 w 1038225"/>
                  <a:gd name="connsiteY262" fmla="*/ 1110710 h 1647825"/>
                  <a:gd name="connsiteX263" fmla="*/ 230620 w 1038225"/>
                  <a:gd name="connsiteY263" fmla="*/ 1106615 h 1647825"/>
                  <a:gd name="connsiteX264" fmla="*/ 231858 w 1038225"/>
                  <a:gd name="connsiteY264" fmla="*/ 1102995 h 1647825"/>
                  <a:gd name="connsiteX265" fmla="*/ 233953 w 1038225"/>
                  <a:gd name="connsiteY265" fmla="*/ 1099376 h 1647825"/>
                  <a:gd name="connsiteX266" fmla="*/ 234049 w 1038225"/>
                  <a:gd name="connsiteY266" fmla="*/ 1093280 h 1647825"/>
                  <a:gd name="connsiteX267" fmla="*/ 233858 w 1038225"/>
                  <a:gd name="connsiteY267" fmla="*/ 1089851 h 1647825"/>
                  <a:gd name="connsiteX268" fmla="*/ 231191 w 1038225"/>
                  <a:gd name="connsiteY268" fmla="*/ 1086612 h 1647825"/>
                  <a:gd name="connsiteX269" fmla="*/ 227667 w 1038225"/>
                  <a:gd name="connsiteY269" fmla="*/ 1085945 h 1647825"/>
                  <a:gd name="connsiteX270" fmla="*/ 225857 w 1038225"/>
                  <a:gd name="connsiteY270" fmla="*/ 1084040 h 1647825"/>
                  <a:gd name="connsiteX271" fmla="*/ 221285 w 1038225"/>
                  <a:gd name="connsiteY271" fmla="*/ 1082707 h 1647825"/>
                  <a:gd name="connsiteX272" fmla="*/ 218999 w 1038225"/>
                  <a:gd name="connsiteY272" fmla="*/ 1080421 h 1647825"/>
                  <a:gd name="connsiteX273" fmla="*/ 217189 w 1038225"/>
                  <a:gd name="connsiteY273" fmla="*/ 1075944 h 1647825"/>
                  <a:gd name="connsiteX274" fmla="*/ 214332 w 1038225"/>
                  <a:gd name="connsiteY274" fmla="*/ 1072801 h 1647825"/>
                  <a:gd name="connsiteX275" fmla="*/ 212808 w 1038225"/>
                  <a:gd name="connsiteY275" fmla="*/ 1069372 h 1647825"/>
                  <a:gd name="connsiteX276" fmla="*/ 210331 w 1038225"/>
                  <a:gd name="connsiteY276" fmla="*/ 1066800 h 1647825"/>
                  <a:gd name="connsiteX277" fmla="*/ 210141 w 1038225"/>
                  <a:gd name="connsiteY277" fmla="*/ 1063371 h 1647825"/>
                  <a:gd name="connsiteX278" fmla="*/ 208903 w 1038225"/>
                  <a:gd name="connsiteY278" fmla="*/ 1059085 h 1647825"/>
                  <a:gd name="connsiteX279" fmla="*/ 207283 w 1038225"/>
                  <a:gd name="connsiteY279" fmla="*/ 1056037 h 1647825"/>
                  <a:gd name="connsiteX280" fmla="*/ 206712 w 1038225"/>
                  <a:gd name="connsiteY280" fmla="*/ 1051846 h 1647825"/>
                  <a:gd name="connsiteX281" fmla="*/ 205093 w 1038225"/>
                  <a:gd name="connsiteY281" fmla="*/ 1049655 h 1647825"/>
                  <a:gd name="connsiteX282" fmla="*/ 202997 w 1038225"/>
                  <a:gd name="connsiteY282" fmla="*/ 1048798 h 1647825"/>
                  <a:gd name="connsiteX283" fmla="*/ 198520 w 1038225"/>
                  <a:gd name="connsiteY283" fmla="*/ 1046417 h 1647825"/>
                  <a:gd name="connsiteX284" fmla="*/ 195472 w 1038225"/>
                  <a:gd name="connsiteY284" fmla="*/ 1044607 h 1647825"/>
                  <a:gd name="connsiteX285" fmla="*/ 193282 w 1038225"/>
                  <a:gd name="connsiteY285" fmla="*/ 1041940 h 1647825"/>
                  <a:gd name="connsiteX286" fmla="*/ 192139 w 1038225"/>
                  <a:gd name="connsiteY286" fmla="*/ 1037939 h 1647825"/>
                  <a:gd name="connsiteX287" fmla="*/ 190043 w 1038225"/>
                  <a:gd name="connsiteY287" fmla="*/ 1034415 h 1647825"/>
                  <a:gd name="connsiteX288" fmla="*/ 190805 w 1038225"/>
                  <a:gd name="connsiteY288" fmla="*/ 1028986 h 1647825"/>
                  <a:gd name="connsiteX289" fmla="*/ 190424 w 1038225"/>
                  <a:gd name="connsiteY289" fmla="*/ 1023842 h 1647825"/>
                  <a:gd name="connsiteX290" fmla="*/ 189281 w 1038225"/>
                  <a:gd name="connsiteY290" fmla="*/ 1020604 h 1647825"/>
                  <a:gd name="connsiteX291" fmla="*/ 186424 w 1038225"/>
                  <a:gd name="connsiteY291" fmla="*/ 1016984 h 1647825"/>
                  <a:gd name="connsiteX292" fmla="*/ 183566 w 1038225"/>
                  <a:gd name="connsiteY292" fmla="*/ 1011650 h 1647825"/>
                  <a:gd name="connsiteX293" fmla="*/ 181661 w 1038225"/>
                  <a:gd name="connsiteY293" fmla="*/ 1008031 h 1647825"/>
                  <a:gd name="connsiteX294" fmla="*/ 179089 w 1038225"/>
                  <a:gd name="connsiteY294" fmla="*/ 1004697 h 1647825"/>
                  <a:gd name="connsiteX295" fmla="*/ 178327 w 1038225"/>
                  <a:gd name="connsiteY295" fmla="*/ 1000125 h 1647825"/>
                  <a:gd name="connsiteX296" fmla="*/ 179089 w 1038225"/>
                  <a:gd name="connsiteY296" fmla="*/ 996506 h 1647825"/>
                  <a:gd name="connsiteX297" fmla="*/ 179280 w 1038225"/>
                  <a:gd name="connsiteY297" fmla="*/ 991172 h 1647825"/>
                  <a:gd name="connsiteX298" fmla="*/ 177089 w 1038225"/>
                  <a:gd name="connsiteY298" fmla="*/ 986123 h 1647825"/>
                  <a:gd name="connsiteX299" fmla="*/ 172327 w 1038225"/>
                  <a:gd name="connsiteY299" fmla="*/ 982218 h 1647825"/>
                  <a:gd name="connsiteX300" fmla="*/ 169564 w 1038225"/>
                  <a:gd name="connsiteY300" fmla="*/ 980218 h 1647825"/>
                  <a:gd name="connsiteX301" fmla="*/ 168802 w 1038225"/>
                  <a:gd name="connsiteY301" fmla="*/ 976503 h 1647825"/>
                  <a:gd name="connsiteX302" fmla="*/ 167564 w 1038225"/>
                  <a:gd name="connsiteY302" fmla="*/ 971550 h 1647825"/>
                  <a:gd name="connsiteX303" fmla="*/ 166707 w 1038225"/>
                  <a:gd name="connsiteY303" fmla="*/ 968026 h 1647825"/>
                  <a:gd name="connsiteX304" fmla="*/ 165754 w 1038225"/>
                  <a:gd name="connsiteY304" fmla="*/ 962692 h 1647825"/>
                  <a:gd name="connsiteX305" fmla="*/ 162992 w 1038225"/>
                  <a:gd name="connsiteY305" fmla="*/ 956786 h 1647825"/>
                  <a:gd name="connsiteX306" fmla="*/ 158230 w 1038225"/>
                  <a:gd name="connsiteY306" fmla="*/ 949547 h 1647825"/>
                  <a:gd name="connsiteX307" fmla="*/ 151562 w 1038225"/>
                  <a:gd name="connsiteY307" fmla="*/ 943547 h 1647825"/>
                  <a:gd name="connsiteX308" fmla="*/ 146990 w 1038225"/>
                  <a:gd name="connsiteY308" fmla="*/ 940880 h 1647825"/>
                  <a:gd name="connsiteX309" fmla="*/ 144609 w 1038225"/>
                  <a:gd name="connsiteY309" fmla="*/ 937165 h 1647825"/>
                  <a:gd name="connsiteX310" fmla="*/ 144418 w 1038225"/>
                  <a:gd name="connsiteY310" fmla="*/ 932879 h 1647825"/>
                  <a:gd name="connsiteX311" fmla="*/ 141847 w 1038225"/>
                  <a:gd name="connsiteY311" fmla="*/ 928878 h 1647825"/>
                  <a:gd name="connsiteX312" fmla="*/ 140608 w 1038225"/>
                  <a:gd name="connsiteY312" fmla="*/ 926497 h 1647825"/>
                  <a:gd name="connsiteX313" fmla="*/ 141466 w 1038225"/>
                  <a:gd name="connsiteY313" fmla="*/ 920782 h 1647825"/>
                  <a:gd name="connsiteX314" fmla="*/ 142228 w 1038225"/>
                  <a:gd name="connsiteY314" fmla="*/ 914495 h 1647825"/>
                  <a:gd name="connsiteX315" fmla="*/ 141751 w 1038225"/>
                  <a:gd name="connsiteY315" fmla="*/ 906209 h 1647825"/>
                  <a:gd name="connsiteX316" fmla="*/ 140704 w 1038225"/>
                  <a:gd name="connsiteY316" fmla="*/ 901827 h 1647825"/>
                  <a:gd name="connsiteX317" fmla="*/ 141466 w 1038225"/>
                  <a:gd name="connsiteY317" fmla="*/ 896398 h 1647825"/>
                  <a:gd name="connsiteX318" fmla="*/ 142894 w 1038225"/>
                  <a:gd name="connsiteY318" fmla="*/ 893350 h 1647825"/>
                  <a:gd name="connsiteX319" fmla="*/ 145085 w 1038225"/>
                  <a:gd name="connsiteY319" fmla="*/ 890873 h 1647825"/>
                  <a:gd name="connsiteX320" fmla="*/ 144418 w 1038225"/>
                  <a:gd name="connsiteY320" fmla="*/ 888111 h 1647825"/>
                  <a:gd name="connsiteX321" fmla="*/ 140132 w 1038225"/>
                  <a:gd name="connsiteY321" fmla="*/ 886968 h 1647825"/>
                  <a:gd name="connsiteX322" fmla="*/ 139656 w 1038225"/>
                  <a:gd name="connsiteY322" fmla="*/ 883539 h 1647825"/>
                  <a:gd name="connsiteX323" fmla="*/ 142990 w 1038225"/>
                  <a:gd name="connsiteY323" fmla="*/ 880967 h 1647825"/>
                  <a:gd name="connsiteX324" fmla="*/ 145657 w 1038225"/>
                  <a:gd name="connsiteY324" fmla="*/ 877634 h 1647825"/>
                  <a:gd name="connsiteX325" fmla="*/ 148895 w 1038225"/>
                  <a:gd name="connsiteY325" fmla="*/ 876681 h 1647825"/>
                  <a:gd name="connsiteX326" fmla="*/ 151467 w 1038225"/>
                  <a:gd name="connsiteY326" fmla="*/ 878777 h 1647825"/>
                  <a:gd name="connsiteX327" fmla="*/ 153181 w 1038225"/>
                  <a:gd name="connsiteY327" fmla="*/ 882682 h 1647825"/>
                  <a:gd name="connsiteX328" fmla="*/ 155658 w 1038225"/>
                  <a:gd name="connsiteY328" fmla="*/ 882968 h 1647825"/>
                  <a:gd name="connsiteX329" fmla="*/ 158801 w 1038225"/>
                  <a:gd name="connsiteY329" fmla="*/ 879348 h 1647825"/>
                  <a:gd name="connsiteX330" fmla="*/ 161468 w 1038225"/>
                  <a:gd name="connsiteY330" fmla="*/ 876681 h 1647825"/>
                  <a:gd name="connsiteX331" fmla="*/ 162325 w 1038225"/>
                  <a:gd name="connsiteY331" fmla="*/ 872585 h 1647825"/>
                  <a:gd name="connsiteX332" fmla="*/ 164611 w 1038225"/>
                  <a:gd name="connsiteY332" fmla="*/ 866870 h 1647825"/>
                  <a:gd name="connsiteX333" fmla="*/ 166326 w 1038225"/>
                  <a:gd name="connsiteY333" fmla="*/ 862394 h 1647825"/>
                  <a:gd name="connsiteX334" fmla="*/ 169279 w 1038225"/>
                  <a:gd name="connsiteY334" fmla="*/ 857536 h 1647825"/>
                  <a:gd name="connsiteX335" fmla="*/ 170707 w 1038225"/>
                  <a:gd name="connsiteY335" fmla="*/ 853154 h 1647825"/>
                  <a:gd name="connsiteX336" fmla="*/ 170326 w 1038225"/>
                  <a:gd name="connsiteY336" fmla="*/ 846773 h 1647825"/>
                  <a:gd name="connsiteX337" fmla="*/ 168326 w 1038225"/>
                  <a:gd name="connsiteY337" fmla="*/ 839629 h 1647825"/>
                  <a:gd name="connsiteX338" fmla="*/ 167183 w 1038225"/>
                  <a:gd name="connsiteY338" fmla="*/ 834866 h 1647825"/>
                  <a:gd name="connsiteX339" fmla="*/ 165183 w 1038225"/>
                  <a:gd name="connsiteY339" fmla="*/ 829342 h 1647825"/>
                  <a:gd name="connsiteX340" fmla="*/ 162611 w 1038225"/>
                  <a:gd name="connsiteY340" fmla="*/ 826484 h 1647825"/>
                  <a:gd name="connsiteX341" fmla="*/ 158801 w 1038225"/>
                  <a:gd name="connsiteY341" fmla="*/ 825341 h 1647825"/>
                  <a:gd name="connsiteX342" fmla="*/ 156706 w 1038225"/>
                  <a:gd name="connsiteY342" fmla="*/ 827151 h 1647825"/>
                  <a:gd name="connsiteX343" fmla="*/ 153658 w 1038225"/>
                  <a:gd name="connsiteY343" fmla="*/ 828199 h 1647825"/>
                  <a:gd name="connsiteX344" fmla="*/ 151943 w 1038225"/>
                  <a:gd name="connsiteY344" fmla="*/ 825722 h 1647825"/>
                  <a:gd name="connsiteX345" fmla="*/ 149086 w 1038225"/>
                  <a:gd name="connsiteY345" fmla="*/ 825722 h 1647825"/>
                  <a:gd name="connsiteX346" fmla="*/ 146228 w 1038225"/>
                  <a:gd name="connsiteY346" fmla="*/ 827056 h 1647825"/>
                  <a:gd name="connsiteX347" fmla="*/ 138132 w 1038225"/>
                  <a:gd name="connsiteY347" fmla="*/ 824579 h 1647825"/>
                  <a:gd name="connsiteX348" fmla="*/ 132607 w 1038225"/>
                  <a:gd name="connsiteY348" fmla="*/ 818293 h 1647825"/>
                  <a:gd name="connsiteX349" fmla="*/ 127464 w 1038225"/>
                  <a:gd name="connsiteY349" fmla="*/ 809720 h 1647825"/>
                  <a:gd name="connsiteX350" fmla="*/ 123844 w 1038225"/>
                  <a:gd name="connsiteY350" fmla="*/ 799814 h 1647825"/>
                  <a:gd name="connsiteX351" fmla="*/ 122892 w 1038225"/>
                  <a:gd name="connsiteY351" fmla="*/ 796195 h 1647825"/>
                  <a:gd name="connsiteX352" fmla="*/ 121368 w 1038225"/>
                  <a:gd name="connsiteY352" fmla="*/ 793337 h 1647825"/>
                  <a:gd name="connsiteX353" fmla="*/ 119272 w 1038225"/>
                  <a:gd name="connsiteY353" fmla="*/ 792480 h 1647825"/>
                  <a:gd name="connsiteX354" fmla="*/ 116796 w 1038225"/>
                  <a:gd name="connsiteY354" fmla="*/ 792194 h 1647825"/>
                  <a:gd name="connsiteX355" fmla="*/ 117463 w 1038225"/>
                  <a:gd name="connsiteY355" fmla="*/ 788289 h 1647825"/>
                  <a:gd name="connsiteX356" fmla="*/ 115367 w 1038225"/>
                  <a:gd name="connsiteY356" fmla="*/ 785813 h 1647825"/>
                  <a:gd name="connsiteX357" fmla="*/ 115177 w 1038225"/>
                  <a:gd name="connsiteY357" fmla="*/ 782860 h 1647825"/>
                  <a:gd name="connsiteX358" fmla="*/ 112510 w 1038225"/>
                  <a:gd name="connsiteY358" fmla="*/ 780193 h 1647825"/>
                  <a:gd name="connsiteX359" fmla="*/ 111652 w 1038225"/>
                  <a:gd name="connsiteY359" fmla="*/ 774668 h 1647825"/>
                  <a:gd name="connsiteX360" fmla="*/ 112605 w 1038225"/>
                  <a:gd name="connsiteY360" fmla="*/ 768382 h 1647825"/>
                  <a:gd name="connsiteX361" fmla="*/ 113843 w 1038225"/>
                  <a:gd name="connsiteY361" fmla="*/ 763429 h 1647825"/>
                  <a:gd name="connsiteX362" fmla="*/ 115843 w 1038225"/>
                  <a:gd name="connsiteY362" fmla="*/ 759143 h 1647825"/>
                  <a:gd name="connsiteX363" fmla="*/ 117558 w 1038225"/>
                  <a:gd name="connsiteY363" fmla="*/ 755047 h 1647825"/>
                  <a:gd name="connsiteX364" fmla="*/ 117558 w 1038225"/>
                  <a:gd name="connsiteY364" fmla="*/ 749808 h 1647825"/>
                  <a:gd name="connsiteX365" fmla="*/ 116320 w 1038225"/>
                  <a:gd name="connsiteY365" fmla="*/ 747332 h 1647825"/>
                  <a:gd name="connsiteX366" fmla="*/ 115939 w 1038225"/>
                  <a:gd name="connsiteY366" fmla="*/ 741617 h 1647825"/>
                  <a:gd name="connsiteX367" fmla="*/ 116320 w 1038225"/>
                  <a:gd name="connsiteY367" fmla="*/ 736187 h 1647825"/>
                  <a:gd name="connsiteX368" fmla="*/ 116034 w 1038225"/>
                  <a:gd name="connsiteY368" fmla="*/ 731330 h 1647825"/>
                  <a:gd name="connsiteX369" fmla="*/ 112700 w 1038225"/>
                  <a:gd name="connsiteY369" fmla="*/ 730568 h 1647825"/>
                  <a:gd name="connsiteX370" fmla="*/ 110509 w 1038225"/>
                  <a:gd name="connsiteY370" fmla="*/ 729806 h 1647825"/>
                  <a:gd name="connsiteX371" fmla="*/ 110224 w 1038225"/>
                  <a:gd name="connsiteY371" fmla="*/ 726948 h 1647825"/>
                  <a:gd name="connsiteX372" fmla="*/ 110986 w 1038225"/>
                  <a:gd name="connsiteY372" fmla="*/ 722090 h 1647825"/>
                  <a:gd name="connsiteX373" fmla="*/ 112129 w 1038225"/>
                  <a:gd name="connsiteY373" fmla="*/ 718852 h 1647825"/>
                  <a:gd name="connsiteX374" fmla="*/ 112033 w 1038225"/>
                  <a:gd name="connsiteY374" fmla="*/ 715899 h 1647825"/>
                  <a:gd name="connsiteX375" fmla="*/ 114034 w 1038225"/>
                  <a:gd name="connsiteY375" fmla="*/ 713899 h 1647825"/>
                  <a:gd name="connsiteX376" fmla="*/ 115748 w 1038225"/>
                  <a:gd name="connsiteY376" fmla="*/ 712280 h 1647825"/>
                  <a:gd name="connsiteX377" fmla="*/ 116701 w 1038225"/>
                  <a:gd name="connsiteY377" fmla="*/ 709327 h 1647825"/>
                  <a:gd name="connsiteX378" fmla="*/ 118320 w 1038225"/>
                  <a:gd name="connsiteY378" fmla="*/ 707422 h 1647825"/>
                  <a:gd name="connsiteX379" fmla="*/ 118701 w 1038225"/>
                  <a:gd name="connsiteY379" fmla="*/ 703231 h 1647825"/>
                  <a:gd name="connsiteX380" fmla="*/ 118701 w 1038225"/>
                  <a:gd name="connsiteY380" fmla="*/ 699230 h 1647825"/>
                  <a:gd name="connsiteX381" fmla="*/ 119558 w 1038225"/>
                  <a:gd name="connsiteY381" fmla="*/ 695516 h 1647825"/>
                  <a:gd name="connsiteX382" fmla="*/ 119463 w 1038225"/>
                  <a:gd name="connsiteY382" fmla="*/ 689610 h 1647825"/>
                  <a:gd name="connsiteX383" fmla="*/ 120415 w 1038225"/>
                  <a:gd name="connsiteY383" fmla="*/ 687419 h 1647825"/>
                  <a:gd name="connsiteX384" fmla="*/ 121749 w 1038225"/>
                  <a:gd name="connsiteY384" fmla="*/ 685895 h 1647825"/>
                  <a:gd name="connsiteX385" fmla="*/ 124321 w 1038225"/>
                  <a:gd name="connsiteY385" fmla="*/ 685895 h 1647825"/>
                  <a:gd name="connsiteX386" fmla="*/ 126702 w 1038225"/>
                  <a:gd name="connsiteY386" fmla="*/ 684467 h 1647825"/>
                  <a:gd name="connsiteX387" fmla="*/ 130131 w 1038225"/>
                  <a:gd name="connsiteY387" fmla="*/ 684086 h 1647825"/>
                  <a:gd name="connsiteX388" fmla="*/ 133369 w 1038225"/>
                  <a:gd name="connsiteY388" fmla="*/ 684943 h 1647825"/>
                  <a:gd name="connsiteX389" fmla="*/ 135465 w 1038225"/>
                  <a:gd name="connsiteY389" fmla="*/ 686848 h 1647825"/>
                  <a:gd name="connsiteX390" fmla="*/ 136417 w 1038225"/>
                  <a:gd name="connsiteY390" fmla="*/ 691325 h 1647825"/>
                  <a:gd name="connsiteX391" fmla="*/ 135846 w 1038225"/>
                  <a:gd name="connsiteY391" fmla="*/ 694754 h 1647825"/>
                  <a:gd name="connsiteX392" fmla="*/ 135655 w 1038225"/>
                  <a:gd name="connsiteY392" fmla="*/ 697516 h 1647825"/>
                  <a:gd name="connsiteX393" fmla="*/ 136894 w 1038225"/>
                  <a:gd name="connsiteY393" fmla="*/ 699516 h 1647825"/>
                  <a:gd name="connsiteX394" fmla="*/ 136513 w 1038225"/>
                  <a:gd name="connsiteY394" fmla="*/ 701040 h 1647825"/>
                  <a:gd name="connsiteX395" fmla="*/ 133560 w 1038225"/>
                  <a:gd name="connsiteY395" fmla="*/ 700754 h 1647825"/>
                  <a:gd name="connsiteX396" fmla="*/ 131750 w 1038225"/>
                  <a:gd name="connsiteY396" fmla="*/ 702374 h 1647825"/>
                  <a:gd name="connsiteX397" fmla="*/ 132131 w 1038225"/>
                  <a:gd name="connsiteY397" fmla="*/ 705517 h 1647825"/>
                  <a:gd name="connsiteX398" fmla="*/ 132131 w 1038225"/>
                  <a:gd name="connsiteY398" fmla="*/ 708660 h 1647825"/>
                  <a:gd name="connsiteX399" fmla="*/ 131179 w 1038225"/>
                  <a:gd name="connsiteY399" fmla="*/ 711518 h 1647825"/>
                  <a:gd name="connsiteX400" fmla="*/ 132703 w 1038225"/>
                  <a:gd name="connsiteY400" fmla="*/ 713518 h 1647825"/>
                  <a:gd name="connsiteX401" fmla="*/ 131750 w 1038225"/>
                  <a:gd name="connsiteY401" fmla="*/ 715994 h 1647825"/>
                  <a:gd name="connsiteX402" fmla="*/ 130417 w 1038225"/>
                  <a:gd name="connsiteY402" fmla="*/ 718852 h 1647825"/>
                  <a:gd name="connsiteX403" fmla="*/ 132417 w 1038225"/>
                  <a:gd name="connsiteY403" fmla="*/ 720376 h 1647825"/>
                  <a:gd name="connsiteX404" fmla="*/ 135274 w 1038225"/>
                  <a:gd name="connsiteY404" fmla="*/ 721043 h 1647825"/>
                  <a:gd name="connsiteX405" fmla="*/ 137370 w 1038225"/>
                  <a:gd name="connsiteY405" fmla="*/ 723329 h 1647825"/>
                  <a:gd name="connsiteX406" fmla="*/ 139751 w 1038225"/>
                  <a:gd name="connsiteY406" fmla="*/ 724853 h 1647825"/>
                  <a:gd name="connsiteX407" fmla="*/ 142990 w 1038225"/>
                  <a:gd name="connsiteY407" fmla="*/ 726567 h 1647825"/>
                  <a:gd name="connsiteX408" fmla="*/ 145276 w 1038225"/>
                  <a:gd name="connsiteY408" fmla="*/ 729520 h 1647825"/>
                  <a:gd name="connsiteX409" fmla="*/ 147371 w 1038225"/>
                  <a:gd name="connsiteY409" fmla="*/ 732282 h 1647825"/>
                  <a:gd name="connsiteX410" fmla="*/ 148419 w 1038225"/>
                  <a:gd name="connsiteY410" fmla="*/ 736092 h 1647825"/>
                  <a:gd name="connsiteX411" fmla="*/ 150705 w 1038225"/>
                  <a:gd name="connsiteY411" fmla="*/ 738473 h 1647825"/>
                  <a:gd name="connsiteX412" fmla="*/ 155277 w 1038225"/>
                  <a:gd name="connsiteY412" fmla="*/ 738664 h 1647825"/>
                  <a:gd name="connsiteX413" fmla="*/ 157944 w 1038225"/>
                  <a:gd name="connsiteY413" fmla="*/ 739712 h 1647825"/>
                  <a:gd name="connsiteX414" fmla="*/ 158706 w 1038225"/>
                  <a:gd name="connsiteY414" fmla="*/ 736187 h 1647825"/>
                  <a:gd name="connsiteX415" fmla="*/ 157944 w 1038225"/>
                  <a:gd name="connsiteY415" fmla="*/ 733425 h 1647825"/>
                  <a:gd name="connsiteX416" fmla="*/ 156420 w 1038225"/>
                  <a:gd name="connsiteY416" fmla="*/ 729139 h 1647825"/>
                  <a:gd name="connsiteX417" fmla="*/ 156706 w 1038225"/>
                  <a:gd name="connsiteY417" fmla="*/ 724853 h 1647825"/>
                  <a:gd name="connsiteX418" fmla="*/ 157468 w 1038225"/>
                  <a:gd name="connsiteY418" fmla="*/ 718947 h 1647825"/>
                  <a:gd name="connsiteX419" fmla="*/ 157087 w 1038225"/>
                  <a:gd name="connsiteY419" fmla="*/ 712756 h 1647825"/>
                  <a:gd name="connsiteX420" fmla="*/ 155277 w 1038225"/>
                  <a:gd name="connsiteY420" fmla="*/ 709708 h 1647825"/>
                  <a:gd name="connsiteX421" fmla="*/ 151943 w 1038225"/>
                  <a:gd name="connsiteY421" fmla="*/ 707136 h 1647825"/>
                  <a:gd name="connsiteX422" fmla="*/ 149752 w 1038225"/>
                  <a:gd name="connsiteY422" fmla="*/ 705898 h 1647825"/>
                  <a:gd name="connsiteX423" fmla="*/ 148609 w 1038225"/>
                  <a:gd name="connsiteY423" fmla="*/ 702659 h 1647825"/>
                  <a:gd name="connsiteX424" fmla="*/ 148800 w 1038225"/>
                  <a:gd name="connsiteY424" fmla="*/ 699421 h 1647825"/>
                  <a:gd name="connsiteX425" fmla="*/ 150324 w 1038225"/>
                  <a:gd name="connsiteY425" fmla="*/ 697706 h 1647825"/>
                  <a:gd name="connsiteX426" fmla="*/ 149657 w 1038225"/>
                  <a:gd name="connsiteY426" fmla="*/ 695516 h 1647825"/>
                  <a:gd name="connsiteX427" fmla="*/ 146228 w 1038225"/>
                  <a:gd name="connsiteY427" fmla="*/ 695135 h 1647825"/>
                  <a:gd name="connsiteX428" fmla="*/ 143752 w 1038225"/>
                  <a:gd name="connsiteY428" fmla="*/ 693611 h 1647825"/>
                  <a:gd name="connsiteX429" fmla="*/ 141942 w 1038225"/>
                  <a:gd name="connsiteY429" fmla="*/ 691325 h 1647825"/>
                  <a:gd name="connsiteX430" fmla="*/ 142418 w 1038225"/>
                  <a:gd name="connsiteY430" fmla="*/ 686943 h 1647825"/>
                  <a:gd name="connsiteX431" fmla="*/ 143752 w 1038225"/>
                  <a:gd name="connsiteY431" fmla="*/ 685038 h 1647825"/>
                  <a:gd name="connsiteX432" fmla="*/ 146133 w 1038225"/>
                  <a:gd name="connsiteY432" fmla="*/ 684467 h 1647825"/>
                  <a:gd name="connsiteX433" fmla="*/ 146800 w 1038225"/>
                  <a:gd name="connsiteY433" fmla="*/ 682466 h 1647825"/>
                  <a:gd name="connsiteX434" fmla="*/ 146990 w 1038225"/>
                  <a:gd name="connsiteY434" fmla="*/ 680085 h 1647825"/>
                  <a:gd name="connsiteX435" fmla="*/ 148228 w 1038225"/>
                  <a:gd name="connsiteY435" fmla="*/ 677037 h 1647825"/>
                  <a:gd name="connsiteX436" fmla="*/ 148228 w 1038225"/>
                  <a:gd name="connsiteY436" fmla="*/ 674084 h 1647825"/>
                  <a:gd name="connsiteX437" fmla="*/ 146609 w 1038225"/>
                  <a:gd name="connsiteY437" fmla="*/ 671608 h 1647825"/>
                  <a:gd name="connsiteX438" fmla="*/ 144323 w 1038225"/>
                  <a:gd name="connsiteY438" fmla="*/ 671036 h 1647825"/>
                  <a:gd name="connsiteX439" fmla="*/ 141180 w 1038225"/>
                  <a:gd name="connsiteY439" fmla="*/ 670560 h 1647825"/>
                  <a:gd name="connsiteX440" fmla="*/ 139846 w 1038225"/>
                  <a:gd name="connsiteY440" fmla="*/ 668655 h 1647825"/>
                  <a:gd name="connsiteX441" fmla="*/ 137465 w 1038225"/>
                  <a:gd name="connsiteY441" fmla="*/ 665798 h 1647825"/>
                  <a:gd name="connsiteX442" fmla="*/ 136513 w 1038225"/>
                  <a:gd name="connsiteY442" fmla="*/ 663226 h 1647825"/>
                  <a:gd name="connsiteX443" fmla="*/ 139084 w 1038225"/>
                  <a:gd name="connsiteY443" fmla="*/ 661416 h 1647825"/>
                  <a:gd name="connsiteX444" fmla="*/ 142990 w 1038225"/>
                  <a:gd name="connsiteY444" fmla="*/ 660940 h 1647825"/>
                  <a:gd name="connsiteX445" fmla="*/ 144037 w 1038225"/>
                  <a:gd name="connsiteY445" fmla="*/ 659511 h 1647825"/>
                  <a:gd name="connsiteX446" fmla="*/ 145752 w 1038225"/>
                  <a:gd name="connsiteY446" fmla="*/ 655892 h 1647825"/>
                  <a:gd name="connsiteX447" fmla="*/ 146990 w 1038225"/>
                  <a:gd name="connsiteY447" fmla="*/ 654939 h 1647825"/>
                  <a:gd name="connsiteX448" fmla="*/ 148514 w 1038225"/>
                  <a:gd name="connsiteY448" fmla="*/ 656939 h 1647825"/>
                  <a:gd name="connsiteX449" fmla="*/ 151657 w 1038225"/>
                  <a:gd name="connsiteY449" fmla="*/ 657130 h 1647825"/>
                  <a:gd name="connsiteX450" fmla="*/ 155467 w 1038225"/>
                  <a:gd name="connsiteY450" fmla="*/ 656368 h 1647825"/>
                  <a:gd name="connsiteX451" fmla="*/ 157563 w 1038225"/>
                  <a:gd name="connsiteY451" fmla="*/ 654082 h 1647825"/>
                  <a:gd name="connsiteX452" fmla="*/ 159373 w 1038225"/>
                  <a:gd name="connsiteY452" fmla="*/ 652463 h 1647825"/>
                  <a:gd name="connsiteX453" fmla="*/ 159754 w 1038225"/>
                  <a:gd name="connsiteY453" fmla="*/ 647986 h 1647825"/>
                  <a:gd name="connsiteX454" fmla="*/ 157658 w 1038225"/>
                  <a:gd name="connsiteY454" fmla="*/ 644747 h 1647825"/>
                  <a:gd name="connsiteX455" fmla="*/ 154039 w 1038225"/>
                  <a:gd name="connsiteY455" fmla="*/ 640461 h 1647825"/>
                  <a:gd name="connsiteX456" fmla="*/ 150991 w 1038225"/>
                  <a:gd name="connsiteY456" fmla="*/ 636746 h 1647825"/>
                  <a:gd name="connsiteX457" fmla="*/ 149467 w 1038225"/>
                  <a:gd name="connsiteY457" fmla="*/ 633317 h 1647825"/>
                  <a:gd name="connsiteX458" fmla="*/ 147085 w 1038225"/>
                  <a:gd name="connsiteY458" fmla="*/ 632555 h 1647825"/>
                  <a:gd name="connsiteX459" fmla="*/ 144895 w 1038225"/>
                  <a:gd name="connsiteY459" fmla="*/ 635318 h 1647825"/>
                  <a:gd name="connsiteX460" fmla="*/ 141466 w 1038225"/>
                  <a:gd name="connsiteY460" fmla="*/ 637032 h 1647825"/>
                  <a:gd name="connsiteX461" fmla="*/ 139370 w 1038225"/>
                  <a:gd name="connsiteY461" fmla="*/ 636270 h 1647825"/>
                  <a:gd name="connsiteX462" fmla="*/ 136513 w 1038225"/>
                  <a:gd name="connsiteY462" fmla="*/ 636365 h 1647825"/>
                  <a:gd name="connsiteX463" fmla="*/ 135465 w 1038225"/>
                  <a:gd name="connsiteY463" fmla="*/ 639794 h 1647825"/>
                  <a:gd name="connsiteX464" fmla="*/ 135274 w 1038225"/>
                  <a:gd name="connsiteY464" fmla="*/ 643128 h 1647825"/>
                  <a:gd name="connsiteX465" fmla="*/ 132988 w 1038225"/>
                  <a:gd name="connsiteY465" fmla="*/ 645605 h 1647825"/>
                  <a:gd name="connsiteX466" fmla="*/ 131369 w 1038225"/>
                  <a:gd name="connsiteY466" fmla="*/ 648557 h 1647825"/>
                  <a:gd name="connsiteX467" fmla="*/ 131274 w 1038225"/>
                  <a:gd name="connsiteY467" fmla="*/ 651605 h 1647825"/>
                  <a:gd name="connsiteX468" fmla="*/ 134322 w 1038225"/>
                  <a:gd name="connsiteY468" fmla="*/ 653987 h 1647825"/>
                  <a:gd name="connsiteX469" fmla="*/ 134322 w 1038225"/>
                  <a:gd name="connsiteY469" fmla="*/ 656082 h 1647825"/>
                  <a:gd name="connsiteX470" fmla="*/ 132417 w 1038225"/>
                  <a:gd name="connsiteY470" fmla="*/ 657701 h 1647825"/>
                  <a:gd name="connsiteX471" fmla="*/ 130512 w 1038225"/>
                  <a:gd name="connsiteY471" fmla="*/ 660463 h 1647825"/>
                  <a:gd name="connsiteX472" fmla="*/ 127845 w 1038225"/>
                  <a:gd name="connsiteY472" fmla="*/ 662654 h 1647825"/>
                  <a:gd name="connsiteX473" fmla="*/ 128416 w 1038225"/>
                  <a:gd name="connsiteY473" fmla="*/ 664940 h 1647825"/>
                  <a:gd name="connsiteX474" fmla="*/ 131179 w 1038225"/>
                  <a:gd name="connsiteY474" fmla="*/ 669703 h 1647825"/>
                  <a:gd name="connsiteX475" fmla="*/ 133084 w 1038225"/>
                  <a:gd name="connsiteY475" fmla="*/ 672656 h 1647825"/>
                  <a:gd name="connsiteX476" fmla="*/ 134036 w 1038225"/>
                  <a:gd name="connsiteY476" fmla="*/ 676370 h 1647825"/>
                  <a:gd name="connsiteX477" fmla="*/ 132036 w 1038225"/>
                  <a:gd name="connsiteY477" fmla="*/ 677894 h 1647825"/>
                  <a:gd name="connsiteX478" fmla="*/ 129750 w 1038225"/>
                  <a:gd name="connsiteY478" fmla="*/ 675227 h 1647825"/>
                  <a:gd name="connsiteX479" fmla="*/ 128607 w 1038225"/>
                  <a:gd name="connsiteY479" fmla="*/ 673037 h 1647825"/>
                  <a:gd name="connsiteX480" fmla="*/ 127083 w 1038225"/>
                  <a:gd name="connsiteY480" fmla="*/ 672941 h 1647825"/>
                  <a:gd name="connsiteX481" fmla="*/ 125940 w 1038225"/>
                  <a:gd name="connsiteY481" fmla="*/ 674942 h 1647825"/>
                  <a:gd name="connsiteX482" fmla="*/ 126607 w 1038225"/>
                  <a:gd name="connsiteY482" fmla="*/ 677894 h 1647825"/>
                  <a:gd name="connsiteX483" fmla="*/ 125654 w 1038225"/>
                  <a:gd name="connsiteY483" fmla="*/ 680371 h 1647825"/>
                  <a:gd name="connsiteX484" fmla="*/ 123082 w 1038225"/>
                  <a:gd name="connsiteY484" fmla="*/ 680085 h 1647825"/>
                  <a:gd name="connsiteX485" fmla="*/ 120225 w 1038225"/>
                  <a:gd name="connsiteY485" fmla="*/ 678942 h 1647825"/>
                  <a:gd name="connsiteX486" fmla="*/ 116320 w 1038225"/>
                  <a:gd name="connsiteY486" fmla="*/ 674751 h 1647825"/>
                  <a:gd name="connsiteX487" fmla="*/ 114510 w 1038225"/>
                  <a:gd name="connsiteY487" fmla="*/ 671132 h 1647825"/>
                  <a:gd name="connsiteX488" fmla="*/ 110986 w 1038225"/>
                  <a:gd name="connsiteY488" fmla="*/ 666464 h 1647825"/>
                  <a:gd name="connsiteX489" fmla="*/ 107842 w 1038225"/>
                  <a:gd name="connsiteY489" fmla="*/ 663893 h 1647825"/>
                  <a:gd name="connsiteX490" fmla="*/ 105366 w 1038225"/>
                  <a:gd name="connsiteY490" fmla="*/ 663035 h 1647825"/>
                  <a:gd name="connsiteX491" fmla="*/ 102223 w 1038225"/>
                  <a:gd name="connsiteY491" fmla="*/ 663416 h 1647825"/>
                  <a:gd name="connsiteX492" fmla="*/ 99841 w 1038225"/>
                  <a:gd name="connsiteY492" fmla="*/ 662940 h 1647825"/>
                  <a:gd name="connsiteX493" fmla="*/ 98889 w 1038225"/>
                  <a:gd name="connsiteY493" fmla="*/ 659511 h 1647825"/>
                  <a:gd name="connsiteX494" fmla="*/ 96412 w 1038225"/>
                  <a:gd name="connsiteY494" fmla="*/ 654939 h 1647825"/>
                  <a:gd name="connsiteX495" fmla="*/ 94126 w 1038225"/>
                  <a:gd name="connsiteY495" fmla="*/ 652272 h 1647825"/>
                  <a:gd name="connsiteX496" fmla="*/ 93174 w 1038225"/>
                  <a:gd name="connsiteY496" fmla="*/ 647129 h 1647825"/>
                  <a:gd name="connsiteX497" fmla="*/ 90031 w 1038225"/>
                  <a:gd name="connsiteY497" fmla="*/ 642842 h 1647825"/>
                  <a:gd name="connsiteX498" fmla="*/ 88126 w 1038225"/>
                  <a:gd name="connsiteY498" fmla="*/ 640175 h 1647825"/>
                  <a:gd name="connsiteX499" fmla="*/ 83363 w 1038225"/>
                  <a:gd name="connsiteY499" fmla="*/ 638461 h 1647825"/>
                  <a:gd name="connsiteX500" fmla="*/ 80506 w 1038225"/>
                  <a:gd name="connsiteY500" fmla="*/ 636270 h 1647825"/>
                  <a:gd name="connsiteX501" fmla="*/ 78410 w 1038225"/>
                  <a:gd name="connsiteY501" fmla="*/ 635984 h 1647825"/>
                  <a:gd name="connsiteX502" fmla="*/ 75172 w 1038225"/>
                  <a:gd name="connsiteY502" fmla="*/ 636937 h 1647825"/>
                  <a:gd name="connsiteX503" fmla="*/ 74600 w 1038225"/>
                  <a:gd name="connsiteY503" fmla="*/ 640366 h 1647825"/>
                  <a:gd name="connsiteX504" fmla="*/ 71933 w 1038225"/>
                  <a:gd name="connsiteY504" fmla="*/ 641985 h 1647825"/>
                  <a:gd name="connsiteX505" fmla="*/ 68885 w 1038225"/>
                  <a:gd name="connsiteY505" fmla="*/ 638842 h 1647825"/>
                  <a:gd name="connsiteX506" fmla="*/ 68980 w 1038225"/>
                  <a:gd name="connsiteY506" fmla="*/ 636556 h 1647825"/>
                  <a:gd name="connsiteX507" fmla="*/ 71457 w 1038225"/>
                  <a:gd name="connsiteY507" fmla="*/ 634270 h 1647825"/>
                  <a:gd name="connsiteX508" fmla="*/ 74219 w 1038225"/>
                  <a:gd name="connsiteY508" fmla="*/ 631127 h 1647825"/>
                  <a:gd name="connsiteX509" fmla="*/ 77743 w 1038225"/>
                  <a:gd name="connsiteY509" fmla="*/ 626459 h 1647825"/>
                  <a:gd name="connsiteX510" fmla="*/ 81172 w 1038225"/>
                  <a:gd name="connsiteY510" fmla="*/ 620363 h 1647825"/>
                  <a:gd name="connsiteX511" fmla="*/ 82887 w 1038225"/>
                  <a:gd name="connsiteY511" fmla="*/ 614648 h 1647825"/>
                  <a:gd name="connsiteX512" fmla="*/ 80601 w 1038225"/>
                  <a:gd name="connsiteY512" fmla="*/ 608267 h 1647825"/>
                  <a:gd name="connsiteX513" fmla="*/ 81649 w 1038225"/>
                  <a:gd name="connsiteY513" fmla="*/ 603599 h 1647825"/>
                  <a:gd name="connsiteX514" fmla="*/ 83173 w 1038225"/>
                  <a:gd name="connsiteY514" fmla="*/ 602837 h 1647825"/>
                  <a:gd name="connsiteX515" fmla="*/ 82125 w 1038225"/>
                  <a:gd name="connsiteY515" fmla="*/ 598837 h 1647825"/>
                  <a:gd name="connsiteX516" fmla="*/ 82030 w 1038225"/>
                  <a:gd name="connsiteY516" fmla="*/ 594551 h 1647825"/>
                  <a:gd name="connsiteX517" fmla="*/ 80506 w 1038225"/>
                  <a:gd name="connsiteY517" fmla="*/ 592836 h 1647825"/>
                  <a:gd name="connsiteX518" fmla="*/ 78124 w 1038225"/>
                  <a:gd name="connsiteY518" fmla="*/ 591026 h 1647825"/>
                  <a:gd name="connsiteX519" fmla="*/ 75648 w 1038225"/>
                  <a:gd name="connsiteY519" fmla="*/ 592550 h 1647825"/>
                  <a:gd name="connsiteX520" fmla="*/ 73838 w 1038225"/>
                  <a:gd name="connsiteY520" fmla="*/ 588550 h 1647825"/>
                  <a:gd name="connsiteX521" fmla="*/ 75838 w 1038225"/>
                  <a:gd name="connsiteY521" fmla="*/ 584454 h 1647825"/>
                  <a:gd name="connsiteX522" fmla="*/ 77077 w 1038225"/>
                  <a:gd name="connsiteY522" fmla="*/ 579311 h 1647825"/>
                  <a:gd name="connsiteX523" fmla="*/ 74219 w 1038225"/>
                  <a:gd name="connsiteY523" fmla="*/ 571976 h 1647825"/>
                  <a:gd name="connsiteX524" fmla="*/ 73076 w 1038225"/>
                  <a:gd name="connsiteY524" fmla="*/ 566452 h 1647825"/>
                  <a:gd name="connsiteX525" fmla="*/ 68695 w 1038225"/>
                  <a:gd name="connsiteY525" fmla="*/ 560927 h 1647825"/>
                  <a:gd name="connsiteX526" fmla="*/ 64504 w 1038225"/>
                  <a:gd name="connsiteY526" fmla="*/ 557498 h 1647825"/>
                  <a:gd name="connsiteX527" fmla="*/ 60313 w 1038225"/>
                  <a:gd name="connsiteY527" fmla="*/ 553974 h 1647825"/>
                  <a:gd name="connsiteX528" fmla="*/ 56598 w 1038225"/>
                  <a:gd name="connsiteY528" fmla="*/ 547973 h 1647825"/>
                  <a:gd name="connsiteX529" fmla="*/ 53455 w 1038225"/>
                  <a:gd name="connsiteY529" fmla="*/ 544640 h 1647825"/>
                  <a:gd name="connsiteX530" fmla="*/ 52216 w 1038225"/>
                  <a:gd name="connsiteY530" fmla="*/ 539782 h 1647825"/>
                  <a:gd name="connsiteX531" fmla="*/ 50692 w 1038225"/>
                  <a:gd name="connsiteY531" fmla="*/ 537972 h 1647825"/>
                  <a:gd name="connsiteX532" fmla="*/ 49740 w 1038225"/>
                  <a:gd name="connsiteY532" fmla="*/ 533591 h 1647825"/>
                  <a:gd name="connsiteX533" fmla="*/ 47168 w 1038225"/>
                  <a:gd name="connsiteY533" fmla="*/ 524732 h 1647825"/>
                  <a:gd name="connsiteX534" fmla="*/ 44692 w 1038225"/>
                  <a:gd name="connsiteY534" fmla="*/ 519113 h 1647825"/>
                  <a:gd name="connsiteX535" fmla="*/ 42310 w 1038225"/>
                  <a:gd name="connsiteY535" fmla="*/ 514731 h 1647825"/>
                  <a:gd name="connsiteX536" fmla="*/ 38119 w 1038225"/>
                  <a:gd name="connsiteY536" fmla="*/ 511588 h 1647825"/>
                  <a:gd name="connsiteX537" fmla="*/ 37072 w 1038225"/>
                  <a:gd name="connsiteY537" fmla="*/ 508159 h 1647825"/>
                  <a:gd name="connsiteX538" fmla="*/ 36214 w 1038225"/>
                  <a:gd name="connsiteY538" fmla="*/ 503396 h 1647825"/>
                  <a:gd name="connsiteX539" fmla="*/ 29737 w 1038225"/>
                  <a:gd name="connsiteY539" fmla="*/ 495491 h 1647825"/>
                  <a:gd name="connsiteX540" fmla="*/ 26785 w 1038225"/>
                  <a:gd name="connsiteY540" fmla="*/ 491300 h 1647825"/>
                  <a:gd name="connsiteX541" fmla="*/ 25261 w 1038225"/>
                  <a:gd name="connsiteY541" fmla="*/ 484727 h 1647825"/>
                  <a:gd name="connsiteX542" fmla="*/ 23356 w 1038225"/>
                  <a:gd name="connsiteY542" fmla="*/ 480250 h 1647825"/>
                  <a:gd name="connsiteX543" fmla="*/ 20784 w 1038225"/>
                  <a:gd name="connsiteY543" fmla="*/ 476250 h 1647825"/>
                  <a:gd name="connsiteX544" fmla="*/ 21832 w 1038225"/>
                  <a:gd name="connsiteY544" fmla="*/ 472059 h 1647825"/>
                  <a:gd name="connsiteX545" fmla="*/ 24689 w 1038225"/>
                  <a:gd name="connsiteY545" fmla="*/ 470440 h 1647825"/>
                  <a:gd name="connsiteX546" fmla="*/ 28023 w 1038225"/>
                  <a:gd name="connsiteY546" fmla="*/ 467106 h 1647825"/>
                  <a:gd name="connsiteX547" fmla="*/ 29356 w 1038225"/>
                  <a:gd name="connsiteY547" fmla="*/ 462534 h 1647825"/>
                  <a:gd name="connsiteX548" fmla="*/ 30595 w 1038225"/>
                  <a:gd name="connsiteY548" fmla="*/ 454724 h 1647825"/>
                  <a:gd name="connsiteX549" fmla="*/ 29642 w 1038225"/>
                  <a:gd name="connsiteY549" fmla="*/ 448723 h 1647825"/>
                  <a:gd name="connsiteX550" fmla="*/ 28404 w 1038225"/>
                  <a:gd name="connsiteY550" fmla="*/ 445484 h 1647825"/>
                  <a:gd name="connsiteX551" fmla="*/ 28213 w 1038225"/>
                  <a:gd name="connsiteY551" fmla="*/ 438055 h 1647825"/>
                  <a:gd name="connsiteX552" fmla="*/ 27832 w 1038225"/>
                  <a:gd name="connsiteY552" fmla="*/ 430816 h 1647825"/>
                  <a:gd name="connsiteX553" fmla="*/ 26213 w 1038225"/>
                  <a:gd name="connsiteY553" fmla="*/ 424053 h 1647825"/>
                  <a:gd name="connsiteX554" fmla="*/ 25737 w 1038225"/>
                  <a:gd name="connsiteY554" fmla="*/ 419005 h 1647825"/>
                  <a:gd name="connsiteX555" fmla="*/ 26594 w 1038225"/>
                  <a:gd name="connsiteY555" fmla="*/ 415004 h 1647825"/>
                  <a:gd name="connsiteX556" fmla="*/ 26213 w 1038225"/>
                  <a:gd name="connsiteY556" fmla="*/ 410242 h 1647825"/>
                  <a:gd name="connsiteX557" fmla="*/ 26499 w 1038225"/>
                  <a:gd name="connsiteY557" fmla="*/ 405289 h 1647825"/>
                  <a:gd name="connsiteX558" fmla="*/ 28975 w 1038225"/>
                  <a:gd name="connsiteY558" fmla="*/ 398812 h 1647825"/>
                  <a:gd name="connsiteX559" fmla="*/ 33357 w 1038225"/>
                  <a:gd name="connsiteY559" fmla="*/ 391573 h 1647825"/>
                  <a:gd name="connsiteX560" fmla="*/ 40024 w 1038225"/>
                  <a:gd name="connsiteY560" fmla="*/ 384810 h 1647825"/>
                  <a:gd name="connsiteX561" fmla="*/ 40786 w 1038225"/>
                  <a:gd name="connsiteY561" fmla="*/ 379952 h 1647825"/>
                  <a:gd name="connsiteX562" fmla="*/ 40501 w 1038225"/>
                  <a:gd name="connsiteY562" fmla="*/ 377000 h 1647825"/>
                  <a:gd name="connsiteX563" fmla="*/ 39643 w 1038225"/>
                  <a:gd name="connsiteY563" fmla="*/ 372999 h 1647825"/>
                  <a:gd name="connsiteX564" fmla="*/ 41263 w 1038225"/>
                  <a:gd name="connsiteY564" fmla="*/ 368713 h 1647825"/>
                  <a:gd name="connsiteX565" fmla="*/ 42882 w 1038225"/>
                  <a:gd name="connsiteY565" fmla="*/ 361855 h 1647825"/>
                  <a:gd name="connsiteX566" fmla="*/ 41929 w 1038225"/>
                  <a:gd name="connsiteY566" fmla="*/ 356235 h 1647825"/>
                  <a:gd name="connsiteX567" fmla="*/ 39358 w 1038225"/>
                  <a:gd name="connsiteY567" fmla="*/ 352711 h 1647825"/>
                  <a:gd name="connsiteX568" fmla="*/ 39358 w 1038225"/>
                  <a:gd name="connsiteY568" fmla="*/ 349187 h 1647825"/>
                  <a:gd name="connsiteX569" fmla="*/ 40786 w 1038225"/>
                  <a:gd name="connsiteY569" fmla="*/ 345948 h 1647825"/>
                  <a:gd name="connsiteX570" fmla="*/ 41167 w 1038225"/>
                  <a:gd name="connsiteY570" fmla="*/ 341852 h 1647825"/>
                  <a:gd name="connsiteX571" fmla="*/ 41929 w 1038225"/>
                  <a:gd name="connsiteY571" fmla="*/ 337852 h 1647825"/>
                  <a:gd name="connsiteX572" fmla="*/ 40691 w 1038225"/>
                  <a:gd name="connsiteY572" fmla="*/ 334328 h 1647825"/>
                  <a:gd name="connsiteX573" fmla="*/ 36786 w 1038225"/>
                  <a:gd name="connsiteY573" fmla="*/ 331280 h 1647825"/>
                  <a:gd name="connsiteX574" fmla="*/ 35738 w 1038225"/>
                  <a:gd name="connsiteY574" fmla="*/ 327374 h 1647825"/>
                  <a:gd name="connsiteX575" fmla="*/ 36595 w 1038225"/>
                  <a:gd name="connsiteY575" fmla="*/ 322993 h 1647825"/>
                  <a:gd name="connsiteX576" fmla="*/ 32976 w 1038225"/>
                  <a:gd name="connsiteY576" fmla="*/ 317183 h 1647825"/>
                  <a:gd name="connsiteX577" fmla="*/ 30404 w 1038225"/>
                  <a:gd name="connsiteY577" fmla="*/ 311849 h 1647825"/>
                  <a:gd name="connsiteX578" fmla="*/ 30214 w 1038225"/>
                  <a:gd name="connsiteY578" fmla="*/ 307086 h 1647825"/>
                  <a:gd name="connsiteX579" fmla="*/ 27737 w 1038225"/>
                  <a:gd name="connsiteY579" fmla="*/ 303943 h 1647825"/>
                  <a:gd name="connsiteX580" fmla="*/ 23927 w 1038225"/>
                  <a:gd name="connsiteY580" fmla="*/ 301085 h 1647825"/>
                  <a:gd name="connsiteX581" fmla="*/ 23737 w 1038225"/>
                  <a:gd name="connsiteY581" fmla="*/ 297656 h 1647825"/>
                  <a:gd name="connsiteX582" fmla="*/ 25356 w 1038225"/>
                  <a:gd name="connsiteY582" fmla="*/ 293656 h 1647825"/>
                  <a:gd name="connsiteX583" fmla="*/ 22784 w 1038225"/>
                  <a:gd name="connsiteY583" fmla="*/ 287655 h 1647825"/>
                  <a:gd name="connsiteX584" fmla="*/ 20784 w 1038225"/>
                  <a:gd name="connsiteY584" fmla="*/ 285655 h 1647825"/>
                  <a:gd name="connsiteX585" fmla="*/ 16879 w 1038225"/>
                  <a:gd name="connsiteY585" fmla="*/ 284036 h 1647825"/>
                  <a:gd name="connsiteX586" fmla="*/ 14783 w 1038225"/>
                  <a:gd name="connsiteY586" fmla="*/ 281083 h 1647825"/>
                  <a:gd name="connsiteX587" fmla="*/ 13640 w 1038225"/>
                  <a:gd name="connsiteY587" fmla="*/ 275939 h 1647825"/>
                  <a:gd name="connsiteX588" fmla="*/ 8306 w 1038225"/>
                  <a:gd name="connsiteY588" fmla="*/ 271463 h 1647825"/>
                  <a:gd name="connsiteX589" fmla="*/ 2782 w 1038225"/>
                  <a:gd name="connsiteY589" fmla="*/ 263557 h 1647825"/>
                  <a:gd name="connsiteX590" fmla="*/ 686 w 1038225"/>
                  <a:gd name="connsiteY590" fmla="*/ 258699 h 1647825"/>
                  <a:gd name="connsiteX591" fmla="*/ 115 w 1038225"/>
                  <a:gd name="connsiteY591" fmla="*/ 254699 h 1647825"/>
                  <a:gd name="connsiteX592" fmla="*/ 2877 w 1038225"/>
                  <a:gd name="connsiteY592" fmla="*/ 252698 h 1647825"/>
                  <a:gd name="connsiteX593" fmla="*/ 3925 w 1038225"/>
                  <a:gd name="connsiteY593" fmla="*/ 248507 h 1647825"/>
                  <a:gd name="connsiteX594" fmla="*/ 3639 w 1038225"/>
                  <a:gd name="connsiteY594" fmla="*/ 245936 h 1647825"/>
                  <a:gd name="connsiteX595" fmla="*/ 4972 w 1038225"/>
                  <a:gd name="connsiteY595" fmla="*/ 243078 h 1647825"/>
                  <a:gd name="connsiteX596" fmla="*/ 4306 w 1038225"/>
                  <a:gd name="connsiteY596" fmla="*/ 237744 h 1647825"/>
                  <a:gd name="connsiteX597" fmla="*/ 3353 w 1038225"/>
                  <a:gd name="connsiteY597" fmla="*/ 233744 h 1647825"/>
                  <a:gd name="connsiteX598" fmla="*/ 877 w 1038225"/>
                  <a:gd name="connsiteY598" fmla="*/ 230696 h 1647825"/>
                  <a:gd name="connsiteX599" fmla="*/ 2401 w 1038225"/>
                  <a:gd name="connsiteY599" fmla="*/ 226981 h 1647825"/>
                  <a:gd name="connsiteX600" fmla="*/ 5068 w 1038225"/>
                  <a:gd name="connsiteY600" fmla="*/ 224028 h 1647825"/>
                  <a:gd name="connsiteX601" fmla="*/ 6592 w 1038225"/>
                  <a:gd name="connsiteY601" fmla="*/ 221456 h 1647825"/>
                  <a:gd name="connsiteX602" fmla="*/ 7639 w 1038225"/>
                  <a:gd name="connsiteY602" fmla="*/ 218027 h 1647825"/>
                  <a:gd name="connsiteX603" fmla="*/ 10592 w 1038225"/>
                  <a:gd name="connsiteY603" fmla="*/ 214027 h 1647825"/>
                  <a:gd name="connsiteX604" fmla="*/ 17069 w 1038225"/>
                  <a:gd name="connsiteY604" fmla="*/ 207359 h 1647825"/>
                  <a:gd name="connsiteX605" fmla="*/ 32309 w 1038225"/>
                  <a:gd name="connsiteY605" fmla="*/ 188024 h 1647825"/>
                  <a:gd name="connsiteX606" fmla="*/ 44025 w 1038225"/>
                  <a:gd name="connsiteY606" fmla="*/ 174117 h 1647825"/>
                  <a:gd name="connsiteX607" fmla="*/ 52883 w 1038225"/>
                  <a:gd name="connsiteY607" fmla="*/ 161639 h 1647825"/>
                  <a:gd name="connsiteX608" fmla="*/ 56503 w 1038225"/>
                  <a:gd name="connsiteY608" fmla="*/ 154877 h 1647825"/>
                  <a:gd name="connsiteX609" fmla="*/ 58503 w 1038225"/>
                  <a:gd name="connsiteY609" fmla="*/ 149352 h 1647825"/>
                  <a:gd name="connsiteX610" fmla="*/ 58693 w 1038225"/>
                  <a:gd name="connsiteY610" fmla="*/ 144590 h 1647825"/>
                  <a:gd name="connsiteX611" fmla="*/ 56026 w 1038225"/>
                  <a:gd name="connsiteY611" fmla="*/ 142494 h 1647825"/>
                  <a:gd name="connsiteX612" fmla="*/ 56026 w 1038225"/>
                  <a:gd name="connsiteY612" fmla="*/ 136779 h 1647825"/>
                  <a:gd name="connsiteX613" fmla="*/ 56217 w 1038225"/>
                  <a:gd name="connsiteY613" fmla="*/ 132874 h 1647825"/>
                  <a:gd name="connsiteX614" fmla="*/ 57836 w 1038225"/>
                  <a:gd name="connsiteY614" fmla="*/ 129731 h 1647825"/>
                  <a:gd name="connsiteX615" fmla="*/ 60503 w 1038225"/>
                  <a:gd name="connsiteY615" fmla="*/ 128111 h 1647825"/>
                  <a:gd name="connsiteX616" fmla="*/ 63932 w 1038225"/>
                  <a:gd name="connsiteY616" fmla="*/ 124682 h 1647825"/>
                  <a:gd name="connsiteX617" fmla="*/ 68218 w 1038225"/>
                  <a:gd name="connsiteY617" fmla="*/ 116110 h 1647825"/>
                  <a:gd name="connsiteX618" fmla="*/ 71171 w 1038225"/>
                  <a:gd name="connsiteY618" fmla="*/ 109823 h 1647825"/>
                  <a:gd name="connsiteX619" fmla="*/ 75267 w 1038225"/>
                  <a:gd name="connsiteY619" fmla="*/ 101537 h 1647825"/>
                  <a:gd name="connsiteX620" fmla="*/ 79267 w 1038225"/>
                  <a:gd name="connsiteY620" fmla="*/ 91821 h 1647825"/>
                  <a:gd name="connsiteX621" fmla="*/ 82125 w 1038225"/>
                  <a:gd name="connsiteY621" fmla="*/ 83915 h 1647825"/>
                  <a:gd name="connsiteX622" fmla="*/ 82696 w 1038225"/>
                  <a:gd name="connsiteY622" fmla="*/ 74486 h 1647825"/>
                  <a:gd name="connsiteX623" fmla="*/ 82506 w 1038225"/>
                  <a:gd name="connsiteY623" fmla="*/ 62579 h 1647825"/>
                  <a:gd name="connsiteX624" fmla="*/ 81839 w 1038225"/>
                  <a:gd name="connsiteY624" fmla="*/ 55150 h 1647825"/>
                  <a:gd name="connsiteX625" fmla="*/ 81077 w 1038225"/>
                  <a:gd name="connsiteY625" fmla="*/ 51626 h 1647825"/>
                  <a:gd name="connsiteX626" fmla="*/ 82411 w 1038225"/>
                  <a:gd name="connsiteY626" fmla="*/ 47244 h 1647825"/>
                  <a:gd name="connsiteX627" fmla="*/ 81649 w 1038225"/>
                  <a:gd name="connsiteY627" fmla="*/ 42386 h 1647825"/>
                  <a:gd name="connsiteX628" fmla="*/ 80887 w 1038225"/>
                  <a:gd name="connsiteY628" fmla="*/ 40386 h 1647825"/>
                  <a:gd name="connsiteX629" fmla="*/ 78601 w 1038225"/>
                  <a:gd name="connsiteY629" fmla="*/ 38767 h 1647825"/>
                  <a:gd name="connsiteX630" fmla="*/ 75838 w 1038225"/>
                  <a:gd name="connsiteY630" fmla="*/ 37529 h 1647825"/>
                  <a:gd name="connsiteX631" fmla="*/ 73933 w 1038225"/>
                  <a:gd name="connsiteY631" fmla="*/ 34576 h 1647825"/>
                  <a:gd name="connsiteX632" fmla="*/ 72409 w 1038225"/>
                  <a:gd name="connsiteY632" fmla="*/ 30861 h 1647825"/>
                  <a:gd name="connsiteX633" fmla="*/ 74029 w 1038225"/>
                  <a:gd name="connsiteY633" fmla="*/ 28004 h 1647825"/>
                  <a:gd name="connsiteX634" fmla="*/ 78029 w 1038225"/>
                  <a:gd name="connsiteY634" fmla="*/ 24575 h 1647825"/>
                  <a:gd name="connsiteX635" fmla="*/ 81744 w 1038225"/>
                  <a:gd name="connsiteY635" fmla="*/ 17526 h 1647825"/>
                  <a:gd name="connsiteX636" fmla="*/ 85268 w 1038225"/>
                  <a:gd name="connsiteY636" fmla="*/ 9716 h 1647825"/>
                  <a:gd name="connsiteX637" fmla="*/ 86125 w 1038225"/>
                  <a:gd name="connsiteY637" fmla="*/ 2572 h 1647825"/>
                  <a:gd name="connsiteX638" fmla="*/ 86030 w 1038225"/>
                  <a:gd name="connsiteY638" fmla="*/ 0 h 1647825"/>
                  <a:gd name="connsiteX639" fmla="*/ 195472 w 1038225"/>
                  <a:gd name="connsiteY639" fmla="*/ 27242 h 1647825"/>
                  <a:gd name="connsiteX640" fmla="*/ 393497 w 1038225"/>
                  <a:gd name="connsiteY640" fmla="*/ 75343 h 1647825"/>
                  <a:gd name="connsiteX641" fmla="*/ 555613 w 1038225"/>
                  <a:gd name="connsiteY641" fmla="*/ 112014 h 1647825"/>
                  <a:gd name="connsiteX642" fmla="*/ 537039 w 1038225"/>
                  <a:gd name="connsiteY642" fmla="*/ 199358 h 1647825"/>
                  <a:gd name="connsiteX643" fmla="*/ 499701 w 1038225"/>
                  <a:gd name="connsiteY643" fmla="*/ 378524 h 1647825"/>
                  <a:gd name="connsiteX644" fmla="*/ 462077 w 1038225"/>
                  <a:gd name="connsiteY644" fmla="*/ 547783 h 1647825"/>
                  <a:gd name="connsiteX645" fmla="*/ 458362 w 1038225"/>
                  <a:gd name="connsiteY645" fmla="*/ 569881 h 1647825"/>
                  <a:gd name="connsiteX646" fmla="*/ 526276 w 1038225"/>
                  <a:gd name="connsiteY646" fmla="*/ 662750 h 1647825"/>
                  <a:gd name="connsiteX647" fmla="*/ 737064 w 1038225"/>
                  <a:gd name="connsiteY647" fmla="*/ 951071 h 1647825"/>
                  <a:gd name="connsiteX648" fmla="*/ 858698 w 1038225"/>
                  <a:gd name="connsiteY648" fmla="*/ 1117473 h 1647825"/>
                  <a:gd name="connsiteX649" fmla="*/ 988810 w 1038225"/>
                  <a:gd name="connsiteY649" fmla="*/ 1295495 h 1647825"/>
                  <a:gd name="connsiteX650" fmla="*/ 992334 w 1038225"/>
                  <a:gd name="connsiteY650" fmla="*/ 1300067 h 1647825"/>
                  <a:gd name="connsiteX651" fmla="*/ 992334 w 1038225"/>
                  <a:gd name="connsiteY651" fmla="*/ 1304068 h 1647825"/>
                  <a:gd name="connsiteX652" fmla="*/ 991381 w 1038225"/>
                  <a:gd name="connsiteY652" fmla="*/ 1307116 h 1647825"/>
                  <a:gd name="connsiteX653" fmla="*/ 993096 w 1038225"/>
                  <a:gd name="connsiteY653" fmla="*/ 1309592 h 1647825"/>
                  <a:gd name="connsiteX654" fmla="*/ 991572 w 1038225"/>
                  <a:gd name="connsiteY654" fmla="*/ 1313117 h 1647825"/>
                  <a:gd name="connsiteX655" fmla="*/ 989762 w 1038225"/>
                  <a:gd name="connsiteY655" fmla="*/ 1320165 h 1647825"/>
                  <a:gd name="connsiteX656" fmla="*/ 990524 w 1038225"/>
                  <a:gd name="connsiteY656" fmla="*/ 1323689 h 1647825"/>
                  <a:gd name="connsiteX657" fmla="*/ 994429 w 1038225"/>
                  <a:gd name="connsiteY657" fmla="*/ 1326356 h 1647825"/>
                  <a:gd name="connsiteX658" fmla="*/ 996334 w 1038225"/>
                  <a:gd name="connsiteY658" fmla="*/ 1330547 h 1647825"/>
                  <a:gd name="connsiteX659" fmla="*/ 996811 w 1038225"/>
                  <a:gd name="connsiteY659" fmla="*/ 1336262 h 1647825"/>
                  <a:gd name="connsiteX660" fmla="*/ 998525 w 1038225"/>
                  <a:gd name="connsiteY660" fmla="*/ 1340453 h 1647825"/>
                  <a:gd name="connsiteX661" fmla="*/ 1002335 w 1038225"/>
                  <a:gd name="connsiteY661" fmla="*/ 1343692 h 1647825"/>
                  <a:gd name="connsiteX662" fmla="*/ 1006050 w 1038225"/>
                  <a:gd name="connsiteY662" fmla="*/ 1348264 h 1647825"/>
                  <a:gd name="connsiteX663" fmla="*/ 1006907 w 1038225"/>
                  <a:gd name="connsiteY663" fmla="*/ 1353503 h 1647825"/>
                  <a:gd name="connsiteX664" fmla="*/ 1007479 w 1038225"/>
                  <a:gd name="connsiteY664" fmla="*/ 1359884 h 1647825"/>
                  <a:gd name="connsiteX665" fmla="*/ 1009669 w 1038225"/>
                  <a:gd name="connsiteY665" fmla="*/ 1365218 h 1647825"/>
                  <a:gd name="connsiteX666" fmla="*/ 1008050 w 1038225"/>
                  <a:gd name="connsiteY666" fmla="*/ 1368266 h 1647825"/>
                  <a:gd name="connsiteX667" fmla="*/ 1010146 w 1038225"/>
                  <a:gd name="connsiteY667" fmla="*/ 1371219 h 1647825"/>
                  <a:gd name="connsiteX668" fmla="*/ 1014432 w 1038225"/>
                  <a:gd name="connsiteY668" fmla="*/ 1377029 h 1647825"/>
                  <a:gd name="connsiteX669" fmla="*/ 1015289 w 1038225"/>
                  <a:gd name="connsiteY669" fmla="*/ 1381601 h 1647825"/>
                  <a:gd name="connsiteX670" fmla="*/ 1012717 w 1038225"/>
                  <a:gd name="connsiteY670" fmla="*/ 1384840 h 1647825"/>
                  <a:gd name="connsiteX671" fmla="*/ 1011860 w 1038225"/>
                  <a:gd name="connsiteY671" fmla="*/ 1389698 h 1647825"/>
                  <a:gd name="connsiteX672" fmla="*/ 1014051 w 1038225"/>
                  <a:gd name="connsiteY672" fmla="*/ 1391984 h 1647825"/>
                  <a:gd name="connsiteX673" fmla="*/ 1018337 w 1038225"/>
                  <a:gd name="connsiteY673" fmla="*/ 1393031 h 1647825"/>
                  <a:gd name="connsiteX674" fmla="*/ 1021195 w 1038225"/>
                  <a:gd name="connsiteY674" fmla="*/ 1395889 h 1647825"/>
                  <a:gd name="connsiteX675" fmla="*/ 1022433 w 1038225"/>
                  <a:gd name="connsiteY675" fmla="*/ 1399699 h 1647825"/>
                  <a:gd name="connsiteX676" fmla="*/ 1025005 w 1038225"/>
                  <a:gd name="connsiteY676" fmla="*/ 1401032 h 1647825"/>
                  <a:gd name="connsiteX677" fmla="*/ 1027862 w 1038225"/>
                  <a:gd name="connsiteY677" fmla="*/ 1404080 h 1647825"/>
                  <a:gd name="connsiteX678" fmla="*/ 1029577 w 1038225"/>
                  <a:gd name="connsiteY678" fmla="*/ 1407986 h 1647825"/>
                  <a:gd name="connsiteX679" fmla="*/ 1034815 w 1038225"/>
                  <a:gd name="connsiteY679" fmla="*/ 1409986 h 1647825"/>
                  <a:gd name="connsiteX680" fmla="*/ 1036054 w 1038225"/>
                  <a:gd name="connsiteY680" fmla="*/ 1413415 h 1647825"/>
                  <a:gd name="connsiteX681" fmla="*/ 1038244 w 1038225"/>
                  <a:gd name="connsiteY681" fmla="*/ 1415796 h 164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</a:cxnLst>
                <a:rect l="l" t="t" r="r" b="b"/>
                <a:pathLst>
                  <a:path w="1038225" h="1647825">
                    <a:moveTo>
                      <a:pt x="1038244" y="1415796"/>
                    </a:moveTo>
                    <a:cubicBezTo>
                      <a:pt x="1038625" y="1416748"/>
                      <a:pt x="1038721" y="1418844"/>
                      <a:pt x="1038625" y="1419892"/>
                    </a:cubicBezTo>
                    <a:cubicBezTo>
                      <a:pt x="1038530" y="1420939"/>
                      <a:pt x="1038340" y="1423035"/>
                      <a:pt x="1037768" y="1423797"/>
                    </a:cubicBezTo>
                    <a:cubicBezTo>
                      <a:pt x="1037292" y="1424464"/>
                      <a:pt x="1035482" y="1425035"/>
                      <a:pt x="1034815" y="1425416"/>
                    </a:cubicBezTo>
                    <a:cubicBezTo>
                      <a:pt x="1033672" y="1426083"/>
                      <a:pt x="1030339" y="1428179"/>
                      <a:pt x="1030148" y="1428274"/>
                    </a:cubicBezTo>
                    <a:cubicBezTo>
                      <a:pt x="1029958" y="1428369"/>
                      <a:pt x="1027481" y="1431512"/>
                      <a:pt x="1026529" y="1432370"/>
                    </a:cubicBezTo>
                    <a:cubicBezTo>
                      <a:pt x="1025767" y="1433131"/>
                      <a:pt x="1024147" y="1434465"/>
                      <a:pt x="1023100" y="1434846"/>
                    </a:cubicBezTo>
                    <a:cubicBezTo>
                      <a:pt x="1021671" y="1435418"/>
                      <a:pt x="1018528" y="1435132"/>
                      <a:pt x="1017099" y="1435513"/>
                    </a:cubicBezTo>
                    <a:cubicBezTo>
                      <a:pt x="1016432" y="1435703"/>
                      <a:pt x="1015099" y="1436275"/>
                      <a:pt x="1014527" y="1436656"/>
                    </a:cubicBezTo>
                    <a:cubicBezTo>
                      <a:pt x="1013575" y="1437323"/>
                      <a:pt x="1012241" y="1439132"/>
                      <a:pt x="1011384" y="1439799"/>
                    </a:cubicBezTo>
                    <a:cubicBezTo>
                      <a:pt x="1010431" y="1440466"/>
                      <a:pt x="1008241" y="1441609"/>
                      <a:pt x="1007098" y="1441895"/>
                    </a:cubicBezTo>
                    <a:cubicBezTo>
                      <a:pt x="1005859" y="1442180"/>
                      <a:pt x="1003383" y="1441799"/>
                      <a:pt x="1002145" y="1442180"/>
                    </a:cubicBezTo>
                    <a:cubicBezTo>
                      <a:pt x="1000716" y="1442561"/>
                      <a:pt x="998049" y="1443800"/>
                      <a:pt x="997001" y="1444847"/>
                    </a:cubicBezTo>
                    <a:cubicBezTo>
                      <a:pt x="996049" y="1445800"/>
                      <a:pt x="995001" y="1448372"/>
                      <a:pt x="994810" y="1449705"/>
                    </a:cubicBezTo>
                    <a:cubicBezTo>
                      <a:pt x="994620" y="1450753"/>
                      <a:pt x="995572" y="1453039"/>
                      <a:pt x="995096" y="1454087"/>
                    </a:cubicBezTo>
                    <a:cubicBezTo>
                      <a:pt x="994810" y="1454753"/>
                      <a:pt x="993382" y="1455325"/>
                      <a:pt x="993001" y="1455896"/>
                    </a:cubicBezTo>
                    <a:cubicBezTo>
                      <a:pt x="992143" y="1456849"/>
                      <a:pt x="991286" y="1459325"/>
                      <a:pt x="990429" y="1460278"/>
                    </a:cubicBezTo>
                    <a:cubicBezTo>
                      <a:pt x="989381" y="1461421"/>
                      <a:pt x="986905" y="1463135"/>
                      <a:pt x="985571" y="1463802"/>
                    </a:cubicBezTo>
                    <a:cubicBezTo>
                      <a:pt x="985000" y="1464088"/>
                      <a:pt x="983666" y="1464469"/>
                      <a:pt x="982999" y="1464755"/>
                    </a:cubicBezTo>
                    <a:cubicBezTo>
                      <a:pt x="982333" y="1465040"/>
                      <a:pt x="980809" y="1465326"/>
                      <a:pt x="980428" y="1465898"/>
                    </a:cubicBezTo>
                    <a:cubicBezTo>
                      <a:pt x="979951" y="1466564"/>
                      <a:pt x="979951" y="1468279"/>
                      <a:pt x="980237" y="1468946"/>
                    </a:cubicBezTo>
                    <a:cubicBezTo>
                      <a:pt x="980428" y="1469517"/>
                      <a:pt x="981856" y="1470184"/>
                      <a:pt x="981952" y="1470851"/>
                    </a:cubicBezTo>
                    <a:cubicBezTo>
                      <a:pt x="982142" y="1471613"/>
                      <a:pt x="981190" y="1473041"/>
                      <a:pt x="981190" y="1473803"/>
                    </a:cubicBezTo>
                    <a:cubicBezTo>
                      <a:pt x="981190" y="1474946"/>
                      <a:pt x="982523" y="1477232"/>
                      <a:pt x="981952" y="1478280"/>
                    </a:cubicBezTo>
                    <a:cubicBezTo>
                      <a:pt x="981666" y="1478852"/>
                      <a:pt x="980047" y="1478947"/>
                      <a:pt x="979570" y="1479518"/>
                    </a:cubicBezTo>
                    <a:cubicBezTo>
                      <a:pt x="978713" y="1480566"/>
                      <a:pt x="978142" y="1483328"/>
                      <a:pt x="977951" y="1484757"/>
                    </a:cubicBezTo>
                    <a:cubicBezTo>
                      <a:pt x="977761" y="1485995"/>
                      <a:pt x="977856" y="1488472"/>
                      <a:pt x="978142" y="1489710"/>
                    </a:cubicBezTo>
                    <a:cubicBezTo>
                      <a:pt x="978332" y="1490758"/>
                      <a:pt x="979380" y="1492758"/>
                      <a:pt x="979475" y="1493901"/>
                    </a:cubicBezTo>
                    <a:cubicBezTo>
                      <a:pt x="979570" y="1495044"/>
                      <a:pt x="978713" y="1497235"/>
                      <a:pt x="978713" y="1498378"/>
                    </a:cubicBezTo>
                    <a:cubicBezTo>
                      <a:pt x="978808" y="1499616"/>
                      <a:pt x="980428" y="1501902"/>
                      <a:pt x="980142" y="1503140"/>
                    </a:cubicBezTo>
                    <a:cubicBezTo>
                      <a:pt x="979951" y="1503902"/>
                      <a:pt x="978618" y="1504855"/>
                      <a:pt x="978046" y="1505236"/>
                    </a:cubicBezTo>
                    <a:cubicBezTo>
                      <a:pt x="977380" y="1505617"/>
                      <a:pt x="975475" y="1505617"/>
                      <a:pt x="974998" y="1506284"/>
                    </a:cubicBezTo>
                    <a:cubicBezTo>
                      <a:pt x="973951" y="1507522"/>
                      <a:pt x="974713" y="1511141"/>
                      <a:pt x="974332" y="1512761"/>
                    </a:cubicBezTo>
                    <a:cubicBezTo>
                      <a:pt x="974141" y="1513808"/>
                      <a:pt x="973570" y="1515999"/>
                      <a:pt x="973093" y="1516952"/>
                    </a:cubicBezTo>
                    <a:cubicBezTo>
                      <a:pt x="972617" y="1517999"/>
                      <a:pt x="970617" y="1519714"/>
                      <a:pt x="970617" y="1520857"/>
                    </a:cubicBezTo>
                    <a:cubicBezTo>
                      <a:pt x="970617" y="1522190"/>
                      <a:pt x="973570" y="1524286"/>
                      <a:pt x="973093" y="1525524"/>
                    </a:cubicBezTo>
                    <a:cubicBezTo>
                      <a:pt x="972808" y="1526381"/>
                      <a:pt x="970617" y="1526667"/>
                      <a:pt x="969760" y="1527143"/>
                    </a:cubicBezTo>
                    <a:cubicBezTo>
                      <a:pt x="969379" y="1527334"/>
                      <a:pt x="968712" y="1527620"/>
                      <a:pt x="968426" y="1527905"/>
                    </a:cubicBezTo>
                    <a:cubicBezTo>
                      <a:pt x="967474" y="1528763"/>
                      <a:pt x="966521" y="1531430"/>
                      <a:pt x="965569" y="1532192"/>
                    </a:cubicBezTo>
                    <a:cubicBezTo>
                      <a:pt x="964807" y="1532858"/>
                      <a:pt x="962711" y="1533335"/>
                      <a:pt x="961949" y="1534001"/>
                    </a:cubicBezTo>
                    <a:cubicBezTo>
                      <a:pt x="960711" y="1535049"/>
                      <a:pt x="958901" y="1537716"/>
                      <a:pt x="957949" y="1539050"/>
                    </a:cubicBezTo>
                    <a:cubicBezTo>
                      <a:pt x="957282" y="1540002"/>
                      <a:pt x="956425" y="1542288"/>
                      <a:pt x="955663" y="1543145"/>
                    </a:cubicBezTo>
                    <a:cubicBezTo>
                      <a:pt x="954996" y="1543812"/>
                      <a:pt x="953186" y="1544955"/>
                      <a:pt x="952234" y="1544955"/>
                    </a:cubicBezTo>
                    <a:cubicBezTo>
                      <a:pt x="951757" y="1544955"/>
                      <a:pt x="950995" y="1544003"/>
                      <a:pt x="950519" y="1543907"/>
                    </a:cubicBezTo>
                    <a:cubicBezTo>
                      <a:pt x="949281" y="1543622"/>
                      <a:pt x="946804" y="1544193"/>
                      <a:pt x="945661" y="1544574"/>
                    </a:cubicBezTo>
                    <a:cubicBezTo>
                      <a:pt x="944899" y="1544860"/>
                      <a:pt x="943090" y="1545431"/>
                      <a:pt x="942899" y="1546193"/>
                    </a:cubicBezTo>
                    <a:cubicBezTo>
                      <a:pt x="942613" y="1547241"/>
                      <a:pt x="944804" y="1548860"/>
                      <a:pt x="945185" y="1549813"/>
                    </a:cubicBezTo>
                    <a:cubicBezTo>
                      <a:pt x="945661" y="1550765"/>
                      <a:pt x="946614" y="1552861"/>
                      <a:pt x="946328" y="1553909"/>
                    </a:cubicBezTo>
                    <a:cubicBezTo>
                      <a:pt x="946042" y="1555052"/>
                      <a:pt x="944042" y="1556671"/>
                      <a:pt x="943280" y="1557528"/>
                    </a:cubicBezTo>
                    <a:cubicBezTo>
                      <a:pt x="942518" y="1558385"/>
                      <a:pt x="940232" y="1559909"/>
                      <a:pt x="940232" y="1561052"/>
                    </a:cubicBezTo>
                    <a:cubicBezTo>
                      <a:pt x="940232" y="1561814"/>
                      <a:pt x="941566" y="1563053"/>
                      <a:pt x="942232" y="1563434"/>
                    </a:cubicBezTo>
                    <a:cubicBezTo>
                      <a:pt x="942899" y="1563814"/>
                      <a:pt x="944614" y="1563719"/>
                      <a:pt x="945185" y="1564196"/>
                    </a:cubicBezTo>
                    <a:cubicBezTo>
                      <a:pt x="945757" y="1564672"/>
                      <a:pt x="946233" y="1566196"/>
                      <a:pt x="946328" y="1566863"/>
                    </a:cubicBezTo>
                    <a:cubicBezTo>
                      <a:pt x="946423" y="1567815"/>
                      <a:pt x="945852" y="1569530"/>
                      <a:pt x="945566" y="1570387"/>
                    </a:cubicBezTo>
                    <a:cubicBezTo>
                      <a:pt x="945280" y="1571339"/>
                      <a:pt x="944137" y="1573054"/>
                      <a:pt x="944042" y="1574006"/>
                    </a:cubicBezTo>
                    <a:cubicBezTo>
                      <a:pt x="943852" y="1575149"/>
                      <a:pt x="944899" y="1577435"/>
                      <a:pt x="944709" y="1578578"/>
                    </a:cubicBezTo>
                    <a:cubicBezTo>
                      <a:pt x="944518" y="1580293"/>
                      <a:pt x="942804" y="1583341"/>
                      <a:pt x="942042" y="1584865"/>
                    </a:cubicBezTo>
                    <a:cubicBezTo>
                      <a:pt x="941280" y="1586198"/>
                      <a:pt x="939375" y="1588580"/>
                      <a:pt x="938708" y="1590008"/>
                    </a:cubicBezTo>
                    <a:cubicBezTo>
                      <a:pt x="938327" y="1590865"/>
                      <a:pt x="937375" y="1592580"/>
                      <a:pt x="937565" y="1593437"/>
                    </a:cubicBezTo>
                    <a:cubicBezTo>
                      <a:pt x="937756" y="1594580"/>
                      <a:pt x="939756" y="1596200"/>
                      <a:pt x="940232" y="1597343"/>
                    </a:cubicBezTo>
                    <a:cubicBezTo>
                      <a:pt x="940804" y="1598390"/>
                      <a:pt x="941089" y="1600867"/>
                      <a:pt x="941756" y="1601914"/>
                    </a:cubicBezTo>
                    <a:cubicBezTo>
                      <a:pt x="942137" y="1602486"/>
                      <a:pt x="943090" y="1603629"/>
                      <a:pt x="943756" y="1603724"/>
                    </a:cubicBezTo>
                    <a:cubicBezTo>
                      <a:pt x="944518" y="1603820"/>
                      <a:pt x="945566" y="1601914"/>
                      <a:pt x="946328" y="1602010"/>
                    </a:cubicBezTo>
                    <a:cubicBezTo>
                      <a:pt x="947185" y="1602200"/>
                      <a:pt x="947662" y="1604201"/>
                      <a:pt x="948328" y="1604772"/>
                    </a:cubicBezTo>
                    <a:cubicBezTo>
                      <a:pt x="948995" y="1605248"/>
                      <a:pt x="950614" y="1605725"/>
                      <a:pt x="951472" y="1605629"/>
                    </a:cubicBezTo>
                    <a:cubicBezTo>
                      <a:pt x="952329" y="1605534"/>
                      <a:pt x="953472" y="1604010"/>
                      <a:pt x="954329" y="1603915"/>
                    </a:cubicBezTo>
                    <a:cubicBezTo>
                      <a:pt x="955186" y="1603724"/>
                      <a:pt x="956901" y="1604201"/>
                      <a:pt x="957663" y="1604486"/>
                    </a:cubicBezTo>
                    <a:cubicBezTo>
                      <a:pt x="958901" y="1604867"/>
                      <a:pt x="961282" y="1605820"/>
                      <a:pt x="962140" y="1606772"/>
                    </a:cubicBezTo>
                    <a:cubicBezTo>
                      <a:pt x="962902" y="1607725"/>
                      <a:pt x="963378" y="1610201"/>
                      <a:pt x="963568" y="1611439"/>
                    </a:cubicBezTo>
                    <a:cubicBezTo>
                      <a:pt x="963664" y="1612487"/>
                      <a:pt x="962806" y="1614583"/>
                      <a:pt x="963092" y="1615631"/>
                    </a:cubicBezTo>
                    <a:cubicBezTo>
                      <a:pt x="963473" y="1616583"/>
                      <a:pt x="965950" y="1617631"/>
                      <a:pt x="965950" y="1618583"/>
                    </a:cubicBezTo>
                    <a:cubicBezTo>
                      <a:pt x="965854" y="1619726"/>
                      <a:pt x="962711" y="1620488"/>
                      <a:pt x="962521" y="1621536"/>
                    </a:cubicBezTo>
                    <a:cubicBezTo>
                      <a:pt x="962330" y="1622679"/>
                      <a:pt x="964521" y="1624584"/>
                      <a:pt x="964902" y="1625822"/>
                    </a:cubicBezTo>
                    <a:cubicBezTo>
                      <a:pt x="965188" y="1626775"/>
                      <a:pt x="965378" y="1628680"/>
                      <a:pt x="965283" y="1629632"/>
                    </a:cubicBezTo>
                    <a:cubicBezTo>
                      <a:pt x="965092" y="1631252"/>
                      <a:pt x="964330" y="1634490"/>
                      <a:pt x="963378" y="1635728"/>
                    </a:cubicBezTo>
                    <a:cubicBezTo>
                      <a:pt x="962425" y="1636967"/>
                      <a:pt x="959473" y="1638300"/>
                      <a:pt x="958139" y="1639157"/>
                    </a:cubicBezTo>
                    <a:cubicBezTo>
                      <a:pt x="957187" y="1639729"/>
                      <a:pt x="954710" y="1640396"/>
                      <a:pt x="954139" y="1641443"/>
                    </a:cubicBezTo>
                    <a:cubicBezTo>
                      <a:pt x="953472" y="1642491"/>
                      <a:pt x="954424" y="1645253"/>
                      <a:pt x="953853" y="1646396"/>
                    </a:cubicBezTo>
                    <a:cubicBezTo>
                      <a:pt x="953472" y="1647158"/>
                      <a:pt x="952138" y="1648301"/>
                      <a:pt x="951376" y="1648587"/>
                    </a:cubicBezTo>
                    <a:cubicBezTo>
                      <a:pt x="950519" y="1648968"/>
                      <a:pt x="948424" y="1648397"/>
                      <a:pt x="947566" y="1648682"/>
                    </a:cubicBezTo>
                    <a:cubicBezTo>
                      <a:pt x="946709" y="1648968"/>
                      <a:pt x="945376" y="1650492"/>
                      <a:pt x="944518" y="1650683"/>
                    </a:cubicBezTo>
                    <a:cubicBezTo>
                      <a:pt x="943280" y="1651064"/>
                      <a:pt x="940613" y="1650587"/>
                      <a:pt x="939375" y="1650492"/>
                    </a:cubicBezTo>
                    <a:cubicBezTo>
                      <a:pt x="938708" y="1650397"/>
                      <a:pt x="937279" y="1650397"/>
                      <a:pt x="936613" y="1650111"/>
                    </a:cubicBezTo>
                    <a:cubicBezTo>
                      <a:pt x="935755" y="1649730"/>
                      <a:pt x="934708" y="1648111"/>
                      <a:pt x="933850" y="1647635"/>
                    </a:cubicBezTo>
                    <a:cubicBezTo>
                      <a:pt x="933279" y="1647254"/>
                      <a:pt x="931850" y="1646777"/>
                      <a:pt x="931183" y="1646873"/>
                    </a:cubicBezTo>
                    <a:cubicBezTo>
                      <a:pt x="930517" y="1646968"/>
                      <a:pt x="929374" y="1647254"/>
                      <a:pt x="928897" y="1647730"/>
                    </a:cubicBezTo>
                    <a:cubicBezTo>
                      <a:pt x="928421" y="1648301"/>
                      <a:pt x="928612" y="1648968"/>
                      <a:pt x="928135" y="1649825"/>
                    </a:cubicBezTo>
                    <a:lnTo>
                      <a:pt x="747065" y="1636776"/>
                    </a:lnTo>
                    <a:lnTo>
                      <a:pt x="615620" y="1626203"/>
                    </a:lnTo>
                    <a:cubicBezTo>
                      <a:pt x="615620" y="1626203"/>
                      <a:pt x="615144" y="1622489"/>
                      <a:pt x="615049" y="1621250"/>
                    </a:cubicBezTo>
                    <a:cubicBezTo>
                      <a:pt x="615049" y="1619440"/>
                      <a:pt x="615811" y="1615726"/>
                      <a:pt x="615620" y="1613916"/>
                    </a:cubicBezTo>
                    <a:cubicBezTo>
                      <a:pt x="615430" y="1612202"/>
                      <a:pt x="614382" y="1608868"/>
                      <a:pt x="613906" y="1607248"/>
                    </a:cubicBezTo>
                    <a:cubicBezTo>
                      <a:pt x="613525" y="1606106"/>
                      <a:pt x="613144" y="1603629"/>
                      <a:pt x="612382" y="1602772"/>
                    </a:cubicBezTo>
                    <a:cubicBezTo>
                      <a:pt x="611524" y="1601819"/>
                      <a:pt x="609143" y="1600295"/>
                      <a:pt x="607810" y="1600486"/>
                    </a:cubicBezTo>
                    <a:cubicBezTo>
                      <a:pt x="606857" y="1600581"/>
                      <a:pt x="606000" y="1602772"/>
                      <a:pt x="605047" y="1602962"/>
                    </a:cubicBezTo>
                    <a:cubicBezTo>
                      <a:pt x="604285" y="1603153"/>
                      <a:pt x="602761" y="1602677"/>
                      <a:pt x="602190" y="1602105"/>
                    </a:cubicBezTo>
                    <a:cubicBezTo>
                      <a:pt x="601333" y="1601248"/>
                      <a:pt x="600856" y="1598486"/>
                      <a:pt x="600856" y="1597247"/>
                    </a:cubicBezTo>
                    <a:cubicBezTo>
                      <a:pt x="600856" y="1596295"/>
                      <a:pt x="601142" y="1594485"/>
                      <a:pt x="601523" y="1593723"/>
                    </a:cubicBezTo>
                    <a:cubicBezTo>
                      <a:pt x="601999" y="1592866"/>
                      <a:pt x="603714" y="1591723"/>
                      <a:pt x="604095" y="1590865"/>
                    </a:cubicBezTo>
                    <a:cubicBezTo>
                      <a:pt x="604571" y="1589913"/>
                      <a:pt x="604762" y="1587722"/>
                      <a:pt x="604762" y="1586675"/>
                    </a:cubicBezTo>
                    <a:cubicBezTo>
                      <a:pt x="604762" y="1585627"/>
                      <a:pt x="604381" y="1583627"/>
                      <a:pt x="604095" y="1582674"/>
                    </a:cubicBezTo>
                    <a:cubicBezTo>
                      <a:pt x="603904" y="1582103"/>
                      <a:pt x="603047" y="1581055"/>
                      <a:pt x="602761" y="1580579"/>
                    </a:cubicBezTo>
                    <a:cubicBezTo>
                      <a:pt x="602380" y="1579912"/>
                      <a:pt x="601618" y="1578388"/>
                      <a:pt x="601523" y="1577626"/>
                    </a:cubicBezTo>
                    <a:cubicBezTo>
                      <a:pt x="601523" y="1576959"/>
                      <a:pt x="601809" y="1575626"/>
                      <a:pt x="602190" y="1575149"/>
                    </a:cubicBezTo>
                    <a:cubicBezTo>
                      <a:pt x="602666" y="1574578"/>
                      <a:pt x="604285" y="1574387"/>
                      <a:pt x="604952" y="1574006"/>
                    </a:cubicBezTo>
                    <a:cubicBezTo>
                      <a:pt x="605524" y="1573625"/>
                      <a:pt x="606667" y="1572959"/>
                      <a:pt x="607048" y="1572387"/>
                    </a:cubicBezTo>
                    <a:cubicBezTo>
                      <a:pt x="607714" y="1571339"/>
                      <a:pt x="608191" y="1568672"/>
                      <a:pt x="608286" y="1567434"/>
                    </a:cubicBezTo>
                    <a:cubicBezTo>
                      <a:pt x="608667" y="1564577"/>
                      <a:pt x="608286" y="1558862"/>
                      <a:pt x="608191" y="1556004"/>
                    </a:cubicBezTo>
                    <a:cubicBezTo>
                      <a:pt x="608095" y="1554480"/>
                      <a:pt x="607810" y="1551337"/>
                      <a:pt x="607619" y="1549813"/>
                    </a:cubicBezTo>
                    <a:cubicBezTo>
                      <a:pt x="607429" y="1547527"/>
                      <a:pt x="606857" y="1542860"/>
                      <a:pt x="606667" y="1540573"/>
                    </a:cubicBezTo>
                    <a:cubicBezTo>
                      <a:pt x="606476" y="1538764"/>
                      <a:pt x="606476" y="1535049"/>
                      <a:pt x="606000" y="1533239"/>
                    </a:cubicBezTo>
                    <a:cubicBezTo>
                      <a:pt x="605333" y="1530287"/>
                      <a:pt x="602761" y="1524667"/>
                      <a:pt x="601428" y="1521905"/>
                    </a:cubicBezTo>
                    <a:cubicBezTo>
                      <a:pt x="600380" y="1519809"/>
                      <a:pt x="597713" y="1515999"/>
                      <a:pt x="596665" y="1513999"/>
                    </a:cubicBezTo>
                    <a:cubicBezTo>
                      <a:pt x="595808" y="1512380"/>
                      <a:pt x="594094" y="1508951"/>
                      <a:pt x="593427" y="1507236"/>
                    </a:cubicBezTo>
                    <a:cubicBezTo>
                      <a:pt x="592570" y="1504950"/>
                      <a:pt x="591903" y="1499997"/>
                      <a:pt x="590855" y="1497806"/>
                    </a:cubicBezTo>
                    <a:cubicBezTo>
                      <a:pt x="589903" y="1495901"/>
                      <a:pt x="587236" y="1492568"/>
                      <a:pt x="585807" y="1491044"/>
                    </a:cubicBezTo>
                    <a:cubicBezTo>
                      <a:pt x="585235" y="1490377"/>
                      <a:pt x="583711" y="1489234"/>
                      <a:pt x="583045" y="1488662"/>
                    </a:cubicBezTo>
                    <a:cubicBezTo>
                      <a:pt x="581997" y="1487805"/>
                      <a:pt x="579711" y="1486281"/>
                      <a:pt x="578949" y="1485233"/>
                    </a:cubicBezTo>
                    <a:cubicBezTo>
                      <a:pt x="578187" y="1484186"/>
                      <a:pt x="577711" y="1481709"/>
                      <a:pt x="577139" y="1480661"/>
                    </a:cubicBezTo>
                    <a:cubicBezTo>
                      <a:pt x="576568" y="1479423"/>
                      <a:pt x="575329" y="1476756"/>
                      <a:pt x="574377" y="1475708"/>
                    </a:cubicBezTo>
                    <a:cubicBezTo>
                      <a:pt x="573615" y="1474946"/>
                      <a:pt x="571805" y="1473994"/>
                      <a:pt x="570853" y="1473613"/>
                    </a:cubicBezTo>
                    <a:cubicBezTo>
                      <a:pt x="570186" y="1473327"/>
                      <a:pt x="568757" y="1472946"/>
                      <a:pt x="568090" y="1472660"/>
                    </a:cubicBezTo>
                    <a:cubicBezTo>
                      <a:pt x="567424" y="1472279"/>
                      <a:pt x="565995" y="1471422"/>
                      <a:pt x="565519" y="1470851"/>
                    </a:cubicBezTo>
                    <a:cubicBezTo>
                      <a:pt x="564757" y="1469803"/>
                      <a:pt x="564566" y="1467136"/>
                      <a:pt x="563995" y="1465993"/>
                    </a:cubicBezTo>
                    <a:cubicBezTo>
                      <a:pt x="563518" y="1464850"/>
                      <a:pt x="562090" y="1462659"/>
                      <a:pt x="561423" y="1461611"/>
                    </a:cubicBezTo>
                    <a:cubicBezTo>
                      <a:pt x="560947" y="1460849"/>
                      <a:pt x="560185" y="1459135"/>
                      <a:pt x="559613" y="1458468"/>
                    </a:cubicBezTo>
                    <a:cubicBezTo>
                      <a:pt x="558946" y="1457801"/>
                      <a:pt x="557137" y="1457230"/>
                      <a:pt x="556470" y="1456563"/>
                    </a:cubicBezTo>
                    <a:cubicBezTo>
                      <a:pt x="555898" y="1455896"/>
                      <a:pt x="555517" y="1453991"/>
                      <a:pt x="555041" y="1453325"/>
                    </a:cubicBezTo>
                    <a:cubicBezTo>
                      <a:pt x="553898" y="1451610"/>
                      <a:pt x="551041" y="1448467"/>
                      <a:pt x="549326" y="1447324"/>
                    </a:cubicBezTo>
                    <a:cubicBezTo>
                      <a:pt x="548183" y="1446562"/>
                      <a:pt x="545230" y="1446371"/>
                      <a:pt x="544087" y="1445514"/>
                    </a:cubicBezTo>
                    <a:cubicBezTo>
                      <a:pt x="543421" y="1445038"/>
                      <a:pt x="542754" y="1443514"/>
                      <a:pt x="542278" y="1442942"/>
                    </a:cubicBezTo>
                    <a:cubicBezTo>
                      <a:pt x="540849" y="1441418"/>
                      <a:pt x="537420" y="1439132"/>
                      <a:pt x="536086" y="1437513"/>
                    </a:cubicBezTo>
                    <a:cubicBezTo>
                      <a:pt x="535039" y="1436275"/>
                      <a:pt x="533324" y="1433322"/>
                      <a:pt x="532562" y="1431798"/>
                    </a:cubicBezTo>
                    <a:cubicBezTo>
                      <a:pt x="531705" y="1430274"/>
                      <a:pt x="530371" y="1427131"/>
                      <a:pt x="529514" y="1425607"/>
                    </a:cubicBezTo>
                    <a:cubicBezTo>
                      <a:pt x="528847" y="1424369"/>
                      <a:pt x="527514" y="1421892"/>
                      <a:pt x="526657" y="1420844"/>
                    </a:cubicBezTo>
                    <a:cubicBezTo>
                      <a:pt x="525609" y="1419606"/>
                      <a:pt x="522751" y="1417892"/>
                      <a:pt x="521513" y="1416939"/>
                    </a:cubicBezTo>
                    <a:cubicBezTo>
                      <a:pt x="520846" y="1416463"/>
                      <a:pt x="519703" y="1415225"/>
                      <a:pt x="518941" y="1414939"/>
                    </a:cubicBezTo>
                    <a:cubicBezTo>
                      <a:pt x="518370" y="1414748"/>
                      <a:pt x="517036" y="1414463"/>
                      <a:pt x="516465" y="1414748"/>
                    </a:cubicBezTo>
                    <a:cubicBezTo>
                      <a:pt x="515608" y="1415129"/>
                      <a:pt x="514560" y="1416653"/>
                      <a:pt x="514084" y="1417415"/>
                    </a:cubicBezTo>
                    <a:cubicBezTo>
                      <a:pt x="513703" y="1418082"/>
                      <a:pt x="513893" y="1419892"/>
                      <a:pt x="513322" y="1420368"/>
                    </a:cubicBezTo>
                    <a:cubicBezTo>
                      <a:pt x="512560" y="1421035"/>
                      <a:pt x="510274" y="1420368"/>
                      <a:pt x="509226" y="1420368"/>
                    </a:cubicBezTo>
                    <a:cubicBezTo>
                      <a:pt x="507607" y="1420463"/>
                      <a:pt x="504463" y="1420939"/>
                      <a:pt x="502939" y="1420749"/>
                    </a:cubicBezTo>
                    <a:cubicBezTo>
                      <a:pt x="501606" y="1420559"/>
                      <a:pt x="498844" y="1419797"/>
                      <a:pt x="497605" y="1419130"/>
                    </a:cubicBezTo>
                    <a:cubicBezTo>
                      <a:pt x="496462" y="1418463"/>
                      <a:pt x="494843" y="1416082"/>
                      <a:pt x="493700" y="1415225"/>
                    </a:cubicBezTo>
                    <a:cubicBezTo>
                      <a:pt x="492938" y="1414653"/>
                      <a:pt x="491128" y="1413891"/>
                      <a:pt x="490271" y="1413415"/>
                    </a:cubicBezTo>
                    <a:cubicBezTo>
                      <a:pt x="489223" y="1412939"/>
                      <a:pt x="486937" y="1412558"/>
                      <a:pt x="486080" y="1411796"/>
                    </a:cubicBezTo>
                    <a:cubicBezTo>
                      <a:pt x="485318" y="1411129"/>
                      <a:pt x="484461" y="1409033"/>
                      <a:pt x="484270" y="1408081"/>
                    </a:cubicBezTo>
                    <a:cubicBezTo>
                      <a:pt x="484175" y="1407223"/>
                      <a:pt x="484461" y="1405414"/>
                      <a:pt x="484937" y="1404652"/>
                    </a:cubicBezTo>
                    <a:cubicBezTo>
                      <a:pt x="485318" y="1404080"/>
                      <a:pt x="486652" y="1403604"/>
                      <a:pt x="487128" y="1403223"/>
                    </a:cubicBezTo>
                    <a:cubicBezTo>
                      <a:pt x="487985" y="1402461"/>
                      <a:pt x="489604" y="1400842"/>
                      <a:pt x="490081" y="1399794"/>
                    </a:cubicBezTo>
                    <a:cubicBezTo>
                      <a:pt x="490557" y="1398746"/>
                      <a:pt x="490938" y="1396270"/>
                      <a:pt x="490938" y="1395127"/>
                    </a:cubicBezTo>
                    <a:cubicBezTo>
                      <a:pt x="491033" y="1391698"/>
                      <a:pt x="489890" y="1384840"/>
                      <a:pt x="489128" y="1381506"/>
                    </a:cubicBezTo>
                    <a:cubicBezTo>
                      <a:pt x="488461" y="1378934"/>
                      <a:pt x="486937" y="1373791"/>
                      <a:pt x="485509" y="1371505"/>
                    </a:cubicBezTo>
                    <a:cubicBezTo>
                      <a:pt x="484651" y="1370076"/>
                      <a:pt x="482175" y="1367790"/>
                      <a:pt x="480937" y="1366552"/>
                    </a:cubicBezTo>
                    <a:cubicBezTo>
                      <a:pt x="480175" y="1365790"/>
                      <a:pt x="478651" y="1364075"/>
                      <a:pt x="477603" y="1363504"/>
                    </a:cubicBezTo>
                    <a:cubicBezTo>
                      <a:pt x="476174" y="1362742"/>
                      <a:pt x="472840" y="1362170"/>
                      <a:pt x="471126" y="1361980"/>
                    </a:cubicBezTo>
                    <a:cubicBezTo>
                      <a:pt x="469888" y="1361789"/>
                      <a:pt x="467506" y="1361980"/>
                      <a:pt x="466268" y="1361885"/>
                    </a:cubicBezTo>
                    <a:cubicBezTo>
                      <a:pt x="464649" y="1361694"/>
                      <a:pt x="461410" y="1361027"/>
                      <a:pt x="459791" y="1360646"/>
                    </a:cubicBezTo>
                    <a:cubicBezTo>
                      <a:pt x="458267" y="1360361"/>
                      <a:pt x="455410" y="1359408"/>
                      <a:pt x="453886" y="1359313"/>
                    </a:cubicBezTo>
                    <a:cubicBezTo>
                      <a:pt x="452743" y="1359218"/>
                      <a:pt x="450552" y="1359694"/>
                      <a:pt x="449409" y="1359884"/>
                    </a:cubicBezTo>
                    <a:cubicBezTo>
                      <a:pt x="448742" y="1359980"/>
                      <a:pt x="447313" y="1359884"/>
                      <a:pt x="446742" y="1360265"/>
                    </a:cubicBezTo>
                    <a:cubicBezTo>
                      <a:pt x="445980" y="1360742"/>
                      <a:pt x="445694" y="1363028"/>
                      <a:pt x="444837" y="1363123"/>
                    </a:cubicBezTo>
                    <a:cubicBezTo>
                      <a:pt x="444170" y="1363218"/>
                      <a:pt x="443408" y="1361789"/>
                      <a:pt x="443027" y="1361313"/>
                    </a:cubicBezTo>
                    <a:cubicBezTo>
                      <a:pt x="442456" y="1360551"/>
                      <a:pt x="442075" y="1358646"/>
                      <a:pt x="441503" y="1357884"/>
                    </a:cubicBezTo>
                    <a:cubicBezTo>
                      <a:pt x="440836" y="1357122"/>
                      <a:pt x="439122" y="1355789"/>
                      <a:pt x="438265" y="1355312"/>
                    </a:cubicBezTo>
                    <a:cubicBezTo>
                      <a:pt x="437026" y="1354646"/>
                      <a:pt x="434074" y="1354265"/>
                      <a:pt x="432740" y="1353788"/>
                    </a:cubicBezTo>
                    <a:cubicBezTo>
                      <a:pt x="431407" y="1353312"/>
                      <a:pt x="428644" y="1352264"/>
                      <a:pt x="427406" y="1351502"/>
                    </a:cubicBezTo>
                    <a:cubicBezTo>
                      <a:pt x="426358" y="1350836"/>
                      <a:pt x="424453" y="1349121"/>
                      <a:pt x="423406" y="1348264"/>
                    </a:cubicBezTo>
                    <a:cubicBezTo>
                      <a:pt x="422072" y="1347121"/>
                      <a:pt x="419786" y="1344549"/>
                      <a:pt x="418262" y="1343597"/>
                    </a:cubicBezTo>
                    <a:cubicBezTo>
                      <a:pt x="417024" y="1342835"/>
                      <a:pt x="414071" y="1341882"/>
                      <a:pt x="412738" y="1341215"/>
                    </a:cubicBezTo>
                    <a:cubicBezTo>
                      <a:pt x="412071" y="1340930"/>
                      <a:pt x="410928" y="1340072"/>
                      <a:pt x="410166" y="1339882"/>
                    </a:cubicBezTo>
                    <a:cubicBezTo>
                      <a:pt x="409404" y="1339596"/>
                      <a:pt x="407689" y="1339882"/>
                      <a:pt x="407118" y="1339501"/>
                    </a:cubicBezTo>
                    <a:cubicBezTo>
                      <a:pt x="406451" y="1339025"/>
                      <a:pt x="406070" y="1337215"/>
                      <a:pt x="405594" y="1336548"/>
                    </a:cubicBezTo>
                    <a:cubicBezTo>
                      <a:pt x="405022" y="1335596"/>
                      <a:pt x="403784" y="1333786"/>
                      <a:pt x="402927" y="1333024"/>
                    </a:cubicBezTo>
                    <a:cubicBezTo>
                      <a:pt x="402260" y="1332452"/>
                      <a:pt x="400450" y="1331690"/>
                      <a:pt x="399688" y="1331214"/>
                    </a:cubicBezTo>
                    <a:cubicBezTo>
                      <a:pt x="399212" y="1330928"/>
                      <a:pt x="398069" y="1330357"/>
                      <a:pt x="397688" y="1329976"/>
                    </a:cubicBezTo>
                    <a:cubicBezTo>
                      <a:pt x="397117" y="1329404"/>
                      <a:pt x="396545" y="1327785"/>
                      <a:pt x="396164" y="1327023"/>
                    </a:cubicBezTo>
                    <a:cubicBezTo>
                      <a:pt x="395688" y="1325785"/>
                      <a:pt x="394640" y="1323308"/>
                      <a:pt x="394450" y="1321975"/>
                    </a:cubicBezTo>
                    <a:cubicBezTo>
                      <a:pt x="394259" y="1320356"/>
                      <a:pt x="395021" y="1316927"/>
                      <a:pt x="394735" y="1315307"/>
                    </a:cubicBezTo>
                    <a:cubicBezTo>
                      <a:pt x="394545" y="1313783"/>
                      <a:pt x="393878" y="1310640"/>
                      <a:pt x="392830" y="1309497"/>
                    </a:cubicBezTo>
                    <a:cubicBezTo>
                      <a:pt x="392354" y="1308926"/>
                      <a:pt x="390735" y="1308640"/>
                      <a:pt x="390163" y="1308259"/>
                    </a:cubicBezTo>
                    <a:cubicBezTo>
                      <a:pt x="389401" y="1307687"/>
                      <a:pt x="387877" y="1306449"/>
                      <a:pt x="387306" y="1305592"/>
                    </a:cubicBezTo>
                    <a:cubicBezTo>
                      <a:pt x="386734" y="1304735"/>
                      <a:pt x="386353" y="1302830"/>
                      <a:pt x="385877" y="1301972"/>
                    </a:cubicBezTo>
                    <a:cubicBezTo>
                      <a:pt x="385687" y="1301591"/>
                      <a:pt x="385306" y="1300639"/>
                      <a:pt x="384925" y="1300258"/>
                    </a:cubicBezTo>
                    <a:cubicBezTo>
                      <a:pt x="384258" y="1299782"/>
                      <a:pt x="382353" y="1299782"/>
                      <a:pt x="381781" y="1299210"/>
                    </a:cubicBezTo>
                    <a:cubicBezTo>
                      <a:pt x="381210" y="1298639"/>
                      <a:pt x="380924" y="1296924"/>
                      <a:pt x="380638" y="1296162"/>
                    </a:cubicBezTo>
                    <a:cubicBezTo>
                      <a:pt x="380162" y="1295019"/>
                      <a:pt x="379114" y="1292733"/>
                      <a:pt x="378257" y="1291781"/>
                    </a:cubicBezTo>
                    <a:cubicBezTo>
                      <a:pt x="377400" y="1290828"/>
                      <a:pt x="375304" y="1289399"/>
                      <a:pt x="374257" y="1288637"/>
                    </a:cubicBezTo>
                    <a:cubicBezTo>
                      <a:pt x="373018" y="1287780"/>
                      <a:pt x="370256" y="1286351"/>
                      <a:pt x="369018" y="1285399"/>
                    </a:cubicBezTo>
                    <a:cubicBezTo>
                      <a:pt x="367399" y="1284161"/>
                      <a:pt x="364922" y="1280827"/>
                      <a:pt x="363303" y="1279684"/>
                    </a:cubicBezTo>
                    <a:cubicBezTo>
                      <a:pt x="361874" y="1278636"/>
                      <a:pt x="358826" y="1277112"/>
                      <a:pt x="357112" y="1276731"/>
                    </a:cubicBezTo>
                    <a:cubicBezTo>
                      <a:pt x="355492" y="1276350"/>
                      <a:pt x="352159" y="1276255"/>
                      <a:pt x="350539" y="1276350"/>
                    </a:cubicBezTo>
                    <a:cubicBezTo>
                      <a:pt x="349492" y="1276350"/>
                      <a:pt x="347396" y="1276541"/>
                      <a:pt x="346539" y="1277017"/>
                    </a:cubicBezTo>
                    <a:cubicBezTo>
                      <a:pt x="345872" y="1277303"/>
                      <a:pt x="345110" y="1278731"/>
                      <a:pt x="344443" y="1279017"/>
                    </a:cubicBezTo>
                    <a:cubicBezTo>
                      <a:pt x="343872" y="1279303"/>
                      <a:pt x="342443" y="1279493"/>
                      <a:pt x="341872" y="1279208"/>
                    </a:cubicBezTo>
                    <a:cubicBezTo>
                      <a:pt x="341300" y="1278922"/>
                      <a:pt x="340824" y="1277493"/>
                      <a:pt x="340348" y="1277017"/>
                    </a:cubicBezTo>
                    <a:cubicBezTo>
                      <a:pt x="339490" y="1276160"/>
                      <a:pt x="337585" y="1274826"/>
                      <a:pt x="336538" y="1274255"/>
                    </a:cubicBezTo>
                    <a:cubicBezTo>
                      <a:pt x="335776" y="1273874"/>
                      <a:pt x="334156" y="1273302"/>
                      <a:pt x="333394" y="1273207"/>
                    </a:cubicBezTo>
                    <a:cubicBezTo>
                      <a:pt x="332251" y="1273016"/>
                      <a:pt x="329870" y="1273207"/>
                      <a:pt x="328727" y="1273302"/>
                    </a:cubicBezTo>
                    <a:cubicBezTo>
                      <a:pt x="327679" y="1273397"/>
                      <a:pt x="325489" y="1273874"/>
                      <a:pt x="324346" y="1273588"/>
                    </a:cubicBezTo>
                    <a:cubicBezTo>
                      <a:pt x="323298" y="1273302"/>
                      <a:pt x="321298" y="1272159"/>
                      <a:pt x="320536" y="1271397"/>
                    </a:cubicBezTo>
                    <a:cubicBezTo>
                      <a:pt x="319774" y="1270635"/>
                      <a:pt x="319012" y="1268444"/>
                      <a:pt x="318154" y="1267778"/>
                    </a:cubicBezTo>
                    <a:cubicBezTo>
                      <a:pt x="317488" y="1267301"/>
                      <a:pt x="315773" y="1267206"/>
                      <a:pt x="315106" y="1266730"/>
                    </a:cubicBezTo>
                    <a:cubicBezTo>
                      <a:pt x="314440" y="1266254"/>
                      <a:pt x="313678" y="1264444"/>
                      <a:pt x="313011" y="1263872"/>
                    </a:cubicBezTo>
                    <a:cubicBezTo>
                      <a:pt x="311868" y="1262729"/>
                      <a:pt x="309106" y="1260920"/>
                      <a:pt x="307582" y="1260348"/>
                    </a:cubicBezTo>
                    <a:cubicBezTo>
                      <a:pt x="306629" y="1259967"/>
                      <a:pt x="304438" y="1259777"/>
                      <a:pt x="303486" y="1259681"/>
                    </a:cubicBezTo>
                    <a:cubicBezTo>
                      <a:pt x="302343" y="1259586"/>
                      <a:pt x="300057" y="1259967"/>
                      <a:pt x="299009" y="1259681"/>
                    </a:cubicBezTo>
                    <a:cubicBezTo>
                      <a:pt x="297866" y="1259300"/>
                      <a:pt x="296247" y="1257395"/>
                      <a:pt x="295199" y="1256919"/>
                    </a:cubicBezTo>
                    <a:cubicBezTo>
                      <a:pt x="293866" y="1256252"/>
                      <a:pt x="290913" y="1255681"/>
                      <a:pt x="289484" y="1255395"/>
                    </a:cubicBezTo>
                    <a:cubicBezTo>
                      <a:pt x="288722" y="1255205"/>
                      <a:pt x="287103" y="1255300"/>
                      <a:pt x="286341" y="1255109"/>
                    </a:cubicBezTo>
                    <a:cubicBezTo>
                      <a:pt x="284912" y="1254728"/>
                      <a:pt x="282245" y="1253014"/>
                      <a:pt x="280721" y="1252633"/>
                    </a:cubicBezTo>
                    <a:cubicBezTo>
                      <a:pt x="279483" y="1252347"/>
                      <a:pt x="276911" y="1252252"/>
                      <a:pt x="275578" y="1252252"/>
                    </a:cubicBezTo>
                    <a:cubicBezTo>
                      <a:pt x="273863" y="1252252"/>
                      <a:pt x="270434" y="1252728"/>
                      <a:pt x="268815" y="1252633"/>
                    </a:cubicBezTo>
                    <a:cubicBezTo>
                      <a:pt x="267291" y="1252633"/>
                      <a:pt x="264148" y="1252157"/>
                      <a:pt x="262624" y="1252061"/>
                    </a:cubicBezTo>
                    <a:cubicBezTo>
                      <a:pt x="260338" y="1251871"/>
                      <a:pt x="255670" y="1252061"/>
                      <a:pt x="253480" y="1251299"/>
                    </a:cubicBezTo>
                    <a:cubicBezTo>
                      <a:pt x="252813" y="1251109"/>
                      <a:pt x="251575" y="1250347"/>
                      <a:pt x="251098" y="1249871"/>
                    </a:cubicBezTo>
                    <a:cubicBezTo>
                      <a:pt x="250527" y="1249299"/>
                      <a:pt x="250051" y="1247775"/>
                      <a:pt x="249860" y="1247013"/>
                    </a:cubicBezTo>
                    <a:cubicBezTo>
                      <a:pt x="249670" y="1246156"/>
                      <a:pt x="249574" y="1244441"/>
                      <a:pt x="249479" y="1243489"/>
                    </a:cubicBezTo>
                    <a:cubicBezTo>
                      <a:pt x="249384" y="1242536"/>
                      <a:pt x="249193" y="1240441"/>
                      <a:pt x="248812" y="1239488"/>
                    </a:cubicBezTo>
                    <a:cubicBezTo>
                      <a:pt x="248431" y="1238345"/>
                      <a:pt x="247098" y="1236345"/>
                      <a:pt x="246431" y="1235488"/>
                    </a:cubicBezTo>
                    <a:cubicBezTo>
                      <a:pt x="245764" y="1234631"/>
                      <a:pt x="244050" y="1233011"/>
                      <a:pt x="243193" y="1232345"/>
                    </a:cubicBezTo>
                    <a:cubicBezTo>
                      <a:pt x="242526" y="1231868"/>
                      <a:pt x="241097" y="1231106"/>
                      <a:pt x="240335" y="1230916"/>
                    </a:cubicBezTo>
                    <a:cubicBezTo>
                      <a:pt x="239478" y="1230630"/>
                      <a:pt x="237763" y="1230916"/>
                      <a:pt x="236906" y="1230630"/>
                    </a:cubicBezTo>
                    <a:cubicBezTo>
                      <a:pt x="236144" y="1230344"/>
                      <a:pt x="234811" y="1229297"/>
                      <a:pt x="234334" y="1228630"/>
                    </a:cubicBezTo>
                    <a:cubicBezTo>
                      <a:pt x="233953" y="1227963"/>
                      <a:pt x="233668" y="1226249"/>
                      <a:pt x="233668" y="1225487"/>
                    </a:cubicBezTo>
                    <a:cubicBezTo>
                      <a:pt x="233668" y="1224820"/>
                      <a:pt x="233763" y="1223296"/>
                      <a:pt x="234049" y="1222629"/>
                    </a:cubicBezTo>
                    <a:cubicBezTo>
                      <a:pt x="234430" y="1221772"/>
                      <a:pt x="235763" y="1220438"/>
                      <a:pt x="236430" y="1219772"/>
                    </a:cubicBezTo>
                    <a:cubicBezTo>
                      <a:pt x="237097" y="1219105"/>
                      <a:pt x="238811" y="1218057"/>
                      <a:pt x="239383" y="1217295"/>
                    </a:cubicBezTo>
                    <a:cubicBezTo>
                      <a:pt x="240526" y="1215962"/>
                      <a:pt x="242335" y="1213009"/>
                      <a:pt x="242812" y="1211390"/>
                    </a:cubicBezTo>
                    <a:cubicBezTo>
                      <a:pt x="243193" y="1210247"/>
                      <a:pt x="243383" y="1207961"/>
                      <a:pt x="243288" y="1206913"/>
                    </a:cubicBezTo>
                    <a:cubicBezTo>
                      <a:pt x="243193" y="1205960"/>
                      <a:pt x="242526" y="1204055"/>
                      <a:pt x="242050" y="1203198"/>
                    </a:cubicBezTo>
                    <a:cubicBezTo>
                      <a:pt x="241669" y="1202436"/>
                      <a:pt x="240335" y="1201198"/>
                      <a:pt x="240145" y="1200341"/>
                    </a:cubicBezTo>
                    <a:cubicBezTo>
                      <a:pt x="239954" y="1199483"/>
                      <a:pt x="240049" y="1197769"/>
                      <a:pt x="240240" y="1197007"/>
                    </a:cubicBezTo>
                    <a:cubicBezTo>
                      <a:pt x="240526" y="1196150"/>
                      <a:pt x="241573" y="1194626"/>
                      <a:pt x="242145" y="1193864"/>
                    </a:cubicBezTo>
                    <a:cubicBezTo>
                      <a:pt x="242812" y="1193006"/>
                      <a:pt x="244526" y="1191673"/>
                      <a:pt x="245098" y="1190720"/>
                    </a:cubicBezTo>
                    <a:cubicBezTo>
                      <a:pt x="245574" y="1189958"/>
                      <a:pt x="246241" y="1188244"/>
                      <a:pt x="246526" y="1187387"/>
                    </a:cubicBezTo>
                    <a:cubicBezTo>
                      <a:pt x="246717" y="1186625"/>
                      <a:pt x="247003" y="1184910"/>
                      <a:pt x="246907" y="1184148"/>
                    </a:cubicBezTo>
                    <a:cubicBezTo>
                      <a:pt x="246907" y="1183481"/>
                      <a:pt x="246431" y="1182148"/>
                      <a:pt x="246145" y="1181481"/>
                    </a:cubicBezTo>
                    <a:cubicBezTo>
                      <a:pt x="245669" y="1180719"/>
                      <a:pt x="244336" y="1179481"/>
                      <a:pt x="243764" y="1178719"/>
                    </a:cubicBezTo>
                    <a:cubicBezTo>
                      <a:pt x="243288" y="1178147"/>
                      <a:pt x="242240" y="1177100"/>
                      <a:pt x="241954" y="1176338"/>
                    </a:cubicBezTo>
                    <a:cubicBezTo>
                      <a:pt x="241669" y="1175671"/>
                      <a:pt x="241573" y="1174242"/>
                      <a:pt x="241669" y="1173575"/>
                    </a:cubicBezTo>
                    <a:cubicBezTo>
                      <a:pt x="241859" y="1172623"/>
                      <a:pt x="243097" y="1170908"/>
                      <a:pt x="243574" y="1170051"/>
                    </a:cubicBezTo>
                    <a:cubicBezTo>
                      <a:pt x="244240" y="1168813"/>
                      <a:pt x="245383" y="1166336"/>
                      <a:pt x="246145" y="1165098"/>
                    </a:cubicBezTo>
                    <a:cubicBezTo>
                      <a:pt x="246907" y="1163765"/>
                      <a:pt x="248908" y="1161193"/>
                      <a:pt x="249574" y="1159669"/>
                    </a:cubicBezTo>
                    <a:cubicBezTo>
                      <a:pt x="250051" y="1158716"/>
                      <a:pt x="250432" y="1156621"/>
                      <a:pt x="250717" y="1155573"/>
                    </a:cubicBezTo>
                    <a:cubicBezTo>
                      <a:pt x="251194" y="1154144"/>
                      <a:pt x="252622" y="1151382"/>
                      <a:pt x="252908" y="1149858"/>
                    </a:cubicBezTo>
                    <a:cubicBezTo>
                      <a:pt x="253194" y="1148715"/>
                      <a:pt x="253099" y="1146239"/>
                      <a:pt x="253099" y="1145096"/>
                    </a:cubicBezTo>
                    <a:cubicBezTo>
                      <a:pt x="253099" y="1143953"/>
                      <a:pt x="253575" y="1141571"/>
                      <a:pt x="253289" y="1140524"/>
                    </a:cubicBezTo>
                    <a:cubicBezTo>
                      <a:pt x="253099" y="1139762"/>
                      <a:pt x="252337" y="1138523"/>
                      <a:pt x="251765" y="1138047"/>
                    </a:cubicBezTo>
                    <a:cubicBezTo>
                      <a:pt x="251098" y="1137476"/>
                      <a:pt x="249193" y="1137285"/>
                      <a:pt x="248622" y="1136809"/>
                    </a:cubicBezTo>
                    <a:cubicBezTo>
                      <a:pt x="247955" y="1136237"/>
                      <a:pt x="247384" y="1134523"/>
                      <a:pt x="246907" y="1133856"/>
                    </a:cubicBezTo>
                    <a:cubicBezTo>
                      <a:pt x="246431" y="1133285"/>
                      <a:pt x="245574" y="1132142"/>
                      <a:pt x="244907" y="1131761"/>
                    </a:cubicBezTo>
                    <a:cubicBezTo>
                      <a:pt x="244336" y="1131475"/>
                      <a:pt x="242907" y="1131189"/>
                      <a:pt x="242335" y="1131475"/>
                    </a:cubicBezTo>
                    <a:cubicBezTo>
                      <a:pt x="241669" y="1131761"/>
                      <a:pt x="241097" y="1133380"/>
                      <a:pt x="240621" y="1133951"/>
                    </a:cubicBezTo>
                    <a:cubicBezTo>
                      <a:pt x="240240" y="1134332"/>
                      <a:pt x="239287" y="1135475"/>
                      <a:pt x="238716" y="1135285"/>
                    </a:cubicBezTo>
                    <a:cubicBezTo>
                      <a:pt x="238049" y="1135094"/>
                      <a:pt x="237954" y="1133475"/>
                      <a:pt x="237573" y="1132904"/>
                    </a:cubicBezTo>
                    <a:cubicBezTo>
                      <a:pt x="237097" y="1132046"/>
                      <a:pt x="236239" y="1130141"/>
                      <a:pt x="235573" y="1129379"/>
                    </a:cubicBezTo>
                    <a:cubicBezTo>
                      <a:pt x="234811" y="1128617"/>
                      <a:pt x="232715" y="1127855"/>
                      <a:pt x="231953" y="1127093"/>
                    </a:cubicBezTo>
                    <a:cubicBezTo>
                      <a:pt x="231001" y="1126236"/>
                      <a:pt x="229572" y="1124141"/>
                      <a:pt x="228810" y="1123188"/>
                    </a:cubicBezTo>
                    <a:cubicBezTo>
                      <a:pt x="228238" y="1122426"/>
                      <a:pt x="226714" y="1120997"/>
                      <a:pt x="226333" y="1120140"/>
                    </a:cubicBezTo>
                    <a:cubicBezTo>
                      <a:pt x="225857" y="1118902"/>
                      <a:pt x="225476" y="1116330"/>
                      <a:pt x="225762" y="1114997"/>
                    </a:cubicBezTo>
                    <a:cubicBezTo>
                      <a:pt x="225952" y="1114235"/>
                      <a:pt x="226810" y="1112901"/>
                      <a:pt x="227286" y="1112330"/>
                    </a:cubicBezTo>
                    <a:cubicBezTo>
                      <a:pt x="227667" y="1111853"/>
                      <a:pt x="228810" y="1111187"/>
                      <a:pt x="229096" y="1110710"/>
                    </a:cubicBezTo>
                    <a:cubicBezTo>
                      <a:pt x="229762" y="1109853"/>
                      <a:pt x="230239" y="1107662"/>
                      <a:pt x="230620" y="1106615"/>
                    </a:cubicBezTo>
                    <a:cubicBezTo>
                      <a:pt x="230905" y="1105757"/>
                      <a:pt x="231477" y="1103852"/>
                      <a:pt x="231858" y="1102995"/>
                    </a:cubicBezTo>
                    <a:cubicBezTo>
                      <a:pt x="232239" y="1102043"/>
                      <a:pt x="233668" y="1100423"/>
                      <a:pt x="233953" y="1099376"/>
                    </a:cubicBezTo>
                    <a:cubicBezTo>
                      <a:pt x="234334" y="1097947"/>
                      <a:pt x="234049" y="1094804"/>
                      <a:pt x="234049" y="1093280"/>
                    </a:cubicBezTo>
                    <a:cubicBezTo>
                      <a:pt x="234049" y="1092422"/>
                      <a:pt x="234144" y="1090708"/>
                      <a:pt x="233858" y="1089851"/>
                    </a:cubicBezTo>
                    <a:cubicBezTo>
                      <a:pt x="233477" y="1088898"/>
                      <a:pt x="232144" y="1087184"/>
                      <a:pt x="231191" y="1086612"/>
                    </a:cubicBezTo>
                    <a:cubicBezTo>
                      <a:pt x="230429" y="1086136"/>
                      <a:pt x="228429" y="1086326"/>
                      <a:pt x="227667" y="1085945"/>
                    </a:cubicBezTo>
                    <a:cubicBezTo>
                      <a:pt x="227095" y="1085660"/>
                      <a:pt x="226429" y="1084421"/>
                      <a:pt x="225857" y="1084040"/>
                    </a:cubicBezTo>
                    <a:cubicBezTo>
                      <a:pt x="224809" y="1083469"/>
                      <a:pt x="222238" y="1083374"/>
                      <a:pt x="221285" y="1082707"/>
                    </a:cubicBezTo>
                    <a:cubicBezTo>
                      <a:pt x="220618" y="1082326"/>
                      <a:pt x="219475" y="1081088"/>
                      <a:pt x="218999" y="1080421"/>
                    </a:cubicBezTo>
                    <a:cubicBezTo>
                      <a:pt x="218332" y="1079373"/>
                      <a:pt x="217856" y="1076992"/>
                      <a:pt x="217189" y="1075944"/>
                    </a:cubicBezTo>
                    <a:cubicBezTo>
                      <a:pt x="216618" y="1075087"/>
                      <a:pt x="214903" y="1073753"/>
                      <a:pt x="214332" y="1072801"/>
                    </a:cubicBezTo>
                    <a:cubicBezTo>
                      <a:pt x="213856" y="1072039"/>
                      <a:pt x="213284" y="1070134"/>
                      <a:pt x="212808" y="1069372"/>
                    </a:cubicBezTo>
                    <a:cubicBezTo>
                      <a:pt x="212332" y="1068610"/>
                      <a:pt x="210712" y="1067657"/>
                      <a:pt x="210331" y="1066800"/>
                    </a:cubicBezTo>
                    <a:cubicBezTo>
                      <a:pt x="209950" y="1066038"/>
                      <a:pt x="210236" y="1064228"/>
                      <a:pt x="210141" y="1063371"/>
                    </a:cubicBezTo>
                    <a:cubicBezTo>
                      <a:pt x="209950" y="1062323"/>
                      <a:pt x="209379" y="1060133"/>
                      <a:pt x="208903" y="1059085"/>
                    </a:cubicBezTo>
                    <a:cubicBezTo>
                      <a:pt x="208617" y="1058323"/>
                      <a:pt x="207569" y="1056894"/>
                      <a:pt x="207283" y="1056037"/>
                    </a:cubicBezTo>
                    <a:cubicBezTo>
                      <a:pt x="206998" y="1055084"/>
                      <a:pt x="207093" y="1052894"/>
                      <a:pt x="206712" y="1051846"/>
                    </a:cubicBezTo>
                    <a:cubicBezTo>
                      <a:pt x="206426" y="1051179"/>
                      <a:pt x="205569" y="1050036"/>
                      <a:pt x="205093" y="1049655"/>
                    </a:cubicBezTo>
                    <a:cubicBezTo>
                      <a:pt x="204616" y="1049274"/>
                      <a:pt x="203473" y="1049084"/>
                      <a:pt x="202997" y="1048798"/>
                    </a:cubicBezTo>
                    <a:cubicBezTo>
                      <a:pt x="201854" y="1048226"/>
                      <a:pt x="199663" y="1047083"/>
                      <a:pt x="198520" y="1046417"/>
                    </a:cubicBezTo>
                    <a:cubicBezTo>
                      <a:pt x="197758" y="1046036"/>
                      <a:pt x="196139" y="1045178"/>
                      <a:pt x="195472" y="1044607"/>
                    </a:cubicBezTo>
                    <a:cubicBezTo>
                      <a:pt x="194806" y="1044035"/>
                      <a:pt x="193663" y="1042702"/>
                      <a:pt x="193282" y="1041940"/>
                    </a:cubicBezTo>
                    <a:cubicBezTo>
                      <a:pt x="192805" y="1040987"/>
                      <a:pt x="192520" y="1038892"/>
                      <a:pt x="192139" y="1037939"/>
                    </a:cubicBezTo>
                    <a:cubicBezTo>
                      <a:pt x="191758" y="1036987"/>
                      <a:pt x="190234" y="1035463"/>
                      <a:pt x="190043" y="1034415"/>
                    </a:cubicBezTo>
                    <a:cubicBezTo>
                      <a:pt x="189757" y="1033082"/>
                      <a:pt x="190710" y="1030319"/>
                      <a:pt x="190805" y="1028986"/>
                    </a:cubicBezTo>
                    <a:cubicBezTo>
                      <a:pt x="190805" y="1027748"/>
                      <a:pt x="190615" y="1025176"/>
                      <a:pt x="190424" y="1023842"/>
                    </a:cubicBezTo>
                    <a:cubicBezTo>
                      <a:pt x="190234" y="1022985"/>
                      <a:pt x="189662" y="1021271"/>
                      <a:pt x="189281" y="1020604"/>
                    </a:cubicBezTo>
                    <a:cubicBezTo>
                      <a:pt x="188710" y="1019556"/>
                      <a:pt x="187090" y="1017937"/>
                      <a:pt x="186424" y="1016984"/>
                    </a:cubicBezTo>
                    <a:cubicBezTo>
                      <a:pt x="185566" y="1015746"/>
                      <a:pt x="184233" y="1012984"/>
                      <a:pt x="183566" y="1011650"/>
                    </a:cubicBezTo>
                    <a:cubicBezTo>
                      <a:pt x="183090" y="1010793"/>
                      <a:pt x="182233" y="1008888"/>
                      <a:pt x="181661" y="1008031"/>
                    </a:cubicBezTo>
                    <a:cubicBezTo>
                      <a:pt x="181090" y="1007174"/>
                      <a:pt x="179566" y="1005650"/>
                      <a:pt x="179089" y="1004697"/>
                    </a:cubicBezTo>
                    <a:cubicBezTo>
                      <a:pt x="178613" y="1003649"/>
                      <a:pt x="178232" y="1001268"/>
                      <a:pt x="178327" y="1000125"/>
                    </a:cubicBezTo>
                    <a:cubicBezTo>
                      <a:pt x="178327" y="999173"/>
                      <a:pt x="178994" y="997363"/>
                      <a:pt x="179089" y="996506"/>
                    </a:cubicBezTo>
                    <a:cubicBezTo>
                      <a:pt x="179280" y="995172"/>
                      <a:pt x="179470" y="992505"/>
                      <a:pt x="179280" y="991172"/>
                    </a:cubicBezTo>
                    <a:cubicBezTo>
                      <a:pt x="178994" y="989838"/>
                      <a:pt x="177946" y="987266"/>
                      <a:pt x="177089" y="986123"/>
                    </a:cubicBezTo>
                    <a:cubicBezTo>
                      <a:pt x="176137" y="984885"/>
                      <a:pt x="173565" y="983171"/>
                      <a:pt x="172327" y="982218"/>
                    </a:cubicBezTo>
                    <a:cubicBezTo>
                      <a:pt x="171660" y="981742"/>
                      <a:pt x="170041" y="980885"/>
                      <a:pt x="169564" y="980218"/>
                    </a:cubicBezTo>
                    <a:cubicBezTo>
                      <a:pt x="169088" y="979456"/>
                      <a:pt x="168993" y="977456"/>
                      <a:pt x="168802" y="976503"/>
                    </a:cubicBezTo>
                    <a:cubicBezTo>
                      <a:pt x="168517" y="975265"/>
                      <a:pt x="167850" y="972788"/>
                      <a:pt x="167564" y="971550"/>
                    </a:cubicBezTo>
                    <a:cubicBezTo>
                      <a:pt x="167374" y="970693"/>
                      <a:pt x="166897" y="968883"/>
                      <a:pt x="166707" y="968026"/>
                    </a:cubicBezTo>
                    <a:cubicBezTo>
                      <a:pt x="166421" y="966692"/>
                      <a:pt x="166135" y="964025"/>
                      <a:pt x="165754" y="962692"/>
                    </a:cubicBezTo>
                    <a:cubicBezTo>
                      <a:pt x="165278" y="961073"/>
                      <a:pt x="163754" y="958215"/>
                      <a:pt x="162992" y="956786"/>
                    </a:cubicBezTo>
                    <a:cubicBezTo>
                      <a:pt x="161944" y="954881"/>
                      <a:pt x="159658" y="951167"/>
                      <a:pt x="158230" y="949547"/>
                    </a:cubicBezTo>
                    <a:cubicBezTo>
                      <a:pt x="156801" y="947833"/>
                      <a:pt x="153372" y="944880"/>
                      <a:pt x="151562" y="943547"/>
                    </a:cubicBezTo>
                    <a:cubicBezTo>
                      <a:pt x="150514" y="942785"/>
                      <a:pt x="147943" y="941737"/>
                      <a:pt x="146990" y="940880"/>
                    </a:cubicBezTo>
                    <a:cubicBezTo>
                      <a:pt x="146228" y="940118"/>
                      <a:pt x="144990" y="938213"/>
                      <a:pt x="144609" y="937165"/>
                    </a:cubicBezTo>
                    <a:cubicBezTo>
                      <a:pt x="144323" y="936117"/>
                      <a:pt x="144704" y="933926"/>
                      <a:pt x="144418" y="932879"/>
                    </a:cubicBezTo>
                    <a:cubicBezTo>
                      <a:pt x="144037" y="931736"/>
                      <a:pt x="142418" y="929926"/>
                      <a:pt x="141847" y="928878"/>
                    </a:cubicBezTo>
                    <a:cubicBezTo>
                      <a:pt x="141466" y="928307"/>
                      <a:pt x="140704" y="927163"/>
                      <a:pt x="140608" y="926497"/>
                    </a:cubicBezTo>
                    <a:cubicBezTo>
                      <a:pt x="140418" y="925068"/>
                      <a:pt x="141275" y="922211"/>
                      <a:pt x="141466" y="920782"/>
                    </a:cubicBezTo>
                    <a:cubicBezTo>
                      <a:pt x="141656" y="919258"/>
                      <a:pt x="142228" y="916019"/>
                      <a:pt x="142228" y="914495"/>
                    </a:cubicBezTo>
                    <a:cubicBezTo>
                      <a:pt x="142323" y="912400"/>
                      <a:pt x="142037" y="908304"/>
                      <a:pt x="141751" y="906209"/>
                    </a:cubicBezTo>
                    <a:cubicBezTo>
                      <a:pt x="141561" y="905066"/>
                      <a:pt x="140704" y="902970"/>
                      <a:pt x="140704" y="901827"/>
                    </a:cubicBezTo>
                    <a:cubicBezTo>
                      <a:pt x="140608" y="900494"/>
                      <a:pt x="141085" y="897731"/>
                      <a:pt x="141466" y="896398"/>
                    </a:cubicBezTo>
                    <a:cubicBezTo>
                      <a:pt x="141656" y="895636"/>
                      <a:pt x="142418" y="894017"/>
                      <a:pt x="142894" y="893350"/>
                    </a:cubicBezTo>
                    <a:cubicBezTo>
                      <a:pt x="143371" y="892683"/>
                      <a:pt x="144895" y="891731"/>
                      <a:pt x="145085" y="890873"/>
                    </a:cubicBezTo>
                    <a:cubicBezTo>
                      <a:pt x="145276" y="890207"/>
                      <a:pt x="144895" y="888683"/>
                      <a:pt x="144418" y="888111"/>
                    </a:cubicBezTo>
                    <a:cubicBezTo>
                      <a:pt x="143656" y="887349"/>
                      <a:pt x="140894" y="887730"/>
                      <a:pt x="140132" y="886968"/>
                    </a:cubicBezTo>
                    <a:cubicBezTo>
                      <a:pt x="139561" y="886301"/>
                      <a:pt x="139370" y="884396"/>
                      <a:pt x="139656" y="883539"/>
                    </a:cubicBezTo>
                    <a:cubicBezTo>
                      <a:pt x="140037" y="882587"/>
                      <a:pt x="142228" y="881729"/>
                      <a:pt x="142990" y="880967"/>
                    </a:cubicBezTo>
                    <a:cubicBezTo>
                      <a:pt x="143752" y="880205"/>
                      <a:pt x="144799" y="878205"/>
                      <a:pt x="145657" y="877634"/>
                    </a:cubicBezTo>
                    <a:cubicBezTo>
                      <a:pt x="146323" y="877157"/>
                      <a:pt x="148133" y="876491"/>
                      <a:pt x="148895" y="876681"/>
                    </a:cubicBezTo>
                    <a:cubicBezTo>
                      <a:pt x="149752" y="876872"/>
                      <a:pt x="150991" y="878110"/>
                      <a:pt x="151467" y="878777"/>
                    </a:cubicBezTo>
                    <a:cubicBezTo>
                      <a:pt x="152134" y="879634"/>
                      <a:pt x="152324" y="882110"/>
                      <a:pt x="153181" y="882682"/>
                    </a:cubicBezTo>
                    <a:cubicBezTo>
                      <a:pt x="153658" y="883063"/>
                      <a:pt x="155086" y="883253"/>
                      <a:pt x="155658" y="882968"/>
                    </a:cubicBezTo>
                    <a:cubicBezTo>
                      <a:pt x="156801" y="882587"/>
                      <a:pt x="158039" y="880205"/>
                      <a:pt x="158801" y="879348"/>
                    </a:cubicBezTo>
                    <a:cubicBezTo>
                      <a:pt x="159468" y="878681"/>
                      <a:pt x="160992" y="877538"/>
                      <a:pt x="161468" y="876681"/>
                    </a:cubicBezTo>
                    <a:cubicBezTo>
                      <a:pt x="161944" y="875729"/>
                      <a:pt x="162040" y="873538"/>
                      <a:pt x="162325" y="872585"/>
                    </a:cubicBezTo>
                    <a:cubicBezTo>
                      <a:pt x="162802" y="871061"/>
                      <a:pt x="164135" y="868299"/>
                      <a:pt x="164611" y="866870"/>
                    </a:cubicBezTo>
                    <a:cubicBezTo>
                      <a:pt x="165088" y="865727"/>
                      <a:pt x="165754" y="863441"/>
                      <a:pt x="166326" y="862394"/>
                    </a:cubicBezTo>
                    <a:cubicBezTo>
                      <a:pt x="166993" y="861060"/>
                      <a:pt x="168707" y="858774"/>
                      <a:pt x="169279" y="857536"/>
                    </a:cubicBezTo>
                    <a:cubicBezTo>
                      <a:pt x="169755" y="856488"/>
                      <a:pt x="170517" y="854297"/>
                      <a:pt x="170707" y="853154"/>
                    </a:cubicBezTo>
                    <a:cubicBezTo>
                      <a:pt x="170898" y="851535"/>
                      <a:pt x="170517" y="848392"/>
                      <a:pt x="170326" y="846773"/>
                    </a:cubicBezTo>
                    <a:cubicBezTo>
                      <a:pt x="170041" y="844963"/>
                      <a:pt x="168802" y="841438"/>
                      <a:pt x="168326" y="839629"/>
                    </a:cubicBezTo>
                    <a:cubicBezTo>
                      <a:pt x="168040" y="838391"/>
                      <a:pt x="167469" y="836009"/>
                      <a:pt x="167183" y="834866"/>
                    </a:cubicBezTo>
                    <a:cubicBezTo>
                      <a:pt x="166802" y="833438"/>
                      <a:pt x="165945" y="830580"/>
                      <a:pt x="165183" y="829342"/>
                    </a:cubicBezTo>
                    <a:cubicBezTo>
                      <a:pt x="164707" y="828485"/>
                      <a:pt x="163468" y="826961"/>
                      <a:pt x="162611" y="826484"/>
                    </a:cubicBezTo>
                    <a:cubicBezTo>
                      <a:pt x="161754" y="826008"/>
                      <a:pt x="159754" y="825151"/>
                      <a:pt x="158801" y="825341"/>
                    </a:cubicBezTo>
                    <a:cubicBezTo>
                      <a:pt x="158134" y="825437"/>
                      <a:pt x="157277" y="826770"/>
                      <a:pt x="156706" y="827151"/>
                    </a:cubicBezTo>
                    <a:cubicBezTo>
                      <a:pt x="156039" y="827532"/>
                      <a:pt x="154420" y="828485"/>
                      <a:pt x="153658" y="828199"/>
                    </a:cubicBezTo>
                    <a:cubicBezTo>
                      <a:pt x="152991" y="827913"/>
                      <a:pt x="152610" y="826103"/>
                      <a:pt x="151943" y="825722"/>
                    </a:cubicBezTo>
                    <a:cubicBezTo>
                      <a:pt x="151276" y="825341"/>
                      <a:pt x="149752" y="825532"/>
                      <a:pt x="149086" y="825722"/>
                    </a:cubicBezTo>
                    <a:cubicBezTo>
                      <a:pt x="148324" y="825913"/>
                      <a:pt x="146990" y="827056"/>
                      <a:pt x="146228" y="827056"/>
                    </a:cubicBezTo>
                    <a:cubicBezTo>
                      <a:pt x="144133" y="827246"/>
                      <a:pt x="139942" y="825722"/>
                      <a:pt x="138132" y="824579"/>
                    </a:cubicBezTo>
                    <a:cubicBezTo>
                      <a:pt x="136417" y="823436"/>
                      <a:pt x="133846" y="820007"/>
                      <a:pt x="132607" y="818293"/>
                    </a:cubicBezTo>
                    <a:cubicBezTo>
                      <a:pt x="131179" y="816293"/>
                      <a:pt x="128607" y="812006"/>
                      <a:pt x="127464" y="809720"/>
                    </a:cubicBezTo>
                    <a:cubicBezTo>
                      <a:pt x="126321" y="807339"/>
                      <a:pt x="124606" y="802386"/>
                      <a:pt x="123844" y="799814"/>
                    </a:cubicBezTo>
                    <a:cubicBezTo>
                      <a:pt x="123559" y="798957"/>
                      <a:pt x="123273" y="797052"/>
                      <a:pt x="122892" y="796195"/>
                    </a:cubicBezTo>
                    <a:cubicBezTo>
                      <a:pt x="122606" y="795433"/>
                      <a:pt x="122035" y="793909"/>
                      <a:pt x="121368" y="793337"/>
                    </a:cubicBezTo>
                    <a:cubicBezTo>
                      <a:pt x="120987" y="792956"/>
                      <a:pt x="119844" y="792671"/>
                      <a:pt x="119272" y="792480"/>
                    </a:cubicBezTo>
                    <a:cubicBezTo>
                      <a:pt x="118701" y="792290"/>
                      <a:pt x="117177" y="792671"/>
                      <a:pt x="116796" y="792194"/>
                    </a:cubicBezTo>
                    <a:cubicBezTo>
                      <a:pt x="116224" y="791432"/>
                      <a:pt x="117748" y="789242"/>
                      <a:pt x="117463" y="788289"/>
                    </a:cubicBezTo>
                    <a:cubicBezTo>
                      <a:pt x="117272" y="787527"/>
                      <a:pt x="115653" y="786575"/>
                      <a:pt x="115367" y="785813"/>
                    </a:cubicBezTo>
                    <a:cubicBezTo>
                      <a:pt x="115081" y="785146"/>
                      <a:pt x="115462" y="783527"/>
                      <a:pt x="115177" y="782860"/>
                    </a:cubicBezTo>
                    <a:cubicBezTo>
                      <a:pt x="114796" y="782003"/>
                      <a:pt x="112986" y="781050"/>
                      <a:pt x="112510" y="780193"/>
                    </a:cubicBezTo>
                    <a:cubicBezTo>
                      <a:pt x="111843" y="778955"/>
                      <a:pt x="111652" y="776097"/>
                      <a:pt x="111652" y="774668"/>
                    </a:cubicBezTo>
                    <a:cubicBezTo>
                      <a:pt x="111652" y="773049"/>
                      <a:pt x="112319" y="769906"/>
                      <a:pt x="112605" y="768382"/>
                    </a:cubicBezTo>
                    <a:cubicBezTo>
                      <a:pt x="112891" y="767144"/>
                      <a:pt x="113462" y="764572"/>
                      <a:pt x="113843" y="763429"/>
                    </a:cubicBezTo>
                    <a:cubicBezTo>
                      <a:pt x="114224" y="762286"/>
                      <a:pt x="115367" y="760286"/>
                      <a:pt x="115843" y="759143"/>
                    </a:cubicBezTo>
                    <a:cubicBezTo>
                      <a:pt x="116320" y="758095"/>
                      <a:pt x="117367" y="756095"/>
                      <a:pt x="117558" y="755047"/>
                    </a:cubicBezTo>
                    <a:cubicBezTo>
                      <a:pt x="117844" y="753713"/>
                      <a:pt x="117844" y="751142"/>
                      <a:pt x="117558" y="749808"/>
                    </a:cubicBezTo>
                    <a:cubicBezTo>
                      <a:pt x="117367" y="749141"/>
                      <a:pt x="116510" y="747998"/>
                      <a:pt x="116320" y="747332"/>
                    </a:cubicBezTo>
                    <a:cubicBezTo>
                      <a:pt x="115939" y="745903"/>
                      <a:pt x="115939" y="743045"/>
                      <a:pt x="115939" y="741617"/>
                    </a:cubicBezTo>
                    <a:cubicBezTo>
                      <a:pt x="115939" y="740283"/>
                      <a:pt x="116320" y="737616"/>
                      <a:pt x="116320" y="736187"/>
                    </a:cubicBezTo>
                    <a:cubicBezTo>
                      <a:pt x="116320" y="734949"/>
                      <a:pt x="116796" y="732187"/>
                      <a:pt x="116034" y="731330"/>
                    </a:cubicBezTo>
                    <a:cubicBezTo>
                      <a:pt x="115462" y="730663"/>
                      <a:pt x="113557" y="730853"/>
                      <a:pt x="112700" y="730568"/>
                    </a:cubicBezTo>
                    <a:cubicBezTo>
                      <a:pt x="112129" y="730377"/>
                      <a:pt x="110890" y="730282"/>
                      <a:pt x="110509" y="729806"/>
                    </a:cubicBezTo>
                    <a:cubicBezTo>
                      <a:pt x="110033" y="729234"/>
                      <a:pt x="110128" y="727615"/>
                      <a:pt x="110224" y="726948"/>
                    </a:cubicBezTo>
                    <a:cubicBezTo>
                      <a:pt x="110224" y="725710"/>
                      <a:pt x="110700" y="723233"/>
                      <a:pt x="110986" y="722090"/>
                    </a:cubicBezTo>
                    <a:cubicBezTo>
                      <a:pt x="111176" y="721233"/>
                      <a:pt x="112033" y="719709"/>
                      <a:pt x="112129" y="718852"/>
                    </a:cubicBezTo>
                    <a:cubicBezTo>
                      <a:pt x="112224" y="718090"/>
                      <a:pt x="111748" y="716566"/>
                      <a:pt x="112033" y="715899"/>
                    </a:cubicBezTo>
                    <a:cubicBezTo>
                      <a:pt x="112319" y="715232"/>
                      <a:pt x="113557" y="714375"/>
                      <a:pt x="114034" y="713899"/>
                    </a:cubicBezTo>
                    <a:cubicBezTo>
                      <a:pt x="114415" y="713518"/>
                      <a:pt x="115462" y="712756"/>
                      <a:pt x="115748" y="712280"/>
                    </a:cubicBezTo>
                    <a:cubicBezTo>
                      <a:pt x="116129" y="711613"/>
                      <a:pt x="116320" y="709994"/>
                      <a:pt x="116701" y="709327"/>
                    </a:cubicBezTo>
                    <a:cubicBezTo>
                      <a:pt x="116986" y="708755"/>
                      <a:pt x="118034" y="707993"/>
                      <a:pt x="118320" y="707422"/>
                    </a:cubicBezTo>
                    <a:cubicBezTo>
                      <a:pt x="118701" y="706469"/>
                      <a:pt x="118701" y="704279"/>
                      <a:pt x="118701" y="703231"/>
                    </a:cubicBezTo>
                    <a:cubicBezTo>
                      <a:pt x="118701" y="702183"/>
                      <a:pt x="118606" y="700183"/>
                      <a:pt x="118701" y="699230"/>
                    </a:cubicBezTo>
                    <a:cubicBezTo>
                      <a:pt x="118796" y="698278"/>
                      <a:pt x="119463" y="696468"/>
                      <a:pt x="119558" y="695516"/>
                    </a:cubicBezTo>
                    <a:cubicBezTo>
                      <a:pt x="119749" y="694087"/>
                      <a:pt x="119177" y="691039"/>
                      <a:pt x="119463" y="689610"/>
                    </a:cubicBezTo>
                    <a:cubicBezTo>
                      <a:pt x="119558" y="689038"/>
                      <a:pt x="120034" y="687991"/>
                      <a:pt x="120415" y="687419"/>
                    </a:cubicBezTo>
                    <a:cubicBezTo>
                      <a:pt x="120701" y="686943"/>
                      <a:pt x="121273" y="686086"/>
                      <a:pt x="121749" y="685895"/>
                    </a:cubicBezTo>
                    <a:cubicBezTo>
                      <a:pt x="122320" y="685610"/>
                      <a:pt x="123749" y="686086"/>
                      <a:pt x="124321" y="685895"/>
                    </a:cubicBezTo>
                    <a:cubicBezTo>
                      <a:pt x="124987" y="685705"/>
                      <a:pt x="126035" y="684657"/>
                      <a:pt x="126702" y="684467"/>
                    </a:cubicBezTo>
                    <a:cubicBezTo>
                      <a:pt x="127559" y="684181"/>
                      <a:pt x="129274" y="684086"/>
                      <a:pt x="130131" y="684086"/>
                    </a:cubicBezTo>
                    <a:cubicBezTo>
                      <a:pt x="130988" y="684181"/>
                      <a:pt x="132607" y="684562"/>
                      <a:pt x="133369" y="684943"/>
                    </a:cubicBezTo>
                    <a:cubicBezTo>
                      <a:pt x="134036" y="685324"/>
                      <a:pt x="135179" y="686276"/>
                      <a:pt x="135465" y="686848"/>
                    </a:cubicBezTo>
                    <a:cubicBezTo>
                      <a:pt x="136036" y="687800"/>
                      <a:pt x="136417" y="690182"/>
                      <a:pt x="136417" y="691325"/>
                    </a:cubicBezTo>
                    <a:cubicBezTo>
                      <a:pt x="136417" y="692182"/>
                      <a:pt x="135941" y="693896"/>
                      <a:pt x="135846" y="694754"/>
                    </a:cubicBezTo>
                    <a:cubicBezTo>
                      <a:pt x="135751" y="695420"/>
                      <a:pt x="135465" y="696849"/>
                      <a:pt x="135655" y="697516"/>
                    </a:cubicBezTo>
                    <a:cubicBezTo>
                      <a:pt x="135751" y="698087"/>
                      <a:pt x="136798" y="698945"/>
                      <a:pt x="136894" y="699516"/>
                    </a:cubicBezTo>
                    <a:cubicBezTo>
                      <a:pt x="136989" y="699897"/>
                      <a:pt x="136798" y="700850"/>
                      <a:pt x="136513" y="701040"/>
                    </a:cubicBezTo>
                    <a:cubicBezTo>
                      <a:pt x="135941" y="701421"/>
                      <a:pt x="134322" y="700564"/>
                      <a:pt x="133560" y="700754"/>
                    </a:cubicBezTo>
                    <a:cubicBezTo>
                      <a:pt x="132988" y="700945"/>
                      <a:pt x="132036" y="701802"/>
                      <a:pt x="131750" y="702374"/>
                    </a:cubicBezTo>
                    <a:cubicBezTo>
                      <a:pt x="131464" y="703136"/>
                      <a:pt x="132131" y="704660"/>
                      <a:pt x="132131" y="705517"/>
                    </a:cubicBezTo>
                    <a:cubicBezTo>
                      <a:pt x="132131" y="706279"/>
                      <a:pt x="132226" y="707898"/>
                      <a:pt x="132131" y="708660"/>
                    </a:cubicBezTo>
                    <a:cubicBezTo>
                      <a:pt x="132036" y="709422"/>
                      <a:pt x="130988" y="710756"/>
                      <a:pt x="131179" y="711518"/>
                    </a:cubicBezTo>
                    <a:cubicBezTo>
                      <a:pt x="131274" y="712184"/>
                      <a:pt x="132607" y="712946"/>
                      <a:pt x="132703" y="713518"/>
                    </a:cubicBezTo>
                    <a:cubicBezTo>
                      <a:pt x="132798" y="714185"/>
                      <a:pt x="132036" y="715423"/>
                      <a:pt x="131750" y="715994"/>
                    </a:cubicBezTo>
                    <a:cubicBezTo>
                      <a:pt x="131464" y="716661"/>
                      <a:pt x="130226" y="718090"/>
                      <a:pt x="130417" y="718852"/>
                    </a:cubicBezTo>
                    <a:cubicBezTo>
                      <a:pt x="130607" y="719423"/>
                      <a:pt x="131845" y="720185"/>
                      <a:pt x="132417" y="720376"/>
                    </a:cubicBezTo>
                    <a:cubicBezTo>
                      <a:pt x="133084" y="720662"/>
                      <a:pt x="134703" y="720662"/>
                      <a:pt x="135274" y="721043"/>
                    </a:cubicBezTo>
                    <a:cubicBezTo>
                      <a:pt x="135941" y="721424"/>
                      <a:pt x="136798" y="722852"/>
                      <a:pt x="137370" y="723329"/>
                    </a:cubicBezTo>
                    <a:cubicBezTo>
                      <a:pt x="137941" y="723805"/>
                      <a:pt x="139180" y="724567"/>
                      <a:pt x="139751" y="724853"/>
                    </a:cubicBezTo>
                    <a:cubicBezTo>
                      <a:pt x="140513" y="725329"/>
                      <a:pt x="142323" y="725996"/>
                      <a:pt x="142990" y="726567"/>
                    </a:cubicBezTo>
                    <a:cubicBezTo>
                      <a:pt x="143752" y="727138"/>
                      <a:pt x="144704" y="728758"/>
                      <a:pt x="145276" y="729520"/>
                    </a:cubicBezTo>
                    <a:cubicBezTo>
                      <a:pt x="145847" y="730187"/>
                      <a:pt x="146990" y="731520"/>
                      <a:pt x="147371" y="732282"/>
                    </a:cubicBezTo>
                    <a:cubicBezTo>
                      <a:pt x="147847" y="733139"/>
                      <a:pt x="147943" y="735235"/>
                      <a:pt x="148419" y="736092"/>
                    </a:cubicBezTo>
                    <a:cubicBezTo>
                      <a:pt x="148800" y="736759"/>
                      <a:pt x="149943" y="738092"/>
                      <a:pt x="150705" y="738473"/>
                    </a:cubicBezTo>
                    <a:cubicBezTo>
                      <a:pt x="151753" y="738950"/>
                      <a:pt x="154134" y="738473"/>
                      <a:pt x="155277" y="738664"/>
                    </a:cubicBezTo>
                    <a:cubicBezTo>
                      <a:pt x="155944" y="738854"/>
                      <a:pt x="157277" y="740093"/>
                      <a:pt x="157944" y="739712"/>
                    </a:cubicBezTo>
                    <a:cubicBezTo>
                      <a:pt x="158706" y="739331"/>
                      <a:pt x="158706" y="737045"/>
                      <a:pt x="158706" y="736187"/>
                    </a:cubicBezTo>
                    <a:cubicBezTo>
                      <a:pt x="158706" y="735425"/>
                      <a:pt x="158134" y="734092"/>
                      <a:pt x="157944" y="733425"/>
                    </a:cubicBezTo>
                    <a:cubicBezTo>
                      <a:pt x="157563" y="732377"/>
                      <a:pt x="156515" y="730282"/>
                      <a:pt x="156420" y="729139"/>
                    </a:cubicBezTo>
                    <a:cubicBezTo>
                      <a:pt x="156229" y="728091"/>
                      <a:pt x="156610" y="725996"/>
                      <a:pt x="156706" y="724853"/>
                    </a:cubicBezTo>
                    <a:cubicBezTo>
                      <a:pt x="156896" y="723424"/>
                      <a:pt x="157468" y="720471"/>
                      <a:pt x="157468" y="718947"/>
                    </a:cubicBezTo>
                    <a:cubicBezTo>
                      <a:pt x="157563" y="717423"/>
                      <a:pt x="157563" y="714280"/>
                      <a:pt x="157087" y="712756"/>
                    </a:cubicBezTo>
                    <a:cubicBezTo>
                      <a:pt x="156801" y="711899"/>
                      <a:pt x="155848" y="710375"/>
                      <a:pt x="155277" y="709708"/>
                    </a:cubicBezTo>
                    <a:cubicBezTo>
                      <a:pt x="154610" y="708946"/>
                      <a:pt x="152800" y="707708"/>
                      <a:pt x="151943" y="707136"/>
                    </a:cubicBezTo>
                    <a:cubicBezTo>
                      <a:pt x="151467" y="706755"/>
                      <a:pt x="150133" y="706374"/>
                      <a:pt x="149752" y="705898"/>
                    </a:cubicBezTo>
                    <a:cubicBezTo>
                      <a:pt x="149181" y="705231"/>
                      <a:pt x="148800" y="703517"/>
                      <a:pt x="148609" y="702659"/>
                    </a:cubicBezTo>
                    <a:cubicBezTo>
                      <a:pt x="148514" y="701897"/>
                      <a:pt x="148419" y="700183"/>
                      <a:pt x="148800" y="699421"/>
                    </a:cubicBezTo>
                    <a:cubicBezTo>
                      <a:pt x="148990" y="698849"/>
                      <a:pt x="150229" y="698183"/>
                      <a:pt x="150324" y="697706"/>
                    </a:cubicBezTo>
                    <a:cubicBezTo>
                      <a:pt x="150419" y="697135"/>
                      <a:pt x="150038" y="695897"/>
                      <a:pt x="149657" y="695516"/>
                    </a:cubicBezTo>
                    <a:cubicBezTo>
                      <a:pt x="148990" y="694944"/>
                      <a:pt x="147085" y="695420"/>
                      <a:pt x="146228" y="695135"/>
                    </a:cubicBezTo>
                    <a:cubicBezTo>
                      <a:pt x="145561" y="694944"/>
                      <a:pt x="144323" y="694087"/>
                      <a:pt x="143752" y="693611"/>
                    </a:cubicBezTo>
                    <a:cubicBezTo>
                      <a:pt x="143180" y="693134"/>
                      <a:pt x="142132" y="691991"/>
                      <a:pt x="141942" y="691325"/>
                    </a:cubicBezTo>
                    <a:cubicBezTo>
                      <a:pt x="141656" y="690277"/>
                      <a:pt x="142037" y="687991"/>
                      <a:pt x="142418" y="686943"/>
                    </a:cubicBezTo>
                    <a:cubicBezTo>
                      <a:pt x="142609" y="686372"/>
                      <a:pt x="143275" y="685324"/>
                      <a:pt x="143752" y="685038"/>
                    </a:cubicBezTo>
                    <a:cubicBezTo>
                      <a:pt x="144228" y="684657"/>
                      <a:pt x="145657" y="684848"/>
                      <a:pt x="146133" y="684467"/>
                    </a:cubicBezTo>
                    <a:cubicBezTo>
                      <a:pt x="146514" y="684086"/>
                      <a:pt x="146704" y="683038"/>
                      <a:pt x="146800" y="682466"/>
                    </a:cubicBezTo>
                    <a:cubicBezTo>
                      <a:pt x="146895" y="681895"/>
                      <a:pt x="146800" y="680657"/>
                      <a:pt x="146990" y="680085"/>
                    </a:cubicBezTo>
                    <a:cubicBezTo>
                      <a:pt x="147181" y="679323"/>
                      <a:pt x="148133" y="677894"/>
                      <a:pt x="148228" y="677037"/>
                    </a:cubicBezTo>
                    <a:cubicBezTo>
                      <a:pt x="148419" y="676275"/>
                      <a:pt x="148419" y="674751"/>
                      <a:pt x="148228" y="674084"/>
                    </a:cubicBezTo>
                    <a:cubicBezTo>
                      <a:pt x="148038" y="673418"/>
                      <a:pt x="147181" y="672084"/>
                      <a:pt x="146609" y="671608"/>
                    </a:cubicBezTo>
                    <a:cubicBezTo>
                      <a:pt x="146133" y="671227"/>
                      <a:pt x="144895" y="671227"/>
                      <a:pt x="144323" y="671036"/>
                    </a:cubicBezTo>
                    <a:cubicBezTo>
                      <a:pt x="143561" y="670846"/>
                      <a:pt x="141847" y="671036"/>
                      <a:pt x="141180" y="670560"/>
                    </a:cubicBezTo>
                    <a:cubicBezTo>
                      <a:pt x="140704" y="670274"/>
                      <a:pt x="140227" y="669131"/>
                      <a:pt x="139846" y="668655"/>
                    </a:cubicBezTo>
                    <a:cubicBezTo>
                      <a:pt x="139275" y="667893"/>
                      <a:pt x="137941" y="666560"/>
                      <a:pt x="137465" y="665798"/>
                    </a:cubicBezTo>
                    <a:cubicBezTo>
                      <a:pt x="137179" y="665226"/>
                      <a:pt x="136322" y="663893"/>
                      <a:pt x="136513" y="663226"/>
                    </a:cubicBezTo>
                    <a:cubicBezTo>
                      <a:pt x="136703" y="662464"/>
                      <a:pt x="138322" y="661702"/>
                      <a:pt x="139084" y="661416"/>
                    </a:cubicBezTo>
                    <a:cubicBezTo>
                      <a:pt x="140037" y="661035"/>
                      <a:pt x="142132" y="661511"/>
                      <a:pt x="142990" y="660940"/>
                    </a:cubicBezTo>
                    <a:cubicBezTo>
                      <a:pt x="143371" y="660749"/>
                      <a:pt x="143752" y="659892"/>
                      <a:pt x="144037" y="659511"/>
                    </a:cubicBezTo>
                    <a:cubicBezTo>
                      <a:pt x="144514" y="658654"/>
                      <a:pt x="145085" y="656654"/>
                      <a:pt x="145752" y="655892"/>
                    </a:cubicBezTo>
                    <a:cubicBezTo>
                      <a:pt x="146038" y="655606"/>
                      <a:pt x="146609" y="654844"/>
                      <a:pt x="146990" y="654939"/>
                    </a:cubicBezTo>
                    <a:cubicBezTo>
                      <a:pt x="147562" y="655034"/>
                      <a:pt x="147943" y="656654"/>
                      <a:pt x="148514" y="656939"/>
                    </a:cubicBezTo>
                    <a:cubicBezTo>
                      <a:pt x="149181" y="657320"/>
                      <a:pt x="150895" y="657130"/>
                      <a:pt x="151657" y="657130"/>
                    </a:cubicBezTo>
                    <a:cubicBezTo>
                      <a:pt x="152610" y="657035"/>
                      <a:pt x="154610" y="656844"/>
                      <a:pt x="155467" y="656368"/>
                    </a:cubicBezTo>
                    <a:cubicBezTo>
                      <a:pt x="156134" y="655987"/>
                      <a:pt x="156991" y="654653"/>
                      <a:pt x="157563" y="654082"/>
                    </a:cubicBezTo>
                    <a:cubicBezTo>
                      <a:pt x="157944" y="653701"/>
                      <a:pt x="159087" y="653034"/>
                      <a:pt x="159373" y="652463"/>
                    </a:cubicBezTo>
                    <a:cubicBezTo>
                      <a:pt x="159849" y="651415"/>
                      <a:pt x="160039" y="649034"/>
                      <a:pt x="159754" y="647986"/>
                    </a:cubicBezTo>
                    <a:cubicBezTo>
                      <a:pt x="159563" y="647033"/>
                      <a:pt x="158230" y="645509"/>
                      <a:pt x="157658" y="644747"/>
                    </a:cubicBezTo>
                    <a:cubicBezTo>
                      <a:pt x="156801" y="643604"/>
                      <a:pt x="154896" y="641509"/>
                      <a:pt x="154039" y="640461"/>
                    </a:cubicBezTo>
                    <a:cubicBezTo>
                      <a:pt x="153277" y="639509"/>
                      <a:pt x="151562" y="637794"/>
                      <a:pt x="150991" y="636746"/>
                    </a:cubicBezTo>
                    <a:cubicBezTo>
                      <a:pt x="150514" y="635984"/>
                      <a:pt x="150133" y="633889"/>
                      <a:pt x="149467" y="633317"/>
                    </a:cubicBezTo>
                    <a:cubicBezTo>
                      <a:pt x="148990" y="632936"/>
                      <a:pt x="147752" y="632365"/>
                      <a:pt x="147085" y="632555"/>
                    </a:cubicBezTo>
                    <a:cubicBezTo>
                      <a:pt x="146228" y="632841"/>
                      <a:pt x="145561" y="634746"/>
                      <a:pt x="144895" y="635318"/>
                    </a:cubicBezTo>
                    <a:cubicBezTo>
                      <a:pt x="144133" y="635889"/>
                      <a:pt x="142418" y="636937"/>
                      <a:pt x="141466" y="637032"/>
                    </a:cubicBezTo>
                    <a:cubicBezTo>
                      <a:pt x="140894" y="637032"/>
                      <a:pt x="139942" y="636365"/>
                      <a:pt x="139370" y="636270"/>
                    </a:cubicBezTo>
                    <a:cubicBezTo>
                      <a:pt x="138703" y="636175"/>
                      <a:pt x="137084" y="635889"/>
                      <a:pt x="136513" y="636365"/>
                    </a:cubicBezTo>
                    <a:cubicBezTo>
                      <a:pt x="135846" y="636937"/>
                      <a:pt x="135560" y="638842"/>
                      <a:pt x="135465" y="639794"/>
                    </a:cubicBezTo>
                    <a:cubicBezTo>
                      <a:pt x="135274" y="640652"/>
                      <a:pt x="135655" y="642366"/>
                      <a:pt x="135274" y="643128"/>
                    </a:cubicBezTo>
                    <a:cubicBezTo>
                      <a:pt x="134989" y="643890"/>
                      <a:pt x="133465" y="644938"/>
                      <a:pt x="132988" y="645605"/>
                    </a:cubicBezTo>
                    <a:cubicBezTo>
                      <a:pt x="132512" y="646271"/>
                      <a:pt x="131560" y="647795"/>
                      <a:pt x="131369" y="648557"/>
                    </a:cubicBezTo>
                    <a:cubicBezTo>
                      <a:pt x="131179" y="649319"/>
                      <a:pt x="130988" y="650938"/>
                      <a:pt x="131274" y="651605"/>
                    </a:cubicBezTo>
                    <a:cubicBezTo>
                      <a:pt x="131655" y="652463"/>
                      <a:pt x="133941" y="653129"/>
                      <a:pt x="134322" y="653987"/>
                    </a:cubicBezTo>
                    <a:cubicBezTo>
                      <a:pt x="134512" y="654463"/>
                      <a:pt x="134512" y="655606"/>
                      <a:pt x="134322" y="656082"/>
                    </a:cubicBezTo>
                    <a:cubicBezTo>
                      <a:pt x="134036" y="656654"/>
                      <a:pt x="132798" y="657225"/>
                      <a:pt x="132417" y="657701"/>
                    </a:cubicBezTo>
                    <a:cubicBezTo>
                      <a:pt x="131845" y="658368"/>
                      <a:pt x="131083" y="659797"/>
                      <a:pt x="130512" y="660463"/>
                    </a:cubicBezTo>
                    <a:cubicBezTo>
                      <a:pt x="129940" y="661130"/>
                      <a:pt x="128131" y="661892"/>
                      <a:pt x="127845" y="662654"/>
                    </a:cubicBezTo>
                    <a:cubicBezTo>
                      <a:pt x="127654" y="663226"/>
                      <a:pt x="128226" y="664464"/>
                      <a:pt x="128416" y="664940"/>
                    </a:cubicBezTo>
                    <a:cubicBezTo>
                      <a:pt x="128893" y="666179"/>
                      <a:pt x="130417" y="668560"/>
                      <a:pt x="131179" y="669703"/>
                    </a:cubicBezTo>
                    <a:cubicBezTo>
                      <a:pt x="131655" y="670465"/>
                      <a:pt x="132703" y="671894"/>
                      <a:pt x="133084" y="672656"/>
                    </a:cubicBezTo>
                    <a:cubicBezTo>
                      <a:pt x="133465" y="673513"/>
                      <a:pt x="134322" y="675418"/>
                      <a:pt x="134036" y="676370"/>
                    </a:cubicBezTo>
                    <a:cubicBezTo>
                      <a:pt x="133846" y="676942"/>
                      <a:pt x="132607" y="677894"/>
                      <a:pt x="132036" y="677894"/>
                    </a:cubicBezTo>
                    <a:cubicBezTo>
                      <a:pt x="131179" y="677799"/>
                      <a:pt x="130226" y="675894"/>
                      <a:pt x="129750" y="675227"/>
                    </a:cubicBezTo>
                    <a:cubicBezTo>
                      <a:pt x="129369" y="674751"/>
                      <a:pt x="129178" y="673418"/>
                      <a:pt x="128607" y="673037"/>
                    </a:cubicBezTo>
                    <a:cubicBezTo>
                      <a:pt x="128321" y="672846"/>
                      <a:pt x="127369" y="672751"/>
                      <a:pt x="127083" y="672941"/>
                    </a:cubicBezTo>
                    <a:cubicBezTo>
                      <a:pt x="126607" y="673227"/>
                      <a:pt x="126035" y="674370"/>
                      <a:pt x="125940" y="674942"/>
                    </a:cubicBezTo>
                    <a:cubicBezTo>
                      <a:pt x="125845" y="675704"/>
                      <a:pt x="126702" y="677132"/>
                      <a:pt x="126607" y="677894"/>
                    </a:cubicBezTo>
                    <a:cubicBezTo>
                      <a:pt x="126511" y="678561"/>
                      <a:pt x="126226" y="679990"/>
                      <a:pt x="125654" y="680371"/>
                    </a:cubicBezTo>
                    <a:cubicBezTo>
                      <a:pt x="125083" y="680752"/>
                      <a:pt x="123654" y="680180"/>
                      <a:pt x="123082" y="680085"/>
                    </a:cubicBezTo>
                    <a:cubicBezTo>
                      <a:pt x="122320" y="679895"/>
                      <a:pt x="120892" y="679418"/>
                      <a:pt x="120225" y="678942"/>
                    </a:cubicBezTo>
                    <a:cubicBezTo>
                      <a:pt x="119082" y="678180"/>
                      <a:pt x="117082" y="675989"/>
                      <a:pt x="116320" y="674751"/>
                    </a:cubicBezTo>
                    <a:cubicBezTo>
                      <a:pt x="115748" y="673894"/>
                      <a:pt x="114986" y="671989"/>
                      <a:pt x="114510" y="671132"/>
                    </a:cubicBezTo>
                    <a:cubicBezTo>
                      <a:pt x="113748" y="669893"/>
                      <a:pt x="112033" y="667512"/>
                      <a:pt x="110986" y="666464"/>
                    </a:cubicBezTo>
                    <a:cubicBezTo>
                      <a:pt x="110319" y="665702"/>
                      <a:pt x="108700" y="664464"/>
                      <a:pt x="107842" y="663893"/>
                    </a:cubicBezTo>
                    <a:cubicBezTo>
                      <a:pt x="107271" y="663607"/>
                      <a:pt x="106033" y="663131"/>
                      <a:pt x="105366" y="663035"/>
                    </a:cubicBezTo>
                    <a:cubicBezTo>
                      <a:pt x="104604" y="662940"/>
                      <a:pt x="102985" y="663416"/>
                      <a:pt x="102223" y="663416"/>
                    </a:cubicBezTo>
                    <a:cubicBezTo>
                      <a:pt x="101651" y="663416"/>
                      <a:pt x="100318" y="663416"/>
                      <a:pt x="99841" y="662940"/>
                    </a:cubicBezTo>
                    <a:cubicBezTo>
                      <a:pt x="99175" y="662369"/>
                      <a:pt x="99270" y="660273"/>
                      <a:pt x="98889" y="659511"/>
                    </a:cubicBezTo>
                    <a:cubicBezTo>
                      <a:pt x="98413" y="658273"/>
                      <a:pt x="97174" y="655987"/>
                      <a:pt x="96412" y="654939"/>
                    </a:cubicBezTo>
                    <a:cubicBezTo>
                      <a:pt x="95936" y="654177"/>
                      <a:pt x="94507" y="653034"/>
                      <a:pt x="94126" y="652272"/>
                    </a:cubicBezTo>
                    <a:cubicBezTo>
                      <a:pt x="93555" y="651034"/>
                      <a:pt x="93650" y="648367"/>
                      <a:pt x="93174" y="647129"/>
                    </a:cubicBezTo>
                    <a:cubicBezTo>
                      <a:pt x="92602" y="645890"/>
                      <a:pt x="90793" y="643985"/>
                      <a:pt x="90031" y="642842"/>
                    </a:cubicBezTo>
                    <a:cubicBezTo>
                      <a:pt x="89554" y="642176"/>
                      <a:pt x="88792" y="640747"/>
                      <a:pt x="88126" y="640175"/>
                    </a:cubicBezTo>
                    <a:cubicBezTo>
                      <a:pt x="87078" y="639413"/>
                      <a:pt x="84506" y="639128"/>
                      <a:pt x="83363" y="638461"/>
                    </a:cubicBezTo>
                    <a:cubicBezTo>
                      <a:pt x="82601" y="638080"/>
                      <a:pt x="81363" y="636651"/>
                      <a:pt x="80506" y="636270"/>
                    </a:cubicBezTo>
                    <a:cubicBezTo>
                      <a:pt x="80029" y="636080"/>
                      <a:pt x="78982" y="635984"/>
                      <a:pt x="78410" y="635984"/>
                    </a:cubicBezTo>
                    <a:cubicBezTo>
                      <a:pt x="77553" y="636080"/>
                      <a:pt x="75743" y="636270"/>
                      <a:pt x="75172" y="636937"/>
                    </a:cubicBezTo>
                    <a:cubicBezTo>
                      <a:pt x="74600" y="637604"/>
                      <a:pt x="75076" y="639604"/>
                      <a:pt x="74600" y="640366"/>
                    </a:cubicBezTo>
                    <a:cubicBezTo>
                      <a:pt x="74124" y="641033"/>
                      <a:pt x="72695" y="642080"/>
                      <a:pt x="71933" y="641985"/>
                    </a:cubicBezTo>
                    <a:cubicBezTo>
                      <a:pt x="70790" y="641890"/>
                      <a:pt x="69266" y="639794"/>
                      <a:pt x="68885" y="638842"/>
                    </a:cubicBezTo>
                    <a:cubicBezTo>
                      <a:pt x="68695" y="638270"/>
                      <a:pt x="68695" y="637127"/>
                      <a:pt x="68980" y="636556"/>
                    </a:cubicBezTo>
                    <a:cubicBezTo>
                      <a:pt x="69361" y="635794"/>
                      <a:pt x="70885" y="634937"/>
                      <a:pt x="71457" y="634270"/>
                    </a:cubicBezTo>
                    <a:cubicBezTo>
                      <a:pt x="72219" y="633508"/>
                      <a:pt x="73552" y="631888"/>
                      <a:pt x="74219" y="631127"/>
                    </a:cubicBezTo>
                    <a:cubicBezTo>
                      <a:pt x="75172" y="629984"/>
                      <a:pt x="76981" y="627698"/>
                      <a:pt x="77743" y="626459"/>
                    </a:cubicBezTo>
                    <a:cubicBezTo>
                      <a:pt x="78696" y="625031"/>
                      <a:pt x="80506" y="621983"/>
                      <a:pt x="81172" y="620363"/>
                    </a:cubicBezTo>
                    <a:cubicBezTo>
                      <a:pt x="81744" y="619030"/>
                      <a:pt x="82887" y="616077"/>
                      <a:pt x="82887" y="614648"/>
                    </a:cubicBezTo>
                    <a:cubicBezTo>
                      <a:pt x="82887" y="612934"/>
                      <a:pt x="80696" y="609981"/>
                      <a:pt x="80601" y="608267"/>
                    </a:cubicBezTo>
                    <a:cubicBezTo>
                      <a:pt x="80506" y="607028"/>
                      <a:pt x="80887" y="604552"/>
                      <a:pt x="81649" y="603599"/>
                    </a:cubicBezTo>
                    <a:cubicBezTo>
                      <a:pt x="81934" y="603313"/>
                      <a:pt x="82982" y="603218"/>
                      <a:pt x="83173" y="602837"/>
                    </a:cubicBezTo>
                    <a:cubicBezTo>
                      <a:pt x="83554" y="601885"/>
                      <a:pt x="82220" y="599885"/>
                      <a:pt x="82125" y="598837"/>
                    </a:cubicBezTo>
                    <a:cubicBezTo>
                      <a:pt x="81934" y="597789"/>
                      <a:pt x="82411" y="595598"/>
                      <a:pt x="82030" y="594551"/>
                    </a:cubicBezTo>
                    <a:cubicBezTo>
                      <a:pt x="81839" y="593979"/>
                      <a:pt x="80982" y="593217"/>
                      <a:pt x="80506" y="592836"/>
                    </a:cubicBezTo>
                    <a:cubicBezTo>
                      <a:pt x="79934" y="592360"/>
                      <a:pt x="78886" y="591026"/>
                      <a:pt x="78124" y="591026"/>
                    </a:cubicBezTo>
                    <a:cubicBezTo>
                      <a:pt x="77362" y="591026"/>
                      <a:pt x="76315" y="592836"/>
                      <a:pt x="75648" y="592550"/>
                    </a:cubicBezTo>
                    <a:cubicBezTo>
                      <a:pt x="74600" y="592265"/>
                      <a:pt x="73838" y="589693"/>
                      <a:pt x="73838" y="588550"/>
                    </a:cubicBezTo>
                    <a:cubicBezTo>
                      <a:pt x="73838" y="587407"/>
                      <a:pt x="75457" y="585502"/>
                      <a:pt x="75838" y="584454"/>
                    </a:cubicBezTo>
                    <a:cubicBezTo>
                      <a:pt x="76315" y="583216"/>
                      <a:pt x="77172" y="580644"/>
                      <a:pt x="77077" y="579311"/>
                    </a:cubicBezTo>
                    <a:cubicBezTo>
                      <a:pt x="76981" y="577310"/>
                      <a:pt x="74695" y="573881"/>
                      <a:pt x="74219" y="571976"/>
                    </a:cubicBezTo>
                    <a:cubicBezTo>
                      <a:pt x="73838" y="570643"/>
                      <a:pt x="73648" y="567785"/>
                      <a:pt x="73076" y="566452"/>
                    </a:cubicBezTo>
                    <a:cubicBezTo>
                      <a:pt x="72314" y="564833"/>
                      <a:pt x="69933" y="562166"/>
                      <a:pt x="68695" y="560927"/>
                    </a:cubicBezTo>
                    <a:cubicBezTo>
                      <a:pt x="67742" y="559975"/>
                      <a:pt x="65551" y="558356"/>
                      <a:pt x="64504" y="557498"/>
                    </a:cubicBezTo>
                    <a:cubicBezTo>
                      <a:pt x="63456" y="556641"/>
                      <a:pt x="61170" y="555022"/>
                      <a:pt x="60313" y="553974"/>
                    </a:cubicBezTo>
                    <a:cubicBezTo>
                      <a:pt x="59170" y="552641"/>
                      <a:pt x="57741" y="549307"/>
                      <a:pt x="56598" y="547973"/>
                    </a:cubicBezTo>
                    <a:cubicBezTo>
                      <a:pt x="55931" y="547021"/>
                      <a:pt x="54026" y="545592"/>
                      <a:pt x="53455" y="544640"/>
                    </a:cubicBezTo>
                    <a:cubicBezTo>
                      <a:pt x="52883" y="543497"/>
                      <a:pt x="52883" y="540925"/>
                      <a:pt x="52216" y="539782"/>
                    </a:cubicBezTo>
                    <a:cubicBezTo>
                      <a:pt x="51931" y="539306"/>
                      <a:pt x="50883" y="538544"/>
                      <a:pt x="50692" y="537972"/>
                    </a:cubicBezTo>
                    <a:cubicBezTo>
                      <a:pt x="50216" y="536924"/>
                      <a:pt x="50026" y="534638"/>
                      <a:pt x="49740" y="533591"/>
                    </a:cubicBezTo>
                    <a:cubicBezTo>
                      <a:pt x="49168" y="531305"/>
                      <a:pt x="47930" y="526828"/>
                      <a:pt x="47168" y="524732"/>
                    </a:cubicBezTo>
                    <a:cubicBezTo>
                      <a:pt x="46692" y="523304"/>
                      <a:pt x="45358" y="520446"/>
                      <a:pt x="44692" y="519113"/>
                    </a:cubicBezTo>
                    <a:cubicBezTo>
                      <a:pt x="44120" y="517970"/>
                      <a:pt x="43072" y="515684"/>
                      <a:pt x="42310" y="514731"/>
                    </a:cubicBezTo>
                    <a:cubicBezTo>
                      <a:pt x="41453" y="513779"/>
                      <a:pt x="38881" y="512636"/>
                      <a:pt x="38119" y="511588"/>
                    </a:cubicBezTo>
                    <a:cubicBezTo>
                      <a:pt x="37643" y="510826"/>
                      <a:pt x="37262" y="509016"/>
                      <a:pt x="37072" y="508159"/>
                    </a:cubicBezTo>
                    <a:cubicBezTo>
                      <a:pt x="36786" y="507016"/>
                      <a:pt x="36691" y="504539"/>
                      <a:pt x="36214" y="503396"/>
                    </a:cubicBezTo>
                    <a:cubicBezTo>
                      <a:pt x="35167" y="501110"/>
                      <a:pt x="31357" y="497586"/>
                      <a:pt x="29737" y="495491"/>
                    </a:cubicBezTo>
                    <a:cubicBezTo>
                      <a:pt x="28975" y="494443"/>
                      <a:pt x="27261" y="492442"/>
                      <a:pt x="26785" y="491300"/>
                    </a:cubicBezTo>
                    <a:cubicBezTo>
                      <a:pt x="26118" y="489775"/>
                      <a:pt x="25832" y="486346"/>
                      <a:pt x="25261" y="484727"/>
                    </a:cubicBezTo>
                    <a:cubicBezTo>
                      <a:pt x="24880" y="483584"/>
                      <a:pt x="23927" y="481394"/>
                      <a:pt x="23356" y="480250"/>
                    </a:cubicBezTo>
                    <a:cubicBezTo>
                      <a:pt x="22784" y="479203"/>
                      <a:pt x="20974" y="477488"/>
                      <a:pt x="20784" y="476250"/>
                    </a:cubicBezTo>
                    <a:cubicBezTo>
                      <a:pt x="20593" y="475202"/>
                      <a:pt x="21165" y="472916"/>
                      <a:pt x="21832" y="472059"/>
                    </a:cubicBezTo>
                    <a:cubicBezTo>
                      <a:pt x="22308" y="471392"/>
                      <a:pt x="24022" y="470916"/>
                      <a:pt x="24689" y="470440"/>
                    </a:cubicBezTo>
                    <a:cubicBezTo>
                      <a:pt x="25642" y="469678"/>
                      <a:pt x="27451" y="468154"/>
                      <a:pt x="28023" y="467106"/>
                    </a:cubicBezTo>
                    <a:cubicBezTo>
                      <a:pt x="28594" y="466058"/>
                      <a:pt x="29071" y="463677"/>
                      <a:pt x="29356" y="462534"/>
                    </a:cubicBezTo>
                    <a:cubicBezTo>
                      <a:pt x="29833" y="460629"/>
                      <a:pt x="30595" y="456724"/>
                      <a:pt x="30595" y="454724"/>
                    </a:cubicBezTo>
                    <a:cubicBezTo>
                      <a:pt x="30595" y="453200"/>
                      <a:pt x="30023" y="450247"/>
                      <a:pt x="29642" y="448723"/>
                    </a:cubicBezTo>
                    <a:cubicBezTo>
                      <a:pt x="29452" y="447866"/>
                      <a:pt x="28499" y="446342"/>
                      <a:pt x="28404" y="445484"/>
                    </a:cubicBezTo>
                    <a:cubicBezTo>
                      <a:pt x="28023" y="443675"/>
                      <a:pt x="28309" y="439865"/>
                      <a:pt x="28213" y="438055"/>
                    </a:cubicBezTo>
                    <a:cubicBezTo>
                      <a:pt x="28118" y="436245"/>
                      <a:pt x="28023" y="432625"/>
                      <a:pt x="27832" y="430816"/>
                    </a:cubicBezTo>
                    <a:cubicBezTo>
                      <a:pt x="27547" y="429101"/>
                      <a:pt x="26499" y="425767"/>
                      <a:pt x="26213" y="424053"/>
                    </a:cubicBezTo>
                    <a:cubicBezTo>
                      <a:pt x="26023" y="422815"/>
                      <a:pt x="25737" y="420243"/>
                      <a:pt x="25737" y="419005"/>
                    </a:cubicBezTo>
                    <a:cubicBezTo>
                      <a:pt x="25832" y="417957"/>
                      <a:pt x="26499" y="415957"/>
                      <a:pt x="26594" y="415004"/>
                    </a:cubicBezTo>
                    <a:cubicBezTo>
                      <a:pt x="26689" y="413766"/>
                      <a:pt x="26213" y="411480"/>
                      <a:pt x="26213" y="410242"/>
                    </a:cubicBezTo>
                    <a:cubicBezTo>
                      <a:pt x="26213" y="409004"/>
                      <a:pt x="26213" y="406432"/>
                      <a:pt x="26499" y="405289"/>
                    </a:cubicBezTo>
                    <a:cubicBezTo>
                      <a:pt x="26880" y="403574"/>
                      <a:pt x="28213" y="400336"/>
                      <a:pt x="28975" y="398812"/>
                    </a:cubicBezTo>
                    <a:cubicBezTo>
                      <a:pt x="29928" y="396907"/>
                      <a:pt x="32023" y="393287"/>
                      <a:pt x="33357" y="391573"/>
                    </a:cubicBezTo>
                    <a:cubicBezTo>
                      <a:pt x="34786" y="389668"/>
                      <a:pt x="38977" y="386906"/>
                      <a:pt x="40024" y="384810"/>
                    </a:cubicBezTo>
                    <a:cubicBezTo>
                      <a:pt x="40596" y="383667"/>
                      <a:pt x="40691" y="381191"/>
                      <a:pt x="40786" y="379952"/>
                    </a:cubicBezTo>
                    <a:cubicBezTo>
                      <a:pt x="40786" y="379190"/>
                      <a:pt x="40596" y="377762"/>
                      <a:pt x="40501" y="377000"/>
                    </a:cubicBezTo>
                    <a:cubicBezTo>
                      <a:pt x="40310" y="375952"/>
                      <a:pt x="39548" y="373952"/>
                      <a:pt x="39643" y="372999"/>
                    </a:cubicBezTo>
                    <a:cubicBezTo>
                      <a:pt x="39739" y="371856"/>
                      <a:pt x="40882" y="369856"/>
                      <a:pt x="41263" y="368713"/>
                    </a:cubicBezTo>
                    <a:cubicBezTo>
                      <a:pt x="41739" y="366998"/>
                      <a:pt x="42787" y="363569"/>
                      <a:pt x="42882" y="361855"/>
                    </a:cubicBezTo>
                    <a:cubicBezTo>
                      <a:pt x="42882" y="360426"/>
                      <a:pt x="42501" y="357569"/>
                      <a:pt x="41929" y="356235"/>
                    </a:cubicBezTo>
                    <a:cubicBezTo>
                      <a:pt x="41548" y="355187"/>
                      <a:pt x="39739" y="353759"/>
                      <a:pt x="39358" y="352711"/>
                    </a:cubicBezTo>
                    <a:cubicBezTo>
                      <a:pt x="39072" y="351854"/>
                      <a:pt x="39167" y="350044"/>
                      <a:pt x="39358" y="349187"/>
                    </a:cubicBezTo>
                    <a:cubicBezTo>
                      <a:pt x="39548" y="348329"/>
                      <a:pt x="40501" y="346805"/>
                      <a:pt x="40786" y="345948"/>
                    </a:cubicBezTo>
                    <a:cubicBezTo>
                      <a:pt x="41072" y="344900"/>
                      <a:pt x="41072" y="342805"/>
                      <a:pt x="41167" y="341852"/>
                    </a:cubicBezTo>
                    <a:cubicBezTo>
                      <a:pt x="41358" y="340805"/>
                      <a:pt x="42025" y="338804"/>
                      <a:pt x="41929" y="337852"/>
                    </a:cubicBezTo>
                    <a:cubicBezTo>
                      <a:pt x="41834" y="336899"/>
                      <a:pt x="41167" y="335090"/>
                      <a:pt x="40691" y="334328"/>
                    </a:cubicBezTo>
                    <a:cubicBezTo>
                      <a:pt x="39929" y="333280"/>
                      <a:pt x="37453" y="332327"/>
                      <a:pt x="36786" y="331280"/>
                    </a:cubicBezTo>
                    <a:cubicBezTo>
                      <a:pt x="36214" y="330422"/>
                      <a:pt x="35738" y="328422"/>
                      <a:pt x="35738" y="327374"/>
                    </a:cubicBezTo>
                    <a:cubicBezTo>
                      <a:pt x="35738" y="326231"/>
                      <a:pt x="36786" y="324136"/>
                      <a:pt x="36595" y="322993"/>
                    </a:cubicBezTo>
                    <a:cubicBezTo>
                      <a:pt x="36310" y="321278"/>
                      <a:pt x="33833" y="318611"/>
                      <a:pt x="32976" y="317183"/>
                    </a:cubicBezTo>
                    <a:cubicBezTo>
                      <a:pt x="32309" y="315944"/>
                      <a:pt x="30785" y="313277"/>
                      <a:pt x="30404" y="311849"/>
                    </a:cubicBezTo>
                    <a:cubicBezTo>
                      <a:pt x="30118" y="310706"/>
                      <a:pt x="30595" y="308229"/>
                      <a:pt x="30214" y="307086"/>
                    </a:cubicBezTo>
                    <a:cubicBezTo>
                      <a:pt x="29833" y="306134"/>
                      <a:pt x="28499" y="304610"/>
                      <a:pt x="27737" y="303943"/>
                    </a:cubicBezTo>
                    <a:cubicBezTo>
                      <a:pt x="26880" y="303086"/>
                      <a:pt x="24499" y="302133"/>
                      <a:pt x="23927" y="301085"/>
                    </a:cubicBezTo>
                    <a:cubicBezTo>
                      <a:pt x="23546" y="300323"/>
                      <a:pt x="23546" y="298513"/>
                      <a:pt x="23737" y="297656"/>
                    </a:cubicBezTo>
                    <a:cubicBezTo>
                      <a:pt x="23927" y="296609"/>
                      <a:pt x="25356" y="294704"/>
                      <a:pt x="25356" y="293656"/>
                    </a:cubicBezTo>
                    <a:cubicBezTo>
                      <a:pt x="25356" y="292037"/>
                      <a:pt x="23737" y="288988"/>
                      <a:pt x="22784" y="287655"/>
                    </a:cubicBezTo>
                    <a:cubicBezTo>
                      <a:pt x="22403" y="287084"/>
                      <a:pt x="21355" y="286036"/>
                      <a:pt x="20784" y="285655"/>
                    </a:cubicBezTo>
                    <a:cubicBezTo>
                      <a:pt x="19927" y="285083"/>
                      <a:pt x="17736" y="284702"/>
                      <a:pt x="16879" y="284036"/>
                    </a:cubicBezTo>
                    <a:cubicBezTo>
                      <a:pt x="16212" y="283464"/>
                      <a:pt x="15164" y="281940"/>
                      <a:pt x="14783" y="281083"/>
                    </a:cubicBezTo>
                    <a:cubicBezTo>
                      <a:pt x="14212" y="279845"/>
                      <a:pt x="14307" y="277082"/>
                      <a:pt x="13640" y="275939"/>
                    </a:cubicBezTo>
                    <a:cubicBezTo>
                      <a:pt x="12783" y="274415"/>
                      <a:pt x="9544" y="272796"/>
                      <a:pt x="8306" y="271463"/>
                    </a:cubicBezTo>
                    <a:cubicBezTo>
                      <a:pt x="6687" y="269653"/>
                      <a:pt x="3925" y="265652"/>
                      <a:pt x="2782" y="263557"/>
                    </a:cubicBezTo>
                    <a:cubicBezTo>
                      <a:pt x="2115" y="262414"/>
                      <a:pt x="972" y="259937"/>
                      <a:pt x="686" y="258699"/>
                    </a:cubicBezTo>
                    <a:cubicBezTo>
                      <a:pt x="400" y="257746"/>
                      <a:pt x="-266" y="255651"/>
                      <a:pt x="115" y="254699"/>
                    </a:cubicBezTo>
                    <a:cubicBezTo>
                      <a:pt x="496" y="253937"/>
                      <a:pt x="2401" y="253365"/>
                      <a:pt x="2877" y="252698"/>
                    </a:cubicBezTo>
                    <a:cubicBezTo>
                      <a:pt x="3448" y="251841"/>
                      <a:pt x="3925" y="249650"/>
                      <a:pt x="3925" y="248507"/>
                    </a:cubicBezTo>
                    <a:cubicBezTo>
                      <a:pt x="3925" y="247841"/>
                      <a:pt x="3544" y="246602"/>
                      <a:pt x="3639" y="245936"/>
                    </a:cubicBezTo>
                    <a:cubicBezTo>
                      <a:pt x="3734" y="245174"/>
                      <a:pt x="4877" y="243840"/>
                      <a:pt x="4972" y="243078"/>
                    </a:cubicBezTo>
                    <a:cubicBezTo>
                      <a:pt x="5163" y="241745"/>
                      <a:pt x="4591" y="239078"/>
                      <a:pt x="4306" y="237744"/>
                    </a:cubicBezTo>
                    <a:cubicBezTo>
                      <a:pt x="4115" y="236696"/>
                      <a:pt x="3829" y="234601"/>
                      <a:pt x="3353" y="233744"/>
                    </a:cubicBezTo>
                    <a:cubicBezTo>
                      <a:pt x="2972" y="232886"/>
                      <a:pt x="1067" y="231648"/>
                      <a:pt x="877" y="230696"/>
                    </a:cubicBezTo>
                    <a:cubicBezTo>
                      <a:pt x="686" y="229743"/>
                      <a:pt x="1829" y="227838"/>
                      <a:pt x="2401" y="226981"/>
                    </a:cubicBezTo>
                    <a:cubicBezTo>
                      <a:pt x="2972" y="226124"/>
                      <a:pt x="4496" y="224790"/>
                      <a:pt x="5068" y="224028"/>
                    </a:cubicBezTo>
                    <a:cubicBezTo>
                      <a:pt x="5544" y="223457"/>
                      <a:pt x="6306" y="222123"/>
                      <a:pt x="6592" y="221456"/>
                    </a:cubicBezTo>
                    <a:cubicBezTo>
                      <a:pt x="6973" y="220599"/>
                      <a:pt x="7258" y="218885"/>
                      <a:pt x="7639" y="218027"/>
                    </a:cubicBezTo>
                    <a:cubicBezTo>
                      <a:pt x="8211" y="216884"/>
                      <a:pt x="9830" y="214979"/>
                      <a:pt x="10592" y="214027"/>
                    </a:cubicBezTo>
                    <a:cubicBezTo>
                      <a:pt x="12116" y="212217"/>
                      <a:pt x="15545" y="209074"/>
                      <a:pt x="17069" y="207359"/>
                    </a:cubicBezTo>
                    <a:cubicBezTo>
                      <a:pt x="21165" y="202692"/>
                      <a:pt x="28499" y="192786"/>
                      <a:pt x="32309" y="188024"/>
                    </a:cubicBezTo>
                    <a:cubicBezTo>
                      <a:pt x="35167" y="184499"/>
                      <a:pt x="41167" y="177737"/>
                      <a:pt x="44025" y="174117"/>
                    </a:cubicBezTo>
                    <a:cubicBezTo>
                      <a:pt x="46406" y="171069"/>
                      <a:pt x="50788" y="164878"/>
                      <a:pt x="52883" y="161639"/>
                    </a:cubicBezTo>
                    <a:cubicBezTo>
                      <a:pt x="53931" y="160020"/>
                      <a:pt x="55741" y="156591"/>
                      <a:pt x="56503" y="154877"/>
                    </a:cubicBezTo>
                    <a:cubicBezTo>
                      <a:pt x="57074" y="153543"/>
                      <a:pt x="58217" y="150781"/>
                      <a:pt x="58503" y="149352"/>
                    </a:cubicBezTo>
                    <a:cubicBezTo>
                      <a:pt x="58693" y="148114"/>
                      <a:pt x="59170" y="145637"/>
                      <a:pt x="58693" y="144590"/>
                    </a:cubicBezTo>
                    <a:cubicBezTo>
                      <a:pt x="58312" y="143828"/>
                      <a:pt x="56407" y="143256"/>
                      <a:pt x="56026" y="142494"/>
                    </a:cubicBezTo>
                    <a:cubicBezTo>
                      <a:pt x="55360" y="141161"/>
                      <a:pt x="56026" y="138208"/>
                      <a:pt x="56026" y="136779"/>
                    </a:cubicBezTo>
                    <a:cubicBezTo>
                      <a:pt x="56026" y="135827"/>
                      <a:pt x="56026" y="133826"/>
                      <a:pt x="56217" y="132874"/>
                    </a:cubicBezTo>
                    <a:cubicBezTo>
                      <a:pt x="56407" y="132017"/>
                      <a:pt x="57169" y="130302"/>
                      <a:pt x="57836" y="129731"/>
                    </a:cubicBezTo>
                    <a:cubicBezTo>
                      <a:pt x="58408" y="129159"/>
                      <a:pt x="59836" y="128588"/>
                      <a:pt x="60503" y="128111"/>
                    </a:cubicBezTo>
                    <a:cubicBezTo>
                      <a:pt x="61456" y="127349"/>
                      <a:pt x="63170" y="125730"/>
                      <a:pt x="63932" y="124682"/>
                    </a:cubicBezTo>
                    <a:cubicBezTo>
                      <a:pt x="65361" y="122682"/>
                      <a:pt x="67171" y="118205"/>
                      <a:pt x="68218" y="116110"/>
                    </a:cubicBezTo>
                    <a:cubicBezTo>
                      <a:pt x="68980" y="114586"/>
                      <a:pt x="70409" y="111443"/>
                      <a:pt x="71171" y="109823"/>
                    </a:cubicBezTo>
                    <a:cubicBezTo>
                      <a:pt x="72219" y="107728"/>
                      <a:pt x="74314" y="103632"/>
                      <a:pt x="75267" y="101537"/>
                    </a:cubicBezTo>
                    <a:cubicBezTo>
                      <a:pt x="76315" y="99155"/>
                      <a:pt x="78315" y="94298"/>
                      <a:pt x="79267" y="91821"/>
                    </a:cubicBezTo>
                    <a:cubicBezTo>
                      <a:pt x="80029" y="89821"/>
                      <a:pt x="81744" y="85916"/>
                      <a:pt x="82125" y="83915"/>
                    </a:cubicBezTo>
                    <a:cubicBezTo>
                      <a:pt x="82601" y="81629"/>
                      <a:pt x="82601" y="76867"/>
                      <a:pt x="82696" y="74486"/>
                    </a:cubicBezTo>
                    <a:cubicBezTo>
                      <a:pt x="82792" y="71533"/>
                      <a:pt x="82601" y="65532"/>
                      <a:pt x="82506" y="62579"/>
                    </a:cubicBezTo>
                    <a:cubicBezTo>
                      <a:pt x="82411" y="60674"/>
                      <a:pt x="82125" y="56960"/>
                      <a:pt x="81839" y="55150"/>
                    </a:cubicBezTo>
                    <a:cubicBezTo>
                      <a:pt x="81744" y="54293"/>
                      <a:pt x="81077" y="52578"/>
                      <a:pt x="81077" y="51626"/>
                    </a:cubicBezTo>
                    <a:cubicBezTo>
                      <a:pt x="81172" y="50483"/>
                      <a:pt x="82411" y="48387"/>
                      <a:pt x="82411" y="47244"/>
                    </a:cubicBezTo>
                    <a:cubicBezTo>
                      <a:pt x="82506" y="46006"/>
                      <a:pt x="82030" y="43529"/>
                      <a:pt x="81649" y="42386"/>
                    </a:cubicBezTo>
                    <a:cubicBezTo>
                      <a:pt x="81553" y="41815"/>
                      <a:pt x="81268" y="40767"/>
                      <a:pt x="80887" y="40386"/>
                    </a:cubicBezTo>
                    <a:cubicBezTo>
                      <a:pt x="80506" y="39815"/>
                      <a:pt x="79172" y="39148"/>
                      <a:pt x="78601" y="38767"/>
                    </a:cubicBezTo>
                    <a:cubicBezTo>
                      <a:pt x="77934" y="38386"/>
                      <a:pt x="76410" y="38005"/>
                      <a:pt x="75838" y="37529"/>
                    </a:cubicBezTo>
                    <a:cubicBezTo>
                      <a:pt x="75172" y="36957"/>
                      <a:pt x="74314" y="35338"/>
                      <a:pt x="73933" y="34576"/>
                    </a:cubicBezTo>
                    <a:cubicBezTo>
                      <a:pt x="73457" y="33719"/>
                      <a:pt x="72409" y="31909"/>
                      <a:pt x="72409" y="30861"/>
                    </a:cubicBezTo>
                    <a:cubicBezTo>
                      <a:pt x="72409" y="30099"/>
                      <a:pt x="73457" y="28670"/>
                      <a:pt x="74029" y="28004"/>
                    </a:cubicBezTo>
                    <a:cubicBezTo>
                      <a:pt x="74886" y="26956"/>
                      <a:pt x="77267" y="25622"/>
                      <a:pt x="78029" y="24575"/>
                    </a:cubicBezTo>
                    <a:cubicBezTo>
                      <a:pt x="79267" y="23051"/>
                      <a:pt x="80887" y="19336"/>
                      <a:pt x="81744" y="17526"/>
                    </a:cubicBezTo>
                    <a:cubicBezTo>
                      <a:pt x="82696" y="15621"/>
                      <a:pt x="84697" y="11716"/>
                      <a:pt x="85268" y="9716"/>
                    </a:cubicBezTo>
                    <a:cubicBezTo>
                      <a:pt x="85744" y="8001"/>
                      <a:pt x="86125" y="4382"/>
                      <a:pt x="86125" y="2572"/>
                    </a:cubicBezTo>
                    <a:cubicBezTo>
                      <a:pt x="86125" y="1905"/>
                      <a:pt x="86125" y="953"/>
                      <a:pt x="86030" y="0"/>
                    </a:cubicBezTo>
                    <a:lnTo>
                      <a:pt x="195472" y="27242"/>
                    </a:lnTo>
                    <a:lnTo>
                      <a:pt x="393497" y="75343"/>
                    </a:lnTo>
                    <a:lnTo>
                      <a:pt x="555613" y="112014"/>
                    </a:lnTo>
                    <a:lnTo>
                      <a:pt x="537039" y="199358"/>
                    </a:lnTo>
                    <a:lnTo>
                      <a:pt x="499701" y="378524"/>
                    </a:lnTo>
                    <a:lnTo>
                      <a:pt x="462077" y="547783"/>
                    </a:lnTo>
                    <a:lnTo>
                      <a:pt x="458362" y="569881"/>
                    </a:lnTo>
                    <a:lnTo>
                      <a:pt x="526276" y="662750"/>
                    </a:lnTo>
                    <a:lnTo>
                      <a:pt x="737064" y="951071"/>
                    </a:lnTo>
                    <a:lnTo>
                      <a:pt x="858698" y="1117473"/>
                    </a:lnTo>
                    <a:lnTo>
                      <a:pt x="988810" y="1295495"/>
                    </a:lnTo>
                    <a:cubicBezTo>
                      <a:pt x="988810" y="1295495"/>
                      <a:pt x="991858" y="1298734"/>
                      <a:pt x="992334" y="1300067"/>
                    </a:cubicBezTo>
                    <a:cubicBezTo>
                      <a:pt x="992620" y="1301020"/>
                      <a:pt x="992524" y="1303115"/>
                      <a:pt x="992334" y="1304068"/>
                    </a:cubicBezTo>
                    <a:cubicBezTo>
                      <a:pt x="992239" y="1304830"/>
                      <a:pt x="991191" y="1306354"/>
                      <a:pt x="991381" y="1307116"/>
                    </a:cubicBezTo>
                    <a:cubicBezTo>
                      <a:pt x="991477" y="1307878"/>
                      <a:pt x="993001" y="1308830"/>
                      <a:pt x="993096" y="1309592"/>
                    </a:cubicBezTo>
                    <a:cubicBezTo>
                      <a:pt x="993191" y="1310545"/>
                      <a:pt x="991953" y="1312259"/>
                      <a:pt x="991572" y="1313117"/>
                    </a:cubicBezTo>
                    <a:cubicBezTo>
                      <a:pt x="991000" y="1314831"/>
                      <a:pt x="989762" y="1318355"/>
                      <a:pt x="989762" y="1320165"/>
                    </a:cubicBezTo>
                    <a:cubicBezTo>
                      <a:pt x="989762" y="1321022"/>
                      <a:pt x="990048" y="1322927"/>
                      <a:pt x="990524" y="1323689"/>
                    </a:cubicBezTo>
                    <a:cubicBezTo>
                      <a:pt x="991191" y="1324642"/>
                      <a:pt x="993667" y="1325499"/>
                      <a:pt x="994429" y="1326356"/>
                    </a:cubicBezTo>
                    <a:cubicBezTo>
                      <a:pt x="995191" y="1327214"/>
                      <a:pt x="996049" y="1329404"/>
                      <a:pt x="996334" y="1330547"/>
                    </a:cubicBezTo>
                    <a:cubicBezTo>
                      <a:pt x="996715" y="1331976"/>
                      <a:pt x="996525" y="1334834"/>
                      <a:pt x="996811" y="1336262"/>
                    </a:cubicBezTo>
                    <a:cubicBezTo>
                      <a:pt x="997096" y="1337405"/>
                      <a:pt x="997858" y="1339501"/>
                      <a:pt x="998525" y="1340453"/>
                    </a:cubicBezTo>
                    <a:cubicBezTo>
                      <a:pt x="999287" y="1341501"/>
                      <a:pt x="1001478" y="1342835"/>
                      <a:pt x="1002335" y="1343692"/>
                    </a:cubicBezTo>
                    <a:cubicBezTo>
                      <a:pt x="1003383" y="1344740"/>
                      <a:pt x="1005383" y="1346930"/>
                      <a:pt x="1006050" y="1348264"/>
                    </a:cubicBezTo>
                    <a:cubicBezTo>
                      <a:pt x="1006621" y="1349502"/>
                      <a:pt x="1006717" y="1352169"/>
                      <a:pt x="1006907" y="1353503"/>
                    </a:cubicBezTo>
                    <a:cubicBezTo>
                      <a:pt x="1007098" y="1355122"/>
                      <a:pt x="1007193" y="1358360"/>
                      <a:pt x="1007479" y="1359884"/>
                    </a:cubicBezTo>
                    <a:cubicBezTo>
                      <a:pt x="1007860" y="1361313"/>
                      <a:pt x="1009765" y="1363790"/>
                      <a:pt x="1009669" y="1365218"/>
                    </a:cubicBezTo>
                    <a:cubicBezTo>
                      <a:pt x="1009669" y="1366076"/>
                      <a:pt x="1007955" y="1367409"/>
                      <a:pt x="1008050" y="1368266"/>
                    </a:cubicBezTo>
                    <a:cubicBezTo>
                      <a:pt x="1008145" y="1369219"/>
                      <a:pt x="1009669" y="1370457"/>
                      <a:pt x="1010146" y="1371219"/>
                    </a:cubicBezTo>
                    <a:cubicBezTo>
                      <a:pt x="1011193" y="1372648"/>
                      <a:pt x="1013765" y="1375410"/>
                      <a:pt x="1014432" y="1377029"/>
                    </a:cubicBezTo>
                    <a:cubicBezTo>
                      <a:pt x="1014908" y="1378077"/>
                      <a:pt x="1015575" y="1380458"/>
                      <a:pt x="1015289" y="1381601"/>
                    </a:cubicBezTo>
                    <a:cubicBezTo>
                      <a:pt x="1015003" y="1382649"/>
                      <a:pt x="1013098" y="1383887"/>
                      <a:pt x="1012717" y="1384840"/>
                    </a:cubicBezTo>
                    <a:cubicBezTo>
                      <a:pt x="1012241" y="1385983"/>
                      <a:pt x="1011479" y="1388555"/>
                      <a:pt x="1011860" y="1389698"/>
                    </a:cubicBezTo>
                    <a:cubicBezTo>
                      <a:pt x="1012051" y="1390460"/>
                      <a:pt x="1013384" y="1391603"/>
                      <a:pt x="1014051" y="1391984"/>
                    </a:cubicBezTo>
                    <a:cubicBezTo>
                      <a:pt x="1015003" y="1392555"/>
                      <a:pt x="1017385" y="1392460"/>
                      <a:pt x="1018337" y="1393031"/>
                    </a:cubicBezTo>
                    <a:cubicBezTo>
                      <a:pt x="1019194" y="1393508"/>
                      <a:pt x="1020623" y="1395032"/>
                      <a:pt x="1021195" y="1395889"/>
                    </a:cubicBezTo>
                    <a:cubicBezTo>
                      <a:pt x="1021766" y="1396746"/>
                      <a:pt x="1021766" y="1398937"/>
                      <a:pt x="1022433" y="1399699"/>
                    </a:cubicBezTo>
                    <a:cubicBezTo>
                      <a:pt x="1022909" y="1400270"/>
                      <a:pt x="1024433" y="1400556"/>
                      <a:pt x="1025005" y="1401032"/>
                    </a:cubicBezTo>
                    <a:cubicBezTo>
                      <a:pt x="1025862" y="1401699"/>
                      <a:pt x="1027291" y="1403223"/>
                      <a:pt x="1027862" y="1404080"/>
                    </a:cubicBezTo>
                    <a:cubicBezTo>
                      <a:pt x="1028434" y="1404938"/>
                      <a:pt x="1028815" y="1407223"/>
                      <a:pt x="1029577" y="1407986"/>
                    </a:cubicBezTo>
                    <a:cubicBezTo>
                      <a:pt x="1030624" y="1408938"/>
                      <a:pt x="1033863" y="1408938"/>
                      <a:pt x="1034815" y="1409986"/>
                    </a:cubicBezTo>
                    <a:cubicBezTo>
                      <a:pt x="1035482" y="1410653"/>
                      <a:pt x="1035577" y="1412558"/>
                      <a:pt x="1036054" y="1413415"/>
                    </a:cubicBezTo>
                    <a:cubicBezTo>
                      <a:pt x="1036530" y="1413986"/>
                      <a:pt x="1037959" y="1415034"/>
                      <a:pt x="1038244" y="1415796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grpSp>
          <p:nvGrpSpPr>
            <p:cNvPr id="172" name="Graphic 4">
              <a:extLst>
                <a:ext uri="{FF2B5EF4-FFF2-40B4-BE49-F238E27FC236}">
                  <a16:creationId xmlns:a16="http://schemas.microsoft.com/office/drawing/2014/main" id="{D332B063-B651-04AB-F244-B85FA31DF6A9}"/>
                </a:ext>
              </a:extLst>
            </p:cNvPr>
            <p:cNvGrpSpPr/>
            <p:nvPr/>
          </p:nvGrpSpPr>
          <p:grpSpPr>
            <a:xfrm>
              <a:off x="8138922" y="2877693"/>
              <a:ext cx="561975" cy="276225"/>
              <a:chOff x="8138922" y="2877693"/>
              <a:chExt cx="561975" cy="276225"/>
            </a:xfrm>
            <a:grpFill/>
          </p:grpSpPr>
          <p:sp>
            <p:nvSpPr>
              <p:cNvPr id="204" name="Freeform: Shape 90">
                <a:extLst>
                  <a:ext uri="{FF2B5EF4-FFF2-40B4-BE49-F238E27FC236}">
                    <a16:creationId xmlns:a16="http://schemas.microsoft.com/office/drawing/2014/main" id="{0F8CCD60-B64D-9EC7-601E-D6291DCF81C5}"/>
                  </a:ext>
                </a:extLst>
              </p:cNvPr>
              <p:cNvSpPr/>
              <p:nvPr/>
            </p:nvSpPr>
            <p:spPr>
              <a:xfrm>
                <a:off x="8587903" y="3115803"/>
                <a:ext cx="9525" cy="9525"/>
              </a:xfrm>
              <a:custGeom>
                <a:avLst/>
                <a:gdLst>
                  <a:gd name="connsiteX0" fmla="*/ 14506 w 9525"/>
                  <a:gd name="connsiteY0" fmla="*/ 18208 h 9525"/>
                  <a:gd name="connsiteX1" fmla="*/ 13648 w 9525"/>
                  <a:gd name="connsiteY1" fmla="*/ 13636 h 9525"/>
                  <a:gd name="connsiteX2" fmla="*/ 10505 w 9525"/>
                  <a:gd name="connsiteY2" fmla="*/ 9826 h 9525"/>
                  <a:gd name="connsiteX3" fmla="*/ 8505 w 9525"/>
                  <a:gd name="connsiteY3" fmla="*/ 6301 h 9525"/>
                  <a:gd name="connsiteX4" fmla="*/ 7838 w 9525"/>
                  <a:gd name="connsiteY4" fmla="*/ 1825 h 9525"/>
                  <a:gd name="connsiteX5" fmla="*/ 4409 w 9525"/>
                  <a:gd name="connsiteY5" fmla="*/ 15 h 9525"/>
                  <a:gd name="connsiteX6" fmla="*/ 2313 w 9525"/>
                  <a:gd name="connsiteY6" fmla="*/ 586 h 9525"/>
                  <a:gd name="connsiteX7" fmla="*/ 27 w 9525"/>
                  <a:gd name="connsiteY7" fmla="*/ 3444 h 9525"/>
                  <a:gd name="connsiteX8" fmla="*/ 885 w 9525"/>
                  <a:gd name="connsiteY8" fmla="*/ 7254 h 9525"/>
                  <a:gd name="connsiteX9" fmla="*/ 1647 w 9525"/>
                  <a:gd name="connsiteY9" fmla="*/ 11635 h 9525"/>
                  <a:gd name="connsiteX10" fmla="*/ 4028 w 9525"/>
                  <a:gd name="connsiteY10" fmla="*/ 13445 h 9525"/>
                  <a:gd name="connsiteX11" fmla="*/ 4599 w 9525"/>
                  <a:gd name="connsiteY11" fmla="*/ 10873 h 9525"/>
                  <a:gd name="connsiteX12" fmla="*/ 7362 w 9525"/>
                  <a:gd name="connsiteY12" fmla="*/ 11445 h 9525"/>
                  <a:gd name="connsiteX13" fmla="*/ 7267 w 9525"/>
                  <a:gd name="connsiteY13" fmla="*/ 14969 h 9525"/>
                  <a:gd name="connsiteX14" fmla="*/ 9933 w 9525"/>
                  <a:gd name="connsiteY14" fmla="*/ 18208 h 9525"/>
                  <a:gd name="connsiteX15" fmla="*/ 12220 w 9525"/>
                  <a:gd name="connsiteY15" fmla="*/ 18970 h 9525"/>
                  <a:gd name="connsiteX16" fmla="*/ 14506 w 9525"/>
                  <a:gd name="connsiteY16" fmla="*/ 18208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525" h="9525">
                    <a:moveTo>
                      <a:pt x="14506" y="18208"/>
                    </a:moveTo>
                    <a:cubicBezTo>
                      <a:pt x="15077" y="17255"/>
                      <a:pt x="14124" y="14683"/>
                      <a:pt x="13648" y="13636"/>
                    </a:cubicBezTo>
                    <a:cubicBezTo>
                      <a:pt x="13172" y="12493"/>
                      <a:pt x="11267" y="10873"/>
                      <a:pt x="10505" y="9826"/>
                    </a:cubicBezTo>
                    <a:cubicBezTo>
                      <a:pt x="9933" y="8968"/>
                      <a:pt x="8886" y="7254"/>
                      <a:pt x="8505" y="6301"/>
                    </a:cubicBezTo>
                    <a:cubicBezTo>
                      <a:pt x="8123" y="5254"/>
                      <a:pt x="8505" y="2682"/>
                      <a:pt x="7838" y="1825"/>
                    </a:cubicBezTo>
                    <a:cubicBezTo>
                      <a:pt x="7267" y="1063"/>
                      <a:pt x="5361" y="110"/>
                      <a:pt x="4409" y="15"/>
                    </a:cubicBezTo>
                    <a:cubicBezTo>
                      <a:pt x="3838" y="-80"/>
                      <a:pt x="2695" y="301"/>
                      <a:pt x="2313" y="586"/>
                    </a:cubicBezTo>
                    <a:cubicBezTo>
                      <a:pt x="1552" y="1063"/>
                      <a:pt x="314" y="2587"/>
                      <a:pt x="27" y="3444"/>
                    </a:cubicBezTo>
                    <a:cubicBezTo>
                      <a:pt x="-163" y="4396"/>
                      <a:pt x="694" y="6301"/>
                      <a:pt x="885" y="7254"/>
                    </a:cubicBezTo>
                    <a:cubicBezTo>
                      <a:pt x="1075" y="8397"/>
                      <a:pt x="1075" y="10683"/>
                      <a:pt x="1647" y="11635"/>
                    </a:cubicBezTo>
                    <a:cubicBezTo>
                      <a:pt x="2028" y="12302"/>
                      <a:pt x="3361" y="13731"/>
                      <a:pt x="4028" y="13445"/>
                    </a:cubicBezTo>
                    <a:cubicBezTo>
                      <a:pt x="4599" y="13255"/>
                      <a:pt x="4028" y="11254"/>
                      <a:pt x="4599" y="10873"/>
                    </a:cubicBezTo>
                    <a:cubicBezTo>
                      <a:pt x="5171" y="10492"/>
                      <a:pt x="6981" y="10873"/>
                      <a:pt x="7362" y="11445"/>
                    </a:cubicBezTo>
                    <a:cubicBezTo>
                      <a:pt x="7933" y="12112"/>
                      <a:pt x="6981" y="14112"/>
                      <a:pt x="7267" y="14969"/>
                    </a:cubicBezTo>
                    <a:cubicBezTo>
                      <a:pt x="7647" y="16017"/>
                      <a:pt x="9076" y="17636"/>
                      <a:pt x="9933" y="18208"/>
                    </a:cubicBezTo>
                    <a:cubicBezTo>
                      <a:pt x="10410" y="18589"/>
                      <a:pt x="11648" y="18970"/>
                      <a:pt x="12220" y="18970"/>
                    </a:cubicBezTo>
                    <a:cubicBezTo>
                      <a:pt x="12886" y="18970"/>
                      <a:pt x="14220" y="18684"/>
                      <a:pt x="14506" y="18208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05" name="Freeform: Shape 91">
                <a:extLst>
                  <a:ext uri="{FF2B5EF4-FFF2-40B4-BE49-F238E27FC236}">
                    <a16:creationId xmlns:a16="http://schemas.microsoft.com/office/drawing/2014/main" id="{5E832360-C107-EDBE-BC62-AD608476D864}"/>
                  </a:ext>
                </a:extLst>
              </p:cNvPr>
              <p:cNvSpPr/>
              <p:nvPr/>
            </p:nvSpPr>
            <p:spPr>
              <a:xfrm>
                <a:off x="8599260" y="3138382"/>
                <a:ext cx="9525" cy="9525"/>
              </a:xfrm>
              <a:custGeom>
                <a:avLst/>
                <a:gdLst>
                  <a:gd name="connsiteX0" fmla="*/ 9149 w 0"/>
                  <a:gd name="connsiteY0" fmla="*/ 12965 h 9525"/>
                  <a:gd name="connsiteX1" fmla="*/ 2863 w 0"/>
                  <a:gd name="connsiteY1" fmla="*/ 14488 h 9525"/>
                  <a:gd name="connsiteX2" fmla="*/ 1053 w 0"/>
                  <a:gd name="connsiteY2" fmla="*/ 11536 h 9525"/>
                  <a:gd name="connsiteX3" fmla="*/ 2101 w 0"/>
                  <a:gd name="connsiteY3" fmla="*/ 7821 h 9525"/>
                  <a:gd name="connsiteX4" fmla="*/ 5 w 0"/>
                  <a:gd name="connsiteY4" fmla="*/ 4773 h 9525"/>
                  <a:gd name="connsiteX5" fmla="*/ 1910 w 0"/>
                  <a:gd name="connsiteY5" fmla="*/ 868 h 9525"/>
                  <a:gd name="connsiteX6" fmla="*/ 4101 w 0"/>
                  <a:gd name="connsiteY6" fmla="*/ 11 h 9525"/>
                  <a:gd name="connsiteX7" fmla="*/ 6101 w 0"/>
                  <a:gd name="connsiteY7" fmla="*/ 1630 h 9525"/>
                  <a:gd name="connsiteX8" fmla="*/ 8387 w 0"/>
                  <a:gd name="connsiteY8" fmla="*/ 2296 h 9525"/>
                  <a:gd name="connsiteX9" fmla="*/ 9340 w 0"/>
                  <a:gd name="connsiteY9" fmla="*/ 4678 h 9525"/>
                  <a:gd name="connsiteX10" fmla="*/ 8101 w 0"/>
                  <a:gd name="connsiteY10" fmla="*/ 8012 h 9525"/>
                  <a:gd name="connsiteX11" fmla="*/ 9340 w 0"/>
                  <a:gd name="connsiteY11" fmla="*/ 12203 h 9525"/>
                  <a:gd name="connsiteX12" fmla="*/ 9149 w 0"/>
                  <a:gd name="connsiteY12" fmla="*/ 1296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h="9525">
                    <a:moveTo>
                      <a:pt x="9149" y="12965"/>
                    </a:moveTo>
                    <a:lnTo>
                      <a:pt x="2863" y="14488"/>
                    </a:lnTo>
                    <a:cubicBezTo>
                      <a:pt x="2196" y="13536"/>
                      <a:pt x="1148" y="12393"/>
                      <a:pt x="1053" y="11536"/>
                    </a:cubicBezTo>
                    <a:cubicBezTo>
                      <a:pt x="957" y="10583"/>
                      <a:pt x="2196" y="8774"/>
                      <a:pt x="2101" y="7821"/>
                    </a:cubicBezTo>
                    <a:cubicBezTo>
                      <a:pt x="1910" y="6869"/>
                      <a:pt x="5" y="5725"/>
                      <a:pt x="5" y="4773"/>
                    </a:cubicBezTo>
                    <a:cubicBezTo>
                      <a:pt x="-90" y="3725"/>
                      <a:pt x="1148" y="1630"/>
                      <a:pt x="1910" y="868"/>
                    </a:cubicBezTo>
                    <a:cubicBezTo>
                      <a:pt x="2386" y="487"/>
                      <a:pt x="3529" y="-85"/>
                      <a:pt x="4101" y="11"/>
                    </a:cubicBezTo>
                    <a:cubicBezTo>
                      <a:pt x="4768" y="106"/>
                      <a:pt x="5530" y="1344"/>
                      <a:pt x="6101" y="1630"/>
                    </a:cubicBezTo>
                    <a:cubicBezTo>
                      <a:pt x="6577" y="1916"/>
                      <a:pt x="7911" y="1820"/>
                      <a:pt x="8387" y="2296"/>
                    </a:cubicBezTo>
                    <a:cubicBezTo>
                      <a:pt x="8863" y="2678"/>
                      <a:pt x="9340" y="4011"/>
                      <a:pt x="9340" y="4678"/>
                    </a:cubicBezTo>
                    <a:cubicBezTo>
                      <a:pt x="9340" y="5535"/>
                      <a:pt x="8101" y="7154"/>
                      <a:pt x="8101" y="8012"/>
                    </a:cubicBezTo>
                    <a:cubicBezTo>
                      <a:pt x="8101" y="9154"/>
                      <a:pt x="9245" y="11059"/>
                      <a:pt x="9340" y="12203"/>
                    </a:cubicBezTo>
                    <a:cubicBezTo>
                      <a:pt x="9149" y="12488"/>
                      <a:pt x="9149" y="12774"/>
                      <a:pt x="9149" y="12965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06" name="Freeform: Shape 92">
                <a:extLst>
                  <a:ext uri="{FF2B5EF4-FFF2-40B4-BE49-F238E27FC236}">
                    <a16:creationId xmlns:a16="http://schemas.microsoft.com/office/drawing/2014/main" id="{7D798DCC-D974-4114-FD24-4D910C05E14D}"/>
                  </a:ext>
                </a:extLst>
              </p:cNvPr>
              <p:cNvSpPr/>
              <p:nvPr/>
            </p:nvSpPr>
            <p:spPr>
              <a:xfrm>
                <a:off x="8138922" y="2877693"/>
                <a:ext cx="561975" cy="276225"/>
              </a:xfrm>
              <a:custGeom>
                <a:avLst/>
                <a:gdLst>
                  <a:gd name="connsiteX0" fmla="*/ 79820 w 561975"/>
                  <a:gd name="connsiteY0" fmla="*/ 106490 h 276225"/>
                  <a:gd name="connsiteX1" fmla="*/ 81058 w 561975"/>
                  <a:gd name="connsiteY1" fmla="*/ 108299 h 276225"/>
                  <a:gd name="connsiteX2" fmla="*/ 78867 w 561975"/>
                  <a:gd name="connsiteY2" fmla="*/ 109252 h 276225"/>
                  <a:gd name="connsiteX3" fmla="*/ 76867 w 561975"/>
                  <a:gd name="connsiteY3" fmla="*/ 112490 h 276225"/>
                  <a:gd name="connsiteX4" fmla="*/ 77248 w 561975"/>
                  <a:gd name="connsiteY4" fmla="*/ 115919 h 276225"/>
                  <a:gd name="connsiteX5" fmla="*/ 75533 w 561975"/>
                  <a:gd name="connsiteY5" fmla="*/ 116491 h 276225"/>
                  <a:gd name="connsiteX6" fmla="*/ 74009 w 561975"/>
                  <a:gd name="connsiteY6" fmla="*/ 119539 h 276225"/>
                  <a:gd name="connsiteX7" fmla="*/ 73819 w 561975"/>
                  <a:gd name="connsiteY7" fmla="*/ 122396 h 276225"/>
                  <a:gd name="connsiteX8" fmla="*/ 71438 w 561975"/>
                  <a:gd name="connsiteY8" fmla="*/ 123158 h 276225"/>
                  <a:gd name="connsiteX9" fmla="*/ 69533 w 561975"/>
                  <a:gd name="connsiteY9" fmla="*/ 124968 h 276225"/>
                  <a:gd name="connsiteX10" fmla="*/ 69628 w 561975"/>
                  <a:gd name="connsiteY10" fmla="*/ 128969 h 276225"/>
                  <a:gd name="connsiteX11" fmla="*/ 68485 w 561975"/>
                  <a:gd name="connsiteY11" fmla="*/ 132017 h 276225"/>
                  <a:gd name="connsiteX12" fmla="*/ 65627 w 561975"/>
                  <a:gd name="connsiteY12" fmla="*/ 131064 h 276225"/>
                  <a:gd name="connsiteX13" fmla="*/ 62484 w 561975"/>
                  <a:gd name="connsiteY13" fmla="*/ 129159 h 276225"/>
                  <a:gd name="connsiteX14" fmla="*/ 59627 w 561975"/>
                  <a:gd name="connsiteY14" fmla="*/ 128492 h 276225"/>
                  <a:gd name="connsiteX15" fmla="*/ 56198 w 561975"/>
                  <a:gd name="connsiteY15" fmla="*/ 128397 h 276225"/>
                  <a:gd name="connsiteX16" fmla="*/ 53530 w 561975"/>
                  <a:gd name="connsiteY16" fmla="*/ 130016 h 276225"/>
                  <a:gd name="connsiteX17" fmla="*/ 51721 w 561975"/>
                  <a:gd name="connsiteY17" fmla="*/ 134303 h 276225"/>
                  <a:gd name="connsiteX18" fmla="*/ 51245 w 561975"/>
                  <a:gd name="connsiteY18" fmla="*/ 138113 h 276225"/>
                  <a:gd name="connsiteX19" fmla="*/ 49625 w 561975"/>
                  <a:gd name="connsiteY19" fmla="*/ 140208 h 276225"/>
                  <a:gd name="connsiteX20" fmla="*/ 47625 w 561975"/>
                  <a:gd name="connsiteY20" fmla="*/ 141446 h 276225"/>
                  <a:gd name="connsiteX21" fmla="*/ 45720 w 561975"/>
                  <a:gd name="connsiteY21" fmla="*/ 143828 h 276225"/>
                  <a:gd name="connsiteX22" fmla="*/ 43434 w 561975"/>
                  <a:gd name="connsiteY22" fmla="*/ 146304 h 276225"/>
                  <a:gd name="connsiteX23" fmla="*/ 42291 w 561975"/>
                  <a:gd name="connsiteY23" fmla="*/ 148876 h 276225"/>
                  <a:gd name="connsiteX24" fmla="*/ 39529 w 561975"/>
                  <a:gd name="connsiteY24" fmla="*/ 150590 h 276225"/>
                  <a:gd name="connsiteX25" fmla="*/ 37910 w 561975"/>
                  <a:gd name="connsiteY25" fmla="*/ 153162 h 276225"/>
                  <a:gd name="connsiteX26" fmla="*/ 37052 w 561975"/>
                  <a:gd name="connsiteY26" fmla="*/ 156686 h 276225"/>
                  <a:gd name="connsiteX27" fmla="*/ 35719 w 561975"/>
                  <a:gd name="connsiteY27" fmla="*/ 160687 h 276225"/>
                  <a:gd name="connsiteX28" fmla="*/ 32861 w 561975"/>
                  <a:gd name="connsiteY28" fmla="*/ 161354 h 276225"/>
                  <a:gd name="connsiteX29" fmla="*/ 30385 w 561975"/>
                  <a:gd name="connsiteY29" fmla="*/ 164211 h 276225"/>
                  <a:gd name="connsiteX30" fmla="*/ 28575 w 561975"/>
                  <a:gd name="connsiteY30" fmla="*/ 167640 h 276225"/>
                  <a:gd name="connsiteX31" fmla="*/ 26098 w 561975"/>
                  <a:gd name="connsiteY31" fmla="*/ 168116 h 276225"/>
                  <a:gd name="connsiteX32" fmla="*/ 24575 w 561975"/>
                  <a:gd name="connsiteY32" fmla="*/ 171926 h 276225"/>
                  <a:gd name="connsiteX33" fmla="*/ 22765 w 561975"/>
                  <a:gd name="connsiteY33" fmla="*/ 174212 h 276225"/>
                  <a:gd name="connsiteX34" fmla="*/ 21527 w 561975"/>
                  <a:gd name="connsiteY34" fmla="*/ 177070 h 276225"/>
                  <a:gd name="connsiteX35" fmla="*/ 19431 w 561975"/>
                  <a:gd name="connsiteY35" fmla="*/ 179356 h 276225"/>
                  <a:gd name="connsiteX36" fmla="*/ 16383 w 561975"/>
                  <a:gd name="connsiteY36" fmla="*/ 181070 h 276225"/>
                  <a:gd name="connsiteX37" fmla="*/ 0 w 561975"/>
                  <a:gd name="connsiteY37" fmla="*/ 102965 h 276225"/>
                  <a:gd name="connsiteX38" fmla="*/ 230410 w 561975"/>
                  <a:gd name="connsiteY38" fmla="*/ 49435 h 276225"/>
                  <a:gd name="connsiteX39" fmla="*/ 373475 w 561975"/>
                  <a:gd name="connsiteY39" fmla="*/ 13335 h 276225"/>
                  <a:gd name="connsiteX40" fmla="*/ 425482 w 561975"/>
                  <a:gd name="connsiteY40" fmla="*/ 0 h 276225"/>
                  <a:gd name="connsiteX41" fmla="*/ 425482 w 561975"/>
                  <a:gd name="connsiteY41" fmla="*/ 5334 h 276225"/>
                  <a:gd name="connsiteX42" fmla="*/ 428720 w 561975"/>
                  <a:gd name="connsiteY42" fmla="*/ 16859 h 276225"/>
                  <a:gd name="connsiteX43" fmla="*/ 484918 w 561975"/>
                  <a:gd name="connsiteY43" fmla="*/ 188024 h 276225"/>
                  <a:gd name="connsiteX44" fmla="*/ 560737 w 561975"/>
                  <a:gd name="connsiteY44" fmla="*/ 168974 h 276225"/>
                  <a:gd name="connsiteX45" fmla="*/ 561118 w 561975"/>
                  <a:gd name="connsiteY45" fmla="*/ 178308 h 276225"/>
                  <a:gd name="connsiteX46" fmla="*/ 562356 w 561975"/>
                  <a:gd name="connsiteY46" fmla="*/ 188024 h 276225"/>
                  <a:gd name="connsiteX47" fmla="*/ 558642 w 561975"/>
                  <a:gd name="connsiteY47" fmla="*/ 196120 h 276225"/>
                  <a:gd name="connsiteX48" fmla="*/ 560356 w 561975"/>
                  <a:gd name="connsiteY48" fmla="*/ 211646 h 276225"/>
                  <a:gd name="connsiteX49" fmla="*/ 559975 w 561975"/>
                  <a:gd name="connsiteY49" fmla="*/ 225743 h 276225"/>
                  <a:gd name="connsiteX50" fmla="*/ 555498 w 561975"/>
                  <a:gd name="connsiteY50" fmla="*/ 237458 h 276225"/>
                  <a:gd name="connsiteX51" fmla="*/ 554736 w 561975"/>
                  <a:gd name="connsiteY51" fmla="*/ 239554 h 276225"/>
                  <a:gd name="connsiteX52" fmla="*/ 511112 w 561975"/>
                  <a:gd name="connsiteY52" fmla="*/ 257746 h 276225"/>
                  <a:gd name="connsiteX53" fmla="*/ 511112 w 561975"/>
                  <a:gd name="connsiteY53" fmla="*/ 264509 h 276225"/>
                  <a:gd name="connsiteX54" fmla="*/ 504444 w 561975"/>
                  <a:gd name="connsiteY54" fmla="*/ 264509 h 276225"/>
                  <a:gd name="connsiteX55" fmla="*/ 504825 w 561975"/>
                  <a:gd name="connsiteY55" fmla="*/ 261842 h 276225"/>
                  <a:gd name="connsiteX56" fmla="*/ 498920 w 561975"/>
                  <a:gd name="connsiteY56" fmla="*/ 264224 h 276225"/>
                  <a:gd name="connsiteX57" fmla="*/ 494062 w 561975"/>
                  <a:gd name="connsiteY57" fmla="*/ 263843 h 276225"/>
                  <a:gd name="connsiteX58" fmla="*/ 491776 w 561975"/>
                  <a:gd name="connsiteY58" fmla="*/ 267176 h 276225"/>
                  <a:gd name="connsiteX59" fmla="*/ 488633 w 561975"/>
                  <a:gd name="connsiteY59" fmla="*/ 272891 h 276225"/>
                  <a:gd name="connsiteX60" fmla="*/ 485490 w 561975"/>
                  <a:gd name="connsiteY60" fmla="*/ 275749 h 276225"/>
                  <a:gd name="connsiteX61" fmla="*/ 482061 w 561975"/>
                  <a:gd name="connsiteY61" fmla="*/ 276320 h 276225"/>
                  <a:gd name="connsiteX62" fmla="*/ 482061 w 561975"/>
                  <a:gd name="connsiteY62" fmla="*/ 272891 h 276225"/>
                  <a:gd name="connsiteX63" fmla="*/ 481489 w 561975"/>
                  <a:gd name="connsiteY63" fmla="*/ 269177 h 276225"/>
                  <a:gd name="connsiteX64" fmla="*/ 479489 w 561975"/>
                  <a:gd name="connsiteY64" fmla="*/ 264700 h 276225"/>
                  <a:gd name="connsiteX65" fmla="*/ 480156 w 561975"/>
                  <a:gd name="connsiteY65" fmla="*/ 261461 h 276225"/>
                  <a:gd name="connsiteX66" fmla="*/ 481203 w 561975"/>
                  <a:gd name="connsiteY66" fmla="*/ 257080 h 276225"/>
                  <a:gd name="connsiteX67" fmla="*/ 485108 w 561975"/>
                  <a:gd name="connsiteY67" fmla="*/ 256032 h 276225"/>
                  <a:gd name="connsiteX68" fmla="*/ 486346 w 561975"/>
                  <a:gd name="connsiteY68" fmla="*/ 252889 h 276225"/>
                  <a:gd name="connsiteX69" fmla="*/ 485680 w 561975"/>
                  <a:gd name="connsiteY69" fmla="*/ 251079 h 276225"/>
                  <a:gd name="connsiteX70" fmla="*/ 482441 w 561975"/>
                  <a:gd name="connsiteY70" fmla="*/ 251079 h 276225"/>
                  <a:gd name="connsiteX71" fmla="*/ 480346 w 561975"/>
                  <a:gd name="connsiteY71" fmla="*/ 254222 h 276225"/>
                  <a:gd name="connsiteX72" fmla="*/ 478441 w 561975"/>
                  <a:gd name="connsiteY72" fmla="*/ 253270 h 276225"/>
                  <a:gd name="connsiteX73" fmla="*/ 477870 w 561975"/>
                  <a:gd name="connsiteY73" fmla="*/ 249936 h 276225"/>
                  <a:gd name="connsiteX74" fmla="*/ 479108 w 561975"/>
                  <a:gd name="connsiteY74" fmla="*/ 246793 h 276225"/>
                  <a:gd name="connsiteX75" fmla="*/ 481775 w 561975"/>
                  <a:gd name="connsiteY75" fmla="*/ 244602 h 276225"/>
                  <a:gd name="connsiteX76" fmla="*/ 481489 w 561975"/>
                  <a:gd name="connsiteY76" fmla="*/ 241173 h 276225"/>
                  <a:gd name="connsiteX77" fmla="*/ 479013 w 561975"/>
                  <a:gd name="connsiteY77" fmla="*/ 240697 h 276225"/>
                  <a:gd name="connsiteX78" fmla="*/ 477964 w 561975"/>
                  <a:gd name="connsiteY78" fmla="*/ 242411 h 276225"/>
                  <a:gd name="connsiteX79" fmla="*/ 475298 w 561975"/>
                  <a:gd name="connsiteY79" fmla="*/ 243078 h 276225"/>
                  <a:gd name="connsiteX80" fmla="*/ 471774 w 561975"/>
                  <a:gd name="connsiteY80" fmla="*/ 243935 h 276225"/>
                  <a:gd name="connsiteX81" fmla="*/ 471678 w 561975"/>
                  <a:gd name="connsiteY81" fmla="*/ 246983 h 276225"/>
                  <a:gd name="connsiteX82" fmla="*/ 469488 w 561975"/>
                  <a:gd name="connsiteY82" fmla="*/ 248888 h 276225"/>
                  <a:gd name="connsiteX83" fmla="*/ 467583 w 561975"/>
                  <a:gd name="connsiteY83" fmla="*/ 247364 h 276225"/>
                  <a:gd name="connsiteX84" fmla="*/ 466249 w 561975"/>
                  <a:gd name="connsiteY84" fmla="*/ 244507 h 276225"/>
                  <a:gd name="connsiteX85" fmla="*/ 467202 w 561975"/>
                  <a:gd name="connsiteY85" fmla="*/ 239363 h 276225"/>
                  <a:gd name="connsiteX86" fmla="*/ 468249 w 561975"/>
                  <a:gd name="connsiteY86" fmla="*/ 236887 h 276225"/>
                  <a:gd name="connsiteX87" fmla="*/ 471488 w 561975"/>
                  <a:gd name="connsiteY87" fmla="*/ 234315 h 276225"/>
                  <a:gd name="connsiteX88" fmla="*/ 475298 w 561975"/>
                  <a:gd name="connsiteY88" fmla="*/ 232315 h 276225"/>
                  <a:gd name="connsiteX89" fmla="*/ 476631 w 561975"/>
                  <a:gd name="connsiteY89" fmla="*/ 229648 h 276225"/>
                  <a:gd name="connsiteX90" fmla="*/ 475298 w 561975"/>
                  <a:gd name="connsiteY90" fmla="*/ 227076 h 276225"/>
                  <a:gd name="connsiteX91" fmla="*/ 473202 w 561975"/>
                  <a:gd name="connsiteY91" fmla="*/ 226695 h 276225"/>
                  <a:gd name="connsiteX92" fmla="*/ 471107 w 561975"/>
                  <a:gd name="connsiteY92" fmla="*/ 228600 h 276225"/>
                  <a:gd name="connsiteX93" fmla="*/ 468821 w 561975"/>
                  <a:gd name="connsiteY93" fmla="*/ 227267 h 276225"/>
                  <a:gd name="connsiteX94" fmla="*/ 466820 w 561975"/>
                  <a:gd name="connsiteY94" fmla="*/ 224981 h 276225"/>
                  <a:gd name="connsiteX95" fmla="*/ 463296 w 561975"/>
                  <a:gd name="connsiteY95" fmla="*/ 223933 h 276225"/>
                  <a:gd name="connsiteX96" fmla="*/ 462534 w 561975"/>
                  <a:gd name="connsiteY96" fmla="*/ 225266 h 276225"/>
                  <a:gd name="connsiteX97" fmla="*/ 464439 w 561975"/>
                  <a:gd name="connsiteY97" fmla="*/ 227743 h 276225"/>
                  <a:gd name="connsiteX98" fmla="*/ 463772 w 561975"/>
                  <a:gd name="connsiteY98" fmla="*/ 229553 h 276225"/>
                  <a:gd name="connsiteX99" fmla="*/ 461486 w 561975"/>
                  <a:gd name="connsiteY99" fmla="*/ 230124 h 276225"/>
                  <a:gd name="connsiteX100" fmla="*/ 460820 w 561975"/>
                  <a:gd name="connsiteY100" fmla="*/ 227648 h 276225"/>
                  <a:gd name="connsiteX101" fmla="*/ 459010 w 561975"/>
                  <a:gd name="connsiteY101" fmla="*/ 226886 h 276225"/>
                  <a:gd name="connsiteX102" fmla="*/ 458058 w 561975"/>
                  <a:gd name="connsiteY102" fmla="*/ 223647 h 276225"/>
                  <a:gd name="connsiteX103" fmla="*/ 455962 w 561975"/>
                  <a:gd name="connsiteY103" fmla="*/ 221552 h 276225"/>
                  <a:gd name="connsiteX104" fmla="*/ 455390 w 561975"/>
                  <a:gd name="connsiteY104" fmla="*/ 219170 h 276225"/>
                  <a:gd name="connsiteX105" fmla="*/ 457010 w 561975"/>
                  <a:gd name="connsiteY105" fmla="*/ 218313 h 276225"/>
                  <a:gd name="connsiteX106" fmla="*/ 457867 w 561975"/>
                  <a:gd name="connsiteY106" fmla="*/ 216789 h 276225"/>
                  <a:gd name="connsiteX107" fmla="*/ 458534 w 561975"/>
                  <a:gd name="connsiteY107" fmla="*/ 214503 h 276225"/>
                  <a:gd name="connsiteX108" fmla="*/ 456724 w 561975"/>
                  <a:gd name="connsiteY108" fmla="*/ 211836 h 276225"/>
                  <a:gd name="connsiteX109" fmla="*/ 453866 w 561975"/>
                  <a:gd name="connsiteY109" fmla="*/ 210693 h 276225"/>
                  <a:gd name="connsiteX110" fmla="*/ 451295 w 561975"/>
                  <a:gd name="connsiteY110" fmla="*/ 211169 h 276225"/>
                  <a:gd name="connsiteX111" fmla="*/ 452247 w 561975"/>
                  <a:gd name="connsiteY111" fmla="*/ 214217 h 276225"/>
                  <a:gd name="connsiteX112" fmla="*/ 452438 w 561975"/>
                  <a:gd name="connsiteY112" fmla="*/ 217361 h 276225"/>
                  <a:gd name="connsiteX113" fmla="*/ 449199 w 561975"/>
                  <a:gd name="connsiteY113" fmla="*/ 220218 h 276225"/>
                  <a:gd name="connsiteX114" fmla="*/ 449866 w 561975"/>
                  <a:gd name="connsiteY114" fmla="*/ 222885 h 276225"/>
                  <a:gd name="connsiteX115" fmla="*/ 452247 w 561975"/>
                  <a:gd name="connsiteY115" fmla="*/ 224409 h 276225"/>
                  <a:gd name="connsiteX116" fmla="*/ 452914 w 561975"/>
                  <a:gd name="connsiteY116" fmla="*/ 227648 h 276225"/>
                  <a:gd name="connsiteX117" fmla="*/ 452724 w 561975"/>
                  <a:gd name="connsiteY117" fmla="*/ 230124 h 276225"/>
                  <a:gd name="connsiteX118" fmla="*/ 454247 w 561975"/>
                  <a:gd name="connsiteY118" fmla="*/ 232220 h 276225"/>
                  <a:gd name="connsiteX119" fmla="*/ 455009 w 561975"/>
                  <a:gd name="connsiteY119" fmla="*/ 235363 h 276225"/>
                  <a:gd name="connsiteX120" fmla="*/ 451295 w 561975"/>
                  <a:gd name="connsiteY120" fmla="*/ 235077 h 276225"/>
                  <a:gd name="connsiteX121" fmla="*/ 449866 w 561975"/>
                  <a:gd name="connsiteY121" fmla="*/ 233839 h 276225"/>
                  <a:gd name="connsiteX122" fmla="*/ 448818 w 561975"/>
                  <a:gd name="connsiteY122" fmla="*/ 231743 h 276225"/>
                  <a:gd name="connsiteX123" fmla="*/ 445389 w 561975"/>
                  <a:gd name="connsiteY123" fmla="*/ 231553 h 276225"/>
                  <a:gd name="connsiteX124" fmla="*/ 444818 w 561975"/>
                  <a:gd name="connsiteY124" fmla="*/ 230029 h 276225"/>
                  <a:gd name="connsiteX125" fmla="*/ 443579 w 561975"/>
                  <a:gd name="connsiteY125" fmla="*/ 227362 h 276225"/>
                  <a:gd name="connsiteX126" fmla="*/ 441484 w 561975"/>
                  <a:gd name="connsiteY126" fmla="*/ 226790 h 276225"/>
                  <a:gd name="connsiteX127" fmla="*/ 439293 w 561975"/>
                  <a:gd name="connsiteY127" fmla="*/ 228505 h 276225"/>
                  <a:gd name="connsiteX128" fmla="*/ 436150 w 561975"/>
                  <a:gd name="connsiteY128" fmla="*/ 228695 h 276225"/>
                  <a:gd name="connsiteX129" fmla="*/ 436245 w 561975"/>
                  <a:gd name="connsiteY129" fmla="*/ 231077 h 276225"/>
                  <a:gd name="connsiteX130" fmla="*/ 438341 w 561975"/>
                  <a:gd name="connsiteY130" fmla="*/ 233363 h 276225"/>
                  <a:gd name="connsiteX131" fmla="*/ 441293 w 561975"/>
                  <a:gd name="connsiteY131" fmla="*/ 232791 h 276225"/>
                  <a:gd name="connsiteX132" fmla="*/ 443579 w 561975"/>
                  <a:gd name="connsiteY132" fmla="*/ 234506 h 276225"/>
                  <a:gd name="connsiteX133" fmla="*/ 442436 w 561975"/>
                  <a:gd name="connsiteY133" fmla="*/ 236506 h 276225"/>
                  <a:gd name="connsiteX134" fmla="*/ 439960 w 561975"/>
                  <a:gd name="connsiteY134" fmla="*/ 237077 h 276225"/>
                  <a:gd name="connsiteX135" fmla="*/ 437388 w 561975"/>
                  <a:gd name="connsiteY135" fmla="*/ 236125 h 276225"/>
                  <a:gd name="connsiteX136" fmla="*/ 434436 w 561975"/>
                  <a:gd name="connsiteY136" fmla="*/ 232982 h 276225"/>
                  <a:gd name="connsiteX137" fmla="*/ 432721 w 561975"/>
                  <a:gd name="connsiteY137" fmla="*/ 230029 h 276225"/>
                  <a:gd name="connsiteX138" fmla="*/ 430435 w 561975"/>
                  <a:gd name="connsiteY138" fmla="*/ 227457 h 276225"/>
                  <a:gd name="connsiteX139" fmla="*/ 427292 w 561975"/>
                  <a:gd name="connsiteY139" fmla="*/ 227171 h 276225"/>
                  <a:gd name="connsiteX140" fmla="*/ 424434 w 561975"/>
                  <a:gd name="connsiteY140" fmla="*/ 227267 h 276225"/>
                  <a:gd name="connsiteX141" fmla="*/ 422910 w 561975"/>
                  <a:gd name="connsiteY141" fmla="*/ 225076 h 276225"/>
                  <a:gd name="connsiteX142" fmla="*/ 422910 w 561975"/>
                  <a:gd name="connsiteY142" fmla="*/ 222218 h 276225"/>
                  <a:gd name="connsiteX143" fmla="*/ 425482 w 561975"/>
                  <a:gd name="connsiteY143" fmla="*/ 220694 h 276225"/>
                  <a:gd name="connsiteX144" fmla="*/ 423291 w 561975"/>
                  <a:gd name="connsiteY144" fmla="*/ 218123 h 276225"/>
                  <a:gd name="connsiteX145" fmla="*/ 420338 w 561975"/>
                  <a:gd name="connsiteY145" fmla="*/ 219170 h 276225"/>
                  <a:gd name="connsiteX146" fmla="*/ 418148 w 561975"/>
                  <a:gd name="connsiteY146" fmla="*/ 217265 h 276225"/>
                  <a:gd name="connsiteX147" fmla="*/ 417957 w 561975"/>
                  <a:gd name="connsiteY147" fmla="*/ 213455 h 276225"/>
                  <a:gd name="connsiteX148" fmla="*/ 415480 w 561975"/>
                  <a:gd name="connsiteY148" fmla="*/ 209645 h 276225"/>
                  <a:gd name="connsiteX149" fmla="*/ 411766 w 561975"/>
                  <a:gd name="connsiteY149" fmla="*/ 207454 h 276225"/>
                  <a:gd name="connsiteX150" fmla="*/ 408623 w 561975"/>
                  <a:gd name="connsiteY150" fmla="*/ 202978 h 276225"/>
                  <a:gd name="connsiteX151" fmla="*/ 408718 w 561975"/>
                  <a:gd name="connsiteY151" fmla="*/ 200787 h 276225"/>
                  <a:gd name="connsiteX152" fmla="*/ 412623 w 561975"/>
                  <a:gd name="connsiteY152" fmla="*/ 198692 h 276225"/>
                  <a:gd name="connsiteX153" fmla="*/ 416147 w 561975"/>
                  <a:gd name="connsiteY153" fmla="*/ 198787 h 276225"/>
                  <a:gd name="connsiteX154" fmla="*/ 417100 w 561975"/>
                  <a:gd name="connsiteY154" fmla="*/ 196025 h 276225"/>
                  <a:gd name="connsiteX155" fmla="*/ 417195 w 561975"/>
                  <a:gd name="connsiteY155" fmla="*/ 192881 h 276225"/>
                  <a:gd name="connsiteX156" fmla="*/ 413957 w 561975"/>
                  <a:gd name="connsiteY156" fmla="*/ 194024 h 276225"/>
                  <a:gd name="connsiteX157" fmla="*/ 411480 w 561975"/>
                  <a:gd name="connsiteY157" fmla="*/ 190976 h 276225"/>
                  <a:gd name="connsiteX158" fmla="*/ 409575 w 561975"/>
                  <a:gd name="connsiteY158" fmla="*/ 189643 h 276225"/>
                  <a:gd name="connsiteX159" fmla="*/ 409861 w 561975"/>
                  <a:gd name="connsiteY159" fmla="*/ 187166 h 276225"/>
                  <a:gd name="connsiteX160" fmla="*/ 411766 w 561975"/>
                  <a:gd name="connsiteY160" fmla="*/ 184785 h 276225"/>
                  <a:gd name="connsiteX161" fmla="*/ 410623 w 561975"/>
                  <a:gd name="connsiteY161" fmla="*/ 183166 h 276225"/>
                  <a:gd name="connsiteX162" fmla="*/ 411861 w 561975"/>
                  <a:gd name="connsiteY162" fmla="*/ 182499 h 276225"/>
                  <a:gd name="connsiteX163" fmla="*/ 412433 w 561975"/>
                  <a:gd name="connsiteY163" fmla="*/ 180785 h 276225"/>
                  <a:gd name="connsiteX164" fmla="*/ 414528 w 561975"/>
                  <a:gd name="connsiteY164" fmla="*/ 178499 h 276225"/>
                  <a:gd name="connsiteX165" fmla="*/ 416338 w 561975"/>
                  <a:gd name="connsiteY165" fmla="*/ 179927 h 276225"/>
                  <a:gd name="connsiteX166" fmla="*/ 419386 w 561975"/>
                  <a:gd name="connsiteY166" fmla="*/ 180213 h 276225"/>
                  <a:gd name="connsiteX167" fmla="*/ 421481 w 561975"/>
                  <a:gd name="connsiteY167" fmla="*/ 178403 h 276225"/>
                  <a:gd name="connsiteX168" fmla="*/ 424244 w 561975"/>
                  <a:gd name="connsiteY168" fmla="*/ 176784 h 276225"/>
                  <a:gd name="connsiteX169" fmla="*/ 424339 w 561975"/>
                  <a:gd name="connsiteY169" fmla="*/ 174022 h 276225"/>
                  <a:gd name="connsiteX170" fmla="*/ 421767 w 561975"/>
                  <a:gd name="connsiteY170" fmla="*/ 172021 h 276225"/>
                  <a:gd name="connsiteX171" fmla="*/ 419100 w 561975"/>
                  <a:gd name="connsiteY171" fmla="*/ 172021 h 276225"/>
                  <a:gd name="connsiteX172" fmla="*/ 416243 w 561975"/>
                  <a:gd name="connsiteY172" fmla="*/ 172021 h 276225"/>
                  <a:gd name="connsiteX173" fmla="*/ 414719 w 561975"/>
                  <a:gd name="connsiteY173" fmla="*/ 169736 h 276225"/>
                  <a:gd name="connsiteX174" fmla="*/ 411861 w 561975"/>
                  <a:gd name="connsiteY174" fmla="*/ 168021 h 276225"/>
                  <a:gd name="connsiteX175" fmla="*/ 410909 w 561975"/>
                  <a:gd name="connsiteY175" fmla="*/ 165068 h 276225"/>
                  <a:gd name="connsiteX176" fmla="*/ 409099 w 561975"/>
                  <a:gd name="connsiteY176" fmla="*/ 164592 h 276225"/>
                  <a:gd name="connsiteX177" fmla="*/ 407289 w 561975"/>
                  <a:gd name="connsiteY177" fmla="*/ 165925 h 276225"/>
                  <a:gd name="connsiteX178" fmla="*/ 408242 w 561975"/>
                  <a:gd name="connsiteY178" fmla="*/ 168116 h 276225"/>
                  <a:gd name="connsiteX179" fmla="*/ 405194 w 561975"/>
                  <a:gd name="connsiteY179" fmla="*/ 168497 h 276225"/>
                  <a:gd name="connsiteX180" fmla="*/ 404051 w 561975"/>
                  <a:gd name="connsiteY180" fmla="*/ 165830 h 276225"/>
                  <a:gd name="connsiteX181" fmla="*/ 402527 w 561975"/>
                  <a:gd name="connsiteY181" fmla="*/ 165735 h 276225"/>
                  <a:gd name="connsiteX182" fmla="*/ 401193 w 561975"/>
                  <a:gd name="connsiteY182" fmla="*/ 167640 h 276225"/>
                  <a:gd name="connsiteX183" fmla="*/ 402050 w 561975"/>
                  <a:gd name="connsiteY183" fmla="*/ 170498 h 276225"/>
                  <a:gd name="connsiteX184" fmla="*/ 403670 w 561975"/>
                  <a:gd name="connsiteY184" fmla="*/ 171545 h 276225"/>
                  <a:gd name="connsiteX185" fmla="*/ 404336 w 561975"/>
                  <a:gd name="connsiteY185" fmla="*/ 173355 h 276225"/>
                  <a:gd name="connsiteX186" fmla="*/ 402622 w 561975"/>
                  <a:gd name="connsiteY186" fmla="*/ 176689 h 276225"/>
                  <a:gd name="connsiteX187" fmla="*/ 400050 w 561975"/>
                  <a:gd name="connsiteY187" fmla="*/ 176213 h 276225"/>
                  <a:gd name="connsiteX188" fmla="*/ 397479 w 561975"/>
                  <a:gd name="connsiteY188" fmla="*/ 173927 h 276225"/>
                  <a:gd name="connsiteX189" fmla="*/ 397288 w 561975"/>
                  <a:gd name="connsiteY189" fmla="*/ 168402 h 276225"/>
                  <a:gd name="connsiteX190" fmla="*/ 396716 w 561975"/>
                  <a:gd name="connsiteY190" fmla="*/ 164402 h 276225"/>
                  <a:gd name="connsiteX191" fmla="*/ 397097 w 561975"/>
                  <a:gd name="connsiteY191" fmla="*/ 160496 h 276225"/>
                  <a:gd name="connsiteX192" fmla="*/ 399193 w 561975"/>
                  <a:gd name="connsiteY192" fmla="*/ 158306 h 276225"/>
                  <a:gd name="connsiteX193" fmla="*/ 398812 w 561975"/>
                  <a:gd name="connsiteY193" fmla="*/ 153924 h 276225"/>
                  <a:gd name="connsiteX194" fmla="*/ 400431 w 561975"/>
                  <a:gd name="connsiteY194" fmla="*/ 151543 h 276225"/>
                  <a:gd name="connsiteX195" fmla="*/ 402050 w 561975"/>
                  <a:gd name="connsiteY195" fmla="*/ 149638 h 276225"/>
                  <a:gd name="connsiteX196" fmla="*/ 402241 w 561975"/>
                  <a:gd name="connsiteY196" fmla="*/ 146399 h 276225"/>
                  <a:gd name="connsiteX197" fmla="*/ 403956 w 561975"/>
                  <a:gd name="connsiteY197" fmla="*/ 145733 h 276225"/>
                  <a:gd name="connsiteX198" fmla="*/ 405384 w 561975"/>
                  <a:gd name="connsiteY198" fmla="*/ 149162 h 276225"/>
                  <a:gd name="connsiteX199" fmla="*/ 408623 w 561975"/>
                  <a:gd name="connsiteY199" fmla="*/ 151257 h 276225"/>
                  <a:gd name="connsiteX200" fmla="*/ 411671 w 561975"/>
                  <a:gd name="connsiteY200" fmla="*/ 150971 h 276225"/>
                  <a:gd name="connsiteX201" fmla="*/ 412528 w 561975"/>
                  <a:gd name="connsiteY201" fmla="*/ 146780 h 276225"/>
                  <a:gd name="connsiteX202" fmla="*/ 411004 w 561975"/>
                  <a:gd name="connsiteY202" fmla="*/ 144018 h 276225"/>
                  <a:gd name="connsiteX203" fmla="*/ 408527 w 561975"/>
                  <a:gd name="connsiteY203" fmla="*/ 140494 h 276225"/>
                  <a:gd name="connsiteX204" fmla="*/ 407384 w 561975"/>
                  <a:gd name="connsiteY204" fmla="*/ 136208 h 276225"/>
                  <a:gd name="connsiteX205" fmla="*/ 406146 w 561975"/>
                  <a:gd name="connsiteY205" fmla="*/ 132588 h 276225"/>
                  <a:gd name="connsiteX206" fmla="*/ 404241 w 561975"/>
                  <a:gd name="connsiteY206" fmla="*/ 131921 h 276225"/>
                  <a:gd name="connsiteX207" fmla="*/ 402336 w 561975"/>
                  <a:gd name="connsiteY207" fmla="*/ 132779 h 276225"/>
                  <a:gd name="connsiteX208" fmla="*/ 403193 w 561975"/>
                  <a:gd name="connsiteY208" fmla="*/ 135541 h 276225"/>
                  <a:gd name="connsiteX209" fmla="*/ 402050 w 561975"/>
                  <a:gd name="connsiteY209" fmla="*/ 137446 h 276225"/>
                  <a:gd name="connsiteX210" fmla="*/ 400050 w 561975"/>
                  <a:gd name="connsiteY210" fmla="*/ 137160 h 276225"/>
                  <a:gd name="connsiteX211" fmla="*/ 399669 w 561975"/>
                  <a:gd name="connsiteY211" fmla="*/ 133541 h 276225"/>
                  <a:gd name="connsiteX212" fmla="*/ 398526 w 561975"/>
                  <a:gd name="connsiteY212" fmla="*/ 132969 h 276225"/>
                  <a:gd name="connsiteX213" fmla="*/ 397002 w 561975"/>
                  <a:gd name="connsiteY213" fmla="*/ 134874 h 276225"/>
                  <a:gd name="connsiteX214" fmla="*/ 398050 w 561975"/>
                  <a:gd name="connsiteY214" fmla="*/ 137541 h 276225"/>
                  <a:gd name="connsiteX215" fmla="*/ 396621 w 561975"/>
                  <a:gd name="connsiteY215" fmla="*/ 140113 h 276225"/>
                  <a:gd name="connsiteX216" fmla="*/ 393859 w 561975"/>
                  <a:gd name="connsiteY216" fmla="*/ 140113 h 276225"/>
                  <a:gd name="connsiteX217" fmla="*/ 392716 w 561975"/>
                  <a:gd name="connsiteY217" fmla="*/ 141732 h 276225"/>
                  <a:gd name="connsiteX218" fmla="*/ 394049 w 561975"/>
                  <a:gd name="connsiteY218" fmla="*/ 143923 h 276225"/>
                  <a:gd name="connsiteX219" fmla="*/ 396145 w 561975"/>
                  <a:gd name="connsiteY219" fmla="*/ 146304 h 276225"/>
                  <a:gd name="connsiteX220" fmla="*/ 395002 w 561975"/>
                  <a:gd name="connsiteY220" fmla="*/ 148495 h 276225"/>
                  <a:gd name="connsiteX221" fmla="*/ 392906 w 561975"/>
                  <a:gd name="connsiteY221" fmla="*/ 150114 h 276225"/>
                  <a:gd name="connsiteX222" fmla="*/ 391002 w 561975"/>
                  <a:gd name="connsiteY222" fmla="*/ 152591 h 276225"/>
                  <a:gd name="connsiteX223" fmla="*/ 389573 w 561975"/>
                  <a:gd name="connsiteY223" fmla="*/ 150876 h 276225"/>
                  <a:gd name="connsiteX224" fmla="*/ 388811 w 561975"/>
                  <a:gd name="connsiteY224" fmla="*/ 147733 h 276225"/>
                  <a:gd name="connsiteX225" fmla="*/ 388334 w 561975"/>
                  <a:gd name="connsiteY225" fmla="*/ 143256 h 276225"/>
                  <a:gd name="connsiteX226" fmla="*/ 387668 w 561975"/>
                  <a:gd name="connsiteY226" fmla="*/ 137922 h 276225"/>
                  <a:gd name="connsiteX227" fmla="*/ 387287 w 561975"/>
                  <a:gd name="connsiteY227" fmla="*/ 133160 h 276225"/>
                  <a:gd name="connsiteX228" fmla="*/ 388239 w 561975"/>
                  <a:gd name="connsiteY228" fmla="*/ 128969 h 276225"/>
                  <a:gd name="connsiteX229" fmla="*/ 388811 w 561975"/>
                  <a:gd name="connsiteY229" fmla="*/ 124968 h 276225"/>
                  <a:gd name="connsiteX230" fmla="*/ 388334 w 561975"/>
                  <a:gd name="connsiteY230" fmla="*/ 120777 h 276225"/>
                  <a:gd name="connsiteX231" fmla="*/ 389382 w 561975"/>
                  <a:gd name="connsiteY231" fmla="*/ 117253 h 276225"/>
                  <a:gd name="connsiteX232" fmla="*/ 391859 w 561975"/>
                  <a:gd name="connsiteY232" fmla="*/ 117253 h 276225"/>
                  <a:gd name="connsiteX233" fmla="*/ 392621 w 561975"/>
                  <a:gd name="connsiteY233" fmla="*/ 121158 h 276225"/>
                  <a:gd name="connsiteX234" fmla="*/ 394716 w 561975"/>
                  <a:gd name="connsiteY234" fmla="*/ 124206 h 276225"/>
                  <a:gd name="connsiteX235" fmla="*/ 397479 w 561975"/>
                  <a:gd name="connsiteY235" fmla="*/ 126683 h 276225"/>
                  <a:gd name="connsiteX236" fmla="*/ 401860 w 561975"/>
                  <a:gd name="connsiteY236" fmla="*/ 127064 h 276225"/>
                  <a:gd name="connsiteX237" fmla="*/ 405384 w 561975"/>
                  <a:gd name="connsiteY237" fmla="*/ 126492 h 276225"/>
                  <a:gd name="connsiteX238" fmla="*/ 407575 w 561975"/>
                  <a:gd name="connsiteY238" fmla="*/ 123920 h 276225"/>
                  <a:gd name="connsiteX239" fmla="*/ 409385 w 561975"/>
                  <a:gd name="connsiteY239" fmla="*/ 121634 h 276225"/>
                  <a:gd name="connsiteX240" fmla="*/ 409099 w 561975"/>
                  <a:gd name="connsiteY240" fmla="*/ 118205 h 276225"/>
                  <a:gd name="connsiteX241" fmla="*/ 406813 w 561975"/>
                  <a:gd name="connsiteY241" fmla="*/ 116872 h 276225"/>
                  <a:gd name="connsiteX242" fmla="*/ 405575 w 561975"/>
                  <a:gd name="connsiteY242" fmla="*/ 114681 h 276225"/>
                  <a:gd name="connsiteX243" fmla="*/ 406146 w 561975"/>
                  <a:gd name="connsiteY243" fmla="*/ 112490 h 276225"/>
                  <a:gd name="connsiteX244" fmla="*/ 407480 w 561975"/>
                  <a:gd name="connsiteY244" fmla="*/ 110776 h 276225"/>
                  <a:gd name="connsiteX245" fmla="*/ 407861 w 561975"/>
                  <a:gd name="connsiteY245" fmla="*/ 108775 h 276225"/>
                  <a:gd name="connsiteX246" fmla="*/ 407004 w 561975"/>
                  <a:gd name="connsiteY246" fmla="*/ 106775 h 276225"/>
                  <a:gd name="connsiteX247" fmla="*/ 404146 w 561975"/>
                  <a:gd name="connsiteY247" fmla="*/ 106871 h 276225"/>
                  <a:gd name="connsiteX248" fmla="*/ 401764 w 561975"/>
                  <a:gd name="connsiteY248" fmla="*/ 108395 h 276225"/>
                  <a:gd name="connsiteX249" fmla="*/ 401003 w 561975"/>
                  <a:gd name="connsiteY249" fmla="*/ 111443 h 276225"/>
                  <a:gd name="connsiteX250" fmla="*/ 401479 w 561975"/>
                  <a:gd name="connsiteY250" fmla="*/ 114491 h 276225"/>
                  <a:gd name="connsiteX251" fmla="*/ 401860 w 561975"/>
                  <a:gd name="connsiteY251" fmla="*/ 117253 h 276225"/>
                  <a:gd name="connsiteX252" fmla="*/ 403765 w 561975"/>
                  <a:gd name="connsiteY252" fmla="*/ 119063 h 276225"/>
                  <a:gd name="connsiteX253" fmla="*/ 403574 w 561975"/>
                  <a:gd name="connsiteY253" fmla="*/ 121349 h 276225"/>
                  <a:gd name="connsiteX254" fmla="*/ 401384 w 561975"/>
                  <a:gd name="connsiteY254" fmla="*/ 121634 h 276225"/>
                  <a:gd name="connsiteX255" fmla="*/ 399193 w 561975"/>
                  <a:gd name="connsiteY255" fmla="*/ 120872 h 276225"/>
                  <a:gd name="connsiteX256" fmla="*/ 397955 w 561975"/>
                  <a:gd name="connsiteY256" fmla="*/ 116872 h 276225"/>
                  <a:gd name="connsiteX257" fmla="*/ 398145 w 561975"/>
                  <a:gd name="connsiteY257" fmla="*/ 113062 h 276225"/>
                  <a:gd name="connsiteX258" fmla="*/ 396907 w 561975"/>
                  <a:gd name="connsiteY258" fmla="*/ 109442 h 276225"/>
                  <a:gd name="connsiteX259" fmla="*/ 395954 w 561975"/>
                  <a:gd name="connsiteY259" fmla="*/ 106775 h 276225"/>
                  <a:gd name="connsiteX260" fmla="*/ 393478 w 561975"/>
                  <a:gd name="connsiteY260" fmla="*/ 102965 h 276225"/>
                  <a:gd name="connsiteX261" fmla="*/ 390144 w 561975"/>
                  <a:gd name="connsiteY261" fmla="*/ 102108 h 276225"/>
                  <a:gd name="connsiteX262" fmla="*/ 389668 w 561975"/>
                  <a:gd name="connsiteY262" fmla="*/ 99632 h 276225"/>
                  <a:gd name="connsiteX263" fmla="*/ 389192 w 561975"/>
                  <a:gd name="connsiteY263" fmla="*/ 95917 h 276225"/>
                  <a:gd name="connsiteX264" fmla="*/ 391478 w 561975"/>
                  <a:gd name="connsiteY264" fmla="*/ 92869 h 276225"/>
                  <a:gd name="connsiteX265" fmla="*/ 391478 w 561975"/>
                  <a:gd name="connsiteY265" fmla="*/ 88964 h 276225"/>
                  <a:gd name="connsiteX266" fmla="*/ 392145 w 561975"/>
                  <a:gd name="connsiteY266" fmla="*/ 84773 h 276225"/>
                  <a:gd name="connsiteX267" fmla="*/ 393764 w 561975"/>
                  <a:gd name="connsiteY267" fmla="*/ 81248 h 276225"/>
                  <a:gd name="connsiteX268" fmla="*/ 395383 w 561975"/>
                  <a:gd name="connsiteY268" fmla="*/ 78391 h 276225"/>
                  <a:gd name="connsiteX269" fmla="*/ 396240 w 561975"/>
                  <a:gd name="connsiteY269" fmla="*/ 76200 h 276225"/>
                  <a:gd name="connsiteX270" fmla="*/ 394049 w 561975"/>
                  <a:gd name="connsiteY270" fmla="*/ 73247 h 276225"/>
                  <a:gd name="connsiteX271" fmla="*/ 394335 w 561975"/>
                  <a:gd name="connsiteY271" fmla="*/ 70866 h 276225"/>
                  <a:gd name="connsiteX272" fmla="*/ 397097 w 561975"/>
                  <a:gd name="connsiteY272" fmla="*/ 69914 h 276225"/>
                  <a:gd name="connsiteX273" fmla="*/ 398622 w 561975"/>
                  <a:gd name="connsiteY273" fmla="*/ 68771 h 276225"/>
                  <a:gd name="connsiteX274" fmla="*/ 399669 w 561975"/>
                  <a:gd name="connsiteY274" fmla="*/ 66770 h 276225"/>
                  <a:gd name="connsiteX275" fmla="*/ 401003 w 561975"/>
                  <a:gd name="connsiteY275" fmla="*/ 65627 h 276225"/>
                  <a:gd name="connsiteX276" fmla="*/ 401764 w 561975"/>
                  <a:gd name="connsiteY276" fmla="*/ 62770 h 276225"/>
                  <a:gd name="connsiteX277" fmla="*/ 405289 w 561975"/>
                  <a:gd name="connsiteY277" fmla="*/ 61913 h 276225"/>
                  <a:gd name="connsiteX278" fmla="*/ 408813 w 561975"/>
                  <a:gd name="connsiteY278" fmla="*/ 63246 h 276225"/>
                  <a:gd name="connsiteX279" fmla="*/ 412433 w 561975"/>
                  <a:gd name="connsiteY279" fmla="*/ 63151 h 276225"/>
                  <a:gd name="connsiteX280" fmla="*/ 413766 w 561975"/>
                  <a:gd name="connsiteY280" fmla="*/ 59055 h 276225"/>
                  <a:gd name="connsiteX281" fmla="*/ 410813 w 561975"/>
                  <a:gd name="connsiteY281" fmla="*/ 57721 h 276225"/>
                  <a:gd name="connsiteX282" fmla="*/ 408623 w 561975"/>
                  <a:gd name="connsiteY282" fmla="*/ 58103 h 276225"/>
                  <a:gd name="connsiteX283" fmla="*/ 408242 w 561975"/>
                  <a:gd name="connsiteY283" fmla="*/ 55817 h 276225"/>
                  <a:gd name="connsiteX284" fmla="*/ 411004 w 561975"/>
                  <a:gd name="connsiteY284" fmla="*/ 53626 h 276225"/>
                  <a:gd name="connsiteX285" fmla="*/ 412242 w 561975"/>
                  <a:gd name="connsiteY285" fmla="*/ 50959 h 276225"/>
                  <a:gd name="connsiteX286" fmla="*/ 412433 w 561975"/>
                  <a:gd name="connsiteY286" fmla="*/ 47054 h 276225"/>
                  <a:gd name="connsiteX287" fmla="*/ 409766 w 561975"/>
                  <a:gd name="connsiteY287" fmla="*/ 46006 h 276225"/>
                  <a:gd name="connsiteX288" fmla="*/ 409004 w 561975"/>
                  <a:gd name="connsiteY288" fmla="*/ 41815 h 276225"/>
                  <a:gd name="connsiteX289" fmla="*/ 409385 w 561975"/>
                  <a:gd name="connsiteY289" fmla="*/ 38576 h 276225"/>
                  <a:gd name="connsiteX290" fmla="*/ 410623 w 561975"/>
                  <a:gd name="connsiteY290" fmla="*/ 36100 h 276225"/>
                  <a:gd name="connsiteX291" fmla="*/ 410813 w 561975"/>
                  <a:gd name="connsiteY291" fmla="*/ 32671 h 276225"/>
                  <a:gd name="connsiteX292" fmla="*/ 408908 w 561975"/>
                  <a:gd name="connsiteY292" fmla="*/ 31147 h 276225"/>
                  <a:gd name="connsiteX293" fmla="*/ 405861 w 561975"/>
                  <a:gd name="connsiteY293" fmla="*/ 31814 h 276225"/>
                  <a:gd name="connsiteX294" fmla="*/ 404336 w 561975"/>
                  <a:gd name="connsiteY294" fmla="*/ 34576 h 276225"/>
                  <a:gd name="connsiteX295" fmla="*/ 400621 w 561975"/>
                  <a:gd name="connsiteY295" fmla="*/ 34576 h 276225"/>
                  <a:gd name="connsiteX296" fmla="*/ 396430 w 561975"/>
                  <a:gd name="connsiteY296" fmla="*/ 38291 h 276225"/>
                  <a:gd name="connsiteX297" fmla="*/ 395288 w 561975"/>
                  <a:gd name="connsiteY297" fmla="*/ 43434 h 276225"/>
                  <a:gd name="connsiteX298" fmla="*/ 396336 w 561975"/>
                  <a:gd name="connsiteY298" fmla="*/ 46101 h 276225"/>
                  <a:gd name="connsiteX299" fmla="*/ 398431 w 561975"/>
                  <a:gd name="connsiteY299" fmla="*/ 46768 h 276225"/>
                  <a:gd name="connsiteX300" fmla="*/ 400527 w 561975"/>
                  <a:gd name="connsiteY300" fmla="*/ 46101 h 276225"/>
                  <a:gd name="connsiteX301" fmla="*/ 402717 w 561975"/>
                  <a:gd name="connsiteY301" fmla="*/ 47816 h 276225"/>
                  <a:gd name="connsiteX302" fmla="*/ 403765 w 561975"/>
                  <a:gd name="connsiteY302" fmla="*/ 51340 h 276225"/>
                  <a:gd name="connsiteX303" fmla="*/ 401955 w 561975"/>
                  <a:gd name="connsiteY303" fmla="*/ 53816 h 276225"/>
                  <a:gd name="connsiteX304" fmla="*/ 397669 w 561975"/>
                  <a:gd name="connsiteY304" fmla="*/ 55626 h 276225"/>
                  <a:gd name="connsiteX305" fmla="*/ 396716 w 561975"/>
                  <a:gd name="connsiteY305" fmla="*/ 59341 h 276225"/>
                  <a:gd name="connsiteX306" fmla="*/ 393764 w 561975"/>
                  <a:gd name="connsiteY306" fmla="*/ 61722 h 276225"/>
                  <a:gd name="connsiteX307" fmla="*/ 392430 w 561975"/>
                  <a:gd name="connsiteY307" fmla="*/ 66485 h 276225"/>
                  <a:gd name="connsiteX308" fmla="*/ 389668 w 561975"/>
                  <a:gd name="connsiteY308" fmla="*/ 69628 h 276225"/>
                  <a:gd name="connsiteX309" fmla="*/ 387954 w 561975"/>
                  <a:gd name="connsiteY309" fmla="*/ 70866 h 276225"/>
                  <a:gd name="connsiteX310" fmla="*/ 385953 w 561975"/>
                  <a:gd name="connsiteY310" fmla="*/ 69152 h 276225"/>
                  <a:gd name="connsiteX311" fmla="*/ 384524 w 561975"/>
                  <a:gd name="connsiteY311" fmla="*/ 70009 h 276225"/>
                  <a:gd name="connsiteX312" fmla="*/ 383953 w 561975"/>
                  <a:gd name="connsiteY312" fmla="*/ 72866 h 276225"/>
                  <a:gd name="connsiteX313" fmla="*/ 385667 w 561975"/>
                  <a:gd name="connsiteY313" fmla="*/ 75629 h 276225"/>
                  <a:gd name="connsiteX314" fmla="*/ 384048 w 561975"/>
                  <a:gd name="connsiteY314" fmla="*/ 79343 h 276225"/>
                  <a:gd name="connsiteX315" fmla="*/ 382429 w 561975"/>
                  <a:gd name="connsiteY315" fmla="*/ 80296 h 276225"/>
                  <a:gd name="connsiteX316" fmla="*/ 380905 w 561975"/>
                  <a:gd name="connsiteY316" fmla="*/ 77248 h 276225"/>
                  <a:gd name="connsiteX317" fmla="*/ 380715 w 561975"/>
                  <a:gd name="connsiteY317" fmla="*/ 74581 h 276225"/>
                  <a:gd name="connsiteX318" fmla="*/ 379762 w 561975"/>
                  <a:gd name="connsiteY318" fmla="*/ 72104 h 276225"/>
                  <a:gd name="connsiteX319" fmla="*/ 378523 w 561975"/>
                  <a:gd name="connsiteY319" fmla="*/ 71152 h 276225"/>
                  <a:gd name="connsiteX320" fmla="*/ 375571 w 561975"/>
                  <a:gd name="connsiteY320" fmla="*/ 71914 h 276225"/>
                  <a:gd name="connsiteX321" fmla="*/ 374714 w 561975"/>
                  <a:gd name="connsiteY321" fmla="*/ 74390 h 276225"/>
                  <a:gd name="connsiteX322" fmla="*/ 376333 w 561975"/>
                  <a:gd name="connsiteY322" fmla="*/ 77153 h 276225"/>
                  <a:gd name="connsiteX323" fmla="*/ 377666 w 561975"/>
                  <a:gd name="connsiteY323" fmla="*/ 79153 h 276225"/>
                  <a:gd name="connsiteX324" fmla="*/ 377000 w 561975"/>
                  <a:gd name="connsiteY324" fmla="*/ 80867 h 276225"/>
                  <a:gd name="connsiteX325" fmla="*/ 373285 w 561975"/>
                  <a:gd name="connsiteY325" fmla="*/ 81915 h 276225"/>
                  <a:gd name="connsiteX326" fmla="*/ 371952 w 561975"/>
                  <a:gd name="connsiteY326" fmla="*/ 87058 h 276225"/>
                  <a:gd name="connsiteX327" fmla="*/ 371475 w 561975"/>
                  <a:gd name="connsiteY327" fmla="*/ 89059 h 276225"/>
                  <a:gd name="connsiteX328" fmla="*/ 374142 w 561975"/>
                  <a:gd name="connsiteY328" fmla="*/ 90488 h 276225"/>
                  <a:gd name="connsiteX329" fmla="*/ 373380 w 561975"/>
                  <a:gd name="connsiteY329" fmla="*/ 93345 h 276225"/>
                  <a:gd name="connsiteX330" fmla="*/ 371952 w 561975"/>
                  <a:gd name="connsiteY330" fmla="*/ 97536 h 276225"/>
                  <a:gd name="connsiteX331" fmla="*/ 369475 w 561975"/>
                  <a:gd name="connsiteY331" fmla="*/ 99155 h 276225"/>
                  <a:gd name="connsiteX332" fmla="*/ 365570 w 561975"/>
                  <a:gd name="connsiteY332" fmla="*/ 101156 h 276225"/>
                  <a:gd name="connsiteX333" fmla="*/ 363474 w 561975"/>
                  <a:gd name="connsiteY333" fmla="*/ 101537 h 276225"/>
                  <a:gd name="connsiteX334" fmla="*/ 361665 w 561975"/>
                  <a:gd name="connsiteY334" fmla="*/ 98965 h 276225"/>
                  <a:gd name="connsiteX335" fmla="*/ 360426 w 561975"/>
                  <a:gd name="connsiteY335" fmla="*/ 98108 h 276225"/>
                  <a:gd name="connsiteX336" fmla="*/ 358902 w 561975"/>
                  <a:gd name="connsiteY336" fmla="*/ 99822 h 276225"/>
                  <a:gd name="connsiteX337" fmla="*/ 359093 w 561975"/>
                  <a:gd name="connsiteY337" fmla="*/ 103727 h 276225"/>
                  <a:gd name="connsiteX338" fmla="*/ 361665 w 561975"/>
                  <a:gd name="connsiteY338" fmla="*/ 105728 h 276225"/>
                  <a:gd name="connsiteX339" fmla="*/ 365284 w 561975"/>
                  <a:gd name="connsiteY339" fmla="*/ 106108 h 276225"/>
                  <a:gd name="connsiteX340" fmla="*/ 370047 w 561975"/>
                  <a:gd name="connsiteY340" fmla="*/ 107728 h 276225"/>
                  <a:gd name="connsiteX341" fmla="*/ 373285 w 561975"/>
                  <a:gd name="connsiteY341" fmla="*/ 109728 h 276225"/>
                  <a:gd name="connsiteX342" fmla="*/ 375381 w 561975"/>
                  <a:gd name="connsiteY342" fmla="*/ 115348 h 276225"/>
                  <a:gd name="connsiteX343" fmla="*/ 376619 w 561975"/>
                  <a:gd name="connsiteY343" fmla="*/ 117253 h 276225"/>
                  <a:gd name="connsiteX344" fmla="*/ 377476 w 561975"/>
                  <a:gd name="connsiteY344" fmla="*/ 122015 h 276225"/>
                  <a:gd name="connsiteX345" fmla="*/ 380143 w 561975"/>
                  <a:gd name="connsiteY345" fmla="*/ 123349 h 276225"/>
                  <a:gd name="connsiteX346" fmla="*/ 383096 w 561975"/>
                  <a:gd name="connsiteY346" fmla="*/ 126111 h 276225"/>
                  <a:gd name="connsiteX347" fmla="*/ 380810 w 561975"/>
                  <a:gd name="connsiteY347" fmla="*/ 129921 h 276225"/>
                  <a:gd name="connsiteX348" fmla="*/ 377762 w 561975"/>
                  <a:gd name="connsiteY348" fmla="*/ 132398 h 276225"/>
                  <a:gd name="connsiteX349" fmla="*/ 375190 w 561975"/>
                  <a:gd name="connsiteY349" fmla="*/ 135160 h 276225"/>
                  <a:gd name="connsiteX350" fmla="*/ 375666 w 561975"/>
                  <a:gd name="connsiteY350" fmla="*/ 137541 h 276225"/>
                  <a:gd name="connsiteX351" fmla="*/ 378143 w 561975"/>
                  <a:gd name="connsiteY351" fmla="*/ 140018 h 276225"/>
                  <a:gd name="connsiteX352" fmla="*/ 377286 w 561975"/>
                  <a:gd name="connsiteY352" fmla="*/ 144209 h 276225"/>
                  <a:gd name="connsiteX353" fmla="*/ 375285 w 561975"/>
                  <a:gd name="connsiteY353" fmla="*/ 146780 h 276225"/>
                  <a:gd name="connsiteX354" fmla="*/ 375761 w 561975"/>
                  <a:gd name="connsiteY354" fmla="*/ 149257 h 276225"/>
                  <a:gd name="connsiteX355" fmla="*/ 374523 w 561975"/>
                  <a:gd name="connsiteY355" fmla="*/ 151924 h 276225"/>
                  <a:gd name="connsiteX356" fmla="*/ 376238 w 561975"/>
                  <a:gd name="connsiteY356" fmla="*/ 153924 h 276225"/>
                  <a:gd name="connsiteX357" fmla="*/ 378619 w 561975"/>
                  <a:gd name="connsiteY357" fmla="*/ 156115 h 276225"/>
                  <a:gd name="connsiteX358" fmla="*/ 377666 w 561975"/>
                  <a:gd name="connsiteY358" fmla="*/ 160687 h 276225"/>
                  <a:gd name="connsiteX359" fmla="*/ 375666 w 561975"/>
                  <a:gd name="connsiteY359" fmla="*/ 163830 h 276225"/>
                  <a:gd name="connsiteX360" fmla="*/ 373761 w 561975"/>
                  <a:gd name="connsiteY360" fmla="*/ 166402 h 276225"/>
                  <a:gd name="connsiteX361" fmla="*/ 373189 w 561975"/>
                  <a:gd name="connsiteY361" fmla="*/ 169450 h 276225"/>
                  <a:gd name="connsiteX362" fmla="*/ 374333 w 561975"/>
                  <a:gd name="connsiteY362" fmla="*/ 171926 h 276225"/>
                  <a:gd name="connsiteX363" fmla="*/ 377857 w 561975"/>
                  <a:gd name="connsiteY363" fmla="*/ 175070 h 276225"/>
                  <a:gd name="connsiteX364" fmla="*/ 378523 w 561975"/>
                  <a:gd name="connsiteY364" fmla="*/ 179165 h 276225"/>
                  <a:gd name="connsiteX365" fmla="*/ 379572 w 561975"/>
                  <a:gd name="connsiteY365" fmla="*/ 183261 h 276225"/>
                  <a:gd name="connsiteX366" fmla="*/ 382524 w 561975"/>
                  <a:gd name="connsiteY366" fmla="*/ 186119 h 276225"/>
                  <a:gd name="connsiteX367" fmla="*/ 383667 w 561975"/>
                  <a:gd name="connsiteY367" fmla="*/ 190786 h 276225"/>
                  <a:gd name="connsiteX368" fmla="*/ 385191 w 561975"/>
                  <a:gd name="connsiteY368" fmla="*/ 195929 h 276225"/>
                  <a:gd name="connsiteX369" fmla="*/ 387763 w 561975"/>
                  <a:gd name="connsiteY369" fmla="*/ 205264 h 276225"/>
                  <a:gd name="connsiteX370" fmla="*/ 393002 w 561975"/>
                  <a:gd name="connsiteY370" fmla="*/ 209645 h 276225"/>
                  <a:gd name="connsiteX371" fmla="*/ 396907 w 561975"/>
                  <a:gd name="connsiteY371" fmla="*/ 212884 h 276225"/>
                  <a:gd name="connsiteX372" fmla="*/ 404336 w 561975"/>
                  <a:gd name="connsiteY372" fmla="*/ 217646 h 276225"/>
                  <a:gd name="connsiteX373" fmla="*/ 407480 w 561975"/>
                  <a:gd name="connsiteY373" fmla="*/ 222599 h 276225"/>
                  <a:gd name="connsiteX374" fmla="*/ 407480 w 561975"/>
                  <a:gd name="connsiteY374" fmla="*/ 226314 h 276225"/>
                  <a:gd name="connsiteX375" fmla="*/ 405955 w 561975"/>
                  <a:gd name="connsiteY375" fmla="*/ 230124 h 276225"/>
                  <a:gd name="connsiteX376" fmla="*/ 406718 w 561975"/>
                  <a:gd name="connsiteY376" fmla="*/ 232600 h 276225"/>
                  <a:gd name="connsiteX377" fmla="*/ 409385 w 561975"/>
                  <a:gd name="connsiteY377" fmla="*/ 232886 h 276225"/>
                  <a:gd name="connsiteX378" fmla="*/ 410813 w 561975"/>
                  <a:gd name="connsiteY378" fmla="*/ 234601 h 276225"/>
                  <a:gd name="connsiteX379" fmla="*/ 410528 w 561975"/>
                  <a:gd name="connsiteY379" fmla="*/ 237935 h 276225"/>
                  <a:gd name="connsiteX380" fmla="*/ 409861 w 561975"/>
                  <a:gd name="connsiteY380" fmla="*/ 241364 h 276225"/>
                  <a:gd name="connsiteX381" fmla="*/ 411956 w 561975"/>
                  <a:gd name="connsiteY381" fmla="*/ 246126 h 276225"/>
                  <a:gd name="connsiteX382" fmla="*/ 416052 w 561975"/>
                  <a:gd name="connsiteY382" fmla="*/ 249365 h 276225"/>
                  <a:gd name="connsiteX383" fmla="*/ 419958 w 561975"/>
                  <a:gd name="connsiteY383" fmla="*/ 252032 h 276225"/>
                  <a:gd name="connsiteX384" fmla="*/ 422624 w 561975"/>
                  <a:gd name="connsiteY384" fmla="*/ 254794 h 276225"/>
                  <a:gd name="connsiteX385" fmla="*/ 422624 w 561975"/>
                  <a:gd name="connsiteY385" fmla="*/ 259271 h 276225"/>
                  <a:gd name="connsiteX386" fmla="*/ 425005 w 561975"/>
                  <a:gd name="connsiteY386" fmla="*/ 263557 h 276225"/>
                  <a:gd name="connsiteX387" fmla="*/ 427101 w 561975"/>
                  <a:gd name="connsiteY387" fmla="*/ 267462 h 276225"/>
                  <a:gd name="connsiteX388" fmla="*/ 427006 w 561975"/>
                  <a:gd name="connsiteY388" fmla="*/ 270796 h 276225"/>
                  <a:gd name="connsiteX389" fmla="*/ 423577 w 561975"/>
                  <a:gd name="connsiteY389" fmla="*/ 270796 h 276225"/>
                  <a:gd name="connsiteX390" fmla="*/ 421386 w 561975"/>
                  <a:gd name="connsiteY390" fmla="*/ 268700 h 276225"/>
                  <a:gd name="connsiteX391" fmla="*/ 418624 w 561975"/>
                  <a:gd name="connsiteY391" fmla="*/ 265748 h 276225"/>
                  <a:gd name="connsiteX392" fmla="*/ 415004 w 561975"/>
                  <a:gd name="connsiteY392" fmla="*/ 264224 h 276225"/>
                  <a:gd name="connsiteX393" fmla="*/ 412623 w 561975"/>
                  <a:gd name="connsiteY393" fmla="*/ 260223 h 276225"/>
                  <a:gd name="connsiteX394" fmla="*/ 409194 w 561975"/>
                  <a:gd name="connsiteY394" fmla="*/ 259652 h 276225"/>
                  <a:gd name="connsiteX395" fmla="*/ 407861 w 561975"/>
                  <a:gd name="connsiteY395" fmla="*/ 262033 h 276225"/>
                  <a:gd name="connsiteX396" fmla="*/ 409480 w 561975"/>
                  <a:gd name="connsiteY396" fmla="*/ 264033 h 276225"/>
                  <a:gd name="connsiteX397" fmla="*/ 408432 w 561975"/>
                  <a:gd name="connsiteY397" fmla="*/ 267081 h 276225"/>
                  <a:gd name="connsiteX398" fmla="*/ 405955 w 561975"/>
                  <a:gd name="connsiteY398" fmla="*/ 266224 h 276225"/>
                  <a:gd name="connsiteX399" fmla="*/ 404051 w 561975"/>
                  <a:gd name="connsiteY399" fmla="*/ 263081 h 276225"/>
                  <a:gd name="connsiteX400" fmla="*/ 402146 w 561975"/>
                  <a:gd name="connsiteY400" fmla="*/ 261842 h 276225"/>
                  <a:gd name="connsiteX401" fmla="*/ 398812 w 561975"/>
                  <a:gd name="connsiteY401" fmla="*/ 262319 h 276225"/>
                  <a:gd name="connsiteX402" fmla="*/ 398431 w 561975"/>
                  <a:gd name="connsiteY402" fmla="*/ 259366 h 276225"/>
                  <a:gd name="connsiteX403" fmla="*/ 394049 w 561975"/>
                  <a:gd name="connsiteY403" fmla="*/ 255651 h 276225"/>
                  <a:gd name="connsiteX404" fmla="*/ 391383 w 561975"/>
                  <a:gd name="connsiteY404" fmla="*/ 253556 h 276225"/>
                  <a:gd name="connsiteX405" fmla="*/ 388048 w 561975"/>
                  <a:gd name="connsiteY405" fmla="*/ 253079 h 276225"/>
                  <a:gd name="connsiteX406" fmla="*/ 383667 w 561975"/>
                  <a:gd name="connsiteY406" fmla="*/ 251746 h 276225"/>
                  <a:gd name="connsiteX407" fmla="*/ 378905 w 561975"/>
                  <a:gd name="connsiteY407" fmla="*/ 252603 h 276225"/>
                  <a:gd name="connsiteX408" fmla="*/ 372713 w 561975"/>
                  <a:gd name="connsiteY408" fmla="*/ 253651 h 276225"/>
                  <a:gd name="connsiteX409" fmla="*/ 371475 w 561975"/>
                  <a:gd name="connsiteY409" fmla="*/ 255461 h 276225"/>
                  <a:gd name="connsiteX410" fmla="*/ 368046 w 561975"/>
                  <a:gd name="connsiteY410" fmla="*/ 257080 h 276225"/>
                  <a:gd name="connsiteX411" fmla="*/ 365284 w 561975"/>
                  <a:gd name="connsiteY411" fmla="*/ 256699 h 276225"/>
                  <a:gd name="connsiteX412" fmla="*/ 362521 w 561975"/>
                  <a:gd name="connsiteY412" fmla="*/ 254032 h 276225"/>
                  <a:gd name="connsiteX413" fmla="*/ 362808 w 561975"/>
                  <a:gd name="connsiteY413" fmla="*/ 251270 h 276225"/>
                  <a:gd name="connsiteX414" fmla="*/ 362045 w 561975"/>
                  <a:gd name="connsiteY414" fmla="*/ 248221 h 276225"/>
                  <a:gd name="connsiteX415" fmla="*/ 360617 w 561975"/>
                  <a:gd name="connsiteY415" fmla="*/ 246793 h 276225"/>
                  <a:gd name="connsiteX416" fmla="*/ 357950 w 561975"/>
                  <a:gd name="connsiteY416" fmla="*/ 246793 h 276225"/>
                  <a:gd name="connsiteX417" fmla="*/ 356711 w 561975"/>
                  <a:gd name="connsiteY417" fmla="*/ 248793 h 276225"/>
                  <a:gd name="connsiteX418" fmla="*/ 358236 w 561975"/>
                  <a:gd name="connsiteY418" fmla="*/ 250127 h 276225"/>
                  <a:gd name="connsiteX419" fmla="*/ 358426 w 561975"/>
                  <a:gd name="connsiteY419" fmla="*/ 252698 h 276225"/>
                  <a:gd name="connsiteX420" fmla="*/ 355854 w 561975"/>
                  <a:gd name="connsiteY420" fmla="*/ 253651 h 276225"/>
                  <a:gd name="connsiteX421" fmla="*/ 353663 w 561975"/>
                  <a:gd name="connsiteY421" fmla="*/ 252222 h 276225"/>
                  <a:gd name="connsiteX422" fmla="*/ 349758 w 561975"/>
                  <a:gd name="connsiteY422" fmla="*/ 251365 h 276225"/>
                  <a:gd name="connsiteX423" fmla="*/ 346996 w 561975"/>
                  <a:gd name="connsiteY423" fmla="*/ 247555 h 276225"/>
                  <a:gd name="connsiteX424" fmla="*/ 344424 w 561975"/>
                  <a:gd name="connsiteY424" fmla="*/ 245745 h 276225"/>
                  <a:gd name="connsiteX425" fmla="*/ 340614 w 561975"/>
                  <a:gd name="connsiteY425" fmla="*/ 245364 h 276225"/>
                  <a:gd name="connsiteX426" fmla="*/ 337852 w 561975"/>
                  <a:gd name="connsiteY426" fmla="*/ 242411 h 276225"/>
                  <a:gd name="connsiteX427" fmla="*/ 336995 w 561975"/>
                  <a:gd name="connsiteY427" fmla="*/ 237744 h 276225"/>
                  <a:gd name="connsiteX428" fmla="*/ 334423 w 561975"/>
                  <a:gd name="connsiteY428" fmla="*/ 233363 h 276225"/>
                  <a:gd name="connsiteX429" fmla="*/ 331661 w 561975"/>
                  <a:gd name="connsiteY429" fmla="*/ 230696 h 276225"/>
                  <a:gd name="connsiteX430" fmla="*/ 329089 w 561975"/>
                  <a:gd name="connsiteY430" fmla="*/ 230791 h 276225"/>
                  <a:gd name="connsiteX431" fmla="*/ 327089 w 561975"/>
                  <a:gd name="connsiteY431" fmla="*/ 232315 h 276225"/>
                  <a:gd name="connsiteX432" fmla="*/ 324898 w 561975"/>
                  <a:gd name="connsiteY432" fmla="*/ 236125 h 276225"/>
                  <a:gd name="connsiteX433" fmla="*/ 322231 w 561975"/>
                  <a:gd name="connsiteY433" fmla="*/ 238316 h 276225"/>
                  <a:gd name="connsiteX434" fmla="*/ 320326 w 561975"/>
                  <a:gd name="connsiteY434" fmla="*/ 240697 h 276225"/>
                  <a:gd name="connsiteX435" fmla="*/ 317278 w 561975"/>
                  <a:gd name="connsiteY435" fmla="*/ 244126 h 276225"/>
                  <a:gd name="connsiteX436" fmla="*/ 313468 w 561975"/>
                  <a:gd name="connsiteY436" fmla="*/ 246221 h 276225"/>
                  <a:gd name="connsiteX437" fmla="*/ 310420 w 561975"/>
                  <a:gd name="connsiteY437" fmla="*/ 248412 h 276225"/>
                  <a:gd name="connsiteX438" fmla="*/ 306038 w 561975"/>
                  <a:gd name="connsiteY438" fmla="*/ 245364 h 276225"/>
                  <a:gd name="connsiteX439" fmla="*/ 304515 w 561975"/>
                  <a:gd name="connsiteY439" fmla="*/ 242221 h 276225"/>
                  <a:gd name="connsiteX440" fmla="*/ 303943 w 561975"/>
                  <a:gd name="connsiteY440" fmla="*/ 238220 h 276225"/>
                  <a:gd name="connsiteX441" fmla="*/ 301847 w 561975"/>
                  <a:gd name="connsiteY441" fmla="*/ 236125 h 276225"/>
                  <a:gd name="connsiteX442" fmla="*/ 300514 w 561975"/>
                  <a:gd name="connsiteY442" fmla="*/ 231267 h 276225"/>
                  <a:gd name="connsiteX443" fmla="*/ 300704 w 561975"/>
                  <a:gd name="connsiteY443" fmla="*/ 227171 h 276225"/>
                  <a:gd name="connsiteX444" fmla="*/ 300895 w 561975"/>
                  <a:gd name="connsiteY444" fmla="*/ 223171 h 276225"/>
                  <a:gd name="connsiteX445" fmla="*/ 302514 w 561975"/>
                  <a:gd name="connsiteY445" fmla="*/ 220313 h 276225"/>
                  <a:gd name="connsiteX446" fmla="*/ 303562 w 561975"/>
                  <a:gd name="connsiteY446" fmla="*/ 218504 h 276225"/>
                  <a:gd name="connsiteX447" fmla="*/ 303943 w 561975"/>
                  <a:gd name="connsiteY447" fmla="*/ 215741 h 276225"/>
                  <a:gd name="connsiteX448" fmla="*/ 304895 w 561975"/>
                  <a:gd name="connsiteY448" fmla="*/ 212408 h 276225"/>
                  <a:gd name="connsiteX449" fmla="*/ 307467 w 561975"/>
                  <a:gd name="connsiteY449" fmla="*/ 210598 h 276225"/>
                  <a:gd name="connsiteX450" fmla="*/ 309563 w 561975"/>
                  <a:gd name="connsiteY450" fmla="*/ 209264 h 276225"/>
                  <a:gd name="connsiteX451" fmla="*/ 310991 w 561975"/>
                  <a:gd name="connsiteY451" fmla="*/ 207074 h 276225"/>
                  <a:gd name="connsiteX452" fmla="*/ 310611 w 561975"/>
                  <a:gd name="connsiteY452" fmla="*/ 204121 h 276225"/>
                  <a:gd name="connsiteX453" fmla="*/ 309467 w 561975"/>
                  <a:gd name="connsiteY453" fmla="*/ 202883 h 276225"/>
                  <a:gd name="connsiteX454" fmla="*/ 309658 w 561975"/>
                  <a:gd name="connsiteY454" fmla="*/ 201644 h 276225"/>
                  <a:gd name="connsiteX455" fmla="*/ 308991 w 561975"/>
                  <a:gd name="connsiteY455" fmla="*/ 196406 h 276225"/>
                  <a:gd name="connsiteX456" fmla="*/ 312039 w 561975"/>
                  <a:gd name="connsiteY456" fmla="*/ 192691 h 276225"/>
                  <a:gd name="connsiteX457" fmla="*/ 315563 w 561975"/>
                  <a:gd name="connsiteY457" fmla="*/ 191453 h 276225"/>
                  <a:gd name="connsiteX458" fmla="*/ 317278 w 561975"/>
                  <a:gd name="connsiteY458" fmla="*/ 188786 h 276225"/>
                  <a:gd name="connsiteX459" fmla="*/ 316611 w 561975"/>
                  <a:gd name="connsiteY459" fmla="*/ 185547 h 276225"/>
                  <a:gd name="connsiteX460" fmla="*/ 315468 w 561975"/>
                  <a:gd name="connsiteY460" fmla="*/ 181166 h 276225"/>
                  <a:gd name="connsiteX461" fmla="*/ 315373 w 561975"/>
                  <a:gd name="connsiteY461" fmla="*/ 177546 h 276225"/>
                  <a:gd name="connsiteX462" fmla="*/ 326136 w 561975"/>
                  <a:gd name="connsiteY462" fmla="*/ 159544 h 276225"/>
                  <a:gd name="connsiteX463" fmla="*/ 307753 w 561975"/>
                  <a:gd name="connsiteY463" fmla="*/ 147352 h 276225"/>
                  <a:gd name="connsiteX464" fmla="*/ 299847 w 561975"/>
                  <a:gd name="connsiteY464" fmla="*/ 159163 h 276225"/>
                  <a:gd name="connsiteX465" fmla="*/ 297085 w 561975"/>
                  <a:gd name="connsiteY465" fmla="*/ 156305 h 276225"/>
                  <a:gd name="connsiteX466" fmla="*/ 292704 w 561975"/>
                  <a:gd name="connsiteY466" fmla="*/ 155448 h 276225"/>
                  <a:gd name="connsiteX467" fmla="*/ 290513 w 561975"/>
                  <a:gd name="connsiteY467" fmla="*/ 156400 h 276225"/>
                  <a:gd name="connsiteX468" fmla="*/ 286798 w 561975"/>
                  <a:gd name="connsiteY468" fmla="*/ 156400 h 276225"/>
                  <a:gd name="connsiteX469" fmla="*/ 283273 w 561975"/>
                  <a:gd name="connsiteY469" fmla="*/ 155258 h 276225"/>
                  <a:gd name="connsiteX470" fmla="*/ 281464 w 561975"/>
                  <a:gd name="connsiteY470" fmla="*/ 151448 h 276225"/>
                  <a:gd name="connsiteX471" fmla="*/ 280035 w 561975"/>
                  <a:gd name="connsiteY471" fmla="*/ 148971 h 276225"/>
                  <a:gd name="connsiteX472" fmla="*/ 276130 w 561975"/>
                  <a:gd name="connsiteY472" fmla="*/ 147352 h 276225"/>
                  <a:gd name="connsiteX473" fmla="*/ 269939 w 561975"/>
                  <a:gd name="connsiteY473" fmla="*/ 145733 h 276225"/>
                  <a:gd name="connsiteX474" fmla="*/ 265081 w 561975"/>
                  <a:gd name="connsiteY474" fmla="*/ 146685 h 276225"/>
                  <a:gd name="connsiteX475" fmla="*/ 259747 w 561975"/>
                  <a:gd name="connsiteY475" fmla="*/ 148685 h 276225"/>
                  <a:gd name="connsiteX476" fmla="*/ 255270 w 561975"/>
                  <a:gd name="connsiteY476" fmla="*/ 147352 h 276225"/>
                  <a:gd name="connsiteX477" fmla="*/ 253461 w 561975"/>
                  <a:gd name="connsiteY477" fmla="*/ 144494 h 276225"/>
                  <a:gd name="connsiteX478" fmla="*/ 251079 w 561975"/>
                  <a:gd name="connsiteY478" fmla="*/ 143351 h 276225"/>
                  <a:gd name="connsiteX479" fmla="*/ 247079 w 561975"/>
                  <a:gd name="connsiteY479" fmla="*/ 143256 h 276225"/>
                  <a:gd name="connsiteX480" fmla="*/ 245079 w 561975"/>
                  <a:gd name="connsiteY480" fmla="*/ 140399 h 276225"/>
                  <a:gd name="connsiteX481" fmla="*/ 245269 w 561975"/>
                  <a:gd name="connsiteY481" fmla="*/ 136017 h 276225"/>
                  <a:gd name="connsiteX482" fmla="*/ 246793 w 561975"/>
                  <a:gd name="connsiteY482" fmla="*/ 132969 h 276225"/>
                  <a:gd name="connsiteX483" fmla="*/ 249460 w 561975"/>
                  <a:gd name="connsiteY483" fmla="*/ 130874 h 276225"/>
                  <a:gd name="connsiteX484" fmla="*/ 249746 w 561975"/>
                  <a:gd name="connsiteY484" fmla="*/ 126206 h 276225"/>
                  <a:gd name="connsiteX485" fmla="*/ 246507 w 561975"/>
                  <a:gd name="connsiteY485" fmla="*/ 122682 h 276225"/>
                  <a:gd name="connsiteX486" fmla="*/ 243174 w 561975"/>
                  <a:gd name="connsiteY486" fmla="*/ 122777 h 276225"/>
                  <a:gd name="connsiteX487" fmla="*/ 239268 w 561975"/>
                  <a:gd name="connsiteY487" fmla="*/ 121158 h 276225"/>
                  <a:gd name="connsiteX488" fmla="*/ 236411 w 561975"/>
                  <a:gd name="connsiteY488" fmla="*/ 117348 h 276225"/>
                  <a:gd name="connsiteX489" fmla="*/ 232315 w 561975"/>
                  <a:gd name="connsiteY489" fmla="*/ 116205 h 276225"/>
                  <a:gd name="connsiteX490" fmla="*/ 229171 w 561975"/>
                  <a:gd name="connsiteY490" fmla="*/ 118205 h 276225"/>
                  <a:gd name="connsiteX491" fmla="*/ 225933 w 561975"/>
                  <a:gd name="connsiteY491" fmla="*/ 118110 h 276225"/>
                  <a:gd name="connsiteX492" fmla="*/ 221361 w 561975"/>
                  <a:gd name="connsiteY492" fmla="*/ 115919 h 276225"/>
                  <a:gd name="connsiteX493" fmla="*/ 218980 w 561975"/>
                  <a:gd name="connsiteY493" fmla="*/ 117158 h 276225"/>
                  <a:gd name="connsiteX494" fmla="*/ 218218 w 561975"/>
                  <a:gd name="connsiteY494" fmla="*/ 117539 h 276225"/>
                  <a:gd name="connsiteX495" fmla="*/ 215646 w 561975"/>
                  <a:gd name="connsiteY495" fmla="*/ 116777 h 276225"/>
                  <a:gd name="connsiteX496" fmla="*/ 212789 w 561975"/>
                  <a:gd name="connsiteY496" fmla="*/ 116396 h 276225"/>
                  <a:gd name="connsiteX497" fmla="*/ 211550 w 561975"/>
                  <a:gd name="connsiteY497" fmla="*/ 114967 h 276225"/>
                  <a:gd name="connsiteX498" fmla="*/ 212122 w 561975"/>
                  <a:gd name="connsiteY498" fmla="*/ 112490 h 276225"/>
                  <a:gd name="connsiteX499" fmla="*/ 211455 w 561975"/>
                  <a:gd name="connsiteY499" fmla="*/ 110109 h 276225"/>
                  <a:gd name="connsiteX500" fmla="*/ 212217 w 561975"/>
                  <a:gd name="connsiteY500" fmla="*/ 106585 h 276225"/>
                  <a:gd name="connsiteX501" fmla="*/ 209645 w 561975"/>
                  <a:gd name="connsiteY501" fmla="*/ 103632 h 276225"/>
                  <a:gd name="connsiteX502" fmla="*/ 205645 w 561975"/>
                  <a:gd name="connsiteY502" fmla="*/ 103061 h 276225"/>
                  <a:gd name="connsiteX503" fmla="*/ 203645 w 561975"/>
                  <a:gd name="connsiteY503" fmla="*/ 101251 h 276225"/>
                  <a:gd name="connsiteX504" fmla="*/ 204407 w 561975"/>
                  <a:gd name="connsiteY504" fmla="*/ 98870 h 276225"/>
                  <a:gd name="connsiteX505" fmla="*/ 202978 w 561975"/>
                  <a:gd name="connsiteY505" fmla="*/ 96965 h 276225"/>
                  <a:gd name="connsiteX506" fmla="*/ 204026 w 561975"/>
                  <a:gd name="connsiteY506" fmla="*/ 94393 h 276225"/>
                  <a:gd name="connsiteX507" fmla="*/ 202978 w 561975"/>
                  <a:gd name="connsiteY507" fmla="*/ 92774 h 276225"/>
                  <a:gd name="connsiteX508" fmla="*/ 199073 w 561975"/>
                  <a:gd name="connsiteY508" fmla="*/ 94298 h 276225"/>
                  <a:gd name="connsiteX509" fmla="*/ 195834 w 561975"/>
                  <a:gd name="connsiteY509" fmla="*/ 93059 h 276225"/>
                  <a:gd name="connsiteX510" fmla="*/ 196787 w 561975"/>
                  <a:gd name="connsiteY510" fmla="*/ 90107 h 276225"/>
                  <a:gd name="connsiteX511" fmla="*/ 192214 w 561975"/>
                  <a:gd name="connsiteY511" fmla="*/ 90297 h 276225"/>
                  <a:gd name="connsiteX512" fmla="*/ 190215 w 561975"/>
                  <a:gd name="connsiteY512" fmla="*/ 87821 h 276225"/>
                  <a:gd name="connsiteX513" fmla="*/ 191358 w 561975"/>
                  <a:gd name="connsiteY513" fmla="*/ 85249 h 276225"/>
                  <a:gd name="connsiteX514" fmla="*/ 194120 w 561975"/>
                  <a:gd name="connsiteY514" fmla="*/ 84201 h 276225"/>
                  <a:gd name="connsiteX515" fmla="*/ 194977 w 561975"/>
                  <a:gd name="connsiteY515" fmla="*/ 80677 h 276225"/>
                  <a:gd name="connsiteX516" fmla="*/ 193548 w 561975"/>
                  <a:gd name="connsiteY516" fmla="*/ 77915 h 276225"/>
                  <a:gd name="connsiteX517" fmla="*/ 188405 w 561975"/>
                  <a:gd name="connsiteY517" fmla="*/ 77343 h 276225"/>
                  <a:gd name="connsiteX518" fmla="*/ 186404 w 561975"/>
                  <a:gd name="connsiteY518" fmla="*/ 79724 h 276225"/>
                  <a:gd name="connsiteX519" fmla="*/ 182975 w 561975"/>
                  <a:gd name="connsiteY519" fmla="*/ 79915 h 276225"/>
                  <a:gd name="connsiteX520" fmla="*/ 180594 w 561975"/>
                  <a:gd name="connsiteY520" fmla="*/ 81820 h 276225"/>
                  <a:gd name="connsiteX521" fmla="*/ 177451 w 561975"/>
                  <a:gd name="connsiteY521" fmla="*/ 81344 h 276225"/>
                  <a:gd name="connsiteX522" fmla="*/ 175546 w 561975"/>
                  <a:gd name="connsiteY522" fmla="*/ 82677 h 276225"/>
                  <a:gd name="connsiteX523" fmla="*/ 170593 w 561975"/>
                  <a:gd name="connsiteY523" fmla="*/ 81629 h 276225"/>
                  <a:gd name="connsiteX524" fmla="*/ 167926 w 561975"/>
                  <a:gd name="connsiteY524" fmla="*/ 78296 h 276225"/>
                  <a:gd name="connsiteX525" fmla="*/ 164973 w 561975"/>
                  <a:gd name="connsiteY525" fmla="*/ 75438 h 276225"/>
                  <a:gd name="connsiteX526" fmla="*/ 161163 w 561975"/>
                  <a:gd name="connsiteY526" fmla="*/ 74200 h 276225"/>
                  <a:gd name="connsiteX527" fmla="*/ 157449 w 561975"/>
                  <a:gd name="connsiteY527" fmla="*/ 73247 h 276225"/>
                  <a:gd name="connsiteX528" fmla="*/ 150590 w 561975"/>
                  <a:gd name="connsiteY528" fmla="*/ 73247 h 276225"/>
                  <a:gd name="connsiteX529" fmla="*/ 148686 w 561975"/>
                  <a:gd name="connsiteY529" fmla="*/ 75438 h 276225"/>
                  <a:gd name="connsiteX530" fmla="*/ 146685 w 561975"/>
                  <a:gd name="connsiteY530" fmla="*/ 77533 h 276225"/>
                  <a:gd name="connsiteX531" fmla="*/ 145638 w 561975"/>
                  <a:gd name="connsiteY531" fmla="*/ 81153 h 276225"/>
                  <a:gd name="connsiteX532" fmla="*/ 144495 w 561975"/>
                  <a:gd name="connsiteY532" fmla="*/ 85249 h 276225"/>
                  <a:gd name="connsiteX533" fmla="*/ 142399 w 561975"/>
                  <a:gd name="connsiteY533" fmla="*/ 86963 h 276225"/>
                  <a:gd name="connsiteX534" fmla="*/ 138779 w 561975"/>
                  <a:gd name="connsiteY534" fmla="*/ 85630 h 276225"/>
                  <a:gd name="connsiteX535" fmla="*/ 133541 w 561975"/>
                  <a:gd name="connsiteY535" fmla="*/ 85820 h 276225"/>
                  <a:gd name="connsiteX536" fmla="*/ 131540 w 561975"/>
                  <a:gd name="connsiteY536" fmla="*/ 88202 h 276225"/>
                  <a:gd name="connsiteX537" fmla="*/ 130779 w 561975"/>
                  <a:gd name="connsiteY537" fmla="*/ 90202 h 276225"/>
                  <a:gd name="connsiteX538" fmla="*/ 128111 w 561975"/>
                  <a:gd name="connsiteY538" fmla="*/ 90678 h 276225"/>
                  <a:gd name="connsiteX539" fmla="*/ 124683 w 561975"/>
                  <a:gd name="connsiteY539" fmla="*/ 90869 h 276225"/>
                  <a:gd name="connsiteX540" fmla="*/ 123730 w 561975"/>
                  <a:gd name="connsiteY540" fmla="*/ 92202 h 276225"/>
                  <a:gd name="connsiteX541" fmla="*/ 125159 w 561975"/>
                  <a:gd name="connsiteY541" fmla="*/ 93631 h 276225"/>
                  <a:gd name="connsiteX542" fmla="*/ 127921 w 561975"/>
                  <a:gd name="connsiteY542" fmla="*/ 94488 h 276225"/>
                  <a:gd name="connsiteX543" fmla="*/ 128492 w 561975"/>
                  <a:gd name="connsiteY543" fmla="*/ 96488 h 276225"/>
                  <a:gd name="connsiteX544" fmla="*/ 127064 w 561975"/>
                  <a:gd name="connsiteY544" fmla="*/ 96869 h 276225"/>
                  <a:gd name="connsiteX545" fmla="*/ 124396 w 561975"/>
                  <a:gd name="connsiteY545" fmla="*/ 96965 h 276225"/>
                  <a:gd name="connsiteX546" fmla="*/ 122777 w 561975"/>
                  <a:gd name="connsiteY546" fmla="*/ 98489 h 276225"/>
                  <a:gd name="connsiteX547" fmla="*/ 123158 w 561975"/>
                  <a:gd name="connsiteY547" fmla="*/ 99727 h 276225"/>
                  <a:gd name="connsiteX548" fmla="*/ 125921 w 561975"/>
                  <a:gd name="connsiteY548" fmla="*/ 100394 h 276225"/>
                  <a:gd name="connsiteX549" fmla="*/ 126968 w 561975"/>
                  <a:gd name="connsiteY549" fmla="*/ 102108 h 276225"/>
                  <a:gd name="connsiteX550" fmla="*/ 126302 w 561975"/>
                  <a:gd name="connsiteY550" fmla="*/ 104775 h 276225"/>
                  <a:gd name="connsiteX551" fmla="*/ 124492 w 561975"/>
                  <a:gd name="connsiteY551" fmla="*/ 106394 h 276225"/>
                  <a:gd name="connsiteX552" fmla="*/ 121158 w 561975"/>
                  <a:gd name="connsiteY552" fmla="*/ 109442 h 276225"/>
                  <a:gd name="connsiteX553" fmla="*/ 117443 w 561975"/>
                  <a:gd name="connsiteY553" fmla="*/ 108395 h 276225"/>
                  <a:gd name="connsiteX554" fmla="*/ 114300 w 561975"/>
                  <a:gd name="connsiteY554" fmla="*/ 110681 h 276225"/>
                  <a:gd name="connsiteX555" fmla="*/ 111347 w 561975"/>
                  <a:gd name="connsiteY555" fmla="*/ 110585 h 276225"/>
                  <a:gd name="connsiteX556" fmla="*/ 109347 w 561975"/>
                  <a:gd name="connsiteY556" fmla="*/ 108680 h 276225"/>
                  <a:gd name="connsiteX557" fmla="*/ 105061 w 561975"/>
                  <a:gd name="connsiteY557" fmla="*/ 108680 h 276225"/>
                  <a:gd name="connsiteX558" fmla="*/ 102965 w 561975"/>
                  <a:gd name="connsiteY558" fmla="*/ 110300 h 276225"/>
                  <a:gd name="connsiteX559" fmla="*/ 98489 w 561975"/>
                  <a:gd name="connsiteY559" fmla="*/ 110681 h 276225"/>
                  <a:gd name="connsiteX560" fmla="*/ 95821 w 561975"/>
                  <a:gd name="connsiteY560" fmla="*/ 109157 h 276225"/>
                  <a:gd name="connsiteX561" fmla="*/ 92679 w 561975"/>
                  <a:gd name="connsiteY561" fmla="*/ 108299 h 276225"/>
                  <a:gd name="connsiteX562" fmla="*/ 87916 w 561975"/>
                  <a:gd name="connsiteY562" fmla="*/ 106966 h 276225"/>
                  <a:gd name="connsiteX563" fmla="*/ 86773 w 561975"/>
                  <a:gd name="connsiteY563" fmla="*/ 104489 h 276225"/>
                  <a:gd name="connsiteX564" fmla="*/ 87725 w 561975"/>
                  <a:gd name="connsiteY564" fmla="*/ 102679 h 276225"/>
                  <a:gd name="connsiteX565" fmla="*/ 89821 w 561975"/>
                  <a:gd name="connsiteY565" fmla="*/ 101441 h 276225"/>
                  <a:gd name="connsiteX566" fmla="*/ 89916 w 561975"/>
                  <a:gd name="connsiteY566" fmla="*/ 99727 h 276225"/>
                  <a:gd name="connsiteX567" fmla="*/ 86868 w 561975"/>
                  <a:gd name="connsiteY567" fmla="*/ 99536 h 276225"/>
                  <a:gd name="connsiteX568" fmla="*/ 85916 w 561975"/>
                  <a:gd name="connsiteY568" fmla="*/ 97727 h 276225"/>
                  <a:gd name="connsiteX569" fmla="*/ 83630 w 561975"/>
                  <a:gd name="connsiteY569" fmla="*/ 97346 h 276225"/>
                  <a:gd name="connsiteX570" fmla="*/ 82105 w 561975"/>
                  <a:gd name="connsiteY570" fmla="*/ 99060 h 276225"/>
                  <a:gd name="connsiteX571" fmla="*/ 81058 w 561975"/>
                  <a:gd name="connsiteY571" fmla="*/ 101346 h 276225"/>
                  <a:gd name="connsiteX572" fmla="*/ 83248 w 561975"/>
                  <a:gd name="connsiteY572" fmla="*/ 102299 h 276225"/>
                  <a:gd name="connsiteX573" fmla="*/ 82677 w 561975"/>
                  <a:gd name="connsiteY573" fmla="*/ 104299 h 276225"/>
                  <a:gd name="connsiteX574" fmla="*/ 80772 w 561975"/>
                  <a:gd name="connsiteY574" fmla="*/ 105537 h 276225"/>
                  <a:gd name="connsiteX575" fmla="*/ 79820 w 561975"/>
                  <a:gd name="connsiteY575" fmla="*/ 106490 h 27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</a:cxnLst>
                <a:rect l="l" t="t" r="r" b="b"/>
                <a:pathLst>
                  <a:path w="561975" h="276225">
                    <a:moveTo>
                      <a:pt x="79820" y="106490"/>
                    </a:moveTo>
                    <a:cubicBezTo>
                      <a:pt x="79915" y="107061"/>
                      <a:pt x="81153" y="107823"/>
                      <a:pt x="81058" y="108299"/>
                    </a:cubicBezTo>
                    <a:cubicBezTo>
                      <a:pt x="80867" y="108871"/>
                      <a:pt x="79343" y="108871"/>
                      <a:pt x="78867" y="109252"/>
                    </a:cubicBezTo>
                    <a:cubicBezTo>
                      <a:pt x="78105" y="109823"/>
                      <a:pt x="77058" y="111538"/>
                      <a:pt x="76867" y="112490"/>
                    </a:cubicBezTo>
                    <a:cubicBezTo>
                      <a:pt x="76677" y="113348"/>
                      <a:pt x="77724" y="115253"/>
                      <a:pt x="77248" y="115919"/>
                    </a:cubicBezTo>
                    <a:cubicBezTo>
                      <a:pt x="76962" y="116300"/>
                      <a:pt x="75915" y="116205"/>
                      <a:pt x="75533" y="116491"/>
                    </a:cubicBezTo>
                    <a:cubicBezTo>
                      <a:pt x="74867" y="117062"/>
                      <a:pt x="74295" y="118682"/>
                      <a:pt x="74009" y="119539"/>
                    </a:cubicBezTo>
                    <a:cubicBezTo>
                      <a:pt x="73819" y="120206"/>
                      <a:pt x="74200" y="121825"/>
                      <a:pt x="73819" y="122396"/>
                    </a:cubicBezTo>
                    <a:cubicBezTo>
                      <a:pt x="73438" y="122873"/>
                      <a:pt x="71914" y="122873"/>
                      <a:pt x="71438" y="123158"/>
                    </a:cubicBezTo>
                    <a:cubicBezTo>
                      <a:pt x="70866" y="123539"/>
                      <a:pt x="69818" y="124301"/>
                      <a:pt x="69533" y="124968"/>
                    </a:cubicBezTo>
                    <a:cubicBezTo>
                      <a:pt x="69152" y="125921"/>
                      <a:pt x="69818" y="128016"/>
                      <a:pt x="69628" y="128969"/>
                    </a:cubicBezTo>
                    <a:cubicBezTo>
                      <a:pt x="69533" y="129731"/>
                      <a:pt x="69247" y="131636"/>
                      <a:pt x="68485" y="132017"/>
                    </a:cubicBezTo>
                    <a:cubicBezTo>
                      <a:pt x="67818" y="132302"/>
                      <a:pt x="66294" y="131350"/>
                      <a:pt x="65627" y="131064"/>
                    </a:cubicBezTo>
                    <a:cubicBezTo>
                      <a:pt x="64770" y="130683"/>
                      <a:pt x="63341" y="129540"/>
                      <a:pt x="62484" y="129159"/>
                    </a:cubicBezTo>
                    <a:cubicBezTo>
                      <a:pt x="61817" y="128873"/>
                      <a:pt x="60293" y="128588"/>
                      <a:pt x="59627" y="128492"/>
                    </a:cubicBezTo>
                    <a:cubicBezTo>
                      <a:pt x="58770" y="128397"/>
                      <a:pt x="56960" y="128207"/>
                      <a:pt x="56198" y="128397"/>
                    </a:cubicBezTo>
                    <a:cubicBezTo>
                      <a:pt x="55436" y="128588"/>
                      <a:pt x="54102" y="129445"/>
                      <a:pt x="53530" y="130016"/>
                    </a:cubicBezTo>
                    <a:cubicBezTo>
                      <a:pt x="52769" y="130874"/>
                      <a:pt x="52102" y="133160"/>
                      <a:pt x="51721" y="134303"/>
                    </a:cubicBezTo>
                    <a:cubicBezTo>
                      <a:pt x="51435" y="135255"/>
                      <a:pt x="51626" y="137255"/>
                      <a:pt x="51245" y="138113"/>
                    </a:cubicBezTo>
                    <a:cubicBezTo>
                      <a:pt x="50959" y="138779"/>
                      <a:pt x="50102" y="139732"/>
                      <a:pt x="49625" y="140208"/>
                    </a:cubicBezTo>
                    <a:cubicBezTo>
                      <a:pt x="49149" y="140589"/>
                      <a:pt x="48006" y="141065"/>
                      <a:pt x="47625" y="141446"/>
                    </a:cubicBezTo>
                    <a:cubicBezTo>
                      <a:pt x="47054" y="141923"/>
                      <a:pt x="46197" y="143256"/>
                      <a:pt x="45720" y="143828"/>
                    </a:cubicBezTo>
                    <a:cubicBezTo>
                      <a:pt x="45148" y="144494"/>
                      <a:pt x="43911" y="145637"/>
                      <a:pt x="43434" y="146304"/>
                    </a:cubicBezTo>
                    <a:cubicBezTo>
                      <a:pt x="43053" y="146875"/>
                      <a:pt x="42767" y="148304"/>
                      <a:pt x="42291" y="148876"/>
                    </a:cubicBezTo>
                    <a:cubicBezTo>
                      <a:pt x="41720" y="149447"/>
                      <a:pt x="39720" y="150495"/>
                      <a:pt x="39529" y="150590"/>
                    </a:cubicBezTo>
                    <a:cubicBezTo>
                      <a:pt x="39338" y="150686"/>
                      <a:pt x="38195" y="152495"/>
                      <a:pt x="37910" y="153162"/>
                    </a:cubicBezTo>
                    <a:cubicBezTo>
                      <a:pt x="37529" y="154019"/>
                      <a:pt x="37338" y="155829"/>
                      <a:pt x="37052" y="156686"/>
                    </a:cubicBezTo>
                    <a:cubicBezTo>
                      <a:pt x="36767" y="157639"/>
                      <a:pt x="36481" y="159925"/>
                      <a:pt x="35719" y="160687"/>
                    </a:cubicBezTo>
                    <a:cubicBezTo>
                      <a:pt x="35147" y="161163"/>
                      <a:pt x="33528" y="160973"/>
                      <a:pt x="32861" y="161354"/>
                    </a:cubicBezTo>
                    <a:cubicBezTo>
                      <a:pt x="32004" y="161830"/>
                      <a:pt x="30861" y="163449"/>
                      <a:pt x="30385" y="164211"/>
                    </a:cubicBezTo>
                    <a:cubicBezTo>
                      <a:pt x="29813" y="164973"/>
                      <a:pt x="29337" y="167069"/>
                      <a:pt x="28575" y="167640"/>
                    </a:cubicBezTo>
                    <a:cubicBezTo>
                      <a:pt x="28099" y="168021"/>
                      <a:pt x="26575" y="167735"/>
                      <a:pt x="26098" y="168116"/>
                    </a:cubicBezTo>
                    <a:cubicBezTo>
                      <a:pt x="25337" y="168783"/>
                      <a:pt x="25051" y="171069"/>
                      <a:pt x="24575" y="171926"/>
                    </a:cubicBezTo>
                    <a:cubicBezTo>
                      <a:pt x="24194" y="172498"/>
                      <a:pt x="23146" y="173546"/>
                      <a:pt x="22765" y="174212"/>
                    </a:cubicBezTo>
                    <a:cubicBezTo>
                      <a:pt x="22384" y="174879"/>
                      <a:pt x="21908" y="176403"/>
                      <a:pt x="21527" y="177070"/>
                    </a:cubicBezTo>
                    <a:cubicBezTo>
                      <a:pt x="21146" y="177737"/>
                      <a:pt x="20003" y="178879"/>
                      <a:pt x="19431" y="179356"/>
                    </a:cubicBezTo>
                    <a:cubicBezTo>
                      <a:pt x="18765" y="179927"/>
                      <a:pt x="16383" y="181070"/>
                      <a:pt x="16383" y="181070"/>
                    </a:cubicBezTo>
                    <a:lnTo>
                      <a:pt x="0" y="102965"/>
                    </a:lnTo>
                    <a:lnTo>
                      <a:pt x="230410" y="49435"/>
                    </a:lnTo>
                    <a:lnTo>
                      <a:pt x="373475" y="13335"/>
                    </a:lnTo>
                    <a:lnTo>
                      <a:pt x="425482" y="0"/>
                    </a:lnTo>
                    <a:cubicBezTo>
                      <a:pt x="425291" y="1905"/>
                      <a:pt x="425291" y="4096"/>
                      <a:pt x="425482" y="5334"/>
                    </a:cubicBezTo>
                    <a:cubicBezTo>
                      <a:pt x="425863" y="8287"/>
                      <a:pt x="428720" y="16859"/>
                      <a:pt x="428720" y="16859"/>
                    </a:cubicBezTo>
                    <a:lnTo>
                      <a:pt x="484918" y="188024"/>
                    </a:lnTo>
                    <a:lnTo>
                      <a:pt x="560737" y="168974"/>
                    </a:lnTo>
                    <a:cubicBezTo>
                      <a:pt x="560927" y="172117"/>
                      <a:pt x="560927" y="176022"/>
                      <a:pt x="561118" y="178308"/>
                    </a:cubicBezTo>
                    <a:cubicBezTo>
                      <a:pt x="561308" y="180689"/>
                      <a:pt x="562737" y="185547"/>
                      <a:pt x="562356" y="188024"/>
                    </a:cubicBezTo>
                    <a:cubicBezTo>
                      <a:pt x="562070" y="190214"/>
                      <a:pt x="559022" y="193929"/>
                      <a:pt x="558642" y="196120"/>
                    </a:cubicBezTo>
                    <a:cubicBezTo>
                      <a:pt x="557975" y="199930"/>
                      <a:pt x="560165" y="207740"/>
                      <a:pt x="560356" y="211646"/>
                    </a:cubicBezTo>
                    <a:cubicBezTo>
                      <a:pt x="560451" y="215170"/>
                      <a:pt x="560642" y="222314"/>
                      <a:pt x="559975" y="225743"/>
                    </a:cubicBezTo>
                    <a:cubicBezTo>
                      <a:pt x="559404" y="228791"/>
                      <a:pt x="556546" y="234506"/>
                      <a:pt x="555498" y="237458"/>
                    </a:cubicBezTo>
                    <a:cubicBezTo>
                      <a:pt x="555308" y="238030"/>
                      <a:pt x="555022" y="238792"/>
                      <a:pt x="554736" y="239554"/>
                    </a:cubicBezTo>
                    <a:lnTo>
                      <a:pt x="511112" y="257746"/>
                    </a:lnTo>
                    <a:lnTo>
                      <a:pt x="511112" y="264509"/>
                    </a:lnTo>
                    <a:lnTo>
                      <a:pt x="504444" y="264509"/>
                    </a:lnTo>
                    <a:cubicBezTo>
                      <a:pt x="504825" y="263557"/>
                      <a:pt x="505302" y="262319"/>
                      <a:pt x="504825" y="261842"/>
                    </a:cubicBezTo>
                    <a:cubicBezTo>
                      <a:pt x="503587" y="260795"/>
                      <a:pt x="500444" y="263938"/>
                      <a:pt x="498920" y="264224"/>
                    </a:cubicBezTo>
                    <a:cubicBezTo>
                      <a:pt x="497681" y="264414"/>
                      <a:pt x="495205" y="263366"/>
                      <a:pt x="494062" y="263843"/>
                    </a:cubicBezTo>
                    <a:cubicBezTo>
                      <a:pt x="493109" y="264319"/>
                      <a:pt x="492252" y="266319"/>
                      <a:pt x="491776" y="267176"/>
                    </a:cubicBezTo>
                    <a:cubicBezTo>
                      <a:pt x="490919" y="268605"/>
                      <a:pt x="489681" y="271653"/>
                      <a:pt x="488633" y="272891"/>
                    </a:cubicBezTo>
                    <a:cubicBezTo>
                      <a:pt x="487966" y="273749"/>
                      <a:pt x="486442" y="275273"/>
                      <a:pt x="485490" y="275749"/>
                    </a:cubicBezTo>
                    <a:cubicBezTo>
                      <a:pt x="484727" y="276130"/>
                      <a:pt x="482727" y="276892"/>
                      <a:pt x="482061" y="276320"/>
                    </a:cubicBezTo>
                    <a:cubicBezTo>
                      <a:pt x="481394" y="275749"/>
                      <a:pt x="482155" y="273749"/>
                      <a:pt x="482061" y="272891"/>
                    </a:cubicBezTo>
                    <a:cubicBezTo>
                      <a:pt x="481965" y="271939"/>
                      <a:pt x="481775" y="270034"/>
                      <a:pt x="481489" y="269177"/>
                    </a:cubicBezTo>
                    <a:cubicBezTo>
                      <a:pt x="481108" y="267938"/>
                      <a:pt x="479584" y="265843"/>
                      <a:pt x="479489" y="264700"/>
                    </a:cubicBezTo>
                    <a:cubicBezTo>
                      <a:pt x="479393" y="263843"/>
                      <a:pt x="479965" y="262223"/>
                      <a:pt x="480156" y="261461"/>
                    </a:cubicBezTo>
                    <a:cubicBezTo>
                      <a:pt x="480441" y="260318"/>
                      <a:pt x="480346" y="257842"/>
                      <a:pt x="481203" y="257080"/>
                    </a:cubicBezTo>
                    <a:cubicBezTo>
                      <a:pt x="481870" y="256318"/>
                      <a:pt x="484347" y="256699"/>
                      <a:pt x="485108" y="256032"/>
                    </a:cubicBezTo>
                    <a:cubicBezTo>
                      <a:pt x="485775" y="255461"/>
                      <a:pt x="486346" y="253651"/>
                      <a:pt x="486346" y="252889"/>
                    </a:cubicBezTo>
                    <a:cubicBezTo>
                      <a:pt x="486346" y="252413"/>
                      <a:pt x="486061" y="251365"/>
                      <a:pt x="485680" y="251079"/>
                    </a:cubicBezTo>
                    <a:cubicBezTo>
                      <a:pt x="485013" y="250603"/>
                      <a:pt x="483108" y="250698"/>
                      <a:pt x="482441" y="251079"/>
                    </a:cubicBezTo>
                    <a:cubicBezTo>
                      <a:pt x="481584" y="251555"/>
                      <a:pt x="481203" y="253937"/>
                      <a:pt x="480346" y="254222"/>
                    </a:cubicBezTo>
                    <a:cubicBezTo>
                      <a:pt x="479870" y="254318"/>
                      <a:pt x="478727" y="253746"/>
                      <a:pt x="478441" y="253270"/>
                    </a:cubicBezTo>
                    <a:cubicBezTo>
                      <a:pt x="477964" y="252603"/>
                      <a:pt x="477774" y="250793"/>
                      <a:pt x="477870" y="249936"/>
                    </a:cubicBezTo>
                    <a:cubicBezTo>
                      <a:pt x="477964" y="249079"/>
                      <a:pt x="478631" y="247460"/>
                      <a:pt x="479108" y="246793"/>
                    </a:cubicBezTo>
                    <a:cubicBezTo>
                      <a:pt x="479584" y="246126"/>
                      <a:pt x="481489" y="245364"/>
                      <a:pt x="481775" y="244602"/>
                    </a:cubicBezTo>
                    <a:cubicBezTo>
                      <a:pt x="482155" y="243840"/>
                      <a:pt x="482061" y="241840"/>
                      <a:pt x="481489" y="241173"/>
                    </a:cubicBezTo>
                    <a:cubicBezTo>
                      <a:pt x="481108" y="240697"/>
                      <a:pt x="479584" y="240411"/>
                      <a:pt x="479013" y="240697"/>
                    </a:cubicBezTo>
                    <a:cubicBezTo>
                      <a:pt x="478536" y="240887"/>
                      <a:pt x="478346" y="242125"/>
                      <a:pt x="477964" y="242411"/>
                    </a:cubicBezTo>
                    <a:cubicBezTo>
                      <a:pt x="477393" y="242792"/>
                      <a:pt x="475965" y="242983"/>
                      <a:pt x="475298" y="243078"/>
                    </a:cubicBezTo>
                    <a:cubicBezTo>
                      <a:pt x="474440" y="243269"/>
                      <a:pt x="472345" y="243269"/>
                      <a:pt x="471774" y="243935"/>
                    </a:cubicBezTo>
                    <a:cubicBezTo>
                      <a:pt x="471297" y="244507"/>
                      <a:pt x="472059" y="246317"/>
                      <a:pt x="471678" y="246983"/>
                    </a:cubicBezTo>
                    <a:cubicBezTo>
                      <a:pt x="471392" y="247650"/>
                      <a:pt x="470249" y="248888"/>
                      <a:pt x="469488" y="248888"/>
                    </a:cubicBezTo>
                    <a:cubicBezTo>
                      <a:pt x="468916" y="248888"/>
                      <a:pt x="467963" y="247841"/>
                      <a:pt x="467583" y="247364"/>
                    </a:cubicBezTo>
                    <a:cubicBezTo>
                      <a:pt x="467106" y="246793"/>
                      <a:pt x="466344" y="245364"/>
                      <a:pt x="466249" y="244507"/>
                    </a:cubicBezTo>
                    <a:cubicBezTo>
                      <a:pt x="466058" y="243173"/>
                      <a:pt x="466725" y="240602"/>
                      <a:pt x="467202" y="239363"/>
                    </a:cubicBezTo>
                    <a:cubicBezTo>
                      <a:pt x="467392" y="238696"/>
                      <a:pt x="467868" y="237363"/>
                      <a:pt x="468249" y="236887"/>
                    </a:cubicBezTo>
                    <a:cubicBezTo>
                      <a:pt x="468916" y="236125"/>
                      <a:pt x="470631" y="234887"/>
                      <a:pt x="471488" y="234315"/>
                    </a:cubicBezTo>
                    <a:cubicBezTo>
                      <a:pt x="472440" y="233744"/>
                      <a:pt x="474536" y="233077"/>
                      <a:pt x="475298" y="232315"/>
                    </a:cubicBezTo>
                    <a:cubicBezTo>
                      <a:pt x="475774" y="231743"/>
                      <a:pt x="476631" y="230410"/>
                      <a:pt x="476631" y="229648"/>
                    </a:cubicBezTo>
                    <a:cubicBezTo>
                      <a:pt x="476631" y="228886"/>
                      <a:pt x="475869" y="227457"/>
                      <a:pt x="475298" y="227076"/>
                    </a:cubicBezTo>
                    <a:cubicBezTo>
                      <a:pt x="474917" y="226790"/>
                      <a:pt x="473773" y="226600"/>
                      <a:pt x="473202" y="226695"/>
                    </a:cubicBezTo>
                    <a:cubicBezTo>
                      <a:pt x="472536" y="226886"/>
                      <a:pt x="471774" y="228505"/>
                      <a:pt x="471107" y="228600"/>
                    </a:cubicBezTo>
                    <a:cubicBezTo>
                      <a:pt x="470440" y="228695"/>
                      <a:pt x="469297" y="227648"/>
                      <a:pt x="468821" y="227267"/>
                    </a:cubicBezTo>
                    <a:cubicBezTo>
                      <a:pt x="468249" y="226790"/>
                      <a:pt x="467487" y="225362"/>
                      <a:pt x="466820" y="224981"/>
                    </a:cubicBezTo>
                    <a:cubicBezTo>
                      <a:pt x="466058" y="224504"/>
                      <a:pt x="464154" y="223552"/>
                      <a:pt x="463296" y="223933"/>
                    </a:cubicBezTo>
                    <a:cubicBezTo>
                      <a:pt x="462915" y="224028"/>
                      <a:pt x="462534" y="224885"/>
                      <a:pt x="462534" y="225266"/>
                    </a:cubicBezTo>
                    <a:cubicBezTo>
                      <a:pt x="462629" y="226028"/>
                      <a:pt x="464344" y="226981"/>
                      <a:pt x="464439" y="227743"/>
                    </a:cubicBezTo>
                    <a:cubicBezTo>
                      <a:pt x="464534" y="228219"/>
                      <a:pt x="464154" y="229267"/>
                      <a:pt x="463772" y="229553"/>
                    </a:cubicBezTo>
                    <a:cubicBezTo>
                      <a:pt x="463296" y="229934"/>
                      <a:pt x="461963" y="230410"/>
                      <a:pt x="461486" y="230124"/>
                    </a:cubicBezTo>
                    <a:cubicBezTo>
                      <a:pt x="460915" y="229743"/>
                      <a:pt x="461296" y="228124"/>
                      <a:pt x="460820" y="227648"/>
                    </a:cubicBezTo>
                    <a:cubicBezTo>
                      <a:pt x="460439" y="227267"/>
                      <a:pt x="459296" y="227267"/>
                      <a:pt x="459010" y="226886"/>
                    </a:cubicBezTo>
                    <a:cubicBezTo>
                      <a:pt x="458438" y="226314"/>
                      <a:pt x="458438" y="224409"/>
                      <a:pt x="458058" y="223647"/>
                    </a:cubicBezTo>
                    <a:cubicBezTo>
                      <a:pt x="457677" y="222980"/>
                      <a:pt x="456248" y="222218"/>
                      <a:pt x="455962" y="221552"/>
                    </a:cubicBezTo>
                    <a:cubicBezTo>
                      <a:pt x="455676" y="220980"/>
                      <a:pt x="455200" y="219742"/>
                      <a:pt x="455390" y="219170"/>
                    </a:cubicBezTo>
                    <a:cubicBezTo>
                      <a:pt x="455581" y="218789"/>
                      <a:pt x="456724" y="218599"/>
                      <a:pt x="457010" y="218313"/>
                    </a:cubicBezTo>
                    <a:cubicBezTo>
                      <a:pt x="457295" y="218027"/>
                      <a:pt x="457677" y="217170"/>
                      <a:pt x="457867" y="216789"/>
                    </a:cubicBezTo>
                    <a:cubicBezTo>
                      <a:pt x="458058" y="216218"/>
                      <a:pt x="458629" y="215075"/>
                      <a:pt x="458534" y="214503"/>
                    </a:cubicBezTo>
                    <a:cubicBezTo>
                      <a:pt x="458438" y="213741"/>
                      <a:pt x="457391" y="212312"/>
                      <a:pt x="456724" y="211836"/>
                    </a:cubicBezTo>
                    <a:cubicBezTo>
                      <a:pt x="456152" y="211360"/>
                      <a:pt x="454629" y="210788"/>
                      <a:pt x="453866" y="210693"/>
                    </a:cubicBezTo>
                    <a:cubicBezTo>
                      <a:pt x="453200" y="210598"/>
                      <a:pt x="451676" y="210598"/>
                      <a:pt x="451295" y="211169"/>
                    </a:cubicBezTo>
                    <a:cubicBezTo>
                      <a:pt x="450914" y="211836"/>
                      <a:pt x="452152" y="213455"/>
                      <a:pt x="452247" y="214217"/>
                    </a:cubicBezTo>
                    <a:cubicBezTo>
                      <a:pt x="452438" y="214979"/>
                      <a:pt x="452724" y="216694"/>
                      <a:pt x="452438" y="217361"/>
                    </a:cubicBezTo>
                    <a:cubicBezTo>
                      <a:pt x="452057" y="218313"/>
                      <a:pt x="449485" y="219170"/>
                      <a:pt x="449199" y="220218"/>
                    </a:cubicBezTo>
                    <a:cubicBezTo>
                      <a:pt x="449009" y="220885"/>
                      <a:pt x="449485" y="222314"/>
                      <a:pt x="449866" y="222885"/>
                    </a:cubicBezTo>
                    <a:cubicBezTo>
                      <a:pt x="450247" y="223457"/>
                      <a:pt x="451866" y="223838"/>
                      <a:pt x="452247" y="224409"/>
                    </a:cubicBezTo>
                    <a:cubicBezTo>
                      <a:pt x="452724" y="225076"/>
                      <a:pt x="452819" y="226790"/>
                      <a:pt x="452914" y="227648"/>
                    </a:cubicBezTo>
                    <a:cubicBezTo>
                      <a:pt x="452914" y="228219"/>
                      <a:pt x="452628" y="229553"/>
                      <a:pt x="452724" y="230124"/>
                    </a:cubicBezTo>
                    <a:cubicBezTo>
                      <a:pt x="452914" y="230696"/>
                      <a:pt x="453962" y="231648"/>
                      <a:pt x="454247" y="232220"/>
                    </a:cubicBezTo>
                    <a:cubicBezTo>
                      <a:pt x="454629" y="232982"/>
                      <a:pt x="455581" y="234791"/>
                      <a:pt x="455009" y="235363"/>
                    </a:cubicBezTo>
                    <a:cubicBezTo>
                      <a:pt x="454438" y="236029"/>
                      <a:pt x="452152" y="235458"/>
                      <a:pt x="451295" y="235077"/>
                    </a:cubicBezTo>
                    <a:cubicBezTo>
                      <a:pt x="450914" y="234887"/>
                      <a:pt x="450152" y="234220"/>
                      <a:pt x="449866" y="233839"/>
                    </a:cubicBezTo>
                    <a:cubicBezTo>
                      <a:pt x="449485" y="233363"/>
                      <a:pt x="449389" y="232029"/>
                      <a:pt x="448818" y="231743"/>
                    </a:cubicBezTo>
                    <a:cubicBezTo>
                      <a:pt x="448152" y="231267"/>
                      <a:pt x="446056" y="232124"/>
                      <a:pt x="445389" y="231553"/>
                    </a:cubicBezTo>
                    <a:cubicBezTo>
                      <a:pt x="445104" y="231267"/>
                      <a:pt x="445008" y="230410"/>
                      <a:pt x="444818" y="230029"/>
                    </a:cubicBezTo>
                    <a:cubicBezTo>
                      <a:pt x="444532" y="229362"/>
                      <a:pt x="444151" y="227838"/>
                      <a:pt x="443579" y="227362"/>
                    </a:cubicBezTo>
                    <a:cubicBezTo>
                      <a:pt x="443103" y="226981"/>
                      <a:pt x="441960" y="226695"/>
                      <a:pt x="441484" y="226790"/>
                    </a:cubicBezTo>
                    <a:cubicBezTo>
                      <a:pt x="440817" y="226886"/>
                      <a:pt x="439960" y="228219"/>
                      <a:pt x="439293" y="228505"/>
                    </a:cubicBezTo>
                    <a:cubicBezTo>
                      <a:pt x="438531" y="228791"/>
                      <a:pt x="436626" y="228124"/>
                      <a:pt x="436150" y="228695"/>
                    </a:cubicBezTo>
                    <a:cubicBezTo>
                      <a:pt x="435769" y="229171"/>
                      <a:pt x="435959" y="230505"/>
                      <a:pt x="436245" y="231077"/>
                    </a:cubicBezTo>
                    <a:cubicBezTo>
                      <a:pt x="436531" y="231839"/>
                      <a:pt x="437579" y="233077"/>
                      <a:pt x="438341" y="233363"/>
                    </a:cubicBezTo>
                    <a:cubicBezTo>
                      <a:pt x="439008" y="233553"/>
                      <a:pt x="440531" y="232600"/>
                      <a:pt x="441293" y="232791"/>
                    </a:cubicBezTo>
                    <a:cubicBezTo>
                      <a:pt x="441960" y="232982"/>
                      <a:pt x="443484" y="233839"/>
                      <a:pt x="443579" y="234506"/>
                    </a:cubicBezTo>
                    <a:cubicBezTo>
                      <a:pt x="443675" y="235077"/>
                      <a:pt x="442913" y="236220"/>
                      <a:pt x="442436" y="236506"/>
                    </a:cubicBezTo>
                    <a:cubicBezTo>
                      <a:pt x="441960" y="236887"/>
                      <a:pt x="440627" y="237077"/>
                      <a:pt x="439960" y="237077"/>
                    </a:cubicBezTo>
                    <a:cubicBezTo>
                      <a:pt x="439293" y="237077"/>
                      <a:pt x="437960" y="236506"/>
                      <a:pt x="437388" y="236125"/>
                    </a:cubicBezTo>
                    <a:cubicBezTo>
                      <a:pt x="436531" y="235553"/>
                      <a:pt x="435102" y="233839"/>
                      <a:pt x="434436" y="232982"/>
                    </a:cubicBezTo>
                    <a:cubicBezTo>
                      <a:pt x="433959" y="232315"/>
                      <a:pt x="433197" y="230696"/>
                      <a:pt x="432721" y="230029"/>
                    </a:cubicBezTo>
                    <a:cubicBezTo>
                      <a:pt x="432245" y="229362"/>
                      <a:pt x="431197" y="227838"/>
                      <a:pt x="430435" y="227457"/>
                    </a:cubicBezTo>
                    <a:cubicBezTo>
                      <a:pt x="429768" y="227076"/>
                      <a:pt x="428149" y="227171"/>
                      <a:pt x="427292" y="227171"/>
                    </a:cubicBezTo>
                    <a:cubicBezTo>
                      <a:pt x="426530" y="227171"/>
                      <a:pt x="425101" y="227552"/>
                      <a:pt x="424434" y="227267"/>
                    </a:cubicBezTo>
                    <a:cubicBezTo>
                      <a:pt x="423863" y="226981"/>
                      <a:pt x="423101" y="225743"/>
                      <a:pt x="422910" y="225076"/>
                    </a:cubicBezTo>
                    <a:cubicBezTo>
                      <a:pt x="422720" y="224409"/>
                      <a:pt x="422529" y="222790"/>
                      <a:pt x="422910" y="222218"/>
                    </a:cubicBezTo>
                    <a:cubicBezTo>
                      <a:pt x="423291" y="221552"/>
                      <a:pt x="425291" y="221456"/>
                      <a:pt x="425482" y="220694"/>
                    </a:cubicBezTo>
                    <a:cubicBezTo>
                      <a:pt x="425672" y="219837"/>
                      <a:pt x="424149" y="218313"/>
                      <a:pt x="423291" y="218123"/>
                    </a:cubicBezTo>
                    <a:cubicBezTo>
                      <a:pt x="422529" y="217932"/>
                      <a:pt x="421100" y="219361"/>
                      <a:pt x="420338" y="219170"/>
                    </a:cubicBezTo>
                    <a:cubicBezTo>
                      <a:pt x="419577" y="219075"/>
                      <a:pt x="418433" y="217932"/>
                      <a:pt x="418148" y="217265"/>
                    </a:cubicBezTo>
                    <a:cubicBezTo>
                      <a:pt x="417767" y="216408"/>
                      <a:pt x="418243" y="214313"/>
                      <a:pt x="417957" y="213455"/>
                    </a:cubicBezTo>
                    <a:cubicBezTo>
                      <a:pt x="417576" y="212408"/>
                      <a:pt x="416338" y="210407"/>
                      <a:pt x="415480" y="209645"/>
                    </a:cubicBezTo>
                    <a:cubicBezTo>
                      <a:pt x="414719" y="208883"/>
                      <a:pt x="412528" y="208217"/>
                      <a:pt x="411766" y="207454"/>
                    </a:cubicBezTo>
                    <a:cubicBezTo>
                      <a:pt x="410813" y="206502"/>
                      <a:pt x="409004" y="204311"/>
                      <a:pt x="408623" y="202978"/>
                    </a:cubicBezTo>
                    <a:cubicBezTo>
                      <a:pt x="408432" y="202406"/>
                      <a:pt x="408432" y="201263"/>
                      <a:pt x="408718" y="200787"/>
                    </a:cubicBezTo>
                    <a:cubicBezTo>
                      <a:pt x="409290" y="199835"/>
                      <a:pt x="411575" y="198977"/>
                      <a:pt x="412623" y="198692"/>
                    </a:cubicBezTo>
                    <a:cubicBezTo>
                      <a:pt x="413481" y="198501"/>
                      <a:pt x="415480" y="199263"/>
                      <a:pt x="416147" y="198787"/>
                    </a:cubicBezTo>
                    <a:cubicBezTo>
                      <a:pt x="416719" y="198406"/>
                      <a:pt x="416909" y="196787"/>
                      <a:pt x="417100" y="196025"/>
                    </a:cubicBezTo>
                    <a:cubicBezTo>
                      <a:pt x="417290" y="195263"/>
                      <a:pt x="417767" y="193358"/>
                      <a:pt x="417195" y="192881"/>
                    </a:cubicBezTo>
                    <a:cubicBezTo>
                      <a:pt x="416529" y="192405"/>
                      <a:pt x="414719" y="194215"/>
                      <a:pt x="413957" y="194024"/>
                    </a:cubicBezTo>
                    <a:cubicBezTo>
                      <a:pt x="413004" y="193739"/>
                      <a:pt x="412147" y="191643"/>
                      <a:pt x="411480" y="190976"/>
                    </a:cubicBezTo>
                    <a:cubicBezTo>
                      <a:pt x="411099" y="190595"/>
                      <a:pt x="409861" y="190214"/>
                      <a:pt x="409575" y="189643"/>
                    </a:cubicBezTo>
                    <a:cubicBezTo>
                      <a:pt x="409290" y="189071"/>
                      <a:pt x="409575" y="187738"/>
                      <a:pt x="409861" y="187166"/>
                    </a:cubicBezTo>
                    <a:cubicBezTo>
                      <a:pt x="410146" y="186500"/>
                      <a:pt x="411766" y="185547"/>
                      <a:pt x="411766" y="184785"/>
                    </a:cubicBezTo>
                    <a:cubicBezTo>
                      <a:pt x="411766" y="184309"/>
                      <a:pt x="410528" y="183642"/>
                      <a:pt x="410623" y="183166"/>
                    </a:cubicBezTo>
                    <a:cubicBezTo>
                      <a:pt x="410718" y="182785"/>
                      <a:pt x="411575" y="182785"/>
                      <a:pt x="411861" y="182499"/>
                    </a:cubicBezTo>
                    <a:cubicBezTo>
                      <a:pt x="412147" y="182118"/>
                      <a:pt x="412242" y="181166"/>
                      <a:pt x="412433" y="180785"/>
                    </a:cubicBezTo>
                    <a:cubicBezTo>
                      <a:pt x="412814" y="180118"/>
                      <a:pt x="413766" y="178594"/>
                      <a:pt x="414528" y="178499"/>
                    </a:cubicBezTo>
                    <a:cubicBezTo>
                      <a:pt x="415100" y="178499"/>
                      <a:pt x="415766" y="179642"/>
                      <a:pt x="416338" y="179927"/>
                    </a:cubicBezTo>
                    <a:cubicBezTo>
                      <a:pt x="417005" y="180213"/>
                      <a:pt x="418719" y="180404"/>
                      <a:pt x="419386" y="180213"/>
                    </a:cubicBezTo>
                    <a:cubicBezTo>
                      <a:pt x="420053" y="180023"/>
                      <a:pt x="420910" y="178879"/>
                      <a:pt x="421481" y="178403"/>
                    </a:cubicBezTo>
                    <a:cubicBezTo>
                      <a:pt x="422148" y="177927"/>
                      <a:pt x="423863" y="177451"/>
                      <a:pt x="424244" y="176784"/>
                    </a:cubicBezTo>
                    <a:cubicBezTo>
                      <a:pt x="424625" y="176213"/>
                      <a:pt x="424625" y="174593"/>
                      <a:pt x="424339" y="174022"/>
                    </a:cubicBezTo>
                    <a:cubicBezTo>
                      <a:pt x="423958" y="173260"/>
                      <a:pt x="422529" y="172307"/>
                      <a:pt x="421767" y="172021"/>
                    </a:cubicBezTo>
                    <a:cubicBezTo>
                      <a:pt x="421100" y="171831"/>
                      <a:pt x="419767" y="172021"/>
                      <a:pt x="419100" y="172021"/>
                    </a:cubicBezTo>
                    <a:cubicBezTo>
                      <a:pt x="418433" y="172021"/>
                      <a:pt x="416909" y="172403"/>
                      <a:pt x="416243" y="172021"/>
                    </a:cubicBezTo>
                    <a:cubicBezTo>
                      <a:pt x="415671" y="171736"/>
                      <a:pt x="415290" y="170212"/>
                      <a:pt x="414719" y="169736"/>
                    </a:cubicBezTo>
                    <a:cubicBezTo>
                      <a:pt x="414147" y="169164"/>
                      <a:pt x="412338" y="168688"/>
                      <a:pt x="411861" y="168021"/>
                    </a:cubicBezTo>
                    <a:cubicBezTo>
                      <a:pt x="411385" y="167450"/>
                      <a:pt x="411480" y="165640"/>
                      <a:pt x="410909" y="165068"/>
                    </a:cubicBezTo>
                    <a:cubicBezTo>
                      <a:pt x="410528" y="164687"/>
                      <a:pt x="409575" y="164497"/>
                      <a:pt x="409099" y="164592"/>
                    </a:cubicBezTo>
                    <a:cubicBezTo>
                      <a:pt x="408527" y="164687"/>
                      <a:pt x="407480" y="165354"/>
                      <a:pt x="407289" y="165925"/>
                    </a:cubicBezTo>
                    <a:cubicBezTo>
                      <a:pt x="407098" y="166497"/>
                      <a:pt x="408527" y="167640"/>
                      <a:pt x="408242" y="168116"/>
                    </a:cubicBezTo>
                    <a:cubicBezTo>
                      <a:pt x="407861" y="168783"/>
                      <a:pt x="405861" y="168878"/>
                      <a:pt x="405194" y="168497"/>
                    </a:cubicBezTo>
                    <a:cubicBezTo>
                      <a:pt x="404527" y="168116"/>
                      <a:pt x="404622" y="166307"/>
                      <a:pt x="404051" y="165830"/>
                    </a:cubicBezTo>
                    <a:cubicBezTo>
                      <a:pt x="403765" y="165640"/>
                      <a:pt x="402908" y="165545"/>
                      <a:pt x="402527" y="165735"/>
                    </a:cubicBezTo>
                    <a:cubicBezTo>
                      <a:pt x="402050" y="166021"/>
                      <a:pt x="401288" y="167069"/>
                      <a:pt x="401193" y="167640"/>
                    </a:cubicBezTo>
                    <a:cubicBezTo>
                      <a:pt x="401098" y="168402"/>
                      <a:pt x="401670" y="169926"/>
                      <a:pt x="402050" y="170498"/>
                    </a:cubicBezTo>
                    <a:cubicBezTo>
                      <a:pt x="402336" y="170879"/>
                      <a:pt x="403384" y="171164"/>
                      <a:pt x="403670" y="171545"/>
                    </a:cubicBezTo>
                    <a:cubicBezTo>
                      <a:pt x="403956" y="171926"/>
                      <a:pt x="404336" y="172879"/>
                      <a:pt x="404336" y="173355"/>
                    </a:cubicBezTo>
                    <a:cubicBezTo>
                      <a:pt x="404241" y="174308"/>
                      <a:pt x="403384" y="176213"/>
                      <a:pt x="402622" y="176689"/>
                    </a:cubicBezTo>
                    <a:cubicBezTo>
                      <a:pt x="402050" y="176975"/>
                      <a:pt x="400621" y="176498"/>
                      <a:pt x="400050" y="176213"/>
                    </a:cubicBezTo>
                    <a:cubicBezTo>
                      <a:pt x="399288" y="175832"/>
                      <a:pt x="397764" y="174689"/>
                      <a:pt x="397479" y="173927"/>
                    </a:cubicBezTo>
                    <a:cubicBezTo>
                      <a:pt x="396907" y="172688"/>
                      <a:pt x="397383" y="169736"/>
                      <a:pt x="397288" y="168402"/>
                    </a:cubicBezTo>
                    <a:cubicBezTo>
                      <a:pt x="397193" y="167354"/>
                      <a:pt x="396716" y="165354"/>
                      <a:pt x="396716" y="164402"/>
                    </a:cubicBezTo>
                    <a:cubicBezTo>
                      <a:pt x="396716" y="163449"/>
                      <a:pt x="396716" y="161354"/>
                      <a:pt x="397097" y="160496"/>
                    </a:cubicBezTo>
                    <a:cubicBezTo>
                      <a:pt x="397479" y="159829"/>
                      <a:pt x="399002" y="158972"/>
                      <a:pt x="399193" y="158306"/>
                    </a:cubicBezTo>
                    <a:cubicBezTo>
                      <a:pt x="399574" y="157258"/>
                      <a:pt x="398526" y="155067"/>
                      <a:pt x="398812" y="153924"/>
                    </a:cubicBezTo>
                    <a:cubicBezTo>
                      <a:pt x="399002" y="153257"/>
                      <a:pt x="399955" y="152114"/>
                      <a:pt x="400431" y="151543"/>
                    </a:cubicBezTo>
                    <a:cubicBezTo>
                      <a:pt x="400812" y="151067"/>
                      <a:pt x="401764" y="150209"/>
                      <a:pt x="402050" y="149638"/>
                    </a:cubicBezTo>
                    <a:cubicBezTo>
                      <a:pt x="402336" y="148876"/>
                      <a:pt x="401764" y="147066"/>
                      <a:pt x="402241" y="146399"/>
                    </a:cubicBezTo>
                    <a:cubicBezTo>
                      <a:pt x="402527" y="146018"/>
                      <a:pt x="403479" y="145542"/>
                      <a:pt x="403956" y="145733"/>
                    </a:cubicBezTo>
                    <a:cubicBezTo>
                      <a:pt x="404813" y="146114"/>
                      <a:pt x="404813" y="148400"/>
                      <a:pt x="405384" y="149162"/>
                    </a:cubicBezTo>
                    <a:cubicBezTo>
                      <a:pt x="406051" y="149924"/>
                      <a:pt x="407670" y="151067"/>
                      <a:pt x="408623" y="151257"/>
                    </a:cubicBezTo>
                    <a:cubicBezTo>
                      <a:pt x="409385" y="151448"/>
                      <a:pt x="411099" y="151448"/>
                      <a:pt x="411671" y="150971"/>
                    </a:cubicBezTo>
                    <a:cubicBezTo>
                      <a:pt x="412433" y="150209"/>
                      <a:pt x="412718" y="147828"/>
                      <a:pt x="412528" y="146780"/>
                    </a:cubicBezTo>
                    <a:cubicBezTo>
                      <a:pt x="412433" y="146018"/>
                      <a:pt x="411480" y="144685"/>
                      <a:pt x="411004" y="144018"/>
                    </a:cubicBezTo>
                    <a:cubicBezTo>
                      <a:pt x="410433" y="143066"/>
                      <a:pt x="409004" y="141446"/>
                      <a:pt x="408527" y="140494"/>
                    </a:cubicBezTo>
                    <a:cubicBezTo>
                      <a:pt x="408051" y="139446"/>
                      <a:pt x="407670" y="137255"/>
                      <a:pt x="407384" y="136208"/>
                    </a:cubicBezTo>
                    <a:cubicBezTo>
                      <a:pt x="407098" y="135350"/>
                      <a:pt x="406813" y="133255"/>
                      <a:pt x="406146" y="132588"/>
                    </a:cubicBezTo>
                    <a:cubicBezTo>
                      <a:pt x="405765" y="132207"/>
                      <a:pt x="404717" y="131921"/>
                      <a:pt x="404241" y="131921"/>
                    </a:cubicBezTo>
                    <a:cubicBezTo>
                      <a:pt x="403765" y="131921"/>
                      <a:pt x="402527" y="132302"/>
                      <a:pt x="402336" y="132779"/>
                    </a:cubicBezTo>
                    <a:cubicBezTo>
                      <a:pt x="402050" y="133445"/>
                      <a:pt x="403289" y="134779"/>
                      <a:pt x="403193" y="135541"/>
                    </a:cubicBezTo>
                    <a:cubicBezTo>
                      <a:pt x="403098" y="136112"/>
                      <a:pt x="402527" y="137160"/>
                      <a:pt x="402050" y="137446"/>
                    </a:cubicBezTo>
                    <a:cubicBezTo>
                      <a:pt x="401574" y="137636"/>
                      <a:pt x="400431" y="137446"/>
                      <a:pt x="400050" y="137160"/>
                    </a:cubicBezTo>
                    <a:cubicBezTo>
                      <a:pt x="399383" y="136493"/>
                      <a:pt x="400145" y="134207"/>
                      <a:pt x="399669" y="133541"/>
                    </a:cubicBezTo>
                    <a:cubicBezTo>
                      <a:pt x="399479" y="133255"/>
                      <a:pt x="398812" y="132874"/>
                      <a:pt x="398526" y="132969"/>
                    </a:cubicBezTo>
                    <a:cubicBezTo>
                      <a:pt x="397955" y="133064"/>
                      <a:pt x="397097" y="134207"/>
                      <a:pt x="397002" y="134874"/>
                    </a:cubicBezTo>
                    <a:cubicBezTo>
                      <a:pt x="396907" y="135541"/>
                      <a:pt x="398145" y="136779"/>
                      <a:pt x="398050" y="137541"/>
                    </a:cubicBezTo>
                    <a:cubicBezTo>
                      <a:pt x="397955" y="138303"/>
                      <a:pt x="397288" y="139732"/>
                      <a:pt x="396621" y="140113"/>
                    </a:cubicBezTo>
                    <a:cubicBezTo>
                      <a:pt x="396050" y="140494"/>
                      <a:pt x="394526" y="139827"/>
                      <a:pt x="393859" y="140113"/>
                    </a:cubicBezTo>
                    <a:cubicBezTo>
                      <a:pt x="393383" y="140303"/>
                      <a:pt x="392716" y="141256"/>
                      <a:pt x="392716" y="141732"/>
                    </a:cubicBezTo>
                    <a:cubicBezTo>
                      <a:pt x="392716" y="142399"/>
                      <a:pt x="393668" y="143351"/>
                      <a:pt x="394049" y="143923"/>
                    </a:cubicBezTo>
                    <a:cubicBezTo>
                      <a:pt x="394526" y="144590"/>
                      <a:pt x="396050" y="145542"/>
                      <a:pt x="396145" y="146304"/>
                    </a:cubicBezTo>
                    <a:cubicBezTo>
                      <a:pt x="396240" y="146875"/>
                      <a:pt x="395383" y="148019"/>
                      <a:pt x="395002" y="148495"/>
                    </a:cubicBezTo>
                    <a:cubicBezTo>
                      <a:pt x="394526" y="148971"/>
                      <a:pt x="393383" y="149638"/>
                      <a:pt x="392906" y="150114"/>
                    </a:cubicBezTo>
                    <a:cubicBezTo>
                      <a:pt x="392335" y="150686"/>
                      <a:pt x="391763" y="152591"/>
                      <a:pt x="391002" y="152591"/>
                    </a:cubicBezTo>
                    <a:cubicBezTo>
                      <a:pt x="390430" y="152591"/>
                      <a:pt x="389763" y="151352"/>
                      <a:pt x="389573" y="150876"/>
                    </a:cubicBezTo>
                    <a:cubicBezTo>
                      <a:pt x="389192" y="150209"/>
                      <a:pt x="389001" y="148495"/>
                      <a:pt x="388811" y="147733"/>
                    </a:cubicBezTo>
                    <a:cubicBezTo>
                      <a:pt x="388620" y="146590"/>
                      <a:pt x="388525" y="144399"/>
                      <a:pt x="388334" y="143256"/>
                    </a:cubicBezTo>
                    <a:cubicBezTo>
                      <a:pt x="388144" y="141923"/>
                      <a:pt x="387858" y="139256"/>
                      <a:pt x="387668" y="137922"/>
                    </a:cubicBezTo>
                    <a:cubicBezTo>
                      <a:pt x="387477" y="136779"/>
                      <a:pt x="387191" y="133636"/>
                      <a:pt x="387287" y="133160"/>
                    </a:cubicBezTo>
                    <a:cubicBezTo>
                      <a:pt x="387382" y="132779"/>
                      <a:pt x="388048" y="130016"/>
                      <a:pt x="388239" y="128969"/>
                    </a:cubicBezTo>
                    <a:cubicBezTo>
                      <a:pt x="388430" y="128016"/>
                      <a:pt x="388811" y="126016"/>
                      <a:pt x="388811" y="124968"/>
                    </a:cubicBezTo>
                    <a:cubicBezTo>
                      <a:pt x="388811" y="123920"/>
                      <a:pt x="388239" y="121825"/>
                      <a:pt x="388334" y="120777"/>
                    </a:cubicBezTo>
                    <a:cubicBezTo>
                      <a:pt x="388430" y="119825"/>
                      <a:pt x="388715" y="117824"/>
                      <a:pt x="389382" y="117253"/>
                    </a:cubicBezTo>
                    <a:cubicBezTo>
                      <a:pt x="389858" y="116872"/>
                      <a:pt x="391383" y="116872"/>
                      <a:pt x="391859" y="117253"/>
                    </a:cubicBezTo>
                    <a:cubicBezTo>
                      <a:pt x="392621" y="117824"/>
                      <a:pt x="392239" y="120206"/>
                      <a:pt x="392621" y="121158"/>
                    </a:cubicBezTo>
                    <a:cubicBezTo>
                      <a:pt x="393002" y="122015"/>
                      <a:pt x="394145" y="123539"/>
                      <a:pt x="394716" y="124206"/>
                    </a:cubicBezTo>
                    <a:cubicBezTo>
                      <a:pt x="395288" y="124873"/>
                      <a:pt x="396621" y="126302"/>
                      <a:pt x="397479" y="126683"/>
                    </a:cubicBezTo>
                    <a:cubicBezTo>
                      <a:pt x="398526" y="127064"/>
                      <a:pt x="400717" y="127064"/>
                      <a:pt x="401860" y="127064"/>
                    </a:cubicBezTo>
                    <a:cubicBezTo>
                      <a:pt x="402813" y="127064"/>
                      <a:pt x="404622" y="126873"/>
                      <a:pt x="405384" y="126492"/>
                    </a:cubicBezTo>
                    <a:cubicBezTo>
                      <a:pt x="406146" y="126111"/>
                      <a:pt x="407004" y="124587"/>
                      <a:pt x="407575" y="123920"/>
                    </a:cubicBezTo>
                    <a:cubicBezTo>
                      <a:pt x="408051" y="123349"/>
                      <a:pt x="409194" y="122301"/>
                      <a:pt x="409385" y="121634"/>
                    </a:cubicBezTo>
                    <a:cubicBezTo>
                      <a:pt x="409670" y="120777"/>
                      <a:pt x="409575" y="118872"/>
                      <a:pt x="409099" y="118205"/>
                    </a:cubicBezTo>
                    <a:cubicBezTo>
                      <a:pt x="408718" y="117634"/>
                      <a:pt x="407194" y="117348"/>
                      <a:pt x="406813" y="116872"/>
                    </a:cubicBezTo>
                    <a:cubicBezTo>
                      <a:pt x="406337" y="116396"/>
                      <a:pt x="405575" y="115348"/>
                      <a:pt x="405575" y="114681"/>
                    </a:cubicBezTo>
                    <a:cubicBezTo>
                      <a:pt x="405479" y="114110"/>
                      <a:pt x="405861" y="112967"/>
                      <a:pt x="406146" y="112490"/>
                    </a:cubicBezTo>
                    <a:cubicBezTo>
                      <a:pt x="406432" y="112014"/>
                      <a:pt x="407289" y="111252"/>
                      <a:pt x="407480" y="110776"/>
                    </a:cubicBezTo>
                    <a:cubicBezTo>
                      <a:pt x="407670" y="110300"/>
                      <a:pt x="407956" y="109347"/>
                      <a:pt x="407861" y="108775"/>
                    </a:cubicBezTo>
                    <a:cubicBezTo>
                      <a:pt x="407765" y="108204"/>
                      <a:pt x="407480" y="107061"/>
                      <a:pt x="407004" y="106775"/>
                    </a:cubicBezTo>
                    <a:cubicBezTo>
                      <a:pt x="406432" y="106394"/>
                      <a:pt x="404813" y="106680"/>
                      <a:pt x="404146" y="106871"/>
                    </a:cubicBezTo>
                    <a:cubicBezTo>
                      <a:pt x="403479" y="107061"/>
                      <a:pt x="402241" y="107823"/>
                      <a:pt x="401764" y="108395"/>
                    </a:cubicBezTo>
                    <a:cubicBezTo>
                      <a:pt x="401288" y="109061"/>
                      <a:pt x="401003" y="110681"/>
                      <a:pt x="401003" y="111443"/>
                    </a:cubicBezTo>
                    <a:cubicBezTo>
                      <a:pt x="401003" y="112204"/>
                      <a:pt x="401384" y="113729"/>
                      <a:pt x="401479" y="114491"/>
                    </a:cubicBezTo>
                    <a:cubicBezTo>
                      <a:pt x="401574" y="115157"/>
                      <a:pt x="401574" y="116586"/>
                      <a:pt x="401860" y="117253"/>
                    </a:cubicBezTo>
                    <a:cubicBezTo>
                      <a:pt x="402146" y="117824"/>
                      <a:pt x="403574" y="118491"/>
                      <a:pt x="403765" y="119063"/>
                    </a:cubicBezTo>
                    <a:cubicBezTo>
                      <a:pt x="403956" y="119539"/>
                      <a:pt x="404051" y="120968"/>
                      <a:pt x="403574" y="121349"/>
                    </a:cubicBezTo>
                    <a:cubicBezTo>
                      <a:pt x="403193" y="121729"/>
                      <a:pt x="401860" y="121634"/>
                      <a:pt x="401384" y="121634"/>
                    </a:cubicBezTo>
                    <a:cubicBezTo>
                      <a:pt x="400812" y="121539"/>
                      <a:pt x="399574" y="121253"/>
                      <a:pt x="399193" y="120872"/>
                    </a:cubicBezTo>
                    <a:cubicBezTo>
                      <a:pt x="398431" y="120110"/>
                      <a:pt x="398050" y="117920"/>
                      <a:pt x="397955" y="116872"/>
                    </a:cubicBezTo>
                    <a:cubicBezTo>
                      <a:pt x="397859" y="115919"/>
                      <a:pt x="398240" y="114014"/>
                      <a:pt x="398145" y="113062"/>
                    </a:cubicBezTo>
                    <a:cubicBezTo>
                      <a:pt x="398050" y="112109"/>
                      <a:pt x="397193" y="110395"/>
                      <a:pt x="396907" y="109442"/>
                    </a:cubicBezTo>
                    <a:cubicBezTo>
                      <a:pt x="396621" y="108775"/>
                      <a:pt x="396336" y="107442"/>
                      <a:pt x="395954" y="106775"/>
                    </a:cubicBezTo>
                    <a:cubicBezTo>
                      <a:pt x="395478" y="105728"/>
                      <a:pt x="394431" y="103632"/>
                      <a:pt x="393478" y="102965"/>
                    </a:cubicBezTo>
                    <a:cubicBezTo>
                      <a:pt x="392811" y="102489"/>
                      <a:pt x="390716" y="102775"/>
                      <a:pt x="390144" y="102108"/>
                    </a:cubicBezTo>
                    <a:cubicBezTo>
                      <a:pt x="389668" y="101632"/>
                      <a:pt x="389763" y="100298"/>
                      <a:pt x="389668" y="99632"/>
                    </a:cubicBezTo>
                    <a:cubicBezTo>
                      <a:pt x="389477" y="98679"/>
                      <a:pt x="388906" y="96774"/>
                      <a:pt x="389192" y="95917"/>
                    </a:cubicBezTo>
                    <a:cubicBezTo>
                      <a:pt x="389382" y="94964"/>
                      <a:pt x="391192" y="93726"/>
                      <a:pt x="391478" y="92869"/>
                    </a:cubicBezTo>
                    <a:cubicBezTo>
                      <a:pt x="391763" y="91916"/>
                      <a:pt x="391383" y="89916"/>
                      <a:pt x="391478" y="88964"/>
                    </a:cubicBezTo>
                    <a:cubicBezTo>
                      <a:pt x="391573" y="87916"/>
                      <a:pt x="391859" y="85820"/>
                      <a:pt x="392145" y="84773"/>
                    </a:cubicBezTo>
                    <a:cubicBezTo>
                      <a:pt x="392430" y="83820"/>
                      <a:pt x="393383" y="82106"/>
                      <a:pt x="393764" y="81248"/>
                    </a:cubicBezTo>
                    <a:cubicBezTo>
                      <a:pt x="394145" y="80486"/>
                      <a:pt x="395002" y="79153"/>
                      <a:pt x="395383" y="78391"/>
                    </a:cubicBezTo>
                    <a:cubicBezTo>
                      <a:pt x="395669" y="77819"/>
                      <a:pt x="396336" y="76771"/>
                      <a:pt x="396240" y="76200"/>
                    </a:cubicBezTo>
                    <a:cubicBezTo>
                      <a:pt x="396145" y="75248"/>
                      <a:pt x="394240" y="74200"/>
                      <a:pt x="394049" y="73247"/>
                    </a:cubicBezTo>
                    <a:cubicBezTo>
                      <a:pt x="393859" y="72676"/>
                      <a:pt x="393954" y="71342"/>
                      <a:pt x="394335" y="70866"/>
                    </a:cubicBezTo>
                    <a:cubicBezTo>
                      <a:pt x="394811" y="70295"/>
                      <a:pt x="396526" y="70295"/>
                      <a:pt x="397097" y="69914"/>
                    </a:cubicBezTo>
                    <a:cubicBezTo>
                      <a:pt x="397479" y="69723"/>
                      <a:pt x="398336" y="69152"/>
                      <a:pt x="398622" y="68771"/>
                    </a:cubicBezTo>
                    <a:cubicBezTo>
                      <a:pt x="399002" y="68390"/>
                      <a:pt x="399288" y="67246"/>
                      <a:pt x="399669" y="66770"/>
                    </a:cubicBezTo>
                    <a:cubicBezTo>
                      <a:pt x="399955" y="66389"/>
                      <a:pt x="400812" y="66008"/>
                      <a:pt x="401003" y="65627"/>
                    </a:cubicBezTo>
                    <a:cubicBezTo>
                      <a:pt x="401384" y="65056"/>
                      <a:pt x="401193" y="63246"/>
                      <a:pt x="401764" y="62770"/>
                    </a:cubicBezTo>
                    <a:cubicBezTo>
                      <a:pt x="402431" y="62103"/>
                      <a:pt x="404432" y="61817"/>
                      <a:pt x="405289" y="61913"/>
                    </a:cubicBezTo>
                    <a:cubicBezTo>
                      <a:pt x="406241" y="61913"/>
                      <a:pt x="407956" y="63056"/>
                      <a:pt x="408813" y="63246"/>
                    </a:cubicBezTo>
                    <a:cubicBezTo>
                      <a:pt x="409670" y="63437"/>
                      <a:pt x="411671" y="63627"/>
                      <a:pt x="412433" y="63151"/>
                    </a:cubicBezTo>
                    <a:cubicBezTo>
                      <a:pt x="413290" y="62484"/>
                      <a:pt x="414242" y="60008"/>
                      <a:pt x="413766" y="59055"/>
                    </a:cubicBezTo>
                    <a:cubicBezTo>
                      <a:pt x="413481" y="58293"/>
                      <a:pt x="411671" y="57817"/>
                      <a:pt x="410813" y="57721"/>
                    </a:cubicBezTo>
                    <a:cubicBezTo>
                      <a:pt x="410242" y="57626"/>
                      <a:pt x="409099" y="58483"/>
                      <a:pt x="408623" y="58103"/>
                    </a:cubicBezTo>
                    <a:cubicBezTo>
                      <a:pt x="408147" y="57721"/>
                      <a:pt x="408051" y="56388"/>
                      <a:pt x="408242" y="55817"/>
                    </a:cubicBezTo>
                    <a:cubicBezTo>
                      <a:pt x="408623" y="54959"/>
                      <a:pt x="410433" y="54293"/>
                      <a:pt x="411004" y="53626"/>
                    </a:cubicBezTo>
                    <a:cubicBezTo>
                      <a:pt x="411480" y="53054"/>
                      <a:pt x="412052" y="51625"/>
                      <a:pt x="412242" y="50959"/>
                    </a:cubicBezTo>
                    <a:cubicBezTo>
                      <a:pt x="412528" y="50006"/>
                      <a:pt x="412909" y="47911"/>
                      <a:pt x="412433" y="47054"/>
                    </a:cubicBezTo>
                    <a:cubicBezTo>
                      <a:pt x="412052" y="46482"/>
                      <a:pt x="410242" y="46577"/>
                      <a:pt x="409766" y="46006"/>
                    </a:cubicBezTo>
                    <a:cubicBezTo>
                      <a:pt x="409099" y="45149"/>
                      <a:pt x="409004" y="42863"/>
                      <a:pt x="409004" y="41815"/>
                    </a:cubicBezTo>
                    <a:cubicBezTo>
                      <a:pt x="409004" y="40958"/>
                      <a:pt x="409194" y="39338"/>
                      <a:pt x="409385" y="38576"/>
                    </a:cubicBezTo>
                    <a:cubicBezTo>
                      <a:pt x="409575" y="37910"/>
                      <a:pt x="410528" y="36767"/>
                      <a:pt x="410623" y="36100"/>
                    </a:cubicBezTo>
                    <a:cubicBezTo>
                      <a:pt x="410813" y="35243"/>
                      <a:pt x="411195" y="33433"/>
                      <a:pt x="410813" y="32671"/>
                    </a:cubicBezTo>
                    <a:cubicBezTo>
                      <a:pt x="410528" y="32099"/>
                      <a:pt x="409480" y="31242"/>
                      <a:pt x="408908" y="31147"/>
                    </a:cubicBezTo>
                    <a:cubicBezTo>
                      <a:pt x="408147" y="30956"/>
                      <a:pt x="406432" y="31337"/>
                      <a:pt x="405861" y="31814"/>
                    </a:cubicBezTo>
                    <a:cubicBezTo>
                      <a:pt x="405194" y="32290"/>
                      <a:pt x="405003" y="34195"/>
                      <a:pt x="404336" y="34576"/>
                    </a:cubicBezTo>
                    <a:cubicBezTo>
                      <a:pt x="403574" y="35052"/>
                      <a:pt x="401479" y="34195"/>
                      <a:pt x="400621" y="34576"/>
                    </a:cubicBezTo>
                    <a:cubicBezTo>
                      <a:pt x="399288" y="35052"/>
                      <a:pt x="397193" y="37052"/>
                      <a:pt x="396430" y="38291"/>
                    </a:cubicBezTo>
                    <a:cubicBezTo>
                      <a:pt x="395764" y="39433"/>
                      <a:pt x="395192" y="42100"/>
                      <a:pt x="395288" y="43434"/>
                    </a:cubicBezTo>
                    <a:cubicBezTo>
                      <a:pt x="395383" y="44196"/>
                      <a:pt x="395764" y="45625"/>
                      <a:pt x="396336" y="46101"/>
                    </a:cubicBezTo>
                    <a:cubicBezTo>
                      <a:pt x="396716" y="46482"/>
                      <a:pt x="397859" y="46768"/>
                      <a:pt x="398431" y="46768"/>
                    </a:cubicBezTo>
                    <a:cubicBezTo>
                      <a:pt x="399002" y="46768"/>
                      <a:pt x="399955" y="46006"/>
                      <a:pt x="400527" y="46101"/>
                    </a:cubicBezTo>
                    <a:cubicBezTo>
                      <a:pt x="401193" y="46196"/>
                      <a:pt x="402336" y="47244"/>
                      <a:pt x="402717" y="47816"/>
                    </a:cubicBezTo>
                    <a:cubicBezTo>
                      <a:pt x="403289" y="48578"/>
                      <a:pt x="403956" y="50483"/>
                      <a:pt x="403765" y="51340"/>
                    </a:cubicBezTo>
                    <a:cubicBezTo>
                      <a:pt x="403670" y="52102"/>
                      <a:pt x="402622" y="53340"/>
                      <a:pt x="401955" y="53816"/>
                    </a:cubicBezTo>
                    <a:cubicBezTo>
                      <a:pt x="401003" y="54578"/>
                      <a:pt x="398431" y="54674"/>
                      <a:pt x="397669" y="55626"/>
                    </a:cubicBezTo>
                    <a:cubicBezTo>
                      <a:pt x="397002" y="56388"/>
                      <a:pt x="397288" y="58579"/>
                      <a:pt x="396716" y="59341"/>
                    </a:cubicBezTo>
                    <a:cubicBezTo>
                      <a:pt x="396240" y="60198"/>
                      <a:pt x="394240" y="60960"/>
                      <a:pt x="393764" y="61722"/>
                    </a:cubicBezTo>
                    <a:cubicBezTo>
                      <a:pt x="393097" y="62770"/>
                      <a:pt x="393002" y="65342"/>
                      <a:pt x="392430" y="66485"/>
                    </a:cubicBezTo>
                    <a:cubicBezTo>
                      <a:pt x="391954" y="67437"/>
                      <a:pt x="390430" y="68961"/>
                      <a:pt x="389668" y="69628"/>
                    </a:cubicBezTo>
                    <a:cubicBezTo>
                      <a:pt x="389287" y="70009"/>
                      <a:pt x="388525" y="70961"/>
                      <a:pt x="387954" y="70866"/>
                    </a:cubicBezTo>
                    <a:cubicBezTo>
                      <a:pt x="387287" y="70866"/>
                      <a:pt x="386620" y="69247"/>
                      <a:pt x="385953" y="69152"/>
                    </a:cubicBezTo>
                    <a:cubicBezTo>
                      <a:pt x="385572" y="69152"/>
                      <a:pt x="384715" y="69628"/>
                      <a:pt x="384524" y="70009"/>
                    </a:cubicBezTo>
                    <a:cubicBezTo>
                      <a:pt x="384143" y="70580"/>
                      <a:pt x="383858" y="72104"/>
                      <a:pt x="383953" y="72866"/>
                    </a:cubicBezTo>
                    <a:cubicBezTo>
                      <a:pt x="384143" y="73628"/>
                      <a:pt x="385572" y="74867"/>
                      <a:pt x="385667" y="75629"/>
                    </a:cubicBezTo>
                    <a:cubicBezTo>
                      <a:pt x="385763" y="76676"/>
                      <a:pt x="384715" y="78581"/>
                      <a:pt x="384048" y="79343"/>
                    </a:cubicBezTo>
                    <a:cubicBezTo>
                      <a:pt x="383667" y="79724"/>
                      <a:pt x="382810" y="80486"/>
                      <a:pt x="382429" y="80296"/>
                    </a:cubicBezTo>
                    <a:cubicBezTo>
                      <a:pt x="381571" y="80010"/>
                      <a:pt x="381191" y="78010"/>
                      <a:pt x="380905" y="77248"/>
                    </a:cubicBezTo>
                    <a:cubicBezTo>
                      <a:pt x="380715" y="76581"/>
                      <a:pt x="380905" y="75248"/>
                      <a:pt x="380715" y="74581"/>
                    </a:cubicBezTo>
                    <a:cubicBezTo>
                      <a:pt x="380524" y="73914"/>
                      <a:pt x="380238" y="72676"/>
                      <a:pt x="379762" y="72104"/>
                    </a:cubicBezTo>
                    <a:cubicBezTo>
                      <a:pt x="379476" y="71819"/>
                      <a:pt x="378905" y="71247"/>
                      <a:pt x="378523" y="71152"/>
                    </a:cubicBezTo>
                    <a:cubicBezTo>
                      <a:pt x="377762" y="70961"/>
                      <a:pt x="376142" y="71342"/>
                      <a:pt x="375571" y="71914"/>
                    </a:cubicBezTo>
                    <a:cubicBezTo>
                      <a:pt x="375095" y="72390"/>
                      <a:pt x="374618" y="73724"/>
                      <a:pt x="374714" y="74390"/>
                    </a:cubicBezTo>
                    <a:cubicBezTo>
                      <a:pt x="374809" y="75152"/>
                      <a:pt x="375857" y="76486"/>
                      <a:pt x="376333" y="77153"/>
                    </a:cubicBezTo>
                    <a:cubicBezTo>
                      <a:pt x="376619" y="77629"/>
                      <a:pt x="377571" y="78581"/>
                      <a:pt x="377666" y="79153"/>
                    </a:cubicBezTo>
                    <a:cubicBezTo>
                      <a:pt x="377762" y="79629"/>
                      <a:pt x="377286" y="80582"/>
                      <a:pt x="377000" y="80867"/>
                    </a:cubicBezTo>
                    <a:cubicBezTo>
                      <a:pt x="376238" y="81534"/>
                      <a:pt x="373952" y="81248"/>
                      <a:pt x="373285" y="81915"/>
                    </a:cubicBezTo>
                    <a:cubicBezTo>
                      <a:pt x="372333" y="82868"/>
                      <a:pt x="372237" y="85725"/>
                      <a:pt x="371952" y="87058"/>
                    </a:cubicBezTo>
                    <a:cubicBezTo>
                      <a:pt x="371856" y="87535"/>
                      <a:pt x="371285" y="88583"/>
                      <a:pt x="371475" y="89059"/>
                    </a:cubicBezTo>
                    <a:cubicBezTo>
                      <a:pt x="371761" y="89725"/>
                      <a:pt x="373856" y="89821"/>
                      <a:pt x="374142" y="90488"/>
                    </a:cubicBezTo>
                    <a:cubicBezTo>
                      <a:pt x="374428" y="91154"/>
                      <a:pt x="373571" y="92678"/>
                      <a:pt x="373380" y="93345"/>
                    </a:cubicBezTo>
                    <a:cubicBezTo>
                      <a:pt x="373095" y="94393"/>
                      <a:pt x="372618" y="96583"/>
                      <a:pt x="371952" y="97536"/>
                    </a:cubicBezTo>
                    <a:cubicBezTo>
                      <a:pt x="371475" y="98108"/>
                      <a:pt x="370047" y="98774"/>
                      <a:pt x="369475" y="99155"/>
                    </a:cubicBezTo>
                    <a:cubicBezTo>
                      <a:pt x="368522" y="99727"/>
                      <a:pt x="366617" y="100775"/>
                      <a:pt x="365570" y="101156"/>
                    </a:cubicBezTo>
                    <a:cubicBezTo>
                      <a:pt x="365093" y="101346"/>
                      <a:pt x="363950" y="101727"/>
                      <a:pt x="363474" y="101537"/>
                    </a:cubicBezTo>
                    <a:cubicBezTo>
                      <a:pt x="362712" y="101251"/>
                      <a:pt x="362236" y="99536"/>
                      <a:pt x="361665" y="98965"/>
                    </a:cubicBezTo>
                    <a:cubicBezTo>
                      <a:pt x="361379" y="98679"/>
                      <a:pt x="360807" y="98108"/>
                      <a:pt x="360426" y="98108"/>
                    </a:cubicBezTo>
                    <a:cubicBezTo>
                      <a:pt x="359855" y="98203"/>
                      <a:pt x="359093" y="99346"/>
                      <a:pt x="358902" y="99822"/>
                    </a:cubicBezTo>
                    <a:cubicBezTo>
                      <a:pt x="358616" y="100775"/>
                      <a:pt x="358712" y="102870"/>
                      <a:pt x="359093" y="103727"/>
                    </a:cubicBezTo>
                    <a:cubicBezTo>
                      <a:pt x="359473" y="104489"/>
                      <a:pt x="360902" y="105442"/>
                      <a:pt x="361665" y="105728"/>
                    </a:cubicBezTo>
                    <a:cubicBezTo>
                      <a:pt x="362521" y="106108"/>
                      <a:pt x="364331" y="105918"/>
                      <a:pt x="365284" y="106108"/>
                    </a:cubicBezTo>
                    <a:cubicBezTo>
                      <a:pt x="366522" y="106394"/>
                      <a:pt x="368904" y="107252"/>
                      <a:pt x="370047" y="107728"/>
                    </a:cubicBezTo>
                    <a:cubicBezTo>
                      <a:pt x="370904" y="108109"/>
                      <a:pt x="372713" y="108966"/>
                      <a:pt x="373285" y="109728"/>
                    </a:cubicBezTo>
                    <a:cubicBezTo>
                      <a:pt x="374238" y="110871"/>
                      <a:pt x="374714" y="114014"/>
                      <a:pt x="375381" y="115348"/>
                    </a:cubicBezTo>
                    <a:cubicBezTo>
                      <a:pt x="375666" y="115824"/>
                      <a:pt x="376428" y="116681"/>
                      <a:pt x="376619" y="117253"/>
                    </a:cubicBezTo>
                    <a:cubicBezTo>
                      <a:pt x="377000" y="118396"/>
                      <a:pt x="376809" y="121063"/>
                      <a:pt x="377476" y="122015"/>
                    </a:cubicBezTo>
                    <a:cubicBezTo>
                      <a:pt x="377952" y="122587"/>
                      <a:pt x="379572" y="122968"/>
                      <a:pt x="380143" y="123349"/>
                    </a:cubicBezTo>
                    <a:cubicBezTo>
                      <a:pt x="381000" y="123920"/>
                      <a:pt x="383000" y="125063"/>
                      <a:pt x="383096" y="126111"/>
                    </a:cubicBezTo>
                    <a:cubicBezTo>
                      <a:pt x="383286" y="127254"/>
                      <a:pt x="381477" y="129064"/>
                      <a:pt x="380810" y="129921"/>
                    </a:cubicBezTo>
                    <a:cubicBezTo>
                      <a:pt x="380143" y="130683"/>
                      <a:pt x="378523" y="131731"/>
                      <a:pt x="377762" y="132398"/>
                    </a:cubicBezTo>
                    <a:cubicBezTo>
                      <a:pt x="377095" y="133064"/>
                      <a:pt x="375476" y="134207"/>
                      <a:pt x="375190" y="135160"/>
                    </a:cubicBezTo>
                    <a:cubicBezTo>
                      <a:pt x="374999" y="135731"/>
                      <a:pt x="375381" y="137065"/>
                      <a:pt x="375666" y="137541"/>
                    </a:cubicBezTo>
                    <a:cubicBezTo>
                      <a:pt x="376047" y="138303"/>
                      <a:pt x="377952" y="139160"/>
                      <a:pt x="378143" y="140018"/>
                    </a:cubicBezTo>
                    <a:cubicBezTo>
                      <a:pt x="378429" y="141065"/>
                      <a:pt x="377762" y="143256"/>
                      <a:pt x="377286" y="144209"/>
                    </a:cubicBezTo>
                    <a:cubicBezTo>
                      <a:pt x="376904" y="144971"/>
                      <a:pt x="375476" y="146018"/>
                      <a:pt x="375285" y="146780"/>
                    </a:cubicBezTo>
                    <a:cubicBezTo>
                      <a:pt x="375190" y="147352"/>
                      <a:pt x="375857" y="148590"/>
                      <a:pt x="375761" y="149257"/>
                    </a:cubicBezTo>
                    <a:cubicBezTo>
                      <a:pt x="375666" y="150019"/>
                      <a:pt x="374428" y="151162"/>
                      <a:pt x="374523" y="151924"/>
                    </a:cubicBezTo>
                    <a:cubicBezTo>
                      <a:pt x="374618" y="152591"/>
                      <a:pt x="375761" y="153448"/>
                      <a:pt x="376238" y="153924"/>
                    </a:cubicBezTo>
                    <a:cubicBezTo>
                      <a:pt x="376809" y="154496"/>
                      <a:pt x="378429" y="155258"/>
                      <a:pt x="378619" y="156115"/>
                    </a:cubicBezTo>
                    <a:cubicBezTo>
                      <a:pt x="379000" y="157258"/>
                      <a:pt x="378143" y="159544"/>
                      <a:pt x="377666" y="160687"/>
                    </a:cubicBezTo>
                    <a:cubicBezTo>
                      <a:pt x="377286" y="161544"/>
                      <a:pt x="376142" y="163068"/>
                      <a:pt x="375666" y="163830"/>
                    </a:cubicBezTo>
                    <a:cubicBezTo>
                      <a:pt x="375190" y="164497"/>
                      <a:pt x="374142" y="165640"/>
                      <a:pt x="373761" y="166402"/>
                    </a:cubicBezTo>
                    <a:cubicBezTo>
                      <a:pt x="373475" y="167069"/>
                      <a:pt x="373095" y="168688"/>
                      <a:pt x="373189" y="169450"/>
                    </a:cubicBezTo>
                    <a:cubicBezTo>
                      <a:pt x="373285" y="170117"/>
                      <a:pt x="374333" y="171736"/>
                      <a:pt x="374333" y="171926"/>
                    </a:cubicBezTo>
                    <a:cubicBezTo>
                      <a:pt x="374333" y="172117"/>
                      <a:pt x="377190" y="174022"/>
                      <a:pt x="377857" y="175070"/>
                    </a:cubicBezTo>
                    <a:cubicBezTo>
                      <a:pt x="378333" y="175927"/>
                      <a:pt x="378333" y="178213"/>
                      <a:pt x="378523" y="179165"/>
                    </a:cubicBezTo>
                    <a:cubicBezTo>
                      <a:pt x="378714" y="180213"/>
                      <a:pt x="379000" y="182309"/>
                      <a:pt x="379572" y="183261"/>
                    </a:cubicBezTo>
                    <a:cubicBezTo>
                      <a:pt x="380048" y="184118"/>
                      <a:pt x="382048" y="185166"/>
                      <a:pt x="382524" y="186119"/>
                    </a:cubicBezTo>
                    <a:cubicBezTo>
                      <a:pt x="383096" y="187166"/>
                      <a:pt x="383286" y="189643"/>
                      <a:pt x="383667" y="190786"/>
                    </a:cubicBezTo>
                    <a:cubicBezTo>
                      <a:pt x="384048" y="192119"/>
                      <a:pt x="384810" y="194596"/>
                      <a:pt x="385191" y="195929"/>
                    </a:cubicBezTo>
                    <a:cubicBezTo>
                      <a:pt x="385858" y="198215"/>
                      <a:pt x="386429" y="203168"/>
                      <a:pt x="387763" y="205264"/>
                    </a:cubicBezTo>
                    <a:cubicBezTo>
                      <a:pt x="388715" y="206693"/>
                      <a:pt x="391668" y="208502"/>
                      <a:pt x="393002" y="209645"/>
                    </a:cubicBezTo>
                    <a:cubicBezTo>
                      <a:pt x="393954" y="210503"/>
                      <a:pt x="395954" y="212122"/>
                      <a:pt x="396907" y="212884"/>
                    </a:cubicBezTo>
                    <a:cubicBezTo>
                      <a:pt x="398717" y="214122"/>
                      <a:pt x="402813" y="216027"/>
                      <a:pt x="404336" y="217646"/>
                    </a:cubicBezTo>
                    <a:cubicBezTo>
                      <a:pt x="405384" y="218694"/>
                      <a:pt x="407098" y="221266"/>
                      <a:pt x="407480" y="222599"/>
                    </a:cubicBezTo>
                    <a:cubicBezTo>
                      <a:pt x="407765" y="223457"/>
                      <a:pt x="407670" y="225457"/>
                      <a:pt x="407480" y="226314"/>
                    </a:cubicBezTo>
                    <a:cubicBezTo>
                      <a:pt x="407289" y="227362"/>
                      <a:pt x="406051" y="229076"/>
                      <a:pt x="405955" y="230124"/>
                    </a:cubicBezTo>
                    <a:cubicBezTo>
                      <a:pt x="405955" y="230791"/>
                      <a:pt x="406241" y="232124"/>
                      <a:pt x="406718" y="232600"/>
                    </a:cubicBezTo>
                    <a:cubicBezTo>
                      <a:pt x="407194" y="232982"/>
                      <a:pt x="408813" y="232600"/>
                      <a:pt x="409385" y="232886"/>
                    </a:cubicBezTo>
                    <a:cubicBezTo>
                      <a:pt x="409861" y="233172"/>
                      <a:pt x="410623" y="234029"/>
                      <a:pt x="410813" y="234601"/>
                    </a:cubicBezTo>
                    <a:cubicBezTo>
                      <a:pt x="411099" y="235363"/>
                      <a:pt x="410623" y="237077"/>
                      <a:pt x="410528" y="237935"/>
                    </a:cubicBezTo>
                    <a:cubicBezTo>
                      <a:pt x="410433" y="238792"/>
                      <a:pt x="409766" y="240506"/>
                      <a:pt x="409861" y="241364"/>
                    </a:cubicBezTo>
                    <a:cubicBezTo>
                      <a:pt x="409956" y="242697"/>
                      <a:pt x="411099" y="245078"/>
                      <a:pt x="411956" y="246126"/>
                    </a:cubicBezTo>
                    <a:cubicBezTo>
                      <a:pt x="412718" y="247174"/>
                      <a:pt x="415004" y="248603"/>
                      <a:pt x="416052" y="249365"/>
                    </a:cubicBezTo>
                    <a:cubicBezTo>
                      <a:pt x="417005" y="250031"/>
                      <a:pt x="419100" y="251270"/>
                      <a:pt x="419958" y="252032"/>
                    </a:cubicBezTo>
                    <a:cubicBezTo>
                      <a:pt x="420624" y="252603"/>
                      <a:pt x="422243" y="253841"/>
                      <a:pt x="422624" y="254794"/>
                    </a:cubicBezTo>
                    <a:cubicBezTo>
                      <a:pt x="423006" y="255842"/>
                      <a:pt x="422339" y="258223"/>
                      <a:pt x="422624" y="259271"/>
                    </a:cubicBezTo>
                    <a:cubicBezTo>
                      <a:pt x="422910" y="260414"/>
                      <a:pt x="424339" y="262509"/>
                      <a:pt x="425005" y="263557"/>
                    </a:cubicBezTo>
                    <a:cubicBezTo>
                      <a:pt x="425577" y="264509"/>
                      <a:pt x="426911" y="266414"/>
                      <a:pt x="427101" y="267462"/>
                    </a:cubicBezTo>
                    <a:cubicBezTo>
                      <a:pt x="427292" y="268319"/>
                      <a:pt x="427577" y="270224"/>
                      <a:pt x="427006" y="270796"/>
                    </a:cubicBezTo>
                    <a:cubicBezTo>
                      <a:pt x="426339" y="271367"/>
                      <a:pt x="424339" y="271082"/>
                      <a:pt x="423577" y="270796"/>
                    </a:cubicBezTo>
                    <a:cubicBezTo>
                      <a:pt x="422910" y="270510"/>
                      <a:pt x="421958" y="269177"/>
                      <a:pt x="421386" y="268700"/>
                    </a:cubicBezTo>
                    <a:cubicBezTo>
                      <a:pt x="420720" y="268034"/>
                      <a:pt x="419481" y="266319"/>
                      <a:pt x="418624" y="265748"/>
                    </a:cubicBezTo>
                    <a:cubicBezTo>
                      <a:pt x="417767" y="265176"/>
                      <a:pt x="415671" y="264890"/>
                      <a:pt x="415004" y="264224"/>
                    </a:cubicBezTo>
                    <a:cubicBezTo>
                      <a:pt x="414147" y="263462"/>
                      <a:pt x="413576" y="260795"/>
                      <a:pt x="412623" y="260223"/>
                    </a:cubicBezTo>
                    <a:cubicBezTo>
                      <a:pt x="411861" y="259747"/>
                      <a:pt x="409956" y="259271"/>
                      <a:pt x="409194" y="259652"/>
                    </a:cubicBezTo>
                    <a:cubicBezTo>
                      <a:pt x="408623" y="259937"/>
                      <a:pt x="407765" y="261366"/>
                      <a:pt x="407861" y="262033"/>
                    </a:cubicBezTo>
                    <a:cubicBezTo>
                      <a:pt x="407861" y="262700"/>
                      <a:pt x="409385" y="263366"/>
                      <a:pt x="409480" y="264033"/>
                    </a:cubicBezTo>
                    <a:cubicBezTo>
                      <a:pt x="409670" y="264795"/>
                      <a:pt x="409099" y="266700"/>
                      <a:pt x="408432" y="267081"/>
                    </a:cubicBezTo>
                    <a:cubicBezTo>
                      <a:pt x="407861" y="267367"/>
                      <a:pt x="406527" y="266605"/>
                      <a:pt x="405955" y="266224"/>
                    </a:cubicBezTo>
                    <a:cubicBezTo>
                      <a:pt x="405194" y="265652"/>
                      <a:pt x="404717" y="263747"/>
                      <a:pt x="404051" y="263081"/>
                    </a:cubicBezTo>
                    <a:cubicBezTo>
                      <a:pt x="403670" y="262700"/>
                      <a:pt x="402717" y="261938"/>
                      <a:pt x="402146" y="261842"/>
                    </a:cubicBezTo>
                    <a:cubicBezTo>
                      <a:pt x="401288" y="261652"/>
                      <a:pt x="399479" y="262795"/>
                      <a:pt x="398812" y="262319"/>
                    </a:cubicBezTo>
                    <a:cubicBezTo>
                      <a:pt x="398240" y="261842"/>
                      <a:pt x="398812" y="260033"/>
                      <a:pt x="398431" y="259366"/>
                    </a:cubicBezTo>
                    <a:cubicBezTo>
                      <a:pt x="397764" y="258128"/>
                      <a:pt x="395192" y="256508"/>
                      <a:pt x="394049" y="255651"/>
                    </a:cubicBezTo>
                    <a:cubicBezTo>
                      <a:pt x="393383" y="255079"/>
                      <a:pt x="392145" y="253937"/>
                      <a:pt x="391383" y="253556"/>
                    </a:cubicBezTo>
                    <a:cubicBezTo>
                      <a:pt x="390620" y="253270"/>
                      <a:pt x="388811" y="253270"/>
                      <a:pt x="388048" y="253079"/>
                    </a:cubicBezTo>
                    <a:cubicBezTo>
                      <a:pt x="386905" y="252794"/>
                      <a:pt x="384810" y="251841"/>
                      <a:pt x="383667" y="251746"/>
                    </a:cubicBezTo>
                    <a:cubicBezTo>
                      <a:pt x="382429" y="251650"/>
                      <a:pt x="380143" y="252413"/>
                      <a:pt x="378905" y="252603"/>
                    </a:cubicBezTo>
                    <a:cubicBezTo>
                      <a:pt x="377380" y="252889"/>
                      <a:pt x="374047" y="252794"/>
                      <a:pt x="372713" y="253651"/>
                    </a:cubicBezTo>
                    <a:cubicBezTo>
                      <a:pt x="372237" y="253937"/>
                      <a:pt x="371856" y="255079"/>
                      <a:pt x="371475" y="255461"/>
                    </a:cubicBezTo>
                    <a:cubicBezTo>
                      <a:pt x="370713" y="256032"/>
                      <a:pt x="368998" y="256985"/>
                      <a:pt x="368046" y="257080"/>
                    </a:cubicBezTo>
                    <a:cubicBezTo>
                      <a:pt x="367379" y="257175"/>
                      <a:pt x="365951" y="256985"/>
                      <a:pt x="365284" y="256699"/>
                    </a:cubicBezTo>
                    <a:cubicBezTo>
                      <a:pt x="364427" y="256318"/>
                      <a:pt x="362903" y="254889"/>
                      <a:pt x="362521" y="254032"/>
                    </a:cubicBezTo>
                    <a:cubicBezTo>
                      <a:pt x="362331" y="253365"/>
                      <a:pt x="362903" y="251936"/>
                      <a:pt x="362808" y="251270"/>
                    </a:cubicBezTo>
                    <a:cubicBezTo>
                      <a:pt x="362712" y="250508"/>
                      <a:pt x="362427" y="248888"/>
                      <a:pt x="362045" y="248221"/>
                    </a:cubicBezTo>
                    <a:cubicBezTo>
                      <a:pt x="361760" y="247745"/>
                      <a:pt x="361093" y="246983"/>
                      <a:pt x="360617" y="246793"/>
                    </a:cubicBezTo>
                    <a:cubicBezTo>
                      <a:pt x="360045" y="246507"/>
                      <a:pt x="358521" y="246507"/>
                      <a:pt x="357950" y="246793"/>
                    </a:cubicBezTo>
                    <a:cubicBezTo>
                      <a:pt x="357474" y="247079"/>
                      <a:pt x="356616" y="248221"/>
                      <a:pt x="356711" y="248793"/>
                    </a:cubicBezTo>
                    <a:cubicBezTo>
                      <a:pt x="356807" y="249269"/>
                      <a:pt x="358045" y="249650"/>
                      <a:pt x="358236" y="250127"/>
                    </a:cubicBezTo>
                    <a:cubicBezTo>
                      <a:pt x="358521" y="250698"/>
                      <a:pt x="358712" y="252222"/>
                      <a:pt x="358426" y="252698"/>
                    </a:cubicBezTo>
                    <a:cubicBezTo>
                      <a:pt x="358045" y="253270"/>
                      <a:pt x="356521" y="253746"/>
                      <a:pt x="355854" y="253651"/>
                    </a:cubicBezTo>
                    <a:cubicBezTo>
                      <a:pt x="355188" y="253556"/>
                      <a:pt x="354235" y="252508"/>
                      <a:pt x="353663" y="252222"/>
                    </a:cubicBezTo>
                    <a:cubicBezTo>
                      <a:pt x="352711" y="251841"/>
                      <a:pt x="350615" y="251936"/>
                      <a:pt x="349758" y="251365"/>
                    </a:cubicBezTo>
                    <a:cubicBezTo>
                      <a:pt x="348805" y="250698"/>
                      <a:pt x="347758" y="248412"/>
                      <a:pt x="346996" y="247555"/>
                    </a:cubicBezTo>
                    <a:cubicBezTo>
                      <a:pt x="346424" y="246983"/>
                      <a:pt x="345186" y="246031"/>
                      <a:pt x="344424" y="245745"/>
                    </a:cubicBezTo>
                    <a:cubicBezTo>
                      <a:pt x="343567" y="245364"/>
                      <a:pt x="341472" y="245745"/>
                      <a:pt x="340614" y="245364"/>
                    </a:cubicBezTo>
                    <a:cubicBezTo>
                      <a:pt x="339662" y="244888"/>
                      <a:pt x="338328" y="243269"/>
                      <a:pt x="337852" y="242411"/>
                    </a:cubicBezTo>
                    <a:cubicBezTo>
                      <a:pt x="337281" y="241364"/>
                      <a:pt x="337376" y="238887"/>
                      <a:pt x="336995" y="237744"/>
                    </a:cubicBezTo>
                    <a:cubicBezTo>
                      <a:pt x="336518" y="236506"/>
                      <a:pt x="335185" y="234315"/>
                      <a:pt x="334423" y="233363"/>
                    </a:cubicBezTo>
                    <a:cubicBezTo>
                      <a:pt x="333852" y="232600"/>
                      <a:pt x="332518" y="231077"/>
                      <a:pt x="331661" y="230696"/>
                    </a:cubicBezTo>
                    <a:cubicBezTo>
                      <a:pt x="331089" y="230505"/>
                      <a:pt x="329661" y="230505"/>
                      <a:pt x="329089" y="230791"/>
                    </a:cubicBezTo>
                    <a:cubicBezTo>
                      <a:pt x="328517" y="230981"/>
                      <a:pt x="327470" y="231839"/>
                      <a:pt x="327089" y="232315"/>
                    </a:cubicBezTo>
                    <a:cubicBezTo>
                      <a:pt x="326327" y="233172"/>
                      <a:pt x="325564" y="235268"/>
                      <a:pt x="324898" y="236125"/>
                    </a:cubicBezTo>
                    <a:cubicBezTo>
                      <a:pt x="324327" y="236792"/>
                      <a:pt x="322802" y="237744"/>
                      <a:pt x="322231" y="238316"/>
                    </a:cubicBezTo>
                    <a:cubicBezTo>
                      <a:pt x="321659" y="238887"/>
                      <a:pt x="320802" y="240125"/>
                      <a:pt x="320326" y="240697"/>
                    </a:cubicBezTo>
                    <a:cubicBezTo>
                      <a:pt x="319564" y="241554"/>
                      <a:pt x="318135" y="243459"/>
                      <a:pt x="317278" y="244126"/>
                    </a:cubicBezTo>
                    <a:cubicBezTo>
                      <a:pt x="316421" y="244793"/>
                      <a:pt x="314420" y="245650"/>
                      <a:pt x="313468" y="246221"/>
                    </a:cubicBezTo>
                    <a:cubicBezTo>
                      <a:pt x="312706" y="246698"/>
                      <a:pt x="311372" y="248412"/>
                      <a:pt x="310420" y="248412"/>
                    </a:cubicBezTo>
                    <a:cubicBezTo>
                      <a:pt x="309086" y="248412"/>
                      <a:pt x="306896" y="246412"/>
                      <a:pt x="306038" y="245364"/>
                    </a:cubicBezTo>
                    <a:cubicBezTo>
                      <a:pt x="305467" y="244697"/>
                      <a:pt x="304800" y="242983"/>
                      <a:pt x="304515" y="242221"/>
                    </a:cubicBezTo>
                    <a:cubicBezTo>
                      <a:pt x="304229" y="241268"/>
                      <a:pt x="304419" y="239078"/>
                      <a:pt x="303943" y="238220"/>
                    </a:cubicBezTo>
                    <a:cubicBezTo>
                      <a:pt x="303562" y="237554"/>
                      <a:pt x="302229" y="236792"/>
                      <a:pt x="301847" y="236125"/>
                    </a:cubicBezTo>
                    <a:cubicBezTo>
                      <a:pt x="301180" y="235077"/>
                      <a:pt x="300609" y="232505"/>
                      <a:pt x="300514" y="231267"/>
                    </a:cubicBezTo>
                    <a:cubicBezTo>
                      <a:pt x="300419" y="230219"/>
                      <a:pt x="300704" y="228219"/>
                      <a:pt x="300704" y="227171"/>
                    </a:cubicBezTo>
                    <a:cubicBezTo>
                      <a:pt x="300704" y="226124"/>
                      <a:pt x="300609" y="224123"/>
                      <a:pt x="300895" y="223171"/>
                    </a:cubicBezTo>
                    <a:cubicBezTo>
                      <a:pt x="301086" y="222409"/>
                      <a:pt x="302038" y="221075"/>
                      <a:pt x="302514" y="220313"/>
                    </a:cubicBezTo>
                    <a:cubicBezTo>
                      <a:pt x="302800" y="219837"/>
                      <a:pt x="303372" y="218980"/>
                      <a:pt x="303562" y="218504"/>
                    </a:cubicBezTo>
                    <a:cubicBezTo>
                      <a:pt x="303752" y="217837"/>
                      <a:pt x="303752" y="216503"/>
                      <a:pt x="303943" y="215741"/>
                    </a:cubicBezTo>
                    <a:cubicBezTo>
                      <a:pt x="304133" y="214884"/>
                      <a:pt x="304419" y="213074"/>
                      <a:pt x="304895" y="212408"/>
                    </a:cubicBezTo>
                    <a:cubicBezTo>
                      <a:pt x="305371" y="211741"/>
                      <a:pt x="306800" y="210979"/>
                      <a:pt x="307467" y="210598"/>
                    </a:cubicBezTo>
                    <a:cubicBezTo>
                      <a:pt x="307943" y="210217"/>
                      <a:pt x="309182" y="209741"/>
                      <a:pt x="309563" y="209264"/>
                    </a:cubicBezTo>
                    <a:cubicBezTo>
                      <a:pt x="310039" y="208788"/>
                      <a:pt x="310801" y="207645"/>
                      <a:pt x="310991" y="207074"/>
                    </a:cubicBezTo>
                    <a:cubicBezTo>
                      <a:pt x="311182" y="206312"/>
                      <a:pt x="310991" y="204692"/>
                      <a:pt x="310611" y="204121"/>
                    </a:cubicBezTo>
                    <a:cubicBezTo>
                      <a:pt x="310420" y="203740"/>
                      <a:pt x="309944" y="203168"/>
                      <a:pt x="309467" y="202883"/>
                    </a:cubicBezTo>
                    <a:cubicBezTo>
                      <a:pt x="309563" y="202406"/>
                      <a:pt x="309658" y="201930"/>
                      <a:pt x="309658" y="201644"/>
                    </a:cubicBezTo>
                    <a:cubicBezTo>
                      <a:pt x="309658" y="200311"/>
                      <a:pt x="308896" y="196596"/>
                      <a:pt x="308991" y="196406"/>
                    </a:cubicBezTo>
                    <a:cubicBezTo>
                      <a:pt x="309086" y="196310"/>
                      <a:pt x="311087" y="193358"/>
                      <a:pt x="312039" y="192691"/>
                    </a:cubicBezTo>
                    <a:cubicBezTo>
                      <a:pt x="312801" y="192119"/>
                      <a:pt x="314802" y="192024"/>
                      <a:pt x="315563" y="191453"/>
                    </a:cubicBezTo>
                    <a:cubicBezTo>
                      <a:pt x="316230" y="190976"/>
                      <a:pt x="317088" y="189548"/>
                      <a:pt x="317278" y="188786"/>
                    </a:cubicBezTo>
                    <a:cubicBezTo>
                      <a:pt x="317468" y="188024"/>
                      <a:pt x="316802" y="186404"/>
                      <a:pt x="316611" y="185547"/>
                    </a:cubicBezTo>
                    <a:cubicBezTo>
                      <a:pt x="316325" y="184404"/>
                      <a:pt x="315659" y="182309"/>
                      <a:pt x="315468" y="181166"/>
                    </a:cubicBezTo>
                    <a:cubicBezTo>
                      <a:pt x="315373" y="180308"/>
                      <a:pt x="315373" y="178594"/>
                      <a:pt x="315373" y="177546"/>
                    </a:cubicBezTo>
                    <a:lnTo>
                      <a:pt x="326136" y="159544"/>
                    </a:lnTo>
                    <a:lnTo>
                      <a:pt x="307753" y="147352"/>
                    </a:lnTo>
                    <a:lnTo>
                      <a:pt x="299847" y="159163"/>
                    </a:lnTo>
                    <a:cubicBezTo>
                      <a:pt x="299085" y="158306"/>
                      <a:pt x="297942" y="156782"/>
                      <a:pt x="297085" y="156305"/>
                    </a:cubicBezTo>
                    <a:cubicBezTo>
                      <a:pt x="296133" y="155734"/>
                      <a:pt x="293847" y="155353"/>
                      <a:pt x="292704" y="155448"/>
                    </a:cubicBezTo>
                    <a:cubicBezTo>
                      <a:pt x="292132" y="155448"/>
                      <a:pt x="291084" y="156305"/>
                      <a:pt x="290513" y="156400"/>
                    </a:cubicBezTo>
                    <a:cubicBezTo>
                      <a:pt x="289560" y="156591"/>
                      <a:pt x="287750" y="156591"/>
                      <a:pt x="286798" y="156400"/>
                    </a:cubicBezTo>
                    <a:cubicBezTo>
                      <a:pt x="285845" y="156305"/>
                      <a:pt x="284036" y="155829"/>
                      <a:pt x="283273" y="155258"/>
                    </a:cubicBezTo>
                    <a:cubicBezTo>
                      <a:pt x="282512" y="154591"/>
                      <a:pt x="282036" y="152400"/>
                      <a:pt x="281464" y="151448"/>
                    </a:cubicBezTo>
                    <a:cubicBezTo>
                      <a:pt x="281083" y="150781"/>
                      <a:pt x="280511" y="149447"/>
                      <a:pt x="280035" y="148971"/>
                    </a:cubicBezTo>
                    <a:cubicBezTo>
                      <a:pt x="279273" y="148304"/>
                      <a:pt x="277083" y="147733"/>
                      <a:pt x="276130" y="147352"/>
                    </a:cubicBezTo>
                    <a:cubicBezTo>
                      <a:pt x="274606" y="146875"/>
                      <a:pt x="271558" y="145828"/>
                      <a:pt x="269939" y="145733"/>
                    </a:cubicBezTo>
                    <a:cubicBezTo>
                      <a:pt x="268700" y="145733"/>
                      <a:pt x="266224" y="146399"/>
                      <a:pt x="265081" y="146685"/>
                    </a:cubicBezTo>
                    <a:cubicBezTo>
                      <a:pt x="263747" y="147066"/>
                      <a:pt x="261176" y="148590"/>
                      <a:pt x="259747" y="148685"/>
                    </a:cubicBezTo>
                    <a:cubicBezTo>
                      <a:pt x="258604" y="148685"/>
                      <a:pt x="256127" y="148019"/>
                      <a:pt x="255270" y="147352"/>
                    </a:cubicBezTo>
                    <a:cubicBezTo>
                      <a:pt x="254604" y="146875"/>
                      <a:pt x="254032" y="144971"/>
                      <a:pt x="253461" y="144494"/>
                    </a:cubicBezTo>
                    <a:cubicBezTo>
                      <a:pt x="252984" y="144018"/>
                      <a:pt x="251746" y="143542"/>
                      <a:pt x="251079" y="143351"/>
                    </a:cubicBezTo>
                    <a:cubicBezTo>
                      <a:pt x="250127" y="143161"/>
                      <a:pt x="248031" y="143732"/>
                      <a:pt x="247079" y="143256"/>
                    </a:cubicBezTo>
                    <a:cubicBezTo>
                      <a:pt x="246317" y="142875"/>
                      <a:pt x="245364" y="141256"/>
                      <a:pt x="245079" y="140399"/>
                    </a:cubicBezTo>
                    <a:cubicBezTo>
                      <a:pt x="244793" y="139351"/>
                      <a:pt x="244983" y="137065"/>
                      <a:pt x="245269" y="136017"/>
                    </a:cubicBezTo>
                    <a:cubicBezTo>
                      <a:pt x="245459" y="135160"/>
                      <a:pt x="246317" y="133636"/>
                      <a:pt x="246793" y="132969"/>
                    </a:cubicBezTo>
                    <a:cubicBezTo>
                      <a:pt x="247365" y="132302"/>
                      <a:pt x="249079" y="131636"/>
                      <a:pt x="249460" y="130874"/>
                    </a:cubicBezTo>
                    <a:cubicBezTo>
                      <a:pt x="250031" y="129826"/>
                      <a:pt x="250127" y="127349"/>
                      <a:pt x="249746" y="126206"/>
                    </a:cubicBezTo>
                    <a:cubicBezTo>
                      <a:pt x="249364" y="125063"/>
                      <a:pt x="247650" y="123158"/>
                      <a:pt x="246507" y="122682"/>
                    </a:cubicBezTo>
                    <a:cubicBezTo>
                      <a:pt x="245745" y="122396"/>
                      <a:pt x="244030" y="122968"/>
                      <a:pt x="243174" y="122777"/>
                    </a:cubicBezTo>
                    <a:cubicBezTo>
                      <a:pt x="242126" y="122587"/>
                      <a:pt x="240125" y="121825"/>
                      <a:pt x="239268" y="121158"/>
                    </a:cubicBezTo>
                    <a:cubicBezTo>
                      <a:pt x="238316" y="120396"/>
                      <a:pt x="237363" y="118015"/>
                      <a:pt x="236411" y="117348"/>
                    </a:cubicBezTo>
                    <a:cubicBezTo>
                      <a:pt x="235554" y="116777"/>
                      <a:pt x="233363" y="116015"/>
                      <a:pt x="232315" y="116205"/>
                    </a:cubicBezTo>
                    <a:cubicBezTo>
                      <a:pt x="231363" y="116300"/>
                      <a:pt x="230029" y="117920"/>
                      <a:pt x="229171" y="118205"/>
                    </a:cubicBezTo>
                    <a:cubicBezTo>
                      <a:pt x="228410" y="118396"/>
                      <a:pt x="226695" y="118300"/>
                      <a:pt x="225933" y="118110"/>
                    </a:cubicBezTo>
                    <a:cubicBezTo>
                      <a:pt x="224695" y="117824"/>
                      <a:pt x="222695" y="115919"/>
                      <a:pt x="221361" y="115919"/>
                    </a:cubicBezTo>
                    <a:cubicBezTo>
                      <a:pt x="220695" y="115919"/>
                      <a:pt x="219552" y="116777"/>
                      <a:pt x="218980" y="117158"/>
                    </a:cubicBezTo>
                    <a:cubicBezTo>
                      <a:pt x="218790" y="117253"/>
                      <a:pt x="218504" y="117443"/>
                      <a:pt x="218218" y="117539"/>
                    </a:cubicBezTo>
                    <a:cubicBezTo>
                      <a:pt x="217265" y="117253"/>
                      <a:pt x="216218" y="116872"/>
                      <a:pt x="215646" y="116777"/>
                    </a:cubicBezTo>
                    <a:cubicBezTo>
                      <a:pt x="214979" y="116586"/>
                      <a:pt x="213360" y="116681"/>
                      <a:pt x="212789" y="116396"/>
                    </a:cubicBezTo>
                    <a:cubicBezTo>
                      <a:pt x="212408" y="116205"/>
                      <a:pt x="211646" y="115348"/>
                      <a:pt x="211550" y="114967"/>
                    </a:cubicBezTo>
                    <a:cubicBezTo>
                      <a:pt x="211455" y="114300"/>
                      <a:pt x="212122" y="113157"/>
                      <a:pt x="212122" y="112490"/>
                    </a:cubicBezTo>
                    <a:cubicBezTo>
                      <a:pt x="212122" y="111824"/>
                      <a:pt x="211455" y="110681"/>
                      <a:pt x="211455" y="110109"/>
                    </a:cubicBezTo>
                    <a:cubicBezTo>
                      <a:pt x="211455" y="109157"/>
                      <a:pt x="212313" y="106775"/>
                      <a:pt x="212217" y="106585"/>
                    </a:cubicBezTo>
                    <a:cubicBezTo>
                      <a:pt x="212122" y="106394"/>
                      <a:pt x="210503" y="104108"/>
                      <a:pt x="209645" y="103632"/>
                    </a:cubicBezTo>
                    <a:cubicBezTo>
                      <a:pt x="208788" y="103156"/>
                      <a:pt x="206597" y="103442"/>
                      <a:pt x="205645" y="103061"/>
                    </a:cubicBezTo>
                    <a:cubicBezTo>
                      <a:pt x="205074" y="102775"/>
                      <a:pt x="203835" y="101918"/>
                      <a:pt x="203645" y="101251"/>
                    </a:cubicBezTo>
                    <a:cubicBezTo>
                      <a:pt x="203454" y="100679"/>
                      <a:pt x="204502" y="99536"/>
                      <a:pt x="204407" y="98870"/>
                    </a:cubicBezTo>
                    <a:cubicBezTo>
                      <a:pt x="204311" y="98298"/>
                      <a:pt x="203073" y="97536"/>
                      <a:pt x="202978" y="96965"/>
                    </a:cubicBezTo>
                    <a:cubicBezTo>
                      <a:pt x="202883" y="96298"/>
                      <a:pt x="204026" y="95060"/>
                      <a:pt x="204026" y="94393"/>
                    </a:cubicBezTo>
                    <a:cubicBezTo>
                      <a:pt x="203931" y="93917"/>
                      <a:pt x="203454" y="92869"/>
                      <a:pt x="202978" y="92774"/>
                    </a:cubicBezTo>
                    <a:cubicBezTo>
                      <a:pt x="201930" y="92488"/>
                      <a:pt x="200120" y="94298"/>
                      <a:pt x="199073" y="94298"/>
                    </a:cubicBezTo>
                    <a:cubicBezTo>
                      <a:pt x="198215" y="94298"/>
                      <a:pt x="196215" y="93821"/>
                      <a:pt x="195834" y="93059"/>
                    </a:cubicBezTo>
                    <a:cubicBezTo>
                      <a:pt x="195549" y="92393"/>
                      <a:pt x="197263" y="90773"/>
                      <a:pt x="196787" y="90107"/>
                    </a:cubicBezTo>
                    <a:cubicBezTo>
                      <a:pt x="196120" y="89154"/>
                      <a:pt x="193167" y="90773"/>
                      <a:pt x="192214" y="90297"/>
                    </a:cubicBezTo>
                    <a:cubicBezTo>
                      <a:pt x="191453" y="89916"/>
                      <a:pt x="190310" y="88583"/>
                      <a:pt x="190215" y="87821"/>
                    </a:cubicBezTo>
                    <a:cubicBezTo>
                      <a:pt x="190119" y="87154"/>
                      <a:pt x="190881" y="85725"/>
                      <a:pt x="191358" y="85249"/>
                    </a:cubicBezTo>
                    <a:cubicBezTo>
                      <a:pt x="191834" y="84773"/>
                      <a:pt x="193548" y="84773"/>
                      <a:pt x="194120" y="84201"/>
                    </a:cubicBezTo>
                    <a:cubicBezTo>
                      <a:pt x="194691" y="83534"/>
                      <a:pt x="195167" y="81534"/>
                      <a:pt x="194977" y="80677"/>
                    </a:cubicBezTo>
                    <a:cubicBezTo>
                      <a:pt x="194882" y="79915"/>
                      <a:pt x="194215" y="78391"/>
                      <a:pt x="193548" y="77915"/>
                    </a:cubicBezTo>
                    <a:cubicBezTo>
                      <a:pt x="192500" y="77153"/>
                      <a:pt x="189643" y="76867"/>
                      <a:pt x="188405" y="77343"/>
                    </a:cubicBezTo>
                    <a:cubicBezTo>
                      <a:pt x="187643" y="77629"/>
                      <a:pt x="187071" y="79343"/>
                      <a:pt x="186404" y="79724"/>
                    </a:cubicBezTo>
                    <a:cubicBezTo>
                      <a:pt x="185642" y="80105"/>
                      <a:pt x="183738" y="79629"/>
                      <a:pt x="182975" y="79915"/>
                    </a:cubicBezTo>
                    <a:cubicBezTo>
                      <a:pt x="182309" y="80200"/>
                      <a:pt x="181356" y="81629"/>
                      <a:pt x="180594" y="81820"/>
                    </a:cubicBezTo>
                    <a:cubicBezTo>
                      <a:pt x="179832" y="82010"/>
                      <a:pt x="178213" y="81153"/>
                      <a:pt x="177451" y="81344"/>
                    </a:cubicBezTo>
                    <a:cubicBezTo>
                      <a:pt x="176879" y="81534"/>
                      <a:pt x="176117" y="82582"/>
                      <a:pt x="175546" y="82677"/>
                    </a:cubicBezTo>
                    <a:cubicBezTo>
                      <a:pt x="174308" y="82963"/>
                      <a:pt x="171641" y="82296"/>
                      <a:pt x="170593" y="81629"/>
                    </a:cubicBezTo>
                    <a:cubicBezTo>
                      <a:pt x="169640" y="81058"/>
                      <a:pt x="168593" y="79058"/>
                      <a:pt x="167926" y="78296"/>
                    </a:cubicBezTo>
                    <a:cubicBezTo>
                      <a:pt x="167259" y="77533"/>
                      <a:pt x="165831" y="75914"/>
                      <a:pt x="164973" y="75438"/>
                    </a:cubicBezTo>
                    <a:cubicBezTo>
                      <a:pt x="164116" y="74962"/>
                      <a:pt x="162116" y="74486"/>
                      <a:pt x="161163" y="74200"/>
                    </a:cubicBezTo>
                    <a:cubicBezTo>
                      <a:pt x="160211" y="73914"/>
                      <a:pt x="158401" y="73343"/>
                      <a:pt x="157449" y="73247"/>
                    </a:cubicBezTo>
                    <a:cubicBezTo>
                      <a:pt x="155734" y="73057"/>
                      <a:pt x="152210" y="72581"/>
                      <a:pt x="150590" y="73247"/>
                    </a:cubicBezTo>
                    <a:cubicBezTo>
                      <a:pt x="149923" y="73533"/>
                      <a:pt x="149162" y="74867"/>
                      <a:pt x="148686" y="75438"/>
                    </a:cubicBezTo>
                    <a:cubicBezTo>
                      <a:pt x="148209" y="75914"/>
                      <a:pt x="147066" y="76867"/>
                      <a:pt x="146685" y="77533"/>
                    </a:cubicBezTo>
                    <a:cubicBezTo>
                      <a:pt x="146209" y="78391"/>
                      <a:pt x="145923" y="80296"/>
                      <a:pt x="145638" y="81153"/>
                    </a:cubicBezTo>
                    <a:cubicBezTo>
                      <a:pt x="145352" y="82201"/>
                      <a:pt x="145066" y="84296"/>
                      <a:pt x="144495" y="85249"/>
                    </a:cubicBezTo>
                    <a:cubicBezTo>
                      <a:pt x="144113" y="85820"/>
                      <a:pt x="143066" y="86868"/>
                      <a:pt x="142399" y="86963"/>
                    </a:cubicBezTo>
                    <a:cubicBezTo>
                      <a:pt x="141447" y="87154"/>
                      <a:pt x="139732" y="85820"/>
                      <a:pt x="138779" y="85630"/>
                    </a:cubicBezTo>
                    <a:cubicBezTo>
                      <a:pt x="137541" y="85439"/>
                      <a:pt x="134779" y="85249"/>
                      <a:pt x="133541" y="85820"/>
                    </a:cubicBezTo>
                    <a:cubicBezTo>
                      <a:pt x="132874" y="86201"/>
                      <a:pt x="132017" y="87440"/>
                      <a:pt x="131540" y="88202"/>
                    </a:cubicBezTo>
                    <a:cubicBezTo>
                      <a:pt x="131255" y="88678"/>
                      <a:pt x="131159" y="89821"/>
                      <a:pt x="130779" y="90202"/>
                    </a:cubicBezTo>
                    <a:cubicBezTo>
                      <a:pt x="130207" y="90678"/>
                      <a:pt x="128778" y="90583"/>
                      <a:pt x="128111" y="90678"/>
                    </a:cubicBezTo>
                    <a:cubicBezTo>
                      <a:pt x="127254" y="90773"/>
                      <a:pt x="125445" y="90392"/>
                      <a:pt x="124683" y="90869"/>
                    </a:cubicBezTo>
                    <a:cubicBezTo>
                      <a:pt x="124302" y="91059"/>
                      <a:pt x="123635" y="91821"/>
                      <a:pt x="123730" y="92202"/>
                    </a:cubicBezTo>
                    <a:cubicBezTo>
                      <a:pt x="123730" y="92678"/>
                      <a:pt x="124683" y="93345"/>
                      <a:pt x="125159" y="93631"/>
                    </a:cubicBezTo>
                    <a:cubicBezTo>
                      <a:pt x="125730" y="94012"/>
                      <a:pt x="127445" y="94012"/>
                      <a:pt x="127921" y="94488"/>
                    </a:cubicBezTo>
                    <a:cubicBezTo>
                      <a:pt x="128302" y="94869"/>
                      <a:pt x="128683" y="96012"/>
                      <a:pt x="128492" y="96488"/>
                    </a:cubicBezTo>
                    <a:cubicBezTo>
                      <a:pt x="128302" y="96869"/>
                      <a:pt x="127349" y="96774"/>
                      <a:pt x="127064" y="96869"/>
                    </a:cubicBezTo>
                    <a:cubicBezTo>
                      <a:pt x="126397" y="96965"/>
                      <a:pt x="124968" y="96679"/>
                      <a:pt x="124396" y="96965"/>
                    </a:cubicBezTo>
                    <a:cubicBezTo>
                      <a:pt x="123920" y="97155"/>
                      <a:pt x="122968" y="97917"/>
                      <a:pt x="122777" y="98489"/>
                    </a:cubicBezTo>
                    <a:cubicBezTo>
                      <a:pt x="122682" y="98774"/>
                      <a:pt x="122873" y="99536"/>
                      <a:pt x="123158" y="99727"/>
                    </a:cubicBezTo>
                    <a:cubicBezTo>
                      <a:pt x="123635" y="100203"/>
                      <a:pt x="125349" y="99917"/>
                      <a:pt x="125921" y="100394"/>
                    </a:cubicBezTo>
                    <a:cubicBezTo>
                      <a:pt x="126302" y="100679"/>
                      <a:pt x="126873" y="101632"/>
                      <a:pt x="126968" y="102108"/>
                    </a:cubicBezTo>
                    <a:cubicBezTo>
                      <a:pt x="127064" y="102775"/>
                      <a:pt x="126588" y="104108"/>
                      <a:pt x="126302" y="104775"/>
                    </a:cubicBezTo>
                    <a:cubicBezTo>
                      <a:pt x="126016" y="105251"/>
                      <a:pt x="124968" y="106013"/>
                      <a:pt x="124492" y="106394"/>
                    </a:cubicBezTo>
                    <a:cubicBezTo>
                      <a:pt x="123635" y="107156"/>
                      <a:pt x="122301" y="109157"/>
                      <a:pt x="121158" y="109442"/>
                    </a:cubicBezTo>
                    <a:cubicBezTo>
                      <a:pt x="120205" y="109633"/>
                      <a:pt x="118396" y="108204"/>
                      <a:pt x="117443" y="108395"/>
                    </a:cubicBezTo>
                    <a:cubicBezTo>
                      <a:pt x="116491" y="108585"/>
                      <a:pt x="115253" y="110395"/>
                      <a:pt x="114300" y="110681"/>
                    </a:cubicBezTo>
                    <a:cubicBezTo>
                      <a:pt x="113633" y="110871"/>
                      <a:pt x="112014" y="110871"/>
                      <a:pt x="111347" y="110585"/>
                    </a:cubicBezTo>
                    <a:cubicBezTo>
                      <a:pt x="110776" y="110300"/>
                      <a:pt x="110014" y="108966"/>
                      <a:pt x="109347" y="108680"/>
                    </a:cubicBezTo>
                    <a:cubicBezTo>
                      <a:pt x="108395" y="108299"/>
                      <a:pt x="106013" y="108299"/>
                      <a:pt x="105061" y="108680"/>
                    </a:cubicBezTo>
                    <a:cubicBezTo>
                      <a:pt x="104394" y="108871"/>
                      <a:pt x="103537" y="110014"/>
                      <a:pt x="102965" y="110300"/>
                    </a:cubicBezTo>
                    <a:cubicBezTo>
                      <a:pt x="101918" y="110681"/>
                      <a:pt x="99536" y="110966"/>
                      <a:pt x="98489" y="110681"/>
                    </a:cubicBezTo>
                    <a:cubicBezTo>
                      <a:pt x="97727" y="110490"/>
                      <a:pt x="96488" y="109442"/>
                      <a:pt x="95821" y="109157"/>
                    </a:cubicBezTo>
                    <a:cubicBezTo>
                      <a:pt x="95060" y="108871"/>
                      <a:pt x="93536" y="108585"/>
                      <a:pt x="92679" y="108299"/>
                    </a:cubicBezTo>
                    <a:cubicBezTo>
                      <a:pt x="91440" y="107918"/>
                      <a:pt x="88868" y="107728"/>
                      <a:pt x="87916" y="106966"/>
                    </a:cubicBezTo>
                    <a:cubicBezTo>
                      <a:pt x="87439" y="106490"/>
                      <a:pt x="86773" y="105156"/>
                      <a:pt x="86773" y="104489"/>
                    </a:cubicBezTo>
                    <a:cubicBezTo>
                      <a:pt x="86773" y="104013"/>
                      <a:pt x="87439" y="103061"/>
                      <a:pt x="87725" y="102679"/>
                    </a:cubicBezTo>
                    <a:cubicBezTo>
                      <a:pt x="88106" y="102203"/>
                      <a:pt x="89440" y="101918"/>
                      <a:pt x="89821" y="101441"/>
                    </a:cubicBezTo>
                    <a:cubicBezTo>
                      <a:pt x="90011" y="101060"/>
                      <a:pt x="90202" y="100108"/>
                      <a:pt x="89916" y="99727"/>
                    </a:cubicBezTo>
                    <a:cubicBezTo>
                      <a:pt x="89440" y="99155"/>
                      <a:pt x="87535" y="99917"/>
                      <a:pt x="86868" y="99536"/>
                    </a:cubicBezTo>
                    <a:cubicBezTo>
                      <a:pt x="86487" y="99250"/>
                      <a:pt x="86392" y="98012"/>
                      <a:pt x="85916" y="97727"/>
                    </a:cubicBezTo>
                    <a:cubicBezTo>
                      <a:pt x="85440" y="97346"/>
                      <a:pt x="84201" y="97155"/>
                      <a:pt x="83630" y="97346"/>
                    </a:cubicBezTo>
                    <a:cubicBezTo>
                      <a:pt x="83058" y="97536"/>
                      <a:pt x="82487" y="98584"/>
                      <a:pt x="82105" y="99060"/>
                    </a:cubicBezTo>
                    <a:cubicBezTo>
                      <a:pt x="81725" y="99632"/>
                      <a:pt x="80867" y="100775"/>
                      <a:pt x="81058" y="101346"/>
                    </a:cubicBezTo>
                    <a:cubicBezTo>
                      <a:pt x="81249" y="101918"/>
                      <a:pt x="82963" y="101822"/>
                      <a:pt x="83248" y="102299"/>
                    </a:cubicBezTo>
                    <a:cubicBezTo>
                      <a:pt x="83439" y="102775"/>
                      <a:pt x="82963" y="103823"/>
                      <a:pt x="82677" y="104299"/>
                    </a:cubicBezTo>
                    <a:cubicBezTo>
                      <a:pt x="82296" y="104775"/>
                      <a:pt x="81058" y="105156"/>
                      <a:pt x="80772" y="105537"/>
                    </a:cubicBezTo>
                    <a:cubicBezTo>
                      <a:pt x="80106" y="104680"/>
                      <a:pt x="79724" y="105918"/>
                      <a:pt x="79820" y="106490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grpSp>
          <p:nvGrpSpPr>
            <p:cNvPr id="173" name="Graphic 4">
              <a:extLst>
                <a:ext uri="{FF2B5EF4-FFF2-40B4-BE49-F238E27FC236}">
                  <a16:creationId xmlns:a16="http://schemas.microsoft.com/office/drawing/2014/main" id="{40B4297D-94E2-C6A0-A9D9-17A0951098B5}"/>
                </a:ext>
              </a:extLst>
            </p:cNvPr>
            <p:cNvGrpSpPr/>
            <p:nvPr/>
          </p:nvGrpSpPr>
          <p:grpSpPr>
            <a:xfrm>
              <a:off x="7735157" y="2989802"/>
              <a:ext cx="952500" cy="561975"/>
              <a:chOff x="7735157" y="2989802"/>
              <a:chExt cx="952500" cy="561975"/>
            </a:xfrm>
            <a:grpFill/>
          </p:grpSpPr>
          <p:sp>
            <p:nvSpPr>
              <p:cNvPr id="200" name="Freeform: Shape 94">
                <a:extLst>
                  <a:ext uri="{FF2B5EF4-FFF2-40B4-BE49-F238E27FC236}">
                    <a16:creationId xmlns:a16="http://schemas.microsoft.com/office/drawing/2014/main" id="{7B181CD4-D5B8-FBB6-FFD5-7113BAE0E847}"/>
                  </a:ext>
                </a:extLst>
              </p:cNvPr>
              <p:cNvSpPr/>
              <p:nvPr/>
            </p:nvSpPr>
            <p:spPr>
              <a:xfrm>
                <a:off x="8610665" y="3165589"/>
                <a:ext cx="9525" cy="9525"/>
              </a:xfrm>
              <a:custGeom>
                <a:avLst/>
                <a:gdLst>
                  <a:gd name="connsiteX0" fmla="*/ 3936 w 0"/>
                  <a:gd name="connsiteY0" fmla="*/ 997 h 0"/>
                  <a:gd name="connsiteX1" fmla="*/ 411 w 0"/>
                  <a:gd name="connsiteY1" fmla="*/ 140 h 0"/>
                  <a:gd name="connsiteX2" fmla="*/ 31 w 0"/>
                  <a:gd name="connsiteY2" fmla="*/ 2807 h 0"/>
                  <a:gd name="connsiteX3" fmla="*/ 697 w 0"/>
                  <a:gd name="connsiteY3" fmla="*/ 6045 h 0"/>
                  <a:gd name="connsiteX4" fmla="*/ 3840 w 0"/>
                  <a:gd name="connsiteY4" fmla="*/ 9093 h 0"/>
                  <a:gd name="connsiteX5" fmla="*/ 4984 w 0"/>
                  <a:gd name="connsiteY5" fmla="*/ 7283 h 0"/>
                  <a:gd name="connsiteX6" fmla="*/ 5555 w 0"/>
                  <a:gd name="connsiteY6" fmla="*/ 3569 h 0"/>
                  <a:gd name="connsiteX7" fmla="*/ 3936 w 0"/>
                  <a:gd name="connsiteY7" fmla="*/ 997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>
                    <a:moveTo>
                      <a:pt x="3936" y="997"/>
                    </a:moveTo>
                    <a:cubicBezTo>
                      <a:pt x="3174" y="520"/>
                      <a:pt x="1174" y="-337"/>
                      <a:pt x="411" y="140"/>
                    </a:cubicBezTo>
                    <a:cubicBezTo>
                      <a:pt x="-160" y="520"/>
                      <a:pt x="31" y="2140"/>
                      <a:pt x="31" y="2807"/>
                    </a:cubicBezTo>
                    <a:cubicBezTo>
                      <a:pt x="31" y="3664"/>
                      <a:pt x="316" y="5378"/>
                      <a:pt x="697" y="6045"/>
                    </a:cubicBezTo>
                    <a:cubicBezTo>
                      <a:pt x="1269" y="6998"/>
                      <a:pt x="2697" y="9188"/>
                      <a:pt x="3840" y="9093"/>
                    </a:cubicBezTo>
                    <a:cubicBezTo>
                      <a:pt x="4412" y="8998"/>
                      <a:pt x="4793" y="7760"/>
                      <a:pt x="4984" y="7283"/>
                    </a:cubicBezTo>
                    <a:cubicBezTo>
                      <a:pt x="5365" y="6426"/>
                      <a:pt x="5745" y="4426"/>
                      <a:pt x="5555" y="3569"/>
                    </a:cubicBezTo>
                    <a:cubicBezTo>
                      <a:pt x="5365" y="2807"/>
                      <a:pt x="4507" y="1378"/>
                      <a:pt x="3936" y="997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01" name="Freeform: Shape 95">
                <a:extLst>
                  <a:ext uri="{FF2B5EF4-FFF2-40B4-BE49-F238E27FC236}">
                    <a16:creationId xmlns:a16="http://schemas.microsoft.com/office/drawing/2014/main" id="{7A83EE2F-DB76-26FB-B711-8E5EBB6991EA}"/>
                  </a:ext>
                </a:extLst>
              </p:cNvPr>
              <p:cNvSpPr/>
              <p:nvPr/>
            </p:nvSpPr>
            <p:spPr>
              <a:xfrm>
                <a:off x="7735157" y="2989802"/>
                <a:ext cx="933450" cy="561975"/>
              </a:xfrm>
              <a:custGeom>
                <a:avLst/>
                <a:gdLst>
                  <a:gd name="connsiteX0" fmla="*/ 243840 w 933450"/>
                  <a:gd name="connsiteY0" fmla="*/ 520732 h 561975"/>
                  <a:gd name="connsiteX1" fmla="*/ 241363 w 933450"/>
                  <a:gd name="connsiteY1" fmla="*/ 519398 h 561975"/>
                  <a:gd name="connsiteX2" fmla="*/ 238315 w 933450"/>
                  <a:gd name="connsiteY2" fmla="*/ 519208 h 561975"/>
                  <a:gd name="connsiteX3" fmla="*/ 231076 w 933450"/>
                  <a:gd name="connsiteY3" fmla="*/ 521017 h 561975"/>
                  <a:gd name="connsiteX4" fmla="*/ 222885 w 933450"/>
                  <a:gd name="connsiteY4" fmla="*/ 521780 h 561975"/>
                  <a:gd name="connsiteX5" fmla="*/ 216313 w 933450"/>
                  <a:gd name="connsiteY5" fmla="*/ 521780 h 561975"/>
                  <a:gd name="connsiteX6" fmla="*/ 211455 w 933450"/>
                  <a:gd name="connsiteY6" fmla="*/ 524542 h 561975"/>
                  <a:gd name="connsiteX7" fmla="*/ 208693 w 933450"/>
                  <a:gd name="connsiteY7" fmla="*/ 528161 h 561975"/>
                  <a:gd name="connsiteX8" fmla="*/ 198310 w 933450"/>
                  <a:gd name="connsiteY8" fmla="*/ 530257 h 561975"/>
                  <a:gd name="connsiteX9" fmla="*/ 131064 w 933450"/>
                  <a:gd name="connsiteY9" fmla="*/ 543878 h 561975"/>
                  <a:gd name="connsiteX10" fmla="*/ 52769 w 933450"/>
                  <a:gd name="connsiteY10" fmla="*/ 557022 h 561975"/>
                  <a:gd name="connsiteX11" fmla="*/ 0 w 933450"/>
                  <a:gd name="connsiteY11" fmla="*/ 565213 h 561975"/>
                  <a:gd name="connsiteX12" fmla="*/ 1619 w 933450"/>
                  <a:gd name="connsiteY12" fmla="*/ 563118 h 561975"/>
                  <a:gd name="connsiteX13" fmla="*/ 7334 w 933450"/>
                  <a:gd name="connsiteY13" fmla="*/ 557975 h 561975"/>
                  <a:gd name="connsiteX14" fmla="*/ 12668 w 933450"/>
                  <a:gd name="connsiteY14" fmla="*/ 555212 h 561975"/>
                  <a:gd name="connsiteX15" fmla="*/ 17812 w 933450"/>
                  <a:gd name="connsiteY15" fmla="*/ 551021 h 561975"/>
                  <a:gd name="connsiteX16" fmla="*/ 25051 w 933450"/>
                  <a:gd name="connsiteY16" fmla="*/ 550164 h 561975"/>
                  <a:gd name="connsiteX17" fmla="*/ 29528 w 933450"/>
                  <a:gd name="connsiteY17" fmla="*/ 549116 h 561975"/>
                  <a:gd name="connsiteX18" fmla="*/ 34385 w 933450"/>
                  <a:gd name="connsiteY18" fmla="*/ 544259 h 561975"/>
                  <a:gd name="connsiteX19" fmla="*/ 40291 w 933450"/>
                  <a:gd name="connsiteY19" fmla="*/ 540639 h 561975"/>
                  <a:gd name="connsiteX20" fmla="*/ 48768 w 933450"/>
                  <a:gd name="connsiteY20" fmla="*/ 536353 h 561975"/>
                  <a:gd name="connsiteX21" fmla="*/ 53626 w 933450"/>
                  <a:gd name="connsiteY21" fmla="*/ 533686 h 561975"/>
                  <a:gd name="connsiteX22" fmla="*/ 58293 w 933450"/>
                  <a:gd name="connsiteY22" fmla="*/ 533495 h 561975"/>
                  <a:gd name="connsiteX23" fmla="*/ 60960 w 933450"/>
                  <a:gd name="connsiteY23" fmla="*/ 530638 h 561975"/>
                  <a:gd name="connsiteX24" fmla="*/ 60769 w 933450"/>
                  <a:gd name="connsiteY24" fmla="*/ 525875 h 561975"/>
                  <a:gd name="connsiteX25" fmla="*/ 62198 w 933450"/>
                  <a:gd name="connsiteY25" fmla="*/ 523018 h 561975"/>
                  <a:gd name="connsiteX26" fmla="*/ 63151 w 933450"/>
                  <a:gd name="connsiteY26" fmla="*/ 518732 h 561975"/>
                  <a:gd name="connsiteX27" fmla="*/ 63341 w 933450"/>
                  <a:gd name="connsiteY27" fmla="*/ 515207 h 561975"/>
                  <a:gd name="connsiteX28" fmla="*/ 68008 w 933450"/>
                  <a:gd name="connsiteY28" fmla="*/ 512636 h 561975"/>
                  <a:gd name="connsiteX29" fmla="*/ 70961 w 933450"/>
                  <a:gd name="connsiteY29" fmla="*/ 513302 h 561975"/>
                  <a:gd name="connsiteX30" fmla="*/ 74391 w 933450"/>
                  <a:gd name="connsiteY30" fmla="*/ 512445 h 561975"/>
                  <a:gd name="connsiteX31" fmla="*/ 78867 w 933450"/>
                  <a:gd name="connsiteY31" fmla="*/ 509016 h 561975"/>
                  <a:gd name="connsiteX32" fmla="*/ 83534 w 933450"/>
                  <a:gd name="connsiteY32" fmla="*/ 507301 h 561975"/>
                  <a:gd name="connsiteX33" fmla="*/ 87535 w 933450"/>
                  <a:gd name="connsiteY33" fmla="*/ 504634 h 561975"/>
                  <a:gd name="connsiteX34" fmla="*/ 88392 w 933450"/>
                  <a:gd name="connsiteY34" fmla="*/ 501205 h 561975"/>
                  <a:gd name="connsiteX35" fmla="*/ 88392 w 933450"/>
                  <a:gd name="connsiteY35" fmla="*/ 495871 h 561975"/>
                  <a:gd name="connsiteX36" fmla="*/ 86582 w 933450"/>
                  <a:gd name="connsiteY36" fmla="*/ 490538 h 561975"/>
                  <a:gd name="connsiteX37" fmla="*/ 89440 w 933450"/>
                  <a:gd name="connsiteY37" fmla="*/ 487966 h 561975"/>
                  <a:gd name="connsiteX38" fmla="*/ 91726 w 933450"/>
                  <a:gd name="connsiteY38" fmla="*/ 483299 h 561975"/>
                  <a:gd name="connsiteX39" fmla="*/ 97060 w 933450"/>
                  <a:gd name="connsiteY39" fmla="*/ 483299 h 561975"/>
                  <a:gd name="connsiteX40" fmla="*/ 99060 w 933450"/>
                  <a:gd name="connsiteY40" fmla="*/ 479012 h 561975"/>
                  <a:gd name="connsiteX41" fmla="*/ 102013 w 933450"/>
                  <a:gd name="connsiteY41" fmla="*/ 475488 h 561975"/>
                  <a:gd name="connsiteX42" fmla="*/ 102584 w 933450"/>
                  <a:gd name="connsiteY42" fmla="*/ 470630 h 561975"/>
                  <a:gd name="connsiteX43" fmla="*/ 101632 w 933450"/>
                  <a:gd name="connsiteY43" fmla="*/ 466058 h 561975"/>
                  <a:gd name="connsiteX44" fmla="*/ 103060 w 933450"/>
                  <a:gd name="connsiteY44" fmla="*/ 462439 h 561975"/>
                  <a:gd name="connsiteX45" fmla="*/ 107823 w 933450"/>
                  <a:gd name="connsiteY45" fmla="*/ 459867 h 561975"/>
                  <a:gd name="connsiteX46" fmla="*/ 113824 w 933450"/>
                  <a:gd name="connsiteY46" fmla="*/ 453771 h 561975"/>
                  <a:gd name="connsiteX47" fmla="*/ 118396 w 933450"/>
                  <a:gd name="connsiteY47" fmla="*/ 448246 h 561975"/>
                  <a:gd name="connsiteX48" fmla="*/ 126016 w 933450"/>
                  <a:gd name="connsiteY48" fmla="*/ 443008 h 561975"/>
                  <a:gd name="connsiteX49" fmla="*/ 132683 w 933450"/>
                  <a:gd name="connsiteY49" fmla="*/ 438055 h 561975"/>
                  <a:gd name="connsiteX50" fmla="*/ 139351 w 933450"/>
                  <a:gd name="connsiteY50" fmla="*/ 435483 h 561975"/>
                  <a:gd name="connsiteX51" fmla="*/ 142875 w 933450"/>
                  <a:gd name="connsiteY51" fmla="*/ 431578 h 561975"/>
                  <a:gd name="connsiteX52" fmla="*/ 176594 w 933450"/>
                  <a:gd name="connsiteY52" fmla="*/ 387858 h 561975"/>
                  <a:gd name="connsiteX53" fmla="*/ 176594 w 933450"/>
                  <a:gd name="connsiteY53" fmla="*/ 384238 h 561975"/>
                  <a:gd name="connsiteX54" fmla="*/ 180404 w 933450"/>
                  <a:gd name="connsiteY54" fmla="*/ 382619 h 561975"/>
                  <a:gd name="connsiteX55" fmla="*/ 182785 w 933450"/>
                  <a:gd name="connsiteY55" fmla="*/ 384715 h 561975"/>
                  <a:gd name="connsiteX56" fmla="*/ 183833 w 933450"/>
                  <a:gd name="connsiteY56" fmla="*/ 388144 h 561975"/>
                  <a:gd name="connsiteX57" fmla="*/ 183451 w 933450"/>
                  <a:gd name="connsiteY57" fmla="*/ 391096 h 561975"/>
                  <a:gd name="connsiteX58" fmla="*/ 179356 w 933450"/>
                  <a:gd name="connsiteY58" fmla="*/ 393097 h 561975"/>
                  <a:gd name="connsiteX59" fmla="*/ 179451 w 933450"/>
                  <a:gd name="connsiteY59" fmla="*/ 395764 h 561975"/>
                  <a:gd name="connsiteX60" fmla="*/ 182023 w 933450"/>
                  <a:gd name="connsiteY60" fmla="*/ 397478 h 561975"/>
                  <a:gd name="connsiteX61" fmla="*/ 187166 w 933450"/>
                  <a:gd name="connsiteY61" fmla="*/ 398336 h 561975"/>
                  <a:gd name="connsiteX62" fmla="*/ 188881 w 933450"/>
                  <a:gd name="connsiteY62" fmla="*/ 402431 h 561975"/>
                  <a:gd name="connsiteX63" fmla="*/ 188595 w 933450"/>
                  <a:gd name="connsiteY63" fmla="*/ 407575 h 561975"/>
                  <a:gd name="connsiteX64" fmla="*/ 191548 w 933450"/>
                  <a:gd name="connsiteY64" fmla="*/ 410432 h 561975"/>
                  <a:gd name="connsiteX65" fmla="*/ 196406 w 933450"/>
                  <a:gd name="connsiteY65" fmla="*/ 413099 h 561975"/>
                  <a:gd name="connsiteX66" fmla="*/ 200406 w 933450"/>
                  <a:gd name="connsiteY66" fmla="*/ 416814 h 561975"/>
                  <a:gd name="connsiteX67" fmla="*/ 203073 w 933450"/>
                  <a:gd name="connsiteY67" fmla="*/ 419481 h 561975"/>
                  <a:gd name="connsiteX68" fmla="*/ 209264 w 933450"/>
                  <a:gd name="connsiteY68" fmla="*/ 417671 h 561975"/>
                  <a:gd name="connsiteX69" fmla="*/ 214884 w 933450"/>
                  <a:gd name="connsiteY69" fmla="*/ 419386 h 561975"/>
                  <a:gd name="connsiteX70" fmla="*/ 219742 w 933450"/>
                  <a:gd name="connsiteY70" fmla="*/ 423863 h 561975"/>
                  <a:gd name="connsiteX71" fmla="*/ 223552 w 933450"/>
                  <a:gd name="connsiteY71" fmla="*/ 427958 h 561975"/>
                  <a:gd name="connsiteX72" fmla="*/ 228219 w 933450"/>
                  <a:gd name="connsiteY72" fmla="*/ 427958 h 561975"/>
                  <a:gd name="connsiteX73" fmla="*/ 232601 w 933450"/>
                  <a:gd name="connsiteY73" fmla="*/ 425577 h 561975"/>
                  <a:gd name="connsiteX74" fmla="*/ 237744 w 933450"/>
                  <a:gd name="connsiteY74" fmla="*/ 425291 h 561975"/>
                  <a:gd name="connsiteX75" fmla="*/ 240125 w 933450"/>
                  <a:gd name="connsiteY75" fmla="*/ 422338 h 561975"/>
                  <a:gd name="connsiteX76" fmla="*/ 242792 w 933450"/>
                  <a:gd name="connsiteY76" fmla="*/ 419957 h 561975"/>
                  <a:gd name="connsiteX77" fmla="*/ 245078 w 933450"/>
                  <a:gd name="connsiteY77" fmla="*/ 416338 h 561975"/>
                  <a:gd name="connsiteX78" fmla="*/ 247079 w 933450"/>
                  <a:gd name="connsiteY78" fmla="*/ 415671 h 561975"/>
                  <a:gd name="connsiteX79" fmla="*/ 248888 w 933450"/>
                  <a:gd name="connsiteY79" fmla="*/ 413575 h 561975"/>
                  <a:gd name="connsiteX80" fmla="*/ 250888 w 933450"/>
                  <a:gd name="connsiteY80" fmla="*/ 412337 h 561975"/>
                  <a:gd name="connsiteX81" fmla="*/ 252413 w 933450"/>
                  <a:gd name="connsiteY81" fmla="*/ 410337 h 561975"/>
                  <a:gd name="connsiteX82" fmla="*/ 254508 w 933450"/>
                  <a:gd name="connsiteY82" fmla="*/ 404527 h 561975"/>
                  <a:gd name="connsiteX83" fmla="*/ 257747 w 933450"/>
                  <a:gd name="connsiteY83" fmla="*/ 400812 h 561975"/>
                  <a:gd name="connsiteX84" fmla="*/ 277273 w 933450"/>
                  <a:gd name="connsiteY84" fmla="*/ 412528 h 561975"/>
                  <a:gd name="connsiteX85" fmla="*/ 300323 w 933450"/>
                  <a:gd name="connsiteY85" fmla="*/ 397097 h 561975"/>
                  <a:gd name="connsiteX86" fmla="*/ 308705 w 933450"/>
                  <a:gd name="connsiteY86" fmla="*/ 397097 h 561975"/>
                  <a:gd name="connsiteX87" fmla="*/ 318706 w 933450"/>
                  <a:gd name="connsiteY87" fmla="*/ 385953 h 561975"/>
                  <a:gd name="connsiteX88" fmla="*/ 314897 w 933450"/>
                  <a:gd name="connsiteY88" fmla="*/ 383096 h 561975"/>
                  <a:gd name="connsiteX89" fmla="*/ 314897 w 933450"/>
                  <a:gd name="connsiteY89" fmla="*/ 374047 h 561975"/>
                  <a:gd name="connsiteX90" fmla="*/ 318611 w 933450"/>
                  <a:gd name="connsiteY90" fmla="*/ 374047 h 561975"/>
                  <a:gd name="connsiteX91" fmla="*/ 328517 w 933450"/>
                  <a:gd name="connsiteY91" fmla="*/ 380143 h 561975"/>
                  <a:gd name="connsiteX92" fmla="*/ 351187 w 933450"/>
                  <a:gd name="connsiteY92" fmla="*/ 359092 h 561975"/>
                  <a:gd name="connsiteX93" fmla="*/ 358235 w 933450"/>
                  <a:gd name="connsiteY93" fmla="*/ 359092 h 561975"/>
                  <a:gd name="connsiteX94" fmla="*/ 358235 w 933450"/>
                  <a:gd name="connsiteY94" fmla="*/ 366046 h 561975"/>
                  <a:gd name="connsiteX95" fmla="*/ 361855 w 933450"/>
                  <a:gd name="connsiteY95" fmla="*/ 366046 h 561975"/>
                  <a:gd name="connsiteX96" fmla="*/ 380047 w 933450"/>
                  <a:gd name="connsiteY96" fmla="*/ 347853 h 561975"/>
                  <a:gd name="connsiteX97" fmla="*/ 381000 w 933450"/>
                  <a:gd name="connsiteY97" fmla="*/ 343948 h 561975"/>
                  <a:gd name="connsiteX98" fmla="*/ 377571 w 933450"/>
                  <a:gd name="connsiteY98" fmla="*/ 343662 h 561975"/>
                  <a:gd name="connsiteX99" fmla="*/ 375000 w 933450"/>
                  <a:gd name="connsiteY99" fmla="*/ 343662 h 561975"/>
                  <a:gd name="connsiteX100" fmla="*/ 374618 w 933450"/>
                  <a:gd name="connsiteY100" fmla="*/ 339757 h 561975"/>
                  <a:gd name="connsiteX101" fmla="*/ 377476 w 933450"/>
                  <a:gd name="connsiteY101" fmla="*/ 336518 h 561975"/>
                  <a:gd name="connsiteX102" fmla="*/ 380714 w 933450"/>
                  <a:gd name="connsiteY102" fmla="*/ 334709 h 561975"/>
                  <a:gd name="connsiteX103" fmla="*/ 383667 w 933450"/>
                  <a:gd name="connsiteY103" fmla="*/ 332042 h 561975"/>
                  <a:gd name="connsiteX104" fmla="*/ 384905 w 933450"/>
                  <a:gd name="connsiteY104" fmla="*/ 327946 h 561975"/>
                  <a:gd name="connsiteX105" fmla="*/ 381381 w 933450"/>
                  <a:gd name="connsiteY105" fmla="*/ 326136 h 561975"/>
                  <a:gd name="connsiteX106" fmla="*/ 377952 w 933450"/>
                  <a:gd name="connsiteY106" fmla="*/ 325850 h 561975"/>
                  <a:gd name="connsiteX107" fmla="*/ 375571 w 933450"/>
                  <a:gd name="connsiteY107" fmla="*/ 323183 h 561975"/>
                  <a:gd name="connsiteX108" fmla="*/ 374142 w 933450"/>
                  <a:gd name="connsiteY108" fmla="*/ 319373 h 561975"/>
                  <a:gd name="connsiteX109" fmla="*/ 375856 w 933450"/>
                  <a:gd name="connsiteY109" fmla="*/ 315849 h 561975"/>
                  <a:gd name="connsiteX110" fmla="*/ 377095 w 933450"/>
                  <a:gd name="connsiteY110" fmla="*/ 313563 h 561975"/>
                  <a:gd name="connsiteX111" fmla="*/ 377095 w 933450"/>
                  <a:gd name="connsiteY111" fmla="*/ 310325 h 561975"/>
                  <a:gd name="connsiteX112" fmla="*/ 376904 w 933450"/>
                  <a:gd name="connsiteY112" fmla="*/ 307181 h 561975"/>
                  <a:gd name="connsiteX113" fmla="*/ 378905 w 933450"/>
                  <a:gd name="connsiteY113" fmla="*/ 306134 h 561975"/>
                  <a:gd name="connsiteX114" fmla="*/ 379285 w 933450"/>
                  <a:gd name="connsiteY114" fmla="*/ 302990 h 561975"/>
                  <a:gd name="connsiteX115" fmla="*/ 379285 w 933450"/>
                  <a:gd name="connsiteY115" fmla="*/ 299561 h 561975"/>
                  <a:gd name="connsiteX116" fmla="*/ 380524 w 933450"/>
                  <a:gd name="connsiteY116" fmla="*/ 298133 h 561975"/>
                  <a:gd name="connsiteX117" fmla="*/ 381190 w 933450"/>
                  <a:gd name="connsiteY117" fmla="*/ 294989 h 561975"/>
                  <a:gd name="connsiteX118" fmla="*/ 383000 w 933450"/>
                  <a:gd name="connsiteY118" fmla="*/ 292989 h 561975"/>
                  <a:gd name="connsiteX119" fmla="*/ 383000 w 933450"/>
                  <a:gd name="connsiteY119" fmla="*/ 290036 h 561975"/>
                  <a:gd name="connsiteX120" fmla="*/ 384525 w 933450"/>
                  <a:gd name="connsiteY120" fmla="*/ 287084 h 561975"/>
                  <a:gd name="connsiteX121" fmla="*/ 387287 w 933450"/>
                  <a:gd name="connsiteY121" fmla="*/ 284988 h 561975"/>
                  <a:gd name="connsiteX122" fmla="*/ 390811 w 933450"/>
                  <a:gd name="connsiteY122" fmla="*/ 279368 h 561975"/>
                  <a:gd name="connsiteX123" fmla="*/ 395192 w 933450"/>
                  <a:gd name="connsiteY123" fmla="*/ 272320 h 561975"/>
                  <a:gd name="connsiteX124" fmla="*/ 397859 w 933450"/>
                  <a:gd name="connsiteY124" fmla="*/ 266605 h 561975"/>
                  <a:gd name="connsiteX125" fmla="*/ 399955 w 933450"/>
                  <a:gd name="connsiteY125" fmla="*/ 260890 h 561975"/>
                  <a:gd name="connsiteX126" fmla="*/ 401193 w 933450"/>
                  <a:gd name="connsiteY126" fmla="*/ 256032 h 561975"/>
                  <a:gd name="connsiteX127" fmla="*/ 403098 w 933450"/>
                  <a:gd name="connsiteY127" fmla="*/ 250317 h 561975"/>
                  <a:gd name="connsiteX128" fmla="*/ 403288 w 933450"/>
                  <a:gd name="connsiteY128" fmla="*/ 246697 h 561975"/>
                  <a:gd name="connsiteX129" fmla="*/ 401003 w 933450"/>
                  <a:gd name="connsiteY129" fmla="*/ 244030 h 561975"/>
                  <a:gd name="connsiteX130" fmla="*/ 403003 w 933450"/>
                  <a:gd name="connsiteY130" fmla="*/ 241745 h 561975"/>
                  <a:gd name="connsiteX131" fmla="*/ 403479 w 933450"/>
                  <a:gd name="connsiteY131" fmla="*/ 239459 h 561975"/>
                  <a:gd name="connsiteX132" fmla="*/ 402717 w 933450"/>
                  <a:gd name="connsiteY132" fmla="*/ 234982 h 561975"/>
                  <a:gd name="connsiteX133" fmla="*/ 403003 w 933450"/>
                  <a:gd name="connsiteY133" fmla="*/ 232791 h 561975"/>
                  <a:gd name="connsiteX134" fmla="*/ 406813 w 933450"/>
                  <a:gd name="connsiteY134" fmla="*/ 228029 h 561975"/>
                  <a:gd name="connsiteX135" fmla="*/ 411671 w 933450"/>
                  <a:gd name="connsiteY135" fmla="*/ 223457 h 561975"/>
                  <a:gd name="connsiteX136" fmla="*/ 414719 w 933450"/>
                  <a:gd name="connsiteY136" fmla="*/ 219837 h 561975"/>
                  <a:gd name="connsiteX137" fmla="*/ 414052 w 933450"/>
                  <a:gd name="connsiteY137" fmla="*/ 215551 h 561975"/>
                  <a:gd name="connsiteX138" fmla="*/ 410528 w 933450"/>
                  <a:gd name="connsiteY138" fmla="*/ 214693 h 561975"/>
                  <a:gd name="connsiteX139" fmla="*/ 411099 w 933450"/>
                  <a:gd name="connsiteY139" fmla="*/ 211265 h 561975"/>
                  <a:gd name="connsiteX140" fmla="*/ 414814 w 933450"/>
                  <a:gd name="connsiteY140" fmla="*/ 209074 h 561975"/>
                  <a:gd name="connsiteX141" fmla="*/ 414814 w 933450"/>
                  <a:gd name="connsiteY141" fmla="*/ 206312 h 561975"/>
                  <a:gd name="connsiteX142" fmla="*/ 415957 w 933450"/>
                  <a:gd name="connsiteY142" fmla="*/ 204025 h 561975"/>
                  <a:gd name="connsiteX143" fmla="*/ 418624 w 933450"/>
                  <a:gd name="connsiteY143" fmla="*/ 203263 h 561975"/>
                  <a:gd name="connsiteX144" fmla="*/ 419005 w 933450"/>
                  <a:gd name="connsiteY144" fmla="*/ 197739 h 561975"/>
                  <a:gd name="connsiteX145" fmla="*/ 418910 w 933450"/>
                  <a:gd name="connsiteY145" fmla="*/ 194596 h 561975"/>
                  <a:gd name="connsiteX146" fmla="*/ 421576 w 933450"/>
                  <a:gd name="connsiteY146" fmla="*/ 191738 h 561975"/>
                  <a:gd name="connsiteX147" fmla="*/ 420529 w 933450"/>
                  <a:gd name="connsiteY147" fmla="*/ 187928 h 561975"/>
                  <a:gd name="connsiteX148" fmla="*/ 418338 w 933450"/>
                  <a:gd name="connsiteY148" fmla="*/ 183356 h 561975"/>
                  <a:gd name="connsiteX149" fmla="*/ 419005 w 933450"/>
                  <a:gd name="connsiteY149" fmla="*/ 180689 h 561975"/>
                  <a:gd name="connsiteX150" fmla="*/ 421767 w 933450"/>
                  <a:gd name="connsiteY150" fmla="*/ 179261 h 561975"/>
                  <a:gd name="connsiteX151" fmla="*/ 421386 w 933450"/>
                  <a:gd name="connsiteY151" fmla="*/ 175832 h 561975"/>
                  <a:gd name="connsiteX152" fmla="*/ 419767 w 933450"/>
                  <a:gd name="connsiteY152" fmla="*/ 172403 h 561975"/>
                  <a:gd name="connsiteX153" fmla="*/ 421005 w 933450"/>
                  <a:gd name="connsiteY153" fmla="*/ 169640 h 561975"/>
                  <a:gd name="connsiteX154" fmla="*/ 420719 w 933450"/>
                  <a:gd name="connsiteY154" fmla="*/ 166211 h 561975"/>
                  <a:gd name="connsiteX155" fmla="*/ 435102 w 933450"/>
                  <a:gd name="connsiteY155" fmla="*/ 169640 h 561975"/>
                  <a:gd name="connsiteX156" fmla="*/ 445484 w 933450"/>
                  <a:gd name="connsiteY156" fmla="*/ 182975 h 561975"/>
                  <a:gd name="connsiteX157" fmla="*/ 467582 w 933450"/>
                  <a:gd name="connsiteY157" fmla="*/ 184595 h 561975"/>
                  <a:gd name="connsiteX158" fmla="*/ 469107 w 933450"/>
                  <a:gd name="connsiteY158" fmla="*/ 181166 h 561975"/>
                  <a:gd name="connsiteX159" fmla="*/ 471678 w 933450"/>
                  <a:gd name="connsiteY159" fmla="*/ 176593 h 561975"/>
                  <a:gd name="connsiteX160" fmla="*/ 472821 w 933450"/>
                  <a:gd name="connsiteY160" fmla="*/ 173641 h 561975"/>
                  <a:gd name="connsiteX161" fmla="*/ 475393 w 933450"/>
                  <a:gd name="connsiteY161" fmla="*/ 171069 h 561975"/>
                  <a:gd name="connsiteX162" fmla="*/ 475202 w 933450"/>
                  <a:gd name="connsiteY162" fmla="*/ 165163 h 561975"/>
                  <a:gd name="connsiteX163" fmla="*/ 475393 w 933450"/>
                  <a:gd name="connsiteY163" fmla="*/ 162496 h 561975"/>
                  <a:gd name="connsiteX164" fmla="*/ 477203 w 933450"/>
                  <a:gd name="connsiteY164" fmla="*/ 159829 h 561975"/>
                  <a:gd name="connsiteX165" fmla="*/ 477488 w 933450"/>
                  <a:gd name="connsiteY165" fmla="*/ 154305 h 561975"/>
                  <a:gd name="connsiteX166" fmla="*/ 477203 w 933450"/>
                  <a:gd name="connsiteY166" fmla="*/ 149924 h 561975"/>
                  <a:gd name="connsiteX167" fmla="*/ 479012 w 933450"/>
                  <a:gd name="connsiteY167" fmla="*/ 144685 h 561975"/>
                  <a:gd name="connsiteX168" fmla="*/ 480727 w 933450"/>
                  <a:gd name="connsiteY168" fmla="*/ 141732 h 561975"/>
                  <a:gd name="connsiteX169" fmla="*/ 483870 w 933450"/>
                  <a:gd name="connsiteY169" fmla="*/ 140970 h 561975"/>
                  <a:gd name="connsiteX170" fmla="*/ 484442 w 933450"/>
                  <a:gd name="connsiteY170" fmla="*/ 136970 h 561975"/>
                  <a:gd name="connsiteX171" fmla="*/ 481679 w 933450"/>
                  <a:gd name="connsiteY171" fmla="*/ 133159 h 561975"/>
                  <a:gd name="connsiteX172" fmla="*/ 481965 w 933450"/>
                  <a:gd name="connsiteY172" fmla="*/ 129064 h 561975"/>
                  <a:gd name="connsiteX173" fmla="*/ 483489 w 933450"/>
                  <a:gd name="connsiteY173" fmla="*/ 125921 h 561975"/>
                  <a:gd name="connsiteX174" fmla="*/ 483870 w 933450"/>
                  <a:gd name="connsiteY174" fmla="*/ 120682 h 561975"/>
                  <a:gd name="connsiteX175" fmla="*/ 486156 w 933450"/>
                  <a:gd name="connsiteY175" fmla="*/ 119443 h 561975"/>
                  <a:gd name="connsiteX176" fmla="*/ 486728 w 933450"/>
                  <a:gd name="connsiteY176" fmla="*/ 114491 h 561975"/>
                  <a:gd name="connsiteX177" fmla="*/ 489300 w 933450"/>
                  <a:gd name="connsiteY177" fmla="*/ 109538 h 561975"/>
                  <a:gd name="connsiteX178" fmla="*/ 506349 w 933450"/>
                  <a:gd name="connsiteY178" fmla="*/ 120301 h 561975"/>
                  <a:gd name="connsiteX179" fmla="*/ 511683 w 933450"/>
                  <a:gd name="connsiteY179" fmla="*/ 97822 h 561975"/>
                  <a:gd name="connsiteX180" fmla="*/ 513683 w 933450"/>
                  <a:gd name="connsiteY180" fmla="*/ 95917 h 561975"/>
                  <a:gd name="connsiteX181" fmla="*/ 515017 w 933450"/>
                  <a:gd name="connsiteY181" fmla="*/ 91250 h 561975"/>
                  <a:gd name="connsiteX182" fmla="*/ 517588 w 933450"/>
                  <a:gd name="connsiteY182" fmla="*/ 88868 h 561975"/>
                  <a:gd name="connsiteX183" fmla="*/ 518731 w 933450"/>
                  <a:gd name="connsiteY183" fmla="*/ 91440 h 561975"/>
                  <a:gd name="connsiteX184" fmla="*/ 520351 w 933450"/>
                  <a:gd name="connsiteY184" fmla="*/ 93536 h 561975"/>
                  <a:gd name="connsiteX185" fmla="*/ 522827 w 933450"/>
                  <a:gd name="connsiteY185" fmla="*/ 89916 h 561975"/>
                  <a:gd name="connsiteX186" fmla="*/ 524351 w 933450"/>
                  <a:gd name="connsiteY186" fmla="*/ 86582 h 561975"/>
                  <a:gd name="connsiteX187" fmla="*/ 525590 w 933450"/>
                  <a:gd name="connsiteY187" fmla="*/ 82105 h 561975"/>
                  <a:gd name="connsiteX188" fmla="*/ 528923 w 933450"/>
                  <a:gd name="connsiteY188" fmla="*/ 80772 h 561975"/>
                  <a:gd name="connsiteX189" fmla="*/ 531591 w 933450"/>
                  <a:gd name="connsiteY189" fmla="*/ 80867 h 561975"/>
                  <a:gd name="connsiteX190" fmla="*/ 533210 w 933450"/>
                  <a:gd name="connsiteY190" fmla="*/ 76486 h 561975"/>
                  <a:gd name="connsiteX191" fmla="*/ 534353 w 933450"/>
                  <a:gd name="connsiteY191" fmla="*/ 71723 h 561975"/>
                  <a:gd name="connsiteX192" fmla="*/ 531876 w 933450"/>
                  <a:gd name="connsiteY192" fmla="*/ 70675 h 561975"/>
                  <a:gd name="connsiteX193" fmla="*/ 533210 w 933450"/>
                  <a:gd name="connsiteY193" fmla="*/ 66484 h 561975"/>
                  <a:gd name="connsiteX194" fmla="*/ 535591 w 933450"/>
                  <a:gd name="connsiteY194" fmla="*/ 64675 h 561975"/>
                  <a:gd name="connsiteX195" fmla="*/ 536638 w 933450"/>
                  <a:gd name="connsiteY195" fmla="*/ 60960 h 561975"/>
                  <a:gd name="connsiteX196" fmla="*/ 539496 w 933450"/>
                  <a:gd name="connsiteY196" fmla="*/ 56864 h 561975"/>
                  <a:gd name="connsiteX197" fmla="*/ 542354 w 933450"/>
                  <a:gd name="connsiteY197" fmla="*/ 55531 h 561975"/>
                  <a:gd name="connsiteX198" fmla="*/ 543306 w 933450"/>
                  <a:gd name="connsiteY198" fmla="*/ 52388 h 561975"/>
                  <a:gd name="connsiteX199" fmla="*/ 545401 w 933450"/>
                  <a:gd name="connsiteY199" fmla="*/ 49149 h 561975"/>
                  <a:gd name="connsiteX200" fmla="*/ 545307 w 933450"/>
                  <a:gd name="connsiteY200" fmla="*/ 45625 h 561975"/>
                  <a:gd name="connsiteX201" fmla="*/ 541877 w 933450"/>
                  <a:gd name="connsiteY201" fmla="*/ 43720 h 561975"/>
                  <a:gd name="connsiteX202" fmla="*/ 541116 w 933450"/>
                  <a:gd name="connsiteY202" fmla="*/ 39910 h 561975"/>
                  <a:gd name="connsiteX203" fmla="*/ 545021 w 933450"/>
                  <a:gd name="connsiteY203" fmla="*/ 36767 h 561975"/>
                  <a:gd name="connsiteX204" fmla="*/ 544925 w 933450"/>
                  <a:gd name="connsiteY204" fmla="*/ 33433 h 561975"/>
                  <a:gd name="connsiteX205" fmla="*/ 540925 w 933450"/>
                  <a:gd name="connsiteY205" fmla="*/ 30766 h 561975"/>
                  <a:gd name="connsiteX206" fmla="*/ 542354 w 933450"/>
                  <a:gd name="connsiteY206" fmla="*/ 27908 h 561975"/>
                  <a:gd name="connsiteX207" fmla="*/ 545211 w 933450"/>
                  <a:gd name="connsiteY207" fmla="*/ 25337 h 561975"/>
                  <a:gd name="connsiteX208" fmla="*/ 546735 w 933450"/>
                  <a:gd name="connsiteY208" fmla="*/ 21526 h 561975"/>
                  <a:gd name="connsiteX209" fmla="*/ 546354 w 933450"/>
                  <a:gd name="connsiteY209" fmla="*/ 15812 h 561975"/>
                  <a:gd name="connsiteX210" fmla="*/ 544735 w 933450"/>
                  <a:gd name="connsiteY210" fmla="*/ 14573 h 561975"/>
                  <a:gd name="connsiteX211" fmla="*/ 545783 w 933450"/>
                  <a:gd name="connsiteY211" fmla="*/ 12859 h 561975"/>
                  <a:gd name="connsiteX212" fmla="*/ 545021 w 933450"/>
                  <a:gd name="connsiteY212" fmla="*/ 9430 h 561975"/>
                  <a:gd name="connsiteX213" fmla="*/ 542449 w 933450"/>
                  <a:gd name="connsiteY213" fmla="*/ 7525 h 561975"/>
                  <a:gd name="connsiteX214" fmla="*/ 543497 w 933450"/>
                  <a:gd name="connsiteY214" fmla="*/ 4953 h 561975"/>
                  <a:gd name="connsiteX215" fmla="*/ 542830 w 933450"/>
                  <a:gd name="connsiteY215" fmla="*/ 0 h 561975"/>
                  <a:gd name="connsiteX216" fmla="*/ 614458 w 933450"/>
                  <a:gd name="connsiteY216" fmla="*/ 35242 h 561975"/>
                  <a:gd name="connsiteX217" fmla="*/ 615124 w 933450"/>
                  <a:gd name="connsiteY217" fmla="*/ 31813 h 561975"/>
                  <a:gd name="connsiteX218" fmla="*/ 615124 w 933450"/>
                  <a:gd name="connsiteY218" fmla="*/ 27527 h 561975"/>
                  <a:gd name="connsiteX219" fmla="*/ 615506 w 933450"/>
                  <a:gd name="connsiteY219" fmla="*/ 20860 h 561975"/>
                  <a:gd name="connsiteX220" fmla="*/ 617030 w 933450"/>
                  <a:gd name="connsiteY220" fmla="*/ 17526 h 561975"/>
                  <a:gd name="connsiteX221" fmla="*/ 616934 w 933450"/>
                  <a:gd name="connsiteY221" fmla="*/ 12668 h 561975"/>
                  <a:gd name="connsiteX222" fmla="*/ 617506 w 933450"/>
                  <a:gd name="connsiteY222" fmla="*/ 8192 h 561975"/>
                  <a:gd name="connsiteX223" fmla="*/ 619506 w 933450"/>
                  <a:gd name="connsiteY223" fmla="*/ 5334 h 561975"/>
                  <a:gd name="connsiteX224" fmla="*/ 621507 w 933450"/>
                  <a:gd name="connsiteY224" fmla="*/ 4096 h 561975"/>
                  <a:gd name="connsiteX225" fmla="*/ 622268 w 933450"/>
                  <a:gd name="connsiteY225" fmla="*/ 3715 h 561975"/>
                  <a:gd name="connsiteX226" fmla="*/ 624649 w 933450"/>
                  <a:gd name="connsiteY226" fmla="*/ 2476 h 561975"/>
                  <a:gd name="connsiteX227" fmla="*/ 629222 w 933450"/>
                  <a:gd name="connsiteY227" fmla="*/ 4667 h 561975"/>
                  <a:gd name="connsiteX228" fmla="*/ 632460 w 933450"/>
                  <a:gd name="connsiteY228" fmla="*/ 4763 h 561975"/>
                  <a:gd name="connsiteX229" fmla="*/ 635603 w 933450"/>
                  <a:gd name="connsiteY229" fmla="*/ 2762 h 561975"/>
                  <a:gd name="connsiteX230" fmla="*/ 639699 w 933450"/>
                  <a:gd name="connsiteY230" fmla="*/ 3905 h 561975"/>
                  <a:gd name="connsiteX231" fmla="*/ 642556 w 933450"/>
                  <a:gd name="connsiteY231" fmla="*/ 7715 h 561975"/>
                  <a:gd name="connsiteX232" fmla="*/ 646462 w 933450"/>
                  <a:gd name="connsiteY232" fmla="*/ 9334 h 561975"/>
                  <a:gd name="connsiteX233" fmla="*/ 649796 w 933450"/>
                  <a:gd name="connsiteY233" fmla="*/ 9239 h 561975"/>
                  <a:gd name="connsiteX234" fmla="*/ 653034 w 933450"/>
                  <a:gd name="connsiteY234" fmla="*/ 12763 h 561975"/>
                  <a:gd name="connsiteX235" fmla="*/ 652748 w 933450"/>
                  <a:gd name="connsiteY235" fmla="*/ 17431 h 561975"/>
                  <a:gd name="connsiteX236" fmla="*/ 650082 w 933450"/>
                  <a:gd name="connsiteY236" fmla="*/ 19526 h 561975"/>
                  <a:gd name="connsiteX237" fmla="*/ 648557 w 933450"/>
                  <a:gd name="connsiteY237" fmla="*/ 22574 h 561975"/>
                  <a:gd name="connsiteX238" fmla="*/ 648367 w 933450"/>
                  <a:gd name="connsiteY238" fmla="*/ 26956 h 561975"/>
                  <a:gd name="connsiteX239" fmla="*/ 650367 w 933450"/>
                  <a:gd name="connsiteY239" fmla="*/ 29813 h 561975"/>
                  <a:gd name="connsiteX240" fmla="*/ 654367 w 933450"/>
                  <a:gd name="connsiteY240" fmla="*/ 29908 h 561975"/>
                  <a:gd name="connsiteX241" fmla="*/ 656749 w 933450"/>
                  <a:gd name="connsiteY241" fmla="*/ 31051 h 561975"/>
                  <a:gd name="connsiteX242" fmla="*/ 658558 w 933450"/>
                  <a:gd name="connsiteY242" fmla="*/ 33909 h 561975"/>
                  <a:gd name="connsiteX243" fmla="*/ 663035 w 933450"/>
                  <a:gd name="connsiteY243" fmla="*/ 35242 h 561975"/>
                  <a:gd name="connsiteX244" fmla="*/ 668369 w 933450"/>
                  <a:gd name="connsiteY244" fmla="*/ 33242 h 561975"/>
                  <a:gd name="connsiteX245" fmla="*/ 673227 w 933450"/>
                  <a:gd name="connsiteY245" fmla="*/ 32290 h 561975"/>
                  <a:gd name="connsiteX246" fmla="*/ 679418 w 933450"/>
                  <a:gd name="connsiteY246" fmla="*/ 33909 h 561975"/>
                  <a:gd name="connsiteX247" fmla="*/ 683324 w 933450"/>
                  <a:gd name="connsiteY247" fmla="*/ 35528 h 561975"/>
                  <a:gd name="connsiteX248" fmla="*/ 684752 w 933450"/>
                  <a:gd name="connsiteY248" fmla="*/ 38005 h 561975"/>
                  <a:gd name="connsiteX249" fmla="*/ 686562 w 933450"/>
                  <a:gd name="connsiteY249" fmla="*/ 41815 h 561975"/>
                  <a:gd name="connsiteX250" fmla="*/ 690086 w 933450"/>
                  <a:gd name="connsiteY250" fmla="*/ 42958 h 561975"/>
                  <a:gd name="connsiteX251" fmla="*/ 693801 w 933450"/>
                  <a:gd name="connsiteY251" fmla="*/ 42958 h 561975"/>
                  <a:gd name="connsiteX252" fmla="*/ 695992 w 933450"/>
                  <a:gd name="connsiteY252" fmla="*/ 42005 h 561975"/>
                  <a:gd name="connsiteX253" fmla="*/ 700373 w 933450"/>
                  <a:gd name="connsiteY253" fmla="*/ 42863 h 561975"/>
                  <a:gd name="connsiteX254" fmla="*/ 703135 w 933450"/>
                  <a:gd name="connsiteY254" fmla="*/ 45720 h 561975"/>
                  <a:gd name="connsiteX255" fmla="*/ 703421 w 933450"/>
                  <a:gd name="connsiteY255" fmla="*/ 46006 h 561975"/>
                  <a:gd name="connsiteX256" fmla="*/ 705993 w 933450"/>
                  <a:gd name="connsiteY256" fmla="*/ 48673 h 561975"/>
                  <a:gd name="connsiteX257" fmla="*/ 711803 w 933450"/>
                  <a:gd name="connsiteY257" fmla="*/ 51054 h 561975"/>
                  <a:gd name="connsiteX258" fmla="*/ 715423 w 933450"/>
                  <a:gd name="connsiteY258" fmla="*/ 53435 h 561975"/>
                  <a:gd name="connsiteX259" fmla="*/ 718185 w 933450"/>
                  <a:gd name="connsiteY259" fmla="*/ 59626 h 561975"/>
                  <a:gd name="connsiteX260" fmla="*/ 718661 w 933450"/>
                  <a:gd name="connsiteY260" fmla="*/ 63627 h 561975"/>
                  <a:gd name="connsiteX261" fmla="*/ 718661 w 933450"/>
                  <a:gd name="connsiteY261" fmla="*/ 64008 h 561975"/>
                  <a:gd name="connsiteX262" fmla="*/ 718756 w 933450"/>
                  <a:gd name="connsiteY262" fmla="*/ 67628 h 561975"/>
                  <a:gd name="connsiteX263" fmla="*/ 719899 w 933450"/>
                  <a:gd name="connsiteY263" fmla="*/ 72009 h 561975"/>
                  <a:gd name="connsiteX264" fmla="*/ 720566 w 933450"/>
                  <a:gd name="connsiteY264" fmla="*/ 75247 h 561975"/>
                  <a:gd name="connsiteX265" fmla="*/ 718852 w 933450"/>
                  <a:gd name="connsiteY265" fmla="*/ 77915 h 561975"/>
                  <a:gd name="connsiteX266" fmla="*/ 715328 w 933450"/>
                  <a:gd name="connsiteY266" fmla="*/ 79153 h 561975"/>
                  <a:gd name="connsiteX267" fmla="*/ 712280 w 933450"/>
                  <a:gd name="connsiteY267" fmla="*/ 82867 h 561975"/>
                  <a:gd name="connsiteX268" fmla="*/ 712946 w 933450"/>
                  <a:gd name="connsiteY268" fmla="*/ 88106 h 561975"/>
                  <a:gd name="connsiteX269" fmla="*/ 712756 w 933450"/>
                  <a:gd name="connsiteY269" fmla="*/ 89345 h 561975"/>
                  <a:gd name="connsiteX270" fmla="*/ 712375 w 933450"/>
                  <a:gd name="connsiteY270" fmla="*/ 89249 h 561975"/>
                  <a:gd name="connsiteX271" fmla="*/ 710756 w 933450"/>
                  <a:gd name="connsiteY271" fmla="*/ 91726 h 561975"/>
                  <a:gd name="connsiteX272" fmla="*/ 709898 w 933450"/>
                  <a:gd name="connsiteY272" fmla="*/ 93821 h 561975"/>
                  <a:gd name="connsiteX273" fmla="*/ 707517 w 933450"/>
                  <a:gd name="connsiteY273" fmla="*/ 95345 h 561975"/>
                  <a:gd name="connsiteX274" fmla="*/ 705517 w 933450"/>
                  <a:gd name="connsiteY274" fmla="*/ 95536 h 561975"/>
                  <a:gd name="connsiteX275" fmla="*/ 704279 w 933450"/>
                  <a:gd name="connsiteY275" fmla="*/ 93821 h 561975"/>
                  <a:gd name="connsiteX276" fmla="*/ 702850 w 933450"/>
                  <a:gd name="connsiteY276" fmla="*/ 93345 h 561975"/>
                  <a:gd name="connsiteX277" fmla="*/ 701231 w 933450"/>
                  <a:gd name="connsiteY277" fmla="*/ 93821 h 561975"/>
                  <a:gd name="connsiteX278" fmla="*/ 700088 w 933450"/>
                  <a:gd name="connsiteY278" fmla="*/ 96774 h 561975"/>
                  <a:gd name="connsiteX279" fmla="*/ 700849 w 933450"/>
                  <a:gd name="connsiteY279" fmla="*/ 100393 h 561975"/>
                  <a:gd name="connsiteX280" fmla="*/ 701421 w 933450"/>
                  <a:gd name="connsiteY280" fmla="*/ 104680 h 561975"/>
                  <a:gd name="connsiteX281" fmla="*/ 700849 w 933450"/>
                  <a:gd name="connsiteY281" fmla="*/ 108299 h 561975"/>
                  <a:gd name="connsiteX282" fmla="*/ 699802 w 933450"/>
                  <a:gd name="connsiteY282" fmla="*/ 112300 h 561975"/>
                  <a:gd name="connsiteX283" fmla="*/ 697897 w 933450"/>
                  <a:gd name="connsiteY283" fmla="*/ 115538 h 561975"/>
                  <a:gd name="connsiteX284" fmla="*/ 697135 w 933450"/>
                  <a:gd name="connsiteY284" fmla="*/ 119825 h 561975"/>
                  <a:gd name="connsiteX285" fmla="*/ 698087 w 933450"/>
                  <a:gd name="connsiteY285" fmla="*/ 124587 h 561975"/>
                  <a:gd name="connsiteX286" fmla="*/ 699611 w 933450"/>
                  <a:gd name="connsiteY286" fmla="*/ 127635 h 561975"/>
                  <a:gd name="connsiteX287" fmla="*/ 702564 w 933450"/>
                  <a:gd name="connsiteY287" fmla="*/ 132969 h 561975"/>
                  <a:gd name="connsiteX288" fmla="*/ 704755 w 933450"/>
                  <a:gd name="connsiteY288" fmla="*/ 135826 h 561975"/>
                  <a:gd name="connsiteX289" fmla="*/ 706088 w 933450"/>
                  <a:gd name="connsiteY289" fmla="*/ 138303 h 561975"/>
                  <a:gd name="connsiteX290" fmla="*/ 708279 w 933450"/>
                  <a:gd name="connsiteY290" fmla="*/ 140113 h 561975"/>
                  <a:gd name="connsiteX291" fmla="*/ 711423 w 933450"/>
                  <a:gd name="connsiteY291" fmla="*/ 140684 h 561975"/>
                  <a:gd name="connsiteX292" fmla="*/ 714661 w 933450"/>
                  <a:gd name="connsiteY292" fmla="*/ 139255 h 561975"/>
                  <a:gd name="connsiteX293" fmla="*/ 717709 w 933450"/>
                  <a:gd name="connsiteY293" fmla="*/ 138303 h 561975"/>
                  <a:gd name="connsiteX294" fmla="*/ 720376 w 933450"/>
                  <a:gd name="connsiteY294" fmla="*/ 135922 h 561975"/>
                  <a:gd name="connsiteX295" fmla="*/ 723234 w 933450"/>
                  <a:gd name="connsiteY295" fmla="*/ 132969 h 561975"/>
                  <a:gd name="connsiteX296" fmla="*/ 725329 w 933450"/>
                  <a:gd name="connsiteY296" fmla="*/ 130778 h 561975"/>
                  <a:gd name="connsiteX297" fmla="*/ 727996 w 933450"/>
                  <a:gd name="connsiteY297" fmla="*/ 130588 h 561975"/>
                  <a:gd name="connsiteX298" fmla="*/ 729806 w 933450"/>
                  <a:gd name="connsiteY298" fmla="*/ 128968 h 561975"/>
                  <a:gd name="connsiteX299" fmla="*/ 730949 w 933450"/>
                  <a:gd name="connsiteY299" fmla="*/ 126492 h 561975"/>
                  <a:gd name="connsiteX300" fmla="*/ 734092 w 933450"/>
                  <a:gd name="connsiteY300" fmla="*/ 125825 h 561975"/>
                  <a:gd name="connsiteX301" fmla="*/ 736759 w 933450"/>
                  <a:gd name="connsiteY301" fmla="*/ 127825 h 561975"/>
                  <a:gd name="connsiteX302" fmla="*/ 736950 w 933450"/>
                  <a:gd name="connsiteY302" fmla="*/ 130778 h 561975"/>
                  <a:gd name="connsiteX303" fmla="*/ 737806 w 933450"/>
                  <a:gd name="connsiteY303" fmla="*/ 136684 h 561975"/>
                  <a:gd name="connsiteX304" fmla="*/ 739426 w 933450"/>
                  <a:gd name="connsiteY304" fmla="*/ 139065 h 561975"/>
                  <a:gd name="connsiteX305" fmla="*/ 744093 w 933450"/>
                  <a:gd name="connsiteY305" fmla="*/ 140303 h 561975"/>
                  <a:gd name="connsiteX306" fmla="*/ 747617 w 933450"/>
                  <a:gd name="connsiteY306" fmla="*/ 143066 h 561975"/>
                  <a:gd name="connsiteX307" fmla="*/ 749332 w 933450"/>
                  <a:gd name="connsiteY307" fmla="*/ 146304 h 561975"/>
                  <a:gd name="connsiteX308" fmla="*/ 749237 w 933450"/>
                  <a:gd name="connsiteY308" fmla="*/ 148780 h 561975"/>
                  <a:gd name="connsiteX309" fmla="*/ 751332 w 933450"/>
                  <a:gd name="connsiteY309" fmla="*/ 150686 h 561975"/>
                  <a:gd name="connsiteX310" fmla="*/ 755618 w 933450"/>
                  <a:gd name="connsiteY310" fmla="*/ 150971 h 561975"/>
                  <a:gd name="connsiteX311" fmla="*/ 760285 w 933450"/>
                  <a:gd name="connsiteY311" fmla="*/ 152305 h 561975"/>
                  <a:gd name="connsiteX312" fmla="*/ 762953 w 933450"/>
                  <a:gd name="connsiteY312" fmla="*/ 154305 h 561975"/>
                  <a:gd name="connsiteX313" fmla="*/ 767620 w 933450"/>
                  <a:gd name="connsiteY313" fmla="*/ 154115 h 561975"/>
                  <a:gd name="connsiteX314" fmla="*/ 771525 w 933450"/>
                  <a:gd name="connsiteY314" fmla="*/ 151543 h 561975"/>
                  <a:gd name="connsiteX315" fmla="*/ 775716 w 933450"/>
                  <a:gd name="connsiteY315" fmla="*/ 151733 h 561975"/>
                  <a:gd name="connsiteX316" fmla="*/ 777240 w 933450"/>
                  <a:gd name="connsiteY316" fmla="*/ 153734 h 561975"/>
                  <a:gd name="connsiteX317" fmla="*/ 780002 w 933450"/>
                  <a:gd name="connsiteY317" fmla="*/ 154400 h 561975"/>
                  <a:gd name="connsiteX318" fmla="*/ 780669 w 933450"/>
                  <a:gd name="connsiteY318" fmla="*/ 152781 h 561975"/>
                  <a:gd name="connsiteX319" fmla="*/ 783432 w 933450"/>
                  <a:gd name="connsiteY319" fmla="*/ 150590 h 561975"/>
                  <a:gd name="connsiteX320" fmla="*/ 787717 w 933450"/>
                  <a:gd name="connsiteY320" fmla="*/ 151543 h 561975"/>
                  <a:gd name="connsiteX321" fmla="*/ 790004 w 933450"/>
                  <a:gd name="connsiteY321" fmla="*/ 149257 h 561975"/>
                  <a:gd name="connsiteX322" fmla="*/ 793433 w 933450"/>
                  <a:gd name="connsiteY322" fmla="*/ 150304 h 561975"/>
                  <a:gd name="connsiteX323" fmla="*/ 795052 w 933450"/>
                  <a:gd name="connsiteY323" fmla="*/ 154210 h 561975"/>
                  <a:gd name="connsiteX324" fmla="*/ 797814 w 933450"/>
                  <a:gd name="connsiteY324" fmla="*/ 156496 h 561975"/>
                  <a:gd name="connsiteX325" fmla="*/ 802767 w 933450"/>
                  <a:gd name="connsiteY325" fmla="*/ 157639 h 561975"/>
                  <a:gd name="connsiteX326" fmla="*/ 807053 w 933450"/>
                  <a:gd name="connsiteY326" fmla="*/ 161163 h 561975"/>
                  <a:gd name="connsiteX327" fmla="*/ 809530 w 933450"/>
                  <a:gd name="connsiteY327" fmla="*/ 165163 h 561975"/>
                  <a:gd name="connsiteX328" fmla="*/ 813435 w 933450"/>
                  <a:gd name="connsiteY328" fmla="*/ 165735 h 561975"/>
                  <a:gd name="connsiteX329" fmla="*/ 817435 w 933450"/>
                  <a:gd name="connsiteY329" fmla="*/ 167354 h 561975"/>
                  <a:gd name="connsiteX330" fmla="*/ 820674 w 933450"/>
                  <a:gd name="connsiteY330" fmla="*/ 170117 h 561975"/>
                  <a:gd name="connsiteX331" fmla="*/ 825056 w 933450"/>
                  <a:gd name="connsiteY331" fmla="*/ 171355 h 561975"/>
                  <a:gd name="connsiteX332" fmla="*/ 831437 w 933450"/>
                  <a:gd name="connsiteY332" fmla="*/ 170688 h 561975"/>
                  <a:gd name="connsiteX333" fmla="*/ 835914 w 933450"/>
                  <a:gd name="connsiteY333" fmla="*/ 171831 h 561975"/>
                  <a:gd name="connsiteX334" fmla="*/ 844487 w 933450"/>
                  <a:gd name="connsiteY334" fmla="*/ 175927 h 561975"/>
                  <a:gd name="connsiteX335" fmla="*/ 847820 w 933450"/>
                  <a:gd name="connsiteY335" fmla="*/ 179261 h 561975"/>
                  <a:gd name="connsiteX336" fmla="*/ 849440 w 933450"/>
                  <a:gd name="connsiteY336" fmla="*/ 185452 h 561975"/>
                  <a:gd name="connsiteX337" fmla="*/ 846392 w 933450"/>
                  <a:gd name="connsiteY337" fmla="*/ 189738 h 561975"/>
                  <a:gd name="connsiteX338" fmla="*/ 842867 w 933450"/>
                  <a:gd name="connsiteY338" fmla="*/ 190691 h 561975"/>
                  <a:gd name="connsiteX339" fmla="*/ 841058 w 933450"/>
                  <a:gd name="connsiteY339" fmla="*/ 192881 h 561975"/>
                  <a:gd name="connsiteX340" fmla="*/ 841915 w 933450"/>
                  <a:gd name="connsiteY340" fmla="*/ 196977 h 561975"/>
                  <a:gd name="connsiteX341" fmla="*/ 843724 w 933450"/>
                  <a:gd name="connsiteY341" fmla="*/ 200882 h 561975"/>
                  <a:gd name="connsiteX342" fmla="*/ 844487 w 933450"/>
                  <a:gd name="connsiteY342" fmla="*/ 204311 h 561975"/>
                  <a:gd name="connsiteX343" fmla="*/ 846582 w 933450"/>
                  <a:gd name="connsiteY343" fmla="*/ 208121 h 561975"/>
                  <a:gd name="connsiteX344" fmla="*/ 846582 w 933450"/>
                  <a:gd name="connsiteY344" fmla="*/ 210503 h 561975"/>
                  <a:gd name="connsiteX345" fmla="*/ 844677 w 933450"/>
                  <a:gd name="connsiteY345" fmla="*/ 212884 h 561975"/>
                  <a:gd name="connsiteX346" fmla="*/ 842772 w 933450"/>
                  <a:gd name="connsiteY346" fmla="*/ 214979 h 561975"/>
                  <a:gd name="connsiteX347" fmla="*/ 844010 w 933450"/>
                  <a:gd name="connsiteY347" fmla="*/ 217456 h 561975"/>
                  <a:gd name="connsiteX348" fmla="*/ 846772 w 933450"/>
                  <a:gd name="connsiteY348" fmla="*/ 218408 h 561975"/>
                  <a:gd name="connsiteX349" fmla="*/ 849344 w 933450"/>
                  <a:gd name="connsiteY349" fmla="*/ 217456 h 561975"/>
                  <a:gd name="connsiteX350" fmla="*/ 852488 w 933450"/>
                  <a:gd name="connsiteY350" fmla="*/ 218980 h 561975"/>
                  <a:gd name="connsiteX351" fmla="*/ 854298 w 933450"/>
                  <a:gd name="connsiteY351" fmla="*/ 221361 h 561975"/>
                  <a:gd name="connsiteX352" fmla="*/ 847535 w 933450"/>
                  <a:gd name="connsiteY352" fmla="*/ 222123 h 561975"/>
                  <a:gd name="connsiteX353" fmla="*/ 845630 w 933450"/>
                  <a:gd name="connsiteY353" fmla="*/ 223266 h 561975"/>
                  <a:gd name="connsiteX354" fmla="*/ 842772 w 933450"/>
                  <a:gd name="connsiteY354" fmla="*/ 223647 h 561975"/>
                  <a:gd name="connsiteX355" fmla="*/ 840296 w 933450"/>
                  <a:gd name="connsiteY355" fmla="*/ 222695 h 561975"/>
                  <a:gd name="connsiteX356" fmla="*/ 836676 w 933450"/>
                  <a:gd name="connsiteY356" fmla="*/ 222695 h 561975"/>
                  <a:gd name="connsiteX357" fmla="*/ 832390 w 933450"/>
                  <a:gd name="connsiteY357" fmla="*/ 220123 h 561975"/>
                  <a:gd name="connsiteX358" fmla="*/ 829818 w 933450"/>
                  <a:gd name="connsiteY358" fmla="*/ 218789 h 561975"/>
                  <a:gd name="connsiteX359" fmla="*/ 825437 w 933450"/>
                  <a:gd name="connsiteY359" fmla="*/ 219551 h 561975"/>
                  <a:gd name="connsiteX360" fmla="*/ 825341 w 933450"/>
                  <a:gd name="connsiteY360" fmla="*/ 222885 h 561975"/>
                  <a:gd name="connsiteX361" fmla="*/ 822960 w 933450"/>
                  <a:gd name="connsiteY361" fmla="*/ 222980 h 561975"/>
                  <a:gd name="connsiteX362" fmla="*/ 820674 w 933450"/>
                  <a:gd name="connsiteY362" fmla="*/ 220123 h 561975"/>
                  <a:gd name="connsiteX363" fmla="*/ 819722 w 933450"/>
                  <a:gd name="connsiteY363" fmla="*/ 216503 h 561975"/>
                  <a:gd name="connsiteX364" fmla="*/ 816864 w 933450"/>
                  <a:gd name="connsiteY364" fmla="*/ 212693 h 561975"/>
                  <a:gd name="connsiteX365" fmla="*/ 813435 w 933450"/>
                  <a:gd name="connsiteY365" fmla="*/ 207931 h 561975"/>
                  <a:gd name="connsiteX366" fmla="*/ 809244 w 933450"/>
                  <a:gd name="connsiteY366" fmla="*/ 206312 h 561975"/>
                  <a:gd name="connsiteX367" fmla="*/ 807816 w 933450"/>
                  <a:gd name="connsiteY367" fmla="*/ 204978 h 561975"/>
                  <a:gd name="connsiteX368" fmla="*/ 804196 w 933450"/>
                  <a:gd name="connsiteY368" fmla="*/ 204311 h 561975"/>
                  <a:gd name="connsiteX369" fmla="*/ 801338 w 933450"/>
                  <a:gd name="connsiteY369" fmla="*/ 202787 h 561975"/>
                  <a:gd name="connsiteX370" fmla="*/ 800290 w 933450"/>
                  <a:gd name="connsiteY370" fmla="*/ 200978 h 561975"/>
                  <a:gd name="connsiteX371" fmla="*/ 795147 w 933450"/>
                  <a:gd name="connsiteY371" fmla="*/ 201168 h 561975"/>
                  <a:gd name="connsiteX372" fmla="*/ 793337 w 933450"/>
                  <a:gd name="connsiteY372" fmla="*/ 199358 h 561975"/>
                  <a:gd name="connsiteX373" fmla="*/ 790765 w 933450"/>
                  <a:gd name="connsiteY373" fmla="*/ 198120 h 561975"/>
                  <a:gd name="connsiteX374" fmla="*/ 789337 w 933450"/>
                  <a:gd name="connsiteY374" fmla="*/ 195643 h 561975"/>
                  <a:gd name="connsiteX375" fmla="*/ 787527 w 933450"/>
                  <a:gd name="connsiteY375" fmla="*/ 193929 h 561975"/>
                  <a:gd name="connsiteX376" fmla="*/ 783336 w 933450"/>
                  <a:gd name="connsiteY376" fmla="*/ 194882 h 561975"/>
                  <a:gd name="connsiteX377" fmla="*/ 782860 w 933450"/>
                  <a:gd name="connsiteY377" fmla="*/ 197644 h 561975"/>
                  <a:gd name="connsiteX378" fmla="*/ 785527 w 933450"/>
                  <a:gd name="connsiteY378" fmla="*/ 200596 h 561975"/>
                  <a:gd name="connsiteX379" fmla="*/ 788289 w 933450"/>
                  <a:gd name="connsiteY379" fmla="*/ 202597 h 561975"/>
                  <a:gd name="connsiteX380" fmla="*/ 790385 w 933450"/>
                  <a:gd name="connsiteY380" fmla="*/ 204883 h 561975"/>
                  <a:gd name="connsiteX381" fmla="*/ 794385 w 933450"/>
                  <a:gd name="connsiteY381" fmla="*/ 206502 h 561975"/>
                  <a:gd name="connsiteX382" fmla="*/ 797909 w 933450"/>
                  <a:gd name="connsiteY382" fmla="*/ 208312 h 561975"/>
                  <a:gd name="connsiteX383" fmla="*/ 799147 w 933450"/>
                  <a:gd name="connsiteY383" fmla="*/ 210026 h 561975"/>
                  <a:gd name="connsiteX384" fmla="*/ 803625 w 933450"/>
                  <a:gd name="connsiteY384" fmla="*/ 211360 h 561975"/>
                  <a:gd name="connsiteX385" fmla="*/ 807530 w 933450"/>
                  <a:gd name="connsiteY385" fmla="*/ 211360 h 561975"/>
                  <a:gd name="connsiteX386" fmla="*/ 810101 w 933450"/>
                  <a:gd name="connsiteY386" fmla="*/ 213646 h 561975"/>
                  <a:gd name="connsiteX387" fmla="*/ 813244 w 933450"/>
                  <a:gd name="connsiteY387" fmla="*/ 217742 h 561975"/>
                  <a:gd name="connsiteX388" fmla="*/ 815816 w 933450"/>
                  <a:gd name="connsiteY388" fmla="*/ 222790 h 561975"/>
                  <a:gd name="connsiteX389" fmla="*/ 820007 w 933450"/>
                  <a:gd name="connsiteY389" fmla="*/ 226600 h 561975"/>
                  <a:gd name="connsiteX390" fmla="*/ 823151 w 933450"/>
                  <a:gd name="connsiteY390" fmla="*/ 227933 h 561975"/>
                  <a:gd name="connsiteX391" fmla="*/ 827437 w 933450"/>
                  <a:gd name="connsiteY391" fmla="*/ 227362 h 561975"/>
                  <a:gd name="connsiteX392" fmla="*/ 832961 w 933450"/>
                  <a:gd name="connsiteY392" fmla="*/ 225838 h 561975"/>
                  <a:gd name="connsiteX393" fmla="*/ 836009 w 933450"/>
                  <a:gd name="connsiteY393" fmla="*/ 227267 h 561975"/>
                  <a:gd name="connsiteX394" fmla="*/ 838200 w 933450"/>
                  <a:gd name="connsiteY394" fmla="*/ 229076 h 561975"/>
                  <a:gd name="connsiteX395" fmla="*/ 841343 w 933450"/>
                  <a:gd name="connsiteY395" fmla="*/ 230315 h 561975"/>
                  <a:gd name="connsiteX396" fmla="*/ 843153 w 933450"/>
                  <a:gd name="connsiteY396" fmla="*/ 228886 h 561975"/>
                  <a:gd name="connsiteX397" fmla="*/ 847154 w 933450"/>
                  <a:gd name="connsiteY397" fmla="*/ 227457 h 561975"/>
                  <a:gd name="connsiteX398" fmla="*/ 851821 w 933450"/>
                  <a:gd name="connsiteY398" fmla="*/ 228505 h 561975"/>
                  <a:gd name="connsiteX399" fmla="*/ 852583 w 933450"/>
                  <a:gd name="connsiteY399" fmla="*/ 230505 h 561975"/>
                  <a:gd name="connsiteX400" fmla="*/ 850773 w 933450"/>
                  <a:gd name="connsiteY400" fmla="*/ 232696 h 561975"/>
                  <a:gd name="connsiteX401" fmla="*/ 847915 w 933450"/>
                  <a:gd name="connsiteY401" fmla="*/ 234125 h 561975"/>
                  <a:gd name="connsiteX402" fmla="*/ 846963 w 933450"/>
                  <a:gd name="connsiteY402" fmla="*/ 237649 h 561975"/>
                  <a:gd name="connsiteX403" fmla="*/ 849058 w 933450"/>
                  <a:gd name="connsiteY403" fmla="*/ 239840 h 561975"/>
                  <a:gd name="connsiteX404" fmla="*/ 851726 w 933450"/>
                  <a:gd name="connsiteY404" fmla="*/ 240411 h 561975"/>
                  <a:gd name="connsiteX405" fmla="*/ 854107 w 933450"/>
                  <a:gd name="connsiteY405" fmla="*/ 238696 h 561975"/>
                  <a:gd name="connsiteX406" fmla="*/ 853726 w 933450"/>
                  <a:gd name="connsiteY406" fmla="*/ 235077 h 561975"/>
                  <a:gd name="connsiteX407" fmla="*/ 856679 w 933450"/>
                  <a:gd name="connsiteY407" fmla="*/ 235839 h 561975"/>
                  <a:gd name="connsiteX408" fmla="*/ 859060 w 933450"/>
                  <a:gd name="connsiteY408" fmla="*/ 239268 h 561975"/>
                  <a:gd name="connsiteX409" fmla="*/ 862394 w 933450"/>
                  <a:gd name="connsiteY409" fmla="*/ 244412 h 561975"/>
                  <a:gd name="connsiteX410" fmla="*/ 865727 w 933450"/>
                  <a:gd name="connsiteY410" fmla="*/ 250603 h 561975"/>
                  <a:gd name="connsiteX411" fmla="*/ 864966 w 933450"/>
                  <a:gd name="connsiteY411" fmla="*/ 258128 h 561975"/>
                  <a:gd name="connsiteX412" fmla="*/ 865060 w 933450"/>
                  <a:gd name="connsiteY412" fmla="*/ 263271 h 561975"/>
                  <a:gd name="connsiteX413" fmla="*/ 863060 w 933450"/>
                  <a:gd name="connsiteY413" fmla="*/ 266033 h 561975"/>
                  <a:gd name="connsiteX414" fmla="*/ 860203 w 933450"/>
                  <a:gd name="connsiteY414" fmla="*/ 265367 h 561975"/>
                  <a:gd name="connsiteX415" fmla="*/ 857536 w 933450"/>
                  <a:gd name="connsiteY415" fmla="*/ 262318 h 561975"/>
                  <a:gd name="connsiteX416" fmla="*/ 854202 w 933450"/>
                  <a:gd name="connsiteY416" fmla="*/ 260413 h 561975"/>
                  <a:gd name="connsiteX417" fmla="*/ 850487 w 933450"/>
                  <a:gd name="connsiteY417" fmla="*/ 260509 h 561975"/>
                  <a:gd name="connsiteX418" fmla="*/ 848392 w 933450"/>
                  <a:gd name="connsiteY418" fmla="*/ 258318 h 561975"/>
                  <a:gd name="connsiteX419" fmla="*/ 845153 w 933450"/>
                  <a:gd name="connsiteY419" fmla="*/ 256318 h 561975"/>
                  <a:gd name="connsiteX420" fmla="*/ 844010 w 933450"/>
                  <a:gd name="connsiteY420" fmla="*/ 259175 h 561975"/>
                  <a:gd name="connsiteX421" fmla="*/ 841819 w 933450"/>
                  <a:gd name="connsiteY421" fmla="*/ 262223 h 561975"/>
                  <a:gd name="connsiteX422" fmla="*/ 843820 w 933450"/>
                  <a:gd name="connsiteY422" fmla="*/ 264700 h 561975"/>
                  <a:gd name="connsiteX423" fmla="*/ 847820 w 933450"/>
                  <a:gd name="connsiteY423" fmla="*/ 265747 h 561975"/>
                  <a:gd name="connsiteX424" fmla="*/ 849821 w 933450"/>
                  <a:gd name="connsiteY424" fmla="*/ 267938 h 561975"/>
                  <a:gd name="connsiteX425" fmla="*/ 852678 w 933450"/>
                  <a:gd name="connsiteY425" fmla="*/ 271843 h 561975"/>
                  <a:gd name="connsiteX426" fmla="*/ 855345 w 933450"/>
                  <a:gd name="connsiteY426" fmla="*/ 272891 h 561975"/>
                  <a:gd name="connsiteX427" fmla="*/ 857345 w 933450"/>
                  <a:gd name="connsiteY427" fmla="*/ 275082 h 561975"/>
                  <a:gd name="connsiteX428" fmla="*/ 855345 w 933450"/>
                  <a:gd name="connsiteY428" fmla="*/ 276892 h 561975"/>
                  <a:gd name="connsiteX429" fmla="*/ 850107 w 933450"/>
                  <a:gd name="connsiteY429" fmla="*/ 276892 h 561975"/>
                  <a:gd name="connsiteX430" fmla="*/ 848201 w 933450"/>
                  <a:gd name="connsiteY430" fmla="*/ 279083 h 561975"/>
                  <a:gd name="connsiteX431" fmla="*/ 845439 w 933450"/>
                  <a:gd name="connsiteY431" fmla="*/ 280988 h 561975"/>
                  <a:gd name="connsiteX432" fmla="*/ 841819 w 933450"/>
                  <a:gd name="connsiteY432" fmla="*/ 282226 h 561975"/>
                  <a:gd name="connsiteX433" fmla="*/ 842296 w 933450"/>
                  <a:gd name="connsiteY433" fmla="*/ 285274 h 561975"/>
                  <a:gd name="connsiteX434" fmla="*/ 844677 w 933450"/>
                  <a:gd name="connsiteY434" fmla="*/ 287084 h 561975"/>
                  <a:gd name="connsiteX435" fmla="*/ 847915 w 933450"/>
                  <a:gd name="connsiteY435" fmla="*/ 286703 h 561975"/>
                  <a:gd name="connsiteX436" fmla="*/ 850487 w 933450"/>
                  <a:gd name="connsiteY436" fmla="*/ 284131 h 561975"/>
                  <a:gd name="connsiteX437" fmla="*/ 852583 w 933450"/>
                  <a:gd name="connsiteY437" fmla="*/ 282702 h 561975"/>
                  <a:gd name="connsiteX438" fmla="*/ 854869 w 933450"/>
                  <a:gd name="connsiteY438" fmla="*/ 285083 h 561975"/>
                  <a:gd name="connsiteX439" fmla="*/ 855535 w 933450"/>
                  <a:gd name="connsiteY439" fmla="*/ 289084 h 561975"/>
                  <a:gd name="connsiteX440" fmla="*/ 854774 w 933450"/>
                  <a:gd name="connsiteY440" fmla="*/ 291465 h 561975"/>
                  <a:gd name="connsiteX441" fmla="*/ 857250 w 933450"/>
                  <a:gd name="connsiteY441" fmla="*/ 293751 h 561975"/>
                  <a:gd name="connsiteX442" fmla="*/ 859536 w 933450"/>
                  <a:gd name="connsiteY442" fmla="*/ 291084 h 561975"/>
                  <a:gd name="connsiteX443" fmla="*/ 862203 w 933450"/>
                  <a:gd name="connsiteY443" fmla="*/ 291465 h 561975"/>
                  <a:gd name="connsiteX444" fmla="*/ 863727 w 933450"/>
                  <a:gd name="connsiteY444" fmla="*/ 294227 h 561975"/>
                  <a:gd name="connsiteX445" fmla="*/ 868680 w 933450"/>
                  <a:gd name="connsiteY445" fmla="*/ 293370 h 561975"/>
                  <a:gd name="connsiteX446" fmla="*/ 871347 w 933450"/>
                  <a:gd name="connsiteY446" fmla="*/ 296513 h 561975"/>
                  <a:gd name="connsiteX447" fmla="*/ 872966 w 933450"/>
                  <a:gd name="connsiteY447" fmla="*/ 300418 h 561975"/>
                  <a:gd name="connsiteX448" fmla="*/ 873538 w 933450"/>
                  <a:gd name="connsiteY448" fmla="*/ 307467 h 561975"/>
                  <a:gd name="connsiteX449" fmla="*/ 873062 w 933450"/>
                  <a:gd name="connsiteY449" fmla="*/ 313658 h 561975"/>
                  <a:gd name="connsiteX450" fmla="*/ 869918 w 933450"/>
                  <a:gd name="connsiteY450" fmla="*/ 314896 h 561975"/>
                  <a:gd name="connsiteX451" fmla="*/ 867442 w 933450"/>
                  <a:gd name="connsiteY451" fmla="*/ 314516 h 561975"/>
                  <a:gd name="connsiteX452" fmla="*/ 864584 w 933450"/>
                  <a:gd name="connsiteY452" fmla="*/ 316897 h 561975"/>
                  <a:gd name="connsiteX453" fmla="*/ 864203 w 933450"/>
                  <a:gd name="connsiteY453" fmla="*/ 320707 h 561975"/>
                  <a:gd name="connsiteX454" fmla="*/ 860965 w 933450"/>
                  <a:gd name="connsiteY454" fmla="*/ 323469 h 561975"/>
                  <a:gd name="connsiteX455" fmla="*/ 858012 w 933450"/>
                  <a:gd name="connsiteY455" fmla="*/ 322612 h 561975"/>
                  <a:gd name="connsiteX456" fmla="*/ 856202 w 933450"/>
                  <a:gd name="connsiteY456" fmla="*/ 320421 h 561975"/>
                  <a:gd name="connsiteX457" fmla="*/ 855250 w 933450"/>
                  <a:gd name="connsiteY457" fmla="*/ 317849 h 561975"/>
                  <a:gd name="connsiteX458" fmla="*/ 852106 w 933450"/>
                  <a:gd name="connsiteY458" fmla="*/ 314992 h 561975"/>
                  <a:gd name="connsiteX459" fmla="*/ 848392 w 933450"/>
                  <a:gd name="connsiteY459" fmla="*/ 314230 h 561975"/>
                  <a:gd name="connsiteX460" fmla="*/ 844677 w 933450"/>
                  <a:gd name="connsiteY460" fmla="*/ 311849 h 561975"/>
                  <a:gd name="connsiteX461" fmla="*/ 842677 w 933450"/>
                  <a:gd name="connsiteY461" fmla="*/ 309277 h 561975"/>
                  <a:gd name="connsiteX462" fmla="*/ 838390 w 933450"/>
                  <a:gd name="connsiteY462" fmla="*/ 310229 h 561975"/>
                  <a:gd name="connsiteX463" fmla="*/ 835152 w 933450"/>
                  <a:gd name="connsiteY463" fmla="*/ 307276 h 561975"/>
                  <a:gd name="connsiteX464" fmla="*/ 832294 w 933450"/>
                  <a:gd name="connsiteY464" fmla="*/ 306800 h 561975"/>
                  <a:gd name="connsiteX465" fmla="*/ 829628 w 933450"/>
                  <a:gd name="connsiteY465" fmla="*/ 304229 h 561975"/>
                  <a:gd name="connsiteX466" fmla="*/ 828675 w 933450"/>
                  <a:gd name="connsiteY466" fmla="*/ 301562 h 561975"/>
                  <a:gd name="connsiteX467" fmla="*/ 829723 w 933450"/>
                  <a:gd name="connsiteY467" fmla="*/ 298609 h 561975"/>
                  <a:gd name="connsiteX468" fmla="*/ 828104 w 933450"/>
                  <a:gd name="connsiteY468" fmla="*/ 296704 h 561975"/>
                  <a:gd name="connsiteX469" fmla="*/ 826580 w 933450"/>
                  <a:gd name="connsiteY469" fmla="*/ 292608 h 561975"/>
                  <a:gd name="connsiteX470" fmla="*/ 820483 w 933450"/>
                  <a:gd name="connsiteY470" fmla="*/ 292037 h 561975"/>
                  <a:gd name="connsiteX471" fmla="*/ 816674 w 933450"/>
                  <a:gd name="connsiteY471" fmla="*/ 293180 h 561975"/>
                  <a:gd name="connsiteX472" fmla="*/ 813435 w 933450"/>
                  <a:gd name="connsiteY472" fmla="*/ 296609 h 561975"/>
                  <a:gd name="connsiteX473" fmla="*/ 811816 w 933450"/>
                  <a:gd name="connsiteY473" fmla="*/ 298609 h 561975"/>
                  <a:gd name="connsiteX474" fmla="*/ 808387 w 933450"/>
                  <a:gd name="connsiteY474" fmla="*/ 298228 h 561975"/>
                  <a:gd name="connsiteX475" fmla="*/ 806767 w 933450"/>
                  <a:gd name="connsiteY475" fmla="*/ 300228 h 561975"/>
                  <a:gd name="connsiteX476" fmla="*/ 808387 w 933450"/>
                  <a:gd name="connsiteY476" fmla="*/ 302324 h 561975"/>
                  <a:gd name="connsiteX477" fmla="*/ 810768 w 933450"/>
                  <a:gd name="connsiteY477" fmla="*/ 302228 h 561975"/>
                  <a:gd name="connsiteX478" fmla="*/ 813054 w 933450"/>
                  <a:gd name="connsiteY478" fmla="*/ 303847 h 561975"/>
                  <a:gd name="connsiteX479" fmla="*/ 816388 w 933450"/>
                  <a:gd name="connsiteY479" fmla="*/ 304705 h 561975"/>
                  <a:gd name="connsiteX480" fmla="*/ 818388 w 933450"/>
                  <a:gd name="connsiteY480" fmla="*/ 303752 h 561975"/>
                  <a:gd name="connsiteX481" fmla="*/ 819817 w 933450"/>
                  <a:gd name="connsiteY481" fmla="*/ 300609 h 561975"/>
                  <a:gd name="connsiteX482" fmla="*/ 820960 w 933450"/>
                  <a:gd name="connsiteY482" fmla="*/ 298323 h 561975"/>
                  <a:gd name="connsiteX483" fmla="*/ 823341 w 933450"/>
                  <a:gd name="connsiteY483" fmla="*/ 300800 h 561975"/>
                  <a:gd name="connsiteX484" fmla="*/ 825056 w 933450"/>
                  <a:gd name="connsiteY484" fmla="*/ 305276 h 561975"/>
                  <a:gd name="connsiteX485" fmla="*/ 827151 w 933450"/>
                  <a:gd name="connsiteY485" fmla="*/ 307943 h 561975"/>
                  <a:gd name="connsiteX486" fmla="*/ 828104 w 933450"/>
                  <a:gd name="connsiteY486" fmla="*/ 310896 h 561975"/>
                  <a:gd name="connsiteX487" fmla="*/ 826866 w 933450"/>
                  <a:gd name="connsiteY487" fmla="*/ 313277 h 561975"/>
                  <a:gd name="connsiteX488" fmla="*/ 827151 w 933450"/>
                  <a:gd name="connsiteY488" fmla="*/ 316421 h 561975"/>
                  <a:gd name="connsiteX489" fmla="*/ 828675 w 933450"/>
                  <a:gd name="connsiteY489" fmla="*/ 319754 h 561975"/>
                  <a:gd name="connsiteX490" fmla="*/ 833056 w 933450"/>
                  <a:gd name="connsiteY490" fmla="*/ 320135 h 561975"/>
                  <a:gd name="connsiteX491" fmla="*/ 836485 w 933450"/>
                  <a:gd name="connsiteY491" fmla="*/ 317659 h 561975"/>
                  <a:gd name="connsiteX492" fmla="*/ 839248 w 933450"/>
                  <a:gd name="connsiteY492" fmla="*/ 319183 h 561975"/>
                  <a:gd name="connsiteX493" fmla="*/ 844867 w 933450"/>
                  <a:gd name="connsiteY493" fmla="*/ 322517 h 561975"/>
                  <a:gd name="connsiteX494" fmla="*/ 849535 w 933450"/>
                  <a:gd name="connsiteY494" fmla="*/ 324421 h 561975"/>
                  <a:gd name="connsiteX495" fmla="*/ 852297 w 933450"/>
                  <a:gd name="connsiteY495" fmla="*/ 326422 h 561975"/>
                  <a:gd name="connsiteX496" fmla="*/ 854202 w 933450"/>
                  <a:gd name="connsiteY496" fmla="*/ 331756 h 561975"/>
                  <a:gd name="connsiteX497" fmla="*/ 857345 w 933450"/>
                  <a:gd name="connsiteY497" fmla="*/ 336613 h 561975"/>
                  <a:gd name="connsiteX498" fmla="*/ 859155 w 933450"/>
                  <a:gd name="connsiteY498" fmla="*/ 335947 h 561975"/>
                  <a:gd name="connsiteX499" fmla="*/ 860298 w 933450"/>
                  <a:gd name="connsiteY499" fmla="*/ 333184 h 561975"/>
                  <a:gd name="connsiteX500" fmla="*/ 862774 w 933450"/>
                  <a:gd name="connsiteY500" fmla="*/ 333184 h 561975"/>
                  <a:gd name="connsiteX501" fmla="*/ 865156 w 933450"/>
                  <a:gd name="connsiteY501" fmla="*/ 331280 h 561975"/>
                  <a:gd name="connsiteX502" fmla="*/ 867632 w 933450"/>
                  <a:gd name="connsiteY502" fmla="*/ 327850 h 561975"/>
                  <a:gd name="connsiteX503" fmla="*/ 871061 w 933450"/>
                  <a:gd name="connsiteY503" fmla="*/ 328041 h 561975"/>
                  <a:gd name="connsiteX504" fmla="*/ 872490 w 933450"/>
                  <a:gd name="connsiteY504" fmla="*/ 326326 h 561975"/>
                  <a:gd name="connsiteX505" fmla="*/ 870966 w 933450"/>
                  <a:gd name="connsiteY505" fmla="*/ 322517 h 561975"/>
                  <a:gd name="connsiteX506" fmla="*/ 872014 w 933450"/>
                  <a:gd name="connsiteY506" fmla="*/ 320897 h 561975"/>
                  <a:gd name="connsiteX507" fmla="*/ 875062 w 933450"/>
                  <a:gd name="connsiteY507" fmla="*/ 320516 h 561975"/>
                  <a:gd name="connsiteX508" fmla="*/ 877157 w 933450"/>
                  <a:gd name="connsiteY508" fmla="*/ 317945 h 561975"/>
                  <a:gd name="connsiteX509" fmla="*/ 880681 w 933450"/>
                  <a:gd name="connsiteY509" fmla="*/ 319088 h 561975"/>
                  <a:gd name="connsiteX510" fmla="*/ 885825 w 933450"/>
                  <a:gd name="connsiteY510" fmla="*/ 321088 h 561975"/>
                  <a:gd name="connsiteX511" fmla="*/ 892874 w 933450"/>
                  <a:gd name="connsiteY511" fmla="*/ 321088 h 561975"/>
                  <a:gd name="connsiteX512" fmla="*/ 898588 w 933450"/>
                  <a:gd name="connsiteY512" fmla="*/ 321755 h 561975"/>
                  <a:gd name="connsiteX513" fmla="*/ 902970 w 933450"/>
                  <a:gd name="connsiteY513" fmla="*/ 319945 h 561975"/>
                  <a:gd name="connsiteX514" fmla="*/ 905065 w 933450"/>
                  <a:gd name="connsiteY514" fmla="*/ 317087 h 561975"/>
                  <a:gd name="connsiteX515" fmla="*/ 908590 w 933450"/>
                  <a:gd name="connsiteY515" fmla="*/ 315087 h 561975"/>
                  <a:gd name="connsiteX516" fmla="*/ 911828 w 933450"/>
                  <a:gd name="connsiteY516" fmla="*/ 315182 h 561975"/>
                  <a:gd name="connsiteX517" fmla="*/ 915353 w 933450"/>
                  <a:gd name="connsiteY517" fmla="*/ 319468 h 561975"/>
                  <a:gd name="connsiteX518" fmla="*/ 919163 w 933450"/>
                  <a:gd name="connsiteY518" fmla="*/ 328232 h 561975"/>
                  <a:gd name="connsiteX519" fmla="*/ 922687 w 933450"/>
                  <a:gd name="connsiteY519" fmla="*/ 336137 h 561975"/>
                  <a:gd name="connsiteX520" fmla="*/ 928306 w 933450"/>
                  <a:gd name="connsiteY520" fmla="*/ 344043 h 561975"/>
                  <a:gd name="connsiteX521" fmla="*/ 934022 w 933450"/>
                  <a:gd name="connsiteY521" fmla="*/ 353187 h 561975"/>
                  <a:gd name="connsiteX522" fmla="*/ 940213 w 933450"/>
                  <a:gd name="connsiteY522" fmla="*/ 360997 h 561975"/>
                  <a:gd name="connsiteX523" fmla="*/ 942309 w 933450"/>
                  <a:gd name="connsiteY523" fmla="*/ 367379 h 561975"/>
                  <a:gd name="connsiteX524" fmla="*/ 942785 w 933450"/>
                  <a:gd name="connsiteY524" fmla="*/ 368522 h 561975"/>
                  <a:gd name="connsiteX525" fmla="*/ 837724 w 933450"/>
                  <a:gd name="connsiteY525" fmla="*/ 395478 h 561975"/>
                  <a:gd name="connsiteX526" fmla="*/ 747141 w 933450"/>
                  <a:gd name="connsiteY526" fmla="*/ 418147 h 561975"/>
                  <a:gd name="connsiteX527" fmla="*/ 669417 w 933450"/>
                  <a:gd name="connsiteY527" fmla="*/ 437007 h 561975"/>
                  <a:gd name="connsiteX528" fmla="*/ 598551 w 933450"/>
                  <a:gd name="connsiteY528" fmla="*/ 453962 h 561975"/>
                  <a:gd name="connsiteX529" fmla="*/ 547783 w 933450"/>
                  <a:gd name="connsiteY529" fmla="*/ 464820 h 561975"/>
                  <a:gd name="connsiteX530" fmla="*/ 501967 w 933450"/>
                  <a:gd name="connsiteY530" fmla="*/ 475679 h 561975"/>
                  <a:gd name="connsiteX531" fmla="*/ 451485 w 933450"/>
                  <a:gd name="connsiteY531" fmla="*/ 486061 h 561975"/>
                  <a:gd name="connsiteX532" fmla="*/ 401003 w 933450"/>
                  <a:gd name="connsiteY532" fmla="*/ 496253 h 561975"/>
                  <a:gd name="connsiteX533" fmla="*/ 372999 w 933450"/>
                  <a:gd name="connsiteY533" fmla="*/ 500539 h 561975"/>
                  <a:gd name="connsiteX534" fmla="*/ 352615 w 933450"/>
                  <a:gd name="connsiteY534" fmla="*/ 504539 h 561975"/>
                  <a:gd name="connsiteX535" fmla="*/ 300609 w 933450"/>
                  <a:gd name="connsiteY535" fmla="*/ 512636 h 561975"/>
                  <a:gd name="connsiteX536" fmla="*/ 264319 w 933450"/>
                  <a:gd name="connsiteY536" fmla="*/ 519684 h 561975"/>
                  <a:gd name="connsiteX537" fmla="*/ 249460 w 933450"/>
                  <a:gd name="connsiteY537" fmla="*/ 520351 h 561975"/>
                  <a:gd name="connsiteX538" fmla="*/ 243840 w 933450"/>
                  <a:gd name="connsiteY538" fmla="*/ 520732 h 561975"/>
                  <a:gd name="connsiteX539" fmla="*/ 243840 w 933450"/>
                  <a:gd name="connsiteY539" fmla="*/ 520732 h 561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</a:cxnLst>
                <a:rect l="l" t="t" r="r" b="b"/>
                <a:pathLst>
                  <a:path w="933450" h="561975">
                    <a:moveTo>
                      <a:pt x="243840" y="520732"/>
                    </a:moveTo>
                    <a:cubicBezTo>
                      <a:pt x="243173" y="520255"/>
                      <a:pt x="242126" y="519779"/>
                      <a:pt x="241363" y="519398"/>
                    </a:cubicBezTo>
                    <a:cubicBezTo>
                      <a:pt x="240507" y="518922"/>
                      <a:pt x="239268" y="519017"/>
                      <a:pt x="238315" y="519208"/>
                    </a:cubicBezTo>
                    <a:cubicBezTo>
                      <a:pt x="236506" y="519493"/>
                      <a:pt x="232886" y="520541"/>
                      <a:pt x="231076" y="521017"/>
                    </a:cubicBezTo>
                    <a:cubicBezTo>
                      <a:pt x="228981" y="521589"/>
                      <a:pt x="224981" y="521589"/>
                      <a:pt x="222885" y="521780"/>
                    </a:cubicBezTo>
                    <a:cubicBezTo>
                      <a:pt x="221266" y="521970"/>
                      <a:pt x="217837" y="521399"/>
                      <a:pt x="216313" y="521780"/>
                    </a:cubicBezTo>
                    <a:cubicBezTo>
                      <a:pt x="214979" y="522161"/>
                      <a:pt x="212503" y="523589"/>
                      <a:pt x="211455" y="524542"/>
                    </a:cubicBezTo>
                    <a:cubicBezTo>
                      <a:pt x="210598" y="525304"/>
                      <a:pt x="209645" y="527590"/>
                      <a:pt x="208693" y="528161"/>
                    </a:cubicBezTo>
                    <a:cubicBezTo>
                      <a:pt x="206502" y="529590"/>
                      <a:pt x="200882" y="529780"/>
                      <a:pt x="198310" y="530257"/>
                    </a:cubicBezTo>
                    <a:cubicBezTo>
                      <a:pt x="181547" y="533686"/>
                      <a:pt x="147923" y="540734"/>
                      <a:pt x="131064" y="543878"/>
                    </a:cubicBezTo>
                    <a:cubicBezTo>
                      <a:pt x="111538" y="547497"/>
                      <a:pt x="52769" y="557022"/>
                      <a:pt x="52769" y="557022"/>
                    </a:cubicBezTo>
                    <a:lnTo>
                      <a:pt x="0" y="565213"/>
                    </a:lnTo>
                    <a:cubicBezTo>
                      <a:pt x="571" y="564356"/>
                      <a:pt x="1143" y="563594"/>
                      <a:pt x="1619" y="563118"/>
                    </a:cubicBezTo>
                    <a:cubicBezTo>
                      <a:pt x="2953" y="561784"/>
                      <a:pt x="5810" y="559118"/>
                      <a:pt x="7334" y="557975"/>
                    </a:cubicBezTo>
                    <a:cubicBezTo>
                      <a:pt x="8572" y="557117"/>
                      <a:pt x="11430" y="556070"/>
                      <a:pt x="12668" y="555212"/>
                    </a:cubicBezTo>
                    <a:cubicBezTo>
                      <a:pt x="14002" y="554355"/>
                      <a:pt x="16288" y="551593"/>
                      <a:pt x="17812" y="551021"/>
                    </a:cubicBezTo>
                    <a:cubicBezTo>
                      <a:pt x="19526" y="550259"/>
                      <a:pt x="23241" y="550450"/>
                      <a:pt x="25051" y="550164"/>
                    </a:cubicBezTo>
                    <a:cubicBezTo>
                      <a:pt x="26194" y="549974"/>
                      <a:pt x="28480" y="549688"/>
                      <a:pt x="29528" y="549116"/>
                    </a:cubicBezTo>
                    <a:cubicBezTo>
                      <a:pt x="31052" y="548259"/>
                      <a:pt x="33052" y="545306"/>
                      <a:pt x="34385" y="544259"/>
                    </a:cubicBezTo>
                    <a:cubicBezTo>
                      <a:pt x="35719" y="543211"/>
                      <a:pt x="38767" y="541496"/>
                      <a:pt x="40291" y="540639"/>
                    </a:cubicBezTo>
                    <a:cubicBezTo>
                      <a:pt x="42386" y="539496"/>
                      <a:pt x="46672" y="537496"/>
                      <a:pt x="48768" y="536353"/>
                    </a:cubicBezTo>
                    <a:cubicBezTo>
                      <a:pt x="50007" y="535686"/>
                      <a:pt x="52292" y="534067"/>
                      <a:pt x="53626" y="533686"/>
                    </a:cubicBezTo>
                    <a:cubicBezTo>
                      <a:pt x="54769" y="533400"/>
                      <a:pt x="57245" y="533972"/>
                      <a:pt x="58293" y="533495"/>
                    </a:cubicBezTo>
                    <a:cubicBezTo>
                      <a:pt x="59150" y="533114"/>
                      <a:pt x="60674" y="531590"/>
                      <a:pt x="60960" y="530638"/>
                    </a:cubicBezTo>
                    <a:cubicBezTo>
                      <a:pt x="61341" y="529495"/>
                      <a:pt x="60579" y="527018"/>
                      <a:pt x="60769" y="525875"/>
                    </a:cubicBezTo>
                    <a:cubicBezTo>
                      <a:pt x="60960" y="525113"/>
                      <a:pt x="61913" y="523780"/>
                      <a:pt x="62198" y="523018"/>
                    </a:cubicBezTo>
                    <a:cubicBezTo>
                      <a:pt x="62579" y="521970"/>
                      <a:pt x="63056" y="519875"/>
                      <a:pt x="63151" y="518732"/>
                    </a:cubicBezTo>
                    <a:cubicBezTo>
                      <a:pt x="63246" y="517874"/>
                      <a:pt x="62865" y="515969"/>
                      <a:pt x="63341" y="515207"/>
                    </a:cubicBezTo>
                    <a:cubicBezTo>
                      <a:pt x="64008" y="514064"/>
                      <a:pt x="66675" y="512826"/>
                      <a:pt x="68008" y="512636"/>
                    </a:cubicBezTo>
                    <a:cubicBezTo>
                      <a:pt x="68771" y="512540"/>
                      <a:pt x="70199" y="513302"/>
                      <a:pt x="70961" y="513302"/>
                    </a:cubicBezTo>
                    <a:cubicBezTo>
                      <a:pt x="71819" y="513302"/>
                      <a:pt x="73628" y="512826"/>
                      <a:pt x="74391" y="512445"/>
                    </a:cubicBezTo>
                    <a:cubicBezTo>
                      <a:pt x="75629" y="511874"/>
                      <a:pt x="77724" y="509683"/>
                      <a:pt x="78867" y="509016"/>
                    </a:cubicBezTo>
                    <a:cubicBezTo>
                      <a:pt x="80010" y="508445"/>
                      <a:pt x="82487" y="507873"/>
                      <a:pt x="83534" y="507301"/>
                    </a:cubicBezTo>
                    <a:cubicBezTo>
                      <a:pt x="84582" y="506730"/>
                      <a:pt x="86773" y="505587"/>
                      <a:pt x="87535" y="504634"/>
                    </a:cubicBezTo>
                    <a:cubicBezTo>
                      <a:pt x="88011" y="503872"/>
                      <a:pt x="88297" y="502063"/>
                      <a:pt x="88392" y="501205"/>
                    </a:cubicBezTo>
                    <a:cubicBezTo>
                      <a:pt x="88583" y="499872"/>
                      <a:pt x="88583" y="497110"/>
                      <a:pt x="88392" y="495871"/>
                    </a:cubicBezTo>
                    <a:cubicBezTo>
                      <a:pt x="88201" y="494443"/>
                      <a:pt x="86201" y="491871"/>
                      <a:pt x="86582" y="490538"/>
                    </a:cubicBezTo>
                    <a:cubicBezTo>
                      <a:pt x="86868" y="489585"/>
                      <a:pt x="88868" y="488728"/>
                      <a:pt x="89440" y="487966"/>
                    </a:cubicBezTo>
                    <a:cubicBezTo>
                      <a:pt x="90202" y="486918"/>
                      <a:pt x="90583" y="483965"/>
                      <a:pt x="91726" y="483299"/>
                    </a:cubicBezTo>
                    <a:cubicBezTo>
                      <a:pt x="92869" y="482537"/>
                      <a:pt x="96012" y="484061"/>
                      <a:pt x="97060" y="483299"/>
                    </a:cubicBezTo>
                    <a:cubicBezTo>
                      <a:pt x="98012" y="482632"/>
                      <a:pt x="98393" y="480060"/>
                      <a:pt x="99060" y="479012"/>
                    </a:cubicBezTo>
                    <a:cubicBezTo>
                      <a:pt x="99727" y="478060"/>
                      <a:pt x="101537" y="476536"/>
                      <a:pt x="102013" y="475488"/>
                    </a:cubicBezTo>
                    <a:cubicBezTo>
                      <a:pt x="102489" y="474345"/>
                      <a:pt x="102679" y="471868"/>
                      <a:pt x="102584" y="470630"/>
                    </a:cubicBezTo>
                    <a:cubicBezTo>
                      <a:pt x="102489" y="469487"/>
                      <a:pt x="101537" y="467296"/>
                      <a:pt x="101632" y="466058"/>
                    </a:cubicBezTo>
                    <a:cubicBezTo>
                      <a:pt x="101727" y="465106"/>
                      <a:pt x="102394" y="463105"/>
                      <a:pt x="103060" y="462439"/>
                    </a:cubicBezTo>
                    <a:cubicBezTo>
                      <a:pt x="103918" y="461391"/>
                      <a:pt x="106775" y="460724"/>
                      <a:pt x="107823" y="459867"/>
                    </a:cubicBezTo>
                    <a:cubicBezTo>
                      <a:pt x="109538" y="458629"/>
                      <a:pt x="112395" y="455390"/>
                      <a:pt x="113824" y="453771"/>
                    </a:cubicBezTo>
                    <a:cubicBezTo>
                      <a:pt x="115062" y="452438"/>
                      <a:pt x="117062" y="449485"/>
                      <a:pt x="118396" y="448246"/>
                    </a:cubicBezTo>
                    <a:cubicBezTo>
                      <a:pt x="120110" y="446722"/>
                      <a:pt x="124111" y="444341"/>
                      <a:pt x="126016" y="443008"/>
                    </a:cubicBezTo>
                    <a:cubicBezTo>
                      <a:pt x="127730" y="441770"/>
                      <a:pt x="130874" y="439007"/>
                      <a:pt x="132683" y="438055"/>
                    </a:cubicBezTo>
                    <a:cubicBezTo>
                      <a:pt x="134207" y="437197"/>
                      <a:pt x="137922" y="436531"/>
                      <a:pt x="139351" y="435483"/>
                    </a:cubicBezTo>
                    <a:cubicBezTo>
                      <a:pt x="140494" y="434721"/>
                      <a:pt x="142875" y="431578"/>
                      <a:pt x="142875" y="431578"/>
                    </a:cubicBezTo>
                    <a:lnTo>
                      <a:pt x="176594" y="387858"/>
                    </a:lnTo>
                    <a:lnTo>
                      <a:pt x="176594" y="384238"/>
                    </a:lnTo>
                    <a:cubicBezTo>
                      <a:pt x="177832" y="383572"/>
                      <a:pt x="179356" y="382524"/>
                      <a:pt x="180404" y="382619"/>
                    </a:cubicBezTo>
                    <a:cubicBezTo>
                      <a:pt x="181165" y="382715"/>
                      <a:pt x="182404" y="384048"/>
                      <a:pt x="182785" y="384715"/>
                    </a:cubicBezTo>
                    <a:cubicBezTo>
                      <a:pt x="183261" y="385477"/>
                      <a:pt x="183737" y="387191"/>
                      <a:pt x="183833" y="388144"/>
                    </a:cubicBezTo>
                    <a:cubicBezTo>
                      <a:pt x="183928" y="388906"/>
                      <a:pt x="183833" y="390525"/>
                      <a:pt x="183451" y="391096"/>
                    </a:cubicBezTo>
                    <a:cubicBezTo>
                      <a:pt x="182785" y="392049"/>
                      <a:pt x="179927" y="392049"/>
                      <a:pt x="179356" y="393097"/>
                    </a:cubicBezTo>
                    <a:cubicBezTo>
                      <a:pt x="178975" y="393668"/>
                      <a:pt x="179166" y="395192"/>
                      <a:pt x="179451" y="395764"/>
                    </a:cubicBezTo>
                    <a:cubicBezTo>
                      <a:pt x="179832" y="396430"/>
                      <a:pt x="181261" y="397192"/>
                      <a:pt x="182023" y="397478"/>
                    </a:cubicBezTo>
                    <a:cubicBezTo>
                      <a:pt x="183261" y="397955"/>
                      <a:pt x="186119" y="397478"/>
                      <a:pt x="187166" y="398336"/>
                    </a:cubicBezTo>
                    <a:cubicBezTo>
                      <a:pt x="188024" y="399002"/>
                      <a:pt x="188691" y="401384"/>
                      <a:pt x="188881" y="402431"/>
                    </a:cubicBezTo>
                    <a:cubicBezTo>
                      <a:pt x="189071" y="403670"/>
                      <a:pt x="188119" y="406337"/>
                      <a:pt x="188595" y="407575"/>
                    </a:cubicBezTo>
                    <a:cubicBezTo>
                      <a:pt x="188976" y="408527"/>
                      <a:pt x="190690" y="409766"/>
                      <a:pt x="191548" y="410432"/>
                    </a:cubicBezTo>
                    <a:cubicBezTo>
                      <a:pt x="192691" y="411290"/>
                      <a:pt x="195263" y="412337"/>
                      <a:pt x="196406" y="413099"/>
                    </a:cubicBezTo>
                    <a:cubicBezTo>
                      <a:pt x="197453" y="413861"/>
                      <a:pt x="199358" y="415862"/>
                      <a:pt x="200406" y="416814"/>
                    </a:cubicBezTo>
                    <a:cubicBezTo>
                      <a:pt x="201073" y="417481"/>
                      <a:pt x="202121" y="419291"/>
                      <a:pt x="203073" y="419481"/>
                    </a:cubicBezTo>
                    <a:cubicBezTo>
                      <a:pt x="204597" y="419862"/>
                      <a:pt x="207645" y="417576"/>
                      <a:pt x="209264" y="417671"/>
                    </a:cubicBezTo>
                    <a:cubicBezTo>
                      <a:pt x="210788" y="417671"/>
                      <a:pt x="213646" y="418624"/>
                      <a:pt x="214884" y="419386"/>
                    </a:cubicBezTo>
                    <a:cubicBezTo>
                      <a:pt x="216313" y="420243"/>
                      <a:pt x="218504" y="422720"/>
                      <a:pt x="219742" y="423863"/>
                    </a:cubicBezTo>
                    <a:cubicBezTo>
                      <a:pt x="220694" y="424815"/>
                      <a:pt x="222313" y="427387"/>
                      <a:pt x="223552" y="427958"/>
                    </a:cubicBezTo>
                    <a:cubicBezTo>
                      <a:pt x="224599" y="428434"/>
                      <a:pt x="227076" y="428244"/>
                      <a:pt x="228219" y="427958"/>
                    </a:cubicBezTo>
                    <a:cubicBezTo>
                      <a:pt x="229457" y="427672"/>
                      <a:pt x="231362" y="425863"/>
                      <a:pt x="232601" y="425577"/>
                    </a:cubicBezTo>
                    <a:cubicBezTo>
                      <a:pt x="233839" y="425196"/>
                      <a:pt x="236601" y="425863"/>
                      <a:pt x="237744" y="425291"/>
                    </a:cubicBezTo>
                    <a:cubicBezTo>
                      <a:pt x="238601" y="424815"/>
                      <a:pt x="239458" y="423005"/>
                      <a:pt x="240125" y="422338"/>
                    </a:cubicBezTo>
                    <a:cubicBezTo>
                      <a:pt x="240792" y="421672"/>
                      <a:pt x="242221" y="420624"/>
                      <a:pt x="242792" y="419957"/>
                    </a:cubicBezTo>
                    <a:cubicBezTo>
                      <a:pt x="243459" y="419100"/>
                      <a:pt x="244221" y="417005"/>
                      <a:pt x="245078" y="416338"/>
                    </a:cubicBezTo>
                    <a:cubicBezTo>
                      <a:pt x="245459" y="415957"/>
                      <a:pt x="246602" y="415957"/>
                      <a:pt x="247079" y="415671"/>
                    </a:cubicBezTo>
                    <a:cubicBezTo>
                      <a:pt x="247650" y="415290"/>
                      <a:pt x="248412" y="414052"/>
                      <a:pt x="248888" y="413575"/>
                    </a:cubicBezTo>
                    <a:cubicBezTo>
                      <a:pt x="249269" y="413195"/>
                      <a:pt x="250412" y="412718"/>
                      <a:pt x="250888" y="412337"/>
                    </a:cubicBezTo>
                    <a:cubicBezTo>
                      <a:pt x="251365" y="411956"/>
                      <a:pt x="252127" y="410909"/>
                      <a:pt x="252413" y="410337"/>
                    </a:cubicBezTo>
                    <a:cubicBezTo>
                      <a:pt x="253174" y="409004"/>
                      <a:pt x="253746" y="405860"/>
                      <a:pt x="254508" y="404527"/>
                    </a:cubicBezTo>
                    <a:cubicBezTo>
                      <a:pt x="255079" y="403479"/>
                      <a:pt x="257747" y="400812"/>
                      <a:pt x="257747" y="400812"/>
                    </a:cubicBezTo>
                    <a:lnTo>
                      <a:pt x="277273" y="412528"/>
                    </a:lnTo>
                    <a:lnTo>
                      <a:pt x="300323" y="397097"/>
                    </a:lnTo>
                    <a:lnTo>
                      <a:pt x="308705" y="397097"/>
                    </a:lnTo>
                    <a:lnTo>
                      <a:pt x="318706" y="385953"/>
                    </a:lnTo>
                    <a:lnTo>
                      <a:pt x="314897" y="383096"/>
                    </a:lnTo>
                    <a:lnTo>
                      <a:pt x="314897" y="374047"/>
                    </a:lnTo>
                    <a:lnTo>
                      <a:pt x="318611" y="374047"/>
                    </a:lnTo>
                    <a:lnTo>
                      <a:pt x="328517" y="380143"/>
                    </a:lnTo>
                    <a:lnTo>
                      <a:pt x="351187" y="359092"/>
                    </a:lnTo>
                    <a:cubicBezTo>
                      <a:pt x="351187" y="359092"/>
                      <a:pt x="356997" y="357854"/>
                      <a:pt x="358235" y="359092"/>
                    </a:cubicBezTo>
                    <a:cubicBezTo>
                      <a:pt x="359474" y="360331"/>
                      <a:pt x="356997" y="364808"/>
                      <a:pt x="358235" y="366046"/>
                    </a:cubicBezTo>
                    <a:cubicBezTo>
                      <a:pt x="358902" y="366713"/>
                      <a:pt x="361855" y="366046"/>
                      <a:pt x="361855" y="366046"/>
                    </a:cubicBezTo>
                    <a:lnTo>
                      <a:pt x="380047" y="347853"/>
                    </a:lnTo>
                    <a:cubicBezTo>
                      <a:pt x="380047" y="347853"/>
                      <a:pt x="381572" y="344710"/>
                      <a:pt x="381000" y="343948"/>
                    </a:cubicBezTo>
                    <a:cubicBezTo>
                      <a:pt x="380524" y="343281"/>
                      <a:pt x="378428" y="343662"/>
                      <a:pt x="377571" y="343662"/>
                    </a:cubicBezTo>
                    <a:cubicBezTo>
                      <a:pt x="376904" y="343662"/>
                      <a:pt x="375476" y="344043"/>
                      <a:pt x="375000" y="343662"/>
                    </a:cubicBezTo>
                    <a:cubicBezTo>
                      <a:pt x="374237" y="342995"/>
                      <a:pt x="374333" y="340709"/>
                      <a:pt x="374618" y="339757"/>
                    </a:cubicBezTo>
                    <a:cubicBezTo>
                      <a:pt x="374904" y="338709"/>
                      <a:pt x="376619" y="337185"/>
                      <a:pt x="377476" y="336518"/>
                    </a:cubicBezTo>
                    <a:cubicBezTo>
                      <a:pt x="378142" y="335947"/>
                      <a:pt x="379952" y="335280"/>
                      <a:pt x="380714" y="334709"/>
                    </a:cubicBezTo>
                    <a:cubicBezTo>
                      <a:pt x="381572" y="334137"/>
                      <a:pt x="383191" y="332899"/>
                      <a:pt x="383667" y="332042"/>
                    </a:cubicBezTo>
                    <a:cubicBezTo>
                      <a:pt x="384238" y="331089"/>
                      <a:pt x="385381" y="328898"/>
                      <a:pt x="384905" y="327946"/>
                    </a:cubicBezTo>
                    <a:cubicBezTo>
                      <a:pt x="384525" y="326993"/>
                      <a:pt x="382333" y="326422"/>
                      <a:pt x="381381" y="326136"/>
                    </a:cubicBezTo>
                    <a:cubicBezTo>
                      <a:pt x="380524" y="325850"/>
                      <a:pt x="378714" y="326231"/>
                      <a:pt x="377952" y="325850"/>
                    </a:cubicBezTo>
                    <a:cubicBezTo>
                      <a:pt x="377190" y="325469"/>
                      <a:pt x="376047" y="323945"/>
                      <a:pt x="375571" y="323183"/>
                    </a:cubicBezTo>
                    <a:cubicBezTo>
                      <a:pt x="375000" y="322326"/>
                      <a:pt x="374142" y="320421"/>
                      <a:pt x="374142" y="319373"/>
                    </a:cubicBezTo>
                    <a:cubicBezTo>
                      <a:pt x="374142" y="318421"/>
                      <a:pt x="375380" y="316706"/>
                      <a:pt x="375856" y="315849"/>
                    </a:cubicBezTo>
                    <a:cubicBezTo>
                      <a:pt x="376142" y="315278"/>
                      <a:pt x="376999" y="314230"/>
                      <a:pt x="377095" y="313563"/>
                    </a:cubicBezTo>
                    <a:cubicBezTo>
                      <a:pt x="377285" y="312801"/>
                      <a:pt x="377095" y="311087"/>
                      <a:pt x="377095" y="310325"/>
                    </a:cubicBezTo>
                    <a:cubicBezTo>
                      <a:pt x="377095" y="309563"/>
                      <a:pt x="376523" y="307848"/>
                      <a:pt x="376904" y="307181"/>
                    </a:cubicBezTo>
                    <a:cubicBezTo>
                      <a:pt x="377190" y="306705"/>
                      <a:pt x="378619" y="306610"/>
                      <a:pt x="378905" y="306134"/>
                    </a:cubicBezTo>
                    <a:cubicBezTo>
                      <a:pt x="379381" y="305467"/>
                      <a:pt x="379285" y="303847"/>
                      <a:pt x="379285" y="302990"/>
                    </a:cubicBezTo>
                    <a:cubicBezTo>
                      <a:pt x="379381" y="302133"/>
                      <a:pt x="379000" y="300418"/>
                      <a:pt x="379285" y="299561"/>
                    </a:cubicBezTo>
                    <a:cubicBezTo>
                      <a:pt x="379476" y="299085"/>
                      <a:pt x="380333" y="298609"/>
                      <a:pt x="380524" y="298133"/>
                    </a:cubicBezTo>
                    <a:cubicBezTo>
                      <a:pt x="380905" y="297371"/>
                      <a:pt x="380905" y="295751"/>
                      <a:pt x="381190" y="294989"/>
                    </a:cubicBezTo>
                    <a:cubicBezTo>
                      <a:pt x="381476" y="294418"/>
                      <a:pt x="382810" y="293656"/>
                      <a:pt x="383000" y="292989"/>
                    </a:cubicBezTo>
                    <a:cubicBezTo>
                      <a:pt x="383286" y="292322"/>
                      <a:pt x="382810" y="290703"/>
                      <a:pt x="383000" y="290036"/>
                    </a:cubicBezTo>
                    <a:cubicBezTo>
                      <a:pt x="383191" y="289179"/>
                      <a:pt x="384048" y="287655"/>
                      <a:pt x="384525" y="287084"/>
                    </a:cubicBezTo>
                    <a:cubicBezTo>
                      <a:pt x="385096" y="286417"/>
                      <a:pt x="386715" y="285655"/>
                      <a:pt x="387287" y="284988"/>
                    </a:cubicBezTo>
                    <a:cubicBezTo>
                      <a:pt x="388430" y="283750"/>
                      <a:pt x="389954" y="280702"/>
                      <a:pt x="390811" y="279368"/>
                    </a:cubicBezTo>
                    <a:cubicBezTo>
                      <a:pt x="391954" y="277559"/>
                      <a:pt x="394240" y="274130"/>
                      <a:pt x="395192" y="272320"/>
                    </a:cubicBezTo>
                    <a:cubicBezTo>
                      <a:pt x="395954" y="270986"/>
                      <a:pt x="397192" y="268129"/>
                      <a:pt x="397859" y="266605"/>
                    </a:cubicBezTo>
                    <a:cubicBezTo>
                      <a:pt x="398431" y="265176"/>
                      <a:pt x="399574" y="262318"/>
                      <a:pt x="399955" y="260890"/>
                    </a:cubicBezTo>
                    <a:cubicBezTo>
                      <a:pt x="400336" y="259651"/>
                      <a:pt x="400907" y="257175"/>
                      <a:pt x="401193" y="256032"/>
                    </a:cubicBezTo>
                    <a:cubicBezTo>
                      <a:pt x="401669" y="254603"/>
                      <a:pt x="402812" y="251746"/>
                      <a:pt x="403098" y="250317"/>
                    </a:cubicBezTo>
                    <a:cubicBezTo>
                      <a:pt x="403288" y="249460"/>
                      <a:pt x="403575" y="247555"/>
                      <a:pt x="403288" y="246697"/>
                    </a:cubicBezTo>
                    <a:cubicBezTo>
                      <a:pt x="403003" y="245840"/>
                      <a:pt x="401003" y="244888"/>
                      <a:pt x="401003" y="244030"/>
                    </a:cubicBezTo>
                    <a:cubicBezTo>
                      <a:pt x="401003" y="243268"/>
                      <a:pt x="402622" y="242411"/>
                      <a:pt x="403003" y="241745"/>
                    </a:cubicBezTo>
                    <a:cubicBezTo>
                      <a:pt x="403288" y="241268"/>
                      <a:pt x="403479" y="240030"/>
                      <a:pt x="403479" y="239459"/>
                    </a:cubicBezTo>
                    <a:cubicBezTo>
                      <a:pt x="403479" y="238316"/>
                      <a:pt x="402812" y="236125"/>
                      <a:pt x="402717" y="234982"/>
                    </a:cubicBezTo>
                    <a:cubicBezTo>
                      <a:pt x="402717" y="234410"/>
                      <a:pt x="402812" y="233267"/>
                      <a:pt x="403003" y="232791"/>
                    </a:cubicBezTo>
                    <a:cubicBezTo>
                      <a:pt x="403575" y="231362"/>
                      <a:pt x="405765" y="229171"/>
                      <a:pt x="406813" y="228029"/>
                    </a:cubicBezTo>
                    <a:cubicBezTo>
                      <a:pt x="407956" y="226790"/>
                      <a:pt x="410528" y="224695"/>
                      <a:pt x="411671" y="223457"/>
                    </a:cubicBezTo>
                    <a:cubicBezTo>
                      <a:pt x="412528" y="222599"/>
                      <a:pt x="414433" y="220980"/>
                      <a:pt x="414719" y="219837"/>
                    </a:cubicBezTo>
                    <a:cubicBezTo>
                      <a:pt x="415004" y="218789"/>
                      <a:pt x="414814" y="216408"/>
                      <a:pt x="414052" y="215551"/>
                    </a:cubicBezTo>
                    <a:cubicBezTo>
                      <a:pt x="413480" y="214884"/>
                      <a:pt x="411099" y="215455"/>
                      <a:pt x="410528" y="214693"/>
                    </a:cubicBezTo>
                    <a:cubicBezTo>
                      <a:pt x="410051" y="213932"/>
                      <a:pt x="410623" y="212026"/>
                      <a:pt x="411099" y="211265"/>
                    </a:cubicBezTo>
                    <a:cubicBezTo>
                      <a:pt x="411671" y="210407"/>
                      <a:pt x="414242" y="209931"/>
                      <a:pt x="414814" y="209074"/>
                    </a:cubicBezTo>
                    <a:cubicBezTo>
                      <a:pt x="415195" y="208502"/>
                      <a:pt x="414623" y="206978"/>
                      <a:pt x="414814" y="206312"/>
                    </a:cubicBezTo>
                    <a:cubicBezTo>
                      <a:pt x="414909" y="205645"/>
                      <a:pt x="415481" y="204502"/>
                      <a:pt x="415957" y="204025"/>
                    </a:cubicBezTo>
                    <a:cubicBezTo>
                      <a:pt x="416528" y="203645"/>
                      <a:pt x="418147" y="203835"/>
                      <a:pt x="418624" y="203263"/>
                    </a:cubicBezTo>
                    <a:cubicBezTo>
                      <a:pt x="419481" y="202216"/>
                      <a:pt x="419005" y="199072"/>
                      <a:pt x="419005" y="197739"/>
                    </a:cubicBezTo>
                    <a:cubicBezTo>
                      <a:pt x="419005" y="196977"/>
                      <a:pt x="418624" y="195263"/>
                      <a:pt x="418910" y="194596"/>
                    </a:cubicBezTo>
                    <a:cubicBezTo>
                      <a:pt x="419290" y="193643"/>
                      <a:pt x="421291" y="192691"/>
                      <a:pt x="421576" y="191738"/>
                    </a:cubicBezTo>
                    <a:cubicBezTo>
                      <a:pt x="421767" y="190786"/>
                      <a:pt x="420910" y="188881"/>
                      <a:pt x="420529" y="187928"/>
                    </a:cubicBezTo>
                    <a:cubicBezTo>
                      <a:pt x="420053" y="186690"/>
                      <a:pt x="418433" y="184595"/>
                      <a:pt x="418338" y="183356"/>
                    </a:cubicBezTo>
                    <a:cubicBezTo>
                      <a:pt x="418243" y="182690"/>
                      <a:pt x="418529" y="181261"/>
                      <a:pt x="419005" y="180689"/>
                    </a:cubicBezTo>
                    <a:cubicBezTo>
                      <a:pt x="419481" y="180022"/>
                      <a:pt x="421386" y="180022"/>
                      <a:pt x="421767" y="179261"/>
                    </a:cubicBezTo>
                    <a:cubicBezTo>
                      <a:pt x="422148" y="178499"/>
                      <a:pt x="421576" y="176689"/>
                      <a:pt x="421386" y="175832"/>
                    </a:cubicBezTo>
                    <a:cubicBezTo>
                      <a:pt x="421100" y="174974"/>
                      <a:pt x="419767" y="173355"/>
                      <a:pt x="419767" y="172403"/>
                    </a:cubicBezTo>
                    <a:cubicBezTo>
                      <a:pt x="419767" y="171641"/>
                      <a:pt x="420910" y="170402"/>
                      <a:pt x="421005" y="169640"/>
                    </a:cubicBezTo>
                    <a:cubicBezTo>
                      <a:pt x="421196" y="168783"/>
                      <a:pt x="420719" y="166211"/>
                      <a:pt x="420719" y="166211"/>
                    </a:cubicBezTo>
                    <a:lnTo>
                      <a:pt x="435102" y="169640"/>
                    </a:lnTo>
                    <a:lnTo>
                      <a:pt x="445484" y="182975"/>
                    </a:lnTo>
                    <a:lnTo>
                      <a:pt x="467582" y="184595"/>
                    </a:lnTo>
                    <a:cubicBezTo>
                      <a:pt x="467582" y="184595"/>
                      <a:pt x="468725" y="182023"/>
                      <a:pt x="469107" y="181166"/>
                    </a:cubicBezTo>
                    <a:cubicBezTo>
                      <a:pt x="469678" y="180022"/>
                      <a:pt x="471106" y="177832"/>
                      <a:pt x="471678" y="176593"/>
                    </a:cubicBezTo>
                    <a:cubicBezTo>
                      <a:pt x="472059" y="175832"/>
                      <a:pt x="472440" y="174308"/>
                      <a:pt x="472821" y="173641"/>
                    </a:cubicBezTo>
                    <a:cubicBezTo>
                      <a:pt x="473298" y="172879"/>
                      <a:pt x="475012" y="171926"/>
                      <a:pt x="475393" y="171069"/>
                    </a:cubicBezTo>
                    <a:cubicBezTo>
                      <a:pt x="475964" y="169736"/>
                      <a:pt x="475202" y="166592"/>
                      <a:pt x="475202" y="165163"/>
                    </a:cubicBezTo>
                    <a:cubicBezTo>
                      <a:pt x="475202" y="164497"/>
                      <a:pt x="475107" y="163163"/>
                      <a:pt x="475393" y="162496"/>
                    </a:cubicBezTo>
                    <a:cubicBezTo>
                      <a:pt x="475679" y="161734"/>
                      <a:pt x="476917" y="160592"/>
                      <a:pt x="477203" y="159829"/>
                    </a:cubicBezTo>
                    <a:cubicBezTo>
                      <a:pt x="477583" y="158496"/>
                      <a:pt x="477488" y="155734"/>
                      <a:pt x="477488" y="154305"/>
                    </a:cubicBezTo>
                    <a:cubicBezTo>
                      <a:pt x="477488" y="153162"/>
                      <a:pt x="477107" y="150971"/>
                      <a:pt x="477203" y="149924"/>
                    </a:cubicBezTo>
                    <a:cubicBezTo>
                      <a:pt x="477393" y="148495"/>
                      <a:pt x="478441" y="145923"/>
                      <a:pt x="479012" y="144685"/>
                    </a:cubicBezTo>
                    <a:cubicBezTo>
                      <a:pt x="479393" y="143923"/>
                      <a:pt x="480060" y="142208"/>
                      <a:pt x="480727" y="141732"/>
                    </a:cubicBezTo>
                    <a:cubicBezTo>
                      <a:pt x="481394" y="141256"/>
                      <a:pt x="483299" y="141637"/>
                      <a:pt x="483870" y="140970"/>
                    </a:cubicBezTo>
                    <a:cubicBezTo>
                      <a:pt x="484537" y="140208"/>
                      <a:pt x="484727" y="138017"/>
                      <a:pt x="484442" y="136970"/>
                    </a:cubicBezTo>
                    <a:cubicBezTo>
                      <a:pt x="484156" y="135826"/>
                      <a:pt x="481965" y="134303"/>
                      <a:pt x="481679" y="133159"/>
                    </a:cubicBezTo>
                    <a:cubicBezTo>
                      <a:pt x="481394" y="132207"/>
                      <a:pt x="481679" y="130016"/>
                      <a:pt x="481965" y="129064"/>
                    </a:cubicBezTo>
                    <a:cubicBezTo>
                      <a:pt x="482251" y="128207"/>
                      <a:pt x="483299" y="126778"/>
                      <a:pt x="483489" y="125921"/>
                    </a:cubicBezTo>
                    <a:cubicBezTo>
                      <a:pt x="483870" y="124682"/>
                      <a:pt x="483203" y="121825"/>
                      <a:pt x="483870" y="120682"/>
                    </a:cubicBezTo>
                    <a:cubicBezTo>
                      <a:pt x="484251" y="120110"/>
                      <a:pt x="485775" y="119920"/>
                      <a:pt x="486156" y="119443"/>
                    </a:cubicBezTo>
                    <a:cubicBezTo>
                      <a:pt x="486823" y="118396"/>
                      <a:pt x="486347" y="115729"/>
                      <a:pt x="486728" y="114491"/>
                    </a:cubicBezTo>
                    <a:cubicBezTo>
                      <a:pt x="487108" y="113157"/>
                      <a:pt x="489300" y="109538"/>
                      <a:pt x="489300" y="109538"/>
                    </a:cubicBezTo>
                    <a:lnTo>
                      <a:pt x="506349" y="120301"/>
                    </a:lnTo>
                    <a:lnTo>
                      <a:pt x="511683" y="97822"/>
                    </a:lnTo>
                    <a:cubicBezTo>
                      <a:pt x="511683" y="97822"/>
                      <a:pt x="513302" y="96488"/>
                      <a:pt x="513683" y="95917"/>
                    </a:cubicBezTo>
                    <a:cubicBezTo>
                      <a:pt x="514350" y="94869"/>
                      <a:pt x="514445" y="92297"/>
                      <a:pt x="515017" y="91250"/>
                    </a:cubicBezTo>
                    <a:cubicBezTo>
                      <a:pt x="515493" y="90488"/>
                      <a:pt x="516732" y="88678"/>
                      <a:pt x="517588" y="88868"/>
                    </a:cubicBezTo>
                    <a:cubicBezTo>
                      <a:pt x="518255" y="88963"/>
                      <a:pt x="518446" y="90773"/>
                      <a:pt x="518731" y="91440"/>
                    </a:cubicBezTo>
                    <a:cubicBezTo>
                      <a:pt x="519113" y="92012"/>
                      <a:pt x="519684" y="93536"/>
                      <a:pt x="520351" y="93536"/>
                    </a:cubicBezTo>
                    <a:cubicBezTo>
                      <a:pt x="521494" y="93536"/>
                      <a:pt x="522256" y="90868"/>
                      <a:pt x="522827" y="89916"/>
                    </a:cubicBezTo>
                    <a:cubicBezTo>
                      <a:pt x="523304" y="89154"/>
                      <a:pt x="523970" y="87440"/>
                      <a:pt x="524351" y="86582"/>
                    </a:cubicBezTo>
                    <a:cubicBezTo>
                      <a:pt x="524732" y="85534"/>
                      <a:pt x="524828" y="82963"/>
                      <a:pt x="525590" y="82105"/>
                    </a:cubicBezTo>
                    <a:cubicBezTo>
                      <a:pt x="526161" y="81439"/>
                      <a:pt x="527971" y="80867"/>
                      <a:pt x="528923" y="80772"/>
                    </a:cubicBezTo>
                    <a:cubicBezTo>
                      <a:pt x="529590" y="80677"/>
                      <a:pt x="531019" y="81248"/>
                      <a:pt x="531591" y="80867"/>
                    </a:cubicBezTo>
                    <a:cubicBezTo>
                      <a:pt x="532543" y="80200"/>
                      <a:pt x="532829" y="77629"/>
                      <a:pt x="533210" y="76486"/>
                    </a:cubicBezTo>
                    <a:cubicBezTo>
                      <a:pt x="533590" y="75343"/>
                      <a:pt x="534924" y="72771"/>
                      <a:pt x="534353" y="71723"/>
                    </a:cubicBezTo>
                    <a:cubicBezTo>
                      <a:pt x="534067" y="71152"/>
                      <a:pt x="532162" y="71247"/>
                      <a:pt x="531876" y="70675"/>
                    </a:cubicBezTo>
                    <a:cubicBezTo>
                      <a:pt x="531400" y="69723"/>
                      <a:pt x="532638" y="67437"/>
                      <a:pt x="533210" y="66484"/>
                    </a:cubicBezTo>
                    <a:cubicBezTo>
                      <a:pt x="533590" y="65913"/>
                      <a:pt x="535115" y="65246"/>
                      <a:pt x="535591" y="64675"/>
                    </a:cubicBezTo>
                    <a:cubicBezTo>
                      <a:pt x="536067" y="63913"/>
                      <a:pt x="536258" y="61817"/>
                      <a:pt x="536638" y="60960"/>
                    </a:cubicBezTo>
                    <a:cubicBezTo>
                      <a:pt x="537210" y="59817"/>
                      <a:pt x="538544" y="57626"/>
                      <a:pt x="539496" y="56864"/>
                    </a:cubicBezTo>
                    <a:cubicBezTo>
                      <a:pt x="540067" y="56388"/>
                      <a:pt x="541782" y="56102"/>
                      <a:pt x="542354" y="55531"/>
                    </a:cubicBezTo>
                    <a:cubicBezTo>
                      <a:pt x="542925" y="54864"/>
                      <a:pt x="542925" y="53054"/>
                      <a:pt x="543306" y="52388"/>
                    </a:cubicBezTo>
                    <a:cubicBezTo>
                      <a:pt x="543687" y="51530"/>
                      <a:pt x="545116" y="50101"/>
                      <a:pt x="545401" y="49149"/>
                    </a:cubicBezTo>
                    <a:cubicBezTo>
                      <a:pt x="545687" y="48292"/>
                      <a:pt x="545783" y="46387"/>
                      <a:pt x="545307" y="45625"/>
                    </a:cubicBezTo>
                    <a:cubicBezTo>
                      <a:pt x="544830" y="44767"/>
                      <a:pt x="542449" y="44482"/>
                      <a:pt x="541877" y="43720"/>
                    </a:cubicBezTo>
                    <a:cubicBezTo>
                      <a:pt x="541306" y="42958"/>
                      <a:pt x="540830" y="40767"/>
                      <a:pt x="541116" y="39910"/>
                    </a:cubicBezTo>
                    <a:cubicBezTo>
                      <a:pt x="541592" y="38671"/>
                      <a:pt x="544544" y="37909"/>
                      <a:pt x="545021" y="36767"/>
                    </a:cubicBezTo>
                    <a:cubicBezTo>
                      <a:pt x="545401" y="36004"/>
                      <a:pt x="545307" y="34195"/>
                      <a:pt x="544925" y="33433"/>
                    </a:cubicBezTo>
                    <a:cubicBezTo>
                      <a:pt x="544354" y="32385"/>
                      <a:pt x="541210" y="31909"/>
                      <a:pt x="540925" y="30766"/>
                    </a:cubicBezTo>
                    <a:cubicBezTo>
                      <a:pt x="540734" y="30004"/>
                      <a:pt x="541877" y="28575"/>
                      <a:pt x="542354" y="27908"/>
                    </a:cubicBezTo>
                    <a:cubicBezTo>
                      <a:pt x="542925" y="27146"/>
                      <a:pt x="544640" y="26194"/>
                      <a:pt x="545211" y="25337"/>
                    </a:cubicBezTo>
                    <a:cubicBezTo>
                      <a:pt x="545783" y="24479"/>
                      <a:pt x="546544" y="22574"/>
                      <a:pt x="546735" y="21526"/>
                    </a:cubicBezTo>
                    <a:cubicBezTo>
                      <a:pt x="546926" y="20098"/>
                      <a:pt x="547021" y="17050"/>
                      <a:pt x="546354" y="15812"/>
                    </a:cubicBezTo>
                    <a:cubicBezTo>
                      <a:pt x="546068" y="15335"/>
                      <a:pt x="544830" y="15050"/>
                      <a:pt x="544735" y="14573"/>
                    </a:cubicBezTo>
                    <a:cubicBezTo>
                      <a:pt x="544640" y="14097"/>
                      <a:pt x="545687" y="13335"/>
                      <a:pt x="545783" y="12859"/>
                    </a:cubicBezTo>
                    <a:cubicBezTo>
                      <a:pt x="545878" y="12001"/>
                      <a:pt x="545497" y="10192"/>
                      <a:pt x="545021" y="9430"/>
                    </a:cubicBezTo>
                    <a:cubicBezTo>
                      <a:pt x="544640" y="8763"/>
                      <a:pt x="542735" y="8287"/>
                      <a:pt x="542449" y="7525"/>
                    </a:cubicBezTo>
                    <a:cubicBezTo>
                      <a:pt x="542259" y="6858"/>
                      <a:pt x="543401" y="5715"/>
                      <a:pt x="543497" y="4953"/>
                    </a:cubicBezTo>
                    <a:cubicBezTo>
                      <a:pt x="543687" y="3715"/>
                      <a:pt x="542830" y="0"/>
                      <a:pt x="542830" y="0"/>
                    </a:cubicBezTo>
                    <a:lnTo>
                      <a:pt x="614458" y="35242"/>
                    </a:lnTo>
                    <a:cubicBezTo>
                      <a:pt x="614458" y="35242"/>
                      <a:pt x="615029" y="32671"/>
                      <a:pt x="615124" y="31813"/>
                    </a:cubicBezTo>
                    <a:cubicBezTo>
                      <a:pt x="615220" y="30766"/>
                      <a:pt x="615124" y="28575"/>
                      <a:pt x="615124" y="27527"/>
                    </a:cubicBezTo>
                    <a:cubicBezTo>
                      <a:pt x="615220" y="25908"/>
                      <a:pt x="615124" y="22479"/>
                      <a:pt x="615506" y="20860"/>
                    </a:cubicBezTo>
                    <a:cubicBezTo>
                      <a:pt x="615696" y="20003"/>
                      <a:pt x="616839" y="18479"/>
                      <a:pt x="617030" y="17526"/>
                    </a:cubicBezTo>
                    <a:cubicBezTo>
                      <a:pt x="617316" y="16383"/>
                      <a:pt x="616839" y="13907"/>
                      <a:pt x="616934" y="12668"/>
                    </a:cubicBezTo>
                    <a:cubicBezTo>
                      <a:pt x="617030" y="11525"/>
                      <a:pt x="617125" y="9239"/>
                      <a:pt x="617506" y="8192"/>
                    </a:cubicBezTo>
                    <a:cubicBezTo>
                      <a:pt x="617792" y="7334"/>
                      <a:pt x="618839" y="5905"/>
                      <a:pt x="619506" y="5334"/>
                    </a:cubicBezTo>
                    <a:cubicBezTo>
                      <a:pt x="619887" y="4953"/>
                      <a:pt x="620744" y="4477"/>
                      <a:pt x="621507" y="4096"/>
                    </a:cubicBezTo>
                    <a:cubicBezTo>
                      <a:pt x="621792" y="3905"/>
                      <a:pt x="622078" y="3810"/>
                      <a:pt x="622268" y="3715"/>
                    </a:cubicBezTo>
                    <a:cubicBezTo>
                      <a:pt x="622840" y="3429"/>
                      <a:pt x="623983" y="2476"/>
                      <a:pt x="624649" y="2476"/>
                    </a:cubicBezTo>
                    <a:cubicBezTo>
                      <a:pt x="625888" y="2476"/>
                      <a:pt x="627984" y="4382"/>
                      <a:pt x="629222" y="4667"/>
                    </a:cubicBezTo>
                    <a:cubicBezTo>
                      <a:pt x="629983" y="4858"/>
                      <a:pt x="631698" y="4953"/>
                      <a:pt x="632460" y="4763"/>
                    </a:cubicBezTo>
                    <a:cubicBezTo>
                      <a:pt x="633317" y="4477"/>
                      <a:pt x="634746" y="2858"/>
                      <a:pt x="635603" y="2762"/>
                    </a:cubicBezTo>
                    <a:cubicBezTo>
                      <a:pt x="636651" y="2572"/>
                      <a:pt x="638842" y="3334"/>
                      <a:pt x="639699" y="3905"/>
                    </a:cubicBezTo>
                    <a:cubicBezTo>
                      <a:pt x="640651" y="4572"/>
                      <a:pt x="641604" y="6953"/>
                      <a:pt x="642556" y="7715"/>
                    </a:cubicBezTo>
                    <a:cubicBezTo>
                      <a:pt x="643414" y="8382"/>
                      <a:pt x="645414" y="9144"/>
                      <a:pt x="646462" y="9334"/>
                    </a:cubicBezTo>
                    <a:cubicBezTo>
                      <a:pt x="647319" y="9525"/>
                      <a:pt x="649033" y="8954"/>
                      <a:pt x="649796" y="9239"/>
                    </a:cubicBezTo>
                    <a:cubicBezTo>
                      <a:pt x="650843" y="9716"/>
                      <a:pt x="652558" y="11621"/>
                      <a:pt x="653034" y="12763"/>
                    </a:cubicBezTo>
                    <a:cubicBezTo>
                      <a:pt x="653415" y="13907"/>
                      <a:pt x="653320" y="16383"/>
                      <a:pt x="652748" y="17431"/>
                    </a:cubicBezTo>
                    <a:cubicBezTo>
                      <a:pt x="652367" y="18193"/>
                      <a:pt x="650653" y="18859"/>
                      <a:pt x="650082" y="19526"/>
                    </a:cubicBezTo>
                    <a:cubicBezTo>
                      <a:pt x="649510" y="20193"/>
                      <a:pt x="648748" y="21717"/>
                      <a:pt x="648557" y="22574"/>
                    </a:cubicBezTo>
                    <a:cubicBezTo>
                      <a:pt x="648272" y="23622"/>
                      <a:pt x="648081" y="25908"/>
                      <a:pt x="648367" y="26956"/>
                    </a:cubicBezTo>
                    <a:cubicBezTo>
                      <a:pt x="648653" y="27813"/>
                      <a:pt x="649605" y="29432"/>
                      <a:pt x="650367" y="29813"/>
                    </a:cubicBezTo>
                    <a:cubicBezTo>
                      <a:pt x="651225" y="30290"/>
                      <a:pt x="653320" y="29623"/>
                      <a:pt x="654367" y="29908"/>
                    </a:cubicBezTo>
                    <a:cubicBezTo>
                      <a:pt x="655034" y="30099"/>
                      <a:pt x="656272" y="30575"/>
                      <a:pt x="656749" y="31051"/>
                    </a:cubicBezTo>
                    <a:cubicBezTo>
                      <a:pt x="657415" y="31623"/>
                      <a:pt x="657892" y="33433"/>
                      <a:pt x="658558" y="33909"/>
                    </a:cubicBezTo>
                    <a:cubicBezTo>
                      <a:pt x="659511" y="34576"/>
                      <a:pt x="661892" y="35242"/>
                      <a:pt x="663035" y="35242"/>
                    </a:cubicBezTo>
                    <a:cubicBezTo>
                      <a:pt x="664464" y="35147"/>
                      <a:pt x="666940" y="33623"/>
                      <a:pt x="668369" y="33242"/>
                    </a:cubicBezTo>
                    <a:cubicBezTo>
                      <a:pt x="669608" y="32861"/>
                      <a:pt x="671989" y="32290"/>
                      <a:pt x="673227" y="32290"/>
                    </a:cubicBezTo>
                    <a:cubicBezTo>
                      <a:pt x="674846" y="32385"/>
                      <a:pt x="677894" y="33433"/>
                      <a:pt x="679418" y="33909"/>
                    </a:cubicBezTo>
                    <a:cubicBezTo>
                      <a:pt x="680466" y="34290"/>
                      <a:pt x="682562" y="34766"/>
                      <a:pt x="683324" y="35528"/>
                    </a:cubicBezTo>
                    <a:cubicBezTo>
                      <a:pt x="683895" y="36004"/>
                      <a:pt x="684467" y="37338"/>
                      <a:pt x="684752" y="38005"/>
                    </a:cubicBezTo>
                    <a:cubicBezTo>
                      <a:pt x="685229" y="38957"/>
                      <a:pt x="685800" y="41148"/>
                      <a:pt x="686562" y="41815"/>
                    </a:cubicBezTo>
                    <a:cubicBezTo>
                      <a:pt x="687229" y="42386"/>
                      <a:pt x="689134" y="42863"/>
                      <a:pt x="690086" y="42958"/>
                    </a:cubicBezTo>
                    <a:cubicBezTo>
                      <a:pt x="691039" y="43148"/>
                      <a:pt x="692849" y="43148"/>
                      <a:pt x="693801" y="42958"/>
                    </a:cubicBezTo>
                    <a:cubicBezTo>
                      <a:pt x="694372" y="42863"/>
                      <a:pt x="695420" y="42100"/>
                      <a:pt x="695992" y="42005"/>
                    </a:cubicBezTo>
                    <a:cubicBezTo>
                      <a:pt x="697040" y="41910"/>
                      <a:pt x="699326" y="42291"/>
                      <a:pt x="700373" y="42863"/>
                    </a:cubicBezTo>
                    <a:cubicBezTo>
                      <a:pt x="701231" y="43339"/>
                      <a:pt x="702374" y="44863"/>
                      <a:pt x="703135" y="45720"/>
                    </a:cubicBezTo>
                    <a:cubicBezTo>
                      <a:pt x="703231" y="45815"/>
                      <a:pt x="703326" y="45911"/>
                      <a:pt x="703421" y="46006"/>
                    </a:cubicBezTo>
                    <a:cubicBezTo>
                      <a:pt x="703993" y="46672"/>
                      <a:pt x="705231" y="48196"/>
                      <a:pt x="705993" y="48673"/>
                    </a:cubicBezTo>
                    <a:cubicBezTo>
                      <a:pt x="707232" y="49530"/>
                      <a:pt x="710374" y="50292"/>
                      <a:pt x="711803" y="51054"/>
                    </a:cubicBezTo>
                    <a:cubicBezTo>
                      <a:pt x="712756" y="51530"/>
                      <a:pt x="714756" y="52578"/>
                      <a:pt x="715423" y="53435"/>
                    </a:cubicBezTo>
                    <a:cubicBezTo>
                      <a:pt x="716566" y="54674"/>
                      <a:pt x="717709" y="58007"/>
                      <a:pt x="718185" y="59626"/>
                    </a:cubicBezTo>
                    <a:cubicBezTo>
                      <a:pt x="718471" y="60579"/>
                      <a:pt x="718661" y="62579"/>
                      <a:pt x="718661" y="63627"/>
                    </a:cubicBezTo>
                    <a:cubicBezTo>
                      <a:pt x="718661" y="63722"/>
                      <a:pt x="718661" y="63913"/>
                      <a:pt x="718661" y="64008"/>
                    </a:cubicBezTo>
                    <a:cubicBezTo>
                      <a:pt x="718661" y="65056"/>
                      <a:pt x="718661" y="66770"/>
                      <a:pt x="718756" y="67628"/>
                    </a:cubicBezTo>
                    <a:cubicBezTo>
                      <a:pt x="718947" y="68771"/>
                      <a:pt x="719614" y="70961"/>
                      <a:pt x="719899" y="72009"/>
                    </a:cubicBezTo>
                    <a:cubicBezTo>
                      <a:pt x="720090" y="72866"/>
                      <a:pt x="720757" y="74390"/>
                      <a:pt x="720566" y="75247"/>
                    </a:cubicBezTo>
                    <a:cubicBezTo>
                      <a:pt x="720471" y="76009"/>
                      <a:pt x="719519" y="77438"/>
                      <a:pt x="718852" y="77915"/>
                    </a:cubicBezTo>
                    <a:cubicBezTo>
                      <a:pt x="718090" y="78486"/>
                      <a:pt x="716090" y="78581"/>
                      <a:pt x="715328" y="79153"/>
                    </a:cubicBezTo>
                    <a:cubicBezTo>
                      <a:pt x="714280" y="79820"/>
                      <a:pt x="712375" y="82772"/>
                      <a:pt x="712280" y="82867"/>
                    </a:cubicBezTo>
                    <a:cubicBezTo>
                      <a:pt x="712089" y="82963"/>
                      <a:pt x="712946" y="86773"/>
                      <a:pt x="712946" y="88106"/>
                    </a:cubicBezTo>
                    <a:cubicBezTo>
                      <a:pt x="712946" y="88392"/>
                      <a:pt x="712851" y="88868"/>
                      <a:pt x="712756" y="89345"/>
                    </a:cubicBezTo>
                    <a:cubicBezTo>
                      <a:pt x="712566" y="89249"/>
                      <a:pt x="712470" y="89249"/>
                      <a:pt x="712375" y="89249"/>
                    </a:cubicBezTo>
                    <a:cubicBezTo>
                      <a:pt x="711613" y="89345"/>
                      <a:pt x="711137" y="91059"/>
                      <a:pt x="710756" y="91726"/>
                    </a:cubicBezTo>
                    <a:cubicBezTo>
                      <a:pt x="710470" y="92202"/>
                      <a:pt x="710279" y="93345"/>
                      <a:pt x="709898" y="93821"/>
                    </a:cubicBezTo>
                    <a:cubicBezTo>
                      <a:pt x="709422" y="94393"/>
                      <a:pt x="708184" y="95155"/>
                      <a:pt x="707517" y="95345"/>
                    </a:cubicBezTo>
                    <a:cubicBezTo>
                      <a:pt x="707041" y="95536"/>
                      <a:pt x="705993" y="95726"/>
                      <a:pt x="705517" y="95536"/>
                    </a:cubicBezTo>
                    <a:cubicBezTo>
                      <a:pt x="705040" y="95345"/>
                      <a:pt x="704755" y="94107"/>
                      <a:pt x="704279" y="93821"/>
                    </a:cubicBezTo>
                    <a:cubicBezTo>
                      <a:pt x="703993" y="93631"/>
                      <a:pt x="703231" y="93345"/>
                      <a:pt x="702850" y="93345"/>
                    </a:cubicBezTo>
                    <a:cubicBezTo>
                      <a:pt x="702374" y="93345"/>
                      <a:pt x="701516" y="93536"/>
                      <a:pt x="701231" y="93821"/>
                    </a:cubicBezTo>
                    <a:cubicBezTo>
                      <a:pt x="700659" y="94393"/>
                      <a:pt x="700183" y="95917"/>
                      <a:pt x="700088" y="96774"/>
                    </a:cubicBezTo>
                    <a:cubicBezTo>
                      <a:pt x="699992" y="97726"/>
                      <a:pt x="700754" y="99441"/>
                      <a:pt x="700849" y="100393"/>
                    </a:cubicBezTo>
                    <a:cubicBezTo>
                      <a:pt x="701040" y="101441"/>
                      <a:pt x="701421" y="103632"/>
                      <a:pt x="701421" y="104680"/>
                    </a:cubicBezTo>
                    <a:cubicBezTo>
                      <a:pt x="701421" y="105632"/>
                      <a:pt x="701040" y="107442"/>
                      <a:pt x="700849" y="108299"/>
                    </a:cubicBezTo>
                    <a:cubicBezTo>
                      <a:pt x="700659" y="109347"/>
                      <a:pt x="700183" y="111347"/>
                      <a:pt x="699802" y="112300"/>
                    </a:cubicBezTo>
                    <a:cubicBezTo>
                      <a:pt x="699421" y="113157"/>
                      <a:pt x="698278" y="114681"/>
                      <a:pt x="697897" y="115538"/>
                    </a:cubicBezTo>
                    <a:cubicBezTo>
                      <a:pt x="697516" y="116586"/>
                      <a:pt x="697135" y="118682"/>
                      <a:pt x="697135" y="119825"/>
                    </a:cubicBezTo>
                    <a:cubicBezTo>
                      <a:pt x="697135" y="121063"/>
                      <a:pt x="697611" y="123444"/>
                      <a:pt x="698087" y="124587"/>
                    </a:cubicBezTo>
                    <a:cubicBezTo>
                      <a:pt x="698373" y="125349"/>
                      <a:pt x="699230" y="126873"/>
                      <a:pt x="699611" y="127635"/>
                    </a:cubicBezTo>
                    <a:cubicBezTo>
                      <a:pt x="700278" y="128968"/>
                      <a:pt x="701707" y="131636"/>
                      <a:pt x="702564" y="132969"/>
                    </a:cubicBezTo>
                    <a:cubicBezTo>
                      <a:pt x="703041" y="133731"/>
                      <a:pt x="704279" y="135065"/>
                      <a:pt x="704755" y="135826"/>
                    </a:cubicBezTo>
                    <a:cubicBezTo>
                      <a:pt x="705136" y="136398"/>
                      <a:pt x="705707" y="137732"/>
                      <a:pt x="706088" y="138303"/>
                    </a:cubicBezTo>
                    <a:cubicBezTo>
                      <a:pt x="706565" y="138875"/>
                      <a:pt x="707612" y="139827"/>
                      <a:pt x="708279" y="140113"/>
                    </a:cubicBezTo>
                    <a:cubicBezTo>
                      <a:pt x="709041" y="140494"/>
                      <a:pt x="710660" y="140779"/>
                      <a:pt x="711423" y="140684"/>
                    </a:cubicBezTo>
                    <a:cubicBezTo>
                      <a:pt x="712280" y="140589"/>
                      <a:pt x="713804" y="139541"/>
                      <a:pt x="714661" y="139255"/>
                    </a:cubicBezTo>
                    <a:cubicBezTo>
                      <a:pt x="715423" y="138970"/>
                      <a:pt x="717042" y="138684"/>
                      <a:pt x="717709" y="138303"/>
                    </a:cubicBezTo>
                    <a:cubicBezTo>
                      <a:pt x="718471" y="137827"/>
                      <a:pt x="719709" y="136588"/>
                      <a:pt x="720376" y="135922"/>
                    </a:cubicBezTo>
                    <a:cubicBezTo>
                      <a:pt x="721138" y="135255"/>
                      <a:pt x="722567" y="133731"/>
                      <a:pt x="723234" y="132969"/>
                    </a:cubicBezTo>
                    <a:cubicBezTo>
                      <a:pt x="723710" y="132493"/>
                      <a:pt x="724662" y="131064"/>
                      <a:pt x="725329" y="130778"/>
                    </a:cubicBezTo>
                    <a:cubicBezTo>
                      <a:pt x="725900" y="130492"/>
                      <a:pt x="727329" y="130874"/>
                      <a:pt x="727996" y="130588"/>
                    </a:cubicBezTo>
                    <a:cubicBezTo>
                      <a:pt x="728567" y="130397"/>
                      <a:pt x="729424" y="129445"/>
                      <a:pt x="729806" y="128968"/>
                    </a:cubicBezTo>
                    <a:cubicBezTo>
                      <a:pt x="730187" y="128397"/>
                      <a:pt x="730377" y="126873"/>
                      <a:pt x="730949" y="126492"/>
                    </a:cubicBezTo>
                    <a:cubicBezTo>
                      <a:pt x="731520" y="126016"/>
                      <a:pt x="733330" y="125635"/>
                      <a:pt x="734092" y="125825"/>
                    </a:cubicBezTo>
                    <a:cubicBezTo>
                      <a:pt x="734854" y="126016"/>
                      <a:pt x="736378" y="127063"/>
                      <a:pt x="736759" y="127825"/>
                    </a:cubicBezTo>
                    <a:cubicBezTo>
                      <a:pt x="737140" y="128492"/>
                      <a:pt x="736854" y="130016"/>
                      <a:pt x="736950" y="130778"/>
                    </a:cubicBezTo>
                    <a:cubicBezTo>
                      <a:pt x="737140" y="132302"/>
                      <a:pt x="737330" y="135255"/>
                      <a:pt x="737806" y="136684"/>
                    </a:cubicBezTo>
                    <a:cubicBezTo>
                      <a:pt x="738092" y="137350"/>
                      <a:pt x="738854" y="138589"/>
                      <a:pt x="739426" y="139065"/>
                    </a:cubicBezTo>
                    <a:cubicBezTo>
                      <a:pt x="740378" y="139732"/>
                      <a:pt x="743045" y="139827"/>
                      <a:pt x="744093" y="140303"/>
                    </a:cubicBezTo>
                    <a:cubicBezTo>
                      <a:pt x="745141" y="140779"/>
                      <a:pt x="746951" y="142208"/>
                      <a:pt x="747617" y="143066"/>
                    </a:cubicBezTo>
                    <a:cubicBezTo>
                      <a:pt x="748189" y="143828"/>
                      <a:pt x="749141" y="145447"/>
                      <a:pt x="749332" y="146304"/>
                    </a:cubicBezTo>
                    <a:cubicBezTo>
                      <a:pt x="749427" y="146875"/>
                      <a:pt x="749046" y="148209"/>
                      <a:pt x="749237" y="148780"/>
                    </a:cubicBezTo>
                    <a:cubicBezTo>
                      <a:pt x="749523" y="149447"/>
                      <a:pt x="750666" y="150400"/>
                      <a:pt x="751332" y="150686"/>
                    </a:cubicBezTo>
                    <a:cubicBezTo>
                      <a:pt x="752285" y="151162"/>
                      <a:pt x="754571" y="150781"/>
                      <a:pt x="755618" y="150971"/>
                    </a:cubicBezTo>
                    <a:cubicBezTo>
                      <a:pt x="756856" y="151162"/>
                      <a:pt x="759238" y="151733"/>
                      <a:pt x="760285" y="152305"/>
                    </a:cubicBezTo>
                    <a:cubicBezTo>
                      <a:pt x="761047" y="152686"/>
                      <a:pt x="762190" y="154115"/>
                      <a:pt x="762953" y="154305"/>
                    </a:cubicBezTo>
                    <a:cubicBezTo>
                      <a:pt x="764096" y="154686"/>
                      <a:pt x="766477" y="154496"/>
                      <a:pt x="767620" y="154115"/>
                    </a:cubicBezTo>
                    <a:cubicBezTo>
                      <a:pt x="768763" y="153734"/>
                      <a:pt x="770382" y="151924"/>
                      <a:pt x="771525" y="151543"/>
                    </a:cubicBezTo>
                    <a:cubicBezTo>
                      <a:pt x="772573" y="151257"/>
                      <a:pt x="774763" y="151162"/>
                      <a:pt x="775716" y="151733"/>
                    </a:cubicBezTo>
                    <a:cubicBezTo>
                      <a:pt x="776288" y="152019"/>
                      <a:pt x="776764" y="153353"/>
                      <a:pt x="777240" y="153734"/>
                    </a:cubicBezTo>
                    <a:cubicBezTo>
                      <a:pt x="777812" y="154115"/>
                      <a:pt x="779431" y="154686"/>
                      <a:pt x="780002" y="154400"/>
                    </a:cubicBezTo>
                    <a:cubicBezTo>
                      <a:pt x="780384" y="154210"/>
                      <a:pt x="780384" y="153162"/>
                      <a:pt x="780669" y="152781"/>
                    </a:cubicBezTo>
                    <a:cubicBezTo>
                      <a:pt x="781145" y="152114"/>
                      <a:pt x="782574" y="150781"/>
                      <a:pt x="783432" y="150590"/>
                    </a:cubicBezTo>
                    <a:cubicBezTo>
                      <a:pt x="784479" y="150304"/>
                      <a:pt x="786670" y="151829"/>
                      <a:pt x="787717" y="151543"/>
                    </a:cubicBezTo>
                    <a:cubicBezTo>
                      <a:pt x="788480" y="151352"/>
                      <a:pt x="789242" y="149447"/>
                      <a:pt x="790004" y="149257"/>
                    </a:cubicBezTo>
                    <a:cubicBezTo>
                      <a:pt x="790861" y="149066"/>
                      <a:pt x="792766" y="149733"/>
                      <a:pt x="793433" y="150304"/>
                    </a:cubicBezTo>
                    <a:cubicBezTo>
                      <a:pt x="794194" y="151067"/>
                      <a:pt x="794480" y="153353"/>
                      <a:pt x="795052" y="154210"/>
                    </a:cubicBezTo>
                    <a:cubicBezTo>
                      <a:pt x="795623" y="154972"/>
                      <a:pt x="797052" y="156115"/>
                      <a:pt x="797814" y="156496"/>
                    </a:cubicBezTo>
                    <a:cubicBezTo>
                      <a:pt x="798957" y="157067"/>
                      <a:pt x="801624" y="157067"/>
                      <a:pt x="802767" y="157639"/>
                    </a:cubicBezTo>
                    <a:cubicBezTo>
                      <a:pt x="804005" y="158210"/>
                      <a:pt x="806101" y="160115"/>
                      <a:pt x="807053" y="161163"/>
                    </a:cubicBezTo>
                    <a:cubicBezTo>
                      <a:pt x="807816" y="162020"/>
                      <a:pt x="808577" y="164497"/>
                      <a:pt x="809530" y="165163"/>
                    </a:cubicBezTo>
                    <a:cubicBezTo>
                      <a:pt x="810387" y="165735"/>
                      <a:pt x="812483" y="165449"/>
                      <a:pt x="813435" y="165735"/>
                    </a:cubicBezTo>
                    <a:cubicBezTo>
                      <a:pt x="814483" y="166021"/>
                      <a:pt x="816483" y="166783"/>
                      <a:pt x="817435" y="167354"/>
                    </a:cubicBezTo>
                    <a:cubicBezTo>
                      <a:pt x="818388" y="167926"/>
                      <a:pt x="819722" y="169640"/>
                      <a:pt x="820674" y="170117"/>
                    </a:cubicBezTo>
                    <a:cubicBezTo>
                      <a:pt x="821722" y="170593"/>
                      <a:pt x="823913" y="171259"/>
                      <a:pt x="825056" y="171355"/>
                    </a:cubicBezTo>
                    <a:cubicBezTo>
                      <a:pt x="826675" y="171450"/>
                      <a:pt x="829818" y="170593"/>
                      <a:pt x="831437" y="170688"/>
                    </a:cubicBezTo>
                    <a:cubicBezTo>
                      <a:pt x="832580" y="170783"/>
                      <a:pt x="834866" y="171450"/>
                      <a:pt x="835914" y="171831"/>
                    </a:cubicBezTo>
                    <a:cubicBezTo>
                      <a:pt x="838105" y="172688"/>
                      <a:pt x="842581" y="174593"/>
                      <a:pt x="844487" y="175927"/>
                    </a:cubicBezTo>
                    <a:cubicBezTo>
                      <a:pt x="845439" y="176593"/>
                      <a:pt x="847249" y="178213"/>
                      <a:pt x="847820" y="179261"/>
                    </a:cubicBezTo>
                    <a:cubicBezTo>
                      <a:pt x="848582" y="180689"/>
                      <a:pt x="849725" y="183928"/>
                      <a:pt x="849440" y="185452"/>
                    </a:cubicBezTo>
                    <a:cubicBezTo>
                      <a:pt x="849249" y="186690"/>
                      <a:pt x="847439" y="188976"/>
                      <a:pt x="846392" y="189738"/>
                    </a:cubicBezTo>
                    <a:cubicBezTo>
                      <a:pt x="845630" y="190214"/>
                      <a:pt x="843629" y="190214"/>
                      <a:pt x="842867" y="190691"/>
                    </a:cubicBezTo>
                    <a:cubicBezTo>
                      <a:pt x="842296" y="191071"/>
                      <a:pt x="841153" y="192215"/>
                      <a:pt x="841058" y="192881"/>
                    </a:cubicBezTo>
                    <a:cubicBezTo>
                      <a:pt x="840772" y="193929"/>
                      <a:pt x="841534" y="196025"/>
                      <a:pt x="841915" y="196977"/>
                    </a:cubicBezTo>
                    <a:cubicBezTo>
                      <a:pt x="842201" y="198025"/>
                      <a:pt x="843344" y="199834"/>
                      <a:pt x="843724" y="200882"/>
                    </a:cubicBezTo>
                    <a:cubicBezTo>
                      <a:pt x="844010" y="201740"/>
                      <a:pt x="844201" y="203549"/>
                      <a:pt x="844487" y="204311"/>
                    </a:cubicBezTo>
                    <a:cubicBezTo>
                      <a:pt x="844867" y="205359"/>
                      <a:pt x="846296" y="207074"/>
                      <a:pt x="846582" y="208121"/>
                    </a:cubicBezTo>
                    <a:cubicBezTo>
                      <a:pt x="846677" y="208693"/>
                      <a:pt x="846772" y="209931"/>
                      <a:pt x="846582" y="210503"/>
                    </a:cubicBezTo>
                    <a:cubicBezTo>
                      <a:pt x="846296" y="211169"/>
                      <a:pt x="845249" y="212312"/>
                      <a:pt x="844677" y="212884"/>
                    </a:cubicBezTo>
                    <a:cubicBezTo>
                      <a:pt x="844201" y="213455"/>
                      <a:pt x="842867" y="214217"/>
                      <a:pt x="842772" y="214979"/>
                    </a:cubicBezTo>
                    <a:cubicBezTo>
                      <a:pt x="842677" y="215646"/>
                      <a:pt x="843439" y="216979"/>
                      <a:pt x="844010" y="217456"/>
                    </a:cubicBezTo>
                    <a:cubicBezTo>
                      <a:pt x="844487" y="217932"/>
                      <a:pt x="846010" y="218408"/>
                      <a:pt x="846772" y="218408"/>
                    </a:cubicBezTo>
                    <a:cubicBezTo>
                      <a:pt x="847439" y="218408"/>
                      <a:pt x="848678" y="217456"/>
                      <a:pt x="849344" y="217456"/>
                    </a:cubicBezTo>
                    <a:cubicBezTo>
                      <a:pt x="850201" y="217551"/>
                      <a:pt x="851821" y="218504"/>
                      <a:pt x="852488" y="218980"/>
                    </a:cubicBezTo>
                    <a:cubicBezTo>
                      <a:pt x="853059" y="219456"/>
                      <a:pt x="854583" y="220694"/>
                      <a:pt x="854298" y="221361"/>
                    </a:cubicBezTo>
                    <a:cubicBezTo>
                      <a:pt x="853631" y="222885"/>
                      <a:pt x="849154" y="221551"/>
                      <a:pt x="847535" y="222123"/>
                    </a:cubicBezTo>
                    <a:cubicBezTo>
                      <a:pt x="846963" y="222313"/>
                      <a:pt x="846106" y="223075"/>
                      <a:pt x="845630" y="223266"/>
                    </a:cubicBezTo>
                    <a:cubicBezTo>
                      <a:pt x="844963" y="223552"/>
                      <a:pt x="843534" y="223742"/>
                      <a:pt x="842772" y="223647"/>
                    </a:cubicBezTo>
                    <a:cubicBezTo>
                      <a:pt x="842105" y="223552"/>
                      <a:pt x="840962" y="222790"/>
                      <a:pt x="840296" y="222695"/>
                    </a:cubicBezTo>
                    <a:cubicBezTo>
                      <a:pt x="839438" y="222504"/>
                      <a:pt x="837534" y="222980"/>
                      <a:pt x="836676" y="222695"/>
                    </a:cubicBezTo>
                    <a:cubicBezTo>
                      <a:pt x="835438" y="222313"/>
                      <a:pt x="833438" y="220790"/>
                      <a:pt x="832390" y="220123"/>
                    </a:cubicBezTo>
                    <a:cubicBezTo>
                      <a:pt x="831818" y="219742"/>
                      <a:pt x="830580" y="218884"/>
                      <a:pt x="829818" y="218789"/>
                    </a:cubicBezTo>
                    <a:cubicBezTo>
                      <a:pt x="828675" y="218599"/>
                      <a:pt x="826199" y="218694"/>
                      <a:pt x="825437" y="219551"/>
                    </a:cubicBezTo>
                    <a:cubicBezTo>
                      <a:pt x="824865" y="220218"/>
                      <a:pt x="825913" y="222313"/>
                      <a:pt x="825341" y="222885"/>
                    </a:cubicBezTo>
                    <a:cubicBezTo>
                      <a:pt x="824960" y="223266"/>
                      <a:pt x="823531" y="223266"/>
                      <a:pt x="822960" y="222980"/>
                    </a:cubicBezTo>
                    <a:cubicBezTo>
                      <a:pt x="822103" y="222599"/>
                      <a:pt x="821055" y="220980"/>
                      <a:pt x="820674" y="220123"/>
                    </a:cubicBezTo>
                    <a:cubicBezTo>
                      <a:pt x="820293" y="219266"/>
                      <a:pt x="820198" y="217361"/>
                      <a:pt x="819722" y="216503"/>
                    </a:cubicBezTo>
                    <a:cubicBezTo>
                      <a:pt x="819245" y="215455"/>
                      <a:pt x="817531" y="213646"/>
                      <a:pt x="816864" y="212693"/>
                    </a:cubicBezTo>
                    <a:cubicBezTo>
                      <a:pt x="816007" y="211550"/>
                      <a:pt x="814578" y="208883"/>
                      <a:pt x="813435" y="207931"/>
                    </a:cubicBezTo>
                    <a:cubicBezTo>
                      <a:pt x="812578" y="207264"/>
                      <a:pt x="810197" y="206883"/>
                      <a:pt x="809244" y="206312"/>
                    </a:cubicBezTo>
                    <a:cubicBezTo>
                      <a:pt x="808863" y="206026"/>
                      <a:pt x="808292" y="205168"/>
                      <a:pt x="807816" y="204978"/>
                    </a:cubicBezTo>
                    <a:cubicBezTo>
                      <a:pt x="806958" y="204597"/>
                      <a:pt x="805053" y="204597"/>
                      <a:pt x="804196" y="204311"/>
                    </a:cubicBezTo>
                    <a:cubicBezTo>
                      <a:pt x="803434" y="204025"/>
                      <a:pt x="801910" y="203359"/>
                      <a:pt x="801338" y="202787"/>
                    </a:cubicBezTo>
                    <a:cubicBezTo>
                      <a:pt x="800957" y="202406"/>
                      <a:pt x="800767" y="201263"/>
                      <a:pt x="800290" y="200978"/>
                    </a:cubicBezTo>
                    <a:cubicBezTo>
                      <a:pt x="799147" y="200406"/>
                      <a:pt x="796385" y="201644"/>
                      <a:pt x="795147" y="201168"/>
                    </a:cubicBezTo>
                    <a:cubicBezTo>
                      <a:pt x="794576" y="200882"/>
                      <a:pt x="793813" y="199739"/>
                      <a:pt x="793337" y="199358"/>
                    </a:cubicBezTo>
                    <a:cubicBezTo>
                      <a:pt x="792766" y="198977"/>
                      <a:pt x="791337" y="198596"/>
                      <a:pt x="790765" y="198120"/>
                    </a:cubicBezTo>
                    <a:cubicBezTo>
                      <a:pt x="790289" y="197644"/>
                      <a:pt x="789813" y="196215"/>
                      <a:pt x="789337" y="195643"/>
                    </a:cubicBezTo>
                    <a:cubicBezTo>
                      <a:pt x="788956" y="195167"/>
                      <a:pt x="788099" y="194120"/>
                      <a:pt x="787527" y="193929"/>
                    </a:cubicBezTo>
                    <a:cubicBezTo>
                      <a:pt x="786479" y="193643"/>
                      <a:pt x="784098" y="194024"/>
                      <a:pt x="783336" y="194882"/>
                    </a:cubicBezTo>
                    <a:cubicBezTo>
                      <a:pt x="782860" y="195358"/>
                      <a:pt x="782669" y="196977"/>
                      <a:pt x="782860" y="197644"/>
                    </a:cubicBezTo>
                    <a:cubicBezTo>
                      <a:pt x="783146" y="198596"/>
                      <a:pt x="784765" y="199930"/>
                      <a:pt x="785527" y="200596"/>
                    </a:cubicBezTo>
                    <a:cubicBezTo>
                      <a:pt x="786194" y="201168"/>
                      <a:pt x="787623" y="202025"/>
                      <a:pt x="788289" y="202597"/>
                    </a:cubicBezTo>
                    <a:cubicBezTo>
                      <a:pt x="788860" y="203073"/>
                      <a:pt x="789813" y="204502"/>
                      <a:pt x="790385" y="204883"/>
                    </a:cubicBezTo>
                    <a:cubicBezTo>
                      <a:pt x="791242" y="205454"/>
                      <a:pt x="793433" y="206026"/>
                      <a:pt x="794385" y="206502"/>
                    </a:cubicBezTo>
                    <a:cubicBezTo>
                      <a:pt x="795242" y="206883"/>
                      <a:pt x="797148" y="207645"/>
                      <a:pt x="797909" y="208312"/>
                    </a:cubicBezTo>
                    <a:cubicBezTo>
                      <a:pt x="798291" y="208693"/>
                      <a:pt x="798767" y="209645"/>
                      <a:pt x="799147" y="210026"/>
                    </a:cubicBezTo>
                    <a:cubicBezTo>
                      <a:pt x="800100" y="210693"/>
                      <a:pt x="802482" y="211169"/>
                      <a:pt x="803625" y="211360"/>
                    </a:cubicBezTo>
                    <a:cubicBezTo>
                      <a:pt x="804577" y="211550"/>
                      <a:pt x="806577" y="210979"/>
                      <a:pt x="807530" y="211360"/>
                    </a:cubicBezTo>
                    <a:cubicBezTo>
                      <a:pt x="808292" y="211646"/>
                      <a:pt x="809530" y="213074"/>
                      <a:pt x="810101" y="213646"/>
                    </a:cubicBezTo>
                    <a:cubicBezTo>
                      <a:pt x="810958" y="214598"/>
                      <a:pt x="812578" y="216694"/>
                      <a:pt x="813244" y="217742"/>
                    </a:cubicBezTo>
                    <a:cubicBezTo>
                      <a:pt x="814006" y="218884"/>
                      <a:pt x="814959" y="221647"/>
                      <a:pt x="815816" y="222790"/>
                    </a:cubicBezTo>
                    <a:cubicBezTo>
                      <a:pt x="816674" y="223933"/>
                      <a:pt x="818769" y="225838"/>
                      <a:pt x="820007" y="226600"/>
                    </a:cubicBezTo>
                    <a:cubicBezTo>
                      <a:pt x="820769" y="227076"/>
                      <a:pt x="822293" y="227838"/>
                      <a:pt x="823151" y="227933"/>
                    </a:cubicBezTo>
                    <a:cubicBezTo>
                      <a:pt x="824198" y="228029"/>
                      <a:pt x="826389" y="227552"/>
                      <a:pt x="827437" y="227362"/>
                    </a:cubicBezTo>
                    <a:cubicBezTo>
                      <a:pt x="828865" y="227076"/>
                      <a:pt x="831533" y="225742"/>
                      <a:pt x="832961" y="225838"/>
                    </a:cubicBezTo>
                    <a:cubicBezTo>
                      <a:pt x="833819" y="225933"/>
                      <a:pt x="835248" y="226790"/>
                      <a:pt x="836009" y="227267"/>
                    </a:cubicBezTo>
                    <a:cubicBezTo>
                      <a:pt x="836581" y="227647"/>
                      <a:pt x="837629" y="228695"/>
                      <a:pt x="838200" y="229076"/>
                    </a:cubicBezTo>
                    <a:cubicBezTo>
                      <a:pt x="838867" y="229457"/>
                      <a:pt x="840486" y="230410"/>
                      <a:pt x="841343" y="230315"/>
                    </a:cubicBezTo>
                    <a:cubicBezTo>
                      <a:pt x="841915" y="230219"/>
                      <a:pt x="842677" y="229171"/>
                      <a:pt x="843153" y="228886"/>
                    </a:cubicBezTo>
                    <a:cubicBezTo>
                      <a:pt x="844106" y="228409"/>
                      <a:pt x="846106" y="227552"/>
                      <a:pt x="847154" y="227457"/>
                    </a:cubicBezTo>
                    <a:cubicBezTo>
                      <a:pt x="848392" y="227362"/>
                      <a:pt x="850963" y="227647"/>
                      <a:pt x="851821" y="228505"/>
                    </a:cubicBezTo>
                    <a:cubicBezTo>
                      <a:pt x="852202" y="228886"/>
                      <a:pt x="852678" y="230029"/>
                      <a:pt x="852583" y="230505"/>
                    </a:cubicBezTo>
                    <a:cubicBezTo>
                      <a:pt x="852488" y="231172"/>
                      <a:pt x="851344" y="232220"/>
                      <a:pt x="850773" y="232696"/>
                    </a:cubicBezTo>
                    <a:cubicBezTo>
                      <a:pt x="850107" y="233172"/>
                      <a:pt x="848487" y="233458"/>
                      <a:pt x="847915" y="234125"/>
                    </a:cubicBezTo>
                    <a:cubicBezTo>
                      <a:pt x="847344" y="234887"/>
                      <a:pt x="846772" y="236792"/>
                      <a:pt x="846963" y="237649"/>
                    </a:cubicBezTo>
                    <a:cubicBezTo>
                      <a:pt x="847154" y="238411"/>
                      <a:pt x="848392" y="239459"/>
                      <a:pt x="849058" y="239840"/>
                    </a:cubicBezTo>
                    <a:cubicBezTo>
                      <a:pt x="849630" y="240221"/>
                      <a:pt x="851059" y="240506"/>
                      <a:pt x="851726" y="240411"/>
                    </a:cubicBezTo>
                    <a:cubicBezTo>
                      <a:pt x="852392" y="240221"/>
                      <a:pt x="853821" y="239363"/>
                      <a:pt x="854107" y="238696"/>
                    </a:cubicBezTo>
                    <a:cubicBezTo>
                      <a:pt x="854488" y="237839"/>
                      <a:pt x="853059" y="235649"/>
                      <a:pt x="853726" y="235077"/>
                    </a:cubicBezTo>
                    <a:cubicBezTo>
                      <a:pt x="854298" y="234601"/>
                      <a:pt x="856107" y="235363"/>
                      <a:pt x="856679" y="235839"/>
                    </a:cubicBezTo>
                    <a:cubicBezTo>
                      <a:pt x="857536" y="236411"/>
                      <a:pt x="858488" y="238411"/>
                      <a:pt x="859060" y="239268"/>
                    </a:cubicBezTo>
                    <a:cubicBezTo>
                      <a:pt x="859917" y="240506"/>
                      <a:pt x="861631" y="243078"/>
                      <a:pt x="862394" y="244412"/>
                    </a:cubicBezTo>
                    <a:cubicBezTo>
                      <a:pt x="863251" y="245936"/>
                      <a:pt x="865346" y="248888"/>
                      <a:pt x="865727" y="250603"/>
                    </a:cubicBezTo>
                    <a:cubicBezTo>
                      <a:pt x="866109" y="252413"/>
                      <a:pt x="865060" y="256222"/>
                      <a:pt x="864966" y="258128"/>
                    </a:cubicBezTo>
                    <a:cubicBezTo>
                      <a:pt x="864870" y="259366"/>
                      <a:pt x="865442" y="262033"/>
                      <a:pt x="865060" y="263271"/>
                    </a:cubicBezTo>
                    <a:cubicBezTo>
                      <a:pt x="864775" y="264033"/>
                      <a:pt x="863823" y="265747"/>
                      <a:pt x="863060" y="266033"/>
                    </a:cubicBezTo>
                    <a:cubicBezTo>
                      <a:pt x="862394" y="266319"/>
                      <a:pt x="860869" y="265747"/>
                      <a:pt x="860203" y="265367"/>
                    </a:cubicBezTo>
                    <a:cubicBezTo>
                      <a:pt x="859346" y="264890"/>
                      <a:pt x="858393" y="262985"/>
                      <a:pt x="857536" y="262318"/>
                    </a:cubicBezTo>
                    <a:cubicBezTo>
                      <a:pt x="856774" y="261747"/>
                      <a:pt x="855155" y="260604"/>
                      <a:pt x="854202" y="260413"/>
                    </a:cubicBezTo>
                    <a:cubicBezTo>
                      <a:pt x="853345" y="260223"/>
                      <a:pt x="851344" y="260890"/>
                      <a:pt x="850487" y="260509"/>
                    </a:cubicBezTo>
                    <a:cubicBezTo>
                      <a:pt x="849821" y="260223"/>
                      <a:pt x="848963" y="258794"/>
                      <a:pt x="848392" y="258318"/>
                    </a:cubicBezTo>
                    <a:cubicBezTo>
                      <a:pt x="847630" y="257746"/>
                      <a:pt x="846010" y="255937"/>
                      <a:pt x="845153" y="256318"/>
                    </a:cubicBezTo>
                    <a:cubicBezTo>
                      <a:pt x="844391" y="256604"/>
                      <a:pt x="844391" y="258509"/>
                      <a:pt x="844010" y="259175"/>
                    </a:cubicBezTo>
                    <a:cubicBezTo>
                      <a:pt x="843534" y="260033"/>
                      <a:pt x="841819" y="261271"/>
                      <a:pt x="841819" y="262223"/>
                    </a:cubicBezTo>
                    <a:cubicBezTo>
                      <a:pt x="841819" y="262985"/>
                      <a:pt x="843153" y="264224"/>
                      <a:pt x="843820" y="264700"/>
                    </a:cubicBezTo>
                    <a:cubicBezTo>
                      <a:pt x="844677" y="265271"/>
                      <a:pt x="846963" y="265271"/>
                      <a:pt x="847820" y="265747"/>
                    </a:cubicBezTo>
                    <a:cubicBezTo>
                      <a:pt x="848487" y="266129"/>
                      <a:pt x="849344" y="267367"/>
                      <a:pt x="849821" y="267938"/>
                    </a:cubicBezTo>
                    <a:cubicBezTo>
                      <a:pt x="850583" y="268891"/>
                      <a:pt x="851726" y="271177"/>
                      <a:pt x="852678" y="271843"/>
                    </a:cubicBezTo>
                    <a:cubicBezTo>
                      <a:pt x="853249" y="272320"/>
                      <a:pt x="854774" y="272415"/>
                      <a:pt x="855345" y="272891"/>
                    </a:cubicBezTo>
                    <a:cubicBezTo>
                      <a:pt x="855917" y="273272"/>
                      <a:pt x="857440" y="274320"/>
                      <a:pt x="857345" y="275082"/>
                    </a:cubicBezTo>
                    <a:cubicBezTo>
                      <a:pt x="857345" y="275749"/>
                      <a:pt x="856012" y="276606"/>
                      <a:pt x="855345" y="276892"/>
                    </a:cubicBezTo>
                    <a:cubicBezTo>
                      <a:pt x="854107" y="277368"/>
                      <a:pt x="851250" y="276320"/>
                      <a:pt x="850107" y="276892"/>
                    </a:cubicBezTo>
                    <a:cubicBezTo>
                      <a:pt x="849440" y="277178"/>
                      <a:pt x="848773" y="278606"/>
                      <a:pt x="848201" y="279083"/>
                    </a:cubicBezTo>
                    <a:cubicBezTo>
                      <a:pt x="847535" y="279654"/>
                      <a:pt x="846201" y="280607"/>
                      <a:pt x="845439" y="280988"/>
                    </a:cubicBezTo>
                    <a:cubicBezTo>
                      <a:pt x="844582" y="281464"/>
                      <a:pt x="842296" y="281464"/>
                      <a:pt x="841819" y="282226"/>
                    </a:cubicBezTo>
                    <a:cubicBezTo>
                      <a:pt x="841438" y="282892"/>
                      <a:pt x="841915" y="284607"/>
                      <a:pt x="842296" y="285274"/>
                    </a:cubicBezTo>
                    <a:cubicBezTo>
                      <a:pt x="842677" y="285941"/>
                      <a:pt x="844010" y="286893"/>
                      <a:pt x="844677" y="287084"/>
                    </a:cubicBezTo>
                    <a:cubicBezTo>
                      <a:pt x="845439" y="287274"/>
                      <a:pt x="847154" y="287084"/>
                      <a:pt x="847915" y="286703"/>
                    </a:cubicBezTo>
                    <a:cubicBezTo>
                      <a:pt x="848773" y="286321"/>
                      <a:pt x="849821" y="284702"/>
                      <a:pt x="850487" y="284131"/>
                    </a:cubicBezTo>
                    <a:cubicBezTo>
                      <a:pt x="850963" y="283750"/>
                      <a:pt x="852011" y="282607"/>
                      <a:pt x="852583" y="282702"/>
                    </a:cubicBezTo>
                    <a:cubicBezTo>
                      <a:pt x="853440" y="282797"/>
                      <a:pt x="854488" y="284321"/>
                      <a:pt x="854869" y="285083"/>
                    </a:cubicBezTo>
                    <a:cubicBezTo>
                      <a:pt x="855345" y="286036"/>
                      <a:pt x="855631" y="288036"/>
                      <a:pt x="855535" y="289084"/>
                    </a:cubicBezTo>
                    <a:cubicBezTo>
                      <a:pt x="855535" y="289750"/>
                      <a:pt x="854583" y="290798"/>
                      <a:pt x="854774" y="291465"/>
                    </a:cubicBezTo>
                    <a:cubicBezTo>
                      <a:pt x="854964" y="292322"/>
                      <a:pt x="856393" y="293751"/>
                      <a:pt x="857250" y="293751"/>
                    </a:cubicBezTo>
                    <a:cubicBezTo>
                      <a:pt x="858107" y="293656"/>
                      <a:pt x="858679" y="291370"/>
                      <a:pt x="859536" y="291084"/>
                    </a:cubicBezTo>
                    <a:cubicBezTo>
                      <a:pt x="860203" y="290798"/>
                      <a:pt x="861631" y="291084"/>
                      <a:pt x="862203" y="291465"/>
                    </a:cubicBezTo>
                    <a:cubicBezTo>
                      <a:pt x="862870" y="291941"/>
                      <a:pt x="863060" y="293846"/>
                      <a:pt x="863727" y="294227"/>
                    </a:cubicBezTo>
                    <a:cubicBezTo>
                      <a:pt x="864870" y="294799"/>
                      <a:pt x="867442" y="292894"/>
                      <a:pt x="868680" y="293370"/>
                    </a:cubicBezTo>
                    <a:cubicBezTo>
                      <a:pt x="869728" y="293751"/>
                      <a:pt x="870871" y="295656"/>
                      <a:pt x="871347" y="296513"/>
                    </a:cubicBezTo>
                    <a:cubicBezTo>
                      <a:pt x="871919" y="297371"/>
                      <a:pt x="872681" y="299371"/>
                      <a:pt x="872966" y="300418"/>
                    </a:cubicBezTo>
                    <a:cubicBezTo>
                      <a:pt x="873348" y="302133"/>
                      <a:pt x="873538" y="305753"/>
                      <a:pt x="873538" y="307467"/>
                    </a:cubicBezTo>
                    <a:cubicBezTo>
                      <a:pt x="873538" y="308991"/>
                      <a:pt x="873919" y="312420"/>
                      <a:pt x="873062" y="313658"/>
                    </a:cubicBezTo>
                    <a:cubicBezTo>
                      <a:pt x="872585" y="314325"/>
                      <a:pt x="870776" y="314801"/>
                      <a:pt x="869918" y="314896"/>
                    </a:cubicBezTo>
                    <a:cubicBezTo>
                      <a:pt x="869347" y="314992"/>
                      <a:pt x="868013" y="314325"/>
                      <a:pt x="867442" y="314516"/>
                    </a:cubicBezTo>
                    <a:cubicBezTo>
                      <a:pt x="866585" y="314801"/>
                      <a:pt x="865060" y="316135"/>
                      <a:pt x="864584" y="316897"/>
                    </a:cubicBezTo>
                    <a:cubicBezTo>
                      <a:pt x="864108" y="317754"/>
                      <a:pt x="864584" y="319850"/>
                      <a:pt x="864203" y="320707"/>
                    </a:cubicBezTo>
                    <a:cubicBezTo>
                      <a:pt x="863727" y="321659"/>
                      <a:pt x="862013" y="323279"/>
                      <a:pt x="860965" y="323469"/>
                    </a:cubicBezTo>
                    <a:cubicBezTo>
                      <a:pt x="860203" y="323659"/>
                      <a:pt x="858679" y="322993"/>
                      <a:pt x="858012" y="322612"/>
                    </a:cubicBezTo>
                    <a:cubicBezTo>
                      <a:pt x="857440" y="322231"/>
                      <a:pt x="856584" y="320992"/>
                      <a:pt x="856202" y="320421"/>
                    </a:cubicBezTo>
                    <a:cubicBezTo>
                      <a:pt x="855917" y="319850"/>
                      <a:pt x="855631" y="318421"/>
                      <a:pt x="855250" y="317849"/>
                    </a:cubicBezTo>
                    <a:cubicBezTo>
                      <a:pt x="854678" y="316992"/>
                      <a:pt x="853059" y="315468"/>
                      <a:pt x="852106" y="314992"/>
                    </a:cubicBezTo>
                    <a:cubicBezTo>
                      <a:pt x="851250" y="314611"/>
                      <a:pt x="849344" y="314611"/>
                      <a:pt x="848392" y="314230"/>
                    </a:cubicBezTo>
                    <a:cubicBezTo>
                      <a:pt x="847344" y="313849"/>
                      <a:pt x="845534" y="312611"/>
                      <a:pt x="844677" y="311849"/>
                    </a:cubicBezTo>
                    <a:cubicBezTo>
                      <a:pt x="844106" y="311277"/>
                      <a:pt x="843439" y="309563"/>
                      <a:pt x="842677" y="309277"/>
                    </a:cubicBezTo>
                    <a:cubicBezTo>
                      <a:pt x="841629" y="308896"/>
                      <a:pt x="839438" y="310515"/>
                      <a:pt x="838390" y="310229"/>
                    </a:cubicBezTo>
                    <a:cubicBezTo>
                      <a:pt x="837343" y="309943"/>
                      <a:pt x="836200" y="307753"/>
                      <a:pt x="835152" y="307276"/>
                    </a:cubicBezTo>
                    <a:cubicBezTo>
                      <a:pt x="834485" y="306991"/>
                      <a:pt x="832961" y="307086"/>
                      <a:pt x="832294" y="306800"/>
                    </a:cubicBezTo>
                    <a:cubicBezTo>
                      <a:pt x="831437" y="306419"/>
                      <a:pt x="830199" y="304991"/>
                      <a:pt x="829628" y="304229"/>
                    </a:cubicBezTo>
                    <a:cubicBezTo>
                      <a:pt x="829247" y="303657"/>
                      <a:pt x="828675" y="302324"/>
                      <a:pt x="828675" y="301562"/>
                    </a:cubicBezTo>
                    <a:cubicBezTo>
                      <a:pt x="828675" y="300800"/>
                      <a:pt x="829913" y="299371"/>
                      <a:pt x="829723" y="298609"/>
                    </a:cubicBezTo>
                    <a:cubicBezTo>
                      <a:pt x="829628" y="298037"/>
                      <a:pt x="828389" y="297275"/>
                      <a:pt x="828104" y="296704"/>
                    </a:cubicBezTo>
                    <a:cubicBezTo>
                      <a:pt x="827532" y="295751"/>
                      <a:pt x="827532" y="293275"/>
                      <a:pt x="826580" y="292608"/>
                    </a:cubicBezTo>
                    <a:cubicBezTo>
                      <a:pt x="825341" y="291655"/>
                      <a:pt x="822008" y="291846"/>
                      <a:pt x="820483" y="292037"/>
                    </a:cubicBezTo>
                    <a:cubicBezTo>
                      <a:pt x="819531" y="292132"/>
                      <a:pt x="817531" y="292608"/>
                      <a:pt x="816674" y="293180"/>
                    </a:cubicBezTo>
                    <a:cubicBezTo>
                      <a:pt x="815626" y="293751"/>
                      <a:pt x="814197" y="295751"/>
                      <a:pt x="813435" y="296609"/>
                    </a:cubicBezTo>
                    <a:cubicBezTo>
                      <a:pt x="813054" y="297085"/>
                      <a:pt x="812387" y="298323"/>
                      <a:pt x="811816" y="298609"/>
                    </a:cubicBezTo>
                    <a:cubicBezTo>
                      <a:pt x="811054" y="298895"/>
                      <a:pt x="809244" y="297847"/>
                      <a:pt x="808387" y="298228"/>
                    </a:cubicBezTo>
                    <a:cubicBezTo>
                      <a:pt x="807816" y="298418"/>
                      <a:pt x="806767" y="299561"/>
                      <a:pt x="806767" y="300228"/>
                    </a:cubicBezTo>
                    <a:cubicBezTo>
                      <a:pt x="806767" y="300895"/>
                      <a:pt x="807816" y="302038"/>
                      <a:pt x="808387" y="302324"/>
                    </a:cubicBezTo>
                    <a:cubicBezTo>
                      <a:pt x="808959" y="302609"/>
                      <a:pt x="810197" y="302038"/>
                      <a:pt x="810768" y="302228"/>
                    </a:cubicBezTo>
                    <a:cubicBezTo>
                      <a:pt x="811435" y="302419"/>
                      <a:pt x="812483" y="303562"/>
                      <a:pt x="813054" y="303847"/>
                    </a:cubicBezTo>
                    <a:cubicBezTo>
                      <a:pt x="813816" y="304229"/>
                      <a:pt x="815531" y="304800"/>
                      <a:pt x="816388" y="304705"/>
                    </a:cubicBezTo>
                    <a:cubicBezTo>
                      <a:pt x="816959" y="304705"/>
                      <a:pt x="818007" y="304229"/>
                      <a:pt x="818388" y="303752"/>
                    </a:cubicBezTo>
                    <a:cubicBezTo>
                      <a:pt x="818960" y="303181"/>
                      <a:pt x="819436" y="301371"/>
                      <a:pt x="819817" y="300609"/>
                    </a:cubicBezTo>
                    <a:cubicBezTo>
                      <a:pt x="820103" y="300038"/>
                      <a:pt x="820293" y="298323"/>
                      <a:pt x="820960" y="298323"/>
                    </a:cubicBezTo>
                    <a:cubicBezTo>
                      <a:pt x="821817" y="298228"/>
                      <a:pt x="822865" y="300038"/>
                      <a:pt x="823341" y="300800"/>
                    </a:cubicBezTo>
                    <a:cubicBezTo>
                      <a:pt x="823913" y="301847"/>
                      <a:pt x="824484" y="304229"/>
                      <a:pt x="825056" y="305276"/>
                    </a:cubicBezTo>
                    <a:cubicBezTo>
                      <a:pt x="825437" y="306038"/>
                      <a:pt x="826770" y="307181"/>
                      <a:pt x="827151" y="307943"/>
                    </a:cubicBezTo>
                    <a:cubicBezTo>
                      <a:pt x="827532" y="308610"/>
                      <a:pt x="828104" y="310134"/>
                      <a:pt x="828104" y="310896"/>
                    </a:cubicBezTo>
                    <a:cubicBezTo>
                      <a:pt x="828009" y="311563"/>
                      <a:pt x="827056" y="312611"/>
                      <a:pt x="826866" y="313277"/>
                    </a:cubicBezTo>
                    <a:cubicBezTo>
                      <a:pt x="826675" y="314039"/>
                      <a:pt x="826960" y="315659"/>
                      <a:pt x="827151" y="316421"/>
                    </a:cubicBezTo>
                    <a:cubicBezTo>
                      <a:pt x="827342" y="317278"/>
                      <a:pt x="827913" y="319183"/>
                      <a:pt x="828675" y="319754"/>
                    </a:cubicBezTo>
                    <a:cubicBezTo>
                      <a:pt x="829532" y="320421"/>
                      <a:pt x="832009" y="320421"/>
                      <a:pt x="833056" y="320135"/>
                    </a:cubicBezTo>
                    <a:cubicBezTo>
                      <a:pt x="834104" y="319850"/>
                      <a:pt x="835438" y="317754"/>
                      <a:pt x="836485" y="317659"/>
                    </a:cubicBezTo>
                    <a:cubicBezTo>
                      <a:pt x="837247" y="317659"/>
                      <a:pt x="838581" y="318802"/>
                      <a:pt x="839248" y="319183"/>
                    </a:cubicBezTo>
                    <a:cubicBezTo>
                      <a:pt x="840676" y="319945"/>
                      <a:pt x="843439" y="321755"/>
                      <a:pt x="844867" y="322517"/>
                    </a:cubicBezTo>
                    <a:cubicBezTo>
                      <a:pt x="846010" y="323088"/>
                      <a:pt x="848487" y="323850"/>
                      <a:pt x="849535" y="324421"/>
                    </a:cubicBezTo>
                    <a:cubicBezTo>
                      <a:pt x="850297" y="324803"/>
                      <a:pt x="851821" y="325755"/>
                      <a:pt x="852297" y="326422"/>
                    </a:cubicBezTo>
                    <a:cubicBezTo>
                      <a:pt x="853154" y="327565"/>
                      <a:pt x="853535" y="330517"/>
                      <a:pt x="854202" y="331756"/>
                    </a:cubicBezTo>
                    <a:cubicBezTo>
                      <a:pt x="854774" y="333089"/>
                      <a:pt x="855917" y="336137"/>
                      <a:pt x="857345" y="336613"/>
                    </a:cubicBezTo>
                    <a:cubicBezTo>
                      <a:pt x="857822" y="336709"/>
                      <a:pt x="858774" y="336233"/>
                      <a:pt x="859155" y="335947"/>
                    </a:cubicBezTo>
                    <a:cubicBezTo>
                      <a:pt x="859726" y="335471"/>
                      <a:pt x="859632" y="333566"/>
                      <a:pt x="860298" y="333184"/>
                    </a:cubicBezTo>
                    <a:cubicBezTo>
                      <a:pt x="860775" y="332804"/>
                      <a:pt x="862584" y="333184"/>
                      <a:pt x="862774" y="333184"/>
                    </a:cubicBezTo>
                    <a:cubicBezTo>
                      <a:pt x="862965" y="333184"/>
                      <a:pt x="864680" y="331851"/>
                      <a:pt x="865156" y="331280"/>
                    </a:cubicBezTo>
                    <a:cubicBezTo>
                      <a:pt x="865918" y="330517"/>
                      <a:pt x="866680" y="328327"/>
                      <a:pt x="867632" y="327850"/>
                    </a:cubicBezTo>
                    <a:cubicBezTo>
                      <a:pt x="868394" y="327470"/>
                      <a:pt x="870300" y="328422"/>
                      <a:pt x="871061" y="328041"/>
                    </a:cubicBezTo>
                    <a:cubicBezTo>
                      <a:pt x="871538" y="327850"/>
                      <a:pt x="872395" y="326898"/>
                      <a:pt x="872490" y="326326"/>
                    </a:cubicBezTo>
                    <a:cubicBezTo>
                      <a:pt x="872681" y="325279"/>
                      <a:pt x="870871" y="323564"/>
                      <a:pt x="870966" y="322517"/>
                    </a:cubicBezTo>
                    <a:cubicBezTo>
                      <a:pt x="870966" y="322040"/>
                      <a:pt x="871633" y="321183"/>
                      <a:pt x="872014" y="320897"/>
                    </a:cubicBezTo>
                    <a:cubicBezTo>
                      <a:pt x="872681" y="320516"/>
                      <a:pt x="874395" y="320897"/>
                      <a:pt x="875062" y="320516"/>
                    </a:cubicBezTo>
                    <a:cubicBezTo>
                      <a:pt x="875824" y="320135"/>
                      <a:pt x="876395" y="318135"/>
                      <a:pt x="877157" y="317945"/>
                    </a:cubicBezTo>
                    <a:cubicBezTo>
                      <a:pt x="878015" y="317659"/>
                      <a:pt x="879825" y="318802"/>
                      <a:pt x="880681" y="319088"/>
                    </a:cubicBezTo>
                    <a:cubicBezTo>
                      <a:pt x="881920" y="319564"/>
                      <a:pt x="884396" y="320802"/>
                      <a:pt x="885825" y="321088"/>
                    </a:cubicBezTo>
                    <a:cubicBezTo>
                      <a:pt x="887540" y="321374"/>
                      <a:pt x="891159" y="320992"/>
                      <a:pt x="892874" y="321088"/>
                    </a:cubicBezTo>
                    <a:cubicBezTo>
                      <a:pt x="894302" y="321183"/>
                      <a:pt x="897160" y="321945"/>
                      <a:pt x="898588" y="321755"/>
                    </a:cubicBezTo>
                    <a:cubicBezTo>
                      <a:pt x="899731" y="321564"/>
                      <a:pt x="902017" y="320612"/>
                      <a:pt x="902970" y="319945"/>
                    </a:cubicBezTo>
                    <a:cubicBezTo>
                      <a:pt x="903637" y="319373"/>
                      <a:pt x="904494" y="317659"/>
                      <a:pt x="905065" y="317087"/>
                    </a:cubicBezTo>
                    <a:cubicBezTo>
                      <a:pt x="905828" y="316421"/>
                      <a:pt x="907637" y="315373"/>
                      <a:pt x="908590" y="315087"/>
                    </a:cubicBezTo>
                    <a:cubicBezTo>
                      <a:pt x="909352" y="314896"/>
                      <a:pt x="911066" y="314896"/>
                      <a:pt x="911828" y="315182"/>
                    </a:cubicBezTo>
                    <a:cubicBezTo>
                      <a:pt x="913067" y="315849"/>
                      <a:pt x="914686" y="318230"/>
                      <a:pt x="915353" y="319468"/>
                    </a:cubicBezTo>
                    <a:cubicBezTo>
                      <a:pt x="916591" y="321469"/>
                      <a:pt x="918210" y="326041"/>
                      <a:pt x="919163" y="328232"/>
                    </a:cubicBezTo>
                    <a:cubicBezTo>
                      <a:pt x="920020" y="330232"/>
                      <a:pt x="921639" y="334232"/>
                      <a:pt x="922687" y="336137"/>
                    </a:cubicBezTo>
                    <a:cubicBezTo>
                      <a:pt x="923925" y="338233"/>
                      <a:pt x="926973" y="342043"/>
                      <a:pt x="928306" y="344043"/>
                    </a:cubicBezTo>
                    <a:cubicBezTo>
                      <a:pt x="929831" y="346329"/>
                      <a:pt x="932402" y="350996"/>
                      <a:pt x="934022" y="353187"/>
                    </a:cubicBezTo>
                    <a:cubicBezTo>
                      <a:pt x="935450" y="355187"/>
                      <a:pt x="939070" y="358807"/>
                      <a:pt x="940213" y="360997"/>
                    </a:cubicBezTo>
                    <a:cubicBezTo>
                      <a:pt x="940975" y="362521"/>
                      <a:pt x="941642" y="365855"/>
                      <a:pt x="942309" y="367379"/>
                    </a:cubicBezTo>
                    <a:cubicBezTo>
                      <a:pt x="942499" y="367760"/>
                      <a:pt x="942689" y="368141"/>
                      <a:pt x="942785" y="368522"/>
                    </a:cubicBezTo>
                    <a:lnTo>
                      <a:pt x="837724" y="395478"/>
                    </a:lnTo>
                    <a:cubicBezTo>
                      <a:pt x="837724" y="395478"/>
                      <a:pt x="769810" y="412623"/>
                      <a:pt x="747141" y="418147"/>
                    </a:cubicBezTo>
                    <a:cubicBezTo>
                      <a:pt x="727710" y="422910"/>
                      <a:pt x="688848" y="432340"/>
                      <a:pt x="669417" y="437007"/>
                    </a:cubicBezTo>
                    <a:cubicBezTo>
                      <a:pt x="651701" y="441293"/>
                      <a:pt x="616267" y="449961"/>
                      <a:pt x="598551" y="453962"/>
                    </a:cubicBezTo>
                    <a:cubicBezTo>
                      <a:pt x="585883" y="456819"/>
                      <a:pt x="560451" y="461963"/>
                      <a:pt x="547783" y="464820"/>
                    </a:cubicBezTo>
                    <a:cubicBezTo>
                      <a:pt x="536258" y="467392"/>
                      <a:pt x="513397" y="473107"/>
                      <a:pt x="501967" y="475679"/>
                    </a:cubicBezTo>
                    <a:cubicBezTo>
                      <a:pt x="489394" y="478441"/>
                      <a:pt x="464058" y="483489"/>
                      <a:pt x="451485" y="486061"/>
                    </a:cubicBezTo>
                    <a:cubicBezTo>
                      <a:pt x="438817" y="488633"/>
                      <a:pt x="413671" y="494062"/>
                      <a:pt x="401003" y="496253"/>
                    </a:cubicBezTo>
                    <a:cubicBezTo>
                      <a:pt x="394050" y="497491"/>
                      <a:pt x="379952" y="499300"/>
                      <a:pt x="372999" y="500539"/>
                    </a:cubicBezTo>
                    <a:cubicBezTo>
                      <a:pt x="367856" y="501396"/>
                      <a:pt x="357759" y="503682"/>
                      <a:pt x="352615" y="504539"/>
                    </a:cubicBezTo>
                    <a:cubicBezTo>
                      <a:pt x="339662" y="506825"/>
                      <a:pt x="313563" y="510350"/>
                      <a:pt x="300609" y="512636"/>
                    </a:cubicBezTo>
                    <a:cubicBezTo>
                      <a:pt x="291465" y="514255"/>
                      <a:pt x="273463" y="518541"/>
                      <a:pt x="264319" y="519684"/>
                    </a:cubicBezTo>
                    <a:cubicBezTo>
                      <a:pt x="260604" y="520160"/>
                      <a:pt x="253174" y="520351"/>
                      <a:pt x="249460" y="520351"/>
                    </a:cubicBezTo>
                    <a:cubicBezTo>
                      <a:pt x="248698" y="521017"/>
                      <a:pt x="245269" y="521684"/>
                      <a:pt x="243840" y="520732"/>
                    </a:cubicBezTo>
                    <a:cubicBezTo>
                      <a:pt x="243935" y="520827"/>
                      <a:pt x="243840" y="520732"/>
                      <a:pt x="243840" y="520732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02" name="Freeform: Shape 96">
                <a:extLst>
                  <a:ext uri="{FF2B5EF4-FFF2-40B4-BE49-F238E27FC236}">
                    <a16:creationId xmlns:a16="http://schemas.microsoft.com/office/drawing/2014/main" id="{EAC7285A-641B-AD22-C1D9-F47EAD5D439F}"/>
                  </a:ext>
                </a:extLst>
              </p:cNvPr>
              <p:cNvSpPr/>
              <p:nvPr/>
            </p:nvSpPr>
            <p:spPr>
              <a:xfrm>
                <a:off x="8602027" y="3151442"/>
                <a:ext cx="9525" cy="9525"/>
              </a:xfrm>
              <a:custGeom>
                <a:avLst/>
                <a:gdLst>
                  <a:gd name="connsiteX0" fmla="*/ 0 w 0"/>
                  <a:gd name="connsiteY0" fmla="*/ 1524 h 0"/>
                  <a:gd name="connsiteX1" fmla="*/ 6287 w 0"/>
                  <a:gd name="connsiteY1" fmla="*/ 0 h 0"/>
                  <a:gd name="connsiteX2" fmla="*/ 5811 w 0"/>
                  <a:gd name="connsiteY2" fmla="*/ 4096 h 0"/>
                  <a:gd name="connsiteX3" fmla="*/ 3524 w 0"/>
                  <a:gd name="connsiteY3" fmla="*/ 7620 h 0"/>
                  <a:gd name="connsiteX4" fmla="*/ 1143 w 0"/>
                  <a:gd name="connsiteY4" fmla="*/ 5334 h 0"/>
                  <a:gd name="connsiteX5" fmla="*/ 477 w 0"/>
                  <a:gd name="connsiteY5" fmla="*/ 2286 h 0"/>
                  <a:gd name="connsiteX6" fmla="*/ 0 w 0"/>
                  <a:gd name="connsiteY6" fmla="*/ 1524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>
                    <a:moveTo>
                      <a:pt x="0" y="1524"/>
                    </a:moveTo>
                    <a:lnTo>
                      <a:pt x="6287" y="0"/>
                    </a:lnTo>
                    <a:cubicBezTo>
                      <a:pt x="6287" y="1238"/>
                      <a:pt x="6096" y="3143"/>
                      <a:pt x="5811" y="4096"/>
                    </a:cubicBezTo>
                    <a:cubicBezTo>
                      <a:pt x="5429" y="5048"/>
                      <a:pt x="4572" y="7525"/>
                      <a:pt x="3524" y="7620"/>
                    </a:cubicBezTo>
                    <a:cubicBezTo>
                      <a:pt x="2667" y="7715"/>
                      <a:pt x="1524" y="6096"/>
                      <a:pt x="1143" y="5334"/>
                    </a:cubicBezTo>
                    <a:cubicBezTo>
                      <a:pt x="762" y="4667"/>
                      <a:pt x="762" y="3048"/>
                      <a:pt x="477" y="2286"/>
                    </a:cubicBezTo>
                    <a:cubicBezTo>
                      <a:pt x="381" y="2000"/>
                      <a:pt x="191" y="1810"/>
                      <a:pt x="0" y="1524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03" name="Freeform: Shape 97">
                <a:extLst>
                  <a:ext uri="{FF2B5EF4-FFF2-40B4-BE49-F238E27FC236}">
                    <a16:creationId xmlns:a16="http://schemas.microsoft.com/office/drawing/2014/main" id="{F3CBC98E-3320-FF06-E032-C50DD37C8123}"/>
                  </a:ext>
                </a:extLst>
              </p:cNvPr>
              <p:cNvSpPr/>
              <p:nvPr/>
            </p:nvSpPr>
            <p:spPr>
              <a:xfrm>
                <a:off x="8628305" y="3117151"/>
                <a:ext cx="57150" cy="152400"/>
              </a:xfrm>
              <a:custGeom>
                <a:avLst/>
                <a:gdLst>
                  <a:gd name="connsiteX0" fmla="*/ 21347 w 57150"/>
                  <a:gd name="connsiteY0" fmla="*/ 18193 h 152400"/>
                  <a:gd name="connsiteX1" fmla="*/ 64972 w 57150"/>
                  <a:gd name="connsiteY1" fmla="*/ 0 h 152400"/>
                  <a:gd name="connsiteX2" fmla="*/ 62210 w 57150"/>
                  <a:gd name="connsiteY2" fmla="*/ 7906 h 152400"/>
                  <a:gd name="connsiteX3" fmla="*/ 59352 w 57150"/>
                  <a:gd name="connsiteY3" fmla="*/ 15716 h 152400"/>
                  <a:gd name="connsiteX4" fmla="*/ 60781 w 57150"/>
                  <a:gd name="connsiteY4" fmla="*/ 21431 h 152400"/>
                  <a:gd name="connsiteX5" fmla="*/ 58971 w 57150"/>
                  <a:gd name="connsiteY5" fmla="*/ 27813 h 152400"/>
                  <a:gd name="connsiteX6" fmla="*/ 55638 w 57150"/>
                  <a:gd name="connsiteY6" fmla="*/ 30575 h 152400"/>
                  <a:gd name="connsiteX7" fmla="*/ 52113 w 57150"/>
                  <a:gd name="connsiteY7" fmla="*/ 28385 h 152400"/>
                  <a:gd name="connsiteX8" fmla="*/ 48018 w 57150"/>
                  <a:gd name="connsiteY8" fmla="*/ 29623 h 152400"/>
                  <a:gd name="connsiteX9" fmla="*/ 44207 w 57150"/>
                  <a:gd name="connsiteY9" fmla="*/ 37719 h 152400"/>
                  <a:gd name="connsiteX10" fmla="*/ 41635 w 57150"/>
                  <a:gd name="connsiteY10" fmla="*/ 43529 h 152400"/>
                  <a:gd name="connsiteX11" fmla="*/ 40397 w 57150"/>
                  <a:gd name="connsiteY11" fmla="*/ 53626 h 152400"/>
                  <a:gd name="connsiteX12" fmla="*/ 40683 w 57150"/>
                  <a:gd name="connsiteY12" fmla="*/ 63532 h 152400"/>
                  <a:gd name="connsiteX13" fmla="*/ 38873 w 57150"/>
                  <a:gd name="connsiteY13" fmla="*/ 72295 h 152400"/>
                  <a:gd name="connsiteX14" fmla="*/ 39445 w 57150"/>
                  <a:gd name="connsiteY14" fmla="*/ 77153 h 152400"/>
                  <a:gd name="connsiteX15" fmla="*/ 41540 w 57150"/>
                  <a:gd name="connsiteY15" fmla="*/ 78962 h 152400"/>
                  <a:gd name="connsiteX16" fmla="*/ 42398 w 57150"/>
                  <a:gd name="connsiteY16" fmla="*/ 83153 h 152400"/>
                  <a:gd name="connsiteX17" fmla="*/ 39445 w 57150"/>
                  <a:gd name="connsiteY17" fmla="*/ 86582 h 152400"/>
                  <a:gd name="connsiteX18" fmla="*/ 39921 w 57150"/>
                  <a:gd name="connsiteY18" fmla="*/ 90297 h 152400"/>
                  <a:gd name="connsiteX19" fmla="*/ 38016 w 57150"/>
                  <a:gd name="connsiteY19" fmla="*/ 96203 h 152400"/>
                  <a:gd name="connsiteX20" fmla="*/ 39064 w 57150"/>
                  <a:gd name="connsiteY20" fmla="*/ 99346 h 152400"/>
                  <a:gd name="connsiteX21" fmla="*/ 38397 w 57150"/>
                  <a:gd name="connsiteY21" fmla="*/ 105537 h 152400"/>
                  <a:gd name="connsiteX22" fmla="*/ 35540 w 57150"/>
                  <a:gd name="connsiteY22" fmla="*/ 109823 h 152400"/>
                  <a:gd name="connsiteX23" fmla="*/ 34873 w 57150"/>
                  <a:gd name="connsiteY23" fmla="*/ 118110 h 152400"/>
                  <a:gd name="connsiteX24" fmla="*/ 33253 w 57150"/>
                  <a:gd name="connsiteY24" fmla="*/ 123730 h 152400"/>
                  <a:gd name="connsiteX25" fmla="*/ 30396 w 57150"/>
                  <a:gd name="connsiteY25" fmla="*/ 126206 h 152400"/>
                  <a:gd name="connsiteX26" fmla="*/ 28872 w 57150"/>
                  <a:gd name="connsiteY26" fmla="*/ 127254 h 152400"/>
                  <a:gd name="connsiteX27" fmla="*/ 30396 w 57150"/>
                  <a:gd name="connsiteY27" fmla="*/ 131064 h 152400"/>
                  <a:gd name="connsiteX28" fmla="*/ 30777 w 57150"/>
                  <a:gd name="connsiteY28" fmla="*/ 134493 h 152400"/>
                  <a:gd name="connsiteX29" fmla="*/ 32492 w 57150"/>
                  <a:gd name="connsiteY29" fmla="*/ 137065 h 152400"/>
                  <a:gd name="connsiteX30" fmla="*/ 32682 w 57150"/>
                  <a:gd name="connsiteY30" fmla="*/ 141065 h 152400"/>
                  <a:gd name="connsiteX31" fmla="*/ 31349 w 57150"/>
                  <a:gd name="connsiteY31" fmla="*/ 145066 h 152400"/>
                  <a:gd name="connsiteX32" fmla="*/ 28777 w 57150"/>
                  <a:gd name="connsiteY32" fmla="*/ 148209 h 152400"/>
                  <a:gd name="connsiteX33" fmla="*/ 27253 w 57150"/>
                  <a:gd name="connsiteY33" fmla="*/ 152876 h 152400"/>
                  <a:gd name="connsiteX34" fmla="*/ 24300 w 57150"/>
                  <a:gd name="connsiteY34" fmla="*/ 157639 h 152400"/>
                  <a:gd name="connsiteX35" fmla="*/ 21729 w 57150"/>
                  <a:gd name="connsiteY35" fmla="*/ 159068 h 152400"/>
                  <a:gd name="connsiteX36" fmla="*/ 21062 w 57150"/>
                  <a:gd name="connsiteY36" fmla="*/ 156400 h 152400"/>
                  <a:gd name="connsiteX37" fmla="*/ 18300 w 57150"/>
                  <a:gd name="connsiteY37" fmla="*/ 157639 h 152400"/>
                  <a:gd name="connsiteX38" fmla="*/ 15823 w 57150"/>
                  <a:gd name="connsiteY38" fmla="*/ 160115 h 152400"/>
                  <a:gd name="connsiteX39" fmla="*/ 13537 w 57150"/>
                  <a:gd name="connsiteY39" fmla="*/ 158306 h 152400"/>
                  <a:gd name="connsiteX40" fmla="*/ 13156 w 57150"/>
                  <a:gd name="connsiteY40" fmla="*/ 154877 h 152400"/>
                  <a:gd name="connsiteX41" fmla="*/ 10203 w 57150"/>
                  <a:gd name="connsiteY41" fmla="*/ 150686 h 152400"/>
                  <a:gd name="connsiteX42" fmla="*/ 7250 w 57150"/>
                  <a:gd name="connsiteY42" fmla="*/ 148590 h 152400"/>
                  <a:gd name="connsiteX43" fmla="*/ 4964 w 57150"/>
                  <a:gd name="connsiteY43" fmla="*/ 145256 h 152400"/>
                  <a:gd name="connsiteX44" fmla="*/ 1821 w 57150"/>
                  <a:gd name="connsiteY44" fmla="*/ 136303 h 152400"/>
                  <a:gd name="connsiteX45" fmla="*/ 11 w 57150"/>
                  <a:gd name="connsiteY45" fmla="*/ 130874 h 152400"/>
                  <a:gd name="connsiteX46" fmla="*/ 2012 w 57150"/>
                  <a:gd name="connsiteY46" fmla="*/ 125254 h 152400"/>
                  <a:gd name="connsiteX47" fmla="*/ 3917 w 57150"/>
                  <a:gd name="connsiteY47" fmla="*/ 118586 h 152400"/>
                  <a:gd name="connsiteX48" fmla="*/ 1631 w 57150"/>
                  <a:gd name="connsiteY48" fmla="*/ 114395 h 152400"/>
                  <a:gd name="connsiteX49" fmla="*/ 107 w 57150"/>
                  <a:gd name="connsiteY49" fmla="*/ 109442 h 152400"/>
                  <a:gd name="connsiteX50" fmla="*/ 487 w 57150"/>
                  <a:gd name="connsiteY50" fmla="*/ 97727 h 152400"/>
                  <a:gd name="connsiteX51" fmla="*/ 297 w 57150"/>
                  <a:gd name="connsiteY51" fmla="*/ 86582 h 152400"/>
                  <a:gd name="connsiteX52" fmla="*/ 297 w 57150"/>
                  <a:gd name="connsiteY52" fmla="*/ 82868 h 152400"/>
                  <a:gd name="connsiteX53" fmla="*/ 2393 w 57150"/>
                  <a:gd name="connsiteY53" fmla="*/ 79153 h 152400"/>
                  <a:gd name="connsiteX54" fmla="*/ 4202 w 57150"/>
                  <a:gd name="connsiteY54" fmla="*/ 74486 h 152400"/>
                  <a:gd name="connsiteX55" fmla="*/ 5155 w 57150"/>
                  <a:gd name="connsiteY55" fmla="*/ 67532 h 152400"/>
                  <a:gd name="connsiteX56" fmla="*/ 7155 w 57150"/>
                  <a:gd name="connsiteY56" fmla="*/ 64961 h 152400"/>
                  <a:gd name="connsiteX57" fmla="*/ 8013 w 57150"/>
                  <a:gd name="connsiteY57" fmla="*/ 61246 h 152400"/>
                  <a:gd name="connsiteX58" fmla="*/ 9441 w 57150"/>
                  <a:gd name="connsiteY58" fmla="*/ 58960 h 152400"/>
                  <a:gd name="connsiteX59" fmla="*/ 9632 w 57150"/>
                  <a:gd name="connsiteY59" fmla="*/ 55245 h 152400"/>
                  <a:gd name="connsiteX60" fmla="*/ 6488 w 57150"/>
                  <a:gd name="connsiteY60" fmla="*/ 51816 h 152400"/>
                  <a:gd name="connsiteX61" fmla="*/ 8869 w 57150"/>
                  <a:gd name="connsiteY61" fmla="*/ 49435 h 152400"/>
                  <a:gd name="connsiteX62" fmla="*/ 13537 w 57150"/>
                  <a:gd name="connsiteY62" fmla="*/ 48387 h 152400"/>
                  <a:gd name="connsiteX63" fmla="*/ 16680 w 57150"/>
                  <a:gd name="connsiteY63" fmla="*/ 42958 h 152400"/>
                  <a:gd name="connsiteX64" fmla="*/ 18490 w 57150"/>
                  <a:gd name="connsiteY64" fmla="*/ 39624 h 152400"/>
                  <a:gd name="connsiteX65" fmla="*/ 19061 w 57150"/>
                  <a:gd name="connsiteY65" fmla="*/ 36481 h 152400"/>
                  <a:gd name="connsiteX66" fmla="*/ 15632 w 57150"/>
                  <a:gd name="connsiteY66" fmla="*/ 33814 h 152400"/>
                  <a:gd name="connsiteX67" fmla="*/ 13347 w 57150"/>
                  <a:gd name="connsiteY67" fmla="*/ 34100 h 152400"/>
                  <a:gd name="connsiteX68" fmla="*/ 10679 w 57150"/>
                  <a:gd name="connsiteY68" fmla="*/ 36386 h 152400"/>
                  <a:gd name="connsiteX69" fmla="*/ 8965 w 57150"/>
                  <a:gd name="connsiteY69" fmla="*/ 35719 h 152400"/>
                  <a:gd name="connsiteX70" fmla="*/ 8584 w 57150"/>
                  <a:gd name="connsiteY70" fmla="*/ 33052 h 152400"/>
                  <a:gd name="connsiteX71" fmla="*/ 10679 w 57150"/>
                  <a:gd name="connsiteY71" fmla="*/ 30480 h 152400"/>
                  <a:gd name="connsiteX72" fmla="*/ 12680 w 57150"/>
                  <a:gd name="connsiteY72" fmla="*/ 28670 h 152400"/>
                  <a:gd name="connsiteX73" fmla="*/ 13918 w 57150"/>
                  <a:gd name="connsiteY73" fmla="*/ 26099 h 152400"/>
                  <a:gd name="connsiteX74" fmla="*/ 14299 w 57150"/>
                  <a:gd name="connsiteY74" fmla="*/ 25146 h 152400"/>
                  <a:gd name="connsiteX75" fmla="*/ 20966 w 57150"/>
                  <a:gd name="connsiteY75" fmla="*/ 25146 h 152400"/>
                  <a:gd name="connsiteX76" fmla="*/ 20966 w 57150"/>
                  <a:gd name="connsiteY76" fmla="*/ 18193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57150" h="152400">
                    <a:moveTo>
                      <a:pt x="21347" y="18193"/>
                    </a:moveTo>
                    <a:lnTo>
                      <a:pt x="64972" y="0"/>
                    </a:lnTo>
                    <a:cubicBezTo>
                      <a:pt x="64115" y="2572"/>
                      <a:pt x="62971" y="6001"/>
                      <a:pt x="62210" y="7906"/>
                    </a:cubicBezTo>
                    <a:cubicBezTo>
                      <a:pt x="61543" y="9906"/>
                      <a:pt x="59447" y="13621"/>
                      <a:pt x="59352" y="15716"/>
                    </a:cubicBezTo>
                    <a:cubicBezTo>
                      <a:pt x="59257" y="17145"/>
                      <a:pt x="60781" y="20003"/>
                      <a:pt x="60781" y="21431"/>
                    </a:cubicBezTo>
                    <a:cubicBezTo>
                      <a:pt x="60781" y="23050"/>
                      <a:pt x="59829" y="26384"/>
                      <a:pt x="58971" y="27813"/>
                    </a:cubicBezTo>
                    <a:cubicBezTo>
                      <a:pt x="58400" y="28670"/>
                      <a:pt x="56685" y="30480"/>
                      <a:pt x="55638" y="30575"/>
                    </a:cubicBezTo>
                    <a:cubicBezTo>
                      <a:pt x="54590" y="30671"/>
                      <a:pt x="53161" y="28575"/>
                      <a:pt x="52113" y="28385"/>
                    </a:cubicBezTo>
                    <a:cubicBezTo>
                      <a:pt x="51065" y="28289"/>
                      <a:pt x="48875" y="28956"/>
                      <a:pt x="48018" y="29623"/>
                    </a:cubicBezTo>
                    <a:cubicBezTo>
                      <a:pt x="46303" y="31052"/>
                      <a:pt x="45160" y="35624"/>
                      <a:pt x="44207" y="37719"/>
                    </a:cubicBezTo>
                    <a:cubicBezTo>
                      <a:pt x="43541" y="39148"/>
                      <a:pt x="42112" y="42005"/>
                      <a:pt x="41635" y="43529"/>
                    </a:cubicBezTo>
                    <a:cubicBezTo>
                      <a:pt x="40969" y="46006"/>
                      <a:pt x="40493" y="51054"/>
                      <a:pt x="40397" y="53626"/>
                    </a:cubicBezTo>
                    <a:cubicBezTo>
                      <a:pt x="40302" y="56102"/>
                      <a:pt x="40874" y="61055"/>
                      <a:pt x="40683" y="63532"/>
                    </a:cubicBezTo>
                    <a:cubicBezTo>
                      <a:pt x="40493" y="65818"/>
                      <a:pt x="38969" y="70104"/>
                      <a:pt x="38873" y="72295"/>
                    </a:cubicBezTo>
                    <a:cubicBezTo>
                      <a:pt x="38873" y="73533"/>
                      <a:pt x="38873" y="76010"/>
                      <a:pt x="39445" y="77153"/>
                    </a:cubicBezTo>
                    <a:cubicBezTo>
                      <a:pt x="39826" y="77724"/>
                      <a:pt x="41255" y="78296"/>
                      <a:pt x="41540" y="78962"/>
                    </a:cubicBezTo>
                    <a:cubicBezTo>
                      <a:pt x="42112" y="79915"/>
                      <a:pt x="42684" y="82106"/>
                      <a:pt x="42398" y="83153"/>
                    </a:cubicBezTo>
                    <a:cubicBezTo>
                      <a:pt x="42112" y="84201"/>
                      <a:pt x="39826" y="85535"/>
                      <a:pt x="39445" y="86582"/>
                    </a:cubicBezTo>
                    <a:cubicBezTo>
                      <a:pt x="39159" y="87535"/>
                      <a:pt x="40016" y="89345"/>
                      <a:pt x="39921" y="90297"/>
                    </a:cubicBezTo>
                    <a:cubicBezTo>
                      <a:pt x="39826" y="91821"/>
                      <a:pt x="38016" y="94679"/>
                      <a:pt x="38016" y="96203"/>
                    </a:cubicBezTo>
                    <a:cubicBezTo>
                      <a:pt x="38016" y="96965"/>
                      <a:pt x="38969" y="98489"/>
                      <a:pt x="39064" y="99346"/>
                    </a:cubicBezTo>
                    <a:cubicBezTo>
                      <a:pt x="39254" y="100870"/>
                      <a:pt x="38969" y="104108"/>
                      <a:pt x="38397" y="105537"/>
                    </a:cubicBezTo>
                    <a:cubicBezTo>
                      <a:pt x="38016" y="106775"/>
                      <a:pt x="36016" y="108585"/>
                      <a:pt x="35540" y="109823"/>
                    </a:cubicBezTo>
                    <a:cubicBezTo>
                      <a:pt x="34873" y="111728"/>
                      <a:pt x="35254" y="116015"/>
                      <a:pt x="34873" y="118110"/>
                    </a:cubicBezTo>
                    <a:cubicBezTo>
                      <a:pt x="34587" y="119539"/>
                      <a:pt x="34016" y="122492"/>
                      <a:pt x="33253" y="123730"/>
                    </a:cubicBezTo>
                    <a:cubicBezTo>
                      <a:pt x="32777" y="124587"/>
                      <a:pt x="31158" y="125635"/>
                      <a:pt x="30396" y="126206"/>
                    </a:cubicBezTo>
                    <a:cubicBezTo>
                      <a:pt x="30015" y="126492"/>
                      <a:pt x="29062" y="126873"/>
                      <a:pt x="28872" y="127254"/>
                    </a:cubicBezTo>
                    <a:cubicBezTo>
                      <a:pt x="28586" y="128207"/>
                      <a:pt x="30396" y="130874"/>
                      <a:pt x="30396" y="131064"/>
                    </a:cubicBezTo>
                    <a:cubicBezTo>
                      <a:pt x="30396" y="131254"/>
                      <a:pt x="30491" y="133636"/>
                      <a:pt x="30777" y="134493"/>
                    </a:cubicBezTo>
                    <a:cubicBezTo>
                      <a:pt x="31063" y="135255"/>
                      <a:pt x="32206" y="136398"/>
                      <a:pt x="32492" y="137065"/>
                    </a:cubicBezTo>
                    <a:cubicBezTo>
                      <a:pt x="32777" y="138017"/>
                      <a:pt x="32873" y="140113"/>
                      <a:pt x="32682" y="141065"/>
                    </a:cubicBezTo>
                    <a:cubicBezTo>
                      <a:pt x="32492" y="142113"/>
                      <a:pt x="31825" y="144113"/>
                      <a:pt x="31349" y="145066"/>
                    </a:cubicBezTo>
                    <a:cubicBezTo>
                      <a:pt x="30872" y="145923"/>
                      <a:pt x="29253" y="147257"/>
                      <a:pt x="28777" y="148209"/>
                    </a:cubicBezTo>
                    <a:cubicBezTo>
                      <a:pt x="28205" y="149257"/>
                      <a:pt x="27729" y="151733"/>
                      <a:pt x="27253" y="152876"/>
                    </a:cubicBezTo>
                    <a:cubicBezTo>
                      <a:pt x="26681" y="154115"/>
                      <a:pt x="25253" y="156686"/>
                      <a:pt x="24300" y="157639"/>
                    </a:cubicBezTo>
                    <a:cubicBezTo>
                      <a:pt x="23824" y="158115"/>
                      <a:pt x="22395" y="159353"/>
                      <a:pt x="21729" y="159068"/>
                    </a:cubicBezTo>
                    <a:cubicBezTo>
                      <a:pt x="21062" y="158782"/>
                      <a:pt x="21729" y="156686"/>
                      <a:pt x="21062" y="156400"/>
                    </a:cubicBezTo>
                    <a:cubicBezTo>
                      <a:pt x="20395" y="156020"/>
                      <a:pt x="18966" y="157163"/>
                      <a:pt x="18300" y="157639"/>
                    </a:cubicBezTo>
                    <a:cubicBezTo>
                      <a:pt x="17538" y="158115"/>
                      <a:pt x="16680" y="160115"/>
                      <a:pt x="15823" y="160115"/>
                    </a:cubicBezTo>
                    <a:cubicBezTo>
                      <a:pt x="15156" y="160115"/>
                      <a:pt x="13918" y="158972"/>
                      <a:pt x="13537" y="158306"/>
                    </a:cubicBezTo>
                    <a:cubicBezTo>
                      <a:pt x="13156" y="157544"/>
                      <a:pt x="13442" y="155734"/>
                      <a:pt x="13156" y="154877"/>
                    </a:cubicBezTo>
                    <a:cubicBezTo>
                      <a:pt x="12775" y="153638"/>
                      <a:pt x="11156" y="151638"/>
                      <a:pt x="10203" y="150686"/>
                    </a:cubicBezTo>
                    <a:cubicBezTo>
                      <a:pt x="9632" y="150019"/>
                      <a:pt x="7917" y="149162"/>
                      <a:pt x="7250" y="148590"/>
                    </a:cubicBezTo>
                    <a:cubicBezTo>
                      <a:pt x="6584" y="147828"/>
                      <a:pt x="5345" y="146114"/>
                      <a:pt x="4964" y="145256"/>
                    </a:cubicBezTo>
                    <a:cubicBezTo>
                      <a:pt x="3822" y="143161"/>
                      <a:pt x="2583" y="138494"/>
                      <a:pt x="1821" y="136303"/>
                    </a:cubicBezTo>
                    <a:cubicBezTo>
                      <a:pt x="1345" y="134969"/>
                      <a:pt x="11" y="132302"/>
                      <a:pt x="11" y="130874"/>
                    </a:cubicBezTo>
                    <a:cubicBezTo>
                      <a:pt x="11" y="129350"/>
                      <a:pt x="1631" y="126683"/>
                      <a:pt x="2012" y="125254"/>
                    </a:cubicBezTo>
                    <a:cubicBezTo>
                      <a:pt x="2583" y="123635"/>
                      <a:pt x="4107" y="120301"/>
                      <a:pt x="3917" y="118586"/>
                    </a:cubicBezTo>
                    <a:cubicBezTo>
                      <a:pt x="3822" y="117443"/>
                      <a:pt x="2107" y="115538"/>
                      <a:pt x="1631" y="114395"/>
                    </a:cubicBezTo>
                    <a:cubicBezTo>
                      <a:pt x="1154" y="113157"/>
                      <a:pt x="297" y="110681"/>
                      <a:pt x="107" y="109442"/>
                    </a:cubicBezTo>
                    <a:cubicBezTo>
                      <a:pt x="-274" y="106490"/>
                      <a:pt x="487" y="100584"/>
                      <a:pt x="487" y="97727"/>
                    </a:cubicBezTo>
                    <a:cubicBezTo>
                      <a:pt x="487" y="94964"/>
                      <a:pt x="297" y="89345"/>
                      <a:pt x="297" y="86582"/>
                    </a:cubicBezTo>
                    <a:cubicBezTo>
                      <a:pt x="297" y="85630"/>
                      <a:pt x="11" y="83725"/>
                      <a:pt x="297" y="82868"/>
                    </a:cubicBezTo>
                    <a:cubicBezTo>
                      <a:pt x="583" y="81820"/>
                      <a:pt x="1916" y="80105"/>
                      <a:pt x="2393" y="79153"/>
                    </a:cubicBezTo>
                    <a:cubicBezTo>
                      <a:pt x="2964" y="78010"/>
                      <a:pt x="3822" y="75724"/>
                      <a:pt x="4202" y="74486"/>
                    </a:cubicBezTo>
                    <a:cubicBezTo>
                      <a:pt x="4584" y="72771"/>
                      <a:pt x="4488" y="69152"/>
                      <a:pt x="5155" y="67532"/>
                    </a:cubicBezTo>
                    <a:cubicBezTo>
                      <a:pt x="5536" y="66770"/>
                      <a:pt x="6870" y="65723"/>
                      <a:pt x="7155" y="64961"/>
                    </a:cubicBezTo>
                    <a:cubicBezTo>
                      <a:pt x="7536" y="64103"/>
                      <a:pt x="7631" y="62103"/>
                      <a:pt x="8013" y="61246"/>
                    </a:cubicBezTo>
                    <a:cubicBezTo>
                      <a:pt x="8298" y="60579"/>
                      <a:pt x="9251" y="59531"/>
                      <a:pt x="9441" y="58960"/>
                    </a:cubicBezTo>
                    <a:cubicBezTo>
                      <a:pt x="9727" y="58103"/>
                      <a:pt x="9918" y="56198"/>
                      <a:pt x="9632" y="55245"/>
                    </a:cubicBezTo>
                    <a:cubicBezTo>
                      <a:pt x="9251" y="54102"/>
                      <a:pt x="6488" y="52959"/>
                      <a:pt x="6488" y="51816"/>
                    </a:cubicBezTo>
                    <a:cubicBezTo>
                      <a:pt x="6488" y="50959"/>
                      <a:pt x="8203" y="49911"/>
                      <a:pt x="8869" y="49435"/>
                    </a:cubicBezTo>
                    <a:cubicBezTo>
                      <a:pt x="9918" y="48863"/>
                      <a:pt x="12584" y="49054"/>
                      <a:pt x="13537" y="48387"/>
                    </a:cubicBezTo>
                    <a:cubicBezTo>
                      <a:pt x="14775" y="47435"/>
                      <a:pt x="15918" y="44291"/>
                      <a:pt x="16680" y="42958"/>
                    </a:cubicBezTo>
                    <a:cubicBezTo>
                      <a:pt x="17156" y="42100"/>
                      <a:pt x="18204" y="40577"/>
                      <a:pt x="18490" y="39624"/>
                    </a:cubicBezTo>
                    <a:cubicBezTo>
                      <a:pt x="18776" y="38862"/>
                      <a:pt x="19347" y="37243"/>
                      <a:pt x="19061" y="36481"/>
                    </a:cubicBezTo>
                    <a:cubicBezTo>
                      <a:pt x="18680" y="35433"/>
                      <a:pt x="16680" y="34100"/>
                      <a:pt x="15632" y="33814"/>
                    </a:cubicBezTo>
                    <a:cubicBezTo>
                      <a:pt x="15061" y="33623"/>
                      <a:pt x="13918" y="33814"/>
                      <a:pt x="13347" y="34100"/>
                    </a:cubicBezTo>
                    <a:cubicBezTo>
                      <a:pt x="12489" y="34481"/>
                      <a:pt x="11537" y="36290"/>
                      <a:pt x="10679" y="36386"/>
                    </a:cubicBezTo>
                    <a:cubicBezTo>
                      <a:pt x="10203" y="36481"/>
                      <a:pt x="9251" y="36100"/>
                      <a:pt x="8965" y="35719"/>
                    </a:cubicBezTo>
                    <a:cubicBezTo>
                      <a:pt x="8584" y="35243"/>
                      <a:pt x="8393" y="33719"/>
                      <a:pt x="8584" y="33052"/>
                    </a:cubicBezTo>
                    <a:cubicBezTo>
                      <a:pt x="8775" y="32290"/>
                      <a:pt x="10108" y="31052"/>
                      <a:pt x="10679" y="30480"/>
                    </a:cubicBezTo>
                    <a:cubicBezTo>
                      <a:pt x="11156" y="30004"/>
                      <a:pt x="12299" y="29147"/>
                      <a:pt x="12680" y="28670"/>
                    </a:cubicBezTo>
                    <a:cubicBezTo>
                      <a:pt x="13060" y="28099"/>
                      <a:pt x="13632" y="26765"/>
                      <a:pt x="13918" y="26099"/>
                    </a:cubicBezTo>
                    <a:cubicBezTo>
                      <a:pt x="14013" y="25813"/>
                      <a:pt x="14203" y="25527"/>
                      <a:pt x="14299" y="25146"/>
                    </a:cubicBezTo>
                    <a:lnTo>
                      <a:pt x="20966" y="25146"/>
                    </a:lnTo>
                    <a:lnTo>
                      <a:pt x="20966" y="18193"/>
                    </a:ln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grpSp>
          <p:nvGrpSpPr>
            <p:cNvPr id="174" name="Graphic 4">
              <a:extLst>
                <a:ext uri="{FF2B5EF4-FFF2-40B4-BE49-F238E27FC236}">
                  <a16:creationId xmlns:a16="http://schemas.microsoft.com/office/drawing/2014/main" id="{11ADA3CE-B413-999D-D812-BD3A7B25B104}"/>
                </a:ext>
              </a:extLst>
            </p:cNvPr>
            <p:cNvGrpSpPr/>
            <p:nvPr/>
          </p:nvGrpSpPr>
          <p:grpSpPr>
            <a:xfrm>
              <a:off x="6754749" y="1954524"/>
              <a:ext cx="942975" cy="857250"/>
              <a:chOff x="6754749" y="1954524"/>
              <a:chExt cx="942975" cy="857250"/>
            </a:xfrm>
            <a:grpFill/>
          </p:grpSpPr>
          <p:sp>
            <p:nvSpPr>
              <p:cNvPr id="194" name="Freeform: Shape 99">
                <a:extLst>
                  <a:ext uri="{FF2B5EF4-FFF2-40B4-BE49-F238E27FC236}">
                    <a16:creationId xmlns:a16="http://schemas.microsoft.com/office/drawing/2014/main" id="{5FEFE61F-5A0E-0D8A-BB97-50BB4670EBA9}"/>
                  </a:ext>
                </a:extLst>
              </p:cNvPr>
              <p:cNvSpPr/>
              <p:nvPr/>
            </p:nvSpPr>
            <p:spPr>
              <a:xfrm>
                <a:off x="7241667" y="2300755"/>
                <a:ext cx="9525" cy="9525"/>
              </a:xfrm>
              <a:custGeom>
                <a:avLst/>
                <a:gdLst>
                  <a:gd name="connsiteX0" fmla="*/ 5334 w 0"/>
                  <a:gd name="connsiteY0" fmla="*/ 7915 h 0"/>
                  <a:gd name="connsiteX1" fmla="*/ 6763 w 0"/>
                  <a:gd name="connsiteY1" fmla="*/ 2295 h 0"/>
                  <a:gd name="connsiteX2" fmla="*/ 3905 w 0"/>
                  <a:gd name="connsiteY2" fmla="*/ 9 h 0"/>
                  <a:gd name="connsiteX3" fmla="*/ 1524 w 0"/>
                  <a:gd name="connsiteY3" fmla="*/ 962 h 0"/>
                  <a:gd name="connsiteX4" fmla="*/ 0 w 0"/>
                  <a:gd name="connsiteY4" fmla="*/ 4486 h 0"/>
                  <a:gd name="connsiteX5" fmla="*/ 1714 w 0"/>
                  <a:gd name="connsiteY5" fmla="*/ 7915 h 0"/>
                  <a:gd name="connsiteX6" fmla="*/ 5334 w 0"/>
                  <a:gd name="connsiteY6" fmla="*/ 7915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>
                    <a:moveTo>
                      <a:pt x="5334" y="7915"/>
                    </a:moveTo>
                    <a:cubicBezTo>
                      <a:pt x="6477" y="6962"/>
                      <a:pt x="7239" y="3629"/>
                      <a:pt x="6763" y="2295"/>
                    </a:cubicBezTo>
                    <a:cubicBezTo>
                      <a:pt x="6477" y="1438"/>
                      <a:pt x="4858" y="200"/>
                      <a:pt x="3905" y="9"/>
                    </a:cubicBezTo>
                    <a:cubicBezTo>
                      <a:pt x="3238" y="-86"/>
                      <a:pt x="2000" y="581"/>
                      <a:pt x="1524" y="962"/>
                    </a:cubicBezTo>
                    <a:cubicBezTo>
                      <a:pt x="857" y="1628"/>
                      <a:pt x="0" y="3533"/>
                      <a:pt x="0" y="4486"/>
                    </a:cubicBezTo>
                    <a:cubicBezTo>
                      <a:pt x="0" y="5438"/>
                      <a:pt x="857" y="7343"/>
                      <a:pt x="1714" y="7915"/>
                    </a:cubicBezTo>
                    <a:cubicBezTo>
                      <a:pt x="2477" y="8391"/>
                      <a:pt x="4667" y="8486"/>
                      <a:pt x="5334" y="7915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95" name="Freeform: Shape 100">
                <a:extLst>
                  <a:ext uri="{FF2B5EF4-FFF2-40B4-BE49-F238E27FC236}">
                    <a16:creationId xmlns:a16="http://schemas.microsoft.com/office/drawing/2014/main" id="{2BCE5194-B9FB-34FA-D5D3-04EB37531E0B}"/>
                  </a:ext>
                </a:extLst>
              </p:cNvPr>
              <p:cNvSpPr/>
              <p:nvPr/>
            </p:nvSpPr>
            <p:spPr>
              <a:xfrm>
                <a:off x="7247660" y="2282305"/>
                <a:ext cx="9525" cy="9525"/>
              </a:xfrm>
              <a:custGeom>
                <a:avLst/>
                <a:gdLst>
                  <a:gd name="connsiteX0" fmla="*/ 9151 w 9525"/>
                  <a:gd name="connsiteY0" fmla="*/ 17792 h 9525"/>
                  <a:gd name="connsiteX1" fmla="*/ 6580 w 9525"/>
                  <a:gd name="connsiteY1" fmla="*/ 12934 h 9525"/>
                  <a:gd name="connsiteX2" fmla="*/ 2198 w 9525"/>
                  <a:gd name="connsiteY2" fmla="*/ 10934 h 9525"/>
                  <a:gd name="connsiteX3" fmla="*/ 103 w 9525"/>
                  <a:gd name="connsiteY3" fmla="*/ 6266 h 9525"/>
                  <a:gd name="connsiteX4" fmla="*/ 769 w 9525"/>
                  <a:gd name="connsiteY4" fmla="*/ 1218 h 9525"/>
                  <a:gd name="connsiteX5" fmla="*/ 5056 w 9525"/>
                  <a:gd name="connsiteY5" fmla="*/ 361 h 9525"/>
                  <a:gd name="connsiteX6" fmla="*/ 10294 w 9525"/>
                  <a:gd name="connsiteY6" fmla="*/ 361 h 9525"/>
                  <a:gd name="connsiteX7" fmla="*/ 10961 w 9525"/>
                  <a:gd name="connsiteY7" fmla="*/ 3314 h 9525"/>
                  <a:gd name="connsiteX8" fmla="*/ 10580 w 9525"/>
                  <a:gd name="connsiteY8" fmla="*/ 6838 h 9525"/>
                  <a:gd name="connsiteX9" fmla="*/ 11818 w 9525"/>
                  <a:gd name="connsiteY9" fmla="*/ 9124 h 9525"/>
                  <a:gd name="connsiteX10" fmla="*/ 12961 w 9525"/>
                  <a:gd name="connsiteY10" fmla="*/ 12553 h 9525"/>
                  <a:gd name="connsiteX11" fmla="*/ 12390 w 9525"/>
                  <a:gd name="connsiteY11" fmla="*/ 16363 h 9525"/>
                  <a:gd name="connsiteX12" fmla="*/ 9151 w 9525"/>
                  <a:gd name="connsiteY12" fmla="*/ 17792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25" h="9525">
                    <a:moveTo>
                      <a:pt x="9151" y="17792"/>
                    </a:moveTo>
                    <a:cubicBezTo>
                      <a:pt x="7913" y="17315"/>
                      <a:pt x="7627" y="13886"/>
                      <a:pt x="6580" y="12934"/>
                    </a:cubicBezTo>
                    <a:cubicBezTo>
                      <a:pt x="5722" y="12077"/>
                      <a:pt x="3055" y="11791"/>
                      <a:pt x="2198" y="10934"/>
                    </a:cubicBezTo>
                    <a:cubicBezTo>
                      <a:pt x="1341" y="10076"/>
                      <a:pt x="293" y="7505"/>
                      <a:pt x="103" y="6266"/>
                    </a:cubicBezTo>
                    <a:cubicBezTo>
                      <a:pt x="-88" y="5028"/>
                      <a:pt x="-88" y="2075"/>
                      <a:pt x="769" y="1218"/>
                    </a:cubicBezTo>
                    <a:cubicBezTo>
                      <a:pt x="1531" y="456"/>
                      <a:pt x="3913" y="456"/>
                      <a:pt x="5056" y="361"/>
                    </a:cubicBezTo>
                    <a:cubicBezTo>
                      <a:pt x="6389" y="266"/>
                      <a:pt x="9247" y="-401"/>
                      <a:pt x="10294" y="361"/>
                    </a:cubicBezTo>
                    <a:cubicBezTo>
                      <a:pt x="10866" y="837"/>
                      <a:pt x="10961" y="2552"/>
                      <a:pt x="10961" y="3314"/>
                    </a:cubicBezTo>
                    <a:cubicBezTo>
                      <a:pt x="10961" y="4171"/>
                      <a:pt x="10390" y="5981"/>
                      <a:pt x="10580" y="6838"/>
                    </a:cubicBezTo>
                    <a:cubicBezTo>
                      <a:pt x="10675" y="7505"/>
                      <a:pt x="11628" y="8552"/>
                      <a:pt x="11818" y="9124"/>
                    </a:cubicBezTo>
                    <a:cubicBezTo>
                      <a:pt x="12199" y="9981"/>
                      <a:pt x="12866" y="11600"/>
                      <a:pt x="12961" y="12553"/>
                    </a:cubicBezTo>
                    <a:cubicBezTo>
                      <a:pt x="13057" y="13505"/>
                      <a:pt x="12961" y="15601"/>
                      <a:pt x="12390" y="16363"/>
                    </a:cubicBezTo>
                    <a:cubicBezTo>
                      <a:pt x="11818" y="17030"/>
                      <a:pt x="10008" y="18077"/>
                      <a:pt x="9151" y="17792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96" name="Freeform: Shape 101">
                <a:extLst>
                  <a:ext uri="{FF2B5EF4-FFF2-40B4-BE49-F238E27FC236}">
                    <a16:creationId xmlns:a16="http://schemas.microsoft.com/office/drawing/2014/main" id="{86D9D0C7-3EA7-8254-05AC-F10EDEFEE60A}"/>
                  </a:ext>
                </a:extLst>
              </p:cNvPr>
              <p:cNvSpPr/>
              <p:nvPr/>
            </p:nvSpPr>
            <p:spPr>
              <a:xfrm>
                <a:off x="7284675" y="2183774"/>
                <a:ext cx="9525" cy="28575"/>
              </a:xfrm>
              <a:custGeom>
                <a:avLst/>
                <a:gdLst>
                  <a:gd name="connsiteX0" fmla="*/ 10904 w 9525"/>
                  <a:gd name="connsiteY0" fmla="*/ 27455 h 28575"/>
                  <a:gd name="connsiteX1" fmla="*/ 11475 w 9525"/>
                  <a:gd name="connsiteY1" fmla="*/ 24883 h 28575"/>
                  <a:gd name="connsiteX2" fmla="*/ 14714 w 9525"/>
                  <a:gd name="connsiteY2" fmla="*/ 22216 h 28575"/>
                  <a:gd name="connsiteX3" fmla="*/ 15285 w 9525"/>
                  <a:gd name="connsiteY3" fmla="*/ 17930 h 28575"/>
                  <a:gd name="connsiteX4" fmla="*/ 14428 w 9525"/>
                  <a:gd name="connsiteY4" fmla="*/ 14977 h 28575"/>
                  <a:gd name="connsiteX5" fmla="*/ 13285 w 9525"/>
                  <a:gd name="connsiteY5" fmla="*/ 12310 h 28575"/>
                  <a:gd name="connsiteX6" fmla="*/ 13189 w 9525"/>
                  <a:gd name="connsiteY6" fmla="*/ 6405 h 28575"/>
                  <a:gd name="connsiteX7" fmla="*/ 11665 w 9525"/>
                  <a:gd name="connsiteY7" fmla="*/ 3452 h 28575"/>
                  <a:gd name="connsiteX8" fmla="*/ 11094 w 9525"/>
                  <a:gd name="connsiteY8" fmla="*/ 499 h 28575"/>
                  <a:gd name="connsiteX9" fmla="*/ 8522 w 9525"/>
                  <a:gd name="connsiteY9" fmla="*/ 976 h 28575"/>
                  <a:gd name="connsiteX10" fmla="*/ 6236 w 9525"/>
                  <a:gd name="connsiteY10" fmla="*/ 23 h 28575"/>
                  <a:gd name="connsiteX11" fmla="*/ 4236 w 9525"/>
                  <a:gd name="connsiteY11" fmla="*/ 3262 h 28575"/>
                  <a:gd name="connsiteX12" fmla="*/ 4236 w 9525"/>
                  <a:gd name="connsiteY12" fmla="*/ 7357 h 28575"/>
                  <a:gd name="connsiteX13" fmla="*/ 2140 w 9525"/>
                  <a:gd name="connsiteY13" fmla="*/ 10215 h 28575"/>
                  <a:gd name="connsiteX14" fmla="*/ 1188 w 9525"/>
                  <a:gd name="connsiteY14" fmla="*/ 14501 h 28575"/>
                  <a:gd name="connsiteX15" fmla="*/ 1855 w 9525"/>
                  <a:gd name="connsiteY15" fmla="*/ 18787 h 28575"/>
                  <a:gd name="connsiteX16" fmla="*/ 140 w 9525"/>
                  <a:gd name="connsiteY16" fmla="*/ 22216 h 28575"/>
                  <a:gd name="connsiteX17" fmla="*/ 521 w 9525"/>
                  <a:gd name="connsiteY17" fmla="*/ 26884 h 28575"/>
                  <a:gd name="connsiteX18" fmla="*/ 4046 w 9525"/>
                  <a:gd name="connsiteY18" fmla="*/ 28408 h 28575"/>
                  <a:gd name="connsiteX19" fmla="*/ 6331 w 9525"/>
                  <a:gd name="connsiteY19" fmla="*/ 28598 h 28575"/>
                  <a:gd name="connsiteX20" fmla="*/ 10904 w 9525"/>
                  <a:gd name="connsiteY20" fmla="*/ 27455 h 28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525" h="28575">
                    <a:moveTo>
                      <a:pt x="10904" y="27455"/>
                    </a:moveTo>
                    <a:cubicBezTo>
                      <a:pt x="11380" y="26979"/>
                      <a:pt x="11094" y="25455"/>
                      <a:pt x="11475" y="24883"/>
                    </a:cubicBezTo>
                    <a:cubicBezTo>
                      <a:pt x="12047" y="24026"/>
                      <a:pt x="14237" y="23074"/>
                      <a:pt x="14714" y="22216"/>
                    </a:cubicBezTo>
                    <a:cubicBezTo>
                      <a:pt x="15190" y="21264"/>
                      <a:pt x="15380" y="19073"/>
                      <a:pt x="15285" y="17930"/>
                    </a:cubicBezTo>
                    <a:cubicBezTo>
                      <a:pt x="15190" y="17168"/>
                      <a:pt x="14714" y="15644"/>
                      <a:pt x="14428" y="14977"/>
                    </a:cubicBezTo>
                    <a:cubicBezTo>
                      <a:pt x="14142" y="14311"/>
                      <a:pt x="13475" y="12977"/>
                      <a:pt x="13285" y="12310"/>
                    </a:cubicBezTo>
                    <a:cubicBezTo>
                      <a:pt x="12999" y="10882"/>
                      <a:pt x="13571" y="7834"/>
                      <a:pt x="13189" y="6405"/>
                    </a:cubicBezTo>
                    <a:cubicBezTo>
                      <a:pt x="12999" y="5643"/>
                      <a:pt x="11856" y="4214"/>
                      <a:pt x="11665" y="3452"/>
                    </a:cubicBezTo>
                    <a:cubicBezTo>
                      <a:pt x="11380" y="2690"/>
                      <a:pt x="11761" y="880"/>
                      <a:pt x="11094" y="499"/>
                    </a:cubicBezTo>
                    <a:cubicBezTo>
                      <a:pt x="10522" y="118"/>
                      <a:pt x="9189" y="976"/>
                      <a:pt x="8522" y="976"/>
                    </a:cubicBezTo>
                    <a:cubicBezTo>
                      <a:pt x="7951" y="880"/>
                      <a:pt x="6808" y="-167"/>
                      <a:pt x="6236" y="23"/>
                    </a:cubicBezTo>
                    <a:cubicBezTo>
                      <a:pt x="5379" y="309"/>
                      <a:pt x="4522" y="2404"/>
                      <a:pt x="4236" y="3262"/>
                    </a:cubicBezTo>
                    <a:cubicBezTo>
                      <a:pt x="3950" y="4214"/>
                      <a:pt x="4522" y="6405"/>
                      <a:pt x="4236" y="7357"/>
                    </a:cubicBezTo>
                    <a:cubicBezTo>
                      <a:pt x="3950" y="8215"/>
                      <a:pt x="2426" y="9358"/>
                      <a:pt x="2140" y="10215"/>
                    </a:cubicBezTo>
                    <a:cubicBezTo>
                      <a:pt x="1664" y="11167"/>
                      <a:pt x="1188" y="13358"/>
                      <a:pt x="1188" y="14501"/>
                    </a:cubicBezTo>
                    <a:cubicBezTo>
                      <a:pt x="1188" y="15549"/>
                      <a:pt x="2045" y="17644"/>
                      <a:pt x="1855" y="18787"/>
                    </a:cubicBezTo>
                    <a:cubicBezTo>
                      <a:pt x="1760" y="19740"/>
                      <a:pt x="331" y="21264"/>
                      <a:pt x="140" y="22216"/>
                    </a:cubicBezTo>
                    <a:cubicBezTo>
                      <a:pt x="-50" y="23359"/>
                      <a:pt x="-145" y="25931"/>
                      <a:pt x="521" y="26884"/>
                    </a:cubicBezTo>
                    <a:cubicBezTo>
                      <a:pt x="1093" y="27646"/>
                      <a:pt x="3093" y="28217"/>
                      <a:pt x="4046" y="28408"/>
                    </a:cubicBezTo>
                    <a:cubicBezTo>
                      <a:pt x="4617" y="28503"/>
                      <a:pt x="5760" y="28598"/>
                      <a:pt x="6331" y="28598"/>
                    </a:cubicBezTo>
                    <a:cubicBezTo>
                      <a:pt x="7474" y="28217"/>
                      <a:pt x="10046" y="28217"/>
                      <a:pt x="10904" y="27455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97" name="Freeform: Shape 102">
                <a:extLst>
                  <a:ext uri="{FF2B5EF4-FFF2-40B4-BE49-F238E27FC236}">
                    <a16:creationId xmlns:a16="http://schemas.microsoft.com/office/drawing/2014/main" id="{89FD4E37-3B48-2B5A-F508-C6CBAFDE1173}"/>
                  </a:ext>
                </a:extLst>
              </p:cNvPr>
              <p:cNvSpPr/>
              <p:nvPr/>
            </p:nvSpPr>
            <p:spPr>
              <a:xfrm>
                <a:off x="7383850" y="2148554"/>
                <a:ext cx="28575" cy="19050"/>
              </a:xfrm>
              <a:custGeom>
                <a:avLst/>
                <a:gdLst>
                  <a:gd name="connsiteX0" fmla="*/ 29839 w 28575"/>
                  <a:gd name="connsiteY0" fmla="*/ 20002 h 19050"/>
                  <a:gd name="connsiteX1" fmla="*/ 31172 w 28575"/>
                  <a:gd name="connsiteY1" fmla="*/ 17621 h 19050"/>
                  <a:gd name="connsiteX2" fmla="*/ 33554 w 28575"/>
                  <a:gd name="connsiteY2" fmla="*/ 14954 h 19050"/>
                  <a:gd name="connsiteX3" fmla="*/ 32410 w 28575"/>
                  <a:gd name="connsiteY3" fmla="*/ 12383 h 19050"/>
                  <a:gd name="connsiteX4" fmla="*/ 29648 w 28575"/>
                  <a:gd name="connsiteY4" fmla="*/ 11240 h 19050"/>
                  <a:gd name="connsiteX5" fmla="*/ 28029 w 28575"/>
                  <a:gd name="connsiteY5" fmla="*/ 9049 h 19050"/>
                  <a:gd name="connsiteX6" fmla="*/ 26886 w 28575"/>
                  <a:gd name="connsiteY6" fmla="*/ 11049 h 19050"/>
                  <a:gd name="connsiteX7" fmla="*/ 22885 w 28575"/>
                  <a:gd name="connsiteY7" fmla="*/ 11811 h 19050"/>
                  <a:gd name="connsiteX8" fmla="*/ 19171 w 28575"/>
                  <a:gd name="connsiteY8" fmla="*/ 9620 h 19050"/>
                  <a:gd name="connsiteX9" fmla="*/ 16790 w 28575"/>
                  <a:gd name="connsiteY9" fmla="*/ 9049 h 19050"/>
                  <a:gd name="connsiteX10" fmla="*/ 13265 w 28575"/>
                  <a:gd name="connsiteY10" fmla="*/ 9715 h 19050"/>
                  <a:gd name="connsiteX11" fmla="*/ 9455 w 28575"/>
                  <a:gd name="connsiteY11" fmla="*/ 8573 h 19050"/>
                  <a:gd name="connsiteX12" fmla="*/ 7074 w 28575"/>
                  <a:gd name="connsiteY12" fmla="*/ 6667 h 19050"/>
                  <a:gd name="connsiteX13" fmla="*/ 4217 w 28575"/>
                  <a:gd name="connsiteY13" fmla="*/ 2667 h 19050"/>
                  <a:gd name="connsiteX14" fmla="*/ 1550 w 28575"/>
                  <a:gd name="connsiteY14" fmla="*/ 0 h 19050"/>
                  <a:gd name="connsiteX15" fmla="*/ 121 w 28575"/>
                  <a:gd name="connsiteY15" fmla="*/ 1524 h 19050"/>
                  <a:gd name="connsiteX16" fmla="*/ 311 w 28575"/>
                  <a:gd name="connsiteY16" fmla="*/ 4286 h 19050"/>
                  <a:gd name="connsiteX17" fmla="*/ 2693 w 28575"/>
                  <a:gd name="connsiteY17" fmla="*/ 8001 h 19050"/>
                  <a:gd name="connsiteX18" fmla="*/ 7741 w 28575"/>
                  <a:gd name="connsiteY18" fmla="*/ 11525 h 19050"/>
                  <a:gd name="connsiteX19" fmla="*/ 11456 w 28575"/>
                  <a:gd name="connsiteY19" fmla="*/ 13906 h 19050"/>
                  <a:gd name="connsiteX20" fmla="*/ 15647 w 28575"/>
                  <a:gd name="connsiteY20" fmla="*/ 17431 h 19050"/>
                  <a:gd name="connsiteX21" fmla="*/ 19361 w 28575"/>
                  <a:gd name="connsiteY21" fmla="*/ 21146 h 19050"/>
                  <a:gd name="connsiteX22" fmla="*/ 23838 w 28575"/>
                  <a:gd name="connsiteY22" fmla="*/ 21908 h 19050"/>
                  <a:gd name="connsiteX23" fmla="*/ 27934 w 28575"/>
                  <a:gd name="connsiteY23" fmla="*/ 21812 h 19050"/>
                  <a:gd name="connsiteX24" fmla="*/ 29839 w 28575"/>
                  <a:gd name="connsiteY24" fmla="*/ 20002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575" h="19050">
                    <a:moveTo>
                      <a:pt x="29839" y="20002"/>
                    </a:moveTo>
                    <a:cubicBezTo>
                      <a:pt x="30220" y="19431"/>
                      <a:pt x="30791" y="18193"/>
                      <a:pt x="31172" y="17621"/>
                    </a:cubicBezTo>
                    <a:cubicBezTo>
                      <a:pt x="31649" y="16859"/>
                      <a:pt x="33458" y="15812"/>
                      <a:pt x="33554" y="14954"/>
                    </a:cubicBezTo>
                    <a:cubicBezTo>
                      <a:pt x="33649" y="14288"/>
                      <a:pt x="32982" y="12859"/>
                      <a:pt x="32410" y="12383"/>
                    </a:cubicBezTo>
                    <a:cubicBezTo>
                      <a:pt x="31934" y="11906"/>
                      <a:pt x="30220" y="11716"/>
                      <a:pt x="29648" y="11240"/>
                    </a:cubicBezTo>
                    <a:cubicBezTo>
                      <a:pt x="29172" y="10858"/>
                      <a:pt x="28696" y="8954"/>
                      <a:pt x="28029" y="9049"/>
                    </a:cubicBezTo>
                    <a:cubicBezTo>
                      <a:pt x="27458" y="9049"/>
                      <a:pt x="27362" y="10668"/>
                      <a:pt x="26886" y="11049"/>
                    </a:cubicBezTo>
                    <a:cubicBezTo>
                      <a:pt x="26029" y="11621"/>
                      <a:pt x="23838" y="11906"/>
                      <a:pt x="22885" y="11811"/>
                    </a:cubicBezTo>
                    <a:cubicBezTo>
                      <a:pt x="21743" y="11621"/>
                      <a:pt x="20123" y="10001"/>
                      <a:pt x="19171" y="9620"/>
                    </a:cubicBezTo>
                    <a:cubicBezTo>
                      <a:pt x="18599" y="9430"/>
                      <a:pt x="17361" y="9049"/>
                      <a:pt x="16790" y="9049"/>
                    </a:cubicBezTo>
                    <a:cubicBezTo>
                      <a:pt x="15932" y="9049"/>
                      <a:pt x="14123" y="9715"/>
                      <a:pt x="13265" y="9715"/>
                    </a:cubicBezTo>
                    <a:cubicBezTo>
                      <a:pt x="12218" y="9620"/>
                      <a:pt x="10313" y="9049"/>
                      <a:pt x="9455" y="8573"/>
                    </a:cubicBezTo>
                    <a:cubicBezTo>
                      <a:pt x="8789" y="8192"/>
                      <a:pt x="7646" y="7239"/>
                      <a:pt x="7074" y="6667"/>
                    </a:cubicBezTo>
                    <a:cubicBezTo>
                      <a:pt x="6217" y="5810"/>
                      <a:pt x="5074" y="3619"/>
                      <a:pt x="4217" y="2667"/>
                    </a:cubicBezTo>
                    <a:cubicBezTo>
                      <a:pt x="3645" y="2000"/>
                      <a:pt x="2502" y="0"/>
                      <a:pt x="1550" y="0"/>
                    </a:cubicBezTo>
                    <a:cubicBezTo>
                      <a:pt x="1073" y="0"/>
                      <a:pt x="311" y="1048"/>
                      <a:pt x="121" y="1524"/>
                    </a:cubicBezTo>
                    <a:cubicBezTo>
                      <a:pt x="-165" y="2191"/>
                      <a:pt x="121" y="3619"/>
                      <a:pt x="311" y="4286"/>
                    </a:cubicBezTo>
                    <a:cubicBezTo>
                      <a:pt x="692" y="5334"/>
                      <a:pt x="1931" y="7144"/>
                      <a:pt x="2693" y="8001"/>
                    </a:cubicBezTo>
                    <a:cubicBezTo>
                      <a:pt x="3740" y="9144"/>
                      <a:pt x="6407" y="10668"/>
                      <a:pt x="7741" y="11525"/>
                    </a:cubicBezTo>
                    <a:cubicBezTo>
                      <a:pt x="8693" y="12097"/>
                      <a:pt x="10598" y="13240"/>
                      <a:pt x="11456" y="13906"/>
                    </a:cubicBezTo>
                    <a:cubicBezTo>
                      <a:pt x="12599" y="14669"/>
                      <a:pt x="14599" y="16478"/>
                      <a:pt x="15647" y="17431"/>
                    </a:cubicBezTo>
                    <a:cubicBezTo>
                      <a:pt x="16599" y="18288"/>
                      <a:pt x="18218" y="20574"/>
                      <a:pt x="19361" y="21146"/>
                    </a:cubicBezTo>
                    <a:cubicBezTo>
                      <a:pt x="20314" y="21622"/>
                      <a:pt x="22695" y="21812"/>
                      <a:pt x="23838" y="21908"/>
                    </a:cubicBezTo>
                    <a:cubicBezTo>
                      <a:pt x="24886" y="22003"/>
                      <a:pt x="26981" y="22193"/>
                      <a:pt x="27934" y="21812"/>
                    </a:cubicBezTo>
                    <a:cubicBezTo>
                      <a:pt x="28601" y="21622"/>
                      <a:pt x="29458" y="20574"/>
                      <a:pt x="29839" y="20002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98" name="Freeform: Shape 103">
                <a:extLst>
                  <a:ext uri="{FF2B5EF4-FFF2-40B4-BE49-F238E27FC236}">
                    <a16:creationId xmlns:a16="http://schemas.microsoft.com/office/drawing/2014/main" id="{4AF853B9-4C39-F718-F75D-535232BC512E}"/>
                  </a:ext>
                </a:extLst>
              </p:cNvPr>
              <p:cNvSpPr/>
              <p:nvPr/>
            </p:nvSpPr>
            <p:spPr>
              <a:xfrm>
                <a:off x="6754749" y="1954524"/>
                <a:ext cx="742950" cy="352425"/>
              </a:xfrm>
              <a:custGeom>
                <a:avLst/>
                <a:gdLst>
                  <a:gd name="connsiteX0" fmla="*/ 751046 w 742950"/>
                  <a:gd name="connsiteY0" fmla="*/ 157835 h 352425"/>
                  <a:gd name="connsiteX1" fmla="*/ 752094 w 742950"/>
                  <a:gd name="connsiteY1" fmla="*/ 161740 h 352425"/>
                  <a:gd name="connsiteX2" fmla="*/ 749998 w 742950"/>
                  <a:gd name="connsiteY2" fmla="*/ 165169 h 352425"/>
                  <a:gd name="connsiteX3" fmla="*/ 747617 w 742950"/>
                  <a:gd name="connsiteY3" fmla="*/ 168694 h 352425"/>
                  <a:gd name="connsiteX4" fmla="*/ 742569 w 742950"/>
                  <a:gd name="connsiteY4" fmla="*/ 172027 h 352425"/>
                  <a:gd name="connsiteX5" fmla="*/ 737711 w 742950"/>
                  <a:gd name="connsiteY5" fmla="*/ 171170 h 352425"/>
                  <a:gd name="connsiteX6" fmla="*/ 735235 w 742950"/>
                  <a:gd name="connsiteY6" fmla="*/ 168217 h 352425"/>
                  <a:gd name="connsiteX7" fmla="*/ 730758 w 742950"/>
                  <a:gd name="connsiteY7" fmla="*/ 167551 h 352425"/>
                  <a:gd name="connsiteX8" fmla="*/ 728377 w 742950"/>
                  <a:gd name="connsiteY8" fmla="*/ 169837 h 352425"/>
                  <a:gd name="connsiteX9" fmla="*/ 722471 w 742950"/>
                  <a:gd name="connsiteY9" fmla="*/ 172218 h 352425"/>
                  <a:gd name="connsiteX10" fmla="*/ 717137 w 742950"/>
                  <a:gd name="connsiteY10" fmla="*/ 170884 h 352425"/>
                  <a:gd name="connsiteX11" fmla="*/ 711994 w 742950"/>
                  <a:gd name="connsiteY11" fmla="*/ 172599 h 352425"/>
                  <a:gd name="connsiteX12" fmla="*/ 710089 w 742950"/>
                  <a:gd name="connsiteY12" fmla="*/ 170027 h 352425"/>
                  <a:gd name="connsiteX13" fmla="*/ 707707 w 742950"/>
                  <a:gd name="connsiteY13" fmla="*/ 169170 h 352425"/>
                  <a:gd name="connsiteX14" fmla="*/ 705231 w 742950"/>
                  <a:gd name="connsiteY14" fmla="*/ 170599 h 352425"/>
                  <a:gd name="connsiteX15" fmla="*/ 700659 w 742950"/>
                  <a:gd name="connsiteY15" fmla="*/ 169837 h 352425"/>
                  <a:gd name="connsiteX16" fmla="*/ 696944 w 742950"/>
                  <a:gd name="connsiteY16" fmla="*/ 170027 h 352425"/>
                  <a:gd name="connsiteX17" fmla="*/ 692658 w 742950"/>
                  <a:gd name="connsiteY17" fmla="*/ 172408 h 352425"/>
                  <a:gd name="connsiteX18" fmla="*/ 687038 w 742950"/>
                  <a:gd name="connsiteY18" fmla="*/ 172218 h 352425"/>
                  <a:gd name="connsiteX19" fmla="*/ 681990 w 742950"/>
                  <a:gd name="connsiteY19" fmla="*/ 171361 h 352425"/>
                  <a:gd name="connsiteX20" fmla="*/ 676751 w 742950"/>
                  <a:gd name="connsiteY20" fmla="*/ 174790 h 352425"/>
                  <a:gd name="connsiteX21" fmla="*/ 673322 w 742950"/>
                  <a:gd name="connsiteY21" fmla="*/ 174123 h 352425"/>
                  <a:gd name="connsiteX22" fmla="*/ 668846 w 742950"/>
                  <a:gd name="connsiteY22" fmla="*/ 176123 h 352425"/>
                  <a:gd name="connsiteX23" fmla="*/ 664750 w 742950"/>
                  <a:gd name="connsiteY23" fmla="*/ 177457 h 352425"/>
                  <a:gd name="connsiteX24" fmla="*/ 661416 w 742950"/>
                  <a:gd name="connsiteY24" fmla="*/ 177457 h 352425"/>
                  <a:gd name="connsiteX25" fmla="*/ 657987 w 742950"/>
                  <a:gd name="connsiteY25" fmla="*/ 181838 h 352425"/>
                  <a:gd name="connsiteX26" fmla="*/ 655511 w 742950"/>
                  <a:gd name="connsiteY26" fmla="*/ 183838 h 352425"/>
                  <a:gd name="connsiteX27" fmla="*/ 652367 w 742950"/>
                  <a:gd name="connsiteY27" fmla="*/ 182791 h 352425"/>
                  <a:gd name="connsiteX28" fmla="*/ 650843 w 742950"/>
                  <a:gd name="connsiteY28" fmla="*/ 178409 h 352425"/>
                  <a:gd name="connsiteX29" fmla="*/ 648843 w 742950"/>
                  <a:gd name="connsiteY29" fmla="*/ 176695 h 352425"/>
                  <a:gd name="connsiteX30" fmla="*/ 645795 w 742950"/>
                  <a:gd name="connsiteY30" fmla="*/ 178123 h 352425"/>
                  <a:gd name="connsiteX31" fmla="*/ 643795 w 742950"/>
                  <a:gd name="connsiteY31" fmla="*/ 175742 h 352425"/>
                  <a:gd name="connsiteX32" fmla="*/ 641890 w 742950"/>
                  <a:gd name="connsiteY32" fmla="*/ 175742 h 352425"/>
                  <a:gd name="connsiteX33" fmla="*/ 641795 w 742950"/>
                  <a:gd name="connsiteY33" fmla="*/ 179362 h 352425"/>
                  <a:gd name="connsiteX34" fmla="*/ 639318 w 742950"/>
                  <a:gd name="connsiteY34" fmla="*/ 180600 h 352425"/>
                  <a:gd name="connsiteX35" fmla="*/ 637699 w 742950"/>
                  <a:gd name="connsiteY35" fmla="*/ 178695 h 352425"/>
                  <a:gd name="connsiteX36" fmla="*/ 638842 w 742950"/>
                  <a:gd name="connsiteY36" fmla="*/ 174980 h 352425"/>
                  <a:gd name="connsiteX37" fmla="*/ 638080 w 742950"/>
                  <a:gd name="connsiteY37" fmla="*/ 171075 h 352425"/>
                  <a:gd name="connsiteX38" fmla="*/ 633508 w 742950"/>
                  <a:gd name="connsiteY38" fmla="*/ 169265 h 352425"/>
                  <a:gd name="connsiteX39" fmla="*/ 632270 w 742950"/>
                  <a:gd name="connsiteY39" fmla="*/ 170313 h 352425"/>
                  <a:gd name="connsiteX40" fmla="*/ 629698 w 742950"/>
                  <a:gd name="connsiteY40" fmla="*/ 172789 h 352425"/>
                  <a:gd name="connsiteX41" fmla="*/ 627983 w 742950"/>
                  <a:gd name="connsiteY41" fmla="*/ 173456 h 352425"/>
                  <a:gd name="connsiteX42" fmla="*/ 627888 w 742950"/>
                  <a:gd name="connsiteY42" fmla="*/ 170884 h 352425"/>
                  <a:gd name="connsiteX43" fmla="*/ 625030 w 742950"/>
                  <a:gd name="connsiteY43" fmla="*/ 168408 h 352425"/>
                  <a:gd name="connsiteX44" fmla="*/ 622935 w 742950"/>
                  <a:gd name="connsiteY44" fmla="*/ 168503 h 352425"/>
                  <a:gd name="connsiteX45" fmla="*/ 621030 w 742950"/>
                  <a:gd name="connsiteY45" fmla="*/ 169456 h 352425"/>
                  <a:gd name="connsiteX46" fmla="*/ 620173 w 742950"/>
                  <a:gd name="connsiteY46" fmla="*/ 172885 h 352425"/>
                  <a:gd name="connsiteX47" fmla="*/ 620935 w 742950"/>
                  <a:gd name="connsiteY47" fmla="*/ 176409 h 352425"/>
                  <a:gd name="connsiteX48" fmla="*/ 622173 w 742950"/>
                  <a:gd name="connsiteY48" fmla="*/ 179743 h 352425"/>
                  <a:gd name="connsiteX49" fmla="*/ 621316 w 742950"/>
                  <a:gd name="connsiteY49" fmla="*/ 183362 h 352425"/>
                  <a:gd name="connsiteX50" fmla="*/ 617791 w 742950"/>
                  <a:gd name="connsiteY50" fmla="*/ 184410 h 352425"/>
                  <a:gd name="connsiteX51" fmla="*/ 617601 w 742950"/>
                  <a:gd name="connsiteY51" fmla="*/ 187458 h 352425"/>
                  <a:gd name="connsiteX52" fmla="*/ 619792 w 742950"/>
                  <a:gd name="connsiteY52" fmla="*/ 188315 h 352425"/>
                  <a:gd name="connsiteX53" fmla="*/ 621602 w 742950"/>
                  <a:gd name="connsiteY53" fmla="*/ 190506 h 352425"/>
                  <a:gd name="connsiteX54" fmla="*/ 619697 w 742950"/>
                  <a:gd name="connsiteY54" fmla="*/ 193649 h 352425"/>
                  <a:gd name="connsiteX55" fmla="*/ 620363 w 742950"/>
                  <a:gd name="connsiteY55" fmla="*/ 195364 h 352425"/>
                  <a:gd name="connsiteX56" fmla="*/ 622078 w 742950"/>
                  <a:gd name="connsiteY56" fmla="*/ 197078 h 352425"/>
                  <a:gd name="connsiteX57" fmla="*/ 623316 w 742950"/>
                  <a:gd name="connsiteY57" fmla="*/ 200698 h 352425"/>
                  <a:gd name="connsiteX58" fmla="*/ 620173 w 742950"/>
                  <a:gd name="connsiteY58" fmla="*/ 204031 h 352425"/>
                  <a:gd name="connsiteX59" fmla="*/ 617030 w 742950"/>
                  <a:gd name="connsiteY59" fmla="*/ 202698 h 352425"/>
                  <a:gd name="connsiteX60" fmla="*/ 614553 w 742950"/>
                  <a:gd name="connsiteY60" fmla="*/ 201174 h 352425"/>
                  <a:gd name="connsiteX61" fmla="*/ 612457 w 742950"/>
                  <a:gd name="connsiteY61" fmla="*/ 200793 h 352425"/>
                  <a:gd name="connsiteX62" fmla="*/ 609695 w 742950"/>
                  <a:gd name="connsiteY62" fmla="*/ 197935 h 352425"/>
                  <a:gd name="connsiteX63" fmla="*/ 606362 w 742950"/>
                  <a:gd name="connsiteY63" fmla="*/ 195459 h 352425"/>
                  <a:gd name="connsiteX64" fmla="*/ 600742 w 742950"/>
                  <a:gd name="connsiteY64" fmla="*/ 193268 h 352425"/>
                  <a:gd name="connsiteX65" fmla="*/ 596360 w 742950"/>
                  <a:gd name="connsiteY65" fmla="*/ 188791 h 352425"/>
                  <a:gd name="connsiteX66" fmla="*/ 589216 w 742950"/>
                  <a:gd name="connsiteY66" fmla="*/ 183362 h 352425"/>
                  <a:gd name="connsiteX67" fmla="*/ 584359 w 742950"/>
                  <a:gd name="connsiteY67" fmla="*/ 180981 h 352425"/>
                  <a:gd name="connsiteX68" fmla="*/ 576929 w 742950"/>
                  <a:gd name="connsiteY68" fmla="*/ 180028 h 352425"/>
                  <a:gd name="connsiteX69" fmla="*/ 568928 w 742950"/>
                  <a:gd name="connsiteY69" fmla="*/ 178790 h 352425"/>
                  <a:gd name="connsiteX70" fmla="*/ 566356 w 742950"/>
                  <a:gd name="connsiteY70" fmla="*/ 179647 h 352425"/>
                  <a:gd name="connsiteX71" fmla="*/ 562356 w 742950"/>
                  <a:gd name="connsiteY71" fmla="*/ 178409 h 352425"/>
                  <a:gd name="connsiteX72" fmla="*/ 557594 w 742950"/>
                  <a:gd name="connsiteY72" fmla="*/ 179838 h 352425"/>
                  <a:gd name="connsiteX73" fmla="*/ 552069 w 742950"/>
                  <a:gd name="connsiteY73" fmla="*/ 175837 h 352425"/>
                  <a:gd name="connsiteX74" fmla="*/ 547878 w 742950"/>
                  <a:gd name="connsiteY74" fmla="*/ 175456 h 352425"/>
                  <a:gd name="connsiteX75" fmla="*/ 545211 w 742950"/>
                  <a:gd name="connsiteY75" fmla="*/ 177838 h 352425"/>
                  <a:gd name="connsiteX76" fmla="*/ 543306 w 742950"/>
                  <a:gd name="connsiteY76" fmla="*/ 175171 h 352425"/>
                  <a:gd name="connsiteX77" fmla="*/ 539972 w 742950"/>
                  <a:gd name="connsiteY77" fmla="*/ 174980 h 352425"/>
                  <a:gd name="connsiteX78" fmla="*/ 538448 w 742950"/>
                  <a:gd name="connsiteY78" fmla="*/ 178600 h 352425"/>
                  <a:gd name="connsiteX79" fmla="*/ 533495 w 742950"/>
                  <a:gd name="connsiteY79" fmla="*/ 177552 h 352425"/>
                  <a:gd name="connsiteX80" fmla="*/ 530257 w 742950"/>
                  <a:gd name="connsiteY80" fmla="*/ 179076 h 352425"/>
                  <a:gd name="connsiteX81" fmla="*/ 525494 w 742950"/>
                  <a:gd name="connsiteY81" fmla="*/ 184124 h 352425"/>
                  <a:gd name="connsiteX82" fmla="*/ 522256 w 742950"/>
                  <a:gd name="connsiteY82" fmla="*/ 191935 h 352425"/>
                  <a:gd name="connsiteX83" fmla="*/ 518255 w 742950"/>
                  <a:gd name="connsiteY83" fmla="*/ 199459 h 352425"/>
                  <a:gd name="connsiteX84" fmla="*/ 514255 w 742950"/>
                  <a:gd name="connsiteY84" fmla="*/ 202126 h 352425"/>
                  <a:gd name="connsiteX85" fmla="*/ 507778 w 742950"/>
                  <a:gd name="connsiteY85" fmla="*/ 202031 h 352425"/>
                  <a:gd name="connsiteX86" fmla="*/ 504063 w 742950"/>
                  <a:gd name="connsiteY86" fmla="*/ 199555 h 352425"/>
                  <a:gd name="connsiteX87" fmla="*/ 500920 w 742950"/>
                  <a:gd name="connsiteY87" fmla="*/ 199745 h 352425"/>
                  <a:gd name="connsiteX88" fmla="*/ 498062 w 742950"/>
                  <a:gd name="connsiteY88" fmla="*/ 202888 h 352425"/>
                  <a:gd name="connsiteX89" fmla="*/ 493109 w 742950"/>
                  <a:gd name="connsiteY89" fmla="*/ 202793 h 352425"/>
                  <a:gd name="connsiteX90" fmla="*/ 491680 w 742950"/>
                  <a:gd name="connsiteY90" fmla="*/ 204603 h 352425"/>
                  <a:gd name="connsiteX91" fmla="*/ 492919 w 742950"/>
                  <a:gd name="connsiteY91" fmla="*/ 208032 h 352425"/>
                  <a:gd name="connsiteX92" fmla="*/ 492252 w 742950"/>
                  <a:gd name="connsiteY92" fmla="*/ 211937 h 352425"/>
                  <a:gd name="connsiteX93" fmla="*/ 489585 w 742950"/>
                  <a:gd name="connsiteY93" fmla="*/ 210699 h 352425"/>
                  <a:gd name="connsiteX94" fmla="*/ 482537 w 742950"/>
                  <a:gd name="connsiteY94" fmla="*/ 207841 h 352425"/>
                  <a:gd name="connsiteX95" fmla="*/ 480441 w 742950"/>
                  <a:gd name="connsiteY95" fmla="*/ 207841 h 352425"/>
                  <a:gd name="connsiteX96" fmla="*/ 475393 w 742950"/>
                  <a:gd name="connsiteY96" fmla="*/ 206222 h 352425"/>
                  <a:gd name="connsiteX97" fmla="*/ 469392 w 742950"/>
                  <a:gd name="connsiteY97" fmla="*/ 206508 h 352425"/>
                  <a:gd name="connsiteX98" fmla="*/ 466154 w 742950"/>
                  <a:gd name="connsiteY98" fmla="*/ 209842 h 352425"/>
                  <a:gd name="connsiteX99" fmla="*/ 461867 w 742950"/>
                  <a:gd name="connsiteY99" fmla="*/ 208127 h 352425"/>
                  <a:gd name="connsiteX100" fmla="*/ 456914 w 742950"/>
                  <a:gd name="connsiteY100" fmla="*/ 210794 h 352425"/>
                  <a:gd name="connsiteX101" fmla="*/ 453485 w 742950"/>
                  <a:gd name="connsiteY101" fmla="*/ 212509 h 352425"/>
                  <a:gd name="connsiteX102" fmla="*/ 449580 w 742950"/>
                  <a:gd name="connsiteY102" fmla="*/ 217176 h 352425"/>
                  <a:gd name="connsiteX103" fmla="*/ 449389 w 742950"/>
                  <a:gd name="connsiteY103" fmla="*/ 222319 h 352425"/>
                  <a:gd name="connsiteX104" fmla="*/ 449008 w 742950"/>
                  <a:gd name="connsiteY104" fmla="*/ 228987 h 352425"/>
                  <a:gd name="connsiteX105" fmla="*/ 448342 w 742950"/>
                  <a:gd name="connsiteY105" fmla="*/ 232416 h 352425"/>
                  <a:gd name="connsiteX106" fmla="*/ 448532 w 742950"/>
                  <a:gd name="connsiteY106" fmla="*/ 236416 h 352425"/>
                  <a:gd name="connsiteX107" fmla="*/ 445580 w 742950"/>
                  <a:gd name="connsiteY107" fmla="*/ 238988 h 352425"/>
                  <a:gd name="connsiteX108" fmla="*/ 441674 w 742950"/>
                  <a:gd name="connsiteY108" fmla="*/ 237845 h 352425"/>
                  <a:gd name="connsiteX109" fmla="*/ 440246 w 742950"/>
                  <a:gd name="connsiteY109" fmla="*/ 240988 h 352425"/>
                  <a:gd name="connsiteX110" fmla="*/ 437674 w 742950"/>
                  <a:gd name="connsiteY110" fmla="*/ 242989 h 352425"/>
                  <a:gd name="connsiteX111" fmla="*/ 434149 w 742950"/>
                  <a:gd name="connsiteY111" fmla="*/ 244513 h 352425"/>
                  <a:gd name="connsiteX112" fmla="*/ 431863 w 742950"/>
                  <a:gd name="connsiteY112" fmla="*/ 246513 h 352425"/>
                  <a:gd name="connsiteX113" fmla="*/ 430911 w 742950"/>
                  <a:gd name="connsiteY113" fmla="*/ 250894 h 352425"/>
                  <a:gd name="connsiteX114" fmla="*/ 429673 w 742950"/>
                  <a:gd name="connsiteY114" fmla="*/ 252609 h 352425"/>
                  <a:gd name="connsiteX115" fmla="*/ 426530 w 742950"/>
                  <a:gd name="connsiteY115" fmla="*/ 251466 h 352425"/>
                  <a:gd name="connsiteX116" fmla="*/ 425767 w 742950"/>
                  <a:gd name="connsiteY116" fmla="*/ 253752 h 352425"/>
                  <a:gd name="connsiteX117" fmla="*/ 426720 w 742950"/>
                  <a:gd name="connsiteY117" fmla="*/ 256419 h 352425"/>
                  <a:gd name="connsiteX118" fmla="*/ 425672 w 742950"/>
                  <a:gd name="connsiteY118" fmla="*/ 258419 h 352425"/>
                  <a:gd name="connsiteX119" fmla="*/ 423291 w 742950"/>
                  <a:gd name="connsiteY119" fmla="*/ 259657 h 352425"/>
                  <a:gd name="connsiteX120" fmla="*/ 421862 w 742950"/>
                  <a:gd name="connsiteY120" fmla="*/ 261467 h 352425"/>
                  <a:gd name="connsiteX121" fmla="*/ 422910 w 742950"/>
                  <a:gd name="connsiteY121" fmla="*/ 263848 h 352425"/>
                  <a:gd name="connsiteX122" fmla="*/ 425101 w 742950"/>
                  <a:gd name="connsiteY122" fmla="*/ 264420 h 352425"/>
                  <a:gd name="connsiteX123" fmla="*/ 426053 w 742950"/>
                  <a:gd name="connsiteY123" fmla="*/ 266420 h 352425"/>
                  <a:gd name="connsiteX124" fmla="*/ 423577 w 742950"/>
                  <a:gd name="connsiteY124" fmla="*/ 269373 h 352425"/>
                  <a:gd name="connsiteX125" fmla="*/ 420053 w 742950"/>
                  <a:gd name="connsiteY125" fmla="*/ 269373 h 352425"/>
                  <a:gd name="connsiteX126" fmla="*/ 417195 w 742950"/>
                  <a:gd name="connsiteY126" fmla="*/ 267849 h 352425"/>
                  <a:gd name="connsiteX127" fmla="*/ 412909 w 742950"/>
                  <a:gd name="connsiteY127" fmla="*/ 264325 h 352425"/>
                  <a:gd name="connsiteX128" fmla="*/ 411671 w 742950"/>
                  <a:gd name="connsiteY128" fmla="*/ 260610 h 352425"/>
                  <a:gd name="connsiteX129" fmla="*/ 412242 w 742950"/>
                  <a:gd name="connsiteY129" fmla="*/ 257181 h 352425"/>
                  <a:gd name="connsiteX130" fmla="*/ 415671 w 742950"/>
                  <a:gd name="connsiteY130" fmla="*/ 257086 h 352425"/>
                  <a:gd name="connsiteX131" fmla="*/ 416719 w 742950"/>
                  <a:gd name="connsiteY131" fmla="*/ 255562 h 352425"/>
                  <a:gd name="connsiteX132" fmla="*/ 416433 w 742950"/>
                  <a:gd name="connsiteY132" fmla="*/ 252228 h 352425"/>
                  <a:gd name="connsiteX133" fmla="*/ 418433 w 742950"/>
                  <a:gd name="connsiteY133" fmla="*/ 251085 h 352425"/>
                  <a:gd name="connsiteX134" fmla="*/ 418624 w 742950"/>
                  <a:gd name="connsiteY134" fmla="*/ 248608 h 352425"/>
                  <a:gd name="connsiteX135" fmla="*/ 418338 w 742950"/>
                  <a:gd name="connsiteY135" fmla="*/ 245656 h 352425"/>
                  <a:gd name="connsiteX136" fmla="*/ 419481 w 742950"/>
                  <a:gd name="connsiteY136" fmla="*/ 242703 h 352425"/>
                  <a:gd name="connsiteX137" fmla="*/ 421005 w 742950"/>
                  <a:gd name="connsiteY137" fmla="*/ 243370 h 352425"/>
                  <a:gd name="connsiteX138" fmla="*/ 423386 w 742950"/>
                  <a:gd name="connsiteY138" fmla="*/ 242989 h 352425"/>
                  <a:gd name="connsiteX139" fmla="*/ 424624 w 742950"/>
                  <a:gd name="connsiteY139" fmla="*/ 239845 h 352425"/>
                  <a:gd name="connsiteX140" fmla="*/ 425577 w 742950"/>
                  <a:gd name="connsiteY140" fmla="*/ 237845 h 352425"/>
                  <a:gd name="connsiteX141" fmla="*/ 426434 w 742950"/>
                  <a:gd name="connsiteY141" fmla="*/ 234511 h 352425"/>
                  <a:gd name="connsiteX142" fmla="*/ 427577 w 742950"/>
                  <a:gd name="connsiteY142" fmla="*/ 231940 h 352425"/>
                  <a:gd name="connsiteX143" fmla="*/ 428149 w 742950"/>
                  <a:gd name="connsiteY143" fmla="*/ 226796 h 352425"/>
                  <a:gd name="connsiteX144" fmla="*/ 426434 w 742950"/>
                  <a:gd name="connsiteY144" fmla="*/ 223653 h 352425"/>
                  <a:gd name="connsiteX145" fmla="*/ 421957 w 742950"/>
                  <a:gd name="connsiteY145" fmla="*/ 223367 h 352425"/>
                  <a:gd name="connsiteX146" fmla="*/ 418433 w 742950"/>
                  <a:gd name="connsiteY146" fmla="*/ 226701 h 352425"/>
                  <a:gd name="connsiteX147" fmla="*/ 417195 w 742950"/>
                  <a:gd name="connsiteY147" fmla="*/ 232130 h 352425"/>
                  <a:gd name="connsiteX148" fmla="*/ 415099 w 742950"/>
                  <a:gd name="connsiteY148" fmla="*/ 234511 h 352425"/>
                  <a:gd name="connsiteX149" fmla="*/ 411289 w 742950"/>
                  <a:gd name="connsiteY149" fmla="*/ 234797 h 352425"/>
                  <a:gd name="connsiteX150" fmla="*/ 407861 w 742950"/>
                  <a:gd name="connsiteY150" fmla="*/ 233559 h 352425"/>
                  <a:gd name="connsiteX151" fmla="*/ 406813 w 742950"/>
                  <a:gd name="connsiteY151" fmla="*/ 230701 h 352425"/>
                  <a:gd name="connsiteX152" fmla="*/ 402907 w 742950"/>
                  <a:gd name="connsiteY152" fmla="*/ 230225 h 352425"/>
                  <a:gd name="connsiteX153" fmla="*/ 400621 w 742950"/>
                  <a:gd name="connsiteY153" fmla="*/ 233368 h 352425"/>
                  <a:gd name="connsiteX154" fmla="*/ 401003 w 742950"/>
                  <a:gd name="connsiteY154" fmla="*/ 236893 h 352425"/>
                  <a:gd name="connsiteX155" fmla="*/ 402812 w 742950"/>
                  <a:gd name="connsiteY155" fmla="*/ 239179 h 352425"/>
                  <a:gd name="connsiteX156" fmla="*/ 400812 w 742950"/>
                  <a:gd name="connsiteY156" fmla="*/ 243655 h 352425"/>
                  <a:gd name="connsiteX157" fmla="*/ 398526 w 742950"/>
                  <a:gd name="connsiteY157" fmla="*/ 247084 h 352425"/>
                  <a:gd name="connsiteX158" fmla="*/ 398431 w 742950"/>
                  <a:gd name="connsiteY158" fmla="*/ 251371 h 352425"/>
                  <a:gd name="connsiteX159" fmla="*/ 396145 w 742950"/>
                  <a:gd name="connsiteY159" fmla="*/ 255752 h 352425"/>
                  <a:gd name="connsiteX160" fmla="*/ 390906 w 742950"/>
                  <a:gd name="connsiteY160" fmla="*/ 257562 h 352425"/>
                  <a:gd name="connsiteX161" fmla="*/ 387001 w 742950"/>
                  <a:gd name="connsiteY161" fmla="*/ 260991 h 352425"/>
                  <a:gd name="connsiteX162" fmla="*/ 383762 w 742950"/>
                  <a:gd name="connsiteY162" fmla="*/ 262324 h 352425"/>
                  <a:gd name="connsiteX163" fmla="*/ 382333 w 742950"/>
                  <a:gd name="connsiteY163" fmla="*/ 257276 h 352425"/>
                  <a:gd name="connsiteX164" fmla="*/ 381953 w 742950"/>
                  <a:gd name="connsiteY164" fmla="*/ 252609 h 352425"/>
                  <a:gd name="connsiteX165" fmla="*/ 380143 w 742950"/>
                  <a:gd name="connsiteY165" fmla="*/ 248513 h 352425"/>
                  <a:gd name="connsiteX166" fmla="*/ 381190 w 742950"/>
                  <a:gd name="connsiteY166" fmla="*/ 244036 h 352425"/>
                  <a:gd name="connsiteX167" fmla="*/ 379666 w 742950"/>
                  <a:gd name="connsiteY167" fmla="*/ 240417 h 352425"/>
                  <a:gd name="connsiteX168" fmla="*/ 376809 w 742950"/>
                  <a:gd name="connsiteY168" fmla="*/ 238988 h 352425"/>
                  <a:gd name="connsiteX169" fmla="*/ 372713 w 742950"/>
                  <a:gd name="connsiteY169" fmla="*/ 240226 h 352425"/>
                  <a:gd name="connsiteX170" fmla="*/ 371189 w 742950"/>
                  <a:gd name="connsiteY170" fmla="*/ 245656 h 352425"/>
                  <a:gd name="connsiteX171" fmla="*/ 373094 w 742950"/>
                  <a:gd name="connsiteY171" fmla="*/ 251085 h 352425"/>
                  <a:gd name="connsiteX172" fmla="*/ 372999 w 742950"/>
                  <a:gd name="connsiteY172" fmla="*/ 256800 h 352425"/>
                  <a:gd name="connsiteX173" fmla="*/ 371094 w 742950"/>
                  <a:gd name="connsiteY173" fmla="*/ 260800 h 352425"/>
                  <a:gd name="connsiteX174" fmla="*/ 367094 w 742950"/>
                  <a:gd name="connsiteY174" fmla="*/ 265087 h 352425"/>
                  <a:gd name="connsiteX175" fmla="*/ 361664 w 742950"/>
                  <a:gd name="connsiteY175" fmla="*/ 271278 h 352425"/>
                  <a:gd name="connsiteX176" fmla="*/ 358902 w 742950"/>
                  <a:gd name="connsiteY176" fmla="*/ 277850 h 352425"/>
                  <a:gd name="connsiteX177" fmla="*/ 354806 w 742950"/>
                  <a:gd name="connsiteY177" fmla="*/ 291566 h 352425"/>
                  <a:gd name="connsiteX178" fmla="*/ 353758 w 742950"/>
                  <a:gd name="connsiteY178" fmla="*/ 298996 h 352425"/>
                  <a:gd name="connsiteX179" fmla="*/ 350330 w 742950"/>
                  <a:gd name="connsiteY179" fmla="*/ 303949 h 352425"/>
                  <a:gd name="connsiteX180" fmla="*/ 351377 w 742950"/>
                  <a:gd name="connsiteY180" fmla="*/ 307949 h 352425"/>
                  <a:gd name="connsiteX181" fmla="*/ 348329 w 742950"/>
                  <a:gd name="connsiteY181" fmla="*/ 312426 h 352425"/>
                  <a:gd name="connsiteX182" fmla="*/ 346805 w 742950"/>
                  <a:gd name="connsiteY182" fmla="*/ 315093 h 352425"/>
                  <a:gd name="connsiteX183" fmla="*/ 344710 w 742950"/>
                  <a:gd name="connsiteY183" fmla="*/ 320427 h 352425"/>
                  <a:gd name="connsiteX184" fmla="*/ 342805 w 742950"/>
                  <a:gd name="connsiteY184" fmla="*/ 324046 h 352425"/>
                  <a:gd name="connsiteX185" fmla="*/ 340995 w 742950"/>
                  <a:gd name="connsiteY185" fmla="*/ 330238 h 352425"/>
                  <a:gd name="connsiteX186" fmla="*/ 338899 w 742950"/>
                  <a:gd name="connsiteY186" fmla="*/ 333286 h 352425"/>
                  <a:gd name="connsiteX187" fmla="*/ 335756 w 742950"/>
                  <a:gd name="connsiteY187" fmla="*/ 340334 h 352425"/>
                  <a:gd name="connsiteX188" fmla="*/ 332041 w 742950"/>
                  <a:gd name="connsiteY188" fmla="*/ 346525 h 352425"/>
                  <a:gd name="connsiteX189" fmla="*/ 328136 w 742950"/>
                  <a:gd name="connsiteY189" fmla="*/ 352240 h 352425"/>
                  <a:gd name="connsiteX190" fmla="*/ 327755 w 742950"/>
                  <a:gd name="connsiteY190" fmla="*/ 355765 h 352425"/>
                  <a:gd name="connsiteX191" fmla="*/ 327946 w 742950"/>
                  <a:gd name="connsiteY191" fmla="*/ 360908 h 352425"/>
                  <a:gd name="connsiteX192" fmla="*/ 327946 w 742950"/>
                  <a:gd name="connsiteY192" fmla="*/ 361003 h 352425"/>
                  <a:gd name="connsiteX193" fmla="*/ 324517 w 742950"/>
                  <a:gd name="connsiteY193" fmla="*/ 360813 h 352425"/>
                  <a:gd name="connsiteX194" fmla="*/ 319849 w 742950"/>
                  <a:gd name="connsiteY194" fmla="*/ 358717 h 352425"/>
                  <a:gd name="connsiteX195" fmla="*/ 319183 w 742950"/>
                  <a:gd name="connsiteY195" fmla="*/ 356050 h 352425"/>
                  <a:gd name="connsiteX196" fmla="*/ 315944 w 742950"/>
                  <a:gd name="connsiteY196" fmla="*/ 353288 h 352425"/>
                  <a:gd name="connsiteX197" fmla="*/ 312611 w 742950"/>
                  <a:gd name="connsiteY197" fmla="*/ 350621 h 352425"/>
                  <a:gd name="connsiteX198" fmla="*/ 311658 w 742950"/>
                  <a:gd name="connsiteY198" fmla="*/ 345192 h 352425"/>
                  <a:gd name="connsiteX199" fmla="*/ 313277 w 742950"/>
                  <a:gd name="connsiteY199" fmla="*/ 337381 h 352425"/>
                  <a:gd name="connsiteX200" fmla="*/ 314611 w 742950"/>
                  <a:gd name="connsiteY200" fmla="*/ 331762 h 352425"/>
                  <a:gd name="connsiteX201" fmla="*/ 317182 w 742950"/>
                  <a:gd name="connsiteY201" fmla="*/ 327094 h 352425"/>
                  <a:gd name="connsiteX202" fmla="*/ 318135 w 742950"/>
                  <a:gd name="connsiteY202" fmla="*/ 324237 h 352425"/>
                  <a:gd name="connsiteX203" fmla="*/ 316897 w 742950"/>
                  <a:gd name="connsiteY203" fmla="*/ 320808 h 352425"/>
                  <a:gd name="connsiteX204" fmla="*/ 314039 w 742950"/>
                  <a:gd name="connsiteY204" fmla="*/ 318046 h 352425"/>
                  <a:gd name="connsiteX205" fmla="*/ 310229 w 742950"/>
                  <a:gd name="connsiteY205" fmla="*/ 318808 h 352425"/>
                  <a:gd name="connsiteX206" fmla="*/ 309086 w 742950"/>
                  <a:gd name="connsiteY206" fmla="*/ 322522 h 352425"/>
                  <a:gd name="connsiteX207" fmla="*/ 305943 w 742950"/>
                  <a:gd name="connsiteY207" fmla="*/ 324618 h 352425"/>
                  <a:gd name="connsiteX208" fmla="*/ 300990 w 742950"/>
                  <a:gd name="connsiteY208" fmla="*/ 324618 h 352425"/>
                  <a:gd name="connsiteX209" fmla="*/ 296989 w 742950"/>
                  <a:gd name="connsiteY209" fmla="*/ 326523 h 352425"/>
                  <a:gd name="connsiteX210" fmla="*/ 292989 w 742950"/>
                  <a:gd name="connsiteY210" fmla="*/ 326047 h 352425"/>
                  <a:gd name="connsiteX211" fmla="*/ 292798 w 742950"/>
                  <a:gd name="connsiteY211" fmla="*/ 321761 h 352425"/>
                  <a:gd name="connsiteX212" fmla="*/ 295465 w 742950"/>
                  <a:gd name="connsiteY212" fmla="*/ 319093 h 352425"/>
                  <a:gd name="connsiteX213" fmla="*/ 293751 w 742950"/>
                  <a:gd name="connsiteY213" fmla="*/ 313474 h 352425"/>
                  <a:gd name="connsiteX214" fmla="*/ 294989 w 742950"/>
                  <a:gd name="connsiteY214" fmla="*/ 310616 h 352425"/>
                  <a:gd name="connsiteX215" fmla="*/ 298132 w 742950"/>
                  <a:gd name="connsiteY215" fmla="*/ 308806 h 352425"/>
                  <a:gd name="connsiteX216" fmla="*/ 299371 w 742950"/>
                  <a:gd name="connsiteY216" fmla="*/ 304996 h 352425"/>
                  <a:gd name="connsiteX217" fmla="*/ 296228 w 742950"/>
                  <a:gd name="connsiteY217" fmla="*/ 295281 h 352425"/>
                  <a:gd name="connsiteX218" fmla="*/ 296323 w 742950"/>
                  <a:gd name="connsiteY218" fmla="*/ 291852 h 352425"/>
                  <a:gd name="connsiteX219" fmla="*/ 299466 w 742950"/>
                  <a:gd name="connsiteY219" fmla="*/ 290233 h 352425"/>
                  <a:gd name="connsiteX220" fmla="*/ 300609 w 742950"/>
                  <a:gd name="connsiteY220" fmla="*/ 284613 h 352425"/>
                  <a:gd name="connsiteX221" fmla="*/ 294227 w 742950"/>
                  <a:gd name="connsiteY221" fmla="*/ 279469 h 352425"/>
                  <a:gd name="connsiteX222" fmla="*/ 294037 w 742950"/>
                  <a:gd name="connsiteY222" fmla="*/ 276517 h 352425"/>
                  <a:gd name="connsiteX223" fmla="*/ 297275 w 742950"/>
                  <a:gd name="connsiteY223" fmla="*/ 274707 h 352425"/>
                  <a:gd name="connsiteX224" fmla="*/ 294513 w 742950"/>
                  <a:gd name="connsiteY224" fmla="*/ 269944 h 352425"/>
                  <a:gd name="connsiteX225" fmla="*/ 287464 w 742950"/>
                  <a:gd name="connsiteY225" fmla="*/ 267849 h 352425"/>
                  <a:gd name="connsiteX226" fmla="*/ 285750 w 742950"/>
                  <a:gd name="connsiteY226" fmla="*/ 264896 h 352425"/>
                  <a:gd name="connsiteX227" fmla="*/ 281083 w 742950"/>
                  <a:gd name="connsiteY227" fmla="*/ 263372 h 352425"/>
                  <a:gd name="connsiteX228" fmla="*/ 276415 w 742950"/>
                  <a:gd name="connsiteY228" fmla="*/ 265182 h 352425"/>
                  <a:gd name="connsiteX229" fmla="*/ 273748 w 742950"/>
                  <a:gd name="connsiteY229" fmla="*/ 263372 h 352425"/>
                  <a:gd name="connsiteX230" fmla="*/ 272510 w 742950"/>
                  <a:gd name="connsiteY230" fmla="*/ 260229 h 352425"/>
                  <a:gd name="connsiteX231" fmla="*/ 267843 w 742950"/>
                  <a:gd name="connsiteY231" fmla="*/ 261181 h 352425"/>
                  <a:gd name="connsiteX232" fmla="*/ 263842 w 742950"/>
                  <a:gd name="connsiteY232" fmla="*/ 263563 h 352425"/>
                  <a:gd name="connsiteX233" fmla="*/ 258508 w 742950"/>
                  <a:gd name="connsiteY233" fmla="*/ 260705 h 352425"/>
                  <a:gd name="connsiteX234" fmla="*/ 256794 w 742950"/>
                  <a:gd name="connsiteY234" fmla="*/ 254800 h 352425"/>
                  <a:gd name="connsiteX235" fmla="*/ 259175 w 742950"/>
                  <a:gd name="connsiteY235" fmla="*/ 252418 h 352425"/>
                  <a:gd name="connsiteX236" fmla="*/ 261175 w 742950"/>
                  <a:gd name="connsiteY236" fmla="*/ 249466 h 352425"/>
                  <a:gd name="connsiteX237" fmla="*/ 259556 w 742950"/>
                  <a:gd name="connsiteY237" fmla="*/ 247084 h 352425"/>
                  <a:gd name="connsiteX238" fmla="*/ 258889 w 742950"/>
                  <a:gd name="connsiteY238" fmla="*/ 243370 h 352425"/>
                  <a:gd name="connsiteX239" fmla="*/ 256222 w 742950"/>
                  <a:gd name="connsiteY239" fmla="*/ 241369 h 352425"/>
                  <a:gd name="connsiteX240" fmla="*/ 250507 w 742950"/>
                  <a:gd name="connsiteY240" fmla="*/ 239083 h 352425"/>
                  <a:gd name="connsiteX241" fmla="*/ 247079 w 742950"/>
                  <a:gd name="connsiteY241" fmla="*/ 240131 h 352425"/>
                  <a:gd name="connsiteX242" fmla="*/ 241935 w 742950"/>
                  <a:gd name="connsiteY242" fmla="*/ 238036 h 352425"/>
                  <a:gd name="connsiteX243" fmla="*/ 235934 w 742950"/>
                  <a:gd name="connsiteY243" fmla="*/ 240703 h 352425"/>
                  <a:gd name="connsiteX244" fmla="*/ 230505 w 742950"/>
                  <a:gd name="connsiteY244" fmla="*/ 237464 h 352425"/>
                  <a:gd name="connsiteX245" fmla="*/ 226123 w 742950"/>
                  <a:gd name="connsiteY245" fmla="*/ 236035 h 352425"/>
                  <a:gd name="connsiteX246" fmla="*/ 223838 w 742950"/>
                  <a:gd name="connsiteY246" fmla="*/ 238131 h 352425"/>
                  <a:gd name="connsiteX247" fmla="*/ 218885 w 742950"/>
                  <a:gd name="connsiteY247" fmla="*/ 234892 h 352425"/>
                  <a:gd name="connsiteX248" fmla="*/ 214408 w 742950"/>
                  <a:gd name="connsiteY248" fmla="*/ 234988 h 352425"/>
                  <a:gd name="connsiteX249" fmla="*/ 210788 w 742950"/>
                  <a:gd name="connsiteY249" fmla="*/ 232892 h 352425"/>
                  <a:gd name="connsiteX250" fmla="*/ 205549 w 742950"/>
                  <a:gd name="connsiteY250" fmla="*/ 234226 h 352425"/>
                  <a:gd name="connsiteX251" fmla="*/ 199835 w 742950"/>
                  <a:gd name="connsiteY251" fmla="*/ 238226 h 352425"/>
                  <a:gd name="connsiteX252" fmla="*/ 197167 w 742950"/>
                  <a:gd name="connsiteY252" fmla="*/ 238321 h 352425"/>
                  <a:gd name="connsiteX253" fmla="*/ 195072 w 742950"/>
                  <a:gd name="connsiteY253" fmla="*/ 235559 h 352425"/>
                  <a:gd name="connsiteX254" fmla="*/ 190405 w 742950"/>
                  <a:gd name="connsiteY254" fmla="*/ 234892 h 352425"/>
                  <a:gd name="connsiteX255" fmla="*/ 187357 w 742950"/>
                  <a:gd name="connsiteY255" fmla="*/ 233940 h 352425"/>
                  <a:gd name="connsiteX256" fmla="*/ 184118 w 742950"/>
                  <a:gd name="connsiteY256" fmla="*/ 235464 h 352425"/>
                  <a:gd name="connsiteX257" fmla="*/ 181737 w 742950"/>
                  <a:gd name="connsiteY257" fmla="*/ 234226 h 352425"/>
                  <a:gd name="connsiteX258" fmla="*/ 178879 w 742950"/>
                  <a:gd name="connsiteY258" fmla="*/ 235750 h 352425"/>
                  <a:gd name="connsiteX259" fmla="*/ 149638 w 742950"/>
                  <a:gd name="connsiteY259" fmla="*/ 221557 h 352425"/>
                  <a:gd name="connsiteX260" fmla="*/ 39148 w 742950"/>
                  <a:gd name="connsiteY260" fmla="*/ 203365 h 352425"/>
                  <a:gd name="connsiteX261" fmla="*/ 35814 w 742950"/>
                  <a:gd name="connsiteY261" fmla="*/ 200602 h 352425"/>
                  <a:gd name="connsiteX262" fmla="*/ 32861 w 742950"/>
                  <a:gd name="connsiteY262" fmla="*/ 196888 h 352425"/>
                  <a:gd name="connsiteX263" fmla="*/ 30956 w 742950"/>
                  <a:gd name="connsiteY263" fmla="*/ 194887 h 352425"/>
                  <a:gd name="connsiteX264" fmla="*/ 30004 w 742950"/>
                  <a:gd name="connsiteY264" fmla="*/ 191268 h 352425"/>
                  <a:gd name="connsiteX265" fmla="*/ 28004 w 742950"/>
                  <a:gd name="connsiteY265" fmla="*/ 186505 h 352425"/>
                  <a:gd name="connsiteX266" fmla="*/ 23717 w 742950"/>
                  <a:gd name="connsiteY266" fmla="*/ 181552 h 352425"/>
                  <a:gd name="connsiteX267" fmla="*/ 20003 w 742950"/>
                  <a:gd name="connsiteY267" fmla="*/ 177933 h 352425"/>
                  <a:gd name="connsiteX268" fmla="*/ 15621 w 742950"/>
                  <a:gd name="connsiteY268" fmla="*/ 177457 h 352425"/>
                  <a:gd name="connsiteX269" fmla="*/ 12192 w 742950"/>
                  <a:gd name="connsiteY269" fmla="*/ 176409 h 352425"/>
                  <a:gd name="connsiteX270" fmla="*/ 11525 w 742950"/>
                  <a:gd name="connsiteY270" fmla="*/ 174123 h 352425"/>
                  <a:gd name="connsiteX271" fmla="*/ 8763 w 742950"/>
                  <a:gd name="connsiteY271" fmla="*/ 172313 h 352425"/>
                  <a:gd name="connsiteX272" fmla="*/ 4667 w 742950"/>
                  <a:gd name="connsiteY272" fmla="*/ 174504 h 352425"/>
                  <a:gd name="connsiteX273" fmla="*/ 857 w 742950"/>
                  <a:gd name="connsiteY273" fmla="*/ 174409 h 352425"/>
                  <a:gd name="connsiteX274" fmla="*/ 0 w 742950"/>
                  <a:gd name="connsiteY274" fmla="*/ 170503 h 352425"/>
                  <a:gd name="connsiteX275" fmla="*/ 0 w 742950"/>
                  <a:gd name="connsiteY275" fmla="*/ 170122 h 352425"/>
                  <a:gd name="connsiteX276" fmla="*/ 3620 w 742950"/>
                  <a:gd name="connsiteY276" fmla="*/ 166693 h 352425"/>
                  <a:gd name="connsiteX277" fmla="*/ 7239 w 742950"/>
                  <a:gd name="connsiteY277" fmla="*/ 164122 h 352425"/>
                  <a:gd name="connsiteX278" fmla="*/ 12573 w 742950"/>
                  <a:gd name="connsiteY278" fmla="*/ 163169 h 352425"/>
                  <a:gd name="connsiteX279" fmla="*/ 17812 w 742950"/>
                  <a:gd name="connsiteY279" fmla="*/ 160026 h 352425"/>
                  <a:gd name="connsiteX280" fmla="*/ 23813 w 742950"/>
                  <a:gd name="connsiteY280" fmla="*/ 156121 h 352425"/>
                  <a:gd name="connsiteX281" fmla="*/ 32004 w 742950"/>
                  <a:gd name="connsiteY281" fmla="*/ 154311 h 352425"/>
                  <a:gd name="connsiteX282" fmla="*/ 39433 w 742950"/>
                  <a:gd name="connsiteY282" fmla="*/ 149739 h 352425"/>
                  <a:gd name="connsiteX283" fmla="*/ 46958 w 742950"/>
                  <a:gd name="connsiteY283" fmla="*/ 140976 h 352425"/>
                  <a:gd name="connsiteX284" fmla="*/ 53912 w 742950"/>
                  <a:gd name="connsiteY284" fmla="*/ 133546 h 352425"/>
                  <a:gd name="connsiteX285" fmla="*/ 57055 w 742950"/>
                  <a:gd name="connsiteY285" fmla="*/ 128974 h 352425"/>
                  <a:gd name="connsiteX286" fmla="*/ 61055 w 742950"/>
                  <a:gd name="connsiteY286" fmla="*/ 124498 h 352425"/>
                  <a:gd name="connsiteX287" fmla="*/ 68675 w 742950"/>
                  <a:gd name="connsiteY287" fmla="*/ 122307 h 352425"/>
                  <a:gd name="connsiteX288" fmla="*/ 76486 w 742950"/>
                  <a:gd name="connsiteY288" fmla="*/ 121640 h 352425"/>
                  <a:gd name="connsiteX289" fmla="*/ 81058 w 742950"/>
                  <a:gd name="connsiteY289" fmla="*/ 124021 h 352425"/>
                  <a:gd name="connsiteX290" fmla="*/ 86678 w 742950"/>
                  <a:gd name="connsiteY290" fmla="*/ 119830 h 352425"/>
                  <a:gd name="connsiteX291" fmla="*/ 92583 w 742950"/>
                  <a:gd name="connsiteY291" fmla="*/ 117925 h 352425"/>
                  <a:gd name="connsiteX292" fmla="*/ 99536 w 742950"/>
                  <a:gd name="connsiteY292" fmla="*/ 118021 h 352425"/>
                  <a:gd name="connsiteX293" fmla="*/ 105442 w 742950"/>
                  <a:gd name="connsiteY293" fmla="*/ 115068 h 352425"/>
                  <a:gd name="connsiteX294" fmla="*/ 110585 w 742950"/>
                  <a:gd name="connsiteY294" fmla="*/ 110591 h 352425"/>
                  <a:gd name="connsiteX295" fmla="*/ 116681 w 742950"/>
                  <a:gd name="connsiteY295" fmla="*/ 106400 h 352425"/>
                  <a:gd name="connsiteX296" fmla="*/ 122301 w 742950"/>
                  <a:gd name="connsiteY296" fmla="*/ 101447 h 352425"/>
                  <a:gd name="connsiteX297" fmla="*/ 125063 w 742950"/>
                  <a:gd name="connsiteY297" fmla="*/ 96875 h 352425"/>
                  <a:gd name="connsiteX298" fmla="*/ 127921 w 742950"/>
                  <a:gd name="connsiteY298" fmla="*/ 92398 h 352425"/>
                  <a:gd name="connsiteX299" fmla="*/ 131826 w 742950"/>
                  <a:gd name="connsiteY299" fmla="*/ 91446 h 352425"/>
                  <a:gd name="connsiteX300" fmla="*/ 135446 w 742950"/>
                  <a:gd name="connsiteY300" fmla="*/ 91065 h 352425"/>
                  <a:gd name="connsiteX301" fmla="*/ 138017 w 742950"/>
                  <a:gd name="connsiteY301" fmla="*/ 88588 h 352425"/>
                  <a:gd name="connsiteX302" fmla="*/ 144018 w 742950"/>
                  <a:gd name="connsiteY302" fmla="*/ 89160 h 352425"/>
                  <a:gd name="connsiteX303" fmla="*/ 150209 w 742950"/>
                  <a:gd name="connsiteY303" fmla="*/ 83445 h 352425"/>
                  <a:gd name="connsiteX304" fmla="*/ 151257 w 742950"/>
                  <a:gd name="connsiteY304" fmla="*/ 76396 h 352425"/>
                  <a:gd name="connsiteX305" fmla="*/ 151924 w 742950"/>
                  <a:gd name="connsiteY305" fmla="*/ 72586 h 352425"/>
                  <a:gd name="connsiteX306" fmla="*/ 154400 w 742950"/>
                  <a:gd name="connsiteY306" fmla="*/ 70205 h 352425"/>
                  <a:gd name="connsiteX307" fmla="*/ 157734 w 742950"/>
                  <a:gd name="connsiteY307" fmla="*/ 67062 h 352425"/>
                  <a:gd name="connsiteX308" fmla="*/ 160020 w 742950"/>
                  <a:gd name="connsiteY308" fmla="*/ 63538 h 352425"/>
                  <a:gd name="connsiteX309" fmla="*/ 163163 w 742950"/>
                  <a:gd name="connsiteY309" fmla="*/ 63061 h 352425"/>
                  <a:gd name="connsiteX310" fmla="*/ 164782 w 742950"/>
                  <a:gd name="connsiteY310" fmla="*/ 60394 h 352425"/>
                  <a:gd name="connsiteX311" fmla="*/ 166306 w 742950"/>
                  <a:gd name="connsiteY311" fmla="*/ 58013 h 352425"/>
                  <a:gd name="connsiteX312" fmla="*/ 169831 w 742950"/>
                  <a:gd name="connsiteY312" fmla="*/ 52203 h 352425"/>
                  <a:gd name="connsiteX313" fmla="*/ 176308 w 742950"/>
                  <a:gd name="connsiteY313" fmla="*/ 49345 h 352425"/>
                  <a:gd name="connsiteX314" fmla="*/ 182880 w 742950"/>
                  <a:gd name="connsiteY314" fmla="*/ 45535 h 352425"/>
                  <a:gd name="connsiteX315" fmla="*/ 187071 w 742950"/>
                  <a:gd name="connsiteY315" fmla="*/ 41249 h 352425"/>
                  <a:gd name="connsiteX316" fmla="*/ 192214 w 742950"/>
                  <a:gd name="connsiteY316" fmla="*/ 34105 h 352425"/>
                  <a:gd name="connsiteX317" fmla="*/ 194691 w 742950"/>
                  <a:gd name="connsiteY317" fmla="*/ 28295 h 352425"/>
                  <a:gd name="connsiteX318" fmla="*/ 199072 w 742950"/>
                  <a:gd name="connsiteY318" fmla="*/ 22009 h 352425"/>
                  <a:gd name="connsiteX319" fmla="*/ 206121 w 742950"/>
                  <a:gd name="connsiteY319" fmla="*/ 18008 h 352425"/>
                  <a:gd name="connsiteX320" fmla="*/ 209645 w 742950"/>
                  <a:gd name="connsiteY320" fmla="*/ 15532 h 352425"/>
                  <a:gd name="connsiteX321" fmla="*/ 213646 w 742950"/>
                  <a:gd name="connsiteY321" fmla="*/ 12865 h 352425"/>
                  <a:gd name="connsiteX322" fmla="*/ 216694 w 742950"/>
                  <a:gd name="connsiteY322" fmla="*/ 11245 h 352425"/>
                  <a:gd name="connsiteX323" fmla="*/ 221456 w 742950"/>
                  <a:gd name="connsiteY323" fmla="*/ 6959 h 352425"/>
                  <a:gd name="connsiteX324" fmla="*/ 226600 w 742950"/>
                  <a:gd name="connsiteY324" fmla="*/ 6102 h 352425"/>
                  <a:gd name="connsiteX325" fmla="*/ 231267 w 742950"/>
                  <a:gd name="connsiteY325" fmla="*/ 4578 h 352425"/>
                  <a:gd name="connsiteX326" fmla="*/ 234315 w 742950"/>
                  <a:gd name="connsiteY326" fmla="*/ 2578 h 352425"/>
                  <a:gd name="connsiteX327" fmla="*/ 239649 w 742950"/>
                  <a:gd name="connsiteY327" fmla="*/ 1339 h 352425"/>
                  <a:gd name="connsiteX328" fmla="*/ 250127 w 742950"/>
                  <a:gd name="connsiteY328" fmla="*/ 2006 h 352425"/>
                  <a:gd name="connsiteX329" fmla="*/ 254603 w 742950"/>
                  <a:gd name="connsiteY329" fmla="*/ 482 h 352425"/>
                  <a:gd name="connsiteX330" fmla="*/ 260795 w 742950"/>
                  <a:gd name="connsiteY330" fmla="*/ 101 h 352425"/>
                  <a:gd name="connsiteX331" fmla="*/ 265938 w 742950"/>
                  <a:gd name="connsiteY331" fmla="*/ 2482 h 352425"/>
                  <a:gd name="connsiteX332" fmla="*/ 270605 w 742950"/>
                  <a:gd name="connsiteY332" fmla="*/ 6292 h 352425"/>
                  <a:gd name="connsiteX333" fmla="*/ 271463 w 742950"/>
                  <a:gd name="connsiteY333" fmla="*/ 10864 h 352425"/>
                  <a:gd name="connsiteX334" fmla="*/ 268129 w 742950"/>
                  <a:gd name="connsiteY334" fmla="*/ 11150 h 352425"/>
                  <a:gd name="connsiteX335" fmla="*/ 264605 w 742950"/>
                  <a:gd name="connsiteY335" fmla="*/ 11055 h 352425"/>
                  <a:gd name="connsiteX336" fmla="*/ 261842 w 742950"/>
                  <a:gd name="connsiteY336" fmla="*/ 14770 h 352425"/>
                  <a:gd name="connsiteX337" fmla="*/ 258699 w 742950"/>
                  <a:gd name="connsiteY337" fmla="*/ 15341 h 352425"/>
                  <a:gd name="connsiteX338" fmla="*/ 257175 w 742950"/>
                  <a:gd name="connsiteY338" fmla="*/ 13246 h 352425"/>
                  <a:gd name="connsiteX339" fmla="*/ 253460 w 742950"/>
                  <a:gd name="connsiteY339" fmla="*/ 12579 h 352425"/>
                  <a:gd name="connsiteX340" fmla="*/ 249269 w 742950"/>
                  <a:gd name="connsiteY340" fmla="*/ 14293 h 352425"/>
                  <a:gd name="connsiteX341" fmla="*/ 245364 w 742950"/>
                  <a:gd name="connsiteY341" fmla="*/ 14484 h 352425"/>
                  <a:gd name="connsiteX342" fmla="*/ 244602 w 742950"/>
                  <a:gd name="connsiteY342" fmla="*/ 18389 h 352425"/>
                  <a:gd name="connsiteX343" fmla="*/ 248698 w 742950"/>
                  <a:gd name="connsiteY343" fmla="*/ 20961 h 352425"/>
                  <a:gd name="connsiteX344" fmla="*/ 248698 w 742950"/>
                  <a:gd name="connsiteY344" fmla="*/ 24580 h 352425"/>
                  <a:gd name="connsiteX345" fmla="*/ 243935 w 742950"/>
                  <a:gd name="connsiteY345" fmla="*/ 26485 h 352425"/>
                  <a:gd name="connsiteX346" fmla="*/ 240411 w 742950"/>
                  <a:gd name="connsiteY346" fmla="*/ 29248 h 352425"/>
                  <a:gd name="connsiteX347" fmla="*/ 237172 w 742950"/>
                  <a:gd name="connsiteY347" fmla="*/ 30581 h 352425"/>
                  <a:gd name="connsiteX348" fmla="*/ 235363 w 742950"/>
                  <a:gd name="connsiteY348" fmla="*/ 33343 h 352425"/>
                  <a:gd name="connsiteX349" fmla="*/ 233648 w 742950"/>
                  <a:gd name="connsiteY349" fmla="*/ 37249 h 352425"/>
                  <a:gd name="connsiteX350" fmla="*/ 230124 w 742950"/>
                  <a:gd name="connsiteY350" fmla="*/ 41249 h 352425"/>
                  <a:gd name="connsiteX351" fmla="*/ 226028 w 742950"/>
                  <a:gd name="connsiteY351" fmla="*/ 44202 h 352425"/>
                  <a:gd name="connsiteX352" fmla="*/ 221361 w 742950"/>
                  <a:gd name="connsiteY352" fmla="*/ 48964 h 352425"/>
                  <a:gd name="connsiteX353" fmla="*/ 220408 w 742950"/>
                  <a:gd name="connsiteY353" fmla="*/ 53346 h 352425"/>
                  <a:gd name="connsiteX354" fmla="*/ 221361 w 742950"/>
                  <a:gd name="connsiteY354" fmla="*/ 56299 h 352425"/>
                  <a:gd name="connsiteX355" fmla="*/ 218504 w 742950"/>
                  <a:gd name="connsiteY355" fmla="*/ 57727 h 352425"/>
                  <a:gd name="connsiteX356" fmla="*/ 216408 w 742950"/>
                  <a:gd name="connsiteY356" fmla="*/ 56965 h 352425"/>
                  <a:gd name="connsiteX357" fmla="*/ 216027 w 742950"/>
                  <a:gd name="connsiteY357" fmla="*/ 59728 h 352425"/>
                  <a:gd name="connsiteX358" fmla="*/ 216217 w 742950"/>
                  <a:gd name="connsiteY358" fmla="*/ 63633 h 352425"/>
                  <a:gd name="connsiteX359" fmla="*/ 213265 w 742950"/>
                  <a:gd name="connsiteY359" fmla="*/ 65443 h 352425"/>
                  <a:gd name="connsiteX360" fmla="*/ 210598 w 742950"/>
                  <a:gd name="connsiteY360" fmla="*/ 67538 h 352425"/>
                  <a:gd name="connsiteX361" fmla="*/ 209264 w 742950"/>
                  <a:gd name="connsiteY361" fmla="*/ 71253 h 352425"/>
                  <a:gd name="connsiteX362" fmla="*/ 210312 w 742950"/>
                  <a:gd name="connsiteY362" fmla="*/ 79540 h 352425"/>
                  <a:gd name="connsiteX363" fmla="*/ 205549 w 742950"/>
                  <a:gd name="connsiteY363" fmla="*/ 84302 h 352425"/>
                  <a:gd name="connsiteX364" fmla="*/ 202025 w 742950"/>
                  <a:gd name="connsiteY364" fmla="*/ 86779 h 352425"/>
                  <a:gd name="connsiteX365" fmla="*/ 202406 w 742950"/>
                  <a:gd name="connsiteY365" fmla="*/ 92303 h 352425"/>
                  <a:gd name="connsiteX366" fmla="*/ 201644 w 742950"/>
                  <a:gd name="connsiteY366" fmla="*/ 96399 h 352425"/>
                  <a:gd name="connsiteX367" fmla="*/ 200406 w 742950"/>
                  <a:gd name="connsiteY367" fmla="*/ 100590 h 352425"/>
                  <a:gd name="connsiteX368" fmla="*/ 199835 w 742950"/>
                  <a:gd name="connsiteY368" fmla="*/ 106210 h 352425"/>
                  <a:gd name="connsiteX369" fmla="*/ 201644 w 742950"/>
                  <a:gd name="connsiteY369" fmla="*/ 110591 h 352425"/>
                  <a:gd name="connsiteX370" fmla="*/ 205264 w 742950"/>
                  <a:gd name="connsiteY370" fmla="*/ 114306 h 352425"/>
                  <a:gd name="connsiteX371" fmla="*/ 208216 w 742950"/>
                  <a:gd name="connsiteY371" fmla="*/ 109448 h 352425"/>
                  <a:gd name="connsiteX372" fmla="*/ 209740 w 742950"/>
                  <a:gd name="connsiteY372" fmla="*/ 105924 h 352425"/>
                  <a:gd name="connsiteX373" fmla="*/ 211264 w 742950"/>
                  <a:gd name="connsiteY373" fmla="*/ 102304 h 352425"/>
                  <a:gd name="connsiteX374" fmla="*/ 213455 w 742950"/>
                  <a:gd name="connsiteY374" fmla="*/ 100971 h 352425"/>
                  <a:gd name="connsiteX375" fmla="*/ 218694 w 742950"/>
                  <a:gd name="connsiteY375" fmla="*/ 95732 h 352425"/>
                  <a:gd name="connsiteX376" fmla="*/ 224409 w 742950"/>
                  <a:gd name="connsiteY376" fmla="*/ 88398 h 352425"/>
                  <a:gd name="connsiteX377" fmla="*/ 228410 w 742950"/>
                  <a:gd name="connsiteY377" fmla="*/ 84016 h 352425"/>
                  <a:gd name="connsiteX378" fmla="*/ 232886 w 742950"/>
                  <a:gd name="connsiteY378" fmla="*/ 82397 h 352425"/>
                  <a:gd name="connsiteX379" fmla="*/ 235744 w 742950"/>
                  <a:gd name="connsiteY379" fmla="*/ 83159 h 352425"/>
                  <a:gd name="connsiteX380" fmla="*/ 234887 w 742950"/>
                  <a:gd name="connsiteY380" fmla="*/ 86017 h 352425"/>
                  <a:gd name="connsiteX381" fmla="*/ 231553 w 742950"/>
                  <a:gd name="connsiteY381" fmla="*/ 87541 h 352425"/>
                  <a:gd name="connsiteX382" fmla="*/ 231457 w 742950"/>
                  <a:gd name="connsiteY382" fmla="*/ 89446 h 352425"/>
                  <a:gd name="connsiteX383" fmla="*/ 232600 w 742950"/>
                  <a:gd name="connsiteY383" fmla="*/ 92494 h 352425"/>
                  <a:gd name="connsiteX384" fmla="*/ 236696 w 742950"/>
                  <a:gd name="connsiteY384" fmla="*/ 91541 h 352425"/>
                  <a:gd name="connsiteX385" fmla="*/ 238792 w 742950"/>
                  <a:gd name="connsiteY385" fmla="*/ 89731 h 352425"/>
                  <a:gd name="connsiteX386" fmla="*/ 241459 w 742950"/>
                  <a:gd name="connsiteY386" fmla="*/ 87350 h 352425"/>
                  <a:gd name="connsiteX387" fmla="*/ 250603 w 742950"/>
                  <a:gd name="connsiteY387" fmla="*/ 89731 h 352425"/>
                  <a:gd name="connsiteX388" fmla="*/ 254127 w 742950"/>
                  <a:gd name="connsiteY388" fmla="*/ 89922 h 352425"/>
                  <a:gd name="connsiteX389" fmla="*/ 258604 w 742950"/>
                  <a:gd name="connsiteY389" fmla="*/ 87922 h 352425"/>
                  <a:gd name="connsiteX390" fmla="*/ 262223 w 742950"/>
                  <a:gd name="connsiteY390" fmla="*/ 87541 h 352425"/>
                  <a:gd name="connsiteX391" fmla="*/ 265652 w 742950"/>
                  <a:gd name="connsiteY391" fmla="*/ 89541 h 352425"/>
                  <a:gd name="connsiteX392" fmla="*/ 268319 w 742950"/>
                  <a:gd name="connsiteY392" fmla="*/ 90493 h 352425"/>
                  <a:gd name="connsiteX393" fmla="*/ 269938 w 742950"/>
                  <a:gd name="connsiteY393" fmla="*/ 88779 h 352425"/>
                  <a:gd name="connsiteX394" fmla="*/ 273558 w 742950"/>
                  <a:gd name="connsiteY394" fmla="*/ 90208 h 352425"/>
                  <a:gd name="connsiteX395" fmla="*/ 274701 w 742950"/>
                  <a:gd name="connsiteY395" fmla="*/ 92017 h 352425"/>
                  <a:gd name="connsiteX396" fmla="*/ 278987 w 742950"/>
                  <a:gd name="connsiteY396" fmla="*/ 92017 h 352425"/>
                  <a:gd name="connsiteX397" fmla="*/ 278892 w 742950"/>
                  <a:gd name="connsiteY397" fmla="*/ 95065 h 352425"/>
                  <a:gd name="connsiteX398" fmla="*/ 280225 w 742950"/>
                  <a:gd name="connsiteY398" fmla="*/ 97923 h 352425"/>
                  <a:gd name="connsiteX399" fmla="*/ 284607 w 742950"/>
                  <a:gd name="connsiteY399" fmla="*/ 97828 h 352425"/>
                  <a:gd name="connsiteX400" fmla="*/ 285750 w 742950"/>
                  <a:gd name="connsiteY400" fmla="*/ 95732 h 352425"/>
                  <a:gd name="connsiteX401" fmla="*/ 286988 w 742950"/>
                  <a:gd name="connsiteY401" fmla="*/ 98304 h 352425"/>
                  <a:gd name="connsiteX402" fmla="*/ 290036 w 742950"/>
                  <a:gd name="connsiteY402" fmla="*/ 97923 h 352425"/>
                  <a:gd name="connsiteX403" fmla="*/ 292037 w 742950"/>
                  <a:gd name="connsiteY403" fmla="*/ 99542 h 352425"/>
                  <a:gd name="connsiteX404" fmla="*/ 294608 w 742950"/>
                  <a:gd name="connsiteY404" fmla="*/ 101257 h 352425"/>
                  <a:gd name="connsiteX405" fmla="*/ 297847 w 742950"/>
                  <a:gd name="connsiteY405" fmla="*/ 105638 h 352425"/>
                  <a:gd name="connsiteX406" fmla="*/ 297942 w 742950"/>
                  <a:gd name="connsiteY406" fmla="*/ 110686 h 352425"/>
                  <a:gd name="connsiteX407" fmla="*/ 301371 w 742950"/>
                  <a:gd name="connsiteY407" fmla="*/ 113639 h 352425"/>
                  <a:gd name="connsiteX408" fmla="*/ 304990 w 742950"/>
                  <a:gd name="connsiteY408" fmla="*/ 114496 h 352425"/>
                  <a:gd name="connsiteX409" fmla="*/ 305943 w 742950"/>
                  <a:gd name="connsiteY409" fmla="*/ 120116 h 352425"/>
                  <a:gd name="connsiteX410" fmla="*/ 309563 w 742950"/>
                  <a:gd name="connsiteY410" fmla="*/ 122593 h 352425"/>
                  <a:gd name="connsiteX411" fmla="*/ 311944 w 742950"/>
                  <a:gd name="connsiteY411" fmla="*/ 124498 h 352425"/>
                  <a:gd name="connsiteX412" fmla="*/ 313849 w 742950"/>
                  <a:gd name="connsiteY412" fmla="*/ 127260 h 352425"/>
                  <a:gd name="connsiteX413" fmla="*/ 316897 w 742950"/>
                  <a:gd name="connsiteY413" fmla="*/ 128498 h 352425"/>
                  <a:gd name="connsiteX414" fmla="*/ 319469 w 742950"/>
                  <a:gd name="connsiteY414" fmla="*/ 127641 h 352425"/>
                  <a:gd name="connsiteX415" fmla="*/ 321564 w 742950"/>
                  <a:gd name="connsiteY415" fmla="*/ 129165 h 352425"/>
                  <a:gd name="connsiteX416" fmla="*/ 321945 w 742950"/>
                  <a:gd name="connsiteY416" fmla="*/ 132594 h 352425"/>
                  <a:gd name="connsiteX417" fmla="*/ 323469 w 742950"/>
                  <a:gd name="connsiteY417" fmla="*/ 135547 h 352425"/>
                  <a:gd name="connsiteX418" fmla="*/ 322993 w 742950"/>
                  <a:gd name="connsiteY418" fmla="*/ 139928 h 352425"/>
                  <a:gd name="connsiteX419" fmla="*/ 327374 w 742950"/>
                  <a:gd name="connsiteY419" fmla="*/ 142690 h 352425"/>
                  <a:gd name="connsiteX420" fmla="*/ 333756 w 742950"/>
                  <a:gd name="connsiteY420" fmla="*/ 144310 h 352425"/>
                  <a:gd name="connsiteX421" fmla="*/ 339185 w 742950"/>
                  <a:gd name="connsiteY421" fmla="*/ 143167 h 352425"/>
                  <a:gd name="connsiteX422" fmla="*/ 344043 w 742950"/>
                  <a:gd name="connsiteY422" fmla="*/ 141928 h 352425"/>
                  <a:gd name="connsiteX423" fmla="*/ 348805 w 742950"/>
                  <a:gd name="connsiteY423" fmla="*/ 141262 h 352425"/>
                  <a:gd name="connsiteX424" fmla="*/ 352996 w 742950"/>
                  <a:gd name="connsiteY424" fmla="*/ 140214 h 352425"/>
                  <a:gd name="connsiteX425" fmla="*/ 357378 w 742950"/>
                  <a:gd name="connsiteY425" fmla="*/ 135642 h 352425"/>
                  <a:gd name="connsiteX426" fmla="*/ 361664 w 742950"/>
                  <a:gd name="connsiteY426" fmla="*/ 132880 h 352425"/>
                  <a:gd name="connsiteX427" fmla="*/ 367284 w 742950"/>
                  <a:gd name="connsiteY427" fmla="*/ 133356 h 352425"/>
                  <a:gd name="connsiteX428" fmla="*/ 368998 w 742950"/>
                  <a:gd name="connsiteY428" fmla="*/ 138214 h 352425"/>
                  <a:gd name="connsiteX429" fmla="*/ 371856 w 742950"/>
                  <a:gd name="connsiteY429" fmla="*/ 142214 h 352425"/>
                  <a:gd name="connsiteX430" fmla="*/ 375666 w 742950"/>
                  <a:gd name="connsiteY430" fmla="*/ 141928 h 352425"/>
                  <a:gd name="connsiteX431" fmla="*/ 377666 w 742950"/>
                  <a:gd name="connsiteY431" fmla="*/ 144976 h 352425"/>
                  <a:gd name="connsiteX432" fmla="*/ 381953 w 742950"/>
                  <a:gd name="connsiteY432" fmla="*/ 145929 h 352425"/>
                  <a:gd name="connsiteX433" fmla="*/ 384810 w 742950"/>
                  <a:gd name="connsiteY433" fmla="*/ 145357 h 352425"/>
                  <a:gd name="connsiteX434" fmla="*/ 386620 w 742950"/>
                  <a:gd name="connsiteY434" fmla="*/ 142690 h 352425"/>
                  <a:gd name="connsiteX435" fmla="*/ 386810 w 742950"/>
                  <a:gd name="connsiteY435" fmla="*/ 139928 h 352425"/>
                  <a:gd name="connsiteX436" fmla="*/ 388620 w 742950"/>
                  <a:gd name="connsiteY436" fmla="*/ 138595 h 352425"/>
                  <a:gd name="connsiteX437" fmla="*/ 391763 w 742950"/>
                  <a:gd name="connsiteY437" fmla="*/ 137452 h 352425"/>
                  <a:gd name="connsiteX438" fmla="*/ 393763 w 742950"/>
                  <a:gd name="connsiteY438" fmla="*/ 140404 h 352425"/>
                  <a:gd name="connsiteX439" fmla="*/ 396240 w 742950"/>
                  <a:gd name="connsiteY439" fmla="*/ 142786 h 352425"/>
                  <a:gd name="connsiteX440" fmla="*/ 398621 w 742950"/>
                  <a:gd name="connsiteY440" fmla="*/ 140690 h 352425"/>
                  <a:gd name="connsiteX441" fmla="*/ 399288 w 742950"/>
                  <a:gd name="connsiteY441" fmla="*/ 137261 h 352425"/>
                  <a:gd name="connsiteX442" fmla="*/ 398526 w 742950"/>
                  <a:gd name="connsiteY442" fmla="*/ 133927 h 352425"/>
                  <a:gd name="connsiteX443" fmla="*/ 397383 w 742950"/>
                  <a:gd name="connsiteY443" fmla="*/ 131927 h 352425"/>
                  <a:gd name="connsiteX444" fmla="*/ 395573 w 742950"/>
                  <a:gd name="connsiteY444" fmla="*/ 129260 h 352425"/>
                  <a:gd name="connsiteX445" fmla="*/ 395859 w 742950"/>
                  <a:gd name="connsiteY445" fmla="*/ 125736 h 352425"/>
                  <a:gd name="connsiteX446" fmla="*/ 397859 w 742950"/>
                  <a:gd name="connsiteY446" fmla="*/ 124593 h 352425"/>
                  <a:gd name="connsiteX447" fmla="*/ 400336 w 742950"/>
                  <a:gd name="connsiteY447" fmla="*/ 123926 h 352425"/>
                  <a:gd name="connsiteX448" fmla="*/ 402527 w 742950"/>
                  <a:gd name="connsiteY448" fmla="*/ 126879 h 352425"/>
                  <a:gd name="connsiteX449" fmla="*/ 403670 w 742950"/>
                  <a:gd name="connsiteY449" fmla="*/ 130975 h 352425"/>
                  <a:gd name="connsiteX450" fmla="*/ 401955 w 742950"/>
                  <a:gd name="connsiteY450" fmla="*/ 134118 h 352425"/>
                  <a:gd name="connsiteX451" fmla="*/ 405955 w 742950"/>
                  <a:gd name="connsiteY451" fmla="*/ 136499 h 352425"/>
                  <a:gd name="connsiteX452" fmla="*/ 409385 w 742950"/>
                  <a:gd name="connsiteY452" fmla="*/ 137166 h 352425"/>
                  <a:gd name="connsiteX453" fmla="*/ 412718 w 742950"/>
                  <a:gd name="connsiteY453" fmla="*/ 134594 h 352425"/>
                  <a:gd name="connsiteX454" fmla="*/ 415480 w 742950"/>
                  <a:gd name="connsiteY454" fmla="*/ 130594 h 352425"/>
                  <a:gd name="connsiteX455" fmla="*/ 418624 w 742950"/>
                  <a:gd name="connsiteY455" fmla="*/ 125450 h 352425"/>
                  <a:gd name="connsiteX456" fmla="*/ 420624 w 742950"/>
                  <a:gd name="connsiteY456" fmla="*/ 122402 h 352425"/>
                  <a:gd name="connsiteX457" fmla="*/ 425101 w 742950"/>
                  <a:gd name="connsiteY457" fmla="*/ 121164 h 352425"/>
                  <a:gd name="connsiteX458" fmla="*/ 429958 w 742950"/>
                  <a:gd name="connsiteY458" fmla="*/ 118497 h 352425"/>
                  <a:gd name="connsiteX459" fmla="*/ 433769 w 742950"/>
                  <a:gd name="connsiteY459" fmla="*/ 113830 h 352425"/>
                  <a:gd name="connsiteX460" fmla="*/ 439293 w 742950"/>
                  <a:gd name="connsiteY460" fmla="*/ 109639 h 352425"/>
                  <a:gd name="connsiteX461" fmla="*/ 444341 w 742950"/>
                  <a:gd name="connsiteY461" fmla="*/ 103733 h 352425"/>
                  <a:gd name="connsiteX462" fmla="*/ 448342 w 742950"/>
                  <a:gd name="connsiteY462" fmla="*/ 100018 h 352425"/>
                  <a:gd name="connsiteX463" fmla="*/ 452342 w 742950"/>
                  <a:gd name="connsiteY463" fmla="*/ 98399 h 352425"/>
                  <a:gd name="connsiteX464" fmla="*/ 454819 w 742950"/>
                  <a:gd name="connsiteY464" fmla="*/ 100114 h 352425"/>
                  <a:gd name="connsiteX465" fmla="*/ 458533 w 742950"/>
                  <a:gd name="connsiteY465" fmla="*/ 100495 h 352425"/>
                  <a:gd name="connsiteX466" fmla="*/ 461200 w 742950"/>
                  <a:gd name="connsiteY466" fmla="*/ 98113 h 352425"/>
                  <a:gd name="connsiteX467" fmla="*/ 467106 w 742950"/>
                  <a:gd name="connsiteY467" fmla="*/ 96018 h 352425"/>
                  <a:gd name="connsiteX468" fmla="*/ 474345 w 742950"/>
                  <a:gd name="connsiteY468" fmla="*/ 92684 h 352425"/>
                  <a:gd name="connsiteX469" fmla="*/ 479107 w 742950"/>
                  <a:gd name="connsiteY469" fmla="*/ 90874 h 352425"/>
                  <a:gd name="connsiteX470" fmla="*/ 489775 w 742950"/>
                  <a:gd name="connsiteY470" fmla="*/ 92208 h 352425"/>
                  <a:gd name="connsiteX471" fmla="*/ 498729 w 742950"/>
                  <a:gd name="connsiteY471" fmla="*/ 91255 h 352425"/>
                  <a:gd name="connsiteX472" fmla="*/ 504920 w 742950"/>
                  <a:gd name="connsiteY472" fmla="*/ 89065 h 352425"/>
                  <a:gd name="connsiteX473" fmla="*/ 516255 w 742950"/>
                  <a:gd name="connsiteY473" fmla="*/ 89160 h 352425"/>
                  <a:gd name="connsiteX474" fmla="*/ 523208 w 742950"/>
                  <a:gd name="connsiteY474" fmla="*/ 86017 h 352425"/>
                  <a:gd name="connsiteX475" fmla="*/ 529590 w 742950"/>
                  <a:gd name="connsiteY475" fmla="*/ 81254 h 352425"/>
                  <a:gd name="connsiteX476" fmla="*/ 536638 w 742950"/>
                  <a:gd name="connsiteY476" fmla="*/ 76111 h 352425"/>
                  <a:gd name="connsiteX477" fmla="*/ 544925 w 742950"/>
                  <a:gd name="connsiteY477" fmla="*/ 71158 h 352425"/>
                  <a:gd name="connsiteX478" fmla="*/ 552355 w 742950"/>
                  <a:gd name="connsiteY478" fmla="*/ 68491 h 352425"/>
                  <a:gd name="connsiteX479" fmla="*/ 561022 w 742950"/>
                  <a:gd name="connsiteY479" fmla="*/ 68872 h 352425"/>
                  <a:gd name="connsiteX480" fmla="*/ 566642 w 742950"/>
                  <a:gd name="connsiteY480" fmla="*/ 66776 h 352425"/>
                  <a:gd name="connsiteX481" fmla="*/ 570166 w 742950"/>
                  <a:gd name="connsiteY481" fmla="*/ 63538 h 352425"/>
                  <a:gd name="connsiteX482" fmla="*/ 575500 w 742950"/>
                  <a:gd name="connsiteY482" fmla="*/ 66109 h 352425"/>
                  <a:gd name="connsiteX483" fmla="*/ 572738 w 742950"/>
                  <a:gd name="connsiteY483" fmla="*/ 70300 h 352425"/>
                  <a:gd name="connsiteX484" fmla="*/ 569976 w 742950"/>
                  <a:gd name="connsiteY484" fmla="*/ 74491 h 352425"/>
                  <a:gd name="connsiteX485" fmla="*/ 570643 w 742950"/>
                  <a:gd name="connsiteY485" fmla="*/ 81064 h 352425"/>
                  <a:gd name="connsiteX486" fmla="*/ 568928 w 742950"/>
                  <a:gd name="connsiteY486" fmla="*/ 87255 h 352425"/>
                  <a:gd name="connsiteX487" fmla="*/ 571405 w 742950"/>
                  <a:gd name="connsiteY487" fmla="*/ 93351 h 352425"/>
                  <a:gd name="connsiteX488" fmla="*/ 573786 w 742950"/>
                  <a:gd name="connsiteY488" fmla="*/ 96970 h 352425"/>
                  <a:gd name="connsiteX489" fmla="*/ 572072 w 742950"/>
                  <a:gd name="connsiteY489" fmla="*/ 100876 h 352425"/>
                  <a:gd name="connsiteX490" fmla="*/ 570833 w 742950"/>
                  <a:gd name="connsiteY490" fmla="*/ 104876 h 352425"/>
                  <a:gd name="connsiteX491" fmla="*/ 573405 w 742950"/>
                  <a:gd name="connsiteY491" fmla="*/ 108115 h 352425"/>
                  <a:gd name="connsiteX492" fmla="*/ 576548 w 742950"/>
                  <a:gd name="connsiteY492" fmla="*/ 110496 h 352425"/>
                  <a:gd name="connsiteX493" fmla="*/ 581692 w 742950"/>
                  <a:gd name="connsiteY493" fmla="*/ 109639 h 352425"/>
                  <a:gd name="connsiteX494" fmla="*/ 583216 w 742950"/>
                  <a:gd name="connsiteY494" fmla="*/ 106972 h 352425"/>
                  <a:gd name="connsiteX495" fmla="*/ 585788 w 742950"/>
                  <a:gd name="connsiteY495" fmla="*/ 109067 h 352425"/>
                  <a:gd name="connsiteX496" fmla="*/ 589026 w 742950"/>
                  <a:gd name="connsiteY496" fmla="*/ 110496 h 352425"/>
                  <a:gd name="connsiteX497" fmla="*/ 591788 w 742950"/>
                  <a:gd name="connsiteY497" fmla="*/ 108400 h 352425"/>
                  <a:gd name="connsiteX498" fmla="*/ 595313 w 742950"/>
                  <a:gd name="connsiteY498" fmla="*/ 111353 h 352425"/>
                  <a:gd name="connsiteX499" fmla="*/ 598741 w 742950"/>
                  <a:gd name="connsiteY499" fmla="*/ 112306 h 352425"/>
                  <a:gd name="connsiteX500" fmla="*/ 602837 w 742950"/>
                  <a:gd name="connsiteY500" fmla="*/ 109448 h 352425"/>
                  <a:gd name="connsiteX501" fmla="*/ 606552 w 742950"/>
                  <a:gd name="connsiteY501" fmla="*/ 106210 h 352425"/>
                  <a:gd name="connsiteX502" fmla="*/ 609600 w 742950"/>
                  <a:gd name="connsiteY502" fmla="*/ 103543 h 352425"/>
                  <a:gd name="connsiteX503" fmla="*/ 614363 w 742950"/>
                  <a:gd name="connsiteY503" fmla="*/ 103447 h 352425"/>
                  <a:gd name="connsiteX504" fmla="*/ 619125 w 742950"/>
                  <a:gd name="connsiteY504" fmla="*/ 104305 h 352425"/>
                  <a:gd name="connsiteX505" fmla="*/ 623602 w 742950"/>
                  <a:gd name="connsiteY505" fmla="*/ 109924 h 352425"/>
                  <a:gd name="connsiteX506" fmla="*/ 627126 w 742950"/>
                  <a:gd name="connsiteY506" fmla="*/ 111544 h 352425"/>
                  <a:gd name="connsiteX507" fmla="*/ 630364 w 742950"/>
                  <a:gd name="connsiteY507" fmla="*/ 108019 h 352425"/>
                  <a:gd name="connsiteX508" fmla="*/ 633794 w 742950"/>
                  <a:gd name="connsiteY508" fmla="*/ 105829 h 352425"/>
                  <a:gd name="connsiteX509" fmla="*/ 635222 w 742950"/>
                  <a:gd name="connsiteY509" fmla="*/ 100304 h 352425"/>
                  <a:gd name="connsiteX510" fmla="*/ 638842 w 742950"/>
                  <a:gd name="connsiteY510" fmla="*/ 96399 h 352425"/>
                  <a:gd name="connsiteX511" fmla="*/ 641413 w 742950"/>
                  <a:gd name="connsiteY511" fmla="*/ 96494 h 352425"/>
                  <a:gd name="connsiteX512" fmla="*/ 645509 w 742950"/>
                  <a:gd name="connsiteY512" fmla="*/ 93446 h 352425"/>
                  <a:gd name="connsiteX513" fmla="*/ 649986 w 742950"/>
                  <a:gd name="connsiteY513" fmla="*/ 94589 h 352425"/>
                  <a:gd name="connsiteX514" fmla="*/ 653891 w 742950"/>
                  <a:gd name="connsiteY514" fmla="*/ 96970 h 352425"/>
                  <a:gd name="connsiteX515" fmla="*/ 657130 w 742950"/>
                  <a:gd name="connsiteY515" fmla="*/ 91446 h 352425"/>
                  <a:gd name="connsiteX516" fmla="*/ 659416 w 742950"/>
                  <a:gd name="connsiteY516" fmla="*/ 88303 h 352425"/>
                  <a:gd name="connsiteX517" fmla="*/ 662369 w 742950"/>
                  <a:gd name="connsiteY517" fmla="*/ 86683 h 352425"/>
                  <a:gd name="connsiteX518" fmla="*/ 664369 w 742950"/>
                  <a:gd name="connsiteY518" fmla="*/ 89446 h 352425"/>
                  <a:gd name="connsiteX519" fmla="*/ 668750 w 742950"/>
                  <a:gd name="connsiteY519" fmla="*/ 87826 h 352425"/>
                  <a:gd name="connsiteX520" fmla="*/ 670560 w 742950"/>
                  <a:gd name="connsiteY520" fmla="*/ 90589 h 352425"/>
                  <a:gd name="connsiteX521" fmla="*/ 671227 w 742950"/>
                  <a:gd name="connsiteY521" fmla="*/ 95923 h 352425"/>
                  <a:gd name="connsiteX522" fmla="*/ 671513 w 742950"/>
                  <a:gd name="connsiteY522" fmla="*/ 101447 h 352425"/>
                  <a:gd name="connsiteX523" fmla="*/ 669322 w 742950"/>
                  <a:gd name="connsiteY523" fmla="*/ 105733 h 352425"/>
                  <a:gd name="connsiteX524" fmla="*/ 671513 w 742950"/>
                  <a:gd name="connsiteY524" fmla="*/ 111067 h 352425"/>
                  <a:gd name="connsiteX525" fmla="*/ 673989 w 742950"/>
                  <a:gd name="connsiteY525" fmla="*/ 113544 h 352425"/>
                  <a:gd name="connsiteX526" fmla="*/ 674941 w 742950"/>
                  <a:gd name="connsiteY526" fmla="*/ 118211 h 352425"/>
                  <a:gd name="connsiteX527" fmla="*/ 676561 w 742950"/>
                  <a:gd name="connsiteY527" fmla="*/ 124498 h 352425"/>
                  <a:gd name="connsiteX528" fmla="*/ 677799 w 742950"/>
                  <a:gd name="connsiteY528" fmla="*/ 129641 h 352425"/>
                  <a:gd name="connsiteX529" fmla="*/ 674846 w 742950"/>
                  <a:gd name="connsiteY529" fmla="*/ 132403 h 352425"/>
                  <a:gd name="connsiteX530" fmla="*/ 672560 w 742950"/>
                  <a:gd name="connsiteY530" fmla="*/ 133451 h 352425"/>
                  <a:gd name="connsiteX531" fmla="*/ 669227 w 742950"/>
                  <a:gd name="connsiteY531" fmla="*/ 133546 h 352425"/>
                  <a:gd name="connsiteX532" fmla="*/ 666464 w 742950"/>
                  <a:gd name="connsiteY532" fmla="*/ 135166 h 352425"/>
                  <a:gd name="connsiteX533" fmla="*/ 665226 w 742950"/>
                  <a:gd name="connsiteY533" fmla="*/ 139166 h 352425"/>
                  <a:gd name="connsiteX534" fmla="*/ 666274 w 742950"/>
                  <a:gd name="connsiteY534" fmla="*/ 142976 h 352425"/>
                  <a:gd name="connsiteX535" fmla="*/ 668655 w 742950"/>
                  <a:gd name="connsiteY535" fmla="*/ 144119 h 352425"/>
                  <a:gd name="connsiteX536" fmla="*/ 671608 w 742950"/>
                  <a:gd name="connsiteY536" fmla="*/ 142595 h 352425"/>
                  <a:gd name="connsiteX537" fmla="*/ 672846 w 742950"/>
                  <a:gd name="connsiteY537" fmla="*/ 140119 h 352425"/>
                  <a:gd name="connsiteX538" fmla="*/ 677989 w 742950"/>
                  <a:gd name="connsiteY538" fmla="*/ 139833 h 352425"/>
                  <a:gd name="connsiteX539" fmla="*/ 679609 w 742950"/>
                  <a:gd name="connsiteY539" fmla="*/ 142119 h 352425"/>
                  <a:gd name="connsiteX540" fmla="*/ 681133 w 742950"/>
                  <a:gd name="connsiteY540" fmla="*/ 144214 h 352425"/>
                  <a:gd name="connsiteX541" fmla="*/ 685133 w 742950"/>
                  <a:gd name="connsiteY541" fmla="*/ 143738 h 352425"/>
                  <a:gd name="connsiteX542" fmla="*/ 688848 w 742950"/>
                  <a:gd name="connsiteY542" fmla="*/ 144976 h 352425"/>
                  <a:gd name="connsiteX543" fmla="*/ 689991 w 742950"/>
                  <a:gd name="connsiteY543" fmla="*/ 147643 h 352425"/>
                  <a:gd name="connsiteX544" fmla="*/ 686848 w 742950"/>
                  <a:gd name="connsiteY544" fmla="*/ 150310 h 352425"/>
                  <a:gd name="connsiteX545" fmla="*/ 687038 w 742950"/>
                  <a:gd name="connsiteY545" fmla="*/ 152787 h 352425"/>
                  <a:gd name="connsiteX546" fmla="*/ 689896 w 742950"/>
                  <a:gd name="connsiteY546" fmla="*/ 154787 h 352425"/>
                  <a:gd name="connsiteX547" fmla="*/ 693230 w 742950"/>
                  <a:gd name="connsiteY547" fmla="*/ 158597 h 352425"/>
                  <a:gd name="connsiteX548" fmla="*/ 698182 w 742950"/>
                  <a:gd name="connsiteY548" fmla="*/ 160216 h 352425"/>
                  <a:gd name="connsiteX549" fmla="*/ 702850 w 742950"/>
                  <a:gd name="connsiteY549" fmla="*/ 160597 h 352425"/>
                  <a:gd name="connsiteX550" fmla="*/ 705993 w 742950"/>
                  <a:gd name="connsiteY550" fmla="*/ 163074 h 352425"/>
                  <a:gd name="connsiteX551" fmla="*/ 709422 w 742950"/>
                  <a:gd name="connsiteY551" fmla="*/ 164407 h 352425"/>
                  <a:gd name="connsiteX552" fmla="*/ 711708 w 742950"/>
                  <a:gd name="connsiteY552" fmla="*/ 162598 h 352425"/>
                  <a:gd name="connsiteX553" fmla="*/ 712184 w 742950"/>
                  <a:gd name="connsiteY553" fmla="*/ 160026 h 352425"/>
                  <a:gd name="connsiteX554" fmla="*/ 714089 w 742950"/>
                  <a:gd name="connsiteY554" fmla="*/ 158597 h 352425"/>
                  <a:gd name="connsiteX555" fmla="*/ 715613 w 742950"/>
                  <a:gd name="connsiteY555" fmla="*/ 161455 h 352425"/>
                  <a:gd name="connsiteX556" fmla="*/ 719233 w 742950"/>
                  <a:gd name="connsiteY556" fmla="*/ 162121 h 352425"/>
                  <a:gd name="connsiteX557" fmla="*/ 720852 w 742950"/>
                  <a:gd name="connsiteY557" fmla="*/ 159454 h 352425"/>
                  <a:gd name="connsiteX558" fmla="*/ 720662 w 742950"/>
                  <a:gd name="connsiteY558" fmla="*/ 155454 h 352425"/>
                  <a:gd name="connsiteX559" fmla="*/ 718090 w 742950"/>
                  <a:gd name="connsiteY559" fmla="*/ 153358 h 352425"/>
                  <a:gd name="connsiteX560" fmla="*/ 716566 w 742950"/>
                  <a:gd name="connsiteY560" fmla="*/ 152787 h 352425"/>
                  <a:gd name="connsiteX561" fmla="*/ 713137 w 742950"/>
                  <a:gd name="connsiteY561" fmla="*/ 149358 h 352425"/>
                  <a:gd name="connsiteX562" fmla="*/ 712470 w 742950"/>
                  <a:gd name="connsiteY562" fmla="*/ 147453 h 352425"/>
                  <a:gd name="connsiteX563" fmla="*/ 713994 w 742950"/>
                  <a:gd name="connsiteY563" fmla="*/ 144881 h 352425"/>
                  <a:gd name="connsiteX564" fmla="*/ 716661 w 742950"/>
                  <a:gd name="connsiteY564" fmla="*/ 146405 h 352425"/>
                  <a:gd name="connsiteX565" fmla="*/ 719519 w 742950"/>
                  <a:gd name="connsiteY565" fmla="*/ 147834 h 352425"/>
                  <a:gd name="connsiteX566" fmla="*/ 721805 w 742950"/>
                  <a:gd name="connsiteY566" fmla="*/ 147072 h 352425"/>
                  <a:gd name="connsiteX567" fmla="*/ 723710 w 742950"/>
                  <a:gd name="connsiteY567" fmla="*/ 144691 h 352425"/>
                  <a:gd name="connsiteX568" fmla="*/ 726853 w 742950"/>
                  <a:gd name="connsiteY568" fmla="*/ 144214 h 352425"/>
                  <a:gd name="connsiteX569" fmla="*/ 733330 w 742950"/>
                  <a:gd name="connsiteY569" fmla="*/ 143262 h 352425"/>
                  <a:gd name="connsiteX570" fmla="*/ 737711 w 742950"/>
                  <a:gd name="connsiteY570" fmla="*/ 144310 h 352425"/>
                  <a:gd name="connsiteX571" fmla="*/ 740188 w 742950"/>
                  <a:gd name="connsiteY571" fmla="*/ 147929 h 352425"/>
                  <a:gd name="connsiteX572" fmla="*/ 742474 w 742950"/>
                  <a:gd name="connsiteY572" fmla="*/ 150120 h 352425"/>
                  <a:gd name="connsiteX573" fmla="*/ 744474 w 742950"/>
                  <a:gd name="connsiteY573" fmla="*/ 153930 h 352425"/>
                  <a:gd name="connsiteX574" fmla="*/ 746570 w 742950"/>
                  <a:gd name="connsiteY574" fmla="*/ 155930 h 352425"/>
                  <a:gd name="connsiteX575" fmla="*/ 749998 w 742950"/>
                  <a:gd name="connsiteY575" fmla="*/ 155930 h 352425"/>
                  <a:gd name="connsiteX576" fmla="*/ 751046 w 742950"/>
                  <a:gd name="connsiteY576" fmla="*/ 157835 h 35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</a:cxnLst>
                <a:rect l="l" t="t" r="r" b="b"/>
                <a:pathLst>
                  <a:path w="742950" h="352425">
                    <a:moveTo>
                      <a:pt x="751046" y="157835"/>
                    </a:moveTo>
                    <a:cubicBezTo>
                      <a:pt x="751618" y="158692"/>
                      <a:pt x="752189" y="160693"/>
                      <a:pt x="752094" y="161740"/>
                    </a:cubicBezTo>
                    <a:cubicBezTo>
                      <a:pt x="751904" y="162693"/>
                      <a:pt x="750570" y="164312"/>
                      <a:pt x="749998" y="165169"/>
                    </a:cubicBezTo>
                    <a:cubicBezTo>
                      <a:pt x="749427" y="166027"/>
                      <a:pt x="748379" y="167932"/>
                      <a:pt x="747617" y="168694"/>
                    </a:cubicBezTo>
                    <a:cubicBezTo>
                      <a:pt x="746570" y="169741"/>
                      <a:pt x="744093" y="171742"/>
                      <a:pt x="742569" y="172027"/>
                    </a:cubicBezTo>
                    <a:cubicBezTo>
                      <a:pt x="741331" y="172313"/>
                      <a:pt x="738759" y="171742"/>
                      <a:pt x="737711" y="171170"/>
                    </a:cubicBezTo>
                    <a:cubicBezTo>
                      <a:pt x="736854" y="170694"/>
                      <a:pt x="736092" y="168694"/>
                      <a:pt x="735235" y="168217"/>
                    </a:cubicBezTo>
                    <a:cubicBezTo>
                      <a:pt x="734282" y="167646"/>
                      <a:pt x="731806" y="167265"/>
                      <a:pt x="730758" y="167551"/>
                    </a:cubicBezTo>
                    <a:cubicBezTo>
                      <a:pt x="729996" y="167836"/>
                      <a:pt x="729044" y="169360"/>
                      <a:pt x="728377" y="169837"/>
                    </a:cubicBezTo>
                    <a:cubicBezTo>
                      <a:pt x="727043" y="170694"/>
                      <a:pt x="724090" y="172123"/>
                      <a:pt x="722471" y="172218"/>
                    </a:cubicBezTo>
                    <a:cubicBezTo>
                      <a:pt x="721138" y="172313"/>
                      <a:pt x="718566" y="170789"/>
                      <a:pt x="717137" y="170884"/>
                    </a:cubicBezTo>
                    <a:cubicBezTo>
                      <a:pt x="715804" y="170980"/>
                      <a:pt x="713232" y="172980"/>
                      <a:pt x="711994" y="172599"/>
                    </a:cubicBezTo>
                    <a:cubicBezTo>
                      <a:pt x="711232" y="172313"/>
                      <a:pt x="710755" y="170503"/>
                      <a:pt x="710089" y="170027"/>
                    </a:cubicBezTo>
                    <a:cubicBezTo>
                      <a:pt x="709613" y="169646"/>
                      <a:pt x="708374" y="169075"/>
                      <a:pt x="707707" y="169170"/>
                    </a:cubicBezTo>
                    <a:cubicBezTo>
                      <a:pt x="707041" y="169265"/>
                      <a:pt x="705898" y="170408"/>
                      <a:pt x="705231" y="170599"/>
                    </a:cubicBezTo>
                    <a:cubicBezTo>
                      <a:pt x="704088" y="170789"/>
                      <a:pt x="701802" y="169932"/>
                      <a:pt x="700659" y="169837"/>
                    </a:cubicBezTo>
                    <a:cubicBezTo>
                      <a:pt x="699706" y="169741"/>
                      <a:pt x="697897" y="169837"/>
                      <a:pt x="696944" y="170027"/>
                    </a:cubicBezTo>
                    <a:cubicBezTo>
                      <a:pt x="695801" y="170408"/>
                      <a:pt x="693896" y="172123"/>
                      <a:pt x="692658" y="172408"/>
                    </a:cubicBezTo>
                    <a:cubicBezTo>
                      <a:pt x="691324" y="172694"/>
                      <a:pt x="688372" y="172313"/>
                      <a:pt x="687038" y="172218"/>
                    </a:cubicBezTo>
                    <a:cubicBezTo>
                      <a:pt x="685800" y="172027"/>
                      <a:pt x="683228" y="171075"/>
                      <a:pt x="681990" y="171361"/>
                    </a:cubicBezTo>
                    <a:cubicBezTo>
                      <a:pt x="680466" y="171646"/>
                      <a:pt x="678275" y="174504"/>
                      <a:pt x="676751" y="174790"/>
                    </a:cubicBezTo>
                    <a:cubicBezTo>
                      <a:pt x="675894" y="174980"/>
                      <a:pt x="674180" y="174028"/>
                      <a:pt x="673322" y="174123"/>
                    </a:cubicBezTo>
                    <a:cubicBezTo>
                      <a:pt x="672084" y="174313"/>
                      <a:pt x="669988" y="175647"/>
                      <a:pt x="668846" y="176123"/>
                    </a:cubicBezTo>
                    <a:cubicBezTo>
                      <a:pt x="667798" y="176504"/>
                      <a:pt x="665797" y="177266"/>
                      <a:pt x="664750" y="177457"/>
                    </a:cubicBezTo>
                    <a:cubicBezTo>
                      <a:pt x="663988" y="177552"/>
                      <a:pt x="662178" y="177076"/>
                      <a:pt x="661416" y="177457"/>
                    </a:cubicBezTo>
                    <a:cubicBezTo>
                      <a:pt x="660178" y="178028"/>
                      <a:pt x="658939" y="180886"/>
                      <a:pt x="657987" y="181838"/>
                    </a:cubicBezTo>
                    <a:cubicBezTo>
                      <a:pt x="657415" y="182410"/>
                      <a:pt x="656272" y="183648"/>
                      <a:pt x="655511" y="183838"/>
                    </a:cubicBezTo>
                    <a:cubicBezTo>
                      <a:pt x="654653" y="184029"/>
                      <a:pt x="652939" y="183457"/>
                      <a:pt x="652367" y="182791"/>
                    </a:cubicBezTo>
                    <a:cubicBezTo>
                      <a:pt x="651510" y="182029"/>
                      <a:pt x="651510" y="179362"/>
                      <a:pt x="650843" y="178409"/>
                    </a:cubicBezTo>
                    <a:cubicBezTo>
                      <a:pt x="650462" y="177838"/>
                      <a:pt x="649510" y="176790"/>
                      <a:pt x="648843" y="176695"/>
                    </a:cubicBezTo>
                    <a:cubicBezTo>
                      <a:pt x="647986" y="176599"/>
                      <a:pt x="646652" y="178314"/>
                      <a:pt x="645795" y="178123"/>
                    </a:cubicBezTo>
                    <a:cubicBezTo>
                      <a:pt x="645033" y="177933"/>
                      <a:pt x="644557" y="176123"/>
                      <a:pt x="643795" y="175742"/>
                    </a:cubicBezTo>
                    <a:cubicBezTo>
                      <a:pt x="643414" y="175552"/>
                      <a:pt x="642271" y="175456"/>
                      <a:pt x="641890" y="175742"/>
                    </a:cubicBezTo>
                    <a:cubicBezTo>
                      <a:pt x="641223" y="176409"/>
                      <a:pt x="642271" y="178600"/>
                      <a:pt x="641795" y="179362"/>
                    </a:cubicBezTo>
                    <a:cubicBezTo>
                      <a:pt x="641413" y="179933"/>
                      <a:pt x="639985" y="180790"/>
                      <a:pt x="639318" y="180600"/>
                    </a:cubicBezTo>
                    <a:cubicBezTo>
                      <a:pt x="638747" y="180505"/>
                      <a:pt x="637889" y="179362"/>
                      <a:pt x="637699" y="178695"/>
                    </a:cubicBezTo>
                    <a:cubicBezTo>
                      <a:pt x="637508" y="177742"/>
                      <a:pt x="638842" y="175933"/>
                      <a:pt x="638842" y="174980"/>
                    </a:cubicBezTo>
                    <a:cubicBezTo>
                      <a:pt x="638937" y="174028"/>
                      <a:pt x="638747" y="171837"/>
                      <a:pt x="638080" y="171075"/>
                    </a:cubicBezTo>
                    <a:cubicBezTo>
                      <a:pt x="637318" y="170122"/>
                      <a:pt x="634746" y="169075"/>
                      <a:pt x="633508" y="169265"/>
                    </a:cubicBezTo>
                    <a:cubicBezTo>
                      <a:pt x="633127" y="169360"/>
                      <a:pt x="632555" y="170027"/>
                      <a:pt x="632270" y="170313"/>
                    </a:cubicBezTo>
                    <a:cubicBezTo>
                      <a:pt x="631603" y="170884"/>
                      <a:pt x="630460" y="172313"/>
                      <a:pt x="629698" y="172789"/>
                    </a:cubicBezTo>
                    <a:cubicBezTo>
                      <a:pt x="629317" y="173075"/>
                      <a:pt x="628364" y="173647"/>
                      <a:pt x="627983" y="173456"/>
                    </a:cubicBezTo>
                    <a:cubicBezTo>
                      <a:pt x="627412" y="173075"/>
                      <a:pt x="628174" y="171456"/>
                      <a:pt x="627888" y="170884"/>
                    </a:cubicBezTo>
                    <a:cubicBezTo>
                      <a:pt x="627507" y="170027"/>
                      <a:pt x="625888" y="168789"/>
                      <a:pt x="625030" y="168408"/>
                    </a:cubicBezTo>
                    <a:cubicBezTo>
                      <a:pt x="624554" y="168217"/>
                      <a:pt x="623411" y="168408"/>
                      <a:pt x="622935" y="168503"/>
                    </a:cubicBezTo>
                    <a:cubicBezTo>
                      <a:pt x="622459" y="168598"/>
                      <a:pt x="621316" y="169075"/>
                      <a:pt x="621030" y="169456"/>
                    </a:cubicBezTo>
                    <a:cubicBezTo>
                      <a:pt x="620458" y="170122"/>
                      <a:pt x="620173" y="172027"/>
                      <a:pt x="620173" y="172885"/>
                    </a:cubicBezTo>
                    <a:cubicBezTo>
                      <a:pt x="620173" y="173742"/>
                      <a:pt x="620649" y="175552"/>
                      <a:pt x="620935" y="176409"/>
                    </a:cubicBezTo>
                    <a:cubicBezTo>
                      <a:pt x="621221" y="177266"/>
                      <a:pt x="622173" y="178790"/>
                      <a:pt x="622173" y="179743"/>
                    </a:cubicBezTo>
                    <a:cubicBezTo>
                      <a:pt x="622268" y="180695"/>
                      <a:pt x="621982" y="182695"/>
                      <a:pt x="621316" y="183362"/>
                    </a:cubicBezTo>
                    <a:cubicBezTo>
                      <a:pt x="620744" y="184029"/>
                      <a:pt x="618363" y="183743"/>
                      <a:pt x="617791" y="184410"/>
                    </a:cubicBezTo>
                    <a:cubicBezTo>
                      <a:pt x="617315" y="184981"/>
                      <a:pt x="617125" y="186886"/>
                      <a:pt x="617601" y="187458"/>
                    </a:cubicBezTo>
                    <a:cubicBezTo>
                      <a:pt x="617982" y="187934"/>
                      <a:pt x="619411" y="187934"/>
                      <a:pt x="619792" y="188315"/>
                    </a:cubicBezTo>
                    <a:cubicBezTo>
                      <a:pt x="620363" y="188696"/>
                      <a:pt x="621602" y="189839"/>
                      <a:pt x="621602" y="190506"/>
                    </a:cubicBezTo>
                    <a:cubicBezTo>
                      <a:pt x="621697" y="191363"/>
                      <a:pt x="619792" y="192697"/>
                      <a:pt x="619697" y="193649"/>
                    </a:cubicBezTo>
                    <a:cubicBezTo>
                      <a:pt x="619697" y="194125"/>
                      <a:pt x="620078" y="194983"/>
                      <a:pt x="620363" y="195364"/>
                    </a:cubicBezTo>
                    <a:cubicBezTo>
                      <a:pt x="620649" y="195840"/>
                      <a:pt x="621697" y="196507"/>
                      <a:pt x="622078" y="197078"/>
                    </a:cubicBezTo>
                    <a:cubicBezTo>
                      <a:pt x="622554" y="197840"/>
                      <a:pt x="623411" y="199745"/>
                      <a:pt x="623316" y="200698"/>
                    </a:cubicBezTo>
                    <a:cubicBezTo>
                      <a:pt x="623030" y="201841"/>
                      <a:pt x="621316" y="203746"/>
                      <a:pt x="620173" y="204031"/>
                    </a:cubicBezTo>
                    <a:cubicBezTo>
                      <a:pt x="619315" y="204222"/>
                      <a:pt x="617791" y="203079"/>
                      <a:pt x="617030" y="202698"/>
                    </a:cubicBezTo>
                    <a:cubicBezTo>
                      <a:pt x="616363" y="202317"/>
                      <a:pt x="615220" y="201460"/>
                      <a:pt x="614553" y="201174"/>
                    </a:cubicBezTo>
                    <a:cubicBezTo>
                      <a:pt x="614077" y="200983"/>
                      <a:pt x="612934" y="200983"/>
                      <a:pt x="612457" y="200793"/>
                    </a:cubicBezTo>
                    <a:cubicBezTo>
                      <a:pt x="611600" y="200317"/>
                      <a:pt x="610457" y="198602"/>
                      <a:pt x="609695" y="197935"/>
                    </a:cubicBezTo>
                    <a:cubicBezTo>
                      <a:pt x="608933" y="197269"/>
                      <a:pt x="607314" y="195935"/>
                      <a:pt x="606362" y="195459"/>
                    </a:cubicBezTo>
                    <a:cubicBezTo>
                      <a:pt x="605028" y="194697"/>
                      <a:pt x="601980" y="194030"/>
                      <a:pt x="600742" y="193268"/>
                    </a:cubicBezTo>
                    <a:cubicBezTo>
                      <a:pt x="599408" y="192411"/>
                      <a:pt x="597503" y="189744"/>
                      <a:pt x="596360" y="188791"/>
                    </a:cubicBezTo>
                    <a:cubicBezTo>
                      <a:pt x="594646" y="187267"/>
                      <a:pt x="591122" y="184505"/>
                      <a:pt x="589216" y="183362"/>
                    </a:cubicBezTo>
                    <a:cubicBezTo>
                      <a:pt x="588073" y="182695"/>
                      <a:pt x="585692" y="181362"/>
                      <a:pt x="584359" y="180981"/>
                    </a:cubicBezTo>
                    <a:cubicBezTo>
                      <a:pt x="582549" y="180409"/>
                      <a:pt x="578834" y="180219"/>
                      <a:pt x="576929" y="180028"/>
                    </a:cubicBezTo>
                    <a:cubicBezTo>
                      <a:pt x="574929" y="179743"/>
                      <a:pt x="570929" y="178695"/>
                      <a:pt x="568928" y="178790"/>
                    </a:cubicBezTo>
                    <a:cubicBezTo>
                      <a:pt x="568262" y="178885"/>
                      <a:pt x="567023" y="179647"/>
                      <a:pt x="566356" y="179647"/>
                    </a:cubicBezTo>
                    <a:cubicBezTo>
                      <a:pt x="565309" y="179647"/>
                      <a:pt x="563404" y="178409"/>
                      <a:pt x="562356" y="178409"/>
                    </a:cubicBezTo>
                    <a:cubicBezTo>
                      <a:pt x="561118" y="178409"/>
                      <a:pt x="558737" y="180028"/>
                      <a:pt x="557594" y="179838"/>
                    </a:cubicBezTo>
                    <a:cubicBezTo>
                      <a:pt x="555879" y="179552"/>
                      <a:pt x="553688" y="176409"/>
                      <a:pt x="552069" y="175837"/>
                    </a:cubicBezTo>
                    <a:cubicBezTo>
                      <a:pt x="551116" y="175456"/>
                      <a:pt x="548926" y="175075"/>
                      <a:pt x="547878" y="175456"/>
                    </a:cubicBezTo>
                    <a:cubicBezTo>
                      <a:pt x="547021" y="175742"/>
                      <a:pt x="546068" y="177933"/>
                      <a:pt x="545211" y="177838"/>
                    </a:cubicBezTo>
                    <a:cubicBezTo>
                      <a:pt x="544449" y="177742"/>
                      <a:pt x="543973" y="175647"/>
                      <a:pt x="543306" y="175171"/>
                    </a:cubicBezTo>
                    <a:cubicBezTo>
                      <a:pt x="542544" y="174790"/>
                      <a:pt x="540639" y="174504"/>
                      <a:pt x="539972" y="174980"/>
                    </a:cubicBezTo>
                    <a:cubicBezTo>
                      <a:pt x="539115" y="175456"/>
                      <a:pt x="539305" y="178123"/>
                      <a:pt x="538448" y="178600"/>
                    </a:cubicBezTo>
                    <a:cubicBezTo>
                      <a:pt x="537305" y="179171"/>
                      <a:pt x="534733" y="177361"/>
                      <a:pt x="533495" y="177552"/>
                    </a:cubicBezTo>
                    <a:cubicBezTo>
                      <a:pt x="532638" y="177647"/>
                      <a:pt x="531019" y="178504"/>
                      <a:pt x="530257" y="179076"/>
                    </a:cubicBezTo>
                    <a:cubicBezTo>
                      <a:pt x="528828" y="180124"/>
                      <a:pt x="526352" y="182600"/>
                      <a:pt x="525494" y="184124"/>
                    </a:cubicBezTo>
                    <a:cubicBezTo>
                      <a:pt x="524351" y="185934"/>
                      <a:pt x="523208" y="190030"/>
                      <a:pt x="522256" y="191935"/>
                    </a:cubicBezTo>
                    <a:cubicBezTo>
                      <a:pt x="521398" y="193840"/>
                      <a:pt x="519684" y="197935"/>
                      <a:pt x="518255" y="199459"/>
                    </a:cubicBezTo>
                    <a:cubicBezTo>
                      <a:pt x="517493" y="200317"/>
                      <a:pt x="515493" y="201841"/>
                      <a:pt x="514255" y="202126"/>
                    </a:cubicBezTo>
                    <a:cubicBezTo>
                      <a:pt x="512731" y="202603"/>
                      <a:pt x="509302" y="202507"/>
                      <a:pt x="507778" y="202031"/>
                    </a:cubicBezTo>
                    <a:cubicBezTo>
                      <a:pt x="506730" y="201650"/>
                      <a:pt x="505111" y="199840"/>
                      <a:pt x="504063" y="199555"/>
                    </a:cubicBezTo>
                    <a:cubicBezTo>
                      <a:pt x="503301" y="199364"/>
                      <a:pt x="501682" y="199459"/>
                      <a:pt x="500920" y="199745"/>
                    </a:cubicBezTo>
                    <a:cubicBezTo>
                      <a:pt x="499967" y="200221"/>
                      <a:pt x="499015" y="202507"/>
                      <a:pt x="498062" y="202888"/>
                    </a:cubicBezTo>
                    <a:cubicBezTo>
                      <a:pt x="496919" y="203365"/>
                      <a:pt x="494252" y="202317"/>
                      <a:pt x="493109" y="202793"/>
                    </a:cubicBezTo>
                    <a:cubicBezTo>
                      <a:pt x="492633" y="203079"/>
                      <a:pt x="491776" y="204031"/>
                      <a:pt x="491680" y="204603"/>
                    </a:cubicBezTo>
                    <a:cubicBezTo>
                      <a:pt x="491490" y="205555"/>
                      <a:pt x="492823" y="207175"/>
                      <a:pt x="492919" y="208032"/>
                    </a:cubicBezTo>
                    <a:cubicBezTo>
                      <a:pt x="493014" y="208984"/>
                      <a:pt x="493109" y="211461"/>
                      <a:pt x="492252" y="211937"/>
                    </a:cubicBezTo>
                    <a:cubicBezTo>
                      <a:pt x="491585" y="212318"/>
                      <a:pt x="490252" y="210985"/>
                      <a:pt x="489585" y="210699"/>
                    </a:cubicBezTo>
                    <a:cubicBezTo>
                      <a:pt x="487871" y="209937"/>
                      <a:pt x="484441" y="208127"/>
                      <a:pt x="482537" y="207841"/>
                    </a:cubicBezTo>
                    <a:cubicBezTo>
                      <a:pt x="482060" y="207746"/>
                      <a:pt x="480917" y="207937"/>
                      <a:pt x="480441" y="207841"/>
                    </a:cubicBezTo>
                    <a:cubicBezTo>
                      <a:pt x="479107" y="207651"/>
                      <a:pt x="476726" y="206413"/>
                      <a:pt x="475393" y="206222"/>
                    </a:cubicBezTo>
                    <a:cubicBezTo>
                      <a:pt x="473869" y="206032"/>
                      <a:pt x="470725" y="205841"/>
                      <a:pt x="469392" y="206508"/>
                    </a:cubicBezTo>
                    <a:cubicBezTo>
                      <a:pt x="468344" y="206984"/>
                      <a:pt x="467296" y="209556"/>
                      <a:pt x="466154" y="209842"/>
                    </a:cubicBezTo>
                    <a:cubicBezTo>
                      <a:pt x="465011" y="210032"/>
                      <a:pt x="463010" y="208032"/>
                      <a:pt x="461867" y="208127"/>
                    </a:cubicBezTo>
                    <a:cubicBezTo>
                      <a:pt x="460438" y="208222"/>
                      <a:pt x="458153" y="210127"/>
                      <a:pt x="456914" y="210794"/>
                    </a:cubicBezTo>
                    <a:cubicBezTo>
                      <a:pt x="456057" y="211270"/>
                      <a:pt x="454247" y="211937"/>
                      <a:pt x="453485" y="212509"/>
                    </a:cubicBezTo>
                    <a:cubicBezTo>
                      <a:pt x="452247" y="213461"/>
                      <a:pt x="450152" y="215747"/>
                      <a:pt x="449580" y="217176"/>
                    </a:cubicBezTo>
                    <a:cubicBezTo>
                      <a:pt x="449199" y="218414"/>
                      <a:pt x="449389" y="221081"/>
                      <a:pt x="449389" y="222319"/>
                    </a:cubicBezTo>
                    <a:cubicBezTo>
                      <a:pt x="449294" y="223939"/>
                      <a:pt x="449199" y="227368"/>
                      <a:pt x="449008" y="228987"/>
                    </a:cubicBezTo>
                    <a:cubicBezTo>
                      <a:pt x="448913" y="229844"/>
                      <a:pt x="448342" y="231559"/>
                      <a:pt x="448342" y="232416"/>
                    </a:cubicBezTo>
                    <a:cubicBezTo>
                      <a:pt x="448246" y="233464"/>
                      <a:pt x="448913" y="235559"/>
                      <a:pt x="448532" y="236416"/>
                    </a:cubicBezTo>
                    <a:cubicBezTo>
                      <a:pt x="448151" y="237369"/>
                      <a:pt x="446532" y="238798"/>
                      <a:pt x="445580" y="238988"/>
                    </a:cubicBezTo>
                    <a:cubicBezTo>
                      <a:pt x="444627" y="239179"/>
                      <a:pt x="442627" y="237464"/>
                      <a:pt x="441674" y="237845"/>
                    </a:cubicBezTo>
                    <a:cubicBezTo>
                      <a:pt x="440912" y="238226"/>
                      <a:pt x="440817" y="240322"/>
                      <a:pt x="440246" y="240988"/>
                    </a:cubicBezTo>
                    <a:cubicBezTo>
                      <a:pt x="439769" y="241655"/>
                      <a:pt x="438340" y="242608"/>
                      <a:pt x="437674" y="242989"/>
                    </a:cubicBezTo>
                    <a:cubicBezTo>
                      <a:pt x="436816" y="243465"/>
                      <a:pt x="434912" y="243941"/>
                      <a:pt x="434149" y="244513"/>
                    </a:cubicBezTo>
                    <a:cubicBezTo>
                      <a:pt x="433483" y="244894"/>
                      <a:pt x="432245" y="245846"/>
                      <a:pt x="431863" y="246513"/>
                    </a:cubicBezTo>
                    <a:cubicBezTo>
                      <a:pt x="431292" y="247465"/>
                      <a:pt x="431387" y="249847"/>
                      <a:pt x="430911" y="250894"/>
                    </a:cubicBezTo>
                    <a:cubicBezTo>
                      <a:pt x="430721" y="251371"/>
                      <a:pt x="430244" y="252418"/>
                      <a:pt x="429673" y="252609"/>
                    </a:cubicBezTo>
                    <a:cubicBezTo>
                      <a:pt x="428911" y="252895"/>
                      <a:pt x="427291" y="251085"/>
                      <a:pt x="426530" y="251466"/>
                    </a:cubicBezTo>
                    <a:cubicBezTo>
                      <a:pt x="425958" y="251752"/>
                      <a:pt x="425767" y="253180"/>
                      <a:pt x="425767" y="253752"/>
                    </a:cubicBezTo>
                    <a:cubicBezTo>
                      <a:pt x="425767" y="254514"/>
                      <a:pt x="426720" y="255752"/>
                      <a:pt x="426720" y="256419"/>
                    </a:cubicBezTo>
                    <a:cubicBezTo>
                      <a:pt x="426720" y="256990"/>
                      <a:pt x="426053" y="258038"/>
                      <a:pt x="425672" y="258419"/>
                    </a:cubicBezTo>
                    <a:cubicBezTo>
                      <a:pt x="425196" y="258895"/>
                      <a:pt x="423767" y="259181"/>
                      <a:pt x="423291" y="259657"/>
                    </a:cubicBezTo>
                    <a:cubicBezTo>
                      <a:pt x="422815" y="260038"/>
                      <a:pt x="421957" y="260896"/>
                      <a:pt x="421862" y="261467"/>
                    </a:cubicBezTo>
                    <a:cubicBezTo>
                      <a:pt x="421767" y="262134"/>
                      <a:pt x="422434" y="263467"/>
                      <a:pt x="422910" y="263848"/>
                    </a:cubicBezTo>
                    <a:cubicBezTo>
                      <a:pt x="423291" y="264229"/>
                      <a:pt x="424720" y="264039"/>
                      <a:pt x="425101" y="264420"/>
                    </a:cubicBezTo>
                    <a:cubicBezTo>
                      <a:pt x="425482" y="264801"/>
                      <a:pt x="426148" y="265849"/>
                      <a:pt x="426053" y="266420"/>
                    </a:cubicBezTo>
                    <a:cubicBezTo>
                      <a:pt x="425958" y="267373"/>
                      <a:pt x="424434" y="268897"/>
                      <a:pt x="423577" y="269373"/>
                    </a:cubicBezTo>
                    <a:cubicBezTo>
                      <a:pt x="422720" y="269754"/>
                      <a:pt x="420910" y="269563"/>
                      <a:pt x="420053" y="269373"/>
                    </a:cubicBezTo>
                    <a:cubicBezTo>
                      <a:pt x="419290" y="269182"/>
                      <a:pt x="417862" y="268325"/>
                      <a:pt x="417195" y="267849"/>
                    </a:cubicBezTo>
                    <a:cubicBezTo>
                      <a:pt x="416052" y="267087"/>
                      <a:pt x="413766" y="265468"/>
                      <a:pt x="412909" y="264325"/>
                    </a:cubicBezTo>
                    <a:cubicBezTo>
                      <a:pt x="412337" y="263467"/>
                      <a:pt x="411671" y="261562"/>
                      <a:pt x="411671" y="260610"/>
                    </a:cubicBezTo>
                    <a:cubicBezTo>
                      <a:pt x="411575" y="259753"/>
                      <a:pt x="411575" y="257752"/>
                      <a:pt x="412242" y="257181"/>
                    </a:cubicBezTo>
                    <a:cubicBezTo>
                      <a:pt x="412909" y="256609"/>
                      <a:pt x="414909" y="257467"/>
                      <a:pt x="415671" y="257086"/>
                    </a:cubicBezTo>
                    <a:cubicBezTo>
                      <a:pt x="416052" y="256895"/>
                      <a:pt x="416528" y="255943"/>
                      <a:pt x="416719" y="255562"/>
                    </a:cubicBezTo>
                    <a:cubicBezTo>
                      <a:pt x="416909" y="254800"/>
                      <a:pt x="416052" y="252990"/>
                      <a:pt x="416433" y="252228"/>
                    </a:cubicBezTo>
                    <a:cubicBezTo>
                      <a:pt x="416719" y="251752"/>
                      <a:pt x="418147" y="251561"/>
                      <a:pt x="418433" y="251085"/>
                    </a:cubicBezTo>
                    <a:cubicBezTo>
                      <a:pt x="418814" y="250609"/>
                      <a:pt x="418624" y="249180"/>
                      <a:pt x="418624" y="248608"/>
                    </a:cubicBezTo>
                    <a:cubicBezTo>
                      <a:pt x="418624" y="247846"/>
                      <a:pt x="418243" y="246418"/>
                      <a:pt x="418338" y="245656"/>
                    </a:cubicBezTo>
                    <a:cubicBezTo>
                      <a:pt x="418433" y="244894"/>
                      <a:pt x="418719" y="242989"/>
                      <a:pt x="419481" y="242703"/>
                    </a:cubicBezTo>
                    <a:cubicBezTo>
                      <a:pt x="419862" y="242512"/>
                      <a:pt x="420624" y="243370"/>
                      <a:pt x="421005" y="243370"/>
                    </a:cubicBezTo>
                    <a:cubicBezTo>
                      <a:pt x="421577" y="243465"/>
                      <a:pt x="422910" y="243370"/>
                      <a:pt x="423386" y="242989"/>
                    </a:cubicBezTo>
                    <a:cubicBezTo>
                      <a:pt x="424053" y="242512"/>
                      <a:pt x="424339" y="240607"/>
                      <a:pt x="424624" y="239845"/>
                    </a:cubicBezTo>
                    <a:cubicBezTo>
                      <a:pt x="424815" y="239369"/>
                      <a:pt x="425387" y="238417"/>
                      <a:pt x="425577" y="237845"/>
                    </a:cubicBezTo>
                    <a:cubicBezTo>
                      <a:pt x="425863" y="237083"/>
                      <a:pt x="426148" y="235369"/>
                      <a:pt x="426434" y="234511"/>
                    </a:cubicBezTo>
                    <a:cubicBezTo>
                      <a:pt x="426625" y="233845"/>
                      <a:pt x="427387" y="232606"/>
                      <a:pt x="427577" y="231940"/>
                    </a:cubicBezTo>
                    <a:cubicBezTo>
                      <a:pt x="427958" y="230701"/>
                      <a:pt x="428339" y="228130"/>
                      <a:pt x="428149" y="226796"/>
                    </a:cubicBezTo>
                    <a:cubicBezTo>
                      <a:pt x="427958" y="225939"/>
                      <a:pt x="427196" y="224129"/>
                      <a:pt x="426434" y="223653"/>
                    </a:cubicBezTo>
                    <a:cubicBezTo>
                      <a:pt x="425482" y="223081"/>
                      <a:pt x="423005" y="222986"/>
                      <a:pt x="421957" y="223367"/>
                    </a:cubicBezTo>
                    <a:cubicBezTo>
                      <a:pt x="420814" y="223748"/>
                      <a:pt x="419005" y="225653"/>
                      <a:pt x="418433" y="226701"/>
                    </a:cubicBezTo>
                    <a:cubicBezTo>
                      <a:pt x="417766" y="227939"/>
                      <a:pt x="417862" y="230892"/>
                      <a:pt x="417195" y="232130"/>
                    </a:cubicBezTo>
                    <a:cubicBezTo>
                      <a:pt x="416814" y="232797"/>
                      <a:pt x="415862" y="234130"/>
                      <a:pt x="415099" y="234511"/>
                    </a:cubicBezTo>
                    <a:cubicBezTo>
                      <a:pt x="414242" y="234892"/>
                      <a:pt x="412242" y="234892"/>
                      <a:pt x="411289" y="234797"/>
                    </a:cubicBezTo>
                    <a:cubicBezTo>
                      <a:pt x="410432" y="234702"/>
                      <a:pt x="408527" y="234226"/>
                      <a:pt x="407861" y="233559"/>
                    </a:cubicBezTo>
                    <a:cubicBezTo>
                      <a:pt x="407289" y="232987"/>
                      <a:pt x="407384" y="231178"/>
                      <a:pt x="406813" y="230701"/>
                    </a:cubicBezTo>
                    <a:cubicBezTo>
                      <a:pt x="406051" y="230130"/>
                      <a:pt x="403765" y="229844"/>
                      <a:pt x="402907" y="230225"/>
                    </a:cubicBezTo>
                    <a:cubicBezTo>
                      <a:pt x="401955" y="230606"/>
                      <a:pt x="400907" y="232511"/>
                      <a:pt x="400621" y="233368"/>
                    </a:cubicBezTo>
                    <a:cubicBezTo>
                      <a:pt x="400431" y="234226"/>
                      <a:pt x="400717" y="236035"/>
                      <a:pt x="401003" y="236893"/>
                    </a:cubicBezTo>
                    <a:cubicBezTo>
                      <a:pt x="401288" y="237559"/>
                      <a:pt x="402717" y="238417"/>
                      <a:pt x="402812" y="239179"/>
                    </a:cubicBezTo>
                    <a:cubicBezTo>
                      <a:pt x="403003" y="240417"/>
                      <a:pt x="401383" y="242608"/>
                      <a:pt x="400812" y="243655"/>
                    </a:cubicBezTo>
                    <a:cubicBezTo>
                      <a:pt x="400336" y="244513"/>
                      <a:pt x="398812" y="246037"/>
                      <a:pt x="398526" y="247084"/>
                    </a:cubicBezTo>
                    <a:cubicBezTo>
                      <a:pt x="398240" y="248132"/>
                      <a:pt x="398716" y="250323"/>
                      <a:pt x="398431" y="251371"/>
                    </a:cubicBezTo>
                    <a:cubicBezTo>
                      <a:pt x="398145" y="252609"/>
                      <a:pt x="397097" y="254990"/>
                      <a:pt x="396145" y="255752"/>
                    </a:cubicBezTo>
                    <a:cubicBezTo>
                      <a:pt x="395097" y="256705"/>
                      <a:pt x="392144" y="256895"/>
                      <a:pt x="390906" y="257562"/>
                    </a:cubicBezTo>
                    <a:cubicBezTo>
                      <a:pt x="389763" y="258229"/>
                      <a:pt x="388144" y="260324"/>
                      <a:pt x="387001" y="260991"/>
                    </a:cubicBezTo>
                    <a:cubicBezTo>
                      <a:pt x="386239" y="261467"/>
                      <a:pt x="384620" y="262705"/>
                      <a:pt x="383762" y="262324"/>
                    </a:cubicBezTo>
                    <a:cubicBezTo>
                      <a:pt x="382619" y="261753"/>
                      <a:pt x="382619" y="258610"/>
                      <a:pt x="382333" y="257276"/>
                    </a:cubicBezTo>
                    <a:cubicBezTo>
                      <a:pt x="382143" y="256133"/>
                      <a:pt x="382238" y="253752"/>
                      <a:pt x="381953" y="252609"/>
                    </a:cubicBezTo>
                    <a:cubicBezTo>
                      <a:pt x="381667" y="251561"/>
                      <a:pt x="380238" y="249656"/>
                      <a:pt x="380143" y="248513"/>
                    </a:cubicBezTo>
                    <a:cubicBezTo>
                      <a:pt x="380047" y="247370"/>
                      <a:pt x="381286" y="245179"/>
                      <a:pt x="381190" y="244036"/>
                    </a:cubicBezTo>
                    <a:cubicBezTo>
                      <a:pt x="381095" y="243084"/>
                      <a:pt x="380333" y="241179"/>
                      <a:pt x="379666" y="240417"/>
                    </a:cubicBezTo>
                    <a:cubicBezTo>
                      <a:pt x="379095" y="239845"/>
                      <a:pt x="377571" y="239083"/>
                      <a:pt x="376809" y="238988"/>
                    </a:cubicBezTo>
                    <a:cubicBezTo>
                      <a:pt x="375761" y="238893"/>
                      <a:pt x="373475" y="239464"/>
                      <a:pt x="372713" y="240226"/>
                    </a:cubicBezTo>
                    <a:cubicBezTo>
                      <a:pt x="371665" y="241274"/>
                      <a:pt x="371189" y="244227"/>
                      <a:pt x="371189" y="245656"/>
                    </a:cubicBezTo>
                    <a:cubicBezTo>
                      <a:pt x="371285" y="247084"/>
                      <a:pt x="372808" y="249656"/>
                      <a:pt x="373094" y="251085"/>
                    </a:cubicBezTo>
                    <a:cubicBezTo>
                      <a:pt x="373380" y="252514"/>
                      <a:pt x="373380" y="255466"/>
                      <a:pt x="372999" y="256800"/>
                    </a:cubicBezTo>
                    <a:cubicBezTo>
                      <a:pt x="372713" y="257848"/>
                      <a:pt x="371761" y="259943"/>
                      <a:pt x="371094" y="260800"/>
                    </a:cubicBezTo>
                    <a:cubicBezTo>
                      <a:pt x="370237" y="262039"/>
                      <a:pt x="368046" y="263944"/>
                      <a:pt x="367094" y="265087"/>
                    </a:cubicBezTo>
                    <a:cubicBezTo>
                      <a:pt x="365665" y="266611"/>
                      <a:pt x="362712" y="269468"/>
                      <a:pt x="361664" y="271278"/>
                    </a:cubicBezTo>
                    <a:cubicBezTo>
                      <a:pt x="360712" y="272802"/>
                      <a:pt x="359473" y="276136"/>
                      <a:pt x="358902" y="277850"/>
                    </a:cubicBezTo>
                    <a:cubicBezTo>
                      <a:pt x="357664" y="281184"/>
                      <a:pt x="355568" y="288042"/>
                      <a:pt x="354806" y="291566"/>
                    </a:cubicBezTo>
                    <a:cubicBezTo>
                      <a:pt x="354425" y="293376"/>
                      <a:pt x="354425" y="297186"/>
                      <a:pt x="353758" y="298996"/>
                    </a:cubicBezTo>
                    <a:cubicBezTo>
                      <a:pt x="353187" y="300424"/>
                      <a:pt x="350615" y="302520"/>
                      <a:pt x="350330" y="303949"/>
                    </a:cubicBezTo>
                    <a:cubicBezTo>
                      <a:pt x="350139" y="304996"/>
                      <a:pt x="351568" y="306997"/>
                      <a:pt x="351377" y="307949"/>
                    </a:cubicBezTo>
                    <a:cubicBezTo>
                      <a:pt x="351091" y="309283"/>
                      <a:pt x="348996" y="311283"/>
                      <a:pt x="348329" y="312426"/>
                    </a:cubicBezTo>
                    <a:cubicBezTo>
                      <a:pt x="347948" y="313093"/>
                      <a:pt x="347186" y="314426"/>
                      <a:pt x="346805" y="315093"/>
                    </a:cubicBezTo>
                    <a:cubicBezTo>
                      <a:pt x="346138" y="316331"/>
                      <a:pt x="345281" y="319093"/>
                      <a:pt x="344710" y="320427"/>
                    </a:cubicBezTo>
                    <a:cubicBezTo>
                      <a:pt x="344329" y="321379"/>
                      <a:pt x="343186" y="323094"/>
                      <a:pt x="342805" y="324046"/>
                    </a:cubicBezTo>
                    <a:cubicBezTo>
                      <a:pt x="342233" y="325570"/>
                      <a:pt x="341662" y="328714"/>
                      <a:pt x="340995" y="330238"/>
                    </a:cubicBezTo>
                    <a:cubicBezTo>
                      <a:pt x="340614" y="331095"/>
                      <a:pt x="339376" y="332524"/>
                      <a:pt x="338899" y="333286"/>
                    </a:cubicBezTo>
                    <a:cubicBezTo>
                      <a:pt x="337947" y="335000"/>
                      <a:pt x="336613" y="338620"/>
                      <a:pt x="335756" y="340334"/>
                    </a:cubicBezTo>
                    <a:cubicBezTo>
                      <a:pt x="334899" y="341953"/>
                      <a:pt x="332994" y="345001"/>
                      <a:pt x="332041" y="346525"/>
                    </a:cubicBezTo>
                    <a:cubicBezTo>
                      <a:pt x="331089" y="347954"/>
                      <a:pt x="328708" y="350621"/>
                      <a:pt x="328136" y="352240"/>
                    </a:cubicBezTo>
                    <a:cubicBezTo>
                      <a:pt x="327850" y="353098"/>
                      <a:pt x="327755" y="354812"/>
                      <a:pt x="327755" y="355765"/>
                    </a:cubicBezTo>
                    <a:cubicBezTo>
                      <a:pt x="327660" y="357003"/>
                      <a:pt x="327850" y="359575"/>
                      <a:pt x="327946" y="360908"/>
                    </a:cubicBezTo>
                    <a:cubicBezTo>
                      <a:pt x="327946" y="360908"/>
                      <a:pt x="327946" y="361003"/>
                      <a:pt x="327946" y="361003"/>
                    </a:cubicBezTo>
                    <a:cubicBezTo>
                      <a:pt x="326707" y="361003"/>
                      <a:pt x="325183" y="361003"/>
                      <a:pt x="324517" y="360813"/>
                    </a:cubicBezTo>
                    <a:cubicBezTo>
                      <a:pt x="323279" y="360527"/>
                      <a:pt x="320707" y="359670"/>
                      <a:pt x="319849" y="358717"/>
                    </a:cubicBezTo>
                    <a:cubicBezTo>
                      <a:pt x="319469" y="358241"/>
                      <a:pt x="319469" y="356622"/>
                      <a:pt x="319183" y="356050"/>
                    </a:cubicBezTo>
                    <a:cubicBezTo>
                      <a:pt x="318611" y="355193"/>
                      <a:pt x="316706" y="353955"/>
                      <a:pt x="315944" y="353288"/>
                    </a:cubicBezTo>
                    <a:cubicBezTo>
                      <a:pt x="315087" y="352621"/>
                      <a:pt x="313182" y="351478"/>
                      <a:pt x="312611" y="350621"/>
                    </a:cubicBezTo>
                    <a:cubicBezTo>
                      <a:pt x="311944" y="349478"/>
                      <a:pt x="311658" y="346621"/>
                      <a:pt x="311658" y="345192"/>
                    </a:cubicBezTo>
                    <a:cubicBezTo>
                      <a:pt x="311658" y="343192"/>
                      <a:pt x="312896" y="339382"/>
                      <a:pt x="313277" y="337381"/>
                    </a:cubicBezTo>
                    <a:cubicBezTo>
                      <a:pt x="313563" y="335953"/>
                      <a:pt x="314135" y="333095"/>
                      <a:pt x="314611" y="331762"/>
                    </a:cubicBezTo>
                    <a:cubicBezTo>
                      <a:pt x="315087" y="330523"/>
                      <a:pt x="316611" y="328333"/>
                      <a:pt x="317182" y="327094"/>
                    </a:cubicBezTo>
                    <a:cubicBezTo>
                      <a:pt x="317468" y="326428"/>
                      <a:pt x="318135" y="324999"/>
                      <a:pt x="318135" y="324237"/>
                    </a:cubicBezTo>
                    <a:cubicBezTo>
                      <a:pt x="318135" y="323284"/>
                      <a:pt x="317373" y="321570"/>
                      <a:pt x="316897" y="320808"/>
                    </a:cubicBezTo>
                    <a:cubicBezTo>
                      <a:pt x="316325" y="319951"/>
                      <a:pt x="314992" y="318331"/>
                      <a:pt x="314039" y="318046"/>
                    </a:cubicBezTo>
                    <a:cubicBezTo>
                      <a:pt x="313087" y="317760"/>
                      <a:pt x="310896" y="318141"/>
                      <a:pt x="310229" y="318808"/>
                    </a:cubicBezTo>
                    <a:cubicBezTo>
                      <a:pt x="309467" y="319474"/>
                      <a:pt x="309658" y="321761"/>
                      <a:pt x="309086" y="322522"/>
                    </a:cubicBezTo>
                    <a:cubicBezTo>
                      <a:pt x="308515" y="323284"/>
                      <a:pt x="306800" y="324332"/>
                      <a:pt x="305943" y="324618"/>
                    </a:cubicBezTo>
                    <a:cubicBezTo>
                      <a:pt x="304800" y="324999"/>
                      <a:pt x="302228" y="324332"/>
                      <a:pt x="300990" y="324618"/>
                    </a:cubicBezTo>
                    <a:cubicBezTo>
                      <a:pt x="299847" y="324904"/>
                      <a:pt x="298037" y="326332"/>
                      <a:pt x="296989" y="326523"/>
                    </a:cubicBezTo>
                    <a:cubicBezTo>
                      <a:pt x="295942" y="326713"/>
                      <a:pt x="293656" y="326809"/>
                      <a:pt x="292989" y="326047"/>
                    </a:cubicBezTo>
                    <a:cubicBezTo>
                      <a:pt x="292227" y="325285"/>
                      <a:pt x="292417" y="322808"/>
                      <a:pt x="292798" y="321761"/>
                    </a:cubicBezTo>
                    <a:cubicBezTo>
                      <a:pt x="293180" y="320903"/>
                      <a:pt x="295275" y="319951"/>
                      <a:pt x="295465" y="319093"/>
                    </a:cubicBezTo>
                    <a:cubicBezTo>
                      <a:pt x="295846" y="317665"/>
                      <a:pt x="293561" y="314902"/>
                      <a:pt x="293751" y="313474"/>
                    </a:cubicBezTo>
                    <a:cubicBezTo>
                      <a:pt x="293751" y="312712"/>
                      <a:pt x="294513" y="311188"/>
                      <a:pt x="294989" y="310616"/>
                    </a:cubicBezTo>
                    <a:cubicBezTo>
                      <a:pt x="295561" y="309949"/>
                      <a:pt x="297561" y="309473"/>
                      <a:pt x="298132" y="308806"/>
                    </a:cubicBezTo>
                    <a:cubicBezTo>
                      <a:pt x="298799" y="308044"/>
                      <a:pt x="299371" y="306044"/>
                      <a:pt x="299371" y="304996"/>
                    </a:cubicBezTo>
                    <a:cubicBezTo>
                      <a:pt x="299371" y="302425"/>
                      <a:pt x="296608" y="297853"/>
                      <a:pt x="296228" y="295281"/>
                    </a:cubicBezTo>
                    <a:cubicBezTo>
                      <a:pt x="296132" y="294424"/>
                      <a:pt x="295846" y="292519"/>
                      <a:pt x="296323" y="291852"/>
                    </a:cubicBezTo>
                    <a:cubicBezTo>
                      <a:pt x="296799" y="291090"/>
                      <a:pt x="298895" y="290899"/>
                      <a:pt x="299466" y="290233"/>
                    </a:cubicBezTo>
                    <a:cubicBezTo>
                      <a:pt x="300323" y="289090"/>
                      <a:pt x="301085" y="285946"/>
                      <a:pt x="300609" y="284613"/>
                    </a:cubicBezTo>
                    <a:cubicBezTo>
                      <a:pt x="299942" y="282708"/>
                      <a:pt x="295180" y="281279"/>
                      <a:pt x="294227" y="279469"/>
                    </a:cubicBezTo>
                    <a:cubicBezTo>
                      <a:pt x="293846" y="278803"/>
                      <a:pt x="293656" y="277183"/>
                      <a:pt x="294037" y="276517"/>
                    </a:cubicBezTo>
                    <a:cubicBezTo>
                      <a:pt x="294513" y="275659"/>
                      <a:pt x="297085" y="275659"/>
                      <a:pt x="297275" y="274707"/>
                    </a:cubicBezTo>
                    <a:cubicBezTo>
                      <a:pt x="297656" y="273373"/>
                      <a:pt x="295561" y="270706"/>
                      <a:pt x="294513" y="269944"/>
                    </a:cubicBezTo>
                    <a:cubicBezTo>
                      <a:pt x="293084" y="268801"/>
                      <a:pt x="288893" y="268992"/>
                      <a:pt x="287464" y="267849"/>
                    </a:cubicBezTo>
                    <a:cubicBezTo>
                      <a:pt x="286798" y="267277"/>
                      <a:pt x="286417" y="265372"/>
                      <a:pt x="285750" y="264896"/>
                    </a:cubicBezTo>
                    <a:cubicBezTo>
                      <a:pt x="284797" y="264134"/>
                      <a:pt x="282321" y="263277"/>
                      <a:pt x="281083" y="263372"/>
                    </a:cubicBezTo>
                    <a:cubicBezTo>
                      <a:pt x="279845" y="263372"/>
                      <a:pt x="277654" y="265372"/>
                      <a:pt x="276415" y="265182"/>
                    </a:cubicBezTo>
                    <a:cubicBezTo>
                      <a:pt x="275654" y="265087"/>
                      <a:pt x="274225" y="263944"/>
                      <a:pt x="273748" y="263372"/>
                    </a:cubicBezTo>
                    <a:cubicBezTo>
                      <a:pt x="273272" y="262705"/>
                      <a:pt x="273272" y="260610"/>
                      <a:pt x="272510" y="260229"/>
                    </a:cubicBezTo>
                    <a:cubicBezTo>
                      <a:pt x="271463" y="259657"/>
                      <a:pt x="268986" y="260800"/>
                      <a:pt x="267843" y="261181"/>
                    </a:cubicBezTo>
                    <a:cubicBezTo>
                      <a:pt x="266795" y="261658"/>
                      <a:pt x="265081" y="263563"/>
                      <a:pt x="263842" y="263563"/>
                    </a:cubicBezTo>
                    <a:cubicBezTo>
                      <a:pt x="262319" y="263563"/>
                      <a:pt x="259461" y="261943"/>
                      <a:pt x="258508" y="260705"/>
                    </a:cubicBezTo>
                    <a:cubicBezTo>
                      <a:pt x="257556" y="259562"/>
                      <a:pt x="256413" y="256324"/>
                      <a:pt x="256794" y="254800"/>
                    </a:cubicBezTo>
                    <a:cubicBezTo>
                      <a:pt x="256985" y="253942"/>
                      <a:pt x="258699" y="253085"/>
                      <a:pt x="259175" y="252418"/>
                    </a:cubicBezTo>
                    <a:cubicBezTo>
                      <a:pt x="259747" y="251752"/>
                      <a:pt x="261175" y="250323"/>
                      <a:pt x="261175" y="249466"/>
                    </a:cubicBezTo>
                    <a:cubicBezTo>
                      <a:pt x="261175" y="248704"/>
                      <a:pt x="259842" y="247751"/>
                      <a:pt x="259556" y="247084"/>
                    </a:cubicBezTo>
                    <a:cubicBezTo>
                      <a:pt x="259175" y="246227"/>
                      <a:pt x="259366" y="244132"/>
                      <a:pt x="258889" y="243370"/>
                    </a:cubicBezTo>
                    <a:cubicBezTo>
                      <a:pt x="258413" y="242703"/>
                      <a:pt x="256889" y="241750"/>
                      <a:pt x="256222" y="241369"/>
                    </a:cubicBezTo>
                    <a:cubicBezTo>
                      <a:pt x="254889" y="240607"/>
                      <a:pt x="252031" y="239179"/>
                      <a:pt x="250507" y="239083"/>
                    </a:cubicBezTo>
                    <a:cubicBezTo>
                      <a:pt x="249650" y="239083"/>
                      <a:pt x="248031" y="240226"/>
                      <a:pt x="247079" y="240131"/>
                    </a:cubicBezTo>
                    <a:cubicBezTo>
                      <a:pt x="245745" y="240036"/>
                      <a:pt x="243364" y="238036"/>
                      <a:pt x="241935" y="238036"/>
                    </a:cubicBezTo>
                    <a:cubicBezTo>
                      <a:pt x="240316" y="238036"/>
                      <a:pt x="237554" y="240798"/>
                      <a:pt x="235934" y="240703"/>
                    </a:cubicBezTo>
                    <a:cubicBezTo>
                      <a:pt x="234315" y="240607"/>
                      <a:pt x="231934" y="238131"/>
                      <a:pt x="230505" y="237464"/>
                    </a:cubicBezTo>
                    <a:cubicBezTo>
                      <a:pt x="229457" y="236988"/>
                      <a:pt x="227266" y="235845"/>
                      <a:pt x="226123" y="236035"/>
                    </a:cubicBezTo>
                    <a:cubicBezTo>
                      <a:pt x="225362" y="236226"/>
                      <a:pt x="224599" y="238131"/>
                      <a:pt x="223838" y="238131"/>
                    </a:cubicBezTo>
                    <a:cubicBezTo>
                      <a:pt x="222409" y="238226"/>
                      <a:pt x="220313" y="235273"/>
                      <a:pt x="218885" y="234892"/>
                    </a:cubicBezTo>
                    <a:cubicBezTo>
                      <a:pt x="217837" y="234607"/>
                      <a:pt x="215551" y="235178"/>
                      <a:pt x="214408" y="234988"/>
                    </a:cubicBezTo>
                    <a:cubicBezTo>
                      <a:pt x="213360" y="234702"/>
                      <a:pt x="211741" y="233083"/>
                      <a:pt x="210788" y="232892"/>
                    </a:cubicBezTo>
                    <a:cubicBezTo>
                      <a:pt x="209455" y="232702"/>
                      <a:pt x="206788" y="233654"/>
                      <a:pt x="205549" y="234226"/>
                    </a:cubicBezTo>
                    <a:cubicBezTo>
                      <a:pt x="203930" y="234988"/>
                      <a:pt x="201454" y="237655"/>
                      <a:pt x="199835" y="238226"/>
                    </a:cubicBezTo>
                    <a:cubicBezTo>
                      <a:pt x="199168" y="238417"/>
                      <a:pt x="197739" y="238607"/>
                      <a:pt x="197167" y="238321"/>
                    </a:cubicBezTo>
                    <a:cubicBezTo>
                      <a:pt x="196405" y="237940"/>
                      <a:pt x="195834" y="236035"/>
                      <a:pt x="195072" y="235559"/>
                    </a:cubicBezTo>
                    <a:cubicBezTo>
                      <a:pt x="194024" y="234988"/>
                      <a:pt x="191548" y="235178"/>
                      <a:pt x="190405" y="234892"/>
                    </a:cubicBezTo>
                    <a:cubicBezTo>
                      <a:pt x="189643" y="234702"/>
                      <a:pt x="188119" y="233940"/>
                      <a:pt x="187357" y="233940"/>
                    </a:cubicBezTo>
                    <a:cubicBezTo>
                      <a:pt x="186404" y="234035"/>
                      <a:pt x="184975" y="235559"/>
                      <a:pt x="184118" y="235464"/>
                    </a:cubicBezTo>
                    <a:cubicBezTo>
                      <a:pt x="183452" y="235464"/>
                      <a:pt x="182404" y="234226"/>
                      <a:pt x="181737" y="234226"/>
                    </a:cubicBezTo>
                    <a:cubicBezTo>
                      <a:pt x="180975" y="234226"/>
                      <a:pt x="178879" y="235750"/>
                      <a:pt x="178879" y="235750"/>
                    </a:cubicBezTo>
                    <a:lnTo>
                      <a:pt x="149638" y="221557"/>
                    </a:lnTo>
                    <a:lnTo>
                      <a:pt x="39148" y="203365"/>
                    </a:lnTo>
                    <a:cubicBezTo>
                      <a:pt x="39148" y="203365"/>
                      <a:pt x="36576" y="201364"/>
                      <a:pt x="35814" y="200602"/>
                    </a:cubicBezTo>
                    <a:cubicBezTo>
                      <a:pt x="34957" y="199745"/>
                      <a:pt x="33623" y="197745"/>
                      <a:pt x="32861" y="196888"/>
                    </a:cubicBezTo>
                    <a:cubicBezTo>
                      <a:pt x="32385" y="196316"/>
                      <a:pt x="31337" y="195459"/>
                      <a:pt x="30956" y="194887"/>
                    </a:cubicBezTo>
                    <a:cubicBezTo>
                      <a:pt x="30480" y="194125"/>
                      <a:pt x="30289" y="192125"/>
                      <a:pt x="30004" y="191268"/>
                    </a:cubicBezTo>
                    <a:cubicBezTo>
                      <a:pt x="29623" y="190030"/>
                      <a:pt x="28670" y="187553"/>
                      <a:pt x="28004" y="186505"/>
                    </a:cubicBezTo>
                    <a:cubicBezTo>
                      <a:pt x="27146" y="185172"/>
                      <a:pt x="24860" y="182695"/>
                      <a:pt x="23717" y="181552"/>
                    </a:cubicBezTo>
                    <a:cubicBezTo>
                      <a:pt x="22860" y="180600"/>
                      <a:pt x="21146" y="178504"/>
                      <a:pt x="20003" y="177933"/>
                    </a:cubicBezTo>
                    <a:cubicBezTo>
                      <a:pt x="19050" y="177457"/>
                      <a:pt x="16764" y="177647"/>
                      <a:pt x="15621" y="177457"/>
                    </a:cubicBezTo>
                    <a:cubicBezTo>
                      <a:pt x="14764" y="177266"/>
                      <a:pt x="12859" y="177076"/>
                      <a:pt x="12192" y="176409"/>
                    </a:cubicBezTo>
                    <a:cubicBezTo>
                      <a:pt x="11811" y="176028"/>
                      <a:pt x="11906" y="174599"/>
                      <a:pt x="11525" y="174123"/>
                    </a:cubicBezTo>
                    <a:cubicBezTo>
                      <a:pt x="11049" y="173456"/>
                      <a:pt x="9620" y="172313"/>
                      <a:pt x="8763" y="172313"/>
                    </a:cubicBezTo>
                    <a:cubicBezTo>
                      <a:pt x="7620" y="172313"/>
                      <a:pt x="5810" y="174313"/>
                      <a:pt x="4667" y="174504"/>
                    </a:cubicBezTo>
                    <a:cubicBezTo>
                      <a:pt x="3715" y="174694"/>
                      <a:pt x="1619" y="174980"/>
                      <a:pt x="857" y="174409"/>
                    </a:cubicBezTo>
                    <a:cubicBezTo>
                      <a:pt x="95" y="173742"/>
                      <a:pt x="95" y="171456"/>
                      <a:pt x="0" y="170503"/>
                    </a:cubicBezTo>
                    <a:cubicBezTo>
                      <a:pt x="0" y="170408"/>
                      <a:pt x="0" y="170218"/>
                      <a:pt x="0" y="170122"/>
                    </a:cubicBezTo>
                    <a:cubicBezTo>
                      <a:pt x="1238" y="169170"/>
                      <a:pt x="2667" y="167455"/>
                      <a:pt x="3620" y="166693"/>
                    </a:cubicBezTo>
                    <a:cubicBezTo>
                      <a:pt x="4477" y="166027"/>
                      <a:pt x="6191" y="164503"/>
                      <a:pt x="7239" y="164122"/>
                    </a:cubicBezTo>
                    <a:cubicBezTo>
                      <a:pt x="8477" y="163550"/>
                      <a:pt x="12097" y="163169"/>
                      <a:pt x="12573" y="163169"/>
                    </a:cubicBezTo>
                    <a:cubicBezTo>
                      <a:pt x="13049" y="163074"/>
                      <a:pt x="16573" y="160788"/>
                      <a:pt x="17812" y="160026"/>
                    </a:cubicBezTo>
                    <a:cubicBezTo>
                      <a:pt x="19336" y="159073"/>
                      <a:pt x="22193" y="156787"/>
                      <a:pt x="23813" y="156121"/>
                    </a:cubicBezTo>
                    <a:cubicBezTo>
                      <a:pt x="25717" y="155359"/>
                      <a:pt x="30004" y="155168"/>
                      <a:pt x="32004" y="154311"/>
                    </a:cubicBezTo>
                    <a:cubicBezTo>
                      <a:pt x="34004" y="153454"/>
                      <a:pt x="37814" y="151168"/>
                      <a:pt x="39433" y="149739"/>
                    </a:cubicBezTo>
                    <a:cubicBezTo>
                      <a:pt x="41624" y="147834"/>
                      <a:pt x="44958" y="143071"/>
                      <a:pt x="46958" y="140976"/>
                    </a:cubicBezTo>
                    <a:cubicBezTo>
                      <a:pt x="48673" y="139071"/>
                      <a:pt x="52292" y="135547"/>
                      <a:pt x="53912" y="133546"/>
                    </a:cubicBezTo>
                    <a:cubicBezTo>
                      <a:pt x="54769" y="132499"/>
                      <a:pt x="56197" y="130117"/>
                      <a:pt x="57055" y="128974"/>
                    </a:cubicBezTo>
                    <a:cubicBezTo>
                      <a:pt x="58007" y="127831"/>
                      <a:pt x="59817" y="125355"/>
                      <a:pt x="61055" y="124498"/>
                    </a:cubicBezTo>
                    <a:cubicBezTo>
                      <a:pt x="62770" y="123450"/>
                      <a:pt x="66770" y="122688"/>
                      <a:pt x="68675" y="122307"/>
                    </a:cubicBezTo>
                    <a:cubicBezTo>
                      <a:pt x="70580" y="121926"/>
                      <a:pt x="74581" y="121259"/>
                      <a:pt x="76486" y="121640"/>
                    </a:cubicBezTo>
                    <a:cubicBezTo>
                      <a:pt x="77724" y="121926"/>
                      <a:pt x="79820" y="124117"/>
                      <a:pt x="81058" y="124021"/>
                    </a:cubicBezTo>
                    <a:cubicBezTo>
                      <a:pt x="82772" y="123926"/>
                      <a:pt x="85154" y="120688"/>
                      <a:pt x="86678" y="119830"/>
                    </a:cubicBezTo>
                    <a:cubicBezTo>
                      <a:pt x="88106" y="119164"/>
                      <a:pt x="91059" y="118116"/>
                      <a:pt x="92583" y="117925"/>
                    </a:cubicBezTo>
                    <a:cubicBezTo>
                      <a:pt x="94297" y="117640"/>
                      <a:pt x="97822" y="118402"/>
                      <a:pt x="99536" y="118021"/>
                    </a:cubicBezTo>
                    <a:cubicBezTo>
                      <a:pt x="101155" y="117640"/>
                      <a:pt x="104013" y="115925"/>
                      <a:pt x="105442" y="115068"/>
                    </a:cubicBezTo>
                    <a:cubicBezTo>
                      <a:pt x="106871" y="114115"/>
                      <a:pt x="109252" y="111639"/>
                      <a:pt x="110585" y="110591"/>
                    </a:cubicBezTo>
                    <a:cubicBezTo>
                      <a:pt x="112014" y="109448"/>
                      <a:pt x="115253" y="107543"/>
                      <a:pt x="116681" y="106400"/>
                    </a:cubicBezTo>
                    <a:cubicBezTo>
                      <a:pt x="118110" y="105257"/>
                      <a:pt x="121063" y="102876"/>
                      <a:pt x="122301" y="101447"/>
                    </a:cubicBezTo>
                    <a:cubicBezTo>
                      <a:pt x="123158" y="100399"/>
                      <a:pt x="124396" y="98018"/>
                      <a:pt x="125063" y="96875"/>
                    </a:cubicBezTo>
                    <a:cubicBezTo>
                      <a:pt x="125730" y="95732"/>
                      <a:pt x="126873" y="93160"/>
                      <a:pt x="127921" y="92398"/>
                    </a:cubicBezTo>
                    <a:cubicBezTo>
                      <a:pt x="128778" y="91827"/>
                      <a:pt x="130778" y="91636"/>
                      <a:pt x="131826" y="91446"/>
                    </a:cubicBezTo>
                    <a:cubicBezTo>
                      <a:pt x="132683" y="91255"/>
                      <a:pt x="134588" y="91446"/>
                      <a:pt x="135446" y="91065"/>
                    </a:cubicBezTo>
                    <a:cubicBezTo>
                      <a:pt x="136207" y="90684"/>
                      <a:pt x="137160" y="88874"/>
                      <a:pt x="138017" y="88588"/>
                    </a:cubicBezTo>
                    <a:cubicBezTo>
                      <a:pt x="139446" y="88112"/>
                      <a:pt x="142589" y="89636"/>
                      <a:pt x="144018" y="89160"/>
                    </a:cubicBezTo>
                    <a:cubicBezTo>
                      <a:pt x="146018" y="88493"/>
                      <a:pt x="149162" y="85255"/>
                      <a:pt x="150209" y="83445"/>
                    </a:cubicBezTo>
                    <a:cubicBezTo>
                      <a:pt x="151066" y="81826"/>
                      <a:pt x="150971" y="78111"/>
                      <a:pt x="151257" y="76396"/>
                    </a:cubicBezTo>
                    <a:cubicBezTo>
                      <a:pt x="151447" y="75444"/>
                      <a:pt x="151543" y="73444"/>
                      <a:pt x="151924" y="72586"/>
                    </a:cubicBezTo>
                    <a:cubicBezTo>
                      <a:pt x="152305" y="71824"/>
                      <a:pt x="153733" y="70777"/>
                      <a:pt x="154400" y="70205"/>
                    </a:cubicBezTo>
                    <a:cubicBezTo>
                      <a:pt x="155257" y="69443"/>
                      <a:pt x="156972" y="67919"/>
                      <a:pt x="157734" y="67062"/>
                    </a:cubicBezTo>
                    <a:cubicBezTo>
                      <a:pt x="158401" y="66300"/>
                      <a:pt x="159163" y="64109"/>
                      <a:pt x="160020" y="63538"/>
                    </a:cubicBezTo>
                    <a:cubicBezTo>
                      <a:pt x="160687" y="63157"/>
                      <a:pt x="162592" y="63442"/>
                      <a:pt x="163163" y="63061"/>
                    </a:cubicBezTo>
                    <a:cubicBezTo>
                      <a:pt x="163830" y="62585"/>
                      <a:pt x="164306" y="61061"/>
                      <a:pt x="164782" y="60394"/>
                    </a:cubicBezTo>
                    <a:cubicBezTo>
                      <a:pt x="165163" y="59823"/>
                      <a:pt x="165925" y="58680"/>
                      <a:pt x="166306" y="58013"/>
                    </a:cubicBezTo>
                    <a:cubicBezTo>
                      <a:pt x="167164" y="56584"/>
                      <a:pt x="168497" y="53251"/>
                      <a:pt x="169831" y="52203"/>
                    </a:cubicBezTo>
                    <a:cubicBezTo>
                      <a:pt x="171164" y="51060"/>
                      <a:pt x="174784" y="50107"/>
                      <a:pt x="176308" y="49345"/>
                    </a:cubicBezTo>
                    <a:cubicBezTo>
                      <a:pt x="178022" y="48488"/>
                      <a:pt x="181356" y="46678"/>
                      <a:pt x="182880" y="45535"/>
                    </a:cubicBezTo>
                    <a:cubicBezTo>
                      <a:pt x="184023" y="44678"/>
                      <a:pt x="186023" y="42392"/>
                      <a:pt x="187071" y="41249"/>
                    </a:cubicBezTo>
                    <a:cubicBezTo>
                      <a:pt x="188500" y="39535"/>
                      <a:pt x="191167" y="36010"/>
                      <a:pt x="192214" y="34105"/>
                    </a:cubicBezTo>
                    <a:cubicBezTo>
                      <a:pt x="192977" y="32772"/>
                      <a:pt x="193929" y="29629"/>
                      <a:pt x="194691" y="28295"/>
                    </a:cubicBezTo>
                    <a:cubicBezTo>
                      <a:pt x="195644" y="26581"/>
                      <a:pt x="197644" y="23342"/>
                      <a:pt x="199072" y="22009"/>
                    </a:cubicBezTo>
                    <a:cubicBezTo>
                      <a:pt x="200596" y="20675"/>
                      <a:pt x="204406" y="19056"/>
                      <a:pt x="206121" y="18008"/>
                    </a:cubicBezTo>
                    <a:cubicBezTo>
                      <a:pt x="206978" y="17437"/>
                      <a:pt x="208693" y="16198"/>
                      <a:pt x="209645" y="15532"/>
                    </a:cubicBezTo>
                    <a:cubicBezTo>
                      <a:pt x="210693" y="14865"/>
                      <a:pt x="212598" y="13531"/>
                      <a:pt x="213646" y="12865"/>
                    </a:cubicBezTo>
                    <a:cubicBezTo>
                      <a:pt x="214408" y="12484"/>
                      <a:pt x="216027" y="11817"/>
                      <a:pt x="216694" y="11245"/>
                    </a:cubicBezTo>
                    <a:cubicBezTo>
                      <a:pt x="218027" y="10293"/>
                      <a:pt x="220028" y="7721"/>
                      <a:pt x="221456" y="6959"/>
                    </a:cubicBezTo>
                    <a:cubicBezTo>
                      <a:pt x="222695" y="6388"/>
                      <a:pt x="225362" y="6388"/>
                      <a:pt x="226600" y="6102"/>
                    </a:cubicBezTo>
                    <a:cubicBezTo>
                      <a:pt x="227838" y="5816"/>
                      <a:pt x="230219" y="5149"/>
                      <a:pt x="231267" y="4578"/>
                    </a:cubicBezTo>
                    <a:cubicBezTo>
                      <a:pt x="232124" y="4197"/>
                      <a:pt x="233553" y="2959"/>
                      <a:pt x="234315" y="2578"/>
                    </a:cubicBezTo>
                    <a:cubicBezTo>
                      <a:pt x="235553" y="2101"/>
                      <a:pt x="238220" y="1435"/>
                      <a:pt x="239649" y="1339"/>
                    </a:cubicBezTo>
                    <a:cubicBezTo>
                      <a:pt x="242316" y="1149"/>
                      <a:pt x="247555" y="2292"/>
                      <a:pt x="250127" y="2006"/>
                    </a:cubicBezTo>
                    <a:cubicBezTo>
                      <a:pt x="251270" y="1816"/>
                      <a:pt x="253460" y="768"/>
                      <a:pt x="254603" y="482"/>
                    </a:cubicBezTo>
                    <a:cubicBezTo>
                      <a:pt x="256127" y="196"/>
                      <a:pt x="259271" y="-185"/>
                      <a:pt x="260795" y="101"/>
                    </a:cubicBezTo>
                    <a:cubicBezTo>
                      <a:pt x="262128" y="387"/>
                      <a:pt x="264700" y="1720"/>
                      <a:pt x="265938" y="2482"/>
                    </a:cubicBezTo>
                    <a:cubicBezTo>
                      <a:pt x="267176" y="3244"/>
                      <a:pt x="269843" y="4959"/>
                      <a:pt x="270605" y="6292"/>
                    </a:cubicBezTo>
                    <a:cubicBezTo>
                      <a:pt x="271177" y="7245"/>
                      <a:pt x="272129" y="9912"/>
                      <a:pt x="271463" y="10864"/>
                    </a:cubicBezTo>
                    <a:cubicBezTo>
                      <a:pt x="270986" y="11531"/>
                      <a:pt x="268986" y="11150"/>
                      <a:pt x="268129" y="11150"/>
                    </a:cubicBezTo>
                    <a:cubicBezTo>
                      <a:pt x="267271" y="11150"/>
                      <a:pt x="265366" y="10674"/>
                      <a:pt x="264605" y="11055"/>
                    </a:cubicBezTo>
                    <a:cubicBezTo>
                      <a:pt x="263557" y="11531"/>
                      <a:pt x="262795" y="14198"/>
                      <a:pt x="261842" y="14770"/>
                    </a:cubicBezTo>
                    <a:cubicBezTo>
                      <a:pt x="261175" y="15151"/>
                      <a:pt x="259366" y="15627"/>
                      <a:pt x="258699" y="15341"/>
                    </a:cubicBezTo>
                    <a:cubicBezTo>
                      <a:pt x="258128" y="15055"/>
                      <a:pt x="257746" y="13531"/>
                      <a:pt x="257175" y="13246"/>
                    </a:cubicBezTo>
                    <a:cubicBezTo>
                      <a:pt x="256413" y="12769"/>
                      <a:pt x="254413" y="12484"/>
                      <a:pt x="253460" y="12579"/>
                    </a:cubicBezTo>
                    <a:cubicBezTo>
                      <a:pt x="252317" y="12674"/>
                      <a:pt x="250317" y="14008"/>
                      <a:pt x="249269" y="14293"/>
                    </a:cubicBezTo>
                    <a:cubicBezTo>
                      <a:pt x="248317" y="14484"/>
                      <a:pt x="246126" y="13912"/>
                      <a:pt x="245364" y="14484"/>
                    </a:cubicBezTo>
                    <a:cubicBezTo>
                      <a:pt x="244602" y="15151"/>
                      <a:pt x="244221" y="17532"/>
                      <a:pt x="244602" y="18389"/>
                    </a:cubicBezTo>
                    <a:cubicBezTo>
                      <a:pt x="245078" y="19532"/>
                      <a:pt x="248126" y="19913"/>
                      <a:pt x="248698" y="20961"/>
                    </a:cubicBezTo>
                    <a:cubicBezTo>
                      <a:pt x="249079" y="21723"/>
                      <a:pt x="249174" y="23818"/>
                      <a:pt x="248698" y="24580"/>
                    </a:cubicBezTo>
                    <a:cubicBezTo>
                      <a:pt x="247936" y="25628"/>
                      <a:pt x="245078" y="25819"/>
                      <a:pt x="243935" y="26485"/>
                    </a:cubicBezTo>
                    <a:cubicBezTo>
                      <a:pt x="242983" y="27057"/>
                      <a:pt x="241363" y="28676"/>
                      <a:pt x="240411" y="29248"/>
                    </a:cubicBezTo>
                    <a:cubicBezTo>
                      <a:pt x="239649" y="29724"/>
                      <a:pt x="237839" y="30010"/>
                      <a:pt x="237172" y="30581"/>
                    </a:cubicBezTo>
                    <a:cubicBezTo>
                      <a:pt x="236506" y="31153"/>
                      <a:pt x="235744" y="32581"/>
                      <a:pt x="235363" y="33343"/>
                    </a:cubicBezTo>
                    <a:cubicBezTo>
                      <a:pt x="234887" y="34296"/>
                      <a:pt x="234220" y="36391"/>
                      <a:pt x="233648" y="37249"/>
                    </a:cubicBezTo>
                    <a:cubicBezTo>
                      <a:pt x="232981" y="38392"/>
                      <a:pt x="231172" y="40392"/>
                      <a:pt x="230124" y="41249"/>
                    </a:cubicBezTo>
                    <a:cubicBezTo>
                      <a:pt x="229171" y="42106"/>
                      <a:pt x="226981" y="43440"/>
                      <a:pt x="226028" y="44202"/>
                    </a:cubicBezTo>
                    <a:cubicBezTo>
                      <a:pt x="224790" y="45345"/>
                      <a:pt x="222123" y="47536"/>
                      <a:pt x="221361" y="48964"/>
                    </a:cubicBezTo>
                    <a:cubicBezTo>
                      <a:pt x="220885" y="49917"/>
                      <a:pt x="220313" y="52203"/>
                      <a:pt x="220408" y="53346"/>
                    </a:cubicBezTo>
                    <a:cubicBezTo>
                      <a:pt x="220408" y="54108"/>
                      <a:pt x="221647" y="55632"/>
                      <a:pt x="221361" y="56299"/>
                    </a:cubicBezTo>
                    <a:cubicBezTo>
                      <a:pt x="221075" y="57061"/>
                      <a:pt x="219265" y="57632"/>
                      <a:pt x="218504" y="57727"/>
                    </a:cubicBezTo>
                    <a:cubicBezTo>
                      <a:pt x="217932" y="57727"/>
                      <a:pt x="216884" y="56680"/>
                      <a:pt x="216408" y="56965"/>
                    </a:cubicBezTo>
                    <a:cubicBezTo>
                      <a:pt x="215837" y="57346"/>
                      <a:pt x="216027" y="59061"/>
                      <a:pt x="216027" y="59728"/>
                    </a:cubicBezTo>
                    <a:cubicBezTo>
                      <a:pt x="215932" y="60680"/>
                      <a:pt x="216694" y="62776"/>
                      <a:pt x="216217" y="63633"/>
                    </a:cubicBezTo>
                    <a:cubicBezTo>
                      <a:pt x="215837" y="64395"/>
                      <a:pt x="213931" y="64966"/>
                      <a:pt x="213265" y="65443"/>
                    </a:cubicBezTo>
                    <a:cubicBezTo>
                      <a:pt x="212598" y="65919"/>
                      <a:pt x="211169" y="66871"/>
                      <a:pt x="210598" y="67538"/>
                    </a:cubicBezTo>
                    <a:cubicBezTo>
                      <a:pt x="210026" y="68395"/>
                      <a:pt x="209360" y="70300"/>
                      <a:pt x="209264" y="71253"/>
                    </a:cubicBezTo>
                    <a:cubicBezTo>
                      <a:pt x="208979" y="73348"/>
                      <a:pt x="210979" y="77539"/>
                      <a:pt x="210312" y="79540"/>
                    </a:cubicBezTo>
                    <a:cubicBezTo>
                      <a:pt x="209740" y="81159"/>
                      <a:pt x="206788" y="83254"/>
                      <a:pt x="205549" y="84302"/>
                    </a:cubicBezTo>
                    <a:cubicBezTo>
                      <a:pt x="204692" y="84969"/>
                      <a:pt x="202502" y="85731"/>
                      <a:pt x="202025" y="86779"/>
                    </a:cubicBezTo>
                    <a:cubicBezTo>
                      <a:pt x="201454" y="88017"/>
                      <a:pt x="202502" y="90874"/>
                      <a:pt x="202406" y="92303"/>
                    </a:cubicBezTo>
                    <a:cubicBezTo>
                      <a:pt x="202406" y="93351"/>
                      <a:pt x="201930" y="95446"/>
                      <a:pt x="201644" y="96399"/>
                    </a:cubicBezTo>
                    <a:cubicBezTo>
                      <a:pt x="201358" y="97447"/>
                      <a:pt x="200596" y="99542"/>
                      <a:pt x="200406" y="100590"/>
                    </a:cubicBezTo>
                    <a:cubicBezTo>
                      <a:pt x="200120" y="102019"/>
                      <a:pt x="199644" y="104876"/>
                      <a:pt x="199835" y="106210"/>
                    </a:cubicBezTo>
                    <a:cubicBezTo>
                      <a:pt x="200025" y="107353"/>
                      <a:pt x="200978" y="109543"/>
                      <a:pt x="201644" y="110591"/>
                    </a:cubicBezTo>
                    <a:cubicBezTo>
                      <a:pt x="202311" y="111639"/>
                      <a:pt x="203930" y="114496"/>
                      <a:pt x="205264" y="114306"/>
                    </a:cubicBezTo>
                    <a:cubicBezTo>
                      <a:pt x="206692" y="114115"/>
                      <a:pt x="207550" y="110686"/>
                      <a:pt x="208216" y="109448"/>
                    </a:cubicBezTo>
                    <a:cubicBezTo>
                      <a:pt x="208693" y="108591"/>
                      <a:pt x="209455" y="106781"/>
                      <a:pt x="209740" y="105924"/>
                    </a:cubicBezTo>
                    <a:cubicBezTo>
                      <a:pt x="210121" y="105067"/>
                      <a:pt x="210598" y="103066"/>
                      <a:pt x="211264" y="102304"/>
                    </a:cubicBezTo>
                    <a:cubicBezTo>
                      <a:pt x="211646" y="101828"/>
                      <a:pt x="212979" y="101352"/>
                      <a:pt x="213455" y="100971"/>
                    </a:cubicBezTo>
                    <a:cubicBezTo>
                      <a:pt x="214884" y="99828"/>
                      <a:pt x="217456" y="97161"/>
                      <a:pt x="218694" y="95732"/>
                    </a:cubicBezTo>
                    <a:cubicBezTo>
                      <a:pt x="220218" y="94018"/>
                      <a:pt x="222885" y="90208"/>
                      <a:pt x="224409" y="88398"/>
                    </a:cubicBezTo>
                    <a:cubicBezTo>
                      <a:pt x="225362" y="87255"/>
                      <a:pt x="227171" y="84874"/>
                      <a:pt x="228410" y="84016"/>
                    </a:cubicBezTo>
                    <a:cubicBezTo>
                      <a:pt x="229362" y="83350"/>
                      <a:pt x="231648" y="82492"/>
                      <a:pt x="232886" y="82397"/>
                    </a:cubicBezTo>
                    <a:cubicBezTo>
                      <a:pt x="233648" y="82397"/>
                      <a:pt x="235363" y="82492"/>
                      <a:pt x="235744" y="83159"/>
                    </a:cubicBezTo>
                    <a:cubicBezTo>
                      <a:pt x="236125" y="83826"/>
                      <a:pt x="235363" y="85445"/>
                      <a:pt x="234887" y="86017"/>
                    </a:cubicBezTo>
                    <a:cubicBezTo>
                      <a:pt x="234315" y="86683"/>
                      <a:pt x="232124" y="86779"/>
                      <a:pt x="231553" y="87541"/>
                    </a:cubicBezTo>
                    <a:cubicBezTo>
                      <a:pt x="231267" y="87922"/>
                      <a:pt x="231362" y="88969"/>
                      <a:pt x="231457" y="89446"/>
                    </a:cubicBezTo>
                    <a:cubicBezTo>
                      <a:pt x="231553" y="90208"/>
                      <a:pt x="231934" y="92113"/>
                      <a:pt x="232600" y="92494"/>
                    </a:cubicBezTo>
                    <a:cubicBezTo>
                      <a:pt x="233553" y="92970"/>
                      <a:pt x="235744" y="92017"/>
                      <a:pt x="236696" y="91541"/>
                    </a:cubicBezTo>
                    <a:cubicBezTo>
                      <a:pt x="237268" y="91255"/>
                      <a:pt x="238315" y="90208"/>
                      <a:pt x="238792" y="89731"/>
                    </a:cubicBezTo>
                    <a:cubicBezTo>
                      <a:pt x="239458" y="89160"/>
                      <a:pt x="240602" y="87636"/>
                      <a:pt x="241459" y="87350"/>
                    </a:cubicBezTo>
                    <a:cubicBezTo>
                      <a:pt x="243745" y="86779"/>
                      <a:pt x="248221" y="89350"/>
                      <a:pt x="250603" y="89731"/>
                    </a:cubicBezTo>
                    <a:cubicBezTo>
                      <a:pt x="251460" y="89827"/>
                      <a:pt x="253270" y="90112"/>
                      <a:pt x="254127" y="89922"/>
                    </a:cubicBezTo>
                    <a:cubicBezTo>
                      <a:pt x="255365" y="89731"/>
                      <a:pt x="257365" y="88207"/>
                      <a:pt x="258604" y="87922"/>
                    </a:cubicBezTo>
                    <a:cubicBezTo>
                      <a:pt x="259461" y="87636"/>
                      <a:pt x="261366" y="87350"/>
                      <a:pt x="262223" y="87541"/>
                    </a:cubicBezTo>
                    <a:cubicBezTo>
                      <a:pt x="263176" y="87731"/>
                      <a:pt x="264700" y="89160"/>
                      <a:pt x="265652" y="89541"/>
                    </a:cubicBezTo>
                    <a:cubicBezTo>
                      <a:pt x="266319" y="89827"/>
                      <a:pt x="267653" y="90684"/>
                      <a:pt x="268319" y="90493"/>
                    </a:cubicBezTo>
                    <a:cubicBezTo>
                      <a:pt x="268891" y="90303"/>
                      <a:pt x="269367" y="88874"/>
                      <a:pt x="269938" y="88779"/>
                    </a:cubicBezTo>
                    <a:cubicBezTo>
                      <a:pt x="270891" y="88588"/>
                      <a:pt x="272796" y="89636"/>
                      <a:pt x="273558" y="90208"/>
                    </a:cubicBezTo>
                    <a:cubicBezTo>
                      <a:pt x="273939" y="90589"/>
                      <a:pt x="274225" y="91732"/>
                      <a:pt x="274701" y="92017"/>
                    </a:cubicBezTo>
                    <a:cubicBezTo>
                      <a:pt x="275654" y="92494"/>
                      <a:pt x="278225" y="91255"/>
                      <a:pt x="278987" y="92017"/>
                    </a:cubicBezTo>
                    <a:cubicBezTo>
                      <a:pt x="279463" y="92589"/>
                      <a:pt x="278702" y="94303"/>
                      <a:pt x="278892" y="95065"/>
                    </a:cubicBezTo>
                    <a:cubicBezTo>
                      <a:pt x="279082" y="95827"/>
                      <a:pt x="279654" y="97542"/>
                      <a:pt x="280225" y="97923"/>
                    </a:cubicBezTo>
                    <a:cubicBezTo>
                      <a:pt x="281178" y="98494"/>
                      <a:pt x="283655" y="98399"/>
                      <a:pt x="284607" y="97828"/>
                    </a:cubicBezTo>
                    <a:cubicBezTo>
                      <a:pt x="285083" y="97542"/>
                      <a:pt x="285179" y="95732"/>
                      <a:pt x="285750" y="95732"/>
                    </a:cubicBezTo>
                    <a:cubicBezTo>
                      <a:pt x="286417" y="95732"/>
                      <a:pt x="286417" y="97923"/>
                      <a:pt x="286988" y="98304"/>
                    </a:cubicBezTo>
                    <a:cubicBezTo>
                      <a:pt x="287655" y="98685"/>
                      <a:pt x="289370" y="97732"/>
                      <a:pt x="290036" y="97923"/>
                    </a:cubicBezTo>
                    <a:cubicBezTo>
                      <a:pt x="290608" y="98113"/>
                      <a:pt x="291560" y="99161"/>
                      <a:pt x="292037" y="99542"/>
                    </a:cubicBezTo>
                    <a:cubicBezTo>
                      <a:pt x="292703" y="100018"/>
                      <a:pt x="294037" y="100685"/>
                      <a:pt x="294608" y="101257"/>
                    </a:cubicBezTo>
                    <a:cubicBezTo>
                      <a:pt x="295561" y="102209"/>
                      <a:pt x="297371" y="104305"/>
                      <a:pt x="297847" y="105638"/>
                    </a:cubicBezTo>
                    <a:cubicBezTo>
                      <a:pt x="298228" y="106876"/>
                      <a:pt x="297466" y="109543"/>
                      <a:pt x="297942" y="110686"/>
                    </a:cubicBezTo>
                    <a:cubicBezTo>
                      <a:pt x="298418" y="111734"/>
                      <a:pt x="300323" y="113163"/>
                      <a:pt x="301371" y="113639"/>
                    </a:cubicBezTo>
                    <a:cubicBezTo>
                      <a:pt x="302228" y="114115"/>
                      <a:pt x="304324" y="113830"/>
                      <a:pt x="304990" y="114496"/>
                    </a:cubicBezTo>
                    <a:cubicBezTo>
                      <a:pt x="305943" y="115544"/>
                      <a:pt x="305181" y="118878"/>
                      <a:pt x="305943" y="120116"/>
                    </a:cubicBezTo>
                    <a:cubicBezTo>
                      <a:pt x="306514" y="121069"/>
                      <a:pt x="308705" y="121926"/>
                      <a:pt x="309563" y="122593"/>
                    </a:cubicBezTo>
                    <a:cubicBezTo>
                      <a:pt x="310134" y="123069"/>
                      <a:pt x="311372" y="123926"/>
                      <a:pt x="311944" y="124498"/>
                    </a:cubicBezTo>
                    <a:cubicBezTo>
                      <a:pt x="312515" y="125164"/>
                      <a:pt x="313182" y="126688"/>
                      <a:pt x="313849" y="127260"/>
                    </a:cubicBezTo>
                    <a:cubicBezTo>
                      <a:pt x="314515" y="127831"/>
                      <a:pt x="316135" y="128498"/>
                      <a:pt x="316897" y="128498"/>
                    </a:cubicBezTo>
                    <a:cubicBezTo>
                      <a:pt x="317563" y="128498"/>
                      <a:pt x="318802" y="127546"/>
                      <a:pt x="319469" y="127641"/>
                    </a:cubicBezTo>
                    <a:cubicBezTo>
                      <a:pt x="320135" y="127736"/>
                      <a:pt x="321278" y="128593"/>
                      <a:pt x="321564" y="129165"/>
                    </a:cubicBezTo>
                    <a:cubicBezTo>
                      <a:pt x="321945" y="129927"/>
                      <a:pt x="321659" y="131737"/>
                      <a:pt x="321945" y="132594"/>
                    </a:cubicBezTo>
                    <a:cubicBezTo>
                      <a:pt x="322136" y="133356"/>
                      <a:pt x="323279" y="134785"/>
                      <a:pt x="323469" y="135547"/>
                    </a:cubicBezTo>
                    <a:cubicBezTo>
                      <a:pt x="323660" y="136594"/>
                      <a:pt x="322516" y="138976"/>
                      <a:pt x="322993" y="139928"/>
                    </a:cubicBezTo>
                    <a:cubicBezTo>
                      <a:pt x="323564" y="141071"/>
                      <a:pt x="326136" y="142214"/>
                      <a:pt x="327374" y="142690"/>
                    </a:cubicBezTo>
                    <a:cubicBezTo>
                      <a:pt x="328898" y="143357"/>
                      <a:pt x="332137" y="144310"/>
                      <a:pt x="333756" y="144310"/>
                    </a:cubicBezTo>
                    <a:cubicBezTo>
                      <a:pt x="335185" y="144310"/>
                      <a:pt x="337852" y="143452"/>
                      <a:pt x="339185" y="143167"/>
                    </a:cubicBezTo>
                    <a:cubicBezTo>
                      <a:pt x="340423" y="142881"/>
                      <a:pt x="342805" y="142119"/>
                      <a:pt x="344043" y="141928"/>
                    </a:cubicBezTo>
                    <a:cubicBezTo>
                      <a:pt x="345281" y="141738"/>
                      <a:pt x="347663" y="141547"/>
                      <a:pt x="348805" y="141262"/>
                    </a:cubicBezTo>
                    <a:cubicBezTo>
                      <a:pt x="349853" y="141071"/>
                      <a:pt x="352139" y="140785"/>
                      <a:pt x="352996" y="140214"/>
                    </a:cubicBezTo>
                    <a:cubicBezTo>
                      <a:pt x="354330" y="139452"/>
                      <a:pt x="356140" y="136690"/>
                      <a:pt x="357378" y="135642"/>
                    </a:cubicBezTo>
                    <a:cubicBezTo>
                      <a:pt x="358330" y="134880"/>
                      <a:pt x="360426" y="133165"/>
                      <a:pt x="361664" y="132880"/>
                    </a:cubicBezTo>
                    <a:cubicBezTo>
                      <a:pt x="362998" y="132499"/>
                      <a:pt x="366141" y="132499"/>
                      <a:pt x="367284" y="133356"/>
                    </a:cubicBezTo>
                    <a:cubicBezTo>
                      <a:pt x="368332" y="134118"/>
                      <a:pt x="368427" y="137071"/>
                      <a:pt x="368998" y="138214"/>
                    </a:cubicBezTo>
                    <a:cubicBezTo>
                      <a:pt x="369570" y="139357"/>
                      <a:pt x="370713" y="141738"/>
                      <a:pt x="371856" y="142214"/>
                    </a:cubicBezTo>
                    <a:cubicBezTo>
                      <a:pt x="372713" y="142595"/>
                      <a:pt x="374809" y="141452"/>
                      <a:pt x="375666" y="141928"/>
                    </a:cubicBezTo>
                    <a:cubicBezTo>
                      <a:pt x="376523" y="142309"/>
                      <a:pt x="376904" y="144500"/>
                      <a:pt x="377666" y="144976"/>
                    </a:cubicBezTo>
                    <a:cubicBezTo>
                      <a:pt x="378523" y="145548"/>
                      <a:pt x="380810" y="145929"/>
                      <a:pt x="381953" y="145929"/>
                    </a:cubicBezTo>
                    <a:cubicBezTo>
                      <a:pt x="382714" y="145929"/>
                      <a:pt x="384238" y="145834"/>
                      <a:pt x="384810" y="145357"/>
                    </a:cubicBezTo>
                    <a:cubicBezTo>
                      <a:pt x="385477" y="144881"/>
                      <a:pt x="386334" y="143452"/>
                      <a:pt x="386620" y="142690"/>
                    </a:cubicBezTo>
                    <a:cubicBezTo>
                      <a:pt x="386905" y="142024"/>
                      <a:pt x="386524" y="140500"/>
                      <a:pt x="386810" y="139928"/>
                    </a:cubicBezTo>
                    <a:cubicBezTo>
                      <a:pt x="387096" y="139452"/>
                      <a:pt x="388144" y="138785"/>
                      <a:pt x="388620" y="138595"/>
                    </a:cubicBezTo>
                    <a:cubicBezTo>
                      <a:pt x="389382" y="138214"/>
                      <a:pt x="391001" y="137166"/>
                      <a:pt x="391763" y="137452"/>
                    </a:cubicBezTo>
                    <a:cubicBezTo>
                      <a:pt x="392621" y="137737"/>
                      <a:pt x="393192" y="139738"/>
                      <a:pt x="393763" y="140404"/>
                    </a:cubicBezTo>
                    <a:cubicBezTo>
                      <a:pt x="394335" y="141071"/>
                      <a:pt x="395383" y="142690"/>
                      <a:pt x="396240" y="142786"/>
                    </a:cubicBezTo>
                    <a:cubicBezTo>
                      <a:pt x="397002" y="142786"/>
                      <a:pt x="398240" y="141357"/>
                      <a:pt x="398621" y="140690"/>
                    </a:cubicBezTo>
                    <a:cubicBezTo>
                      <a:pt x="399002" y="139928"/>
                      <a:pt x="399288" y="138118"/>
                      <a:pt x="399288" y="137261"/>
                    </a:cubicBezTo>
                    <a:cubicBezTo>
                      <a:pt x="399288" y="136404"/>
                      <a:pt x="398907" y="134785"/>
                      <a:pt x="398526" y="133927"/>
                    </a:cubicBezTo>
                    <a:cubicBezTo>
                      <a:pt x="398336" y="133356"/>
                      <a:pt x="397669" y="132403"/>
                      <a:pt x="397383" y="131927"/>
                    </a:cubicBezTo>
                    <a:cubicBezTo>
                      <a:pt x="397002" y="131260"/>
                      <a:pt x="395764" y="130022"/>
                      <a:pt x="395573" y="129260"/>
                    </a:cubicBezTo>
                    <a:cubicBezTo>
                      <a:pt x="395383" y="128403"/>
                      <a:pt x="395383" y="126498"/>
                      <a:pt x="395859" y="125736"/>
                    </a:cubicBezTo>
                    <a:cubicBezTo>
                      <a:pt x="396145" y="125260"/>
                      <a:pt x="397288" y="124783"/>
                      <a:pt x="397859" y="124593"/>
                    </a:cubicBezTo>
                    <a:cubicBezTo>
                      <a:pt x="398431" y="124307"/>
                      <a:pt x="399669" y="123736"/>
                      <a:pt x="400336" y="123926"/>
                    </a:cubicBezTo>
                    <a:cubicBezTo>
                      <a:pt x="401193" y="124307"/>
                      <a:pt x="402146" y="126117"/>
                      <a:pt x="402527" y="126879"/>
                    </a:cubicBezTo>
                    <a:cubicBezTo>
                      <a:pt x="403003" y="127831"/>
                      <a:pt x="403765" y="129927"/>
                      <a:pt x="403670" y="130975"/>
                    </a:cubicBezTo>
                    <a:cubicBezTo>
                      <a:pt x="403574" y="131832"/>
                      <a:pt x="401669" y="133261"/>
                      <a:pt x="401955" y="134118"/>
                    </a:cubicBezTo>
                    <a:cubicBezTo>
                      <a:pt x="402241" y="135261"/>
                      <a:pt x="404908" y="136023"/>
                      <a:pt x="405955" y="136499"/>
                    </a:cubicBezTo>
                    <a:cubicBezTo>
                      <a:pt x="406813" y="136785"/>
                      <a:pt x="408527" y="137356"/>
                      <a:pt x="409385" y="137166"/>
                    </a:cubicBezTo>
                    <a:cubicBezTo>
                      <a:pt x="410432" y="136880"/>
                      <a:pt x="411956" y="135356"/>
                      <a:pt x="412718" y="134594"/>
                    </a:cubicBezTo>
                    <a:cubicBezTo>
                      <a:pt x="413575" y="133737"/>
                      <a:pt x="414814" y="131546"/>
                      <a:pt x="415480" y="130594"/>
                    </a:cubicBezTo>
                    <a:cubicBezTo>
                      <a:pt x="416338" y="129355"/>
                      <a:pt x="417862" y="126784"/>
                      <a:pt x="418624" y="125450"/>
                    </a:cubicBezTo>
                    <a:cubicBezTo>
                      <a:pt x="419100" y="124688"/>
                      <a:pt x="419862" y="122974"/>
                      <a:pt x="420624" y="122402"/>
                    </a:cubicBezTo>
                    <a:cubicBezTo>
                      <a:pt x="421577" y="121735"/>
                      <a:pt x="424053" y="121545"/>
                      <a:pt x="425101" y="121164"/>
                    </a:cubicBezTo>
                    <a:cubicBezTo>
                      <a:pt x="426339" y="120688"/>
                      <a:pt x="428911" y="119449"/>
                      <a:pt x="429958" y="118497"/>
                    </a:cubicBezTo>
                    <a:cubicBezTo>
                      <a:pt x="431102" y="117544"/>
                      <a:pt x="432721" y="114877"/>
                      <a:pt x="433769" y="113830"/>
                    </a:cubicBezTo>
                    <a:cubicBezTo>
                      <a:pt x="435007" y="112591"/>
                      <a:pt x="437960" y="110782"/>
                      <a:pt x="439293" y="109639"/>
                    </a:cubicBezTo>
                    <a:cubicBezTo>
                      <a:pt x="440722" y="108305"/>
                      <a:pt x="443008" y="105067"/>
                      <a:pt x="444341" y="103733"/>
                    </a:cubicBezTo>
                    <a:cubicBezTo>
                      <a:pt x="445294" y="102781"/>
                      <a:pt x="447199" y="100685"/>
                      <a:pt x="448342" y="100018"/>
                    </a:cubicBezTo>
                    <a:cubicBezTo>
                      <a:pt x="449294" y="99447"/>
                      <a:pt x="451199" y="98304"/>
                      <a:pt x="452342" y="98399"/>
                    </a:cubicBezTo>
                    <a:cubicBezTo>
                      <a:pt x="453104" y="98494"/>
                      <a:pt x="454152" y="99828"/>
                      <a:pt x="454819" y="100114"/>
                    </a:cubicBezTo>
                    <a:cubicBezTo>
                      <a:pt x="455676" y="100399"/>
                      <a:pt x="457676" y="100780"/>
                      <a:pt x="458533" y="100495"/>
                    </a:cubicBezTo>
                    <a:cubicBezTo>
                      <a:pt x="459391" y="100209"/>
                      <a:pt x="460438" y="98590"/>
                      <a:pt x="461200" y="98113"/>
                    </a:cubicBezTo>
                    <a:cubicBezTo>
                      <a:pt x="462534" y="97256"/>
                      <a:pt x="465582" y="96589"/>
                      <a:pt x="467106" y="96018"/>
                    </a:cubicBezTo>
                    <a:cubicBezTo>
                      <a:pt x="468916" y="95256"/>
                      <a:pt x="472440" y="93446"/>
                      <a:pt x="474345" y="92684"/>
                    </a:cubicBezTo>
                    <a:cubicBezTo>
                      <a:pt x="475488" y="92208"/>
                      <a:pt x="477869" y="91065"/>
                      <a:pt x="479107" y="90874"/>
                    </a:cubicBezTo>
                    <a:cubicBezTo>
                      <a:pt x="481774" y="90589"/>
                      <a:pt x="487108" y="92208"/>
                      <a:pt x="489775" y="92208"/>
                    </a:cubicBezTo>
                    <a:cubicBezTo>
                      <a:pt x="491966" y="92208"/>
                      <a:pt x="496538" y="91827"/>
                      <a:pt x="498729" y="91255"/>
                    </a:cubicBezTo>
                    <a:cubicBezTo>
                      <a:pt x="500348" y="90874"/>
                      <a:pt x="503301" y="89350"/>
                      <a:pt x="504920" y="89065"/>
                    </a:cubicBezTo>
                    <a:cubicBezTo>
                      <a:pt x="507682" y="88588"/>
                      <a:pt x="513493" y="89827"/>
                      <a:pt x="516255" y="89160"/>
                    </a:cubicBezTo>
                    <a:cubicBezTo>
                      <a:pt x="518160" y="88779"/>
                      <a:pt x="521589" y="87064"/>
                      <a:pt x="523208" y="86017"/>
                    </a:cubicBezTo>
                    <a:cubicBezTo>
                      <a:pt x="524923" y="84969"/>
                      <a:pt x="527971" y="82397"/>
                      <a:pt x="529590" y="81254"/>
                    </a:cubicBezTo>
                    <a:cubicBezTo>
                      <a:pt x="531400" y="80016"/>
                      <a:pt x="534733" y="77349"/>
                      <a:pt x="536638" y="76111"/>
                    </a:cubicBezTo>
                    <a:cubicBezTo>
                      <a:pt x="538639" y="74777"/>
                      <a:pt x="542735" y="72205"/>
                      <a:pt x="544925" y="71158"/>
                    </a:cubicBezTo>
                    <a:cubicBezTo>
                      <a:pt x="546735" y="70300"/>
                      <a:pt x="550450" y="68872"/>
                      <a:pt x="552355" y="68491"/>
                    </a:cubicBezTo>
                    <a:cubicBezTo>
                      <a:pt x="554546" y="68205"/>
                      <a:pt x="558927" y="69157"/>
                      <a:pt x="561022" y="68872"/>
                    </a:cubicBezTo>
                    <a:cubicBezTo>
                      <a:pt x="562547" y="68681"/>
                      <a:pt x="565404" y="67633"/>
                      <a:pt x="566642" y="66776"/>
                    </a:cubicBezTo>
                    <a:cubicBezTo>
                      <a:pt x="567690" y="66109"/>
                      <a:pt x="569023" y="63728"/>
                      <a:pt x="570166" y="63538"/>
                    </a:cubicBezTo>
                    <a:cubicBezTo>
                      <a:pt x="571595" y="63347"/>
                      <a:pt x="575120" y="64681"/>
                      <a:pt x="575500" y="66109"/>
                    </a:cubicBezTo>
                    <a:cubicBezTo>
                      <a:pt x="575881" y="67348"/>
                      <a:pt x="573405" y="69253"/>
                      <a:pt x="572738" y="70300"/>
                    </a:cubicBezTo>
                    <a:cubicBezTo>
                      <a:pt x="572072" y="71348"/>
                      <a:pt x="570262" y="73253"/>
                      <a:pt x="569976" y="74491"/>
                    </a:cubicBezTo>
                    <a:cubicBezTo>
                      <a:pt x="569595" y="76111"/>
                      <a:pt x="570738" y="79444"/>
                      <a:pt x="570643" y="81064"/>
                    </a:cubicBezTo>
                    <a:cubicBezTo>
                      <a:pt x="570547" y="82683"/>
                      <a:pt x="568833" y="85636"/>
                      <a:pt x="568928" y="87255"/>
                    </a:cubicBezTo>
                    <a:cubicBezTo>
                      <a:pt x="569023" y="88874"/>
                      <a:pt x="570643" y="91922"/>
                      <a:pt x="571405" y="93351"/>
                    </a:cubicBezTo>
                    <a:cubicBezTo>
                      <a:pt x="571881" y="94303"/>
                      <a:pt x="573691" y="95827"/>
                      <a:pt x="573786" y="96970"/>
                    </a:cubicBezTo>
                    <a:cubicBezTo>
                      <a:pt x="573881" y="98018"/>
                      <a:pt x="572453" y="99828"/>
                      <a:pt x="572072" y="100876"/>
                    </a:cubicBezTo>
                    <a:cubicBezTo>
                      <a:pt x="571690" y="101828"/>
                      <a:pt x="570643" y="103828"/>
                      <a:pt x="570833" y="104876"/>
                    </a:cubicBezTo>
                    <a:cubicBezTo>
                      <a:pt x="571024" y="105924"/>
                      <a:pt x="572643" y="107353"/>
                      <a:pt x="573405" y="108115"/>
                    </a:cubicBezTo>
                    <a:cubicBezTo>
                      <a:pt x="574072" y="108781"/>
                      <a:pt x="575500" y="110305"/>
                      <a:pt x="576548" y="110496"/>
                    </a:cubicBezTo>
                    <a:cubicBezTo>
                      <a:pt x="577787" y="110877"/>
                      <a:pt x="580549" y="110401"/>
                      <a:pt x="581692" y="109639"/>
                    </a:cubicBezTo>
                    <a:cubicBezTo>
                      <a:pt x="582263" y="109162"/>
                      <a:pt x="582454" y="107162"/>
                      <a:pt x="583216" y="106972"/>
                    </a:cubicBezTo>
                    <a:cubicBezTo>
                      <a:pt x="583978" y="106781"/>
                      <a:pt x="585121" y="108591"/>
                      <a:pt x="585788" y="109067"/>
                    </a:cubicBezTo>
                    <a:cubicBezTo>
                      <a:pt x="586549" y="109543"/>
                      <a:pt x="588169" y="110591"/>
                      <a:pt x="589026" y="110496"/>
                    </a:cubicBezTo>
                    <a:cubicBezTo>
                      <a:pt x="589883" y="110401"/>
                      <a:pt x="590931" y="108400"/>
                      <a:pt x="591788" y="108400"/>
                    </a:cubicBezTo>
                    <a:cubicBezTo>
                      <a:pt x="592931" y="108400"/>
                      <a:pt x="594265" y="110877"/>
                      <a:pt x="595313" y="111353"/>
                    </a:cubicBezTo>
                    <a:cubicBezTo>
                      <a:pt x="596074" y="111734"/>
                      <a:pt x="597884" y="112401"/>
                      <a:pt x="598741" y="112306"/>
                    </a:cubicBezTo>
                    <a:cubicBezTo>
                      <a:pt x="599980" y="112115"/>
                      <a:pt x="602647" y="109448"/>
                      <a:pt x="602837" y="109448"/>
                    </a:cubicBezTo>
                    <a:cubicBezTo>
                      <a:pt x="603028" y="109448"/>
                      <a:pt x="605599" y="106972"/>
                      <a:pt x="606552" y="106210"/>
                    </a:cubicBezTo>
                    <a:cubicBezTo>
                      <a:pt x="607314" y="105543"/>
                      <a:pt x="608647" y="103924"/>
                      <a:pt x="609600" y="103543"/>
                    </a:cubicBezTo>
                    <a:cubicBezTo>
                      <a:pt x="610743" y="103066"/>
                      <a:pt x="613124" y="103352"/>
                      <a:pt x="614363" y="103447"/>
                    </a:cubicBezTo>
                    <a:cubicBezTo>
                      <a:pt x="615601" y="103543"/>
                      <a:pt x="618077" y="103638"/>
                      <a:pt x="619125" y="104305"/>
                    </a:cubicBezTo>
                    <a:cubicBezTo>
                      <a:pt x="620649" y="105257"/>
                      <a:pt x="622268" y="108877"/>
                      <a:pt x="623602" y="109924"/>
                    </a:cubicBezTo>
                    <a:cubicBezTo>
                      <a:pt x="624364" y="110496"/>
                      <a:pt x="626173" y="111734"/>
                      <a:pt x="627126" y="111544"/>
                    </a:cubicBezTo>
                    <a:cubicBezTo>
                      <a:pt x="628269" y="111353"/>
                      <a:pt x="629507" y="108781"/>
                      <a:pt x="630364" y="108019"/>
                    </a:cubicBezTo>
                    <a:cubicBezTo>
                      <a:pt x="631127" y="107353"/>
                      <a:pt x="633127" y="106686"/>
                      <a:pt x="633794" y="105829"/>
                    </a:cubicBezTo>
                    <a:cubicBezTo>
                      <a:pt x="634651" y="104686"/>
                      <a:pt x="634555" y="101542"/>
                      <a:pt x="635222" y="100304"/>
                    </a:cubicBezTo>
                    <a:cubicBezTo>
                      <a:pt x="635889" y="99161"/>
                      <a:pt x="637604" y="96970"/>
                      <a:pt x="638842" y="96399"/>
                    </a:cubicBezTo>
                    <a:cubicBezTo>
                      <a:pt x="639413" y="96113"/>
                      <a:pt x="640842" y="96685"/>
                      <a:pt x="641413" y="96494"/>
                    </a:cubicBezTo>
                    <a:cubicBezTo>
                      <a:pt x="642652" y="96113"/>
                      <a:pt x="644271" y="93732"/>
                      <a:pt x="645509" y="93446"/>
                    </a:cubicBezTo>
                    <a:cubicBezTo>
                      <a:pt x="646652" y="93256"/>
                      <a:pt x="648938" y="94113"/>
                      <a:pt x="649986" y="94589"/>
                    </a:cubicBezTo>
                    <a:cubicBezTo>
                      <a:pt x="651034" y="95065"/>
                      <a:pt x="652748" y="97256"/>
                      <a:pt x="653891" y="96970"/>
                    </a:cubicBezTo>
                    <a:cubicBezTo>
                      <a:pt x="655415" y="96589"/>
                      <a:pt x="656272" y="92779"/>
                      <a:pt x="657130" y="91446"/>
                    </a:cubicBezTo>
                    <a:cubicBezTo>
                      <a:pt x="657701" y="90589"/>
                      <a:pt x="658654" y="88874"/>
                      <a:pt x="659416" y="88303"/>
                    </a:cubicBezTo>
                    <a:cubicBezTo>
                      <a:pt x="660082" y="87731"/>
                      <a:pt x="661511" y="86493"/>
                      <a:pt x="662369" y="86683"/>
                    </a:cubicBezTo>
                    <a:cubicBezTo>
                      <a:pt x="663226" y="86874"/>
                      <a:pt x="663607" y="89160"/>
                      <a:pt x="664369" y="89446"/>
                    </a:cubicBezTo>
                    <a:cubicBezTo>
                      <a:pt x="665512" y="89731"/>
                      <a:pt x="667607" y="87445"/>
                      <a:pt x="668750" y="87826"/>
                    </a:cubicBezTo>
                    <a:cubicBezTo>
                      <a:pt x="669512" y="88112"/>
                      <a:pt x="670274" y="89827"/>
                      <a:pt x="670560" y="90589"/>
                    </a:cubicBezTo>
                    <a:cubicBezTo>
                      <a:pt x="671036" y="91827"/>
                      <a:pt x="671227" y="95732"/>
                      <a:pt x="671227" y="95923"/>
                    </a:cubicBezTo>
                    <a:cubicBezTo>
                      <a:pt x="671227" y="96113"/>
                      <a:pt x="671703" y="100114"/>
                      <a:pt x="671513" y="101447"/>
                    </a:cubicBezTo>
                    <a:cubicBezTo>
                      <a:pt x="671227" y="102590"/>
                      <a:pt x="669322" y="104590"/>
                      <a:pt x="669322" y="105733"/>
                    </a:cubicBezTo>
                    <a:cubicBezTo>
                      <a:pt x="669227" y="107162"/>
                      <a:pt x="670750" y="109829"/>
                      <a:pt x="671513" y="111067"/>
                    </a:cubicBezTo>
                    <a:cubicBezTo>
                      <a:pt x="671989" y="111829"/>
                      <a:pt x="673513" y="112782"/>
                      <a:pt x="673989" y="113544"/>
                    </a:cubicBezTo>
                    <a:cubicBezTo>
                      <a:pt x="674561" y="114592"/>
                      <a:pt x="674656" y="117068"/>
                      <a:pt x="674941" y="118211"/>
                    </a:cubicBezTo>
                    <a:cubicBezTo>
                      <a:pt x="675322" y="119830"/>
                      <a:pt x="676180" y="122974"/>
                      <a:pt x="676561" y="124498"/>
                    </a:cubicBezTo>
                    <a:cubicBezTo>
                      <a:pt x="676942" y="125831"/>
                      <a:pt x="678180" y="128403"/>
                      <a:pt x="677799" y="129641"/>
                    </a:cubicBezTo>
                    <a:cubicBezTo>
                      <a:pt x="677513" y="130594"/>
                      <a:pt x="675704" y="131832"/>
                      <a:pt x="674846" y="132403"/>
                    </a:cubicBezTo>
                    <a:cubicBezTo>
                      <a:pt x="674275" y="132784"/>
                      <a:pt x="673132" y="133356"/>
                      <a:pt x="672560" y="133451"/>
                    </a:cubicBezTo>
                    <a:cubicBezTo>
                      <a:pt x="671703" y="133642"/>
                      <a:pt x="669988" y="133356"/>
                      <a:pt x="669227" y="133546"/>
                    </a:cubicBezTo>
                    <a:cubicBezTo>
                      <a:pt x="668464" y="133737"/>
                      <a:pt x="666940" y="134594"/>
                      <a:pt x="666464" y="135166"/>
                    </a:cubicBezTo>
                    <a:cubicBezTo>
                      <a:pt x="665797" y="136023"/>
                      <a:pt x="665226" y="138118"/>
                      <a:pt x="665226" y="139166"/>
                    </a:cubicBezTo>
                    <a:cubicBezTo>
                      <a:pt x="665226" y="140119"/>
                      <a:pt x="665607" y="142214"/>
                      <a:pt x="666274" y="142976"/>
                    </a:cubicBezTo>
                    <a:cubicBezTo>
                      <a:pt x="666655" y="143452"/>
                      <a:pt x="667988" y="144119"/>
                      <a:pt x="668655" y="144119"/>
                    </a:cubicBezTo>
                    <a:cubicBezTo>
                      <a:pt x="669512" y="144119"/>
                      <a:pt x="671036" y="143167"/>
                      <a:pt x="671608" y="142595"/>
                    </a:cubicBezTo>
                    <a:cubicBezTo>
                      <a:pt x="672084" y="142119"/>
                      <a:pt x="672179" y="140500"/>
                      <a:pt x="672846" y="140119"/>
                    </a:cubicBezTo>
                    <a:cubicBezTo>
                      <a:pt x="673894" y="139357"/>
                      <a:pt x="676847" y="139261"/>
                      <a:pt x="677989" y="139833"/>
                    </a:cubicBezTo>
                    <a:cubicBezTo>
                      <a:pt x="678656" y="140119"/>
                      <a:pt x="679228" y="141547"/>
                      <a:pt x="679609" y="142119"/>
                    </a:cubicBezTo>
                    <a:cubicBezTo>
                      <a:pt x="679990" y="142690"/>
                      <a:pt x="680561" y="144024"/>
                      <a:pt x="681133" y="144214"/>
                    </a:cubicBezTo>
                    <a:cubicBezTo>
                      <a:pt x="682085" y="144595"/>
                      <a:pt x="684086" y="143643"/>
                      <a:pt x="685133" y="143738"/>
                    </a:cubicBezTo>
                    <a:cubicBezTo>
                      <a:pt x="686086" y="143833"/>
                      <a:pt x="688181" y="144214"/>
                      <a:pt x="688848" y="144976"/>
                    </a:cubicBezTo>
                    <a:cubicBezTo>
                      <a:pt x="689324" y="145453"/>
                      <a:pt x="690086" y="146881"/>
                      <a:pt x="689991" y="147643"/>
                    </a:cubicBezTo>
                    <a:cubicBezTo>
                      <a:pt x="689705" y="148596"/>
                      <a:pt x="687229" y="149358"/>
                      <a:pt x="686848" y="150310"/>
                    </a:cubicBezTo>
                    <a:cubicBezTo>
                      <a:pt x="686562" y="150882"/>
                      <a:pt x="686657" y="152215"/>
                      <a:pt x="687038" y="152787"/>
                    </a:cubicBezTo>
                    <a:cubicBezTo>
                      <a:pt x="687419" y="153549"/>
                      <a:pt x="689229" y="154216"/>
                      <a:pt x="689896" y="154787"/>
                    </a:cubicBezTo>
                    <a:cubicBezTo>
                      <a:pt x="690848" y="155644"/>
                      <a:pt x="692182" y="157930"/>
                      <a:pt x="693230" y="158597"/>
                    </a:cubicBezTo>
                    <a:cubicBezTo>
                      <a:pt x="694277" y="159264"/>
                      <a:pt x="696849" y="159931"/>
                      <a:pt x="698182" y="160216"/>
                    </a:cubicBezTo>
                    <a:cubicBezTo>
                      <a:pt x="699325" y="160407"/>
                      <a:pt x="701802" y="160121"/>
                      <a:pt x="702850" y="160597"/>
                    </a:cubicBezTo>
                    <a:cubicBezTo>
                      <a:pt x="703802" y="160978"/>
                      <a:pt x="705040" y="162598"/>
                      <a:pt x="705993" y="163074"/>
                    </a:cubicBezTo>
                    <a:cubicBezTo>
                      <a:pt x="706755" y="163550"/>
                      <a:pt x="708470" y="164503"/>
                      <a:pt x="709422" y="164407"/>
                    </a:cubicBezTo>
                    <a:cubicBezTo>
                      <a:pt x="710184" y="164312"/>
                      <a:pt x="711327" y="163264"/>
                      <a:pt x="711708" y="162598"/>
                    </a:cubicBezTo>
                    <a:cubicBezTo>
                      <a:pt x="712089" y="162026"/>
                      <a:pt x="711898" y="160502"/>
                      <a:pt x="712184" y="160026"/>
                    </a:cubicBezTo>
                    <a:cubicBezTo>
                      <a:pt x="712565" y="159550"/>
                      <a:pt x="713518" y="158502"/>
                      <a:pt x="714089" y="158597"/>
                    </a:cubicBezTo>
                    <a:cubicBezTo>
                      <a:pt x="714851" y="158788"/>
                      <a:pt x="714947" y="160978"/>
                      <a:pt x="715613" y="161455"/>
                    </a:cubicBezTo>
                    <a:cubicBezTo>
                      <a:pt x="716375" y="162026"/>
                      <a:pt x="718375" y="162502"/>
                      <a:pt x="719233" y="162121"/>
                    </a:cubicBezTo>
                    <a:cubicBezTo>
                      <a:pt x="719899" y="161740"/>
                      <a:pt x="720662" y="160216"/>
                      <a:pt x="720852" y="159454"/>
                    </a:cubicBezTo>
                    <a:cubicBezTo>
                      <a:pt x="721138" y="158502"/>
                      <a:pt x="721138" y="156311"/>
                      <a:pt x="720662" y="155454"/>
                    </a:cubicBezTo>
                    <a:cubicBezTo>
                      <a:pt x="720280" y="154692"/>
                      <a:pt x="718852" y="153739"/>
                      <a:pt x="718090" y="153358"/>
                    </a:cubicBezTo>
                    <a:cubicBezTo>
                      <a:pt x="717709" y="153168"/>
                      <a:pt x="716852" y="152977"/>
                      <a:pt x="716566" y="152787"/>
                    </a:cubicBezTo>
                    <a:cubicBezTo>
                      <a:pt x="715518" y="152120"/>
                      <a:pt x="713804" y="150406"/>
                      <a:pt x="713137" y="149358"/>
                    </a:cubicBezTo>
                    <a:cubicBezTo>
                      <a:pt x="712851" y="148977"/>
                      <a:pt x="712375" y="147929"/>
                      <a:pt x="712470" y="147453"/>
                    </a:cubicBezTo>
                    <a:cubicBezTo>
                      <a:pt x="712565" y="146691"/>
                      <a:pt x="713327" y="145072"/>
                      <a:pt x="713994" y="144881"/>
                    </a:cubicBezTo>
                    <a:cubicBezTo>
                      <a:pt x="714756" y="144691"/>
                      <a:pt x="715994" y="146024"/>
                      <a:pt x="716661" y="146405"/>
                    </a:cubicBezTo>
                    <a:cubicBezTo>
                      <a:pt x="717328" y="146786"/>
                      <a:pt x="718661" y="147739"/>
                      <a:pt x="719519" y="147834"/>
                    </a:cubicBezTo>
                    <a:cubicBezTo>
                      <a:pt x="720090" y="147834"/>
                      <a:pt x="721328" y="147453"/>
                      <a:pt x="721805" y="147072"/>
                    </a:cubicBezTo>
                    <a:cubicBezTo>
                      <a:pt x="722376" y="146596"/>
                      <a:pt x="723043" y="145072"/>
                      <a:pt x="723710" y="144691"/>
                    </a:cubicBezTo>
                    <a:cubicBezTo>
                      <a:pt x="724376" y="144310"/>
                      <a:pt x="725996" y="144310"/>
                      <a:pt x="726853" y="144214"/>
                    </a:cubicBezTo>
                    <a:cubicBezTo>
                      <a:pt x="728472" y="143929"/>
                      <a:pt x="731615" y="143167"/>
                      <a:pt x="733330" y="143262"/>
                    </a:cubicBezTo>
                    <a:cubicBezTo>
                      <a:pt x="734473" y="143262"/>
                      <a:pt x="736759" y="143643"/>
                      <a:pt x="737711" y="144310"/>
                    </a:cubicBezTo>
                    <a:cubicBezTo>
                      <a:pt x="738569" y="144976"/>
                      <a:pt x="739521" y="147072"/>
                      <a:pt x="740188" y="147929"/>
                    </a:cubicBezTo>
                    <a:cubicBezTo>
                      <a:pt x="740664" y="148501"/>
                      <a:pt x="741997" y="149453"/>
                      <a:pt x="742474" y="150120"/>
                    </a:cubicBezTo>
                    <a:cubicBezTo>
                      <a:pt x="743140" y="150977"/>
                      <a:pt x="744474" y="153739"/>
                      <a:pt x="744474" y="153930"/>
                    </a:cubicBezTo>
                    <a:cubicBezTo>
                      <a:pt x="744474" y="154120"/>
                      <a:pt x="745903" y="155740"/>
                      <a:pt x="746570" y="155930"/>
                    </a:cubicBezTo>
                    <a:cubicBezTo>
                      <a:pt x="747331" y="156216"/>
                      <a:pt x="749237" y="155644"/>
                      <a:pt x="749998" y="155930"/>
                    </a:cubicBezTo>
                    <a:cubicBezTo>
                      <a:pt x="749522" y="156216"/>
                      <a:pt x="750665" y="157264"/>
                      <a:pt x="751046" y="157835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99" name="Freeform: Shape 104">
                <a:extLst>
                  <a:ext uri="{FF2B5EF4-FFF2-40B4-BE49-F238E27FC236}">
                    <a16:creationId xmlns:a16="http://schemas.microsoft.com/office/drawing/2014/main" id="{3EB8B672-B7CD-1CF0-553E-4D2E504D4364}"/>
                  </a:ext>
                </a:extLst>
              </p:cNvPr>
              <p:cNvSpPr/>
              <p:nvPr/>
            </p:nvSpPr>
            <p:spPr>
              <a:xfrm>
                <a:off x="7223087" y="2165292"/>
                <a:ext cx="476250" cy="647700"/>
              </a:xfrm>
              <a:custGeom>
                <a:avLst/>
                <a:gdLst>
                  <a:gd name="connsiteX0" fmla="*/ 87827 w 476250"/>
                  <a:gd name="connsiteY0" fmla="*/ 169381 h 647700"/>
                  <a:gd name="connsiteX1" fmla="*/ 88494 w 476250"/>
                  <a:gd name="connsiteY1" fmla="*/ 162618 h 647700"/>
                  <a:gd name="connsiteX2" fmla="*/ 91066 w 476250"/>
                  <a:gd name="connsiteY2" fmla="*/ 158046 h 647700"/>
                  <a:gd name="connsiteX3" fmla="*/ 93923 w 476250"/>
                  <a:gd name="connsiteY3" fmla="*/ 154808 h 647700"/>
                  <a:gd name="connsiteX4" fmla="*/ 93733 w 476250"/>
                  <a:gd name="connsiteY4" fmla="*/ 148902 h 647700"/>
                  <a:gd name="connsiteX5" fmla="*/ 91923 w 476250"/>
                  <a:gd name="connsiteY5" fmla="*/ 145378 h 647700"/>
                  <a:gd name="connsiteX6" fmla="*/ 92590 w 476250"/>
                  <a:gd name="connsiteY6" fmla="*/ 141568 h 647700"/>
                  <a:gd name="connsiteX7" fmla="*/ 94971 w 476250"/>
                  <a:gd name="connsiteY7" fmla="*/ 140044 h 647700"/>
                  <a:gd name="connsiteX8" fmla="*/ 94780 w 476250"/>
                  <a:gd name="connsiteY8" fmla="*/ 136329 h 647700"/>
                  <a:gd name="connsiteX9" fmla="*/ 92780 w 476250"/>
                  <a:gd name="connsiteY9" fmla="*/ 133281 h 647700"/>
                  <a:gd name="connsiteX10" fmla="*/ 90875 w 476250"/>
                  <a:gd name="connsiteY10" fmla="*/ 134996 h 647700"/>
                  <a:gd name="connsiteX11" fmla="*/ 88780 w 476250"/>
                  <a:gd name="connsiteY11" fmla="*/ 137091 h 647700"/>
                  <a:gd name="connsiteX12" fmla="*/ 88494 w 476250"/>
                  <a:gd name="connsiteY12" fmla="*/ 140996 h 647700"/>
                  <a:gd name="connsiteX13" fmla="*/ 86875 w 476250"/>
                  <a:gd name="connsiteY13" fmla="*/ 143663 h 647700"/>
                  <a:gd name="connsiteX14" fmla="*/ 86970 w 476250"/>
                  <a:gd name="connsiteY14" fmla="*/ 146330 h 647700"/>
                  <a:gd name="connsiteX15" fmla="*/ 85637 w 476250"/>
                  <a:gd name="connsiteY15" fmla="*/ 148235 h 647700"/>
                  <a:gd name="connsiteX16" fmla="*/ 86208 w 476250"/>
                  <a:gd name="connsiteY16" fmla="*/ 150998 h 647700"/>
                  <a:gd name="connsiteX17" fmla="*/ 89542 w 476250"/>
                  <a:gd name="connsiteY17" fmla="*/ 150807 h 647700"/>
                  <a:gd name="connsiteX18" fmla="*/ 89161 w 476250"/>
                  <a:gd name="connsiteY18" fmla="*/ 153284 h 647700"/>
                  <a:gd name="connsiteX19" fmla="*/ 87256 w 476250"/>
                  <a:gd name="connsiteY19" fmla="*/ 155379 h 647700"/>
                  <a:gd name="connsiteX20" fmla="*/ 87065 w 476250"/>
                  <a:gd name="connsiteY20" fmla="*/ 159856 h 647700"/>
                  <a:gd name="connsiteX21" fmla="*/ 86113 w 476250"/>
                  <a:gd name="connsiteY21" fmla="*/ 161761 h 647700"/>
                  <a:gd name="connsiteX22" fmla="*/ 85732 w 476250"/>
                  <a:gd name="connsiteY22" fmla="*/ 165476 h 647700"/>
                  <a:gd name="connsiteX23" fmla="*/ 85541 w 476250"/>
                  <a:gd name="connsiteY23" fmla="*/ 169667 h 647700"/>
                  <a:gd name="connsiteX24" fmla="*/ 85541 w 476250"/>
                  <a:gd name="connsiteY24" fmla="*/ 170238 h 647700"/>
                  <a:gd name="connsiteX25" fmla="*/ 84589 w 476250"/>
                  <a:gd name="connsiteY25" fmla="*/ 171857 h 647700"/>
                  <a:gd name="connsiteX26" fmla="*/ 81922 w 476250"/>
                  <a:gd name="connsiteY26" fmla="*/ 170714 h 647700"/>
                  <a:gd name="connsiteX27" fmla="*/ 80303 w 476250"/>
                  <a:gd name="connsiteY27" fmla="*/ 167762 h 647700"/>
                  <a:gd name="connsiteX28" fmla="*/ 79255 w 476250"/>
                  <a:gd name="connsiteY28" fmla="*/ 162237 h 647700"/>
                  <a:gd name="connsiteX29" fmla="*/ 77445 w 476250"/>
                  <a:gd name="connsiteY29" fmla="*/ 158618 h 647700"/>
                  <a:gd name="connsiteX30" fmla="*/ 77636 w 476250"/>
                  <a:gd name="connsiteY30" fmla="*/ 152617 h 647700"/>
                  <a:gd name="connsiteX31" fmla="*/ 79826 w 476250"/>
                  <a:gd name="connsiteY31" fmla="*/ 147664 h 647700"/>
                  <a:gd name="connsiteX32" fmla="*/ 80683 w 476250"/>
                  <a:gd name="connsiteY32" fmla="*/ 143092 h 647700"/>
                  <a:gd name="connsiteX33" fmla="*/ 79255 w 476250"/>
                  <a:gd name="connsiteY33" fmla="*/ 138425 h 647700"/>
                  <a:gd name="connsiteX34" fmla="*/ 78016 w 476250"/>
                  <a:gd name="connsiteY34" fmla="*/ 134900 h 647700"/>
                  <a:gd name="connsiteX35" fmla="*/ 79540 w 476250"/>
                  <a:gd name="connsiteY35" fmla="*/ 129471 h 647700"/>
                  <a:gd name="connsiteX36" fmla="*/ 83065 w 476250"/>
                  <a:gd name="connsiteY36" fmla="*/ 127661 h 647700"/>
                  <a:gd name="connsiteX37" fmla="*/ 79922 w 476250"/>
                  <a:gd name="connsiteY37" fmla="*/ 122042 h 647700"/>
                  <a:gd name="connsiteX38" fmla="*/ 77159 w 476250"/>
                  <a:gd name="connsiteY38" fmla="*/ 119946 h 647700"/>
                  <a:gd name="connsiteX39" fmla="*/ 74969 w 476250"/>
                  <a:gd name="connsiteY39" fmla="*/ 116612 h 647700"/>
                  <a:gd name="connsiteX40" fmla="*/ 76112 w 476250"/>
                  <a:gd name="connsiteY40" fmla="*/ 112421 h 647700"/>
                  <a:gd name="connsiteX41" fmla="*/ 81350 w 476250"/>
                  <a:gd name="connsiteY41" fmla="*/ 111088 h 647700"/>
                  <a:gd name="connsiteX42" fmla="*/ 83350 w 476250"/>
                  <a:gd name="connsiteY42" fmla="*/ 107754 h 647700"/>
                  <a:gd name="connsiteX43" fmla="*/ 83636 w 476250"/>
                  <a:gd name="connsiteY43" fmla="*/ 104516 h 647700"/>
                  <a:gd name="connsiteX44" fmla="*/ 80874 w 476250"/>
                  <a:gd name="connsiteY44" fmla="*/ 101277 h 647700"/>
                  <a:gd name="connsiteX45" fmla="*/ 78969 w 476250"/>
                  <a:gd name="connsiteY45" fmla="*/ 102515 h 647700"/>
                  <a:gd name="connsiteX46" fmla="*/ 78207 w 476250"/>
                  <a:gd name="connsiteY46" fmla="*/ 105087 h 647700"/>
                  <a:gd name="connsiteX47" fmla="*/ 76207 w 476250"/>
                  <a:gd name="connsiteY47" fmla="*/ 106325 h 647700"/>
                  <a:gd name="connsiteX48" fmla="*/ 73540 w 476250"/>
                  <a:gd name="connsiteY48" fmla="*/ 106992 h 647700"/>
                  <a:gd name="connsiteX49" fmla="*/ 70682 w 476250"/>
                  <a:gd name="connsiteY49" fmla="*/ 108897 h 647700"/>
                  <a:gd name="connsiteX50" fmla="*/ 68777 w 476250"/>
                  <a:gd name="connsiteY50" fmla="*/ 113469 h 647700"/>
                  <a:gd name="connsiteX51" fmla="*/ 68587 w 476250"/>
                  <a:gd name="connsiteY51" fmla="*/ 120232 h 647700"/>
                  <a:gd name="connsiteX52" fmla="*/ 66967 w 476250"/>
                  <a:gd name="connsiteY52" fmla="*/ 124518 h 647700"/>
                  <a:gd name="connsiteX53" fmla="*/ 64777 w 476250"/>
                  <a:gd name="connsiteY53" fmla="*/ 127090 h 647700"/>
                  <a:gd name="connsiteX54" fmla="*/ 62110 w 476250"/>
                  <a:gd name="connsiteY54" fmla="*/ 130995 h 647700"/>
                  <a:gd name="connsiteX55" fmla="*/ 59633 w 476250"/>
                  <a:gd name="connsiteY55" fmla="*/ 134710 h 647700"/>
                  <a:gd name="connsiteX56" fmla="*/ 59919 w 476250"/>
                  <a:gd name="connsiteY56" fmla="*/ 139472 h 647700"/>
                  <a:gd name="connsiteX57" fmla="*/ 58395 w 476250"/>
                  <a:gd name="connsiteY57" fmla="*/ 144235 h 647700"/>
                  <a:gd name="connsiteX58" fmla="*/ 55728 w 476250"/>
                  <a:gd name="connsiteY58" fmla="*/ 147092 h 647700"/>
                  <a:gd name="connsiteX59" fmla="*/ 51632 w 476250"/>
                  <a:gd name="connsiteY59" fmla="*/ 148426 h 647700"/>
                  <a:gd name="connsiteX60" fmla="*/ 49061 w 476250"/>
                  <a:gd name="connsiteY60" fmla="*/ 146616 h 647700"/>
                  <a:gd name="connsiteX61" fmla="*/ 45631 w 476250"/>
                  <a:gd name="connsiteY61" fmla="*/ 144902 h 647700"/>
                  <a:gd name="connsiteX62" fmla="*/ 41917 w 476250"/>
                  <a:gd name="connsiteY62" fmla="*/ 146521 h 647700"/>
                  <a:gd name="connsiteX63" fmla="*/ 40869 w 476250"/>
                  <a:gd name="connsiteY63" fmla="*/ 150331 h 647700"/>
                  <a:gd name="connsiteX64" fmla="*/ 40202 w 476250"/>
                  <a:gd name="connsiteY64" fmla="*/ 154331 h 647700"/>
                  <a:gd name="connsiteX65" fmla="*/ 37535 w 476250"/>
                  <a:gd name="connsiteY65" fmla="*/ 156236 h 647700"/>
                  <a:gd name="connsiteX66" fmla="*/ 35154 w 476250"/>
                  <a:gd name="connsiteY66" fmla="*/ 155665 h 647700"/>
                  <a:gd name="connsiteX67" fmla="*/ 32201 w 476250"/>
                  <a:gd name="connsiteY67" fmla="*/ 155760 h 647700"/>
                  <a:gd name="connsiteX68" fmla="*/ 30963 w 476250"/>
                  <a:gd name="connsiteY68" fmla="*/ 158046 h 647700"/>
                  <a:gd name="connsiteX69" fmla="*/ 31249 w 476250"/>
                  <a:gd name="connsiteY69" fmla="*/ 164142 h 647700"/>
                  <a:gd name="connsiteX70" fmla="*/ 33630 w 476250"/>
                  <a:gd name="connsiteY70" fmla="*/ 174239 h 647700"/>
                  <a:gd name="connsiteX71" fmla="*/ 32296 w 476250"/>
                  <a:gd name="connsiteY71" fmla="*/ 179954 h 647700"/>
                  <a:gd name="connsiteX72" fmla="*/ 29248 w 476250"/>
                  <a:gd name="connsiteY72" fmla="*/ 183764 h 647700"/>
                  <a:gd name="connsiteX73" fmla="*/ 23819 w 476250"/>
                  <a:gd name="connsiteY73" fmla="*/ 186621 h 647700"/>
                  <a:gd name="connsiteX74" fmla="*/ 16866 w 476250"/>
                  <a:gd name="connsiteY74" fmla="*/ 190050 h 647700"/>
                  <a:gd name="connsiteX75" fmla="*/ 14485 w 476250"/>
                  <a:gd name="connsiteY75" fmla="*/ 194146 h 647700"/>
                  <a:gd name="connsiteX76" fmla="*/ 15437 w 476250"/>
                  <a:gd name="connsiteY76" fmla="*/ 198718 h 647700"/>
                  <a:gd name="connsiteX77" fmla="*/ 20105 w 476250"/>
                  <a:gd name="connsiteY77" fmla="*/ 205671 h 647700"/>
                  <a:gd name="connsiteX78" fmla="*/ 21152 w 476250"/>
                  <a:gd name="connsiteY78" fmla="*/ 211386 h 647700"/>
                  <a:gd name="connsiteX79" fmla="*/ 21438 w 476250"/>
                  <a:gd name="connsiteY79" fmla="*/ 221292 h 647700"/>
                  <a:gd name="connsiteX80" fmla="*/ 19723 w 476250"/>
                  <a:gd name="connsiteY80" fmla="*/ 224245 h 647700"/>
                  <a:gd name="connsiteX81" fmla="*/ 18866 w 476250"/>
                  <a:gd name="connsiteY81" fmla="*/ 228531 h 647700"/>
                  <a:gd name="connsiteX82" fmla="*/ 21152 w 476250"/>
                  <a:gd name="connsiteY82" fmla="*/ 232532 h 647700"/>
                  <a:gd name="connsiteX83" fmla="*/ 21629 w 476250"/>
                  <a:gd name="connsiteY83" fmla="*/ 239485 h 647700"/>
                  <a:gd name="connsiteX84" fmla="*/ 19723 w 476250"/>
                  <a:gd name="connsiteY84" fmla="*/ 246438 h 647700"/>
                  <a:gd name="connsiteX85" fmla="*/ 16295 w 476250"/>
                  <a:gd name="connsiteY85" fmla="*/ 255106 h 647700"/>
                  <a:gd name="connsiteX86" fmla="*/ 13723 w 476250"/>
                  <a:gd name="connsiteY86" fmla="*/ 264821 h 647700"/>
                  <a:gd name="connsiteX87" fmla="*/ 11056 w 476250"/>
                  <a:gd name="connsiteY87" fmla="*/ 275680 h 647700"/>
                  <a:gd name="connsiteX88" fmla="*/ 8770 w 476250"/>
                  <a:gd name="connsiteY88" fmla="*/ 282347 h 647700"/>
                  <a:gd name="connsiteX89" fmla="*/ 6103 w 476250"/>
                  <a:gd name="connsiteY89" fmla="*/ 286253 h 647700"/>
                  <a:gd name="connsiteX90" fmla="*/ 2007 w 476250"/>
                  <a:gd name="connsiteY90" fmla="*/ 289396 h 647700"/>
                  <a:gd name="connsiteX91" fmla="*/ 7 w 476250"/>
                  <a:gd name="connsiteY91" fmla="*/ 292539 h 647700"/>
                  <a:gd name="connsiteX92" fmla="*/ 1436 w 476250"/>
                  <a:gd name="connsiteY92" fmla="*/ 296635 h 647700"/>
                  <a:gd name="connsiteX93" fmla="*/ 7722 w 476250"/>
                  <a:gd name="connsiteY93" fmla="*/ 305493 h 647700"/>
                  <a:gd name="connsiteX94" fmla="*/ 10294 w 476250"/>
                  <a:gd name="connsiteY94" fmla="*/ 313494 h 647700"/>
                  <a:gd name="connsiteX95" fmla="*/ 12580 w 476250"/>
                  <a:gd name="connsiteY95" fmla="*/ 321971 h 647700"/>
                  <a:gd name="connsiteX96" fmla="*/ 14294 w 476250"/>
                  <a:gd name="connsiteY96" fmla="*/ 327401 h 647700"/>
                  <a:gd name="connsiteX97" fmla="*/ 14294 w 476250"/>
                  <a:gd name="connsiteY97" fmla="*/ 333306 h 647700"/>
                  <a:gd name="connsiteX98" fmla="*/ 13056 w 476250"/>
                  <a:gd name="connsiteY98" fmla="*/ 341974 h 647700"/>
                  <a:gd name="connsiteX99" fmla="*/ 8960 w 476250"/>
                  <a:gd name="connsiteY99" fmla="*/ 346641 h 647700"/>
                  <a:gd name="connsiteX100" fmla="*/ 6388 w 476250"/>
                  <a:gd name="connsiteY100" fmla="*/ 352261 h 647700"/>
                  <a:gd name="connsiteX101" fmla="*/ 5531 w 476250"/>
                  <a:gd name="connsiteY101" fmla="*/ 359024 h 647700"/>
                  <a:gd name="connsiteX102" fmla="*/ 9532 w 476250"/>
                  <a:gd name="connsiteY102" fmla="*/ 368930 h 647700"/>
                  <a:gd name="connsiteX103" fmla="*/ 15723 w 476250"/>
                  <a:gd name="connsiteY103" fmla="*/ 377883 h 647700"/>
                  <a:gd name="connsiteX104" fmla="*/ 19533 w 476250"/>
                  <a:gd name="connsiteY104" fmla="*/ 384646 h 647700"/>
                  <a:gd name="connsiteX105" fmla="*/ 23629 w 476250"/>
                  <a:gd name="connsiteY105" fmla="*/ 393123 h 647700"/>
                  <a:gd name="connsiteX106" fmla="*/ 29439 w 476250"/>
                  <a:gd name="connsiteY106" fmla="*/ 405601 h 647700"/>
                  <a:gd name="connsiteX107" fmla="*/ 36392 w 476250"/>
                  <a:gd name="connsiteY107" fmla="*/ 415507 h 647700"/>
                  <a:gd name="connsiteX108" fmla="*/ 44584 w 476250"/>
                  <a:gd name="connsiteY108" fmla="*/ 427699 h 647700"/>
                  <a:gd name="connsiteX109" fmla="*/ 51061 w 476250"/>
                  <a:gd name="connsiteY109" fmla="*/ 441034 h 647700"/>
                  <a:gd name="connsiteX110" fmla="*/ 55538 w 476250"/>
                  <a:gd name="connsiteY110" fmla="*/ 451797 h 647700"/>
                  <a:gd name="connsiteX111" fmla="*/ 57823 w 476250"/>
                  <a:gd name="connsiteY111" fmla="*/ 461703 h 647700"/>
                  <a:gd name="connsiteX112" fmla="*/ 64300 w 476250"/>
                  <a:gd name="connsiteY112" fmla="*/ 485325 h 647700"/>
                  <a:gd name="connsiteX113" fmla="*/ 64872 w 476250"/>
                  <a:gd name="connsiteY113" fmla="*/ 499327 h 647700"/>
                  <a:gd name="connsiteX114" fmla="*/ 64681 w 476250"/>
                  <a:gd name="connsiteY114" fmla="*/ 520091 h 647700"/>
                  <a:gd name="connsiteX115" fmla="*/ 64110 w 476250"/>
                  <a:gd name="connsiteY115" fmla="*/ 537808 h 647700"/>
                  <a:gd name="connsiteX116" fmla="*/ 62014 w 476250"/>
                  <a:gd name="connsiteY116" fmla="*/ 555524 h 647700"/>
                  <a:gd name="connsiteX117" fmla="*/ 57728 w 476250"/>
                  <a:gd name="connsiteY117" fmla="*/ 571907 h 647700"/>
                  <a:gd name="connsiteX118" fmla="*/ 51442 w 476250"/>
                  <a:gd name="connsiteY118" fmla="*/ 583052 h 647700"/>
                  <a:gd name="connsiteX119" fmla="*/ 46774 w 476250"/>
                  <a:gd name="connsiteY119" fmla="*/ 592672 h 647700"/>
                  <a:gd name="connsiteX120" fmla="*/ 41440 w 476250"/>
                  <a:gd name="connsiteY120" fmla="*/ 603245 h 647700"/>
                  <a:gd name="connsiteX121" fmla="*/ 39440 w 476250"/>
                  <a:gd name="connsiteY121" fmla="*/ 612865 h 647700"/>
                  <a:gd name="connsiteX122" fmla="*/ 37726 w 476250"/>
                  <a:gd name="connsiteY122" fmla="*/ 620771 h 647700"/>
                  <a:gd name="connsiteX123" fmla="*/ 33916 w 476250"/>
                  <a:gd name="connsiteY123" fmla="*/ 630296 h 647700"/>
                  <a:gd name="connsiteX124" fmla="*/ 29915 w 476250"/>
                  <a:gd name="connsiteY124" fmla="*/ 637820 h 647700"/>
                  <a:gd name="connsiteX125" fmla="*/ 21438 w 476250"/>
                  <a:gd name="connsiteY125" fmla="*/ 647441 h 647700"/>
                  <a:gd name="connsiteX126" fmla="*/ 16580 w 476250"/>
                  <a:gd name="connsiteY126" fmla="*/ 652394 h 647700"/>
                  <a:gd name="connsiteX127" fmla="*/ 50870 w 476250"/>
                  <a:gd name="connsiteY127" fmla="*/ 648393 h 647700"/>
                  <a:gd name="connsiteX128" fmla="*/ 103734 w 476250"/>
                  <a:gd name="connsiteY128" fmla="*/ 640487 h 647700"/>
                  <a:gd name="connsiteX129" fmla="*/ 245561 w 476250"/>
                  <a:gd name="connsiteY129" fmla="*/ 617151 h 647700"/>
                  <a:gd name="connsiteX130" fmla="*/ 247371 w 476250"/>
                  <a:gd name="connsiteY130" fmla="*/ 628581 h 647700"/>
                  <a:gd name="connsiteX131" fmla="*/ 297758 w 476250"/>
                  <a:gd name="connsiteY131" fmla="*/ 619056 h 647700"/>
                  <a:gd name="connsiteX132" fmla="*/ 363766 w 476250"/>
                  <a:gd name="connsiteY132" fmla="*/ 604388 h 647700"/>
                  <a:gd name="connsiteX133" fmla="*/ 401486 w 476250"/>
                  <a:gd name="connsiteY133" fmla="*/ 595529 h 647700"/>
                  <a:gd name="connsiteX134" fmla="*/ 401866 w 476250"/>
                  <a:gd name="connsiteY134" fmla="*/ 594482 h 647700"/>
                  <a:gd name="connsiteX135" fmla="*/ 399962 w 476250"/>
                  <a:gd name="connsiteY135" fmla="*/ 590767 h 647700"/>
                  <a:gd name="connsiteX136" fmla="*/ 397961 w 476250"/>
                  <a:gd name="connsiteY136" fmla="*/ 586290 h 647700"/>
                  <a:gd name="connsiteX137" fmla="*/ 399009 w 476250"/>
                  <a:gd name="connsiteY137" fmla="*/ 583052 h 647700"/>
                  <a:gd name="connsiteX138" fmla="*/ 402629 w 476250"/>
                  <a:gd name="connsiteY138" fmla="*/ 581147 h 647700"/>
                  <a:gd name="connsiteX139" fmla="*/ 403867 w 476250"/>
                  <a:gd name="connsiteY139" fmla="*/ 575527 h 647700"/>
                  <a:gd name="connsiteX140" fmla="*/ 407581 w 476250"/>
                  <a:gd name="connsiteY140" fmla="*/ 573717 h 647700"/>
                  <a:gd name="connsiteX141" fmla="*/ 408820 w 476250"/>
                  <a:gd name="connsiteY141" fmla="*/ 571526 h 647700"/>
                  <a:gd name="connsiteX142" fmla="*/ 408724 w 476250"/>
                  <a:gd name="connsiteY142" fmla="*/ 567526 h 647700"/>
                  <a:gd name="connsiteX143" fmla="*/ 409296 w 476250"/>
                  <a:gd name="connsiteY143" fmla="*/ 563144 h 647700"/>
                  <a:gd name="connsiteX144" fmla="*/ 412820 w 476250"/>
                  <a:gd name="connsiteY144" fmla="*/ 561430 h 647700"/>
                  <a:gd name="connsiteX145" fmla="*/ 414821 w 476250"/>
                  <a:gd name="connsiteY145" fmla="*/ 559334 h 647700"/>
                  <a:gd name="connsiteX146" fmla="*/ 416535 w 476250"/>
                  <a:gd name="connsiteY146" fmla="*/ 555620 h 647700"/>
                  <a:gd name="connsiteX147" fmla="*/ 419583 w 476250"/>
                  <a:gd name="connsiteY147" fmla="*/ 552953 h 647700"/>
                  <a:gd name="connsiteX148" fmla="*/ 422250 w 476250"/>
                  <a:gd name="connsiteY148" fmla="*/ 548571 h 647700"/>
                  <a:gd name="connsiteX149" fmla="*/ 421297 w 476250"/>
                  <a:gd name="connsiteY149" fmla="*/ 543618 h 647700"/>
                  <a:gd name="connsiteX150" fmla="*/ 420916 w 476250"/>
                  <a:gd name="connsiteY150" fmla="*/ 540856 h 647700"/>
                  <a:gd name="connsiteX151" fmla="*/ 422917 w 476250"/>
                  <a:gd name="connsiteY151" fmla="*/ 537808 h 647700"/>
                  <a:gd name="connsiteX152" fmla="*/ 425965 w 476250"/>
                  <a:gd name="connsiteY152" fmla="*/ 535617 h 647700"/>
                  <a:gd name="connsiteX153" fmla="*/ 426441 w 476250"/>
                  <a:gd name="connsiteY153" fmla="*/ 531331 h 647700"/>
                  <a:gd name="connsiteX154" fmla="*/ 425012 w 476250"/>
                  <a:gd name="connsiteY154" fmla="*/ 527521 h 647700"/>
                  <a:gd name="connsiteX155" fmla="*/ 423488 w 476250"/>
                  <a:gd name="connsiteY155" fmla="*/ 519996 h 647700"/>
                  <a:gd name="connsiteX156" fmla="*/ 423012 w 476250"/>
                  <a:gd name="connsiteY156" fmla="*/ 513329 h 647700"/>
                  <a:gd name="connsiteX157" fmla="*/ 424727 w 476250"/>
                  <a:gd name="connsiteY157" fmla="*/ 503708 h 647700"/>
                  <a:gd name="connsiteX158" fmla="*/ 431204 w 476250"/>
                  <a:gd name="connsiteY158" fmla="*/ 497327 h 647700"/>
                  <a:gd name="connsiteX159" fmla="*/ 438442 w 476250"/>
                  <a:gd name="connsiteY159" fmla="*/ 494183 h 647700"/>
                  <a:gd name="connsiteX160" fmla="*/ 443872 w 476250"/>
                  <a:gd name="connsiteY160" fmla="*/ 489516 h 647700"/>
                  <a:gd name="connsiteX161" fmla="*/ 446444 w 476250"/>
                  <a:gd name="connsiteY161" fmla="*/ 481896 h 647700"/>
                  <a:gd name="connsiteX162" fmla="*/ 445681 w 476250"/>
                  <a:gd name="connsiteY162" fmla="*/ 473705 h 647700"/>
                  <a:gd name="connsiteX163" fmla="*/ 444348 w 476250"/>
                  <a:gd name="connsiteY163" fmla="*/ 471038 h 647700"/>
                  <a:gd name="connsiteX164" fmla="*/ 443967 w 476250"/>
                  <a:gd name="connsiteY164" fmla="*/ 464180 h 647700"/>
                  <a:gd name="connsiteX165" fmla="*/ 445205 w 476250"/>
                  <a:gd name="connsiteY165" fmla="*/ 460465 h 647700"/>
                  <a:gd name="connsiteX166" fmla="*/ 445586 w 476250"/>
                  <a:gd name="connsiteY166" fmla="*/ 456560 h 647700"/>
                  <a:gd name="connsiteX167" fmla="*/ 448063 w 476250"/>
                  <a:gd name="connsiteY167" fmla="*/ 456845 h 647700"/>
                  <a:gd name="connsiteX168" fmla="*/ 452444 w 476250"/>
                  <a:gd name="connsiteY168" fmla="*/ 456179 h 647700"/>
                  <a:gd name="connsiteX169" fmla="*/ 450825 w 476250"/>
                  <a:gd name="connsiteY169" fmla="*/ 451988 h 647700"/>
                  <a:gd name="connsiteX170" fmla="*/ 447777 w 476250"/>
                  <a:gd name="connsiteY170" fmla="*/ 450273 h 647700"/>
                  <a:gd name="connsiteX171" fmla="*/ 446063 w 476250"/>
                  <a:gd name="connsiteY171" fmla="*/ 448082 h 647700"/>
                  <a:gd name="connsiteX172" fmla="*/ 447682 w 476250"/>
                  <a:gd name="connsiteY172" fmla="*/ 444558 h 647700"/>
                  <a:gd name="connsiteX173" fmla="*/ 451587 w 476250"/>
                  <a:gd name="connsiteY173" fmla="*/ 441605 h 647700"/>
                  <a:gd name="connsiteX174" fmla="*/ 456064 w 476250"/>
                  <a:gd name="connsiteY174" fmla="*/ 437319 h 647700"/>
                  <a:gd name="connsiteX175" fmla="*/ 459493 w 476250"/>
                  <a:gd name="connsiteY175" fmla="*/ 435414 h 647700"/>
                  <a:gd name="connsiteX176" fmla="*/ 463303 w 476250"/>
                  <a:gd name="connsiteY176" fmla="*/ 436557 h 647700"/>
                  <a:gd name="connsiteX177" fmla="*/ 466065 w 476250"/>
                  <a:gd name="connsiteY177" fmla="*/ 436652 h 647700"/>
                  <a:gd name="connsiteX178" fmla="*/ 468065 w 476250"/>
                  <a:gd name="connsiteY178" fmla="*/ 440367 h 647700"/>
                  <a:gd name="connsiteX179" fmla="*/ 465779 w 476250"/>
                  <a:gd name="connsiteY179" fmla="*/ 442653 h 647700"/>
                  <a:gd name="connsiteX180" fmla="*/ 462064 w 476250"/>
                  <a:gd name="connsiteY180" fmla="*/ 443415 h 647700"/>
                  <a:gd name="connsiteX181" fmla="*/ 462160 w 476250"/>
                  <a:gd name="connsiteY181" fmla="*/ 445796 h 647700"/>
                  <a:gd name="connsiteX182" fmla="*/ 459112 w 476250"/>
                  <a:gd name="connsiteY182" fmla="*/ 448368 h 647700"/>
                  <a:gd name="connsiteX183" fmla="*/ 460160 w 476250"/>
                  <a:gd name="connsiteY183" fmla="*/ 451130 h 647700"/>
                  <a:gd name="connsiteX184" fmla="*/ 462731 w 476250"/>
                  <a:gd name="connsiteY184" fmla="*/ 451511 h 647700"/>
                  <a:gd name="connsiteX185" fmla="*/ 463589 w 476250"/>
                  <a:gd name="connsiteY185" fmla="*/ 453797 h 647700"/>
                  <a:gd name="connsiteX186" fmla="*/ 465970 w 476250"/>
                  <a:gd name="connsiteY186" fmla="*/ 455607 h 647700"/>
                  <a:gd name="connsiteX187" fmla="*/ 469970 w 476250"/>
                  <a:gd name="connsiteY187" fmla="*/ 454559 h 647700"/>
                  <a:gd name="connsiteX188" fmla="*/ 474256 w 476250"/>
                  <a:gd name="connsiteY188" fmla="*/ 453607 h 647700"/>
                  <a:gd name="connsiteX189" fmla="*/ 476733 w 476250"/>
                  <a:gd name="connsiteY189" fmla="*/ 448844 h 647700"/>
                  <a:gd name="connsiteX190" fmla="*/ 479305 w 476250"/>
                  <a:gd name="connsiteY190" fmla="*/ 445130 h 647700"/>
                  <a:gd name="connsiteX191" fmla="*/ 480638 w 476250"/>
                  <a:gd name="connsiteY191" fmla="*/ 439700 h 647700"/>
                  <a:gd name="connsiteX192" fmla="*/ 479114 w 476250"/>
                  <a:gd name="connsiteY192" fmla="*/ 436271 h 647700"/>
                  <a:gd name="connsiteX193" fmla="*/ 480257 w 476250"/>
                  <a:gd name="connsiteY193" fmla="*/ 431890 h 647700"/>
                  <a:gd name="connsiteX194" fmla="*/ 480829 w 476250"/>
                  <a:gd name="connsiteY194" fmla="*/ 427413 h 647700"/>
                  <a:gd name="connsiteX195" fmla="*/ 482639 w 476250"/>
                  <a:gd name="connsiteY195" fmla="*/ 421698 h 647700"/>
                  <a:gd name="connsiteX196" fmla="*/ 480924 w 476250"/>
                  <a:gd name="connsiteY196" fmla="*/ 416745 h 647700"/>
                  <a:gd name="connsiteX197" fmla="*/ 478924 w 476250"/>
                  <a:gd name="connsiteY197" fmla="*/ 412840 h 647700"/>
                  <a:gd name="connsiteX198" fmla="*/ 479400 w 476250"/>
                  <a:gd name="connsiteY198" fmla="*/ 408268 h 647700"/>
                  <a:gd name="connsiteX199" fmla="*/ 478257 w 476250"/>
                  <a:gd name="connsiteY199" fmla="*/ 403315 h 647700"/>
                  <a:gd name="connsiteX200" fmla="*/ 478447 w 476250"/>
                  <a:gd name="connsiteY200" fmla="*/ 399791 h 647700"/>
                  <a:gd name="connsiteX201" fmla="*/ 478924 w 476250"/>
                  <a:gd name="connsiteY201" fmla="*/ 393695 h 647700"/>
                  <a:gd name="connsiteX202" fmla="*/ 481019 w 476250"/>
                  <a:gd name="connsiteY202" fmla="*/ 391028 h 647700"/>
                  <a:gd name="connsiteX203" fmla="*/ 481972 w 476250"/>
                  <a:gd name="connsiteY203" fmla="*/ 386741 h 647700"/>
                  <a:gd name="connsiteX204" fmla="*/ 480162 w 476250"/>
                  <a:gd name="connsiteY204" fmla="*/ 383979 h 647700"/>
                  <a:gd name="connsiteX205" fmla="*/ 478829 w 476250"/>
                  <a:gd name="connsiteY205" fmla="*/ 379502 h 647700"/>
                  <a:gd name="connsiteX206" fmla="*/ 477019 w 476250"/>
                  <a:gd name="connsiteY206" fmla="*/ 376645 h 647700"/>
                  <a:gd name="connsiteX207" fmla="*/ 473780 w 476250"/>
                  <a:gd name="connsiteY207" fmla="*/ 370739 h 647700"/>
                  <a:gd name="connsiteX208" fmla="*/ 469018 w 476250"/>
                  <a:gd name="connsiteY208" fmla="*/ 365501 h 647700"/>
                  <a:gd name="connsiteX209" fmla="*/ 466351 w 476250"/>
                  <a:gd name="connsiteY209" fmla="*/ 357595 h 647700"/>
                  <a:gd name="connsiteX210" fmla="*/ 462160 w 476250"/>
                  <a:gd name="connsiteY210" fmla="*/ 349975 h 647700"/>
                  <a:gd name="connsiteX211" fmla="*/ 460826 w 476250"/>
                  <a:gd name="connsiteY211" fmla="*/ 344069 h 647700"/>
                  <a:gd name="connsiteX212" fmla="*/ 456826 w 476250"/>
                  <a:gd name="connsiteY212" fmla="*/ 329020 h 647700"/>
                  <a:gd name="connsiteX213" fmla="*/ 454635 w 476250"/>
                  <a:gd name="connsiteY213" fmla="*/ 319114 h 647700"/>
                  <a:gd name="connsiteX214" fmla="*/ 451682 w 476250"/>
                  <a:gd name="connsiteY214" fmla="*/ 312732 h 647700"/>
                  <a:gd name="connsiteX215" fmla="*/ 447491 w 476250"/>
                  <a:gd name="connsiteY215" fmla="*/ 302921 h 647700"/>
                  <a:gd name="connsiteX216" fmla="*/ 441872 w 476250"/>
                  <a:gd name="connsiteY216" fmla="*/ 292063 h 647700"/>
                  <a:gd name="connsiteX217" fmla="*/ 440633 w 476250"/>
                  <a:gd name="connsiteY217" fmla="*/ 284443 h 647700"/>
                  <a:gd name="connsiteX218" fmla="*/ 439776 w 476250"/>
                  <a:gd name="connsiteY218" fmla="*/ 274537 h 647700"/>
                  <a:gd name="connsiteX219" fmla="*/ 436823 w 476250"/>
                  <a:gd name="connsiteY219" fmla="*/ 266155 h 647700"/>
                  <a:gd name="connsiteX220" fmla="*/ 433108 w 476250"/>
                  <a:gd name="connsiteY220" fmla="*/ 257201 h 647700"/>
                  <a:gd name="connsiteX221" fmla="*/ 427965 w 476250"/>
                  <a:gd name="connsiteY221" fmla="*/ 253106 h 647700"/>
                  <a:gd name="connsiteX222" fmla="*/ 424250 w 476250"/>
                  <a:gd name="connsiteY222" fmla="*/ 247105 h 647700"/>
                  <a:gd name="connsiteX223" fmla="*/ 419107 w 476250"/>
                  <a:gd name="connsiteY223" fmla="*/ 238151 h 647700"/>
                  <a:gd name="connsiteX224" fmla="*/ 415106 w 476250"/>
                  <a:gd name="connsiteY224" fmla="*/ 235770 h 647700"/>
                  <a:gd name="connsiteX225" fmla="*/ 410344 w 476250"/>
                  <a:gd name="connsiteY225" fmla="*/ 233865 h 647700"/>
                  <a:gd name="connsiteX226" fmla="*/ 406057 w 476250"/>
                  <a:gd name="connsiteY226" fmla="*/ 232055 h 647700"/>
                  <a:gd name="connsiteX227" fmla="*/ 403105 w 476250"/>
                  <a:gd name="connsiteY227" fmla="*/ 232436 h 647700"/>
                  <a:gd name="connsiteX228" fmla="*/ 399199 w 476250"/>
                  <a:gd name="connsiteY228" fmla="*/ 231865 h 647700"/>
                  <a:gd name="connsiteX229" fmla="*/ 396342 w 476250"/>
                  <a:gd name="connsiteY229" fmla="*/ 228817 h 647700"/>
                  <a:gd name="connsiteX230" fmla="*/ 390913 w 476250"/>
                  <a:gd name="connsiteY230" fmla="*/ 230722 h 647700"/>
                  <a:gd name="connsiteX231" fmla="*/ 388817 w 476250"/>
                  <a:gd name="connsiteY231" fmla="*/ 233103 h 647700"/>
                  <a:gd name="connsiteX232" fmla="*/ 385769 w 476250"/>
                  <a:gd name="connsiteY232" fmla="*/ 235103 h 647700"/>
                  <a:gd name="connsiteX233" fmla="*/ 384245 w 476250"/>
                  <a:gd name="connsiteY233" fmla="*/ 236342 h 647700"/>
                  <a:gd name="connsiteX234" fmla="*/ 382721 w 476250"/>
                  <a:gd name="connsiteY234" fmla="*/ 240818 h 647700"/>
                  <a:gd name="connsiteX235" fmla="*/ 380054 w 476250"/>
                  <a:gd name="connsiteY235" fmla="*/ 242438 h 647700"/>
                  <a:gd name="connsiteX236" fmla="*/ 375197 w 476250"/>
                  <a:gd name="connsiteY236" fmla="*/ 243485 h 647700"/>
                  <a:gd name="connsiteX237" fmla="*/ 372339 w 476250"/>
                  <a:gd name="connsiteY237" fmla="*/ 246152 h 647700"/>
                  <a:gd name="connsiteX238" fmla="*/ 367481 w 476250"/>
                  <a:gd name="connsiteY238" fmla="*/ 247962 h 647700"/>
                  <a:gd name="connsiteX239" fmla="*/ 362433 w 476250"/>
                  <a:gd name="connsiteY239" fmla="*/ 248343 h 647700"/>
                  <a:gd name="connsiteX240" fmla="*/ 360052 w 476250"/>
                  <a:gd name="connsiteY240" fmla="*/ 250439 h 647700"/>
                  <a:gd name="connsiteX241" fmla="*/ 359861 w 476250"/>
                  <a:gd name="connsiteY241" fmla="*/ 253963 h 647700"/>
                  <a:gd name="connsiteX242" fmla="*/ 358337 w 476250"/>
                  <a:gd name="connsiteY242" fmla="*/ 257011 h 647700"/>
                  <a:gd name="connsiteX243" fmla="*/ 354813 w 476250"/>
                  <a:gd name="connsiteY243" fmla="*/ 259202 h 647700"/>
                  <a:gd name="connsiteX244" fmla="*/ 352813 w 476250"/>
                  <a:gd name="connsiteY244" fmla="*/ 259964 h 647700"/>
                  <a:gd name="connsiteX245" fmla="*/ 353003 w 476250"/>
                  <a:gd name="connsiteY245" fmla="*/ 262059 h 647700"/>
                  <a:gd name="connsiteX246" fmla="*/ 354622 w 476250"/>
                  <a:gd name="connsiteY246" fmla="*/ 263488 h 647700"/>
                  <a:gd name="connsiteX247" fmla="*/ 354622 w 476250"/>
                  <a:gd name="connsiteY247" fmla="*/ 266060 h 647700"/>
                  <a:gd name="connsiteX248" fmla="*/ 352908 w 476250"/>
                  <a:gd name="connsiteY248" fmla="*/ 269203 h 647700"/>
                  <a:gd name="connsiteX249" fmla="*/ 349765 w 476250"/>
                  <a:gd name="connsiteY249" fmla="*/ 271870 h 647700"/>
                  <a:gd name="connsiteX250" fmla="*/ 347955 w 476250"/>
                  <a:gd name="connsiteY250" fmla="*/ 274632 h 647700"/>
                  <a:gd name="connsiteX251" fmla="*/ 347098 w 476250"/>
                  <a:gd name="connsiteY251" fmla="*/ 279490 h 647700"/>
                  <a:gd name="connsiteX252" fmla="*/ 345383 w 476250"/>
                  <a:gd name="connsiteY252" fmla="*/ 282919 h 647700"/>
                  <a:gd name="connsiteX253" fmla="*/ 344907 w 476250"/>
                  <a:gd name="connsiteY253" fmla="*/ 286443 h 647700"/>
                  <a:gd name="connsiteX254" fmla="*/ 343955 w 476250"/>
                  <a:gd name="connsiteY254" fmla="*/ 289586 h 647700"/>
                  <a:gd name="connsiteX255" fmla="*/ 343859 w 476250"/>
                  <a:gd name="connsiteY255" fmla="*/ 292158 h 647700"/>
                  <a:gd name="connsiteX256" fmla="*/ 341192 w 476250"/>
                  <a:gd name="connsiteY256" fmla="*/ 294063 h 647700"/>
                  <a:gd name="connsiteX257" fmla="*/ 336620 w 476250"/>
                  <a:gd name="connsiteY257" fmla="*/ 295206 h 647700"/>
                  <a:gd name="connsiteX258" fmla="*/ 334525 w 476250"/>
                  <a:gd name="connsiteY258" fmla="*/ 300064 h 647700"/>
                  <a:gd name="connsiteX259" fmla="*/ 332620 w 476250"/>
                  <a:gd name="connsiteY259" fmla="*/ 303779 h 647700"/>
                  <a:gd name="connsiteX260" fmla="*/ 331000 w 476250"/>
                  <a:gd name="connsiteY260" fmla="*/ 309779 h 647700"/>
                  <a:gd name="connsiteX261" fmla="*/ 328619 w 476250"/>
                  <a:gd name="connsiteY261" fmla="*/ 313494 h 647700"/>
                  <a:gd name="connsiteX262" fmla="*/ 325190 w 476250"/>
                  <a:gd name="connsiteY262" fmla="*/ 317018 h 647700"/>
                  <a:gd name="connsiteX263" fmla="*/ 322428 w 476250"/>
                  <a:gd name="connsiteY263" fmla="*/ 316447 h 647700"/>
                  <a:gd name="connsiteX264" fmla="*/ 318428 w 476250"/>
                  <a:gd name="connsiteY264" fmla="*/ 313304 h 647700"/>
                  <a:gd name="connsiteX265" fmla="*/ 314332 w 476250"/>
                  <a:gd name="connsiteY265" fmla="*/ 312446 h 647700"/>
                  <a:gd name="connsiteX266" fmla="*/ 308426 w 476250"/>
                  <a:gd name="connsiteY266" fmla="*/ 310351 h 647700"/>
                  <a:gd name="connsiteX267" fmla="*/ 305855 w 476250"/>
                  <a:gd name="connsiteY267" fmla="*/ 311970 h 647700"/>
                  <a:gd name="connsiteX268" fmla="*/ 302711 w 476250"/>
                  <a:gd name="connsiteY268" fmla="*/ 311113 h 647700"/>
                  <a:gd name="connsiteX269" fmla="*/ 298235 w 476250"/>
                  <a:gd name="connsiteY269" fmla="*/ 308541 h 647700"/>
                  <a:gd name="connsiteX270" fmla="*/ 294520 w 476250"/>
                  <a:gd name="connsiteY270" fmla="*/ 301397 h 647700"/>
                  <a:gd name="connsiteX271" fmla="*/ 289948 w 476250"/>
                  <a:gd name="connsiteY271" fmla="*/ 298159 h 647700"/>
                  <a:gd name="connsiteX272" fmla="*/ 292139 w 476250"/>
                  <a:gd name="connsiteY272" fmla="*/ 294539 h 647700"/>
                  <a:gd name="connsiteX273" fmla="*/ 293091 w 476250"/>
                  <a:gd name="connsiteY273" fmla="*/ 290729 h 647700"/>
                  <a:gd name="connsiteX274" fmla="*/ 292520 w 476250"/>
                  <a:gd name="connsiteY274" fmla="*/ 285395 h 647700"/>
                  <a:gd name="connsiteX275" fmla="*/ 291757 w 476250"/>
                  <a:gd name="connsiteY275" fmla="*/ 276442 h 647700"/>
                  <a:gd name="connsiteX276" fmla="*/ 292329 w 476250"/>
                  <a:gd name="connsiteY276" fmla="*/ 270822 h 647700"/>
                  <a:gd name="connsiteX277" fmla="*/ 294234 w 476250"/>
                  <a:gd name="connsiteY277" fmla="*/ 265393 h 647700"/>
                  <a:gd name="connsiteX278" fmla="*/ 296615 w 476250"/>
                  <a:gd name="connsiteY278" fmla="*/ 260059 h 647700"/>
                  <a:gd name="connsiteX279" fmla="*/ 299949 w 476250"/>
                  <a:gd name="connsiteY279" fmla="*/ 258630 h 647700"/>
                  <a:gd name="connsiteX280" fmla="*/ 303949 w 476250"/>
                  <a:gd name="connsiteY280" fmla="*/ 258535 h 647700"/>
                  <a:gd name="connsiteX281" fmla="*/ 307664 w 476250"/>
                  <a:gd name="connsiteY281" fmla="*/ 257201 h 647700"/>
                  <a:gd name="connsiteX282" fmla="*/ 312998 w 476250"/>
                  <a:gd name="connsiteY282" fmla="*/ 256058 h 647700"/>
                  <a:gd name="connsiteX283" fmla="*/ 313379 w 476250"/>
                  <a:gd name="connsiteY283" fmla="*/ 252439 h 647700"/>
                  <a:gd name="connsiteX284" fmla="*/ 312427 w 476250"/>
                  <a:gd name="connsiteY284" fmla="*/ 249581 h 647700"/>
                  <a:gd name="connsiteX285" fmla="*/ 314998 w 476250"/>
                  <a:gd name="connsiteY285" fmla="*/ 246914 h 647700"/>
                  <a:gd name="connsiteX286" fmla="*/ 316999 w 476250"/>
                  <a:gd name="connsiteY286" fmla="*/ 245390 h 647700"/>
                  <a:gd name="connsiteX287" fmla="*/ 319952 w 476250"/>
                  <a:gd name="connsiteY287" fmla="*/ 245009 h 647700"/>
                  <a:gd name="connsiteX288" fmla="*/ 322428 w 476250"/>
                  <a:gd name="connsiteY288" fmla="*/ 243104 h 647700"/>
                  <a:gd name="connsiteX289" fmla="*/ 322333 w 476250"/>
                  <a:gd name="connsiteY289" fmla="*/ 240247 h 647700"/>
                  <a:gd name="connsiteX290" fmla="*/ 323857 w 476250"/>
                  <a:gd name="connsiteY290" fmla="*/ 236532 h 647700"/>
                  <a:gd name="connsiteX291" fmla="*/ 322904 w 476250"/>
                  <a:gd name="connsiteY291" fmla="*/ 231103 h 647700"/>
                  <a:gd name="connsiteX292" fmla="*/ 322142 w 476250"/>
                  <a:gd name="connsiteY292" fmla="*/ 222435 h 647700"/>
                  <a:gd name="connsiteX293" fmla="*/ 322809 w 476250"/>
                  <a:gd name="connsiteY293" fmla="*/ 215101 h 647700"/>
                  <a:gd name="connsiteX294" fmla="*/ 325476 w 476250"/>
                  <a:gd name="connsiteY294" fmla="*/ 209672 h 647700"/>
                  <a:gd name="connsiteX295" fmla="*/ 327857 w 476250"/>
                  <a:gd name="connsiteY295" fmla="*/ 207576 h 647700"/>
                  <a:gd name="connsiteX296" fmla="*/ 329857 w 476250"/>
                  <a:gd name="connsiteY296" fmla="*/ 207386 h 647700"/>
                  <a:gd name="connsiteX297" fmla="*/ 331667 w 476250"/>
                  <a:gd name="connsiteY297" fmla="*/ 208719 h 647700"/>
                  <a:gd name="connsiteX298" fmla="*/ 333191 w 476250"/>
                  <a:gd name="connsiteY298" fmla="*/ 209100 h 647700"/>
                  <a:gd name="connsiteX299" fmla="*/ 335477 w 476250"/>
                  <a:gd name="connsiteY299" fmla="*/ 207100 h 647700"/>
                  <a:gd name="connsiteX300" fmla="*/ 336239 w 476250"/>
                  <a:gd name="connsiteY300" fmla="*/ 203099 h 647700"/>
                  <a:gd name="connsiteX301" fmla="*/ 339097 w 476250"/>
                  <a:gd name="connsiteY301" fmla="*/ 200147 h 647700"/>
                  <a:gd name="connsiteX302" fmla="*/ 340049 w 476250"/>
                  <a:gd name="connsiteY302" fmla="*/ 197765 h 647700"/>
                  <a:gd name="connsiteX303" fmla="*/ 343573 w 476250"/>
                  <a:gd name="connsiteY303" fmla="*/ 197289 h 647700"/>
                  <a:gd name="connsiteX304" fmla="*/ 343288 w 476250"/>
                  <a:gd name="connsiteY304" fmla="*/ 193003 h 647700"/>
                  <a:gd name="connsiteX305" fmla="*/ 341764 w 476250"/>
                  <a:gd name="connsiteY305" fmla="*/ 187669 h 647700"/>
                  <a:gd name="connsiteX306" fmla="*/ 341192 w 476250"/>
                  <a:gd name="connsiteY306" fmla="*/ 174905 h 647700"/>
                  <a:gd name="connsiteX307" fmla="*/ 340145 w 476250"/>
                  <a:gd name="connsiteY307" fmla="*/ 164428 h 647700"/>
                  <a:gd name="connsiteX308" fmla="*/ 339573 w 476250"/>
                  <a:gd name="connsiteY308" fmla="*/ 160713 h 647700"/>
                  <a:gd name="connsiteX309" fmla="*/ 337573 w 476250"/>
                  <a:gd name="connsiteY309" fmla="*/ 157189 h 647700"/>
                  <a:gd name="connsiteX310" fmla="*/ 338144 w 476250"/>
                  <a:gd name="connsiteY310" fmla="*/ 151664 h 647700"/>
                  <a:gd name="connsiteX311" fmla="*/ 339954 w 476250"/>
                  <a:gd name="connsiteY311" fmla="*/ 147664 h 647700"/>
                  <a:gd name="connsiteX312" fmla="*/ 339287 w 476250"/>
                  <a:gd name="connsiteY312" fmla="*/ 141187 h 647700"/>
                  <a:gd name="connsiteX313" fmla="*/ 337478 w 476250"/>
                  <a:gd name="connsiteY313" fmla="*/ 135853 h 647700"/>
                  <a:gd name="connsiteX314" fmla="*/ 335096 w 476250"/>
                  <a:gd name="connsiteY314" fmla="*/ 132138 h 647700"/>
                  <a:gd name="connsiteX315" fmla="*/ 335668 w 476250"/>
                  <a:gd name="connsiteY315" fmla="*/ 125756 h 647700"/>
                  <a:gd name="connsiteX316" fmla="*/ 333001 w 476250"/>
                  <a:gd name="connsiteY316" fmla="*/ 121184 h 647700"/>
                  <a:gd name="connsiteX317" fmla="*/ 330143 w 476250"/>
                  <a:gd name="connsiteY317" fmla="*/ 117660 h 647700"/>
                  <a:gd name="connsiteX318" fmla="*/ 330048 w 476250"/>
                  <a:gd name="connsiteY318" fmla="*/ 113564 h 647700"/>
                  <a:gd name="connsiteX319" fmla="*/ 325666 w 476250"/>
                  <a:gd name="connsiteY319" fmla="*/ 111659 h 647700"/>
                  <a:gd name="connsiteX320" fmla="*/ 320999 w 476250"/>
                  <a:gd name="connsiteY320" fmla="*/ 111374 h 647700"/>
                  <a:gd name="connsiteX321" fmla="*/ 318332 w 476250"/>
                  <a:gd name="connsiteY321" fmla="*/ 107945 h 647700"/>
                  <a:gd name="connsiteX322" fmla="*/ 315570 w 476250"/>
                  <a:gd name="connsiteY322" fmla="*/ 105944 h 647700"/>
                  <a:gd name="connsiteX323" fmla="*/ 314237 w 476250"/>
                  <a:gd name="connsiteY323" fmla="*/ 103944 h 647700"/>
                  <a:gd name="connsiteX324" fmla="*/ 314141 w 476250"/>
                  <a:gd name="connsiteY324" fmla="*/ 101182 h 647700"/>
                  <a:gd name="connsiteX325" fmla="*/ 312522 w 476250"/>
                  <a:gd name="connsiteY325" fmla="*/ 99182 h 647700"/>
                  <a:gd name="connsiteX326" fmla="*/ 313284 w 476250"/>
                  <a:gd name="connsiteY326" fmla="*/ 96419 h 647700"/>
                  <a:gd name="connsiteX327" fmla="*/ 312522 w 476250"/>
                  <a:gd name="connsiteY327" fmla="*/ 94229 h 647700"/>
                  <a:gd name="connsiteX328" fmla="*/ 311284 w 476250"/>
                  <a:gd name="connsiteY328" fmla="*/ 91276 h 647700"/>
                  <a:gd name="connsiteX329" fmla="*/ 312903 w 476250"/>
                  <a:gd name="connsiteY329" fmla="*/ 88799 h 647700"/>
                  <a:gd name="connsiteX330" fmla="*/ 315189 w 476250"/>
                  <a:gd name="connsiteY330" fmla="*/ 86132 h 647700"/>
                  <a:gd name="connsiteX331" fmla="*/ 318904 w 476250"/>
                  <a:gd name="connsiteY331" fmla="*/ 86228 h 647700"/>
                  <a:gd name="connsiteX332" fmla="*/ 320142 w 476250"/>
                  <a:gd name="connsiteY332" fmla="*/ 87466 h 647700"/>
                  <a:gd name="connsiteX333" fmla="*/ 322809 w 476250"/>
                  <a:gd name="connsiteY333" fmla="*/ 89085 h 647700"/>
                  <a:gd name="connsiteX334" fmla="*/ 326238 w 476250"/>
                  <a:gd name="connsiteY334" fmla="*/ 89180 h 647700"/>
                  <a:gd name="connsiteX335" fmla="*/ 329096 w 476250"/>
                  <a:gd name="connsiteY335" fmla="*/ 90800 h 647700"/>
                  <a:gd name="connsiteX336" fmla="*/ 331096 w 476250"/>
                  <a:gd name="connsiteY336" fmla="*/ 89942 h 647700"/>
                  <a:gd name="connsiteX337" fmla="*/ 331191 w 476250"/>
                  <a:gd name="connsiteY337" fmla="*/ 86894 h 647700"/>
                  <a:gd name="connsiteX338" fmla="*/ 329191 w 476250"/>
                  <a:gd name="connsiteY338" fmla="*/ 85085 h 647700"/>
                  <a:gd name="connsiteX339" fmla="*/ 327381 w 476250"/>
                  <a:gd name="connsiteY339" fmla="*/ 82037 h 647700"/>
                  <a:gd name="connsiteX340" fmla="*/ 326143 w 476250"/>
                  <a:gd name="connsiteY340" fmla="*/ 78512 h 647700"/>
                  <a:gd name="connsiteX341" fmla="*/ 323762 w 476250"/>
                  <a:gd name="connsiteY341" fmla="*/ 73559 h 647700"/>
                  <a:gd name="connsiteX342" fmla="*/ 319380 w 476250"/>
                  <a:gd name="connsiteY342" fmla="*/ 72131 h 647700"/>
                  <a:gd name="connsiteX343" fmla="*/ 316713 w 476250"/>
                  <a:gd name="connsiteY343" fmla="*/ 68797 h 647700"/>
                  <a:gd name="connsiteX344" fmla="*/ 314903 w 476250"/>
                  <a:gd name="connsiteY344" fmla="*/ 65082 h 647700"/>
                  <a:gd name="connsiteX345" fmla="*/ 312141 w 476250"/>
                  <a:gd name="connsiteY345" fmla="*/ 63177 h 647700"/>
                  <a:gd name="connsiteX346" fmla="*/ 309379 w 476250"/>
                  <a:gd name="connsiteY346" fmla="*/ 61082 h 647700"/>
                  <a:gd name="connsiteX347" fmla="*/ 309379 w 476250"/>
                  <a:gd name="connsiteY347" fmla="*/ 59177 h 647700"/>
                  <a:gd name="connsiteX348" fmla="*/ 311284 w 476250"/>
                  <a:gd name="connsiteY348" fmla="*/ 58605 h 647700"/>
                  <a:gd name="connsiteX349" fmla="*/ 312522 w 476250"/>
                  <a:gd name="connsiteY349" fmla="*/ 55557 h 647700"/>
                  <a:gd name="connsiteX350" fmla="*/ 311665 w 476250"/>
                  <a:gd name="connsiteY350" fmla="*/ 53557 h 647700"/>
                  <a:gd name="connsiteX351" fmla="*/ 307760 w 476250"/>
                  <a:gd name="connsiteY351" fmla="*/ 52700 h 647700"/>
                  <a:gd name="connsiteX352" fmla="*/ 304235 w 476250"/>
                  <a:gd name="connsiteY352" fmla="*/ 49937 h 647700"/>
                  <a:gd name="connsiteX353" fmla="*/ 301187 w 476250"/>
                  <a:gd name="connsiteY353" fmla="*/ 45556 h 647700"/>
                  <a:gd name="connsiteX354" fmla="*/ 297377 w 476250"/>
                  <a:gd name="connsiteY354" fmla="*/ 44413 h 647700"/>
                  <a:gd name="connsiteX355" fmla="*/ 294805 w 476250"/>
                  <a:gd name="connsiteY355" fmla="*/ 46032 h 647700"/>
                  <a:gd name="connsiteX356" fmla="*/ 291662 w 476250"/>
                  <a:gd name="connsiteY356" fmla="*/ 46413 h 647700"/>
                  <a:gd name="connsiteX357" fmla="*/ 285185 w 476250"/>
                  <a:gd name="connsiteY357" fmla="*/ 45270 h 647700"/>
                  <a:gd name="connsiteX358" fmla="*/ 280708 w 476250"/>
                  <a:gd name="connsiteY358" fmla="*/ 43365 h 647700"/>
                  <a:gd name="connsiteX359" fmla="*/ 275851 w 476250"/>
                  <a:gd name="connsiteY359" fmla="*/ 41460 h 647700"/>
                  <a:gd name="connsiteX360" fmla="*/ 270136 w 476250"/>
                  <a:gd name="connsiteY360" fmla="*/ 39365 h 647700"/>
                  <a:gd name="connsiteX361" fmla="*/ 265849 w 476250"/>
                  <a:gd name="connsiteY361" fmla="*/ 40508 h 647700"/>
                  <a:gd name="connsiteX362" fmla="*/ 260515 w 476250"/>
                  <a:gd name="connsiteY362" fmla="*/ 39650 h 647700"/>
                  <a:gd name="connsiteX363" fmla="*/ 257658 w 476250"/>
                  <a:gd name="connsiteY363" fmla="*/ 37079 h 647700"/>
                  <a:gd name="connsiteX364" fmla="*/ 253181 w 476250"/>
                  <a:gd name="connsiteY364" fmla="*/ 33173 h 647700"/>
                  <a:gd name="connsiteX365" fmla="*/ 248133 w 476250"/>
                  <a:gd name="connsiteY365" fmla="*/ 31173 h 647700"/>
                  <a:gd name="connsiteX366" fmla="*/ 242418 w 476250"/>
                  <a:gd name="connsiteY366" fmla="*/ 31554 h 647700"/>
                  <a:gd name="connsiteX367" fmla="*/ 240513 w 476250"/>
                  <a:gd name="connsiteY367" fmla="*/ 32411 h 647700"/>
                  <a:gd name="connsiteX368" fmla="*/ 237655 w 476250"/>
                  <a:gd name="connsiteY368" fmla="*/ 32411 h 647700"/>
                  <a:gd name="connsiteX369" fmla="*/ 234607 w 476250"/>
                  <a:gd name="connsiteY369" fmla="*/ 33364 h 647700"/>
                  <a:gd name="connsiteX370" fmla="*/ 231560 w 476250"/>
                  <a:gd name="connsiteY370" fmla="*/ 33650 h 647700"/>
                  <a:gd name="connsiteX371" fmla="*/ 228702 w 476250"/>
                  <a:gd name="connsiteY371" fmla="*/ 32411 h 647700"/>
                  <a:gd name="connsiteX372" fmla="*/ 226892 w 476250"/>
                  <a:gd name="connsiteY372" fmla="*/ 29173 h 647700"/>
                  <a:gd name="connsiteX373" fmla="*/ 225082 w 476250"/>
                  <a:gd name="connsiteY373" fmla="*/ 25458 h 647700"/>
                  <a:gd name="connsiteX374" fmla="*/ 222511 w 476250"/>
                  <a:gd name="connsiteY374" fmla="*/ 22505 h 647700"/>
                  <a:gd name="connsiteX375" fmla="*/ 219653 w 476250"/>
                  <a:gd name="connsiteY375" fmla="*/ 20029 h 647700"/>
                  <a:gd name="connsiteX376" fmla="*/ 216796 w 476250"/>
                  <a:gd name="connsiteY376" fmla="*/ 16886 h 647700"/>
                  <a:gd name="connsiteX377" fmla="*/ 213653 w 476250"/>
                  <a:gd name="connsiteY377" fmla="*/ 14885 h 647700"/>
                  <a:gd name="connsiteX378" fmla="*/ 210033 w 476250"/>
                  <a:gd name="connsiteY378" fmla="*/ 14504 h 647700"/>
                  <a:gd name="connsiteX379" fmla="*/ 204318 w 476250"/>
                  <a:gd name="connsiteY379" fmla="*/ 13171 h 647700"/>
                  <a:gd name="connsiteX380" fmla="*/ 201080 w 476250"/>
                  <a:gd name="connsiteY380" fmla="*/ 11933 h 647700"/>
                  <a:gd name="connsiteX381" fmla="*/ 198603 w 476250"/>
                  <a:gd name="connsiteY381" fmla="*/ 13457 h 647700"/>
                  <a:gd name="connsiteX382" fmla="*/ 196698 w 476250"/>
                  <a:gd name="connsiteY382" fmla="*/ 15171 h 647700"/>
                  <a:gd name="connsiteX383" fmla="*/ 194031 w 476250"/>
                  <a:gd name="connsiteY383" fmla="*/ 13552 h 647700"/>
                  <a:gd name="connsiteX384" fmla="*/ 191555 w 476250"/>
                  <a:gd name="connsiteY384" fmla="*/ 13742 h 647700"/>
                  <a:gd name="connsiteX385" fmla="*/ 190412 w 476250"/>
                  <a:gd name="connsiteY385" fmla="*/ 15362 h 647700"/>
                  <a:gd name="connsiteX386" fmla="*/ 187840 w 476250"/>
                  <a:gd name="connsiteY386" fmla="*/ 16981 h 647700"/>
                  <a:gd name="connsiteX387" fmla="*/ 184697 w 476250"/>
                  <a:gd name="connsiteY387" fmla="*/ 15457 h 647700"/>
                  <a:gd name="connsiteX388" fmla="*/ 179553 w 476250"/>
                  <a:gd name="connsiteY388" fmla="*/ 12885 h 647700"/>
                  <a:gd name="connsiteX389" fmla="*/ 171838 w 476250"/>
                  <a:gd name="connsiteY389" fmla="*/ 7551 h 647700"/>
                  <a:gd name="connsiteX390" fmla="*/ 164599 w 476250"/>
                  <a:gd name="connsiteY390" fmla="*/ 5741 h 647700"/>
                  <a:gd name="connsiteX391" fmla="*/ 159074 w 476250"/>
                  <a:gd name="connsiteY391" fmla="*/ 3170 h 647700"/>
                  <a:gd name="connsiteX392" fmla="*/ 155169 w 476250"/>
                  <a:gd name="connsiteY392" fmla="*/ 407 h 647700"/>
                  <a:gd name="connsiteX393" fmla="*/ 149549 w 476250"/>
                  <a:gd name="connsiteY393" fmla="*/ 598 h 647700"/>
                  <a:gd name="connsiteX394" fmla="*/ 149359 w 476250"/>
                  <a:gd name="connsiteY394" fmla="*/ 2693 h 647700"/>
                  <a:gd name="connsiteX395" fmla="*/ 149740 w 476250"/>
                  <a:gd name="connsiteY395" fmla="*/ 4598 h 647700"/>
                  <a:gd name="connsiteX396" fmla="*/ 148025 w 476250"/>
                  <a:gd name="connsiteY396" fmla="*/ 7361 h 647700"/>
                  <a:gd name="connsiteX397" fmla="*/ 144596 w 476250"/>
                  <a:gd name="connsiteY397" fmla="*/ 8504 h 647700"/>
                  <a:gd name="connsiteX398" fmla="*/ 141548 w 476250"/>
                  <a:gd name="connsiteY398" fmla="*/ 7361 h 647700"/>
                  <a:gd name="connsiteX399" fmla="*/ 138500 w 476250"/>
                  <a:gd name="connsiteY399" fmla="*/ 8504 h 647700"/>
                  <a:gd name="connsiteX400" fmla="*/ 135643 w 476250"/>
                  <a:gd name="connsiteY400" fmla="*/ 9075 h 647700"/>
                  <a:gd name="connsiteX401" fmla="*/ 133357 w 476250"/>
                  <a:gd name="connsiteY401" fmla="*/ 7646 h 647700"/>
                  <a:gd name="connsiteX402" fmla="*/ 130404 w 476250"/>
                  <a:gd name="connsiteY402" fmla="*/ 8027 h 647700"/>
                  <a:gd name="connsiteX403" fmla="*/ 129452 w 476250"/>
                  <a:gd name="connsiteY403" fmla="*/ 10504 h 647700"/>
                  <a:gd name="connsiteX404" fmla="*/ 130690 w 476250"/>
                  <a:gd name="connsiteY404" fmla="*/ 11837 h 647700"/>
                  <a:gd name="connsiteX405" fmla="*/ 132880 w 476250"/>
                  <a:gd name="connsiteY405" fmla="*/ 12218 h 647700"/>
                  <a:gd name="connsiteX406" fmla="*/ 133833 w 476250"/>
                  <a:gd name="connsiteY406" fmla="*/ 16219 h 647700"/>
                  <a:gd name="connsiteX407" fmla="*/ 131356 w 476250"/>
                  <a:gd name="connsiteY407" fmla="*/ 19743 h 647700"/>
                  <a:gd name="connsiteX408" fmla="*/ 128308 w 476250"/>
                  <a:gd name="connsiteY408" fmla="*/ 23839 h 647700"/>
                  <a:gd name="connsiteX409" fmla="*/ 125641 w 476250"/>
                  <a:gd name="connsiteY409" fmla="*/ 26506 h 647700"/>
                  <a:gd name="connsiteX410" fmla="*/ 122403 w 476250"/>
                  <a:gd name="connsiteY410" fmla="*/ 28506 h 647700"/>
                  <a:gd name="connsiteX411" fmla="*/ 122022 w 476250"/>
                  <a:gd name="connsiteY411" fmla="*/ 31554 h 647700"/>
                  <a:gd name="connsiteX412" fmla="*/ 119641 w 476250"/>
                  <a:gd name="connsiteY412" fmla="*/ 34602 h 647700"/>
                  <a:gd name="connsiteX413" fmla="*/ 117736 w 476250"/>
                  <a:gd name="connsiteY413" fmla="*/ 37174 h 647700"/>
                  <a:gd name="connsiteX414" fmla="*/ 117736 w 476250"/>
                  <a:gd name="connsiteY414" fmla="*/ 39936 h 647700"/>
                  <a:gd name="connsiteX415" fmla="*/ 118403 w 476250"/>
                  <a:gd name="connsiteY415" fmla="*/ 44508 h 647700"/>
                  <a:gd name="connsiteX416" fmla="*/ 122213 w 476250"/>
                  <a:gd name="connsiteY416" fmla="*/ 52414 h 647700"/>
                  <a:gd name="connsiteX417" fmla="*/ 125832 w 476250"/>
                  <a:gd name="connsiteY417" fmla="*/ 55652 h 647700"/>
                  <a:gd name="connsiteX418" fmla="*/ 131356 w 476250"/>
                  <a:gd name="connsiteY418" fmla="*/ 60034 h 647700"/>
                  <a:gd name="connsiteX419" fmla="*/ 136500 w 476250"/>
                  <a:gd name="connsiteY419" fmla="*/ 58891 h 647700"/>
                  <a:gd name="connsiteX420" fmla="*/ 142501 w 476250"/>
                  <a:gd name="connsiteY420" fmla="*/ 58986 h 647700"/>
                  <a:gd name="connsiteX421" fmla="*/ 144501 w 476250"/>
                  <a:gd name="connsiteY421" fmla="*/ 62415 h 647700"/>
                  <a:gd name="connsiteX422" fmla="*/ 143453 w 476250"/>
                  <a:gd name="connsiteY422" fmla="*/ 64892 h 647700"/>
                  <a:gd name="connsiteX423" fmla="*/ 140120 w 476250"/>
                  <a:gd name="connsiteY423" fmla="*/ 67654 h 647700"/>
                  <a:gd name="connsiteX424" fmla="*/ 134500 w 476250"/>
                  <a:gd name="connsiteY424" fmla="*/ 69083 h 647700"/>
                  <a:gd name="connsiteX425" fmla="*/ 130213 w 476250"/>
                  <a:gd name="connsiteY425" fmla="*/ 70321 h 647700"/>
                  <a:gd name="connsiteX426" fmla="*/ 123737 w 476250"/>
                  <a:gd name="connsiteY426" fmla="*/ 70988 h 647700"/>
                  <a:gd name="connsiteX427" fmla="*/ 118974 w 476250"/>
                  <a:gd name="connsiteY427" fmla="*/ 71464 h 647700"/>
                  <a:gd name="connsiteX428" fmla="*/ 113449 w 476250"/>
                  <a:gd name="connsiteY428" fmla="*/ 73464 h 647700"/>
                  <a:gd name="connsiteX429" fmla="*/ 110592 w 476250"/>
                  <a:gd name="connsiteY429" fmla="*/ 78417 h 647700"/>
                  <a:gd name="connsiteX430" fmla="*/ 108401 w 476250"/>
                  <a:gd name="connsiteY430" fmla="*/ 80798 h 647700"/>
                  <a:gd name="connsiteX431" fmla="*/ 104305 w 476250"/>
                  <a:gd name="connsiteY431" fmla="*/ 81560 h 647700"/>
                  <a:gd name="connsiteX432" fmla="*/ 101448 w 476250"/>
                  <a:gd name="connsiteY432" fmla="*/ 85275 h 647700"/>
                  <a:gd name="connsiteX433" fmla="*/ 98305 w 476250"/>
                  <a:gd name="connsiteY433" fmla="*/ 88228 h 647700"/>
                  <a:gd name="connsiteX434" fmla="*/ 96876 w 476250"/>
                  <a:gd name="connsiteY434" fmla="*/ 94229 h 647700"/>
                  <a:gd name="connsiteX435" fmla="*/ 96876 w 476250"/>
                  <a:gd name="connsiteY435" fmla="*/ 101182 h 647700"/>
                  <a:gd name="connsiteX436" fmla="*/ 99924 w 476250"/>
                  <a:gd name="connsiteY436" fmla="*/ 107468 h 647700"/>
                  <a:gd name="connsiteX437" fmla="*/ 100686 w 476250"/>
                  <a:gd name="connsiteY437" fmla="*/ 112326 h 647700"/>
                  <a:gd name="connsiteX438" fmla="*/ 102305 w 476250"/>
                  <a:gd name="connsiteY438" fmla="*/ 115850 h 647700"/>
                  <a:gd name="connsiteX439" fmla="*/ 103448 w 476250"/>
                  <a:gd name="connsiteY439" fmla="*/ 120708 h 647700"/>
                  <a:gd name="connsiteX440" fmla="*/ 101734 w 476250"/>
                  <a:gd name="connsiteY440" fmla="*/ 124804 h 647700"/>
                  <a:gd name="connsiteX441" fmla="*/ 103829 w 476250"/>
                  <a:gd name="connsiteY441" fmla="*/ 129852 h 647700"/>
                  <a:gd name="connsiteX442" fmla="*/ 104210 w 476250"/>
                  <a:gd name="connsiteY442" fmla="*/ 137186 h 647700"/>
                  <a:gd name="connsiteX443" fmla="*/ 102305 w 476250"/>
                  <a:gd name="connsiteY443" fmla="*/ 143378 h 647700"/>
                  <a:gd name="connsiteX444" fmla="*/ 100686 w 476250"/>
                  <a:gd name="connsiteY444" fmla="*/ 148902 h 647700"/>
                  <a:gd name="connsiteX445" fmla="*/ 100496 w 476250"/>
                  <a:gd name="connsiteY445" fmla="*/ 152903 h 647700"/>
                  <a:gd name="connsiteX446" fmla="*/ 99067 w 476250"/>
                  <a:gd name="connsiteY446" fmla="*/ 157379 h 647700"/>
                  <a:gd name="connsiteX447" fmla="*/ 98876 w 476250"/>
                  <a:gd name="connsiteY447" fmla="*/ 161380 h 647700"/>
                  <a:gd name="connsiteX448" fmla="*/ 96305 w 476250"/>
                  <a:gd name="connsiteY448" fmla="*/ 163190 h 647700"/>
                  <a:gd name="connsiteX449" fmla="*/ 94019 w 476250"/>
                  <a:gd name="connsiteY449" fmla="*/ 165761 h 647700"/>
                  <a:gd name="connsiteX450" fmla="*/ 94971 w 476250"/>
                  <a:gd name="connsiteY450" fmla="*/ 170238 h 647700"/>
                  <a:gd name="connsiteX451" fmla="*/ 94114 w 476250"/>
                  <a:gd name="connsiteY451" fmla="*/ 172619 h 647700"/>
                  <a:gd name="connsiteX452" fmla="*/ 91923 w 476250"/>
                  <a:gd name="connsiteY452" fmla="*/ 174048 h 647700"/>
                  <a:gd name="connsiteX453" fmla="*/ 89828 w 476250"/>
                  <a:gd name="connsiteY453" fmla="*/ 172143 h 647700"/>
                  <a:gd name="connsiteX454" fmla="*/ 88208 w 476250"/>
                  <a:gd name="connsiteY454" fmla="*/ 170810 h 647700"/>
                  <a:gd name="connsiteX455" fmla="*/ 87827 w 476250"/>
                  <a:gd name="connsiteY455" fmla="*/ 169381 h 647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</a:cxnLst>
                <a:rect l="l" t="t" r="r" b="b"/>
                <a:pathLst>
                  <a:path w="476250" h="647700">
                    <a:moveTo>
                      <a:pt x="87827" y="169381"/>
                    </a:moveTo>
                    <a:cubicBezTo>
                      <a:pt x="87827" y="167666"/>
                      <a:pt x="88018" y="164237"/>
                      <a:pt x="88494" y="162618"/>
                    </a:cubicBezTo>
                    <a:cubicBezTo>
                      <a:pt x="88875" y="161380"/>
                      <a:pt x="90304" y="159094"/>
                      <a:pt x="91066" y="158046"/>
                    </a:cubicBezTo>
                    <a:cubicBezTo>
                      <a:pt x="91732" y="157189"/>
                      <a:pt x="93542" y="155760"/>
                      <a:pt x="93923" y="154808"/>
                    </a:cubicBezTo>
                    <a:cubicBezTo>
                      <a:pt x="94399" y="153379"/>
                      <a:pt x="94209" y="150236"/>
                      <a:pt x="93733" y="148902"/>
                    </a:cubicBezTo>
                    <a:cubicBezTo>
                      <a:pt x="93447" y="147854"/>
                      <a:pt x="92209" y="146426"/>
                      <a:pt x="91923" y="145378"/>
                    </a:cubicBezTo>
                    <a:cubicBezTo>
                      <a:pt x="91732" y="144425"/>
                      <a:pt x="92018" y="142330"/>
                      <a:pt x="92590" y="141568"/>
                    </a:cubicBezTo>
                    <a:cubicBezTo>
                      <a:pt x="93066" y="140901"/>
                      <a:pt x="94495" y="140806"/>
                      <a:pt x="94971" y="140044"/>
                    </a:cubicBezTo>
                    <a:cubicBezTo>
                      <a:pt x="95447" y="139282"/>
                      <a:pt x="95066" y="137186"/>
                      <a:pt x="94780" y="136329"/>
                    </a:cubicBezTo>
                    <a:cubicBezTo>
                      <a:pt x="94495" y="135472"/>
                      <a:pt x="93638" y="133376"/>
                      <a:pt x="92780" y="133281"/>
                    </a:cubicBezTo>
                    <a:cubicBezTo>
                      <a:pt x="92113" y="133186"/>
                      <a:pt x="91352" y="134519"/>
                      <a:pt x="90875" y="134996"/>
                    </a:cubicBezTo>
                    <a:cubicBezTo>
                      <a:pt x="90304" y="135472"/>
                      <a:pt x="89065" y="136424"/>
                      <a:pt x="88780" y="137091"/>
                    </a:cubicBezTo>
                    <a:cubicBezTo>
                      <a:pt x="88399" y="137948"/>
                      <a:pt x="88780" y="140044"/>
                      <a:pt x="88494" y="140996"/>
                    </a:cubicBezTo>
                    <a:cubicBezTo>
                      <a:pt x="88208" y="141758"/>
                      <a:pt x="87065" y="142901"/>
                      <a:pt x="86875" y="143663"/>
                    </a:cubicBezTo>
                    <a:cubicBezTo>
                      <a:pt x="86684" y="144330"/>
                      <a:pt x="87161" y="145664"/>
                      <a:pt x="86970" y="146330"/>
                    </a:cubicBezTo>
                    <a:cubicBezTo>
                      <a:pt x="86780" y="146902"/>
                      <a:pt x="85732" y="147664"/>
                      <a:pt x="85637" y="148235"/>
                    </a:cubicBezTo>
                    <a:cubicBezTo>
                      <a:pt x="85541" y="148902"/>
                      <a:pt x="85637" y="150617"/>
                      <a:pt x="86208" y="150998"/>
                    </a:cubicBezTo>
                    <a:cubicBezTo>
                      <a:pt x="86875" y="151474"/>
                      <a:pt x="88970" y="150140"/>
                      <a:pt x="89542" y="150807"/>
                    </a:cubicBezTo>
                    <a:cubicBezTo>
                      <a:pt x="89923" y="151283"/>
                      <a:pt x="89351" y="152712"/>
                      <a:pt x="89161" y="153284"/>
                    </a:cubicBezTo>
                    <a:cubicBezTo>
                      <a:pt x="88780" y="153950"/>
                      <a:pt x="87541" y="154712"/>
                      <a:pt x="87256" y="155379"/>
                    </a:cubicBezTo>
                    <a:cubicBezTo>
                      <a:pt x="86875" y="156427"/>
                      <a:pt x="87351" y="158808"/>
                      <a:pt x="87065" y="159856"/>
                    </a:cubicBezTo>
                    <a:cubicBezTo>
                      <a:pt x="86875" y="160332"/>
                      <a:pt x="86303" y="161285"/>
                      <a:pt x="86113" y="161761"/>
                    </a:cubicBezTo>
                    <a:cubicBezTo>
                      <a:pt x="85827" y="162618"/>
                      <a:pt x="85827" y="164523"/>
                      <a:pt x="85732" y="165476"/>
                    </a:cubicBezTo>
                    <a:cubicBezTo>
                      <a:pt x="85637" y="166523"/>
                      <a:pt x="85541" y="169667"/>
                      <a:pt x="85541" y="169667"/>
                    </a:cubicBezTo>
                    <a:cubicBezTo>
                      <a:pt x="85541" y="169857"/>
                      <a:pt x="85541" y="170143"/>
                      <a:pt x="85541" y="170238"/>
                    </a:cubicBezTo>
                    <a:cubicBezTo>
                      <a:pt x="85446" y="170714"/>
                      <a:pt x="85065" y="171762"/>
                      <a:pt x="84589" y="171857"/>
                    </a:cubicBezTo>
                    <a:cubicBezTo>
                      <a:pt x="83922" y="172048"/>
                      <a:pt x="82398" y="171191"/>
                      <a:pt x="81922" y="170714"/>
                    </a:cubicBezTo>
                    <a:cubicBezTo>
                      <a:pt x="81350" y="170143"/>
                      <a:pt x="80588" y="168619"/>
                      <a:pt x="80303" y="167762"/>
                    </a:cubicBezTo>
                    <a:cubicBezTo>
                      <a:pt x="79826" y="166428"/>
                      <a:pt x="79731" y="163571"/>
                      <a:pt x="79255" y="162237"/>
                    </a:cubicBezTo>
                    <a:cubicBezTo>
                      <a:pt x="78874" y="161285"/>
                      <a:pt x="77636" y="159570"/>
                      <a:pt x="77445" y="158618"/>
                    </a:cubicBezTo>
                    <a:cubicBezTo>
                      <a:pt x="77064" y="157189"/>
                      <a:pt x="77350" y="154046"/>
                      <a:pt x="77636" y="152617"/>
                    </a:cubicBezTo>
                    <a:cubicBezTo>
                      <a:pt x="77921" y="151283"/>
                      <a:pt x="79445" y="148997"/>
                      <a:pt x="79826" y="147664"/>
                    </a:cubicBezTo>
                    <a:cubicBezTo>
                      <a:pt x="80207" y="146521"/>
                      <a:pt x="80683" y="144235"/>
                      <a:pt x="80683" y="143092"/>
                    </a:cubicBezTo>
                    <a:cubicBezTo>
                      <a:pt x="80588" y="141854"/>
                      <a:pt x="79636" y="139568"/>
                      <a:pt x="79255" y="138425"/>
                    </a:cubicBezTo>
                    <a:cubicBezTo>
                      <a:pt x="78969" y="137567"/>
                      <a:pt x="78016" y="135853"/>
                      <a:pt x="78016" y="134900"/>
                    </a:cubicBezTo>
                    <a:cubicBezTo>
                      <a:pt x="78016" y="133472"/>
                      <a:pt x="78683" y="130519"/>
                      <a:pt x="79540" y="129471"/>
                    </a:cubicBezTo>
                    <a:cubicBezTo>
                      <a:pt x="80207" y="128709"/>
                      <a:pt x="82779" y="128614"/>
                      <a:pt x="83065" y="127661"/>
                    </a:cubicBezTo>
                    <a:cubicBezTo>
                      <a:pt x="83541" y="126137"/>
                      <a:pt x="81064" y="123280"/>
                      <a:pt x="79922" y="122042"/>
                    </a:cubicBezTo>
                    <a:cubicBezTo>
                      <a:pt x="79350" y="121375"/>
                      <a:pt x="77731" y="120613"/>
                      <a:pt x="77159" y="119946"/>
                    </a:cubicBezTo>
                    <a:cubicBezTo>
                      <a:pt x="76492" y="119184"/>
                      <a:pt x="75159" y="117565"/>
                      <a:pt x="74969" y="116612"/>
                    </a:cubicBezTo>
                    <a:cubicBezTo>
                      <a:pt x="74778" y="115565"/>
                      <a:pt x="75349" y="113183"/>
                      <a:pt x="76112" y="112421"/>
                    </a:cubicBezTo>
                    <a:cubicBezTo>
                      <a:pt x="77064" y="111469"/>
                      <a:pt x="80303" y="111850"/>
                      <a:pt x="81350" y="111088"/>
                    </a:cubicBezTo>
                    <a:cubicBezTo>
                      <a:pt x="82112" y="110516"/>
                      <a:pt x="83065" y="108707"/>
                      <a:pt x="83350" y="107754"/>
                    </a:cubicBezTo>
                    <a:cubicBezTo>
                      <a:pt x="83636" y="106992"/>
                      <a:pt x="83922" y="105278"/>
                      <a:pt x="83636" y="104516"/>
                    </a:cubicBezTo>
                    <a:cubicBezTo>
                      <a:pt x="83350" y="103563"/>
                      <a:pt x="81922" y="101372"/>
                      <a:pt x="80874" y="101277"/>
                    </a:cubicBezTo>
                    <a:cubicBezTo>
                      <a:pt x="80303" y="101182"/>
                      <a:pt x="79350" y="102134"/>
                      <a:pt x="78969" y="102515"/>
                    </a:cubicBezTo>
                    <a:cubicBezTo>
                      <a:pt x="78588" y="103087"/>
                      <a:pt x="78588" y="104516"/>
                      <a:pt x="78207" y="105087"/>
                    </a:cubicBezTo>
                    <a:cubicBezTo>
                      <a:pt x="77826" y="105563"/>
                      <a:pt x="76778" y="106135"/>
                      <a:pt x="76207" y="106325"/>
                    </a:cubicBezTo>
                    <a:cubicBezTo>
                      <a:pt x="75540" y="106611"/>
                      <a:pt x="74206" y="106706"/>
                      <a:pt x="73540" y="106992"/>
                    </a:cubicBezTo>
                    <a:cubicBezTo>
                      <a:pt x="72778" y="107373"/>
                      <a:pt x="71254" y="108230"/>
                      <a:pt x="70682" y="108897"/>
                    </a:cubicBezTo>
                    <a:cubicBezTo>
                      <a:pt x="69920" y="109850"/>
                      <a:pt x="69063" y="112326"/>
                      <a:pt x="68777" y="113469"/>
                    </a:cubicBezTo>
                    <a:cubicBezTo>
                      <a:pt x="68491" y="115088"/>
                      <a:pt x="68872" y="118517"/>
                      <a:pt x="68587" y="120232"/>
                    </a:cubicBezTo>
                    <a:cubicBezTo>
                      <a:pt x="68396" y="121375"/>
                      <a:pt x="67539" y="123470"/>
                      <a:pt x="66967" y="124518"/>
                    </a:cubicBezTo>
                    <a:cubicBezTo>
                      <a:pt x="66587" y="125280"/>
                      <a:pt x="65253" y="126423"/>
                      <a:pt x="64777" y="127090"/>
                    </a:cubicBezTo>
                    <a:cubicBezTo>
                      <a:pt x="64110" y="128042"/>
                      <a:pt x="62777" y="130043"/>
                      <a:pt x="62110" y="130995"/>
                    </a:cubicBezTo>
                    <a:cubicBezTo>
                      <a:pt x="61538" y="131948"/>
                      <a:pt x="59919" y="133662"/>
                      <a:pt x="59633" y="134710"/>
                    </a:cubicBezTo>
                    <a:cubicBezTo>
                      <a:pt x="59347" y="135853"/>
                      <a:pt x="60110" y="138329"/>
                      <a:pt x="59919" y="139472"/>
                    </a:cubicBezTo>
                    <a:cubicBezTo>
                      <a:pt x="59729" y="140711"/>
                      <a:pt x="58966" y="143092"/>
                      <a:pt x="58395" y="144235"/>
                    </a:cubicBezTo>
                    <a:cubicBezTo>
                      <a:pt x="57919" y="145092"/>
                      <a:pt x="56585" y="146521"/>
                      <a:pt x="55728" y="147092"/>
                    </a:cubicBezTo>
                    <a:cubicBezTo>
                      <a:pt x="54775" y="147664"/>
                      <a:pt x="52680" y="148616"/>
                      <a:pt x="51632" y="148426"/>
                    </a:cubicBezTo>
                    <a:cubicBezTo>
                      <a:pt x="50870" y="148331"/>
                      <a:pt x="49727" y="146997"/>
                      <a:pt x="49061" y="146616"/>
                    </a:cubicBezTo>
                    <a:cubicBezTo>
                      <a:pt x="48298" y="146140"/>
                      <a:pt x="46584" y="144902"/>
                      <a:pt x="45631" y="144902"/>
                    </a:cubicBezTo>
                    <a:cubicBezTo>
                      <a:pt x="44584" y="144902"/>
                      <a:pt x="42583" y="145759"/>
                      <a:pt x="41917" y="146521"/>
                    </a:cubicBezTo>
                    <a:cubicBezTo>
                      <a:pt x="41250" y="147283"/>
                      <a:pt x="41060" y="149378"/>
                      <a:pt x="40869" y="150331"/>
                    </a:cubicBezTo>
                    <a:cubicBezTo>
                      <a:pt x="40679" y="151283"/>
                      <a:pt x="40774" y="153474"/>
                      <a:pt x="40202" y="154331"/>
                    </a:cubicBezTo>
                    <a:cubicBezTo>
                      <a:pt x="39821" y="154998"/>
                      <a:pt x="38297" y="156046"/>
                      <a:pt x="37535" y="156236"/>
                    </a:cubicBezTo>
                    <a:cubicBezTo>
                      <a:pt x="36964" y="156332"/>
                      <a:pt x="35725" y="155760"/>
                      <a:pt x="35154" y="155665"/>
                    </a:cubicBezTo>
                    <a:cubicBezTo>
                      <a:pt x="34392" y="155570"/>
                      <a:pt x="32868" y="155379"/>
                      <a:pt x="32201" y="155760"/>
                    </a:cubicBezTo>
                    <a:cubicBezTo>
                      <a:pt x="31725" y="156046"/>
                      <a:pt x="31154" y="157379"/>
                      <a:pt x="30963" y="158046"/>
                    </a:cubicBezTo>
                    <a:cubicBezTo>
                      <a:pt x="30582" y="159570"/>
                      <a:pt x="31058" y="162618"/>
                      <a:pt x="31249" y="164142"/>
                    </a:cubicBezTo>
                    <a:cubicBezTo>
                      <a:pt x="31630" y="166714"/>
                      <a:pt x="33630" y="171667"/>
                      <a:pt x="33630" y="174239"/>
                    </a:cubicBezTo>
                    <a:cubicBezTo>
                      <a:pt x="33630" y="175667"/>
                      <a:pt x="32963" y="178620"/>
                      <a:pt x="32296" y="179954"/>
                    </a:cubicBezTo>
                    <a:cubicBezTo>
                      <a:pt x="31725" y="181001"/>
                      <a:pt x="30201" y="183002"/>
                      <a:pt x="29248" y="183764"/>
                    </a:cubicBezTo>
                    <a:cubicBezTo>
                      <a:pt x="28010" y="184716"/>
                      <a:pt x="25153" y="185859"/>
                      <a:pt x="23819" y="186621"/>
                    </a:cubicBezTo>
                    <a:cubicBezTo>
                      <a:pt x="22105" y="187478"/>
                      <a:pt x="18295" y="188717"/>
                      <a:pt x="16866" y="190050"/>
                    </a:cubicBezTo>
                    <a:cubicBezTo>
                      <a:pt x="16009" y="190907"/>
                      <a:pt x="14675" y="193003"/>
                      <a:pt x="14485" y="194146"/>
                    </a:cubicBezTo>
                    <a:cubicBezTo>
                      <a:pt x="14294" y="195289"/>
                      <a:pt x="14961" y="197670"/>
                      <a:pt x="15437" y="198718"/>
                    </a:cubicBezTo>
                    <a:cubicBezTo>
                      <a:pt x="16295" y="200623"/>
                      <a:pt x="19342" y="203766"/>
                      <a:pt x="20105" y="205671"/>
                    </a:cubicBezTo>
                    <a:cubicBezTo>
                      <a:pt x="20676" y="207005"/>
                      <a:pt x="20962" y="209957"/>
                      <a:pt x="21152" y="211386"/>
                    </a:cubicBezTo>
                    <a:cubicBezTo>
                      <a:pt x="21438" y="213863"/>
                      <a:pt x="22010" y="218911"/>
                      <a:pt x="21438" y="221292"/>
                    </a:cubicBezTo>
                    <a:cubicBezTo>
                      <a:pt x="21247" y="222149"/>
                      <a:pt x="20009" y="223483"/>
                      <a:pt x="19723" y="224245"/>
                    </a:cubicBezTo>
                    <a:cubicBezTo>
                      <a:pt x="19342" y="225293"/>
                      <a:pt x="18676" y="227483"/>
                      <a:pt x="18866" y="228531"/>
                    </a:cubicBezTo>
                    <a:cubicBezTo>
                      <a:pt x="19057" y="229674"/>
                      <a:pt x="20771" y="231484"/>
                      <a:pt x="21152" y="232532"/>
                    </a:cubicBezTo>
                    <a:cubicBezTo>
                      <a:pt x="21629" y="234151"/>
                      <a:pt x="21819" y="237770"/>
                      <a:pt x="21629" y="239485"/>
                    </a:cubicBezTo>
                    <a:cubicBezTo>
                      <a:pt x="21438" y="241295"/>
                      <a:pt x="20295" y="244724"/>
                      <a:pt x="19723" y="246438"/>
                    </a:cubicBezTo>
                    <a:cubicBezTo>
                      <a:pt x="18962" y="248629"/>
                      <a:pt x="17056" y="252915"/>
                      <a:pt x="16295" y="255106"/>
                    </a:cubicBezTo>
                    <a:cubicBezTo>
                      <a:pt x="15532" y="257487"/>
                      <a:pt x="14294" y="262345"/>
                      <a:pt x="13723" y="264821"/>
                    </a:cubicBezTo>
                    <a:cubicBezTo>
                      <a:pt x="13056" y="267488"/>
                      <a:pt x="11818" y="273013"/>
                      <a:pt x="11056" y="275680"/>
                    </a:cubicBezTo>
                    <a:cubicBezTo>
                      <a:pt x="10580" y="277394"/>
                      <a:pt x="9532" y="280728"/>
                      <a:pt x="8770" y="282347"/>
                    </a:cubicBezTo>
                    <a:cubicBezTo>
                      <a:pt x="8294" y="283395"/>
                      <a:pt x="6865" y="285395"/>
                      <a:pt x="6103" y="286253"/>
                    </a:cubicBezTo>
                    <a:cubicBezTo>
                      <a:pt x="5246" y="287205"/>
                      <a:pt x="2864" y="288443"/>
                      <a:pt x="2007" y="289396"/>
                    </a:cubicBezTo>
                    <a:cubicBezTo>
                      <a:pt x="1340" y="290063"/>
                      <a:pt x="102" y="291682"/>
                      <a:pt x="7" y="292539"/>
                    </a:cubicBezTo>
                    <a:cubicBezTo>
                      <a:pt x="-88" y="293682"/>
                      <a:pt x="864" y="295682"/>
                      <a:pt x="1436" y="296635"/>
                    </a:cubicBezTo>
                    <a:cubicBezTo>
                      <a:pt x="2674" y="299016"/>
                      <a:pt x="6484" y="303017"/>
                      <a:pt x="7722" y="305493"/>
                    </a:cubicBezTo>
                    <a:cubicBezTo>
                      <a:pt x="8674" y="307398"/>
                      <a:pt x="9722" y="311494"/>
                      <a:pt x="10294" y="313494"/>
                    </a:cubicBezTo>
                    <a:cubicBezTo>
                      <a:pt x="10961" y="315590"/>
                      <a:pt x="12008" y="319876"/>
                      <a:pt x="12580" y="321971"/>
                    </a:cubicBezTo>
                    <a:cubicBezTo>
                      <a:pt x="12961" y="323305"/>
                      <a:pt x="14104" y="325972"/>
                      <a:pt x="14294" y="327401"/>
                    </a:cubicBezTo>
                    <a:cubicBezTo>
                      <a:pt x="14580" y="328829"/>
                      <a:pt x="14389" y="331877"/>
                      <a:pt x="14294" y="333306"/>
                    </a:cubicBezTo>
                    <a:cubicBezTo>
                      <a:pt x="14104" y="335497"/>
                      <a:pt x="13913" y="339974"/>
                      <a:pt x="13056" y="341974"/>
                    </a:cubicBezTo>
                    <a:cubicBezTo>
                      <a:pt x="12389" y="343403"/>
                      <a:pt x="9817" y="345308"/>
                      <a:pt x="8960" y="346641"/>
                    </a:cubicBezTo>
                    <a:cubicBezTo>
                      <a:pt x="8103" y="347975"/>
                      <a:pt x="6865" y="350832"/>
                      <a:pt x="6388" y="352261"/>
                    </a:cubicBezTo>
                    <a:cubicBezTo>
                      <a:pt x="5912" y="353880"/>
                      <a:pt x="5341" y="357404"/>
                      <a:pt x="5531" y="359024"/>
                    </a:cubicBezTo>
                    <a:cubicBezTo>
                      <a:pt x="5912" y="361691"/>
                      <a:pt x="8198" y="366548"/>
                      <a:pt x="9532" y="368930"/>
                    </a:cubicBezTo>
                    <a:cubicBezTo>
                      <a:pt x="10865" y="371311"/>
                      <a:pt x="14294" y="375597"/>
                      <a:pt x="15723" y="377883"/>
                    </a:cubicBezTo>
                    <a:cubicBezTo>
                      <a:pt x="16771" y="379502"/>
                      <a:pt x="18676" y="382931"/>
                      <a:pt x="19533" y="384646"/>
                    </a:cubicBezTo>
                    <a:cubicBezTo>
                      <a:pt x="20676" y="386741"/>
                      <a:pt x="22676" y="391028"/>
                      <a:pt x="23629" y="393123"/>
                    </a:cubicBezTo>
                    <a:cubicBezTo>
                      <a:pt x="25153" y="396266"/>
                      <a:pt x="27724" y="402648"/>
                      <a:pt x="29439" y="405601"/>
                    </a:cubicBezTo>
                    <a:cubicBezTo>
                      <a:pt x="30963" y="408268"/>
                      <a:pt x="34678" y="413030"/>
                      <a:pt x="36392" y="415507"/>
                    </a:cubicBezTo>
                    <a:cubicBezTo>
                      <a:pt x="38488" y="418555"/>
                      <a:pt x="42774" y="424460"/>
                      <a:pt x="44584" y="427699"/>
                    </a:cubicBezTo>
                    <a:cubicBezTo>
                      <a:pt x="46394" y="430937"/>
                      <a:pt x="49537" y="437605"/>
                      <a:pt x="51061" y="441034"/>
                    </a:cubicBezTo>
                    <a:cubicBezTo>
                      <a:pt x="52299" y="443701"/>
                      <a:pt x="54680" y="449035"/>
                      <a:pt x="55538" y="451797"/>
                    </a:cubicBezTo>
                    <a:cubicBezTo>
                      <a:pt x="56299" y="454178"/>
                      <a:pt x="57157" y="459227"/>
                      <a:pt x="57823" y="461703"/>
                    </a:cubicBezTo>
                    <a:cubicBezTo>
                      <a:pt x="59347" y="467609"/>
                      <a:pt x="63348" y="479324"/>
                      <a:pt x="64300" y="485325"/>
                    </a:cubicBezTo>
                    <a:cubicBezTo>
                      <a:pt x="64872" y="488849"/>
                      <a:pt x="64777" y="495803"/>
                      <a:pt x="64872" y="499327"/>
                    </a:cubicBezTo>
                    <a:cubicBezTo>
                      <a:pt x="64967" y="504566"/>
                      <a:pt x="64777" y="514948"/>
                      <a:pt x="64681" y="520091"/>
                    </a:cubicBezTo>
                    <a:cubicBezTo>
                      <a:pt x="64586" y="524473"/>
                      <a:pt x="64491" y="533331"/>
                      <a:pt x="64110" y="537808"/>
                    </a:cubicBezTo>
                    <a:cubicBezTo>
                      <a:pt x="63729" y="542285"/>
                      <a:pt x="62777" y="551143"/>
                      <a:pt x="62014" y="555524"/>
                    </a:cubicBezTo>
                    <a:cubicBezTo>
                      <a:pt x="61253" y="559715"/>
                      <a:pt x="59347" y="568002"/>
                      <a:pt x="57728" y="571907"/>
                    </a:cubicBezTo>
                    <a:cubicBezTo>
                      <a:pt x="56490" y="574860"/>
                      <a:pt x="52966" y="580289"/>
                      <a:pt x="51442" y="583052"/>
                    </a:cubicBezTo>
                    <a:cubicBezTo>
                      <a:pt x="50204" y="585433"/>
                      <a:pt x="48013" y="590291"/>
                      <a:pt x="46774" y="592672"/>
                    </a:cubicBezTo>
                    <a:cubicBezTo>
                      <a:pt x="45441" y="595339"/>
                      <a:pt x="42393" y="600482"/>
                      <a:pt x="41440" y="603245"/>
                    </a:cubicBezTo>
                    <a:cubicBezTo>
                      <a:pt x="40583" y="605531"/>
                      <a:pt x="39916" y="610484"/>
                      <a:pt x="39440" y="612865"/>
                    </a:cubicBezTo>
                    <a:cubicBezTo>
                      <a:pt x="38964" y="614865"/>
                      <a:pt x="38297" y="618866"/>
                      <a:pt x="37726" y="620771"/>
                    </a:cubicBezTo>
                    <a:cubicBezTo>
                      <a:pt x="36964" y="623247"/>
                      <a:pt x="34963" y="627914"/>
                      <a:pt x="33916" y="630296"/>
                    </a:cubicBezTo>
                    <a:cubicBezTo>
                      <a:pt x="33058" y="632201"/>
                      <a:pt x="31154" y="636011"/>
                      <a:pt x="29915" y="637820"/>
                    </a:cubicBezTo>
                    <a:cubicBezTo>
                      <a:pt x="28105" y="640487"/>
                      <a:pt x="23629" y="645155"/>
                      <a:pt x="21438" y="647441"/>
                    </a:cubicBezTo>
                    <a:cubicBezTo>
                      <a:pt x="20200" y="648679"/>
                      <a:pt x="18485" y="650584"/>
                      <a:pt x="16580" y="652394"/>
                    </a:cubicBezTo>
                    <a:cubicBezTo>
                      <a:pt x="24581" y="651441"/>
                      <a:pt x="43536" y="649250"/>
                      <a:pt x="50870" y="648393"/>
                    </a:cubicBezTo>
                    <a:cubicBezTo>
                      <a:pt x="64110" y="646679"/>
                      <a:pt x="90494" y="642678"/>
                      <a:pt x="103734" y="640487"/>
                    </a:cubicBezTo>
                    <a:cubicBezTo>
                      <a:pt x="139167" y="634677"/>
                      <a:pt x="245561" y="617151"/>
                      <a:pt x="245561" y="617151"/>
                    </a:cubicBezTo>
                    <a:lnTo>
                      <a:pt x="247371" y="628581"/>
                    </a:lnTo>
                    <a:cubicBezTo>
                      <a:pt x="255944" y="627057"/>
                      <a:pt x="286519" y="621342"/>
                      <a:pt x="297758" y="619056"/>
                    </a:cubicBezTo>
                    <a:cubicBezTo>
                      <a:pt x="314332" y="615627"/>
                      <a:pt x="347288" y="608198"/>
                      <a:pt x="363766" y="604388"/>
                    </a:cubicBezTo>
                    <a:cubicBezTo>
                      <a:pt x="371958" y="602483"/>
                      <a:pt x="392818" y="597625"/>
                      <a:pt x="401486" y="595529"/>
                    </a:cubicBezTo>
                    <a:cubicBezTo>
                      <a:pt x="401676" y="595148"/>
                      <a:pt x="401866" y="594767"/>
                      <a:pt x="401866" y="594482"/>
                    </a:cubicBezTo>
                    <a:cubicBezTo>
                      <a:pt x="401866" y="593434"/>
                      <a:pt x="400438" y="591719"/>
                      <a:pt x="399962" y="590767"/>
                    </a:cubicBezTo>
                    <a:cubicBezTo>
                      <a:pt x="399390" y="589624"/>
                      <a:pt x="398056" y="587528"/>
                      <a:pt x="397961" y="586290"/>
                    </a:cubicBezTo>
                    <a:cubicBezTo>
                      <a:pt x="397961" y="585433"/>
                      <a:pt x="398438" y="583623"/>
                      <a:pt x="399009" y="583052"/>
                    </a:cubicBezTo>
                    <a:cubicBezTo>
                      <a:pt x="399676" y="582290"/>
                      <a:pt x="401962" y="581909"/>
                      <a:pt x="402629" y="581147"/>
                    </a:cubicBezTo>
                    <a:cubicBezTo>
                      <a:pt x="403486" y="580004"/>
                      <a:pt x="403010" y="576670"/>
                      <a:pt x="403867" y="575527"/>
                    </a:cubicBezTo>
                    <a:cubicBezTo>
                      <a:pt x="404533" y="574765"/>
                      <a:pt x="406820" y="574479"/>
                      <a:pt x="407581" y="573717"/>
                    </a:cubicBezTo>
                    <a:cubicBezTo>
                      <a:pt x="408058" y="573241"/>
                      <a:pt x="408724" y="572098"/>
                      <a:pt x="408820" y="571526"/>
                    </a:cubicBezTo>
                    <a:cubicBezTo>
                      <a:pt x="409105" y="570574"/>
                      <a:pt x="408629" y="568478"/>
                      <a:pt x="408724" y="567526"/>
                    </a:cubicBezTo>
                    <a:cubicBezTo>
                      <a:pt x="408820" y="566383"/>
                      <a:pt x="408629" y="564097"/>
                      <a:pt x="409296" y="563144"/>
                    </a:cubicBezTo>
                    <a:cubicBezTo>
                      <a:pt x="409867" y="562382"/>
                      <a:pt x="412058" y="562001"/>
                      <a:pt x="412820" y="561430"/>
                    </a:cubicBezTo>
                    <a:cubicBezTo>
                      <a:pt x="413392" y="560954"/>
                      <a:pt x="414439" y="559906"/>
                      <a:pt x="414821" y="559334"/>
                    </a:cubicBezTo>
                    <a:cubicBezTo>
                      <a:pt x="415392" y="558477"/>
                      <a:pt x="415868" y="556477"/>
                      <a:pt x="416535" y="555620"/>
                    </a:cubicBezTo>
                    <a:cubicBezTo>
                      <a:pt x="417106" y="554762"/>
                      <a:pt x="418916" y="553715"/>
                      <a:pt x="419583" y="552953"/>
                    </a:cubicBezTo>
                    <a:cubicBezTo>
                      <a:pt x="420440" y="552000"/>
                      <a:pt x="422060" y="549905"/>
                      <a:pt x="422250" y="548571"/>
                    </a:cubicBezTo>
                    <a:cubicBezTo>
                      <a:pt x="422536" y="547333"/>
                      <a:pt x="421488" y="544856"/>
                      <a:pt x="421297" y="543618"/>
                    </a:cubicBezTo>
                    <a:cubicBezTo>
                      <a:pt x="421202" y="542951"/>
                      <a:pt x="420726" y="541523"/>
                      <a:pt x="420916" y="540856"/>
                    </a:cubicBezTo>
                    <a:cubicBezTo>
                      <a:pt x="421107" y="539999"/>
                      <a:pt x="422345" y="538475"/>
                      <a:pt x="422917" y="537808"/>
                    </a:cubicBezTo>
                    <a:cubicBezTo>
                      <a:pt x="423583" y="537141"/>
                      <a:pt x="425489" y="536379"/>
                      <a:pt x="425965" y="535617"/>
                    </a:cubicBezTo>
                    <a:cubicBezTo>
                      <a:pt x="426536" y="534665"/>
                      <a:pt x="426631" y="532474"/>
                      <a:pt x="426441" y="531331"/>
                    </a:cubicBezTo>
                    <a:cubicBezTo>
                      <a:pt x="426346" y="530283"/>
                      <a:pt x="425203" y="528473"/>
                      <a:pt x="425012" y="527521"/>
                    </a:cubicBezTo>
                    <a:cubicBezTo>
                      <a:pt x="424441" y="525711"/>
                      <a:pt x="423774" y="521901"/>
                      <a:pt x="423488" y="519996"/>
                    </a:cubicBezTo>
                    <a:cubicBezTo>
                      <a:pt x="423298" y="518282"/>
                      <a:pt x="422917" y="514948"/>
                      <a:pt x="423012" y="513329"/>
                    </a:cubicBezTo>
                    <a:cubicBezTo>
                      <a:pt x="423107" y="510852"/>
                      <a:pt x="423583" y="505804"/>
                      <a:pt x="424727" y="503708"/>
                    </a:cubicBezTo>
                    <a:cubicBezTo>
                      <a:pt x="425774" y="501708"/>
                      <a:pt x="429298" y="498565"/>
                      <a:pt x="431204" y="497327"/>
                    </a:cubicBezTo>
                    <a:cubicBezTo>
                      <a:pt x="432823" y="496184"/>
                      <a:pt x="436728" y="495231"/>
                      <a:pt x="438442" y="494183"/>
                    </a:cubicBezTo>
                    <a:cubicBezTo>
                      <a:pt x="439966" y="493231"/>
                      <a:pt x="442824" y="491040"/>
                      <a:pt x="443872" y="489516"/>
                    </a:cubicBezTo>
                    <a:cubicBezTo>
                      <a:pt x="445015" y="487802"/>
                      <a:pt x="446158" y="483896"/>
                      <a:pt x="446444" y="481896"/>
                    </a:cubicBezTo>
                    <a:cubicBezTo>
                      <a:pt x="446729" y="479896"/>
                      <a:pt x="446253" y="475705"/>
                      <a:pt x="445681" y="473705"/>
                    </a:cubicBezTo>
                    <a:cubicBezTo>
                      <a:pt x="445491" y="472943"/>
                      <a:pt x="444539" y="471800"/>
                      <a:pt x="444348" y="471038"/>
                    </a:cubicBezTo>
                    <a:cubicBezTo>
                      <a:pt x="443872" y="469418"/>
                      <a:pt x="443681" y="465894"/>
                      <a:pt x="443967" y="464180"/>
                    </a:cubicBezTo>
                    <a:cubicBezTo>
                      <a:pt x="444157" y="463227"/>
                      <a:pt x="445015" y="461417"/>
                      <a:pt x="445205" y="460465"/>
                    </a:cubicBezTo>
                    <a:cubicBezTo>
                      <a:pt x="445396" y="459512"/>
                      <a:pt x="444824" y="457131"/>
                      <a:pt x="445586" y="456560"/>
                    </a:cubicBezTo>
                    <a:cubicBezTo>
                      <a:pt x="446063" y="456179"/>
                      <a:pt x="447396" y="456941"/>
                      <a:pt x="448063" y="456845"/>
                    </a:cubicBezTo>
                    <a:cubicBezTo>
                      <a:pt x="449206" y="456845"/>
                      <a:pt x="451873" y="457131"/>
                      <a:pt x="452444" y="456179"/>
                    </a:cubicBezTo>
                    <a:cubicBezTo>
                      <a:pt x="453016" y="455226"/>
                      <a:pt x="451587" y="452845"/>
                      <a:pt x="450825" y="451988"/>
                    </a:cubicBezTo>
                    <a:cubicBezTo>
                      <a:pt x="450254" y="451321"/>
                      <a:pt x="448444" y="450845"/>
                      <a:pt x="447777" y="450273"/>
                    </a:cubicBezTo>
                    <a:cubicBezTo>
                      <a:pt x="447205" y="449797"/>
                      <a:pt x="446158" y="448749"/>
                      <a:pt x="446063" y="448082"/>
                    </a:cubicBezTo>
                    <a:cubicBezTo>
                      <a:pt x="445967" y="447130"/>
                      <a:pt x="447015" y="445320"/>
                      <a:pt x="447682" y="444558"/>
                    </a:cubicBezTo>
                    <a:cubicBezTo>
                      <a:pt x="448444" y="443606"/>
                      <a:pt x="450635" y="442367"/>
                      <a:pt x="451587" y="441605"/>
                    </a:cubicBezTo>
                    <a:cubicBezTo>
                      <a:pt x="452730" y="440558"/>
                      <a:pt x="454825" y="438272"/>
                      <a:pt x="456064" y="437319"/>
                    </a:cubicBezTo>
                    <a:cubicBezTo>
                      <a:pt x="456826" y="436748"/>
                      <a:pt x="458540" y="435509"/>
                      <a:pt x="459493" y="435414"/>
                    </a:cubicBezTo>
                    <a:cubicBezTo>
                      <a:pt x="460445" y="435319"/>
                      <a:pt x="462350" y="436367"/>
                      <a:pt x="463303" y="436557"/>
                    </a:cubicBezTo>
                    <a:cubicBezTo>
                      <a:pt x="463970" y="436652"/>
                      <a:pt x="465494" y="436271"/>
                      <a:pt x="466065" y="436652"/>
                    </a:cubicBezTo>
                    <a:cubicBezTo>
                      <a:pt x="466922" y="437224"/>
                      <a:pt x="468161" y="439319"/>
                      <a:pt x="468065" y="440367"/>
                    </a:cubicBezTo>
                    <a:cubicBezTo>
                      <a:pt x="467970" y="441129"/>
                      <a:pt x="466541" y="442272"/>
                      <a:pt x="465779" y="442653"/>
                    </a:cubicBezTo>
                    <a:cubicBezTo>
                      <a:pt x="464922" y="443129"/>
                      <a:pt x="462636" y="442653"/>
                      <a:pt x="462064" y="443415"/>
                    </a:cubicBezTo>
                    <a:cubicBezTo>
                      <a:pt x="461683" y="443891"/>
                      <a:pt x="462446" y="445225"/>
                      <a:pt x="462160" y="445796"/>
                    </a:cubicBezTo>
                    <a:cubicBezTo>
                      <a:pt x="461779" y="446749"/>
                      <a:pt x="459397" y="447416"/>
                      <a:pt x="459112" y="448368"/>
                    </a:cubicBezTo>
                    <a:cubicBezTo>
                      <a:pt x="458921" y="449130"/>
                      <a:pt x="459588" y="450654"/>
                      <a:pt x="460160" y="451130"/>
                    </a:cubicBezTo>
                    <a:cubicBezTo>
                      <a:pt x="460636" y="451511"/>
                      <a:pt x="462160" y="451130"/>
                      <a:pt x="462731" y="451511"/>
                    </a:cubicBezTo>
                    <a:cubicBezTo>
                      <a:pt x="463207" y="451892"/>
                      <a:pt x="463207" y="453321"/>
                      <a:pt x="463589" y="453797"/>
                    </a:cubicBezTo>
                    <a:cubicBezTo>
                      <a:pt x="464065" y="454369"/>
                      <a:pt x="465208" y="455417"/>
                      <a:pt x="465970" y="455607"/>
                    </a:cubicBezTo>
                    <a:cubicBezTo>
                      <a:pt x="467017" y="455798"/>
                      <a:pt x="468922" y="454750"/>
                      <a:pt x="469970" y="454559"/>
                    </a:cubicBezTo>
                    <a:cubicBezTo>
                      <a:pt x="471018" y="454274"/>
                      <a:pt x="473399" y="454274"/>
                      <a:pt x="474256" y="453607"/>
                    </a:cubicBezTo>
                    <a:cubicBezTo>
                      <a:pt x="475399" y="452750"/>
                      <a:pt x="476638" y="449035"/>
                      <a:pt x="476733" y="448844"/>
                    </a:cubicBezTo>
                    <a:cubicBezTo>
                      <a:pt x="476828" y="448654"/>
                      <a:pt x="478829" y="446177"/>
                      <a:pt x="479305" y="445130"/>
                    </a:cubicBezTo>
                    <a:cubicBezTo>
                      <a:pt x="479876" y="443891"/>
                      <a:pt x="480733" y="441129"/>
                      <a:pt x="480638" y="439700"/>
                    </a:cubicBezTo>
                    <a:cubicBezTo>
                      <a:pt x="480543" y="438748"/>
                      <a:pt x="479210" y="437224"/>
                      <a:pt x="479114" y="436271"/>
                    </a:cubicBezTo>
                    <a:cubicBezTo>
                      <a:pt x="479019" y="435128"/>
                      <a:pt x="480067" y="433033"/>
                      <a:pt x="480257" y="431890"/>
                    </a:cubicBezTo>
                    <a:cubicBezTo>
                      <a:pt x="480448" y="430747"/>
                      <a:pt x="480543" y="428556"/>
                      <a:pt x="480829" y="427413"/>
                    </a:cubicBezTo>
                    <a:cubicBezTo>
                      <a:pt x="481114" y="425984"/>
                      <a:pt x="482734" y="423222"/>
                      <a:pt x="482639" y="421698"/>
                    </a:cubicBezTo>
                    <a:cubicBezTo>
                      <a:pt x="482639" y="420365"/>
                      <a:pt x="481400" y="417983"/>
                      <a:pt x="480924" y="416745"/>
                    </a:cubicBezTo>
                    <a:cubicBezTo>
                      <a:pt x="480448" y="415793"/>
                      <a:pt x="479114" y="413983"/>
                      <a:pt x="478924" y="412840"/>
                    </a:cubicBezTo>
                    <a:cubicBezTo>
                      <a:pt x="478733" y="411697"/>
                      <a:pt x="479495" y="409411"/>
                      <a:pt x="479400" y="408268"/>
                    </a:cubicBezTo>
                    <a:cubicBezTo>
                      <a:pt x="479305" y="407030"/>
                      <a:pt x="478352" y="404553"/>
                      <a:pt x="478257" y="403315"/>
                    </a:cubicBezTo>
                    <a:cubicBezTo>
                      <a:pt x="478162" y="402458"/>
                      <a:pt x="478447" y="400648"/>
                      <a:pt x="478447" y="399791"/>
                    </a:cubicBezTo>
                    <a:cubicBezTo>
                      <a:pt x="478543" y="398267"/>
                      <a:pt x="478352" y="395123"/>
                      <a:pt x="478924" y="393695"/>
                    </a:cubicBezTo>
                    <a:cubicBezTo>
                      <a:pt x="479210" y="392933"/>
                      <a:pt x="480638" y="391790"/>
                      <a:pt x="481019" y="391028"/>
                    </a:cubicBezTo>
                    <a:cubicBezTo>
                      <a:pt x="481496" y="389980"/>
                      <a:pt x="482162" y="387789"/>
                      <a:pt x="481972" y="386741"/>
                    </a:cubicBezTo>
                    <a:cubicBezTo>
                      <a:pt x="481877" y="385979"/>
                      <a:pt x="480543" y="384741"/>
                      <a:pt x="480162" y="383979"/>
                    </a:cubicBezTo>
                    <a:cubicBezTo>
                      <a:pt x="479686" y="382931"/>
                      <a:pt x="479305" y="380550"/>
                      <a:pt x="478829" y="379502"/>
                    </a:cubicBezTo>
                    <a:cubicBezTo>
                      <a:pt x="478447" y="378740"/>
                      <a:pt x="477495" y="377312"/>
                      <a:pt x="477019" y="376645"/>
                    </a:cubicBezTo>
                    <a:cubicBezTo>
                      <a:pt x="476162" y="375216"/>
                      <a:pt x="474733" y="372168"/>
                      <a:pt x="473780" y="370739"/>
                    </a:cubicBezTo>
                    <a:cubicBezTo>
                      <a:pt x="472732" y="369311"/>
                      <a:pt x="469970" y="367025"/>
                      <a:pt x="469018" y="365501"/>
                    </a:cubicBezTo>
                    <a:cubicBezTo>
                      <a:pt x="467970" y="363691"/>
                      <a:pt x="467208" y="359500"/>
                      <a:pt x="466351" y="357595"/>
                    </a:cubicBezTo>
                    <a:cubicBezTo>
                      <a:pt x="465494" y="355595"/>
                      <a:pt x="462922" y="352070"/>
                      <a:pt x="462160" y="349975"/>
                    </a:cubicBezTo>
                    <a:cubicBezTo>
                      <a:pt x="461588" y="348546"/>
                      <a:pt x="461207" y="345593"/>
                      <a:pt x="460826" y="344069"/>
                    </a:cubicBezTo>
                    <a:cubicBezTo>
                      <a:pt x="459874" y="340355"/>
                      <a:pt x="457683" y="332830"/>
                      <a:pt x="456826" y="329020"/>
                    </a:cubicBezTo>
                    <a:cubicBezTo>
                      <a:pt x="456254" y="326543"/>
                      <a:pt x="455492" y="321495"/>
                      <a:pt x="454635" y="319114"/>
                    </a:cubicBezTo>
                    <a:cubicBezTo>
                      <a:pt x="454064" y="317495"/>
                      <a:pt x="452349" y="314351"/>
                      <a:pt x="451682" y="312732"/>
                    </a:cubicBezTo>
                    <a:cubicBezTo>
                      <a:pt x="450539" y="310256"/>
                      <a:pt x="448634" y="305303"/>
                      <a:pt x="447491" y="302921"/>
                    </a:cubicBezTo>
                    <a:cubicBezTo>
                      <a:pt x="446158" y="300159"/>
                      <a:pt x="442824" y="295016"/>
                      <a:pt x="441872" y="292063"/>
                    </a:cubicBezTo>
                    <a:cubicBezTo>
                      <a:pt x="441300" y="290253"/>
                      <a:pt x="440824" y="286348"/>
                      <a:pt x="440633" y="284443"/>
                    </a:cubicBezTo>
                    <a:cubicBezTo>
                      <a:pt x="440347" y="281966"/>
                      <a:pt x="440252" y="276918"/>
                      <a:pt x="439776" y="274537"/>
                    </a:cubicBezTo>
                    <a:cubicBezTo>
                      <a:pt x="439300" y="272346"/>
                      <a:pt x="437585" y="268250"/>
                      <a:pt x="436823" y="266155"/>
                    </a:cubicBezTo>
                    <a:cubicBezTo>
                      <a:pt x="435966" y="263869"/>
                      <a:pt x="434537" y="259202"/>
                      <a:pt x="433108" y="257201"/>
                    </a:cubicBezTo>
                    <a:cubicBezTo>
                      <a:pt x="432061" y="255868"/>
                      <a:pt x="429108" y="254344"/>
                      <a:pt x="427965" y="253106"/>
                    </a:cubicBezTo>
                    <a:cubicBezTo>
                      <a:pt x="426727" y="251772"/>
                      <a:pt x="425107" y="248724"/>
                      <a:pt x="424250" y="247105"/>
                    </a:cubicBezTo>
                    <a:cubicBezTo>
                      <a:pt x="422917" y="244914"/>
                      <a:pt x="421012" y="239961"/>
                      <a:pt x="419107" y="238151"/>
                    </a:cubicBezTo>
                    <a:cubicBezTo>
                      <a:pt x="418345" y="237294"/>
                      <a:pt x="416154" y="236246"/>
                      <a:pt x="415106" y="235770"/>
                    </a:cubicBezTo>
                    <a:cubicBezTo>
                      <a:pt x="413963" y="235199"/>
                      <a:pt x="411487" y="234341"/>
                      <a:pt x="410344" y="233865"/>
                    </a:cubicBezTo>
                    <a:cubicBezTo>
                      <a:pt x="409296" y="233389"/>
                      <a:pt x="407200" y="232246"/>
                      <a:pt x="406057" y="232055"/>
                    </a:cubicBezTo>
                    <a:cubicBezTo>
                      <a:pt x="405296" y="231960"/>
                      <a:pt x="403867" y="232436"/>
                      <a:pt x="403105" y="232436"/>
                    </a:cubicBezTo>
                    <a:cubicBezTo>
                      <a:pt x="402152" y="232436"/>
                      <a:pt x="400057" y="232341"/>
                      <a:pt x="399199" y="231865"/>
                    </a:cubicBezTo>
                    <a:cubicBezTo>
                      <a:pt x="398247" y="231389"/>
                      <a:pt x="397390" y="229103"/>
                      <a:pt x="396342" y="228817"/>
                    </a:cubicBezTo>
                    <a:cubicBezTo>
                      <a:pt x="394913" y="228436"/>
                      <a:pt x="392056" y="229960"/>
                      <a:pt x="390913" y="230722"/>
                    </a:cubicBezTo>
                    <a:cubicBezTo>
                      <a:pt x="390246" y="231198"/>
                      <a:pt x="389389" y="232627"/>
                      <a:pt x="388817" y="233103"/>
                    </a:cubicBezTo>
                    <a:cubicBezTo>
                      <a:pt x="388150" y="233675"/>
                      <a:pt x="386531" y="234532"/>
                      <a:pt x="385769" y="235103"/>
                    </a:cubicBezTo>
                    <a:cubicBezTo>
                      <a:pt x="385388" y="235389"/>
                      <a:pt x="384531" y="235961"/>
                      <a:pt x="384245" y="236342"/>
                    </a:cubicBezTo>
                    <a:cubicBezTo>
                      <a:pt x="383579" y="237294"/>
                      <a:pt x="383483" y="239961"/>
                      <a:pt x="382721" y="240818"/>
                    </a:cubicBezTo>
                    <a:cubicBezTo>
                      <a:pt x="382245" y="241485"/>
                      <a:pt x="380816" y="242152"/>
                      <a:pt x="380054" y="242438"/>
                    </a:cubicBezTo>
                    <a:cubicBezTo>
                      <a:pt x="378911" y="242914"/>
                      <a:pt x="376244" y="242914"/>
                      <a:pt x="375197" y="243485"/>
                    </a:cubicBezTo>
                    <a:cubicBezTo>
                      <a:pt x="374339" y="243962"/>
                      <a:pt x="373196" y="245676"/>
                      <a:pt x="372339" y="246152"/>
                    </a:cubicBezTo>
                    <a:cubicBezTo>
                      <a:pt x="371196" y="246819"/>
                      <a:pt x="368815" y="247676"/>
                      <a:pt x="367481" y="247962"/>
                    </a:cubicBezTo>
                    <a:cubicBezTo>
                      <a:pt x="366243" y="248248"/>
                      <a:pt x="363671" y="247867"/>
                      <a:pt x="362433" y="248343"/>
                    </a:cubicBezTo>
                    <a:cubicBezTo>
                      <a:pt x="361671" y="248629"/>
                      <a:pt x="360433" y="249772"/>
                      <a:pt x="360052" y="250439"/>
                    </a:cubicBezTo>
                    <a:cubicBezTo>
                      <a:pt x="359671" y="251201"/>
                      <a:pt x="360147" y="253106"/>
                      <a:pt x="359861" y="253963"/>
                    </a:cubicBezTo>
                    <a:cubicBezTo>
                      <a:pt x="359671" y="254820"/>
                      <a:pt x="358909" y="256344"/>
                      <a:pt x="358337" y="257011"/>
                    </a:cubicBezTo>
                    <a:cubicBezTo>
                      <a:pt x="357671" y="257773"/>
                      <a:pt x="355670" y="258725"/>
                      <a:pt x="354813" y="259202"/>
                    </a:cubicBezTo>
                    <a:cubicBezTo>
                      <a:pt x="354337" y="259487"/>
                      <a:pt x="353098" y="259487"/>
                      <a:pt x="352813" y="259964"/>
                    </a:cubicBezTo>
                    <a:cubicBezTo>
                      <a:pt x="352527" y="260345"/>
                      <a:pt x="352717" y="261583"/>
                      <a:pt x="353003" y="262059"/>
                    </a:cubicBezTo>
                    <a:cubicBezTo>
                      <a:pt x="353289" y="262535"/>
                      <a:pt x="354432" y="263012"/>
                      <a:pt x="354622" y="263488"/>
                    </a:cubicBezTo>
                    <a:cubicBezTo>
                      <a:pt x="354908" y="264059"/>
                      <a:pt x="354813" y="265488"/>
                      <a:pt x="354622" y="266060"/>
                    </a:cubicBezTo>
                    <a:cubicBezTo>
                      <a:pt x="354432" y="266917"/>
                      <a:pt x="353480" y="268441"/>
                      <a:pt x="352908" y="269203"/>
                    </a:cubicBezTo>
                    <a:cubicBezTo>
                      <a:pt x="352241" y="269965"/>
                      <a:pt x="350431" y="271108"/>
                      <a:pt x="349765" y="271870"/>
                    </a:cubicBezTo>
                    <a:cubicBezTo>
                      <a:pt x="349193" y="272441"/>
                      <a:pt x="348241" y="273870"/>
                      <a:pt x="347955" y="274632"/>
                    </a:cubicBezTo>
                    <a:cubicBezTo>
                      <a:pt x="347574" y="275775"/>
                      <a:pt x="347479" y="278252"/>
                      <a:pt x="347098" y="279490"/>
                    </a:cubicBezTo>
                    <a:cubicBezTo>
                      <a:pt x="346812" y="280347"/>
                      <a:pt x="345669" y="281966"/>
                      <a:pt x="345383" y="282919"/>
                    </a:cubicBezTo>
                    <a:cubicBezTo>
                      <a:pt x="345097" y="283776"/>
                      <a:pt x="345097" y="285586"/>
                      <a:pt x="344907" y="286443"/>
                    </a:cubicBezTo>
                    <a:cubicBezTo>
                      <a:pt x="344716" y="287205"/>
                      <a:pt x="344145" y="288824"/>
                      <a:pt x="343955" y="289586"/>
                    </a:cubicBezTo>
                    <a:cubicBezTo>
                      <a:pt x="343859" y="290253"/>
                      <a:pt x="344145" y="291587"/>
                      <a:pt x="343859" y="292158"/>
                    </a:cubicBezTo>
                    <a:cubicBezTo>
                      <a:pt x="343478" y="292920"/>
                      <a:pt x="341954" y="293777"/>
                      <a:pt x="341192" y="294063"/>
                    </a:cubicBezTo>
                    <a:cubicBezTo>
                      <a:pt x="340145" y="294539"/>
                      <a:pt x="337478" y="294444"/>
                      <a:pt x="336620" y="295206"/>
                    </a:cubicBezTo>
                    <a:cubicBezTo>
                      <a:pt x="335572" y="296063"/>
                      <a:pt x="335096" y="298826"/>
                      <a:pt x="334525" y="300064"/>
                    </a:cubicBezTo>
                    <a:cubicBezTo>
                      <a:pt x="334048" y="301016"/>
                      <a:pt x="333001" y="302826"/>
                      <a:pt x="332620" y="303779"/>
                    </a:cubicBezTo>
                    <a:cubicBezTo>
                      <a:pt x="332048" y="305207"/>
                      <a:pt x="331667" y="308351"/>
                      <a:pt x="331000" y="309779"/>
                    </a:cubicBezTo>
                    <a:cubicBezTo>
                      <a:pt x="330524" y="310827"/>
                      <a:pt x="329286" y="312637"/>
                      <a:pt x="328619" y="313494"/>
                    </a:cubicBezTo>
                    <a:cubicBezTo>
                      <a:pt x="327857" y="314447"/>
                      <a:pt x="326333" y="316637"/>
                      <a:pt x="325190" y="317018"/>
                    </a:cubicBezTo>
                    <a:cubicBezTo>
                      <a:pt x="324523" y="317209"/>
                      <a:pt x="323095" y="316733"/>
                      <a:pt x="322428" y="316447"/>
                    </a:cubicBezTo>
                    <a:cubicBezTo>
                      <a:pt x="321285" y="315875"/>
                      <a:pt x="319571" y="313875"/>
                      <a:pt x="318428" y="313304"/>
                    </a:cubicBezTo>
                    <a:cubicBezTo>
                      <a:pt x="317475" y="312827"/>
                      <a:pt x="315380" y="312732"/>
                      <a:pt x="314332" y="312446"/>
                    </a:cubicBezTo>
                    <a:cubicBezTo>
                      <a:pt x="312808" y="311970"/>
                      <a:pt x="309950" y="310256"/>
                      <a:pt x="308426" y="310351"/>
                    </a:cubicBezTo>
                    <a:cubicBezTo>
                      <a:pt x="307664" y="310446"/>
                      <a:pt x="306521" y="311875"/>
                      <a:pt x="305855" y="311970"/>
                    </a:cubicBezTo>
                    <a:cubicBezTo>
                      <a:pt x="305092" y="312065"/>
                      <a:pt x="303473" y="311399"/>
                      <a:pt x="302711" y="311113"/>
                    </a:cubicBezTo>
                    <a:cubicBezTo>
                      <a:pt x="301473" y="310637"/>
                      <a:pt x="299092" y="309494"/>
                      <a:pt x="298235" y="308541"/>
                    </a:cubicBezTo>
                    <a:cubicBezTo>
                      <a:pt x="296901" y="307112"/>
                      <a:pt x="295853" y="302921"/>
                      <a:pt x="294520" y="301397"/>
                    </a:cubicBezTo>
                    <a:cubicBezTo>
                      <a:pt x="293567" y="300350"/>
                      <a:pt x="290233" y="299588"/>
                      <a:pt x="289948" y="298159"/>
                    </a:cubicBezTo>
                    <a:cubicBezTo>
                      <a:pt x="289757" y="297111"/>
                      <a:pt x="291757" y="295492"/>
                      <a:pt x="292139" y="294539"/>
                    </a:cubicBezTo>
                    <a:cubicBezTo>
                      <a:pt x="292520" y="293682"/>
                      <a:pt x="293091" y="291682"/>
                      <a:pt x="293091" y="290729"/>
                    </a:cubicBezTo>
                    <a:cubicBezTo>
                      <a:pt x="293186" y="289396"/>
                      <a:pt x="292710" y="286729"/>
                      <a:pt x="292520" y="285395"/>
                    </a:cubicBezTo>
                    <a:cubicBezTo>
                      <a:pt x="292329" y="283205"/>
                      <a:pt x="291757" y="278728"/>
                      <a:pt x="291757" y="276442"/>
                    </a:cubicBezTo>
                    <a:cubicBezTo>
                      <a:pt x="291757" y="275013"/>
                      <a:pt x="292043" y="272251"/>
                      <a:pt x="292329" y="270822"/>
                    </a:cubicBezTo>
                    <a:cubicBezTo>
                      <a:pt x="292615" y="269393"/>
                      <a:pt x="293663" y="266726"/>
                      <a:pt x="294234" y="265393"/>
                    </a:cubicBezTo>
                    <a:cubicBezTo>
                      <a:pt x="294805" y="264059"/>
                      <a:pt x="295567" y="261107"/>
                      <a:pt x="296615" y="260059"/>
                    </a:cubicBezTo>
                    <a:cubicBezTo>
                      <a:pt x="297282" y="259392"/>
                      <a:pt x="299092" y="258821"/>
                      <a:pt x="299949" y="258630"/>
                    </a:cubicBezTo>
                    <a:cubicBezTo>
                      <a:pt x="300902" y="258440"/>
                      <a:pt x="302997" y="258725"/>
                      <a:pt x="303949" y="258535"/>
                    </a:cubicBezTo>
                    <a:cubicBezTo>
                      <a:pt x="304902" y="258344"/>
                      <a:pt x="306712" y="257487"/>
                      <a:pt x="307664" y="257201"/>
                    </a:cubicBezTo>
                    <a:cubicBezTo>
                      <a:pt x="308998" y="256820"/>
                      <a:pt x="312046" y="257106"/>
                      <a:pt x="312998" y="256058"/>
                    </a:cubicBezTo>
                    <a:cubicBezTo>
                      <a:pt x="313570" y="255392"/>
                      <a:pt x="313474" y="253391"/>
                      <a:pt x="313379" y="252439"/>
                    </a:cubicBezTo>
                    <a:cubicBezTo>
                      <a:pt x="313284" y="251677"/>
                      <a:pt x="312236" y="250343"/>
                      <a:pt x="312427" y="249581"/>
                    </a:cubicBezTo>
                    <a:cubicBezTo>
                      <a:pt x="312617" y="248724"/>
                      <a:pt x="314332" y="247486"/>
                      <a:pt x="314998" y="246914"/>
                    </a:cubicBezTo>
                    <a:cubicBezTo>
                      <a:pt x="315475" y="246533"/>
                      <a:pt x="316427" y="245581"/>
                      <a:pt x="316999" y="245390"/>
                    </a:cubicBezTo>
                    <a:cubicBezTo>
                      <a:pt x="317665" y="245105"/>
                      <a:pt x="319285" y="245295"/>
                      <a:pt x="319952" y="245009"/>
                    </a:cubicBezTo>
                    <a:cubicBezTo>
                      <a:pt x="320714" y="244724"/>
                      <a:pt x="322047" y="243771"/>
                      <a:pt x="322428" y="243104"/>
                    </a:cubicBezTo>
                    <a:cubicBezTo>
                      <a:pt x="322809" y="242438"/>
                      <a:pt x="322238" y="240914"/>
                      <a:pt x="322333" y="240247"/>
                    </a:cubicBezTo>
                    <a:cubicBezTo>
                      <a:pt x="322523" y="239294"/>
                      <a:pt x="323762" y="237485"/>
                      <a:pt x="323857" y="236532"/>
                    </a:cubicBezTo>
                    <a:cubicBezTo>
                      <a:pt x="323952" y="235199"/>
                      <a:pt x="322999" y="232436"/>
                      <a:pt x="322904" y="231103"/>
                    </a:cubicBezTo>
                    <a:cubicBezTo>
                      <a:pt x="322619" y="228912"/>
                      <a:pt x="322142" y="224626"/>
                      <a:pt x="322142" y="222435"/>
                    </a:cubicBezTo>
                    <a:cubicBezTo>
                      <a:pt x="322142" y="220625"/>
                      <a:pt x="322333" y="216911"/>
                      <a:pt x="322809" y="215101"/>
                    </a:cubicBezTo>
                    <a:cubicBezTo>
                      <a:pt x="323190" y="213672"/>
                      <a:pt x="324523" y="210910"/>
                      <a:pt x="325476" y="209672"/>
                    </a:cubicBezTo>
                    <a:cubicBezTo>
                      <a:pt x="325952" y="209100"/>
                      <a:pt x="327190" y="207957"/>
                      <a:pt x="327857" y="207576"/>
                    </a:cubicBezTo>
                    <a:cubicBezTo>
                      <a:pt x="328333" y="207386"/>
                      <a:pt x="329381" y="207290"/>
                      <a:pt x="329857" y="207386"/>
                    </a:cubicBezTo>
                    <a:cubicBezTo>
                      <a:pt x="330334" y="207576"/>
                      <a:pt x="331096" y="208529"/>
                      <a:pt x="331667" y="208719"/>
                    </a:cubicBezTo>
                    <a:cubicBezTo>
                      <a:pt x="332048" y="208910"/>
                      <a:pt x="332810" y="209195"/>
                      <a:pt x="333191" y="209100"/>
                    </a:cubicBezTo>
                    <a:cubicBezTo>
                      <a:pt x="333953" y="208910"/>
                      <a:pt x="335096" y="207767"/>
                      <a:pt x="335477" y="207100"/>
                    </a:cubicBezTo>
                    <a:cubicBezTo>
                      <a:pt x="335954" y="206243"/>
                      <a:pt x="335763" y="203957"/>
                      <a:pt x="336239" y="203099"/>
                    </a:cubicBezTo>
                    <a:cubicBezTo>
                      <a:pt x="336715" y="202147"/>
                      <a:pt x="338525" y="201004"/>
                      <a:pt x="339097" y="200147"/>
                    </a:cubicBezTo>
                    <a:cubicBezTo>
                      <a:pt x="339478" y="199575"/>
                      <a:pt x="339478" y="198146"/>
                      <a:pt x="340049" y="197765"/>
                    </a:cubicBezTo>
                    <a:cubicBezTo>
                      <a:pt x="340716" y="197194"/>
                      <a:pt x="343002" y="197956"/>
                      <a:pt x="343573" y="197289"/>
                    </a:cubicBezTo>
                    <a:cubicBezTo>
                      <a:pt x="344240" y="196432"/>
                      <a:pt x="343478" y="194051"/>
                      <a:pt x="343288" y="193003"/>
                    </a:cubicBezTo>
                    <a:cubicBezTo>
                      <a:pt x="343097" y="191669"/>
                      <a:pt x="342049" y="189098"/>
                      <a:pt x="341764" y="187669"/>
                    </a:cubicBezTo>
                    <a:cubicBezTo>
                      <a:pt x="341288" y="184526"/>
                      <a:pt x="341383" y="178144"/>
                      <a:pt x="341192" y="174905"/>
                    </a:cubicBezTo>
                    <a:cubicBezTo>
                      <a:pt x="341002" y="172334"/>
                      <a:pt x="340525" y="167000"/>
                      <a:pt x="340145" y="164428"/>
                    </a:cubicBezTo>
                    <a:cubicBezTo>
                      <a:pt x="340049" y="163475"/>
                      <a:pt x="339859" y="161666"/>
                      <a:pt x="339573" y="160713"/>
                    </a:cubicBezTo>
                    <a:cubicBezTo>
                      <a:pt x="339192" y="159761"/>
                      <a:pt x="337763" y="158141"/>
                      <a:pt x="337573" y="157189"/>
                    </a:cubicBezTo>
                    <a:cubicBezTo>
                      <a:pt x="337287" y="155855"/>
                      <a:pt x="337763" y="152998"/>
                      <a:pt x="338144" y="151664"/>
                    </a:cubicBezTo>
                    <a:cubicBezTo>
                      <a:pt x="338430" y="150617"/>
                      <a:pt x="339859" y="148807"/>
                      <a:pt x="339954" y="147664"/>
                    </a:cubicBezTo>
                    <a:cubicBezTo>
                      <a:pt x="340240" y="146045"/>
                      <a:pt x="339573" y="142711"/>
                      <a:pt x="339287" y="141187"/>
                    </a:cubicBezTo>
                    <a:cubicBezTo>
                      <a:pt x="339002" y="139853"/>
                      <a:pt x="338049" y="137091"/>
                      <a:pt x="337478" y="135853"/>
                    </a:cubicBezTo>
                    <a:cubicBezTo>
                      <a:pt x="337001" y="134900"/>
                      <a:pt x="335382" y="133281"/>
                      <a:pt x="335096" y="132138"/>
                    </a:cubicBezTo>
                    <a:cubicBezTo>
                      <a:pt x="334715" y="130614"/>
                      <a:pt x="336049" y="127376"/>
                      <a:pt x="335668" y="125756"/>
                    </a:cubicBezTo>
                    <a:cubicBezTo>
                      <a:pt x="335382" y="124423"/>
                      <a:pt x="333763" y="122327"/>
                      <a:pt x="333001" y="121184"/>
                    </a:cubicBezTo>
                    <a:cubicBezTo>
                      <a:pt x="332334" y="120232"/>
                      <a:pt x="330524" y="118708"/>
                      <a:pt x="330143" y="117660"/>
                    </a:cubicBezTo>
                    <a:cubicBezTo>
                      <a:pt x="329762" y="116708"/>
                      <a:pt x="330620" y="114422"/>
                      <a:pt x="330048" y="113564"/>
                    </a:cubicBezTo>
                    <a:cubicBezTo>
                      <a:pt x="329381" y="112612"/>
                      <a:pt x="326810" y="111945"/>
                      <a:pt x="325666" y="111659"/>
                    </a:cubicBezTo>
                    <a:cubicBezTo>
                      <a:pt x="324523" y="111374"/>
                      <a:pt x="322047" y="111945"/>
                      <a:pt x="320999" y="111374"/>
                    </a:cubicBezTo>
                    <a:cubicBezTo>
                      <a:pt x="320047" y="110897"/>
                      <a:pt x="319094" y="108707"/>
                      <a:pt x="318332" y="107945"/>
                    </a:cubicBezTo>
                    <a:cubicBezTo>
                      <a:pt x="317761" y="107373"/>
                      <a:pt x="316141" y="106516"/>
                      <a:pt x="315570" y="105944"/>
                    </a:cubicBezTo>
                    <a:cubicBezTo>
                      <a:pt x="315189" y="105468"/>
                      <a:pt x="314332" y="104516"/>
                      <a:pt x="314237" y="103944"/>
                    </a:cubicBezTo>
                    <a:cubicBezTo>
                      <a:pt x="314046" y="103277"/>
                      <a:pt x="314332" y="101849"/>
                      <a:pt x="314141" y="101182"/>
                    </a:cubicBezTo>
                    <a:cubicBezTo>
                      <a:pt x="313951" y="100610"/>
                      <a:pt x="312617" y="99753"/>
                      <a:pt x="312522" y="99182"/>
                    </a:cubicBezTo>
                    <a:cubicBezTo>
                      <a:pt x="312331" y="98515"/>
                      <a:pt x="313284" y="97086"/>
                      <a:pt x="313284" y="96419"/>
                    </a:cubicBezTo>
                    <a:cubicBezTo>
                      <a:pt x="313284" y="95848"/>
                      <a:pt x="312808" y="94705"/>
                      <a:pt x="312522" y="94229"/>
                    </a:cubicBezTo>
                    <a:cubicBezTo>
                      <a:pt x="312236" y="93467"/>
                      <a:pt x="311189" y="92038"/>
                      <a:pt x="311284" y="91276"/>
                    </a:cubicBezTo>
                    <a:cubicBezTo>
                      <a:pt x="311379" y="90514"/>
                      <a:pt x="312427" y="89371"/>
                      <a:pt x="312903" y="88799"/>
                    </a:cubicBezTo>
                    <a:cubicBezTo>
                      <a:pt x="313379" y="88133"/>
                      <a:pt x="314427" y="86513"/>
                      <a:pt x="315189" y="86132"/>
                    </a:cubicBezTo>
                    <a:cubicBezTo>
                      <a:pt x="316046" y="85751"/>
                      <a:pt x="318047" y="85847"/>
                      <a:pt x="318904" y="86228"/>
                    </a:cubicBezTo>
                    <a:cubicBezTo>
                      <a:pt x="319285" y="86418"/>
                      <a:pt x="319761" y="87275"/>
                      <a:pt x="320142" y="87466"/>
                    </a:cubicBezTo>
                    <a:cubicBezTo>
                      <a:pt x="320714" y="87942"/>
                      <a:pt x="322047" y="88895"/>
                      <a:pt x="322809" y="89085"/>
                    </a:cubicBezTo>
                    <a:cubicBezTo>
                      <a:pt x="323666" y="89371"/>
                      <a:pt x="325381" y="88990"/>
                      <a:pt x="326238" y="89180"/>
                    </a:cubicBezTo>
                    <a:cubicBezTo>
                      <a:pt x="327000" y="89371"/>
                      <a:pt x="328238" y="90704"/>
                      <a:pt x="329096" y="90800"/>
                    </a:cubicBezTo>
                    <a:cubicBezTo>
                      <a:pt x="329667" y="90800"/>
                      <a:pt x="330810" y="90419"/>
                      <a:pt x="331096" y="89942"/>
                    </a:cubicBezTo>
                    <a:cubicBezTo>
                      <a:pt x="331572" y="89276"/>
                      <a:pt x="331477" y="87561"/>
                      <a:pt x="331191" y="86894"/>
                    </a:cubicBezTo>
                    <a:cubicBezTo>
                      <a:pt x="330905" y="86228"/>
                      <a:pt x="329572" y="85656"/>
                      <a:pt x="329191" y="85085"/>
                    </a:cubicBezTo>
                    <a:cubicBezTo>
                      <a:pt x="328619" y="84418"/>
                      <a:pt x="327762" y="82799"/>
                      <a:pt x="327381" y="82037"/>
                    </a:cubicBezTo>
                    <a:cubicBezTo>
                      <a:pt x="327000" y="81179"/>
                      <a:pt x="326429" y="79370"/>
                      <a:pt x="326143" y="78512"/>
                    </a:cubicBezTo>
                    <a:cubicBezTo>
                      <a:pt x="325666" y="77274"/>
                      <a:pt x="324809" y="74417"/>
                      <a:pt x="323762" y="73559"/>
                    </a:cubicBezTo>
                    <a:cubicBezTo>
                      <a:pt x="322904" y="72797"/>
                      <a:pt x="320237" y="72797"/>
                      <a:pt x="319380" y="72131"/>
                    </a:cubicBezTo>
                    <a:cubicBezTo>
                      <a:pt x="318523" y="71559"/>
                      <a:pt x="317285" y="69749"/>
                      <a:pt x="316713" y="68797"/>
                    </a:cubicBezTo>
                    <a:cubicBezTo>
                      <a:pt x="316141" y="67940"/>
                      <a:pt x="315570" y="65844"/>
                      <a:pt x="314903" y="65082"/>
                    </a:cubicBezTo>
                    <a:cubicBezTo>
                      <a:pt x="314332" y="64415"/>
                      <a:pt x="312808" y="63653"/>
                      <a:pt x="312141" y="63177"/>
                    </a:cubicBezTo>
                    <a:cubicBezTo>
                      <a:pt x="311474" y="62701"/>
                      <a:pt x="309760" y="61844"/>
                      <a:pt x="309379" y="61082"/>
                    </a:cubicBezTo>
                    <a:cubicBezTo>
                      <a:pt x="309188" y="60701"/>
                      <a:pt x="309093" y="59558"/>
                      <a:pt x="309379" y="59177"/>
                    </a:cubicBezTo>
                    <a:cubicBezTo>
                      <a:pt x="309664" y="58796"/>
                      <a:pt x="310903" y="58986"/>
                      <a:pt x="311284" y="58605"/>
                    </a:cubicBezTo>
                    <a:cubicBezTo>
                      <a:pt x="311855" y="58034"/>
                      <a:pt x="312522" y="56414"/>
                      <a:pt x="312522" y="55557"/>
                    </a:cubicBezTo>
                    <a:cubicBezTo>
                      <a:pt x="312522" y="54986"/>
                      <a:pt x="312141" y="53843"/>
                      <a:pt x="311665" y="53557"/>
                    </a:cubicBezTo>
                    <a:cubicBezTo>
                      <a:pt x="310903" y="52890"/>
                      <a:pt x="308617" y="53176"/>
                      <a:pt x="307760" y="52700"/>
                    </a:cubicBezTo>
                    <a:cubicBezTo>
                      <a:pt x="306712" y="52223"/>
                      <a:pt x="304997" y="50699"/>
                      <a:pt x="304235" y="49937"/>
                    </a:cubicBezTo>
                    <a:cubicBezTo>
                      <a:pt x="303283" y="48985"/>
                      <a:pt x="302235" y="46318"/>
                      <a:pt x="301187" y="45556"/>
                    </a:cubicBezTo>
                    <a:cubicBezTo>
                      <a:pt x="300425" y="44984"/>
                      <a:pt x="298425" y="44222"/>
                      <a:pt x="297377" y="44413"/>
                    </a:cubicBezTo>
                    <a:cubicBezTo>
                      <a:pt x="296615" y="44508"/>
                      <a:pt x="295567" y="45746"/>
                      <a:pt x="294805" y="46032"/>
                    </a:cubicBezTo>
                    <a:cubicBezTo>
                      <a:pt x="294044" y="46318"/>
                      <a:pt x="292424" y="46508"/>
                      <a:pt x="291662" y="46413"/>
                    </a:cubicBezTo>
                    <a:cubicBezTo>
                      <a:pt x="290043" y="46413"/>
                      <a:pt x="286805" y="45746"/>
                      <a:pt x="285185" y="45270"/>
                    </a:cubicBezTo>
                    <a:cubicBezTo>
                      <a:pt x="284042" y="44889"/>
                      <a:pt x="281852" y="43841"/>
                      <a:pt x="280708" y="43365"/>
                    </a:cubicBezTo>
                    <a:cubicBezTo>
                      <a:pt x="279470" y="42889"/>
                      <a:pt x="277089" y="41936"/>
                      <a:pt x="275851" y="41460"/>
                    </a:cubicBezTo>
                    <a:cubicBezTo>
                      <a:pt x="274422" y="40889"/>
                      <a:pt x="271660" y="39365"/>
                      <a:pt x="270136" y="39365"/>
                    </a:cubicBezTo>
                    <a:cubicBezTo>
                      <a:pt x="268993" y="39269"/>
                      <a:pt x="266992" y="40508"/>
                      <a:pt x="265849" y="40508"/>
                    </a:cubicBezTo>
                    <a:cubicBezTo>
                      <a:pt x="264516" y="40603"/>
                      <a:pt x="261754" y="40222"/>
                      <a:pt x="260515" y="39650"/>
                    </a:cubicBezTo>
                    <a:cubicBezTo>
                      <a:pt x="259658" y="39269"/>
                      <a:pt x="258325" y="37745"/>
                      <a:pt x="257658" y="37079"/>
                    </a:cubicBezTo>
                    <a:cubicBezTo>
                      <a:pt x="256515" y="36126"/>
                      <a:pt x="254420" y="33935"/>
                      <a:pt x="253181" y="33173"/>
                    </a:cubicBezTo>
                    <a:cubicBezTo>
                      <a:pt x="252038" y="32411"/>
                      <a:pt x="249466" y="31364"/>
                      <a:pt x="248133" y="31173"/>
                    </a:cubicBezTo>
                    <a:cubicBezTo>
                      <a:pt x="246704" y="30983"/>
                      <a:pt x="243752" y="31268"/>
                      <a:pt x="242418" y="31554"/>
                    </a:cubicBezTo>
                    <a:cubicBezTo>
                      <a:pt x="241942" y="31649"/>
                      <a:pt x="240989" y="32316"/>
                      <a:pt x="240513" y="32411"/>
                    </a:cubicBezTo>
                    <a:cubicBezTo>
                      <a:pt x="239846" y="32507"/>
                      <a:pt x="238322" y="32316"/>
                      <a:pt x="237655" y="32411"/>
                    </a:cubicBezTo>
                    <a:cubicBezTo>
                      <a:pt x="236894" y="32507"/>
                      <a:pt x="235370" y="33173"/>
                      <a:pt x="234607" y="33364"/>
                    </a:cubicBezTo>
                    <a:cubicBezTo>
                      <a:pt x="233846" y="33554"/>
                      <a:pt x="232322" y="33745"/>
                      <a:pt x="231560" y="33650"/>
                    </a:cubicBezTo>
                    <a:cubicBezTo>
                      <a:pt x="230797" y="33554"/>
                      <a:pt x="229273" y="32888"/>
                      <a:pt x="228702" y="32411"/>
                    </a:cubicBezTo>
                    <a:cubicBezTo>
                      <a:pt x="228035" y="31745"/>
                      <a:pt x="227369" y="29935"/>
                      <a:pt x="226892" y="29173"/>
                    </a:cubicBezTo>
                    <a:cubicBezTo>
                      <a:pt x="226416" y="28220"/>
                      <a:pt x="225654" y="26315"/>
                      <a:pt x="225082" y="25458"/>
                    </a:cubicBezTo>
                    <a:cubicBezTo>
                      <a:pt x="224511" y="24601"/>
                      <a:pt x="223178" y="23172"/>
                      <a:pt x="222511" y="22505"/>
                    </a:cubicBezTo>
                    <a:cubicBezTo>
                      <a:pt x="221844" y="21839"/>
                      <a:pt x="220320" y="20696"/>
                      <a:pt x="219653" y="20029"/>
                    </a:cubicBezTo>
                    <a:cubicBezTo>
                      <a:pt x="218891" y="19267"/>
                      <a:pt x="217653" y="17552"/>
                      <a:pt x="216796" y="16886"/>
                    </a:cubicBezTo>
                    <a:cubicBezTo>
                      <a:pt x="216129" y="16314"/>
                      <a:pt x="214510" y="15171"/>
                      <a:pt x="213653" y="14885"/>
                    </a:cubicBezTo>
                    <a:cubicBezTo>
                      <a:pt x="212795" y="14600"/>
                      <a:pt x="210890" y="14600"/>
                      <a:pt x="210033" y="14504"/>
                    </a:cubicBezTo>
                    <a:cubicBezTo>
                      <a:pt x="208604" y="14219"/>
                      <a:pt x="205652" y="13552"/>
                      <a:pt x="204318" y="13171"/>
                    </a:cubicBezTo>
                    <a:cubicBezTo>
                      <a:pt x="203461" y="12885"/>
                      <a:pt x="201841" y="11933"/>
                      <a:pt x="201080" y="11933"/>
                    </a:cubicBezTo>
                    <a:cubicBezTo>
                      <a:pt x="200317" y="12028"/>
                      <a:pt x="199174" y="12980"/>
                      <a:pt x="198603" y="13457"/>
                    </a:cubicBezTo>
                    <a:cubicBezTo>
                      <a:pt x="198127" y="13838"/>
                      <a:pt x="197365" y="15076"/>
                      <a:pt x="196698" y="15171"/>
                    </a:cubicBezTo>
                    <a:cubicBezTo>
                      <a:pt x="195936" y="15266"/>
                      <a:pt x="194793" y="13742"/>
                      <a:pt x="194031" y="13552"/>
                    </a:cubicBezTo>
                    <a:cubicBezTo>
                      <a:pt x="193460" y="13457"/>
                      <a:pt x="192126" y="13457"/>
                      <a:pt x="191555" y="13742"/>
                    </a:cubicBezTo>
                    <a:cubicBezTo>
                      <a:pt x="191173" y="14028"/>
                      <a:pt x="190792" y="14981"/>
                      <a:pt x="190412" y="15362"/>
                    </a:cubicBezTo>
                    <a:cubicBezTo>
                      <a:pt x="189840" y="15838"/>
                      <a:pt x="188602" y="16886"/>
                      <a:pt x="187840" y="16981"/>
                    </a:cubicBezTo>
                    <a:cubicBezTo>
                      <a:pt x="186982" y="17076"/>
                      <a:pt x="185458" y="15838"/>
                      <a:pt x="184697" y="15457"/>
                    </a:cubicBezTo>
                    <a:cubicBezTo>
                      <a:pt x="183363" y="14885"/>
                      <a:pt x="180791" y="13647"/>
                      <a:pt x="179553" y="12885"/>
                    </a:cubicBezTo>
                    <a:cubicBezTo>
                      <a:pt x="177553" y="11647"/>
                      <a:pt x="173933" y="8504"/>
                      <a:pt x="171838" y="7551"/>
                    </a:cubicBezTo>
                    <a:cubicBezTo>
                      <a:pt x="170123" y="6789"/>
                      <a:pt x="166408" y="6313"/>
                      <a:pt x="164599" y="5741"/>
                    </a:cubicBezTo>
                    <a:cubicBezTo>
                      <a:pt x="163170" y="5265"/>
                      <a:pt x="160408" y="3932"/>
                      <a:pt x="159074" y="3170"/>
                    </a:cubicBezTo>
                    <a:cubicBezTo>
                      <a:pt x="158027" y="2598"/>
                      <a:pt x="156312" y="788"/>
                      <a:pt x="155169" y="407"/>
                    </a:cubicBezTo>
                    <a:cubicBezTo>
                      <a:pt x="153836" y="26"/>
                      <a:pt x="150597" y="-355"/>
                      <a:pt x="149549" y="598"/>
                    </a:cubicBezTo>
                    <a:cubicBezTo>
                      <a:pt x="149168" y="979"/>
                      <a:pt x="149263" y="2217"/>
                      <a:pt x="149359" y="2693"/>
                    </a:cubicBezTo>
                    <a:cubicBezTo>
                      <a:pt x="149359" y="3170"/>
                      <a:pt x="149835" y="4122"/>
                      <a:pt x="149740" y="4598"/>
                    </a:cubicBezTo>
                    <a:cubicBezTo>
                      <a:pt x="149645" y="5360"/>
                      <a:pt x="148692" y="6884"/>
                      <a:pt x="148025" y="7361"/>
                    </a:cubicBezTo>
                    <a:cubicBezTo>
                      <a:pt x="147358" y="7932"/>
                      <a:pt x="145549" y="8504"/>
                      <a:pt x="144596" y="8504"/>
                    </a:cubicBezTo>
                    <a:cubicBezTo>
                      <a:pt x="143739" y="8504"/>
                      <a:pt x="142310" y="7361"/>
                      <a:pt x="141548" y="7361"/>
                    </a:cubicBezTo>
                    <a:cubicBezTo>
                      <a:pt x="140691" y="7361"/>
                      <a:pt x="139262" y="8313"/>
                      <a:pt x="138500" y="8504"/>
                    </a:cubicBezTo>
                    <a:cubicBezTo>
                      <a:pt x="137738" y="8694"/>
                      <a:pt x="136310" y="9170"/>
                      <a:pt x="135643" y="9075"/>
                    </a:cubicBezTo>
                    <a:cubicBezTo>
                      <a:pt x="134976" y="8980"/>
                      <a:pt x="133928" y="7837"/>
                      <a:pt x="133357" y="7646"/>
                    </a:cubicBezTo>
                    <a:cubicBezTo>
                      <a:pt x="132595" y="7456"/>
                      <a:pt x="130975" y="7551"/>
                      <a:pt x="130404" y="8027"/>
                    </a:cubicBezTo>
                    <a:cubicBezTo>
                      <a:pt x="129928" y="8408"/>
                      <a:pt x="129356" y="9837"/>
                      <a:pt x="129452" y="10504"/>
                    </a:cubicBezTo>
                    <a:cubicBezTo>
                      <a:pt x="129547" y="10980"/>
                      <a:pt x="130309" y="11647"/>
                      <a:pt x="130690" y="11837"/>
                    </a:cubicBezTo>
                    <a:cubicBezTo>
                      <a:pt x="131166" y="12123"/>
                      <a:pt x="132499" y="11837"/>
                      <a:pt x="132880" y="12218"/>
                    </a:cubicBezTo>
                    <a:cubicBezTo>
                      <a:pt x="133642" y="12885"/>
                      <a:pt x="134023" y="15266"/>
                      <a:pt x="133833" y="16219"/>
                    </a:cubicBezTo>
                    <a:cubicBezTo>
                      <a:pt x="133642" y="17267"/>
                      <a:pt x="132023" y="18886"/>
                      <a:pt x="131356" y="19743"/>
                    </a:cubicBezTo>
                    <a:cubicBezTo>
                      <a:pt x="130595" y="20791"/>
                      <a:pt x="129166" y="22886"/>
                      <a:pt x="128308" y="23839"/>
                    </a:cubicBezTo>
                    <a:cubicBezTo>
                      <a:pt x="127642" y="24601"/>
                      <a:pt x="126404" y="25934"/>
                      <a:pt x="125641" y="26506"/>
                    </a:cubicBezTo>
                    <a:cubicBezTo>
                      <a:pt x="124880" y="27077"/>
                      <a:pt x="122879" y="27649"/>
                      <a:pt x="122403" y="28506"/>
                    </a:cubicBezTo>
                    <a:cubicBezTo>
                      <a:pt x="121927" y="29173"/>
                      <a:pt x="122308" y="30887"/>
                      <a:pt x="122022" y="31554"/>
                    </a:cubicBezTo>
                    <a:cubicBezTo>
                      <a:pt x="121641" y="32411"/>
                      <a:pt x="120212" y="33840"/>
                      <a:pt x="119641" y="34602"/>
                    </a:cubicBezTo>
                    <a:cubicBezTo>
                      <a:pt x="119164" y="35269"/>
                      <a:pt x="117926" y="36412"/>
                      <a:pt x="117736" y="37174"/>
                    </a:cubicBezTo>
                    <a:cubicBezTo>
                      <a:pt x="117545" y="37841"/>
                      <a:pt x="117736" y="39269"/>
                      <a:pt x="117736" y="39936"/>
                    </a:cubicBezTo>
                    <a:cubicBezTo>
                      <a:pt x="117831" y="41079"/>
                      <a:pt x="118022" y="43365"/>
                      <a:pt x="118403" y="44508"/>
                    </a:cubicBezTo>
                    <a:cubicBezTo>
                      <a:pt x="119069" y="46604"/>
                      <a:pt x="120879" y="50604"/>
                      <a:pt x="122213" y="52414"/>
                    </a:cubicBezTo>
                    <a:cubicBezTo>
                      <a:pt x="122974" y="53366"/>
                      <a:pt x="124880" y="54890"/>
                      <a:pt x="125832" y="55652"/>
                    </a:cubicBezTo>
                    <a:cubicBezTo>
                      <a:pt x="127165" y="56795"/>
                      <a:pt x="129642" y="59653"/>
                      <a:pt x="131356" y="60034"/>
                    </a:cubicBezTo>
                    <a:cubicBezTo>
                      <a:pt x="132595" y="60320"/>
                      <a:pt x="135166" y="58986"/>
                      <a:pt x="136500" y="58891"/>
                    </a:cubicBezTo>
                    <a:cubicBezTo>
                      <a:pt x="138024" y="58700"/>
                      <a:pt x="141263" y="58224"/>
                      <a:pt x="142501" y="58986"/>
                    </a:cubicBezTo>
                    <a:cubicBezTo>
                      <a:pt x="143358" y="59462"/>
                      <a:pt x="144501" y="61367"/>
                      <a:pt x="144501" y="62415"/>
                    </a:cubicBezTo>
                    <a:cubicBezTo>
                      <a:pt x="144501" y="63082"/>
                      <a:pt x="143834" y="64320"/>
                      <a:pt x="143453" y="64892"/>
                    </a:cubicBezTo>
                    <a:cubicBezTo>
                      <a:pt x="142787" y="65749"/>
                      <a:pt x="141167" y="67178"/>
                      <a:pt x="140120" y="67654"/>
                    </a:cubicBezTo>
                    <a:cubicBezTo>
                      <a:pt x="138786" y="68321"/>
                      <a:pt x="135929" y="68702"/>
                      <a:pt x="134500" y="69083"/>
                    </a:cubicBezTo>
                    <a:cubicBezTo>
                      <a:pt x="133452" y="69368"/>
                      <a:pt x="131356" y="70130"/>
                      <a:pt x="130213" y="70321"/>
                    </a:cubicBezTo>
                    <a:cubicBezTo>
                      <a:pt x="128594" y="70607"/>
                      <a:pt x="125356" y="70797"/>
                      <a:pt x="123737" y="70988"/>
                    </a:cubicBezTo>
                    <a:cubicBezTo>
                      <a:pt x="122498" y="71083"/>
                      <a:pt x="120117" y="71178"/>
                      <a:pt x="118974" y="71464"/>
                    </a:cubicBezTo>
                    <a:cubicBezTo>
                      <a:pt x="117545" y="71750"/>
                      <a:pt x="114592" y="72512"/>
                      <a:pt x="113449" y="73464"/>
                    </a:cubicBezTo>
                    <a:cubicBezTo>
                      <a:pt x="112306" y="74417"/>
                      <a:pt x="111449" y="77274"/>
                      <a:pt x="110592" y="78417"/>
                    </a:cubicBezTo>
                    <a:cubicBezTo>
                      <a:pt x="110116" y="79084"/>
                      <a:pt x="109068" y="80322"/>
                      <a:pt x="108401" y="80798"/>
                    </a:cubicBezTo>
                    <a:cubicBezTo>
                      <a:pt x="107449" y="81275"/>
                      <a:pt x="105258" y="80989"/>
                      <a:pt x="104305" y="81560"/>
                    </a:cubicBezTo>
                    <a:cubicBezTo>
                      <a:pt x="103353" y="82132"/>
                      <a:pt x="102210" y="84418"/>
                      <a:pt x="101448" y="85275"/>
                    </a:cubicBezTo>
                    <a:cubicBezTo>
                      <a:pt x="100686" y="86037"/>
                      <a:pt x="98781" y="87275"/>
                      <a:pt x="98305" y="88228"/>
                    </a:cubicBezTo>
                    <a:cubicBezTo>
                      <a:pt x="97543" y="89561"/>
                      <a:pt x="97066" y="92609"/>
                      <a:pt x="96876" y="94229"/>
                    </a:cubicBezTo>
                    <a:cubicBezTo>
                      <a:pt x="96686" y="95943"/>
                      <a:pt x="96495" y="99563"/>
                      <a:pt x="96876" y="101182"/>
                    </a:cubicBezTo>
                    <a:cubicBezTo>
                      <a:pt x="97257" y="102896"/>
                      <a:pt x="99448" y="105754"/>
                      <a:pt x="99924" y="107468"/>
                    </a:cubicBezTo>
                    <a:cubicBezTo>
                      <a:pt x="100305" y="108611"/>
                      <a:pt x="100305" y="111183"/>
                      <a:pt x="100686" y="112326"/>
                    </a:cubicBezTo>
                    <a:cubicBezTo>
                      <a:pt x="100972" y="113279"/>
                      <a:pt x="101924" y="114898"/>
                      <a:pt x="102305" y="115850"/>
                    </a:cubicBezTo>
                    <a:cubicBezTo>
                      <a:pt x="102686" y="117089"/>
                      <a:pt x="103544" y="119470"/>
                      <a:pt x="103448" y="120708"/>
                    </a:cubicBezTo>
                    <a:cubicBezTo>
                      <a:pt x="103353" y="121851"/>
                      <a:pt x="101734" y="123756"/>
                      <a:pt x="101734" y="124804"/>
                    </a:cubicBezTo>
                    <a:cubicBezTo>
                      <a:pt x="101734" y="126233"/>
                      <a:pt x="103544" y="128519"/>
                      <a:pt x="103829" y="129852"/>
                    </a:cubicBezTo>
                    <a:cubicBezTo>
                      <a:pt x="104210" y="131662"/>
                      <a:pt x="104496" y="135377"/>
                      <a:pt x="104210" y="137186"/>
                    </a:cubicBezTo>
                    <a:cubicBezTo>
                      <a:pt x="104020" y="138806"/>
                      <a:pt x="102781" y="141758"/>
                      <a:pt x="102305" y="143378"/>
                    </a:cubicBezTo>
                    <a:cubicBezTo>
                      <a:pt x="101924" y="144711"/>
                      <a:pt x="100972" y="147473"/>
                      <a:pt x="100686" y="148902"/>
                    </a:cubicBezTo>
                    <a:cubicBezTo>
                      <a:pt x="100496" y="149855"/>
                      <a:pt x="100686" y="151950"/>
                      <a:pt x="100496" y="152903"/>
                    </a:cubicBezTo>
                    <a:cubicBezTo>
                      <a:pt x="100305" y="154046"/>
                      <a:pt x="99257" y="156236"/>
                      <a:pt x="99067" y="157379"/>
                    </a:cubicBezTo>
                    <a:cubicBezTo>
                      <a:pt x="98876" y="158332"/>
                      <a:pt x="99448" y="160523"/>
                      <a:pt x="98876" y="161380"/>
                    </a:cubicBezTo>
                    <a:cubicBezTo>
                      <a:pt x="98495" y="162047"/>
                      <a:pt x="96876" y="162618"/>
                      <a:pt x="96305" y="163190"/>
                    </a:cubicBezTo>
                    <a:cubicBezTo>
                      <a:pt x="95638" y="163761"/>
                      <a:pt x="94304" y="164904"/>
                      <a:pt x="94019" y="165761"/>
                    </a:cubicBezTo>
                    <a:cubicBezTo>
                      <a:pt x="93733" y="166904"/>
                      <a:pt x="94971" y="169095"/>
                      <a:pt x="94971" y="170238"/>
                    </a:cubicBezTo>
                    <a:cubicBezTo>
                      <a:pt x="94971" y="170905"/>
                      <a:pt x="94495" y="172143"/>
                      <a:pt x="94114" y="172619"/>
                    </a:cubicBezTo>
                    <a:cubicBezTo>
                      <a:pt x="93733" y="173096"/>
                      <a:pt x="92590" y="174048"/>
                      <a:pt x="91923" y="174048"/>
                    </a:cubicBezTo>
                    <a:cubicBezTo>
                      <a:pt x="91161" y="173953"/>
                      <a:pt x="90304" y="172619"/>
                      <a:pt x="89828" y="172143"/>
                    </a:cubicBezTo>
                    <a:cubicBezTo>
                      <a:pt x="89447" y="171762"/>
                      <a:pt x="88399" y="171286"/>
                      <a:pt x="88208" y="170810"/>
                    </a:cubicBezTo>
                    <a:cubicBezTo>
                      <a:pt x="87827" y="169857"/>
                      <a:pt x="87827" y="169667"/>
                      <a:pt x="87827" y="169381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  <p:grpSp>
          <p:nvGrpSpPr>
            <p:cNvPr id="175" name="Graphic 4">
              <a:extLst>
                <a:ext uri="{FF2B5EF4-FFF2-40B4-BE49-F238E27FC236}">
                  <a16:creationId xmlns:a16="http://schemas.microsoft.com/office/drawing/2014/main" id="{52A3731A-C0F8-EB4E-5C95-F9A36460AC1C}"/>
                </a:ext>
              </a:extLst>
            </p:cNvPr>
            <p:cNvGrpSpPr/>
            <p:nvPr/>
          </p:nvGrpSpPr>
          <p:grpSpPr>
            <a:xfrm>
              <a:off x="8837581" y="1499171"/>
              <a:ext cx="447675" cy="714375"/>
              <a:chOff x="8837581" y="1499171"/>
              <a:chExt cx="447675" cy="714375"/>
            </a:xfrm>
            <a:grpFill/>
          </p:grpSpPr>
          <p:sp>
            <p:nvSpPr>
              <p:cNvPr id="176" name="Freeform: Shape 106">
                <a:extLst>
                  <a:ext uri="{FF2B5EF4-FFF2-40B4-BE49-F238E27FC236}">
                    <a16:creationId xmlns:a16="http://schemas.microsoft.com/office/drawing/2014/main" id="{F1365279-70E5-F393-9643-2F40388964CD}"/>
                  </a:ext>
                </a:extLst>
              </p:cNvPr>
              <p:cNvSpPr/>
              <p:nvPr/>
            </p:nvSpPr>
            <p:spPr>
              <a:xfrm>
                <a:off x="9011497" y="2091698"/>
                <a:ext cx="9525" cy="9525"/>
              </a:xfrm>
              <a:custGeom>
                <a:avLst/>
                <a:gdLst>
                  <a:gd name="connsiteX0" fmla="*/ 2487 w 0"/>
                  <a:gd name="connsiteY0" fmla="*/ 7898 h 0"/>
                  <a:gd name="connsiteX1" fmla="*/ 4106 w 0"/>
                  <a:gd name="connsiteY1" fmla="*/ 4469 h 0"/>
                  <a:gd name="connsiteX2" fmla="*/ 2677 w 0"/>
                  <a:gd name="connsiteY2" fmla="*/ 87 h 0"/>
                  <a:gd name="connsiteX3" fmla="*/ 487 w 0"/>
                  <a:gd name="connsiteY3" fmla="*/ 659 h 0"/>
                  <a:gd name="connsiteX4" fmla="*/ 11 w 0"/>
                  <a:gd name="connsiteY4" fmla="*/ 3230 h 0"/>
                  <a:gd name="connsiteX5" fmla="*/ 296 w 0"/>
                  <a:gd name="connsiteY5" fmla="*/ 6374 h 0"/>
                  <a:gd name="connsiteX6" fmla="*/ 2487 w 0"/>
                  <a:gd name="connsiteY6" fmla="*/ 7898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>
                    <a:moveTo>
                      <a:pt x="2487" y="7898"/>
                    </a:moveTo>
                    <a:cubicBezTo>
                      <a:pt x="3439" y="7707"/>
                      <a:pt x="4011" y="5421"/>
                      <a:pt x="4106" y="4469"/>
                    </a:cubicBezTo>
                    <a:cubicBezTo>
                      <a:pt x="4202" y="3326"/>
                      <a:pt x="3725" y="659"/>
                      <a:pt x="2677" y="87"/>
                    </a:cubicBezTo>
                    <a:cubicBezTo>
                      <a:pt x="2201" y="-199"/>
                      <a:pt x="868" y="278"/>
                      <a:pt x="487" y="659"/>
                    </a:cubicBezTo>
                    <a:cubicBezTo>
                      <a:pt x="11" y="1135"/>
                      <a:pt x="105" y="2564"/>
                      <a:pt x="11" y="3230"/>
                    </a:cubicBezTo>
                    <a:cubicBezTo>
                      <a:pt x="11" y="3992"/>
                      <a:pt x="-85" y="5707"/>
                      <a:pt x="296" y="6374"/>
                    </a:cubicBezTo>
                    <a:cubicBezTo>
                      <a:pt x="677" y="6945"/>
                      <a:pt x="1820" y="8088"/>
                      <a:pt x="2487" y="7898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77" name="Freeform: Shape 107">
                <a:extLst>
                  <a:ext uri="{FF2B5EF4-FFF2-40B4-BE49-F238E27FC236}">
                    <a16:creationId xmlns:a16="http://schemas.microsoft.com/office/drawing/2014/main" id="{5B748E0A-DC0F-16E5-0FA4-4E7561F3D248}"/>
                  </a:ext>
                </a:extLst>
              </p:cNvPr>
              <p:cNvSpPr/>
              <p:nvPr/>
            </p:nvSpPr>
            <p:spPr>
              <a:xfrm>
                <a:off x="9005878" y="2103303"/>
                <a:ext cx="9525" cy="9525"/>
              </a:xfrm>
              <a:custGeom>
                <a:avLst/>
                <a:gdLst>
                  <a:gd name="connsiteX0" fmla="*/ 5534 w 0"/>
                  <a:gd name="connsiteY0" fmla="*/ 4484 h 0"/>
                  <a:gd name="connsiteX1" fmla="*/ 6581 w 0"/>
                  <a:gd name="connsiteY1" fmla="*/ 1341 h 0"/>
                  <a:gd name="connsiteX2" fmla="*/ 4772 w 0"/>
                  <a:gd name="connsiteY2" fmla="*/ 7 h 0"/>
                  <a:gd name="connsiteX3" fmla="*/ 2867 w 0"/>
                  <a:gd name="connsiteY3" fmla="*/ 1912 h 0"/>
                  <a:gd name="connsiteX4" fmla="*/ 9 w 0"/>
                  <a:gd name="connsiteY4" fmla="*/ 3913 h 0"/>
                  <a:gd name="connsiteX5" fmla="*/ 961 w 0"/>
                  <a:gd name="connsiteY5" fmla="*/ 5913 h 0"/>
                  <a:gd name="connsiteX6" fmla="*/ 3343 w 0"/>
                  <a:gd name="connsiteY6" fmla="*/ 8389 h 0"/>
                  <a:gd name="connsiteX7" fmla="*/ 5819 w 0"/>
                  <a:gd name="connsiteY7" fmla="*/ 7246 h 0"/>
                  <a:gd name="connsiteX8" fmla="*/ 5534 w 0"/>
                  <a:gd name="connsiteY8" fmla="*/ 4484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>
                    <a:moveTo>
                      <a:pt x="5534" y="4484"/>
                    </a:moveTo>
                    <a:cubicBezTo>
                      <a:pt x="5629" y="3627"/>
                      <a:pt x="6867" y="2103"/>
                      <a:pt x="6581" y="1341"/>
                    </a:cubicBezTo>
                    <a:cubicBezTo>
                      <a:pt x="6391" y="769"/>
                      <a:pt x="5343" y="-88"/>
                      <a:pt x="4772" y="7"/>
                    </a:cubicBezTo>
                    <a:cubicBezTo>
                      <a:pt x="4105" y="103"/>
                      <a:pt x="3438" y="1436"/>
                      <a:pt x="2867" y="1912"/>
                    </a:cubicBezTo>
                    <a:cubicBezTo>
                      <a:pt x="2200" y="2484"/>
                      <a:pt x="200" y="3151"/>
                      <a:pt x="9" y="3913"/>
                    </a:cubicBezTo>
                    <a:cubicBezTo>
                      <a:pt x="-86" y="4484"/>
                      <a:pt x="581" y="5437"/>
                      <a:pt x="961" y="5913"/>
                    </a:cubicBezTo>
                    <a:cubicBezTo>
                      <a:pt x="1438" y="6580"/>
                      <a:pt x="2486" y="8199"/>
                      <a:pt x="3343" y="8389"/>
                    </a:cubicBezTo>
                    <a:cubicBezTo>
                      <a:pt x="4010" y="8485"/>
                      <a:pt x="5439" y="7818"/>
                      <a:pt x="5819" y="7246"/>
                    </a:cubicBezTo>
                    <a:cubicBezTo>
                      <a:pt x="6010" y="6580"/>
                      <a:pt x="5439" y="5151"/>
                      <a:pt x="5534" y="4484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78" name="Freeform: Shape 108">
                <a:extLst>
                  <a:ext uri="{FF2B5EF4-FFF2-40B4-BE49-F238E27FC236}">
                    <a16:creationId xmlns:a16="http://schemas.microsoft.com/office/drawing/2014/main" id="{B16BFA03-448C-5912-A832-03B3A49D9D8F}"/>
                  </a:ext>
                </a:extLst>
              </p:cNvPr>
              <p:cNvSpPr/>
              <p:nvPr/>
            </p:nvSpPr>
            <p:spPr>
              <a:xfrm>
                <a:off x="9015011" y="2099596"/>
                <a:ext cx="9525" cy="9525"/>
              </a:xfrm>
              <a:custGeom>
                <a:avLst/>
                <a:gdLst>
                  <a:gd name="connsiteX0" fmla="*/ 3926 w 0"/>
                  <a:gd name="connsiteY0" fmla="*/ 1048 h 0"/>
                  <a:gd name="connsiteX1" fmla="*/ 2307 w 0"/>
                  <a:gd name="connsiteY1" fmla="*/ 0 h 0"/>
                  <a:gd name="connsiteX2" fmla="*/ 116 w 0"/>
                  <a:gd name="connsiteY2" fmla="*/ 1619 h 0"/>
                  <a:gd name="connsiteX3" fmla="*/ 497 w 0"/>
                  <a:gd name="connsiteY3" fmla="*/ 4477 h 0"/>
                  <a:gd name="connsiteX4" fmla="*/ 2212 w 0"/>
                  <a:gd name="connsiteY4" fmla="*/ 5239 h 0"/>
                  <a:gd name="connsiteX5" fmla="*/ 3545 w 0"/>
                  <a:gd name="connsiteY5" fmla="*/ 3905 h 0"/>
                  <a:gd name="connsiteX6" fmla="*/ 3926 w 0"/>
                  <a:gd name="connsiteY6" fmla="*/ 1048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>
                    <a:moveTo>
                      <a:pt x="3926" y="1048"/>
                    </a:moveTo>
                    <a:cubicBezTo>
                      <a:pt x="3735" y="572"/>
                      <a:pt x="2783" y="0"/>
                      <a:pt x="2307" y="0"/>
                    </a:cubicBezTo>
                    <a:cubicBezTo>
                      <a:pt x="1640" y="0"/>
                      <a:pt x="307" y="952"/>
                      <a:pt x="116" y="1619"/>
                    </a:cubicBezTo>
                    <a:cubicBezTo>
                      <a:pt x="-170" y="2286"/>
                      <a:pt x="116" y="3905"/>
                      <a:pt x="497" y="4477"/>
                    </a:cubicBezTo>
                    <a:cubicBezTo>
                      <a:pt x="783" y="4858"/>
                      <a:pt x="1736" y="5334"/>
                      <a:pt x="2212" y="5239"/>
                    </a:cubicBezTo>
                    <a:cubicBezTo>
                      <a:pt x="2688" y="5144"/>
                      <a:pt x="3355" y="4286"/>
                      <a:pt x="3545" y="3905"/>
                    </a:cubicBezTo>
                    <a:cubicBezTo>
                      <a:pt x="3926" y="3334"/>
                      <a:pt x="4307" y="1810"/>
                      <a:pt x="3926" y="1048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79" name="Freeform: Shape 109">
                <a:extLst>
                  <a:ext uri="{FF2B5EF4-FFF2-40B4-BE49-F238E27FC236}">
                    <a16:creationId xmlns:a16="http://schemas.microsoft.com/office/drawing/2014/main" id="{4A0386DE-D18B-0B3F-596E-546429372BD9}"/>
                  </a:ext>
                </a:extLst>
              </p:cNvPr>
              <p:cNvSpPr/>
              <p:nvPr/>
            </p:nvSpPr>
            <p:spPr>
              <a:xfrm>
                <a:off x="9150025" y="1944806"/>
                <a:ext cx="9525" cy="9525"/>
              </a:xfrm>
              <a:custGeom>
                <a:avLst/>
                <a:gdLst>
                  <a:gd name="connsiteX0" fmla="*/ 6453 w 0"/>
                  <a:gd name="connsiteY0" fmla="*/ 9438 h 0"/>
                  <a:gd name="connsiteX1" fmla="*/ 4834 w 0"/>
                  <a:gd name="connsiteY1" fmla="*/ 7152 h 0"/>
                  <a:gd name="connsiteX2" fmla="*/ 1881 w 0"/>
                  <a:gd name="connsiteY2" fmla="*/ 6771 h 0"/>
                  <a:gd name="connsiteX3" fmla="*/ 452 w 0"/>
                  <a:gd name="connsiteY3" fmla="*/ 3628 h 0"/>
                  <a:gd name="connsiteX4" fmla="*/ 357 w 0"/>
                  <a:gd name="connsiteY4" fmla="*/ 104 h 0"/>
                  <a:gd name="connsiteX5" fmla="*/ 2452 w 0"/>
                  <a:gd name="connsiteY5" fmla="*/ 866 h 0"/>
                  <a:gd name="connsiteX6" fmla="*/ 4548 w 0"/>
                  <a:gd name="connsiteY6" fmla="*/ 4485 h 0"/>
                  <a:gd name="connsiteX7" fmla="*/ 6548 w 0"/>
                  <a:gd name="connsiteY7" fmla="*/ 4676 h 0"/>
                  <a:gd name="connsiteX8" fmla="*/ 8167 w 0"/>
                  <a:gd name="connsiteY8" fmla="*/ 7343 h 0"/>
                  <a:gd name="connsiteX9" fmla="*/ 6453 w 0"/>
                  <a:gd name="connsiteY9" fmla="*/ 9438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>
                    <a:moveTo>
                      <a:pt x="6453" y="9438"/>
                    </a:moveTo>
                    <a:cubicBezTo>
                      <a:pt x="5786" y="9438"/>
                      <a:pt x="5500" y="7438"/>
                      <a:pt x="4834" y="7152"/>
                    </a:cubicBezTo>
                    <a:cubicBezTo>
                      <a:pt x="4167" y="6771"/>
                      <a:pt x="2452" y="7152"/>
                      <a:pt x="1881" y="6771"/>
                    </a:cubicBezTo>
                    <a:cubicBezTo>
                      <a:pt x="1214" y="6295"/>
                      <a:pt x="643" y="4485"/>
                      <a:pt x="452" y="3628"/>
                    </a:cubicBezTo>
                    <a:cubicBezTo>
                      <a:pt x="261" y="2771"/>
                      <a:pt x="-405" y="675"/>
                      <a:pt x="357" y="104"/>
                    </a:cubicBezTo>
                    <a:cubicBezTo>
                      <a:pt x="833" y="-277"/>
                      <a:pt x="2071" y="485"/>
                      <a:pt x="2452" y="866"/>
                    </a:cubicBezTo>
                    <a:cubicBezTo>
                      <a:pt x="3214" y="1533"/>
                      <a:pt x="3691" y="3914"/>
                      <a:pt x="4548" y="4485"/>
                    </a:cubicBezTo>
                    <a:cubicBezTo>
                      <a:pt x="4929" y="4771"/>
                      <a:pt x="6167" y="4485"/>
                      <a:pt x="6548" y="4676"/>
                    </a:cubicBezTo>
                    <a:cubicBezTo>
                      <a:pt x="7215" y="5057"/>
                      <a:pt x="8167" y="6581"/>
                      <a:pt x="8167" y="7343"/>
                    </a:cubicBezTo>
                    <a:cubicBezTo>
                      <a:pt x="8072" y="7914"/>
                      <a:pt x="7120" y="9438"/>
                      <a:pt x="6453" y="9438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80" name="Freeform: Shape 110">
                <a:extLst>
                  <a:ext uri="{FF2B5EF4-FFF2-40B4-BE49-F238E27FC236}">
                    <a16:creationId xmlns:a16="http://schemas.microsoft.com/office/drawing/2014/main" id="{8649AD1B-41B6-22F5-DC9D-C725DB11124C}"/>
                  </a:ext>
                </a:extLst>
              </p:cNvPr>
              <p:cNvSpPr/>
              <p:nvPr/>
            </p:nvSpPr>
            <p:spPr>
              <a:xfrm>
                <a:off x="9136640" y="1965013"/>
                <a:ext cx="9525" cy="19050"/>
              </a:xfrm>
              <a:custGeom>
                <a:avLst/>
                <a:gdLst>
                  <a:gd name="connsiteX0" fmla="*/ 13265 w 9525"/>
                  <a:gd name="connsiteY0" fmla="*/ 13329 h 19050"/>
                  <a:gd name="connsiteX1" fmla="*/ 10789 w 9525"/>
                  <a:gd name="connsiteY1" fmla="*/ 9805 h 19050"/>
                  <a:gd name="connsiteX2" fmla="*/ 12409 w 9525"/>
                  <a:gd name="connsiteY2" fmla="*/ 5805 h 19050"/>
                  <a:gd name="connsiteX3" fmla="*/ 10408 w 9525"/>
                  <a:gd name="connsiteY3" fmla="*/ 2185 h 19050"/>
                  <a:gd name="connsiteX4" fmla="*/ 6312 w 9525"/>
                  <a:gd name="connsiteY4" fmla="*/ 471 h 19050"/>
                  <a:gd name="connsiteX5" fmla="*/ 3550 w 9525"/>
                  <a:gd name="connsiteY5" fmla="*/ 185 h 19050"/>
                  <a:gd name="connsiteX6" fmla="*/ 3455 w 9525"/>
                  <a:gd name="connsiteY6" fmla="*/ 4566 h 19050"/>
                  <a:gd name="connsiteX7" fmla="*/ 312 w 9525"/>
                  <a:gd name="connsiteY7" fmla="*/ 6186 h 19050"/>
                  <a:gd name="connsiteX8" fmla="*/ 597 w 9525"/>
                  <a:gd name="connsiteY8" fmla="*/ 10472 h 19050"/>
                  <a:gd name="connsiteX9" fmla="*/ 2884 w 9525"/>
                  <a:gd name="connsiteY9" fmla="*/ 11615 h 19050"/>
                  <a:gd name="connsiteX10" fmla="*/ 2978 w 9525"/>
                  <a:gd name="connsiteY10" fmla="*/ 15234 h 19050"/>
                  <a:gd name="connsiteX11" fmla="*/ 5455 w 9525"/>
                  <a:gd name="connsiteY11" fmla="*/ 17901 h 19050"/>
                  <a:gd name="connsiteX12" fmla="*/ 7836 w 9525"/>
                  <a:gd name="connsiteY12" fmla="*/ 19425 h 19050"/>
                  <a:gd name="connsiteX13" fmla="*/ 9741 w 9525"/>
                  <a:gd name="connsiteY13" fmla="*/ 18759 h 19050"/>
                  <a:gd name="connsiteX14" fmla="*/ 11360 w 9525"/>
                  <a:gd name="connsiteY14" fmla="*/ 16187 h 19050"/>
                  <a:gd name="connsiteX15" fmla="*/ 13265 w 9525"/>
                  <a:gd name="connsiteY15" fmla="*/ 13329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525" h="19050">
                    <a:moveTo>
                      <a:pt x="13265" y="13329"/>
                    </a:moveTo>
                    <a:cubicBezTo>
                      <a:pt x="13265" y="12282"/>
                      <a:pt x="10980" y="10853"/>
                      <a:pt x="10789" y="9805"/>
                    </a:cubicBezTo>
                    <a:cubicBezTo>
                      <a:pt x="10694" y="8757"/>
                      <a:pt x="12409" y="6852"/>
                      <a:pt x="12409" y="5805"/>
                    </a:cubicBezTo>
                    <a:cubicBezTo>
                      <a:pt x="12313" y="4757"/>
                      <a:pt x="11170" y="2852"/>
                      <a:pt x="10408" y="2185"/>
                    </a:cubicBezTo>
                    <a:cubicBezTo>
                      <a:pt x="9551" y="1423"/>
                      <a:pt x="7360" y="756"/>
                      <a:pt x="6312" y="471"/>
                    </a:cubicBezTo>
                    <a:cubicBezTo>
                      <a:pt x="5646" y="280"/>
                      <a:pt x="4026" y="-291"/>
                      <a:pt x="3550" y="185"/>
                    </a:cubicBezTo>
                    <a:cubicBezTo>
                      <a:pt x="2693" y="947"/>
                      <a:pt x="4026" y="3614"/>
                      <a:pt x="3455" y="4566"/>
                    </a:cubicBezTo>
                    <a:cubicBezTo>
                      <a:pt x="2978" y="5328"/>
                      <a:pt x="692" y="5424"/>
                      <a:pt x="312" y="6186"/>
                    </a:cubicBezTo>
                    <a:cubicBezTo>
                      <a:pt x="-260" y="7138"/>
                      <a:pt x="26" y="9519"/>
                      <a:pt x="597" y="10472"/>
                    </a:cubicBezTo>
                    <a:cubicBezTo>
                      <a:pt x="978" y="11043"/>
                      <a:pt x="2502" y="11139"/>
                      <a:pt x="2884" y="11615"/>
                    </a:cubicBezTo>
                    <a:cubicBezTo>
                      <a:pt x="3360" y="12377"/>
                      <a:pt x="2598" y="14377"/>
                      <a:pt x="2978" y="15234"/>
                    </a:cubicBezTo>
                    <a:cubicBezTo>
                      <a:pt x="3360" y="16092"/>
                      <a:pt x="4693" y="17330"/>
                      <a:pt x="5455" y="17901"/>
                    </a:cubicBezTo>
                    <a:cubicBezTo>
                      <a:pt x="6026" y="18378"/>
                      <a:pt x="7169" y="19330"/>
                      <a:pt x="7836" y="19425"/>
                    </a:cubicBezTo>
                    <a:cubicBezTo>
                      <a:pt x="8312" y="19521"/>
                      <a:pt x="9360" y="19140"/>
                      <a:pt x="9741" y="18759"/>
                    </a:cubicBezTo>
                    <a:cubicBezTo>
                      <a:pt x="10313" y="18282"/>
                      <a:pt x="10884" y="16854"/>
                      <a:pt x="11360" y="16187"/>
                    </a:cubicBezTo>
                    <a:cubicBezTo>
                      <a:pt x="11742" y="15330"/>
                      <a:pt x="13265" y="14187"/>
                      <a:pt x="13265" y="13329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81" name="Freeform: Shape 111">
                <a:extLst>
                  <a:ext uri="{FF2B5EF4-FFF2-40B4-BE49-F238E27FC236}">
                    <a16:creationId xmlns:a16="http://schemas.microsoft.com/office/drawing/2014/main" id="{60E1878D-E706-ACB4-37D1-06AB7F4BBF60}"/>
                  </a:ext>
                </a:extLst>
              </p:cNvPr>
              <p:cNvSpPr/>
              <p:nvPr/>
            </p:nvSpPr>
            <p:spPr>
              <a:xfrm>
                <a:off x="9122550" y="1973290"/>
                <a:ext cx="9525" cy="9525"/>
              </a:xfrm>
              <a:custGeom>
                <a:avLst/>
                <a:gdLst>
                  <a:gd name="connsiteX0" fmla="*/ 10115 w 9525"/>
                  <a:gd name="connsiteY0" fmla="*/ 6290 h 0"/>
                  <a:gd name="connsiteX1" fmla="*/ 5733 w 9525"/>
                  <a:gd name="connsiteY1" fmla="*/ 6671 h 0"/>
                  <a:gd name="connsiteX2" fmla="*/ 1924 w 9525"/>
                  <a:gd name="connsiteY2" fmla="*/ 5624 h 0"/>
                  <a:gd name="connsiteX3" fmla="*/ 18 w 9525"/>
                  <a:gd name="connsiteY3" fmla="*/ 2576 h 0"/>
                  <a:gd name="connsiteX4" fmla="*/ 3543 w 9525"/>
                  <a:gd name="connsiteY4" fmla="*/ 99 h 0"/>
                  <a:gd name="connsiteX5" fmla="*/ 6876 w 9525"/>
                  <a:gd name="connsiteY5" fmla="*/ 290 h 0"/>
                  <a:gd name="connsiteX6" fmla="*/ 10496 w 9525"/>
                  <a:gd name="connsiteY6" fmla="*/ 3147 h 0"/>
                  <a:gd name="connsiteX7" fmla="*/ 10115 w 9525"/>
                  <a:gd name="connsiteY7" fmla="*/ 629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25">
                    <a:moveTo>
                      <a:pt x="10115" y="6290"/>
                    </a:moveTo>
                    <a:cubicBezTo>
                      <a:pt x="9353" y="7052"/>
                      <a:pt x="6876" y="6767"/>
                      <a:pt x="5733" y="6671"/>
                    </a:cubicBezTo>
                    <a:cubicBezTo>
                      <a:pt x="4781" y="6576"/>
                      <a:pt x="2686" y="6195"/>
                      <a:pt x="1924" y="5624"/>
                    </a:cubicBezTo>
                    <a:cubicBezTo>
                      <a:pt x="1161" y="5052"/>
                      <a:pt x="-172" y="3433"/>
                      <a:pt x="18" y="2576"/>
                    </a:cubicBezTo>
                    <a:cubicBezTo>
                      <a:pt x="209" y="1528"/>
                      <a:pt x="2495" y="385"/>
                      <a:pt x="3543" y="99"/>
                    </a:cubicBezTo>
                    <a:cubicBezTo>
                      <a:pt x="4305" y="-91"/>
                      <a:pt x="6115" y="4"/>
                      <a:pt x="6876" y="290"/>
                    </a:cubicBezTo>
                    <a:cubicBezTo>
                      <a:pt x="7924" y="671"/>
                      <a:pt x="10020" y="2099"/>
                      <a:pt x="10496" y="3147"/>
                    </a:cubicBezTo>
                    <a:cubicBezTo>
                      <a:pt x="10782" y="3909"/>
                      <a:pt x="10686" y="5814"/>
                      <a:pt x="10115" y="6290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82" name="Freeform: Shape 112">
                <a:extLst>
                  <a:ext uri="{FF2B5EF4-FFF2-40B4-BE49-F238E27FC236}">
                    <a16:creationId xmlns:a16="http://schemas.microsoft.com/office/drawing/2014/main" id="{CA3A2DF5-FBB0-BC56-1F57-009095F7FD73}"/>
                  </a:ext>
                </a:extLst>
              </p:cNvPr>
              <p:cNvSpPr/>
              <p:nvPr/>
            </p:nvSpPr>
            <p:spPr>
              <a:xfrm>
                <a:off x="9117578" y="1984815"/>
                <a:ext cx="19050" cy="19050"/>
              </a:xfrm>
              <a:custGeom>
                <a:avLst/>
                <a:gdLst>
                  <a:gd name="connsiteX0" fmla="*/ 13468 w 19050"/>
                  <a:gd name="connsiteY0" fmla="*/ 7339 h 19050"/>
                  <a:gd name="connsiteX1" fmla="*/ 16040 w 19050"/>
                  <a:gd name="connsiteY1" fmla="*/ 4577 h 19050"/>
                  <a:gd name="connsiteX2" fmla="*/ 13944 w 19050"/>
                  <a:gd name="connsiteY2" fmla="*/ 1814 h 19050"/>
                  <a:gd name="connsiteX3" fmla="*/ 11754 w 19050"/>
                  <a:gd name="connsiteY3" fmla="*/ 1624 h 19050"/>
                  <a:gd name="connsiteX4" fmla="*/ 8610 w 19050"/>
                  <a:gd name="connsiteY4" fmla="*/ 5 h 19050"/>
                  <a:gd name="connsiteX5" fmla="*/ 4705 w 19050"/>
                  <a:gd name="connsiteY5" fmla="*/ 4291 h 19050"/>
                  <a:gd name="connsiteX6" fmla="*/ 2324 w 19050"/>
                  <a:gd name="connsiteY6" fmla="*/ 7053 h 19050"/>
                  <a:gd name="connsiteX7" fmla="*/ 228 w 19050"/>
                  <a:gd name="connsiteY7" fmla="*/ 13244 h 19050"/>
                  <a:gd name="connsiteX8" fmla="*/ 2610 w 19050"/>
                  <a:gd name="connsiteY8" fmla="*/ 13340 h 19050"/>
                  <a:gd name="connsiteX9" fmla="*/ 5372 w 19050"/>
                  <a:gd name="connsiteY9" fmla="*/ 12959 h 19050"/>
                  <a:gd name="connsiteX10" fmla="*/ 6229 w 19050"/>
                  <a:gd name="connsiteY10" fmla="*/ 16007 h 19050"/>
                  <a:gd name="connsiteX11" fmla="*/ 8991 w 19050"/>
                  <a:gd name="connsiteY11" fmla="*/ 19817 h 19050"/>
                  <a:gd name="connsiteX12" fmla="*/ 9277 w 19050"/>
                  <a:gd name="connsiteY12" fmla="*/ 22769 h 19050"/>
                  <a:gd name="connsiteX13" fmla="*/ 12421 w 19050"/>
                  <a:gd name="connsiteY13" fmla="*/ 25341 h 19050"/>
                  <a:gd name="connsiteX14" fmla="*/ 16230 w 19050"/>
                  <a:gd name="connsiteY14" fmla="*/ 24293 h 19050"/>
                  <a:gd name="connsiteX15" fmla="*/ 18326 w 19050"/>
                  <a:gd name="connsiteY15" fmla="*/ 20769 h 19050"/>
                  <a:gd name="connsiteX16" fmla="*/ 22231 w 19050"/>
                  <a:gd name="connsiteY16" fmla="*/ 17816 h 19050"/>
                  <a:gd name="connsiteX17" fmla="*/ 21564 w 19050"/>
                  <a:gd name="connsiteY17" fmla="*/ 13530 h 19050"/>
                  <a:gd name="connsiteX18" fmla="*/ 17659 w 19050"/>
                  <a:gd name="connsiteY18" fmla="*/ 10006 h 19050"/>
                  <a:gd name="connsiteX19" fmla="*/ 15468 w 19050"/>
                  <a:gd name="connsiteY19" fmla="*/ 9244 h 19050"/>
                  <a:gd name="connsiteX20" fmla="*/ 13468 w 19050"/>
                  <a:gd name="connsiteY20" fmla="*/ 7339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9050" h="19050">
                    <a:moveTo>
                      <a:pt x="13468" y="7339"/>
                    </a:moveTo>
                    <a:cubicBezTo>
                      <a:pt x="13468" y="6386"/>
                      <a:pt x="15945" y="5529"/>
                      <a:pt x="16040" y="4577"/>
                    </a:cubicBezTo>
                    <a:cubicBezTo>
                      <a:pt x="16040" y="3719"/>
                      <a:pt x="14707" y="2195"/>
                      <a:pt x="13944" y="1814"/>
                    </a:cubicBezTo>
                    <a:cubicBezTo>
                      <a:pt x="13468" y="1529"/>
                      <a:pt x="12230" y="1719"/>
                      <a:pt x="11754" y="1624"/>
                    </a:cubicBezTo>
                    <a:cubicBezTo>
                      <a:pt x="10896" y="1338"/>
                      <a:pt x="9467" y="-91"/>
                      <a:pt x="8610" y="5"/>
                    </a:cubicBezTo>
                    <a:cubicBezTo>
                      <a:pt x="7181" y="290"/>
                      <a:pt x="5658" y="3148"/>
                      <a:pt x="4705" y="4291"/>
                    </a:cubicBezTo>
                    <a:cubicBezTo>
                      <a:pt x="4133" y="4958"/>
                      <a:pt x="2800" y="6291"/>
                      <a:pt x="2324" y="7053"/>
                    </a:cubicBezTo>
                    <a:cubicBezTo>
                      <a:pt x="1562" y="8482"/>
                      <a:pt x="-724" y="11816"/>
                      <a:pt x="228" y="13244"/>
                    </a:cubicBezTo>
                    <a:cubicBezTo>
                      <a:pt x="609" y="13721"/>
                      <a:pt x="1943" y="13340"/>
                      <a:pt x="2610" y="13340"/>
                    </a:cubicBezTo>
                    <a:cubicBezTo>
                      <a:pt x="3276" y="13340"/>
                      <a:pt x="4800" y="12578"/>
                      <a:pt x="5372" y="12959"/>
                    </a:cubicBezTo>
                    <a:cubicBezTo>
                      <a:pt x="6038" y="13435"/>
                      <a:pt x="5848" y="15340"/>
                      <a:pt x="6229" y="16007"/>
                    </a:cubicBezTo>
                    <a:cubicBezTo>
                      <a:pt x="6705" y="17054"/>
                      <a:pt x="8515" y="18769"/>
                      <a:pt x="8991" y="19817"/>
                    </a:cubicBezTo>
                    <a:cubicBezTo>
                      <a:pt x="9277" y="20483"/>
                      <a:pt x="8991" y="22103"/>
                      <a:pt x="9277" y="22769"/>
                    </a:cubicBezTo>
                    <a:cubicBezTo>
                      <a:pt x="9753" y="23627"/>
                      <a:pt x="11468" y="25151"/>
                      <a:pt x="12421" y="25341"/>
                    </a:cubicBezTo>
                    <a:cubicBezTo>
                      <a:pt x="13373" y="25532"/>
                      <a:pt x="15468" y="24865"/>
                      <a:pt x="16230" y="24293"/>
                    </a:cubicBezTo>
                    <a:cubicBezTo>
                      <a:pt x="17088" y="23722"/>
                      <a:pt x="17659" y="21531"/>
                      <a:pt x="18326" y="20769"/>
                    </a:cubicBezTo>
                    <a:cubicBezTo>
                      <a:pt x="19183" y="19817"/>
                      <a:pt x="21850" y="18959"/>
                      <a:pt x="22231" y="17816"/>
                    </a:cubicBezTo>
                    <a:cubicBezTo>
                      <a:pt x="22612" y="16769"/>
                      <a:pt x="22136" y="14483"/>
                      <a:pt x="21564" y="13530"/>
                    </a:cubicBezTo>
                    <a:cubicBezTo>
                      <a:pt x="20993" y="12387"/>
                      <a:pt x="18802" y="10673"/>
                      <a:pt x="17659" y="10006"/>
                    </a:cubicBezTo>
                    <a:cubicBezTo>
                      <a:pt x="17183" y="9720"/>
                      <a:pt x="15945" y="9530"/>
                      <a:pt x="15468" y="9244"/>
                    </a:cubicBezTo>
                    <a:cubicBezTo>
                      <a:pt x="14707" y="8863"/>
                      <a:pt x="13468" y="8006"/>
                      <a:pt x="13468" y="7339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83" name="Freeform: Shape 113">
                <a:extLst>
                  <a:ext uri="{FF2B5EF4-FFF2-40B4-BE49-F238E27FC236}">
                    <a16:creationId xmlns:a16="http://schemas.microsoft.com/office/drawing/2014/main" id="{4EF3DCB8-7A3C-E2B1-0822-93C29C41ADE7}"/>
                  </a:ext>
                </a:extLst>
              </p:cNvPr>
              <p:cNvSpPr/>
              <p:nvPr/>
            </p:nvSpPr>
            <p:spPr>
              <a:xfrm>
                <a:off x="9148841" y="1989186"/>
                <a:ext cx="9525" cy="9525"/>
              </a:xfrm>
              <a:custGeom>
                <a:avLst/>
                <a:gdLst>
                  <a:gd name="connsiteX0" fmla="*/ 4207 w 9525"/>
                  <a:gd name="connsiteY0" fmla="*/ 14302 h 9525"/>
                  <a:gd name="connsiteX1" fmla="*/ 3160 w 9525"/>
                  <a:gd name="connsiteY1" fmla="*/ 9540 h 9525"/>
                  <a:gd name="connsiteX2" fmla="*/ 16 w 9525"/>
                  <a:gd name="connsiteY2" fmla="*/ 6492 h 9525"/>
                  <a:gd name="connsiteX3" fmla="*/ 2016 w 9525"/>
                  <a:gd name="connsiteY3" fmla="*/ 2587 h 9525"/>
                  <a:gd name="connsiteX4" fmla="*/ 4398 w 9525"/>
                  <a:gd name="connsiteY4" fmla="*/ 586 h 9525"/>
                  <a:gd name="connsiteX5" fmla="*/ 7351 w 9525"/>
                  <a:gd name="connsiteY5" fmla="*/ 15 h 9525"/>
                  <a:gd name="connsiteX6" fmla="*/ 9732 w 9525"/>
                  <a:gd name="connsiteY6" fmla="*/ 1158 h 9525"/>
                  <a:gd name="connsiteX7" fmla="*/ 10684 w 9525"/>
                  <a:gd name="connsiteY7" fmla="*/ 5254 h 9525"/>
                  <a:gd name="connsiteX8" fmla="*/ 10018 w 9525"/>
                  <a:gd name="connsiteY8" fmla="*/ 8302 h 9525"/>
                  <a:gd name="connsiteX9" fmla="*/ 10398 w 9525"/>
                  <a:gd name="connsiteY9" fmla="*/ 11540 h 9525"/>
                  <a:gd name="connsiteX10" fmla="*/ 9446 w 9525"/>
                  <a:gd name="connsiteY10" fmla="*/ 13540 h 9525"/>
                  <a:gd name="connsiteX11" fmla="*/ 7351 w 9525"/>
                  <a:gd name="connsiteY11" fmla="*/ 14302 h 9525"/>
                  <a:gd name="connsiteX12" fmla="*/ 4207 w 9525"/>
                  <a:gd name="connsiteY12" fmla="*/ 14302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25" h="9525">
                    <a:moveTo>
                      <a:pt x="4207" y="14302"/>
                    </a:moveTo>
                    <a:cubicBezTo>
                      <a:pt x="3255" y="13540"/>
                      <a:pt x="3731" y="10588"/>
                      <a:pt x="3160" y="9540"/>
                    </a:cubicBezTo>
                    <a:cubicBezTo>
                      <a:pt x="2588" y="8587"/>
                      <a:pt x="207" y="7540"/>
                      <a:pt x="16" y="6492"/>
                    </a:cubicBezTo>
                    <a:cubicBezTo>
                      <a:pt x="-174" y="5444"/>
                      <a:pt x="1350" y="3444"/>
                      <a:pt x="2016" y="2587"/>
                    </a:cubicBezTo>
                    <a:cubicBezTo>
                      <a:pt x="2493" y="2015"/>
                      <a:pt x="3636" y="872"/>
                      <a:pt x="4398" y="586"/>
                    </a:cubicBezTo>
                    <a:cubicBezTo>
                      <a:pt x="5064" y="301"/>
                      <a:pt x="6589" y="-80"/>
                      <a:pt x="7351" y="15"/>
                    </a:cubicBezTo>
                    <a:cubicBezTo>
                      <a:pt x="8017" y="110"/>
                      <a:pt x="9255" y="682"/>
                      <a:pt x="9732" y="1158"/>
                    </a:cubicBezTo>
                    <a:cubicBezTo>
                      <a:pt x="10398" y="2015"/>
                      <a:pt x="10684" y="4206"/>
                      <a:pt x="10684" y="5254"/>
                    </a:cubicBezTo>
                    <a:cubicBezTo>
                      <a:pt x="10684" y="6016"/>
                      <a:pt x="10113" y="7540"/>
                      <a:pt x="10018" y="8302"/>
                    </a:cubicBezTo>
                    <a:cubicBezTo>
                      <a:pt x="10018" y="9159"/>
                      <a:pt x="10589" y="10778"/>
                      <a:pt x="10398" y="11540"/>
                    </a:cubicBezTo>
                    <a:cubicBezTo>
                      <a:pt x="10304" y="12112"/>
                      <a:pt x="9827" y="13159"/>
                      <a:pt x="9446" y="13540"/>
                    </a:cubicBezTo>
                    <a:cubicBezTo>
                      <a:pt x="9065" y="13921"/>
                      <a:pt x="7827" y="14207"/>
                      <a:pt x="7351" y="14302"/>
                    </a:cubicBezTo>
                    <a:cubicBezTo>
                      <a:pt x="6493" y="14493"/>
                      <a:pt x="4779" y="14779"/>
                      <a:pt x="4207" y="14302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84" name="Freeform: Shape 114">
                <a:extLst>
                  <a:ext uri="{FF2B5EF4-FFF2-40B4-BE49-F238E27FC236}">
                    <a16:creationId xmlns:a16="http://schemas.microsoft.com/office/drawing/2014/main" id="{D7B06875-694D-98B2-0891-138E230A2505}"/>
                  </a:ext>
                </a:extLst>
              </p:cNvPr>
              <p:cNvSpPr/>
              <p:nvPr/>
            </p:nvSpPr>
            <p:spPr>
              <a:xfrm>
                <a:off x="9093216" y="2059210"/>
                <a:ext cx="9525" cy="9525"/>
              </a:xfrm>
              <a:custGeom>
                <a:avLst/>
                <a:gdLst>
                  <a:gd name="connsiteX0" fmla="*/ 6493 w 0"/>
                  <a:gd name="connsiteY0" fmla="*/ 1810 h 0"/>
                  <a:gd name="connsiteX1" fmla="*/ 3921 w 0"/>
                  <a:gd name="connsiteY1" fmla="*/ 0 h 0"/>
                  <a:gd name="connsiteX2" fmla="*/ 1064 w 0"/>
                  <a:gd name="connsiteY2" fmla="*/ 1619 h 0"/>
                  <a:gd name="connsiteX3" fmla="*/ 111 w 0"/>
                  <a:gd name="connsiteY3" fmla="*/ 5715 h 0"/>
                  <a:gd name="connsiteX4" fmla="*/ 2778 w 0"/>
                  <a:gd name="connsiteY4" fmla="*/ 7430 h 0"/>
                  <a:gd name="connsiteX5" fmla="*/ 6303 w 0"/>
                  <a:gd name="connsiteY5" fmla="*/ 5620 h 0"/>
                  <a:gd name="connsiteX6" fmla="*/ 6493 w 0"/>
                  <a:gd name="connsiteY6" fmla="*/ 181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>
                    <a:moveTo>
                      <a:pt x="6493" y="1810"/>
                    </a:moveTo>
                    <a:cubicBezTo>
                      <a:pt x="6112" y="1143"/>
                      <a:pt x="4683" y="0"/>
                      <a:pt x="3921" y="0"/>
                    </a:cubicBezTo>
                    <a:cubicBezTo>
                      <a:pt x="3064" y="0"/>
                      <a:pt x="1540" y="953"/>
                      <a:pt x="1064" y="1619"/>
                    </a:cubicBezTo>
                    <a:cubicBezTo>
                      <a:pt x="397" y="2477"/>
                      <a:pt x="-270" y="4763"/>
                      <a:pt x="111" y="5715"/>
                    </a:cubicBezTo>
                    <a:cubicBezTo>
                      <a:pt x="397" y="6477"/>
                      <a:pt x="2016" y="7334"/>
                      <a:pt x="2778" y="7430"/>
                    </a:cubicBezTo>
                    <a:cubicBezTo>
                      <a:pt x="3731" y="7525"/>
                      <a:pt x="5731" y="6477"/>
                      <a:pt x="6303" y="5620"/>
                    </a:cubicBezTo>
                    <a:cubicBezTo>
                      <a:pt x="6779" y="4763"/>
                      <a:pt x="6874" y="2667"/>
                      <a:pt x="6493" y="1810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85" name="Freeform: Shape 115">
                <a:extLst>
                  <a:ext uri="{FF2B5EF4-FFF2-40B4-BE49-F238E27FC236}">
                    <a16:creationId xmlns:a16="http://schemas.microsoft.com/office/drawing/2014/main" id="{3385FB09-ABA1-692A-9504-FB2E9DCB1DC6}"/>
                  </a:ext>
                </a:extLst>
              </p:cNvPr>
              <p:cNvSpPr/>
              <p:nvPr/>
            </p:nvSpPr>
            <p:spPr>
              <a:xfrm>
                <a:off x="9132870" y="2029580"/>
                <a:ext cx="9525" cy="9525"/>
              </a:xfrm>
              <a:custGeom>
                <a:avLst/>
                <a:gdLst>
                  <a:gd name="connsiteX0" fmla="*/ 6082 w 0"/>
                  <a:gd name="connsiteY0" fmla="*/ 12294 h 9525"/>
                  <a:gd name="connsiteX1" fmla="*/ 3510 w 0"/>
                  <a:gd name="connsiteY1" fmla="*/ 7722 h 9525"/>
                  <a:gd name="connsiteX2" fmla="*/ 176 w 0"/>
                  <a:gd name="connsiteY2" fmla="*/ 5245 h 9525"/>
                  <a:gd name="connsiteX3" fmla="*/ 558 w 0"/>
                  <a:gd name="connsiteY3" fmla="*/ 1721 h 9525"/>
                  <a:gd name="connsiteX4" fmla="*/ 4367 w 0"/>
                  <a:gd name="connsiteY4" fmla="*/ 7 h 9525"/>
                  <a:gd name="connsiteX5" fmla="*/ 7606 w 0"/>
                  <a:gd name="connsiteY5" fmla="*/ 2197 h 9525"/>
                  <a:gd name="connsiteX6" fmla="*/ 8654 w 0"/>
                  <a:gd name="connsiteY6" fmla="*/ 7055 h 9525"/>
                  <a:gd name="connsiteX7" fmla="*/ 8273 w 0"/>
                  <a:gd name="connsiteY7" fmla="*/ 10008 h 9525"/>
                  <a:gd name="connsiteX8" fmla="*/ 6082 w 0"/>
                  <a:gd name="connsiteY8" fmla="*/ 12294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h="9525">
                    <a:moveTo>
                      <a:pt x="6082" y="12294"/>
                    </a:moveTo>
                    <a:cubicBezTo>
                      <a:pt x="4749" y="12103"/>
                      <a:pt x="4367" y="8674"/>
                      <a:pt x="3510" y="7722"/>
                    </a:cubicBezTo>
                    <a:cubicBezTo>
                      <a:pt x="2844" y="6960"/>
                      <a:pt x="653" y="6198"/>
                      <a:pt x="176" y="5245"/>
                    </a:cubicBezTo>
                    <a:cubicBezTo>
                      <a:pt x="-204" y="4483"/>
                      <a:pt x="82" y="2483"/>
                      <a:pt x="558" y="1721"/>
                    </a:cubicBezTo>
                    <a:cubicBezTo>
                      <a:pt x="1129" y="864"/>
                      <a:pt x="3320" y="-89"/>
                      <a:pt x="4367" y="7"/>
                    </a:cubicBezTo>
                    <a:cubicBezTo>
                      <a:pt x="5320" y="102"/>
                      <a:pt x="7035" y="1435"/>
                      <a:pt x="7606" y="2197"/>
                    </a:cubicBezTo>
                    <a:cubicBezTo>
                      <a:pt x="8273" y="3245"/>
                      <a:pt x="8654" y="5817"/>
                      <a:pt x="8654" y="7055"/>
                    </a:cubicBezTo>
                    <a:cubicBezTo>
                      <a:pt x="8654" y="7817"/>
                      <a:pt x="8558" y="9341"/>
                      <a:pt x="8273" y="10008"/>
                    </a:cubicBezTo>
                    <a:cubicBezTo>
                      <a:pt x="7987" y="10865"/>
                      <a:pt x="6844" y="12484"/>
                      <a:pt x="6082" y="12294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86" name="Freeform: Shape 116">
                <a:extLst>
                  <a:ext uri="{FF2B5EF4-FFF2-40B4-BE49-F238E27FC236}">
                    <a16:creationId xmlns:a16="http://schemas.microsoft.com/office/drawing/2014/main" id="{AE0E00A8-70E6-BDC6-DD47-B22EC208B60F}"/>
                  </a:ext>
                </a:extLst>
              </p:cNvPr>
              <p:cNvSpPr/>
              <p:nvPr/>
            </p:nvSpPr>
            <p:spPr>
              <a:xfrm>
                <a:off x="9109501" y="1956867"/>
                <a:ext cx="9525" cy="19050"/>
              </a:xfrm>
              <a:custGeom>
                <a:avLst/>
                <a:gdLst>
                  <a:gd name="connsiteX0" fmla="*/ 5543 w 0"/>
                  <a:gd name="connsiteY0" fmla="*/ 25476 h 19050"/>
                  <a:gd name="connsiteX1" fmla="*/ 6400 w 0"/>
                  <a:gd name="connsiteY1" fmla="*/ 20523 h 19050"/>
                  <a:gd name="connsiteX2" fmla="*/ 5638 w 0"/>
                  <a:gd name="connsiteY2" fmla="*/ 16809 h 19050"/>
                  <a:gd name="connsiteX3" fmla="*/ 6020 w 0"/>
                  <a:gd name="connsiteY3" fmla="*/ 11570 h 19050"/>
                  <a:gd name="connsiteX4" fmla="*/ 3924 w 0"/>
                  <a:gd name="connsiteY4" fmla="*/ 8617 h 19050"/>
                  <a:gd name="connsiteX5" fmla="*/ 4972 w 0"/>
                  <a:gd name="connsiteY5" fmla="*/ 4331 h 19050"/>
                  <a:gd name="connsiteX6" fmla="*/ 4591 w 0"/>
                  <a:gd name="connsiteY6" fmla="*/ 426 h 19050"/>
                  <a:gd name="connsiteX7" fmla="*/ 1924 w 0"/>
                  <a:gd name="connsiteY7" fmla="*/ 235 h 19050"/>
                  <a:gd name="connsiteX8" fmla="*/ 114 w 0"/>
                  <a:gd name="connsiteY8" fmla="*/ 3855 h 19050"/>
                  <a:gd name="connsiteX9" fmla="*/ 1352 w 0"/>
                  <a:gd name="connsiteY9" fmla="*/ 8808 h 19050"/>
                  <a:gd name="connsiteX10" fmla="*/ 1924 w 0"/>
                  <a:gd name="connsiteY10" fmla="*/ 14427 h 19050"/>
                  <a:gd name="connsiteX11" fmla="*/ 114 w 0"/>
                  <a:gd name="connsiteY11" fmla="*/ 17761 h 19050"/>
                  <a:gd name="connsiteX12" fmla="*/ 590 w 0"/>
                  <a:gd name="connsiteY12" fmla="*/ 22428 h 19050"/>
                  <a:gd name="connsiteX13" fmla="*/ 3543 w 0"/>
                  <a:gd name="connsiteY13" fmla="*/ 25667 h 19050"/>
                  <a:gd name="connsiteX14" fmla="*/ 5543 w 0"/>
                  <a:gd name="connsiteY14" fmla="*/ 25476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h="19050">
                    <a:moveTo>
                      <a:pt x="5543" y="25476"/>
                    </a:moveTo>
                    <a:cubicBezTo>
                      <a:pt x="6496" y="24619"/>
                      <a:pt x="6400" y="21762"/>
                      <a:pt x="6400" y="20523"/>
                    </a:cubicBezTo>
                    <a:cubicBezTo>
                      <a:pt x="6400" y="19571"/>
                      <a:pt x="5734" y="17761"/>
                      <a:pt x="5638" y="16809"/>
                    </a:cubicBezTo>
                    <a:cubicBezTo>
                      <a:pt x="5543" y="15475"/>
                      <a:pt x="6305" y="12808"/>
                      <a:pt x="6020" y="11570"/>
                    </a:cubicBezTo>
                    <a:cubicBezTo>
                      <a:pt x="5734" y="10713"/>
                      <a:pt x="4019" y="9474"/>
                      <a:pt x="3924" y="8617"/>
                    </a:cubicBezTo>
                    <a:cubicBezTo>
                      <a:pt x="3734" y="7569"/>
                      <a:pt x="4877" y="5474"/>
                      <a:pt x="4972" y="4331"/>
                    </a:cubicBezTo>
                    <a:cubicBezTo>
                      <a:pt x="5067" y="3378"/>
                      <a:pt x="5257" y="1092"/>
                      <a:pt x="4591" y="426"/>
                    </a:cubicBezTo>
                    <a:cubicBezTo>
                      <a:pt x="4114" y="-51"/>
                      <a:pt x="2495" y="-146"/>
                      <a:pt x="1924" y="235"/>
                    </a:cubicBezTo>
                    <a:cubicBezTo>
                      <a:pt x="1066" y="711"/>
                      <a:pt x="209" y="2807"/>
                      <a:pt x="114" y="3855"/>
                    </a:cubicBezTo>
                    <a:cubicBezTo>
                      <a:pt x="-77" y="5093"/>
                      <a:pt x="1162" y="7569"/>
                      <a:pt x="1352" y="8808"/>
                    </a:cubicBezTo>
                    <a:cubicBezTo>
                      <a:pt x="1638" y="10236"/>
                      <a:pt x="2209" y="13094"/>
                      <a:pt x="1924" y="14427"/>
                    </a:cubicBezTo>
                    <a:cubicBezTo>
                      <a:pt x="1733" y="15380"/>
                      <a:pt x="304" y="16809"/>
                      <a:pt x="114" y="17761"/>
                    </a:cubicBezTo>
                    <a:cubicBezTo>
                      <a:pt x="-172" y="18904"/>
                      <a:pt x="114" y="21381"/>
                      <a:pt x="590" y="22428"/>
                    </a:cubicBezTo>
                    <a:cubicBezTo>
                      <a:pt x="1066" y="23381"/>
                      <a:pt x="2591" y="25191"/>
                      <a:pt x="3543" y="25667"/>
                    </a:cubicBezTo>
                    <a:cubicBezTo>
                      <a:pt x="4019" y="25762"/>
                      <a:pt x="5162" y="25857"/>
                      <a:pt x="5543" y="25476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87" name="Freeform: Shape 117">
                <a:extLst>
                  <a:ext uri="{FF2B5EF4-FFF2-40B4-BE49-F238E27FC236}">
                    <a16:creationId xmlns:a16="http://schemas.microsoft.com/office/drawing/2014/main" id="{91225B7E-1E8F-C5BE-22BD-8956B1170E81}"/>
                  </a:ext>
                </a:extLst>
              </p:cNvPr>
              <p:cNvSpPr/>
              <p:nvPr/>
            </p:nvSpPr>
            <p:spPr>
              <a:xfrm>
                <a:off x="9161791" y="1980425"/>
                <a:ext cx="9525" cy="9525"/>
              </a:xfrm>
              <a:custGeom>
                <a:avLst/>
                <a:gdLst>
                  <a:gd name="connsiteX0" fmla="*/ 5546 w 0"/>
                  <a:gd name="connsiteY0" fmla="*/ 4013 h 0"/>
                  <a:gd name="connsiteX1" fmla="*/ 2879 w 0"/>
                  <a:gd name="connsiteY1" fmla="*/ 5061 h 0"/>
                  <a:gd name="connsiteX2" fmla="*/ 21 w 0"/>
                  <a:gd name="connsiteY2" fmla="*/ 3061 h 0"/>
                  <a:gd name="connsiteX3" fmla="*/ 1736 w 0"/>
                  <a:gd name="connsiteY3" fmla="*/ 298 h 0"/>
                  <a:gd name="connsiteX4" fmla="*/ 5450 w 0"/>
                  <a:gd name="connsiteY4" fmla="*/ 489 h 0"/>
                  <a:gd name="connsiteX5" fmla="*/ 5546 w 0"/>
                  <a:gd name="connsiteY5" fmla="*/ 4013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>
                    <a:moveTo>
                      <a:pt x="5546" y="4013"/>
                    </a:moveTo>
                    <a:cubicBezTo>
                      <a:pt x="5164" y="4585"/>
                      <a:pt x="3545" y="5156"/>
                      <a:pt x="2879" y="5061"/>
                    </a:cubicBezTo>
                    <a:cubicBezTo>
                      <a:pt x="2022" y="4966"/>
                      <a:pt x="212" y="3918"/>
                      <a:pt x="21" y="3061"/>
                    </a:cubicBezTo>
                    <a:cubicBezTo>
                      <a:pt x="-170" y="2299"/>
                      <a:pt x="973" y="679"/>
                      <a:pt x="1736" y="298"/>
                    </a:cubicBezTo>
                    <a:cubicBezTo>
                      <a:pt x="2593" y="-83"/>
                      <a:pt x="4784" y="-178"/>
                      <a:pt x="5450" y="489"/>
                    </a:cubicBezTo>
                    <a:cubicBezTo>
                      <a:pt x="6022" y="1156"/>
                      <a:pt x="5927" y="3346"/>
                      <a:pt x="5546" y="4013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88" name="Freeform: Shape 118">
                <a:extLst>
                  <a:ext uri="{FF2B5EF4-FFF2-40B4-BE49-F238E27FC236}">
                    <a16:creationId xmlns:a16="http://schemas.microsoft.com/office/drawing/2014/main" id="{A4A24780-EF43-F0C5-C88D-1AC6CFEE3F5F}"/>
                  </a:ext>
                </a:extLst>
              </p:cNvPr>
              <p:cNvSpPr/>
              <p:nvPr/>
            </p:nvSpPr>
            <p:spPr>
              <a:xfrm>
                <a:off x="9161874" y="1967573"/>
                <a:ext cx="9525" cy="9525"/>
              </a:xfrm>
              <a:custGeom>
                <a:avLst/>
                <a:gdLst>
                  <a:gd name="connsiteX0" fmla="*/ 10510 w 9525"/>
                  <a:gd name="connsiteY0" fmla="*/ 12960 h 9525"/>
                  <a:gd name="connsiteX1" fmla="*/ 8033 w 9525"/>
                  <a:gd name="connsiteY1" fmla="*/ 8960 h 9525"/>
                  <a:gd name="connsiteX2" fmla="*/ 4795 w 9525"/>
                  <a:gd name="connsiteY2" fmla="*/ 10007 h 9525"/>
                  <a:gd name="connsiteX3" fmla="*/ 33 w 9525"/>
                  <a:gd name="connsiteY3" fmla="*/ 9055 h 9525"/>
                  <a:gd name="connsiteX4" fmla="*/ 3462 w 9525"/>
                  <a:gd name="connsiteY4" fmla="*/ 5054 h 9525"/>
                  <a:gd name="connsiteX5" fmla="*/ 5462 w 9525"/>
                  <a:gd name="connsiteY5" fmla="*/ 1435 h 9525"/>
                  <a:gd name="connsiteX6" fmla="*/ 8129 w 9525"/>
                  <a:gd name="connsiteY6" fmla="*/ 6 h 9525"/>
                  <a:gd name="connsiteX7" fmla="*/ 10891 w 9525"/>
                  <a:gd name="connsiteY7" fmla="*/ 2102 h 9525"/>
                  <a:gd name="connsiteX8" fmla="*/ 13558 w 9525"/>
                  <a:gd name="connsiteY8" fmla="*/ 5054 h 9525"/>
                  <a:gd name="connsiteX9" fmla="*/ 12320 w 9525"/>
                  <a:gd name="connsiteY9" fmla="*/ 9341 h 9525"/>
                  <a:gd name="connsiteX10" fmla="*/ 10510 w 9525"/>
                  <a:gd name="connsiteY10" fmla="*/ 1296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525" h="9525">
                    <a:moveTo>
                      <a:pt x="10510" y="12960"/>
                    </a:moveTo>
                    <a:cubicBezTo>
                      <a:pt x="9272" y="13055"/>
                      <a:pt x="9177" y="9341"/>
                      <a:pt x="8033" y="8960"/>
                    </a:cubicBezTo>
                    <a:cubicBezTo>
                      <a:pt x="7177" y="8674"/>
                      <a:pt x="5652" y="10007"/>
                      <a:pt x="4795" y="10007"/>
                    </a:cubicBezTo>
                    <a:cubicBezTo>
                      <a:pt x="3557" y="10103"/>
                      <a:pt x="414" y="10198"/>
                      <a:pt x="33" y="9055"/>
                    </a:cubicBezTo>
                    <a:cubicBezTo>
                      <a:pt x="-348" y="7817"/>
                      <a:pt x="2699" y="6102"/>
                      <a:pt x="3462" y="5054"/>
                    </a:cubicBezTo>
                    <a:cubicBezTo>
                      <a:pt x="4033" y="4197"/>
                      <a:pt x="4700" y="2197"/>
                      <a:pt x="5462" y="1435"/>
                    </a:cubicBezTo>
                    <a:cubicBezTo>
                      <a:pt x="5938" y="959"/>
                      <a:pt x="7367" y="-89"/>
                      <a:pt x="8129" y="6"/>
                    </a:cubicBezTo>
                    <a:cubicBezTo>
                      <a:pt x="8986" y="101"/>
                      <a:pt x="10225" y="1530"/>
                      <a:pt x="10891" y="2102"/>
                    </a:cubicBezTo>
                    <a:cubicBezTo>
                      <a:pt x="11653" y="2768"/>
                      <a:pt x="13368" y="4102"/>
                      <a:pt x="13558" y="5054"/>
                    </a:cubicBezTo>
                    <a:cubicBezTo>
                      <a:pt x="13844" y="6197"/>
                      <a:pt x="12701" y="8293"/>
                      <a:pt x="12320" y="9341"/>
                    </a:cubicBezTo>
                    <a:cubicBezTo>
                      <a:pt x="11844" y="10198"/>
                      <a:pt x="11558" y="12960"/>
                      <a:pt x="10510" y="12960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89" name="Freeform: Shape 119">
                <a:extLst>
                  <a:ext uri="{FF2B5EF4-FFF2-40B4-BE49-F238E27FC236}">
                    <a16:creationId xmlns:a16="http://schemas.microsoft.com/office/drawing/2014/main" id="{53D38B05-BFF1-7B89-61C4-2C244B63D1F3}"/>
                  </a:ext>
                </a:extLst>
              </p:cNvPr>
              <p:cNvSpPr/>
              <p:nvPr/>
            </p:nvSpPr>
            <p:spPr>
              <a:xfrm>
                <a:off x="9177965" y="1974120"/>
                <a:ext cx="9525" cy="9525"/>
              </a:xfrm>
              <a:custGeom>
                <a:avLst/>
                <a:gdLst>
                  <a:gd name="connsiteX0" fmla="*/ 2992 w 0"/>
                  <a:gd name="connsiteY0" fmla="*/ 6795 h 0"/>
                  <a:gd name="connsiteX1" fmla="*/ 39 w 0"/>
                  <a:gd name="connsiteY1" fmla="*/ 4508 h 0"/>
                  <a:gd name="connsiteX2" fmla="*/ 2040 w 0"/>
                  <a:gd name="connsiteY2" fmla="*/ 222 h 0"/>
                  <a:gd name="connsiteX3" fmla="*/ 5659 w 0"/>
                  <a:gd name="connsiteY3" fmla="*/ 508 h 0"/>
                  <a:gd name="connsiteX4" fmla="*/ 7850 w 0"/>
                  <a:gd name="connsiteY4" fmla="*/ 3651 h 0"/>
                  <a:gd name="connsiteX5" fmla="*/ 5945 w 0"/>
                  <a:gd name="connsiteY5" fmla="*/ 5747 h 0"/>
                  <a:gd name="connsiteX6" fmla="*/ 2992 w 0"/>
                  <a:gd name="connsiteY6" fmla="*/ 6795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>
                    <a:moveTo>
                      <a:pt x="2992" y="6795"/>
                    </a:moveTo>
                    <a:cubicBezTo>
                      <a:pt x="2040" y="6604"/>
                      <a:pt x="230" y="5366"/>
                      <a:pt x="39" y="4508"/>
                    </a:cubicBezTo>
                    <a:cubicBezTo>
                      <a:pt x="-247" y="3366"/>
                      <a:pt x="1087" y="889"/>
                      <a:pt x="2040" y="222"/>
                    </a:cubicBezTo>
                    <a:cubicBezTo>
                      <a:pt x="2801" y="-254"/>
                      <a:pt x="4802" y="127"/>
                      <a:pt x="5659" y="508"/>
                    </a:cubicBezTo>
                    <a:cubicBezTo>
                      <a:pt x="6516" y="984"/>
                      <a:pt x="7945" y="2699"/>
                      <a:pt x="7850" y="3651"/>
                    </a:cubicBezTo>
                    <a:cubicBezTo>
                      <a:pt x="7755" y="4318"/>
                      <a:pt x="6516" y="5366"/>
                      <a:pt x="5945" y="5747"/>
                    </a:cubicBezTo>
                    <a:cubicBezTo>
                      <a:pt x="5278" y="6223"/>
                      <a:pt x="3754" y="6890"/>
                      <a:pt x="2992" y="6795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90" name="Freeform: Shape 120">
                <a:extLst>
                  <a:ext uri="{FF2B5EF4-FFF2-40B4-BE49-F238E27FC236}">
                    <a16:creationId xmlns:a16="http://schemas.microsoft.com/office/drawing/2014/main" id="{F0BF8099-2E0E-2CEE-0375-4BEBBA16E549}"/>
                  </a:ext>
                </a:extLst>
              </p:cNvPr>
              <p:cNvSpPr/>
              <p:nvPr/>
            </p:nvSpPr>
            <p:spPr>
              <a:xfrm>
                <a:off x="9175099" y="1962146"/>
                <a:ext cx="9525" cy="9525"/>
              </a:xfrm>
              <a:custGeom>
                <a:avLst/>
                <a:gdLst>
                  <a:gd name="connsiteX0" fmla="*/ 3572 w 0"/>
                  <a:gd name="connsiteY0" fmla="*/ 7719 h 0"/>
                  <a:gd name="connsiteX1" fmla="*/ 333 w 0"/>
                  <a:gd name="connsiteY1" fmla="*/ 6195 h 0"/>
                  <a:gd name="connsiteX2" fmla="*/ 238 w 0"/>
                  <a:gd name="connsiteY2" fmla="*/ 2576 h 0"/>
                  <a:gd name="connsiteX3" fmla="*/ 2524 w 0"/>
                  <a:gd name="connsiteY3" fmla="*/ 99 h 0"/>
                  <a:gd name="connsiteX4" fmla="*/ 4334 w 0"/>
                  <a:gd name="connsiteY4" fmla="*/ 290 h 0"/>
                  <a:gd name="connsiteX5" fmla="*/ 5763 w 0"/>
                  <a:gd name="connsiteY5" fmla="*/ 4100 h 0"/>
                  <a:gd name="connsiteX6" fmla="*/ 3572 w 0"/>
                  <a:gd name="connsiteY6" fmla="*/ 7719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>
                    <a:moveTo>
                      <a:pt x="3572" y="7719"/>
                    </a:moveTo>
                    <a:cubicBezTo>
                      <a:pt x="2715" y="8005"/>
                      <a:pt x="809" y="6957"/>
                      <a:pt x="333" y="6195"/>
                    </a:cubicBezTo>
                    <a:cubicBezTo>
                      <a:pt x="-143" y="5433"/>
                      <a:pt x="-48" y="3433"/>
                      <a:pt x="238" y="2576"/>
                    </a:cubicBezTo>
                    <a:cubicBezTo>
                      <a:pt x="524" y="1814"/>
                      <a:pt x="1762" y="385"/>
                      <a:pt x="2524" y="99"/>
                    </a:cubicBezTo>
                    <a:cubicBezTo>
                      <a:pt x="3001" y="-91"/>
                      <a:pt x="3953" y="4"/>
                      <a:pt x="4334" y="290"/>
                    </a:cubicBezTo>
                    <a:cubicBezTo>
                      <a:pt x="5096" y="956"/>
                      <a:pt x="5953" y="3052"/>
                      <a:pt x="5763" y="4100"/>
                    </a:cubicBezTo>
                    <a:cubicBezTo>
                      <a:pt x="5763" y="5243"/>
                      <a:pt x="4524" y="7433"/>
                      <a:pt x="3572" y="7719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91" name="Freeform: Shape 121">
                <a:extLst>
                  <a:ext uri="{FF2B5EF4-FFF2-40B4-BE49-F238E27FC236}">
                    <a16:creationId xmlns:a16="http://schemas.microsoft.com/office/drawing/2014/main" id="{509127AA-2542-79AB-FEFE-C14F8F7BEEEF}"/>
                  </a:ext>
                </a:extLst>
              </p:cNvPr>
              <p:cNvSpPr/>
              <p:nvPr/>
            </p:nvSpPr>
            <p:spPr>
              <a:xfrm>
                <a:off x="9160358" y="1963002"/>
                <a:ext cx="9525" cy="9525"/>
              </a:xfrm>
              <a:custGeom>
                <a:avLst/>
                <a:gdLst>
                  <a:gd name="connsiteX0" fmla="*/ 4311 w 0"/>
                  <a:gd name="connsiteY0" fmla="*/ 3244 h 0"/>
                  <a:gd name="connsiteX1" fmla="*/ 2406 w 0"/>
                  <a:gd name="connsiteY1" fmla="*/ 5149 h 0"/>
                  <a:gd name="connsiteX2" fmla="*/ 25 w 0"/>
                  <a:gd name="connsiteY2" fmla="*/ 3339 h 0"/>
                  <a:gd name="connsiteX3" fmla="*/ 1549 w 0"/>
                  <a:gd name="connsiteY3" fmla="*/ 291 h 0"/>
                  <a:gd name="connsiteX4" fmla="*/ 5264 w 0"/>
                  <a:gd name="connsiteY4" fmla="*/ 672 h 0"/>
                  <a:gd name="connsiteX5" fmla="*/ 4311 w 0"/>
                  <a:gd name="connsiteY5" fmla="*/ 3244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>
                    <a:moveTo>
                      <a:pt x="4311" y="3244"/>
                    </a:moveTo>
                    <a:cubicBezTo>
                      <a:pt x="3930" y="3815"/>
                      <a:pt x="3073" y="5149"/>
                      <a:pt x="2406" y="5149"/>
                    </a:cubicBezTo>
                    <a:cubicBezTo>
                      <a:pt x="1644" y="5149"/>
                      <a:pt x="215" y="4101"/>
                      <a:pt x="25" y="3339"/>
                    </a:cubicBezTo>
                    <a:cubicBezTo>
                      <a:pt x="-166" y="2482"/>
                      <a:pt x="787" y="672"/>
                      <a:pt x="1549" y="291"/>
                    </a:cubicBezTo>
                    <a:cubicBezTo>
                      <a:pt x="2311" y="-185"/>
                      <a:pt x="4787" y="-90"/>
                      <a:pt x="5264" y="672"/>
                    </a:cubicBezTo>
                    <a:cubicBezTo>
                      <a:pt x="5549" y="1244"/>
                      <a:pt x="4692" y="2672"/>
                      <a:pt x="4311" y="3244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92" name="Freeform: Shape 122">
                <a:extLst>
                  <a:ext uri="{FF2B5EF4-FFF2-40B4-BE49-F238E27FC236}">
                    <a16:creationId xmlns:a16="http://schemas.microsoft.com/office/drawing/2014/main" id="{9A3C4EB7-E38D-9795-9DDA-E99E4DB23B82}"/>
                  </a:ext>
                </a:extLst>
              </p:cNvPr>
              <p:cNvSpPr/>
              <p:nvPr/>
            </p:nvSpPr>
            <p:spPr>
              <a:xfrm>
                <a:off x="9182482" y="1949181"/>
                <a:ext cx="9525" cy="9525"/>
              </a:xfrm>
              <a:custGeom>
                <a:avLst/>
                <a:gdLst>
                  <a:gd name="connsiteX0" fmla="*/ 5619 w 0"/>
                  <a:gd name="connsiteY0" fmla="*/ 7825 h 0"/>
                  <a:gd name="connsiteX1" fmla="*/ 2095 w 0"/>
                  <a:gd name="connsiteY1" fmla="*/ 7539 h 0"/>
                  <a:gd name="connsiteX2" fmla="*/ 94 w 0"/>
                  <a:gd name="connsiteY2" fmla="*/ 2872 h 0"/>
                  <a:gd name="connsiteX3" fmla="*/ 5047 w 0"/>
                  <a:gd name="connsiteY3" fmla="*/ 15 h 0"/>
                  <a:gd name="connsiteX4" fmla="*/ 6857 w 0"/>
                  <a:gd name="connsiteY4" fmla="*/ 1920 h 0"/>
                  <a:gd name="connsiteX5" fmla="*/ 5143 w 0"/>
                  <a:gd name="connsiteY5" fmla="*/ 4301 h 0"/>
                  <a:gd name="connsiteX6" fmla="*/ 5619 w 0"/>
                  <a:gd name="connsiteY6" fmla="*/ 7825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>
                    <a:moveTo>
                      <a:pt x="5619" y="7825"/>
                    </a:moveTo>
                    <a:cubicBezTo>
                      <a:pt x="5047" y="8492"/>
                      <a:pt x="2857" y="8016"/>
                      <a:pt x="2095" y="7539"/>
                    </a:cubicBezTo>
                    <a:cubicBezTo>
                      <a:pt x="1047" y="6777"/>
                      <a:pt x="-382" y="4015"/>
                      <a:pt x="94" y="2872"/>
                    </a:cubicBezTo>
                    <a:cubicBezTo>
                      <a:pt x="570" y="1539"/>
                      <a:pt x="3714" y="-176"/>
                      <a:pt x="5047" y="15"/>
                    </a:cubicBezTo>
                    <a:cubicBezTo>
                      <a:pt x="5714" y="110"/>
                      <a:pt x="6857" y="1253"/>
                      <a:pt x="6857" y="1920"/>
                    </a:cubicBezTo>
                    <a:cubicBezTo>
                      <a:pt x="6953" y="2682"/>
                      <a:pt x="5333" y="3539"/>
                      <a:pt x="5143" y="4301"/>
                    </a:cubicBezTo>
                    <a:cubicBezTo>
                      <a:pt x="4952" y="5063"/>
                      <a:pt x="6190" y="7158"/>
                      <a:pt x="5619" y="7825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93" name="Freeform: Shape 123">
                <a:extLst>
                  <a:ext uri="{FF2B5EF4-FFF2-40B4-BE49-F238E27FC236}">
                    <a16:creationId xmlns:a16="http://schemas.microsoft.com/office/drawing/2014/main" id="{425DB9B2-9F49-E5F9-A6F9-73112E67D2B2}"/>
                  </a:ext>
                </a:extLst>
              </p:cNvPr>
              <p:cNvSpPr/>
              <p:nvPr/>
            </p:nvSpPr>
            <p:spPr>
              <a:xfrm>
                <a:off x="8837581" y="1499171"/>
                <a:ext cx="447675" cy="714375"/>
              </a:xfrm>
              <a:custGeom>
                <a:avLst/>
                <a:gdLst>
                  <a:gd name="connsiteX0" fmla="*/ 450628 w 447675"/>
                  <a:gd name="connsiteY0" fmla="*/ 322676 h 714375"/>
                  <a:gd name="connsiteX1" fmla="*/ 451866 w 447675"/>
                  <a:gd name="connsiteY1" fmla="*/ 325819 h 714375"/>
                  <a:gd name="connsiteX2" fmla="*/ 450628 w 447675"/>
                  <a:gd name="connsiteY2" fmla="*/ 328962 h 714375"/>
                  <a:gd name="connsiteX3" fmla="*/ 448627 w 447675"/>
                  <a:gd name="connsiteY3" fmla="*/ 332962 h 714375"/>
                  <a:gd name="connsiteX4" fmla="*/ 444627 w 447675"/>
                  <a:gd name="connsiteY4" fmla="*/ 335344 h 714375"/>
                  <a:gd name="connsiteX5" fmla="*/ 442817 w 447675"/>
                  <a:gd name="connsiteY5" fmla="*/ 338868 h 714375"/>
                  <a:gd name="connsiteX6" fmla="*/ 441674 w 447675"/>
                  <a:gd name="connsiteY6" fmla="*/ 341916 h 714375"/>
                  <a:gd name="connsiteX7" fmla="*/ 442341 w 447675"/>
                  <a:gd name="connsiteY7" fmla="*/ 347441 h 714375"/>
                  <a:gd name="connsiteX8" fmla="*/ 440721 w 447675"/>
                  <a:gd name="connsiteY8" fmla="*/ 353156 h 714375"/>
                  <a:gd name="connsiteX9" fmla="*/ 437197 w 447675"/>
                  <a:gd name="connsiteY9" fmla="*/ 358585 h 714375"/>
                  <a:gd name="connsiteX10" fmla="*/ 432911 w 447675"/>
                  <a:gd name="connsiteY10" fmla="*/ 360109 h 714375"/>
                  <a:gd name="connsiteX11" fmla="*/ 431006 w 447675"/>
                  <a:gd name="connsiteY11" fmla="*/ 362776 h 714375"/>
                  <a:gd name="connsiteX12" fmla="*/ 431768 w 447675"/>
                  <a:gd name="connsiteY12" fmla="*/ 365824 h 714375"/>
                  <a:gd name="connsiteX13" fmla="*/ 430625 w 447675"/>
                  <a:gd name="connsiteY13" fmla="*/ 368205 h 714375"/>
                  <a:gd name="connsiteX14" fmla="*/ 427768 w 447675"/>
                  <a:gd name="connsiteY14" fmla="*/ 370967 h 714375"/>
                  <a:gd name="connsiteX15" fmla="*/ 425386 w 447675"/>
                  <a:gd name="connsiteY15" fmla="*/ 370967 h 714375"/>
                  <a:gd name="connsiteX16" fmla="*/ 424148 w 447675"/>
                  <a:gd name="connsiteY16" fmla="*/ 366300 h 714375"/>
                  <a:gd name="connsiteX17" fmla="*/ 426911 w 447675"/>
                  <a:gd name="connsiteY17" fmla="*/ 362966 h 714375"/>
                  <a:gd name="connsiteX18" fmla="*/ 424910 w 447675"/>
                  <a:gd name="connsiteY18" fmla="*/ 360395 h 714375"/>
                  <a:gd name="connsiteX19" fmla="*/ 423196 w 447675"/>
                  <a:gd name="connsiteY19" fmla="*/ 358204 h 714375"/>
                  <a:gd name="connsiteX20" fmla="*/ 423386 w 447675"/>
                  <a:gd name="connsiteY20" fmla="*/ 355060 h 714375"/>
                  <a:gd name="connsiteX21" fmla="*/ 422053 w 447675"/>
                  <a:gd name="connsiteY21" fmla="*/ 352679 h 714375"/>
                  <a:gd name="connsiteX22" fmla="*/ 420433 w 447675"/>
                  <a:gd name="connsiteY22" fmla="*/ 355537 h 714375"/>
                  <a:gd name="connsiteX23" fmla="*/ 416719 w 447675"/>
                  <a:gd name="connsiteY23" fmla="*/ 356775 h 714375"/>
                  <a:gd name="connsiteX24" fmla="*/ 416052 w 447675"/>
                  <a:gd name="connsiteY24" fmla="*/ 360299 h 714375"/>
                  <a:gd name="connsiteX25" fmla="*/ 418909 w 447675"/>
                  <a:gd name="connsiteY25" fmla="*/ 360966 h 714375"/>
                  <a:gd name="connsiteX26" fmla="*/ 420148 w 447675"/>
                  <a:gd name="connsiteY26" fmla="*/ 366300 h 714375"/>
                  <a:gd name="connsiteX27" fmla="*/ 417386 w 447675"/>
                  <a:gd name="connsiteY27" fmla="*/ 368110 h 714375"/>
                  <a:gd name="connsiteX28" fmla="*/ 418147 w 447675"/>
                  <a:gd name="connsiteY28" fmla="*/ 371539 h 714375"/>
                  <a:gd name="connsiteX29" fmla="*/ 416528 w 447675"/>
                  <a:gd name="connsiteY29" fmla="*/ 373634 h 714375"/>
                  <a:gd name="connsiteX30" fmla="*/ 413956 w 447675"/>
                  <a:gd name="connsiteY30" fmla="*/ 372777 h 714375"/>
                  <a:gd name="connsiteX31" fmla="*/ 412242 w 447675"/>
                  <a:gd name="connsiteY31" fmla="*/ 375825 h 714375"/>
                  <a:gd name="connsiteX32" fmla="*/ 409289 w 447675"/>
                  <a:gd name="connsiteY32" fmla="*/ 375635 h 714375"/>
                  <a:gd name="connsiteX33" fmla="*/ 408146 w 447675"/>
                  <a:gd name="connsiteY33" fmla="*/ 371634 h 714375"/>
                  <a:gd name="connsiteX34" fmla="*/ 404146 w 447675"/>
                  <a:gd name="connsiteY34" fmla="*/ 371158 h 714375"/>
                  <a:gd name="connsiteX35" fmla="*/ 402050 w 447675"/>
                  <a:gd name="connsiteY35" fmla="*/ 373730 h 714375"/>
                  <a:gd name="connsiteX36" fmla="*/ 400240 w 447675"/>
                  <a:gd name="connsiteY36" fmla="*/ 375730 h 714375"/>
                  <a:gd name="connsiteX37" fmla="*/ 401574 w 447675"/>
                  <a:gd name="connsiteY37" fmla="*/ 379254 h 714375"/>
                  <a:gd name="connsiteX38" fmla="*/ 401955 w 447675"/>
                  <a:gd name="connsiteY38" fmla="*/ 383921 h 714375"/>
                  <a:gd name="connsiteX39" fmla="*/ 403764 w 447675"/>
                  <a:gd name="connsiteY39" fmla="*/ 386493 h 714375"/>
                  <a:gd name="connsiteX40" fmla="*/ 401955 w 447675"/>
                  <a:gd name="connsiteY40" fmla="*/ 389255 h 714375"/>
                  <a:gd name="connsiteX41" fmla="*/ 401955 w 447675"/>
                  <a:gd name="connsiteY41" fmla="*/ 391446 h 714375"/>
                  <a:gd name="connsiteX42" fmla="*/ 405669 w 447675"/>
                  <a:gd name="connsiteY42" fmla="*/ 393446 h 714375"/>
                  <a:gd name="connsiteX43" fmla="*/ 408432 w 447675"/>
                  <a:gd name="connsiteY43" fmla="*/ 396018 h 714375"/>
                  <a:gd name="connsiteX44" fmla="*/ 408908 w 447675"/>
                  <a:gd name="connsiteY44" fmla="*/ 400209 h 714375"/>
                  <a:gd name="connsiteX45" fmla="*/ 405669 w 447675"/>
                  <a:gd name="connsiteY45" fmla="*/ 402971 h 714375"/>
                  <a:gd name="connsiteX46" fmla="*/ 403193 w 447675"/>
                  <a:gd name="connsiteY46" fmla="*/ 400114 h 714375"/>
                  <a:gd name="connsiteX47" fmla="*/ 402431 w 447675"/>
                  <a:gd name="connsiteY47" fmla="*/ 396399 h 714375"/>
                  <a:gd name="connsiteX48" fmla="*/ 400050 w 447675"/>
                  <a:gd name="connsiteY48" fmla="*/ 393732 h 714375"/>
                  <a:gd name="connsiteX49" fmla="*/ 397478 w 447675"/>
                  <a:gd name="connsiteY49" fmla="*/ 392589 h 714375"/>
                  <a:gd name="connsiteX50" fmla="*/ 394811 w 447675"/>
                  <a:gd name="connsiteY50" fmla="*/ 390494 h 714375"/>
                  <a:gd name="connsiteX51" fmla="*/ 390715 w 447675"/>
                  <a:gd name="connsiteY51" fmla="*/ 389922 h 714375"/>
                  <a:gd name="connsiteX52" fmla="*/ 391096 w 447675"/>
                  <a:gd name="connsiteY52" fmla="*/ 394399 h 714375"/>
                  <a:gd name="connsiteX53" fmla="*/ 391668 w 447675"/>
                  <a:gd name="connsiteY53" fmla="*/ 396971 h 714375"/>
                  <a:gd name="connsiteX54" fmla="*/ 389668 w 447675"/>
                  <a:gd name="connsiteY54" fmla="*/ 399733 h 714375"/>
                  <a:gd name="connsiteX55" fmla="*/ 387096 w 447675"/>
                  <a:gd name="connsiteY55" fmla="*/ 399447 h 714375"/>
                  <a:gd name="connsiteX56" fmla="*/ 387001 w 447675"/>
                  <a:gd name="connsiteY56" fmla="*/ 396209 h 714375"/>
                  <a:gd name="connsiteX57" fmla="*/ 384334 w 447675"/>
                  <a:gd name="connsiteY57" fmla="*/ 392684 h 714375"/>
                  <a:gd name="connsiteX58" fmla="*/ 381952 w 447675"/>
                  <a:gd name="connsiteY58" fmla="*/ 392494 h 714375"/>
                  <a:gd name="connsiteX59" fmla="*/ 380333 w 447675"/>
                  <a:gd name="connsiteY59" fmla="*/ 395256 h 714375"/>
                  <a:gd name="connsiteX60" fmla="*/ 379666 w 447675"/>
                  <a:gd name="connsiteY60" fmla="*/ 396780 h 714375"/>
                  <a:gd name="connsiteX61" fmla="*/ 377952 w 447675"/>
                  <a:gd name="connsiteY61" fmla="*/ 396685 h 714375"/>
                  <a:gd name="connsiteX62" fmla="*/ 377190 w 447675"/>
                  <a:gd name="connsiteY62" fmla="*/ 393732 h 714375"/>
                  <a:gd name="connsiteX63" fmla="*/ 374428 w 447675"/>
                  <a:gd name="connsiteY63" fmla="*/ 393923 h 714375"/>
                  <a:gd name="connsiteX64" fmla="*/ 373094 w 447675"/>
                  <a:gd name="connsiteY64" fmla="*/ 395828 h 714375"/>
                  <a:gd name="connsiteX65" fmla="*/ 374332 w 447675"/>
                  <a:gd name="connsiteY65" fmla="*/ 399447 h 714375"/>
                  <a:gd name="connsiteX66" fmla="*/ 376047 w 447675"/>
                  <a:gd name="connsiteY66" fmla="*/ 401638 h 714375"/>
                  <a:gd name="connsiteX67" fmla="*/ 376809 w 447675"/>
                  <a:gd name="connsiteY67" fmla="*/ 406115 h 714375"/>
                  <a:gd name="connsiteX68" fmla="*/ 377190 w 447675"/>
                  <a:gd name="connsiteY68" fmla="*/ 410020 h 714375"/>
                  <a:gd name="connsiteX69" fmla="*/ 379286 w 447675"/>
                  <a:gd name="connsiteY69" fmla="*/ 412020 h 714375"/>
                  <a:gd name="connsiteX70" fmla="*/ 379666 w 447675"/>
                  <a:gd name="connsiteY70" fmla="*/ 415830 h 714375"/>
                  <a:gd name="connsiteX71" fmla="*/ 376999 w 447675"/>
                  <a:gd name="connsiteY71" fmla="*/ 417068 h 714375"/>
                  <a:gd name="connsiteX72" fmla="*/ 377190 w 447675"/>
                  <a:gd name="connsiteY72" fmla="*/ 420593 h 714375"/>
                  <a:gd name="connsiteX73" fmla="*/ 375285 w 447675"/>
                  <a:gd name="connsiteY73" fmla="*/ 422593 h 714375"/>
                  <a:gd name="connsiteX74" fmla="*/ 373666 w 447675"/>
                  <a:gd name="connsiteY74" fmla="*/ 418402 h 714375"/>
                  <a:gd name="connsiteX75" fmla="*/ 374523 w 447675"/>
                  <a:gd name="connsiteY75" fmla="*/ 415640 h 714375"/>
                  <a:gd name="connsiteX76" fmla="*/ 371570 w 447675"/>
                  <a:gd name="connsiteY76" fmla="*/ 415640 h 714375"/>
                  <a:gd name="connsiteX77" fmla="*/ 370427 w 447675"/>
                  <a:gd name="connsiteY77" fmla="*/ 418021 h 714375"/>
                  <a:gd name="connsiteX78" fmla="*/ 368332 w 447675"/>
                  <a:gd name="connsiteY78" fmla="*/ 419831 h 714375"/>
                  <a:gd name="connsiteX79" fmla="*/ 369284 w 447675"/>
                  <a:gd name="connsiteY79" fmla="*/ 424022 h 714375"/>
                  <a:gd name="connsiteX80" fmla="*/ 367760 w 447675"/>
                  <a:gd name="connsiteY80" fmla="*/ 426022 h 714375"/>
                  <a:gd name="connsiteX81" fmla="*/ 366617 w 447675"/>
                  <a:gd name="connsiteY81" fmla="*/ 423069 h 714375"/>
                  <a:gd name="connsiteX82" fmla="*/ 364617 w 447675"/>
                  <a:gd name="connsiteY82" fmla="*/ 422307 h 714375"/>
                  <a:gd name="connsiteX83" fmla="*/ 363474 w 447675"/>
                  <a:gd name="connsiteY83" fmla="*/ 426688 h 714375"/>
                  <a:gd name="connsiteX84" fmla="*/ 364903 w 447675"/>
                  <a:gd name="connsiteY84" fmla="*/ 431356 h 714375"/>
                  <a:gd name="connsiteX85" fmla="*/ 364712 w 447675"/>
                  <a:gd name="connsiteY85" fmla="*/ 434785 h 714375"/>
                  <a:gd name="connsiteX86" fmla="*/ 362045 w 447675"/>
                  <a:gd name="connsiteY86" fmla="*/ 434690 h 714375"/>
                  <a:gd name="connsiteX87" fmla="*/ 360521 w 447675"/>
                  <a:gd name="connsiteY87" fmla="*/ 431260 h 714375"/>
                  <a:gd name="connsiteX88" fmla="*/ 355092 w 447675"/>
                  <a:gd name="connsiteY88" fmla="*/ 429451 h 714375"/>
                  <a:gd name="connsiteX89" fmla="*/ 353758 w 447675"/>
                  <a:gd name="connsiteY89" fmla="*/ 425450 h 714375"/>
                  <a:gd name="connsiteX90" fmla="*/ 352044 w 447675"/>
                  <a:gd name="connsiteY90" fmla="*/ 419831 h 714375"/>
                  <a:gd name="connsiteX91" fmla="*/ 349853 w 447675"/>
                  <a:gd name="connsiteY91" fmla="*/ 416687 h 714375"/>
                  <a:gd name="connsiteX92" fmla="*/ 346234 w 447675"/>
                  <a:gd name="connsiteY92" fmla="*/ 416021 h 714375"/>
                  <a:gd name="connsiteX93" fmla="*/ 344710 w 447675"/>
                  <a:gd name="connsiteY93" fmla="*/ 418497 h 714375"/>
                  <a:gd name="connsiteX94" fmla="*/ 342900 w 447675"/>
                  <a:gd name="connsiteY94" fmla="*/ 419831 h 714375"/>
                  <a:gd name="connsiteX95" fmla="*/ 341376 w 447675"/>
                  <a:gd name="connsiteY95" fmla="*/ 417259 h 714375"/>
                  <a:gd name="connsiteX96" fmla="*/ 338994 w 447675"/>
                  <a:gd name="connsiteY96" fmla="*/ 417259 h 714375"/>
                  <a:gd name="connsiteX97" fmla="*/ 338614 w 447675"/>
                  <a:gd name="connsiteY97" fmla="*/ 420783 h 714375"/>
                  <a:gd name="connsiteX98" fmla="*/ 337947 w 447675"/>
                  <a:gd name="connsiteY98" fmla="*/ 422021 h 714375"/>
                  <a:gd name="connsiteX99" fmla="*/ 336137 w 447675"/>
                  <a:gd name="connsiteY99" fmla="*/ 419354 h 714375"/>
                  <a:gd name="connsiteX100" fmla="*/ 334137 w 447675"/>
                  <a:gd name="connsiteY100" fmla="*/ 419259 h 714375"/>
                  <a:gd name="connsiteX101" fmla="*/ 334042 w 447675"/>
                  <a:gd name="connsiteY101" fmla="*/ 422783 h 714375"/>
                  <a:gd name="connsiteX102" fmla="*/ 332613 w 447675"/>
                  <a:gd name="connsiteY102" fmla="*/ 425641 h 714375"/>
                  <a:gd name="connsiteX103" fmla="*/ 333756 w 447675"/>
                  <a:gd name="connsiteY103" fmla="*/ 428498 h 714375"/>
                  <a:gd name="connsiteX104" fmla="*/ 336328 w 447675"/>
                  <a:gd name="connsiteY104" fmla="*/ 427260 h 714375"/>
                  <a:gd name="connsiteX105" fmla="*/ 338804 w 447675"/>
                  <a:gd name="connsiteY105" fmla="*/ 428498 h 714375"/>
                  <a:gd name="connsiteX106" fmla="*/ 341852 w 447675"/>
                  <a:gd name="connsiteY106" fmla="*/ 430784 h 714375"/>
                  <a:gd name="connsiteX107" fmla="*/ 346614 w 447675"/>
                  <a:gd name="connsiteY107" fmla="*/ 431832 h 714375"/>
                  <a:gd name="connsiteX108" fmla="*/ 348901 w 447675"/>
                  <a:gd name="connsiteY108" fmla="*/ 433642 h 714375"/>
                  <a:gd name="connsiteX109" fmla="*/ 351377 w 447675"/>
                  <a:gd name="connsiteY109" fmla="*/ 437547 h 714375"/>
                  <a:gd name="connsiteX110" fmla="*/ 351758 w 447675"/>
                  <a:gd name="connsiteY110" fmla="*/ 442119 h 714375"/>
                  <a:gd name="connsiteX111" fmla="*/ 347472 w 447675"/>
                  <a:gd name="connsiteY111" fmla="*/ 446786 h 714375"/>
                  <a:gd name="connsiteX112" fmla="*/ 342329 w 447675"/>
                  <a:gd name="connsiteY112" fmla="*/ 449168 h 714375"/>
                  <a:gd name="connsiteX113" fmla="*/ 340614 w 447675"/>
                  <a:gd name="connsiteY113" fmla="*/ 452120 h 714375"/>
                  <a:gd name="connsiteX114" fmla="*/ 342614 w 447675"/>
                  <a:gd name="connsiteY114" fmla="*/ 454978 h 714375"/>
                  <a:gd name="connsiteX115" fmla="*/ 341662 w 447675"/>
                  <a:gd name="connsiteY115" fmla="*/ 458407 h 714375"/>
                  <a:gd name="connsiteX116" fmla="*/ 339090 w 447675"/>
                  <a:gd name="connsiteY116" fmla="*/ 460407 h 714375"/>
                  <a:gd name="connsiteX117" fmla="*/ 335375 w 447675"/>
                  <a:gd name="connsiteY117" fmla="*/ 458883 h 714375"/>
                  <a:gd name="connsiteX118" fmla="*/ 331755 w 447675"/>
                  <a:gd name="connsiteY118" fmla="*/ 459645 h 714375"/>
                  <a:gd name="connsiteX119" fmla="*/ 328517 w 447675"/>
                  <a:gd name="connsiteY119" fmla="*/ 455454 h 714375"/>
                  <a:gd name="connsiteX120" fmla="*/ 326041 w 447675"/>
                  <a:gd name="connsiteY120" fmla="*/ 449549 h 714375"/>
                  <a:gd name="connsiteX121" fmla="*/ 325278 w 447675"/>
                  <a:gd name="connsiteY121" fmla="*/ 444500 h 714375"/>
                  <a:gd name="connsiteX122" fmla="*/ 326041 w 447675"/>
                  <a:gd name="connsiteY122" fmla="*/ 440309 h 714375"/>
                  <a:gd name="connsiteX123" fmla="*/ 327850 w 447675"/>
                  <a:gd name="connsiteY123" fmla="*/ 437261 h 714375"/>
                  <a:gd name="connsiteX124" fmla="*/ 326612 w 447675"/>
                  <a:gd name="connsiteY124" fmla="*/ 433547 h 714375"/>
                  <a:gd name="connsiteX125" fmla="*/ 324326 w 447675"/>
                  <a:gd name="connsiteY125" fmla="*/ 431737 h 714375"/>
                  <a:gd name="connsiteX126" fmla="*/ 322516 w 447675"/>
                  <a:gd name="connsiteY126" fmla="*/ 433547 h 714375"/>
                  <a:gd name="connsiteX127" fmla="*/ 322230 w 447675"/>
                  <a:gd name="connsiteY127" fmla="*/ 437261 h 714375"/>
                  <a:gd name="connsiteX128" fmla="*/ 321183 w 447675"/>
                  <a:gd name="connsiteY128" fmla="*/ 438500 h 714375"/>
                  <a:gd name="connsiteX129" fmla="*/ 319944 w 447675"/>
                  <a:gd name="connsiteY129" fmla="*/ 435833 h 714375"/>
                  <a:gd name="connsiteX130" fmla="*/ 318897 w 447675"/>
                  <a:gd name="connsiteY130" fmla="*/ 432499 h 714375"/>
                  <a:gd name="connsiteX131" fmla="*/ 316706 w 447675"/>
                  <a:gd name="connsiteY131" fmla="*/ 431642 h 714375"/>
                  <a:gd name="connsiteX132" fmla="*/ 315373 w 447675"/>
                  <a:gd name="connsiteY132" fmla="*/ 432880 h 714375"/>
                  <a:gd name="connsiteX133" fmla="*/ 316611 w 447675"/>
                  <a:gd name="connsiteY133" fmla="*/ 436785 h 714375"/>
                  <a:gd name="connsiteX134" fmla="*/ 318135 w 447675"/>
                  <a:gd name="connsiteY134" fmla="*/ 439261 h 714375"/>
                  <a:gd name="connsiteX135" fmla="*/ 318325 w 447675"/>
                  <a:gd name="connsiteY135" fmla="*/ 442405 h 714375"/>
                  <a:gd name="connsiteX136" fmla="*/ 317182 w 447675"/>
                  <a:gd name="connsiteY136" fmla="*/ 444786 h 714375"/>
                  <a:gd name="connsiteX137" fmla="*/ 315944 w 447675"/>
                  <a:gd name="connsiteY137" fmla="*/ 442405 h 714375"/>
                  <a:gd name="connsiteX138" fmla="*/ 315944 w 447675"/>
                  <a:gd name="connsiteY138" fmla="*/ 439166 h 714375"/>
                  <a:gd name="connsiteX139" fmla="*/ 314420 w 447675"/>
                  <a:gd name="connsiteY139" fmla="*/ 436499 h 714375"/>
                  <a:gd name="connsiteX140" fmla="*/ 312420 w 447675"/>
                  <a:gd name="connsiteY140" fmla="*/ 436499 h 714375"/>
                  <a:gd name="connsiteX141" fmla="*/ 311753 w 447675"/>
                  <a:gd name="connsiteY141" fmla="*/ 439547 h 714375"/>
                  <a:gd name="connsiteX142" fmla="*/ 309848 w 447675"/>
                  <a:gd name="connsiteY142" fmla="*/ 442024 h 714375"/>
                  <a:gd name="connsiteX143" fmla="*/ 306228 w 447675"/>
                  <a:gd name="connsiteY143" fmla="*/ 444310 h 714375"/>
                  <a:gd name="connsiteX144" fmla="*/ 307943 w 447675"/>
                  <a:gd name="connsiteY144" fmla="*/ 447453 h 714375"/>
                  <a:gd name="connsiteX145" fmla="*/ 310134 w 447675"/>
                  <a:gd name="connsiteY145" fmla="*/ 451454 h 714375"/>
                  <a:gd name="connsiteX146" fmla="*/ 310039 w 447675"/>
                  <a:gd name="connsiteY146" fmla="*/ 455168 h 714375"/>
                  <a:gd name="connsiteX147" fmla="*/ 312039 w 447675"/>
                  <a:gd name="connsiteY147" fmla="*/ 457645 h 714375"/>
                  <a:gd name="connsiteX148" fmla="*/ 316039 w 447675"/>
                  <a:gd name="connsiteY148" fmla="*/ 459169 h 714375"/>
                  <a:gd name="connsiteX149" fmla="*/ 317849 w 447675"/>
                  <a:gd name="connsiteY149" fmla="*/ 464598 h 714375"/>
                  <a:gd name="connsiteX150" fmla="*/ 317468 w 447675"/>
                  <a:gd name="connsiteY150" fmla="*/ 467456 h 714375"/>
                  <a:gd name="connsiteX151" fmla="*/ 313087 w 447675"/>
                  <a:gd name="connsiteY151" fmla="*/ 466694 h 714375"/>
                  <a:gd name="connsiteX152" fmla="*/ 308229 w 447675"/>
                  <a:gd name="connsiteY152" fmla="*/ 462979 h 714375"/>
                  <a:gd name="connsiteX153" fmla="*/ 304609 w 447675"/>
                  <a:gd name="connsiteY153" fmla="*/ 461645 h 714375"/>
                  <a:gd name="connsiteX154" fmla="*/ 301847 w 447675"/>
                  <a:gd name="connsiteY154" fmla="*/ 462312 h 714375"/>
                  <a:gd name="connsiteX155" fmla="*/ 294608 w 447675"/>
                  <a:gd name="connsiteY155" fmla="*/ 461645 h 714375"/>
                  <a:gd name="connsiteX156" fmla="*/ 291751 w 447675"/>
                  <a:gd name="connsiteY156" fmla="*/ 459455 h 714375"/>
                  <a:gd name="connsiteX157" fmla="*/ 288321 w 447675"/>
                  <a:gd name="connsiteY157" fmla="*/ 460121 h 714375"/>
                  <a:gd name="connsiteX158" fmla="*/ 287845 w 447675"/>
                  <a:gd name="connsiteY158" fmla="*/ 464979 h 714375"/>
                  <a:gd name="connsiteX159" fmla="*/ 284607 w 447675"/>
                  <a:gd name="connsiteY159" fmla="*/ 466503 h 714375"/>
                  <a:gd name="connsiteX160" fmla="*/ 282797 w 447675"/>
                  <a:gd name="connsiteY160" fmla="*/ 462788 h 714375"/>
                  <a:gd name="connsiteX161" fmla="*/ 281749 w 447675"/>
                  <a:gd name="connsiteY161" fmla="*/ 456978 h 714375"/>
                  <a:gd name="connsiteX162" fmla="*/ 280130 w 447675"/>
                  <a:gd name="connsiteY162" fmla="*/ 452787 h 714375"/>
                  <a:gd name="connsiteX163" fmla="*/ 279463 w 447675"/>
                  <a:gd name="connsiteY163" fmla="*/ 447644 h 714375"/>
                  <a:gd name="connsiteX164" fmla="*/ 278606 w 447675"/>
                  <a:gd name="connsiteY164" fmla="*/ 442024 h 714375"/>
                  <a:gd name="connsiteX165" fmla="*/ 276510 w 447675"/>
                  <a:gd name="connsiteY165" fmla="*/ 442976 h 714375"/>
                  <a:gd name="connsiteX166" fmla="*/ 274034 w 447675"/>
                  <a:gd name="connsiteY166" fmla="*/ 446215 h 714375"/>
                  <a:gd name="connsiteX167" fmla="*/ 272224 w 447675"/>
                  <a:gd name="connsiteY167" fmla="*/ 449453 h 714375"/>
                  <a:gd name="connsiteX168" fmla="*/ 270796 w 447675"/>
                  <a:gd name="connsiteY168" fmla="*/ 450787 h 714375"/>
                  <a:gd name="connsiteX169" fmla="*/ 268224 w 447675"/>
                  <a:gd name="connsiteY169" fmla="*/ 447929 h 714375"/>
                  <a:gd name="connsiteX170" fmla="*/ 266890 w 447675"/>
                  <a:gd name="connsiteY170" fmla="*/ 448691 h 714375"/>
                  <a:gd name="connsiteX171" fmla="*/ 265080 w 447675"/>
                  <a:gd name="connsiteY171" fmla="*/ 452882 h 714375"/>
                  <a:gd name="connsiteX172" fmla="*/ 261938 w 447675"/>
                  <a:gd name="connsiteY172" fmla="*/ 453835 h 714375"/>
                  <a:gd name="connsiteX173" fmla="*/ 260889 w 447675"/>
                  <a:gd name="connsiteY173" fmla="*/ 457264 h 714375"/>
                  <a:gd name="connsiteX174" fmla="*/ 263176 w 447675"/>
                  <a:gd name="connsiteY174" fmla="*/ 459740 h 714375"/>
                  <a:gd name="connsiteX175" fmla="*/ 265747 w 447675"/>
                  <a:gd name="connsiteY175" fmla="*/ 461836 h 714375"/>
                  <a:gd name="connsiteX176" fmla="*/ 268033 w 447675"/>
                  <a:gd name="connsiteY176" fmla="*/ 464693 h 714375"/>
                  <a:gd name="connsiteX177" fmla="*/ 269462 w 447675"/>
                  <a:gd name="connsiteY177" fmla="*/ 469932 h 714375"/>
                  <a:gd name="connsiteX178" fmla="*/ 267938 w 447675"/>
                  <a:gd name="connsiteY178" fmla="*/ 473933 h 714375"/>
                  <a:gd name="connsiteX179" fmla="*/ 265747 w 447675"/>
                  <a:gd name="connsiteY179" fmla="*/ 474885 h 714375"/>
                  <a:gd name="connsiteX180" fmla="*/ 265747 w 447675"/>
                  <a:gd name="connsiteY180" fmla="*/ 481838 h 714375"/>
                  <a:gd name="connsiteX181" fmla="*/ 265557 w 447675"/>
                  <a:gd name="connsiteY181" fmla="*/ 485934 h 714375"/>
                  <a:gd name="connsiteX182" fmla="*/ 266985 w 447675"/>
                  <a:gd name="connsiteY182" fmla="*/ 491554 h 714375"/>
                  <a:gd name="connsiteX183" fmla="*/ 265652 w 447675"/>
                  <a:gd name="connsiteY183" fmla="*/ 496507 h 714375"/>
                  <a:gd name="connsiteX184" fmla="*/ 264414 w 447675"/>
                  <a:gd name="connsiteY184" fmla="*/ 499364 h 714375"/>
                  <a:gd name="connsiteX185" fmla="*/ 265843 w 447675"/>
                  <a:gd name="connsiteY185" fmla="*/ 501841 h 714375"/>
                  <a:gd name="connsiteX186" fmla="*/ 264319 w 447675"/>
                  <a:gd name="connsiteY186" fmla="*/ 506318 h 714375"/>
                  <a:gd name="connsiteX187" fmla="*/ 268700 w 447675"/>
                  <a:gd name="connsiteY187" fmla="*/ 508699 h 714375"/>
                  <a:gd name="connsiteX188" fmla="*/ 270891 w 447675"/>
                  <a:gd name="connsiteY188" fmla="*/ 505841 h 714375"/>
                  <a:gd name="connsiteX189" fmla="*/ 273082 w 447675"/>
                  <a:gd name="connsiteY189" fmla="*/ 506508 h 714375"/>
                  <a:gd name="connsiteX190" fmla="*/ 274701 w 447675"/>
                  <a:gd name="connsiteY190" fmla="*/ 509651 h 714375"/>
                  <a:gd name="connsiteX191" fmla="*/ 271843 w 447675"/>
                  <a:gd name="connsiteY191" fmla="*/ 513461 h 714375"/>
                  <a:gd name="connsiteX192" fmla="*/ 269177 w 447675"/>
                  <a:gd name="connsiteY192" fmla="*/ 515557 h 714375"/>
                  <a:gd name="connsiteX193" fmla="*/ 267176 w 447675"/>
                  <a:gd name="connsiteY193" fmla="*/ 520319 h 714375"/>
                  <a:gd name="connsiteX194" fmla="*/ 265938 w 447675"/>
                  <a:gd name="connsiteY194" fmla="*/ 523558 h 714375"/>
                  <a:gd name="connsiteX195" fmla="*/ 263366 w 447675"/>
                  <a:gd name="connsiteY195" fmla="*/ 525368 h 714375"/>
                  <a:gd name="connsiteX196" fmla="*/ 261366 w 447675"/>
                  <a:gd name="connsiteY196" fmla="*/ 529559 h 714375"/>
                  <a:gd name="connsiteX197" fmla="*/ 262223 w 447675"/>
                  <a:gd name="connsiteY197" fmla="*/ 531464 h 714375"/>
                  <a:gd name="connsiteX198" fmla="*/ 262414 w 447675"/>
                  <a:gd name="connsiteY198" fmla="*/ 534512 h 714375"/>
                  <a:gd name="connsiteX199" fmla="*/ 260604 w 447675"/>
                  <a:gd name="connsiteY199" fmla="*/ 536893 h 714375"/>
                  <a:gd name="connsiteX200" fmla="*/ 258603 w 447675"/>
                  <a:gd name="connsiteY200" fmla="*/ 538893 h 714375"/>
                  <a:gd name="connsiteX201" fmla="*/ 255841 w 447675"/>
                  <a:gd name="connsiteY201" fmla="*/ 539465 h 714375"/>
                  <a:gd name="connsiteX202" fmla="*/ 255746 w 447675"/>
                  <a:gd name="connsiteY202" fmla="*/ 536321 h 714375"/>
                  <a:gd name="connsiteX203" fmla="*/ 253269 w 447675"/>
                  <a:gd name="connsiteY203" fmla="*/ 534797 h 714375"/>
                  <a:gd name="connsiteX204" fmla="*/ 251841 w 447675"/>
                  <a:gd name="connsiteY204" fmla="*/ 534893 h 714375"/>
                  <a:gd name="connsiteX205" fmla="*/ 251936 w 447675"/>
                  <a:gd name="connsiteY205" fmla="*/ 537560 h 714375"/>
                  <a:gd name="connsiteX206" fmla="*/ 250698 w 447675"/>
                  <a:gd name="connsiteY206" fmla="*/ 538893 h 714375"/>
                  <a:gd name="connsiteX207" fmla="*/ 249174 w 447675"/>
                  <a:gd name="connsiteY207" fmla="*/ 536702 h 714375"/>
                  <a:gd name="connsiteX208" fmla="*/ 249269 w 447675"/>
                  <a:gd name="connsiteY208" fmla="*/ 534131 h 714375"/>
                  <a:gd name="connsiteX209" fmla="*/ 247459 w 447675"/>
                  <a:gd name="connsiteY209" fmla="*/ 532797 h 714375"/>
                  <a:gd name="connsiteX210" fmla="*/ 243268 w 447675"/>
                  <a:gd name="connsiteY210" fmla="*/ 534226 h 714375"/>
                  <a:gd name="connsiteX211" fmla="*/ 241268 w 447675"/>
                  <a:gd name="connsiteY211" fmla="*/ 536512 h 714375"/>
                  <a:gd name="connsiteX212" fmla="*/ 238030 w 447675"/>
                  <a:gd name="connsiteY212" fmla="*/ 537369 h 714375"/>
                  <a:gd name="connsiteX213" fmla="*/ 236887 w 447675"/>
                  <a:gd name="connsiteY213" fmla="*/ 540798 h 714375"/>
                  <a:gd name="connsiteX214" fmla="*/ 237554 w 447675"/>
                  <a:gd name="connsiteY214" fmla="*/ 545465 h 714375"/>
                  <a:gd name="connsiteX215" fmla="*/ 236029 w 447675"/>
                  <a:gd name="connsiteY215" fmla="*/ 549085 h 714375"/>
                  <a:gd name="connsiteX216" fmla="*/ 237554 w 447675"/>
                  <a:gd name="connsiteY216" fmla="*/ 552228 h 714375"/>
                  <a:gd name="connsiteX217" fmla="*/ 236601 w 447675"/>
                  <a:gd name="connsiteY217" fmla="*/ 557848 h 714375"/>
                  <a:gd name="connsiteX218" fmla="*/ 234601 w 447675"/>
                  <a:gd name="connsiteY218" fmla="*/ 561182 h 714375"/>
                  <a:gd name="connsiteX219" fmla="*/ 232696 w 447675"/>
                  <a:gd name="connsiteY219" fmla="*/ 557657 h 714375"/>
                  <a:gd name="connsiteX220" fmla="*/ 232981 w 447675"/>
                  <a:gd name="connsiteY220" fmla="*/ 554990 h 714375"/>
                  <a:gd name="connsiteX221" fmla="*/ 230981 w 447675"/>
                  <a:gd name="connsiteY221" fmla="*/ 553276 h 714375"/>
                  <a:gd name="connsiteX222" fmla="*/ 228695 w 447675"/>
                  <a:gd name="connsiteY222" fmla="*/ 553181 h 714375"/>
                  <a:gd name="connsiteX223" fmla="*/ 229362 w 447675"/>
                  <a:gd name="connsiteY223" fmla="*/ 556705 h 714375"/>
                  <a:gd name="connsiteX224" fmla="*/ 230410 w 447675"/>
                  <a:gd name="connsiteY224" fmla="*/ 559086 h 714375"/>
                  <a:gd name="connsiteX225" fmla="*/ 229267 w 447675"/>
                  <a:gd name="connsiteY225" fmla="*/ 561753 h 714375"/>
                  <a:gd name="connsiteX226" fmla="*/ 229076 w 447675"/>
                  <a:gd name="connsiteY226" fmla="*/ 564896 h 714375"/>
                  <a:gd name="connsiteX227" fmla="*/ 227743 w 447675"/>
                  <a:gd name="connsiteY227" fmla="*/ 566992 h 714375"/>
                  <a:gd name="connsiteX228" fmla="*/ 225552 w 447675"/>
                  <a:gd name="connsiteY228" fmla="*/ 566611 h 714375"/>
                  <a:gd name="connsiteX229" fmla="*/ 225171 w 447675"/>
                  <a:gd name="connsiteY229" fmla="*/ 564039 h 714375"/>
                  <a:gd name="connsiteX230" fmla="*/ 223647 w 447675"/>
                  <a:gd name="connsiteY230" fmla="*/ 562801 h 714375"/>
                  <a:gd name="connsiteX231" fmla="*/ 221170 w 447675"/>
                  <a:gd name="connsiteY231" fmla="*/ 563753 h 714375"/>
                  <a:gd name="connsiteX232" fmla="*/ 220503 w 447675"/>
                  <a:gd name="connsiteY232" fmla="*/ 566992 h 714375"/>
                  <a:gd name="connsiteX233" fmla="*/ 222123 w 447675"/>
                  <a:gd name="connsiteY233" fmla="*/ 569373 h 714375"/>
                  <a:gd name="connsiteX234" fmla="*/ 222218 w 447675"/>
                  <a:gd name="connsiteY234" fmla="*/ 572993 h 714375"/>
                  <a:gd name="connsiteX235" fmla="*/ 219646 w 447675"/>
                  <a:gd name="connsiteY235" fmla="*/ 573469 h 714375"/>
                  <a:gd name="connsiteX236" fmla="*/ 218694 w 447675"/>
                  <a:gd name="connsiteY236" fmla="*/ 570326 h 714375"/>
                  <a:gd name="connsiteX237" fmla="*/ 216694 w 447675"/>
                  <a:gd name="connsiteY237" fmla="*/ 568611 h 714375"/>
                  <a:gd name="connsiteX238" fmla="*/ 214313 w 447675"/>
                  <a:gd name="connsiteY238" fmla="*/ 570135 h 714375"/>
                  <a:gd name="connsiteX239" fmla="*/ 215265 w 447675"/>
                  <a:gd name="connsiteY239" fmla="*/ 573183 h 714375"/>
                  <a:gd name="connsiteX240" fmla="*/ 214789 w 447675"/>
                  <a:gd name="connsiteY240" fmla="*/ 576993 h 714375"/>
                  <a:gd name="connsiteX241" fmla="*/ 212788 w 447675"/>
                  <a:gd name="connsiteY241" fmla="*/ 580613 h 714375"/>
                  <a:gd name="connsiteX242" fmla="*/ 210312 w 447675"/>
                  <a:gd name="connsiteY242" fmla="*/ 583375 h 714375"/>
                  <a:gd name="connsiteX243" fmla="*/ 208693 w 447675"/>
                  <a:gd name="connsiteY243" fmla="*/ 588137 h 714375"/>
                  <a:gd name="connsiteX244" fmla="*/ 206026 w 447675"/>
                  <a:gd name="connsiteY244" fmla="*/ 591566 h 714375"/>
                  <a:gd name="connsiteX245" fmla="*/ 203835 w 447675"/>
                  <a:gd name="connsiteY245" fmla="*/ 590233 h 714375"/>
                  <a:gd name="connsiteX246" fmla="*/ 200977 w 447675"/>
                  <a:gd name="connsiteY246" fmla="*/ 586137 h 714375"/>
                  <a:gd name="connsiteX247" fmla="*/ 200310 w 447675"/>
                  <a:gd name="connsiteY247" fmla="*/ 582232 h 714375"/>
                  <a:gd name="connsiteX248" fmla="*/ 197358 w 447675"/>
                  <a:gd name="connsiteY248" fmla="*/ 581089 h 714375"/>
                  <a:gd name="connsiteX249" fmla="*/ 192881 w 447675"/>
                  <a:gd name="connsiteY249" fmla="*/ 583184 h 714375"/>
                  <a:gd name="connsiteX250" fmla="*/ 189643 w 447675"/>
                  <a:gd name="connsiteY250" fmla="*/ 587566 h 714375"/>
                  <a:gd name="connsiteX251" fmla="*/ 189452 w 447675"/>
                  <a:gd name="connsiteY251" fmla="*/ 589852 h 714375"/>
                  <a:gd name="connsiteX252" fmla="*/ 187357 w 447675"/>
                  <a:gd name="connsiteY252" fmla="*/ 592519 h 714375"/>
                  <a:gd name="connsiteX253" fmla="*/ 184309 w 447675"/>
                  <a:gd name="connsiteY253" fmla="*/ 592519 h 714375"/>
                  <a:gd name="connsiteX254" fmla="*/ 182499 w 447675"/>
                  <a:gd name="connsiteY254" fmla="*/ 590995 h 714375"/>
                  <a:gd name="connsiteX255" fmla="*/ 182594 w 447675"/>
                  <a:gd name="connsiteY255" fmla="*/ 587280 h 714375"/>
                  <a:gd name="connsiteX256" fmla="*/ 185166 w 447675"/>
                  <a:gd name="connsiteY256" fmla="*/ 586137 h 714375"/>
                  <a:gd name="connsiteX257" fmla="*/ 185833 w 447675"/>
                  <a:gd name="connsiteY257" fmla="*/ 581660 h 714375"/>
                  <a:gd name="connsiteX258" fmla="*/ 182689 w 447675"/>
                  <a:gd name="connsiteY258" fmla="*/ 579565 h 714375"/>
                  <a:gd name="connsiteX259" fmla="*/ 181165 w 447675"/>
                  <a:gd name="connsiteY259" fmla="*/ 578136 h 714375"/>
                  <a:gd name="connsiteX260" fmla="*/ 182118 w 447675"/>
                  <a:gd name="connsiteY260" fmla="*/ 574136 h 714375"/>
                  <a:gd name="connsiteX261" fmla="*/ 179832 w 447675"/>
                  <a:gd name="connsiteY261" fmla="*/ 573183 h 714375"/>
                  <a:gd name="connsiteX262" fmla="*/ 177927 w 447675"/>
                  <a:gd name="connsiteY262" fmla="*/ 575183 h 714375"/>
                  <a:gd name="connsiteX263" fmla="*/ 176974 w 447675"/>
                  <a:gd name="connsiteY263" fmla="*/ 578993 h 714375"/>
                  <a:gd name="connsiteX264" fmla="*/ 175831 w 447675"/>
                  <a:gd name="connsiteY264" fmla="*/ 581565 h 714375"/>
                  <a:gd name="connsiteX265" fmla="*/ 172783 w 447675"/>
                  <a:gd name="connsiteY265" fmla="*/ 584232 h 714375"/>
                  <a:gd name="connsiteX266" fmla="*/ 169164 w 447675"/>
                  <a:gd name="connsiteY266" fmla="*/ 587661 h 714375"/>
                  <a:gd name="connsiteX267" fmla="*/ 168687 w 447675"/>
                  <a:gd name="connsiteY267" fmla="*/ 591947 h 714375"/>
                  <a:gd name="connsiteX268" fmla="*/ 165639 w 447675"/>
                  <a:gd name="connsiteY268" fmla="*/ 594995 h 714375"/>
                  <a:gd name="connsiteX269" fmla="*/ 166401 w 447675"/>
                  <a:gd name="connsiteY269" fmla="*/ 598996 h 714375"/>
                  <a:gd name="connsiteX270" fmla="*/ 165925 w 447675"/>
                  <a:gd name="connsiteY270" fmla="*/ 604711 h 714375"/>
                  <a:gd name="connsiteX271" fmla="*/ 164211 w 447675"/>
                  <a:gd name="connsiteY271" fmla="*/ 607949 h 714375"/>
                  <a:gd name="connsiteX272" fmla="*/ 164973 w 447675"/>
                  <a:gd name="connsiteY272" fmla="*/ 610426 h 714375"/>
                  <a:gd name="connsiteX273" fmla="*/ 167164 w 447675"/>
                  <a:gd name="connsiteY273" fmla="*/ 612331 h 714375"/>
                  <a:gd name="connsiteX274" fmla="*/ 169640 w 447675"/>
                  <a:gd name="connsiteY274" fmla="*/ 615569 h 714375"/>
                  <a:gd name="connsiteX275" fmla="*/ 172498 w 447675"/>
                  <a:gd name="connsiteY275" fmla="*/ 618427 h 714375"/>
                  <a:gd name="connsiteX276" fmla="*/ 174021 w 447675"/>
                  <a:gd name="connsiteY276" fmla="*/ 622427 h 714375"/>
                  <a:gd name="connsiteX277" fmla="*/ 174403 w 447675"/>
                  <a:gd name="connsiteY277" fmla="*/ 625666 h 714375"/>
                  <a:gd name="connsiteX278" fmla="*/ 170688 w 447675"/>
                  <a:gd name="connsiteY278" fmla="*/ 627475 h 714375"/>
                  <a:gd name="connsiteX279" fmla="*/ 167068 w 447675"/>
                  <a:gd name="connsiteY279" fmla="*/ 627285 h 714375"/>
                  <a:gd name="connsiteX280" fmla="*/ 164116 w 447675"/>
                  <a:gd name="connsiteY280" fmla="*/ 630428 h 714375"/>
                  <a:gd name="connsiteX281" fmla="*/ 160782 w 447675"/>
                  <a:gd name="connsiteY281" fmla="*/ 632048 h 714375"/>
                  <a:gd name="connsiteX282" fmla="*/ 158782 w 447675"/>
                  <a:gd name="connsiteY282" fmla="*/ 637286 h 714375"/>
                  <a:gd name="connsiteX283" fmla="*/ 159258 w 447675"/>
                  <a:gd name="connsiteY283" fmla="*/ 640525 h 714375"/>
                  <a:gd name="connsiteX284" fmla="*/ 161068 w 447675"/>
                  <a:gd name="connsiteY284" fmla="*/ 645097 h 714375"/>
                  <a:gd name="connsiteX285" fmla="*/ 163068 w 447675"/>
                  <a:gd name="connsiteY285" fmla="*/ 648431 h 714375"/>
                  <a:gd name="connsiteX286" fmla="*/ 162401 w 447675"/>
                  <a:gd name="connsiteY286" fmla="*/ 653574 h 714375"/>
                  <a:gd name="connsiteX287" fmla="*/ 159258 w 447675"/>
                  <a:gd name="connsiteY287" fmla="*/ 655955 h 714375"/>
                  <a:gd name="connsiteX288" fmla="*/ 159448 w 447675"/>
                  <a:gd name="connsiteY288" fmla="*/ 660623 h 714375"/>
                  <a:gd name="connsiteX289" fmla="*/ 156876 w 447675"/>
                  <a:gd name="connsiteY289" fmla="*/ 664623 h 714375"/>
                  <a:gd name="connsiteX290" fmla="*/ 151543 w 447675"/>
                  <a:gd name="connsiteY290" fmla="*/ 667195 h 714375"/>
                  <a:gd name="connsiteX291" fmla="*/ 147542 w 447675"/>
                  <a:gd name="connsiteY291" fmla="*/ 670814 h 714375"/>
                  <a:gd name="connsiteX292" fmla="*/ 148304 w 447675"/>
                  <a:gd name="connsiteY292" fmla="*/ 679006 h 714375"/>
                  <a:gd name="connsiteX293" fmla="*/ 149543 w 447675"/>
                  <a:gd name="connsiteY293" fmla="*/ 687293 h 714375"/>
                  <a:gd name="connsiteX294" fmla="*/ 150686 w 447675"/>
                  <a:gd name="connsiteY294" fmla="*/ 691579 h 714375"/>
                  <a:gd name="connsiteX295" fmla="*/ 147828 w 447675"/>
                  <a:gd name="connsiteY295" fmla="*/ 700818 h 714375"/>
                  <a:gd name="connsiteX296" fmla="*/ 147733 w 447675"/>
                  <a:gd name="connsiteY296" fmla="*/ 706914 h 714375"/>
                  <a:gd name="connsiteX297" fmla="*/ 146304 w 447675"/>
                  <a:gd name="connsiteY297" fmla="*/ 713963 h 714375"/>
                  <a:gd name="connsiteX298" fmla="*/ 145066 w 447675"/>
                  <a:gd name="connsiteY298" fmla="*/ 718725 h 714375"/>
                  <a:gd name="connsiteX299" fmla="*/ 144208 w 447675"/>
                  <a:gd name="connsiteY299" fmla="*/ 720154 h 714375"/>
                  <a:gd name="connsiteX300" fmla="*/ 144208 w 447675"/>
                  <a:gd name="connsiteY300" fmla="*/ 713772 h 714375"/>
                  <a:gd name="connsiteX301" fmla="*/ 137446 w 447675"/>
                  <a:gd name="connsiteY301" fmla="*/ 713772 h 714375"/>
                  <a:gd name="connsiteX302" fmla="*/ 126682 w 447675"/>
                  <a:gd name="connsiteY302" fmla="*/ 708248 h 714375"/>
                  <a:gd name="connsiteX303" fmla="*/ 125444 w 447675"/>
                  <a:gd name="connsiteY303" fmla="*/ 692912 h 714375"/>
                  <a:gd name="connsiteX304" fmla="*/ 117920 w 447675"/>
                  <a:gd name="connsiteY304" fmla="*/ 690817 h 714375"/>
                  <a:gd name="connsiteX305" fmla="*/ 112776 w 447675"/>
                  <a:gd name="connsiteY305" fmla="*/ 688150 h 714375"/>
                  <a:gd name="connsiteX306" fmla="*/ 109061 w 447675"/>
                  <a:gd name="connsiteY306" fmla="*/ 682816 h 714375"/>
                  <a:gd name="connsiteX307" fmla="*/ 105251 w 447675"/>
                  <a:gd name="connsiteY307" fmla="*/ 682816 h 714375"/>
                  <a:gd name="connsiteX308" fmla="*/ 101822 w 447675"/>
                  <a:gd name="connsiteY308" fmla="*/ 680530 h 714375"/>
                  <a:gd name="connsiteX309" fmla="*/ 98964 w 447675"/>
                  <a:gd name="connsiteY309" fmla="*/ 674434 h 714375"/>
                  <a:gd name="connsiteX310" fmla="*/ 98203 w 447675"/>
                  <a:gd name="connsiteY310" fmla="*/ 668433 h 714375"/>
                  <a:gd name="connsiteX311" fmla="*/ 98107 w 447675"/>
                  <a:gd name="connsiteY311" fmla="*/ 662623 h 714375"/>
                  <a:gd name="connsiteX312" fmla="*/ 96488 w 447675"/>
                  <a:gd name="connsiteY312" fmla="*/ 656717 h 714375"/>
                  <a:gd name="connsiteX313" fmla="*/ 95250 w 447675"/>
                  <a:gd name="connsiteY313" fmla="*/ 651383 h 714375"/>
                  <a:gd name="connsiteX314" fmla="*/ 92297 w 447675"/>
                  <a:gd name="connsiteY314" fmla="*/ 649193 h 714375"/>
                  <a:gd name="connsiteX315" fmla="*/ 83344 w 447675"/>
                  <a:gd name="connsiteY315" fmla="*/ 626047 h 714375"/>
                  <a:gd name="connsiteX316" fmla="*/ 29242 w 447675"/>
                  <a:gd name="connsiteY316" fmla="*/ 473647 h 714375"/>
                  <a:gd name="connsiteX317" fmla="*/ 0 w 447675"/>
                  <a:gd name="connsiteY317" fmla="*/ 399637 h 714375"/>
                  <a:gd name="connsiteX318" fmla="*/ 285 w 447675"/>
                  <a:gd name="connsiteY318" fmla="*/ 399257 h 714375"/>
                  <a:gd name="connsiteX319" fmla="*/ 952 w 447675"/>
                  <a:gd name="connsiteY319" fmla="*/ 393827 h 714375"/>
                  <a:gd name="connsiteX320" fmla="*/ 4000 w 447675"/>
                  <a:gd name="connsiteY320" fmla="*/ 393065 h 714375"/>
                  <a:gd name="connsiteX321" fmla="*/ 5619 w 447675"/>
                  <a:gd name="connsiteY321" fmla="*/ 389636 h 714375"/>
                  <a:gd name="connsiteX322" fmla="*/ 5334 w 447675"/>
                  <a:gd name="connsiteY322" fmla="*/ 386779 h 714375"/>
                  <a:gd name="connsiteX323" fmla="*/ 10192 w 447675"/>
                  <a:gd name="connsiteY323" fmla="*/ 388112 h 714375"/>
                  <a:gd name="connsiteX324" fmla="*/ 13621 w 447675"/>
                  <a:gd name="connsiteY324" fmla="*/ 387731 h 714375"/>
                  <a:gd name="connsiteX325" fmla="*/ 17050 w 447675"/>
                  <a:gd name="connsiteY325" fmla="*/ 390303 h 714375"/>
                  <a:gd name="connsiteX326" fmla="*/ 17240 w 447675"/>
                  <a:gd name="connsiteY326" fmla="*/ 394875 h 714375"/>
                  <a:gd name="connsiteX327" fmla="*/ 21050 w 447675"/>
                  <a:gd name="connsiteY327" fmla="*/ 396780 h 714375"/>
                  <a:gd name="connsiteX328" fmla="*/ 23526 w 447675"/>
                  <a:gd name="connsiteY328" fmla="*/ 400876 h 714375"/>
                  <a:gd name="connsiteX329" fmla="*/ 26098 w 447675"/>
                  <a:gd name="connsiteY329" fmla="*/ 400495 h 714375"/>
                  <a:gd name="connsiteX330" fmla="*/ 28289 w 447675"/>
                  <a:gd name="connsiteY330" fmla="*/ 397066 h 714375"/>
                  <a:gd name="connsiteX331" fmla="*/ 28194 w 447675"/>
                  <a:gd name="connsiteY331" fmla="*/ 392399 h 714375"/>
                  <a:gd name="connsiteX332" fmla="*/ 27241 w 447675"/>
                  <a:gd name="connsiteY332" fmla="*/ 388684 h 714375"/>
                  <a:gd name="connsiteX333" fmla="*/ 29432 w 447675"/>
                  <a:gd name="connsiteY333" fmla="*/ 386874 h 714375"/>
                  <a:gd name="connsiteX334" fmla="*/ 29813 w 447675"/>
                  <a:gd name="connsiteY334" fmla="*/ 384017 h 714375"/>
                  <a:gd name="connsiteX335" fmla="*/ 25908 w 447675"/>
                  <a:gd name="connsiteY335" fmla="*/ 381635 h 714375"/>
                  <a:gd name="connsiteX336" fmla="*/ 26003 w 447675"/>
                  <a:gd name="connsiteY336" fmla="*/ 377635 h 714375"/>
                  <a:gd name="connsiteX337" fmla="*/ 23908 w 447675"/>
                  <a:gd name="connsiteY337" fmla="*/ 375730 h 714375"/>
                  <a:gd name="connsiteX338" fmla="*/ 23146 w 447675"/>
                  <a:gd name="connsiteY338" fmla="*/ 372777 h 714375"/>
                  <a:gd name="connsiteX339" fmla="*/ 25241 w 447675"/>
                  <a:gd name="connsiteY339" fmla="*/ 368872 h 714375"/>
                  <a:gd name="connsiteX340" fmla="*/ 28765 w 447675"/>
                  <a:gd name="connsiteY340" fmla="*/ 368205 h 714375"/>
                  <a:gd name="connsiteX341" fmla="*/ 30670 w 447675"/>
                  <a:gd name="connsiteY341" fmla="*/ 371348 h 714375"/>
                  <a:gd name="connsiteX342" fmla="*/ 35147 w 447675"/>
                  <a:gd name="connsiteY342" fmla="*/ 372491 h 714375"/>
                  <a:gd name="connsiteX343" fmla="*/ 37909 w 447675"/>
                  <a:gd name="connsiteY343" fmla="*/ 370872 h 714375"/>
                  <a:gd name="connsiteX344" fmla="*/ 40386 w 447675"/>
                  <a:gd name="connsiteY344" fmla="*/ 372777 h 714375"/>
                  <a:gd name="connsiteX345" fmla="*/ 43719 w 447675"/>
                  <a:gd name="connsiteY345" fmla="*/ 372396 h 714375"/>
                  <a:gd name="connsiteX346" fmla="*/ 44958 w 447675"/>
                  <a:gd name="connsiteY346" fmla="*/ 366110 h 714375"/>
                  <a:gd name="connsiteX347" fmla="*/ 42672 w 447675"/>
                  <a:gd name="connsiteY347" fmla="*/ 361633 h 714375"/>
                  <a:gd name="connsiteX348" fmla="*/ 35814 w 447675"/>
                  <a:gd name="connsiteY348" fmla="*/ 359537 h 714375"/>
                  <a:gd name="connsiteX349" fmla="*/ 31432 w 447675"/>
                  <a:gd name="connsiteY349" fmla="*/ 357823 h 714375"/>
                  <a:gd name="connsiteX350" fmla="*/ 29146 w 447675"/>
                  <a:gd name="connsiteY350" fmla="*/ 355823 h 714375"/>
                  <a:gd name="connsiteX351" fmla="*/ 28289 w 447675"/>
                  <a:gd name="connsiteY351" fmla="*/ 350870 h 714375"/>
                  <a:gd name="connsiteX352" fmla="*/ 29527 w 447675"/>
                  <a:gd name="connsiteY352" fmla="*/ 347155 h 714375"/>
                  <a:gd name="connsiteX353" fmla="*/ 30385 w 447675"/>
                  <a:gd name="connsiteY353" fmla="*/ 340868 h 714375"/>
                  <a:gd name="connsiteX354" fmla="*/ 32766 w 447675"/>
                  <a:gd name="connsiteY354" fmla="*/ 335915 h 714375"/>
                  <a:gd name="connsiteX355" fmla="*/ 35814 w 447675"/>
                  <a:gd name="connsiteY355" fmla="*/ 332201 h 714375"/>
                  <a:gd name="connsiteX356" fmla="*/ 38100 w 447675"/>
                  <a:gd name="connsiteY356" fmla="*/ 326771 h 714375"/>
                  <a:gd name="connsiteX357" fmla="*/ 40005 w 447675"/>
                  <a:gd name="connsiteY357" fmla="*/ 325057 h 714375"/>
                  <a:gd name="connsiteX358" fmla="*/ 46672 w 447675"/>
                  <a:gd name="connsiteY358" fmla="*/ 317056 h 714375"/>
                  <a:gd name="connsiteX359" fmla="*/ 51625 w 447675"/>
                  <a:gd name="connsiteY359" fmla="*/ 312960 h 714375"/>
                  <a:gd name="connsiteX360" fmla="*/ 52292 w 447675"/>
                  <a:gd name="connsiteY360" fmla="*/ 308674 h 714375"/>
                  <a:gd name="connsiteX361" fmla="*/ 48673 w 447675"/>
                  <a:gd name="connsiteY361" fmla="*/ 305054 h 714375"/>
                  <a:gd name="connsiteX362" fmla="*/ 46482 w 447675"/>
                  <a:gd name="connsiteY362" fmla="*/ 302673 h 714375"/>
                  <a:gd name="connsiteX363" fmla="*/ 47910 w 447675"/>
                  <a:gd name="connsiteY363" fmla="*/ 298006 h 714375"/>
                  <a:gd name="connsiteX364" fmla="*/ 50578 w 447675"/>
                  <a:gd name="connsiteY364" fmla="*/ 292862 h 714375"/>
                  <a:gd name="connsiteX365" fmla="*/ 55340 w 447675"/>
                  <a:gd name="connsiteY365" fmla="*/ 287624 h 714375"/>
                  <a:gd name="connsiteX366" fmla="*/ 57531 w 447675"/>
                  <a:gd name="connsiteY366" fmla="*/ 279908 h 714375"/>
                  <a:gd name="connsiteX367" fmla="*/ 55816 w 447675"/>
                  <a:gd name="connsiteY367" fmla="*/ 277241 h 714375"/>
                  <a:gd name="connsiteX368" fmla="*/ 56769 w 447675"/>
                  <a:gd name="connsiteY368" fmla="*/ 273717 h 714375"/>
                  <a:gd name="connsiteX369" fmla="*/ 52673 w 447675"/>
                  <a:gd name="connsiteY369" fmla="*/ 273241 h 714375"/>
                  <a:gd name="connsiteX370" fmla="*/ 48958 w 447675"/>
                  <a:gd name="connsiteY370" fmla="*/ 274479 h 714375"/>
                  <a:gd name="connsiteX371" fmla="*/ 50196 w 447675"/>
                  <a:gd name="connsiteY371" fmla="*/ 269240 h 714375"/>
                  <a:gd name="connsiteX372" fmla="*/ 46482 w 447675"/>
                  <a:gd name="connsiteY372" fmla="*/ 268288 h 714375"/>
                  <a:gd name="connsiteX373" fmla="*/ 44482 w 447675"/>
                  <a:gd name="connsiteY373" fmla="*/ 266383 h 714375"/>
                  <a:gd name="connsiteX374" fmla="*/ 47530 w 447675"/>
                  <a:gd name="connsiteY374" fmla="*/ 262382 h 714375"/>
                  <a:gd name="connsiteX375" fmla="*/ 49053 w 447675"/>
                  <a:gd name="connsiteY375" fmla="*/ 259049 h 714375"/>
                  <a:gd name="connsiteX376" fmla="*/ 44672 w 447675"/>
                  <a:gd name="connsiteY376" fmla="*/ 257239 h 714375"/>
                  <a:gd name="connsiteX377" fmla="*/ 45434 w 447675"/>
                  <a:gd name="connsiteY377" fmla="*/ 252762 h 714375"/>
                  <a:gd name="connsiteX378" fmla="*/ 49053 w 447675"/>
                  <a:gd name="connsiteY378" fmla="*/ 249809 h 714375"/>
                  <a:gd name="connsiteX379" fmla="*/ 48577 w 447675"/>
                  <a:gd name="connsiteY379" fmla="*/ 244952 h 714375"/>
                  <a:gd name="connsiteX380" fmla="*/ 44958 w 447675"/>
                  <a:gd name="connsiteY380" fmla="*/ 242094 h 714375"/>
                  <a:gd name="connsiteX381" fmla="*/ 40671 w 447675"/>
                  <a:gd name="connsiteY381" fmla="*/ 241618 h 714375"/>
                  <a:gd name="connsiteX382" fmla="*/ 39338 w 447675"/>
                  <a:gd name="connsiteY382" fmla="*/ 238570 h 714375"/>
                  <a:gd name="connsiteX383" fmla="*/ 40577 w 447675"/>
                  <a:gd name="connsiteY383" fmla="*/ 234284 h 714375"/>
                  <a:gd name="connsiteX384" fmla="*/ 39338 w 447675"/>
                  <a:gd name="connsiteY384" fmla="*/ 230378 h 714375"/>
                  <a:gd name="connsiteX385" fmla="*/ 40671 w 447675"/>
                  <a:gd name="connsiteY385" fmla="*/ 224854 h 714375"/>
                  <a:gd name="connsiteX386" fmla="*/ 43624 w 447675"/>
                  <a:gd name="connsiteY386" fmla="*/ 222091 h 714375"/>
                  <a:gd name="connsiteX387" fmla="*/ 43624 w 447675"/>
                  <a:gd name="connsiteY387" fmla="*/ 219520 h 714375"/>
                  <a:gd name="connsiteX388" fmla="*/ 42576 w 447675"/>
                  <a:gd name="connsiteY388" fmla="*/ 217234 h 714375"/>
                  <a:gd name="connsiteX389" fmla="*/ 42481 w 447675"/>
                  <a:gd name="connsiteY389" fmla="*/ 214757 h 714375"/>
                  <a:gd name="connsiteX390" fmla="*/ 43719 w 447675"/>
                  <a:gd name="connsiteY390" fmla="*/ 211138 h 714375"/>
                  <a:gd name="connsiteX391" fmla="*/ 46482 w 447675"/>
                  <a:gd name="connsiteY391" fmla="*/ 210947 h 714375"/>
                  <a:gd name="connsiteX392" fmla="*/ 48958 w 447675"/>
                  <a:gd name="connsiteY392" fmla="*/ 206185 h 714375"/>
                  <a:gd name="connsiteX393" fmla="*/ 49816 w 447675"/>
                  <a:gd name="connsiteY393" fmla="*/ 201899 h 714375"/>
                  <a:gd name="connsiteX394" fmla="*/ 52006 w 447675"/>
                  <a:gd name="connsiteY394" fmla="*/ 199898 h 714375"/>
                  <a:gd name="connsiteX395" fmla="*/ 52864 w 447675"/>
                  <a:gd name="connsiteY395" fmla="*/ 192850 h 714375"/>
                  <a:gd name="connsiteX396" fmla="*/ 51816 w 447675"/>
                  <a:gd name="connsiteY396" fmla="*/ 185039 h 714375"/>
                  <a:gd name="connsiteX397" fmla="*/ 48482 w 447675"/>
                  <a:gd name="connsiteY397" fmla="*/ 173228 h 714375"/>
                  <a:gd name="connsiteX398" fmla="*/ 46387 w 447675"/>
                  <a:gd name="connsiteY398" fmla="*/ 160369 h 714375"/>
                  <a:gd name="connsiteX399" fmla="*/ 46672 w 447675"/>
                  <a:gd name="connsiteY399" fmla="*/ 153702 h 714375"/>
                  <a:gd name="connsiteX400" fmla="*/ 82772 w 447675"/>
                  <a:gd name="connsiteY400" fmla="*/ 30353 h 714375"/>
                  <a:gd name="connsiteX401" fmla="*/ 85344 w 447675"/>
                  <a:gd name="connsiteY401" fmla="*/ 23876 h 714375"/>
                  <a:gd name="connsiteX402" fmla="*/ 88011 w 447675"/>
                  <a:gd name="connsiteY402" fmla="*/ 18923 h 714375"/>
                  <a:gd name="connsiteX403" fmla="*/ 94202 w 447675"/>
                  <a:gd name="connsiteY403" fmla="*/ 17113 h 714375"/>
                  <a:gd name="connsiteX404" fmla="*/ 100679 w 447675"/>
                  <a:gd name="connsiteY404" fmla="*/ 18066 h 714375"/>
                  <a:gd name="connsiteX405" fmla="*/ 104108 w 447675"/>
                  <a:gd name="connsiteY405" fmla="*/ 19209 h 714375"/>
                  <a:gd name="connsiteX406" fmla="*/ 106489 w 447675"/>
                  <a:gd name="connsiteY406" fmla="*/ 16637 h 714375"/>
                  <a:gd name="connsiteX407" fmla="*/ 109156 w 447675"/>
                  <a:gd name="connsiteY407" fmla="*/ 18733 h 714375"/>
                  <a:gd name="connsiteX408" fmla="*/ 110109 w 447675"/>
                  <a:gd name="connsiteY408" fmla="*/ 23590 h 714375"/>
                  <a:gd name="connsiteX409" fmla="*/ 109538 w 447675"/>
                  <a:gd name="connsiteY409" fmla="*/ 28639 h 714375"/>
                  <a:gd name="connsiteX410" fmla="*/ 111823 w 447675"/>
                  <a:gd name="connsiteY410" fmla="*/ 34354 h 714375"/>
                  <a:gd name="connsiteX411" fmla="*/ 114967 w 447675"/>
                  <a:gd name="connsiteY411" fmla="*/ 41307 h 714375"/>
                  <a:gd name="connsiteX412" fmla="*/ 118300 w 447675"/>
                  <a:gd name="connsiteY412" fmla="*/ 43593 h 714375"/>
                  <a:gd name="connsiteX413" fmla="*/ 124777 w 447675"/>
                  <a:gd name="connsiteY413" fmla="*/ 46831 h 714375"/>
                  <a:gd name="connsiteX414" fmla="*/ 127921 w 447675"/>
                  <a:gd name="connsiteY414" fmla="*/ 46260 h 714375"/>
                  <a:gd name="connsiteX415" fmla="*/ 131636 w 447675"/>
                  <a:gd name="connsiteY415" fmla="*/ 48546 h 714375"/>
                  <a:gd name="connsiteX416" fmla="*/ 134778 w 447675"/>
                  <a:gd name="connsiteY416" fmla="*/ 48165 h 714375"/>
                  <a:gd name="connsiteX417" fmla="*/ 137922 w 447675"/>
                  <a:gd name="connsiteY417" fmla="*/ 44260 h 714375"/>
                  <a:gd name="connsiteX418" fmla="*/ 140684 w 447675"/>
                  <a:gd name="connsiteY418" fmla="*/ 40545 h 714375"/>
                  <a:gd name="connsiteX419" fmla="*/ 144303 w 447675"/>
                  <a:gd name="connsiteY419" fmla="*/ 37592 h 714375"/>
                  <a:gd name="connsiteX420" fmla="*/ 148971 w 447675"/>
                  <a:gd name="connsiteY420" fmla="*/ 33306 h 714375"/>
                  <a:gd name="connsiteX421" fmla="*/ 155448 w 447675"/>
                  <a:gd name="connsiteY421" fmla="*/ 32258 h 714375"/>
                  <a:gd name="connsiteX422" fmla="*/ 158019 w 447675"/>
                  <a:gd name="connsiteY422" fmla="*/ 29591 h 714375"/>
                  <a:gd name="connsiteX423" fmla="*/ 158305 w 447675"/>
                  <a:gd name="connsiteY423" fmla="*/ 25210 h 714375"/>
                  <a:gd name="connsiteX424" fmla="*/ 159448 w 447675"/>
                  <a:gd name="connsiteY424" fmla="*/ 22257 h 714375"/>
                  <a:gd name="connsiteX425" fmla="*/ 163163 w 447675"/>
                  <a:gd name="connsiteY425" fmla="*/ 21685 h 714375"/>
                  <a:gd name="connsiteX426" fmla="*/ 165735 w 447675"/>
                  <a:gd name="connsiteY426" fmla="*/ 18066 h 714375"/>
                  <a:gd name="connsiteX427" fmla="*/ 171069 w 447675"/>
                  <a:gd name="connsiteY427" fmla="*/ 16542 h 714375"/>
                  <a:gd name="connsiteX428" fmla="*/ 174784 w 447675"/>
                  <a:gd name="connsiteY428" fmla="*/ 19114 h 714375"/>
                  <a:gd name="connsiteX429" fmla="*/ 178689 w 447675"/>
                  <a:gd name="connsiteY429" fmla="*/ 16066 h 714375"/>
                  <a:gd name="connsiteX430" fmla="*/ 180784 w 447675"/>
                  <a:gd name="connsiteY430" fmla="*/ 13113 h 714375"/>
                  <a:gd name="connsiteX431" fmla="*/ 179355 w 447675"/>
                  <a:gd name="connsiteY431" fmla="*/ 10827 h 714375"/>
                  <a:gd name="connsiteX432" fmla="*/ 178118 w 447675"/>
                  <a:gd name="connsiteY432" fmla="*/ 7112 h 714375"/>
                  <a:gd name="connsiteX433" fmla="*/ 179546 w 447675"/>
                  <a:gd name="connsiteY433" fmla="*/ 3683 h 714375"/>
                  <a:gd name="connsiteX434" fmla="*/ 184689 w 447675"/>
                  <a:gd name="connsiteY434" fmla="*/ 1016 h 714375"/>
                  <a:gd name="connsiteX435" fmla="*/ 189833 w 447675"/>
                  <a:gd name="connsiteY435" fmla="*/ 635 h 714375"/>
                  <a:gd name="connsiteX436" fmla="*/ 195358 w 447675"/>
                  <a:gd name="connsiteY436" fmla="*/ 64 h 714375"/>
                  <a:gd name="connsiteX437" fmla="*/ 199644 w 447675"/>
                  <a:gd name="connsiteY437" fmla="*/ 2445 h 714375"/>
                  <a:gd name="connsiteX438" fmla="*/ 204025 w 447675"/>
                  <a:gd name="connsiteY438" fmla="*/ 4826 h 714375"/>
                  <a:gd name="connsiteX439" fmla="*/ 208788 w 447675"/>
                  <a:gd name="connsiteY439" fmla="*/ 7207 h 714375"/>
                  <a:gd name="connsiteX440" fmla="*/ 214026 w 447675"/>
                  <a:gd name="connsiteY440" fmla="*/ 9017 h 714375"/>
                  <a:gd name="connsiteX441" fmla="*/ 218504 w 447675"/>
                  <a:gd name="connsiteY441" fmla="*/ 9112 h 714375"/>
                  <a:gd name="connsiteX442" fmla="*/ 223075 w 447675"/>
                  <a:gd name="connsiteY442" fmla="*/ 12827 h 714375"/>
                  <a:gd name="connsiteX443" fmla="*/ 226886 w 447675"/>
                  <a:gd name="connsiteY443" fmla="*/ 13970 h 714375"/>
                  <a:gd name="connsiteX444" fmla="*/ 230505 w 447675"/>
                  <a:gd name="connsiteY444" fmla="*/ 17113 h 714375"/>
                  <a:gd name="connsiteX445" fmla="*/ 234601 w 447675"/>
                  <a:gd name="connsiteY445" fmla="*/ 18542 h 714375"/>
                  <a:gd name="connsiteX446" fmla="*/ 237744 w 447675"/>
                  <a:gd name="connsiteY446" fmla="*/ 22638 h 714375"/>
                  <a:gd name="connsiteX447" fmla="*/ 241554 w 447675"/>
                  <a:gd name="connsiteY447" fmla="*/ 24448 h 714375"/>
                  <a:gd name="connsiteX448" fmla="*/ 250698 w 447675"/>
                  <a:gd name="connsiteY448" fmla="*/ 26448 h 714375"/>
                  <a:gd name="connsiteX449" fmla="*/ 306324 w 447675"/>
                  <a:gd name="connsiteY449" fmla="*/ 181134 h 714375"/>
                  <a:gd name="connsiteX450" fmla="*/ 308229 w 447675"/>
                  <a:gd name="connsiteY450" fmla="*/ 187325 h 714375"/>
                  <a:gd name="connsiteX451" fmla="*/ 311086 w 447675"/>
                  <a:gd name="connsiteY451" fmla="*/ 189326 h 714375"/>
                  <a:gd name="connsiteX452" fmla="*/ 313849 w 447675"/>
                  <a:gd name="connsiteY452" fmla="*/ 193421 h 714375"/>
                  <a:gd name="connsiteX453" fmla="*/ 311944 w 447675"/>
                  <a:gd name="connsiteY453" fmla="*/ 196565 h 714375"/>
                  <a:gd name="connsiteX454" fmla="*/ 310705 w 447675"/>
                  <a:gd name="connsiteY454" fmla="*/ 200089 h 714375"/>
                  <a:gd name="connsiteX455" fmla="*/ 312705 w 447675"/>
                  <a:gd name="connsiteY455" fmla="*/ 203041 h 714375"/>
                  <a:gd name="connsiteX456" fmla="*/ 316135 w 447675"/>
                  <a:gd name="connsiteY456" fmla="*/ 204566 h 714375"/>
                  <a:gd name="connsiteX457" fmla="*/ 317849 w 447675"/>
                  <a:gd name="connsiteY457" fmla="*/ 207614 h 714375"/>
                  <a:gd name="connsiteX458" fmla="*/ 315849 w 447675"/>
                  <a:gd name="connsiteY458" fmla="*/ 209804 h 714375"/>
                  <a:gd name="connsiteX459" fmla="*/ 314134 w 447675"/>
                  <a:gd name="connsiteY459" fmla="*/ 213043 h 714375"/>
                  <a:gd name="connsiteX460" fmla="*/ 316611 w 447675"/>
                  <a:gd name="connsiteY460" fmla="*/ 215615 h 714375"/>
                  <a:gd name="connsiteX461" fmla="*/ 318611 w 447675"/>
                  <a:gd name="connsiteY461" fmla="*/ 217329 h 714375"/>
                  <a:gd name="connsiteX462" fmla="*/ 320040 w 447675"/>
                  <a:gd name="connsiteY462" fmla="*/ 219805 h 714375"/>
                  <a:gd name="connsiteX463" fmla="*/ 318135 w 447675"/>
                  <a:gd name="connsiteY463" fmla="*/ 223711 h 714375"/>
                  <a:gd name="connsiteX464" fmla="*/ 318801 w 447675"/>
                  <a:gd name="connsiteY464" fmla="*/ 226854 h 714375"/>
                  <a:gd name="connsiteX465" fmla="*/ 321659 w 447675"/>
                  <a:gd name="connsiteY465" fmla="*/ 229521 h 714375"/>
                  <a:gd name="connsiteX466" fmla="*/ 326993 w 447675"/>
                  <a:gd name="connsiteY466" fmla="*/ 230188 h 714375"/>
                  <a:gd name="connsiteX467" fmla="*/ 330136 w 447675"/>
                  <a:gd name="connsiteY467" fmla="*/ 226092 h 714375"/>
                  <a:gd name="connsiteX468" fmla="*/ 332899 w 447675"/>
                  <a:gd name="connsiteY468" fmla="*/ 227426 h 714375"/>
                  <a:gd name="connsiteX469" fmla="*/ 334613 w 447675"/>
                  <a:gd name="connsiteY469" fmla="*/ 230950 h 714375"/>
                  <a:gd name="connsiteX470" fmla="*/ 337947 w 447675"/>
                  <a:gd name="connsiteY470" fmla="*/ 232950 h 714375"/>
                  <a:gd name="connsiteX471" fmla="*/ 343281 w 447675"/>
                  <a:gd name="connsiteY471" fmla="*/ 231236 h 714375"/>
                  <a:gd name="connsiteX472" fmla="*/ 349091 w 447675"/>
                  <a:gd name="connsiteY472" fmla="*/ 233712 h 714375"/>
                  <a:gd name="connsiteX473" fmla="*/ 354616 w 447675"/>
                  <a:gd name="connsiteY473" fmla="*/ 231998 h 714375"/>
                  <a:gd name="connsiteX474" fmla="*/ 357664 w 447675"/>
                  <a:gd name="connsiteY474" fmla="*/ 228950 h 714375"/>
                  <a:gd name="connsiteX475" fmla="*/ 360330 w 447675"/>
                  <a:gd name="connsiteY475" fmla="*/ 227521 h 714375"/>
                  <a:gd name="connsiteX476" fmla="*/ 363950 w 447675"/>
                  <a:gd name="connsiteY476" fmla="*/ 228950 h 714375"/>
                  <a:gd name="connsiteX477" fmla="*/ 365284 w 447675"/>
                  <a:gd name="connsiteY477" fmla="*/ 231616 h 714375"/>
                  <a:gd name="connsiteX478" fmla="*/ 366522 w 447675"/>
                  <a:gd name="connsiteY478" fmla="*/ 234284 h 714375"/>
                  <a:gd name="connsiteX479" fmla="*/ 368046 w 447675"/>
                  <a:gd name="connsiteY479" fmla="*/ 237903 h 714375"/>
                  <a:gd name="connsiteX480" fmla="*/ 369094 w 447675"/>
                  <a:gd name="connsiteY480" fmla="*/ 239999 h 714375"/>
                  <a:gd name="connsiteX481" fmla="*/ 367379 w 447675"/>
                  <a:gd name="connsiteY481" fmla="*/ 242094 h 714375"/>
                  <a:gd name="connsiteX482" fmla="*/ 363760 w 447675"/>
                  <a:gd name="connsiteY482" fmla="*/ 243047 h 714375"/>
                  <a:gd name="connsiteX483" fmla="*/ 361759 w 447675"/>
                  <a:gd name="connsiteY483" fmla="*/ 245809 h 714375"/>
                  <a:gd name="connsiteX484" fmla="*/ 363378 w 447675"/>
                  <a:gd name="connsiteY484" fmla="*/ 249904 h 714375"/>
                  <a:gd name="connsiteX485" fmla="*/ 368046 w 447675"/>
                  <a:gd name="connsiteY485" fmla="*/ 254667 h 714375"/>
                  <a:gd name="connsiteX486" fmla="*/ 374046 w 447675"/>
                  <a:gd name="connsiteY486" fmla="*/ 256858 h 714375"/>
                  <a:gd name="connsiteX487" fmla="*/ 376618 w 447675"/>
                  <a:gd name="connsiteY487" fmla="*/ 260287 h 714375"/>
                  <a:gd name="connsiteX488" fmla="*/ 376333 w 447675"/>
                  <a:gd name="connsiteY488" fmla="*/ 266288 h 714375"/>
                  <a:gd name="connsiteX489" fmla="*/ 375571 w 447675"/>
                  <a:gd name="connsiteY489" fmla="*/ 269717 h 714375"/>
                  <a:gd name="connsiteX490" fmla="*/ 376333 w 447675"/>
                  <a:gd name="connsiteY490" fmla="*/ 273431 h 714375"/>
                  <a:gd name="connsiteX491" fmla="*/ 374999 w 447675"/>
                  <a:gd name="connsiteY491" fmla="*/ 276860 h 714375"/>
                  <a:gd name="connsiteX492" fmla="*/ 378714 w 447675"/>
                  <a:gd name="connsiteY492" fmla="*/ 279718 h 714375"/>
                  <a:gd name="connsiteX493" fmla="*/ 382619 w 447675"/>
                  <a:gd name="connsiteY493" fmla="*/ 282480 h 714375"/>
                  <a:gd name="connsiteX494" fmla="*/ 386429 w 447675"/>
                  <a:gd name="connsiteY494" fmla="*/ 286862 h 714375"/>
                  <a:gd name="connsiteX495" fmla="*/ 388429 w 447675"/>
                  <a:gd name="connsiteY495" fmla="*/ 290672 h 714375"/>
                  <a:gd name="connsiteX496" fmla="*/ 393096 w 447675"/>
                  <a:gd name="connsiteY496" fmla="*/ 292767 h 714375"/>
                  <a:gd name="connsiteX497" fmla="*/ 396907 w 447675"/>
                  <a:gd name="connsiteY497" fmla="*/ 293815 h 714375"/>
                  <a:gd name="connsiteX498" fmla="*/ 399193 w 447675"/>
                  <a:gd name="connsiteY498" fmla="*/ 290386 h 714375"/>
                  <a:gd name="connsiteX499" fmla="*/ 400335 w 447675"/>
                  <a:gd name="connsiteY499" fmla="*/ 286766 h 714375"/>
                  <a:gd name="connsiteX500" fmla="*/ 398716 w 447675"/>
                  <a:gd name="connsiteY500" fmla="*/ 284099 h 714375"/>
                  <a:gd name="connsiteX501" fmla="*/ 399669 w 447675"/>
                  <a:gd name="connsiteY501" fmla="*/ 281147 h 714375"/>
                  <a:gd name="connsiteX502" fmla="*/ 402717 w 447675"/>
                  <a:gd name="connsiteY502" fmla="*/ 280956 h 714375"/>
                  <a:gd name="connsiteX503" fmla="*/ 404622 w 447675"/>
                  <a:gd name="connsiteY503" fmla="*/ 283052 h 714375"/>
                  <a:gd name="connsiteX504" fmla="*/ 407289 w 447675"/>
                  <a:gd name="connsiteY504" fmla="*/ 283337 h 714375"/>
                  <a:gd name="connsiteX505" fmla="*/ 408622 w 447675"/>
                  <a:gd name="connsiteY505" fmla="*/ 280956 h 714375"/>
                  <a:gd name="connsiteX506" fmla="*/ 412909 w 447675"/>
                  <a:gd name="connsiteY506" fmla="*/ 280766 h 714375"/>
                  <a:gd name="connsiteX507" fmla="*/ 440150 w 447675"/>
                  <a:gd name="connsiteY507" fmla="*/ 308007 h 714375"/>
                  <a:gd name="connsiteX508" fmla="*/ 442626 w 447675"/>
                  <a:gd name="connsiteY508" fmla="*/ 309817 h 714375"/>
                  <a:gd name="connsiteX509" fmla="*/ 446055 w 447675"/>
                  <a:gd name="connsiteY509" fmla="*/ 312103 h 714375"/>
                  <a:gd name="connsiteX510" fmla="*/ 447199 w 447675"/>
                  <a:gd name="connsiteY510" fmla="*/ 316199 h 714375"/>
                  <a:gd name="connsiteX511" fmla="*/ 448342 w 447675"/>
                  <a:gd name="connsiteY511" fmla="*/ 320199 h 714375"/>
                  <a:gd name="connsiteX512" fmla="*/ 450628 w 447675"/>
                  <a:gd name="connsiteY512" fmla="*/ 322676 h 714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</a:cxnLst>
                <a:rect l="l" t="t" r="r" b="b"/>
                <a:pathLst>
                  <a:path w="447675" h="714375">
                    <a:moveTo>
                      <a:pt x="450628" y="322676"/>
                    </a:moveTo>
                    <a:cubicBezTo>
                      <a:pt x="451104" y="323342"/>
                      <a:pt x="451866" y="325057"/>
                      <a:pt x="451866" y="325819"/>
                    </a:cubicBezTo>
                    <a:cubicBezTo>
                      <a:pt x="451866" y="326676"/>
                      <a:pt x="450913" y="328200"/>
                      <a:pt x="450628" y="328962"/>
                    </a:cubicBezTo>
                    <a:cubicBezTo>
                      <a:pt x="450152" y="330010"/>
                      <a:pt x="449389" y="332105"/>
                      <a:pt x="448627" y="332962"/>
                    </a:cubicBezTo>
                    <a:cubicBezTo>
                      <a:pt x="447865" y="333820"/>
                      <a:pt x="445484" y="334486"/>
                      <a:pt x="444627" y="335344"/>
                    </a:cubicBezTo>
                    <a:cubicBezTo>
                      <a:pt x="443960" y="336106"/>
                      <a:pt x="443198" y="338011"/>
                      <a:pt x="442817" y="338868"/>
                    </a:cubicBezTo>
                    <a:cubicBezTo>
                      <a:pt x="442436" y="339630"/>
                      <a:pt x="441770" y="341059"/>
                      <a:pt x="441674" y="341916"/>
                    </a:cubicBezTo>
                    <a:cubicBezTo>
                      <a:pt x="441484" y="343250"/>
                      <a:pt x="442341" y="347250"/>
                      <a:pt x="442341" y="347441"/>
                    </a:cubicBezTo>
                    <a:cubicBezTo>
                      <a:pt x="442341" y="347631"/>
                      <a:pt x="441388" y="351822"/>
                      <a:pt x="440721" y="353156"/>
                    </a:cubicBezTo>
                    <a:cubicBezTo>
                      <a:pt x="440055" y="354584"/>
                      <a:pt x="438435" y="357632"/>
                      <a:pt x="437197" y="358585"/>
                    </a:cubicBezTo>
                    <a:cubicBezTo>
                      <a:pt x="436340" y="359252"/>
                      <a:pt x="433864" y="359442"/>
                      <a:pt x="432911" y="360109"/>
                    </a:cubicBezTo>
                    <a:cubicBezTo>
                      <a:pt x="432245" y="360585"/>
                      <a:pt x="431196" y="361919"/>
                      <a:pt x="431006" y="362776"/>
                    </a:cubicBezTo>
                    <a:cubicBezTo>
                      <a:pt x="430816" y="363538"/>
                      <a:pt x="431863" y="365062"/>
                      <a:pt x="431768" y="365824"/>
                    </a:cubicBezTo>
                    <a:cubicBezTo>
                      <a:pt x="431673" y="366491"/>
                      <a:pt x="431006" y="367634"/>
                      <a:pt x="430625" y="368205"/>
                    </a:cubicBezTo>
                    <a:cubicBezTo>
                      <a:pt x="430053" y="368967"/>
                      <a:pt x="428720" y="370586"/>
                      <a:pt x="427768" y="370967"/>
                    </a:cubicBezTo>
                    <a:cubicBezTo>
                      <a:pt x="427196" y="371158"/>
                      <a:pt x="425862" y="371348"/>
                      <a:pt x="425386" y="370967"/>
                    </a:cubicBezTo>
                    <a:cubicBezTo>
                      <a:pt x="424434" y="370205"/>
                      <a:pt x="423863" y="367538"/>
                      <a:pt x="424148" y="366300"/>
                    </a:cubicBezTo>
                    <a:cubicBezTo>
                      <a:pt x="424339" y="365252"/>
                      <a:pt x="426911" y="364014"/>
                      <a:pt x="426911" y="362966"/>
                    </a:cubicBezTo>
                    <a:cubicBezTo>
                      <a:pt x="426911" y="362109"/>
                      <a:pt x="425386" y="360966"/>
                      <a:pt x="424910" y="360395"/>
                    </a:cubicBezTo>
                    <a:cubicBezTo>
                      <a:pt x="424434" y="359823"/>
                      <a:pt x="423386" y="358871"/>
                      <a:pt x="423196" y="358204"/>
                    </a:cubicBezTo>
                    <a:cubicBezTo>
                      <a:pt x="422910" y="357442"/>
                      <a:pt x="423576" y="355823"/>
                      <a:pt x="423386" y="355060"/>
                    </a:cubicBezTo>
                    <a:cubicBezTo>
                      <a:pt x="423196" y="354394"/>
                      <a:pt x="422720" y="352679"/>
                      <a:pt x="422053" y="352679"/>
                    </a:cubicBezTo>
                    <a:cubicBezTo>
                      <a:pt x="421291" y="352679"/>
                      <a:pt x="421100" y="355060"/>
                      <a:pt x="420433" y="355537"/>
                    </a:cubicBezTo>
                    <a:cubicBezTo>
                      <a:pt x="419671" y="356204"/>
                      <a:pt x="417290" y="356013"/>
                      <a:pt x="416719" y="356775"/>
                    </a:cubicBezTo>
                    <a:cubicBezTo>
                      <a:pt x="416147" y="357442"/>
                      <a:pt x="415480" y="359537"/>
                      <a:pt x="416052" y="360299"/>
                    </a:cubicBezTo>
                    <a:cubicBezTo>
                      <a:pt x="416433" y="360871"/>
                      <a:pt x="418433" y="360395"/>
                      <a:pt x="418909" y="360966"/>
                    </a:cubicBezTo>
                    <a:cubicBezTo>
                      <a:pt x="419862" y="361919"/>
                      <a:pt x="420719" y="365062"/>
                      <a:pt x="420148" y="366300"/>
                    </a:cubicBezTo>
                    <a:cubicBezTo>
                      <a:pt x="419862" y="367062"/>
                      <a:pt x="417766" y="367348"/>
                      <a:pt x="417386" y="368110"/>
                    </a:cubicBezTo>
                    <a:cubicBezTo>
                      <a:pt x="417100" y="368872"/>
                      <a:pt x="418338" y="370682"/>
                      <a:pt x="418147" y="371539"/>
                    </a:cubicBezTo>
                    <a:cubicBezTo>
                      <a:pt x="417957" y="372206"/>
                      <a:pt x="417195" y="373444"/>
                      <a:pt x="416528" y="373634"/>
                    </a:cubicBezTo>
                    <a:cubicBezTo>
                      <a:pt x="415861" y="373825"/>
                      <a:pt x="414623" y="372491"/>
                      <a:pt x="413956" y="372777"/>
                    </a:cubicBezTo>
                    <a:cubicBezTo>
                      <a:pt x="413195" y="373063"/>
                      <a:pt x="413004" y="375444"/>
                      <a:pt x="412242" y="375825"/>
                    </a:cubicBezTo>
                    <a:cubicBezTo>
                      <a:pt x="411575" y="376206"/>
                      <a:pt x="409860" y="376111"/>
                      <a:pt x="409289" y="375635"/>
                    </a:cubicBezTo>
                    <a:cubicBezTo>
                      <a:pt x="408432" y="374968"/>
                      <a:pt x="409004" y="372301"/>
                      <a:pt x="408146" y="371634"/>
                    </a:cubicBezTo>
                    <a:cubicBezTo>
                      <a:pt x="407384" y="370967"/>
                      <a:pt x="405098" y="370777"/>
                      <a:pt x="404146" y="371158"/>
                    </a:cubicBezTo>
                    <a:cubicBezTo>
                      <a:pt x="403384" y="371444"/>
                      <a:pt x="402527" y="373158"/>
                      <a:pt x="402050" y="373730"/>
                    </a:cubicBezTo>
                    <a:cubicBezTo>
                      <a:pt x="401574" y="374206"/>
                      <a:pt x="400335" y="375063"/>
                      <a:pt x="400240" y="375730"/>
                    </a:cubicBezTo>
                    <a:cubicBezTo>
                      <a:pt x="400050" y="376682"/>
                      <a:pt x="401383" y="378302"/>
                      <a:pt x="401574" y="379254"/>
                    </a:cubicBezTo>
                    <a:cubicBezTo>
                      <a:pt x="401860" y="380397"/>
                      <a:pt x="401574" y="382874"/>
                      <a:pt x="401955" y="383921"/>
                    </a:cubicBezTo>
                    <a:cubicBezTo>
                      <a:pt x="402241" y="384683"/>
                      <a:pt x="403764" y="385731"/>
                      <a:pt x="403764" y="386493"/>
                    </a:cubicBezTo>
                    <a:cubicBezTo>
                      <a:pt x="403764" y="387350"/>
                      <a:pt x="402241" y="388493"/>
                      <a:pt x="401955" y="389255"/>
                    </a:cubicBezTo>
                    <a:cubicBezTo>
                      <a:pt x="401764" y="389827"/>
                      <a:pt x="401669" y="390970"/>
                      <a:pt x="401955" y="391446"/>
                    </a:cubicBezTo>
                    <a:cubicBezTo>
                      <a:pt x="402431" y="392303"/>
                      <a:pt x="404813" y="392780"/>
                      <a:pt x="405669" y="393446"/>
                    </a:cubicBezTo>
                    <a:cubicBezTo>
                      <a:pt x="406432" y="394018"/>
                      <a:pt x="408051" y="395161"/>
                      <a:pt x="408432" y="396018"/>
                    </a:cubicBezTo>
                    <a:cubicBezTo>
                      <a:pt x="408908" y="396971"/>
                      <a:pt x="409289" y="399257"/>
                      <a:pt x="408908" y="400209"/>
                    </a:cubicBezTo>
                    <a:cubicBezTo>
                      <a:pt x="408527" y="401161"/>
                      <a:pt x="406718" y="403067"/>
                      <a:pt x="405669" y="402971"/>
                    </a:cubicBezTo>
                    <a:cubicBezTo>
                      <a:pt x="404717" y="402876"/>
                      <a:pt x="403670" y="400971"/>
                      <a:pt x="403193" y="400114"/>
                    </a:cubicBezTo>
                    <a:cubicBezTo>
                      <a:pt x="402812" y="399257"/>
                      <a:pt x="402812" y="397256"/>
                      <a:pt x="402431" y="396399"/>
                    </a:cubicBezTo>
                    <a:cubicBezTo>
                      <a:pt x="402050" y="395637"/>
                      <a:pt x="400717" y="394304"/>
                      <a:pt x="400050" y="393732"/>
                    </a:cubicBezTo>
                    <a:cubicBezTo>
                      <a:pt x="399479" y="393351"/>
                      <a:pt x="398050" y="392970"/>
                      <a:pt x="397478" y="392589"/>
                    </a:cubicBezTo>
                    <a:cubicBezTo>
                      <a:pt x="396716" y="392208"/>
                      <a:pt x="395573" y="390779"/>
                      <a:pt x="394811" y="390494"/>
                    </a:cubicBezTo>
                    <a:cubicBezTo>
                      <a:pt x="393859" y="390112"/>
                      <a:pt x="391477" y="389255"/>
                      <a:pt x="390715" y="389922"/>
                    </a:cubicBezTo>
                    <a:cubicBezTo>
                      <a:pt x="389954" y="390684"/>
                      <a:pt x="391001" y="393256"/>
                      <a:pt x="391096" y="394399"/>
                    </a:cubicBezTo>
                    <a:cubicBezTo>
                      <a:pt x="391192" y="395066"/>
                      <a:pt x="391763" y="396304"/>
                      <a:pt x="391668" y="396971"/>
                    </a:cubicBezTo>
                    <a:cubicBezTo>
                      <a:pt x="391477" y="397828"/>
                      <a:pt x="390430" y="399352"/>
                      <a:pt x="389668" y="399733"/>
                    </a:cubicBezTo>
                    <a:cubicBezTo>
                      <a:pt x="389096" y="400019"/>
                      <a:pt x="387572" y="399923"/>
                      <a:pt x="387096" y="399447"/>
                    </a:cubicBezTo>
                    <a:cubicBezTo>
                      <a:pt x="386619" y="398876"/>
                      <a:pt x="387286" y="396971"/>
                      <a:pt x="387001" y="396209"/>
                    </a:cubicBezTo>
                    <a:cubicBezTo>
                      <a:pt x="386619" y="395161"/>
                      <a:pt x="385286" y="393256"/>
                      <a:pt x="384334" y="392684"/>
                    </a:cubicBezTo>
                    <a:cubicBezTo>
                      <a:pt x="383857" y="392399"/>
                      <a:pt x="382428" y="392208"/>
                      <a:pt x="381952" y="392494"/>
                    </a:cubicBezTo>
                    <a:cubicBezTo>
                      <a:pt x="381190" y="392875"/>
                      <a:pt x="380714" y="394494"/>
                      <a:pt x="380333" y="395256"/>
                    </a:cubicBezTo>
                    <a:cubicBezTo>
                      <a:pt x="380143" y="395637"/>
                      <a:pt x="380047" y="396590"/>
                      <a:pt x="379666" y="396780"/>
                    </a:cubicBezTo>
                    <a:cubicBezTo>
                      <a:pt x="379286" y="396971"/>
                      <a:pt x="378333" y="396971"/>
                      <a:pt x="377952" y="396685"/>
                    </a:cubicBezTo>
                    <a:cubicBezTo>
                      <a:pt x="377380" y="396209"/>
                      <a:pt x="377857" y="394113"/>
                      <a:pt x="377190" y="393732"/>
                    </a:cubicBezTo>
                    <a:cubicBezTo>
                      <a:pt x="376618" y="393351"/>
                      <a:pt x="374999" y="393637"/>
                      <a:pt x="374428" y="393923"/>
                    </a:cubicBezTo>
                    <a:cubicBezTo>
                      <a:pt x="373952" y="394208"/>
                      <a:pt x="373094" y="395256"/>
                      <a:pt x="373094" y="395828"/>
                    </a:cubicBezTo>
                    <a:cubicBezTo>
                      <a:pt x="372903" y="396780"/>
                      <a:pt x="373856" y="398590"/>
                      <a:pt x="374332" y="399447"/>
                    </a:cubicBezTo>
                    <a:cubicBezTo>
                      <a:pt x="374713" y="400019"/>
                      <a:pt x="375761" y="400971"/>
                      <a:pt x="376047" y="401638"/>
                    </a:cubicBezTo>
                    <a:cubicBezTo>
                      <a:pt x="376523" y="402685"/>
                      <a:pt x="376618" y="404972"/>
                      <a:pt x="376809" y="406115"/>
                    </a:cubicBezTo>
                    <a:cubicBezTo>
                      <a:pt x="376904" y="407067"/>
                      <a:pt x="376809" y="409162"/>
                      <a:pt x="377190" y="410020"/>
                    </a:cubicBezTo>
                    <a:cubicBezTo>
                      <a:pt x="377571" y="410686"/>
                      <a:pt x="379000" y="411353"/>
                      <a:pt x="379286" y="412020"/>
                    </a:cubicBezTo>
                    <a:cubicBezTo>
                      <a:pt x="379666" y="412877"/>
                      <a:pt x="380143" y="414973"/>
                      <a:pt x="379666" y="415830"/>
                    </a:cubicBezTo>
                    <a:cubicBezTo>
                      <a:pt x="379286" y="416497"/>
                      <a:pt x="377380" y="416497"/>
                      <a:pt x="376999" y="417068"/>
                    </a:cubicBezTo>
                    <a:cubicBezTo>
                      <a:pt x="376523" y="417830"/>
                      <a:pt x="377476" y="419735"/>
                      <a:pt x="377190" y="420593"/>
                    </a:cubicBezTo>
                    <a:cubicBezTo>
                      <a:pt x="376904" y="421259"/>
                      <a:pt x="375951" y="422783"/>
                      <a:pt x="375285" y="422593"/>
                    </a:cubicBezTo>
                    <a:cubicBezTo>
                      <a:pt x="374237" y="422402"/>
                      <a:pt x="373761" y="419545"/>
                      <a:pt x="373666" y="418402"/>
                    </a:cubicBezTo>
                    <a:cubicBezTo>
                      <a:pt x="373666" y="417640"/>
                      <a:pt x="374904" y="416211"/>
                      <a:pt x="374523" y="415640"/>
                    </a:cubicBezTo>
                    <a:cubicBezTo>
                      <a:pt x="374046" y="415068"/>
                      <a:pt x="372142" y="415259"/>
                      <a:pt x="371570" y="415640"/>
                    </a:cubicBezTo>
                    <a:cubicBezTo>
                      <a:pt x="370999" y="416021"/>
                      <a:pt x="370808" y="417545"/>
                      <a:pt x="370427" y="418021"/>
                    </a:cubicBezTo>
                    <a:cubicBezTo>
                      <a:pt x="370046" y="418592"/>
                      <a:pt x="368522" y="419164"/>
                      <a:pt x="368332" y="419831"/>
                    </a:cubicBezTo>
                    <a:cubicBezTo>
                      <a:pt x="367951" y="420878"/>
                      <a:pt x="369475" y="422974"/>
                      <a:pt x="369284" y="424022"/>
                    </a:cubicBezTo>
                    <a:cubicBezTo>
                      <a:pt x="369189" y="424593"/>
                      <a:pt x="368427" y="426117"/>
                      <a:pt x="367760" y="426022"/>
                    </a:cubicBezTo>
                    <a:cubicBezTo>
                      <a:pt x="366998" y="425927"/>
                      <a:pt x="367189" y="423641"/>
                      <a:pt x="366617" y="423069"/>
                    </a:cubicBezTo>
                    <a:cubicBezTo>
                      <a:pt x="366236" y="422688"/>
                      <a:pt x="365093" y="422117"/>
                      <a:pt x="364617" y="422307"/>
                    </a:cubicBezTo>
                    <a:cubicBezTo>
                      <a:pt x="363569" y="422783"/>
                      <a:pt x="363378" y="425546"/>
                      <a:pt x="363474" y="426688"/>
                    </a:cubicBezTo>
                    <a:cubicBezTo>
                      <a:pt x="363474" y="427927"/>
                      <a:pt x="364712" y="430118"/>
                      <a:pt x="364903" y="431356"/>
                    </a:cubicBezTo>
                    <a:cubicBezTo>
                      <a:pt x="364998" y="432213"/>
                      <a:pt x="365379" y="434213"/>
                      <a:pt x="364712" y="434785"/>
                    </a:cubicBezTo>
                    <a:cubicBezTo>
                      <a:pt x="364236" y="435261"/>
                      <a:pt x="362617" y="435071"/>
                      <a:pt x="362045" y="434690"/>
                    </a:cubicBezTo>
                    <a:cubicBezTo>
                      <a:pt x="361283" y="434213"/>
                      <a:pt x="361188" y="431927"/>
                      <a:pt x="360521" y="431260"/>
                    </a:cubicBezTo>
                    <a:cubicBezTo>
                      <a:pt x="359473" y="430308"/>
                      <a:pt x="356139" y="430499"/>
                      <a:pt x="355092" y="429451"/>
                    </a:cubicBezTo>
                    <a:cubicBezTo>
                      <a:pt x="354330" y="428689"/>
                      <a:pt x="354044" y="426498"/>
                      <a:pt x="353758" y="425450"/>
                    </a:cubicBezTo>
                    <a:cubicBezTo>
                      <a:pt x="353282" y="424022"/>
                      <a:pt x="352710" y="421164"/>
                      <a:pt x="352044" y="419831"/>
                    </a:cubicBezTo>
                    <a:cubicBezTo>
                      <a:pt x="351568" y="418973"/>
                      <a:pt x="350615" y="417259"/>
                      <a:pt x="349853" y="416687"/>
                    </a:cubicBezTo>
                    <a:cubicBezTo>
                      <a:pt x="349091" y="416211"/>
                      <a:pt x="347091" y="415640"/>
                      <a:pt x="346234" y="416021"/>
                    </a:cubicBezTo>
                    <a:cubicBezTo>
                      <a:pt x="345567" y="416306"/>
                      <a:pt x="345186" y="417926"/>
                      <a:pt x="344710" y="418497"/>
                    </a:cubicBezTo>
                    <a:cubicBezTo>
                      <a:pt x="344328" y="418878"/>
                      <a:pt x="343471" y="419926"/>
                      <a:pt x="342900" y="419831"/>
                    </a:cubicBezTo>
                    <a:cubicBezTo>
                      <a:pt x="342233" y="419640"/>
                      <a:pt x="342043" y="417640"/>
                      <a:pt x="341376" y="417259"/>
                    </a:cubicBezTo>
                    <a:cubicBezTo>
                      <a:pt x="340900" y="416973"/>
                      <a:pt x="339376" y="416878"/>
                      <a:pt x="338994" y="417259"/>
                    </a:cubicBezTo>
                    <a:cubicBezTo>
                      <a:pt x="338328" y="417830"/>
                      <a:pt x="338804" y="419926"/>
                      <a:pt x="338614" y="420783"/>
                    </a:cubicBezTo>
                    <a:cubicBezTo>
                      <a:pt x="338518" y="421164"/>
                      <a:pt x="338328" y="422021"/>
                      <a:pt x="337947" y="422021"/>
                    </a:cubicBezTo>
                    <a:cubicBezTo>
                      <a:pt x="337185" y="422117"/>
                      <a:pt x="336804" y="419735"/>
                      <a:pt x="336137" y="419354"/>
                    </a:cubicBezTo>
                    <a:cubicBezTo>
                      <a:pt x="335661" y="419069"/>
                      <a:pt x="334518" y="418973"/>
                      <a:pt x="334137" y="419259"/>
                    </a:cubicBezTo>
                    <a:cubicBezTo>
                      <a:pt x="333470" y="419831"/>
                      <a:pt x="334327" y="421926"/>
                      <a:pt x="334042" y="422783"/>
                    </a:cubicBezTo>
                    <a:cubicBezTo>
                      <a:pt x="333851" y="423545"/>
                      <a:pt x="332613" y="424784"/>
                      <a:pt x="332613" y="425641"/>
                    </a:cubicBezTo>
                    <a:cubicBezTo>
                      <a:pt x="332613" y="426403"/>
                      <a:pt x="333089" y="428212"/>
                      <a:pt x="333756" y="428498"/>
                    </a:cubicBezTo>
                    <a:cubicBezTo>
                      <a:pt x="334423" y="428784"/>
                      <a:pt x="335661" y="427260"/>
                      <a:pt x="336328" y="427260"/>
                    </a:cubicBezTo>
                    <a:cubicBezTo>
                      <a:pt x="336995" y="427260"/>
                      <a:pt x="338233" y="428212"/>
                      <a:pt x="338804" y="428498"/>
                    </a:cubicBezTo>
                    <a:cubicBezTo>
                      <a:pt x="339566" y="428975"/>
                      <a:pt x="340995" y="430403"/>
                      <a:pt x="341852" y="430784"/>
                    </a:cubicBezTo>
                    <a:cubicBezTo>
                      <a:pt x="342995" y="431260"/>
                      <a:pt x="345471" y="431356"/>
                      <a:pt x="346614" y="431832"/>
                    </a:cubicBezTo>
                    <a:cubicBezTo>
                      <a:pt x="347281" y="432118"/>
                      <a:pt x="348424" y="433166"/>
                      <a:pt x="348901" y="433642"/>
                    </a:cubicBezTo>
                    <a:cubicBezTo>
                      <a:pt x="349662" y="434499"/>
                      <a:pt x="350996" y="436404"/>
                      <a:pt x="351377" y="437547"/>
                    </a:cubicBezTo>
                    <a:cubicBezTo>
                      <a:pt x="351758" y="438595"/>
                      <a:pt x="352139" y="440976"/>
                      <a:pt x="351758" y="442119"/>
                    </a:cubicBezTo>
                    <a:cubicBezTo>
                      <a:pt x="351282" y="443643"/>
                      <a:pt x="348710" y="445834"/>
                      <a:pt x="347472" y="446786"/>
                    </a:cubicBezTo>
                    <a:cubicBezTo>
                      <a:pt x="346329" y="447644"/>
                      <a:pt x="343376" y="448215"/>
                      <a:pt x="342329" y="449168"/>
                    </a:cubicBezTo>
                    <a:cubicBezTo>
                      <a:pt x="341662" y="449739"/>
                      <a:pt x="340614" y="451263"/>
                      <a:pt x="340614" y="452120"/>
                    </a:cubicBezTo>
                    <a:cubicBezTo>
                      <a:pt x="340709" y="452978"/>
                      <a:pt x="342424" y="454121"/>
                      <a:pt x="342614" y="454978"/>
                    </a:cubicBezTo>
                    <a:cubicBezTo>
                      <a:pt x="342805" y="455835"/>
                      <a:pt x="342138" y="457645"/>
                      <a:pt x="341662" y="458407"/>
                    </a:cubicBezTo>
                    <a:cubicBezTo>
                      <a:pt x="341280" y="459074"/>
                      <a:pt x="339947" y="460312"/>
                      <a:pt x="339090" y="460407"/>
                    </a:cubicBezTo>
                    <a:cubicBezTo>
                      <a:pt x="338138" y="460598"/>
                      <a:pt x="336328" y="458978"/>
                      <a:pt x="335375" y="458883"/>
                    </a:cubicBezTo>
                    <a:cubicBezTo>
                      <a:pt x="334423" y="458788"/>
                      <a:pt x="332613" y="460026"/>
                      <a:pt x="331755" y="459645"/>
                    </a:cubicBezTo>
                    <a:cubicBezTo>
                      <a:pt x="330518" y="459169"/>
                      <a:pt x="329184" y="456597"/>
                      <a:pt x="328517" y="455454"/>
                    </a:cubicBezTo>
                    <a:cubicBezTo>
                      <a:pt x="327755" y="454025"/>
                      <a:pt x="326517" y="451073"/>
                      <a:pt x="326041" y="449549"/>
                    </a:cubicBezTo>
                    <a:cubicBezTo>
                      <a:pt x="325660" y="448310"/>
                      <a:pt x="325278" y="445834"/>
                      <a:pt x="325278" y="444500"/>
                    </a:cubicBezTo>
                    <a:cubicBezTo>
                      <a:pt x="325278" y="443453"/>
                      <a:pt x="325660" y="441357"/>
                      <a:pt x="326041" y="440309"/>
                    </a:cubicBezTo>
                    <a:cubicBezTo>
                      <a:pt x="326327" y="439452"/>
                      <a:pt x="327755" y="438119"/>
                      <a:pt x="327850" y="437261"/>
                    </a:cubicBezTo>
                    <a:cubicBezTo>
                      <a:pt x="327946" y="436309"/>
                      <a:pt x="327184" y="434309"/>
                      <a:pt x="326612" y="433547"/>
                    </a:cubicBezTo>
                    <a:cubicBezTo>
                      <a:pt x="326136" y="432975"/>
                      <a:pt x="324993" y="431642"/>
                      <a:pt x="324326" y="431737"/>
                    </a:cubicBezTo>
                    <a:cubicBezTo>
                      <a:pt x="323659" y="431737"/>
                      <a:pt x="322802" y="432975"/>
                      <a:pt x="322516" y="433547"/>
                    </a:cubicBezTo>
                    <a:cubicBezTo>
                      <a:pt x="322136" y="434404"/>
                      <a:pt x="322612" y="436404"/>
                      <a:pt x="322230" y="437261"/>
                    </a:cubicBezTo>
                    <a:cubicBezTo>
                      <a:pt x="322040" y="437642"/>
                      <a:pt x="321659" y="438500"/>
                      <a:pt x="321183" y="438500"/>
                    </a:cubicBezTo>
                    <a:cubicBezTo>
                      <a:pt x="320421" y="438404"/>
                      <a:pt x="320135" y="436499"/>
                      <a:pt x="319944" y="435833"/>
                    </a:cubicBezTo>
                    <a:cubicBezTo>
                      <a:pt x="319659" y="434975"/>
                      <a:pt x="319468" y="433166"/>
                      <a:pt x="318897" y="432499"/>
                    </a:cubicBezTo>
                    <a:cubicBezTo>
                      <a:pt x="318516" y="432118"/>
                      <a:pt x="317278" y="431546"/>
                      <a:pt x="316706" y="431642"/>
                    </a:cubicBezTo>
                    <a:cubicBezTo>
                      <a:pt x="316230" y="431737"/>
                      <a:pt x="315468" y="432499"/>
                      <a:pt x="315373" y="432880"/>
                    </a:cubicBezTo>
                    <a:cubicBezTo>
                      <a:pt x="315087" y="433832"/>
                      <a:pt x="316230" y="435833"/>
                      <a:pt x="316611" y="436785"/>
                    </a:cubicBezTo>
                    <a:cubicBezTo>
                      <a:pt x="316896" y="437452"/>
                      <a:pt x="317945" y="438595"/>
                      <a:pt x="318135" y="439261"/>
                    </a:cubicBezTo>
                    <a:cubicBezTo>
                      <a:pt x="318421" y="440024"/>
                      <a:pt x="318516" y="441643"/>
                      <a:pt x="318325" y="442405"/>
                    </a:cubicBezTo>
                    <a:cubicBezTo>
                      <a:pt x="318230" y="443072"/>
                      <a:pt x="317849" y="444786"/>
                      <a:pt x="317182" y="444786"/>
                    </a:cubicBezTo>
                    <a:cubicBezTo>
                      <a:pt x="316516" y="444786"/>
                      <a:pt x="316135" y="443072"/>
                      <a:pt x="315944" y="442405"/>
                    </a:cubicBezTo>
                    <a:cubicBezTo>
                      <a:pt x="315753" y="441643"/>
                      <a:pt x="316135" y="439928"/>
                      <a:pt x="315944" y="439166"/>
                    </a:cubicBezTo>
                    <a:cubicBezTo>
                      <a:pt x="315753" y="438404"/>
                      <a:pt x="315087" y="436880"/>
                      <a:pt x="314420" y="436499"/>
                    </a:cubicBezTo>
                    <a:cubicBezTo>
                      <a:pt x="314039" y="436213"/>
                      <a:pt x="312801" y="436213"/>
                      <a:pt x="312420" y="436499"/>
                    </a:cubicBezTo>
                    <a:cubicBezTo>
                      <a:pt x="311848" y="436976"/>
                      <a:pt x="312134" y="438881"/>
                      <a:pt x="311753" y="439547"/>
                    </a:cubicBezTo>
                    <a:cubicBezTo>
                      <a:pt x="311468" y="440214"/>
                      <a:pt x="310419" y="441452"/>
                      <a:pt x="309848" y="442024"/>
                    </a:cubicBezTo>
                    <a:cubicBezTo>
                      <a:pt x="309086" y="442786"/>
                      <a:pt x="306514" y="443262"/>
                      <a:pt x="306228" y="444310"/>
                    </a:cubicBezTo>
                    <a:cubicBezTo>
                      <a:pt x="306038" y="445167"/>
                      <a:pt x="307467" y="446691"/>
                      <a:pt x="307943" y="447453"/>
                    </a:cubicBezTo>
                    <a:cubicBezTo>
                      <a:pt x="308514" y="448406"/>
                      <a:pt x="309848" y="450310"/>
                      <a:pt x="310134" y="451454"/>
                    </a:cubicBezTo>
                    <a:cubicBezTo>
                      <a:pt x="310324" y="452311"/>
                      <a:pt x="309658" y="454216"/>
                      <a:pt x="310039" y="455168"/>
                    </a:cubicBezTo>
                    <a:cubicBezTo>
                      <a:pt x="310324" y="455930"/>
                      <a:pt x="311372" y="457169"/>
                      <a:pt x="312039" y="457645"/>
                    </a:cubicBezTo>
                    <a:cubicBezTo>
                      <a:pt x="312896" y="458311"/>
                      <a:pt x="315373" y="458407"/>
                      <a:pt x="316039" y="459169"/>
                    </a:cubicBezTo>
                    <a:cubicBezTo>
                      <a:pt x="317087" y="460217"/>
                      <a:pt x="317754" y="463169"/>
                      <a:pt x="317849" y="464598"/>
                    </a:cubicBezTo>
                    <a:cubicBezTo>
                      <a:pt x="317945" y="465360"/>
                      <a:pt x="318039" y="467075"/>
                      <a:pt x="317468" y="467456"/>
                    </a:cubicBezTo>
                    <a:cubicBezTo>
                      <a:pt x="316516" y="468122"/>
                      <a:pt x="314134" y="467170"/>
                      <a:pt x="313087" y="466694"/>
                    </a:cubicBezTo>
                    <a:cubicBezTo>
                      <a:pt x="311658" y="466122"/>
                      <a:pt x="309563" y="463741"/>
                      <a:pt x="308229" y="462979"/>
                    </a:cubicBezTo>
                    <a:cubicBezTo>
                      <a:pt x="307371" y="462503"/>
                      <a:pt x="305562" y="461741"/>
                      <a:pt x="304609" y="461645"/>
                    </a:cubicBezTo>
                    <a:cubicBezTo>
                      <a:pt x="303943" y="461645"/>
                      <a:pt x="302609" y="462217"/>
                      <a:pt x="301847" y="462312"/>
                    </a:cubicBezTo>
                    <a:cubicBezTo>
                      <a:pt x="300038" y="462407"/>
                      <a:pt x="296323" y="462312"/>
                      <a:pt x="294608" y="461645"/>
                    </a:cubicBezTo>
                    <a:cubicBezTo>
                      <a:pt x="293751" y="461264"/>
                      <a:pt x="292608" y="459645"/>
                      <a:pt x="291751" y="459455"/>
                    </a:cubicBezTo>
                    <a:cubicBezTo>
                      <a:pt x="290893" y="459264"/>
                      <a:pt x="288988" y="459550"/>
                      <a:pt x="288321" y="460121"/>
                    </a:cubicBezTo>
                    <a:cubicBezTo>
                      <a:pt x="287560" y="460979"/>
                      <a:pt x="288512" y="463931"/>
                      <a:pt x="287845" y="464979"/>
                    </a:cubicBezTo>
                    <a:cubicBezTo>
                      <a:pt x="287369" y="465741"/>
                      <a:pt x="285464" y="466789"/>
                      <a:pt x="284607" y="466503"/>
                    </a:cubicBezTo>
                    <a:cubicBezTo>
                      <a:pt x="283654" y="466122"/>
                      <a:pt x="283178" y="463836"/>
                      <a:pt x="282797" y="462788"/>
                    </a:cubicBezTo>
                    <a:cubicBezTo>
                      <a:pt x="282321" y="461360"/>
                      <a:pt x="282130" y="458407"/>
                      <a:pt x="281749" y="456978"/>
                    </a:cubicBezTo>
                    <a:cubicBezTo>
                      <a:pt x="281464" y="455930"/>
                      <a:pt x="280416" y="453835"/>
                      <a:pt x="280130" y="452787"/>
                    </a:cubicBezTo>
                    <a:cubicBezTo>
                      <a:pt x="279845" y="451549"/>
                      <a:pt x="279654" y="448977"/>
                      <a:pt x="279463" y="447644"/>
                    </a:cubicBezTo>
                    <a:cubicBezTo>
                      <a:pt x="279273" y="446215"/>
                      <a:pt x="279845" y="442691"/>
                      <a:pt x="278606" y="442024"/>
                    </a:cubicBezTo>
                    <a:cubicBezTo>
                      <a:pt x="278130" y="441738"/>
                      <a:pt x="276987" y="442595"/>
                      <a:pt x="276510" y="442976"/>
                    </a:cubicBezTo>
                    <a:cubicBezTo>
                      <a:pt x="275654" y="443643"/>
                      <a:pt x="274605" y="445358"/>
                      <a:pt x="274034" y="446215"/>
                    </a:cubicBezTo>
                    <a:cubicBezTo>
                      <a:pt x="273558" y="446977"/>
                      <a:pt x="272796" y="448786"/>
                      <a:pt x="272224" y="449453"/>
                    </a:cubicBezTo>
                    <a:cubicBezTo>
                      <a:pt x="271939" y="449834"/>
                      <a:pt x="271272" y="450787"/>
                      <a:pt x="270796" y="450787"/>
                    </a:cubicBezTo>
                    <a:cubicBezTo>
                      <a:pt x="269843" y="450787"/>
                      <a:pt x="269177" y="448120"/>
                      <a:pt x="268224" y="447929"/>
                    </a:cubicBezTo>
                    <a:cubicBezTo>
                      <a:pt x="267843" y="447834"/>
                      <a:pt x="267081" y="448406"/>
                      <a:pt x="266890" y="448691"/>
                    </a:cubicBezTo>
                    <a:cubicBezTo>
                      <a:pt x="266129" y="449549"/>
                      <a:pt x="265938" y="452120"/>
                      <a:pt x="265080" y="452882"/>
                    </a:cubicBezTo>
                    <a:cubicBezTo>
                      <a:pt x="264509" y="453454"/>
                      <a:pt x="262509" y="453263"/>
                      <a:pt x="261938" y="453835"/>
                    </a:cubicBezTo>
                    <a:cubicBezTo>
                      <a:pt x="261271" y="454502"/>
                      <a:pt x="260699" y="456407"/>
                      <a:pt x="260889" y="457264"/>
                    </a:cubicBezTo>
                    <a:cubicBezTo>
                      <a:pt x="261080" y="458121"/>
                      <a:pt x="262604" y="459169"/>
                      <a:pt x="263176" y="459740"/>
                    </a:cubicBezTo>
                    <a:cubicBezTo>
                      <a:pt x="263747" y="460312"/>
                      <a:pt x="265176" y="461264"/>
                      <a:pt x="265747" y="461836"/>
                    </a:cubicBezTo>
                    <a:cubicBezTo>
                      <a:pt x="266414" y="462503"/>
                      <a:pt x="267652" y="463836"/>
                      <a:pt x="268033" y="464693"/>
                    </a:cubicBezTo>
                    <a:cubicBezTo>
                      <a:pt x="268605" y="465932"/>
                      <a:pt x="269462" y="468599"/>
                      <a:pt x="269462" y="469932"/>
                    </a:cubicBezTo>
                    <a:cubicBezTo>
                      <a:pt x="269367" y="470980"/>
                      <a:pt x="268700" y="473171"/>
                      <a:pt x="267938" y="473933"/>
                    </a:cubicBezTo>
                    <a:cubicBezTo>
                      <a:pt x="267557" y="474409"/>
                      <a:pt x="266033" y="474409"/>
                      <a:pt x="265747" y="474885"/>
                    </a:cubicBezTo>
                    <a:cubicBezTo>
                      <a:pt x="264795" y="476314"/>
                      <a:pt x="265747" y="480124"/>
                      <a:pt x="265747" y="481838"/>
                    </a:cubicBezTo>
                    <a:cubicBezTo>
                      <a:pt x="265747" y="482886"/>
                      <a:pt x="265462" y="484886"/>
                      <a:pt x="265557" y="485934"/>
                    </a:cubicBezTo>
                    <a:cubicBezTo>
                      <a:pt x="265747" y="487363"/>
                      <a:pt x="266985" y="490125"/>
                      <a:pt x="266985" y="491554"/>
                    </a:cubicBezTo>
                    <a:cubicBezTo>
                      <a:pt x="266985" y="492792"/>
                      <a:pt x="266033" y="495269"/>
                      <a:pt x="265652" y="496507"/>
                    </a:cubicBezTo>
                    <a:cubicBezTo>
                      <a:pt x="265366" y="497269"/>
                      <a:pt x="264414" y="498602"/>
                      <a:pt x="264414" y="499364"/>
                    </a:cubicBezTo>
                    <a:cubicBezTo>
                      <a:pt x="264414" y="500031"/>
                      <a:pt x="265747" y="501174"/>
                      <a:pt x="265843" y="501841"/>
                    </a:cubicBezTo>
                    <a:cubicBezTo>
                      <a:pt x="265938" y="502984"/>
                      <a:pt x="263937" y="505175"/>
                      <a:pt x="264319" y="506318"/>
                    </a:cubicBezTo>
                    <a:cubicBezTo>
                      <a:pt x="264795" y="507460"/>
                      <a:pt x="267462" y="508985"/>
                      <a:pt x="268700" y="508699"/>
                    </a:cubicBezTo>
                    <a:cubicBezTo>
                      <a:pt x="269557" y="508508"/>
                      <a:pt x="270034" y="506127"/>
                      <a:pt x="270891" y="505841"/>
                    </a:cubicBezTo>
                    <a:cubicBezTo>
                      <a:pt x="271463" y="505651"/>
                      <a:pt x="272605" y="506222"/>
                      <a:pt x="273082" y="506508"/>
                    </a:cubicBezTo>
                    <a:cubicBezTo>
                      <a:pt x="273748" y="507080"/>
                      <a:pt x="274796" y="508794"/>
                      <a:pt x="274701" y="509651"/>
                    </a:cubicBezTo>
                    <a:cubicBezTo>
                      <a:pt x="274605" y="510890"/>
                      <a:pt x="272701" y="512604"/>
                      <a:pt x="271843" y="513461"/>
                    </a:cubicBezTo>
                    <a:cubicBezTo>
                      <a:pt x="271272" y="514033"/>
                      <a:pt x="269748" y="514890"/>
                      <a:pt x="269177" y="515557"/>
                    </a:cubicBezTo>
                    <a:cubicBezTo>
                      <a:pt x="268414" y="516605"/>
                      <a:pt x="267652" y="519176"/>
                      <a:pt x="267176" y="520319"/>
                    </a:cubicBezTo>
                    <a:cubicBezTo>
                      <a:pt x="266795" y="521081"/>
                      <a:pt x="266414" y="522891"/>
                      <a:pt x="265938" y="523558"/>
                    </a:cubicBezTo>
                    <a:cubicBezTo>
                      <a:pt x="265462" y="524225"/>
                      <a:pt x="263843" y="524796"/>
                      <a:pt x="263366" y="525368"/>
                    </a:cubicBezTo>
                    <a:cubicBezTo>
                      <a:pt x="262604" y="526225"/>
                      <a:pt x="261366" y="528416"/>
                      <a:pt x="261366" y="529559"/>
                    </a:cubicBezTo>
                    <a:cubicBezTo>
                      <a:pt x="261366" y="530035"/>
                      <a:pt x="262128" y="530987"/>
                      <a:pt x="262223" y="531464"/>
                    </a:cubicBezTo>
                    <a:cubicBezTo>
                      <a:pt x="262414" y="532226"/>
                      <a:pt x="262604" y="533750"/>
                      <a:pt x="262414" y="534512"/>
                    </a:cubicBezTo>
                    <a:cubicBezTo>
                      <a:pt x="262223" y="535178"/>
                      <a:pt x="261080" y="536321"/>
                      <a:pt x="260604" y="536893"/>
                    </a:cubicBezTo>
                    <a:cubicBezTo>
                      <a:pt x="260128" y="537369"/>
                      <a:pt x="259270" y="538512"/>
                      <a:pt x="258603" y="538893"/>
                    </a:cubicBezTo>
                    <a:cubicBezTo>
                      <a:pt x="258032" y="539179"/>
                      <a:pt x="256413" y="539846"/>
                      <a:pt x="255841" y="539465"/>
                    </a:cubicBezTo>
                    <a:cubicBezTo>
                      <a:pt x="255270" y="538988"/>
                      <a:pt x="256127" y="537083"/>
                      <a:pt x="255746" y="536321"/>
                    </a:cubicBezTo>
                    <a:cubicBezTo>
                      <a:pt x="255365" y="535655"/>
                      <a:pt x="253936" y="534988"/>
                      <a:pt x="253269" y="534797"/>
                    </a:cubicBezTo>
                    <a:cubicBezTo>
                      <a:pt x="252889" y="534702"/>
                      <a:pt x="252126" y="534607"/>
                      <a:pt x="251841" y="534893"/>
                    </a:cubicBezTo>
                    <a:cubicBezTo>
                      <a:pt x="251364" y="535369"/>
                      <a:pt x="252126" y="536893"/>
                      <a:pt x="251936" y="537560"/>
                    </a:cubicBezTo>
                    <a:cubicBezTo>
                      <a:pt x="251746" y="537941"/>
                      <a:pt x="251174" y="538893"/>
                      <a:pt x="250698" y="538893"/>
                    </a:cubicBezTo>
                    <a:cubicBezTo>
                      <a:pt x="250031" y="538893"/>
                      <a:pt x="249364" y="537369"/>
                      <a:pt x="249174" y="536702"/>
                    </a:cubicBezTo>
                    <a:cubicBezTo>
                      <a:pt x="248983" y="536131"/>
                      <a:pt x="249555" y="534702"/>
                      <a:pt x="249269" y="534131"/>
                    </a:cubicBezTo>
                    <a:cubicBezTo>
                      <a:pt x="248983" y="533654"/>
                      <a:pt x="248031" y="532892"/>
                      <a:pt x="247459" y="532797"/>
                    </a:cubicBezTo>
                    <a:cubicBezTo>
                      <a:pt x="246412" y="532607"/>
                      <a:pt x="244221" y="533559"/>
                      <a:pt x="243268" y="534226"/>
                    </a:cubicBezTo>
                    <a:cubicBezTo>
                      <a:pt x="242601" y="534607"/>
                      <a:pt x="241839" y="536131"/>
                      <a:pt x="241268" y="536512"/>
                    </a:cubicBezTo>
                    <a:cubicBezTo>
                      <a:pt x="240506" y="536893"/>
                      <a:pt x="238601" y="536798"/>
                      <a:pt x="238030" y="537369"/>
                    </a:cubicBezTo>
                    <a:cubicBezTo>
                      <a:pt x="237363" y="538036"/>
                      <a:pt x="236982" y="539941"/>
                      <a:pt x="236887" y="540798"/>
                    </a:cubicBezTo>
                    <a:cubicBezTo>
                      <a:pt x="236791" y="541941"/>
                      <a:pt x="237649" y="544322"/>
                      <a:pt x="237554" y="545465"/>
                    </a:cubicBezTo>
                    <a:cubicBezTo>
                      <a:pt x="237363" y="546418"/>
                      <a:pt x="235934" y="548132"/>
                      <a:pt x="236029" y="549085"/>
                    </a:cubicBezTo>
                    <a:cubicBezTo>
                      <a:pt x="236029" y="549942"/>
                      <a:pt x="237363" y="551371"/>
                      <a:pt x="237554" y="552228"/>
                    </a:cubicBezTo>
                    <a:cubicBezTo>
                      <a:pt x="237744" y="553657"/>
                      <a:pt x="237172" y="556514"/>
                      <a:pt x="236601" y="557848"/>
                    </a:cubicBezTo>
                    <a:cubicBezTo>
                      <a:pt x="236220" y="558705"/>
                      <a:pt x="235553" y="561182"/>
                      <a:pt x="234601" y="561182"/>
                    </a:cubicBezTo>
                    <a:cubicBezTo>
                      <a:pt x="233553" y="561182"/>
                      <a:pt x="232886" y="558610"/>
                      <a:pt x="232696" y="557657"/>
                    </a:cubicBezTo>
                    <a:cubicBezTo>
                      <a:pt x="232600" y="556991"/>
                      <a:pt x="233172" y="555562"/>
                      <a:pt x="232981" y="554990"/>
                    </a:cubicBezTo>
                    <a:cubicBezTo>
                      <a:pt x="232696" y="554419"/>
                      <a:pt x="231553" y="553562"/>
                      <a:pt x="230981" y="553276"/>
                    </a:cubicBezTo>
                    <a:cubicBezTo>
                      <a:pt x="230410" y="553085"/>
                      <a:pt x="229076" y="552800"/>
                      <a:pt x="228695" y="553181"/>
                    </a:cubicBezTo>
                    <a:cubicBezTo>
                      <a:pt x="228124" y="553847"/>
                      <a:pt x="229076" y="555848"/>
                      <a:pt x="229362" y="556705"/>
                    </a:cubicBezTo>
                    <a:cubicBezTo>
                      <a:pt x="229552" y="557276"/>
                      <a:pt x="230410" y="558419"/>
                      <a:pt x="230410" y="559086"/>
                    </a:cubicBezTo>
                    <a:cubicBezTo>
                      <a:pt x="230410" y="559848"/>
                      <a:pt x="229457" y="560991"/>
                      <a:pt x="229267" y="561753"/>
                    </a:cubicBezTo>
                    <a:cubicBezTo>
                      <a:pt x="229076" y="562515"/>
                      <a:pt x="229362" y="564134"/>
                      <a:pt x="229076" y="564896"/>
                    </a:cubicBezTo>
                    <a:cubicBezTo>
                      <a:pt x="228885" y="565468"/>
                      <a:pt x="228314" y="566801"/>
                      <a:pt x="227743" y="566992"/>
                    </a:cubicBezTo>
                    <a:cubicBezTo>
                      <a:pt x="227266" y="567182"/>
                      <a:pt x="225933" y="566992"/>
                      <a:pt x="225552" y="566611"/>
                    </a:cubicBezTo>
                    <a:cubicBezTo>
                      <a:pt x="225171" y="566135"/>
                      <a:pt x="225552" y="564611"/>
                      <a:pt x="225171" y="564039"/>
                    </a:cubicBezTo>
                    <a:cubicBezTo>
                      <a:pt x="224885" y="563658"/>
                      <a:pt x="224123" y="562896"/>
                      <a:pt x="223647" y="562801"/>
                    </a:cubicBezTo>
                    <a:cubicBezTo>
                      <a:pt x="222980" y="562706"/>
                      <a:pt x="221552" y="563182"/>
                      <a:pt x="221170" y="563753"/>
                    </a:cubicBezTo>
                    <a:cubicBezTo>
                      <a:pt x="220599" y="564420"/>
                      <a:pt x="220408" y="566230"/>
                      <a:pt x="220503" y="566992"/>
                    </a:cubicBezTo>
                    <a:cubicBezTo>
                      <a:pt x="220694" y="567659"/>
                      <a:pt x="221932" y="568611"/>
                      <a:pt x="222123" y="569373"/>
                    </a:cubicBezTo>
                    <a:cubicBezTo>
                      <a:pt x="222409" y="570230"/>
                      <a:pt x="222789" y="572326"/>
                      <a:pt x="222218" y="572993"/>
                    </a:cubicBezTo>
                    <a:cubicBezTo>
                      <a:pt x="221837" y="573469"/>
                      <a:pt x="220218" y="573850"/>
                      <a:pt x="219646" y="573469"/>
                    </a:cubicBezTo>
                    <a:cubicBezTo>
                      <a:pt x="218980" y="573088"/>
                      <a:pt x="219170" y="570992"/>
                      <a:pt x="218694" y="570326"/>
                    </a:cubicBezTo>
                    <a:cubicBezTo>
                      <a:pt x="218313" y="569754"/>
                      <a:pt x="217361" y="568706"/>
                      <a:pt x="216694" y="568611"/>
                    </a:cubicBezTo>
                    <a:cubicBezTo>
                      <a:pt x="216027" y="568611"/>
                      <a:pt x="214598" y="569468"/>
                      <a:pt x="214313" y="570135"/>
                    </a:cubicBezTo>
                    <a:cubicBezTo>
                      <a:pt x="214026" y="570897"/>
                      <a:pt x="215169" y="572421"/>
                      <a:pt x="215265" y="573183"/>
                    </a:cubicBezTo>
                    <a:cubicBezTo>
                      <a:pt x="215360" y="574136"/>
                      <a:pt x="215074" y="576136"/>
                      <a:pt x="214789" y="576993"/>
                    </a:cubicBezTo>
                    <a:cubicBezTo>
                      <a:pt x="214503" y="577946"/>
                      <a:pt x="213455" y="579755"/>
                      <a:pt x="212788" y="580613"/>
                    </a:cubicBezTo>
                    <a:cubicBezTo>
                      <a:pt x="212312" y="581375"/>
                      <a:pt x="210788" y="582613"/>
                      <a:pt x="210312" y="583375"/>
                    </a:cubicBezTo>
                    <a:cubicBezTo>
                      <a:pt x="209740" y="584423"/>
                      <a:pt x="209264" y="586994"/>
                      <a:pt x="208693" y="588137"/>
                    </a:cubicBezTo>
                    <a:cubicBezTo>
                      <a:pt x="208216" y="589090"/>
                      <a:pt x="207169" y="591376"/>
                      <a:pt x="206026" y="591566"/>
                    </a:cubicBezTo>
                    <a:cubicBezTo>
                      <a:pt x="205454" y="591662"/>
                      <a:pt x="204311" y="590709"/>
                      <a:pt x="203835" y="590233"/>
                    </a:cubicBezTo>
                    <a:cubicBezTo>
                      <a:pt x="202882" y="589376"/>
                      <a:pt x="201453" y="587280"/>
                      <a:pt x="200977" y="586137"/>
                    </a:cubicBezTo>
                    <a:cubicBezTo>
                      <a:pt x="200596" y="585185"/>
                      <a:pt x="200977" y="582994"/>
                      <a:pt x="200310" y="582232"/>
                    </a:cubicBezTo>
                    <a:cubicBezTo>
                      <a:pt x="199834" y="581565"/>
                      <a:pt x="198120" y="581089"/>
                      <a:pt x="197358" y="581089"/>
                    </a:cubicBezTo>
                    <a:cubicBezTo>
                      <a:pt x="196119" y="581184"/>
                      <a:pt x="193834" y="582422"/>
                      <a:pt x="192881" y="583184"/>
                    </a:cubicBezTo>
                    <a:cubicBezTo>
                      <a:pt x="191833" y="584042"/>
                      <a:pt x="190214" y="586328"/>
                      <a:pt x="189643" y="587566"/>
                    </a:cubicBezTo>
                    <a:cubicBezTo>
                      <a:pt x="189452" y="588137"/>
                      <a:pt x="189643" y="589280"/>
                      <a:pt x="189452" y="589852"/>
                    </a:cubicBezTo>
                    <a:cubicBezTo>
                      <a:pt x="189166" y="590614"/>
                      <a:pt x="188119" y="592138"/>
                      <a:pt x="187357" y="592519"/>
                    </a:cubicBezTo>
                    <a:cubicBezTo>
                      <a:pt x="186690" y="592900"/>
                      <a:pt x="185071" y="592805"/>
                      <a:pt x="184309" y="592519"/>
                    </a:cubicBezTo>
                    <a:cubicBezTo>
                      <a:pt x="183737" y="592328"/>
                      <a:pt x="182689" y="591471"/>
                      <a:pt x="182499" y="590995"/>
                    </a:cubicBezTo>
                    <a:cubicBezTo>
                      <a:pt x="182118" y="590138"/>
                      <a:pt x="182118" y="588042"/>
                      <a:pt x="182594" y="587280"/>
                    </a:cubicBezTo>
                    <a:cubicBezTo>
                      <a:pt x="182975" y="586709"/>
                      <a:pt x="184689" y="586709"/>
                      <a:pt x="185166" y="586137"/>
                    </a:cubicBezTo>
                    <a:cubicBezTo>
                      <a:pt x="185833" y="585280"/>
                      <a:pt x="186309" y="582708"/>
                      <a:pt x="185833" y="581660"/>
                    </a:cubicBezTo>
                    <a:cubicBezTo>
                      <a:pt x="185451" y="580803"/>
                      <a:pt x="183452" y="580136"/>
                      <a:pt x="182689" y="579565"/>
                    </a:cubicBezTo>
                    <a:cubicBezTo>
                      <a:pt x="182308" y="579279"/>
                      <a:pt x="181260" y="578612"/>
                      <a:pt x="181165" y="578136"/>
                    </a:cubicBezTo>
                    <a:cubicBezTo>
                      <a:pt x="180880" y="577184"/>
                      <a:pt x="182594" y="575088"/>
                      <a:pt x="182118" y="574136"/>
                    </a:cubicBezTo>
                    <a:cubicBezTo>
                      <a:pt x="181832" y="573564"/>
                      <a:pt x="180404" y="573088"/>
                      <a:pt x="179832" y="573183"/>
                    </a:cubicBezTo>
                    <a:cubicBezTo>
                      <a:pt x="179165" y="573374"/>
                      <a:pt x="178212" y="574612"/>
                      <a:pt x="177927" y="575183"/>
                    </a:cubicBezTo>
                    <a:cubicBezTo>
                      <a:pt x="177451" y="576041"/>
                      <a:pt x="177355" y="578041"/>
                      <a:pt x="176974" y="578993"/>
                    </a:cubicBezTo>
                    <a:cubicBezTo>
                      <a:pt x="176784" y="579660"/>
                      <a:pt x="176213" y="580994"/>
                      <a:pt x="175831" y="581565"/>
                    </a:cubicBezTo>
                    <a:cubicBezTo>
                      <a:pt x="175260" y="582327"/>
                      <a:pt x="173545" y="583565"/>
                      <a:pt x="172783" y="584232"/>
                    </a:cubicBezTo>
                    <a:cubicBezTo>
                      <a:pt x="171831" y="585089"/>
                      <a:pt x="169736" y="586613"/>
                      <a:pt x="169164" y="587661"/>
                    </a:cubicBezTo>
                    <a:cubicBezTo>
                      <a:pt x="168687" y="588614"/>
                      <a:pt x="169164" y="590995"/>
                      <a:pt x="168687" y="591947"/>
                    </a:cubicBezTo>
                    <a:cubicBezTo>
                      <a:pt x="168211" y="592900"/>
                      <a:pt x="165925" y="593948"/>
                      <a:pt x="165639" y="594995"/>
                    </a:cubicBezTo>
                    <a:cubicBezTo>
                      <a:pt x="165354" y="595948"/>
                      <a:pt x="166401" y="597948"/>
                      <a:pt x="166401" y="598996"/>
                    </a:cubicBezTo>
                    <a:cubicBezTo>
                      <a:pt x="166497" y="600425"/>
                      <a:pt x="166306" y="603377"/>
                      <a:pt x="165925" y="604711"/>
                    </a:cubicBezTo>
                    <a:cubicBezTo>
                      <a:pt x="165639" y="605568"/>
                      <a:pt x="164306" y="607092"/>
                      <a:pt x="164211" y="607949"/>
                    </a:cubicBezTo>
                    <a:cubicBezTo>
                      <a:pt x="164116" y="608616"/>
                      <a:pt x="164592" y="609854"/>
                      <a:pt x="164973" y="610426"/>
                    </a:cubicBezTo>
                    <a:cubicBezTo>
                      <a:pt x="165354" y="610997"/>
                      <a:pt x="166688" y="611759"/>
                      <a:pt x="167164" y="612331"/>
                    </a:cubicBezTo>
                    <a:cubicBezTo>
                      <a:pt x="167830" y="613093"/>
                      <a:pt x="168973" y="614807"/>
                      <a:pt x="169640" y="615569"/>
                    </a:cubicBezTo>
                    <a:cubicBezTo>
                      <a:pt x="170307" y="616331"/>
                      <a:pt x="172021" y="617570"/>
                      <a:pt x="172498" y="618427"/>
                    </a:cubicBezTo>
                    <a:cubicBezTo>
                      <a:pt x="173069" y="619284"/>
                      <a:pt x="173736" y="621380"/>
                      <a:pt x="174021" y="622427"/>
                    </a:cubicBezTo>
                    <a:cubicBezTo>
                      <a:pt x="174212" y="623189"/>
                      <a:pt x="174879" y="624999"/>
                      <a:pt x="174403" y="625666"/>
                    </a:cubicBezTo>
                    <a:cubicBezTo>
                      <a:pt x="173927" y="626618"/>
                      <a:pt x="171640" y="627285"/>
                      <a:pt x="170688" y="627475"/>
                    </a:cubicBezTo>
                    <a:cubicBezTo>
                      <a:pt x="169830" y="627666"/>
                      <a:pt x="167926" y="626999"/>
                      <a:pt x="167068" y="627285"/>
                    </a:cubicBezTo>
                    <a:cubicBezTo>
                      <a:pt x="166021" y="627666"/>
                      <a:pt x="164973" y="629762"/>
                      <a:pt x="164116" y="630428"/>
                    </a:cubicBezTo>
                    <a:cubicBezTo>
                      <a:pt x="163353" y="631000"/>
                      <a:pt x="161449" y="631381"/>
                      <a:pt x="160782" y="632048"/>
                    </a:cubicBezTo>
                    <a:cubicBezTo>
                      <a:pt x="159829" y="633095"/>
                      <a:pt x="158972" y="635858"/>
                      <a:pt x="158782" y="637286"/>
                    </a:cubicBezTo>
                    <a:cubicBezTo>
                      <a:pt x="158686" y="638048"/>
                      <a:pt x="159068" y="639763"/>
                      <a:pt x="159258" y="640525"/>
                    </a:cubicBezTo>
                    <a:cubicBezTo>
                      <a:pt x="159544" y="641668"/>
                      <a:pt x="160496" y="644049"/>
                      <a:pt x="161068" y="645097"/>
                    </a:cubicBezTo>
                    <a:cubicBezTo>
                      <a:pt x="161449" y="645954"/>
                      <a:pt x="162877" y="647478"/>
                      <a:pt x="163068" y="648431"/>
                    </a:cubicBezTo>
                    <a:cubicBezTo>
                      <a:pt x="163353" y="649669"/>
                      <a:pt x="162973" y="652431"/>
                      <a:pt x="162401" y="653574"/>
                    </a:cubicBezTo>
                    <a:cubicBezTo>
                      <a:pt x="161925" y="654431"/>
                      <a:pt x="159734" y="655098"/>
                      <a:pt x="159258" y="655955"/>
                    </a:cubicBezTo>
                    <a:cubicBezTo>
                      <a:pt x="158782" y="657003"/>
                      <a:pt x="159734" y="659480"/>
                      <a:pt x="159448" y="660623"/>
                    </a:cubicBezTo>
                    <a:cubicBezTo>
                      <a:pt x="159162" y="661766"/>
                      <a:pt x="157829" y="663861"/>
                      <a:pt x="156876" y="664623"/>
                    </a:cubicBezTo>
                    <a:cubicBezTo>
                      <a:pt x="155734" y="665575"/>
                      <a:pt x="152781" y="666433"/>
                      <a:pt x="151543" y="667195"/>
                    </a:cubicBezTo>
                    <a:cubicBezTo>
                      <a:pt x="150400" y="667957"/>
                      <a:pt x="148018" y="669576"/>
                      <a:pt x="147542" y="670814"/>
                    </a:cubicBezTo>
                    <a:cubicBezTo>
                      <a:pt x="146780" y="672719"/>
                      <a:pt x="148018" y="676910"/>
                      <a:pt x="148304" y="679006"/>
                    </a:cubicBezTo>
                    <a:cubicBezTo>
                      <a:pt x="148590" y="681101"/>
                      <a:pt x="149161" y="685292"/>
                      <a:pt x="149543" y="687293"/>
                    </a:cubicBezTo>
                    <a:cubicBezTo>
                      <a:pt x="149733" y="688340"/>
                      <a:pt x="150686" y="690436"/>
                      <a:pt x="150686" y="691579"/>
                    </a:cubicBezTo>
                    <a:cubicBezTo>
                      <a:pt x="150590" y="693960"/>
                      <a:pt x="148209" y="698437"/>
                      <a:pt x="147828" y="700818"/>
                    </a:cubicBezTo>
                    <a:cubicBezTo>
                      <a:pt x="147542" y="702342"/>
                      <a:pt x="147923" y="705390"/>
                      <a:pt x="147733" y="706914"/>
                    </a:cubicBezTo>
                    <a:cubicBezTo>
                      <a:pt x="147542" y="708724"/>
                      <a:pt x="146685" y="712248"/>
                      <a:pt x="146304" y="713963"/>
                    </a:cubicBezTo>
                    <a:cubicBezTo>
                      <a:pt x="146018" y="715201"/>
                      <a:pt x="145542" y="717582"/>
                      <a:pt x="145066" y="718725"/>
                    </a:cubicBezTo>
                    <a:cubicBezTo>
                      <a:pt x="144875" y="719106"/>
                      <a:pt x="144589" y="719582"/>
                      <a:pt x="144208" y="720154"/>
                    </a:cubicBezTo>
                    <a:lnTo>
                      <a:pt x="144208" y="713772"/>
                    </a:lnTo>
                    <a:lnTo>
                      <a:pt x="137446" y="713772"/>
                    </a:lnTo>
                    <a:lnTo>
                      <a:pt x="126682" y="708248"/>
                    </a:lnTo>
                    <a:lnTo>
                      <a:pt x="125444" y="692912"/>
                    </a:lnTo>
                    <a:cubicBezTo>
                      <a:pt x="125444" y="692912"/>
                      <a:pt x="119729" y="691484"/>
                      <a:pt x="117920" y="690817"/>
                    </a:cubicBezTo>
                    <a:cubicBezTo>
                      <a:pt x="116586" y="690341"/>
                      <a:pt x="113919" y="689102"/>
                      <a:pt x="112776" y="688150"/>
                    </a:cubicBezTo>
                    <a:cubicBezTo>
                      <a:pt x="111537" y="687102"/>
                      <a:pt x="110490" y="683578"/>
                      <a:pt x="109061" y="682816"/>
                    </a:cubicBezTo>
                    <a:cubicBezTo>
                      <a:pt x="108204" y="682340"/>
                      <a:pt x="106203" y="683102"/>
                      <a:pt x="105251" y="682816"/>
                    </a:cubicBezTo>
                    <a:cubicBezTo>
                      <a:pt x="104299" y="682530"/>
                      <a:pt x="102584" y="681292"/>
                      <a:pt x="101822" y="680530"/>
                    </a:cubicBezTo>
                    <a:cubicBezTo>
                      <a:pt x="100774" y="679292"/>
                      <a:pt x="99441" y="676053"/>
                      <a:pt x="98964" y="674434"/>
                    </a:cubicBezTo>
                    <a:cubicBezTo>
                      <a:pt x="98584" y="673005"/>
                      <a:pt x="98298" y="669957"/>
                      <a:pt x="98203" y="668433"/>
                    </a:cubicBezTo>
                    <a:cubicBezTo>
                      <a:pt x="98107" y="667004"/>
                      <a:pt x="98298" y="664052"/>
                      <a:pt x="98107" y="662623"/>
                    </a:cubicBezTo>
                    <a:cubicBezTo>
                      <a:pt x="97917" y="661099"/>
                      <a:pt x="96869" y="658146"/>
                      <a:pt x="96488" y="656717"/>
                    </a:cubicBezTo>
                    <a:cubicBezTo>
                      <a:pt x="96107" y="655384"/>
                      <a:pt x="96012" y="652526"/>
                      <a:pt x="95250" y="651383"/>
                    </a:cubicBezTo>
                    <a:cubicBezTo>
                      <a:pt x="94774" y="650621"/>
                      <a:pt x="92297" y="649193"/>
                      <a:pt x="92297" y="649193"/>
                    </a:cubicBezTo>
                    <a:lnTo>
                      <a:pt x="83344" y="626047"/>
                    </a:lnTo>
                    <a:lnTo>
                      <a:pt x="29242" y="473647"/>
                    </a:lnTo>
                    <a:lnTo>
                      <a:pt x="0" y="399637"/>
                    </a:lnTo>
                    <a:cubicBezTo>
                      <a:pt x="95" y="399542"/>
                      <a:pt x="285" y="399352"/>
                      <a:pt x="285" y="399257"/>
                    </a:cubicBezTo>
                    <a:cubicBezTo>
                      <a:pt x="857" y="398018"/>
                      <a:pt x="0" y="394875"/>
                      <a:pt x="952" y="393827"/>
                    </a:cubicBezTo>
                    <a:cubicBezTo>
                      <a:pt x="1524" y="393256"/>
                      <a:pt x="3429" y="393542"/>
                      <a:pt x="4000" y="393065"/>
                    </a:cubicBezTo>
                    <a:cubicBezTo>
                      <a:pt x="4763" y="392494"/>
                      <a:pt x="5429" y="390589"/>
                      <a:pt x="5619" y="389636"/>
                    </a:cubicBezTo>
                    <a:cubicBezTo>
                      <a:pt x="5715" y="388970"/>
                      <a:pt x="4763" y="387255"/>
                      <a:pt x="5334" y="386779"/>
                    </a:cubicBezTo>
                    <a:cubicBezTo>
                      <a:pt x="6286" y="385922"/>
                      <a:pt x="8954" y="388017"/>
                      <a:pt x="10192" y="388112"/>
                    </a:cubicBezTo>
                    <a:cubicBezTo>
                      <a:pt x="11049" y="388208"/>
                      <a:pt x="12763" y="387446"/>
                      <a:pt x="13621" y="387731"/>
                    </a:cubicBezTo>
                    <a:cubicBezTo>
                      <a:pt x="14668" y="388017"/>
                      <a:pt x="16478" y="389351"/>
                      <a:pt x="17050" y="390303"/>
                    </a:cubicBezTo>
                    <a:cubicBezTo>
                      <a:pt x="17621" y="391351"/>
                      <a:pt x="16669" y="393923"/>
                      <a:pt x="17240" y="394875"/>
                    </a:cubicBezTo>
                    <a:cubicBezTo>
                      <a:pt x="17812" y="395732"/>
                      <a:pt x="20288" y="396018"/>
                      <a:pt x="21050" y="396780"/>
                    </a:cubicBezTo>
                    <a:cubicBezTo>
                      <a:pt x="21907" y="397637"/>
                      <a:pt x="22384" y="400400"/>
                      <a:pt x="23526" y="400876"/>
                    </a:cubicBezTo>
                    <a:cubicBezTo>
                      <a:pt x="24098" y="401161"/>
                      <a:pt x="25527" y="400781"/>
                      <a:pt x="26098" y="400495"/>
                    </a:cubicBezTo>
                    <a:cubicBezTo>
                      <a:pt x="26955" y="399923"/>
                      <a:pt x="28099" y="398113"/>
                      <a:pt x="28289" y="397066"/>
                    </a:cubicBezTo>
                    <a:cubicBezTo>
                      <a:pt x="28575" y="395923"/>
                      <a:pt x="28099" y="392684"/>
                      <a:pt x="28194" y="392399"/>
                    </a:cubicBezTo>
                    <a:cubicBezTo>
                      <a:pt x="28289" y="392113"/>
                      <a:pt x="26955" y="389636"/>
                      <a:pt x="27241" y="388684"/>
                    </a:cubicBezTo>
                    <a:cubicBezTo>
                      <a:pt x="27432" y="388017"/>
                      <a:pt x="29146" y="387541"/>
                      <a:pt x="29432" y="386874"/>
                    </a:cubicBezTo>
                    <a:cubicBezTo>
                      <a:pt x="29813" y="386207"/>
                      <a:pt x="30099" y="384683"/>
                      <a:pt x="29813" y="384017"/>
                    </a:cubicBezTo>
                    <a:cubicBezTo>
                      <a:pt x="29337" y="382969"/>
                      <a:pt x="26384" y="382683"/>
                      <a:pt x="25908" y="381635"/>
                    </a:cubicBezTo>
                    <a:cubicBezTo>
                      <a:pt x="25432" y="380778"/>
                      <a:pt x="26384" y="378492"/>
                      <a:pt x="26003" y="377635"/>
                    </a:cubicBezTo>
                    <a:cubicBezTo>
                      <a:pt x="25718" y="376968"/>
                      <a:pt x="24193" y="376397"/>
                      <a:pt x="23908" y="375730"/>
                    </a:cubicBezTo>
                    <a:cubicBezTo>
                      <a:pt x="23526" y="375063"/>
                      <a:pt x="23050" y="373539"/>
                      <a:pt x="23146" y="372777"/>
                    </a:cubicBezTo>
                    <a:cubicBezTo>
                      <a:pt x="23336" y="371634"/>
                      <a:pt x="24384" y="369538"/>
                      <a:pt x="25241" y="368872"/>
                    </a:cubicBezTo>
                    <a:cubicBezTo>
                      <a:pt x="26003" y="368396"/>
                      <a:pt x="27908" y="367824"/>
                      <a:pt x="28765" y="368205"/>
                    </a:cubicBezTo>
                    <a:cubicBezTo>
                      <a:pt x="29623" y="368586"/>
                      <a:pt x="29908" y="370872"/>
                      <a:pt x="30670" y="371348"/>
                    </a:cubicBezTo>
                    <a:cubicBezTo>
                      <a:pt x="31623" y="372015"/>
                      <a:pt x="34004" y="372682"/>
                      <a:pt x="35147" y="372491"/>
                    </a:cubicBezTo>
                    <a:cubicBezTo>
                      <a:pt x="35909" y="372396"/>
                      <a:pt x="37147" y="370872"/>
                      <a:pt x="37909" y="370872"/>
                    </a:cubicBezTo>
                    <a:cubicBezTo>
                      <a:pt x="38671" y="370872"/>
                      <a:pt x="39624" y="372586"/>
                      <a:pt x="40386" y="372777"/>
                    </a:cubicBezTo>
                    <a:cubicBezTo>
                      <a:pt x="41148" y="372968"/>
                      <a:pt x="43053" y="372968"/>
                      <a:pt x="43719" y="372396"/>
                    </a:cubicBezTo>
                    <a:cubicBezTo>
                      <a:pt x="44862" y="371348"/>
                      <a:pt x="45244" y="367729"/>
                      <a:pt x="44958" y="366110"/>
                    </a:cubicBezTo>
                    <a:cubicBezTo>
                      <a:pt x="44768" y="364871"/>
                      <a:pt x="43624" y="362490"/>
                      <a:pt x="42672" y="361633"/>
                    </a:cubicBezTo>
                    <a:cubicBezTo>
                      <a:pt x="41243" y="360490"/>
                      <a:pt x="37433" y="360109"/>
                      <a:pt x="35814" y="359537"/>
                    </a:cubicBezTo>
                    <a:cubicBezTo>
                      <a:pt x="34671" y="359156"/>
                      <a:pt x="32480" y="358490"/>
                      <a:pt x="31432" y="357823"/>
                    </a:cubicBezTo>
                    <a:cubicBezTo>
                      <a:pt x="30766" y="357442"/>
                      <a:pt x="29432" y="356489"/>
                      <a:pt x="29146" y="355823"/>
                    </a:cubicBezTo>
                    <a:cubicBezTo>
                      <a:pt x="28575" y="354680"/>
                      <a:pt x="28194" y="352108"/>
                      <a:pt x="28289" y="350870"/>
                    </a:cubicBezTo>
                    <a:cubicBezTo>
                      <a:pt x="28384" y="349917"/>
                      <a:pt x="29337" y="348107"/>
                      <a:pt x="29527" y="347155"/>
                    </a:cubicBezTo>
                    <a:cubicBezTo>
                      <a:pt x="29908" y="345631"/>
                      <a:pt x="29908" y="342392"/>
                      <a:pt x="30385" y="340868"/>
                    </a:cubicBezTo>
                    <a:cubicBezTo>
                      <a:pt x="30766" y="339535"/>
                      <a:pt x="32004" y="337058"/>
                      <a:pt x="32766" y="335915"/>
                    </a:cubicBezTo>
                    <a:cubicBezTo>
                      <a:pt x="33433" y="334868"/>
                      <a:pt x="35243" y="333248"/>
                      <a:pt x="35814" y="332201"/>
                    </a:cubicBezTo>
                    <a:cubicBezTo>
                      <a:pt x="36576" y="330962"/>
                      <a:pt x="37338" y="328010"/>
                      <a:pt x="38100" y="326771"/>
                    </a:cubicBezTo>
                    <a:cubicBezTo>
                      <a:pt x="38481" y="326295"/>
                      <a:pt x="39624" y="325533"/>
                      <a:pt x="40005" y="325057"/>
                    </a:cubicBezTo>
                    <a:cubicBezTo>
                      <a:pt x="41814" y="323152"/>
                      <a:pt x="44862" y="318961"/>
                      <a:pt x="46672" y="317056"/>
                    </a:cubicBezTo>
                    <a:cubicBezTo>
                      <a:pt x="47815" y="315913"/>
                      <a:pt x="50863" y="314294"/>
                      <a:pt x="51625" y="312960"/>
                    </a:cubicBezTo>
                    <a:cubicBezTo>
                      <a:pt x="52101" y="312008"/>
                      <a:pt x="52578" y="309722"/>
                      <a:pt x="52292" y="308674"/>
                    </a:cubicBezTo>
                    <a:cubicBezTo>
                      <a:pt x="51911" y="307435"/>
                      <a:pt x="49530" y="306007"/>
                      <a:pt x="48673" y="305054"/>
                    </a:cubicBezTo>
                    <a:cubicBezTo>
                      <a:pt x="48101" y="304483"/>
                      <a:pt x="46672" y="303435"/>
                      <a:pt x="46482" y="302673"/>
                    </a:cubicBezTo>
                    <a:cubicBezTo>
                      <a:pt x="46196" y="301435"/>
                      <a:pt x="47530" y="299149"/>
                      <a:pt x="47910" y="298006"/>
                    </a:cubicBezTo>
                    <a:cubicBezTo>
                      <a:pt x="48482" y="296672"/>
                      <a:pt x="49720" y="294005"/>
                      <a:pt x="50578" y="292862"/>
                    </a:cubicBezTo>
                    <a:cubicBezTo>
                      <a:pt x="51625" y="291434"/>
                      <a:pt x="54483" y="289243"/>
                      <a:pt x="55340" y="287624"/>
                    </a:cubicBezTo>
                    <a:cubicBezTo>
                      <a:pt x="56292" y="285909"/>
                      <a:pt x="57912" y="281909"/>
                      <a:pt x="57531" y="279908"/>
                    </a:cubicBezTo>
                    <a:cubicBezTo>
                      <a:pt x="57435" y="279146"/>
                      <a:pt x="55912" y="278003"/>
                      <a:pt x="55816" y="277241"/>
                    </a:cubicBezTo>
                    <a:cubicBezTo>
                      <a:pt x="55626" y="276384"/>
                      <a:pt x="57245" y="274479"/>
                      <a:pt x="56769" y="273717"/>
                    </a:cubicBezTo>
                    <a:cubicBezTo>
                      <a:pt x="56197" y="272860"/>
                      <a:pt x="53721" y="273050"/>
                      <a:pt x="52673" y="273241"/>
                    </a:cubicBezTo>
                    <a:cubicBezTo>
                      <a:pt x="51721" y="273336"/>
                      <a:pt x="49720" y="275146"/>
                      <a:pt x="48958" y="274479"/>
                    </a:cubicBezTo>
                    <a:cubicBezTo>
                      <a:pt x="47910" y="273622"/>
                      <a:pt x="50959" y="270383"/>
                      <a:pt x="50196" y="269240"/>
                    </a:cubicBezTo>
                    <a:cubicBezTo>
                      <a:pt x="49720" y="268478"/>
                      <a:pt x="47339" y="268764"/>
                      <a:pt x="46482" y="268288"/>
                    </a:cubicBezTo>
                    <a:cubicBezTo>
                      <a:pt x="45911" y="268002"/>
                      <a:pt x="44482" y="267050"/>
                      <a:pt x="44482" y="266383"/>
                    </a:cubicBezTo>
                    <a:cubicBezTo>
                      <a:pt x="44386" y="265145"/>
                      <a:pt x="46863" y="263430"/>
                      <a:pt x="47530" y="262382"/>
                    </a:cubicBezTo>
                    <a:cubicBezTo>
                      <a:pt x="48006" y="261620"/>
                      <a:pt x="49339" y="259906"/>
                      <a:pt x="49053" y="259049"/>
                    </a:cubicBezTo>
                    <a:cubicBezTo>
                      <a:pt x="48577" y="257905"/>
                      <a:pt x="45244" y="258287"/>
                      <a:pt x="44672" y="257239"/>
                    </a:cubicBezTo>
                    <a:cubicBezTo>
                      <a:pt x="44101" y="256286"/>
                      <a:pt x="44862" y="253715"/>
                      <a:pt x="45434" y="252762"/>
                    </a:cubicBezTo>
                    <a:cubicBezTo>
                      <a:pt x="46005" y="251714"/>
                      <a:pt x="48577" y="250857"/>
                      <a:pt x="49053" y="249809"/>
                    </a:cubicBezTo>
                    <a:cubicBezTo>
                      <a:pt x="49530" y="248666"/>
                      <a:pt x="49244" y="245999"/>
                      <a:pt x="48577" y="244952"/>
                    </a:cubicBezTo>
                    <a:cubicBezTo>
                      <a:pt x="48101" y="243904"/>
                      <a:pt x="46005" y="242570"/>
                      <a:pt x="44958" y="242094"/>
                    </a:cubicBezTo>
                    <a:cubicBezTo>
                      <a:pt x="44005" y="241713"/>
                      <a:pt x="41529" y="242189"/>
                      <a:pt x="40671" y="241618"/>
                    </a:cubicBezTo>
                    <a:cubicBezTo>
                      <a:pt x="40005" y="241141"/>
                      <a:pt x="39338" y="239332"/>
                      <a:pt x="39338" y="238570"/>
                    </a:cubicBezTo>
                    <a:cubicBezTo>
                      <a:pt x="39243" y="237427"/>
                      <a:pt x="40577" y="235427"/>
                      <a:pt x="40577" y="234284"/>
                    </a:cubicBezTo>
                    <a:cubicBezTo>
                      <a:pt x="40577" y="233236"/>
                      <a:pt x="39338" y="231426"/>
                      <a:pt x="39338" y="230378"/>
                    </a:cubicBezTo>
                    <a:cubicBezTo>
                      <a:pt x="39243" y="228950"/>
                      <a:pt x="40005" y="226092"/>
                      <a:pt x="40671" y="224854"/>
                    </a:cubicBezTo>
                    <a:cubicBezTo>
                      <a:pt x="41148" y="223997"/>
                      <a:pt x="43243" y="223044"/>
                      <a:pt x="43624" y="222091"/>
                    </a:cubicBezTo>
                    <a:cubicBezTo>
                      <a:pt x="43910" y="221520"/>
                      <a:pt x="43719" y="220187"/>
                      <a:pt x="43624" y="219520"/>
                    </a:cubicBezTo>
                    <a:cubicBezTo>
                      <a:pt x="43529" y="218853"/>
                      <a:pt x="42672" y="217805"/>
                      <a:pt x="42576" y="217234"/>
                    </a:cubicBezTo>
                    <a:cubicBezTo>
                      <a:pt x="42386" y="216662"/>
                      <a:pt x="42386" y="215424"/>
                      <a:pt x="42481" y="214757"/>
                    </a:cubicBezTo>
                    <a:cubicBezTo>
                      <a:pt x="42576" y="213805"/>
                      <a:pt x="42958" y="211709"/>
                      <a:pt x="43719" y="211138"/>
                    </a:cubicBezTo>
                    <a:cubicBezTo>
                      <a:pt x="44291" y="210757"/>
                      <a:pt x="45911" y="211328"/>
                      <a:pt x="46482" y="210947"/>
                    </a:cubicBezTo>
                    <a:cubicBezTo>
                      <a:pt x="47625" y="210185"/>
                      <a:pt x="48482" y="207423"/>
                      <a:pt x="48958" y="206185"/>
                    </a:cubicBezTo>
                    <a:cubicBezTo>
                      <a:pt x="49339" y="205137"/>
                      <a:pt x="49244" y="202851"/>
                      <a:pt x="49816" y="201899"/>
                    </a:cubicBezTo>
                    <a:cubicBezTo>
                      <a:pt x="50196" y="201232"/>
                      <a:pt x="51721" y="200565"/>
                      <a:pt x="52006" y="199898"/>
                    </a:cubicBezTo>
                    <a:cubicBezTo>
                      <a:pt x="52864" y="198279"/>
                      <a:pt x="52864" y="194660"/>
                      <a:pt x="52864" y="192850"/>
                    </a:cubicBezTo>
                    <a:cubicBezTo>
                      <a:pt x="52864" y="190850"/>
                      <a:pt x="52197" y="186944"/>
                      <a:pt x="51816" y="185039"/>
                    </a:cubicBezTo>
                    <a:cubicBezTo>
                      <a:pt x="51245" y="182087"/>
                      <a:pt x="49149" y="176276"/>
                      <a:pt x="48482" y="173228"/>
                    </a:cubicBezTo>
                    <a:cubicBezTo>
                      <a:pt x="47815" y="170085"/>
                      <a:pt x="46577" y="163608"/>
                      <a:pt x="46387" y="160369"/>
                    </a:cubicBezTo>
                    <a:cubicBezTo>
                      <a:pt x="46291" y="158655"/>
                      <a:pt x="46672" y="153702"/>
                      <a:pt x="46672" y="153702"/>
                    </a:cubicBezTo>
                    <a:lnTo>
                      <a:pt x="82772" y="30353"/>
                    </a:lnTo>
                    <a:cubicBezTo>
                      <a:pt x="82772" y="30353"/>
                      <a:pt x="84677" y="25400"/>
                      <a:pt x="85344" y="23876"/>
                    </a:cubicBezTo>
                    <a:cubicBezTo>
                      <a:pt x="85915" y="22638"/>
                      <a:pt x="86868" y="19780"/>
                      <a:pt x="88011" y="18923"/>
                    </a:cubicBezTo>
                    <a:cubicBezTo>
                      <a:pt x="89249" y="17875"/>
                      <a:pt x="92583" y="17304"/>
                      <a:pt x="94202" y="17113"/>
                    </a:cubicBezTo>
                    <a:cubicBezTo>
                      <a:pt x="95821" y="17018"/>
                      <a:pt x="99060" y="17685"/>
                      <a:pt x="100679" y="18066"/>
                    </a:cubicBezTo>
                    <a:cubicBezTo>
                      <a:pt x="101536" y="18256"/>
                      <a:pt x="103251" y="19399"/>
                      <a:pt x="104108" y="19209"/>
                    </a:cubicBezTo>
                    <a:cubicBezTo>
                      <a:pt x="104965" y="18923"/>
                      <a:pt x="105537" y="16637"/>
                      <a:pt x="106489" y="16637"/>
                    </a:cubicBezTo>
                    <a:cubicBezTo>
                      <a:pt x="107346" y="16542"/>
                      <a:pt x="108775" y="18066"/>
                      <a:pt x="109156" y="18733"/>
                    </a:cubicBezTo>
                    <a:cubicBezTo>
                      <a:pt x="109823" y="19780"/>
                      <a:pt x="110014" y="22352"/>
                      <a:pt x="110109" y="23590"/>
                    </a:cubicBezTo>
                    <a:cubicBezTo>
                      <a:pt x="110109" y="24829"/>
                      <a:pt x="109442" y="28353"/>
                      <a:pt x="109538" y="28639"/>
                    </a:cubicBezTo>
                    <a:cubicBezTo>
                      <a:pt x="109633" y="28829"/>
                      <a:pt x="111252" y="32925"/>
                      <a:pt x="111823" y="34354"/>
                    </a:cubicBezTo>
                    <a:cubicBezTo>
                      <a:pt x="112586" y="36068"/>
                      <a:pt x="113729" y="39783"/>
                      <a:pt x="114967" y="41307"/>
                    </a:cubicBezTo>
                    <a:cubicBezTo>
                      <a:pt x="115633" y="42069"/>
                      <a:pt x="117443" y="43021"/>
                      <a:pt x="118300" y="43593"/>
                    </a:cubicBezTo>
                    <a:cubicBezTo>
                      <a:pt x="119824" y="44545"/>
                      <a:pt x="122967" y="46546"/>
                      <a:pt x="124777" y="46831"/>
                    </a:cubicBezTo>
                    <a:cubicBezTo>
                      <a:pt x="125539" y="46927"/>
                      <a:pt x="127159" y="46069"/>
                      <a:pt x="127921" y="46260"/>
                    </a:cubicBezTo>
                    <a:cubicBezTo>
                      <a:pt x="128968" y="46450"/>
                      <a:pt x="130587" y="48260"/>
                      <a:pt x="131636" y="48546"/>
                    </a:cubicBezTo>
                    <a:cubicBezTo>
                      <a:pt x="132397" y="48737"/>
                      <a:pt x="134112" y="48546"/>
                      <a:pt x="134778" y="48165"/>
                    </a:cubicBezTo>
                    <a:cubicBezTo>
                      <a:pt x="135921" y="47593"/>
                      <a:pt x="137160" y="45307"/>
                      <a:pt x="137922" y="44260"/>
                    </a:cubicBezTo>
                    <a:cubicBezTo>
                      <a:pt x="138684" y="43307"/>
                      <a:pt x="139922" y="41402"/>
                      <a:pt x="140684" y="40545"/>
                    </a:cubicBezTo>
                    <a:cubicBezTo>
                      <a:pt x="141541" y="39688"/>
                      <a:pt x="143446" y="38354"/>
                      <a:pt x="144303" y="37592"/>
                    </a:cubicBezTo>
                    <a:cubicBezTo>
                      <a:pt x="145542" y="36544"/>
                      <a:pt x="147542" y="33973"/>
                      <a:pt x="148971" y="33306"/>
                    </a:cubicBezTo>
                    <a:cubicBezTo>
                      <a:pt x="150400" y="32544"/>
                      <a:pt x="154019" y="33020"/>
                      <a:pt x="155448" y="32258"/>
                    </a:cubicBezTo>
                    <a:cubicBezTo>
                      <a:pt x="156305" y="31877"/>
                      <a:pt x="157639" y="30448"/>
                      <a:pt x="158019" y="29591"/>
                    </a:cubicBezTo>
                    <a:cubicBezTo>
                      <a:pt x="158496" y="28639"/>
                      <a:pt x="158115" y="26257"/>
                      <a:pt x="158305" y="25210"/>
                    </a:cubicBezTo>
                    <a:cubicBezTo>
                      <a:pt x="158496" y="24448"/>
                      <a:pt x="158782" y="22733"/>
                      <a:pt x="159448" y="22257"/>
                    </a:cubicBezTo>
                    <a:cubicBezTo>
                      <a:pt x="160211" y="21685"/>
                      <a:pt x="162306" y="22162"/>
                      <a:pt x="163163" y="21685"/>
                    </a:cubicBezTo>
                    <a:cubicBezTo>
                      <a:pt x="164116" y="21114"/>
                      <a:pt x="164782" y="18733"/>
                      <a:pt x="165735" y="18066"/>
                    </a:cubicBezTo>
                    <a:cubicBezTo>
                      <a:pt x="166878" y="17304"/>
                      <a:pt x="169640" y="16351"/>
                      <a:pt x="171069" y="16542"/>
                    </a:cubicBezTo>
                    <a:cubicBezTo>
                      <a:pt x="172212" y="16732"/>
                      <a:pt x="173641" y="19209"/>
                      <a:pt x="174784" y="19114"/>
                    </a:cubicBezTo>
                    <a:cubicBezTo>
                      <a:pt x="176022" y="19114"/>
                      <a:pt x="177832" y="16923"/>
                      <a:pt x="178689" y="16066"/>
                    </a:cubicBezTo>
                    <a:cubicBezTo>
                      <a:pt x="179355" y="15399"/>
                      <a:pt x="180784" y="13970"/>
                      <a:pt x="180784" y="13113"/>
                    </a:cubicBezTo>
                    <a:cubicBezTo>
                      <a:pt x="180784" y="12446"/>
                      <a:pt x="179641" y="11398"/>
                      <a:pt x="179355" y="10827"/>
                    </a:cubicBezTo>
                    <a:cubicBezTo>
                      <a:pt x="178975" y="9970"/>
                      <a:pt x="178118" y="8065"/>
                      <a:pt x="178118" y="7112"/>
                    </a:cubicBezTo>
                    <a:cubicBezTo>
                      <a:pt x="178118" y="6160"/>
                      <a:pt x="178879" y="4350"/>
                      <a:pt x="179546" y="3683"/>
                    </a:cubicBezTo>
                    <a:cubicBezTo>
                      <a:pt x="180499" y="2635"/>
                      <a:pt x="183261" y="1397"/>
                      <a:pt x="184689" y="1016"/>
                    </a:cubicBezTo>
                    <a:cubicBezTo>
                      <a:pt x="185928" y="635"/>
                      <a:pt x="188500" y="730"/>
                      <a:pt x="189833" y="635"/>
                    </a:cubicBezTo>
                    <a:cubicBezTo>
                      <a:pt x="191167" y="540"/>
                      <a:pt x="194024" y="-222"/>
                      <a:pt x="195358" y="64"/>
                    </a:cubicBezTo>
                    <a:cubicBezTo>
                      <a:pt x="196596" y="349"/>
                      <a:pt x="198501" y="1873"/>
                      <a:pt x="199644" y="2445"/>
                    </a:cubicBezTo>
                    <a:cubicBezTo>
                      <a:pt x="200692" y="3016"/>
                      <a:pt x="202882" y="4255"/>
                      <a:pt x="204025" y="4826"/>
                    </a:cubicBezTo>
                    <a:cubicBezTo>
                      <a:pt x="205264" y="5398"/>
                      <a:pt x="207645" y="6731"/>
                      <a:pt x="208788" y="7207"/>
                    </a:cubicBezTo>
                    <a:cubicBezTo>
                      <a:pt x="210026" y="7779"/>
                      <a:pt x="212693" y="8827"/>
                      <a:pt x="214026" y="9017"/>
                    </a:cubicBezTo>
                    <a:cubicBezTo>
                      <a:pt x="215169" y="9208"/>
                      <a:pt x="217455" y="8731"/>
                      <a:pt x="218504" y="9112"/>
                    </a:cubicBezTo>
                    <a:cubicBezTo>
                      <a:pt x="219837" y="9589"/>
                      <a:pt x="221742" y="12160"/>
                      <a:pt x="223075" y="12827"/>
                    </a:cubicBezTo>
                    <a:cubicBezTo>
                      <a:pt x="223933" y="13303"/>
                      <a:pt x="226028" y="13494"/>
                      <a:pt x="226886" y="13970"/>
                    </a:cubicBezTo>
                    <a:cubicBezTo>
                      <a:pt x="227933" y="14542"/>
                      <a:pt x="229552" y="16447"/>
                      <a:pt x="230505" y="17113"/>
                    </a:cubicBezTo>
                    <a:cubicBezTo>
                      <a:pt x="231457" y="17685"/>
                      <a:pt x="233743" y="17875"/>
                      <a:pt x="234601" y="18542"/>
                    </a:cubicBezTo>
                    <a:cubicBezTo>
                      <a:pt x="235648" y="19304"/>
                      <a:pt x="236696" y="21781"/>
                      <a:pt x="237744" y="22638"/>
                    </a:cubicBezTo>
                    <a:cubicBezTo>
                      <a:pt x="238601" y="23305"/>
                      <a:pt x="240506" y="24162"/>
                      <a:pt x="241554" y="24448"/>
                    </a:cubicBezTo>
                    <a:cubicBezTo>
                      <a:pt x="243744" y="25210"/>
                      <a:pt x="250698" y="26448"/>
                      <a:pt x="250698" y="26448"/>
                    </a:cubicBezTo>
                    <a:lnTo>
                      <a:pt x="306324" y="181134"/>
                    </a:lnTo>
                    <a:cubicBezTo>
                      <a:pt x="306324" y="181134"/>
                      <a:pt x="307277" y="185992"/>
                      <a:pt x="308229" y="187325"/>
                    </a:cubicBezTo>
                    <a:cubicBezTo>
                      <a:pt x="308705" y="187992"/>
                      <a:pt x="310515" y="188754"/>
                      <a:pt x="311086" y="189326"/>
                    </a:cubicBezTo>
                    <a:cubicBezTo>
                      <a:pt x="311944" y="190183"/>
                      <a:pt x="313849" y="192183"/>
                      <a:pt x="313849" y="193421"/>
                    </a:cubicBezTo>
                    <a:cubicBezTo>
                      <a:pt x="313849" y="194374"/>
                      <a:pt x="312325" y="195803"/>
                      <a:pt x="311944" y="196565"/>
                    </a:cubicBezTo>
                    <a:cubicBezTo>
                      <a:pt x="311562" y="197422"/>
                      <a:pt x="310515" y="199136"/>
                      <a:pt x="310705" y="200089"/>
                    </a:cubicBezTo>
                    <a:cubicBezTo>
                      <a:pt x="310801" y="200946"/>
                      <a:pt x="312039" y="202470"/>
                      <a:pt x="312705" y="203041"/>
                    </a:cubicBezTo>
                    <a:cubicBezTo>
                      <a:pt x="313372" y="203613"/>
                      <a:pt x="315468" y="203899"/>
                      <a:pt x="316135" y="204566"/>
                    </a:cubicBezTo>
                    <a:cubicBezTo>
                      <a:pt x="316802" y="205137"/>
                      <a:pt x="317945" y="206756"/>
                      <a:pt x="317849" y="207614"/>
                    </a:cubicBezTo>
                    <a:cubicBezTo>
                      <a:pt x="317754" y="208376"/>
                      <a:pt x="316230" y="209233"/>
                      <a:pt x="315849" y="209804"/>
                    </a:cubicBezTo>
                    <a:cubicBezTo>
                      <a:pt x="315277" y="210566"/>
                      <a:pt x="314039" y="212186"/>
                      <a:pt x="314134" y="213043"/>
                    </a:cubicBezTo>
                    <a:cubicBezTo>
                      <a:pt x="314230" y="213900"/>
                      <a:pt x="315944" y="214948"/>
                      <a:pt x="316611" y="215615"/>
                    </a:cubicBezTo>
                    <a:cubicBezTo>
                      <a:pt x="317087" y="216091"/>
                      <a:pt x="318230" y="216853"/>
                      <a:pt x="318611" y="217329"/>
                    </a:cubicBezTo>
                    <a:cubicBezTo>
                      <a:pt x="319088" y="217901"/>
                      <a:pt x="319944" y="219043"/>
                      <a:pt x="320040" y="219805"/>
                    </a:cubicBezTo>
                    <a:cubicBezTo>
                      <a:pt x="320040" y="220853"/>
                      <a:pt x="318230" y="222663"/>
                      <a:pt x="318135" y="223711"/>
                    </a:cubicBezTo>
                    <a:cubicBezTo>
                      <a:pt x="318039" y="224473"/>
                      <a:pt x="318421" y="226187"/>
                      <a:pt x="318801" y="226854"/>
                    </a:cubicBezTo>
                    <a:cubicBezTo>
                      <a:pt x="319278" y="227711"/>
                      <a:pt x="320802" y="229045"/>
                      <a:pt x="321659" y="229521"/>
                    </a:cubicBezTo>
                    <a:cubicBezTo>
                      <a:pt x="322897" y="230092"/>
                      <a:pt x="325755" y="230664"/>
                      <a:pt x="326993" y="230188"/>
                    </a:cubicBezTo>
                    <a:cubicBezTo>
                      <a:pt x="328231" y="229712"/>
                      <a:pt x="328898" y="226378"/>
                      <a:pt x="330136" y="226092"/>
                    </a:cubicBezTo>
                    <a:cubicBezTo>
                      <a:pt x="330898" y="225902"/>
                      <a:pt x="332327" y="226949"/>
                      <a:pt x="332899" y="227426"/>
                    </a:cubicBezTo>
                    <a:cubicBezTo>
                      <a:pt x="333565" y="228092"/>
                      <a:pt x="333946" y="230188"/>
                      <a:pt x="334613" y="230950"/>
                    </a:cubicBezTo>
                    <a:cubicBezTo>
                      <a:pt x="335280" y="231712"/>
                      <a:pt x="336995" y="232855"/>
                      <a:pt x="337947" y="232950"/>
                    </a:cubicBezTo>
                    <a:cubicBezTo>
                      <a:pt x="339280" y="233141"/>
                      <a:pt x="341852" y="231140"/>
                      <a:pt x="343281" y="231236"/>
                    </a:cubicBezTo>
                    <a:cubicBezTo>
                      <a:pt x="344900" y="231331"/>
                      <a:pt x="347567" y="233617"/>
                      <a:pt x="349091" y="233712"/>
                    </a:cubicBezTo>
                    <a:cubicBezTo>
                      <a:pt x="350520" y="233807"/>
                      <a:pt x="353377" y="232760"/>
                      <a:pt x="354616" y="231998"/>
                    </a:cubicBezTo>
                    <a:cubicBezTo>
                      <a:pt x="355568" y="231426"/>
                      <a:pt x="356806" y="229521"/>
                      <a:pt x="357664" y="228950"/>
                    </a:cubicBezTo>
                    <a:cubicBezTo>
                      <a:pt x="358235" y="228473"/>
                      <a:pt x="359569" y="227616"/>
                      <a:pt x="360330" y="227521"/>
                    </a:cubicBezTo>
                    <a:cubicBezTo>
                      <a:pt x="361283" y="227521"/>
                      <a:pt x="363188" y="228283"/>
                      <a:pt x="363950" y="228950"/>
                    </a:cubicBezTo>
                    <a:cubicBezTo>
                      <a:pt x="364521" y="229426"/>
                      <a:pt x="364998" y="230950"/>
                      <a:pt x="365284" y="231616"/>
                    </a:cubicBezTo>
                    <a:cubicBezTo>
                      <a:pt x="365664" y="232283"/>
                      <a:pt x="366236" y="233617"/>
                      <a:pt x="366522" y="234284"/>
                    </a:cubicBezTo>
                    <a:cubicBezTo>
                      <a:pt x="366903" y="235141"/>
                      <a:pt x="367569" y="237046"/>
                      <a:pt x="368046" y="237903"/>
                    </a:cubicBezTo>
                    <a:cubicBezTo>
                      <a:pt x="368332" y="238475"/>
                      <a:pt x="369189" y="239427"/>
                      <a:pt x="369094" y="239999"/>
                    </a:cubicBezTo>
                    <a:cubicBezTo>
                      <a:pt x="368998" y="240665"/>
                      <a:pt x="367951" y="241713"/>
                      <a:pt x="367379" y="242094"/>
                    </a:cubicBezTo>
                    <a:cubicBezTo>
                      <a:pt x="366617" y="242570"/>
                      <a:pt x="364521" y="242570"/>
                      <a:pt x="363760" y="243047"/>
                    </a:cubicBezTo>
                    <a:cubicBezTo>
                      <a:pt x="362998" y="243523"/>
                      <a:pt x="361855" y="244952"/>
                      <a:pt x="361759" y="245809"/>
                    </a:cubicBezTo>
                    <a:cubicBezTo>
                      <a:pt x="361569" y="246856"/>
                      <a:pt x="362712" y="249047"/>
                      <a:pt x="363378" y="249904"/>
                    </a:cubicBezTo>
                    <a:cubicBezTo>
                      <a:pt x="364331" y="251333"/>
                      <a:pt x="366617" y="253810"/>
                      <a:pt x="368046" y="254667"/>
                    </a:cubicBezTo>
                    <a:cubicBezTo>
                      <a:pt x="369379" y="255524"/>
                      <a:pt x="372808" y="255905"/>
                      <a:pt x="374046" y="256858"/>
                    </a:cubicBezTo>
                    <a:cubicBezTo>
                      <a:pt x="374904" y="257525"/>
                      <a:pt x="376333" y="259239"/>
                      <a:pt x="376618" y="260287"/>
                    </a:cubicBezTo>
                    <a:cubicBezTo>
                      <a:pt x="376999" y="261716"/>
                      <a:pt x="376523" y="264859"/>
                      <a:pt x="376333" y="266288"/>
                    </a:cubicBezTo>
                    <a:cubicBezTo>
                      <a:pt x="376238" y="267145"/>
                      <a:pt x="375571" y="268859"/>
                      <a:pt x="375571" y="269717"/>
                    </a:cubicBezTo>
                    <a:cubicBezTo>
                      <a:pt x="375571" y="270669"/>
                      <a:pt x="376428" y="272479"/>
                      <a:pt x="376333" y="273431"/>
                    </a:cubicBezTo>
                    <a:cubicBezTo>
                      <a:pt x="376238" y="274384"/>
                      <a:pt x="374713" y="275908"/>
                      <a:pt x="374999" y="276860"/>
                    </a:cubicBezTo>
                    <a:cubicBezTo>
                      <a:pt x="375285" y="278003"/>
                      <a:pt x="377761" y="279051"/>
                      <a:pt x="378714" y="279718"/>
                    </a:cubicBezTo>
                    <a:cubicBezTo>
                      <a:pt x="379666" y="280385"/>
                      <a:pt x="381762" y="281718"/>
                      <a:pt x="382619" y="282480"/>
                    </a:cubicBezTo>
                    <a:cubicBezTo>
                      <a:pt x="383762" y="283433"/>
                      <a:pt x="385667" y="285623"/>
                      <a:pt x="386429" y="286862"/>
                    </a:cubicBezTo>
                    <a:cubicBezTo>
                      <a:pt x="387001" y="287719"/>
                      <a:pt x="387668" y="289910"/>
                      <a:pt x="388429" y="290672"/>
                    </a:cubicBezTo>
                    <a:cubicBezTo>
                      <a:pt x="389382" y="291529"/>
                      <a:pt x="391953" y="292386"/>
                      <a:pt x="393096" y="292767"/>
                    </a:cubicBezTo>
                    <a:cubicBezTo>
                      <a:pt x="394049" y="293148"/>
                      <a:pt x="395954" y="294196"/>
                      <a:pt x="396907" y="293815"/>
                    </a:cubicBezTo>
                    <a:cubicBezTo>
                      <a:pt x="397859" y="293434"/>
                      <a:pt x="398812" y="291338"/>
                      <a:pt x="399193" y="290386"/>
                    </a:cubicBezTo>
                    <a:cubicBezTo>
                      <a:pt x="399574" y="289529"/>
                      <a:pt x="400431" y="287719"/>
                      <a:pt x="400335" y="286766"/>
                    </a:cubicBezTo>
                    <a:cubicBezTo>
                      <a:pt x="400240" y="286004"/>
                      <a:pt x="398812" y="284861"/>
                      <a:pt x="398716" y="284099"/>
                    </a:cubicBezTo>
                    <a:cubicBezTo>
                      <a:pt x="398621" y="283337"/>
                      <a:pt x="399097" y="281623"/>
                      <a:pt x="399669" y="281147"/>
                    </a:cubicBezTo>
                    <a:cubicBezTo>
                      <a:pt x="400240" y="280670"/>
                      <a:pt x="402050" y="280670"/>
                      <a:pt x="402717" y="280956"/>
                    </a:cubicBezTo>
                    <a:cubicBezTo>
                      <a:pt x="403384" y="281242"/>
                      <a:pt x="403955" y="282766"/>
                      <a:pt x="404622" y="283052"/>
                    </a:cubicBezTo>
                    <a:cubicBezTo>
                      <a:pt x="405193" y="283337"/>
                      <a:pt x="406718" y="283623"/>
                      <a:pt x="407289" y="283337"/>
                    </a:cubicBezTo>
                    <a:cubicBezTo>
                      <a:pt x="407861" y="283052"/>
                      <a:pt x="408051" y="281337"/>
                      <a:pt x="408622" y="280956"/>
                    </a:cubicBezTo>
                    <a:cubicBezTo>
                      <a:pt x="409575" y="280385"/>
                      <a:pt x="411956" y="280385"/>
                      <a:pt x="412909" y="280766"/>
                    </a:cubicBezTo>
                    <a:cubicBezTo>
                      <a:pt x="421862" y="284290"/>
                      <a:pt x="432816" y="301816"/>
                      <a:pt x="440150" y="308007"/>
                    </a:cubicBezTo>
                    <a:cubicBezTo>
                      <a:pt x="440721" y="308483"/>
                      <a:pt x="441960" y="309341"/>
                      <a:pt x="442626" y="309817"/>
                    </a:cubicBezTo>
                    <a:cubicBezTo>
                      <a:pt x="443484" y="310388"/>
                      <a:pt x="445484" y="311246"/>
                      <a:pt x="446055" y="312103"/>
                    </a:cubicBezTo>
                    <a:cubicBezTo>
                      <a:pt x="446722" y="312960"/>
                      <a:pt x="446913" y="315151"/>
                      <a:pt x="447199" y="316199"/>
                    </a:cubicBezTo>
                    <a:cubicBezTo>
                      <a:pt x="447484" y="317151"/>
                      <a:pt x="447770" y="319247"/>
                      <a:pt x="448342" y="320199"/>
                    </a:cubicBezTo>
                    <a:cubicBezTo>
                      <a:pt x="448818" y="320961"/>
                      <a:pt x="450246" y="321913"/>
                      <a:pt x="450628" y="322676"/>
                    </a:cubicBezTo>
                    <a:close/>
                  </a:path>
                </a:pathLst>
              </a:custGeom>
              <a:grpFill/>
              <a:ln w="7144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224651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xico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제목 1">
            <a:extLst>
              <a:ext uri="{FF2B5EF4-FFF2-40B4-BE49-F238E27FC236}">
                <a16:creationId xmlns:a16="http://schemas.microsoft.com/office/drawing/2014/main" id="{CDB90050-671D-57B0-573C-588D1DEE68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3" name="矩形 22">
            <a:extLst>
              <a:ext uri="{FF2B5EF4-FFF2-40B4-BE49-F238E27FC236}">
                <a16:creationId xmlns:a16="http://schemas.microsoft.com/office/drawing/2014/main" id="{3E58CF20-8B24-F4AD-045E-0765795B1B6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2511B6C-52AD-AED4-D9DB-6C411FFFB1CF}"/>
              </a:ext>
            </a:extLst>
          </p:cNvPr>
          <p:cNvSpPr txBox="1"/>
          <p:nvPr userDrawn="1"/>
        </p:nvSpPr>
        <p:spPr>
          <a:xfrm>
            <a:off x="957497" y="781165"/>
            <a:ext cx="1249277" cy="328593"/>
          </a:xfrm>
          <a:prstGeom prst="rect">
            <a:avLst/>
          </a:prstGeom>
        </p:spPr>
        <p:txBody>
          <a:bodyPr vert="horz" wrap="square" lIns="91440" tIns="45719" rIns="91440" bIns="45719" rtlCol="0" anchor="t">
            <a:noAutofit/>
          </a:bodyPr>
          <a:lstStyle/>
          <a:p>
            <a:pPr algn="ctr"/>
            <a:r>
              <a:rPr kumimoji="1" lang="en-US" altLang="ko-KR" sz="1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MEXICO</a:t>
            </a:r>
            <a:endParaRPr kumimoji="1" lang="ko-KR" altLang="en-US" sz="1800" dirty="0" err="1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" name="Graphic 4">
            <a:extLst>
              <a:ext uri="{FF2B5EF4-FFF2-40B4-BE49-F238E27FC236}">
                <a16:creationId xmlns:a16="http://schemas.microsoft.com/office/drawing/2014/main" id="{82352A86-338D-122F-83F0-397CCAE4485C}"/>
              </a:ext>
            </a:extLst>
          </p:cNvPr>
          <p:cNvGrpSpPr/>
          <p:nvPr userDrawn="1"/>
        </p:nvGrpSpPr>
        <p:grpSpPr>
          <a:xfrm>
            <a:off x="622599" y="1772818"/>
            <a:ext cx="6238075" cy="3913871"/>
            <a:chOff x="5510124" y="1990846"/>
            <a:chExt cx="6238075" cy="3913871"/>
          </a:xfrm>
          <a:solidFill>
            <a:srgbClr val="CCCCCC"/>
          </a:solidFill>
        </p:grpSpPr>
        <p:sp>
          <p:nvSpPr>
            <p:cNvPr id="3" name="Freeform: Shape 6">
              <a:extLst>
                <a:ext uri="{FF2B5EF4-FFF2-40B4-BE49-F238E27FC236}">
                  <a16:creationId xmlns:a16="http://schemas.microsoft.com/office/drawing/2014/main" id="{294EC58F-6F93-CB2B-8886-606A33138A20}"/>
                </a:ext>
              </a:extLst>
            </p:cNvPr>
            <p:cNvSpPr/>
            <p:nvPr/>
          </p:nvSpPr>
          <p:spPr>
            <a:xfrm>
              <a:off x="8277681" y="3684774"/>
              <a:ext cx="679720" cy="877058"/>
            </a:xfrm>
            <a:custGeom>
              <a:avLst/>
              <a:gdLst>
                <a:gd name="connsiteX0" fmla="*/ 686188 w 679719"/>
                <a:gd name="connsiteY0" fmla="*/ 127393 h 877057"/>
                <a:gd name="connsiteX1" fmla="*/ 682351 w 679719"/>
                <a:gd name="connsiteY1" fmla="*/ 125200 h 877057"/>
                <a:gd name="connsiteX2" fmla="*/ 678514 w 679719"/>
                <a:gd name="connsiteY2" fmla="*/ 123007 h 877057"/>
                <a:gd name="connsiteX3" fmla="*/ 674677 w 679719"/>
                <a:gd name="connsiteY3" fmla="*/ 120924 h 877057"/>
                <a:gd name="connsiteX4" fmla="*/ 670840 w 679719"/>
                <a:gd name="connsiteY4" fmla="*/ 119609 h 877057"/>
                <a:gd name="connsiteX5" fmla="*/ 667441 w 679719"/>
                <a:gd name="connsiteY5" fmla="*/ 119938 h 877057"/>
                <a:gd name="connsiteX6" fmla="*/ 663933 w 679719"/>
                <a:gd name="connsiteY6" fmla="*/ 121034 h 877057"/>
                <a:gd name="connsiteX7" fmla="*/ 660096 w 679719"/>
                <a:gd name="connsiteY7" fmla="*/ 122130 h 877057"/>
                <a:gd name="connsiteX8" fmla="*/ 652751 w 679719"/>
                <a:gd name="connsiteY8" fmla="*/ 121692 h 877057"/>
                <a:gd name="connsiteX9" fmla="*/ 644528 w 679719"/>
                <a:gd name="connsiteY9" fmla="*/ 118403 h 877057"/>
                <a:gd name="connsiteX10" fmla="*/ 637073 w 679719"/>
                <a:gd name="connsiteY10" fmla="*/ 113360 h 877057"/>
                <a:gd name="connsiteX11" fmla="*/ 632249 w 679719"/>
                <a:gd name="connsiteY11" fmla="*/ 107330 h 877057"/>
                <a:gd name="connsiteX12" fmla="*/ 630714 w 679719"/>
                <a:gd name="connsiteY12" fmla="*/ 103931 h 877057"/>
                <a:gd name="connsiteX13" fmla="*/ 629618 w 679719"/>
                <a:gd name="connsiteY13" fmla="*/ 100314 h 877057"/>
                <a:gd name="connsiteX14" fmla="*/ 628631 w 679719"/>
                <a:gd name="connsiteY14" fmla="*/ 96696 h 877057"/>
                <a:gd name="connsiteX15" fmla="*/ 627206 w 679719"/>
                <a:gd name="connsiteY15" fmla="*/ 93187 h 877057"/>
                <a:gd name="connsiteX16" fmla="*/ 625014 w 679719"/>
                <a:gd name="connsiteY16" fmla="*/ 89460 h 877057"/>
                <a:gd name="connsiteX17" fmla="*/ 622821 w 679719"/>
                <a:gd name="connsiteY17" fmla="*/ 85952 h 877057"/>
                <a:gd name="connsiteX18" fmla="*/ 620299 w 679719"/>
                <a:gd name="connsiteY18" fmla="*/ 82772 h 877057"/>
                <a:gd name="connsiteX19" fmla="*/ 617339 w 679719"/>
                <a:gd name="connsiteY19" fmla="*/ 79812 h 877057"/>
                <a:gd name="connsiteX20" fmla="*/ 610652 w 679719"/>
                <a:gd name="connsiteY20" fmla="*/ 75208 h 877057"/>
                <a:gd name="connsiteX21" fmla="*/ 603964 w 679719"/>
                <a:gd name="connsiteY21" fmla="*/ 74112 h 877057"/>
                <a:gd name="connsiteX22" fmla="*/ 596948 w 679719"/>
                <a:gd name="connsiteY22" fmla="*/ 74879 h 877057"/>
                <a:gd name="connsiteX23" fmla="*/ 588835 w 679719"/>
                <a:gd name="connsiteY23" fmla="*/ 76414 h 877057"/>
                <a:gd name="connsiteX24" fmla="*/ 588725 w 679719"/>
                <a:gd name="connsiteY24" fmla="*/ 75098 h 877057"/>
                <a:gd name="connsiteX25" fmla="*/ 588506 w 679719"/>
                <a:gd name="connsiteY25" fmla="*/ 73673 h 877057"/>
                <a:gd name="connsiteX26" fmla="*/ 588287 w 679719"/>
                <a:gd name="connsiteY26" fmla="*/ 72138 h 877057"/>
                <a:gd name="connsiteX27" fmla="*/ 588287 w 679719"/>
                <a:gd name="connsiteY27" fmla="*/ 70823 h 877057"/>
                <a:gd name="connsiteX28" fmla="*/ 584230 w 679719"/>
                <a:gd name="connsiteY28" fmla="*/ 74769 h 877057"/>
                <a:gd name="connsiteX29" fmla="*/ 580283 w 679719"/>
                <a:gd name="connsiteY29" fmla="*/ 78826 h 877057"/>
                <a:gd name="connsiteX30" fmla="*/ 576446 w 679719"/>
                <a:gd name="connsiteY30" fmla="*/ 82992 h 877057"/>
                <a:gd name="connsiteX31" fmla="*/ 572609 w 679719"/>
                <a:gd name="connsiteY31" fmla="*/ 87158 h 877057"/>
                <a:gd name="connsiteX32" fmla="*/ 569101 w 679719"/>
                <a:gd name="connsiteY32" fmla="*/ 89350 h 877057"/>
                <a:gd name="connsiteX33" fmla="*/ 565154 w 679719"/>
                <a:gd name="connsiteY33" fmla="*/ 90008 h 877057"/>
                <a:gd name="connsiteX34" fmla="*/ 560879 w 679719"/>
                <a:gd name="connsiteY34" fmla="*/ 89789 h 877057"/>
                <a:gd name="connsiteX35" fmla="*/ 556603 w 679719"/>
                <a:gd name="connsiteY35" fmla="*/ 89460 h 877057"/>
                <a:gd name="connsiteX36" fmla="*/ 551121 w 679719"/>
                <a:gd name="connsiteY36" fmla="*/ 89131 h 877057"/>
                <a:gd name="connsiteX37" fmla="*/ 545530 w 679719"/>
                <a:gd name="connsiteY37" fmla="*/ 88912 h 877057"/>
                <a:gd name="connsiteX38" fmla="*/ 540049 w 679719"/>
                <a:gd name="connsiteY38" fmla="*/ 88583 h 877057"/>
                <a:gd name="connsiteX39" fmla="*/ 534567 w 679719"/>
                <a:gd name="connsiteY39" fmla="*/ 88254 h 877057"/>
                <a:gd name="connsiteX40" fmla="*/ 532264 w 679719"/>
                <a:gd name="connsiteY40" fmla="*/ 86390 h 877057"/>
                <a:gd name="connsiteX41" fmla="*/ 530072 w 679719"/>
                <a:gd name="connsiteY41" fmla="*/ 82115 h 877057"/>
                <a:gd name="connsiteX42" fmla="*/ 528318 w 679719"/>
                <a:gd name="connsiteY42" fmla="*/ 77181 h 877057"/>
                <a:gd name="connsiteX43" fmla="*/ 527221 w 679719"/>
                <a:gd name="connsiteY43" fmla="*/ 73454 h 877057"/>
                <a:gd name="connsiteX44" fmla="*/ 531059 w 679719"/>
                <a:gd name="connsiteY44" fmla="*/ 74769 h 877057"/>
                <a:gd name="connsiteX45" fmla="*/ 535005 w 679719"/>
                <a:gd name="connsiteY45" fmla="*/ 75865 h 877057"/>
                <a:gd name="connsiteX46" fmla="*/ 538952 w 679719"/>
                <a:gd name="connsiteY46" fmla="*/ 76852 h 877057"/>
                <a:gd name="connsiteX47" fmla="*/ 543009 w 679719"/>
                <a:gd name="connsiteY47" fmla="*/ 77510 h 877057"/>
                <a:gd name="connsiteX48" fmla="*/ 542789 w 679719"/>
                <a:gd name="connsiteY48" fmla="*/ 73563 h 877057"/>
                <a:gd name="connsiteX49" fmla="*/ 542351 w 679719"/>
                <a:gd name="connsiteY49" fmla="*/ 68849 h 877057"/>
                <a:gd name="connsiteX50" fmla="*/ 541474 w 679719"/>
                <a:gd name="connsiteY50" fmla="*/ 64354 h 877057"/>
                <a:gd name="connsiteX51" fmla="*/ 539720 w 679719"/>
                <a:gd name="connsiteY51" fmla="*/ 61175 h 877057"/>
                <a:gd name="connsiteX52" fmla="*/ 537198 w 679719"/>
                <a:gd name="connsiteY52" fmla="*/ 59092 h 877057"/>
                <a:gd name="connsiteX53" fmla="*/ 533909 w 679719"/>
                <a:gd name="connsiteY53" fmla="*/ 57009 h 877057"/>
                <a:gd name="connsiteX54" fmla="*/ 530401 w 679719"/>
                <a:gd name="connsiteY54" fmla="*/ 55364 h 877057"/>
                <a:gd name="connsiteX55" fmla="*/ 527550 w 679719"/>
                <a:gd name="connsiteY55" fmla="*/ 55035 h 877057"/>
                <a:gd name="connsiteX56" fmla="*/ 519767 w 679719"/>
                <a:gd name="connsiteY56" fmla="*/ 55474 h 877057"/>
                <a:gd name="connsiteX57" fmla="*/ 511873 w 679719"/>
                <a:gd name="connsiteY57" fmla="*/ 53391 h 877057"/>
                <a:gd name="connsiteX58" fmla="*/ 504856 w 679719"/>
                <a:gd name="connsiteY58" fmla="*/ 49225 h 877057"/>
                <a:gd name="connsiteX59" fmla="*/ 499704 w 679719"/>
                <a:gd name="connsiteY59" fmla="*/ 43414 h 877057"/>
                <a:gd name="connsiteX60" fmla="*/ 497182 w 679719"/>
                <a:gd name="connsiteY60" fmla="*/ 37823 h 877057"/>
                <a:gd name="connsiteX61" fmla="*/ 493893 w 679719"/>
                <a:gd name="connsiteY61" fmla="*/ 30149 h 877057"/>
                <a:gd name="connsiteX62" fmla="*/ 490166 w 679719"/>
                <a:gd name="connsiteY62" fmla="*/ 23132 h 877057"/>
                <a:gd name="connsiteX63" fmla="*/ 486548 w 679719"/>
                <a:gd name="connsiteY63" fmla="*/ 19515 h 877057"/>
                <a:gd name="connsiteX64" fmla="*/ 472186 w 679719"/>
                <a:gd name="connsiteY64" fmla="*/ 15020 h 877057"/>
                <a:gd name="connsiteX65" fmla="*/ 465060 w 679719"/>
                <a:gd name="connsiteY65" fmla="*/ 12827 h 877057"/>
                <a:gd name="connsiteX66" fmla="*/ 457824 w 679719"/>
                <a:gd name="connsiteY66" fmla="*/ 10634 h 877057"/>
                <a:gd name="connsiteX67" fmla="*/ 449602 w 679719"/>
                <a:gd name="connsiteY67" fmla="*/ 8113 h 877057"/>
                <a:gd name="connsiteX68" fmla="*/ 441380 w 679719"/>
                <a:gd name="connsiteY68" fmla="*/ 5591 h 877057"/>
                <a:gd name="connsiteX69" fmla="*/ 433157 w 679719"/>
                <a:gd name="connsiteY69" fmla="*/ 3070 h 877057"/>
                <a:gd name="connsiteX70" fmla="*/ 424935 w 679719"/>
                <a:gd name="connsiteY70" fmla="*/ 548 h 877057"/>
                <a:gd name="connsiteX71" fmla="*/ 419672 w 679719"/>
                <a:gd name="connsiteY71" fmla="*/ 0 h 877057"/>
                <a:gd name="connsiteX72" fmla="*/ 413862 w 679719"/>
                <a:gd name="connsiteY72" fmla="*/ 658 h 877057"/>
                <a:gd name="connsiteX73" fmla="*/ 407942 w 679719"/>
                <a:gd name="connsiteY73" fmla="*/ 1864 h 877057"/>
                <a:gd name="connsiteX74" fmla="*/ 402570 w 679719"/>
                <a:gd name="connsiteY74" fmla="*/ 2851 h 877057"/>
                <a:gd name="connsiteX75" fmla="*/ 387988 w 679719"/>
                <a:gd name="connsiteY75" fmla="*/ 4276 h 877057"/>
                <a:gd name="connsiteX76" fmla="*/ 373407 w 679719"/>
                <a:gd name="connsiteY76" fmla="*/ 5810 h 877057"/>
                <a:gd name="connsiteX77" fmla="*/ 358936 w 679719"/>
                <a:gd name="connsiteY77" fmla="*/ 7236 h 877057"/>
                <a:gd name="connsiteX78" fmla="*/ 344355 w 679719"/>
                <a:gd name="connsiteY78" fmla="*/ 8771 h 877057"/>
                <a:gd name="connsiteX79" fmla="*/ 338216 w 679719"/>
                <a:gd name="connsiteY79" fmla="*/ 9428 h 877057"/>
                <a:gd name="connsiteX80" fmla="*/ 334159 w 679719"/>
                <a:gd name="connsiteY80" fmla="*/ 10634 h 877057"/>
                <a:gd name="connsiteX81" fmla="*/ 330980 w 679719"/>
                <a:gd name="connsiteY81" fmla="*/ 13375 h 877057"/>
                <a:gd name="connsiteX82" fmla="*/ 327471 w 679719"/>
                <a:gd name="connsiteY82" fmla="*/ 18747 h 877057"/>
                <a:gd name="connsiteX83" fmla="*/ 330870 w 679719"/>
                <a:gd name="connsiteY83" fmla="*/ 25325 h 877057"/>
                <a:gd name="connsiteX84" fmla="*/ 334707 w 679719"/>
                <a:gd name="connsiteY84" fmla="*/ 31684 h 877057"/>
                <a:gd name="connsiteX85" fmla="*/ 338873 w 679719"/>
                <a:gd name="connsiteY85" fmla="*/ 37823 h 877057"/>
                <a:gd name="connsiteX86" fmla="*/ 343149 w 679719"/>
                <a:gd name="connsiteY86" fmla="*/ 43853 h 877057"/>
                <a:gd name="connsiteX87" fmla="*/ 348521 w 679719"/>
                <a:gd name="connsiteY87" fmla="*/ 50321 h 877057"/>
                <a:gd name="connsiteX88" fmla="*/ 354880 w 679719"/>
                <a:gd name="connsiteY88" fmla="*/ 57776 h 877057"/>
                <a:gd name="connsiteX89" fmla="*/ 360032 w 679719"/>
                <a:gd name="connsiteY89" fmla="*/ 65779 h 877057"/>
                <a:gd name="connsiteX90" fmla="*/ 362225 w 679719"/>
                <a:gd name="connsiteY90" fmla="*/ 73892 h 877057"/>
                <a:gd name="connsiteX91" fmla="*/ 362225 w 679719"/>
                <a:gd name="connsiteY91" fmla="*/ 87706 h 877057"/>
                <a:gd name="connsiteX92" fmla="*/ 362334 w 679719"/>
                <a:gd name="connsiteY92" fmla="*/ 101520 h 877057"/>
                <a:gd name="connsiteX93" fmla="*/ 362334 w 679719"/>
                <a:gd name="connsiteY93" fmla="*/ 115224 h 877057"/>
                <a:gd name="connsiteX94" fmla="*/ 362444 w 679719"/>
                <a:gd name="connsiteY94" fmla="*/ 129037 h 877057"/>
                <a:gd name="connsiteX95" fmla="*/ 362444 w 679719"/>
                <a:gd name="connsiteY95" fmla="*/ 132765 h 877057"/>
                <a:gd name="connsiteX96" fmla="*/ 362444 w 679719"/>
                <a:gd name="connsiteY96" fmla="*/ 136383 h 877057"/>
                <a:gd name="connsiteX97" fmla="*/ 362444 w 679719"/>
                <a:gd name="connsiteY97" fmla="*/ 140000 h 877057"/>
                <a:gd name="connsiteX98" fmla="*/ 362444 w 679719"/>
                <a:gd name="connsiteY98" fmla="*/ 143728 h 877057"/>
                <a:gd name="connsiteX99" fmla="*/ 362554 w 679719"/>
                <a:gd name="connsiteY99" fmla="*/ 149319 h 877057"/>
                <a:gd name="connsiteX100" fmla="*/ 361896 w 679719"/>
                <a:gd name="connsiteY100" fmla="*/ 152170 h 877057"/>
                <a:gd name="connsiteX101" fmla="*/ 359703 w 679719"/>
                <a:gd name="connsiteY101" fmla="*/ 153485 h 877057"/>
                <a:gd name="connsiteX102" fmla="*/ 354770 w 679719"/>
                <a:gd name="connsiteY102" fmla="*/ 153924 h 877057"/>
                <a:gd name="connsiteX103" fmla="*/ 345670 w 679719"/>
                <a:gd name="connsiteY103" fmla="*/ 154801 h 877057"/>
                <a:gd name="connsiteX104" fmla="*/ 336681 w 679719"/>
                <a:gd name="connsiteY104" fmla="*/ 156665 h 877057"/>
                <a:gd name="connsiteX105" fmla="*/ 327691 w 679719"/>
                <a:gd name="connsiteY105" fmla="*/ 158967 h 877057"/>
                <a:gd name="connsiteX106" fmla="*/ 318920 w 679719"/>
                <a:gd name="connsiteY106" fmla="*/ 161598 h 877057"/>
                <a:gd name="connsiteX107" fmla="*/ 309930 w 679719"/>
                <a:gd name="connsiteY107" fmla="*/ 163242 h 877057"/>
                <a:gd name="connsiteX108" fmla="*/ 301270 w 679719"/>
                <a:gd name="connsiteY108" fmla="*/ 163133 h 877057"/>
                <a:gd name="connsiteX109" fmla="*/ 292609 w 679719"/>
                <a:gd name="connsiteY109" fmla="*/ 161817 h 877057"/>
                <a:gd name="connsiteX110" fmla="*/ 283399 w 679719"/>
                <a:gd name="connsiteY110" fmla="*/ 160282 h 877057"/>
                <a:gd name="connsiteX111" fmla="*/ 265968 w 679719"/>
                <a:gd name="connsiteY111" fmla="*/ 156555 h 877057"/>
                <a:gd name="connsiteX112" fmla="*/ 248427 w 679719"/>
                <a:gd name="connsiteY112" fmla="*/ 152937 h 877057"/>
                <a:gd name="connsiteX113" fmla="*/ 230995 w 679719"/>
                <a:gd name="connsiteY113" fmla="*/ 149319 h 877057"/>
                <a:gd name="connsiteX114" fmla="*/ 213454 w 679719"/>
                <a:gd name="connsiteY114" fmla="*/ 145592 h 877057"/>
                <a:gd name="connsiteX115" fmla="*/ 206437 w 679719"/>
                <a:gd name="connsiteY115" fmla="*/ 147346 h 877057"/>
                <a:gd name="connsiteX116" fmla="*/ 197448 w 679719"/>
                <a:gd name="connsiteY116" fmla="*/ 150415 h 877057"/>
                <a:gd name="connsiteX117" fmla="*/ 189006 w 679719"/>
                <a:gd name="connsiteY117" fmla="*/ 154582 h 877057"/>
                <a:gd name="connsiteX118" fmla="*/ 183744 w 679719"/>
                <a:gd name="connsiteY118" fmla="*/ 159734 h 877057"/>
                <a:gd name="connsiteX119" fmla="*/ 182757 w 679719"/>
                <a:gd name="connsiteY119" fmla="*/ 163242 h 877057"/>
                <a:gd name="connsiteX120" fmla="*/ 182647 w 679719"/>
                <a:gd name="connsiteY120" fmla="*/ 167080 h 877057"/>
                <a:gd name="connsiteX121" fmla="*/ 182209 w 679719"/>
                <a:gd name="connsiteY121" fmla="*/ 170697 h 877057"/>
                <a:gd name="connsiteX122" fmla="*/ 180674 w 679719"/>
                <a:gd name="connsiteY122" fmla="*/ 173767 h 877057"/>
                <a:gd name="connsiteX123" fmla="*/ 177495 w 679719"/>
                <a:gd name="connsiteY123" fmla="*/ 175521 h 877057"/>
                <a:gd name="connsiteX124" fmla="*/ 173548 w 679719"/>
                <a:gd name="connsiteY124" fmla="*/ 175960 h 877057"/>
                <a:gd name="connsiteX125" fmla="*/ 169382 w 679719"/>
                <a:gd name="connsiteY125" fmla="*/ 175850 h 877057"/>
                <a:gd name="connsiteX126" fmla="*/ 165874 w 679719"/>
                <a:gd name="connsiteY126" fmla="*/ 175631 h 877057"/>
                <a:gd name="connsiteX127" fmla="*/ 162804 w 679719"/>
                <a:gd name="connsiteY127" fmla="*/ 176179 h 877057"/>
                <a:gd name="connsiteX128" fmla="*/ 160392 w 679719"/>
                <a:gd name="connsiteY128" fmla="*/ 178043 h 877057"/>
                <a:gd name="connsiteX129" fmla="*/ 159077 w 679719"/>
                <a:gd name="connsiteY129" fmla="*/ 180784 h 877057"/>
                <a:gd name="connsiteX130" fmla="*/ 159515 w 679719"/>
                <a:gd name="connsiteY130" fmla="*/ 184182 h 877057"/>
                <a:gd name="connsiteX131" fmla="*/ 158309 w 679719"/>
                <a:gd name="connsiteY131" fmla="*/ 187142 h 877057"/>
                <a:gd name="connsiteX132" fmla="*/ 155349 w 679719"/>
                <a:gd name="connsiteY132" fmla="*/ 188129 h 877057"/>
                <a:gd name="connsiteX133" fmla="*/ 151621 w 679719"/>
                <a:gd name="connsiteY133" fmla="*/ 188458 h 877057"/>
                <a:gd name="connsiteX134" fmla="*/ 148332 w 679719"/>
                <a:gd name="connsiteY134" fmla="*/ 189225 h 877057"/>
                <a:gd name="connsiteX135" fmla="*/ 145701 w 679719"/>
                <a:gd name="connsiteY135" fmla="*/ 191308 h 877057"/>
                <a:gd name="connsiteX136" fmla="*/ 144276 w 679719"/>
                <a:gd name="connsiteY136" fmla="*/ 193939 h 877057"/>
                <a:gd name="connsiteX137" fmla="*/ 143180 w 679719"/>
                <a:gd name="connsiteY137" fmla="*/ 196790 h 877057"/>
                <a:gd name="connsiteX138" fmla="*/ 141645 w 679719"/>
                <a:gd name="connsiteY138" fmla="*/ 199640 h 877057"/>
                <a:gd name="connsiteX139" fmla="*/ 137259 w 679719"/>
                <a:gd name="connsiteY139" fmla="*/ 206109 h 877057"/>
                <a:gd name="connsiteX140" fmla="*/ 133971 w 679719"/>
                <a:gd name="connsiteY140" fmla="*/ 211700 h 877057"/>
                <a:gd name="connsiteX141" fmla="*/ 129914 w 679719"/>
                <a:gd name="connsiteY141" fmla="*/ 216414 h 877057"/>
                <a:gd name="connsiteX142" fmla="*/ 123555 w 679719"/>
                <a:gd name="connsiteY142" fmla="*/ 220470 h 877057"/>
                <a:gd name="connsiteX143" fmla="*/ 122130 w 679719"/>
                <a:gd name="connsiteY143" fmla="*/ 221128 h 877057"/>
                <a:gd name="connsiteX144" fmla="*/ 120705 w 679719"/>
                <a:gd name="connsiteY144" fmla="*/ 221676 h 877057"/>
                <a:gd name="connsiteX145" fmla="*/ 119280 w 679719"/>
                <a:gd name="connsiteY145" fmla="*/ 222334 h 877057"/>
                <a:gd name="connsiteX146" fmla="*/ 117855 w 679719"/>
                <a:gd name="connsiteY146" fmla="*/ 222882 h 877057"/>
                <a:gd name="connsiteX147" fmla="*/ 112812 w 679719"/>
                <a:gd name="connsiteY147" fmla="*/ 225075 h 877057"/>
                <a:gd name="connsiteX148" fmla="*/ 104589 w 679719"/>
                <a:gd name="connsiteY148" fmla="*/ 228912 h 877057"/>
                <a:gd name="connsiteX149" fmla="*/ 97353 w 679719"/>
                <a:gd name="connsiteY149" fmla="*/ 232859 h 877057"/>
                <a:gd name="connsiteX150" fmla="*/ 95270 w 679719"/>
                <a:gd name="connsiteY150" fmla="*/ 236038 h 877057"/>
                <a:gd name="connsiteX151" fmla="*/ 96805 w 679719"/>
                <a:gd name="connsiteY151" fmla="*/ 240314 h 877057"/>
                <a:gd name="connsiteX152" fmla="*/ 96367 w 679719"/>
                <a:gd name="connsiteY152" fmla="*/ 245138 h 877057"/>
                <a:gd name="connsiteX153" fmla="*/ 95709 w 679719"/>
                <a:gd name="connsiteY153" fmla="*/ 250400 h 877057"/>
                <a:gd name="connsiteX154" fmla="*/ 96915 w 679719"/>
                <a:gd name="connsiteY154" fmla="*/ 255991 h 877057"/>
                <a:gd name="connsiteX155" fmla="*/ 96696 w 679719"/>
                <a:gd name="connsiteY155" fmla="*/ 262898 h 877057"/>
                <a:gd name="connsiteX156" fmla="*/ 90008 w 679719"/>
                <a:gd name="connsiteY156" fmla="*/ 265420 h 877057"/>
                <a:gd name="connsiteX157" fmla="*/ 83869 w 679719"/>
                <a:gd name="connsiteY157" fmla="*/ 267283 h 877057"/>
                <a:gd name="connsiteX158" fmla="*/ 85404 w 679719"/>
                <a:gd name="connsiteY158" fmla="*/ 272327 h 877057"/>
                <a:gd name="connsiteX159" fmla="*/ 88802 w 679719"/>
                <a:gd name="connsiteY159" fmla="*/ 275615 h 877057"/>
                <a:gd name="connsiteX160" fmla="*/ 91981 w 679719"/>
                <a:gd name="connsiteY160" fmla="*/ 279124 h 877057"/>
                <a:gd name="connsiteX161" fmla="*/ 94284 w 679719"/>
                <a:gd name="connsiteY161" fmla="*/ 283180 h 877057"/>
                <a:gd name="connsiteX162" fmla="*/ 94722 w 679719"/>
                <a:gd name="connsiteY162" fmla="*/ 288114 h 877057"/>
                <a:gd name="connsiteX163" fmla="*/ 93735 w 679719"/>
                <a:gd name="connsiteY163" fmla="*/ 291183 h 877057"/>
                <a:gd name="connsiteX164" fmla="*/ 91981 w 679719"/>
                <a:gd name="connsiteY164" fmla="*/ 294034 h 877057"/>
                <a:gd name="connsiteX165" fmla="*/ 90227 w 679719"/>
                <a:gd name="connsiteY165" fmla="*/ 296775 h 877057"/>
                <a:gd name="connsiteX166" fmla="*/ 88912 w 679719"/>
                <a:gd name="connsiteY166" fmla="*/ 299735 h 877057"/>
                <a:gd name="connsiteX167" fmla="*/ 90995 w 679719"/>
                <a:gd name="connsiteY167" fmla="*/ 304887 h 877057"/>
                <a:gd name="connsiteX168" fmla="*/ 95928 w 679719"/>
                <a:gd name="connsiteY168" fmla="*/ 308286 h 877057"/>
                <a:gd name="connsiteX169" fmla="*/ 100752 w 679719"/>
                <a:gd name="connsiteY169" fmla="*/ 311794 h 877057"/>
                <a:gd name="connsiteX170" fmla="*/ 103054 w 679719"/>
                <a:gd name="connsiteY170" fmla="*/ 317166 h 877057"/>
                <a:gd name="connsiteX171" fmla="*/ 102396 w 679719"/>
                <a:gd name="connsiteY171" fmla="*/ 321551 h 877057"/>
                <a:gd name="connsiteX172" fmla="*/ 100642 w 679719"/>
                <a:gd name="connsiteY172" fmla="*/ 326923 h 877057"/>
                <a:gd name="connsiteX173" fmla="*/ 97902 w 679719"/>
                <a:gd name="connsiteY173" fmla="*/ 330432 h 877057"/>
                <a:gd name="connsiteX174" fmla="*/ 94174 w 679719"/>
                <a:gd name="connsiteY174" fmla="*/ 329226 h 877057"/>
                <a:gd name="connsiteX175" fmla="*/ 89789 w 679719"/>
                <a:gd name="connsiteY175" fmla="*/ 324292 h 877057"/>
                <a:gd name="connsiteX176" fmla="*/ 85294 w 679719"/>
                <a:gd name="connsiteY176" fmla="*/ 323086 h 877057"/>
                <a:gd name="connsiteX177" fmla="*/ 81238 w 679719"/>
                <a:gd name="connsiteY177" fmla="*/ 325498 h 877057"/>
                <a:gd name="connsiteX178" fmla="*/ 78497 w 679719"/>
                <a:gd name="connsiteY178" fmla="*/ 331528 h 877057"/>
                <a:gd name="connsiteX179" fmla="*/ 77839 w 679719"/>
                <a:gd name="connsiteY179" fmla="*/ 335584 h 877057"/>
                <a:gd name="connsiteX180" fmla="*/ 77510 w 679719"/>
                <a:gd name="connsiteY180" fmla="*/ 339860 h 877057"/>
                <a:gd name="connsiteX181" fmla="*/ 76633 w 679719"/>
                <a:gd name="connsiteY181" fmla="*/ 343807 h 877057"/>
                <a:gd name="connsiteX182" fmla="*/ 74440 w 679719"/>
                <a:gd name="connsiteY182" fmla="*/ 347205 h 877057"/>
                <a:gd name="connsiteX183" fmla="*/ 68849 w 679719"/>
                <a:gd name="connsiteY183" fmla="*/ 351810 h 877057"/>
                <a:gd name="connsiteX184" fmla="*/ 63039 w 679719"/>
                <a:gd name="connsiteY184" fmla="*/ 355866 h 877057"/>
                <a:gd name="connsiteX185" fmla="*/ 57009 w 679719"/>
                <a:gd name="connsiteY185" fmla="*/ 359704 h 877057"/>
                <a:gd name="connsiteX186" fmla="*/ 50979 w 679719"/>
                <a:gd name="connsiteY186" fmla="*/ 363541 h 877057"/>
                <a:gd name="connsiteX187" fmla="*/ 46923 w 679719"/>
                <a:gd name="connsiteY187" fmla="*/ 366391 h 877057"/>
                <a:gd name="connsiteX188" fmla="*/ 44620 w 679719"/>
                <a:gd name="connsiteY188" fmla="*/ 368803 h 877057"/>
                <a:gd name="connsiteX189" fmla="*/ 43524 w 679719"/>
                <a:gd name="connsiteY189" fmla="*/ 371982 h 877057"/>
                <a:gd name="connsiteX190" fmla="*/ 42976 w 679719"/>
                <a:gd name="connsiteY190" fmla="*/ 377464 h 877057"/>
                <a:gd name="connsiteX191" fmla="*/ 42318 w 679719"/>
                <a:gd name="connsiteY191" fmla="*/ 385686 h 877057"/>
                <a:gd name="connsiteX192" fmla="*/ 41660 w 679719"/>
                <a:gd name="connsiteY192" fmla="*/ 393909 h 877057"/>
                <a:gd name="connsiteX193" fmla="*/ 40893 w 679719"/>
                <a:gd name="connsiteY193" fmla="*/ 402131 h 877057"/>
                <a:gd name="connsiteX194" fmla="*/ 40235 w 679719"/>
                <a:gd name="connsiteY194" fmla="*/ 410244 h 877057"/>
                <a:gd name="connsiteX195" fmla="*/ 39906 w 679719"/>
                <a:gd name="connsiteY195" fmla="*/ 414300 h 877057"/>
                <a:gd name="connsiteX196" fmla="*/ 39468 w 679719"/>
                <a:gd name="connsiteY196" fmla="*/ 419892 h 877057"/>
                <a:gd name="connsiteX197" fmla="*/ 38591 w 679719"/>
                <a:gd name="connsiteY197" fmla="*/ 425044 h 877057"/>
                <a:gd name="connsiteX198" fmla="*/ 36836 w 679719"/>
                <a:gd name="connsiteY198" fmla="*/ 427895 h 877057"/>
                <a:gd name="connsiteX199" fmla="*/ 32561 w 679719"/>
                <a:gd name="connsiteY199" fmla="*/ 429978 h 877057"/>
                <a:gd name="connsiteX200" fmla="*/ 30149 w 679719"/>
                <a:gd name="connsiteY200" fmla="*/ 431732 h 877057"/>
                <a:gd name="connsiteX201" fmla="*/ 28724 w 679719"/>
                <a:gd name="connsiteY201" fmla="*/ 434692 h 877057"/>
                <a:gd name="connsiteX202" fmla="*/ 27737 w 679719"/>
                <a:gd name="connsiteY202" fmla="*/ 439735 h 877057"/>
                <a:gd name="connsiteX203" fmla="*/ 26750 w 679719"/>
                <a:gd name="connsiteY203" fmla="*/ 462758 h 877057"/>
                <a:gd name="connsiteX204" fmla="*/ 25983 w 679719"/>
                <a:gd name="connsiteY204" fmla="*/ 485890 h 877057"/>
                <a:gd name="connsiteX205" fmla="*/ 25435 w 679719"/>
                <a:gd name="connsiteY205" fmla="*/ 508913 h 877057"/>
                <a:gd name="connsiteX206" fmla="*/ 24996 w 679719"/>
                <a:gd name="connsiteY206" fmla="*/ 531936 h 877057"/>
                <a:gd name="connsiteX207" fmla="*/ 23900 w 679719"/>
                <a:gd name="connsiteY207" fmla="*/ 540597 h 877057"/>
                <a:gd name="connsiteX208" fmla="*/ 21488 w 679719"/>
                <a:gd name="connsiteY208" fmla="*/ 549258 h 877057"/>
                <a:gd name="connsiteX209" fmla="*/ 18637 w 679719"/>
                <a:gd name="connsiteY209" fmla="*/ 557809 h 877057"/>
                <a:gd name="connsiteX210" fmla="*/ 16006 w 679719"/>
                <a:gd name="connsiteY210" fmla="*/ 566031 h 877057"/>
                <a:gd name="connsiteX211" fmla="*/ 12937 w 679719"/>
                <a:gd name="connsiteY211" fmla="*/ 576885 h 877057"/>
                <a:gd name="connsiteX212" fmla="*/ 9867 w 679719"/>
                <a:gd name="connsiteY212" fmla="*/ 587738 h 877057"/>
                <a:gd name="connsiteX213" fmla="*/ 6797 w 679719"/>
                <a:gd name="connsiteY213" fmla="*/ 598483 h 877057"/>
                <a:gd name="connsiteX214" fmla="*/ 3618 w 679719"/>
                <a:gd name="connsiteY214" fmla="*/ 609336 h 877057"/>
                <a:gd name="connsiteX215" fmla="*/ 3179 w 679719"/>
                <a:gd name="connsiteY215" fmla="*/ 612296 h 877057"/>
                <a:gd name="connsiteX216" fmla="*/ 2302 w 679719"/>
                <a:gd name="connsiteY216" fmla="*/ 615147 h 877057"/>
                <a:gd name="connsiteX217" fmla="*/ 1096 w 679719"/>
                <a:gd name="connsiteY217" fmla="*/ 618107 h 877057"/>
                <a:gd name="connsiteX218" fmla="*/ 0 w 679719"/>
                <a:gd name="connsiteY218" fmla="*/ 620957 h 877057"/>
                <a:gd name="connsiteX219" fmla="*/ 7345 w 679719"/>
                <a:gd name="connsiteY219" fmla="*/ 617230 h 877057"/>
                <a:gd name="connsiteX220" fmla="*/ 14800 w 679719"/>
                <a:gd name="connsiteY220" fmla="*/ 613941 h 877057"/>
                <a:gd name="connsiteX221" fmla="*/ 22146 w 679719"/>
                <a:gd name="connsiteY221" fmla="*/ 610761 h 877057"/>
                <a:gd name="connsiteX222" fmla="*/ 29601 w 679719"/>
                <a:gd name="connsiteY222" fmla="*/ 607363 h 877057"/>
                <a:gd name="connsiteX223" fmla="*/ 39029 w 679719"/>
                <a:gd name="connsiteY223" fmla="*/ 604183 h 877057"/>
                <a:gd name="connsiteX224" fmla="*/ 49006 w 679719"/>
                <a:gd name="connsiteY224" fmla="*/ 603197 h 877057"/>
                <a:gd name="connsiteX225" fmla="*/ 59201 w 679719"/>
                <a:gd name="connsiteY225" fmla="*/ 602539 h 877057"/>
                <a:gd name="connsiteX226" fmla="*/ 69068 w 679719"/>
                <a:gd name="connsiteY226" fmla="*/ 600785 h 877057"/>
                <a:gd name="connsiteX227" fmla="*/ 71371 w 679719"/>
                <a:gd name="connsiteY227" fmla="*/ 600237 h 877057"/>
                <a:gd name="connsiteX228" fmla="*/ 73125 w 679719"/>
                <a:gd name="connsiteY228" fmla="*/ 599689 h 877057"/>
                <a:gd name="connsiteX229" fmla="*/ 74440 w 679719"/>
                <a:gd name="connsiteY229" fmla="*/ 598702 h 877057"/>
                <a:gd name="connsiteX230" fmla="*/ 75208 w 679719"/>
                <a:gd name="connsiteY230" fmla="*/ 596728 h 877057"/>
                <a:gd name="connsiteX231" fmla="*/ 76085 w 679719"/>
                <a:gd name="connsiteY231" fmla="*/ 592343 h 877057"/>
                <a:gd name="connsiteX232" fmla="*/ 76852 w 679719"/>
                <a:gd name="connsiteY232" fmla="*/ 587848 h 877057"/>
                <a:gd name="connsiteX233" fmla="*/ 77729 w 679719"/>
                <a:gd name="connsiteY233" fmla="*/ 583463 h 877057"/>
                <a:gd name="connsiteX234" fmla="*/ 78497 w 679719"/>
                <a:gd name="connsiteY234" fmla="*/ 579078 h 877057"/>
                <a:gd name="connsiteX235" fmla="*/ 79593 w 679719"/>
                <a:gd name="connsiteY235" fmla="*/ 573157 h 877057"/>
                <a:gd name="connsiteX236" fmla="*/ 79374 w 679719"/>
                <a:gd name="connsiteY236" fmla="*/ 569540 h 877057"/>
                <a:gd name="connsiteX237" fmla="*/ 77291 w 679719"/>
                <a:gd name="connsiteY237" fmla="*/ 566689 h 877057"/>
                <a:gd name="connsiteX238" fmla="*/ 72576 w 679719"/>
                <a:gd name="connsiteY238" fmla="*/ 563071 h 877057"/>
                <a:gd name="connsiteX239" fmla="*/ 68191 w 679719"/>
                <a:gd name="connsiteY239" fmla="*/ 559124 h 877057"/>
                <a:gd name="connsiteX240" fmla="*/ 66656 w 679719"/>
                <a:gd name="connsiteY240" fmla="*/ 555287 h 877057"/>
                <a:gd name="connsiteX241" fmla="*/ 66656 w 679719"/>
                <a:gd name="connsiteY241" fmla="*/ 550464 h 877057"/>
                <a:gd name="connsiteX242" fmla="*/ 67095 w 679719"/>
                <a:gd name="connsiteY242" fmla="*/ 543886 h 877057"/>
                <a:gd name="connsiteX243" fmla="*/ 67424 w 679719"/>
                <a:gd name="connsiteY243" fmla="*/ 536211 h 877057"/>
                <a:gd name="connsiteX244" fmla="*/ 67753 w 679719"/>
                <a:gd name="connsiteY244" fmla="*/ 528647 h 877057"/>
                <a:gd name="connsiteX245" fmla="*/ 68082 w 679719"/>
                <a:gd name="connsiteY245" fmla="*/ 520972 h 877057"/>
                <a:gd name="connsiteX246" fmla="*/ 68301 w 679719"/>
                <a:gd name="connsiteY246" fmla="*/ 513408 h 877057"/>
                <a:gd name="connsiteX247" fmla="*/ 78387 w 679719"/>
                <a:gd name="connsiteY247" fmla="*/ 515381 h 877057"/>
                <a:gd name="connsiteX248" fmla="*/ 88473 w 679719"/>
                <a:gd name="connsiteY248" fmla="*/ 517355 h 877057"/>
                <a:gd name="connsiteX249" fmla="*/ 98559 w 679719"/>
                <a:gd name="connsiteY249" fmla="*/ 519218 h 877057"/>
                <a:gd name="connsiteX250" fmla="*/ 108646 w 679719"/>
                <a:gd name="connsiteY250" fmla="*/ 521192 h 877057"/>
                <a:gd name="connsiteX251" fmla="*/ 107878 w 679719"/>
                <a:gd name="connsiteY251" fmla="*/ 528318 h 877057"/>
                <a:gd name="connsiteX252" fmla="*/ 107001 w 679719"/>
                <a:gd name="connsiteY252" fmla="*/ 536869 h 877057"/>
                <a:gd name="connsiteX253" fmla="*/ 105466 w 679719"/>
                <a:gd name="connsiteY253" fmla="*/ 544763 h 877057"/>
                <a:gd name="connsiteX254" fmla="*/ 102287 w 679719"/>
                <a:gd name="connsiteY254" fmla="*/ 549915 h 877057"/>
                <a:gd name="connsiteX255" fmla="*/ 98779 w 679719"/>
                <a:gd name="connsiteY255" fmla="*/ 552108 h 877057"/>
                <a:gd name="connsiteX256" fmla="*/ 96038 w 679719"/>
                <a:gd name="connsiteY256" fmla="*/ 553972 h 877057"/>
                <a:gd name="connsiteX257" fmla="*/ 94284 w 679719"/>
                <a:gd name="connsiteY257" fmla="*/ 556493 h 877057"/>
                <a:gd name="connsiteX258" fmla="*/ 94064 w 679719"/>
                <a:gd name="connsiteY258" fmla="*/ 560221 h 877057"/>
                <a:gd name="connsiteX259" fmla="*/ 94613 w 679719"/>
                <a:gd name="connsiteY259" fmla="*/ 563510 h 877057"/>
                <a:gd name="connsiteX260" fmla="*/ 95051 w 679719"/>
                <a:gd name="connsiteY260" fmla="*/ 566689 h 877057"/>
                <a:gd name="connsiteX261" fmla="*/ 94942 w 679719"/>
                <a:gd name="connsiteY261" fmla="*/ 569869 h 877057"/>
                <a:gd name="connsiteX262" fmla="*/ 93845 w 679719"/>
                <a:gd name="connsiteY262" fmla="*/ 572828 h 877057"/>
                <a:gd name="connsiteX263" fmla="*/ 91872 w 679719"/>
                <a:gd name="connsiteY263" fmla="*/ 574473 h 877057"/>
                <a:gd name="connsiteX264" fmla="*/ 89240 w 679719"/>
                <a:gd name="connsiteY264" fmla="*/ 576008 h 877057"/>
                <a:gd name="connsiteX265" fmla="*/ 87158 w 679719"/>
                <a:gd name="connsiteY265" fmla="*/ 577981 h 877057"/>
                <a:gd name="connsiteX266" fmla="*/ 87267 w 679719"/>
                <a:gd name="connsiteY266" fmla="*/ 581270 h 877057"/>
                <a:gd name="connsiteX267" fmla="*/ 88692 w 679719"/>
                <a:gd name="connsiteY267" fmla="*/ 584340 h 877057"/>
                <a:gd name="connsiteX268" fmla="*/ 90337 w 679719"/>
                <a:gd name="connsiteY268" fmla="*/ 587300 h 877057"/>
                <a:gd name="connsiteX269" fmla="*/ 91324 w 679719"/>
                <a:gd name="connsiteY269" fmla="*/ 590370 h 877057"/>
                <a:gd name="connsiteX270" fmla="*/ 91324 w 679719"/>
                <a:gd name="connsiteY270" fmla="*/ 593988 h 877057"/>
                <a:gd name="connsiteX271" fmla="*/ 89899 w 679719"/>
                <a:gd name="connsiteY271" fmla="*/ 597825 h 877057"/>
                <a:gd name="connsiteX272" fmla="*/ 88364 w 679719"/>
                <a:gd name="connsiteY272" fmla="*/ 600785 h 877057"/>
                <a:gd name="connsiteX273" fmla="*/ 86938 w 679719"/>
                <a:gd name="connsiteY273" fmla="*/ 603964 h 877057"/>
                <a:gd name="connsiteX274" fmla="*/ 86281 w 679719"/>
                <a:gd name="connsiteY274" fmla="*/ 608349 h 877057"/>
                <a:gd name="connsiteX275" fmla="*/ 86281 w 679719"/>
                <a:gd name="connsiteY275" fmla="*/ 612406 h 877057"/>
                <a:gd name="connsiteX276" fmla="*/ 86719 w 679719"/>
                <a:gd name="connsiteY276" fmla="*/ 616353 h 877057"/>
                <a:gd name="connsiteX277" fmla="*/ 87158 w 679719"/>
                <a:gd name="connsiteY277" fmla="*/ 620299 h 877057"/>
                <a:gd name="connsiteX278" fmla="*/ 87816 w 679719"/>
                <a:gd name="connsiteY278" fmla="*/ 624246 h 877057"/>
                <a:gd name="connsiteX279" fmla="*/ 88583 w 679719"/>
                <a:gd name="connsiteY279" fmla="*/ 628303 h 877057"/>
                <a:gd name="connsiteX280" fmla="*/ 90337 w 679719"/>
                <a:gd name="connsiteY280" fmla="*/ 633017 h 877057"/>
                <a:gd name="connsiteX281" fmla="*/ 92420 w 679719"/>
                <a:gd name="connsiteY281" fmla="*/ 637073 h 877057"/>
                <a:gd name="connsiteX282" fmla="*/ 94174 w 679719"/>
                <a:gd name="connsiteY282" fmla="*/ 638937 h 877057"/>
                <a:gd name="connsiteX283" fmla="*/ 94393 w 679719"/>
                <a:gd name="connsiteY283" fmla="*/ 637950 h 877057"/>
                <a:gd name="connsiteX284" fmla="*/ 94503 w 679719"/>
                <a:gd name="connsiteY284" fmla="*/ 637073 h 877057"/>
                <a:gd name="connsiteX285" fmla="*/ 94722 w 679719"/>
                <a:gd name="connsiteY285" fmla="*/ 636086 h 877057"/>
                <a:gd name="connsiteX286" fmla="*/ 94942 w 679719"/>
                <a:gd name="connsiteY286" fmla="*/ 635100 h 877057"/>
                <a:gd name="connsiteX287" fmla="*/ 97682 w 679719"/>
                <a:gd name="connsiteY287" fmla="*/ 623588 h 877057"/>
                <a:gd name="connsiteX288" fmla="*/ 100313 w 679719"/>
                <a:gd name="connsiteY288" fmla="*/ 612077 h 877057"/>
                <a:gd name="connsiteX289" fmla="*/ 103054 w 679719"/>
                <a:gd name="connsiteY289" fmla="*/ 600565 h 877057"/>
                <a:gd name="connsiteX290" fmla="*/ 105795 w 679719"/>
                <a:gd name="connsiteY290" fmla="*/ 589054 h 877057"/>
                <a:gd name="connsiteX291" fmla="*/ 107549 w 679719"/>
                <a:gd name="connsiteY291" fmla="*/ 579626 h 877057"/>
                <a:gd name="connsiteX292" fmla="*/ 109413 w 679719"/>
                <a:gd name="connsiteY292" fmla="*/ 568772 h 877057"/>
                <a:gd name="connsiteX293" fmla="*/ 112154 w 679719"/>
                <a:gd name="connsiteY293" fmla="*/ 558357 h 877057"/>
                <a:gd name="connsiteX294" fmla="*/ 116539 w 679719"/>
                <a:gd name="connsiteY294" fmla="*/ 550025 h 877057"/>
                <a:gd name="connsiteX295" fmla="*/ 118622 w 679719"/>
                <a:gd name="connsiteY295" fmla="*/ 548490 h 877057"/>
                <a:gd name="connsiteX296" fmla="*/ 119609 w 679719"/>
                <a:gd name="connsiteY296" fmla="*/ 549038 h 877057"/>
                <a:gd name="connsiteX297" fmla="*/ 120486 w 679719"/>
                <a:gd name="connsiteY297" fmla="*/ 550464 h 877057"/>
                <a:gd name="connsiteX298" fmla="*/ 121692 w 679719"/>
                <a:gd name="connsiteY298" fmla="*/ 551560 h 877057"/>
                <a:gd name="connsiteX299" fmla="*/ 124433 w 679719"/>
                <a:gd name="connsiteY299" fmla="*/ 551670 h 877057"/>
                <a:gd name="connsiteX300" fmla="*/ 128599 w 679719"/>
                <a:gd name="connsiteY300" fmla="*/ 551670 h 877057"/>
                <a:gd name="connsiteX301" fmla="*/ 132655 w 679719"/>
                <a:gd name="connsiteY301" fmla="*/ 551670 h 877057"/>
                <a:gd name="connsiteX302" fmla="*/ 134957 w 679719"/>
                <a:gd name="connsiteY302" fmla="*/ 552218 h 877057"/>
                <a:gd name="connsiteX303" fmla="*/ 136163 w 679719"/>
                <a:gd name="connsiteY303" fmla="*/ 554520 h 877057"/>
                <a:gd name="connsiteX304" fmla="*/ 135615 w 679719"/>
                <a:gd name="connsiteY304" fmla="*/ 556932 h 877057"/>
                <a:gd name="connsiteX305" fmla="*/ 134848 w 679719"/>
                <a:gd name="connsiteY305" fmla="*/ 559453 h 877057"/>
                <a:gd name="connsiteX306" fmla="*/ 134957 w 679719"/>
                <a:gd name="connsiteY306" fmla="*/ 561865 h 877057"/>
                <a:gd name="connsiteX307" fmla="*/ 136273 w 679719"/>
                <a:gd name="connsiteY307" fmla="*/ 562852 h 877057"/>
                <a:gd name="connsiteX308" fmla="*/ 138246 w 679719"/>
                <a:gd name="connsiteY308" fmla="*/ 563181 h 877057"/>
                <a:gd name="connsiteX309" fmla="*/ 140329 w 679719"/>
                <a:gd name="connsiteY309" fmla="*/ 563400 h 877057"/>
                <a:gd name="connsiteX310" fmla="*/ 141645 w 679719"/>
                <a:gd name="connsiteY310" fmla="*/ 564058 h 877057"/>
                <a:gd name="connsiteX311" fmla="*/ 142303 w 679719"/>
                <a:gd name="connsiteY311" fmla="*/ 565812 h 877057"/>
                <a:gd name="connsiteX312" fmla="*/ 142303 w 679719"/>
                <a:gd name="connsiteY312" fmla="*/ 568005 h 877057"/>
                <a:gd name="connsiteX313" fmla="*/ 142193 w 679719"/>
                <a:gd name="connsiteY313" fmla="*/ 570197 h 877057"/>
                <a:gd name="connsiteX314" fmla="*/ 142083 w 679719"/>
                <a:gd name="connsiteY314" fmla="*/ 572171 h 877057"/>
                <a:gd name="connsiteX315" fmla="*/ 137698 w 679719"/>
                <a:gd name="connsiteY315" fmla="*/ 575240 h 877057"/>
                <a:gd name="connsiteX316" fmla="*/ 133861 w 679719"/>
                <a:gd name="connsiteY316" fmla="*/ 584888 h 877057"/>
                <a:gd name="connsiteX317" fmla="*/ 130901 w 679719"/>
                <a:gd name="connsiteY317" fmla="*/ 595851 h 877057"/>
                <a:gd name="connsiteX318" fmla="*/ 129147 w 679719"/>
                <a:gd name="connsiteY318" fmla="*/ 602977 h 877057"/>
                <a:gd name="connsiteX319" fmla="*/ 128160 w 679719"/>
                <a:gd name="connsiteY319" fmla="*/ 606157 h 877057"/>
                <a:gd name="connsiteX320" fmla="*/ 127502 w 679719"/>
                <a:gd name="connsiteY320" fmla="*/ 608788 h 877057"/>
                <a:gd name="connsiteX321" fmla="*/ 127393 w 679719"/>
                <a:gd name="connsiteY321" fmla="*/ 611310 h 877057"/>
                <a:gd name="connsiteX322" fmla="*/ 128379 w 679719"/>
                <a:gd name="connsiteY322" fmla="*/ 614269 h 877057"/>
                <a:gd name="connsiteX323" fmla="*/ 129805 w 679719"/>
                <a:gd name="connsiteY323" fmla="*/ 618107 h 877057"/>
                <a:gd name="connsiteX324" fmla="*/ 130791 w 679719"/>
                <a:gd name="connsiteY324" fmla="*/ 622163 h 877057"/>
                <a:gd name="connsiteX325" fmla="*/ 131340 w 679719"/>
                <a:gd name="connsiteY325" fmla="*/ 626220 h 877057"/>
                <a:gd name="connsiteX326" fmla="*/ 131449 w 679719"/>
                <a:gd name="connsiteY326" fmla="*/ 630385 h 877057"/>
                <a:gd name="connsiteX327" fmla="*/ 129585 w 679719"/>
                <a:gd name="connsiteY327" fmla="*/ 637950 h 877057"/>
                <a:gd name="connsiteX328" fmla="*/ 128489 w 679719"/>
                <a:gd name="connsiteY328" fmla="*/ 642007 h 877057"/>
                <a:gd name="connsiteX329" fmla="*/ 128379 w 679719"/>
                <a:gd name="connsiteY329" fmla="*/ 647927 h 877057"/>
                <a:gd name="connsiteX330" fmla="*/ 132326 w 679719"/>
                <a:gd name="connsiteY330" fmla="*/ 652093 h 877057"/>
                <a:gd name="connsiteX331" fmla="*/ 135505 w 679719"/>
                <a:gd name="connsiteY331" fmla="*/ 653079 h 877057"/>
                <a:gd name="connsiteX332" fmla="*/ 140549 w 679719"/>
                <a:gd name="connsiteY332" fmla="*/ 652093 h 877057"/>
                <a:gd name="connsiteX333" fmla="*/ 143289 w 679719"/>
                <a:gd name="connsiteY333" fmla="*/ 650777 h 877057"/>
                <a:gd name="connsiteX334" fmla="*/ 144934 w 679719"/>
                <a:gd name="connsiteY334" fmla="*/ 649352 h 877057"/>
                <a:gd name="connsiteX335" fmla="*/ 148113 w 679719"/>
                <a:gd name="connsiteY335" fmla="*/ 645515 h 877057"/>
                <a:gd name="connsiteX336" fmla="*/ 149867 w 679719"/>
                <a:gd name="connsiteY336" fmla="*/ 644857 h 877057"/>
                <a:gd name="connsiteX337" fmla="*/ 156665 w 679719"/>
                <a:gd name="connsiteY337" fmla="*/ 646172 h 877057"/>
                <a:gd name="connsiteX338" fmla="*/ 159625 w 679719"/>
                <a:gd name="connsiteY338" fmla="*/ 645953 h 877057"/>
                <a:gd name="connsiteX339" fmla="*/ 161598 w 679719"/>
                <a:gd name="connsiteY339" fmla="*/ 646830 h 877057"/>
                <a:gd name="connsiteX340" fmla="*/ 162913 w 679719"/>
                <a:gd name="connsiteY340" fmla="*/ 648475 h 877057"/>
                <a:gd name="connsiteX341" fmla="*/ 163571 w 679719"/>
                <a:gd name="connsiteY341" fmla="*/ 650558 h 877057"/>
                <a:gd name="connsiteX342" fmla="*/ 165764 w 679719"/>
                <a:gd name="connsiteY342" fmla="*/ 648365 h 877057"/>
                <a:gd name="connsiteX343" fmla="*/ 167299 w 679719"/>
                <a:gd name="connsiteY343" fmla="*/ 642664 h 877057"/>
                <a:gd name="connsiteX344" fmla="*/ 169162 w 679719"/>
                <a:gd name="connsiteY344" fmla="*/ 637621 h 877057"/>
                <a:gd name="connsiteX345" fmla="*/ 171136 w 679719"/>
                <a:gd name="connsiteY345" fmla="*/ 631153 h 877057"/>
                <a:gd name="connsiteX346" fmla="*/ 173877 w 679719"/>
                <a:gd name="connsiteY346" fmla="*/ 625671 h 877057"/>
                <a:gd name="connsiteX347" fmla="*/ 177933 w 679719"/>
                <a:gd name="connsiteY347" fmla="*/ 623588 h 877057"/>
                <a:gd name="connsiteX348" fmla="*/ 181990 w 679719"/>
                <a:gd name="connsiteY348" fmla="*/ 622053 h 877057"/>
                <a:gd name="connsiteX349" fmla="*/ 182757 w 679719"/>
                <a:gd name="connsiteY349" fmla="*/ 617668 h 877057"/>
                <a:gd name="connsiteX350" fmla="*/ 182976 w 679719"/>
                <a:gd name="connsiteY350" fmla="*/ 612187 h 877057"/>
                <a:gd name="connsiteX351" fmla="*/ 185059 w 679719"/>
                <a:gd name="connsiteY351" fmla="*/ 607363 h 877057"/>
                <a:gd name="connsiteX352" fmla="*/ 186594 w 679719"/>
                <a:gd name="connsiteY352" fmla="*/ 606157 h 877057"/>
                <a:gd name="connsiteX353" fmla="*/ 188129 w 679719"/>
                <a:gd name="connsiteY353" fmla="*/ 605170 h 877057"/>
                <a:gd name="connsiteX354" fmla="*/ 189773 w 679719"/>
                <a:gd name="connsiteY354" fmla="*/ 604183 h 877057"/>
                <a:gd name="connsiteX355" fmla="*/ 191418 w 679719"/>
                <a:gd name="connsiteY355" fmla="*/ 603087 h 877057"/>
                <a:gd name="connsiteX356" fmla="*/ 191966 w 679719"/>
                <a:gd name="connsiteY356" fmla="*/ 600675 h 877057"/>
                <a:gd name="connsiteX357" fmla="*/ 191089 w 679719"/>
                <a:gd name="connsiteY357" fmla="*/ 599140 h 877057"/>
                <a:gd name="connsiteX358" fmla="*/ 189116 w 679719"/>
                <a:gd name="connsiteY358" fmla="*/ 598263 h 877057"/>
                <a:gd name="connsiteX359" fmla="*/ 186813 w 679719"/>
                <a:gd name="connsiteY359" fmla="*/ 598044 h 877057"/>
                <a:gd name="connsiteX360" fmla="*/ 184730 w 679719"/>
                <a:gd name="connsiteY360" fmla="*/ 597277 h 877057"/>
                <a:gd name="connsiteX361" fmla="*/ 184073 w 679719"/>
                <a:gd name="connsiteY361" fmla="*/ 595522 h 877057"/>
                <a:gd name="connsiteX362" fmla="*/ 183524 w 679719"/>
                <a:gd name="connsiteY362" fmla="*/ 593439 h 877057"/>
                <a:gd name="connsiteX363" fmla="*/ 181990 w 679719"/>
                <a:gd name="connsiteY363" fmla="*/ 592014 h 877057"/>
                <a:gd name="connsiteX364" fmla="*/ 179249 w 679719"/>
                <a:gd name="connsiteY364" fmla="*/ 591027 h 877057"/>
                <a:gd name="connsiteX365" fmla="*/ 177933 w 679719"/>
                <a:gd name="connsiteY365" fmla="*/ 590150 h 877057"/>
                <a:gd name="connsiteX366" fmla="*/ 177933 w 679719"/>
                <a:gd name="connsiteY366" fmla="*/ 588506 h 877057"/>
                <a:gd name="connsiteX367" fmla="*/ 179029 w 679719"/>
                <a:gd name="connsiteY367" fmla="*/ 585765 h 877057"/>
                <a:gd name="connsiteX368" fmla="*/ 180783 w 679719"/>
                <a:gd name="connsiteY368" fmla="*/ 581928 h 877057"/>
                <a:gd name="connsiteX369" fmla="*/ 182647 w 679719"/>
                <a:gd name="connsiteY369" fmla="*/ 578091 h 877057"/>
                <a:gd name="connsiteX370" fmla="*/ 184511 w 679719"/>
                <a:gd name="connsiteY370" fmla="*/ 574363 h 877057"/>
                <a:gd name="connsiteX371" fmla="*/ 186594 w 679719"/>
                <a:gd name="connsiteY371" fmla="*/ 570746 h 877057"/>
                <a:gd name="connsiteX372" fmla="*/ 187033 w 679719"/>
                <a:gd name="connsiteY372" fmla="*/ 569869 h 877057"/>
                <a:gd name="connsiteX373" fmla="*/ 187471 w 679719"/>
                <a:gd name="connsiteY373" fmla="*/ 568991 h 877057"/>
                <a:gd name="connsiteX374" fmla="*/ 188019 w 679719"/>
                <a:gd name="connsiteY374" fmla="*/ 568224 h 877057"/>
                <a:gd name="connsiteX375" fmla="*/ 188568 w 679719"/>
                <a:gd name="connsiteY375" fmla="*/ 567457 h 877057"/>
                <a:gd name="connsiteX376" fmla="*/ 194707 w 679719"/>
                <a:gd name="connsiteY376" fmla="*/ 572938 h 877057"/>
                <a:gd name="connsiteX377" fmla="*/ 200846 w 679719"/>
                <a:gd name="connsiteY377" fmla="*/ 578201 h 877057"/>
                <a:gd name="connsiteX378" fmla="*/ 207205 w 679719"/>
                <a:gd name="connsiteY378" fmla="*/ 583353 h 877057"/>
                <a:gd name="connsiteX379" fmla="*/ 213673 w 679719"/>
                <a:gd name="connsiteY379" fmla="*/ 588396 h 877057"/>
                <a:gd name="connsiteX380" fmla="*/ 216524 w 679719"/>
                <a:gd name="connsiteY380" fmla="*/ 590479 h 877057"/>
                <a:gd name="connsiteX381" fmla="*/ 219484 w 679719"/>
                <a:gd name="connsiteY381" fmla="*/ 592562 h 877057"/>
                <a:gd name="connsiteX382" fmla="*/ 222553 w 679719"/>
                <a:gd name="connsiteY382" fmla="*/ 594536 h 877057"/>
                <a:gd name="connsiteX383" fmla="*/ 225623 w 679719"/>
                <a:gd name="connsiteY383" fmla="*/ 596400 h 877057"/>
                <a:gd name="connsiteX384" fmla="*/ 226391 w 679719"/>
                <a:gd name="connsiteY384" fmla="*/ 598373 h 877057"/>
                <a:gd name="connsiteX385" fmla="*/ 226062 w 679719"/>
                <a:gd name="connsiteY385" fmla="*/ 601991 h 877057"/>
                <a:gd name="connsiteX386" fmla="*/ 225294 w 679719"/>
                <a:gd name="connsiteY386" fmla="*/ 605937 h 877057"/>
                <a:gd name="connsiteX387" fmla="*/ 224856 w 679719"/>
                <a:gd name="connsiteY387" fmla="*/ 608678 h 877057"/>
                <a:gd name="connsiteX388" fmla="*/ 228254 w 679719"/>
                <a:gd name="connsiteY388" fmla="*/ 607801 h 877057"/>
                <a:gd name="connsiteX389" fmla="*/ 232201 w 679719"/>
                <a:gd name="connsiteY389" fmla="*/ 606376 h 877057"/>
                <a:gd name="connsiteX390" fmla="*/ 236148 w 679719"/>
                <a:gd name="connsiteY390" fmla="*/ 605280 h 877057"/>
                <a:gd name="connsiteX391" fmla="*/ 239327 w 679719"/>
                <a:gd name="connsiteY391" fmla="*/ 605389 h 877057"/>
                <a:gd name="connsiteX392" fmla="*/ 241958 w 679719"/>
                <a:gd name="connsiteY392" fmla="*/ 606924 h 877057"/>
                <a:gd name="connsiteX393" fmla="*/ 242726 w 679719"/>
                <a:gd name="connsiteY393" fmla="*/ 608788 h 877057"/>
                <a:gd name="connsiteX394" fmla="*/ 242945 w 679719"/>
                <a:gd name="connsiteY394" fmla="*/ 611090 h 877057"/>
                <a:gd name="connsiteX395" fmla="*/ 243822 w 679719"/>
                <a:gd name="connsiteY395" fmla="*/ 613721 h 877057"/>
                <a:gd name="connsiteX396" fmla="*/ 246344 w 679719"/>
                <a:gd name="connsiteY396" fmla="*/ 613393 h 877057"/>
                <a:gd name="connsiteX397" fmla="*/ 248865 w 679719"/>
                <a:gd name="connsiteY397" fmla="*/ 612515 h 877057"/>
                <a:gd name="connsiteX398" fmla="*/ 251277 w 679719"/>
                <a:gd name="connsiteY398" fmla="*/ 612187 h 877057"/>
                <a:gd name="connsiteX399" fmla="*/ 253360 w 679719"/>
                <a:gd name="connsiteY399" fmla="*/ 613064 h 877057"/>
                <a:gd name="connsiteX400" fmla="*/ 254676 w 679719"/>
                <a:gd name="connsiteY400" fmla="*/ 616133 h 877057"/>
                <a:gd name="connsiteX401" fmla="*/ 254347 w 679719"/>
                <a:gd name="connsiteY401" fmla="*/ 619861 h 877057"/>
                <a:gd name="connsiteX402" fmla="*/ 253031 w 679719"/>
                <a:gd name="connsiteY402" fmla="*/ 623698 h 877057"/>
                <a:gd name="connsiteX403" fmla="*/ 251716 w 679719"/>
                <a:gd name="connsiteY403" fmla="*/ 626548 h 877057"/>
                <a:gd name="connsiteX404" fmla="*/ 250071 w 679719"/>
                <a:gd name="connsiteY404" fmla="*/ 629618 h 877057"/>
                <a:gd name="connsiteX405" fmla="*/ 248427 w 679719"/>
                <a:gd name="connsiteY405" fmla="*/ 633017 h 877057"/>
                <a:gd name="connsiteX406" fmla="*/ 246453 w 679719"/>
                <a:gd name="connsiteY406" fmla="*/ 636086 h 877057"/>
                <a:gd name="connsiteX407" fmla="*/ 244151 w 679719"/>
                <a:gd name="connsiteY407" fmla="*/ 638389 h 877057"/>
                <a:gd name="connsiteX408" fmla="*/ 241739 w 679719"/>
                <a:gd name="connsiteY408" fmla="*/ 639156 h 877057"/>
                <a:gd name="connsiteX409" fmla="*/ 239108 w 679719"/>
                <a:gd name="connsiteY409" fmla="*/ 639375 h 877057"/>
                <a:gd name="connsiteX410" fmla="*/ 237025 w 679719"/>
                <a:gd name="connsiteY410" fmla="*/ 640033 h 877057"/>
                <a:gd name="connsiteX411" fmla="*/ 236257 w 679719"/>
                <a:gd name="connsiteY411" fmla="*/ 642335 h 877057"/>
                <a:gd name="connsiteX412" fmla="*/ 236586 w 679719"/>
                <a:gd name="connsiteY412" fmla="*/ 647159 h 877057"/>
                <a:gd name="connsiteX413" fmla="*/ 238560 w 679719"/>
                <a:gd name="connsiteY413" fmla="*/ 648256 h 877057"/>
                <a:gd name="connsiteX414" fmla="*/ 241630 w 679719"/>
                <a:gd name="connsiteY414" fmla="*/ 648365 h 877057"/>
                <a:gd name="connsiteX415" fmla="*/ 245138 w 679719"/>
                <a:gd name="connsiteY415" fmla="*/ 650558 h 877057"/>
                <a:gd name="connsiteX416" fmla="*/ 245686 w 679719"/>
                <a:gd name="connsiteY416" fmla="*/ 653189 h 877057"/>
                <a:gd name="connsiteX417" fmla="*/ 245795 w 679719"/>
                <a:gd name="connsiteY417" fmla="*/ 655930 h 877057"/>
                <a:gd name="connsiteX418" fmla="*/ 245357 w 679719"/>
                <a:gd name="connsiteY418" fmla="*/ 658671 h 877057"/>
                <a:gd name="connsiteX419" fmla="*/ 244480 w 679719"/>
                <a:gd name="connsiteY419" fmla="*/ 661082 h 877057"/>
                <a:gd name="connsiteX420" fmla="*/ 239437 w 679719"/>
                <a:gd name="connsiteY420" fmla="*/ 662946 h 877057"/>
                <a:gd name="connsiteX421" fmla="*/ 236586 w 679719"/>
                <a:gd name="connsiteY421" fmla="*/ 664920 h 877057"/>
                <a:gd name="connsiteX422" fmla="*/ 234832 w 679719"/>
                <a:gd name="connsiteY422" fmla="*/ 668099 h 877057"/>
                <a:gd name="connsiteX423" fmla="*/ 233078 w 679719"/>
                <a:gd name="connsiteY423" fmla="*/ 673690 h 877057"/>
                <a:gd name="connsiteX424" fmla="*/ 231324 w 679719"/>
                <a:gd name="connsiteY424" fmla="*/ 677198 h 877057"/>
                <a:gd name="connsiteX425" fmla="*/ 228693 w 679719"/>
                <a:gd name="connsiteY425" fmla="*/ 679610 h 877057"/>
                <a:gd name="connsiteX426" fmla="*/ 225404 w 679719"/>
                <a:gd name="connsiteY426" fmla="*/ 681036 h 877057"/>
                <a:gd name="connsiteX427" fmla="*/ 221676 w 679719"/>
                <a:gd name="connsiteY427" fmla="*/ 681584 h 877057"/>
                <a:gd name="connsiteX428" fmla="*/ 215756 w 679719"/>
                <a:gd name="connsiteY428" fmla="*/ 680926 h 877057"/>
                <a:gd name="connsiteX429" fmla="*/ 210055 w 679719"/>
                <a:gd name="connsiteY429" fmla="*/ 679391 h 877057"/>
                <a:gd name="connsiteX430" fmla="*/ 205122 w 679719"/>
                <a:gd name="connsiteY430" fmla="*/ 679939 h 877057"/>
                <a:gd name="connsiteX431" fmla="*/ 201066 w 679719"/>
                <a:gd name="connsiteY431" fmla="*/ 685530 h 877057"/>
                <a:gd name="connsiteX432" fmla="*/ 199421 w 679719"/>
                <a:gd name="connsiteY432" fmla="*/ 687504 h 877057"/>
                <a:gd name="connsiteX433" fmla="*/ 197448 w 679719"/>
                <a:gd name="connsiteY433" fmla="*/ 688929 h 877057"/>
                <a:gd name="connsiteX434" fmla="*/ 195145 w 679719"/>
                <a:gd name="connsiteY434" fmla="*/ 689696 h 877057"/>
                <a:gd name="connsiteX435" fmla="*/ 192733 w 679719"/>
                <a:gd name="connsiteY435" fmla="*/ 689916 h 877057"/>
                <a:gd name="connsiteX436" fmla="*/ 190212 w 679719"/>
                <a:gd name="connsiteY436" fmla="*/ 689916 h 877057"/>
                <a:gd name="connsiteX437" fmla="*/ 187800 w 679719"/>
                <a:gd name="connsiteY437" fmla="*/ 690245 h 877057"/>
                <a:gd name="connsiteX438" fmla="*/ 185388 w 679719"/>
                <a:gd name="connsiteY438" fmla="*/ 690902 h 877057"/>
                <a:gd name="connsiteX439" fmla="*/ 183086 w 679719"/>
                <a:gd name="connsiteY439" fmla="*/ 691889 h 877057"/>
                <a:gd name="connsiteX440" fmla="*/ 179249 w 679719"/>
                <a:gd name="connsiteY440" fmla="*/ 695288 h 877057"/>
                <a:gd name="connsiteX441" fmla="*/ 175521 w 679719"/>
                <a:gd name="connsiteY441" fmla="*/ 698796 h 877057"/>
                <a:gd name="connsiteX442" fmla="*/ 171794 w 679719"/>
                <a:gd name="connsiteY442" fmla="*/ 702414 h 877057"/>
                <a:gd name="connsiteX443" fmla="*/ 168066 w 679719"/>
                <a:gd name="connsiteY443" fmla="*/ 705922 h 877057"/>
                <a:gd name="connsiteX444" fmla="*/ 163352 w 679719"/>
                <a:gd name="connsiteY444" fmla="*/ 710088 h 877057"/>
                <a:gd name="connsiteX445" fmla="*/ 158309 w 679719"/>
                <a:gd name="connsiteY445" fmla="*/ 715460 h 877057"/>
                <a:gd name="connsiteX446" fmla="*/ 155239 w 679719"/>
                <a:gd name="connsiteY446" fmla="*/ 721271 h 877057"/>
                <a:gd name="connsiteX447" fmla="*/ 156774 w 679719"/>
                <a:gd name="connsiteY447" fmla="*/ 726752 h 877057"/>
                <a:gd name="connsiteX448" fmla="*/ 159186 w 679719"/>
                <a:gd name="connsiteY448" fmla="*/ 732563 h 877057"/>
                <a:gd name="connsiteX449" fmla="*/ 160063 w 679719"/>
                <a:gd name="connsiteY449" fmla="*/ 740785 h 877057"/>
                <a:gd name="connsiteX450" fmla="*/ 160173 w 679719"/>
                <a:gd name="connsiteY450" fmla="*/ 749227 h 877057"/>
                <a:gd name="connsiteX451" fmla="*/ 160282 w 679719"/>
                <a:gd name="connsiteY451" fmla="*/ 755914 h 877057"/>
                <a:gd name="connsiteX452" fmla="*/ 159734 w 679719"/>
                <a:gd name="connsiteY452" fmla="*/ 761177 h 877057"/>
                <a:gd name="connsiteX453" fmla="*/ 155568 w 679719"/>
                <a:gd name="connsiteY453" fmla="*/ 764137 h 877057"/>
                <a:gd name="connsiteX454" fmla="*/ 149977 w 679719"/>
                <a:gd name="connsiteY454" fmla="*/ 766439 h 877057"/>
                <a:gd name="connsiteX455" fmla="*/ 145482 w 679719"/>
                <a:gd name="connsiteY455" fmla="*/ 769947 h 877057"/>
                <a:gd name="connsiteX456" fmla="*/ 143509 w 679719"/>
                <a:gd name="connsiteY456" fmla="*/ 774004 h 877057"/>
                <a:gd name="connsiteX457" fmla="*/ 141426 w 679719"/>
                <a:gd name="connsiteY457" fmla="*/ 778608 h 877057"/>
                <a:gd name="connsiteX458" fmla="*/ 138685 w 679719"/>
                <a:gd name="connsiteY458" fmla="*/ 782665 h 877057"/>
                <a:gd name="connsiteX459" fmla="*/ 135176 w 679719"/>
                <a:gd name="connsiteY459" fmla="*/ 785077 h 877057"/>
                <a:gd name="connsiteX460" fmla="*/ 130791 w 679719"/>
                <a:gd name="connsiteY460" fmla="*/ 784857 h 877057"/>
                <a:gd name="connsiteX461" fmla="*/ 126187 w 679719"/>
                <a:gd name="connsiteY461" fmla="*/ 782445 h 877057"/>
                <a:gd name="connsiteX462" fmla="*/ 121692 w 679719"/>
                <a:gd name="connsiteY462" fmla="*/ 779266 h 877057"/>
                <a:gd name="connsiteX463" fmla="*/ 117416 w 679719"/>
                <a:gd name="connsiteY463" fmla="*/ 777073 h 877057"/>
                <a:gd name="connsiteX464" fmla="*/ 119499 w 679719"/>
                <a:gd name="connsiteY464" fmla="*/ 784528 h 877057"/>
                <a:gd name="connsiteX465" fmla="*/ 121363 w 679719"/>
                <a:gd name="connsiteY465" fmla="*/ 791655 h 877057"/>
                <a:gd name="connsiteX466" fmla="*/ 122679 w 679719"/>
                <a:gd name="connsiteY466" fmla="*/ 799000 h 877057"/>
                <a:gd name="connsiteX467" fmla="*/ 123336 w 679719"/>
                <a:gd name="connsiteY467" fmla="*/ 806674 h 877057"/>
                <a:gd name="connsiteX468" fmla="*/ 123117 w 679719"/>
                <a:gd name="connsiteY468" fmla="*/ 810292 h 877057"/>
                <a:gd name="connsiteX469" fmla="*/ 122569 w 679719"/>
                <a:gd name="connsiteY469" fmla="*/ 814458 h 877057"/>
                <a:gd name="connsiteX470" fmla="*/ 121363 w 679719"/>
                <a:gd name="connsiteY470" fmla="*/ 818185 h 877057"/>
                <a:gd name="connsiteX471" fmla="*/ 119389 w 679719"/>
                <a:gd name="connsiteY471" fmla="*/ 821036 h 877057"/>
                <a:gd name="connsiteX472" fmla="*/ 116320 w 679719"/>
                <a:gd name="connsiteY472" fmla="*/ 823338 h 877057"/>
                <a:gd name="connsiteX473" fmla="*/ 115004 w 679719"/>
                <a:gd name="connsiteY473" fmla="*/ 824983 h 877057"/>
                <a:gd name="connsiteX474" fmla="*/ 114566 w 679719"/>
                <a:gd name="connsiteY474" fmla="*/ 827285 h 877057"/>
                <a:gd name="connsiteX475" fmla="*/ 114566 w 679719"/>
                <a:gd name="connsiteY475" fmla="*/ 831780 h 877057"/>
                <a:gd name="connsiteX476" fmla="*/ 114346 w 679719"/>
                <a:gd name="connsiteY476" fmla="*/ 836823 h 877057"/>
                <a:gd name="connsiteX477" fmla="*/ 114895 w 679719"/>
                <a:gd name="connsiteY477" fmla="*/ 839454 h 877057"/>
                <a:gd name="connsiteX478" fmla="*/ 116977 w 679719"/>
                <a:gd name="connsiteY478" fmla="*/ 839673 h 877057"/>
                <a:gd name="connsiteX479" fmla="*/ 121472 w 679719"/>
                <a:gd name="connsiteY479" fmla="*/ 837481 h 877057"/>
                <a:gd name="connsiteX480" fmla="*/ 124981 w 679719"/>
                <a:gd name="connsiteY480" fmla="*/ 835179 h 877057"/>
                <a:gd name="connsiteX481" fmla="*/ 129147 w 679719"/>
                <a:gd name="connsiteY481" fmla="*/ 832767 h 877057"/>
                <a:gd name="connsiteX482" fmla="*/ 133313 w 679719"/>
                <a:gd name="connsiteY482" fmla="*/ 831780 h 877057"/>
                <a:gd name="connsiteX483" fmla="*/ 136492 w 679719"/>
                <a:gd name="connsiteY483" fmla="*/ 833973 h 877057"/>
                <a:gd name="connsiteX484" fmla="*/ 137808 w 679719"/>
                <a:gd name="connsiteY484" fmla="*/ 837700 h 877057"/>
                <a:gd name="connsiteX485" fmla="*/ 138027 w 679719"/>
                <a:gd name="connsiteY485" fmla="*/ 840879 h 877057"/>
                <a:gd name="connsiteX486" fmla="*/ 138794 w 679719"/>
                <a:gd name="connsiteY486" fmla="*/ 843511 h 877057"/>
                <a:gd name="connsiteX487" fmla="*/ 141645 w 679719"/>
                <a:gd name="connsiteY487" fmla="*/ 845922 h 877057"/>
                <a:gd name="connsiteX488" fmla="*/ 145482 w 679719"/>
                <a:gd name="connsiteY488" fmla="*/ 846909 h 877057"/>
                <a:gd name="connsiteX489" fmla="*/ 149758 w 679719"/>
                <a:gd name="connsiteY489" fmla="*/ 846800 h 877057"/>
                <a:gd name="connsiteX490" fmla="*/ 154033 w 679719"/>
                <a:gd name="connsiteY490" fmla="*/ 846142 h 877057"/>
                <a:gd name="connsiteX491" fmla="*/ 158090 w 679719"/>
                <a:gd name="connsiteY491" fmla="*/ 845813 h 877057"/>
                <a:gd name="connsiteX492" fmla="*/ 161927 w 679719"/>
                <a:gd name="connsiteY492" fmla="*/ 846251 h 877057"/>
                <a:gd name="connsiteX493" fmla="*/ 164887 w 679719"/>
                <a:gd name="connsiteY493" fmla="*/ 848225 h 877057"/>
                <a:gd name="connsiteX494" fmla="*/ 167408 w 679719"/>
                <a:gd name="connsiteY494" fmla="*/ 850856 h 877057"/>
                <a:gd name="connsiteX495" fmla="*/ 170478 w 679719"/>
                <a:gd name="connsiteY495" fmla="*/ 853378 h 877057"/>
                <a:gd name="connsiteX496" fmla="*/ 173548 w 679719"/>
                <a:gd name="connsiteY496" fmla="*/ 854145 h 877057"/>
                <a:gd name="connsiteX497" fmla="*/ 176727 w 679719"/>
                <a:gd name="connsiteY497" fmla="*/ 853926 h 877057"/>
                <a:gd name="connsiteX498" fmla="*/ 179797 w 679719"/>
                <a:gd name="connsiteY498" fmla="*/ 853378 h 877057"/>
                <a:gd name="connsiteX499" fmla="*/ 183086 w 679719"/>
                <a:gd name="connsiteY499" fmla="*/ 853378 h 877057"/>
                <a:gd name="connsiteX500" fmla="*/ 186813 w 679719"/>
                <a:gd name="connsiteY500" fmla="*/ 854254 h 877057"/>
                <a:gd name="connsiteX501" fmla="*/ 190431 w 679719"/>
                <a:gd name="connsiteY501" fmla="*/ 855899 h 877057"/>
                <a:gd name="connsiteX502" fmla="*/ 193830 w 679719"/>
                <a:gd name="connsiteY502" fmla="*/ 857872 h 877057"/>
                <a:gd name="connsiteX503" fmla="*/ 197228 w 679719"/>
                <a:gd name="connsiteY503" fmla="*/ 859846 h 877057"/>
                <a:gd name="connsiteX504" fmla="*/ 198654 w 679719"/>
                <a:gd name="connsiteY504" fmla="*/ 860613 h 877057"/>
                <a:gd name="connsiteX505" fmla="*/ 200079 w 679719"/>
                <a:gd name="connsiteY505" fmla="*/ 861381 h 877057"/>
                <a:gd name="connsiteX506" fmla="*/ 201614 w 679719"/>
                <a:gd name="connsiteY506" fmla="*/ 862148 h 877057"/>
                <a:gd name="connsiteX507" fmla="*/ 203039 w 679719"/>
                <a:gd name="connsiteY507" fmla="*/ 862915 h 877057"/>
                <a:gd name="connsiteX508" fmla="*/ 209178 w 679719"/>
                <a:gd name="connsiteY508" fmla="*/ 866643 h 877057"/>
                <a:gd name="connsiteX509" fmla="*/ 216414 w 679719"/>
                <a:gd name="connsiteY509" fmla="*/ 870809 h 877057"/>
                <a:gd name="connsiteX510" fmla="*/ 223759 w 679719"/>
                <a:gd name="connsiteY510" fmla="*/ 873221 h 877057"/>
                <a:gd name="connsiteX511" fmla="*/ 230447 w 679719"/>
                <a:gd name="connsiteY511" fmla="*/ 871576 h 877057"/>
                <a:gd name="connsiteX512" fmla="*/ 235161 w 679719"/>
                <a:gd name="connsiteY512" fmla="*/ 871905 h 877057"/>
                <a:gd name="connsiteX513" fmla="*/ 240533 w 679719"/>
                <a:gd name="connsiteY513" fmla="*/ 875414 h 877057"/>
                <a:gd name="connsiteX514" fmla="*/ 245686 w 679719"/>
                <a:gd name="connsiteY514" fmla="*/ 878703 h 877057"/>
                <a:gd name="connsiteX515" fmla="*/ 250290 w 679719"/>
                <a:gd name="connsiteY515" fmla="*/ 878045 h 877057"/>
                <a:gd name="connsiteX516" fmla="*/ 252702 w 679719"/>
                <a:gd name="connsiteY516" fmla="*/ 871905 h 877057"/>
                <a:gd name="connsiteX517" fmla="*/ 252922 w 679719"/>
                <a:gd name="connsiteY517" fmla="*/ 862148 h 877057"/>
                <a:gd name="connsiteX518" fmla="*/ 252154 w 679719"/>
                <a:gd name="connsiteY518" fmla="*/ 852281 h 877057"/>
                <a:gd name="connsiteX519" fmla="*/ 251496 w 679719"/>
                <a:gd name="connsiteY519" fmla="*/ 845484 h 877057"/>
                <a:gd name="connsiteX520" fmla="*/ 251387 w 679719"/>
                <a:gd name="connsiteY520" fmla="*/ 841976 h 877057"/>
                <a:gd name="connsiteX521" fmla="*/ 251277 w 679719"/>
                <a:gd name="connsiteY521" fmla="*/ 838577 h 877057"/>
                <a:gd name="connsiteX522" fmla="*/ 251168 w 679719"/>
                <a:gd name="connsiteY522" fmla="*/ 835069 h 877057"/>
                <a:gd name="connsiteX523" fmla="*/ 251058 w 679719"/>
                <a:gd name="connsiteY523" fmla="*/ 831561 h 877057"/>
                <a:gd name="connsiteX524" fmla="*/ 253251 w 679719"/>
                <a:gd name="connsiteY524" fmla="*/ 826846 h 877057"/>
                <a:gd name="connsiteX525" fmla="*/ 257307 w 679719"/>
                <a:gd name="connsiteY525" fmla="*/ 826189 h 877057"/>
                <a:gd name="connsiteX526" fmla="*/ 262240 w 679719"/>
                <a:gd name="connsiteY526" fmla="*/ 827614 h 877057"/>
                <a:gd name="connsiteX527" fmla="*/ 266735 w 679719"/>
                <a:gd name="connsiteY527" fmla="*/ 829039 h 877057"/>
                <a:gd name="connsiteX528" fmla="*/ 272765 w 679719"/>
                <a:gd name="connsiteY528" fmla="*/ 829368 h 877057"/>
                <a:gd name="connsiteX529" fmla="*/ 278795 w 679719"/>
                <a:gd name="connsiteY529" fmla="*/ 828162 h 877057"/>
                <a:gd name="connsiteX530" fmla="*/ 284496 w 679719"/>
                <a:gd name="connsiteY530" fmla="*/ 825421 h 877057"/>
                <a:gd name="connsiteX531" fmla="*/ 289100 w 679719"/>
                <a:gd name="connsiteY531" fmla="*/ 821474 h 877057"/>
                <a:gd name="connsiteX532" fmla="*/ 291622 w 679719"/>
                <a:gd name="connsiteY532" fmla="*/ 818843 h 877057"/>
                <a:gd name="connsiteX533" fmla="*/ 295130 w 679719"/>
                <a:gd name="connsiteY533" fmla="*/ 816431 h 877057"/>
                <a:gd name="connsiteX534" fmla="*/ 298529 w 679719"/>
                <a:gd name="connsiteY534" fmla="*/ 815664 h 877057"/>
                <a:gd name="connsiteX535" fmla="*/ 300941 w 679719"/>
                <a:gd name="connsiteY535" fmla="*/ 818185 h 877057"/>
                <a:gd name="connsiteX536" fmla="*/ 300502 w 679719"/>
                <a:gd name="connsiteY536" fmla="*/ 820817 h 877057"/>
                <a:gd name="connsiteX537" fmla="*/ 299406 w 679719"/>
                <a:gd name="connsiteY537" fmla="*/ 823886 h 877057"/>
                <a:gd name="connsiteX538" fmla="*/ 299844 w 679719"/>
                <a:gd name="connsiteY538" fmla="*/ 825860 h 877057"/>
                <a:gd name="connsiteX539" fmla="*/ 304120 w 679719"/>
                <a:gd name="connsiteY539" fmla="*/ 825421 h 877057"/>
                <a:gd name="connsiteX540" fmla="*/ 306641 w 679719"/>
                <a:gd name="connsiteY540" fmla="*/ 823229 h 877057"/>
                <a:gd name="connsiteX541" fmla="*/ 307189 w 679719"/>
                <a:gd name="connsiteY541" fmla="*/ 819830 h 877057"/>
                <a:gd name="connsiteX542" fmla="*/ 307628 w 679719"/>
                <a:gd name="connsiteY542" fmla="*/ 816212 h 877057"/>
                <a:gd name="connsiteX543" fmla="*/ 309821 w 679719"/>
                <a:gd name="connsiteY543" fmla="*/ 813691 h 877057"/>
                <a:gd name="connsiteX544" fmla="*/ 311246 w 679719"/>
                <a:gd name="connsiteY544" fmla="*/ 812485 h 877057"/>
                <a:gd name="connsiteX545" fmla="*/ 312342 w 679719"/>
                <a:gd name="connsiteY545" fmla="*/ 811059 h 877057"/>
                <a:gd name="connsiteX546" fmla="*/ 313329 w 679719"/>
                <a:gd name="connsiteY546" fmla="*/ 809634 h 877057"/>
                <a:gd name="connsiteX547" fmla="*/ 314535 w 679719"/>
                <a:gd name="connsiteY547" fmla="*/ 808428 h 877057"/>
                <a:gd name="connsiteX548" fmla="*/ 316837 w 679719"/>
                <a:gd name="connsiteY548" fmla="*/ 807442 h 877057"/>
                <a:gd name="connsiteX549" fmla="*/ 319139 w 679719"/>
                <a:gd name="connsiteY549" fmla="*/ 807003 h 877057"/>
                <a:gd name="connsiteX550" fmla="*/ 321332 w 679719"/>
                <a:gd name="connsiteY550" fmla="*/ 806126 h 877057"/>
                <a:gd name="connsiteX551" fmla="*/ 323086 w 679719"/>
                <a:gd name="connsiteY551" fmla="*/ 804372 h 877057"/>
                <a:gd name="connsiteX552" fmla="*/ 323525 w 679719"/>
                <a:gd name="connsiteY552" fmla="*/ 803824 h 877057"/>
                <a:gd name="connsiteX553" fmla="*/ 323963 w 679719"/>
                <a:gd name="connsiteY553" fmla="*/ 803166 h 877057"/>
                <a:gd name="connsiteX554" fmla="*/ 324292 w 679719"/>
                <a:gd name="connsiteY554" fmla="*/ 802508 h 877057"/>
                <a:gd name="connsiteX555" fmla="*/ 324621 w 679719"/>
                <a:gd name="connsiteY555" fmla="*/ 801850 h 877057"/>
                <a:gd name="connsiteX556" fmla="*/ 327581 w 679719"/>
                <a:gd name="connsiteY556" fmla="*/ 794834 h 877057"/>
                <a:gd name="connsiteX557" fmla="*/ 331638 w 679719"/>
                <a:gd name="connsiteY557" fmla="*/ 784967 h 877057"/>
                <a:gd name="connsiteX558" fmla="*/ 334159 w 679719"/>
                <a:gd name="connsiteY558" fmla="*/ 775100 h 877057"/>
                <a:gd name="connsiteX559" fmla="*/ 332953 w 679719"/>
                <a:gd name="connsiteY559" fmla="*/ 767974 h 877057"/>
                <a:gd name="connsiteX560" fmla="*/ 329993 w 679719"/>
                <a:gd name="connsiteY560" fmla="*/ 766329 h 877057"/>
                <a:gd name="connsiteX561" fmla="*/ 326375 w 679719"/>
                <a:gd name="connsiteY561" fmla="*/ 766439 h 877057"/>
                <a:gd name="connsiteX562" fmla="*/ 322538 w 679719"/>
                <a:gd name="connsiteY562" fmla="*/ 766768 h 877057"/>
                <a:gd name="connsiteX563" fmla="*/ 319030 w 679719"/>
                <a:gd name="connsiteY563" fmla="*/ 766110 h 877057"/>
                <a:gd name="connsiteX564" fmla="*/ 315741 w 679719"/>
                <a:gd name="connsiteY564" fmla="*/ 764137 h 877057"/>
                <a:gd name="connsiteX565" fmla="*/ 313000 w 679719"/>
                <a:gd name="connsiteY565" fmla="*/ 762273 h 877057"/>
                <a:gd name="connsiteX566" fmla="*/ 310150 w 679719"/>
                <a:gd name="connsiteY566" fmla="*/ 760738 h 877057"/>
                <a:gd name="connsiteX567" fmla="*/ 306203 w 679719"/>
                <a:gd name="connsiteY567" fmla="*/ 759642 h 877057"/>
                <a:gd name="connsiteX568" fmla="*/ 304558 w 679719"/>
                <a:gd name="connsiteY568" fmla="*/ 755476 h 877057"/>
                <a:gd name="connsiteX569" fmla="*/ 304887 w 679719"/>
                <a:gd name="connsiteY569" fmla="*/ 749885 h 877057"/>
                <a:gd name="connsiteX570" fmla="*/ 306203 w 679719"/>
                <a:gd name="connsiteY570" fmla="*/ 744184 h 877057"/>
                <a:gd name="connsiteX571" fmla="*/ 307299 w 679719"/>
                <a:gd name="connsiteY571" fmla="*/ 739579 h 877057"/>
                <a:gd name="connsiteX572" fmla="*/ 307847 w 679719"/>
                <a:gd name="connsiteY572" fmla="*/ 737167 h 877057"/>
                <a:gd name="connsiteX573" fmla="*/ 308286 w 679719"/>
                <a:gd name="connsiteY573" fmla="*/ 734755 h 877057"/>
                <a:gd name="connsiteX574" fmla="*/ 308724 w 679719"/>
                <a:gd name="connsiteY574" fmla="*/ 732343 h 877057"/>
                <a:gd name="connsiteX575" fmla="*/ 309272 w 679719"/>
                <a:gd name="connsiteY575" fmla="*/ 729932 h 877057"/>
                <a:gd name="connsiteX576" fmla="*/ 302475 w 679719"/>
                <a:gd name="connsiteY576" fmla="*/ 725766 h 877057"/>
                <a:gd name="connsiteX577" fmla="*/ 296555 w 679719"/>
                <a:gd name="connsiteY577" fmla="*/ 721819 h 877057"/>
                <a:gd name="connsiteX578" fmla="*/ 292280 w 679719"/>
                <a:gd name="connsiteY578" fmla="*/ 716556 h 877057"/>
                <a:gd name="connsiteX579" fmla="*/ 290416 w 679719"/>
                <a:gd name="connsiteY579" fmla="*/ 708444 h 877057"/>
                <a:gd name="connsiteX580" fmla="*/ 290416 w 679719"/>
                <a:gd name="connsiteY580" fmla="*/ 703949 h 877057"/>
                <a:gd name="connsiteX581" fmla="*/ 290854 w 679719"/>
                <a:gd name="connsiteY581" fmla="*/ 699564 h 877057"/>
                <a:gd name="connsiteX582" fmla="*/ 291731 w 679719"/>
                <a:gd name="connsiteY582" fmla="*/ 695288 h 877057"/>
                <a:gd name="connsiteX583" fmla="*/ 293266 w 679719"/>
                <a:gd name="connsiteY583" fmla="*/ 691012 h 877057"/>
                <a:gd name="connsiteX584" fmla="*/ 295459 w 679719"/>
                <a:gd name="connsiteY584" fmla="*/ 687065 h 877057"/>
                <a:gd name="connsiteX585" fmla="*/ 298090 w 679719"/>
                <a:gd name="connsiteY585" fmla="*/ 683448 h 877057"/>
                <a:gd name="connsiteX586" fmla="*/ 300941 w 679719"/>
                <a:gd name="connsiteY586" fmla="*/ 679830 h 877057"/>
                <a:gd name="connsiteX587" fmla="*/ 303462 w 679719"/>
                <a:gd name="connsiteY587" fmla="*/ 675992 h 877057"/>
                <a:gd name="connsiteX588" fmla="*/ 306422 w 679719"/>
                <a:gd name="connsiteY588" fmla="*/ 670949 h 877057"/>
                <a:gd name="connsiteX589" fmla="*/ 309272 w 679719"/>
                <a:gd name="connsiteY589" fmla="*/ 665577 h 877057"/>
                <a:gd name="connsiteX590" fmla="*/ 312562 w 679719"/>
                <a:gd name="connsiteY590" fmla="*/ 660425 h 877057"/>
                <a:gd name="connsiteX591" fmla="*/ 316070 w 679719"/>
                <a:gd name="connsiteY591" fmla="*/ 655820 h 877057"/>
                <a:gd name="connsiteX592" fmla="*/ 320236 w 679719"/>
                <a:gd name="connsiteY592" fmla="*/ 651654 h 877057"/>
                <a:gd name="connsiteX593" fmla="*/ 324292 w 679719"/>
                <a:gd name="connsiteY593" fmla="*/ 647269 h 877057"/>
                <a:gd name="connsiteX594" fmla="*/ 327910 w 679719"/>
                <a:gd name="connsiteY594" fmla="*/ 642664 h 877057"/>
                <a:gd name="connsiteX595" fmla="*/ 330541 w 679719"/>
                <a:gd name="connsiteY595" fmla="*/ 637292 h 877057"/>
                <a:gd name="connsiteX596" fmla="*/ 331418 w 679719"/>
                <a:gd name="connsiteY596" fmla="*/ 631811 h 877057"/>
                <a:gd name="connsiteX597" fmla="*/ 329226 w 679719"/>
                <a:gd name="connsiteY597" fmla="*/ 628193 h 877057"/>
                <a:gd name="connsiteX598" fmla="*/ 326485 w 679719"/>
                <a:gd name="connsiteY598" fmla="*/ 625233 h 877057"/>
                <a:gd name="connsiteX599" fmla="*/ 325827 w 679719"/>
                <a:gd name="connsiteY599" fmla="*/ 621725 h 877057"/>
                <a:gd name="connsiteX600" fmla="*/ 330212 w 679719"/>
                <a:gd name="connsiteY600" fmla="*/ 615037 h 877057"/>
                <a:gd name="connsiteX601" fmla="*/ 336790 w 679719"/>
                <a:gd name="connsiteY601" fmla="*/ 611967 h 877057"/>
                <a:gd name="connsiteX602" fmla="*/ 344245 w 679719"/>
                <a:gd name="connsiteY602" fmla="*/ 611419 h 877057"/>
                <a:gd name="connsiteX603" fmla="*/ 351371 w 679719"/>
                <a:gd name="connsiteY603" fmla="*/ 611748 h 877057"/>
                <a:gd name="connsiteX604" fmla="*/ 354660 w 679719"/>
                <a:gd name="connsiteY604" fmla="*/ 612187 h 877057"/>
                <a:gd name="connsiteX605" fmla="*/ 358388 w 679719"/>
                <a:gd name="connsiteY605" fmla="*/ 612296 h 877057"/>
                <a:gd name="connsiteX606" fmla="*/ 362006 w 679719"/>
                <a:gd name="connsiteY606" fmla="*/ 611748 h 877057"/>
                <a:gd name="connsiteX607" fmla="*/ 364856 w 679719"/>
                <a:gd name="connsiteY607" fmla="*/ 610213 h 877057"/>
                <a:gd name="connsiteX608" fmla="*/ 366281 w 679719"/>
                <a:gd name="connsiteY608" fmla="*/ 607911 h 877057"/>
                <a:gd name="connsiteX609" fmla="*/ 366939 w 679719"/>
                <a:gd name="connsiteY609" fmla="*/ 605280 h 877057"/>
                <a:gd name="connsiteX610" fmla="*/ 367816 w 679719"/>
                <a:gd name="connsiteY610" fmla="*/ 602758 h 877057"/>
                <a:gd name="connsiteX611" fmla="*/ 369241 w 679719"/>
                <a:gd name="connsiteY611" fmla="*/ 600785 h 877057"/>
                <a:gd name="connsiteX612" fmla="*/ 369899 w 679719"/>
                <a:gd name="connsiteY612" fmla="*/ 600456 h 877057"/>
                <a:gd name="connsiteX613" fmla="*/ 370557 w 679719"/>
                <a:gd name="connsiteY613" fmla="*/ 600127 h 877057"/>
                <a:gd name="connsiteX614" fmla="*/ 371215 w 679719"/>
                <a:gd name="connsiteY614" fmla="*/ 600017 h 877057"/>
                <a:gd name="connsiteX615" fmla="*/ 371872 w 679719"/>
                <a:gd name="connsiteY615" fmla="*/ 599908 h 877057"/>
                <a:gd name="connsiteX616" fmla="*/ 373736 w 679719"/>
                <a:gd name="connsiteY616" fmla="*/ 600017 h 877057"/>
                <a:gd name="connsiteX617" fmla="*/ 375710 w 679719"/>
                <a:gd name="connsiteY617" fmla="*/ 600346 h 877057"/>
                <a:gd name="connsiteX618" fmla="*/ 377574 w 679719"/>
                <a:gd name="connsiteY618" fmla="*/ 600456 h 877057"/>
                <a:gd name="connsiteX619" fmla="*/ 379437 w 679719"/>
                <a:gd name="connsiteY619" fmla="*/ 599908 h 877057"/>
                <a:gd name="connsiteX620" fmla="*/ 381520 w 679719"/>
                <a:gd name="connsiteY620" fmla="*/ 598154 h 877057"/>
                <a:gd name="connsiteX621" fmla="*/ 383165 w 679719"/>
                <a:gd name="connsiteY621" fmla="*/ 595961 h 877057"/>
                <a:gd name="connsiteX622" fmla="*/ 384809 w 679719"/>
                <a:gd name="connsiteY622" fmla="*/ 593878 h 877057"/>
                <a:gd name="connsiteX623" fmla="*/ 387331 w 679719"/>
                <a:gd name="connsiteY623" fmla="*/ 592782 h 877057"/>
                <a:gd name="connsiteX624" fmla="*/ 391058 w 679719"/>
                <a:gd name="connsiteY624" fmla="*/ 592891 h 877057"/>
                <a:gd name="connsiteX625" fmla="*/ 394018 w 679719"/>
                <a:gd name="connsiteY625" fmla="*/ 590150 h 877057"/>
                <a:gd name="connsiteX626" fmla="*/ 396321 w 679719"/>
                <a:gd name="connsiteY626" fmla="*/ 586204 h 877057"/>
                <a:gd name="connsiteX627" fmla="*/ 398075 w 679719"/>
                <a:gd name="connsiteY627" fmla="*/ 582476 h 877057"/>
                <a:gd name="connsiteX628" fmla="*/ 401692 w 679719"/>
                <a:gd name="connsiteY628" fmla="*/ 578529 h 877057"/>
                <a:gd name="connsiteX629" fmla="*/ 404982 w 679719"/>
                <a:gd name="connsiteY629" fmla="*/ 580284 h 877057"/>
                <a:gd name="connsiteX630" fmla="*/ 407613 w 679719"/>
                <a:gd name="connsiteY630" fmla="*/ 585107 h 877057"/>
                <a:gd name="connsiteX631" fmla="*/ 409367 w 679719"/>
                <a:gd name="connsiteY631" fmla="*/ 589822 h 877057"/>
                <a:gd name="connsiteX632" fmla="*/ 411231 w 679719"/>
                <a:gd name="connsiteY632" fmla="*/ 593988 h 877057"/>
                <a:gd name="connsiteX633" fmla="*/ 413971 w 679719"/>
                <a:gd name="connsiteY633" fmla="*/ 598811 h 877057"/>
                <a:gd name="connsiteX634" fmla="*/ 417479 w 679719"/>
                <a:gd name="connsiteY634" fmla="*/ 601881 h 877057"/>
                <a:gd name="connsiteX635" fmla="*/ 421536 w 679719"/>
                <a:gd name="connsiteY635" fmla="*/ 600675 h 877057"/>
                <a:gd name="connsiteX636" fmla="*/ 422523 w 679719"/>
                <a:gd name="connsiteY636" fmla="*/ 599469 h 877057"/>
                <a:gd name="connsiteX637" fmla="*/ 423619 w 679719"/>
                <a:gd name="connsiteY637" fmla="*/ 598702 h 877057"/>
                <a:gd name="connsiteX638" fmla="*/ 424935 w 679719"/>
                <a:gd name="connsiteY638" fmla="*/ 598044 h 877057"/>
                <a:gd name="connsiteX639" fmla="*/ 426360 w 679719"/>
                <a:gd name="connsiteY639" fmla="*/ 597825 h 877057"/>
                <a:gd name="connsiteX640" fmla="*/ 428881 w 679719"/>
                <a:gd name="connsiteY640" fmla="*/ 600017 h 877057"/>
                <a:gd name="connsiteX641" fmla="*/ 429759 w 679719"/>
                <a:gd name="connsiteY641" fmla="*/ 603197 h 877057"/>
                <a:gd name="connsiteX642" fmla="*/ 430635 w 679719"/>
                <a:gd name="connsiteY642" fmla="*/ 606486 h 877057"/>
                <a:gd name="connsiteX643" fmla="*/ 433047 w 679719"/>
                <a:gd name="connsiteY643" fmla="*/ 608678 h 877057"/>
                <a:gd name="connsiteX644" fmla="*/ 436885 w 679719"/>
                <a:gd name="connsiteY644" fmla="*/ 608459 h 877057"/>
                <a:gd name="connsiteX645" fmla="*/ 439187 w 679719"/>
                <a:gd name="connsiteY645" fmla="*/ 609994 h 877057"/>
                <a:gd name="connsiteX646" fmla="*/ 441051 w 679719"/>
                <a:gd name="connsiteY646" fmla="*/ 612406 h 877057"/>
                <a:gd name="connsiteX647" fmla="*/ 443572 w 679719"/>
                <a:gd name="connsiteY647" fmla="*/ 615147 h 877057"/>
                <a:gd name="connsiteX648" fmla="*/ 447519 w 679719"/>
                <a:gd name="connsiteY648" fmla="*/ 616681 h 877057"/>
                <a:gd name="connsiteX649" fmla="*/ 451685 w 679719"/>
                <a:gd name="connsiteY649" fmla="*/ 616791 h 877057"/>
                <a:gd name="connsiteX650" fmla="*/ 455741 w 679719"/>
                <a:gd name="connsiteY650" fmla="*/ 616901 h 877057"/>
                <a:gd name="connsiteX651" fmla="*/ 459359 w 679719"/>
                <a:gd name="connsiteY651" fmla="*/ 618655 h 877057"/>
                <a:gd name="connsiteX652" fmla="*/ 461552 w 679719"/>
                <a:gd name="connsiteY652" fmla="*/ 623917 h 877057"/>
                <a:gd name="connsiteX653" fmla="*/ 461661 w 679719"/>
                <a:gd name="connsiteY653" fmla="*/ 631372 h 877057"/>
                <a:gd name="connsiteX654" fmla="*/ 461003 w 679719"/>
                <a:gd name="connsiteY654" fmla="*/ 639156 h 877057"/>
                <a:gd name="connsiteX655" fmla="*/ 460784 w 679719"/>
                <a:gd name="connsiteY655" fmla="*/ 645624 h 877057"/>
                <a:gd name="connsiteX656" fmla="*/ 463087 w 679719"/>
                <a:gd name="connsiteY656" fmla="*/ 650887 h 877057"/>
                <a:gd name="connsiteX657" fmla="*/ 467691 w 679719"/>
                <a:gd name="connsiteY657" fmla="*/ 653737 h 877057"/>
                <a:gd name="connsiteX658" fmla="*/ 473173 w 679719"/>
                <a:gd name="connsiteY658" fmla="*/ 655820 h 877057"/>
                <a:gd name="connsiteX659" fmla="*/ 478216 w 679719"/>
                <a:gd name="connsiteY659" fmla="*/ 658890 h 877057"/>
                <a:gd name="connsiteX660" fmla="*/ 481505 w 679719"/>
                <a:gd name="connsiteY660" fmla="*/ 662179 h 877057"/>
                <a:gd name="connsiteX661" fmla="*/ 484355 w 679719"/>
                <a:gd name="connsiteY661" fmla="*/ 665577 h 877057"/>
                <a:gd name="connsiteX662" fmla="*/ 486986 w 679719"/>
                <a:gd name="connsiteY662" fmla="*/ 669305 h 877057"/>
                <a:gd name="connsiteX663" fmla="*/ 489508 w 679719"/>
                <a:gd name="connsiteY663" fmla="*/ 673142 h 877057"/>
                <a:gd name="connsiteX664" fmla="*/ 490385 w 679719"/>
                <a:gd name="connsiteY664" fmla="*/ 673471 h 877057"/>
                <a:gd name="connsiteX665" fmla="*/ 491043 w 679719"/>
                <a:gd name="connsiteY665" fmla="*/ 673800 h 877057"/>
                <a:gd name="connsiteX666" fmla="*/ 491810 w 679719"/>
                <a:gd name="connsiteY666" fmla="*/ 674129 h 877057"/>
                <a:gd name="connsiteX667" fmla="*/ 492578 w 679719"/>
                <a:gd name="connsiteY667" fmla="*/ 674567 h 877057"/>
                <a:gd name="connsiteX668" fmla="*/ 496963 w 679719"/>
                <a:gd name="connsiteY668" fmla="*/ 677856 h 877057"/>
                <a:gd name="connsiteX669" fmla="*/ 501129 w 679719"/>
                <a:gd name="connsiteY669" fmla="*/ 681584 h 877057"/>
                <a:gd name="connsiteX670" fmla="*/ 505514 w 679719"/>
                <a:gd name="connsiteY670" fmla="*/ 684763 h 877057"/>
                <a:gd name="connsiteX671" fmla="*/ 510667 w 679719"/>
                <a:gd name="connsiteY671" fmla="*/ 685969 h 877057"/>
                <a:gd name="connsiteX672" fmla="*/ 513517 w 679719"/>
                <a:gd name="connsiteY672" fmla="*/ 685640 h 877057"/>
                <a:gd name="connsiteX673" fmla="*/ 516587 w 679719"/>
                <a:gd name="connsiteY673" fmla="*/ 684982 h 877057"/>
                <a:gd name="connsiteX674" fmla="*/ 519547 w 679719"/>
                <a:gd name="connsiteY674" fmla="*/ 684654 h 877057"/>
                <a:gd name="connsiteX675" fmla="*/ 522398 w 679719"/>
                <a:gd name="connsiteY675" fmla="*/ 684873 h 877057"/>
                <a:gd name="connsiteX676" fmla="*/ 525248 w 679719"/>
                <a:gd name="connsiteY676" fmla="*/ 686079 h 877057"/>
                <a:gd name="connsiteX677" fmla="*/ 528098 w 679719"/>
                <a:gd name="connsiteY677" fmla="*/ 687723 h 877057"/>
                <a:gd name="connsiteX678" fmla="*/ 530730 w 679719"/>
                <a:gd name="connsiteY678" fmla="*/ 689696 h 877057"/>
                <a:gd name="connsiteX679" fmla="*/ 533361 w 679719"/>
                <a:gd name="connsiteY679" fmla="*/ 691451 h 877057"/>
                <a:gd name="connsiteX680" fmla="*/ 536540 w 679719"/>
                <a:gd name="connsiteY680" fmla="*/ 694740 h 877057"/>
                <a:gd name="connsiteX681" fmla="*/ 539391 w 679719"/>
                <a:gd name="connsiteY681" fmla="*/ 698796 h 877057"/>
                <a:gd name="connsiteX682" fmla="*/ 542241 w 679719"/>
                <a:gd name="connsiteY682" fmla="*/ 701975 h 877057"/>
                <a:gd name="connsiteX683" fmla="*/ 545859 w 679719"/>
                <a:gd name="connsiteY683" fmla="*/ 702743 h 877057"/>
                <a:gd name="connsiteX684" fmla="*/ 549806 w 679719"/>
                <a:gd name="connsiteY684" fmla="*/ 701975 h 877057"/>
                <a:gd name="connsiteX685" fmla="*/ 551998 w 679719"/>
                <a:gd name="connsiteY685" fmla="*/ 702962 h 877057"/>
                <a:gd name="connsiteX686" fmla="*/ 552985 w 679719"/>
                <a:gd name="connsiteY686" fmla="*/ 705703 h 877057"/>
                <a:gd name="connsiteX687" fmla="*/ 553533 w 679719"/>
                <a:gd name="connsiteY687" fmla="*/ 710417 h 877057"/>
                <a:gd name="connsiteX688" fmla="*/ 561756 w 679719"/>
                <a:gd name="connsiteY688" fmla="*/ 699454 h 877057"/>
                <a:gd name="connsiteX689" fmla="*/ 569869 w 679719"/>
                <a:gd name="connsiteY689" fmla="*/ 688491 h 877057"/>
                <a:gd name="connsiteX690" fmla="*/ 578091 w 679719"/>
                <a:gd name="connsiteY690" fmla="*/ 677637 h 877057"/>
                <a:gd name="connsiteX691" fmla="*/ 586204 w 679719"/>
                <a:gd name="connsiteY691" fmla="*/ 666564 h 877057"/>
                <a:gd name="connsiteX692" fmla="*/ 588067 w 679719"/>
                <a:gd name="connsiteY692" fmla="*/ 664262 h 877057"/>
                <a:gd name="connsiteX693" fmla="*/ 590260 w 679719"/>
                <a:gd name="connsiteY693" fmla="*/ 661411 h 877057"/>
                <a:gd name="connsiteX694" fmla="*/ 592124 w 679719"/>
                <a:gd name="connsiteY694" fmla="*/ 658342 h 877057"/>
                <a:gd name="connsiteX695" fmla="*/ 592672 w 679719"/>
                <a:gd name="connsiteY695" fmla="*/ 655382 h 877057"/>
                <a:gd name="connsiteX696" fmla="*/ 592014 w 679719"/>
                <a:gd name="connsiteY696" fmla="*/ 648804 h 877057"/>
                <a:gd name="connsiteX697" fmla="*/ 591356 w 679719"/>
                <a:gd name="connsiteY697" fmla="*/ 642335 h 877057"/>
                <a:gd name="connsiteX698" fmla="*/ 590589 w 679719"/>
                <a:gd name="connsiteY698" fmla="*/ 635757 h 877057"/>
                <a:gd name="connsiteX699" fmla="*/ 589931 w 679719"/>
                <a:gd name="connsiteY699" fmla="*/ 629179 h 877057"/>
                <a:gd name="connsiteX700" fmla="*/ 588067 w 679719"/>
                <a:gd name="connsiteY700" fmla="*/ 621834 h 877057"/>
                <a:gd name="connsiteX701" fmla="*/ 585655 w 679719"/>
                <a:gd name="connsiteY701" fmla="*/ 614818 h 877057"/>
                <a:gd name="connsiteX702" fmla="*/ 583244 w 679719"/>
                <a:gd name="connsiteY702" fmla="*/ 607692 h 877057"/>
                <a:gd name="connsiteX703" fmla="*/ 581380 w 679719"/>
                <a:gd name="connsiteY703" fmla="*/ 600565 h 877057"/>
                <a:gd name="connsiteX704" fmla="*/ 581490 w 679719"/>
                <a:gd name="connsiteY704" fmla="*/ 595961 h 877057"/>
                <a:gd name="connsiteX705" fmla="*/ 582695 w 679719"/>
                <a:gd name="connsiteY705" fmla="*/ 592124 h 877057"/>
                <a:gd name="connsiteX706" fmla="*/ 584778 w 679719"/>
                <a:gd name="connsiteY706" fmla="*/ 588835 h 877057"/>
                <a:gd name="connsiteX707" fmla="*/ 588067 w 679719"/>
                <a:gd name="connsiteY707" fmla="*/ 586094 h 877057"/>
                <a:gd name="connsiteX708" fmla="*/ 591795 w 679719"/>
                <a:gd name="connsiteY708" fmla="*/ 584121 h 877057"/>
                <a:gd name="connsiteX709" fmla="*/ 595303 w 679719"/>
                <a:gd name="connsiteY709" fmla="*/ 582147 h 877057"/>
                <a:gd name="connsiteX710" fmla="*/ 597277 w 679719"/>
                <a:gd name="connsiteY710" fmla="*/ 579516 h 877057"/>
                <a:gd name="connsiteX711" fmla="*/ 596728 w 679719"/>
                <a:gd name="connsiteY711" fmla="*/ 575131 h 877057"/>
                <a:gd name="connsiteX712" fmla="*/ 594426 w 679719"/>
                <a:gd name="connsiteY712" fmla="*/ 569211 h 877057"/>
                <a:gd name="connsiteX713" fmla="*/ 592014 w 679719"/>
                <a:gd name="connsiteY713" fmla="*/ 563400 h 877057"/>
                <a:gd name="connsiteX714" fmla="*/ 589602 w 679719"/>
                <a:gd name="connsiteY714" fmla="*/ 557590 h 877057"/>
                <a:gd name="connsiteX715" fmla="*/ 586861 w 679719"/>
                <a:gd name="connsiteY715" fmla="*/ 551998 h 877057"/>
                <a:gd name="connsiteX716" fmla="*/ 583792 w 679719"/>
                <a:gd name="connsiteY716" fmla="*/ 548929 h 877057"/>
                <a:gd name="connsiteX717" fmla="*/ 579626 w 679719"/>
                <a:gd name="connsiteY717" fmla="*/ 547942 h 877057"/>
                <a:gd name="connsiteX718" fmla="*/ 575131 w 679719"/>
                <a:gd name="connsiteY718" fmla="*/ 547942 h 877057"/>
                <a:gd name="connsiteX719" fmla="*/ 570965 w 679719"/>
                <a:gd name="connsiteY719" fmla="*/ 548161 h 877057"/>
                <a:gd name="connsiteX720" fmla="*/ 563948 w 679719"/>
                <a:gd name="connsiteY720" fmla="*/ 548052 h 877057"/>
                <a:gd name="connsiteX721" fmla="*/ 555287 w 679719"/>
                <a:gd name="connsiteY721" fmla="*/ 547942 h 877057"/>
                <a:gd name="connsiteX722" fmla="*/ 546955 w 679719"/>
                <a:gd name="connsiteY722" fmla="*/ 549148 h 877057"/>
                <a:gd name="connsiteX723" fmla="*/ 541035 w 679719"/>
                <a:gd name="connsiteY723" fmla="*/ 552766 h 877057"/>
                <a:gd name="connsiteX724" fmla="*/ 538185 w 679719"/>
                <a:gd name="connsiteY724" fmla="*/ 559015 h 877057"/>
                <a:gd name="connsiteX725" fmla="*/ 535663 w 679719"/>
                <a:gd name="connsiteY725" fmla="*/ 566031 h 877057"/>
                <a:gd name="connsiteX726" fmla="*/ 531936 w 679719"/>
                <a:gd name="connsiteY726" fmla="*/ 571403 h 877057"/>
                <a:gd name="connsiteX727" fmla="*/ 525577 w 679719"/>
                <a:gd name="connsiteY727" fmla="*/ 572938 h 877057"/>
                <a:gd name="connsiteX728" fmla="*/ 524042 w 679719"/>
                <a:gd name="connsiteY728" fmla="*/ 572828 h 877057"/>
                <a:gd name="connsiteX729" fmla="*/ 522617 w 679719"/>
                <a:gd name="connsiteY729" fmla="*/ 572938 h 877057"/>
                <a:gd name="connsiteX730" fmla="*/ 521082 w 679719"/>
                <a:gd name="connsiteY730" fmla="*/ 573157 h 877057"/>
                <a:gd name="connsiteX731" fmla="*/ 519657 w 679719"/>
                <a:gd name="connsiteY731" fmla="*/ 573486 h 877057"/>
                <a:gd name="connsiteX732" fmla="*/ 514724 w 679719"/>
                <a:gd name="connsiteY732" fmla="*/ 576446 h 877057"/>
                <a:gd name="connsiteX733" fmla="*/ 510557 w 679719"/>
                <a:gd name="connsiteY733" fmla="*/ 579735 h 877057"/>
                <a:gd name="connsiteX734" fmla="*/ 506063 w 679719"/>
                <a:gd name="connsiteY734" fmla="*/ 581709 h 877057"/>
                <a:gd name="connsiteX735" fmla="*/ 500471 w 679719"/>
                <a:gd name="connsiteY735" fmla="*/ 581161 h 877057"/>
                <a:gd name="connsiteX736" fmla="*/ 495867 w 679719"/>
                <a:gd name="connsiteY736" fmla="*/ 578529 h 877057"/>
                <a:gd name="connsiteX737" fmla="*/ 492030 w 679719"/>
                <a:gd name="connsiteY737" fmla="*/ 574802 h 877057"/>
                <a:gd name="connsiteX738" fmla="*/ 488631 w 679719"/>
                <a:gd name="connsiteY738" fmla="*/ 570526 h 877057"/>
                <a:gd name="connsiteX739" fmla="*/ 485452 w 679719"/>
                <a:gd name="connsiteY739" fmla="*/ 566251 h 877057"/>
                <a:gd name="connsiteX740" fmla="*/ 485123 w 679719"/>
                <a:gd name="connsiteY740" fmla="*/ 565812 h 877057"/>
                <a:gd name="connsiteX741" fmla="*/ 484904 w 679719"/>
                <a:gd name="connsiteY741" fmla="*/ 565483 h 877057"/>
                <a:gd name="connsiteX742" fmla="*/ 484575 w 679719"/>
                <a:gd name="connsiteY742" fmla="*/ 565154 h 877057"/>
                <a:gd name="connsiteX743" fmla="*/ 484355 w 679719"/>
                <a:gd name="connsiteY743" fmla="*/ 564825 h 877057"/>
                <a:gd name="connsiteX744" fmla="*/ 479970 w 679719"/>
                <a:gd name="connsiteY744" fmla="*/ 557042 h 877057"/>
                <a:gd name="connsiteX745" fmla="*/ 474598 w 679719"/>
                <a:gd name="connsiteY745" fmla="*/ 547723 h 877057"/>
                <a:gd name="connsiteX746" fmla="*/ 468349 w 679719"/>
                <a:gd name="connsiteY746" fmla="*/ 539720 h 877057"/>
                <a:gd name="connsiteX747" fmla="*/ 461003 w 679719"/>
                <a:gd name="connsiteY747" fmla="*/ 535554 h 877057"/>
                <a:gd name="connsiteX748" fmla="*/ 458701 w 679719"/>
                <a:gd name="connsiteY748" fmla="*/ 535554 h 877057"/>
                <a:gd name="connsiteX749" fmla="*/ 456509 w 679719"/>
                <a:gd name="connsiteY749" fmla="*/ 534786 h 877057"/>
                <a:gd name="connsiteX750" fmla="*/ 454645 w 679719"/>
                <a:gd name="connsiteY750" fmla="*/ 533471 h 877057"/>
                <a:gd name="connsiteX751" fmla="*/ 452891 w 679719"/>
                <a:gd name="connsiteY751" fmla="*/ 531826 h 877057"/>
                <a:gd name="connsiteX752" fmla="*/ 444340 w 679719"/>
                <a:gd name="connsiteY752" fmla="*/ 523933 h 877057"/>
                <a:gd name="connsiteX753" fmla="*/ 436007 w 679719"/>
                <a:gd name="connsiteY753" fmla="*/ 516478 h 877057"/>
                <a:gd name="connsiteX754" fmla="*/ 428662 w 679719"/>
                <a:gd name="connsiteY754" fmla="*/ 508255 h 877057"/>
                <a:gd name="connsiteX755" fmla="*/ 423071 w 679719"/>
                <a:gd name="connsiteY755" fmla="*/ 498059 h 877057"/>
                <a:gd name="connsiteX756" fmla="*/ 421098 w 679719"/>
                <a:gd name="connsiteY756" fmla="*/ 493126 h 877057"/>
                <a:gd name="connsiteX757" fmla="*/ 419014 w 679719"/>
                <a:gd name="connsiteY757" fmla="*/ 488083 h 877057"/>
                <a:gd name="connsiteX758" fmla="*/ 416712 w 679719"/>
                <a:gd name="connsiteY758" fmla="*/ 483149 h 877057"/>
                <a:gd name="connsiteX759" fmla="*/ 414410 w 679719"/>
                <a:gd name="connsiteY759" fmla="*/ 478326 h 877057"/>
                <a:gd name="connsiteX760" fmla="*/ 411779 w 679719"/>
                <a:gd name="connsiteY760" fmla="*/ 473173 h 877057"/>
                <a:gd name="connsiteX761" fmla="*/ 409586 w 679719"/>
                <a:gd name="connsiteY761" fmla="*/ 468239 h 877057"/>
                <a:gd name="connsiteX762" fmla="*/ 408928 w 679719"/>
                <a:gd name="connsiteY762" fmla="*/ 463306 h 877057"/>
                <a:gd name="connsiteX763" fmla="*/ 410792 w 679719"/>
                <a:gd name="connsiteY763" fmla="*/ 458153 h 877057"/>
                <a:gd name="connsiteX764" fmla="*/ 413752 w 679719"/>
                <a:gd name="connsiteY764" fmla="*/ 452781 h 877057"/>
                <a:gd name="connsiteX765" fmla="*/ 414739 w 679719"/>
                <a:gd name="connsiteY765" fmla="*/ 448177 h 877057"/>
                <a:gd name="connsiteX766" fmla="*/ 414191 w 679719"/>
                <a:gd name="connsiteY766" fmla="*/ 443353 h 877057"/>
                <a:gd name="connsiteX767" fmla="*/ 412327 w 679719"/>
                <a:gd name="connsiteY767" fmla="*/ 437323 h 877057"/>
                <a:gd name="connsiteX768" fmla="*/ 411560 w 679719"/>
                <a:gd name="connsiteY768" fmla="*/ 433376 h 877057"/>
                <a:gd name="connsiteX769" fmla="*/ 410573 w 679719"/>
                <a:gd name="connsiteY769" fmla="*/ 428881 h 877057"/>
                <a:gd name="connsiteX770" fmla="*/ 409257 w 679719"/>
                <a:gd name="connsiteY770" fmla="*/ 424606 h 877057"/>
                <a:gd name="connsiteX771" fmla="*/ 407174 w 679719"/>
                <a:gd name="connsiteY771" fmla="*/ 421207 h 877057"/>
                <a:gd name="connsiteX772" fmla="*/ 404433 w 679719"/>
                <a:gd name="connsiteY772" fmla="*/ 419234 h 877057"/>
                <a:gd name="connsiteX773" fmla="*/ 401802 w 679719"/>
                <a:gd name="connsiteY773" fmla="*/ 417808 h 877057"/>
                <a:gd name="connsiteX774" fmla="*/ 400048 w 679719"/>
                <a:gd name="connsiteY774" fmla="*/ 415616 h 877057"/>
                <a:gd name="connsiteX775" fmla="*/ 400158 w 679719"/>
                <a:gd name="connsiteY775" fmla="*/ 411450 h 877057"/>
                <a:gd name="connsiteX776" fmla="*/ 402241 w 679719"/>
                <a:gd name="connsiteY776" fmla="*/ 407503 h 877057"/>
                <a:gd name="connsiteX777" fmla="*/ 404872 w 679719"/>
                <a:gd name="connsiteY777" fmla="*/ 407284 h 877057"/>
                <a:gd name="connsiteX778" fmla="*/ 407942 w 679719"/>
                <a:gd name="connsiteY778" fmla="*/ 408380 h 877057"/>
                <a:gd name="connsiteX779" fmla="*/ 411231 w 679719"/>
                <a:gd name="connsiteY779" fmla="*/ 408271 h 877057"/>
                <a:gd name="connsiteX780" fmla="*/ 413643 w 679719"/>
                <a:gd name="connsiteY780" fmla="*/ 405639 h 877057"/>
                <a:gd name="connsiteX781" fmla="*/ 415068 w 679719"/>
                <a:gd name="connsiteY781" fmla="*/ 401364 h 877057"/>
                <a:gd name="connsiteX782" fmla="*/ 415945 w 679719"/>
                <a:gd name="connsiteY782" fmla="*/ 396650 h 877057"/>
                <a:gd name="connsiteX783" fmla="*/ 416822 w 679719"/>
                <a:gd name="connsiteY783" fmla="*/ 392703 h 877057"/>
                <a:gd name="connsiteX784" fmla="*/ 417589 w 679719"/>
                <a:gd name="connsiteY784" fmla="*/ 389633 h 877057"/>
                <a:gd name="connsiteX785" fmla="*/ 418686 w 679719"/>
                <a:gd name="connsiteY785" fmla="*/ 384919 h 877057"/>
                <a:gd name="connsiteX786" fmla="*/ 420111 w 679719"/>
                <a:gd name="connsiteY786" fmla="*/ 380643 h 877057"/>
                <a:gd name="connsiteX787" fmla="*/ 421646 w 679719"/>
                <a:gd name="connsiteY787" fmla="*/ 378670 h 877057"/>
                <a:gd name="connsiteX788" fmla="*/ 424825 w 679719"/>
                <a:gd name="connsiteY788" fmla="*/ 378122 h 877057"/>
                <a:gd name="connsiteX789" fmla="*/ 428552 w 679719"/>
                <a:gd name="connsiteY789" fmla="*/ 377793 h 877057"/>
                <a:gd name="connsiteX790" fmla="*/ 431951 w 679719"/>
                <a:gd name="connsiteY790" fmla="*/ 378341 h 877057"/>
                <a:gd name="connsiteX791" fmla="*/ 434144 w 679719"/>
                <a:gd name="connsiteY791" fmla="*/ 380534 h 877057"/>
                <a:gd name="connsiteX792" fmla="*/ 434144 w 679719"/>
                <a:gd name="connsiteY792" fmla="*/ 383494 h 877057"/>
                <a:gd name="connsiteX793" fmla="*/ 433047 w 679719"/>
                <a:gd name="connsiteY793" fmla="*/ 386783 h 877057"/>
                <a:gd name="connsiteX794" fmla="*/ 433267 w 679719"/>
                <a:gd name="connsiteY794" fmla="*/ 389633 h 877057"/>
                <a:gd name="connsiteX795" fmla="*/ 436665 w 679719"/>
                <a:gd name="connsiteY795" fmla="*/ 391278 h 877057"/>
                <a:gd name="connsiteX796" fmla="*/ 440612 w 679719"/>
                <a:gd name="connsiteY796" fmla="*/ 390839 h 877057"/>
                <a:gd name="connsiteX797" fmla="*/ 444778 w 679719"/>
                <a:gd name="connsiteY797" fmla="*/ 389194 h 877057"/>
                <a:gd name="connsiteX798" fmla="*/ 448834 w 679719"/>
                <a:gd name="connsiteY798" fmla="*/ 387002 h 877057"/>
                <a:gd name="connsiteX799" fmla="*/ 452343 w 679719"/>
                <a:gd name="connsiteY799" fmla="*/ 384700 h 877057"/>
                <a:gd name="connsiteX800" fmla="*/ 459140 w 679719"/>
                <a:gd name="connsiteY800" fmla="*/ 379766 h 877057"/>
                <a:gd name="connsiteX801" fmla="*/ 465498 w 679719"/>
                <a:gd name="connsiteY801" fmla="*/ 374175 h 877057"/>
                <a:gd name="connsiteX802" fmla="*/ 471200 w 679719"/>
                <a:gd name="connsiteY802" fmla="*/ 367926 h 877057"/>
                <a:gd name="connsiteX803" fmla="*/ 476243 w 679719"/>
                <a:gd name="connsiteY803" fmla="*/ 360800 h 877057"/>
                <a:gd name="connsiteX804" fmla="*/ 481066 w 679719"/>
                <a:gd name="connsiteY804" fmla="*/ 353564 h 877057"/>
                <a:gd name="connsiteX805" fmla="*/ 486657 w 679719"/>
                <a:gd name="connsiteY805" fmla="*/ 346767 h 877057"/>
                <a:gd name="connsiteX806" fmla="*/ 492907 w 679719"/>
                <a:gd name="connsiteY806" fmla="*/ 340847 h 877057"/>
                <a:gd name="connsiteX807" fmla="*/ 499923 w 679719"/>
                <a:gd name="connsiteY807" fmla="*/ 336133 h 877057"/>
                <a:gd name="connsiteX808" fmla="*/ 503102 w 679719"/>
                <a:gd name="connsiteY808" fmla="*/ 335146 h 877057"/>
                <a:gd name="connsiteX809" fmla="*/ 506501 w 679719"/>
                <a:gd name="connsiteY809" fmla="*/ 334707 h 877057"/>
                <a:gd name="connsiteX810" fmla="*/ 509790 w 679719"/>
                <a:gd name="connsiteY810" fmla="*/ 334269 h 877057"/>
                <a:gd name="connsiteX811" fmla="*/ 512750 w 679719"/>
                <a:gd name="connsiteY811" fmla="*/ 332953 h 877057"/>
                <a:gd name="connsiteX812" fmla="*/ 515052 w 679719"/>
                <a:gd name="connsiteY812" fmla="*/ 330212 h 877057"/>
                <a:gd name="connsiteX813" fmla="*/ 516368 w 679719"/>
                <a:gd name="connsiteY813" fmla="*/ 326923 h 877057"/>
                <a:gd name="connsiteX814" fmla="*/ 517464 w 679719"/>
                <a:gd name="connsiteY814" fmla="*/ 323415 h 877057"/>
                <a:gd name="connsiteX815" fmla="*/ 519109 w 679719"/>
                <a:gd name="connsiteY815" fmla="*/ 320236 h 877057"/>
                <a:gd name="connsiteX816" fmla="*/ 525358 w 679719"/>
                <a:gd name="connsiteY816" fmla="*/ 313877 h 877057"/>
                <a:gd name="connsiteX817" fmla="*/ 533251 w 679719"/>
                <a:gd name="connsiteY817" fmla="*/ 308834 h 877057"/>
                <a:gd name="connsiteX818" fmla="*/ 541474 w 679719"/>
                <a:gd name="connsiteY818" fmla="*/ 304558 h 877057"/>
                <a:gd name="connsiteX819" fmla="*/ 549258 w 679719"/>
                <a:gd name="connsiteY819" fmla="*/ 300392 h 877057"/>
                <a:gd name="connsiteX820" fmla="*/ 558686 w 679719"/>
                <a:gd name="connsiteY820" fmla="*/ 293705 h 877057"/>
                <a:gd name="connsiteX821" fmla="*/ 567347 w 679719"/>
                <a:gd name="connsiteY821" fmla="*/ 286798 h 877057"/>
                <a:gd name="connsiteX822" fmla="*/ 575460 w 679719"/>
                <a:gd name="connsiteY822" fmla="*/ 279124 h 877057"/>
                <a:gd name="connsiteX823" fmla="*/ 583244 w 679719"/>
                <a:gd name="connsiteY823" fmla="*/ 270244 h 877057"/>
                <a:gd name="connsiteX824" fmla="*/ 586423 w 679719"/>
                <a:gd name="connsiteY824" fmla="*/ 265968 h 877057"/>
                <a:gd name="connsiteX825" fmla="*/ 589931 w 679719"/>
                <a:gd name="connsiteY825" fmla="*/ 261583 h 877057"/>
                <a:gd name="connsiteX826" fmla="*/ 593878 w 679719"/>
                <a:gd name="connsiteY826" fmla="*/ 257636 h 877057"/>
                <a:gd name="connsiteX827" fmla="*/ 598373 w 679719"/>
                <a:gd name="connsiteY827" fmla="*/ 255114 h 877057"/>
                <a:gd name="connsiteX828" fmla="*/ 603525 w 679719"/>
                <a:gd name="connsiteY828" fmla="*/ 253689 h 877057"/>
                <a:gd name="connsiteX829" fmla="*/ 607801 w 679719"/>
                <a:gd name="connsiteY829" fmla="*/ 252702 h 877057"/>
                <a:gd name="connsiteX830" fmla="*/ 611419 w 679719"/>
                <a:gd name="connsiteY830" fmla="*/ 250619 h 877057"/>
                <a:gd name="connsiteX831" fmla="*/ 614708 w 679719"/>
                <a:gd name="connsiteY831" fmla="*/ 245795 h 877057"/>
                <a:gd name="connsiteX832" fmla="*/ 623369 w 679719"/>
                <a:gd name="connsiteY832" fmla="*/ 228583 h 877057"/>
                <a:gd name="connsiteX833" fmla="*/ 633126 w 679719"/>
                <a:gd name="connsiteY833" fmla="*/ 211810 h 877057"/>
                <a:gd name="connsiteX834" fmla="*/ 643103 w 679719"/>
                <a:gd name="connsiteY834" fmla="*/ 195145 h 877057"/>
                <a:gd name="connsiteX835" fmla="*/ 652860 w 679719"/>
                <a:gd name="connsiteY835" fmla="*/ 178591 h 877057"/>
                <a:gd name="connsiteX836" fmla="*/ 657246 w 679719"/>
                <a:gd name="connsiteY836" fmla="*/ 171355 h 877057"/>
                <a:gd name="connsiteX837" fmla="*/ 661960 w 679719"/>
                <a:gd name="connsiteY837" fmla="*/ 164668 h 877057"/>
                <a:gd name="connsiteX838" fmla="*/ 667551 w 679719"/>
                <a:gd name="connsiteY838" fmla="*/ 159076 h 877057"/>
                <a:gd name="connsiteX839" fmla="*/ 674458 w 679719"/>
                <a:gd name="connsiteY839" fmla="*/ 155020 h 877057"/>
                <a:gd name="connsiteX840" fmla="*/ 681803 w 679719"/>
                <a:gd name="connsiteY840" fmla="*/ 150854 h 877057"/>
                <a:gd name="connsiteX841" fmla="*/ 685421 w 679719"/>
                <a:gd name="connsiteY841" fmla="*/ 145592 h 877057"/>
                <a:gd name="connsiteX842" fmla="*/ 687394 w 679719"/>
                <a:gd name="connsiteY842" fmla="*/ 138794 h 877057"/>
                <a:gd name="connsiteX843" fmla="*/ 689916 w 679719"/>
                <a:gd name="connsiteY843" fmla="*/ 129695 h 877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679719" h="877057">
                  <a:moveTo>
                    <a:pt x="686188" y="127393"/>
                  </a:moveTo>
                  <a:lnTo>
                    <a:pt x="682351" y="125200"/>
                  </a:lnTo>
                  <a:lnTo>
                    <a:pt x="678514" y="123007"/>
                  </a:lnTo>
                  <a:lnTo>
                    <a:pt x="674677" y="120924"/>
                  </a:lnTo>
                  <a:lnTo>
                    <a:pt x="670840" y="119609"/>
                  </a:lnTo>
                  <a:lnTo>
                    <a:pt x="667441" y="119938"/>
                  </a:lnTo>
                  <a:lnTo>
                    <a:pt x="663933" y="121034"/>
                  </a:lnTo>
                  <a:lnTo>
                    <a:pt x="660096" y="122130"/>
                  </a:lnTo>
                  <a:lnTo>
                    <a:pt x="652751" y="121692"/>
                  </a:lnTo>
                  <a:lnTo>
                    <a:pt x="644528" y="118403"/>
                  </a:lnTo>
                  <a:lnTo>
                    <a:pt x="637073" y="113360"/>
                  </a:lnTo>
                  <a:lnTo>
                    <a:pt x="632249" y="107330"/>
                  </a:lnTo>
                  <a:lnTo>
                    <a:pt x="630714" y="103931"/>
                  </a:lnTo>
                  <a:lnTo>
                    <a:pt x="629618" y="100314"/>
                  </a:lnTo>
                  <a:lnTo>
                    <a:pt x="628631" y="96696"/>
                  </a:lnTo>
                  <a:lnTo>
                    <a:pt x="627206" y="93187"/>
                  </a:lnTo>
                  <a:lnTo>
                    <a:pt x="625014" y="89460"/>
                  </a:lnTo>
                  <a:lnTo>
                    <a:pt x="622821" y="85952"/>
                  </a:lnTo>
                  <a:lnTo>
                    <a:pt x="620299" y="82772"/>
                  </a:lnTo>
                  <a:lnTo>
                    <a:pt x="617339" y="79812"/>
                  </a:lnTo>
                  <a:lnTo>
                    <a:pt x="610652" y="75208"/>
                  </a:lnTo>
                  <a:lnTo>
                    <a:pt x="603964" y="74112"/>
                  </a:lnTo>
                  <a:lnTo>
                    <a:pt x="596948" y="74879"/>
                  </a:lnTo>
                  <a:lnTo>
                    <a:pt x="588835" y="76414"/>
                  </a:lnTo>
                  <a:lnTo>
                    <a:pt x="588725" y="75098"/>
                  </a:lnTo>
                  <a:lnTo>
                    <a:pt x="588506" y="73673"/>
                  </a:lnTo>
                  <a:lnTo>
                    <a:pt x="588287" y="72138"/>
                  </a:lnTo>
                  <a:lnTo>
                    <a:pt x="588287" y="70823"/>
                  </a:lnTo>
                  <a:lnTo>
                    <a:pt x="584230" y="74769"/>
                  </a:lnTo>
                  <a:lnTo>
                    <a:pt x="580283" y="78826"/>
                  </a:lnTo>
                  <a:lnTo>
                    <a:pt x="576446" y="82992"/>
                  </a:lnTo>
                  <a:lnTo>
                    <a:pt x="572609" y="87158"/>
                  </a:lnTo>
                  <a:lnTo>
                    <a:pt x="569101" y="89350"/>
                  </a:lnTo>
                  <a:lnTo>
                    <a:pt x="565154" y="90008"/>
                  </a:lnTo>
                  <a:lnTo>
                    <a:pt x="560879" y="89789"/>
                  </a:lnTo>
                  <a:lnTo>
                    <a:pt x="556603" y="89460"/>
                  </a:lnTo>
                  <a:lnTo>
                    <a:pt x="551121" y="89131"/>
                  </a:lnTo>
                  <a:lnTo>
                    <a:pt x="545530" y="88912"/>
                  </a:lnTo>
                  <a:lnTo>
                    <a:pt x="540049" y="88583"/>
                  </a:lnTo>
                  <a:lnTo>
                    <a:pt x="534567" y="88254"/>
                  </a:lnTo>
                  <a:lnTo>
                    <a:pt x="532264" y="86390"/>
                  </a:lnTo>
                  <a:lnTo>
                    <a:pt x="530072" y="82115"/>
                  </a:lnTo>
                  <a:lnTo>
                    <a:pt x="528318" y="77181"/>
                  </a:lnTo>
                  <a:lnTo>
                    <a:pt x="527221" y="73454"/>
                  </a:lnTo>
                  <a:lnTo>
                    <a:pt x="531059" y="74769"/>
                  </a:lnTo>
                  <a:lnTo>
                    <a:pt x="535005" y="75865"/>
                  </a:lnTo>
                  <a:lnTo>
                    <a:pt x="538952" y="76852"/>
                  </a:lnTo>
                  <a:lnTo>
                    <a:pt x="543009" y="77510"/>
                  </a:lnTo>
                  <a:lnTo>
                    <a:pt x="542789" y="73563"/>
                  </a:lnTo>
                  <a:lnTo>
                    <a:pt x="542351" y="68849"/>
                  </a:lnTo>
                  <a:lnTo>
                    <a:pt x="541474" y="64354"/>
                  </a:lnTo>
                  <a:lnTo>
                    <a:pt x="539720" y="61175"/>
                  </a:lnTo>
                  <a:lnTo>
                    <a:pt x="537198" y="59092"/>
                  </a:lnTo>
                  <a:lnTo>
                    <a:pt x="533909" y="57009"/>
                  </a:lnTo>
                  <a:lnTo>
                    <a:pt x="530401" y="55364"/>
                  </a:lnTo>
                  <a:lnTo>
                    <a:pt x="527550" y="55035"/>
                  </a:lnTo>
                  <a:lnTo>
                    <a:pt x="519767" y="55474"/>
                  </a:lnTo>
                  <a:lnTo>
                    <a:pt x="511873" y="53391"/>
                  </a:lnTo>
                  <a:lnTo>
                    <a:pt x="504856" y="49225"/>
                  </a:lnTo>
                  <a:lnTo>
                    <a:pt x="499704" y="43414"/>
                  </a:lnTo>
                  <a:lnTo>
                    <a:pt x="497182" y="37823"/>
                  </a:lnTo>
                  <a:lnTo>
                    <a:pt x="493893" y="30149"/>
                  </a:lnTo>
                  <a:lnTo>
                    <a:pt x="490166" y="23132"/>
                  </a:lnTo>
                  <a:lnTo>
                    <a:pt x="486548" y="19515"/>
                  </a:lnTo>
                  <a:lnTo>
                    <a:pt x="472186" y="15020"/>
                  </a:lnTo>
                  <a:lnTo>
                    <a:pt x="465060" y="12827"/>
                  </a:lnTo>
                  <a:lnTo>
                    <a:pt x="457824" y="10634"/>
                  </a:lnTo>
                  <a:lnTo>
                    <a:pt x="449602" y="8113"/>
                  </a:lnTo>
                  <a:lnTo>
                    <a:pt x="441380" y="5591"/>
                  </a:lnTo>
                  <a:lnTo>
                    <a:pt x="433157" y="3070"/>
                  </a:lnTo>
                  <a:lnTo>
                    <a:pt x="424935" y="548"/>
                  </a:lnTo>
                  <a:lnTo>
                    <a:pt x="419672" y="0"/>
                  </a:lnTo>
                  <a:lnTo>
                    <a:pt x="413862" y="658"/>
                  </a:lnTo>
                  <a:lnTo>
                    <a:pt x="407942" y="1864"/>
                  </a:lnTo>
                  <a:lnTo>
                    <a:pt x="402570" y="2851"/>
                  </a:lnTo>
                  <a:lnTo>
                    <a:pt x="387988" y="4276"/>
                  </a:lnTo>
                  <a:lnTo>
                    <a:pt x="373407" y="5810"/>
                  </a:lnTo>
                  <a:lnTo>
                    <a:pt x="358936" y="7236"/>
                  </a:lnTo>
                  <a:lnTo>
                    <a:pt x="344355" y="8771"/>
                  </a:lnTo>
                  <a:lnTo>
                    <a:pt x="338216" y="9428"/>
                  </a:lnTo>
                  <a:lnTo>
                    <a:pt x="334159" y="10634"/>
                  </a:lnTo>
                  <a:lnTo>
                    <a:pt x="330980" y="13375"/>
                  </a:lnTo>
                  <a:lnTo>
                    <a:pt x="327471" y="18747"/>
                  </a:lnTo>
                  <a:lnTo>
                    <a:pt x="330870" y="25325"/>
                  </a:lnTo>
                  <a:lnTo>
                    <a:pt x="334707" y="31684"/>
                  </a:lnTo>
                  <a:lnTo>
                    <a:pt x="338873" y="37823"/>
                  </a:lnTo>
                  <a:lnTo>
                    <a:pt x="343149" y="43853"/>
                  </a:lnTo>
                  <a:lnTo>
                    <a:pt x="348521" y="50321"/>
                  </a:lnTo>
                  <a:lnTo>
                    <a:pt x="354880" y="57776"/>
                  </a:lnTo>
                  <a:lnTo>
                    <a:pt x="360032" y="65779"/>
                  </a:lnTo>
                  <a:lnTo>
                    <a:pt x="362225" y="73892"/>
                  </a:lnTo>
                  <a:lnTo>
                    <a:pt x="362225" y="87706"/>
                  </a:lnTo>
                  <a:lnTo>
                    <a:pt x="362334" y="101520"/>
                  </a:lnTo>
                  <a:lnTo>
                    <a:pt x="362334" y="115224"/>
                  </a:lnTo>
                  <a:lnTo>
                    <a:pt x="362444" y="129037"/>
                  </a:lnTo>
                  <a:lnTo>
                    <a:pt x="362444" y="132765"/>
                  </a:lnTo>
                  <a:lnTo>
                    <a:pt x="362444" y="136383"/>
                  </a:lnTo>
                  <a:lnTo>
                    <a:pt x="362444" y="140000"/>
                  </a:lnTo>
                  <a:lnTo>
                    <a:pt x="362444" y="143728"/>
                  </a:lnTo>
                  <a:lnTo>
                    <a:pt x="362554" y="149319"/>
                  </a:lnTo>
                  <a:lnTo>
                    <a:pt x="361896" y="152170"/>
                  </a:lnTo>
                  <a:lnTo>
                    <a:pt x="359703" y="153485"/>
                  </a:lnTo>
                  <a:lnTo>
                    <a:pt x="354770" y="153924"/>
                  </a:lnTo>
                  <a:lnTo>
                    <a:pt x="345670" y="154801"/>
                  </a:lnTo>
                  <a:lnTo>
                    <a:pt x="336681" y="156665"/>
                  </a:lnTo>
                  <a:lnTo>
                    <a:pt x="327691" y="158967"/>
                  </a:lnTo>
                  <a:lnTo>
                    <a:pt x="318920" y="161598"/>
                  </a:lnTo>
                  <a:lnTo>
                    <a:pt x="309930" y="163242"/>
                  </a:lnTo>
                  <a:lnTo>
                    <a:pt x="301270" y="163133"/>
                  </a:lnTo>
                  <a:lnTo>
                    <a:pt x="292609" y="161817"/>
                  </a:lnTo>
                  <a:lnTo>
                    <a:pt x="283399" y="160282"/>
                  </a:lnTo>
                  <a:lnTo>
                    <a:pt x="265968" y="156555"/>
                  </a:lnTo>
                  <a:lnTo>
                    <a:pt x="248427" y="152937"/>
                  </a:lnTo>
                  <a:lnTo>
                    <a:pt x="230995" y="149319"/>
                  </a:lnTo>
                  <a:lnTo>
                    <a:pt x="213454" y="145592"/>
                  </a:lnTo>
                  <a:lnTo>
                    <a:pt x="206437" y="147346"/>
                  </a:lnTo>
                  <a:lnTo>
                    <a:pt x="197448" y="150415"/>
                  </a:lnTo>
                  <a:lnTo>
                    <a:pt x="189006" y="154582"/>
                  </a:lnTo>
                  <a:lnTo>
                    <a:pt x="183744" y="159734"/>
                  </a:lnTo>
                  <a:lnTo>
                    <a:pt x="182757" y="163242"/>
                  </a:lnTo>
                  <a:lnTo>
                    <a:pt x="182647" y="167080"/>
                  </a:lnTo>
                  <a:lnTo>
                    <a:pt x="182209" y="170697"/>
                  </a:lnTo>
                  <a:lnTo>
                    <a:pt x="180674" y="173767"/>
                  </a:lnTo>
                  <a:lnTo>
                    <a:pt x="177495" y="175521"/>
                  </a:lnTo>
                  <a:lnTo>
                    <a:pt x="173548" y="175960"/>
                  </a:lnTo>
                  <a:lnTo>
                    <a:pt x="169382" y="175850"/>
                  </a:lnTo>
                  <a:lnTo>
                    <a:pt x="165874" y="175631"/>
                  </a:lnTo>
                  <a:lnTo>
                    <a:pt x="162804" y="176179"/>
                  </a:lnTo>
                  <a:lnTo>
                    <a:pt x="160392" y="178043"/>
                  </a:lnTo>
                  <a:lnTo>
                    <a:pt x="159077" y="180784"/>
                  </a:lnTo>
                  <a:lnTo>
                    <a:pt x="159515" y="184182"/>
                  </a:lnTo>
                  <a:lnTo>
                    <a:pt x="158309" y="187142"/>
                  </a:lnTo>
                  <a:lnTo>
                    <a:pt x="155349" y="188129"/>
                  </a:lnTo>
                  <a:lnTo>
                    <a:pt x="151621" y="188458"/>
                  </a:lnTo>
                  <a:lnTo>
                    <a:pt x="148332" y="189225"/>
                  </a:lnTo>
                  <a:lnTo>
                    <a:pt x="145701" y="191308"/>
                  </a:lnTo>
                  <a:lnTo>
                    <a:pt x="144276" y="193939"/>
                  </a:lnTo>
                  <a:lnTo>
                    <a:pt x="143180" y="196790"/>
                  </a:lnTo>
                  <a:lnTo>
                    <a:pt x="141645" y="199640"/>
                  </a:lnTo>
                  <a:lnTo>
                    <a:pt x="137259" y="206109"/>
                  </a:lnTo>
                  <a:lnTo>
                    <a:pt x="133971" y="211700"/>
                  </a:lnTo>
                  <a:lnTo>
                    <a:pt x="129914" y="216414"/>
                  </a:lnTo>
                  <a:lnTo>
                    <a:pt x="123555" y="220470"/>
                  </a:lnTo>
                  <a:lnTo>
                    <a:pt x="122130" y="221128"/>
                  </a:lnTo>
                  <a:lnTo>
                    <a:pt x="120705" y="221676"/>
                  </a:lnTo>
                  <a:lnTo>
                    <a:pt x="119280" y="222334"/>
                  </a:lnTo>
                  <a:lnTo>
                    <a:pt x="117855" y="222882"/>
                  </a:lnTo>
                  <a:lnTo>
                    <a:pt x="112812" y="225075"/>
                  </a:lnTo>
                  <a:lnTo>
                    <a:pt x="104589" y="228912"/>
                  </a:lnTo>
                  <a:lnTo>
                    <a:pt x="97353" y="232859"/>
                  </a:lnTo>
                  <a:lnTo>
                    <a:pt x="95270" y="236038"/>
                  </a:lnTo>
                  <a:lnTo>
                    <a:pt x="96805" y="240314"/>
                  </a:lnTo>
                  <a:lnTo>
                    <a:pt x="96367" y="245138"/>
                  </a:lnTo>
                  <a:lnTo>
                    <a:pt x="95709" y="250400"/>
                  </a:lnTo>
                  <a:lnTo>
                    <a:pt x="96915" y="255991"/>
                  </a:lnTo>
                  <a:lnTo>
                    <a:pt x="96696" y="262898"/>
                  </a:lnTo>
                  <a:lnTo>
                    <a:pt x="90008" y="265420"/>
                  </a:lnTo>
                  <a:lnTo>
                    <a:pt x="83869" y="267283"/>
                  </a:lnTo>
                  <a:lnTo>
                    <a:pt x="85404" y="272327"/>
                  </a:lnTo>
                  <a:lnTo>
                    <a:pt x="88802" y="275615"/>
                  </a:lnTo>
                  <a:lnTo>
                    <a:pt x="91981" y="279124"/>
                  </a:lnTo>
                  <a:lnTo>
                    <a:pt x="94284" y="283180"/>
                  </a:lnTo>
                  <a:lnTo>
                    <a:pt x="94722" y="288114"/>
                  </a:lnTo>
                  <a:lnTo>
                    <a:pt x="93735" y="291183"/>
                  </a:lnTo>
                  <a:lnTo>
                    <a:pt x="91981" y="294034"/>
                  </a:lnTo>
                  <a:lnTo>
                    <a:pt x="90227" y="296775"/>
                  </a:lnTo>
                  <a:lnTo>
                    <a:pt x="88912" y="299735"/>
                  </a:lnTo>
                  <a:lnTo>
                    <a:pt x="90995" y="304887"/>
                  </a:lnTo>
                  <a:lnTo>
                    <a:pt x="95928" y="308286"/>
                  </a:lnTo>
                  <a:lnTo>
                    <a:pt x="100752" y="311794"/>
                  </a:lnTo>
                  <a:lnTo>
                    <a:pt x="103054" y="317166"/>
                  </a:lnTo>
                  <a:lnTo>
                    <a:pt x="102396" y="321551"/>
                  </a:lnTo>
                  <a:lnTo>
                    <a:pt x="100642" y="326923"/>
                  </a:lnTo>
                  <a:lnTo>
                    <a:pt x="97902" y="330432"/>
                  </a:lnTo>
                  <a:lnTo>
                    <a:pt x="94174" y="329226"/>
                  </a:lnTo>
                  <a:lnTo>
                    <a:pt x="89789" y="324292"/>
                  </a:lnTo>
                  <a:lnTo>
                    <a:pt x="85294" y="323086"/>
                  </a:lnTo>
                  <a:lnTo>
                    <a:pt x="81238" y="325498"/>
                  </a:lnTo>
                  <a:lnTo>
                    <a:pt x="78497" y="331528"/>
                  </a:lnTo>
                  <a:lnTo>
                    <a:pt x="77839" y="335584"/>
                  </a:lnTo>
                  <a:lnTo>
                    <a:pt x="77510" y="339860"/>
                  </a:lnTo>
                  <a:lnTo>
                    <a:pt x="76633" y="343807"/>
                  </a:lnTo>
                  <a:lnTo>
                    <a:pt x="74440" y="347205"/>
                  </a:lnTo>
                  <a:lnTo>
                    <a:pt x="68849" y="351810"/>
                  </a:lnTo>
                  <a:lnTo>
                    <a:pt x="63039" y="355866"/>
                  </a:lnTo>
                  <a:lnTo>
                    <a:pt x="57009" y="359704"/>
                  </a:lnTo>
                  <a:lnTo>
                    <a:pt x="50979" y="363541"/>
                  </a:lnTo>
                  <a:lnTo>
                    <a:pt x="46923" y="366391"/>
                  </a:lnTo>
                  <a:lnTo>
                    <a:pt x="44620" y="368803"/>
                  </a:lnTo>
                  <a:lnTo>
                    <a:pt x="43524" y="371982"/>
                  </a:lnTo>
                  <a:lnTo>
                    <a:pt x="42976" y="377464"/>
                  </a:lnTo>
                  <a:lnTo>
                    <a:pt x="42318" y="385686"/>
                  </a:lnTo>
                  <a:lnTo>
                    <a:pt x="41660" y="393909"/>
                  </a:lnTo>
                  <a:lnTo>
                    <a:pt x="40893" y="402131"/>
                  </a:lnTo>
                  <a:lnTo>
                    <a:pt x="40235" y="410244"/>
                  </a:lnTo>
                  <a:lnTo>
                    <a:pt x="39906" y="414300"/>
                  </a:lnTo>
                  <a:lnTo>
                    <a:pt x="39468" y="419892"/>
                  </a:lnTo>
                  <a:lnTo>
                    <a:pt x="38591" y="425044"/>
                  </a:lnTo>
                  <a:lnTo>
                    <a:pt x="36836" y="427895"/>
                  </a:lnTo>
                  <a:lnTo>
                    <a:pt x="32561" y="429978"/>
                  </a:lnTo>
                  <a:lnTo>
                    <a:pt x="30149" y="431732"/>
                  </a:lnTo>
                  <a:lnTo>
                    <a:pt x="28724" y="434692"/>
                  </a:lnTo>
                  <a:lnTo>
                    <a:pt x="27737" y="439735"/>
                  </a:lnTo>
                  <a:lnTo>
                    <a:pt x="26750" y="462758"/>
                  </a:lnTo>
                  <a:lnTo>
                    <a:pt x="25983" y="485890"/>
                  </a:lnTo>
                  <a:lnTo>
                    <a:pt x="25435" y="508913"/>
                  </a:lnTo>
                  <a:lnTo>
                    <a:pt x="24996" y="531936"/>
                  </a:lnTo>
                  <a:lnTo>
                    <a:pt x="23900" y="540597"/>
                  </a:lnTo>
                  <a:lnTo>
                    <a:pt x="21488" y="549258"/>
                  </a:lnTo>
                  <a:lnTo>
                    <a:pt x="18637" y="557809"/>
                  </a:lnTo>
                  <a:lnTo>
                    <a:pt x="16006" y="566031"/>
                  </a:lnTo>
                  <a:lnTo>
                    <a:pt x="12937" y="576885"/>
                  </a:lnTo>
                  <a:lnTo>
                    <a:pt x="9867" y="587738"/>
                  </a:lnTo>
                  <a:lnTo>
                    <a:pt x="6797" y="598483"/>
                  </a:lnTo>
                  <a:lnTo>
                    <a:pt x="3618" y="609336"/>
                  </a:lnTo>
                  <a:lnTo>
                    <a:pt x="3179" y="612296"/>
                  </a:lnTo>
                  <a:lnTo>
                    <a:pt x="2302" y="615147"/>
                  </a:lnTo>
                  <a:lnTo>
                    <a:pt x="1096" y="618107"/>
                  </a:lnTo>
                  <a:lnTo>
                    <a:pt x="0" y="620957"/>
                  </a:lnTo>
                  <a:lnTo>
                    <a:pt x="7345" y="617230"/>
                  </a:lnTo>
                  <a:lnTo>
                    <a:pt x="14800" y="613941"/>
                  </a:lnTo>
                  <a:lnTo>
                    <a:pt x="22146" y="610761"/>
                  </a:lnTo>
                  <a:lnTo>
                    <a:pt x="29601" y="607363"/>
                  </a:lnTo>
                  <a:lnTo>
                    <a:pt x="39029" y="604183"/>
                  </a:lnTo>
                  <a:lnTo>
                    <a:pt x="49006" y="603197"/>
                  </a:lnTo>
                  <a:lnTo>
                    <a:pt x="59201" y="602539"/>
                  </a:lnTo>
                  <a:lnTo>
                    <a:pt x="69068" y="600785"/>
                  </a:lnTo>
                  <a:lnTo>
                    <a:pt x="71371" y="600237"/>
                  </a:lnTo>
                  <a:lnTo>
                    <a:pt x="73125" y="599689"/>
                  </a:lnTo>
                  <a:lnTo>
                    <a:pt x="74440" y="598702"/>
                  </a:lnTo>
                  <a:lnTo>
                    <a:pt x="75208" y="596728"/>
                  </a:lnTo>
                  <a:lnTo>
                    <a:pt x="76085" y="592343"/>
                  </a:lnTo>
                  <a:lnTo>
                    <a:pt x="76852" y="587848"/>
                  </a:lnTo>
                  <a:lnTo>
                    <a:pt x="77729" y="583463"/>
                  </a:lnTo>
                  <a:lnTo>
                    <a:pt x="78497" y="579078"/>
                  </a:lnTo>
                  <a:lnTo>
                    <a:pt x="79593" y="573157"/>
                  </a:lnTo>
                  <a:lnTo>
                    <a:pt x="79374" y="569540"/>
                  </a:lnTo>
                  <a:lnTo>
                    <a:pt x="77291" y="566689"/>
                  </a:lnTo>
                  <a:lnTo>
                    <a:pt x="72576" y="563071"/>
                  </a:lnTo>
                  <a:lnTo>
                    <a:pt x="68191" y="559124"/>
                  </a:lnTo>
                  <a:lnTo>
                    <a:pt x="66656" y="555287"/>
                  </a:lnTo>
                  <a:lnTo>
                    <a:pt x="66656" y="550464"/>
                  </a:lnTo>
                  <a:lnTo>
                    <a:pt x="67095" y="543886"/>
                  </a:lnTo>
                  <a:lnTo>
                    <a:pt x="67424" y="536211"/>
                  </a:lnTo>
                  <a:lnTo>
                    <a:pt x="67753" y="528647"/>
                  </a:lnTo>
                  <a:lnTo>
                    <a:pt x="68082" y="520972"/>
                  </a:lnTo>
                  <a:lnTo>
                    <a:pt x="68301" y="513408"/>
                  </a:lnTo>
                  <a:lnTo>
                    <a:pt x="78387" y="515381"/>
                  </a:lnTo>
                  <a:lnTo>
                    <a:pt x="88473" y="517355"/>
                  </a:lnTo>
                  <a:lnTo>
                    <a:pt x="98559" y="519218"/>
                  </a:lnTo>
                  <a:lnTo>
                    <a:pt x="108646" y="521192"/>
                  </a:lnTo>
                  <a:lnTo>
                    <a:pt x="107878" y="528318"/>
                  </a:lnTo>
                  <a:lnTo>
                    <a:pt x="107001" y="536869"/>
                  </a:lnTo>
                  <a:lnTo>
                    <a:pt x="105466" y="544763"/>
                  </a:lnTo>
                  <a:lnTo>
                    <a:pt x="102287" y="549915"/>
                  </a:lnTo>
                  <a:lnTo>
                    <a:pt x="98779" y="552108"/>
                  </a:lnTo>
                  <a:lnTo>
                    <a:pt x="96038" y="553972"/>
                  </a:lnTo>
                  <a:lnTo>
                    <a:pt x="94284" y="556493"/>
                  </a:lnTo>
                  <a:lnTo>
                    <a:pt x="94064" y="560221"/>
                  </a:lnTo>
                  <a:lnTo>
                    <a:pt x="94613" y="563510"/>
                  </a:lnTo>
                  <a:lnTo>
                    <a:pt x="95051" y="566689"/>
                  </a:lnTo>
                  <a:lnTo>
                    <a:pt x="94942" y="569869"/>
                  </a:lnTo>
                  <a:lnTo>
                    <a:pt x="93845" y="572828"/>
                  </a:lnTo>
                  <a:lnTo>
                    <a:pt x="91872" y="574473"/>
                  </a:lnTo>
                  <a:lnTo>
                    <a:pt x="89240" y="576008"/>
                  </a:lnTo>
                  <a:lnTo>
                    <a:pt x="87158" y="577981"/>
                  </a:lnTo>
                  <a:lnTo>
                    <a:pt x="87267" y="581270"/>
                  </a:lnTo>
                  <a:lnTo>
                    <a:pt x="88692" y="584340"/>
                  </a:lnTo>
                  <a:lnTo>
                    <a:pt x="90337" y="587300"/>
                  </a:lnTo>
                  <a:lnTo>
                    <a:pt x="91324" y="590370"/>
                  </a:lnTo>
                  <a:lnTo>
                    <a:pt x="91324" y="593988"/>
                  </a:lnTo>
                  <a:lnTo>
                    <a:pt x="89899" y="597825"/>
                  </a:lnTo>
                  <a:lnTo>
                    <a:pt x="88364" y="600785"/>
                  </a:lnTo>
                  <a:lnTo>
                    <a:pt x="86938" y="603964"/>
                  </a:lnTo>
                  <a:lnTo>
                    <a:pt x="86281" y="608349"/>
                  </a:lnTo>
                  <a:lnTo>
                    <a:pt x="86281" y="612406"/>
                  </a:lnTo>
                  <a:lnTo>
                    <a:pt x="86719" y="616353"/>
                  </a:lnTo>
                  <a:lnTo>
                    <a:pt x="87158" y="620299"/>
                  </a:lnTo>
                  <a:lnTo>
                    <a:pt x="87816" y="624246"/>
                  </a:lnTo>
                  <a:lnTo>
                    <a:pt x="88583" y="628303"/>
                  </a:lnTo>
                  <a:lnTo>
                    <a:pt x="90337" y="633017"/>
                  </a:lnTo>
                  <a:lnTo>
                    <a:pt x="92420" y="637073"/>
                  </a:lnTo>
                  <a:lnTo>
                    <a:pt x="94174" y="638937"/>
                  </a:lnTo>
                  <a:lnTo>
                    <a:pt x="94393" y="637950"/>
                  </a:lnTo>
                  <a:lnTo>
                    <a:pt x="94503" y="637073"/>
                  </a:lnTo>
                  <a:lnTo>
                    <a:pt x="94722" y="636086"/>
                  </a:lnTo>
                  <a:lnTo>
                    <a:pt x="94942" y="635100"/>
                  </a:lnTo>
                  <a:lnTo>
                    <a:pt x="97682" y="623588"/>
                  </a:lnTo>
                  <a:lnTo>
                    <a:pt x="100313" y="612077"/>
                  </a:lnTo>
                  <a:lnTo>
                    <a:pt x="103054" y="600565"/>
                  </a:lnTo>
                  <a:lnTo>
                    <a:pt x="105795" y="589054"/>
                  </a:lnTo>
                  <a:lnTo>
                    <a:pt x="107549" y="579626"/>
                  </a:lnTo>
                  <a:lnTo>
                    <a:pt x="109413" y="568772"/>
                  </a:lnTo>
                  <a:lnTo>
                    <a:pt x="112154" y="558357"/>
                  </a:lnTo>
                  <a:lnTo>
                    <a:pt x="116539" y="550025"/>
                  </a:lnTo>
                  <a:lnTo>
                    <a:pt x="118622" y="548490"/>
                  </a:lnTo>
                  <a:lnTo>
                    <a:pt x="119609" y="549038"/>
                  </a:lnTo>
                  <a:lnTo>
                    <a:pt x="120486" y="550464"/>
                  </a:lnTo>
                  <a:lnTo>
                    <a:pt x="121692" y="551560"/>
                  </a:lnTo>
                  <a:lnTo>
                    <a:pt x="124433" y="551670"/>
                  </a:lnTo>
                  <a:lnTo>
                    <a:pt x="128599" y="551670"/>
                  </a:lnTo>
                  <a:lnTo>
                    <a:pt x="132655" y="551670"/>
                  </a:lnTo>
                  <a:lnTo>
                    <a:pt x="134957" y="552218"/>
                  </a:lnTo>
                  <a:lnTo>
                    <a:pt x="136163" y="554520"/>
                  </a:lnTo>
                  <a:lnTo>
                    <a:pt x="135615" y="556932"/>
                  </a:lnTo>
                  <a:lnTo>
                    <a:pt x="134848" y="559453"/>
                  </a:lnTo>
                  <a:lnTo>
                    <a:pt x="134957" y="561865"/>
                  </a:lnTo>
                  <a:lnTo>
                    <a:pt x="136273" y="562852"/>
                  </a:lnTo>
                  <a:lnTo>
                    <a:pt x="138246" y="563181"/>
                  </a:lnTo>
                  <a:lnTo>
                    <a:pt x="140329" y="563400"/>
                  </a:lnTo>
                  <a:lnTo>
                    <a:pt x="141645" y="564058"/>
                  </a:lnTo>
                  <a:lnTo>
                    <a:pt x="142303" y="565812"/>
                  </a:lnTo>
                  <a:lnTo>
                    <a:pt x="142303" y="568005"/>
                  </a:lnTo>
                  <a:lnTo>
                    <a:pt x="142193" y="570197"/>
                  </a:lnTo>
                  <a:lnTo>
                    <a:pt x="142083" y="572171"/>
                  </a:lnTo>
                  <a:lnTo>
                    <a:pt x="137698" y="575240"/>
                  </a:lnTo>
                  <a:lnTo>
                    <a:pt x="133861" y="584888"/>
                  </a:lnTo>
                  <a:lnTo>
                    <a:pt x="130901" y="595851"/>
                  </a:lnTo>
                  <a:lnTo>
                    <a:pt x="129147" y="602977"/>
                  </a:lnTo>
                  <a:lnTo>
                    <a:pt x="128160" y="606157"/>
                  </a:lnTo>
                  <a:lnTo>
                    <a:pt x="127502" y="608788"/>
                  </a:lnTo>
                  <a:lnTo>
                    <a:pt x="127393" y="611310"/>
                  </a:lnTo>
                  <a:lnTo>
                    <a:pt x="128379" y="614269"/>
                  </a:lnTo>
                  <a:lnTo>
                    <a:pt x="129805" y="618107"/>
                  </a:lnTo>
                  <a:lnTo>
                    <a:pt x="130791" y="622163"/>
                  </a:lnTo>
                  <a:lnTo>
                    <a:pt x="131340" y="626220"/>
                  </a:lnTo>
                  <a:lnTo>
                    <a:pt x="131449" y="630385"/>
                  </a:lnTo>
                  <a:lnTo>
                    <a:pt x="129585" y="637950"/>
                  </a:lnTo>
                  <a:lnTo>
                    <a:pt x="128489" y="642007"/>
                  </a:lnTo>
                  <a:lnTo>
                    <a:pt x="128379" y="647927"/>
                  </a:lnTo>
                  <a:lnTo>
                    <a:pt x="132326" y="652093"/>
                  </a:lnTo>
                  <a:lnTo>
                    <a:pt x="135505" y="653079"/>
                  </a:lnTo>
                  <a:lnTo>
                    <a:pt x="140549" y="652093"/>
                  </a:lnTo>
                  <a:lnTo>
                    <a:pt x="143289" y="650777"/>
                  </a:lnTo>
                  <a:lnTo>
                    <a:pt x="144934" y="649352"/>
                  </a:lnTo>
                  <a:lnTo>
                    <a:pt x="148113" y="645515"/>
                  </a:lnTo>
                  <a:lnTo>
                    <a:pt x="149867" y="644857"/>
                  </a:lnTo>
                  <a:lnTo>
                    <a:pt x="156665" y="646172"/>
                  </a:lnTo>
                  <a:lnTo>
                    <a:pt x="159625" y="645953"/>
                  </a:lnTo>
                  <a:lnTo>
                    <a:pt x="161598" y="646830"/>
                  </a:lnTo>
                  <a:lnTo>
                    <a:pt x="162913" y="648475"/>
                  </a:lnTo>
                  <a:lnTo>
                    <a:pt x="163571" y="650558"/>
                  </a:lnTo>
                  <a:lnTo>
                    <a:pt x="165764" y="648365"/>
                  </a:lnTo>
                  <a:lnTo>
                    <a:pt x="167299" y="642664"/>
                  </a:lnTo>
                  <a:lnTo>
                    <a:pt x="169162" y="637621"/>
                  </a:lnTo>
                  <a:lnTo>
                    <a:pt x="171136" y="631153"/>
                  </a:lnTo>
                  <a:lnTo>
                    <a:pt x="173877" y="625671"/>
                  </a:lnTo>
                  <a:lnTo>
                    <a:pt x="177933" y="623588"/>
                  </a:lnTo>
                  <a:lnTo>
                    <a:pt x="181990" y="622053"/>
                  </a:lnTo>
                  <a:lnTo>
                    <a:pt x="182757" y="617668"/>
                  </a:lnTo>
                  <a:lnTo>
                    <a:pt x="182976" y="612187"/>
                  </a:lnTo>
                  <a:lnTo>
                    <a:pt x="185059" y="607363"/>
                  </a:lnTo>
                  <a:lnTo>
                    <a:pt x="186594" y="606157"/>
                  </a:lnTo>
                  <a:lnTo>
                    <a:pt x="188129" y="605170"/>
                  </a:lnTo>
                  <a:lnTo>
                    <a:pt x="189773" y="604183"/>
                  </a:lnTo>
                  <a:lnTo>
                    <a:pt x="191418" y="603087"/>
                  </a:lnTo>
                  <a:lnTo>
                    <a:pt x="191966" y="600675"/>
                  </a:lnTo>
                  <a:lnTo>
                    <a:pt x="191089" y="599140"/>
                  </a:lnTo>
                  <a:lnTo>
                    <a:pt x="189116" y="598263"/>
                  </a:lnTo>
                  <a:lnTo>
                    <a:pt x="186813" y="598044"/>
                  </a:lnTo>
                  <a:lnTo>
                    <a:pt x="184730" y="597277"/>
                  </a:lnTo>
                  <a:lnTo>
                    <a:pt x="184073" y="595522"/>
                  </a:lnTo>
                  <a:lnTo>
                    <a:pt x="183524" y="593439"/>
                  </a:lnTo>
                  <a:lnTo>
                    <a:pt x="181990" y="592014"/>
                  </a:lnTo>
                  <a:lnTo>
                    <a:pt x="179249" y="591027"/>
                  </a:lnTo>
                  <a:lnTo>
                    <a:pt x="177933" y="590150"/>
                  </a:lnTo>
                  <a:lnTo>
                    <a:pt x="177933" y="588506"/>
                  </a:lnTo>
                  <a:lnTo>
                    <a:pt x="179029" y="585765"/>
                  </a:lnTo>
                  <a:lnTo>
                    <a:pt x="180783" y="581928"/>
                  </a:lnTo>
                  <a:lnTo>
                    <a:pt x="182647" y="578091"/>
                  </a:lnTo>
                  <a:lnTo>
                    <a:pt x="184511" y="574363"/>
                  </a:lnTo>
                  <a:lnTo>
                    <a:pt x="186594" y="570746"/>
                  </a:lnTo>
                  <a:lnTo>
                    <a:pt x="187033" y="569869"/>
                  </a:lnTo>
                  <a:lnTo>
                    <a:pt x="187471" y="568991"/>
                  </a:lnTo>
                  <a:lnTo>
                    <a:pt x="188019" y="568224"/>
                  </a:lnTo>
                  <a:lnTo>
                    <a:pt x="188568" y="567457"/>
                  </a:lnTo>
                  <a:lnTo>
                    <a:pt x="194707" y="572938"/>
                  </a:lnTo>
                  <a:lnTo>
                    <a:pt x="200846" y="578201"/>
                  </a:lnTo>
                  <a:lnTo>
                    <a:pt x="207205" y="583353"/>
                  </a:lnTo>
                  <a:lnTo>
                    <a:pt x="213673" y="588396"/>
                  </a:lnTo>
                  <a:lnTo>
                    <a:pt x="216524" y="590479"/>
                  </a:lnTo>
                  <a:lnTo>
                    <a:pt x="219484" y="592562"/>
                  </a:lnTo>
                  <a:lnTo>
                    <a:pt x="222553" y="594536"/>
                  </a:lnTo>
                  <a:lnTo>
                    <a:pt x="225623" y="596400"/>
                  </a:lnTo>
                  <a:lnTo>
                    <a:pt x="226391" y="598373"/>
                  </a:lnTo>
                  <a:lnTo>
                    <a:pt x="226062" y="601991"/>
                  </a:lnTo>
                  <a:lnTo>
                    <a:pt x="225294" y="605937"/>
                  </a:lnTo>
                  <a:lnTo>
                    <a:pt x="224856" y="608678"/>
                  </a:lnTo>
                  <a:lnTo>
                    <a:pt x="228254" y="607801"/>
                  </a:lnTo>
                  <a:lnTo>
                    <a:pt x="232201" y="606376"/>
                  </a:lnTo>
                  <a:lnTo>
                    <a:pt x="236148" y="605280"/>
                  </a:lnTo>
                  <a:lnTo>
                    <a:pt x="239327" y="605389"/>
                  </a:lnTo>
                  <a:lnTo>
                    <a:pt x="241958" y="606924"/>
                  </a:lnTo>
                  <a:lnTo>
                    <a:pt x="242726" y="608788"/>
                  </a:lnTo>
                  <a:lnTo>
                    <a:pt x="242945" y="611090"/>
                  </a:lnTo>
                  <a:lnTo>
                    <a:pt x="243822" y="613721"/>
                  </a:lnTo>
                  <a:lnTo>
                    <a:pt x="246344" y="613393"/>
                  </a:lnTo>
                  <a:lnTo>
                    <a:pt x="248865" y="612515"/>
                  </a:lnTo>
                  <a:lnTo>
                    <a:pt x="251277" y="612187"/>
                  </a:lnTo>
                  <a:lnTo>
                    <a:pt x="253360" y="613064"/>
                  </a:lnTo>
                  <a:lnTo>
                    <a:pt x="254676" y="616133"/>
                  </a:lnTo>
                  <a:lnTo>
                    <a:pt x="254347" y="619861"/>
                  </a:lnTo>
                  <a:lnTo>
                    <a:pt x="253031" y="623698"/>
                  </a:lnTo>
                  <a:lnTo>
                    <a:pt x="251716" y="626548"/>
                  </a:lnTo>
                  <a:lnTo>
                    <a:pt x="250071" y="629618"/>
                  </a:lnTo>
                  <a:lnTo>
                    <a:pt x="248427" y="633017"/>
                  </a:lnTo>
                  <a:lnTo>
                    <a:pt x="246453" y="636086"/>
                  </a:lnTo>
                  <a:lnTo>
                    <a:pt x="244151" y="638389"/>
                  </a:lnTo>
                  <a:lnTo>
                    <a:pt x="241739" y="639156"/>
                  </a:lnTo>
                  <a:lnTo>
                    <a:pt x="239108" y="639375"/>
                  </a:lnTo>
                  <a:lnTo>
                    <a:pt x="237025" y="640033"/>
                  </a:lnTo>
                  <a:lnTo>
                    <a:pt x="236257" y="642335"/>
                  </a:lnTo>
                  <a:lnTo>
                    <a:pt x="236586" y="647159"/>
                  </a:lnTo>
                  <a:lnTo>
                    <a:pt x="238560" y="648256"/>
                  </a:lnTo>
                  <a:lnTo>
                    <a:pt x="241630" y="648365"/>
                  </a:lnTo>
                  <a:lnTo>
                    <a:pt x="245138" y="650558"/>
                  </a:lnTo>
                  <a:lnTo>
                    <a:pt x="245686" y="653189"/>
                  </a:lnTo>
                  <a:lnTo>
                    <a:pt x="245795" y="655930"/>
                  </a:lnTo>
                  <a:lnTo>
                    <a:pt x="245357" y="658671"/>
                  </a:lnTo>
                  <a:lnTo>
                    <a:pt x="244480" y="661082"/>
                  </a:lnTo>
                  <a:lnTo>
                    <a:pt x="239437" y="662946"/>
                  </a:lnTo>
                  <a:lnTo>
                    <a:pt x="236586" y="664920"/>
                  </a:lnTo>
                  <a:lnTo>
                    <a:pt x="234832" y="668099"/>
                  </a:lnTo>
                  <a:lnTo>
                    <a:pt x="233078" y="673690"/>
                  </a:lnTo>
                  <a:lnTo>
                    <a:pt x="231324" y="677198"/>
                  </a:lnTo>
                  <a:lnTo>
                    <a:pt x="228693" y="679610"/>
                  </a:lnTo>
                  <a:lnTo>
                    <a:pt x="225404" y="681036"/>
                  </a:lnTo>
                  <a:lnTo>
                    <a:pt x="221676" y="681584"/>
                  </a:lnTo>
                  <a:lnTo>
                    <a:pt x="215756" y="680926"/>
                  </a:lnTo>
                  <a:lnTo>
                    <a:pt x="210055" y="679391"/>
                  </a:lnTo>
                  <a:lnTo>
                    <a:pt x="205122" y="679939"/>
                  </a:lnTo>
                  <a:lnTo>
                    <a:pt x="201066" y="685530"/>
                  </a:lnTo>
                  <a:lnTo>
                    <a:pt x="199421" y="687504"/>
                  </a:lnTo>
                  <a:lnTo>
                    <a:pt x="197448" y="688929"/>
                  </a:lnTo>
                  <a:lnTo>
                    <a:pt x="195145" y="689696"/>
                  </a:lnTo>
                  <a:lnTo>
                    <a:pt x="192733" y="689916"/>
                  </a:lnTo>
                  <a:lnTo>
                    <a:pt x="190212" y="689916"/>
                  </a:lnTo>
                  <a:lnTo>
                    <a:pt x="187800" y="690245"/>
                  </a:lnTo>
                  <a:lnTo>
                    <a:pt x="185388" y="690902"/>
                  </a:lnTo>
                  <a:lnTo>
                    <a:pt x="183086" y="691889"/>
                  </a:lnTo>
                  <a:lnTo>
                    <a:pt x="179249" y="695288"/>
                  </a:lnTo>
                  <a:lnTo>
                    <a:pt x="175521" y="698796"/>
                  </a:lnTo>
                  <a:lnTo>
                    <a:pt x="171794" y="702414"/>
                  </a:lnTo>
                  <a:lnTo>
                    <a:pt x="168066" y="705922"/>
                  </a:lnTo>
                  <a:lnTo>
                    <a:pt x="163352" y="710088"/>
                  </a:lnTo>
                  <a:lnTo>
                    <a:pt x="158309" y="715460"/>
                  </a:lnTo>
                  <a:lnTo>
                    <a:pt x="155239" y="721271"/>
                  </a:lnTo>
                  <a:lnTo>
                    <a:pt x="156774" y="726752"/>
                  </a:lnTo>
                  <a:lnTo>
                    <a:pt x="159186" y="732563"/>
                  </a:lnTo>
                  <a:lnTo>
                    <a:pt x="160063" y="740785"/>
                  </a:lnTo>
                  <a:lnTo>
                    <a:pt x="160173" y="749227"/>
                  </a:lnTo>
                  <a:lnTo>
                    <a:pt x="160282" y="755914"/>
                  </a:lnTo>
                  <a:lnTo>
                    <a:pt x="159734" y="761177"/>
                  </a:lnTo>
                  <a:lnTo>
                    <a:pt x="155568" y="764137"/>
                  </a:lnTo>
                  <a:lnTo>
                    <a:pt x="149977" y="766439"/>
                  </a:lnTo>
                  <a:lnTo>
                    <a:pt x="145482" y="769947"/>
                  </a:lnTo>
                  <a:lnTo>
                    <a:pt x="143509" y="774004"/>
                  </a:lnTo>
                  <a:lnTo>
                    <a:pt x="141426" y="778608"/>
                  </a:lnTo>
                  <a:lnTo>
                    <a:pt x="138685" y="782665"/>
                  </a:lnTo>
                  <a:lnTo>
                    <a:pt x="135176" y="785077"/>
                  </a:lnTo>
                  <a:lnTo>
                    <a:pt x="130791" y="784857"/>
                  </a:lnTo>
                  <a:lnTo>
                    <a:pt x="126187" y="782445"/>
                  </a:lnTo>
                  <a:lnTo>
                    <a:pt x="121692" y="779266"/>
                  </a:lnTo>
                  <a:lnTo>
                    <a:pt x="117416" y="777073"/>
                  </a:lnTo>
                  <a:lnTo>
                    <a:pt x="119499" y="784528"/>
                  </a:lnTo>
                  <a:lnTo>
                    <a:pt x="121363" y="791655"/>
                  </a:lnTo>
                  <a:lnTo>
                    <a:pt x="122679" y="799000"/>
                  </a:lnTo>
                  <a:lnTo>
                    <a:pt x="123336" y="806674"/>
                  </a:lnTo>
                  <a:lnTo>
                    <a:pt x="123117" y="810292"/>
                  </a:lnTo>
                  <a:lnTo>
                    <a:pt x="122569" y="814458"/>
                  </a:lnTo>
                  <a:lnTo>
                    <a:pt x="121363" y="818185"/>
                  </a:lnTo>
                  <a:lnTo>
                    <a:pt x="119389" y="821036"/>
                  </a:lnTo>
                  <a:lnTo>
                    <a:pt x="116320" y="823338"/>
                  </a:lnTo>
                  <a:lnTo>
                    <a:pt x="115004" y="824983"/>
                  </a:lnTo>
                  <a:lnTo>
                    <a:pt x="114566" y="827285"/>
                  </a:lnTo>
                  <a:lnTo>
                    <a:pt x="114566" y="831780"/>
                  </a:lnTo>
                  <a:lnTo>
                    <a:pt x="114346" y="836823"/>
                  </a:lnTo>
                  <a:lnTo>
                    <a:pt x="114895" y="839454"/>
                  </a:lnTo>
                  <a:lnTo>
                    <a:pt x="116977" y="839673"/>
                  </a:lnTo>
                  <a:lnTo>
                    <a:pt x="121472" y="837481"/>
                  </a:lnTo>
                  <a:lnTo>
                    <a:pt x="124981" y="835179"/>
                  </a:lnTo>
                  <a:lnTo>
                    <a:pt x="129147" y="832767"/>
                  </a:lnTo>
                  <a:lnTo>
                    <a:pt x="133313" y="831780"/>
                  </a:lnTo>
                  <a:lnTo>
                    <a:pt x="136492" y="833973"/>
                  </a:lnTo>
                  <a:lnTo>
                    <a:pt x="137808" y="837700"/>
                  </a:lnTo>
                  <a:lnTo>
                    <a:pt x="138027" y="840879"/>
                  </a:lnTo>
                  <a:lnTo>
                    <a:pt x="138794" y="843511"/>
                  </a:lnTo>
                  <a:lnTo>
                    <a:pt x="141645" y="845922"/>
                  </a:lnTo>
                  <a:lnTo>
                    <a:pt x="145482" y="846909"/>
                  </a:lnTo>
                  <a:lnTo>
                    <a:pt x="149758" y="846800"/>
                  </a:lnTo>
                  <a:lnTo>
                    <a:pt x="154033" y="846142"/>
                  </a:lnTo>
                  <a:lnTo>
                    <a:pt x="158090" y="845813"/>
                  </a:lnTo>
                  <a:lnTo>
                    <a:pt x="161927" y="846251"/>
                  </a:lnTo>
                  <a:lnTo>
                    <a:pt x="164887" y="848225"/>
                  </a:lnTo>
                  <a:lnTo>
                    <a:pt x="167408" y="850856"/>
                  </a:lnTo>
                  <a:lnTo>
                    <a:pt x="170478" y="853378"/>
                  </a:lnTo>
                  <a:lnTo>
                    <a:pt x="173548" y="854145"/>
                  </a:lnTo>
                  <a:lnTo>
                    <a:pt x="176727" y="853926"/>
                  </a:lnTo>
                  <a:lnTo>
                    <a:pt x="179797" y="853378"/>
                  </a:lnTo>
                  <a:lnTo>
                    <a:pt x="183086" y="853378"/>
                  </a:lnTo>
                  <a:lnTo>
                    <a:pt x="186813" y="854254"/>
                  </a:lnTo>
                  <a:lnTo>
                    <a:pt x="190431" y="855899"/>
                  </a:lnTo>
                  <a:lnTo>
                    <a:pt x="193830" y="857872"/>
                  </a:lnTo>
                  <a:lnTo>
                    <a:pt x="197228" y="859846"/>
                  </a:lnTo>
                  <a:lnTo>
                    <a:pt x="198654" y="860613"/>
                  </a:lnTo>
                  <a:lnTo>
                    <a:pt x="200079" y="861381"/>
                  </a:lnTo>
                  <a:lnTo>
                    <a:pt x="201614" y="862148"/>
                  </a:lnTo>
                  <a:lnTo>
                    <a:pt x="203039" y="862915"/>
                  </a:lnTo>
                  <a:lnTo>
                    <a:pt x="209178" y="866643"/>
                  </a:lnTo>
                  <a:lnTo>
                    <a:pt x="216414" y="870809"/>
                  </a:lnTo>
                  <a:lnTo>
                    <a:pt x="223759" y="873221"/>
                  </a:lnTo>
                  <a:lnTo>
                    <a:pt x="230447" y="871576"/>
                  </a:lnTo>
                  <a:lnTo>
                    <a:pt x="235161" y="871905"/>
                  </a:lnTo>
                  <a:lnTo>
                    <a:pt x="240533" y="875414"/>
                  </a:lnTo>
                  <a:lnTo>
                    <a:pt x="245686" y="878703"/>
                  </a:lnTo>
                  <a:lnTo>
                    <a:pt x="250290" y="878045"/>
                  </a:lnTo>
                  <a:lnTo>
                    <a:pt x="252702" y="871905"/>
                  </a:lnTo>
                  <a:lnTo>
                    <a:pt x="252922" y="862148"/>
                  </a:lnTo>
                  <a:lnTo>
                    <a:pt x="252154" y="852281"/>
                  </a:lnTo>
                  <a:lnTo>
                    <a:pt x="251496" y="845484"/>
                  </a:lnTo>
                  <a:lnTo>
                    <a:pt x="251387" y="841976"/>
                  </a:lnTo>
                  <a:lnTo>
                    <a:pt x="251277" y="838577"/>
                  </a:lnTo>
                  <a:lnTo>
                    <a:pt x="251168" y="835069"/>
                  </a:lnTo>
                  <a:lnTo>
                    <a:pt x="251058" y="831561"/>
                  </a:lnTo>
                  <a:lnTo>
                    <a:pt x="253251" y="826846"/>
                  </a:lnTo>
                  <a:lnTo>
                    <a:pt x="257307" y="826189"/>
                  </a:lnTo>
                  <a:lnTo>
                    <a:pt x="262240" y="827614"/>
                  </a:lnTo>
                  <a:lnTo>
                    <a:pt x="266735" y="829039"/>
                  </a:lnTo>
                  <a:lnTo>
                    <a:pt x="272765" y="829368"/>
                  </a:lnTo>
                  <a:lnTo>
                    <a:pt x="278795" y="828162"/>
                  </a:lnTo>
                  <a:lnTo>
                    <a:pt x="284496" y="825421"/>
                  </a:lnTo>
                  <a:lnTo>
                    <a:pt x="289100" y="821474"/>
                  </a:lnTo>
                  <a:lnTo>
                    <a:pt x="291622" y="818843"/>
                  </a:lnTo>
                  <a:lnTo>
                    <a:pt x="295130" y="816431"/>
                  </a:lnTo>
                  <a:lnTo>
                    <a:pt x="298529" y="815664"/>
                  </a:lnTo>
                  <a:lnTo>
                    <a:pt x="300941" y="818185"/>
                  </a:lnTo>
                  <a:lnTo>
                    <a:pt x="300502" y="820817"/>
                  </a:lnTo>
                  <a:lnTo>
                    <a:pt x="299406" y="823886"/>
                  </a:lnTo>
                  <a:lnTo>
                    <a:pt x="299844" y="825860"/>
                  </a:lnTo>
                  <a:lnTo>
                    <a:pt x="304120" y="825421"/>
                  </a:lnTo>
                  <a:lnTo>
                    <a:pt x="306641" y="823229"/>
                  </a:lnTo>
                  <a:lnTo>
                    <a:pt x="307189" y="819830"/>
                  </a:lnTo>
                  <a:lnTo>
                    <a:pt x="307628" y="816212"/>
                  </a:lnTo>
                  <a:lnTo>
                    <a:pt x="309821" y="813691"/>
                  </a:lnTo>
                  <a:lnTo>
                    <a:pt x="311246" y="812485"/>
                  </a:lnTo>
                  <a:lnTo>
                    <a:pt x="312342" y="811059"/>
                  </a:lnTo>
                  <a:lnTo>
                    <a:pt x="313329" y="809634"/>
                  </a:lnTo>
                  <a:lnTo>
                    <a:pt x="314535" y="808428"/>
                  </a:lnTo>
                  <a:lnTo>
                    <a:pt x="316837" y="807442"/>
                  </a:lnTo>
                  <a:lnTo>
                    <a:pt x="319139" y="807003"/>
                  </a:lnTo>
                  <a:lnTo>
                    <a:pt x="321332" y="806126"/>
                  </a:lnTo>
                  <a:lnTo>
                    <a:pt x="323086" y="804372"/>
                  </a:lnTo>
                  <a:lnTo>
                    <a:pt x="323525" y="803824"/>
                  </a:lnTo>
                  <a:lnTo>
                    <a:pt x="323963" y="803166"/>
                  </a:lnTo>
                  <a:lnTo>
                    <a:pt x="324292" y="802508"/>
                  </a:lnTo>
                  <a:lnTo>
                    <a:pt x="324621" y="801850"/>
                  </a:lnTo>
                  <a:lnTo>
                    <a:pt x="327581" y="794834"/>
                  </a:lnTo>
                  <a:lnTo>
                    <a:pt x="331638" y="784967"/>
                  </a:lnTo>
                  <a:lnTo>
                    <a:pt x="334159" y="775100"/>
                  </a:lnTo>
                  <a:lnTo>
                    <a:pt x="332953" y="767974"/>
                  </a:lnTo>
                  <a:lnTo>
                    <a:pt x="329993" y="766329"/>
                  </a:lnTo>
                  <a:lnTo>
                    <a:pt x="326375" y="766439"/>
                  </a:lnTo>
                  <a:lnTo>
                    <a:pt x="322538" y="766768"/>
                  </a:lnTo>
                  <a:lnTo>
                    <a:pt x="319030" y="766110"/>
                  </a:lnTo>
                  <a:lnTo>
                    <a:pt x="315741" y="764137"/>
                  </a:lnTo>
                  <a:lnTo>
                    <a:pt x="313000" y="762273"/>
                  </a:lnTo>
                  <a:lnTo>
                    <a:pt x="310150" y="760738"/>
                  </a:lnTo>
                  <a:lnTo>
                    <a:pt x="306203" y="759642"/>
                  </a:lnTo>
                  <a:lnTo>
                    <a:pt x="304558" y="755476"/>
                  </a:lnTo>
                  <a:lnTo>
                    <a:pt x="304887" y="749885"/>
                  </a:lnTo>
                  <a:lnTo>
                    <a:pt x="306203" y="744184"/>
                  </a:lnTo>
                  <a:lnTo>
                    <a:pt x="307299" y="739579"/>
                  </a:lnTo>
                  <a:lnTo>
                    <a:pt x="307847" y="737167"/>
                  </a:lnTo>
                  <a:lnTo>
                    <a:pt x="308286" y="734755"/>
                  </a:lnTo>
                  <a:lnTo>
                    <a:pt x="308724" y="732343"/>
                  </a:lnTo>
                  <a:lnTo>
                    <a:pt x="309272" y="729932"/>
                  </a:lnTo>
                  <a:lnTo>
                    <a:pt x="302475" y="725766"/>
                  </a:lnTo>
                  <a:lnTo>
                    <a:pt x="296555" y="721819"/>
                  </a:lnTo>
                  <a:lnTo>
                    <a:pt x="292280" y="716556"/>
                  </a:lnTo>
                  <a:lnTo>
                    <a:pt x="290416" y="708444"/>
                  </a:lnTo>
                  <a:lnTo>
                    <a:pt x="290416" y="703949"/>
                  </a:lnTo>
                  <a:lnTo>
                    <a:pt x="290854" y="699564"/>
                  </a:lnTo>
                  <a:lnTo>
                    <a:pt x="291731" y="695288"/>
                  </a:lnTo>
                  <a:lnTo>
                    <a:pt x="293266" y="691012"/>
                  </a:lnTo>
                  <a:lnTo>
                    <a:pt x="295459" y="687065"/>
                  </a:lnTo>
                  <a:lnTo>
                    <a:pt x="298090" y="683448"/>
                  </a:lnTo>
                  <a:lnTo>
                    <a:pt x="300941" y="679830"/>
                  </a:lnTo>
                  <a:lnTo>
                    <a:pt x="303462" y="675992"/>
                  </a:lnTo>
                  <a:lnTo>
                    <a:pt x="306422" y="670949"/>
                  </a:lnTo>
                  <a:lnTo>
                    <a:pt x="309272" y="665577"/>
                  </a:lnTo>
                  <a:lnTo>
                    <a:pt x="312562" y="660425"/>
                  </a:lnTo>
                  <a:lnTo>
                    <a:pt x="316070" y="655820"/>
                  </a:lnTo>
                  <a:lnTo>
                    <a:pt x="320236" y="651654"/>
                  </a:lnTo>
                  <a:lnTo>
                    <a:pt x="324292" y="647269"/>
                  </a:lnTo>
                  <a:lnTo>
                    <a:pt x="327910" y="642664"/>
                  </a:lnTo>
                  <a:lnTo>
                    <a:pt x="330541" y="637292"/>
                  </a:lnTo>
                  <a:lnTo>
                    <a:pt x="331418" y="631811"/>
                  </a:lnTo>
                  <a:lnTo>
                    <a:pt x="329226" y="628193"/>
                  </a:lnTo>
                  <a:lnTo>
                    <a:pt x="326485" y="625233"/>
                  </a:lnTo>
                  <a:lnTo>
                    <a:pt x="325827" y="621725"/>
                  </a:lnTo>
                  <a:lnTo>
                    <a:pt x="330212" y="615037"/>
                  </a:lnTo>
                  <a:lnTo>
                    <a:pt x="336790" y="611967"/>
                  </a:lnTo>
                  <a:lnTo>
                    <a:pt x="344245" y="611419"/>
                  </a:lnTo>
                  <a:lnTo>
                    <a:pt x="351371" y="611748"/>
                  </a:lnTo>
                  <a:lnTo>
                    <a:pt x="354660" y="612187"/>
                  </a:lnTo>
                  <a:lnTo>
                    <a:pt x="358388" y="612296"/>
                  </a:lnTo>
                  <a:lnTo>
                    <a:pt x="362006" y="611748"/>
                  </a:lnTo>
                  <a:lnTo>
                    <a:pt x="364856" y="610213"/>
                  </a:lnTo>
                  <a:lnTo>
                    <a:pt x="366281" y="607911"/>
                  </a:lnTo>
                  <a:lnTo>
                    <a:pt x="366939" y="605280"/>
                  </a:lnTo>
                  <a:lnTo>
                    <a:pt x="367816" y="602758"/>
                  </a:lnTo>
                  <a:lnTo>
                    <a:pt x="369241" y="600785"/>
                  </a:lnTo>
                  <a:lnTo>
                    <a:pt x="369899" y="600456"/>
                  </a:lnTo>
                  <a:lnTo>
                    <a:pt x="370557" y="600127"/>
                  </a:lnTo>
                  <a:lnTo>
                    <a:pt x="371215" y="600017"/>
                  </a:lnTo>
                  <a:lnTo>
                    <a:pt x="371872" y="599908"/>
                  </a:lnTo>
                  <a:lnTo>
                    <a:pt x="373736" y="600017"/>
                  </a:lnTo>
                  <a:lnTo>
                    <a:pt x="375710" y="600346"/>
                  </a:lnTo>
                  <a:lnTo>
                    <a:pt x="377574" y="600456"/>
                  </a:lnTo>
                  <a:lnTo>
                    <a:pt x="379437" y="599908"/>
                  </a:lnTo>
                  <a:lnTo>
                    <a:pt x="381520" y="598154"/>
                  </a:lnTo>
                  <a:lnTo>
                    <a:pt x="383165" y="595961"/>
                  </a:lnTo>
                  <a:lnTo>
                    <a:pt x="384809" y="593878"/>
                  </a:lnTo>
                  <a:lnTo>
                    <a:pt x="387331" y="592782"/>
                  </a:lnTo>
                  <a:lnTo>
                    <a:pt x="391058" y="592891"/>
                  </a:lnTo>
                  <a:lnTo>
                    <a:pt x="394018" y="590150"/>
                  </a:lnTo>
                  <a:lnTo>
                    <a:pt x="396321" y="586204"/>
                  </a:lnTo>
                  <a:lnTo>
                    <a:pt x="398075" y="582476"/>
                  </a:lnTo>
                  <a:lnTo>
                    <a:pt x="401692" y="578529"/>
                  </a:lnTo>
                  <a:lnTo>
                    <a:pt x="404982" y="580284"/>
                  </a:lnTo>
                  <a:lnTo>
                    <a:pt x="407613" y="585107"/>
                  </a:lnTo>
                  <a:lnTo>
                    <a:pt x="409367" y="589822"/>
                  </a:lnTo>
                  <a:lnTo>
                    <a:pt x="411231" y="593988"/>
                  </a:lnTo>
                  <a:lnTo>
                    <a:pt x="413971" y="598811"/>
                  </a:lnTo>
                  <a:lnTo>
                    <a:pt x="417479" y="601881"/>
                  </a:lnTo>
                  <a:lnTo>
                    <a:pt x="421536" y="600675"/>
                  </a:lnTo>
                  <a:lnTo>
                    <a:pt x="422523" y="599469"/>
                  </a:lnTo>
                  <a:lnTo>
                    <a:pt x="423619" y="598702"/>
                  </a:lnTo>
                  <a:lnTo>
                    <a:pt x="424935" y="598044"/>
                  </a:lnTo>
                  <a:lnTo>
                    <a:pt x="426360" y="597825"/>
                  </a:lnTo>
                  <a:lnTo>
                    <a:pt x="428881" y="600017"/>
                  </a:lnTo>
                  <a:lnTo>
                    <a:pt x="429759" y="603197"/>
                  </a:lnTo>
                  <a:lnTo>
                    <a:pt x="430635" y="606486"/>
                  </a:lnTo>
                  <a:lnTo>
                    <a:pt x="433047" y="608678"/>
                  </a:lnTo>
                  <a:lnTo>
                    <a:pt x="436885" y="608459"/>
                  </a:lnTo>
                  <a:lnTo>
                    <a:pt x="439187" y="609994"/>
                  </a:lnTo>
                  <a:lnTo>
                    <a:pt x="441051" y="612406"/>
                  </a:lnTo>
                  <a:lnTo>
                    <a:pt x="443572" y="615147"/>
                  </a:lnTo>
                  <a:lnTo>
                    <a:pt x="447519" y="616681"/>
                  </a:lnTo>
                  <a:lnTo>
                    <a:pt x="451685" y="616791"/>
                  </a:lnTo>
                  <a:lnTo>
                    <a:pt x="455741" y="616901"/>
                  </a:lnTo>
                  <a:lnTo>
                    <a:pt x="459359" y="618655"/>
                  </a:lnTo>
                  <a:lnTo>
                    <a:pt x="461552" y="623917"/>
                  </a:lnTo>
                  <a:lnTo>
                    <a:pt x="461661" y="631372"/>
                  </a:lnTo>
                  <a:lnTo>
                    <a:pt x="461003" y="639156"/>
                  </a:lnTo>
                  <a:lnTo>
                    <a:pt x="460784" y="645624"/>
                  </a:lnTo>
                  <a:lnTo>
                    <a:pt x="463087" y="650887"/>
                  </a:lnTo>
                  <a:lnTo>
                    <a:pt x="467691" y="653737"/>
                  </a:lnTo>
                  <a:lnTo>
                    <a:pt x="473173" y="655820"/>
                  </a:lnTo>
                  <a:lnTo>
                    <a:pt x="478216" y="658890"/>
                  </a:lnTo>
                  <a:lnTo>
                    <a:pt x="481505" y="662179"/>
                  </a:lnTo>
                  <a:lnTo>
                    <a:pt x="484355" y="665577"/>
                  </a:lnTo>
                  <a:lnTo>
                    <a:pt x="486986" y="669305"/>
                  </a:lnTo>
                  <a:lnTo>
                    <a:pt x="489508" y="673142"/>
                  </a:lnTo>
                  <a:lnTo>
                    <a:pt x="490385" y="673471"/>
                  </a:lnTo>
                  <a:lnTo>
                    <a:pt x="491043" y="673800"/>
                  </a:lnTo>
                  <a:lnTo>
                    <a:pt x="491810" y="674129"/>
                  </a:lnTo>
                  <a:lnTo>
                    <a:pt x="492578" y="674567"/>
                  </a:lnTo>
                  <a:lnTo>
                    <a:pt x="496963" y="677856"/>
                  </a:lnTo>
                  <a:lnTo>
                    <a:pt x="501129" y="681584"/>
                  </a:lnTo>
                  <a:lnTo>
                    <a:pt x="505514" y="684763"/>
                  </a:lnTo>
                  <a:lnTo>
                    <a:pt x="510667" y="685969"/>
                  </a:lnTo>
                  <a:lnTo>
                    <a:pt x="513517" y="685640"/>
                  </a:lnTo>
                  <a:lnTo>
                    <a:pt x="516587" y="684982"/>
                  </a:lnTo>
                  <a:lnTo>
                    <a:pt x="519547" y="684654"/>
                  </a:lnTo>
                  <a:lnTo>
                    <a:pt x="522398" y="684873"/>
                  </a:lnTo>
                  <a:lnTo>
                    <a:pt x="525248" y="686079"/>
                  </a:lnTo>
                  <a:lnTo>
                    <a:pt x="528098" y="687723"/>
                  </a:lnTo>
                  <a:lnTo>
                    <a:pt x="530730" y="689696"/>
                  </a:lnTo>
                  <a:lnTo>
                    <a:pt x="533361" y="691451"/>
                  </a:lnTo>
                  <a:lnTo>
                    <a:pt x="536540" y="694740"/>
                  </a:lnTo>
                  <a:lnTo>
                    <a:pt x="539391" y="698796"/>
                  </a:lnTo>
                  <a:lnTo>
                    <a:pt x="542241" y="701975"/>
                  </a:lnTo>
                  <a:lnTo>
                    <a:pt x="545859" y="702743"/>
                  </a:lnTo>
                  <a:lnTo>
                    <a:pt x="549806" y="701975"/>
                  </a:lnTo>
                  <a:lnTo>
                    <a:pt x="551998" y="702962"/>
                  </a:lnTo>
                  <a:lnTo>
                    <a:pt x="552985" y="705703"/>
                  </a:lnTo>
                  <a:lnTo>
                    <a:pt x="553533" y="710417"/>
                  </a:lnTo>
                  <a:lnTo>
                    <a:pt x="561756" y="699454"/>
                  </a:lnTo>
                  <a:lnTo>
                    <a:pt x="569869" y="688491"/>
                  </a:lnTo>
                  <a:lnTo>
                    <a:pt x="578091" y="677637"/>
                  </a:lnTo>
                  <a:lnTo>
                    <a:pt x="586204" y="666564"/>
                  </a:lnTo>
                  <a:lnTo>
                    <a:pt x="588067" y="664262"/>
                  </a:lnTo>
                  <a:lnTo>
                    <a:pt x="590260" y="661411"/>
                  </a:lnTo>
                  <a:lnTo>
                    <a:pt x="592124" y="658342"/>
                  </a:lnTo>
                  <a:lnTo>
                    <a:pt x="592672" y="655382"/>
                  </a:lnTo>
                  <a:lnTo>
                    <a:pt x="592014" y="648804"/>
                  </a:lnTo>
                  <a:lnTo>
                    <a:pt x="591356" y="642335"/>
                  </a:lnTo>
                  <a:lnTo>
                    <a:pt x="590589" y="635757"/>
                  </a:lnTo>
                  <a:lnTo>
                    <a:pt x="589931" y="629179"/>
                  </a:lnTo>
                  <a:lnTo>
                    <a:pt x="588067" y="621834"/>
                  </a:lnTo>
                  <a:lnTo>
                    <a:pt x="585655" y="614818"/>
                  </a:lnTo>
                  <a:lnTo>
                    <a:pt x="583244" y="607692"/>
                  </a:lnTo>
                  <a:lnTo>
                    <a:pt x="581380" y="600565"/>
                  </a:lnTo>
                  <a:lnTo>
                    <a:pt x="581490" y="595961"/>
                  </a:lnTo>
                  <a:lnTo>
                    <a:pt x="582695" y="592124"/>
                  </a:lnTo>
                  <a:lnTo>
                    <a:pt x="584778" y="588835"/>
                  </a:lnTo>
                  <a:lnTo>
                    <a:pt x="588067" y="586094"/>
                  </a:lnTo>
                  <a:lnTo>
                    <a:pt x="591795" y="584121"/>
                  </a:lnTo>
                  <a:lnTo>
                    <a:pt x="595303" y="582147"/>
                  </a:lnTo>
                  <a:lnTo>
                    <a:pt x="597277" y="579516"/>
                  </a:lnTo>
                  <a:lnTo>
                    <a:pt x="596728" y="575131"/>
                  </a:lnTo>
                  <a:lnTo>
                    <a:pt x="594426" y="569211"/>
                  </a:lnTo>
                  <a:lnTo>
                    <a:pt x="592014" y="563400"/>
                  </a:lnTo>
                  <a:lnTo>
                    <a:pt x="589602" y="557590"/>
                  </a:lnTo>
                  <a:lnTo>
                    <a:pt x="586861" y="551998"/>
                  </a:lnTo>
                  <a:lnTo>
                    <a:pt x="583792" y="548929"/>
                  </a:lnTo>
                  <a:lnTo>
                    <a:pt x="579626" y="547942"/>
                  </a:lnTo>
                  <a:lnTo>
                    <a:pt x="575131" y="547942"/>
                  </a:lnTo>
                  <a:lnTo>
                    <a:pt x="570965" y="548161"/>
                  </a:lnTo>
                  <a:lnTo>
                    <a:pt x="563948" y="548052"/>
                  </a:lnTo>
                  <a:lnTo>
                    <a:pt x="555287" y="547942"/>
                  </a:lnTo>
                  <a:lnTo>
                    <a:pt x="546955" y="549148"/>
                  </a:lnTo>
                  <a:lnTo>
                    <a:pt x="541035" y="552766"/>
                  </a:lnTo>
                  <a:lnTo>
                    <a:pt x="538185" y="559015"/>
                  </a:lnTo>
                  <a:lnTo>
                    <a:pt x="535663" y="566031"/>
                  </a:lnTo>
                  <a:lnTo>
                    <a:pt x="531936" y="571403"/>
                  </a:lnTo>
                  <a:lnTo>
                    <a:pt x="525577" y="572938"/>
                  </a:lnTo>
                  <a:lnTo>
                    <a:pt x="524042" y="572828"/>
                  </a:lnTo>
                  <a:lnTo>
                    <a:pt x="522617" y="572938"/>
                  </a:lnTo>
                  <a:lnTo>
                    <a:pt x="521082" y="573157"/>
                  </a:lnTo>
                  <a:lnTo>
                    <a:pt x="519657" y="573486"/>
                  </a:lnTo>
                  <a:lnTo>
                    <a:pt x="514724" y="576446"/>
                  </a:lnTo>
                  <a:lnTo>
                    <a:pt x="510557" y="579735"/>
                  </a:lnTo>
                  <a:lnTo>
                    <a:pt x="506063" y="581709"/>
                  </a:lnTo>
                  <a:lnTo>
                    <a:pt x="500471" y="581161"/>
                  </a:lnTo>
                  <a:lnTo>
                    <a:pt x="495867" y="578529"/>
                  </a:lnTo>
                  <a:lnTo>
                    <a:pt x="492030" y="574802"/>
                  </a:lnTo>
                  <a:lnTo>
                    <a:pt x="488631" y="570526"/>
                  </a:lnTo>
                  <a:lnTo>
                    <a:pt x="485452" y="566251"/>
                  </a:lnTo>
                  <a:lnTo>
                    <a:pt x="485123" y="565812"/>
                  </a:lnTo>
                  <a:lnTo>
                    <a:pt x="484904" y="565483"/>
                  </a:lnTo>
                  <a:lnTo>
                    <a:pt x="484575" y="565154"/>
                  </a:lnTo>
                  <a:lnTo>
                    <a:pt x="484355" y="564825"/>
                  </a:lnTo>
                  <a:lnTo>
                    <a:pt x="479970" y="557042"/>
                  </a:lnTo>
                  <a:lnTo>
                    <a:pt x="474598" y="547723"/>
                  </a:lnTo>
                  <a:lnTo>
                    <a:pt x="468349" y="539720"/>
                  </a:lnTo>
                  <a:lnTo>
                    <a:pt x="461003" y="535554"/>
                  </a:lnTo>
                  <a:lnTo>
                    <a:pt x="458701" y="535554"/>
                  </a:lnTo>
                  <a:lnTo>
                    <a:pt x="456509" y="534786"/>
                  </a:lnTo>
                  <a:lnTo>
                    <a:pt x="454645" y="533471"/>
                  </a:lnTo>
                  <a:lnTo>
                    <a:pt x="452891" y="531826"/>
                  </a:lnTo>
                  <a:lnTo>
                    <a:pt x="444340" y="523933"/>
                  </a:lnTo>
                  <a:lnTo>
                    <a:pt x="436007" y="516478"/>
                  </a:lnTo>
                  <a:lnTo>
                    <a:pt x="428662" y="508255"/>
                  </a:lnTo>
                  <a:lnTo>
                    <a:pt x="423071" y="498059"/>
                  </a:lnTo>
                  <a:lnTo>
                    <a:pt x="421098" y="493126"/>
                  </a:lnTo>
                  <a:lnTo>
                    <a:pt x="419014" y="488083"/>
                  </a:lnTo>
                  <a:lnTo>
                    <a:pt x="416712" y="483149"/>
                  </a:lnTo>
                  <a:lnTo>
                    <a:pt x="414410" y="478326"/>
                  </a:lnTo>
                  <a:lnTo>
                    <a:pt x="411779" y="473173"/>
                  </a:lnTo>
                  <a:lnTo>
                    <a:pt x="409586" y="468239"/>
                  </a:lnTo>
                  <a:lnTo>
                    <a:pt x="408928" y="463306"/>
                  </a:lnTo>
                  <a:lnTo>
                    <a:pt x="410792" y="458153"/>
                  </a:lnTo>
                  <a:lnTo>
                    <a:pt x="413752" y="452781"/>
                  </a:lnTo>
                  <a:lnTo>
                    <a:pt x="414739" y="448177"/>
                  </a:lnTo>
                  <a:lnTo>
                    <a:pt x="414191" y="443353"/>
                  </a:lnTo>
                  <a:lnTo>
                    <a:pt x="412327" y="437323"/>
                  </a:lnTo>
                  <a:lnTo>
                    <a:pt x="411560" y="433376"/>
                  </a:lnTo>
                  <a:lnTo>
                    <a:pt x="410573" y="428881"/>
                  </a:lnTo>
                  <a:lnTo>
                    <a:pt x="409257" y="424606"/>
                  </a:lnTo>
                  <a:lnTo>
                    <a:pt x="407174" y="421207"/>
                  </a:lnTo>
                  <a:lnTo>
                    <a:pt x="404433" y="419234"/>
                  </a:lnTo>
                  <a:lnTo>
                    <a:pt x="401802" y="417808"/>
                  </a:lnTo>
                  <a:lnTo>
                    <a:pt x="400048" y="415616"/>
                  </a:lnTo>
                  <a:lnTo>
                    <a:pt x="400158" y="411450"/>
                  </a:lnTo>
                  <a:lnTo>
                    <a:pt x="402241" y="407503"/>
                  </a:lnTo>
                  <a:lnTo>
                    <a:pt x="404872" y="407284"/>
                  </a:lnTo>
                  <a:lnTo>
                    <a:pt x="407942" y="408380"/>
                  </a:lnTo>
                  <a:lnTo>
                    <a:pt x="411231" y="408271"/>
                  </a:lnTo>
                  <a:lnTo>
                    <a:pt x="413643" y="405639"/>
                  </a:lnTo>
                  <a:lnTo>
                    <a:pt x="415068" y="401364"/>
                  </a:lnTo>
                  <a:lnTo>
                    <a:pt x="415945" y="396650"/>
                  </a:lnTo>
                  <a:lnTo>
                    <a:pt x="416822" y="392703"/>
                  </a:lnTo>
                  <a:lnTo>
                    <a:pt x="417589" y="389633"/>
                  </a:lnTo>
                  <a:lnTo>
                    <a:pt x="418686" y="384919"/>
                  </a:lnTo>
                  <a:lnTo>
                    <a:pt x="420111" y="380643"/>
                  </a:lnTo>
                  <a:lnTo>
                    <a:pt x="421646" y="378670"/>
                  </a:lnTo>
                  <a:lnTo>
                    <a:pt x="424825" y="378122"/>
                  </a:lnTo>
                  <a:lnTo>
                    <a:pt x="428552" y="377793"/>
                  </a:lnTo>
                  <a:lnTo>
                    <a:pt x="431951" y="378341"/>
                  </a:lnTo>
                  <a:lnTo>
                    <a:pt x="434144" y="380534"/>
                  </a:lnTo>
                  <a:lnTo>
                    <a:pt x="434144" y="383494"/>
                  </a:lnTo>
                  <a:lnTo>
                    <a:pt x="433047" y="386783"/>
                  </a:lnTo>
                  <a:lnTo>
                    <a:pt x="433267" y="389633"/>
                  </a:lnTo>
                  <a:lnTo>
                    <a:pt x="436665" y="391278"/>
                  </a:lnTo>
                  <a:lnTo>
                    <a:pt x="440612" y="390839"/>
                  </a:lnTo>
                  <a:lnTo>
                    <a:pt x="444778" y="389194"/>
                  </a:lnTo>
                  <a:lnTo>
                    <a:pt x="448834" y="387002"/>
                  </a:lnTo>
                  <a:lnTo>
                    <a:pt x="452343" y="384700"/>
                  </a:lnTo>
                  <a:lnTo>
                    <a:pt x="459140" y="379766"/>
                  </a:lnTo>
                  <a:lnTo>
                    <a:pt x="465498" y="374175"/>
                  </a:lnTo>
                  <a:lnTo>
                    <a:pt x="471200" y="367926"/>
                  </a:lnTo>
                  <a:lnTo>
                    <a:pt x="476243" y="360800"/>
                  </a:lnTo>
                  <a:lnTo>
                    <a:pt x="481066" y="353564"/>
                  </a:lnTo>
                  <a:lnTo>
                    <a:pt x="486657" y="346767"/>
                  </a:lnTo>
                  <a:lnTo>
                    <a:pt x="492907" y="340847"/>
                  </a:lnTo>
                  <a:lnTo>
                    <a:pt x="499923" y="336133"/>
                  </a:lnTo>
                  <a:lnTo>
                    <a:pt x="503102" y="335146"/>
                  </a:lnTo>
                  <a:lnTo>
                    <a:pt x="506501" y="334707"/>
                  </a:lnTo>
                  <a:lnTo>
                    <a:pt x="509790" y="334269"/>
                  </a:lnTo>
                  <a:lnTo>
                    <a:pt x="512750" y="332953"/>
                  </a:lnTo>
                  <a:lnTo>
                    <a:pt x="515052" y="330212"/>
                  </a:lnTo>
                  <a:lnTo>
                    <a:pt x="516368" y="326923"/>
                  </a:lnTo>
                  <a:lnTo>
                    <a:pt x="517464" y="323415"/>
                  </a:lnTo>
                  <a:lnTo>
                    <a:pt x="519109" y="320236"/>
                  </a:lnTo>
                  <a:lnTo>
                    <a:pt x="525358" y="313877"/>
                  </a:lnTo>
                  <a:lnTo>
                    <a:pt x="533251" y="308834"/>
                  </a:lnTo>
                  <a:lnTo>
                    <a:pt x="541474" y="304558"/>
                  </a:lnTo>
                  <a:lnTo>
                    <a:pt x="549258" y="300392"/>
                  </a:lnTo>
                  <a:lnTo>
                    <a:pt x="558686" y="293705"/>
                  </a:lnTo>
                  <a:lnTo>
                    <a:pt x="567347" y="286798"/>
                  </a:lnTo>
                  <a:lnTo>
                    <a:pt x="575460" y="279124"/>
                  </a:lnTo>
                  <a:lnTo>
                    <a:pt x="583244" y="270244"/>
                  </a:lnTo>
                  <a:lnTo>
                    <a:pt x="586423" y="265968"/>
                  </a:lnTo>
                  <a:lnTo>
                    <a:pt x="589931" y="261583"/>
                  </a:lnTo>
                  <a:lnTo>
                    <a:pt x="593878" y="257636"/>
                  </a:lnTo>
                  <a:lnTo>
                    <a:pt x="598373" y="255114"/>
                  </a:lnTo>
                  <a:lnTo>
                    <a:pt x="603525" y="253689"/>
                  </a:lnTo>
                  <a:lnTo>
                    <a:pt x="607801" y="252702"/>
                  </a:lnTo>
                  <a:lnTo>
                    <a:pt x="611419" y="250619"/>
                  </a:lnTo>
                  <a:lnTo>
                    <a:pt x="614708" y="245795"/>
                  </a:lnTo>
                  <a:lnTo>
                    <a:pt x="623369" y="228583"/>
                  </a:lnTo>
                  <a:lnTo>
                    <a:pt x="633126" y="211810"/>
                  </a:lnTo>
                  <a:lnTo>
                    <a:pt x="643103" y="195145"/>
                  </a:lnTo>
                  <a:lnTo>
                    <a:pt x="652860" y="178591"/>
                  </a:lnTo>
                  <a:lnTo>
                    <a:pt x="657246" y="171355"/>
                  </a:lnTo>
                  <a:lnTo>
                    <a:pt x="661960" y="164668"/>
                  </a:lnTo>
                  <a:lnTo>
                    <a:pt x="667551" y="159076"/>
                  </a:lnTo>
                  <a:lnTo>
                    <a:pt x="674458" y="155020"/>
                  </a:lnTo>
                  <a:lnTo>
                    <a:pt x="681803" y="150854"/>
                  </a:lnTo>
                  <a:lnTo>
                    <a:pt x="685421" y="145592"/>
                  </a:lnTo>
                  <a:lnTo>
                    <a:pt x="687394" y="138794"/>
                  </a:lnTo>
                  <a:lnTo>
                    <a:pt x="689916" y="129695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4" name="Freeform: Shape 7">
              <a:extLst>
                <a:ext uri="{FF2B5EF4-FFF2-40B4-BE49-F238E27FC236}">
                  <a16:creationId xmlns:a16="http://schemas.microsoft.com/office/drawing/2014/main" id="{CD0563DA-C7FC-4F70-1C94-774C3D6EADE5}"/>
                </a:ext>
              </a:extLst>
            </p:cNvPr>
            <p:cNvSpPr/>
            <p:nvPr/>
          </p:nvSpPr>
          <p:spPr>
            <a:xfrm>
              <a:off x="11014102" y="4238197"/>
              <a:ext cx="570088" cy="613941"/>
            </a:xfrm>
            <a:custGeom>
              <a:avLst/>
              <a:gdLst>
                <a:gd name="connsiteX0" fmla="*/ 135176 w 570087"/>
                <a:gd name="connsiteY0" fmla="*/ 8332 h 613940"/>
                <a:gd name="connsiteX1" fmla="*/ 138685 w 570087"/>
                <a:gd name="connsiteY1" fmla="*/ 7126 h 613940"/>
                <a:gd name="connsiteX2" fmla="*/ 143618 w 570087"/>
                <a:gd name="connsiteY2" fmla="*/ 8880 h 613940"/>
                <a:gd name="connsiteX3" fmla="*/ 148113 w 570087"/>
                <a:gd name="connsiteY3" fmla="*/ 11511 h 613940"/>
                <a:gd name="connsiteX4" fmla="*/ 148771 w 570087"/>
                <a:gd name="connsiteY4" fmla="*/ 16006 h 613940"/>
                <a:gd name="connsiteX5" fmla="*/ 151731 w 570087"/>
                <a:gd name="connsiteY5" fmla="*/ 19186 h 613940"/>
                <a:gd name="connsiteX6" fmla="*/ 155239 w 570087"/>
                <a:gd name="connsiteY6" fmla="*/ 23571 h 613940"/>
                <a:gd name="connsiteX7" fmla="*/ 154800 w 570087"/>
                <a:gd name="connsiteY7" fmla="*/ 28943 h 613940"/>
                <a:gd name="connsiteX8" fmla="*/ 150744 w 570087"/>
                <a:gd name="connsiteY8" fmla="*/ 32561 h 613940"/>
                <a:gd name="connsiteX9" fmla="*/ 147455 w 570087"/>
                <a:gd name="connsiteY9" fmla="*/ 33547 h 613940"/>
                <a:gd name="connsiteX10" fmla="*/ 146797 w 570087"/>
                <a:gd name="connsiteY10" fmla="*/ 35082 h 613940"/>
                <a:gd name="connsiteX11" fmla="*/ 148552 w 570087"/>
                <a:gd name="connsiteY11" fmla="*/ 38810 h 613940"/>
                <a:gd name="connsiteX12" fmla="*/ 148113 w 570087"/>
                <a:gd name="connsiteY12" fmla="*/ 41441 h 613940"/>
                <a:gd name="connsiteX13" fmla="*/ 149538 w 570087"/>
                <a:gd name="connsiteY13" fmla="*/ 42866 h 613940"/>
                <a:gd name="connsiteX14" fmla="*/ 153595 w 570087"/>
                <a:gd name="connsiteY14" fmla="*/ 44949 h 613940"/>
                <a:gd name="connsiteX15" fmla="*/ 156226 w 570087"/>
                <a:gd name="connsiteY15" fmla="*/ 45717 h 613940"/>
                <a:gd name="connsiteX16" fmla="*/ 159405 w 570087"/>
                <a:gd name="connsiteY16" fmla="*/ 43305 h 613940"/>
                <a:gd name="connsiteX17" fmla="*/ 161817 w 570087"/>
                <a:gd name="connsiteY17" fmla="*/ 36727 h 613940"/>
                <a:gd name="connsiteX18" fmla="*/ 164119 w 570087"/>
                <a:gd name="connsiteY18" fmla="*/ 25873 h 613940"/>
                <a:gd name="connsiteX19" fmla="*/ 161159 w 570087"/>
                <a:gd name="connsiteY19" fmla="*/ 18089 h 613940"/>
                <a:gd name="connsiteX20" fmla="*/ 154582 w 570087"/>
                <a:gd name="connsiteY20" fmla="*/ 8990 h 613940"/>
                <a:gd name="connsiteX21" fmla="*/ 147784 w 570087"/>
                <a:gd name="connsiteY21" fmla="*/ 3399 h 613940"/>
                <a:gd name="connsiteX22" fmla="*/ 140439 w 570087"/>
                <a:gd name="connsiteY22" fmla="*/ 0 h 613940"/>
                <a:gd name="connsiteX23" fmla="*/ 137259 w 570087"/>
                <a:gd name="connsiteY23" fmla="*/ 1206 h 613940"/>
                <a:gd name="connsiteX24" fmla="*/ 135176 w 570087"/>
                <a:gd name="connsiteY24" fmla="*/ 4824 h 613940"/>
                <a:gd name="connsiteX25" fmla="*/ 133093 w 570087"/>
                <a:gd name="connsiteY25" fmla="*/ 7564 h 613940"/>
                <a:gd name="connsiteX26" fmla="*/ 132326 w 570087"/>
                <a:gd name="connsiteY26" fmla="*/ 10525 h 613940"/>
                <a:gd name="connsiteX27" fmla="*/ 134080 w 570087"/>
                <a:gd name="connsiteY27" fmla="*/ 11402 h 613940"/>
                <a:gd name="connsiteX28" fmla="*/ 135176 w 570087"/>
                <a:gd name="connsiteY28" fmla="*/ 8332 h 613940"/>
                <a:gd name="connsiteX29" fmla="*/ 566141 w 570087"/>
                <a:gd name="connsiteY29" fmla="*/ 289758 h 613940"/>
                <a:gd name="connsiteX30" fmla="*/ 573925 w 570087"/>
                <a:gd name="connsiteY30" fmla="*/ 278247 h 613940"/>
                <a:gd name="connsiteX31" fmla="*/ 574802 w 570087"/>
                <a:gd name="connsiteY31" fmla="*/ 271230 h 613940"/>
                <a:gd name="connsiteX32" fmla="*/ 572170 w 570087"/>
                <a:gd name="connsiteY32" fmla="*/ 231763 h 613940"/>
                <a:gd name="connsiteX33" fmla="*/ 572280 w 570087"/>
                <a:gd name="connsiteY33" fmla="*/ 229022 h 613940"/>
                <a:gd name="connsiteX34" fmla="*/ 572280 w 570087"/>
                <a:gd name="connsiteY34" fmla="*/ 229022 h 613940"/>
                <a:gd name="connsiteX35" fmla="*/ 571952 w 570087"/>
                <a:gd name="connsiteY35" fmla="*/ 229022 h 613940"/>
                <a:gd name="connsiteX36" fmla="*/ 567456 w 570087"/>
                <a:gd name="connsiteY36" fmla="*/ 228583 h 613940"/>
                <a:gd name="connsiteX37" fmla="*/ 556493 w 570087"/>
                <a:gd name="connsiteY37" fmla="*/ 224527 h 613940"/>
                <a:gd name="connsiteX38" fmla="*/ 543228 w 570087"/>
                <a:gd name="connsiteY38" fmla="*/ 222773 h 613940"/>
                <a:gd name="connsiteX39" fmla="*/ 542241 w 570087"/>
                <a:gd name="connsiteY39" fmla="*/ 223869 h 613940"/>
                <a:gd name="connsiteX40" fmla="*/ 545420 w 570087"/>
                <a:gd name="connsiteY40" fmla="*/ 225952 h 613940"/>
                <a:gd name="connsiteX41" fmla="*/ 549367 w 570087"/>
                <a:gd name="connsiteY41" fmla="*/ 227048 h 613940"/>
                <a:gd name="connsiteX42" fmla="*/ 557699 w 570087"/>
                <a:gd name="connsiteY42" fmla="*/ 227487 h 613940"/>
                <a:gd name="connsiteX43" fmla="*/ 554410 w 570087"/>
                <a:gd name="connsiteY43" fmla="*/ 229022 h 613940"/>
                <a:gd name="connsiteX44" fmla="*/ 551231 w 570087"/>
                <a:gd name="connsiteY44" fmla="*/ 228802 h 613940"/>
                <a:gd name="connsiteX45" fmla="*/ 544872 w 570087"/>
                <a:gd name="connsiteY45" fmla="*/ 227487 h 613940"/>
                <a:gd name="connsiteX46" fmla="*/ 531388 w 570087"/>
                <a:gd name="connsiteY46" fmla="*/ 227487 h 613940"/>
                <a:gd name="connsiteX47" fmla="*/ 524919 w 570087"/>
                <a:gd name="connsiteY47" fmla="*/ 226719 h 613940"/>
                <a:gd name="connsiteX48" fmla="*/ 518341 w 570087"/>
                <a:gd name="connsiteY48" fmla="*/ 224527 h 613940"/>
                <a:gd name="connsiteX49" fmla="*/ 512421 w 570087"/>
                <a:gd name="connsiteY49" fmla="*/ 221347 h 613940"/>
                <a:gd name="connsiteX50" fmla="*/ 507707 w 570087"/>
                <a:gd name="connsiteY50" fmla="*/ 217510 h 613940"/>
                <a:gd name="connsiteX51" fmla="*/ 511873 w 570087"/>
                <a:gd name="connsiteY51" fmla="*/ 218826 h 613940"/>
                <a:gd name="connsiteX52" fmla="*/ 525686 w 570087"/>
                <a:gd name="connsiteY52" fmla="*/ 221238 h 613940"/>
                <a:gd name="connsiteX53" fmla="*/ 528647 w 570087"/>
                <a:gd name="connsiteY53" fmla="*/ 222553 h 613940"/>
                <a:gd name="connsiteX54" fmla="*/ 530510 w 570087"/>
                <a:gd name="connsiteY54" fmla="*/ 223759 h 613940"/>
                <a:gd name="connsiteX55" fmla="*/ 532923 w 570087"/>
                <a:gd name="connsiteY55" fmla="*/ 224198 h 613940"/>
                <a:gd name="connsiteX56" fmla="*/ 535444 w 570087"/>
                <a:gd name="connsiteY56" fmla="*/ 223979 h 613940"/>
                <a:gd name="connsiteX57" fmla="*/ 537417 w 570087"/>
                <a:gd name="connsiteY57" fmla="*/ 223211 h 613940"/>
                <a:gd name="connsiteX58" fmla="*/ 539062 w 570087"/>
                <a:gd name="connsiteY58" fmla="*/ 221786 h 613940"/>
                <a:gd name="connsiteX59" fmla="*/ 538404 w 570087"/>
                <a:gd name="connsiteY59" fmla="*/ 221018 h 613940"/>
                <a:gd name="connsiteX60" fmla="*/ 526564 w 570087"/>
                <a:gd name="connsiteY60" fmla="*/ 217730 h 613940"/>
                <a:gd name="connsiteX61" fmla="*/ 509242 w 570087"/>
                <a:gd name="connsiteY61" fmla="*/ 215208 h 613940"/>
                <a:gd name="connsiteX62" fmla="*/ 501019 w 570087"/>
                <a:gd name="connsiteY62" fmla="*/ 212906 h 613940"/>
                <a:gd name="connsiteX63" fmla="*/ 488740 w 570087"/>
                <a:gd name="connsiteY63" fmla="*/ 207643 h 613940"/>
                <a:gd name="connsiteX64" fmla="*/ 484136 w 570087"/>
                <a:gd name="connsiteY64" fmla="*/ 206986 h 613940"/>
                <a:gd name="connsiteX65" fmla="*/ 467252 w 570087"/>
                <a:gd name="connsiteY65" fmla="*/ 206986 h 613940"/>
                <a:gd name="connsiteX66" fmla="*/ 458592 w 570087"/>
                <a:gd name="connsiteY66" fmla="*/ 204574 h 613940"/>
                <a:gd name="connsiteX67" fmla="*/ 455741 w 570087"/>
                <a:gd name="connsiteY67" fmla="*/ 204135 h 613940"/>
                <a:gd name="connsiteX68" fmla="*/ 453877 w 570087"/>
                <a:gd name="connsiteY68" fmla="*/ 204574 h 613940"/>
                <a:gd name="connsiteX69" fmla="*/ 449602 w 570087"/>
                <a:gd name="connsiteY69" fmla="*/ 206438 h 613940"/>
                <a:gd name="connsiteX70" fmla="*/ 444230 w 570087"/>
                <a:gd name="connsiteY70" fmla="*/ 207424 h 613940"/>
                <a:gd name="connsiteX71" fmla="*/ 439844 w 570087"/>
                <a:gd name="connsiteY71" fmla="*/ 208959 h 613940"/>
                <a:gd name="connsiteX72" fmla="*/ 435788 w 570087"/>
                <a:gd name="connsiteY72" fmla="*/ 211261 h 613940"/>
                <a:gd name="connsiteX73" fmla="*/ 434911 w 570087"/>
                <a:gd name="connsiteY73" fmla="*/ 213015 h 613940"/>
                <a:gd name="connsiteX74" fmla="*/ 436555 w 570087"/>
                <a:gd name="connsiteY74" fmla="*/ 212796 h 613940"/>
                <a:gd name="connsiteX75" fmla="*/ 444449 w 570087"/>
                <a:gd name="connsiteY75" fmla="*/ 211042 h 613940"/>
                <a:gd name="connsiteX76" fmla="*/ 451246 w 570087"/>
                <a:gd name="connsiteY76" fmla="*/ 207205 h 613940"/>
                <a:gd name="connsiteX77" fmla="*/ 455851 w 570087"/>
                <a:gd name="connsiteY77" fmla="*/ 207095 h 613940"/>
                <a:gd name="connsiteX78" fmla="*/ 460565 w 570087"/>
                <a:gd name="connsiteY78" fmla="*/ 208082 h 613940"/>
                <a:gd name="connsiteX79" fmla="*/ 464511 w 570087"/>
                <a:gd name="connsiteY79" fmla="*/ 209617 h 613940"/>
                <a:gd name="connsiteX80" fmla="*/ 451794 w 570087"/>
                <a:gd name="connsiteY80" fmla="*/ 209178 h 613940"/>
                <a:gd name="connsiteX81" fmla="*/ 448944 w 570087"/>
                <a:gd name="connsiteY81" fmla="*/ 210384 h 613940"/>
                <a:gd name="connsiteX82" fmla="*/ 446313 w 570087"/>
                <a:gd name="connsiteY82" fmla="*/ 212248 h 613940"/>
                <a:gd name="connsiteX83" fmla="*/ 442804 w 570087"/>
                <a:gd name="connsiteY83" fmla="*/ 213344 h 613940"/>
                <a:gd name="connsiteX84" fmla="*/ 431951 w 570087"/>
                <a:gd name="connsiteY84" fmla="*/ 214441 h 613940"/>
                <a:gd name="connsiteX85" fmla="*/ 425592 w 570087"/>
                <a:gd name="connsiteY85" fmla="*/ 216414 h 613940"/>
                <a:gd name="connsiteX86" fmla="*/ 422084 w 570087"/>
                <a:gd name="connsiteY86" fmla="*/ 216853 h 613940"/>
                <a:gd name="connsiteX87" fmla="*/ 418576 w 570087"/>
                <a:gd name="connsiteY87" fmla="*/ 216195 h 613940"/>
                <a:gd name="connsiteX88" fmla="*/ 411778 w 570087"/>
                <a:gd name="connsiteY88" fmla="*/ 213235 h 613940"/>
                <a:gd name="connsiteX89" fmla="*/ 408490 w 570087"/>
                <a:gd name="connsiteY89" fmla="*/ 212577 h 613940"/>
                <a:gd name="connsiteX90" fmla="*/ 393032 w 570087"/>
                <a:gd name="connsiteY90" fmla="*/ 212577 h 613940"/>
                <a:gd name="connsiteX91" fmla="*/ 389085 w 570087"/>
                <a:gd name="connsiteY91" fmla="*/ 213564 h 613940"/>
                <a:gd name="connsiteX92" fmla="*/ 381849 w 570087"/>
                <a:gd name="connsiteY92" fmla="*/ 216962 h 613940"/>
                <a:gd name="connsiteX93" fmla="*/ 378012 w 570087"/>
                <a:gd name="connsiteY93" fmla="*/ 218168 h 613940"/>
                <a:gd name="connsiteX94" fmla="*/ 365733 w 570087"/>
                <a:gd name="connsiteY94" fmla="*/ 219593 h 613940"/>
                <a:gd name="connsiteX95" fmla="*/ 361896 w 570087"/>
                <a:gd name="connsiteY95" fmla="*/ 221238 h 613940"/>
                <a:gd name="connsiteX96" fmla="*/ 349617 w 570087"/>
                <a:gd name="connsiteY96" fmla="*/ 232640 h 613940"/>
                <a:gd name="connsiteX97" fmla="*/ 342710 w 570087"/>
                <a:gd name="connsiteY97" fmla="*/ 237134 h 613940"/>
                <a:gd name="connsiteX98" fmla="*/ 318810 w 570087"/>
                <a:gd name="connsiteY98" fmla="*/ 242835 h 613940"/>
                <a:gd name="connsiteX99" fmla="*/ 311794 w 570087"/>
                <a:gd name="connsiteY99" fmla="*/ 245686 h 613940"/>
                <a:gd name="connsiteX100" fmla="*/ 307957 w 570087"/>
                <a:gd name="connsiteY100" fmla="*/ 246673 h 613940"/>
                <a:gd name="connsiteX101" fmla="*/ 299296 w 570087"/>
                <a:gd name="connsiteY101" fmla="*/ 247659 h 613940"/>
                <a:gd name="connsiteX102" fmla="*/ 286250 w 570087"/>
                <a:gd name="connsiteY102" fmla="*/ 251606 h 613940"/>
                <a:gd name="connsiteX103" fmla="*/ 269366 w 570087"/>
                <a:gd name="connsiteY103" fmla="*/ 254456 h 613940"/>
                <a:gd name="connsiteX104" fmla="*/ 268051 w 570087"/>
                <a:gd name="connsiteY104" fmla="*/ 254895 h 613940"/>
                <a:gd name="connsiteX105" fmla="*/ 263885 w 570087"/>
                <a:gd name="connsiteY105" fmla="*/ 256759 h 613940"/>
                <a:gd name="connsiteX106" fmla="*/ 261911 w 570087"/>
                <a:gd name="connsiteY106" fmla="*/ 257307 h 613940"/>
                <a:gd name="connsiteX107" fmla="*/ 259828 w 570087"/>
                <a:gd name="connsiteY107" fmla="*/ 257197 h 613940"/>
                <a:gd name="connsiteX108" fmla="*/ 255004 w 570087"/>
                <a:gd name="connsiteY108" fmla="*/ 255772 h 613940"/>
                <a:gd name="connsiteX109" fmla="*/ 247221 w 570087"/>
                <a:gd name="connsiteY109" fmla="*/ 256759 h 613940"/>
                <a:gd name="connsiteX110" fmla="*/ 231105 w 570087"/>
                <a:gd name="connsiteY110" fmla="*/ 261473 h 613940"/>
                <a:gd name="connsiteX111" fmla="*/ 193720 w 570087"/>
                <a:gd name="connsiteY111" fmla="*/ 265200 h 613940"/>
                <a:gd name="connsiteX112" fmla="*/ 166312 w 570087"/>
                <a:gd name="connsiteY112" fmla="*/ 270134 h 613940"/>
                <a:gd name="connsiteX113" fmla="*/ 150635 w 570087"/>
                <a:gd name="connsiteY113" fmla="*/ 270134 h 613940"/>
                <a:gd name="connsiteX114" fmla="*/ 129257 w 570087"/>
                <a:gd name="connsiteY114" fmla="*/ 273752 h 613940"/>
                <a:gd name="connsiteX115" fmla="*/ 109413 w 570087"/>
                <a:gd name="connsiteY115" fmla="*/ 281097 h 613940"/>
                <a:gd name="connsiteX116" fmla="*/ 105905 w 570087"/>
                <a:gd name="connsiteY116" fmla="*/ 281755 h 613940"/>
                <a:gd name="connsiteX117" fmla="*/ 102506 w 570087"/>
                <a:gd name="connsiteY117" fmla="*/ 283070 h 613940"/>
                <a:gd name="connsiteX118" fmla="*/ 90556 w 570087"/>
                <a:gd name="connsiteY118" fmla="*/ 291841 h 613940"/>
                <a:gd name="connsiteX119" fmla="*/ 80141 w 570087"/>
                <a:gd name="connsiteY119" fmla="*/ 295678 h 613940"/>
                <a:gd name="connsiteX120" fmla="*/ 74111 w 570087"/>
                <a:gd name="connsiteY120" fmla="*/ 296446 h 613940"/>
                <a:gd name="connsiteX121" fmla="*/ 71809 w 570087"/>
                <a:gd name="connsiteY121" fmla="*/ 297213 h 613940"/>
                <a:gd name="connsiteX122" fmla="*/ 67534 w 570087"/>
                <a:gd name="connsiteY122" fmla="*/ 299186 h 613940"/>
                <a:gd name="connsiteX123" fmla="*/ 60846 w 570087"/>
                <a:gd name="connsiteY123" fmla="*/ 304887 h 613940"/>
                <a:gd name="connsiteX124" fmla="*/ 47909 w 570087"/>
                <a:gd name="connsiteY124" fmla="*/ 309711 h 613940"/>
                <a:gd name="connsiteX125" fmla="*/ 43853 w 570087"/>
                <a:gd name="connsiteY125" fmla="*/ 313000 h 613940"/>
                <a:gd name="connsiteX126" fmla="*/ 21707 w 570087"/>
                <a:gd name="connsiteY126" fmla="*/ 326814 h 613940"/>
                <a:gd name="connsiteX127" fmla="*/ 18308 w 570087"/>
                <a:gd name="connsiteY127" fmla="*/ 330103 h 613940"/>
                <a:gd name="connsiteX128" fmla="*/ 16225 w 570087"/>
                <a:gd name="connsiteY128" fmla="*/ 333501 h 613940"/>
                <a:gd name="connsiteX129" fmla="*/ 3947 w 570087"/>
                <a:gd name="connsiteY129" fmla="*/ 371434 h 613940"/>
                <a:gd name="connsiteX130" fmla="*/ 0 w 570087"/>
                <a:gd name="connsiteY130" fmla="*/ 376696 h 613940"/>
                <a:gd name="connsiteX131" fmla="*/ 0 w 570087"/>
                <a:gd name="connsiteY131" fmla="*/ 378122 h 613940"/>
                <a:gd name="connsiteX132" fmla="*/ 4824 w 570087"/>
                <a:gd name="connsiteY132" fmla="*/ 376148 h 613940"/>
                <a:gd name="connsiteX133" fmla="*/ 8661 w 570087"/>
                <a:gd name="connsiteY133" fmla="*/ 371215 h 613940"/>
                <a:gd name="connsiteX134" fmla="*/ 11182 w 570087"/>
                <a:gd name="connsiteY134" fmla="*/ 365295 h 613940"/>
                <a:gd name="connsiteX135" fmla="*/ 12060 w 570087"/>
                <a:gd name="connsiteY135" fmla="*/ 360252 h 613940"/>
                <a:gd name="connsiteX136" fmla="*/ 12608 w 570087"/>
                <a:gd name="connsiteY136" fmla="*/ 358607 h 613940"/>
                <a:gd name="connsiteX137" fmla="*/ 16116 w 570087"/>
                <a:gd name="connsiteY137" fmla="*/ 350823 h 613940"/>
                <a:gd name="connsiteX138" fmla="*/ 18857 w 570087"/>
                <a:gd name="connsiteY138" fmla="*/ 339421 h 613940"/>
                <a:gd name="connsiteX139" fmla="*/ 20282 w 570087"/>
                <a:gd name="connsiteY139" fmla="*/ 339421 h 613940"/>
                <a:gd name="connsiteX140" fmla="*/ 19734 w 570087"/>
                <a:gd name="connsiteY140" fmla="*/ 346328 h 613940"/>
                <a:gd name="connsiteX141" fmla="*/ 14800 w 570087"/>
                <a:gd name="connsiteY141" fmla="*/ 358388 h 613940"/>
                <a:gd name="connsiteX142" fmla="*/ 12388 w 570087"/>
                <a:gd name="connsiteY142" fmla="*/ 369680 h 613940"/>
                <a:gd name="connsiteX143" fmla="*/ 11950 w 570087"/>
                <a:gd name="connsiteY143" fmla="*/ 370447 h 613940"/>
                <a:gd name="connsiteX144" fmla="*/ 12169 w 570087"/>
                <a:gd name="connsiteY144" fmla="*/ 376477 h 613940"/>
                <a:gd name="connsiteX145" fmla="*/ 9757 w 570087"/>
                <a:gd name="connsiteY145" fmla="*/ 428443 h 613940"/>
                <a:gd name="connsiteX146" fmla="*/ 13265 w 570087"/>
                <a:gd name="connsiteY146" fmla="*/ 434472 h 613940"/>
                <a:gd name="connsiteX147" fmla="*/ 22584 w 570087"/>
                <a:gd name="connsiteY147" fmla="*/ 435459 h 613940"/>
                <a:gd name="connsiteX148" fmla="*/ 32341 w 570087"/>
                <a:gd name="connsiteY148" fmla="*/ 435240 h 613940"/>
                <a:gd name="connsiteX149" fmla="*/ 40454 w 570087"/>
                <a:gd name="connsiteY149" fmla="*/ 436336 h 613940"/>
                <a:gd name="connsiteX150" fmla="*/ 45826 w 570087"/>
                <a:gd name="connsiteY150" fmla="*/ 442256 h 613940"/>
                <a:gd name="connsiteX151" fmla="*/ 48567 w 570087"/>
                <a:gd name="connsiteY151" fmla="*/ 449711 h 613940"/>
                <a:gd name="connsiteX152" fmla="*/ 53610 w 570087"/>
                <a:gd name="connsiteY152" fmla="*/ 454206 h 613940"/>
                <a:gd name="connsiteX153" fmla="*/ 57118 w 570087"/>
                <a:gd name="connsiteY153" fmla="*/ 452123 h 613940"/>
                <a:gd name="connsiteX154" fmla="*/ 61284 w 570087"/>
                <a:gd name="connsiteY154" fmla="*/ 451137 h 613940"/>
                <a:gd name="connsiteX155" fmla="*/ 65012 w 570087"/>
                <a:gd name="connsiteY155" fmla="*/ 454206 h 613940"/>
                <a:gd name="connsiteX156" fmla="*/ 68301 w 570087"/>
                <a:gd name="connsiteY156" fmla="*/ 457824 h 613940"/>
                <a:gd name="connsiteX157" fmla="*/ 74331 w 570087"/>
                <a:gd name="connsiteY157" fmla="*/ 456728 h 613940"/>
                <a:gd name="connsiteX158" fmla="*/ 77839 w 570087"/>
                <a:gd name="connsiteY158" fmla="*/ 448834 h 613940"/>
                <a:gd name="connsiteX159" fmla="*/ 83321 w 570087"/>
                <a:gd name="connsiteY159" fmla="*/ 445217 h 613940"/>
                <a:gd name="connsiteX160" fmla="*/ 91214 w 570087"/>
                <a:gd name="connsiteY160" fmla="*/ 456289 h 613940"/>
                <a:gd name="connsiteX161" fmla="*/ 94393 w 570087"/>
                <a:gd name="connsiteY161" fmla="*/ 461990 h 613940"/>
                <a:gd name="connsiteX162" fmla="*/ 94393 w 570087"/>
                <a:gd name="connsiteY162" fmla="*/ 467033 h 613940"/>
                <a:gd name="connsiteX163" fmla="*/ 98121 w 570087"/>
                <a:gd name="connsiteY163" fmla="*/ 475365 h 613940"/>
                <a:gd name="connsiteX164" fmla="*/ 101300 w 570087"/>
                <a:gd name="connsiteY164" fmla="*/ 478545 h 613940"/>
                <a:gd name="connsiteX165" fmla="*/ 112702 w 570087"/>
                <a:gd name="connsiteY165" fmla="*/ 486767 h 613940"/>
                <a:gd name="connsiteX166" fmla="*/ 119719 w 570087"/>
                <a:gd name="connsiteY166" fmla="*/ 499265 h 613940"/>
                <a:gd name="connsiteX167" fmla="*/ 124433 w 570087"/>
                <a:gd name="connsiteY167" fmla="*/ 514066 h 613940"/>
                <a:gd name="connsiteX168" fmla="*/ 134738 w 570087"/>
                <a:gd name="connsiteY168" fmla="*/ 524371 h 613940"/>
                <a:gd name="connsiteX169" fmla="*/ 148332 w 570087"/>
                <a:gd name="connsiteY169" fmla="*/ 529743 h 613940"/>
                <a:gd name="connsiteX170" fmla="*/ 160063 w 570087"/>
                <a:gd name="connsiteY170" fmla="*/ 538733 h 613940"/>
                <a:gd name="connsiteX171" fmla="*/ 174315 w 570087"/>
                <a:gd name="connsiteY171" fmla="*/ 565593 h 613940"/>
                <a:gd name="connsiteX172" fmla="*/ 185388 w 570087"/>
                <a:gd name="connsiteY172" fmla="*/ 576556 h 613940"/>
                <a:gd name="connsiteX173" fmla="*/ 194597 w 570087"/>
                <a:gd name="connsiteY173" fmla="*/ 589164 h 613940"/>
                <a:gd name="connsiteX174" fmla="*/ 197119 w 570087"/>
                <a:gd name="connsiteY174" fmla="*/ 603854 h 613940"/>
                <a:gd name="connsiteX175" fmla="*/ 202381 w 570087"/>
                <a:gd name="connsiteY175" fmla="*/ 615256 h 613940"/>
                <a:gd name="connsiteX176" fmla="*/ 206328 w 570087"/>
                <a:gd name="connsiteY176" fmla="*/ 608021 h 613940"/>
                <a:gd name="connsiteX177" fmla="*/ 209398 w 570087"/>
                <a:gd name="connsiteY177" fmla="*/ 600236 h 613940"/>
                <a:gd name="connsiteX178" fmla="*/ 211261 w 570087"/>
                <a:gd name="connsiteY178" fmla="*/ 593659 h 613940"/>
                <a:gd name="connsiteX179" fmla="*/ 212029 w 570087"/>
                <a:gd name="connsiteY179" fmla="*/ 587081 h 613940"/>
                <a:gd name="connsiteX180" fmla="*/ 211590 w 570087"/>
                <a:gd name="connsiteY180" fmla="*/ 580064 h 613940"/>
                <a:gd name="connsiteX181" fmla="*/ 216523 w 570087"/>
                <a:gd name="connsiteY181" fmla="*/ 577762 h 613940"/>
                <a:gd name="connsiteX182" fmla="*/ 223102 w 570087"/>
                <a:gd name="connsiteY182" fmla="*/ 578420 h 613940"/>
                <a:gd name="connsiteX183" fmla="*/ 244370 w 570087"/>
                <a:gd name="connsiteY183" fmla="*/ 575569 h 613940"/>
                <a:gd name="connsiteX184" fmla="*/ 249742 w 570087"/>
                <a:gd name="connsiteY184" fmla="*/ 570416 h 613940"/>
                <a:gd name="connsiteX185" fmla="*/ 254347 w 570087"/>
                <a:gd name="connsiteY185" fmla="*/ 564935 h 613940"/>
                <a:gd name="connsiteX186" fmla="*/ 266845 w 570087"/>
                <a:gd name="connsiteY186" fmla="*/ 560878 h 613940"/>
                <a:gd name="connsiteX187" fmla="*/ 273094 w 570087"/>
                <a:gd name="connsiteY187" fmla="*/ 556822 h 613940"/>
                <a:gd name="connsiteX188" fmla="*/ 294911 w 570087"/>
                <a:gd name="connsiteY188" fmla="*/ 555945 h 613940"/>
                <a:gd name="connsiteX189" fmla="*/ 298419 w 570087"/>
                <a:gd name="connsiteY189" fmla="*/ 554958 h 613940"/>
                <a:gd name="connsiteX190" fmla="*/ 301598 w 570087"/>
                <a:gd name="connsiteY190" fmla="*/ 553314 h 613940"/>
                <a:gd name="connsiteX191" fmla="*/ 303462 w 570087"/>
                <a:gd name="connsiteY191" fmla="*/ 551012 h 613940"/>
                <a:gd name="connsiteX192" fmla="*/ 315741 w 570087"/>
                <a:gd name="connsiteY192" fmla="*/ 539720 h 613940"/>
                <a:gd name="connsiteX193" fmla="*/ 320893 w 570087"/>
                <a:gd name="connsiteY193" fmla="*/ 542351 h 613940"/>
                <a:gd name="connsiteX194" fmla="*/ 325169 w 570087"/>
                <a:gd name="connsiteY194" fmla="*/ 546517 h 613940"/>
                <a:gd name="connsiteX195" fmla="*/ 327143 w 570087"/>
                <a:gd name="connsiteY195" fmla="*/ 543009 h 613940"/>
                <a:gd name="connsiteX196" fmla="*/ 325498 w 570087"/>
                <a:gd name="connsiteY196" fmla="*/ 538733 h 613940"/>
                <a:gd name="connsiteX197" fmla="*/ 330103 w 570087"/>
                <a:gd name="connsiteY197" fmla="*/ 533580 h 613940"/>
                <a:gd name="connsiteX198" fmla="*/ 341724 w 570087"/>
                <a:gd name="connsiteY198" fmla="*/ 525906 h 613940"/>
                <a:gd name="connsiteX199" fmla="*/ 347644 w 570087"/>
                <a:gd name="connsiteY199" fmla="*/ 523165 h 613940"/>
                <a:gd name="connsiteX200" fmla="*/ 353783 w 570087"/>
                <a:gd name="connsiteY200" fmla="*/ 519547 h 613940"/>
                <a:gd name="connsiteX201" fmla="*/ 360252 w 570087"/>
                <a:gd name="connsiteY201" fmla="*/ 516697 h 613940"/>
                <a:gd name="connsiteX202" fmla="*/ 371324 w 570087"/>
                <a:gd name="connsiteY202" fmla="*/ 514285 h 613940"/>
                <a:gd name="connsiteX203" fmla="*/ 381849 w 570087"/>
                <a:gd name="connsiteY203" fmla="*/ 507378 h 613940"/>
                <a:gd name="connsiteX204" fmla="*/ 393360 w 570087"/>
                <a:gd name="connsiteY204" fmla="*/ 504527 h 613940"/>
                <a:gd name="connsiteX205" fmla="*/ 402240 w 570087"/>
                <a:gd name="connsiteY205" fmla="*/ 494003 h 613940"/>
                <a:gd name="connsiteX206" fmla="*/ 407393 w 570087"/>
                <a:gd name="connsiteY206" fmla="*/ 480080 h 613940"/>
                <a:gd name="connsiteX207" fmla="*/ 412765 w 570087"/>
                <a:gd name="connsiteY207" fmla="*/ 476352 h 613940"/>
                <a:gd name="connsiteX208" fmla="*/ 419234 w 570087"/>
                <a:gd name="connsiteY208" fmla="*/ 476791 h 613940"/>
                <a:gd name="connsiteX209" fmla="*/ 422961 w 570087"/>
                <a:gd name="connsiteY209" fmla="*/ 481724 h 613940"/>
                <a:gd name="connsiteX210" fmla="*/ 425154 w 570087"/>
                <a:gd name="connsiteY210" fmla="*/ 487535 h 613940"/>
                <a:gd name="connsiteX211" fmla="*/ 429539 w 570087"/>
                <a:gd name="connsiteY211" fmla="*/ 487973 h 613940"/>
                <a:gd name="connsiteX212" fmla="*/ 429758 w 570087"/>
                <a:gd name="connsiteY212" fmla="*/ 480080 h 613940"/>
                <a:gd name="connsiteX213" fmla="*/ 427237 w 570087"/>
                <a:gd name="connsiteY213" fmla="*/ 471090 h 613940"/>
                <a:gd name="connsiteX214" fmla="*/ 430197 w 570087"/>
                <a:gd name="connsiteY214" fmla="*/ 464402 h 613940"/>
                <a:gd name="connsiteX215" fmla="*/ 434582 w 570087"/>
                <a:gd name="connsiteY215" fmla="*/ 458263 h 613940"/>
                <a:gd name="connsiteX216" fmla="*/ 437871 w 570087"/>
                <a:gd name="connsiteY216" fmla="*/ 452562 h 613940"/>
                <a:gd name="connsiteX217" fmla="*/ 442695 w 570087"/>
                <a:gd name="connsiteY217" fmla="*/ 448286 h 613940"/>
                <a:gd name="connsiteX218" fmla="*/ 449273 w 570087"/>
                <a:gd name="connsiteY218" fmla="*/ 446971 h 613940"/>
                <a:gd name="connsiteX219" fmla="*/ 454535 w 570087"/>
                <a:gd name="connsiteY219" fmla="*/ 451027 h 613940"/>
                <a:gd name="connsiteX220" fmla="*/ 459907 w 570087"/>
                <a:gd name="connsiteY220" fmla="*/ 453439 h 613940"/>
                <a:gd name="connsiteX221" fmla="*/ 466266 w 570087"/>
                <a:gd name="connsiteY221" fmla="*/ 451466 h 613940"/>
                <a:gd name="connsiteX222" fmla="*/ 478216 w 570087"/>
                <a:gd name="connsiteY222" fmla="*/ 452014 h 613940"/>
                <a:gd name="connsiteX223" fmla="*/ 483259 w 570087"/>
                <a:gd name="connsiteY223" fmla="*/ 450369 h 613940"/>
                <a:gd name="connsiteX224" fmla="*/ 499813 w 570087"/>
                <a:gd name="connsiteY224" fmla="*/ 441270 h 613940"/>
                <a:gd name="connsiteX225" fmla="*/ 516148 w 570087"/>
                <a:gd name="connsiteY225" fmla="*/ 427346 h 613940"/>
                <a:gd name="connsiteX226" fmla="*/ 522617 w 570087"/>
                <a:gd name="connsiteY226" fmla="*/ 423290 h 613940"/>
                <a:gd name="connsiteX227" fmla="*/ 533032 w 570087"/>
                <a:gd name="connsiteY227" fmla="*/ 414739 h 613940"/>
                <a:gd name="connsiteX228" fmla="*/ 545092 w 570087"/>
                <a:gd name="connsiteY228" fmla="*/ 407503 h 613940"/>
                <a:gd name="connsiteX229" fmla="*/ 551341 w 570087"/>
                <a:gd name="connsiteY229" fmla="*/ 394895 h 613940"/>
                <a:gd name="connsiteX230" fmla="*/ 553972 w 570087"/>
                <a:gd name="connsiteY230" fmla="*/ 387331 h 613940"/>
                <a:gd name="connsiteX231" fmla="*/ 558138 w 570087"/>
                <a:gd name="connsiteY231" fmla="*/ 380643 h 613940"/>
                <a:gd name="connsiteX232" fmla="*/ 559892 w 570087"/>
                <a:gd name="connsiteY232" fmla="*/ 374065 h 613940"/>
                <a:gd name="connsiteX233" fmla="*/ 560659 w 570087"/>
                <a:gd name="connsiteY233" fmla="*/ 366939 h 613940"/>
                <a:gd name="connsiteX234" fmla="*/ 572938 w 570087"/>
                <a:gd name="connsiteY234" fmla="*/ 342930 h 613940"/>
                <a:gd name="connsiteX235" fmla="*/ 571952 w 570087"/>
                <a:gd name="connsiteY235" fmla="*/ 329883 h 613940"/>
                <a:gd name="connsiteX236" fmla="*/ 562852 w 570087"/>
                <a:gd name="connsiteY236" fmla="*/ 310369 h 613940"/>
                <a:gd name="connsiteX237" fmla="*/ 563290 w 570087"/>
                <a:gd name="connsiteY237" fmla="*/ 302475 h 613940"/>
                <a:gd name="connsiteX238" fmla="*/ 566141 w 570087"/>
                <a:gd name="connsiteY238" fmla="*/ 289758 h 61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</a:cxnLst>
              <a:rect l="l" t="t" r="r" b="b"/>
              <a:pathLst>
                <a:path w="570087" h="613940">
                  <a:moveTo>
                    <a:pt x="135176" y="8332"/>
                  </a:moveTo>
                  <a:lnTo>
                    <a:pt x="138685" y="7126"/>
                  </a:lnTo>
                  <a:lnTo>
                    <a:pt x="143618" y="8880"/>
                  </a:lnTo>
                  <a:lnTo>
                    <a:pt x="148113" y="11511"/>
                  </a:lnTo>
                  <a:lnTo>
                    <a:pt x="148771" y="16006"/>
                  </a:lnTo>
                  <a:lnTo>
                    <a:pt x="151731" y="19186"/>
                  </a:lnTo>
                  <a:lnTo>
                    <a:pt x="155239" y="23571"/>
                  </a:lnTo>
                  <a:lnTo>
                    <a:pt x="154800" y="28943"/>
                  </a:lnTo>
                  <a:lnTo>
                    <a:pt x="150744" y="32561"/>
                  </a:lnTo>
                  <a:lnTo>
                    <a:pt x="147455" y="33547"/>
                  </a:lnTo>
                  <a:lnTo>
                    <a:pt x="146797" y="35082"/>
                  </a:lnTo>
                  <a:lnTo>
                    <a:pt x="148552" y="38810"/>
                  </a:lnTo>
                  <a:lnTo>
                    <a:pt x="148113" y="41441"/>
                  </a:lnTo>
                  <a:lnTo>
                    <a:pt x="149538" y="42866"/>
                  </a:lnTo>
                  <a:lnTo>
                    <a:pt x="153595" y="44949"/>
                  </a:lnTo>
                  <a:lnTo>
                    <a:pt x="156226" y="45717"/>
                  </a:lnTo>
                  <a:lnTo>
                    <a:pt x="159405" y="43305"/>
                  </a:lnTo>
                  <a:lnTo>
                    <a:pt x="161817" y="36727"/>
                  </a:lnTo>
                  <a:lnTo>
                    <a:pt x="164119" y="25873"/>
                  </a:lnTo>
                  <a:lnTo>
                    <a:pt x="161159" y="18089"/>
                  </a:lnTo>
                  <a:lnTo>
                    <a:pt x="154582" y="8990"/>
                  </a:lnTo>
                  <a:lnTo>
                    <a:pt x="147784" y="3399"/>
                  </a:lnTo>
                  <a:lnTo>
                    <a:pt x="140439" y="0"/>
                  </a:lnTo>
                  <a:lnTo>
                    <a:pt x="137259" y="1206"/>
                  </a:lnTo>
                  <a:lnTo>
                    <a:pt x="135176" y="4824"/>
                  </a:lnTo>
                  <a:lnTo>
                    <a:pt x="133093" y="7564"/>
                  </a:lnTo>
                  <a:lnTo>
                    <a:pt x="132326" y="10525"/>
                  </a:lnTo>
                  <a:lnTo>
                    <a:pt x="134080" y="11402"/>
                  </a:lnTo>
                  <a:lnTo>
                    <a:pt x="135176" y="8332"/>
                  </a:lnTo>
                  <a:close/>
                  <a:moveTo>
                    <a:pt x="566141" y="289758"/>
                  </a:moveTo>
                  <a:lnTo>
                    <a:pt x="573925" y="278247"/>
                  </a:lnTo>
                  <a:lnTo>
                    <a:pt x="574802" y="271230"/>
                  </a:lnTo>
                  <a:lnTo>
                    <a:pt x="572170" y="231763"/>
                  </a:lnTo>
                  <a:lnTo>
                    <a:pt x="572280" y="229022"/>
                  </a:lnTo>
                  <a:lnTo>
                    <a:pt x="572280" y="229022"/>
                  </a:lnTo>
                  <a:lnTo>
                    <a:pt x="571952" y="229022"/>
                  </a:lnTo>
                  <a:lnTo>
                    <a:pt x="567456" y="228583"/>
                  </a:lnTo>
                  <a:lnTo>
                    <a:pt x="556493" y="224527"/>
                  </a:lnTo>
                  <a:lnTo>
                    <a:pt x="543228" y="222773"/>
                  </a:lnTo>
                  <a:lnTo>
                    <a:pt x="542241" y="223869"/>
                  </a:lnTo>
                  <a:lnTo>
                    <a:pt x="545420" y="225952"/>
                  </a:lnTo>
                  <a:lnTo>
                    <a:pt x="549367" y="227048"/>
                  </a:lnTo>
                  <a:lnTo>
                    <a:pt x="557699" y="227487"/>
                  </a:lnTo>
                  <a:lnTo>
                    <a:pt x="554410" y="229022"/>
                  </a:lnTo>
                  <a:lnTo>
                    <a:pt x="551231" y="228802"/>
                  </a:lnTo>
                  <a:lnTo>
                    <a:pt x="544872" y="227487"/>
                  </a:lnTo>
                  <a:lnTo>
                    <a:pt x="531388" y="227487"/>
                  </a:lnTo>
                  <a:lnTo>
                    <a:pt x="524919" y="226719"/>
                  </a:lnTo>
                  <a:lnTo>
                    <a:pt x="518341" y="224527"/>
                  </a:lnTo>
                  <a:lnTo>
                    <a:pt x="512421" y="221347"/>
                  </a:lnTo>
                  <a:lnTo>
                    <a:pt x="507707" y="217510"/>
                  </a:lnTo>
                  <a:lnTo>
                    <a:pt x="511873" y="218826"/>
                  </a:lnTo>
                  <a:lnTo>
                    <a:pt x="525686" y="221238"/>
                  </a:lnTo>
                  <a:lnTo>
                    <a:pt x="528647" y="222553"/>
                  </a:lnTo>
                  <a:lnTo>
                    <a:pt x="530510" y="223759"/>
                  </a:lnTo>
                  <a:lnTo>
                    <a:pt x="532923" y="224198"/>
                  </a:lnTo>
                  <a:lnTo>
                    <a:pt x="535444" y="223979"/>
                  </a:lnTo>
                  <a:lnTo>
                    <a:pt x="537417" y="223211"/>
                  </a:lnTo>
                  <a:lnTo>
                    <a:pt x="539062" y="221786"/>
                  </a:lnTo>
                  <a:lnTo>
                    <a:pt x="538404" y="221018"/>
                  </a:lnTo>
                  <a:lnTo>
                    <a:pt x="526564" y="217730"/>
                  </a:lnTo>
                  <a:lnTo>
                    <a:pt x="509242" y="215208"/>
                  </a:lnTo>
                  <a:lnTo>
                    <a:pt x="501019" y="212906"/>
                  </a:lnTo>
                  <a:lnTo>
                    <a:pt x="488740" y="207643"/>
                  </a:lnTo>
                  <a:lnTo>
                    <a:pt x="484136" y="206986"/>
                  </a:lnTo>
                  <a:lnTo>
                    <a:pt x="467252" y="206986"/>
                  </a:lnTo>
                  <a:lnTo>
                    <a:pt x="458592" y="204574"/>
                  </a:lnTo>
                  <a:lnTo>
                    <a:pt x="455741" y="204135"/>
                  </a:lnTo>
                  <a:lnTo>
                    <a:pt x="453877" y="204574"/>
                  </a:lnTo>
                  <a:lnTo>
                    <a:pt x="449602" y="206438"/>
                  </a:lnTo>
                  <a:lnTo>
                    <a:pt x="444230" y="207424"/>
                  </a:lnTo>
                  <a:lnTo>
                    <a:pt x="439844" y="208959"/>
                  </a:lnTo>
                  <a:lnTo>
                    <a:pt x="435788" y="211261"/>
                  </a:lnTo>
                  <a:lnTo>
                    <a:pt x="434911" y="213015"/>
                  </a:lnTo>
                  <a:lnTo>
                    <a:pt x="436555" y="212796"/>
                  </a:lnTo>
                  <a:lnTo>
                    <a:pt x="444449" y="211042"/>
                  </a:lnTo>
                  <a:lnTo>
                    <a:pt x="451246" y="207205"/>
                  </a:lnTo>
                  <a:lnTo>
                    <a:pt x="455851" y="207095"/>
                  </a:lnTo>
                  <a:lnTo>
                    <a:pt x="460565" y="208082"/>
                  </a:lnTo>
                  <a:lnTo>
                    <a:pt x="464511" y="209617"/>
                  </a:lnTo>
                  <a:lnTo>
                    <a:pt x="451794" y="209178"/>
                  </a:lnTo>
                  <a:lnTo>
                    <a:pt x="448944" y="210384"/>
                  </a:lnTo>
                  <a:lnTo>
                    <a:pt x="446313" y="212248"/>
                  </a:lnTo>
                  <a:lnTo>
                    <a:pt x="442804" y="213344"/>
                  </a:lnTo>
                  <a:lnTo>
                    <a:pt x="431951" y="214441"/>
                  </a:lnTo>
                  <a:lnTo>
                    <a:pt x="425592" y="216414"/>
                  </a:lnTo>
                  <a:lnTo>
                    <a:pt x="422084" y="216853"/>
                  </a:lnTo>
                  <a:lnTo>
                    <a:pt x="418576" y="216195"/>
                  </a:lnTo>
                  <a:lnTo>
                    <a:pt x="411778" y="213235"/>
                  </a:lnTo>
                  <a:lnTo>
                    <a:pt x="408490" y="212577"/>
                  </a:lnTo>
                  <a:lnTo>
                    <a:pt x="393032" y="212577"/>
                  </a:lnTo>
                  <a:lnTo>
                    <a:pt x="389085" y="213564"/>
                  </a:lnTo>
                  <a:lnTo>
                    <a:pt x="381849" y="216962"/>
                  </a:lnTo>
                  <a:lnTo>
                    <a:pt x="378012" y="218168"/>
                  </a:lnTo>
                  <a:lnTo>
                    <a:pt x="365733" y="219593"/>
                  </a:lnTo>
                  <a:lnTo>
                    <a:pt x="361896" y="221238"/>
                  </a:lnTo>
                  <a:lnTo>
                    <a:pt x="349617" y="232640"/>
                  </a:lnTo>
                  <a:lnTo>
                    <a:pt x="342710" y="237134"/>
                  </a:lnTo>
                  <a:lnTo>
                    <a:pt x="318810" y="242835"/>
                  </a:lnTo>
                  <a:lnTo>
                    <a:pt x="311794" y="245686"/>
                  </a:lnTo>
                  <a:lnTo>
                    <a:pt x="307957" y="246673"/>
                  </a:lnTo>
                  <a:lnTo>
                    <a:pt x="299296" y="247659"/>
                  </a:lnTo>
                  <a:lnTo>
                    <a:pt x="286250" y="251606"/>
                  </a:lnTo>
                  <a:lnTo>
                    <a:pt x="269366" y="254456"/>
                  </a:lnTo>
                  <a:lnTo>
                    <a:pt x="268051" y="254895"/>
                  </a:lnTo>
                  <a:lnTo>
                    <a:pt x="263885" y="256759"/>
                  </a:lnTo>
                  <a:lnTo>
                    <a:pt x="261911" y="257307"/>
                  </a:lnTo>
                  <a:lnTo>
                    <a:pt x="259828" y="257197"/>
                  </a:lnTo>
                  <a:lnTo>
                    <a:pt x="255004" y="255772"/>
                  </a:lnTo>
                  <a:lnTo>
                    <a:pt x="247221" y="256759"/>
                  </a:lnTo>
                  <a:lnTo>
                    <a:pt x="231105" y="261473"/>
                  </a:lnTo>
                  <a:lnTo>
                    <a:pt x="193720" y="265200"/>
                  </a:lnTo>
                  <a:lnTo>
                    <a:pt x="166312" y="270134"/>
                  </a:lnTo>
                  <a:lnTo>
                    <a:pt x="150635" y="270134"/>
                  </a:lnTo>
                  <a:lnTo>
                    <a:pt x="129257" y="273752"/>
                  </a:lnTo>
                  <a:lnTo>
                    <a:pt x="109413" y="281097"/>
                  </a:lnTo>
                  <a:lnTo>
                    <a:pt x="105905" y="281755"/>
                  </a:lnTo>
                  <a:lnTo>
                    <a:pt x="102506" y="283070"/>
                  </a:lnTo>
                  <a:lnTo>
                    <a:pt x="90556" y="291841"/>
                  </a:lnTo>
                  <a:lnTo>
                    <a:pt x="80141" y="295678"/>
                  </a:lnTo>
                  <a:lnTo>
                    <a:pt x="74111" y="296446"/>
                  </a:lnTo>
                  <a:lnTo>
                    <a:pt x="71809" y="297213"/>
                  </a:lnTo>
                  <a:lnTo>
                    <a:pt x="67534" y="299186"/>
                  </a:lnTo>
                  <a:lnTo>
                    <a:pt x="60846" y="304887"/>
                  </a:lnTo>
                  <a:lnTo>
                    <a:pt x="47909" y="309711"/>
                  </a:lnTo>
                  <a:lnTo>
                    <a:pt x="43853" y="313000"/>
                  </a:lnTo>
                  <a:lnTo>
                    <a:pt x="21707" y="326814"/>
                  </a:lnTo>
                  <a:lnTo>
                    <a:pt x="18308" y="330103"/>
                  </a:lnTo>
                  <a:lnTo>
                    <a:pt x="16225" y="333501"/>
                  </a:lnTo>
                  <a:lnTo>
                    <a:pt x="3947" y="371434"/>
                  </a:lnTo>
                  <a:lnTo>
                    <a:pt x="0" y="376696"/>
                  </a:lnTo>
                  <a:lnTo>
                    <a:pt x="0" y="378122"/>
                  </a:lnTo>
                  <a:lnTo>
                    <a:pt x="4824" y="376148"/>
                  </a:lnTo>
                  <a:lnTo>
                    <a:pt x="8661" y="371215"/>
                  </a:lnTo>
                  <a:lnTo>
                    <a:pt x="11182" y="365295"/>
                  </a:lnTo>
                  <a:lnTo>
                    <a:pt x="12060" y="360252"/>
                  </a:lnTo>
                  <a:lnTo>
                    <a:pt x="12608" y="358607"/>
                  </a:lnTo>
                  <a:lnTo>
                    <a:pt x="16116" y="350823"/>
                  </a:lnTo>
                  <a:lnTo>
                    <a:pt x="18857" y="339421"/>
                  </a:lnTo>
                  <a:lnTo>
                    <a:pt x="20282" y="339421"/>
                  </a:lnTo>
                  <a:lnTo>
                    <a:pt x="19734" y="346328"/>
                  </a:lnTo>
                  <a:lnTo>
                    <a:pt x="14800" y="358388"/>
                  </a:lnTo>
                  <a:lnTo>
                    <a:pt x="12388" y="369680"/>
                  </a:lnTo>
                  <a:lnTo>
                    <a:pt x="11950" y="370447"/>
                  </a:lnTo>
                  <a:lnTo>
                    <a:pt x="12169" y="376477"/>
                  </a:lnTo>
                  <a:lnTo>
                    <a:pt x="9757" y="428443"/>
                  </a:lnTo>
                  <a:lnTo>
                    <a:pt x="13265" y="434472"/>
                  </a:lnTo>
                  <a:lnTo>
                    <a:pt x="22584" y="435459"/>
                  </a:lnTo>
                  <a:lnTo>
                    <a:pt x="32341" y="435240"/>
                  </a:lnTo>
                  <a:lnTo>
                    <a:pt x="40454" y="436336"/>
                  </a:lnTo>
                  <a:lnTo>
                    <a:pt x="45826" y="442256"/>
                  </a:lnTo>
                  <a:lnTo>
                    <a:pt x="48567" y="449711"/>
                  </a:lnTo>
                  <a:lnTo>
                    <a:pt x="53610" y="454206"/>
                  </a:lnTo>
                  <a:lnTo>
                    <a:pt x="57118" y="452123"/>
                  </a:lnTo>
                  <a:lnTo>
                    <a:pt x="61284" y="451137"/>
                  </a:lnTo>
                  <a:lnTo>
                    <a:pt x="65012" y="454206"/>
                  </a:lnTo>
                  <a:lnTo>
                    <a:pt x="68301" y="457824"/>
                  </a:lnTo>
                  <a:lnTo>
                    <a:pt x="74331" y="456728"/>
                  </a:lnTo>
                  <a:lnTo>
                    <a:pt x="77839" y="448834"/>
                  </a:lnTo>
                  <a:lnTo>
                    <a:pt x="83321" y="445217"/>
                  </a:lnTo>
                  <a:lnTo>
                    <a:pt x="91214" y="456289"/>
                  </a:lnTo>
                  <a:lnTo>
                    <a:pt x="94393" y="461990"/>
                  </a:lnTo>
                  <a:lnTo>
                    <a:pt x="94393" y="467033"/>
                  </a:lnTo>
                  <a:lnTo>
                    <a:pt x="98121" y="475365"/>
                  </a:lnTo>
                  <a:lnTo>
                    <a:pt x="101300" y="478545"/>
                  </a:lnTo>
                  <a:lnTo>
                    <a:pt x="112702" y="486767"/>
                  </a:lnTo>
                  <a:lnTo>
                    <a:pt x="119719" y="499265"/>
                  </a:lnTo>
                  <a:lnTo>
                    <a:pt x="124433" y="514066"/>
                  </a:lnTo>
                  <a:lnTo>
                    <a:pt x="134738" y="524371"/>
                  </a:lnTo>
                  <a:lnTo>
                    <a:pt x="148332" y="529743"/>
                  </a:lnTo>
                  <a:lnTo>
                    <a:pt x="160063" y="538733"/>
                  </a:lnTo>
                  <a:lnTo>
                    <a:pt x="174315" y="565593"/>
                  </a:lnTo>
                  <a:lnTo>
                    <a:pt x="185388" y="576556"/>
                  </a:lnTo>
                  <a:lnTo>
                    <a:pt x="194597" y="589164"/>
                  </a:lnTo>
                  <a:lnTo>
                    <a:pt x="197119" y="603854"/>
                  </a:lnTo>
                  <a:lnTo>
                    <a:pt x="202381" y="615256"/>
                  </a:lnTo>
                  <a:lnTo>
                    <a:pt x="206328" y="608021"/>
                  </a:lnTo>
                  <a:lnTo>
                    <a:pt x="209398" y="600236"/>
                  </a:lnTo>
                  <a:lnTo>
                    <a:pt x="211261" y="593659"/>
                  </a:lnTo>
                  <a:lnTo>
                    <a:pt x="212029" y="587081"/>
                  </a:lnTo>
                  <a:lnTo>
                    <a:pt x="211590" y="580064"/>
                  </a:lnTo>
                  <a:lnTo>
                    <a:pt x="216523" y="577762"/>
                  </a:lnTo>
                  <a:lnTo>
                    <a:pt x="223102" y="578420"/>
                  </a:lnTo>
                  <a:lnTo>
                    <a:pt x="244370" y="575569"/>
                  </a:lnTo>
                  <a:lnTo>
                    <a:pt x="249742" y="570416"/>
                  </a:lnTo>
                  <a:lnTo>
                    <a:pt x="254347" y="564935"/>
                  </a:lnTo>
                  <a:lnTo>
                    <a:pt x="266845" y="560878"/>
                  </a:lnTo>
                  <a:lnTo>
                    <a:pt x="273094" y="556822"/>
                  </a:lnTo>
                  <a:lnTo>
                    <a:pt x="294911" y="555945"/>
                  </a:lnTo>
                  <a:lnTo>
                    <a:pt x="298419" y="554958"/>
                  </a:lnTo>
                  <a:lnTo>
                    <a:pt x="301598" y="553314"/>
                  </a:lnTo>
                  <a:lnTo>
                    <a:pt x="303462" y="551012"/>
                  </a:lnTo>
                  <a:lnTo>
                    <a:pt x="315741" y="539720"/>
                  </a:lnTo>
                  <a:lnTo>
                    <a:pt x="320893" y="542351"/>
                  </a:lnTo>
                  <a:lnTo>
                    <a:pt x="325169" y="546517"/>
                  </a:lnTo>
                  <a:lnTo>
                    <a:pt x="327143" y="543009"/>
                  </a:lnTo>
                  <a:lnTo>
                    <a:pt x="325498" y="538733"/>
                  </a:lnTo>
                  <a:lnTo>
                    <a:pt x="330103" y="533580"/>
                  </a:lnTo>
                  <a:lnTo>
                    <a:pt x="341724" y="525906"/>
                  </a:lnTo>
                  <a:lnTo>
                    <a:pt x="347644" y="523165"/>
                  </a:lnTo>
                  <a:lnTo>
                    <a:pt x="353783" y="519547"/>
                  </a:lnTo>
                  <a:lnTo>
                    <a:pt x="360252" y="516697"/>
                  </a:lnTo>
                  <a:lnTo>
                    <a:pt x="371324" y="514285"/>
                  </a:lnTo>
                  <a:lnTo>
                    <a:pt x="381849" y="507378"/>
                  </a:lnTo>
                  <a:lnTo>
                    <a:pt x="393360" y="504527"/>
                  </a:lnTo>
                  <a:lnTo>
                    <a:pt x="402240" y="494003"/>
                  </a:lnTo>
                  <a:lnTo>
                    <a:pt x="407393" y="480080"/>
                  </a:lnTo>
                  <a:lnTo>
                    <a:pt x="412765" y="476352"/>
                  </a:lnTo>
                  <a:lnTo>
                    <a:pt x="419234" y="476791"/>
                  </a:lnTo>
                  <a:lnTo>
                    <a:pt x="422961" y="481724"/>
                  </a:lnTo>
                  <a:lnTo>
                    <a:pt x="425154" y="487535"/>
                  </a:lnTo>
                  <a:lnTo>
                    <a:pt x="429539" y="487973"/>
                  </a:lnTo>
                  <a:lnTo>
                    <a:pt x="429758" y="480080"/>
                  </a:lnTo>
                  <a:lnTo>
                    <a:pt x="427237" y="471090"/>
                  </a:lnTo>
                  <a:lnTo>
                    <a:pt x="430197" y="464402"/>
                  </a:lnTo>
                  <a:lnTo>
                    <a:pt x="434582" y="458263"/>
                  </a:lnTo>
                  <a:lnTo>
                    <a:pt x="437871" y="452562"/>
                  </a:lnTo>
                  <a:lnTo>
                    <a:pt x="442695" y="448286"/>
                  </a:lnTo>
                  <a:lnTo>
                    <a:pt x="449273" y="446971"/>
                  </a:lnTo>
                  <a:lnTo>
                    <a:pt x="454535" y="451027"/>
                  </a:lnTo>
                  <a:lnTo>
                    <a:pt x="459907" y="453439"/>
                  </a:lnTo>
                  <a:lnTo>
                    <a:pt x="466266" y="451466"/>
                  </a:lnTo>
                  <a:lnTo>
                    <a:pt x="478216" y="452014"/>
                  </a:lnTo>
                  <a:lnTo>
                    <a:pt x="483259" y="450369"/>
                  </a:lnTo>
                  <a:lnTo>
                    <a:pt x="499813" y="441270"/>
                  </a:lnTo>
                  <a:lnTo>
                    <a:pt x="516148" y="427346"/>
                  </a:lnTo>
                  <a:lnTo>
                    <a:pt x="522617" y="423290"/>
                  </a:lnTo>
                  <a:lnTo>
                    <a:pt x="533032" y="414739"/>
                  </a:lnTo>
                  <a:lnTo>
                    <a:pt x="545092" y="407503"/>
                  </a:lnTo>
                  <a:lnTo>
                    <a:pt x="551341" y="394895"/>
                  </a:lnTo>
                  <a:lnTo>
                    <a:pt x="553972" y="387331"/>
                  </a:lnTo>
                  <a:lnTo>
                    <a:pt x="558138" y="380643"/>
                  </a:lnTo>
                  <a:lnTo>
                    <a:pt x="559892" y="374065"/>
                  </a:lnTo>
                  <a:lnTo>
                    <a:pt x="560659" y="366939"/>
                  </a:lnTo>
                  <a:lnTo>
                    <a:pt x="572938" y="342930"/>
                  </a:lnTo>
                  <a:lnTo>
                    <a:pt x="571952" y="329883"/>
                  </a:lnTo>
                  <a:lnTo>
                    <a:pt x="562852" y="310369"/>
                  </a:lnTo>
                  <a:lnTo>
                    <a:pt x="563290" y="302475"/>
                  </a:lnTo>
                  <a:lnTo>
                    <a:pt x="566141" y="289758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5" name="Freeform: Shape 8">
              <a:extLst>
                <a:ext uri="{FF2B5EF4-FFF2-40B4-BE49-F238E27FC236}">
                  <a16:creationId xmlns:a16="http://schemas.microsoft.com/office/drawing/2014/main" id="{CB3A74E1-F48B-915C-67BA-EAA569400425}"/>
                </a:ext>
              </a:extLst>
            </p:cNvPr>
            <p:cNvSpPr/>
            <p:nvPr/>
          </p:nvSpPr>
          <p:spPr>
            <a:xfrm>
              <a:off x="9398451" y="4259356"/>
              <a:ext cx="986690" cy="1107286"/>
            </a:xfrm>
            <a:custGeom>
              <a:avLst/>
              <a:gdLst>
                <a:gd name="connsiteX0" fmla="*/ 991952 w 986690"/>
                <a:gd name="connsiteY0" fmla="*/ 1063433 h 1107285"/>
                <a:gd name="connsiteX1" fmla="*/ 988664 w 986690"/>
                <a:gd name="connsiteY1" fmla="*/ 1061898 h 1107285"/>
                <a:gd name="connsiteX2" fmla="*/ 986142 w 986690"/>
                <a:gd name="connsiteY2" fmla="*/ 1059376 h 1107285"/>
                <a:gd name="connsiteX3" fmla="*/ 984936 w 986690"/>
                <a:gd name="connsiteY3" fmla="*/ 1055430 h 1107285"/>
                <a:gd name="connsiteX4" fmla="*/ 985155 w 986690"/>
                <a:gd name="connsiteY4" fmla="*/ 1053676 h 1107285"/>
                <a:gd name="connsiteX5" fmla="*/ 985813 w 986690"/>
                <a:gd name="connsiteY5" fmla="*/ 1051373 h 1107285"/>
                <a:gd name="connsiteX6" fmla="*/ 986581 w 986690"/>
                <a:gd name="connsiteY6" fmla="*/ 1048852 h 1107285"/>
                <a:gd name="connsiteX7" fmla="*/ 987019 w 986690"/>
                <a:gd name="connsiteY7" fmla="*/ 1046549 h 1107285"/>
                <a:gd name="connsiteX8" fmla="*/ 987238 w 986690"/>
                <a:gd name="connsiteY8" fmla="*/ 1044905 h 1107285"/>
                <a:gd name="connsiteX9" fmla="*/ 987567 w 986690"/>
                <a:gd name="connsiteY9" fmla="*/ 1042822 h 1107285"/>
                <a:gd name="connsiteX10" fmla="*/ 988006 w 986690"/>
                <a:gd name="connsiteY10" fmla="*/ 1040629 h 1107285"/>
                <a:gd name="connsiteX11" fmla="*/ 988335 w 986690"/>
                <a:gd name="connsiteY11" fmla="*/ 1038656 h 1107285"/>
                <a:gd name="connsiteX12" fmla="*/ 989650 w 986690"/>
                <a:gd name="connsiteY12" fmla="*/ 1033613 h 1107285"/>
                <a:gd name="connsiteX13" fmla="*/ 990527 w 986690"/>
                <a:gd name="connsiteY13" fmla="*/ 1029447 h 1107285"/>
                <a:gd name="connsiteX14" fmla="*/ 988992 w 986690"/>
                <a:gd name="connsiteY14" fmla="*/ 1026048 h 1107285"/>
                <a:gd name="connsiteX15" fmla="*/ 983182 w 986690"/>
                <a:gd name="connsiteY15" fmla="*/ 1023307 h 1107285"/>
                <a:gd name="connsiteX16" fmla="*/ 980441 w 986690"/>
                <a:gd name="connsiteY16" fmla="*/ 1021224 h 1107285"/>
                <a:gd name="connsiteX17" fmla="*/ 976165 w 986690"/>
                <a:gd name="connsiteY17" fmla="*/ 1016839 h 1107285"/>
                <a:gd name="connsiteX18" fmla="*/ 972109 w 986690"/>
                <a:gd name="connsiteY18" fmla="*/ 1012015 h 1107285"/>
                <a:gd name="connsiteX19" fmla="*/ 970026 w 986690"/>
                <a:gd name="connsiteY19" fmla="*/ 1008507 h 1107285"/>
                <a:gd name="connsiteX20" fmla="*/ 967176 w 986690"/>
                <a:gd name="connsiteY20" fmla="*/ 1003683 h 1107285"/>
                <a:gd name="connsiteX21" fmla="*/ 962242 w 986690"/>
                <a:gd name="connsiteY21" fmla="*/ 1000285 h 1107285"/>
                <a:gd name="connsiteX22" fmla="*/ 956541 w 986690"/>
                <a:gd name="connsiteY22" fmla="*/ 997982 h 1107285"/>
                <a:gd name="connsiteX23" fmla="*/ 951279 w 986690"/>
                <a:gd name="connsiteY23" fmla="*/ 996338 h 1107285"/>
                <a:gd name="connsiteX24" fmla="*/ 949086 w 986690"/>
                <a:gd name="connsiteY24" fmla="*/ 996119 h 1107285"/>
                <a:gd name="connsiteX25" fmla="*/ 946784 w 986690"/>
                <a:gd name="connsiteY25" fmla="*/ 996119 h 1107285"/>
                <a:gd name="connsiteX26" fmla="*/ 944920 w 986690"/>
                <a:gd name="connsiteY26" fmla="*/ 995680 h 1107285"/>
                <a:gd name="connsiteX27" fmla="*/ 944153 w 986690"/>
                <a:gd name="connsiteY27" fmla="*/ 994364 h 1107285"/>
                <a:gd name="connsiteX28" fmla="*/ 943495 w 986690"/>
                <a:gd name="connsiteY28" fmla="*/ 990418 h 1107285"/>
                <a:gd name="connsiteX29" fmla="*/ 941741 w 986690"/>
                <a:gd name="connsiteY29" fmla="*/ 988664 h 1107285"/>
                <a:gd name="connsiteX30" fmla="*/ 938781 w 986690"/>
                <a:gd name="connsiteY30" fmla="*/ 988225 h 1107285"/>
                <a:gd name="connsiteX31" fmla="*/ 934615 w 986690"/>
                <a:gd name="connsiteY31" fmla="*/ 988225 h 1107285"/>
                <a:gd name="connsiteX32" fmla="*/ 927050 w 986690"/>
                <a:gd name="connsiteY32" fmla="*/ 985813 h 1107285"/>
                <a:gd name="connsiteX33" fmla="*/ 925186 w 986690"/>
                <a:gd name="connsiteY33" fmla="*/ 980770 h 1107285"/>
                <a:gd name="connsiteX34" fmla="*/ 924529 w 986690"/>
                <a:gd name="connsiteY34" fmla="*/ 975069 h 1107285"/>
                <a:gd name="connsiteX35" fmla="*/ 920472 w 986690"/>
                <a:gd name="connsiteY35" fmla="*/ 970684 h 1107285"/>
                <a:gd name="connsiteX36" fmla="*/ 917731 w 986690"/>
                <a:gd name="connsiteY36" fmla="*/ 969807 h 1107285"/>
                <a:gd name="connsiteX37" fmla="*/ 915100 w 986690"/>
                <a:gd name="connsiteY37" fmla="*/ 969259 h 1107285"/>
                <a:gd name="connsiteX38" fmla="*/ 912579 w 986690"/>
                <a:gd name="connsiteY38" fmla="*/ 968711 h 1107285"/>
                <a:gd name="connsiteX39" fmla="*/ 910057 w 986690"/>
                <a:gd name="connsiteY39" fmla="*/ 967614 h 1107285"/>
                <a:gd name="connsiteX40" fmla="*/ 909619 w 986690"/>
                <a:gd name="connsiteY40" fmla="*/ 966956 h 1107285"/>
                <a:gd name="connsiteX41" fmla="*/ 909290 w 986690"/>
                <a:gd name="connsiteY41" fmla="*/ 965860 h 1107285"/>
                <a:gd name="connsiteX42" fmla="*/ 908851 w 986690"/>
                <a:gd name="connsiteY42" fmla="*/ 964654 h 1107285"/>
                <a:gd name="connsiteX43" fmla="*/ 908194 w 986690"/>
                <a:gd name="connsiteY43" fmla="*/ 963777 h 1107285"/>
                <a:gd name="connsiteX44" fmla="*/ 906878 w 986690"/>
                <a:gd name="connsiteY44" fmla="*/ 963339 h 1107285"/>
                <a:gd name="connsiteX45" fmla="*/ 905343 w 986690"/>
                <a:gd name="connsiteY45" fmla="*/ 963339 h 1107285"/>
                <a:gd name="connsiteX46" fmla="*/ 903699 w 986690"/>
                <a:gd name="connsiteY46" fmla="*/ 963339 h 1107285"/>
                <a:gd name="connsiteX47" fmla="*/ 902273 w 986690"/>
                <a:gd name="connsiteY47" fmla="*/ 963229 h 1107285"/>
                <a:gd name="connsiteX48" fmla="*/ 899423 w 986690"/>
                <a:gd name="connsiteY48" fmla="*/ 960488 h 1107285"/>
                <a:gd name="connsiteX49" fmla="*/ 898984 w 986690"/>
                <a:gd name="connsiteY49" fmla="*/ 955664 h 1107285"/>
                <a:gd name="connsiteX50" fmla="*/ 899642 w 986690"/>
                <a:gd name="connsiteY50" fmla="*/ 950402 h 1107285"/>
                <a:gd name="connsiteX51" fmla="*/ 900081 w 986690"/>
                <a:gd name="connsiteY51" fmla="*/ 946236 h 1107285"/>
                <a:gd name="connsiteX52" fmla="*/ 900958 w 986690"/>
                <a:gd name="connsiteY52" fmla="*/ 943166 h 1107285"/>
                <a:gd name="connsiteX53" fmla="*/ 903260 w 986690"/>
                <a:gd name="connsiteY53" fmla="*/ 940316 h 1107285"/>
                <a:gd name="connsiteX54" fmla="*/ 904685 w 986690"/>
                <a:gd name="connsiteY54" fmla="*/ 937465 h 1107285"/>
                <a:gd name="connsiteX55" fmla="*/ 902821 w 986690"/>
                <a:gd name="connsiteY55" fmla="*/ 934615 h 1107285"/>
                <a:gd name="connsiteX56" fmla="*/ 901287 w 986690"/>
                <a:gd name="connsiteY56" fmla="*/ 932751 h 1107285"/>
                <a:gd name="connsiteX57" fmla="*/ 900958 w 986690"/>
                <a:gd name="connsiteY57" fmla="*/ 930778 h 1107285"/>
                <a:gd name="connsiteX58" fmla="*/ 900958 w 986690"/>
                <a:gd name="connsiteY58" fmla="*/ 928585 h 1107285"/>
                <a:gd name="connsiteX59" fmla="*/ 900519 w 986690"/>
                <a:gd name="connsiteY59" fmla="*/ 926283 h 1107285"/>
                <a:gd name="connsiteX60" fmla="*/ 899533 w 986690"/>
                <a:gd name="connsiteY60" fmla="*/ 924638 h 1107285"/>
                <a:gd name="connsiteX61" fmla="*/ 898546 w 986690"/>
                <a:gd name="connsiteY61" fmla="*/ 923432 h 1107285"/>
                <a:gd name="connsiteX62" fmla="*/ 897669 w 986690"/>
                <a:gd name="connsiteY62" fmla="*/ 922336 h 1107285"/>
                <a:gd name="connsiteX63" fmla="*/ 897121 w 986690"/>
                <a:gd name="connsiteY63" fmla="*/ 921020 h 1107285"/>
                <a:gd name="connsiteX64" fmla="*/ 897669 w 986690"/>
                <a:gd name="connsiteY64" fmla="*/ 920034 h 1107285"/>
                <a:gd name="connsiteX65" fmla="*/ 898875 w 986690"/>
                <a:gd name="connsiteY65" fmla="*/ 918937 h 1107285"/>
                <a:gd name="connsiteX66" fmla="*/ 899423 w 986690"/>
                <a:gd name="connsiteY66" fmla="*/ 917622 h 1107285"/>
                <a:gd name="connsiteX67" fmla="*/ 897888 w 986690"/>
                <a:gd name="connsiteY67" fmla="*/ 916087 h 1107285"/>
                <a:gd name="connsiteX68" fmla="*/ 896353 w 986690"/>
                <a:gd name="connsiteY68" fmla="*/ 914223 h 1107285"/>
                <a:gd name="connsiteX69" fmla="*/ 895915 w 986690"/>
                <a:gd name="connsiteY69" fmla="*/ 911482 h 1107285"/>
                <a:gd name="connsiteX70" fmla="*/ 896134 w 986690"/>
                <a:gd name="connsiteY70" fmla="*/ 908523 h 1107285"/>
                <a:gd name="connsiteX71" fmla="*/ 896353 w 986690"/>
                <a:gd name="connsiteY71" fmla="*/ 906111 h 1107285"/>
                <a:gd name="connsiteX72" fmla="*/ 895915 w 986690"/>
                <a:gd name="connsiteY72" fmla="*/ 903370 h 1107285"/>
                <a:gd name="connsiteX73" fmla="*/ 894270 w 986690"/>
                <a:gd name="connsiteY73" fmla="*/ 902602 h 1107285"/>
                <a:gd name="connsiteX74" fmla="*/ 892078 w 986690"/>
                <a:gd name="connsiteY74" fmla="*/ 902383 h 1107285"/>
                <a:gd name="connsiteX75" fmla="*/ 890104 w 986690"/>
                <a:gd name="connsiteY75" fmla="*/ 901396 h 1107285"/>
                <a:gd name="connsiteX76" fmla="*/ 889117 w 986690"/>
                <a:gd name="connsiteY76" fmla="*/ 899533 h 1107285"/>
                <a:gd name="connsiteX77" fmla="*/ 888788 w 986690"/>
                <a:gd name="connsiteY77" fmla="*/ 897340 h 1107285"/>
                <a:gd name="connsiteX78" fmla="*/ 888569 w 986690"/>
                <a:gd name="connsiteY78" fmla="*/ 895038 h 1107285"/>
                <a:gd name="connsiteX79" fmla="*/ 887912 w 986690"/>
                <a:gd name="connsiteY79" fmla="*/ 893174 h 1107285"/>
                <a:gd name="connsiteX80" fmla="*/ 887912 w 986690"/>
                <a:gd name="connsiteY80" fmla="*/ 893174 h 1107285"/>
                <a:gd name="connsiteX81" fmla="*/ 874098 w 986690"/>
                <a:gd name="connsiteY81" fmla="*/ 896792 h 1107285"/>
                <a:gd name="connsiteX82" fmla="*/ 845155 w 986690"/>
                <a:gd name="connsiteY82" fmla="*/ 901177 h 1107285"/>
                <a:gd name="connsiteX83" fmla="*/ 838358 w 986690"/>
                <a:gd name="connsiteY83" fmla="*/ 903808 h 1107285"/>
                <a:gd name="connsiteX84" fmla="*/ 834082 w 986690"/>
                <a:gd name="connsiteY84" fmla="*/ 904247 h 1107285"/>
                <a:gd name="connsiteX85" fmla="*/ 828491 w 986690"/>
                <a:gd name="connsiteY85" fmla="*/ 905562 h 1107285"/>
                <a:gd name="connsiteX86" fmla="*/ 822900 w 986690"/>
                <a:gd name="connsiteY86" fmla="*/ 906220 h 1107285"/>
                <a:gd name="connsiteX87" fmla="*/ 816322 w 986690"/>
                <a:gd name="connsiteY87" fmla="*/ 903479 h 1107285"/>
                <a:gd name="connsiteX88" fmla="*/ 810292 w 986690"/>
                <a:gd name="connsiteY88" fmla="*/ 902821 h 1107285"/>
                <a:gd name="connsiteX89" fmla="*/ 807880 w 986690"/>
                <a:gd name="connsiteY89" fmla="*/ 901616 h 1107285"/>
                <a:gd name="connsiteX90" fmla="*/ 801631 w 986690"/>
                <a:gd name="connsiteY90" fmla="*/ 897121 h 1107285"/>
                <a:gd name="connsiteX91" fmla="*/ 800535 w 986690"/>
                <a:gd name="connsiteY91" fmla="*/ 896792 h 1107285"/>
                <a:gd name="connsiteX92" fmla="*/ 791216 w 986690"/>
                <a:gd name="connsiteY92" fmla="*/ 877058 h 1107285"/>
                <a:gd name="connsiteX93" fmla="*/ 786392 w 986690"/>
                <a:gd name="connsiteY93" fmla="*/ 871138 h 1107285"/>
                <a:gd name="connsiteX94" fmla="*/ 773565 w 986690"/>
                <a:gd name="connsiteY94" fmla="*/ 858530 h 1107285"/>
                <a:gd name="connsiteX95" fmla="*/ 769508 w 986690"/>
                <a:gd name="connsiteY95" fmla="*/ 851952 h 1107285"/>
                <a:gd name="connsiteX96" fmla="*/ 763479 w 986690"/>
                <a:gd name="connsiteY96" fmla="*/ 836165 h 1107285"/>
                <a:gd name="connsiteX97" fmla="*/ 759971 w 986690"/>
                <a:gd name="connsiteY97" fmla="*/ 830245 h 1107285"/>
                <a:gd name="connsiteX98" fmla="*/ 755804 w 986690"/>
                <a:gd name="connsiteY98" fmla="*/ 827833 h 1107285"/>
                <a:gd name="connsiteX99" fmla="*/ 746486 w 986690"/>
                <a:gd name="connsiteY99" fmla="*/ 826956 h 1107285"/>
                <a:gd name="connsiteX100" fmla="*/ 743197 w 986690"/>
                <a:gd name="connsiteY100" fmla="*/ 825312 h 1107285"/>
                <a:gd name="connsiteX101" fmla="*/ 717433 w 986690"/>
                <a:gd name="connsiteY101" fmla="*/ 821255 h 1107285"/>
                <a:gd name="connsiteX102" fmla="*/ 713158 w 986690"/>
                <a:gd name="connsiteY102" fmla="*/ 819501 h 1107285"/>
                <a:gd name="connsiteX103" fmla="*/ 711404 w 986690"/>
                <a:gd name="connsiteY103" fmla="*/ 816760 h 1107285"/>
                <a:gd name="connsiteX104" fmla="*/ 710417 w 986690"/>
                <a:gd name="connsiteY104" fmla="*/ 812485 h 1107285"/>
                <a:gd name="connsiteX105" fmla="*/ 707895 w 986690"/>
                <a:gd name="connsiteY105" fmla="*/ 809525 h 1107285"/>
                <a:gd name="connsiteX106" fmla="*/ 690793 w 986690"/>
                <a:gd name="connsiteY106" fmla="*/ 798233 h 1107285"/>
                <a:gd name="connsiteX107" fmla="*/ 683886 w 986690"/>
                <a:gd name="connsiteY107" fmla="*/ 792093 h 1107285"/>
                <a:gd name="connsiteX108" fmla="*/ 680487 w 986690"/>
                <a:gd name="connsiteY108" fmla="*/ 790339 h 1107285"/>
                <a:gd name="connsiteX109" fmla="*/ 676869 w 986690"/>
                <a:gd name="connsiteY109" fmla="*/ 789571 h 1107285"/>
                <a:gd name="connsiteX110" fmla="*/ 663713 w 986690"/>
                <a:gd name="connsiteY110" fmla="*/ 789352 h 1107285"/>
                <a:gd name="connsiteX111" fmla="*/ 646063 w 986690"/>
                <a:gd name="connsiteY111" fmla="*/ 790777 h 1107285"/>
                <a:gd name="connsiteX112" fmla="*/ 620409 w 986690"/>
                <a:gd name="connsiteY112" fmla="*/ 789900 h 1107285"/>
                <a:gd name="connsiteX113" fmla="*/ 602977 w 986690"/>
                <a:gd name="connsiteY113" fmla="*/ 786940 h 1107285"/>
                <a:gd name="connsiteX114" fmla="*/ 587081 w 986690"/>
                <a:gd name="connsiteY114" fmla="*/ 780910 h 1107285"/>
                <a:gd name="connsiteX115" fmla="*/ 573596 w 986690"/>
                <a:gd name="connsiteY115" fmla="*/ 770824 h 1107285"/>
                <a:gd name="connsiteX116" fmla="*/ 574473 w 986690"/>
                <a:gd name="connsiteY116" fmla="*/ 779705 h 1107285"/>
                <a:gd name="connsiteX117" fmla="*/ 585107 w 986690"/>
                <a:gd name="connsiteY117" fmla="*/ 785515 h 1107285"/>
                <a:gd name="connsiteX118" fmla="*/ 598154 w 986690"/>
                <a:gd name="connsiteY118" fmla="*/ 790010 h 1107285"/>
                <a:gd name="connsiteX119" fmla="*/ 606047 w 986690"/>
                <a:gd name="connsiteY119" fmla="*/ 795053 h 1107285"/>
                <a:gd name="connsiteX120" fmla="*/ 602758 w 986690"/>
                <a:gd name="connsiteY120" fmla="*/ 797904 h 1107285"/>
                <a:gd name="connsiteX121" fmla="*/ 598592 w 986690"/>
                <a:gd name="connsiteY121" fmla="*/ 795601 h 1107285"/>
                <a:gd name="connsiteX122" fmla="*/ 594316 w 986690"/>
                <a:gd name="connsiteY122" fmla="*/ 791655 h 1107285"/>
                <a:gd name="connsiteX123" fmla="*/ 590698 w 986690"/>
                <a:gd name="connsiteY123" fmla="*/ 789571 h 1107285"/>
                <a:gd name="connsiteX124" fmla="*/ 586313 w 986690"/>
                <a:gd name="connsiteY124" fmla="*/ 788804 h 1107285"/>
                <a:gd name="connsiteX125" fmla="*/ 565593 w 986690"/>
                <a:gd name="connsiteY125" fmla="*/ 782665 h 1107285"/>
                <a:gd name="connsiteX126" fmla="*/ 563839 w 986690"/>
                <a:gd name="connsiteY126" fmla="*/ 782555 h 1107285"/>
                <a:gd name="connsiteX127" fmla="*/ 561756 w 986690"/>
                <a:gd name="connsiteY127" fmla="*/ 782884 h 1107285"/>
                <a:gd name="connsiteX128" fmla="*/ 561207 w 986690"/>
                <a:gd name="connsiteY128" fmla="*/ 783651 h 1107285"/>
                <a:gd name="connsiteX129" fmla="*/ 561098 w 986690"/>
                <a:gd name="connsiteY129" fmla="*/ 784528 h 1107285"/>
                <a:gd name="connsiteX130" fmla="*/ 560440 w 986690"/>
                <a:gd name="connsiteY130" fmla="*/ 785405 h 1107285"/>
                <a:gd name="connsiteX131" fmla="*/ 555835 w 986690"/>
                <a:gd name="connsiteY131" fmla="*/ 787708 h 1107285"/>
                <a:gd name="connsiteX132" fmla="*/ 553533 w 986690"/>
                <a:gd name="connsiteY132" fmla="*/ 788256 h 1107285"/>
                <a:gd name="connsiteX133" fmla="*/ 550354 w 986690"/>
                <a:gd name="connsiteY133" fmla="*/ 788475 h 1107285"/>
                <a:gd name="connsiteX134" fmla="*/ 548380 w 986690"/>
                <a:gd name="connsiteY134" fmla="*/ 787160 h 1107285"/>
                <a:gd name="connsiteX135" fmla="*/ 546188 w 986690"/>
                <a:gd name="connsiteY135" fmla="*/ 784200 h 1107285"/>
                <a:gd name="connsiteX136" fmla="*/ 545311 w 986690"/>
                <a:gd name="connsiteY136" fmla="*/ 781239 h 1107285"/>
                <a:gd name="connsiteX137" fmla="*/ 547503 w 986690"/>
                <a:gd name="connsiteY137" fmla="*/ 779924 h 1107285"/>
                <a:gd name="connsiteX138" fmla="*/ 550463 w 986690"/>
                <a:gd name="connsiteY138" fmla="*/ 780472 h 1107285"/>
                <a:gd name="connsiteX139" fmla="*/ 555835 w 986690"/>
                <a:gd name="connsiteY139" fmla="*/ 782774 h 1107285"/>
                <a:gd name="connsiteX140" fmla="*/ 559125 w 986690"/>
                <a:gd name="connsiteY140" fmla="*/ 782884 h 1107285"/>
                <a:gd name="connsiteX141" fmla="*/ 559125 w 986690"/>
                <a:gd name="connsiteY141" fmla="*/ 781349 h 1107285"/>
                <a:gd name="connsiteX142" fmla="*/ 550573 w 986690"/>
                <a:gd name="connsiteY142" fmla="*/ 775648 h 1107285"/>
                <a:gd name="connsiteX143" fmla="*/ 546188 w 986690"/>
                <a:gd name="connsiteY143" fmla="*/ 771701 h 1107285"/>
                <a:gd name="connsiteX144" fmla="*/ 544324 w 986690"/>
                <a:gd name="connsiteY144" fmla="*/ 767974 h 1107285"/>
                <a:gd name="connsiteX145" fmla="*/ 540706 w 986690"/>
                <a:gd name="connsiteY145" fmla="*/ 766878 h 1107285"/>
                <a:gd name="connsiteX146" fmla="*/ 533690 w 986690"/>
                <a:gd name="connsiteY146" fmla="*/ 763589 h 1107285"/>
                <a:gd name="connsiteX147" fmla="*/ 529305 w 986690"/>
                <a:gd name="connsiteY147" fmla="*/ 759861 h 1107285"/>
                <a:gd name="connsiteX148" fmla="*/ 533470 w 986690"/>
                <a:gd name="connsiteY148" fmla="*/ 757449 h 1107285"/>
                <a:gd name="connsiteX149" fmla="*/ 537965 w 986690"/>
                <a:gd name="connsiteY149" fmla="*/ 758655 h 1107285"/>
                <a:gd name="connsiteX150" fmla="*/ 544872 w 986690"/>
                <a:gd name="connsiteY150" fmla="*/ 765672 h 1107285"/>
                <a:gd name="connsiteX151" fmla="*/ 555726 w 986690"/>
                <a:gd name="connsiteY151" fmla="*/ 768851 h 1107285"/>
                <a:gd name="connsiteX152" fmla="*/ 564935 w 986690"/>
                <a:gd name="connsiteY152" fmla="*/ 776087 h 1107285"/>
                <a:gd name="connsiteX153" fmla="*/ 569868 w 986690"/>
                <a:gd name="connsiteY153" fmla="*/ 778718 h 1107285"/>
                <a:gd name="connsiteX154" fmla="*/ 570197 w 986690"/>
                <a:gd name="connsiteY154" fmla="*/ 773127 h 1107285"/>
                <a:gd name="connsiteX155" fmla="*/ 569868 w 986690"/>
                <a:gd name="connsiteY155" fmla="*/ 771592 h 1107285"/>
                <a:gd name="connsiteX156" fmla="*/ 567456 w 986690"/>
                <a:gd name="connsiteY156" fmla="*/ 769399 h 1107285"/>
                <a:gd name="connsiteX157" fmla="*/ 562742 w 986690"/>
                <a:gd name="connsiteY157" fmla="*/ 767206 h 1107285"/>
                <a:gd name="connsiteX158" fmla="*/ 558357 w 986690"/>
                <a:gd name="connsiteY158" fmla="*/ 766001 h 1107285"/>
                <a:gd name="connsiteX159" fmla="*/ 555178 w 986690"/>
                <a:gd name="connsiteY159" fmla="*/ 765562 h 1107285"/>
                <a:gd name="connsiteX160" fmla="*/ 551231 w 986690"/>
                <a:gd name="connsiteY160" fmla="*/ 764137 h 1107285"/>
                <a:gd name="connsiteX161" fmla="*/ 546626 w 986690"/>
                <a:gd name="connsiteY161" fmla="*/ 760848 h 1107285"/>
                <a:gd name="connsiteX162" fmla="*/ 539610 w 986690"/>
                <a:gd name="connsiteY162" fmla="*/ 754051 h 1107285"/>
                <a:gd name="connsiteX163" fmla="*/ 535663 w 986690"/>
                <a:gd name="connsiteY163" fmla="*/ 748679 h 1107285"/>
                <a:gd name="connsiteX164" fmla="*/ 532155 w 986690"/>
                <a:gd name="connsiteY164" fmla="*/ 742210 h 1107285"/>
                <a:gd name="connsiteX165" fmla="*/ 529305 w 986690"/>
                <a:gd name="connsiteY165" fmla="*/ 734536 h 1107285"/>
                <a:gd name="connsiteX166" fmla="*/ 526564 w 986690"/>
                <a:gd name="connsiteY166" fmla="*/ 719955 h 1107285"/>
                <a:gd name="connsiteX167" fmla="*/ 525248 w 986690"/>
                <a:gd name="connsiteY167" fmla="*/ 717433 h 1107285"/>
                <a:gd name="connsiteX168" fmla="*/ 522507 w 986690"/>
                <a:gd name="connsiteY168" fmla="*/ 716885 h 1107285"/>
                <a:gd name="connsiteX169" fmla="*/ 517354 w 986690"/>
                <a:gd name="connsiteY169" fmla="*/ 716995 h 1107285"/>
                <a:gd name="connsiteX170" fmla="*/ 512640 w 986690"/>
                <a:gd name="connsiteY170" fmla="*/ 715899 h 1107285"/>
                <a:gd name="connsiteX171" fmla="*/ 508694 w 986690"/>
                <a:gd name="connsiteY171" fmla="*/ 713268 h 1107285"/>
                <a:gd name="connsiteX172" fmla="*/ 505514 w 986690"/>
                <a:gd name="connsiteY172" fmla="*/ 709649 h 1107285"/>
                <a:gd name="connsiteX173" fmla="*/ 503321 w 986690"/>
                <a:gd name="connsiteY173" fmla="*/ 705703 h 1107285"/>
                <a:gd name="connsiteX174" fmla="*/ 500471 w 986690"/>
                <a:gd name="connsiteY174" fmla="*/ 695178 h 1107285"/>
                <a:gd name="connsiteX175" fmla="*/ 498607 w 986690"/>
                <a:gd name="connsiteY175" fmla="*/ 692218 h 1107285"/>
                <a:gd name="connsiteX176" fmla="*/ 497401 w 986690"/>
                <a:gd name="connsiteY176" fmla="*/ 688381 h 1107285"/>
                <a:gd name="connsiteX177" fmla="*/ 496744 w 986690"/>
                <a:gd name="connsiteY177" fmla="*/ 683448 h 1107285"/>
                <a:gd name="connsiteX178" fmla="*/ 494770 w 986690"/>
                <a:gd name="connsiteY178" fmla="*/ 680597 h 1107285"/>
                <a:gd name="connsiteX179" fmla="*/ 489727 w 986690"/>
                <a:gd name="connsiteY179" fmla="*/ 682790 h 1107285"/>
                <a:gd name="connsiteX180" fmla="*/ 486877 w 986690"/>
                <a:gd name="connsiteY180" fmla="*/ 680926 h 1107285"/>
                <a:gd name="connsiteX181" fmla="*/ 470541 w 986690"/>
                <a:gd name="connsiteY181" fmla="*/ 667003 h 1107285"/>
                <a:gd name="connsiteX182" fmla="*/ 465827 w 986690"/>
                <a:gd name="connsiteY182" fmla="*/ 664262 h 1107285"/>
                <a:gd name="connsiteX183" fmla="*/ 463415 w 986690"/>
                <a:gd name="connsiteY183" fmla="*/ 660534 h 1107285"/>
                <a:gd name="connsiteX184" fmla="*/ 461771 w 986690"/>
                <a:gd name="connsiteY184" fmla="*/ 656039 h 1107285"/>
                <a:gd name="connsiteX185" fmla="*/ 460565 w 986690"/>
                <a:gd name="connsiteY185" fmla="*/ 648146 h 1107285"/>
                <a:gd name="connsiteX186" fmla="*/ 457715 w 986690"/>
                <a:gd name="connsiteY186" fmla="*/ 641349 h 1107285"/>
                <a:gd name="connsiteX187" fmla="*/ 457386 w 986690"/>
                <a:gd name="connsiteY187" fmla="*/ 638389 h 1107285"/>
                <a:gd name="connsiteX188" fmla="*/ 459468 w 986690"/>
                <a:gd name="connsiteY188" fmla="*/ 633346 h 1107285"/>
                <a:gd name="connsiteX189" fmla="*/ 458482 w 986690"/>
                <a:gd name="connsiteY189" fmla="*/ 629289 h 1107285"/>
                <a:gd name="connsiteX190" fmla="*/ 451794 w 986690"/>
                <a:gd name="connsiteY190" fmla="*/ 621615 h 1107285"/>
                <a:gd name="connsiteX191" fmla="*/ 449711 w 986690"/>
                <a:gd name="connsiteY191" fmla="*/ 617997 h 1107285"/>
                <a:gd name="connsiteX192" fmla="*/ 443133 w 986690"/>
                <a:gd name="connsiteY192" fmla="*/ 593659 h 1107285"/>
                <a:gd name="connsiteX193" fmla="*/ 440831 w 986690"/>
                <a:gd name="connsiteY193" fmla="*/ 575350 h 1107285"/>
                <a:gd name="connsiteX194" fmla="*/ 433924 w 986690"/>
                <a:gd name="connsiteY194" fmla="*/ 555397 h 1107285"/>
                <a:gd name="connsiteX195" fmla="*/ 430745 w 986690"/>
                <a:gd name="connsiteY195" fmla="*/ 548929 h 1107285"/>
                <a:gd name="connsiteX196" fmla="*/ 420111 w 986690"/>
                <a:gd name="connsiteY196" fmla="*/ 536211 h 1107285"/>
                <a:gd name="connsiteX197" fmla="*/ 407284 w 986690"/>
                <a:gd name="connsiteY197" fmla="*/ 516039 h 1107285"/>
                <a:gd name="connsiteX198" fmla="*/ 394237 w 986690"/>
                <a:gd name="connsiteY198" fmla="*/ 500690 h 1107285"/>
                <a:gd name="connsiteX199" fmla="*/ 387331 w 986690"/>
                <a:gd name="connsiteY199" fmla="*/ 488631 h 1107285"/>
                <a:gd name="connsiteX200" fmla="*/ 385686 w 986690"/>
                <a:gd name="connsiteY200" fmla="*/ 486767 h 1107285"/>
                <a:gd name="connsiteX201" fmla="*/ 383603 w 986690"/>
                <a:gd name="connsiteY201" fmla="*/ 486000 h 1107285"/>
                <a:gd name="connsiteX202" fmla="*/ 382397 w 986690"/>
                <a:gd name="connsiteY202" fmla="*/ 485232 h 1107285"/>
                <a:gd name="connsiteX203" fmla="*/ 380314 w 986690"/>
                <a:gd name="connsiteY203" fmla="*/ 483478 h 1107285"/>
                <a:gd name="connsiteX204" fmla="*/ 378341 w 986690"/>
                <a:gd name="connsiteY204" fmla="*/ 481286 h 1107285"/>
                <a:gd name="connsiteX205" fmla="*/ 375819 w 986690"/>
                <a:gd name="connsiteY205" fmla="*/ 475365 h 1107285"/>
                <a:gd name="connsiteX206" fmla="*/ 372092 w 986690"/>
                <a:gd name="connsiteY206" fmla="*/ 471199 h 1107285"/>
                <a:gd name="connsiteX207" fmla="*/ 359923 w 986690"/>
                <a:gd name="connsiteY207" fmla="*/ 460784 h 1107285"/>
                <a:gd name="connsiteX208" fmla="*/ 346328 w 986690"/>
                <a:gd name="connsiteY208" fmla="*/ 444449 h 1107285"/>
                <a:gd name="connsiteX209" fmla="*/ 340956 w 986690"/>
                <a:gd name="connsiteY209" fmla="*/ 439406 h 1107285"/>
                <a:gd name="connsiteX210" fmla="*/ 337996 w 986690"/>
                <a:gd name="connsiteY210" fmla="*/ 435788 h 1107285"/>
                <a:gd name="connsiteX211" fmla="*/ 335146 w 986690"/>
                <a:gd name="connsiteY211" fmla="*/ 427675 h 1107285"/>
                <a:gd name="connsiteX212" fmla="*/ 331309 w 986690"/>
                <a:gd name="connsiteY212" fmla="*/ 424386 h 1107285"/>
                <a:gd name="connsiteX213" fmla="*/ 323305 w 986690"/>
                <a:gd name="connsiteY213" fmla="*/ 420001 h 1107285"/>
                <a:gd name="connsiteX214" fmla="*/ 316618 w 986690"/>
                <a:gd name="connsiteY214" fmla="*/ 413971 h 1107285"/>
                <a:gd name="connsiteX215" fmla="*/ 293705 w 986690"/>
                <a:gd name="connsiteY215" fmla="*/ 386234 h 1107285"/>
                <a:gd name="connsiteX216" fmla="*/ 284276 w 986690"/>
                <a:gd name="connsiteY216" fmla="*/ 366939 h 1107285"/>
                <a:gd name="connsiteX217" fmla="*/ 286250 w 986690"/>
                <a:gd name="connsiteY217" fmla="*/ 364308 h 1107285"/>
                <a:gd name="connsiteX218" fmla="*/ 287236 w 986690"/>
                <a:gd name="connsiteY218" fmla="*/ 363431 h 1107285"/>
                <a:gd name="connsiteX219" fmla="*/ 288333 w 986690"/>
                <a:gd name="connsiteY219" fmla="*/ 362663 h 1107285"/>
                <a:gd name="connsiteX220" fmla="*/ 286469 w 986690"/>
                <a:gd name="connsiteY220" fmla="*/ 359046 h 1107285"/>
                <a:gd name="connsiteX221" fmla="*/ 284496 w 986690"/>
                <a:gd name="connsiteY221" fmla="*/ 352029 h 1107285"/>
                <a:gd name="connsiteX222" fmla="*/ 270463 w 986690"/>
                <a:gd name="connsiteY222" fmla="*/ 327362 h 1107285"/>
                <a:gd name="connsiteX223" fmla="*/ 256649 w 986690"/>
                <a:gd name="connsiteY223" fmla="*/ 300721 h 1107285"/>
                <a:gd name="connsiteX224" fmla="*/ 244918 w 986690"/>
                <a:gd name="connsiteY224" fmla="*/ 269147 h 1107285"/>
                <a:gd name="connsiteX225" fmla="*/ 243493 w 986690"/>
                <a:gd name="connsiteY225" fmla="*/ 261363 h 1107285"/>
                <a:gd name="connsiteX226" fmla="*/ 241958 w 986690"/>
                <a:gd name="connsiteY226" fmla="*/ 258622 h 1107285"/>
                <a:gd name="connsiteX227" fmla="*/ 238888 w 986690"/>
                <a:gd name="connsiteY227" fmla="*/ 257526 h 1107285"/>
                <a:gd name="connsiteX228" fmla="*/ 238669 w 986690"/>
                <a:gd name="connsiteY228" fmla="*/ 255114 h 1107285"/>
                <a:gd name="connsiteX229" fmla="*/ 225404 w 986690"/>
                <a:gd name="connsiteY229" fmla="*/ 228035 h 1107285"/>
                <a:gd name="connsiteX230" fmla="*/ 224636 w 986690"/>
                <a:gd name="connsiteY230" fmla="*/ 223759 h 1107285"/>
                <a:gd name="connsiteX231" fmla="*/ 226610 w 986690"/>
                <a:gd name="connsiteY231" fmla="*/ 215098 h 1107285"/>
                <a:gd name="connsiteX232" fmla="*/ 226829 w 986690"/>
                <a:gd name="connsiteY232" fmla="*/ 211152 h 1107285"/>
                <a:gd name="connsiteX233" fmla="*/ 224636 w 986690"/>
                <a:gd name="connsiteY233" fmla="*/ 208521 h 1107285"/>
                <a:gd name="connsiteX234" fmla="*/ 221567 w 986690"/>
                <a:gd name="connsiteY234" fmla="*/ 210932 h 1107285"/>
                <a:gd name="connsiteX235" fmla="*/ 218716 w 986690"/>
                <a:gd name="connsiteY235" fmla="*/ 212138 h 1107285"/>
                <a:gd name="connsiteX236" fmla="*/ 215756 w 986690"/>
                <a:gd name="connsiteY236" fmla="*/ 211919 h 1107285"/>
                <a:gd name="connsiteX237" fmla="*/ 212577 w 986690"/>
                <a:gd name="connsiteY237" fmla="*/ 210165 h 1107285"/>
                <a:gd name="connsiteX238" fmla="*/ 209507 w 986690"/>
                <a:gd name="connsiteY238" fmla="*/ 206986 h 1107285"/>
                <a:gd name="connsiteX239" fmla="*/ 193720 w 986690"/>
                <a:gd name="connsiteY239" fmla="*/ 178481 h 1107285"/>
                <a:gd name="connsiteX240" fmla="*/ 190760 w 986690"/>
                <a:gd name="connsiteY240" fmla="*/ 170259 h 1107285"/>
                <a:gd name="connsiteX241" fmla="*/ 187690 w 986690"/>
                <a:gd name="connsiteY241" fmla="*/ 152170 h 1107285"/>
                <a:gd name="connsiteX242" fmla="*/ 183743 w 986690"/>
                <a:gd name="connsiteY242" fmla="*/ 138137 h 1107285"/>
                <a:gd name="connsiteX243" fmla="*/ 182867 w 986690"/>
                <a:gd name="connsiteY243" fmla="*/ 120486 h 1107285"/>
                <a:gd name="connsiteX244" fmla="*/ 181441 w 986690"/>
                <a:gd name="connsiteY244" fmla="*/ 111825 h 1107285"/>
                <a:gd name="connsiteX245" fmla="*/ 176617 w 986690"/>
                <a:gd name="connsiteY245" fmla="*/ 100314 h 1107285"/>
                <a:gd name="connsiteX246" fmla="*/ 175192 w 986690"/>
                <a:gd name="connsiteY246" fmla="*/ 96257 h 1107285"/>
                <a:gd name="connsiteX247" fmla="*/ 173438 w 986690"/>
                <a:gd name="connsiteY247" fmla="*/ 93955 h 1107285"/>
                <a:gd name="connsiteX248" fmla="*/ 170149 w 986690"/>
                <a:gd name="connsiteY248" fmla="*/ 86281 h 1107285"/>
                <a:gd name="connsiteX249" fmla="*/ 169382 w 986690"/>
                <a:gd name="connsiteY249" fmla="*/ 81457 h 1107285"/>
                <a:gd name="connsiteX250" fmla="*/ 172013 w 986690"/>
                <a:gd name="connsiteY250" fmla="*/ 88254 h 1107285"/>
                <a:gd name="connsiteX251" fmla="*/ 188129 w 986690"/>
                <a:gd name="connsiteY251" fmla="*/ 117635 h 1107285"/>
                <a:gd name="connsiteX252" fmla="*/ 193501 w 986690"/>
                <a:gd name="connsiteY252" fmla="*/ 121253 h 1107285"/>
                <a:gd name="connsiteX253" fmla="*/ 195693 w 986690"/>
                <a:gd name="connsiteY253" fmla="*/ 126077 h 1107285"/>
                <a:gd name="connsiteX254" fmla="*/ 198982 w 986690"/>
                <a:gd name="connsiteY254" fmla="*/ 140329 h 1107285"/>
                <a:gd name="connsiteX255" fmla="*/ 199092 w 986690"/>
                <a:gd name="connsiteY255" fmla="*/ 142961 h 1107285"/>
                <a:gd name="connsiteX256" fmla="*/ 200079 w 986690"/>
                <a:gd name="connsiteY256" fmla="*/ 145043 h 1107285"/>
                <a:gd name="connsiteX257" fmla="*/ 204573 w 986690"/>
                <a:gd name="connsiteY257" fmla="*/ 148661 h 1107285"/>
                <a:gd name="connsiteX258" fmla="*/ 213673 w 986690"/>
                <a:gd name="connsiteY258" fmla="*/ 162256 h 1107285"/>
                <a:gd name="connsiteX259" fmla="*/ 224307 w 986690"/>
                <a:gd name="connsiteY259" fmla="*/ 173329 h 1107285"/>
                <a:gd name="connsiteX260" fmla="*/ 227158 w 986690"/>
                <a:gd name="connsiteY260" fmla="*/ 178372 h 1107285"/>
                <a:gd name="connsiteX261" fmla="*/ 236696 w 986690"/>
                <a:gd name="connsiteY261" fmla="*/ 187033 h 1107285"/>
                <a:gd name="connsiteX262" fmla="*/ 244480 w 986690"/>
                <a:gd name="connsiteY262" fmla="*/ 192295 h 1107285"/>
                <a:gd name="connsiteX263" fmla="*/ 248426 w 986690"/>
                <a:gd name="connsiteY263" fmla="*/ 195694 h 1107285"/>
                <a:gd name="connsiteX264" fmla="*/ 250181 w 986690"/>
                <a:gd name="connsiteY264" fmla="*/ 199202 h 1107285"/>
                <a:gd name="connsiteX265" fmla="*/ 250071 w 986690"/>
                <a:gd name="connsiteY265" fmla="*/ 202929 h 1107285"/>
                <a:gd name="connsiteX266" fmla="*/ 249413 w 986690"/>
                <a:gd name="connsiteY266" fmla="*/ 206218 h 1107285"/>
                <a:gd name="connsiteX267" fmla="*/ 248207 w 986690"/>
                <a:gd name="connsiteY267" fmla="*/ 209398 h 1107285"/>
                <a:gd name="connsiteX268" fmla="*/ 246234 w 986690"/>
                <a:gd name="connsiteY268" fmla="*/ 212906 h 1107285"/>
                <a:gd name="connsiteX269" fmla="*/ 244261 w 986690"/>
                <a:gd name="connsiteY269" fmla="*/ 211261 h 1107285"/>
                <a:gd name="connsiteX270" fmla="*/ 240643 w 986690"/>
                <a:gd name="connsiteY270" fmla="*/ 212029 h 1107285"/>
                <a:gd name="connsiteX271" fmla="*/ 236586 w 986690"/>
                <a:gd name="connsiteY271" fmla="*/ 214112 h 1107285"/>
                <a:gd name="connsiteX272" fmla="*/ 233407 w 986690"/>
                <a:gd name="connsiteY272" fmla="*/ 216524 h 1107285"/>
                <a:gd name="connsiteX273" fmla="*/ 230118 w 986690"/>
                <a:gd name="connsiteY273" fmla="*/ 220142 h 1107285"/>
                <a:gd name="connsiteX274" fmla="*/ 230228 w 986690"/>
                <a:gd name="connsiteY274" fmla="*/ 221676 h 1107285"/>
                <a:gd name="connsiteX275" fmla="*/ 231762 w 986690"/>
                <a:gd name="connsiteY275" fmla="*/ 223102 h 1107285"/>
                <a:gd name="connsiteX276" fmla="*/ 233297 w 986690"/>
                <a:gd name="connsiteY276" fmla="*/ 229789 h 1107285"/>
                <a:gd name="connsiteX277" fmla="*/ 238121 w 986690"/>
                <a:gd name="connsiteY277" fmla="*/ 240314 h 1107285"/>
                <a:gd name="connsiteX278" fmla="*/ 240752 w 986690"/>
                <a:gd name="connsiteY278" fmla="*/ 254785 h 1107285"/>
                <a:gd name="connsiteX279" fmla="*/ 242178 w 986690"/>
                <a:gd name="connsiteY279" fmla="*/ 254785 h 1107285"/>
                <a:gd name="connsiteX280" fmla="*/ 243603 w 986690"/>
                <a:gd name="connsiteY280" fmla="*/ 245247 h 1107285"/>
                <a:gd name="connsiteX281" fmla="*/ 244809 w 986690"/>
                <a:gd name="connsiteY281" fmla="*/ 240424 h 1107285"/>
                <a:gd name="connsiteX282" fmla="*/ 247001 w 986690"/>
                <a:gd name="connsiteY282" fmla="*/ 236696 h 1107285"/>
                <a:gd name="connsiteX283" fmla="*/ 249304 w 986690"/>
                <a:gd name="connsiteY283" fmla="*/ 233736 h 1107285"/>
                <a:gd name="connsiteX284" fmla="*/ 254785 w 986690"/>
                <a:gd name="connsiteY284" fmla="*/ 224308 h 1107285"/>
                <a:gd name="connsiteX285" fmla="*/ 255882 w 986690"/>
                <a:gd name="connsiteY285" fmla="*/ 220690 h 1107285"/>
                <a:gd name="connsiteX286" fmla="*/ 257636 w 986690"/>
                <a:gd name="connsiteY286" fmla="*/ 211590 h 1107285"/>
                <a:gd name="connsiteX287" fmla="*/ 260486 w 986690"/>
                <a:gd name="connsiteY287" fmla="*/ 202820 h 1107285"/>
                <a:gd name="connsiteX288" fmla="*/ 261034 w 986690"/>
                <a:gd name="connsiteY288" fmla="*/ 194159 h 1107285"/>
                <a:gd name="connsiteX289" fmla="*/ 255882 w 986690"/>
                <a:gd name="connsiteY289" fmla="*/ 185279 h 1107285"/>
                <a:gd name="connsiteX290" fmla="*/ 241739 w 986690"/>
                <a:gd name="connsiteY290" fmla="*/ 176069 h 1107285"/>
                <a:gd name="connsiteX291" fmla="*/ 239546 w 986690"/>
                <a:gd name="connsiteY291" fmla="*/ 173000 h 1107285"/>
                <a:gd name="connsiteX292" fmla="*/ 237463 w 986690"/>
                <a:gd name="connsiteY292" fmla="*/ 172123 h 1107285"/>
                <a:gd name="connsiteX293" fmla="*/ 226719 w 986690"/>
                <a:gd name="connsiteY293" fmla="*/ 162146 h 1107285"/>
                <a:gd name="connsiteX294" fmla="*/ 223101 w 986690"/>
                <a:gd name="connsiteY294" fmla="*/ 160063 h 1107285"/>
                <a:gd name="connsiteX295" fmla="*/ 202929 w 986690"/>
                <a:gd name="connsiteY295" fmla="*/ 136273 h 1107285"/>
                <a:gd name="connsiteX296" fmla="*/ 173329 w 986690"/>
                <a:gd name="connsiteY296" fmla="*/ 81347 h 1107285"/>
                <a:gd name="connsiteX297" fmla="*/ 171246 w 986690"/>
                <a:gd name="connsiteY297" fmla="*/ 73782 h 1107285"/>
                <a:gd name="connsiteX298" fmla="*/ 170697 w 986690"/>
                <a:gd name="connsiteY298" fmla="*/ 48019 h 1107285"/>
                <a:gd name="connsiteX299" fmla="*/ 169162 w 986690"/>
                <a:gd name="connsiteY299" fmla="*/ 43853 h 1107285"/>
                <a:gd name="connsiteX300" fmla="*/ 169162 w 986690"/>
                <a:gd name="connsiteY300" fmla="*/ 43853 h 1107285"/>
                <a:gd name="connsiteX301" fmla="*/ 167847 w 986690"/>
                <a:gd name="connsiteY301" fmla="*/ 45059 h 1107285"/>
                <a:gd name="connsiteX302" fmla="*/ 162365 w 986690"/>
                <a:gd name="connsiteY302" fmla="*/ 48786 h 1107285"/>
                <a:gd name="connsiteX303" fmla="*/ 160501 w 986690"/>
                <a:gd name="connsiteY303" fmla="*/ 49554 h 1107285"/>
                <a:gd name="connsiteX304" fmla="*/ 158747 w 986690"/>
                <a:gd name="connsiteY304" fmla="*/ 50650 h 1107285"/>
                <a:gd name="connsiteX305" fmla="*/ 157432 w 986690"/>
                <a:gd name="connsiteY305" fmla="*/ 53062 h 1107285"/>
                <a:gd name="connsiteX306" fmla="*/ 155458 w 986690"/>
                <a:gd name="connsiteY306" fmla="*/ 55145 h 1107285"/>
                <a:gd name="connsiteX307" fmla="*/ 153266 w 986690"/>
                <a:gd name="connsiteY307" fmla="*/ 55255 h 1107285"/>
                <a:gd name="connsiteX308" fmla="*/ 151183 w 986690"/>
                <a:gd name="connsiteY308" fmla="*/ 53062 h 1107285"/>
                <a:gd name="connsiteX309" fmla="*/ 149319 w 986690"/>
                <a:gd name="connsiteY309" fmla="*/ 50650 h 1107285"/>
                <a:gd name="connsiteX310" fmla="*/ 147565 w 986690"/>
                <a:gd name="connsiteY310" fmla="*/ 48896 h 1107285"/>
                <a:gd name="connsiteX311" fmla="*/ 145701 w 986690"/>
                <a:gd name="connsiteY311" fmla="*/ 47251 h 1107285"/>
                <a:gd name="connsiteX312" fmla="*/ 143399 w 986690"/>
                <a:gd name="connsiteY312" fmla="*/ 45168 h 1107285"/>
                <a:gd name="connsiteX313" fmla="*/ 143180 w 986690"/>
                <a:gd name="connsiteY313" fmla="*/ 41989 h 1107285"/>
                <a:gd name="connsiteX314" fmla="*/ 145372 w 986690"/>
                <a:gd name="connsiteY314" fmla="*/ 39248 h 1107285"/>
                <a:gd name="connsiteX315" fmla="*/ 146797 w 986690"/>
                <a:gd name="connsiteY315" fmla="*/ 36727 h 1107285"/>
                <a:gd name="connsiteX316" fmla="*/ 144166 w 986690"/>
                <a:gd name="connsiteY316" fmla="*/ 34315 h 1107285"/>
                <a:gd name="connsiteX317" fmla="*/ 140987 w 986690"/>
                <a:gd name="connsiteY317" fmla="*/ 32451 h 1107285"/>
                <a:gd name="connsiteX318" fmla="*/ 137259 w 986690"/>
                <a:gd name="connsiteY318" fmla="*/ 29930 h 1107285"/>
                <a:gd name="connsiteX319" fmla="*/ 133532 w 986690"/>
                <a:gd name="connsiteY319" fmla="*/ 27847 h 1107285"/>
                <a:gd name="connsiteX320" fmla="*/ 130462 w 986690"/>
                <a:gd name="connsiteY320" fmla="*/ 27079 h 1107285"/>
                <a:gd name="connsiteX321" fmla="*/ 125529 w 986690"/>
                <a:gd name="connsiteY321" fmla="*/ 26641 h 1107285"/>
                <a:gd name="connsiteX322" fmla="*/ 120595 w 986690"/>
                <a:gd name="connsiteY322" fmla="*/ 24996 h 1107285"/>
                <a:gd name="connsiteX323" fmla="*/ 115772 w 986690"/>
                <a:gd name="connsiteY323" fmla="*/ 23461 h 1107285"/>
                <a:gd name="connsiteX324" fmla="*/ 111277 w 986690"/>
                <a:gd name="connsiteY324" fmla="*/ 23461 h 1107285"/>
                <a:gd name="connsiteX325" fmla="*/ 107988 w 986690"/>
                <a:gd name="connsiteY325" fmla="*/ 22913 h 1107285"/>
                <a:gd name="connsiteX326" fmla="*/ 104699 w 986690"/>
                <a:gd name="connsiteY326" fmla="*/ 20392 h 1107285"/>
                <a:gd name="connsiteX327" fmla="*/ 101410 w 986690"/>
                <a:gd name="connsiteY327" fmla="*/ 17212 h 1107285"/>
                <a:gd name="connsiteX328" fmla="*/ 98121 w 986690"/>
                <a:gd name="connsiteY328" fmla="*/ 14800 h 1107285"/>
                <a:gd name="connsiteX329" fmla="*/ 94503 w 986690"/>
                <a:gd name="connsiteY329" fmla="*/ 11183 h 1107285"/>
                <a:gd name="connsiteX330" fmla="*/ 92859 w 986690"/>
                <a:gd name="connsiteY330" fmla="*/ 6030 h 1107285"/>
                <a:gd name="connsiteX331" fmla="*/ 91214 w 986690"/>
                <a:gd name="connsiteY331" fmla="*/ 1535 h 1107285"/>
                <a:gd name="connsiteX332" fmla="*/ 87486 w 986690"/>
                <a:gd name="connsiteY332" fmla="*/ 0 h 1107285"/>
                <a:gd name="connsiteX333" fmla="*/ 84965 w 986690"/>
                <a:gd name="connsiteY333" fmla="*/ 768 h 1107285"/>
                <a:gd name="connsiteX334" fmla="*/ 82991 w 986690"/>
                <a:gd name="connsiteY334" fmla="*/ 1973 h 1107285"/>
                <a:gd name="connsiteX335" fmla="*/ 81237 w 986690"/>
                <a:gd name="connsiteY335" fmla="*/ 3179 h 1107285"/>
                <a:gd name="connsiteX336" fmla="*/ 79374 w 986690"/>
                <a:gd name="connsiteY336" fmla="*/ 4056 h 1107285"/>
                <a:gd name="connsiteX337" fmla="*/ 77291 w 986690"/>
                <a:gd name="connsiteY337" fmla="*/ 4605 h 1107285"/>
                <a:gd name="connsiteX338" fmla="*/ 76084 w 986690"/>
                <a:gd name="connsiteY338" fmla="*/ 4714 h 1107285"/>
                <a:gd name="connsiteX339" fmla="*/ 74879 w 986690"/>
                <a:gd name="connsiteY339" fmla="*/ 4166 h 1107285"/>
                <a:gd name="connsiteX340" fmla="*/ 72576 w 986690"/>
                <a:gd name="connsiteY340" fmla="*/ 2850 h 1107285"/>
                <a:gd name="connsiteX341" fmla="*/ 69397 w 986690"/>
                <a:gd name="connsiteY341" fmla="*/ 2960 h 1107285"/>
                <a:gd name="connsiteX342" fmla="*/ 68520 w 986690"/>
                <a:gd name="connsiteY342" fmla="*/ 7016 h 1107285"/>
                <a:gd name="connsiteX343" fmla="*/ 68520 w 986690"/>
                <a:gd name="connsiteY343" fmla="*/ 12169 h 1107285"/>
                <a:gd name="connsiteX344" fmla="*/ 67753 w 986690"/>
                <a:gd name="connsiteY344" fmla="*/ 15677 h 1107285"/>
                <a:gd name="connsiteX345" fmla="*/ 65450 w 986690"/>
                <a:gd name="connsiteY345" fmla="*/ 17212 h 1107285"/>
                <a:gd name="connsiteX346" fmla="*/ 62819 w 986690"/>
                <a:gd name="connsiteY346" fmla="*/ 17212 h 1107285"/>
                <a:gd name="connsiteX347" fmla="*/ 60188 w 986690"/>
                <a:gd name="connsiteY347" fmla="*/ 16335 h 1107285"/>
                <a:gd name="connsiteX348" fmla="*/ 57776 w 986690"/>
                <a:gd name="connsiteY348" fmla="*/ 15239 h 1107285"/>
                <a:gd name="connsiteX349" fmla="*/ 54816 w 986690"/>
                <a:gd name="connsiteY349" fmla="*/ 16883 h 1107285"/>
                <a:gd name="connsiteX350" fmla="*/ 53171 w 986690"/>
                <a:gd name="connsiteY350" fmla="*/ 14252 h 1107285"/>
                <a:gd name="connsiteX351" fmla="*/ 51966 w 986690"/>
                <a:gd name="connsiteY351" fmla="*/ 11292 h 1107285"/>
                <a:gd name="connsiteX352" fmla="*/ 49992 w 986690"/>
                <a:gd name="connsiteY352" fmla="*/ 11840 h 1107285"/>
                <a:gd name="connsiteX353" fmla="*/ 47251 w 986690"/>
                <a:gd name="connsiteY353" fmla="*/ 14362 h 1107285"/>
                <a:gd name="connsiteX354" fmla="*/ 45168 w 986690"/>
                <a:gd name="connsiteY354" fmla="*/ 13923 h 1107285"/>
                <a:gd name="connsiteX355" fmla="*/ 42976 w 986690"/>
                <a:gd name="connsiteY355" fmla="*/ 12060 h 1107285"/>
                <a:gd name="connsiteX356" fmla="*/ 39906 w 986690"/>
                <a:gd name="connsiteY356" fmla="*/ 10086 h 1107285"/>
                <a:gd name="connsiteX357" fmla="*/ 38919 w 986690"/>
                <a:gd name="connsiteY357" fmla="*/ 10415 h 1107285"/>
                <a:gd name="connsiteX358" fmla="*/ 38152 w 986690"/>
                <a:gd name="connsiteY358" fmla="*/ 11511 h 1107285"/>
                <a:gd name="connsiteX359" fmla="*/ 37275 w 986690"/>
                <a:gd name="connsiteY359" fmla="*/ 12060 h 1107285"/>
                <a:gd name="connsiteX360" fmla="*/ 35740 w 986690"/>
                <a:gd name="connsiteY360" fmla="*/ 10744 h 1107285"/>
                <a:gd name="connsiteX361" fmla="*/ 34534 w 986690"/>
                <a:gd name="connsiteY361" fmla="*/ 9757 h 1107285"/>
                <a:gd name="connsiteX362" fmla="*/ 33547 w 986690"/>
                <a:gd name="connsiteY362" fmla="*/ 9757 h 1107285"/>
                <a:gd name="connsiteX363" fmla="*/ 32451 w 986690"/>
                <a:gd name="connsiteY363" fmla="*/ 9977 h 1107285"/>
                <a:gd name="connsiteX364" fmla="*/ 31136 w 986690"/>
                <a:gd name="connsiteY364" fmla="*/ 9977 h 1107285"/>
                <a:gd name="connsiteX365" fmla="*/ 25215 w 986690"/>
                <a:gd name="connsiteY365" fmla="*/ 9538 h 1107285"/>
                <a:gd name="connsiteX366" fmla="*/ 18637 w 986690"/>
                <a:gd name="connsiteY366" fmla="*/ 10634 h 1107285"/>
                <a:gd name="connsiteX367" fmla="*/ 11730 w 986690"/>
                <a:gd name="connsiteY367" fmla="*/ 12169 h 1107285"/>
                <a:gd name="connsiteX368" fmla="*/ 5043 w 986690"/>
                <a:gd name="connsiteY368" fmla="*/ 13046 h 1107285"/>
                <a:gd name="connsiteX369" fmla="*/ 6249 w 986690"/>
                <a:gd name="connsiteY369" fmla="*/ 13814 h 1107285"/>
                <a:gd name="connsiteX370" fmla="*/ 7455 w 986690"/>
                <a:gd name="connsiteY370" fmla="*/ 14691 h 1107285"/>
                <a:gd name="connsiteX371" fmla="*/ 8551 w 986690"/>
                <a:gd name="connsiteY371" fmla="*/ 15568 h 1107285"/>
                <a:gd name="connsiteX372" fmla="*/ 9647 w 986690"/>
                <a:gd name="connsiteY372" fmla="*/ 16445 h 1107285"/>
                <a:gd name="connsiteX373" fmla="*/ 13813 w 986690"/>
                <a:gd name="connsiteY373" fmla="*/ 19076 h 1107285"/>
                <a:gd name="connsiteX374" fmla="*/ 17760 w 986690"/>
                <a:gd name="connsiteY374" fmla="*/ 21926 h 1107285"/>
                <a:gd name="connsiteX375" fmla="*/ 21598 w 986690"/>
                <a:gd name="connsiteY375" fmla="*/ 24887 h 1107285"/>
                <a:gd name="connsiteX376" fmla="*/ 25434 w 986690"/>
                <a:gd name="connsiteY376" fmla="*/ 27847 h 1107285"/>
                <a:gd name="connsiteX377" fmla="*/ 31026 w 986690"/>
                <a:gd name="connsiteY377" fmla="*/ 31464 h 1107285"/>
                <a:gd name="connsiteX378" fmla="*/ 36836 w 986690"/>
                <a:gd name="connsiteY378" fmla="*/ 34753 h 1107285"/>
                <a:gd name="connsiteX379" fmla="*/ 42647 w 986690"/>
                <a:gd name="connsiteY379" fmla="*/ 38042 h 1107285"/>
                <a:gd name="connsiteX380" fmla="*/ 48238 w 986690"/>
                <a:gd name="connsiteY380" fmla="*/ 41660 h 1107285"/>
                <a:gd name="connsiteX381" fmla="*/ 52952 w 986690"/>
                <a:gd name="connsiteY381" fmla="*/ 45497 h 1107285"/>
                <a:gd name="connsiteX382" fmla="*/ 56351 w 986690"/>
                <a:gd name="connsiteY382" fmla="*/ 49663 h 1107285"/>
                <a:gd name="connsiteX383" fmla="*/ 58105 w 986690"/>
                <a:gd name="connsiteY383" fmla="*/ 54597 h 1107285"/>
                <a:gd name="connsiteX384" fmla="*/ 57886 w 986690"/>
                <a:gd name="connsiteY384" fmla="*/ 60846 h 1107285"/>
                <a:gd name="connsiteX385" fmla="*/ 55364 w 986690"/>
                <a:gd name="connsiteY385" fmla="*/ 69178 h 1107285"/>
                <a:gd name="connsiteX386" fmla="*/ 51417 w 986690"/>
                <a:gd name="connsiteY386" fmla="*/ 77400 h 1107285"/>
                <a:gd name="connsiteX387" fmla="*/ 46813 w 986690"/>
                <a:gd name="connsiteY387" fmla="*/ 85294 h 1107285"/>
                <a:gd name="connsiteX388" fmla="*/ 42428 w 986690"/>
                <a:gd name="connsiteY388" fmla="*/ 92749 h 1107285"/>
                <a:gd name="connsiteX389" fmla="*/ 40893 w 986690"/>
                <a:gd name="connsiteY389" fmla="*/ 95819 h 1107285"/>
                <a:gd name="connsiteX390" fmla="*/ 39687 w 986690"/>
                <a:gd name="connsiteY390" fmla="*/ 98998 h 1107285"/>
                <a:gd name="connsiteX391" fmla="*/ 38481 w 986690"/>
                <a:gd name="connsiteY391" fmla="*/ 102287 h 1107285"/>
                <a:gd name="connsiteX392" fmla="*/ 37384 w 986690"/>
                <a:gd name="connsiteY392" fmla="*/ 105576 h 1107285"/>
                <a:gd name="connsiteX393" fmla="*/ 36398 w 986690"/>
                <a:gd name="connsiteY393" fmla="*/ 105905 h 1107285"/>
                <a:gd name="connsiteX394" fmla="*/ 34643 w 986690"/>
                <a:gd name="connsiteY394" fmla="*/ 104370 h 1107285"/>
                <a:gd name="connsiteX395" fmla="*/ 32561 w 986690"/>
                <a:gd name="connsiteY395" fmla="*/ 106782 h 1107285"/>
                <a:gd name="connsiteX396" fmla="*/ 30697 w 986690"/>
                <a:gd name="connsiteY396" fmla="*/ 106891 h 1107285"/>
                <a:gd name="connsiteX397" fmla="*/ 28833 w 986690"/>
                <a:gd name="connsiteY397" fmla="*/ 106124 h 1107285"/>
                <a:gd name="connsiteX398" fmla="*/ 26531 w 986690"/>
                <a:gd name="connsiteY398" fmla="*/ 105795 h 1107285"/>
                <a:gd name="connsiteX399" fmla="*/ 26312 w 986690"/>
                <a:gd name="connsiteY399" fmla="*/ 105685 h 1107285"/>
                <a:gd name="connsiteX400" fmla="*/ 24009 w 986690"/>
                <a:gd name="connsiteY400" fmla="*/ 105795 h 1107285"/>
                <a:gd name="connsiteX401" fmla="*/ 21488 w 986690"/>
                <a:gd name="connsiteY401" fmla="*/ 107111 h 1107285"/>
                <a:gd name="connsiteX402" fmla="*/ 20611 w 986690"/>
                <a:gd name="connsiteY402" fmla="*/ 107440 h 1107285"/>
                <a:gd name="connsiteX403" fmla="*/ 13046 w 986690"/>
                <a:gd name="connsiteY403" fmla="*/ 106343 h 1107285"/>
                <a:gd name="connsiteX404" fmla="*/ 10744 w 986690"/>
                <a:gd name="connsiteY404" fmla="*/ 105685 h 1107285"/>
                <a:gd name="connsiteX405" fmla="*/ 10415 w 986690"/>
                <a:gd name="connsiteY405" fmla="*/ 105905 h 1107285"/>
                <a:gd name="connsiteX406" fmla="*/ 10853 w 986690"/>
                <a:gd name="connsiteY406" fmla="*/ 111825 h 1107285"/>
                <a:gd name="connsiteX407" fmla="*/ 14252 w 986690"/>
                <a:gd name="connsiteY407" fmla="*/ 112263 h 1107285"/>
                <a:gd name="connsiteX408" fmla="*/ 18747 w 986690"/>
                <a:gd name="connsiteY408" fmla="*/ 110619 h 1107285"/>
                <a:gd name="connsiteX409" fmla="*/ 22474 w 986690"/>
                <a:gd name="connsiteY409" fmla="*/ 110290 h 1107285"/>
                <a:gd name="connsiteX410" fmla="*/ 23023 w 986690"/>
                <a:gd name="connsiteY410" fmla="*/ 111825 h 1107285"/>
                <a:gd name="connsiteX411" fmla="*/ 20391 w 986690"/>
                <a:gd name="connsiteY411" fmla="*/ 113579 h 1107285"/>
                <a:gd name="connsiteX412" fmla="*/ 18199 w 986690"/>
                <a:gd name="connsiteY412" fmla="*/ 116210 h 1107285"/>
                <a:gd name="connsiteX413" fmla="*/ 19953 w 986690"/>
                <a:gd name="connsiteY413" fmla="*/ 120486 h 1107285"/>
                <a:gd name="connsiteX414" fmla="*/ 15129 w 986690"/>
                <a:gd name="connsiteY414" fmla="*/ 122021 h 1107285"/>
                <a:gd name="connsiteX415" fmla="*/ 16006 w 986690"/>
                <a:gd name="connsiteY415" fmla="*/ 126516 h 1107285"/>
                <a:gd name="connsiteX416" fmla="*/ 19405 w 986690"/>
                <a:gd name="connsiteY416" fmla="*/ 131230 h 1107285"/>
                <a:gd name="connsiteX417" fmla="*/ 21926 w 986690"/>
                <a:gd name="connsiteY417" fmla="*/ 133422 h 1107285"/>
                <a:gd name="connsiteX418" fmla="*/ 30039 w 986690"/>
                <a:gd name="connsiteY418" fmla="*/ 132655 h 1107285"/>
                <a:gd name="connsiteX419" fmla="*/ 30916 w 986690"/>
                <a:gd name="connsiteY419" fmla="*/ 134848 h 1107285"/>
                <a:gd name="connsiteX420" fmla="*/ 31026 w 986690"/>
                <a:gd name="connsiteY420" fmla="*/ 137479 h 1107285"/>
                <a:gd name="connsiteX421" fmla="*/ 31355 w 986690"/>
                <a:gd name="connsiteY421" fmla="*/ 139672 h 1107285"/>
                <a:gd name="connsiteX422" fmla="*/ 32890 w 986690"/>
                <a:gd name="connsiteY422" fmla="*/ 140549 h 1107285"/>
                <a:gd name="connsiteX423" fmla="*/ 36288 w 986690"/>
                <a:gd name="connsiteY423" fmla="*/ 141755 h 1107285"/>
                <a:gd name="connsiteX424" fmla="*/ 36836 w 986690"/>
                <a:gd name="connsiteY424" fmla="*/ 144386 h 1107285"/>
                <a:gd name="connsiteX425" fmla="*/ 35850 w 986690"/>
                <a:gd name="connsiteY425" fmla="*/ 147346 h 1107285"/>
                <a:gd name="connsiteX426" fmla="*/ 34863 w 986690"/>
                <a:gd name="connsiteY426" fmla="*/ 149209 h 1107285"/>
                <a:gd name="connsiteX427" fmla="*/ 32780 w 986690"/>
                <a:gd name="connsiteY427" fmla="*/ 151950 h 1107285"/>
                <a:gd name="connsiteX428" fmla="*/ 30368 w 986690"/>
                <a:gd name="connsiteY428" fmla="*/ 153814 h 1107285"/>
                <a:gd name="connsiteX429" fmla="*/ 25325 w 986690"/>
                <a:gd name="connsiteY429" fmla="*/ 156445 h 1107285"/>
                <a:gd name="connsiteX430" fmla="*/ 24886 w 986690"/>
                <a:gd name="connsiteY430" fmla="*/ 157103 h 1107285"/>
                <a:gd name="connsiteX431" fmla="*/ 24558 w 986690"/>
                <a:gd name="connsiteY431" fmla="*/ 158090 h 1107285"/>
                <a:gd name="connsiteX432" fmla="*/ 24119 w 986690"/>
                <a:gd name="connsiteY432" fmla="*/ 159076 h 1107285"/>
                <a:gd name="connsiteX433" fmla="*/ 23351 w 986690"/>
                <a:gd name="connsiteY433" fmla="*/ 159515 h 1107285"/>
                <a:gd name="connsiteX434" fmla="*/ 22036 w 986690"/>
                <a:gd name="connsiteY434" fmla="*/ 159186 h 1107285"/>
                <a:gd name="connsiteX435" fmla="*/ 19624 w 986690"/>
                <a:gd name="connsiteY435" fmla="*/ 157871 h 1107285"/>
                <a:gd name="connsiteX436" fmla="*/ 18528 w 986690"/>
                <a:gd name="connsiteY436" fmla="*/ 157871 h 1107285"/>
                <a:gd name="connsiteX437" fmla="*/ 16445 w 986690"/>
                <a:gd name="connsiteY437" fmla="*/ 159076 h 1107285"/>
                <a:gd name="connsiteX438" fmla="*/ 15239 w 986690"/>
                <a:gd name="connsiteY438" fmla="*/ 160502 h 1107285"/>
                <a:gd name="connsiteX439" fmla="*/ 15348 w 986690"/>
                <a:gd name="connsiteY439" fmla="*/ 162036 h 1107285"/>
                <a:gd name="connsiteX440" fmla="*/ 17212 w 986690"/>
                <a:gd name="connsiteY440" fmla="*/ 163681 h 1107285"/>
                <a:gd name="connsiteX441" fmla="*/ 14252 w 986690"/>
                <a:gd name="connsiteY441" fmla="*/ 166531 h 1107285"/>
                <a:gd name="connsiteX442" fmla="*/ 6687 w 986690"/>
                <a:gd name="connsiteY442" fmla="*/ 165545 h 1107285"/>
                <a:gd name="connsiteX443" fmla="*/ 3618 w 986690"/>
                <a:gd name="connsiteY443" fmla="*/ 168066 h 1107285"/>
                <a:gd name="connsiteX444" fmla="*/ 2521 w 986690"/>
                <a:gd name="connsiteY444" fmla="*/ 173438 h 1107285"/>
                <a:gd name="connsiteX445" fmla="*/ 3508 w 986690"/>
                <a:gd name="connsiteY445" fmla="*/ 176946 h 1107285"/>
                <a:gd name="connsiteX446" fmla="*/ 3508 w 986690"/>
                <a:gd name="connsiteY446" fmla="*/ 180016 h 1107285"/>
                <a:gd name="connsiteX447" fmla="*/ 877 w 986690"/>
                <a:gd name="connsiteY447" fmla="*/ 182647 h 1107285"/>
                <a:gd name="connsiteX448" fmla="*/ 0 w 986690"/>
                <a:gd name="connsiteY448" fmla="*/ 184073 h 1107285"/>
                <a:gd name="connsiteX449" fmla="*/ 1973 w 986690"/>
                <a:gd name="connsiteY449" fmla="*/ 188348 h 1107285"/>
                <a:gd name="connsiteX450" fmla="*/ 4824 w 986690"/>
                <a:gd name="connsiteY450" fmla="*/ 191637 h 1107285"/>
                <a:gd name="connsiteX451" fmla="*/ 8332 w 986690"/>
                <a:gd name="connsiteY451" fmla="*/ 194049 h 1107285"/>
                <a:gd name="connsiteX452" fmla="*/ 12498 w 986690"/>
                <a:gd name="connsiteY452" fmla="*/ 196023 h 1107285"/>
                <a:gd name="connsiteX453" fmla="*/ 18528 w 986690"/>
                <a:gd name="connsiteY453" fmla="*/ 198763 h 1107285"/>
                <a:gd name="connsiteX454" fmla="*/ 22146 w 986690"/>
                <a:gd name="connsiteY454" fmla="*/ 201833 h 1107285"/>
                <a:gd name="connsiteX455" fmla="*/ 23900 w 986690"/>
                <a:gd name="connsiteY455" fmla="*/ 206109 h 1107285"/>
                <a:gd name="connsiteX456" fmla="*/ 24667 w 986690"/>
                <a:gd name="connsiteY456" fmla="*/ 212687 h 1107285"/>
                <a:gd name="connsiteX457" fmla="*/ 24777 w 986690"/>
                <a:gd name="connsiteY457" fmla="*/ 216633 h 1107285"/>
                <a:gd name="connsiteX458" fmla="*/ 24996 w 986690"/>
                <a:gd name="connsiteY458" fmla="*/ 220580 h 1107285"/>
                <a:gd name="connsiteX459" fmla="*/ 25106 w 986690"/>
                <a:gd name="connsiteY459" fmla="*/ 224527 h 1107285"/>
                <a:gd name="connsiteX460" fmla="*/ 24996 w 986690"/>
                <a:gd name="connsiteY460" fmla="*/ 228474 h 1107285"/>
                <a:gd name="connsiteX461" fmla="*/ 25325 w 986690"/>
                <a:gd name="connsiteY461" fmla="*/ 228583 h 1107285"/>
                <a:gd name="connsiteX462" fmla="*/ 25654 w 986690"/>
                <a:gd name="connsiteY462" fmla="*/ 228693 h 1107285"/>
                <a:gd name="connsiteX463" fmla="*/ 25983 w 986690"/>
                <a:gd name="connsiteY463" fmla="*/ 228802 h 1107285"/>
                <a:gd name="connsiteX464" fmla="*/ 26312 w 986690"/>
                <a:gd name="connsiteY464" fmla="*/ 228912 h 1107285"/>
                <a:gd name="connsiteX465" fmla="*/ 29601 w 986690"/>
                <a:gd name="connsiteY465" fmla="*/ 231105 h 1107285"/>
                <a:gd name="connsiteX466" fmla="*/ 32890 w 986690"/>
                <a:gd name="connsiteY466" fmla="*/ 233407 h 1107285"/>
                <a:gd name="connsiteX467" fmla="*/ 36179 w 986690"/>
                <a:gd name="connsiteY467" fmla="*/ 235709 h 1107285"/>
                <a:gd name="connsiteX468" fmla="*/ 39467 w 986690"/>
                <a:gd name="connsiteY468" fmla="*/ 238012 h 1107285"/>
                <a:gd name="connsiteX469" fmla="*/ 35959 w 986690"/>
                <a:gd name="connsiteY469" fmla="*/ 242397 h 1107285"/>
                <a:gd name="connsiteX470" fmla="*/ 32561 w 986690"/>
                <a:gd name="connsiteY470" fmla="*/ 246453 h 1107285"/>
                <a:gd name="connsiteX471" fmla="*/ 30149 w 986690"/>
                <a:gd name="connsiteY471" fmla="*/ 251058 h 1107285"/>
                <a:gd name="connsiteX472" fmla="*/ 29601 w 986690"/>
                <a:gd name="connsiteY472" fmla="*/ 256978 h 1107285"/>
                <a:gd name="connsiteX473" fmla="*/ 29820 w 986690"/>
                <a:gd name="connsiteY473" fmla="*/ 258513 h 1107285"/>
                <a:gd name="connsiteX474" fmla="*/ 30368 w 986690"/>
                <a:gd name="connsiteY474" fmla="*/ 259828 h 1107285"/>
                <a:gd name="connsiteX475" fmla="*/ 31136 w 986690"/>
                <a:gd name="connsiteY475" fmla="*/ 260925 h 1107285"/>
                <a:gd name="connsiteX476" fmla="*/ 32232 w 986690"/>
                <a:gd name="connsiteY476" fmla="*/ 261802 h 1107285"/>
                <a:gd name="connsiteX477" fmla="*/ 36069 w 986690"/>
                <a:gd name="connsiteY477" fmla="*/ 263117 h 1107285"/>
                <a:gd name="connsiteX478" fmla="*/ 39577 w 986690"/>
                <a:gd name="connsiteY478" fmla="*/ 266735 h 1107285"/>
                <a:gd name="connsiteX479" fmla="*/ 42757 w 986690"/>
                <a:gd name="connsiteY479" fmla="*/ 271230 h 1107285"/>
                <a:gd name="connsiteX480" fmla="*/ 45936 w 986690"/>
                <a:gd name="connsiteY480" fmla="*/ 275067 h 1107285"/>
                <a:gd name="connsiteX481" fmla="*/ 48238 w 986690"/>
                <a:gd name="connsiteY481" fmla="*/ 276931 h 1107285"/>
                <a:gd name="connsiteX482" fmla="*/ 50650 w 986690"/>
                <a:gd name="connsiteY482" fmla="*/ 278685 h 1107285"/>
                <a:gd name="connsiteX483" fmla="*/ 53171 w 986690"/>
                <a:gd name="connsiteY483" fmla="*/ 279891 h 1107285"/>
                <a:gd name="connsiteX484" fmla="*/ 55912 w 986690"/>
                <a:gd name="connsiteY484" fmla="*/ 279891 h 1107285"/>
                <a:gd name="connsiteX485" fmla="*/ 60078 w 986690"/>
                <a:gd name="connsiteY485" fmla="*/ 276821 h 1107285"/>
                <a:gd name="connsiteX486" fmla="*/ 65121 w 986690"/>
                <a:gd name="connsiteY486" fmla="*/ 272984 h 1107285"/>
                <a:gd name="connsiteX487" fmla="*/ 68630 w 986690"/>
                <a:gd name="connsiteY487" fmla="*/ 268818 h 1107285"/>
                <a:gd name="connsiteX488" fmla="*/ 68410 w 986690"/>
                <a:gd name="connsiteY488" fmla="*/ 264652 h 1107285"/>
                <a:gd name="connsiteX489" fmla="*/ 68191 w 986690"/>
                <a:gd name="connsiteY489" fmla="*/ 261473 h 1107285"/>
                <a:gd name="connsiteX490" fmla="*/ 70384 w 986690"/>
                <a:gd name="connsiteY490" fmla="*/ 260815 h 1107285"/>
                <a:gd name="connsiteX491" fmla="*/ 72905 w 986690"/>
                <a:gd name="connsiteY491" fmla="*/ 262350 h 1107285"/>
                <a:gd name="connsiteX492" fmla="*/ 73892 w 986690"/>
                <a:gd name="connsiteY492" fmla="*/ 265858 h 1107285"/>
                <a:gd name="connsiteX493" fmla="*/ 74221 w 986690"/>
                <a:gd name="connsiteY493" fmla="*/ 271230 h 1107285"/>
                <a:gd name="connsiteX494" fmla="*/ 71699 w 986690"/>
                <a:gd name="connsiteY494" fmla="*/ 277041 h 1107285"/>
                <a:gd name="connsiteX495" fmla="*/ 69836 w 986690"/>
                <a:gd name="connsiteY495" fmla="*/ 282522 h 1107285"/>
                <a:gd name="connsiteX496" fmla="*/ 71919 w 986690"/>
                <a:gd name="connsiteY496" fmla="*/ 286579 h 1107285"/>
                <a:gd name="connsiteX497" fmla="*/ 77619 w 986690"/>
                <a:gd name="connsiteY497" fmla="*/ 286688 h 1107285"/>
                <a:gd name="connsiteX498" fmla="*/ 81457 w 986690"/>
                <a:gd name="connsiteY498" fmla="*/ 282851 h 1107285"/>
                <a:gd name="connsiteX499" fmla="*/ 84746 w 986690"/>
                <a:gd name="connsiteY499" fmla="*/ 280988 h 1107285"/>
                <a:gd name="connsiteX500" fmla="*/ 88802 w 986690"/>
                <a:gd name="connsiteY500" fmla="*/ 287017 h 1107285"/>
                <a:gd name="connsiteX501" fmla="*/ 91104 w 986690"/>
                <a:gd name="connsiteY501" fmla="*/ 287894 h 1107285"/>
                <a:gd name="connsiteX502" fmla="*/ 92749 w 986690"/>
                <a:gd name="connsiteY502" fmla="*/ 288991 h 1107285"/>
                <a:gd name="connsiteX503" fmla="*/ 94064 w 986690"/>
                <a:gd name="connsiteY503" fmla="*/ 290635 h 1107285"/>
                <a:gd name="connsiteX504" fmla="*/ 95270 w 986690"/>
                <a:gd name="connsiteY504" fmla="*/ 292937 h 1107285"/>
                <a:gd name="connsiteX505" fmla="*/ 96476 w 986690"/>
                <a:gd name="connsiteY505" fmla="*/ 294143 h 1107285"/>
                <a:gd name="connsiteX506" fmla="*/ 98230 w 986690"/>
                <a:gd name="connsiteY506" fmla="*/ 294582 h 1107285"/>
                <a:gd name="connsiteX507" fmla="*/ 99875 w 986690"/>
                <a:gd name="connsiteY507" fmla="*/ 295349 h 1107285"/>
                <a:gd name="connsiteX508" fmla="*/ 101081 w 986690"/>
                <a:gd name="connsiteY508" fmla="*/ 297432 h 1107285"/>
                <a:gd name="connsiteX509" fmla="*/ 100752 w 986690"/>
                <a:gd name="connsiteY509" fmla="*/ 299406 h 1107285"/>
                <a:gd name="connsiteX510" fmla="*/ 99656 w 986690"/>
                <a:gd name="connsiteY510" fmla="*/ 302585 h 1107285"/>
                <a:gd name="connsiteX511" fmla="*/ 98230 w 986690"/>
                <a:gd name="connsiteY511" fmla="*/ 305764 h 1107285"/>
                <a:gd name="connsiteX512" fmla="*/ 97134 w 986690"/>
                <a:gd name="connsiteY512" fmla="*/ 307628 h 1107285"/>
                <a:gd name="connsiteX513" fmla="*/ 96257 w 986690"/>
                <a:gd name="connsiteY513" fmla="*/ 308176 h 1107285"/>
                <a:gd name="connsiteX514" fmla="*/ 95380 w 986690"/>
                <a:gd name="connsiteY514" fmla="*/ 308067 h 1107285"/>
                <a:gd name="connsiteX515" fmla="*/ 94503 w 986690"/>
                <a:gd name="connsiteY515" fmla="*/ 307738 h 1107285"/>
                <a:gd name="connsiteX516" fmla="*/ 93735 w 986690"/>
                <a:gd name="connsiteY516" fmla="*/ 307847 h 1107285"/>
                <a:gd name="connsiteX517" fmla="*/ 92639 w 986690"/>
                <a:gd name="connsiteY517" fmla="*/ 308834 h 1107285"/>
                <a:gd name="connsiteX518" fmla="*/ 91433 w 986690"/>
                <a:gd name="connsiteY518" fmla="*/ 310259 h 1107285"/>
                <a:gd name="connsiteX519" fmla="*/ 90118 w 986690"/>
                <a:gd name="connsiteY519" fmla="*/ 311904 h 1107285"/>
                <a:gd name="connsiteX520" fmla="*/ 88912 w 986690"/>
                <a:gd name="connsiteY520" fmla="*/ 313548 h 1107285"/>
                <a:gd name="connsiteX521" fmla="*/ 87596 w 986690"/>
                <a:gd name="connsiteY521" fmla="*/ 315522 h 1107285"/>
                <a:gd name="connsiteX522" fmla="*/ 86171 w 986690"/>
                <a:gd name="connsiteY522" fmla="*/ 317385 h 1107285"/>
                <a:gd name="connsiteX523" fmla="*/ 84636 w 986690"/>
                <a:gd name="connsiteY523" fmla="*/ 319249 h 1107285"/>
                <a:gd name="connsiteX524" fmla="*/ 83101 w 986690"/>
                <a:gd name="connsiteY524" fmla="*/ 321003 h 1107285"/>
                <a:gd name="connsiteX525" fmla="*/ 80689 w 986690"/>
                <a:gd name="connsiteY525" fmla="*/ 325498 h 1107285"/>
                <a:gd name="connsiteX526" fmla="*/ 79593 w 986690"/>
                <a:gd name="connsiteY526" fmla="*/ 332515 h 1107285"/>
                <a:gd name="connsiteX527" fmla="*/ 79812 w 986690"/>
                <a:gd name="connsiteY527" fmla="*/ 339860 h 1107285"/>
                <a:gd name="connsiteX528" fmla="*/ 81237 w 986690"/>
                <a:gd name="connsiteY528" fmla="*/ 345232 h 1107285"/>
                <a:gd name="connsiteX529" fmla="*/ 81786 w 986690"/>
                <a:gd name="connsiteY529" fmla="*/ 346438 h 1107285"/>
                <a:gd name="connsiteX530" fmla="*/ 81786 w 986690"/>
                <a:gd name="connsiteY530" fmla="*/ 347425 h 1107285"/>
                <a:gd name="connsiteX531" fmla="*/ 81237 w 986690"/>
                <a:gd name="connsiteY531" fmla="*/ 348082 h 1107285"/>
                <a:gd name="connsiteX532" fmla="*/ 80031 w 986690"/>
                <a:gd name="connsiteY532" fmla="*/ 348521 h 1107285"/>
                <a:gd name="connsiteX533" fmla="*/ 75098 w 986690"/>
                <a:gd name="connsiteY533" fmla="*/ 348631 h 1107285"/>
                <a:gd name="connsiteX534" fmla="*/ 70603 w 986690"/>
                <a:gd name="connsiteY534" fmla="*/ 347096 h 1107285"/>
                <a:gd name="connsiteX535" fmla="*/ 66327 w 986690"/>
                <a:gd name="connsiteY535" fmla="*/ 344684 h 1107285"/>
                <a:gd name="connsiteX536" fmla="*/ 62052 w 986690"/>
                <a:gd name="connsiteY536" fmla="*/ 341943 h 1107285"/>
                <a:gd name="connsiteX537" fmla="*/ 59640 w 986690"/>
                <a:gd name="connsiteY537" fmla="*/ 340956 h 1107285"/>
                <a:gd name="connsiteX538" fmla="*/ 57118 w 986690"/>
                <a:gd name="connsiteY538" fmla="*/ 340079 h 1107285"/>
                <a:gd name="connsiteX539" fmla="*/ 54487 w 986690"/>
                <a:gd name="connsiteY539" fmla="*/ 339422 h 1107285"/>
                <a:gd name="connsiteX540" fmla="*/ 51856 w 986690"/>
                <a:gd name="connsiteY540" fmla="*/ 338983 h 1107285"/>
                <a:gd name="connsiteX541" fmla="*/ 49115 w 986690"/>
                <a:gd name="connsiteY541" fmla="*/ 338654 h 1107285"/>
                <a:gd name="connsiteX542" fmla="*/ 45826 w 986690"/>
                <a:gd name="connsiteY542" fmla="*/ 338983 h 1107285"/>
                <a:gd name="connsiteX543" fmla="*/ 42976 w 986690"/>
                <a:gd name="connsiteY543" fmla="*/ 340299 h 1107285"/>
                <a:gd name="connsiteX544" fmla="*/ 41660 w 986690"/>
                <a:gd name="connsiteY544" fmla="*/ 342710 h 1107285"/>
                <a:gd name="connsiteX545" fmla="*/ 42208 w 986690"/>
                <a:gd name="connsiteY545" fmla="*/ 345122 h 1107285"/>
                <a:gd name="connsiteX546" fmla="*/ 43633 w 986690"/>
                <a:gd name="connsiteY546" fmla="*/ 346876 h 1107285"/>
                <a:gd name="connsiteX547" fmla="*/ 44949 w 986690"/>
                <a:gd name="connsiteY547" fmla="*/ 348631 h 1107285"/>
                <a:gd name="connsiteX548" fmla="*/ 45059 w 986690"/>
                <a:gd name="connsiteY548" fmla="*/ 351262 h 1107285"/>
                <a:gd name="connsiteX549" fmla="*/ 44840 w 986690"/>
                <a:gd name="connsiteY549" fmla="*/ 353674 h 1107285"/>
                <a:gd name="connsiteX550" fmla="*/ 44840 w 986690"/>
                <a:gd name="connsiteY550" fmla="*/ 355537 h 1107285"/>
                <a:gd name="connsiteX551" fmla="*/ 44072 w 986690"/>
                <a:gd name="connsiteY551" fmla="*/ 357072 h 1107285"/>
                <a:gd name="connsiteX552" fmla="*/ 41660 w 986690"/>
                <a:gd name="connsiteY552" fmla="*/ 358607 h 1107285"/>
                <a:gd name="connsiteX553" fmla="*/ 39138 w 986690"/>
                <a:gd name="connsiteY553" fmla="*/ 359265 h 1107285"/>
                <a:gd name="connsiteX554" fmla="*/ 36507 w 986690"/>
                <a:gd name="connsiteY554" fmla="*/ 359374 h 1107285"/>
                <a:gd name="connsiteX555" fmla="*/ 33876 w 986690"/>
                <a:gd name="connsiteY555" fmla="*/ 359594 h 1107285"/>
                <a:gd name="connsiteX556" fmla="*/ 31245 w 986690"/>
                <a:gd name="connsiteY556" fmla="*/ 360580 h 1107285"/>
                <a:gd name="connsiteX557" fmla="*/ 29052 w 986690"/>
                <a:gd name="connsiteY557" fmla="*/ 363760 h 1107285"/>
                <a:gd name="connsiteX558" fmla="*/ 29381 w 986690"/>
                <a:gd name="connsiteY558" fmla="*/ 366720 h 1107285"/>
                <a:gd name="connsiteX559" fmla="*/ 31574 w 986690"/>
                <a:gd name="connsiteY559" fmla="*/ 368803 h 1107285"/>
                <a:gd name="connsiteX560" fmla="*/ 34972 w 986690"/>
                <a:gd name="connsiteY560" fmla="*/ 369351 h 1107285"/>
                <a:gd name="connsiteX561" fmla="*/ 37604 w 986690"/>
                <a:gd name="connsiteY561" fmla="*/ 368255 h 1107285"/>
                <a:gd name="connsiteX562" fmla="*/ 39906 w 986690"/>
                <a:gd name="connsiteY562" fmla="*/ 366501 h 1107285"/>
                <a:gd name="connsiteX563" fmla="*/ 42099 w 986690"/>
                <a:gd name="connsiteY563" fmla="*/ 365404 h 1107285"/>
                <a:gd name="connsiteX564" fmla="*/ 44401 w 986690"/>
                <a:gd name="connsiteY564" fmla="*/ 366281 h 1107285"/>
                <a:gd name="connsiteX565" fmla="*/ 44949 w 986690"/>
                <a:gd name="connsiteY565" fmla="*/ 369899 h 1107285"/>
                <a:gd name="connsiteX566" fmla="*/ 44072 w 986690"/>
                <a:gd name="connsiteY566" fmla="*/ 373736 h 1107285"/>
                <a:gd name="connsiteX567" fmla="*/ 42318 w 986690"/>
                <a:gd name="connsiteY567" fmla="*/ 377464 h 1107285"/>
                <a:gd name="connsiteX568" fmla="*/ 40454 w 986690"/>
                <a:gd name="connsiteY568" fmla="*/ 380643 h 1107285"/>
                <a:gd name="connsiteX569" fmla="*/ 36398 w 986690"/>
                <a:gd name="connsiteY569" fmla="*/ 384700 h 1107285"/>
                <a:gd name="connsiteX570" fmla="*/ 31245 w 986690"/>
                <a:gd name="connsiteY570" fmla="*/ 388098 h 1107285"/>
                <a:gd name="connsiteX571" fmla="*/ 26641 w 986690"/>
                <a:gd name="connsiteY571" fmla="*/ 391606 h 1107285"/>
                <a:gd name="connsiteX572" fmla="*/ 24229 w 986690"/>
                <a:gd name="connsiteY572" fmla="*/ 395882 h 1107285"/>
                <a:gd name="connsiteX573" fmla="*/ 23790 w 986690"/>
                <a:gd name="connsiteY573" fmla="*/ 399610 h 1107285"/>
                <a:gd name="connsiteX574" fmla="*/ 23351 w 986690"/>
                <a:gd name="connsiteY574" fmla="*/ 403666 h 1107285"/>
                <a:gd name="connsiteX575" fmla="*/ 22694 w 986690"/>
                <a:gd name="connsiteY575" fmla="*/ 407613 h 1107285"/>
                <a:gd name="connsiteX576" fmla="*/ 21488 w 986690"/>
                <a:gd name="connsiteY576" fmla="*/ 411121 h 1107285"/>
                <a:gd name="connsiteX577" fmla="*/ 20063 w 986690"/>
                <a:gd name="connsiteY577" fmla="*/ 413094 h 1107285"/>
                <a:gd name="connsiteX578" fmla="*/ 18089 w 986690"/>
                <a:gd name="connsiteY578" fmla="*/ 414958 h 1107285"/>
                <a:gd name="connsiteX579" fmla="*/ 16006 w 986690"/>
                <a:gd name="connsiteY579" fmla="*/ 416822 h 1107285"/>
                <a:gd name="connsiteX580" fmla="*/ 14252 w 986690"/>
                <a:gd name="connsiteY580" fmla="*/ 418686 h 1107285"/>
                <a:gd name="connsiteX581" fmla="*/ 14691 w 986690"/>
                <a:gd name="connsiteY581" fmla="*/ 423400 h 1107285"/>
                <a:gd name="connsiteX582" fmla="*/ 17651 w 986690"/>
                <a:gd name="connsiteY582" fmla="*/ 428224 h 1107285"/>
                <a:gd name="connsiteX583" fmla="*/ 21378 w 986690"/>
                <a:gd name="connsiteY583" fmla="*/ 433047 h 1107285"/>
                <a:gd name="connsiteX584" fmla="*/ 24009 w 986690"/>
                <a:gd name="connsiteY584" fmla="*/ 437762 h 1107285"/>
                <a:gd name="connsiteX585" fmla="*/ 28066 w 986690"/>
                <a:gd name="connsiteY585" fmla="*/ 446423 h 1107285"/>
                <a:gd name="connsiteX586" fmla="*/ 34424 w 986690"/>
                <a:gd name="connsiteY586" fmla="*/ 448286 h 1107285"/>
                <a:gd name="connsiteX587" fmla="*/ 41112 w 986690"/>
                <a:gd name="connsiteY587" fmla="*/ 444668 h 1107285"/>
                <a:gd name="connsiteX588" fmla="*/ 46374 w 986690"/>
                <a:gd name="connsiteY588" fmla="*/ 437104 h 1107285"/>
                <a:gd name="connsiteX589" fmla="*/ 47471 w 986690"/>
                <a:gd name="connsiteY589" fmla="*/ 433705 h 1107285"/>
                <a:gd name="connsiteX590" fmla="*/ 48348 w 986690"/>
                <a:gd name="connsiteY590" fmla="*/ 430197 h 1107285"/>
                <a:gd name="connsiteX591" fmla="*/ 49773 w 986690"/>
                <a:gd name="connsiteY591" fmla="*/ 427127 h 1107285"/>
                <a:gd name="connsiteX592" fmla="*/ 52404 w 986690"/>
                <a:gd name="connsiteY592" fmla="*/ 425154 h 1107285"/>
                <a:gd name="connsiteX593" fmla="*/ 55583 w 986690"/>
                <a:gd name="connsiteY593" fmla="*/ 427785 h 1107285"/>
                <a:gd name="connsiteX594" fmla="*/ 57995 w 986690"/>
                <a:gd name="connsiteY594" fmla="*/ 430745 h 1107285"/>
                <a:gd name="connsiteX595" fmla="*/ 60517 w 986690"/>
                <a:gd name="connsiteY595" fmla="*/ 431403 h 1107285"/>
                <a:gd name="connsiteX596" fmla="*/ 64025 w 986690"/>
                <a:gd name="connsiteY596" fmla="*/ 427346 h 1107285"/>
                <a:gd name="connsiteX597" fmla="*/ 66327 w 986690"/>
                <a:gd name="connsiteY597" fmla="*/ 424277 h 1107285"/>
                <a:gd name="connsiteX598" fmla="*/ 68958 w 986690"/>
                <a:gd name="connsiteY598" fmla="*/ 421536 h 1107285"/>
                <a:gd name="connsiteX599" fmla="*/ 71590 w 986690"/>
                <a:gd name="connsiteY599" fmla="*/ 418795 h 1107285"/>
                <a:gd name="connsiteX600" fmla="*/ 73892 w 986690"/>
                <a:gd name="connsiteY600" fmla="*/ 415725 h 1107285"/>
                <a:gd name="connsiteX601" fmla="*/ 76962 w 986690"/>
                <a:gd name="connsiteY601" fmla="*/ 411888 h 1107285"/>
                <a:gd name="connsiteX602" fmla="*/ 80141 w 986690"/>
                <a:gd name="connsiteY602" fmla="*/ 408051 h 1107285"/>
                <a:gd name="connsiteX603" fmla="*/ 83320 w 986690"/>
                <a:gd name="connsiteY603" fmla="*/ 404324 h 1107285"/>
                <a:gd name="connsiteX604" fmla="*/ 86719 w 986690"/>
                <a:gd name="connsiteY604" fmla="*/ 400815 h 1107285"/>
                <a:gd name="connsiteX605" fmla="*/ 91433 w 986690"/>
                <a:gd name="connsiteY605" fmla="*/ 394238 h 1107285"/>
                <a:gd name="connsiteX606" fmla="*/ 97902 w 986690"/>
                <a:gd name="connsiteY606" fmla="*/ 385577 h 1107285"/>
                <a:gd name="connsiteX607" fmla="*/ 104808 w 986690"/>
                <a:gd name="connsiteY607" fmla="*/ 378451 h 1107285"/>
                <a:gd name="connsiteX608" fmla="*/ 111057 w 986690"/>
                <a:gd name="connsiteY608" fmla="*/ 376587 h 1107285"/>
                <a:gd name="connsiteX609" fmla="*/ 111606 w 986690"/>
                <a:gd name="connsiteY609" fmla="*/ 376916 h 1107285"/>
                <a:gd name="connsiteX610" fmla="*/ 112154 w 986690"/>
                <a:gd name="connsiteY610" fmla="*/ 377245 h 1107285"/>
                <a:gd name="connsiteX611" fmla="*/ 112592 w 986690"/>
                <a:gd name="connsiteY611" fmla="*/ 377683 h 1107285"/>
                <a:gd name="connsiteX612" fmla="*/ 112921 w 986690"/>
                <a:gd name="connsiteY612" fmla="*/ 378122 h 1107285"/>
                <a:gd name="connsiteX613" fmla="*/ 114456 w 986690"/>
                <a:gd name="connsiteY613" fmla="*/ 381301 h 1107285"/>
                <a:gd name="connsiteX614" fmla="*/ 117416 w 986690"/>
                <a:gd name="connsiteY614" fmla="*/ 381520 h 1107285"/>
                <a:gd name="connsiteX615" fmla="*/ 120486 w 986690"/>
                <a:gd name="connsiteY615" fmla="*/ 381520 h 1107285"/>
                <a:gd name="connsiteX616" fmla="*/ 122459 w 986690"/>
                <a:gd name="connsiteY616" fmla="*/ 384042 h 1107285"/>
                <a:gd name="connsiteX617" fmla="*/ 122459 w 986690"/>
                <a:gd name="connsiteY617" fmla="*/ 386344 h 1107285"/>
                <a:gd name="connsiteX618" fmla="*/ 122020 w 986690"/>
                <a:gd name="connsiteY618" fmla="*/ 388537 h 1107285"/>
                <a:gd name="connsiteX619" fmla="*/ 121801 w 986690"/>
                <a:gd name="connsiteY619" fmla="*/ 390729 h 1107285"/>
                <a:gd name="connsiteX620" fmla="*/ 122349 w 986690"/>
                <a:gd name="connsiteY620" fmla="*/ 393032 h 1107285"/>
                <a:gd name="connsiteX621" fmla="*/ 123117 w 986690"/>
                <a:gd name="connsiteY621" fmla="*/ 394238 h 1107285"/>
                <a:gd name="connsiteX622" fmla="*/ 124103 w 986690"/>
                <a:gd name="connsiteY622" fmla="*/ 395334 h 1107285"/>
                <a:gd name="connsiteX623" fmla="*/ 125090 w 986690"/>
                <a:gd name="connsiteY623" fmla="*/ 396430 h 1107285"/>
                <a:gd name="connsiteX624" fmla="*/ 125967 w 986690"/>
                <a:gd name="connsiteY624" fmla="*/ 397636 h 1107285"/>
                <a:gd name="connsiteX625" fmla="*/ 126406 w 986690"/>
                <a:gd name="connsiteY625" fmla="*/ 400815 h 1107285"/>
                <a:gd name="connsiteX626" fmla="*/ 124981 w 986690"/>
                <a:gd name="connsiteY626" fmla="*/ 403556 h 1107285"/>
                <a:gd name="connsiteX627" fmla="*/ 123007 w 986690"/>
                <a:gd name="connsiteY627" fmla="*/ 406188 h 1107285"/>
                <a:gd name="connsiteX628" fmla="*/ 121692 w 986690"/>
                <a:gd name="connsiteY628" fmla="*/ 409038 h 1107285"/>
                <a:gd name="connsiteX629" fmla="*/ 121692 w 986690"/>
                <a:gd name="connsiteY629" fmla="*/ 412327 h 1107285"/>
                <a:gd name="connsiteX630" fmla="*/ 122788 w 986690"/>
                <a:gd name="connsiteY630" fmla="*/ 415397 h 1107285"/>
                <a:gd name="connsiteX631" fmla="*/ 124542 w 986690"/>
                <a:gd name="connsiteY631" fmla="*/ 418247 h 1107285"/>
                <a:gd name="connsiteX632" fmla="*/ 126625 w 986690"/>
                <a:gd name="connsiteY632" fmla="*/ 420769 h 1107285"/>
                <a:gd name="connsiteX633" fmla="*/ 129366 w 986690"/>
                <a:gd name="connsiteY633" fmla="*/ 419014 h 1107285"/>
                <a:gd name="connsiteX634" fmla="*/ 131668 w 986690"/>
                <a:gd name="connsiteY634" fmla="*/ 416822 h 1107285"/>
                <a:gd name="connsiteX635" fmla="*/ 133532 w 986690"/>
                <a:gd name="connsiteY635" fmla="*/ 414191 h 1107285"/>
                <a:gd name="connsiteX636" fmla="*/ 134957 w 986690"/>
                <a:gd name="connsiteY636" fmla="*/ 411121 h 1107285"/>
                <a:gd name="connsiteX637" fmla="*/ 136382 w 986690"/>
                <a:gd name="connsiteY637" fmla="*/ 407065 h 1107285"/>
                <a:gd name="connsiteX638" fmla="*/ 137259 w 986690"/>
                <a:gd name="connsiteY638" fmla="*/ 402789 h 1107285"/>
                <a:gd name="connsiteX639" fmla="*/ 137698 w 986690"/>
                <a:gd name="connsiteY639" fmla="*/ 398404 h 1107285"/>
                <a:gd name="connsiteX640" fmla="*/ 137698 w 986690"/>
                <a:gd name="connsiteY640" fmla="*/ 394128 h 1107285"/>
                <a:gd name="connsiteX641" fmla="*/ 137588 w 986690"/>
                <a:gd name="connsiteY641" fmla="*/ 391606 h 1107285"/>
                <a:gd name="connsiteX642" fmla="*/ 137369 w 986690"/>
                <a:gd name="connsiteY642" fmla="*/ 389304 h 1107285"/>
                <a:gd name="connsiteX643" fmla="*/ 137040 w 986690"/>
                <a:gd name="connsiteY643" fmla="*/ 387111 h 1107285"/>
                <a:gd name="connsiteX644" fmla="*/ 136492 w 986690"/>
                <a:gd name="connsiteY644" fmla="*/ 385028 h 1107285"/>
                <a:gd name="connsiteX645" fmla="*/ 135396 w 986690"/>
                <a:gd name="connsiteY645" fmla="*/ 383494 h 1107285"/>
                <a:gd name="connsiteX646" fmla="*/ 133861 w 986690"/>
                <a:gd name="connsiteY646" fmla="*/ 381301 h 1107285"/>
                <a:gd name="connsiteX647" fmla="*/ 133422 w 986690"/>
                <a:gd name="connsiteY647" fmla="*/ 379437 h 1107285"/>
                <a:gd name="connsiteX648" fmla="*/ 135724 w 986690"/>
                <a:gd name="connsiteY648" fmla="*/ 378670 h 1107285"/>
                <a:gd name="connsiteX649" fmla="*/ 138246 w 986690"/>
                <a:gd name="connsiteY649" fmla="*/ 377793 h 1107285"/>
                <a:gd name="connsiteX650" fmla="*/ 139123 w 986690"/>
                <a:gd name="connsiteY650" fmla="*/ 375381 h 1107285"/>
                <a:gd name="connsiteX651" fmla="*/ 139233 w 986690"/>
                <a:gd name="connsiteY651" fmla="*/ 372311 h 1107285"/>
                <a:gd name="connsiteX652" fmla="*/ 139343 w 986690"/>
                <a:gd name="connsiteY652" fmla="*/ 369351 h 1107285"/>
                <a:gd name="connsiteX653" fmla="*/ 140658 w 986690"/>
                <a:gd name="connsiteY653" fmla="*/ 367268 h 1107285"/>
                <a:gd name="connsiteX654" fmla="*/ 142960 w 986690"/>
                <a:gd name="connsiteY654" fmla="*/ 366391 h 1107285"/>
                <a:gd name="connsiteX655" fmla="*/ 145372 w 986690"/>
                <a:gd name="connsiteY655" fmla="*/ 365514 h 1107285"/>
                <a:gd name="connsiteX656" fmla="*/ 147126 w 986690"/>
                <a:gd name="connsiteY656" fmla="*/ 363650 h 1107285"/>
                <a:gd name="connsiteX657" fmla="*/ 147455 w 986690"/>
                <a:gd name="connsiteY657" fmla="*/ 360361 h 1107285"/>
                <a:gd name="connsiteX658" fmla="*/ 147017 w 986690"/>
                <a:gd name="connsiteY658" fmla="*/ 356853 h 1107285"/>
                <a:gd name="connsiteX659" fmla="*/ 147017 w 986690"/>
                <a:gd name="connsiteY659" fmla="*/ 353454 h 1107285"/>
                <a:gd name="connsiteX660" fmla="*/ 148771 w 986690"/>
                <a:gd name="connsiteY660" fmla="*/ 350604 h 1107285"/>
                <a:gd name="connsiteX661" fmla="*/ 151073 w 986690"/>
                <a:gd name="connsiteY661" fmla="*/ 349508 h 1107285"/>
                <a:gd name="connsiteX662" fmla="*/ 153266 w 986690"/>
                <a:gd name="connsiteY662" fmla="*/ 349617 h 1107285"/>
                <a:gd name="connsiteX663" fmla="*/ 155458 w 986690"/>
                <a:gd name="connsiteY663" fmla="*/ 350604 h 1107285"/>
                <a:gd name="connsiteX664" fmla="*/ 157541 w 986690"/>
                <a:gd name="connsiteY664" fmla="*/ 351920 h 1107285"/>
                <a:gd name="connsiteX665" fmla="*/ 162804 w 986690"/>
                <a:gd name="connsiteY665" fmla="*/ 351700 h 1107285"/>
                <a:gd name="connsiteX666" fmla="*/ 166531 w 986690"/>
                <a:gd name="connsiteY666" fmla="*/ 351152 h 1107285"/>
                <a:gd name="connsiteX667" fmla="*/ 170039 w 986690"/>
                <a:gd name="connsiteY667" fmla="*/ 351920 h 1107285"/>
                <a:gd name="connsiteX668" fmla="*/ 174534 w 986690"/>
                <a:gd name="connsiteY668" fmla="*/ 355537 h 1107285"/>
                <a:gd name="connsiteX669" fmla="*/ 177275 w 986690"/>
                <a:gd name="connsiteY669" fmla="*/ 359374 h 1107285"/>
                <a:gd name="connsiteX670" fmla="*/ 177824 w 986690"/>
                <a:gd name="connsiteY670" fmla="*/ 363650 h 1107285"/>
                <a:gd name="connsiteX671" fmla="*/ 177494 w 986690"/>
                <a:gd name="connsiteY671" fmla="*/ 368145 h 1107285"/>
                <a:gd name="connsiteX672" fmla="*/ 177604 w 986690"/>
                <a:gd name="connsiteY672" fmla="*/ 372969 h 1107285"/>
                <a:gd name="connsiteX673" fmla="*/ 178920 w 986690"/>
                <a:gd name="connsiteY673" fmla="*/ 377135 h 1107285"/>
                <a:gd name="connsiteX674" fmla="*/ 181112 w 986690"/>
                <a:gd name="connsiteY674" fmla="*/ 380424 h 1107285"/>
                <a:gd name="connsiteX675" fmla="*/ 183524 w 986690"/>
                <a:gd name="connsiteY675" fmla="*/ 383603 h 1107285"/>
                <a:gd name="connsiteX676" fmla="*/ 185498 w 986690"/>
                <a:gd name="connsiteY676" fmla="*/ 387331 h 1107285"/>
                <a:gd name="connsiteX677" fmla="*/ 183415 w 986690"/>
                <a:gd name="connsiteY677" fmla="*/ 389962 h 1107285"/>
                <a:gd name="connsiteX678" fmla="*/ 181441 w 986690"/>
                <a:gd name="connsiteY678" fmla="*/ 392264 h 1107285"/>
                <a:gd name="connsiteX679" fmla="*/ 181222 w 986690"/>
                <a:gd name="connsiteY679" fmla="*/ 394347 h 1107285"/>
                <a:gd name="connsiteX680" fmla="*/ 184511 w 986690"/>
                <a:gd name="connsiteY680" fmla="*/ 396101 h 1107285"/>
                <a:gd name="connsiteX681" fmla="*/ 186375 w 986690"/>
                <a:gd name="connsiteY681" fmla="*/ 396101 h 1107285"/>
                <a:gd name="connsiteX682" fmla="*/ 188677 w 986690"/>
                <a:gd name="connsiteY682" fmla="*/ 395663 h 1107285"/>
                <a:gd name="connsiteX683" fmla="*/ 191089 w 986690"/>
                <a:gd name="connsiteY683" fmla="*/ 395224 h 1107285"/>
                <a:gd name="connsiteX684" fmla="*/ 193172 w 986690"/>
                <a:gd name="connsiteY684" fmla="*/ 395115 h 1107285"/>
                <a:gd name="connsiteX685" fmla="*/ 195693 w 986690"/>
                <a:gd name="connsiteY685" fmla="*/ 395553 h 1107285"/>
                <a:gd name="connsiteX686" fmla="*/ 198325 w 986690"/>
                <a:gd name="connsiteY686" fmla="*/ 396211 h 1107285"/>
                <a:gd name="connsiteX687" fmla="*/ 200846 w 986690"/>
                <a:gd name="connsiteY687" fmla="*/ 396978 h 1107285"/>
                <a:gd name="connsiteX688" fmla="*/ 203368 w 986690"/>
                <a:gd name="connsiteY688" fmla="*/ 397746 h 1107285"/>
                <a:gd name="connsiteX689" fmla="*/ 207643 w 986690"/>
                <a:gd name="connsiteY689" fmla="*/ 400267 h 1107285"/>
                <a:gd name="connsiteX690" fmla="*/ 211151 w 986690"/>
                <a:gd name="connsiteY690" fmla="*/ 405420 h 1107285"/>
                <a:gd name="connsiteX691" fmla="*/ 213344 w 986690"/>
                <a:gd name="connsiteY691" fmla="*/ 411450 h 1107285"/>
                <a:gd name="connsiteX692" fmla="*/ 213563 w 986690"/>
                <a:gd name="connsiteY692" fmla="*/ 416603 h 1107285"/>
                <a:gd name="connsiteX693" fmla="*/ 213015 w 986690"/>
                <a:gd name="connsiteY693" fmla="*/ 417699 h 1107285"/>
                <a:gd name="connsiteX694" fmla="*/ 212358 w 986690"/>
                <a:gd name="connsiteY694" fmla="*/ 418686 h 1107285"/>
                <a:gd name="connsiteX695" fmla="*/ 211590 w 986690"/>
                <a:gd name="connsiteY695" fmla="*/ 419453 h 1107285"/>
                <a:gd name="connsiteX696" fmla="*/ 210713 w 986690"/>
                <a:gd name="connsiteY696" fmla="*/ 420001 h 1107285"/>
                <a:gd name="connsiteX697" fmla="*/ 208630 w 986690"/>
                <a:gd name="connsiteY697" fmla="*/ 423400 h 1107285"/>
                <a:gd name="connsiteX698" fmla="*/ 206218 w 986690"/>
                <a:gd name="connsiteY698" fmla="*/ 427456 h 1107285"/>
                <a:gd name="connsiteX699" fmla="*/ 203697 w 986690"/>
                <a:gd name="connsiteY699" fmla="*/ 431293 h 1107285"/>
                <a:gd name="connsiteX700" fmla="*/ 201175 w 986690"/>
                <a:gd name="connsiteY700" fmla="*/ 434034 h 1107285"/>
                <a:gd name="connsiteX701" fmla="*/ 197667 w 986690"/>
                <a:gd name="connsiteY701" fmla="*/ 435240 h 1107285"/>
                <a:gd name="connsiteX702" fmla="*/ 195036 w 986690"/>
                <a:gd name="connsiteY702" fmla="*/ 433596 h 1107285"/>
                <a:gd name="connsiteX703" fmla="*/ 192843 w 986690"/>
                <a:gd name="connsiteY703" fmla="*/ 430635 h 1107285"/>
                <a:gd name="connsiteX704" fmla="*/ 190760 w 986690"/>
                <a:gd name="connsiteY704" fmla="*/ 427675 h 1107285"/>
                <a:gd name="connsiteX705" fmla="*/ 187142 w 986690"/>
                <a:gd name="connsiteY705" fmla="*/ 424825 h 1107285"/>
                <a:gd name="connsiteX706" fmla="*/ 185169 w 986690"/>
                <a:gd name="connsiteY706" fmla="*/ 425373 h 1107285"/>
                <a:gd name="connsiteX707" fmla="*/ 183415 w 986690"/>
                <a:gd name="connsiteY707" fmla="*/ 427785 h 1107285"/>
                <a:gd name="connsiteX708" fmla="*/ 180455 w 986690"/>
                <a:gd name="connsiteY708" fmla="*/ 430197 h 1107285"/>
                <a:gd name="connsiteX709" fmla="*/ 177714 w 986690"/>
                <a:gd name="connsiteY709" fmla="*/ 430635 h 1107285"/>
                <a:gd name="connsiteX710" fmla="*/ 174644 w 986690"/>
                <a:gd name="connsiteY710" fmla="*/ 430307 h 1107285"/>
                <a:gd name="connsiteX711" fmla="*/ 172013 w 986690"/>
                <a:gd name="connsiteY711" fmla="*/ 430526 h 1107285"/>
                <a:gd name="connsiteX712" fmla="*/ 170368 w 986690"/>
                <a:gd name="connsiteY712" fmla="*/ 432390 h 1107285"/>
                <a:gd name="connsiteX713" fmla="*/ 171684 w 986690"/>
                <a:gd name="connsiteY713" fmla="*/ 435679 h 1107285"/>
                <a:gd name="connsiteX714" fmla="*/ 172451 w 986690"/>
                <a:gd name="connsiteY714" fmla="*/ 438968 h 1107285"/>
                <a:gd name="connsiteX715" fmla="*/ 172671 w 986690"/>
                <a:gd name="connsiteY715" fmla="*/ 442366 h 1107285"/>
                <a:gd name="connsiteX716" fmla="*/ 172122 w 986690"/>
                <a:gd name="connsiteY716" fmla="*/ 445874 h 1107285"/>
                <a:gd name="connsiteX717" fmla="*/ 172122 w 986690"/>
                <a:gd name="connsiteY717" fmla="*/ 445984 h 1107285"/>
                <a:gd name="connsiteX718" fmla="*/ 172122 w 986690"/>
                <a:gd name="connsiteY718" fmla="*/ 446094 h 1107285"/>
                <a:gd name="connsiteX719" fmla="*/ 172122 w 986690"/>
                <a:gd name="connsiteY719" fmla="*/ 446203 h 1107285"/>
                <a:gd name="connsiteX720" fmla="*/ 172122 w 986690"/>
                <a:gd name="connsiteY720" fmla="*/ 446313 h 1107285"/>
                <a:gd name="connsiteX721" fmla="*/ 172342 w 986690"/>
                <a:gd name="connsiteY721" fmla="*/ 447957 h 1107285"/>
                <a:gd name="connsiteX722" fmla="*/ 172780 w 986690"/>
                <a:gd name="connsiteY722" fmla="*/ 449492 h 1107285"/>
                <a:gd name="connsiteX723" fmla="*/ 173438 w 986690"/>
                <a:gd name="connsiteY723" fmla="*/ 450917 h 1107285"/>
                <a:gd name="connsiteX724" fmla="*/ 174315 w 986690"/>
                <a:gd name="connsiteY724" fmla="*/ 452233 h 1107285"/>
                <a:gd name="connsiteX725" fmla="*/ 174096 w 986690"/>
                <a:gd name="connsiteY725" fmla="*/ 454645 h 1107285"/>
                <a:gd name="connsiteX726" fmla="*/ 173109 w 986690"/>
                <a:gd name="connsiteY726" fmla="*/ 457057 h 1107285"/>
                <a:gd name="connsiteX727" fmla="*/ 171794 w 986690"/>
                <a:gd name="connsiteY727" fmla="*/ 459469 h 1107285"/>
                <a:gd name="connsiteX728" fmla="*/ 170478 w 986690"/>
                <a:gd name="connsiteY728" fmla="*/ 461881 h 1107285"/>
                <a:gd name="connsiteX729" fmla="*/ 171355 w 986690"/>
                <a:gd name="connsiteY729" fmla="*/ 465389 h 1107285"/>
                <a:gd name="connsiteX730" fmla="*/ 174425 w 986690"/>
                <a:gd name="connsiteY730" fmla="*/ 467801 h 1107285"/>
                <a:gd name="connsiteX731" fmla="*/ 178262 w 986690"/>
                <a:gd name="connsiteY731" fmla="*/ 469555 h 1107285"/>
                <a:gd name="connsiteX732" fmla="*/ 181551 w 986690"/>
                <a:gd name="connsiteY732" fmla="*/ 471199 h 1107285"/>
                <a:gd name="connsiteX733" fmla="*/ 182318 w 986690"/>
                <a:gd name="connsiteY733" fmla="*/ 471857 h 1107285"/>
                <a:gd name="connsiteX734" fmla="*/ 183086 w 986690"/>
                <a:gd name="connsiteY734" fmla="*/ 472625 h 1107285"/>
                <a:gd name="connsiteX735" fmla="*/ 183743 w 986690"/>
                <a:gd name="connsiteY735" fmla="*/ 473392 h 1107285"/>
                <a:gd name="connsiteX736" fmla="*/ 184401 w 986690"/>
                <a:gd name="connsiteY736" fmla="*/ 474269 h 1107285"/>
                <a:gd name="connsiteX737" fmla="*/ 184840 w 986690"/>
                <a:gd name="connsiteY737" fmla="*/ 474817 h 1107285"/>
                <a:gd name="connsiteX738" fmla="*/ 185169 w 986690"/>
                <a:gd name="connsiteY738" fmla="*/ 475365 h 1107285"/>
                <a:gd name="connsiteX739" fmla="*/ 185498 w 986690"/>
                <a:gd name="connsiteY739" fmla="*/ 475914 h 1107285"/>
                <a:gd name="connsiteX740" fmla="*/ 185717 w 986690"/>
                <a:gd name="connsiteY740" fmla="*/ 476462 h 1107285"/>
                <a:gd name="connsiteX741" fmla="*/ 186484 w 986690"/>
                <a:gd name="connsiteY741" fmla="*/ 480080 h 1107285"/>
                <a:gd name="connsiteX742" fmla="*/ 188019 w 986690"/>
                <a:gd name="connsiteY742" fmla="*/ 483259 h 1107285"/>
                <a:gd name="connsiteX743" fmla="*/ 190431 w 986690"/>
                <a:gd name="connsiteY743" fmla="*/ 485232 h 1107285"/>
                <a:gd name="connsiteX744" fmla="*/ 193939 w 986690"/>
                <a:gd name="connsiteY744" fmla="*/ 485232 h 1107285"/>
                <a:gd name="connsiteX745" fmla="*/ 194378 w 986690"/>
                <a:gd name="connsiteY745" fmla="*/ 485123 h 1107285"/>
                <a:gd name="connsiteX746" fmla="*/ 194816 w 986690"/>
                <a:gd name="connsiteY746" fmla="*/ 484903 h 1107285"/>
                <a:gd name="connsiteX747" fmla="*/ 195255 w 986690"/>
                <a:gd name="connsiteY747" fmla="*/ 484684 h 1107285"/>
                <a:gd name="connsiteX748" fmla="*/ 195693 w 986690"/>
                <a:gd name="connsiteY748" fmla="*/ 484465 h 1107285"/>
                <a:gd name="connsiteX749" fmla="*/ 201504 w 986690"/>
                <a:gd name="connsiteY749" fmla="*/ 482382 h 1107285"/>
                <a:gd name="connsiteX750" fmla="*/ 204683 w 986690"/>
                <a:gd name="connsiteY750" fmla="*/ 483478 h 1107285"/>
                <a:gd name="connsiteX751" fmla="*/ 205999 w 986690"/>
                <a:gd name="connsiteY751" fmla="*/ 487315 h 1107285"/>
                <a:gd name="connsiteX752" fmla="*/ 206437 w 986690"/>
                <a:gd name="connsiteY752" fmla="*/ 493126 h 1107285"/>
                <a:gd name="connsiteX753" fmla="*/ 206657 w 986690"/>
                <a:gd name="connsiteY753" fmla="*/ 494551 h 1107285"/>
                <a:gd name="connsiteX754" fmla="*/ 207205 w 986690"/>
                <a:gd name="connsiteY754" fmla="*/ 495757 h 1107285"/>
                <a:gd name="connsiteX755" fmla="*/ 208082 w 986690"/>
                <a:gd name="connsiteY755" fmla="*/ 496744 h 1107285"/>
                <a:gd name="connsiteX756" fmla="*/ 209178 w 986690"/>
                <a:gd name="connsiteY756" fmla="*/ 497511 h 1107285"/>
                <a:gd name="connsiteX757" fmla="*/ 209836 w 986690"/>
                <a:gd name="connsiteY757" fmla="*/ 497730 h 1107285"/>
                <a:gd name="connsiteX758" fmla="*/ 210494 w 986690"/>
                <a:gd name="connsiteY758" fmla="*/ 497840 h 1107285"/>
                <a:gd name="connsiteX759" fmla="*/ 211151 w 986690"/>
                <a:gd name="connsiteY759" fmla="*/ 497730 h 1107285"/>
                <a:gd name="connsiteX760" fmla="*/ 211700 w 986690"/>
                <a:gd name="connsiteY760" fmla="*/ 497401 h 1107285"/>
                <a:gd name="connsiteX761" fmla="*/ 213125 w 986690"/>
                <a:gd name="connsiteY761" fmla="*/ 496634 h 1107285"/>
                <a:gd name="connsiteX762" fmla="*/ 214441 w 986690"/>
                <a:gd name="connsiteY762" fmla="*/ 495867 h 1107285"/>
                <a:gd name="connsiteX763" fmla="*/ 215646 w 986690"/>
                <a:gd name="connsiteY763" fmla="*/ 494990 h 1107285"/>
                <a:gd name="connsiteX764" fmla="*/ 216853 w 986690"/>
                <a:gd name="connsiteY764" fmla="*/ 494003 h 1107285"/>
                <a:gd name="connsiteX765" fmla="*/ 218936 w 986690"/>
                <a:gd name="connsiteY765" fmla="*/ 491810 h 1107285"/>
                <a:gd name="connsiteX766" fmla="*/ 220909 w 986690"/>
                <a:gd name="connsiteY766" fmla="*/ 489618 h 1107285"/>
                <a:gd name="connsiteX767" fmla="*/ 222772 w 986690"/>
                <a:gd name="connsiteY767" fmla="*/ 487315 h 1107285"/>
                <a:gd name="connsiteX768" fmla="*/ 224527 w 986690"/>
                <a:gd name="connsiteY768" fmla="*/ 484903 h 1107285"/>
                <a:gd name="connsiteX769" fmla="*/ 227377 w 986690"/>
                <a:gd name="connsiteY769" fmla="*/ 480957 h 1107285"/>
                <a:gd name="connsiteX770" fmla="*/ 228912 w 986690"/>
                <a:gd name="connsiteY770" fmla="*/ 476791 h 1107285"/>
                <a:gd name="connsiteX771" fmla="*/ 231105 w 986690"/>
                <a:gd name="connsiteY771" fmla="*/ 473063 h 1107285"/>
                <a:gd name="connsiteX772" fmla="*/ 235709 w 986690"/>
                <a:gd name="connsiteY772" fmla="*/ 470542 h 1107285"/>
                <a:gd name="connsiteX773" fmla="*/ 236477 w 986690"/>
                <a:gd name="connsiteY773" fmla="*/ 470432 h 1107285"/>
                <a:gd name="connsiteX774" fmla="*/ 237244 w 986690"/>
                <a:gd name="connsiteY774" fmla="*/ 470322 h 1107285"/>
                <a:gd name="connsiteX775" fmla="*/ 238012 w 986690"/>
                <a:gd name="connsiteY775" fmla="*/ 470213 h 1107285"/>
                <a:gd name="connsiteX776" fmla="*/ 238779 w 986690"/>
                <a:gd name="connsiteY776" fmla="*/ 470103 h 1107285"/>
                <a:gd name="connsiteX777" fmla="*/ 244370 w 986690"/>
                <a:gd name="connsiteY777" fmla="*/ 468459 h 1107285"/>
                <a:gd name="connsiteX778" fmla="*/ 248755 w 986690"/>
                <a:gd name="connsiteY778" fmla="*/ 469007 h 1107285"/>
                <a:gd name="connsiteX779" fmla="*/ 252921 w 986690"/>
                <a:gd name="connsiteY779" fmla="*/ 471309 h 1107285"/>
                <a:gd name="connsiteX780" fmla="*/ 257745 w 986690"/>
                <a:gd name="connsiteY780" fmla="*/ 474927 h 1107285"/>
                <a:gd name="connsiteX781" fmla="*/ 261034 w 986690"/>
                <a:gd name="connsiteY781" fmla="*/ 477229 h 1107285"/>
                <a:gd name="connsiteX782" fmla="*/ 264433 w 986690"/>
                <a:gd name="connsiteY782" fmla="*/ 479531 h 1107285"/>
                <a:gd name="connsiteX783" fmla="*/ 267941 w 986690"/>
                <a:gd name="connsiteY783" fmla="*/ 481615 h 1107285"/>
                <a:gd name="connsiteX784" fmla="*/ 271559 w 986690"/>
                <a:gd name="connsiteY784" fmla="*/ 483259 h 1107285"/>
                <a:gd name="connsiteX785" fmla="*/ 273313 w 986690"/>
                <a:gd name="connsiteY785" fmla="*/ 484246 h 1107285"/>
                <a:gd name="connsiteX786" fmla="*/ 275067 w 986690"/>
                <a:gd name="connsiteY786" fmla="*/ 485123 h 1107285"/>
                <a:gd name="connsiteX787" fmla="*/ 276821 w 986690"/>
                <a:gd name="connsiteY787" fmla="*/ 486000 h 1107285"/>
                <a:gd name="connsiteX788" fmla="*/ 278685 w 986690"/>
                <a:gd name="connsiteY788" fmla="*/ 486767 h 1107285"/>
                <a:gd name="connsiteX789" fmla="*/ 286469 w 986690"/>
                <a:gd name="connsiteY789" fmla="*/ 489069 h 1107285"/>
                <a:gd name="connsiteX790" fmla="*/ 293705 w 986690"/>
                <a:gd name="connsiteY790" fmla="*/ 492030 h 1107285"/>
                <a:gd name="connsiteX791" fmla="*/ 297103 w 986690"/>
                <a:gd name="connsiteY791" fmla="*/ 497073 h 1107285"/>
                <a:gd name="connsiteX792" fmla="*/ 293376 w 986690"/>
                <a:gd name="connsiteY792" fmla="*/ 505734 h 1107285"/>
                <a:gd name="connsiteX793" fmla="*/ 290964 w 986690"/>
                <a:gd name="connsiteY793" fmla="*/ 508584 h 1107285"/>
                <a:gd name="connsiteX794" fmla="*/ 288333 w 986690"/>
                <a:gd name="connsiteY794" fmla="*/ 511215 h 1107285"/>
                <a:gd name="connsiteX795" fmla="*/ 285702 w 986690"/>
                <a:gd name="connsiteY795" fmla="*/ 513846 h 1107285"/>
                <a:gd name="connsiteX796" fmla="*/ 283180 w 986690"/>
                <a:gd name="connsiteY796" fmla="*/ 516587 h 1107285"/>
                <a:gd name="connsiteX797" fmla="*/ 281645 w 986690"/>
                <a:gd name="connsiteY797" fmla="*/ 518451 h 1107285"/>
                <a:gd name="connsiteX798" fmla="*/ 280110 w 986690"/>
                <a:gd name="connsiteY798" fmla="*/ 520315 h 1107285"/>
                <a:gd name="connsiteX799" fmla="*/ 278575 w 986690"/>
                <a:gd name="connsiteY799" fmla="*/ 522178 h 1107285"/>
                <a:gd name="connsiteX800" fmla="*/ 276931 w 986690"/>
                <a:gd name="connsiteY800" fmla="*/ 523823 h 1107285"/>
                <a:gd name="connsiteX801" fmla="*/ 273642 w 986690"/>
                <a:gd name="connsiteY801" fmla="*/ 527002 h 1107285"/>
                <a:gd name="connsiteX802" fmla="*/ 270901 w 986690"/>
                <a:gd name="connsiteY802" fmla="*/ 530620 h 1107285"/>
                <a:gd name="connsiteX803" fmla="*/ 268489 w 986690"/>
                <a:gd name="connsiteY803" fmla="*/ 534457 h 1107285"/>
                <a:gd name="connsiteX804" fmla="*/ 266297 w 986690"/>
                <a:gd name="connsiteY804" fmla="*/ 538514 h 1107285"/>
                <a:gd name="connsiteX805" fmla="*/ 265858 w 986690"/>
                <a:gd name="connsiteY805" fmla="*/ 539281 h 1107285"/>
                <a:gd name="connsiteX806" fmla="*/ 265420 w 986690"/>
                <a:gd name="connsiteY806" fmla="*/ 540048 h 1107285"/>
                <a:gd name="connsiteX807" fmla="*/ 264981 w 986690"/>
                <a:gd name="connsiteY807" fmla="*/ 540816 h 1107285"/>
                <a:gd name="connsiteX808" fmla="*/ 264542 w 986690"/>
                <a:gd name="connsiteY808" fmla="*/ 541583 h 1107285"/>
                <a:gd name="connsiteX809" fmla="*/ 263665 w 986690"/>
                <a:gd name="connsiteY809" fmla="*/ 542789 h 1107285"/>
                <a:gd name="connsiteX810" fmla="*/ 263117 w 986690"/>
                <a:gd name="connsiteY810" fmla="*/ 544105 h 1107285"/>
                <a:gd name="connsiteX811" fmla="*/ 262789 w 986690"/>
                <a:gd name="connsiteY811" fmla="*/ 545530 h 1107285"/>
                <a:gd name="connsiteX812" fmla="*/ 262789 w 986690"/>
                <a:gd name="connsiteY812" fmla="*/ 546955 h 1107285"/>
                <a:gd name="connsiteX813" fmla="*/ 262789 w 986690"/>
                <a:gd name="connsiteY813" fmla="*/ 548600 h 1107285"/>
                <a:gd name="connsiteX814" fmla="*/ 262898 w 986690"/>
                <a:gd name="connsiteY814" fmla="*/ 550244 h 1107285"/>
                <a:gd name="connsiteX815" fmla="*/ 263117 w 986690"/>
                <a:gd name="connsiteY815" fmla="*/ 551889 h 1107285"/>
                <a:gd name="connsiteX816" fmla="*/ 263556 w 986690"/>
                <a:gd name="connsiteY816" fmla="*/ 553533 h 1107285"/>
                <a:gd name="connsiteX817" fmla="*/ 264323 w 986690"/>
                <a:gd name="connsiteY817" fmla="*/ 562742 h 1107285"/>
                <a:gd name="connsiteX818" fmla="*/ 263227 w 986690"/>
                <a:gd name="connsiteY818" fmla="*/ 575021 h 1107285"/>
                <a:gd name="connsiteX819" fmla="*/ 259828 w 986690"/>
                <a:gd name="connsiteY819" fmla="*/ 586204 h 1107285"/>
                <a:gd name="connsiteX820" fmla="*/ 253799 w 986690"/>
                <a:gd name="connsiteY820" fmla="*/ 592124 h 1107285"/>
                <a:gd name="connsiteX821" fmla="*/ 250290 w 986690"/>
                <a:gd name="connsiteY821" fmla="*/ 592343 h 1107285"/>
                <a:gd name="connsiteX822" fmla="*/ 248207 w 986690"/>
                <a:gd name="connsiteY822" fmla="*/ 595961 h 1107285"/>
                <a:gd name="connsiteX823" fmla="*/ 247111 w 986690"/>
                <a:gd name="connsiteY823" fmla="*/ 600894 h 1107285"/>
                <a:gd name="connsiteX824" fmla="*/ 246892 w 986690"/>
                <a:gd name="connsiteY824" fmla="*/ 605170 h 1107285"/>
                <a:gd name="connsiteX825" fmla="*/ 246892 w 986690"/>
                <a:gd name="connsiteY825" fmla="*/ 605718 h 1107285"/>
                <a:gd name="connsiteX826" fmla="*/ 246892 w 986690"/>
                <a:gd name="connsiteY826" fmla="*/ 606266 h 1107285"/>
                <a:gd name="connsiteX827" fmla="*/ 246892 w 986690"/>
                <a:gd name="connsiteY827" fmla="*/ 606705 h 1107285"/>
                <a:gd name="connsiteX828" fmla="*/ 246892 w 986690"/>
                <a:gd name="connsiteY828" fmla="*/ 607253 h 1107285"/>
                <a:gd name="connsiteX829" fmla="*/ 246673 w 986690"/>
                <a:gd name="connsiteY829" fmla="*/ 610871 h 1107285"/>
                <a:gd name="connsiteX830" fmla="*/ 248536 w 986690"/>
                <a:gd name="connsiteY830" fmla="*/ 612735 h 1107285"/>
                <a:gd name="connsiteX831" fmla="*/ 251387 w 986690"/>
                <a:gd name="connsiteY831" fmla="*/ 614160 h 1107285"/>
                <a:gd name="connsiteX832" fmla="*/ 253799 w 986690"/>
                <a:gd name="connsiteY832" fmla="*/ 616243 h 1107285"/>
                <a:gd name="connsiteX833" fmla="*/ 254018 w 986690"/>
                <a:gd name="connsiteY833" fmla="*/ 617887 h 1107285"/>
                <a:gd name="connsiteX834" fmla="*/ 253579 w 986690"/>
                <a:gd name="connsiteY834" fmla="*/ 619751 h 1107285"/>
                <a:gd name="connsiteX835" fmla="*/ 253360 w 986690"/>
                <a:gd name="connsiteY835" fmla="*/ 621505 h 1107285"/>
                <a:gd name="connsiteX836" fmla="*/ 254127 w 986690"/>
                <a:gd name="connsiteY836" fmla="*/ 622930 h 1107285"/>
                <a:gd name="connsiteX837" fmla="*/ 255443 w 986690"/>
                <a:gd name="connsiteY837" fmla="*/ 623808 h 1107285"/>
                <a:gd name="connsiteX838" fmla="*/ 256759 w 986690"/>
                <a:gd name="connsiteY838" fmla="*/ 624684 h 1107285"/>
                <a:gd name="connsiteX839" fmla="*/ 257965 w 986690"/>
                <a:gd name="connsiteY839" fmla="*/ 625671 h 1107285"/>
                <a:gd name="connsiteX840" fmla="*/ 259170 w 986690"/>
                <a:gd name="connsiteY840" fmla="*/ 626768 h 1107285"/>
                <a:gd name="connsiteX841" fmla="*/ 261034 w 986690"/>
                <a:gd name="connsiteY841" fmla="*/ 630714 h 1107285"/>
                <a:gd name="connsiteX842" fmla="*/ 259390 w 986690"/>
                <a:gd name="connsiteY842" fmla="*/ 633894 h 1107285"/>
                <a:gd name="connsiteX843" fmla="*/ 255772 w 986690"/>
                <a:gd name="connsiteY843" fmla="*/ 635977 h 1107285"/>
                <a:gd name="connsiteX844" fmla="*/ 251935 w 986690"/>
                <a:gd name="connsiteY844" fmla="*/ 636744 h 1107285"/>
                <a:gd name="connsiteX845" fmla="*/ 248975 w 986690"/>
                <a:gd name="connsiteY845" fmla="*/ 636525 h 1107285"/>
                <a:gd name="connsiteX846" fmla="*/ 245686 w 986690"/>
                <a:gd name="connsiteY846" fmla="*/ 636634 h 1107285"/>
                <a:gd name="connsiteX847" fmla="*/ 243932 w 986690"/>
                <a:gd name="connsiteY847" fmla="*/ 637950 h 1107285"/>
                <a:gd name="connsiteX848" fmla="*/ 245576 w 986690"/>
                <a:gd name="connsiteY848" fmla="*/ 641349 h 1107285"/>
                <a:gd name="connsiteX849" fmla="*/ 247988 w 986690"/>
                <a:gd name="connsiteY849" fmla="*/ 642774 h 1107285"/>
                <a:gd name="connsiteX850" fmla="*/ 251058 w 986690"/>
                <a:gd name="connsiteY850" fmla="*/ 642993 h 1107285"/>
                <a:gd name="connsiteX851" fmla="*/ 254237 w 986690"/>
                <a:gd name="connsiteY851" fmla="*/ 642993 h 1107285"/>
                <a:gd name="connsiteX852" fmla="*/ 256978 w 986690"/>
                <a:gd name="connsiteY852" fmla="*/ 643870 h 1107285"/>
                <a:gd name="connsiteX853" fmla="*/ 258294 w 986690"/>
                <a:gd name="connsiteY853" fmla="*/ 645186 h 1107285"/>
                <a:gd name="connsiteX854" fmla="*/ 259390 w 986690"/>
                <a:gd name="connsiteY854" fmla="*/ 646830 h 1107285"/>
                <a:gd name="connsiteX855" fmla="*/ 260486 w 986690"/>
                <a:gd name="connsiteY855" fmla="*/ 648584 h 1107285"/>
                <a:gd name="connsiteX856" fmla="*/ 261802 w 986690"/>
                <a:gd name="connsiteY856" fmla="*/ 650010 h 1107285"/>
                <a:gd name="connsiteX857" fmla="*/ 264213 w 986690"/>
                <a:gd name="connsiteY857" fmla="*/ 649461 h 1107285"/>
                <a:gd name="connsiteX858" fmla="*/ 266516 w 986690"/>
                <a:gd name="connsiteY858" fmla="*/ 648255 h 1107285"/>
                <a:gd name="connsiteX859" fmla="*/ 268708 w 986690"/>
                <a:gd name="connsiteY859" fmla="*/ 647378 h 1107285"/>
                <a:gd name="connsiteX860" fmla="*/ 271120 w 986690"/>
                <a:gd name="connsiteY860" fmla="*/ 647598 h 1107285"/>
                <a:gd name="connsiteX861" fmla="*/ 274081 w 986690"/>
                <a:gd name="connsiteY861" fmla="*/ 651216 h 1107285"/>
                <a:gd name="connsiteX862" fmla="*/ 276821 w 986690"/>
                <a:gd name="connsiteY862" fmla="*/ 656039 h 1107285"/>
                <a:gd name="connsiteX863" fmla="*/ 279781 w 986690"/>
                <a:gd name="connsiteY863" fmla="*/ 660206 h 1107285"/>
                <a:gd name="connsiteX864" fmla="*/ 283070 w 986690"/>
                <a:gd name="connsiteY864" fmla="*/ 662069 h 1107285"/>
                <a:gd name="connsiteX865" fmla="*/ 283947 w 986690"/>
                <a:gd name="connsiteY865" fmla="*/ 662179 h 1107285"/>
                <a:gd name="connsiteX866" fmla="*/ 284824 w 986690"/>
                <a:gd name="connsiteY866" fmla="*/ 662288 h 1107285"/>
                <a:gd name="connsiteX867" fmla="*/ 285702 w 986690"/>
                <a:gd name="connsiteY867" fmla="*/ 662398 h 1107285"/>
                <a:gd name="connsiteX868" fmla="*/ 286579 w 986690"/>
                <a:gd name="connsiteY868" fmla="*/ 662508 h 1107285"/>
                <a:gd name="connsiteX869" fmla="*/ 291622 w 986690"/>
                <a:gd name="connsiteY869" fmla="*/ 663604 h 1107285"/>
                <a:gd name="connsiteX870" fmla="*/ 297103 w 986690"/>
                <a:gd name="connsiteY870" fmla="*/ 666016 h 1107285"/>
                <a:gd name="connsiteX871" fmla="*/ 302256 w 986690"/>
                <a:gd name="connsiteY871" fmla="*/ 667660 h 1107285"/>
                <a:gd name="connsiteX872" fmla="*/ 306422 w 986690"/>
                <a:gd name="connsiteY872" fmla="*/ 666783 h 1107285"/>
                <a:gd name="connsiteX873" fmla="*/ 306641 w 986690"/>
                <a:gd name="connsiteY873" fmla="*/ 666674 h 1107285"/>
                <a:gd name="connsiteX874" fmla="*/ 306861 w 986690"/>
                <a:gd name="connsiteY874" fmla="*/ 666564 h 1107285"/>
                <a:gd name="connsiteX875" fmla="*/ 307080 w 986690"/>
                <a:gd name="connsiteY875" fmla="*/ 666454 h 1107285"/>
                <a:gd name="connsiteX876" fmla="*/ 307299 w 986690"/>
                <a:gd name="connsiteY876" fmla="*/ 666345 h 1107285"/>
                <a:gd name="connsiteX877" fmla="*/ 310478 w 986690"/>
                <a:gd name="connsiteY877" fmla="*/ 664810 h 1107285"/>
                <a:gd name="connsiteX878" fmla="*/ 312671 w 986690"/>
                <a:gd name="connsiteY878" fmla="*/ 664371 h 1107285"/>
                <a:gd name="connsiteX879" fmla="*/ 314754 w 986690"/>
                <a:gd name="connsiteY879" fmla="*/ 664810 h 1107285"/>
                <a:gd name="connsiteX880" fmla="*/ 317714 w 986690"/>
                <a:gd name="connsiteY880" fmla="*/ 665906 h 1107285"/>
                <a:gd name="connsiteX881" fmla="*/ 320236 w 986690"/>
                <a:gd name="connsiteY881" fmla="*/ 666893 h 1107285"/>
                <a:gd name="connsiteX882" fmla="*/ 322977 w 986690"/>
                <a:gd name="connsiteY882" fmla="*/ 668099 h 1107285"/>
                <a:gd name="connsiteX883" fmla="*/ 325608 w 986690"/>
                <a:gd name="connsiteY883" fmla="*/ 669524 h 1107285"/>
                <a:gd name="connsiteX884" fmla="*/ 327910 w 986690"/>
                <a:gd name="connsiteY884" fmla="*/ 670949 h 1107285"/>
                <a:gd name="connsiteX885" fmla="*/ 328020 w 986690"/>
                <a:gd name="connsiteY885" fmla="*/ 672375 h 1107285"/>
                <a:gd name="connsiteX886" fmla="*/ 327691 w 986690"/>
                <a:gd name="connsiteY886" fmla="*/ 673690 h 1107285"/>
                <a:gd name="connsiteX887" fmla="*/ 326923 w 986690"/>
                <a:gd name="connsiteY887" fmla="*/ 674787 h 1107285"/>
                <a:gd name="connsiteX888" fmla="*/ 325717 w 986690"/>
                <a:gd name="connsiteY888" fmla="*/ 675663 h 1107285"/>
                <a:gd name="connsiteX889" fmla="*/ 324511 w 986690"/>
                <a:gd name="connsiteY889" fmla="*/ 676541 h 1107285"/>
                <a:gd name="connsiteX890" fmla="*/ 323415 w 986690"/>
                <a:gd name="connsiteY890" fmla="*/ 677527 h 1107285"/>
                <a:gd name="connsiteX891" fmla="*/ 322428 w 986690"/>
                <a:gd name="connsiteY891" fmla="*/ 678624 h 1107285"/>
                <a:gd name="connsiteX892" fmla="*/ 321551 w 986690"/>
                <a:gd name="connsiteY892" fmla="*/ 679829 h 1107285"/>
                <a:gd name="connsiteX893" fmla="*/ 320674 w 986690"/>
                <a:gd name="connsiteY893" fmla="*/ 680926 h 1107285"/>
                <a:gd name="connsiteX894" fmla="*/ 319797 w 986690"/>
                <a:gd name="connsiteY894" fmla="*/ 682022 h 1107285"/>
                <a:gd name="connsiteX895" fmla="*/ 318920 w 986690"/>
                <a:gd name="connsiteY895" fmla="*/ 683119 h 1107285"/>
                <a:gd name="connsiteX896" fmla="*/ 318043 w 986690"/>
                <a:gd name="connsiteY896" fmla="*/ 684215 h 1107285"/>
                <a:gd name="connsiteX897" fmla="*/ 317056 w 986690"/>
                <a:gd name="connsiteY897" fmla="*/ 685421 h 1107285"/>
                <a:gd name="connsiteX898" fmla="*/ 315850 w 986690"/>
                <a:gd name="connsiteY898" fmla="*/ 686407 h 1107285"/>
                <a:gd name="connsiteX899" fmla="*/ 314535 w 986690"/>
                <a:gd name="connsiteY899" fmla="*/ 687065 h 1107285"/>
                <a:gd name="connsiteX900" fmla="*/ 313110 w 986690"/>
                <a:gd name="connsiteY900" fmla="*/ 687394 h 1107285"/>
                <a:gd name="connsiteX901" fmla="*/ 312452 w 986690"/>
                <a:gd name="connsiteY901" fmla="*/ 687175 h 1107285"/>
                <a:gd name="connsiteX902" fmla="*/ 311684 w 986690"/>
                <a:gd name="connsiteY902" fmla="*/ 687065 h 1107285"/>
                <a:gd name="connsiteX903" fmla="*/ 310917 w 986690"/>
                <a:gd name="connsiteY903" fmla="*/ 686956 h 1107285"/>
                <a:gd name="connsiteX904" fmla="*/ 310149 w 986690"/>
                <a:gd name="connsiteY904" fmla="*/ 686956 h 1107285"/>
                <a:gd name="connsiteX905" fmla="*/ 308286 w 986690"/>
                <a:gd name="connsiteY905" fmla="*/ 687175 h 1107285"/>
                <a:gd name="connsiteX906" fmla="*/ 306970 w 986690"/>
                <a:gd name="connsiteY906" fmla="*/ 688162 h 1107285"/>
                <a:gd name="connsiteX907" fmla="*/ 306093 w 986690"/>
                <a:gd name="connsiteY907" fmla="*/ 689696 h 1107285"/>
                <a:gd name="connsiteX908" fmla="*/ 305545 w 986690"/>
                <a:gd name="connsiteY908" fmla="*/ 691670 h 1107285"/>
                <a:gd name="connsiteX909" fmla="*/ 303023 w 986690"/>
                <a:gd name="connsiteY909" fmla="*/ 693424 h 1107285"/>
                <a:gd name="connsiteX910" fmla="*/ 299406 w 986690"/>
                <a:gd name="connsiteY910" fmla="*/ 692657 h 1107285"/>
                <a:gd name="connsiteX911" fmla="*/ 295349 w 986690"/>
                <a:gd name="connsiteY911" fmla="*/ 691012 h 1107285"/>
                <a:gd name="connsiteX912" fmla="*/ 291622 w 986690"/>
                <a:gd name="connsiteY912" fmla="*/ 690354 h 1107285"/>
                <a:gd name="connsiteX913" fmla="*/ 288990 w 986690"/>
                <a:gd name="connsiteY913" fmla="*/ 691231 h 1107285"/>
                <a:gd name="connsiteX914" fmla="*/ 286688 w 986690"/>
                <a:gd name="connsiteY914" fmla="*/ 692766 h 1107285"/>
                <a:gd name="connsiteX915" fmla="*/ 284276 w 986690"/>
                <a:gd name="connsiteY915" fmla="*/ 694411 h 1107285"/>
                <a:gd name="connsiteX916" fmla="*/ 281536 w 986690"/>
                <a:gd name="connsiteY916" fmla="*/ 695397 h 1107285"/>
                <a:gd name="connsiteX917" fmla="*/ 279233 w 986690"/>
                <a:gd name="connsiteY917" fmla="*/ 695836 h 1107285"/>
                <a:gd name="connsiteX918" fmla="*/ 276931 w 986690"/>
                <a:gd name="connsiteY918" fmla="*/ 696055 h 1107285"/>
                <a:gd name="connsiteX919" fmla="*/ 274629 w 986690"/>
                <a:gd name="connsiteY919" fmla="*/ 696494 h 1107285"/>
                <a:gd name="connsiteX920" fmla="*/ 272436 w 986690"/>
                <a:gd name="connsiteY920" fmla="*/ 697371 h 1107285"/>
                <a:gd name="connsiteX921" fmla="*/ 270901 w 986690"/>
                <a:gd name="connsiteY921" fmla="*/ 702195 h 1107285"/>
                <a:gd name="connsiteX922" fmla="*/ 271340 w 986690"/>
                <a:gd name="connsiteY922" fmla="*/ 708663 h 1107285"/>
                <a:gd name="connsiteX923" fmla="*/ 272655 w 986690"/>
                <a:gd name="connsiteY923" fmla="*/ 715131 h 1107285"/>
                <a:gd name="connsiteX924" fmla="*/ 273971 w 986690"/>
                <a:gd name="connsiteY924" fmla="*/ 720174 h 1107285"/>
                <a:gd name="connsiteX925" fmla="*/ 274519 w 986690"/>
                <a:gd name="connsiteY925" fmla="*/ 722477 h 1107285"/>
                <a:gd name="connsiteX926" fmla="*/ 275067 w 986690"/>
                <a:gd name="connsiteY926" fmla="*/ 724779 h 1107285"/>
                <a:gd name="connsiteX927" fmla="*/ 275506 w 986690"/>
                <a:gd name="connsiteY927" fmla="*/ 727191 h 1107285"/>
                <a:gd name="connsiteX928" fmla="*/ 275725 w 986690"/>
                <a:gd name="connsiteY928" fmla="*/ 729603 h 1107285"/>
                <a:gd name="connsiteX929" fmla="*/ 275725 w 986690"/>
                <a:gd name="connsiteY929" fmla="*/ 730589 h 1107285"/>
                <a:gd name="connsiteX930" fmla="*/ 275725 w 986690"/>
                <a:gd name="connsiteY930" fmla="*/ 731576 h 1107285"/>
                <a:gd name="connsiteX931" fmla="*/ 275834 w 986690"/>
                <a:gd name="connsiteY931" fmla="*/ 732563 h 1107285"/>
                <a:gd name="connsiteX932" fmla="*/ 275944 w 986690"/>
                <a:gd name="connsiteY932" fmla="*/ 733549 h 1107285"/>
                <a:gd name="connsiteX933" fmla="*/ 275944 w 986690"/>
                <a:gd name="connsiteY933" fmla="*/ 734098 h 1107285"/>
                <a:gd name="connsiteX934" fmla="*/ 276054 w 986690"/>
                <a:gd name="connsiteY934" fmla="*/ 734646 h 1107285"/>
                <a:gd name="connsiteX935" fmla="*/ 276163 w 986690"/>
                <a:gd name="connsiteY935" fmla="*/ 735194 h 1107285"/>
                <a:gd name="connsiteX936" fmla="*/ 276273 w 986690"/>
                <a:gd name="connsiteY936" fmla="*/ 735742 h 1107285"/>
                <a:gd name="connsiteX937" fmla="*/ 276493 w 986690"/>
                <a:gd name="connsiteY937" fmla="*/ 736510 h 1107285"/>
                <a:gd name="connsiteX938" fmla="*/ 276602 w 986690"/>
                <a:gd name="connsiteY938" fmla="*/ 737277 h 1107285"/>
                <a:gd name="connsiteX939" fmla="*/ 276712 w 986690"/>
                <a:gd name="connsiteY939" fmla="*/ 738154 h 1107285"/>
                <a:gd name="connsiteX940" fmla="*/ 276712 w 986690"/>
                <a:gd name="connsiteY940" fmla="*/ 739031 h 1107285"/>
                <a:gd name="connsiteX941" fmla="*/ 277369 w 986690"/>
                <a:gd name="connsiteY941" fmla="*/ 741443 h 1107285"/>
                <a:gd name="connsiteX942" fmla="*/ 278246 w 986690"/>
                <a:gd name="connsiteY942" fmla="*/ 743855 h 1107285"/>
                <a:gd name="connsiteX943" fmla="*/ 279124 w 986690"/>
                <a:gd name="connsiteY943" fmla="*/ 746267 h 1107285"/>
                <a:gd name="connsiteX944" fmla="*/ 279781 w 986690"/>
                <a:gd name="connsiteY944" fmla="*/ 748679 h 1107285"/>
                <a:gd name="connsiteX945" fmla="*/ 279891 w 986690"/>
                <a:gd name="connsiteY945" fmla="*/ 753064 h 1107285"/>
                <a:gd name="connsiteX946" fmla="*/ 278246 w 986690"/>
                <a:gd name="connsiteY946" fmla="*/ 754599 h 1107285"/>
                <a:gd name="connsiteX947" fmla="*/ 275177 w 986690"/>
                <a:gd name="connsiteY947" fmla="*/ 755147 h 1107285"/>
                <a:gd name="connsiteX948" fmla="*/ 270901 w 986690"/>
                <a:gd name="connsiteY948" fmla="*/ 756572 h 1107285"/>
                <a:gd name="connsiteX949" fmla="*/ 268818 w 986690"/>
                <a:gd name="connsiteY949" fmla="*/ 757997 h 1107285"/>
                <a:gd name="connsiteX950" fmla="*/ 267722 w 986690"/>
                <a:gd name="connsiteY950" fmla="*/ 760080 h 1107285"/>
                <a:gd name="connsiteX951" fmla="*/ 266845 w 986690"/>
                <a:gd name="connsiteY951" fmla="*/ 762383 h 1107285"/>
                <a:gd name="connsiteX952" fmla="*/ 265529 w 986690"/>
                <a:gd name="connsiteY952" fmla="*/ 764685 h 1107285"/>
                <a:gd name="connsiteX953" fmla="*/ 264104 w 986690"/>
                <a:gd name="connsiteY953" fmla="*/ 766001 h 1107285"/>
                <a:gd name="connsiteX954" fmla="*/ 262679 w 986690"/>
                <a:gd name="connsiteY954" fmla="*/ 767206 h 1107285"/>
                <a:gd name="connsiteX955" fmla="*/ 261144 w 986690"/>
                <a:gd name="connsiteY955" fmla="*/ 768413 h 1107285"/>
                <a:gd name="connsiteX956" fmla="*/ 259609 w 986690"/>
                <a:gd name="connsiteY956" fmla="*/ 769618 h 1107285"/>
                <a:gd name="connsiteX957" fmla="*/ 259499 w 986690"/>
                <a:gd name="connsiteY957" fmla="*/ 769728 h 1107285"/>
                <a:gd name="connsiteX958" fmla="*/ 259390 w 986690"/>
                <a:gd name="connsiteY958" fmla="*/ 769838 h 1107285"/>
                <a:gd name="connsiteX959" fmla="*/ 259280 w 986690"/>
                <a:gd name="connsiteY959" fmla="*/ 769947 h 1107285"/>
                <a:gd name="connsiteX960" fmla="*/ 259170 w 986690"/>
                <a:gd name="connsiteY960" fmla="*/ 770057 h 1107285"/>
                <a:gd name="connsiteX961" fmla="*/ 257087 w 986690"/>
                <a:gd name="connsiteY961" fmla="*/ 775648 h 1107285"/>
                <a:gd name="connsiteX962" fmla="*/ 257636 w 986690"/>
                <a:gd name="connsiteY962" fmla="*/ 782007 h 1107285"/>
                <a:gd name="connsiteX963" fmla="*/ 259718 w 986690"/>
                <a:gd name="connsiteY963" fmla="*/ 788365 h 1107285"/>
                <a:gd name="connsiteX964" fmla="*/ 262350 w 986690"/>
                <a:gd name="connsiteY964" fmla="*/ 794066 h 1107285"/>
                <a:gd name="connsiteX965" fmla="*/ 263227 w 986690"/>
                <a:gd name="connsiteY965" fmla="*/ 796040 h 1107285"/>
                <a:gd name="connsiteX966" fmla="*/ 264433 w 986690"/>
                <a:gd name="connsiteY966" fmla="*/ 797794 h 1107285"/>
                <a:gd name="connsiteX967" fmla="*/ 265968 w 986690"/>
                <a:gd name="connsiteY967" fmla="*/ 799329 h 1107285"/>
                <a:gd name="connsiteX968" fmla="*/ 267722 w 986690"/>
                <a:gd name="connsiteY968" fmla="*/ 800425 h 1107285"/>
                <a:gd name="connsiteX969" fmla="*/ 271230 w 986690"/>
                <a:gd name="connsiteY969" fmla="*/ 801412 h 1107285"/>
                <a:gd name="connsiteX970" fmla="*/ 274410 w 986690"/>
                <a:gd name="connsiteY970" fmla="*/ 800754 h 1107285"/>
                <a:gd name="connsiteX971" fmla="*/ 277479 w 986690"/>
                <a:gd name="connsiteY971" fmla="*/ 799329 h 1107285"/>
                <a:gd name="connsiteX972" fmla="*/ 280768 w 986690"/>
                <a:gd name="connsiteY972" fmla="*/ 797904 h 1107285"/>
                <a:gd name="connsiteX973" fmla="*/ 283290 w 986690"/>
                <a:gd name="connsiteY973" fmla="*/ 798123 h 1107285"/>
                <a:gd name="connsiteX974" fmla="*/ 285263 w 986690"/>
                <a:gd name="connsiteY974" fmla="*/ 799329 h 1107285"/>
                <a:gd name="connsiteX975" fmla="*/ 287236 w 986690"/>
                <a:gd name="connsiteY975" fmla="*/ 800644 h 1107285"/>
                <a:gd name="connsiteX976" fmla="*/ 289758 w 986690"/>
                <a:gd name="connsiteY976" fmla="*/ 801083 h 1107285"/>
                <a:gd name="connsiteX977" fmla="*/ 291950 w 986690"/>
                <a:gd name="connsiteY977" fmla="*/ 801302 h 1107285"/>
                <a:gd name="connsiteX978" fmla="*/ 294033 w 986690"/>
                <a:gd name="connsiteY978" fmla="*/ 801521 h 1107285"/>
                <a:gd name="connsiteX979" fmla="*/ 295897 w 986690"/>
                <a:gd name="connsiteY979" fmla="*/ 802069 h 1107285"/>
                <a:gd name="connsiteX980" fmla="*/ 297542 w 986690"/>
                <a:gd name="connsiteY980" fmla="*/ 803056 h 1107285"/>
                <a:gd name="connsiteX981" fmla="*/ 297761 w 986690"/>
                <a:gd name="connsiteY981" fmla="*/ 803385 h 1107285"/>
                <a:gd name="connsiteX982" fmla="*/ 297980 w 986690"/>
                <a:gd name="connsiteY982" fmla="*/ 803714 h 1107285"/>
                <a:gd name="connsiteX983" fmla="*/ 298200 w 986690"/>
                <a:gd name="connsiteY983" fmla="*/ 804043 h 1107285"/>
                <a:gd name="connsiteX984" fmla="*/ 298419 w 986690"/>
                <a:gd name="connsiteY984" fmla="*/ 804372 h 1107285"/>
                <a:gd name="connsiteX985" fmla="*/ 299186 w 986690"/>
                <a:gd name="connsiteY985" fmla="*/ 805797 h 1107285"/>
                <a:gd name="connsiteX986" fmla="*/ 299735 w 986690"/>
                <a:gd name="connsiteY986" fmla="*/ 807222 h 1107285"/>
                <a:gd name="connsiteX987" fmla="*/ 299954 w 986690"/>
                <a:gd name="connsiteY987" fmla="*/ 808757 h 1107285"/>
                <a:gd name="connsiteX988" fmla="*/ 299954 w 986690"/>
                <a:gd name="connsiteY988" fmla="*/ 810402 h 1107285"/>
                <a:gd name="connsiteX989" fmla="*/ 300831 w 986690"/>
                <a:gd name="connsiteY989" fmla="*/ 814677 h 1107285"/>
                <a:gd name="connsiteX990" fmla="*/ 303133 w 986690"/>
                <a:gd name="connsiteY990" fmla="*/ 817637 h 1107285"/>
                <a:gd name="connsiteX991" fmla="*/ 305435 w 986690"/>
                <a:gd name="connsiteY991" fmla="*/ 820268 h 1107285"/>
                <a:gd name="connsiteX992" fmla="*/ 306422 w 986690"/>
                <a:gd name="connsiteY992" fmla="*/ 823558 h 1107285"/>
                <a:gd name="connsiteX993" fmla="*/ 304997 w 986690"/>
                <a:gd name="connsiteY993" fmla="*/ 826517 h 1107285"/>
                <a:gd name="connsiteX994" fmla="*/ 303462 w 986690"/>
                <a:gd name="connsiteY994" fmla="*/ 830245 h 1107285"/>
                <a:gd name="connsiteX995" fmla="*/ 302914 w 986690"/>
                <a:gd name="connsiteY995" fmla="*/ 833972 h 1107285"/>
                <a:gd name="connsiteX996" fmla="*/ 304668 w 986690"/>
                <a:gd name="connsiteY996" fmla="*/ 837042 h 1107285"/>
                <a:gd name="connsiteX997" fmla="*/ 307299 w 986690"/>
                <a:gd name="connsiteY997" fmla="*/ 837810 h 1107285"/>
                <a:gd name="connsiteX998" fmla="*/ 310259 w 986690"/>
                <a:gd name="connsiteY998" fmla="*/ 837371 h 1107285"/>
                <a:gd name="connsiteX999" fmla="*/ 313439 w 986690"/>
                <a:gd name="connsiteY999" fmla="*/ 837042 h 1107285"/>
                <a:gd name="connsiteX1000" fmla="*/ 316508 w 986690"/>
                <a:gd name="connsiteY1000" fmla="*/ 838248 h 1107285"/>
                <a:gd name="connsiteX1001" fmla="*/ 319139 w 986690"/>
                <a:gd name="connsiteY1001" fmla="*/ 837371 h 1107285"/>
                <a:gd name="connsiteX1002" fmla="*/ 321661 w 986690"/>
                <a:gd name="connsiteY1002" fmla="*/ 835288 h 1107285"/>
                <a:gd name="connsiteX1003" fmla="*/ 324292 w 986690"/>
                <a:gd name="connsiteY1003" fmla="*/ 832876 h 1107285"/>
                <a:gd name="connsiteX1004" fmla="*/ 327033 w 986690"/>
                <a:gd name="connsiteY1004" fmla="*/ 831012 h 1107285"/>
                <a:gd name="connsiteX1005" fmla="*/ 329664 w 986690"/>
                <a:gd name="connsiteY1005" fmla="*/ 830136 h 1107285"/>
                <a:gd name="connsiteX1006" fmla="*/ 332295 w 986690"/>
                <a:gd name="connsiteY1006" fmla="*/ 829587 h 1107285"/>
                <a:gd name="connsiteX1007" fmla="*/ 334926 w 986690"/>
                <a:gd name="connsiteY1007" fmla="*/ 829149 h 1107285"/>
                <a:gd name="connsiteX1008" fmla="*/ 337557 w 986690"/>
                <a:gd name="connsiteY1008" fmla="*/ 828381 h 1107285"/>
                <a:gd name="connsiteX1009" fmla="*/ 342491 w 986690"/>
                <a:gd name="connsiteY1009" fmla="*/ 826956 h 1107285"/>
                <a:gd name="connsiteX1010" fmla="*/ 347424 w 986690"/>
                <a:gd name="connsiteY1010" fmla="*/ 826079 h 1107285"/>
                <a:gd name="connsiteX1011" fmla="*/ 352358 w 986690"/>
                <a:gd name="connsiteY1011" fmla="*/ 825312 h 1107285"/>
                <a:gd name="connsiteX1012" fmla="*/ 357291 w 986690"/>
                <a:gd name="connsiteY1012" fmla="*/ 823996 h 1107285"/>
                <a:gd name="connsiteX1013" fmla="*/ 357730 w 986690"/>
                <a:gd name="connsiteY1013" fmla="*/ 823886 h 1107285"/>
                <a:gd name="connsiteX1014" fmla="*/ 358168 w 986690"/>
                <a:gd name="connsiteY1014" fmla="*/ 823777 h 1107285"/>
                <a:gd name="connsiteX1015" fmla="*/ 358607 w 986690"/>
                <a:gd name="connsiteY1015" fmla="*/ 823777 h 1107285"/>
                <a:gd name="connsiteX1016" fmla="*/ 359046 w 986690"/>
                <a:gd name="connsiteY1016" fmla="*/ 823777 h 1107285"/>
                <a:gd name="connsiteX1017" fmla="*/ 363979 w 986690"/>
                <a:gd name="connsiteY1017" fmla="*/ 823448 h 1107285"/>
                <a:gd name="connsiteX1018" fmla="*/ 365843 w 986690"/>
                <a:gd name="connsiteY1018" fmla="*/ 827504 h 1107285"/>
                <a:gd name="connsiteX1019" fmla="*/ 366281 w 986690"/>
                <a:gd name="connsiteY1019" fmla="*/ 833424 h 1107285"/>
                <a:gd name="connsiteX1020" fmla="*/ 366939 w 986690"/>
                <a:gd name="connsiteY1020" fmla="*/ 838358 h 1107285"/>
                <a:gd name="connsiteX1021" fmla="*/ 369460 w 986690"/>
                <a:gd name="connsiteY1021" fmla="*/ 842305 h 1107285"/>
                <a:gd name="connsiteX1022" fmla="*/ 373079 w 986690"/>
                <a:gd name="connsiteY1022" fmla="*/ 845813 h 1107285"/>
                <a:gd name="connsiteX1023" fmla="*/ 376477 w 986690"/>
                <a:gd name="connsiteY1023" fmla="*/ 849102 h 1107285"/>
                <a:gd name="connsiteX1024" fmla="*/ 378341 w 986690"/>
                <a:gd name="connsiteY1024" fmla="*/ 852391 h 1107285"/>
                <a:gd name="connsiteX1025" fmla="*/ 379108 w 986690"/>
                <a:gd name="connsiteY1025" fmla="*/ 851514 h 1107285"/>
                <a:gd name="connsiteX1026" fmla="*/ 379876 w 986690"/>
                <a:gd name="connsiteY1026" fmla="*/ 850637 h 1107285"/>
                <a:gd name="connsiteX1027" fmla="*/ 380643 w 986690"/>
                <a:gd name="connsiteY1027" fmla="*/ 849759 h 1107285"/>
                <a:gd name="connsiteX1028" fmla="*/ 381410 w 986690"/>
                <a:gd name="connsiteY1028" fmla="*/ 848883 h 1107285"/>
                <a:gd name="connsiteX1029" fmla="*/ 385905 w 986690"/>
                <a:gd name="connsiteY1029" fmla="*/ 843949 h 1107285"/>
                <a:gd name="connsiteX1030" fmla="*/ 390839 w 986690"/>
                <a:gd name="connsiteY1030" fmla="*/ 838577 h 1107285"/>
                <a:gd name="connsiteX1031" fmla="*/ 394895 w 986690"/>
                <a:gd name="connsiteY1031" fmla="*/ 832767 h 1107285"/>
                <a:gd name="connsiteX1032" fmla="*/ 396869 w 986690"/>
                <a:gd name="connsiteY1032" fmla="*/ 826408 h 1107285"/>
                <a:gd name="connsiteX1033" fmla="*/ 396321 w 986690"/>
                <a:gd name="connsiteY1033" fmla="*/ 819282 h 1107285"/>
                <a:gd name="connsiteX1034" fmla="*/ 394237 w 986690"/>
                <a:gd name="connsiteY1034" fmla="*/ 812046 h 1107285"/>
                <a:gd name="connsiteX1035" fmla="*/ 392045 w 986690"/>
                <a:gd name="connsiteY1035" fmla="*/ 805139 h 1107285"/>
                <a:gd name="connsiteX1036" fmla="*/ 390948 w 986690"/>
                <a:gd name="connsiteY1036" fmla="*/ 798890 h 1107285"/>
                <a:gd name="connsiteX1037" fmla="*/ 392483 w 986690"/>
                <a:gd name="connsiteY1037" fmla="*/ 800316 h 1107285"/>
                <a:gd name="connsiteX1038" fmla="*/ 394018 w 986690"/>
                <a:gd name="connsiteY1038" fmla="*/ 801740 h 1107285"/>
                <a:gd name="connsiteX1039" fmla="*/ 395553 w 986690"/>
                <a:gd name="connsiteY1039" fmla="*/ 803166 h 1107285"/>
                <a:gd name="connsiteX1040" fmla="*/ 397088 w 986690"/>
                <a:gd name="connsiteY1040" fmla="*/ 804591 h 1107285"/>
                <a:gd name="connsiteX1041" fmla="*/ 404214 w 986690"/>
                <a:gd name="connsiteY1041" fmla="*/ 810511 h 1107285"/>
                <a:gd name="connsiteX1042" fmla="*/ 411011 w 986690"/>
                <a:gd name="connsiteY1042" fmla="*/ 814568 h 1107285"/>
                <a:gd name="connsiteX1043" fmla="*/ 418356 w 986690"/>
                <a:gd name="connsiteY1043" fmla="*/ 817308 h 1107285"/>
                <a:gd name="connsiteX1044" fmla="*/ 427237 w 986690"/>
                <a:gd name="connsiteY1044" fmla="*/ 819282 h 1107285"/>
                <a:gd name="connsiteX1045" fmla="*/ 433157 w 986690"/>
                <a:gd name="connsiteY1045" fmla="*/ 820597 h 1107285"/>
                <a:gd name="connsiteX1046" fmla="*/ 437652 w 986690"/>
                <a:gd name="connsiteY1046" fmla="*/ 822461 h 1107285"/>
                <a:gd name="connsiteX1047" fmla="*/ 440721 w 986690"/>
                <a:gd name="connsiteY1047" fmla="*/ 825750 h 1107285"/>
                <a:gd name="connsiteX1048" fmla="*/ 442585 w 986690"/>
                <a:gd name="connsiteY1048" fmla="*/ 831012 h 1107285"/>
                <a:gd name="connsiteX1049" fmla="*/ 444449 w 986690"/>
                <a:gd name="connsiteY1049" fmla="*/ 839564 h 1107285"/>
                <a:gd name="connsiteX1050" fmla="*/ 447299 w 986690"/>
                <a:gd name="connsiteY1050" fmla="*/ 848663 h 1107285"/>
                <a:gd name="connsiteX1051" fmla="*/ 451356 w 986690"/>
                <a:gd name="connsiteY1051" fmla="*/ 857105 h 1107285"/>
                <a:gd name="connsiteX1052" fmla="*/ 456728 w 986690"/>
                <a:gd name="connsiteY1052" fmla="*/ 863683 h 1107285"/>
                <a:gd name="connsiteX1053" fmla="*/ 458153 w 986690"/>
                <a:gd name="connsiteY1053" fmla="*/ 864779 h 1107285"/>
                <a:gd name="connsiteX1054" fmla="*/ 459578 w 986690"/>
                <a:gd name="connsiteY1054" fmla="*/ 865766 h 1107285"/>
                <a:gd name="connsiteX1055" fmla="*/ 461113 w 986690"/>
                <a:gd name="connsiteY1055" fmla="*/ 866643 h 1107285"/>
                <a:gd name="connsiteX1056" fmla="*/ 462648 w 986690"/>
                <a:gd name="connsiteY1056" fmla="*/ 867520 h 1107285"/>
                <a:gd name="connsiteX1057" fmla="*/ 465718 w 986690"/>
                <a:gd name="connsiteY1057" fmla="*/ 869493 h 1107285"/>
                <a:gd name="connsiteX1058" fmla="*/ 468349 w 986690"/>
                <a:gd name="connsiteY1058" fmla="*/ 872125 h 1107285"/>
                <a:gd name="connsiteX1059" fmla="*/ 470541 w 986690"/>
                <a:gd name="connsiteY1059" fmla="*/ 875194 h 1107285"/>
                <a:gd name="connsiteX1060" fmla="*/ 472515 w 986690"/>
                <a:gd name="connsiteY1060" fmla="*/ 878374 h 1107285"/>
                <a:gd name="connsiteX1061" fmla="*/ 474159 w 986690"/>
                <a:gd name="connsiteY1061" fmla="*/ 883746 h 1107285"/>
                <a:gd name="connsiteX1062" fmla="*/ 475146 w 986690"/>
                <a:gd name="connsiteY1062" fmla="*/ 889885 h 1107285"/>
                <a:gd name="connsiteX1063" fmla="*/ 476791 w 986690"/>
                <a:gd name="connsiteY1063" fmla="*/ 895476 h 1107285"/>
                <a:gd name="connsiteX1064" fmla="*/ 478764 w 986690"/>
                <a:gd name="connsiteY1064" fmla="*/ 896792 h 1107285"/>
                <a:gd name="connsiteX1065" fmla="*/ 479312 w 986690"/>
                <a:gd name="connsiteY1065" fmla="*/ 897450 h 1107285"/>
                <a:gd name="connsiteX1066" fmla="*/ 480518 w 986690"/>
                <a:gd name="connsiteY1066" fmla="*/ 898107 h 1107285"/>
                <a:gd name="connsiteX1067" fmla="*/ 481724 w 986690"/>
                <a:gd name="connsiteY1067" fmla="*/ 898765 h 1107285"/>
                <a:gd name="connsiteX1068" fmla="*/ 484136 w 986690"/>
                <a:gd name="connsiteY1068" fmla="*/ 898546 h 1107285"/>
                <a:gd name="connsiteX1069" fmla="*/ 486438 w 986690"/>
                <a:gd name="connsiteY1069" fmla="*/ 898107 h 1107285"/>
                <a:gd name="connsiteX1070" fmla="*/ 488412 w 986690"/>
                <a:gd name="connsiteY1070" fmla="*/ 898656 h 1107285"/>
                <a:gd name="connsiteX1071" fmla="*/ 489288 w 986690"/>
                <a:gd name="connsiteY1071" fmla="*/ 900410 h 1107285"/>
                <a:gd name="connsiteX1072" fmla="*/ 488631 w 986690"/>
                <a:gd name="connsiteY1072" fmla="*/ 902054 h 1107285"/>
                <a:gd name="connsiteX1073" fmla="*/ 488412 w 986690"/>
                <a:gd name="connsiteY1073" fmla="*/ 903918 h 1107285"/>
                <a:gd name="connsiteX1074" fmla="*/ 490385 w 986690"/>
                <a:gd name="connsiteY1074" fmla="*/ 906111 h 1107285"/>
                <a:gd name="connsiteX1075" fmla="*/ 492578 w 986690"/>
                <a:gd name="connsiteY1075" fmla="*/ 907207 h 1107285"/>
                <a:gd name="connsiteX1076" fmla="*/ 495209 w 986690"/>
                <a:gd name="connsiteY1076" fmla="*/ 907865 h 1107285"/>
                <a:gd name="connsiteX1077" fmla="*/ 497950 w 986690"/>
                <a:gd name="connsiteY1077" fmla="*/ 907974 h 1107285"/>
                <a:gd name="connsiteX1078" fmla="*/ 500361 w 986690"/>
                <a:gd name="connsiteY1078" fmla="*/ 907426 h 1107285"/>
                <a:gd name="connsiteX1079" fmla="*/ 501568 w 986690"/>
                <a:gd name="connsiteY1079" fmla="*/ 906330 h 1107285"/>
                <a:gd name="connsiteX1080" fmla="*/ 503870 w 986690"/>
                <a:gd name="connsiteY1080" fmla="*/ 902821 h 1107285"/>
                <a:gd name="connsiteX1081" fmla="*/ 505404 w 986690"/>
                <a:gd name="connsiteY1081" fmla="*/ 901506 h 1107285"/>
                <a:gd name="connsiteX1082" fmla="*/ 507816 w 986690"/>
                <a:gd name="connsiteY1082" fmla="*/ 901396 h 1107285"/>
                <a:gd name="connsiteX1083" fmla="*/ 511982 w 986690"/>
                <a:gd name="connsiteY1083" fmla="*/ 902164 h 1107285"/>
                <a:gd name="connsiteX1084" fmla="*/ 514613 w 986690"/>
                <a:gd name="connsiteY1084" fmla="*/ 903150 h 1107285"/>
                <a:gd name="connsiteX1085" fmla="*/ 517245 w 986690"/>
                <a:gd name="connsiteY1085" fmla="*/ 903370 h 1107285"/>
                <a:gd name="connsiteX1086" fmla="*/ 520205 w 986690"/>
                <a:gd name="connsiteY1086" fmla="*/ 903479 h 1107285"/>
                <a:gd name="connsiteX1087" fmla="*/ 522836 w 986690"/>
                <a:gd name="connsiteY1087" fmla="*/ 903808 h 1107285"/>
                <a:gd name="connsiteX1088" fmla="*/ 523165 w 986690"/>
                <a:gd name="connsiteY1088" fmla="*/ 903699 h 1107285"/>
                <a:gd name="connsiteX1089" fmla="*/ 523494 w 986690"/>
                <a:gd name="connsiteY1089" fmla="*/ 903589 h 1107285"/>
                <a:gd name="connsiteX1090" fmla="*/ 523823 w 986690"/>
                <a:gd name="connsiteY1090" fmla="*/ 903479 h 1107285"/>
                <a:gd name="connsiteX1091" fmla="*/ 524152 w 986690"/>
                <a:gd name="connsiteY1091" fmla="*/ 903370 h 1107285"/>
                <a:gd name="connsiteX1092" fmla="*/ 526125 w 986690"/>
                <a:gd name="connsiteY1092" fmla="*/ 902821 h 1107285"/>
                <a:gd name="connsiteX1093" fmla="*/ 528208 w 986690"/>
                <a:gd name="connsiteY1093" fmla="*/ 902602 h 1107285"/>
                <a:gd name="connsiteX1094" fmla="*/ 530181 w 986690"/>
                <a:gd name="connsiteY1094" fmla="*/ 902931 h 1107285"/>
                <a:gd name="connsiteX1095" fmla="*/ 532045 w 986690"/>
                <a:gd name="connsiteY1095" fmla="*/ 903808 h 1107285"/>
                <a:gd name="connsiteX1096" fmla="*/ 534128 w 986690"/>
                <a:gd name="connsiteY1096" fmla="*/ 905014 h 1107285"/>
                <a:gd name="connsiteX1097" fmla="*/ 536321 w 986690"/>
                <a:gd name="connsiteY1097" fmla="*/ 906111 h 1107285"/>
                <a:gd name="connsiteX1098" fmla="*/ 538623 w 986690"/>
                <a:gd name="connsiteY1098" fmla="*/ 906988 h 1107285"/>
                <a:gd name="connsiteX1099" fmla="*/ 540926 w 986690"/>
                <a:gd name="connsiteY1099" fmla="*/ 907536 h 1107285"/>
                <a:gd name="connsiteX1100" fmla="*/ 542570 w 986690"/>
                <a:gd name="connsiteY1100" fmla="*/ 907865 h 1107285"/>
                <a:gd name="connsiteX1101" fmla="*/ 544324 w 986690"/>
                <a:gd name="connsiteY1101" fmla="*/ 908194 h 1107285"/>
                <a:gd name="connsiteX1102" fmla="*/ 545969 w 986690"/>
                <a:gd name="connsiteY1102" fmla="*/ 908523 h 1107285"/>
                <a:gd name="connsiteX1103" fmla="*/ 547613 w 986690"/>
                <a:gd name="connsiteY1103" fmla="*/ 908961 h 1107285"/>
                <a:gd name="connsiteX1104" fmla="*/ 549148 w 986690"/>
                <a:gd name="connsiteY1104" fmla="*/ 909509 h 1107285"/>
                <a:gd name="connsiteX1105" fmla="*/ 550573 w 986690"/>
                <a:gd name="connsiteY1105" fmla="*/ 910167 h 1107285"/>
                <a:gd name="connsiteX1106" fmla="*/ 551998 w 986690"/>
                <a:gd name="connsiteY1106" fmla="*/ 910934 h 1107285"/>
                <a:gd name="connsiteX1107" fmla="*/ 553423 w 986690"/>
                <a:gd name="connsiteY1107" fmla="*/ 911811 h 1107285"/>
                <a:gd name="connsiteX1108" fmla="*/ 557151 w 986690"/>
                <a:gd name="connsiteY1108" fmla="*/ 917512 h 1107285"/>
                <a:gd name="connsiteX1109" fmla="*/ 559782 w 986690"/>
                <a:gd name="connsiteY1109" fmla="*/ 924310 h 1107285"/>
                <a:gd name="connsiteX1110" fmla="*/ 562304 w 986690"/>
                <a:gd name="connsiteY1110" fmla="*/ 931216 h 1107285"/>
                <a:gd name="connsiteX1111" fmla="*/ 565702 w 986690"/>
                <a:gd name="connsiteY1111" fmla="*/ 937465 h 1107285"/>
                <a:gd name="connsiteX1112" fmla="*/ 561975 w 986690"/>
                <a:gd name="connsiteY1112" fmla="*/ 947332 h 1107285"/>
                <a:gd name="connsiteX1113" fmla="*/ 556713 w 986690"/>
                <a:gd name="connsiteY1113" fmla="*/ 955555 h 1107285"/>
                <a:gd name="connsiteX1114" fmla="*/ 550354 w 986690"/>
                <a:gd name="connsiteY1114" fmla="*/ 963119 h 1107285"/>
                <a:gd name="connsiteX1115" fmla="*/ 543557 w 986690"/>
                <a:gd name="connsiteY1115" fmla="*/ 970794 h 1107285"/>
                <a:gd name="connsiteX1116" fmla="*/ 542899 w 986690"/>
                <a:gd name="connsiteY1116" fmla="*/ 971670 h 1107285"/>
                <a:gd name="connsiteX1117" fmla="*/ 542351 w 986690"/>
                <a:gd name="connsiteY1117" fmla="*/ 972548 h 1107285"/>
                <a:gd name="connsiteX1118" fmla="*/ 541802 w 986690"/>
                <a:gd name="connsiteY1118" fmla="*/ 973534 h 1107285"/>
                <a:gd name="connsiteX1119" fmla="*/ 541364 w 986690"/>
                <a:gd name="connsiteY1119" fmla="*/ 974521 h 1107285"/>
                <a:gd name="connsiteX1120" fmla="*/ 539062 w 986690"/>
                <a:gd name="connsiteY1120" fmla="*/ 980880 h 1107285"/>
                <a:gd name="connsiteX1121" fmla="*/ 539390 w 986690"/>
                <a:gd name="connsiteY1121" fmla="*/ 986471 h 1107285"/>
                <a:gd name="connsiteX1122" fmla="*/ 541583 w 986690"/>
                <a:gd name="connsiteY1122" fmla="*/ 992062 h 1107285"/>
                <a:gd name="connsiteX1123" fmla="*/ 544762 w 986690"/>
                <a:gd name="connsiteY1123" fmla="*/ 998421 h 1107285"/>
                <a:gd name="connsiteX1124" fmla="*/ 548928 w 986690"/>
                <a:gd name="connsiteY1124" fmla="*/ 1006643 h 1107285"/>
                <a:gd name="connsiteX1125" fmla="*/ 553095 w 986690"/>
                <a:gd name="connsiteY1125" fmla="*/ 1014866 h 1107285"/>
                <a:gd name="connsiteX1126" fmla="*/ 557261 w 986690"/>
                <a:gd name="connsiteY1126" fmla="*/ 1023088 h 1107285"/>
                <a:gd name="connsiteX1127" fmla="*/ 561427 w 986690"/>
                <a:gd name="connsiteY1127" fmla="*/ 1031310 h 1107285"/>
                <a:gd name="connsiteX1128" fmla="*/ 563839 w 986690"/>
                <a:gd name="connsiteY1128" fmla="*/ 1034271 h 1107285"/>
                <a:gd name="connsiteX1129" fmla="*/ 566689 w 986690"/>
                <a:gd name="connsiteY1129" fmla="*/ 1035696 h 1107285"/>
                <a:gd name="connsiteX1130" fmla="*/ 570088 w 986690"/>
                <a:gd name="connsiteY1130" fmla="*/ 1036463 h 1107285"/>
                <a:gd name="connsiteX1131" fmla="*/ 573815 w 986690"/>
                <a:gd name="connsiteY1131" fmla="*/ 1037669 h 1107285"/>
                <a:gd name="connsiteX1132" fmla="*/ 574473 w 986690"/>
                <a:gd name="connsiteY1132" fmla="*/ 1038217 h 1107285"/>
                <a:gd name="connsiteX1133" fmla="*/ 575240 w 986690"/>
                <a:gd name="connsiteY1133" fmla="*/ 1038437 h 1107285"/>
                <a:gd name="connsiteX1134" fmla="*/ 576008 w 986690"/>
                <a:gd name="connsiteY1134" fmla="*/ 1038437 h 1107285"/>
                <a:gd name="connsiteX1135" fmla="*/ 576775 w 986690"/>
                <a:gd name="connsiteY1135" fmla="*/ 1038108 h 1107285"/>
                <a:gd name="connsiteX1136" fmla="*/ 581051 w 986690"/>
                <a:gd name="connsiteY1136" fmla="*/ 1036792 h 1107285"/>
                <a:gd name="connsiteX1137" fmla="*/ 584559 w 986690"/>
                <a:gd name="connsiteY1137" fmla="*/ 1034819 h 1107285"/>
                <a:gd name="connsiteX1138" fmla="*/ 588177 w 986690"/>
                <a:gd name="connsiteY1138" fmla="*/ 1033393 h 1107285"/>
                <a:gd name="connsiteX1139" fmla="*/ 592672 w 986690"/>
                <a:gd name="connsiteY1139" fmla="*/ 1033613 h 1107285"/>
                <a:gd name="connsiteX1140" fmla="*/ 595522 w 986690"/>
                <a:gd name="connsiteY1140" fmla="*/ 1034709 h 1107285"/>
                <a:gd name="connsiteX1141" fmla="*/ 597934 w 986690"/>
                <a:gd name="connsiteY1141" fmla="*/ 1035586 h 1107285"/>
                <a:gd name="connsiteX1142" fmla="*/ 600237 w 986690"/>
                <a:gd name="connsiteY1142" fmla="*/ 1035148 h 1107285"/>
                <a:gd name="connsiteX1143" fmla="*/ 602868 w 986690"/>
                <a:gd name="connsiteY1143" fmla="*/ 1032297 h 1107285"/>
                <a:gd name="connsiteX1144" fmla="*/ 604622 w 986690"/>
                <a:gd name="connsiteY1144" fmla="*/ 1032078 h 1107285"/>
                <a:gd name="connsiteX1145" fmla="*/ 606485 w 986690"/>
                <a:gd name="connsiteY1145" fmla="*/ 1031968 h 1107285"/>
                <a:gd name="connsiteX1146" fmla="*/ 607911 w 986690"/>
                <a:gd name="connsiteY1146" fmla="*/ 1031530 h 1107285"/>
                <a:gd name="connsiteX1147" fmla="*/ 608349 w 986690"/>
                <a:gd name="connsiteY1147" fmla="*/ 1030105 h 1107285"/>
                <a:gd name="connsiteX1148" fmla="*/ 608349 w 986690"/>
                <a:gd name="connsiteY1148" fmla="*/ 1028789 h 1107285"/>
                <a:gd name="connsiteX1149" fmla="*/ 608568 w 986690"/>
                <a:gd name="connsiteY1149" fmla="*/ 1027693 h 1107285"/>
                <a:gd name="connsiteX1150" fmla="*/ 609117 w 986690"/>
                <a:gd name="connsiteY1150" fmla="*/ 1026925 h 1107285"/>
                <a:gd name="connsiteX1151" fmla="*/ 610213 w 986690"/>
                <a:gd name="connsiteY1151" fmla="*/ 1026377 h 1107285"/>
                <a:gd name="connsiteX1152" fmla="*/ 613063 w 986690"/>
                <a:gd name="connsiteY1152" fmla="*/ 1024952 h 1107285"/>
                <a:gd name="connsiteX1153" fmla="*/ 616353 w 986690"/>
                <a:gd name="connsiteY1153" fmla="*/ 1022869 h 1107285"/>
                <a:gd name="connsiteX1154" fmla="*/ 619532 w 986690"/>
                <a:gd name="connsiteY1154" fmla="*/ 1021115 h 1107285"/>
                <a:gd name="connsiteX1155" fmla="*/ 622053 w 986690"/>
                <a:gd name="connsiteY1155" fmla="*/ 1020567 h 1107285"/>
                <a:gd name="connsiteX1156" fmla="*/ 624355 w 986690"/>
                <a:gd name="connsiteY1156" fmla="*/ 1019909 h 1107285"/>
                <a:gd name="connsiteX1157" fmla="*/ 626219 w 986690"/>
                <a:gd name="connsiteY1157" fmla="*/ 1017826 h 1107285"/>
                <a:gd name="connsiteX1158" fmla="*/ 627864 w 986690"/>
                <a:gd name="connsiteY1158" fmla="*/ 1015194 h 1107285"/>
                <a:gd name="connsiteX1159" fmla="*/ 629508 w 986690"/>
                <a:gd name="connsiteY1159" fmla="*/ 1013111 h 1107285"/>
                <a:gd name="connsiteX1160" fmla="*/ 633565 w 986690"/>
                <a:gd name="connsiteY1160" fmla="*/ 1010700 h 1107285"/>
                <a:gd name="connsiteX1161" fmla="*/ 637840 w 986690"/>
                <a:gd name="connsiteY1161" fmla="*/ 1009713 h 1107285"/>
                <a:gd name="connsiteX1162" fmla="*/ 642226 w 986690"/>
                <a:gd name="connsiteY1162" fmla="*/ 1009603 h 1107285"/>
                <a:gd name="connsiteX1163" fmla="*/ 646721 w 986690"/>
                <a:gd name="connsiteY1163" fmla="*/ 1009603 h 1107285"/>
                <a:gd name="connsiteX1164" fmla="*/ 646611 w 986690"/>
                <a:gd name="connsiteY1164" fmla="*/ 1008068 h 1107285"/>
                <a:gd name="connsiteX1165" fmla="*/ 647049 w 986690"/>
                <a:gd name="connsiteY1165" fmla="*/ 1007192 h 1107285"/>
                <a:gd name="connsiteX1166" fmla="*/ 647707 w 986690"/>
                <a:gd name="connsiteY1166" fmla="*/ 1006534 h 1107285"/>
                <a:gd name="connsiteX1167" fmla="*/ 648365 w 986690"/>
                <a:gd name="connsiteY1167" fmla="*/ 1005657 h 1107285"/>
                <a:gd name="connsiteX1168" fmla="*/ 654066 w 986690"/>
                <a:gd name="connsiteY1168" fmla="*/ 1004889 h 1107285"/>
                <a:gd name="connsiteX1169" fmla="*/ 657794 w 986690"/>
                <a:gd name="connsiteY1169" fmla="*/ 1002916 h 1107285"/>
                <a:gd name="connsiteX1170" fmla="*/ 660315 w 986690"/>
                <a:gd name="connsiteY1170" fmla="*/ 999736 h 1107285"/>
                <a:gd name="connsiteX1171" fmla="*/ 662398 w 986690"/>
                <a:gd name="connsiteY1171" fmla="*/ 995242 h 1107285"/>
                <a:gd name="connsiteX1172" fmla="*/ 663933 w 986690"/>
                <a:gd name="connsiteY1172" fmla="*/ 994145 h 1107285"/>
                <a:gd name="connsiteX1173" fmla="*/ 666125 w 986690"/>
                <a:gd name="connsiteY1173" fmla="*/ 994803 h 1107285"/>
                <a:gd name="connsiteX1174" fmla="*/ 668428 w 986690"/>
                <a:gd name="connsiteY1174" fmla="*/ 996119 h 1107285"/>
                <a:gd name="connsiteX1175" fmla="*/ 670291 w 986690"/>
                <a:gd name="connsiteY1175" fmla="*/ 996776 h 1107285"/>
                <a:gd name="connsiteX1176" fmla="*/ 671607 w 986690"/>
                <a:gd name="connsiteY1176" fmla="*/ 996009 h 1107285"/>
                <a:gd name="connsiteX1177" fmla="*/ 670730 w 986690"/>
                <a:gd name="connsiteY1177" fmla="*/ 994474 h 1107285"/>
                <a:gd name="connsiteX1178" fmla="*/ 669743 w 986690"/>
                <a:gd name="connsiteY1178" fmla="*/ 992720 h 1107285"/>
                <a:gd name="connsiteX1179" fmla="*/ 670839 w 986690"/>
                <a:gd name="connsiteY1179" fmla="*/ 991295 h 1107285"/>
                <a:gd name="connsiteX1180" fmla="*/ 672374 w 986690"/>
                <a:gd name="connsiteY1180" fmla="*/ 991404 h 1107285"/>
                <a:gd name="connsiteX1181" fmla="*/ 674348 w 986690"/>
                <a:gd name="connsiteY1181" fmla="*/ 991185 h 1107285"/>
                <a:gd name="connsiteX1182" fmla="*/ 676212 w 986690"/>
                <a:gd name="connsiteY1182" fmla="*/ 990856 h 1107285"/>
                <a:gd name="connsiteX1183" fmla="*/ 677308 w 986690"/>
                <a:gd name="connsiteY1183" fmla="*/ 990856 h 1107285"/>
                <a:gd name="connsiteX1184" fmla="*/ 679062 w 986690"/>
                <a:gd name="connsiteY1184" fmla="*/ 992720 h 1107285"/>
                <a:gd name="connsiteX1185" fmla="*/ 679720 w 986690"/>
                <a:gd name="connsiteY1185" fmla="*/ 995351 h 1107285"/>
                <a:gd name="connsiteX1186" fmla="*/ 679610 w 986690"/>
                <a:gd name="connsiteY1186" fmla="*/ 998202 h 1107285"/>
                <a:gd name="connsiteX1187" fmla="*/ 679062 w 986690"/>
                <a:gd name="connsiteY1187" fmla="*/ 1000723 h 1107285"/>
                <a:gd name="connsiteX1188" fmla="*/ 678843 w 986690"/>
                <a:gd name="connsiteY1188" fmla="*/ 1002368 h 1107285"/>
                <a:gd name="connsiteX1189" fmla="*/ 678624 w 986690"/>
                <a:gd name="connsiteY1189" fmla="*/ 1004670 h 1107285"/>
                <a:gd name="connsiteX1190" fmla="*/ 678404 w 986690"/>
                <a:gd name="connsiteY1190" fmla="*/ 1006863 h 1107285"/>
                <a:gd name="connsiteX1191" fmla="*/ 678075 w 986690"/>
                <a:gd name="connsiteY1191" fmla="*/ 1008178 h 1107285"/>
                <a:gd name="connsiteX1192" fmla="*/ 676650 w 986690"/>
                <a:gd name="connsiteY1192" fmla="*/ 1009275 h 1107285"/>
                <a:gd name="connsiteX1193" fmla="*/ 674567 w 986690"/>
                <a:gd name="connsiteY1193" fmla="*/ 1010042 h 1107285"/>
                <a:gd name="connsiteX1194" fmla="*/ 672484 w 986690"/>
                <a:gd name="connsiteY1194" fmla="*/ 1010919 h 1107285"/>
                <a:gd name="connsiteX1195" fmla="*/ 670839 w 986690"/>
                <a:gd name="connsiteY1195" fmla="*/ 1012125 h 1107285"/>
                <a:gd name="connsiteX1196" fmla="*/ 669524 w 986690"/>
                <a:gd name="connsiteY1196" fmla="*/ 1014427 h 1107285"/>
                <a:gd name="connsiteX1197" fmla="*/ 668976 w 986690"/>
                <a:gd name="connsiteY1197" fmla="*/ 1016729 h 1107285"/>
                <a:gd name="connsiteX1198" fmla="*/ 668757 w 986690"/>
                <a:gd name="connsiteY1198" fmla="*/ 1019141 h 1107285"/>
                <a:gd name="connsiteX1199" fmla="*/ 668318 w 986690"/>
                <a:gd name="connsiteY1199" fmla="*/ 1021663 h 1107285"/>
                <a:gd name="connsiteX1200" fmla="*/ 674348 w 986690"/>
                <a:gd name="connsiteY1200" fmla="*/ 1028570 h 1107285"/>
                <a:gd name="connsiteX1201" fmla="*/ 680268 w 986690"/>
                <a:gd name="connsiteY1201" fmla="*/ 1035696 h 1107285"/>
                <a:gd name="connsiteX1202" fmla="*/ 686298 w 986690"/>
                <a:gd name="connsiteY1202" fmla="*/ 1042603 h 1107285"/>
                <a:gd name="connsiteX1203" fmla="*/ 692766 w 986690"/>
                <a:gd name="connsiteY1203" fmla="*/ 1048961 h 1107285"/>
                <a:gd name="connsiteX1204" fmla="*/ 695836 w 986690"/>
                <a:gd name="connsiteY1204" fmla="*/ 1051702 h 1107285"/>
                <a:gd name="connsiteX1205" fmla="*/ 698577 w 986690"/>
                <a:gd name="connsiteY1205" fmla="*/ 1054552 h 1107285"/>
                <a:gd name="connsiteX1206" fmla="*/ 701098 w 986690"/>
                <a:gd name="connsiteY1206" fmla="*/ 1057622 h 1107285"/>
                <a:gd name="connsiteX1207" fmla="*/ 703620 w 986690"/>
                <a:gd name="connsiteY1207" fmla="*/ 1060911 h 1107285"/>
                <a:gd name="connsiteX1208" fmla="*/ 708224 w 986690"/>
                <a:gd name="connsiteY1208" fmla="*/ 1062337 h 1107285"/>
                <a:gd name="connsiteX1209" fmla="*/ 713815 w 986690"/>
                <a:gd name="connsiteY1209" fmla="*/ 1064420 h 1107285"/>
                <a:gd name="connsiteX1210" fmla="*/ 718749 w 986690"/>
                <a:gd name="connsiteY1210" fmla="*/ 1067270 h 1107285"/>
                <a:gd name="connsiteX1211" fmla="*/ 721270 w 986690"/>
                <a:gd name="connsiteY1211" fmla="*/ 1070888 h 1107285"/>
                <a:gd name="connsiteX1212" fmla="*/ 721709 w 986690"/>
                <a:gd name="connsiteY1212" fmla="*/ 1072423 h 1107285"/>
                <a:gd name="connsiteX1213" fmla="*/ 722148 w 986690"/>
                <a:gd name="connsiteY1213" fmla="*/ 1074067 h 1107285"/>
                <a:gd name="connsiteX1214" fmla="*/ 722586 w 986690"/>
                <a:gd name="connsiteY1214" fmla="*/ 1075712 h 1107285"/>
                <a:gd name="connsiteX1215" fmla="*/ 722696 w 986690"/>
                <a:gd name="connsiteY1215" fmla="*/ 1077246 h 1107285"/>
                <a:gd name="connsiteX1216" fmla="*/ 722257 w 986690"/>
                <a:gd name="connsiteY1216" fmla="*/ 1077904 h 1107285"/>
                <a:gd name="connsiteX1217" fmla="*/ 721270 w 986690"/>
                <a:gd name="connsiteY1217" fmla="*/ 1078233 h 1107285"/>
                <a:gd name="connsiteX1218" fmla="*/ 720393 w 986690"/>
                <a:gd name="connsiteY1218" fmla="*/ 1078672 h 1107285"/>
                <a:gd name="connsiteX1219" fmla="*/ 720174 w 986690"/>
                <a:gd name="connsiteY1219" fmla="*/ 1079549 h 1107285"/>
                <a:gd name="connsiteX1220" fmla="*/ 721161 w 986690"/>
                <a:gd name="connsiteY1220" fmla="*/ 1082838 h 1107285"/>
                <a:gd name="connsiteX1221" fmla="*/ 722148 w 986690"/>
                <a:gd name="connsiteY1221" fmla="*/ 1086127 h 1107285"/>
                <a:gd name="connsiteX1222" fmla="*/ 723134 w 986690"/>
                <a:gd name="connsiteY1222" fmla="*/ 1089416 h 1107285"/>
                <a:gd name="connsiteX1223" fmla="*/ 724121 w 986690"/>
                <a:gd name="connsiteY1223" fmla="*/ 1092705 h 1107285"/>
                <a:gd name="connsiteX1224" fmla="*/ 730699 w 986690"/>
                <a:gd name="connsiteY1224" fmla="*/ 1096871 h 1107285"/>
                <a:gd name="connsiteX1225" fmla="*/ 743526 w 986690"/>
                <a:gd name="connsiteY1225" fmla="*/ 1098515 h 1107285"/>
                <a:gd name="connsiteX1226" fmla="*/ 757449 w 986690"/>
                <a:gd name="connsiteY1226" fmla="*/ 1098844 h 1107285"/>
                <a:gd name="connsiteX1227" fmla="*/ 767316 w 986690"/>
                <a:gd name="connsiteY1227" fmla="*/ 1099063 h 1107285"/>
                <a:gd name="connsiteX1228" fmla="*/ 774003 w 986690"/>
                <a:gd name="connsiteY1228" fmla="*/ 1099611 h 1107285"/>
                <a:gd name="connsiteX1229" fmla="*/ 780691 w 986690"/>
                <a:gd name="connsiteY1229" fmla="*/ 1100159 h 1107285"/>
                <a:gd name="connsiteX1230" fmla="*/ 787379 w 986690"/>
                <a:gd name="connsiteY1230" fmla="*/ 1100708 h 1107285"/>
                <a:gd name="connsiteX1231" fmla="*/ 794066 w 986690"/>
                <a:gd name="connsiteY1231" fmla="*/ 1101256 h 1107285"/>
                <a:gd name="connsiteX1232" fmla="*/ 799987 w 986690"/>
                <a:gd name="connsiteY1232" fmla="*/ 1101695 h 1107285"/>
                <a:gd name="connsiteX1233" fmla="*/ 805906 w 986690"/>
                <a:gd name="connsiteY1233" fmla="*/ 1102133 h 1107285"/>
                <a:gd name="connsiteX1234" fmla="*/ 811827 w 986690"/>
                <a:gd name="connsiteY1234" fmla="*/ 1102571 h 1107285"/>
                <a:gd name="connsiteX1235" fmla="*/ 817747 w 986690"/>
                <a:gd name="connsiteY1235" fmla="*/ 1103010 h 1107285"/>
                <a:gd name="connsiteX1236" fmla="*/ 848444 w 986690"/>
                <a:gd name="connsiteY1236" fmla="*/ 1104874 h 1107285"/>
                <a:gd name="connsiteX1237" fmla="*/ 879141 w 986690"/>
                <a:gd name="connsiteY1237" fmla="*/ 1106738 h 1107285"/>
                <a:gd name="connsiteX1238" fmla="*/ 909838 w 986690"/>
                <a:gd name="connsiteY1238" fmla="*/ 1108601 h 1107285"/>
                <a:gd name="connsiteX1239" fmla="*/ 940535 w 986690"/>
                <a:gd name="connsiteY1239" fmla="*/ 1110465 h 1107285"/>
                <a:gd name="connsiteX1240" fmla="*/ 943057 w 986690"/>
                <a:gd name="connsiteY1240" fmla="*/ 1109588 h 1107285"/>
                <a:gd name="connsiteX1241" fmla="*/ 945468 w 986690"/>
                <a:gd name="connsiteY1241" fmla="*/ 1108163 h 1107285"/>
                <a:gd name="connsiteX1242" fmla="*/ 947771 w 986690"/>
                <a:gd name="connsiteY1242" fmla="*/ 1106409 h 1107285"/>
                <a:gd name="connsiteX1243" fmla="*/ 950073 w 986690"/>
                <a:gd name="connsiteY1243" fmla="*/ 1104764 h 1107285"/>
                <a:gd name="connsiteX1244" fmla="*/ 957309 w 986690"/>
                <a:gd name="connsiteY1244" fmla="*/ 1099831 h 1107285"/>
                <a:gd name="connsiteX1245" fmla="*/ 964544 w 986690"/>
                <a:gd name="connsiteY1245" fmla="*/ 1094897 h 1107285"/>
                <a:gd name="connsiteX1246" fmla="*/ 971780 w 986690"/>
                <a:gd name="connsiteY1246" fmla="*/ 1089964 h 1107285"/>
                <a:gd name="connsiteX1247" fmla="*/ 979016 w 986690"/>
                <a:gd name="connsiteY1247" fmla="*/ 1085031 h 1107285"/>
                <a:gd name="connsiteX1248" fmla="*/ 982962 w 986690"/>
                <a:gd name="connsiteY1248" fmla="*/ 1082509 h 1107285"/>
                <a:gd name="connsiteX1249" fmla="*/ 987019 w 986690"/>
                <a:gd name="connsiteY1249" fmla="*/ 1079658 h 1107285"/>
                <a:gd name="connsiteX1250" fmla="*/ 990637 w 986690"/>
                <a:gd name="connsiteY1250" fmla="*/ 1076369 h 1107285"/>
                <a:gd name="connsiteX1251" fmla="*/ 993049 w 986690"/>
                <a:gd name="connsiteY1251" fmla="*/ 1072313 h 1107285"/>
                <a:gd name="connsiteX1252" fmla="*/ 993926 w 986690"/>
                <a:gd name="connsiteY1252" fmla="*/ 1070340 h 1107285"/>
                <a:gd name="connsiteX1253" fmla="*/ 994803 w 986690"/>
                <a:gd name="connsiteY1253" fmla="*/ 1068256 h 1107285"/>
                <a:gd name="connsiteX1254" fmla="*/ 995680 w 986690"/>
                <a:gd name="connsiteY1254" fmla="*/ 1066283 h 1107285"/>
                <a:gd name="connsiteX1255" fmla="*/ 996557 w 986690"/>
                <a:gd name="connsiteY1255" fmla="*/ 1064200 h 1107285"/>
                <a:gd name="connsiteX1256" fmla="*/ 991952 w 986690"/>
                <a:gd name="connsiteY1256" fmla="*/ 1063433 h 1107285"/>
                <a:gd name="connsiteX1257" fmla="*/ 195145 w 986690"/>
                <a:gd name="connsiteY1257" fmla="*/ 147017 h 1107285"/>
                <a:gd name="connsiteX1258" fmla="*/ 193391 w 986690"/>
                <a:gd name="connsiteY1258" fmla="*/ 142851 h 1107285"/>
                <a:gd name="connsiteX1259" fmla="*/ 192624 w 986690"/>
                <a:gd name="connsiteY1259" fmla="*/ 138356 h 1107285"/>
                <a:gd name="connsiteX1260" fmla="*/ 191528 w 986690"/>
                <a:gd name="connsiteY1260" fmla="*/ 134190 h 1107285"/>
                <a:gd name="connsiteX1261" fmla="*/ 188677 w 986690"/>
                <a:gd name="connsiteY1261" fmla="*/ 131230 h 1107285"/>
                <a:gd name="connsiteX1262" fmla="*/ 189773 w 986690"/>
                <a:gd name="connsiteY1262" fmla="*/ 139562 h 1107285"/>
                <a:gd name="connsiteX1263" fmla="*/ 192843 w 986690"/>
                <a:gd name="connsiteY1263" fmla="*/ 148990 h 1107285"/>
                <a:gd name="connsiteX1264" fmla="*/ 197447 w 986690"/>
                <a:gd name="connsiteY1264" fmla="*/ 156007 h 1107285"/>
                <a:gd name="connsiteX1265" fmla="*/ 203258 w 986690"/>
                <a:gd name="connsiteY1265" fmla="*/ 156993 h 1107285"/>
                <a:gd name="connsiteX1266" fmla="*/ 205012 w 986690"/>
                <a:gd name="connsiteY1266" fmla="*/ 154472 h 1107285"/>
                <a:gd name="connsiteX1267" fmla="*/ 202491 w 986690"/>
                <a:gd name="connsiteY1267" fmla="*/ 151841 h 1107285"/>
                <a:gd name="connsiteX1268" fmla="*/ 195145 w 986690"/>
                <a:gd name="connsiteY1268" fmla="*/ 147017 h 110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</a:cxnLst>
              <a:rect l="l" t="t" r="r" b="b"/>
              <a:pathLst>
                <a:path w="986690" h="1107285">
                  <a:moveTo>
                    <a:pt x="991952" y="1063433"/>
                  </a:moveTo>
                  <a:lnTo>
                    <a:pt x="988664" y="1061898"/>
                  </a:lnTo>
                  <a:lnTo>
                    <a:pt x="986142" y="1059376"/>
                  </a:lnTo>
                  <a:lnTo>
                    <a:pt x="984936" y="1055430"/>
                  </a:lnTo>
                  <a:lnTo>
                    <a:pt x="985155" y="1053676"/>
                  </a:lnTo>
                  <a:lnTo>
                    <a:pt x="985813" y="1051373"/>
                  </a:lnTo>
                  <a:lnTo>
                    <a:pt x="986581" y="1048852"/>
                  </a:lnTo>
                  <a:lnTo>
                    <a:pt x="987019" y="1046549"/>
                  </a:lnTo>
                  <a:lnTo>
                    <a:pt x="987238" y="1044905"/>
                  </a:lnTo>
                  <a:lnTo>
                    <a:pt x="987567" y="1042822"/>
                  </a:lnTo>
                  <a:lnTo>
                    <a:pt x="988006" y="1040629"/>
                  </a:lnTo>
                  <a:lnTo>
                    <a:pt x="988335" y="1038656"/>
                  </a:lnTo>
                  <a:lnTo>
                    <a:pt x="989650" y="1033613"/>
                  </a:lnTo>
                  <a:lnTo>
                    <a:pt x="990527" y="1029447"/>
                  </a:lnTo>
                  <a:lnTo>
                    <a:pt x="988992" y="1026048"/>
                  </a:lnTo>
                  <a:lnTo>
                    <a:pt x="983182" y="1023307"/>
                  </a:lnTo>
                  <a:lnTo>
                    <a:pt x="980441" y="1021224"/>
                  </a:lnTo>
                  <a:lnTo>
                    <a:pt x="976165" y="1016839"/>
                  </a:lnTo>
                  <a:lnTo>
                    <a:pt x="972109" y="1012015"/>
                  </a:lnTo>
                  <a:lnTo>
                    <a:pt x="970026" y="1008507"/>
                  </a:lnTo>
                  <a:lnTo>
                    <a:pt x="967176" y="1003683"/>
                  </a:lnTo>
                  <a:lnTo>
                    <a:pt x="962242" y="1000285"/>
                  </a:lnTo>
                  <a:lnTo>
                    <a:pt x="956541" y="997982"/>
                  </a:lnTo>
                  <a:lnTo>
                    <a:pt x="951279" y="996338"/>
                  </a:lnTo>
                  <a:lnTo>
                    <a:pt x="949086" y="996119"/>
                  </a:lnTo>
                  <a:lnTo>
                    <a:pt x="946784" y="996119"/>
                  </a:lnTo>
                  <a:lnTo>
                    <a:pt x="944920" y="995680"/>
                  </a:lnTo>
                  <a:lnTo>
                    <a:pt x="944153" y="994364"/>
                  </a:lnTo>
                  <a:lnTo>
                    <a:pt x="943495" y="990418"/>
                  </a:lnTo>
                  <a:lnTo>
                    <a:pt x="941741" y="988664"/>
                  </a:lnTo>
                  <a:lnTo>
                    <a:pt x="938781" y="988225"/>
                  </a:lnTo>
                  <a:lnTo>
                    <a:pt x="934615" y="988225"/>
                  </a:lnTo>
                  <a:lnTo>
                    <a:pt x="927050" y="985813"/>
                  </a:lnTo>
                  <a:lnTo>
                    <a:pt x="925186" y="980770"/>
                  </a:lnTo>
                  <a:lnTo>
                    <a:pt x="924529" y="975069"/>
                  </a:lnTo>
                  <a:lnTo>
                    <a:pt x="920472" y="970684"/>
                  </a:lnTo>
                  <a:lnTo>
                    <a:pt x="917731" y="969807"/>
                  </a:lnTo>
                  <a:lnTo>
                    <a:pt x="915100" y="969259"/>
                  </a:lnTo>
                  <a:lnTo>
                    <a:pt x="912579" y="968711"/>
                  </a:lnTo>
                  <a:lnTo>
                    <a:pt x="910057" y="967614"/>
                  </a:lnTo>
                  <a:lnTo>
                    <a:pt x="909619" y="966956"/>
                  </a:lnTo>
                  <a:lnTo>
                    <a:pt x="909290" y="965860"/>
                  </a:lnTo>
                  <a:lnTo>
                    <a:pt x="908851" y="964654"/>
                  </a:lnTo>
                  <a:lnTo>
                    <a:pt x="908194" y="963777"/>
                  </a:lnTo>
                  <a:lnTo>
                    <a:pt x="906878" y="963339"/>
                  </a:lnTo>
                  <a:lnTo>
                    <a:pt x="905343" y="963339"/>
                  </a:lnTo>
                  <a:lnTo>
                    <a:pt x="903699" y="963339"/>
                  </a:lnTo>
                  <a:lnTo>
                    <a:pt x="902273" y="963229"/>
                  </a:lnTo>
                  <a:lnTo>
                    <a:pt x="899423" y="960488"/>
                  </a:lnTo>
                  <a:lnTo>
                    <a:pt x="898984" y="955664"/>
                  </a:lnTo>
                  <a:lnTo>
                    <a:pt x="899642" y="950402"/>
                  </a:lnTo>
                  <a:lnTo>
                    <a:pt x="900081" y="946236"/>
                  </a:lnTo>
                  <a:lnTo>
                    <a:pt x="900958" y="943166"/>
                  </a:lnTo>
                  <a:lnTo>
                    <a:pt x="903260" y="940316"/>
                  </a:lnTo>
                  <a:lnTo>
                    <a:pt x="904685" y="937465"/>
                  </a:lnTo>
                  <a:lnTo>
                    <a:pt x="902821" y="934615"/>
                  </a:lnTo>
                  <a:lnTo>
                    <a:pt x="901287" y="932751"/>
                  </a:lnTo>
                  <a:lnTo>
                    <a:pt x="900958" y="930778"/>
                  </a:lnTo>
                  <a:lnTo>
                    <a:pt x="900958" y="928585"/>
                  </a:lnTo>
                  <a:lnTo>
                    <a:pt x="900519" y="926283"/>
                  </a:lnTo>
                  <a:lnTo>
                    <a:pt x="899533" y="924638"/>
                  </a:lnTo>
                  <a:lnTo>
                    <a:pt x="898546" y="923432"/>
                  </a:lnTo>
                  <a:lnTo>
                    <a:pt x="897669" y="922336"/>
                  </a:lnTo>
                  <a:lnTo>
                    <a:pt x="897121" y="921020"/>
                  </a:lnTo>
                  <a:lnTo>
                    <a:pt x="897669" y="920034"/>
                  </a:lnTo>
                  <a:lnTo>
                    <a:pt x="898875" y="918937"/>
                  </a:lnTo>
                  <a:lnTo>
                    <a:pt x="899423" y="917622"/>
                  </a:lnTo>
                  <a:lnTo>
                    <a:pt x="897888" y="916087"/>
                  </a:lnTo>
                  <a:lnTo>
                    <a:pt x="896353" y="914223"/>
                  </a:lnTo>
                  <a:lnTo>
                    <a:pt x="895915" y="911482"/>
                  </a:lnTo>
                  <a:lnTo>
                    <a:pt x="896134" y="908523"/>
                  </a:lnTo>
                  <a:lnTo>
                    <a:pt x="896353" y="906111"/>
                  </a:lnTo>
                  <a:lnTo>
                    <a:pt x="895915" y="903370"/>
                  </a:lnTo>
                  <a:lnTo>
                    <a:pt x="894270" y="902602"/>
                  </a:lnTo>
                  <a:lnTo>
                    <a:pt x="892078" y="902383"/>
                  </a:lnTo>
                  <a:lnTo>
                    <a:pt x="890104" y="901396"/>
                  </a:lnTo>
                  <a:lnTo>
                    <a:pt x="889117" y="899533"/>
                  </a:lnTo>
                  <a:lnTo>
                    <a:pt x="888788" y="897340"/>
                  </a:lnTo>
                  <a:lnTo>
                    <a:pt x="888569" y="895038"/>
                  </a:lnTo>
                  <a:lnTo>
                    <a:pt x="887912" y="893174"/>
                  </a:lnTo>
                  <a:lnTo>
                    <a:pt x="887912" y="893174"/>
                  </a:lnTo>
                  <a:lnTo>
                    <a:pt x="874098" y="896792"/>
                  </a:lnTo>
                  <a:lnTo>
                    <a:pt x="845155" y="901177"/>
                  </a:lnTo>
                  <a:lnTo>
                    <a:pt x="838358" y="903808"/>
                  </a:lnTo>
                  <a:lnTo>
                    <a:pt x="834082" y="904247"/>
                  </a:lnTo>
                  <a:lnTo>
                    <a:pt x="828491" y="905562"/>
                  </a:lnTo>
                  <a:lnTo>
                    <a:pt x="822900" y="906220"/>
                  </a:lnTo>
                  <a:lnTo>
                    <a:pt x="816322" y="903479"/>
                  </a:lnTo>
                  <a:lnTo>
                    <a:pt x="810292" y="902821"/>
                  </a:lnTo>
                  <a:lnTo>
                    <a:pt x="807880" y="901616"/>
                  </a:lnTo>
                  <a:lnTo>
                    <a:pt x="801631" y="897121"/>
                  </a:lnTo>
                  <a:lnTo>
                    <a:pt x="800535" y="896792"/>
                  </a:lnTo>
                  <a:lnTo>
                    <a:pt x="791216" y="877058"/>
                  </a:lnTo>
                  <a:lnTo>
                    <a:pt x="786392" y="871138"/>
                  </a:lnTo>
                  <a:lnTo>
                    <a:pt x="773565" y="858530"/>
                  </a:lnTo>
                  <a:lnTo>
                    <a:pt x="769508" y="851952"/>
                  </a:lnTo>
                  <a:lnTo>
                    <a:pt x="763479" y="836165"/>
                  </a:lnTo>
                  <a:lnTo>
                    <a:pt x="759971" y="830245"/>
                  </a:lnTo>
                  <a:lnTo>
                    <a:pt x="755804" y="827833"/>
                  </a:lnTo>
                  <a:lnTo>
                    <a:pt x="746486" y="826956"/>
                  </a:lnTo>
                  <a:lnTo>
                    <a:pt x="743197" y="825312"/>
                  </a:lnTo>
                  <a:lnTo>
                    <a:pt x="717433" y="821255"/>
                  </a:lnTo>
                  <a:lnTo>
                    <a:pt x="713158" y="819501"/>
                  </a:lnTo>
                  <a:lnTo>
                    <a:pt x="711404" y="816760"/>
                  </a:lnTo>
                  <a:lnTo>
                    <a:pt x="710417" y="812485"/>
                  </a:lnTo>
                  <a:lnTo>
                    <a:pt x="707895" y="809525"/>
                  </a:lnTo>
                  <a:lnTo>
                    <a:pt x="690793" y="798233"/>
                  </a:lnTo>
                  <a:lnTo>
                    <a:pt x="683886" y="792093"/>
                  </a:lnTo>
                  <a:lnTo>
                    <a:pt x="680487" y="790339"/>
                  </a:lnTo>
                  <a:lnTo>
                    <a:pt x="676869" y="789571"/>
                  </a:lnTo>
                  <a:lnTo>
                    <a:pt x="663713" y="789352"/>
                  </a:lnTo>
                  <a:lnTo>
                    <a:pt x="646063" y="790777"/>
                  </a:lnTo>
                  <a:lnTo>
                    <a:pt x="620409" y="789900"/>
                  </a:lnTo>
                  <a:lnTo>
                    <a:pt x="602977" y="786940"/>
                  </a:lnTo>
                  <a:lnTo>
                    <a:pt x="587081" y="780910"/>
                  </a:lnTo>
                  <a:lnTo>
                    <a:pt x="573596" y="770824"/>
                  </a:lnTo>
                  <a:lnTo>
                    <a:pt x="574473" y="779705"/>
                  </a:lnTo>
                  <a:lnTo>
                    <a:pt x="585107" y="785515"/>
                  </a:lnTo>
                  <a:lnTo>
                    <a:pt x="598154" y="790010"/>
                  </a:lnTo>
                  <a:lnTo>
                    <a:pt x="606047" y="795053"/>
                  </a:lnTo>
                  <a:lnTo>
                    <a:pt x="602758" y="797904"/>
                  </a:lnTo>
                  <a:lnTo>
                    <a:pt x="598592" y="795601"/>
                  </a:lnTo>
                  <a:lnTo>
                    <a:pt x="594316" y="791655"/>
                  </a:lnTo>
                  <a:lnTo>
                    <a:pt x="590698" y="789571"/>
                  </a:lnTo>
                  <a:lnTo>
                    <a:pt x="586313" y="788804"/>
                  </a:lnTo>
                  <a:lnTo>
                    <a:pt x="565593" y="782665"/>
                  </a:lnTo>
                  <a:lnTo>
                    <a:pt x="563839" y="782555"/>
                  </a:lnTo>
                  <a:lnTo>
                    <a:pt x="561756" y="782884"/>
                  </a:lnTo>
                  <a:lnTo>
                    <a:pt x="561207" y="783651"/>
                  </a:lnTo>
                  <a:lnTo>
                    <a:pt x="561098" y="784528"/>
                  </a:lnTo>
                  <a:lnTo>
                    <a:pt x="560440" y="785405"/>
                  </a:lnTo>
                  <a:lnTo>
                    <a:pt x="555835" y="787708"/>
                  </a:lnTo>
                  <a:lnTo>
                    <a:pt x="553533" y="788256"/>
                  </a:lnTo>
                  <a:lnTo>
                    <a:pt x="550354" y="788475"/>
                  </a:lnTo>
                  <a:lnTo>
                    <a:pt x="548380" y="787160"/>
                  </a:lnTo>
                  <a:lnTo>
                    <a:pt x="546188" y="784200"/>
                  </a:lnTo>
                  <a:lnTo>
                    <a:pt x="545311" y="781239"/>
                  </a:lnTo>
                  <a:lnTo>
                    <a:pt x="547503" y="779924"/>
                  </a:lnTo>
                  <a:lnTo>
                    <a:pt x="550463" y="780472"/>
                  </a:lnTo>
                  <a:lnTo>
                    <a:pt x="555835" y="782774"/>
                  </a:lnTo>
                  <a:lnTo>
                    <a:pt x="559125" y="782884"/>
                  </a:lnTo>
                  <a:lnTo>
                    <a:pt x="559125" y="781349"/>
                  </a:lnTo>
                  <a:lnTo>
                    <a:pt x="550573" y="775648"/>
                  </a:lnTo>
                  <a:lnTo>
                    <a:pt x="546188" y="771701"/>
                  </a:lnTo>
                  <a:lnTo>
                    <a:pt x="544324" y="767974"/>
                  </a:lnTo>
                  <a:lnTo>
                    <a:pt x="540706" y="766878"/>
                  </a:lnTo>
                  <a:lnTo>
                    <a:pt x="533690" y="763589"/>
                  </a:lnTo>
                  <a:lnTo>
                    <a:pt x="529305" y="759861"/>
                  </a:lnTo>
                  <a:lnTo>
                    <a:pt x="533470" y="757449"/>
                  </a:lnTo>
                  <a:lnTo>
                    <a:pt x="537965" y="758655"/>
                  </a:lnTo>
                  <a:lnTo>
                    <a:pt x="544872" y="765672"/>
                  </a:lnTo>
                  <a:lnTo>
                    <a:pt x="555726" y="768851"/>
                  </a:lnTo>
                  <a:lnTo>
                    <a:pt x="564935" y="776087"/>
                  </a:lnTo>
                  <a:lnTo>
                    <a:pt x="569868" y="778718"/>
                  </a:lnTo>
                  <a:lnTo>
                    <a:pt x="570197" y="773127"/>
                  </a:lnTo>
                  <a:lnTo>
                    <a:pt x="569868" y="771592"/>
                  </a:lnTo>
                  <a:lnTo>
                    <a:pt x="567456" y="769399"/>
                  </a:lnTo>
                  <a:lnTo>
                    <a:pt x="562742" y="767206"/>
                  </a:lnTo>
                  <a:lnTo>
                    <a:pt x="558357" y="766001"/>
                  </a:lnTo>
                  <a:lnTo>
                    <a:pt x="555178" y="765562"/>
                  </a:lnTo>
                  <a:lnTo>
                    <a:pt x="551231" y="764137"/>
                  </a:lnTo>
                  <a:lnTo>
                    <a:pt x="546626" y="760848"/>
                  </a:lnTo>
                  <a:lnTo>
                    <a:pt x="539610" y="754051"/>
                  </a:lnTo>
                  <a:lnTo>
                    <a:pt x="535663" y="748679"/>
                  </a:lnTo>
                  <a:lnTo>
                    <a:pt x="532155" y="742210"/>
                  </a:lnTo>
                  <a:lnTo>
                    <a:pt x="529305" y="734536"/>
                  </a:lnTo>
                  <a:lnTo>
                    <a:pt x="526564" y="719955"/>
                  </a:lnTo>
                  <a:lnTo>
                    <a:pt x="525248" y="717433"/>
                  </a:lnTo>
                  <a:lnTo>
                    <a:pt x="522507" y="716885"/>
                  </a:lnTo>
                  <a:lnTo>
                    <a:pt x="517354" y="716995"/>
                  </a:lnTo>
                  <a:lnTo>
                    <a:pt x="512640" y="715899"/>
                  </a:lnTo>
                  <a:lnTo>
                    <a:pt x="508694" y="713268"/>
                  </a:lnTo>
                  <a:lnTo>
                    <a:pt x="505514" y="709649"/>
                  </a:lnTo>
                  <a:lnTo>
                    <a:pt x="503321" y="705703"/>
                  </a:lnTo>
                  <a:lnTo>
                    <a:pt x="500471" y="695178"/>
                  </a:lnTo>
                  <a:lnTo>
                    <a:pt x="498607" y="692218"/>
                  </a:lnTo>
                  <a:lnTo>
                    <a:pt x="497401" y="688381"/>
                  </a:lnTo>
                  <a:lnTo>
                    <a:pt x="496744" y="683448"/>
                  </a:lnTo>
                  <a:lnTo>
                    <a:pt x="494770" y="680597"/>
                  </a:lnTo>
                  <a:lnTo>
                    <a:pt x="489727" y="682790"/>
                  </a:lnTo>
                  <a:lnTo>
                    <a:pt x="486877" y="680926"/>
                  </a:lnTo>
                  <a:lnTo>
                    <a:pt x="470541" y="667003"/>
                  </a:lnTo>
                  <a:lnTo>
                    <a:pt x="465827" y="664262"/>
                  </a:lnTo>
                  <a:lnTo>
                    <a:pt x="463415" y="660534"/>
                  </a:lnTo>
                  <a:lnTo>
                    <a:pt x="461771" y="656039"/>
                  </a:lnTo>
                  <a:lnTo>
                    <a:pt x="460565" y="648146"/>
                  </a:lnTo>
                  <a:lnTo>
                    <a:pt x="457715" y="641349"/>
                  </a:lnTo>
                  <a:lnTo>
                    <a:pt x="457386" y="638389"/>
                  </a:lnTo>
                  <a:lnTo>
                    <a:pt x="459468" y="633346"/>
                  </a:lnTo>
                  <a:lnTo>
                    <a:pt x="458482" y="629289"/>
                  </a:lnTo>
                  <a:lnTo>
                    <a:pt x="451794" y="621615"/>
                  </a:lnTo>
                  <a:lnTo>
                    <a:pt x="449711" y="617997"/>
                  </a:lnTo>
                  <a:lnTo>
                    <a:pt x="443133" y="593659"/>
                  </a:lnTo>
                  <a:lnTo>
                    <a:pt x="440831" y="575350"/>
                  </a:lnTo>
                  <a:lnTo>
                    <a:pt x="433924" y="555397"/>
                  </a:lnTo>
                  <a:lnTo>
                    <a:pt x="430745" y="548929"/>
                  </a:lnTo>
                  <a:lnTo>
                    <a:pt x="420111" y="536211"/>
                  </a:lnTo>
                  <a:lnTo>
                    <a:pt x="407284" y="516039"/>
                  </a:lnTo>
                  <a:lnTo>
                    <a:pt x="394237" y="500690"/>
                  </a:lnTo>
                  <a:lnTo>
                    <a:pt x="387331" y="488631"/>
                  </a:lnTo>
                  <a:lnTo>
                    <a:pt x="385686" y="486767"/>
                  </a:lnTo>
                  <a:lnTo>
                    <a:pt x="383603" y="486000"/>
                  </a:lnTo>
                  <a:lnTo>
                    <a:pt x="382397" y="485232"/>
                  </a:lnTo>
                  <a:lnTo>
                    <a:pt x="380314" y="483478"/>
                  </a:lnTo>
                  <a:lnTo>
                    <a:pt x="378341" y="481286"/>
                  </a:lnTo>
                  <a:lnTo>
                    <a:pt x="375819" y="475365"/>
                  </a:lnTo>
                  <a:lnTo>
                    <a:pt x="372092" y="471199"/>
                  </a:lnTo>
                  <a:lnTo>
                    <a:pt x="359923" y="460784"/>
                  </a:lnTo>
                  <a:lnTo>
                    <a:pt x="346328" y="444449"/>
                  </a:lnTo>
                  <a:lnTo>
                    <a:pt x="340956" y="439406"/>
                  </a:lnTo>
                  <a:lnTo>
                    <a:pt x="337996" y="435788"/>
                  </a:lnTo>
                  <a:lnTo>
                    <a:pt x="335146" y="427675"/>
                  </a:lnTo>
                  <a:lnTo>
                    <a:pt x="331309" y="424386"/>
                  </a:lnTo>
                  <a:lnTo>
                    <a:pt x="323305" y="420001"/>
                  </a:lnTo>
                  <a:lnTo>
                    <a:pt x="316618" y="413971"/>
                  </a:lnTo>
                  <a:lnTo>
                    <a:pt x="293705" y="386234"/>
                  </a:lnTo>
                  <a:lnTo>
                    <a:pt x="284276" y="366939"/>
                  </a:lnTo>
                  <a:lnTo>
                    <a:pt x="286250" y="364308"/>
                  </a:lnTo>
                  <a:lnTo>
                    <a:pt x="287236" y="363431"/>
                  </a:lnTo>
                  <a:lnTo>
                    <a:pt x="288333" y="362663"/>
                  </a:lnTo>
                  <a:lnTo>
                    <a:pt x="286469" y="359046"/>
                  </a:lnTo>
                  <a:lnTo>
                    <a:pt x="284496" y="352029"/>
                  </a:lnTo>
                  <a:lnTo>
                    <a:pt x="270463" y="327362"/>
                  </a:lnTo>
                  <a:lnTo>
                    <a:pt x="256649" y="300721"/>
                  </a:lnTo>
                  <a:lnTo>
                    <a:pt x="244918" y="269147"/>
                  </a:lnTo>
                  <a:lnTo>
                    <a:pt x="243493" y="261363"/>
                  </a:lnTo>
                  <a:lnTo>
                    <a:pt x="241958" y="258622"/>
                  </a:lnTo>
                  <a:lnTo>
                    <a:pt x="238888" y="257526"/>
                  </a:lnTo>
                  <a:lnTo>
                    <a:pt x="238669" y="255114"/>
                  </a:lnTo>
                  <a:lnTo>
                    <a:pt x="225404" y="228035"/>
                  </a:lnTo>
                  <a:lnTo>
                    <a:pt x="224636" y="223759"/>
                  </a:lnTo>
                  <a:lnTo>
                    <a:pt x="226610" y="215098"/>
                  </a:lnTo>
                  <a:lnTo>
                    <a:pt x="226829" y="211152"/>
                  </a:lnTo>
                  <a:lnTo>
                    <a:pt x="224636" y="208521"/>
                  </a:lnTo>
                  <a:lnTo>
                    <a:pt x="221567" y="210932"/>
                  </a:lnTo>
                  <a:lnTo>
                    <a:pt x="218716" y="212138"/>
                  </a:lnTo>
                  <a:lnTo>
                    <a:pt x="215756" y="211919"/>
                  </a:lnTo>
                  <a:lnTo>
                    <a:pt x="212577" y="210165"/>
                  </a:lnTo>
                  <a:lnTo>
                    <a:pt x="209507" y="206986"/>
                  </a:lnTo>
                  <a:lnTo>
                    <a:pt x="193720" y="178481"/>
                  </a:lnTo>
                  <a:lnTo>
                    <a:pt x="190760" y="170259"/>
                  </a:lnTo>
                  <a:lnTo>
                    <a:pt x="187690" y="152170"/>
                  </a:lnTo>
                  <a:lnTo>
                    <a:pt x="183743" y="138137"/>
                  </a:lnTo>
                  <a:lnTo>
                    <a:pt x="182867" y="120486"/>
                  </a:lnTo>
                  <a:lnTo>
                    <a:pt x="181441" y="111825"/>
                  </a:lnTo>
                  <a:lnTo>
                    <a:pt x="176617" y="100314"/>
                  </a:lnTo>
                  <a:lnTo>
                    <a:pt x="175192" y="96257"/>
                  </a:lnTo>
                  <a:lnTo>
                    <a:pt x="173438" y="93955"/>
                  </a:lnTo>
                  <a:lnTo>
                    <a:pt x="170149" y="86281"/>
                  </a:lnTo>
                  <a:lnTo>
                    <a:pt x="169382" y="81457"/>
                  </a:lnTo>
                  <a:lnTo>
                    <a:pt x="172013" y="88254"/>
                  </a:lnTo>
                  <a:lnTo>
                    <a:pt x="188129" y="117635"/>
                  </a:lnTo>
                  <a:lnTo>
                    <a:pt x="193501" y="121253"/>
                  </a:lnTo>
                  <a:lnTo>
                    <a:pt x="195693" y="126077"/>
                  </a:lnTo>
                  <a:lnTo>
                    <a:pt x="198982" y="140329"/>
                  </a:lnTo>
                  <a:lnTo>
                    <a:pt x="199092" y="142961"/>
                  </a:lnTo>
                  <a:lnTo>
                    <a:pt x="200079" y="145043"/>
                  </a:lnTo>
                  <a:lnTo>
                    <a:pt x="204573" y="148661"/>
                  </a:lnTo>
                  <a:lnTo>
                    <a:pt x="213673" y="162256"/>
                  </a:lnTo>
                  <a:lnTo>
                    <a:pt x="224307" y="173329"/>
                  </a:lnTo>
                  <a:lnTo>
                    <a:pt x="227158" y="178372"/>
                  </a:lnTo>
                  <a:lnTo>
                    <a:pt x="236696" y="187033"/>
                  </a:lnTo>
                  <a:lnTo>
                    <a:pt x="244480" y="192295"/>
                  </a:lnTo>
                  <a:lnTo>
                    <a:pt x="248426" y="195694"/>
                  </a:lnTo>
                  <a:lnTo>
                    <a:pt x="250181" y="199202"/>
                  </a:lnTo>
                  <a:lnTo>
                    <a:pt x="250071" y="202929"/>
                  </a:lnTo>
                  <a:lnTo>
                    <a:pt x="249413" y="206218"/>
                  </a:lnTo>
                  <a:lnTo>
                    <a:pt x="248207" y="209398"/>
                  </a:lnTo>
                  <a:lnTo>
                    <a:pt x="246234" y="212906"/>
                  </a:lnTo>
                  <a:lnTo>
                    <a:pt x="244261" y="211261"/>
                  </a:lnTo>
                  <a:lnTo>
                    <a:pt x="240643" y="212029"/>
                  </a:lnTo>
                  <a:lnTo>
                    <a:pt x="236586" y="214112"/>
                  </a:lnTo>
                  <a:lnTo>
                    <a:pt x="233407" y="216524"/>
                  </a:lnTo>
                  <a:lnTo>
                    <a:pt x="230118" y="220142"/>
                  </a:lnTo>
                  <a:lnTo>
                    <a:pt x="230228" y="221676"/>
                  </a:lnTo>
                  <a:lnTo>
                    <a:pt x="231762" y="223102"/>
                  </a:lnTo>
                  <a:lnTo>
                    <a:pt x="233297" y="229789"/>
                  </a:lnTo>
                  <a:lnTo>
                    <a:pt x="238121" y="240314"/>
                  </a:lnTo>
                  <a:lnTo>
                    <a:pt x="240752" y="254785"/>
                  </a:lnTo>
                  <a:lnTo>
                    <a:pt x="242178" y="254785"/>
                  </a:lnTo>
                  <a:lnTo>
                    <a:pt x="243603" y="245247"/>
                  </a:lnTo>
                  <a:lnTo>
                    <a:pt x="244809" y="240424"/>
                  </a:lnTo>
                  <a:lnTo>
                    <a:pt x="247001" y="236696"/>
                  </a:lnTo>
                  <a:lnTo>
                    <a:pt x="249304" y="233736"/>
                  </a:lnTo>
                  <a:lnTo>
                    <a:pt x="254785" y="224308"/>
                  </a:lnTo>
                  <a:lnTo>
                    <a:pt x="255882" y="220690"/>
                  </a:lnTo>
                  <a:lnTo>
                    <a:pt x="257636" y="211590"/>
                  </a:lnTo>
                  <a:lnTo>
                    <a:pt x="260486" y="202820"/>
                  </a:lnTo>
                  <a:lnTo>
                    <a:pt x="261034" y="194159"/>
                  </a:lnTo>
                  <a:lnTo>
                    <a:pt x="255882" y="185279"/>
                  </a:lnTo>
                  <a:lnTo>
                    <a:pt x="241739" y="176069"/>
                  </a:lnTo>
                  <a:lnTo>
                    <a:pt x="239546" y="173000"/>
                  </a:lnTo>
                  <a:lnTo>
                    <a:pt x="237463" y="172123"/>
                  </a:lnTo>
                  <a:lnTo>
                    <a:pt x="226719" y="162146"/>
                  </a:lnTo>
                  <a:lnTo>
                    <a:pt x="223101" y="160063"/>
                  </a:lnTo>
                  <a:lnTo>
                    <a:pt x="202929" y="136273"/>
                  </a:lnTo>
                  <a:lnTo>
                    <a:pt x="173329" y="81347"/>
                  </a:lnTo>
                  <a:lnTo>
                    <a:pt x="171246" y="73782"/>
                  </a:lnTo>
                  <a:lnTo>
                    <a:pt x="170697" y="48019"/>
                  </a:lnTo>
                  <a:lnTo>
                    <a:pt x="169162" y="43853"/>
                  </a:lnTo>
                  <a:lnTo>
                    <a:pt x="169162" y="43853"/>
                  </a:lnTo>
                  <a:lnTo>
                    <a:pt x="167847" y="45059"/>
                  </a:lnTo>
                  <a:lnTo>
                    <a:pt x="162365" y="48786"/>
                  </a:lnTo>
                  <a:lnTo>
                    <a:pt x="160501" y="49554"/>
                  </a:lnTo>
                  <a:lnTo>
                    <a:pt x="158747" y="50650"/>
                  </a:lnTo>
                  <a:lnTo>
                    <a:pt x="157432" y="53062"/>
                  </a:lnTo>
                  <a:lnTo>
                    <a:pt x="155458" y="55145"/>
                  </a:lnTo>
                  <a:lnTo>
                    <a:pt x="153266" y="55255"/>
                  </a:lnTo>
                  <a:lnTo>
                    <a:pt x="151183" y="53062"/>
                  </a:lnTo>
                  <a:lnTo>
                    <a:pt x="149319" y="50650"/>
                  </a:lnTo>
                  <a:lnTo>
                    <a:pt x="147565" y="48896"/>
                  </a:lnTo>
                  <a:lnTo>
                    <a:pt x="145701" y="47251"/>
                  </a:lnTo>
                  <a:lnTo>
                    <a:pt x="143399" y="45168"/>
                  </a:lnTo>
                  <a:lnTo>
                    <a:pt x="143180" y="41989"/>
                  </a:lnTo>
                  <a:lnTo>
                    <a:pt x="145372" y="39248"/>
                  </a:lnTo>
                  <a:lnTo>
                    <a:pt x="146797" y="36727"/>
                  </a:lnTo>
                  <a:lnTo>
                    <a:pt x="144166" y="34315"/>
                  </a:lnTo>
                  <a:lnTo>
                    <a:pt x="140987" y="32451"/>
                  </a:lnTo>
                  <a:lnTo>
                    <a:pt x="137259" y="29930"/>
                  </a:lnTo>
                  <a:lnTo>
                    <a:pt x="133532" y="27847"/>
                  </a:lnTo>
                  <a:lnTo>
                    <a:pt x="130462" y="27079"/>
                  </a:lnTo>
                  <a:lnTo>
                    <a:pt x="125529" y="26641"/>
                  </a:lnTo>
                  <a:lnTo>
                    <a:pt x="120595" y="24996"/>
                  </a:lnTo>
                  <a:lnTo>
                    <a:pt x="115772" y="23461"/>
                  </a:lnTo>
                  <a:lnTo>
                    <a:pt x="111277" y="23461"/>
                  </a:lnTo>
                  <a:lnTo>
                    <a:pt x="107988" y="22913"/>
                  </a:lnTo>
                  <a:lnTo>
                    <a:pt x="104699" y="20392"/>
                  </a:lnTo>
                  <a:lnTo>
                    <a:pt x="101410" y="17212"/>
                  </a:lnTo>
                  <a:lnTo>
                    <a:pt x="98121" y="14800"/>
                  </a:lnTo>
                  <a:lnTo>
                    <a:pt x="94503" y="11183"/>
                  </a:lnTo>
                  <a:lnTo>
                    <a:pt x="92859" y="6030"/>
                  </a:lnTo>
                  <a:lnTo>
                    <a:pt x="91214" y="1535"/>
                  </a:lnTo>
                  <a:lnTo>
                    <a:pt x="87486" y="0"/>
                  </a:lnTo>
                  <a:lnTo>
                    <a:pt x="84965" y="768"/>
                  </a:lnTo>
                  <a:lnTo>
                    <a:pt x="82991" y="1973"/>
                  </a:lnTo>
                  <a:lnTo>
                    <a:pt x="81237" y="3179"/>
                  </a:lnTo>
                  <a:lnTo>
                    <a:pt x="79374" y="4056"/>
                  </a:lnTo>
                  <a:lnTo>
                    <a:pt x="77291" y="4605"/>
                  </a:lnTo>
                  <a:lnTo>
                    <a:pt x="76084" y="4714"/>
                  </a:lnTo>
                  <a:lnTo>
                    <a:pt x="74879" y="4166"/>
                  </a:lnTo>
                  <a:lnTo>
                    <a:pt x="72576" y="2850"/>
                  </a:lnTo>
                  <a:lnTo>
                    <a:pt x="69397" y="2960"/>
                  </a:lnTo>
                  <a:lnTo>
                    <a:pt x="68520" y="7016"/>
                  </a:lnTo>
                  <a:lnTo>
                    <a:pt x="68520" y="12169"/>
                  </a:lnTo>
                  <a:lnTo>
                    <a:pt x="67753" y="15677"/>
                  </a:lnTo>
                  <a:lnTo>
                    <a:pt x="65450" y="17212"/>
                  </a:lnTo>
                  <a:lnTo>
                    <a:pt x="62819" y="17212"/>
                  </a:lnTo>
                  <a:lnTo>
                    <a:pt x="60188" y="16335"/>
                  </a:lnTo>
                  <a:lnTo>
                    <a:pt x="57776" y="15239"/>
                  </a:lnTo>
                  <a:lnTo>
                    <a:pt x="54816" y="16883"/>
                  </a:lnTo>
                  <a:lnTo>
                    <a:pt x="53171" y="14252"/>
                  </a:lnTo>
                  <a:lnTo>
                    <a:pt x="51966" y="11292"/>
                  </a:lnTo>
                  <a:lnTo>
                    <a:pt x="49992" y="11840"/>
                  </a:lnTo>
                  <a:lnTo>
                    <a:pt x="47251" y="14362"/>
                  </a:lnTo>
                  <a:lnTo>
                    <a:pt x="45168" y="13923"/>
                  </a:lnTo>
                  <a:lnTo>
                    <a:pt x="42976" y="12060"/>
                  </a:lnTo>
                  <a:lnTo>
                    <a:pt x="39906" y="10086"/>
                  </a:lnTo>
                  <a:lnTo>
                    <a:pt x="38919" y="10415"/>
                  </a:lnTo>
                  <a:lnTo>
                    <a:pt x="38152" y="11511"/>
                  </a:lnTo>
                  <a:lnTo>
                    <a:pt x="37275" y="12060"/>
                  </a:lnTo>
                  <a:lnTo>
                    <a:pt x="35740" y="10744"/>
                  </a:lnTo>
                  <a:lnTo>
                    <a:pt x="34534" y="9757"/>
                  </a:lnTo>
                  <a:lnTo>
                    <a:pt x="33547" y="9757"/>
                  </a:lnTo>
                  <a:lnTo>
                    <a:pt x="32451" y="9977"/>
                  </a:lnTo>
                  <a:lnTo>
                    <a:pt x="31136" y="9977"/>
                  </a:lnTo>
                  <a:lnTo>
                    <a:pt x="25215" y="9538"/>
                  </a:lnTo>
                  <a:lnTo>
                    <a:pt x="18637" y="10634"/>
                  </a:lnTo>
                  <a:lnTo>
                    <a:pt x="11730" y="12169"/>
                  </a:lnTo>
                  <a:lnTo>
                    <a:pt x="5043" y="13046"/>
                  </a:lnTo>
                  <a:lnTo>
                    <a:pt x="6249" y="13814"/>
                  </a:lnTo>
                  <a:lnTo>
                    <a:pt x="7455" y="14691"/>
                  </a:lnTo>
                  <a:lnTo>
                    <a:pt x="8551" y="15568"/>
                  </a:lnTo>
                  <a:lnTo>
                    <a:pt x="9647" y="16445"/>
                  </a:lnTo>
                  <a:lnTo>
                    <a:pt x="13813" y="19076"/>
                  </a:lnTo>
                  <a:lnTo>
                    <a:pt x="17760" y="21926"/>
                  </a:lnTo>
                  <a:lnTo>
                    <a:pt x="21598" y="24887"/>
                  </a:lnTo>
                  <a:lnTo>
                    <a:pt x="25434" y="27847"/>
                  </a:lnTo>
                  <a:lnTo>
                    <a:pt x="31026" y="31464"/>
                  </a:lnTo>
                  <a:lnTo>
                    <a:pt x="36836" y="34753"/>
                  </a:lnTo>
                  <a:lnTo>
                    <a:pt x="42647" y="38042"/>
                  </a:lnTo>
                  <a:lnTo>
                    <a:pt x="48238" y="41660"/>
                  </a:lnTo>
                  <a:lnTo>
                    <a:pt x="52952" y="45497"/>
                  </a:lnTo>
                  <a:lnTo>
                    <a:pt x="56351" y="49663"/>
                  </a:lnTo>
                  <a:lnTo>
                    <a:pt x="58105" y="54597"/>
                  </a:lnTo>
                  <a:lnTo>
                    <a:pt x="57886" y="60846"/>
                  </a:lnTo>
                  <a:lnTo>
                    <a:pt x="55364" y="69178"/>
                  </a:lnTo>
                  <a:lnTo>
                    <a:pt x="51417" y="77400"/>
                  </a:lnTo>
                  <a:lnTo>
                    <a:pt x="46813" y="85294"/>
                  </a:lnTo>
                  <a:lnTo>
                    <a:pt x="42428" y="92749"/>
                  </a:lnTo>
                  <a:lnTo>
                    <a:pt x="40893" y="95819"/>
                  </a:lnTo>
                  <a:lnTo>
                    <a:pt x="39687" y="98998"/>
                  </a:lnTo>
                  <a:lnTo>
                    <a:pt x="38481" y="102287"/>
                  </a:lnTo>
                  <a:lnTo>
                    <a:pt x="37384" y="105576"/>
                  </a:lnTo>
                  <a:lnTo>
                    <a:pt x="36398" y="105905"/>
                  </a:lnTo>
                  <a:lnTo>
                    <a:pt x="34643" y="104370"/>
                  </a:lnTo>
                  <a:lnTo>
                    <a:pt x="32561" y="106782"/>
                  </a:lnTo>
                  <a:lnTo>
                    <a:pt x="30697" y="106891"/>
                  </a:lnTo>
                  <a:lnTo>
                    <a:pt x="28833" y="106124"/>
                  </a:lnTo>
                  <a:lnTo>
                    <a:pt x="26531" y="105795"/>
                  </a:lnTo>
                  <a:lnTo>
                    <a:pt x="26312" y="105685"/>
                  </a:lnTo>
                  <a:lnTo>
                    <a:pt x="24009" y="105795"/>
                  </a:lnTo>
                  <a:lnTo>
                    <a:pt x="21488" y="107111"/>
                  </a:lnTo>
                  <a:lnTo>
                    <a:pt x="20611" y="107440"/>
                  </a:lnTo>
                  <a:lnTo>
                    <a:pt x="13046" y="106343"/>
                  </a:lnTo>
                  <a:lnTo>
                    <a:pt x="10744" y="105685"/>
                  </a:lnTo>
                  <a:lnTo>
                    <a:pt x="10415" y="105905"/>
                  </a:lnTo>
                  <a:lnTo>
                    <a:pt x="10853" y="111825"/>
                  </a:lnTo>
                  <a:lnTo>
                    <a:pt x="14252" y="112263"/>
                  </a:lnTo>
                  <a:lnTo>
                    <a:pt x="18747" y="110619"/>
                  </a:lnTo>
                  <a:lnTo>
                    <a:pt x="22474" y="110290"/>
                  </a:lnTo>
                  <a:lnTo>
                    <a:pt x="23023" y="111825"/>
                  </a:lnTo>
                  <a:lnTo>
                    <a:pt x="20391" y="113579"/>
                  </a:lnTo>
                  <a:lnTo>
                    <a:pt x="18199" y="116210"/>
                  </a:lnTo>
                  <a:lnTo>
                    <a:pt x="19953" y="120486"/>
                  </a:lnTo>
                  <a:lnTo>
                    <a:pt x="15129" y="122021"/>
                  </a:lnTo>
                  <a:lnTo>
                    <a:pt x="16006" y="126516"/>
                  </a:lnTo>
                  <a:lnTo>
                    <a:pt x="19405" y="131230"/>
                  </a:lnTo>
                  <a:lnTo>
                    <a:pt x="21926" y="133422"/>
                  </a:lnTo>
                  <a:lnTo>
                    <a:pt x="30039" y="132655"/>
                  </a:lnTo>
                  <a:lnTo>
                    <a:pt x="30916" y="134848"/>
                  </a:lnTo>
                  <a:lnTo>
                    <a:pt x="31026" y="137479"/>
                  </a:lnTo>
                  <a:lnTo>
                    <a:pt x="31355" y="139672"/>
                  </a:lnTo>
                  <a:lnTo>
                    <a:pt x="32890" y="140549"/>
                  </a:lnTo>
                  <a:lnTo>
                    <a:pt x="36288" y="141755"/>
                  </a:lnTo>
                  <a:lnTo>
                    <a:pt x="36836" y="144386"/>
                  </a:lnTo>
                  <a:lnTo>
                    <a:pt x="35850" y="147346"/>
                  </a:lnTo>
                  <a:lnTo>
                    <a:pt x="34863" y="149209"/>
                  </a:lnTo>
                  <a:lnTo>
                    <a:pt x="32780" y="151950"/>
                  </a:lnTo>
                  <a:lnTo>
                    <a:pt x="30368" y="153814"/>
                  </a:lnTo>
                  <a:lnTo>
                    <a:pt x="25325" y="156445"/>
                  </a:lnTo>
                  <a:lnTo>
                    <a:pt x="24886" y="157103"/>
                  </a:lnTo>
                  <a:lnTo>
                    <a:pt x="24558" y="158090"/>
                  </a:lnTo>
                  <a:lnTo>
                    <a:pt x="24119" y="159076"/>
                  </a:lnTo>
                  <a:lnTo>
                    <a:pt x="23351" y="159515"/>
                  </a:lnTo>
                  <a:lnTo>
                    <a:pt x="22036" y="159186"/>
                  </a:lnTo>
                  <a:lnTo>
                    <a:pt x="19624" y="157871"/>
                  </a:lnTo>
                  <a:lnTo>
                    <a:pt x="18528" y="157871"/>
                  </a:lnTo>
                  <a:lnTo>
                    <a:pt x="16445" y="159076"/>
                  </a:lnTo>
                  <a:lnTo>
                    <a:pt x="15239" y="160502"/>
                  </a:lnTo>
                  <a:lnTo>
                    <a:pt x="15348" y="162036"/>
                  </a:lnTo>
                  <a:lnTo>
                    <a:pt x="17212" y="163681"/>
                  </a:lnTo>
                  <a:lnTo>
                    <a:pt x="14252" y="166531"/>
                  </a:lnTo>
                  <a:lnTo>
                    <a:pt x="6687" y="165545"/>
                  </a:lnTo>
                  <a:lnTo>
                    <a:pt x="3618" y="168066"/>
                  </a:lnTo>
                  <a:lnTo>
                    <a:pt x="2521" y="173438"/>
                  </a:lnTo>
                  <a:lnTo>
                    <a:pt x="3508" y="176946"/>
                  </a:lnTo>
                  <a:lnTo>
                    <a:pt x="3508" y="180016"/>
                  </a:lnTo>
                  <a:lnTo>
                    <a:pt x="877" y="182647"/>
                  </a:lnTo>
                  <a:lnTo>
                    <a:pt x="0" y="184073"/>
                  </a:lnTo>
                  <a:lnTo>
                    <a:pt x="1973" y="188348"/>
                  </a:lnTo>
                  <a:lnTo>
                    <a:pt x="4824" y="191637"/>
                  </a:lnTo>
                  <a:lnTo>
                    <a:pt x="8332" y="194049"/>
                  </a:lnTo>
                  <a:lnTo>
                    <a:pt x="12498" y="196023"/>
                  </a:lnTo>
                  <a:lnTo>
                    <a:pt x="18528" y="198763"/>
                  </a:lnTo>
                  <a:lnTo>
                    <a:pt x="22146" y="201833"/>
                  </a:lnTo>
                  <a:lnTo>
                    <a:pt x="23900" y="206109"/>
                  </a:lnTo>
                  <a:lnTo>
                    <a:pt x="24667" y="212687"/>
                  </a:lnTo>
                  <a:lnTo>
                    <a:pt x="24777" y="216633"/>
                  </a:lnTo>
                  <a:lnTo>
                    <a:pt x="24996" y="220580"/>
                  </a:lnTo>
                  <a:lnTo>
                    <a:pt x="25106" y="224527"/>
                  </a:lnTo>
                  <a:lnTo>
                    <a:pt x="24996" y="228474"/>
                  </a:lnTo>
                  <a:lnTo>
                    <a:pt x="25325" y="228583"/>
                  </a:lnTo>
                  <a:lnTo>
                    <a:pt x="25654" y="228693"/>
                  </a:lnTo>
                  <a:lnTo>
                    <a:pt x="25983" y="228802"/>
                  </a:lnTo>
                  <a:lnTo>
                    <a:pt x="26312" y="228912"/>
                  </a:lnTo>
                  <a:lnTo>
                    <a:pt x="29601" y="231105"/>
                  </a:lnTo>
                  <a:lnTo>
                    <a:pt x="32890" y="233407"/>
                  </a:lnTo>
                  <a:lnTo>
                    <a:pt x="36179" y="235709"/>
                  </a:lnTo>
                  <a:lnTo>
                    <a:pt x="39467" y="238012"/>
                  </a:lnTo>
                  <a:lnTo>
                    <a:pt x="35959" y="242397"/>
                  </a:lnTo>
                  <a:lnTo>
                    <a:pt x="32561" y="246453"/>
                  </a:lnTo>
                  <a:lnTo>
                    <a:pt x="30149" y="251058"/>
                  </a:lnTo>
                  <a:lnTo>
                    <a:pt x="29601" y="256978"/>
                  </a:lnTo>
                  <a:lnTo>
                    <a:pt x="29820" y="258513"/>
                  </a:lnTo>
                  <a:lnTo>
                    <a:pt x="30368" y="259828"/>
                  </a:lnTo>
                  <a:lnTo>
                    <a:pt x="31136" y="260925"/>
                  </a:lnTo>
                  <a:lnTo>
                    <a:pt x="32232" y="261802"/>
                  </a:lnTo>
                  <a:lnTo>
                    <a:pt x="36069" y="263117"/>
                  </a:lnTo>
                  <a:lnTo>
                    <a:pt x="39577" y="266735"/>
                  </a:lnTo>
                  <a:lnTo>
                    <a:pt x="42757" y="271230"/>
                  </a:lnTo>
                  <a:lnTo>
                    <a:pt x="45936" y="275067"/>
                  </a:lnTo>
                  <a:lnTo>
                    <a:pt x="48238" y="276931"/>
                  </a:lnTo>
                  <a:lnTo>
                    <a:pt x="50650" y="278685"/>
                  </a:lnTo>
                  <a:lnTo>
                    <a:pt x="53171" y="279891"/>
                  </a:lnTo>
                  <a:lnTo>
                    <a:pt x="55912" y="279891"/>
                  </a:lnTo>
                  <a:lnTo>
                    <a:pt x="60078" y="276821"/>
                  </a:lnTo>
                  <a:lnTo>
                    <a:pt x="65121" y="272984"/>
                  </a:lnTo>
                  <a:lnTo>
                    <a:pt x="68630" y="268818"/>
                  </a:lnTo>
                  <a:lnTo>
                    <a:pt x="68410" y="264652"/>
                  </a:lnTo>
                  <a:lnTo>
                    <a:pt x="68191" y="261473"/>
                  </a:lnTo>
                  <a:lnTo>
                    <a:pt x="70384" y="260815"/>
                  </a:lnTo>
                  <a:lnTo>
                    <a:pt x="72905" y="262350"/>
                  </a:lnTo>
                  <a:lnTo>
                    <a:pt x="73892" y="265858"/>
                  </a:lnTo>
                  <a:lnTo>
                    <a:pt x="74221" y="271230"/>
                  </a:lnTo>
                  <a:lnTo>
                    <a:pt x="71699" y="277041"/>
                  </a:lnTo>
                  <a:lnTo>
                    <a:pt x="69836" y="282522"/>
                  </a:lnTo>
                  <a:lnTo>
                    <a:pt x="71919" y="286579"/>
                  </a:lnTo>
                  <a:lnTo>
                    <a:pt x="77619" y="286688"/>
                  </a:lnTo>
                  <a:lnTo>
                    <a:pt x="81457" y="282851"/>
                  </a:lnTo>
                  <a:lnTo>
                    <a:pt x="84746" y="280988"/>
                  </a:lnTo>
                  <a:lnTo>
                    <a:pt x="88802" y="287017"/>
                  </a:lnTo>
                  <a:lnTo>
                    <a:pt x="91104" y="287894"/>
                  </a:lnTo>
                  <a:lnTo>
                    <a:pt x="92749" y="288991"/>
                  </a:lnTo>
                  <a:lnTo>
                    <a:pt x="94064" y="290635"/>
                  </a:lnTo>
                  <a:lnTo>
                    <a:pt x="95270" y="292937"/>
                  </a:lnTo>
                  <a:lnTo>
                    <a:pt x="96476" y="294143"/>
                  </a:lnTo>
                  <a:lnTo>
                    <a:pt x="98230" y="294582"/>
                  </a:lnTo>
                  <a:lnTo>
                    <a:pt x="99875" y="295349"/>
                  </a:lnTo>
                  <a:lnTo>
                    <a:pt x="101081" y="297432"/>
                  </a:lnTo>
                  <a:lnTo>
                    <a:pt x="100752" y="299406"/>
                  </a:lnTo>
                  <a:lnTo>
                    <a:pt x="99656" y="302585"/>
                  </a:lnTo>
                  <a:lnTo>
                    <a:pt x="98230" y="305764"/>
                  </a:lnTo>
                  <a:lnTo>
                    <a:pt x="97134" y="307628"/>
                  </a:lnTo>
                  <a:lnTo>
                    <a:pt x="96257" y="308176"/>
                  </a:lnTo>
                  <a:lnTo>
                    <a:pt x="95380" y="308067"/>
                  </a:lnTo>
                  <a:lnTo>
                    <a:pt x="94503" y="307738"/>
                  </a:lnTo>
                  <a:lnTo>
                    <a:pt x="93735" y="307847"/>
                  </a:lnTo>
                  <a:lnTo>
                    <a:pt x="92639" y="308834"/>
                  </a:lnTo>
                  <a:lnTo>
                    <a:pt x="91433" y="310259"/>
                  </a:lnTo>
                  <a:lnTo>
                    <a:pt x="90118" y="311904"/>
                  </a:lnTo>
                  <a:lnTo>
                    <a:pt x="88912" y="313548"/>
                  </a:lnTo>
                  <a:lnTo>
                    <a:pt x="87596" y="315522"/>
                  </a:lnTo>
                  <a:lnTo>
                    <a:pt x="86171" y="317385"/>
                  </a:lnTo>
                  <a:lnTo>
                    <a:pt x="84636" y="319249"/>
                  </a:lnTo>
                  <a:lnTo>
                    <a:pt x="83101" y="321003"/>
                  </a:lnTo>
                  <a:lnTo>
                    <a:pt x="80689" y="325498"/>
                  </a:lnTo>
                  <a:lnTo>
                    <a:pt x="79593" y="332515"/>
                  </a:lnTo>
                  <a:lnTo>
                    <a:pt x="79812" y="339860"/>
                  </a:lnTo>
                  <a:lnTo>
                    <a:pt x="81237" y="345232"/>
                  </a:lnTo>
                  <a:lnTo>
                    <a:pt x="81786" y="346438"/>
                  </a:lnTo>
                  <a:lnTo>
                    <a:pt x="81786" y="347425"/>
                  </a:lnTo>
                  <a:lnTo>
                    <a:pt x="81237" y="348082"/>
                  </a:lnTo>
                  <a:lnTo>
                    <a:pt x="80031" y="348521"/>
                  </a:lnTo>
                  <a:lnTo>
                    <a:pt x="75098" y="348631"/>
                  </a:lnTo>
                  <a:lnTo>
                    <a:pt x="70603" y="347096"/>
                  </a:lnTo>
                  <a:lnTo>
                    <a:pt x="66327" y="344684"/>
                  </a:lnTo>
                  <a:lnTo>
                    <a:pt x="62052" y="341943"/>
                  </a:lnTo>
                  <a:lnTo>
                    <a:pt x="59640" y="340956"/>
                  </a:lnTo>
                  <a:lnTo>
                    <a:pt x="57118" y="340079"/>
                  </a:lnTo>
                  <a:lnTo>
                    <a:pt x="54487" y="339422"/>
                  </a:lnTo>
                  <a:lnTo>
                    <a:pt x="51856" y="338983"/>
                  </a:lnTo>
                  <a:lnTo>
                    <a:pt x="49115" y="338654"/>
                  </a:lnTo>
                  <a:lnTo>
                    <a:pt x="45826" y="338983"/>
                  </a:lnTo>
                  <a:lnTo>
                    <a:pt x="42976" y="340299"/>
                  </a:lnTo>
                  <a:lnTo>
                    <a:pt x="41660" y="342710"/>
                  </a:lnTo>
                  <a:lnTo>
                    <a:pt x="42208" y="345122"/>
                  </a:lnTo>
                  <a:lnTo>
                    <a:pt x="43633" y="346876"/>
                  </a:lnTo>
                  <a:lnTo>
                    <a:pt x="44949" y="348631"/>
                  </a:lnTo>
                  <a:lnTo>
                    <a:pt x="45059" y="351262"/>
                  </a:lnTo>
                  <a:lnTo>
                    <a:pt x="44840" y="353674"/>
                  </a:lnTo>
                  <a:lnTo>
                    <a:pt x="44840" y="355537"/>
                  </a:lnTo>
                  <a:lnTo>
                    <a:pt x="44072" y="357072"/>
                  </a:lnTo>
                  <a:lnTo>
                    <a:pt x="41660" y="358607"/>
                  </a:lnTo>
                  <a:lnTo>
                    <a:pt x="39138" y="359265"/>
                  </a:lnTo>
                  <a:lnTo>
                    <a:pt x="36507" y="359374"/>
                  </a:lnTo>
                  <a:lnTo>
                    <a:pt x="33876" y="359594"/>
                  </a:lnTo>
                  <a:lnTo>
                    <a:pt x="31245" y="360580"/>
                  </a:lnTo>
                  <a:lnTo>
                    <a:pt x="29052" y="363760"/>
                  </a:lnTo>
                  <a:lnTo>
                    <a:pt x="29381" y="366720"/>
                  </a:lnTo>
                  <a:lnTo>
                    <a:pt x="31574" y="368803"/>
                  </a:lnTo>
                  <a:lnTo>
                    <a:pt x="34972" y="369351"/>
                  </a:lnTo>
                  <a:lnTo>
                    <a:pt x="37604" y="368255"/>
                  </a:lnTo>
                  <a:lnTo>
                    <a:pt x="39906" y="366501"/>
                  </a:lnTo>
                  <a:lnTo>
                    <a:pt x="42099" y="365404"/>
                  </a:lnTo>
                  <a:lnTo>
                    <a:pt x="44401" y="366281"/>
                  </a:lnTo>
                  <a:lnTo>
                    <a:pt x="44949" y="369899"/>
                  </a:lnTo>
                  <a:lnTo>
                    <a:pt x="44072" y="373736"/>
                  </a:lnTo>
                  <a:lnTo>
                    <a:pt x="42318" y="377464"/>
                  </a:lnTo>
                  <a:lnTo>
                    <a:pt x="40454" y="380643"/>
                  </a:lnTo>
                  <a:lnTo>
                    <a:pt x="36398" y="384700"/>
                  </a:lnTo>
                  <a:lnTo>
                    <a:pt x="31245" y="388098"/>
                  </a:lnTo>
                  <a:lnTo>
                    <a:pt x="26641" y="391606"/>
                  </a:lnTo>
                  <a:lnTo>
                    <a:pt x="24229" y="395882"/>
                  </a:lnTo>
                  <a:lnTo>
                    <a:pt x="23790" y="399610"/>
                  </a:lnTo>
                  <a:lnTo>
                    <a:pt x="23351" y="403666"/>
                  </a:lnTo>
                  <a:lnTo>
                    <a:pt x="22694" y="407613"/>
                  </a:lnTo>
                  <a:lnTo>
                    <a:pt x="21488" y="411121"/>
                  </a:lnTo>
                  <a:lnTo>
                    <a:pt x="20063" y="413094"/>
                  </a:lnTo>
                  <a:lnTo>
                    <a:pt x="18089" y="414958"/>
                  </a:lnTo>
                  <a:lnTo>
                    <a:pt x="16006" y="416822"/>
                  </a:lnTo>
                  <a:lnTo>
                    <a:pt x="14252" y="418686"/>
                  </a:lnTo>
                  <a:lnTo>
                    <a:pt x="14691" y="423400"/>
                  </a:lnTo>
                  <a:lnTo>
                    <a:pt x="17651" y="428224"/>
                  </a:lnTo>
                  <a:lnTo>
                    <a:pt x="21378" y="433047"/>
                  </a:lnTo>
                  <a:lnTo>
                    <a:pt x="24009" y="437762"/>
                  </a:lnTo>
                  <a:lnTo>
                    <a:pt x="28066" y="446423"/>
                  </a:lnTo>
                  <a:lnTo>
                    <a:pt x="34424" y="448286"/>
                  </a:lnTo>
                  <a:lnTo>
                    <a:pt x="41112" y="444668"/>
                  </a:lnTo>
                  <a:lnTo>
                    <a:pt x="46374" y="437104"/>
                  </a:lnTo>
                  <a:lnTo>
                    <a:pt x="47471" y="433705"/>
                  </a:lnTo>
                  <a:lnTo>
                    <a:pt x="48348" y="430197"/>
                  </a:lnTo>
                  <a:lnTo>
                    <a:pt x="49773" y="427127"/>
                  </a:lnTo>
                  <a:lnTo>
                    <a:pt x="52404" y="425154"/>
                  </a:lnTo>
                  <a:lnTo>
                    <a:pt x="55583" y="427785"/>
                  </a:lnTo>
                  <a:lnTo>
                    <a:pt x="57995" y="430745"/>
                  </a:lnTo>
                  <a:lnTo>
                    <a:pt x="60517" y="431403"/>
                  </a:lnTo>
                  <a:lnTo>
                    <a:pt x="64025" y="427346"/>
                  </a:lnTo>
                  <a:lnTo>
                    <a:pt x="66327" y="424277"/>
                  </a:lnTo>
                  <a:lnTo>
                    <a:pt x="68958" y="421536"/>
                  </a:lnTo>
                  <a:lnTo>
                    <a:pt x="71590" y="418795"/>
                  </a:lnTo>
                  <a:lnTo>
                    <a:pt x="73892" y="415725"/>
                  </a:lnTo>
                  <a:lnTo>
                    <a:pt x="76962" y="411888"/>
                  </a:lnTo>
                  <a:lnTo>
                    <a:pt x="80141" y="408051"/>
                  </a:lnTo>
                  <a:lnTo>
                    <a:pt x="83320" y="404324"/>
                  </a:lnTo>
                  <a:lnTo>
                    <a:pt x="86719" y="400815"/>
                  </a:lnTo>
                  <a:lnTo>
                    <a:pt x="91433" y="394238"/>
                  </a:lnTo>
                  <a:lnTo>
                    <a:pt x="97902" y="385577"/>
                  </a:lnTo>
                  <a:lnTo>
                    <a:pt x="104808" y="378451"/>
                  </a:lnTo>
                  <a:lnTo>
                    <a:pt x="111057" y="376587"/>
                  </a:lnTo>
                  <a:lnTo>
                    <a:pt x="111606" y="376916"/>
                  </a:lnTo>
                  <a:lnTo>
                    <a:pt x="112154" y="377245"/>
                  </a:lnTo>
                  <a:lnTo>
                    <a:pt x="112592" y="377683"/>
                  </a:lnTo>
                  <a:lnTo>
                    <a:pt x="112921" y="378122"/>
                  </a:lnTo>
                  <a:lnTo>
                    <a:pt x="114456" y="381301"/>
                  </a:lnTo>
                  <a:lnTo>
                    <a:pt x="117416" y="381520"/>
                  </a:lnTo>
                  <a:lnTo>
                    <a:pt x="120486" y="381520"/>
                  </a:lnTo>
                  <a:lnTo>
                    <a:pt x="122459" y="384042"/>
                  </a:lnTo>
                  <a:lnTo>
                    <a:pt x="122459" y="386344"/>
                  </a:lnTo>
                  <a:lnTo>
                    <a:pt x="122020" y="388537"/>
                  </a:lnTo>
                  <a:lnTo>
                    <a:pt x="121801" y="390729"/>
                  </a:lnTo>
                  <a:lnTo>
                    <a:pt x="122349" y="393032"/>
                  </a:lnTo>
                  <a:lnTo>
                    <a:pt x="123117" y="394238"/>
                  </a:lnTo>
                  <a:lnTo>
                    <a:pt x="124103" y="395334"/>
                  </a:lnTo>
                  <a:lnTo>
                    <a:pt x="125090" y="396430"/>
                  </a:lnTo>
                  <a:lnTo>
                    <a:pt x="125967" y="397636"/>
                  </a:lnTo>
                  <a:lnTo>
                    <a:pt x="126406" y="400815"/>
                  </a:lnTo>
                  <a:lnTo>
                    <a:pt x="124981" y="403556"/>
                  </a:lnTo>
                  <a:lnTo>
                    <a:pt x="123007" y="406188"/>
                  </a:lnTo>
                  <a:lnTo>
                    <a:pt x="121692" y="409038"/>
                  </a:lnTo>
                  <a:lnTo>
                    <a:pt x="121692" y="412327"/>
                  </a:lnTo>
                  <a:lnTo>
                    <a:pt x="122788" y="415397"/>
                  </a:lnTo>
                  <a:lnTo>
                    <a:pt x="124542" y="418247"/>
                  </a:lnTo>
                  <a:lnTo>
                    <a:pt x="126625" y="420769"/>
                  </a:lnTo>
                  <a:lnTo>
                    <a:pt x="129366" y="419014"/>
                  </a:lnTo>
                  <a:lnTo>
                    <a:pt x="131668" y="416822"/>
                  </a:lnTo>
                  <a:lnTo>
                    <a:pt x="133532" y="414191"/>
                  </a:lnTo>
                  <a:lnTo>
                    <a:pt x="134957" y="411121"/>
                  </a:lnTo>
                  <a:lnTo>
                    <a:pt x="136382" y="407065"/>
                  </a:lnTo>
                  <a:lnTo>
                    <a:pt x="137259" y="402789"/>
                  </a:lnTo>
                  <a:lnTo>
                    <a:pt x="137698" y="398404"/>
                  </a:lnTo>
                  <a:lnTo>
                    <a:pt x="137698" y="394128"/>
                  </a:lnTo>
                  <a:lnTo>
                    <a:pt x="137588" y="391606"/>
                  </a:lnTo>
                  <a:lnTo>
                    <a:pt x="137369" y="389304"/>
                  </a:lnTo>
                  <a:lnTo>
                    <a:pt x="137040" y="387111"/>
                  </a:lnTo>
                  <a:lnTo>
                    <a:pt x="136492" y="385028"/>
                  </a:lnTo>
                  <a:lnTo>
                    <a:pt x="135396" y="383494"/>
                  </a:lnTo>
                  <a:lnTo>
                    <a:pt x="133861" y="381301"/>
                  </a:lnTo>
                  <a:lnTo>
                    <a:pt x="133422" y="379437"/>
                  </a:lnTo>
                  <a:lnTo>
                    <a:pt x="135724" y="378670"/>
                  </a:lnTo>
                  <a:lnTo>
                    <a:pt x="138246" y="377793"/>
                  </a:lnTo>
                  <a:lnTo>
                    <a:pt x="139123" y="375381"/>
                  </a:lnTo>
                  <a:lnTo>
                    <a:pt x="139233" y="372311"/>
                  </a:lnTo>
                  <a:lnTo>
                    <a:pt x="139343" y="369351"/>
                  </a:lnTo>
                  <a:lnTo>
                    <a:pt x="140658" y="367268"/>
                  </a:lnTo>
                  <a:lnTo>
                    <a:pt x="142960" y="366391"/>
                  </a:lnTo>
                  <a:lnTo>
                    <a:pt x="145372" y="365514"/>
                  </a:lnTo>
                  <a:lnTo>
                    <a:pt x="147126" y="363650"/>
                  </a:lnTo>
                  <a:lnTo>
                    <a:pt x="147455" y="360361"/>
                  </a:lnTo>
                  <a:lnTo>
                    <a:pt x="147017" y="356853"/>
                  </a:lnTo>
                  <a:lnTo>
                    <a:pt x="147017" y="353454"/>
                  </a:lnTo>
                  <a:lnTo>
                    <a:pt x="148771" y="350604"/>
                  </a:lnTo>
                  <a:lnTo>
                    <a:pt x="151073" y="349508"/>
                  </a:lnTo>
                  <a:lnTo>
                    <a:pt x="153266" y="349617"/>
                  </a:lnTo>
                  <a:lnTo>
                    <a:pt x="155458" y="350604"/>
                  </a:lnTo>
                  <a:lnTo>
                    <a:pt x="157541" y="351920"/>
                  </a:lnTo>
                  <a:lnTo>
                    <a:pt x="162804" y="351700"/>
                  </a:lnTo>
                  <a:lnTo>
                    <a:pt x="166531" y="351152"/>
                  </a:lnTo>
                  <a:lnTo>
                    <a:pt x="170039" y="351920"/>
                  </a:lnTo>
                  <a:lnTo>
                    <a:pt x="174534" y="355537"/>
                  </a:lnTo>
                  <a:lnTo>
                    <a:pt x="177275" y="359374"/>
                  </a:lnTo>
                  <a:lnTo>
                    <a:pt x="177824" y="363650"/>
                  </a:lnTo>
                  <a:lnTo>
                    <a:pt x="177494" y="368145"/>
                  </a:lnTo>
                  <a:lnTo>
                    <a:pt x="177604" y="372969"/>
                  </a:lnTo>
                  <a:lnTo>
                    <a:pt x="178920" y="377135"/>
                  </a:lnTo>
                  <a:lnTo>
                    <a:pt x="181112" y="380424"/>
                  </a:lnTo>
                  <a:lnTo>
                    <a:pt x="183524" y="383603"/>
                  </a:lnTo>
                  <a:lnTo>
                    <a:pt x="185498" y="387331"/>
                  </a:lnTo>
                  <a:lnTo>
                    <a:pt x="183415" y="389962"/>
                  </a:lnTo>
                  <a:lnTo>
                    <a:pt x="181441" y="392264"/>
                  </a:lnTo>
                  <a:lnTo>
                    <a:pt x="181222" y="394347"/>
                  </a:lnTo>
                  <a:lnTo>
                    <a:pt x="184511" y="396101"/>
                  </a:lnTo>
                  <a:lnTo>
                    <a:pt x="186375" y="396101"/>
                  </a:lnTo>
                  <a:lnTo>
                    <a:pt x="188677" y="395663"/>
                  </a:lnTo>
                  <a:lnTo>
                    <a:pt x="191089" y="395224"/>
                  </a:lnTo>
                  <a:lnTo>
                    <a:pt x="193172" y="395115"/>
                  </a:lnTo>
                  <a:lnTo>
                    <a:pt x="195693" y="395553"/>
                  </a:lnTo>
                  <a:lnTo>
                    <a:pt x="198325" y="396211"/>
                  </a:lnTo>
                  <a:lnTo>
                    <a:pt x="200846" y="396978"/>
                  </a:lnTo>
                  <a:lnTo>
                    <a:pt x="203368" y="397746"/>
                  </a:lnTo>
                  <a:lnTo>
                    <a:pt x="207643" y="400267"/>
                  </a:lnTo>
                  <a:lnTo>
                    <a:pt x="211151" y="405420"/>
                  </a:lnTo>
                  <a:lnTo>
                    <a:pt x="213344" y="411450"/>
                  </a:lnTo>
                  <a:lnTo>
                    <a:pt x="213563" y="416603"/>
                  </a:lnTo>
                  <a:lnTo>
                    <a:pt x="213015" y="417699"/>
                  </a:lnTo>
                  <a:lnTo>
                    <a:pt x="212358" y="418686"/>
                  </a:lnTo>
                  <a:lnTo>
                    <a:pt x="211590" y="419453"/>
                  </a:lnTo>
                  <a:lnTo>
                    <a:pt x="210713" y="420001"/>
                  </a:lnTo>
                  <a:lnTo>
                    <a:pt x="208630" y="423400"/>
                  </a:lnTo>
                  <a:lnTo>
                    <a:pt x="206218" y="427456"/>
                  </a:lnTo>
                  <a:lnTo>
                    <a:pt x="203697" y="431293"/>
                  </a:lnTo>
                  <a:lnTo>
                    <a:pt x="201175" y="434034"/>
                  </a:lnTo>
                  <a:lnTo>
                    <a:pt x="197667" y="435240"/>
                  </a:lnTo>
                  <a:lnTo>
                    <a:pt x="195036" y="433596"/>
                  </a:lnTo>
                  <a:lnTo>
                    <a:pt x="192843" y="430635"/>
                  </a:lnTo>
                  <a:lnTo>
                    <a:pt x="190760" y="427675"/>
                  </a:lnTo>
                  <a:lnTo>
                    <a:pt x="187142" y="424825"/>
                  </a:lnTo>
                  <a:lnTo>
                    <a:pt x="185169" y="425373"/>
                  </a:lnTo>
                  <a:lnTo>
                    <a:pt x="183415" y="427785"/>
                  </a:lnTo>
                  <a:lnTo>
                    <a:pt x="180455" y="430197"/>
                  </a:lnTo>
                  <a:lnTo>
                    <a:pt x="177714" y="430635"/>
                  </a:lnTo>
                  <a:lnTo>
                    <a:pt x="174644" y="430307"/>
                  </a:lnTo>
                  <a:lnTo>
                    <a:pt x="172013" y="430526"/>
                  </a:lnTo>
                  <a:lnTo>
                    <a:pt x="170368" y="432390"/>
                  </a:lnTo>
                  <a:lnTo>
                    <a:pt x="171684" y="435679"/>
                  </a:lnTo>
                  <a:lnTo>
                    <a:pt x="172451" y="438968"/>
                  </a:lnTo>
                  <a:lnTo>
                    <a:pt x="172671" y="442366"/>
                  </a:lnTo>
                  <a:lnTo>
                    <a:pt x="172122" y="445874"/>
                  </a:lnTo>
                  <a:lnTo>
                    <a:pt x="172122" y="445984"/>
                  </a:lnTo>
                  <a:lnTo>
                    <a:pt x="172122" y="446094"/>
                  </a:lnTo>
                  <a:lnTo>
                    <a:pt x="172122" y="446203"/>
                  </a:lnTo>
                  <a:lnTo>
                    <a:pt x="172122" y="446313"/>
                  </a:lnTo>
                  <a:lnTo>
                    <a:pt x="172342" y="447957"/>
                  </a:lnTo>
                  <a:lnTo>
                    <a:pt x="172780" y="449492"/>
                  </a:lnTo>
                  <a:lnTo>
                    <a:pt x="173438" y="450917"/>
                  </a:lnTo>
                  <a:lnTo>
                    <a:pt x="174315" y="452233"/>
                  </a:lnTo>
                  <a:lnTo>
                    <a:pt x="174096" y="454645"/>
                  </a:lnTo>
                  <a:lnTo>
                    <a:pt x="173109" y="457057"/>
                  </a:lnTo>
                  <a:lnTo>
                    <a:pt x="171794" y="459469"/>
                  </a:lnTo>
                  <a:lnTo>
                    <a:pt x="170478" y="461881"/>
                  </a:lnTo>
                  <a:lnTo>
                    <a:pt x="171355" y="465389"/>
                  </a:lnTo>
                  <a:lnTo>
                    <a:pt x="174425" y="467801"/>
                  </a:lnTo>
                  <a:lnTo>
                    <a:pt x="178262" y="469555"/>
                  </a:lnTo>
                  <a:lnTo>
                    <a:pt x="181551" y="471199"/>
                  </a:lnTo>
                  <a:lnTo>
                    <a:pt x="182318" y="471857"/>
                  </a:lnTo>
                  <a:lnTo>
                    <a:pt x="183086" y="472625"/>
                  </a:lnTo>
                  <a:lnTo>
                    <a:pt x="183743" y="473392"/>
                  </a:lnTo>
                  <a:lnTo>
                    <a:pt x="184401" y="474269"/>
                  </a:lnTo>
                  <a:lnTo>
                    <a:pt x="184840" y="474817"/>
                  </a:lnTo>
                  <a:lnTo>
                    <a:pt x="185169" y="475365"/>
                  </a:lnTo>
                  <a:lnTo>
                    <a:pt x="185498" y="475914"/>
                  </a:lnTo>
                  <a:lnTo>
                    <a:pt x="185717" y="476462"/>
                  </a:lnTo>
                  <a:lnTo>
                    <a:pt x="186484" y="480080"/>
                  </a:lnTo>
                  <a:lnTo>
                    <a:pt x="188019" y="483259"/>
                  </a:lnTo>
                  <a:lnTo>
                    <a:pt x="190431" y="485232"/>
                  </a:lnTo>
                  <a:lnTo>
                    <a:pt x="193939" y="485232"/>
                  </a:lnTo>
                  <a:lnTo>
                    <a:pt x="194378" y="485123"/>
                  </a:lnTo>
                  <a:lnTo>
                    <a:pt x="194816" y="484903"/>
                  </a:lnTo>
                  <a:lnTo>
                    <a:pt x="195255" y="484684"/>
                  </a:lnTo>
                  <a:lnTo>
                    <a:pt x="195693" y="484465"/>
                  </a:lnTo>
                  <a:lnTo>
                    <a:pt x="201504" y="482382"/>
                  </a:lnTo>
                  <a:lnTo>
                    <a:pt x="204683" y="483478"/>
                  </a:lnTo>
                  <a:lnTo>
                    <a:pt x="205999" y="487315"/>
                  </a:lnTo>
                  <a:lnTo>
                    <a:pt x="206437" y="493126"/>
                  </a:lnTo>
                  <a:lnTo>
                    <a:pt x="206657" y="494551"/>
                  </a:lnTo>
                  <a:lnTo>
                    <a:pt x="207205" y="495757"/>
                  </a:lnTo>
                  <a:lnTo>
                    <a:pt x="208082" y="496744"/>
                  </a:lnTo>
                  <a:lnTo>
                    <a:pt x="209178" y="497511"/>
                  </a:lnTo>
                  <a:lnTo>
                    <a:pt x="209836" y="497730"/>
                  </a:lnTo>
                  <a:lnTo>
                    <a:pt x="210494" y="497840"/>
                  </a:lnTo>
                  <a:lnTo>
                    <a:pt x="211151" y="497730"/>
                  </a:lnTo>
                  <a:lnTo>
                    <a:pt x="211700" y="497401"/>
                  </a:lnTo>
                  <a:lnTo>
                    <a:pt x="213125" y="496634"/>
                  </a:lnTo>
                  <a:lnTo>
                    <a:pt x="214441" y="495867"/>
                  </a:lnTo>
                  <a:lnTo>
                    <a:pt x="215646" y="494990"/>
                  </a:lnTo>
                  <a:lnTo>
                    <a:pt x="216853" y="494003"/>
                  </a:lnTo>
                  <a:lnTo>
                    <a:pt x="218936" y="491810"/>
                  </a:lnTo>
                  <a:lnTo>
                    <a:pt x="220909" y="489618"/>
                  </a:lnTo>
                  <a:lnTo>
                    <a:pt x="222772" y="487315"/>
                  </a:lnTo>
                  <a:lnTo>
                    <a:pt x="224527" y="484903"/>
                  </a:lnTo>
                  <a:lnTo>
                    <a:pt x="227377" y="480957"/>
                  </a:lnTo>
                  <a:lnTo>
                    <a:pt x="228912" y="476791"/>
                  </a:lnTo>
                  <a:lnTo>
                    <a:pt x="231105" y="473063"/>
                  </a:lnTo>
                  <a:lnTo>
                    <a:pt x="235709" y="470542"/>
                  </a:lnTo>
                  <a:lnTo>
                    <a:pt x="236477" y="470432"/>
                  </a:lnTo>
                  <a:lnTo>
                    <a:pt x="237244" y="470322"/>
                  </a:lnTo>
                  <a:lnTo>
                    <a:pt x="238012" y="470213"/>
                  </a:lnTo>
                  <a:lnTo>
                    <a:pt x="238779" y="470103"/>
                  </a:lnTo>
                  <a:lnTo>
                    <a:pt x="244370" y="468459"/>
                  </a:lnTo>
                  <a:lnTo>
                    <a:pt x="248755" y="469007"/>
                  </a:lnTo>
                  <a:lnTo>
                    <a:pt x="252921" y="471309"/>
                  </a:lnTo>
                  <a:lnTo>
                    <a:pt x="257745" y="474927"/>
                  </a:lnTo>
                  <a:lnTo>
                    <a:pt x="261034" y="477229"/>
                  </a:lnTo>
                  <a:lnTo>
                    <a:pt x="264433" y="479531"/>
                  </a:lnTo>
                  <a:lnTo>
                    <a:pt x="267941" y="481615"/>
                  </a:lnTo>
                  <a:lnTo>
                    <a:pt x="271559" y="483259"/>
                  </a:lnTo>
                  <a:lnTo>
                    <a:pt x="273313" y="484246"/>
                  </a:lnTo>
                  <a:lnTo>
                    <a:pt x="275067" y="485123"/>
                  </a:lnTo>
                  <a:lnTo>
                    <a:pt x="276821" y="486000"/>
                  </a:lnTo>
                  <a:lnTo>
                    <a:pt x="278685" y="486767"/>
                  </a:lnTo>
                  <a:lnTo>
                    <a:pt x="286469" y="489069"/>
                  </a:lnTo>
                  <a:lnTo>
                    <a:pt x="293705" y="492030"/>
                  </a:lnTo>
                  <a:lnTo>
                    <a:pt x="297103" y="497073"/>
                  </a:lnTo>
                  <a:lnTo>
                    <a:pt x="293376" y="505734"/>
                  </a:lnTo>
                  <a:lnTo>
                    <a:pt x="290964" y="508584"/>
                  </a:lnTo>
                  <a:lnTo>
                    <a:pt x="288333" y="511215"/>
                  </a:lnTo>
                  <a:lnTo>
                    <a:pt x="285702" y="513846"/>
                  </a:lnTo>
                  <a:lnTo>
                    <a:pt x="283180" y="516587"/>
                  </a:lnTo>
                  <a:lnTo>
                    <a:pt x="281645" y="518451"/>
                  </a:lnTo>
                  <a:lnTo>
                    <a:pt x="280110" y="520315"/>
                  </a:lnTo>
                  <a:lnTo>
                    <a:pt x="278575" y="522178"/>
                  </a:lnTo>
                  <a:lnTo>
                    <a:pt x="276931" y="523823"/>
                  </a:lnTo>
                  <a:lnTo>
                    <a:pt x="273642" y="527002"/>
                  </a:lnTo>
                  <a:lnTo>
                    <a:pt x="270901" y="530620"/>
                  </a:lnTo>
                  <a:lnTo>
                    <a:pt x="268489" y="534457"/>
                  </a:lnTo>
                  <a:lnTo>
                    <a:pt x="266297" y="538514"/>
                  </a:lnTo>
                  <a:lnTo>
                    <a:pt x="265858" y="539281"/>
                  </a:lnTo>
                  <a:lnTo>
                    <a:pt x="265420" y="540048"/>
                  </a:lnTo>
                  <a:lnTo>
                    <a:pt x="264981" y="540816"/>
                  </a:lnTo>
                  <a:lnTo>
                    <a:pt x="264542" y="541583"/>
                  </a:lnTo>
                  <a:lnTo>
                    <a:pt x="263665" y="542789"/>
                  </a:lnTo>
                  <a:lnTo>
                    <a:pt x="263117" y="544105"/>
                  </a:lnTo>
                  <a:lnTo>
                    <a:pt x="262789" y="545530"/>
                  </a:lnTo>
                  <a:lnTo>
                    <a:pt x="262789" y="546955"/>
                  </a:lnTo>
                  <a:lnTo>
                    <a:pt x="262789" y="548600"/>
                  </a:lnTo>
                  <a:lnTo>
                    <a:pt x="262898" y="550244"/>
                  </a:lnTo>
                  <a:lnTo>
                    <a:pt x="263117" y="551889"/>
                  </a:lnTo>
                  <a:lnTo>
                    <a:pt x="263556" y="553533"/>
                  </a:lnTo>
                  <a:lnTo>
                    <a:pt x="264323" y="562742"/>
                  </a:lnTo>
                  <a:lnTo>
                    <a:pt x="263227" y="575021"/>
                  </a:lnTo>
                  <a:lnTo>
                    <a:pt x="259828" y="586204"/>
                  </a:lnTo>
                  <a:lnTo>
                    <a:pt x="253799" y="592124"/>
                  </a:lnTo>
                  <a:lnTo>
                    <a:pt x="250290" y="592343"/>
                  </a:lnTo>
                  <a:lnTo>
                    <a:pt x="248207" y="595961"/>
                  </a:lnTo>
                  <a:lnTo>
                    <a:pt x="247111" y="600894"/>
                  </a:lnTo>
                  <a:lnTo>
                    <a:pt x="246892" y="605170"/>
                  </a:lnTo>
                  <a:lnTo>
                    <a:pt x="246892" y="605718"/>
                  </a:lnTo>
                  <a:lnTo>
                    <a:pt x="246892" y="606266"/>
                  </a:lnTo>
                  <a:lnTo>
                    <a:pt x="246892" y="606705"/>
                  </a:lnTo>
                  <a:lnTo>
                    <a:pt x="246892" y="607253"/>
                  </a:lnTo>
                  <a:lnTo>
                    <a:pt x="246673" y="610871"/>
                  </a:lnTo>
                  <a:lnTo>
                    <a:pt x="248536" y="612735"/>
                  </a:lnTo>
                  <a:lnTo>
                    <a:pt x="251387" y="614160"/>
                  </a:lnTo>
                  <a:lnTo>
                    <a:pt x="253799" y="616243"/>
                  </a:lnTo>
                  <a:lnTo>
                    <a:pt x="254018" y="617887"/>
                  </a:lnTo>
                  <a:lnTo>
                    <a:pt x="253579" y="619751"/>
                  </a:lnTo>
                  <a:lnTo>
                    <a:pt x="253360" y="621505"/>
                  </a:lnTo>
                  <a:lnTo>
                    <a:pt x="254127" y="622930"/>
                  </a:lnTo>
                  <a:lnTo>
                    <a:pt x="255443" y="623808"/>
                  </a:lnTo>
                  <a:lnTo>
                    <a:pt x="256759" y="624684"/>
                  </a:lnTo>
                  <a:lnTo>
                    <a:pt x="257965" y="625671"/>
                  </a:lnTo>
                  <a:lnTo>
                    <a:pt x="259170" y="626768"/>
                  </a:lnTo>
                  <a:lnTo>
                    <a:pt x="261034" y="630714"/>
                  </a:lnTo>
                  <a:lnTo>
                    <a:pt x="259390" y="633894"/>
                  </a:lnTo>
                  <a:lnTo>
                    <a:pt x="255772" y="635977"/>
                  </a:lnTo>
                  <a:lnTo>
                    <a:pt x="251935" y="636744"/>
                  </a:lnTo>
                  <a:lnTo>
                    <a:pt x="248975" y="636525"/>
                  </a:lnTo>
                  <a:lnTo>
                    <a:pt x="245686" y="636634"/>
                  </a:lnTo>
                  <a:lnTo>
                    <a:pt x="243932" y="637950"/>
                  </a:lnTo>
                  <a:lnTo>
                    <a:pt x="245576" y="641349"/>
                  </a:lnTo>
                  <a:lnTo>
                    <a:pt x="247988" y="642774"/>
                  </a:lnTo>
                  <a:lnTo>
                    <a:pt x="251058" y="642993"/>
                  </a:lnTo>
                  <a:lnTo>
                    <a:pt x="254237" y="642993"/>
                  </a:lnTo>
                  <a:lnTo>
                    <a:pt x="256978" y="643870"/>
                  </a:lnTo>
                  <a:lnTo>
                    <a:pt x="258294" y="645186"/>
                  </a:lnTo>
                  <a:lnTo>
                    <a:pt x="259390" y="646830"/>
                  </a:lnTo>
                  <a:lnTo>
                    <a:pt x="260486" y="648584"/>
                  </a:lnTo>
                  <a:lnTo>
                    <a:pt x="261802" y="650010"/>
                  </a:lnTo>
                  <a:lnTo>
                    <a:pt x="264213" y="649461"/>
                  </a:lnTo>
                  <a:lnTo>
                    <a:pt x="266516" y="648255"/>
                  </a:lnTo>
                  <a:lnTo>
                    <a:pt x="268708" y="647378"/>
                  </a:lnTo>
                  <a:lnTo>
                    <a:pt x="271120" y="647598"/>
                  </a:lnTo>
                  <a:lnTo>
                    <a:pt x="274081" y="651216"/>
                  </a:lnTo>
                  <a:lnTo>
                    <a:pt x="276821" y="656039"/>
                  </a:lnTo>
                  <a:lnTo>
                    <a:pt x="279781" y="660206"/>
                  </a:lnTo>
                  <a:lnTo>
                    <a:pt x="283070" y="662069"/>
                  </a:lnTo>
                  <a:lnTo>
                    <a:pt x="283947" y="662179"/>
                  </a:lnTo>
                  <a:lnTo>
                    <a:pt x="284824" y="662288"/>
                  </a:lnTo>
                  <a:lnTo>
                    <a:pt x="285702" y="662398"/>
                  </a:lnTo>
                  <a:lnTo>
                    <a:pt x="286579" y="662508"/>
                  </a:lnTo>
                  <a:lnTo>
                    <a:pt x="291622" y="663604"/>
                  </a:lnTo>
                  <a:lnTo>
                    <a:pt x="297103" y="666016"/>
                  </a:lnTo>
                  <a:lnTo>
                    <a:pt x="302256" y="667660"/>
                  </a:lnTo>
                  <a:lnTo>
                    <a:pt x="306422" y="666783"/>
                  </a:lnTo>
                  <a:lnTo>
                    <a:pt x="306641" y="666674"/>
                  </a:lnTo>
                  <a:lnTo>
                    <a:pt x="306861" y="666564"/>
                  </a:lnTo>
                  <a:lnTo>
                    <a:pt x="307080" y="666454"/>
                  </a:lnTo>
                  <a:lnTo>
                    <a:pt x="307299" y="666345"/>
                  </a:lnTo>
                  <a:lnTo>
                    <a:pt x="310478" y="664810"/>
                  </a:lnTo>
                  <a:lnTo>
                    <a:pt x="312671" y="664371"/>
                  </a:lnTo>
                  <a:lnTo>
                    <a:pt x="314754" y="664810"/>
                  </a:lnTo>
                  <a:lnTo>
                    <a:pt x="317714" y="665906"/>
                  </a:lnTo>
                  <a:lnTo>
                    <a:pt x="320236" y="666893"/>
                  </a:lnTo>
                  <a:lnTo>
                    <a:pt x="322977" y="668099"/>
                  </a:lnTo>
                  <a:lnTo>
                    <a:pt x="325608" y="669524"/>
                  </a:lnTo>
                  <a:lnTo>
                    <a:pt x="327910" y="670949"/>
                  </a:lnTo>
                  <a:lnTo>
                    <a:pt x="328020" y="672375"/>
                  </a:lnTo>
                  <a:lnTo>
                    <a:pt x="327691" y="673690"/>
                  </a:lnTo>
                  <a:lnTo>
                    <a:pt x="326923" y="674787"/>
                  </a:lnTo>
                  <a:lnTo>
                    <a:pt x="325717" y="675663"/>
                  </a:lnTo>
                  <a:lnTo>
                    <a:pt x="324511" y="676541"/>
                  </a:lnTo>
                  <a:lnTo>
                    <a:pt x="323415" y="677527"/>
                  </a:lnTo>
                  <a:lnTo>
                    <a:pt x="322428" y="678624"/>
                  </a:lnTo>
                  <a:lnTo>
                    <a:pt x="321551" y="679829"/>
                  </a:lnTo>
                  <a:lnTo>
                    <a:pt x="320674" y="680926"/>
                  </a:lnTo>
                  <a:lnTo>
                    <a:pt x="319797" y="682022"/>
                  </a:lnTo>
                  <a:lnTo>
                    <a:pt x="318920" y="683119"/>
                  </a:lnTo>
                  <a:lnTo>
                    <a:pt x="318043" y="684215"/>
                  </a:lnTo>
                  <a:lnTo>
                    <a:pt x="317056" y="685421"/>
                  </a:lnTo>
                  <a:lnTo>
                    <a:pt x="315850" y="686407"/>
                  </a:lnTo>
                  <a:lnTo>
                    <a:pt x="314535" y="687065"/>
                  </a:lnTo>
                  <a:lnTo>
                    <a:pt x="313110" y="687394"/>
                  </a:lnTo>
                  <a:lnTo>
                    <a:pt x="312452" y="687175"/>
                  </a:lnTo>
                  <a:lnTo>
                    <a:pt x="311684" y="687065"/>
                  </a:lnTo>
                  <a:lnTo>
                    <a:pt x="310917" y="686956"/>
                  </a:lnTo>
                  <a:lnTo>
                    <a:pt x="310149" y="686956"/>
                  </a:lnTo>
                  <a:lnTo>
                    <a:pt x="308286" y="687175"/>
                  </a:lnTo>
                  <a:lnTo>
                    <a:pt x="306970" y="688162"/>
                  </a:lnTo>
                  <a:lnTo>
                    <a:pt x="306093" y="689696"/>
                  </a:lnTo>
                  <a:lnTo>
                    <a:pt x="305545" y="691670"/>
                  </a:lnTo>
                  <a:lnTo>
                    <a:pt x="303023" y="693424"/>
                  </a:lnTo>
                  <a:lnTo>
                    <a:pt x="299406" y="692657"/>
                  </a:lnTo>
                  <a:lnTo>
                    <a:pt x="295349" y="691012"/>
                  </a:lnTo>
                  <a:lnTo>
                    <a:pt x="291622" y="690354"/>
                  </a:lnTo>
                  <a:lnTo>
                    <a:pt x="288990" y="691231"/>
                  </a:lnTo>
                  <a:lnTo>
                    <a:pt x="286688" y="692766"/>
                  </a:lnTo>
                  <a:lnTo>
                    <a:pt x="284276" y="694411"/>
                  </a:lnTo>
                  <a:lnTo>
                    <a:pt x="281536" y="695397"/>
                  </a:lnTo>
                  <a:lnTo>
                    <a:pt x="279233" y="695836"/>
                  </a:lnTo>
                  <a:lnTo>
                    <a:pt x="276931" y="696055"/>
                  </a:lnTo>
                  <a:lnTo>
                    <a:pt x="274629" y="696494"/>
                  </a:lnTo>
                  <a:lnTo>
                    <a:pt x="272436" y="697371"/>
                  </a:lnTo>
                  <a:lnTo>
                    <a:pt x="270901" y="702195"/>
                  </a:lnTo>
                  <a:lnTo>
                    <a:pt x="271340" y="708663"/>
                  </a:lnTo>
                  <a:lnTo>
                    <a:pt x="272655" y="715131"/>
                  </a:lnTo>
                  <a:lnTo>
                    <a:pt x="273971" y="720174"/>
                  </a:lnTo>
                  <a:lnTo>
                    <a:pt x="274519" y="722477"/>
                  </a:lnTo>
                  <a:lnTo>
                    <a:pt x="275067" y="724779"/>
                  </a:lnTo>
                  <a:lnTo>
                    <a:pt x="275506" y="727191"/>
                  </a:lnTo>
                  <a:lnTo>
                    <a:pt x="275725" y="729603"/>
                  </a:lnTo>
                  <a:lnTo>
                    <a:pt x="275725" y="730589"/>
                  </a:lnTo>
                  <a:lnTo>
                    <a:pt x="275725" y="731576"/>
                  </a:lnTo>
                  <a:lnTo>
                    <a:pt x="275834" y="732563"/>
                  </a:lnTo>
                  <a:lnTo>
                    <a:pt x="275944" y="733549"/>
                  </a:lnTo>
                  <a:lnTo>
                    <a:pt x="275944" y="734098"/>
                  </a:lnTo>
                  <a:lnTo>
                    <a:pt x="276054" y="734646"/>
                  </a:lnTo>
                  <a:lnTo>
                    <a:pt x="276163" y="735194"/>
                  </a:lnTo>
                  <a:lnTo>
                    <a:pt x="276273" y="735742"/>
                  </a:lnTo>
                  <a:lnTo>
                    <a:pt x="276493" y="736510"/>
                  </a:lnTo>
                  <a:lnTo>
                    <a:pt x="276602" y="737277"/>
                  </a:lnTo>
                  <a:lnTo>
                    <a:pt x="276712" y="738154"/>
                  </a:lnTo>
                  <a:lnTo>
                    <a:pt x="276712" y="739031"/>
                  </a:lnTo>
                  <a:lnTo>
                    <a:pt x="277369" y="741443"/>
                  </a:lnTo>
                  <a:lnTo>
                    <a:pt x="278246" y="743855"/>
                  </a:lnTo>
                  <a:lnTo>
                    <a:pt x="279124" y="746267"/>
                  </a:lnTo>
                  <a:lnTo>
                    <a:pt x="279781" y="748679"/>
                  </a:lnTo>
                  <a:lnTo>
                    <a:pt x="279891" y="753064"/>
                  </a:lnTo>
                  <a:lnTo>
                    <a:pt x="278246" y="754599"/>
                  </a:lnTo>
                  <a:lnTo>
                    <a:pt x="275177" y="755147"/>
                  </a:lnTo>
                  <a:lnTo>
                    <a:pt x="270901" y="756572"/>
                  </a:lnTo>
                  <a:lnTo>
                    <a:pt x="268818" y="757997"/>
                  </a:lnTo>
                  <a:lnTo>
                    <a:pt x="267722" y="760080"/>
                  </a:lnTo>
                  <a:lnTo>
                    <a:pt x="266845" y="762383"/>
                  </a:lnTo>
                  <a:lnTo>
                    <a:pt x="265529" y="764685"/>
                  </a:lnTo>
                  <a:lnTo>
                    <a:pt x="264104" y="766001"/>
                  </a:lnTo>
                  <a:lnTo>
                    <a:pt x="262679" y="767206"/>
                  </a:lnTo>
                  <a:lnTo>
                    <a:pt x="261144" y="768413"/>
                  </a:lnTo>
                  <a:lnTo>
                    <a:pt x="259609" y="769618"/>
                  </a:lnTo>
                  <a:lnTo>
                    <a:pt x="259499" y="769728"/>
                  </a:lnTo>
                  <a:lnTo>
                    <a:pt x="259390" y="769838"/>
                  </a:lnTo>
                  <a:lnTo>
                    <a:pt x="259280" y="769947"/>
                  </a:lnTo>
                  <a:lnTo>
                    <a:pt x="259170" y="770057"/>
                  </a:lnTo>
                  <a:lnTo>
                    <a:pt x="257087" y="775648"/>
                  </a:lnTo>
                  <a:lnTo>
                    <a:pt x="257636" y="782007"/>
                  </a:lnTo>
                  <a:lnTo>
                    <a:pt x="259718" y="788365"/>
                  </a:lnTo>
                  <a:lnTo>
                    <a:pt x="262350" y="794066"/>
                  </a:lnTo>
                  <a:lnTo>
                    <a:pt x="263227" y="796040"/>
                  </a:lnTo>
                  <a:lnTo>
                    <a:pt x="264433" y="797794"/>
                  </a:lnTo>
                  <a:lnTo>
                    <a:pt x="265968" y="799329"/>
                  </a:lnTo>
                  <a:lnTo>
                    <a:pt x="267722" y="800425"/>
                  </a:lnTo>
                  <a:lnTo>
                    <a:pt x="271230" y="801412"/>
                  </a:lnTo>
                  <a:lnTo>
                    <a:pt x="274410" y="800754"/>
                  </a:lnTo>
                  <a:lnTo>
                    <a:pt x="277479" y="799329"/>
                  </a:lnTo>
                  <a:lnTo>
                    <a:pt x="280768" y="797904"/>
                  </a:lnTo>
                  <a:lnTo>
                    <a:pt x="283290" y="798123"/>
                  </a:lnTo>
                  <a:lnTo>
                    <a:pt x="285263" y="799329"/>
                  </a:lnTo>
                  <a:lnTo>
                    <a:pt x="287236" y="800644"/>
                  </a:lnTo>
                  <a:lnTo>
                    <a:pt x="289758" y="801083"/>
                  </a:lnTo>
                  <a:lnTo>
                    <a:pt x="291950" y="801302"/>
                  </a:lnTo>
                  <a:lnTo>
                    <a:pt x="294033" y="801521"/>
                  </a:lnTo>
                  <a:lnTo>
                    <a:pt x="295897" y="802069"/>
                  </a:lnTo>
                  <a:lnTo>
                    <a:pt x="297542" y="803056"/>
                  </a:lnTo>
                  <a:lnTo>
                    <a:pt x="297761" y="803385"/>
                  </a:lnTo>
                  <a:lnTo>
                    <a:pt x="297980" y="803714"/>
                  </a:lnTo>
                  <a:lnTo>
                    <a:pt x="298200" y="804043"/>
                  </a:lnTo>
                  <a:lnTo>
                    <a:pt x="298419" y="804372"/>
                  </a:lnTo>
                  <a:lnTo>
                    <a:pt x="299186" y="805797"/>
                  </a:lnTo>
                  <a:lnTo>
                    <a:pt x="299735" y="807222"/>
                  </a:lnTo>
                  <a:lnTo>
                    <a:pt x="299954" y="808757"/>
                  </a:lnTo>
                  <a:lnTo>
                    <a:pt x="299954" y="810402"/>
                  </a:lnTo>
                  <a:lnTo>
                    <a:pt x="300831" y="814677"/>
                  </a:lnTo>
                  <a:lnTo>
                    <a:pt x="303133" y="817637"/>
                  </a:lnTo>
                  <a:lnTo>
                    <a:pt x="305435" y="820268"/>
                  </a:lnTo>
                  <a:lnTo>
                    <a:pt x="306422" y="823558"/>
                  </a:lnTo>
                  <a:lnTo>
                    <a:pt x="304997" y="826517"/>
                  </a:lnTo>
                  <a:lnTo>
                    <a:pt x="303462" y="830245"/>
                  </a:lnTo>
                  <a:lnTo>
                    <a:pt x="302914" y="833972"/>
                  </a:lnTo>
                  <a:lnTo>
                    <a:pt x="304668" y="837042"/>
                  </a:lnTo>
                  <a:lnTo>
                    <a:pt x="307299" y="837810"/>
                  </a:lnTo>
                  <a:lnTo>
                    <a:pt x="310259" y="837371"/>
                  </a:lnTo>
                  <a:lnTo>
                    <a:pt x="313439" y="837042"/>
                  </a:lnTo>
                  <a:lnTo>
                    <a:pt x="316508" y="838248"/>
                  </a:lnTo>
                  <a:lnTo>
                    <a:pt x="319139" y="837371"/>
                  </a:lnTo>
                  <a:lnTo>
                    <a:pt x="321661" y="835288"/>
                  </a:lnTo>
                  <a:lnTo>
                    <a:pt x="324292" y="832876"/>
                  </a:lnTo>
                  <a:lnTo>
                    <a:pt x="327033" y="831012"/>
                  </a:lnTo>
                  <a:lnTo>
                    <a:pt x="329664" y="830136"/>
                  </a:lnTo>
                  <a:lnTo>
                    <a:pt x="332295" y="829587"/>
                  </a:lnTo>
                  <a:lnTo>
                    <a:pt x="334926" y="829149"/>
                  </a:lnTo>
                  <a:lnTo>
                    <a:pt x="337557" y="828381"/>
                  </a:lnTo>
                  <a:lnTo>
                    <a:pt x="342491" y="826956"/>
                  </a:lnTo>
                  <a:lnTo>
                    <a:pt x="347424" y="826079"/>
                  </a:lnTo>
                  <a:lnTo>
                    <a:pt x="352358" y="825312"/>
                  </a:lnTo>
                  <a:lnTo>
                    <a:pt x="357291" y="823996"/>
                  </a:lnTo>
                  <a:lnTo>
                    <a:pt x="357730" y="823886"/>
                  </a:lnTo>
                  <a:lnTo>
                    <a:pt x="358168" y="823777"/>
                  </a:lnTo>
                  <a:lnTo>
                    <a:pt x="358607" y="823777"/>
                  </a:lnTo>
                  <a:lnTo>
                    <a:pt x="359046" y="823777"/>
                  </a:lnTo>
                  <a:lnTo>
                    <a:pt x="363979" y="823448"/>
                  </a:lnTo>
                  <a:lnTo>
                    <a:pt x="365843" y="827504"/>
                  </a:lnTo>
                  <a:lnTo>
                    <a:pt x="366281" y="833424"/>
                  </a:lnTo>
                  <a:lnTo>
                    <a:pt x="366939" y="838358"/>
                  </a:lnTo>
                  <a:lnTo>
                    <a:pt x="369460" y="842305"/>
                  </a:lnTo>
                  <a:lnTo>
                    <a:pt x="373079" y="845813"/>
                  </a:lnTo>
                  <a:lnTo>
                    <a:pt x="376477" y="849102"/>
                  </a:lnTo>
                  <a:lnTo>
                    <a:pt x="378341" y="852391"/>
                  </a:lnTo>
                  <a:lnTo>
                    <a:pt x="379108" y="851514"/>
                  </a:lnTo>
                  <a:lnTo>
                    <a:pt x="379876" y="850637"/>
                  </a:lnTo>
                  <a:lnTo>
                    <a:pt x="380643" y="849759"/>
                  </a:lnTo>
                  <a:lnTo>
                    <a:pt x="381410" y="848883"/>
                  </a:lnTo>
                  <a:lnTo>
                    <a:pt x="385905" y="843949"/>
                  </a:lnTo>
                  <a:lnTo>
                    <a:pt x="390839" y="838577"/>
                  </a:lnTo>
                  <a:lnTo>
                    <a:pt x="394895" y="832767"/>
                  </a:lnTo>
                  <a:lnTo>
                    <a:pt x="396869" y="826408"/>
                  </a:lnTo>
                  <a:lnTo>
                    <a:pt x="396321" y="819282"/>
                  </a:lnTo>
                  <a:lnTo>
                    <a:pt x="394237" y="812046"/>
                  </a:lnTo>
                  <a:lnTo>
                    <a:pt x="392045" y="805139"/>
                  </a:lnTo>
                  <a:lnTo>
                    <a:pt x="390948" y="798890"/>
                  </a:lnTo>
                  <a:lnTo>
                    <a:pt x="392483" y="800316"/>
                  </a:lnTo>
                  <a:lnTo>
                    <a:pt x="394018" y="801740"/>
                  </a:lnTo>
                  <a:lnTo>
                    <a:pt x="395553" y="803166"/>
                  </a:lnTo>
                  <a:lnTo>
                    <a:pt x="397088" y="804591"/>
                  </a:lnTo>
                  <a:lnTo>
                    <a:pt x="404214" y="810511"/>
                  </a:lnTo>
                  <a:lnTo>
                    <a:pt x="411011" y="814568"/>
                  </a:lnTo>
                  <a:lnTo>
                    <a:pt x="418356" y="817308"/>
                  </a:lnTo>
                  <a:lnTo>
                    <a:pt x="427237" y="819282"/>
                  </a:lnTo>
                  <a:lnTo>
                    <a:pt x="433157" y="820597"/>
                  </a:lnTo>
                  <a:lnTo>
                    <a:pt x="437652" y="822461"/>
                  </a:lnTo>
                  <a:lnTo>
                    <a:pt x="440721" y="825750"/>
                  </a:lnTo>
                  <a:lnTo>
                    <a:pt x="442585" y="831012"/>
                  </a:lnTo>
                  <a:lnTo>
                    <a:pt x="444449" y="839564"/>
                  </a:lnTo>
                  <a:lnTo>
                    <a:pt x="447299" y="848663"/>
                  </a:lnTo>
                  <a:lnTo>
                    <a:pt x="451356" y="857105"/>
                  </a:lnTo>
                  <a:lnTo>
                    <a:pt x="456728" y="863683"/>
                  </a:lnTo>
                  <a:lnTo>
                    <a:pt x="458153" y="864779"/>
                  </a:lnTo>
                  <a:lnTo>
                    <a:pt x="459578" y="865766"/>
                  </a:lnTo>
                  <a:lnTo>
                    <a:pt x="461113" y="866643"/>
                  </a:lnTo>
                  <a:lnTo>
                    <a:pt x="462648" y="867520"/>
                  </a:lnTo>
                  <a:lnTo>
                    <a:pt x="465718" y="869493"/>
                  </a:lnTo>
                  <a:lnTo>
                    <a:pt x="468349" y="872125"/>
                  </a:lnTo>
                  <a:lnTo>
                    <a:pt x="470541" y="875194"/>
                  </a:lnTo>
                  <a:lnTo>
                    <a:pt x="472515" y="878374"/>
                  </a:lnTo>
                  <a:lnTo>
                    <a:pt x="474159" y="883746"/>
                  </a:lnTo>
                  <a:lnTo>
                    <a:pt x="475146" y="889885"/>
                  </a:lnTo>
                  <a:lnTo>
                    <a:pt x="476791" y="895476"/>
                  </a:lnTo>
                  <a:lnTo>
                    <a:pt x="478764" y="896792"/>
                  </a:lnTo>
                  <a:lnTo>
                    <a:pt x="479312" y="897450"/>
                  </a:lnTo>
                  <a:lnTo>
                    <a:pt x="480518" y="898107"/>
                  </a:lnTo>
                  <a:lnTo>
                    <a:pt x="481724" y="898765"/>
                  </a:lnTo>
                  <a:lnTo>
                    <a:pt x="484136" y="898546"/>
                  </a:lnTo>
                  <a:lnTo>
                    <a:pt x="486438" y="898107"/>
                  </a:lnTo>
                  <a:lnTo>
                    <a:pt x="488412" y="898656"/>
                  </a:lnTo>
                  <a:lnTo>
                    <a:pt x="489288" y="900410"/>
                  </a:lnTo>
                  <a:lnTo>
                    <a:pt x="488631" y="902054"/>
                  </a:lnTo>
                  <a:lnTo>
                    <a:pt x="488412" y="903918"/>
                  </a:lnTo>
                  <a:lnTo>
                    <a:pt x="490385" y="906111"/>
                  </a:lnTo>
                  <a:lnTo>
                    <a:pt x="492578" y="907207"/>
                  </a:lnTo>
                  <a:lnTo>
                    <a:pt x="495209" y="907865"/>
                  </a:lnTo>
                  <a:lnTo>
                    <a:pt x="497950" y="907974"/>
                  </a:lnTo>
                  <a:lnTo>
                    <a:pt x="500361" y="907426"/>
                  </a:lnTo>
                  <a:lnTo>
                    <a:pt x="501568" y="906330"/>
                  </a:lnTo>
                  <a:lnTo>
                    <a:pt x="503870" y="902821"/>
                  </a:lnTo>
                  <a:lnTo>
                    <a:pt x="505404" y="901506"/>
                  </a:lnTo>
                  <a:lnTo>
                    <a:pt x="507816" y="901396"/>
                  </a:lnTo>
                  <a:lnTo>
                    <a:pt x="511982" y="902164"/>
                  </a:lnTo>
                  <a:lnTo>
                    <a:pt x="514613" y="903150"/>
                  </a:lnTo>
                  <a:lnTo>
                    <a:pt x="517245" y="903370"/>
                  </a:lnTo>
                  <a:lnTo>
                    <a:pt x="520205" y="903479"/>
                  </a:lnTo>
                  <a:lnTo>
                    <a:pt x="522836" y="903808"/>
                  </a:lnTo>
                  <a:lnTo>
                    <a:pt x="523165" y="903699"/>
                  </a:lnTo>
                  <a:lnTo>
                    <a:pt x="523494" y="903589"/>
                  </a:lnTo>
                  <a:lnTo>
                    <a:pt x="523823" y="903479"/>
                  </a:lnTo>
                  <a:lnTo>
                    <a:pt x="524152" y="903370"/>
                  </a:lnTo>
                  <a:lnTo>
                    <a:pt x="526125" y="902821"/>
                  </a:lnTo>
                  <a:lnTo>
                    <a:pt x="528208" y="902602"/>
                  </a:lnTo>
                  <a:lnTo>
                    <a:pt x="530181" y="902931"/>
                  </a:lnTo>
                  <a:lnTo>
                    <a:pt x="532045" y="903808"/>
                  </a:lnTo>
                  <a:lnTo>
                    <a:pt x="534128" y="905014"/>
                  </a:lnTo>
                  <a:lnTo>
                    <a:pt x="536321" y="906111"/>
                  </a:lnTo>
                  <a:lnTo>
                    <a:pt x="538623" y="906988"/>
                  </a:lnTo>
                  <a:lnTo>
                    <a:pt x="540926" y="907536"/>
                  </a:lnTo>
                  <a:lnTo>
                    <a:pt x="542570" y="907865"/>
                  </a:lnTo>
                  <a:lnTo>
                    <a:pt x="544324" y="908194"/>
                  </a:lnTo>
                  <a:lnTo>
                    <a:pt x="545969" y="908523"/>
                  </a:lnTo>
                  <a:lnTo>
                    <a:pt x="547613" y="908961"/>
                  </a:lnTo>
                  <a:lnTo>
                    <a:pt x="549148" y="909509"/>
                  </a:lnTo>
                  <a:lnTo>
                    <a:pt x="550573" y="910167"/>
                  </a:lnTo>
                  <a:lnTo>
                    <a:pt x="551998" y="910934"/>
                  </a:lnTo>
                  <a:lnTo>
                    <a:pt x="553423" y="911811"/>
                  </a:lnTo>
                  <a:lnTo>
                    <a:pt x="557151" y="917512"/>
                  </a:lnTo>
                  <a:lnTo>
                    <a:pt x="559782" y="924310"/>
                  </a:lnTo>
                  <a:lnTo>
                    <a:pt x="562304" y="931216"/>
                  </a:lnTo>
                  <a:lnTo>
                    <a:pt x="565702" y="937465"/>
                  </a:lnTo>
                  <a:lnTo>
                    <a:pt x="561975" y="947332"/>
                  </a:lnTo>
                  <a:lnTo>
                    <a:pt x="556713" y="955555"/>
                  </a:lnTo>
                  <a:lnTo>
                    <a:pt x="550354" y="963119"/>
                  </a:lnTo>
                  <a:lnTo>
                    <a:pt x="543557" y="970794"/>
                  </a:lnTo>
                  <a:lnTo>
                    <a:pt x="542899" y="971670"/>
                  </a:lnTo>
                  <a:lnTo>
                    <a:pt x="542351" y="972548"/>
                  </a:lnTo>
                  <a:lnTo>
                    <a:pt x="541802" y="973534"/>
                  </a:lnTo>
                  <a:lnTo>
                    <a:pt x="541364" y="974521"/>
                  </a:lnTo>
                  <a:lnTo>
                    <a:pt x="539062" y="980880"/>
                  </a:lnTo>
                  <a:lnTo>
                    <a:pt x="539390" y="986471"/>
                  </a:lnTo>
                  <a:lnTo>
                    <a:pt x="541583" y="992062"/>
                  </a:lnTo>
                  <a:lnTo>
                    <a:pt x="544762" y="998421"/>
                  </a:lnTo>
                  <a:lnTo>
                    <a:pt x="548928" y="1006643"/>
                  </a:lnTo>
                  <a:lnTo>
                    <a:pt x="553095" y="1014866"/>
                  </a:lnTo>
                  <a:lnTo>
                    <a:pt x="557261" y="1023088"/>
                  </a:lnTo>
                  <a:lnTo>
                    <a:pt x="561427" y="1031310"/>
                  </a:lnTo>
                  <a:lnTo>
                    <a:pt x="563839" y="1034271"/>
                  </a:lnTo>
                  <a:lnTo>
                    <a:pt x="566689" y="1035696"/>
                  </a:lnTo>
                  <a:lnTo>
                    <a:pt x="570088" y="1036463"/>
                  </a:lnTo>
                  <a:lnTo>
                    <a:pt x="573815" y="1037669"/>
                  </a:lnTo>
                  <a:lnTo>
                    <a:pt x="574473" y="1038217"/>
                  </a:lnTo>
                  <a:lnTo>
                    <a:pt x="575240" y="1038437"/>
                  </a:lnTo>
                  <a:lnTo>
                    <a:pt x="576008" y="1038437"/>
                  </a:lnTo>
                  <a:lnTo>
                    <a:pt x="576775" y="1038108"/>
                  </a:lnTo>
                  <a:lnTo>
                    <a:pt x="581051" y="1036792"/>
                  </a:lnTo>
                  <a:lnTo>
                    <a:pt x="584559" y="1034819"/>
                  </a:lnTo>
                  <a:lnTo>
                    <a:pt x="588177" y="1033393"/>
                  </a:lnTo>
                  <a:lnTo>
                    <a:pt x="592672" y="1033613"/>
                  </a:lnTo>
                  <a:lnTo>
                    <a:pt x="595522" y="1034709"/>
                  </a:lnTo>
                  <a:lnTo>
                    <a:pt x="597934" y="1035586"/>
                  </a:lnTo>
                  <a:lnTo>
                    <a:pt x="600237" y="1035148"/>
                  </a:lnTo>
                  <a:lnTo>
                    <a:pt x="602868" y="1032297"/>
                  </a:lnTo>
                  <a:lnTo>
                    <a:pt x="604622" y="1032078"/>
                  </a:lnTo>
                  <a:lnTo>
                    <a:pt x="606485" y="1031968"/>
                  </a:lnTo>
                  <a:lnTo>
                    <a:pt x="607911" y="1031530"/>
                  </a:lnTo>
                  <a:lnTo>
                    <a:pt x="608349" y="1030105"/>
                  </a:lnTo>
                  <a:lnTo>
                    <a:pt x="608349" y="1028789"/>
                  </a:lnTo>
                  <a:lnTo>
                    <a:pt x="608568" y="1027693"/>
                  </a:lnTo>
                  <a:lnTo>
                    <a:pt x="609117" y="1026925"/>
                  </a:lnTo>
                  <a:lnTo>
                    <a:pt x="610213" y="1026377"/>
                  </a:lnTo>
                  <a:lnTo>
                    <a:pt x="613063" y="1024952"/>
                  </a:lnTo>
                  <a:lnTo>
                    <a:pt x="616353" y="1022869"/>
                  </a:lnTo>
                  <a:lnTo>
                    <a:pt x="619532" y="1021115"/>
                  </a:lnTo>
                  <a:lnTo>
                    <a:pt x="622053" y="1020567"/>
                  </a:lnTo>
                  <a:lnTo>
                    <a:pt x="624355" y="1019909"/>
                  </a:lnTo>
                  <a:lnTo>
                    <a:pt x="626219" y="1017826"/>
                  </a:lnTo>
                  <a:lnTo>
                    <a:pt x="627864" y="1015194"/>
                  </a:lnTo>
                  <a:lnTo>
                    <a:pt x="629508" y="1013111"/>
                  </a:lnTo>
                  <a:lnTo>
                    <a:pt x="633565" y="1010700"/>
                  </a:lnTo>
                  <a:lnTo>
                    <a:pt x="637840" y="1009713"/>
                  </a:lnTo>
                  <a:lnTo>
                    <a:pt x="642226" y="1009603"/>
                  </a:lnTo>
                  <a:lnTo>
                    <a:pt x="646721" y="1009603"/>
                  </a:lnTo>
                  <a:lnTo>
                    <a:pt x="646611" y="1008068"/>
                  </a:lnTo>
                  <a:lnTo>
                    <a:pt x="647049" y="1007192"/>
                  </a:lnTo>
                  <a:lnTo>
                    <a:pt x="647707" y="1006534"/>
                  </a:lnTo>
                  <a:lnTo>
                    <a:pt x="648365" y="1005657"/>
                  </a:lnTo>
                  <a:lnTo>
                    <a:pt x="654066" y="1004889"/>
                  </a:lnTo>
                  <a:lnTo>
                    <a:pt x="657794" y="1002916"/>
                  </a:lnTo>
                  <a:lnTo>
                    <a:pt x="660315" y="999736"/>
                  </a:lnTo>
                  <a:lnTo>
                    <a:pt x="662398" y="995242"/>
                  </a:lnTo>
                  <a:lnTo>
                    <a:pt x="663933" y="994145"/>
                  </a:lnTo>
                  <a:lnTo>
                    <a:pt x="666125" y="994803"/>
                  </a:lnTo>
                  <a:lnTo>
                    <a:pt x="668428" y="996119"/>
                  </a:lnTo>
                  <a:lnTo>
                    <a:pt x="670291" y="996776"/>
                  </a:lnTo>
                  <a:lnTo>
                    <a:pt x="671607" y="996009"/>
                  </a:lnTo>
                  <a:lnTo>
                    <a:pt x="670730" y="994474"/>
                  </a:lnTo>
                  <a:lnTo>
                    <a:pt x="669743" y="992720"/>
                  </a:lnTo>
                  <a:lnTo>
                    <a:pt x="670839" y="991295"/>
                  </a:lnTo>
                  <a:lnTo>
                    <a:pt x="672374" y="991404"/>
                  </a:lnTo>
                  <a:lnTo>
                    <a:pt x="674348" y="991185"/>
                  </a:lnTo>
                  <a:lnTo>
                    <a:pt x="676212" y="990856"/>
                  </a:lnTo>
                  <a:lnTo>
                    <a:pt x="677308" y="990856"/>
                  </a:lnTo>
                  <a:lnTo>
                    <a:pt x="679062" y="992720"/>
                  </a:lnTo>
                  <a:lnTo>
                    <a:pt x="679720" y="995351"/>
                  </a:lnTo>
                  <a:lnTo>
                    <a:pt x="679610" y="998202"/>
                  </a:lnTo>
                  <a:lnTo>
                    <a:pt x="679062" y="1000723"/>
                  </a:lnTo>
                  <a:lnTo>
                    <a:pt x="678843" y="1002368"/>
                  </a:lnTo>
                  <a:lnTo>
                    <a:pt x="678624" y="1004670"/>
                  </a:lnTo>
                  <a:lnTo>
                    <a:pt x="678404" y="1006863"/>
                  </a:lnTo>
                  <a:lnTo>
                    <a:pt x="678075" y="1008178"/>
                  </a:lnTo>
                  <a:lnTo>
                    <a:pt x="676650" y="1009275"/>
                  </a:lnTo>
                  <a:lnTo>
                    <a:pt x="674567" y="1010042"/>
                  </a:lnTo>
                  <a:lnTo>
                    <a:pt x="672484" y="1010919"/>
                  </a:lnTo>
                  <a:lnTo>
                    <a:pt x="670839" y="1012125"/>
                  </a:lnTo>
                  <a:lnTo>
                    <a:pt x="669524" y="1014427"/>
                  </a:lnTo>
                  <a:lnTo>
                    <a:pt x="668976" y="1016729"/>
                  </a:lnTo>
                  <a:lnTo>
                    <a:pt x="668757" y="1019141"/>
                  </a:lnTo>
                  <a:lnTo>
                    <a:pt x="668318" y="1021663"/>
                  </a:lnTo>
                  <a:lnTo>
                    <a:pt x="674348" y="1028570"/>
                  </a:lnTo>
                  <a:lnTo>
                    <a:pt x="680268" y="1035696"/>
                  </a:lnTo>
                  <a:lnTo>
                    <a:pt x="686298" y="1042603"/>
                  </a:lnTo>
                  <a:lnTo>
                    <a:pt x="692766" y="1048961"/>
                  </a:lnTo>
                  <a:lnTo>
                    <a:pt x="695836" y="1051702"/>
                  </a:lnTo>
                  <a:lnTo>
                    <a:pt x="698577" y="1054552"/>
                  </a:lnTo>
                  <a:lnTo>
                    <a:pt x="701098" y="1057622"/>
                  </a:lnTo>
                  <a:lnTo>
                    <a:pt x="703620" y="1060911"/>
                  </a:lnTo>
                  <a:lnTo>
                    <a:pt x="708224" y="1062337"/>
                  </a:lnTo>
                  <a:lnTo>
                    <a:pt x="713815" y="1064420"/>
                  </a:lnTo>
                  <a:lnTo>
                    <a:pt x="718749" y="1067270"/>
                  </a:lnTo>
                  <a:lnTo>
                    <a:pt x="721270" y="1070888"/>
                  </a:lnTo>
                  <a:lnTo>
                    <a:pt x="721709" y="1072423"/>
                  </a:lnTo>
                  <a:lnTo>
                    <a:pt x="722148" y="1074067"/>
                  </a:lnTo>
                  <a:lnTo>
                    <a:pt x="722586" y="1075712"/>
                  </a:lnTo>
                  <a:lnTo>
                    <a:pt x="722696" y="1077246"/>
                  </a:lnTo>
                  <a:lnTo>
                    <a:pt x="722257" y="1077904"/>
                  </a:lnTo>
                  <a:lnTo>
                    <a:pt x="721270" y="1078233"/>
                  </a:lnTo>
                  <a:lnTo>
                    <a:pt x="720393" y="1078672"/>
                  </a:lnTo>
                  <a:lnTo>
                    <a:pt x="720174" y="1079549"/>
                  </a:lnTo>
                  <a:lnTo>
                    <a:pt x="721161" y="1082838"/>
                  </a:lnTo>
                  <a:lnTo>
                    <a:pt x="722148" y="1086127"/>
                  </a:lnTo>
                  <a:lnTo>
                    <a:pt x="723134" y="1089416"/>
                  </a:lnTo>
                  <a:lnTo>
                    <a:pt x="724121" y="1092705"/>
                  </a:lnTo>
                  <a:lnTo>
                    <a:pt x="730699" y="1096871"/>
                  </a:lnTo>
                  <a:lnTo>
                    <a:pt x="743526" y="1098515"/>
                  </a:lnTo>
                  <a:lnTo>
                    <a:pt x="757449" y="1098844"/>
                  </a:lnTo>
                  <a:lnTo>
                    <a:pt x="767316" y="1099063"/>
                  </a:lnTo>
                  <a:lnTo>
                    <a:pt x="774003" y="1099611"/>
                  </a:lnTo>
                  <a:lnTo>
                    <a:pt x="780691" y="1100159"/>
                  </a:lnTo>
                  <a:lnTo>
                    <a:pt x="787379" y="1100708"/>
                  </a:lnTo>
                  <a:lnTo>
                    <a:pt x="794066" y="1101256"/>
                  </a:lnTo>
                  <a:lnTo>
                    <a:pt x="799987" y="1101695"/>
                  </a:lnTo>
                  <a:lnTo>
                    <a:pt x="805906" y="1102133"/>
                  </a:lnTo>
                  <a:lnTo>
                    <a:pt x="811827" y="1102571"/>
                  </a:lnTo>
                  <a:lnTo>
                    <a:pt x="817747" y="1103010"/>
                  </a:lnTo>
                  <a:lnTo>
                    <a:pt x="848444" y="1104874"/>
                  </a:lnTo>
                  <a:lnTo>
                    <a:pt x="879141" y="1106738"/>
                  </a:lnTo>
                  <a:lnTo>
                    <a:pt x="909838" y="1108601"/>
                  </a:lnTo>
                  <a:lnTo>
                    <a:pt x="940535" y="1110465"/>
                  </a:lnTo>
                  <a:lnTo>
                    <a:pt x="943057" y="1109588"/>
                  </a:lnTo>
                  <a:lnTo>
                    <a:pt x="945468" y="1108163"/>
                  </a:lnTo>
                  <a:lnTo>
                    <a:pt x="947771" y="1106409"/>
                  </a:lnTo>
                  <a:lnTo>
                    <a:pt x="950073" y="1104764"/>
                  </a:lnTo>
                  <a:lnTo>
                    <a:pt x="957309" y="1099831"/>
                  </a:lnTo>
                  <a:lnTo>
                    <a:pt x="964544" y="1094897"/>
                  </a:lnTo>
                  <a:lnTo>
                    <a:pt x="971780" y="1089964"/>
                  </a:lnTo>
                  <a:lnTo>
                    <a:pt x="979016" y="1085031"/>
                  </a:lnTo>
                  <a:lnTo>
                    <a:pt x="982962" y="1082509"/>
                  </a:lnTo>
                  <a:lnTo>
                    <a:pt x="987019" y="1079658"/>
                  </a:lnTo>
                  <a:lnTo>
                    <a:pt x="990637" y="1076369"/>
                  </a:lnTo>
                  <a:lnTo>
                    <a:pt x="993049" y="1072313"/>
                  </a:lnTo>
                  <a:lnTo>
                    <a:pt x="993926" y="1070340"/>
                  </a:lnTo>
                  <a:lnTo>
                    <a:pt x="994803" y="1068256"/>
                  </a:lnTo>
                  <a:lnTo>
                    <a:pt x="995680" y="1066283"/>
                  </a:lnTo>
                  <a:lnTo>
                    <a:pt x="996557" y="1064200"/>
                  </a:lnTo>
                  <a:lnTo>
                    <a:pt x="991952" y="1063433"/>
                  </a:lnTo>
                  <a:close/>
                  <a:moveTo>
                    <a:pt x="195145" y="147017"/>
                  </a:moveTo>
                  <a:lnTo>
                    <a:pt x="193391" y="142851"/>
                  </a:lnTo>
                  <a:lnTo>
                    <a:pt x="192624" y="138356"/>
                  </a:lnTo>
                  <a:lnTo>
                    <a:pt x="191528" y="134190"/>
                  </a:lnTo>
                  <a:lnTo>
                    <a:pt x="188677" y="131230"/>
                  </a:lnTo>
                  <a:lnTo>
                    <a:pt x="189773" y="139562"/>
                  </a:lnTo>
                  <a:lnTo>
                    <a:pt x="192843" y="148990"/>
                  </a:lnTo>
                  <a:lnTo>
                    <a:pt x="197447" y="156007"/>
                  </a:lnTo>
                  <a:lnTo>
                    <a:pt x="203258" y="156993"/>
                  </a:lnTo>
                  <a:lnTo>
                    <a:pt x="205012" y="154472"/>
                  </a:lnTo>
                  <a:lnTo>
                    <a:pt x="202491" y="151841"/>
                  </a:lnTo>
                  <a:lnTo>
                    <a:pt x="195145" y="147017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6" name="Freeform: Shape 9">
              <a:extLst>
                <a:ext uri="{FF2B5EF4-FFF2-40B4-BE49-F238E27FC236}">
                  <a16:creationId xmlns:a16="http://schemas.microsoft.com/office/drawing/2014/main" id="{978D14D6-3276-07B0-69A8-109831A4FA2F}"/>
                </a:ext>
              </a:extLst>
            </p:cNvPr>
            <p:cNvSpPr/>
            <p:nvPr/>
          </p:nvSpPr>
          <p:spPr>
            <a:xfrm>
              <a:off x="9385185" y="4837338"/>
              <a:ext cx="208301" cy="120595"/>
            </a:xfrm>
            <a:custGeom>
              <a:avLst/>
              <a:gdLst>
                <a:gd name="connsiteX0" fmla="*/ 214331 w 208301"/>
                <a:gd name="connsiteY0" fmla="*/ 76194 h 120595"/>
                <a:gd name="connsiteX1" fmla="*/ 210494 w 208301"/>
                <a:gd name="connsiteY1" fmla="*/ 74440 h 120595"/>
                <a:gd name="connsiteX2" fmla="*/ 205122 w 208301"/>
                <a:gd name="connsiteY2" fmla="*/ 75098 h 120595"/>
                <a:gd name="connsiteX3" fmla="*/ 202601 w 208301"/>
                <a:gd name="connsiteY3" fmla="*/ 74221 h 120595"/>
                <a:gd name="connsiteX4" fmla="*/ 200189 w 208301"/>
                <a:gd name="connsiteY4" fmla="*/ 72796 h 120595"/>
                <a:gd name="connsiteX5" fmla="*/ 197996 w 208301"/>
                <a:gd name="connsiteY5" fmla="*/ 70932 h 120595"/>
                <a:gd name="connsiteX6" fmla="*/ 196023 w 208301"/>
                <a:gd name="connsiteY6" fmla="*/ 68849 h 120595"/>
                <a:gd name="connsiteX7" fmla="*/ 193830 w 208301"/>
                <a:gd name="connsiteY7" fmla="*/ 66327 h 120595"/>
                <a:gd name="connsiteX8" fmla="*/ 191747 w 208301"/>
                <a:gd name="connsiteY8" fmla="*/ 63696 h 120595"/>
                <a:gd name="connsiteX9" fmla="*/ 189664 w 208301"/>
                <a:gd name="connsiteY9" fmla="*/ 61175 h 120595"/>
                <a:gd name="connsiteX10" fmla="*/ 187252 w 208301"/>
                <a:gd name="connsiteY10" fmla="*/ 58872 h 120595"/>
                <a:gd name="connsiteX11" fmla="*/ 183634 w 208301"/>
                <a:gd name="connsiteY11" fmla="*/ 57118 h 120595"/>
                <a:gd name="connsiteX12" fmla="*/ 180235 w 208301"/>
                <a:gd name="connsiteY12" fmla="*/ 57009 h 120595"/>
                <a:gd name="connsiteX13" fmla="*/ 176837 w 208301"/>
                <a:gd name="connsiteY13" fmla="*/ 58215 h 120595"/>
                <a:gd name="connsiteX14" fmla="*/ 173548 w 208301"/>
                <a:gd name="connsiteY14" fmla="*/ 60407 h 120595"/>
                <a:gd name="connsiteX15" fmla="*/ 170369 w 208301"/>
                <a:gd name="connsiteY15" fmla="*/ 61284 h 120595"/>
                <a:gd name="connsiteX16" fmla="*/ 168834 w 208301"/>
                <a:gd name="connsiteY16" fmla="*/ 58763 h 120595"/>
                <a:gd name="connsiteX17" fmla="*/ 167957 w 208301"/>
                <a:gd name="connsiteY17" fmla="*/ 55035 h 120595"/>
                <a:gd name="connsiteX18" fmla="*/ 166860 w 208301"/>
                <a:gd name="connsiteY18" fmla="*/ 52404 h 120595"/>
                <a:gd name="connsiteX19" fmla="*/ 164997 w 208301"/>
                <a:gd name="connsiteY19" fmla="*/ 52075 h 120595"/>
                <a:gd name="connsiteX20" fmla="*/ 163791 w 208301"/>
                <a:gd name="connsiteY20" fmla="*/ 51088 h 120595"/>
                <a:gd name="connsiteX21" fmla="*/ 163133 w 208301"/>
                <a:gd name="connsiteY21" fmla="*/ 49773 h 120595"/>
                <a:gd name="connsiteX22" fmla="*/ 163023 w 208301"/>
                <a:gd name="connsiteY22" fmla="*/ 47799 h 120595"/>
                <a:gd name="connsiteX23" fmla="*/ 163681 w 208301"/>
                <a:gd name="connsiteY23" fmla="*/ 45607 h 120595"/>
                <a:gd name="connsiteX24" fmla="*/ 165216 w 208301"/>
                <a:gd name="connsiteY24" fmla="*/ 45278 h 120595"/>
                <a:gd name="connsiteX25" fmla="*/ 167189 w 208301"/>
                <a:gd name="connsiteY25" fmla="*/ 45388 h 120595"/>
                <a:gd name="connsiteX26" fmla="*/ 169163 w 208301"/>
                <a:gd name="connsiteY26" fmla="*/ 44511 h 120595"/>
                <a:gd name="connsiteX27" fmla="*/ 170807 w 208301"/>
                <a:gd name="connsiteY27" fmla="*/ 39029 h 120595"/>
                <a:gd name="connsiteX28" fmla="*/ 164997 w 208301"/>
                <a:gd name="connsiteY28" fmla="*/ 35850 h 120595"/>
                <a:gd name="connsiteX29" fmla="*/ 156774 w 208301"/>
                <a:gd name="connsiteY29" fmla="*/ 33657 h 120595"/>
                <a:gd name="connsiteX30" fmla="*/ 151402 w 208301"/>
                <a:gd name="connsiteY30" fmla="*/ 31464 h 120595"/>
                <a:gd name="connsiteX31" fmla="*/ 148442 w 208301"/>
                <a:gd name="connsiteY31" fmla="*/ 28724 h 120595"/>
                <a:gd name="connsiteX32" fmla="*/ 146030 w 208301"/>
                <a:gd name="connsiteY32" fmla="*/ 25763 h 120595"/>
                <a:gd name="connsiteX33" fmla="*/ 143399 w 208301"/>
                <a:gd name="connsiteY33" fmla="*/ 23023 h 120595"/>
                <a:gd name="connsiteX34" fmla="*/ 139672 w 208301"/>
                <a:gd name="connsiteY34" fmla="*/ 21268 h 120595"/>
                <a:gd name="connsiteX35" fmla="*/ 136163 w 208301"/>
                <a:gd name="connsiteY35" fmla="*/ 20720 h 120595"/>
                <a:gd name="connsiteX36" fmla="*/ 132984 w 208301"/>
                <a:gd name="connsiteY36" fmla="*/ 19734 h 120595"/>
                <a:gd name="connsiteX37" fmla="*/ 131778 w 208301"/>
                <a:gd name="connsiteY37" fmla="*/ 17870 h 120595"/>
                <a:gd name="connsiteX38" fmla="*/ 134080 w 208301"/>
                <a:gd name="connsiteY38" fmla="*/ 14362 h 120595"/>
                <a:gd name="connsiteX39" fmla="*/ 134190 w 208301"/>
                <a:gd name="connsiteY39" fmla="*/ 8113 h 120595"/>
                <a:gd name="connsiteX40" fmla="*/ 131120 w 208301"/>
                <a:gd name="connsiteY40" fmla="*/ 2631 h 120595"/>
                <a:gd name="connsiteX41" fmla="*/ 127393 w 208301"/>
                <a:gd name="connsiteY41" fmla="*/ 0 h 120595"/>
                <a:gd name="connsiteX42" fmla="*/ 125419 w 208301"/>
                <a:gd name="connsiteY42" fmla="*/ 3070 h 120595"/>
                <a:gd name="connsiteX43" fmla="*/ 125639 w 208301"/>
                <a:gd name="connsiteY43" fmla="*/ 6687 h 120595"/>
                <a:gd name="connsiteX44" fmla="*/ 126187 w 208301"/>
                <a:gd name="connsiteY44" fmla="*/ 9428 h 120595"/>
                <a:gd name="connsiteX45" fmla="*/ 125419 w 208301"/>
                <a:gd name="connsiteY45" fmla="*/ 11182 h 120595"/>
                <a:gd name="connsiteX46" fmla="*/ 122240 w 208301"/>
                <a:gd name="connsiteY46" fmla="*/ 12279 h 120595"/>
                <a:gd name="connsiteX47" fmla="*/ 119609 w 208301"/>
                <a:gd name="connsiteY47" fmla="*/ 12498 h 120595"/>
                <a:gd name="connsiteX48" fmla="*/ 116978 w 208301"/>
                <a:gd name="connsiteY48" fmla="*/ 12498 h 120595"/>
                <a:gd name="connsiteX49" fmla="*/ 114237 w 208301"/>
                <a:gd name="connsiteY49" fmla="*/ 12279 h 120595"/>
                <a:gd name="connsiteX50" fmla="*/ 111606 w 208301"/>
                <a:gd name="connsiteY50" fmla="*/ 12169 h 120595"/>
                <a:gd name="connsiteX51" fmla="*/ 106453 w 208301"/>
                <a:gd name="connsiteY51" fmla="*/ 12279 h 120595"/>
                <a:gd name="connsiteX52" fmla="*/ 101848 w 208301"/>
                <a:gd name="connsiteY52" fmla="*/ 10744 h 120595"/>
                <a:gd name="connsiteX53" fmla="*/ 97353 w 208301"/>
                <a:gd name="connsiteY53" fmla="*/ 8332 h 120595"/>
                <a:gd name="connsiteX54" fmla="*/ 93078 w 208301"/>
                <a:gd name="connsiteY54" fmla="*/ 5591 h 120595"/>
                <a:gd name="connsiteX55" fmla="*/ 92201 w 208301"/>
                <a:gd name="connsiteY55" fmla="*/ 4714 h 120595"/>
                <a:gd name="connsiteX56" fmla="*/ 91653 w 208301"/>
                <a:gd name="connsiteY56" fmla="*/ 3508 h 120595"/>
                <a:gd name="connsiteX57" fmla="*/ 91104 w 208301"/>
                <a:gd name="connsiteY57" fmla="*/ 2521 h 120595"/>
                <a:gd name="connsiteX58" fmla="*/ 90118 w 208301"/>
                <a:gd name="connsiteY58" fmla="*/ 2412 h 120595"/>
                <a:gd name="connsiteX59" fmla="*/ 87158 w 208301"/>
                <a:gd name="connsiteY59" fmla="*/ 3399 h 120595"/>
                <a:gd name="connsiteX60" fmla="*/ 86390 w 208301"/>
                <a:gd name="connsiteY60" fmla="*/ 4275 h 120595"/>
                <a:gd name="connsiteX61" fmla="*/ 86281 w 208301"/>
                <a:gd name="connsiteY61" fmla="*/ 5372 h 120595"/>
                <a:gd name="connsiteX62" fmla="*/ 85404 w 208301"/>
                <a:gd name="connsiteY62" fmla="*/ 7235 h 120595"/>
                <a:gd name="connsiteX63" fmla="*/ 83759 w 208301"/>
                <a:gd name="connsiteY63" fmla="*/ 9428 h 120595"/>
                <a:gd name="connsiteX64" fmla="*/ 82005 w 208301"/>
                <a:gd name="connsiteY64" fmla="*/ 11402 h 120595"/>
                <a:gd name="connsiteX65" fmla="*/ 80361 w 208301"/>
                <a:gd name="connsiteY65" fmla="*/ 13485 h 120595"/>
                <a:gd name="connsiteX66" fmla="*/ 79045 w 208301"/>
                <a:gd name="connsiteY66" fmla="*/ 15896 h 120595"/>
                <a:gd name="connsiteX67" fmla="*/ 76962 w 208301"/>
                <a:gd name="connsiteY67" fmla="*/ 20830 h 120595"/>
                <a:gd name="connsiteX68" fmla="*/ 74550 w 208301"/>
                <a:gd name="connsiteY68" fmla="*/ 25763 h 120595"/>
                <a:gd name="connsiteX69" fmla="*/ 71590 w 208301"/>
                <a:gd name="connsiteY69" fmla="*/ 28395 h 120595"/>
                <a:gd name="connsiteX70" fmla="*/ 67534 w 208301"/>
                <a:gd name="connsiteY70" fmla="*/ 26202 h 120595"/>
                <a:gd name="connsiteX71" fmla="*/ 66766 w 208301"/>
                <a:gd name="connsiteY71" fmla="*/ 25873 h 120595"/>
                <a:gd name="connsiteX72" fmla="*/ 66218 w 208301"/>
                <a:gd name="connsiteY72" fmla="*/ 25434 h 120595"/>
                <a:gd name="connsiteX73" fmla="*/ 65560 w 208301"/>
                <a:gd name="connsiteY73" fmla="*/ 25106 h 120595"/>
                <a:gd name="connsiteX74" fmla="*/ 64902 w 208301"/>
                <a:gd name="connsiteY74" fmla="*/ 24667 h 120595"/>
                <a:gd name="connsiteX75" fmla="*/ 60846 w 208301"/>
                <a:gd name="connsiteY75" fmla="*/ 23900 h 120595"/>
                <a:gd name="connsiteX76" fmla="*/ 56570 w 208301"/>
                <a:gd name="connsiteY76" fmla="*/ 23680 h 120595"/>
                <a:gd name="connsiteX77" fmla="*/ 52514 w 208301"/>
                <a:gd name="connsiteY77" fmla="*/ 23571 h 120595"/>
                <a:gd name="connsiteX78" fmla="*/ 48677 w 208301"/>
                <a:gd name="connsiteY78" fmla="*/ 22474 h 120595"/>
                <a:gd name="connsiteX79" fmla="*/ 48129 w 208301"/>
                <a:gd name="connsiteY79" fmla="*/ 22146 h 120595"/>
                <a:gd name="connsiteX80" fmla="*/ 47690 w 208301"/>
                <a:gd name="connsiteY80" fmla="*/ 21817 h 120595"/>
                <a:gd name="connsiteX81" fmla="*/ 47142 w 208301"/>
                <a:gd name="connsiteY81" fmla="*/ 21378 h 120595"/>
                <a:gd name="connsiteX82" fmla="*/ 46703 w 208301"/>
                <a:gd name="connsiteY82" fmla="*/ 20830 h 120595"/>
                <a:gd name="connsiteX83" fmla="*/ 43743 w 208301"/>
                <a:gd name="connsiteY83" fmla="*/ 18089 h 120595"/>
                <a:gd name="connsiteX84" fmla="*/ 40893 w 208301"/>
                <a:gd name="connsiteY84" fmla="*/ 19405 h 120595"/>
                <a:gd name="connsiteX85" fmla="*/ 38042 w 208301"/>
                <a:gd name="connsiteY85" fmla="*/ 22365 h 120595"/>
                <a:gd name="connsiteX86" fmla="*/ 35411 w 208301"/>
                <a:gd name="connsiteY86" fmla="*/ 24338 h 120595"/>
                <a:gd name="connsiteX87" fmla="*/ 32232 w 208301"/>
                <a:gd name="connsiteY87" fmla="*/ 23900 h 120595"/>
                <a:gd name="connsiteX88" fmla="*/ 29491 w 208301"/>
                <a:gd name="connsiteY88" fmla="*/ 21926 h 120595"/>
                <a:gd name="connsiteX89" fmla="*/ 26970 w 208301"/>
                <a:gd name="connsiteY89" fmla="*/ 20282 h 120595"/>
                <a:gd name="connsiteX90" fmla="*/ 24229 w 208301"/>
                <a:gd name="connsiteY90" fmla="*/ 20720 h 120595"/>
                <a:gd name="connsiteX91" fmla="*/ 22036 w 208301"/>
                <a:gd name="connsiteY91" fmla="*/ 22694 h 120595"/>
                <a:gd name="connsiteX92" fmla="*/ 19734 w 208301"/>
                <a:gd name="connsiteY92" fmla="*/ 24667 h 120595"/>
                <a:gd name="connsiteX93" fmla="*/ 17431 w 208301"/>
                <a:gd name="connsiteY93" fmla="*/ 25654 h 120595"/>
                <a:gd name="connsiteX94" fmla="*/ 15239 w 208301"/>
                <a:gd name="connsiteY94" fmla="*/ 24886 h 120595"/>
                <a:gd name="connsiteX95" fmla="*/ 14252 w 208301"/>
                <a:gd name="connsiteY95" fmla="*/ 27079 h 120595"/>
                <a:gd name="connsiteX96" fmla="*/ 13266 w 208301"/>
                <a:gd name="connsiteY96" fmla="*/ 28833 h 120595"/>
                <a:gd name="connsiteX97" fmla="*/ 11950 w 208301"/>
                <a:gd name="connsiteY97" fmla="*/ 29929 h 120595"/>
                <a:gd name="connsiteX98" fmla="*/ 9867 w 208301"/>
                <a:gd name="connsiteY98" fmla="*/ 30258 h 120595"/>
                <a:gd name="connsiteX99" fmla="*/ 7346 w 208301"/>
                <a:gd name="connsiteY99" fmla="*/ 30478 h 120595"/>
                <a:gd name="connsiteX100" fmla="*/ 4934 w 208301"/>
                <a:gd name="connsiteY100" fmla="*/ 30478 h 120595"/>
                <a:gd name="connsiteX101" fmla="*/ 2522 w 208301"/>
                <a:gd name="connsiteY101" fmla="*/ 30587 h 120595"/>
                <a:gd name="connsiteX102" fmla="*/ 0 w 208301"/>
                <a:gd name="connsiteY102" fmla="*/ 30807 h 120595"/>
                <a:gd name="connsiteX103" fmla="*/ 1535 w 208301"/>
                <a:gd name="connsiteY103" fmla="*/ 37384 h 120595"/>
                <a:gd name="connsiteX104" fmla="*/ 3070 w 208301"/>
                <a:gd name="connsiteY104" fmla="*/ 41331 h 120595"/>
                <a:gd name="connsiteX105" fmla="*/ 6139 w 208301"/>
                <a:gd name="connsiteY105" fmla="*/ 43633 h 120595"/>
                <a:gd name="connsiteX106" fmla="*/ 12169 w 208301"/>
                <a:gd name="connsiteY106" fmla="*/ 45278 h 120595"/>
                <a:gd name="connsiteX107" fmla="*/ 12717 w 208301"/>
                <a:gd name="connsiteY107" fmla="*/ 47909 h 120595"/>
                <a:gd name="connsiteX108" fmla="*/ 13046 w 208301"/>
                <a:gd name="connsiteY108" fmla="*/ 50540 h 120595"/>
                <a:gd name="connsiteX109" fmla="*/ 13266 w 208301"/>
                <a:gd name="connsiteY109" fmla="*/ 53281 h 120595"/>
                <a:gd name="connsiteX110" fmla="*/ 13485 w 208301"/>
                <a:gd name="connsiteY110" fmla="*/ 55912 h 120595"/>
                <a:gd name="connsiteX111" fmla="*/ 18967 w 208301"/>
                <a:gd name="connsiteY111" fmla="*/ 57337 h 120595"/>
                <a:gd name="connsiteX112" fmla="*/ 25325 w 208301"/>
                <a:gd name="connsiteY112" fmla="*/ 59420 h 120595"/>
                <a:gd name="connsiteX113" fmla="*/ 31684 w 208301"/>
                <a:gd name="connsiteY113" fmla="*/ 60956 h 120595"/>
                <a:gd name="connsiteX114" fmla="*/ 36946 w 208301"/>
                <a:gd name="connsiteY114" fmla="*/ 60517 h 120595"/>
                <a:gd name="connsiteX115" fmla="*/ 40454 w 208301"/>
                <a:gd name="connsiteY115" fmla="*/ 58324 h 120595"/>
                <a:gd name="connsiteX116" fmla="*/ 42647 w 208301"/>
                <a:gd name="connsiteY116" fmla="*/ 57557 h 120595"/>
                <a:gd name="connsiteX117" fmla="*/ 44840 w 208301"/>
                <a:gd name="connsiteY117" fmla="*/ 58215 h 120595"/>
                <a:gd name="connsiteX118" fmla="*/ 47909 w 208301"/>
                <a:gd name="connsiteY118" fmla="*/ 60846 h 120595"/>
                <a:gd name="connsiteX119" fmla="*/ 48348 w 208301"/>
                <a:gd name="connsiteY119" fmla="*/ 61504 h 120595"/>
                <a:gd name="connsiteX120" fmla="*/ 48458 w 208301"/>
                <a:gd name="connsiteY120" fmla="*/ 62271 h 120595"/>
                <a:gd name="connsiteX121" fmla="*/ 48567 w 208301"/>
                <a:gd name="connsiteY121" fmla="*/ 63039 h 120595"/>
                <a:gd name="connsiteX122" fmla="*/ 48567 w 208301"/>
                <a:gd name="connsiteY122" fmla="*/ 63806 h 120595"/>
                <a:gd name="connsiteX123" fmla="*/ 49006 w 208301"/>
                <a:gd name="connsiteY123" fmla="*/ 66437 h 120595"/>
                <a:gd name="connsiteX124" fmla="*/ 49773 w 208301"/>
                <a:gd name="connsiteY124" fmla="*/ 68958 h 120595"/>
                <a:gd name="connsiteX125" fmla="*/ 50870 w 208301"/>
                <a:gd name="connsiteY125" fmla="*/ 71261 h 120595"/>
                <a:gd name="connsiteX126" fmla="*/ 52404 w 208301"/>
                <a:gd name="connsiteY126" fmla="*/ 73344 h 120595"/>
                <a:gd name="connsiteX127" fmla="*/ 53720 w 208301"/>
                <a:gd name="connsiteY127" fmla="*/ 75865 h 120595"/>
                <a:gd name="connsiteX128" fmla="*/ 54049 w 208301"/>
                <a:gd name="connsiteY128" fmla="*/ 78277 h 120595"/>
                <a:gd name="connsiteX129" fmla="*/ 54487 w 208301"/>
                <a:gd name="connsiteY129" fmla="*/ 80470 h 120595"/>
                <a:gd name="connsiteX130" fmla="*/ 56132 w 208301"/>
                <a:gd name="connsiteY130" fmla="*/ 82005 h 120595"/>
                <a:gd name="connsiteX131" fmla="*/ 56680 w 208301"/>
                <a:gd name="connsiteY131" fmla="*/ 82224 h 120595"/>
                <a:gd name="connsiteX132" fmla="*/ 57228 w 208301"/>
                <a:gd name="connsiteY132" fmla="*/ 82443 h 120595"/>
                <a:gd name="connsiteX133" fmla="*/ 57776 w 208301"/>
                <a:gd name="connsiteY133" fmla="*/ 82772 h 120595"/>
                <a:gd name="connsiteX134" fmla="*/ 58324 w 208301"/>
                <a:gd name="connsiteY134" fmla="*/ 82991 h 120595"/>
                <a:gd name="connsiteX135" fmla="*/ 61284 w 208301"/>
                <a:gd name="connsiteY135" fmla="*/ 85294 h 120595"/>
                <a:gd name="connsiteX136" fmla="*/ 63806 w 208301"/>
                <a:gd name="connsiteY136" fmla="*/ 87925 h 120595"/>
                <a:gd name="connsiteX137" fmla="*/ 65779 w 208301"/>
                <a:gd name="connsiteY137" fmla="*/ 90885 h 120595"/>
                <a:gd name="connsiteX138" fmla="*/ 67314 w 208301"/>
                <a:gd name="connsiteY138" fmla="*/ 94393 h 120595"/>
                <a:gd name="connsiteX139" fmla="*/ 67972 w 208301"/>
                <a:gd name="connsiteY139" fmla="*/ 95818 h 120595"/>
                <a:gd name="connsiteX140" fmla="*/ 68520 w 208301"/>
                <a:gd name="connsiteY140" fmla="*/ 97353 h 120595"/>
                <a:gd name="connsiteX141" fmla="*/ 69178 w 208301"/>
                <a:gd name="connsiteY141" fmla="*/ 98778 h 120595"/>
                <a:gd name="connsiteX142" fmla="*/ 69836 w 208301"/>
                <a:gd name="connsiteY142" fmla="*/ 100313 h 120595"/>
                <a:gd name="connsiteX143" fmla="*/ 70494 w 208301"/>
                <a:gd name="connsiteY143" fmla="*/ 101739 h 120595"/>
                <a:gd name="connsiteX144" fmla="*/ 71261 w 208301"/>
                <a:gd name="connsiteY144" fmla="*/ 103054 h 120595"/>
                <a:gd name="connsiteX145" fmla="*/ 72138 w 208301"/>
                <a:gd name="connsiteY145" fmla="*/ 104260 h 120595"/>
                <a:gd name="connsiteX146" fmla="*/ 73235 w 208301"/>
                <a:gd name="connsiteY146" fmla="*/ 105466 h 120595"/>
                <a:gd name="connsiteX147" fmla="*/ 74550 w 208301"/>
                <a:gd name="connsiteY147" fmla="*/ 106672 h 120595"/>
                <a:gd name="connsiteX148" fmla="*/ 76085 w 208301"/>
                <a:gd name="connsiteY148" fmla="*/ 107768 h 120595"/>
                <a:gd name="connsiteX149" fmla="*/ 77620 w 208301"/>
                <a:gd name="connsiteY149" fmla="*/ 108755 h 120595"/>
                <a:gd name="connsiteX150" fmla="*/ 79155 w 208301"/>
                <a:gd name="connsiteY150" fmla="*/ 109523 h 120595"/>
                <a:gd name="connsiteX151" fmla="*/ 79483 w 208301"/>
                <a:gd name="connsiteY151" fmla="*/ 109742 h 120595"/>
                <a:gd name="connsiteX152" fmla="*/ 79812 w 208301"/>
                <a:gd name="connsiteY152" fmla="*/ 109961 h 120595"/>
                <a:gd name="connsiteX153" fmla="*/ 80141 w 208301"/>
                <a:gd name="connsiteY153" fmla="*/ 110071 h 120595"/>
                <a:gd name="connsiteX154" fmla="*/ 80361 w 208301"/>
                <a:gd name="connsiteY154" fmla="*/ 110290 h 120595"/>
                <a:gd name="connsiteX155" fmla="*/ 81238 w 208301"/>
                <a:gd name="connsiteY155" fmla="*/ 110838 h 120595"/>
                <a:gd name="connsiteX156" fmla="*/ 81895 w 208301"/>
                <a:gd name="connsiteY156" fmla="*/ 111386 h 120595"/>
                <a:gd name="connsiteX157" fmla="*/ 82663 w 208301"/>
                <a:gd name="connsiteY157" fmla="*/ 111934 h 120595"/>
                <a:gd name="connsiteX158" fmla="*/ 83321 w 208301"/>
                <a:gd name="connsiteY158" fmla="*/ 112482 h 120595"/>
                <a:gd name="connsiteX159" fmla="*/ 83978 w 208301"/>
                <a:gd name="connsiteY159" fmla="*/ 113031 h 120595"/>
                <a:gd name="connsiteX160" fmla="*/ 84636 w 208301"/>
                <a:gd name="connsiteY160" fmla="*/ 113469 h 120595"/>
                <a:gd name="connsiteX161" fmla="*/ 85184 w 208301"/>
                <a:gd name="connsiteY161" fmla="*/ 114017 h 120595"/>
                <a:gd name="connsiteX162" fmla="*/ 85842 w 208301"/>
                <a:gd name="connsiteY162" fmla="*/ 114456 h 120595"/>
                <a:gd name="connsiteX163" fmla="*/ 86500 w 208301"/>
                <a:gd name="connsiteY163" fmla="*/ 115223 h 120595"/>
                <a:gd name="connsiteX164" fmla="*/ 87268 w 208301"/>
                <a:gd name="connsiteY164" fmla="*/ 115881 h 120595"/>
                <a:gd name="connsiteX165" fmla="*/ 88035 w 208301"/>
                <a:gd name="connsiteY165" fmla="*/ 116539 h 120595"/>
                <a:gd name="connsiteX166" fmla="*/ 88802 w 208301"/>
                <a:gd name="connsiteY166" fmla="*/ 117197 h 120595"/>
                <a:gd name="connsiteX167" fmla="*/ 89241 w 208301"/>
                <a:gd name="connsiteY167" fmla="*/ 117525 h 120595"/>
                <a:gd name="connsiteX168" fmla="*/ 89460 w 208301"/>
                <a:gd name="connsiteY168" fmla="*/ 117745 h 120595"/>
                <a:gd name="connsiteX169" fmla="*/ 89679 w 208301"/>
                <a:gd name="connsiteY169" fmla="*/ 117964 h 120595"/>
                <a:gd name="connsiteX170" fmla="*/ 90008 w 208301"/>
                <a:gd name="connsiteY170" fmla="*/ 118184 h 120595"/>
                <a:gd name="connsiteX171" fmla="*/ 90337 w 208301"/>
                <a:gd name="connsiteY171" fmla="*/ 118622 h 120595"/>
                <a:gd name="connsiteX172" fmla="*/ 90666 w 208301"/>
                <a:gd name="connsiteY172" fmla="*/ 118951 h 120595"/>
                <a:gd name="connsiteX173" fmla="*/ 90885 w 208301"/>
                <a:gd name="connsiteY173" fmla="*/ 119389 h 120595"/>
                <a:gd name="connsiteX174" fmla="*/ 92530 w 208301"/>
                <a:gd name="connsiteY174" fmla="*/ 121692 h 120595"/>
                <a:gd name="connsiteX175" fmla="*/ 94065 w 208301"/>
                <a:gd name="connsiteY175" fmla="*/ 123994 h 120595"/>
                <a:gd name="connsiteX176" fmla="*/ 95599 w 208301"/>
                <a:gd name="connsiteY176" fmla="*/ 126296 h 120595"/>
                <a:gd name="connsiteX177" fmla="*/ 97244 w 208301"/>
                <a:gd name="connsiteY177" fmla="*/ 128489 h 120595"/>
                <a:gd name="connsiteX178" fmla="*/ 101629 w 208301"/>
                <a:gd name="connsiteY178" fmla="*/ 129695 h 120595"/>
                <a:gd name="connsiteX179" fmla="*/ 105576 w 208301"/>
                <a:gd name="connsiteY179" fmla="*/ 128379 h 120595"/>
                <a:gd name="connsiteX180" fmla="*/ 109523 w 208301"/>
                <a:gd name="connsiteY180" fmla="*/ 126406 h 120595"/>
                <a:gd name="connsiteX181" fmla="*/ 113798 w 208301"/>
                <a:gd name="connsiteY181" fmla="*/ 125529 h 120595"/>
                <a:gd name="connsiteX182" fmla="*/ 118403 w 208301"/>
                <a:gd name="connsiteY182" fmla="*/ 123775 h 120595"/>
                <a:gd name="connsiteX183" fmla="*/ 122569 w 208301"/>
                <a:gd name="connsiteY183" fmla="*/ 119170 h 120595"/>
                <a:gd name="connsiteX184" fmla="*/ 126406 w 208301"/>
                <a:gd name="connsiteY184" fmla="*/ 113469 h 120595"/>
                <a:gd name="connsiteX185" fmla="*/ 129914 w 208301"/>
                <a:gd name="connsiteY185" fmla="*/ 108426 h 120595"/>
                <a:gd name="connsiteX186" fmla="*/ 131559 w 208301"/>
                <a:gd name="connsiteY186" fmla="*/ 108865 h 120595"/>
                <a:gd name="connsiteX187" fmla="*/ 133313 w 208301"/>
                <a:gd name="connsiteY187" fmla="*/ 109632 h 120595"/>
                <a:gd name="connsiteX188" fmla="*/ 135067 w 208301"/>
                <a:gd name="connsiteY188" fmla="*/ 110399 h 120595"/>
                <a:gd name="connsiteX189" fmla="*/ 136821 w 208301"/>
                <a:gd name="connsiteY189" fmla="*/ 111167 h 120595"/>
                <a:gd name="connsiteX190" fmla="*/ 136821 w 208301"/>
                <a:gd name="connsiteY190" fmla="*/ 111167 h 120595"/>
                <a:gd name="connsiteX191" fmla="*/ 136931 w 208301"/>
                <a:gd name="connsiteY191" fmla="*/ 111167 h 120595"/>
                <a:gd name="connsiteX192" fmla="*/ 137040 w 208301"/>
                <a:gd name="connsiteY192" fmla="*/ 111277 h 120595"/>
                <a:gd name="connsiteX193" fmla="*/ 138685 w 208301"/>
                <a:gd name="connsiteY193" fmla="*/ 111934 h 120595"/>
                <a:gd name="connsiteX194" fmla="*/ 139452 w 208301"/>
                <a:gd name="connsiteY194" fmla="*/ 112373 h 120595"/>
                <a:gd name="connsiteX195" fmla="*/ 140220 w 208301"/>
                <a:gd name="connsiteY195" fmla="*/ 112702 h 120595"/>
                <a:gd name="connsiteX196" fmla="*/ 141426 w 208301"/>
                <a:gd name="connsiteY196" fmla="*/ 113250 h 120595"/>
                <a:gd name="connsiteX197" fmla="*/ 142522 w 208301"/>
                <a:gd name="connsiteY197" fmla="*/ 113689 h 120595"/>
                <a:gd name="connsiteX198" fmla="*/ 143728 w 208301"/>
                <a:gd name="connsiteY198" fmla="*/ 114237 h 120595"/>
                <a:gd name="connsiteX199" fmla="*/ 144824 w 208301"/>
                <a:gd name="connsiteY199" fmla="*/ 114785 h 120595"/>
                <a:gd name="connsiteX200" fmla="*/ 149210 w 208301"/>
                <a:gd name="connsiteY200" fmla="*/ 116977 h 120595"/>
                <a:gd name="connsiteX201" fmla="*/ 153705 w 208301"/>
                <a:gd name="connsiteY201" fmla="*/ 118951 h 120595"/>
                <a:gd name="connsiteX202" fmla="*/ 158200 w 208301"/>
                <a:gd name="connsiteY202" fmla="*/ 119499 h 120595"/>
                <a:gd name="connsiteX203" fmla="*/ 162585 w 208301"/>
                <a:gd name="connsiteY203" fmla="*/ 117306 h 120595"/>
                <a:gd name="connsiteX204" fmla="*/ 164119 w 208301"/>
                <a:gd name="connsiteY204" fmla="*/ 115881 h 120595"/>
                <a:gd name="connsiteX205" fmla="*/ 165764 w 208301"/>
                <a:gd name="connsiteY205" fmla="*/ 114456 h 120595"/>
                <a:gd name="connsiteX206" fmla="*/ 167409 w 208301"/>
                <a:gd name="connsiteY206" fmla="*/ 113031 h 120595"/>
                <a:gd name="connsiteX207" fmla="*/ 168943 w 208301"/>
                <a:gd name="connsiteY207" fmla="*/ 111496 h 120595"/>
                <a:gd name="connsiteX208" fmla="*/ 169930 w 208301"/>
                <a:gd name="connsiteY208" fmla="*/ 107878 h 120595"/>
                <a:gd name="connsiteX209" fmla="*/ 167628 w 208301"/>
                <a:gd name="connsiteY209" fmla="*/ 104480 h 120595"/>
                <a:gd name="connsiteX210" fmla="*/ 164339 w 208301"/>
                <a:gd name="connsiteY210" fmla="*/ 101081 h 120595"/>
                <a:gd name="connsiteX211" fmla="*/ 162585 w 208301"/>
                <a:gd name="connsiteY211" fmla="*/ 97134 h 120595"/>
                <a:gd name="connsiteX212" fmla="*/ 162585 w 208301"/>
                <a:gd name="connsiteY212" fmla="*/ 96915 h 120595"/>
                <a:gd name="connsiteX213" fmla="*/ 162694 w 208301"/>
                <a:gd name="connsiteY213" fmla="*/ 96805 h 120595"/>
                <a:gd name="connsiteX214" fmla="*/ 162694 w 208301"/>
                <a:gd name="connsiteY214" fmla="*/ 96586 h 120595"/>
                <a:gd name="connsiteX215" fmla="*/ 162694 w 208301"/>
                <a:gd name="connsiteY215" fmla="*/ 96367 h 120595"/>
                <a:gd name="connsiteX216" fmla="*/ 163791 w 208301"/>
                <a:gd name="connsiteY216" fmla="*/ 94064 h 120595"/>
                <a:gd name="connsiteX217" fmla="*/ 165764 w 208301"/>
                <a:gd name="connsiteY217" fmla="*/ 92749 h 120595"/>
                <a:gd name="connsiteX218" fmla="*/ 168066 w 208301"/>
                <a:gd name="connsiteY218" fmla="*/ 91872 h 120595"/>
                <a:gd name="connsiteX219" fmla="*/ 170478 w 208301"/>
                <a:gd name="connsiteY219" fmla="*/ 91214 h 120595"/>
                <a:gd name="connsiteX220" fmla="*/ 171136 w 208301"/>
                <a:gd name="connsiteY220" fmla="*/ 89898 h 120595"/>
                <a:gd name="connsiteX221" fmla="*/ 171904 w 208301"/>
                <a:gd name="connsiteY221" fmla="*/ 88802 h 120595"/>
                <a:gd name="connsiteX222" fmla="*/ 172781 w 208301"/>
                <a:gd name="connsiteY222" fmla="*/ 87925 h 120595"/>
                <a:gd name="connsiteX223" fmla="*/ 173767 w 208301"/>
                <a:gd name="connsiteY223" fmla="*/ 87157 h 120595"/>
                <a:gd name="connsiteX224" fmla="*/ 178152 w 208301"/>
                <a:gd name="connsiteY224" fmla="*/ 88802 h 120595"/>
                <a:gd name="connsiteX225" fmla="*/ 183963 w 208301"/>
                <a:gd name="connsiteY225" fmla="*/ 90337 h 120595"/>
                <a:gd name="connsiteX226" fmla="*/ 189554 w 208301"/>
                <a:gd name="connsiteY226" fmla="*/ 90666 h 120595"/>
                <a:gd name="connsiteX227" fmla="*/ 193063 w 208301"/>
                <a:gd name="connsiteY227" fmla="*/ 88473 h 120595"/>
                <a:gd name="connsiteX228" fmla="*/ 193282 w 208301"/>
                <a:gd name="connsiteY228" fmla="*/ 88912 h 120595"/>
                <a:gd name="connsiteX229" fmla="*/ 193501 w 208301"/>
                <a:gd name="connsiteY229" fmla="*/ 89350 h 120595"/>
                <a:gd name="connsiteX230" fmla="*/ 193830 w 208301"/>
                <a:gd name="connsiteY230" fmla="*/ 89679 h 120595"/>
                <a:gd name="connsiteX231" fmla="*/ 194159 w 208301"/>
                <a:gd name="connsiteY231" fmla="*/ 90008 h 120595"/>
                <a:gd name="connsiteX232" fmla="*/ 199202 w 208301"/>
                <a:gd name="connsiteY232" fmla="*/ 93078 h 120595"/>
                <a:gd name="connsiteX233" fmla="*/ 205122 w 208301"/>
                <a:gd name="connsiteY233" fmla="*/ 92858 h 120595"/>
                <a:gd name="connsiteX234" fmla="*/ 210604 w 208301"/>
                <a:gd name="connsiteY234" fmla="*/ 90117 h 120595"/>
                <a:gd name="connsiteX235" fmla="*/ 214550 w 208301"/>
                <a:gd name="connsiteY235" fmla="*/ 85513 h 120595"/>
                <a:gd name="connsiteX236" fmla="*/ 216085 w 208301"/>
                <a:gd name="connsiteY236" fmla="*/ 79922 h 120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</a:cxnLst>
              <a:rect l="l" t="t" r="r" b="b"/>
              <a:pathLst>
                <a:path w="208301" h="120595">
                  <a:moveTo>
                    <a:pt x="214331" y="76194"/>
                  </a:moveTo>
                  <a:lnTo>
                    <a:pt x="210494" y="74440"/>
                  </a:lnTo>
                  <a:lnTo>
                    <a:pt x="205122" y="75098"/>
                  </a:lnTo>
                  <a:lnTo>
                    <a:pt x="202601" y="74221"/>
                  </a:lnTo>
                  <a:lnTo>
                    <a:pt x="200189" y="72796"/>
                  </a:lnTo>
                  <a:lnTo>
                    <a:pt x="197996" y="70932"/>
                  </a:lnTo>
                  <a:lnTo>
                    <a:pt x="196023" y="68849"/>
                  </a:lnTo>
                  <a:lnTo>
                    <a:pt x="193830" y="66327"/>
                  </a:lnTo>
                  <a:lnTo>
                    <a:pt x="191747" y="63696"/>
                  </a:lnTo>
                  <a:lnTo>
                    <a:pt x="189664" y="61175"/>
                  </a:lnTo>
                  <a:lnTo>
                    <a:pt x="187252" y="58872"/>
                  </a:lnTo>
                  <a:lnTo>
                    <a:pt x="183634" y="57118"/>
                  </a:lnTo>
                  <a:lnTo>
                    <a:pt x="180235" y="57009"/>
                  </a:lnTo>
                  <a:lnTo>
                    <a:pt x="176837" y="58215"/>
                  </a:lnTo>
                  <a:lnTo>
                    <a:pt x="173548" y="60407"/>
                  </a:lnTo>
                  <a:lnTo>
                    <a:pt x="170369" y="61284"/>
                  </a:lnTo>
                  <a:lnTo>
                    <a:pt x="168834" y="58763"/>
                  </a:lnTo>
                  <a:lnTo>
                    <a:pt x="167957" y="55035"/>
                  </a:lnTo>
                  <a:lnTo>
                    <a:pt x="166860" y="52404"/>
                  </a:lnTo>
                  <a:lnTo>
                    <a:pt x="164997" y="52075"/>
                  </a:lnTo>
                  <a:lnTo>
                    <a:pt x="163791" y="51088"/>
                  </a:lnTo>
                  <a:lnTo>
                    <a:pt x="163133" y="49773"/>
                  </a:lnTo>
                  <a:lnTo>
                    <a:pt x="163023" y="47799"/>
                  </a:lnTo>
                  <a:lnTo>
                    <a:pt x="163681" y="45607"/>
                  </a:lnTo>
                  <a:lnTo>
                    <a:pt x="165216" y="45278"/>
                  </a:lnTo>
                  <a:lnTo>
                    <a:pt x="167189" y="45388"/>
                  </a:lnTo>
                  <a:lnTo>
                    <a:pt x="169163" y="44511"/>
                  </a:lnTo>
                  <a:lnTo>
                    <a:pt x="170807" y="39029"/>
                  </a:lnTo>
                  <a:lnTo>
                    <a:pt x="164997" y="35850"/>
                  </a:lnTo>
                  <a:lnTo>
                    <a:pt x="156774" y="33657"/>
                  </a:lnTo>
                  <a:lnTo>
                    <a:pt x="151402" y="31464"/>
                  </a:lnTo>
                  <a:lnTo>
                    <a:pt x="148442" y="28724"/>
                  </a:lnTo>
                  <a:lnTo>
                    <a:pt x="146030" y="25763"/>
                  </a:lnTo>
                  <a:lnTo>
                    <a:pt x="143399" y="23023"/>
                  </a:lnTo>
                  <a:lnTo>
                    <a:pt x="139672" y="21268"/>
                  </a:lnTo>
                  <a:lnTo>
                    <a:pt x="136163" y="20720"/>
                  </a:lnTo>
                  <a:lnTo>
                    <a:pt x="132984" y="19734"/>
                  </a:lnTo>
                  <a:lnTo>
                    <a:pt x="131778" y="17870"/>
                  </a:lnTo>
                  <a:lnTo>
                    <a:pt x="134080" y="14362"/>
                  </a:lnTo>
                  <a:lnTo>
                    <a:pt x="134190" y="8113"/>
                  </a:lnTo>
                  <a:lnTo>
                    <a:pt x="131120" y="2631"/>
                  </a:lnTo>
                  <a:lnTo>
                    <a:pt x="127393" y="0"/>
                  </a:lnTo>
                  <a:lnTo>
                    <a:pt x="125419" y="3070"/>
                  </a:lnTo>
                  <a:lnTo>
                    <a:pt x="125639" y="6687"/>
                  </a:lnTo>
                  <a:lnTo>
                    <a:pt x="126187" y="9428"/>
                  </a:lnTo>
                  <a:lnTo>
                    <a:pt x="125419" y="11182"/>
                  </a:lnTo>
                  <a:lnTo>
                    <a:pt x="122240" y="12279"/>
                  </a:lnTo>
                  <a:lnTo>
                    <a:pt x="119609" y="12498"/>
                  </a:lnTo>
                  <a:lnTo>
                    <a:pt x="116978" y="12498"/>
                  </a:lnTo>
                  <a:lnTo>
                    <a:pt x="114237" y="12279"/>
                  </a:lnTo>
                  <a:lnTo>
                    <a:pt x="111606" y="12169"/>
                  </a:lnTo>
                  <a:lnTo>
                    <a:pt x="106453" y="12279"/>
                  </a:lnTo>
                  <a:lnTo>
                    <a:pt x="101848" y="10744"/>
                  </a:lnTo>
                  <a:lnTo>
                    <a:pt x="97353" y="8332"/>
                  </a:lnTo>
                  <a:lnTo>
                    <a:pt x="93078" y="5591"/>
                  </a:lnTo>
                  <a:lnTo>
                    <a:pt x="92201" y="4714"/>
                  </a:lnTo>
                  <a:lnTo>
                    <a:pt x="91653" y="3508"/>
                  </a:lnTo>
                  <a:lnTo>
                    <a:pt x="91104" y="2521"/>
                  </a:lnTo>
                  <a:lnTo>
                    <a:pt x="90118" y="2412"/>
                  </a:lnTo>
                  <a:lnTo>
                    <a:pt x="87158" y="3399"/>
                  </a:lnTo>
                  <a:lnTo>
                    <a:pt x="86390" y="4275"/>
                  </a:lnTo>
                  <a:lnTo>
                    <a:pt x="86281" y="5372"/>
                  </a:lnTo>
                  <a:lnTo>
                    <a:pt x="85404" y="7235"/>
                  </a:lnTo>
                  <a:lnTo>
                    <a:pt x="83759" y="9428"/>
                  </a:lnTo>
                  <a:lnTo>
                    <a:pt x="82005" y="11402"/>
                  </a:lnTo>
                  <a:lnTo>
                    <a:pt x="80361" y="13485"/>
                  </a:lnTo>
                  <a:lnTo>
                    <a:pt x="79045" y="15896"/>
                  </a:lnTo>
                  <a:lnTo>
                    <a:pt x="76962" y="20830"/>
                  </a:lnTo>
                  <a:lnTo>
                    <a:pt x="74550" y="25763"/>
                  </a:lnTo>
                  <a:lnTo>
                    <a:pt x="71590" y="28395"/>
                  </a:lnTo>
                  <a:lnTo>
                    <a:pt x="67534" y="26202"/>
                  </a:lnTo>
                  <a:lnTo>
                    <a:pt x="66766" y="25873"/>
                  </a:lnTo>
                  <a:lnTo>
                    <a:pt x="66218" y="25434"/>
                  </a:lnTo>
                  <a:lnTo>
                    <a:pt x="65560" y="25106"/>
                  </a:lnTo>
                  <a:lnTo>
                    <a:pt x="64902" y="24667"/>
                  </a:lnTo>
                  <a:lnTo>
                    <a:pt x="60846" y="23900"/>
                  </a:lnTo>
                  <a:lnTo>
                    <a:pt x="56570" y="23680"/>
                  </a:lnTo>
                  <a:lnTo>
                    <a:pt x="52514" y="23571"/>
                  </a:lnTo>
                  <a:lnTo>
                    <a:pt x="48677" y="22474"/>
                  </a:lnTo>
                  <a:lnTo>
                    <a:pt x="48129" y="22146"/>
                  </a:lnTo>
                  <a:lnTo>
                    <a:pt x="47690" y="21817"/>
                  </a:lnTo>
                  <a:lnTo>
                    <a:pt x="47142" y="21378"/>
                  </a:lnTo>
                  <a:lnTo>
                    <a:pt x="46703" y="20830"/>
                  </a:lnTo>
                  <a:lnTo>
                    <a:pt x="43743" y="18089"/>
                  </a:lnTo>
                  <a:lnTo>
                    <a:pt x="40893" y="19405"/>
                  </a:lnTo>
                  <a:lnTo>
                    <a:pt x="38042" y="22365"/>
                  </a:lnTo>
                  <a:lnTo>
                    <a:pt x="35411" y="24338"/>
                  </a:lnTo>
                  <a:lnTo>
                    <a:pt x="32232" y="23900"/>
                  </a:lnTo>
                  <a:lnTo>
                    <a:pt x="29491" y="21926"/>
                  </a:lnTo>
                  <a:lnTo>
                    <a:pt x="26970" y="20282"/>
                  </a:lnTo>
                  <a:lnTo>
                    <a:pt x="24229" y="20720"/>
                  </a:lnTo>
                  <a:lnTo>
                    <a:pt x="22036" y="22694"/>
                  </a:lnTo>
                  <a:lnTo>
                    <a:pt x="19734" y="24667"/>
                  </a:lnTo>
                  <a:lnTo>
                    <a:pt x="17431" y="25654"/>
                  </a:lnTo>
                  <a:lnTo>
                    <a:pt x="15239" y="24886"/>
                  </a:lnTo>
                  <a:lnTo>
                    <a:pt x="14252" y="27079"/>
                  </a:lnTo>
                  <a:lnTo>
                    <a:pt x="13266" y="28833"/>
                  </a:lnTo>
                  <a:lnTo>
                    <a:pt x="11950" y="29929"/>
                  </a:lnTo>
                  <a:lnTo>
                    <a:pt x="9867" y="30258"/>
                  </a:lnTo>
                  <a:lnTo>
                    <a:pt x="7346" y="30478"/>
                  </a:lnTo>
                  <a:lnTo>
                    <a:pt x="4934" y="30478"/>
                  </a:lnTo>
                  <a:lnTo>
                    <a:pt x="2522" y="30587"/>
                  </a:lnTo>
                  <a:lnTo>
                    <a:pt x="0" y="30807"/>
                  </a:lnTo>
                  <a:lnTo>
                    <a:pt x="1535" y="37384"/>
                  </a:lnTo>
                  <a:lnTo>
                    <a:pt x="3070" y="41331"/>
                  </a:lnTo>
                  <a:lnTo>
                    <a:pt x="6139" y="43633"/>
                  </a:lnTo>
                  <a:lnTo>
                    <a:pt x="12169" y="45278"/>
                  </a:lnTo>
                  <a:lnTo>
                    <a:pt x="12717" y="47909"/>
                  </a:lnTo>
                  <a:lnTo>
                    <a:pt x="13046" y="50540"/>
                  </a:lnTo>
                  <a:lnTo>
                    <a:pt x="13266" y="53281"/>
                  </a:lnTo>
                  <a:lnTo>
                    <a:pt x="13485" y="55912"/>
                  </a:lnTo>
                  <a:lnTo>
                    <a:pt x="18967" y="57337"/>
                  </a:lnTo>
                  <a:lnTo>
                    <a:pt x="25325" y="59420"/>
                  </a:lnTo>
                  <a:lnTo>
                    <a:pt x="31684" y="60956"/>
                  </a:lnTo>
                  <a:lnTo>
                    <a:pt x="36946" y="60517"/>
                  </a:lnTo>
                  <a:lnTo>
                    <a:pt x="40454" y="58324"/>
                  </a:lnTo>
                  <a:lnTo>
                    <a:pt x="42647" y="57557"/>
                  </a:lnTo>
                  <a:lnTo>
                    <a:pt x="44840" y="58215"/>
                  </a:lnTo>
                  <a:lnTo>
                    <a:pt x="47909" y="60846"/>
                  </a:lnTo>
                  <a:lnTo>
                    <a:pt x="48348" y="61504"/>
                  </a:lnTo>
                  <a:lnTo>
                    <a:pt x="48458" y="62271"/>
                  </a:lnTo>
                  <a:lnTo>
                    <a:pt x="48567" y="63039"/>
                  </a:lnTo>
                  <a:lnTo>
                    <a:pt x="48567" y="63806"/>
                  </a:lnTo>
                  <a:lnTo>
                    <a:pt x="49006" y="66437"/>
                  </a:lnTo>
                  <a:lnTo>
                    <a:pt x="49773" y="68958"/>
                  </a:lnTo>
                  <a:lnTo>
                    <a:pt x="50870" y="71261"/>
                  </a:lnTo>
                  <a:lnTo>
                    <a:pt x="52404" y="73344"/>
                  </a:lnTo>
                  <a:lnTo>
                    <a:pt x="53720" y="75865"/>
                  </a:lnTo>
                  <a:lnTo>
                    <a:pt x="54049" y="78277"/>
                  </a:lnTo>
                  <a:lnTo>
                    <a:pt x="54487" y="80470"/>
                  </a:lnTo>
                  <a:lnTo>
                    <a:pt x="56132" y="82005"/>
                  </a:lnTo>
                  <a:lnTo>
                    <a:pt x="56680" y="82224"/>
                  </a:lnTo>
                  <a:lnTo>
                    <a:pt x="57228" y="82443"/>
                  </a:lnTo>
                  <a:lnTo>
                    <a:pt x="57776" y="82772"/>
                  </a:lnTo>
                  <a:lnTo>
                    <a:pt x="58324" y="82991"/>
                  </a:lnTo>
                  <a:lnTo>
                    <a:pt x="61284" y="85294"/>
                  </a:lnTo>
                  <a:lnTo>
                    <a:pt x="63806" y="87925"/>
                  </a:lnTo>
                  <a:lnTo>
                    <a:pt x="65779" y="90885"/>
                  </a:lnTo>
                  <a:lnTo>
                    <a:pt x="67314" y="94393"/>
                  </a:lnTo>
                  <a:lnTo>
                    <a:pt x="67972" y="95818"/>
                  </a:lnTo>
                  <a:lnTo>
                    <a:pt x="68520" y="97353"/>
                  </a:lnTo>
                  <a:lnTo>
                    <a:pt x="69178" y="98778"/>
                  </a:lnTo>
                  <a:lnTo>
                    <a:pt x="69836" y="100313"/>
                  </a:lnTo>
                  <a:lnTo>
                    <a:pt x="70494" y="101739"/>
                  </a:lnTo>
                  <a:lnTo>
                    <a:pt x="71261" y="103054"/>
                  </a:lnTo>
                  <a:lnTo>
                    <a:pt x="72138" y="104260"/>
                  </a:lnTo>
                  <a:lnTo>
                    <a:pt x="73235" y="105466"/>
                  </a:lnTo>
                  <a:lnTo>
                    <a:pt x="74550" y="106672"/>
                  </a:lnTo>
                  <a:lnTo>
                    <a:pt x="76085" y="107768"/>
                  </a:lnTo>
                  <a:lnTo>
                    <a:pt x="77620" y="108755"/>
                  </a:lnTo>
                  <a:lnTo>
                    <a:pt x="79155" y="109523"/>
                  </a:lnTo>
                  <a:lnTo>
                    <a:pt x="79483" y="109742"/>
                  </a:lnTo>
                  <a:lnTo>
                    <a:pt x="79812" y="109961"/>
                  </a:lnTo>
                  <a:lnTo>
                    <a:pt x="80141" y="110071"/>
                  </a:lnTo>
                  <a:lnTo>
                    <a:pt x="80361" y="110290"/>
                  </a:lnTo>
                  <a:lnTo>
                    <a:pt x="81238" y="110838"/>
                  </a:lnTo>
                  <a:lnTo>
                    <a:pt x="81895" y="111386"/>
                  </a:lnTo>
                  <a:lnTo>
                    <a:pt x="82663" y="111934"/>
                  </a:lnTo>
                  <a:lnTo>
                    <a:pt x="83321" y="112482"/>
                  </a:lnTo>
                  <a:lnTo>
                    <a:pt x="83978" y="113031"/>
                  </a:lnTo>
                  <a:lnTo>
                    <a:pt x="84636" y="113469"/>
                  </a:lnTo>
                  <a:lnTo>
                    <a:pt x="85184" y="114017"/>
                  </a:lnTo>
                  <a:lnTo>
                    <a:pt x="85842" y="114456"/>
                  </a:lnTo>
                  <a:lnTo>
                    <a:pt x="86500" y="115223"/>
                  </a:lnTo>
                  <a:lnTo>
                    <a:pt x="87268" y="115881"/>
                  </a:lnTo>
                  <a:lnTo>
                    <a:pt x="88035" y="116539"/>
                  </a:lnTo>
                  <a:lnTo>
                    <a:pt x="88802" y="117197"/>
                  </a:lnTo>
                  <a:lnTo>
                    <a:pt x="89241" y="117525"/>
                  </a:lnTo>
                  <a:lnTo>
                    <a:pt x="89460" y="117745"/>
                  </a:lnTo>
                  <a:lnTo>
                    <a:pt x="89679" y="117964"/>
                  </a:lnTo>
                  <a:lnTo>
                    <a:pt x="90008" y="118184"/>
                  </a:lnTo>
                  <a:lnTo>
                    <a:pt x="90337" y="118622"/>
                  </a:lnTo>
                  <a:lnTo>
                    <a:pt x="90666" y="118951"/>
                  </a:lnTo>
                  <a:lnTo>
                    <a:pt x="90885" y="119389"/>
                  </a:lnTo>
                  <a:lnTo>
                    <a:pt x="92530" y="121692"/>
                  </a:lnTo>
                  <a:lnTo>
                    <a:pt x="94065" y="123994"/>
                  </a:lnTo>
                  <a:lnTo>
                    <a:pt x="95599" y="126296"/>
                  </a:lnTo>
                  <a:lnTo>
                    <a:pt x="97244" y="128489"/>
                  </a:lnTo>
                  <a:lnTo>
                    <a:pt x="101629" y="129695"/>
                  </a:lnTo>
                  <a:lnTo>
                    <a:pt x="105576" y="128379"/>
                  </a:lnTo>
                  <a:lnTo>
                    <a:pt x="109523" y="126406"/>
                  </a:lnTo>
                  <a:lnTo>
                    <a:pt x="113798" y="125529"/>
                  </a:lnTo>
                  <a:lnTo>
                    <a:pt x="118403" y="123775"/>
                  </a:lnTo>
                  <a:lnTo>
                    <a:pt x="122569" y="119170"/>
                  </a:lnTo>
                  <a:lnTo>
                    <a:pt x="126406" y="113469"/>
                  </a:lnTo>
                  <a:lnTo>
                    <a:pt x="129914" y="108426"/>
                  </a:lnTo>
                  <a:lnTo>
                    <a:pt x="131559" y="108865"/>
                  </a:lnTo>
                  <a:lnTo>
                    <a:pt x="133313" y="109632"/>
                  </a:lnTo>
                  <a:lnTo>
                    <a:pt x="135067" y="110399"/>
                  </a:lnTo>
                  <a:lnTo>
                    <a:pt x="136821" y="111167"/>
                  </a:lnTo>
                  <a:lnTo>
                    <a:pt x="136821" y="111167"/>
                  </a:lnTo>
                  <a:lnTo>
                    <a:pt x="136931" y="111167"/>
                  </a:lnTo>
                  <a:lnTo>
                    <a:pt x="137040" y="111277"/>
                  </a:lnTo>
                  <a:lnTo>
                    <a:pt x="138685" y="111934"/>
                  </a:lnTo>
                  <a:lnTo>
                    <a:pt x="139452" y="112373"/>
                  </a:lnTo>
                  <a:lnTo>
                    <a:pt x="140220" y="112702"/>
                  </a:lnTo>
                  <a:lnTo>
                    <a:pt x="141426" y="113250"/>
                  </a:lnTo>
                  <a:lnTo>
                    <a:pt x="142522" y="113689"/>
                  </a:lnTo>
                  <a:lnTo>
                    <a:pt x="143728" y="114237"/>
                  </a:lnTo>
                  <a:lnTo>
                    <a:pt x="144824" y="114785"/>
                  </a:lnTo>
                  <a:lnTo>
                    <a:pt x="149210" y="116977"/>
                  </a:lnTo>
                  <a:lnTo>
                    <a:pt x="153705" y="118951"/>
                  </a:lnTo>
                  <a:lnTo>
                    <a:pt x="158200" y="119499"/>
                  </a:lnTo>
                  <a:lnTo>
                    <a:pt x="162585" y="117306"/>
                  </a:lnTo>
                  <a:lnTo>
                    <a:pt x="164119" y="115881"/>
                  </a:lnTo>
                  <a:lnTo>
                    <a:pt x="165764" y="114456"/>
                  </a:lnTo>
                  <a:lnTo>
                    <a:pt x="167409" y="113031"/>
                  </a:lnTo>
                  <a:lnTo>
                    <a:pt x="168943" y="111496"/>
                  </a:lnTo>
                  <a:lnTo>
                    <a:pt x="169930" y="107878"/>
                  </a:lnTo>
                  <a:lnTo>
                    <a:pt x="167628" y="104480"/>
                  </a:lnTo>
                  <a:lnTo>
                    <a:pt x="164339" y="101081"/>
                  </a:lnTo>
                  <a:lnTo>
                    <a:pt x="162585" y="97134"/>
                  </a:lnTo>
                  <a:lnTo>
                    <a:pt x="162585" y="96915"/>
                  </a:lnTo>
                  <a:lnTo>
                    <a:pt x="162694" y="96805"/>
                  </a:lnTo>
                  <a:lnTo>
                    <a:pt x="162694" y="96586"/>
                  </a:lnTo>
                  <a:lnTo>
                    <a:pt x="162694" y="96367"/>
                  </a:lnTo>
                  <a:lnTo>
                    <a:pt x="163791" y="94064"/>
                  </a:lnTo>
                  <a:lnTo>
                    <a:pt x="165764" y="92749"/>
                  </a:lnTo>
                  <a:lnTo>
                    <a:pt x="168066" y="91872"/>
                  </a:lnTo>
                  <a:lnTo>
                    <a:pt x="170478" y="91214"/>
                  </a:lnTo>
                  <a:lnTo>
                    <a:pt x="171136" y="89898"/>
                  </a:lnTo>
                  <a:lnTo>
                    <a:pt x="171904" y="88802"/>
                  </a:lnTo>
                  <a:lnTo>
                    <a:pt x="172781" y="87925"/>
                  </a:lnTo>
                  <a:lnTo>
                    <a:pt x="173767" y="87157"/>
                  </a:lnTo>
                  <a:lnTo>
                    <a:pt x="178152" y="88802"/>
                  </a:lnTo>
                  <a:lnTo>
                    <a:pt x="183963" y="90337"/>
                  </a:lnTo>
                  <a:lnTo>
                    <a:pt x="189554" y="90666"/>
                  </a:lnTo>
                  <a:lnTo>
                    <a:pt x="193063" y="88473"/>
                  </a:lnTo>
                  <a:lnTo>
                    <a:pt x="193282" y="88912"/>
                  </a:lnTo>
                  <a:lnTo>
                    <a:pt x="193501" y="89350"/>
                  </a:lnTo>
                  <a:lnTo>
                    <a:pt x="193830" y="89679"/>
                  </a:lnTo>
                  <a:lnTo>
                    <a:pt x="194159" y="90008"/>
                  </a:lnTo>
                  <a:lnTo>
                    <a:pt x="199202" y="93078"/>
                  </a:lnTo>
                  <a:lnTo>
                    <a:pt x="205122" y="92858"/>
                  </a:lnTo>
                  <a:lnTo>
                    <a:pt x="210604" y="90117"/>
                  </a:lnTo>
                  <a:lnTo>
                    <a:pt x="214550" y="85513"/>
                  </a:lnTo>
                  <a:lnTo>
                    <a:pt x="216085" y="79922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9684EDD4-FECB-9F13-8CB2-8C3C9E1A345D}"/>
                </a:ext>
              </a:extLst>
            </p:cNvPr>
            <p:cNvSpPr/>
            <p:nvPr/>
          </p:nvSpPr>
          <p:spPr>
            <a:xfrm>
              <a:off x="9105294" y="3135735"/>
              <a:ext cx="581051" cy="1173065"/>
            </a:xfrm>
            <a:custGeom>
              <a:avLst/>
              <a:gdLst>
                <a:gd name="connsiteX0" fmla="*/ 589273 w 581050"/>
                <a:gd name="connsiteY0" fmla="*/ 375161 h 1173064"/>
                <a:gd name="connsiteX1" fmla="*/ 576337 w 581050"/>
                <a:gd name="connsiteY1" fmla="*/ 376258 h 1173064"/>
                <a:gd name="connsiteX2" fmla="*/ 566909 w 581050"/>
                <a:gd name="connsiteY2" fmla="*/ 375600 h 1173064"/>
                <a:gd name="connsiteX3" fmla="*/ 564277 w 581050"/>
                <a:gd name="connsiteY3" fmla="*/ 376258 h 1173064"/>
                <a:gd name="connsiteX4" fmla="*/ 563729 w 581050"/>
                <a:gd name="connsiteY4" fmla="*/ 379766 h 1173064"/>
                <a:gd name="connsiteX5" fmla="*/ 560111 w 581050"/>
                <a:gd name="connsiteY5" fmla="*/ 383165 h 1173064"/>
                <a:gd name="connsiteX6" fmla="*/ 555507 w 581050"/>
                <a:gd name="connsiteY6" fmla="*/ 384590 h 1173064"/>
                <a:gd name="connsiteX7" fmla="*/ 552108 w 581050"/>
                <a:gd name="connsiteY7" fmla="*/ 382178 h 1173064"/>
                <a:gd name="connsiteX8" fmla="*/ 547613 w 581050"/>
                <a:gd name="connsiteY8" fmla="*/ 385467 h 1173064"/>
                <a:gd name="connsiteX9" fmla="*/ 546846 w 581050"/>
                <a:gd name="connsiteY9" fmla="*/ 386673 h 1173064"/>
                <a:gd name="connsiteX10" fmla="*/ 547394 w 581050"/>
                <a:gd name="connsiteY10" fmla="*/ 390620 h 1173064"/>
                <a:gd name="connsiteX11" fmla="*/ 548819 w 581050"/>
                <a:gd name="connsiteY11" fmla="*/ 395553 h 1173064"/>
                <a:gd name="connsiteX12" fmla="*/ 548710 w 581050"/>
                <a:gd name="connsiteY12" fmla="*/ 399829 h 1173064"/>
                <a:gd name="connsiteX13" fmla="*/ 544763 w 581050"/>
                <a:gd name="connsiteY13" fmla="*/ 401693 h 1173064"/>
                <a:gd name="connsiteX14" fmla="*/ 542789 w 581050"/>
                <a:gd name="connsiteY14" fmla="*/ 401035 h 1173064"/>
                <a:gd name="connsiteX15" fmla="*/ 542022 w 581050"/>
                <a:gd name="connsiteY15" fmla="*/ 399610 h 1173064"/>
                <a:gd name="connsiteX16" fmla="*/ 541474 w 581050"/>
                <a:gd name="connsiteY16" fmla="*/ 397965 h 1173064"/>
                <a:gd name="connsiteX17" fmla="*/ 540158 w 581050"/>
                <a:gd name="connsiteY17" fmla="*/ 396869 h 1173064"/>
                <a:gd name="connsiteX18" fmla="*/ 538623 w 581050"/>
                <a:gd name="connsiteY18" fmla="*/ 396869 h 1173064"/>
                <a:gd name="connsiteX19" fmla="*/ 538294 w 581050"/>
                <a:gd name="connsiteY19" fmla="*/ 397855 h 1173064"/>
                <a:gd name="connsiteX20" fmla="*/ 538185 w 581050"/>
                <a:gd name="connsiteY20" fmla="*/ 399171 h 1173064"/>
                <a:gd name="connsiteX21" fmla="*/ 537308 w 581050"/>
                <a:gd name="connsiteY21" fmla="*/ 399938 h 1173064"/>
                <a:gd name="connsiteX22" fmla="*/ 533142 w 581050"/>
                <a:gd name="connsiteY22" fmla="*/ 399171 h 1173064"/>
                <a:gd name="connsiteX23" fmla="*/ 531168 w 581050"/>
                <a:gd name="connsiteY23" fmla="*/ 395992 h 1173064"/>
                <a:gd name="connsiteX24" fmla="*/ 530072 w 581050"/>
                <a:gd name="connsiteY24" fmla="*/ 392593 h 1173064"/>
                <a:gd name="connsiteX25" fmla="*/ 528647 w 581050"/>
                <a:gd name="connsiteY25" fmla="*/ 390949 h 1173064"/>
                <a:gd name="connsiteX26" fmla="*/ 524481 w 581050"/>
                <a:gd name="connsiteY26" fmla="*/ 390839 h 1173064"/>
                <a:gd name="connsiteX27" fmla="*/ 521192 w 581050"/>
                <a:gd name="connsiteY27" fmla="*/ 390181 h 1173064"/>
                <a:gd name="connsiteX28" fmla="*/ 518012 w 581050"/>
                <a:gd name="connsiteY28" fmla="*/ 388866 h 1173064"/>
                <a:gd name="connsiteX29" fmla="*/ 514504 w 581050"/>
                <a:gd name="connsiteY29" fmla="*/ 386454 h 1173064"/>
                <a:gd name="connsiteX30" fmla="*/ 505624 w 581050"/>
                <a:gd name="connsiteY30" fmla="*/ 377354 h 1173064"/>
                <a:gd name="connsiteX31" fmla="*/ 499923 w 581050"/>
                <a:gd name="connsiteY31" fmla="*/ 374833 h 1173064"/>
                <a:gd name="connsiteX32" fmla="*/ 497840 w 581050"/>
                <a:gd name="connsiteY32" fmla="*/ 371873 h 1173064"/>
                <a:gd name="connsiteX33" fmla="*/ 496196 w 581050"/>
                <a:gd name="connsiteY33" fmla="*/ 368364 h 1173064"/>
                <a:gd name="connsiteX34" fmla="*/ 494332 w 581050"/>
                <a:gd name="connsiteY34" fmla="*/ 365514 h 1173064"/>
                <a:gd name="connsiteX35" fmla="*/ 490604 w 581050"/>
                <a:gd name="connsiteY35" fmla="*/ 362554 h 1173064"/>
                <a:gd name="connsiteX36" fmla="*/ 486987 w 581050"/>
                <a:gd name="connsiteY36" fmla="*/ 360800 h 1173064"/>
                <a:gd name="connsiteX37" fmla="*/ 483040 w 581050"/>
                <a:gd name="connsiteY37" fmla="*/ 359923 h 1173064"/>
                <a:gd name="connsiteX38" fmla="*/ 465828 w 581050"/>
                <a:gd name="connsiteY38" fmla="*/ 358826 h 1173064"/>
                <a:gd name="connsiteX39" fmla="*/ 463196 w 581050"/>
                <a:gd name="connsiteY39" fmla="*/ 358059 h 1173064"/>
                <a:gd name="connsiteX40" fmla="*/ 462758 w 581050"/>
                <a:gd name="connsiteY40" fmla="*/ 354660 h 1173064"/>
                <a:gd name="connsiteX41" fmla="*/ 458921 w 581050"/>
                <a:gd name="connsiteY41" fmla="*/ 353564 h 1173064"/>
                <a:gd name="connsiteX42" fmla="*/ 443901 w 581050"/>
                <a:gd name="connsiteY42" fmla="*/ 353564 h 1173064"/>
                <a:gd name="connsiteX43" fmla="*/ 431403 w 581050"/>
                <a:gd name="connsiteY43" fmla="*/ 355099 h 1173064"/>
                <a:gd name="connsiteX44" fmla="*/ 420111 w 581050"/>
                <a:gd name="connsiteY44" fmla="*/ 353454 h 1173064"/>
                <a:gd name="connsiteX45" fmla="*/ 417370 w 581050"/>
                <a:gd name="connsiteY45" fmla="*/ 353564 h 1173064"/>
                <a:gd name="connsiteX46" fmla="*/ 411231 w 581050"/>
                <a:gd name="connsiteY46" fmla="*/ 356853 h 1173064"/>
                <a:gd name="connsiteX47" fmla="*/ 407065 w 581050"/>
                <a:gd name="connsiteY47" fmla="*/ 358278 h 1173064"/>
                <a:gd name="connsiteX48" fmla="*/ 405201 w 581050"/>
                <a:gd name="connsiteY48" fmla="*/ 357292 h 1173064"/>
                <a:gd name="connsiteX49" fmla="*/ 403556 w 581050"/>
                <a:gd name="connsiteY49" fmla="*/ 352029 h 1173064"/>
                <a:gd name="connsiteX50" fmla="*/ 399610 w 581050"/>
                <a:gd name="connsiteY50" fmla="*/ 351152 h 1173064"/>
                <a:gd name="connsiteX51" fmla="*/ 390291 w 581050"/>
                <a:gd name="connsiteY51" fmla="*/ 353564 h 1173064"/>
                <a:gd name="connsiteX52" fmla="*/ 383384 w 581050"/>
                <a:gd name="connsiteY52" fmla="*/ 353235 h 1173064"/>
                <a:gd name="connsiteX53" fmla="*/ 375929 w 581050"/>
                <a:gd name="connsiteY53" fmla="*/ 351042 h 1173064"/>
                <a:gd name="connsiteX54" fmla="*/ 360581 w 581050"/>
                <a:gd name="connsiteY54" fmla="*/ 343149 h 1173064"/>
                <a:gd name="connsiteX55" fmla="*/ 358717 w 581050"/>
                <a:gd name="connsiteY55" fmla="*/ 341066 h 1173064"/>
                <a:gd name="connsiteX56" fmla="*/ 354112 w 581050"/>
                <a:gd name="connsiteY56" fmla="*/ 334049 h 1173064"/>
                <a:gd name="connsiteX57" fmla="*/ 352906 w 581050"/>
                <a:gd name="connsiteY57" fmla="*/ 332515 h 1173064"/>
                <a:gd name="connsiteX58" fmla="*/ 347644 w 581050"/>
                <a:gd name="connsiteY58" fmla="*/ 332405 h 1173064"/>
                <a:gd name="connsiteX59" fmla="*/ 345342 w 581050"/>
                <a:gd name="connsiteY59" fmla="*/ 331637 h 1173064"/>
                <a:gd name="connsiteX60" fmla="*/ 345342 w 581050"/>
                <a:gd name="connsiteY60" fmla="*/ 329445 h 1173064"/>
                <a:gd name="connsiteX61" fmla="*/ 346877 w 581050"/>
                <a:gd name="connsiteY61" fmla="*/ 324950 h 1173064"/>
                <a:gd name="connsiteX62" fmla="*/ 341395 w 581050"/>
                <a:gd name="connsiteY62" fmla="*/ 323415 h 1173064"/>
                <a:gd name="connsiteX63" fmla="*/ 335146 w 581050"/>
                <a:gd name="connsiteY63" fmla="*/ 319797 h 1173064"/>
                <a:gd name="connsiteX64" fmla="*/ 329664 w 581050"/>
                <a:gd name="connsiteY64" fmla="*/ 318043 h 1173064"/>
                <a:gd name="connsiteX65" fmla="*/ 326485 w 581050"/>
                <a:gd name="connsiteY65" fmla="*/ 321990 h 1173064"/>
                <a:gd name="connsiteX66" fmla="*/ 322429 w 581050"/>
                <a:gd name="connsiteY66" fmla="*/ 316947 h 1173064"/>
                <a:gd name="connsiteX67" fmla="*/ 316837 w 581050"/>
                <a:gd name="connsiteY67" fmla="*/ 314645 h 1173064"/>
                <a:gd name="connsiteX68" fmla="*/ 310698 w 581050"/>
                <a:gd name="connsiteY68" fmla="*/ 313000 h 1173064"/>
                <a:gd name="connsiteX69" fmla="*/ 304997 w 581050"/>
                <a:gd name="connsiteY69" fmla="*/ 309930 h 1173064"/>
                <a:gd name="connsiteX70" fmla="*/ 293376 w 581050"/>
                <a:gd name="connsiteY70" fmla="*/ 314425 h 1173064"/>
                <a:gd name="connsiteX71" fmla="*/ 290745 w 581050"/>
                <a:gd name="connsiteY71" fmla="*/ 313877 h 1173064"/>
                <a:gd name="connsiteX72" fmla="*/ 288552 w 581050"/>
                <a:gd name="connsiteY72" fmla="*/ 312452 h 1173064"/>
                <a:gd name="connsiteX73" fmla="*/ 284496 w 581050"/>
                <a:gd name="connsiteY73" fmla="*/ 308505 h 1173064"/>
                <a:gd name="connsiteX74" fmla="*/ 282961 w 581050"/>
                <a:gd name="connsiteY74" fmla="*/ 308067 h 1173064"/>
                <a:gd name="connsiteX75" fmla="*/ 281207 w 581050"/>
                <a:gd name="connsiteY75" fmla="*/ 307847 h 1173064"/>
                <a:gd name="connsiteX76" fmla="*/ 280768 w 581050"/>
                <a:gd name="connsiteY76" fmla="*/ 306751 h 1173064"/>
                <a:gd name="connsiteX77" fmla="*/ 283290 w 581050"/>
                <a:gd name="connsiteY77" fmla="*/ 303791 h 1173064"/>
                <a:gd name="connsiteX78" fmla="*/ 281316 w 581050"/>
                <a:gd name="connsiteY78" fmla="*/ 301818 h 1173064"/>
                <a:gd name="connsiteX79" fmla="*/ 279014 w 581050"/>
                <a:gd name="connsiteY79" fmla="*/ 300941 h 1173064"/>
                <a:gd name="connsiteX80" fmla="*/ 276383 w 581050"/>
                <a:gd name="connsiteY80" fmla="*/ 300721 h 1173064"/>
                <a:gd name="connsiteX81" fmla="*/ 273642 w 581050"/>
                <a:gd name="connsiteY81" fmla="*/ 300941 h 1173064"/>
                <a:gd name="connsiteX82" fmla="*/ 274410 w 581050"/>
                <a:gd name="connsiteY82" fmla="*/ 297213 h 1173064"/>
                <a:gd name="connsiteX83" fmla="*/ 272326 w 581050"/>
                <a:gd name="connsiteY83" fmla="*/ 294582 h 1173064"/>
                <a:gd name="connsiteX84" fmla="*/ 265529 w 581050"/>
                <a:gd name="connsiteY84" fmla="*/ 290306 h 1173064"/>
                <a:gd name="connsiteX85" fmla="*/ 262569 w 581050"/>
                <a:gd name="connsiteY85" fmla="*/ 286688 h 1173064"/>
                <a:gd name="connsiteX86" fmla="*/ 261473 w 581050"/>
                <a:gd name="connsiteY86" fmla="*/ 285811 h 1173064"/>
                <a:gd name="connsiteX87" fmla="*/ 259719 w 581050"/>
                <a:gd name="connsiteY87" fmla="*/ 285702 h 1173064"/>
                <a:gd name="connsiteX88" fmla="*/ 258294 w 581050"/>
                <a:gd name="connsiteY88" fmla="*/ 286579 h 1173064"/>
                <a:gd name="connsiteX89" fmla="*/ 256759 w 581050"/>
                <a:gd name="connsiteY89" fmla="*/ 287017 h 1173064"/>
                <a:gd name="connsiteX90" fmla="*/ 254566 w 581050"/>
                <a:gd name="connsiteY90" fmla="*/ 285811 h 1173064"/>
                <a:gd name="connsiteX91" fmla="*/ 253360 w 581050"/>
                <a:gd name="connsiteY91" fmla="*/ 287237 h 1173064"/>
                <a:gd name="connsiteX92" fmla="*/ 251716 w 581050"/>
                <a:gd name="connsiteY92" fmla="*/ 287675 h 1173064"/>
                <a:gd name="connsiteX93" fmla="*/ 249852 w 581050"/>
                <a:gd name="connsiteY93" fmla="*/ 287237 h 1173064"/>
                <a:gd name="connsiteX94" fmla="*/ 247988 w 581050"/>
                <a:gd name="connsiteY94" fmla="*/ 285921 h 1173064"/>
                <a:gd name="connsiteX95" fmla="*/ 243493 w 581050"/>
                <a:gd name="connsiteY95" fmla="*/ 286908 h 1173064"/>
                <a:gd name="connsiteX96" fmla="*/ 236258 w 581050"/>
                <a:gd name="connsiteY96" fmla="*/ 281536 h 1173064"/>
                <a:gd name="connsiteX97" fmla="*/ 233188 w 581050"/>
                <a:gd name="connsiteY97" fmla="*/ 284605 h 1173064"/>
                <a:gd name="connsiteX98" fmla="*/ 231434 w 581050"/>
                <a:gd name="connsiteY98" fmla="*/ 281207 h 1173064"/>
                <a:gd name="connsiteX99" fmla="*/ 229680 w 581050"/>
                <a:gd name="connsiteY99" fmla="*/ 280001 h 1173064"/>
                <a:gd name="connsiteX100" fmla="*/ 224966 w 581050"/>
                <a:gd name="connsiteY100" fmla="*/ 279891 h 1173064"/>
                <a:gd name="connsiteX101" fmla="*/ 221567 w 581050"/>
                <a:gd name="connsiteY101" fmla="*/ 281207 h 1173064"/>
                <a:gd name="connsiteX102" fmla="*/ 220251 w 581050"/>
                <a:gd name="connsiteY102" fmla="*/ 281426 h 1173064"/>
                <a:gd name="connsiteX103" fmla="*/ 219045 w 581050"/>
                <a:gd name="connsiteY103" fmla="*/ 280987 h 1173064"/>
                <a:gd name="connsiteX104" fmla="*/ 217730 w 581050"/>
                <a:gd name="connsiteY104" fmla="*/ 279014 h 1173064"/>
                <a:gd name="connsiteX105" fmla="*/ 216743 w 581050"/>
                <a:gd name="connsiteY105" fmla="*/ 278356 h 1173064"/>
                <a:gd name="connsiteX106" fmla="*/ 212796 w 581050"/>
                <a:gd name="connsiteY106" fmla="*/ 278247 h 1173064"/>
                <a:gd name="connsiteX107" fmla="*/ 209069 w 581050"/>
                <a:gd name="connsiteY107" fmla="*/ 278685 h 1173064"/>
                <a:gd name="connsiteX108" fmla="*/ 205341 w 581050"/>
                <a:gd name="connsiteY108" fmla="*/ 278027 h 1173064"/>
                <a:gd name="connsiteX109" fmla="*/ 201175 w 581050"/>
                <a:gd name="connsiteY109" fmla="*/ 274629 h 1173064"/>
                <a:gd name="connsiteX110" fmla="*/ 200737 w 581050"/>
                <a:gd name="connsiteY110" fmla="*/ 272217 h 1173064"/>
                <a:gd name="connsiteX111" fmla="*/ 202052 w 581050"/>
                <a:gd name="connsiteY111" fmla="*/ 269476 h 1173064"/>
                <a:gd name="connsiteX112" fmla="*/ 203806 w 581050"/>
                <a:gd name="connsiteY112" fmla="*/ 266626 h 1173064"/>
                <a:gd name="connsiteX113" fmla="*/ 204684 w 581050"/>
                <a:gd name="connsiteY113" fmla="*/ 264104 h 1173064"/>
                <a:gd name="connsiteX114" fmla="*/ 204245 w 581050"/>
                <a:gd name="connsiteY114" fmla="*/ 261254 h 1173064"/>
                <a:gd name="connsiteX115" fmla="*/ 201943 w 581050"/>
                <a:gd name="connsiteY115" fmla="*/ 255114 h 1173064"/>
                <a:gd name="connsiteX116" fmla="*/ 199531 w 581050"/>
                <a:gd name="connsiteY116" fmla="*/ 252154 h 1173064"/>
                <a:gd name="connsiteX117" fmla="*/ 194488 w 581050"/>
                <a:gd name="connsiteY117" fmla="*/ 250839 h 1173064"/>
                <a:gd name="connsiteX118" fmla="*/ 189773 w 581050"/>
                <a:gd name="connsiteY118" fmla="*/ 248865 h 1173064"/>
                <a:gd name="connsiteX119" fmla="*/ 188458 w 581050"/>
                <a:gd name="connsiteY119" fmla="*/ 243713 h 1173064"/>
                <a:gd name="connsiteX120" fmla="*/ 187033 w 581050"/>
                <a:gd name="connsiteY120" fmla="*/ 232859 h 1173064"/>
                <a:gd name="connsiteX121" fmla="*/ 186485 w 581050"/>
                <a:gd name="connsiteY121" fmla="*/ 229351 h 1173064"/>
                <a:gd name="connsiteX122" fmla="*/ 178591 w 581050"/>
                <a:gd name="connsiteY122" fmla="*/ 206109 h 1173064"/>
                <a:gd name="connsiteX123" fmla="*/ 176069 w 581050"/>
                <a:gd name="connsiteY123" fmla="*/ 195584 h 1173064"/>
                <a:gd name="connsiteX124" fmla="*/ 173219 w 581050"/>
                <a:gd name="connsiteY124" fmla="*/ 186046 h 1173064"/>
                <a:gd name="connsiteX125" fmla="*/ 170369 w 581050"/>
                <a:gd name="connsiteY125" fmla="*/ 182318 h 1173064"/>
                <a:gd name="connsiteX126" fmla="*/ 167080 w 581050"/>
                <a:gd name="connsiteY126" fmla="*/ 178920 h 1173064"/>
                <a:gd name="connsiteX127" fmla="*/ 164229 w 581050"/>
                <a:gd name="connsiteY127" fmla="*/ 175302 h 1173064"/>
                <a:gd name="connsiteX128" fmla="*/ 157870 w 581050"/>
                <a:gd name="connsiteY128" fmla="*/ 167518 h 1173064"/>
                <a:gd name="connsiteX129" fmla="*/ 155678 w 581050"/>
                <a:gd name="connsiteY129" fmla="*/ 164558 h 1173064"/>
                <a:gd name="connsiteX130" fmla="*/ 147784 w 581050"/>
                <a:gd name="connsiteY130" fmla="*/ 158199 h 1173064"/>
                <a:gd name="connsiteX131" fmla="*/ 145921 w 581050"/>
                <a:gd name="connsiteY131" fmla="*/ 156336 h 1173064"/>
                <a:gd name="connsiteX132" fmla="*/ 145044 w 581050"/>
                <a:gd name="connsiteY132" fmla="*/ 153924 h 1173064"/>
                <a:gd name="connsiteX133" fmla="*/ 145044 w 581050"/>
                <a:gd name="connsiteY133" fmla="*/ 149429 h 1173064"/>
                <a:gd name="connsiteX134" fmla="*/ 144495 w 581050"/>
                <a:gd name="connsiteY134" fmla="*/ 147017 h 1173064"/>
                <a:gd name="connsiteX135" fmla="*/ 143180 w 581050"/>
                <a:gd name="connsiteY135" fmla="*/ 145263 h 1173064"/>
                <a:gd name="connsiteX136" fmla="*/ 141645 w 581050"/>
                <a:gd name="connsiteY136" fmla="*/ 144824 h 1173064"/>
                <a:gd name="connsiteX137" fmla="*/ 139891 w 581050"/>
                <a:gd name="connsiteY137" fmla="*/ 144715 h 1173064"/>
                <a:gd name="connsiteX138" fmla="*/ 138246 w 581050"/>
                <a:gd name="connsiteY138" fmla="*/ 144057 h 1173064"/>
                <a:gd name="connsiteX139" fmla="*/ 135286 w 581050"/>
                <a:gd name="connsiteY139" fmla="*/ 141645 h 1173064"/>
                <a:gd name="connsiteX140" fmla="*/ 134519 w 581050"/>
                <a:gd name="connsiteY140" fmla="*/ 140439 h 1173064"/>
                <a:gd name="connsiteX141" fmla="*/ 131011 w 581050"/>
                <a:gd name="connsiteY141" fmla="*/ 135505 h 1173064"/>
                <a:gd name="connsiteX142" fmla="*/ 134848 w 581050"/>
                <a:gd name="connsiteY142" fmla="*/ 128270 h 1173064"/>
                <a:gd name="connsiteX143" fmla="*/ 135396 w 581050"/>
                <a:gd name="connsiteY143" fmla="*/ 126296 h 1173064"/>
                <a:gd name="connsiteX144" fmla="*/ 134957 w 581050"/>
                <a:gd name="connsiteY144" fmla="*/ 124323 h 1173064"/>
                <a:gd name="connsiteX145" fmla="*/ 134080 w 581050"/>
                <a:gd name="connsiteY145" fmla="*/ 122679 h 1173064"/>
                <a:gd name="connsiteX146" fmla="*/ 133203 w 581050"/>
                <a:gd name="connsiteY146" fmla="*/ 121363 h 1173064"/>
                <a:gd name="connsiteX147" fmla="*/ 132765 w 581050"/>
                <a:gd name="connsiteY147" fmla="*/ 120376 h 1173064"/>
                <a:gd name="connsiteX148" fmla="*/ 133203 w 581050"/>
                <a:gd name="connsiteY148" fmla="*/ 115991 h 1173064"/>
                <a:gd name="connsiteX149" fmla="*/ 136054 w 581050"/>
                <a:gd name="connsiteY149" fmla="*/ 106453 h 1173064"/>
                <a:gd name="connsiteX150" fmla="*/ 136821 w 581050"/>
                <a:gd name="connsiteY150" fmla="*/ 102177 h 1173064"/>
                <a:gd name="connsiteX151" fmla="*/ 136383 w 581050"/>
                <a:gd name="connsiteY151" fmla="*/ 97902 h 1173064"/>
                <a:gd name="connsiteX152" fmla="*/ 135067 w 581050"/>
                <a:gd name="connsiteY152" fmla="*/ 93955 h 1173064"/>
                <a:gd name="connsiteX153" fmla="*/ 132874 w 581050"/>
                <a:gd name="connsiteY153" fmla="*/ 90337 h 1173064"/>
                <a:gd name="connsiteX154" fmla="*/ 130024 w 581050"/>
                <a:gd name="connsiteY154" fmla="*/ 86938 h 1173064"/>
                <a:gd name="connsiteX155" fmla="*/ 129476 w 581050"/>
                <a:gd name="connsiteY155" fmla="*/ 86609 h 1173064"/>
                <a:gd name="connsiteX156" fmla="*/ 127173 w 581050"/>
                <a:gd name="connsiteY156" fmla="*/ 85513 h 1173064"/>
                <a:gd name="connsiteX157" fmla="*/ 126735 w 581050"/>
                <a:gd name="connsiteY157" fmla="*/ 84746 h 1173064"/>
                <a:gd name="connsiteX158" fmla="*/ 126297 w 581050"/>
                <a:gd name="connsiteY158" fmla="*/ 82992 h 1173064"/>
                <a:gd name="connsiteX159" fmla="*/ 125968 w 581050"/>
                <a:gd name="connsiteY159" fmla="*/ 82334 h 1173064"/>
                <a:gd name="connsiteX160" fmla="*/ 124652 w 581050"/>
                <a:gd name="connsiteY160" fmla="*/ 81566 h 1173064"/>
                <a:gd name="connsiteX161" fmla="*/ 119061 w 581050"/>
                <a:gd name="connsiteY161" fmla="*/ 79374 h 1173064"/>
                <a:gd name="connsiteX162" fmla="*/ 120376 w 581050"/>
                <a:gd name="connsiteY162" fmla="*/ 77071 h 1173064"/>
                <a:gd name="connsiteX163" fmla="*/ 123775 w 581050"/>
                <a:gd name="connsiteY163" fmla="*/ 73344 h 1173064"/>
                <a:gd name="connsiteX164" fmla="*/ 124433 w 581050"/>
                <a:gd name="connsiteY164" fmla="*/ 71261 h 1173064"/>
                <a:gd name="connsiteX165" fmla="*/ 124652 w 581050"/>
                <a:gd name="connsiteY165" fmla="*/ 68959 h 1173064"/>
                <a:gd name="connsiteX166" fmla="*/ 125639 w 581050"/>
                <a:gd name="connsiteY166" fmla="*/ 66108 h 1173064"/>
                <a:gd name="connsiteX167" fmla="*/ 126297 w 581050"/>
                <a:gd name="connsiteY167" fmla="*/ 61723 h 1173064"/>
                <a:gd name="connsiteX168" fmla="*/ 128050 w 581050"/>
                <a:gd name="connsiteY168" fmla="*/ 56680 h 1173064"/>
                <a:gd name="connsiteX169" fmla="*/ 128599 w 581050"/>
                <a:gd name="connsiteY169" fmla="*/ 54049 h 1173064"/>
                <a:gd name="connsiteX170" fmla="*/ 128489 w 581050"/>
                <a:gd name="connsiteY170" fmla="*/ 45826 h 1173064"/>
                <a:gd name="connsiteX171" fmla="*/ 128599 w 581050"/>
                <a:gd name="connsiteY171" fmla="*/ 44840 h 1173064"/>
                <a:gd name="connsiteX172" fmla="*/ 127941 w 581050"/>
                <a:gd name="connsiteY172" fmla="*/ 41660 h 1173064"/>
                <a:gd name="connsiteX173" fmla="*/ 127173 w 581050"/>
                <a:gd name="connsiteY173" fmla="*/ 39796 h 1173064"/>
                <a:gd name="connsiteX174" fmla="*/ 125639 w 581050"/>
                <a:gd name="connsiteY174" fmla="*/ 38919 h 1173064"/>
                <a:gd name="connsiteX175" fmla="*/ 122569 w 581050"/>
                <a:gd name="connsiteY175" fmla="*/ 38700 h 1173064"/>
                <a:gd name="connsiteX176" fmla="*/ 121473 w 581050"/>
                <a:gd name="connsiteY176" fmla="*/ 37714 h 1173064"/>
                <a:gd name="connsiteX177" fmla="*/ 121363 w 581050"/>
                <a:gd name="connsiteY177" fmla="*/ 35411 h 1173064"/>
                <a:gd name="connsiteX178" fmla="*/ 121911 w 581050"/>
                <a:gd name="connsiteY178" fmla="*/ 30368 h 1173064"/>
                <a:gd name="connsiteX179" fmla="*/ 121911 w 581050"/>
                <a:gd name="connsiteY179" fmla="*/ 21488 h 1173064"/>
                <a:gd name="connsiteX180" fmla="*/ 120376 w 581050"/>
                <a:gd name="connsiteY180" fmla="*/ 18199 h 1173064"/>
                <a:gd name="connsiteX181" fmla="*/ 116429 w 581050"/>
                <a:gd name="connsiteY181" fmla="*/ 14581 h 1173064"/>
                <a:gd name="connsiteX182" fmla="*/ 112483 w 581050"/>
                <a:gd name="connsiteY182" fmla="*/ 12608 h 1173064"/>
                <a:gd name="connsiteX183" fmla="*/ 109084 w 581050"/>
                <a:gd name="connsiteY183" fmla="*/ 11511 h 1173064"/>
                <a:gd name="connsiteX184" fmla="*/ 107878 w 581050"/>
                <a:gd name="connsiteY184" fmla="*/ 10525 h 1173064"/>
                <a:gd name="connsiteX185" fmla="*/ 105466 w 581050"/>
                <a:gd name="connsiteY185" fmla="*/ 6249 h 1173064"/>
                <a:gd name="connsiteX186" fmla="*/ 103493 w 581050"/>
                <a:gd name="connsiteY186" fmla="*/ 5262 h 1173064"/>
                <a:gd name="connsiteX187" fmla="*/ 101081 w 581050"/>
                <a:gd name="connsiteY187" fmla="*/ 5920 h 1173064"/>
                <a:gd name="connsiteX188" fmla="*/ 96915 w 581050"/>
                <a:gd name="connsiteY188" fmla="*/ 8222 h 1173064"/>
                <a:gd name="connsiteX189" fmla="*/ 94722 w 581050"/>
                <a:gd name="connsiteY189" fmla="*/ 8332 h 1173064"/>
                <a:gd name="connsiteX190" fmla="*/ 93955 w 581050"/>
                <a:gd name="connsiteY190" fmla="*/ 7455 h 1173064"/>
                <a:gd name="connsiteX191" fmla="*/ 91982 w 581050"/>
                <a:gd name="connsiteY191" fmla="*/ 3618 h 1173064"/>
                <a:gd name="connsiteX192" fmla="*/ 90775 w 581050"/>
                <a:gd name="connsiteY192" fmla="*/ 2412 h 1173064"/>
                <a:gd name="connsiteX193" fmla="*/ 83759 w 581050"/>
                <a:gd name="connsiteY193" fmla="*/ 2412 h 1173064"/>
                <a:gd name="connsiteX194" fmla="*/ 82663 w 581050"/>
                <a:gd name="connsiteY194" fmla="*/ 1535 h 1173064"/>
                <a:gd name="connsiteX195" fmla="*/ 81676 w 581050"/>
                <a:gd name="connsiteY195" fmla="*/ 0 h 1173064"/>
                <a:gd name="connsiteX196" fmla="*/ 81566 w 581050"/>
                <a:gd name="connsiteY196" fmla="*/ 0 h 1173064"/>
                <a:gd name="connsiteX197" fmla="*/ 81018 w 581050"/>
                <a:gd name="connsiteY197" fmla="*/ 219 h 1173064"/>
                <a:gd name="connsiteX198" fmla="*/ 71042 w 581050"/>
                <a:gd name="connsiteY198" fmla="*/ 4714 h 1173064"/>
                <a:gd name="connsiteX199" fmla="*/ 61175 w 581050"/>
                <a:gd name="connsiteY199" fmla="*/ 9757 h 1173064"/>
                <a:gd name="connsiteX200" fmla="*/ 51527 w 581050"/>
                <a:gd name="connsiteY200" fmla="*/ 15349 h 1173064"/>
                <a:gd name="connsiteX201" fmla="*/ 42428 w 581050"/>
                <a:gd name="connsiteY201" fmla="*/ 21598 h 1173064"/>
                <a:gd name="connsiteX202" fmla="*/ 41551 w 581050"/>
                <a:gd name="connsiteY202" fmla="*/ 24667 h 1173064"/>
                <a:gd name="connsiteX203" fmla="*/ 41551 w 581050"/>
                <a:gd name="connsiteY203" fmla="*/ 30039 h 1173064"/>
                <a:gd name="connsiteX204" fmla="*/ 42318 w 581050"/>
                <a:gd name="connsiteY204" fmla="*/ 35192 h 1173064"/>
                <a:gd name="connsiteX205" fmla="*/ 43743 w 581050"/>
                <a:gd name="connsiteY205" fmla="*/ 37714 h 1173064"/>
                <a:gd name="connsiteX206" fmla="*/ 49883 w 581050"/>
                <a:gd name="connsiteY206" fmla="*/ 38700 h 1173064"/>
                <a:gd name="connsiteX207" fmla="*/ 56132 w 581050"/>
                <a:gd name="connsiteY207" fmla="*/ 39687 h 1173064"/>
                <a:gd name="connsiteX208" fmla="*/ 62271 w 581050"/>
                <a:gd name="connsiteY208" fmla="*/ 40674 h 1173064"/>
                <a:gd name="connsiteX209" fmla="*/ 68520 w 581050"/>
                <a:gd name="connsiteY209" fmla="*/ 41660 h 1173064"/>
                <a:gd name="connsiteX210" fmla="*/ 72796 w 581050"/>
                <a:gd name="connsiteY210" fmla="*/ 48567 h 1173064"/>
                <a:gd name="connsiteX211" fmla="*/ 75975 w 581050"/>
                <a:gd name="connsiteY211" fmla="*/ 63367 h 1173064"/>
                <a:gd name="connsiteX212" fmla="*/ 78168 w 581050"/>
                <a:gd name="connsiteY212" fmla="*/ 79374 h 1173064"/>
                <a:gd name="connsiteX213" fmla="*/ 79593 w 581050"/>
                <a:gd name="connsiteY213" fmla="*/ 89898 h 1173064"/>
                <a:gd name="connsiteX214" fmla="*/ 80032 w 581050"/>
                <a:gd name="connsiteY214" fmla="*/ 93626 h 1173064"/>
                <a:gd name="connsiteX215" fmla="*/ 80580 w 581050"/>
                <a:gd name="connsiteY215" fmla="*/ 98888 h 1173064"/>
                <a:gd name="connsiteX216" fmla="*/ 81566 w 581050"/>
                <a:gd name="connsiteY216" fmla="*/ 103931 h 1173064"/>
                <a:gd name="connsiteX217" fmla="*/ 83101 w 581050"/>
                <a:gd name="connsiteY217" fmla="*/ 107001 h 1173064"/>
                <a:gd name="connsiteX218" fmla="*/ 87268 w 581050"/>
                <a:gd name="connsiteY218" fmla="*/ 110838 h 1173064"/>
                <a:gd name="connsiteX219" fmla="*/ 88583 w 581050"/>
                <a:gd name="connsiteY219" fmla="*/ 114127 h 1173064"/>
                <a:gd name="connsiteX220" fmla="*/ 87816 w 581050"/>
                <a:gd name="connsiteY220" fmla="*/ 118184 h 1173064"/>
                <a:gd name="connsiteX221" fmla="*/ 85952 w 581050"/>
                <a:gd name="connsiteY221" fmla="*/ 124323 h 1173064"/>
                <a:gd name="connsiteX222" fmla="*/ 82444 w 581050"/>
                <a:gd name="connsiteY222" fmla="*/ 135177 h 1173064"/>
                <a:gd name="connsiteX223" fmla="*/ 78387 w 581050"/>
                <a:gd name="connsiteY223" fmla="*/ 149538 h 1173064"/>
                <a:gd name="connsiteX224" fmla="*/ 77620 w 581050"/>
                <a:gd name="connsiteY224" fmla="*/ 162914 h 1173064"/>
                <a:gd name="connsiteX225" fmla="*/ 83869 w 581050"/>
                <a:gd name="connsiteY225" fmla="*/ 170807 h 1173064"/>
                <a:gd name="connsiteX226" fmla="*/ 85952 w 581050"/>
                <a:gd name="connsiteY226" fmla="*/ 170697 h 1173064"/>
                <a:gd name="connsiteX227" fmla="*/ 87487 w 581050"/>
                <a:gd name="connsiteY227" fmla="*/ 171136 h 1173064"/>
                <a:gd name="connsiteX228" fmla="*/ 88692 w 581050"/>
                <a:gd name="connsiteY228" fmla="*/ 171684 h 1173064"/>
                <a:gd name="connsiteX229" fmla="*/ 90008 w 581050"/>
                <a:gd name="connsiteY229" fmla="*/ 172123 h 1173064"/>
                <a:gd name="connsiteX230" fmla="*/ 91324 w 581050"/>
                <a:gd name="connsiteY230" fmla="*/ 172342 h 1173064"/>
                <a:gd name="connsiteX231" fmla="*/ 94065 w 581050"/>
                <a:gd name="connsiteY231" fmla="*/ 172890 h 1173064"/>
                <a:gd name="connsiteX232" fmla="*/ 96696 w 581050"/>
                <a:gd name="connsiteY232" fmla="*/ 173329 h 1173064"/>
                <a:gd name="connsiteX233" fmla="*/ 97792 w 581050"/>
                <a:gd name="connsiteY233" fmla="*/ 173438 h 1173064"/>
                <a:gd name="connsiteX234" fmla="*/ 99985 w 581050"/>
                <a:gd name="connsiteY234" fmla="*/ 175302 h 1173064"/>
                <a:gd name="connsiteX235" fmla="*/ 102177 w 581050"/>
                <a:gd name="connsiteY235" fmla="*/ 176508 h 1173064"/>
                <a:gd name="connsiteX236" fmla="*/ 104480 w 581050"/>
                <a:gd name="connsiteY236" fmla="*/ 177604 h 1173064"/>
                <a:gd name="connsiteX237" fmla="*/ 106672 w 581050"/>
                <a:gd name="connsiteY237" fmla="*/ 179029 h 1173064"/>
                <a:gd name="connsiteX238" fmla="*/ 107769 w 581050"/>
                <a:gd name="connsiteY238" fmla="*/ 180564 h 1173064"/>
                <a:gd name="connsiteX239" fmla="*/ 108317 w 581050"/>
                <a:gd name="connsiteY239" fmla="*/ 182099 h 1173064"/>
                <a:gd name="connsiteX240" fmla="*/ 109084 w 581050"/>
                <a:gd name="connsiteY240" fmla="*/ 183415 h 1173064"/>
                <a:gd name="connsiteX241" fmla="*/ 111058 w 581050"/>
                <a:gd name="connsiteY241" fmla="*/ 184182 h 1173064"/>
                <a:gd name="connsiteX242" fmla="*/ 108426 w 581050"/>
                <a:gd name="connsiteY242" fmla="*/ 187910 h 1173064"/>
                <a:gd name="connsiteX243" fmla="*/ 105357 w 581050"/>
                <a:gd name="connsiteY243" fmla="*/ 191856 h 1173064"/>
                <a:gd name="connsiteX244" fmla="*/ 102835 w 581050"/>
                <a:gd name="connsiteY244" fmla="*/ 196132 h 1173064"/>
                <a:gd name="connsiteX245" fmla="*/ 102068 w 581050"/>
                <a:gd name="connsiteY245" fmla="*/ 200846 h 1173064"/>
                <a:gd name="connsiteX246" fmla="*/ 101848 w 581050"/>
                <a:gd name="connsiteY246" fmla="*/ 206657 h 1173064"/>
                <a:gd name="connsiteX247" fmla="*/ 99985 w 581050"/>
                <a:gd name="connsiteY247" fmla="*/ 210165 h 1173064"/>
                <a:gd name="connsiteX248" fmla="*/ 97025 w 581050"/>
                <a:gd name="connsiteY248" fmla="*/ 213125 h 1173064"/>
                <a:gd name="connsiteX249" fmla="*/ 93407 w 581050"/>
                <a:gd name="connsiteY249" fmla="*/ 217181 h 1173064"/>
                <a:gd name="connsiteX250" fmla="*/ 97463 w 581050"/>
                <a:gd name="connsiteY250" fmla="*/ 217181 h 1173064"/>
                <a:gd name="connsiteX251" fmla="*/ 101520 w 581050"/>
                <a:gd name="connsiteY251" fmla="*/ 217181 h 1173064"/>
                <a:gd name="connsiteX252" fmla="*/ 105576 w 581050"/>
                <a:gd name="connsiteY252" fmla="*/ 216962 h 1173064"/>
                <a:gd name="connsiteX253" fmla="*/ 109632 w 581050"/>
                <a:gd name="connsiteY253" fmla="*/ 216524 h 1173064"/>
                <a:gd name="connsiteX254" fmla="*/ 112154 w 581050"/>
                <a:gd name="connsiteY254" fmla="*/ 216962 h 1173064"/>
                <a:gd name="connsiteX255" fmla="*/ 115114 w 581050"/>
                <a:gd name="connsiteY255" fmla="*/ 218278 h 1173064"/>
                <a:gd name="connsiteX256" fmla="*/ 118074 w 581050"/>
                <a:gd name="connsiteY256" fmla="*/ 219922 h 1173064"/>
                <a:gd name="connsiteX257" fmla="*/ 120705 w 581050"/>
                <a:gd name="connsiteY257" fmla="*/ 221238 h 1173064"/>
                <a:gd name="connsiteX258" fmla="*/ 127173 w 581050"/>
                <a:gd name="connsiteY258" fmla="*/ 223540 h 1173064"/>
                <a:gd name="connsiteX259" fmla="*/ 134300 w 581050"/>
                <a:gd name="connsiteY259" fmla="*/ 226281 h 1173064"/>
                <a:gd name="connsiteX260" fmla="*/ 140768 w 581050"/>
                <a:gd name="connsiteY260" fmla="*/ 230228 h 1173064"/>
                <a:gd name="connsiteX261" fmla="*/ 145044 w 581050"/>
                <a:gd name="connsiteY261" fmla="*/ 235929 h 1173064"/>
                <a:gd name="connsiteX262" fmla="*/ 146578 w 581050"/>
                <a:gd name="connsiteY262" fmla="*/ 242287 h 1173064"/>
                <a:gd name="connsiteX263" fmla="*/ 146469 w 581050"/>
                <a:gd name="connsiteY263" fmla="*/ 248646 h 1173064"/>
                <a:gd name="connsiteX264" fmla="*/ 144934 w 581050"/>
                <a:gd name="connsiteY264" fmla="*/ 254676 h 1173064"/>
                <a:gd name="connsiteX265" fmla="*/ 142193 w 581050"/>
                <a:gd name="connsiteY265" fmla="*/ 260157 h 1173064"/>
                <a:gd name="connsiteX266" fmla="*/ 140658 w 581050"/>
                <a:gd name="connsiteY266" fmla="*/ 262021 h 1173064"/>
                <a:gd name="connsiteX267" fmla="*/ 139562 w 581050"/>
                <a:gd name="connsiteY267" fmla="*/ 263337 h 1173064"/>
                <a:gd name="connsiteX268" fmla="*/ 138794 w 581050"/>
                <a:gd name="connsiteY268" fmla="*/ 265091 h 1173064"/>
                <a:gd name="connsiteX269" fmla="*/ 138904 w 581050"/>
                <a:gd name="connsiteY269" fmla="*/ 269366 h 1173064"/>
                <a:gd name="connsiteX270" fmla="*/ 138794 w 581050"/>
                <a:gd name="connsiteY270" fmla="*/ 273642 h 1173064"/>
                <a:gd name="connsiteX271" fmla="*/ 138904 w 581050"/>
                <a:gd name="connsiteY271" fmla="*/ 277150 h 1173064"/>
                <a:gd name="connsiteX272" fmla="*/ 139781 w 581050"/>
                <a:gd name="connsiteY272" fmla="*/ 280439 h 1173064"/>
                <a:gd name="connsiteX273" fmla="*/ 141974 w 581050"/>
                <a:gd name="connsiteY273" fmla="*/ 283948 h 1173064"/>
                <a:gd name="connsiteX274" fmla="*/ 145263 w 581050"/>
                <a:gd name="connsiteY274" fmla="*/ 287785 h 1173064"/>
                <a:gd name="connsiteX275" fmla="*/ 149758 w 581050"/>
                <a:gd name="connsiteY275" fmla="*/ 285482 h 1173064"/>
                <a:gd name="connsiteX276" fmla="*/ 154143 w 581050"/>
                <a:gd name="connsiteY276" fmla="*/ 281755 h 1173064"/>
                <a:gd name="connsiteX277" fmla="*/ 156884 w 581050"/>
                <a:gd name="connsiteY277" fmla="*/ 281426 h 1173064"/>
                <a:gd name="connsiteX278" fmla="*/ 158309 w 581050"/>
                <a:gd name="connsiteY278" fmla="*/ 284276 h 1173064"/>
                <a:gd name="connsiteX279" fmla="*/ 159844 w 581050"/>
                <a:gd name="connsiteY279" fmla="*/ 287127 h 1173064"/>
                <a:gd name="connsiteX280" fmla="*/ 161598 w 581050"/>
                <a:gd name="connsiteY280" fmla="*/ 289758 h 1173064"/>
                <a:gd name="connsiteX281" fmla="*/ 163681 w 581050"/>
                <a:gd name="connsiteY281" fmla="*/ 292060 h 1173064"/>
                <a:gd name="connsiteX282" fmla="*/ 165764 w 581050"/>
                <a:gd name="connsiteY282" fmla="*/ 294801 h 1173064"/>
                <a:gd name="connsiteX283" fmla="*/ 167957 w 581050"/>
                <a:gd name="connsiteY283" fmla="*/ 297652 h 1173064"/>
                <a:gd name="connsiteX284" fmla="*/ 170149 w 581050"/>
                <a:gd name="connsiteY284" fmla="*/ 300392 h 1173064"/>
                <a:gd name="connsiteX285" fmla="*/ 172233 w 581050"/>
                <a:gd name="connsiteY285" fmla="*/ 303133 h 1173064"/>
                <a:gd name="connsiteX286" fmla="*/ 174973 w 581050"/>
                <a:gd name="connsiteY286" fmla="*/ 304558 h 1173064"/>
                <a:gd name="connsiteX287" fmla="*/ 177933 w 581050"/>
                <a:gd name="connsiteY287" fmla="*/ 304778 h 1173064"/>
                <a:gd name="connsiteX288" fmla="*/ 181113 w 581050"/>
                <a:gd name="connsiteY288" fmla="*/ 304339 h 1173064"/>
                <a:gd name="connsiteX289" fmla="*/ 184073 w 581050"/>
                <a:gd name="connsiteY289" fmla="*/ 303901 h 1173064"/>
                <a:gd name="connsiteX290" fmla="*/ 186923 w 581050"/>
                <a:gd name="connsiteY290" fmla="*/ 304449 h 1173064"/>
                <a:gd name="connsiteX291" fmla="*/ 188239 w 581050"/>
                <a:gd name="connsiteY291" fmla="*/ 306532 h 1173064"/>
                <a:gd name="connsiteX292" fmla="*/ 188896 w 581050"/>
                <a:gd name="connsiteY292" fmla="*/ 309492 h 1173064"/>
                <a:gd name="connsiteX293" fmla="*/ 189554 w 581050"/>
                <a:gd name="connsiteY293" fmla="*/ 312890 h 1173064"/>
                <a:gd name="connsiteX294" fmla="*/ 190541 w 581050"/>
                <a:gd name="connsiteY294" fmla="*/ 322977 h 1173064"/>
                <a:gd name="connsiteX295" fmla="*/ 190980 w 581050"/>
                <a:gd name="connsiteY295" fmla="*/ 336681 h 1173064"/>
                <a:gd name="connsiteX296" fmla="*/ 192295 w 581050"/>
                <a:gd name="connsiteY296" fmla="*/ 349069 h 1173064"/>
                <a:gd name="connsiteX297" fmla="*/ 196023 w 581050"/>
                <a:gd name="connsiteY297" fmla="*/ 354989 h 1173064"/>
                <a:gd name="connsiteX298" fmla="*/ 197229 w 581050"/>
                <a:gd name="connsiteY298" fmla="*/ 353783 h 1173064"/>
                <a:gd name="connsiteX299" fmla="*/ 198325 w 581050"/>
                <a:gd name="connsiteY299" fmla="*/ 352358 h 1173064"/>
                <a:gd name="connsiteX300" fmla="*/ 199421 w 581050"/>
                <a:gd name="connsiteY300" fmla="*/ 350933 h 1173064"/>
                <a:gd name="connsiteX301" fmla="*/ 200737 w 581050"/>
                <a:gd name="connsiteY301" fmla="*/ 349836 h 1173064"/>
                <a:gd name="connsiteX302" fmla="*/ 202162 w 581050"/>
                <a:gd name="connsiteY302" fmla="*/ 349617 h 1173064"/>
                <a:gd name="connsiteX303" fmla="*/ 203477 w 581050"/>
                <a:gd name="connsiteY303" fmla="*/ 350056 h 1173064"/>
                <a:gd name="connsiteX304" fmla="*/ 204903 w 581050"/>
                <a:gd name="connsiteY304" fmla="*/ 350494 h 1173064"/>
                <a:gd name="connsiteX305" fmla="*/ 206438 w 581050"/>
                <a:gd name="connsiteY305" fmla="*/ 350385 h 1173064"/>
                <a:gd name="connsiteX306" fmla="*/ 207424 w 581050"/>
                <a:gd name="connsiteY306" fmla="*/ 349508 h 1173064"/>
                <a:gd name="connsiteX307" fmla="*/ 208192 w 581050"/>
                <a:gd name="connsiteY307" fmla="*/ 348192 h 1173064"/>
                <a:gd name="connsiteX308" fmla="*/ 209179 w 581050"/>
                <a:gd name="connsiteY308" fmla="*/ 346767 h 1173064"/>
                <a:gd name="connsiteX309" fmla="*/ 210604 w 581050"/>
                <a:gd name="connsiteY309" fmla="*/ 345780 h 1173064"/>
                <a:gd name="connsiteX310" fmla="*/ 214770 w 581050"/>
                <a:gd name="connsiteY310" fmla="*/ 345232 h 1173064"/>
                <a:gd name="connsiteX311" fmla="*/ 218168 w 581050"/>
                <a:gd name="connsiteY311" fmla="*/ 346986 h 1173064"/>
                <a:gd name="connsiteX312" fmla="*/ 221238 w 581050"/>
                <a:gd name="connsiteY312" fmla="*/ 350056 h 1173064"/>
                <a:gd name="connsiteX313" fmla="*/ 224198 w 581050"/>
                <a:gd name="connsiteY313" fmla="*/ 353454 h 1173064"/>
                <a:gd name="connsiteX314" fmla="*/ 228912 w 581050"/>
                <a:gd name="connsiteY314" fmla="*/ 358826 h 1173064"/>
                <a:gd name="connsiteX315" fmla="*/ 233846 w 581050"/>
                <a:gd name="connsiteY315" fmla="*/ 363869 h 1173064"/>
                <a:gd name="connsiteX316" fmla="*/ 238889 w 581050"/>
                <a:gd name="connsiteY316" fmla="*/ 368803 h 1173064"/>
                <a:gd name="connsiteX317" fmla="*/ 244042 w 581050"/>
                <a:gd name="connsiteY317" fmla="*/ 373627 h 1173064"/>
                <a:gd name="connsiteX318" fmla="*/ 246344 w 581050"/>
                <a:gd name="connsiteY318" fmla="*/ 369132 h 1173064"/>
                <a:gd name="connsiteX319" fmla="*/ 249304 w 581050"/>
                <a:gd name="connsiteY319" fmla="*/ 363102 h 1173064"/>
                <a:gd name="connsiteX320" fmla="*/ 252483 w 581050"/>
                <a:gd name="connsiteY320" fmla="*/ 357511 h 1173064"/>
                <a:gd name="connsiteX321" fmla="*/ 255662 w 581050"/>
                <a:gd name="connsiteY321" fmla="*/ 354331 h 1173064"/>
                <a:gd name="connsiteX322" fmla="*/ 259609 w 581050"/>
                <a:gd name="connsiteY322" fmla="*/ 354112 h 1173064"/>
                <a:gd name="connsiteX323" fmla="*/ 265091 w 581050"/>
                <a:gd name="connsiteY323" fmla="*/ 355537 h 1173064"/>
                <a:gd name="connsiteX324" fmla="*/ 270682 w 581050"/>
                <a:gd name="connsiteY324" fmla="*/ 357401 h 1173064"/>
                <a:gd name="connsiteX325" fmla="*/ 274848 w 581050"/>
                <a:gd name="connsiteY325" fmla="*/ 358717 h 1173064"/>
                <a:gd name="connsiteX326" fmla="*/ 277918 w 581050"/>
                <a:gd name="connsiteY326" fmla="*/ 359484 h 1173064"/>
                <a:gd name="connsiteX327" fmla="*/ 280988 w 581050"/>
                <a:gd name="connsiteY327" fmla="*/ 360251 h 1173064"/>
                <a:gd name="connsiteX328" fmla="*/ 284057 w 581050"/>
                <a:gd name="connsiteY328" fmla="*/ 361019 h 1173064"/>
                <a:gd name="connsiteX329" fmla="*/ 287127 w 581050"/>
                <a:gd name="connsiteY329" fmla="*/ 361786 h 1173064"/>
                <a:gd name="connsiteX330" fmla="*/ 292170 w 581050"/>
                <a:gd name="connsiteY330" fmla="*/ 363212 h 1173064"/>
                <a:gd name="connsiteX331" fmla="*/ 297213 w 581050"/>
                <a:gd name="connsiteY331" fmla="*/ 364637 h 1173064"/>
                <a:gd name="connsiteX332" fmla="*/ 302256 w 581050"/>
                <a:gd name="connsiteY332" fmla="*/ 366062 h 1173064"/>
                <a:gd name="connsiteX333" fmla="*/ 307299 w 581050"/>
                <a:gd name="connsiteY333" fmla="*/ 367487 h 1173064"/>
                <a:gd name="connsiteX334" fmla="*/ 309931 w 581050"/>
                <a:gd name="connsiteY334" fmla="*/ 373188 h 1173064"/>
                <a:gd name="connsiteX335" fmla="*/ 310479 w 581050"/>
                <a:gd name="connsiteY335" fmla="*/ 384590 h 1173064"/>
                <a:gd name="connsiteX336" fmla="*/ 310040 w 581050"/>
                <a:gd name="connsiteY336" fmla="*/ 396759 h 1173064"/>
                <a:gd name="connsiteX337" fmla="*/ 309711 w 581050"/>
                <a:gd name="connsiteY337" fmla="*/ 404653 h 1173064"/>
                <a:gd name="connsiteX338" fmla="*/ 309821 w 581050"/>
                <a:gd name="connsiteY338" fmla="*/ 415835 h 1173064"/>
                <a:gd name="connsiteX339" fmla="*/ 309931 w 581050"/>
                <a:gd name="connsiteY339" fmla="*/ 426908 h 1173064"/>
                <a:gd name="connsiteX340" fmla="*/ 310040 w 581050"/>
                <a:gd name="connsiteY340" fmla="*/ 437981 h 1173064"/>
                <a:gd name="connsiteX341" fmla="*/ 310150 w 581050"/>
                <a:gd name="connsiteY341" fmla="*/ 449054 h 1173064"/>
                <a:gd name="connsiteX342" fmla="*/ 309711 w 581050"/>
                <a:gd name="connsiteY342" fmla="*/ 455741 h 1173064"/>
                <a:gd name="connsiteX343" fmla="*/ 309053 w 581050"/>
                <a:gd name="connsiteY343" fmla="*/ 465499 h 1173064"/>
                <a:gd name="connsiteX344" fmla="*/ 308944 w 581050"/>
                <a:gd name="connsiteY344" fmla="*/ 474927 h 1173064"/>
                <a:gd name="connsiteX345" fmla="*/ 310259 w 581050"/>
                <a:gd name="connsiteY345" fmla="*/ 480518 h 1173064"/>
                <a:gd name="connsiteX346" fmla="*/ 313219 w 581050"/>
                <a:gd name="connsiteY346" fmla="*/ 481505 h 1173064"/>
                <a:gd name="connsiteX347" fmla="*/ 318043 w 581050"/>
                <a:gd name="connsiteY347" fmla="*/ 481614 h 1173064"/>
                <a:gd name="connsiteX348" fmla="*/ 322977 w 581050"/>
                <a:gd name="connsiteY348" fmla="*/ 481395 h 1173064"/>
                <a:gd name="connsiteX349" fmla="*/ 326375 w 581050"/>
                <a:gd name="connsiteY349" fmla="*/ 481286 h 1173064"/>
                <a:gd name="connsiteX350" fmla="*/ 329335 w 581050"/>
                <a:gd name="connsiteY350" fmla="*/ 481505 h 1173064"/>
                <a:gd name="connsiteX351" fmla="*/ 330870 w 581050"/>
                <a:gd name="connsiteY351" fmla="*/ 482272 h 1173064"/>
                <a:gd name="connsiteX352" fmla="*/ 331418 w 581050"/>
                <a:gd name="connsiteY352" fmla="*/ 484246 h 1173064"/>
                <a:gd name="connsiteX353" fmla="*/ 331528 w 581050"/>
                <a:gd name="connsiteY353" fmla="*/ 487863 h 1173064"/>
                <a:gd name="connsiteX354" fmla="*/ 331638 w 581050"/>
                <a:gd name="connsiteY354" fmla="*/ 491810 h 1173064"/>
                <a:gd name="connsiteX355" fmla="*/ 329335 w 581050"/>
                <a:gd name="connsiteY355" fmla="*/ 495099 h 1173064"/>
                <a:gd name="connsiteX356" fmla="*/ 325937 w 581050"/>
                <a:gd name="connsiteY356" fmla="*/ 497730 h 1173064"/>
                <a:gd name="connsiteX357" fmla="*/ 322757 w 581050"/>
                <a:gd name="connsiteY357" fmla="*/ 500033 h 1173064"/>
                <a:gd name="connsiteX358" fmla="*/ 315850 w 581050"/>
                <a:gd name="connsiteY358" fmla="*/ 505843 h 1173064"/>
                <a:gd name="connsiteX359" fmla="*/ 308944 w 581050"/>
                <a:gd name="connsiteY359" fmla="*/ 511654 h 1173064"/>
                <a:gd name="connsiteX360" fmla="*/ 302037 w 581050"/>
                <a:gd name="connsiteY360" fmla="*/ 517464 h 1173064"/>
                <a:gd name="connsiteX361" fmla="*/ 295130 w 581050"/>
                <a:gd name="connsiteY361" fmla="*/ 523275 h 1173064"/>
                <a:gd name="connsiteX362" fmla="*/ 284496 w 581050"/>
                <a:gd name="connsiteY362" fmla="*/ 532265 h 1173064"/>
                <a:gd name="connsiteX363" fmla="*/ 273861 w 581050"/>
                <a:gd name="connsiteY363" fmla="*/ 541254 h 1173064"/>
                <a:gd name="connsiteX364" fmla="*/ 263117 w 581050"/>
                <a:gd name="connsiteY364" fmla="*/ 550244 h 1173064"/>
                <a:gd name="connsiteX365" fmla="*/ 252483 w 581050"/>
                <a:gd name="connsiteY365" fmla="*/ 559234 h 1173064"/>
                <a:gd name="connsiteX366" fmla="*/ 248317 w 581050"/>
                <a:gd name="connsiteY366" fmla="*/ 562742 h 1173064"/>
                <a:gd name="connsiteX367" fmla="*/ 244699 w 581050"/>
                <a:gd name="connsiteY367" fmla="*/ 565483 h 1173064"/>
                <a:gd name="connsiteX368" fmla="*/ 240862 w 581050"/>
                <a:gd name="connsiteY368" fmla="*/ 567237 h 1173064"/>
                <a:gd name="connsiteX369" fmla="*/ 236038 w 581050"/>
                <a:gd name="connsiteY369" fmla="*/ 567895 h 1173064"/>
                <a:gd name="connsiteX370" fmla="*/ 231214 w 581050"/>
                <a:gd name="connsiteY370" fmla="*/ 568991 h 1173064"/>
                <a:gd name="connsiteX371" fmla="*/ 226281 w 581050"/>
                <a:gd name="connsiteY371" fmla="*/ 568772 h 1173064"/>
                <a:gd name="connsiteX372" fmla="*/ 221896 w 581050"/>
                <a:gd name="connsiteY372" fmla="*/ 566799 h 1173064"/>
                <a:gd name="connsiteX373" fmla="*/ 218716 w 581050"/>
                <a:gd name="connsiteY373" fmla="*/ 562633 h 1173064"/>
                <a:gd name="connsiteX374" fmla="*/ 215756 w 581050"/>
                <a:gd name="connsiteY374" fmla="*/ 558247 h 1173064"/>
                <a:gd name="connsiteX375" fmla="*/ 213235 w 581050"/>
                <a:gd name="connsiteY375" fmla="*/ 558795 h 1173064"/>
                <a:gd name="connsiteX376" fmla="*/ 210713 w 581050"/>
                <a:gd name="connsiteY376" fmla="*/ 562413 h 1173064"/>
                <a:gd name="connsiteX377" fmla="*/ 207863 w 581050"/>
                <a:gd name="connsiteY377" fmla="*/ 567128 h 1173064"/>
                <a:gd name="connsiteX378" fmla="*/ 204574 w 581050"/>
                <a:gd name="connsiteY378" fmla="*/ 568005 h 1173064"/>
                <a:gd name="connsiteX379" fmla="*/ 203039 w 581050"/>
                <a:gd name="connsiteY379" fmla="*/ 570965 h 1173064"/>
                <a:gd name="connsiteX380" fmla="*/ 201285 w 581050"/>
                <a:gd name="connsiteY380" fmla="*/ 573596 h 1173064"/>
                <a:gd name="connsiteX381" fmla="*/ 197448 w 581050"/>
                <a:gd name="connsiteY381" fmla="*/ 573596 h 1173064"/>
                <a:gd name="connsiteX382" fmla="*/ 193611 w 581050"/>
                <a:gd name="connsiteY382" fmla="*/ 572938 h 1173064"/>
                <a:gd name="connsiteX383" fmla="*/ 192514 w 581050"/>
                <a:gd name="connsiteY383" fmla="*/ 574692 h 1173064"/>
                <a:gd name="connsiteX384" fmla="*/ 193063 w 581050"/>
                <a:gd name="connsiteY384" fmla="*/ 577872 h 1173064"/>
                <a:gd name="connsiteX385" fmla="*/ 194159 w 581050"/>
                <a:gd name="connsiteY385" fmla="*/ 581489 h 1173064"/>
                <a:gd name="connsiteX386" fmla="*/ 191308 w 581050"/>
                <a:gd name="connsiteY386" fmla="*/ 581051 h 1173064"/>
                <a:gd name="connsiteX387" fmla="*/ 187581 w 581050"/>
                <a:gd name="connsiteY387" fmla="*/ 581489 h 1173064"/>
                <a:gd name="connsiteX388" fmla="*/ 185059 w 581050"/>
                <a:gd name="connsiteY388" fmla="*/ 582915 h 1173064"/>
                <a:gd name="connsiteX389" fmla="*/ 185717 w 581050"/>
                <a:gd name="connsiteY389" fmla="*/ 585436 h 1173064"/>
                <a:gd name="connsiteX390" fmla="*/ 187800 w 581050"/>
                <a:gd name="connsiteY390" fmla="*/ 587519 h 1173064"/>
                <a:gd name="connsiteX391" fmla="*/ 190651 w 581050"/>
                <a:gd name="connsiteY391" fmla="*/ 590589 h 1173064"/>
                <a:gd name="connsiteX392" fmla="*/ 193172 w 581050"/>
                <a:gd name="connsiteY392" fmla="*/ 593768 h 1173064"/>
                <a:gd name="connsiteX393" fmla="*/ 194159 w 581050"/>
                <a:gd name="connsiteY393" fmla="*/ 596180 h 1173064"/>
                <a:gd name="connsiteX394" fmla="*/ 193172 w 581050"/>
                <a:gd name="connsiteY394" fmla="*/ 598592 h 1173064"/>
                <a:gd name="connsiteX395" fmla="*/ 190980 w 581050"/>
                <a:gd name="connsiteY395" fmla="*/ 601442 h 1173064"/>
                <a:gd name="connsiteX396" fmla="*/ 188568 w 581050"/>
                <a:gd name="connsiteY396" fmla="*/ 604183 h 1173064"/>
                <a:gd name="connsiteX397" fmla="*/ 186704 w 581050"/>
                <a:gd name="connsiteY397" fmla="*/ 606376 h 1173064"/>
                <a:gd name="connsiteX398" fmla="*/ 184182 w 581050"/>
                <a:gd name="connsiteY398" fmla="*/ 610761 h 1173064"/>
                <a:gd name="connsiteX399" fmla="*/ 184402 w 581050"/>
                <a:gd name="connsiteY399" fmla="*/ 615585 h 1173064"/>
                <a:gd name="connsiteX400" fmla="*/ 186156 w 581050"/>
                <a:gd name="connsiteY400" fmla="*/ 620518 h 1173064"/>
                <a:gd name="connsiteX401" fmla="*/ 188348 w 581050"/>
                <a:gd name="connsiteY401" fmla="*/ 625123 h 1173064"/>
                <a:gd name="connsiteX402" fmla="*/ 188896 w 581050"/>
                <a:gd name="connsiteY402" fmla="*/ 626987 h 1173064"/>
                <a:gd name="connsiteX403" fmla="*/ 189335 w 581050"/>
                <a:gd name="connsiteY403" fmla="*/ 628960 h 1173064"/>
                <a:gd name="connsiteX404" fmla="*/ 189664 w 581050"/>
                <a:gd name="connsiteY404" fmla="*/ 630934 h 1173064"/>
                <a:gd name="connsiteX405" fmla="*/ 189883 w 581050"/>
                <a:gd name="connsiteY405" fmla="*/ 632907 h 1173064"/>
                <a:gd name="connsiteX406" fmla="*/ 185059 w 581050"/>
                <a:gd name="connsiteY406" fmla="*/ 631701 h 1173064"/>
                <a:gd name="connsiteX407" fmla="*/ 179687 w 581050"/>
                <a:gd name="connsiteY407" fmla="*/ 630056 h 1173064"/>
                <a:gd name="connsiteX408" fmla="*/ 174425 w 581050"/>
                <a:gd name="connsiteY408" fmla="*/ 627974 h 1173064"/>
                <a:gd name="connsiteX409" fmla="*/ 170149 w 581050"/>
                <a:gd name="connsiteY409" fmla="*/ 625671 h 1173064"/>
                <a:gd name="connsiteX410" fmla="*/ 166422 w 581050"/>
                <a:gd name="connsiteY410" fmla="*/ 623040 h 1173064"/>
                <a:gd name="connsiteX411" fmla="*/ 164119 w 581050"/>
                <a:gd name="connsiteY411" fmla="*/ 622053 h 1173064"/>
                <a:gd name="connsiteX412" fmla="*/ 162256 w 581050"/>
                <a:gd name="connsiteY412" fmla="*/ 623150 h 1173064"/>
                <a:gd name="connsiteX413" fmla="*/ 159515 w 581050"/>
                <a:gd name="connsiteY413" fmla="*/ 626768 h 1173064"/>
                <a:gd name="connsiteX414" fmla="*/ 157870 w 581050"/>
                <a:gd name="connsiteY414" fmla="*/ 628631 h 1173064"/>
                <a:gd name="connsiteX415" fmla="*/ 155897 w 581050"/>
                <a:gd name="connsiteY415" fmla="*/ 629947 h 1173064"/>
                <a:gd name="connsiteX416" fmla="*/ 153705 w 581050"/>
                <a:gd name="connsiteY416" fmla="*/ 630824 h 1173064"/>
                <a:gd name="connsiteX417" fmla="*/ 151293 w 581050"/>
                <a:gd name="connsiteY417" fmla="*/ 631482 h 1173064"/>
                <a:gd name="connsiteX418" fmla="*/ 146798 w 581050"/>
                <a:gd name="connsiteY418" fmla="*/ 631920 h 1173064"/>
                <a:gd name="connsiteX419" fmla="*/ 143289 w 581050"/>
                <a:gd name="connsiteY419" fmla="*/ 631811 h 1173064"/>
                <a:gd name="connsiteX420" fmla="*/ 140220 w 581050"/>
                <a:gd name="connsiteY420" fmla="*/ 632468 h 1173064"/>
                <a:gd name="connsiteX421" fmla="*/ 136821 w 581050"/>
                <a:gd name="connsiteY421" fmla="*/ 635209 h 1173064"/>
                <a:gd name="connsiteX422" fmla="*/ 136054 w 581050"/>
                <a:gd name="connsiteY422" fmla="*/ 636415 h 1173064"/>
                <a:gd name="connsiteX423" fmla="*/ 135615 w 581050"/>
                <a:gd name="connsiteY423" fmla="*/ 637512 h 1173064"/>
                <a:gd name="connsiteX424" fmla="*/ 134848 w 581050"/>
                <a:gd name="connsiteY424" fmla="*/ 638608 h 1173064"/>
                <a:gd name="connsiteX425" fmla="*/ 133203 w 581050"/>
                <a:gd name="connsiteY425" fmla="*/ 639595 h 1173064"/>
                <a:gd name="connsiteX426" fmla="*/ 131778 w 581050"/>
                <a:gd name="connsiteY426" fmla="*/ 639923 h 1173064"/>
                <a:gd name="connsiteX427" fmla="*/ 130353 w 581050"/>
                <a:gd name="connsiteY427" fmla="*/ 640143 h 1173064"/>
                <a:gd name="connsiteX428" fmla="*/ 128928 w 581050"/>
                <a:gd name="connsiteY428" fmla="*/ 640362 h 1173064"/>
                <a:gd name="connsiteX429" fmla="*/ 127612 w 581050"/>
                <a:gd name="connsiteY429" fmla="*/ 640910 h 1173064"/>
                <a:gd name="connsiteX430" fmla="*/ 125200 w 581050"/>
                <a:gd name="connsiteY430" fmla="*/ 643322 h 1173064"/>
                <a:gd name="connsiteX431" fmla="*/ 124323 w 581050"/>
                <a:gd name="connsiteY431" fmla="*/ 645953 h 1173064"/>
                <a:gd name="connsiteX432" fmla="*/ 124104 w 581050"/>
                <a:gd name="connsiteY432" fmla="*/ 648913 h 1173064"/>
                <a:gd name="connsiteX433" fmla="*/ 123994 w 581050"/>
                <a:gd name="connsiteY433" fmla="*/ 652531 h 1173064"/>
                <a:gd name="connsiteX434" fmla="*/ 123336 w 581050"/>
                <a:gd name="connsiteY434" fmla="*/ 655053 h 1173064"/>
                <a:gd name="connsiteX435" fmla="*/ 122130 w 581050"/>
                <a:gd name="connsiteY435" fmla="*/ 655930 h 1173064"/>
                <a:gd name="connsiteX436" fmla="*/ 120376 w 581050"/>
                <a:gd name="connsiteY436" fmla="*/ 656259 h 1173064"/>
                <a:gd name="connsiteX437" fmla="*/ 118293 w 581050"/>
                <a:gd name="connsiteY437" fmla="*/ 657136 h 1173064"/>
                <a:gd name="connsiteX438" fmla="*/ 116758 w 581050"/>
                <a:gd name="connsiteY438" fmla="*/ 658451 h 1173064"/>
                <a:gd name="connsiteX439" fmla="*/ 115333 w 581050"/>
                <a:gd name="connsiteY439" fmla="*/ 659876 h 1173064"/>
                <a:gd name="connsiteX440" fmla="*/ 113908 w 581050"/>
                <a:gd name="connsiteY440" fmla="*/ 661082 h 1173064"/>
                <a:gd name="connsiteX441" fmla="*/ 112154 w 581050"/>
                <a:gd name="connsiteY441" fmla="*/ 661631 h 1173064"/>
                <a:gd name="connsiteX442" fmla="*/ 110619 w 581050"/>
                <a:gd name="connsiteY442" fmla="*/ 661082 h 1173064"/>
                <a:gd name="connsiteX443" fmla="*/ 109084 w 581050"/>
                <a:gd name="connsiteY443" fmla="*/ 659767 h 1173064"/>
                <a:gd name="connsiteX444" fmla="*/ 107549 w 581050"/>
                <a:gd name="connsiteY444" fmla="*/ 658561 h 1173064"/>
                <a:gd name="connsiteX445" fmla="*/ 106015 w 581050"/>
                <a:gd name="connsiteY445" fmla="*/ 658342 h 1173064"/>
                <a:gd name="connsiteX446" fmla="*/ 102177 w 581050"/>
                <a:gd name="connsiteY446" fmla="*/ 659548 h 1173064"/>
                <a:gd name="connsiteX447" fmla="*/ 97792 w 581050"/>
                <a:gd name="connsiteY447" fmla="*/ 660863 h 1173064"/>
                <a:gd name="connsiteX448" fmla="*/ 93516 w 581050"/>
                <a:gd name="connsiteY448" fmla="*/ 662508 h 1173064"/>
                <a:gd name="connsiteX449" fmla="*/ 90227 w 581050"/>
                <a:gd name="connsiteY449" fmla="*/ 664810 h 1173064"/>
                <a:gd name="connsiteX450" fmla="*/ 86938 w 581050"/>
                <a:gd name="connsiteY450" fmla="*/ 668209 h 1173064"/>
                <a:gd name="connsiteX451" fmla="*/ 83540 w 581050"/>
                <a:gd name="connsiteY451" fmla="*/ 671388 h 1173064"/>
                <a:gd name="connsiteX452" fmla="*/ 80032 w 581050"/>
                <a:gd name="connsiteY452" fmla="*/ 674458 h 1173064"/>
                <a:gd name="connsiteX453" fmla="*/ 76523 w 581050"/>
                <a:gd name="connsiteY453" fmla="*/ 677527 h 1173064"/>
                <a:gd name="connsiteX454" fmla="*/ 76414 w 581050"/>
                <a:gd name="connsiteY454" fmla="*/ 681913 h 1173064"/>
                <a:gd name="connsiteX455" fmla="*/ 77949 w 581050"/>
                <a:gd name="connsiteY455" fmla="*/ 687613 h 1173064"/>
                <a:gd name="connsiteX456" fmla="*/ 80032 w 581050"/>
                <a:gd name="connsiteY456" fmla="*/ 693534 h 1173064"/>
                <a:gd name="connsiteX457" fmla="*/ 81786 w 581050"/>
                <a:gd name="connsiteY457" fmla="*/ 698357 h 1173064"/>
                <a:gd name="connsiteX458" fmla="*/ 91982 w 581050"/>
                <a:gd name="connsiteY458" fmla="*/ 694082 h 1173064"/>
                <a:gd name="connsiteX459" fmla="*/ 97025 w 581050"/>
                <a:gd name="connsiteY459" fmla="*/ 691889 h 1173064"/>
                <a:gd name="connsiteX460" fmla="*/ 102177 w 581050"/>
                <a:gd name="connsiteY460" fmla="*/ 689696 h 1173064"/>
                <a:gd name="connsiteX461" fmla="*/ 102725 w 581050"/>
                <a:gd name="connsiteY461" fmla="*/ 692328 h 1173064"/>
                <a:gd name="connsiteX462" fmla="*/ 103274 w 581050"/>
                <a:gd name="connsiteY462" fmla="*/ 694959 h 1173064"/>
                <a:gd name="connsiteX463" fmla="*/ 103822 w 581050"/>
                <a:gd name="connsiteY463" fmla="*/ 697590 h 1173064"/>
                <a:gd name="connsiteX464" fmla="*/ 104370 w 581050"/>
                <a:gd name="connsiteY464" fmla="*/ 700221 h 1173064"/>
                <a:gd name="connsiteX465" fmla="*/ 104480 w 581050"/>
                <a:gd name="connsiteY465" fmla="*/ 700769 h 1173064"/>
                <a:gd name="connsiteX466" fmla="*/ 104589 w 581050"/>
                <a:gd name="connsiteY466" fmla="*/ 701208 h 1173064"/>
                <a:gd name="connsiteX467" fmla="*/ 104699 w 581050"/>
                <a:gd name="connsiteY467" fmla="*/ 701646 h 1173064"/>
                <a:gd name="connsiteX468" fmla="*/ 104808 w 581050"/>
                <a:gd name="connsiteY468" fmla="*/ 702085 h 1173064"/>
                <a:gd name="connsiteX469" fmla="*/ 105357 w 581050"/>
                <a:gd name="connsiteY469" fmla="*/ 704935 h 1173064"/>
                <a:gd name="connsiteX470" fmla="*/ 105905 w 581050"/>
                <a:gd name="connsiteY470" fmla="*/ 707786 h 1173064"/>
                <a:gd name="connsiteX471" fmla="*/ 106453 w 581050"/>
                <a:gd name="connsiteY471" fmla="*/ 710636 h 1173064"/>
                <a:gd name="connsiteX472" fmla="*/ 107001 w 581050"/>
                <a:gd name="connsiteY472" fmla="*/ 713487 h 1173064"/>
                <a:gd name="connsiteX473" fmla="*/ 107988 w 581050"/>
                <a:gd name="connsiteY473" fmla="*/ 718310 h 1173064"/>
                <a:gd name="connsiteX474" fmla="*/ 108426 w 581050"/>
                <a:gd name="connsiteY474" fmla="*/ 722148 h 1173064"/>
                <a:gd name="connsiteX475" fmla="*/ 108207 w 581050"/>
                <a:gd name="connsiteY475" fmla="*/ 725875 h 1173064"/>
                <a:gd name="connsiteX476" fmla="*/ 107001 w 581050"/>
                <a:gd name="connsiteY476" fmla="*/ 730151 h 1173064"/>
                <a:gd name="connsiteX477" fmla="*/ 105247 w 581050"/>
                <a:gd name="connsiteY477" fmla="*/ 735742 h 1173064"/>
                <a:gd name="connsiteX478" fmla="*/ 103822 w 581050"/>
                <a:gd name="connsiteY478" fmla="*/ 741333 h 1173064"/>
                <a:gd name="connsiteX479" fmla="*/ 102506 w 581050"/>
                <a:gd name="connsiteY479" fmla="*/ 746924 h 1173064"/>
                <a:gd name="connsiteX480" fmla="*/ 101081 w 581050"/>
                <a:gd name="connsiteY480" fmla="*/ 752516 h 1173064"/>
                <a:gd name="connsiteX481" fmla="*/ 99985 w 581050"/>
                <a:gd name="connsiteY481" fmla="*/ 759861 h 1173064"/>
                <a:gd name="connsiteX482" fmla="*/ 99985 w 581050"/>
                <a:gd name="connsiteY482" fmla="*/ 770276 h 1173064"/>
                <a:gd name="connsiteX483" fmla="*/ 101410 w 581050"/>
                <a:gd name="connsiteY483" fmla="*/ 780143 h 1173064"/>
                <a:gd name="connsiteX484" fmla="*/ 104699 w 581050"/>
                <a:gd name="connsiteY484" fmla="*/ 785844 h 1173064"/>
                <a:gd name="connsiteX485" fmla="*/ 105357 w 581050"/>
                <a:gd name="connsiteY485" fmla="*/ 786502 h 1173064"/>
                <a:gd name="connsiteX486" fmla="*/ 106124 w 581050"/>
                <a:gd name="connsiteY486" fmla="*/ 787159 h 1173064"/>
                <a:gd name="connsiteX487" fmla="*/ 106782 w 581050"/>
                <a:gd name="connsiteY487" fmla="*/ 787817 h 1173064"/>
                <a:gd name="connsiteX488" fmla="*/ 107549 w 581050"/>
                <a:gd name="connsiteY488" fmla="*/ 788475 h 1173064"/>
                <a:gd name="connsiteX489" fmla="*/ 110729 w 581050"/>
                <a:gd name="connsiteY489" fmla="*/ 791545 h 1173064"/>
                <a:gd name="connsiteX490" fmla="*/ 113908 w 581050"/>
                <a:gd name="connsiteY490" fmla="*/ 794615 h 1173064"/>
                <a:gd name="connsiteX491" fmla="*/ 117197 w 581050"/>
                <a:gd name="connsiteY491" fmla="*/ 797575 h 1173064"/>
                <a:gd name="connsiteX492" fmla="*/ 120705 w 581050"/>
                <a:gd name="connsiteY492" fmla="*/ 800315 h 1173064"/>
                <a:gd name="connsiteX493" fmla="*/ 124433 w 581050"/>
                <a:gd name="connsiteY493" fmla="*/ 803056 h 1173064"/>
                <a:gd name="connsiteX494" fmla="*/ 127722 w 581050"/>
                <a:gd name="connsiteY494" fmla="*/ 805687 h 1173064"/>
                <a:gd name="connsiteX495" fmla="*/ 130024 w 581050"/>
                <a:gd name="connsiteY495" fmla="*/ 808867 h 1173064"/>
                <a:gd name="connsiteX496" fmla="*/ 131120 w 581050"/>
                <a:gd name="connsiteY496" fmla="*/ 813471 h 1173064"/>
                <a:gd name="connsiteX497" fmla="*/ 131668 w 581050"/>
                <a:gd name="connsiteY497" fmla="*/ 815554 h 1173064"/>
                <a:gd name="connsiteX498" fmla="*/ 132436 w 581050"/>
                <a:gd name="connsiteY498" fmla="*/ 818405 h 1173064"/>
                <a:gd name="connsiteX499" fmla="*/ 132874 w 581050"/>
                <a:gd name="connsiteY499" fmla="*/ 821146 h 1173064"/>
                <a:gd name="connsiteX500" fmla="*/ 132545 w 581050"/>
                <a:gd name="connsiteY500" fmla="*/ 823009 h 1173064"/>
                <a:gd name="connsiteX501" fmla="*/ 130572 w 581050"/>
                <a:gd name="connsiteY501" fmla="*/ 823557 h 1173064"/>
                <a:gd name="connsiteX502" fmla="*/ 127722 w 581050"/>
                <a:gd name="connsiteY502" fmla="*/ 822900 h 1173064"/>
                <a:gd name="connsiteX503" fmla="*/ 124871 w 581050"/>
                <a:gd name="connsiteY503" fmla="*/ 822351 h 1173064"/>
                <a:gd name="connsiteX504" fmla="*/ 122679 w 581050"/>
                <a:gd name="connsiteY504" fmla="*/ 823338 h 1173064"/>
                <a:gd name="connsiteX505" fmla="*/ 118732 w 581050"/>
                <a:gd name="connsiteY505" fmla="*/ 829039 h 1173064"/>
                <a:gd name="connsiteX506" fmla="*/ 114785 w 581050"/>
                <a:gd name="connsiteY506" fmla="*/ 834850 h 1173064"/>
                <a:gd name="connsiteX507" fmla="*/ 110838 w 581050"/>
                <a:gd name="connsiteY507" fmla="*/ 840550 h 1173064"/>
                <a:gd name="connsiteX508" fmla="*/ 106891 w 581050"/>
                <a:gd name="connsiteY508" fmla="*/ 846361 h 1173064"/>
                <a:gd name="connsiteX509" fmla="*/ 103493 w 581050"/>
                <a:gd name="connsiteY509" fmla="*/ 849760 h 1173064"/>
                <a:gd name="connsiteX510" fmla="*/ 98121 w 581050"/>
                <a:gd name="connsiteY510" fmla="*/ 850856 h 1173064"/>
                <a:gd name="connsiteX511" fmla="*/ 92091 w 581050"/>
                <a:gd name="connsiteY511" fmla="*/ 850966 h 1173064"/>
                <a:gd name="connsiteX512" fmla="*/ 86829 w 581050"/>
                <a:gd name="connsiteY512" fmla="*/ 851514 h 1173064"/>
                <a:gd name="connsiteX513" fmla="*/ 81347 w 581050"/>
                <a:gd name="connsiteY513" fmla="*/ 852610 h 1173064"/>
                <a:gd name="connsiteX514" fmla="*/ 75646 w 581050"/>
                <a:gd name="connsiteY514" fmla="*/ 853158 h 1173064"/>
                <a:gd name="connsiteX515" fmla="*/ 69945 w 581050"/>
                <a:gd name="connsiteY515" fmla="*/ 853268 h 1173064"/>
                <a:gd name="connsiteX516" fmla="*/ 64354 w 581050"/>
                <a:gd name="connsiteY516" fmla="*/ 853049 h 1173064"/>
                <a:gd name="connsiteX517" fmla="*/ 61942 w 581050"/>
                <a:gd name="connsiteY517" fmla="*/ 853268 h 1173064"/>
                <a:gd name="connsiteX518" fmla="*/ 59750 w 581050"/>
                <a:gd name="connsiteY518" fmla="*/ 853597 h 1173064"/>
                <a:gd name="connsiteX519" fmla="*/ 57886 w 581050"/>
                <a:gd name="connsiteY519" fmla="*/ 854145 h 1173064"/>
                <a:gd name="connsiteX520" fmla="*/ 56132 w 581050"/>
                <a:gd name="connsiteY520" fmla="*/ 855241 h 1173064"/>
                <a:gd name="connsiteX521" fmla="*/ 53610 w 581050"/>
                <a:gd name="connsiteY521" fmla="*/ 858311 h 1173064"/>
                <a:gd name="connsiteX522" fmla="*/ 51308 w 581050"/>
                <a:gd name="connsiteY522" fmla="*/ 862367 h 1173064"/>
                <a:gd name="connsiteX523" fmla="*/ 49225 w 581050"/>
                <a:gd name="connsiteY523" fmla="*/ 866533 h 1173064"/>
                <a:gd name="connsiteX524" fmla="*/ 47361 w 581050"/>
                <a:gd name="connsiteY524" fmla="*/ 870151 h 1173064"/>
                <a:gd name="connsiteX525" fmla="*/ 44730 w 581050"/>
                <a:gd name="connsiteY525" fmla="*/ 875304 h 1173064"/>
                <a:gd name="connsiteX526" fmla="*/ 42428 w 581050"/>
                <a:gd name="connsiteY526" fmla="*/ 880676 h 1173064"/>
                <a:gd name="connsiteX527" fmla="*/ 40235 w 581050"/>
                <a:gd name="connsiteY527" fmla="*/ 886157 h 1173064"/>
                <a:gd name="connsiteX528" fmla="*/ 37933 w 581050"/>
                <a:gd name="connsiteY528" fmla="*/ 891529 h 1173064"/>
                <a:gd name="connsiteX529" fmla="*/ 36727 w 581050"/>
                <a:gd name="connsiteY529" fmla="*/ 893832 h 1173064"/>
                <a:gd name="connsiteX530" fmla="*/ 35521 w 581050"/>
                <a:gd name="connsiteY530" fmla="*/ 896134 h 1173064"/>
                <a:gd name="connsiteX531" fmla="*/ 34534 w 581050"/>
                <a:gd name="connsiteY531" fmla="*/ 898436 h 1173064"/>
                <a:gd name="connsiteX532" fmla="*/ 34205 w 581050"/>
                <a:gd name="connsiteY532" fmla="*/ 900738 h 1173064"/>
                <a:gd name="connsiteX533" fmla="*/ 36617 w 581050"/>
                <a:gd name="connsiteY533" fmla="*/ 908851 h 1173064"/>
                <a:gd name="connsiteX534" fmla="*/ 38920 w 581050"/>
                <a:gd name="connsiteY534" fmla="*/ 916964 h 1173064"/>
                <a:gd name="connsiteX535" fmla="*/ 41112 w 581050"/>
                <a:gd name="connsiteY535" fmla="*/ 925187 h 1173064"/>
                <a:gd name="connsiteX536" fmla="*/ 43305 w 581050"/>
                <a:gd name="connsiteY536" fmla="*/ 933299 h 1173064"/>
                <a:gd name="connsiteX537" fmla="*/ 38042 w 581050"/>
                <a:gd name="connsiteY537" fmla="*/ 932093 h 1173064"/>
                <a:gd name="connsiteX538" fmla="*/ 32780 w 581050"/>
                <a:gd name="connsiteY538" fmla="*/ 930449 h 1173064"/>
                <a:gd name="connsiteX539" fmla="*/ 27628 w 581050"/>
                <a:gd name="connsiteY539" fmla="*/ 928475 h 1173064"/>
                <a:gd name="connsiteX540" fmla="*/ 22694 w 581050"/>
                <a:gd name="connsiteY540" fmla="*/ 926063 h 1173064"/>
                <a:gd name="connsiteX541" fmla="*/ 16335 w 581050"/>
                <a:gd name="connsiteY541" fmla="*/ 924858 h 1173064"/>
                <a:gd name="connsiteX542" fmla="*/ 10634 w 581050"/>
                <a:gd name="connsiteY542" fmla="*/ 927598 h 1173064"/>
                <a:gd name="connsiteX543" fmla="*/ 5372 w 581050"/>
                <a:gd name="connsiteY543" fmla="*/ 932422 h 1173064"/>
                <a:gd name="connsiteX544" fmla="*/ 0 w 581050"/>
                <a:gd name="connsiteY544" fmla="*/ 937575 h 1173064"/>
                <a:gd name="connsiteX545" fmla="*/ 4056 w 581050"/>
                <a:gd name="connsiteY545" fmla="*/ 939987 h 1173064"/>
                <a:gd name="connsiteX546" fmla="*/ 9319 w 581050"/>
                <a:gd name="connsiteY546" fmla="*/ 943166 h 1173064"/>
                <a:gd name="connsiteX547" fmla="*/ 13924 w 581050"/>
                <a:gd name="connsiteY547" fmla="*/ 946674 h 1173064"/>
                <a:gd name="connsiteX548" fmla="*/ 15677 w 581050"/>
                <a:gd name="connsiteY548" fmla="*/ 950183 h 1173064"/>
                <a:gd name="connsiteX549" fmla="*/ 15129 w 581050"/>
                <a:gd name="connsiteY549" fmla="*/ 953143 h 1173064"/>
                <a:gd name="connsiteX550" fmla="*/ 14581 w 581050"/>
                <a:gd name="connsiteY550" fmla="*/ 956103 h 1173064"/>
                <a:gd name="connsiteX551" fmla="*/ 14033 w 581050"/>
                <a:gd name="connsiteY551" fmla="*/ 959063 h 1173064"/>
                <a:gd name="connsiteX552" fmla="*/ 13485 w 581050"/>
                <a:gd name="connsiteY552" fmla="*/ 962023 h 1173064"/>
                <a:gd name="connsiteX553" fmla="*/ 12279 w 581050"/>
                <a:gd name="connsiteY553" fmla="*/ 968491 h 1173064"/>
                <a:gd name="connsiteX554" fmla="*/ 10305 w 581050"/>
                <a:gd name="connsiteY554" fmla="*/ 974850 h 1173064"/>
                <a:gd name="connsiteX555" fmla="*/ 8332 w 581050"/>
                <a:gd name="connsiteY555" fmla="*/ 981209 h 1173064"/>
                <a:gd name="connsiteX556" fmla="*/ 7126 w 581050"/>
                <a:gd name="connsiteY556" fmla="*/ 987677 h 1173064"/>
                <a:gd name="connsiteX557" fmla="*/ 10305 w 581050"/>
                <a:gd name="connsiteY557" fmla="*/ 984717 h 1173064"/>
                <a:gd name="connsiteX558" fmla="*/ 15348 w 581050"/>
                <a:gd name="connsiteY558" fmla="*/ 980222 h 1173064"/>
                <a:gd name="connsiteX559" fmla="*/ 20392 w 581050"/>
                <a:gd name="connsiteY559" fmla="*/ 977043 h 1173064"/>
                <a:gd name="connsiteX560" fmla="*/ 23461 w 581050"/>
                <a:gd name="connsiteY560" fmla="*/ 978139 h 1173064"/>
                <a:gd name="connsiteX561" fmla="*/ 24338 w 581050"/>
                <a:gd name="connsiteY561" fmla="*/ 982305 h 1173064"/>
                <a:gd name="connsiteX562" fmla="*/ 24448 w 581050"/>
                <a:gd name="connsiteY562" fmla="*/ 986142 h 1173064"/>
                <a:gd name="connsiteX563" fmla="*/ 24887 w 581050"/>
                <a:gd name="connsiteY563" fmla="*/ 989870 h 1173064"/>
                <a:gd name="connsiteX564" fmla="*/ 26860 w 581050"/>
                <a:gd name="connsiteY564" fmla="*/ 993707 h 1173064"/>
                <a:gd name="connsiteX565" fmla="*/ 31793 w 581050"/>
                <a:gd name="connsiteY565" fmla="*/ 998750 h 1173064"/>
                <a:gd name="connsiteX566" fmla="*/ 37275 w 581050"/>
                <a:gd name="connsiteY566" fmla="*/ 1003793 h 1173064"/>
                <a:gd name="connsiteX567" fmla="*/ 41551 w 581050"/>
                <a:gd name="connsiteY567" fmla="*/ 1009494 h 1173064"/>
                <a:gd name="connsiteX568" fmla="*/ 42976 w 581050"/>
                <a:gd name="connsiteY568" fmla="*/ 1016620 h 1173064"/>
                <a:gd name="connsiteX569" fmla="*/ 42428 w 581050"/>
                <a:gd name="connsiteY569" fmla="*/ 1019580 h 1173064"/>
                <a:gd name="connsiteX570" fmla="*/ 41332 w 581050"/>
                <a:gd name="connsiteY570" fmla="*/ 1022211 h 1173064"/>
                <a:gd name="connsiteX571" fmla="*/ 39797 w 581050"/>
                <a:gd name="connsiteY571" fmla="*/ 1024623 h 1173064"/>
                <a:gd name="connsiteX572" fmla="*/ 37933 w 581050"/>
                <a:gd name="connsiteY572" fmla="*/ 1026925 h 1173064"/>
                <a:gd name="connsiteX573" fmla="*/ 33767 w 581050"/>
                <a:gd name="connsiteY573" fmla="*/ 1030105 h 1173064"/>
                <a:gd name="connsiteX574" fmla="*/ 29272 w 581050"/>
                <a:gd name="connsiteY574" fmla="*/ 1031749 h 1173064"/>
                <a:gd name="connsiteX575" fmla="*/ 24667 w 581050"/>
                <a:gd name="connsiteY575" fmla="*/ 1033284 h 1173064"/>
                <a:gd name="connsiteX576" fmla="*/ 20172 w 581050"/>
                <a:gd name="connsiteY576" fmla="*/ 1035805 h 1173064"/>
                <a:gd name="connsiteX577" fmla="*/ 17431 w 581050"/>
                <a:gd name="connsiteY577" fmla="*/ 1038765 h 1173064"/>
                <a:gd name="connsiteX578" fmla="*/ 16993 w 581050"/>
                <a:gd name="connsiteY578" fmla="*/ 1041177 h 1173064"/>
                <a:gd name="connsiteX579" fmla="*/ 18089 w 581050"/>
                <a:gd name="connsiteY579" fmla="*/ 1043589 h 1173064"/>
                <a:gd name="connsiteX580" fmla="*/ 20063 w 581050"/>
                <a:gd name="connsiteY580" fmla="*/ 1046440 h 1173064"/>
                <a:gd name="connsiteX581" fmla="*/ 21707 w 581050"/>
                <a:gd name="connsiteY581" fmla="*/ 1049071 h 1173064"/>
                <a:gd name="connsiteX582" fmla="*/ 22694 w 581050"/>
                <a:gd name="connsiteY582" fmla="*/ 1051264 h 1173064"/>
                <a:gd name="connsiteX583" fmla="*/ 23352 w 581050"/>
                <a:gd name="connsiteY583" fmla="*/ 1053785 h 1173064"/>
                <a:gd name="connsiteX584" fmla="*/ 23790 w 581050"/>
                <a:gd name="connsiteY584" fmla="*/ 1057403 h 1173064"/>
                <a:gd name="connsiteX585" fmla="*/ 24887 w 581050"/>
                <a:gd name="connsiteY585" fmla="*/ 1059047 h 1173064"/>
                <a:gd name="connsiteX586" fmla="*/ 27408 w 581050"/>
                <a:gd name="connsiteY586" fmla="*/ 1060363 h 1173064"/>
                <a:gd name="connsiteX587" fmla="*/ 30478 w 581050"/>
                <a:gd name="connsiteY587" fmla="*/ 1061350 h 1173064"/>
                <a:gd name="connsiteX588" fmla="*/ 33109 w 581050"/>
                <a:gd name="connsiteY588" fmla="*/ 1062227 h 1173064"/>
                <a:gd name="connsiteX589" fmla="*/ 37604 w 581050"/>
                <a:gd name="connsiteY589" fmla="*/ 1063981 h 1173064"/>
                <a:gd name="connsiteX590" fmla="*/ 42099 w 581050"/>
                <a:gd name="connsiteY590" fmla="*/ 1065954 h 1173064"/>
                <a:gd name="connsiteX591" fmla="*/ 46594 w 581050"/>
                <a:gd name="connsiteY591" fmla="*/ 1068037 h 1173064"/>
                <a:gd name="connsiteX592" fmla="*/ 51089 w 581050"/>
                <a:gd name="connsiteY592" fmla="*/ 1069901 h 1173064"/>
                <a:gd name="connsiteX593" fmla="*/ 61504 w 581050"/>
                <a:gd name="connsiteY593" fmla="*/ 1073957 h 1173064"/>
                <a:gd name="connsiteX594" fmla="*/ 71919 w 581050"/>
                <a:gd name="connsiteY594" fmla="*/ 1078233 h 1173064"/>
                <a:gd name="connsiteX595" fmla="*/ 82334 w 581050"/>
                <a:gd name="connsiteY595" fmla="*/ 1082509 h 1173064"/>
                <a:gd name="connsiteX596" fmla="*/ 92749 w 581050"/>
                <a:gd name="connsiteY596" fmla="*/ 1086675 h 1173064"/>
                <a:gd name="connsiteX597" fmla="*/ 96477 w 581050"/>
                <a:gd name="connsiteY597" fmla="*/ 1088100 h 1173064"/>
                <a:gd name="connsiteX598" fmla="*/ 100204 w 581050"/>
                <a:gd name="connsiteY598" fmla="*/ 1089416 h 1173064"/>
                <a:gd name="connsiteX599" fmla="*/ 103931 w 581050"/>
                <a:gd name="connsiteY599" fmla="*/ 1090622 h 1173064"/>
                <a:gd name="connsiteX600" fmla="*/ 107659 w 581050"/>
                <a:gd name="connsiteY600" fmla="*/ 1091828 h 1173064"/>
                <a:gd name="connsiteX601" fmla="*/ 112702 w 581050"/>
                <a:gd name="connsiteY601" fmla="*/ 1093582 h 1173064"/>
                <a:gd name="connsiteX602" fmla="*/ 116210 w 581050"/>
                <a:gd name="connsiteY602" fmla="*/ 1094349 h 1173064"/>
                <a:gd name="connsiteX603" fmla="*/ 117964 w 581050"/>
                <a:gd name="connsiteY603" fmla="*/ 1092595 h 1173064"/>
                <a:gd name="connsiteX604" fmla="*/ 117964 w 581050"/>
                <a:gd name="connsiteY604" fmla="*/ 1087113 h 1173064"/>
                <a:gd name="connsiteX605" fmla="*/ 117416 w 581050"/>
                <a:gd name="connsiteY605" fmla="*/ 1084044 h 1173064"/>
                <a:gd name="connsiteX606" fmla="*/ 116649 w 581050"/>
                <a:gd name="connsiteY606" fmla="*/ 1080974 h 1173064"/>
                <a:gd name="connsiteX607" fmla="*/ 115881 w 581050"/>
                <a:gd name="connsiteY607" fmla="*/ 1077904 h 1173064"/>
                <a:gd name="connsiteX608" fmla="*/ 115224 w 581050"/>
                <a:gd name="connsiteY608" fmla="*/ 1074835 h 1173064"/>
                <a:gd name="connsiteX609" fmla="*/ 114566 w 581050"/>
                <a:gd name="connsiteY609" fmla="*/ 1072752 h 1173064"/>
                <a:gd name="connsiteX610" fmla="*/ 113798 w 581050"/>
                <a:gd name="connsiteY610" fmla="*/ 1071436 h 1173064"/>
                <a:gd name="connsiteX611" fmla="*/ 113908 w 581050"/>
                <a:gd name="connsiteY611" fmla="*/ 1070668 h 1173064"/>
                <a:gd name="connsiteX612" fmla="*/ 115662 w 581050"/>
                <a:gd name="connsiteY612" fmla="*/ 1070230 h 1173064"/>
                <a:gd name="connsiteX613" fmla="*/ 117416 w 581050"/>
                <a:gd name="connsiteY613" fmla="*/ 1070778 h 1173064"/>
                <a:gd name="connsiteX614" fmla="*/ 119719 w 581050"/>
                <a:gd name="connsiteY614" fmla="*/ 1072313 h 1173064"/>
                <a:gd name="connsiteX615" fmla="*/ 121911 w 581050"/>
                <a:gd name="connsiteY615" fmla="*/ 1074177 h 1173064"/>
                <a:gd name="connsiteX616" fmla="*/ 123556 w 581050"/>
                <a:gd name="connsiteY616" fmla="*/ 1075602 h 1173064"/>
                <a:gd name="connsiteX617" fmla="*/ 126406 w 581050"/>
                <a:gd name="connsiteY617" fmla="*/ 1079220 h 1173064"/>
                <a:gd name="connsiteX618" fmla="*/ 129805 w 581050"/>
                <a:gd name="connsiteY618" fmla="*/ 1083934 h 1173064"/>
                <a:gd name="connsiteX619" fmla="*/ 133423 w 581050"/>
                <a:gd name="connsiteY619" fmla="*/ 1088210 h 1173064"/>
                <a:gd name="connsiteX620" fmla="*/ 136821 w 581050"/>
                <a:gd name="connsiteY620" fmla="*/ 1090402 h 1173064"/>
                <a:gd name="connsiteX621" fmla="*/ 139672 w 581050"/>
                <a:gd name="connsiteY621" fmla="*/ 1089635 h 1173064"/>
                <a:gd name="connsiteX622" fmla="*/ 142413 w 581050"/>
                <a:gd name="connsiteY622" fmla="*/ 1086784 h 1173064"/>
                <a:gd name="connsiteX623" fmla="*/ 144934 w 581050"/>
                <a:gd name="connsiteY623" fmla="*/ 1083276 h 1173064"/>
                <a:gd name="connsiteX624" fmla="*/ 147127 w 581050"/>
                <a:gd name="connsiteY624" fmla="*/ 1080207 h 1173064"/>
                <a:gd name="connsiteX625" fmla="*/ 147784 w 581050"/>
                <a:gd name="connsiteY625" fmla="*/ 1081303 h 1173064"/>
                <a:gd name="connsiteX626" fmla="*/ 148552 w 581050"/>
                <a:gd name="connsiteY626" fmla="*/ 1082399 h 1173064"/>
                <a:gd name="connsiteX627" fmla="*/ 149210 w 581050"/>
                <a:gd name="connsiteY627" fmla="*/ 1083605 h 1173064"/>
                <a:gd name="connsiteX628" fmla="*/ 149648 w 581050"/>
                <a:gd name="connsiteY628" fmla="*/ 1084811 h 1173064"/>
                <a:gd name="connsiteX629" fmla="*/ 152718 w 581050"/>
                <a:gd name="connsiteY629" fmla="*/ 1090841 h 1173064"/>
                <a:gd name="connsiteX630" fmla="*/ 156226 w 581050"/>
                <a:gd name="connsiteY630" fmla="*/ 1096542 h 1173064"/>
                <a:gd name="connsiteX631" fmla="*/ 159734 w 581050"/>
                <a:gd name="connsiteY631" fmla="*/ 1102243 h 1173064"/>
                <a:gd name="connsiteX632" fmla="*/ 162804 w 581050"/>
                <a:gd name="connsiteY632" fmla="*/ 1108272 h 1173064"/>
                <a:gd name="connsiteX633" fmla="*/ 164777 w 581050"/>
                <a:gd name="connsiteY633" fmla="*/ 1113315 h 1173064"/>
                <a:gd name="connsiteX634" fmla="*/ 166970 w 581050"/>
                <a:gd name="connsiteY634" fmla="*/ 1118687 h 1173064"/>
                <a:gd name="connsiteX635" fmla="*/ 169601 w 581050"/>
                <a:gd name="connsiteY635" fmla="*/ 1123730 h 1173064"/>
                <a:gd name="connsiteX636" fmla="*/ 172890 w 581050"/>
                <a:gd name="connsiteY636" fmla="*/ 1127897 h 1173064"/>
                <a:gd name="connsiteX637" fmla="*/ 176837 w 581050"/>
                <a:gd name="connsiteY637" fmla="*/ 1130747 h 1173064"/>
                <a:gd name="connsiteX638" fmla="*/ 181222 w 581050"/>
                <a:gd name="connsiteY638" fmla="*/ 1132282 h 1173064"/>
                <a:gd name="connsiteX639" fmla="*/ 185827 w 581050"/>
                <a:gd name="connsiteY639" fmla="*/ 1133049 h 1173064"/>
                <a:gd name="connsiteX640" fmla="*/ 190541 w 581050"/>
                <a:gd name="connsiteY640" fmla="*/ 1133597 h 1173064"/>
                <a:gd name="connsiteX641" fmla="*/ 196242 w 581050"/>
                <a:gd name="connsiteY641" fmla="*/ 1134584 h 1173064"/>
                <a:gd name="connsiteX642" fmla="*/ 201833 w 581050"/>
                <a:gd name="connsiteY642" fmla="*/ 1135900 h 1173064"/>
                <a:gd name="connsiteX643" fmla="*/ 207424 w 581050"/>
                <a:gd name="connsiteY643" fmla="*/ 1137434 h 1173064"/>
                <a:gd name="connsiteX644" fmla="*/ 213015 w 581050"/>
                <a:gd name="connsiteY644" fmla="*/ 1139079 h 1173064"/>
                <a:gd name="connsiteX645" fmla="*/ 213564 w 581050"/>
                <a:gd name="connsiteY645" fmla="*/ 1139298 h 1173064"/>
                <a:gd name="connsiteX646" fmla="*/ 214112 w 581050"/>
                <a:gd name="connsiteY646" fmla="*/ 1139518 h 1173064"/>
                <a:gd name="connsiteX647" fmla="*/ 214660 w 581050"/>
                <a:gd name="connsiteY647" fmla="*/ 1139737 h 1173064"/>
                <a:gd name="connsiteX648" fmla="*/ 215208 w 581050"/>
                <a:gd name="connsiteY648" fmla="*/ 1139846 h 1173064"/>
                <a:gd name="connsiteX649" fmla="*/ 221457 w 581050"/>
                <a:gd name="connsiteY649" fmla="*/ 1142368 h 1173064"/>
                <a:gd name="connsiteX650" fmla="*/ 227487 w 581050"/>
                <a:gd name="connsiteY650" fmla="*/ 1144561 h 1173064"/>
                <a:gd name="connsiteX651" fmla="*/ 233626 w 581050"/>
                <a:gd name="connsiteY651" fmla="*/ 1146205 h 1173064"/>
                <a:gd name="connsiteX652" fmla="*/ 240204 w 581050"/>
                <a:gd name="connsiteY652" fmla="*/ 1147192 h 1173064"/>
                <a:gd name="connsiteX653" fmla="*/ 244261 w 581050"/>
                <a:gd name="connsiteY653" fmla="*/ 1147850 h 1173064"/>
                <a:gd name="connsiteX654" fmla="*/ 249742 w 581050"/>
                <a:gd name="connsiteY654" fmla="*/ 1148727 h 1173064"/>
                <a:gd name="connsiteX655" fmla="*/ 255005 w 581050"/>
                <a:gd name="connsiteY655" fmla="*/ 1149165 h 1173064"/>
                <a:gd name="connsiteX656" fmla="*/ 258622 w 581050"/>
                <a:gd name="connsiteY656" fmla="*/ 1148288 h 1173064"/>
                <a:gd name="connsiteX657" fmla="*/ 260925 w 581050"/>
                <a:gd name="connsiteY657" fmla="*/ 1145876 h 1173064"/>
                <a:gd name="connsiteX658" fmla="*/ 262898 w 581050"/>
                <a:gd name="connsiteY658" fmla="*/ 1143245 h 1173064"/>
                <a:gd name="connsiteX659" fmla="*/ 264981 w 581050"/>
                <a:gd name="connsiteY659" fmla="*/ 1140833 h 1173064"/>
                <a:gd name="connsiteX660" fmla="*/ 267941 w 581050"/>
                <a:gd name="connsiteY660" fmla="*/ 1139079 h 1173064"/>
                <a:gd name="connsiteX661" fmla="*/ 273752 w 581050"/>
                <a:gd name="connsiteY661" fmla="*/ 1138421 h 1173064"/>
                <a:gd name="connsiteX662" fmla="*/ 280220 w 581050"/>
                <a:gd name="connsiteY662" fmla="*/ 1137873 h 1173064"/>
                <a:gd name="connsiteX663" fmla="*/ 285921 w 581050"/>
                <a:gd name="connsiteY663" fmla="*/ 1135900 h 1173064"/>
                <a:gd name="connsiteX664" fmla="*/ 289429 w 581050"/>
                <a:gd name="connsiteY664" fmla="*/ 1131186 h 1173064"/>
                <a:gd name="connsiteX665" fmla="*/ 291293 w 581050"/>
                <a:gd name="connsiteY665" fmla="*/ 1132720 h 1173064"/>
                <a:gd name="connsiteX666" fmla="*/ 293157 w 581050"/>
                <a:gd name="connsiteY666" fmla="*/ 1134146 h 1173064"/>
                <a:gd name="connsiteX667" fmla="*/ 295130 w 581050"/>
                <a:gd name="connsiteY667" fmla="*/ 1135352 h 1173064"/>
                <a:gd name="connsiteX668" fmla="*/ 297323 w 581050"/>
                <a:gd name="connsiteY668" fmla="*/ 1136229 h 1173064"/>
                <a:gd name="connsiteX669" fmla="*/ 304010 w 581050"/>
                <a:gd name="connsiteY669" fmla="*/ 1135352 h 1173064"/>
                <a:gd name="connsiteX670" fmla="*/ 310917 w 581050"/>
                <a:gd name="connsiteY670" fmla="*/ 1133817 h 1173064"/>
                <a:gd name="connsiteX671" fmla="*/ 317495 w 581050"/>
                <a:gd name="connsiteY671" fmla="*/ 1132720 h 1173064"/>
                <a:gd name="connsiteX672" fmla="*/ 323415 w 581050"/>
                <a:gd name="connsiteY672" fmla="*/ 1133159 h 1173064"/>
                <a:gd name="connsiteX673" fmla="*/ 324731 w 581050"/>
                <a:gd name="connsiteY673" fmla="*/ 1133159 h 1173064"/>
                <a:gd name="connsiteX674" fmla="*/ 325827 w 581050"/>
                <a:gd name="connsiteY674" fmla="*/ 1132940 h 1173064"/>
                <a:gd name="connsiteX675" fmla="*/ 326814 w 581050"/>
                <a:gd name="connsiteY675" fmla="*/ 1132940 h 1173064"/>
                <a:gd name="connsiteX676" fmla="*/ 328020 w 581050"/>
                <a:gd name="connsiteY676" fmla="*/ 1133926 h 1173064"/>
                <a:gd name="connsiteX677" fmla="*/ 329555 w 581050"/>
                <a:gd name="connsiteY677" fmla="*/ 1135242 h 1173064"/>
                <a:gd name="connsiteX678" fmla="*/ 330432 w 581050"/>
                <a:gd name="connsiteY678" fmla="*/ 1134694 h 1173064"/>
                <a:gd name="connsiteX679" fmla="*/ 331199 w 581050"/>
                <a:gd name="connsiteY679" fmla="*/ 1133597 h 1173064"/>
                <a:gd name="connsiteX680" fmla="*/ 332186 w 581050"/>
                <a:gd name="connsiteY680" fmla="*/ 1133269 h 1173064"/>
                <a:gd name="connsiteX681" fmla="*/ 335256 w 581050"/>
                <a:gd name="connsiteY681" fmla="*/ 1135242 h 1173064"/>
                <a:gd name="connsiteX682" fmla="*/ 337448 w 581050"/>
                <a:gd name="connsiteY682" fmla="*/ 1137106 h 1173064"/>
                <a:gd name="connsiteX683" fmla="*/ 339531 w 581050"/>
                <a:gd name="connsiteY683" fmla="*/ 1137544 h 1173064"/>
                <a:gd name="connsiteX684" fmla="*/ 342272 w 581050"/>
                <a:gd name="connsiteY684" fmla="*/ 1135023 h 1173064"/>
                <a:gd name="connsiteX685" fmla="*/ 344245 w 581050"/>
                <a:gd name="connsiteY685" fmla="*/ 1134475 h 1173064"/>
                <a:gd name="connsiteX686" fmla="*/ 345451 w 581050"/>
                <a:gd name="connsiteY686" fmla="*/ 1137434 h 1173064"/>
                <a:gd name="connsiteX687" fmla="*/ 347096 w 581050"/>
                <a:gd name="connsiteY687" fmla="*/ 1140066 h 1173064"/>
                <a:gd name="connsiteX688" fmla="*/ 350056 w 581050"/>
                <a:gd name="connsiteY688" fmla="*/ 1138421 h 1173064"/>
                <a:gd name="connsiteX689" fmla="*/ 352468 w 581050"/>
                <a:gd name="connsiteY689" fmla="*/ 1139518 h 1173064"/>
                <a:gd name="connsiteX690" fmla="*/ 355099 w 581050"/>
                <a:gd name="connsiteY690" fmla="*/ 1140395 h 1173064"/>
                <a:gd name="connsiteX691" fmla="*/ 357730 w 581050"/>
                <a:gd name="connsiteY691" fmla="*/ 1140395 h 1173064"/>
                <a:gd name="connsiteX692" fmla="*/ 360032 w 581050"/>
                <a:gd name="connsiteY692" fmla="*/ 1138860 h 1173064"/>
                <a:gd name="connsiteX693" fmla="*/ 360800 w 581050"/>
                <a:gd name="connsiteY693" fmla="*/ 1135352 h 1173064"/>
                <a:gd name="connsiteX694" fmla="*/ 360800 w 581050"/>
                <a:gd name="connsiteY694" fmla="*/ 1130199 h 1173064"/>
                <a:gd name="connsiteX695" fmla="*/ 361677 w 581050"/>
                <a:gd name="connsiteY695" fmla="*/ 1126142 h 1173064"/>
                <a:gd name="connsiteX696" fmla="*/ 364856 w 581050"/>
                <a:gd name="connsiteY696" fmla="*/ 1126033 h 1173064"/>
                <a:gd name="connsiteX697" fmla="*/ 367159 w 581050"/>
                <a:gd name="connsiteY697" fmla="*/ 1127348 h 1173064"/>
                <a:gd name="connsiteX698" fmla="*/ 368364 w 581050"/>
                <a:gd name="connsiteY698" fmla="*/ 1127897 h 1173064"/>
                <a:gd name="connsiteX699" fmla="*/ 369571 w 581050"/>
                <a:gd name="connsiteY699" fmla="*/ 1127787 h 1173064"/>
                <a:gd name="connsiteX700" fmla="*/ 371653 w 581050"/>
                <a:gd name="connsiteY700" fmla="*/ 1127239 h 1173064"/>
                <a:gd name="connsiteX701" fmla="*/ 373517 w 581050"/>
                <a:gd name="connsiteY701" fmla="*/ 1126362 h 1173064"/>
                <a:gd name="connsiteX702" fmla="*/ 375271 w 581050"/>
                <a:gd name="connsiteY702" fmla="*/ 1125156 h 1173064"/>
                <a:gd name="connsiteX703" fmla="*/ 377245 w 581050"/>
                <a:gd name="connsiteY703" fmla="*/ 1123950 h 1173064"/>
                <a:gd name="connsiteX704" fmla="*/ 379766 w 581050"/>
                <a:gd name="connsiteY704" fmla="*/ 1123182 h 1173064"/>
                <a:gd name="connsiteX705" fmla="*/ 383494 w 581050"/>
                <a:gd name="connsiteY705" fmla="*/ 1124717 h 1173064"/>
                <a:gd name="connsiteX706" fmla="*/ 385138 w 581050"/>
                <a:gd name="connsiteY706" fmla="*/ 1129212 h 1173064"/>
                <a:gd name="connsiteX707" fmla="*/ 386783 w 581050"/>
                <a:gd name="connsiteY707" fmla="*/ 1134365 h 1173064"/>
                <a:gd name="connsiteX708" fmla="*/ 390401 w 581050"/>
                <a:gd name="connsiteY708" fmla="*/ 1137983 h 1173064"/>
                <a:gd name="connsiteX709" fmla="*/ 393689 w 581050"/>
                <a:gd name="connsiteY709" fmla="*/ 1140395 h 1173064"/>
                <a:gd name="connsiteX710" fmla="*/ 396979 w 581050"/>
                <a:gd name="connsiteY710" fmla="*/ 1143574 h 1173064"/>
                <a:gd name="connsiteX711" fmla="*/ 400267 w 581050"/>
                <a:gd name="connsiteY711" fmla="*/ 1146096 h 1173064"/>
                <a:gd name="connsiteX712" fmla="*/ 403556 w 581050"/>
                <a:gd name="connsiteY712" fmla="*/ 1146644 h 1173064"/>
                <a:gd name="connsiteX713" fmla="*/ 408051 w 581050"/>
                <a:gd name="connsiteY713" fmla="*/ 1146644 h 1173064"/>
                <a:gd name="connsiteX714" fmla="*/ 412875 w 581050"/>
                <a:gd name="connsiteY714" fmla="*/ 1148179 h 1173064"/>
                <a:gd name="connsiteX715" fmla="*/ 417809 w 581050"/>
                <a:gd name="connsiteY715" fmla="*/ 1149823 h 1173064"/>
                <a:gd name="connsiteX716" fmla="*/ 422742 w 581050"/>
                <a:gd name="connsiteY716" fmla="*/ 1150262 h 1173064"/>
                <a:gd name="connsiteX717" fmla="*/ 425812 w 581050"/>
                <a:gd name="connsiteY717" fmla="*/ 1151029 h 1173064"/>
                <a:gd name="connsiteX718" fmla="*/ 429539 w 581050"/>
                <a:gd name="connsiteY718" fmla="*/ 1153112 h 1173064"/>
                <a:gd name="connsiteX719" fmla="*/ 433267 w 581050"/>
                <a:gd name="connsiteY719" fmla="*/ 1155633 h 1173064"/>
                <a:gd name="connsiteX720" fmla="*/ 436446 w 581050"/>
                <a:gd name="connsiteY720" fmla="*/ 1157497 h 1173064"/>
                <a:gd name="connsiteX721" fmla="*/ 439077 w 581050"/>
                <a:gd name="connsiteY721" fmla="*/ 1159909 h 1173064"/>
                <a:gd name="connsiteX722" fmla="*/ 437652 w 581050"/>
                <a:gd name="connsiteY722" fmla="*/ 1162431 h 1173064"/>
                <a:gd name="connsiteX723" fmla="*/ 435459 w 581050"/>
                <a:gd name="connsiteY723" fmla="*/ 1165172 h 1173064"/>
                <a:gd name="connsiteX724" fmla="*/ 435679 w 581050"/>
                <a:gd name="connsiteY724" fmla="*/ 1168351 h 1173064"/>
                <a:gd name="connsiteX725" fmla="*/ 437981 w 581050"/>
                <a:gd name="connsiteY725" fmla="*/ 1170434 h 1173064"/>
                <a:gd name="connsiteX726" fmla="*/ 439845 w 581050"/>
                <a:gd name="connsiteY726" fmla="*/ 1172078 h 1173064"/>
                <a:gd name="connsiteX727" fmla="*/ 441599 w 581050"/>
                <a:gd name="connsiteY727" fmla="*/ 1173832 h 1173064"/>
                <a:gd name="connsiteX728" fmla="*/ 443463 w 581050"/>
                <a:gd name="connsiteY728" fmla="*/ 1176244 h 1173064"/>
                <a:gd name="connsiteX729" fmla="*/ 445546 w 581050"/>
                <a:gd name="connsiteY729" fmla="*/ 1178437 h 1173064"/>
                <a:gd name="connsiteX730" fmla="*/ 447738 w 581050"/>
                <a:gd name="connsiteY730" fmla="*/ 1178327 h 1173064"/>
                <a:gd name="connsiteX731" fmla="*/ 449712 w 581050"/>
                <a:gd name="connsiteY731" fmla="*/ 1176244 h 1173064"/>
                <a:gd name="connsiteX732" fmla="*/ 451027 w 581050"/>
                <a:gd name="connsiteY732" fmla="*/ 1173832 h 1173064"/>
                <a:gd name="connsiteX733" fmla="*/ 452781 w 581050"/>
                <a:gd name="connsiteY733" fmla="*/ 1172736 h 1173064"/>
                <a:gd name="connsiteX734" fmla="*/ 454645 w 581050"/>
                <a:gd name="connsiteY734" fmla="*/ 1171969 h 1173064"/>
                <a:gd name="connsiteX735" fmla="*/ 460127 w 581050"/>
                <a:gd name="connsiteY735" fmla="*/ 1168241 h 1173064"/>
                <a:gd name="connsiteX736" fmla="*/ 461442 w 581050"/>
                <a:gd name="connsiteY736" fmla="*/ 1167035 h 1173064"/>
                <a:gd name="connsiteX737" fmla="*/ 461442 w 581050"/>
                <a:gd name="connsiteY737" fmla="*/ 1167035 h 1173064"/>
                <a:gd name="connsiteX738" fmla="*/ 458044 w 581050"/>
                <a:gd name="connsiteY738" fmla="*/ 1157388 h 1173064"/>
                <a:gd name="connsiteX739" fmla="*/ 456838 w 581050"/>
                <a:gd name="connsiteY739" fmla="*/ 1155195 h 1173064"/>
                <a:gd name="connsiteX740" fmla="*/ 456070 w 581050"/>
                <a:gd name="connsiteY740" fmla="*/ 1152893 h 1173064"/>
                <a:gd name="connsiteX741" fmla="*/ 454316 w 581050"/>
                <a:gd name="connsiteY741" fmla="*/ 1142258 h 1173064"/>
                <a:gd name="connsiteX742" fmla="*/ 453439 w 581050"/>
                <a:gd name="connsiteY742" fmla="*/ 1139408 h 1173064"/>
                <a:gd name="connsiteX743" fmla="*/ 453877 w 581050"/>
                <a:gd name="connsiteY743" fmla="*/ 1133269 h 1173064"/>
                <a:gd name="connsiteX744" fmla="*/ 447958 w 581050"/>
                <a:gd name="connsiteY744" fmla="*/ 1111781 h 1173064"/>
                <a:gd name="connsiteX745" fmla="*/ 451904 w 581050"/>
                <a:gd name="connsiteY745" fmla="*/ 1094459 h 1173064"/>
                <a:gd name="connsiteX746" fmla="*/ 452014 w 581050"/>
                <a:gd name="connsiteY746" fmla="*/ 1088648 h 1173064"/>
                <a:gd name="connsiteX747" fmla="*/ 451685 w 581050"/>
                <a:gd name="connsiteY747" fmla="*/ 1085250 h 1173064"/>
                <a:gd name="connsiteX748" fmla="*/ 451137 w 581050"/>
                <a:gd name="connsiteY748" fmla="*/ 1083167 h 1173064"/>
                <a:gd name="connsiteX749" fmla="*/ 450041 w 581050"/>
                <a:gd name="connsiteY749" fmla="*/ 1083057 h 1173064"/>
                <a:gd name="connsiteX750" fmla="*/ 448067 w 581050"/>
                <a:gd name="connsiteY750" fmla="*/ 1085798 h 1173064"/>
                <a:gd name="connsiteX751" fmla="*/ 447409 w 581050"/>
                <a:gd name="connsiteY751" fmla="*/ 1088648 h 1173064"/>
                <a:gd name="connsiteX752" fmla="*/ 448177 w 581050"/>
                <a:gd name="connsiteY752" fmla="*/ 1095117 h 1173064"/>
                <a:gd name="connsiteX753" fmla="*/ 448067 w 581050"/>
                <a:gd name="connsiteY753" fmla="*/ 1097309 h 1173064"/>
                <a:gd name="connsiteX754" fmla="*/ 446423 w 581050"/>
                <a:gd name="connsiteY754" fmla="*/ 1099283 h 1173064"/>
                <a:gd name="connsiteX755" fmla="*/ 444120 w 581050"/>
                <a:gd name="connsiteY755" fmla="*/ 1100488 h 1173064"/>
                <a:gd name="connsiteX756" fmla="*/ 441818 w 581050"/>
                <a:gd name="connsiteY756" fmla="*/ 1100488 h 1173064"/>
                <a:gd name="connsiteX757" fmla="*/ 440064 w 581050"/>
                <a:gd name="connsiteY757" fmla="*/ 1098734 h 1173064"/>
                <a:gd name="connsiteX758" fmla="*/ 439625 w 581050"/>
                <a:gd name="connsiteY758" fmla="*/ 1095774 h 1173064"/>
                <a:gd name="connsiteX759" fmla="*/ 440393 w 581050"/>
                <a:gd name="connsiteY759" fmla="*/ 1092595 h 1173064"/>
                <a:gd name="connsiteX760" fmla="*/ 447190 w 581050"/>
                <a:gd name="connsiteY760" fmla="*/ 1077027 h 1173064"/>
                <a:gd name="connsiteX761" fmla="*/ 446751 w 581050"/>
                <a:gd name="connsiteY761" fmla="*/ 1072752 h 1173064"/>
                <a:gd name="connsiteX762" fmla="*/ 442914 w 581050"/>
                <a:gd name="connsiteY762" fmla="*/ 1068366 h 1173064"/>
                <a:gd name="connsiteX763" fmla="*/ 448177 w 581050"/>
                <a:gd name="connsiteY763" fmla="*/ 1069901 h 1173064"/>
                <a:gd name="connsiteX764" fmla="*/ 449492 w 581050"/>
                <a:gd name="connsiteY764" fmla="*/ 1069682 h 1173064"/>
                <a:gd name="connsiteX765" fmla="*/ 450479 w 581050"/>
                <a:gd name="connsiteY765" fmla="*/ 1068366 h 1173064"/>
                <a:gd name="connsiteX766" fmla="*/ 450369 w 581050"/>
                <a:gd name="connsiteY766" fmla="*/ 1065406 h 1173064"/>
                <a:gd name="connsiteX767" fmla="*/ 451027 w 581050"/>
                <a:gd name="connsiteY767" fmla="*/ 1063871 h 1173064"/>
                <a:gd name="connsiteX768" fmla="*/ 457605 w 581050"/>
                <a:gd name="connsiteY768" fmla="*/ 1056964 h 1173064"/>
                <a:gd name="connsiteX769" fmla="*/ 459140 w 581050"/>
                <a:gd name="connsiteY769" fmla="*/ 1053895 h 1173064"/>
                <a:gd name="connsiteX770" fmla="*/ 465060 w 581050"/>
                <a:gd name="connsiteY770" fmla="*/ 1031859 h 1173064"/>
                <a:gd name="connsiteX771" fmla="*/ 467143 w 581050"/>
                <a:gd name="connsiteY771" fmla="*/ 1029447 h 1173064"/>
                <a:gd name="connsiteX772" fmla="*/ 467362 w 581050"/>
                <a:gd name="connsiteY772" fmla="*/ 1032845 h 1173064"/>
                <a:gd name="connsiteX773" fmla="*/ 467143 w 581050"/>
                <a:gd name="connsiteY773" fmla="*/ 1045124 h 1173064"/>
                <a:gd name="connsiteX774" fmla="*/ 469445 w 581050"/>
                <a:gd name="connsiteY774" fmla="*/ 1019032 h 1173064"/>
                <a:gd name="connsiteX775" fmla="*/ 464293 w 581050"/>
                <a:gd name="connsiteY775" fmla="*/ 957638 h 1173064"/>
                <a:gd name="connsiteX776" fmla="*/ 466376 w 581050"/>
                <a:gd name="connsiteY776" fmla="*/ 919157 h 1173064"/>
                <a:gd name="connsiteX777" fmla="*/ 469555 w 581050"/>
                <a:gd name="connsiteY777" fmla="*/ 898655 h 1173064"/>
                <a:gd name="connsiteX778" fmla="*/ 473392 w 581050"/>
                <a:gd name="connsiteY778" fmla="*/ 855241 h 1173064"/>
                <a:gd name="connsiteX779" fmla="*/ 471200 w 581050"/>
                <a:gd name="connsiteY779" fmla="*/ 847677 h 1173064"/>
                <a:gd name="connsiteX780" fmla="*/ 469445 w 581050"/>
                <a:gd name="connsiteY780" fmla="*/ 854035 h 1173064"/>
                <a:gd name="connsiteX781" fmla="*/ 468459 w 581050"/>
                <a:gd name="connsiteY781" fmla="*/ 868178 h 1173064"/>
                <a:gd name="connsiteX782" fmla="*/ 467143 w 581050"/>
                <a:gd name="connsiteY782" fmla="*/ 873988 h 1173064"/>
                <a:gd name="connsiteX783" fmla="*/ 465828 w 581050"/>
                <a:gd name="connsiteY783" fmla="*/ 873988 h 1173064"/>
                <a:gd name="connsiteX784" fmla="*/ 467143 w 581050"/>
                <a:gd name="connsiteY784" fmla="*/ 854364 h 1173064"/>
                <a:gd name="connsiteX785" fmla="*/ 466157 w 581050"/>
                <a:gd name="connsiteY785" fmla="*/ 848992 h 1173064"/>
                <a:gd name="connsiteX786" fmla="*/ 463416 w 581050"/>
                <a:gd name="connsiteY786" fmla="*/ 846580 h 1173064"/>
                <a:gd name="connsiteX787" fmla="*/ 459140 w 581050"/>
                <a:gd name="connsiteY787" fmla="*/ 846032 h 1173064"/>
                <a:gd name="connsiteX788" fmla="*/ 453658 w 581050"/>
                <a:gd name="connsiteY788" fmla="*/ 846142 h 1173064"/>
                <a:gd name="connsiteX789" fmla="*/ 453658 w 581050"/>
                <a:gd name="connsiteY789" fmla="*/ 844826 h 1173064"/>
                <a:gd name="connsiteX790" fmla="*/ 467691 w 581050"/>
                <a:gd name="connsiteY790" fmla="*/ 846251 h 1173064"/>
                <a:gd name="connsiteX791" fmla="*/ 471200 w 581050"/>
                <a:gd name="connsiteY791" fmla="*/ 844826 h 1173064"/>
                <a:gd name="connsiteX792" fmla="*/ 472844 w 581050"/>
                <a:gd name="connsiteY792" fmla="*/ 841099 h 1173064"/>
                <a:gd name="connsiteX793" fmla="*/ 474488 w 581050"/>
                <a:gd name="connsiteY793" fmla="*/ 797684 h 1173064"/>
                <a:gd name="connsiteX794" fmla="*/ 475475 w 581050"/>
                <a:gd name="connsiteY794" fmla="*/ 788914 h 1173064"/>
                <a:gd name="connsiteX795" fmla="*/ 476243 w 581050"/>
                <a:gd name="connsiteY795" fmla="*/ 781459 h 1173064"/>
                <a:gd name="connsiteX796" fmla="*/ 487425 w 581050"/>
                <a:gd name="connsiteY796" fmla="*/ 688600 h 1173064"/>
                <a:gd name="connsiteX797" fmla="*/ 506391 w 581050"/>
                <a:gd name="connsiteY797" fmla="*/ 617010 h 1173064"/>
                <a:gd name="connsiteX798" fmla="*/ 525358 w 581050"/>
                <a:gd name="connsiteY798" fmla="*/ 545311 h 1173064"/>
                <a:gd name="connsiteX799" fmla="*/ 552875 w 581050"/>
                <a:gd name="connsiteY799" fmla="*/ 499704 h 1173064"/>
                <a:gd name="connsiteX800" fmla="*/ 564277 w 581050"/>
                <a:gd name="connsiteY800" fmla="*/ 475914 h 1173064"/>
                <a:gd name="connsiteX801" fmla="*/ 571513 w 581050"/>
                <a:gd name="connsiteY801" fmla="*/ 457495 h 1173064"/>
                <a:gd name="connsiteX802" fmla="*/ 576775 w 581050"/>
                <a:gd name="connsiteY802" fmla="*/ 444011 h 1173064"/>
                <a:gd name="connsiteX803" fmla="*/ 579078 w 581050"/>
                <a:gd name="connsiteY803" fmla="*/ 435240 h 1173064"/>
                <a:gd name="connsiteX804" fmla="*/ 581380 w 581050"/>
                <a:gd name="connsiteY804" fmla="*/ 431512 h 1173064"/>
                <a:gd name="connsiteX805" fmla="*/ 583244 w 581050"/>
                <a:gd name="connsiteY805" fmla="*/ 427347 h 1173064"/>
                <a:gd name="connsiteX806" fmla="*/ 583353 w 581050"/>
                <a:gd name="connsiteY806" fmla="*/ 417260 h 1173064"/>
                <a:gd name="connsiteX807" fmla="*/ 584778 w 581050"/>
                <a:gd name="connsiteY807" fmla="*/ 412875 h 1173064"/>
                <a:gd name="connsiteX808" fmla="*/ 582805 w 581050"/>
                <a:gd name="connsiteY808" fmla="*/ 404324 h 1173064"/>
                <a:gd name="connsiteX809" fmla="*/ 589273 w 581050"/>
                <a:gd name="connsiteY809" fmla="*/ 375161 h 1173064"/>
                <a:gd name="connsiteX810" fmla="*/ 589273 w 581050"/>
                <a:gd name="connsiteY810" fmla="*/ 375161 h 1173064"/>
                <a:gd name="connsiteX811" fmla="*/ 456070 w 581050"/>
                <a:gd name="connsiteY811" fmla="*/ 1073300 h 1173064"/>
                <a:gd name="connsiteX812" fmla="*/ 454755 w 581050"/>
                <a:gd name="connsiteY812" fmla="*/ 1075163 h 1173064"/>
                <a:gd name="connsiteX813" fmla="*/ 451795 w 581050"/>
                <a:gd name="connsiteY813" fmla="*/ 1078452 h 1173064"/>
                <a:gd name="connsiteX814" fmla="*/ 450589 w 581050"/>
                <a:gd name="connsiteY814" fmla="*/ 1080864 h 1173064"/>
                <a:gd name="connsiteX815" fmla="*/ 455632 w 581050"/>
                <a:gd name="connsiteY815" fmla="*/ 1078781 h 1173064"/>
                <a:gd name="connsiteX816" fmla="*/ 459907 w 581050"/>
                <a:gd name="connsiteY816" fmla="*/ 1072642 h 1173064"/>
                <a:gd name="connsiteX817" fmla="*/ 462210 w 581050"/>
                <a:gd name="connsiteY817" fmla="*/ 1065845 h 1173064"/>
                <a:gd name="connsiteX818" fmla="*/ 461442 w 581050"/>
                <a:gd name="connsiteY818" fmla="*/ 1061788 h 1173064"/>
                <a:gd name="connsiteX819" fmla="*/ 459469 w 581050"/>
                <a:gd name="connsiteY819" fmla="*/ 1064420 h 1173064"/>
                <a:gd name="connsiteX820" fmla="*/ 456070 w 581050"/>
                <a:gd name="connsiteY820" fmla="*/ 1073300 h 117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</a:cxnLst>
              <a:rect l="l" t="t" r="r" b="b"/>
              <a:pathLst>
                <a:path w="581050" h="1173064">
                  <a:moveTo>
                    <a:pt x="589273" y="375161"/>
                  </a:moveTo>
                  <a:lnTo>
                    <a:pt x="576337" y="376258"/>
                  </a:lnTo>
                  <a:lnTo>
                    <a:pt x="566909" y="375600"/>
                  </a:lnTo>
                  <a:lnTo>
                    <a:pt x="564277" y="376258"/>
                  </a:lnTo>
                  <a:lnTo>
                    <a:pt x="563729" y="379766"/>
                  </a:lnTo>
                  <a:lnTo>
                    <a:pt x="560111" y="383165"/>
                  </a:lnTo>
                  <a:lnTo>
                    <a:pt x="555507" y="384590"/>
                  </a:lnTo>
                  <a:lnTo>
                    <a:pt x="552108" y="382178"/>
                  </a:lnTo>
                  <a:lnTo>
                    <a:pt x="547613" y="385467"/>
                  </a:lnTo>
                  <a:lnTo>
                    <a:pt x="546846" y="386673"/>
                  </a:lnTo>
                  <a:lnTo>
                    <a:pt x="547394" y="390620"/>
                  </a:lnTo>
                  <a:lnTo>
                    <a:pt x="548819" y="395553"/>
                  </a:lnTo>
                  <a:lnTo>
                    <a:pt x="548710" y="399829"/>
                  </a:lnTo>
                  <a:lnTo>
                    <a:pt x="544763" y="401693"/>
                  </a:lnTo>
                  <a:lnTo>
                    <a:pt x="542789" y="401035"/>
                  </a:lnTo>
                  <a:lnTo>
                    <a:pt x="542022" y="399610"/>
                  </a:lnTo>
                  <a:lnTo>
                    <a:pt x="541474" y="397965"/>
                  </a:lnTo>
                  <a:lnTo>
                    <a:pt x="540158" y="396869"/>
                  </a:lnTo>
                  <a:lnTo>
                    <a:pt x="538623" y="396869"/>
                  </a:lnTo>
                  <a:lnTo>
                    <a:pt x="538294" y="397855"/>
                  </a:lnTo>
                  <a:lnTo>
                    <a:pt x="538185" y="399171"/>
                  </a:lnTo>
                  <a:lnTo>
                    <a:pt x="537308" y="399938"/>
                  </a:lnTo>
                  <a:lnTo>
                    <a:pt x="533142" y="399171"/>
                  </a:lnTo>
                  <a:lnTo>
                    <a:pt x="531168" y="395992"/>
                  </a:lnTo>
                  <a:lnTo>
                    <a:pt x="530072" y="392593"/>
                  </a:lnTo>
                  <a:lnTo>
                    <a:pt x="528647" y="390949"/>
                  </a:lnTo>
                  <a:lnTo>
                    <a:pt x="524481" y="390839"/>
                  </a:lnTo>
                  <a:lnTo>
                    <a:pt x="521192" y="390181"/>
                  </a:lnTo>
                  <a:lnTo>
                    <a:pt x="518012" y="388866"/>
                  </a:lnTo>
                  <a:lnTo>
                    <a:pt x="514504" y="386454"/>
                  </a:lnTo>
                  <a:lnTo>
                    <a:pt x="505624" y="377354"/>
                  </a:lnTo>
                  <a:lnTo>
                    <a:pt x="499923" y="374833"/>
                  </a:lnTo>
                  <a:lnTo>
                    <a:pt x="497840" y="371873"/>
                  </a:lnTo>
                  <a:lnTo>
                    <a:pt x="496196" y="368364"/>
                  </a:lnTo>
                  <a:lnTo>
                    <a:pt x="494332" y="365514"/>
                  </a:lnTo>
                  <a:lnTo>
                    <a:pt x="490604" y="362554"/>
                  </a:lnTo>
                  <a:lnTo>
                    <a:pt x="486987" y="360800"/>
                  </a:lnTo>
                  <a:lnTo>
                    <a:pt x="483040" y="359923"/>
                  </a:lnTo>
                  <a:lnTo>
                    <a:pt x="465828" y="358826"/>
                  </a:lnTo>
                  <a:lnTo>
                    <a:pt x="463196" y="358059"/>
                  </a:lnTo>
                  <a:lnTo>
                    <a:pt x="462758" y="354660"/>
                  </a:lnTo>
                  <a:lnTo>
                    <a:pt x="458921" y="353564"/>
                  </a:lnTo>
                  <a:lnTo>
                    <a:pt x="443901" y="353564"/>
                  </a:lnTo>
                  <a:lnTo>
                    <a:pt x="431403" y="355099"/>
                  </a:lnTo>
                  <a:lnTo>
                    <a:pt x="420111" y="353454"/>
                  </a:lnTo>
                  <a:lnTo>
                    <a:pt x="417370" y="353564"/>
                  </a:lnTo>
                  <a:lnTo>
                    <a:pt x="411231" y="356853"/>
                  </a:lnTo>
                  <a:lnTo>
                    <a:pt x="407065" y="358278"/>
                  </a:lnTo>
                  <a:lnTo>
                    <a:pt x="405201" y="357292"/>
                  </a:lnTo>
                  <a:lnTo>
                    <a:pt x="403556" y="352029"/>
                  </a:lnTo>
                  <a:lnTo>
                    <a:pt x="399610" y="351152"/>
                  </a:lnTo>
                  <a:lnTo>
                    <a:pt x="390291" y="353564"/>
                  </a:lnTo>
                  <a:lnTo>
                    <a:pt x="383384" y="353235"/>
                  </a:lnTo>
                  <a:lnTo>
                    <a:pt x="375929" y="351042"/>
                  </a:lnTo>
                  <a:lnTo>
                    <a:pt x="360581" y="343149"/>
                  </a:lnTo>
                  <a:lnTo>
                    <a:pt x="358717" y="341066"/>
                  </a:lnTo>
                  <a:lnTo>
                    <a:pt x="354112" y="334049"/>
                  </a:lnTo>
                  <a:lnTo>
                    <a:pt x="352906" y="332515"/>
                  </a:lnTo>
                  <a:lnTo>
                    <a:pt x="347644" y="332405"/>
                  </a:lnTo>
                  <a:lnTo>
                    <a:pt x="345342" y="331637"/>
                  </a:lnTo>
                  <a:lnTo>
                    <a:pt x="345342" y="329445"/>
                  </a:lnTo>
                  <a:lnTo>
                    <a:pt x="346877" y="324950"/>
                  </a:lnTo>
                  <a:lnTo>
                    <a:pt x="341395" y="323415"/>
                  </a:lnTo>
                  <a:lnTo>
                    <a:pt x="335146" y="319797"/>
                  </a:lnTo>
                  <a:lnTo>
                    <a:pt x="329664" y="318043"/>
                  </a:lnTo>
                  <a:lnTo>
                    <a:pt x="326485" y="321990"/>
                  </a:lnTo>
                  <a:lnTo>
                    <a:pt x="322429" y="316947"/>
                  </a:lnTo>
                  <a:lnTo>
                    <a:pt x="316837" y="314645"/>
                  </a:lnTo>
                  <a:lnTo>
                    <a:pt x="310698" y="313000"/>
                  </a:lnTo>
                  <a:lnTo>
                    <a:pt x="304997" y="309930"/>
                  </a:lnTo>
                  <a:lnTo>
                    <a:pt x="293376" y="314425"/>
                  </a:lnTo>
                  <a:lnTo>
                    <a:pt x="290745" y="313877"/>
                  </a:lnTo>
                  <a:lnTo>
                    <a:pt x="288552" y="312452"/>
                  </a:lnTo>
                  <a:lnTo>
                    <a:pt x="284496" y="308505"/>
                  </a:lnTo>
                  <a:lnTo>
                    <a:pt x="282961" y="308067"/>
                  </a:lnTo>
                  <a:lnTo>
                    <a:pt x="281207" y="307847"/>
                  </a:lnTo>
                  <a:lnTo>
                    <a:pt x="280768" y="306751"/>
                  </a:lnTo>
                  <a:lnTo>
                    <a:pt x="283290" y="303791"/>
                  </a:lnTo>
                  <a:lnTo>
                    <a:pt x="281316" y="301818"/>
                  </a:lnTo>
                  <a:lnTo>
                    <a:pt x="279014" y="300941"/>
                  </a:lnTo>
                  <a:lnTo>
                    <a:pt x="276383" y="300721"/>
                  </a:lnTo>
                  <a:lnTo>
                    <a:pt x="273642" y="300941"/>
                  </a:lnTo>
                  <a:lnTo>
                    <a:pt x="274410" y="297213"/>
                  </a:lnTo>
                  <a:lnTo>
                    <a:pt x="272326" y="294582"/>
                  </a:lnTo>
                  <a:lnTo>
                    <a:pt x="265529" y="290306"/>
                  </a:lnTo>
                  <a:lnTo>
                    <a:pt x="262569" y="286688"/>
                  </a:lnTo>
                  <a:lnTo>
                    <a:pt x="261473" y="285811"/>
                  </a:lnTo>
                  <a:lnTo>
                    <a:pt x="259719" y="285702"/>
                  </a:lnTo>
                  <a:lnTo>
                    <a:pt x="258294" y="286579"/>
                  </a:lnTo>
                  <a:lnTo>
                    <a:pt x="256759" y="287017"/>
                  </a:lnTo>
                  <a:lnTo>
                    <a:pt x="254566" y="285811"/>
                  </a:lnTo>
                  <a:lnTo>
                    <a:pt x="253360" y="287237"/>
                  </a:lnTo>
                  <a:lnTo>
                    <a:pt x="251716" y="287675"/>
                  </a:lnTo>
                  <a:lnTo>
                    <a:pt x="249852" y="287237"/>
                  </a:lnTo>
                  <a:lnTo>
                    <a:pt x="247988" y="285921"/>
                  </a:lnTo>
                  <a:lnTo>
                    <a:pt x="243493" y="286908"/>
                  </a:lnTo>
                  <a:lnTo>
                    <a:pt x="236258" y="281536"/>
                  </a:lnTo>
                  <a:lnTo>
                    <a:pt x="233188" y="284605"/>
                  </a:lnTo>
                  <a:lnTo>
                    <a:pt x="231434" y="281207"/>
                  </a:lnTo>
                  <a:lnTo>
                    <a:pt x="229680" y="280001"/>
                  </a:lnTo>
                  <a:lnTo>
                    <a:pt x="224966" y="279891"/>
                  </a:lnTo>
                  <a:lnTo>
                    <a:pt x="221567" y="281207"/>
                  </a:lnTo>
                  <a:lnTo>
                    <a:pt x="220251" y="281426"/>
                  </a:lnTo>
                  <a:lnTo>
                    <a:pt x="219045" y="280987"/>
                  </a:lnTo>
                  <a:lnTo>
                    <a:pt x="217730" y="279014"/>
                  </a:lnTo>
                  <a:lnTo>
                    <a:pt x="216743" y="278356"/>
                  </a:lnTo>
                  <a:lnTo>
                    <a:pt x="212796" y="278247"/>
                  </a:lnTo>
                  <a:lnTo>
                    <a:pt x="209069" y="278685"/>
                  </a:lnTo>
                  <a:lnTo>
                    <a:pt x="205341" y="278027"/>
                  </a:lnTo>
                  <a:lnTo>
                    <a:pt x="201175" y="274629"/>
                  </a:lnTo>
                  <a:lnTo>
                    <a:pt x="200737" y="272217"/>
                  </a:lnTo>
                  <a:lnTo>
                    <a:pt x="202052" y="269476"/>
                  </a:lnTo>
                  <a:lnTo>
                    <a:pt x="203806" y="266626"/>
                  </a:lnTo>
                  <a:lnTo>
                    <a:pt x="204684" y="264104"/>
                  </a:lnTo>
                  <a:lnTo>
                    <a:pt x="204245" y="261254"/>
                  </a:lnTo>
                  <a:lnTo>
                    <a:pt x="201943" y="255114"/>
                  </a:lnTo>
                  <a:lnTo>
                    <a:pt x="199531" y="252154"/>
                  </a:lnTo>
                  <a:lnTo>
                    <a:pt x="194488" y="250839"/>
                  </a:lnTo>
                  <a:lnTo>
                    <a:pt x="189773" y="248865"/>
                  </a:lnTo>
                  <a:lnTo>
                    <a:pt x="188458" y="243713"/>
                  </a:lnTo>
                  <a:lnTo>
                    <a:pt x="187033" y="232859"/>
                  </a:lnTo>
                  <a:lnTo>
                    <a:pt x="186485" y="229351"/>
                  </a:lnTo>
                  <a:lnTo>
                    <a:pt x="178591" y="206109"/>
                  </a:lnTo>
                  <a:lnTo>
                    <a:pt x="176069" y="195584"/>
                  </a:lnTo>
                  <a:lnTo>
                    <a:pt x="173219" y="186046"/>
                  </a:lnTo>
                  <a:lnTo>
                    <a:pt x="170369" y="182318"/>
                  </a:lnTo>
                  <a:lnTo>
                    <a:pt x="167080" y="178920"/>
                  </a:lnTo>
                  <a:lnTo>
                    <a:pt x="164229" y="175302"/>
                  </a:lnTo>
                  <a:lnTo>
                    <a:pt x="157870" y="167518"/>
                  </a:lnTo>
                  <a:lnTo>
                    <a:pt x="155678" y="164558"/>
                  </a:lnTo>
                  <a:lnTo>
                    <a:pt x="147784" y="158199"/>
                  </a:lnTo>
                  <a:lnTo>
                    <a:pt x="145921" y="156336"/>
                  </a:lnTo>
                  <a:lnTo>
                    <a:pt x="145044" y="153924"/>
                  </a:lnTo>
                  <a:lnTo>
                    <a:pt x="145044" y="149429"/>
                  </a:lnTo>
                  <a:lnTo>
                    <a:pt x="144495" y="147017"/>
                  </a:lnTo>
                  <a:lnTo>
                    <a:pt x="143180" y="145263"/>
                  </a:lnTo>
                  <a:lnTo>
                    <a:pt x="141645" y="144824"/>
                  </a:lnTo>
                  <a:lnTo>
                    <a:pt x="139891" y="144715"/>
                  </a:lnTo>
                  <a:lnTo>
                    <a:pt x="138246" y="144057"/>
                  </a:lnTo>
                  <a:lnTo>
                    <a:pt x="135286" y="141645"/>
                  </a:lnTo>
                  <a:lnTo>
                    <a:pt x="134519" y="140439"/>
                  </a:lnTo>
                  <a:lnTo>
                    <a:pt x="131011" y="135505"/>
                  </a:lnTo>
                  <a:lnTo>
                    <a:pt x="134848" y="128270"/>
                  </a:lnTo>
                  <a:lnTo>
                    <a:pt x="135396" y="126296"/>
                  </a:lnTo>
                  <a:lnTo>
                    <a:pt x="134957" y="124323"/>
                  </a:lnTo>
                  <a:lnTo>
                    <a:pt x="134080" y="122679"/>
                  </a:lnTo>
                  <a:lnTo>
                    <a:pt x="133203" y="121363"/>
                  </a:lnTo>
                  <a:lnTo>
                    <a:pt x="132765" y="120376"/>
                  </a:lnTo>
                  <a:lnTo>
                    <a:pt x="133203" y="115991"/>
                  </a:lnTo>
                  <a:lnTo>
                    <a:pt x="136054" y="106453"/>
                  </a:lnTo>
                  <a:lnTo>
                    <a:pt x="136821" y="102177"/>
                  </a:lnTo>
                  <a:lnTo>
                    <a:pt x="136383" y="97902"/>
                  </a:lnTo>
                  <a:lnTo>
                    <a:pt x="135067" y="93955"/>
                  </a:lnTo>
                  <a:lnTo>
                    <a:pt x="132874" y="90337"/>
                  </a:lnTo>
                  <a:lnTo>
                    <a:pt x="130024" y="86938"/>
                  </a:lnTo>
                  <a:lnTo>
                    <a:pt x="129476" y="86609"/>
                  </a:lnTo>
                  <a:lnTo>
                    <a:pt x="127173" y="85513"/>
                  </a:lnTo>
                  <a:lnTo>
                    <a:pt x="126735" y="84746"/>
                  </a:lnTo>
                  <a:lnTo>
                    <a:pt x="126297" y="82992"/>
                  </a:lnTo>
                  <a:lnTo>
                    <a:pt x="125968" y="82334"/>
                  </a:lnTo>
                  <a:lnTo>
                    <a:pt x="124652" y="81566"/>
                  </a:lnTo>
                  <a:lnTo>
                    <a:pt x="119061" y="79374"/>
                  </a:lnTo>
                  <a:lnTo>
                    <a:pt x="120376" y="77071"/>
                  </a:lnTo>
                  <a:lnTo>
                    <a:pt x="123775" y="73344"/>
                  </a:lnTo>
                  <a:lnTo>
                    <a:pt x="124433" y="71261"/>
                  </a:lnTo>
                  <a:lnTo>
                    <a:pt x="124652" y="68959"/>
                  </a:lnTo>
                  <a:lnTo>
                    <a:pt x="125639" y="66108"/>
                  </a:lnTo>
                  <a:lnTo>
                    <a:pt x="126297" y="61723"/>
                  </a:lnTo>
                  <a:lnTo>
                    <a:pt x="128050" y="56680"/>
                  </a:lnTo>
                  <a:lnTo>
                    <a:pt x="128599" y="54049"/>
                  </a:lnTo>
                  <a:lnTo>
                    <a:pt x="128489" y="45826"/>
                  </a:lnTo>
                  <a:lnTo>
                    <a:pt x="128599" y="44840"/>
                  </a:lnTo>
                  <a:lnTo>
                    <a:pt x="127941" y="41660"/>
                  </a:lnTo>
                  <a:lnTo>
                    <a:pt x="127173" y="39796"/>
                  </a:lnTo>
                  <a:lnTo>
                    <a:pt x="125639" y="38919"/>
                  </a:lnTo>
                  <a:lnTo>
                    <a:pt x="122569" y="38700"/>
                  </a:lnTo>
                  <a:lnTo>
                    <a:pt x="121473" y="37714"/>
                  </a:lnTo>
                  <a:lnTo>
                    <a:pt x="121363" y="35411"/>
                  </a:lnTo>
                  <a:lnTo>
                    <a:pt x="121911" y="30368"/>
                  </a:lnTo>
                  <a:lnTo>
                    <a:pt x="121911" y="21488"/>
                  </a:lnTo>
                  <a:lnTo>
                    <a:pt x="120376" y="18199"/>
                  </a:lnTo>
                  <a:lnTo>
                    <a:pt x="116429" y="14581"/>
                  </a:lnTo>
                  <a:lnTo>
                    <a:pt x="112483" y="12608"/>
                  </a:lnTo>
                  <a:lnTo>
                    <a:pt x="109084" y="11511"/>
                  </a:lnTo>
                  <a:lnTo>
                    <a:pt x="107878" y="10525"/>
                  </a:lnTo>
                  <a:lnTo>
                    <a:pt x="105466" y="6249"/>
                  </a:lnTo>
                  <a:lnTo>
                    <a:pt x="103493" y="5262"/>
                  </a:lnTo>
                  <a:lnTo>
                    <a:pt x="101081" y="5920"/>
                  </a:lnTo>
                  <a:lnTo>
                    <a:pt x="96915" y="8222"/>
                  </a:lnTo>
                  <a:lnTo>
                    <a:pt x="94722" y="8332"/>
                  </a:lnTo>
                  <a:lnTo>
                    <a:pt x="93955" y="7455"/>
                  </a:lnTo>
                  <a:lnTo>
                    <a:pt x="91982" y="3618"/>
                  </a:lnTo>
                  <a:lnTo>
                    <a:pt x="90775" y="2412"/>
                  </a:lnTo>
                  <a:lnTo>
                    <a:pt x="83759" y="2412"/>
                  </a:lnTo>
                  <a:lnTo>
                    <a:pt x="82663" y="1535"/>
                  </a:lnTo>
                  <a:lnTo>
                    <a:pt x="81676" y="0"/>
                  </a:lnTo>
                  <a:lnTo>
                    <a:pt x="81566" y="0"/>
                  </a:lnTo>
                  <a:lnTo>
                    <a:pt x="81018" y="219"/>
                  </a:lnTo>
                  <a:lnTo>
                    <a:pt x="71042" y="4714"/>
                  </a:lnTo>
                  <a:lnTo>
                    <a:pt x="61175" y="9757"/>
                  </a:lnTo>
                  <a:lnTo>
                    <a:pt x="51527" y="15349"/>
                  </a:lnTo>
                  <a:lnTo>
                    <a:pt x="42428" y="21598"/>
                  </a:lnTo>
                  <a:lnTo>
                    <a:pt x="41551" y="24667"/>
                  </a:lnTo>
                  <a:lnTo>
                    <a:pt x="41551" y="30039"/>
                  </a:lnTo>
                  <a:lnTo>
                    <a:pt x="42318" y="35192"/>
                  </a:lnTo>
                  <a:lnTo>
                    <a:pt x="43743" y="37714"/>
                  </a:lnTo>
                  <a:lnTo>
                    <a:pt x="49883" y="38700"/>
                  </a:lnTo>
                  <a:lnTo>
                    <a:pt x="56132" y="39687"/>
                  </a:lnTo>
                  <a:lnTo>
                    <a:pt x="62271" y="40674"/>
                  </a:lnTo>
                  <a:lnTo>
                    <a:pt x="68520" y="41660"/>
                  </a:lnTo>
                  <a:lnTo>
                    <a:pt x="72796" y="48567"/>
                  </a:lnTo>
                  <a:lnTo>
                    <a:pt x="75975" y="63367"/>
                  </a:lnTo>
                  <a:lnTo>
                    <a:pt x="78168" y="79374"/>
                  </a:lnTo>
                  <a:lnTo>
                    <a:pt x="79593" y="89898"/>
                  </a:lnTo>
                  <a:lnTo>
                    <a:pt x="80032" y="93626"/>
                  </a:lnTo>
                  <a:lnTo>
                    <a:pt x="80580" y="98888"/>
                  </a:lnTo>
                  <a:lnTo>
                    <a:pt x="81566" y="103931"/>
                  </a:lnTo>
                  <a:lnTo>
                    <a:pt x="83101" y="107001"/>
                  </a:lnTo>
                  <a:lnTo>
                    <a:pt x="87268" y="110838"/>
                  </a:lnTo>
                  <a:lnTo>
                    <a:pt x="88583" y="114127"/>
                  </a:lnTo>
                  <a:lnTo>
                    <a:pt x="87816" y="118184"/>
                  </a:lnTo>
                  <a:lnTo>
                    <a:pt x="85952" y="124323"/>
                  </a:lnTo>
                  <a:lnTo>
                    <a:pt x="82444" y="135177"/>
                  </a:lnTo>
                  <a:lnTo>
                    <a:pt x="78387" y="149538"/>
                  </a:lnTo>
                  <a:lnTo>
                    <a:pt x="77620" y="162914"/>
                  </a:lnTo>
                  <a:lnTo>
                    <a:pt x="83869" y="170807"/>
                  </a:lnTo>
                  <a:lnTo>
                    <a:pt x="85952" y="170697"/>
                  </a:lnTo>
                  <a:lnTo>
                    <a:pt x="87487" y="171136"/>
                  </a:lnTo>
                  <a:lnTo>
                    <a:pt x="88692" y="171684"/>
                  </a:lnTo>
                  <a:lnTo>
                    <a:pt x="90008" y="172123"/>
                  </a:lnTo>
                  <a:lnTo>
                    <a:pt x="91324" y="172342"/>
                  </a:lnTo>
                  <a:lnTo>
                    <a:pt x="94065" y="172890"/>
                  </a:lnTo>
                  <a:lnTo>
                    <a:pt x="96696" y="173329"/>
                  </a:lnTo>
                  <a:lnTo>
                    <a:pt x="97792" y="173438"/>
                  </a:lnTo>
                  <a:lnTo>
                    <a:pt x="99985" y="175302"/>
                  </a:lnTo>
                  <a:lnTo>
                    <a:pt x="102177" y="176508"/>
                  </a:lnTo>
                  <a:lnTo>
                    <a:pt x="104480" y="177604"/>
                  </a:lnTo>
                  <a:lnTo>
                    <a:pt x="106672" y="179029"/>
                  </a:lnTo>
                  <a:lnTo>
                    <a:pt x="107769" y="180564"/>
                  </a:lnTo>
                  <a:lnTo>
                    <a:pt x="108317" y="182099"/>
                  </a:lnTo>
                  <a:lnTo>
                    <a:pt x="109084" y="183415"/>
                  </a:lnTo>
                  <a:lnTo>
                    <a:pt x="111058" y="184182"/>
                  </a:lnTo>
                  <a:lnTo>
                    <a:pt x="108426" y="187910"/>
                  </a:lnTo>
                  <a:lnTo>
                    <a:pt x="105357" y="191856"/>
                  </a:lnTo>
                  <a:lnTo>
                    <a:pt x="102835" y="196132"/>
                  </a:lnTo>
                  <a:lnTo>
                    <a:pt x="102068" y="200846"/>
                  </a:lnTo>
                  <a:lnTo>
                    <a:pt x="101848" y="206657"/>
                  </a:lnTo>
                  <a:lnTo>
                    <a:pt x="99985" y="210165"/>
                  </a:lnTo>
                  <a:lnTo>
                    <a:pt x="97025" y="213125"/>
                  </a:lnTo>
                  <a:lnTo>
                    <a:pt x="93407" y="217181"/>
                  </a:lnTo>
                  <a:lnTo>
                    <a:pt x="97463" y="217181"/>
                  </a:lnTo>
                  <a:lnTo>
                    <a:pt x="101520" y="217181"/>
                  </a:lnTo>
                  <a:lnTo>
                    <a:pt x="105576" y="216962"/>
                  </a:lnTo>
                  <a:lnTo>
                    <a:pt x="109632" y="216524"/>
                  </a:lnTo>
                  <a:lnTo>
                    <a:pt x="112154" y="216962"/>
                  </a:lnTo>
                  <a:lnTo>
                    <a:pt x="115114" y="218278"/>
                  </a:lnTo>
                  <a:lnTo>
                    <a:pt x="118074" y="219922"/>
                  </a:lnTo>
                  <a:lnTo>
                    <a:pt x="120705" y="221238"/>
                  </a:lnTo>
                  <a:lnTo>
                    <a:pt x="127173" y="223540"/>
                  </a:lnTo>
                  <a:lnTo>
                    <a:pt x="134300" y="226281"/>
                  </a:lnTo>
                  <a:lnTo>
                    <a:pt x="140768" y="230228"/>
                  </a:lnTo>
                  <a:lnTo>
                    <a:pt x="145044" y="235929"/>
                  </a:lnTo>
                  <a:lnTo>
                    <a:pt x="146578" y="242287"/>
                  </a:lnTo>
                  <a:lnTo>
                    <a:pt x="146469" y="248646"/>
                  </a:lnTo>
                  <a:lnTo>
                    <a:pt x="144934" y="254676"/>
                  </a:lnTo>
                  <a:lnTo>
                    <a:pt x="142193" y="260157"/>
                  </a:lnTo>
                  <a:lnTo>
                    <a:pt x="140658" y="262021"/>
                  </a:lnTo>
                  <a:lnTo>
                    <a:pt x="139562" y="263337"/>
                  </a:lnTo>
                  <a:lnTo>
                    <a:pt x="138794" y="265091"/>
                  </a:lnTo>
                  <a:lnTo>
                    <a:pt x="138904" y="269366"/>
                  </a:lnTo>
                  <a:lnTo>
                    <a:pt x="138794" y="273642"/>
                  </a:lnTo>
                  <a:lnTo>
                    <a:pt x="138904" y="277150"/>
                  </a:lnTo>
                  <a:lnTo>
                    <a:pt x="139781" y="280439"/>
                  </a:lnTo>
                  <a:lnTo>
                    <a:pt x="141974" y="283948"/>
                  </a:lnTo>
                  <a:lnTo>
                    <a:pt x="145263" y="287785"/>
                  </a:lnTo>
                  <a:lnTo>
                    <a:pt x="149758" y="285482"/>
                  </a:lnTo>
                  <a:lnTo>
                    <a:pt x="154143" y="281755"/>
                  </a:lnTo>
                  <a:lnTo>
                    <a:pt x="156884" y="281426"/>
                  </a:lnTo>
                  <a:lnTo>
                    <a:pt x="158309" y="284276"/>
                  </a:lnTo>
                  <a:lnTo>
                    <a:pt x="159844" y="287127"/>
                  </a:lnTo>
                  <a:lnTo>
                    <a:pt x="161598" y="289758"/>
                  </a:lnTo>
                  <a:lnTo>
                    <a:pt x="163681" y="292060"/>
                  </a:lnTo>
                  <a:lnTo>
                    <a:pt x="165764" y="294801"/>
                  </a:lnTo>
                  <a:lnTo>
                    <a:pt x="167957" y="297652"/>
                  </a:lnTo>
                  <a:lnTo>
                    <a:pt x="170149" y="300392"/>
                  </a:lnTo>
                  <a:lnTo>
                    <a:pt x="172233" y="303133"/>
                  </a:lnTo>
                  <a:lnTo>
                    <a:pt x="174973" y="304558"/>
                  </a:lnTo>
                  <a:lnTo>
                    <a:pt x="177933" y="304778"/>
                  </a:lnTo>
                  <a:lnTo>
                    <a:pt x="181113" y="304339"/>
                  </a:lnTo>
                  <a:lnTo>
                    <a:pt x="184073" y="303901"/>
                  </a:lnTo>
                  <a:lnTo>
                    <a:pt x="186923" y="304449"/>
                  </a:lnTo>
                  <a:lnTo>
                    <a:pt x="188239" y="306532"/>
                  </a:lnTo>
                  <a:lnTo>
                    <a:pt x="188896" y="309492"/>
                  </a:lnTo>
                  <a:lnTo>
                    <a:pt x="189554" y="312890"/>
                  </a:lnTo>
                  <a:lnTo>
                    <a:pt x="190541" y="322977"/>
                  </a:lnTo>
                  <a:lnTo>
                    <a:pt x="190980" y="336681"/>
                  </a:lnTo>
                  <a:lnTo>
                    <a:pt x="192295" y="349069"/>
                  </a:lnTo>
                  <a:lnTo>
                    <a:pt x="196023" y="354989"/>
                  </a:lnTo>
                  <a:lnTo>
                    <a:pt x="197229" y="353783"/>
                  </a:lnTo>
                  <a:lnTo>
                    <a:pt x="198325" y="352358"/>
                  </a:lnTo>
                  <a:lnTo>
                    <a:pt x="199421" y="350933"/>
                  </a:lnTo>
                  <a:lnTo>
                    <a:pt x="200737" y="349836"/>
                  </a:lnTo>
                  <a:lnTo>
                    <a:pt x="202162" y="349617"/>
                  </a:lnTo>
                  <a:lnTo>
                    <a:pt x="203477" y="350056"/>
                  </a:lnTo>
                  <a:lnTo>
                    <a:pt x="204903" y="350494"/>
                  </a:lnTo>
                  <a:lnTo>
                    <a:pt x="206438" y="350385"/>
                  </a:lnTo>
                  <a:lnTo>
                    <a:pt x="207424" y="349508"/>
                  </a:lnTo>
                  <a:lnTo>
                    <a:pt x="208192" y="348192"/>
                  </a:lnTo>
                  <a:lnTo>
                    <a:pt x="209179" y="346767"/>
                  </a:lnTo>
                  <a:lnTo>
                    <a:pt x="210604" y="345780"/>
                  </a:lnTo>
                  <a:lnTo>
                    <a:pt x="214770" y="345232"/>
                  </a:lnTo>
                  <a:lnTo>
                    <a:pt x="218168" y="346986"/>
                  </a:lnTo>
                  <a:lnTo>
                    <a:pt x="221238" y="350056"/>
                  </a:lnTo>
                  <a:lnTo>
                    <a:pt x="224198" y="353454"/>
                  </a:lnTo>
                  <a:lnTo>
                    <a:pt x="228912" y="358826"/>
                  </a:lnTo>
                  <a:lnTo>
                    <a:pt x="233846" y="363869"/>
                  </a:lnTo>
                  <a:lnTo>
                    <a:pt x="238889" y="368803"/>
                  </a:lnTo>
                  <a:lnTo>
                    <a:pt x="244042" y="373627"/>
                  </a:lnTo>
                  <a:lnTo>
                    <a:pt x="246344" y="369132"/>
                  </a:lnTo>
                  <a:lnTo>
                    <a:pt x="249304" y="363102"/>
                  </a:lnTo>
                  <a:lnTo>
                    <a:pt x="252483" y="357511"/>
                  </a:lnTo>
                  <a:lnTo>
                    <a:pt x="255662" y="354331"/>
                  </a:lnTo>
                  <a:lnTo>
                    <a:pt x="259609" y="354112"/>
                  </a:lnTo>
                  <a:lnTo>
                    <a:pt x="265091" y="355537"/>
                  </a:lnTo>
                  <a:lnTo>
                    <a:pt x="270682" y="357401"/>
                  </a:lnTo>
                  <a:lnTo>
                    <a:pt x="274848" y="358717"/>
                  </a:lnTo>
                  <a:lnTo>
                    <a:pt x="277918" y="359484"/>
                  </a:lnTo>
                  <a:lnTo>
                    <a:pt x="280988" y="360251"/>
                  </a:lnTo>
                  <a:lnTo>
                    <a:pt x="284057" y="361019"/>
                  </a:lnTo>
                  <a:lnTo>
                    <a:pt x="287127" y="361786"/>
                  </a:lnTo>
                  <a:lnTo>
                    <a:pt x="292170" y="363212"/>
                  </a:lnTo>
                  <a:lnTo>
                    <a:pt x="297213" y="364637"/>
                  </a:lnTo>
                  <a:lnTo>
                    <a:pt x="302256" y="366062"/>
                  </a:lnTo>
                  <a:lnTo>
                    <a:pt x="307299" y="367487"/>
                  </a:lnTo>
                  <a:lnTo>
                    <a:pt x="309931" y="373188"/>
                  </a:lnTo>
                  <a:lnTo>
                    <a:pt x="310479" y="384590"/>
                  </a:lnTo>
                  <a:lnTo>
                    <a:pt x="310040" y="396759"/>
                  </a:lnTo>
                  <a:lnTo>
                    <a:pt x="309711" y="404653"/>
                  </a:lnTo>
                  <a:lnTo>
                    <a:pt x="309821" y="415835"/>
                  </a:lnTo>
                  <a:lnTo>
                    <a:pt x="309931" y="426908"/>
                  </a:lnTo>
                  <a:lnTo>
                    <a:pt x="310040" y="437981"/>
                  </a:lnTo>
                  <a:lnTo>
                    <a:pt x="310150" y="449054"/>
                  </a:lnTo>
                  <a:lnTo>
                    <a:pt x="309711" y="455741"/>
                  </a:lnTo>
                  <a:lnTo>
                    <a:pt x="309053" y="465499"/>
                  </a:lnTo>
                  <a:lnTo>
                    <a:pt x="308944" y="474927"/>
                  </a:lnTo>
                  <a:lnTo>
                    <a:pt x="310259" y="480518"/>
                  </a:lnTo>
                  <a:lnTo>
                    <a:pt x="313219" y="481505"/>
                  </a:lnTo>
                  <a:lnTo>
                    <a:pt x="318043" y="481614"/>
                  </a:lnTo>
                  <a:lnTo>
                    <a:pt x="322977" y="481395"/>
                  </a:lnTo>
                  <a:lnTo>
                    <a:pt x="326375" y="481286"/>
                  </a:lnTo>
                  <a:lnTo>
                    <a:pt x="329335" y="481505"/>
                  </a:lnTo>
                  <a:lnTo>
                    <a:pt x="330870" y="482272"/>
                  </a:lnTo>
                  <a:lnTo>
                    <a:pt x="331418" y="484246"/>
                  </a:lnTo>
                  <a:lnTo>
                    <a:pt x="331528" y="487863"/>
                  </a:lnTo>
                  <a:lnTo>
                    <a:pt x="331638" y="491810"/>
                  </a:lnTo>
                  <a:lnTo>
                    <a:pt x="329335" y="495099"/>
                  </a:lnTo>
                  <a:lnTo>
                    <a:pt x="325937" y="497730"/>
                  </a:lnTo>
                  <a:lnTo>
                    <a:pt x="322757" y="500033"/>
                  </a:lnTo>
                  <a:lnTo>
                    <a:pt x="315850" y="505843"/>
                  </a:lnTo>
                  <a:lnTo>
                    <a:pt x="308944" y="511654"/>
                  </a:lnTo>
                  <a:lnTo>
                    <a:pt x="302037" y="517464"/>
                  </a:lnTo>
                  <a:lnTo>
                    <a:pt x="295130" y="523275"/>
                  </a:lnTo>
                  <a:lnTo>
                    <a:pt x="284496" y="532265"/>
                  </a:lnTo>
                  <a:lnTo>
                    <a:pt x="273861" y="541254"/>
                  </a:lnTo>
                  <a:lnTo>
                    <a:pt x="263117" y="550244"/>
                  </a:lnTo>
                  <a:lnTo>
                    <a:pt x="252483" y="559234"/>
                  </a:lnTo>
                  <a:lnTo>
                    <a:pt x="248317" y="562742"/>
                  </a:lnTo>
                  <a:lnTo>
                    <a:pt x="244699" y="565483"/>
                  </a:lnTo>
                  <a:lnTo>
                    <a:pt x="240862" y="567237"/>
                  </a:lnTo>
                  <a:lnTo>
                    <a:pt x="236038" y="567895"/>
                  </a:lnTo>
                  <a:lnTo>
                    <a:pt x="231214" y="568991"/>
                  </a:lnTo>
                  <a:lnTo>
                    <a:pt x="226281" y="568772"/>
                  </a:lnTo>
                  <a:lnTo>
                    <a:pt x="221896" y="566799"/>
                  </a:lnTo>
                  <a:lnTo>
                    <a:pt x="218716" y="562633"/>
                  </a:lnTo>
                  <a:lnTo>
                    <a:pt x="215756" y="558247"/>
                  </a:lnTo>
                  <a:lnTo>
                    <a:pt x="213235" y="558795"/>
                  </a:lnTo>
                  <a:lnTo>
                    <a:pt x="210713" y="562413"/>
                  </a:lnTo>
                  <a:lnTo>
                    <a:pt x="207863" y="567128"/>
                  </a:lnTo>
                  <a:lnTo>
                    <a:pt x="204574" y="568005"/>
                  </a:lnTo>
                  <a:lnTo>
                    <a:pt x="203039" y="570965"/>
                  </a:lnTo>
                  <a:lnTo>
                    <a:pt x="201285" y="573596"/>
                  </a:lnTo>
                  <a:lnTo>
                    <a:pt x="197448" y="573596"/>
                  </a:lnTo>
                  <a:lnTo>
                    <a:pt x="193611" y="572938"/>
                  </a:lnTo>
                  <a:lnTo>
                    <a:pt x="192514" y="574692"/>
                  </a:lnTo>
                  <a:lnTo>
                    <a:pt x="193063" y="577872"/>
                  </a:lnTo>
                  <a:lnTo>
                    <a:pt x="194159" y="581489"/>
                  </a:lnTo>
                  <a:lnTo>
                    <a:pt x="191308" y="581051"/>
                  </a:lnTo>
                  <a:lnTo>
                    <a:pt x="187581" y="581489"/>
                  </a:lnTo>
                  <a:lnTo>
                    <a:pt x="185059" y="582915"/>
                  </a:lnTo>
                  <a:lnTo>
                    <a:pt x="185717" y="585436"/>
                  </a:lnTo>
                  <a:lnTo>
                    <a:pt x="187800" y="587519"/>
                  </a:lnTo>
                  <a:lnTo>
                    <a:pt x="190651" y="590589"/>
                  </a:lnTo>
                  <a:lnTo>
                    <a:pt x="193172" y="593768"/>
                  </a:lnTo>
                  <a:lnTo>
                    <a:pt x="194159" y="596180"/>
                  </a:lnTo>
                  <a:lnTo>
                    <a:pt x="193172" y="598592"/>
                  </a:lnTo>
                  <a:lnTo>
                    <a:pt x="190980" y="601442"/>
                  </a:lnTo>
                  <a:lnTo>
                    <a:pt x="188568" y="604183"/>
                  </a:lnTo>
                  <a:lnTo>
                    <a:pt x="186704" y="606376"/>
                  </a:lnTo>
                  <a:lnTo>
                    <a:pt x="184182" y="610761"/>
                  </a:lnTo>
                  <a:lnTo>
                    <a:pt x="184402" y="615585"/>
                  </a:lnTo>
                  <a:lnTo>
                    <a:pt x="186156" y="620518"/>
                  </a:lnTo>
                  <a:lnTo>
                    <a:pt x="188348" y="625123"/>
                  </a:lnTo>
                  <a:lnTo>
                    <a:pt x="188896" y="626987"/>
                  </a:lnTo>
                  <a:lnTo>
                    <a:pt x="189335" y="628960"/>
                  </a:lnTo>
                  <a:lnTo>
                    <a:pt x="189664" y="630934"/>
                  </a:lnTo>
                  <a:lnTo>
                    <a:pt x="189883" y="632907"/>
                  </a:lnTo>
                  <a:lnTo>
                    <a:pt x="185059" y="631701"/>
                  </a:lnTo>
                  <a:lnTo>
                    <a:pt x="179687" y="630056"/>
                  </a:lnTo>
                  <a:lnTo>
                    <a:pt x="174425" y="627974"/>
                  </a:lnTo>
                  <a:lnTo>
                    <a:pt x="170149" y="625671"/>
                  </a:lnTo>
                  <a:lnTo>
                    <a:pt x="166422" y="623040"/>
                  </a:lnTo>
                  <a:lnTo>
                    <a:pt x="164119" y="622053"/>
                  </a:lnTo>
                  <a:lnTo>
                    <a:pt x="162256" y="623150"/>
                  </a:lnTo>
                  <a:lnTo>
                    <a:pt x="159515" y="626768"/>
                  </a:lnTo>
                  <a:lnTo>
                    <a:pt x="157870" y="628631"/>
                  </a:lnTo>
                  <a:lnTo>
                    <a:pt x="155897" y="629947"/>
                  </a:lnTo>
                  <a:lnTo>
                    <a:pt x="153705" y="630824"/>
                  </a:lnTo>
                  <a:lnTo>
                    <a:pt x="151293" y="631482"/>
                  </a:lnTo>
                  <a:lnTo>
                    <a:pt x="146798" y="631920"/>
                  </a:lnTo>
                  <a:lnTo>
                    <a:pt x="143289" y="631811"/>
                  </a:lnTo>
                  <a:lnTo>
                    <a:pt x="140220" y="632468"/>
                  </a:lnTo>
                  <a:lnTo>
                    <a:pt x="136821" y="635209"/>
                  </a:lnTo>
                  <a:lnTo>
                    <a:pt x="136054" y="636415"/>
                  </a:lnTo>
                  <a:lnTo>
                    <a:pt x="135615" y="637512"/>
                  </a:lnTo>
                  <a:lnTo>
                    <a:pt x="134848" y="638608"/>
                  </a:lnTo>
                  <a:lnTo>
                    <a:pt x="133203" y="639595"/>
                  </a:lnTo>
                  <a:lnTo>
                    <a:pt x="131778" y="639923"/>
                  </a:lnTo>
                  <a:lnTo>
                    <a:pt x="130353" y="640143"/>
                  </a:lnTo>
                  <a:lnTo>
                    <a:pt x="128928" y="640362"/>
                  </a:lnTo>
                  <a:lnTo>
                    <a:pt x="127612" y="640910"/>
                  </a:lnTo>
                  <a:lnTo>
                    <a:pt x="125200" y="643322"/>
                  </a:lnTo>
                  <a:lnTo>
                    <a:pt x="124323" y="645953"/>
                  </a:lnTo>
                  <a:lnTo>
                    <a:pt x="124104" y="648913"/>
                  </a:lnTo>
                  <a:lnTo>
                    <a:pt x="123994" y="652531"/>
                  </a:lnTo>
                  <a:lnTo>
                    <a:pt x="123336" y="655053"/>
                  </a:lnTo>
                  <a:lnTo>
                    <a:pt x="122130" y="655930"/>
                  </a:lnTo>
                  <a:lnTo>
                    <a:pt x="120376" y="656259"/>
                  </a:lnTo>
                  <a:lnTo>
                    <a:pt x="118293" y="657136"/>
                  </a:lnTo>
                  <a:lnTo>
                    <a:pt x="116758" y="658451"/>
                  </a:lnTo>
                  <a:lnTo>
                    <a:pt x="115333" y="659876"/>
                  </a:lnTo>
                  <a:lnTo>
                    <a:pt x="113908" y="661082"/>
                  </a:lnTo>
                  <a:lnTo>
                    <a:pt x="112154" y="661631"/>
                  </a:lnTo>
                  <a:lnTo>
                    <a:pt x="110619" y="661082"/>
                  </a:lnTo>
                  <a:lnTo>
                    <a:pt x="109084" y="659767"/>
                  </a:lnTo>
                  <a:lnTo>
                    <a:pt x="107549" y="658561"/>
                  </a:lnTo>
                  <a:lnTo>
                    <a:pt x="106015" y="658342"/>
                  </a:lnTo>
                  <a:lnTo>
                    <a:pt x="102177" y="659548"/>
                  </a:lnTo>
                  <a:lnTo>
                    <a:pt x="97792" y="660863"/>
                  </a:lnTo>
                  <a:lnTo>
                    <a:pt x="93516" y="662508"/>
                  </a:lnTo>
                  <a:lnTo>
                    <a:pt x="90227" y="664810"/>
                  </a:lnTo>
                  <a:lnTo>
                    <a:pt x="86938" y="668209"/>
                  </a:lnTo>
                  <a:lnTo>
                    <a:pt x="83540" y="671388"/>
                  </a:lnTo>
                  <a:lnTo>
                    <a:pt x="80032" y="674458"/>
                  </a:lnTo>
                  <a:lnTo>
                    <a:pt x="76523" y="677527"/>
                  </a:lnTo>
                  <a:lnTo>
                    <a:pt x="76414" y="681913"/>
                  </a:lnTo>
                  <a:lnTo>
                    <a:pt x="77949" y="687613"/>
                  </a:lnTo>
                  <a:lnTo>
                    <a:pt x="80032" y="693534"/>
                  </a:lnTo>
                  <a:lnTo>
                    <a:pt x="81786" y="698357"/>
                  </a:lnTo>
                  <a:lnTo>
                    <a:pt x="91982" y="694082"/>
                  </a:lnTo>
                  <a:lnTo>
                    <a:pt x="97025" y="691889"/>
                  </a:lnTo>
                  <a:lnTo>
                    <a:pt x="102177" y="689696"/>
                  </a:lnTo>
                  <a:lnTo>
                    <a:pt x="102725" y="692328"/>
                  </a:lnTo>
                  <a:lnTo>
                    <a:pt x="103274" y="694959"/>
                  </a:lnTo>
                  <a:lnTo>
                    <a:pt x="103822" y="697590"/>
                  </a:lnTo>
                  <a:lnTo>
                    <a:pt x="104370" y="700221"/>
                  </a:lnTo>
                  <a:lnTo>
                    <a:pt x="104480" y="700769"/>
                  </a:lnTo>
                  <a:lnTo>
                    <a:pt x="104589" y="701208"/>
                  </a:lnTo>
                  <a:lnTo>
                    <a:pt x="104699" y="701646"/>
                  </a:lnTo>
                  <a:lnTo>
                    <a:pt x="104808" y="702085"/>
                  </a:lnTo>
                  <a:lnTo>
                    <a:pt x="105357" y="704935"/>
                  </a:lnTo>
                  <a:lnTo>
                    <a:pt x="105905" y="707786"/>
                  </a:lnTo>
                  <a:lnTo>
                    <a:pt x="106453" y="710636"/>
                  </a:lnTo>
                  <a:lnTo>
                    <a:pt x="107001" y="713487"/>
                  </a:lnTo>
                  <a:lnTo>
                    <a:pt x="107988" y="718310"/>
                  </a:lnTo>
                  <a:lnTo>
                    <a:pt x="108426" y="722148"/>
                  </a:lnTo>
                  <a:lnTo>
                    <a:pt x="108207" y="725875"/>
                  </a:lnTo>
                  <a:lnTo>
                    <a:pt x="107001" y="730151"/>
                  </a:lnTo>
                  <a:lnTo>
                    <a:pt x="105247" y="735742"/>
                  </a:lnTo>
                  <a:lnTo>
                    <a:pt x="103822" y="741333"/>
                  </a:lnTo>
                  <a:lnTo>
                    <a:pt x="102506" y="746924"/>
                  </a:lnTo>
                  <a:lnTo>
                    <a:pt x="101081" y="752516"/>
                  </a:lnTo>
                  <a:lnTo>
                    <a:pt x="99985" y="759861"/>
                  </a:lnTo>
                  <a:lnTo>
                    <a:pt x="99985" y="770276"/>
                  </a:lnTo>
                  <a:lnTo>
                    <a:pt x="101410" y="780143"/>
                  </a:lnTo>
                  <a:lnTo>
                    <a:pt x="104699" y="785844"/>
                  </a:lnTo>
                  <a:lnTo>
                    <a:pt x="105357" y="786502"/>
                  </a:lnTo>
                  <a:lnTo>
                    <a:pt x="106124" y="787159"/>
                  </a:lnTo>
                  <a:lnTo>
                    <a:pt x="106782" y="787817"/>
                  </a:lnTo>
                  <a:lnTo>
                    <a:pt x="107549" y="788475"/>
                  </a:lnTo>
                  <a:lnTo>
                    <a:pt x="110729" y="791545"/>
                  </a:lnTo>
                  <a:lnTo>
                    <a:pt x="113908" y="794615"/>
                  </a:lnTo>
                  <a:lnTo>
                    <a:pt x="117197" y="797575"/>
                  </a:lnTo>
                  <a:lnTo>
                    <a:pt x="120705" y="800315"/>
                  </a:lnTo>
                  <a:lnTo>
                    <a:pt x="124433" y="803056"/>
                  </a:lnTo>
                  <a:lnTo>
                    <a:pt x="127722" y="805687"/>
                  </a:lnTo>
                  <a:lnTo>
                    <a:pt x="130024" y="808867"/>
                  </a:lnTo>
                  <a:lnTo>
                    <a:pt x="131120" y="813471"/>
                  </a:lnTo>
                  <a:lnTo>
                    <a:pt x="131668" y="815554"/>
                  </a:lnTo>
                  <a:lnTo>
                    <a:pt x="132436" y="818405"/>
                  </a:lnTo>
                  <a:lnTo>
                    <a:pt x="132874" y="821146"/>
                  </a:lnTo>
                  <a:lnTo>
                    <a:pt x="132545" y="823009"/>
                  </a:lnTo>
                  <a:lnTo>
                    <a:pt x="130572" y="823557"/>
                  </a:lnTo>
                  <a:lnTo>
                    <a:pt x="127722" y="822900"/>
                  </a:lnTo>
                  <a:lnTo>
                    <a:pt x="124871" y="822351"/>
                  </a:lnTo>
                  <a:lnTo>
                    <a:pt x="122679" y="823338"/>
                  </a:lnTo>
                  <a:lnTo>
                    <a:pt x="118732" y="829039"/>
                  </a:lnTo>
                  <a:lnTo>
                    <a:pt x="114785" y="834850"/>
                  </a:lnTo>
                  <a:lnTo>
                    <a:pt x="110838" y="840550"/>
                  </a:lnTo>
                  <a:lnTo>
                    <a:pt x="106891" y="846361"/>
                  </a:lnTo>
                  <a:lnTo>
                    <a:pt x="103493" y="849760"/>
                  </a:lnTo>
                  <a:lnTo>
                    <a:pt x="98121" y="850856"/>
                  </a:lnTo>
                  <a:lnTo>
                    <a:pt x="92091" y="850966"/>
                  </a:lnTo>
                  <a:lnTo>
                    <a:pt x="86829" y="851514"/>
                  </a:lnTo>
                  <a:lnTo>
                    <a:pt x="81347" y="852610"/>
                  </a:lnTo>
                  <a:lnTo>
                    <a:pt x="75646" y="853158"/>
                  </a:lnTo>
                  <a:lnTo>
                    <a:pt x="69945" y="853268"/>
                  </a:lnTo>
                  <a:lnTo>
                    <a:pt x="64354" y="853049"/>
                  </a:lnTo>
                  <a:lnTo>
                    <a:pt x="61942" y="853268"/>
                  </a:lnTo>
                  <a:lnTo>
                    <a:pt x="59750" y="853597"/>
                  </a:lnTo>
                  <a:lnTo>
                    <a:pt x="57886" y="854145"/>
                  </a:lnTo>
                  <a:lnTo>
                    <a:pt x="56132" y="855241"/>
                  </a:lnTo>
                  <a:lnTo>
                    <a:pt x="53610" y="858311"/>
                  </a:lnTo>
                  <a:lnTo>
                    <a:pt x="51308" y="862367"/>
                  </a:lnTo>
                  <a:lnTo>
                    <a:pt x="49225" y="866533"/>
                  </a:lnTo>
                  <a:lnTo>
                    <a:pt x="47361" y="870151"/>
                  </a:lnTo>
                  <a:lnTo>
                    <a:pt x="44730" y="875304"/>
                  </a:lnTo>
                  <a:lnTo>
                    <a:pt x="42428" y="880676"/>
                  </a:lnTo>
                  <a:lnTo>
                    <a:pt x="40235" y="886157"/>
                  </a:lnTo>
                  <a:lnTo>
                    <a:pt x="37933" y="891529"/>
                  </a:lnTo>
                  <a:lnTo>
                    <a:pt x="36727" y="893832"/>
                  </a:lnTo>
                  <a:lnTo>
                    <a:pt x="35521" y="896134"/>
                  </a:lnTo>
                  <a:lnTo>
                    <a:pt x="34534" y="898436"/>
                  </a:lnTo>
                  <a:lnTo>
                    <a:pt x="34205" y="900738"/>
                  </a:lnTo>
                  <a:lnTo>
                    <a:pt x="36617" y="908851"/>
                  </a:lnTo>
                  <a:lnTo>
                    <a:pt x="38920" y="916964"/>
                  </a:lnTo>
                  <a:lnTo>
                    <a:pt x="41112" y="925187"/>
                  </a:lnTo>
                  <a:lnTo>
                    <a:pt x="43305" y="933299"/>
                  </a:lnTo>
                  <a:lnTo>
                    <a:pt x="38042" y="932093"/>
                  </a:lnTo>
                  <a:lnTo>
                    <a:pt x="32780" y="930449"/>
                  </a:lnTo>
                  <a:lnTo>
                    <a:pt x="27628" y="928475"/>
                  </a:lnTo>
                  <a:lnTo>
                    <a:pt x="22694" y="926063"/>
                  </a:lnTo>
                  <a:lnTo>
                    <a:pt x="16335" y="924858"/>
                  </a:lnTo>
                  <a:lnTo>
                    <a:pt x="10634" y="927598"/>
                  </a:lnTo>
                  <a:lnTo>
                    <a:pt x="5372" y="932422"/>
                  </a:lnTo>
                  <a:lnTo>
                    <a:pt x="0" y="937575"/>
                  </a:lnTo>
                  <a:lnTo>
                    <a:pt x="4056" y="939987"/>
                  </a:lnTo>
                  <a:lnTo>
                    <a:pt x="9319" y="943166"/>
                  </a:lnTo>
                  <a:lnTo>
                    <a:pt x="13924" y="946674"/>
                  </a:lnTo>
                  <a:lnTo>
                    <a:pt x="15677" y="950183"/>
                  </a:lnTo>
                  <a:lnTo>
                    <a:pt x="15129" y="953143"/>
                  </a:lnTo>
                  <a:lnTo>
                    <a:pt x="14581" y="956103"/>
                  </a:lnTo>
                  <a:lnTo>
                    <a:pt x="14033" y="959063"/>
                  </a:lnTo>
                  <a:lnTo>
                    <a:pt x="13485" y="962023"/>
                  </a:lnTo>
                  <a:lnTo>
                    <a:pt x="12279" y="968491"/>
                  </a:lnTo>
                  <a:lnTo>
                    <a:pt x="10305" y="974850"/>
                  </a:lnTo>
                  <a:lnTo>
                    <a:pt x="8332" y="981209"/>
                  </a:lnTo>
                  <a:lnTo>
                    <a:pt x="7126" y="987677"/>
                  </a:lnTo>
                  <a:lnTo>
                    <a:pt x="10305" y="984717"/>
                  </a:lnTo>
                  <a:lnTo>
                    <a:pt x="15348" y="980222"/>
                  </a:lnTo>
                  <a:lnTo>
                    <a:pt x="20392" y="977043"/>
                  </a:lnTo>
                  <a:lnTo>
                    <a:pt x="23461" y="978139"/>
                  </a:lnTo>
                  <a:lnTo>
                    <a:pt x="24338" y="982305"/>
                  </a:lnTo>
                  <a:lnTo>
                    <a:pt x="24448" y="986142"/>
                  </a:lnTo>
                  <a:lnTo>
                    <a:pt x="24887" y="989870"/>
                  </a:lnTo>
                  <a:lnTo>
                    <a:pt x="26860" y="993707"/>
                  </a:lnTo>
                  <a:lnTo>
                    <a:pt x="31793" y="998750"/>
                  </a:lnTo>
                  <a:lnTo>
                    <a:pt x="37275" y="1003793"/>
                  </a:lnTo>
                  <a:lnTo>
                    <a:pt x="41551" y="1009494"/>
                  </a:lnTo>
                  <a:lnTo>
                    <a:pt x="42976" y="1016620"/>
                  </a:lnTo>
                  <a:lnTo>
                    <a:pt x="42428" y="1019580"/>
                  </a:lnTo>
                  <a:lnTo>
                    <a:pt x="41332" y="1022211"/>
                  </a:lnTo>
                  <a:lnTo>
                    <a:pt x="39797" y="1024623"/>
                  </a:lnTo>
                  <a:lnTo>
                    <a:pt x="37933" y="1026925"/>
                  </a:lnTo>
                  <a:lnTo>
                    <a:pt x="33767" y="1030105"/>
                  </a:lnTo>
                  <a:lnTo>
                    <a:pt x="29272" y="1031749"/>
                  </a:lnTo>
                  <a:lnTo>
                    <a:pt x="24667" y="1033284"/>
                  </a:lnTo>
                  <a:lnTo>
                    <a:pt x="20172" y="1035805"/>
                  </a:lnTo>
                  <a:lnTo>
                    <a:pt x="17431" y="1038765"/>
                  </a:lnTo>
                  <a:lnTo>
                    <a:pt x="16993" y="1041177"/>
                  </a:lnTo>
                  <a:lnTo>
                    <a:pt x="18089" y="1043589"/>
                  </a:lnTo>
                  <a:lnTo>
                    <a:pt x="20063" y="1046440"/>
                  </a:lnTo>
                  <a:lnTo>
                    <a:pt x="21707" y="1049071"/>
                  </a:lnTo>
                  <a:lnTo>
                    <a:pt x="22694" y="1051264"/>
                  </a:lnTo>
                  <a:lnTo>
                    <a:pt x="23352" y="1053785"/>
                  </a:lnTo>
                  <a:lnTo>
                    <a:pt x="23790" y="1057403"/>
                  </a:lnTo>
                  <a:lnTo>
                    <a:pt x="24887" y="1059047"/>
                  </a:lnTo>
                  <a:lnTo>
                    <a:pt x="27408" y="1060363"/>
                  </a:lnTo>
                  <a:lnTo>
                    <a:pt x="30478" y="1061350"/>
                  </a:lnTo>
                  <a:lnTo>
                    <a:pt x="33109" y="1062227"/>
                  </a:lnTo>
                  <a:lnTo>
                    <a:pt x="37604" y="1063981"/>
                  </a:lnTo>
                  <a:lnTo>
                    <a:pt x="42099" y="1065954"/>
                  </a:lnTo>
                  <a:lnTo>
                    <a:pt x="46594" y="1068037"/>
                  </a:lnTo>
                  <a:lnTo>
                    <a:pt x="51089" y="1069901"/>
                  </a:lnTo>
                  <a:lnTo>
                    <a:pt x="61504" y="1073957"/>
                  </a:lnTo>
                  <a:lnTo>
                    <a:pt x="71919" y="1078233"/>
                  </a:lnTo>
                  <a:lnTo>
                    <a:pt x="82334" y="1082509"/>
                  </a:lnTo>
                  <a:lnTo>
                    <a:pt x="92749" y="1086675"/>
                  </a:lnTo>
                  <a:lnTo>
                    <a:pt x="96477" y="1088100"/>
                  </a:lnTo>
                  <a:lnTo>
                    <a:pt x="100204" y="1089416"/>
                  </a:lnTo>
                  <a:lnTo>
                    <a:pt x="103931" y="1090622"/>
                  </a:lnTo>
                  <a:lnTo>
                    <a:pt x="107659" y="1091828"/>
                  </a:lnTo>
                  <a:lnTo>
                    <a:pt x="112702" y="1093582"/>
                  </a:lnTo>
                  <a:lnTo>
                    <a:pt x="116210" y="1094349"/>
                  </a:lnTo>
                  <a:lnTo>
                    <a:pt x="117964" y="1092595"/>
                  </a:lnTo>
                  <a:lnTo>
                    <a:pt x="117964" y="1087113"/>
                  </a:lnTo>
                  <a:lnTo>
                    <a:pt x="117416" y="1084044"/>
                  </a:lnTo>
                  <a:lnTo>
                    <a:pt x="116649" y="1080974"/>
                  </a:lnTo>
                  <a:lnTo>
                    <a:pt x="115881" y="1077904"/>
                  </a:lnTo>
                  <a:lnTo>
                    <a:pt x="115224" y="1074835"/>
                  </a:lnTo>
                  <a:lnTo>
                    <a:pt x="114566" y="1072752"/>
                  </a:lnTo>
                  <a:lnTo>
                    <a:pt x="113798" y="1071436"/>
                  </a:lnTo>
                  <a:lnTo>
                    <a:pt x="113908" y="1070668"/>
                  </a:lnTo>
                  <a:lnTo>
                    <a:pt x="115662" y="1070230"/>
                  </a:lnTo>
                  <a:lnTo>
                    <a:pt x="117416" y="1070778"/>
                  </a:lnTo>
                  <a:lnTo>
                    <a:pt x="119719" y="1072313"/>
                  </a:lnTo>
                  <a:lnTo>
                    <a:pt x="121911" y="1074177"/>
                  </a:lnTo>
                  <a:lnTo>
                    <a:pt x="123556" y="1075602"/>
                  </a:lnTo>
                  <a:lnTo>
                    <a:pt x="126406" y="1079220"/>
                  </a:lnTo>
                  <a:lnTo>
                    <a:pt x="129805" y="1083934"/>
                  </a:lnTo>
                  <a:lnTo>
                    <a:pt x="133423" y="1088210"/>
                  </a:lnTo>
                  <a:lnTo>
                    <a:pt x="136821" y="1090402"/>
                  </a:lnTo>
                  <a:lnTo>
                    <a:pt x="139672" y="1089635"/>
                  </a:lnTo>
                  <a:lnTo>
                    <a:pt x="142413" y="1086784"/>
                  </a:lnTo>
                  <a:lnTo>
                    <a:pt x="144934" y="1083276"/>
                  </a:lnTo>
                  <a:lnTo>
                    <a:pt x="147127" y="1080207"/>
                  </a:lnTo>
                  <a:lnTo>
                    <a:pt x="147784" y="1081303"/>
                  </a:lnTo>
                  <a:lnTo>
                    <a:pt x="148552" y="1082399"/>
                  </a:lnTo>
                  <a:lnTo>
                    <a:pt x="149210" y="1083605"/>
                  </a:lnTo>
                  <a:lnTo>
                    <a:pt x="149648" y="1084811"/>
                  </a:lnTo>
                  <a:lnTo>
                    <a:pt x="152718" y="1090841"/>
                  </a:lnTo>
                  <a:lnTo>
                    <a:pt x="156226" y="1096542"/>
                  </a:lnTo>
                  <a:lnTo>
                    <a:pt x="159734" y="1102243"/>
                  </a:lnTo>
                  <a:lnTo>
                    <a:pt x="162804" y="1108272"/>
                  </a:lnTo>
                  <a:lnTo>
                    <a:pt x="164777" y="1113315"/>
                  </a:lnTo>
                  <a:lnTo>
                    <a:pt x="166970" y="1118687"/>
                  </a:lnTo>
                  <a:lnTo>
                    <a:pt x="169601" y="1123730"/>
                  </a:lnTo>
                  <a:lnTo>
                    <a:pt x="172890" y="1127897"/>
                  </a:lnTo>
                  <a:lnTo>
                    <a:pt x="176837" y="1130747"/>
                  </a:lnTo>
                  <a:lnTo>
                    <a:pt x="181222" y="1132282"/>
                  </a:lnTo>
                  <a:lnTo>
                    <a:pt x="185827" y="1133049"/>
                  </a:lnTo>
                  <a:lnTo>
                    <a:pt x="190541" y="1133597"/>
                  </a:lnTo>
                  <a:lnTo>
                    <a:pt x="196242" y="1134584"/>
                  </a:lnTo>
                  <a:lnTo>
                    <a:pt x="201833" y="1135900"/>
                  </a:lnTo>
                  <a:lnTo>
                    <a:pt x="207424" y="1137434"/>
                  </a:lnTo>
                  <a:lnTo>
                    <a:pt x="213015" y="1139079"/>
                  </a:lnTo>
                  <a:lnTo>
                    <a:pt x="213564" y="1139298"/>
                  </a:lnTo>
                  <a:lnTo>
                    <a:pt x="214112" y="1139518"/>
                  </a:lnTo>
                  <a:lnTo>
                    <a:pt x="214660" y="1139737"/>
                  </a:lnTo>
                  <a:lnTo>
                    <a:pt x="215208" y="1139846"/>
                  </a:lnTo>
                  <a:lnTo>
                    <a:pt x="221457" y="1142368"/>
                  </a:lnTo>
                  <a:lnTo>
                    <a:pt x="227487" y="1144561"/>
                  </a:lnTo>
                  <a:lnTo>
                    <a:pt x="233626" y="1146205"/>
                  </a:lnTo>
                  <a:lnTo>
                    <a:pt x="240204" y="1147192"/>
                  </a:lnTo>
                  <a:lnTo>
                    <a:pt x="244261" y="1147850"/>
                  </a:lnTo>
                  <a:lnTo>
                    <a:pt x="249742" y="1148727"/>
                  </a:lnTo>
                  <a:lnTo>
                    <a:pt x="255005" y="1149165"/>
                  </a:lnTo>
                  <a:lnTo>
                    <a:pt x="258622" y="1148288"/>
                  </a:lnTo>
                  <a:lnTo>
                    <a:pt x="260925" y="1145876"/>
                  </a:lnTo>
                  <a:lnTo>
                    <a:pt x="262898" y="1143245"/>
                  </a:lnTo>
                  <a:lnTo>
                    <a:pt x="264981" y="1140833"/>
                  </a:lnTo>
                  <a:lnTo>
                    <a:pt x="267941" y="1139079"/>
                  </a:lnTo>
                  <a:lnTo>
                    <a:pt x="273752" y="1138421"/>
                  </a:lnTo>
                  <a:lnTo>
                    <a:pt x="280220" y="1137873"/>
                  </a:lnTo>
                  <a:lnTo>
                    <a:pt x="285921" y="1135900"/>
                  </a:lnTo>
                  <a:lnTo>
                    <a:pt x="289429" y="1131186"/>
                  </a:lnTo>
                  <a:lnTo>
                    <a:pt x="291293" y="1132720"/>
                  </a:lnTo>
                  <a:lnTo>
                    <a:pt x="293157" y="1134146"/>
                  </a:lnTo>
                  <a:lnTo>
                    <a:pt x="295130" y="1135352"/>
                  </a:lnTo>
                  <a:lnTo>
                    <a:pt x="297323" y="1136229"/>
                  </a:lnTo>
                  <a:lnTo>
                    <a:pt x="304010" y="1135352"/>
                  </a:lnTo>
                  <a:lnTo>
                    <a:pt x="310917" y="1133817"/>
                  </a:lnTo>
                  <a:lnTo>
                    <a:pt x="317495" y="1132720"/>
                  </a:lnTo>
                  <a:lnTo>
                    <a:pt x="323415" y="1133159"/>
                  </a:lnTo>
                  <a:lnTo>
                    <a:pt x="324731" y="1133159"/>
                  </a:lnTo>
                  <a:lnTo>
                    <a:pt x="325827" y="1132940"/>
                  </a:lnTo>
                  <a:lnTo>
                    <a:pt x="326814" y="1132940"/>
                  </a:lnTo>
                  <a:lnTo>
                    <a:pt x="328020" y="1133926"/>
                  </a:lnTo>
                  <a:lnTo>
                    <a:pt x="329555" y="1135242"/>
                  </a:lnTo>
                  <a:lnTo>
                    <a:pt x="330432" y="1134694"/>
                  </a:lnTo>
                  <a:lnTo>
                    <a:pt x="331199" y="1133597"/>
                  </a:lnTo>
                  <a:lnTo>
                    <a:pt x="332186" y="1133269"/>
                  </a:lnTo>
                  <a:lnTo>
                    <a:pt x="335256" y="1135242"/>
                  </a:lnTo>
                  <a:lnTo>
                    <a:pt x="337448" y="1137106"/>
                  </a:lnTo>
                  <a:lnTo>
                    <a:pt x="339531" y="1137544"/>
                  </a:lnTo>
                  <a:lnTo>
                    <a:pt x="342272" y="1135023"/>
                  </a:lnTo>
                  <a:lnTo>
                    <a:pt x="344245" y="1134475"/>
                  </a:lnTo>
                  <a:lnTo>
                    <a:pt x="345451" y="1137434"/>
                  </a:lnTo>
                  <a:lnTo>
                    <a:pt x="347096" y="1140066"/>
                  </a:lnTo>
                  <a:lnTo>
                    <a:pt x="350056" y="1138421"/>
                  </a:lnTo>
                  <a:lnTo>
                    <a:pt x="352468" y="1139518"/>
                  </a:lnTo>
                  <a:lnTo>
                    <a:pt x="355099" y="1140395"/>
                  </a:lnTo>
                  <a:lnTo>
                    <a:pt x="357730" y="1140395"/>
                  </a:lnTo>
                  <a:lnTo>
                    <a:pt x="360032" y="1138860"/>
                  </a:lnTo>
                  <a:lnTo>
                    <a:pt x="360800" y="1135352"/>
                  </a:lnTo>
                  <a:lnTo>
                    <a:pt x="360800" y="1130199"/>
                  </a:lnTo>
                  <a:lnTo>
                    <a:pt x="361677" y="1126142"/>
                  </a:lnTo>
                  <a:lnTo>
                    <a:pt x="364856" y="1126033"/>
                  </a:lnTo>
                  <a:lnTo>
                    <a:pt x="367159" y="1127348"/>
                  </a:lnTo>
                  <a:lnTo>
                    <a:pt x="368364" y="1127897"/>
                  </a:lnTo>
                  <a:lnTo>
                    <a:pt x="369571" y="1127787"/>
                  </a:lnTo>
                  <a:lnTo>
                    <a:pt x="371653" y="1127239"/>
                  </a:lnTo>
                  <a:lnTo>
                    <a:pt x="373517" y="1126362"/>
                  </a:lnTo>
                  <a:lnTo>
                    <a:pt x="375271" y="1125156"/>
                  </a:lnTo>
                  <a:lnTo>
                    <a:pt x="377245" y="1123950"/>
                  </a:lnTo>
                  <a:lnTo>
                    <a:pt x="379766" y="1123182"/>
                  </a:lnTo>
                  <a:lnTo>
                    <a:pt x="383494" y="1124717"/>
                  </a:lnTo>
                  <a:lnTo>
                    <a:pt x="385138" y="1129212"/>
                  </a:lnTo>
                  <a:lnTo>
                    <a:pt x="386783" y="1134365"/>
                  </a:lnTo>
                  <a:lnTo>
                    <a:pt x="390401" y="1137983"/>
                  </a:lnTo>
                  <a:lnTo>
                    <a:pt x="393689" y="1140395"/>
                  </a:lnTo>
                  <a:lnTo>
                    <a:pt x="396979" y="1143574"/>
                  </a:lnTo>
                  <a:lnTo>
                    <a:pt x="400267" y="1146096"/>
                  </a:lnTo>
                  <a:lnTo>
                    <a:pt x="403556" y="1146644"/>
                  </a:lnTo>
                  <a:lnTo>
                    <a:pt x="408051" y="1146644"/>
                  </a:lnTo>
                  <a:lnTo>
                    <a:pt x="412875" y="1148179"/>
                  </a:lnTo>
                  <a:lnTo>
                    <a:pt x="417809" y="1149823"/>
                  </a:lnTo>
                  <a:lnTo>
                    <a:pt x="422742" y="1150262"/>
                  </a:lnTo>
                  <a:lnTo>
                    <a:pt x="425812" y="1151029"/>
                  </a:lnTo>
                  <a:lnTo>
                    <a:pt x="429539" y="1153112"/>
                  </a:lnTo>
                  <a:lnTo>
                    <a:pt x="433267" y="1155633"/>
                  </a:lnTo>
                  <a:lnTo>
                    <a:pt x="436446" y="1157497"/>
                  </a:lnTo>
                  <a:lnTo>
                    <a:pt x="439077" y="1159909"/>
                  </a:lnTo>
                  <a:lnTo>
                    <a:pt x="437652" y="1162431"/>
                  </a:lnTo>
                  <a:lnTo>
                    <a:pt x="435459" y="1165172"/>
                  </a:lnTo>
                  <a:lnTo>
                    <a:pt x="435679" y="1168351"/>
                  </a:lnTo>
                  <a:lnTo>
                    <a:pt x="437981" y="1170434"/>
                  </a:lnTo>
                  <a:lnTo>
                    <a:pt x="439845" y="1172078"/>
                  </a:lnTo>
                  <a:lnTo>
                    <a:pt x="441599" y="1173832"/>
                  </a:lnTo>
                  <a:lnTo>
                    <a:pt x="443463" y="1176244"/>
                  </a:lnTo>
                  <a:lnTo>
                    <a:pt x="445546" y="1178437"/>
                  </a:lnTo>
                  <a:lnTo>
                    <a:pt x="447738" y="1178327"/>
                  </a:lnTo>
                  <a:lnTo>
                    <a:pt x="449712" y="1176244"/>
                  </a:lnTo>
                  <a:lnTo>
                    <a:pt x="451027" y="1173832"/>
                  </a:lnTo>
                  <a:lnTo>
                    <a:pt x="452781" y="1172736"/>
                  </a:lnTo>
                  <a:lnTo>
                    <a:pt x="454645" y="1171969"/>
                  </a:lnTo>
                  <a:lnTo>
                    <a:pt x="460127" y="1168241"/>
                  </a:lnTo>
                  <a:lnTo>
                    <a:pt x="461442" y="1167035"/>
                  </a:lnTo>
                  <a:lnTo>
                    <a:pt x="461442" y="1167035"/>
                  </a:lnTo>
                  <a:lnTo>
                    <a:pt x="458044" y="1157388"/>
                  </a:lnTo>
                  <a:lnTo>
                    <a:pt x="456838" y="1155195"/>
                  </a:lnTo>
                  <a:lnTo>
                    <a:pt x="456070" y="1152893"/>
                  </a:lnTo>
                  <a:lnTo>
                    <a:pt x="454316" y="1142258"/>
                  </a:lnTo>
                  <a:lnTo>
                    <a:pt x="453439" y="1139408"/>
                  </a:lnTo>
                  <a:lnTo>
                    <a:pt x="453877" y="1133269"/>
                  </a:lnTo>
                  <a:lnTo>
                    <a:pt x="447958" y="1111781"/>
                  </a:lnTo>
                  <a:lnTo>
                    <a:pt x="451904" y="1094459"/>
                  </a:lnTo>
                  <a:lnTo>
                    <a:pt x="452014" y="1088648"/>
                  </a:lnTo>
                  <a:lnTo>
                    <a:pt x="451685" y="1085250"/>
                  </a:lnTo>
                  <a:lnTo>
                    <a:pt x="451137" y="1083167"/>
                  </a:lnTo>
                  <a:lnTo>
                    <a:pt x="450041" y="1083057"/>
                  </a:lnTo>
                  <a:lnTo>
                    <a:pt x="448067" y="1085798"/>
                  </a:lnTo>
                  <a:lnTo>
                    <a:pt x="447409" y="1088648"/>
                  </a:lnTo>
                  <a:lnTo>
                    <a:pt x="448177" y="1095117"/>
                  </a:lnTo>
                  <a:lnTo>
                    <a:pt x="448067" y="1097309"/>
                  </a:lnTo>
                  <a:lnTo>
                    <a:pt x="446423" y="1099283"/>
                  </a:lnTo>
                  <a:lnTo>
                    <a:pt x="444120" y="1100488"/>
                  </a:lnTo>
                  <a:lnTo>
                    <a:pt x="441818" y="1100488"/>
                  </a:lnTo>
                  <a:lnTo>
                    <a:pt x="440064" y="1098734"/>
                  </a:lnTo>
                  <a:lnTo>
                    <a:pt x="439625" y="1095774"/>
                  </a:lnTo>
                  <a:lnTo>
                    <a:pt x="440393" y="1092595"/>
                  </a:lnTo>
                  <a:lnTo>
                    <a:pt x="447190" y="1077027"/>
                  </a:lnTo>
                  <a:lnTo>
                    <a:pt x="446751" y="1072752"/>
                  </a:lnTo>
                  <a:lnTo>
                    <a:pt x="442914" y="1068366"/>
                  </a:lnTo>
                  <a:lnTo>
                    <a:pt x="448177" y="1069901"/>
                  </a:lnTo>
                  <a:lnTo>
                    <a:pt x="449492" y="1069682"/>
                  </a:lnTo>
                  <a:lnTo>
                    <a:pt x="450479" y="1068366"/>
                  </a:lnTo>
                  <a:lnTo>
                    <a:pt x="450369" y="1065406"/>
                  </a:lnTo>
                  <a:lnTo>
                    <a:pt x="451027" y="1063871"/>
                  </a:lnTo>
                  <a:lnTo>
                    <a:pt x="457605" y="1056964"/>
                  </a:lnTo>
                  <a:lnTo>
                    <a:pt x="459140" y="1053895"/>
                  </a:lnTo>
                  <a:lnTo>
                    <a:pt x="465060" y="1031859"/>
                  </a:lnTo>
                  <a:lnTo>
                    <a:pt x="467143" y="1029447"/>
                  </a:lnTo>
                  <a:lnTo>
                    <a:pt x="467362" y="1032845"/>
                  </a:lnTo>
                  <a:lnTo>
                    <a:pt x="467143" y="1045124"/>
                  </a:lnTo>
                  <a:lnTo>
                    <a:pt x="469445" y="1019032"/>
                  </a:lnTo>
                  <a:lnTo>
                    <a:pt x="464293" y="957638"/>
                  </a:lnTo>
                  <a:lnTo>
                    <a:pt x="466376" y="919157"/>
                  </a:lnTo>
                  <a:lnTo>
                    <a:pt x="469555" y="898655"/>
                  </a:lnTo>
                  <a:lnTo>
                    <a:pt x="473392" y="855241"/>
                  </a:lnTo>
                  <a:lnTo>
                    <a:pt x="471200" y="847677"/>
                  </a:lnTo>
                  <a:lnTo>
                    <a:pt x="469445" y="854035"/>
                  </a:lnTo>
                  <a:lnTo>
                    <a:pt x="468459" y="868178"/>
                  </a:lnTo>
                  <a:lnTo>
                    <a:pt x="467143" y="873988"/>
                  </a:lnTo>
                  <a:lnTo>
                    <a:pt x="465828" y="873988"/>
                  </a:lnTo>
                  <a:lnTo>
                    <a:pt x="467143" y="854364"/>
                  </a:lnTo>
                  <a:lnTo>
                    <a:pt x="466157" y="848992"/>
                  </a:lnTo>
                  <a:lnTo>
                    <a:pt x="463416" y="846580"/>
                  </a:lnTo>
                  <a:lnTo>
                    <a:pt x="459140" y="846032"/>
                  </a:lnTo>
                  <a:lnTo>
                    <a:pt x="453658" y="846142"/>
                  </a:lnTo>
                  <a:lnTo>
                    <a:pt x="453658" y="844826"/>
                  </a:lnTo>
                  <a:lnTo>
                    <a:pt x="467691" y="846251"/>
                  </a:lnTo>
                  <a:lnTo>
                    <a:pt x="471200" y="844826"/>
                  </a:lnTo>
                  <a:lnTo>
                    <a:pt x="472844" y="841099"/>
                  </a:lnTo>
                  <a:lnTo>
                    <a:pt x="474488" y="797684"/>
                  </a:lnTo>
                  <a:lnTo>
                    <a:pt x="475475" y="788914"/>
                  </a:lnTo>
                  <a:lnTo>
                    <a:pt x="476243" y="781459"/>
                  </a:lnTo>
                  <a:lnTo>
                    <a:pt x="487425" y="688600"/>
                  </a:lnTo>
                  <a:lnTo>
                    <a:pt x="506391" y="617010"/>
                  </a:lnTo>
                  <a:lnTo>
                    <a:pt x="525358" y="545311"/>
                  </a:lnTo>
                  <a:lnTo>
                    <a:pt x="552875" y="499704"/>
                  </a:lnTo>
                  <a:lnTo>
                    <a:pt x="564277" y="475914"/>
                  </a:lnTo>
                  <a:lnTo>
                    <a:pt x="571513" y="457495"/>
                  </a:lnTo>
                  <a:lnTo>
                    <a:pt x="576775" y="444011"/>
                  </a:lnTo>
                  <a:lnTo>
                    <a:pt x="579078" y="435240"/>
                  </a:lnTo>
                  <a:lnTo>
                    <a:pt x="581380" y="431512"/>
                  </a:lnTo>
                  <a:lnTo>
                    <a:pt x="583244" y="427347"/>
                  </a:lnTo>
                  <a:lnTo>
                    <a:pt x="583353" y="417260"/>
                  </a:lnTo>
                  <a:lnTo>
                    <a:pt x="584778" y="412875"/>
                  </a:lnTo>
                  <a:lnTo>
                    <a:pt x="582805" y="404324"/>
                  </a:lnTo>
                  <a:lnTo>
                    <a:pt x="589273" y="375161"/>
                  </a:lnTo>
                  <a:lnTo>
                    <a:pt x="589273" y="375161"/>
                  </a:lnTo>
                  <a:close/>
                  <a:moveTo>
                    <a:pt x="456070" y="1073300"/>
                  </a:moveTo>
                  <a:lnTo>
                    <a:pt x="454755" y="1075163"/>
                  </a:lnTo>
                  <a:lnTo>
                    <a:pt x="451795" y="1078452"/>
                  </a:lnTo>
                  <a:lnTo>
                    <a:pt x="450589" y="1080864"/>
                  </a:lnTo>
                  <a:lnTo>
                    <a:pt x="455632" y="1078781"/>
                  </a:lnTo>
                  <a:lnTo>
                    <a:pt x="459907" y="1072642"/>
                  </a:lnTo>
                  <a:lnTo>
                    <a:pt x="462210" y="1065845"/>
                  </a:lnTo>
                  <a:lnTo>
                    <a:pt x="461442" y="1061788"/>
                  </a:lnTo>
                  <a:lnTo>
                    <a:pt x="459469" y="1064420"/>
                  </a:lnTo>
                  <a:lnTo>
                    <a:pt x="456070" y="1073300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42F77D77-EC5B-89C4-3EDE-AF1CC2F431D3}"/>
                </a:ext>
              </a:extLst>
            </p:cNvPr>
            <p:cNvSpPr/>
            <p:nvPr/>
          </p:nvSpPr>
          <p:spPr>
            <a:xfrm>
              <a:off x="10286034" y="5061426"/>
              <a:ext cx="613941" cy="285044"/>
            </a:xfrm>
            <a:custGeom>
              <a:avLst/>
              <a:gdLst>
                <a:gd name="connsiteX0" fmla="*/ 619861 w 613940"/>
                <a:gd name="connsiteY0" fmla="*/ 164777 h 285043"/>
                <a:gd name="connsiteX1" fmla="*/ 619861 w 613940"/>
                <a:gd name="connsiteY1" fmla="*/ 140768 h 285043"/>
                <a:gd name="connsiteX2" fmla="*/ 608020 w 613940"/>
                <a:gd name="connsiteY2" fmla="*/ 140329 h 285043"/>
                <a:gd name="connsiteX3" fmla="*/ 602320 w 613940"/>
                <a:gd name="connsiteY3" fmla="*/ 140001 h 285043"/>
                <a:gd name="connsiteX4" fmla="*/ 596619 w 613940"/>
                <a:gd name="connsiteY4" fmla="*/ 139781 h 285043"/>
                <a:gd name="connsiteX5" fmla="*/ 593768 w 613940"/>
                <a:gd name="connsiteY5" fmla="*/ 139233 h 285043"/>
                <a:gd name="connsiteX6" fmla="*/ 592233 w 613940"/>
                <a:gd name="connsiteY6" fmla="*/ 137918 h 285043"/>
                <a:gd name="connsiteX7" fmla="*/ 590808 w 613940"/>
                <a:gd name="connsiteY7" fmla="*/ 136163 h 285043"/>
                <a:gd name="connsiteX8" fmla="*/ 588616 w 613940"/>
                <a:gd name="connsiteY8" fmla="*/ 134190 h 285043"/>
                <a:gd name="connsiteX9" fmla="*/ 585107 w 613940"/>
                <a:gd name="connsiteY9" fmla="*/ 132765 h 285043"/>
                <a:gd name="connsiteX10" fmla="*/ 581161 w 613940"/>
                <a:gd name="connsiteY10" fmla="*/ 132436 h 285043"/>
                <a:gd name="connsiteX11" fmla="*/ 577214 w 613940"/>
                <a:gd name="connsiteY11" fmla="*/ 132655 h 285043"/>
                <a:gd name="connsiteX12" fmla="*/ 573377 w 613940"/>
                <a:gd name="connsiteY12" fmla="*/ 132875 h 285043"/>
                <a:gd name="connsiteX13" fmla="*/ 569759 w 613940"/>
                <a:gd name="connsiteY13" fmla="*/ 131997 h 285043"/>
                <a:gd name="connsiteX14" fmla="*/ 566031 w 613940"/>
                <a:gd name="connsiteY14" fmla="*/ 129805 h 285043"/>
                <a:gd name="connsiteX15" fmla="*/ 562413 w 613940"/>
                <a:gd name="connsiteY15" fmla="*/ 127064 h 285043"/>
                <a:gd name="connsiteX16" fmla="*/ 559344 w 613940"/>
                <a:gd name="connsiteY16" fmla="*/ 124652 h 285043"/>
                <a:gd name="connsiteX17" fmla="*/ 555945 w 613940"/>
                <a:gd name="connsiteY17" fmla="*/ 122130 h 285043"/>
                <a:gd name="connsiteX18" fmla="*/ 552766 w 613940"/>
                <a:gd name="connsiteY18" fmla="*/ 120486 h 285043"/>
                <a:gd name="connsiteX19" fmla="*/ 549367 w 613940"/>
                <a:gd name="connsiteY19" fmla="*/ 119390 h 285043"/>
                <a:gd name="connsiteX20" fmla="*/ 544982 w 613940"/>
                <a:gd name="connsiteY20" fmla="*/ 119061 h 285043"/>
                <a:gd name="connsiteX21" fmla="*/ 541254 w 613940"/>
                <a:gd name="connsiteY21" fmla="*/ 118622 h 285043"/>
                <a:gd name="connsiteX22" fmla="*/ 537966 w 613940"/>
                <a:gd name="connsiteY22" fmla="*/ 117636 h 285043"/>
                <a:gd name="connsiteX23" fmla="*/ 534676 w 613940"/>
                <a:gd name="connsiteY23" fmla="*/ 116430 h 285043"/>
                <a:gd name="connsiteX24" fmla="*/ 530949 w 613940"/>
                <a:gd name="connsiteY24" fmla="*/ 115224 h 285043"/>
                <a:gd name="connsiteX25" fmla="*/ 528756 w 613940"/>
                <a:gd name="connsiteY25" fmla="*/ 114566 h 285043"/>
                <a:gd name="connsiteX26" fmla="*/ 526564 w 613940"/>
                <a:gd name="connsiteY26" fmla="*/ 113798 h 285043"/>
                <a:gd name="connsiteX27" fmla="*/ 524262 w 613940"/>
                <a:gd name="connsiteY27" fmla="*/ 113141 h 285043"/>
                <a:gd name="connsiteX28" fmla="*/ 521740 w 613940"/>
                <a:gd name="connsiteY28" fmla="*/ 113031 h 285043"/>
                <a:gd name="connsiteX29" fmla="*/ 517245 w 613940"/>
                <a:gd name="connsiteY29" fmla="*/ 112921 h 285043"/>
                <a:gd name="connsiteX30" fmla="*/ 511654 w 613940"/>
                <a:gd name="connsiteY30" fmla="*/ 112702 h 285043"/>
                <a:gd name="connsiteX31" fmla="*/ 506063 w 613940"/>
                <a:gd name="connsiteY31" fmla="*/ 112812 h 285043"/>
                <a:gd name="connsiteX32" fmla="*/ 502116 w 613940"/>
                <a:gd name="connsiteY32" fmla="*/ 114018 h 285043"/>
                <a:gd name="connsiteX33" fmla="*/ 501677 w 613940"/>
                <a:gd name="connsiteY33" fmla="*/ 115004 h 285043"/>
                <a:gd name="connsiteX34" fmla="*/ 500690 w 613940"/>
                <a:gd name="connsiteY34" fmla="*/ 116978 h 285043"/>
                <a:gd name="connsiteX35" fmla="*/ 499813 w 613940"/>
                <a:gd name="connsiteY35" fmla="*/ 119171 h 285043"/>
                <a:gd name="connsiteX36" fmla="*/ 499375 w 613940"/>
                <a:gd name="connsiteY36" fmla="*/ 120376 h 285043"/>
                <a:gd name="connsiteX37" fmla="*/ 499156 w 613940"/>
                <a:gd name="connsiteY37" fmla="*/ 122569 h 285043"/>
                <a:gd name="connsiteX38" fmla="*/ 499485 w 613940"/>
                <a:gd name="connsiteY38" fmla="*/ 124981 h 285043"/>
                <a:gd name="connsiteX39" fmla="*/ 499923 w 613940"/>
                <a:gd name="connsiteY39" fmla="*/ 127064 h 285043"/>
                <a:gd name="connsiteX40" fmla="*/ 500033 w 613940"/>
                <a:gd name="connsiteY40" fmla="*/ 128818 h 285043"/>
                <a:gd name="connsiteX41" fmla="*/ 499046 w 613940"/>
                <a:gd name="connsiteY41" fmla="*/ 132436 h 285043"/>
                <a:gd name="connsiteX42" fmla="*/ 497182 w 613940"/>
                <a:gd name="connsiteY42" fmla="*/ 137479 h 285043"/>
                <a:gd name="connsiteX43" fmla="*/ 495099 w 613940"/>
                <a:gd name="connsiteY43" fmla="*/ 142084 h 285043"/>
                <a:gd name="connsiteX44" fmla="*/ 493455 w 613940"/>
                <a:gd name="connsiteY44" fmla="*/ 144276 h 285043"/>
                <a:gd name="connsiteX45" fmla="*/ 483807 w 613940"/>
                <a:gd name="connsiteY45" fmla="*/ 144276 h 285043"/>
                <a:gd name="connsiteX46" fmla="*/ 474269 w 613940"/>
                <a:gd name="connsiteY46" fmla="*/ 144276 h 285043"/>
                <a:gd name="connsiteX47" fmla="*/ 464731 w 613940"/>
                <a:gd name="connsiteY47" fmla="*/ 144167 h 285043"/>
                <a:gd name="connsiteX48" fmla="*/ 455084 w 613940"/>
                <a:gd name="connsiteY48" fmla="*/ 144167 h 285043"/>
                <a:gd name="connsiteX49" fmla="*/ 448834 w 613940"/>
                <a:gd name="connsiteY49" fmla="*/ 143728 h 285043"/>
                <a:gd name="connsiteX50" fmla="*/ 442585 w 613940"/>
                <a:gd name="connsiteY50" fmla="*/ 141097 h 285043"/>
                <a:gd name="connsiteX51" fmla="*/ 436665 w 613940"/>
                <a:gd name="connsiteY51" fmla="*/ 137369 h 285043"/>
                <a:gd name="connsiteX52" fmla="*/ 431184 w 613940"/>
                <a:gd name="connsiteY52" fmla="*/ 133971 h 285043"/>
                <a:gd name="connsiteX53" fmla="*/ 428004 w 613940"/>
                <a:gd name="connsiteY53" fmla="*/ 131997 h 285043"/>
                <a:gd name="connsiteX54" fmla="*/ 427127 w 613940"/>
                <a:gd name="connsiteY54" fmla="*/ 128818 h 285043"/>
                <a:gd name="connsiteX55" fmla="*/ 426031 w 613940"/>
                <a:gd name="connsiteY55" fmla="*/ 125639 h 285043"/>
                <a:gd name="connsiteX56" fmla="*/ 422303 w 613940"/>
                <a:gd name="connsiteY56" fmla="*/ 123336 h 285043"/>
                <a:gd name="connsiteX57" fmla="*/ 419453 w 613940"/>
                <a:gd name="connsiteY57" fmla="*/ 122459 h 285043"/>
                <a:gd name="connsiteX58" fmla="*/ 416712 w 613940"/>
                <a:gd name="connsiteY58" fmla="*/ 121144 h 285043"/>
                <a:gd name="connsiteX59" fmla="*/ 414300 w 613940"/>
                <a:gd name="connsiteY59" fmla="*/ 119719 h 285043"/>
                <a:gd name="connsiteX60" fmla="*/ 411669 w 613940"/>
                <a:gd name="connsiteY60" fmla="*/ 118074 h 285043"/>
                <a:gd name="connsiteX61" fmla="*/ 407174 w 613940"/>
                <a:gd name="connsiteY61" fmla="*/ 114785 h 285043"/>
                <a:gd name="connsiteX62" fmla="*/ 402789 w 613940"/>
                <a:gd name="connsiteY62" fmla="*/ 111058 h 285043"/>
                <a:gd name="connsiteX63" fmla="*/ 398294 w 613940"/>
                <a:gd name="connsiteY63" fmla="*/ 107330 h 285043"/>
                <a:gd name="connsiteX64" fmla="*/ 393361 w 613940"/>
                <a:gd name="connsiteY64" fmla="*/ 104151 h 285043"/>
                <a:gd name="connsiteX65" fmla="*/ 390510 w 613940"/>
                <a:gd name="connsiteY65" fmla="*/ 99437 h 285043"/>
                <a:gd name="connsiteX66" fmla="*/ 389962 w 613940"/>
                <a:gd name="connsiteY66" fmla="*/ 91434 h 285043"/>
                <a:gd name="connsiteX67" fmla="*/ 390620 w 613940"/>
                <a:gd name="connsiteY67" fmla="*/ 82882 h 285043"/>
                <a:gd name="connsiteX68" fmla="*/ 391168 w 613940"/>
                <a:gd name="connsiteY68" fmla="*/ 76743 h 285043"/>
                <a:gd name="connsiteX69" fmla="*/ 391387 w 613940"/>
                <a:gd name="connsiteY69" fmla="*/ 67314 h 285043"/>
                <a:gd name="connsiteX70" fmla="*/ 391497 w 613940"/>
                <a:gd name="connsiteY70" fmla="*/ 57886 h 285043"/>
                <a:gd name="connsiteX71" fmla="*/ 391606 w 613940"/>
                <a:gd name="connsiteY71" fmla="*/ 48458 h 285043"/>
                <a:gd name="connsiteX72" fmla="*/ 391826 w 613940"/>
                <a:gd name="connsiteY72" fmla="*/ 38920 h 285043"/>
                <a:gd name="connsiteX73" fmla="*/ 382836 w 613940"/>
                <a:gd name="connsiteY73" fmla="*/ 39249 h 285043"/>
                <a:gd name="connsiteX74" fmla="*/ 373407 w 613940"/>
                <a:gd name="connsiteY74" fmla="*/ 39797 h 285043"/>
                <a:gd name="connsiteX75" fmla="*/ 363979 w 613940"/>
                <a:gd name="connsiteY75" fmla="*/ 39797 h 285043"/>
                <a:gd name="connsiteX76" fmla="*/ 355318 w 613940"/>
                <a:gd name="connsiteY76" fmla="*/ 38591 h 285043"/>
                <a:gd name="connsiteX77" fmla="*/ 353454 w 613940"/>
                <a:gd name="connsiteY77" fmla="*/ 38700 h 285043"/>
                <a:gd name="connsiteX78" fmla="*/ 352139 w 613940"/>
                <a:gd name="connsiteY78" fmla="*/ 39468 h 285043"/>
                <a:gd name="connsiteX79" fmla="*/ 350713 w 613940"/>
                <a:gd name="connsiteY79" fmla="*/ 40016 h 285043"/>
                <a:gd name="connsiteX80" fmla="*/ 348630 w 613940"/>
                <a:gd name="connsiteY80" fmla="*/ 39249 h 285043"/>
                <a:gd name="connsiteX81" fmla="*/ 346986 w 613940"/>
                <a:gd name="connsiteY81" fmla="*/ 37933 h 285043"/>
                <a:gd name="connsiteX82" fmla="*/ 345451 w 613940"/>
                <a:gd name="connsiteY82" fmla="*/ 36617 h 285043"/>
                <a:gd name="connsiteX83" fmla="*/ 343916 w 613940"/>
                <a:gd name="connsiteY83" fmla="*/ 35302 h 285043"/>
                <a:gd name="connsiteX84" fmla="*/ 342272 w 613940"/>
                <a:gd name="connsiteY84" fmla="*/ 34206 h 285043"/>
                <a:gd name="connsiteX85" fmla="*/ 339092 w 613940"/>
                <a:gd name="connsiteY85" fmla="*/ 30368 h 285043"/>
                <a:gd name="connsiteX86" fmla="*/ 337558 w 613940"/>
                <a:gd name="connsiteY86" fmla="*/ 25545 h 285043"/>
                <a:gd name="connsiteX87" fmla="*/ 336461 w 613940"/>
                <a:gd name="connsiteY87" fmla="*/ 20173 h 285043"/>
                <a:gd name="connsiteX88" fmla="*/ 335036 w 613940"/>
                <a:gd name="connsiteY88" fmla="*/ 15349 h 285043"/>
                <a:gd name="connsiteX89" fmla="*/ 332624 w 613940"/>
                <a:gd name="connsiteY89" fmla="*/ 11731 h 285043"/>
                <a:gd name="connsiteX90" fmla="*/ 329774 w 613940"/>
                <a:gd name="connsiteY90" fmla="*/ 7894 h 285043"/>
                <a:gd name="connsiteX91" fmla="*/ 327362 w 613940"/>
                <a:gd name="connsiteY91" fmla="*/ 3947 h 285043"/>
                <a:gd name="connsiteX92" fmla="*/ 326704 w 613940"/>
                <a:gd name="connsiteY92" fmla="*/ 0 h 285043"/>
                <a:gd name="connsiteX93" fmla="*/ 325388 w 613940"/>
                <a:gd name="connsiteY93" fmla="*/ 439 h 285043"/>
                <a:gd name="connsiteX94" fmla="*/ 305106 w 613940"/>
                <a:gd name="connsiteY94" fmla="*/ 5262 h 285043"/>
                <a:gd name="connsiteX95" fmla="*/ 300831 w 613940"/>
                <a:gd name="connsiteY95" fmla="*/ 5920 h 285043"/>
                <a:gd name="connsiteX96" fmla="*/ 291841 w 613940"/>
                <a:gd name="connsiteY96" fmla="*/ 5482 h 285043"/>
                <a:gd name="connsiteX97" fmla="*/ 286907 w 613940"/>
                <a:gd name="connsiteY97" fmla="*/ 5701 h 285043"/>
                <a:gd name="connsiteX98" fmla="*/ 284057 w 613940"/>
                <a:gd name="connsiteY98" fmla="*/ 7236 h 285043"/>
                <a:gd name="connsiteX99" fmla="*/ 284605 w 613940"/>
                <a:gd name="connsiteY99" fmla="*/ 9867 h 285043"/>
                <a:gd name="connsiteX100" fmla="*/ 289429 w 613940"/>
                <a:gd name="connsiteY100" fmla="*/ 19405 h 285043"/>
                <a:gd name="connsiteX101" fmla="*/ 290635 w 613940"/>
                <a:gd name="connsiteY101" fmla="*/ 23681 h 285043"/>
                <a:gd name="connsiteX102" fmla="*/ 289210 w 613940"/>
                <a:gd name="connsiteY102" fmla="*/ 32342 h 285043"/>
                <a:gd name="connsiteX103" fmla="*/ 289100 w 613940"/>
                <a:gd name="connsiteY103" fmla="*/ 36727 h 285043"/>
                <a:gd name="connsiteX104" fmla="*/ 290635 w 613940"/>
                <a:gd name="connsiteY104" fmla="*/ 39906 h 285043"/>
                <a:gd name="connsiteX105" fmla="*/ 289319 w 613940"/>
                <a:gd name="connsiteY105" fmla="*/ 45717 h 285043"/>
                <a:gd name="connsiteX106" fmla="*/ 286688 w 613940"/>
                <a:gd name="connsiteY106" fmla="*/ 40235 h 285043"/>
                <a:gd name="connsiteX107" fmla="*/ 285154 w 613940"/>
                <a:gd name="connsiteY107" fmla="*/ 20173 h 285043"/>
                <a:gd name="connsiteX108" fmla="*/ 282522 w 613940"/>
                <a:gd name="connsiteY108" fmla="*/ 13704 h 285043"/>
                <a:gd name="connsiteX109" fmla="*/ 281755 w 613940"/>
                <a:gd name="connsiteY109" fmla="*/ 12279 h 285043"/>
                <a:gd name="connsiteX110" fmla="*/ 279891 w 613940"/>
                <a:gd name="connsiteY110" fmla="*/ 12060 h 285043"/>
                <a:gd name="connsiteX111" fmla="*/ 278027 w 613940"/>
                <a:gd name="connsiteY111" fmla="*/ 13046 h 285043"/>
                <a:gd name="connsiteX112" fmla="*/ 277150 w 613940"/>
                <a:gd name="connsiteY112" fmla="*/ 15129 h 285043"/>
                <a:gd name="connsiteX113" fmla="*/ 275615 w 613940"/>
                <a:gd name="connsiteY113" fmla="*/ 17870 h 285043"/>
                <a:gd name="connsiteX114" fmla="*/ 271559 w 613940"/>
                <a:gd name="connsiteY114" fmla="*/ 23571 h 285043"/>
                <a:gd name="connsiteX115" fmla="*/ 262131 w 613940"/>
                <a:gd name="connsiteY115" fmla="*/ 32342 h 285043"/>
                <a:gd name="connsiteX116" fmla="*/ 252483 w 613940"/>
                <a:gd name="connsiteY116" fmla="*/ 38152 h 285043"/>
                <a:gd name="connsiteX117" fmla="*/ 235928 w 613940"/>
                <a:gd name="connsiteY117" fmla="*/ 42318 h 285043"/>
                <a:gd name="connsiteX118" fmla="*/ 204135 w 613940"/>
                <a:gd name="connsiteY118" fmla="*/ 42866 h 285043"/>
                <a:gd name="connsiteX119" fmla="*/ 200079 w 613940"/>
                <a:gd name="connsiteY119" fmla="*/ 43963 h 285043"/>
                <a:gd name="connsiteX120" fmla="*/ 197009 w 613940"/>
                <a:gd name="connsiteY120" fmla="*/ 45827 h 285043"/>
                <a:gd name="connsiteX121" fmla="*/ 196680 w 613940"/>
                <a:gd name="connsiteY121" fmla="*/ 47581 h 285043"/>
                <a:gd name="connsiteX122" fmla="*/ 200846 w 613940"/>
                <a:gd name="connsiteY122" fmla="*/ 48348 h 285043"/>
                <a:gd name="connsiteX123" fmla="*/ 205232 w 613940"/>
                <a:gd name="connsiteY123" fmla="*/ 49883 h 285043"/>
                <a:gd name="connsiteX124" fmla="*/ 206657 w 613940"/>
                <a:gd name="connsiteY124" fmla="*/ 53281 h 285043"/>
                <a:gd name="connsiteX125" fmla="*/ 205451 w 613940"/>
                <a:gd name="connsiteY125" fmla="*/ 56241 h 285043"/>
                <a:gd name="connsiteX126" fmla="*/ 201504 w 613940"/>
                <a:gd name="connsiteY126" fmla="*/ 56899 h 285043"/>
                <a:gd name="connsiteX127" fmla="*/ 202929 w 613940"/>
                <a:gd name="connsiteY127" fmla="*/ 58215 h 285043"/>
                <a:gd name="connsiteX128" fmla="*/ 201614 w 613940"/>
                <a:gd name="connsiteY128" fmla="*/ 59640 h 285043"/>
                <a:gd name="connsiteX129" fmla="*/ 198763 w 613940"/>
                <a:gd name="connsiteY129" fmla="*/ 64026 h 285043"/>
                <a:gd name="connsiteX130" fmla="*/ 197448 w 613940"/>
                <a:gd name="connsiteY130" fmla="*/ 64026 h 285043"/>
                <a:gd name="connsiteX131" fmla="*/ 197777 w 613940"/>
                <a:gd name="connsiteY131" fmla="*/ 61065 h 285043"/>
                <a:gd name="connsiteX132" fmla="*/ 199969 w 613940"/>
                <a:gd name="connsiteY132" fmla="*/ 57119 h 285043"/>
                <a:gd name="connsiteX133" fmla="*/ 200079 w 613940"/>
                <a:gd name="connsiteY133" fmla="*/ 54049 h 285043"/>
                <a:gd name="connsiteX134" fmla="*/ 198434 w 613940"/>
                <a:gd name="connsiteY134" fmla="*/ 55364 h 285043"/>
                <a:gd name="connsiteX135" fmla="*/ 195474 w 613940"/>
                <a:gd name="connsiteY135" fmla="*/ 57009 h 285043"/>
                <a:gd name="connsiteX136" fmla="*/ 192514 w 613940"/>
                <a:gd name="connsiteY136" fmla="*/ 58105 h 285043"/>
                <a:gd name="connsiteX137" fmla="*/ 190650 w 613940"/>
                <a:gd name="connsiteY137" fmla="*/ 58215 h 285043"/>
                <a:gd name="connsiteX138" fmla="*/ 189335 w 613940"/>
                <a:gd name="connsiteY138" fmla="*/ 56351 h 285043"/>
                <a:gd name="connsiteX139" fmla="*/ 189006 w 613940"/>
                <a:gd name="connsiteY139" fmla="*/ 51637 h 285043"/>
                <a:gd name="connsiteX140" fmla="*/ 188019 w 613940"/>
                <a:gd name="connsiteY140" fmla="*/ 49883 h 285043"/>
                <a:gd name="connsiteX141" fmla="*/ 189993 w 613940"/>
                <a:gd name="connsiteY141" fmla="*/ 48896 h 285043"/>
                <a:gd name="connsiteX142" fmla="*/ 191418 w 613940"/>
                <a:gd name="connsiteY142" fmla="*/ 47252 h 285043"/>
                <a:gd name="connsiteX143" fmla="*/ 193391 w 613940"/>
                <a:gd name="connsiteY143" fmla="*/ 44182 h 285043"/>
                <a:gd name="connsiteX144" fmla="*/ 193391 w 613940"/>
                <a:gd name="connsiteY144" fmla="*/ 42866 h 285043"/>
                <a:gd name="connsiteX145" fmla="*/ 163900 w 613940"/>
                <a:gd name="connsiteY145" fmla="*/ 43963 h 285043"/>
                <a:gd name="connsiteX146" fmla="*/ 136492 w 613940"/>
                <a:gd name="connsiteY146" fmla="*/ 43086 h 285043"/>
                <a:gd name="connsiteX147" fmla="*/ 115224 w 613940"/>
                <a:gd name="connsiteY147" fmla="*/ 45717 h 285043"/>
                <a:gd name="connsiteX148" fmla="*/ 106563 w 613940"/>
                <a:gd name="connsiteY148" fmla="*/ 47581 h 285043"/>
                <a:gd name="connsiteX149" fmla="*/ 70055 w 613940"/>
                <a:gd name="connsiteY149" fmla="*/ 61394 h 285043"/>
                <a:gd name="connsiteX150" fmla="*/ 67862 w 613940"/>
                <a:gd name="connsiteY150" fmla="*/ 63258 h 285043"/>
                <a:gd name="connsiteX151" fmla="*/ 66108 w 613940"/>
                <a:gd name="connsiteY151" fmla="*/ 65450 h 285043"/>
                <a:gd name="connsiteX152" fmla="*/ 62381 w 613940"/>
                <a:gd name="connsiteY152" fmla="*/ 66657 h 285043"/>
                <a:gd name="connsiteX153" fmla="*/ 58653 w 613940"/>
                <a:gd name="connsiteY153" fmla="*/ 68520 h 285043"/>
                <a:gd name="connsiteX154" fmla="*/ 57009 w 613940"/>
                <a:gd name="connsiteY154" fmla="*/ 72467 h 285043"/>
                <a:gd name="connsiteX155" fmla="*/ 59201 w 613940"/>
                <a:gd name="connsiteY155" fmla="*/ 70494 h 285043"/>
                <a:gd name="connsiteX156" fmla="*/ 61504 w 613940"/>
                <a:gd name="connsiteY156" fmla="*/ 70055 h 285043"/>
                <a:gd name="connsiteX157" fmla="*/ 63696 w 613940"/>
                <a:gd name="connsiteY157" fmla="*/ 69836 h 285043"/>
                <a:gd name="connsiteX158" fmla="*/ 65779 w 613940"/>
                <a:gd name="connsiteY158" fmla="*/ 68849 h 285043"/>
                <a:gd name="connsiteX159" fmla="*/ 72576 w 613940"/>
                <a:gd name="connsiteY159" fmla="*/ 64026 h 285043"/>
                <a:gd name="connsiteX160" fmla="*/ 81238 w 613940"/>
                <a:gd name="connsiteY160" fmla="*/ 62600 h 285043"/>
                <a:gd name="connsiteX161" fmla="*/ 82443 w 613940"/>
                <a:gd name="connsiteY161" fmla="*/ 61723 h 285043"/>
                <a:gd name="connsiteX162" fmla="*/ 84197 w 613940"/>
                <a:gd name="connsiteY162" fmla="*/ 59311 h 285043"/>
                <a:gd name="connsiteX163" fmla="*/ 85404 w 613940"/>
                <a:gd name="connsiteY163" fmla="*/ 58215 h 285043"/>
                <a:gd name="connsiteX164" fmla="*/ 99437 w 613940"/>
                <a:gd name="connsiteY164" fmla="*/ 53720 h 285043"/>
                <a:gd name="connsiteX165" fmla="*/ 101739 w 613940"/>
                <a:gd name="connsiteY165" fmla="*/ 51966 h 285043"/>
                <a:gd name="connsiteX166" fmla="*/ 102835 w 613940"/>
                <a:gd name="connsiteY166" fmla="*/ 50760 h 285043"/>
                <a:gd name="connsiteX167" fmla="*/ 105356 w 613940"/>
                <a:gd name="connsiteY167" fmla="*/ 49444 h 285043"/>
                <a:gd name="connsiteX168" fmla="*/ 108097 w 613940"/>
                <a:gd name="connsiteY168" fmla="*/ 48567 h 285043"/>
                <a:gd name="connsiteX169" fmla="*/ 109742 w 613940"/>
                <a:gd name="connsiteY169" fmla="*/ 48348 h 285043"/>
                <a:gd name="connsiteX170" fmla="*/ 110509 w 613940"/>
                <a:gd name="connsiteY170" fmla="*/ 49335 h 285043"/>
                <a:gd name="connsiteX171" fmla="*/ 112483 w 613940"/>
                <a:gd name="connsiteY171" fmla="*/ 54049 h 285043"/>
                <a:gd name="connsiteX172" fmla="*/ 109632 w 613940"/>
                <a:gd name="connsiteY172" fmla="*/ 60736 h 285043"/>
                <a:gd name="connsiteX173" fmla="*/ 107330 w 613940"/>
                <a:gd name="connsiteY173" fmla="*/ 63148 h 285043"/>
                <a:gd name="connsiteX174" fmla="*/ 94613 w 613940"/>
                <a:gd name="connsiteY174" fmla="*/ 65450 h 285043"/>
                <a:gd name="connsiteX175" fmla="*/ 90556 w 613940"/>
                <a:gd name="connsiteY175" fmla="*/ 64902 h 285043"/>
                <a:gd name="connsiteX176" fmla="*/ 89350 w 613940"/>
                <a:gd name="connsiteY176" fmla="*/ 61065 h 285043"/>
                <a:gd name="connsiteX177" fmla="*/ 86938 w 613940"/>
                <a:gd name="connsiteY177" fmla="*/ 62819 h 285043"/>
                <a:gd name="connsiteX178" fmla="*/ 84088 w 613940"/>
                <a:gd name="connsiteY178" fmla="*/ 64245 h 285043"/>
                <a:gd name="connsiteX179" fmla="*/ 81238 w 613940"/>
                <a:gd name="connsiteY179" fmla="*/ 64683 h 285043"/>
                <a:gd name="connsiteX180" fmla="*/ 78606 w 613940"/>
                <a:gd name="connsiteY180" fmla="*/ 64026 h 285043"/>
                <a:gd name="connsiteX181" fmla="*/ 77510 w 613940"/>
                <a:gd name="connsiteY181" fmla="*/ 64902 h 285043"/>
                <a:gd name="connsiteX182" fmla="*/ 75098 w 613940"/>
                <a:gd name="connsiteY182" fmla="*/ 66328 h 285043"/>
                <a:gd name="connsiteX183" fmla="*/ 73892 w 613940"/>
                <a:gd name="connsiteY183" fmla="*/ 67424 h 285043"/>
                <a:gd name="connsiteX184" fmla="*/ 73015 w 613940"/>
                <a:gd name="connsiteY184" fmla="*/ 69288 h 285043"/>
                <a:gd name="connsiteX185" fmla="*/ 73673 w 613940"/>
                <a:gd name="connsiteY185" fmla="*/ 70713 h 285043"/>
                <a:gd name="connsiteX186" fmla="*/ 74550 w 613940"/>
                <a:gd name="connsiteY186" fmla="*/ 72028 h 285043"/>
                <a:gd name="connsiteX187" fmla="*/ 74550 w 613940"/>
                <a:gd name="connsiteY187" fmla="*/ 74002 h 285043"/>
                <a:gd name="connsiteX188" fmla="*/ 72905 w 613940"/>
                <a:gd name="connsiteY188" fmla="*/ 76304 h 285043"/>
                <a:gd name="connsiteX189" fmla="*/ 70165 w 613940"/>
                <a:gd name="connsiteY189" fmla="*/ 77949 h 285043"/>
                <a:gd name="connsiteX190" fmla="*/ 66876 w 613940"/>
                <a:gd name="connsiteY190" fmla="*/ 79045 h 285043"/>
                <a:gd name="connsiteX191" fmla="*/ 51089 w 613940"/>
                <a:gd name="connsiteY191" fmla="*/ 81238 h 285043"/>
                <a:gd name="connsiteX192" fmla="*/ 49006 w 613940"/>
                <a:gd name="connsiteY192" fmla="*/ 80141 h 285043"/>
                <a:gd name="connsiteX193" fmla="*/ 49663 w 613940"/>
                <a:gd name="connsiteY193" fmla="*/ 77291 h 285043"/>
                <a:gd name="connsiteX194" fmla="*/ 51198 w 613940"/>
                <a:gd name="connsiteY194" fmla="*/ 75208 h 285043"/>
                <a:gd name="connsiteX195" fmla="*/ 53062 w 613940"/>
                <a:gd name="connsiteY195" fmla="*/ 73235 h 285043"/>
                <a:gd name="connsiteX196" fmla="*/ 54378 w 613940"/>
                <a:gd name="connsiteY196" fmla="*/ 71042 h 285043"/>
                <a:gd name="connsiteX197" fmla="*/ 32451 w 613940"/>
                <a:gd name="connsiteY197" fmla="*/ 78168 h 285043"/>
                <a:gd name="connsiteX198" fmla="*/ 28724 w 613940"/>
                <a:gd name="connsiteY198" fmla="*/ 80141 h 285043"/>
                <a:gd name="connsiteX199" fmla="*/ 25544 w 613940"/>
                <a:gd name="connsiteY199" fmla="*/ 82992 h 285043"/>
                <a:gd name="connsiteX200" fmla="*/ 10415 w 613940"/>
                <a:gd name="connsiteY200" fmla="*/ 86390 h 285043"/>
                <a:gd name="connsiteX201" fmla="*/ 5043 w 613940"/>
                <a:gd name="connsiteY201" fmla="*/ 88693 h 285043"/>
                <a:gd name="connsiteX202" fmla="*/ 439 w 613940"/>
                <a:gd name="connsiteY202" fmla="*/ 91324 h 285043"/>
                <a:gd name="connsiteX203" fmla="*/ 0 w 613940"/>
                <a:gd name="connsiteY203" fmla="*/ 91434 h 285043"/>
                <a:gd name="connsiteX204" fmla="*/ 110 w 613940"/>
                <a:gd name="connsiteY204" fmla="*/ 91434 h 285043"/>
                <a:gd name="connsiteX205" fmla="*/ 768 w 613940"/>
                <a:gd name="connsiteY205" fmla="*/ 93407 h 285043"/>
                <a:gd name="connsiteX206" fmla="*/ 987 w 613940"/>
                <a:gd name="connsiteY206" fmla="*/ 95709 h 285043"/>
                <a:gd name="connsiteX207" fmla="*/ 1316 w 613940"/>
                <a:gd name="connsiteY207" fmla="*/ 97792 h 285043"/>
                <a:gd name="connsiteX208" fmla="*/ 2302 w 613940"/>
                <a:gd name="connsiteY208" fmla="*/ 99656 h 285043"/>
                <a:gd name="connsiteX209" fmla="*/ 4275 w 613940"/>
                <a:gd name="connsiteY209" fmla="*/ 100643 h 285043"/>
                <a:gd name="connsiteX210" fmla="*/ 6468 w 613940"/>
                <a:gd name="connsiteY210" fmla="*/ 100862 h 285043"/>
                <a:gd name="connsiteX211" fmla="*/ 8113 w 613940"/>
                <a:gd name="connsiteY211" fmla="*/ 101629 h 285043"/>
                <a:gd name="connsiteX212" fmla="*/ 8661 w 613940"/>
                <a:gd name="connsiteY212" fmla="*/ 104260 h 285043"/>
                <a:gd name="connsiteX213" fmla="*/ 8332 w 613940"/>
                <a:gd name="connsiteY213" fmla="*/ 106672 h 285043"/>
                <a:gd name="connsiteX214" fmla="*/ 8222 w 613940"/>
                <a:gd name="connsiteY214" fmla="*/ 109632 h 285043"/>
                <a:gd name="connsiteX215" fmla="*/ 8551 w 613940"/>
                <a:gd name="connsiteY215" fmla="*/ 112373 h 285043"/>
                <a:gd name="connsiteX216" fmla="*/ 10196 w 613940"/>
                <a:gd name="connsiteY216" fmla="*/ 114237 h 285043"/>
                <a:gd name="connsiteX217" fmla="*/ 11731 w 613940"/>
                <a:gd name="connsiteY217" fmla="*/ 115772 h 285043"/>
                <a:gd name="connsiteX218" fmla="*/ 11182 w 613940"/>
                <a:gd name="connsiteY218" fmla="*/ 117087 h 285043"/>
                <a:gd name="connsiteX219" fmla="*/ 9977 w 613940"/>
                <a:gd name="connsiteY219" fmla="*/ 118184 h 285043"/>
                <a:gd name="connsiteX220" fmla="*/ 9428 w 613940"/>
                <a:gd name="connsiteY220" fmla="*/ 119171 h 285043"/>
                <a:gd name="connsiteX221" fmla="*/ 9977 w 613940"/>
                <a:gd name="connsiteY221" fmla="*/ 120486 h 285043"/>
                <a:gd name="connsiteX222" fmla="*/ 10853 w 613940"/>
                <a:gd name="connsiteY222" fmla="*/ 121582 h 285043"/>
                <a:gd name="connsiteX223" fmla="*/ 11950 w 613940"/>
                <a:gd name="connsiteY223" fmla="*/ 122898 h 285043"/>
                <a:gd name="connsiteX224" fmla="*/ 12827 w 613940"/>
                <a:gd name="connsiteY224" fmla="*/ 124433 h 285043"/>
                <a:gd name="connsiteX225" fmla="*/ 13375 w 613940"/>
                <a:gd name="connsiteY225" fmla="*/ 126735 h 285043"/>
                <a:gd name="connsiteX226" fmla="*/ 13375 w 613940"/>
                <a:gd name="connsiteY226" fmla="*/ 128928 h 285043"/>
                <a:gd name="connsiteX227" fmla="*/ 13704 w 613940"/>
                <a:gd name="connsiteY227" fmla="*/ 130901 h 285043"/>
                <a:gd name="connsiteX228" fmla="*/ 15239 w 613940"/>
                <a:gd name="connsiteY228" fmla="*/ 132655 h 285043"/>
                <a:gd name="connsiteX229" fmla="*/ 17103 w 613940"/>
                <a:gd name="connsiteY229" fmla="*/ 135506 h 285043"/>
                <a:gd name="connsiteX230" fmla="*/ 15677 w 613940"/>
                <a:gd name="connsiteY230" fmla="*/ 138356 h 285043"/>
                <a:gd name="connsiteX231" fmla="*/ 13375 w 613940"/>
                <a:gd name="connsiteY231" fmla="*/ 141206 h 285043"/>
                <a:gd name="connsiteX232" fmla="*/ 12608 w 613940"/>
                <a:gd name="connsiteY232" fmla="*/ 144276 h 285043"/>
                <a:gd name="connsiteX233" fmla="*/ 12169 w 613940"/>
                <a:gd name="connsiteY233" fmla="*/ 148442 h 285043"/>
                <a:gd name="connsiteX234" fmla="*/ 11511 w 613940"/>
                <a:gd name="connsiteY234" fmla="*/ 153705 h 285043"/>
                <a:gd name="connsiteX235" fmla="*/ 11950 w 613940"/>
                <a:gd name="connsiteY235" fmla="*/ 158528 h 285043"/>
                <a:gd name="connsiteX236" fmla="*/ 14800 w 613940"/>
                <a:gd name="connsiteY236" fmla="*/ 161269 h 285043"/>
                <a:gd name="connsiteX237" fmla="*/ 16225 w 613940"/>
                <a:gd name="connsiteY237" fmla="*/ 161379 h 285043"/>
                <a:gd name="connsiteX238" fmla="*/ 17760 w 613940"/>
                <a:gd name="connsiteY238" fmla="*/ 161379 h 285043"/>
                <a:gd name="connsiteX239" fmla="*/ 19295 w 613940"/>
                <a:gd name="connsiteY239" fmla="*/ 161379 h 285043"/>
                <a:gd name="connsiteX240" fmla="*/ 20611 w 613940"/>
                <a:gd name="connsiteY240" fmla="*/ 161817 h 285043"/>
                <a:gd name="connsiteX241" fmla="*/ 21269 w 613940"/>
                <a:gd name="connsiteY241" fmla="*/ 162695 h 285043"/>
                <a:gd name="connsiteX242" fmla="*/ 21707 w 613940"/>
                <a:gd name="connsiteY242" fmla="*/ 163900 h 285043"/>
                <a:gd name="connsiteX243" fmla="*/ 22036 w 613940"/>
                <a:gd name="connsiteY243" fmla="*/ 164997 h 285043"/>
                <a:gd name="connsiteX244" fmla="*/ 22474 w 613940"/>
                <a:gd name="connsiteY244" fmla="*/ 165654 h 285043"/>
                <a:gd name="connsiteX245" fmla="*/ 24996 w 613940"/>
                <a:gd name="connsiteY245" fmla="*/ 166751 h 285043"/>
                <a:gd name="connsiteX246" fmla="*/ 27518 w 613940"/>
                <a:gd name="connsiteY246" fmla="*/ 167299 h 285043"/>
                <a:gd name="connsiteX247" fmla="*/ 30149 w 613940"/>
                <a:gd name="connsiteY247" fmla="*/ 167847 h 285043"/>
                <a:gd name="connsiteX248" fmla="*/ 32890 w 613940"/>
                <a:gd name="connsiteY248" fmla="*/ 168724 h 285043"/>
                <a:gd name="connsiteX249" fmla="*/ 36946 w 613940"/>
                <a:gd name="connsiteY249" fmla="*/ 173219 h 285043"/>
                <a:gd name="connsiteX250" fmla="*/ 37714 w 613940"/>
                <a:gd name="connsiteY250" fmla="*/ 178920 h 285043"/>
                <a:gd name="connsiteX251" fmla="*/ 39468 w 613940"/>
                <a:gd name="connsiteY251" fmla="*/ 183853 h 285043"/>
                <a:gd name="connsiteX252" fmla="*/ 47142 w 613940"/>
                <a:gd name="connsiteY252" fmla="*/ 186375 h 285043"/>
                <a:gd name="connsiteX253" fmla="*/ 51198 w 613940"/>
                <a:gd name="connsiteY253" fmla="*/ 186375 h 285043"/>
                <a:gd name="connsiteX254" fmla="*/ 54268 w 613940"/>
                <a:gd name="connsiteY254" fmla="*/ 186813 h 285043"/>
                <a:gd name="connsiteX255" fmla="*/ 56022 w 613940"/>
                <a:gd name="connsiteY255" fmla="*/ 188458 h 285043"/>
                <a:gd name="connsiteX256" fmla="*/ 56680 w 613940"/>
                <a:gd name="connsiteY256" fmla="*/ 192405 h 285043"/>
                <a:gd name="connsiteX257" fmla="*/ 57447 w 613940"/>
                <a:gd name="connsiteY257" fmla="*/ 193830 h 285043"/>
                <a:gd name="connsiteX258" fmla="*/ 59201 w 613940"/>
                <a:gd name="connsiteY258" fmla="*/ 194159 h 285043"/>
                <a:gd name="connsiteX259" fmla="*/ 61613 w 613940"/>
                <a:gd name="connsiteY259" fmla="*/ 194159 h 285043"/>
                <a:gd name="connsiteX260" fmla="*/ 63696 w 613940"/>
                <a:gd name="connsiteY260" fmla="*/ 194378 h 285043"/>
                <a:gd name="connsiteX261" fmla="*/ 68959 w 613940"/>
                <a:gd name="connsiteY261" fmla="*/ 196023 h 285043"/>
                <a:gd name="connsiteX262" fmla="*/ 74660 w 613940"/>
                <a:gd name="connsiteY262" fmla="*/ 198325 h 285043"/>
                <a:gd name="connsiteX263" fmla="*/ 79483 w 613940"/>
                <a:gd name="connsiteY263" fmla="*/ 201833 h 285043"/>
                <a:gd name="connsiteX264" fmla="*/ 82334 w 613940"/>
                <a:gd name="connsiteY264" fmla="*/ 206547 h 285043"/>
                <a:gd name="connsiteX265" fmla="*/ 84526 w 613940"/>
                <a:gd name="connsiteY265" fmla="*/ 210055 h 285043"/>
                <a:gd name="connsiteX266" fmla="*/ 88583 w 613940"/>
                <a:gd name="connsiteY266" fmla="*/ 214879 h 285043"/>
                <a:gd name="connsiteX267" fmla="*/ 92859 w 613940"/>
                <a:gd name="connsiteY267" fmla="*/ 219264 h 285043"/>
                <a:gd name="connsiteX268" fmla="*/ 95599 w 613940"/>
                <a:gd name="connsiteY268" fmla="*/ 221348 h 285043"/>
                <a:gd name="connsiteX269" fmla="*/ 101410 w 613940"/>
                <a:gd name="connsiteY269" fmla="*/ 224088 h 285043"/>
                <a:gd name="connsiteX270" fmla="*/ 102945 w 613940"/>
                <a:gd name="connsiteY270" fmla="*/ 227487 h 285043"/>
                <a:gd name="connsiteX271" fmla="*/ 102177 w 613940"/>
                <a:gd name="connsiteY271" fmla="*/ 231653 h 285043"/>
                <a:gd name="connsiteX272" fmla="*/ 100861 w 613940"/>
                <a:gd name="connsiteY272" fmla="*/ 236696 h 285043"/>
                <a:gd name="connsiteX273" fmla="*/ 100533 w 613940"/>
                <a:gd name="connsiteY273" fmla="*/ 238670 h 285043"/>
                <a:gd name="connsiteX274" fmla="*/ 100094 w 613940"/>
                <a:gd name="connsiteY274" fmla="*/ 240753 h 285043"/>
                <a:gd name="connsiteX275" fmla="*/ 99765 w 613940"/>
                <a:gd name="connsiteY275" fmla="*/ 242836 h 285043"/>
                <a:gd name="connsiteX276" fmla="*/ 99546 w 613940"/>
                <a:gd name="connsiteY276" fmla="*/ 244480 h 285043"/>
                <a:gd name="connsiteX277" fmla="*/ 98998 w 613940"/>
                <a:gd name="connsiteY277" fmla="*/ 246892 h 285043"/>
                <a:gd name="connsiteX278" fmla="*/ 98230 w 613940"/>
                <a:gd name="connsiteY278" fmla="*/ 249304 h 285043"/>
                <a:gd name="connsiteX279" fmla="*/ 97573 w 613940"/>
                <a:gd name="connsiteY279" fmla="*/ 251606 h 285043"/>
                <a:gd name="connsiteX280" fmla="*/ 97353 w 613940"/>
                <a:gd name="connsiteY280" fmla="*/ 253251 h 285043"/>
                <a:gd name="connsiteX281" fmla="*/ 98559 w 613940"/>
                <a:gd name="connsiteY281" fmla="*/ 257307 h 285043"/>
                <a:gd name="connsiteX282" fmla="*/ 101081 w 613940"/>
                <a:gd name="connsiteY282" fmla="*/ 259719 h 285043"/>
                <a:gd name="connsiteX283" fmla="*/ 104370 w 613940"/>
                <a:gd name="connsiteY283" fmla="*/ 261364 h 285043"/>
                <a:gd name="connsiteX284" fmla="*/ 107988 w 613940"/>
                <a:gd name="connsiteY284" fmla="*/ 262569 h 285043"/>
                <a:gd name="connsiteX285" fmla="*/ 110619 w 613940"/>
                <a:gd name="connsiteY285" fmla="*/ 256759 h 285043"/>
                <a:gd name="connsiteX286" fmla="*/ 113250 w 613940"/>
                <a:gd name="connsiteY286" fmla="*/ 250839 h 285043"/>
                <a:gd name="connsiteX287" fmla="*/ 115991 w 613940"/>
                <a:gd name="connsiteY287" fmla="*/ 244919 h 285043"/>
                <a:gd name="connsiteX288" fmla="*/ 118622 w 613940"/>
                <a:gd name="connsiteY288" fmla="*/ 238998 h 285043"/>
                <a:gd name="connsiteX289" fmla="*/ 120267 w 613940"/>
                <a:gd name="connsiteY289" fmla="*/ 233846 h 285043"/>
                <a:gd name="connsiteX290" fmla="*/ 121144 w 613940"/>
                <a:gd name="connsiteY290" fmla="*/ 231105 h 285043"/>
                <a:gd name="connsiteX291" fmla="*/ 122130 w 613940"/>
                <a:gd name="connsiteY291" fmla="*/ 229899 h 285043"/>
                <a:gd name="connsiteX292" fmla="*/ 123336 w 613940"/>
                <a:gd name="connsiteY292" fmla="*/ 227487 h 285043"/>
                <a:gd name="connsiteX293" fmla="*/ 124433 w 613940"/>
                <a:gd name="connsiteY293" fmla="*/ 226171 h 285043"/>
                <a:gd name="connsiteX294" fmla="*/ 127831 w 613940"/>
                <a:gd name="connsiteY294" fmla="*/ 223869 h 285043"/>
                <a:gd name="connsiteX295" fmla="*/ 128598 w 613940"/>
                <a:gd name="connsiteY295" fmla="*/ 223211 h 285043"/>
                <a:gd name="connsiteX296" fmla="*/ 129695 w 613940"/>
                <a:gd name="connsiteY296" fmla="*/ 222444 h 285043"/>
                <a:gd name="connsiteX297" fmla="*/ 130462 w 613940"/>
                <a:gd name="connsiteY297" fmla="*/ 222554 h 285043"/>
                <a:gd name="connsiteX298" fmla="*/ 131010 w 613940"/>
                <a:gd name="connsiteY298" fmla="*/ 222115 h 285043"/>
                <a:gd name="connsiteX299" fmla="*/ 131339 w 613940"/>
                <a:gd name="connsiteY299" fmla="*/ 218497 h 285043"/>
                <a:gd name="connsiteX300" fmla="*/ 131997 w 613940"/>
                <a:gd name="connsiteY300" fmla="*/ 217291 h 285043"/>
                <a:gd name="connsiteX301" fmla="*/ 133971 w 613940"/>
                <a:gd name="connsiteY301" fmla="*/ 214879 h 285043"/>
                <a:gd name="connsiteX302" fmla="*/ 136711 w 613940"/>
                <a:gd name="connsiteY302" fmla="*/ 212687 h 285043"/>
                <a:gd name="connsiteX303" fmla="*/ 139891 w 613940"/>
                <a:gd name="connsiteY303" fmla="*/ 210823 h 285043"/>
                <a:gd name="connsiteX304" fmla="*/ 142412 w 613940"/>
                <a:gd name="connsiteY304" fmla="*/ 208740 h 285043"/>
                <a:gd name="connsiteX305" fmla="*/ 143509 w 613940"/>
                <a:gd name="connsiteY305" fmla="*/ 205780 h 285043"/>
                <a:gd name="connsiteX306" fmla="*/ 145043 w 613940"/>
                <a:gd name="connsiteY306" fmla="*/ 201833 h 285043"/>
                <a:gd name="connsiteX307" fmla="*/ 145701 w 613940"/>
                <a:gd name="connsiteY307" fmla="*/ 197996 h 285043"/>
                <a:gd name="connsiteX308" fmla="*/ 146578 w 613940"/>
                <a:gd name="connsiteY308" fmla="*/ 194597 h 285043"/>
                <a:gd name="connsiteX309" fmla="*/ 150087 w 613940"/>
                <a:gd name="connsiteY309" fmla="*/ 182428 h 285043"/>
                <a:gd name="connsiteX310" fmla="*/ 153595 w 613940"/>
                <a:gd name="connsiteY310" fmla="*/ 170149 h 285043"/>
                <a:gd name="connsiteX311" fmla="*/ 157322 w 613940"/>
                <a:gd name="connsiteY311" fmla="*/ 157980 h 285043"/>
                <a:gd name="connsiteX312" fmla="*/ 161927 w 613940"/>
                <a:gd name="connsiteY312" fmla="*/ 146140 h 285043"/>
                <a:gd name="connsiteX313" fmla="*/ 162365 w 613940"/>
                <a:gd name="connsiteY313" fmla="*/ 141645 h 285043"/>
                <a:gd name="connsiteX314" fmla="*/ 164668 w 613940"/>
                <a:gd name="connsiteY314" fmla="*/ 140878 h 285043"/>
                <a:gd name="connsiteX315" fmla="*/ 165983 w 613940"/>
                <a:gd name="connsiteY315" fmla="*/ 140001 h 285043"/>
                <a:gd name="connsiteX316" fmla="*/ 168505 w 613940"/>
                <a:gd name="connsiteY316" fmla="*/ 136711 h 285043"/>
                <a:gd name="connsiteX317" fmla="*/ 170698 w 613940"/>
                <a:gd name="connsiteY317" fmla="*/ 135506 h 285043"/>
                <a:gd name="connsiteX318" fmla="*/ 173548 w 613940"/>
                <a:gd name="connsiteY318" fmla="*/ 135835 h 285043"/>
                <a:gd name="connsiteX319" fmla="*/ 178481 w 613940"/>
                <a:gd name="connsiteY319" fmla="*/ 137479 h 285043"/>
                <a:gd name="connsiteX320" fmla="*/ 185498 w 613940"/>
                <a:gd name="connsiteY320" fmla="*/ 138575 h 285043"/>
                <a:gd name="connsiteX321" fmla="*/ 187361 w 613940"/>
                <a:gd name="connsiteY321" fmla="*/ 139452 h 285043"/>
                <a:gd name="connsiteX322" fmla="*/ 191308 w 613940"/>
                <a:gd name="connsiteY322" fmla="*/ 142303 h 285043"/>
                <a:gd name="connsiteX323" fmla="*/ 196132 w 613940"/>
                <a:gd name="connsiteY323" fmla="*/ 144605 h 285043"/>
                <a:gd name="connsiteX324" fmla="*/ 200408 w 613940"/>
                <a:gd name="connsiteY324" fmla="*/ 150196 h 285043"/>
                <a:gd name="connsiteX325" fmla="*/ 206876 w 613940"/>
                <a:gd name="connsiteY325" fmla="*/ 154691 h 285043"/>
                <a:gd name="connsiteX326" fmla="*/ 213344 w 613940"/>
                <a:gd name="connsiteY326" fmla="*/ 155897 h 285043"/>
                <a:gd name="connsiteX327" fmla="*/ 217729 w 613940"/>
                <a:gd name="connsiteY327" fmla="*/ 151622 h 285043"/>
                <a:gd name="connsiteX328" fmla="*/ 222005 w 613940"/>
                <a:gd name="connsiteY328" fmla="*/ 152279 h 285043"/>
                <a:gd name="connsiteX329" fmla="*/ 224527 w 613940"/>
                <a:gd name="connsiteY329" fmla="*/ 148004 h 285043"/>
                <a:gd name="connsiteX330" fmla="*/ 224965 w 613940"/>
                <a:gd name="connsiteY330" fmla="*/ 151622 h 285043"/>
                <a:gd name="connsiteX331" fmla="*/ 225185 w 613940"/>
                <a:gd name="connsiteY331" fmla="*/ 152827 h 285043"/>
                <a:gd name="connsiteX332" fmla="*/ 225185 w 613940"/>
                <a:gd name="connsiteY332" fmla="*/ 157103 h 285043"/>
                <a:gd name="connsiteX333" fmla="*/ 225294 w 613940"/>
                <a:gd name="connsiteY333" fmla="*/ 157871 h 285043"/>
                <a:gd name="connsiteX334" fmla="*/ 225404 w 613940"/>
                <a:gd name="connsiteY334" fmla="*/ 158200 h 285043"/>
                <a:gd name="connsiteX335" fmla="*/ 225404 w 613940"/>
                <a:gd name="connsiteY335" fmla="*/ 158528 h 285043"/>
                <a:gd name="connsiteX336" fmla="*/ 225623 w 613940"/>
                <a:gd name="connsiteY336" fmla="*/ 162256 h 285043"/>
                <a:gd name="connsiteX337" fmla="*/ 225952 w 613940"/>
                <a:gd name="connsiteY337" fmla="*/ 165983 h 285043"/>
                <a:gd name="connsiteX338" fmla="*/ 226062 w 613940"/>
                <a:gd name="connsiteY338" fmla="*/ 169711 h 285043"/>
                <a:gd name="connsiteX339" fmla="*/ 225952 w 613940"/>
                <a:gd name="connsiteY339" fmla="*/ 173329 h 285043"/>
                <a:gd name="connsiteX340" fmla="*/ 225185 w 613940"/>
                <a:gd name="connsiteY340" fmla="*/ 176618 h 285043"/>
                <a:gd name="connsiteX341" fmla="*/ 223979 w 613940"/>
                <a:gd name="connsiteY341" fmla="*/ 179468 h 285043"/>
                <a:gd name="connsiteX342" fmla="*/ 222773 w 613940"/>
                <a:gd name="connsiteY342" fmla="*/ 182538 h 285043"/>
                <a:gd name="connsiteX343" fmla="*/ 221896 w 613940"/>
                <a:gd name="connsiteY343" fmla="*/ 185937 h 285043"/>
                <a:gd name="connsiteX344" fmla="*/ 222005 w 613940"/>
                <a:gd name="connsiteY344" fmla="*/ 194268 h 285043"/>
                <a:gd name="connsiteX345" fmla="*/ 223869 w 613940"/>
                <a:gd name="connsiteY345" fmla="*/ 202491 h 285043"/>
                <a:gd name="connsiteX346" fmla="*/ 225733 w 613940"/>
                <a:gd name="connsiteY346" fmla="*/ 210823 h 285043"/>
                <a:gd name="connsiteX347" fmla="*/ 225733 w 613940"/>
                <a:gd name="connsiteY347" fmla="*/ 219264 h 285043"/>
                <a:gd name="connsiteX348" fmla="*/ 226171 w 613940"/>
                <a:gd name="connsiteY348" fmla="*/ 224417 h 285043"/>
                <a:gd name="connsiteX349" fmla="*/ 227487 w 613940"/>
                <a:gd name="connsiteY349" fmla="*/ 228364 h 285043"/>
                <a:gd name="connsiteX350" fmla="*/ 230228 w 613940"/>
                <a:gd name="connsiteY350" fmla="*/ 230557 h 285043"/>
                <a:gd name="connsiteX351" fmla="*/ 235271 w 613940"/>
                <a:gd name="connsiteY351" fmla="*/ 230557 h 285043"/>
                <a:gd name="connsiteX352" fmla="*/ 241849 w 613940"/>
                <a:gd name="connsiteY352" fmla="*/ 231763 h 285043"/>
                <a:gd name="connsiteX353" fmla="*/ 245028 w 613940"/>
                <a:gd name="connsiteY353" fmla="*/ 235819 h 285043"/>
                <a:gd name="connsiteX354" fmla="*/ 247330 w 613940"/>
                <a:gd name="connsiteY354" fmla="*/ 241520 h 285043"/>
                <a:gd name="connsiteX355" fmla="*/ 250839 w 613940"/>
                <a:gd name="connsiteY355" fmla="*/ 247660 h 285043"/>
                <a:gd name="connsiteX356" fmla="*/ 252922 w 613940"/>
                <a:gd name="connsiteY356" fmla="*/ 250839 h 285043"/>
                <a:gd name="connsiteX357" fmla="*/ 255224 w 613940"/>
                <a:gd name="connsiteY357" fmla="*/ 254128 h 285043"/>
                <a:gd name="connsiteX358" fmla="*/ 257746 w 613940"/>
                <a:gd name="connsiteY358" fmla="*/ 257197 h 285043"/>
                <a:gd name="connsiteX359" fmla="*/ 260486 w 613940"/>
                <a:gd name="connsiteY359" fmla="*/ 259609 h 285043"/>
                <a:gd name="connsiteX360" fmla="*/ 265968 w 613940"/>
                <a:gd name="connsiteY360" fmla="*/ 262898 h 285043"/>
                <a:gd name="connsiteX361" fmla="*/ 272326 w 613940"/>
                <a:gd name="connsiteY361" fmla="*/ 264872 h 285043"/>
                <a:gd name="connsiteX362" fmla="*/ 278685 w 613940"/>
                <a:gd name="connsiteY362" fmla="*/ 264652 h 285043"/>
                <a:gd name="connsiteX363" fmla="*/ 284057 w 613940"/>
                <a:gd name="connsiteY363" fmla="*/ 260925 h 285043"/>
                <a:gd name="connsiteX364" fmla="*/ 284934 w 613940"/>
                <a:gd name="connsiteY364" fmla="*/ 260267 h 285043"/>
                <a:gd name="connsiteX365" fmla="*/ 285592 w 613940"/>
                <a:gd name="connsiteY365" fmla="*/ 259609 h 285043"/>
                <a:gd name="connsiteX366" fmla="*/ 286359 w 613940"/>
                <a:gd name="connsiteY366" fmla="*/ 258952 h 285043"/>
                <a:gd name="connsiteX367" fmla="*/ 287127 w 613940"/>
                <a:gd name="connsiteY367" fmla="*/ 258184 h 285043"/>
                <a:gd name="connsiteX368" fmla="*/ 290197 w 613940"/>
                <a:gd name="connsiteY368" fmla="*/ 255443 h 285043"/>
                <a:gd name="connsiteX369" fmla="*/ 293157 w 613940"/>
                <a:gd name="connsiteY369" fmla="*/ 252703 h 285043"/>
                <a:gd name="connsiteX370" fmla="*/ 296226 w 613940"/>
                <a:gd name="connsiteY370" fmla="*/ 249962 h 285043"/>
                <a:gd name="connsiteX371" fmla="*/ 299187 w 613940"/>
                <a:gd name="connsiteY371" fmla="*/ 247221 h 285043"/>
                <a:gd name="connsiteX372" fmla="*/ 301160 w 613940"/>
                <a:gd name="connsiteY372" fmla="*/ 245357 h 285043"/>
                <a:gd name="connsiteX373" fmla="*/ 303133 w 613940"/>
                <a:gd name="connsiteY373" fmla="*/ 243493 h 285043"/>
                <a:gd name="connsiteX374" fmla="*/ 304997 w 613940"/>
                <a:gd name="connsiteY374" fmla="*/ 241739 h 285043"/>
                <a:gd name="connsiteX375" fmla="*/ 306970 w 613940"/>
                <a:gd name="connsiteY375" fmla="*/ 239875 h 285043"/>
                <a:gd name="connsiteX376" fmla="*/ 311246 w 613940"/>
                <a:gd name="connsiteY376" fmla="*/ 236148 h 285043"/>
                <a:gd name="connsiteX377" fmla="*/ 315522 w 613940"/>
                <a:gd name="connsiteY377" fmla="*/ 232420 h 285043"/>
                <a:gd name="connsiteX378" fmla="*/ 319688 w 613940"/>
                <a:gd name="connsiteY378" fmla="*/ 228803 h 285043"/>
                <a:gd name="connsiteX379" fmla="*/ 323963 w 613940"/>
                <a:gd name="connsiteY379" fmla="*/ 225075 h 285043"/>
                <a:gd name="connsiteX380" fmla="*/ 327143 w 613940"/>
                <a:gd name="connsiteY380" fmla="*/ 221676 h 285043"/>
                <a:gd name="connsiteX381" fmla="*/ 330651 w 613940"/>
                <a:gd name="connsiteY381" fmla="*/ 217949 h 285043"/>
                <a:gd name="connsiteX382" fmla="*/ 334598 w 613940"/>
                <a:gd name="connsiteY382" fmla="*/ 214989 h 285043"/>
                <a:gd name="connsiteX383" fmla="*/ 338873 w 613940"/>
                <a:gd name="connsiteY383" fmla="*/ 213783 h 285043"/>
                <a:gd name="connsiteX384" fmla="*/ 345670 w 613940"/>
                <a:gd name="connsiteY384" fmla="*/ 211700 h 285043"/>
                <a:gd name="connsiteX385" fmla="*/ 347205 w 613940"/>
                <a:gd name="connsiteY385" fmla="*/ 208082 h 285043"/>
                <a:gd name="connsiteX386" fmla="*/ 346986 w 613940"/>
                <a:gd name="connsiteY386" fmla="*/ 203039 h 285043"/>
                <a:gd name="connsiteX387" fmla="*/ 348630 w 613940"/>
                <a:gd name="connsiteY387" fmla="*/ 196571 h 285043"/>
                <a:gd name="connsiteX388" fmla="*/ 353454 w 613940"/>
                <a:gd name="connsiteY388" fmla="*/ 193282 h 285043"/>
                <a:gd name="connsiteX389" fmla="*/ 360251 w 613940"/>
                <a:gd name="connsiteY389" fmla="*/ 190980 h 285043"/>
                <a:gd name="connsiteX390" fmla="*/ 367487 w 613940"/>
                <a:gd name="connsiteY390" fmla="*/ 189335 h 285043"/>
                <a:gd name="connsiteX391" fmla="*/ 373517 w 613940"/>
                <a:gd name="connsiteY391" fmla="*/ 187800 h 285043"/>
                <a:gd name="connsiteX392" fmla="*/ 378450 w 613940"/>
                <a:gd name="connsiteY392" fmla="*/ 185937 h 285043"/>
                <a:gd name="connsiteX393" fmla="*/ 383384 w 613940"/>
                <a:gd name="connsiteY393" fmla="*/ 183525 h 285043"/>
                <a:gd name="connsiteX394" fmla="*/ 387988 w 613940"/>
                <a:gd name="connsiteY394" fmla="*/ 180784 h 285043"/>
                <a:gd name="connsiteX395" fmla="*/ 391935 w 613940"/>
                <a:gd name="connsiteY395" fmla="*/ 177824 h 285043"/>
                <a:gd name="connsiteX396" fmla="*/ 398075 w 613940"/>
                <a:gd name="connsiteY396" fmla="*/ 178811 h 285043"/>
                <a:gd name="connsiteX397" fmla="*/ 405201 w 613940"/>
                <a:gd name="connsiteY397" fmla="*/ 177933 h 285043"/>
                <a:gd name="connsiteX398" fmla="*/ 409148 w 613940"/>
                <a:gd name="connsiteY398" fmla="*/ 174864 h 285043"/>
                <a:gd name="connsiteX399" fmla="*/ 405858 w 613940"/>
                <a:gd name="connsiteY399" fmla="*/ 168614 h 285043"/>
                <a:gd name="connsiteX400" fmla="*/ 410792 w 613940"/>
                <a:gd name="connsiteY400" fmla="*/ 163243 h 285043"/>
                <a:gd name="connsiteX401" fmla="*/ 416164 w 613940"/>
                <a:gd name="connsiteY401" fmla="*/ 157651 h 285043"/>
                <a:gd name="connsiteX402" fmla="*/ 421974 w 613940"/>
                <a:gd name="connsiteY402" fmla="*/ 153814 h 285043"/>
                <a:gd name="connsiteX403" fmla="*/ 426360 w 613940"/>
                <a:gd name="connsiteY403" fmla="*/ 153047 h 285043"/>
                <a:gd name="connsiteX404" fmla="*/ 427676 w 613940"/>
                <a:gd name="connsiteY404" fmla="*/ 152937 h 285043"/>
                <a:gd name="connsiteX405" fmla="*/ 430307 w 613940"/>
                <a:gd name="connsiteY405" fmla="*/ 154362 h 285043"/>
                <a:gd name="connsiteX406" fmla="*/ 430197 w 613940"/>
                <a:gd name="connsiteY406" fmla="*/ 161379 h 285043"/>
                <a:gd name="connsiteX407" fmla="*/ 432390 w 613940"/>
                <a:gd name="connsiteY407" fmla="*/ 164229 h 285043"/>
                <a:gd name="connsiteX408" fmla="*/ 433815 w 613940"/>
                <a:gd name="connsiteY408" fmla="*/ 162366 h 285043"/>
                <a:gd name="connsiteX409" fmla="*/ 434582 w 613940"/>
                <a:gd name="connsiteY409" fmla="*/ 160283 h 285043"/>
                <a:gd name="connsiteX410" fmla="*/ 435678 w 613940"/>
                <a:gd name="connsiteY410" fmla="*/ 158419 h 285043"/>
                <a:gd name="connsiteX411" fmla="*/ 437871 w 613940"/>
                <a:gd name="connsiteY411" fmla="*/ 157213 h 285043"/>
                <a:gd name="connsiteX412" fmla="*/ 440831 w 613940"/>
                <a:gd name="connsiteY412" fmla="*/ 156993 h 285043"/>
                <a:gd name="connsiteX413" fmla="*/ 443572 w 613940"/>
                <a:gd name="connsiteY413" fmla="*/ 157651 h 285043"/>
                <a:gd name="connsiteX414" fmla="*/ 448615 w 613940"/>
                <a:gd name="connsiteY414" fmla="*/ 160063 h 285043"/>
                <a:gd name="connsiteX415" fmla="*/ 452562 w 613940"/>
                <a:gd name="connsiteY415" fmla="*/ 156993 h 285043"/>
                <a:gd name="connsiteX416" fmla="*/ 456837 w 613940"/>
                <a:gd name="connsiteY416" fmla="*/ 157761 h 285043"/>
                <a:gd name="connsiteX417" fmla="*/ 460675 w 613940"/>
                <a:gd name="connsiteY417" fmla="*/ 161160 h 285043"/>
                <a:gd name="connsiteX418" fmla="*/ 463415 w 613940"/>
                <a:gd name="connsiteY418" fmla="*/ 165764 h 285043"/>
                <a:gd name="connsiteX419" fmla="*/ 463744 w 613940"/>
                <a:gd name="connsiteY419" fmla="*/ 167080 h 285043"/>
                <a:gd name="connsiteX420" fmla="*/ 463415 w 613940"/>
                <a:gd name="connsiteY420" fmla="*/ 171136 h 285043"/>
                <a:gd name="connsiteX421" fmla="*/ 463744 w 613940"/>
                <a:gd name="connsiteY421" fmla="*/ 172452 h 285043"/>
                <a:gd name="connsiteX422" fmla="*/ 464183 w 613940"/>
                <a:gd name="connsiteY422" fmla="*/ 173329 h 285043"/>
                <a:gd name="connsiteX423" fmla="*/ 464622 w 613940"/>
                <a:gd name="connsiteY423" fmla="*/ 174316 h 285043"/>
                <a:gd name="connsiteX424" fmla="*/ 465389 w 613940"/>
                <a:gd name="connsiteY424" fmla="*/ 180674 h 285043"/>
                <a:gd name="connsiteX425" fmla="*/ 464183 w 613940"/>
                <a:gd name="connsiteY425" fmla="*/ 182647 h 285043"/>
                <a:gd name="connsiteX426" fmla="*/ 462319 w 613940"/>
                <a:gd name="connsiteY426" fmla="*/ 186485 h 285043"/>
                <a:gd name="connsiteX427" fmla="*/ 461661 w 613940"/>
                <a:gd name="connsiteY427" fmla="*/ 189993 h 285043"/>
                <a:gd name="connsiteX428" fmla="*/ 464183 w 613940"/>
                <a:gd name="connsiteY428" fmla="*/ 191637 h 285043"/>
                <a:gd name="connsiteX429" fmla="*/ 468349 w 613940"/>
                <a:gd name="connsiteY429" fmla="*/ 191637 h 285043"/>
                <a:gd name="connsiteX430" fmla="*/ 472515 w 613940"/>
                <a:gd name="connsiteY430" fmla="*/ 191528 h 285043"/>
                <a:gd name="connsiteX431" fmla="*/ 476571 w 613940"/>
                <a:gd name="connsiteY431" fmla="*/ 191856 h 285043"/>
                <a:gd name="connsiteX432" fmla="*/ 480628 w 613940"/>
                <a:gd name="connsiteY432" fmla="*/ 193172 h 285043"/>
                <a:gd name="connsiteX433" fmla="*/ 484245 w 613940"/>
                <a:gd name="connsiteY433" fmla="*/ 198983 h 285043"/>
                <a:gd name="connsiteX434" fmla="*/ 486767 w 613940"/>
                <a:gd name="connsiteY434" fmla="*/ 205999 h 285043"/>
                <a:gd name="connsiteX435" fmla="*/ 488631 w 613940"/>
                <a:gd name="connsiteY435" fmla="*/ 213345 h 285043"/>
                <a:gd name="connsiteX436" fmla="*/ 489947 w 613940"/>
                <a:gd name="connsiteY436" fmla="*/ 220142 h 285043"/>
                <a:gd name="connsiteX437" fmla="*/ 490166 w 613940"/>
                <a:gd name="connsiteY437" fmla="*/ 222444 h 285043"/>
                <a:gd name="connsiteX438" fmla="*/ 490056 w 613940"/>
                <a:gd name="connsiteY438" fmla="*/ 224417 h 285043"/>
                <a:gd name="connsiteX439" fmla="*/ 489837 w 613940"/>
                <a:gd name="connsiteY439" fmla="*/ 226281 h 285043"/>
                <a:gd name="connsiteX440" fmla="*/ 489727 w 613940"/>
                <a:gd name="connsiteY440" fmla="*/ 228364 h 285043"/>
                <a:gd name="connsiteX441" fmla="*/ 491152 w 613940"/>
                <a:gd name="connsiteY441" fmla="*/ 231872 h 285043"/>
                <a:gd name="connsiteX442" fmla="*/ 494442 w 613940"/>
                <a:gd name="connsiteY442" fmla="*/ 234284 h 285043"/>
                <a:gd name="connsiteX443" fmla="*/ 498498 w 613940"/>
                <a:gd name="connsiteY443" fmla="*/ 235819 h 285043"/>
                <a:gd name="connsiteX444" fmla="*/ 502006 w 613940"/>
                <a:gd name="connsiteY444" fmla="*/ 237025 h 285043"/>
                <a:gd name="connsiteX445" fmla="*/ 502664 w 613940"/>
                <a:gd name="connsiteY445" fmla="*/ 237354 h 285043"/>
                <a:gd name="connsiteX446" fmla="*/ 503322 w 613940"/>
                <a:gd name="connsiteY446" fmla="*/ 237573 h 285043"/>
                <a:gd name="connsiteX447" fmla="*/ 503979 w 613940"/>
                <a:gd name="connsiteY447" fmla="*/ 237902 h 285043"/>
                <a:gd name="connsiteX448" fmla="*/ 504637 w 613940"/>
                <a:gd name="connsiteY448" fmla="*/ 238121 h 285043"/>
                <a:gd name="connsiteX449" fmla="*/ 508255 w 613940"/>
                <a:gd name="connsiteY449" fmla="*/ 239437 h 285043"/>
                <a:gd name="connsiteX450" fmla="*/ 512421 w 613940"/>
                <a:gd name="connsiteY450" fmla="*/ 240862 h 285043"/>
                <a:gd name="connsiteX451" fmla="*/ 516368 w 613940"/>
                <a:gd name="connsiteY451" fmla="*/ 242397 h 285043"/>
                <a:gd name="connsiteX452" fmla="*/ 517684 w 613940"/>
                <a:gd name="connsiteY452" fmla="*/ 243603 h 285043"/>
                <a:gd name="connsiteX453" fmla="*/ 519547 w 613940"/>
                <a:gd name="connsiteY453" fmla="*/ 244480 h 285043"/>
                <a:gd name="connsiteX454" fmla="*/ 521082 w 613940"/>
                <a:gd name="connsiteY454" fmla="*/ 245796 h 285043"/>
                <a:gd name="connsiteX455" fmla="*/ 521192 w 613940"/>
                <a:gd name="connsiteY455" fmla="*/ 248975 h 285043"/>
                <a:gd name="connsiteX456" fmla="*/ 520205 w 613940"/>
                <a:gd name="connsiteY456" fmla="*/ 255005 h 285043"/>
                <a:gd name="connsiteX457" fmla="*/ 521192 w 613940"/>
                <a:gd name="connsiteY457" fmla="*/ 257197 h 285043"/>
                <a:gd name="connsiteX458" fmla="*/ 523494 w 613940"/>
                <a:gd name="connsiteY458" fmla="*/ 258732 h 285043"/>
                <a:gd name="connsiteX459" fmla="*/ 526454 w 613940"/>
                <a:gd name="connsiteY459" fmla="*/ 259609 h 285043"/>
                <a:gd name="connsiteX460" fmla="*/ 528976 w 613940"/>
                <a:gd name="connsiteY460" fmla="*/ 259938 h 285043"/>
                <a:gd name="connsiteX461" fmla="*/ 533142 w 613940"/>
                <a:gd name="connsiteY461" fmla="*/ 259719 h 285043"/>
                <a:gd name="connsiteX462" fmla="*/ 534676 w 613940"/>
                <a:gd name="connsiteY462" fmla="*/ 260486 h 285043"/>
                <a:gd name="connsiteX463" fmla="*/ 536431 w 613940"/>
                <a:gd name="connsiteY463" fmla="*/ 262679 h 285043"/>
                <a:gd name="connsiteX464" fmla="*/ 541145 w 613940"/>
                <a:gd name="connsiteY464" fmla="*/ 270573 h 285043"/>
                <a:gd name="connsiteX465" fmla="*/ 541802 w 613940"/>
                <a:gd name="connsiteY465" fmla="*/ 271230 h 285043"/>
                <a:gd name="connsiteX466" fmla="*/ 541145 w 613940"/>
                <a:gd name="connsiteY466" fmla="*/ 274190 h 285043"/>
                <a:gd name="connsiteX467" fmla="*/ 538952 w 613940"/>
                <a:gd name="connsiteY467" fmla="*/ 274739 h 285043"/>
                <a:gd name="connsiteX468" fmla="*/ 536211 w 613940"/>
                <a:gd name="connsiteY468" fmla="*/ 274629 h 285043"/>
                <a:gd name="connsiteX469" fmla="*/ 533690 w 613940"/>
                <a:gd name="connsiteY469" fmla="*/ 275396 h 285043"/>
                <a:gd name="connsiteX470" fmla="*/ 532484 w 613940"/>
                <a:gd name="connsiteY470" fmla="*/ 277480 h 285043"/>
                <a:gd name="connsiteX471" fmla="*/ 531716 w 613940"/>
                <a:gd name="connsiteY471" fmla="*/ 280659 h 285043"/>
                <a:gd name="connsiteX472" fmla="*/ 531497 w 613940"/>
                <a:gd name="connsiteY472" fmla="*/ 283948 h 285043"/>
                <a:gd name="connsiteX473" fmla="*/ 532264 w 613940"/>
                <a:gd name="connsiteY473" fmla="*/ 286689 h 285043"/>
                <a:gd name="connsiteX474" fmla="*/ 532813 w 613940"/>
                <a:gd name="connsiteY474" fmla="*/ 287346 h 285043"/>
                <a:gd name="connsiteX475" fmla="*/ 533251 w 613940"/>
                <a:gd name="connsiteY475" fmla="*/ 287346 h 285043"/>
                <a:gd name="connsiteX476" fmla="*/ 619751 w 613940"/>
                <a:gd name="connsiteY476" fmla="*/ 287894 h 285043"/>
                <a:gd name="connsiteX477" fmla="*/ 619861 w 613940"/>
                <a:gd name="connsiteY477" fmla="*/ 231544 h 285043"/>
                <a:gd name="connsiteX478" fmla="*/ 619970 w 613940"/>
                <a:gd name="connsiteY478" fmla="*/ 174973 h 28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</a:cxnLst>
              <a:rect l="l" t="t" r="r" b="b"/>
              <a:pathLst>
                <a:path w="613940" h="285043">
                  <a:moveTo>
                    <a:pt x="619861" y="164777"/>
                  </a:moveTo>
                  <a:lnTo>
                    <a:pt x="619861" y="140768"/>
                  </a:lnTo>
                  <a:lnTo>
                    <a:pt x="608020" y="140329"/>
                  </a:lnTo>
                  <a:lnTo>
                    <a:pt x="602320" y="140001"/>
                  </a:lnTo>
                  <a:lnTo>
                    <a:pt x="596619" y="139781"/>
                  </a:lnTo>
                  <a:lnTo>
                    <a:pt x="593768" y="139233"/>
                  </a:lnTo>
                  <a:lnTo>
                    <a:pt x="592233" y="137918"/>
                  </a:lnTo>
                  <a:lnTo>
                    <a:pt x="590808" y="136163"/>
                  </a:lnTo>
                  <a:lnTo>
                    <a:pt x="588616" y="134190"/>
                  </a:lnTo>
                  <a:lnTo>
                    <a:pt x="585107" y="132765"/>
                  </a:lnTo>
                  <a:lnTo>
                    <a:pt x="581161" y="132436"/>
                  </a:lnTo>
                  <a:lnTo>
                    <a:pt x="577214" y="132655"/>
                  </a:lnTo>
                  <a:lnTo>
                    <a:pt x="573377" y="132875"/>
                  </a:lnTo>
                  <a:lnTo>
                    <a:pt x="569759" y="131997"/>
                  </a:lnTo>
                  <a:lnTo>
                    <a:pt x="566031" y="129805"/>
                  </a:lnTo>
                  <a:lnTo>
                    <a:pt x="562413" y="127064"/>
                  </a:lnTo>
                  <a:lnTo>
                    <a:pt x="559344" y="124652"/>
                  </a:lnTo>
                  <a:lnTo>
                    <a:pt x="555945" y="122130"/>
                  </a:lnTo>
                  <a:lnTo>
                    <a:pt x="552766" y="120486"/>
                  </a:lnTo>
                  <a:lnTo>
                    <a:pt x="549367" y="119390"/>
                  </a:lnTo>
                  <a:lnTo>
                    <a:pt x="544982" y="119061"/>
                  </a:lnTo>
                  <a:lnTo>
                    <a:pt x="541254" y="118622"/>
                  </a:lnTo>
                  <a:lnTo>
                    <a:pt x="537966" y="117636"/>
                  </a:lnTo>
                  <a:lnTo>
                    <a:pt x="534676" y="116430"/>
                  </a:lnTo>
                  <a:lnTo>
                    <a:pt x="530949" y="115224"/>
                  </a:lnTo>
                  <a:lnTo>
                    <a:pt x="528756" y="114566"/>
                  </a:lnTo>
                  <a:lnTo>
                    <a:pt x="526564" y="113798"/>
                  </a:lnTo>
                  <a:lnTo>
                    <a:pt x="524262" y="113141"/>
                  </a:lnTo>
                  <a:lnTo>
                    <a:pt x="521740" y="113031"/>
                  </a:lnTo>
                  <a:lnTo>
                    <a:pt x="517245" y="112921"/>
                  </a:lnTo>
                  <a:lnTo>
                    <a:pt x="511654" y="112702"/>
                  </a:lnTo>
                  <a:lnTo>
                    <a:pt x="506063" y="112812"/>
                  </a:lnTo>
                  <a:lnTo>
                    <a:pt x="502116" y="114018"/>
                  </a:lnTo>
                  <a:lnTo>
                    <a:pt x="501677" y="115004"/>
                  </a:lnTo>
                  <a:lnTo>
                    <a:pt x="500690" y="116978"/>
                  </a:lnTo>
                  <a:lnTo>
                    <a:pt x="499813" y="119171"/>
                  </a:lnTo>
                  <a:lnTo>
                    <a:pt x="499375" y="120376"/>
                  </a:lnTo>
                  <a:lnTo>
                    <a:pt x="499156" y="122569"/>
                  </a:lnTo>
                  <a:lnTo>
                    <a:pt x="499485" y="124981"/>
                  </a:lnTo>
                  <a:lnTo>
                    <a:pt x="499923" y="127064"/>
                  </a:lnTo>
                  <a:lnTo>
                    <a:pt x="500033" y="128818"/>
                  </a:lnTo>
                  <a:lnTo>
                    <a:pt x="499046" y="132436"/>
                  </a:lnTo>
                  <a:lnTo>
                    <a:pt x="497182" y="137479"/>
                  </a:lnTo>
                  <a:lnTo>
                    <a:pt x="495099" y="142084"/>
                  </a:lnTo>
                  <a:lnTo>
                    <a:pt x="493455" y="144276"/>
                  </a:lnTo>
                  <a:lnTo>
                    <a:pt x="483807" y="144276"/>
                  </a:lnTo>
                  <a:lnTo>
                    <a:pt x="474269" y="144276"/>
                  </a:lnTo>
                  <a:lnTo>
                    <a:pt x="464731" y="144167"/>
                  </a:lnTo>
                  <a:lnTo>
                    <a:pt x="455084" y="144167"/>
                  </a:lnTo>
                  <a:lnTo>
                    <a:pt x="448834" y="143728"/>
                  </a:lnTo>
                  <a:lnTo>
                    <a:pt x="442585" y="141097"/>
                  </a:lnTo>
                  <a:lnTo>
                    <a:pt x="436665" y="137369"/>
                  </a:lnTo>
                  <a:lnTo>
                    <a:pt x="431184" y="133971"/>
                  </a:lnTo>
                  <a:lnTo>
                    <a:pt x="428004" y="131997"/>
                  </a:lnTo>
                  <a:lnTo>
                    <a:pt x="427127" y="128818"/>
                  </a:lnTo>
                  <a:lnTo>
                    <a:pt x="426031" y="125639"/>
                  </a:lnTo>
                  <a:lnTo>
                    <a:pt x="422303" y="123336"/>
                  </a:lnTo>
                  <a:lnTo>
                    <a:pt x="419453" y="122459"/>
                  </a:lnTo>
                  <a:lnTo>
                    <a:pt x="416712" y="121144"/>
                  </a:lnTo>
                  <a:lnTo>
                    <a:pt x="414300" y="119719"/>
                  </a:lnTo>
                  <a:lnTo>
                    <a:pt x="411669" y="118074"/>
                  </a:lnTo>
                  <a:lnTo>
                    <a:pt x="407174" y="114785"/>
                  </a:lnTo>
                  <a:lnTo>
                    <a:pt x="402789" y="111058"/>
                  </a:lnTo>
                  <a:lnTo>
                    <a:pt x="398294" y="107330"/>
                  </a:lnTo>
                  <a:lnTo>
                    <a:pt x="393361" y="104151"/>
                  </a:lnTo>
                  <a:lnTo>
                    <a:pt x="390510" y="99437"/>
                  </a:lnTo>
                  <a:lnTo>
                    <a:pt x="389962" y="91434"/>
                  </a:lnTo>
                  <a:lnTo>
                    <a:pt x="390620" y="82882"/>
                  </a:lnTo>
                  <a:lnTo>
                    <a:pt x="391168" y="76743"/>
                  </a:lnTo>
                  <a:lnTo>
                    <a:pt x="391387" y="67314"/>
                  </a:lnTo>
                  <a:lnTo>
                    <a:pt x="391497" y="57886"/>
                  </a:lnTo>
                  <a:lnTo>
                    <a:pt x="391606" y="48458"/>
                  </a:lnTo>
                  <a:lnTo>
                    <a:pt x="391826" y="38920"/>
                  </a:lnTo>
                  <a:lnTo>
                    <a:pt x="382836" y="39249"/>
                  </a:lnTo>
                  <a:lnTo>
                    <a:pt x="373407" y="39797"/>
                  </a:lnTo>
                  <a:lnTo>
                    <a:pt x="363979" y="39797"/>
                  </a:lnTo>
                  <a:lnTo>
                    <a:pt x="355318" y="38591"/>
                  </a:lnTo>
                  <a:lnTo>
                    <a:pt x="353454" y="38700"/>
                  </a:lnTo>
                  <a:lnTo>
                    <a:pt x="352139" y="39468"/>
                  </a:lnTo>
                  <a:lnTo>
                    <a:pt x="350713" y="40016"/>
                  </a:lnTo>
                  <a:lnTo>
                    <a:pt x="348630" y="39249"/>
                  </a:lnTo>
                  <a:lnTo>
                    <a:pt x="346986" y="37933"/>
                  </a:lnTo>
                  <a:lnTo>
                    <a:pt x="345451" y="36617"/>
                  </a:lnTo>
                  <a:lnTo>
                    <a:pt x="343916" y="35302"/>
                  </a:lnTo>
                  <a:lnTo>
                    <a:pt x="342272" y="34206"/>
                  </a:lnTo>
                  <a:lnTo>
                    <a:pt x="339092" y="30368"/>
                  </a:lnTo>
                  <a:lnTo>
                    <a:pt x="337558" y="25545"/>
                  </a:lnTo>
                  <a:lnTo>
                    <a:pt x="336461" y="20173"/>
                  </a:lnTo>
                  <a:lnTo>
                    <a:pt x="335036" y="15349"/>
                  </a:lnTo>
                  <a:lnTo>
                    <a:pt x="332624" y="11731"/>
                  </a:lnTo>
                  <a:lnTo>
                    <a:pt x="329774" y="7894"/>
                  </a:lnTo>
                  <a:lnTo>
                    <a:pt x="327362" y="3947"/>
                  </a:lnTo>
                  <a:lnTo>
                    <a:pt x="326704" y="0"/>
                  </a:lnTo>
                  <a:lnTo>
                    <a:pt x="325388" y="439"/>
                  </a:lnTo>
                  <a:lnTo>
                    <a:pt x="305106" y="5262"/>
                  </a:lnTo>
                  <a:lnTo>
                    <a:pt x="300831" y="5920"/>
                  </a:lnTo>
                  <a:lnTo>
                    <a:pt x="291841" y="5482"/>
                  </a:lnTo>
                  <a:lnTo>
                    <a:pt x="286907" y="5701"/>
                  </a:lnTo>
                  <a:lnTo>
                    <a:pt x="284057" y="7236"/>
                  </a:lnTo>
                  <a:lnTo>
                    <a:pt x="284605" y="9867"/>
                  </a:lnTo>
                  <a:lnTo>
                    <a:pt x="289429" y="19405"/>
                  </a:lnTo>
                  <a:lnTo>
                    <a:pt x="290635" y="23681"/>
                  </a:lnTo>
                  <a:lnTo>
                    <a:pt x="289210" y="32342"/>
                  </a:lnTo>
                  <a:lnTo>
                    <a:pt x="289100" y="36727"/>
                  </a:lnTo>
                  <a:lnTo>
                    <a:pt x="290635" y="39906"/>
                  </a:lnTo>
                  <a:lnTo>
                    <a:pt x="289319" y="45717"/>
                  </a:lnTo>
                  <a:lnTo>
                    <a:pt x="286688" y="40235"/>
                  </a:lnTo>
                  <a:lnTo>
                    <a:pt x="285154" y="20173"/>
                  </a:lnTo>
                  <a:lnTo>
                    <a:pt x="282522" y="13704"/>
                  </a:lnTo>
                  <a:lnTo>
                    <a:pt x="281755" y="12279"/>
                  </a:lnTo>
                  <a:lnTo>
                    <a:pt x="279891" y="12060"/>
                  </a:lnTo>
                  <a:lnTo>
                    <a:pt x="278027" y="13046"/>
                  </a:lnTo>
                  <a:lnTo>
                    <a:pt x="277150" y="15129"/>
                  </a:lnTo>
                  <a:lnTo>
                    <a:pt x="275615" y="17870"/>
                  </a:lnTo>
                  <a:lnTo>
                    <a:pt x="271559" y="23571"/>
                  </a:lnTo>
                  <a:lnTo>
                    <a:pt x="262131" y="32342"/>
                  </a:lnTo>
                  <a:lnTo>
                    <a:pt x="252483" y="38152"/>
                  </a:lnTo>
                  <a:lnTo>
                    <a:pt x="235928" y="42318"/>
                  </a:lnTo>
                  <a:lnTo>
                    <a:pt x="204135" y="42866"/>
                  </a:lnTo>
                  <a:lnTo>
                    <a:pt x="200079" y="43963"/>
                  </a:lnTo>
                  <a:lnTo>
                    <a:pt x="197009" y="45827"/>
                  </a:lnTo>
                  <a:lnTo>
                    <a:pt x="196680" y="47581"/>
                  </a:lnTo>
                  <a:lnTo>
                    <a:pt x="200846" y="48348"/>
                  </a:lnTo>
                  <a:lnTo>
                    <a:pt x="205232" y="49883"/>
                  </a:lnTo>
                  <a:lnTo>
                    <a:pt x="206657" y="53281"/>
                  </a:lnTo>
                  <a:lnTo>
                    <a:pt x="205451" y="56241"/>
                  </a:lnTo>
                  <a:lnTo>
                    <a:pt x="201504" y="56899"/>
                  </a:lnTo>
                  <a:lnTo>
                    <a:pt x="202929" y="58215"/>
                  </a:lnTo>
                  <a:lnTo>
                    <a:pt x="201614" y="59640"/>
                  </a:lnTo>
                  <a:lnTo>
                    <a:pt x="198763" y="64026"/>
                  </a:lnTo>
                  <a:lnTo>
                    <a:pt x="197448" y="64026"/>
                  </a:lnTo>
                  <a:lnTo>
                    <a:pt x="197777" y="61065"/>
                  </a:lnTo>
                  <a:lnTo>
                    <a:pt x="199969" y="57119"/>
                  </a:lnTo>
                  <a:lnTo>
                    <a:pt x="200079" y="54049"/>
                  </a:lnTo>
                  <a:lnTo>
                    <a:pt x="198434" y="55364"/>
                  </a:lnTo>
                  <a:lnTo>
                    <a:pt x="195474" y="57009"/>
                  </a:lnTo>
                  <a:lnTo>
                    <a:pt x="192514" y="58105"/>
                  </a:lnTo>
                  <a:lnTo>
                    <a:pt x="190650" y="58215"/>
                  </a:lnTo>
                  <a:lnTo>
                    <a:pt x="189335" y="56351"/>
                  </a:lnTo>
                  <a:lnTo>
                    <a:pt x="189006" y="51637"/>
                  </a:lnTo>
                  <a:lnTo>
                    <a:pt x="188019" y="49883"/>
                  </a:lnTo>
                  <a:lnTo>
                    <a:pt x="189993" y="48896"/>
                  </a:lnTo>
                  <a:lnTo>
                    <a:pt x="191418" y="47252"/>
                  </a:lnTo>
                  <a:lnTo>
                    <a:pt x="193391" y="44182"/>
                  </a:lnTo>
                  <a:lnTo>
                    <a:pt x="193391" y="42866"/>
                  </a:lnTo>
                  <a:lnTo>
                    <a:pt x="163900" y="43963"/>
                  </a:lnTo>
                  <a:lnTo>
                    <a:pt x="136492" y="43086"/>
                  </a:lnTo>
                  <a:lnTo>
                    <a:pt x="115224" y="45717"/>
                  </a:lnTo>
                  <a:lnTo>
                    <a:pt x="106563" y="47581"/>
                  </a:lnTo>
                  <a:lnTo>
                    <a:pt x="70055" y="61394"/>
                  </a:lnTo>
                  <a:lnTo>
                    <a:pt x="67862" y="63258"/>
                  </a:lnTo>
                  <a:lnTo>
                    <a:pt x="66108" y="65450"/>
                  </a:lnTo>
                  <a:lnTo>
                    <a:pt x="62381" y="66657"/>
                  </a:lnTo>
                  <a:lnTo>
                    <a:pt x="58653" y="68520"/>
                  </a:lnTo>
                  <a:lnTo>
                    <a:pt x="57009" y="72467"/>
                  </a:lnTo>
                  <a:lnTo>
                    <a:pt x="59201" y="70494"/>
                  </a:lnTo>
                  <a:lnTo>
                    <a:pt x="61504" y="70055"/>
                  </a:lnTo>
                  <a:lnTo>
                    <a:pt x="63696" y="69836"/>
                  </a:lnTo>
                  <a:lnTo>
                    <a:pt x="65779" y="68849"/>
                  </a:lnTo>
                  <a:lnTo>
                    <a:pt x="72576" y="64026"/>
                  </a:lnTo>
                  <a:lnTo>
                    <a:pt x="81238" y="62600"/>
                  </a:lnTo>
                  <a:lnTo>
                    <a:pt x="82443" y="61723"/>
                  </a:lnTo>
                  <a:lnTo>
                    <a:pt x="84197" y="59311"/>
                  </a:lnTo>
                  <a:lnTo>
                    <a:pt x="85404" y="58215"/>
                  </a:lnTo>
                  <a:lnTo>
                    <a:pt x="99437" y="53720"/>
                  </a:lnTo>
                  <a:lnTo>
                    <a:pt x="101739" y="51966"/>
                  </a:lnTo>
                  <a:lnTo>
                    <a:pt x="102835" y="50760"/>
                  </a:lnTo>
                  <a:lnTo>
                    <a:pt x="105356" y="49444"/>
                  </a:lnTo>
                  <a:lnTo>
                    <a:pt x="108097" y="48567"/>
                  </a:lnTo>
                  <a:lnTo>
                    <a:pt x="109742" y="48348"/>
                  </a:lnTo>
                  <a:lnTo>
                    <a:pt x="110509" y="49335"/>
                  </a:lnTo>
                  <a:lnTo>
                    <a:pt x="112483" y="54049"/>
                  </a:lnTo>
                  <a:lnTo>
                    <a:pt x="109632" y="60736"/>
                  </a:lnTo>
                  <a:lnTo>
                    <a:pt x="107330" y="63148"/>
                  </a:lnTo>
                  <a:lnTo>
                    <a:pt x="94613" y="65450"/>
                  </a:lnTo>
                  <a:lnTo>
                    <a:pt x="90556" y="64902"/>
                  </a:lnTo>
                  <a:lnTo>
                    <a:pt x="89350" y="61065"/>
                  </a:lnTo>
                  <a:lnTo>
                    <a:pt x="86938" y="62819"/>
                  </a:lnTo>
                  <a:lnTo>
                    <a:pt x="84088" y="64245"/>
                  </a:lnTo>
                  <a:lnTo>
                    <a:pt x="81238" y="64683"/>
                  </a:lnTo>
                  <a:lnTo>
                    <a:pt x="78606" y="64026"/>
                  </a:lnTo>
                  <a:lnTo>
                    <a:pt x="77510" y="64902"/>
                  </a:lnTo>
                  <a:lnTo>
                    <a:pt x="75098" y="66328"/>
                  </a:lnTo>
                  <a:lnTo>
                    <a:pt x="73892" y="67424"/>
                  </a:lnTo>
                  <a:lnTo>
                    <a:pt x="73015" y="69288"/>
                  </a:lnTo>
                  <a:lnTo>
                    <a:pt x="73673" y="70713"/>
                  </a:lnTo>
                  <a:lnTo>
                    <a:pt x="74550" y="72028"/>
                  </a:lnTo>
                  <a:lnTo>
                    <a:pt x="74550" y="74002"/>
                  </a:lnTo>
                  <a:lnTo>
                    <a:pt x="72905" y="76304"/>
                  </a:lnTo>
                  <a:lnTo>
                    <a:pt x="70165" y="77949"/>
                  </a:lnTo>
                  <a:lnTo>
                    <a:pt x="66876" y="79045"/>
                  </a:lnTo>
                  <a:lnTo>
                    <a:pt x="51089" y="81238"/>
                  </a:lnTo>
                  <a:lnTo>
                    <a:pt x="49006" y="80141"/>
                  </a:lnTo>
                  <a:lnTo>
                    <a:pt x="49663" y="77291"/>
                  </a:lnTo>
                  <a:lnTo>
                    <a:pt x="51198" y="75208"/>
                  </a:lnTo>
                  <a:lnTo>
                    <a:pt x="53062" y="73235"/>
                  </a:lnTo>
                  <a:lnTo>
                    <a:pt x="54378" y="71042"/>
                  </a:lnTo>
                  <a:lnTo>
                    <a:pt x="32451" y="78168"/>
                  </a:lnTo>
                  <a:lnTo>
                    <a:pt x="28724" y="80141"/>
                  </a:lnTo>
                  <a:lnTo>
                    <a:pt x="25544" y="82992"/>
                  </a:lnTo>
                  <a:lnTo>
                    <a:pt x="10415" y="86390"/>
                  </a:lnTo>
                  <a:lnTo>
                    <a:pt x="5043" y="88693"/>
                  </a:lnTo>
                  <a:lnTo>
                    <a:pt x="439" y="91324"/>
                  </a:lnTo>
                  <a:lnTo>
                    <a:pt x="0" y="91434"/>
                  </a:lnTo>
                  <a:lnTo>
                    <a:pt x="110" y="91434"/>
                  </a:lnTo>
                  <a:lnTo>
                    <a:pt x="768" y="93407"/>
                  </a:lnTo>
                  <a:lnTo>
                    <a:pt x="987" y="95709"/>
                  </a:lnTo>
                  <a:lnTo>
                    <a:pt x="1316" y="97792"/>
                  </a:lnTo>
                  <a:lnTo>
                    <a:pt x="2302" y="99656"/>
                  </a:lnTo>
                  <a:lnTo>
                    <a:pt x="4275" y="100643"/>
                  </a:lnTo>
                  <a:lnTo>
                    <a:pt x="6468" y="100862"/>
                  </a:lnTo>
                  <a:lnTo>
                    <a:pt x="8113" y="101629"/>
                  </a:lnTo>
                  <a:lnTo>
                    <a:pt x="8661" y="104260"/>
                  </a:lnTo>
                  <a:lnTo>
                    <a:pt x="8332" y="106672"/>
                  </a:lnTo>
                  <a:lnTo>
                    <a:pt x="8222" y="109632"/>
                  </a:lnTo>
                  <a:lnTo>
                    <a:pt x="8551" y="112373"/>
                  </a:lnTo>
                  <a:lnTo>
                    <a:pt x="10196" y="114237"/>
                  </a:lnTo>
                  <a:lnTo>
                    <a:pt x="11731" y="115772"/>
                  </a:lnTo>
                  <a:lnTo>
                    <a:pt x="11182" y="117087"/>
                  </a:lnTo>
                  <a:lnTo>
                    <a:pt x="9977" y="118184"/>
                  </a:lnTo>
                  <a:lnTo>
                    <a:pt x="9428" y="119171"/>
                  </a:lnTo>
                  <a:lnTo>
                    <a:pt x="9977" y="120486"/>
                  </a:lnTo>
                  <a:lnTo>
                    <a:pt x="10853" y="121582"/>
                  </a:lnTo>
                  <a:lnTo>
                    <a:pt x="11950" y="122898"/>
                  </a:lnTo>
                  <a:lnTo>
                    <a:pt x="12827" y="124433"/>
                  </a:lnTo>
                  <a:lnTo>
                    <a:pt x="13375" y="126735"/>
                  </a:lnTo>
                  <a:lnTo>
                    <a:pt x="13375" y="128928"/>
                  </a:lnTo>
                  <a:lnTo>
                    <a:pt x="13704" y="130901"/>
                  </a:lnTo>
                  <a:lnTo>
                    <a:pt x="15239" y="132655"/>
                  </a:lnTo>
                  <a:lnTo>
                    <a:pt x="17103" y="135506"/>
                  </a:lnTo>
                  <a:lnTo>
                    <a:pt x="15677" y="138356"/>
                  </a:lnTo>
                  <a:lnTo>
                    <a:pt x="13375" y="141206"/>
                  </a:lnTo>
                  <a:lnTo>
                    <a:pt x="12608" y="144276"/>
                  </a:lnTo>
                  <a:lnTo>
                    <a:pt x="12169" y="148442"/>
                  </a:lnTo>
                  <a:lnTo>
                    <a:pt x="11511" y="153705"/>
                  </a:lnTo>
                  <a:lnTo>
                    <a:pt x="11950" y="158528"/>
                  </a:lnTo>
                  <a:lnTo>
                    <a:pt x="14800" y="161269"/>
                  </a:lnTo>
                  <a:lnTo>
                    <a:pt x="16225" y="161379"/>
                  </a:lnTo>
                  <a:lnTo>
                    <a:pt x="17760" y="161379"/>
                  </a:lnTo>
                  <a:lnTo>
                    <a:pt x="19295" y="161379"/>
                  </a:lnTo>
                  <a:lnTo>
                    <a:pt x="20611" y="161817"/>
                  </a:lnTo>
                  <a:lnTo>
                    <a:pt x="21269" y="162695"/>
                  </a:lnTo>
                  <a:lnTo>
                    <a:pt x="21707" y="163900"/>
                  </a:lnTo>
                  <a:lnTo>
                    <a:pt x="22036" y="164997"/>
                  </a:lnTo>
                  <a:lnTo>
                    <a:pt x="22474" y="165654"/>
                  </a:lnTo>
                  <a:lnTo>
                    <a:pt x="24996" y="166751"/>
                  </a:lnTo>
                  <a:lnTo>
                    <a:pt x="27518" y="167299"/>
                  </a:lnTo>
                  <a:lnTo>
                    <a:pt x="30149" y="167847"/>
                  </a:lnTo>
                  <a:lnTo>
                    <a:pt x="32890" y="168724"/>
                  </a:lnTo>
                  <a:lnTo>
                    <a:pt x="36946" y="173219"/>
                  </a:lnTo>
                  <a:lnTo>
                    <a:pt x="37714" y="178920"/>
                  </a:lnTo>
                  <a:lnTo>
                    <a:pt x="39468" y="183853"/>
                  </a:lnTo>
                  <a:lnTo>
                    <a:pt x="47142" y="186375"/>
                  </a:lnTo>
                  <a:lnTo>
                    <a:pt x="51198" y="186375"/>
                  </a:lnTo>
                  <a:lnTo>
                    <a:pt x="54268" y="186813"/>
                  </a:lnTo>
                  <a:lnTo>
                    <a:pt x="56022" y="188458"/>
                  </a:lnTo>
                  <a:lnTo>
                    <a:pt x="56680" y="192405"/>
                  </a:lnTo>
                  <a:lnTo>
                    <a:pt x="57447" y="193830"/>
                  </a:lnTo>
                  <a:lnTo>
                    <a:pt x="59201" y="194159"/>
                  </a:lnTo>
                  <a:lnTo>
                    <a:pt x="61613" y="194159"/>
                  </a:lnTo>
                  <a:lnTo>
                    <a:pt x="63696" y="194378"/>
                  </a:lnTo>
                  <a:lnTo>
                    <a:pt x="68959" y="196023"/>
                  </a:lnTo>
                  <a:lnTo>
                    <a:pt x="74660" y="198325"/>
                  </a:lnTo>
                  <a:lnTo>
                    <a:pt x="79483" y="201833"/>
                  </a:lnTo>
                  <a:lnTo>
                    <a:pt x="82334" y="206547"/>
                  </a:lnTo>
                  <a:lnTo>
                    <a:pt x="84526" y="210055"/>
                  </a:lnTo>
                  <a:lnTo>
                    <a:pt x="88583" y="214879"/>
                  </a:lnTo>
                  <a:lnTo>
                    <a:pt x="92859" y="219264"/>
                  </a:lnTo>
                  <a:lnTo>
                    <a:pt x="95599" y="221348"/>
                  </a:lnTo>
                  <a:lnTo>
                    <a:pt x="101410" y="224088"/>
                  </a:lnTo>
                  <a:lnTo>
                    <a:pt x="102945" y="227487"/>
                  </a:lnTo>
                  <a:lnTo>
                    <a:pt x="102177" y="231653"/>
                  </a:lnTo>
                  <a:lnTo>
                    <a:pt x="100861" y="236696"/>
                  </a:lnTo>
                  <a:lnTo>
                    <a:pt x="100533" y="238670"/>
                  </a:lnTo>
                  <a:lnTo>
                    <a:pt x="100094" y="240753"/>
                  </a:lnTo>
                  <a:lnTo>
                    <a:pt x="99765" y="242836"/>
                  </a:lnTo>
                  <a:lnTo>
                    <a:pt x="99546" y="244480"/>
                  </a:lnTo>
                  <a:lnTo>
                    <a:pt x="98998" y="246892"/>
                  </a:lnTo>
                  <a:lnTo>
                    <a:pt x="98230" y="249304"/>
                  </a:lnTo>
                  <a:lnTo>
                    <a:pt x="97573" y="251606"/>
                  </a:lnTo>
                  <a:lnTo>
                    <a:pt x="97353" y="253251"/>
                  </a:lnTo>
                  <a:lnTo>
                    <a:pt x="98559" y="257307"/>
                  </a:lnTo>
                  <a:lnTo>
                    <a:pt x="101081" y="259719"/>
                  </a:lnTo>
                  <a:lnTo>
                    <a:pt x="104370" y="261364"/>
                  </a:lnTo>
                  <a:lnTo>
                    <a:pt x="107988" y="262569"/>
                  </a:lnTo>
                  <a:lnTo>
                    <a:pt x="110619" y="256759"/>
                  </a:lnTo>
                  <a:lnTo>
                    <a:pt x="113250" y="250839"/>
                  </a:lnTo>
                  <a:lnTo>
                    <a:pt x="115991" y="244919"/>
                  </a:lnTo>
                  <a:lnTo>
                    <a:pt x="118622" y="238998"/>
                  </a:lnTo>
                  <a:lnTo>
                    <a:pt x="120267" y="233846"/>
                  </a:lnTo>
                  <a:lnTo>
                    <a:pt x="121144" y="231105"/>
                  </a:lnTo>
                  <a:lnTo>
                    <a:pt x="122130" y="229899"/>
                  </a:lnTo>
                  <a:lnTo>
                    <a:pt x="123336" y="227487"/>
                  </a:lnTo>
                  <a:lnTo>
                    <a:pt x="124433" y="226171"/>
                  </a:lnTo>
                  <a:lnTo>
                    <a:pt x="127831" y="223869"/>
                  </a:lnTo>
                  <a:lnTo>
                    <a:pt x="128598" y="223211"/>
                  </a:lnTo>
                  <a:lnTo>
                    <a:pt x="129695" y="222444"/>
                  </a:lnTo>
                  <a:lnTo>
                    <a:pt x="130462" y="222554"/>
                  </a:lnTo>
                  <a:lnTo>
                    <a:pt x="131010" y="222115"/>
                  </a:lnTo>
                  <a:lnTo>
                    <a:pt x="131339" y="218497"/>
                  </a:lnTo>
                  <a:lnTo>
                    <a:pt x="131997" y="217291"/>
                  </a:lnTo>
                  <a:lnTo>
                    <a:pt x="133971" y="214879"/>
                  </a:lnTo>
                  <a:lnTo>
                    <a:pt x="136711" y="212687"/>
                  </a:lnTo>
                  <a:lnTo>
                    <a:pt x="139891" y="210823"/>
                  </a:lnTo>
                  <a:lnTo>
                    <a:pt x="142412" y="208740"/>
                  </a:lnTo>
                  <a:lnTo>
                    <a:pt x="143509" y="205780"/>
                  </a:lnTo>
                  <a:lnTo>
                    <a:pt x="145043" y="201833"/>
                  </a:lnTo>
                  <a:lnTo>
                    <a:pt x="145701" y="197996"/>
                  </a:lnTo>
                  <a:lnTo>
                    <a:pt x="146578" y="194597"/>
                  </a:lnTo>
                  <a:lnTo>
                    <a:pt x="150087" y="182428"/>
                  </a:lnTo>
                  <a:lnTo>
                    <a:pt x="153595" y="170149"/>
                  </a:lnTo>
                  <a:lnTo>
                    <a:pt x="157322" y="157980"/>
                  </a:lnTo>
                  <a:lnTo>
                    <a:pt x="161927" y="146140"/>
                  </a:lnTo>
                  <a:lnTo>
                    <a:pt x="162365" y="141645"/>
                  </a:lnTo>
                  <a:lnTo>
                    <a:pt x="164668" y="140878"/>
                  </a:lnTo>
                  <a:lnTo>
                    <a:pt x="165983" y="140001"/>
                  </a:lnTo>
                  <a:lnTo>
                    <a:pt x="168505" y="136711"/>
                  </a:lnTo>
                  <a:lnTo>
                    <a:pt x="170698" y="135506"/>
                  </a:lnTo>
                  <a:lnTo>
                    <a:pt x="173548" y="135835"/>
                  </a:lnTo>
                  <a:lnTo>
                    <a:pt x="178481" y="137479"/>
                  </a:lnTo>
                  <a:lnTo>
                    <a:pt x="185498" y="138575"/>
                  </a:lnTo>
                  <a:lnTo>
                    <a:pt x="187361" y="139452"/>
                  </a:lnTo>
                  <a:lnTo>
                    <a:pt x="191308" y="142303"/>
                  </a:lnTo>
                  <a:lnTo>
                    <a:pt x="196132" y="144605"/>
                  </a:lnTo>
                  <a:lnTo>
                    <a:pt x="200408" y="150196"/>
                  </a:lnTo>
                  <a:lnTo>
                    <a:pt x="206876" y="154691"/>
                  </a:lnTo>
                  <a:lnTo>
                    <a:pt x="213344" y="155897"/>
                  </a:lnTo>
                  <a:lnTo>
                    <a:pt x="217729" y="151622"/>
                  </a:lnTo>
                  <a:lnTo>
                    <a:pt x="222005" y="152279"/>
                  </a:lnTo>
                  <a:lnTo>
                    <a:pt x="224527" y="148004"/>
                  </a:lnTo>
                  <a:lnTo>
                    <a:pt x="224965" y="151622"/>
                  </a:lnTo>
                  <a:lnTo>
                    <a:pt x="225185" y="152827"/>
                  </a:lnTo>
                  <a:lnTo>
                    <a:pt x="225185" y="157103"/>
                  </a:lnTo>
                  <a:lnTo>
                    <a:pt x="225294" y="157871"/>
                  </a:lnTo>
                  <a:lnTo>
                    <a:pt x="225404" y="158200"/>
                  </a:lnTo>
                  <a:lnTo>
                    <a:pt x="225404" y="158528"/>
                  </a:lnTo>
                  <a:lnTo>
                    <a:pt x="225623" y="162256"/>
                  </a:lnTo>
                  <a:lnTo>
                    <a:pt x="225952" y="165983"/>
                  </a:lnTo>
                  <a:lnTo>
                    <a:pt x="226062" y="169711"/>
                  </a:lnTo>
                  <a:lnTo>
                    <a:pt x="225952" y="173329"/>
                  </a:lnTo>
                  <a:lnTo>
                    <a:pt x="225185" y="176618"/>
                  </a:lnTo>
                  <a:lnTo>
                    <a:pt x="223979" y="179468"/>
                  </a:lnTo>
                  <a:lnTo>
                    <a:pt x="222773" y="182538"/>
                  </a:lnTo>
                  <a:lnTo>
                    <a:pt x="221896" y="185937"/>
                  </a:lnTo>
                  <a:lnTo>
                    <a:pt x="222005" y="194268"/>
                  </a:lnTo>
                  <a:lnTo>
                    <a:pt x="223869" y="202491"/>
                  </a:lnTo>
                  <a:lnTo>
                    <a:pt x="225733" y="210823"/>
                  </a:lnTo>
                  <a:lnTo>
                    <a:pt x="225733" y="219264"/>
                  </a:lnTo>
                  <a:lnTo>
                    <a:pt x="226171" y="224417"/>
                  </a:lnTo>
                  <a:lnTo>
                    <a:pt x="227487" y="228364"/>
                  </a:lnTo>
                  <a:lnTo>
                    <a:pt x="230228" y="230557"/>
                  </a:lnTo>
                  <a:lnTo>
                    <a:pt x="235271" y="230557"/>
                  </a:lnTo>
                  <a:lnTo>
                    <a:pt x="241849" y="231763"/>
                  </a:lnTo>
                  <a:lnTo>
                    <a:pt x="245028" y="235819"/>
                  </a:lnTo>
                  <a:lnTo>
                    <a:pt x="247330" y="241520"/>
                  </a:lnTo>
                  <a:lnTo>
                    <a:pt x="250839" y="247660"/>
                  </a:lnTo>
                  <a:lnTo>
                    <a:pt x="252922" y="250839"/>
                  </a:lnTo>
                  <a:lnTo>
                    <a:pt x="255224" y="254128"/>
                  </a:lnTo>
                  <a:lnTo>
                    <a:pt x="257746" y="257197"/>
                  </a:lnTo>
                  <a:lnTo>
                    <a:pt x="260486" y="259609"/>
                  </a:lnTo>
                  <a:lnTo>
                    <a:pt x="265968" y="262898"/>
                  </a:lnTo>
                  <a:lnTo>
                    <a:pt x="272326" y="264872"/>
                  </a:lnTo>
                  <a:lnTo>
                    <a:pt x="278685" y="264652"/>
                  </a:lnTo>
                  <a:lnTo>
                    <a:pt x="284057" y="260925"/>
                  </a:lnTo>
                  <a:lnTo>
                    <a:pt x="284934" y="260267"/>
                  </a:lnTo>
                  <a:lnTo>
                    <a:pt x="285592" y="259609"/>
                  </a:lnTo>
                  <a:lnTo>
                    <a:pt x="286359" y="258952"/>
                  </a:lnTo>
                  <a:lnTo>
                    <a:pt x="287127" y="258184"/>
                  </a:lnTo>
                  <a:lnTo>
                    <a:pt x="290197" y="255443"/>
                  </a:lnTo>
                  <a:lnTo>
                    <a:pt x="293157" y="252703"/>
                  </a:lnTo>
                  <a:lnTo>
                    <a:pt x="296226" y="249962"/>
                  </a:lnTo>
                  <a:lnTo>
                    <a:pt x="299187" y="247221"/>
                  </a:lnTo>
                  <a:lnTo>
                    <a:pt x="301160" y="245357"/>
                  </a:lnTo>
                  <a:lnTo>
                    <a:pt x="303133" y="243493"/>
                  </a:lnTo>
                  <a:lnTo>
                    <a:pt x="304997" y="241739"/>
                  </a:lnTo>
                  <a:lnTo>
                    <a:pt x="306970" y="239875"/>
                  </a:lnTo>
                  <a:lnTo>
                    <a:pt x="311246" y="236148"/>
                  </a:lnTo>
                  <a:lnTo>
                    <a:pt x="315522" y="232420"/>
                  </a:lnTo>
                  <a:lnTo>
                    <a:pt x="319688" y="228803"/>
                  </a:lnTo>
                  <a:lnTo>
                    <a:pt x="323963" y="225075"/>
                  </a:lnTo>
                  <a:lnTo>
                    <a:pt x="327143" y="221676"/>
                  </a:lnTo>
                  <a:lnTo>
                    <a:pt x="330651" y="217949"/>
                  </a:lnTo>
                  <a:lnTo>
                    <a:pt x="334598" y="214989"/>
                  </a:lnTo>
                  <a:lnTo>
                    <a:pt x="338873" y="213783"/>
                  </a:lnTo>
                  <a:lnTo>
                    <a:pt x="345670" y="211700"/>
                  </a:lnTo>
                  <a:lnTo>
                    <a:pt x="347205" y="208082"/>
                  </a:lnTo>
                  <a:lnTo>
                    <a:pt x="346986" y="203039"/>
                  </a:lnTo>
                  <a:lnTo>
                    <a:pt x="348630" y="196571"/>
                  </a:lnTo>
                  <a:lnTo>
                    <a:pt x="353454" y="193282"/>
                  </a:lnTo>
                  <a:lnTo>
                    <a:pt x="360251" y="190980"/>
                  </a:lnTo>
                  <a:lnTo>
                    <a:pt x="367487" y="189335"/>
                  </a:lnTo>
                  <a:lnTo>
                    <a:pt x="373517" y="187800"/>
                  </a:lnTo>
                  <a:lnTo>
                    <a:pt x="378450" y="185937"/>
                  </a:lnTo>
                  <a:lnTo>
                    <a:pt x="383384" y="183525"/>
                  </a:lnTo>
                  <a:lnTo>
                    <a:pt x="387988" y="180784"/>
                  </a:lnTo>
                  <a:lnTo>
                    <a:pt x="391935" y="177824"/>
                  </a:lnTo>
                  <a:lnTo>
                    <a:pt x="398075" y="178811"/>
                  </a:lnTo>
                  <a:lnTo>
                    <a:pt x="405201" y="177933"/>
                  </a:lnTo>
                  <a:lnTo>
                    <a:pt x="409148" y="174864"/>
                  </a:lnTo>
                  <a:lnTo>
                    <a:pt x="405858" y="168614"/>
                  </a:lnTo>
                  <a:lnTo>
                    <a:pt x="410792" y="163243"/>
                  </a:lnTo>
                  <a:lnTo>
                    <a:pt x="416164" y="157651"/>
                  </a:lnTo>
                  <a:lnTo>
                    <a:pt x="421974" y="153814"/>
                  </a:lnTo>
                  <a:lnTo>
                    <a:pt x="426360" y="153047"/>
                  </a:lnTo>
                  <a:lnTo>
                    <a:pt x="427676" y="152937"/>
                  </a:lnTo>
                  <a:lnTo>
                    <a:pt x="430307" y="154362"/>
                  </a:lnTo>
                  <a:lnTo>
                    <a:pt x="430197" y="161379"/>
                  </a:lnTo>
                  <a:lnTo>
                    <a:pt x="432390" y="164229"/>
                  </a:lnTo>
                  <a:lnTo>
                    <a:pt x="433815" y="162366"/>
                  </a:lnTo>
                  <a:lnTo>
                    <a:pt x="434582" y="160283"/>
                  </a:lnTo>
                  <a:lnTo>
                    <a:pt x="435678" y="158419"/>
                  </a:lnTo>
                  <a:lnTo>
                    <a:pt x="437871" y="157213"/>
                  </a:lnTo>
                  <a:lnTo>
                    <a:pt x="440831" y="156993"/>
                  </a:lnTo>
                  <a:lnTo>
                    <a:pt x="443572" y="157651"/>
                  </a:lnTo>
                  <a:lnTo>
                    <a:pt x="448615" y="160063"/>
                  </a:lnTo>
                  <a:lnTo>
                    <a:pt x="452562" y="156993"/>
                  </a:lnTo>
                  <a:lnTo>
                    <a:pt x="456837" y="157761"/>
                  </a:lnTo>
                  <a:lnTo>
                    <a:pt x="460675" y="161160"/>
                  </a:lnTo>
                  <a:lnTo>
                    <a:pt x="463415" y="165764"/>
                  </a:lnTo>
                  <a:lnTo>
                    <a:pt x="463744" y="167080"/>
                  </a:lnTo>
                  <a:lnTo>
                    <a:pt x="463415" y="171136"/>
                  </a:lnTo>
                  <a:lnTo>
                    <a:pt x="463744" y="172452"/>
                  </a:lnTo>
                  <a:lnTo>
                    <a:pt x="464183" y="173329"/>
                  </a:lnTo>
                  <a:lnTo>
                    <a:pt x="464622" y="174316"/>
                  </a:lnTo>
                  <a:lnTo>
                    <a:pt x="465389" y="180674"/>
                  </a:lnTo>
                  <a:lnTo>
                    <a:pt x="464183" y="182647"/>
                  </a:lnTo>
                  <a:lnTo>
                    <a:pt x="462319" y="186485"/>
                  </a:lnTo>
                  <a:lnTo>
                    <a:pt x="461661" y="189993"/>
                  </a:lnTo>
                  <a:lnTo>
                    <a:pt x="464183" y="191637"/>
                  </a:lnTo>
                  <a:lnTo>
                    <a:pt x="468349" y="191637"/>
                  </a:lnTo>
                  <a:lnTo>
                    <a:pt x="472515" y="191528"/>
                  </a:lnTo>
                  <a:lnTo>
                    <a:pt x="476571" y="191856"/>
                  </a:lnTo>
                  <a:lnTo>
                    <a:pt x="480628" y="193172"/>
                  </a:lnTo>
                  <a:lnTo>
                    <a:pt x="484245" y="198983"/>
                  </a:lnTo>
                  <a:lnTo>
                    <a:pt x="486767" y="205999"/>
                  </a:lnTo>
                  <a:lnTo>
                    <a:pt x="488631" y="213345"/>
                  </a:lnTo>
                  <a:lnTo>
                    <a:pt x="489947" y="220142"/>
                  </a:lnTo>
                  <a:lnTo>
                    <a:pt x="490166" y="222444"/>
                  </a:lnTo>
                  <a:lnTo>
                    <a:pt x="490056" y="224417"/>
                  </a:lnTo>
                  <a:lnTo>
                    <a:pt x="489837" y="226281"/>
                  </a:lnTo>
                  <a:lnTo>
                    <a:pt x="489727" y="228364"/>
                  </a:lnTo>
                  <a:lnTo>
                    <a:pt x="491152" y="231872"/>
                  </a:lnTo>
                  <a:lnTo>
                    <a:pt x="494442" y="234284"/>
                  </a:lnTo>
                  <a:lnTo>
                    <a:pt x="498498" y="235819"/>
                  </a:lnTo>
                  <a:lnTo>
                    <a:pt x="502006" y="237025"/>
                  </a:lnTo>
                  <a:lnTo>
                    <a:pt x="502664" y="237354"/>
                  </a:lnTo>
                  <a:lnTo>
                    <a:pt x="503322" y="237573"/>
                  </a:lnTo>
                  <a:lnTo>
                    <a:pt x="503979" y="237902"/>
                  </a:lnTo>
                  <a:lnTo>
                    <a:pt x="504637" y="238121"/>
                  </a:lnTo>
                  <a:lnTo>
                    <a:pt x="508255" y="239437"/>
                  </a:lnTo>
                  <a:lnTo>
                    <a:pt x="512421" y="240862"/>
                  </a:lnTo>
                  <a:lnTo>
                    <a:pt x="516368" y="242397"/>
                  </a:lnTo>
                  <a:lnTo>
                    <a:pt x="517684" y="243603"/>
                  </a:lnTo>
                  <a:lnTo>
                    <a:pt x="519547" y="244480"/>
                  </a:lnTo>
                  <a:lnTo>
                    <a:pt x="521082" y="245796"/>
                  </a:lnTo>
                  <a:lnTo>
                    <a:pt x="521192" y="248975"/>
                  </a:lnTo>
                  <a:lnTo>
                    <a:pt x="520205" y="255005"/>
                  </a:lnTo>
                  <a:lnTo>
                    <a:pt x="521192" y="257197"/>
                  </a:lnTo>
                  <a:lnTo>
                    <a:pt x="523494" y="258732"/>
                  </a:lnTo>
                  <a:lnTo>
                    <a:pt x="526454" y="259609"/>
                  </a:lnTo>
                  <a:lnTo>
                    <a:pt x="528976" y="259938"/>
                  </a:lnTo>
                  <a:lnTo>
                    <a:pt x="533142" y="259719"/>
                  </a:lnTo>
                  <a:lnTo>
                    <a:pt x="534676" y="260486"/>
                  </a:lnTo>
                  <a:lnTo>
                    <a:pt x="536431" y="262679"/>
                  </a:lnTo>
                  <a:lnTo>
                    <a:pt x="541145" y="270573"/>
                  </a:lnTo>
                  <a:lnTo>
                    <a:pt x="541802" y="271230"/>
                  </a:lnTo>
                  <a:lnTo>
                    <a:pt x="541145" y="274190"/>
                  </a:lnTo>
                  <a:lnTo>
                    <a:pt x="538952" y="274739"/>
                  </a:lnTo>
                  <a:lnTo>
                    <a:pt x="536211" y="274629"/>
                  </a:lnTo>
                  <a:lnTo>
                    <a:pt x="533690" y="275396"/>
                  </a:lnTo>
                  <a:lnTo>
                    <a:pt x="532484" y="277480"/>
                  </a:lnTo>
                  <a:lnTo>
                    <a:pt x="531716" y="280659"/>
                  </a:lnTo>
                  <a:lnTo>
                    <a:pt x="531497" y="283948"/>
                  </a:lnTo>
                  <a:lnTo>
                    <a:pt x="532264" y="286689"/>
                  </a:lnTo>
                  <a:lnTo>
                    <a:pt x="532813" y="287346"/>
                  </a:lnTo>
                  <a:lnTo>
                    <a:pt x="533251" y="287346"/>
                  </a:lnTo>
                  <a:lnTo>
                    <a:pt x="619751" y="287894"/>
                  </a:lnTo>
                  <a:lnTo>
                    <a:pt x="619861" y="231544"/>
                  </a:lnTo>
                  <a:lnTo>
                    <a:pt x="619970" y="174973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9" name="Freeform: Shape 12">
              <a:extLst>
                <a:ext uri="{FF2B5EF4-FFF2-40B4-BE49-F238E27FC236}">
                  <a16:creationId xmlns:a16="http://schemas.microsoft.com/office/drawing/2014/main" id="{E8F0E27A-CCE1-FBEC-8075-63663FF367CA}"/>
                </a:ext>
              </a:extLst>
            </p:cNvPr>
            <p:cNvSpPr/>
            <p:nvPr/>
          </p:nvSpPr>
          <p:spPr>
            <a:xfrm>
              <a:off x="6167369" y="2041935"/>
              <a:ext cx="1293661" cy="1403293"/>
            </a:xfrm>
            <a:custGeom>
              <a:avLst/>
              <a:gdLst>
                <a:gd name="connsiteX0" fmla="*/ 719736 w 1293660"/>
                <a:gd name="connsiteY0" fmla="*/ 1024184 h 1403292"/>
                <a:gd name="connsiteX1" fmla="*/ 718201 w 1293660"/>
                <a:gd name="connsiteY1" fmla="*/ 1026158 h 1403292"/>
                <a:gd name="connsiteX2" fmla="*/ 719516 w 1293660"/>
                <a:gd name="connsiteY2" fmla="*/ 1028460 h 1403292"/>
                <a:gd name="connsiteX3" fmla="*/ 720832 w 1293660"/>
                <a:gd name="connsiteY3" fmla="*/ 1030982 h 1403292"/>
                <a:gd name="connsiteX4" fmla="*/ 724011 w 1293660"/>
                <a:gd name="connsiteY4" fmla="*/ 1031859 h 1403292"/>
                <a:gd name="connsiteX5" fmla="*/ 722477 w 1293660"/>
                <a:gd name="connsiteY5" fmla="*/ 1028460 h 1403292"/>
                <a:gd name="connsiteX6" fmla="*/ 719736 w 1293660"/>
                <a:gd name="connsiteY6" fmla="*/ 1024184 h 1403292"/>
                <a:gd name="connsiteX7" fmla="*/ 545311 w 1293660"/>
                <a:gd name="connsiteY7" fmla="*/ 767645 h 1403292"/>
                <a:gd name="connsiteX8" fmla="*/ 546188 w 1293660"/>
                <a:gd name="connsiteY8" fmla="*/ 764246 h 1403292"/>
                <a:gd name="connsiteX9" fmla="*/ 545092 w 1293660"/>
                <a:gd name="connsiteY9" fmla="*/ 761396 h 1403292"/>
                <a:gd name="connsiteX10" fmla="*/ 546188 w 1293660"/>
                <a:gd name="connsiteY10" fmla="*/ 759094 h 1403292"/>
                <a:gd name="connsiteX11" fmla="*/ 546407 w 1293660"/>
                <a:gd name="connsiteY11" fmla="*/ 757011 h 1403292"/>
                <a:gd name="connsiteX12" fmla="*/ 547065 w 1293660"/>
                <a:gd name="connsiteY12" fmla="*/ 755147 h 1403292"/>
                <a:gd name="connsiteX13" fmla="*/ 546626 w 1293660"/>
                <a:gd name="connsiteY13" fmla="*/ 754051 h 1403292"/>
                <a:gd name="connsiteX14" fmla="*/ 544324 w 1293660"/>
                <a:gd name="connsiteY14" fmla="*/ 751529 h 1403292"/>
                <a:gd name="connsiteX15" fmla="*/ 543447 w 1293660"/>
                <a:gd name="connsiteY15" fmla="*/ 747911 h 1403292"/>
                <a:gd name="connsiteX16" fmla="*/ 546298 w 1293660"/>
                <a:gd name="connsiteY16" fmla="*/ 745061 h 1403292"/>
                <a:gd name="connsiteX17" fmla="*/ 546846 w 1293660"/>
                <a:gd name="connsiteY17" fmla="*/ 743087 h 1403292"/>
                <a:gd name="connsiteX18" fmla="*/ 544105 w 1293660"/>
                <a:gd name="connsiteY18" fmla="*/ 744074 h 1403292"/>
                <a:gd name="connsiteX19" fmla="*/ 542241 w 1293660"/>
                <a:gd name="connsiteY19" fmla="*/ 746157 h 1403292"/>
                <a:gd name="connsiteX20" fmla="*/ 539829 w 1293660"/>
                <a:gd name="connsiteY20" fmla="*/ 748459 h 1403292"/>
                <a:gd name="connsiteX21" fmla="*/ 536540 w 1293660"/>
                <a:gd name="connsiteY21" fmla="*/ 749008 h 1403292"/>
                <a:gd name="connsiteX22" fmla="*/ 531168 w 1293660"/>
                <a:gd name="connsiteY22" fmla="*/ 748898 h 1403292"/>
                <a:gd name="connsiteX23" fmla="*/ 527331 w 1293660"/>
                <a:gd name="connsiteY23" fmla="*/ 749556 h 1403292"/>
                <a:gd name="connsiteX24" fmla="*/ 523933 w 1293660"/>
                <a:gd name="connsiteY24" fmla="*/ 752406 h 1403292"/>
                <a:gd name="connsiteX25" fmla="*/ 519657 w 1293660"/>
                <a:gd name="connsiteY25" fmla="*/ 755914 h 1403292"/>
                <a:gd name="connsiteX26" fmla="*/ 515601 w 1293660"/>
                <a:gd name="connsiteY26" fmla="*/ 755914 h 1403292"/>
                <a:gd name="connsiteX27" fmla="*/ 512421 w 1293660"/>
                <a:gd name="connsiteY27" fmla="*/ 753064 h 1403292"/>
                <a:gd name="connsiteX28" fmla="*/ 509571 w 1293660"/>
                <a:gd name="connsiteY28" fmla="*/ 754928 h 1403292"/>
                <a:gd name="connsiteX29" fmla="*/ 507268 w 1293660"/>
                <a:gd name="connsiteY29" fmla="*/ 757559 h 1403292"/>
                <a:gd name="connsiteX30" fmla="*/ 505514 w 1293660"/>
                <a:gd name="connsiteY30" fmla="*/ 760519 h 1403292"/>
                <a:gd name="connsiteX31" fmla="*/ 504199 w 1293660"/>
                <a:gd name="connsiteY31" fmla="*/ 763589 h 1403292"/>
                <a:gd name="connsiteX32" fmla="*/ 501896 w 1293660"/>
                <a:gd name="connsiteY32" fmla="*/ 771921 h 1403292"/>
                <a:gd name="connsiteX33" fmla="*/ 500252 w 1293660"/>
                <a:gd name="connsiteY33" fmla="*/ 781349 h 1403292"/>
                <a:gd name="connsiteX34" fmla="*/ 499594 w 1293660"/>
                <a:gd name="connsiteY34" fmla="*/ 791106 h 1403292"/>
                <a:gd name="connsiteX35" fmla="*/ 500252 w 1293660"/>
                <a:gd name="connsiteY35" fmla="*/ 800425 h 1403292"/>
                <a:gd name="connsiteX36" fmla="*/ 502335 w 1293660"/>
                <a:gd name="connsiteY36" fmla="*/ 802508 h 1403292"/>
                <a:gd name="connsiteX37" fmla="*/ 503102 w 1293660"/>
                <a:gd name="connsiteY37" fmla="*/ 804591 h 1403292"/>
                <a:gd name="connsiteX38" fmla="*/ 502116 w 1293660"/>
                <a:gd name="connsiteY38" fmla="*/ 807332 h 1403292"/>
                <a:gd name="connsiteX39" fmla="*/ 501129 w 1293660"/>
                <a:gd name="connsiteY39" fmla="*/ 809305 h 1403292"/>
                <a:gd name="connsiteX40" fmla="*/ 500362 w 1293660"/>
                <a:gd name="connsiteY40" fmla="*/ 811608 h 1403292"/>
                <a:gd name="connsiteX41" fmla="*/ 499485 w 1293660"/>
                <a:gd name="connsiteY41" fmla="*/ 813471 h 1403292"/>
                <a:gd name="connsiteX42" fmla="*/ 498169 w 1293660"/>
                <a:gd name="connsiteY42" fmla="*/ 814239 h 1403292"/>
                <a:gd name="connsiteX43" fmla="*/ 495099 w 1293660"/>
                <a:gd name="connsiteY43" fmla="*/ 818624 h 1403292"/>
                <a:gd name="connsiteX44" fmla="*/ 489289 w 1293660"/>
                <a:gd name="connsiteY44" fmla="*/ 822461 h 1403292"/>
                <a:gd name="connsiteX45" fmla="*/ 483917 w 1293660"/>
                <a:gd name="connsiteY45" fmla="*/ 826189 h 1403292"/>
                <a:gd name="connsiteX46" fmla="*/ 485890 w 1293660"/>
                <a:gd name="connsiteY46" fmla="*/ 827723 h 1403292"/>
                <a:gd name="connsiteX47" fmla="*/ 487973 w 1293660"/>
                <a:gd name="connsiteY47" fmla="*/ 827614 h 1403292"/>
                <a:gd name="connsiteX48" fmla="*/ 490714 w 1293660"/>
                <a:gd name="connsiteY48" fmla="*/ 830135 h 1403292"/>
                <a:gd name="connsiteX49" fmla="*/ 495976 w 1293660"/>
                <a:gd name="connsiteY49" fmla="*/ 833095 h 1403292"/>
                <a:gd name="connsiteX50" fmla="*/ 501019 w 1293660"/>
                <a:gd name="connsiteY50" fmla="*/ 835727 h 1403292"/>
                <a:gd name="connsiteX51" fmla="*/ 501458 w 1293660"/>
                <a:gd name="connsiteY51" fmla="*/ 837919 h 1403292"/>
                <a:gd name="connsiteX52" fmla="*/ 506720 w 1293660"/>
                <a:gd name="connsiteY52" fmla="*/ 838687 h 1403292"/>
                <a:gd name="connsiteX53" fmla="*/ 506830 w 1293660"/>
                <a:gd name="connsiteY53" fmla="*/ 841756 h 1403292"/>
                <a:gd name="connsiteX54" fmla="*/ 509132 w 1293660"/>
                <a:gd name="connsiteY54" fmla="*/ 842853 h 1403292"/>
                <a:gd name="connsiteX55" fmla="*/ 512969 w 1293660"/>
                <a:gd name="connsiteY55" fmla="*/ 842524 h 1403292"/>
                <a:gd name="connsiteX56" fmla="*/ 514943 w 1293660"/>
                <a:gd name="connsiteY56" fmla="*/ 843620 h 1403292"/>
                <a:gd name="connsiteX57" fmla="*/ 517464 w 1293660"/>
                <a:gd name="connsiteY57" fmla="*/ 842853 h 1403292"/>
                <a:gd name="connsiteX58" fmla="*/ 520095 w 1293660"/>
                <a:gd name="connsiteY58" fmla="*/ 844497 h 1403292"/>
                <a:gd name="connsiteX59" fmla="*/ 523494 w 1293660"/>
                <a:gd name="connsiteY59" fmla="*/ 848663 h 1403292"/>
                <a:gd name="connsiteX60" fmla="*/ 526454 w 1293660"/>
                <a:gd name="connsiteY60" fmla="*/ 849102 h 1403292"/>
                <a:gd name="connsiteX61" fmla="*/ 527989 w 1293660"/>
                <a:gd name="connsiteY61" fmla="*/ 852171 h 1403292"/>
                <a:gd name="connsiteX62" fmla="*/ 530620 w 1293660"/>
                <a:gd name="connsiteY62" fmla="*/ 850637 h 1403292"/>
                <a:gd name="connsiteX63" fmla="*/ 534457 w 1293660"/>
                <a:gd name="connsiteY63" fmla="*/ 851185 h 1403292"/>
                <a:gd name="connsiteX64" fmla="*/ 537746 w 1293660"/>
                <a:gd name="connsiteY64" fmla="*/ 854803 h 1403292"/>
                <a:gd name="connsiteX65" fmla="*/ 541803 w 1293660"/>
                <a:gd name="connsiteY65" fmla="*/ 851075 h 1403292"/>
                <a:gd name="connsiteX66" fmla="*/ 544653 w 1293660"/>
                <a:gd name="connsiteY66" fmla="*/ 849869 h 1403292"/>
                <a:gd name="connsiteX67" fmla="*/ 546955 w 1293660"/>
                <a:gd name="connsiteY67" fmla="*/ 850965 h 1403292"/>
                <a:gd name="connsiteX68" fmla="*/ 548929 w 1293660"/>
                <a:gd name="connsiteY68" fmla="*/ 849650 h 1403292"/>
                <a:gd name="connsiteX69" fmla="*/ 547394 w 1293660"/>
                <a:gd name="connsiteY69" fmla="*/ 847128 h 1403292"/>
                <a:gd name="connsiteX70" fmla="*/ 545092 w 1293660"/>
                <a:gd name="connsiteY70" fmla="*/ 846251 h 1403292"/>
                <a:gd name="connsiteX71" fmla="*/ 544324 w 1293660"/>
                <a:gd name="connsiteY71" fmla="*/ 841428 h 1403292"/>
                <a:gd name="connsiteX72" fmla="*/ 545311 w 1293660"/>
                <a:gd name="connsiteY72" fmla="*/ 837371 h 1403292"/>
                <a:gd name="connsiteX73" fmla="*/ 547723 w 1293660"/>
                <a:gd name="connsiteY73" fmla="*/ 834301 h 1403292"/>
                <a:gd name="connsiteX74" fmla="*/ 548709 w 1293660"/>
                <a:gd name="connsiteY74" fmla="*/ 829916 h 1403292"/>
                <a:gd name="connsiteX75" fmla="*/ 551998 w 1293660"/>
                <a:gd name="connsiteY75" fmla="*/ 825531 h 1403292"/>
                <a:gd name="connsiteX76" fmla="*/ 550902 w 1293660"/>
                <a:gd name="connsiteY76" fmla="*/ 822571 h 1403292"/>
                <a:gd name="connsiteX77" fmla="*/ 553862 w 1293660"/>
                <a:gd name="connsiteY77" fmla="*/ 819282 h 1403292"/>
                <a:gd name="connsiteX78" fmla="*/ 556493 w 1293660"/>
                <a:gd name="connsiteY78" fmla="*/ 807990 h 1403292"/>
                <a:gd name="connsiteX79" fmla="*/ 556713 w 1293660"/>
                <a:gd name="connsiteY79" fmla="*/ 800644 h 1403292"/>
                <a:gd name="connsiteX80" fmla="*/ 560221 w 1293660"/>
                <a:gd name="connsiteY80" fmla="*/ 792860 h 1403292"/>
                <a:gd name="connsiteX81" fmla="*/ 552437 w 1293660"/>
                <a:gd name="connsiteY81" fmla="*/ 776196 h 1403292"/>
                <a:gd name="connsiteX82" fmla="*/ 545311 w 1293660"/>
                <a:gd name="connsiteY82" fmla="*/ 767645 h 1403292"/>
                <a:gd name="connsiteX83" fmla="*/ 65012 w 1293660"/>
                <a:gd name="connsiteY83" fmla="*/ 170369 h 1403292"/>
                <a:gd name="connsiteX84" fmla="*/ 56132 w 1293660"/>
                <a:gd name="connsiteY84" fmla="*/ 162475 h 1403292"/>
                <a:gd name="connsiteX85" fmla="*/ 49992 w 1293660"/>
                <a:gd name="connsiteY85" fmla="*/ 161269 h 1403292"/>
                <a:gd name="connsiteX86" fmla="*/ 47580 w 1293660"/>
                <a:gd name="connsiteY86" fmla="*/ 172013 h 1403292"/>
                <a:gd name="connsiteX87" fmla="*/ 54597 w 1293660"/>
                <a:gd name="connsiteY87" fmla="*/ 181441 h 1403292"/>
                <a:gd name="connsiteX88" fmla="*/ 63806 w 1293660"/>
                <a:gd name="connsiteY88" fmla="*/ 186156 h 1403292"/>
                <a:gd name="connsiteX89" fmla="*/ 68082 w 1293660"/>
                <a:gd name="connsiteY89" fmla="*/ 182647 h 1403292"/>
                <a:gd name="connsiteX90" fmla="*/ 69288 w 1293660"/>
                <a:gd name="connsiteY90" fmla="*/ 184621 h 1403292"/>
                <a:gd name="connsiteX91" fmla="*/ 71151 w 1293660"/>
                <a:gd name="connsiteY91" fmla="*/ 186375 h 1403292"/>
                <a:gd name="connsiteX92" fmla="*/ 73454 w 1293660"/>
                <a:gd name="connsiteY92" fmla="*/ 187471 h 1403292"/>
                <a:gd name="connsiteX93" fmla="*/ 76085 w 1293660"/>
                <a:gd name="connsiteY93" fmla="*/ 187471 h 1403292"/>
                <a:gd name="connsiteX94" fmla="*/ 72796 w 1293660"/>
                <a:gd name="connsiteY94" fmla="*/ 180235 h 1403292"/>
                <a:gd name="connsiteX95" fmla="*/ 65012 w 1293660"/>
                <a:gd name="connsiteY95" fmla="*/ 170369 h 1403292"/>
                <a:gd name="connsiteX96" fmla="*/ 876071 w 1293660"/>
                <a:gd name="connsiteY96" fmla="*/ 1169447 h 1403292"/>
                <a:gd name="connsiteX97" fmla="*/ 875194 w 1293660"/>
                <a:gd name="connsiteY97" fmla="*/ 1159251 h 1403292"/>
                <a:gd name="connsiteX98" fmla="*/ 876291 w 1293660"/>
                <a:gd name="connsiteY98" fmla="*/ 1150700 h 1403292"/>
                <a:gd name="connsiteX99" fmla="*/ 875414 w 1293660"/>
                <a:gd name="connsiteY99" fmla="*/ 1153222 h 1403292"/>
                <a:gd name="connsiteX100" fmla="*/ 873988 w 1293660"/>
                <a:gd name="connsiteY100" fmla="*/ 1158374 h 1403292"/>
                <a:gd name="connsiteX101" fmla="*/ 873550 w 1293660"/>
                <a:gd name="connsiteY101" fmla="*/ 1163637 h 1403292"/>
                <a:gd name="connsiteX102" fmla="*/ 873988 w 1293660"/>
                <a:gd name="connsiteY102" fmla="*/ 1172627 h 1403292"/>
                <a:gd name="connsiteX103" fmla="*/ 877058 w 1293660"/>
                <a:gd name="connsiteY103" fmla="*/ 1176025 h 1403292"/>
                <a:gd name="connsiteX104" fmla="*/ 887692 w 1293660"/>
                <a:gd name="connsiteY104" fmla="*/ 1180082 h 1403292"/>
                <a:gd name="connsiteX105" fmla="*/ 888460 w 1293660"/>
                <a:gd name="connsiteY105" fmla="*/ 1176573 h 1403292"/>
                <a:gd name="connsiteX106" fmla="*/ 879689 w 1293660"/>
                <a:gd name="connsiteY106" fmla="*/ 1173613 h 1403292"/>
                <a:gd name="connsiteX107" fmla="*/ 876071 w 1293660"/>
                <a:gd name="connsiteY107" fmla="*/ 1169447 h 1403292"/>
                <a:gd name="connsiteX108" fmla="*/ 1001491 w 1293660"/>
                <a:gd name="connsiteY108" fmla="*/ 1231060 h 1403292"/>
                <a:gd name="connsiteX109" fmla="*/ 996009 w 1293660"/>
                <a:gd name="connsiteY109" fmla="*/ 1227223 h 1403292"/>
                <a:gd name="connsiteX110" fmla="*/ 989650 w 1293660"/>
                <a:gd name="connsiteY110" fmla="*/ 1224154 h 1403292"/>
                <a:gd name="connsiteX111" fmla="*/ 985813 w 1293660"/>
                <a:gd name="connsiteY111" fmla="*/ 1222948 h 1403292"/>
                <a:gd name="connsiteX112" fmla="*/ 984278 w 1293660"/>
                <a:gd name="connsiteY112" fmla="*/ 1223496 h 1403292"/>
                <a:gd name="connsiteX113" fmla="*/ 986032 w 1293660"/>
                <a:gd name="connsiteY113" fmla="*/ 1225140 h 1403292"/>
                <a:gd name="connsiteX114" fmla="*/ 989321 w 1293660"/>
                <a:gd name="connsiteY114" fmla="*/ 1225798 h 1403292"/>
                <a:gd name="connsiteX115" fmla="*/ 994693 w 1293660"/>
                <a:gd name="connsiteY115" fmla="*/ 1228539 h 1403292"/>
                <a:gd name="connsiteX116" fmla="*/ 999188 w 1293660"/>
                <a:gd name="connsiteY116" fmla="*/ 1231828 h 1403292"/>
                <a:gd name="connsiteX117" fmla="*/ 1003683 w 1293660"/>
                <a:gd name="connsiteY117" fmla="*/ 1237967 h 1403292"/>
                <a:gd name="connsiteX118" fmla="*/ 1005218 w 1293660"/>
                <a:gd name="connsiteY118" fmla="*/ 1237967 h 1403292"/>
                <a:gd name="connsiteX119" fmla="*/ 1001491 w 1293660"/>
                <a:gd name="connsiteY119" fmla="*/ 1231060 h 1403292"/>
                <a:gd name="connsiteX120" fmla="*/ 1295305 w 1293660"/>
                <a:gd name="connsiteY120" fmla="*/ 1246957 h 1403292"/>
                <a:gd name="connsiteX121" fmla="*/ 1293989 w 1293660"/>
                <a:gd name="connsiteY121" fmla="*/ 1244764 h 1403292"/>
                <a:gd name="connsiteX122" fmla="*/ 1293989 w 1293660"/>
                <a:gd name="connsiteY122" fmla="*/ 1244764 h 1403292"/>
                <a:gd name="connsiteX123" fmla="*/ 1292783 w 1293660"/>
                <a:gd name="connsiteY123" fmla="*/ 1242462 h 1403292"/>
                <a:gd name="connsiteX124" fmla="*/ 1291687 w 1293660"/>
                <a:gd name="connsiteY124" fmla="*/ 1240050 h 1403292"/>
                <a:gd name="connsiteX125" fmla="*/ 1290700 w 1293660"/>
                <a:gd name="connsiteY125" fmla="*/ 1237638 h 1403292"/>
                <a:gd name="connsiteX126" fmla="*/ 1289385 w 1293660"/>
                <a:gd name="connsiteY126" fmla="*/ 1236323 h 1403292"/>
                <a:gd name="connsiteX127" fmla="*/ 1288069 w 1293660"/>
                <a:gd name="connsiteY127" fmla="*/ 1236104 h 1403292"/>
                <a:gd name="connsiteX128" fmla="*/ 1286644 w 1293660"/>
                <a:gd name="connsiteY128" fmla="*/ 1236542 h 1403292"/>
                <a:gd name="connsiteX129" fmla="*/ 1284780 w 1293660"/>
                <a:gd name="connsiteY129" fmla="*/ 1237090 h 1403292"/>
                <a:gd name="connsiteX130" fmla="*/ 1281382 w 1293660"/>
                <a:gd name="connsiteY130" fmla="*/ 1237638 h 1403292"/>
                <a:gd name="connsiteX131" fmla="*/ 1278860 w 1293660"/>
                <a:gd name="connsiteY131" fmla="*/ 1237309 h 1403292"/>
                <a:gd name="connsiteX132" fmla="*/ 1276668 w 1293660"/>
                <a:gd name="connsiteY132" fmla="*/ 1235884 h 1403292"/>
                <a:gd name="connsiteX133" fmla="*/ 1274146 w 1293660"/>
                <a:gd name="connsiteY133" fmla="*/ 1233144 h 1403292"/>
                <a:gd name="connsiteX134" fmla="*/ 1269432 w 1293660"/>
                <a:gd name="connsiteY134" fmla="*/ 1227004 h 1403292"/>
                <a:gd name="connsiteX135" fmla="*/ 1265047 w 1293660"/>
                <a:gd name="connsiteY135" fmla="*/ 1220426 h 1403292"/>
                <a:gd name="connsiteX136" fmla="*/ 1260771 w 1293660"/>
                <a:gd name="connsiteY136" fmla="*/ 1213629 h 1403292"/>
                <a:gd name="connsiteX137" fmla="*/ 1256495 w 1293660"/>
                <a:gd name="connsiteY137" fmla="*/ 1207051 h 1403292"/>
                <a:gd name="connsiteX138" fmla="*/ 1253645 w 1293660"/>
                <a:gd name="connsiteY138" fmla="*/ 1202337 h 1403292"/>
                <a:gd name="connsiteX139" fmla="*/ 1251781 w 1293660"/>
                <a:gd name="connsiteY139" fmla="*/ 1197732 h 1403292"/>
                <a:gd name="connsiteX140" fmla="*/ 1251343 w 1293660"/>
                <a:gd name="connsiteY140" fmla="*/ 1192799 h 1403292"/>
                <a:gd name="connsiteX141" fmla="*/ 1252768 w 1293660"/>
                <a:gd name="connsiteY141" fmla="*/ 1187208 h 1403292"/>
                <a:gd name="connsiteX142" fmla="*/ 1255947 w 1293660"/>
                <a:gd name="connsiteY142" fmla="*/ 1182164 h 1403292"/>
                <a:gd name="connsiteX143" fmla="*/ 1259346 w 1293660"/>
                <a:gd name="connsiteY143" fmla="*/ 1178108 h 1403292"/>
                <a:gd name="connsiteX144" fmla="*/ 1261429 w 1293660"/>
                <a:gd name="connsiteY144" fmla="*/ 1173504 h 1403292"/>
                <a:gd name="connsiteX145" fmla="*/ 1260552 w 1293660"/>
                <a:gd name="connsiteY145" fmla="*/ 1166926 h 1403292"/>
                <a:gd name="connsiteX146" fmla="*/ 1259017 w 1293660"/>
                <a:gd name="connsiteY146" fmla="*/ 1163417 h 1403292"/>
                <a:gd name="connsiteX147" fmla="*/ 1257263 w 1293660"/>
                <a:gd name="connsiteY147" fmla="*/ 1159800 h 1403292"/>
                <a:gd name="connsiteX148" fmla="*/ 1255947 w 1293660"/>
                <a:gd name="connsiteY148" fmla="*/ 1156072 h 1403292"/>
                <a:gd name="connsiteX149" fmla="*/ 1255837 w 1293660"/>
                <a:gd name="connsiteY149" fmla="*/ 1152235 h 1403292"/>
                <a:gd name="connsiteX150" fmla="*/ 1256715 w 1293660"/>
                <a:gd name="connsiteY150" fmla="*/ 1147850 h 1403292"/>
                <a:gd name="connsiteX151" fmla="*/ 1257701 w 1293660"/>
                <a:gd name="connsiteY151" fmla="*/ 1143355 h 1403292"/>
                <a:gd name="connsiteX152" fmla="*/ 1258469 w 1293660"/>
                <a:gd name="connsiteY152" fmla="*/ 1138860 h 1403292"/>
                <a:gd name="connsiteX153" fmla="*/ 1258688 w 1293660"/>
                <a:gd name="connsiteY153" fmla="*/ 1134365 h 1403292"/>
                <a:gd name="connsiteX154" fmla="*/ 1258249 w 1293660"/>
                <a:gd name="connsiteY154" fmla="*/ 1130308 h 1403292"/>
                <a:gd name="connsiteX155" fmla="*/ 1257043 w 1293660"/>
                <a:gd name="connsiteY155" fmla="*/ 1126800 h 1403292"/>
                <a:gd name="connsiteX156" fmla="*/ 1254960 w 1293660"/>
                <a:gd name="connsiteY156" fmla="*/ 1123950 h 1403292"/>
                <a:gd name="connsiteX157" fmla="*/ 1251891 w 1293660"/>
                <a:gd name="connsiteY157" fmla="*/ 1121648 h 1403292"/>
                <a:gd name="connsiteX158" fmla="*/ 1246519 w 1293660"/>
                <a:gd name="connsiteY158" fmla="*/ 1118359 h 1403292"/>
                <a:gd name="connsiteX159" fmla="*/ 1241914 w 1293660"/>
                <a:gd name="connsiteY159" fmla="*/ 1114741 h 1403292"/>
                <a:gd name="connsiteX160" fmla="*/ 1237748 w 1293660"/>
                <a:gd name="connsiteY160" fmla="*/ 1110465 h 1403292"/>
                <a:gd name="connsiteX161" fmla="*/ 1233582 w 1293660"/>
                <a:gd name="connsiteY161" fmla="*/ 1105312 h 1403292"/>
                <a:gd name="connsiteX162" fmla="*/ 1233253 w 1293660"/>
                <a:gd name="connsiteY162" fmla="*/ 1102133 h 1403292"/>
                <a:gd name="connsiteX163" fmla="*/ 1233692 w 1293660"/>
                <a:gd name="connsiteY163" fmla="*/ 1098954 h 1403292"/>
                <a:gd name="connsiteX164" fmla="*/ 1234898 w 1293660"/>
                <a:gd name="connsiteY164" fmla="*/ 1095994 h 1403292"/>
                <a:gd name="connsiteX165" fmla="*/ 1236761 w 1293660"/>
                <a:gd name="connsiteY165" fmla="*/ 1093582 h 1403292"/>
                <a:gd name="connsiteX166" fmla="*/ 1231390 w 1293660"/>
                <a:gd name="connsiteY166" fmla="*/ 1089087 h 1403292"/>
                <a:gd name="connsiteX167" fmla="*/ 1226017 w 1293660"/>
                <a:gd name="connsiteY167" fmla="*/ 1084592 h 1403292"/>
                <a:gd name="connsiteX168" fmla="*/ 1220645 w 1293660"/>
                <a:gd name="connsiteY168" fmla="*/ 1079987 h 1403292"/>
                <a:gd name="connsiteX169" fmla="*/ 1215274 w 1293660"/>
                <a:gd name="connsiteY169" fmla="*/ 1075492 h 1403292"/>
                <a:gd name="connsiteX170" fmla="*/ 1212642 w 1293660"/>
                <a:gd name="connsiteY170" fmla="*/ 1071436 h 1403292"/>
                <a:gd name="connsiteX171" fmla="*/ 1211656 w 1293660"/>
                <a:gd name="connsiteY171" fmla="*/ 1066503 h 1403292"/>
                <a:gd name="connsiteX172" fmla="*/ 1210669 w 1293660"/>
                <a:gd name="connsiteY172" fmla="*/ 1061679 h 1403292"/>
                <a:gd name="connsiteX173" fmla="*/ 1208367 w 1293660"/>
                <a:gd name="connsiteY173" fmla="*/ 1057951 h 1403292"/>
                <a:gd name="connsiteX174" fmla="*/ 1204968 w 1293660"/>
                <a:gd name="connsiteY174" fmla="*/ 1056087 h 1403292"/>
                <a:gd name="connsiteX175" fmla="*/ 1201570 w 1293660"/>
                <a:gd name="connsiteY175" fmla="*/ 1054224 h 1403292"/>
                <a:gd name="connsiteX176" fmla="*/ 1198171 w 1293660"/>
                <a:gd name="connsiteY176" fmla="*/ 1052360 h 1403292"/>
                <a:gd name="connsiteX177" fmla="*/ 1194772 w 1293660"/>
                <a:gd name="connsiteY177" fmla="*/ 1050496 h 1403292"/>
                <a:gd name="connsiteX178" fmla="*/ 1192141 w 1293660"/>
                <a:gd name="connsiteY178" fmla="*/ 1048852 h 1403292"/>
                <a:gd name="connsiteX179" fmla="*/ 1189510 w 1293660"/>
                <a:gd name="connsiteY179" fmla="*/ 1047207 h 1403292"/>
                <a:gd name="connsiteX180" fmla="*/ 1187208 w 1293660"/>
                <a:gd name="connsiteY180" fmla="*/ 1045124 h 1403292"/>
                <a:gd name="connsiteX181" fmla="*/ 1185782 w 1293660"/>
                <a:gd name="connsiteY181" fmla="*/ 1042274 h 1403292"/>
                <a:gd name="connsiteX182" fmla="*/ 1179643 w 1293660"/>
                <a:gd name="connsiteY182" fmla="*/ 1027254 h 1403292"/>
                <a:gd name="connsiteX183" fmla="*/ 1173504 w 1293660"/>
                <a:gd name="connsiteY183" fmla="*/ 1012234 h 1403292"/>
                <a:gd name="connsiteX184" fmla="*/ 1167364 w 1293660"/>
                <a:gd name="connsiteY184" fmla="*/ 997215 h 1403292"/>
                <a:gd name="connsiteX185" fmla="*/ 1161225 w 1293660"/>
                <a:gd name="connsiteY185" fmla="*/ 982195 h 1403292"/>
                <a:gd name="connsiteX186" fmla="*/ 1159690 w 1293660"/>
                <a:gd name="connsiteY186" fmla="*/ 977371 h 1403292"/>
                <a:gd name="connsiteX187" fmla="*/ 1161663 w 1293660"/>
                <a:gd name="connsiteY187" fmla="*/ 973425 h 1403292"/>
                <a:gd name="connsiteX188" fmla="*/ 1165391 w 1293660"/>
                <a:gd name="connsiteY188" fmla="*/ 969916 h 1403292"/>
                <a:gd name="connsiteX189" fmla="*/ 1169228 w 1293660"/>
                <a:gd name="connsiteY189" fmla="*/ 966628 h 1403292"/>
                <a:gd name="connsiteX190" fmla="*/ 1173175 w 1293660"/>
                <a:gd name="connsiteY190" fmla="*/ 962790 h 1403292"/>
                <a:gd name="connsiteX191" fmla="*/ 1176354 w 1293660"/>
                <a:gd name="connsiteY191" fmla="*/ 960159 h 1403292"/>
                <a:gd name="connsiteX192" fmla="*/ 1179862 w 1293660"/>
                <a:gd name="connsiteY192" fmla="*/ 958515 h 1403292"/>
                <a:gd name="connsiteX193" fmla="*/ 1184796 w 1293660"/>
                <a:gd name="connsiteY193" fmla="*/ 957638 h 1403292"/>
                <a:gd name="connsiteX194" fmla="*/ 1195101 w 1293660"/>
                <a:gd name="connsiteY194" fmla="*/ 956761 h 1403292"/>
                <a:gd name="connsiteX195" fmla="*/ 1204420 w 1293660"/>
                <a:gd name="connsiteY195" fmla="*/ 956541 h 1403292"/>
                <a:gd name="connsiteX196" fmla="*/ 1213629 w 1293660"/>
                <a:gd name="connsiteY196" fmla="*/ 957199 h 1403292"/>
                <a:gd name="connsiteX197" fmla="*/ 1223606 w 1293660"/>
                <a:gd name="connsiteY197" fmla="*/ 959173 h 1403292"/>
                <a:gd name="connsiteX198" fmla="*/ 1230403 w 1293660"/>
                <a:gd name="connsiteY198" fmla="*/ 960927 h 1403292"/>
                <a:gd name="connsiteX199" fmla="*/ 1237200 w 1293660"/>
                <a:gd name="connsiteY199" fmla="*/ 962681 h 1403292"/>
                <a:gd name="connsiteX200" fmla="*/ 1243997 w 1293660"/>
                <a:gd name="connsiteY200" fmla="*/ 964435 h 1403292"/>
                <a:gd name="connsiteX201" fmla="*/ 1250794 w 1293660"/>
                <a:gd name="connsiteY201" fmla="*/ 966189 h 1403292"/>
                <a:gd name="connsiteX202" fmla="*/ 1254083 w 1293660"/>
                <a:gd name="connsiteY202" fmla="*/ 967285 h 1403292"/>
                <a:gd name="connsiteX203" fmla="*/ 1257592 w 1293660"/>
                <a:gd name="connsiteY203" fmla="*/ 968382 h 1403292"/>
                <a:gd name="connsiteX204" fmla="*/ 1260990 w 1293660"/>
                <a:gd name="connsiteY204" fmla="*/ 968710 h 1403292"/>
                <a:gd name="connsiteX205" fmla="*/ 1263841 w 1293660"/>
                <a:gd name="connsiteY205" fmla="*/ 967395 h 1403292"/>
                <a:gd name="connsiteX206" fmla="*/ 1268116 w 1293660"/>
                <a:gd name="connsiteY206" fmla="*/ 963229 h 1403292"/>
                <a:gd name="connsiteX207" fmla="*/ 1272282 w 1293660"/>
                <a:gd name="connsiteY207" fmla="*/ 959063 h 1403292"/>
                <a:gd name="connsiteX208" fmla="*/ 1276448 w 1293660"/>
                <a:gd name="connsiteY208" fmla="*/ 954897 h 1403292"/>
                <a:gd name="connsiteX209" fmla="*/ 1280614 w 1293660"/>
                <a:gd name="connsiteY209" fmla="*/ 950731 h 1403292"/>
                <a:gd name="connsiteX210" fmla="*/ 1280505 w 1293660"/>
                <a:gd name="connsiteY210" fmla="*/ 947551 h 1403292"/>
                <a:gd name="connsiteX211" fmla="*/ 1278860 w 1293660"/>
                <a:gd name="connsiteY211" fmla="*/ 941741 h 1403292"/>
                <a:gd name="connsiteX212" fmla="*/ 1276777 w 1293660"/>
                <a:gd name="connsiteY212" fmla="*/ 935711 h 1403292"/>
                <a:gd name="connsiteX213" fmla="*/ 1275242 w 1293660"/>
                <a:gd name="connsiteY213" fmla="*/ 931764 h 1403292"/>
                <a:gd name="connsiteX214" fmla="*/ 1273488 w 1293660"/>
                <a:gd name="connsiteY214" fmla="*/ 927050 h 1403292"/>
                <a:gd name="connsiteX215" fmla="*/ 1271734 w 1293660"/>
                <a:gd name="connsiteY215" fmla="*/ 922446 h 1403292"/>
                <a:gd name="connsiteX216" fmla="*/ 1269980 w 1293660"/>
                <a:gd name="connsiteY216" fmla="*/ 917732 h 1403292"/>
                <a:gd name="connsiteX217" fmla="*/ 1268226 w 1293660"/>
                <a:gd name="connsiteY217" fmla="*/ 913127 h 1403292"/>
                <a:gd name="connsiteX218" fmla="*/ 1266033 w 1293660"/>
                <a:gd name="connsiteY218" fmla="*/ 906549 h 1403292"/>
                <a:gd name="connsiteX219" fmla="*/ 1263950 w 1293660"/>
                <a:gd name="connsiteY219" fmla="*/ 899971 h 1403292"/>
                <a:gd name="connsiteX220" fmla="*/ 1261867 w 1293660"/>
                <a:gd name="connsiteY220" fmla="*/ 893284 h 1403292"/>
                <a:gd name="connsiteX221" fmla="*/ 1259784 w 1293660"/>
                <a:gd name="connsiteY221" fmla="*/ 886596 h 1403292"/>
                <a:gd name="connsiteX222" fmla="*/ 1259894 w 1293660"/>
                <a:gd name="connsiteY222" fmla="*/ 880785 h 1403292"/>
                <a:gd name="connsiteX223" fmla="*/ 1261867 w 1293660"/>
                <a:gd name="connsiteY223" fmla="*/ 873002 h 1403292"/>
                <a:gd name="connsiteX224" fmla="*/ 1264498 w 1293660"/>
                <a:gd name="connsiteY224" fmla="*/ 865108 h 1403292"/>
                <a:gd name="connsiteX225" fmla="*/ 1266362 w 1293660"/>
                <a:gd name="connsiteY225" fmla="*/ 859078 h 1403292"/>
                <a:gd name="connsiteX226" fmla="*/ 1266691 w 1293660"/>
                <a:gd name="connsiteY226" fmla="*/ 856447 h 1403292"/>
                <a:gd name="connsiteX227" fmla="*/ 1266033 w 1293660"/>
                <a:gd name="connsiteY227" fmla="*/ 854254 h 1403292"/>
                <a:gd name="connsiteX228" fmla="*/ 1264937 w 1293660"/>
                <a:gd name="connsiteY228" fmla="*/ 852281 h 1403292"/>
                <a:gd name="connsiteX229" fmla="*/ 1264060 w 1293660"/>
                <a:gd name="connsiteY229" fmla="*/ 850198 h 1403292"/>
                <a:gd name="connsiteX230" fmla="*/ 1263512 w 1293660"/>
                <a:gd name="connsiteY230" fmla="*/ 847786 h 1403292"/>
                <a:gd name="connsiteX231" fmla="*/ 1263183 w 1293660"/>
                <a:gd name="connsiteY231" fmla="*/ 845155 h 1403292"/>
                <a:gd name="connsiteX232" fmla="*/ 1262964 w 1293660"/>
                <a:gd name="connsiteY232" fmla="*/ 842524 h 1403292"/>
                <a:gd name="connsiteX233" fmla="*/ 1262744 w 1293660"/>
                <a:gd name="connsiteY233" fmla="*/ 840002 h 1403292"/>
                <a:gd name="connsiteX234" fmla="*/ 1261648 w 1293660"/>
                <a:gd name="connsiteY234" fmla="*/ 830793 h 1403292"/>
                <a:gd name="connsiteX235" fmla="*/ 1260552 w 1293660"/>
                <a:gd name="connsiteY235" fmla="*/ 821584 h 1403292"/>
                <a:gd name="connsiteX236" fmla="*/ 1259455 w 1293660"/>
                <a:gd name="connsiteY236" fmla="*/ 812375 h 1403292"/>
                <a:gd name="connsiteX237" fmla="*/ 1258359 w 1293660"/>
                <a:gd name="connsiteY237" fmla="*/ 803166 h 1403292"/>
                <a:gd name="connsiteX238" fmla="*/ 1256934 w 1293660"/>
                <a:gd name="connsiteY238" fmla="*/ 790668 h 1403292"/>
                <a:gd name="connsiteX239" fmla="*/ 1255509 w 1293660"/>
                <a:gd name="connsiteY239" fmla="*/ 778170 h 1403292"/>
                <a:gd name="connsiteX240" fmla="*/ 1254083 w 1293660"/>
                <a:gd name="connsiteY240" fmla="*/ 765672 h 1403292"/>
                <a:gd name="connsiteX241" fmla="*/ 1252658 w 1293660"/>
                <a:gd name="connsiteY241" fmla="*/ 753174 h 1403292"/>
                <a:gd name="connsiteX242" fmla="*/ 1251343 w 1293660"/>
                <a:gd name="connsiteY242" fmla="*/ 742101 h 1403292"/>
                <a:gd name="connsiteX243" fmla="*/ 1250027 w 1293660"/>
                <a:gd name="connsiteY243" fmla="*/ 731028 h 1403292"/>
                <a:gd name="connsiteX244" fmla="*/ 1248711 w 1293660"/>
                <a:gd name="connsiteY244" fmla="*/ 719955 h 1403292"/>
                <a:gd name="connsiteX245" fmla="*/ 1247396 w 1293660"/>
                <a:gd name="connsiteY245" fmla="*/ 708882 h 1403292"/>
                <a:gd name="connsiteX246" fmla="*/ 1250794 w 1293660"/>
                <a:gd name="connsiteY246" fmla="*/ 708882 h 1403292"/>
                <a:gd name="connsiteX247" fmla="*/ 1254193 w 1293660"/>
                <a:gd name="connsiteY247" fmla="*/ 708882 h 1403292"/>
                <a:gd name="connsiteX248" fmla="*/ 1257592 w 1293660"/>
                <a:gd name="connsiteY248" fmla="*/ 708882 h 1403292"/>
                <a:gd name="connsiteX249" fmla="*/ 1260990 w 1293660"/>
                <a:gd name="connsiteY249" fmla="*/ 708882 h 1403292"/>
                <a:gd name="connsiteX250" fmla="*/ 1264389 w 1293660"/>
                <a:gd name="connsiteY250" fmla="*/ 708553 h 1403292"/>
                <a:gd name="connsiteX251" fmla="*/ 1265814 w 1293660"/>
                <a:gd name="connsiteY251" fmla="*/ 707347 h 1403292"/>
                <a:gd name="connsiteX252" fmla="*/ 1266253 w 1293660"/>
                <a:gd name="connsiteY252" fmla="*/ 704826 h 1403292"/>
                <a:gd name="connsiteX253" fmla="*/ 1266472 w 1293660"/>
                <a:gd name="connsiteY253" fmla="*/ 700440 h 1403292"/>
                <a:gd name="connsiteX254" fmla="*/ 1266910 w 1293660"/>
                <a:gd name="connsiteY254" fmla="*/ 695178 h 1403292"/>
                <a:gd name="connsiteX255" fmla="*/ 1267349 w 1293660"/>
                <a:gd name="connsiteY255" fmla="*/ 689916 h 1403292"/>
                <a:gd name="connsiteX256" fmla="*/ 1267787 w 1293660"/>
                <a:gd name="connsiteY256" fmla="*/ 684653 h 1403292"/>
                <a:gd name="connsiteX257" fmla="*/ 1268226 w 1293660"/>
                <a:gd name="connsiteY257" fmla="*/ 679391 h 1403292"/>
                <a:gd name="connsiteX258" fmla="*/ 1269651 w 1293660"/>
                <a:gd name="connsiteY258" fmla="*/ 661192 h 1403292"/>
                <a:gd name="connsiteX259" fmla="*/ 1271076 w 1293660"/>
                <a:gd name="connsiteY259" fmla="*/ 642993 h 1403292"/>
                <a:gd name="connsiteX260" fmla="*/ 1272502 w 1293660"/>
                <a:gd name="connsiteY260" fmla="*/ 624794 h 1403292"/>
                <a:gd name="connsiteX261" fmla="*/ 1273927 w 1293660"/>
                <a:gd name="connsiteY261" fmla="*/ 606595 h 1403292"/>
                <a:gd name="connsiteX262" fmla="*/ 1274365 w 1293660"/>
                <a:gd name="connsiteY262" fmla="*/ 601881 h 1403292"/>
                <a:gd name="connsiteX263" fmla="*/ 1274804 w 1293660"/>
                <a:gd name="connsiteY263" fmla="*/ 597167 h 1403292"/>
                <a:gd name="connsiteX264" fmla="*/ 1275242 w 1293660"/>
                <a:gd name="connsiteY264" fmla="*/ 592453 h 1403292"/>
                <a:gd name="connsiteX265" fmla="*/ 1275681 w 1293660"/>
                <a:gd name="connsiteY265" fmla="*/ 587738 h 1403292"/>
                <a:gd name="connsiteX266" fmla="*/ 1275681 w 1293660"/>
                <a:gd name="connsiteY266" fmla="*/ 587300 h 1403292"/>
                <a:gd name="connsiteX267" fmla="*/ 1275681 w 1293660"/>
                <a:gd name="connsiteY267" fmla="*/ 586861 h 1403292"/>
                <a:gd name="connsiteX268" fmla="*/ 1275681 w 1293660"/>
                <a:gd name="connsiteY268" fmla="*/ 586423 h 1403292"/>
                <a:gd name="connsiteX269" fmla="*/ 1275681 w 1293660"/>
                <a:gd name="connsiteY269" fmla="*/ 585984 h 1403292"/>
                <a:gd name="connsiteX270" fmla="*/ 1275900 w 1293660"/>
                <a:gd name="connsiteY270" fmla="*/ 581599 h 1403292"/>
                <a:gd name="connsiteX271" fmla="*/ 1276120 w 1293660"/>
                <a:gd name="connsiteY271" fmla="*/ 577652 h 1403292"/>
                <a:gd name="connsiteX272" fmla="*/ 1276887 w 1293660"/>
                <a:gd name="connsiteY272" fmla="*/ 573925 h 1403292"/>
                <a:gd name="connsiteX273" fmla="*/ 1278751 w 1293660"/>
                <a:gd name="connsiteY273" fmla="*/ 570417 h 1403292"/>
                <a:gd name="connsiteX274" fmla="*/ 1280176 w 1293660"/>
                <a:gd name="connsiteY274" fmla="*/ 567676 h 1403292"/>
                <a:gd name="connsiteX275" fmla="*/ 1280614 w 1293660"/>
                <a:gd name="connsiteY275" fmla="*/ 564935 h 1403292"/>
                <a:gd name="connsiteX276" fmla="*/ 1280395 w 1293660"/>
                <a:gd name="connsiteY276" fmla="*/ 561975 h 1403292"/>
                <a:gd name="connsiteX277" fmla="*/ 1280066 w 1293660"/>
                <a:gd name="connsiteY277" fmla="*/ 558576 h 1403292"/>
                <a:gd name="connsiteX278" fmla="*/ 1278860 w 1293660"/>
                <a:gd name="connsiteY278" fmla="*/ 544214 h 1403292"/>
                <a:gd name="connsiteX279" fmla="*/ 1277654 w 1293660"/>
                <a:gd name="connsiteY279" fmla="*/ 529853 h 1403292"/>
                <a:gd name="connsiteX280" fmla="*/ 1276448 w 1293660"/>
                <a:gd name="connsiteY280" fmla="*/ 515491 h 1403292"/>
                <a:gd name="connsiteX281" fmla="*/ 1275242 w 1293660"/>
                <a:gd name="connsiteY281" fmla="*/ 501129 h 1403292"/>
                <a:gd name="connsiteX282" fmla="*/ 1275133 w 1293660"/>
                <a:gd name="connsiteY282" fmla="*/ 498936 h 1403292"/>
                <a:gd name="connsiteX283" fmla="*/ 1275023 w 1293660"/>
                <a:gd name="connsiteY283" fmla="*/ 496744 h 1403292"/>
                <a:gd name="connsiteX284" fmla="*/ 1274914 w 1293660"/>
                <a:gd name="connsiteY284" fmla="*/ 494551 h 1403292"/>
                <a:gd name="connsiteX285" fmla="*/ 1274804 w 1293660"/>
                <a:gd name="connsiteY285" fmla="*/ 492358 h 1403292"/>
                <a:gd name="connsiteX286" fmla="*/ 1274146 w 1293660"/>
                <a:gd name="connsiteY286" fmla="*/ 485342 h 1403292"/>
                <a:gd name="connsiteX287" fmla="*/ 1273488 w 1293660"/>
                <a:gd name="connsiteY287" fmla="*/ 478325 h 1403292"/>
                <a:gd name="connsiteX288" fmla="*/ 1272831 w 1293660"/>
                <a:gd name="connsiteY288" fmla="*/ 471309 h 1403292"/>
                <a:gd name="connsiteX289" fmla="*/ 1272173 w 1293660"/>
                <a:gd name="connsiteY289" fmla="*/ 464293 h 1403292"/>
                <a:gd name="connsiteX290" fmla="*/ 1271515 w 1293660"/>
                <a:gd name="connsiteY290" fmla="*/ 458811 h 1403292"/>
                <a:gd name="connsiteX291" fmla="*/ 1270528 w 1293660"/>
                <a:gd name="connsiteY291" fmla="*/ 454974 h 1403292"/>
                <a:gd name="connsiteX292" fmla="*/ 1268445 w 1293660"/>
                <a:gd name="connsiteY292" fmla="*/ 451794 h 1403292"/>
                <a:gd name="connsiteX293" fmla="*/ 1264608 w 1293660"/>
                <a:gd name="connsiteY293" fmla="*/ 448177 h 1403292"/>
                <a:gd name="connsiteX294" fmla="*/ 1259346 w 1293660"/>
                <a:gd name="connsiteY294" fmla="*/ 443682 h 1403292"/>
                <a:gd name="connsiteX295" fmla="*/ 1254632 w 1293660"/>
                <a:gd name="connsiteY295" fmla="*/ 440064 h 1403292"/>
                <a:gd name="connsiteX296" fmla="*/ 1249588 w 1293660"/>
                <a:gd name="connsiteY296" fmla="*/ 437323 h 1403292"/>
                <a:gd name="connsiteX297" fmla="*/ 1243449 w 1293660"/>
                <a:gd name="connsiteY297" fmla="*/ 435459 h 1403292"/>
                <a:gd name="connsiteX298" fmla="*/ 1239722 w 1293660"/>
                <a:gd name="connsiteY298" fmla="*/ 434473 h 1403292"/>
                <a:gd name="connsiteX299" fmla="*/ 1235884 w 1293660"/>
                <a:gd name="connsiteY299" fmla="*/ 433157 h 1403292"/>
                <a:gd name="connsiteX300" fmla="*/ 1232157 w 1293660"/>
                <a:gd name="connsiteY300" fmla="*/ 431403 h 1403292"/>
                <a:gd name="connsiteX301" fmla="*/ 1228868 w 1293660"/>
                <a:gd name="connsiteY301" fmla="*/ 429101 h 1403292"/>
                <a:gd name="connsiteX302" fmla="*/ 1217685 w 1293660"/>
                <a:gd name="connsiteY302" fmla="*/ 419782 h 1403292"/>
                <a:gd name="connsiteX303" fmla="*/ 1206503 w 1293660"/>
                <a:gd name="connsiteY303" fmla="*/ 410463 h 1403292"/>
                <a:gd name="connsiteX304" fmla="*/ 1195320 w 1293660"/>
                <a:gd name="connsiteY304" fmla="*/ 401144 h 1403292"/>
                <a:gd name="connsiteX305" fmla="*/ 1184138 w 1293660"/>
                <a:gd name="connsiteY305" fmla="*/ 391826 h 1403292"/>
                <a:gd name="connsiteX306" fmla="*/ 1181616 w 1293660"/>
                <a:gd name="connsiteY306" fmla="*/ 388756 h 1403292"/>
                <a:gd name="connsiteX307" fmla="*/ 1181068 w 1293660"/>
                <a:gd name="connsiteY307" fmla="*/ 385467 h 1403292"/>
                <a:gd name="connsiteX308" fmla="*/ 1181616 w 1293660"/>
                <a:gd name="connsiteY308" fmla="*/ 381630 h 1403292"/>
                <a:gd name="connsiteX309" fmla="*/ 1182493 w 1293660"/>
                <a:gd name="connsiteY309" fmla="*/ 376806 h 1403292"/>
                <a:gd name="connsiteX310" fmla="*/ 1183480 w 1293660"/>
                <a:gd name="connsiteY310" fmla="*/ 369680 h 1403292"/>
                <a:gd name="connsiteX311" fmla="*/ 1184467 w 1293660"/>
                <a:gd name="connsiteY311" fmla="*/ 362554 h 1403292"/>
                <a:gd name="connsiteX312" fmla="*/ 1185344 w 1293660"/>
                <a:gd name="connsiteY312" fmla="*/ 355428 h 1403292"/>
                <a:gd name="connsiteX313" fmla="*/ 1186331 w 1293660"/>
                <a:gd name="connsiteY313" fmla="*/ 348302 h 1403292"/>
                <a:gd name="connsiteX314" fmla="*/ 1188962 w 1293660"/>
                <a:gd name="connsiteY314" fmla="*/ 328787 h 1403292"/>
                <a:gd name="connsiteX315" fmla="*/ 1191374 w 1293660"/>
                <a:gd name="connsiteY315" fmla="*/ 309273 h 1403292"/>
                <a:gd name="connsiteX316" fmla="*/ 1193676 w 1293660"/>
                <a:gd name="connsiteY316" fmla="*/ 289758 h 1403292"/>
                <a:gd name="connsiteX317" fmla="*/ 1195869 w 1293660"/>
                <a:gd name="connsiteY317" fmla="*/ 271449 h 1403292"/>
                <a:gd name="connsiteX318" fmla="*/ 1150700 w 1293660"/>
                <a:gd name="connsiteY318" fmla="*/ 271449 h 1403292"/>
                <a:gd name="connsiteX319" fmla="*/ 1142258 w 1293660"/>
                <a:gd name="connsiteY319" fmla="*/ 271449 h 1403292"/>
                <a:gd name="connsiteX320" fmla="*/ 1015962 w 1293660"/>
                <a:gd name="connsiteY320" fmla="*/ 271449 h 1403292"/>
                <a:gd name="connsiteX321" fmla="*/ 1007520 w 1293660"/>
                <a:gd name="connsiteY321" fmla="*/ 271449 h 1403292"/>
                <a:gd name="connsiteX322" fmla="*/ 999079 w 1293660"/>
                <a:gd name="connsiteY322" fmla="*/ 271449 h 1403292"/>
                <a:gd name="connsiteX323" fmla="*/ 813910 w 1293660"/>
                <a:gd name="connsiteY323" fmla="*/ 271449 h 1403292"/>
                <a:gd name="connsiteX324" fmla="*/ 805468 w 1293660"/>
                <a:gd name="connsiteY324" fmla="*/ 271449 h 1403292"/>
                <a:gd name="connsiteX325" fmla="*/ 794176 w 1293660"/>
                <a:gd name="connsiteY325" fmla="*/ 271449 h 1403292"/>
                <a:gd name="connsiteX326" fmla="*/ 782226 w 1293660"/>
                <a:gd name="connsiteY326" fmla="*/ 269915 h 1403292"/>
                <a:gd name="connsiteX327" fmla="*/ 776854 w 1293660"/>
                <a:gd name="connsiteY327" fmla="*/ 267832 h 1403292"/>
                <a:gd name="connsiteX328" fmla="*/ 766768 w 1293660"/>
                <a:gd name="connsiteY328" fmla="*/ 263994 h 1403292"/>
                <a:gd name="connsiteX329" fmla="*/ 756572 w 1293660"/>
                <a:gd name="connsiteY329" fmla="*/ 260157 h 1403292"/>
                <a:gd name="connsiteX330" fmla="*/ 747034 w 1293660"/>
                <a:gd name="connsiteY330" fmla="*/ 255882 h 1403292"/>
                <a:gd name="connsiteX331" fmla="*/ 736838 w 1293660"/>
                <a:gd name="connsiteY331" fmla="*/ 252045 h 1403292"/>
                <a:gd name="connsiteX332" fmla="*/ 726752 w 1293660"/>
                <a:gd name="connsiteY332" fmla="*/ 248207 h 1403292"/>
                <a:gd name="connsiteX333" fmla="*/ 716556 w 1293660"/>
                <a:gd name="connsiteY333" fmla="*/ 244370 h 1403292"/>
                <a:gd name="connsiteX334" fmla="*/ 706470 w 1293660"/>
                <a:gd name="connsiteY334" fmla="*/ 240533 h 1403292"/>
                <a:gd name="connsiteX335" fmla="*/ 696274 w 1293660"/>
                <a:gd name="connsiteY335" fmla="*/ 236696 h 1403292"/>
                <a:gd name="connsiteX336" fmla="*/ 615695 w 1293660"/>
                <a:gd name="connsiteY336" fmla="*/ 207643 h 1403292"/>
                <a:gd name="connsiteX337" fmla="*/ 535005 w 1293660"/>
                <a:gd name="connsiteY337" fmla="*/ 178481 h 1403292"/>
                <a:gd name="connsiteX338" fmla="*/ 454316 w 1293660"/>
                <a:gd name="connsiteY338" fmla="*/ 149319 h 1403292"/>
                <a:gd name="connsiteX339" fmla="*/ 373627 w 1293660"/>
                <a:gd name="connsiteY339" fmla="*/ 120047 h 1403292"/>
                <a:gd name="connsiteX340" fmla="*/ 293047 w 1293660"/>
                <a:gd name="connsiteY340" fmla="*/ 90775 h 1403292"/>
                <a:gd name="connsiteX341" fmla="*/ 212358 w 1293660"/>
                <a:gd name="connsiteY341" fmla="*/ 61504 h 1403292"/>
                <a:gd name="connsiteX342" fmla="*/ 131888 w 1293660"/>
                <a:gd name="connsiteY342" fmla="*/ 32232 h 1403292"/>
                <a:gd name="connsiteX343" fmla="*/ 51308 w 1293660"/>
                <a:gd name="connsiteY343" fmla="*/ 2850 h 1403292"/>
                <a:gd name="connsiteX344" fmla="*/ 44072 w 1293660"/>
                <a:gd name="connsiteY344" fmla="*/ 219 h 1403292"/>
                <a:gd name="connsiteX345" fmla="*/ 43524 w 1293660"/>
                <a:gd name="connsiteY345" fmla="*/ 0 h 1403292"/>
                <a:gd name="connsiteX346" fmla="*/ 43524 w 1293660"/>
                <a:gd name="connsiteY346" fmla="*/ 0 h 1403292"/>
                <a:gd name="connsiteX347" fmla="*/ 40893 w 1293660"/>
                <a:gd name="connsiteY347" fmla="*/ 1754 h 1403292"/>
                <a:gd name="connsiteX348" fmla="*/ 36727 w 1293660"/>
                <a:gd name="connsiteY348" fmla="*/ 2631 h 1403292"/>
                <a:gd name="connsiteX349" fmla="*/ 26421 w 1293660"/>
                <a:gd name="connsiteY349" fmla="*/ 1754 h 1403292"/>
                <a:gd name="connsiteX350" fmla="*/ 22475 w 1293660"/>
                <a:gd name="connsiteY350" fmla="*/ 3837 h 1403292"/>
                <a:gd name="connsiteX351" fmla="*/ 18747 w 1293660"/>
                <a:gd name="connsiteY351" fmla="*/ 8442 h 1403292"/>
                <a:gd name="connsiteX352" fmla="*/ 15787 w 1293660"/>
                <a:gd name="connsiteY352" fmla="*/ 14033 h 1403292"/>
                <a:gd name="connsiteX353" fmla="*/ 14143 w 1293660"/>
                <a:gd name="connsiteY353" fmla="*/ 19295 h 1403292"/>
                <a:gd name="connsiteX354" fmla="*/ 13814 w 1293660"/>
                <a:gd name="connsiteY354" fmla="*/ 23461 h 1403292"/>
                <a:gd name="connsiteX355" fmla="*/ 13923 w 1293660"/>
                <a:gd name="connsiteY355" fmla="*/ 27298 h 1403292"/>
                <a:gd name="connsiteX356" fmla="*/ 13485 w 1293660"/>
                <a:gd name="connsiteY356" fmla="*/ 31574 h 1403292"/>
                <a:gd name="connsiteX357" fmla="*/ 11511 w 1293660"/>
                <a:gd name="connsiteY357" fmla="*/ 36617 h 1403292"/>
                <a:gd name="connsiteX358" fmla="*/ 7893 w 1293660"/>
                <a:gd name="connsiteY358" fmla="*/ 40893 h 1403292"/>
                <a:gd name="connsiteX359" fmla="*/ 3837 w 1293660"/>
                <a:gd name="connsiteY359" fmla="*/ 43963 h 1403292"/>
                <a:gd name="connsiteX360" fmla="*/ 548 w 1293660"/>
                <a:gd name="connsiteY360" fmla="*/ 48238 h 1403292"/>
                <a:gd name="connsiteX361" fmla="*/ 0 w 1293660"/>
                <a:gd name="connsiteY361" fmla="*/ 51637 h 1403292"/>
                <a:gd name="connsiteX362" fmla="*/ 987 w 1293660"/>
                <a:gd name="connsiteY362" fmla="*/ 52952 h 1403292"/>
                <a:gd name="connsiteX363" fmla="*/ 6468 w 1293660"/>
                <a:gd name="connsiteY363" fmla="*/ 59859 h 1403292"/>
                <a:gd name="connsiteX364" fmla="*/ 11073 w 1293660"/>
                <a:gd name="connsiteY364" fmla="*/ 66547 h 1403292"/>
                <a:gd name="connsiteX365" fmla="*/ 14471 w 1293660"/>
                <a:gd name="connsiteY365" fmla="*/ 73892 h 1403292"/>
                <a:gd name="connsiteX366" fmla="*/ 16554 w 1293660"/>
                <a:gd name="connsiteY366" fmla="*/ 82882 h 1403292"/>
                <a:gd name="connsiteX367" fmla="*/ 15897 w 1293660"/>
                <a:gd name="connsiteY367" fmla="*/ 87815 h 1403292"/>
                <a:gd name="connsiteX368" fmla="*/ 13704 w 1293660"/>
                <a:gd name="connsiteY368" fmla="*/ 91543 h 1403292"/>
                <a:gd name="connsiteX369" fmla="*/ 11731 w 1293660"/>
                <a:gd name="connsiteY369" fmla="*/ 94832 h 1403292"/>
                <a:gd name="connsiteX370" fmla="*/ 11950 w 1293660"/>
                <a:gd name="connsiteY370" fmla="*/ 98450 h 1403292"/>
                <a:gd name="connsiteX371" fmla="*/ 12937 w 1293660"/>
                <a:gd name="connsiteY371" fmla="*/ 99436 h 1403292"/>
                <a:gd name="connsiteX372" fmla="*/ 14471 w 1293660"/>
                <a:gd name="connsiteY372" fmla="*/ 100423 h 1403292"/>
                <a:gd name="connsiteX373" fmla="*/ 16116 w 1293660"/>
                <a:gd name="connsiteY373" fmla="*/ 101519 h 1403292"/>
                <a:gd name="connsiteX374" fmla="*/ 17322 w 1293660"/>
                <a:gd name="connsiteY374" fmla="*/ 102616 h 1403292"/>
                <a:gd name="connsiteX375" fmla="*/ 19076 w 1293660"/>
                <a:gd name="connsiteY375" fmla="*/ 105466 h 1403292"/>
                <a:gd name="connsiteX376" fmla="*/ 20172 w 1293660"/>
                <a:gd name="connsiteY376" fmla="*/ 108097 h 1403292"/>
                <a:gd name="connsiteX377" fmla="*/ 20720 w 1293660"/>
                <a:gd name="connsiteY377" fmla="*/ 110948 h 1403292"/>
                <a:gd name="connsiteX378" fmla="*/ 20940 w 1293660"/>
                <a:gd name="connsiteY378" fmla="*/ 114346 h 1403292"/>
                <a:gd name="connsiteX379" fmla="*/ 20720 w 1293660"/>
                <a:gd name="connsiteY379" fmla="*/ 120267 h 1403292"/>
                <a:gd name="connsiteX380" fmla="*/ 20282 w 1293660"/>
                <a:gd name="connsiteY380" fmla="*/ 125858 h 1403292"/>
                <a:gd name="connsiteX381" fmla="*/ 20172 w 1293660"/>
                <a:gd name="connsiteY381" fmla="*/ 131449 h 1403292"/>
                <a:gd name="connsiteX382" fmla="*/ 20830 w 1293660"/>
                <a:gd name="connsiteY382" fmla="*/ 136492 h 1403292"/>
                <a:gd name="connsiteX383" fmla="*/ 20830 w 1293660"/>
                <a:gd name="connsiteY383" fmla="*/ 136492 h 1403292"/>
                <a:gd name="connsiteX384" fmla="*/ 32232 w 1293660"/>
                <a:gd name="connsiteY384" fmla="*/ 144715 h 1403292"/>
                <a:gd name="connsiteX385" fmla="*/ 36508 w 1293660"/>
                <a:gd name="connsiteY385" fmla="*/ 146249 h 1403292"/>
                <a:gd name="connsiteX386" fmla="*/ 38919 w 1293660"/>
                <a:gd name="connsiteY386" fmla="*/ 147675 h 1403292"/>
                <a:gd name="connsiteX387" fmla="*/ 43963 w 1293660"/>
                <a:gd name="connsiteY387" fmla="*/ 154801 h 1403292"/>
                <a:gd name="connsiteX388" fmla="*/ 46594 w 1293660"/>
                <a:gd name="connsiteY388" fmla="*/ 157322 h 1403292"/>
                <a:gd name="connsiteX389" fmla="*/ 48567 w 1293660"/>
                <a:gd name="connsiteY389" fmla="*/ 157980 h 1403292"/>
                <a:gd name="connsiteX390" fmla="*/ 55364 w 1293660"/>
                <a:gd name="connsiteY390" fmla="*/ 158747 h 1403292"/>
                <a:gd name="connsiteX391" fmla="*/ 57667 w 1293660"/>
                <a:gd name="connsiteY391" fmla="*/ 159515 h 1403292"/>
                <a:gd name="connsiteX392" fmla="*/ 61613 w 1293660"/>
                <a:gd name="connsiteY392" fmla="*/ 162914 h 1403292"/>
                <a:gd name="connsiteX393" fmla="*/ 63477 w 1293660"/>
                <a:gd name="connsiteY393" fmla="*/ 163681 h 1403292"/>
                <a:gd name="connsiteX394" fmla="*/ 64135 w 1293660"/>
                <a:gd name="connsiteY394" fmla="*/ 164558 h 1403292"/>
                <a:gd name="connsiteX395" fmla="*/ 67753 w 1293660"/>
                <a:gd name="connsiteY395" fmla="*/ 168614 h 1403292"/>
                <a:gd name="connsiteX396" fmla="*/ 69507 w 1293660"/>
                <a:gd name="connsiteY396" fmla="*/ 169930 h 1403292"/>
                <a:gd name="connsiteX397" fmla="*/ 71371 w 1293660"/>
                <a:gd name="connsiteY397" fmla="*/ 170259 h 1403292"/>
                <a:gd name="connsiteX398" fmla="*/ 85842 w 1293660"/>
                <a:gd name="connsiteY398" fmla="*/ 169930 h 1403292"/>
                <a:gd name="connsiteX399" fmla="*/ 89679 w 1293660"/>
                <a:gd name="connsiteY399" fmla="*/ 171026 h 1403292"/>
                <a:gd name="connsiteX400" fmla="*/ 98340 w 1293660"/>
                <a:gd name="connsiteY400" fmla="*/ 181112 h 1403292"/>
                <a:gd name="connsiteX401" fmla="*/ 107440 w 1293660"/>
                <a:gd name="connsiteY401" fmla="*/ 190322 h 1403292"/>
                <a:gd name="connsiteX402" fmla="*/ 113908 w 1293660"/>
                <a:gd name="connsiteY402" fmla="*/ 192624 h 1403292"/>
                <a:gd name="connsiteX403" fmla="*/ 116539 w 1293660"/>
                <a:gd name="connsiteY403" fmla="*/ 196900 h 1403292"/>
                <a:gd name="connsiteX404" fmla="*/ 119718 w 1293660"/>
                <a:gd name="connsiteY404" fmla="*/ 197448 h 1403292"/>
                <a:gd name="connsiteX405" fmla="*/ 123556 w 1293660"/>
                <a:gd name="connsiteY405" fmla="*/ 199969 h 1403292"/>
                <a:gd name="connsiteX406" fmla="*/ 133751 w 1293660"/>
                <a:gd name="connsiteY406" fmla="*/ 206109 h 1403292"/>
                <a:gd name="connsiteX407" fmla="*/ 140220 w 1293660"/>
                <a:gd name="connsiteY407" fmla="*/ 209288 h 1403292"/>
                <a:gd name="connsiteX408" fmla="*/ 140987 w 1293660"/>
                <a:gd name="connsiteY408" fmla="*/ 212029 h 1403292"/>
                <a:gd name="connsiteX409" fmla="*/ 143509 w 1293660"/>
                <a:gd name="connsiteY409" fmla="*/ 213564 h 1403292"/>
                <a:gd name="connsiteX410" fmla="*/ 146249 w 1293660"/>
                <a:gd name="connsiteY410" fmla="*/ 216853 h 1403292"/>
                <a:gd name="connsiteX411" fmla="*/ 148332 w 1293660"/>
                <a:gd name="connsiteY411" fmla="*/ 218936 h 1403292"/>
                <a:gd name="connsiteX412" fmla="*/ 153814 w 1293660"/>
                <a:gd name="connsiteY412" fmla="*/ 222115 h 1403292"/>
                <a:gd name="connsiteX413" fmla="*/ 159296 w 1293660"/>
                <a:gd name="connsiteY413" fmla="*/ 223979 h 1403292"/>
                <a:gd name="connsiteX414" fmla="*/ 163791 w 1293660"/>
                <a:gd name="connsiteY414" fmla="*/ 228145 h 1403292"/>
                <a:gd name="connsiteX415" fmla="*/ 173657 w 1293660"/>
                <a:gd name="connsiteY415" fmla="*/ 232201 h 1403292"/>
                <a:gd name="connsiteX416" fmla="*/ 181770 w 1293660"/>
                <a:gd name="connsiteY416" fmla="*/ 232749 h 1403292"/>
                <a:gd name="connsiteX417" fmla="*/ 190979 w 1293660"/>
                <a:gd name="connsiteY417" fmla="*/ 232859 h 1403292"/>
                <a:gd name="connsiteX418" fmla="*/ 199311 w 1293660"/>
                <a:gd name="connsiteY418" fmla="*/ 232969 h 1403292"/>
                <a:gd name="connsiteX419" fmla="*/ 201285 w 1293660"/>
                <a:gd name="connsiteY419" fmla="*/ 230118 h 1403292"/>
                <a:gd name="connsiteX420" fmla="*/ 202052 w 1293660"/>
                <a:gd name="connsiteY420" fmla="*/ 228583 h 1403292"/>
                <a:gd name="connsiteX421" fmla="*/ 202929 w 1293660"/>
                <a:gd name="connsiteY421" fmla="*/ 227268 h 1403292"/>
                <a:gd name="connsiteX422" fmla="*/ 203916 w 1293660"/>
                <a:gd name="connsiteY422" fmla="*/ 225185 h 1403292"/>
                <a:gd name="connsiteX423" fmla="*/ 206438 w 1293660"/>
                <a:gd name="connsiteY423" fmla="*/ 224856 h 1403292"/>
                <a:gd name="connsiteX424" fmla="*/ 208411 w 1293660"/>
                <a:gd name="connsiteY424" fmla="*/ 223650 h 1403292"/>
                <a:gd name="connsiteX425" fmla="*/ 209069 w 1293660"/>
                <a:gd name="connsiteY425" fmla="*/ 220690 h 1403292"/>
                <a:gd name="connsiteX426" fmla="*/ 212358 w 1293660"/>
                <a:gd name="connsiteY426" fmla="*/ 216633 h 1403292"/>
                <a:gd name="connsiteX427" fmla="*/ 214002 w 1293660"/>
                <a:gd name="connsiteY427" fmla="*/ 215976 h 1403292"/>
                <a:gd name="connsiteX428" fmla="*/ 214770 w 1293660"/>
                <a:gd name="connsiteY428" fmla="*/ 215427 h 1403292"/>
                <a:gd name="connsiteX429" fmla="*/ 213015 w 1293660"/>
                <a:gd name="connsiteY429" fmla="*/ 212687 h 1403292"/>
                <a:gd name="connsiteX430" fmla="*/ 212796 w 1293660"/>
                <a:gd name="connsiteY430" fmla="*/ 213125 h 1403292"/>
                <a:gd name="connsiteX431" fmla="*/ 211700 w 1293660"/>
                <a:gd name="connsiteY431" fmla="*/ 213344 h 1403292"/>
                <a:gd name="connsiteX432" fmla="*/ 210275 w 1293660"/>
                <a:gd name="connsiteY432" fmla="*/ 212906 h 1403292"/>
                <a:gd name="connsiteX433" fmla="*/ 208849 w 1293660"/>
                <a:gd name="connsiteY433" fmla="*/ 211152 h 1403292"/>
                <a:gd name="connsiteX434" fmla="*/ 209069 w 1293660"/>
                <a:gd name="connsiteY434" fmla="*/ 209069 h 1403292"/>
                <a:gd name="connsiteX435" fmla="*/ 208849 w 1293660"/>
                <a:gd name="connsiteY435" fmla="*/ 196461 h 1403292"/>
                <a:gd name="connsiteX436" fmla="*/ 209398 w 1293660"/>
                <a:gd name="connsiteY436" fmla="*/ 193501 h 1403292"/>
                <a:gd name="connsiteX437" fmla="*/ 212358 w 1293660"/>
                <a:gd name="connsiteY437" fmla="*/ 195255 h 1403292"/>
                <a:gd name="connsiteX438" fmla="*/ 213235 w 1293660"/>
                <a:gd name="connsiteY438" fmla="*/ 204354 h 1403292"/>
                <a:gd name="connsiteX439" fmla="*/ 216853 w 1293660"/>
                <a:gd name="connsiteY439" fmla="*/ 207972 h 1403292"/>
                <a:gd name="connsiteX440" fmla="*/ 219484 w 1293660"/>
                <a:gd name="connsiteY440" fmla="*/ 207753 h 1403292"/>
                <a:gd name="connsiteX441" fmla="*/ 222115 w 1293660"/>
                <a:gd name="connsiteY441" fmla="*/ 206986 h 1403292"/>
                <a:gd name="connsiteX442" fmla="*/ 227706 w 1293660"/>
                <a:gd name="connsiteY442" fmla="*/ 204683 h 1403292"/>
                <a:gd name="connsiteX443" fmla="*/ 229460 w 1293660"/>
                <a:gd name="connsiteY443" fmla="*/ 208849 h 1403292"/>
                <a:gd name="connsiteX444" fmla="*/ 234723 w 1293660"/>
                <a:gd name="connsiteY444" fmla="*/ 211700 h 1403292"/>
                <a:gd name="connsiteX445" fmla="*/ 243603 w 1293660"/>
                <a:gd name="connsiteY445" fmla="*/ 216304 h 1403292"/>
                <a:gd name="connsiteX446" fmla="*/ 249413 w 1293660"/>
                <a:gd name="connsiteY446" fmla="*/ 216524 h 1403292"/>
                <a:gd name="connsiteX447" fmla="*/ 252702 w 1293660"/>
                <a:gd name="connsiteY447" fmla="*/ 219703 h 1403292"/>
                <a:gd name="connsiteX448" fmla="*/ 261363 w 1293660"/>
                <a:gd name="connsiteY448" fmla="*/ 223650 h 1403292"/>
                <a:gd name="connsiteX449" fmla="*/ 271998 w 1293660"/>
                <a:gd name="connsiteY449" fmla="*/ 231543 h 1403292"/>
                <a:gd name="connsiteX450" fmla="*/ 276931 w 1293660"/>
                <a:gd name="connsiteY450" fmla="*/ 238889 h 1403292"/>
                <a:gd name="connsiteX451" fmla="*/ 276712 w 1293660"/>
                <a:gd name="connsiteY451" fmla="*/ 246015 h 1403292"/>
                <a:gd name="connsiteX452" fmla="*/ 279891 w 1293660"/>
                <a:gd name="connsiteY452" fmla="*/ 258184 h 1403292"/>
                <a:gd name="connsiteX453" fmla="*/ 281974 w 1293660"/>
                <a:gd name="connsiteY453" fmla="*/ 264872 h 1403292"/>
                <a:gd name="connsiteX454" fmla="*/ 280220 w 1293660"/>
                <a:gd name="connsiteY454" fmla="*/ 266735 h 1403292"/>
                <a:gd name="connsiteX455" fmla="*/ 276602 w 1293660"/>
                <a:gd name="connsiteY455" fmla="*/ 266077 h 1403292"/>
                <a:gd name="connsiteX456" fmla="*/ 275287 w 1293660"/>
                <a:gd name="connsiteY456" fmla="*/ 267393 h 1403292"/>
                <a:gd name="connsiteX457" fmla="*/ 279453 w 1293660"/>
                <a:gd name="connsiteY457" fmla="*/ 271121 h 1403292"/>
                <a:gd name="connsiteX458" fmla="*/ 286688 w 1293660"/>
                <a:gd name="connsiteY458" fmla="*/ 271669 h 1403292"/>
                <a:gd name="connsiteX459" fmla="*/ 291951 w 1293660"/>
                <a:gd name="connsiteY459" fmla="*/ 273423 h 1403292"/>
                <a:gd name="connsiteX460" fmla="*/ 293814 w 1293660"/>
                <a:gd name="connsiteY460" fmla="*/ 278027 h 1403292"/>
                <a:gd name="connsiteX461" fmla="*/ 307080 w 1293660"/>
                <a:gd name="connsiteY461" fmla="*/ 280110 h 1403292"/>
                <a:gd name="connsiteX462" fmla="*/ 316508 w 1293660"/>
                <a:gd name="connsiteY462" fmla="*/ 282413 h 1403292"/>
                <a:gd name="connsiteX463" fmla="*/ 347205 w 1293660"/>
                <a:gd name="connsiteY463" fmla="*/ 288333 h 1403292"/>
                <a:gd name="connsiteX464" fmla="*/ 354441 w 1293660"/>
                <a:gd name="connsiteY464" fmla="*/ 290525 h 1403292"/>
                <a:gd name="connsiteX465" fmla="*/ 356853 w 1293660"/>
                <a:gd name="connsiteY465" fmla="*/ 289648 h 1403292"/>
                <a:gd name="connsiteX466" fmla="*/ 355208 w 1293660"/>
                <a:gd name="connsiteY466" fmla="*/ 288114 h 1403292"/>
                <a:gd name="connsiteX467" fmla="*/ 352468 w 1293660"/>
                <a:gd name="connsiteY467" fmla="*/ 287127 h 1403292"/>
                <a:gd name="connsiteX468" fmla="*/ 350056 w 1293660"/>
                <a:gd name="connsiteY468" fmla="*/ 285592 h 1403292"/>
                <a:gd name="connsiteX469" fmla="*/ 347753 w 1293660"/>
                <a:gd name="connsiteY469" fmla="*/ 282084 h 1403292"/>
                <a:gd name="connsiteX470" fmla="*/ 350604 w 1293660"/>
                <a:gd name="connsiteY470" fmla="*/ 281536 h 1403292"/>
                <a:gd name="connsiteX471" fmla="*/ 353783 w 1293660"/>
                <a:gd name="connsiteY471" fmla="*/ 280110 h 1403292"/>
                <a:gd name="connsiteX472" fmla="*/ 356305 w 1293660"/>
                <a:gd name="connsiteY472" fmla="*/ 279891 h 1403292"/>
                <a:gd name="connsiteX473" fmla="*/ 358497 w 1293660"/>
                <a:gd name="connsiteY473" fmla="*/ 286250 h 1403292"/>
                <a:gd name="connsiteX474" fmla="*/ 361129 w 1293660"/>
                <a:gd name="connsiteY474" fmla="*/ 288991 h 1403292"/>
                <a:gd name="connsiteX475" fmla="*/ 363431 w 1293660"/>
                <a:gd name="connsiteY475" fmla="*/ 294363 h 1403292"/>
                <a:gd name="connsiteX476" fmla="*/ 371544 w 1293660"/>
                <a:gd name="connsiteY476" fmla="*/ 299077 h 1403292"/>
                <a:gd name="connsiteX477" fmla="*/ 374833 w 1293660"/>
                <a:gd name="connsiteY477" fmla="*/ 301160 h 1403292"/>
                <a:gd name="connsiteX478" fmla="*/ 378341 w 1293660"/>
                <a:gd name="connsiteY478" fmla="*/ 302475 h 1403292"/>
                <a:gd name="connsiteX479" fmla="*/ 379218 w 1293660"/>
                <a:gd name="connsiteY479" fmla="*/ 300721 h 1403292"/>
                <a:gd name="connsiteX480" fmla="*/ 376916 w 1293660"/>
                <a:gd name="connsiteY480" fmla="*/ 299406 h 1403292"/>
                <a:gd name="connsiteX481" fmla="*/ 373846 w 1293660"/>
                <a:gd name="connsiteY481" fmla="*/ 297871 h 1403292"/>
                <a:gd name="connsiteX482" fmla="*/ 373298 w 1293660"/>
                <a:gd name="connsiteY482" fmla="*/ 295569 h 1403292"/>
                <a:gd name="connsiteX483" fmla="*/ 378889 w 1293660"/>
                <a:gd name="connsiteY483" fmla="*/ 295897 h 1403292"/>
                <a:gd name="connsiteX484" fmla="*/ 383823 w 1293660"/>
                <a:gd name="connsiteY484" fmla="*/ 299406 h 1403292"/>
                <a:gd name="connsiteX485" fmla="*/ 388208 w 1293660"/>
                <a:gd name="connsiteY485" fmla="*/ 306312 h 1403292"/>
                <a:gd name="connsiteX486" fmla="*/ 392264 w 1293660"/>
                <a:gd name="connsiteY486" fmla="*/ 309821 h 1403292"/>
                <a:gd name="connsiteX487" fmla="*/ 391277 w 1293660"/>
                <a:gd name="connsiteY487" fmla="*/ 317495 h 1403292"/>
                <a:gd name="connsiteX488" fmla="*/ 391168 w 1293660"/>
                <a:gd name="connsiteY488" fmla="*/ 327691 h 1403292"/>
                <a:gd name="connsiteX489" fmla="*/ 390729 w 1293660"/>
                <a:gd name="connsiteY489" fmla="*/ 338764 h 1403292"/>
                <a:gd name="connsiteX490" fmla="*/ 386563 w 1293660"/>
                <a:gd name="connsiteY490" fmla="*/ 346438 h 1403292"/>
                <a:gd name="connsiteX491" fmla="*/ 385248 w 1293660"/>
                <a:gd name="connsiteY491" fmla="*/ 348192 h 1403292"/>
                <a:gd name="connsiteX492" fmla="*/ 384261 w 1293660"/>
                <a:gd name="connsiteY492" fmla="*/ 347315 h 1403292"/>
                <a:gd name="connsiteX493" fmla="*/ 381411 w 1293660"/>
                <a:gd name="connsiteY493" fmla="*/ 339970 h 1403292"/>
                <a:gd name="connsiteX494" fmla="*/ 379766 w 1293660"/>
                <a:gd name="connsiteY494" fmla="*/ 335255 h 1403292"/>
                <a:gd name="connsiteX495" fmla="*/ 378999 w 1293660"/>
                <a:gd name="connsiteY495" fmla="*/ 332624 h 1403292"/>
                <a:gd name="connsiteX496" fmla="*/ 377683 w 1293660"/>
                <a:gd name="connsiteY496" fmla="*/ 330322 h 1403292"/>
                <a:gd name="connsiteX497" fmla="*/ 376148 w 1293660"/>
                <a:gd name="connsiteY497" fmla="*/ 330761 h 1403292"/>
                <a:gd name="connsiteX498" fmla="*/ 376148 w 1293660"/>
                <a:gd name="connsiteY498" fmla="*/ 334049 h 1403292"/>
                <a:gd name="connsiteX499" fmla="*/ 382178 w 1293660"/>
                <a:gd name="connsiteY499" fmla="*/ 350385 h 1403292"/>
                <a:gd name="connsiteX500" fmla="*/ 382726 w 1293660"/>
                <a:gd name="connsiteY500" fmla="*/ 357949 h 1403292"/>
                <a:gd name="connsiteX501" fmla="*/ 382178 w 1293660"/>
                <a:gd name="connsiteY501" fmla="*/ 366939 h 1403292"/>
                <a:gd name="connsiteX502" fmla="*/ 379985 w 1293660"/>
                <a:gd name="connsiteY502" fmla="*/ 381411 h 1403292"/>
                <a:gd name="connsiteX503" fmla="*/ 376477 w 1293660"/>
                <a:gd name="connsiteY503" fmla="*/ 388427 h 1403292"/>
                <a:gd name="connsiteX504" fmla="*/ 379437 w 1293660"/>
                <a:gd name="connsiteY504" fmla="*/ 395553 h 1403292"/>
                <a:gd name="connsiteX505" fmla="*/ 386125 w 1293660"/>
                <a:gd name="connsiteY505" fmla="*/ 420769 h 1403292"/>
                <a:gd name="connsiteX506" fmla="*/ 393689 w 1293660"/>
                <a:gd name="connsiteY506" fmla="*/ 434911 h 1403292"/>
                <a:gd name="connsiteX507" fmla="*/ 404433 w 1293660"/>
                <a:gd name="connsiteY507" fmla="*/ 452233 h 1403292"/>
                <a:gd name="connsiteX508" fmla="*/ 418466 w 1293660"/>
                <a:gd name="connsiteY508" fmla="*/ 465279 h 1403292"/>
                <a:gd name="connsiteX509" fmla="*/ 427237 w 1293660"/>
                <a:gd name="connsiteY509" fmla="*/ 475914 h 1403292"/>
                <a:gd name="connsiteX510" fmla="*/ 430087 w 1293660"/>
                <a:gd name="connsiteY510" fmla="*/ 482272 h 1403292"/>
                <a:gd name="connsiteX511" fmla="*/ 431732 w 1293660"/>
                <a:gd name="connsiteY511" fmla="*/ 491152 h 1403292"/>
                <a:gd name="connsiteX512" fmla="*/ 431951 w 1293660"/>
                <a:gd name="connsiteY512" fmla="*/ 500690 h 1403292"/>
                <a:gd name="connsiteX513" fmla="*/ 431622 w 1293660"/>
                <a:gd name="connsiteY513" fmla="*/ 507707 h 1403292"/>
                <a:gd name="connsiteX514" fmla="*/ 429210 w 1293660"/>
                <a:gd name="connsiteY514" fmla="*/ 512092 h 1403292"/>
                <a:gd name="connsiteX515" fmla="*/ 430416 w 1293660"/>
                <a:gd name="connsiteY515" fmla="*/ 513517 h 1403292"/>
                <a:gd name="connsiteX516" fmla="*/ 432170 w 1293660"/>
                <a:gd name="connsiteY516" fmla="*/ 511544 h 1403292"/>
                <a:gd name="connsiteX517" fmla="*/ 434034 w 1293660"/>
                <a:gd name="connsiteY517" fmla="*/ 511983 h 1403292"/>
                <a:gd name="connsiteX518" fmla="*/ 435569 w 1293660"/>
                <a:gd name="connsiteY518" fmla="*/ 512092 h 1403292"/>
                <a:gd name="connsiteX519" fmla="*/ 439516 w 1293660"/>
                <a:gd name="connsiteY519" fmla="*/ 514504 h 1403292"/>
                <a:gd name="connsiteX520" fmla="*/ 442147 w 1293660"/>
                <a:gd name="connsiteY520" fmla="*/ 517245 h 1403292"/>
                <a:gd name="connsiteX521" fmla="*/ 445326 w 1293660"/>
                <a:gd name="connsiteY521" fmla="*/ 521082 h 1403292"/>
                <a:gd name="connsiteX522" fmla="*/ 448396 w 1293660"/>
                <a:gd name="connsiteY522" fmla="*/ 525248 h 1403292"/>
                <a:gd name="connsiteX523" fmla="*/ 450589 w 1293660"/>
                <a:gd name="connsiteY523" fmla="*/ 531059 h 1403292"/>
                <a:gd name="connsiteX524" fmla="*/ 450698 w 1293660"/>
                <a:gd name="connsiteY524" fmla="*/ 543886 h 1403292"/>
                <a:gd name="connsiteX525" fmla="*/ 449383 w 1293660"/>
                <a:gd name="connsiteY525" fmla="*/ 555945 h 1403292"/>
                <a:gd name="connsiteX526" fmla="*/ 449492 w 1293660"/>
                <a:gd name="connsiteY526" fmla="*/ 559782 h 1403292"/>
                <a:gd name="connsiteX527" fmla="*/ 451795 w 1293660"/>
                <a:gd name="connsiteY527" fmla="*/ 563729 h 1403292"/>
                <a:gd name="connsiteX528" fmla="*/ 453549 w 1293660"/>
                <a:gd name="connsiteY528" fmla="*/ 566799 h 1403292"/>
                <a:gd name="connsiteX529" fmla="*/ 454974 w 1293660"/>
                <a:gd name="connsiteY529" fmla="*/ 570088 h 1403292"/>
                <a:gd name="connsiteX530" fmla="*/ 453878 w 1293660"/>
                <a:gd name="connsiteY530" fmla="*/ 575898 h 1403292"/>
                <a:gd name="connsiteX531" fmla="*/ 452233 w 1293660"/>
                <a:gd name="connsiteY531" fmla="*/ 582476 h 1403292"/>
                <a:gd name="connsiteX532" fmla="*/ 453220 w 1293660"/>
                <a:gd name="connsiteY532" fmla="*/ 586423 h 1403292"/>
                <a:gd name="connsiteX533" fmla="*/ 450808 w 1293660"/>
                <a:gd name="connsiteY533" fmla="*/ 590260 h 1403292"/>
                <a:gd name="connsiteX534" fmla="*/ 451795 w 1293660"/>
                <a:gd name="connsiteY534" fmla="*/ 593330 h 1403292"/>
                <a:gd name="connsiteX535" fmla="*/ 455083 w 1293660"/>
                <a:gd name="connsiteY535" fmla="*/ 594974 h 1403292"/>
                <a:gd name="connsiteX536" fmla="*/ 459030 w 1293660"/>
                <a:gd name="connsiteY536" fmla="*/ 593439 h 1403292"/>
                <a:gd name="connsiteX537" fmla="*/ 462210 w 1293660"/>
                <a:gd name="connsiteY537" fmla="*/ 594974 h 1403292"/>
                <a:gd name="connsiteX538" fmla="*/ 463635 w 1293660"/>
                <a:gd name="connsiteY538" fmla="*/ 593878 h 1403292"/>
                <a:gd name="connsiteX539" fmla="*/ 466924 w 1293660"/>
                <a:gd name="connsiteY539" fmla="*/ 596180 h 1403292"/>
                <a:gd name="connsiteX540" fmla="*/ 469116 w 1293660"/>
                <a:gd name="connsiteY540" fmla="*/ 599360 h 1403292"/>
                <a:gd name="connsiteX541" fmla="*/ 473173 w 1293660"/>
                <a:gd name="connsiteY541" fmla="*/ 612406 h 1403292"/>
                <a:gd name="connsiteX542" fmla="*/ 475365 w 1293660"/>
                <a:gd name="connsiteY542" fmla="*/ 616024 h 1403292"/>
                <a:gd name="connsiteX543" fmla="*/ 478545 w 1293660"/>
                <a:gd name="connsiteY543" fmla="*/ 620080 h 1403292"/>
                <a:gd name="connsiteX544" fmla="*/ 481395 w 1293660"/>
                <a:gd name="connsiteY544" fmla="*/ 624685 h 1403292"/>
                <a:gd name="connsiteX545" fmla="*/ 483149 w 1293660"/>
                <a:gd name="connsiteY545" fmla="*/ 633455 h 1403292"/>
                <a:gd name="connsiteX546" fmla="*/ 484465 w 1293660"/>
                <a:gd name="connsiteY546" fmla="*/ 636744 h 1403292"/>
                <a:gd name="connsiteX547" fmla="*/ 488302 w 1293660"/>
                <a:gd name="connsiteY547" fmla="*/ 641678 h 1403292"/>
                <a:gd name="connsiteX548" fmla="*/ 491591 w 1293660"/>
                <a:gd name="connsiteY548" fmla="*/ 641239 h 1403292"/>
                <a:gd name="connsiteX549" fmla="*/ 493126 w 1293660"/>
                <a:gd name="connsiteY549" fmla="*/ 643541 h 1403292"/>
                <a:gd name="connsiteX550" fmla="*/ 494113 w 1293660"/>
                <a:gd name="connsiteY550" fmla="*/ 646282 h 1403292"/>
                <a:gd name="connsiteX551" fmla="*/ 499046 w 1293660"/>
                <a:gd name="connsiteY551" fmla="*/ 659657 h 1403292"/>
                <a:gd name="connsiteX552" fmla="*/ 506830 w 1293660"/>
                <a:gd name="connsiteY552" fmla="*/ 666674 h 1403292"/>
                <a:gd name="connsiteX553" fmla="*/ 513627 w 1293660"/>
                <a:gd name="connsiteY553" fmla="*/ 672155 h 1403292"/>
                <a:gd name="connsiteX554" fmla="*/ 514175 w 1293660"/>
                <a:gd name="connsiteY554" fmla="*/ 676541 h 1403292"/>
                <a:gd name="connsiteX555" fmla="*/ 513956 w 1293660"/>
                <a:gd name="connsiteY555" fmla="*/ 681364 h 1403292"/>
                <a:gd name="connsiteX556" fmla="*/ 516039 w 1293660"/>
                <a:gd name="connsiteY556" fmla="*/ 683667 h 1403292"/>
                <a:gd name="connsiteX557" fmla="*/ 518341 w 1293660"/>
                <a:gd name="connsiteY557" fmla="*/ 685311 h 1403292"/>
                <a:gd name="connsiteX558" fmla="*/ 522507 w 1293660"/>
                <a:gd name="connsiteY558" fmla="*/ 686298 h 1403292"/>
                <a:gd name="connsiteX559" fmla="*/ 524371 w 1293660"/>
                <a:gd name="connsiteY559" fmla="*/ 689148 h 1403292"/>
                <a:gd name="connsiteX560" fmla="*/ 524371 w 1293660"/>
                <a:gd name="connsiteY560" fmla="*/ 694301 h 1403292"/>
                <a:gd name="connsiteX561" fmla="*/ 522836 w 1293660"/>
                <a:gd name="connsiteY561" fmla="*/ 698686 h 1403292"/>
                <a:gd name="connsiteX562" fmla="*/ 518451 w 1293660"/>
                <a:gd name="connsiteY562" fmla="*/ 707457 h 1403292"/>
                <a:gd name="connsiteX563" fmla="*/ 516039 w 1293660"/>
                <a:gd name="connsiteY563" fmla="*/ 713816 h 1403292"/>
                <a:gd name="connsiteX564" fmla="*/ 517683 w 1293660"/>
                <a:gd name="connsiteY564" fmla="*/ 720832 h 1403292"/>
                <a:gd name="connsiteX565" fmla="*/ 521082 w 1293660"/>
                <a:gd name="connsiteY565" fmla="*/ 723463 h 1403292"/>
                <a:gd name="connsiteX566" fmla="*/ 528427 w 1293660"/>
                <a:gd name="connsiteY566" fmla="*/ 726643 h 1403292"/>
                <a:gd name="connsiteX567" fmla="*/ 531497 w 1293660"/>
                <a:gd name="connsiteY567" fmla="*/ 730699 h 1403292"/>
                <a:gd name="connsiteX568" fmla="*/ 533142 w 1293660"/>
                <a:gd name="connsiteY568" fmla="*/ 731686 h 1403292"/>
                <a:gd name="connsiteX569" fmla="*/ 533799 w 1293660"/>
                <a:gd name="connsiteY569" fmla="*/ 729054 h 1403292"/>
                <a:gd name="connsiteX570" fmla="*/ 533251 w 1293660"/>
                <a:gd name="connsiteY570" fmla="*/ 727191 h 1403292"/>
                <a:gd name="connsiteX571" fmla="*/ 533580 w 1293660"/>
                <a:gd name="connsiteY571" fmla="*/ 726094 h 1403292"/>
                <a:gd name="connsiteX572" fmla="*/ 535005 w 1293660"/>
                <a:gd name="connsiteY572" fmla="*/ 724779 h 1403292"/>
                <a:gd name="connsiteX573" fmla="*/ 536869 w 1293660"/>
                <a:gd name="connsiteY573" fmla="*/ 723902 h 1403292"/>
                <a:gd name="connsiteX574" fmla="*/ 546846 w 1293660"/>
                <a:gd name="connsiteY574" fmla="*/ 724011 h 1403292"/>
                <a:gd name="connsiteX575" fmla="*/ 551560 w 1293660"/>
                <a:gd name="connsiteY575" fmla="*/ 727300 h 1403292"/>
                <a:gd name="connsiteX576" fmla="*/ 554520 w 1293660"/>
                <a:gd name="connsiteY576" fmla="*/ 735194 h 1403292"/>
                <a:gd name="connsiteX577" fmla="*/ 557042 w 1293660"/>
                <a:gd name="connsiteY577" fmla="*/ 741443 h 1403292"/>
                <a:gd name="connsiteX578" fmla="*/ 556603 w 1293660"/>
                <a:gd name="connsiteY578" fmla="*/ 747034 h 1403292"/>
                <a:gd name="connsiteX579" fmla="*/ 553972 w 1293660"/>
                <a:gd name="connsiteY579" fmla="*/ 755914 h 1403292"/>
                <a:gd name="connsiteX580" fmla="*/ 557480 w 1293660"/>
                <a:gd name="connsiteY580" fmla="*/ 757559 h 1403292"/>
                <a:gd name="connsiteX581" fmla="*/ 560988 w 1293660"/>
                <a:gd name="connsiteY581" fmla="*/ 760738 h 1403292"/>
                <a:gd name="connsiteX582" fmla="*/ 560221 w 1293660"/>
                <a:gd name="connsiteY582" fmla="*/ 762821 h 1403292"/>
                <a:gd name="connsiteX583" fmla="*/ 563619 w 1293660"/>
                <a:gd name="connsiteY583" fmla="*/ 766658 h 1403292"/>
                <a:gd name="connsiteX584" fmla="*/ 565812 w 1293660"/>
                <a:gd name="connsiteY584" fmla="*/ 771153 h 1403292"/>
                <a:gd name="connsiteX585" fmla="*/ 566031 w 1293660"/>
                <a:gd name="connsiteY585" fmla="*/ 773455 h 1403292"/>
                <a:gd name="connsiteX586" fmla="*/ 564277 w 1293660"/>
                <a:gd name="connsiteY586" fmla="*/ 775977 h 1403292"/>
                <a:gd name="connsiteX587" fmla="*/ 562304 w 1293660"/>
                <a:gd name="connsiteY587" fmla="*/ 779156 h 1403292"/>
                <a:gd name="connsiteX588" fmla="*/ 561865 w 1293660"/>
                <a:gd name="connsiteY588" fmla="*/ 781239 h 1403292"/>
                <a:gd name="connsiteX589" fmla="*/ 564387 w 1293660"/>
                <a:gd name="connsiteY589" fmla="*/ 782226 h 1403292"/>
                <a:gd name="connsiteX590" fmla="*/ 564825 w 1293660"/>
                <a:gd name="connsiteY590" fmla="*/ 787379 h 1403292"/>
                <a:gd name="connsiteX591" fmla="*/ 567457 w 1293660"/>
                <a:gd name="connsiteY591" fmla="*/ 796588 h 1403292"/>
                <a:gd name="connsiteX592" fmla="*/ 567895 w 1293660"/>
                <a:gd name="connsiteY592" fmla="*/ 798671 h 1403292"/>
                <a:gd name="connsiteX593" fmla="*/ 568443 w 1293660"/>
                <a:gd name="connsiteY593" fmla="*/ 800754 h 1403292"/>
                <a:gd name="connsiteX594" fmla="*/ 566799 w 1293660"/>
                <a:gd name="connsiteY594" fmla="*/ 802289 h 1403292"/>
                <a:gd name="connsiteX595" fmla="*/ 564825 w 1293660"/>
                <a:gd name="connsiteY595" fmla="*/ 803933 h 1403292"/>
                <a:gd name="connsiteX596" fmla="*/ 565702 w 1293660"/>
                <a:gd name="connsiteY596" fmla="*/ 805359 h 1403292"/>
                <a:gd name="connsiteX597" fmla="*/ 568772 w 1293660"/>
                <a:gd name="connsiteY597" fmla="*/ 806235 h 1403292"/>
                <a:gd name="connsiteX598" fmla="*/ 573048 w 1293660"/>
                <a:gd name="connsiteY598" fmla="*/ 805907 h 1403292"/>
                <a:gd name="connsiteX599" fmla="*/ 575789 w 1293660"/>
                <a:gd name="connsiteY599" fmla="*/ 806455 h 1403292"/>
                <a:gd name="connsiteX600" fmla="*/ 577762 w 1293660"/>
                <a:gd name="connsiteY600" fmla="*/ 807441 h 1403292"/>
                <a:gd name="connsiteX601" fmla="*/ 579078 w 1293660"/>
                <a:gd name="connsiteY601" fmla="*/ 808867 h 1403292"/>
                <a:gd name="connsiteX602" fmla="*/ 580612 w 1293660"/>
                <a:gd name="connsiteY602" fmla="*/ 811608 h 1403292"/>
                <a:gd name="connsiteX603" fmla="*/ 582038 w 1293660"/>
                <a:gd name="connsiteY603" fmla="*/ 815006 h 1403292"/>
                <a:gd name="connsiteX604" fmla="*/ 586533 w 1293660"/>
                <a:gd name="connsiteY604" fmla="*/ 818405 h 1403292"/>
                <a:gd name="connsiteX605" fmla="*/ 589383 w 1293660"/>
                <a:gd name="connsiteY605" fmla="*/ 821255 h 1403292"/>
                <a:gd name="connsiteX606" fmla="*/ 588944 w 1293660"/>
                <a:gd name="connsiteY606" fmla="*/ 823557 h 1403292"/>
                <a:gd name="connsiteX607" fmla="*/ 591685 w 1293660"/>
                <a:gd name="connsiteY607" fmla="*/ 824763 h 1403292"/>
                <a:gd name="connsiteX608" fmla="*/ 592672 w 1293660"/>
                <a:gd name="connsiteY608" fmla="*/ 829039 h 1403292"/>
                <a:gd name="connsiteX609" fmla="*/ 597715 w 1293660"/>
                <a:gd name="connsiteY609" fmla="*/ 830464 h 1403292"/>
                <a:gd name="connsiteX610" fmla="*/ 605060 w 1293660"/>
                <a:gd name="connsiteY610" fmla="*/ 833534 h 1403292"/>
                <a:gd name="connsiteX611" fmla="*/ 607911 w 1293660"/>
                <a:gd name="connsiteY611" fmla="*/ 837152 h 1403292"/>
                <a:gd name="connsiteX612" fmla="*/ 613392 w 1293660"/>
                <a:gd name="connsiteY612" fmla="*/ 842305 h 1403292"/>
                <a:gd name="connsiteX613" fmla="*/ 617887 w 1293660"/>
                <a:gd name="connsiteY613" fmla="*/ 842743 h 1403292"/>
                <a:gd name="connsiteX614" fmla="*/ 621505 w 1293660"/>
                <a:gd name="connsiteY614" fmla="*/ 841976 h 1403292"/>
                <a:gd name="connsiteX615" fmla="*/ 624575 w 1293660"/>
                <a:gd name="connsiteY615" fmla="*/ 841976 h 1403292"/>
                <a:gd name="connsiteX616" fmla="*/ 626768 w 1293660"/>
                <a:gd name="connsiteY616" fmla="*/ 846142 h 1403292"/>
                <a:gd name="connsiteX617" fmla="*/ 626987 w 1293660"/>
                <a:gd name="connsiteY617" fmla="*/ 848554 h 1403292"/>
                <a:gd name="connsiteX618" fmla="*/ 626658 w 1293660"/>
                <a:gd name="connsiteY618" fmla="*/ 851075 h 1403292"/>
                <a:gd name="connsiteX619" fmla="*/ 625891 w 1293660"/>
                <a:gd name="connsiteY619" fmla="*/ 853049 h 1403292"/>
                <a:gd name="connsiteX620" fmla="*/ 624685 w 1293660"/>
                <a:gd name="connsiteY620" fmla="*/ 853816 h 1403292"/>
                <a:gd name="connsiteX621" fmla="*/ 622821 w 1293660"/>
                <a:gd name="connsiteY621" fmla="*/ 853049 h 1403292"/>
                <a:gd name="connsiteX622" fmla="*/ 621615 w 1293660"/>
                <a:gd name="connsiteY622" fmla="*/ 851294 h 1403292"/>
                <a:gd name="connsiteX623" fmla="*/ 620628 w 1293660"/>
                <a:gd name="connsiteY623" fmla="*/ 848992 h 1403292"/>
                <a:gd name="connsiteX624" fmla="*/ 619203 w 1293660"/>
                <a:gd name="connsiteY624" fmla="*/ 846799 h 1403292"/>
                <a:gd name="connsiteX625" fmla="*/ 617997 w 1293660"/>
                <a:gd name="connsiteY625" fmla="*/ 847896 h 1403292"/>
                <a:gd name="connsiteX626" fmla="*/ 614489 w 1293660"/>
                <a:gd name="connsiteY626" fmla="*/ 850527 h 1403292"/>
                <a:gd name="connsiteX627" fmla="*/ 612187 w 1293660"/>
                <a:gd name="connsiteY627" fmla="*/ 851514 h 1403292"/>
                <a:gd name="connsiteX628" fmla="*/ 609775 w 1293660"/>
                <a:gd name="connsiteY628" fmla="*/ 851514 h 1403292"/>
                <a:gd name="connsiteX629" fmla="*/ 608898 w 1293660"/>
                <a:gd name="connsiteY629" fmla="*/ 853049 h 1403292"/>
                <a:gd name="connsiteX630" fmla="*/ 610761 w 1293660"/>
                <a:gd name="connsiteY630" fmla="*/ 855351 h 1403292"/>
                <a:gd name="connsiteX631" fmla="*/ 614598 w 1293660"/>
                <a:gd name="connsiteY631" fmla="*/ 861271 h 1403292"/>
                <a:gd name="connsiteX632" fmla="*/ 646063 w 1293660"/>
                <a:gd name="connsiteY632" fmla="*/ 891639 h 1403292"/>
                <a:gd name="connsiteX633" fmla="*/ 649790 w 1293660"/>
                <a:gd name="connsiteY633" fmla="*/ 901506 h 1403292"/>
                <a:gd name="connsiteX634" fmla="*/ 653408 w 1293660"/>
                <a:gd name="connsiteY634" fmla="*/ 910057 h 1403292"/>
                <a:gd name="connsiteX635" fmla="*/ 656368 w 1293660"/>
                <a:gd name="connsiteY635" fmla="*/ 919266 h 1403292"/>
                <a:gd name="connsiteX636" fmla="*/ 658451 w 1293660"/>
                <a:gd name="connsiteY636" fmla="*/ 919815 h 1403292"/>
                <a:gd name="connsiteX637" fmla="*/ 663166 w 1293660"/>
                <a:gd name="connsiteY637" fmla="*/ 921020 h 1403292"/>
                <a:gd name="connsiteX638" fmla="*/ 667880 w 1293660"/>
                <a:gd name="connsiteY638" fmla="*/ 922775 h 1403292"/>
                <a:gd name="connsiteX639" fmla="*/ 680378 w 1293660"/>
                <a:gd name="connsiteY639" fmla="*/ 929243 h 1403292"/>
                <a:gd name="connsiteX640" fmla="*/ 694191 w 1293660"/>
                <a:gd name="connsiteY640" fmla="*/ 934067 h 1403292"/>
                <a:gd name="connsiteX641" fmla="*/ 702633 w 1293660"/>
                <a:gd name="connsiteY641" fmla="*/ 936917 h 1403292"/>
                <a:gd name="connsiteX642" fmla="*/ 709650 w 1293660"/>
                <a:gd name="connsiteY642" fmla="*/ 935602 h 1403292"/>
                <a:gd name="connsiteX643" fmla="*/ 708882 w 1293660"/>
                <a:gd name="connsiteY643" fmla="*/ 939548 h 1403292"/>
                <a:gd name="connsiteX644" fmla="*/ 706909 w 1293660"/>
                <a:gd name="connsiteY644" fmla="*/ 941851 h 1403292"/>
                <a:gd name="connsiteX645" fmla="*/ 705703 w 1293660"/>
                <a:gd name="connsiteY645" fmla="*/ 944482 h 1403292"/>
                <a:gd name="connsiteX646" fmla="*/ 707018 w 1293660"/>
                <a:gd name="connsiteY646" fmla="*/ 949306 h 1403292"/>
                <a:gd name="connsiteX647" fmla="*/ 709540 w 1293660"/>
                <a:gd name="connsiteY647" fmla="*/ 953143 h 1403292"/>
                <a:gd name="connsiteX648" fmla="*/ 718311 w 1293660"/>
                <a:gd name="connsiteY648" fmla="*/ 960817 h 1403292"/>
                <a:gd name="connsiteX649" fmla="*/ 719407 w 1293660"/>
                <a:gd name="connsiteY649" fmla="*/ 963119 h 1403292"/>
                <a:gd name="connsiteX650" fmla="*/ 720065 w 1293660"/>
                <a:gd name="connsiteY650" fmla="*/ 967943 h 1403292"/>
                <a:gd name="connsiteX651" fmla="*/ 721599 w 1293660"/>
                <a:gd name="connsiteY651" fmla="*/ 971013 h 1403292"/>
                <a:gd name="connsiteX652" fmla="*/ 721928 w 1293660"/>
                <a:gd name="connsiteY652" fmla="*/ 972219 h 1403292"/>
                <a:gd name="connsiteX653" fmla="*/ 722477 w 1293660"/>
                <a:gd name="connsiteY653" fmla="*/ 973205 h 1403292"/>
                <a:gd name="connsiteX654" fmla="*/ 723682 w 1293660"/>
                <a:gd name="connsiteY654" fmla="*/ 973644 h 1403292"/>
                <a:gd name="connsiteX655" fmla="*/ 726533 w 1293660"/>
                <a:gd name="connsiteY655" fmla="*/ 973425 h 1403292"/>
                <a:gd name="connsiteX656" fmla="*/ 727191 w 1293660"/>
                <a:gd name="connsiteY656" fmla="*/ 973644 h 1403292"/>
                <a:gd name="connsiteX657" fmla="*/ 728945 w 1293660"/>
                <a:gd name="connsiteY657" fmla="*/ 975946 h 1403292"/>
                <a:gd name="connsiteX658" fmla="*/ 730480 w 1293660"/>
                <a:gd name="connsiteY658" fmla="*/ 985923 h 1403292"/>
                <a:gd name="connsiteX659" fmla="*/ 736838 w 1293660"/>
                <a:gd name="connsiteY659" fmla="*/ 992830 h 1403292"/>
                <a:gd name="connsiteX660" fmla="*/ 740456 w 1293660"/>
                <a:gd name="connsiteY660" fmla="*/ 1001271 h 1403292"/>
                <a:gd name="connsiteX661" fmla="*/ 744074 w 1293660"/>
                <a:gd name="connsiteY661" fmla="*/ 1005218 h 1403292"/>
                <a:gd name="connsiteX662" fmla="*/ 746596 w 1293660"/>
                <a:gd name="connsiteY662" fmla="*/ 1010042 h 1403292"/>
                <a:gd name="connsiteX663" fmla="*/ 752516 w 1293660"/>
                <a:gd name="connsiteY663" fmla="*/ 1011796 h 1403292"/>
                <a:gd name="connsiteX664" fmla="*/ 756901 w 1293660"/>
                <a:gd name="connsiteY664" fmla="*/ 1016729 h 1403292"/>
                <a:gd name="connsiteX665" fmla="*/ 759752 w 1293660"/>
                <a:gd name="connsiteY665" fmla="*/ 1020128 h 1403292"/>
                <a:gd name="connsiteX666" fmla="*/ 762054 w 1293660"/>
                <a:gd name="connsiteY666" fmla="*/ 1023746 h 1403292"/>
                <a:gd name="connsiteX667" fmla="*/ 767755 w 1293660"/>
                <a:gd name="connsiteY667" fmla="*/ 1025062 h 1403292"/>
                <a:gd name="connsiteX668" fmla="*/ 770495 w 1293660"/>
                <a:gd name="connsiteY668" fmla="*/ 1028460 h 1403292"/>
                <a:gd name="connsiteX669" fmla="*/ 772469 w 1293660"/>
                <a:gd name="connsiteY669" fmla="*/ 1028241 h 1403292"/>
                <a:gd name="connsiteX670" fmla="*/ 775319 w 1293660"/>
                <a:gd name="connsiteY670" fmla="*/ 1029995 h 1403292"/>
                <a:gd name="connsiteX671" fmla="*/ 777073 w 1293660"/>
                <a:gd name="connsiteY671" fmla="*/ 1032297 h 1403292"/>
                <a:gd name="connsiteX672" fmla="*/ 775758 w 1293660"/>
                <a:gd name="connsiteY672" fmla="*/ 1033832 h 1403292"/>
                <a:gd name="connsiteX673" fmla="*/ 775210 w 1293660"/>
                <a:gd name="connsiteY673" fmla="*/ 1035915 h 1403292"/>
                <a:gd name="connsiteX674" fmla="*/ 778718 w 1293660"/>
                <a:gd name="connsiteY674" fmla="*/ 1035696 h 1403292"/>
                <a:gd name="connsiteX675" fmla="*/ 784309 w 1293660"/>
                <a:gd name="connsiteY675" fmla="*/ 1035477 h 1403292"/>
                <a:gd name="connsiteX676" fmla="*/ 787927 w 1293660"/>
                <a:gd name="connsiteY676" fmla="*/ 1031311 h 1403292"/>
                <a:gd name="connsiteX677" fmla="*/ 791764 w 1293660"/>
                <a:gd name="connsiteY677" fmla="*/ 1029995 h 1403292"/>
                <a:gd name="connsiteX678" fmla="*/ 796040 w 1293660"/>
                <a:gd name="connsiteY678" fmla="*/ 1029556 h 1403292"/>
                <a:gd name="connsiteX679" fmla="*/ 800644 w 1293660"/>
                <a:gd name="connsiteY679" fmla="*/ 1032188 h 1403292"/>
                <a:gd name="connsiteX680" fmla="*/ 804701 w 1293660"/>
                <a:gd name="connsiteY680" fmla="*/ 1035696 h 1403292"/>
                <a:gd name="connsiteX681" fmla="*/ 807990 w 1293660"/>
                <a:gd name="connsiteY681" fmla="*/ 1039314 h 1403292"/>
                <a:gd name="connsiteX682" fmla="*/ 806236 w 1293660"/>
                <a:gd name="connsiteY682" fmla="*/ 1039643 h 1403292"/>
                <a:gd name="connsiteX683" fmla="*/ 805139 w 1293660"/>
                <a:gd name="connsiteY683" fmla="*/ 1040191 h 1403292"/>
                <a:gd name="connsiteX684" fmla="*/ 802618 w 1293660"/>
                <a:gd name="connsiteY684" fmla="*/ 1042383 h 1403292"/>
                <a:gd name="connsiteX685" fmla="*/ 804153 w 1293660"/>
                <a:gd name="connsiteY685" fmla="*/ 1043370 h 1403292"/>
                <a:gd name="connsiteX686" fmla="*/ 805030 w 1293660"/>
                <a:gd name="connsiteY686" fmla="*/ 1044576 h 1403292"/>
                <a:gd name="connsiteX687" fmla="*/ 805687 w 1293660"/>
                <a:gd name="connsiteY687" fmla="*/ 1045782 h 1403292"/>
                <a:gd name="connsiteX688" fmla="*/ 806565 w 1293660"/>
                <a:gd name="connsiteY688" fmla="*/ 1046878 h 1403292"/>
                <a:gd name="connsiteX689" fmla="*/ 807880 w 1293660"/>
                <a:gd name="connsiteY689" fmla="*/ 1047536 h 1403292"/>
                <a:gd name="connsiteX690" fmla="*/ 811059 w 1293660"/>
                <a:gd name="connsiteY690" fmla="*/ 1047975 h 1403292"/>
                <a:gd name="connsiteX691" fmla="*/ 812046 w 1293660"/>
                <a:gd name="connsiteY691" fmla="*/ 1048413 h 1403292"/>
                <a:gd name="connsiteX692" fmla="*/ 816541 w 1293660"/>
                <a:gd name="connsiteY692" fmla="*/ 1054772 h 1403292"/>
                <a:gd name="connsiteX693" fmla="*/ 817418 w 1293660"/>
                <a:gd name="connsiteY693" fmla="*/ 1055210 h 1403292"/>
                <a:gd name="connsiteX694" fmla="*/ 818295 w 1293660"/>
                <a:gd name="connsiteY694" fmla="*/ 1057403 h 1403292"/>
                <a:gd name="connsiteX695" fmla="*/ 820159 w 1293660"/>
                <a:gd name="connsiteY695" fmla="*/ 1055539 h 1403292"/>
                <a:gd name="connsiteX696" fmla="*/ 822023 w 1293660"/>
                <a:gd name="connsiteY696" fmla="*/ 1052031 h 1403292"/>
                <a:gd name="connsiteX697" fmla="*/ 822900 w 1293660"/>
                <a:gd name="connsiteY697" fmla="*/ 1049071 h 1403292"/>
                <a:gd name="connsiteX698" fmla="*/ 822680 w 1293660"/>
                <a:gd name="connsiteY698" fmla="*/ 1046111 h 1403292"/>
                <a:gd name="connsiteX699" fmla="*/ 821913 w 1293660"/>
                <a:gd name="connsiteY699" fmla="*/ 1044247 h 1403292"/>
                <a:gd name="connsiteX700" fmla="*/ 820269 w 1293660"/>
                <a:gd name="connsiteY700" fmla="*/ 1043480 h 1403292"/>
                <a:gd name="connsiteX701" fmla="*/ 817308 w 1293660"/>
                <a:gd name="connsiteY701" fmla="*/ 1043918 h 1403292"/>
                <a:gd name="connsiteX702" fmla="*/ 821255 w 1293660"/>
                <a:gd name="connsiteY702" fmla="*/ 1039314 h 1403292"/>
                <a:gd name="connsiteX703" fmla="*/ 823338 w 1293660"/>
                <a:gd name="connsiteY703" fmla="*/ 1036134 h 1403292"/>
                <a:gd name="connsiteX704" fmla="*/ 824106 w 1293660"/>
                <a:gd name="connsiteY704" fmla="*/ 1032407 h 1403292"/>
                <a:gd name="connsiteX705" fmla="*/ 824215 w 1293660"/>
                <a:gd name="connsiteY705" fmla="*/ 1026267 h 1403292"/>
                <a:gd name="connsiteX706" fmla="*/ 825312 w 1293660"/>
                <a:gd name="connsiteY706" fmla="*/ 1024075 h 1403292"/>
                <a:gd name="connsiteX707" fmla="*/ 827614 w 1293660"/>
                <a:gd name="connsiteY707" fmla="*/ 1023965 h 1403292"/>
                <a:gd name="connsiteX708" fmla="*/ 829916 w 1293660"/>
                <a:gd name="connsiteY708" fmla="*/ 1025390 h 1403292"/>
                <a:gd name="connsiteX709" fmla="*/ 830903 w 1293660"/>
                <a:gd name="connsiteY709" fmla="*/ 1027802 h 1403292"/>
                <a:gd name="connsiteX710" fmla="*/ 831012 w 1293660"/>
                <a:gd name="connsiteY710" fmla="*/ 1030653 h 1403292"/>
                <a:gd name="connsiteX711" fmla="*/ 831341 w 1293660"/>
                <a:gd name="connsiteY711" fmla="*/ 1032626 h 1403292"/>
                <a:gd name="connsiteX712" fmla="*/ 832109 w 1293660"/>
                <a:gd name="connsiteY712" fmla="*/ 1034709 h 1403292"/>
                <a:gd name="connsiteX713" fmla="*/ 833644 w 1293660"/>
                <a:gd name="connsiteY713" fmla="*/ 1037669 h 1403292"/>
                <a:gd name="connsiteX714" fmla="*/ 827723 w 1293660"/>
                <a:gd name="connsiteY714" fmla="*/ 1040191 h 1403292"/>
                <a:gd name="connsiteX715" fmla="*/ 825640 w 1293660"/>
                <a:gd name="connsiteY715" fmla="*/ 1040739 h 1403292"/>
                <a:gd name="connsiteX716" fmla="*/ 825640 w 1293660"/>
                <a:gd name="connsiteY716" fmla="*/ 1042383 h 1403292"/>
                <a:gd name="connsiteX717" fmla="*/ 832876 w 1293660"/>
                <a:gd name="connsiteY717" fmla="*/ 1040629 h 1403292"/>
                <a:gd name="connsiteX718" fmla="*/ 839783 w 1293660"/>
                <a:gd name="connsiteY718" fmla="*/ 1040081 h 1403292"/>
                <a:gd name="connsiteX719" fmla="*/ 846690 w 1293660"/>
                <a:gd name="connsiteY719" fmla="*/ 1040739 h 1403292"/>
                <a:gd name="connsiteX720" fmla="*/ 860613 w 1293660"/>
                <a:gd name="connsiteY720" fmla="*/ 1044247 h 1403292"/>
                <a:gd name="connsiteX721" fmla="*/ 863793 w 1293660"/>
                <a:gd name="connsiteY721" fmla="*/ 1045563 h 1403292"/>
                <a:gd name="connsiteX722" fmla="*/ 869822 w 1293660"/>
                <a:gd name="connsiteY722" fmla="*/ 1049838 h 1403292"/>
                <a:gd name="connsiteX723" fmla="*/ 872673 w 1293660"/>
                <a:gd name="connsiteY723" fmla="*/ 1050277 h 1403292"/>
                <a:gd name="connsiteX724" fmla="*/ 873659 w 1293660"/>
                <a:gd name="connsiteY724" fmla="*/ 1049181 h 1403292"/>
                <a:gd name="connsiteX725" fmla="*/ 871247 w 1293660"/>
                <a:gd name="connsiteY725" fmla="*/ 1046878 h 1403292"/>
                <a:gd name="connsiteX726" fmla="*/ 876071 w 1293660"/>
                <a:gd name="connsiteY726" fmla="*/ 1046549 h 1403292"/>
                <a:gd name="connsiteX727" fmla="*/ 887583 w 1293660"/>
                <a:gd name="connsiteY727" fmla="*/ 1051373 h 1403292"/>
                <a:gd name="connsiteX728" fmla="*/ 891530 w 1293660"/>
                <a:gd name="connsiteY728" fmla="*/ 1049729 h 1403292"/>
                <a:gd name="connsiteX729" fmla="*/ 892516 w 1293660"/>
                <a:gd name="connsiteY729" fmla="*/ 1054004 h 1403292"/>
                <a:gd name="connsiteX730" fmla="*/ 889995 w 1293660"/>
                <a:gd name="connsiteY730" fmla="*/ 1055978 h 1403292"/>
                <a:gd name="connsiteX731" fmla="*/ 880128 w 1293660"/>
                <a:gd name="connsiteY731" fmla="*/ 1057403 h 1403292"/>
                <a:gd name="connsiteX732" fmla="*/ 878374 w 1293660"/>
                <a:gd name="connsiteY732" fmla="*/ 1057184 h 1403292"/>
                <a:gd name="connsiteX733" fmla="*/ 877058 w 1293660"/>
                <a:gd name="connsiteY733" fmla="*/ 1057622 h 1403292"/>
                <a:gd name="connsiteX734" fmla="*/ 876071 w 1293660"/>
                <a:gd name="connsiteY734" fmla="*/ 1061898 h 1403292"/>
                <a:gd name="connsiteX735" fmla="*/ 874975 w 1293660"/>
                <a:gd name="connsiteY735" fmla="*/ 1062885 h 1403292"/>
                <a:gd name="connsiteX736" fmla="*/ 873659 w 1293660"/>
                <a:gd name="connsiteY736" fmla="*/ 1062446 h 1403292"/>
                <a:gd name="connsiteX737" fmla="*/ 872563 w 1293660"/>
                <a:gd name="connsiteY737" fmla="*/ 1060253 h 1403292"/>
                <a:gd name="connsiteX738" fmla="*/ 871357 w 1293660"/>
                <a:gd name="connsiteY738" fmla="*/ 1062994 h 1403292"/>
                <a:gd name="connsiteX739" fmla="*/ 871905 w 1293660"/>
                <a:gd name="connsiteY739" fmla="*/ 1065516 h 1403292"/>
                <a:gd name="connsiteX740" fmla="*/ 873769 w 1293660"/>
                <a:gd name="connsiteY740" fmla="*/ 1067270 h 1403292"/>
                <a:gd name="connsiteX741" fmla="*/ 876620 w 1293660"/>
                <a:gd name="connsiteY741" fmla="*/ 1067708 h 1403292"/>
                <a:gd name="connsiteX742" fmla="*/ 874098 w 1293660"/>
                <a:gd name="connsiteY742" fmla="*/ 1073080 h 1403292"/>
                <a:gd name="connsiteX743" fmla="*/ 874536 w 1293660"/>
                <a:gd name="connsiteY743" fmla="*/ 1076369 h 1403292"/>
                <a:gd name="connsiteX744" fmla="*/ 878045 w 1293660"/>
                <a:gd name="connsiteY744" fmla="*/ 1078014 h 1403292"/>
                <a:gd name="connsiteX745" fmla="*/ 884732 w 1293660"/>
                <a:gd name="connsiteY745" fmla="*/ 1078452 h 1403292"/>
                <a:gd name="connsiteX746" fmla="*/ 883636 w 1293660"/>
                <a:gd name="connsiteY746" fmla="*/ 1080755 h 1403292"/>
                <a:gd name="connsiteX747" fmla="*/ 881663 w 1293660"/>
                <a:gd name="connsiteY747" fmla="*/ 1081413 h 1403292"/>
                <a:gd name="connsiteX748" fmla="*/ 879251 w 1293660"/>
                <a:gd name="connsiteY748" fmla="*/ 1081741 h 1403292"/>
                <a:gd name="connsiteX749" fmla="*/ 876620 w 1293660"/>
                <a:gd name="connsiteY749" fmla="*/ 1082947 h 1403292"/>
                <a:gd name="connsiteX750" fmla="*/ 875523 w 1293660"/>
                <a:gd name="connsiteY750" fmla="*/ 1084701 h 1403292"/>
                <a:gd name="connsiteX751" fmla="*/ 873769 w 1293660"/>
                <a:gd name="connsiteY751" fmla="*/ 1092047 h 1403292"/>
                <a:gd name="connsiteX752" fmla="*/ 875304 w 1293660"/>
                <a:gd name="connsiteY752" fmla="*/ 1089306 h 1403292"/>
                <a:gd name="connsiteX753" fmla="*/ 878045 w 1293660"/>
                <a:gd name="connsiteY753" fmla="*/ 1087881 h 1403292"/>
                <a:gd name="connsiteX754" fmla="*/ 880347 w 1293660"/>
                <a:gd name="connsiteY754" fmla="*/ 1088539 h 1403292"/>
                <a:gd name="connsiteX755" fmla="*/ 880785 w 1293660"/>
                <a:gd name="connsiteY755" fmla="*/ 1092047 h 1403292"/>
                <a:gd name="connsiteX756" fmla="*/ 878593 w 1293660"/>
                <a:gd name="connsiteY756" fmla="*/ 1094897 h 1403292"/>
                <a:gd name="connsiteX757" fmla="*/ 874646 w 1293660"/>
                <a:gd name="connsiteY757" fmla="*/ 1095774 h 1403292"/>
                <a:gd name="connsiteX758" fmla="*/ 871138 w 1293660"/>
                <a:gd name="connsiteY758" fmla="*/ 1097309 h 1403292"/>
                <a:gd name="connsiteX759" fmla="*/ 869164 w 1293660"/>
                <a:gd name="connsiteY759" fmla="*/ 1100927 h 1403292"/>
                <a:gd name="connsiteX760" fmla="*/ 869274 w 1293660"/>
                <a:gd name="connsiteY760" fmla="*/ 1108163 h 1403292"/>
                <a:gd name="connsiteX761" fmla="*/ 874975 w 1293660"/>
                <a:gd name="connsiteY761" fmla="*/ 1122525 h 1403292"/>
                <a:gd name="connsiteX762" fmla="*/ 876729 w 1293660"/>
                <a:gd name="connsiteY762" fmla="*/ 1129541 h 1403292"/>
                <a:gd name="connsiteX763" fmla="*/ 877058 w 1293660"/>
                <a:gd name="connsiteY763" fmla="*/ 1143355 h 1403292"/>
                <a:gd name="connsiteX764" fmla="*/ 882759 w 1293660"/>
                <a:gd name="connsiteY764" fmla="*/ 1146644 h 1403292"/>
                <a:gd name="connsiteX765" fmla="*/ 883636 w 1293660"/>
                <a:gd name="connsiteY765" fmla="*/ 1152016 h 1403292"/>
                <a:gd name="connsiteX766" fmla="*/ 883526 w 1293660"/>
                <a:gd name="connsiteY766" fmla="*/ 1157607 h 1403292"/>
                <a:gd name="connsiteX767" fmla="*/ 884294 w 1293660"/>
                <a:gd name="connsiteY767" fmla="*/ 1159251 h 1403292"/>
                <a:gd name="connsiteX768" fmla="*/ 886267 w 1293660"/>
                <a:gd name="connsiteY768" fmla="*/ 1160348 h 1403292"/>
                <a:gd name="connsiteX769" fmla="*/ 888241 w 1293660"/>
                <a:gd name="connsiteY769" fmla="*/ 1160128 h 1403292"/>
                <a:gd name="connsiteX770" fmla="*/ 890543 w 1293660"/>
                <a:gd name="connsiteY770" fmla="*/ 1158813 h 1403292"/>
                <a:gd name="connsiteX771" fmla="*/ 894270 w 1293660"/>
                <a:gd name="connsiteY771" fmla="*/ 1155634 h 1403292"/>
                <a:gd name="connsiteX772" fmla="*/ 895805 w 1293660"/>
                <a:gd name="connsiteY772" fmla="*/ 1157497 h 1403292"/>
                <a:gd name="connsiteX773" fmla="*/ 896682 w 1293660"/>
                <a:gd name="connsiteY773" fmla="*/ 1158265 h 1403292"/>
                <a:gd name="connsiteX774" fmla="*/ 899423 w 1293660"/>
                <a:gd name="connsiteY774" fmla="*/ 1159251 h 1403292"/>
                <a:gd name="connsiteX775" fmla="*/ 899423 w 1293660"/>
                <a:gd name="connsiteY775" fmla="*/ 1160677 h 1403292"/>
                <a:gd name="connsiteX776" fmla="*/ 898656 w 1293660"/>
                <a:gd name="connsiteY776" fmla="*/ 1162211 h 1403292"/>
                <a:gd name="connsiteX777" fmla="*/ 898327 w 1293660"/>
                <a:gd name="connsiteY777" fmla="*/ 1163198 h 1403292"/>
                <a:gd name="connsiteX778" fmla="*/ 899971 w 1293660"/>
                <a:gd name="connsiteY778" fmla="*/ 1166049 h 1403292"/>
                <a:gd name="connsiteX779" fmla="*/ 905124 w 1293660"/>
                <a:gd name="connsiteY779" fmla="*/ 1172298 h 1403292"/>
                <a:gd name="connsiteX780" fmla="*/ 908961 w 1293660"/>
                <a:gd name="connsiteY780" fmla="*/ 1175806 h 1403292"/>
                <a:gd name="connsiteX781" fmla="*/ 906440 w 1293660"/>
                <a:gd name="connsiteY781" fmla="*/ 1177889 h 1403292"/>
                <a:gd name="connsiteX782" fmla="*/ 900958 w 1293660"/>
                <a:gd name="connsiteY782" fmla="*/ 1177121 h 1403292"/>
                <a:gd name="connsiteX783" fmla="*/ 895586 w 1293660"/>
                <a:gd name="connsiteY783" fmla="*/ 1176683 h 1403292"/>
                <a:gd name="connsiteX784" fmla="*/ 889446 w 1293660"/>
                <a:gd name="connsiteY784" fmla="*/ 1176244 h 1403292"/>
                <a:gd name="connsiteX785" fmla="*/ 889885 w 1293660"/>
                <a:gd name="connsiteY785" fmla="*/ 1178437 h 1403292"/>
                <a:gd name="connsiteX786" fmla="*/ 894161 w 1293660"/>
                <a:gd name="connsiteY786" fmla="*/ 1178327 h 1403292"/>
                <a:gd name="connsiteX787" fmla="*/ 901177 w 1293660"/>
                <a:gd name="connsiteY787" fmla="*/ 1180082 h 1403292"/>
                <a:gd name="connsiteX788" fmla="*/ 904466 w 1293660"/>
                <a:gd name="connsiteY788" fmla="*/ 1182055 h 1403292"/>
                <a:gd name="connsiteX789" fmla="*/ 913127 w 1293660"/>
                <a:gd name="connsiteY789" fmla="*/ 1188414 h 1403292"/>
                <a:gd name="connsiteX790" fmla="*/ 919376 w 1293660"/>
                <a:gd name="connsiteY790" fmla="*/ 1196417 h 1403292"/>
                <a:gd name="connsiteX791" fmla="*/ 926283 w 1293660"/>
                <a:gd name="connsiteY791" fmla="*/ 1204529 h 1403292"/>
                <a:gd name="connsiteX792" fmla="*/ 929353 w 1293660"/>
                <a:gd name="connsiteY792" fmla="*/ 1206064 h 1403292"/>
                <a:gd name="connsiteX793" fmla="*/ 935931 w 1293660"/>
                <a:gd name="connsiteY793" fmla="*/ 1209792 h 1403292"/>
                <a:gd name="connsiteX794" fmla="*/ 940425 w 1293660"/>
                <a:gd name="connsiteY794" fmla="*/ 1210888 h 1403292"/>
                <a:gd name="connsiteX795" fmla="*/ 945140 w 1293660"/>
                <a:gd name="connsiteY795" fmla="*/ 1211984 h 1403292"/>
                <a:gd name="connsiteX796" fmla="*/ 949964 w 1293660"/>
                <a:gd name="connsiteY796" fmla="*/ 1212862 h 1403292"/>
                <a:gd name="connsiteX797" fmla="*/ 954787 w 1293660"/>
                <a:gd name="connsiteY797" fmla="*/ 1214287 h 1403292"/>
                <a:gd name="connsiteX798" fmla="*/ 963229 w 1293660"/>
                <a:gd name="connsiteY798" fmla="*/ 1216370 h 1403292"/>
                <a:gd name="connsiteX799" fmla="*/ 974740 w 1293660"/>
                <a:gd name="connsiteY799" fmla="*/ 1219878 h 1403292"/>
                <a:gd name="connsiteX800" fmla="*/ 980332 w 1293660"/>
                <a:gd name="connsiteY800" fmla="*/ 1224483 h 1403292"/>
                <a:gd name="connsiteX801" fmla="*/ 982305 w 1293660"/>
                <a:gd name="connsiteY801" fmla="*/ 1222619 h 1403292"/>
                <a:gd name="connsiteX802" fmla="*/ 983949 w 1293660"/>
                <a:gd name="connsiteY802" fmla="*/ 1219988 h 1403292"/>
                <a:gd name="connsiteX803" fmla="*/ 985046 w 1293660"/>
                <a:gd name="connsiteY803" fmla="*/ 1218782 h 1403292"/>
                <a:gd name="connsiteX804" fmla="*/ 986471 w 1293660"/>
                <a:gd name="connsiteY804" fmla="*/ 1217576 h 1403292"/>
                <a:gd name="connsiteX805" fmla="*/ 988006 w 1293660"/>
                <a:gd name="connsiteY805" fmla="*/ 1216699 h 1403292"/>
                <a:gd name="connsiteX806" fmla="*/ 989431 w 1293660"/>
                <a:gd name="connsiteY806" fmla="*/ 1216370 h 1403292"/>
                <a:gd name="connsiteX807" fmla="*/ 992830 w 1293660"/>
                <a:gd name="connsiteY807" fmla="*/ 1216589 h 1403292"/>
                <a:gd name="connsiteX808" fmla="*/ 996228 w 1293660"/>
                <a:gd name="connsiteY808" fmla="*/ 1217247 h 1403292"/>
                <a:gd name="connsiteX809" fmla="*/ 999408 w 1293660"/>
                <a:gd name="connsiteY809" fmla="*/ 1218672 h 1403292"/>
                <a:gd name="connsiteX810" fmla="*/ 1002148 w 1293660"/>
                <a:gd name="connsiteY810" fmla="*/ 1220974 h 1403292"/>
                <a:gd name="connsiteX811" fmla="*/ 1009055 w 1293660"/>
                <a:gd name="connsiteY811" fmla="*/ 1229416 h 1403292"/>
                <a:gd name="connsiteX812" fmla="*/ 1010590 w 1293660"/>
                <a:gd name="connsiteY812" fmla="*/ 1238844 h 1403292"/>
                <a:gd name="connsiteX813" fmla="*/ 1010700 w 1293660"/>
                <a:gd name="connsiteY813" fmla="*/ 1243339 h 1403292"/>
                <a:gd name="connsiteX814" fmla="*/ 1015633 w 1293660"/>
                <a:gd name="connsiteY814" fmla="*/ 1255618 h 1403292"/>
                <a:gd name="connsiteX815" fmla="*/ 1011467 w 1293660"/>
                <a:gd name="connsiteY815" fmla="*/ 1252658 h 1403292"/>
                <a:gd name="connsiteX816" fmla="*/ 1005876 w 1293660"/>
                <a:gd name="connsiteY816" fmla="*/ 1243887 h 1403292"/>
                <a:gd name="connsiteX817" fmla="*/ 1004012 w 1293660"/>
                <a:gd name="connsiteY817" fmla="*/ 1240927 h 1403292"/>
                <a:gd name="connsiteX818" fmla="*/ 1003245 w 1293660"/>
                <a:gd name="connsiteY818" fmla="*/ 1243230 h 1403292"/>
                <a:gd name="connsiteX819" fmla="*/ 1010042 w 1293660"/>
                <a:gd name="connsiteY819" fmla="*/ 1253097 h 1403292"/>
                <a:gd name="connsiteX820" fmla="*/ 1011467 w 1293660"/>
                <a:gd name="connsiteY820" fmla="*/ 1256166 h 1403292"/>
                <a:gd name="connsiteX821" fmla="*/ 1012125 w 1293660"/>
                <a:gd name="connsiteY821" fmla="*/ 1259455 h 1403292"/>
                <a:gd name="connsiteX822" fmla="*/ 1014866 w 1293660"/>
                <a:gd name="connsiteY822" fmla="*/ 1266252 h 1403292"/>
                <a:gd name="connsiteX823" fmla="*/ 1017826 w 1293660"/>
                <a:gd name="connsiteY823" fmla="*/ 1270967 h 1403292"/>
                <a:gd name="connsiteX824" fmla="*/ 1019361 w 1293660"/>
                <a:gd name="connsiteY824" fmla="*/ 1278751 h 1403292"/>
                <a:gd name="connsiteX825" fmla="*/ 1020896 w 1293660"/>
                <a:gd name="connsiteY825" fmla="*/ 1286315 h 1403292"/>
                <a:gd name="connsiteX826" fmla="*/ 1025829 w 1293660"/>
                <a:gd name="connsiteY826" fmla="*/ 1294099 h 1403292"/>
                <a:gd name="connsiteX827" fmla="*/ 1035038 w 1293660"/>
                <a:gd name="connsiteY827" fmla="*/ 1304295 h 1403292"/>
                <a:gd name="connsiteX828" fmla="*/ 1038217 w 1293660"/>
                <a:gd name="connsiteY828" fmla="*/ 1307145 h 1403292"/>
                <a:gd name="connsiteX829" fmla="*/ 1046659 w 1293660"/>
                <a:gd name="connsiteY829" fmla="*/ 1310544 h 1403292"/>
                <a:gd name="connsiteX830" fmla="*/ 1052798 w 1293660"/>
                <a:gd name="connsiteY830" fmla="*/ 1313394 h 1403292"/>
                <a:gd name="connsiteX831" fmla="*/ 1058828 w 1293660"/>
                <a:gd name="connsiteY831" fmla="*/ 1314271 h 1403292"/>
                <a:gd name="connsiteX832" fmla="*/ 1059267 w 1293660"/>
                <a:gd name="connsiteY832" fmla="*/ 1312079 h 1403292"/>
                <a:gd name="connsiteX833" fmla="*/ 1062008 w 1293660"/>
                <a:gd name="connsiteY833" fmla="*/ 1309996 h 1403292"/>
                <a:gd name="connsiteX834" fmla="*/ 1070559 w 1293660"/>
                <a:gd name="connsiteY834" fmla="*/ 1309338 h 1403292"/>
                <a:gd name="connsiteX835" fmla="*/ 1085140 w 1293660"/>
                <a:gd name="connsiteY835" fmla="*/ 1312079 h 1403292"/>
                <a:gd name="connsiteX836" fmla="*/ 1092266 w 1293660"/>
                <a:gd name="connsiteY836" fmla="*/ 1315368 h 1403292"/>
                <a:gd name="connsiteX837" fmla="*/ 1092485 w 1293660"/>
                <a:gd name="connsiteY837" fmla="*/ 1313723 h 1403292"/>
                <a:gd name="connsiteX838" fmla="*/ 1090402 w 1293660"/>
                <a:gd name="connsiteY838" fmla="*/ 1313285 h 1403292"/>
                <a:gd name="connsiteX839" fmla="*/ 1086456 w 1293660"/>
                <a:gd name="connsiteY839" fmla="*/ 1311092 h 1403292"/>
                <a:gd name="connsiteX840" fmla="*/ 1086785 w 1293660"/>
                <a:gd name="connsiteY840" fmla="*/ 1309448 h 1403292"/>
                <a:gd name="connsiteX841" fmla="*/ 1087442 w 1293660"/>
                <a:gd name="connsiteY841" fmla="*/ 1308022 h 1403292"/>
                <a:gd name="connsiteX842" fmla="*/ 1086785 w 1293660"/>
                <a:gd name="connsiteY842" fmla="*/ 1306597 h 1403292"/>
                <a:gd name="connsiteX843" fmla="*/ 1084592 w 1293660"/>
                <a:gd name="connsiteY843" fmla="*/ 1306159 h 1403292"/>
                <a:gd name="connsiteX844" fmla="*/ 1082180 w 1293660"/>
                <a:gd name="connsiteY844" fmla="*/ 1305830 h 1403292"/>
                <a:gd name="connsiteX845" fmla="*/ 1080645 w 1293660"/>
                <a:gd name="connsiteY845" fmla="*/ 1304733 h 1403292"/>
                <a:gd name="connsiteX846" fmla="*/ 1081193 w 1293660"/>
                <a:gd name="connsiteY846" fmla="*/ 1302321 h 1403292"/>
                <a:gd name="connsiteX847" fmla="*/ 1082947 w 1293660"/>
                <a:gd name="connsiteY847" fmla="*/ 1300019 h 1403292"/>
                <a:gd name="connsiteX848" fmla="*/ 1085359 w 1293660"/>
                <a:gd name="connsiteY848" fmla="*/ 1297169 h 1403292"/>
                <a:gd name="connsiteX849" fmla="*/ 1088648 w 1293660"/>
                <a:gd name="connsiteY849" fmla="*/ 1298046 h 1403292"/>
                <a:gd name="connsiteX850" fmla="*/ 1089854 w 1293660"/>
                <a:gd name="connsiteY850" fmla="*/ 1301993 h 1403292"/>
                <a:gd name="connsiteX851" fmla="*/ 1092047 w 1293660"/>
                <a:gd name="connsiteY851" fmla="*/ 1300129 h 1403292"/>
                <a:gd name="connsiteX852" fmla="*/ 1094349 w 1293660"/>
                <a:gd name="connsiteY852" fmla="*/ 1299033 h 1403292"/>
                <a:gd name="connsiteX853" fmla="*/ 1094897 w 1293660"/>
                <a:gd name="connsiteY853" fmla="*/ 1302102 h 1403292"/>
                <a:gd name="connsiteX854" fmla="*/ 1096323 w 1293660"/>
                <a:gd name="connsiteY854" fmla="*/ 1304514 h 1403292"/>
                <a:gd name="connsiteX855" fmla="*/ 1099063 w 1293660"/>
                <a:gd name="connsiteY855" fmla="*/ 1304843 h 1403292"/>
                <a:gd name="connsiteX856" fmla="*/ 1102572 w 1293660"/>
                <a:gd name="connsiteY856" fmla="*/ 1305172 h 1403292"/>
                <a:gd name="connsiteX857" fmla="*/ 1103668 w 1293660"/>
                <a:gd name="connsiteY857" fmla="*/ 1307584 h 1403292"/>
                <a:gd name="connsiteX858" fmla="*/ 1102572 w 1293660"/>
                <a:gd name="connsiteY858" fmla="*/ 1309667 h 1403292"/>
                <a:gd name="connsiteX859" fmla="*/ 1104106 w 1293660"/>
                <a:gd name="connsiteY859" fmla="*/ 1310544 h 1403292"/>
                <a:gd name="connsiteX860" fmla="*/ 1105093 w 1293660"/>
                <a:gd name="connsiteY860" fmla="*/ 1314491 h 1403292"/>
                <a:gd name="connsiteX861" fmla="*/ 1100598 w 1293660"/>
                <a:gd name="connsiteY861" fmla="*/ 1312737 h 1403292"/>
                <a:gd name="connsiteX862" fmla="*/ 1096542 w 1293660"/>
                <a:gd name="connsiteY862" fmla="*/ 1311640 h 1403292"/>
                <a:gd name="connsiteX863" fmla="*/ 1094349 w 1293660"/>
                <a:gd name="connsiteY863" fmla="*/ 1312188 h 1403292"/>
                <a:gd name="connsiteX864" fmla="*/ 1095884 w 1293660"/>
                <a:gd name="connsiteY864" fmla="*/ 1313833 h 1403292"/>
                <a:gd name="connsiteX865" fmla="*/ 1101475 w 1293660"/>
                <a:gd name="connsiteY865" fmla="*/ 1314491 h 1403292"/>
                <a:gd name="connsiteX866" fmla="*/ 1107176 w 1293660"/>
                <a:gd name="connsiteY866" fmla="*/ 1316683 h 1403292"/>
                <a:gd name="connsiteX867" fmla="*/ 1113206 w 1293660"/>
                <a:gd name="connsiteY867" fmla="*/ 1321946 h 1403292"/>
                <a:gd name="connsiteX868" fmla="*/ 1118907 w 1293660"/>
                <a:gd name="connsiteY868" fmla="*/ 1330826 h 1403292"/>
                <a:gd name="connsiteX869" fmla="*/ 1127568 w 1293660"/>
                <a:gd name="connsiteY869" fmla="*/ 1337075 h 1403292"/>
                <a:gd name="connsiteX870" fmla="*/ 1134804 w 1293660"/>
                <a:gd name="connsiteY870" fmla="*/ 1347380 h 1403292"/>
                <a:gd name="connsiteX871" fmla="*/ 1139079 w 1293660"/>
                <a:gd name="connsiteY871" fmla="*/ 1352643 h 1403292"/>
                <a:gd name="connsiteX872" fmla="*/ 1141272 w 1293660"/>
                <a:gd name="connsiteY872" fmla="*/ 1361194 h 1403292"/>
                <a:gd name="connsiteX873" fmla="*/ 1142368 w 1293660"/>
                <a:gd name="connsiteY873" fmla="*/ 1369745 h 1403292"/>
                <a:gd name="connsiteX874" fmla="*/ 1139627 w 1293660"/>
                <a:gd name="connsiteY874" fmla="*/ 1385203 h 1403292"/>
                <a:gd name="connsiteX875" fmla="*/ 1140285 w 1293660"/>
                <a:gd name="connsiteY875" fmla="*/ 1388383 h 1403292"/>
                <a:gd name="connsiteX876" fmla="*/ 1142149 w 1293660"/>
                <a:gd name="connsiteY876" fmla="*/ 1388163 h 1403292"/>
                <a:gd name="connsiteX877" fmla="*/ 1147740 w 1293660"/>
                <a:gd name="connsiteY877" fmla="*/ 1381695 h 1403292"/>
                <a:gd name="connsiteX878" fmla="*/ 1149823 w 1293660"/>
                <a:gd name="connsiteY878" fmla="*/ 1381476 h 1403292"/>
                <a:gd name="connsiteX879" fmla="*/ 1151906 w 1293660"/>
                <a:gd name="connsiteY879" fmla="*/ 1381805 h 1403292"/>
                <a:gd name="connsiteX880" fmla="*/ 1155962 w 1293660"/>
                <a:gd name="connsiteY880" fmla="*/ 1383011 h 1403292"/>
                <a:gd name="connsiteX881" fmla="*/ 1155414 w 1293660"/>
                <a:gd name="connsiteY881" fmla="*/ 1381476 h 1403292"/>
                <a:gd name="connsiteX882" fmla="*/ 1154757 w 1293660"/>
                <a:gd name="connsiteY882" fmla="*/ 1380270 h 1403292"/>
                <a:gd name="connsiteX883" fmla="*/ 1153989 w 1293660"/>
                <a:gd name="connsiteY883" fmla="*/ 1379283 h 1403292"/>
                <a:gd name="connsiteX884" fmla="*/ 1153112 w 1293660"/>
                <a:gd name="connsiteY884" fmla="*/ 1378516 h 1403292"/>
                <a:gd name="connsiteX885" fmla="*/ 1158594 w 1293660"/>
                <a:gd name="connsiteY885" fmla="*/ 1381695 h 1403292"/>
                <a:gd name="connsiteX886" fmla="*/ 1161992 w 1293660"/>
                <a:gd name="connsiteY886" fmla="*/ 1388821 h 1403292"/>
                <a:gd name="connsiteX887" fmla="*/ 1163856 w 1293660"/>
                <a:gd name="connsiteY887" fmla="*/ 1385203 h 1403292"/>
                <a:gd name="connsiteX888" fmla="*/ 1165172 w 1293660"/>
                <a:gd name="connsiteY888" fmla="*/ 1384217 h 1403292"/>
                <a:gd name="connsiteX889" fmla="*/ 1166487 w 1293660"/>
                <a:gd name="connsiteY889" fmla="*/ 1383230 h 1403292"/>
                <a:gd name="connsiteX890" fmla="*/ 1167803 w 1293660"/>
                <a:gd name="connsiteY890" fmla="*/ 1382243 h 1403292"/>
                <a:gd name="connsiteX891" fmla="*/ 1169118 w 1293660"/>
                <a:gd name="connsiteY891" fmla="*/ 1381257 h 1403292"/>
                <a:gd name="connsiteX892" fmla="*/ 1188962 w 1293660"/>
                <a:gd name="connsiteY892" fmla="*/ 1366018 h 1403292"/>
                <a:gd name="connsiteX893" fmla="*/ 1208586 w 1293660"/>
                <a:gd name="connsiteY893" fmla="*/ 1350560 h 1403292"/>
                <a:gd name="connsiteX894" fmla="*/ 1227991 w 1293660"/>
                <a:gd name="connsiteY894" fmla="*/ 1334773 h 1403292"/>
                <a:gd name="connsiteX895" fmla="*/ 1247286 w 1293660"/>
                <a:gd name="connsiteY895" fmla="*/ 1318657 h 1403292"/>
                <a:gd name="connsiteX896" fmla="*/ 1257153 w 1293660"/>
                <a:gd name="connsiteY896" fmla="*/ 1310434 h 1403292"/>
                <a:gd name="connsiteX897" fmla="*/ 1267020 w 1293660"/>
                <a:gd name="connsiteY897" fmla="*/ 1302212 h 1403292"/>
                <a:gd name="connsiteX898" fmla="*/ 1276887 w 1293660"/>
                <a:gd name="connsiteY898" fmla="*/ 1293989 h 1403292"/>
                <a:gd name="connsiteX899" fmla="*/ 1286754 w 1293660"/>
                <a:gd name="connsiteY899" fmla="*/ 1285767 h 1403292"/>
                <a:gd name="connsiteX900" fmla="*/ 1288069 w 1293660"/>
                <a:gd name="connsiteY900" fmla="*/ 1282697 h 1403292"/>
                <a:gd name="connsiteX901" fmla="*/ 1288398 w 1293660"/>
                <a:gd name="connsiteY901" fmla="*/ 1277873 h 1403292"/>
                <a:gd name="connsiteX902" fmla="*/ 1288289 w 1293660"/>
                <a:gd name="connsiteY902" fmla="*/ 1272611 h 1403292"/>
                <a:gd name="connsiteX903" fmla="*/ 1288398 w 1293660"/>
                <a:gd name="connsiteY903" fmla="*/ 1268445 h 1403292"/>
                <a:gd name="connsiteX904" fmla="*/ 1289714 w 1293660"/>
                <a:gd name="connsiteY904" fmla="*/ 1262744 h 1403292"/>
                <a:gd name="connsiteX905" fmla="*/ 1291578 w 1293660"/>
                <a:gd name="connsiteY905" fmla="*/ 1257372 h 1403292"/>
                <a:gd name="connsiteX906" fmla="*/ 1293441 w 1293660"/>
                <a:gd name="connsiteY906" fmla="*/ 1252000 h 1403292"/>
                <a:gd name="connsiteX907" fmla="*/ 1295305 w 1293660"/>
                <a:gd name="connsiteY907" fmla="*/ 1246957 h 1403292"/>
                <a:gd name="connsiteX908" fmla="*/ 1295305 w 1293660"/>
                <a:gd name="connsiteY908" fmla="*/ 1246957 h 1403292"/>
                <a:gd name="connsiteX909" fmla="*/ 1155414 w 1293660"/>
                <a:gd name="connsiteY909" fmla="*/ 1387725 h 1403292"/>
                <a:gd name="connsiteX910" fmla="*/ 1151358 w 1293660"/>
                <a:gd name="connsiteY910" fmla="*/ 1386519 h 1403292"/>
                <a:gd name="connsiteX911" fmla="*/ 1147411 w 1293660"/>
                <a:gd name="connsiteY911" fmla="*/ 1386519 h 1403292"/>
                <a:gd name="connsiteX912" fmla="*/ 1145657 w 1293660"/>
                <a:gd name="connsiteY912" fmla="*/ 1388602 h 1403292"/>
                <a:gd name="connsiteX913" fmla="*/ 1145328 w 1293660"/>
                <a:gd name="connsiteY913" fmla="*/ 1400333 h 1403292"/>
                <a:gd name="connsiteX914" fmla="*/ 1144451 w 1293660"/>
                <a:gd name="connsiteY914" fmla="*/ 1404170 h 1403292"/>
                <a:gd name="connsiteX915" fmla="*/ 1145767 w 1293660"/>
                <a:gd name="connsiteY915" fmla="*/ 1403512 h 1403292"/>
                <a:gd name="connsiteX916" fmla="*/ 1149494 w 1293660"/>
                <a:gd name="connsiteY916" fmla="*/ 1401100 h 1403292"/>
                <a:gd name="connsiteX917" fmla="*/ 1153331 w 1293660"/>
                <a:gd name="connsiteY917" fmla="*/ 1398688 h 1403292"/>
                <a:gd name="connsiteX918" fmla="*/ 1157059 w 1293660"/>
                <a:gd name="connsiteY918" fmla="*/ 1396167 h 1403292"/>
                <a:gd name="connsiteX919" fmla="*/ 1159251 w 1293660"/>
                <a:gd name="connsiteY919" fmla="*/ 1394413 h 1403292"/>
                <a:gd name="connsiteX920" fmla="*/ 1159251 w 1293660"/>
                <a:gd name="connsiteY920" fmla="*/ 1394413 h 1403292"/>
                <a:gd name="connsiteX921" fmla="*/ 1159251 w 1293660"/>
                <a:gd name="connsiteY921" fmla="*/ 1393536 h 1403292"/>
                <a:gd name="connsiteX922" fmla="*/ 1157717 w 1293660"/>
                <a:gd name="connsiteY922" fmla="*/ 1389369 h 1403292"/>
                <a:gd name="connsiteX923" fmla="*/ 1155414 w 1293660"/>
                <a:gd name="connsiteY923" fmla="*/ 1387725 h 1403292"/>
                <a:gd name="connsiteX924" fmla="*/ 1138531 w 1293660"/>
                <a:gd name="connsiteY924" fmla="*/ 1395180 h 1403292"/>
                <a:gd name="connsiteX925" fmla="*/ 1137763 w 1293660"/>
                <a:gd name="connsiteY925" fmla="*/ 1397482 h 1403292"/>
                <a:gd name="connsiteX926" fmla="*/ 1137106 w 1293660"/>
                <a:gd name="connsiteY926" fmla="*/ 1400990 h 1403292"/>
                <a:gd name="connsiteX927" fmla="*/ 1133378 w 1293660"/>
                <a:gd name="connsiteY927" fmla="*/ 1408336 h 1403292"/>
                <a:gd name="connsiteX928" fmla="*/ 1132611 w 1293660"/>
                <a:gd name="connsiteY928" fmla="*/ 1409871 h 1403292"/>
                <a:gd name="connsiteX929" fmla="*/ 1132611 w 1293660"/>
                <a:gd name="connsiteY929" fmla="*/ 1409871 h 1403292"/>
                <a:gd name="connsiteX930" fmla="*/ 1132721 w 1293660"/>
                <a:gd name="connsiteY930" fmla="*/ 1409871 h 1403292"/>
                <a:gd name="connsiteX931" fmla="*/ 1133378 w 1293660"/>
                <a:gd name="connsiteY931" fmla="*/ 1409542 h 1403292"/>
                <a:gd name="connsiteX932" fmla="*/ 1134036 w 1293660"/>
                <a:gd name="connsiteY932" fmla="*/ 1409213 h 1403292"/>
                <a:gd name="connsiteX933" fmla="*/ 1134474 w 1293660"/>
                <a:gd name="connsiteY933" fmla="*/ 1408994 h 1403292"/>
                <a:gd name="connsiteX934" fmla="*/ 1135132 w 1293660"/>
                <a:gd name="connsiteY934" fmla="*/ 1407459 h 1403292"/>
                <a:gd name="connsiteX935" fmla="*/ 1136119 w 1293660"/>
                <a:gd name="connsiteY935" fmla="*/ 1405814 h 1403292"/>
                <a:gd name="connsiteX936" fmla="*/ 1137325 w 1293660"/>
                <a:gd name="connsiteY936" fmla="*/ 1404170 h 1403292"/>
                <a:gd name="connsiteX937" fmla="*/ 1138641 w 1293660"/>
                <a:gd name="connsiteY937" fmla="*/ 1402964 h 1403292"/>
                <a:gd name="connsiteX938" fmla="*/ 1140724 w 1293660"/>
                <a:gd name="connsiteY938" fmla="*/ 1398250 h 1403292"/>
                <a:gd name="connsiteX939" fmla="*/ 1140066 w 1293660"/>
                <a:gd name="connsiteY939" fmla="*/ 1395509 h 1403292"/>
                <a:gd name="connsiteX940" fmla="*/ 1138531 w 1293660"/>
                <a:gd name="connsiteY940" fmla="*/ 1395180 h 1403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</a:cxnLst>
              <a:rect l="l" t="t" r="r" b="b"/>
              <a:pathLst>
                <a:path w="1293660" h="1403292">
                  <a:moveTo>
                    <a:pt x="719736" y="1024184"/>
                  </a:moveTo>
                  <a:lnTo>
                    <a:pt x="718201" y="1026158"/>
                  </a:lnTo>
                  <a:lnTo>
                    <a:pt x="719516" y="1028460"/>
                  </a:lnTo>
                  <a:lnTo>
                    <a:pt x="720832" y="1030982"/>
                  </a:lnTo>
                  <a:lnTo>
                    <a:pt x="724011" y="1031859"/>
                  </a:lnTo>
                  <a:lnTo>
                    <a:pt x="722477" y="1028460"/>
                  </a:lnTo>
                  <a:lnTo>
                    <a:pt x="719736" y="1024184"/>
                  </a:lnTo>
                  <a:close/>
                  <a:moveTo>
                    <a:pt x="545311" y="767645"/>
                  </a:moveTo>
                  <a:lnTo>
                    <a:pt x="546188" y="764246"/>
                  </a:lnTo>
                  <a:lnTo>
                    <a:pt x="545092" y="761396"/>
                  </a:lnTo>
                  <a:lnTo>
                    <a:pt x="546188" y="759094"/>
                  </a:lnTo>
                  <a:lnTo>
                    <a:pt x="546407" y="757011"/>
                  </a:lnTo>
                  <a:lnTo>
                    <a:pt x="547065" y="755147"/>
                  </a:lnTo>
                  <a:lnTo>
                    <a:pt x="546626" y="754051"/>
                  </a:lnTo>
                  <a:lnTo>
                    <a:pt x="544324" y="751529"/>
                  </a:lnTo>
                  <a:lnTo>
                    <a:pt x="543447" y="747911"/>
                  </a:lnTo>
                  <a:lnTo>
                    <a:pt x="546298" y="745061"/>
                  </a:lnTo>
                  <a:lnTo>
                    <a:pt x="546846" y="743087"/>
                  </a:lnTo>
                  <a:lnTo>
                    <a:pt x="544105" y="744074"/>
                  </a:lnTo>
                  <a:lnTo>
                    <a:pt x="542241" y="746157"/>
                  </a:lnTo>
                  <a:lnTo>
                    <a:pt x="539829" y="748459"/>
                  </a:lnTo>
                  <a:lnTo>
                    <a:pt x="536540" y="749008"/>
                  </a:lnTo>
                  <a:lnTo>
                    <a:pt x="531168" y="748898"/>
                  </a:lnTo>
                  <a:lnTo>
                    <a:pt x="527331" y="749556"/>
                  </a:lnTo>
                  <a:lnTo>
                    <a:pt x="523933" y="752406"/>
                  </a:lnTo>
                  <a:lnTo>
                    <a:pt x="519657" y="755914"/>
                  </a:lnTo>
                  <a:lnTo>
                    <a:pt x="515601" y="755914"/>
                  </a:lnTo>
                  <a:lnTo>
                    <a:pt x="512421" y="753064"/>
                  </a:lnTo>
                  <a:lnTo>
                    <a:pt x="509571" y="754928"/>
                  </a:lnTo>
                  <a:lnTo>
                    <a:pt x="507268" y="757559"/>
                  </a:lnTo>
                  <a:lnTo>
                    <a:pt x="505514" y="760519"/>
                  </a:lnTo>
                  <a:lnTo>
                    <a:pt x="504199" y="763589"/>
                  </a:lnTo>
                  <a:lnTo>
                    <a:pt x="501896" y="771921"/>
                  </a:lnTo>
                  <a:lnTo>
                    <a:pt x="500252" y="781349"/>
                  </a:lnTo>
                  <a:lnTo>
                    <a:pt x="499594" y="791106"/>
                  </a:lnTo>
                  <a:lnTo>
                    <a:pt x="500252" y="800425"/>
                  </a:lnTo>
                  <a:lnTo>
                    <a:pt x="502335" y="802508"/>
                  </a:lnTo>
                  <a:lnTo>
                    <a:pt x="503102" y="804591"/>
                  </a:lnTo>
                  <a:lnTo>
                    <a:pt x="502116" y="807332"/>
                  </a:lnTo>
                  <a:lnTo>
                    <a:pt x="501129" y="809305"/>
                  </a:lnTo>
                  <a:lnTo>
                    <a:pt x="500362" y="811608"/>
                  </a:lnTo>
                  <a:lnTo>
                    <a:pt x="499485" y="813471"/>
                  </a:lnTo>
                  <a:lnTo>
                    <a:pt x="498169" y="814239"/>
                  </a:lnTo>
                  <a:lnTo>
                    <a:pt x="495099" y="818624"/>
                  </a:lnTo>
                  <a:lnTo>
                    <a:pt x="489289" y="822461"/>
                  </a:lnTo>
                  <a:lnTo>
                    <a:pt x="483917" y="826189"/>
                  </a:lnTo>
                  <a:lnTo>
                    <a:pt x="485890" y="827723"/>
                  </a:lnTo>
                  <a:lnTo>
                    <a:pt x="487973" y="827614"/>
                  </a:lnTo>
                  <a:lnTo>
                    <a:pt x="490714" y="830135"/>
                  </a:lnTo>
                  <a:lnTo>
                    <a:pt x="495976" y="833095"/>
                  </a:lnTo>
                  <a:lnTo>
                    <a:pt x="501019" y="835727"/>
                  </a:lnTo>
                  <a:lnTo>
                    <a:pt x="501458" y="837919"/>
                  </a:lnTo>
                  <a:lnTo>
                    <a:pt x="506720" y="838687"/>
                  </a:lnTo>
                  <a:lnTo>
                    <a:pt x="506830" y="841756"/>
                  </a:lnTo>
                  <a:lnTo>
                    <a:pt x="509132" y="842853"/>
                  </a:lnTo>
                  <a:lnTo>
                    <a:pt x="512969" y="842524"/>
                  </a:lnTo>
                  <a:lnTo>
                    <a:pt x="514943" y="843620"/>
                  </a:lnTo>
                  <a:lnTo>
                    <a:pt x="517464" y="842853"/>
                  </a:lnTo>
                  <a:lnTo>
                    <a:pt x="520095" y="844497"/>
                  </a:lnTo>
                  <a:lnTo>
                    <a:pt x="523494" y="848663"/>
                  </a:lnTo>
                  <a:lnTo>
                    <a:pt x="526454" y="849102"/>
                  </a:lnTo>
                  <a:lnTo>
                    <a:pt x="527989" y="852171"/>
                  </a:lnTo>
                  <a:lnTo>
                    <a:pt x="530620" y="850637"/>
                  </a:lnTo>
                  <a:lnTo>
                    <a:pt x="534457" y="851185"/>
                  </a:lnTo>
                  <a:lnTo>
                    <a:pt x="537746" y="854803"/>
                  </a:lnTo>
                  <a:lnTo>
                    <a:pt x="541803" y="851075"/>
                  </a:lnTo>
                  <a:lnTo>
                    <a:pt x="544653" y="849869"/>
                  </a:lnTo>
                  <a:lnTo>
                    <a:pt x="546955" y="850965"/>
                  </a:lnTo>
                  <a:lnTo>
                    <a:pt x="548929" y="849650"/>
                  </a:lnTo>
                  <a:lnTo>
                    <a:pt x="547394" y="847128"/>
                  </a:lnTo>
                  <a:lnTo>
                    <a:pt x="545092" y="846251"/>
                  </a:lnTo>
                  <a:lnTo>
                    <a:pt x="544324" y="841428"/>
                  </a:lnTo>
                  <a:lnTo>
                    <a:pt x="545311" y="837371"/>
                  </a:lnTo>
                  <a:lnTo>
                    <a:pt x="547723" y="834301"/>
                  </a:lnTo>
                  <a:lnTo>
                    <a:pt x="548709" y="829916"/>
                  </a:lnTo>
                  <a:lnTo>
                    <a:pt x="551998" y="825531"/>
                  </a:lnTo>
                  <a:lnTo>
                    <a:pt x="550902" y="822571"/>
                  </a:lnTo>
                  <a:lnTo>
                    <a:pt x="553862" y="819282"/>
                  </a:lnTo>
                  <a:lnTo>
                    <a:pt x="556493" y="807990"/>
                  </a:lnTo>
                  <a:lnTo>
                    <a:pt x="556713" y="800644"/>
                  </a:lnTo>
                  <a:lnTo>
                    <a:pt x="560221" y="792860"/>
                  </a:lnTo>
                  <a:lnTo>
                    <a:pt x="552437" y="776196"/>
                  </a:lnTo>
                  <a:lnTo>
                    <a:pt x="545311" y="767645"/>
                  </a:lnTo>
                  <a:close/>
                  <a:moveTo>
                    <a:pt x="65012" y="170369"/>
                  </a:moveTo>
                  <a:lnTo>
                    <a:pt x="56132" y="162475"/>
                  </a:lnTo>
                  <a:lnTo>
                    <a:pt x="49992" y="161269"/>
                  </a:lnTo>
                  <a:lnTo>
                    <a:pt x="47580" y="172013"/>
                  </a:lnTo>
                  <a:lnTo>
                    <a:pt x="54597" y="181441"/>
                  </a:lnTo>
                  <a:lnTo>
                    <a:pt x="63806" y="186156"/>
                  </a:lnTo>
                  <a:lnTo>
                    <a:pt x="68082" y="182647"/>
                  </a:lnTo>
                  <a:lnTo>
                    <a:pt x="69288" y="184621"/>
                  </a:lnTo>
                  <a:lnTo>
                    <a:pt x="71151" y="186375"/>
                  </a:lnTo>
                  <a:lnTo>
                    <a:pt x="73454" y="187471"/>
                  </a:lnTo>
                  <a:lnTo>
                    <a:pt x="76085" y="187471"/>
                  </a:lnTo>
                  <a:lnTo>
                    <a:pt x="72796" y="180235"/>
                  </a:lnTo>
                  <a:lnTo>
                    <a:pt x="65012" y="170369"/>
                  </a:lnTo>
                  <a:close/>
                  <a:moveTo>
                    <a:pt x="876071" y="1169447"/>
                  </a:moveTo>
                  <a:lnTo>
                    <a:pt x="875194" y="1159251"/>
                  </a:lnTo>
                  <a:lnTo>
                    <a:pt x="876291" y="1150700"/>
                  </a:lnTo>
                  <a:lnTo>
                    <a:pt x="875414" y="1153222"/>
                  </a:lnTo>
                  <a:lnTo>
                    <a:pt x="873988" y="1158374"/>
                  </a:lnTo>
                  <a:lnTo>
                    <a:pt x="873550" y="1163637"/>
                  </a:lnTo>
                  <a:lnTo>
                    <a:pt x="873988" y="1172627"/>
                  </a:lnTo>
                  <a:lnTo>
                    <a:pt x="877058" y="1176025"/>
                  </a:lnTo>
                  <a:lnTo>
                    <a:pt x="887692" y="1180082"/>
                  </a:lnTo>
                  <a:lnTo>
                    <a:pt x="888460" y="1176573"/>
                  </a:lnTo>
                  <a:lnTo>
                    <a:pt x="879689" y="1173613"/>
                  </a:lnTo>
                  <a:lnTo>
                    <a:pt x="876071" y="1169447"/>
                  </a:lnTo>
                  <a:close/>
                  <a:moveTo>
                    <a:pt x="1001491" y="1231060"/>
                  </a:moveTo>
                  <a:lnTo>
                    <a:pt x="996009" y="1227223"/>
                  </a:lnTo>
                  <a:lnTo>
                    <a:pt x="989650" y="1224154"/>
                  </a:lnTo>
                  <a:lnTo>
                    <a:pt x="985813" y="1222948"/>
                  </a:lnTo>
                  <a:lnTo>
                    <a:pt x="984278" y="1223496"/>
                  </a:lnTo>
                  <a:lnTo>
                    <a:pt x="986032" y="1225140"/>
                  </a:lnTo>
                  <a:lnTo>
                    <a:pt x="989321" y="1225798"/>
                  </a:lnTo>
                  <a:lnTo>
                    <a:pt x="994693" y="1228539"/>
                  </a:lnTo>
                  <a:lnTo>
                    <a:pt x="999188" y="1231828"/>
                  </a:lnTo>
                  <a:lnTo>
                    <a:pt x="1003683" y="1237967"/>
                  </a:lnTo>
                  <a:lnTo>
                    <a:pt x="1005218" y="1237967"/>
                  </a:lnTo>
                  <a:lnTo>
                    <a:pt x="1001491" y="1231060"/>
                  </a:lnTo>
                  <a:close/>
                  <a:moveTo>
                    <a:pt x="1295305" y="1246957"/>
                  </a:moveTo>
                  <a:lnTo>
                    <a:pt x="1293989" y="1244764"/>
                  </a:lnTo>
                  <a:lnTo>
                    <a:pt x="1293989" y="1244764"/>
                  </a:lnTo>
                  <a:lnTo>
                    <a:pt x="1292783" y="1242462"/>
                  </a:lnTo>
                  <a:lnTo>
                    <a:pt x="1291687" y="1240050"/>
                  </a:lnTo>
                  <a:lnTo>
                    <a:pt x="1290700" y="1237638"/>
                  </a:lnTo>
                  <a:lnTo>
                    <a:pt x="1289385" y="1236323"/>
                  </a:lnTo>
                  <a:lnTo>
                    <a:pt x="1288069" y="1236104"/>
                  </a:lnTo>
                  <a:lnTo>
                    <a:pt x="1286644" y="1236542"/>
                  </a:lnTo>
                  <a:lnTo>
                    <a:pt x="1284780" y="1237090"/>
                  </a:lnTo>
                  <a:lnTo>
                    <a:pt x="1281382" y="1237638"/>
                  </a:lnTo>
                  <a:lnTo>
                    <a:pt x="1278860" y="1237309"/>
                  </a:lnTo>
                  <a:lnTo>
                    <a:pt x="1276668" y="1235884"/>
                  </a:lnTo>
                  <a:lnTo>
                    <a:pt x="1274146" y="1233144"/>
                  </a:lnTo>
                  <a:lnTo>
                    <a:pt x="1269432" y="1227004"/>
                  </a:lnTo>
                  <a:lnTo>
                    <a:pt x="1265047" y="1220426"/>
                  </a:lnTo>
                  <a:lnTo>
                    <a:pt x="1260771" y="1213629"/>
                  </a:lnTo>
                  <a:lnTo>
                    <a:pt x="1256495" y="1207051"/>
                  </a:lnTo>
                  <a:lnTo>
                    <a:pt x="1253645" y="1202337"/>
                  </a:lnTo>
                  <a:lnTo>
                    <a:pt x="1251781" y="1197732"/>
                  </a:lnTo>
                  <a:lnTo>
                    <a:pt x="1251343" y="1192799"/>
                  </a:lnTo>
                  <a:lnTo>
                    <a:pt x="1252768" y="1187208"/>
                  </a:lnTo>
                  <a:lnTo>
                    <a:pt x="1255947" y="1182164"/>
                  </a:lnTo>
                  <a:lnTo>
                    <a:pt x="1259346" y="1178108"/>
                  </a:lnTo>
                  <a:lnTo>
                    <a:pt x="1261429" y="1173504"/>
                  </a:lnTo>
                  <a:lnTo>
                    <a:pt x="1260552" y="1166926"/>
                  </a:lnTo>
                  <a:lnTo>
                    <a:pt x="1259017" y="1163417"/>
                  </a:lnTo>
                  <a:lnTo>
                    <a:pt x="1257263" y="1159800"/>
                  </a:lnTo>
                  <a:lnTo>
                    <a:pt x="1255947" y="1156072"/>
                  </a:lnTo>
                  <a:lnTo>
                    <a:pt x="1255837" y="1152235"/>
                  </a:lnTo>
                  <a:lnTo>
                    <a:pt x="1256715" y="1147850"/>
                  </a:lnTo>
                  <a:lnTo>
                    <a:pt x="1257701" y="1143355"/>
                  </a:lnTo>
                  <a:lnTo>
                    <a:pt x="1258469" y="1138860"/>
                  </a:lnTo>
                  <a:lnTo>
                    <a:pt x="1258688" y="1134365"/>
                  </a:lnTo>
                  <a:lnTo>
                    <a:pt x="1258249" y="1130308"/>
                  </a:lnTo>
                  <a:lnTo>
                    <a:pt x="1257043" y="1126800"/>
                  </a:lnTo>
                  <a:lnTo>
                    <a:pt x="1254960" y="1123950"/>
                  </a:lnTo>
                  <a:lnTo>
                    <a:pt x="1251891" y="1121648"/>
                  </a:lnTo>
                  <a:lnTo>
                    <a:pt x="1246519" y="1118359"/>
                  </a:lnTo>
                  <a:lnTo>
                    <a:pt x="1241914" y="1114741"/>
                  </a:lnTo>
                  <a:lnTo>
                    <a:pt x="1237748" y="1110465"/>
                  </a:lnTo>
                  <a:lnTo>
                    <a:pt x="1233582" y="1105312"/>
                  </a:lnTo>
                  <a:lnTo>
                    <a:pt x="1233253" y="1102133"/>
                  </a:lnTo>
                  <a:lnTo>
                    <a:pt x="1233692" y="1098954"/>
                  </a:lnTo>
                  <a:lnTo>
                    <a:pt x="1234898" y="1095994"/>
                  </a:lnTo>
                  <a:lnTo>
                    <a:pt x="1236761" y="1093582"/>
                  </a:lnTo>
                  <a:lnTo>
                    <a:pt x="1231390" y="1089087"/>
                  </a:lnTo>
                  <a:lnTo>
                    <a:pt x="1226017" y="1084592"/>
                  </a:lnTo>
                  <a:lnTo>
                    <a:pt x="1220645" y="1079987"/>
                  </a:lnTo>
                  <a:lnTo>
                    <a:pt x="1215274" y="1075492"/>
                  </a:lnTo>
                  <a:lnTo>
                    <a:pt x="1212642" y="1071436"/>
                  </a:lnTo>
                  <a:lnTo>
                    <a:pt x="1211656" y="1066503"/>
                  </a:lnTo>
                  <a:lnTo>
                    <a:pt x="1210669" y="1061679"/>
                  </a:lnTo>
                  <a:lnTo>
                    <a:pt x="1208367" y="1057951"/>
                  </a:lnTo>
                  <a:lnTo>
                    <a:pt x="1204968" y="1056087"/>
                  </a:lnTo>
                  <a:lnTo>
                    <a:pt x="1201570" y="1054224"/>
                  </a:lnTo>
                  <a:lnTo>
                    <a:pt x="1198171" y="1052360"/>
                  </a:lnTo>
                  <a:lnTo>
                    <a:pt x="1194772" y="1050496"/>
                  </a:lnTo>
                  <a:lnTo>
                    <a:pt x="1192141" y="1048852"/>
                  </a:lnTo>
                  <a:lnTo>
                    <a:pt x="1189510" y="1047207"/>
                  </a:lnTo>
                  <a:lnTo>
                    <a:pt x="1187208" y="1045124"/>
                  </a:lnTo>
                  <a:lnTo>
                    <a:pt x="1185782" y="1042274"/>
                  </a:lnTo>
                  <a:lnTo>
                    <a:pt x="1179643" y="1027254"/>
                  </a:lnTo>
                  <a:lnTo>
                    <a:pt x="1173504" y="1012234"/>
                  </a:lnTo>
                  <a:lnTo>
                    <a:pt x="1167364" y="997215"/>
                  </a:lnTo>
                  <a:lnTo>
                    <a:pt x="1161225" y="982195"/>
                  </a:lnTo>
                  <a:lnTo>
                    <a:pt x="1159690" y="977371"/>
                  </a:lnTo>
                  <a:lnTo>
                    <a:pt x="1161663" y="973425"/>
                  </a:lnTo>
                  <a:lnTo>
                    <a:pt x="1165391" y="969916"/>
                  </a:lnTo>
                  <a:lnTo>
                    <a:pt x="1169228" y="966628"/>
                  </a:lnTo>
                  <a:lnTo>
                    <a:pt x="1173175" y="962790"/>
                  </a:lnTo>
                  <a:lnTo>
                    <a:pt x="1176354" y="960159"/>
                  </a:lnTo>
                  <a:lnTo>
                    <a:pt x="1179862" y="958515"/>
                  </a:lnTo>
                  <a:lnTo>
                    <a:pt x="1184796" y="957638"/>
                  </a:lnTo>
                  <a:lnTo>
                    <a:pt x="1195101" y="956761"/>
                  </a:lnTo>
                  <a:lnTo>
                    <a:pt x="1204420" y="956541"/>
                  </a:lnTo>
                  <a:lnTo>
                    <a:pt x="1213629" y="957199"/>
                  </a:lnTo>
                  <a:lnTo>
                    <a:pt x="1223606" y="959173"/>
                  </a:lnTo>
                  <a:lnTo>
                    <a:pt x="1230403" y="960927"/>
                  </a:lnTo>
                  <a:lnTo>
                    <a:pt x="1237200" y="962681"/>
                  </a:lnTo>
                  <a:lnTo>
                    <a:pt x="1243997" y="964435"/>
                  </a:lnTo>
                  <a:lnTo>
                    <a:pt x="1250794" y="966189"/>
                  </a:lnTo>
                  <a:lnTo>
                    <a:pt x="1254083" y="967285"/>
                  </a:lnTo>
                  <a:lnTo>
                    <a:pt x="1257592" y="968382"/>
                  </a:lnTo>
                  <a:lnTo>
                    <a:pt x="1260990" y="968710"/>
                  </a:lnTo>
                  <a:lnTo>
                    <a:pt x="1263841" y="967395"/>
                  </a:lnTo>
                  <a:lnTo>
                    <a:pt x="1268116" y="963229"/>
                  </a:lnTo>
                  <a:lnTo>
                    <a:pt x="1272282" y="959063"/>
                  </a:lnTo>
                  <a:lnTo>
                    <a:pt x="1276448" y="954897"/>
                  </a:lnTo>
                  <a:lnTo>
                    <a:pt x="1280614" y="950731"/>
                  </a:lnTo>
                  <a:lnTo>
                    <a:pt x="1280505" y="947551"/>
                  </a:lnTo>
                  <a:lnTo>
                    <a:pt x="1278860" y="941741"/>
                  </a:lnTo>
                  <a:lnTo>
                    <a:pt x="1276777" y="935711"/>
                  </a:lnTo>
                  <a:lnTo>
                    <a:pt x="1275242" y="931764"/>
                  </a:lnTo>
                  <a:lnTo>
                    <a:pt x="1273488" y="927050"/>
                  </a:lnTo>
                  <a:lnTo>
                    <a:pt x="1271734" y="922446"/>
                  </a:lnTo>
                  <a:lnTo>
                    <a:pt x="1269980" y="917732"/>
                  </a:lnTo>
                  <a:lnTo>
                    <a:pt x="1268226" y="913127"/>
                  </a:lnTo>
                  <a:lnTo>
                    <a:pt x="1266033" y="906549"/>
                  </a:lnTo>
                  <a:lnTo>
                    <a:pt x="1263950" y="899971"/>
                  </a:lnTo>
                  <a:lnTo>
                    <a:pt x="1261867" y="893284"/>
                  </a:lnTo>
                  <a:lnTo>
                    <a:pt x="1259784" y="886596"/>
                  </a:lnTo>
                  <a:lnTo>
                    <a:pt x="1259894" y="880785"/>
                  </a:lnTo>
                  <a:lnTo>
                    <a:pt x="1261867" y="873002"/>
                  </a:lnTo>
                  <a:lnTo>
                    <a:pt x="1264498" y="865108"/>
                  </a:lnTo>
                  <a:lnTo>
                    <a:pt x="1266362" y="859078"/>
                  </a:lnTo>
                  <a:lnTo>
                    <a:pt x="1266691" y="856447"/>
                  </a:lnTo>
                  <a:lnTo>
                    <a:pt x="1266033" y="854254"/>
                  </a:lnTo>
                  <a:lnTo>
                    <a:pt x="1264937" y="852281"/>
                  </a:lnTo>
                  <a:lnTo>
                    <a:pt x="1264060" y="850198"/>
                  </a:lnTo>
                  <a:lnTo>
                    <a:pt x="1263512" y="847786"/>
                  </a:lnTo>
                  <a:lnTo>
                    <a:pt x="1263183" y="845155"/>
                  </a:lnTo>
                  <a:lnTo>
                    <a:pt x="1262964" y="842524"/>
                  </a:lnTo>
                  <a:lnTo>
                    <a:pt x="1262744" y="840002"/>
                  </a:lnTo>
                  <a:lnTo>
                    <a:pt x="1261648" y="830793"/>
                  </a:lnTo>
                  <a:lnTo>
                    <a:pt x="1260552" y="821584"/>
                  </a:lnTo>
                  <a:lnTo>
                    <a:pt x="1259455" y="812375"/>
                  </a:lnTo>
                  <a:lnTo>
                    <a:pt x="1258359" y="803166"/>
                  </a:lnTo>
                  <a:lnTo>
                    <a:pt x="1256934" y="790668"/>
                  </a:lnTo>
                  <a:lnTo>
                    <a:pt x="1255509" y="778170"/>
                  </a:lnTo>
                  <a:lnTo>
                    <a:pt x="1254083" y="765672"/>
                  </a:lnTo>
                  <a:lnTo>
                    <a:pt x="1252658" y="753174"/>
                  </a:lnTo>
                  <a:lnTo>
                    <a:pt x="1251343" y="742101"/>
                  </a:lnTo>
                  <a:lnTo>
                    <a:pt x="1250027" y="731028"/>
                  </a:lnTo>
                  <a:lnTo>
                    <a:pt x="1248711" y="719955"/>
                  </a:lnTo>
                  <a:lnTo>
                    <a:pt x="1247396" y="708882"/>
                  </a:lnTo>
                  <a:lnTo>
                    <a:pt x="1250794" y="708882"/>
                  </a:lnTo>
                  <a:lnTo>
                    <a:pt x="1254193" y="708882"/>
                  </a:lnTo>
                  <a:lnTo>
                    <a:pt x="1257592" y="708882"/>
                  </a:lnTo>
                  <a:lnTo>
                    <a:pt x="1260990" y="708882"/>
                  </a:lnTo>
                  <a:lnTo>
                    <a:pt x="1264389" y="708553"/>
                  </a:lnTo>
                  <a:lnTo>
                    <a:pt x="1265814" y="707347"/>
                  </a:lnTo>
                  <a:lnTo>
                    <a:pt x="1266253" y="704826"/>
                  </a:lnTo>
                  <a:lnTo>
                    <a:pt x="1266472" y="700440"/>
                  </a:lnTo>
                  <a:lnTo>
                    <a:pt x="1266910" y="695178"/>
                  </a:lnTo>
                  <a:lnTo>
                    <a:pt x="1267349" y="689916"/>
                  </a:lnTo>
                  <a:lnTo>
                    <a:pt x="1267787" y="684653"/>
                  </a:lnTo>
                  <a:lnTo>
                    <a:pt x="1268226" y="679391"/>
                  </a:lnTo>
                  <a:lnTo>
                    <a:pt x="1269651" y="661192"/>
                  </a:lnTo>
                  <a:lnTo>
                    <a:pt x="1271076" y="642993"/>
                  </a:lnTo>
                  <a:lnTo>
                    <a:pt x="1272502" y="624794"/>
                  </a:lnTo>
                  <a:lnTo>
                    <a:pt x="1273927" y="606595"/>
                  </a:lnTo>
                  <a:lnTo>
                    <a:pt x="1274365" y="601881"/>
                  </a:lnTo>
                  <a:lnTo>
                    <a:pt x="1274804" y="597167"/>
                  </a:lnTo>
                  <a:lnTo>
                    <a:pt x="1275242" y="592453"/>
                  </a:lnTo>
                  <a:lnTo>
                    <a:pt x="1275681" y="587738"/>
                  </a:lnTo>
                  <a:lnTo>
                    <a:pt x="1275681" y="587300"/>
                  </a:lnTo>
                  <a:lnTo>
                    <a:pt x="1275681" y="586861"/>
                  </a:lnTo>
                  <a:lnTo>
                    <a:pt x="1275681" y="586423"/>
                  </a:lnTo>
                  <a:lnTo>
                    <a:pt x="1275681" y="585984"/>
                  </a:lnTo>
                  <a:lnTo>
                    <a:pt x="1275900" y="581599"/>
                  </a:lnTo>
                  <a:lnTo>
                    <a:pt x="1276120" y="577652"/>
                  </a:lnTo>
                  <a:lnTo>
                    <a:pt x="1276887" y="573925"/>
                  </a:lnTo>
                  <a:lnTo>
                    <a:pt x="1278751" y="570417"/>
                  </a:lnTo>
                  <a:lnTo>
                    <a:pt x="1280176" y="567676"/>
                  </a:lnTo>
                  <a:lnTo>
                    <a:pt x="1280614" y="564935"/>
                  </a:lnTo>
                  <a:lnTo>
                    <a:pt x="1280395" y="561975"/>
                  </a:lnTo>
                  <a:lnTo>
                    <a:pt x="1280066" y="558576"/>
                  </a:lnTo>
                  <a:lnTo>
                    <a:pt x="1278860" y="544214"/>
                  </a:lnTo>
                  <a:lnTo>
                    <a:pt x="1277654" y="529853"/>
                  </a:lnTo>
                  <a:lnTo>
                    <a:pt x="1276448" y="515491"/>
                  </a:lnTo>
                  <a:lnTo>
                    <a:pt x="1275242" y="501129"/>
                  </a:lnTo>
                  <a:lnTo>
                    <a:pt x="1275133" y="498936"/>
                  </a:lnTo>
                  <a:lnTo>
                    <a:pt x="1275023" y="496744"/>
                  </a:lnTo>
                  <a:lnTo>
                    <a:pt x="1274914" y="494551"/>
                  </a:lnTo>
                  <a:lnTo>
                    <a:pt x="1274804" y="492358"/>
                  </a:lnTo>
                  <a:lnTo>
                    <a:pt x="1274146" y="485342"/>
                  </a:lnTo>
                  <a:lnTo>
                    <a:pt x="1273488" y="478325"/>
                  </a:lnTo>
                  <a:lnTo>
                    <a:pt x="1272831" y="471309"/>
                  </a:lnTo>
                  <a:lnTo>
                    <a:pt x="1272173" y="464293"/>
                  </a:lnTo>
                  <a:lnTo>
                    <a:pt x="1271515" y="458811"/>
                  </a:lnTo>
                  <a:lnTo>
                    <a:pt x="1270528" y="454974"/>
                  </a:lnTo>
                  <a:lnTo>
                    <a:pt x="1268445" y="451794"/>
                  </a:lnTo>
                  <a:lnTo>
                    <a:pt x="1264608" y="448177"/>
                  </a:lnTo>
                  <a:lnTo>
                    <a:pt x="1259346" y="443682"/>
                  </a:lnTo>
                  <a:lnTo>
                    <a:pt x="1254632" y="440064"/>
                  </a:lnTo>
                  <a:lnTo>
                    <a:pt x="1249588" y="437323"/>
                  </a:lnTo>
                  <a:lnTo>
                    <a:pt x="1243449" y="435459"/>
                  </a:lnTo>
                  <a:lnTo>
                    <a:pt x="1239722" y="434473"/>
                  </a:lnTo>
                  <a:lnTo>
                    <a:pt x="1235884" y="433157"/>
                  </a:lnTo>
                  <a:lnTo>
                    <a:pt x="1232157" y="431403"/>
                  </a:lnTo>
                  <a:lnTo>
                    <a:pt x="1228868" y="429101"/>
                  </a:lnTo>
                  <a:lnTo>
                    <a:pt x="1217685" y="419782"/>
                  </a:lnTo>
                  <a:lnTo>
                    <a:pt x="1206503" y="410463"/>
                  </a:lnTo>
                  <a:lnTo>
                    <a:pt x="1195320" y="401144"/>
                  </a:lnTo>
                  <a:lnTo>
                    <a:pt x="1184138" y="391826"/>
                  </a:lnTo>
                  <a:lnTo>
                    <a:pt x="1181616" y="388756"/>
                  </a:lnTo>
                  <a:lnTo>
                    <a:pt x="1181068" y="385467"/>
                  </a:lnTo>
                  <a:lnTo>
                    <a:pt x="1181616" y="381630"/>
                  </a:lnTo>
                  <a:lnTo>
                    <a:pt x="1182493" y="376806"/>
                  </a:lnTo>
                  <a:lnTo>
                    <a:pt x="1183480" y="369680"/>
                  </a:lnTo>
                  <a:lnTo>
                    <a:pt x="1184467" y="362554"/>
                  </a:lnTo>
                  <a:lnTo>
                    <a:pt x="1185344" y="355428"/>
                  </a:lnTo>
                  <a:lnTo>
                    <a:pt x="1186331" y="348302"/>
                  </a:lnTo>
                  <a:lnTo>
                    <a:pt x="1188962" y="328787"/>
                  </a:lnTo>
                  <a:lnTo>
                    <a:pt x="1191374" y="309273"/>
                  </a:lnTo>
                  <a:lnTo>
                    <a:pt x="1193676" y="289758"/>
                  </a:lnTo>
                  <a:lnTo>
                    <a:pt x="1195869" y="271449"/>
                  </a:lnTo>
                  <a:lnTo>
                    <a:pt x="1150700" y="271449"/>
                  </a:lnTo>
                  <a:lnTo>
                    <a:pt x="1142258" y="271449"/>
                  </a:lnTo>
                  <a:lnTo>
                    <a:pt x="1015962" y="271449"/>
                  </a:lnTo>
                  <a:lnTo>
                    <a:pt x="1007520" y="271449"/>
                  </a:lnTo>
                  <a:lnTo>
                    <a:pt x="999079" y="271449"/>
                  </a:lnTo>
                  <a:lnTo>
                    <a:pt x="813910" y="271449"/>
                  </a:lnTo>
                  <a:lnTo>
                    <a:pt x="805468" y="271449"/>
                  </a:lnTo>
                  <a:lnTo>
                    <a:pt x="794176" y="271449"/>
                  </a:lnTo>
                  <a:lnTo>
                    <a:pt x="782226" y="269915"/>
                  </a:lnTo>
                  <a:lnTo>
                    <a:pt x="776854" y="267832"/>
                  </a:lnTo>
                  <a:lnTo>
                    <a:pt x="766768" y="263994"/>
                  </a:lnTo>
                  <a:lnTo>
                    <a:pt x="756572" y="260157"/>
                  </a:lnTo>
                  <a:lnTo>
                    <a:pt x="747034" y="255882"/>
                  </a:lnTo>
                  <a:lnTo>
                    <a:pt x="736838" y="252045"/>
                  </a:lnTo>
                  <a:lnTo>
                    <a:pt x="726752" y="248207"/>
                  </a:lnTo>
                  <a:lnTo>
                    <a:pt x="716556" y="244370"/>
                  </a:lnTo>
                  <a:lnTo>
                    <a:pt x="706470" y="240533"/>
                  </a:lnTo>
                  <a:lnTo>
                    <a:pt x="696274" y="236696"/>
                  </a:lnTo>
                  <a:lnTo>
                    <a:pt x="615695" y="207643"/>
                  </a:lnTo>
                  <a:lnTo>
                    <a:pt x="535005" y="178481"/>
                  </a:lnTo>
                  <a:lnTo>
                    <a:pt x="454316" y="149319"/>
                  </a:lnTo>
                  <a:lnTo>
                    <a:pt x="373627" y="120047"/>
                  </a:lnTo>
                  <a:lnTo>
                    <a:pt x="293047" y="90775"/>
                  </a:lnTo>
                  <a:lnTo>
                    <a:pt x="212358" y="61504"/>
                  </a:lnTo>
                  <a:lnTo>
                    <a:pt x="131888" y="32232"/>
                  </a:lnTo>
                  <a:lnTo>
                    <a:pt x="51308" y="2850"/>
                  </a:lnTo>
                  <a:lnTo>
                    <a:pt x="44072" y="219"/>
                  </a:lnTo>
                  <a:lnTo>
                    <a:pt x="43524" y="0"/>
                  </a:lnTo>
                  <a:lnTo>
                    <a:pt x="43524" y="0"/>
                  </a:lnTo>
                  <a:lnTo>
                    <a:pt x="40893" y="1754"/>
                  </a:lnTo>
                  <a:lnTo>
                    <a:pt x="36727" y="2631"/>
                  </a:lnTo>
                  <a:lnTo>
                    <a:pt x="26421" y="1754"/>
                  </a:lnTo>
                  <a:lnTo>
                    <a:pt x="22475" y="3837"/>
                  </a:lnTo>
                  <a:lnTo>
                    <a:pt x="18747" y="8442"/>
                  </a:lnTo>
                  <a:lnTo>
                    <a:pt x="15787" y="14033"/>
                  </a:lnTo>
                  <a:lnTo>
                    <a:pt x="14143" y="19295"/>
                  </a:lnTo>
                  <a:lnTo>
                    <a:pt x="13814" y="23461"/>
                  </a:lnTo>
                  <a:lnTo>
                    <a:pt x="13923" y="27298"/>
                  </a:lnTo>
                  <a:lnTo>
                    <a:pt x="13485" y="31574"/>
                  </a:lnTo>
                  <a:lnTo>
                    <a:pt x="11511" y="36617"/>
                  </a:lnTo>
                  <a:lnTo>
                    <a:pt x="7893" y="40893"/>
                  </a:lnTo>
                  <a:lnTo>
                    <a:pt x="3837" y="43963"/>
                  </a:lnTo>
                  <a:lnTo>
                    <a:pt x="548" y="48238"/>
                  </a:lnTo>
                  <a:lnTo>
                    <a:pt x="0" y="51637"/>
                  </a:lnTo>
                  <a:lnTo>
                    <a:pt x="987" y="52952"/>
                  </a:lnTo>
                  <a:lnTo>
                    <a:pt x="6468" y="59859"/>
                  </a:lnTo>
                  <a:lnTo>
                    <a:pt x="11073" y="66547"/>
                  </a:lnTo>
                  <a:lnTo>
                    <a:pt x="14471" y="73892"/>
                  </a:lnTo>
                  <a:lnTo>
                    <a:pt x="16554" y="82882"/>
                  </a:lnTo>
                  <a:lnTo>
                    <a:pt x="15897" y="87815"/>
                  </a:lnTo>
                  <a:lnTo>
                    <a:pt x="13704" y="91543"/>
                  </a:lnTo>
                  <a:lnTo>
                    <a:pt x="11731" y="94832"/>
                  </a:lnTo>
                  <a:lnTo>
                    <a:pt x="11950" y="98450"/>
                  </a:lnTo>
                  <a:lnTo>
                    <a:pt x="12937" y="99436"/>
                  </a:lnTo>
                  <a:lnTo>
                    <a:pt x="14471" y="100423"/>
                  </a:lnTo>
                  <a:lnTo>
                    <a:pt x="16116" y="101519"/>
                  </a:lnTo>
                  <a:lnTo>
                    <a:pt x="17322" y="102616"/>
                  </a:lnTo>
                  <a:lnTo>
                    <a:pt x="19076" y="105466"/>
                  </a:lnTo>
                  <a:lnTo>
                    <a:pt x="20172" y="108097"/>
                  </a:lnTo>
                  <a:lnTo>
                    <a:pt x="20720" y="110948"/>
                  </a:lnTo>
                  <a:lnTo>
                    <a:pt x="20940" y="114346"/>
                  </a:lnTo>
                  <a:lnTo>
                    <a:pt x="20720" y="120267"/>
                  </a:lnTo>
                  <a:lnTo>
                    <a:pt x="20282" y="125858"/>
                  </a:lnTo>
                  <a:lnTo>
                    <a:pt x="20172" y="131449"/>
                  </a:lnTo>
                  <a:lnTo>
                    <a:pt x="20830" y="136492"/>
                  </a:lnTo>
                  <a:lnTo>
                    <a:pt x="20830" y="136492"/>
                  </a:lnTo>
                  <a:lnTo>
                    <a:pt x="32232" y="144715"/>
                  </a:lnTo>
                  <a:lnTo>
                    <a:pt x="36508" y="146249"/>
                  </a:lnTo>
                  <a:lnTo>
                    <a:pt x="38919" y="147675"/>
                  </a:lnTo>
                  <a:lnTo>
                    <a:pt x="43963" y="154801"/>
                  </a:lnTo>
                  <a:lnTo>
                    <a:pt x="46594" y="157322"/>
                  </a:lnTo>
                  <a:lnTo>
                    <a:pt x="48567" y="157980"/>
                  </a:lnTo>
                  <a:lnTo>
                    <a:pt x="55364" y="158747"/>
                  </a:lnTo>
                  <a:lnTo>
                    <a:pt x="57667" y="159515"/>
                  </a:lnTo>
                  <a:lnTo>
                    <a:pt x="61613" y="162914"/>
                  </a:lnTo>
                  <a:lnTo>
                    <a:pt x="63477" y="163681"/>
                  </a:lnTo>
                  <a:lnTo>
                    <a:pt x="64135" y="164558"/>
                  </a:lnTo>
                  <a:lnTo>
                    <a:pt x="67753" y="168614"/>
                  </a:lnTo>
                  <a:lnTo>
                    <a:pt x="69507" y="169930"/>
                  </a:lnTo>
                  <a:lnTo>
                    <a:pt x="71371" y="170259"/>
                  </a:lnTo>
                  <a:lnTo>
                    <a:pt x="85842" y="169930"/>
                  </a:lnTo>
                  <a:lnTo>
                    <a:pt x="89679" y="171026"/>
                  </a:lnTo>
                  <a:lnTo>
                    <a:pt x="98340" y="181112"/>
                  </a:lnTo>
                  <a:lnTo>
                    <a:pt x="107440" y="190322"/>
                  </a:lnTo>
                  <a:lnTo>
                    <a:pt x="113908" y="192624"/>
                  </a:lnTo>
                  <a:lnTo>
                    <a:pt x="116539" y="196900"/>
                  </a:lnTo>
                  <a:lnTo>
                    <a:pt x="119718" y="197448"/>
                  </a:lnTo>
                  <a:lnTo>
                    <a:pt x="123556" y="199969"/>
                  </a:lnTo>
                  <a:lnTo>
                    <a:pt x="133751" y="206109"/>
                  </a:lnTo>
                  <a:lnTo>
                    <a:pt x="140220" y="209288"/>
                  </a:lnTo>
                  <a:lnTo>
                    <a:pt x="140987" y="212029"/>
                  </a:lnTo>
                  <a:lnTo>
                    <a:pt x="143509" y="213564"/>
                  </a:lnTo>
                  <a:lnTo>
                    <a:pt x="146249" y="216853"/>
                  </a:lnTo>
                  <a:lnTo>
                    <a:pt x="148332" y="218936"/>
                  </a:lnTo>
                  <a:lnTo>
                    <a:pt x="153814" y="222115"/>
                  </a:lnTo>
                  <a:lnTo>
                    <a:pt x="159296" y="223979"/>
                  </a:lnTo>
                  <a:lnTo>
                    <a:pt x="163791" y="228145"/>
                  </a:lnTo>
                  <a:lnTo>
                    <a:pt x="173657" y="232201"/>
                  </a:lnTo>
                  <a:lnTo>
                    <a:pt x="181770" y="232749"/>
                  </a:lnTo>
                  <a:lnTo>
                    <a:pt x="190979" y="232859"/>
                  </a:lnTo>
                  <a:lnTo>
                    <a:pt x="199311" y="232969"/>
                  </a:lnTo>
                  <a:lnTo>
                    <a:pt x="201285" y="230118"/>
                  </a:lnTo>
                  <a:lnTo>
                    <a:pt x="202052" y="228583"/>
                  </a:lnTo>
                  <a:lnTo>
                    <a:pt x="202929" y="227268"/>
                  </a:lnTo>
                  <a:lnTo>
                    <a:pt x="203916" y="225185"/>
                  </a:lnTo>
                  <a:lnTo>
                    <a:pt x="206438" y="224856"/>
                  </a:lnTo>
                  <a:lnTo>
                    <a:pt x="208411" y="223650"/>
                  </a:lnTo>
                  <a:lnTo>
                    <a:pt x="209069" y="220690"/>
                  </a:lnTo>
                  <a:lnTo>
                    <a:pt x="212358" y="216633"/>
                  </a:lnTo>
                  <a:lnTo>
                    <a:pt x="214002" y="215976"/>
                  </a:lnTo>
                  <a:lnTo>
                    <a:pt x="214770" y="215427"/>
                  </a:lnTo>
                  <a:lnTo>
                    <a:pt x="213015" y="212687"/>
                  </a:lnTo>
                  <a:lnTo>
                    <a:pt x="212796" y="213125"/>
                  </a:lnTo>
                  <a:lnTo>
                    <a:pt x="211700" y="213344"/>
                  </a:lnTo>
                  <a:lnTo>
                    <a:pt x="210275" y="212906"/>
                  </a:lnTo>
                  <a:lnTo>
                    <a:pt x="208849" y="211152"/>
                  </a:lnTo>
                  <a:lnTo>
                    <a:pt x="209069" y="209069"/>
                  </a:lnTo>
                  <a:lnTo>
                    <a:pt x="208849" y="196461"/>
                  </a:lnTo>
                  <a:lnTo>
                    <a:pt x="209398" y="193501"/>
                  </a:lnTo>
                  <a:lnTo>
                    <a:pt x="212358" y="195255"/>
                  </a:lnTo>
                  <a:lnTo>
                    <a:pt x="213235" y="204354"/>
                  </a:lnTo>
                  <a:lnTo>
                    <a:pt x="216853" y="207972"/>
                  </a:lnTo>
                  <a:lnTo>
                    <a:pt x="219484" y="207753"/>
                  </a:lnTo>
                  <a:lnTo>
                    <a:pt x="222115" y="206986"/>
                  </a:lnTo>
                  <a:lnTo>
                    <a:pt x="227706" y="204683"/>
                  </a:lnTo>
                  <a:lnTo>
                    <a:pt x="229460" y="208849"/>
                  </a:lnTo>
                  <a:lnTo>
                    <a:pt x="234723" y="211700"/>
                  </a:lnTo>
                  <a:lnTo>
                    <a:pt x="243603" y="216304"/>
                  </a:lnTo>
                  <a:lnTo>
                    <a:pt x="249413" y="216524"/>
                  </a:lnTo>
                  <a:lnTo>
                    <a:pt x="252702" y="219703"/>
                  </a:lnTo>
                  <a:lnTo>
                    <a:pt x="261363" y="223650"/>
                  </a:lnTo>
                  <a:lnTo>
                    <a:pt x="271998" y="231543"/>
                  </a:lnTo>
                  <a:lnTo>
                    <a:pt x="276931" y="238889"/>
                  </a:lnTo>
                  <a:lnTo>
                    <a:pt x="276712" y="246015"/>
                  </a:lnTo>
                  <a:lnTo>
                    <a:pt x="279891" y="258184"/>
                  </a:lnTo>
                  <a:lnTo>
                    <a:pt x="281974" y="264872"/>
                  </a:lnTo>
                  <a:lnTo>
                    <a:pt x="280220" y="266735"/>
                  </a:lnTo>
                  <a:lnTo>
                    <a:pt x="276602" y="266077"/>
                  </a:lnTo>
                  <a:lnTo>
                    <a:pt x="275287" y="267393"/>
                  </a:lnTo>
                  <a:lnTo>
                    <a:pt x="279453" y="271121"/>
                  </a:lnTo>
                  <a:lnTo>
                    <a:pt x="286688" y="271669"/>
                  </a:lnTo>
                  <a:lnTo>
                    <a:pt x="291951" y="273423"/>
                  </a:lnTo>
                  <a:lnTo>
                    <a:pt x="293814" y="278027"/>
                  </a:lnTo>
                  <a:lnTo>
                    <a:pt x="307080" y="280110"/>
                  </a:lnTo>
                  <a:lnTo>
                    <a:pt x="316508" y="282413"/>
                  </a:lnTo>
                  <a:lnTo>
                    <a:pt x="347205" y="288333"/>
                  </a:lnTo>
                  <a:lnTo>
                    <a:pt x="354441" y="290525"/>
                  </a:lnTo>
                  <a:lnTo>
                    <a:pt x="356853" y="289648"/>
                  </a:lnTo>
                  <a:lnTo>
                    <a:pt x="355208" y="288114"/>
                  </a:lnTo>
                  <a:lnTo>
                    <a:pt x="352468" y="287127"/>
                  </a:lnTo>
                  <a:lnTo>
                    <a:pt x="350056" y="285592"/>
                  </a:lnTo>
                  <a:lnTo>
                    <a:pt x="347753" y="282084"/>
                  </a:lnTo>
                  <a:lnTo>
                    <a:pt x="350604" y="281536"/>
                  </a:lnTo>
                  <a:lnTo>
                    <a:pt x="353783" y="280110"/>
                  </a:lnTo>
                  <a:lnTo>
                    <a:pt x="356305" y="279891"/>
                  </a:lnTo>
                  <a:lnTo>
                    <a:pt x="358497" y="286250"/>
                  </a:lnTo>
                  <a:lnTo>
                    <a:pt x="361129" y="288991"/>
                  </a:lnTo>
                  <a:lnTo>
                    <a:pt x="363431" y="294363"/>
                  </a:lnTo>
                  <a:lnTo>
                    <a:pt x="371544" y="299077"/>
                  </a:lnTo>
                  <a:lnTo>
                    <a:pt x="374833" y="301160"/>
                  </a:lnTo>
                  <a:lnTo>
                    <a:pt x="378341" y="302475"/>
                  </a:lnTo>
                  <a:lnTo>
                    <a:pt x="379218" y="300721"/>
                  </a:lnTo>
                  <a:lnTo>
                    <a:pt x="376916" y="299406"/>
                  </a:lnTo>
                  <a:lnTo>
                    <a:pt x="373846" y="297871"/>
                  </a:lnTo>
                  <a:lnTo>
                    <a:pt x="373298" y="295569"/>
                  </a:lnTo>
                  <a:lnTo>
                    <a:pt x="378889" y="295897"/>
                  </a:lnTo>
                  <a:lnTo>
                    <a:pt x="383823" y="299406"/>
                  </a:lnTo>
                  <a:lnTo>
                    <a:pt x="388208" y="306312"/>
                  </a:lnTo>
                  <a:lnTo>
                    <a:pt x="392264" y="309821"/>
                  </a:lnTo>
                  <a:lnTo>
                    <a:pt x="391277" y="317495"/>
                  </a:lnTo>
                  <a:lnTo>
                    <a:pt x="391168" y="327691"/>
                  </a:lnTo>
                  <a:lnTo>
                    <a:pt x="390729" y="338764"/>
                  </a:lnTo>
                  <a:lnTo>
                    <a:pt x="386563" y="346438"/>
                  </a:lnTo>
                  <a:lnTo>
                    <a:pt x="385248" y="348192"/>
                  </a:lnTo>
                  <a:lnTo>
                    <a:pt x="384261" y="347315"/>
                  </a:lnTo>
                  <a:lnTo>
                    <a:pt x="381411" y="339970"/>
                  </a:lnTo>
                  <a:lnTo>
                    <a:pt x="379766" y="335255"/>
                  </a:lnTo>
                  <a:lnTo>
                    <a:pt x="378999" y="332624"/>
                  </a:lnTo>
                  <a:lnTo>
                    <a:pt x="377683" y="330322"/>
                  </a:lnTo>
                  <a:lnTo>
                    <a:pt x="376148" y="330761"/>
                  </a:lnTo>
                  <a:lnTo>
                    <a:pt x="376148" y="334049"/>
                  </a:lnTo>
                  <a:lnTo>
                    <a:pt x="382178" y="350385"/>
                  </a:lnTo>
                  <a:lnTo>
                    <a:pt x="382726" y="357949"/>
                  </a:lnTo>
                  <a:lnTo>
                    <a:pt x="382178" y="366939"/>
                  </a:lnTo>
                  <a:lnTo>
                    <a:pt x="379985" y="381411"/>
                  </a:lnTo>
                  <a:lnTo>
                    <a:pt x="376477" y="388427"/>
                  </a:lnTo>
                  <a:lnTo>
                    <a:pt x="379437" y="395553"/>
                  </a:lnTo>
                  <a:lnTo>
                    <a:pt x="386125" y="420769"/>
                  </a:lnTo>
                  <a:lnTo>
                    <a:pt x="393689" y="434911"/>
                  </a:lnTo>
                  <a:lnTo>
                    <a:pt x="404433" y="452233"/>
                  </a:lnTo>
                  <a:lnTo>
                    <a:pt x="418466" y="465279"/>
                  </a:lnTo>
                  <a:lnTo>
                    <a:pt x="427237" y="475914"/>
                  </a:lnTo>
                  <a:lnTo>
                    <a:pt x="430087" y="482272"/>
                  </a:lnTo>
                  <a:lnTo>
                    <a:pt x="431732" y="491152"/>
                  </a:lnTo>
                  <a:lnTo>
                    <a:pt x="431951" y="500690"/>
                  </a:lnTo>
                  <a:lnTo>
                    <a:pt x="431622" y="507707"/>
                  </a:lnTo>
                  <a:lnTo>
                    <a:pt x="429210" y="512092"/>
                  </a:lnTo>
                  <a:lnTo>
                    <a:pt x="430416" y="513517"/>
                  </a:lnTo>
                  <a:lnTo>
                    <a:pt x="432170" y="511544"/>
                  </a:lnTo>
                  <a:lnTo>
                    <a:pt x="434034" y="511983"/>
                  </a:lnTo>
                  <a:lnTo>
                    <a:pt x="435569" y="512092"/>
                  </a:lnTo>
                  <a:lnTo>
                    <a:pt x="439516" y="514504"/>
                  </a:lnTo>
                  <a:lnTo>
                    <a:pt x="442147" y="517245"/>
                  </a:lnTo>
                  <a:lnTo>
                    <a:pt x="445326" y="521082"/>
                  </a:lnTo>
                  <a:lnTo>
                    <a:pt x="448396" y="525248"/>
                  </a:lnTo>
                  <a:lnTo>
                    <a:pt x="450589" y="531059"/>
                  </a:lnTo>
                  <a:lnTo>
                    <a:pt x="450698" y="543886"/>
                  </a:lnTo>
                  <a:lnTo>
                    <a:pt x="449383" y="555945"/>
                  </a:lnTo>
                  <a:lnTo>
                    <a:pt x="449492" y="559782"/>
                  </a:lnTo>
                  <a:lnTo>
                    <a:pt x="451795" y="563729"/>
                  </a:lnTo>
                  <a:lnTo>
                    <a:pt x="453549" y="566799"/>
                  </a:lnTo>
                  <a:lnTo>
                    <a:pt x="454974" y="570088"/>
                  </a:lnTo>
                  <a:lnTo>
                    <a:pt x="453878" y="575898"/>
                  </a:lnTo>
                  <a:lnTo>
                    <a:pt x="452233" y="582476"/>
                  </a:lnTo>
                  <a:lnTo>
                    <a:pt x="453220" y="586423"/>
                  </a:lnTo>
                  <a:lnTo>
                    <a:pt x="450808" y="590260"/>
                  </a:lnTo>
                  <a:lnTo>
                    <a:pt x="451795" y="593330"/>
                  </a:lnTo>
                  <a:lnTo>
                    <a:pt x="455083" y="594974"/>
                  </a:lnTo>
                  <a:lnTo>
                    <a:pt x="459030" y="593439"/>
                  </a:lnTo>
                  <a:lnTo>
                    <a:pt x="462210" y="594974"/>
                  </a:lnTo>
                  <a:lnTo>
                    <a:pt x="463635" y="593878"/>
                  </a:lnTo>
                  <a:lnTo>
                    <a:pt x="466924" y="596180"/>
                  </a:lnTo>
                  <a:lnTo>
                    <a:pt x="469116" y="599360"/>
                  </a:lnTo>
                  <a:lnTo>
                    <a:pt x="473173" y="612406"/>
                  </a:lnTo>
                  <a:lnTo>
                    <a:pt x="475365" y="616024"/>
                  </a:lnTo>
                  <a:lnTo>
                    <a:pt x="478545" y="620080"/>
                  </a:lnTo>
                  <a:lnTo>
                    <a:pt x="481395" y="624685"/>
                  </a:lnTo>
                  <a:lnTo>
                    <a:pt x="483149" y="633455"/>
                  </a:lnTo>
                  <a:lnTo>
                    <a:pt x="484465" y="636744"/>
                  </a:lnTo>
                  <a:lnTo>
                    <a:pt x="488302" y="641678"/>
                  </a:lnTo>
                  <a:lnTo>
                    <a:pt x="491591" y="641239"/>
                  </a:lnTo>
                  <a:lnTo>
                    <a:pt x="493126" y="643541"/>
                  </a:lnTo>
                  <a:lnTo>
                    <a:pt x="494113" y="646282"/>
                  </a:lnTo>
                  <a:lnTo>
                    <a:pt x="499046" y="659657"/>
                  </a:lnTo>
                  <a:lnTo>
                    <a:pt x="506830" y="666674"/>
                  </a:lnTo>
                  <a:lnTo>
                    <a:pt x="513627" y="672155"/>
                  </a:lnTo>
                  <a:lnTo>
                    <a:pt x="514175" y="676541"/>
                  </a:lnTo>
                  <a:lnTo>
                    <a:pt x="513956" y="681364"/>
                  </a:lnTo>
                  <a:lnTo>
                    <a:pt x="516039" y="683667"/>
                  </a:lnTo>
                  <a:lnTo>
                    <a:pt x="518341" y="685311"/>
                  </a:lnTo>
                  <a:lnTo>
                    <a:pt x="522507" y="686298"/>
                  </a:lnTo>
                  <a:lnTo>
                    <a:pt x="524371" y="689148"/>
                  </a:lnTo>
                  <a:lnTo>
                    <a:pt x="524371" y="694301"/>
                  </a:lnTo>
                  <a:lnTo>
                    <a:pt x="522836" y="698686"/>
                  </a:lnTo>
                  <a:lnTo>
                    <a:pt x="518451" y="707457"/>
                  </a:lnTo>
                  <a:lnTo>
                    <a:pt x="516039" y="713816"/>
                  </a:lnTo>
                  <a:lnTo>
                    <a:pt x="517683" y="720832"/>
                  </a:lnTo>
                  <a:lnTo>
                    <a:pt x="521082" y="723463"/>
                  </a:lnTo>
                  <a:lnTo>
                    <a:pt x="528427" y="726643"/>
                  </a:lnTo>
                  <a:lnTo>
                    <a:pt x="531497" y="730699"/>
                  </a:lnTo>
                  <a:lnTo>
                    <a:pt x="533142" y="731686"/>
                  </a:lnTo>
                  <a:lnTo>
                    <a:pt x="533799" y="729054"/>
                  </a:lnTo>
                  <a:lnTo>
                    <a:pt x="533251" y="727191"/>
                  </a:lnTo>
                  <a:lnTo>
                    <a:pt x="533580" y="726094"/>
                  </a:lnTo>
                  <a:lnTo>
                    <a:pt x="535005" y="724779"/>
                  </a:lnTo>
                  <a:lnTo>
                    <a:pt x="536869" y="723902"/>
                  </a:lnTo>
                  <a:lnTo>
                    <a:pt x="546846" y="724011"/>
                  </a:lnTo>
                  <a:lnTo>
                    <a:pt x="551560" y="727300"/>
                  </a:lnTo>
                  <a:lnTo>
                    <a:pt x="554520" y="735194"/>
                  </a:lnTo>
                  <a:lnTo>
                    <a:pt x="557042" y="741443"/>
                  </a:lnTo>
                  <a:lnTo>
                    <a:pt x="556603" y="747034"/>
                  </a:lnTo>
                  <a:lnTo>
                    <a:pt x="553972" y="755914"/>
                  </a:lnTo>
                  <a:lnTo>
                    <a:pt x="557480" y="757559"/>
                  </a:lnTo>
                  <a:lnTo>
                    <a:pt x="560988" y="760738"/>
                  </a:lnTo>
                  <a:lnTo>
                    <a:pt x="560221" y="762821"/>
                  </a:lnTo>
                  <a:lnTo>
                    <a:pt x="563619" y="766658"/>
                  </a:lnTo>
                  <a:lnTo>
                    <a:pt x="565812" y="771153"/>
                  </a:lnTo>
                  <a:lnTo>
                    <a:pt x="566031" y="773455"/>
                  </a:lnTo>
                  <a:lnTo>
                    <a:pt x="564277" y="775977"/>
                  </a:lnTo>
                  <a:lnTo>
                    <a:pt x="562304" y="779156"/>
                  </a:lnTo>
                  <a:lnTo>
                    <a:pt x="561865" y="781239"/>
                  </a:lnTo>
                  <a:lnTo>
                    <a:pt x="564387" y="782226"/>
                  </a:lnTo>
                  <a:lnTo>
                    <a:pt x="564825" y="787379"/>
                  </a:lnTo>
                  <a:lnTo>
                    <a:pt x="567457" y="796588"/>
                  </a:lnTo>
                  <a:lnTo>
                    <a:pt x="567895" y="798671"/>
                  </a:lnTo>
                  <a:lnTo>
                    <a:pt x="568443" y="800754"/>
                  </a:lnTo>
                  <a:lnTo>
                    <a:pt x="566799" y="802289"/>
                  </a:lnTo>
                  <a:lnTo>
                    <a:pt x="564825" y="803933"/>
                  </a:lnTo>
                  <a:lnTo>
                    <a:pt x="565702" y="805359"/>
                  </a:lnTo>
                  <a:lnTo>
                    <a:pt x="568772" y="806235"/>
                  </a:lnTo>
                  <a:lnTo>
                    <a:pt x="573048" y="805907"/>
                  </a:lnTo>
                  <a:lnTo>
                    <a:pt x="575789" y="806455"/>
                  </a:lnTo>
                  <a:lnTo>
                    <a:pt x="577762" y="807441"/>
                  </a:lnTo>
                  <a:lnTo>
                    <a:pt x="579078" y="808867"/>
                  </a:lnTo>
                  <a:lnTo>
                    <a:pt x="580612" y="811608"/>
                  </a:lnTo>
                  <a:lnTo>
                    <a:pt x="582038" y="815006"/>
                  </a:lnTo>
                  <a:lnTo>
                    <a:pt x="586533" y="818405"/>
                  </a:lnTo>
                  <a:lnTo>
                    <a:pt x="589383" y="821255"/>
                  </a:lnTo>
                  <a:lnTo>
                    <a:pt x="588944" y="823557"/>
                  </a:lnTo>
                  <a:lnTo>
                    <a:pt x="591685" y="824763"/>
                  </a:lnTo>
                  <a:lnTo>
                    <a:pt x="592672" y="829039"/>
                  </a:lnTo>
                  <a:lnTo>
                    <a:pt x="597715" y="830464"/>
                  </a:lnTo>
                  <a:lnTo>
                    <a:pt x="605060" y="833534"/>
                  </a:lnTo>
                  <a:lnTo>
                    <a:pt x="607911" y="837152"/>
                  </a:lnTo>
                  <a:lnTo>
                    <a:pt x="613392" y="842305"/>
                  </a:lnTo>
                  <a:lnTo>
                    <a:pt x="617887" y="842743"/>
                  </a:lnTo>
                  <a:lnTo>
                    <a:pt x="621505" y="841976"/>
                  </a:lnTo>
                  <a:lnTo>
                    <a:pt x="624575" y="841976"/>
                  </a:lnTo>
                  <a:lnTo>
                    <a:pt x="626768" y="846142"/>
                  </a:lnTo>
                  <a:lnTo>
                    <a:pt x="626987" y="848554"/>
                  </a:lnTo>
                  <a:lnTo>
                    <a:pt x="626658" y="851075"/>
                  </a:lnTo>
                  <a:lnTo>
                    <a:pt x="625891" y="853049"/>
                  </a:lnTo>
                  <a:lnTo>
                    <a:pt x="624685" y="853816"/>
                  </a:lnTo>
                  <a:lnTo>
                    <a:pt x="622821" y="853049"/>
                  </a:lnTo>
                  <a:lnTo>
                    <a:pt x="621615" y="851294"/>
                  </a:lnTo>
                  <a:lnTo>
                    <a:pt x="620628" y="848992"/>
                  </a:lnTo>
                  <a:lnTo>
                    <a:pt x="619203" y="846799"/>
                  </a:lnTo>
                  <a:lnTo>
                    <a:pt x="617997" y="847896"/>
                  </a:lnTo>
                  <a:lnTo>
                    <a:pt x="614489" y="850527"/>
                  </a:lnTo>
                  <a:lnTo>
                    <a:pt x="612187" y="851514"/>
                  </a:lnTo>
                  <a:lnTo>
                    <a:pt x="609775" y="851514"/>
                  </a:lnTo>
                  <a:lnTo>
                    <a:pt x="608898" y="853049"/>
                  </a:lnTo>
                  <a:lnTo>
                    <a:pt x="610761" y="855351"/>
                  </a:lnTo>
                  <a:lnTo>
                    <a:pt x="614598" y="861271"/>
                  </a:lnTo>
                  <a:lnTo>
                    <a:pt x="646063" y="891639"/>
                  </a:lnTo>
                  <a:lnTo>
                    <a:pt x="649790" y="901506"/>
                  </a:lnTo>
                  <a:lnTo>
                    <a:pt x="653408" y="910057"/>
                  </a:lnTo>
                  <a:lnTo>
                    <a:pt x="656368" y="919266"/>
                  </a:lnTo>
                  <a:lnTo>
                    <a:pt x="658451" y="919815"/>
                  </a:lnTo>
                  <a:lnTo>
                    <a:pt x="663166" y="921020"/>
                  </a:lnTo>
                  <a:lnTo>
                    <a:pt x="667880" y="922775"/>
                  </a:lnTo>
                  <a:lnTo>
                    <a:pt x="680378" y="929243"/>
                  </a:lnTo>
                  <a:lnTo>
                    <a:pt x="694191" y="934067"/>
                  </a:lnTo>
                  <a:lnTo>
                    <a:pt x="702633" y="936917"/>
                  </a:lnTo>
                  <a:lnTo>
                    <a:pt x="709650" y="935602"/>
                  </a:lnTo>
                  <a:lnTo>
                    <a:pt x="708882" y="939548"/>
                  </a:lnTo>
                  <a:lnTo>
                    <a:pt x="706909" y="941851"/>
                  </a:lnTo>
                  <a:lnTo>
                    <a:pt x="705703" y="944482"/>
                  </a:lnTo>
                  <a:lnTo>
                    <a:pt x="707018" y="949306"/>
                  </a:lnTo>
                  <a:lnTo>
                    <a:pt x="709540" y="953143"/>
                  </a:lnTo>
                  <a:lnTo>
                    <a:pt x="718311" y="960817"/>
                  </a:lnTo>
                  <a:lnTo>
                    <a:pt x="719407" y="963119"/>
                  </a:lnTo>
                  <a:lnTo>
                    <a:pt x="720065" y="967943"/>
                  </a:lnTo>
                  <a:lnTo>
                    <a:pt x="721599" y="971013"/>
                  </a:lnTo>
                  <a:lnTo>
                    <a:pt x="721928" y="972219"/>
                  </a:lnTo>
                  <a:lnTo>
                    <a:pt x="722477" y="973205"/>
                  </a:lnTo>
                  <a:lnTo>
                    <a:pt x="723682" y="973644"/>
                  </a:lnTo>
                  <a:lnTo>
                    <a:pt x="726533" y="973425"/>
                  </a:lnTo>
                  <a:lnTo>
                    <a:pt x="727191" y="973644"/>
                  </a:lnTo>
                  <a:lnTo>
                    <a:pt x="728945" y="975946"/>
                  </a:lnTo>
                  <a:lnTo>
                    <a:pt x="730480" y="985923"/>
                  </a:lnTo>
                  <a:lnTo>
                    <a:pt x="736838" y="992830"/>
                  </a:lnTo>
                  <a:lnTo>
                    <a:pt x="740456" y="1001271"/>
                  </a:lnTo>
                  <a:lnTo>
                    <a:pt x="744074" y="1005218"/>
                  </a:lnTo>
                  <a:lnTo>
                    <a:pt x="746596" y="1010042"/>
                  </a:lnTo>
                  <a:lnTo>
                    <a:pt x="752516" y="1011796"/>
                  </a:lnTo>
                  <a:lnTo>
                    <a:pt x="756901" y="1016729"/>
                  </a:lnTo>
                  <a:lnTo>
                    <a:pt x="759752" y="1020128"/>
                  </a:lnTo>
                  <a:lnTo>
                    <a:pt x="762054" y="1023746"/>
                  </a:lnTo>
                  <a:lnTo>
                    <a:pt x="767755" y="1025062"/>
                  </a:lnTo>
                  <a:lnTo>
                    <a:pt x="770495" y="1028460"/>
                  </a:lnTo>
                  <a:lnTo>
                    <a:pt x="772469" y="1028241"/>
                  </a:lnTo>
                  <a:lnTo>
                    <a:pt x="775319" y="1029995"/>
                  </a:lnTo>
                  <a:lnTo>
                    <a:pt x="777073" y="1032297"/>
                  </a:lnTo>
                  <a:lnTo>
                    <a:pt x="775758" y="1033832"/>
                  </a:lnTo>
                  <a:lnTo>
                    <a:pt x="775210" y="1035915"/>
                  </a:lnTo>
                  <a:lnTo>
                    <a:pt x="778718" y="1035696"/>
                  </a:lnTo>
                  <a:lnTo>
                    <a:pt x="784309" y="1035477"/>
                  </a:lnTo>
                  <a:lnTo>
                    <a:pt x="787927" y="1031311"/>
                  </a:lnTo>
                  <a:lnTo>
                    <a:pt x="791764" y="1029995"/>
                  </a:lnTo>
                  <a:lnTo>
                    <a:pt x="796040" y="1029556"/>
                  </a:lnTo>
                  <a:lnTo>
                    <a:pt x="800644" y="1032188"/>
                  </a:lnTo>
                  <a:lnTo>
                    <a:pt x="804701" y="1035696"/>
                  </a:lnTo>
                  <a:lnTo>
                    <a:pt x="807990" y="1039314"/>
                  </a:lnTo>
                  <a:lnTo>
                    <a:pt x="806236" y="1039643"/>
                  </a:lnTo>
                  <a:lnTo>
                    <a:pt x="805139" y="1040191"/>
                  </a:lnTo>
                  <a:lnTo>
                    <a:pt x="802618" y="1042383"/>
                  </a:lnTo>
                  <a:lnTo>
                    <a:pt x="804153" y="1043370"/>
                  </a:lnTo>
                  <a:lnTo>
                    <a:pt x="805030" y="1044576"/>
                  </a:lnTo>
                  <a:lnTo>
                    <a:pt x="805687" y="1045782"/>
                  </a:lnTo>
                  <a:lnTo>
                    <a:pt x="806565" y="1046878"/>
                  </a:lnTo>
                  <a:lnTo>
                    <a:pt x="807880" y="1047536"/>
                  </a:lnTo>
                  <a:lnTo>
                    <a:pt x="811059" y="1047975"/>
                  </a:lnTo>
                  <a:lnTo>
                    <a:pt x="812046" y="1048413"/>
                  </a:lnTo>
                  <a:lnTo>
                    <a:pt x="816541" y="1054772"/>
                  </a:lnTo>
                  <a:lnTo>
                    <a:pt x="817418" y="1055210"/>
                  </a:lnTo>
                  <a:lnTo>
                    <a:pt x="818295" y="1057403"/>
                  </a:lnTo>
                  <a:lnTo>
                    <a:pt x="820159" y="1055539"/>
                  </a:lnTo>
                  <a:lnTo>
                    <a:pt x="822023" y="1052031"/>
                  </a:lnTo>
                  <a:lnTo>
                    <a:pt x="822900" y="1049071"/>
                  </a:lnTo>
                  <a:lnTo>
                    <a:pt x="822680" y="1046111"/>
                  </a:lnTo>
                  <a:lnTo>
                    <a:pt x="821913" y="1044247"/>
                  </a:lnTo>
                  <a:lnTo>
                    <a:pt x="820269" y="1043480"/>
                  </a:lnTo>
                  <a:lnTo>
                    <a:pt x="817308" y="1043918"/>
                  </a:lnTo>
                  <a:lnTo>
                    <a:pt x="821255" y="1039314"/>
                  </a:lnTo>
                  <a:lnTo>
                    <a:pt x="823338" y="1036134"/>
                  </a:lnTo>
                  <a:lnTo>
                    <a:pt x="824106" y="1032407"/>
                  </a:lnTo>
                  <a:lnTo>
                    <a:pt x="824215" y="1026267"/>
                  </a:lnTo>
                  <a:lnTo>
                    <a:pt x="825312" y="1024075"/>
                  </a:lnTo>
                  <a:lnTo>
                    <a:pt x="827614" y="1023965"/>
                  </a:lnTo>
                  <a:lnTo>
                    <a:pt x="829916" y="1025390"/>
                  </a:lnTo>
                  <a:lnTo>
                    <a:pt x="830903" y="1027802"/>
                  </a:lnTo>
                  <a:lnTo>
                    <a:pt x="831012" y="1030653"/>
                  </a:lnTo>
                  <a:lnTo>
                    <a:pt x="831341" y="1032626"/>
                  </a:lnTo>
                  <a:lnTo>
                    <a:pt x="832109" y="1034709"/>
                  </a:lnTo>
                  <a:lnTo>
                    <a:pt x="833644" y="1037669"/>
                  </a:lnTo>
                  <a:lnTo>
                    <a:pt x="827723" y="1040191"/>
                  </a:lnTo>
                  <a:lnTo>
                    <a:pt x="825640" y="1040739"/>
                  </a:lnTo>
                  <a:lnTo>
                    <a:pt x="825640" y="1042383"/>
                  </a:lnTo>
                  <a:lnTo>
                    <a:pt x="832876" y="1040629"/>
                  </a:lnTo>
                  <a:lnTo>
                    <a:pt x="839783" y="1040081"/>
                  </a:lnTo>
                  <a:lnTo>
                    <a:pt x="846690" y="1040739"/>
                  </a:lnTo>
                  <a:lnTo>
                    <a:pt x="860613" y="1044247"/>
                  </a:lnTo>
                  <a:lnTo>
                    <a:pt x="863793" y="1045563"/>
                  </a:lnTo>
                  <a:lnTo>
                    <a:pt x="869822" y="1049838"/>
                  </a:lnTo>
                  <a:lnTo>
                    <a:pt x="872673" y="1050277"/>
                  </a:lnTo>
                  <a:lnTo>
                    <a:pt x="873659" y="1049181"/>
                  </a:lnTo>
                  <a:lnTo>
                    <a:pt x="871247" y="1046878"/>
                  </a:lnTo>
                  <a:lnTo>
                    <a:pt x="876071" y="1046549"/>
                  </a:lnTo>
                  <a:lnTo>
                    <a:pt x="887583" y="1051373"/>
                  </a:lnTo>
                  <a:lnTo>
                    <a:pt x="891530" y="1049729"/>
                  </a:lnTo>
                  <a:lnTo>
                    <a:pt x="892516" y="1054004"/>
                  </a:lnTo>
                  <a:lnTo>
                    <a:pt x="889995" y="1055978"/>
                  </a:lnTo>
                  <a:lnTo>
                    <a:pt x="880128" y="1057403"/>
                  </a:lnTo>
                  <a:lnTo>
                    <a:pt x="878374" y="1057184"/>
                  </a:lnTo>
                  <a:lnTo>
                    <a:pt x="877058" y="1057622"/>
                  </a:lnTo>
                  <a:lnTo>
                    <a:pt x="876071" y="1061898"/>
                  </a:lnTo>
                  <a:lnTo>
                    <a:pt x="874975" y="1062885"/>
                  </a:lnTo>
                  <a:lnTo>
                    <a:pt x="873659" y="1062446"/>
                  </a:lnTo>
                  <a:lnTo>
                    <a:pt x="872563" y="1060253"/>
                  </a:lnTo>
                  <a:lnTo>
                    <a:pt x="871357" y="1062994"/>
                  </a:lnTo>
                  <a:lnTo>
                    <a:pt x="871905" y="1065516"/>
                  </a:lnTo>
                  <a:lnTo>
                    <a:pt x="873769" y="1067270"/>
                  </a:lnTo>
                  <a:lnTo>
                    <a:pt x="876620" y="1067708"/>
                  </a:lnTo>
                  <a:lnTo>
                    <a:pt x="874098" y="1073080"/>
                  </a:lnTo>
                  <a:lnTo>
                    <a:pt x="874536" y="1076369"/>
                  </a:lnTo>
                  <a:lnTo>
                    <a:pt x="878045" y="1078014"/>
                  </a:lnTo>
                  <a:lnTo>
                    <a:pt x="884732" y="1078452"/>
                  </a:lnTo>
                  <a:lnTo>
                    <a:pt x="883636" y="1080755"/>
                  </a:lnTo>
                  <a:lnTo>
                    <a:pt x="881663" y="1081413"/>
                  </a:lnTo>
                  <a:lnTo>
                    <a:pt x="879251" y="1081741"/>
                  </a:lnTo>
                  <a:lnTo>
                    <a:pt x="876620" y="1082947"/>
                  </a:lnTo>
                  <a:lnTo>
                    <a:pt x="875523" y="1084701"/>
                  </a:lnTo>
                  <a:lnTo>
                    <a:pt x="873769" y="1092047"/>
                  </a:lnTo>
                  <a:lnTo>
                    <a:pt x="875304" y="1089306"/>
                  </a:lnTo>
                  <a:lnTo>
                    <a:pt x="878045" y="1087881"/>
                  </a:lnTo>
                  <a:lnTo>
                    <a:pt x="880347" y="1088539"/>
                  </a:lnTo>
                  <a:lnTo>
                    <a:pt x="880785" y="1092047"/>
                  </a:lnTo>
                  <a:lnTo>
                    <a:pt x="878593" y="1094897"/>
                  </a:lnTo>
                  <a:lnTo>
                    <a:pt x="874646" y="1095774"/>
                  </a:lnTo>
                  <a:lnTo>
                    <a:pt x="871138" y="1097309"/>
                  </a:lnTo>
                  <a:lnTo>
                    <a:pt x="869164" y="1100927"/>
                  </a:lnTo>
                  <a:lnTo>
                    <a:pt x="869274" y="1108163"/>
                  </a:lnTo>
                  <a:lnTo>
                    <a:pt x="874975" y="1122525"/>
                  </a:lnTo>
                  <a:lnTo>
                    <a:pt x="876729" y="1129541"/>
                  </a:lnTo>
                  <a:lnTo>
                    <a:pt x="877058" y="1143355"/>
                  </a:lnTo>
                  <a:lnTo>
                    <a:pt x="882759" y="1146644"/>
                  </a:lnTo>
                  <a:lnTo>
                    <a:pt x="883636" y="1152016"/>
                  </a:lnTo>
                  <a:lnTo>
                    <a:pt x="883526" y="1157607"/>
                  </a:lnTo>
                  <a:lnTo>
                    <a:pt x="884294" y="1159251"/>
                  </a:lnTo>
                  <a:lnTo>
                    <a:pt x="886267" y="1160348"/>
                  </a:lnTo>
                  <a:lnTo>
                    <a:pt x="888241" y="1160128"/>
                  </a:lnTo>
                  <a:lnTo>
                    <a:pt x="890543" y="1158813"/>
                  </a:lnTo>
                  <a:lnTo>
                    <a:pt x="894270" y="1155634"/>
                  </a:lnTo>
                  <a:lnTo>
                    <a:pt x="895805" y="1157497"/>
                  </a:lnTo>
                  <a:lnTo>
                    <a:pt x="896682" y="1158265"/>
                  </a:lnTo>
                  <a:lnTo>
                    <a:pt x="899423" y="1159251"/>
                  </a:lnTo>
                  <a:lnTo>
                    <a:pt x="899423" y="1160677"/>
                  </a:lnTo>
                  <a:lnTo>
                    <a:pt x="898656" y="1162211"/>
                  </a:lnTo>
                  <a:lnTo>
                    <a:pt x="898327" y="1163198"/>
                  </a:lnTo>
                  <a:lnTo>
                    <a:pt x="899971" y="1166049"/>
                  </a:lnTo>
                  <a:lnTo>
                    <a:pt x="905124" y="1172298"/>
                  </a:lnTo>
                  <a:lnTo>
                    <a:pt x="908961" y="1175806"/>
                  </a:lnTo>
                  <a:lnTo>
                    <a:pt x="906440" y="1177889"/>
                  </a:lnTo>
                  <a:lnTo>
                    <a:pt x="900958" y="1177121"/>
                  </a:lnTo>
                  <a:lnTo>
                    <a:pt x="895586" y="1176683"/>
                  </a:lnTo>
                  <a:lnTo>
                    <a:pt x="889446" y="1176244"/>
                  </a:lnTo>
                  <a:lnTo>
                    <a:pt x="889885" y="1178437"/>
                  </a:lnTo>
                  <a:lnTo>
                    <a:pt x="894161" y="1178327"/>
                  </a:lnTo>
                  <a:lnTo>
                    <a:pt x="901177" y="1180082"/>
                  </a:lnTo>
                  <a:lnTo>
                    <a:pt x="904466" y="1182055"/>
                  </a:lnTo>
                  <a:lnTo>
                    <a:pt x="913127" y="1188414"/>
                  </a:lnTo>
                  <a:lnTo>
                    <a:pt x="919376" y="1196417"/>
                  </a:lnTo>
                  <a:lnTo>
                    <a:pt x="926283" y="1204529"/>
                  </a:lnTo>
                  <a:lnTo>
                    <a:pt x="929353" y="1206064"/>
                  </a:lnTo>
                  <a:lnTo>
                    <a:pt x="935931" y="1209792"/>
                  </a:lnTo>
                  <a:lnTo>
                    <a:pt x="940425" y="1210888"/>
                  </a:lnTo>
                  <a:lnTo>
                    <a:pt x="945140" y="1211984"/>
                  </a:lnTo>
                  <a:lnTo>
                    <a:pt x="949964" y="1212862"/>
                  </a:lnTo>
                  <a:lnTo>
                    <a:pt x="954787" y="1214287"/>
                  </a:lnTo>
                  <a:lnTo>
                    <a:pt x="963229" y="1216370"/>
                  </a:lnTo>
                  <a:lnTo>
                    <a:pt x="974740" y="1219878"/>
                  </a:lnTo>
                  <a:lnTo>
                    <a:pt x="980332" y="1224483"/>
                  </a:lnTo>
                  <a:lnTo>
                    <a:pt x="982305" y="1222619"/>
                  </a:lnTo>
                  <a:lnTo>
                    <a:pt x="983949" y="1219988"/>
                  </a:lnTo>
                  <a:lnTo>
                    <a:pt x="985046" y="1218782"/>
                  </a:lnTo>
                  <a:lnTo>
                    <a:pt x="986471" y="1217576"/>
                  </a:lnTo>
                  <a:lnTo>
                    <a:pt x="988006" y="1216699"/>
                  </a:lnTo>
                  <a:lnTo>
                    <a:pt x="989431" y="1216370"/>
                  </a:lnTo>
                  <a:lnTo>
                    <a:pt x="992830" y="1216589"/>
                  </a:lnTo>
                  <a:lnTo>
                    <a:pt x="996228" y="1217247"/>
                  </a:lnTo>
                  <a:lnTo>
                    <a:pt x="999408" y="1218672"/>
                  </a:lnTo>
                  <a:lnTo>
                    <a:pt x="1002148" y="1220974"/>
                  </a:lnTo>
                  <a:lnTo>
                    <a:pt x="1009055" y="1229416"/>
                  </a:lnTo>
                  <a:lnTo>
                    <a:pt x="1010590" y="1238844"/>
                  </a:lnTo>
                  <a:lnTo>
                    <a:pt x="1010700" y="1243339"/>
                  </a:lnTo>
                  <a:lnTo>
                    <a:pt x="1015633" y="1255618"/>
                  </a:lnTo>
                  <a:lnTo>
                    <a:pt x="1011467" y="1252658"/>
                  </a:lnTo>
                  <a:lnTo>
                    <a:pt x="1005876" y="1243887"/>
                  </a:lnTo>
                  <a:lnTo>
                    <a:pt x="1004012" y="1240927"/>
                  </a:lnTo>
                  <a:lnTo>
                    <a:pt x="1003245" y="1243230"/>
                  </a:lnTo>
                  <a:lnTo>
                    <a:pt x="1010042" y="1253097"/>
                  </a:lnTo>
                  <a:lnTo>
                    <a:pt x="1011467" y="1256166"/>
                  </a:lnTo>
                  <a:lnTo>
                    <a:pt x="1012125" y="1259455"/>
                  </a:lnTo>
                  <a:lnTo>
                    <a:pt x="1014866" y="1266252"/>
                  </a:lnTo>
                  <a:lnTo>
                    <a:pt x="1017826" y="1270967"/>
                  </a:lnTo>
                  <a:lnTo>
                    <a:pt x="1019361" y="1278751"/>
                  </a:lnTo>
                  <a:lnTo>
                    <a:pt x="1020896" y="1286315"/>
                  </a:lnTo>
                  <a:lnTo>
                    <a:pt x="1025829" y="1294099"/>
                  </a:lnTo>
                  <a:lnTo>
                    <a:pt x="1035038" y="1304295"/>
                  </a:lnTo>
                  <a:lnTo>
                    <a:pt x="1038217" y="1307145"/>
                  </a:lnTo>
                  <a:lnTo>
                    <a:pt x="1046659" y="1310544"/>
                  </a:lnTo>
                  <a:lnTo>
                    <a:pt x="1052798" y="1313394"/>
                  </a:lnTo>
                  <a:lnTo>
                    <a:pt x="1058828" y="1314271"/>
                  </a:lnTo>
                  <a:lnTo>
                    <a:pt x="1059267" y="1312079"/>
                  </a:lnTo>
                  <a:lnTo>
                    <a:pt x="1062008" y="1309996"/>
                  </a:lnTo>
                  <a:lnTo>
                    <a:pt x="1070559" y="1309338"/>
                  </a:lnTo>
                  <a:lnTo>
                    <a:pt x="1085140" y="1312079"/>
                  </a:lnTo>
                  <a:lnTo>
                    <a:pt x="1092266" y="1315368"/>
                  </a:lnTo>
                  <a:lnTo>
                    <a:pt x="1092485" y="1313723"/>
                  </a:lnTo>
                  <a:lnTo>
                    <a:pt x="1090402" y="1313285"/>
                  </a:lnTo>
                  <a:lnTo>
                    <a:pt x="1086456" y="1311092"/>
                  </a:lnTo>
                  <a:lnTo>
                    <a:pt x="1086785" y="1309448"/>
                  </a:lnTo>
                  <a:lnTo>
                    <a:pt x="1087442" y="1308022"/>
                  </a:lnTo>
                  <a:lnTo>
                    <a:pt x="1086785" y="1306597"/>
                  </a:lnTo>
                  <a:lnTo>
                    <a:pt x="1084592" y="1306159"/>
                  </a:lnTo>
                  <a:lnTo>
                    <a:pt x="1082180" y="1305830"/>
                  </a:lnTo>
                  <a:lnTo>
                    <a:pt x="1080645" y="1304733"/>
                  </a:lnTo>
                  <a:lnTo>
                    <a:pt x="1081193" y="1302321"/>
                  </a:lnTo>
                  <a:lnTo>
                    <a:pt x="1082947" y="1300019"/>
                  </a:lnTo>
                  <a:lnTo>
                    <a:pt x="1085359" y="1297169"/>
                  </a:lnTo>
                  <a:lnTo>
                    <a:pt x="1088648" y="1298046"/>
                  </a:lnTo>
                  <a:lnTo>
                    <a:pt x="1089854" y="1301993"/>
                  </a:lnTo>
                  <a:lnTo>
                    <a:pt x="1092047" y="1300129"/>
                  </a:lnTo>
                  <a:lnTo>
                    <a:pt x="1094349" y="1299033"/>
                  </a:lnTo>
                  <a:lnTo>
                    <a:pt x="1094897" y="1302102"/>
                  </a:lnTo>
                  <a:lnTo>
                    <a:pt x="1096323" y="1304514"/>
                  </a:lnTo>
                  <a:lnTo>
                    <a:pt x="1099063" y="1304843"/>
                  </a:lnTo>
                  <a:lnTo>
                    <a:pt x="1102572" y="1305172"/>
                  </a:lnTo>
                  <a:lnTo>
                    <a:pt x="1103668" y="1307584"/>
                  </a:lnTo>
                  <a:lnTo>
                    <a:pt x="1102572" y="1309667"/>
                  </a:lnTo>
                  <a:lnTo>
                    <a:pt x="1104106" y="1310544"/>
                  </a:lnTo>
                  <a:lnTo>
                    <a:pt x="1105093" y="1314491"/>
                  </a:lnTo>
                  <a:lnTo>
                    <a:pt x="1100598" y="1312737"/>
                  </a:lnTo>
                  <a:lnTo>
                    <a:pt x="1096542" y="1311640"/>
                  </a:lnTo>
                  <a:lnTo>
                    <a:pt x="1094349" y="1312188"/>
                  </a:lnTo>
                  <a:lnTo>
                    <a:pt x="1095884" y="1313833"/>
                  </a:lnTo>
                  <a:lnTo>
                    <a:pt x="1101475" y="1314491"/>
                  </a:lnTo>
                  <a:lnTo>
                    <a:pt x="1107176" y="1316683"/>
                  </a:lnTo>
                  <a:lnTo>
                    <a:pt x="1113206" y="1321946"/>
                  </a:lnTo>
                  <a:lnTo>
                    <a:pt x="1118907" y="1330826"/>
                  </a:lnTo>
                  <a:lnTo>
                    <a:pt x="1127568" y="1337075"/>
                  </a:lnTo>
                  <a:lnTo>
                    <a:pt x="1134804" y="1347380"/>
                  </a:lnTo>
                  <a:lnTo>
                    <a:pt x="1139079" y="1352643"/>
                  </a:lnTo>
                  <a:lnTo>
                    <a:pt x="1141272" y="1361194"/>
                  </a:lnTo>
                  <a:lnTo>
                    <a:pt x="1142368" y="1369745"/>
                  </a:lnTo>
                  <a:lnTo>
                    <a:pt x="1139627" y="1385203"/>
                  </a:lnTo>
                  <a:lnTo>
                    <a:pt x="1140285" y="1388383"/>
                  </a:lnTo>
                  <a:lnTo>
                    <a:pt x="1142149" y="1388163"/>
                  </a:lnTo>
                  <a:lnTo>
                    <a:pt x="1147740" y="1381695"/>
                  </a:lnTo>
                  <a:lnTo>
                    <a:pt x="1149823" y="1381476"/>
                  </a:lnTo>
                  <a:lnTo>
                    <a:pt x="1151906" y="1381805"/>
                  </a:lnTo>
                  <a:lnTo>
                    <a:pt x="1155962" y="1383011"/>
                  </a:lnTo>
                  <a:lnTo>
                    <a:pt x="1155414" y="1381476"/>
                  </a:lnTo>
                  <a:lnTo>
                    <a:pt x="1154757" y="1380270"/>
                  </a:lnTo>
                  <a:lnTo>
                    <a:pt x="1153989" y="1379283"/>
                  </a:lnTo>
                  <a:lnTo>
                    <a:pt x="1153112" y="1378516"/>
                  </a:lnTo>
                  <a:lnTo>
                    <a:pt x="1158594" y="1381695"/>
                  </a:lnTo>
                  <a:lnTo>
                    <a:pt x="1161992" y="1388821"/>
                  </a:lnTo>
                  <a:lnTo>
                    <a:pt x="1163856" y="1385203"/>
                  </a:lnTo>
                  <a:lnTo>
                    <a:pt x="1165172" y="1384217"/>
                  </a:lnTo>
                  <a:lnTo>
                    <a:pt x="1166487" y="1383230"/>
                  </a:lnTo>
                  <a:lnTo>
                    <a:pt x="1167803" y="1382243"/>
                  </a:lnTo>
                  <a:lnTo>
                    <a:pt x="1169118" y="1381257"/>
                  </a:lnTo>
                  <a:lnTo>
                    <a:pt x="1188962" y="1366018"/>
                  </a:lnTo>
                  <a:lnTo>
                    <a:pt x="1208586" y="1350560"/>
                  </a:lnTo>
                  <a:lnTo>
                    <a:pt x="1227991" y="1334773"/>
                  </a:lnTo>
                  <a:lnTo>
                    <a:pt x="1247286" y="1318657"/>
                  </a:lnTo>
                  <a:lnTo>
                    <a:pt x="1257153" y="1310434"/>
                  </a:lnTo>
                  <a:lnTo>
                    <a:pt x="1267020" y="1302212"/>
                  </a:lnTo>
                  <a:lnTo>
                    <a:pt x="1276887" y="1293989"/>
                  </a:lnTo>
                  <a:lnTo>
                    <a:pt x="1286754" y="1285767"/>
                  </a:lnTo>
                  <a:lnTo>
                    <a:pt x="1288069" y="1282697"/>
                  </a:lnTo>
                  <a:lnTo>
                    <a:pt x="1288398" y="1277873"/>
                  </a:lnTo>
                  <a:lnTo>
                    <a:pt x="1288289" y="1272611"/>
                  </a:lnTo>
                  <a:lnTo>
                    <a:pt x="1288398" y="1268445"/>
                  </a:lnTo>
                  <a:lnTo>
                    <a:pt x="1289714" y="1262744"/>
                  </a:lnTo>
                  <a:lnTo>
                    <a:pt x="1291578" y="1257372"/>
                  </a:lnTo>
                  <a:lnTo>
                    <a:pt x="1293441" y="1252000"/>
                  </a:lnTo>
                  <a:lnTo>
                    <a:pt x="1295305" y="1246957"/>
                  </a:lnTo>
                  <a:lnTo>
                    <a:pt x="1295305" y="1246957"/>
                  </a:lnTo>
                  <a:close/>
                  <a:moveTo>
                    <a:pt x="1155414" y="1387725"/>
                  </a:moveTo>
                  <a:lnTo>
                    <a:pt x="1151358" y="1386519"/>
                  </a:lnTo>
                  <a:lnTo>
                    <a:pt x="1147411" y="1386519"/>
                  </a:lnTo>
                  <a:lnTo>
                    <a:pt x="1145657" y="1388602"/>
                  </a:lnTo>
                  <a:lnTo>
                    <a:pt x="1145328" y="1400333"/>
                  </a:lnTo>
                  <a:lnTo>
                    <a:pt x="1144451" y="1404170"/>
                  </a:lnTo>
                  <a:lnTo>
                    <a:pt x="1145767" y="1403512"/>
                  </a:lnTo>
                  <a:lnTo>
                    <a:pt x="1149494" y="1401100"/>
                  </a:lnTo>
                  <a:lnTo>
                    <a:pt x="1153331" y="1398688"/>
                  </a:lnTo>
                  <a:lnTo>
                    <a:pt x="1157059" y="1396167"/>
                  </a:lnTo>
                  <a:lnTo>
                    <a:pt x="1159251" y="1394413"/>
                  </a:lnTo>
                  <a:lnTo>
                    <a:pt x="1159251" y="1394413"/>
                  </a:lnTo>
                  <a:lnTo>
                    <a:pt x="1159251" y="1393536"/>
                  </a:lnTo>
                  <a:lnTo>
                    <a:pt x="1157717" y="1389369"/>
                  </a:lnTo>
                  <a:lnTo>
                    <a:pt x="1155414" y="1387725"/>
                  </a:lnTo>
                  <a:close/>
                  <a:moveTo>
                    <a:pt x="1138531" y="1395180"/>
                  </a:moveTo>
                  <a:lnTo>
                    <a:pt x="1137763" y="1397482"/>
                  </a:lnTo>
                  <a:lnTo>
                    <a:pt x="1137106" y="1400990"/>
                  </a:lnTo>
                  <a:lnTo>
                    <a:pt x="1133378" y="1408336"/>
                  </a:lnTo>
                  <a:lnTo>
                    <a:pt x="1132611" y="1409871"/>
                  </a:lnTo>
                  <a:lnTo>
                    <a:pt x="1132611" y="1409871"/>
                  </a:lnTo>
                  <a:lnTo>
                    <a:pt x="1132721" y="1409871"/>
                  </a:lnTo>
                  <a:lnTo>
                    <a:pt x="1133378" y="1409542"/>
                  </a:lnTo>
                  <a:lnTo>
                    <a:pt x="1134036" y="1409213"/>
                  </a:lnTo>
                  <a:lnTo>
                    <a:pt x="1134474" y="1408994"/>
                  </a:lnTo>
                  <a:lnTo>
                    <a:pt x="1135132" y="1407459"/>
                  </a:lnTo>
                  <a:lnTo>
                    <a:pt x="1136119" y="1405814"/>
                  </a:lnTo>
                  <a:lnTo>
                    <a:pt x="1137325" y="1404170"/>
                  </a:lnTo>
                  <a:lnTo>
                    <a:pt x="1138641" y="1402964"/>
                  </a:lnTo>
                  <a:lnTo>
                    <a:pt x="1140724" y="1398250"/>
                  </a:lnTo>
                  <a:lnTo>
                    <a:pt x="1140066" y="1395509"/>
                  </a:lnTo>
                  <a:lnTo>
                    <a:pt x="1138531" y="1395180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0" name="Freeform: Shape 13">
              <a:extLst>
                <a:ext uri="{FF2B5EF4-FFF2-40B4-BE49-F238E27FC236}">
                  <a16:creationId xmlns:a16="http://schemas.microsoft.com/office/drawing/2014/main" id="{41EC4BAE-DCF9-AE3C-B0D1-4FCB6CDB3482}"/>
                </a:ext>
              </a:extLst>
            </p:cNvPr>
            <p:cNvSpPr/>
            <p:nvPr/>
          </p:nvSpPr>
          <p:spPr>
            <a:xfrm>
              <a:off x="7270270" y="3267075"/>
              <a:ext cx="789352" cy="997653"/>
            </a:xfrm>
            <a:custGeom>
              <a:avLst/>
              <a:gdLst>
                <a:gd name="connsiteX0" fmla="*/ 798671 w 789352"/>
                <a:gd name="connsiteY0" fmla="*/ 869164 h 997653"/>
                <a:gd name="connsiteX1" fmla="*/ 798452 w 789352"/>
                <a:gd name="connsiteY1" fmla="*/ 863025 h 997653"/>
                <a:gd name="connsiteX2" fmla="*/ 798232 w 789352"/>
                <a:gd name="connsiteY2" fmla="*/ 856776 h 997653"/>
                <a:gd name="connsiteX3" fmla="*/ 798013 w 789352"/>
                <a:gd name="connsiteY3" fmla="*/ 850527 h 997653"/>
                <a:gd name="connsiteX4" fmla="*/ 789900 w 789352"/>
                <a:gd name="connsiteY4" fmla="*/ 851294 h 997653"/>
                <a:gd name="connsiteX5" fmla="*/ 781568 w 789352"/>
                <a:gd name="connsiteY5" fmla="*/ 852062 h 997653"/>
                <a:gd name="connsiteX6" fmla="*/ 773675 w 789352"/>
                <a:gd name="connsiteY6" fmla="*/ 851294 h 997653"/>
                <a:gd name="connsiteX7" fmla="*/ 766878 w 789352"/>
                <a:gd name="connsiteY7" fmla="*/ 847676 h 997653"/>
                <a:gd name="connsiteX8" fmla="*/ 763917 w 789352"/>
                <a:gd name="connsiteY8" fmla="*/ 844607 h 997653"/>
                <a:gd name="connsiteX9" fmla="*/ 760628 w 789352"/>
                <a:gd name="connsiteY9" fmla="*/ 840989 h 997653"/>
                <a:gd name="connsiteX10" fmla="*/ 757340 w 789352"/>
                <a:gd name="connsiteY10" fmla="*/ 837590 h 997653"/>
                <a:gd name="connsiteX11" fmla="*/ 754380 w 789352"/>
                <a:gd name="connsiteY11" fmla="*/ 835288 h 997653"/>
                <a:gd name="connsiteX12" fmla="*/ 752735 w 789352"/>
                <a:gd name="connsiteY12" fmla="*/ 833863 h 997653"/>
                <a:gd name="connsiteX13" fmla="*/ 751858 w 789352"/>
                <a:gd name="connsiteY13" fmla="*/ 831999 h 997653"/>
                <a:gd name="connsiteX14" fmla="*/ 751200 w 789352"/>
                <a:gd name="connsiteY14" fmla="*/ 830135 h 997653"/>
                <a:gd name="connsiteX15" fmla="*/ 750323 w 789352"/>
                <a:gd name="connsiteY15" fmla="*/ 828381 h 997653"/>
                <a:gd name="connsiteX16" fmla="*/ 747692 w 789352"/>
                <a:gd name="connsiteY16" fmla="*/ 825969 h 997653"/>
                <a:gd name="connsiteX17" fmla="*/ 744622 w 789352"/>
                <a:gd name="connsiteY17" fmla="*/ 824215 h 997653"/>
                <a:gd name="connsiteX18" fmla="*/ 741772 w 789352"/>
                <a:gd name="connsiteY18" fmla="*/ 822242 h 997653"/>
                <a:gd name="connsiteX19" fmla="*/ 739798 w 789352"/>
                <a:gd name="connsiteY19" fmla="*/ 819062 h 997653"/>
                <a:gd name="connsiteX20" fmla="*/ 739470 w 789352"/>
                <a:gd name="connsiteY20" fmla="*/ 816760 h 997653"/>
                <a:gd name="connsiteX21" fmla="*/ 739579 w 789352"/>
                <a:gd name="connsiteY21" fmla="*/ 814348 h 997653"/>
                <a:gd name="connsiteX22" fmla="*/ 739579 w 789352"/>
                <a:gd name="connsiteY22" fmla="*/ 811827 h 997653"/>
                <a:gd name="connsiteX23" fmla="*/ 739031 w 789352"/>
                <a:gd name="connsiteY23" fmla="*/ 809196 h 997653"/>
                <a:gd name="connsiteX24" fmla="*/ 737386 w 789352"/>
                <a:gd name="connsiteY24" fmla="*/ 806564 h 997653"/>
                <a:gd name="connsiteX25" fmla="*/ 735632 w 789352"/>
                <a:gd name="connsiteY25" fmla="*/ 804372 h 997653"/>
                <a:gd name="connsiteX26" fmla="*/ 734646 w 789352"/>
                <a:gd name="connsiteY26" fmla="*/ 801960 h 997653"/>
                <a:gd name="connsiteX27" fmla="*/ 735413 w 789352"/>
                <a:gd name="connsiteY27" fmla="*/ 798781 h 997653"/>
                <a:gd name="connsiteX28" fmla="*/ 736181 w 789352"/>
                <a:gd name="connsiteY28" fmla="*/ 796478 h 997653"/>
                <a:gd name="connsiteX29" fmla="*/ 736400 w 789352"/>
                <a:gd name="connsiteY29" fmla="*/ 794176 h 997653"/>
                <a:gd name="connsiteX30" fmla="*/ 735852 w 789352"/>
                <a:gd name="connsiteY30" fmla="*/ 792093 h 997653"/>
                <a:gd name="connsiteX31" fmla="*/ 734207 w 789352"/>
                <a:gd name="connsiteY31" fmla="*/ 790558 h 997653"/>
                <a:gd name="connsiteX32" fmla="*/ 732672 w 789352"/>
                <a:gd name="connsiteY32" fmla="*/ 788914 h 997653"/>
                <a:gd name="connsiteX33" fmla="*/ 732892 w 789352"/>
                <a:gd name="connsiteY33" fmla="*/ 787160 h 997653"/>
                <a:gd name="connsiteX34" fmla="*/ 733769 w 789352"/>
                <a:gd name="connsiteY34" fmla="*/ 785296 h 997653"/>
                <a:gd name="connsiteX35" fmla="*/ 734207 w 789352"/>
                <a:gd name="connsiteY35" fmla="*/ 783322 h 997653"/>
                <a:gd name="connsiteX36" fmla="*/ 732124 w 789352"/>
                <a:gd name="connsiteY36" fmla="*/ 778389 h 997653"/>
                <a:gd name="connsiteX37" fmla="*/ 728616 w 789352"/>
                <a:gd name="connsiteY37" fmla="*/ 774004 h 997653"/>
                <a:gd name="connsiteX38" fmla="*/ 725437 w 789352"/>
                <a:gd name="connsiteY38" fmla="*/ 769618 h 997653"/>
                <a:gd name="connsiteX39" fmla="*/ 724340 w 789352"/>
                <a:gd name="connsiteY39" fmla="*/ 764685 h 997653"/>
                <a:gd name="connsiteX40" fmla="*/ 721271 w 789352"/>
                <a:gd name="connsiteY40" fmla="*/ 764246 h 997653"/>
                <a:gd name="connsiteX41" fmla="*/ 718201 w 789352"/>
                <a:gd name="connsiteY41" fmla="*/ 763589 h 997653"/>
                <a:gd name="connsiteX42" fmla="*/ 715241 w 789352"/>
                <a:gd name="connsiteY42" fmla="*/ 762602 h 997653"/>
                <a:gd name="connsiteX43" fmla="*/ 712390 w 789352"/>
                <a:gd name="connsiteY43" fmla="*/ 761286 h 997653"/>
                <a:gd name="connsiteX44" fmla="*/ 708992 w 789352"/>
                <a:gd name="connsiteY44" fmla="*/ 758326 h 997653"/>
                <a:gd name="connsiteX45" fmla="*/ 707018 w 789352"/>
                <a:gd name="connsiteY45" fmla="*/ 753831 h 997653"/>
                <a:gd name="connsiteX46" fmla="*/ 705812 w 789352"/>
                <a:gd name="connsiteY46" fmla="*/ 748788 h 997653"/>
                <a:gd name="connsiteX47" fmla="*/ 704935 w 789352"/>
                <a:gd name="connsiteY47" fmla="*/ 744184 h 997653"/>
                <a:gd name="connsiteX48" fmla="*/ 703401 w 789352"/>
                <a:gd name="connsiteY48" fmla="*/ 740347 h 997653"/>
                <a:gd name="connsiteX49" fmla="*/ 701318 w 789352"/>
                <a:gd name="connsiteY49" fmla="*/ 736838 h 997653"/>
                <a:gd name="connsiteX50" fmla="*/ 699344 w 789352"/>
                <a:gd name="connsiteY50" fmla="*/ 733440 h 997653"/>
                <a:gd name="connsiteX51" fmla="*/ 698357 w 789352"/>
                <a:gd name="connsiteY51" fmla="*/ 729822 h 997653"/>
                <a:gd name="connsiteX52" fmla="*/ 697919 w 789352"/>
                <a:gd name="connsiteY52" fmla="*/ 726204 h 997653"/>
                <a:gd name="connsiteX53" fmla="*/ 697480 w 789352"/>
                <a:gd name="connsiteY53" fmla="*/ 722586 h 997653"/>
                <a:gd name="connsiteX54" fmla="*/ 697042 w 789352"/>
                <a:gd name="connsiteY54" fmla="*/ 718968 h 997653"/>
                <a:gd name="connsiteX55" fmla="*/ 696603 w 789352"/>
                <a:gd name="connsiteY55" fmla="*/ 715350 h 997653"/>
                <a:gd name="connsiteX56" fmla="*/ 695397 w 789352"/>
                <a:gd name="connsiteY56" fmla="*/ 707128 h 997653"/>
                <a:gd name="connsiteX57" fmla="*/ 694082 w 789352"/>
                <a:gd name="connsiteY57" fmla="*/ 698357 h 997653"/>
                <a:gd name="connsiteX58" fmla="*/ 693534 w 789352"/>
                <a:gd name="connsiteY58" fmla="*/ 689587 h 997653"/>
                <a:gd name="connsiteX59" fmla="*/ 694740 w 789352"/>
                <a:gd name="connsiteY59" fmla="*/ 681364 h 997653"/>
                <a:gd name="connsiteX60" fmla="*/ 697371 w 789352"/>
                <a:gd name="connsiteY60" fmla="*/ 674677 h 997653"/>
                <a:gd name="connsiteX61" fmla="*/ 700550 w 789352"/>
                <a:gd name="connsiteY61" fmla="*/ 668318 h 997653"/>
                <a:gd name="connsiteX62" fmla="*/ 703510 w 789352"/>
                <a:gd name="connsiteY62" fmla="*/ 661850 h 997653"/>
                <a:gd name="connsiteX63" fmla="*/ 705483 w 789352"/>
                <a:gd name="connsiteY63" fmla="*/ 654724 h 997653"/>
                <a:gd name="connsiteX64" fmla="*/ 700550 w 789352"/>
                <a:gd name="connsiteY64" fmla="*/ 656588 h 997653"/>
                <a:gd name="connsiteX65" fmla="*/ 696165 w 789352"/>
                <a:gd name="connsiteY65" fmla="*/ 657465 h 997653"/>
                <a:gd name="connsiteX66" fmla="*/ 692108 w 789352"/>
                <a:gd name="connsiteY66" fmla="*/ 656478 h 997653"/>
                <a:gd name="connsiteX67" fmla="*/ 688381 w 789352"/>
                <a:gd name="connsiteY67" fmla="*/ 652860 h 997653"/>
                <a:gd name="connsiteX68" fmla="*/ 685421 w 789352"/>
                <a:gd name="connsiteY68" fmla="*/ 647707 h 997653"/>
                <a:gd name="connsiteX69" fmla="*/ 682899 w 789352"/>
                <a:gd name="connsiteY69" fmla="*/ 642335 h 997653"/>
                <a:gd name="connsiteX70" fmla="*/ 680707 w 789352"/>
                <a:gd name="connsiteY70" fmla="*/ 636744 h 997653"/>
                <a:gd name="connsiteX71" fmla="*/ 678514 w 789352"/>
                <a:gd name="connsiteY71" fmla="*/ 631153 h 997653"/>
                <a:gd name="connsiteX72" fmla="*/ 676431 w 789352"/>
                <a:gd name="connsiteY72" fmla="*/ 625342 h 997653"/>
                <a:gd name="connsiteX73" fmla="*/ 674129 w 789352"/>
                <a:gd name="connsiteY73" fmla="*/ 618764 h 997653"/>
                <a:gd name="connsiteX74" fmla="*/ 671388 w 789352"/>
                <a:gd name="connsiteY74" fmla="*/ 612515 h 997653"/>
                <a:gd name="connsiteX75" fmla="*/ 667770 w 789352"/>
                <a:gd name="connsiteY75" fmla="*/ 607691 h 997653"/>
                <a:gd name="connsiteX76" fmla="*/ 662837 w 789352"/>
                <a:gd name="connsiteY76" fmla="*/ 603306 h 997653"/>
                <a:gd name="connsiteX77" fmla="*/ 657903 w 789352"/>
                <a:gd name="connsiteY77" fmla="*/ 598921 h 997653"/>
                <a:gd name="connsiteX78" fmla="*/ 652970 w 789352"/>
                <a:gd name="connsiteY78" fmla="*/ 594536 h 997653"/>
                <a:gd name="connsiteX79" fmla="*/ 648146 w 789352"/>
                <a:gd name="connsiteY79" fmla="*/ 590150 h 997653"/>
                <a:gd name="connsiteX80" fmla="*/ 646173 w 789352"/>
                <a:gd name="connsiteY80" fmla="*/ 588616 h 997653"/>
                <a:gd name="connsiteX81" fmla="*/ 644089 w 789352"/>
                <a:gd name="connsiteY81" fmla="*/ 587190 h 997653"/>
                <a:gd name="connsiteX82" fmla="*/ 641897 w 789352"/>
                <a:gd name="connsiteY82" fmla="*/ 585984 h 997653"/>
                <a:gd name="connsiteX83" fmla="*/ 639595 w 789352"/>
                <a:gd name="connsiteY83" fmla="*/ 584998 h 997653"/>
                <a:gd name="connsiteX84" fmla="*/ 631591 w 789352"/>
                <a:gd name="connsiteY84" fmla="*/ 583463 h 997653"/>
                <a:gd name="connsiteX85" fmla="*/ 624136 w 789352"/>
                <a:gd name="connsiteY85" fmla="*/ 584778 h 997653"/>
                <a:gd name="connsiteX86" fmla="*/ 617230 w 789352"/>
                <a:gd name="connsiteY86" fmla="*/ 588287 h 997653"/>
                <a:gd name="connsiteX87" fmla="*/ 610652 w 789352"/>
                <a:gd name="connsiteY87" fmla="*/ 593659 h 997653"/>
                <a:gd name="connsiteX88" fmla="*/ 608349 w 789352"/>
                <a:gd name="connsiteY88" fmla="*/ 596509 h 997653"/>
                <a:gd name="connsiteX89" fmla="*/ 606266 w 789352"/>
                <a:gd name="connsiteY89" fmla="*/ 599688 h 997653"/>
                <a:gd name="connsiteX90" fmla="*/ 604074 w 789352"/>
                <a:gd name="connsiteY90" fmla="*/ 602758 h 997653"/>
                <a:gd name="connsiteX91" fmla="*/ 601552 w 789352"/>
                <a:gd name="connsiteY91" fmla="*/ 605170 h 997653"/>
                <a:gd name="connsiteX92" fmla="*/ 598482 w 789352"/>
                <a:gd name="connsiteY92" fmla="*/ 606486 h 997653"/>
                <a:gd name="connsiteX93" fmla="*/ 595193 w 789352"/>
                <a:gd name="connsiteY93" fmla="*/ 606814 h 997653"/>
                <a:gd name="connsiteX94" fmla="*/ 591904 w 789352"/>
                <a:gd name="connsiteY94" fmla="*/ 606814 h 997653"/>
                <a:gd name="connsiteX95" fmla="*/ 588616 w 789352"/>
                <a:gd name="connsiteY95" fmla="*/ 606924 h 997653"/>
                <a:gd name="connsiteX96" fmla="*/ 584340 w 789352"/>
                <a:gd name="connsiteY96" fmla="*/ 607363 h 997653"/>
                <a:gd name="connsiteX97" fmla="*/ 581270 w 789352"/>
                <a:gd name="connsiteY97" fmla="*/ 607034 h 997653"/>
                <a:gd name="connsiteX98" fmla="*/ 578420 w 789352"/>
                <a:gd name="connsiteY98" fmla="*/ 605608 h 997653"/>
                <a:gd name="connsiteX99" fmla="*/ 574692 w 789352"/>
                <a:gd name="connsiteY99" fmla="*/ 602868 h 997653"/>
                <a:gd name="connsiteX100" fmla="*/ 571074 w 789352"/>
                <a:gd name="connsiteY100" fmla="*/ 599798 h 997653"/>
                <a:gd name="connsiteX101" fmla="*/ 567566 w 789352"/>
                <a:gd name="connsiteY101" fmla="*/ 596399 h 997653"/>
                <a:gd name="connsiteX102" fmla="*/ 564167 w 789352"/>
                <a:gd name="connsiteY102" fmla="*/ 593001 h 997653"/>
                <a:gd name="connsiteX103" fmla="*/ 560769 w 789352"/>
                <a:gd name="connsiteY103" fmla="*/ 589602 h 997653"/>
                <a:gd name="connsiteX104" fmla="*/ 558796 w 789352"/>
                <a:gd name="connsiteY104" fmla="*/ 586752 h 997653"/>
                <a:gd name="connsiteX105" fmla="*/ 558138 w 789352"/>
                <a:gd name="connsiteY105" fmla="*/ 583572 h 997653"/>
                <a:gd name="connsiteX106" fmla="*/ 558138 w 789352"/>
                <a:gd name="connsiteY106" fmla="*/ 580174 h 997653"/>
                <a:gd name="connsiteX107" fmla="*/ 558138 w 789352"/>
                <a:gd name="connsiteY107" fmla="*/ 576556 h 997653"/>
                <a:gd name="connsiteX108" fmla="*/ 557809 w 789352"/>
                <a:gd name="connsiteY108" fmla="*/ 572061 h 997653"/>
                <a:gd name="connsiteX109" fmla="*/ 557041 w 789352"/>
                <a:gd name="connsiteY109" fmla="*/ 568443 h 997653"/>
                <a:gd name="connsiteX110" fmla="*/ 555726 w 789352"/>
                <a:gd name="connsiteY110" fmla="*/ 565045 h 997653"/>
                <a:gd name="connsiteX111" fmla="*/ 553862 w 789352"/>
                <a:gd name="connsiteY111" fmla="*/ 561207 h 997653"/>
                <a:gd name="connsiteX112" fmla="*/ 552547 w 789352"/>
                <a:gd name="connsiteY112" fmla="*/ 558686 h 997653"/>
                <a:gd name="connsiteX113" fmla="*/ 551231 w 789352"/>
                <a:gd name="connsiteY113" fmla="*/ 556055 h 997653"/>
                <a:gd name="connsiteX114" fmla="*/ 550025 w 789352"/>
                <a:gd name="connsiteY114" fmla="*/ 553424 h 997653"/>
                <a:gd name="connsiteX115" fmla="*/ 548929 w 789352"/>
                <a:gd name="connsiteY115" fmla="*/ 550683 h 997653"/>
                <a:gd name="connsiteX116" fmla="*/ 547284 w 789352"/>
                <a:gd name="connsiteY116" fmla="*/ 546846 h 997653"/>
                <a:gd name="connsiteX117" fmla="*/ 545311 w 789352"/>
                <a:gd name="connsiteY117" fmla="*/ 544324 h 997653"/>
                <a:gd name="connsiteX118" fmla="*/ 543009 w 789352"/>
                <a:gd name="connsiteY118" fmla="*/ 542131 h 997653"/>
                <a:gd name="connsiteX119" fmla="*/ 540377 w 789352"/>
                <a:gd name="connsiteY119" fmla="*/ 539500 h 997653"/>
                <a:gd name="connsiteX120" fmla="*/ 535992 w 789352"/>
                <a:gd name="connsiteY120" fmla="*/ 532265 h 997653"/>
                <a:gd name="connsiteX121" fmla="*/ 533032 w 789352"/>
                <a:gd name="connsiteY121" fmla="*/ 524261 h 997653"/>
                <a:gd name="connsiteX122" fmla="*/ 529195 w 789352"/>
                <a:gd name="connsiteY122" fmla="*/ 517245 h 997653"/>
                <a:gd name="connsiteX123" fmla="*/ 522398 w 789352"/>
                <a:gd name="connsiteY123" fmla="*/ 512969 h 997653"/>
                <a:gd name="connsiteX124" fmla="*/ 518561 w 789352"/>
                <a:gd name="connsiteY124" fmla="*/ 511105 h 997653"/>
                <a:gd name="connsiteX125" fmla="*/ 516258 w 789352"/>
                <a:gd name="connsiteY125" fmla="*/ 508255 h 997653"/>
                <a:gd name="connsiteX126" fmla="*/ 514504 w 789352"/>
                <a:gd name="connsiteY126" fmla="*/ 504747 h 997653"/>
                <a:gd name="connsiteX127" fmla="*/ 512311 w 789352"/>
                <a:gd name="connsiteY127" fmla="*/ 501019 h 997653"/>
                <a:gd name="connsiteX128" fmla="*/ 509790 w 789352"/>
                <a:gd name="connsiteY128" fmla="*/ 498827 h 997653"/>
                <a:gd name="connsiteX129" fmla="*/ 507049 w 789352"/>
                <a:gd name="connsiteY129" fmla="*/ 498169 h 997653"/>
                <a:gd name="connsiteX130" fmla="*/ 504089 w 789352"/>
                <a:gd name="connsiteY130" fmla="*/ 498279 h 997653"/>
                <a:gd name="connsiteX131" fmla="*/ 500910 w 789352"/>
                <a:gd name="connsiteY131" fmla="*/ 498279 h 997653"/>
                <a:gd name="connsiteX132" fmla="*/ 497292 w 789352"/>
                <a:gd name="connsiteY132" fmla="*/ 497730 h 997653"/>
                <a:gd name="connsiteX133" fmla="*/ 494441 w 789352"/>
                <a:gd name="connsiteY133" fmla="*/ 496634 h 997653"/>
                <a:gd name="connsiteX134" fmla="*/ 492249 w 789352"/>
                <a:gd name="connsiteY134" fmla="*/ 494551 h 997653"/>
                <a:gd name="connsiteX135" fmla="*/ 490714 w 789352"/>
                <a:gd name="connsiteY135" fmla="*/ 490933 h 997653"/>
                <a:gd name="connsiteX136" fmla="*/ 490385 w 789352"/>
                <a:gd name="connsiteY136" fmla="*/ 487863 h 997653"/>
                <a:gd name="connsiteX137" fmla="*/ 490495 w 789352"/>
                <a:gd name="connsiteY137" fmla="*/ 484903 h 997653"/>
                <a:gd name="connsiteX138" fmla="*/ 490166 w 789352"/>
                <a:gd name="connsiteY138" fmla="*/ 482053 h 997653"/>
                <a:gd name="connsiteX139" fmla="*/ 488521 w 789352"/>
                <a:gd name="connsiteY139" fmla="*/ 479422 h 997653"/>
                <a:gd name="connsiteX140" fmla="*/ 485561 w 789352"/>
                <a:gd name="connsiteY140" fmla="*/ 477668 h 997653"/>
                <a:gd name="connsiteX141" fmla="*/ 482163 w 789352"/>
                <a:gd name="connsiteY141" fmla="*/ 476681 h 997653"/>
                <a:gd name="connsiteX142" fmla="*/ 478874 w 789352"/>
                <a:gd name="connsiteY142" fmla="*/ 475585 h 997653"/>
                <a:gd name="connsiteX143" fmla="*/ 476023 w 789352"/>
                <a:gd name="connsiteY143" fmla="*/ 473721 h 997653"/>
                <a:gd name="connsiteX144" fmla="*/ 473940 w 789352"/>
                <a:gd name="connsiteY144" fmla="*/ 470542 h 997653"/>
                <a:gd name="connsiteX145" fmla="*/ 472405 w 789352"/>
                <a:gd name="connsiteY145" fmla="*/ 466375 h 997653"/>
                <a:gd name="connsiteX146" fmla="*/ 471199 w 789352"/>
                <a:gd name="connsiteY146" fmla="*/ 461990 h 997653"/>
                <a:gd name="connsiteX147" fmla="*/ 470103 w 789352"/>
                <a:gd name="connsiteY147" fmla="*/ 458263 h 997653"/>
                <a:gd name="connsiteX148" fmla="*/ 466595 w 789352"/>
                <a:gd name="connsiteY148" fmla="*/ 449602 h 997653"/>
                <a:gd name="connsiteX149" fmla="*/ 463964 w 789352"/>
                <a:gd name="connsiteY149" fmla="*/ 440393 h 997653"/>
                <a:gd name="connsiteX150" fmla="*/ 461442 w 789352"/>
                <a:gd name="connsiteY150" fmla="*/ 431074 h 997653"/>
                <a:gd name="connsiteX151" fmla="*/ 458482 w 789352"/>
                <a:gd name="connsiteY151" fmla="*/ 422084 h 997653"/>
                <a:gd name="connsiteX152" fmla="*/ 456289 w 789352"/>
                <a:gd name="connsiteY152" fmla="*/ 412217 h 997653"/>
                <a:gd name="connsiteX153" fmla="*/ 456399 w 789352"/>
                <a:gd name="connsiteY153" fmla="*/ 401912 h 997653"/>
                <a:gd name="connsiteX154" fmla="*/ 457824 w 789352"/>
                <a:gd name="connsiteY154" fmla="*/ 391606 h 997653"/>
                <a:gd name="connsiteX155" fmla="*/ 459359 w 789352"/>
                <a:gd name="connsiteY155" fmla="*/ 381739 h 997653"/>
                <a:gd name="connsiteX156" fmla="*/ 460565 w 789352"/>
                <a:gd name="connsiteY156" fmla="*/ 372530 h 997653"/>
                <a:gd name="connsiteX157" fmla="*/ 462210 w 789352"/>
                <a:gd name="connsiteY157" fmla="*/ 362335 h 997653"/>
                <a:gd name="connsiteX158" fmla="*/ 464841 w 789352"/>
                <a:gd name="connsiteY158" fmla="*/ 352577 h 997653"/>
                <a:gd name="connsiteX159" fmla="*/ 468897 w 789352"/>
                <a:gd name="connsiteY159" fmla="*/ 344684 h 997653"/>
                <a:gd name="connsiteX160" fmla="*/ 472405 w 789352"/>
                <a:gd name="connsiteY160" fmla="*/ 340737 h 997653"/>
                <a:gd name="connsiteX161" fmla="*/ 476023 w 789352"/>
                <a:gd name="connsiteY161" fmla="*/ 337338 h 997653"/>
                <a:gd name="connsiteX162" fmla="*/ 479312 w 789352"/>
                <a:gd name="connsiteY162" fmla="*/ 333721 h 997653"/>
                <a:gd name="connsiteX163" fmla="*/ 481834 w 789352"/>
                <a:gd name="connsiteY163" fmla="*/ 329116 h 997653"/>
                <a:gd name="connsiteX164" fmla="*/ 484026 w 789352"/>
                <a:gd name="connsiteY164" fmla="*/ 324950 h 997653"/>
                <a:gd name="connsiteX165" fmla="*/ 486986 w 789352"/>
                <a:gd name="connsiteY165" fmla="*/ 321223 h 997653"/>
                <a:gd name="connsiteX166" fmla="*/ 490275 w 789352"/>
                <a:gd name="connsiteY166" fmla="*/ 317714 h 997653"/>
                <a:gd name="connsiteX167" fmla="*/ 493455 w 789352"/>
                <a:gd name="connsiteY167" fmla="*/ 314316 h 997653"/>
                <a:gd name="connsiteX168" fmla="*/ 487864 w 789352"/>
                <a:gd name="connsiteY168" fmla="*/ 309711 h 997653"/>
                <a:gd name="connsiteX169" fmla="*/ 482163 w 789352"/>
                <a:gd name="connsiteY169" fmla="*/ 305764 h 997653"/>
                <a:gd name="connsiteX170" fmla="*/ 476243 w 789352"/>
                <a:gd name="connsiteY170" fmla="*/ 302146 h 997653"/>
                <a:gd name="connsiteX171" fmla="*/ 469993 w 789352"/>
                <a:gd name="connsiteY171" fmla="*/ 298638 h 997653"/>
                <a:gd name="connsiteX172" fmla="*/ 466047 w 789352"/>
                <a:gd name="connsiteY172" fmla="*/ 295240 h 997653"/>
                <a:gd name="connsiteX173" fmla="*/ 462648 w 789352"/>
                <a:gd name="connsiteY173" fmla="*/ 290635 h 997653"/>
                <a:gd name="connsiteX174" fmla="*/ 459469 w 789352"/>
                <a:gd name="connsiteY174" fmla="*/ 285702 h 997653"/>
                <a:gd name="connsiteX175" fmla="*/ 455961 w 789352"/>
                <a:gd name="connsiteY175" fmla="*/ 281426 h 997653"/>
                <a:gd name="connsiteX176" fmla="*/ 451246 w 789352"/>
                <a:gd name="connsiteY176" fmla="*/ 277150 h 997653"/>
                <a:gd name="connsiteX177" fmla="*/ 446313 w 789352"/>
                <a:gd name="connsiteY177" fmla="*/ 273423 h 997653"/>
                <a:gd name="connsiteX178" fmla="*/ 441160 w 789352"/>
                <a:gd name="connsiteY178" fmla="*/ 270243 h 997653"/>
                <a:gd name="connsiteX179" fmla="*/ 435459 w 789352"/>
                <a:gd name="connsiteY179" fmla="*/ 267612 h 997653"/>
                <a:gd name="connsiteX180" fmla="*/ 432609 w 789352"/>
                <a:gd name="connsiteY180" fmla="*/ 266735 h 997653"/>
                <a:gd name="connsiteX181" fmla="*/ 430855 w 789352"/>
                <a:gd name="connsiteY181" fmla="*/ 266187 h 997653"/>
                <a:gd name="connsiteX182" fmla="*/ 429868 w 789352"/>
                <a:gd name="connsiteY182" fmla="*/ 264872 h 997653"/>
                <a:gd name="connsiteX183" fmla="*/ 429430 w 789352"/>
                <a:gd name="connsiteY183" fmla="*/ 261583 h 997653"/>
                <a:gd name="connsiteX184" fmla="*/ 429101 w 789352"/>
                <a:gd name="connsiteY184" fmla="*/ 258513 h 997653"/>
                <a:gd name="connsiteX185" fmla="*/ 428552 w 789352"/>
                <a:gd name="connsiteY185" fmla="*/ 255662 h 997653"/>
                <a:gd name="connsiteX186" fmla="*/ 427895 w 789352"/>
                <a:gd name="connsiteY186" fmla="*/ 252812 h 997653"/>
                <a:gd name="connsiteX187" fmla="*/ 427127 w 789352"/>
                <a:gd name="connsiteY187" fmla="*/ 249852 h 997653"/>
                <a:gd name="connsiteX188" fmla="*/ 425702 w 789352"/>
                <a:gd name="connsiteY188" fmla="*/ 247440 h 997653"/>
                <a:gd name="connsiteX189" fmla="*/ 423619 w 789352"/>
                <a:gd name="connsiteY189" fmla="*/ 246344 h 997653"/>
                <a:gd name="connsiteX190" fmla="*/ 421317 w 789352"/>
                <a:gd name="connsiteY190" fmla="*/ 245467 h 997653"/>
                <a:gd name="connsiteX191" fmla="*/ 419124 w 789352"/>
                <a:gd name="connsiteY191" fmla="*/ 243712 h 997653"/>
                <a:gd name="connsiteX192" fmla="*/ 419014 w 789352"/>
                <a:gd name="connsiteY192" fmla="*/ 242945 h 997653"/>
                <a:gd name="connsiteX193" fmla="*/ 418686 w 789352"/>
                <a:gd name="connsiteY193" fmla="*/ 241301 h 997653"/>
                <a:gd name="connsiteX194" fmla="*/ 418247 w 789352"/>
                <a:gd name="connsiteY194" fmla="*/ 239437 h 997653"/>
                <a:gd name="connsiteX195" fmla="*/ 417918 w 789352"/>
                <a:gd name="connsiteY195" fmla="*/ 238121 h 997653"/>
                <a:gd name="connsiteX196" fmla="*/ 416931 w 789352"/>
                <a:gd name="connsiteY196" fmla="*/ 234832 h 997653"/>
                <a:gd name="connsiteX197" fmla="*/ 416164 w 789352"/>
                <a:gd name="connsiteY197" fmla="*/ 231434 h 997653"/>
                <a:gd name="connsiteX198" fmla="*/ 415506 w 789352"/>
                <a:gd name="connsiteY198" fmla="*/ 227925 h 997653"/>
                <a:gd name="connsiteX199" fmla="*/ 415068 w 789352"/>
                <a:gd name="connsiteY199" fmla="*/ 224527 h 997653"/>
                <a:gd name="connsiteX200" fmla="*/ 413204 w 789352"/>
                <a:gd name="connsiteY200" fmla="*/ 217949 h 997653"/>
                <a:gd name="connsiteX201" fmla="*/ 409805 w 789352"/>
                <a:gd name="connsiteY201" fmla="*/ 213015 h 997653"/>
                <a:gd name="connsiteX202" fmla="*/ 405091 w 789352"/>
                <a:gd name="connsiteY202" fmla="*/ 209617 h 997653"/>
                <a:gd name="connsiteX203" fmla="*/ 399390 w 789352"/>
                <a:gd name="connsiteY203" fmla="*/ 207863 h 997653"/>
                <a:gd name="connsiteX204" fmla="*/ 372640 w 789352"/>
                <a:gd name="connsiteY204" fmla="*/ 202162 h 997653"/>
                <a:gd name="connsiteX205" fmla="*/ 359265 w 789352"/>
                <a:gd name="connsiteY205" fmla="*/ 199311 h 997653"/>
                <a:gd name="connsiteX206" fmla="*/ 345890 w 789352"/>
                <a:gd name="connsiteY206" fmla="*/ 196461 h 997653"/>
                <a:gd name="connsiteX207" fmla="*/ 343807 w 789352"/>
                <a:gd name="connsiteY207" fmla="*/ 196022 h 997653"/>
                <a:gd name="connsiteX208" fmla="*/ 341833 w 789352"/>
                <a:gd name="connsiteY208" fmla="*/ 195584 h 997653"/>
                <a:gd name="connsiteX209" fmla="*/ 339750 w 789352"/>
                <a:gd name="connsiteY209" fmla="*/ 195145 h 997653"/>
                <a:gd name="connsiteX210" fmla="*/ 337777 w 789352"/>
                <a:gd name="connsiteY210" fmla="*/ 194707 h 997653"/>
                <a:gd name="connsiteX211" fmla="*/ 331528 w 789352"/>
                <a:gd name="connsiteY211" fmla="*/ 193501 h 997653"/>
                <a:gd name="connsiteX212" fmla="*/ 328020 w 789352"/>
                <a:gd name="connsiteY212" fmla="*/ 192076 h 997653"/>
                <a:gd name="connsiteX213" fmla="*/ 326266 w 789352"/>
                <a:gd name="connsiteY213" fmla="*/ 189006 h 997653"/>
                <a:gd name="connsiteX214" fmla="*/ 325169 w 789352"/>
                <a:gd name="connsiteY214" fmla="*/ 182647 h 997653"/>
                <a:gd name="connsiteX215" fmla="*/ 323854 w 789352"/>
                <a:gd name="connsiteY215" fmla="*/ 172780 h 997653"/>
                <a:gd name="connsiteX216" fmla="*/ 322648 w 789352"/>
                <a:gd name="connsiteY216" fmla="*/ 162914 h 997653"/>
                <a:gd name="connsiteX217" fmla="*/ 321332 w 789352"/>
                <a:gd name="connsiteY217" fmla="*/ 153047 h 997653"/>
                <a:gd name="connsiteX218" fmla="*/ 320126 w 789352"/>
                <a:gd name="connsiteY218" fmla="*/ 143180 h 997653"/>
                <a:gd name="connsiteX219" fmla="*/ 319140 w 789352"/>
                <a:gd name="connsiteY219" fmla="*/ 131339 h 997653"/>
                <a:gd name="connsiteX220" fmla="*/ 318262 w 789352"/>
                <a:gd name="connsiteY220" fmla="*/ 117964 h 997653"/>
                <a:gd name="connsiteX221" fmla="*/ 316508 w 789352"/>
                <a:gd name="connsiteY221" fmla="*/ 105137 h 997653"/>
                <a:gd name="connsiteX222" fmla="*/ 313000 w 789352"/>
                <a:gd name="connsiteY222" fmla="*/ 94832 h 997653"/>
                <a:gd name="connsiteX223" fmla="*/ 309492 w 789352"/>
                <a:gd name="connsiteY223" fmla="*/ 90227 h 997653"/>
                <a:gd name="connsiteX224" fmla="*/ 305216 w 789352"/>
                <a:gd name="connsiteY224" fmla="*/ 86171 h 997653"/>
                <a:gd name="connsiteX225" fmla="*/ 300941 w 789352"/>
                <a:gd name="connsiteY225" fmla="*/ 82005 h 997653"/>
                <a:gd name="connsiteX226" fmla="*/ 297432 w 789352"/>
                <a:gd name="connsiteY226" fmla="*/ 77181 h 997653"/>
                <a:gd name="connsiteX227" fmla="*/ 293266 w 789352"/>
                <a:gd name="connsiteY227" fmla="*/ 70713 h 997653"/>
                <a:gd name="connsiteX228" fmla="*/ 288552 w 789352"/>
                <a:gd name="connsiteY228" fmla="*/ 64354 h 997653"/>
                <a:gd name="connsiteX229" fmla="*/ 284167 w 789352"/>
                <a:gd name="connsiteY229" fmla="*/ 57776 h 997653"/>
                <a:gd name="connsiteX230" fmla="*/ 281207 w 789352"/>
                <a:gd name="connsiteY230" fmla="*/ 50760 h 997653"/>
                <a:gd name="connsiteX231" fmla="*/ 281316 w 789352"/>
                <a:gd name="connsiteY231" fmla="*/ 45168 h 997653"/>
                <a:gd name="connsiteX232" fmla="*/ 281426 w 789352"/>
                <a:gd name="connsiteY232" fmla="*/ 39358 h 997653"/>
                <a:gd name="connsiteX233" fmla="*/ 279891 w 789352"/>
                <a:gd name="connsiteY233" fmla="*/ 34644 h 997653"/>
                <a:gd name="connsiteX234" fmla="*/ 275177 w 789352"/>
                <a:gd name="connsiteY234" fmla="*/ 32232 h 997653"/>
                <a:gd name="connsiteX235" fmla="*/ 265420 w 789352"/>
                <a:gd name="connsiteY235" fmla="*/ 30368 h 997653"/>
                <a:gd name="connsiteX236" fmla="*/ 254785 w 789352"/>
                <a:gd name="connsiteY236" fmla="*/ 27956 h 997653"/>
                <a:gd name="connsiteX237" fmla="*/ 245247 w 789352"/>
                <a:gd name="connsiteY237" fmla="*/ 23461 h 997653"/>
                <a:gd name="connsiteX238" fmla="*/ 238560 w 789352"/>
                <a:gd name="connsiteY238" fmla="*/ 15348 h 997653"/>
                <a:gd name="connsiteX239" fmla="*/ 236367 w 789352"/>
                <a:gd name="connsiteY239" fmla="*/ 11402 h 997653"/>
                <a:gd name="connsiteX240" fmla="*/ 234065 w 789352"/>
                <a:gd name="connsiteY240" fmla="*/ 8003 h 997653"/>
                <a:gd name="connsiteX241" fmla="*/ 231105 w 789352"/>
                <a:gd name="connsiteY241" fmla="*/ 5701 h 997653"/>
                <a:gd name="connsiteX242" fmla="*/ 227048 w 789352"/>
                <a:gd name="connsiteY242" fmla="*/ 5043 h 997653"/>
                <a:gd name="connsiteX243" fmla="*/ 222444 w 789352"/>
                <a:gd name="connsiteY243" fmla="*/ 5591 h 997653"/>
                <a:gd name="connsiteX244" fmla="*/ 217291 w 789352"/>
                <a:gd name="connsiteY244" fmla="*/ 5810 h 997653"/>
                <a:gd name="connsiteX245" fmla="*/ 212906 w 789352"/>
                <a:gd name="connsiteY245" fmla="*/ 4385 h 997653"/>
                <a:gd name="connsiteX246" fmla="*/ 210384 w 789352"/>
                <a:gd name="connsiteY246" fmla="*/ 0 h 997653"/>
                <a:gd name="connsiteX247" fmla="*/ 206218 w 789352"/>
                <a:gd name="connsiteY247" fmla="*/ 5810 h 997653"/>
                <a:gd name="connsiteX248" fmla="*/ 201833 w 789352"/>
                <a:gd name="connsiteY248" fmla="*/ 11511 h 997653"/>
                <a:gd name="connsiteX249" fmla="*/ 197228 w 789352"/>
                <a:gd name="connsiteY249" fmla="*/ 16883 h 997653"/>
                <a:gd name="connsiteX250" fmla="*/ 192185 w 789352"/>
                <a:gd name="connsiteY250" fmla="*/ 21488 h 997653"/>
                <a:gd name="connsiteX251" fmla="*/ 190870 w 789352"/>
                <a:gd name="connsiteY251" fmla="*/ 19295 h 997653"/>
                <a:gd name="connsiteX252" fmla="*/ 192185 w 789352"/>
                <a:gd name="connsiteY252" fmla="*/ 21488 h 997653"/>
                <a:gd name="connsiteX253" fmla="*/ 192185 w 789352"/>
                <a:gd name="connsiteY253" fmla="*/ 21488 h 997653"/>
                <a:gd name="connsiteX254" fmla="*/ 190870 w 789352"/>
                <a:gd name="connsiteY254" fmla="*/ 26970 h 997653"/>
                <a:gd name="connsiteX255" fmla="*/ 189006 w 789352"/>
                <a:gd name="connsiteY255" fmla="*/ 32341 h 997653"/>
                <a:gd name="connsiteX256" fmla="*/ 187142 w 789352"/>
                <a:gd name="connsiteY256" fmla="*/ 37713 h 997653"/>
                <a:gd name="connsiteX257" fmla="*/ 185827 w 789352"/>
                <a:gd name="connsiteY257" fmla="*/ 43414 h 997653"/>
                <a:gd name="connsiteX258" fmla="*/ 185717 w 789352"/>
                <a:gd name="connsiteY258" fmla="*/ 47580 h 997653"/>
                <a:gd name="connsiteX259" fmla="*/ 185827 w 789352"/>
                <a:gd name="connsiteY259" fmla="*/ 52843 h 997653"/>
                <a:gd name="connsiteX260" fmla="*/ 185498 w 789352"/>
                <a:gd name="connsiteY260" fmla="*/ 57667 h 997653"/>
                <a:gd name="connsiteX261" fmla="*/ 184182 w 789352"/>
                <a:gd name="connsiteY261" fmla="*/ 60736 h 997653"/>
                <a:gd name="connsiteX262" fmla="*/ 174315 w 789352"/>
                <a:gd name="connsiteY262" fmla="*/ 68959 h 997653"/>
                <a:gd name="connsiteX263" fmla="*/ 164448 w 789352"/>
                <a:gd name="connsiteY263" fmla="*/ 77181 h 997653"/>
                <a:gd name="connsiteX264" fmla="*/ 154581 w 789352"/>
                <a:gd name="connsiteY264" fmla="*/ 85403 h 997653"/>
                <a:gd name="connsiteX265" fmla="*/ 144715 w 789352"/>
                <a:gd name="connsiteY265" fmla="*/ 93626 h 997653"/>
                <a:gd name="connsiteX266" fmla="*/ 125419 w 789352"/>
                <a:gd name="connsiteY266" fmla="*/ 109742 h 997653"/>
                <a:gd name="connsiteX267" fmla="*/ 106014 w 789352"/>
                <a:gd name="connsiteY267" fmla="*/ 125529 h 997653"/>
                <a:gd name="connsiteX268" fmla="*/ 86390 w 789352"/>
                <a:gd name="connsiteY268" fmla="*/ 140987 h 997653"/>
                <a:gd name="connsiteX269" fmla="*/ 66547 w 789352"/>
                <a:gd name="connsiteY269" fmla="*/ 156226 h 997653"/>
                <a:gd name="connsiteX270" fmla="*/ 65231 w 789352"/>
                <a:gd name="connsiteY270" fmla="*/ 157213 h 997653"/>
                <a:gd name="connsiteX271" fmla="*/ 63916 w 789352"/>
                <a:gd name="connsiteY271" fmla="*/ 158199 h 997653"/>
                <a:gd name="connsiteX272" fmla="*/ 62600 w 789352"/>
                <a:gd name="connsiteY272" fmla="*/ 159186 h 997653"/>
                <a:gd name="connsiteX273" fmla="*/ 61284 w 789352"/>
                <a:gd name="connsiteY273" fmla="*/ 160173 h 997653"/>
                <a:gd name="connsiteX274" fmla="*/ 59421 w 789352"/>
                <a:gd name="connsiteY274" fmla="*/ 163791 h 997653"/>
                <a:gd name="connsiteX275" fmla="*/ 59421 w 789352"/>
                <a:gd name="connsiteY275" fmla="*/ 163791 h 997653"/>
                <a:gd name="connsiteX276" fmla="*/ 64025 w 789352"/>
                <a:gd name="connsiteY276" fmla="*/ 173219 h 997653"/>
                <a:gd name="connsiteX277" fmla="*/ 69507 w 789352"/>
                <a:gd name="connsiteY277" fmla="*/ 172890 h 997653"/>
                <a:gd name="connsiteX278" fmla="*/ 70493 w 789352"/>
                <a:gd name="connsiteY278" fmla="*/ 175850 h 997653"/>
                <a:gd name="connsiteX279" fmla="*/ 69178 w 789352"/>
                <a:gd name="connsiteY279" fmla="*/ 177056 h 997653"/>
                <a:gd name="connsiteX280" fmla="*/ 66985 w 789352"/>
                <a:gd name="connsiteY280" fmla="*/ 177714 h 997653"/>
                <a:gd name="connsiteX281" fmla="*/ 65450 w 789352"/>
                <a:gd name="connsiteY281" fmla="*/ 179029 h 997653"/>
                <a:gd name="connsiteX282" fmla="*/ 65670 w 789352"/>
                <a:gd name="connsiteY282" fmla="*/ 181880 h 997653"/>
                <a:gd name="connsiteX283" fmla="*/ 68410 w 789352"/>
                <a:gd name="connsiteY283" fmla="*/ 187142 h 997653"/>
                <a:gd name="connsiteX284" fmla="*/ 68191 w 789352"/>
                <a:gd name="connsiteY284" fmla="*/ 189445 h 997653"/>
                <a:gd name="connsiteX285" fmla="*/ 65341 w 789352"/>
                <a:gd name="connsiteY285" fmla="*/ 189116 h 997653"/>
                <a:gd name="connsiteX286" fmla="*/ 56132 w 789352"/>
                <a:gd name="connsiteY286" fmla="*/ 180783 h 997653"/>
                <a:gd name="connsiteX287" fmla="*/ 51966 w 789352"/>
                <a:gd name="connsiteY287" fmla="*/ 179139 h 997653"/>
                <a:gd name="connsiteX288" fmla="*/ 51966 w 789352"/>
                <a:gd name="connsiteY288" fmla="*/ 177824 h 997653"/>
                <a:gd name="connsiteX289" fmla="*/ 54378 w 789352"/>
                <a:gd name="connsiteY289" fmla="*/ 176069 h 997653"/>
                <a:gd name="connsiteX290" fmla="*/ 55912 w 789352"/>
                <a:gd name="connsiteY290" fmla="*/ 172561 h 997653"/>
                <a:gd name="connsiteX291" fmla="*/ 56022 w 789352"/>
                <a:gd name="connsiteY291" fmla="*/ 169272 h 997653"/>
                <a:gd name="connsiteX292" fmla="*/ 56022 w 789352"/>
                <a:gd name="connsiteY292" fmla="*/ 169272 h 997653"/>
                <a:gd name="connsiteX293" fmla="*/ 53829 w 789352"/>
                <a:gd name="connsiteY293" fmla="*/ 171026 h 997653"/>
                <a:gd name="connsiteX294" fmla="*/ 50102 w 789352"/>
                <a:gd name="connsiteY294" fmla="*/ 173548 h 997653"/>
                <a:gd name="connsiteX295" fmla="*/ 46265 w 789352"/>
                <a:gd name="connsiteY295" fmla="*/ 175960 h 997653"/>
                <a:gd name="connsiteX296" fmla="*/ 42537 w 789352"/>
                <a:gd name="connsiteY296" fmla="*/ 178372 h 997653"/>
                <a:gd name="connsiteX297" fmla="*/ 41222 w 789352"/>
                <a:gd name="connsiteY297" fmla="*/ 179029 h 997653"/>
                <a:gd name="connsiteX298" fmla="*/ 41222 w 789352"/>
                <a:gd name="connsiteY298" fmla="*/ 179249 h 997653"/>
                <a:gd name="connsiteX299" fmla="*/ 35302 w 789352"/>
                <a:gd name="connsiteY299" fmla="*/ 190650 h 997653"/>
                <a:gd name="connsiteX300" fmla="*/ 34096 w 789352"/>
                <a:gd name="connsiteY300" fmla="*/ 197338 h 997653"/>
                <a:gd name="connsiteX301" fmla="*/ 33109 w 789352"/>
                <a:gd name="connsiteY301" fmla="*/ 199969 h 997653"/>
                <a:gd name="connsiteX302" fmla="*/ 31574 w 789352"/>
                <a:gd name="connsiteY302" fmla="*/ 201614 h 997653"/>
                <a:gd name="connsiteX303" fmla="*/ 29601 w 789352"/>
                <a:gd name="connsiteY303" fmla="*/ 201065 h 997653"/>
                <a:gd name="connsiteX304" fmla="*/ 28614 w 789352"/>
                <a:gd name="connsiteY304" fmla="*/ 198982 h 997653"/>
                <a:gd name="connsiteX305" fmla="*/ 29052 w 789352"/>
                <a:gd name="connsiteY305" fmla="*/ 196571 h 997653"/>
                <a:gd name="connsiteX306" fmla="*/ 29930 w 789352"/>
                <a:gd name="connsiteY306" fmla="*/ 194159 h 997653"/>
                <a:gd name="connsiteX307" fmla="*/ 30368 w 789352"/>
                <a:gd name="connsiteY307" fmla="*/ 191966 h 997653"/>
                <a:gd name="connsiteX308" fmla="*/ 30149 w 789352"/>
                <a:gd name="connsiteY308" fmla="*/ 187252 h 997653"/>
                <a:gd name="connsiteX309" fmla="*/ 30916 w 789352"/>
                <a:gd name="connsiteY309" fmla="*/ 184182 h 997653"/>
                <a:gd name="connsiteX310" fmla="*/ 30916 w 789352"/>
                <a:gd name="connsiteY310" fmla="*/ 184072 h 997653"/>
                <a:gd name="connsiteX311" fmla="*/ 30916 w 789352"/>
                <a:gd name="connsiteY311" fmla="*/ 184072 h 997653"/>
                <a:gd name="connsiteX312" fmla="*/ 30478 w 789352"/>
                <a:gd name="connsiteY312" fmla="*/ 184292 h 997653"/>
                <a:gd name="connsiteX313" fmla="*/ 29820 w 789352"/>
                <a:gd name="connsiteY313" fmla="*/ 184621 h 997653"/>
                <a:gd name="connsiteX314" fmla="*/ 29162 w 789352"/>
                <a:gd name="connsiteY314" fmla="*/ 184950 h 997653"/>
                <a:gd name="connsiteX315" fmla="*/ 29052 w 789352"/>
                <a:gd name="connsiteY315" fmla="*/ 184950 h 997653"/>
                <a:gd name="connsiteX316" fmla="*/ 29052 w 789352"/>
                <a:gd name="connsiteY316" fmla="*/ 184950 h 997653"/>
                <a:gd name="connsiteX317" fmla="*/ 21817 w 789352"/>
                <a:gd name="connsiteY317" fmla="*/ 198434 h 997653"/>
                <a:gd name="connsiteX318" fmla="*/ 19295 w 789352"/>
                <a:gd name="connsiteY318" fmla="*/ 207205 h 997653"/>
                <a:gd name="connsiteX319" fmla="*/ 16006 w 789352"/>
                <a:gd name="connsiteY319" fmla="*/ 211700 h 997653"/>
                <a:gd name="connsiteX320" fmla="*/ 8661 w 789352"/>
                <a:gd name="connsiteY320" fmla="*/ 219813 h 997653"/>
                <a:gd name="connsiteX321" fmla="*/ 1425 w 789352"/>
                <a:gd name="connsiteY321" fmla="*/ 231872 h 997653"/>
                <a:gd name="connsiteX322" fmla="*/ 548 w 789352"/>
                <a:gd name="connsiteY322" fmla="*/ 235380 h 997653"/>
                <a:gd name="connsiteX323" fmla="*/ 219 w 789352"/>
                <a:gd name="connsiteY323" fmla="*/ 245028 h 997653"/>
                <a:gd name="connsiteX324" fmla="*/ 548 w 789352"/>
                <a:gd name="connsiteY324" fmla="*/ 249084 h 997653"/>
                <a:gd name="connsiteX325" fmla="*/ 1973 w 789352"/>
                <a:gd name="connsiteY325" fmla="*/ 253908 h 997653"/>
                <a:gd name="connsiteX326" fmla="*/ 3618 w 789352"/>
                <a:gd name="connsiteY326" fmla="*/ 257197 h 997653"/>
                <a:gd name="connsiteX327" fmla="*/ 4276 w 789352"/>
                <a:gd name="connsiteY327" fmla="*/ 259171 h 997653"/>
                <a:gd name="connsiteX328" fmla="*/ 4495 w 789352"/>
                <a:gd name="connsiteY328" fmla="*/ 262240 h 997653"/>
                <a:gd name="connsiteX329" fmla="*/ 4385 w 789352"/>
                <a:gd name="connsiteY329" fmla="*/ 266626 h 997653"/>
                <a:gd name="connsiteX330" fmla="*/ 3947 w 789352"/>
                <a:gd name="connsiteY330" fmla="*/ 266845 h 997653"/>
                <a:gd name="connsiteX331" fmla="*/ 2960 w 789352"/>
                <a:gd name="connsiteY331" fmla="*/ 268709 h 997653"/>
                <a:gd name="connsiteX332" fmla="*/ 658 w 789352"/>
                <a:gd name="connsiteY332" fmla="*/ 277041 h 997653"/>
                <a:gd name="connsiteX333" fmla="*/ 0 w 789352"/>
                <a:gd name="connsiteY333" fmla="*/ 281426 h 997653"/>
                <a:gd name="connsiteX334" fmla="*/ 1096 w 789352"/>
                <a:gd name="connsiteY334" fmla="*/ 285153 h 997653"/>
                <a:gd name="connsiteX335" fmla="*/ 5262 w 789352"/>
                <a:gd name="connsiteY335" fmla="*/ 286688 h 997653"/>
                <a:gd name="connsiteX336" fmla="*/ 6797 w 789352"/>
                <a:gd name="connsiteY336" fmla="*/ 288771 h 997653"/>
                <a:gd name="connsiteX337" fmla="*/ 7345 w 789352"/>
                <a:gd name="connsiteY337" fmla="*/ 293705 h 997653"/>
                <a:gd name="connsiteX338" fmla="*/ 7016 w 789352"/>
                <a:gd name="connsiteY338" fmla="*/ 299186 h 997653"/>
                <a:gd name="connsiteX339" fmla="*/ 6030 w 789352"/>
                <a:gd name="connsiteY339" fmla="*/ 303024 h 997653"/>
                <a:gd name="connsiteX340" fmla="*/ 8113 w 789352"/>
                <a:gd name="connsiteY340" fmla="*/ 306203 h 997653"/>
                <a:gd name="connsiteX341" fmla="*/ 8880 w 789352"/>
                <a:gd name="connsiteY341" fmla="*/ 304558 h 997653"/>
                <a:gd name="connsiteX342" fmla="*/ 8990 w 789352"/>
                <a:gd name="connsiteY342" fmla="*/ 291951 h 997653"/>
                <a:gd name="connsiteX343" fmla="*/ 10086 w 789352"/>
                <a:gd name="connsiteY343" fmla="*/ 289210 h 997653"/>
                <a:gd name="connsiteX344" fmla="*/ 12388 w 789352"/>
                <a:gd name="connsiteY344" fmla="*/ 288004 h 997653"/>
                <a:gd name="connsiteX345" fmla="*/ 16006 w 789352"/>
                <a:gd name="connsiteY345" fmla="*/ 287785 h 997653"/>
                <a:gd name="connsiteX346" fmla="*/ 19186 w 789352"/>
                <a:gd name="connsiteY346" fmla="*/ 288771 h 997653"/>
                <a:gd name="connsiteX347" fmla="*/ 23461 w 789352"/>
                <a:gd name="connsiteY347" fmla="*/ 291074 h 997653"/>
                <a:gd name="connsiteX348" fmla="*/ 27298 w 789352"/>
                <a:gd name="connsiteY348" fmla="*/ 293814 h 997653"/>
                <a:gd name="connsiteX349" fmla="*/ 28943 w 789352"/>
                <a:gd name="connsiteY349" fmla="*/ 296226 h 997653"/>
                <a:gd name="connsiteX350" fmla="*/ 29162 w 789352"/>
                <a:gd name="connsiteY350" fmla="*/ 296884 h 997653"/>
                <a:gd name="connsiteX351" fmla="*/ 29710 w 789352"/>
                <a:gd name="connsiteY351" fmla="*/ 297213 h 997653"/>
                <a:gd name="connsiteX352" fmla="*/ 30258 w 789352"/>
                <a:gd name="connsiteY352" fmla="*/ 297761 h 997653"/>
                <a:gd name="connsiteX353" fmla="*/ 30478 w 789352"/>
                <a:gd name="connsiteY353" fmla="*/ 299077 h 997653"/>
                <a:gd name="connsiteX354" fmla="*/ 30039 w 789352"/>
                <a:gd name="connsiteY354" fmla="*/ 300173 h 997653"/>
                <a:gd name="connsiteX355" fmla="*/ 28285 w 789352"/>
                <a:gd name="connsiteY355" fmla="*/ 301818 h 997653"/>
                <a:gd name="connsiteX356" fmla="*/ 27737 w 789352"/>
                <a:gd name="connsiteY356" fmla="*/ 302804 h 997653"/>
                <a:gd name="connsiteX357" fmla="*/ 27518 w 789352"/>
                <a:gd name="connsiteY357" fmla="*/ 306532 h 997653"/>
                <a:gd name="connsiteX358" fmla="*/ 27737 w 789352"/>
                <a:gd name="connsiteY358" fmla="*/ 310259 h 997653"/>
                <a:gd name="connsiteX359" fmla="*/ 22036 w 789352"/>
                <a:gd name="connsiteY359" fmla="*/ 308286 h 997653"/>
                <a:gd name="connsiteX360" fmla="*/ 16116 w 789352"/>
                <a:gd name="connsiteY360" fmla="*/ 308286 h 997653"/>
                <a:gd name="connsiteX361" fmla="*/ 10634 w 789352"/>
                <a:gd name="connsiteY361" fmla="*/ 309930 h 997653"/>
                <a:gd name="connsiteX362" fmla="*/ 6030 w 789352"/>
                <a:gd name="connsiteY362" fmla="*/ 313110 h 997653"/>
                <a:gd name="connsiteX363" fmla="*/ 13156 w 789352"/>
                <a:gd name="connsiteY363" fmla="*/ 315083 h 997653"/>
                <a:gd name="connsiteX364" fmla="*/ 34973 w 789352"/>
                <a:gd name="connsiteY364" fmla="*/ 314645 h 997653"/>
                <a:gd name="connsiteX365" fmla="*/ 41989 w 789352"/>
                <a:gd name="connsiteY365" fmla="*/ 316947 h 997653"/>
                <a:gd name="connsiteX366" fmla="*/ 47142 w 789352"/>
                <a:gd name="connsiteY366" fmla="*/ 322319 h 997653"/>
                <a:gd name="connsiteX367" fmla="*/ 51418 w 789352"/>
                <a:gd name="connsiteY367" fmla="*/ 328349 h 997653"/>
                <a:gd name="connsiteX368" fmla="*/ 56022 w 789352"/>
                <a:gd name="connsiteY368" fmla="*/ 332624 h 997653"/>
                <a:gd name="connsiteX369" fmla="*/ 56789 w 789352"/>
                <a:gd name="connsiteY369" fmla="*/ 328349 h 997653"/>
                <a:gd name="connsiteX370" fmla="*/ 53500 w 789352"/>
                <a:gd name="connsiteY370" fmla="*/ 323634 h 997653"/>
                <a:gd name="connsiteX371" fmla="*/ 40016 w 789352"/>
                <a:gd name="connsiteY371" fmla="*/ 312123 h 997653"/>
                <a:gd name="connsiteX372" fmla="*/ 38371 w 789352"/>
                <a:gd name="connsiteY372" fmla="*/ 310259 h 997653"/>
                <a:gd name="connsiteX373" fmla="*/ 37275 w 789352"/>
                <a:gd name="connsiteY373" fmla="*/ 307847 h 997653"/>
                <a:gd name="connsiteX374" fmla="*/ 36727 w 789352"/>
                <a:gd name="connsiteY374" fmla="*/ 305326 h 997653"/>
                <a:gd name="connsiteX375" fmla="*/ 37604 w 789352"/>
                <a:gd name="connsiteY375" fmla="*/ 304339 h 997653"/>
                <a:gd name="connsiteX376" fmla="*/ 42647 w 789352"/>
                <a:gd name="connsiteY376" fmla="*/ 308067 h 997653"/>
                <a:gd name="connsiteX377" fmla="*/ 48786 w 789352"/>
                <a:gd name="connsiteY377" fmla="*/ 311027 h 997653"/>
                <a:gd name="connsiteX378" fmla="*/ 51198 w 789352"/>
                <a:gd name="connsiteY378" fmla="*/ 311575 h 997653"/>
                <a:gd name="connsiteX379" fmla="*/ 53062 w 789352"/>
                <a:gd name="connsiteY379" fmla="*/ 312452 h 997653"/>
                <a:gd name="connsiteX380" fmla="*/ 54378 w 789352"/>
                <a:gd name="connsiteY380" fmla="*/ 314645 h 997653"/>
                <a:gd name="connsiteX381" fmla="*/ 55912 w 789352"/>
                <a:gd name="connsiteY381" fmla="*/ 319139 h 997653"/>
                <a:gd name="connsiteX382" fmla="*/ 58324 w 789352"/>
                <a:gd name="connsiteY382" fmla="*/ 324292 h 997653"/>
                <a:gd name="connsiteX383" fmla="*/ 60956 w 789352"/>
                <a:gd name="connsiteY383" fmla="*/ 326704 h 997653"/>
                <a:gd name="connsiteX384" fmla="*/ 64464 w 789352"/>
                <a:gd name="connsiteY384" fmla="*/ 326485 h 997653"/>
                <a:gd name="connsiteX385" fmla="*/ 69507 w 789352"/>
                <a:gd name="connsiteY385" fmla="*/ 323634 h 997653"/>
                <a:gd name="connsiteX386" fmla="*/ 74660 w 789352"/>
                <a:gd name="connsiteY386" fmla="*/ 325279 h 997653"/>
                <a:gd name="connsiteX387" fmla="*/ 78716 w 789352"/>
                <a:gd name="connsiteY387" fmla="*/ 322099 h 997653"/>
                <a:gd name="connsiteX388" fmla="*/ 85075 w 789352"/>
                <a:gd name="connsiteY388" fmla="*/ 312342 h 997653"/>
                <a:gd name="connsiteX389" fmla="*/ 89021 w 789352"/>
                <a:gd name="connsiteY389" fmla="*/ 309382 h 997653"/>
                <a:gd name="connsiteX390" fmla="*/ 98559 w 789352"/>
                <a:gd name="connsiteY390" fmla="*/ 306313 h 997653"/>
                <a:gd name="connsiteX391" fmla="*/ 103274 w 789352"/>
                <a:gd name="connsiteY391" fmla="*/ 304120 h 997653"/>
                <a:gd name="connsiteX392" fmla="*/ 106453 w 789352"/>
                <a:gd name="connsiteY392" fmla="*/ 301160 h 997653"/>
                <a:gd name="connsiteX393" fmla="*/ 109413 w 789352"/>
                <a:gd name="connsiteY393" fmla="*/ 294253 h 997653"/>
                <a:gd name="connsiteX394" fmla="*/ 112154 w 789352"/>
                <a:gd name="connsiteY394" fmla="*/ 289868 h 997653"/>
                <a:gd name="connsiteX395" fmla="*/ 116539 w 789352"/>
                <a:gd name="connsiteY395" fmla="*/ 281097 h 997653"/>
                <a:gd name="connsiteX396" fmla="*/ 118841 w 789352"/>
                <a:gd name="connsiteY396" fmla="*/ 278466 h 997653"/>
                <a:gd name="connsiteX397" fmla="*/ 120815 w 789352"/>
                <a:gd name="connsiteY397" fmla="*/ 281755 h 997653"/>
                <a:gd name="connsiteX398" fmla="*/ 119828 w 789352"/>
                <a:gd name="connsiteY398" fmla="*/ 286250 h 997653"/>
                <a:gd name="connsiteX399" fmla="*/ 111934 w 789352"/>
                <a:gd name="connsiteY399" fmla="*/ 293266 h 997653"/>
                <a:gd name="connsiteX400" fmla="*/ 110071 w 789352"/>
                <a:gd name="connsiteY400" fmla="*/ 297542 h 997653"/>
                <a:gd name="connsiteX401" fmla="*/ 110509 w 789352"/>
                <a:gd name="connsiteY401" fmla="*/ 304558 h 997653"/>
                <a:gd name="connsiteX402" fmla="*/ 109961 w 789352"/>
                <a:gd name="connsiteY402" fmla="*/ 305984 h 997653"/>
                <a:gd name="connsiteX403" fmla="*/ 109084 w 789352"/>
                <a:gd name="connsiteY403" fmla="*/ 305984 h 997653"/>
                <a:gd name="connsiteX404" fmla="*/ 107988 w 789352"/>
                <a:gd name="connsiteY404" fmla="*/ 306641 h 997653"/>
                <a:gd name="connsiteX405" fmla="*/ 107330 w 789352"/>
                <a:gd name="connsiteY405" fmla="*/ 307189 h 997653"/>
                <a:gd name="connsiteX406" fmla="*/ 106782 w 789352"/>
                <a:gd name="connsiteY406" fmla="*/ 308615 h 997653"/>
                <a:gd name="connsiteX407" fmla="*/ 107111 w 789352"/>
                <a:gd name="connsiteY407" fmla="*/ 309492 h 997653"/>
                <a:gd name="connsiteX408" fmla="*/ 107549 w 789352"/>
                <a:gd name="connsiteY408" fmla="*/ 310259 h 997653"/>
                <a:gd name="connsiteX409" fmla="*/ 107330 w 789352"/>
                <a:gd name="connsiteY409" fmla="*/ 311465 h 997653"/>
                <a:gd name="connsiteX410" fmla="*/ 105357 w 789352"/>
                <a:gd name="connsiteY410" fmla="*/ 314535 h 997653"/>
                <a:gd name="connsiteX411" fmla="*/ 94832 w 789352"/>
                <a:gd name="connsiteY411" fmla="*/ 325060 h 997653"/>
                <a:gd name="connsiteX412" fmla="*/ 93297 w 789352"/>
                <a:gd name="connsiteY412" fmla="*/ 325388 h 997653"/>
                <a:gd name="connsiteX413" fmla="*/ 92530 w 789352"/>
                <a:gd name="connsiteY413" fmla="*/ 326266 h 997653"/>
                <a:gd name="connsiteX414" fmla="*/ 92420 w 789352"/>
                <a:gd name="connsiteY414" fmla="*/ 327252 h 997653"/>
                <a:gd name="connsiteX415" fmla="*/ 92749 w 789352"/>
                <a:gd name="connsiteY415" fmla="*/ 329774 h 997653"/>
                <a:gd name="connsiteX416" fmla="*/ 92530 w 789352"/>
                <a:gd name="connsiteY416" fmla="*/ 330760 h 997653"/>
                <a:gd name="connsiteX417" fmla="*/ 91104 w 789352"/>
                <a:gd name="connsiteY417" fmla="*/ 333501 h 997653"/>
                <a:gd name="connsiteX418" fmla="*/ 90775 w 789352"/>
                <a:gd name="connsiteY418" fmla="*/ 334817 h 997653"/>
                <a:gd name="connsiteX419" fmla="*/ 90227 w 789352"/>
                <a:gd name="connsiteY419" fmla="*/ 334817 h 997653"/>
                <a:gd name="connsiteX420" fmla="*/ 88364 w 789352"/>
                <a:gd name="connsiteY420" fmla="*/ 333721 h 997653"/>
                <a:gd name="connsiteX421" fmla="*/ 87267 w 789352"/>
                <a:gd name="connsiteY421" fmla="*/ 329555 h 997653"/>
                <a:gd name="connsiteX422" fmla="*/ 85842 w 789352"/>
                <a:gd name="connsiteY422" fmla="*/ 327581 h 997653"/>
                <a:gd name="connsiteX423" fmla="*/ 83649 w 789352"/>
                <a:gd name="connsiteY423" fmla="*/ 328458 h 997653"/>
                <a:gd name="connsiteX424" fmla="*/ 82114 w 789352"/>
                <a:gd name="connsiteY424" fmla="*/ 328677 h 997653"/>
                <a:gd name="connsiteX425" fmla="*/ 75427 w 789352"/>
                <a:gd name="connsiteY425" fmla="*/ 326156 h 997653"/>
                <a:gd name="connsiteX426" fmla="*/ 72905 w 789352"/>
                <a:gd name="connsiteY426" fmla="*/ 327033 h 997653"/>
                <a:gd name="connsiteX427" fmla="*/ 71590 w 789352"/>
                <a:gd name="connsiteY427" fmla="*/ 329226 h 997653"/>
                <a:gd name="connsiteX428" fmla="*/ 70713 w 789352"/>
                <a:gd name="connsiteY428" fmla="*/ 331747 h 997653"/>
                <a:gd name="connsiteX429" fmla="*/ 69507 w 789352"/>
                <a:gd name="connsiteY429" fmla="*/ 333830 h 997653"/>
                <a:gd name="connsiteX430" fmla="*/ 68301 w 789352"/>
                <a:gd name="connsiteY430" fmla="*/ 334707 h 997653"/>
                <a:gd name="connsiteX431" fmla="*/ 64025 w 789352"/>
                <a:gd name="connsiteY431" fmla="*/ 336681 h 997653"/>
                <a:gd name="connsiteX432" fmla="*/ 73782 w 789352"/>
                <a:gd name="connsiteY432" fmla="*/ 347863 h 997653"/>
                <a:gd name="connsiteX433" fmla="*/ 80032 w 789352"/>
                <a:gd name="connsiteY433" fmla="*/ 352139 h 997653"/>
                <a:gd name="connsiteX434" fmla="*/ 85623 w 789352"/>
                <a:gd name="connsiteY434" fmla="*/ 351700 h 997653"/>
                <a:gd name="connsiteX435" fmla="*/ 83101 w 789352"/>
                <a:gd name="connsiteY435" fmla="*/ 348411 h 997653"/>
                <a:gd name="connsiteX436" fmla="*/ 83649 w 789352"/>
                <a:gd name="connsiteY436" fmla="*/ 345999 h 997653"/>
                <a:gd name="connsiteX437" fmla="*/ 86390 w 789352"/>
                <a:gd name="connsiteY437" fmla="*/ 344574 h 997653"/>
                <a:gd name="connsiteX438" fmla="*/ 96257 w 789352"/>
                <a:gd name="connsiteY438" fmla="*/ 343697 h 997653"/>
                <a:gd name="connsiteX439" fmla="*/ 97792 w 789352"/>
                <a:gd name="connsiteY439" fmla="*/ 344026 h 997653"/>
                <a:gd name="connsiteX440" fmla="*/ 99107 w 789352"/>
                <a:gd name="connsiteY440" fmla="*/ 345670 h 997653"/>
                <a:gd name="connsiteX441" fmla="*/ 98559 w 789352"/>
                <a:gd name="connsiteY441" fmla="*/ 346876 h 997653"/>
                <a:gd name="connsiteX442" fmla="*/ 97244 w 789352"/>
                <a:gd name="connsiteY442" fmla="*/ 347425 h 997653"/>
                <a:gd name="connsiteX443" fmla="*/ 96367 w 789352"/>
                <a:gd name="connsiteY443" fmla="*/ 347205 h 997653"/>
                <a:gd name="connsiteX444" fmla="*/ 98340 w 789352"/>
                <a:gd name="connsiteY444" fmla="*/ 350275 h 997653"/>
                <a:gd name="connsiteX445" fmla="*/ 100642 w 789352"/>
                <a:gd name="connsiteY445" fmla="*/ 351810 h 997653"/>
                <a:gd name="connsiteX446" fmla="*/ 103383 w 789352"/>
                <a:gd name="connsiteY446" fmla="*/ 351591 h 997653"/>
                <a:gd name="connsiteX447" fmla="*/ 106563 w 789352"/>
                <a:gd name="connsiteY447" fmla="*/ 349288 h 997653"/>
                <a:gd name="connsiteX448" fmla="*/ 107988 w 789352"/>
                <a:gd name="connsiteY448" fmla="*/ 347863 h 997653"/>
                <a:gd name="connsiteX449" fmla="*/ 108974 w 789352"/>
                <a:gd name="connsiteY449" fmla="*/ 346657 h 997653"/>
                <a:gd name="connsiteX450" fmla="*/ 109632 w 789352"/>
                <a:gd name="connsiteY450" fmla="*/ 345122 h 997653"/>
                <a:gd name="connsiteX451" fmla="*/ 110071 w 789352"/>
                <a:gd name="connsiteY451" fmla="*/ 342601 h 997653"/>
                <a:gd name="connsiteX452" fmla="*/ 109852 w 789352"/>
                <a:gd name="connsiteY452" fmla="*/ 340079 h 997653"/>
                <a:gd name="connsiteX453" fmla="*/ 108974 w 789352"/>
                <a:gd name="connsiteY453" fmla="*/ 338654 h 997653"/>
                <a:gd name="connsiteX454" fmla="*/ 107988 w 789352"/>
                <a:gd name="connsiteY454" fmla="*/ 337338 h 997653"/>
                <a:gd name="connsiteX455" fmla="*/ 107330 w 789352"/>
                <a:gd name="connsiteY455" fmla="*/ 335036 h 997653"/>
                <a:gd name="connsiteX456" fmla="*/ 107330 w 789352"/>
                <a:gd name="connsiteY456" fmla="*/ 331309 h 997653"/>
                <a:gd name="connsiteX457" fmla="*/ 108646 w 789352"/>
                <a:gd name="connsiteY457" fmla="*/ 330651 h 997653"/>
                <a:gd name="connsiteX458" fmla="*/ 111167 w 789352"/>
                <a:gd name="connsiteY458" fmla="*/ 331418 h 997653"/>
                <a:gd name="connsiteX459" fmla="*/ 114675 w 789352"/>
                <a:gd name="connsiteY459" fmla="*/ 332076 h 997653"/>
                <a:gd name="connsiteX460" fmla="*/ 115662 w 789352"/>
                <a:gd name="connsiteY460" fmla="*/ 331857 h 997653"/>
                <a:gd name="connsiteX461" fmla="*/ 117526 w 789352"/>
                <a:gd name="connsiteY461" fmla="*/ 330870 h 997653"/>
                <a:gd name="connsiteX462" fmla="*/ 118732 w 789352"/>
                <a:gd name="connsiteY462" fmla="*/ 330651 h 997653"/>
                <a:gd name="connsiteX463" fmla="*/ 119828 w 789352"/>
                <a:gd name="connsiteY463" fmla="*/ 331089 h 997653"/>
                <a:gd name="connsiteX464" fmla="*/ 120267 w 789352"/>
                <a:gd name="connsiteY464" fmla="*/ 332076 h 997653"/>
                <a:gd name="connsiteX465" fmla="*/ 120486 w 789352"/>
                <a:gd name="connsiteY465" fmla="*/ 333172 h 997653"/>
                <a:gd name="connsiteX466" fmla="*/ 120705 w 789352"/>
                <a:gd name="connsiteY466" fmla="*/ 333721 h 997653"/>
                <a:gd name="connsiteX467" fmla="*/ 127502 w 789352"/>
                <a:gd name="connsiteY467" fmla="*/ 336571 h 997653"/>
                <a:gd name="connsiteX468" fmla="*/ 129476 w 789352"/>
                <a:gd name="connsiteY468" fmla="*/ 336352 h 997653"/>
                <a:gd name="connsiteX469" fmla="*/ 131120 w 789352"/>
                <a:gd name="connsiteY469" fmla="*/ 335475 h 997653"/>
                <a:gd name="connsiteX470" fmla="*/ 132326 w 789352"/>
                <a:gd name="connsiteY470" fmla="*/ 335694 h 997653"/>
                <a:gd name="connsiteX471" fmla="*/ 132765 w 789352"/>
                <a:gd name="connsiteY471" fmla="*/ 338873 h 997653"/>
                <a:gd name="connsiteX472" fmla="*/ 132655 w 789352"/>
                <a:gd name="connsiteY472" fmla="*/ 349069 h 997653"/>
                <a:gd name="connsiteX473" fmla="*/ 132216 w 789352"/>
                <a:gd name="connsiteY473" fmla="*/ 352139 h 997653"/>
                <a:gd name="connsiteX474" fmla="*/ 130243 w 789352"/>
                <a:gd name="connsiteY474" fmla="*/ 358936 h 997653"/>
                <a:gd name="connsiteX475" fmla="*/ 131888 w 789352"/>
                <a:gd name="connsiteY475" fmla="*/ 358278 h 997653"/>
                <a:gd name="connsiteX476" fmla="*/ 134190 w 789352"/>
                <a:gd name="connsiteY476" fmla="*/ 356414 h 997653"/>
                <a:gd name="connsiteX477" fmla="*/ 134957 w 789352"/>
                <a:gd name="connsiteY477" fmla="*/ 355976 h 997653"/>
                <a:gd name="connsiteX478" fmla="*/ 136711 w 789352"/>
                <a:gd name="connsiteY478" fmla="*/ 356524 h 997653"/>
                <a:gd name="connsiteX479" fmla="*/ 136931 w 789352"/>
                <a:gd name="connsiteY479" fmla="*/ 357840 h 997653"/>
                <a:gd name="connsiteX480" fmla="*/ 136931 w 789352"/>
                <a:gd name="connsiteY480" fmla="*/ 359484 h 997653"/>
                <a:gd name="connsiteX481" fmla="*/ 137698 w 789352"/>
                <a:gd name="connsiteY481" fmla="*/ 361238 h 997653"/>
                <a:gd name="connsiteX482" fmla="*/ 140000 w 789352"/>
                <a:gd name="connsiteY482" fmla="*/ 364966 h 997653"/>
                <a:gd name="connsiteX483" fmla="*/ 138246 w 789352"/>
                <a:gd name="connsiteY483" fmla="*/ 366501 h 997653"/>
                <a:gd name="connsiteX484" fmla="*/ 130133 w 789352"/>
                <a:gd name="connsiteY484" fmla="*/ 366610 h 997653"/>
                <a:gd name="connsiteX485" fmla="*/ 132874 w 789352"/>
                <a:gd name="connsiteY485" fmla="*/ 370447 h 997653"/>
                <a:gd name="connsiteX486" fmla="*/ 137808 w 789352"/>
                <a:gd name="connsiteY486" fmla="*/ 370009 h 997653"/>
                <a:gd name="connsiteX487" fmla="*/ 148332 w 789352"/>
                <a:gd name="connsiteY487" fmla="*/ 366610 h 997653"/>
                <a:gd name="connsiteX488" fmla="*/ 154252 w 789352"/>
                <a:gd name="connsiteY488" fmla="*/ 367926 h 997653"/>
                <a:gd name="connsiteX489" fmla="*/ 161927 w 789352"/>
                <a:gd name="connsiteY489" fmla="*/ 374504 h 997653"/>
                <a:gd name="connsiteX490" fmla="*/ 166641 w 789352"/>
                <a:gd name="connsiteY490" fmla="*/ 376806 h 997653"/>
                <a:gd name="connsiteX491" fmla="*/ 152169 w 789352"/>
                <a:gd name="connsiteY491" fmla="*/ 372530 h 997653"/>
                <a:gd name="connsiteX492" fmla="*/ 144057 w 789352"/>
                <a:gd name="connsiteY492" fmla="*/ 371873 h 997653"/>
                <a:gd name="connsiteX493" fmla="*/ 139452 w 789352"/>
                <a:gd name="connsiteY493" fmla="*/ 375271 h 997653"/>
                <a:gd name="connsiteX494" fmla="*/ 146469 w 789352"/>
                <a:gd name="connsiteY494" fmla="*/ 375162 h 997653"/>
                <a:gd name="connsiteX495" fmla="*/ 154801 w 789352"/>
                <a:gd name="connsiteY495" fmla="*/ 376258 h 997653"/>
                <a:gd name="connsiteX496" fmla="*/ 162694 w 789352"/>
                <a:gd name="connsiteY496" fmla="*/ 378560 h 997653"/>
                <a:gd name="connsiteX497" fmla="*/ 174535 w 789352"/>
                <a:gd name="connsiteY497" fmla="*/ 386234 h 997653"/>
                <a:gd name="connsiteX498" fmla="*/ 194926 w 789352"/>
                <a:gd name="connsiteY498" fmla="*/ 394566 h 997653"/>
                <a:gd name="connsiteX499" fmla="*/ 197996 w 789352"/>
                <a:gd name="connsiteY499" fmla="*/ 396430 h 997653"/>
                <a:gd name="connsiteX500" fmla="*/ 201175 w 789352"/>
                <a:gd name="connsiteY500" fmla="*/ 398952 h 997653"/>
                <a:gd name="connsiteX501" fmla="*/ 203916 w 789352"/>
                <a:gd name="connsiteY501" fmla="*/ 402241 h 997653"/>
                <a:gd name="connsiteX502" fmla="*/ 205670 w 789352"/>
                <a:gd name="connsiteY502" fmla="*/ 406516 h 997653"/>
                <a:gd name="connsiteX503" fmla="*/ 205670 w 789352"/>
                <a:gd name="connsiteY503" fmla="*/ 409915 h 997653"/>
                <a:gd name="connsiteX504" fmla="*/ 204793 w 789352"/>
                <a:gd name="connsiteY504" fmla="*/ 419453 h 997653"/>
                <a:gd name="connsiteX505" fmla="*/ 205122 w 789352"/>
                <a:gd name="connsiteY505" fmla="*/ 421426 h 997653"/>
                <a:gd name="connsiteX506" fmla="*/ 207753 w 789352"/>
                <a:gd name="connsiteY506" fmla="*/ 417808 h 997653"/>
                <a:gd name="connsiteX507" fmla="*/ 212577 w 789352"/>
                <a:gd name="connsiteY507" fmla="*/ 394566 h 997653"/>
                <a:gd name="connsiteX508" fmla="*/ 214221 w 789352"/>
                <a:gd name="connsiteY508" fmla="*/ 396211 h 997653"/>
                <a:gd name="connsiteX509" fmla="*/ 218826 w 789352"/>
                <a:gd name="connsiteY509" fmla="*/ 398404 h 997653"/>
                <a:gd name="connsiteX510" fmla="*/ 220580 w 789352"/>
                <a:gd name="connsiteY510" fmla="*/ 400596 h 997653"/>
                <a:gd name="connsiteX511" fmla="*/ 221128 w 789352"/>
                <a:gd name="connsiteY511" fmla="*/ 403447 h 997653"/>
                <a:gd name="connsiteX512" fmla="*/ 221128 w 789352"/>
                <a:gd name="connsiteY512" fmla="*/ 409696 h 997653"/>
                <a:gd name="connsiteX513" fmla="*/ 221676 w 789352"/>
                <a:gd name="connsiteY513" fmla="*/ 412546 h 997653"/>
                <a:gd name="connsiteX514" fmla="*/ 219593 w 789352"/>
                <a:gd name="connsiteY514" fmla="*/ 411559 h 997653"/>
                <a:gd name="connsiteX515" fmla="*/ 215098 w 789352"/>
                <a:gd name="connsiteY515" fmla="*/ 408490 h 997653"/>
                <a:gd name="connsiteX516" fmla="*/ 213673 w 789352"/>
                <a:gd name="connsiteY516" fmla="*/ 408051 h 997653"/>
                <a:gd name="connsiteX517" fmla="*/ 213454 w 789352"/>
                <a:gd name="connsiteY517" fmla="*/ 409476 h 997653"/>
                <a:gd name="connsiteX518" fmla="*/ 214331 w 789352"/>
                <a:gd name="connsiteY518" fmla="*/ 416164 h 997653"/>
                <a:gd name="connsiteX519" fmla="*/ 217949 w 789352"/>
                <a:gd name="connsiteY519" fmla="*/ 418028 h 997653"/>
                <a:gd name="connsiteX520" fmla="*/ 223430 w 789352"/>
                <a:gd name="connsiteY520" fmla="*/ 418905 h 997653"/>
                <a:gd name="connsiteX521" fmla="*/ 228583 w 789352"/>
                <a:gd name="connsiteY521" fmla="*/ 418576 h 997653"/>
                <a:gd name="connsiteX522" fmla="*/ 231214 w 789352"/>
                <a:gd name="connsiteY522" fmla="*/ 416931 h 997653"/>
                <a:gd name="connsiteX523" fmla="*/ 233955 w 789352"/>
                <a:gd name="connsiteY523" fmla="*/ 418137 h 997653"/>
                <a:gd name="connsiteX524" fmla="*/ 236038 w 789352"/>
                <a:gd name="connsiteY524" fmla="*/ 417151 h 997653"/>
                <a:gd name="connsiteX525" fmla="*/ 238121 w 789352"/>
                <a:gd name="connsiteY525" fmla="*/ 415616 h 997653"/>
                <a:gd name="connsiteX526" fmla="*/ 240752 w 789352"/>
                <a:gd name="connsiteY526" fmla="*/ 415287 h 997653"/>
                <a:gd name="connsiteX527" fmla="*/ 241849 w 789352"/>
                <a:gd name="connsiteY527" fmla="*/ 416603 h 997653"/>
                <a:gd name="connsiteX528" fmla="*/ 246124 w 789352"/>
                <a:gd name="connsiteY528" fmla="*/ 424277 h 997653"/>
                <a:gd name="connsiteX529" fmla="*/ 249633 w 789352"/>
                <a:gd name="connsiteY529" fmla="*/ 428224 h 997653"/>
                <a:gd name="connsiteX530" fmla="*/ 251825 w 789352"/>
                <a:gd name="connsiteY530" fmla="*/ 429758 h 997653"/>
                <a:gd name="connsiteX531" fmla="*/ 254347 w 789352"/>
                <a:gd name="connsiteY531" fmla="*/ 430197 h 997653"/>
                <a:gd name="connsiteX532" fmla="*/ 256759 w 789352"/>
                <a:gd name="connsiteY532" fmla="*/ 429758 h 997653"/>
                <a:gd name="connsiteX533" fmla="*/ 258294 w 789352"/>
                <a:gd name="connsiteY533" fmla="*/ 428881 h 997653"/>
                <a:gd name="connsiteX534" fmla="*/ 258513 w 789352"/>
                <a:gd name="connsiteY534" fmla="*/ 427566 h 997653"/>
                <a:gd name="connsiteX535" fmla="*/ 256978 w 789352"/>
                <a:gd name="connsiteY535" fmla="*/ 425812 h 997653"/>
                <a:gd name="connsiteX536" fmla="*/ 260267 w 789352"/>
                <a:gd name="connsiteY536" fmla="*/ 426031 h 997653"/>
                <a:gd name="connsiteX537" fmla="*/ 262789 w 789352"/>
                <a:gd name="connsiteY537" fmla="*/ 427456 h 997653"/>
                <a:gd name="connsiteX538" fmla="*/ 283180 w 789352"/>
                <a:gd name="connsiteY538" fmla="*/ 445984 h 997653"/>
                <a:gd name="connsiteX539" fmla="*/ 283509 w 789352"/>
                <a:gd name="connsiteY539" fmla="*/ 448286 h 997653"/>
                <a:gd name="connsiteX540" fmla="*/ 282851 w 789352"/>
                <a:gd name="connsiteY540" fmla="*/ 450808 h 997653"/>
                <a:gd name="connsiteX541" fmla="*/ 281207 w 789352"/>
                <a:gd name="connsiteY541" fmla="*/ 452452 h 997653"/>
                <a:gd name="connsiteX542" fmla="*/ 274629 w 789352"/>
                <a:gd name="connsiteY542" fmla="*/ 449602 h 997653"/>
                <a:gd name="connsiteX543" fmla="*/ 266297 w 789352"/>
                <a:gd name="connsiteY543" fmla="*/ 448615 h 997653"/>
                <a:gd name="connsiteX544" fmla="*/ 263008 w 789352"/>
                <a:gd name="connsiteY544" fmla="*/ 446971 h 997653"/>
                <a:gd name="connsiteX545" fmla="*/ 259061 w 789352"/>
                <a:gd name="connsiteY545" fmla="*/ 442695 h 997653"/>
                <a:gd name="connsiteX546" fmla="*/ 257526 w 789352"/>
                <a:gd name="connsiteY546" fmla="*/ 440612 h 997653"/>
                <a:gd name="connsiteX547" fmla="*/ 256868 w 789352"/>
                <a:gd name="connsiteY547" fmla="*/ 439845 h 997653"/>
                <a:gd name="connsiteX548" fmla="*/ 256101 w 789352"/>
                <a:gd name="connsiteY548" fmla="*/ 440283 h 997653"/>
                <a:gd name="connsiteX549" fmla="*/ 254456 w 789352"/>
                <a:gd name="connsiteY549" fmla="*/ 441928 h 997653"/>
                <a:gd name="connsiteX550" fmla="*/ 253799 w 789352"/>
                <a:gd name="connsiteY550" fmla="*/ 442914 h 997653"/>
                <a:gd name="connsiteX551" fmla="*/ 251825 w 789352"/>
                <a:gd name="connsiteY551" fmla="*/ 446642 h 997653"/>
                <a:gd name="connsiteX552" fmla="*/ 251716 w 789352"/>
                <a:gd name="connsiteY552" fmla="*/ 447957 h 997653"/>
                <a:gd name="connsiteX553" fmla="*/ 253689 w 789352"/>
                <a:gd name="connsiteY553" fmla="*/ 449273 h 997653"/>
                <a:gd name="connsiteX554" fmla="*/ 255991 w 789352"/>
                <a:gd name="connsiteY554" fmla="*/ 448615 h 997653"/>
                <a:gd name="connsiteX555" fmla="*/ 257855 w 789352"/>
                <a:gd name="connsiteY555" fmla="*/ 448615 h 997653"/>
                <a:gd name="connsiteX556" fmla="*/ 258622 w 789352"/>
                <a:gd name="connsiteY556" fmla="*/ 451685 h 997653"/>
                <a:gd name="connsiteX557" fmla="*/ 258842 w 789352"/>
                <a:gd name="connsiteY557" fmla="*/ 456289 h 997653"/>
                <a:gd name="connsiteX558" fmla="*/ 258294 w 789352"/>
                <a:gd name="connsiteY558" fmla="*/ 457934 h 997653"/>
                <a:gd name="connsiteX559" fmla="*/ 256649 w 789352"/>
                <a:gd name="connsiteY559" fmla="*/ 458592 h 997653"/>
                <a:gd name="connsiteX560" fmla="*/ 255662 w 789352"/>
                <a:gd name="connsiteY560" fmla="*/ 458153 h 997653"/>
                <a:gd name="connsiteX561" fmla="*/ 251935 w 789352"/>
                <a:gd name="connsiteY561" fmla="*/ 455632 h 997653"/>
                <a:gd name="connsiteX562" fmla="*/ 251387 w 789352"/>
                <a:gd name="connsiteY562" fmla="*/ 455960 h 997653"/>
                <a:gd name="connsiteX563" fmla="*/ 250400 w 789352"/>
                <a:gd name="connsiteY563" fmla="*/ 456618 h 997653"/>
                <a:gd name="connsiteX564" fmla="*/ 249194 w 789352"/>
                <a:gd name="connsiteY564" fmla="*/ 457166 h 997653"/>
                <a:gd name="connsiteX565" fmla="*/ 248098 w 789352"/>
                <a:gd name="connsiteY565" fmla="*/ 457057 h 997653"/>
                <a:gd name="connsiteX566" fmla="*/ 247440 w 789352"/>
                <a:gd name="connsiteY566" fmla="*/ 455960 h 997653"/>
                <a:gd name="connsiteX567" fmla="*/ 245247 w 789352"/>
                <a:gd name="connsiteY567" fmla="*/ 449821 h 997653"/>
                <a:gd name="connsiteX568" fmla="*/ 233188 w 789352"/>
                <a:gd name="connsiteY568" fmla="*/ 435678 h 997653"/>
                <a:gd name="connsiteX569" fmla="*/ 231763 w 789352"/>
                <a:gd name="connsiteY569" fmla="*/ 432061 h 997653"/>
                <a:gd name="connsiteX570" fmla="*/ 228254 w 789352"/>
                <a:gd name="connsiteY570" fmla="*/ 429868 h 997653"/>
                <a:gd name="connsiteX571" fmla="*/ 223869 w 789352"/>
                <a:gd name="connsiteY571" fmla="*/ 428881 h 997653"/>
                <a:gd name="connsiteX572" fmla="*/ 219593 w 789352"/>
                <a:gd name="connsiteY572" fmla="*/ 428881 h 997653"/>
                <a:gd name="connsiteX573" fmla="*/ 220690 w 789352"/>
                <a:gd name="connsiteY573" fmla="*/ 431403 h 997653"/>
                <a:gd name="connsiteX574" fmla="*/ 222554 w 789352"/>
                <a:gd name="connsiteY574" fmla="*/ 432938 h 997653"/>
                <a:gd name="connsiteX575" fmla="*/ 226391 w 789352"/>
                <a:gd name="connsiteY575" fmla="*/ 434802 h 997653"/>
                <a:gd name="connsiteX576" fmla="*/ 233297 w 789352"/>
                <a:gd name="connsiteY576" fmla="*/ 440722 h 997653"/>
                <a:gd name="connsiteX577" fmla="*/ 238012 w 789352"/>
                <a:gd name="connsiteY577" fmla="*/ 446751 h 997653"/>
                <a:gd name="connsiteX578" fmla="*/ 253470 w 789352"/>
                <a:gd name="connsiteY578" fmla="*/ 478216 h 997653"/>
                <a:gd name="connsiteX579" fmla="*/ 259609 w 789352"/>
                <a:gd name="connsiteY579" fmla="*/ 486548 h 997653"/>
                <a:gd name="connsiteX580" fmla="*/ 266845 w 789352"/>
                <a:gd name="connsiteY580" fmla="*/ 491152 h 997653"/>
                <a:gd name="connsiteX581" fmla="*/ 267722 w 789352"/>
                <a:gd name="connsiteY581" fmla="*/ 490604 h 997653"/>
                <a:gd name="connsiteX582" fmla="*/ 268160 w 789352"/>
                <a:gd name="connsiteY582" fmla="*/ 489069 h 997653"/>
                <a:gd name="connsiteX583" fmla="*/ 268818 w 789352"/>
                <a:gd name="connsiteY583" fmla="*/ 487973 h 997653"/>
                <a:gd name="connsiteX584" fmla="*/ 270243 w 789352"/>
                <a:gd name="connsiteY584" fmla="*/ 488850 h 997653"/>
                <a:gd name="connsiteX585" fmla="*/ 271230 w 789352"/>
                <a:gd name="connsiteY585" fmla="*/ 489947 h 997653"/>
                <a:gd name="connsiteX586" fmla="*/ 271998 w 789352"/>
                <a:gd name="connsiteY586" fmla="*/ 490604 h 997653"/>
                <a:gd name="connsiteX587" fmla="*/ 272875 w 789352"/>
                <a:gd name="connsiteY587" fmla="*/ 491043 h 997653"/>
                <a:gd name="connsiteX588" fmla="*/ 274190 w 789352"/>
                <a:gd name="connsiteY588" fmla="*/ 491152 h 997653"/>
                <a:gd name="connsiteX589" fmla="*/ 275396 w 789352"/>
                <a:gd name="connsiteY589" fmla="*/ 490166 h 997653"/>
                <a:gd name="connsiteX590" fmla="*/ 275944 w 789352"/>
                <a:gd name="connsiteY590" fmla="*/ 487863 h 997653"/>
                <a:gd name="connsiteX591" fmla="*/ 276383 w 789352"/>
                <a:gd name="connsiteY591" fmla="*/ 480408 h 997653"/>
                <a:gd name="connsiteX592" fmla="*/ 277699 w 789352"/>
                <a:gd name="connsiteY592" fmla="*/ 473502 h 997653"/>
                <a:gd name="connsiteX593" fmla="*/ 277699 w 789352"/>
                <a:gd name="connsiteY593" fmla="*/ 470761 h 997653"/>
                <a:gd name="connsiteX594" fmla="*/ 277370 w 789352"/>
                <a:gd name="connsiteY594" fmla="*/ 469555 h 997653"/>
                <a:gd name="connsiteX595" fmla="*/ 276821 w 789352"/>
                <a:gd name="connsiteY595" fmla="*/ 468459 h 997653"/>
                <a:gd name="connsiteX596" fmla="*/ 274300 w 789352"/>
                <a:gd name="connsiteY596" fmla="*/ 456838 h 997653"/>
                <a:gd name="connsiteX597" fmla="*/ 274410 w 789352"/>
                <a:gd name="connsiteY597" fmla="*/ 452781 h 997653"/>
                <a:gd name="connsiteX598" fmla="*/ 276931 w 789352"/>
                <a:gd name="connsiteY598" fmla="*/ 453439 h 997653"/>
                <a:gd name="connsiteX599" fmla="*/ 284715 w 789352"/>
                <a:gd name="connsiteY599" fmla="*/ 460017 h 997653"/>
                <a:gd name="connsiteX600" fmla="*/ 286908 w 789352"/>
                <a:gd name="connsiteY600" fmla="*/ 463086 h 997653"/>
                <a:gd name="connsiteX601" fmla="*/ 284057 w 789352"/>
                <a:gd name="connsiteY601" fmla="*/ 468678 h 997653"/>
                <a:gd name="connsiteX602" fmla="*/ 283180 w 789352"/>
                <a:gd name="connsiteY602" fmla="*/ 471528 h 997653"/>
                <a:gd name="connsiteX603" fmla="*/ 282851 w 789352"/>
                <a:gd name="connsiteY603" fmla="*/ 474927 h 997653"/>
                <a:gd name="connsiteX604" fmla="*/ 284057 w 789352"/>
                <a:gd name="connsiteY604" fmla="*/ 482491 h 997653"/>
                <a:gd name="connsiteX605" fmla="*/ 283838 w 789352"/>
                <a:gd name="connsiteY605" fmla="*/ 485890 h 997653"/>
                <a:gd name="connsiteX606" fmla="*/ 281426 w 789352"/>
                <a:gd name="connsiteY606" fmla="*/ 488192 h 997653"/>
                <a:gd name="connsiteX607" fmla="*/ 283728 w 789352"/>
                <a:gd name="connsiteY607" fmla="*/ 489947 h 997653"/>
                <a:gd name="connsiteX608" fmla="*/ 286469 w 789352"/>
                <a:gd name="connsiteY608" fmla="*/ 493016 h 997653"/>
                <a:gd name="connsiteX609" fmla="*/ 288662 w 789352"/>
                <a:gd name="connsiteY609" fmla="*/ 496853 h 997653"/>
                <a:gd name="connsiteX610" fmla="*/ 289539 w 789352"/>
                <a:gd name="connsiteY610" fmla="*/ 500800 h 997653"/>
                <a:gd name="connsiteX611" fmla="*/ 288114 w 789352"/>
                <a:gd name="connsiteY611" fmla="*/ 505514 h 997653"/>
                <a:gd name="connsiteX612" fmla="*/ 284934 w 789352"/>
                <a:gd name="connsiteY612" fmla="*/ 505295 h 997653"/>
                <a:gd name="connsiteX613" fmla="*/ 281755 w 789352"/>
                <a:gd name="connsiteY613" fmla="*/ 502993 h 997653"/>
                <a:gd name="connsiteX614" fmla="*/ 280220 w 789352"/>
                <a:gd name="connsiteY614" fmla="*/ 501568 h 997653"/>
                <a:gd name="connsiteX615" fmla="*/ 276821 w 789352"/>
                <a:gd name="connsiteY615" fmla="*/ 499484 h 997653"/>
                <a:gd name="connsiteX616" fmla="*/ 274958 w 789352"/>
                <a:gd name="connsiteY616" fmla="*/ 498827 h 997653"/>
                <a:gd name="connsiteX617" fmla="*/ 272765 w 789352"/>
                <a:gd name="connsiteY617" fmla="*/ 498607 h 997653"/>
                <a:gd name="connsiteX618" fmla="*/ 271998 w 789352"/>
                <a:gd name="connsiteY618" fmla="*/ 499265 h 997653"/>
                <a:gd name="connsiteX619" fmla="*/ 272326 w 789352"/>
                <a:gd name="connsiteY619" fmla="*/ 500800 h 997653"/>
                <a:gd name="connsiteX620" fmla="*/ 273204 w 789352"/>
                <a:gd name="connsiteY620" fmla="*/ 502335 h 997653"/>
                <a:gd name="connsiteX621" fmla="*/ 274081 w 789352"/>
                <a:gd name="connsiteY621" fmla="*/ 502993 h 997653"/>
                <a:gd name="connsiteX622" fmla="*/ 276273 w 789352"/>
                <a:gd name="connsiteY622" fmla="*/ 504308 h 997653"/>
                <a:gd name="connsiteX623" fmla="*/ 278466 w 789352"/>
                <a:gd name="connsiteY623" fmla="*/ 507378 h 997653"/>
                <a:gd name="connsiteX624" fmla="*/ 280220 w 789352"/>
                <a:gd name="connsiteY624" fmla="*/ 511325 h 997653"/>
                <a:gd name="connsiteX625" fmla="*/ 281316 w 789352"/>
                <a:gd name="connsiteY625" fmla="*/ 514943 h 997653"/>
                <a:gd name="connsiteX626" fmla="*/ 282193 w 789352"/>
                <a:gd name="connsiteY626" fmla="*/ 522836 h 997653"/>
                <a:gd name="connsiteX627" fmla="*/ 282961 w 789352"/>
                <a:gd name="connsiteY627" fmla="*/ 526125 h 997653"/>
                <a:gd name="connsiteX628" fmla="*/ 284825 w 789352"/>
                <a:gd name="connsiteY628" fmla="*/ 528976 h 997653"/>
                <a:gd name="connsiteX629" fmla="*/ 301927 w 789352"/>
                <a:gd name="connsiteY629" fmla="*/ 544214 h 997653"/>
                <a:gd name="connsiteX630" fmla="*/ 316618 w 789352"/>
                <a:gd name="connsiteY630" fmla="*/ 553424 h 997653"/>
                <a:gd name="connsiteX631" fmla="*/ 321990 w 789352"/>
                <a:gd name="connsiteY631" fmla="*/ 554739 h 997653"/>
                <a:gd name="connsiteX632" fmla="*/ 319468 w 789352"/>
                <a:gd name="connsiteY632" fmla="*/ 551450 h 997653"/>
                <a:gd name="connsiteX633" fmla="*/ 311027 w 789352"/>
                <a:gd name="connsiteY633" fmla="*/ 546517 h 997653"/>
                <a:gd name="connsiteX634" fmla="*/ 307738 w 789352"/>
                <a:gd name="connsiteY634" fmla="*/ 543776 h 997653"/>
                <a:gd name="connsiteX635" fmla="*/ 301598 w 789352"/>
                <a:gd name="connsiteY635" fmla="*/ 537088 h 997653"/>
                <a:gd name="connsiteX636" fmla="*/ 298638 w 789352"/>
                <a:gd name="connsiteY636" fmla="*/ 534896 h 997653"/>
                <a:gd name="connsiteX637" fmla="*/ 297103 w 789352"/>
                <a:gd name="connsiteY637" fmla="*/ 533361 h 997653"/>
                <a:gd name="connsiteX638" fmla="*/ 296226 w 789352"/>
                <a:gd name="connsiteY638" fmla="*/ 531059 h 997653"/>
                <a:gd name="connsiteX639" fmla="*/ 300941 w 789352"/>
                <a:gd name="connsiteY639" fmla="*/ 531936 h 997653"/>
                <a:gd name="connsiteX640" fmla="*/ 305655 w 789352"/>
                <a:gd name="connsiteY640" fmla="*/ 534238 h 997653"/>
                <a:gd name="connsiteX641" fmla="*/ 309930 w 789352"/>
                <a:gd name="connsiteY641" fmla="*/ 537636 h 997653"/>
                <a:gd name="connsiteX642" fmla="*/ 313658 w 789352"/>
                <a:gd name="connsiteY642" fmla="*/ 541474 h 997653"/>
                <a:gd name="connsiteX643" fmla="*/ 316618 w 789352"/>
                <a:gd name="connsiteY643" fmla="*/ 539720 h 997653"/>
                <a:gd name="connsiteX644" fmla="*/ 319030 w 789352"/>
                <a:gd name="connsiteY644" fmla="*/ 540487 h 997653"/>
                <a:gd name="connsiteX645" fmla="*/ 327143 w 789352"/>
                <a:gd name="connsiteY645" fmla="*/ 548929 h 997653"/>
                <a:gd name="connsiteX646" fmla="*/ 328458 w 789352"/>
                <a:gd name="connsiteY646" fmla="*/ 549586 h 997653"/>
                <a:gd name="connsiteX647" fmla="*/ 331309 w 789352"/>
                <a:gd name="connsiteY647" fmla="*/ 550683 h 997653"/>
                <a:gd name="connsiteX648" fmla="*/ 332515 w 789352"/>
                <a:gd name="connsiteY648" fmla="*/ 551779 h 997653"/>
                <a:gd name="connsiteX649" fmla="*/ 333172 w 789352"/>
                <a:gd name="connsiteY649" fmla="*/ 553314 h 997653"/>
                <a:gd name="connsiteX650" fmla="*/ 333392 w 789352"/>
                <a:gd name="connsiteY650" fmla="*/ 556164 h 997653"/>
                <a:gd name="connsiteX651" fmla="*/ 333830 w 789352"/>
                <a:gd name="connsiteY651" fmla="*/ 557480 h 997653"/>
                <a:gd name="connsiteX652" fmla="*/ 335036 w 789352"/>
                <a:gd name="connsiteY652" fmla="*/ 559344 h 997653"/>
                <a:gd name="connsiteX653" fmla="*/ 338983 w 789352"/>
                <a:gd name="connsiteY653" fmla="*/ 562523 h 997653"/>
                <a:gd name="connsiteX654" fmla="*/ 340408 w 789352"/>
                <a:gd name="connsiteY654" fmla="*/ 563181 h 997653"/>
                <a:gd name="connsiteX655" fmla="*/ 341943 w 789352"/>
                <a:gd name="connsiteY655" fmla="*/ 563400 h 997653"/>
                <a:gd name="connsiteX656" fmla="*/ 343478 w 789352"/>
                <a:gd name="connsiteY656" fmla="*/ 562961 h 997653"/>
                <a:gd name="connsiteX657" fmla="*/ 347315 w 789352"/>
                <a:gd name="connsiteY657" fmla="*/ 560440 h 997653"/>
                <a:gd name="connsiteX658" fmla="*/ 351262 w 789352"/>
                <a:gd name="connsiteY658" fmla="*/ 563181 h 997653"/>
                <a:gd name="connsiteX659" fmla="*/ 354112 w 789352"/>
                <a:gd name="connsiteY659" fmla="*/ 567237 h 997653"/>
                <a:gd name="connsiteX660" fmla="*/ 357620 w 789352"/>
                <a:gd name="connsiteY660" fmla="*/ 569759 h 997653"/>
                <a:gd name="connsiteX661" fmla="*/ 363541 w 789352"/>
                <a:gd name="connsiteY661" fmla="*/ 567785 h 997653"/>
                <a:gd name="connsiteX662" fmla="*/ 365514 w 789352"/>
                <a:gd name="connsiteY662" fmla="*/ 566141 h 997653"/>
                <a:gd name="connsiteX663" fmla="*/ 370776 w 789352"/>
                <a:gd name="connsiteY663" fmla="*/ 560879 h 997653"/>
                <a:gd name="connsiteX664" fmla="*/ 371653 w 789352"/>
                <a:gd name="connsiteY664" fmla="*/ 558905 h 997653"/>
                <a:gd name="connsiteX665" fmla="*/ 370118 w 789352"/>
                <a:gd name="connsiteY665" fmla="*/ 557480 h 997653"/>
                <a:gd name="connsiteX666" fmla="*/ 364856 w 789352"/>
                <a:gd name="connsiteY666" fmla="*/ 559563 h 997653"/>
                <a:gd name="connsiteX667" fmla="*/ 362115 w 789352"/>
                <a:gd name="connsiteY667" fmla="*/ 558905 h 997653"/>
                <a:gd name="connsiteX668" fmla="*/ 363869 w 789352"/>
                <a:gd name="connsiteY668" fmla="*/ 556384 h 997653"/>
                <a:gd name="connsiteX669" fmla="*/ 366501 w 789352"/>
                <a:gd name="connsiteY669" fmla="*/ 554739 h 997653"/>
                <a:gd name="connsiteX670" fmla="*/ 369680 w 789352"/>
                <a:gd name="connsiteY670" fmla="*/ 554081 h 997653"/>
                <a:gd name="connsiteX671" fmla="*/ 372969 w 789352"/>
                <a:gd name="connsiteY671" fmla="*/ 554410 h 997653"/>
                <a:gd name="connsiteX672" fmla="*/ 376258 w 789352"/>
                <a:gd name="connsiteY672" fmla="*/ 555945 h 997653"/>
                <a:gd name="connsiteX673" fmla="*/ 378341 w 789352"/>
                <a:gd name="connsiteY673" fmla="*/ 558247 h 997653"/>
                <a:gd name="connsiteX674" fmla="*/ 385686 w 789352"/>
                <a:gd name="connsiteY674" fmla="*/ 575131 h 997653"/>
                <a:gd name="connsiteX675" fmla="*/ 386563 w 789352"/>
                <a:gd name="connsiteY675" fmla="*/ 578091 h 997653"/>
                <a:gd name="connsiteX676" fmla="*/ 386454 w 789352"/>
                <a:gd name="connsiteY676" fmla="*/ 582147 h 997653"/>
                <a:gd name="connsiteX677" fmla="*/ 385138 w 789352"/>
                <a:gd name="connsiteY677" fmla="*/ 584340 h 997653"/>
                <a:gd name="connsiteX678" fmla="*/ 383165 w 789352"/>
                <a:gd name="connsiteY678" fmla="*/ 585984 h 997653"/>
                <a:gd name="connsiteX679" fmla="*/ 381082 w 789352"/>
                <a:gd name="connsiteY679" fmla="*/ 588506 h 997653"/>
                <a:gd name="connsiteX680" fmla="*/ 381739 w 789352"/>
                <a:gd name="connsiteY680" fmla="*/ 588616 h 997653"/>
                <a:gd name="connsiteX681" fmla="*/ 383165 w 789352"/>
                <a:gd name="connsiteY681" fmla="*/ 588506 h 997653"/>
                <a:gd name="connsiteX682" fmla="*/ 383822 w 789352"/>
                <a:gd name="connsiteY682" fmla="*/ 588506 h 997653"/>
                <a:gd name="connsiteX683" fmla="*/ 383603 w 789352"/>
                <a:gd name="connsiteY683" fmla="*/ 589273 h 997653"/>
                <a:gd name="connsiteX684" fmla="*/ 382836 w 789352"/>
                <a:gd name="connsiteY684" fmla="*/ 590589 h 997653"/>
                <a:gd name="connsiteX685" fmla="*/ 382616 w 789352"/>
                <a:gd name="connsiteY685" fmla="*/ 591247 h 997653"/>
                <a:gd name="connsiteX686" fmla="*/ 376148 w 789352"/>
                <a:gd name="connsiteY686" fmla="*/ 586423 h 997653"/>
                <a:gd name="connsiteX687" fmla="*/ 372421 w 789352"/>
                <a:gd name="connsiteY687" fmla="*/ 584778 h 997653"/>
                <a:gd name="connsiteX688" fmla="*/ 371653 w 789352"/>
                <a:gd name="connsiteY688" fmla="*/ 586861 h 997653"/>
                <a:gd name="connsiteX689" fmla="*/ 374613 w 789352"/>
                <a:gd name="connsiteY689" fmla="*/ 588725 h 997653"/>
                <a:gd name="connsiteX690" fmla="*/ 380424 w 789352"/>
                <a:gd name="connsiteY690" fmla="*/ 592343 h 997653"/>
                <a:gd name="connsiteX691" fmla="*/ 382616 w 789352"/>
                <a:gd name="connsiteY691" fmla="*/ 594207 h 997653"/>
                <a:gd name="connsiteX692" fmla="*/ 379327 w 789352"/>
                <a:gd name="connsiteY692" fmla="*/ 592453 h 997653"/>
                <a:gd name="connsiteX693" fmla="*/ 377135 w 789352"/>
                <a:gd name="connsiteY693" fmla="*/ 591137 h 997653"/>
                <a:gd name="connsiteX694" fmla="*/ 374065 w 789352"/>
                <a:gd name="connsiteY694" fmla="*/ 589712 h 997653"/>
                <a:gd name="connsiteX695" fmla="*/ 346767 w 789352"/>
                <a:gd name="connsiteY695" fmla="*/ 572061 h 997653"/>
                <a:gd name="connsiteX696" fmla="*/ 344684 w 789352"/>
                <a:gd name="connsiteY696" fmla="*/ 571513 h 997653"/>
                <a:gd name="connsiteX697" fmla="*/ 329226 w 789352"/>
                <a:gd name="connsiteY697" fmla="*/ 562961 h 997653"/>
                <a:gd name="connsiteX698" fmla="*/ 328677 w 789352"/>
                <a:gd name="connsiteY698" fmla="*/ 562633 h 997653"/>
                <a:gd name="connsiteX699" fmla="*/ 328677 w 789352"/>
                <a:gd name="connsiteY699" fmla="*/ 560221 h 997653"/>
                <a:gd name="connsiteX700" fmla="*/ 328458 w 789352"/>
                <a:gd name="connsiteY700" fmla="*/ 559124 h 997653"/>
                <a:gd name="connsiteX701" fmla="*/ 327910 w 789352"/>
                <a:gd name="connsiteY701" fmla="*/ 558138 h 997653"/>
                <a:gd name="connsiteX702" fmla="*/ 326594 w 789352"/>
                <a:gd name="connsiteY702" fmla="*/ 556822 h 997653"/>
                <a:gd name="connsiteX703" fmla="*/ 325060 w 789352"/>
                <a:gd name="connsiteY703" fmla="*/ 555726 h 997653"/>
                <a:gd name="connsiteX704" fmla="*/ 323744 w 789352"/>
                <a:gd name="connsiteY704" fmla="*/ 555835 h 997653"/>
                <a:gd name="connsiteX705" fmla="*/ 323196 w 789352"/>
                <a:gd name="connsiteY705" fmla="*/ 558138 h 997653"/>
                <a:gd name="connsiteX706" fmla="*/ 324621 w 789352"/>
                <a:gd name="connsiteY706" fmla="*/ 562084 h 997653"/>
                <a:gd name="connsiteX707" fmla="*/ 328020 w 789352"/>
                <a:gd name="connsiteY707" fmla="*/ 565702 h 997653"/>
                <a:gd name="connsiteX708" fmla="*/ 373736 w 789352"/>
                <a:gd name="connsiteY708" fmla="*/ 593878 h 997653"/>
                <a:gd name="connsiteX709" fmla="*/ 386015 w 789352"/>
                <a:gd name="connsiteY709" fmla="*/ 605280 h 997653"/>
                <a:gd name="connsiteX710" fmla="*/ 393360 w 789352"/>
                <a:gd name="connsiteY710" fmla="*/ 610652 h 997653"/>
                <a:gd name="connsiteX711" fmla="*/ 401035 w 789352"/>
                <a:gd name="connsiteY711" fmla="*/ 614050 h 997653"/>
                <a:gd name="connsiteX712" fmla="*/ 403337 w 789352"/>
                <a:gd name="connsiteY712" fmla="*/ 616462 h 997653"/>
                <a:gd name="connsiteX713" fmla="*/ 404104 w 789352"/>
                <a:gd name="connsiteY713" fmla="*/ 621615 h 997653"/>
                <a:gd name="connsiteX714" fmla="*/ 406297 w 789352"/>
                <a:gd name="connsiteY714" fmla="*/ 623917 h 997653"/>
                <a:gd name="connsiteX715" fmla="*/ 419014 w 789352"/>
                <a:gd name="connsiteY715" fmla="*/ 632578 h 997653"/>
                <a:gd name="connsiteX716" fmla="*/ 447300 w 789352"/>
                <a:gd name="connsiteY716" fmla="*/ 651873 h 997653"/>
                <a:gd name="connsiteX717" fmla="*/ 457715 w 789352"/>
                <a:gd name="connsiteY717" fmla="*/ 661959 h 997653"/>
                <a:gd name="connsiteX718" fmla="*/ 460236 w 789352"/>
                <a:gd name="connsiteY718" fmla="*/ 663604 h 997653"/>
                <a:gd name="connsiteX719" fmla="*/ 464073 w 789352"/>
                <a:gd name="connsiteY719" fmla="*/ 665029 h 997653"/>
                <a:gd name="connsiteX720" fmla="*/ 473721 w 789352"/>
                <a:gd name="connsiteY720" fmla="*/ 672375 h 997653"/>
                <a:gd name="connsiteX721" fmla="*/ 500142 w 789352"/>
                <a:gd name="connsiteY721" fmla="*/ 701098 h 997653"/>
                <a:gd name="connsiteX722" fmla="*/ 505843 w 789352"/>
                <a:gd name="connsiteY722" fmla="*/ 711404 h 997653"/>
                <a:gd name="connsiteX723" fmla="*/ 508255 w 789352"/>
                <a:gd name="connsiteY723" fmla="*/ 720613 h 997653"/>
                <a:gd name="connsiteX724" fmla="*/ 511434 w 789352"/>
                <a:gd name="connsiteY724" fmla="*/ 724779 h 997653"/>
                <a:gd name="connsiteX725" fmla="*/ 515052 w 789352"/>
                <a:gd name="connsiteY725" fmla="*/ 728616 h 997653"/>
                <a:gd name="connsiteX726" fmla="*/ 517684 w 789352"/>
                <a:gd name="connsiteY726" fmla="*/ 732453 h 997653"/>
                <a:gd name="connsiteX727" fmla="*/ 519547 w 789352"/>
                <a:gd name="connsiteY727" fmla="*/ 742539 h 997653"/>
                <a:gd name="connsiteX728" fmla="*/ 521630 w 789352"/>
                <a:gd name="connsiteY728" fmla="*/ 746924 h 997653"/>
                <a:gd name="connsiteX729" fmla="*/ 530072 w 789352"/>
                <a:gd name="connsiteY729" fmla="*/ 749775 h 997653"/>
                <a:gd name="connsiteX730" fmla="*/ 533580 w 789352"/>
                <a:gd name="connsiteY730" fmla="*/ 752406 h 997653"/>
                <a:gd name="connsiteX731" fmla="*/ 539281 w 789352"/>
                <a:gd name="connsiteY731" fmla="*/ 758765 h 997653"/>
                <a:gd name="connsiteX732" fmla="*/ 543666 w 789352"/>
                <a:gd name="connsiteY732" fmla="*/ 765452 h 997653"/>
                <a:gd name="connsiteX733" fmla="*/ 546626 w 789352"/>
                <a:gd name="connsiteY733" fmla="*/ 769070 h 997653"/>
                <a:gd name="connsiteX734" fmla="*/ 551779 w 789352"/>
                <a:gd name="connsiteY734" fmla="*/ 771701 h 997653"/>
                <a:gd name="connsiteX735" fmla="*/ 553314 w 789352"/>
                <a:gd name="connsiteY735" fmla="*/ 774223 h 997653"/>
                <a:gd name="connsiteX736" fmla="*/ 555507 w 789352"/>
                <a:gd name="connsiteY736" fmla="*/ 779376 h 997653"/>
                <a:gd name="connsiteX737" fmla="*/ 556493 w 789352"/>
                <a:gd name="connsiteY737" fmla="*/ 780801 h 997653"/>
                <a:gd name="connsiteX738" fmla="*/ 557370 w 789352"/>
                <a:gd name="connsiteY738" fmla="*/ 781897 h 997653"/>
                <a:gd name="connsiteX739" fmla="*/ 565373 w 789352"/>
                <a:gd name="connsiteY739" fmla="*/ 789133 h 997653"/>
                <a:gd name="connsiteX740" fmla="*/ 569101 w 789352"/>
                <a:gd name="connsiteY740" fmla="*/ 791654 h 997653"/>
                <a:gd name="connsiteX741" fmla="*/ 572500 w 789352"/>
                <a:gd name="connsiteY741" fmla="*/ 792751 h 997653"/>
                <a:gd name="connsiteX742" fmla="*/ 575021 w 789352"/>
                <a:gd name="connsiteY742" fmla="*/ 795053 h 997653"/>
                <a:gd name="connsiteX743" fmla="*/ 582147 w 789352"/>
                <a:gd name="connsiteY743" fmla="*/ 809524 h 997653"/>
                <a:gd name="connsiteX744" fmla="*/ 582366 w 789352"/>
                <a:gd name="connsiteY744" fmla="*/ 809744 h 997653"/>
                <a:gd name="connsiteX745" fmla="*/ 583134 w 789352"/>
                <a:gd name="connsiteY745" fmla="*/ 810840 h 997653"/>
                <a:gd name="connsiteX746" fmla="*/ 583682 w 789352"/>
                <a:gd name="connsiteY746" fmla="*/ 812046 h 997653"/>
                <a:gd name="connsiteX747" fmla="*/ 584011 w 789352"/>
                <a:gd name="connsiteY747" fmla="*/ 813362 h 997653"/>
                <a:gd name="connsiteX748" fmla="*/ 581599 w 789352"/>
                <a:gd name="connsiteY748" fmla="*/ 815006 h 997653"/>
                <a:gd name="connsiteX749" fmla="*/ 582038 w 789352"/>
                <a:gd name="connsiteY749" fmla="*/ 816431 h 997653"/>
                <a:gd name="connsiteX750" fmla="*/ 585217 w 789352"/>
                <a:gd name="connsiteY750" fmla="*/ 819172 h 997653"/>
                <a:gd name="connsiteX751" fmla="*/ 592233 w 789352"/>
                <a:gd name="connsiteY751" fmla="*/ 830026 h 997653"/>
                <a:gd name="connsiteX752" fmla="*/ 593330 w 789352"/>
                <a:gd name="connsiteY752" fmla="*/ 832986 h 997653"/>
                <a:gd name="connsiteX753" fmla="*/ 593001 w 789352"/>
                <a:gd name="connsiteY753" fmla="*/ 840879 h 997653"/>
                <a:gd name="connsiteX754" fmla="*/ 593330 w 789352"/>
                <a:gd name="connsiteY754" fmla="*/ 842633 h 997653"/>
                <a:gd name="connsiteX755" fmla="*/ 595413 w 789352"/>
                <a:gd name="connsiteY755" fmla="*/ 843730 h 997653"/>
                <a:gd name="connsiteX756" fmla="*/ 597276 w 789352"/>
                <a:gd name="connsiteY756" fmla="*/ 842962 h 997653"/>
                <a:gd name="connsiteX757" fmla="*/ 599250 w 789352"/>
                <a:gd name="connsiteY757" fmla="*/ 841537 h 997653"/>
                <a:gd name="connsiteX758" fmla="*/ 601552 w 789352"/>
                <a:gd name="connsiteY758" fmla="*/ 840989 h 997653"/>
                <a:gd name="connsiteX759" fmla="*/ 604951 w 789352"/>
                <a:gd name="connsiteY759" fmla="*/ 842853 h 997653"/>
                <a:gd name="connsiteX760" fmla="*/ 623369 w 789352"/>
                <a:gd name="connsiteY760" fmla="*/ 864231 h 997653"/>
                <a:gd name="connsiteX761" fmla="*/ 627206 w 789352"/>
                <a:gd name="connsiteY761" fmla="*/ 867301 h 997653"/>
                <a:gd name="connsiteX762" fmla="*/ 629289 w 789352"/>
                <a:gd name="connsiteY762" fmla="*/ 868397 h 997653"/>
                <a:gd name="connsiteX763" fmla="*/ 632907 w 789352"/>
                <a:gd name="connsiteY763" fmla="*/ 869713 h 997653"/>
                <a:gd name="connsiteX764" fmla="*/ 634551 w 789352"/>
                <a:gd name="connsiteY764" fmla="*/ 871028 h 997653"/>
                <a:gd name="connsiteX765" fmla="*/ 671717 w 789352"/>
                <a:gd name="connsiteY765" fmla="*/ 918170 h 997653"/>
                <a:gd name="connsiteX766" fmla="*/ 673800 w 789352"/>
                <a:gd name="connsiteY766" fmla="*/ 915977 h 997653"/>
                <a:gd name="connsiteX767" fmla="*/ 675993 w 789352"/>
                <a:gd name="connsiteY767" fmla="*/ 914223 h 997653"/>
                <a:gd name="connsiteX768" fmla="*/ 678404 w 789352"/>
                <a:gd name="connsiteY768" fmla="*/ 913017 h 997653"/>
                <a:gd name="connsiteX769" fmla="*/ 681145 w 789352"/>
                <a:gd name="connsiteY769" fmla="*/ 912579 h 997653"/>
                <a:gd name="connsiteX770" fmla="*/ 677198 w 789352"/>
                <a:gd name="connsiteY770" fmla="*/ 918280 h 997653"/>
                <a:gd name="connsiteX771" fmla="*/ 677637 w 789352"/>
                <a:gd name="connsiteY771" fmla="*/ 919705 h 997653"/>
                <a:gd name="connsiteX772" fmla="*/ 678514 w 789352"/>
                <a:gd name="connsiteY772" fmla="*/ 920692 h 997653"/>
                <a:gd name="connsiteX773" fmla="*/ 679391 w 789352"/>
                <a:gd name="connsiteY773" fmla="*/ 921349 h 997653"/>
                <a:gd name="connsiteX774" fmla="*/ 679720 w 789352"/>
                <a:gd name="connsiteY774" fmla="*/ 922007 h 997653"/>
                <a:gd name="connsiteX775" fmla="*/ 681036 w 789352"/>
                <a:gd name="connsiteY775" fmla="*/ 923323 h 997653"/>
                <a:gd name="connsiteX776" fmla="*/ 689258 w 789352"/>
                <a:gd name="connsiteY776" fmla="*/ 928476 h 997653"/>
                <a:gd name="connsiteX777" fmla="*/ 692657 w 789352"/>
                <a:gd name="connsiteY777" fmla="*/ 931764 h 997653"/>
                <a:gd name="connsiteX778" fmla="*/ 701427 w 789352"/>
                <a:gd name="connsiteY778" fmla="*/ 943056 h 997653"/>
                <a:gd name="connsiteX779" fmla="*/ 717324 w 789352"/>
                <a:gd name="connsiteY779" fmla="*/ 958844 h 997653"/>
                <a:gd name="connsiteX780" fmla="*/ 723902 w 789352"/>
                <a:gd name="connsiteY780" fmla="*/ 969039 h 997653"/>
                <a:gd name="connsiteX781" fmla="*/ 725765 w 789352"/>
                <a:gd name="connsiteY781" fmla="*/ 980880 h 997653"/>
                <a:gd name="connsiteX782" fmla="*/ 727081 w 789352"/>
                <a:gd name="connsiteY782" fmla="*/ 980880 h 997653"/>
                <a:gd name="connsiteX783" fmla="*/ 728835 w 789352"/>
                <a:gd name="connsiteY783" fmla="*/ 978468 h 997653"/>
                <a:gd name="connsiteX784" fmla="*/ 730699 w 789352"/>
                <a:gd name="connsiteY784" fmla="*/ 979454 h 997653"/>
                <a:gd name="connsiteX785" fmla="*/ 732453 w 789352"/>
                <a:gd name="connsiteY785" fmla="*/ 982195 h 997653"/>
                <a:gd name="connsiteX786" fmla="*/ 733769 w 789352"/>
                <a:gd name="connsiteY786" fmla="*/ 985265 h 997653"/>
                <a:gd name="connsiteX787" fmla="*/ 732343 w 789352"/>
                <a:gd name="connsiteY787" fmla="*/ 986252 h 997653"/>
                <a:gd name="connsiteX788" fmla="*/ 732343 w 789352"/>
                <a:gd name="connsiteY788" fmla="*/ 986252 h 997653"/>
                <a:gd name="connsiteX789" fmla="*/ 734426 w 789352"/>
                <a:gd name="connsiteY789" fmla="*/ 989869 h 997653"/>
                <a:gd name="connsiteX790" fmla="*/ 737715 w 789352"/>
                <a:gd name="connsiteY790" fmla="*/ 995570 h 997653"/>
                <a:gd name="connsiteX791" fmla="*/ 741224 w 789352"/>
                <a:gd name="connsiteY791" fmla="*/ 999079 h 997653"/>
                <a:gd name="connsiteX792" fmla="*/ 744293 w 789352"/>
                <a:gd name="connsiteY792" fmla="*/ 996228 h 997653"/>
                <a:gd name="connsiteX793" fmla="*/ 744622 w 789352"/>
                <a:gd name="connsiteY793" fmla="*/ 992501 h 997653"/>
                <a:gd name="connsiteX794" fmla="*/ 743855 w 789352"/>
                <a:gd name="connsiteY794" fmla="*/ 988444 h 997653"/>
                <a:gd name="connsiteX795" fmla="*/ 742649 w 789352"/>
                <a:gd name="connsiteY795" fmla="*/ 984388 h 997653"/>
                <a:gd name="connsiteX796" fmla="*/ 741553 w 789352"/>
                <a:gd name="connsiteY796" fmla="*/ 980770 h 997653"/>
                <a:gd name="connsiteX797" fmla="*/ 745828 w 789352"/>
                <a:gd name="connsiteY797" fmla="*/ 980003 h 997653"/>
                <a:gd name="connsiteX798" fmla="*/ 749994 w 789352"/>
                <a:gd name="connsiteY798" fmla="*/ 978687 h 997653"/>
                <a:gd name="connsiteX799" fmla="*/ 754160 w 789352"/>
                <a:gd name="connsiteY799" fmla="*/ 977920 h 997653"/>
                <a:gd name="connsiteX800" fmla="*/ 758546 w 789352"/>
                <a:gd name="connsiteY800" fmla="*/ 978797 h 997653"/>
                <a:gd name="connsiteX801" fmla="*/ 761725 w 789352"/>
                <a:gd name="connsiteY801" fmla="*/ 980770 h 997653"/>
                <a:gd name="connsiteX802" fmla="*/ 764466 w 789352"/>
                <a:gd name="connsiteY802" fmla="*/ 983292 h 997653"/>
                <a:gd name="connsiteX803" fmla="*/ 767206 w 789352"/>
                <a:gd name="connsiteY803" fmla="*/ 985923 h 997653"/>
                <a:gd name="connsiteX804" fmla="*/ 770057 w 789352"/>
                <a:gd name="connsiteY804" fmla="*/ 988225 h 997653"/>
                <a:gd name="connsiteX805" fmla="*/ 776525 w 789352"/>
                <a:gd name="connsiteY805" fmla="*/ 990308 h 997653"/>
                <a:gd name="connsiteX806" fmla="*/ 783213 w 789352"/>
                <a:gd name="connsiteY806" fmla="*/ 989321 h 997653"/>
                <a:gd name="connsiteX807" fmla="*/ 787817 w 789352"/>
                <a:gd name="connsiteY807" fmla="*/ 985046 h 997653"/>
                <a:gd name="connsiteX808" fmla="*/ 787927 w 789352"/>
                <a:gd name="connsiteY808" fmla="*/ 977591 h 997653"/>
                <a:gd name="connsiteX809" fmla="*/ 786721 w 789352"/>
                <a:gd name="connsiteY809" fmla="*/ 972438 h 997653"/>
                <a:gd name="connsiteX810" fmla="*/ 785296 w 789352"/>
                <a:gd name="connsiteY810" fmla="*/ 966956 h 997653"/>
                <a:gd name="connsiteX811" fmla="*/ 783651 w 789352"/>
                <a:gd name="connsiteY811" fmla="*/ 961584 h 997653"/>
                <a:gd name="connsiteX812" fmla="*/ 781897 w 789352"/>
                <a:gd name="connsiteY812" fmla="*/ 956651 h 997653"/>
                <a:gd name="connsiteX813" fmla="*/ 781239 w 789352"/>
                <a:gd name="connsiteY813" fmla="*/ 956103 h 997653"/>
                <a:gd name="connsiteX814" fmla="*/ 780033 w 789352"/>
                <a:gd name="connsiteY814" fmla="*/ 955664 h 997653"/>
                <a:gd name="connsiteX815" fmla="*/ 778827 w 789352"/>
                <a:gd name="connsiteY815" fmla="*/ 955226 h 997653"/>
                <a:gd name="connsiteX816" fmla="*/ 778170 w 789352"/>
                <a:gd name="connsiteY816" fmla="*/ 954568 h 997653"/>
                <a:gd name="connsiteX817" fmla="*/ 778279 w 789352"/>
                <a:gd name="connsiteY817" fmla="*/ 953252 h 997653"/>
                <a:gd name="connsiteX818" fmla="*/ 778827 w 789352"/>
                <a:gd name="connsiteY818" fmla="*/ 951608 h 997653"/>
                <a:gd name="connsiteX819" fmla="*/ 779376 w 789352"/>
                <a:gd name="connsiteY819" fmla="*/ 950073 h 997653"/>
                <a:gd name="connsiteX820" fmla="*/ 779266 w 789352"/>
                <a:gd name="connsiteY820" fmla="*/ 948977 h 997653"/>
                <a:gd name="connsiteX821" fmla="*/ 777402 w 789352"/>
                <a:gd name="connsiteY821" fmla="*/ 947551 h 997653"/>
                <a:gd name="connsiteX822" fmla="*/ 775210 w 789352"/>
                <a:gd name="connsiteY822" fmla="*/ 946894 h 997653"/>
                <a:gd name="connsiteX823" fmla="*/ 773127 w 789352"/>
                <a:gd name="connsiteY823" fmla="*/ 946017 h 997653"/>
                <a:gd name="connsiteX824" fmla="*/ 771592 w 789352"/>
                <a:gd name="connsiteY824" fmla="*/ 943934 h 997653"/>
                <a:gd name="connsiteX825" fmla="*/ 770495 w 789352"/>
                <a:gd name="connsiteY825" fmla="*/ 940974 h 997653"/>
                <a:gd name="connsiteX826" fmla="*/ 769509 w 789352"/>
                <a:gd name="connsiteY826" fmla="*/ 939219 h 997653"/>
                <a:gd name="connsiteX827" fmla="*/ 768193 w 789352"/>
                <a:gd name="connsiteY827" fmla="*/ 938013 h 997653"/>
                <a:gd name="connsiteX828" fmla="*/ 766001 w 789352"/>
                <a:gd name="connsiteY828" fmla="*/ 936479 h 997653"/>
                <a:gd name="connsiteX829" fmla="*/ 764356 w 789352"/>
                <a:gd name="connsiteY829" fmla="*/ 935382 h 997653"/>
                <a:gd name="connsiteX830" fmla="*/ 762931 w 789352"/>
                <a:gd name="connsiteY830" fmla="*/ 934176 h 997653"/>
                <a:gd name="connsiteX831" fmla="*/ 761834 w 789352"/>
                <a:gd name="connsiteY831" fmla="*/ 932751 h 997653"/>
                <a:gd name="connsiteX832" fmla="*/ 761286 w 789352"/>
                <a:gd name="connsiteY832" fmla="*/ 930668 h 997653"/>
                <a:gd name="connsiteX833" fmla="*/ 762383 w 789352"/>
                <a:gd name="connsiteY833" fmla="*/ 926283 h 997653"/>
                <a:gd name="connsiteX834" fmla="*/ 765562 w 789352"/>
                <a:gd name="connsiteY834" fmla="*/ 921678 h 997653"/>
                <a:gd name="connsiteX835" fmla="*/ 769399 w 789352"/>
                <a:gd name="connsiteY835" fmla="*/ 917403 h 997653"/>
                <a:gd name="connsiteX836" fmla="*/ 772579 w 789352"/>
                <a:gd name="connsiteY836" fmla="*/ 914114 h 997653"/>
                <a:gd name="connsiteX837" fmla="*/ 775758 w 789352"/>
                <a:gd name="connsiteY837" fmla="*/ 911482 h 997653"/>
                <a:gd name="connsiteX838" fmla="*/ 779595 w 789352"/>
                <a:gd name="connsiteY838" fmla="*/ 908632 h 997653"/>
                <a:gd name="connsiteX839" fmla="*/ 783322 w 789352"/>
                <a:gd name="connsiteY839" fmla="*/ 905672 h 997653"/>
                <a:gd name="connsiteX840" fmla="*/ 786063 w 789352"/>
                <a:gd name="connsiteY840" fmla="*/ 902821 h 997653"/>
                <a:gd name="connsiteX841" fmla="*/ 787488 w 789352"/>
                <a:gd name="connsiteY841" fmla="*/ 900081 h 997653"/>
                <a:gd name="connsiteX842" fmla="*/ 787379 w 789352"/>
                <a:gd name="connsiteY842" fmla="*/ 898107 h 997653"/>
                <a:gd name="connsiteX843" fmla="*/ 786283 w 789352"/>
                <a:gd name="connsiteY843" fmla="*/ 896134 h 997653"/>
                <a:gd name="connsiteX844" fmla="*/ 784748 w 789352"/>
                <a:gd name="connsiteY844" fmla="*/ 893393 h 997653"/>
                <a:gd name="connsiteX845" fmla="*/ 782994 w 789352"/>
                <a:gd name="connsiteY845" fmla="*/ 889885 h 997653"/>
                <a:gd name="connsiteX846" fmla="*/ 782226 w 789352"/>
                <a:gd name="connsiteY846" fmla="*/ 887473 h 997653"/>
                <a:gd name="connsiteX847" fmla="*/ 782445 w 789352"/>
                <a:gd name="connsiteY847" fmla="*/ 884951 h 997653"/>
                <a:gd name="connsiteX848" fmla="*/ 783761 w 789352"/>
                <a:gd name="connsiteY848" fmla="*/ 880895 h 997653"/>
                <a:gd name="connsiteX849" fmla="*/ 786173 w 789352"/>
                <a:gd name="connsiteY849" fmla="*/ 876839 h 997653"/>
                <a:gd name="connsiteX850" fmla="*/ 789572 w 789352"/>
                <a:gd name="connsiteY850" fmla="*/ 874865 h 997653"/>
                <a:gd name="connsiteX851" fmla="*/ 793737 w 789352"/>
                <a:gd name="connsiteY851" fmla="*/ 874427 h 997653"/>
                <a:gd name="connsiteX852" fmla="*/ 798671 w 789352"/>
                <a:gd name="connsiteY852" fmla="*/ 874756 h 997653"/>
                <a:gd name="connsiteX853" fmla="*/ 798671 w 789352"/>
                <a:gd name="connsiteY853" fmla="*/ 869164 h 997653"/>
                <a:gd name="connsiteX854" fmla="*/ 122898 w 789352"/>
                <a:gd name="connsiteY854" fmla="*/ 362335 h 997653"/>
                <a:gd name="connsiteX855" fmla="*/ 120376 w 789352"/>
                <a:gd name="connsiteY855" fmla="*/ 361129 h 997653"/>
                <a:gd name="connsiteX856" fmla="*/ 110290 w 789352"/>
                <a:gd name="connsiteY856" fmla="*/ 357511 h 997653"/>
                <a:gd name="connsiteX857" fmla="*/ 106672 w 789352"/>
                <a:gd name="connsiteY857" fmla="*/ 356743 h 997653"/>
                <a:gd name="connsiteX858" fmla="*/ 84526 w 789352"/>
                <a:gd name="connsiteY858" fmla="*/ 356634 h 997653"/>
                <a:gd name="connsiteX859" fmla="*/ 85513 w 789352"/>
                <a:gd name="connsiteY859" fmla="*/ 359703 h 997653"/>
                <a:gd name="connsiteX860" fmla="*/ 88254 w 789352"/>
                <a:gd name="connsiteY860" fmla="*/ 361019 h 997653"/>
                <a:gd name="connsiteX861" fmla="*/ 100423 w 789352"/>
                <a:gd name="connsiteY861" fmla="*/ 360909 h 997653"/>
                <a:gd name="connsiteX862" fmla="*/ 102177 w 789352"/>
                <a:gd name="connsiteY862" fmla="*/ 361129 h 997653"/>
                <a:gd name="connsiteX863" fmla="*/ 103712 w 789352"/>
                <a:gd name="connsiteY863" fmla="*/ 361567 h 997653"/>
                <a:gd name="connsiteX864" fmla="*/ 105466 w 789352"/>
                <a:gd name="connsiteY864" fmla="*/ 362444 h 997653"/>
                <a:gd name="connsiteX865" fmla="*/ 106891 w 789352"/>
                <a:gd name="connsiteY865" fmla="*/ 362554 h 997653"/>
                <a:gd name="connsiteX866" fmla="*/ 112263 w 789352"/>
                <a:gd name="connsiteY866" fmla="*/ 364856 h 997653"/>
                <a:gd name="connsiteX867" fmla="*/ 119390 w 789352"/>
                <a:gd name="connsiteY867" fmla="*/ 369351 h 997653"/>
                <a:gd name="connsiteX868" fmla="*/ 125858 w 789352"/>
                <a:gd name="connsiteY868" fmla="*/ 372311 h 997653"/>
                <a:gd name="connsiteX869" fmla="*/ 129256 w 789352"/>
                <a:gd name="connsiteY869" fmla="*/ 370009 h 997653"/>
                <a:gd name="connsiteX870" fmla="*/ 126735 w 789352"/>
                <a:gd name="connsiteY870" fmla="*/ 368145 h 997653"/>
                <a:gd name="connsiteX871" fmla="*/ 122898 w 789352"/>
                <a:gd name="connsiteY871" fmla="*/ 362335 h 99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</a:cxnLst>
              <a:rect l="l" t="t" r="r" b="b"/>
              <a:pathLst>
                <a:path w="789352" h="997653">
                  <a:moveTo>
                    <a:pt x="798671" y="869164"/>
                  </a:moveTo>
                  <a:lnTo>
                    <a:pt x="798452" y="863025"/>
                  </a:lnTo>
                  <a:lnTo>
                    <a:pt x="798232" y="856776"/>
                  </a:lnTo>
                  <a:lnTo>
                    <a:pt x="798013" y="850527"/>
                  </a:lnTo>
                  <a:lnTo>
                    <a:pt x="789900" y="851294"/>
                  </a:lnTo>
                  <a:lnTo>
                    <a:pt x="781568" y="852062"/>
                  </a:lnTo>
                  <a:lnTo>
                    <a:pt x="773675" y="851294"/>
                  </a:lnTo>
                  <a:lnTo>
                    <a:pt x="766878" y="847676"/>
                  </a:lnTo>
                  <a:lnTo>
                    <a:pt x="763917" y="844607"/>
                  </a:lnTo>
                  <a:lnTo>
                    <a:pt x="760628" y="840989"/>
                  </a:lnTo>
                  <a:lnTo>
                    <a:pt x="757340" y="837590"/>
                  </a:lnTo>
                  <a:lnTo>
                    <a:pt x="754380" y="835288"/>
                  </a:lnTo>
                  <a:lnTo>
                    <a:pt x="752735" y="833863"/>
                  </a:lnTo>
                  <a:lnTo>
                    <a:pt x="751858" y="831999"/>
                  </a:lnTo>
                  <a:lnTo>
                    <a:pt x="751200" y="830135"/>
                  </a:lnTo>
                  <a:lnTo>
                    <a:pt x="750323" y="828381"/>
                  </a:lnTo>
                  <a:lnTo>
                    <a:pt x="747692" y="825969"/>
                  </a:lnTo>
                  <a:lnTo>
                    <a:pt x="744622" y="824215"/>
                  </a:lnTo>
                  <a:lnTo>
                    <a:pt x="741772" y="822242"/>
                  </a:lnTo>
                  <a:lnTo>
                    <a:pt x="739798" y="819062"/>
                  </a:lnTo>
                  <a:lnTo>
                    <a:pt x="739470" y="816760"/>
                  </a:lnTo>
                  <a:lnTo>
                    <a:pt x="739579" y="814348"/>
                  </a:lnTo>
                  <a:lnTo>
                    <a:pt x="739579" y="811827"/>
                  </a:lnTo>
                  <a:lnTo>
                    <a:pt x="739031" y="809196"/>
                  </a:lnTo>
                  <a:lnTo>
                    <a:pt x="737386" y="806564"/>
                  </a:lnTo>
                  <a:lnTo>
                    <a:pt x="735632" y="804372"/>
                  </a:lnTo>
                  <a:lnTo>
                    <a:pt x="734646" y="801960"/>
                  </a:lnTo>
                  <a:lnTo>
                    <a:pt x="735413" y="798781"/>
                  </a:lnTo>
                  <a:lnTo>
                    <a:pt x="736181" y="796478"/>
                  </a:lnTo>
                  <a:lnTo>
                    <a:pt x="736400" y="794176"/>
                  </a:lnTo>
                  <a:lnTo>
                    <a:pt x="735852" y="792093"/>
                  </a:lnTo>
                  <a:lnTo>
                    <a:pt x="734207" y="790558"/>
                  </a:lnTo>
                  <a:lnTo>
                    <a:pt x="732672" y="788914"/>
                  </a:lnTo>
                  <a:lnTo>
                    <a:pt x="732892" y="787160"/>
                  </a:lnTo>
                  <a:lnTo>
                    <a:pt x="733769" y="785296"/>
                  </a:lnTo>
                  <a:lnTo>
                    <a:pt x="734207" y="783322"/>
                  </a:lnTo>
                  <a:lnTo>
                    <a:pt x="732124" y="778389"/>
                  </a:lnTo>
                  <a:lnTo>
                    <a:pt x="728616" y="774004"/>
                  </a:lnTo>
                  <a:lnTo>
                    <a:pt x="725437" y="769618"/>
                  </a:lnTo>
                  <a:lnTo>
                    <a:pt x="724340" y="764685"/>
                  </a:lnTo>
                  <a:lnTo>
                    <a:pt x="721271" y="764246"/>
                  </a:lnTo>
                  <a:lnTo>
                    <a:pt x="718201" y="763589"/>
                  </a:lnTo>
                  <a:lnTo>
                    <a:pt x="715241" y="762602"/>
                  </a:lnTo>
                  <a:lnTo>
                    <a:pt x="712390" y="761286"/>
                  </a:lnTo>
                  <a:lnTo>
                    <a:pt x="708992" y="758326"/>
                  </a:lnTo>
                  <a:lnTo>
                    <a:pt x="707018" y="753831"/>
                  </a:lnTo>
                  <a:lnTo>
                    <a:pt x="705812" y="748788"/>
                  </a:lnTo>
                  <a:lnTo>
                    <a:pt x="704935" y="744184"/>
                  </a:lnTo>
                  <a:lnTo>
                    <a:pt x="703401" y="740347"/>
                  </a:lnTo>
                  <a:lnTo>
                    <a:pt x="701318" y="736838"/>
                  </a:lnTo>
                  <a:lnTo>
                    <a:pt x="699344" y="733440"/>
                  </a:lnTo>
                  <a:lnTo>
                    <a:pt x="698357" y="729822"/>
                  </a:lnTo>
                  <a:lnTo>
                    <a:pt x="697919" y="726204"/>
                  </a:lnTo>
                  <a:lnTo>
                    <a:pt x="697480" y="722586"/>
                  </a:lnTo>
                  <a:lnTo>
                    <a:pt x="697042" y="718968"/>
                  </a:lnTo>
                  <a:lnTo>
                    <a:pt x="696603" y="715350"/>
                  </a:lnTo>
                  <a:lnTo>
                    <a:pt x="695397" y="707128"/>
                  </a:lnTo>
                  <a:lnTo>
                    <a:pt x="694082" y="698357"/>
                  </a:lnTo>
                  <a:lnTo>
                    <a:pt x="693534" y="689587"/>
                  </a:lnTo>
                  <a:lnTo>
                    <a:pt x="694740" y="681364"/>
                  </a:lnTo>
                  <a:lnTo>
                    <a:pt x="697371" y="674677"/>
                  </a:lnTo>
                  <a:lnTo>
                    <a:pt x="700550" y="668318"/>
                  </a:lnTo>
                  <a:lnTo>
                    <a:pt x="703510" y="661850"/>
                  </a:lnTo>
                  <a:lnTo>
                    <a:pt x="705483" y="654724"/>
                  </a:lnTo>
                  <a:lnTo>
                    <a:pt x="700550" y="656588"/>
                  </a:lnTo>
                  <a:lnTo>
                    <a:pt x="696165" y="657465"/>
                  </a:lnTo>
                  <a:lnTo>
                    <a:pt x="692108" y="656478"/>
                  </a:lnTo>
                  <a:lnTo>
                    <a:pt x="688381" y="652860"/>
                  </a:lnTo>
                  <a:lnTo>
                    <a:pt x="685421" y="647707"/>
                  </a:lnTo>
                  <a:lnTo>
                    <a:pt x="682899" y="642335"/>
                  </a:lnTo>
                  <a:lnTo>
                    <a:pt x="680707" y="636744"/>
                  </a:lnTo>
                  <a:lnTo>
                    <a:pt x="678514" y="631153"/>
                  </a:lnTo>
                  <a:lnTo>
                    <a:pt x="676431" y="625342"/>
                  </a:lnTo>
                  <a:lnTo>
                    <a:pt x="674129" y="618764"/>
                  </a:lnTo>
                  <a:lnTo>
                    <a:pt x="671388" y="612515"/>
                  </a:lnTo>
                  <a:lnTo>
                    <a:pt x="667770" y="607691"/>
                  </a:lnTo>
                  <a:lnTo>
                    <a:pt x="662837" y="603306"/>
                  </a:lnTo>
                  <a:lnTo>
                    <a:pt x="657903" y="598921"/>
                  </a:lnTo>
                  <a:lnTo>
                    <a:pt x="652970" y="594536"/>
                  </a:lnTo>
                  <a:lnTo>
                    <a:pt x="648146" y="590150"/>
                  </a:lnTo>
                  <a:lnTo>
                    <a:pt x="646173" y="588616"/>
                  </a:lnTo>
                  <a:lnTo>
                    <a:pt x="644089" y="587190"/>
                  </a:lnTo>
                  <a:lnTo>
                    <a:pt x="641897" y="585984"/>
                  </a:lnTo>
                  <a:lnTo>
                    <a:pt x="639595" y="584998"/>
                  </a:lnTo>
                  <a:lnTo>
                    <a:pt x="631591" y="583463"/>
                  </a:lnTo>
                  <a:lnTo>
                    <a:pt x="624136" y="584778"/>
                  </a:lnTo>
                  <a:lnTo>
                    <a:pt x="617230" y="588287"/>
                  </a:lnTo>
                  <a:lnTo>
                    <a:pt x="610652" y="593659"/>
                  </a:lnTo>
                  <a:lnTo>
                    <a:pt x="608349" y="596509"/>
                  </a:lnTo>
                  <a:lnTo>
                    <a:pt x="606266" y="599688"/>
                  </a:lnTo>
                  <a:lnTo>
                    <a:pt x="604074" y="602758"/>
                  </a:lnTo>
                  <a:lnTo>
                    <a:pt x="601552" y="605170"/>
                  </a:lnTo>
                  <a:lnTo>
                    <a:pt x="598482" y="606486"/>
                  </a:lnTo>
                  <a:lnTo>
                    <a:pt x="595193" y="606814"/>
                  </a:lnTo>
                  <a:lnTo>
                    <a:pt x="591904" y="606814"/>
                  </a:lnTo>
                  <a:lnTo>
                    <a:pt x="588616" y="606924"/>
                  </a:lnTo>
                  <a:lnTo>
                    <a:pt x="584340" y="607363"/>
                  </a:lnTo>
                  <a:lnTo>
                    <a:pt x="581270" y="607034"/>
                  </a:lnTo>
                  <a:lnTo>
                    <a:pt x="578420" y="605608"/>
                  </a:lnTo>
                  <a:lnTo>
                    <a:pt x="574692" y="602868"/>
                  </a:lnTo>
                  <a:lnTo>
                    <a:pt x="571074" y="599798"/>
                  </a:lnTo>
                  <a:lnTo>
                    <a:pt x="567566" y="596399"/>
                  </a:lnTo>
                  <a:lnTo>
                    <a:pt x="564167" y="593001"/>
                  </a:lnTo>
                  <a:lnTo>
                    <a:pt x="560769" y="589602"/>
                  </a:lnTo>
                  <a:lnTo>
                    <a:pt x="558796" y="586752"/>
                  </a:lnTo>
                  <a:lnTo>
                    <a:pt x="558138" y="583572"/>
                  </a:lnTo>
                  <a:lnTo>
                    <a:pt x="558138" y="580174"/>
                  </a:lnTo>
                  <a:lnTo>
                    <a:pt x="558138" y="576556"/>
                  </a:lnTo>
                  <a:lnTo>
                    <a:pt x="557809" y="572061"/>
                  </a:lnTo>
                  <a:lnTo>
                    <a:pt x="557041" y="568443"/>
                  </a:lnTo>
                  <a:lnTo>
                    <a:pt x="555726" y="565045"/>
                  </a:lnTo>
                  <a:lnTo>
                    <a:pt x="553862" y="561207"/>
                  </a:lnTo>
                  <a:lnTo>
                    <a:pt x="552547" y="558686"/>
                  </a:lnTo>
                  <a:lnTo>
                    <a:pt x="551231" y="556055"/>
                  </a:lnTo>
                  <a:lnTo>
                    <a:pt x="550025" y="553424"/>
                  </a:lnTo>
                  <a:lnTo>
                    <a:pt x="548929" y="550683"/>
                  </a:lnTo>
                  <a:lnTo>
                    <a:pt x="547284" y="546846"/>
                  </a:lnTo>
                  <a:lnTo>
                    <a:pt x="545311" y="544324"/>
                  </a:lnTo>
                  <a:lnTo>
                    <a:pt x="543009" y="542131"/>
                  </a:lnTo>
                  <a:lnTo>
                    <a:pt x="540377" y="539500"/>
                  </a:lnTo>
                  <a:lnTo>
                    <a:pt x="535992" y="532265"/>
                  </a:lnTo>
                  <a:lnTo>
                    <a:pt x="533032" y="524261"/>
                  </a:lnTo>
                  <a:lnTo>
                    <a:pt x="529195" y="517245"/>
                  </a:lnTo>
                  <a:lnTo>
                    <a:pt x="522398" y="512969"/>
                  </a:lnTo>
                  <a:lnTo>
                    <a:pt x="518561" y="511105"/>
                  </a:lnTo>
                  <a:lnTo>
                    <a:pt x="516258" y="508255"/>
                  </a:lnTo>
                  <a:lnTo>
                    <a:pt x="514504" y="504747"/>
                  </a:lnTo>
                  <a:lnTo>
                    <a:pt x="512311" y="501019"/>
                  </a:lnTo>
                  <a:lnTo>
                    <a:pt x="509790" y="498827"/>
                  </a:lnTo>
                  <a:lnTo>
                    <a:pt x="507049" y="498169"/>
                  </a:lnTo>
                  <a:lnTo>
                    <a:pt x="504089" y="498279"/>
                  </a:lnTo>
                  <a:lnTo>
                    <a:pt x="500910" y="498279"/>
                  </a:lnTo>
                  <a:lnTo>
                    <a:pt x="497292" y="497730"/>
                  </a:lnTo>
                  <a:lnTo>
                    <a:pt x="494441" y="496634"/>
                  </a:lnTo>
                  <a:lnTo>
                    <a:pt x="492249" y="494551"/>
                  </a:lnTo>
                  <a:lnTo>
                    <a:pt x="490714" y="490933"/>
                  </a:lnTo>
                  <a:lnTo>
                    <a:pt x="490385" y="487863"/>
                  </a:lnTo>
                  <a:lnTo>
                    <a:pt x="490495" y="484903"/>
                  </a:lnTo>
                  <a:lnTo>
                    <a:pt x="490166" y="482053"/>
                  </a:lnTo>
                  <a:lnTo>
                    <a:pt x="488521" y="479422"/>
                  </a:lnTo>
                  <a:lnTo>
                    <a:pt x="485561" y="477668"/>
                  </a:lnTo>
                  <a:lnTo>
                    <a:pt x="482163" y="476681"/>
                  </a:lnTo>
                  <a:lnTo>
                    <a:pt x="478874" y="475585"/>
                  </a:lnTo>
                  <a:lnTo>
                    <a:pt x="476023" y="473721"/>
                  </a:lnTo>
                  <a:lnTo>
                    <a:pt x="473940" y="470542"/>
                  </a:lnTo>
                  <a:lnTo>
                    <a:pt x="472405" y="466375"/>
                  </a:lnTo>
                  <a:lnTo>
                    <a:pt x="471199" y="461990"/>
                  </a:lnTo>
                  <a:lnTo>
                    <a:pt x="470103" y="458263"/>
                  </a:lnTo>
                  <a:lnTo>
                    <a:pt x="466595" y="449602"/>
                  </a:lnTo>
                  <a:lnTo>
                    <a:pt x="463964" y="440393"/>
                  </a:lnTo>
                  <a:lnTo>
                    <a:pt x="461442" y="431074"/>
                  </a:lnTo>
                  <a:lnTo>
                    <a:pt x="458482" y="422084"/>
                  </a:lnTo>
                  <a:lnTo>
                    <a:pt x="456289" y="412217"/>
                  </a:lnTo>
                  <a:lnTo>
                    <a:pt x="456399" y="401912"/>
                  </a:lnTo>
                  <a:lnTo>
                    <a:pt x="457824" y="391606"/>
                  </a:lnTo>
                  <a:lnTo>
                    <a:pt x="459359" y="381739"/>
                  </a:lnTo>
                  <a:lnTo>
                    <a:pt x="460565" y="372530"/>
                  </a:lnTo>
                  <a:lnTo>
                    <a:pt x="462210" y="362335"/>
                  </a:lnTo>
                  <a:lnTo>
                    <a:pt x="464841" y="352577"/>
                  </a:lnTo>
                  <a:lnTo>
                    <a:pt x="468897" y="344684"/>
                  </a:lnTo>
                  <a:lnTo>
                    <a:pt x="472405" y="340737"/>
                  </a:lnTo>
                  <a:lnTo>
                    <a:pt x="476023" y="337338"/>
                  </a:lnTo>
                  <a:lnTo>
                    <a:pt x="479312" y="333721"/>
                  </a:lnTo>
                  <a:lnTo>
                    <a:pt x="481834" y="329116"/>
                  </a:lnTo>
                  <a:lnTo>
                    <a:pt x="484026" y="324950"/>
                  </a:lnTo>
                  <a:lnTo>
                    <a:pt x="486986" y="321223"/>
                  </a:lnTo>
                  <a:lnTo>
                    <a:pt x="490275" y="317714"/>
                  </a:lnTo>
                  <a:lnTo>
                    <a:pt x="493455" y="314316"/>
                  </a:lnTo>
                  <a:lnTo>
                    <a:pt x="487864" y="309711"/>
                  </a:lnTo>
                  <a:lnTo>
                    <a:pt x="482163" y="305764"/>
                  </a:lnTo>
                  <a:lnTo>
                    <a:pt x="476243" y="302146"/>
                  </a:lnTo>
                  <a:lnTo>
                    <a:pt x="469993" y="298638"/>
                  </a:lnTo>
                  <a:lnTo>
                    <a:pt x="466047" y="295240"/>
                  </a:lnTo>
                  <a:lnTo>
                    <a:pt x="462648" y="290635"/>
                  </a:lnTo>
                  <a:lnTo>
                    <a:pt x="459469" y="285702"/>
                  </a:lnTo>
                  <a:lnTo>
                    <a:pt x="455961" y="281426"/>
                  </a:lnTo>
                  <a:lnTo>
                    <a:pt x="451246" y="277150"/>
                  </a:lnTo>
                  <a:lnTo>
                    <a:pt x="446313" y="273423"/>
                  </a:lnTo>
                  <a:lnTo>
                    <a:pt x="441160" y="270243"/>
                  </a:lnTo>
                  <a:lnTo>
                    <a:pt x="435459" y="267612"/>
                  </a:lnTo>
                  <a:lnTo>
                    <a:pt x="432609" y="266735"/>
                  </a:lnTo>
                  <a:lnTo>
                    <a:pt x="430855" y="266187"/>
                  </a:lnTo>
                  <a:lnTo>
                    <a:pt x="429868" y="264872"/>
                  </a:lnTo>
                  <a:lnTo>
                    <a:pt x="429430" y="261583"/>
                  </a:lnTo>
                  <a:lnTo>
                    <a:pt x="429101" y="258513"/>
                  </a:lnTo>
                  <a:lnTo>
                    <a:pt x="428552" y="255662"/>
                  </a:lnTo>
                  <a:lnTo>
                    <a:pt x="427895" y="252812"/>
                  </a:lnTo>
                  <a:lnTo>
                    <a:pt x="427127" y="249852"/>
                  </a:lnTo>
                  <a:lnTo>
                    <a:pt x="425702" y="247440"/>
                  </a:lnTo>
                  <a:lnTo>
                    <a:pt x="423619" y="246344"/>
                  </a:lnTo>
                  <a:lnTo>
                    <a:pt x="421317" y="245467"/>
                  </a:lnTo>
                  <a:lnTo>
                    <a:pt x="419124" y="243712"/>
                  </a:lnTo>
                  <a:lnTo>
                    <a:pt x="419014" y="242945"/>
                  </a:lnTo>
                  <a:lnTo>
                    <a:pt x="418686" y="241301"/>
                  </a:lnTo>
                  <a:lnTo>
                    <a:pt x="418247" y="239437"/>
                  </a:lnTo>
                  <a:lnTo>
                    <a:pt x="417918" y="238121"/>
                  </a:lnTo>
                  <a:lnTo>
                    <a:pt x="416931" y="234832"/>
                  </a:lnTo>
                  <a:lnTo>
                    <a:pt x="416164" y="231434"/>
                  </a:lnTo>
                  <a:lnTo>
                    <a:pt x="415506" y="227925"/>
                  </a:lnTo>
                  <a:lnTo>
                    <a:pt x="415068" y="224527"/>
                  </a:lnTo>
                  <a:lnTo>
                    <a:pt x="413204" y="217949"/>
                  </a:lnTo>
                  <a:lnTo>
                    <a:pt x="409805" y="213015"/>
                  </a:lnTo>
                  <a:lnTo>
                    <a:pt x="405091" y="209617"/>
                  </a:lnTo>
                  <a:lnTo>
                    <a:pt x="399390" y="207863"/>
                  </a:lnTo>
                  <a:lnTo>
                    <a:pt x="372640" y="202162"/>
                  </a:lnTo>
                  <a:lnTo>
                    <a:pt x="359265" y="199311"/>
                  </a:lnTo>
                  <a:lnTo>
                    <a:pt x="345890" y="196461"/>
                  </a:lnTo>
                  <a:lnTo>
                    <a:pt x="343807" y="196022"/>
                  </a:lnTo>
                  <a:lnTo>
                    <a:pt x="341833" y="195584"/>
                  </a:lnTo>
                  <a:lnTo>
                    <a:pt x="339750" y="195145"/>
                  </a:lnTo>
                  <a:lnTo>
                    <a:pt x="337777" y="194707"/>
                  </a:lnTo>
                  <a:lnTo>
                    <a:pt x="331528" y="193501"/>
                  </a:lnTo>
                  <a:lnTo>
                    <a:pt x="328020" y="192076"/>
                  </a:lnTo>
                  <a:lnTo>
                    <a:pt x="326266" y="189006"/>
                  </a:lnTo>
                  <a:lnTo>
                    <a:pt x="325169" y="182647"/>
                  </a:lnTo>
                  <a:lnTo>
                    <a:pt x="323854" y="172780"/>
                  </a:lnTo>
                  <a:lnTo>
                    <a:pt x="322648" y="162914"/>
                  </a:lnTo>
                  <a:lnTo>
                    <a:pt x="321332" y="153047"/>
                  </a:lnTo>
                  <a:lnTo>
                    <a:pt x="320126" y="143180"/>
                  </a:lnTo>
                  <a:lnTo>
                    <a:pt x="319140" y="131339"/>
                  </a:lnTo>
                  <a:lnTo>
                    <a:pt x="318262" y="117964"/>
                  </a:lnTo>
                  <a:lnTo>
                    <a:pt x="316508" y="105137"/>
                  </a:lnTo>
                  <a:lnTo>
                    <a:pt x="313000" y="94832"/>
                  </a:lnTo>
                  <a:lnTo>
                    <a:pt x="309492" y="90227"/>
                  </a:lnTo>
                  <a:lnTo>
                    <a:pt x="305216" y="86171"/>
                  </a:lnTo>
                  <a:lnTo>
                    <a:pt x="300941" y="82005"/>
                  </a:lnTo>
                  <a:lnTo>
                    <a:pt x="297432" y="77181"/>
                  </a:lnTo>
                  <a:lnTo>
                    <a:pt x="293266" y="70713"/>
                  </a:lnTo>
                  <a:lnTo>
                    <a:pt x="288552" y="64354"/>
                  </a:lnTo>
                  <a:lnTo>
                    <a:pt x="284167" y="57776"/>
                  </a:lnTo>
                  <a:lnTo>
                    <a:pt x="281207" y="50760"/>
                  </a:lnTo>
                  <a:lnTo>
                    <a:pt x="281316" y="45168"/>
                  </a:lnTo>
                  <a:lnTo>
                    <a:pt x="281426" y="39358"/>
                  </a:lnTo>
                  <a:lnTo>
                    <a:pt x="279891" y="34644"/>
                  </a:lnTo>
                  <a:lnTo>
                    <a:pt x="275177" y="32232"/>
                  </a:lnTo>
                  <a:lnTo>
                    <a:pt x="265420" y="30368"/>
                  </a:lnTo>
                  <a:lnTo>
                    <a:pt x="254785" y="27956"/>
                  </a:lnTo>
                  <a:lnTo>
                    <a:pt x="245247" y="23461"/>
                  </a:lnTo>
                  <a:lnTo>
                    <a:pt x="238560" y="15348"/>
                  </a:lnTo>
                  <a:lnTo>
                    <a:pt x="236367" y="11402"/>
                  </a:lnTo>
                  <a:lnTo>
                    <a:pt x="234065" y="8003"/>
                  </a:lnTo>
                  <a:lnTo>
                    <a:pt x="231105" y="5701"/>
                  </a:lnTo>
                  <a:lnTo>
                    <a:pt x="227048" y="5043"/>
                  </a:lnTo>
                  <a:lnTo>
                    <a:pt x="222444" y="5591"/>
                  </a:lnTo>
                  <a:lnTo>
                    <a:pt x="217291" y="5810"/>
                  </a:lnTo>
                  <a:lnTo>
                    <a:pt x="212906" y="4385"/>
                  </a:lnTo>
                  <a:lnTo>
                    <a:pt x="210384" y="0"/>
                  </a:lnTo>
                  <a:lnTo>
                    <a:pt x="206218" y="5810"/>
                  </a:lnTo>
                  <a:lnTo>
                    <a:pt x="201833" y="11511"/>
                  </a:lnTo>
                  <a:lnTo>
                    <a:pt x="197228" y="16883"/>
                  </a:lnTo>
                  <a:lnTo>
                    <a:pt x="192185" y="21488"/>
                  </a:lnTo>
                  <a:lnTo>
                    <a:pt x="190870" y="19295"/>
                  </a:lnTo>
                  <a:lnTo>
                    <a:pt x="192185" y="21488"/>
                  </a:lnTo>
                  <a:lnTo>
                    <a:pt x="192185" y="21488"/>
                  </a:lnTo>
                  <a:lnTo>
                    <a:pt x="190870" y="26970"/>
                  </a:lnTo>
                  <a:lnTo>
                    <a:pt x="189006" y="32341"/>
                  </a:lnTo>
                  <a:lnTo>
                    <a:pt x="187142" y="37713"/>
                  </a:lnTo>
                  <a:lnTo>
                    <a:pt x="185827" y="43414"/>
                  </a:lnTo>
                  <a:lnTo>
                    <a:pt x="185717" y="47580"/>
                  </a:lnTo>
                  <a:lnTo>
                    <a:pt x="185827" y="52843"/>
                  </a:lnTo>
                  <a:lnTo>
                    <a:pt x="185498" y="57667"/>
                  </a:lnTo>
                  <a:lnTo>
                    <a:pt x="184182" y="60736"/>
                  </a:lnTo>
                  <a:lnTo>
                    <a:pt x="174315" y="68959"/>
                  </a:lnTo>
                  <a:lnTo>
                    <a:pt x="164448" y="77181"/>
                  </a:lnTo>
                  <a:lnTo>
                    <a:pt x="154581" y="85403"/>
                  </a:lnTo>
                  <a:lnTo>
                    <a:pt x="144715" y="93626"/>
                  </a:lnTo>
                  <a:lnTo>
                    <a:pt x="125419" y="109742"/>
                  </a:lnTo>
                  <a:lnTo>
                    <a:pt x="106014" y="125529"/>
                  </a:lnTo>
                  <a:lnTo>
                    <a:pt x="86390" y="140987"/>
                  </a:lnTo>
                  <a:lnTo>
                    <a:pt x="66547" y="156226"/>
                  </a:lnTo>
                  <a:lnTo>
                    <a:pt x="65231" y="157213"/>
                  </a:lnTo>
                  <a:lnTo>
                    <a:pt x="63916" y="158199"/>
                  </a:lnTo>
                  <a:lnTo>
                    <a:pt x="62600" y="159186"/>
                  </a:lnTo>
                  <a:lnTo>
                    <a:pt x="61284" y="160173"/>
                  </a:lnTo>
                  <a:lnTo>
                    <a:pt x="59421" y="163791"/>
                  </a:lnTo>
                  <a:lnTo>
                    <a:pt x="59421" y="163791"/>
                  </a:lnTo>
                  <a:lnTo>
                    <a:pt x="64025" y="173219"/>
                  </a:lnTo>
                  <a:lnTo>
                    <a:pt x="69507" y="172890"/>
                  </a:lnTo>
                  <a:lnTo>
                    <a:pt x="70493" y="175850"/>
                  </a:lnTo>
                  <a:lnTo>
                    <a:pt x="69178" y="177056"/>
                  </a:lnTo>
                  <a:lnTo>
                    <a:pt x="66985" y="177714"/>
                  </a:lnTo>
                  <a:lnTo>
                    <a:pt x="65450" y="179029"/>
                  </a:lnTo>
                  <a:lnTo>
                    <a:pt x="65670" y="181880"/>
                  </a:lnTo>
                  <a:lnTo>
                    <a:pt x="68410" y="187142"/>
                  </a:lnTo>
                  <a:lnTo>
                    <a:pt x="68191" y="189445"/>
                  </a:lnTo>
                  <a:lnTo>
                    <a:pt x="65341" y="189116"/>
                  </a:lnTo>
                  <a:lnTo>
                    <a:pt x="56132" y="180783"/>
                  </a:lnTo>
                  <a:lnTo>
                    <a:pt x="51966" y="179139"/>
                  </a:lnTo>
                  <a:lnTo>
                    <a:pt x="51966" y="177824"/>
                  </a:lnTo>
                  <a:lnTo>
                    <a:pt x="54378" y="176069"/>
                  </a:lnTo>
                  <a:lnTo>
                    <a:pt x="55912" y="172561"/>
                  </a:lnTo>
                  <a:lnTo>
                    <a:pt x="56022" y="169272"/>
                  </a:lnTo>
                  <a:lnTo>
                    <a:pt x="56022" y="169272"/>
                  </a:lnTo>
                  <a:lnTo>
                    <a:pt x="53829" y="171026"/>
                  </a:lnTo>
                  <a:lnTo>
                    <a:pt x="50102" y="173548"/>
                  </a:lnTo>
                  <a:lnTo>
                    <a:pt x="46265" y="175960"/>
                  </a:lnTo>
                  <a:lnTo>
                    <a:pt x="42537" y="178372"/>
                  </a:lnTo>
                  <a:lnTo>
                    <a:pt x="41222" y="179029"/>
                  </a:lnTo>
                  <a:lnTo>
                    <a:pt x="41222" y="179249"/>
                  </a:lnTo>
                  <a:lnTo>
                    <a:pt x="35302" y="190650"/>
                  </a:lnTo>
                  <a:lnTo>
                    <a:pt x="34096" y="197338"/>
                  </a:lnTo>
                  <a:lnTo>
                    <a:pt x="33109" y="199969"/>
                  </a:lnTo>
                  <a:lnTo>
                    <a:pt x="31574" y="201614"/>
                  </a:lnTo>
                  <a:lnTo>
                    <a:pt x="29601" y="201065"/>
                  </a:lnTo>
                  <a:lnTo>
                    <a:pt x="28614" y="198982"/>
                  </a:lnTo>
                  <a:lnTo>
                    <a:pt x="29052" y="196571"/>
                  </a:lnTo>
                  <a:lnTo>
                    <a:pt x="29930" y="194159"/>
                  </a:lnTo>
                  <a:lnTo>
                    <a:pt x="30368" y="191966"/>
                  </a:lnTo>
                  <a:lnTo>
                    <a:pt x="30149" y="187252"/>
                  </a:lnTo>
                  <a:lnTo>
                    <a:pt x="30916" y="184182"/>
                  </a:lnTo>
                  <a:lnTo>
                    <a:pt x="30916" y="184072"/>
                  </a:lnTo>
                  <a:lnTo>
                    <a:pt x="30916" y="184072"/>
                  </a:lnTo>
                  <a:lnTo>
                    <a:pt x="30478" y="184292"/>
                  </a:lnTo>
                  <a:lnTo>
                    <a:pt x="29820" y="184621"/>
                  </a:lnTo>
                  <a:lnTo>
                    <a:pt x="29162" y="184950"/>
                  </a:lnTo>
                  <a:lnTo>
                    <a:pt x="29052" y="184950"/>
                  </a:lnTo>
                  <a:lnTo>
                    <a:pt x="29052" y="184950"/>
                  </a:lnTo>
                  <a:lnTo>
                    <a:pt x="21817" y="198434"/>
                  </a:lnTo>
                  <a:lnTo>
                    <a:pt x="19295" y="207205"/>
                  </a:lnTo>
                  <a:lnTo>
                    <a:pt x="16006" y="211700"/>
                  </a:lnTo>
                  <a:lnTo>
                    <a:pt x="8661" y="219813"/>
                  </a:lnTo>
                  <a:lnTo>
                    <a:pt x="1425" y="231872"/>
                  </a:lnTo>
                  <a:lnTo>
                    <a:pt x="548" y="235380"/>
                  </a:lnTo>
                  <a:lnTo>
                    <a:pt x="219" y="245028"/>
                  </a:lnTo>
                  <a:lnTo>
                    <a:pt x="548" y="249084"/>
                  </a:lnTo>
                  <a:lnTo>
                    <a:pt x="1973" y="253908"/>
                  </a:lnTo>
                  <a:lnTo>
                    <a:pt x="3618" y="257197"/>
                  </a:lnTo>
                  <a:lnTo>
                    <a:pt x="4276" y="259171"/>
                  </a:lnTo>
                  <a:lnTo>
                    <a:pt x="4495" y="262240"/>
                  </a:lnTo>
                  <a:lnTo>
                    <a:pt x="4385" y="266626"/>
                  </a:lnTo>
                  <a:lnTo>
                    <a:pt x="3947" y="266845"/>
                  </a:lnTo>
                  <a:lnTo>
                    <a:pt x="2960" y="268709"/>
                  </a:lnTo>
                  <a:lnTo>
                    <a:pt x="658" y="277041"/>
                  </a:lnTo>
                  <a:lnTo>
                    <a:pt x="0" y="281426"/>
                  </a:lnTo>
                  <a:lnTo>
                    <a:pt x="1096" y="285153"/>
                  </a:lnTo>
                  <a:lnTo>
                    <a:pt x="5262" y="286688"/>
                  </a:lnTo>
                  <a:lnTo>
                    <a:pt x="6797" y="288771"/>
                  </a:lnTo>
                  <a:lnTo>
                    <a:pt x="7345" y="293705"/>
                  </a:lnTo>
                  <a:lnTo>
                    <a:pt x="7016" y="299186"/>
                  </a:lnTo>
                  <a:lnTo>
                    <a:pt x="6030" y="303024"/>
                  </a:lnTo>
                  <a:lnTo>
                    <a:pt x="8113" y="306203"/>
                  </a:lnTo>
                  <a:lnTo>
                    <a:pt x="8880" y="304558"/>
                  </a:lnTo>
                  <a:lnTo>
                    <a:pt x="8990" y="291951"/>
                  </a:lnTo>
                  <a:lnTo>
                    <a:pt x="10086" y="289210"/>
                  </a:lnTo>
                  <a:lnTo>
                    <a:pt x="12388" y="288004"/>
                  </a:lnTo>
                  <a:lnTo>
                    <a:pt x="16006" y="287785"/>
                  </a:lnTo>
                  <a:lnTo>
                    <a:pt x="19186" y="288771"/>
                  </a:lnTo>
                  <a:lnTo>
                    <a:pt x="23461" y="291074"/>
                  </a:lnTo>
                  <a:lnTo>
                    <a:pt x="27298" y="293814"/>
                  </a:lnTo>
                  <a:lnTo>
                    <a:pt x="28943" y="296226"/>
                  </a:lnTo>
                  <a:lnTo>
                    <a:pt x="29162" y="296884"/>
                  </a:lnTo>
                  <a:lnTo>
                    <a:pt x="29710" y="297213"/>
                  </a:lnTo>
                  <a:lnTo>
                    <a:pt x="30258" y="297761"/>
                  </a:lnTo>
                  <a:lnTo>
                    <a:pt x="30478" y="299077"/>
                  </a:lnTo>
                  <a:lnTo>
                    <a:pt x="30039" y="300173"/>
                  </a:lnTo>
                  <a:lnTo>
                    <a:pt x="28285" y="301818"/>
                  </a:lnTo>
                  <a:lnTo>
                    <a:pt x="27737" y="302804"/>
                  </a:lnTo>
                  <a:lnTo>
                    <a:pt x="27518" y="306532"/>
                  </a:lnTo>
                  <a:lnTo>
                    <a:pt x="27737" y="310259"/>
                  </a:lnTo>
                  <a:lnTo>
                    <a:pt x="22036" y="308286"/>
                  </a:lnTo>
                  <a:lnTo>
                    <a:pt x="16116" y="308286"/>
                  </a:lnTo>
                  <a:lnTo>
                    <a:pt x="10634" y="309930"/>
                  </a:lnTo>
                  <a:lnTo>
                    <a:pt x="6030" y="313110"/>
                  </a:lnTo>
                  <a:lnTo>
                    <a:pt x="13156" y="315083"/>
                  </a:lnTo>
                  <a:lnTo>
                    <a:pt x="34973" y="314645"/>
                  </a:lnTo>
                  <a:lnTo>
                    <a:pt x="41989" y="316947"/>
                  </a:lnTo>
                  <a:lnTo>
                    <a:pt x="47142" y="322319"/>
                  </a:lnTo>
                  <a:lnTo>
                    <a:pt x="51418" y="328349"/>
                  </a:lnTo>
                  <a:lnTo>
                    <a:pt x="56022" y="332624"/>
                  </a:lnTo>
                  <a:lnTo>
                    <a:pt x="56789" y="328349"/>
                  </a:lnTo>
                  <a:lnTo>
                    <a:pt x="53500" y="323634"/>
                  </a:lnTo>
                  <a:lnTo>
                    <a:pt x="40016" y="312123"/>
                  </a:lnTo>
                  <a:lnTo>
                    <a:pt x="38371" y="310259"/>
                  </a:lnTo>
                  <a:lnTo>
                    <a:pt x="37275" y="307847"/>
                  </a:lnTo>
                  <a:lnTo>
                    <a:pt x="36727" y="305326"/>
                  </a:lnTo>
                  <a:lnTo>
                    <a:pt x="37604" y="304339"/>
                  </a:lnTo>
                  <a:lnTo>
                    <a:pt x="42647" y="308067"/>
                  </a:lnTo>
                  <a:lnTo>
                    <a:pt x="48786" y="311027"/>
                  </a:lnTo>
                  <a:lnTo>
                    <a:pt x="51198" y="311575"/>
                  </a:lnTo>
                  <a:lnTo>
                    <a:pt x="53062" y="312452"/>
                  </a:lnTo>
                  <a:lnTo>
                    <a:pt x="54378" y="314645"/>
                  </a:lnTo>
                  <a:lnTo>
                    <a:pt x="55912" y="319139"/>
                  </a:lnTo>
                  <a:lnTo>
                    <a:pt x="58324" y="324292"/>
                  </a:lnTo>
                  <a:lnTo>
                    <a:pt x="60956" y="326704"/>
                  </a:lnTo>
                  <a:lnTo>
                    <a:pt x="64464" y="326485"/>
                  </a:lnTo>
                  <a:lnTo>
                    <a:pt x="69507" y="323634"/>
                  </a:lnTo>
                  <a:lnTo>
                    <a:pt x="74660" y="325279"/>
                  </a:lnTo>
                  <a:lnTo>
                    <a:pt x="78716" y="322099"/>
                  </a:lnTo>
                  <a:lnTo>
                    <a:pt x="85075" y="312342"/>
                  </a:lnTo>
                  <a:lnTo>
                    <a:pt x="89021" y="309382"/>
                  </a:lnTo>
                  <a:lnTo>
                    <a:pt x="98559" y="306313"/>
                  </a:lnTo>
                  <a:lnTo>
                    <a:pt x="103274" y="304120"/>
                  </a:lnTo>
                  <a:lnTo>
                    <a:pt x="106453" y="301160"/>
                  </a:lnTo>
                  <a:lnTo>
                    <a:pt x="109413" y="294253"/>
                  </a:lnTo>
                  <a:lnTo>
                    <a:pt x="112154" y="289868"/>
                  </a:lnTo>
                  <a:lnTo>
                    <a:pt x="116539" y="281097"/>
                  </a:lnTo>
                  <a:lnTo>
                    <a:pt x="118841" y="278466"/>
                  </a:lnTo>
                  <a:lnTo>
                    <a:pt x="120815" y="281755"/>
                  </a:lnTo>
                  <a:lnTo>
                    <a:pt x="119828" y="286250"/>
                  </a:lnTo>
                  <a:lnTo>
                    <a:pt x="111934" y="293266"/>
                  </a:lnTo>
                  <a:lnTo>
                    <a:pt x="110071" y="297542"/>
                  </a:lnTo>
                  <a:lnTo>
                    <a:pt x="110509" y="304558"/>
                  </a:lnTo>
                  <a:lnTo>
                    <a:pt x="109961" y="305984"/>
                  </a:lnTo>
                  <a:lnTo>
                    <a:pt x="109084" y="305984"/>
                  </a:lnTo>
                  <a:lnTo>
                    <a:pt x="107988" y="306641"/>
                  </a:lnTo>
                  <a:lnTo>
                    <a:pt x="107330" y="307189"/>
                  </a:lnTo>
                  <a:lnTo>
                    <a:pt x="106782" y="308615"/>
                  </a:lnTo>
                  <a:lnTo>
                    <a:pt x="107111" y="309492"/>
                  </a:lnTo>
                  <a:lnTo>
                    <a:pt x="107549" y="310259"/>
                  </a:lnTo>
                  <a:lnTo>
                    <a:pt x="107330" y="311465"/>
                  </a:lnTo>
                  <a:lnTo>
                    <a:pt x="105357" y="314535"/>
                  </a:lnTo>
                  <a:lnTo>
                    <a:pt x="94832" y="325060"/>
                  </a:lnTo>
                  <a:lnTo>
                    <a:pt x="93297" y="325388"/>
                  </a:lnTo>
                  <a:lnTo>
                    <a:pt x="92530" y="326266"/>
                  </a:lnTo>
                  <a:lnTo>
                    <a:pt x="92420" y="327252"/>
                  </a:lnTo>
                  <a:lnTo>
                    <a:pt x="92749" y="329774"/>
                  </a:lnTo>
                  <a:lnTo>
                    <a:pt x="92530" y="330760"/>
                  </a:lnTo>
                  <a:lnTo>
                    <a:pt x="91104" y="333501"/>
                  </a:lnTo>
                  <a:lnTo>
                    <a:pt x="90775" y="334817"/>
                  </a:lnTo>
                  <a:lnTo>
                    <a:pt x="90227" y="334817"/>
                  </a:lnTo>
                  <a:lnTo>
                    <a:pt x="88364" y="333721"/>
                  </a:lnTo>
                  <a:lnTo>
                    <a:pt x="87267" y="329555"/>
                  </a:lnTo>
                  <a:lnTo>
                    <a:pt x="85842" y="327581"/>
                  </a:lnTo>
                  <a:lnTo>
                    <a:pt x="83649" y="328458"/>
                  </a:lnTo>
                  <a:lnTo>
                    <a:pt x="82114" y="328677"/>
                  </a:lnTo>
                  <a:lnTo>
                    <a:pt x="75427" y="326156"/>
                  </a:lnTo>
                  <a:lnTo>
                    <a:pt x="72905" y="327033"/>
                  </a:lnTo>
                  <a:lnTo>
                    <a:pt x="71590" y="329226"/>
                  </a:lnTo>
                  <a:lnTo>
                    <a:pt x="70713" y="331747"/>
                  </a:lnTo>
                  <a:lnTo>
                    <a:pt x="69507" y="333830"/>
                  </a:lnTo>
                  <a:lnTo>
                    <a:pt x="68301" y="334707"/>
                  </a:lnTo>
                  <a:lnTo>
                    <a:pt x="64025" y="336681"/>
                  </a:lnTo>
                  <a:lnTo>
                    <a:pt x="73782" y="347863"/>
                  </a:lnTo>
                  <a:lnTo>
                    <a:pt x="80032" y="352139"/>
                  </a:lnTo>
                  <a:lnTo>
                    <a:pt x="85623" y="351700"/>
                  </a:lnTo>
                  <a:lnTo>
                    <a:pt x="83101" y="348411"/>
                  </a:lnTo>
                  <a:lnTo>
                    <a:pt x="83649" y="345999"/>
                  </a:lnTo>
                  <a:lnTo>
                    <a:pt x="86390" y="344574"/>
                  </a:lnTo>
                  <a:lnTo>
                    <a:pt x="96257" y="343697"/>
                  </a:lnTo>
                  <a:lnTo>
                    <a:pt x="97792" y="344026"/>
                  </a:lnTo>
                  <a:lnTo>
                    <a:pt x="99107" y="345670"/>
                  </a:lnTo>
                  <a:lnTo>
                    <a:pt x="98559" y="346876"/>
                  </a:lnTo>
                  <a:lnTo>
                    <a:pt x="97244" y="347425"/>
                  </a:lnTo>
                  <a:lnTo>
                    <a:pt x="96367" y="347205"/>
                  </a:lnTo>
                  <a:lnTo>
                    <a:pt x="98340" y="350275"/>
                  </a:lnTo>
                  <a:lnTo>
                    <a:pt x="100642" y="351810"/>
                  </a:lnTo>
                  <a:lnTo>
                    <a:pt x="103383" y="351591"/>
                  </a:lnTo>
                  <a:lnTo>
                    <a:pt x="106563" y="349288"/>
                  </a:lnTo>
                  <a:lnTo>
                    <a:pt x="107988" y="347863"/>
                  </a:lnTo>
                  <a:lnTo>
                    <a:pt x="108974" y="346657"/>
                  </a:lnTo>
                  <a:lnTo>
                    <a:pt x="109632" y="345122"/>
                  </a:lnTo>
                  <a:lnTo>
                    <a:pt x="110071" y="342601"/>
                  </a:lnTo>
                  <a:lnTo>
                    <a:pt x="109852" y="340079"/>
                  </a:lnTo>
                  <a:lnTo>
                    <a:pt x="108974" y="338654"/>
                  </a:lnTo>
                  <a:lnTo>
                    <a:pt x="107988" y="337338"/>
                  </a:lnTo>
                  <a:lnTo>
                    <a:pt x="107330" y="335036"/>
                  </a:lnTo>
                  <a:lnTo>
                    <a:pt x="107330" y="331309"/>
                  </a:lnTo>
                  <a:lnTo>
                    <a:pt x="108646" y="330651"/>
                  </a:lnTo>
                  <a:lnTo>
                    <a:pt x="111167" y="331418"/>
                  </a:lnTo>
                  <a:lnTo>
                    <a:pt x="114675" y="332076"/>
                  </a:lnTo>
                  <a:lnTo>
                    <a:pt x="115662" y="331857"/>
                  </a:lnTo>
                  <a:lnTo>
                    <a:pt x="117526" y="330870"/>
                  </a:lnTo>
                  <a:lnTo>
                    <a:pt x="118732" y="330651"/>
                  </a:lnTo>
                  <a:lnTo>
                    <a:pt x="119828" y="331089"/>
                  </a:lnTo>
                  <a:lnTo>
                    <a:pt x="120267" y="332076"/>
                  </a:lnTo>
                  <a:lnTo>
                    <a:pt x="120486" y="333172"/>
                  </a:lnTo>
                  <a:lnTo>
                    <a:pt x="120705" y="333721"/>
                  </a:lnTo>
                  <a:lnTo>
                    <a:pt x="127502" y="336571"/>
                  </a:lnTo>
                  <a:lnTo>
                    <a:pt x="129476" y="336352"/>
                  </a:lnTo>
                  <a:lnTo>
                    <a:pt x="131120" y="335475"/>
                  </a:lnTo>
                  <a:lnTo>
                    <a:pt x="132326" y="335694"/>
                  </a:lnTo>
                  <a:lnTo>
                    <a:pt x="132765" y="338873"/>
                  </a:lnTo>
                  <a:lnTo>
                    <a:pt x="132655" y="349069"/>
                  </a:lnTo>
                  <a:lnTo>
                    <a:pt x="132216" y="352139"/>
                  </a:lnTo>
                  <a:lnTo>
                    <a:pt x="130243" y="358936"/>
                  </a:lnTo>
                  <a:lnTo>
                    <a:pt x="131888" y="358278"/>
                  </a:lnTo>
                  <a:lnTo>
                    <a:pt x="134190" y="356414"/>
                  </a:lnTo>
                  <a:lnTo>
                    <a:pt x="134957" y="355976"/>
                  </a:lnTo>
                  <a:lnTo>
                    <a:pt x="136711" y="356524"/>
                  </a:lnTo>
                  <a:lnTo>
                    <a:pt x="136931" y="357840"/>
                  </a:lnTo>
                  <a:lnTo>
                    <a:pt x="136931" y="359484"/>
                  </a:lnTo>
                  <a:lnTo>
                    <a:pt x="137698" y="361238"/>
                  </a:lnTo>
                  <a:lnTo>
                    <a:pt x="140000" y="364966"/>
                  </a:lnTo>
                  <a:lnTo>
                    <a:pt x="138246" y="366501"/>
                  </a:lnTo>
                  <a:lnTo>
                    <a:pt x="130133" y="366610"/>
                  </a:lnTo>
                  <a:lnTo>
                    <a:pt x="132874" y="370447"/>
                  </a:lnTo>
                  <a:lnTo>
                    <a:pt x="137808" y="370009"/>
                  </a:lnTo>
                  <a:lnTo>
                    <a:pt x="148332" y="366610"/>
                  </a:lnTo>
                  <a:lnTo>
                    <a:pt x="154252" y="367926"/>
                  </a:lnTo>
                  <a:lnTo>
                    <a:pt x="161927" y="374504"/>
                  </a:lnTo>
                  <a:lnTo>
                    <a:pt x="166641" y="376806"/>
                  </a:lnTo>
                  <a:lnTo>
                    <a:pt x="152169" y="372530"/>
                  </a:lnTo>
                  <a:lnTo>
                    <a:pt x="144057" y="371873"/>
                  </a:lnTo>
                  <a:lnTo>
                    <a:pt x="139452" y="375271"/>
                  </a:lnTo>
                  <a:lnTo>
                    <a:pt x="146469" y="375162"/>
                  </a:lnTo>
                  <a:lnTo>
                    <a:pt x="154801" y="376258"/>
                  </a:lnTo>
                  <a:lnTo>
                    <a:pt x="162694" y="378560"/>
                  </a:lnTo>
                  <a:lnTo>
                    <a:pt x="174535" y="386234"/>
                  </a:lnTo>
                  <a:lnTo>
                    <a:pt x="194926" y="394566"/>
                  </a:lnTo>
                  <a:lnTo>
                    <a:pt x="197996" y="396430"/>
                  </a:lnTo>
                  <a:lnTo>
                    <a:pt x="201175" y="398952"/>
                  </a:lnTo>
                  <a:lnTo>
                    <a:pt x="203916" y="402241"/>
                  </a:lnTo>
                  <a:lnTo>
                    <a:pt x="205670" y="406516"/>
                  </a:lnTo>
                  <a:lnTo>
                    <a:pt x="205670" y="409915"/>
                  </a:lnTo>
                  <a:lnTo>
                    <a:pt x="204793" y="419453"/>
                  </a:lnTo>
                  <a:lnTo>
                    <a:pt x="205122" y="421426"/>
                  </a:lnTo>
                  <a:lnTo>
                    <a:pt x="207753" y="417808"/>
                  </a:lnTo>
                  <a:lnTo>
                    <a:pt x="212577" y="394566"/>
                  </a:lnTo>
                  <a:lnTo>
                    <a:pt x="214221" y="396211"/>
                  </a:lnTo>
                  <a:lnTo>
                    <a:pt x="218826" y="398404"/>
                  </a:lnTo>
                  <a:lnTo>
                    <a:pt x="220580" y="400596"/>
                  </a:lnTo>
                  <a:lnTo>
                    <a:pt x="221128" y="403447"/>
                  </a:lnTo>
                  <a:lnTo>
                    <a:pt x="221128" y="409696"/>
                  </a:lnTo>
                  <a:lnTo>
                    <a:pt x="221676" y="412546"/>
                  </a:lnTo>
                  <a:lnTo>
                    <a:pt x="219593" y="411559"/>
                  </a:lnTo>
                  <a:lnTo>
                    <a:pt x="215098" y="408490"/>
                  </a:lnTo>
                  <a:lnTo>
                    <a:pt x="213673" y="408051"/>
                  </a:lnTo>
                  <a:lnTo>
                    <a:pt x="213454" y="409476"/>
                  </a:lnTo>
                  <a:lnTo>
                    <a:pt x="214331" y="416164"/>
                  </a:lnTo>
                  <a:lnTo>
                    <a:pt x="217949" y="418028"/>
                  </a:lnTo>
                  <a:lnTo>
                    <a:pt x="223430" y="418905"/>
                  </a:lnTo>
                  <a:lnTo>
                    <a:pt x="228583" y="418576"/>
                  </a:lnTo>
                  <a:lnTo>
                    <a:pt x="231214" y="416931"/>
                  </a:lnTo>
                  <a:lnTo>
                    <a:pt x="233955" y="418137"/>
                  </a:lnTo>
                  <a:lnTo>
                    <a:pt x="236038" y="417151"/>
                  </a:lnTo>
                  <a:lnTo>
                    <a:pt x="238121" y="415616"/>
                  </a:lnTo>
                  <a:lnTo>
                    <a:pt x="240752" y="415287"/>
                  </a:lnTo>
                  <a:lnTo>
                    <a:pt x="241849" y="416603"/>
                  </a:lnTo>
                  <a:lnTo>
                    <a:pt x="246124" y="424277"/>
                  </a:lnTo>
                  <a:lnTo>
                    <a:pt x="249633" y="428224"/>
                  </a:lnTo>
                  <a:lnTo>
                    <a:pt x="251825" y="429758"/>
                  </a:lnTo>
                  <a:lnTo>
                    <a:pt x="254347" y="430197"/>
                  </a:lnTo>
                  <a:lnTo>
                    <a:pt x="256759" y="429758"/>
                  </a:lnTo>
                  <a:lnTo>
                    <a:pt x="258294" y="428881"/>
                  </a:lnTo>
                  <a:lnTo>
                    <a:pt x="258513" y="427566"/>
                  </a:lnTo>
                  <a:lnTo>
                    <a:pt x="256978" y="425812"/>
                  </a:lnTo>
                  <a:lnTo>
                    <a:pt x="260267" y="426031"/>
                  </a:lnTo>
                  <a:lnTo>
                    <a:pt x="262789" y="427456"/>
                  </a:lnTo>
                  <a:lnTo>
                    <a:pt x="283180" y="445984"/>
                  </a:lnTo>
                  <a:lnTo>
                    <a:pt x="283509" y="448286"/>
                  </a:lnTo>
                  <a:lnTo>
                    <a:pt x="282851" y="450808"/>
                  </a:lnTo>
                  <a:lnTo>
                    <a:pt x="281207" y="452452"/>
                  </a:lnTo>
                  <a:lnTo>
                    <a:pt x="274629" y="449602"/>
                  </a:lnTo>
                  <a:lnTo>
                    <a:pt x="266297" y="448615"/>
                  </a:lnTo>
                  <a:lnTo>
                    <a:pt x="263008" y="446971"/>
                  </a:lnTo>
                  <a:lnTo>
                    <a:pt x="259061" y="442695"/>
                  </a:lnTo>
                  <a:lnTo>
                    <a:pt x="257526" y="440612"/>
                  </a:lnTo>
                  <a:lnTo>
                    <a:pt x="256868" y="439845"/>
                  </a:lnTo>
                  <a:lnTo>
                    <a:pt x="256101" y="440283"/>
                  </a:lnTo>
                  <a:lnTo>
                    <a:pt x="254456" y="441928"/>
                  </a:lnTo>
                  <a:lnTo>
                    <a:pt x="253799" y="442914"/>
                  </a:lnTo>
                  <a:lnTo>
                    <a:pt x="251825" y="446642"/>
                  </a:lnTo>
                  <a:lnTo>
                    <a:pt x="251716" y="447957"/>
                  </a:lnTo>
                  <a:lnTo>
                    <a:pt x="253689" y="449273"/>
                  </a:lnTo>
                  <a:lnTo>
                    <a:pt x="255991" y="448615"/>
                  </a:lnTo>
                  <a:lnTo>
                    <a:pt x="257855" y="448615"/>
                  </a:lnTo>
                  <a:lnTo>
                    <a:pt x="258622" y="451685"/>
                  </a:lnTo>
                  <a:lnTo>
                    <a:pt x="258842" y="456289"/>
                  </a:lnTo>
                  <a:lnTo>
                    <a:pt x="258294" y="457934"/>
                  </a:lnTo>
                  <a:lnTo>
                    <a:pt x="256649" y="458592"/>
                  </a:lnTo>
                  <a:lnTo>
                    <a:pt x="255662" y="458153"/>
                  </a:lnTo>
                  <a:lnTo>
                    <a:pt x="251935" y="455632"/>
                  </a:lnTo>
                  <a:lnTo>
                    <a:pt x="251387" y="455960"/>
                  </a:lnTo>
                  <a:lnTo>
                    <a:pt x="250400" y="456618"/>
                  </a:lnTo>
                  <a:lnTo>
                    <a:pt x="249194" y="457166"/>
                  </a:lnTo>
                  <a:lnTo>
                    <a:pt x="248098" y="457057"/>
                  </a:lnTo>
                  <a:lnTo>
                    <a:pt x="247440" y="455960"/>
                  </a:lnTo>
                  <a:lnTo>
                    <a:pt x="245247" y="449821"/>
                  </a:lnTo>
                  <a:lnTo>
                    <a:pt x="233188" y="435678"/>
                  </a:lnTo>
                  <a:lnTo>
                    <a:pt x="231763" y="432061"/>
                  </a:lnTo>
                  <a:lnTo>
                    <a:pt x="228254" y="429868"/>
                  </a:lnTo>
                  <a:lnTo>
                    <a:pt x="223869" y="428881"/>
                  </a:lnTo>
                  <a:lnTo>
                    <a:pt x="219593" y="428881"/>
                  </a:lnTo>
                  <a:lnTo>
                    <a:pt x="220690" y="431403"/>
                  </a:lnTo>
                  <a:lnTo>
                    <a:pt x="222554" y="432938"/>
                  </a:lnTo>
                  <a:lnTo>
                    <a:pt x="226391" y="434802"/>
                  </a:lnTo>
                  <a:lnTo>
                    <a:pt x="233297" y="440722"/>
                  </a:lnTo>
                  <a:lnTo>
                    <a:pt x="238012" y="446751"/>
                  </a:lnTo>
                  <a:lnTo>
                    <a:pt x="253470" y="478216"/>
                  </a:lnTo>
                  <a:lnTo>
                    <a:pt x="259609" y="486548"/>
                  </a:lnTo>
                  <a:lnTo>
                    <a:pt x="266845" y="491152"/>
                  </a:lnTo>
                  <a:lnTo>
                    <a:pt x="267722" y="490604"/>
                  </a:lnTo>
                  <a:lnTo>
                    <a:pt x="268160" y="489069"/>
                  </a:lnTo>
                  <a:lnTo>
                    <a:pt x="268818" y="487973"/>
                  </a:lnTo>
                  <a:lnTo>
                    <a:pt x="270243" y="488850"/>
                  </a:lnTo>
                  <a:lnTo>
                    <a:pt x="271230" y="489947"/>
                  </a:lnTo>
                  <a:lnTo>
                    <a:pt x="271998" y="490604"/>
                  </a:lnTo>
                  <a:lnTo>
                    <a:pt x="272875" y="491043"/>
                  </a:lnTo>
                  <a:lnTo>
                    <a:pt x="274190" y="491152"/>
                  </a:lnTo>
                  <a:lnTo>
                    <a:pt x="275396" y="490166"/>
                  </a:lnTo>
                  <a:lnTo>
                    <a:pt x="275944" y="487863"/>
                  </a:lnTo>
                  <a:lnTo>
                    <a:pt x="276383" y="480408"/>
                  </a:lnTo>
                  <a:lnTo>
                    <a:pt x="277699" y="473502"/>
                  </a:lnTo>
                  <a:lnTo>
                    <a:pt x="277699" y="470761"/>
                  </a:lnTo>
                  <a:lnTo>
                    <a:pt x="277370" y="469555"/>
                  </a:lnTo>
                  <a:lnTo>
                    <a:pt x="276821" y="468459"/>
                  </a:lnTo>
                  <a:lnTo>
                    <a:pt x="274300" y="456838"/>
                  </a:lnTo>
                  <a:lnTo>
                    <a:pt x="274410" y="452781"/>
                  </a:lnTo>
                  <a:lnTo>
                    <a:pt x="276931" y="453439"/>
                  </a:lnTo>
                  <a:lnTo>
                    <a:pt x="284715" y="460017"/>
                  </a:lnTo>
                  <a:lnTo>
                    <a:pt x="286908" y="463086"/>
                  </a:lnTo>
                  <a:lnTo>
                    <a:pt x="284057" y="468678"/>
                  </a:lnTo>
                  <a:lnTo>
                    <a:pt x="283180" y="471528"/>
                  </a:lnTo>
                  <a:lnTo>
                    <a:pt x="282851" y="474927"/>
                  </a:lnTo>
                  <a:lnTo>
                    <a:pt x="284057" y="482491"/>
                  </a:lnTo>
                  <a:lnTo>
                    <a:pt x="283838" y="485890"/>
                  </a:lnTo>
                  <a:lnTo>
                    <a:pt x="281426" y="488192"/>
                  </a:lnTo>
                  <a:lnTo>
                    <a:pt x="283728" y="489947"/>
                  </a:lnTo>
                  <a:lnTo>
                    <a:pt x="286469" y="493016"/>
                  </a:lnTo>
                  <a:lnTo>
                    <a:pt x="288662" y="496853"/>
                  </a:lnTo>
                  <a:lnTo>
                    <a:pt x="289539" y="500800"/>
                  </a:lnTo>
                  <a:lnTo>
                    <a:pt x="288114" y="505514"/>
                  </a:lnTo>
                  <a:lnTo>
                    <a:pt x="284934" y="505295"/>
                  </a:lnTo>
                  <a:lnTo>
                    <a:pt x="281755" y="502993"/>
                  </a:lnTo>
                  <a:lnTo>
                    <a:pt x="280220" y="501568"/>
                  </a:lnTo>
                  <a:lnTo>
                    <a:pt x="276821" y="499484"/>
                  </a:lnTo>
                  <a:lnTo>
                    <a:pt x="274958" y="498827"/>
                  </a:lnTo>
                  <a:lnTo>
                    <a:pt x="272765" y="498607"/>
                  </a:lnTo>
                  <a:lnTo>
                    <a:pt x="271998" y="499265"/>
                  </a:lnTo>
                  <a:lnTo>
                    <a:pt x="272326" y="500800"/>
                  </a:lnTo>
                  <a:lnTo>
                    <a:pt x="273204" y="502335"/>
                  </a:lnTo>
                  <a:lnTo>
                    <a:pt x="274081" y="502993"/>
                  </a:lnTo>
                  <a:lnTo>
                    <a:pt x="276273" y="504308"/>
                  </a:lnTo>
                  <a:lnTo>
                    <a:pt x="278466" y="507378"/>
                  </a:lnTo>
                  <a:lnTo>
                    <a:pt x="280220" y="511325"/>
                  </a:lnTo>
                  <a:lnTo>
                    <a:pt x="281316" y="514943"/>
                  </a:lnTo>
                  <a:lnTo>
                    <a:pt x="282193" y="522836"/>
                  </a:lnTo>
                  <a:lnTo>
                    <a:pt x="282961" y="526125"/>
                  </a:lnTo>
                  <a:lnTo>
                    <a:pt x="284825" y="528976"/>
                  </a:lnTo>
                  <a:lnTo>
                    <a:pt x="301927" y="544214"/>
                  </a:lnTo>
                  <a:lnTo>
                    <a:pt x="316618" y="553424"/>
                  </a:lnTo>
                  <a:lnTo>
                    <a:pt x="321990" y="554739"/>
                  </a:lnTo>
                  <a:lnTo>
                    <a:pt x="319468" y="551450"/>
                  </a:lnTo>
                  <a:lnTo>
                    <a:pt x="311027" y="546517"/>
                  </a:lnTo>
                  <a:lnTo>
                    <a:pt x="307738" y="543776"/>
                  </a:lnTo>
                  <a:lnTo>
                    <a:pt x="301598" y="537088"/>
                  </a:lnTo>
                  <a:lnTo>
                    <a:pt x="298638" y="534896"/>
                  </a:lnTo>
                  <a:lnTo>
                    <a:pt x="297103" y="533361"/>
                  </a:lnTo>
                  <a:lnTo>
                    <a:pt x="296226" y="531059"/>
                  </a:lnTo>
                  <a:lnTo>
                    <a:pt x="300941" y="531936"/>
                  </a:lnTo>
                  <a:lnTo>
                    <a:pt x="305655" y="534238"/>
                  </a:lnTo>
                  <a:lnTo>
                    <a:pt x="309930" y="537636"/>
                  </a:lnTo>
                  <a:lnTo>
                    <a:pt x="313658" y="541474"/>
                  </a:lnTo>
                  <a:lnTo>
                    <a:pt x="316618" y="539720"/>
                  </a:lnTo>
                  <a:lnTo>
                    <a:pt x="319030" y="540487"/>
                  </a:lnTo>
                  <a:lnTo>
                    <a:pt x="327143" y="548929"/>
                  </a:lnTo>
                  <a:lnTo>
                    <a:pt x="328458" y="549586"/>
                  </a:lnTo>
                  <a:lnTo>
                    <a:pt x="331309" y="550683"/>
                  </a:lnTo>
                  <a:lnTo>
                    <a:pt x="332515" y="551779"/>
                  </a:lnTo>
                  <a:lnTo>
                    <a:pt x="333172" y="553314"/>
                  </a:lnTo>
                  <a:lnTo>
                    <a:pt x="333392" y="556164"/>
                  </a:lnTo>
                  <a:lnTo>
                    <a:pt x="333830" y="557480"/>
                  </a:lnTo>
                  <a:lnTo>
                    <a:pt x="335036" y="559344"/>
                  </a:lnTo>
                  <a:lnTo>
                    <a:pt x="338983" y="562523"/>
                  </a:lnTo>
                  <a:lnTo>
                    <a:pt x="340408" y="563181"/>
                  </a:lnTo>
                  <a:lnTo>
                    <a:pt x="341943" y="563400"/>
                  </a:lnTo>
                  <a:lnTo>
                    <a:pt x="343478" y="562961"/>
                  </a:lnTo>
                  <a:lnTo>
                    <a:pt x="347315" y="560440"/>
                  </a:lnTo>
                  <a:lnTo>
                    <a:pt x="351262" y="563181"/>
                  </a:lnTo>
                  <a:lnTo>
                    <a:pt x="354112" y="567237"/>
                  </a:lnTo>
                  <a:lnTo>
                    <a:pt x="357620" y="569759"/>
                  </a:lnTo>
                  <a:lnTo>
                    <a:pt x="363541" y="567785"/>
                  </a:lnTo>
                  <a:lnTo>
                    <a:pt x="365514" y="566141"/>
                  </a:lnTo>
                  <a:lnTo>
                    <a:pt x="370776" y="560879"/>
                  </a:lnTo>
                  <a:lnTo>
                    <a:pt x="371653" y="558905"/>
                  </a:lnTo>
                  <a:lnTo>
                    <a:pt x="370118" y="557480"/>
                  </a:lnTo>
                  <a:lnTo>
                    <a:pt x="364856" y="559563"/>
                  </a:lnTo>
                  <a:lnTo>
                    <a:pt x="362115" y="558905"/>
                  </a:lnTo>
                  <a:lnTo>
                    <a:pt x="363869" y="556384"/>
                  </a:lnTo>
                  <a:lnTo>
                    <a:pt x="366501" y="554739"/>
                  </a:lnTo>
                  <a:lnTo>
                    <a:pt x="369680" y="554081"/>
                  </a:lnTo>
                  <a:lnTo>
                    <a:pt x="372969" y="554410"/>
                  </a:lnTo>
                  <a:lnTo>
                    <a:pt x="376258" y="555945"/>
                  </a:lnTo>
                  <a:lnTo>
                    <a:pt x="378341" y="558247"/>
                  </a:lnTo>
                  <a:lnTo>
                    <a:pt x="385686" y="575131"/>
                  </a:lnTo>
                  <a:lnTo>
                    <a:pt x="386563" y="578091"/>
                  </a:lnTo>
                  <a:lnTo>
                    <a:pt x="386454" y="582147"/>
                  </a:lnTo>
                  <a:lnTo>
                    <a:pt x="385138" y="584340"/>
                  </a:lnTo>
                  <a:lnTo>
                    <a:pt x="383165" y="585984"/>
                  </a:lnTo>
                  <a:lnTo>
                    <a:pt x="381082" y="588506"/>
                  </a:lnTo>
                  <a:lnTo>
                    <a:pt x="381739" y="588616"/>
                  </a:lnTo>
                  <a:lnTo>
                    <a:pt x="383165" y="588506"/>
                  </a:lnTo>
                  <a:lnTo>
                    <a:pt x="383822" y="588506"/>
                  </a:lnTo>
                  <a:lnTo>
                    <a:pt x="383603" y="589273"/>
                  </a:lnTo>
                  <a:lnTo>
                    <a:pt x="382836" y="590589"/>
                  </a:lnTo>
                  <a:lnTo>
                    <a:pt x="382616" y="591247"/>
                  </a:lnTo>
                  <a:lnTo>
                    <a:pt x="376148" y="586423"/>
                  </a:lnTo>
                  <a:lnTo>
                    <a:pt x="372421" y="584778"/>
                  </a:lnTo>
                  <a:lnTo>
                    <a:pt x="371653" y="586861"/>
                  </a:lnTo>
                  <a:lnTo>
                    <a:pt x="374613" y="588725"/>
                  </a:lnTo>
                  <a:lnTo>
                    <a:pt x="380424" y="592343"/>
                  </a:lnTo>
                  <a:lnTo>
                    <a:pt x="382616" y="594207"/>
                  </a:lnTo>
                  <a:lnTo>
                    <a:pt x="379327" y="592453"/>
                  </a:lnTo>
                  <a:lnTo>
                    <a:pt x="377135" y="591137"/>
                  </a:lnTo>
                  <a:lnTo>
                    <a:pt x="374065" y="589712"/>
                  </a:lnTo>
                  <a:lnTo>
                    <a:pt x="346767" y="572061"/>
                  </a:lnTo>
                  <a:lnTo>
                    <a:pt x="344684" y="571513"/>
                  </a:lnTo>
                  <a:lnTo>
                    <a:pt x="329226" y="562961"/>
                  </a:lnTo>
                  <a:lnTo>
                    <a:pt x="328677" y="562633"/>
                  </a:lnTo>
                  <a:lnTo>
                    <a:pt x="328677" y="560221"/>
                  </a:lnTo>
                  <a:lnTo>
                    <a:pt x="328458" y="559124"/>
                  </a:lnTo>
                  <a:lnTo>
                    <a:pt x="327910" y="558138"/>
                  </a:lnTo>
                  <a:lnTo>
                    <a:pt x="326594" y="556822"/>
                  </a:lnTo>
                  <a:lnTo>
                    <a:pt x="325060" y="555726"/>
                  </a:lnTo>
                  <a:lnTo>
                    <a:pt x="323744" y="555835"/>
                  </a:lnTo>
                  <a:lnTo>
                    <a:pt x="323196" y="558138"/>
                  </a:lnTo>
                  <a:lnTo>
                    <a:pt x="324621" y="562084"/>
                  </a:lnTo>
                  <a:lnTo>
                    <a:pt x="328020" y="565702"/>
                  </a:lnTo>
                  <a:lnTo>
                    <a:pt x="373736" y="593878"/>
                  </a:lnTo>
                  <a:lnTo>
                    <a:pt x="386015" y="605280"/>
                  </a:lnTo>
                  <a:lnTo>
                    <a:pt x="393360" y="610652"/>
                  </a:lnTo>
                  <a:lnTo>
                    <a:pt x="401035" y="614050"/>
                  </a:lnTo>
                  <a:lnTo>
                    <a:pt x="403337" y="616462"/>
                  </a:lnTo>
                  <a:lnTo>
                    <a:pt x="404104" y="621615"/>
                  </a:lnTo>
                  <a:lnTo>
                    <a:pt x="406297" y="623917"/>
                  </a:lnTo>
                  <a:lnTo>
                    <a:pt x="419014" y="632578"/>
                  </a:lnTo>
                  <a:lnTo>
                    <a:pt x="447300" y="651873"/>
                  </a:lnTo>
                  <a:lnTo>
                    <a:pt x="457715" y="661959"/>
                  </a:lnTo>
                  <a:lnTo>
                    <a:pt x="460236" y="663604"/>
                  </a:lnTo>
                  <a:lnTo>
                    <a:pt x="464073" y="665029"/>
                  </a:lnTo>
                  <a:lnTo>
                    <a:pt x="473721" y="672375"/>
                  </a:lnTo>
                  <a:lnTo>
                    <a:pt x="500142" y="701098"/>
                  </a:lnTo>
                  <a:lnTo>
                    <a:pt x="505843" y="711404"/>
                  </a:lnTo>
                  <a:lnTo>
                    <a:pt x="508255" y="720613"/>
                  </a:lnTo>
                  <a:lnTo>
                    <a:pt x="511434" y="724779"/>
                  </a:lnTo>
                  <a:lnTo>
                    <a:pt x="515052" y="728616"/>
                  </a:lnTo>
                  <a:lnTo>
                    <a:pt x="517684" y="732453"/>
                  </a:lnTo>
                  <a:lnTo>
                    <a:pt x="519547" y="742539"/>
                  </a:lnTo>
                  <a:lnTo>
                    <a:pt x="521630" y="746924"/>
                  </a:lnTo>
                  <a:lnTo>
                    <a:pt x="530072" y="749775"/>
                  </a:lnTo>
                  <a:lnTo>
                    <a:pt x="533580" y="752406"/>
                  </a:lnTo>
                  <a:lnTo>
                    <a:pt x="539281" y="758765"/>
                  </a:lnTo>
                  <a:lnTo>
                    <a:pt x="543666" y="765452"/>
                  </a:lnTo>
                  <a:lnTo>
                    <a:pt x="546626" y="769070"/>
                  </a:lnTo>
                  <a:lnTo>
                    <a:pt x="551779" y="771701"/>
                  </a:lnTo>
                  <a:lnTo>
                    <a:pt x="553314" y="774223"/>
                  </a:lnTo>
                  <a:lnTo>
                    <a:pt x="555507" y="779376"/>
                  </a:lnTo>
                  <a:lnTo>
                    <a:pt x="556493" y="780801"/>
                  </a:lnTo>
                  <a:lnTo>
                    <a:pt x="557370" y="781897"/>
                  </a:lnTo>
                  <a:lnTo>
                    <a:pt x="565373" y="789133"/>
                  </a:lnTo>
                  <a:lnTo>
                    <a:pt x="569101" y="791654"/>
                  </a:lnTo>
                  <a:lnTo>
                    <a:pt x="572500" y="792751"/>
                  </a:lnTo>
                  <a:lnTo>
                    <a:pt x="575021" y="795053"/>
                  </a:lnTo>
                  <a:lnTo>
                    <a:pt x="582147" y="809524"/>
                  </a:lnTo>
                  <a:lnTo>
                    <a:pt x="582366" y="809744"/>
                  </a:lnTo>
                  <a:lnTo>
                    <a:pt x="583134" y="810840"/>
                  </a:lnTo>
                  <a:lnTo>
                    <a:pt x="583682" y="812046"/>
                  </a:lnTo>
                  <a:lnTo>
                    <a:pt x="584011" y="813362"/>
                  </a:lnTo>
                  <a:lnTo>
                    <a:pt x="581599" y="815006"/>
                  </a:lnTo>
                  <a:lnTo>
                    <a:pt x="582038" y="816431"/>
                  </a:lnTo>
                  <a:lnTo>
                    <a:pt x="585217" y="819172"/>
                  </a:lnTo>
                  <a:lnTo>
                    <a:pt x="592233" y="830026"/>
                  </a:lnTo>
                  <a:lnTo>
                    <a:pt x="593330" y="832986"/>
                  </a:lnTo>
                  <a:lnTo>
                    <a:pt x="593001" y="840879"/>
                  </a:lnTo>
                  <a:lnTo>
                    <a:pt x="593330" y="842633"/>
                  </a:lnTo>
                  <a:lnTo>
                    <a:pt x="595413" y="843730"/>
                  </a:lnTo>
                  <a:lnTo>
                    <a:pt x="597276" y="842962"/>
                  </a:lnTo>
                  <a:lnTo>
                    <a:pt x="599250" y="841537"/>
                  </a:lnTo>
                  <a:lnTo>
                    <a:pt x="601552" y="840989"/>
                  </a:lnTo>
                  <a:lnTo>
                    <a:pt x="604951" y="842853"/>
                  </a:lnTo>
                  <a:lnTo>
                    <a:pt x="623369" y="864231"/>
                  </a:lnTo>
                  <a:lnTo>
                    <a:pt x="627206" y="867301"/>
                  </a:lnTo>
                  <a:lnTo>
                    <a:pt x="629289" y="868397"/>
                  </a:lnTo>
                  <a:lnTo>
                    <a:pt x="632907" y="869713"/>
                  </a:lnTo>
                  <a:lnTo>
                    <a:pt x="634551" y="871028"/>
                  </a:lnTo>
                  <a:lnTo>
                    <a:pt x="671717" y="918170"/>
                  </a:lnTo>
                  <a:lnTo>
                    <a:pt x="673800" y="915977"/>
                  </a:lnTo>
                  <a:lnTo>
                    <a:pt x="675993" y="914223"/>
                  </a:lnTo>
                  <a:lnTo>
                    <a:pt x="678404" y="913017"/>
                  </a:lnTo>
                  <a:lnTo>
                    <a:pt x="681145" y="912579"/>
                  </a:lnTo>
                  <a:lnTo>
                    <a:pt x="677198" y="918280"/>
                  </a:lnTo>
                  <a:lnTo>
                    <a:pt x="677637" y="919705"/>
                  </a:lnTo>
                  <a:lnTo>
                    <a:pt x="678514" y="920692"/>
                  </a:lnTo>
                  <a:lnTo>
                    <a:pt x="679391" y="921349"/>
                  </a:lnTo>
                  <a:lnTo>
                    <a:pt x="679720" y="922007"/>
                  </a:lnTo>
                  <a:lnTo>
                    <a:pt x="681036" y="923323"/>
                  </a:lnTo>
                  <a:lnTo>
                    <a:pt x="689258" y="928476"/>
                  </a:lnTo>
                  <a:lnTo>
                    <a:pt x="692657" y="931764"/>
                  </a:lnTo>
                  <a:lnTo>
                    <a:pt x="701427" y="943056"/>
                  </a:lnTo>
                  <a:lnTo>
                    <a:pt x="717324" y="958844"/>
                  </a:lnTo>
                  <a:lnTo>
                    <a:pt x="723902" y="969039"/>
                  </a:lnTo>
                  <a:lnTo>
                    <a:pt x="725765" y="980880"/>
                  </a:lnTo>
                  <a:lnTo>
                    <a:pt x="727081" y="980880"/>
                  </a:lnTo>
                  <a:lnTo>
                    <a:pt x="728835" y="978468"/>
                  </a:lnTo>
                  <a:lnTo>
                    <a:pt x="730699" y="979454"/>
                  </a:lnTo>
                  <a:lnTo>
                    <a:pt x="732453" y="982195"/>
                  </a:lnTo>
                  <a:lnTo>
                    <a:pt x="733769" y="985265"/>
                  </a:lnTo>
                  <a:lnTo>
                    <a:pt x="732343" y="986252"/>
                  </a:lnTo>
                  <a:lnTo>
                    <a:pt x="732343" y="986252"/>
                  </a:lnTo>
                  <a:lnTo>
                    <a:pt x="734426" y="989869"/>
                  </a:lnTo>
                  <a:lnTo>
                    <a:pt x="737715" y="995570"/>
                  </a:lnTo>
                  <a:lnTo>
                    <a:pt x="741224" y="999079"/>
                  </a:lnTo>
                  <a:lnTo>
                    <a:pt x="744293" y="996228"/>
                  </a:lnTo>
                  <a:lnTo>
                    <a:pt x="744622" y="992501"/>
                  </a:lnTo>
                  <a:lnTo>
                    <a:pt x="743855" y="988444"/>
                  </a:lnTo>
                  <a:lnTo>
                    <a:pt x="742649" y="984388"/>
                  </a:lnTo>
                  <a:lnTo>
                    <a:pt x="741553" y="980770"/>
                  </a:lnTo>
                  <a:lnTo>
                    <a:pt x="745828" y="980003"/>
                  </a:lnTo>
                  <a:lnTo>
                    <a:pt x="749994" y="978687"/>
                  </a:lnTo>
                  <a:lnTo>
                    <a:pt x="754160" y="977920"/>
                  </a:lnTo>
                  <a:lnTo>
                    <a:pt x="758546" y="978797"/>
                  </a:lnTo>
                  <a:lnTo>
                    <a:pt x="761725" y="980770"/>
                  </a:lnTo>
                  <a:lnTo>
                    <a:pt x="764466" y="983292"/>
                  </a:lnTo>
                  <a:lnTo>
                    <a:pt x="767206" y="985923"/>
                  </a:lnTo>
                  <a:lnTo>
                    <a:pt x="770057" y="988225"/>
                  </a:lnTo>
                  <a:lnTo>
                    <a:pt x="776525" y="990308"/>
                  </a:lnTo>
                  <a:lnTo>
                    <a:pt x="783213" y="989321"/>
                  </a:lnTo>
                  <a:lnTo>
                    <a:pt x="787817" y="985046"/>
                  </a:lnTo>
                  <a:lnTo>
                    <a:pt x="787927" y="977591"/>
                  </a:lnTo>
                  <a:lnTo>
                    <a:pt x="786721" y="972438"/>
                  </a:lnTo>
                  <a:lnTo>
                    <a:pt x="785296" y="966956"/>
                  </a:lnTo>
                  <a:lnTo>
                    <a:pt x="783651" y="961584"/>
                  </a:lnTo>
                  <a:lnTo>
                    <a:pt x="781897" y="956651"/>
                  </a:lnTo>
                  <a:lnTo>
                    <a:pt x="781239" y="956103"/>
                  </a:lnTo>
                  <a:lnTo>
                    <a:pt x="780033" y="955664"/>
                  </a:lnTo>
                  <a:lnTo>
                    <a:pt x="778827" y="955226"/>
                  </a:lnTo>
                  <a:lnTo>
                    <a:pt x="778170" y="954568"/>
                  </a:lnTo>
                  <a:lnTo>
                    <a:pt x="778279" y="953252"/>
                  </a:lnTo>
                  <a:lnTo>
                    <a:pt x="778827" y="951608"/>
                  </a:lnTo>
                  <a:lnTo>
                    <a:pt x="779376" y="950073"/>
                  </a:lnTo>
                  <a:lnTo>
                    <a:pt x="779266" y="948977"/>
                  </a:lnTo>
                  <a:lnTo>
                    <a:pt x="777402" y="947551"/>
                  </a:lnTo>
                  <a:lnTo>
                    <a:pt x="775210" y="946894"/>
                  </a:lnTo>
                  <a:lnTo>
                    <a:pt x="773127" y="946017"/>
                  </a:lnTo>
                  <a:lnTo>
                    <a:pt x="771592" y="943934"/>
                  </a:lnTo>
                  <a:lnTo>
                    <a:pt x="770495" y="940974"/>
                  </a:lnTo>
                  <a:lnTo>
                    <a:pt x="769509" y="939219"/>
                  </a:lnTo>
                  <a:lnTo>
                    <a:pt x="768193" y="938013"/>
                  </a:lnTo>
                  <a:lnTo>
                    <a:pt x="766001" y="936479"/>
                  </a:lnTo>
                  <a:lnTo>
                    <a:pt x="764356" y="935382"/>
                  </a:lnTo>
                  <a:lnTo>
                    <a:pt x="762931" y="934176"/>
                  </a:lnTo>
                  <a:lnTo>
                    <a:pt x="761834" y="932751"/>
                  </a:lnTo>
                  <a:lnTo>
                    <a:pt x="761286" y="930668"/>
                  </a:lnTo>
                  <a:lnTo>
                    <a:pt x="762383" y="926283"/>
                  </a:lnTo>
                  <a:lnTo>
                    <a:pt x="765562" y="921678"/>
                  </a:lnTo>
                  <a:lnTo>
                    <a:pt x="769399" y="917403"/>
                  </a:lnTo>
                  <a:lnTo>
                    <a:pt x="772579" y="914114"/>
                  </a:lnTo>
                  <a:lnTo>
                    <a:pt x="775758" y="911482"/>
                  </a:lnTo>
                  <a:lnTo>
                    <a:pt x="779595" y="908632"/>
                  </a:lnTo>
                  <a:lnTo>
                    <a:pt x="783322" y="905672"/>
                  </a:lnTo>
                  <a:lnTo>
                    <a:pt x="786063" y="902821"/>
                  </a:lnTo>
                  <a:lnTo>
                    <a:pt x="787488" y="900081"/>
                  </a:lnTo>
                  <a:lnTo>
                    <a:pt x="787379" y="898107"/>
                  </a:lnTo>
                  <a:lnTo>
                    <a:pt x="786283" y="896134"/>
                  </a:lnTo>
                  <a:lnTo>
                    <a:pt x="784748" y="893393"/>
                  </a:lnTo>
                  <a:lnTo>
                    <a:pt x="782994" y="889885"/>
                  </a:lnTo>
                  <a:lnTo>
                    <a:pt x="782226" y="887473"/>
                  </a:lnTo>
                  <a:lnTo>
                    <a:pt x="782445" y="884951"/>
                  </a:lnTo>
                  <a:lnTo>
                    <a:pt x="783761" y="880895"/>
                  </a:lnTo>
                  <a:lnTo>
                    <a:pt x="786173" y="876839"/>
                  </a:lnTo>
                  <a:lnTo>
                    <a:pt x="789572" y="874865"/>
                  </a:lnTo>
                  <a:lnTo>
                    <a:pt x="793737" y="874427"/>
                  </a:lnTo>
                  <a:lnTo>
                    <a:pt x="798671" y="874756"/>
                  </a:lnTo>
                  <a:lnTo>
                    <a:pt x="798671" y="869164"/>
                  </a:lnTo>
                  <a:close/>
                  <a:moveTo>
                    <a:pt x="122898" y="362335"/>
                  </a:moveTo>
                  <a:lnTo>
                    <a:pt x="120376" y="361129"/>
                  </a:lnTo>
                  <a:lnTo>
                    <a:pt x="110290" y="357511"/>
                  </a:lnTo>
                  <a:lnTo>
                    <a:pt x="106672" y="356743"/>
                  </a:lnTo>
                  <a:lnTo>
                    <a:pt x="84526" y="356634"/>
                  </a:lnTo>
                  <a:lnTo>
                    <a:pt x="85513" y="359703"/>
                  </a:lnTo>
                  <a:lnTo>
                    <a:pt x="88254" y="361019"/>
                  </a:lnTo>
                  <a:lnTo>
                    <a:pt x="100423" y="360909"/>
                  </a:lnTo>
                  <a:lnTo>
                    <a:pt x="102177" y="361129"/>
                  </a:lnTo>
                  <a:lnTo>
                    <a:pt x="103712" y="361567"/>
                  </a:lnTo>
                  <a:lnTo>
                    <a:pt x="105466" y="362444"/>
                  </a:lnTo>
                  <a:lnTo>
                    <a:pt x="106891" y="362554"/>
                  </a:lnTo>
                  <a:lnTo>
                    <a:pt x="112263" y="364856"/>
                  </a:lnTo>
                  <a:lnTo>
                    <a:pt x="119390" y="369351"/>
                  </a:lnTo>
                  <a:lnTo>
                    <a:pt x="125858" y="372311"/>
                  </a:lnTo>
                  <a:lnTo>
                    <a:pt x="129256" y="370009"/>
                  </a:lnTo>
                  <a:lnTo>
                    <a:pt x="126735" y="368145"/>
                  </a:lnTo>
                  <a:lnTo>
                    <a:pt x="122898" y="362335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1" name="Freeform: Shape 14">
              <a:extLst>
                <a:ext uri="{FF2B5EF4-FFF2-40B4-BE49-F238E27FC236}">
                  <a16:creationId xmlns:a16="http://schemas.microsoft.com/office/drawing/2014/main" id="{FDA84FC7-CB85-4E33-44DB-676A3F953771}"/>
                </a:ext>
              </a:extLst>
            </p:cNvPr>
            <p:cNvSpPr/>
            <p:nvPr/>
          </p:nvSpPr>
          <p:spPr>
            <a:xfrm>
              <a:off x="8677729" y="3814469"/>
              <a:ext cx="778389" cy="712610"/>
            </a:xfrm>
            <a:custGeom>
              <a:avLst/>
              <a:gdLst>
                <a:gd name="connsiteX0" fmla="*/ 776964 w 778388"/>
                <a:gd name="connsiteY0" fmla="*/ 495319 h 712609"/>
                <a:gd name="connsiteX1" fmla="*/ 773565 w 778388"/>
                <a:gd name="connsiteY1" fmla="*/ 491152 h 712609"/>
                <a:gd name="connsiteX2" fmla="*/ 768851 w 778388"/>
                <a:gd name="connsiteY2" fmla="*/ 487315 h 712609"/>
                <a:gd name="connsiteX3" fmla="*/ 763260 w 778388"/>
                <a:gd name="connsiteY3" fmla="*/ 483698 h 712609"/>
                <a:gd name="connsiteX4" fmla="*/ 757449 w 778388"/>
                <a:gd name="connsiteY4" fmla="*/ 480409 h 712609"/>
                <a:gd name="connsiteX5" fmla="*/ 751748 w 778388"/>
                <a:gd name="connsiteY5" fmla="*/ 477010 h 712609"/>
                <a:gd name="connsiteX6" fmla="*/ 746157 w 778388"/>
                <a:gd name="connsiteY6" fmla="*/ 473392 h 712609"/>
                <a:gd name="connsiteX7" fmla="*/ 742210 w 778388"/>
                <a:gd name="connsiteY7" fmla="*/ 470432 h 712609"/>
                <a:gd name="connsiteX8" fmla="*/ 738373 w 778388"/>
                <a:gd name="connsiteY8" fmla="*/ 467362 h 712609"/>
                <a:gd name="connsiteX9" fmla="*/ 734536 w 778388"/>
                <a:gd name="connsiteY9" fmla="*/ 464512 h 712609"/>
                <a:gd name="connsiteX10" fmla="*/ 730370 w 778388"/>
                <a:gd name="connsiteY10" fmla="*/ 461881 h 712609"/>
                <a:gd name="connsiteX11" fmla="*/ 729274 w 778388"/>
                <a:gd name="connsiteY11" fmla="*/ 461004 h 712609"/>
                <a:gd name="connsiteX12" fmla="*/ 728178 w 778388"/>
                <a:gd name="connsiteY12" fmla="*/ 460236 h 712609"/>
                <a:gd name="connsiteX13" fmla="*/ 726971 w 778388"/>
                <a:gd name="connsiteY13" fmla="*/ 459359 h 712609"/>
                <a:gd name="connsiteX14" fmla="*/ 725766 w 778388"/>
                <a:gd name="connsiteY14" fmla="*/ 458592 h 712609"/>
                <a:gd name="connsiteX15" fmla="*/ 723683 w 778388"/>
                <a:gd name="connsiteY15" fmla="*/ 457715 h 712609"/>
                <a:gd name="connsiteX16" fmla="*/ 721600 w 778388"/>
                <a:gd name="connsiteY16" fmla="*/ 456509 h 712609"/>
                <a:gd name="connsiteX17" fmla="*/ 719736 w 778388"/>
                <a:gd name="connsiteY17" fmla="*/ 454974 h 712609"/>
                <a:gd name="connsiteX18" fmla="*/ 717872 w 778388"/>
                <a:gd name="connsiteY18" fmla="*/ 453439 h 712609"/>
                <a:gd name="connsiteX19" fmla="*/ 714474 w 778388"/>
                <a:gd name="connsiteY19" fmla="*/ 458153 h 712609"/>
                <a:gd name="connsiteX20" fmla="*/ 708663 w 778388"/>
                <a:gd name="connsiteY20" fmla="*/ 460127 h 712609"/>
                <a:gd name="connsiteX21" fmla="*/ 702195 w 778388"/>
                <a:gd name="connsiteY21" fmla="*/ 460675 h 712609"/>
                <a:gd name="connsiteX22" fmla="*/ 696384 w 778388"/>
                <a:gd name="connsiteY22" fmla="*/ 461333 h 712609"/>
                <a:gd name="connsiteX23" fmla="*/ 693534 w 778388"/>
                <a:gd name="connsiteY23" fmla="*/ 463087 h 712609"/>
                <a:gd name="connsiteX24" fmla="*/ 691341 w 778388"/>
                <a:gd name="connsiteY24" fmla="*/ 465499 h 712609"/>
                <a:gd name="connsiteX25" fmla="*/ 689477 w 778388"/>
                <a:gd name="connsiteY25" fmla="*/ 468130 h 712609"/>
                <a:gd name="connsiteX26" fmla="*/ 687175 w 778388"/>
                <a:gd name="connsiteY26" fmla="*/ 470432 h 712609"/>
                <a:gd name="connsiteX27" fmla="*/ 683447 w 778388"/>
                <a:gd name="connsiteY27" fmla="*/ 471309 h 712609"/>
                <a:gd name="connsiteX28" fmla="*/ 678185 w 778388"/>
                <a:gd name="connsiteY28" fmla="*/ 470870 h 712609"/>
                <a:gd name="connsiteX29" fmla="*/ 672704 w 778388"/>
                <a:gd name="connsiteY29" fmla="*/ 469994 h 712609"/>
                <a:gd name="connsiteX30" fmla="*/ 668647 w 778388"/>
                <a:gd name="connsiteY30" fmla="*/ 469336 h 712609"/>
                <a:gd name="connsiteX31" fmla="*/ 662179 w 778388"/>
                <a:gd name="connsiteY31" fmla="*/ 468349 h 712609"/>
                <a:gd name="connsiteX32" fmla="*/ 655930 w 778388"/>
                <a:gd name="connsiteY32" fmla="*/ 466705 h 712609"/>
                <a:gd name="connsiteX33" fmla="*/ 649900 w 778388"/>
                <a:gd name="connsiteY33" fmla="*/ 464622 h 712609"/>
                <a:gd name="connsiteX34" fmla="*/ 643651 w 778388"/>
                <a:gd name="connsiteY34" fmla="*/ 462100 h 712609"/>
                <a:gd name="connsiteX35" fmla="*/ 643103 w 778388"/>
                <a:gd name="connsiteY35" fmla="*/ 461990 h 712609"/>
                <a:gd name="connsiteX36" fmla="*/ 642445 w 778388"/>
                <a:gd name="connsiteY36" fmla="*/ 461771 h 712609"/>
                <a:gd name="connsiteX37" fmla="*/ 641897 w 778388"/>
                <a:gd name="connsiteY37" fmla="*/ 461552 h 712609"/>
                <a:gd name="connsiteX38" fmla="*/ 641349 w 778388"/>
                <a:gd name="connsiteY38" fmla="*/ 461333 h 712609"/>
                <a:gd name="connsiteX39" fmla="*/ 635758 w 778388"/>
                <a:gd name="connsiteY39" fmla="*/ 459688 h 712609"/>
                <a:gd name="connsiteX40" fmla="*/ 630166 w 778388"/>
                <a:gd name="connsiteY40" fmla="*/ 458153 h 712609"/>
                <a:gd name="connsiteX41" fmla="*/ 624575 w 778388"/>
                <a:gd name="connsiteY41" fmla="*/ 456838 h 712609"/>
                <a:gd name="connsiteX42" fmla="*/ 618874 w 778388"/>
                <a:gd name="connsiteY42" fmla="*/ 455851 h 712609"/>
                <a:gd name="connsiteX43" fmla="*/ 614050 w 778388"/>
                <a:gd name="connsiteY43" fmla="*/ 455303 h 712609"/>
                <a:gd name="connsiteX44" fmla="*/ 609446 w 778388"/>
                <a:gd name="connsiteY44" fmla="*/ 454535 h 712609"/>
                <a:gd name="connsiteX45" fmla="*/ 605170 w 778388"/>
                <a:gd name="connsiteY45" fmla="*/ 452891 h 712609"/>
                <a:gd name="connsiteX46" fmla="*/ 601223 w 778388"/>
                <a:gd name="connsiteY46" fmla="*/ 450040 h 712609"/>
                <a:gd name="connsiteX47" fmla="*/ 597934 w 778388"/>
                <a:gd name="connsiteY47" fmla="*/ 445984 h 712609"/>
                <a:gd name="connsiteX48" fmla="*/ 595303 w 778388"/>
                <a:gd name="connsiteY48" fmla="*/ 440941 h 712609"/>
                <a:gd name="connsiteX49" fmla="*/ 593111 w 778388"/>
                <a:gd name="connsiteY49" fmla="*/ 435569 h 712609"/>
                <a:gd name="connsiteX50" fmla="*/ 591137 w 778388"/>
                <a:gd name="connsiteY50" fmla="*/ 430526 h 712609"/>
                <a:gd name="connsiteX51" fmla="*/ 588068 w 778388"/>
                <a:gd name="connsiteY51" fmla="*/ 424386 h 712609"/>
                <a:gd name="connsiteX52" fmla="*/ 584559 w 778388"/>
                <a:gd name="connsiteY52" fmla="*/ 418686 h 712609"/>
                <a:gd name="connsiteX53" fmla="*/ 581161 w 778388"/>
                <a:gd name="connsiteY53" fmla="*/ 412985 h 712609"/>
                <a:gd name="connsiteX54" fmla="*/ 578091 w 778388"/>
                <a:gd name="connsiteY54" fmla="*/ 407065 h 712609"/>
                <a:gd name="connsiteX55" fmla="*/ 577543 w 778388"/>
                <a:gd name="connsiteY55" fmla="*/ 405859 h 712609"/>
                <a:gd name="connsiteX56" fmla="*/ 576885 w 778388"/>
                <a:gd name="connsiteY56" fmla="*/ 404653 h 712609"/>
                <a:gd name="connsiteX57" fmla="*/ 576118 w 778388"/>
                <a:gd name="connsiteY57" fmla="*/ 403447 h 712609"/>
                <a:gd name="connsiteX58" fmla="*/ 575460 w 778388"/>
                <a:gd name="connsiteY58" fmla="*/ 402460 h 712609"/>
                <a:gd name="connsiteX59" fmla="*/ 573267 w 778388"/>
                <a:gd name="connsiteY59" fmla="*/ 405420 h 712609"/>
                <a:gd name="connsiteX60" fmla="*/ 570745 w 778388"/>
                <a:gd name="connsiteY60" fmla="*/ 408928 h 712609"/>
                <a:gd name="connsiteX61" fmla="*/ 568005 w 778388"/>
                <a:gd name="connsiteY61" fmla="*/ 411779 h 712609"/>
                <a:gd name="connsiteX62" fmla="*/ 565154 w 778388"/>
                <a:gd name="connsiteY62" fmla="*/ 412546 h 712609"/>
                <a:gd name="connsiteX63" fmla="*/ 561756 w 778388"/>
                <a:gd name="connsiteY63" fmla="*/ 410354 h 712609"/>
                <a:gd name="connsiteX64" fmla="*/ 558138 w 778388"/>
                <a:gd name="connsiteY64" fmla="*/ 406188 h 712609"/>
                <a:gd name="connsiteX65" fmla="*/ 554739 w 778388"/>
                <a:gd name="connsiteY65" fmla="*/ 401473 h 712609"/>
                <a:gd name="connsiteX66" fmla="*/ 551889 w 778388"/>
                <a:gd name="connsiteY66" fmla="*/ 397746 h 712609"/>
                <a:gd name="connsiteX67" fmla="*/ 550244 w 778388"/>
                <a:gd name="connsiteY67" fmla="*/ 396321 h 712609"/>
                <a:gd name="connsiteX68" fmla="*/ 548052 w 778388"/>
                <a:gd name="connsiteY68" fmla="*/ 394457 h 712609"/>
                <a:gd name="connsiteX69" fmla="*/ 545749 w 778388"/>
                <a:gd name="connsiteY69" fmla="*/ 392922 h 712609"/>
                <a:gd name="connsiteX70" fmla="*/ 543995 w 778388"/>
                <a:gd name="connsiteY70" fmla="*/ 392374 h 712609"/>
                <a:gd name="connsiteX71" fmla="*/ 542241 w 778388"/>
                <a:gd name="connsiteY71" fmla="*/ 392922 h 712609"/>
                <a:gd name="connsiteX72" fmla="*/ 542132 w 778388"/>
                <a:gd name="connsiteY72" fmla="*/ 393689 h 712609"/>
                <a:gd name="connsiteX73" fmla="*/ 542899 w 778388"/>
                <a:gd name="connsiteY73" fmla="*/ 394895 h 712609"/>
                <a:gd name="connsiteX74" fmla="*/ 543557 w 778388"/>
                <a:gd name="connsiteY74" fmla="*/ 396978 h 712609"/>
                <a:gd name="connsiteX75" fmla="*/ 544105 w 778388"/>
                <a:gd name="connsiteY75" fmla="*/ 400048 h 712609"/>
                <a:gd name="connsiteX76" fmla="*/ 544872 w 778388"/>
                <a:gd name="connsiteY76" fmla="*/ 403118 h 712609"/>
                <a:gd name="connsiteX77" fmla="*/ 545640 w 778388"/>
                <a:gd name="connsiteY77" fmla="*/ 406188 h 712609"/>
                <a:gd name="connsiteX78" fmla="*/ 546188 w 778388"/>
                <a:gd name="connsiteY78" fmla="*/ 409257 h 712609"/>
                <a:gd name="connsiteX79" fmla="*/ 546188 w 778388"/>
                <a:gd name="connsiteY79" fmla="*/ 414739 h 712609"/>
                <a:gd name="connsiteX80" fmla="*/ 544434 w 778388"/>
                <a:gd name="connsiteY80" fmla="*/ 416383 h 712609"/>
                <a:gd name="connsiteX81" fmla="*/ 540926 w 778388"/>
                <a:gd name="connsiteY81" fmla="*/ 415616 h 712609"/>
                <a:gd name="connsiteX82" fmla="*/ 535883 w 778388"/>
                <a:gd name="connsiteY82" fmla="*/ 413862 h 712609"/>
                <a:gd name="connsiteX83" fmla="*/ 532155 w 778388"/>
                <a:gd name="connsiteY83" fmla="*/ 412656 h 712609"/>
                <a:gd name="connsiteX84" fmla="*/ 528428 w 778388"/>
                <a:gd name="connsiteY84" fmla="*/ 411450 h 712609"/>
                <a:gd name="connsiteX85" fmla="*/ 524700 w 778388"/>
                <a:gd name="connsiteY85" fmla="*/ 410134 h 712609"/>
                <a:gd name="connsiteX86" fmla="*/ 520973 w 778388"/>
                <a:gd name="connsiteY86" fmla="*/ 408709 h 712609"/>
                <a:gd name="connsiteX87" fmla="*/ 510557 w 778388"/>
                <a:gd name="connsiteY87" fmla="*/ 404543 h 712609"/>
                <a:gd name="connsiteX88" fmla="*/ 500142 w 778388"/>
                <a:gd name="connsiteY88" fmla="*/ 400267 h 712609"/>
                <a:gd name="connsiteX89" fmla="*/ 489837 w 778388"/>
                <a:gd name="connsiteY89" fmla="*/ 396101 h 712609"/>
                <a:gd name="connsiteX90" fmla="*/ 479422 w 778388"/>
                <a:gd name="connsiteY90" fmla="*/ 392045 h 712609"/>
                <a:gd name="connsiteX91" fmla="*/ 474817 w 778388"/>
                <a:gd name="connsiteY91" fmla="*/ 390181 h 712609"/>
                <a:gd name="connsiteX92" fmla="*/ 470322 w 778388"/>
                <a:gd name="connsiteY92" fmla="*/ 388098 h 712609"/>
                <a:gd name="connsiteX93" fmla="*/ 465828 w 778388"/>
                <a:gd name="connsiteY93" fmla="*/ 386125 h 712609"/>
                <a:gd name="connsiteX94" fmla="*/ 461333 w 778388"/>
                <a:gd name="connsiteY94" fmla="*/ 384371 h 712609"/>
                <a:gd name="connsiteX95" fmla="*/ 458701 w 778388"/>
                <a:gd name="connsiteY95" fmla="*/ 383494 h 712609"/>
                <a:gd name="connsiteX96" fmla="*/ 455632 w 778388"/>
                <a:gd name="connsiteY96" fmla="*/ 382507 h 712609"/>
                <a:gd name="connsiteX97" fmla="*/ 453110 w 778388"/>
                <a:gd name="connsiteY97" fmla="*/ 381191 h 712609"/>
                <a:gd name="connsiteX98" fmla="*/ 452124 w 778388"/>
                <a:gd name="connsiteY98" fmla="*/ 379547 h 712609"/>
                <a:gd name="connsiteX99" fmla="*/ 451575 w 778388"/>
                <a:gd name="connsiteY99" fmla="*/ 375929 h 712609"/>
                <a:gd name="connsiteX100" fmla="*/ 451027 w 778388"/>
                <a:gd name="connsiteY100" fmla="*/ 373298 h 712609"/>
                <a:gd name="connsiteX101" fmla="*/ 449931 w 778388"/>
                <a:gd name="connsiteY101" fmla="*/ 371105 h 712609"/>
                <a:gd name="connsiteX102" fmla="*/ 448396 w 778388"/>
                <a:gd name="connsiteY102" fmla="*/ 368474 h 712609"/>
                <a:gd name="connsiteX103" fmla="*/ 446423 w 778388"/>
                <a:gd name="connsiteY103" fmla="*/ 365514 h 712609"/>
                <a:gd name="connsiteX104" fmla="*/ 445326 w 778388"/>
                <a:gd name="connsiteY104" fmla="*/ 363102 h 712609"/>
                <a:gd name="connsiteX105" fmla="*/ 445765 w 778388"/>
                <a:gd name="connsiteY105" fmla="*/ 360690 h 712609"/>
                <a:gd name="connsiteX106" fmla="*/ 448506 w 778388"/>
                <a:gd name="connsiteY106" fmla="*/ 357840 h 712609"/>
                <a:gd name="connsiteX107" fmla="*/ 452891 w 778388"/>
                <a:gd name="connsiteY107" fmla="*/ 355318 h 712609"/>
                <a:gd name="connsiteX108" fmla="*/ 457496 w 778388"/>
                <a:gd name="connsiteY108" fmla="*/ 353783 h 712609"/>
                <a:gd name="connsiteX109" fmla="*/ 462100 w 778388"/>
                <a:gd name="connsiteY109" fmla="*/ 352029 h 712609"/>
                <a:gd name="connsiteX110" fmla="*/ 466266 w 778388"/>
                <a:gd name="connsiteY110" fmla="*/ 348850 h 712609"/>
                <a:gd name="connsiteX111" fmla="*/ 468130 w 778388"/>
                <a:gd name="connsiteY111" fmla="*/ 346657 h 712609"/>
                <a:gd name="connsiteX112" fmla="*/ 469774 w 778388"/>
                <a:gd name="connsiteY112" fmla="*/ 344136 h 712609"/>
                <a:gd name="connsiteX113" fmla="*/ 470871 w 778388"/>
                <a:gd name="connsiteY113" fmla="*/ 341505 h 712609"/>
                <a:gd name="connsiteX114" fmla="*/ 471309 w 778388"/>
                <a:gd name="connsiteY114" fmla="*/ 338544 h 712609"/>
                <a:gd name="connsiteX115" fmla="*/ 469993 w 778388"/>
                <a:gd name="connsiteY115" fmla="*/ 331309 h 712609"/>
                <a:gd name="connsiteX116" fmla="*/ 465718 w 778388"/>
                <a:gd name="connsiteY116" fmla="*/ 325608 h 712609"/>
                <a:gd name="connsiteX117" fmla="*/ 460236 w 778388"/>
                <a:gd name="connsiteY117" fmla="*/ 320565 h 712609"/>
                <a:gd name="connsiteX118" fmla="*/ 455412 w 778388"/>
                <a:gd name="connsiteY118" fmla="*/ 315522 h 712609"/>
                <a:gd name="connsiteX119" fmla="*/ 453439 w 778388"/>
                <a:gd name="connsiteY119" fmla="*/ 311575 h 712609"/>
                <a:gd name="connsiteX120" fmla="*/ 452891 w 778388"/>
                <a:gd name="connsiteY120" fmla="*/ 307847 h 712609"/>
                <a:gd name="connsiteX121" fmla="*/ 452781 w 778388"/>
                <a:gd name="connsiteY121" fmla="*/ 304120 h 712609"/>
                <a:gd name="connsiteX122" fmla="*/ 451904 w 778388"/>
                <a:gd name="connsiteY122" fmla="*/ 299954 h 712609"/>
                <a:gd name="connsiteX123" fmla="*/ 448725 w 778388"/>
                <a:gd name="connsiteY123" fmla="*/ 298748 h 712609"/>
                <a:gd name="connsiteX124" fmla="*/ 443791 w 778388"/>
                <a:gd name="connsiteY124" fmla="*/ 301927 h 712609"/>
                <a:gd name="connsiteX125" fmla="*/ 438748 w 778388"/>
                <a:gd name="connsiteY125" fmla="*/ 306422 h 712609"/>
                <a:gd name="connsiteX126" fmla="*/ 435569 w 778388"/>
                <a:gd name="connsiteY126" fmla="*/ 309382 h 712609"/>
                <a:gd name="connsiteX127" fmla="*/ 436775 w 778388"/>
                <a:gd name="connsiteY127" fmla="*/ 302914 h 712609"/>
                <a:gd name="connsiteX128" fmla="*/ 438639 w 778388"/>
                <a:gd name="connsiteY128" fmla="*/ 296555 h 712609"/>
                <a:gd name="connsiteX129" fmla="*/ 440612 w 778388"/>
                <a:gd name="connsiteY129" fmla="*/ 290197 h 712609"/>
                <a:gd name="connsiteX130" fmla="*/ 441818 w 778388"/>
                <a:gd name="connsiteY130" fmla="*/ 283728 h 712609"/>
                <a:gd name="connsiteX131" fmla="*/ 428772 w 778388"/>
                <a:gd name="connsiteY131" fmla="*/ 281974 h 712609"/>
                <a:gd name="connsiteX132" fmla="*/ 415397 w 778388"/>
                <a:gd name="connsiteY132" fmla="*/ 281316 h 712609"/>
                <a:gd name="connsiteX133" fmla="*/ 401912 w 778388"/>
                <a:gd name="connsiteY133" fmla="*/ 281316 h 712609"/>
                <a:gd name="connsiteX134" fmla="*/ 388756 w 778388"/>
                <a:gd name="connsiteY134" fmla="*/ 280988 h 712609"/>
                <a:gd name="connsiteX135" fmla="*/ 388866 w 778388"/>
                <a:gd name="connsiteY135" fmla="*/ 283728 h 712609"/>
                <a:gd name="connsiteX136" fmla="*/ 388975 w 778388"/>
                <a:gd name="connsiteY136" fmla="*/ 286469 h 712609"/>
                <a:gd name="connsiteX137" fmla="*/ 389085 w 778388"/>
                <a:gd name="connsiteY137" fmla="*/ 289319 h 712609"/>
                <a:gd name="connsiteX138" fmla="*/ 389085 w 778388"/>
                <a:gd name="connsiteY138" fmla="*/ 292060 h 712609"/>
                <a:gd name="connsiteX139" fmla="*/ 388318 w 778388"/>
                <a:gd name="connsiteY139" fmla="*/ 294363 h 712609"/>
                <a:gd name="connsiteX140" fmla="*/ 386125 w 778388"/>
                <a:gd name="connsiteY140" fmla="*/ 294692 h 712609"/>
                <a:gd name="connsiteX141" fmla="*/ 383275 w 778388"/>
                <a:gd name="connsiteY141" fmla="*/ 294143 h 712609"/>
                <a:gd name="connsiteX142" fmla="*/ 380534 w 778388"/>
                <a:gd name="connsiteY142" fmla="*/ 293595 h 712609"/>
                <a:gd name="connsiteX143" fmla="*/ 374614 w 778388"/>
                <a:gd name="connsiteY143" fmla="*/ 292389 h 712609"/>
                <a:gd name="connsiteX144" fmla="*/ 369899 w 778388"/>
                <a:gd name="connsiteY144" fmla="*/ 290197 h 712609"/>
                <a:gd name="connsiteX145" fmla="*/ 366610 w 778388"/>
                <a:gd name="connsiteY145" fmla="*/ 286360 h 712609"/>
                <a:gd name="connsiteX146" fmla="*/ 364308 w 778388"/>
                <a:gd name="connsiteY146" fmla="*/ 280220 h 712609"/>
                <a:gd name="connsiteX147" fmla="*/ 364089 w 778388"/>
                <a:gd name="connsiteY147" fmla="*/ 279014 h 712609"/>
                <a:gd name="connsiteX148" fmla="*/ 363869 w 778388"/>
                <a:gd name="connsiteY148" fmla="*/ 277808 h 712609"/>
                <a:gd name="connsiteX149" fmla="*/ 363650 w 778388"/>
                <a:gd name="connsiteY149" fmla="*/ 276602 h 712609"/>
                <a:gd name="connsiteX150" fmla="*/ 363431 w 778388"/>
                <a:gd name="connsiteY150" fmla="*/ 275396 h 712609"/>
                <a:gd name="connsiteX151" fmla="*/ 363321 w 778388"/>
                <a:gd name="connsiteY151" fmla="*/ 274081 h 712609"/>
                <a:gd name="connsiteX152" fmla="*/ 363212 w 778388"/>
                <a:gd name="connsiteY152" fmla="*/ 272875 h 712609"/>
                <a:gd name="connsiteX153" fmla="*/ 363102 w 778388"/>
                <a:gd name="connsiteY153" fmla="*/ 271559 h 712609"/>
                <a:gd name="connsiteX154" fmla="*/ 363102 w 778388"/>
                <a:gd name="connsiteY154" fmla="*/ 270244 h 712609"/>
                <a:gd name="connsiteX155" fmla="*/ 363321 w 778388"/>
                <a:gd name="connsiteY155" fmla="*/ 266626 h 712609"/>
                <a:gd name="connsiteX156" fmla="*/ 363431 w 778388"/>
                <a:gd name="connsiteY156" fmla="*/ 262898 h 712609"/>
                <a:gd name="connsiteX157" fmla="*/ 363541 w 778388"/>
                <a:gd name="connsiteY157" fmla="*/ 259171 h 712609"/>
                <a:gd name="connsiteX158" fmla="*/ 363321 w 778388"/>
                <a:gd name="connsiteY158" fmla="*/ 255443 h 712609"/>
                <a:gd name="connsiteX159" fmla="*/ 362554 w 778388"/>
                <a:gd name="connsiteY159" fmla="*/ 252264 h 712609"/>
                <a:gd name="connsiteX160" fmla="*/ 361348 w 778388"/>
                <a:gd name="connsiteY160" fmla="*/ 249084 h 712609"/>
                <a:gd name="connsiteX161" fmla="*/ 360361 w 778388"/>
                <a:gd name="connsiteY161" fmla="*/ 246015 h 712609"/>
                <a:gd name="connsiteX162" fmla="*/ 360032 w 778388"/>
                <a:gd name="connsiteY162" fmla="*/ 242836 h 712609"/>
                <a:gd name="connsiteX163" fmla="*/ 360690 w 778388"/>
                <a:gd name="connsiteY163" fmla="*/ 239218 h 712609"/>
                <a:gd name="connsiteX164" fmla="*/ 362006 w 778388"/>
                <a:gd name="connsiteY164" fmla="*/ 235819 h 712609"/>
                <a:gd name="connsiteX165" fmla="*/ 363321 w 778388"/>
                <a:gd name="connsiteY165" fmla="*/ 232201 h 712609"/>
                <a:gd name="connsiteX166" fmla="*/ 363869 w 778388"/>
                <a:gd name="connsiteY166" fmla="*/ 228474 h 712609"/>
                <a:gd name="connsiteX167" fmla="*/ 363541 w 778388"/>
                <a:gd name="connsiteY167" fmla="*/ 225623 h 712609"/>
                <a:gd name="connsiteX168" fmla="*/ 362773 w 778388"/>
                <a:gd name="connsiteY168" fmla="*/ 222663 h 712609"/>
                <a:gd name="connsiteX169" fmla="*/ 361786 w 778388"/>
                <a:gd name="connsiteY169" fmla="*/ 219593 h 712609"/>
                <a:gd name="connsiteX170" fmla="*/ 361019 w 778388"/>
                <a:gd name="connsiteY170" fmla="*/ 216853 h 712609"/>
                <a:gd name="connsiteX171" fmla="*/ 358936 w 778388"/>
                <a:gd name="connsiteY171" fmla="*/ 209507 h 712609"/>
                <a:gd name="connsiteX172" fmla="*/ 356743 w 778388"/>
                <a:gd name="connsiteY172" fmla="*/ 201723 h 712609"/>
                <a:gd name="connsiteX173" fmla="*/ 355757 w 778388"/>
                <a:gd name="connsiteY173" fmla="*/ 193939 h 712609"/>
                <a:gd name="connsiteX174" fmla="*/ 356743 w 778388"/>
                <a:gd name="connsiteY174" fmla="*/ 186375 h 712609"/>
                <a:gd name="connsiteX175" fmla="*/ 358388 w 778388"/>
                <a:gd name="connsiteY175" fmla="*/ 179687 h 712609"/>
                <a:gd name="connsiteX176" fmla="*/ 358936 w 778388"/>
                <a:gd name="connsiteY176" fmla="*/ 173329 h 712609"/>
                <a:gd name="connsiteX177" fmla="*/ 358498 w 778388"/>
                <a:gd name="connsiteY177" fmla="*/ 166751 h 712609"/>
                <a:gd name="connsiteX178" fmla="*/ 357072 w 778388"/>
                <a:gd name="connsiteY178" fmla="*/ 159734 h 712609"/>
                <a:gd name="connsiteX179" fmla="*/ 350933 w 778388"/>
                <a:gd name="connsiteY179" fmla="*/ 152060 h 712609"/>
                <a:gd name="connsiteX180" fmla="*/ 344465 w 778388"/>
                <a:gd name="connsiteY180" fmla="*/ 144495 h 712609"/>
                <a:gd name="connsiteX181" fmla="*/ 338873 w 778388"/>
                <a:gd name="connsiteY181" fmla="*/ 136383 h 712609"/>
                <a:gd name="connsiteX182" fmla="*/ 335475 w 778388"/>
                <a:gd name="connsiteY182" fmla="*/ 126954 h 712609"/>
                <a:gd name="connsiteX183" fmla="*/ 334159 w 778388"/>
                <a:gd name="connsiteY183" fmla="*/ 115881 h 712609"/>
                <a:gd name="connsiteX184" fmla="*/ 333830 w 778388"/>
                <a:gd name="connsiteY184" fmla="*/ 104260 h 712609"/>
                <a:gd name="connsiteX185" fmla="*/ 333940 w 778388"/>
                <a:gd name="connsiteY185" fmla="*/ 92639 h 712609"/>
                <a:gd name="connsiteX186" fmla="*/ 333830 w 778388"/>
                <a:gd name="connsiteY186" fmla="*/ 81347 h 712609"/>
                <a:gd name="connsiteX187" fmla="*/ 333501 w 778388"/>
                <a:gd name="connsiteY187" fmla="*/ 74988 h 712609"/>
                <a:gd name="connsiteX188" fmla="*/ 333392 w 778388"/>
                <a:gd name="connsiteY188" fmla="*/ 67753 h 712609"/>
                <a:gd name="connsiteX189" fmla="*/ 332844 w 778388"/>
                <a:gd name="connsiteY189" fmla="*/ 60627 h 712609"/>
                <a:gd name="connsiteX190" fmla="*/ 331309 w 778388"/>
                <a:gd name="connsiteY190" fmla="*/ 54707 h 712609"/>
                <a:gd name="connsiteX191" fmla="*/ 328787 w 778388"/>
                <a:gd name="connsiteY191" fmla="*/ 50540 h 712609"/>
                <a:gd name="connsiteX192" fmla="*/ 325169 w 778388"/>
                <a:gd name="connsiteY192" fmla="*/ 46265 h 712609"/>
                <a:gd name="connsiteX193" fmla="*/ 321332 w 778388"/>
                <a:gd name="connsiteY193" fmla="*/ 42208 h 712609"/>
                <a:gd name="connsiteX194" fmla="*/ 318043 w 778388"/>
                <a:gd name="connsiteY194" fmla="*/ 38371 h 712609"/>
                <a:gd name="connsiteX195" fmla="*/ 311136 w 778388"/>
                <a:gd name="connsiteY195" fmla="*/ 28724 h 712609"/>
                <a:gd name="connsiteX196" fmla="*/ 304339 w 778388"/>
                <a:gd name="connsiteY196" fmla="*/ 18857 h 712609"/>
                <a:gd name="connsiteX197" fmla="*/ 297323 w 778388"/>
                <a:gd name="connsiteY197" fmla="*/ 9209 h 712609"/>
                <a:gd name="connsiteX198" fmla="*/ 289868 w 778388"/>
                <a:gd name="connsiteY198" fmla="*/ 0 h 712609"/>
                <a:gd name="connsiteX199" fmla="*/ 287346 w 778388"/>
                <a:gd name="connsiteY199" fmla="*/ 9099 h 712609"/>
                <a:gd name="connsiteX200" fmla="*/ 285373 w 778388"/>
                <a:gd name="connsiteY200" fmla="*/ 15897 h 712609"/>
                <a:gd name="connsiteX201" fmla="*/ 281755 w 778388"/>
                <a:gd name="connsiteY201" fmla="*/ 21159 h 712609"/>
                <a:gd name="connsiteX202" fmla="*/ 274410 w 778388"/>
                <a:gd name="connsiteY202" fmla="*/ 25325 h 712609"/>
                <a:gd name="connsiteX203" fmla="*/ 267503 w 778388"/>
                <a:gd name="connsiteY203" fmla="*/ 29382 h 712609"/>
                <a:gd name="connsiteX204" fmla="*/ 261912 w 778388"/>
                <a:gd name="connsiteY204" fmla="*/ 34973 h 712609"/>
                <a:gd name="connsiteX205" fmla="*/ 257198 w 778388"/>
                <a:gd name="connsiteY205" fmla="*/ 41660 h 712609"/>
                <a:gd name="connsiteX206" fmla="*/ 252812 w 778388"/>
                <a:gd name="connsiteY206" fmla="*/ 48896 h 712609"/>
                <a:gd name="connsiteX207" fmla="*/ 243055 w 778388"/>
                <a:gd name="connsiteY207" fmla="*/ 65450 h 712609"/>
                <a:gd name="connsiteX208" fmla="*/ 233078 w 778388"/>
                <a:gd name="connsiteY208" fmla="*/ 82115 h 712609"/>
                <a:gd name="connsiteX209" fmla="*/ 223321 w 778388"/>
                <a:gd name="connsiteY209" fmla="*/ 98888 h 712609"/>
                <a:gd name="connsiteX210" fmla="*/ 214660 w 778388"/>
                <a:gd name="connsiteY210" fmla="*/ 116101 h 712609"/>
                <a:gd name="connsiteX211" fmla="*/ 211371 w 778388"/>
                <a:gd name="connsiteY211" fmla="*/ 120924 h 712609"/>
                <a:gd name="connsiteX212" fmla="*/ 207753 w 778388"/>
                <a:gd name="connsiteY212" fmla="*/ 123007 h 712609"/>
                <a:gd name="connsiteX213" fmla="*/ 203477 w 778388"/>
                <a:gd name="connsiteY213" fmla="*/ 123994 h 712609"/>
                <a:gd name="connsiteX214" fmla="*/ 198325 w 778388"/>
                <a:gd name="connsiteY214" fmla="*/ 125419 h 712609"/>
                <a:gd name="connsiteX215" fmla="*/ 193830 w 778388"/>
                <a:gd name="connsiteY215" fmla="*/ 127941 h 712609"/>
                <a:gd name="connsiteX216" fmla="*/ 189883 w 778388"/>
                <a:gd name="connsiteY216" fmla="*/ 131888 h 712609"/>
                <a:gd name="connsiteX217" fmla="*/ 186375 w 778388"/>
                <a:gd name="connsiteY217" fmla="*/ 136273 h 712609"/>
                <a:gd name="connsiteX218" fmla="*/ 183196 w 778388"/>
                <a:gd name="connsiteY218" fmla="*/ 140549 h 712609"/>
                <a:gd name="connsiteX219" fmla="*/ 175412 w 778388"/>
                <a:gd name="connsiteY219" fmla="*/ 149429 h 712609"/>
                <a:gd name="connsiteX220" fmla="*/ 167299 w 778388"/>
                <a:gd name="connsiteY220" fmla="*/ 157103 h 712609"/>
                <a:gd name="connsiteX221" fmla="*/ 158638 w 778388"/>
                <a:gd name="connsiteY221" fmla="*/ 164010 h 712609"/>
                <a:gd name="connsiteX222" fmla="*/ 149210 w 778388"/>
                <a:gd name="connsiteY222" fmla="*/ 170697 h 712609"/>
                <a:gd name="connsiteX223" fmla="*/ 141426 w 778388"/>
                <a:gd name="connsiteY223" fmla="*/ 174863 h 712609"/>
                <a:gd name="connsiteX224" fmla="*/ 133203 w 778388"/>
                <a:gd name="connsiteY224" fmla="*/ 179139 h 712609"/>
                <a:gd name="connsiteX225" fmla="*/ 125310 w 778388"/>
                <a:gd name="connsiteY225" fmla="*/ 184182 h 712609"/>
                <a:gd name="connsiteX226" fmla="*/ 119061 w 778388"/>
                <a:gd name="connsiteY226" fmla="*/ 190541 h 712609"/>
                <a:gd name="connsiteX227" fmla="*/ 117416 w 778388"/>
                <a:gd name="connsiteY227" fmla="*/ 193720 h 712609"/>
                <a:gd name="connsiteX228" fmla="*/ 116320 w 778388"/>
                <a:gd name="connsiteY228" fmla="*/ 197228 h 712609"/>
                <a:gd name="connsiteX229" fmla="*/ 115004 w 778388"/>
                <a:gd name="connsiteY229" fmla="*/ 200517 h 712609"/>
                <a:gd name="connsiteX230" fmla="*/ 112702 w 778388"/>
                <a:gd name="connsiteY230" fmla="*/ 203258 h 712609"/>
                <a:gd name="connsiteX231" fmla="*/ 109742 w 778388"/>
                <a:gd name="connsiteY231" fmla="*/ 204574 h 712609"/>
                <a:gd name="connsiteX232" fmla="*/ 106453 w 778388"/>
                <a:gd name="connsiteY232" fmla="*/ 205012 h 712609"/>
                <a:gd name="connsiteX233" fmla="*/ 103054 w 778388"/>
                <a:gd name="connsiteY233" fmla="*/ 205451 h 712609"/>
                <a:gd name="connsiteX234" fmla="*/ 99875 w 778388"/>
                <a:gd name="connsiteY234" fmla="*/ 206438 h 712609"/>
                <a:gd name="connsiteX235" fmla="*/ 92859 w 778388"/>
                <a:gd name="connsiteY235" fmla="*/ 211152 h 712609"/>
                <a:gd name="connsiteX236" fmla="*/ 86609 w 778388"/>
                <a:gd name="connsiteY236" fmla="*/ 217072 h 712609"/>
                <a:gd name="connsiteX237" fmla="*/ 81018 w 778388"/>
                <a:gd name="connsiteY237" fmla="*/ 223869 h 712609"/>
                <a:gd name="connsiteX238" fmla="*/ 76195 w 778388"/>
                <a:gd name="connsiteY238" fmla="*/ 231105 h 712609"/>
                <a:gd name="connsiteX239" fmla="*/ 71152 w 778388"/>
                <a:gd name="connsiteY239" fmla="*/ 238231 h 712609"/>
                <a:gd name="connsiteX240" fmla="*/ 65450 w 778388"/>
                <a:gd name="connsiteY240" fmla="*/ 244480 h 712609"/>
                <a:gd name="connsiteX241" fmla="*/ 59092 w 778388"/>
                <a:gd name="connsiteY241" fmla="*/ 250071 h 712609"/>
                <a:gd name="connsiteX242" fmla="*/ 52295 w 778388"/>
                <a:gd name="connsiteY242" fmla="*/ 255005 h 712609"/>
                <a:gd name="connsiteX243" fmla="*/ 48786 w 778388"/>
                <a:gd name="connsiteY243" fmla="*/ 257307 h 712609"/>
                <a:gd name="connsiteX244" fmla="*/ 44730 w 778388"/>
                <a:gd name="connsiteY244" fmla="*/ 259500 h 712609"/>
                <a:gd name="connsiteX245" fmla="*/ 40564 w 778388"/>
                <a:gd name="connsiteY245" fmla="*/ 261144 h 712609"/>
                <a:gd name="connsiteX246" fmla="*/ 36617 w 778388"/>
                <a:gd name="connsiteY246" fmla="*/ 261583 h 712609"/>
                <a:gd name="connsiteX247" fmla="*/ 33219 w 778388"/>
                <a:gd name="connsiteY247" fmla="*/ 259938 h 712609"/>
                <a:gd name="connsiteX248" fmla="*/ 32999 w 778388"/>
                <a:gd name="connsiteY248" fmla="*/ 257088 h 712609"/>
                <a:gd name="connsiteX249" fmla="*/ 34096 w 778388"/>
                <a:gd name="connsiteY249" fmla="*/ 253799 h 712609"/>
                <a:gd name="connsiteX250" fmla="*/ 34096 w 778388"/>
                <a:gd name="connsiteY250" fmla="*/ 250839 h 712609"/>
                <a:gd name="connsiteX251" fmla="*/ 31903 w 778388"/>
                <a:gd name="connsiteY251" fmla="*/ 248646 h 712609"/>
                <a:gd name="connsiteX252" fmla="*/ 28504 w 778388"/>
                <a:gd name="connsiteY252" fmla="*/ 248098 h 712609"/>
                <a:gd name="connsiteX253" fmla="*/ 24777 w 778388"/>
                <a:gd name="connsiteY253" fmla="*/ 248427 h 712609"/>
                <a:gd name="connsiteX254" fmla="*/ 21598 w 778388"/>
                <a:gd name="connsiteY254" fmla="*/ 248975 h 712609"/>
                <a:gd name="connsiteX255" fmla="*/ 20063 w 778388"/>
                <a:gd name="connsiteY255" fmla="*/ 250948 h 712609"/>
                <a:gd name="connsiteX256" fmla="*/ 18638 w 778388"/>
                <a:gd name="connsiteY256" fmla="*/ 255224 h 712609"/>
                <a:gd name="connsiteX257" fmla="*/ 17541 w 778388"/>
                <a:gd name="connsiteY257" fmla="*/ 259938 h 712609"/>
                <a:gd name="connsiteX258" fmla="*/ 16774 w 778388"/>
                <a:gd name="connsiteY258" fmla="*/ 263008 h 712609"/>
                <a:gd name="connsiteX259" fmla="*/ 15897 w 778388"/>
                <a:gd name="connsiteY259" fmla="*/ 266955 h 712609"/>
                <a:gd name="connsiteX260" fmla="*/ 15020 w 778388"/>
                <a:gd name="connsiteY260" fmla="*/ 271669 h 712609"/>
                <a:gd name="connsiteX261" fmla="*/ 13595 w 778388"/>
                <a:gd name="connsiteY261" fmla="*/ 275944 h 712609"/>
                <a:gd name="connsiteX262" fmla="*/ 11183 w 778388"/>
                <a:gd name="connsiteY262" fmla="*/ 278576 h 712609"/>
                <a:gd name="connsiteX263" fmla="*/ 7894 w 778388"/>
                <a:gd name="connsiteY263" fmla="*/ 278685 h 712609"/>
                <a:gd name="connsiteX264" fmla="*/ 4824 w 778388"/>
                <a:gd name="connsiteY264" fmla="*/ 277589 h 712609"/>
                <a:gd name="connsiteX265" fmla="*/ 2193 w 778388"/>
                <a:gd name="connsiteY265" fmla="*/ 277808 h 712609"/>
                <a:gd name="connsiteX266" fmla="*/ 110 w 778388"/>
                <a:gd name="connsiteY266" fmla="*/ 281755 h 712609"/>
                <a:gd name="connsiteX267" fmla="*/ 0 w 778388"/>
                <a:gd name="connsiteY267" fmla="*/ 285921 h 712609"/>
                <a:gd name="connsiteX268" fmla="*/ 1754 w 778388"/>
                <a:gd name="connsiteY268" fmla="*/ 288114 h 712609"/>
                <a:gd name="connsiteX269" fmla="*/ 4385 w 778388"/>
                <a:gd name="connsiteY269" fmla="*/ 289539 h 712609"/>
                <a:gd name="connsiteX270" fmla="*/ 7126 w 778388"/>
                <a:gd name="connsiteY270" fmla="*/ 291512 h 712609"/>
                <a:gd name="connsiteX271" fmla="*/ 9209 w 778388"/>
                <a:gd name="connsiteY271" fmla="*/ 294911 h 712609"/>
                <a:gd name="connsiteX272" fmla="*/ 10525 w 778388"/>
                <a:gd name="connsiteY272" fmla="*/ 299186 h 712609"/>
                <a:gd name="connsiteX273" fmla="*/ 11512 w 778388"/>
                <a:gd name="connsiteY273" fmla="*/ 303681 h 712609"/>
                <a:gd name="connsiteX274" fmla="*/ 12279 w 778388"/>
                <a:gd name="connsiteY274" fmla="*/ 307628 h 712609"/>
                <a:gd name="connsiteX275" fmla="*/ 14143 w 778388"/>
                <a:gd name="connsiteY275" fmla="*/ 313658 h 712609"/>
                <a:gd name="connsiteX276" fmla="*/ 14691 w 778388"/>
                <a:gd name="connsiteY276" fmla="*/ 318482 h 712609"/>
                <a:gd name="connsiteX277" fmla="*/ 13704 w 778388"/>
                <a:gd name="connsiteY277" fmla="*/ 323086 h 712609"/>
                <a:gd name="connsiteX278" fmla="*/ 10744 w 778388"/>
                <a:gd name="connsiteY278" fmla="*/ 328458 h 712609"/>
                <a:gd name="connsiteX279" fmla="*/ 8880 w 778388"/>
                <a:gd name="connsiteY279" fmla="*/ 333611 h 712609"/>
                <a:gd name="connsiteX280" fmla="*/ 9538 w 778388"/>
                <a:gd name="connsiteY280" fmla="*/ 338544 h 712609"/>
                <a:gd name="connsiteX281" fmla="*/ 11731 w 778388"/>
                <a:gd name="connsiteY281" fmla="*/ 343478 h 712609"/>
                <a:gd name="connsiteX282" fmla="*/ 14362 w 778388"/>
                <a:gd name="connsiteY282" fmla="*/ 348631 h 712609"/>
                <a:gd name="connsiteX283" fmla="*/ 16664 w 778388"/>
                <a:gd name="connsiteY283" fmla="*/ 353454 h 712609"/>
                <a:gd name="connsiteX284" fmla="*/ 18967 w 778388"/>
                <a:gd name="connsiteY284" fmla="*/ 358388 h 712609"/>
                <a:gd name="connsiteX285" fmla="*/ 21050 w 778388"/>
                <a:gd name="connsiteY285" fmla="*/ 363431 h 712609"/>
                <a:gd name="connsiteX286" fmla="*/ 23023 w 778388"/>
                <a:gd name="connsiteY286" fmla="*/ 368364 h 712609"/>
                <a:gd name="connsiteX287" fmla="*/ 28614 w 778388"/>
                <a:gd name="connsiteY287" fmla="*/ 378560 h 712609"/>
                <a:gd name="connsiteX288" fmla="*/ 35959 w 778388"/>
                <a:gd name="connsiteY288" fmla="*/ 386783 h 712609"/>
                <a:gd name="connsiteX289" fmla="*/ 44292 w 778388"/>
                <a:gd name="connsiteY289" fmla="*/ 394238 h 712609"/>
                <a:gd name="connsiteX290" fmla="*/ 52843 w 778388"/>
                <a:gd name="connsiteY290" fmla="*/ 402131 h 712609"/>
                <a:gd name="connsiteX291" fmla="*/ 54597 w 778388"/>
                <a:gd name="connsiteY291" fmla="*/ 403776 h 712609"/>
                <a:gd name="connsiteX292" fmla="*/ 56461 w 778388"/>
                <a:gd name="connsiteY292" fmla="*/ 405091 h 712609"/>
                <a:gd name="connsiteX293" fmla="*/ 58653 w 778388"/>
                <a:gd name="connsiteY293" fmla="*/ 405859 h 712609"/>
                <a:gd name="connsiteX294" fmla="*/ 60956 w 778388"/>
                <a:gd name="connsiteY294" fmla="*/ 405859 h 712609"/>
                <a:gd name="connsiteX295" fmla="*/ 68301 w 778388"/>
                <a:gd name="connsiteY295" fmla="*/ 410025 h 712609"/>
                <a:gd name="connsiteX296" fmla="*/ 74550 w 778388"/>
                <a:gd name="connsiteY296" fmla="*/ 418028 h 712609"/>
                <a:gd name="connsiteX297" fmla="*/ 79922 w 778388"/>
                <a:gd name="connsiteY297" fmla="*/ 427347 h 712609"/>
                <a:gd name="connsiteX298" fmla="*/ 84307 w 778388"/>
                <a:gd name="connsiteY298" fmla="*/ 435130 h 712609"/>
                <a:gd name="connsiteX299" fmla="*/ 84527 w 778388"/>
                <a:gd name="connsiteY299" fmla="*/ 435459 h 712609"/>
                <a:gd name="connsiteX300" fmla="*/ 84856 w 778388"/>
                <a:gd name="connsiteY300" fmla="*/ 435788 h 712609"/>
                <a:gd name="connsiteX301" fmla="*/ 85075 w 778388"/>
                <a:gd name="connsiteY301" fmla="*/ 436117 h 712609"/>
                <a:gd name="connsiteX302" fmla="*/ 85404 w 778388"/>
                <a:gd name="connsiteY302" fmla="*/ 436556 h 712609"/>
                <a:gd name="connsiteX303" fmla="*/ 88583 w 778388"/>
                <a:gd name="connsiteY303" fmla="*/ 440831 h 712609"/>
                <a:gd name="connsiteX304" fmla="*/ 91982 w 778388"/>
                <a:gd name="connsiteY304" fmla="*/ 445107 h 712609"/>
                <a:gd name="connsiteX305" fmla="*/ 95819 w 778388"/>
                <a:gd name="connsiteY305" fmla="*/ 448834 h 712609"/>
                <a:gd name="connsiteX306" fmla="*/ 100423 w 778388"/>
                <a:gd name="connsiteY306" fmla="*/ 451466 h 712609"/>
                <a:gd name="connsiteX307" fmla="*/ 106015 w 778388"/>
                <a:gd name="connsiteY307" fmla="*/ 452014 h 712609"/>
                <a:gd name="connsiteX308" fmla="*/ 110509 w 778388"/>
                <a:gd name="connsiteY308" fmla="*/ 450040 h 712609"/>
                <a:gd name="connsiteX309" fmla="*/ 114676 w 778388"/>
                <a:gd name="connsiteY309" fmla="*/ 446751 h 712609"/>
                <a:gd name="connsiteX310" fmla="*/ 119609 w 778388"/>
                <a:gd name="connsiteY310" fmla="*/ 443791 h 712609"/>
                <a:gd name="connsiteX311" fmla="*/ 121034 w 778388"/>
                <a:gd name="connsiteY311" fmla="*/ 443462 h 712609"/>
                <a:gd name="connsiteX312" fmla="*/ 122569 w 778388"/>
                <a:gd name="connsiteY312" fmla="*/ 443243 h 712609"/>
                <a:gd name="connsiteX313" fmla="*/ 123994 w 778388"/>
                <a:gd name="connsiteY313" fmla="*/ 443134 h 712609"/>
                <a:gd name="connsiteX314" fmla="*/ 125529 w 778388"/>
                <a:gd name="connsiteY314" fmla="*/ 443243 h 712609"/>
                <a:gd name="connsiteX315" fmla="*/ 131888 w 778388"/>
                <a:gd name="connsiteY315" fmla="*/ 441708 h 712609"/>
                <a:gd name="connsiteX316" fmla="*/ 135615 w 778388"/>
                <a:gd name="connsiteY316" fmla="*/ 436336 h 712609"/>
                <a:gd name="connsiteX317" fmla="*/ 138137 w 778388"/>
                <a:gd name="connsiteY317" fmla="*/ 429320 h 712609"/>
                <a:gd name="connsiteX318" fmla="*/ 140987 w 778388"/>
                <a:gd name="connsiteY318" fmla="*/ 423071 h 712609"/>
                <a:gd name="connsiteX319" fmla="*/ 146907 w 778388"/>
                <a:gd name="connsiteY319" fmla="*/ 419453 h 712609"/>
                <a:gd name="connsiteX320" fmla="*/ 155239 w 778388"/>
                <a:gd name="connsiteY320" fmla="*/ 418247 h 712609"/>
                <a:gd name="connsiteX321" fmla="*/ 163900 w 778388"/>
                <a:gd name="connsiteY321" fmla="*/ 418357 h 712609"/>
                <a:gd name="connsiteX322" fmla="*/ 170917 w 778388"/>
                <a:gd name="connsiteY322" fmla="*/ 418466 h 712609"/>
                <a:gd name="connsiteX323" fmla="*/ 175083 w 778388"/>
                <a:gd name="connsiteY323" fmla="*/ 418247 h 712609"/>
                <a:gd name="connsiteX324" fmla="*/ 179578 w 778388"/>
                <a:gd name="connsiteY324" fmla="*/ 418247 h 712609"/>
                <a:gd name="connsiteX325" fmla="*/ 183744 w 778388"/>
                <a:gd name="connsiteY325" fmla="*/ 419234 h 712609"/>
                <a:gd name="connsiteX326" fmla="*/ 186813 w 778388"/>
                <a:gd name="connsiteY326" fmla="*/ 422303 h 712609"/>
                <a:gd name="connsiteX327" fmla="*/ 189554 w 778388"/>
                <a:gd name="connsiteY327" fmla="*/ 427895 h 712609"/>
                <a:gd name="connsiteX328" fmla="*/ 191966 w 778388"/>
                <a:gd name="connsiteY328" fmla="*/ 433705 h 712609"/>
                <a:gd name="connsiteX329" fmla="*/ 194378 w 778388"/>
                <a:gd name="connsiteY329" fmla="*/ 439516 h 712609"/>
                <a:gd name="connsiteX330" fmla="*/ 196680 w 778388"/>
                <a:gd name="connsiteY330" fmla="*/ 445436 h 712609"/>
                <a:gd name="connsiteX331" fmla="*/ 197229 w 778388"/>
                <a:gd name="connsiteY331" fmla="*/ 449821 h 712609"/>
                <a:gd name="connsiteX332" fmla="*/ 195255 w 778388"/>
                <a:gd name="connsiteY332" fmla="*/ 452452 h 712609"/>
                <a:gd name="connsiteX333" fmla="*/ 191747 w 778388"/>
                <a:gd name="connsiteY333" fmla="*/ 454426 h 712609"/>
                <a:gd name="connsiteX334" fmla="*/ 188019 w 778388"/>
                <a:gd name="connsiteY334" fmla="*/ 456399 h 712609"/>
                <a:gd name="connsiteX335" fmla="*/ 184730 w 778388"/>
                <a:gd name="connsiteY335" fmla="*/ 459140 h 712609"/>
                <a:gd name="connsiteX336" fmla="*/ 182647 w 778388"/>
                <a:gd name="connsiteY336" fmla="*/ 462429 h 712609"/>
                <a:gd name="connsiteX337" fmla="*/ 181442 w 778388"/>
                <a:gd name="connsiteY337" fmla="*/ 466266 h 712609"/>
                <a:gd name="connsiteX338" fmla="*/ 181332 w 778388"/>
                <a:gd name="connsiteY338" fmla="*/ 470870 h 712609"/>
                <a:gd name="connsiteX339" fmla="*/ 183196 w 778388"/>
                <a:gd name="connsiteY339" fmla="*/ 477997 h 712609"/>
                <a:gd name="connsiteX340" fmla="*/ 185607 w 778388"/>
                <a:gd name="connsiteY340" fmla="*/ 485123 h 712609"/>
                <a:gd name="connsiteX341" fmla="*/ 188019 w 778388"/>
                <a:gd name="connsiteY341" fmla="*/ 492139 h 712609"/>
                <a:gd name="connsiteX342" fmla="*/ 189883 w 778388"/>
                <a:gd name="connsiteY342" fmla="*/ 499484 h 712609"/>
                <a:gd name="connsiteX343" fmla="*/ 190541 w 778388"/>
                <a:gd name="connsiteY343" fmla="*/ 506062 h 712609"/>
                <a:gd name="connsiteX344" fmla="*/ 191308 w 778388"/>
                <a:gd name="connsiteY344" fmla="*/ 512640 h 712609"/>
                <a:gd name="connsiteX345" fmla="*/ 191966 w 778388"/>
                <a:gd name="connsiteY345" fmla="*/ 519109 h 712609"/>
                <a:gd name="connsiteX346" fmla="*/ 192624 w 778388"/>
                <a:gd name="connsiteY346" fmla="*/ 525687 h 712609"/>
                <a:gd name="connsiteX347" fmla="*/ 192076 w 778388"/>
                <a:gd name="connsiteY347" fmla="*/ 528647 h 712609"/>
                <a:gd name="connsiteX348" fmla="*/ 190212 w 778388"/>
                <a:gd name="connsiteY348" fmla="*/ 531716 h 712609"/>
                <a:gd name="connsiteX349" fmla="*/ 188019 w 778388"/>
                <a:gd name="connsiteY349" fmla="*/ 534567 h 712609"/>
                <a:gd name="connsiteX350" fmla="*/ 186156 w 778388"/>
                <a:gd name="connsiteY350" fmla="*/ 536869 h 712609"/>
                <a:gd name="connsiteX351" fmla="*/ 178043 w 778388"/>
                <a:gd name="connsiteY351" fmla="*/ 547942 h 712609"/>
                <a:gd name="connsiteX352" fmla="*/ 169821 w 778388"/>
                <a:gd name="connsiteY352" fmla="*/ 558796 h 712609"/>
                <a:gd name="connsiteX353" fmla="*/ 161708 w 778388"/>
                <a:gd name="connsiteY353" fmla="*/ 569759 h 712609"/>
                <a:gd name="connsiteX354" fmla="*/ 153485 w 778388"/>
                <a:gd name="connsiteY354" fmla="*/ 580722 h 712609"/>
                <a:gd name="connsiteX355" fmla="*/ 161379 w 778388"/>
                <a:gd name="connsiteY355" fmla="*/ 584559 h 712609"/>
                <a:gd name="connsiteX356" fmla="*/ 167518 w 778388"/>
                <a:gd name="connsiteY356" fmla="*/ 584778 h 712609"/>
                <a:gd name="connsiteX357" fmla="*/ 173438 w 778388"/>
                <a:gd name="connsiteY357" fmla="*/ 582147 h 712609"/>
                <a:gd name="connsiteX358" fmla="*/ 180564 w 778388"/>
                <a:gd name="connsiteY358" fmla="*/ 577652 h 712609"/>
                <a:gd name="connsiteX359" fmla="*/ 181003 w 778388"/>
                <a:gd name="connsiteY359" fmla="*/ 577323 h 712609"/>
                <a:gd name="connsiteX360" fmla="*/ 181442 w 778388"/>
                <a:gd name="connsiteY360" fmla="*/ 577104 h 712609"/>
                <a:gd name="connsiteX361" fmla="*/ 181990 w 778388"/>
                <a:gd name="connsiteY361" fmla="*/ 576775 h 712609"/>
                <a:gd name="connsiteX362" fmla="*/ 182428 w 778388"/>
                <a:gd name="connsiteY362" fmla="*/ 576556 h 712609"/>
                <a:gd name="connsiteX363" fmla="*/ 187033 w 778388"/>
                <a:gd name="connsiteY363" fmla="*/ 574692 h 712609"/>
                <a:gd name="connsiteX364" fmla="*/ 191856 w 778388"/>
                <a:gd name="connsiteY364" fmla="*/ 574034 h 712609"/>
                <a:gd name="connsiteX365" fmla="*/ 196132 w 778388"/>
                <a:gd name="connsiteY365" fmla="*/ 575350 h 712609"/>
                <a:gd name="connsiteX366" fmla="*/ 199311 w 778388"/>
                <a:gd name="connsiteY366" fmla="*/ 579406 h 712609"/>
                <a:gd name="connsiteX367" fmla="*/ 199860 w 778388"/>
                <a:gd name="connsiteY367" fmla="*/ 582367 h 712609"/>
                <a:gd name="connsiteX368" fmla="*/ 199641 w 778388"/>
                <a:gd name="connsiteY368" fmla="*/ 585546 h 712609"/>
                <a:gd name="connsiteX369" fmla="*/ 199860 w 778388"/>
                <a:gd name="connsiteY369" fmla="*/ 588616 h 712609"/>
                <a:gd name="connsiteX370" fmla="*/ 201066 w 778388"/>
                <a:gd name="connsiteY370" fmla="*/ 591356 h 712609"/>
                <a:gd name="connsiteX371" fmla="*/ 202820 w 778388"/>
                <a:gd name="connsiteY371" fmla="*/ 593439 h 712609"/>
                <a:gd name="connsiteX372" fmla="*/ 204903 w 778388"/>
                <a:gd name="connsiteY372" fmla="*/ 595303 h 712609"/>
                <a:gd name="connsiteX373" fmla="*/ 207205 w 778388"/>
                <a:gd name="connsiteY373" fmla="*/ 596948 h 712609"/>
                <a:gd name="connsiteX374" fmla="*/ 209507 w 778388"/>
                <a:gd name="connsiteY374" fmla="*/ 598154 h 712609"/>
                <a:gd name="connsiteX375" fmla="*/ 216414 w 778388"/>
                <a:gd name="connsiteY375" fmla="*/ 599140 h 712609"/>
                <a:gd name="connsiteX376" fmla="*/ 223650 w 778388"/>
                <a:gd name="connsiteY376" fmla="*/ 597934 h 712609"/>
                <a:gd name="connsiteX377" fmla="*/ 230995 w 778388"/>
                <a:gd name="connsiteY377" fmla="*/ 596071 h 712609"/>
                <a:gd name="connsiteX378" fmla="*/ 238121 w 778388"/>
                <a:gd name="connsiteY378" fmla="*/ 595194 h 712609"/>
                <a:gd name="connsiteX379" fmla="*/ 244370 w 778388"/>
                <a:gd name="connsiteY379" fmla="*/ 595522 h 712609"/>
                <a:gd name="connsiteX380" fmla="*/ 251168 w 778388"/>
                <a:gd name="connsiteY380" fmla="*/ 596180 h 712609"/>
                <a:gd name="connsiteX381" fmla="*/ 257746 w 778388"/>
                <a:gd name="connsiteY381" fmla="*/ 597605 h 712609"/>
                <a:gd name="connsiteX382" fmla="*/ 263666 w 778388"/>
                <a:gd name="connsiteY382" fmla="*/ 599908 h 712609"/>
                <a:gd name="connsiteX383" fmla="*/ 266955 w 778388"/>
                <a:gd name="connsiteY383" fmla="*/ 602539 h 712609"/>
                <a:gd name="connsiteX384" fmla="*/ 270134 w 778388"/>
                <a:gd name="connsiteY384" fmla="*/ 605499 h 712609"/>
                <a:gd name="connsiteX385" fmla="*/ 273204 w 778388"/>
                <a:gd name="connsiteY385" fmla="*/ 608569 h 712609"/>
                <a:gd name="connsiteX386" fmla="*/ 276273 w 778388"/>
                <a:gd name="connsiteY386" fmla="*/ 611638 h 712609"/>
                <a:gd name="connsiteX387" fmla="*/ 285373 w 778388"/>
                <a:gd name="connsiteY387" fmla="*/ 619093 h 712609"/>
                <a:gd name="connsiteX388" fmla="*/ 294582 w 778388"/>
                <a:gd name="connsiteY388" fmla="*/ 626329 h 712609"/>
                <a:gd name="connsiteX389" fmla="*/ 303901 w 778388"/>
                <a:gd name="connsiteY389" fmla="*/ 633565 h 712609"/>
                <a:gd name="connsiteX390" fmla="*/ 313219 w 778388"/>
                <a:gd name="connsiteY390" fmla="*/ 640910 h 712609"/>
                <a:gd name="connsiteX391" fmla="*/ 317166 w 778388"/>
                <a:gd name="connsiteY391" fmla="*/ 644418 h 712609"/>
                <a:gd name="connsiteX392" fmla="*/ 321223 w 778388"/>
                <a:gd name="connsiteY392" fmla="*/ 648036 h 712609"/>
                <a:gd name="connsiteX393" fmla="*/ 325279 w 778388"/>
                <a:gd name="connsiteY393" fmla="*/ 651545 h 712609"/>
                <a:gd name="connsiteX394" fmla="*/ 329555 w 778388"/>
                <a:gd name="connsiteY394" fmla="*/ 654395 h 712609"/>
                <a:gd name="connsiteX395" fmla="*/ 336133 w 778388"/>
                <a:gd name="connsiteY395" fmla="*/ 654285 h 712609"/>
                <a:gd name="connsiteX396" fmla="*/ 343478 w 778388"/>
                <a:gd name="connsiteY396" fmla="*/ 654285 h 712609"/>
                <a:gd name="connsiteX397" fmla="*/ 350165 w 778388"/>
                <a:gd name="connsiteY397" fmla="*/ 653299 h 712609"/>
                <a:gd name="connsiteX398" fmla="*/ 354770 w 778388"/>
                <a:gd name="connsiteY398" fmla="*/ 649790 h 712609"/>
                <a:gd name="connsiteX399" fmla="*/ 356195 w 778388"/>
                <a:gd name="connsiteY399" fmla="*/ 645953 h 712609"/>
                <a:gd name="connsiteX400" fmla="*/ 357182 w 778388"/>
                <a:gd name="connsiteY400" fmla="*/ 641129 h 712609"/>
                <a:gd name="connsiteX401" fmla="*/ 357949 w 778388"/>
                <a:gd name="connsiteY401" fmla="*/ 636306 h 712609"/>
                <a:gd name="connsiteX402" fmla="*/ 358826 w 778388"/>
                <a:gd name="connsiteY402" fmla="*/ 632030 h 712609"/>
                <a:gd name="connsiteX403" fmla="*/ 359703 w 778388"/>
                <a:gd name="connsiteY403" fmla="*/ 629289 h 712609"/>
                <a:gd name="connsiteX404" fmla="*/ 360690 w 778388"/>
                <a:gd name="connsiteY404" fmla="*/ 626548 h 712609"/>
                <a:gd name="connsiteX405" fmla="*/ 361896 w 778388"/>
                <a:gd name="connsiteY405" fmla="*/ 623917 h 712609"/>
                <a:gd name="connsiteX406" fmla="*/ 363321 w 778388"/>
                <a:gd name="connsiteY406" fmla="*/ 621396 h 712609"/>
                <a:gd name="connsiteX407" fmla="*/ 364747 w 778388"/>
                <a:gd name="connsiteY407" fmla="*/ 619642 h 712609"/>
                <a:gd name="connsiteX408" fmla="*/ 366610 w 778388"/>
                <a:gd name="connsiteY408" fmla="*/ 617778 h 712609"/>
                <a:gd name="connsiteX409" fmla="*/ 368693 w 778388"/>
                <a:gd name="connsiteY409" fmla="*/ 616243 h 712609"/>
                <a:gd name="connsiteX410" fmla="*/ 370776 w 778388"/>
                <a:gd name="connsiteY410" fmla="*/ 615366 h 712609"/>
                <a:gd name="connsiteX411" fmla="*/ 373517 w 778388"/>
                <a:gd name="connsiteY411" fmla="*/ 615147 h 712609"/>
                <a:gd name="connsiteX412" fmla="*/ 375052 w 778388"/>
                <a:gd name="connsiteY412" fmla="*/ 616024 h 712609"/>
                <a:gd name="connsiteX413" fmla="*/ 376148 w 778388"/>
                <a:gd name="connsiteY413" fmla="*/ 617230 h 712609"/>
                <a:gd name="connsiteX414" fmla="*/ 377683 w 778388"/>
                <a:gd name="connsiteY414" fmla="*/ 618326 h 712609"/>
                <a:gd name="connsiteX415" fmla="*/ 379985 w 778388"/>
                <a:gd name="connsiteY415" fmla="*/ 619093 h 712609"/>
                <a:gd name="connsiteX416" fmla="*/ 381849 w 778388"/>
                <a:gd name="connsiteY416" fmla="*/ 619642 h 712609"/>
                <a:gd name="connsiteX417" fmla="*/ 383713 w 778388"/>
                <a:gd name="connsiteY417" fmla="*/ 620299 h 712609"/>
                <a:gd name="connsiteX418" fmla="*/ 386125 w 778388"/>
                <a:gd name="connsiteY418" fmla="*/ 621725 h 712609"/>
                <a:gd name="connsiteX419" fmla="*/ 389633 w 778388"/>
                <a:gd name="connsiteY419" fmla="*/ 623479 h 712609"/>
                <a:gd name="connsiteX420" fmla="*/ 393361 w 778388"/>
                <a:gd name="connsiteY420" fmla="*/ 625014 h 712609"/>
                <a:gd name="connsiteX421" fmla="*/ 397198 w 778388"/>
                <a:gd name="connsiteY421" fmla="*/ 626439 h 712609"/>
                <a:gd name="connsiteX422" fmla="*/ 400815 w 778388"/>
                <a:gd name="connsiteY422" fmla="*/ 628083 h 712609"/>
                <a:gd name="connsiteX423" fmla="*/ 403008 w 778388"/>
                <a:gd name="connsiteY423" fmla="*/ 629399 h 712609"/>
                <a:gd name="connsiteX424" fmla="*/ 405310 w 778388"/>
                <a:gd name="connsiteY424" fmla="*/ 630495 h 712609"/>
                <a:gd name="connsiteX425" fmla="*/ 407722 w 778388"/>
                <a:gd name="connsiteY425" fmla="*/ 631262 h 712609"/>
                <a:gd name="connsiteX426" fmla="*/ 410244 w 778388"/>
                <a:gd name="connsiteY426" fmla="*/ 631920 h 712609"/>
                <a:gd name="connsiteX427" fmla="*/ 416822 w 778388"/>
                <a:gd name="connsiteY427" fmla="*/ 633894 h 712609"/>
                <a:gd name="connsiteX428" fmla="*/ 423290 w 778388"/>
                <a:gd name="connsiteY428" fmla="*/ 635867 h 712609"/>
                <a:gd name="connsiteX429" fmla="*/ 429759 w 778388"/>
                <a:gd name="connsiteY429" fmla="*/ 638060 h 712609"/>
                <a:gd name="connsiteX430" fmla="*/ 436337 w 778388"/>
                <a:gd name="connsiteY430" fmla="*/ 640362 h 712609"/>
                <a:gd name="connsiteX431" fmla="*/ 437213 w 778388"/>
                <a:gd name="connsiteY431" fmla="*/ 640800 h 712609"/>
                <a:gd name="connsiteX432" fmla="*/ 437652 w 778388"/>
                <a:gd name="connsiteY432" fmla="*/ 641020 h 712609"/>
                <a:gd name="connsiteX433" fmla="*/ 438091 w 778388"/>
                <a:gd name="connsiteY433" fmla="*/ 641239 h 712609"/>
                <a:gd name="connsiteX434" fmla="*/ 445546 w 778388"/>
                <a:gd name="connsiteY434" fmla="*/ 647050 h 712609"/>
                <a:gd name="connsiteX435" fmla="*/ 453220 w 778388"/>
                <a:gd name="connsiteY435" fmla="*/ 654943 h 712609"/>
                <a:gd name="connsiteX436" fmla="*/ 461333 w 778388"/>
                <a:gd name="connsiteY436" fmla="*/ 661192 h 712609"/>
                <a:gd name="connsiteX437" fmla="*/ 469774 w 778388"/>
                <a:gd name="connsiteY437" fmla="*/ 662069 h 712609"/>
                <a:gd name="connsiteX438" fmla="*/ 477120 w 778388"/>
                <a:gd name="connsiteY438" fmla="*/ 661960 h 712609"/>
                <a:gd name="connsiteX439" fmla="*/ 483040 w 778388"/>
                <a:gd name="connsiteY439" fmla="*/ 663933 h 712609"/>
                <a:gd name="connsiteX440" fmla="*/ 488412 w 778388"/>
                <a:gd name="connsiteY440" fmla="*/ 667003 h 712609"/>
                <a:gd name="connsiteX441" fmla="*/ 494442 w 778388"/>
                <a:gd name="connsiteY441" fmla="*/ 669634 h 712609"/>
                <a:gd name="connsiteX442" fmla="*/ 496853 w 778388"/>
                <a:gd name="connsiteY442" fmla="*/ 663823 h 712609"/>
                <a:gd name="connsiteX443" fmla="*/ 499265 w 778388"/>
                <a:gd name="connsiteY443" fmla="*/ 657026 h 712609"/>
                <a:gd name="connsiteX444" fmla="*/ 502664 w 778388"/>
                <a:gd name="connsiteY444" fmla="*/ 651545 h 712609"/>
                <a:gd name="connsiteX445" fmla="*/ 508255 w 778388"/>
                <a:gd name="connsiteY445" fmla="*/ 649571 h 712609"/>
                <a:gd name="connsiteX446" fmla="*/ 510777 w 778388"/>
                <a:gd name="connsiteY446" fmla="*/ 650996 h 712609"/>
                <a:gd name="connsiteX447" fmla="*/ 513627 w 778388"/>
                <a:gd name="connsiteY447" fmla="*/ 652422 h 712609"/>
                <a:gd name="connsiteX448" fmla="*/ 516368 w 778388"/>
                <a:gd name="connsiteY448" fmla="*/ 654176 h 712609"/>
                <a:gd name="connsiteX449" fmla="*/ 518122 w 778388"/>
                <a:gd name="connsiteY449" fmla="*/ 656259 h 712609"/>
                <a:gd name="connsiteX450" fmla="*/ 519328 w 778388"/>
                <a:gd name="connsiteY450" fmla="*/ 657793 h 712609"/>
                <a:gd name="connsiteX451" fmla="*/ 520753 w 778388"/>
                <a:gd name="connsiteY451" fmla="*/ 658780 h 712609"/>
                <a:gd name="connsiteX452" fmla="*/ 522178 w 778388"/>
                <a:gd name="connsiteY452" fmla="*/ 659548 h 712609"/>
                <a:gd name="connsiteX453" fmla="*/ 523494 w 778388"/>
                <a:gd name="connsiteY453" fmla="*/ 660754 h 712609"/>
                <a:gd name="connsiteX454" fmla="*/ 524810 w 778388"/>
                <a:gd name="connsiteY454" fmla="*/ 663056 h 712609"/>
                <a:gd name="connsiteX455" fmla="*/ 525577 w 778388"/>
                <a:gd name="connsiteY455" fmla="*/ 665687 h 712609"/>
                <a:gd name="connsiteX456" fmla="*/ 526673 w 778388"/>
                <a:gd name="connsiteY456" fmla="*/ 668099 h 712609"/>
                <a:gd name="connsiteX457" fmla="*/ 528647 w 778388"/>
                <a:gd name="connsiteY457" fmla="*/ 669524 h 712609"/>
                <a:gd name="connsiteX458" fmla="*/ 530620 w 778388"/>
                <a:gd name="connsiteY458" fmla="*/ 670511 h 712609"/>
                <a:gd name="connsiteX459" fmla="*/ 532045 w 778388"/>
                <a:gd name="connsiteY459" fmla="*/ 672155 h 712609"/>
                <a:gd name="connsiteX460" fmla="*/ 533580 w 778388"/>
                <a:gd name="connsiteY460" fmla="*/ 673690 h 712609"/>
                <a:gd name="connsiteX461" fmla="*/ 535444 w 778388"/>
                <a:gd name="connsiteY461" fmla="*/ 674896 h 712609"/>
                <a:gd name="connsiteX462" fmla="*/ 537856 w 778388"/>
                <a:gd name="connsiteY462" fmla="*/ 675225 h 712609"/>
                <a:gd name="connsiteX463" fmla="*/ 539171 w 778388"/>
                <a:gd name="connsiteY463" fmla="*/ 674567 h 712609"/>
                <a:gd name="connsiteX464" fmla="*/ 540158 w 778388"/>
                <a:gd name="connsiteY464" fmla="*/ 673471 h 712609"/>
                <a:gd name="connsiteX465" fmla="*/ 541583 w 778388"/>
                <a:gd name="connsiteY465" fmla="*/ 672813 h 712609"/>
                <a:gd name="connsiteX466" fmla="*/ 545969 w 778388"/>
                <a:gd name="connsiteY466" fmla="*/ 672813 h 712609"/>
                <a:gd name="connsiteX467" fmla="*/ 551450 w 778388"/>
                <a:gd name="connsiteY467" fmla="*/ 673142 h 712609"/>
                <a:gd name="connsiteX468" fmla="*/ 556384 w 778388"/>
                <a:gd name="connsiteY468" fmla="*/ 672155 h 712609"/>
                <a:gd name="connsiteX469" fmla="*/ 559015 w 778388"/>
                <a:gd name="connsiteY469" fmla="*/ 668538 h 712609"/>
                <a:gd name="connsiteX470" fmla="*/ 560440 w 778388"/>
                <a:gd name="connsiteY470" fmla="*/ 667989 h 712609"/>
                <a:gd name="connsiteX471" fmla="*/ 561975 w 778388"/>
                <a:gd name="connsiteY471" fmla="*/ 667551 h 712609"/>
                <a:gd name="connsiteX472" fmla="*/ 563510 w 778388"/>
                <a:gd name="connsiteY472" fmla="*/ 667222 h 712609"/>
                <a:gd name="connsiteX473" fmla="*/ 565045 w 778388"/>
                <a:gd name="connsiteY473" fmla="*/ 667003 h 712609"/>
                <a:gd name="connsiteX474" fmla="*/ 567676 w 778388"/>
                <a:gd name="connsiteY474" fmla="*/ 666345 h 712609"/>
                <a:gd name="connsiteX475" fmla="*/ 570197 w 778388"/>
                <a:gd name="connsiteY475" fmla="*/ 666783 h 712609"/>
                <a:gd name="connsiteX476" fmla="*/ 572719 w 778388"/>
                <a:gd name="connsiteY476" fmla="*/ 667222 h 712609"/>
                <a:gd name="connsiteX477" fmla="*/ 575021 w 778388"/>
                <a:gd name="connsiteY477" fmla="*/ 666783 h 712609"/>
                <a:gd name="connsiteX478" fmla="*/ 576227 w 778388"/>
                <a:gd name="connsiteY478" fmla="*/ 665797 h 712609"/>
                <a:gd name="connsiteX479" fmla="*/ 577214 w 778388"/>
                <a:gd name="connsiteY479" fmla="*/ 664371 h 712609"/>
                <a:gd name="connsiteX480" fmla="*/ 578201 w 778388"/>
                <a:gd name="connsiteY480" fmla="*/ 662727 h 712609"/>
                <a:gd name="connsiteX481" fmla="*/ 578968 w 778388"/>
                <a:gd name="connsiteY481" fmla="*/ 661302 h 712609"/>
                <a:gd name="connsiteX482" fmla="*/ 579735 w 778388"/>
                <a:gd name="connsiteY482" fmla="*/ 659767 h 712609"/>
                <a:gd name="connsiteX483" fmla="*/ 580613 w 778388"/>
                <a:gd name="connsiteY483" fmla="*/ 658013 h 712609"/>
                <a:gd name="connsiteX484" fmla="*/ 581599 w 778388"/>
                <a:gd name="connsiteY484" fmla="*/ 656368 h 712609"/>
                <a:gd name="connsiteX485" fmla="*/ 582805 w 778388"/>
                <a:gd name="connsiteY485" fmla="*/ 655272 h 712609"/>
                <a:gd name="connsiteX486" fmla="*/ 584121 w 778388"/>
                <a:gd name="connsiteY486" fmla="*/ 653518 h 712609"/>
                <a:gd name="connsiteX487" fmla="*/ 584340 w 778388"/>
                <a:gd name="connsiteY487" fmla="*/ 650777 h 712609"/>
                <a:gd name="connsiteX488" fmla="*/ 584669 w 778388"/>
                <a:gd name="connsiteY488" fmla="*/ 647817 h 712609"/>
                <a:gd name="connsiteX489" fmla="*/ 586094 w 778388"/>
                <a:gd name="connsiteY489" fmla="*/ 645515 h 712609"/>
                <a:gd name="connsiteX490" fmla="*/ 587190 w 778388"/>
                <a:gd name="connsiteY490" fmla="*/ 644747 h 712609"/>
                <a:gd name="connsiteX491" fmla="*/ 588177 w 778388"/>
                <a:gd name="connsiteY491" fmla="*/ 644418 h 712609"/>
                <a:gd name="connsiteX492" fmla="*/ 589164 w 778388"/>
                <a:gd name="connsiteY492" fmla="*/ 644528 h 712609"/>
                <a:gd name="connsiteX493" fmla="*/ 590370 w 778388"/>
                <a:gd name="connsiteY493" fmla="*/ 645076 h 712609"/>
                <a:gd name="connsiteX494" fmla="*/ 592563 w 778388"/>
                <a:gd name="connsiteY494" fmla="*/ 646172 h 712609"/>
                <a:gd name="connsiteX495" fmla="*/ 593987 w 778388"/>
                <a:gd name="connsiteY495" fmla="*/ 646392 h 712609"/>
                <a:gd name="connsiteX496" fmla="*/ 595632 w 778388"/>
                <a:gd name="connsiteY496" fmla="*/ 645844 h 712609"/>
                <a:gd name="connsiteX497" fmla="*/ 597715 w 778388"/>
                <a:gd name="connsiteY497" fmla="*/ 644528 h 712609"/>
                <a:gd name="connsiteX498" fmla="*/ 599579 w 778388"/>
                <a:gd name="connsiteY498" fmla="*/ 642664 h 712609"/>
                <a:gd name="connsiteX499" fmla="*/ 599798 w 778388"/>
                <a:gd name="connsiteY499" fmla="*/ 640472 h 712609"/>
                <a:gd name="connsiteX500" fmla="*/ 599469 w 778388"/>
                <a:gd name="connsiteY500" fmla="*/ 638060 h 712609"/>
                <a:gd name="connsiteX501" fmla="*/ 599798 w 778388"/>
                <a:gd name="connsiteY501" fmla="*/ 635867 h 712609"/>
                <a:gd name="connsiteX502" fmla="*/ 602977 w 778388"/>
                <a:gd name="connsiteY502" fmla="*/ 632797 h 712609"/>
                <a:gd name="connsiteX503" fmla="*/ 607582 w 778388"/>
                <a:gd name="connsiteY503" fmla="*/ 630057 h 712609"/>
                <a:gd name="connsiteX504" fmla="*/ 611090 w 778388"/>
                <a:gd name="connsiteY504" fmla="*/ 626658 h 712609"/>
                <a:gd name="connsiteX505" fmla="*/ 611200 w 778388"/>
                <a:gd name="connsiteY505" fmla="*/ 621944 h 712609"/>
                <a:gd name="connsiteX506" fmla="*/ 611529 w 778388"/>
                <a:gd name="connsiteY506" fmla="*/ 622931 h 712609"/>
                <a:gd name="connsiteX507" fmla="*/ 611858 w 778388"/>
                <a:gd name="connsiteY507" fmla="*/ 623917 h 712609"/>
                <a:gd name="connsiteX508" fmla="*/ 612077 w 778388"/>
                <a:gd name="connsiteY508" fmla="*/ 625014 h 712609"/>
                <a:gd name="connsiteX509" fmla="*/ 612406 w 778388"/>
                <a:gd name="connsiteY509" fmla="*/ 626000 h 712609"/>
                <a:gd name="connsiteX510" fmla="*/ 613831 w 778388"/>
                <a:gd name="connsiteY510" fmla="*/ 631153 h 712609"/>
                <a:gd name="connsiteX511" fmla="*/ 615366 w 778388"/>
                <a:gd name="connsiteY511" fmla="*/ 636306 h 712609"/>
                <a:gd name="connsiteX512" fmla="*/ 616791 w 778388"/>
                <a:gd name="connsiteY512" fmla="*/ 641568 h 712609"/>
                <a:gd name="connsiteX513" fmla="*/ 618326 w 778388"/>
                <a:gd name="connsiteY513" fmla="*/ 646721 h 712609"/>
                <a:gd name="connsiteX514" fmla="*/ 619971 w 778388"/>
                <a:gd name="connsiteY514" fmla="*/ 652093 h 712609"/>
                <a:gd name="connsiteX515" fmla="*/ 621834 w 778388"/>
                <a:gd name="connsiteY515" fmla="*/ 657355 h 712609"/>
                <a:gd name="connsiteX516" fmla="*/ 623917 w 778388"/>
                <a:gd name="connsiteY516" fmla="*/ 662617 h 712609"/>
                <a:gd name="connsiteX517" fmla="*/ 626000 w 778388"/>
                <a:gd name="connsiteY517" fmla="*/ 667770 h 712609"/>
                <a:gd name="connsiteX518" fmla="*/ 627426 w 778388"/>
                <a:gd name="connsiteY518" fmla="*/ 670620 h 712609"/>
                <a:gd name="connsiteX519" fmla="*/ 629180 w 778388"/>
                <a:gd name="connsiteY519" fmla="*/ 674129 h 712609"/>
                <a:gd name="connsiteX520" fmla="*/ 630714 w 778388"/>
                <a:gd name="connsiteY520" fmla="*/ 677527 h 712609"/>
                <a:gd name="connsiteX521" fmla="*/ 631043 w 778388"/>
                <a:gd name="connsiteY521" fmla="*/ 680487 h 712609"/>
                <a:gd name="connsiteX522" fmla="*/ 630276 w 778388"/>
                <a:gd name="connsiteY522" fmla="*/ 684544 h 712609"/>
                <a:gd name="connsiteX523" fmla="*/ 629509 w 778388"/>
                <a:gd name="connsiteY523" fmla="*/ 688600 h 712609"/>
                <a:gd name="connsiteX524" fmla="*/ 628741 w 778388"/>
                <a:gd name="connsiteY524" fmla="*/ 692657 h 712609"/>
                <a:gd name="connsiteX525" fmla="*/ 628083 w 778388"/>
                <a:gd name="connsiteY525" fmla="*/ 696713 h 712609"/>
                <a:gd name="connsiteX526" fmla="*/ 631701 w 778388"/>
                <a:gd name="connsiteY526" fmla="*/ 696384 h 712609"/>
                <a:gd name="connsiteX527" fmla="*/ 635319 w 778388"/>
                <a:gd name="connsiteY527" fmla="*/ 697151 h 712609"/>
                <a:gd name="connsiteX528" fmla="*/ 638718 w 778388"/>
                <a:gd name="connsiteY528" fmla="*/ 699015 h 712609"/>
                <a:gd name="connsiteX529" fmla="*/ 641568 w 778388"/>
                <a:gd name="connsiteY529" fmla="*/ 701427 h 712609"/>
                <a:gd name="connsiteX530" fmla="*/ 645186 w 778388"/>
                <a:gd name="connsiteY530" fmla="*/ 697480 h 712609"/>
                <a:gd name="connsiteX531" fmla="*/ 650996 w 778388"/>
                <a:gd name="connsiteY531" fmla="*/ 695507 h 712609"/>
                <a:gd name="connsiteX532" fmla="*/ 657246 w 778388"/>
                <a:gd name="connsiteY532" fmla="*/ 695178 h 712609"/>
                <a:gd name="connsiteX533" fmla="*/ 662179 w 778388"/>
                <a:gd name="connsiteY533" fmla="*/ 696603 h 712609"/>
                <a:gd name="connsiteX534" fmla="*/ 663275 w 778388"/>
                <a:gd name="connsiteY534" fmla="*/ 697809 h 712609"/>
                <a:gd name="connsiteX535" fmla="*/ 664262 w 778388"/>
                <a:gd name="connsiteY535" fmla="*/ 699125 h 712609"/>
                <a:gd name="connsiteX536" fmla="*/ 665029 w 778388"/>
                <a:gd name="connsiteY536" fmla="*/ 700660 h 712609"/>
                <a:gd name="connsiteX537" fmla="*/ 665687 w 778388"/>
                <a:gd name="connsiteY537" fmla="*/ 702195 h 712609"/>
                <a:gd name="connsiteX538" fmla="*/ 666564 w 778388"/>
                <a:gd name="connsiteY538" fmla="*/ 704716 h 712609"/>
                <a:gd name="connsiteX539" fmla="*/ 667003 w 778388"/>
                <a:gd name="connsiteY539" fmla="*/ 707457 h 712609"/>
                <a:gd name="connsiteX540" fmla="*/ 667660 w 778388"/>
                <a:gd name="connsiteY540" fmla="*/ 710088 h 712609"/>
                <a:gd name="connsiteX541" fmla="*/ 668757 w 778388"/>
                <a:gd name="connsiteY541" fmla="*/ 712390 h 712609"/>
                <a:gd name="connsiteX542" fmla="*/ 670730 w 778388"/>
                <a:gd name="connsiteY542" fmla="*/ 713925 h 712609"/>
                <a:gd name="connsiteX543" fmla="*/ 673142 w 778388"/>
                <a:gd name="connsiteY543" fmla="*/ 715131 h 712609"/>
                <a:gd name="connsiteX544" fmla="*/ 675883 w 778388"/>
                <a:gd name="connsiteY544" fmla="*/ 716227 h 712609"/>
                <a:gd name="connsiteX545" fmla="*/ 678076 w 778388"/>
                <a:gd name="connsiteY545" fmla="*/ 717214 h 712609"/>
                <a:gd name="connsiteX546" fmla="*/ 681693 w 778388"/>
                <a:gd name="connsiteY546" fmla="*/ 719078 h 712609"/>
                <a:gd name="connsiteX547" fmla="*/ 684982 w 778388"/>
                <a:gd name="connsiteY547" fmla="*/ 720613 h 712609"/>
                <a:gd name="connsiteX548" fmla="*/ 688271 w 778388"/>
                <a:gd name="connsiteY548" fmla="*/ 721161 h 712609"/>
                <a:gd name="connsiteX549" fmla="*/ 691889 w 778388"/>
                <a:gd name="connsiteY549" fmla="*/ 720174 h 712609"/>
                <a:gd name="connsiteX550" fmla="*/ 696603 w 778388"/>
                <a:gd name="connsiteY550" fmla="*/ 717982 h 712609"/>
                <a:gd name="connsiteX551" fmla="*/ 701318 w 778388"/>
                <a:gd name="connsiteY551" fmla="*/ 715789 h 712609"/>
                <a:gd name="connsiteX552" fmla="*/ 706251 w 778388"/>
                <a:gd name="connsiteY552" fmla="*/ 714035 h 712609"/>
                <a:gd name="connsiteX553" fmla="*/ 711294 w 778388"/>
                <a:gd name="connsiteY553" fmla="*/ 713158 h 712609"/>
                <a:gd name="connsiteX554" fmla="*/ 712829 w 778388"/>
                <a:gd name="connsiteY554" fmla="*/ 713596 h 712609"/>
                <a:gd name="connsiteX555" fmla="*/ 714254 w 778388"/>
                <a:gd name="connsiteY555" fmla="*/ 714144 h 712609"/>
                <a:gd name="connsiteX556" fmla="*/ 715789 w 778388"/>
                <a:gd name="connsiteY556" fmla="*/ 714583 h 712609"/>
                <a:gd name="connsiteX557" fmla="*/ 717214 w 778388"/>
                <a:gd name="connsiteY557" fmla="*/ 715131 h 712609"/>
                <a:gd name="connsiteX558" fmla="*/ 718859 w 778388"/>
                <a:gd name="connsiteY558" fmla="*/ 715460 h 712609"/>
                <a:gd name="connsiteX559" fmla="*/ 720394 w 778388"/>
                <a:gd name="connsiteY559" fmla="*/ 715460 h 712609"/>
                <a:gd name="connsiteX560" fmla="*/ 721819 w 778388"/>
                <a:gd name="connsiteY560" fmla="*/ 715022 h 712609"/>
                <a:gd name="connsiteX561" fmla="*/ 723244 w 778388"/>
                <a:gd name="connsiteY561" fmla="*/ 714254 h 712609"/>
                <a:gd name="connsiteX562" fmla="*/ 724779 w 778388"/>
                <a:gd name="connsiteY562" fmla="*/ 712719 h 712609"/>
                <a:gd name="connsiteX563" fmla="*/ 726533 w 778388"/>
                <a:gd name="connsiteY563" fmla="*/ 712061 h 712609"/>
                <a:gd name="connsiteX564" fmla="*/ 728506 w 778388"/>
                <a:gd name="connsiteY564" fmla="*/ 712281 h 712609"/>
                <a:gd name="connsiteX565" fmla="*/ 730480 w 778388"/>
                <a:gd name="connsiteY565" fmla="*/ 713158 h 712609"/>
                <a:gd name="connsiteX566" fmla="*/ 731686 w 778388"/>
                <a:gd name="connsiteY566" fmla="*/ 706141 h 712609"/>
                <a:gd name="connsiteX567" fmla="*/ 731795 w 778388"/>
                <a:gd name="connsiteY567" fmla="*/ 698796 h 712609"/>
                <a:gd name="connsiteX568" fmla="*/ 731466 w 778388"/>
                <a:gd name="connsiteY568" fmla="*/ 691341 h 712609"/>
                <a:gd name="connsiteX569" fmla="*/ 731138 w 778388"/>
                <a:gd name="connsiteY569" fmla="*/ 684215 h 712609"/>
                <a:gd name="connsiteX570" fmla="*/ 731028 w 778388"/>
                <a:gd name="connsiteY570" fmla="*/ 681474 h 712609"/>
                <a:gd name="connsiteX571" fmla="*/ 731028 w 778388"/>
                <a:gd name="connsiteY571" fmla="*/ 679720 h 712609"/>
                <a:gd name="connsiteX572" fmla="*/ 731905 w 778388"/>
                <a:gd name="connsiteY572" fmla="*/ 678514 h 712609"/>
                <a:gd name="connsiteX573" fmla="*/ 734098 w 778388"/>
                <a:gd name="connsiteY573" fmla="*/ 677527 h 712609"/>
                <a:gd name="connsiteX574" fmla="*/ 737058 w 778388"/>
                <a:gd name="connsiteY574" fmla="*/ 676541 h 712609"/>
                <a:gd name="connsiteX575" fmla="*/ 739908 w 778388"/>
                <a:gd name="connsiteY575" fmla="*/ 675554 h 712609"/>
                <a:gd name="connsiteX576" fmla="*/ 742868 w 778388"/>
                <a:gd name="connsiteY576" fmla="*/ 674677 h 712609"/>
                <a:gd name="connsiteX577" fmla="*/ 745719 w 778388"/>
                <a:gd name="connsiteY577" fmla="*/ 673909 h 712609"/>
                <a:gd name="connsiteX578" fmla="*/ 745828 w 778388"/>
                <a:gd name="connsiteY578" fmla="*/ 669963 h 712609"/>
                <a:gd name="connsiteX579" fmla="*/ 745609 w 778388"/>
                <a:gd name="connsiteY579" fmla="*/ 666126 h 712609"/>
                <a:gd name="connsiteX580" fmla="*/ 745390 w 778388"/>
                <a:gd name="connsiteY580" fmla="*/ 662179 h 712609"/>
                <a:gd name="connsiteX581" fmla="*/ 745280 w 778388"/>
                <a:gd name="connsiteY581" fmla="*/ 658232 h 712609"/>
                <a:gd name="connsiteX582" fmla="*/ 744513 w 778388"/>
                <a:gd name="connsiteY582" fmla="*/ 651654 h 712609"/>
                <a:gd name="connsiteX583" fmla="*/ 742759 w 778388"/>
                <a:gd name="connsiteY583" fmla="*/ 647378 h 712609"/>
                <a:gd name="connsiteX584" fmla="*/ 739250 w 778388"/>
                <a:gd name="connsiteY584" fmla="*/ 644418 h 712609"/>
                <a:gd name="connsiteX585" fmla="*/ 733111 w 778388"/>
                <a:gd name="connsiteY585" fmla="*/ 641568 h 712609"/>
                <a:gd name="connsiteX586" fmla="*/ 728945 w 778388"/>
                <a:gd name="connsiteY586" fmla="*/ 639594 h 712609"/>
                <a:gd name="connsiteX587" fmla="*/ 725437 w 778388"/>
                <a:gd name="connsiteY587" fmla="*/ 637183 h 712609"/>
                <a:gd name="connsiteX588" fmla="*/ 722586 w 778388"/>
                <a:gd name="connsiteY588" fmla="*/ 634003 h 712609"/>
                <a:gd name="connsiteX589" fmla="*/ 720613 w 778388"/>
                <a:gd name="connsiteY589" fmla="*/ 629728 h 712609"/>
                <a:gd name="connsiteX590" fmla="*/ 721490 w 778388"/>
                <a:gd name="connsiteY590" fmla="*/ 628302 h 712609"/>
                <a:gd name="connsiteX591" fmla="*/ 724121 w 778388"/>
                <a:gd name="connsiteY591" fmla="*/ 625671 h 712609"/>
                <a:gd name="connsiteX592" fmla="*/ 724121 w 778388"/>
                <a:gd name="connsiteY592" fmla="*/ 622492 h 712609"/>
                <a:gd name="connsiteX593" fmla="*/ 723135 w 778388"/>
                <a:gd name="connsiteY593" fmla="*/ 618984 h 712609"/>
                <a:gd name="connsiteX594" fmla="*/ 724231 w 778388"/>
                <a:gd name="connsiteY594" fmla="*/ 613721 h 712609"/>
                <a:gd name="connsiteX595" fmla="*/ 727300 w 778388"/>
                <a:gd name="connsiteY595" fmla="*/ 611200 h 712609"/>
                <a:gd name="connsiteX596" fmla="*/ 734865 w 778388"/>
                <a:gd name="connsiteY596" fmla="*/ 612186 h 712609"/>
                <a:gd name="connsiteX597" fmla="*/ 737825 w 778388"/>
                <a:gd name="connsiteY597" fmla="*/ 609336 h 712609"/>
                <a:gd name="connsiteX598" fmla="*/ 735961 w 778388"/>
                <a:gd name="connsiteY598" fmla="*/ 607692 h 712609"/>
                <a:gd name="connsiteX599" fmla="*/ 735852 w 778388"/>
                <a:gd name="connsiteY599" fmla="*/ 606157 h 712609"/>
                <a:gd name="connsiteX600" fmla="*/ 737058 w 778388"/>
                <a:gd name="connsiteY600" fmla="*/ 604732 h 712609"/>
                <a:gd name="connsiteX601" fmla="*/ 739031 w 778388"/>
                <a:gd name="connsiteY601" fmla="*/ 603416 h 712609"/>
                <a:gd name="connsiteX602" fmla="*/ 740127 w 778388"/>
                <a:gd name="connsiteY602" fmla="*/ 603416 h 712609"/>
                <a:gd name="connsiteX603" fmla="*/ 742539 w 778388"/>
                <a:gd name="connsiteY603" fmla="*/ 604732 h 712609"/>
                <a:gd name="connsiteX604" fmla="*/ 743855 w 778388"/>
                <a:gd name="connsiteY604" fmla="*/ 605060 h 712609"/>
                <a:gd name="connsiteX605" fmla="*/ 744513 w 778388"/>
                <a:gd name="connsiteY605" fmla="*/ 604622 h 712609"/>
                <a:gd name="connsiteX606" fmla="*/ 744951 w 778388"/>
                <a:gd name="connsiteY606" fmla="*/ 603635 h 712609"/>
                <a:gd name="connsiteX607" fmla="*/ 745390 w 778388"/>
                <a:gd name="connsiteY607" fmla="*/ 602648 h 712609"/>
                <a:gd name="connsiteX608" fmla="*/ 745828 w 778388"/>
                <a:gd name="connsiteY608" fmla="*/ 601991 h 712609"/>
                <a:gd name="connsiteX609" fmla="*/ 750872 w 778388"/>
                <a:gd name="connsiteY609" fmla="*/ 599359 h 712609"/>
                <a:gd name="connsiteX610" fmla="*/ 753174 w 778388"/>
                <a:gd name="connsiteY610" fmla="*/ 597496 h 712609"/>
                <a:gd name="connsiteX611" fmla="*/ 755366 w 778388"/>
                <a:gd name="connsiteY611" fmla="*/ 594865 h 712609"/>
                <a:gd name="connsiteX612" fmla="*/ 756353 w 778388"/>
                <a:gd name="connsiteY612" fmla="*/ 592891 h 712609"/>
                <a:gd name="connsiteX613" fmla="*/ 757230 w 778388"/>
                <a:gd name="connsiteY613" fmla="*/ 590041 h 712609"/>
                <a:gd name="connsiteX614" fmla="*/ 756682 w 778388"/>
                <a:gd name="connsiteY614" fmla="*/ 587300 h 712609"/>
                <a:gd name="connsiteX615" fmla="*/ 753283 w 778388"/>
                <a:gd name="connsiteY615" fmla="*/ 586204 h 712609"/>
                <a:gd name="connsiteX616" fmla="*/ 751748 w 778388"/>
                <a:gd name="connsiteY616" fmla="*/ 585217 h 712609"/>
                <a:gd name="connsiteX617" fmla="*/ 751420 w 778388"/>
                <a:gd name="connsiteY617" fmla="*/ 583024 h 712609"/>
                <a:gd name="connsiteX618" fmla="*/ 751310 w 778388"/>
                <a:gd name="connsiteY618" fmla="*/ 580393 h 712609"/>
                <a:gd name="connsiteX619" fmla="*/ 750433 w 778388"/>
                <a:gd name="connsiteY619" fmla="*/ 578310 h 712609"/>
                <a:gd name="connsiteX620" fmla="*/ 742430 w 778388"/>
                <a:gd name="connsiteY620" fmla="*/ 578968 h 712609"/>
                <a:gd name="connsiteX621" fmla="*/ 739908 w 778388"/>
                <a:gd name="connsiteY621" fmla="*/ 576775 h 712609"/>
                <a:gd name="connsiteX622" fmla="*/ 736509 w 778388"/>
                <a:gd name="connsiteY622" fmla="*/ 572061 h 712609"/>
                <a:gd name="connsiteX623" fmla="*/ 735632 w 778388"/>
                <a:gd name="connsiteY623" fmla="*/ 567457 h 712609"/>
                <a:gd name="connsiteX624" fmla="*/ 740566 w 778388"/>
                <a:gd name="connsiteY624" fmla="*/ 566031 h 712609"/>
                <a:gd name="connsiteX625" fmla="*/ 738812 w 778388"/>
                <a:gd name="connsiteY625" fmla="*/ 561756 h 712609"/>
                <a:gd name="connsiteX626" fmla="*/ 741004 w 778388"/>
                <a:gd name="connsiteY626" fmla="*/ 559124 h 712609"/>
                <a:gd name="connsiteX627" fmla="*/ 743636 w 778388"/>
                <a:gd name="connsiteY627" fmla="*/ 557261 h 712609"/>
                <a:gd name="connsiteX628" fmla="*/ 743087 w 778388"/>
                <a:gd name="connsiteY628" fmla="*/ 555835 h 712609"/>
                <a:gd name="connsiteX629" fmla="*/ 739360 w 778388"/>
                <a:gd name="connsiteY629" fmla="*/ 556165 h 712609"/>
                <a:gd name="connsiteX630" fmla="*/ 734865 w 778388"/>
                <a:gd name="connsiteY630" fmla="*/ 557809 h 712609"/>
                <a:gd name="connsiteX631" fmla="*/ 731466 w 778388"/>
                <a:gd name="connsiteY631" fmla="*/ 557370 h 712609"/>
                <a:gd name="connsiteX632" fmla="*/ 731028 w 778388"/>
                <a:gd name="connsiteY632" fmla="*/ 551450 h 712609"/>
                <a:gd name="connsiteX633" fmla="*/ 731357 w 778388"/>
                <a:gd name="connsiteY633" fmla="*/ 551231 h 712609"/>
                <a:gd name="connsiteX634" fmla="*/ 733549 w 778388"/>
                <a:gd name="connsiteY634" fmla="*/ 551889 h 712609"/>
                <a:gd name="connsiteX635" fmla="*/ 741114 w 778388"/>
                <a:gd name="connsiteY635" fmla="*/ 552985 h 712609"/>
                <a:gd name="connsiteX636" fmla="*/ 742101 w 778388"/>
                <a:gd name="connsiteY636" fmla="*/ 552766 h 712609"/>
                <a:gd name="connsiteX637" fmla="*/ 744513 w 778388"/>
                <a:gd name="connsiteY637" fmla="*/ 551450 h 712609"/>
                <a:gd name="connsiteX638" fmla="*/ 746925 w 778388"/>
                <a:gd name="connsiteY638" fmla="*/ 551341 h 712609"/>
                <a:gd name="connsiteX639" fmla="*/ 747144 w 778388"/>
                <a:gd name="connsiteY639" fmla="*/ 551450 h 712609"/>
                <a:gd name="connsiteX640" fmla="*/ 749446 w 778388"/>
                <a:gd name="connsiteY640" fmla="*/ 551779 h 712609"/>
                <a:gd name="connsiteX641" fmla="*/ 751310 w 778388"/>
                <a:gd name="connsiteY641" fmla="*/ 552656 h 712609"/>
                <a:gd name="connsiteX642" fmla="*/ 753174 w 778388"/>
                <a:gd name="connsiteY642" fmla="*/ 552437 h 712609"/>
                <a:gd name="connsiteX643" fmla="*/ 755366 w 778388"/>
                <a:gd name="connsiteY643" fmla="*/ 550025 h 712609"/>
                <a:gd name="connsiteX644" fmla="*/ 757120 w 778388"/>
                <a:gd name="connsiteY644" fmla="*/ 551560 h 712609"/>
                <a:gd name="connsiteX645" fmla="*/ 758107 w 778388"/>
                <a:gd name="connsiteY645" fmla="*/ 551341 h 712609"/>
                <a:gd name="connsiteX646" fmla="*/ 759203 w 778388"/>
                <a:gd name="connsiteY646" fmla="*/ 548052 h 712609"/>
                <a:gd name="connsiteX647" fmla="*/ 760409 w 778388"/>
                <a:gd name="connsiteY647" fmla="*/ 544763 h 712609"/>
                <a:gd name="connsiteX648" fmla="*/ 761615 w 778388"/>
                <a:gd name="connsiteY648" fmla="*/ 541474 h 712609"/>
                <a:gd name="connsiteX649" fmla="*/ 763150 w 778388"/>
                <a:gd name="connsiteY649" fmla="*/ 538404 h 712609"/>
                <a:gd name="connsiteX650" fmla="*/ 767426 w 778388"/>
                <a:gd name="connsiteY650" fmla="*/ 530949 h 712609"/>
                <a:gd name="connsiteX651" fmla="*/ 772030 w 778388"/>
                <a:gd name="connsiteY651" fmla="*/ 523056 h 712609"/>
                <a:gd name="connsiteX652" fmla="*/ 775977 w 778388"/>
                <a:gd name="connsiteY652" fmla="*/ 514943 h 712609"/>
                <a:gd name="connsiteX653" fmla="*/ 778499 w 778388"/>
                <a:gd name="connsiteY653" fmla="*/ 506611 h 712609"/>
                <a:gd name="connsiteX654" fmla="*/ 778718 w 778388"/>
                <a:gd name="connsiteY654" fmla="*/ 500252 h 712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</a:cxnLst>
              <a:rect l="l" t="t" r="r" b="b"/>
              <a:pathLst>
                <a:path w="778388" h="712609">
                  <a:moveTo>
                    <a:pt x="776964" y="495319"/>
                  </a:moveTo>
                  <a:lnTo>
                    <a:pt x="773565" y="491152"/>
                  </a:lnTo>
                  <a:lnTo>
                    <a:pt x="768851" y="487315"/>
                  </a:lnTo>
                  <a:lnTo>
                    <a:pt x="763260" y="483698"/>
                  </a:lnTo>
                  <a:lnTo>
                    <a:pt x="757449" y="480409"/>
                  </a:lnTo>
                  <a:lnTo>
                    <a:pt x="751748" y="477010"/>
                  </a:lnTo>
                  <a:lnTo>
                    <a:pt x="746157" y="473392"/>
                  </a:lnTo>
                  <a:lnTo>
                    <a:pt x="742210" y="470432"/>
                  </a:lnTo>
                  <a:lnTo>
                    <a:pt x="738373" y="467362"/>
                  </a:lnTo>
                  <a:lnTo>
                    <a:pt x="734536" y="464512"/>
                  </a:lnTo>
                  <a:lnTo>
                    <a:pt x="730370" y="461881"/>
                  </a:lnTo>
                  <a:lnTo>
                    <a:pt x="729274" y="461004"/>
                  </a:lnTo>
                  <a:lnTo>
                    <a:pt x="728178" y="460236"/>
                  </a:lnTo>
                  <a:lnTo>
                    <a:pt x="726971" y="459359"/>
                  </a:lnTo>
                  <a:lnTo>
                    <a:pt x="725766" y="458592"/>
                  </a:lnTo>
                  <a:lnTo>
                    <a:pt x="723683" y="457715"/>
                  </a:lnTo>
                  <a:lnTo>
                    <a:pt x="721600" y="456509"/>
                  </a:lnTo>
                  <a:lnTo>
                    <a:pt x="719736" y="454974"/>
                  </a:lnTo>
                  <a:lnTo>
                    <a:pt x="717872" y="453439"/>
                  </a:lnTo>
                  <a:lnTo>
                    <a:pt x="714474" y="458153"/>
                  </a:lnTo>
                  <a:lnTo>
                    <a:pt x="708663" y="460127"/>
                  </a:lnTo>
                  <a:lnTo>
                    <a:pt x="702195" y="460675"/>
                  </a:lnTo>
                  <a:lnTo>
                    <a:pt x="696384" y="461333"/>
                  </a:lnTo>
                  <a:lnTo>
                    <a:pt x="693534" y="463087"/>
                  </a:lnTo>
                  <a:lnTo>
                    <a:pt x="691341" y="465499"/>
                  </a:lnTo>
                  <a:lnTo>
                    <a:pt x="689477" y="468130"/>
                  </a:lnTo>
                  <a:lnTo>
                    <a:pt x="687175" y="470432"/>
                  </a:lnTo>
                  <a:lnTo>
                    <a:pt x="683447" y="471309"/>
                  </a:lnTo>
                  <a:lnTo>
                    <a:pt x="678185" y="470870"/>
                  </a:lnTo>
                  <a:lnTo>
                    <a:pt x="672704" y="469994"/>
                  </a:lnTo>
                  <a:lnTo>
                    <a:pt x="668647" y="469336"/>
                  </a:lnTo>
                  <a:lnTo>
                    <a:pt x="662179" y="468349"/>
                  </a:lnTo>
                  <a:lnTo>
                    <a:pt x="655930" y="466705"/>
                  </a:lnTo>
                  <a:lnTo>
                    <a:pt x="649900" y="464622"/>
                  </a:lnTo>
                  <a:lnTo>
                    <a:pt x="643651" y="462100"/>
                  </a:lnTo>
                  <a:lnTo>
                    <a:pt x="643103" y="461990"/>
                  </a:lnTo>
                  <a:lnTo>
                    <a:pt x="642445" y="461771"/>
                  </a:lnTo>
                  <a:lnTo>
                    <a:pt x="641897" y="461552"/>
                  </a:lnTo>
                  <a:lnTo>
                    <a:pt x="641349" y="461333"/>
                  </a:lnTo>
                  <a:lnTo>
                    <a:pt x="635758" y="459688"/>
                  </a:lnTo>
                  <a:lnTo>
                    <a:pt x="630166" y="458153"/>
                  </a:lnTo>
                  <a:lnTo>
                    <a:pt x="624575" y="456838"/>
                  </a:lnTo>
                  <a:lnTo>
                    <a:pt x="618874" y="455851"/>
                  </a:lnTo>
                  <a:lnTo>
                    <a:pt x="614050" y="455303"/>
                  </a:lnTo>
                  <a:lnTo>
                    <a:pt x="609446" y="454535"/>
                  </a:lnTo>
                  <a:lnTo>
                    <a:pt x="605170" y="452891"/>
                  </a:lnTo>
                  <a:lnTo>
                    <a:pt x="601223" y="450040"/>
                  </a:lnTo>
                  <a:lnTo>
                    <a:pt x="597934" y="445984"/>
                  </a:lnTo>
                  <a:lnTo>
                    <a:pt x="595303" y="440941"/>
                  </a:lnTo>
                  <a:lnTo>
                    <a:pt x="593111" y="435569"/>
                  </a:lnTo>
                  <a:lnTo>
                    <a:pt x="591137" y="430526"/>
                  </a:lnTo>
                  <a:lnTo>
                    <a:pt x="588068" y="424386"/>
                  </a:lnTo>
                  <a:lnTo>
                    <a:pt x="584559" y="418686"/>
                  </a:lnTo>
                  <a:lnTo>
                    <a:pt x="581161" y="412985"/>
                  </a:lnTo>
                  <a:lnTo>
                    <a:pt x="578091" y="407065"/>
                  </a:lnTo>
                  <a:lnTo>
                    <a:pt x="577543" y="405859"/>
                  </a:lnTo>
                  <a:lnTo>
                    <a:pt x="576885" y="404653"/>
                  </a:lnTo>
                  <a:lnTo>
                    <a:pt x="576118" y="403447"/>
                  </a:lnTo>
                  <a:lnTo>
                    <a:pt x="575460" y="402460"/>
                  </a:lnTo>
                  <a:lnTo>
                    <a:pt x="573267" y="405420"/>
                  </a:lnTo>
                  <a:lnTo>
                    <a:pt x="570745" y="408928"/>
                  </a:lnTo>
                  <a:lnTo>
                    <a:pt x="568005" y="411779"/>
                  </a:lnTo>
                  <a:lnTo>
                    <a:pt x="565154" y="412546"/>
                  </a:lnTo>
                  <a:lnTo>
                    <a:pt x="561756" y="410354"/>
                  </a:lnTo>
                  <a:lnTo>
                    <a:pt x="558138" y="406188"/>
                  </a:lnTo>
                  <a:lnTo>
                    <a:pt x="554739" y="401473"/>
                  </a:lnTo>
                  <a:lnTo>
                    <a:pt x="551889" y="397746"/>
                  </a:lnTo>
                  <a:lnTo>
                    <a:pt x="550244" y="396321"/>
                  </a:lnTo>
                  <a:lnTo>
                    <a:pt x="548052" y="394457"/>
                  </a:lnTo>
                  <a:lnTo>
                    <a:pt x="545749" y="392922"/>
                  </a:lnTo>
                  <a:lnTo>
                    <a:pt x="543995" y="392374"/>
                  </a:lnTo>
                  <a:lnTo>
                    <a:pt x="542241" y="392922"/>
                  </a:lnTo>
                  <a:lnTo>
                    <a:pt x="542132" y="393689"/>
                  </a:lnTo>
                  <a:lnTo>
                    <a:pt x="542899" y="394895"/>
                  </a:lnTo>
                  <a:lnTo>
                    <a:pt x="543557" y="396978"/>
                  </a:lnTo>
                  <a:lnTo>
                    <a:pt x="544105" y="400048"/>
                  </a:lnTo>
                  <a:lnTo>
                    <a:pt x="544872" y="403118"/>
                  </a:lnTo>
                  <a:lnTo>
                    <a:pt x="545640" y="406188"/>
                  </a:lnTo>
                  <a:lnTo>
                    <a:pt x="546188" y="409257"/>
                  </a:lnTo>
                  <a:lnTo>
                    <a:pt x="546188" y="414739"/>
                  </a:lnTo>
                  <a:lnTo>
                    <a:pt x="544434" y="416383"/>
                  </a:lnTo>
                  <a:lnTo>
                    <a:pt x="540926" y="415616"/>
                  </a:lnTo>
                  <a:lnTo>
                    <a:pt x="535883" y="413862"/>
                  </a:lnTo>
                  <a:lnTo>
                    <a:pt x="532155" y="412656"/>
                  </a:lnTo>
                  <a:lnTo>
                    <a:pt x="528428" y="411450"/>
                  </a:lnTo>
                  <a:lnTo>
                    <a:pt x="524700" y="410134"/>
                  </a:lnTo>
                  <a:lnTo>
                    <a:pt x="520973" y="408709"/>
                  </a:lnTo>
                  <a:lnTo>
                    <a:pt x="510557" y="404543"/>
                  </a:lnTo>
                  <a:lnTo>
                    <a:pt x="500142" y="400267"/>
                  </a:lnTo>
                  <a:lnTo>
                    <a:pt x="489837" y="396101"/>
                  </a:lnTo>
                  <a:lnTo>
                    <a:pt x="479422" y="392045"/>
                  </a:lnTo>
                  <a:lnTo>
                    <a:pt x="474817" y="390181"/>
                  </a:lnTo>
                  <a:lnTo>
                    <a:pt x="470322" y="388098"/>
                  </a:lnTo>
                  <a:lnTo>
                    <a:pt x="465828" y="386125"/>
                  </a:lnTo>
                  <a:lnTo>
                    <a:pt x="461333" y="384371"/>
                  </a:lnTo>
                  <a:lnTo>
                    <a:pt x="458701" y="383494"/>
                  </a:lnTo>
                  <a:lnTo>
                    <a:pt x="455632" y="382507"/>
                  </a:lnTo>
                  <a:lnTo>
                    <a:pt x="453110" y="381191"/>
                  </a:lnTo>
                  <a:lnTo>
                    <a:pt x="452124" y="379547"/>
                  </a:lnTo>
                  <a:lnTo>
                    <a:pt x="451575" y="375929"/>
                  </a:lnTo>
                  <a:lnTo>
                    <a:pt x="451027" y="373298"/>
                  </a:lnTo>
                  <a:lnTo>
                    <a:pt x="449931" y="371105"/>
                  </a:lnTo>
                  <a:lnTo>
                    <a:pt x="448396" y="368474"/>
                  </a:lnTo>
                  <a:lnTo>
                    <a:pt x="446423" y="365514"/>
                  </a:lnTo>
                  <a:lnTo>
                    <a:pt x="445326" y="363102"/>
                  </a:lnTo>
                  <a:lnTo>
                    <a:pt x="445765" y="360690"/>
                  </a:lnTo>
                  <a:lnTo>
                    <a:pt x="448506" y="357840"/>
                  </a:lnTo>
                  <a:lnTo>
                    <a:pt x="452891" y="355318"/>
                  </a:lnTo>
                  <a:lnTo>
                    <a:pt x="457496" y="353783"/>
                  </a:lnTo>
                  <a:lnTo>
                    <a:pt x="462100" y="352029"/>
                  </a:lnTo>
                  <a:lnTo>
                    <a:pt x="466266" y="348850"/>
                  </a:lnTo>
                  <a:lnTo>
                    <a:pt x="468130" y="346657"/>
                  </a:lnTo>
                  <a:lnTo>
                    <a:pt x="469774" y="344136"/>
                  </a:lnTo>
                  <a:lnTo>
                    <a:pt x="470871" y="341505"/>
                  </a:lnTo>
                  <a:lnTo>
                    <a:pt x="471309" y="338544"/>
                  </a:lnTo>
                  <a:lnTo>
                    <a:pt x="469993" y="331309"/>
                  </a:lnTo>
                  <a:lnTo>
                    <a:pt x="465718" y="325608"/>
                  </a:lnTo>
                  <a:lnTo>
                    <a:pt x="460236" y="320565"/>
                  </a:lnTo>
                  <a:lnTo>
                    <a:pt x="455412" y="315522"/>
                  </a:lnTo>
                  <a:lnTo>
                    <a:pt x="453439" y="311575"/>
                  </a:lnTo>
                  <a:lnTo>
                    <a:pt x="452891" y="307847"/>
                  </a:lnTo>
                  <a:lnTo>
                    <a:pt x="452781" y="304120"/>
                  </a:lnTo>
                  <a:lnTo>
                    <a:pt x="451904" y="299954"/>
                  </a:lnTo>
                  <a:lnTo>
                    <a:pt x="448725" y="298748"/>
                  </a:lnTo>
                  <a:lnTo>
                    <a:pt x="443791" y="301927"/>
                  </a:lnTo>
                  <a:lnTo>
                    <a:pt x="438748" y="306422"/>
                  </a:lnTo>
                  <a:lnTo>
                    <a:pt x="435569" y="309382"/>
                  </a:lnTo>
                  <a:lnTo>
                    <a:pt x="436775" y="302914"/>
                  </a:lnTo>
                  <a:lnTo>
                    <a:pt x="438639" y="296555"/>
                  </a:lnTo>
                  <a:lnTo>
                    <a:pt x="440612" y="290197"/>
                  </a:lnTo>
                  <a:lnTo>
                    <a:pt x="441818" y="283728"/>
                  </a:lnTo>
                  <a:lnTo>
                    <a:pt x="428772" y="281974"/>
                  </a:lnTo>
                  <a:lnTo>
                    <a:pt x="415397" y="281316"/>
                  </a:lnTo>
                  <a:lnTo>
                    <a:pt x="401912" y="281316"/>
                  </a:lnTo>
                  <a:lnTo>
                    <a:pt x="388756" y="280988"/>
                  </a:lnTo>
                  <a:lnTo>
                    <a:pt x="388866" y="283728"/>
                  </a:lnTo>
                  <a:lnTo>
                    <a:pt x="388975" y="286469"/>
                  </a:lnTo>
                  <a:lnTo>
                    <a:pt x="389085" y="289319"/>
                  </a:lnTo>
                  <a:lnTo>
                    <a:pt x="389085" y="292060"/>
                  </a:lnTo>
                  <a:lnTo>
                    <a:pt x="388318" y="294363"/>
                  </a:lnTo>
                  <a:lnTo>
                    <a:pt x="386125" y="294692"/>
                  </a:lnTo>
                  <a:lnTo>
                    <a:pt x="383275" y="294143"/>
                  </a:lnTo>
                  <a:lnTo>
                    <a:pt x="380534" y="293595"/>
                  </a:lnTo>
                  <a:lnTo>
                    <a:pt x="374614" y="292389"/>
                  </a:lnTo>
                  <a:lnTo>
                    <a:pt x="369899" y="290197"/>
                  </a:lnTo>
                  <a:lnTo>
                    <a:pt x="366610" y="286360"/>
                  </a:lnTo>
                  <a:lnTo>
                    <a:pt x="364308" y="280220"/>
                  </a:lnTo>
                  <a:lnTo>
                    <a:pt x="364089" y="279014"/>
                  </a:lnTo>
                  <a:lnTo>
                    <a:pt x="363869" y="277808"/>
                  </a:lnTo>
                  <a:lnTo>
                    <a:pt x="363650" y="276602"/>
                  </a:lnTo>
                  <a:lnTo>
                    <a:pt x="363431" y="275396"/>
                  </a:lnTo>
                  <a:lnTo>
                    <a:pt x="363321" y="274081"/>
                  </a:lnTo>
                  <a:lnTo>
                    <a:pt x="363212" y="272875"/>
                  </a:lnTo>
                  <a:lnTo>
                    <a:pt x="363102" y="271559"/>
                  </a:lnTo>
                  <a:lnTo>
                    <a:pt x="363102" y="270244"/>
                  </a:lnTo>
                  <a:lnTo>
                    <a:pt x="363321" y="266626"/>
                  </a:lnTo>
                  <a:lnTo>
                    <a:pt x="363431" y="262898"/>
                  </a:lnTo>
                  <a:lnTo>
                    <a:pt x="363541" y="259171"/>
                  </a:lnTo>
                  <a:lnTo>
                    <a:pt x="363321" y="255443"/>
                  </a:lnTo>
                  <a:lnTo>
                    <a:pt x="362554" y="252264"/>
                  </a:lnTo>
                  <a:lnTo>
                    <a:pt x="361348" y="249084"/>
                  </a:lnTo>
                  <a:lnTo>
                    <a:pt x="360361" y="246015"/>
                  </a:lnTo>
                  <a:lnTo>
                    <a:pt x="360032" y="242836"/>
                  </a:lnTo>
                  <a:lnTo>
                    <a:pt x="360690" y="239218"/>
                  </a:lnTo>
                  <a:lnTo>
                    <a:pt x="362006" y="235819"/>
                  </a:lnTo>
                  <a:lnTo>
                    <a:pt x="363321" y="232201"/>
                  </a:lnTo>
                  <a:lnTo>
                    <a:pt x="363869" y="228474"/>
                  </a:lnTo>
                  <a:lnTo>
                    <a:pt x="363541" y="225623"/>
                  </a:lnTo>
                  <a:lnTo>
                    <a:pt x="362773" y="222663"/>
                  </a:lnTo>
                  <a:lnTo>
                    <a:pt x="361786" y="219593"/>
                  </a:lnTo>
                  <a:lnTo>
                    <a:pt x="361019" y="216853"/>
                  </a:lnTo>
                  <a:lnTo>
                    <a:pt x="358936" y="209507"/>
                  </a:lnTo>
                  <a:lnTo>
                    <a:pt x="356743" y="201723"/>
                  </a:lnTo>
                  <a:lnTo>
                    <a:pt x="355757" y="193939"/>
                  </a:lnTo>
                  <a:lnTo>
                    <a:pt x="356743" y="186375"/>
                  </a:lnTo>
                  <a:lnTo>
                    <a:pt x="358388" y="179687"/>
                  </a:lnTo>
                  <a:lnTo>
                    <a:pt x="358936" y="173329"/>
                  </a:lnTo>
                  <a:lnTo>
                    <a:pt x="358498" y="166751"/>
                  </a:lnTo>
                  <a:lnTo>
                    <a:pt x="357072" y="159734"/>
                  </a:lnTo>
                  <a:lnTo>
                    <a:pt x="350933" y="152060"/>
                  </a:lnTo>
                  <a:lnTo>
                    <a:pt x="344465" y="144495"/>
                  </a:lnTo>
                  <a:lnTo>
                    <a:pt x="338873" y="136383"/>
                  </a:lnTo>
                  <a:lnTo>
                    <a:pt x="335475" y="126954"/>
                  </a:lnTo>
                  <a:lnTo>
                    <a:pt x="334159" y="115881"/>
                  </a:lnTo>
                  <a:lnTo>
                    <a:pt x="333830" y="104260"/>
                  </a:lnTo>
                  <a:lnTo>
                    <a:pt x="333940" y="92639"/>
                  </a:lnTo>
                  <a:lnTo>
                    <a:pt x="333830" y="81347"/>
                  </a:lnTo>
                  <a:lnTo>
                    <a:pt x="333501" y="74988"/>
                  </a:lnTo>
                  <a:lnTo>
                    <a:pt x="333392" y="67753"/>
                  </a:lnTo>
                  <a:lnTo>
                    <a:pt x="332844" y="60627"/>
                  </a:lnTo>
                  <a:lnTo>
                    <a:pt x="331309" y="54707"/>
                  </a:lnTo>
                  <a:lnTo>
                    <a:pt x="328787" y="50540"/>
                  </a:lnTo>
                  <a:lnTo>
                    <a:pt x="325169" y="46265"/>
                  </a:lnTo>
                  <a:lnTo>
                    <a:pt x="321332" y="42208"/>
                  </a:lnTo>
                  <a:lnTo>
                    <a:pt x="318043" y="38371"/>
                  </a:lnTo>
                  <a:lnTo>
                    <a:pt x="311136" y="28724"/>
                  </a:lnTo>
                  <a:lnTo>
                    <a:pt x="304339" y="18857"/>
                  </a:lnTo>
                  <a:lnTo>
                    <a:pt x="297323" y="9209"/>
                  </a:lnTo>
                  <a:lnTo>
                    <a:pt x="289868" y="0"/>
                  </a:lnTo>
                  <a:lnTo>
                    <a:pt x="287346" y="9099"/>
                  </a:lnTo>
                  <a:lnTo>
                    <a:pt x="285373" y="15897"/>
                  </a:lnTo>
                  <a:lnTo>
                    <a:pt x="281755" y="21159"/>
                  </a:lnTo>
                  <a:lnTo>
                    <a:pt x="274410" y="25325"/>
                  </a:lnTo>
                  <a:lnTo>
                    <a:pt x="267503" y="29382"/>
                  </a:lnTo>
                  <a:lnTo>
                    <a:pt x="261912" y="34973"/>
                  </a:lnTo>
                  <a:lnTo>
                    <a:pt x="257198" y="41660"/>
                  </a:lnTo>
                  <a:lnTo>
                    <a:pt x="252812" y="48896"/>
                  </a:lnTo>
                  <a:lnTo>
                    <a:pt x="243055" y="65450"/>
                  </a:lnTo>
                  <a:lnTo>
                    <a:pt x="233078" y="82115"/>
                  </a:lnTo>
                  <a:lnTo>
                    <a:pt x="223321" y="98888"/>
                  </a:lnTo>
                  <a:lnTo>
                    <a:pt x="214660" y="116101"/>
                  </a:lnTo>
                  <a:lnTo>
                    <a:pt x="211371" y="120924"/>
                  </a:lnTo>
                  <a:lnTo>
                    <a:pt x="207753" y="123007"/>
                  </a:lnTo>
                  <a:lnTo>
                    <a:pt x="203477" y="123994"/>
                  </a:lnTo>
                  <a:lnTo>
                    <a:pt x="198325" y="125419"/>
                  </a:lnTo>
                  <a:lnTo>
                    <a:pt x="193830" y="127941"/>
                  </a:lnTo>
                  <a:lnTo>
                    <a:pt x="189883" y="131888"/>
                  </a:lnTo>
                  <a:lnTo>
                    <a:pt x="186375" y="136273"/>
                  </a:lnTo>
                  <a:lnTo>
                    <a:pt x="183196" y="140549"/>
                  </a:lnTo>
                  <a:lnTo>
                    <a:pt x="175412" y="149429"/>
                  </a:lnTo>
                  <a:lnTo>
                    <a:pt x="167299" y="157103"/>
                  </a:lnTo>
                  <a:lnTo>
                    <a:pt x="158638" y="164010"/>
                  </a:lnTo>
                  <a:lnTo>
                    <a:pt x="149210" y="170697"/>
                  </a:lnTo>
                  <a:lnTo>
                    <a:pt x="141426" y="174863"/>
                  </a:lnTo>
                  <a:lnTo>
                    <a:pt x="133203" y="179139"/>
                  </a:lnTo>
                  <a:lnTo>
                    <a:pt x="125310" y="184182"/>
                  </a:lnTo>
                  <a:lnTo>
                    <a:pt x="119061" y="190541"/>
                  </a:lnTo>
                  <a:lnTo>
                    <a:pt x="117416" y="193720"/>
                  </a:lnTo>
                  <a:lnTo>
                    <a:pt x="116320" y="197228"/>
                  </a:lnTo>
                  <a:lnTo>
                    <a:pt x="115004" y="200517"/>
                  </a:lnTo>
                  <a:lnTo>
                    <a:pt x="112702" y="203258"/>
                  </a:lnTo>
                  <a:lnTo>
                    <a:pt x="109742" y="204574"/>
                  </a:lnTo>
                  <a:lnTo>
                    <a:pt x="106453" y="205012"/>
                  </a:lnTo>
                  <a:lnTo>
                    <a:pt x="103054" y="205451"/>
                  </a:lnTo>
                  <a:lnTo>
                    <a:pt x="99875" y="206438"/>
                  </a:lnTo>
                  <a:lnTo>
                    <a:pt x="92859" y="211152"/>
                  </a:lnTo>
                  <a:lnTo>
                    <a:pt x="86609" y="217072"/>
                  </a:lnTo>
                  <a:lnTo>
                    <a:pt x="81018" y="223869"/>
                  </a:lnTo>
                  <a:lnTo>
                    <a:pt x="76195" y="231105"/>
                  </a:lnTo>
                  <a:lnTo>
                    <a:pt x="71152" y="238231"/>
                  </a:lnTo>
                  <a:lnTo>
                    <a:pt x="65450" y="244480"/>
                  </a:lnTo>
                  <a:lnTo>
                    <a:pt x="59092" y="250071"/>
                  </a:lnTo>
                  <a:lnTo>
                    <a:pt x="52295" y="255005"/>
                  </a:lnTo>
                  <a:lnTo>
                    <a:pt x="48786" y="257307"/>
                  </a:lnTo>
                  <a:lnTo>
                    <a:pt x="44730" y="259500"/>
                  </a:lnTo>
                  <a:lnTo>
                    <a:pt x="40564" y="261144"/>
                  </a:lnTo>
                  <a:lnTo>
                    <a:pt x="36617" y="261583"/>
                  </a:lnTo>
                  <a:lnTo>
                    <a:pt x="33219" y="259938"/>
                  </a:lnTo>
                  <a:lnTo>
                    <a:pt x="32999" y="257088"/>
                  </a:lnTo>
                  <a:lnTo>
                    <a:pt x="34096" y="253799"/>
                  </a:lnTo>
                  <a:lnTo>
                    <a:pt x="34096" y="250839"/>
                  </a:lnTo>
                  <a:lnTo>
                    <a:pt x="31903" y="248646"/>
                  </a:lnTo>
                  <a:lnTo>
                    <a:pt x="28504" y="248098"/>
                  </a:lnTo>
                  <a:lnTo>
                    <a:pt x="24777" y="248427"/>
                  </a:lnTo>
                  <a:lnTo>
                    <a:pt x="21598" y="248975"/>
                  </a:lnTo>
                  <a:lnTo>
                    <a:pt x="20063" y="250948"/>
                  </a:lnTo>
                  <a:lnTo>
                    <a:pt x="18638" y="255224"/>
                  </a:lnTo>
                  <a:lnTo>
                    <a:pt x="17541" y="259938"/>
                  </a:lnTo>
                  <a:lnTo>
                    <a:pt x="16774" y="263008"/>
                  </a:lnTo>
                  <a:lnTo>
                    <a:pt x="15897" y="266955"/>
                  </a:lnTo>
                  <a:lnTo>
                    <a:pt x="15020" y="271669"/>
                  </a:lnTo>
                  <a:lnTo>
                    <a:pt x="13595" y="275944"/>
                  </a:lnTo>
                  <a:lnTo>
                    <a:pt x="11183" y="278576"/>
                  </a:lnTo>
                  <a:lnTo>
                    <a:pt x="7894" y="278685"/>
                  </a:lnTo>
                  <a:lnTo>
                    <a:pt x="4824" y="277589"/>
                  </a:lnTo>
                  <a:lnTo>
                    <a:pt x="2193" y="277808"/>
                  </a:lnTo>
                  <a:lnTo>
                    <a:pt x="110" y="281755"/>
                  </a:lnTo>
                  <a:lnTo>
                    <a:pt x="0" y="285921"/>
                  </a:lnTo>
                  <a:lnTo>
                    <a:pt x="1754" y="288114"/>
                  </a:lnTo>
                  <a:lnTo>
                    <a:pt x="4385" y="289539"/>
                  </a:lnTo>
                  <a:lnTo>
                    <a:pt x="7126" y="291512"/>
                  </a:lnTo>
                  <a:lnTo>
                    <a:pt x="9209" y="294911"/>
                  </a:lnTo>
                  <a:lnTo>
                    <a:pt x="10525" y="299186"/>
                  </a:lnTo>
                  <a:lnTo>
                    <a:pt x="11512" y="303681"/>
                  </a:lnTo>
                  <a:lnTo>
                    <a:pt x="12279" y="307628"/>
                  </a:lnTo>
                  <a:lnTo>
                    <a:pt x="14143" y="313658"/>
                  </a:lnTo>
                  <a:lnTo>
                    <a:pt x="14691" y="318482"/>
                  </a:lnTo>
                  <a:lnTo>
                    <a:pt x="13704" y="323086"/>
                  </a:lnTo>
                  <a:lnTo>
                    <a:pt x="10744" y="328458"/>
                  </a:lnTo>
                  <a:lnTo>
                    <a:pt x="8880" y="333611"/>
                  </a:lnTo>
                  <a:lnTo>
                    <a:pt x="9538" y="338544"/>
                  </a:lnTo>
                  <a:lnTo>
                    <a:pt x="11731" y="343478"/>
                  </a:lnTo>
                  <a:lnTo>
                    <a:pt x="14362" y="348631"/>
                  </a:lnTo>
                  <a:lnTo>
                    <a:pt x="16664" y="353454"/>
                  </a:lnTo>
                  <a:lnTo>
                    <a:pt x="18967" y="358388"/>
                  </a:lnTo>
                  <a:lnTo>
                    <a:pt x="21050" y="363431"/>
                  </a:lnTo>
                  <a:lnTo>
                    <a:pt x="23023" y="368364"/>
                  </a:lnTo>
                  <a:lnTo>
                    <a:pt x="28614" y="378560"/>
                  </a:lnTo>
                  <a:lnTo>
                    <a:pt x="35959" y="386783"/>
                  </a:lnTo>
                  <a:lnTo>
                    <a:pt x="44292" y="394238"/>
                  </a:lnTo>
                  <a:lnTo>
                    <a:pt x="52843" y="402131"/>
                  </a:lnTo>
                  <a:lnTo>
                    <a:pt x="54597" y="403776"/>
                  </a:lnTo>
                  <a:lnTo>
                    <a:pt x="56461" y="405091"/>
                  </a:lnTo>
                  <a:lnTo>
                    <a:pt x="58653" y="405859"/>
                  </a:lnTo>
                  <a:lnTo>
                    <a:pt x="60956" y="405859"/>
                  </a:lnTo>
                  <a:lnTo>
                    <a:pt x="68301" y="410025"/>
                  </a:lnTo>
                  <a:lnTo>
                    <a:pt x="74550" y="418028"/>
                  </a:lnTo>
                  <a:lnTo>
                    <a:pt x="79922" y="427347"/>
                  </a:lnTo>
                  <a:lnTo>
                    <a:pt x="84307" y="435130"/>
                  </a:lnTo>
                  <a:lnTo>
                    <a:pt x="84527" y="435459"/>
                  </a:lnTo>
                  <a:lnTo>
                    <a:pt x="84856" y="435788"/>
                  </a:lnTo>
                  <a:lnTo>
                    <a:pt x="85075" y="436117"/>
                  </a:lnTo>
                  <a:lnTo>
                    <a:pt x="85404" y="436556"/>
                  </a:lnTo>
                  <a:lnTo>
                    <a:pt x="88583" y="440831"/>
                  </a:lnTo>
                  <a:lnTo>
                    <a:pt x="91982" y="445107"/>
                  </a:lnTo>
                  <a:lnTo>
                    <a:pt x="95819" y="448834"/>
                  </a:lnTo>
                  <a:lnTo>
                    <a:pt x="100423" y="451466"/>
                  </a:lnTo>
                  <a:lnTo>
                    <a:pt x="106015" y="452014"/>
                  </a:lnTo>
                  <a:lnTo>
                    <a:pt x="110509" y="450040"/>
                  </a:lnTo>
                  <a:lnTo>
                    <a:pt x="114676" y="446751"/>
                  </a:lnTo>
                  <a:lnTo>
                    <a:pt x="119609" y="443791"/>
                  </a:lnTo>
                  <a:lnTo>
                    <a:pt x="121034" y="443462"/>
                  </a:lnTo>
                  <a:lnTo>
                    <a:pt x="122569" y="443243"/>
                  </a:lnTo>
                  <a:lnTo>
                    <a:pt x="123994" y="443134"/>
                  </a:lnTo>
                  <a:lnTo>
                    <a:pt x="125529" y="443243"/>
                  </a:lnTo>
                  <a:lnTo>
                    <a:pt x="131888" y="441708"/>
                  </a:lnTo>
                  <a:lnTo>
                    <a:pt x="135615" y="436336"/>
                  </a:lnTo>
                  <a:lnTo>
                    <a:pt x="138137" y="429320"/>
                  </a:lnTo>
                  <a:lnTo>
                    <a:pt x="140987" y="423071"/>
                  </a:lnTo>
                  <a:lnTo>
                    <a:pt x="146907" y="419453"/>
                  </a:lnTo>
                  <a:lnTo>
                    <a:pt x="155239" y="418247"/>
                  </a:lnTo>
                  <a:lnTo>
                    <a:pt x="163900" y="418357"/>
                  </a:lnTo>
                  <a:lnTo>
                    <a:pt x="170917" y="418466"/>
                  </a:lnTo>
                  <a:lnTo>
                    <a:pt x="175083" y="418247"/>
                  </a:lnTo>
                  <a:lnTo>
                    <a:pt x="179578" y="418247"/>
                  </a:lnTo>
                  <a:lnTo>
                    <a:pt x="183744" y="419234"/>
                  </a:lnTo>
                  <a:lnTo>
                    <a:pt x="186813" y="422303"/>
                  </a:lnTo>
                  <a:lnTo>
                    <a:pt x="189554" y="427895"/>
                  </a:lnTo>
                  <a:lnTo>
                    <a:pt x="191966" y="433705"/>
                  </a:lnTo>
                  <a:lnTo>
                    <a:pt x="194378" y="439516"/>
                  </a:lnTo>
                  <a:lnTo>
                    <a:pt x="196680" y="445436"/>
                  </a:lnTo>
                  <a:lnTo>
                    <a:pt x="197229" y="449821"/>
                  </a:lnTo>
                  <a:lnTo>
                    <a:pt x="195255" y="452452"/>
                  </a:lnTo>
                  <a:lnTo>
                    <a:pt x="191747" y="454426"/>
                  </a:lnTo>
                  <a:lnTo>
                    <a:pt x="188019" y="456399"/>
                  </a:lnTo>
                  <a:lnTo>
                    <a:pt x="184730" y="459140"/>
                  </a:lnTo>
                  <a:lnTo>
                    <a:pt x="182647" y="462429"/>
                  </a:lnTo>
                  <a:lnTo>
                    <a:pt x="181442" y="466266"/>
                  </a:lnTo>
                  <a:lnTo>
                    <a:pt x="181332" y="470870"/>
                  </a:lnTo>
                  <a:lnTo>
                    <a:pt x="183196" y="477997"/>
                  </a:lnTo>
                  <a:lnTo>
                    <a:pt x="185607" y="485123"/>
                  </a:lnTo>
                  <a:lnTo>
                    <a:pt x="188019" y="492139"/>
                  </a:lnTo>
                  <a:lnTo>
                    <a:pt x="189883" y="499484"/>
                  </a:lnTo>
                  <a:lnTo>
                    <a:pt x="190541" y="506062"/>
                  </a:lnTo>
                  <a:lnTo>
                    <a:pt x="191308" y="512640"/>
                  </a:lnTo>
                  <a:lnTo>
                    <a:pt x="191966" y="519109"/>
                  </a:lnTo>
                  <a:lnTo>
                    <a:pt x="192624" y="525687"/>
                  </a:lnTo>
                  <a:lnTo>
                    <a:pt x="192076" y="528647"/>
                  </a:lnTo>
                  <a:lnTo>
                    <a:pt x="190212" y="531716"/>
                  </a:lnTo>
                  <a:lnTo>
                    <a:pt x="188019" y="534567"/>
                  </a:lnTo>
                  <a:lnTo>
                    <a:pt x="186156" y="536869"/>
                  </a:lnTo>
                  <a:lnTo>
                    <a:pt x="178043" y="547942"/>
                  </a:lnTo>
                  <a:lnTo>
                    <a:pt x="169821" y="558796"/>
                  </a:lnTo>
                  <a:lnTo>
                    <a:pt x="161708" y="569759"/>
                  </a:lnTo>
                  <a:lnTo>
                    <a:pt x="153485" y="580722"/>
                  </a:lnTo>
                  <a:lnTo>
                    <a:pt x="161379" y="584559"/>
                  </a:lnTo>
                  <a:lnTo>
                    <a:pt x="167518" y="584778"/>
                  </a:lnTo>
                  <a:lnTo>
                    <a:pt x="173438" y="582147"/>
                  </a:lnTo>
                  <a:lnTo>
                    <a:pt x="180564" y="577652"/>
                  </a:lnTo>
                  <a:lnTo>
                    <a:pt x="181003" y="577323"/>
                  </a:lnTo>
                  <a:lnTo>
                    <a:pt x="181442" y="577104"/>
                  </a:lnTo>
                  <a:lnTo>
                    <a:pt x="181990" y="576775"/>
                  </a:lnTo>
                  <a:lnTo>
                    <a:pt x="182428" y="576556"/>
                  </a:lnTo>
                  <a:lnTo>
                    <a:pt x="187033" y="574692"/>
                  </a:lnTo>
                  <a:lnTo>
                    <a:pt x="191856" y="574034"/>
                  </a:lnTo>
                  <a:lnTo>
                    <a:pt x="196132" y="575350"/>
                  </a:lnTo>
                  <a:lnTo>
                    <a:pt x="199311" y="579406"/>
                  </a:lnTo>
                  <a:lnTo>
                    <a:pt x="199860" y="582367"/>
                  </a:lnTo>
                  <a:lnTo>
                    <a:pt x="199641" y="585546"/>
                  </a:lnTo>
                  <a:lnTo>
                    <a:pt x="199860" y="588616"/>
                  </a:lnTo>
                  <a:lnTo>
                    <a:pt x="201066" y="591356"/>
                  </a:lnTo>
                  <a:lnTo>
                    <a:pt x="202820" y="593439"/>
                  </a:lnTo>
                  <a:lnTo>
                    <a:pt x="204903" y="595303"/>
                  </a:lnTo>
                  <a:lnTo>
                    <a:pt x="207205" y="596948"/>
                  </a:lnTo>
                  <a:lnTo>
                    <a:pt x="209507" y="598154"/>
                  </a:lnTo>
                  <a:lnTo>
                    <a:pt x="216414" y="599140"/>
                  </a:lnTo>
                  <a:lnTo>
                    <a:pt x="223650" y="597934"/>
                  </a:lnTo>
                  <a:lnTo>
                    <a:pt x="230995" y="596071"/>
                  </a:lnTo>
                  <a:lnTo>
                    <a:pt x="238121" y="595194"/>
                  </a:lnTo>
                  <a:lnTo>
                    <a:pt x="244370" y="595522"/>
                  </a:lnTo>
                  <a:lnTo>
                    <a:pt x="251168" y="596180"/>
                  </a:lnTo>
                  <a:lnTo>
                    <a:pt x="257746" y="597605"/>
                  </a:lnTo>
                  <a:lnTo>
                    <a:pt x="263666" y="599908"/>
                  </a:lnTo>
                  <a:lnTo>
                    <a:pt x="266955" y="602539"/>
                  </a:lnTo>
                  <a:lnTo>
                    <a:pt x="270134" y="605499"/>
                  </a:lnTo>
                  <a:lnTo>
                    <a:pt x="273204" y="608569"/>
                  </a:lnTo>
                  <a:lnTo>
                    <a:pt x="276273" y="611638"/>
                  </a:lnTo>
                  <a:lnTo>
                    <a:pt x="285373" y="619093"/>
                  </a:lnTo>
                  <a:lnTo>
                    <a:pt x="294582" y="626329"/>
                  </a:lnTo>
                  <a:lnTo>
                    <a:pt x="303901" y="633565"/>
                  </a:lnTo>
                  <a:lnTo>
                    <a:pt x="313219" y="640910"/>
                  </a:lnTo>
                  <a:lnTo>
                    <a:pt x="317166" y="644418"/>
                  </a:lnTo>
                  <a:lnTo>
                    <a:pt x="321223" y="648036"/>
                  </a:lnTo>
                  <a:lnTo>
                    <a:pt x="325279" y="651545"/>
                  </a:lnTo>
                  <a:lnTo>
                    <a:pt x="329555" y="654395"/>
                  </a:lnTo>
                  <a:lnTo>
                    <a:pt x="336133" y="654285"/>
                  </a:lnTo>
                  <a:lnTo>
                    <a:pt x="343478" y="654285"/>
                  </a:lnTo>
                  <a:lnTo>
                    <a:pt x="350165" y="653299"/>
                  </a:lnTo>
                  <a:lnTo>
                    <a:pt x="354770" y="649790"/>
                  </a:lnTo>
                  <a:lnTo>
                    <a:pt x="356195" y="645953"/>
                  </a:lnTo>
                  <a:lnTo>
                    <a:pt x="357182" y="641129"/>
                  </a:lnTo>
                  <a:lnTo>
                    <a:pt x="357949" y="636306"/>
                  </a:lnTo>
                  <a:lnTo>
                    <a:pt x="358826" y="632030"/>
                  </a:lnTo>
                  <a:lnTo>
                    <a:pt x="359703" y="629289"/>
                  </a:lnTo>
                  <a:lnTo>
                    <a:pt x="360690" y="626548"/>
                  </a:lnTo>
                  <a:lnTo>
                    <a:pt x="361896" y="623917"/>
                  </a:lnTo>
                  <a:lnTo>
                    <a:pt x="363321" y="621396"/>
                  </a:lnTo>
                  <a:lnTo>
                    <a:pt x="364747" y="619642"/>
                  </a:lnTo>
                  <a:lnTo>
                    <a:pt x="366610" y="617778"/>
                  </a:lnTo>
                  <a:lnTo>
                    <a:pt x="368693" y="616243"/>
                  </a:lnTo>
                  <a:lnTo>
                    <a:pt x="370776" y="615366"/>
                  </a:lnTo>
                  <a:lnTo>
                    <a:pt x="373517" y="615147"/>
                  </a:lnTo>
                  <a:lnTo>
                    <a:pt x="375052" y="616024"/>
                  </a:lnTo>
                  <a:lnTo>
                    <a:pt x="376148" y="617230"/>
                  </a:lnTo>
                  <a:lnTo>
                    <a:pt x="377683" y="618326"/>
                  </a:lnTo>
                  <a:lnTo>
                    <a:pt x="379985" y="619093"/>
                  </a:lnTo>
                  <a:lnTo>
                    <a:pt x="381849" y="619642"/>
                  </a:lnTo>
                  <a:lnTo>
                    <a:pt x="383713" y="620299"/>
                  </a:lnTo>
                  <a:lnTo>
                    <a:pt x="386125" y="621725"/>
                  </a:lnTo>
                  <a:lnTo>
                    <a:pt x="389633" y="623479"/>
                  </a:lnTo>
                  <a:lnTo>
                    <a:pt x="393361" y="625014"/>
                  </a:lnTo>
                  <a:lnTo>
                    <a:pt x="397198" y="626439"/>
                  </a:lnTo>
                  <a:lnTo>
                    <a:pt x="400815" y="628083"/>
                  </a:lnTo>
                  <a:lnTo>
                    <a:pt x="403008" y="629399"/>
                  </a:lnTo>
                  <a:lnTo>
                    <a:pt x="405310" y="630495"/>
                  </a:lnTo>
                  <a:lnTo>
                    <a:pt x="407722" y="631262"/>
                  </a:lnTo>
                  <a:lnTo>
                    <a:pt x="410244" y="631920"/>
                  </a:lnTo>
                  <a:lnTo>
                    <a:pt x="416822" y="633894"/>
                  </a:lnTo>
                  <a:lnTo>
                    <a:pt x="423290" y="635867"/>
                  </a:lnTo>
                  <a:lnTo>
                    <a:pt x="429759" y="638060"/>
                  </a:lnTo>
                  <a:lnTo>
                    <a:pt x="436337" y="640362"/>
                  </a:lnTo>
                  <a:lnTo>
                    <a:pt x="437213" y="640800"/>
                  </a:lnTo>
                  <a:lnTo>
                    <a:pt x="437652" y="641020"/>
                  </a:lnTo>
                  <a:lnTo>
                    <a:pt x="438091" y="641239"/>
                  </a:lnTo>
                  <a:lnTo>
                    <a:pt x="445546" y="647050"/>
                  </a:lnTo>
                  <a:lnTo>
                    <a:pt x="453220" y="654943"/>
                  </a:lnTo>
                  <a:lnTo>
                    <a:pt x="461333" y="661192"/>
                  </a:lnTo>
                  <a:lnTo>
                    <a:pt x="469774" y="662069"/>
                  </a:lnTo>
                  <a:lnTo>
                    <a:pt x="477120" y="661960"/>
                  </a:lnTo>
                  <a:lnTo>
                    <a:pt x="483040" y="663933"/>
                  </a:lnTo>
                  <a:lnTo>
                    <a:pt x="488412" y="667003"/>
                  </a:lnTo>
                  <a:lnTo>
                    <a:pt x="494442" y="669634"/>
                  </a:lnTo>
                  <a:lnTo>
                    <a:pt x="496853" y="663823"/>
                  </a:lnTo>
                  <a:lnTo>
                    <a:pt x="499265" y="657026"/>
                  </a:lnTo>
                  <a:lnTo>
                    <a:pt x="502664" y="651545"/>
                  </a:lnTo>
                  <a:lnTo>
                    <a:pt x="508255" y="649571"/>
                  </a:lnTo>
                  <a:lnTo>
                    <a:pt x="510777" y="650996"/>
                  </a:lnTo>
                  <a:lnTo>
                    <a:pt x="513627" y="652422"/>
                  </a:lnTo>
                  <a:lnTo>
                    <a:pt x="516368" y="654176"/>
                  </a:lnTo>
                  <a:lnTo>
                    <a:pt x="518122" y="656259"/>
                  </a:lnTo>
                  <a:lnTo>
                    <a:pt x="519328" y="657793"/>
                  </a:lnTo>
                  <a:lnTo>
                    <a:pt x="520753" y="658780"/>
                  </a:lnTo>
                  <a:lnTo>
                    <a:pt x="522178" y="659548"/>
                  </a:lnTo>
                  <a:lnTo>
                    <a:pt x="523494" y="660754"/>
                  </a:lnTo>
                  <a:lnTo>
                    <a:pt x="524810" y="663056"/>
                  </a:lnTo>
                  <a:lnTo>
                    <a:pt x="525577" y="665687"/>
                  </a:lnTo>
                  <a:lnTo>
                    <a:pt x="526673" y="668099"/>
                  </a:lnTo>
                  <a:lnTo>
                    <a:pt x="528647" y="669524"/>
                  </a:lnTo>
                  <a:lnTo>
                    <a:pt x="530620" y="670511"/>
                  </a:lnTo>
                  <a:lnTo>
                    <a:pt x="532045" y="672155"/>
                  </a:lnTo>
                  <a:lnTo>
                    <a:pt x="533580" y="673690"/>
                  </a:lnTo>
                  <a:lnTo>
                    <a:pt x="535444" y="674896"/>
                  </a:lnTo>
                  <a:lnTo>
                    <a:pt x="537856" y="675225"/>
                  </a:lnTo>
                  <a:lnTo>
                    <a:pt x="539171" y="674567"/>
                  </a:lnTo>
                  <a:lnTo>
                    <a:pt x="540158" y="673471"/>
                  </a:lnTo>
                  <a:lnTo>
                    <a:pt x="541583" y="672813"/>
                  </a:lnTo>
                  <a:lnTo>
                    <a:pt x="545969" y="672813"/>
                  </a:lnTo>
                  <a:lnTo>
                    <a:pt x="551450" y="673142"/>
                  </a:lnTo>
                  <a:lnTo>
                    <a:pt x="556384" y="672155"/>
                  </a:lnTo>
                  <a:lnTo>
                    <a:pt x="559015" y="668538"/>
                  </a:lnTo>
                  <a:lnTo>
                    <a:pt x="560440" y="667989"/>
                  </a:lnTo>
                  <a:lnTo>
                    <a:pt x="561975" y="667551"/>
                  </a:lnTo>
                  <a:lnTo>
                    <a:pt x="563510" y="667222"/>
                  </a:lnTo>
                  <a:lnTo>
                    <a:pt x="565045" y="667003"/>
                  </a:lnTo>
                  <a:lnTo>
                    <a:pt x="567676" y="666345"/>
                  </a:lnTo>
                  <a:lnTo>
                    <a:pt x="570197" y="666783"/>
                  </a:lnTo>
                  <a:lnTo>
                    <a:pt x="572719" y="667222"/>
                  </a:lnTo>
                  <a:lnTo>
                    <a:pt x="575021" y="666783"/>
                  </a:lnTo>
                  <a:lnTo>
                    <a:pt x="576227" y="665797"/>
                  </a:lnTo>
                  <a:lnTo>
                    <a:pt x="577214" y="664371"/>
                  </a:lnTo>
                  <a:lnTo>
                    <a:pt x="578201" y="662727"/>
                  </a:lnTo>
                  <a:lnTo>
                    <a:pt x="578968" y="661302"/>
                  </a:lnTo>
                  <a:lnTo>
                    <a:pt x="579735" y="659767"/>
                  </a:lnTo>
                  <a:lnTo>
                    <a:pt x="580613" y="658013"/>
                  </a:lnTo>
                  <a:lnTo>
                    <a:pt x="581599" y="656368"/>
                  </a:lnTo>
                  <a:lnTo>
                    <a:pt x="582805" y="655272"/>
                  </a:lnTo>
                  <a:lnTo>
                    <a:pt x="584121" y="653518"/>
                  </a:lnTo>
                  <a:lnTo>
                    <a:pt x="584340" y="650777"/>
                  </a:lnTo>
                  <a:lnTo>
                    <a:pt x="584669" y="647817"/>
                  </a:lnTo>
                  <a:lnTo>
                    <a:pt x="586094" y="645515"/>
                  </a:lnTo>
                  <a:lnTo>
                    <a:pt x="587190" y="644747"/>
                  </a:lnTo>
                  <a:lnTo>
                    <a:pt x="588177" y="644418"/>
                  </a:lnTo>
                  <a:lnTo>
                    <a:pt x="589164" y="644528"/>
                  </a:lnTo>
                  <a:lnTo>
                    <a:pt x="590370" y="645076"/>
                  </a:lnTo>
                  <a:lnTo>
                    <a:pt x="592563" y="646172"/>
                  </a:lnTo>
                  <a:lnTo>
                    <a:pt x="593987" y="646392"/>
                  </a:lnTo>
                  <a:lnTo>
                    <a:pt x="595632" y="645844"/>
                  </a:lnTo>
                  <a:lnTo>
                    <a:pt x="597715" y="644528"/>
                  </a:lnTo>
                  <a:lnTo>
                    <a:pt x="599579" y="642664"/>
                  </a:lnTo>
                  <a:lnTo>
                    <a:pt x="599798" y="640472"/>
                  </a:lnTo>
                  <a:lnTo>
                    <a:pt x="599469" y="638060"/>
                  </a:lnTo>
                  <a:lnTo>
                    <a:pt x="599798" y="635867"/>
                  </a:lnTo>
                  <a:lnTo>
                    <a:pt x="602977" y="632797"/>
                  </a:lnTo>
                  <a:lnTo>
                    <a:pt x="607582" y="630057"/>
                  </a:lnTo>
                  <a:lnTo>
                    <a:pt x="611090" y="626658"/>
                  </a:lnTo>
                  <a:lnTo>
                    <a:pt x="611200" y="621944"/>
                  </a:lnTo>
                  <a:lnTo>
                    <a:pt x="611529" y="622931"/>
                  </a:lnTo>
                  <a:lnTo>
                    <a:pt x="611858" y="623917"/>
                  </a:lnTo>
                  <a:lnTo>
                    <a:pt x="612077" y="625014"/>
                  </a:lnTo>
                  <a:lnTo>
                    <a:pt x="612406" y="626000"/>
                  </a:lnTo>
                  <a:lnTo>
                    <a:pt x="613831" y="631153"/>
                  </a:lnTo>
                  <a:lnTo>
                    <a:pt x="615366" y="636306"/>
                  </a:lnTo>
                  <a:lnTo>
                    <a:pt x="616791" y="641568"/>
                  </a:lnTo>
                  <a:lnTo>
                    <a:pt x="618326" y="646721"/>
                  </a:lnTo>
                  <a:lnTo>
                    <a:pt x="619971" y="652093"/>
                  </a:lnTo>
                  <a:lnTo>
                    <a:pt x="621834" y="657355"/>
                  </a:lnTo>
                  <a:lnTo>
                    <a:pt x="623917" y="662617"/>
                  </a:lnTo>
                  <a:lnTo>
                    <a:pt x="626000" y="667770"/>
                  </a:lnTo>
                  <a:lnTo>
                    <a:pt x="627426" y="670620"/>
                  </a:lnTo>
                  <a:lnTo>
                    <a:pt x="629180" y="674129"/>
                  </a:lnTo>
                  <a:lnTo>
                    <a:pt x="630714" y="677527"/>
                  </a:lnTo>
                  <a:lnTo>
                    <a:pt x="631043" y="680487"/>
                  </a:lnTo>
                  <a:lnTo>
                    <a:pt x="630276" y="684544"/>
                  </a:lnTo>
                  <a:lnTo>
                    <a:pt x="629509" y="688600"/>
                  </a:lnTo>
                  <a:lnTo>
                    <a:pt x="628741" y="692657"/>
                  </a:lnTo>
                  <a:lnTo>
                    <a:pt x="628083" y="696713"/>
                  </a:lnTo>
                  <a:lnTo>
                    <a:pt x="631701" y="696384"/>
                  </a:lnTo>
                  <a:lnTo>
                    <a:pt x="635319" y="697151"/>
                  </a:lnTo>
                  <a:lnTo>
                    <a:pt x="638718" y="699015"/>
                  </a:lnTo>
                  <a:lnTo>
                    <a:pt x="641568" y="701427"/>
                  </a:lnTo>
                  <a:lnTo>
                    <a:pt x="645186" y="697480"/>
                  </a:lnTo>
                  <a:lnTo>
                    <a:pt x="650996" y="695507"/>
                  </a:lnTo>
                  <a:lnTo>
                    <a:pt x="657246" y="695178"/>
                  </a:lnTo>
                  <a:lnTo>
                    <a:pt x="662179" y="696603"/>
                  </a:lnTo>
                  <a:lnTo>
                    <a:pt x="663275" y="697809"/>
                  </a:lnTo>
                  <a:lnTo>
                    <a:pt x="664262" y="699125"/>
                  </a:lnTo>
                  <a:lnTo>
                    <a:pt x="665029" y="700660"/>
                  </a:lnTo>
                  <a:lnTo>
                    <a:pt x="665687" y="702195"/>
                  </a:lnTo>
                  <a:lnTo>
                    <a:pt x="666564" y="704716"/>
                  </a:lnTo>
                  <a:lnTo>
                    <a:pt x="667003" y="707457"/>
                  </a:lnTo>
                  <a:lnTo>
                    <a:pt x="667660" y="710088"/>
                  </a:lnTo>
                  <a:lnTo>
                    <a:pt x="668757" y="712390"/>
                  </a:lnTo>
                  <a:lnTo>
                    <a:pt x="670730" y="713925"/>
                  </a:lnTo>
                  <a:lnTo>
                    <a:pt x="673142" y="715131"/>
                  </a:lnTo>
                  <a:lnTo>
                    <a:pt x="675883" y="716227"/>
                  </a:lnTo>
                  <a:lnTo>
                    <a:pt x="678076" y="717214"/>
                  </a:lnTo>
                  <a:lnTo>
                    <a:pt x="681693" y="719078"/>
                  </a:lnTo>
                  <a:lnTo>
                    <a:pt x="684982" y="720613"/>
                  </a:lnTo>
                  <a:lnTo>
                    <a:pt x="688271" y="721161"/>
                  </a:lnTo>
                  <a:lnTo>
                    <a:pt x="691889" y="720174"/>
                  </a:lnTo>
                  <a:lnTo>
                    <a:pt x="696603" y="717982"/>
                  </a:lnTo>
                  <a:lnTo>
                    <a:pt x="701318" y="715789"/>
                  </a:lnTo>
                  <a:lnTo>
                    <a:pt x="706251" y="714035"/>
                  </a:lnTo>
                  <a:lnTo>
                    <a:pt x="711294" y="713158"/>
                  </a:lnTo>
                  <a:lnTo>
                    <a:pt x="712829" y="713596"/>
                  </a:lnTo>
                  <a:lnTo>
                    <a:pt x="714254" y="714144"/>
                  </a:lnTo>
                  <a:lnTo>
                    <a:pt x="715789" y="714583"/>
                  </a:lnTo>
                  <a:lnTo>
                    <a:pt x="717214" y="715131"/>
                  </a:lnTo>
                  <a:lnTo>
                    <a:pt x="718859" y="715460"/>
                  </a:lnTo>
                  <a:lnTo>
                    <a:pt x="720394" y="715460"/>
                  </a:lnTo>
                  <a:lnTo>
                    <a:pt x="721819" y="715022"/>
                  </a:lnTo>
                  <a:lnTo>
                    <a:pt x="723244" y="714254"/>
                  </a:lnTo>
                  <a:lnTo>
                    <a:pt x="724779" y="712719"/>
                  </a:lnTo>
                  <a:lnTo>
                    <a:pt x="726533" y="712061"/>
                  </a:lnTo>
                  <a:lnTo>
                    <a:pt x="728506" y="712281"/>
                  </a:lnTo>
                  <a:lnTo>
                    <a:pt x="730480" y="713158"/>
                  </a:lnTo>
                  <a:lnTo>
                    <a:pt x="731686" y="706141"/>
                  </a:lnTo>
                  <a:lnTo>
                    <a:pt x="731795" y="698796"/>
                  </a:lnTo>
                  <a:lnTo>
                    <a:pt x="731466" y="691341"/>
                  </a:lnTo>
                  <a:lnTo>
                    <a:pt x="731138" y="684215"/>
                  </a:lnTo>
                  <a:lnTo>
                    <a:pt x="731028" y="681474"/>
                  </a:lnTo>
                  <a:lnTo>
                    <a:pt x="731028" y="679720"/>
                  </a:lnTo>
                  <a:lnTo>
                    <a:pt x="731905" y="678514"/>
                  </a:lnTo>
                  <a:lnTo>
                    <a:pt x="734098" y="677527"/>
                  </a:lnTo>
                  <a:lnTo>
                    <a:pt x="737058" y="676541"/>
                  </a:lnTo>
                  <a:lnTo>
                    <a:pt x="739908" y="675554"/>
                  </a:lnTo>
                  <a:lnTo>
                    <a:pt x="742868" y="674677"/>
                  </a:lnTo>
                  <a:lnTo>
                    <a:pt x="745719" y="673909"/>
                  </a:lnTo>
                  <a:lnTo>
                    <a:pt x="745828" y="669963"/>
                  </a:lnTo>
                  <a:lnTo>
                    <a:pt x="745609" y="666126"/>
                  </a:lnTo>
                  <a:lnTo>
                    <a:pt x="745390" y="662179"/>
                  </a:lnTo>
                  <a:lnTo>
                    <a:pt x="745280" y="658232"/>
                  </a:lnTo>
                  <a:lnTo>
                    <a:pt x="744513" y="651654"/>
                  </a:lnTo>
                  <a:lnTo>
                    <a:pt x="742759" y="647378"/>
                  </a:lnTo>
                  <a:lnTo>
                    <a:pt x="739250" y="644418"/>
                  </a:lnTo>
                  <a:lnTo>
                    <a:pt x="733111" y="641568"/>
                  </a:lnTo>
                  <a:lnTo>
                    <a:pt x="728945" y="639594"/>
                  </a:lnTo>
                  <a:lnTo>
                    <a:pt x="725437" y="637183"/>
                  </a:lnTo>
                  <a:lnTo>
                    <a:pt x="722586" y="634003"/>
                  </a:lnTo>
                  <a:lnTo>
                    <a:pt x="720613" y="629728"/>
                  </a:lnTo>
                  <a:lnTo>
                    <a:pt x="721490" y="628302"/>
                  </a:lnTo>
                  <a:lnTo>
                    <a:pt x="724121" y="625671"/>
                  </a:lnTo>
                  <a:lnTo>
                    <a:pt x="724121" y="622492"/>
                  </a:lnTo>
                  <a:lnTo>
                    <a:pt x="723135" y="618984"/>
                  </a:lnTo>
                  <a:lnTo>
                    <a:pt x="724231" y="613721"/>
                  </a:lnTo>
                  <a:lnTo>
                    <a:pt x="727300" y="611200"/>
                  </a:lnTo>
                  <a:lnTo>
                    <a:pt x="734865" y="612186"/>
                  </a:lnTo>
                  <a:lnTo>
                    <a:pt x="737825" y="609336"/>
                  </a:lnTo>
                  <a:lnTo>
                    <a:pt x="735961" y="607692"/>
                  </a:lnTo>
                  <a:lnTo>
                    <a:pt x="735852" y="606157"/>
                  </a:lnTo>
                  <a:lnTo>
                    <a:pt x="737058" y="604732"/>
                  </a:lnTo>
                  <a:lnTo>
                    <a:pt x="739031" y="603416"/>
                  </a:lnTo>
                  <a:lnTo>
                    <a:pt x="740127" y="603416"/>
                  </a:lnTo>
                  <a:lnTo>
                    <a:pt x="742539" y="604732"/>
                  </a:lnTo>
                  <a:lnTo>
                    <a:pt x="743855" y="605060"/>
                  </a:lnTo>
                  <a:lnTo>
                    <a:pt x="744513" y="604622"/>
                  </a:lnTo>
                  <a:lnTo>
                    <a:pt x="744951" y="603635"/>
                  </a:lnTo>
                  <a:lnTo>
                    <a:pt x="745390" y="602648"/>
                  </a:lnTo>
                  <a:lnTo>
                    <a:pt x="745828" y="601991"/>
                  </a:lnTo>
                  <a:lnTo>
                    <a:pt x="750872" y="599359"/>
                  </a:lnTo>
                  <a:lnTo>
                    <a:pt x="753174" y="597496"/>
                  </a:lnTo>
                  <a:lnTo>
                    <a:pt x="755366" y="594865"/>
                  </a:lnTo>
                  <a:lnTo>
                    <a:pt x="756353" y="592891"/>
                  </a:lnTo>
                  <a:lnTo>
                    <a:pt x="757230" y="590041"/>
                  </a:lnTo>
                  <a:lnTo>
                    <a:pt x="756682" y="587300"/>
                  </a:lnTo>
                  <a:lnTo>
                    <a:pt x="753283" y="586204"/>
                  </a:lnTo>
                  <a:lnTo>
                    <a:pt x="751748" y="585217"/>
                  </a:lnTo>
                  <a:lnTo>
                    <a:pt x="751420" y="583024"/>
                  </a:lnTo>
                  <a:lnTo>
                    <a:pt x="751310" y="580393"/>
                  </a:lnTo>
                  <a:lnTo>
                    <a:pt x="750433" y="578310"/>
                  </a:lnTo>
                  <a:lnTo>
                    <a:pt x="742430" y="578968"/>
                  </a:lnTo>
                  <a:lnTo>
                    <a:pt x="739908" y="576775"/>
                  </a:lnTo>
                  <a:lnTo>
                    <a:pt x="736509" y="572061"/>
                  </a:lnTo>
                  <a:lnTo>
                    <a:pt x="735632" y="567457"/>
                  </a:lnTo>
                  <a:lnTo>
                    <a:pt x="740566" y="566031"/>
                  </a:lnTo>
                  <a:lnTo>
                    <a:pt x="738812" y="561756"/>
                  </a:lnTo>
                  <a:lnTo>
                    <a:pt x="741004" y="559124"/>
                  </a:lnTo>
                  <a:lnTo>
                    <a:pt x="743636" y="557261"/>
                  </a:lnTo>
                  <a:lnTo>
                    <a:pt x="743087" y="555835"/>
                  </a:lnTo>
                  <a:lnTo>
                    <a:pt x="739360" y="556165"/>
                  </a:lnTo>
                  <a:lnTo>
                    <a:pt x="734865" y="557809"/>
                  </a:lnTo>
                  <a:lnTo>
                    <a:pt x="731466" y="557370"/>
                  </a:lnTo>
                  <a:lnTo>
                    <a:pt x="731028" y="551450"/>
                  </a:lnTo>
                  <a:lnTo>
                    <a:pt x="731357" y="551231"/>
                  </a:lnTo>
                  <a:lnTo>
                    <a:pt x="733549" y="551889"/>
                  </a:lnTo>
                  <a:lnTo>
                    <a:pt x="741114" y="552985"/>
                  </a:lnTo>
                  <a:lnTo>
                    <a:pt x="742101" y="552766"/>
                  </a:lnTo>
                  <a:lnTo>
                    <a:pt x="744513" y="551450"/>
                  </a:lnTo>
                  <a:lnTo>
                    <a:pt x="746925" y="551341"/>
                  </a:lnTo>
                  <a:lnTo>
                    <a:pt x="747144" y="551450"/>
                  </a:lnTo>
                  <a:lnTo>
                    <a:pt x="749446" y="551779"/>
                  </a:lnTo>
                  <a:lnTo>
                    <a:pt x="751310" y="552656"/>
                  </a:lnTo>
                  <a:lnTo>
                    <a:pt x="753174" y="552437"/>
                  </a:lnTo>
                  <a:lnTo>
                    <a:pt x="755366" y="550025"/>
                  </a:lnTo>
                  <a:lnTo>
                    <a:pt x="757120" y="551560"/>
                  </a:lnTo>
                  <a:lnTo>
                    <a:pt x="758107" y="551341"/>
                  </a:lnTo>
                  <a:lnTo>
                    <a:pt x="759203" y="548052"/>
                  </a:lnTo>
                  <a:lnTo>
                    <a:pt x="760409" y="544763"/>
                  </a:lnTo>
                  <a:lnTo>
                    <a:pt x="761615" y="541474"/>
                  </a:lnTo>
                  <a:lnTo>
                    <a:pt x="763150" y="538404"/>
                  </a:lnTo>
                  <a:lnTo>
                    <a:pt x="767426" y="530949"/>
                  </a:lnTo>
                  <a:lnTo>
                    <a:pt x="772030" y="523056"/>
                  </a:lnTo>
                  <a:lnTo>
                    <a:pt x="775977" y="514943"/>
                  </a:lnTo>
                  <a:lnTo>
                    <a:pt x="778499" y="506611"/>
                  </a:lnTo>
                  <a:lnTo>
                    <a:pt x="778718" y="500252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2" name="Freeform: Shape 15">
              <a:extLst>
                <a:ext uri="{FF2B5EF4-FFF2-40B4-BE49-F238E27FC236}">
                  <a16:creationId xmlns:a16="http://schemas.microsoft.com/office/drawing/2014/main" id="{9D3A02A5-160F-9FE9-FEBE-4B0195FC130A}"/>
                </a:ext>
              </a:extLst>
            </p:cNvPr>
            <p:cNvSpPr/>
            <p:nvPr/>
          </p:nvSpPr>
          <p:spPr>
            <a:xfrm>
              <a:off x="9018795" y="4436412"/>
              <a:ext cx="296007" cy="350823"/>
            </a:xfrm>
            <a:custGeom>
              <a:avLst/>
              <a:gdLst>
                <a:gd name="connsiteX0" fmla="*/ 300173 w 296007"/>
                <a:gd name="connsiteY0" fmla="*/ 94174 h 350823"/>
                <a:gd name="connsiteX1" fmla="*/ 300173 w 296007"/>
                <a:gd name="connsiteY1" fmla="*/ 89350 h 350823"/>
                <a:gd name="connsiteX2" fmla="*/ 300063 w 296007"/>
                <a:gd name="connsiteY2" fmla="*/ 84965 h 350823"/>
                <a:gd name="connsiteX3" fmla="*/ 300173 w 296007"/>
                <a:gd name="connsiteY3" fmla="*/ 83540 h 350823"/>
                <a:gd name="connsiteX4" fmla="*/ 300283 w 296007"/>
                <a:gd name="connsiteY4" fmla="*/ 82114 h 350823"/>
                <a:gd name="connsiteX5" fmla="*/ 300392 w 296007"/>
                <a:gd name="connsiteY5" fmla="*/ 80799 h 350823"/>
                <a:gd name="connsiteX6" fmla="*/ 300502 w 296007"/>
                <a:gd name="connsiteY6" fmla="*/ 79483 h 350823"/>
                <a:gd name="connsiteX7" fmla="*/ 297652 w 296007"/>
                <a:gd name="connsiteY7" fmla="*/ 77071 h 350823"/>
                <a:gd name="connsiteX8" fmla="*/ 294253 w 296007"/>
                <a:gd name="connsiteY8" fmla="*/ 75208 h 350823"/>
                <a:gd name="connsiteX9" fmla="*/ 290635 w 296007"/>
                <a:gd name="connsiteY9" fmla="*/ 74440 h 350823"/>
                <a:gd name="connsiteX10" fmla="*/ 287017 w 296007"/>
                <a:gd name="connsiteY10" fmla="*/ 74769 h 350823"/>
                <a:gd name="connsiteX11" fmla="*/ 287675 w 296007"/>
                <a:gd name="connsiteY11" fmla="*/ 70713 h 350823"/>
                <a:gd name="connsiteX12" fmla="*/ 288442 w 296007"/>
                <a:gd name="connsiteY12" fmla="*/ 66656 h 350823"/>
                <a:gd name="connsiteX13" fmla="*/ 289210 w 296007"/>
                <a:gd name="connsiteY13" fmla="*/ 62600 h 350823"/>
                <a:gd name="connsiteX14" fmla="*/ 289977 w 296007"/>
                <a:gd name="connsiteY14" fmla="*/ 58544 h 350823"/>
                <a:gd name="connsiteX15" fmla="*/ 289648 w 296007"/>
                <a:gd name="connsiteY15" fmla="*/ 55583 h 350823"/>
                <a:gd name="connsiteX16" fmla="*/ 288114 w 296007"/>
                <a:gd name="connsiteY16" fmla="*/ 52185 h 350823"/>
                <a:gd name="connsiteX17" fmla="*/ 286359 w 296007"/>
                <a:gd name="connsiteY17" fmla="*/ 48677 h 350823"/>
                <a:gd name="connsiteX18" fmla="*/ 284934 w 296007"/>
                <a:gd name="connsiteY18" fmla="*/ 45826 h 350823"/>
                <a:gd name="connsiteX19" fmla="*/ 282851 w 296007"/>
                <a:gd name="connsiteY19" fmla="*/ 40673 h 350823"/>
                <a:gd name="connsiteX20" fmla="*/ 280768 w 296007"/>
                <a:gd name="connsiteY20" fmla="*/ 35411 h 350823"/>
                <a:gd name="connsiteX21" fmla="*/ 278904 w 296007"/>
                <a:gd name="connsiteY21" fmla="*/ 30149 h 350823"/>
                <a:gd name="connsiteX22" fmla="*/ 277260 w 296007"/>
                <a:gd name="connsiteY22" fmla="*/ 24777 h 350823"/>
                <a:gd name="connsiteX23" fmla="*/ 275725 w 296007"/>
                <a:gd name="connsiteY23" fmla="*/ 19624 h 350823"/>
                <a:gd name="connsiteX24" fmla="*/ 274300 w 296007"/>
                <a:gd name="connsiteY24" fmla="*/ 14362 h 350823"/>
                <a:gd name="connsiteX25" fmla="*/ 272765 w 296007"/>
                <a:gd name="connsiteY25" fmla="*/ 9209 h 350823"/>
                <a:gd name="connsiteX26" fmla="*/ 271340 w 296007"/>
                <a:gd name="connsiteY26" fmla="*/ 4056 h 350823"/>
                <a:gd name="connsiteX27" fmla="*/ 271011 w 296007"/>
                <a:gd name="connsiteY27" fmla="*/ 3070 h 350823"/>
                <a:gd name="connsiteX28" fmla="*/ 270791 w 296007"/>
                <a:gd name="connsiteY28" fmla="*/ 1973 h 350823"/>
                <a:gd name="connsiteX29" fmla="*/ 270463 w 296007"/>
                <a:gd name="connsiteY29" fmla="*/ 987 h 350823"/>
                <a:gd name="connsiteX30" fmla="*/ 270134 w 296007"/>
                <a:gd name="connsiteY30" fmla="*/ 0 h 350823"/>
                <a:gd name="connsiteX31" fmla="*/ 270024 w 296007"/>
                <a:gd name="connsiteY31" fmla="*/ 4714 h 350823"/>
                <a:gd name="connsiteX32" fmla="*/ 266516 w 296007"/>
                <a:gd name="connsiteY32" fmla="*/ 8113 h 350823"/>
                <a:gd name="connsiteX33" fmla="*/ 261911 w 296007"/>
                <a:gd name="connsiteY33" fmla="*/ 10853 h 350823"/>
                <a:gd name="connsiteX34" fmla="*/ 258732 w 296007"/>
                <a:gd name="connsiteY34" fmla="*/ 13923 h 350823"/>
                <a:gd name="connsiteX35" fmla="*/ 258403 w 296007"/>
                <a:gd name="connsiteY35" fmla="*/ 16116 h 350823"/>
                <a:gd name="connsiteX36" fmla="*/ 258732 w 296007"/>
                <a:gd name="connsiteY36" fmla="*/ 18528 h 350823"/>
                <a:gd name="connsiteX37" fmla="*/ 258513 w 296007"/>
                <a:gd name="connsiteY37" fmla="*/ 20720 h 350823"/>
                <a:gd name="connsiteX38" fmla="*/ 256649 w 296007"/>
                <a:gd name="connsiteY38" fmla="*/ 22584 h 350823"/>
                <a:gd name="connsiteX39" fmla="*/ 254566 w 296007"/>
                <a:gd name="connsiteY39" fmla="*/ 23900 h 350823"/>
                <a:gd name="connsiteX40" fmla="*/ 252921 w 296007"/>
                <a:gd name="connsiteY40" fmla="*/ 24448 h 350823"/>
                <a:gd name="connsiteX41" fmla="*/ 251496 w 296007"/>
                <a:gd name="connsiteY41" fmla="*/ 24229 h 350823"/>
                <a:gd name="connsiteX42" fmla="*/ 249304 w 296007"/>
                <a:gd name="connsiteY42" fmla="*/ 23132 h 350823"/>
                <a:gd name="connsiteX43" fmla="*/ 248098 w 296007"/>
                <a:gd name="connsiteY43" fmla="*/ 22584 h 350823"/>
                <a:gd name="connsiteX44" fmla="*/ 247111 w 296007"/>
                <a:gd name="connsiteY44" fmla="*/ 22474 h 350823"/>
                <a:gd name="connsiteX45" fmla="*/ 246124 w 296007"/>
                <a:gd name="connsiteY45" fmla="*/ 22803 h 350823"/>
                <a:gd name="connsiteX46" fmla="*/ 245028 w 296007"/>
                <a:gd name="connsiteY46" fmla="*/ 23571 h 350823"/>
                <a:gd name="connsiteX47" fmla="*/ 243603 w 296007"/>
                <a:gd name="connsiteY47" fmla="*/ 25873 h 350823"/>
                <a:gd name="connsiteX48" fmla="*/ 243274 w 296007"/>
                <a:gd name="connsiteY48" fmla="*/ 28833 h 350823"/>
                <a:gd name="connsiteX49" fmla="*/ 243055 w 296007"/>
                <a:gd name="connsiteY49" fmla="*/ 31574 h 350823"/>
                <a:gd name="connsiteX50" fmla="*/ 241739 w 296007"/>
                <a:gd name="connsiteY50" fmla="*/ 33328 h 350823"/>
                <a:gd name="connsiteX51" fmla="*/ 240533 w 296007"/>
                <a:gd name="connsiteY51" fmla="*/ 34425 h 350823"/>
                <a:gd name="connsiteX52" fmla="*/ 239547 w 296007"/>
                <a:gd name="connsiteY52" fmla="*/ 36069 h 350823"/>
                <a:gd name="connsiteX53" fmla="*/ 238669 w 296007"/>
                <a:gd name="connsiteY53" fmla="*/ 37823 h 350823"/>
                <a:gd name="connsiteX54" fmla="*/ 237902 w 296007"/>
                <a:gd name="connsiteY54" fmla="*/ 39358 h 350823"/>
                <a:gd name="connsiteX55" fmla="*/ 237135 w 296007"/>
                <a:gd name="connsiteY55" fmla="*/ 40783 h 350823"/>
                <a:gd name="connsiteX56" fmla="*/ 236148 w 296007"/>
                <a:gd name="connsiteY56" fmla="*/ 42428 h 350823"/>
                <a:gd name="connsiteX57" fmla="*/ 235161 w 296007"/>
                <a:gd name="connsiteY57" fmla="*/ 43853 h 350823"/>
                <a:gd name="connsiteX58" fmla="*/ 233955 w 296007"/>
                <a:gd name="connsiteY58" fmla="*/ 44840 h 350823"/>
                <a:gd name="connsiteX59" fmla="*/ 231653 w 296007"/>
                <a:gd name="connsiteY59" fmla="*/ 45278 h 350823"/>
                <a:gd name="connsiteX60" fmla="*/ 229131 w 296007"/>
                <a:gd name="connsiteY60" fmla="*/ 44840 h 350823"/>
                <a:gd name="connsiteX61" fmla="*/ 226610 w 296007"/>
                <a:gd name="connsiteY61" fmla="*/ 44401 h 350823"/>
                <a:gd name="connsiteX62" fmla="*/ 223979 w 296007"/>
                <a:gd name="connsiteY62" fmla="*/ 45059 h 350823"/>
                <a:gd name="connsiteX63" fmla="*/ 222444 w 296007"/>
                <a:gd name="connsiteY63" fmla="*/ 45278 h 350823"/>
                <a:gd name="connsiteX64" fmla="*/ 220909 w 296007"/>
                <a:gd name="connsiteY64" fmla="*/ 45607 h 350823"/>
                <a:gd name="connsiteX65" fmla="*/ 219374 w 296007"/>
                <a:gd name="connsiteY65" fmla="*/ 46046 h 350823"/>
                <a:gd name="connsiteX66" fmla="*/ 217949 w 296007"/>
                <a:gd name="connsiteY66" fmla="*/ 46594 h 350823"/>
                <a:gd name="connsiteX67" fmla="*/ 215318 w 296007"/>
                <a:gd name="connsiteY67" fmla="*/ 50211 h 350823"/>
                <a:gd name="connsiteX68" fmla="*/ 210384 w 296007"/>
                <a:gd name="connsiteY68" fmla="*/ 51198 h 350823"/>
                <a:gd name="connsiteX69" fmla="*/ 204903 w 296007"/>
                <a:gd name="connsiteY69" fmla="*/ 50869 h 350823"/>
                <a:gd name="connsiteX70" fmla="*/ 200517 w 296007"/>
                <a:gd name="connsiteY70" fmla="*/ 50869 h 350823"/>
                <a:gd name="connsiteX71" fmla="*/ 199092 w 296007"/>
                <a:gd name="connsiteY71" fmla="*/ 51527 h 350823"/>
                <a:gd name="connsiteX72" fmla="*/ 198105 w 296007"/>
                <a:gd name="connsiteY72" fmla="*/ 52623 h 350823"/>
                <a:gd name="connsiteX73" fmla="*/ 196790 w 296007"/>
                <a:gd name="connsiteY73" fmla="*/ 53281 h 350823"/>
                <a:gd name="connsiteX74" fmla="*/ 194378 w 296007"/>
                <a:gd name="connsiteY74" fmla="*/ 52952 h 350823"/>
                <a:gd name="connsiteX75" fmla="*/ 192514 w 296007"/>
                <a:gd name="connsiteY75" fmla="*/ 51746 h 350823"/>
                <a:gd name="connsiteX76" fmla="*/ 190979 w 296007"/>
                <a:gd name="connsiteY76" fmla="*/ 50211 h 350823"/>
                <a:gd name="connsiteX77" fmla="*/ 189554 w 296007"/>
                <a:gd name="connsiteY77" fmla="*/ 48567 h 350823"/>
                <a:gd name="connsiteX78" fmla="*/ 187581 w 296007"/>
                <a:gd name="connsiteY78" fmla="*/ 47580 h 350823"/>
                <a:gd name="connsiteX79" fmla="*/ 185607 w 296007"/>
                <a:gd name="connsiteY79" fmla="*/ 46155 h 350823"/>
                <a:gd name="connsiteX80" fmla="*/ 184511 w 296007"/>
                <a:gd name="connsiteY80" fmla="*/ 43743 h 350823"/>
                <a:gd name="connsiteX81" fmla="*/ 183743 w 296007"/>
                <a:gd name="connsiteY81" fmla="*/ 41112 h 350823"/>
                <a:gd name="connsiteX82" fmla="*/ 182428 w 296007"/>
                <a:gd name="connsiteY82" fmla="*/ 38810 h 350823"/>
                <a:gd name="connsiteX83" fmla="*/ 181112 w 296007"/>
                <a:gd name="connsiteY83" fmla="*/ 37604 h 350823"/>
                <a:gd name="connsiteX84" fmla="*/ 179687 w 296007"/>
                <a:gd name="connsiteY84" fmla="*/ 36836 h 350823"/>
                <a:gd name="connsiteX85" fmla="*/ 178262 w 296007"/>
                <a:gd name="connsiteY85" fmla="*/ 35850 h 350823"/>
                <a:gd name="connsiteX86" fmla="*/ 177056 w 296007"/>
                <a:gd name="connsiteY86" fmla="*/ 34315 h 350823"/>
                <a:gd name="connsiteX87" fmla="*/ 175302 w 296007"/>
                <a:gd name="connsiteY87" fmla="*/ 32232 h 350823"/>
                <a:gd name="connsiteX88" fmla="*/ 172561 w 296007"/>
                <a:gd name="connsiteY88" fmla="*/ 30478 h 350823"/>
                <a:gd name="connsiteX89" fmla="*/ 169711 w 296007"/>
                <a:gd name="connsiteY89" fmla="*/ 29052 h 350823"/>
                <a:gd name="connsiteX90" fmla="*/ 167189 w 296007"/>
                <a:gd name="connsiteY90" fmla="*/ 27627 h 350823"/>
                <a:gd name="connsiteX91" fmla="*/ 161598 w 296007"/>
                <a:gd name="connsiteY91" fmla="*/ 29601 h 350823"/>
                <a:gd name="connsiteX92" fmla="*/ 158199 w 296007"/>
                <a:gd name="connsiteY92" fmla="*/ 35082 h 350823"/>
                <a:gd name="connsiteX93" fmla="*/ 155787 w 296007"/>
                <a:gd name="connsiteY93" fmla="*/ 41879 h 350823"/>
                <a:gd name="connsiteX94" fmla="*/ 153375 w 296007"/>
                <a:gd name="connsiteY94" fmla="*/ 47690 h 350823"/>
                <a:gd name="connsiteX95" fmla="*/ 153156 w 296007"/>
                <a:gd name="connsiteY95" fmla="*/ 50650 h 350823"/>
                <a:gd name="connsiteX96" fmla="*/ 152389 w 296007"/>
                <a:gd name="connsiteY96" fmla="*/ 53281 h 350823"/>
                <a:gd name="connsiteX97" fmla="*/ 151841 w 296007"/>
                <a:gd name="connsiteY97" fmla="*/ 55912 h 350823"/>
                <a:gd name="connsiteX98" fmla="*/ 152499 w 296007"/>
                <a:gd name="connsiteY98" fmla="*/ 58653 h 350823"/>
                <a:gd name="connsiteX99" fmla="*/ 153704 w 296007"/>
                <a:gd name="connsiteY99" fmla="*/ 61723 h 350823"/>
                <a:gd name="connsiteX100" fmla="*/ 153704 w 296007"/>
                <a:gd name="connsiteY100" fmla="*/ 63587 h 350823"/>
                <a:gd name="connsiteX101" fmla="*/ 153047 w 296007"/>
                <a:gd name="connsiteY101" fmla="*/ 65341 h 350823"/>
                <a:gd name="connsiteX102" fmla="*/ 152389 w 296007"/>
                <a:gd name="connsiteY102" fmla="*/ 68082 h 350823"/>
                <a:gd name="connsiteX103" fmla="*/ 152937 w 296007"/>
                <a:gd name="connsiteY103" fmla="*/ 74550 h 350823"/>
                <a:gd name="connsiteX104" fmla="*/ 156335 w 296007"/>
                <a:gd name="connsiteY104" fmla="*/ 77510 h 350823"/>
                <a:gd name="connsiteX105" fmla="*/ 161488 w 296007"/>
                <a:gd name="connsiteY105" fmla="*/ 78497 h 350823"/>
                <a:gd name="connsiteX106" fmla="*/ 167299 w 296007"/>
                <a:gd name="connsiteY106" fmla="*/ 79045 h 350823"/>
                <a:gd name="connsiteX107" fmla="*/ 169491 w 296007"/>
                <a:gd name="connsiteY107" fmla="*/ 81128 h 350823"/>
                <a:gd name="connsiteX108" fmla="*/ 169711 w 296007"/>
                <a:gd name="connsiteY108" fmla="*/ 83978 h 350823"/>
                <a:gd name="connsiteX109" fmla="*/ 168395 w 296007"/>
                <a:gd name="connsiteY109" fmla="*/ 86719 h 350823"/>
                <a:gd name="connsiteX110" fmla="*/ 166203 w 296007"/>
                <a:gd name="connsiteY110" fmla="*/ 88692 h 350823"/>
                <a:gd name="connsiteX111" fmla="*/ 163571 w 296007"/>
                <a:gd name="connsiteY111" fmla="*/ 89679 h 350823"/>
                <a:gd name="connsiteX112" fmla="*/ 161159 w 296007"/>
                <a:gd name="connsiteY112" fmla="*/ 90666 h 350823"/>
                <a:gd name="connsiteX113" fmla="*/ 158967 w 296007"/>
                <a:gd name="connsiteY113" fmla="*/ 91762 h 350823"/>
                <a:gd name="connsiteX114" fmla="*/ 157103 w 296007"/>
                <a:gd name="connsiteY114" fmla="*/ 93407 h 350823"/>
                <a:gd name="connsiteX115" fmla="*/ 155678 w 296007"/>
                <a:gd name="connsiteY115" fmla="*/ 95599 h 350823"/>
                <a:gd name="connsiteX116" fmla="*/ 155020 w 296007"/>
                <a:gd name="connsiteY116" fmla="*/ 97463 h 350823"/>
                <a:gd name="connsiteX117" fmla="*/ 153923 w 296007"/>
                <a:gd name="connsiteY117" fmla="*/ 99217 h 350823"/>
                <a:gd name="connsiteX118" fmla="*/ 151183 w 296007"/>
                <a:gd name="connsiteY118" fmla="*/ 100862 h 350823"/>
                <a:gd name="connsiteX119" fmla="*/ 146140 w 296007"/>
                <a:gd name="connsiteY119" fmla="*/ 102506 h 350823"/>
                <a:gd name="connsiteX120" fmla="*/ 140329 w 296007"/>
                <a:gd name="connsiteY120" fmla="*/ 103274 h 350823"/>
                <a:gd name="connsiteX121" fmla="*/ 134957 w 296007"/>
                <a:gd name="connsiteY121" fmla="*/ 102287 h 350823"/>
                <a:gd name="connsiteX122" fmla="*/ 131339 w 296007"/>
                <a:gd name="connsiteY122" fmla="*/ 98559 h 350823"/>
                <a:gd name="connsiteX123" fmla="*/ 129037 w 296007"/>
                <a:gd name="connsiteY123" fmla="*/ 96257 h 350823"/>
                <a:gd name="connsiteX124" fmla="*/ 126186 w 296007"/>
                <a:gd name="connsiteY124" fmla="*/ 94832 h 350823"/>
                <a:gd name="connsiteX125" fmla="*/ 123117 w 296007"/>
                <a:gd name="connsiteY125" fmla="*/ 94064 h 350823"/>
                <a:gd name="connsiteX126" fmla="*/ 119938 w 296007"/>
                <a:gd name="connsiteY126" fmla="*/ 93516 h 350823"/>
                <a:gd name="connsiteX127" fmla="*/ 114894 w 296007"/>
                <a:gd name="connsiteY127" fmla="*/ 93735 h 350823"/>
                <a:gd name="connsiteX128" fmla="*/ 109632 w 296007"/>
                <a:gd name="connsiteY128" fmla="*/ 95270 h 350823"/>
                <a:gd name="connsiteX129" fmla="*/ 105028 w 296007"/>
                <a:gd name="connsiteY129" fmla="*/ 98340 h 350823"/>
                <a:gd name="connsiteX130" fmla="*/ 101739 w 296007"/>
                <a:gd name="connsiteY130" fmla="*/ 102506 h 350823"/>
                <a:gd name="connsiteX131" fmla="*/ 99107 w 296007"/>
                <a:gd name="connsiteY131" fmla="*/ 109523 h 350823"/>
                <a:gd name="connsiteX132" fmla="*/ 97682 w 296007"/>
                <a:gd name="connsiteY132" fmla="*/ 117087 h 350823"/>
                <a:gd name="connsiteX133" fmla="*/ 97134 w 296007"/>
                <a:gd name="connsiteY133" fmla="*/ 124981 h 350823"/>
                <a:gd name="connsiteX134" fmla="*/ 96915 w 296007"/>
                <a:gd name="connsiteY134" fmla="*/ 132436 h 350823"/>
                <a:gd name="connsiteX135" fmla="*/ 96695 w 296007"/>
                <a:gd name="connsiteY135" fmla="*/ 137369 h 350823"/>
                <a:gd name="connsiteX136" fmla="*/ 96147 w 296007"/>
                <a:gd name="connsiteY136" fmla="*/ 142412 h 350823"/>
                <a:gd name="connsiteX137" fmla="*/ 94942 w 296007"/>
                <a:gd name="connsiteY137" fmla="*/ 147346 h 350823"/>
                <a:gd name="connsiteX138" fmla="*/ 92968 w 296007"/>
                <a:gd name="connsiteY138" fmla="*/ 151621 h 350823"/>
                <a:gd name="connsiteX139" fmla="*/ 91214 w 296007"/>
                <a:gd name="connsiteY139" fmla="*/ 153266 h 350823"/>
                <a:gd name="connsiteX140" fmla="*/ 89460 w 296007"/>
                <a:gd name="connsiteY140" fmla="*/ 153814 h 350823"/>
                <a:gd name="connsiteX141" fmla="*/ 87596 w 296007"/>
                <a:gd name="connsiteY141" fmla="*/ 154033 h 350823"/>
                <a:gd name="connsiteX142" fmla="*/ 85842 w 296007"/>
                <a:gd name="connsiteY142" fmla="*/ 154801 h 350823"/>
                <a:gd name="connsiteX143" fmla="*/ 84417 w 296007"/>
                <a:gd name="connsiteY143" fmla="*/ 156336 h 350823"/>
                <a:gd name="connsiteX144" fmla="*/ 83321 w 296007"/>
                <a:gd name="connsiteY144" fmla="*/ 158199 h 350823"/>
                <a:gd name="connsiteX145" fmla="*/ 82005 w 296007"/>
                <a:gd name="connsiteY145" fmla="*/ 159953 h 350823"/>
                <a:gd name="connsiteX146" fmla="*/ 80141 w 296007"/>
                <a:gd name="connsiteY146" fmla="*/ 161159 h 350823"/>
                <a:gd name="connsiteX147" fmla="*/ 75975 w 296007"/>
                <a:gd name="connsiteY147" fmla="*/ 161159 h 350823"/>
                <a:gd name="connsiteX148" fmla="*/ 72905 w 296007"/>
                <a:gd name="connsiteY148" fmla="*/ 158638 h 350823"/>
                <a:gd name="connsiteX149" fmla="*/ 70384 w 296007"/>
                <a:gd name="connsiteY149" fmla="*/ 155020 h 350823"/>
                <a:gd name="connsiteX150" fmla="*/ 68082 w 296007"/>
                <a:gd name="connsiteY150" fmla="*/ 151512 h 350823"/>
                <a:gd name="connsiteX151" fmla="*/ 67534 w 296007"/>
                <a:gd name="connsiteY151" fmla="*/ 151073 h 350823"/>
                <a:gd name="connsiteX152" fmla="*/ 66985 w 296007"/>
                <a:gd name="connsiteY152" fmla="*/ 150744 h 350823"/>
                <a:gd name="connsiteX153" fmla="*/ 66437 w 296007"/>
                <a:gd name="connsiteY153" fmla="*/ 150415 h 350823"/>
                <a:gd name="connsiteX154" fmla="*/ 65779 w 296007"/>
                <a:gd name="connsiteY154" fmla="*/ 150196 h 350823"/>
                <a:gd name="connsiteX155" fmla="*/ 62052 w 296007"/>
                <a:gd name="connsiteY155" fmla="*/ 149977 h 350823"/>
                <a:gd name="connsiteX156" fmla="*/ 58653 w 296007"/>
                <a:gd name="connsiteY156" fmla="*/ 151621 h 350823"/>
                <a:gd name="connsiteX157" fmla="*/ 55474 w 296007"/>
                <a:gd name="connsiteY157" fmla="*/ 154143 h 350823"/>
                <a:gd name="connsiteX158" fmla="*/ 52404 w 296007"/>
                <a:gd name="connsiteY158" fmla="*/ 156336 h 350823"/>
                <a:gd name="connsiteX159" fmla="*/ 48567 w 296007"/>
                <a:gd name="connsiteY159" fmla="*/ 157541 h 350823"/>
                <a:gd name="connsiteX160" fmla="*/ 44730 w 296007"/>
                <a:gd name="connsiteY160" fmla="*/ 157432 h 350823"/>
                <a:gd name="connsiteX161" fmla="*/ 40673 w 296007"/>
                <a:gd name="connsiteY161" fmla="*/ 156664 h 350823"/>
                <a:gd name="connsiteX162" fmla="*/ 36617 w 296007"/>
                <a:gd name="connsiteY162" fmla="*/ 156007 h 350823"/>
                <a:gd name="connsiteX163" fmla="*/ 31026 w 296007"/>
                <a:gd name="connsiteY163" fmla="*/ 154143 h 350823"/>
                <a:gd name="connsiteX164" fmla="*/ 29162 w 296007"/>
                <a:gd name="connsiteY164" fmla="*/ 150306 h 350823"/>
                <a:gd name="connsiteX165" fmla="*/ 28395 w 296007"/>
                <a:gd name="connsiteY165" fmla="*/ 145811 h 350823"/>
                <a:gd name="connsiteX166" fmla="*/ 25544 w 296007"/>
                <a:gd name="connsiteY166" fmla="*/ 142083 h 350823"/>
                <a:gd name="connsiteX167" fmla="*/ 21488 w 296007"/>
                <a:gd name="connsiteY167" fmla="*/ 142631 h 350823"/>
                <a:gd name="connsiteX168" fmla="*/ 18637 w 296007"/>
                <a:gd name="connsiteY168" fmla="*/ 146140 h 350823"/>
                <a:gd name="connsiteX169" fmla="*/ 16554 w 296007"/>
                <a:gd name="connsiteY169" fmla="*/ 150854 h 350823"/>
                <a:gd name="connsiteX170" fmla="*/ 14362 w 296007"/>
                <a:gd name="connsiteY170" fmla="*/ 154691 h 350823"/>
                <a:gd name="connsiteX171" fmla="*/ 11511 w 296007"/>
                <a:gd name="connsiteY171" fmla="*/ 157651 h 350823"/>
                <a:gd name="connsiteX172" fmla="*/ 10415 w 296007"/>
                <a:gd name="connsiteY172" fmla="*/ 160721 h 350823"/>
                <a:gd name="connsiteX173" fmla="*/ 10415 w 296007"/>
                <a:gd name="connsiteY173" fmla="*/ 164229 h 350823"/>
                <a:gd name="connsiteX174" fmla="*/ 10305 w 296007"/>
                <a:gd name="connsiteY174" fmla="*/ 168176 h 350823"/>
                <a:gd name="connsiteX175" fmla="*/ 9648 w 296007"/>
                <a:gd name="connsiteY175" fmla="*/ 171794 h 350823"/>
                <a:gd name="connsiteX176" fmla="*/ 8222 w 296007"/>
                <a:gd name="connsiteY176" fmla="*/ 175083 h 350823"/>
                <a:gd name="connsiteX177" fmla="*/ 6578 w 296007"/>
                <a:gd name="connsiteY177" fmla="*/ 178262 h 350823"/>
                <a:gd name="connsiteX178" fmla="*/ 4824 w 296007"/>
                <a:gd name="connsiteY178" fmla="*/ 181441 h 350823"/>
                <a:gd name="connsiteX179" fmla="*/ 658 w 296007"/>
                <a:gd name="connsiteY179" fmla="*/ 190321 h 350823"/>
                <a:gd name="connsiteX180" fmla="*/ 0 w 296007"/>
                <a:gd name="connsiteY180" fmla="*/ 198873 h 350823"/>
                <a:gd name="connsiteX181" fmla="*/ 2083 w 296007"/>
                <a:gd name="connsiteY181" fmla="*/ 207424 h 350823"/>
                <a:gd name="connsiteX182" fmla="*/ 6139 w 296007"/>
                <a:gd name="connsiteY182" fmla="*/ 216085 h 350823"/>
                <a:gd name="connsiteX183" fmla="*/ 8661 w 296007"/>
                <a:gd name="connsiteY183" fmla="*/ 219813 h 350823"/>
                <a:gd name="connsiteX184" fmla="*/ 10963 w 296007"/>
                <a:gd name="connsiteY184" fmla="*/ 223650 h 350823"/>
                <a:gd name="connsiteX185" fmla="*/ 13156 w 296007"/>
                <a:gd name="connsiteY185" fmla="*/ 227487 h 350823"/>
                <a:gd name="connsiteX186" fmla="*/ 15348 w 296007"/>
                <a:gd name="connsiteY186" fmla="*/ 231434 h 350823"/>
                <a:gd name="connsiteX187" fmla="*/ 16116 w 296007"/>
                <a:gd name="connsiteY187" fmla="*/ 239108 h 350823"/>
                <a:gd name="connsiteX188" fmla="*/ 15896 w 296007"/>
                <a:gd name="connsiteY188" fmla="*/ 246673 h 350823"/>
                <a:gd name="connsiteX189" fmla="*/ 16554 w 296007"/>
                <a:gd name="connsiteY189" fmla="*/ 254018 h 350823"/>
                <a:gd name="connsiteX190" fmla="*/ 19734 w 296007"/>
                <a:gd name="connsiteY190" fmla="*/ 261034 h 350823"/>
                <a:gd name="connsiteX191" fmla="*/ 20391 w 296007"/>
                <a:gd name="connsiteY191" fmla="*/ 262021 h 350823"/>
                <a:gd name="connsiteX192" fmla="*/ 21159 w 296007"/>
                <a:gd name="connsiteY192" fmla="*/ 262898 h 350823"/>
                <a:gd name="connsiteX193" fmla="*/ 21926 w 296007"/>
                <a:gd name="connsiteY193" fmla="*/ 263885 h 350823"/>
                <a:gd name="connsiteX194" fmla="*/ 22584 w 296007"/>
                <a:gd name="connsiteY194" fmla="*/ 264871 h 350823"/>
                <a:gd name="connsiteX195" fmla="*/ 26421 w 296007"/>
                <a:gd name="connsiteY195" fmla="*/ 269147 h 350823"/>
                <a:gd name="connsiteX196" fmla="*/ 30697 w 296007"/>
                <a:gd name="connsiteY196" fmla="*/ 273313 h 350823"/>
                <a:gd name="connsiteX197" fmla="*/ 34315 w 296007"/>
                <a:gd name="connsiteY197" fmla="*/ 277808 h 350823"/>
                <a:gd name="connsiteX198" fmla="*/ 36179 w 296007"/>
                <a:gd name="connsiteY198" fmla="*/ 283180 h 350823"/>
                <a:gd name="connsiteX199" fmla="*/ 38371 w 296007"/>
                <a:gd name="connsiteY199" fmla="*/ 288114 h 350823"/>
                <a:gd name="connsiteX200" fmla="*/ 41989 w 296007"/>
                <a:gd name="connsiteY200" fmla="*/ 290196 h 350823"/>
                <a:gd name="connsiteX201" fmla="*/ 45497 w 296007"/>
                <a:gd name="connsiteY201" fmla="*/ 292170 h 350823"/>
                <a:gd name="connsiteX202" fmla="*/ 47580 w 296007"/>
                <a:gd name="connsiteY202" fmla="*/ 296665 h 350823"/>
                <a:gd name="connsiteX203" fmla="*/ 49773 w 296007"/>
                <a:gd name="connsiteY203" fmla="*/ 297542 h 350823"/>
                <a:gd name="connsiteX204" fmla="*/ 52185 w 296007"/>
                <a:gd name="connsiteY204" fmla="*/ 297980 h 350823"/>
                <a:gd name="connsiteX205" fmla="*/ 54378 w 296007"/>
                <a:gd name="connsiteY205" fmla="*/ 298638 h 350823"/>
                <a:gd name="connsiteX206" fmla="*/ 55693 w 296007"/>
                <a:gd name="connsiteY206" fmla="*/ 300392 h 350823"/>
                <a:gd name="connsiteX207" fmla="*/ 65670 w 296007"/>
                <a:gd name="connsiteY207" fmla="*/ 305106 h 350823"/>
                <a:gd name="connsiteX208" fmla="*/ 73125 w 296007"/>
                <a:gd name="connsiteY208" fmla="*/ 314864 h 350823"/>
                <a:gd name="connsiteX209" fmla="*/ 77291 w 296007"/>
                <a:gd name="connsiteY209" fmla="*/ 326923 h 350823"/>
                <a:gd name="connsiteX210" fmla="*/ 77400 w 296007"/>
                <a:gd name="connsiteY210" fmla="*/ 338325 h 350823"/>
                <a:gd name="connsiteX211" fmla="*/ 77400 w 296007"/>
                <a:gd name="connsiteY211" fmla="*/ 339750 h 350823"/>
                <a:gd name="connsiteX212" fmla="*/ 77291 w 296007"/>
                <a:gd name="connsiteY212" fmla="*/ 341066 h 350823"/>
                <a:gd name="connsiteX213" fmla="*/ 77291 w 296007"/>
                <a:gd name="connsiteY213" fmla="*/ 342381 h 350823"/>
                <a:gd name="connsiteX214" fmla="*/ 77181 w 296007"/>
                <a:gd name="connsiteY214" fmla="*/ 343807 h 350823"/>
                <a:gd name="connsiteX215" fmla="*/ 77291 w 296007"/>
                <a:gd name="connsiteY215" fmla="*/ 349398 h 350823"/>
                <a:gd name="connsiteX216" fmla="*/ 79374 w 296007"/>
                <a:gd name="connsiteY216" fmla="*/ 353235 h 350823"/>
                <a:gd name="connsiteX217" fmla="*/ 83101 w 296007"/>
                <a:gd name="connsiteY217" fmla="*/ 355866 h 350823"/>
                <a:gd name="connsiteX218" fmla="*/ 87815 w 296007"/>
                <a:gd name="connsiteY218" fmla="*/ 357840 h 350823"/>
                <a:gd name="connsiteX219" fmla="*/ 89789 w 296007"/>
                <a:gd name="connsiteY219" fmla="*/ 354660 h 350823"/>
                <a:gd name="connsiteX220" fmla="*/ 91543 w 296007"/>
                <a:gd name="connsiteY220" fmla="*/ 351371 h 350823"/>
                <a:gd name="connsiteX221" fmla="*/ 93297 w 296007"/>
                <a:gd name="connsiteY221" fmla="*/ 348082 h 350823"/>
                <a:gd name="connsiteX222" fmla="*/ 95380 w 296007"/>
                <a:gd name="connsiteY222" fmla="*/ 344903 h 350823"/>
                <a:gd name="connsiteX223" fmla="*/ 95709 w 296007"/>
                <a:gd name="connsiteY223" fmla="*/ 344464 h 350823"/>
                <a:gd name="connsiteX224" fmla="*/ 96147 w 296007"/>
                <a:gd name="connsiteY224" fmla="*/ 343916 h 350823"/>
                <a:gd name="connsiteX225" fmla="*/ 96476 w 296007"/>
                <a:gd name="connsiteY225" fmla="*/ 343478 h 350823"/>
                <a:gd name="connsiteX226" fmla="*/ 96915 w 296007"/>
                <a:gd name="connsiteY226" fmla="*/ 343039 h 350823"/>
                <a:gd name="connsiteX227" fmla="*/ 100423 w 296007"/>
                <a:gd name="connsiteY227" fmla="*/ 338873 h 350823"/>
                <a:gd name="connsiteX228" fmla="*/ 103602 w 296007"/>
                <a:gd name="connsiteY228" fmla="*/ 334269 h 350823"/>
                <a:gd name="connsiteX229" fmla="*/ 106453 w 296007"/>
                <a:gd name="connsiteY229" fmla="*/ 329445 h 350823"/>
                <a:gd name="connsiteX230" fmla="*/ 109303 w 296007"/>
                <a:gd name="connsiteY230" fmla="*/ 324731 h 350823"/>
                <a:gd name="connsiteX231" fmla="*/ 111496 w 296007"/>
                <a:gd name="connsiteY231" fmla="*/ 321880 h 350823"/>
                <a:gd name="connsiteX232" fmla="*/ 113689 w 296007"/>
                <a:gd name="connsiteY232" fmla="*/ 319139 h 350823"/>
                <a:gd name="connsiteX233" fmla="*/ 115881 w 296007"/>
                <a:gd name="connsiteY233" fmla="*/ 316399 h 350823"/>
                <a:gd name="connsiteX234" fmla="*/ 118074 w 296007"/>
                <a:gd name="connsiteY234" fmla="*/ 313548 h 350823"/>
                <a:gd name="connsiteX235" fmla="*/ 121692 w 296007"/>
                <a:gd name="connsiteY235" fmla="*/ 309272 h 350823"/>
                <a:gd name="connsiteX236" fmla="*/ 124871 w 296007"/>
                <a:gd name="connsiteY236" fmla="*/ 306641 h 350823"/>
                <a:gd name="connsiteX237" fmla="*/ 128598 w 296007"/>
                <a:gd name="connsiteY237" fmla="*/ 305435 h 350823"/>
                <a:gd name="connsiteX238" fmla="*/ 134080 w 296007"/>
                <a:gd name="connsiteY238" fmla="*/ 305216 h 350823"/>
                <a:gd name="connsiteX239" fmla="*/ 131778 w 296007"/>
                <a:gd name="connsiteY239" fmla="*/ 301818 h 350823"/>
                <a:gd name="connsiteX240" fmla="*/ 129366 w 296007"/>
                <a:gd name="connsiteY240" fmla="*/ 298529 h 350823"/>
                <a:gd name="connsiteX241" fmla="*/ 126954 w 296007"/>
                <a:gd name="connsiteY241" fmla="*/ 295459 h 350823"/>
                <a:gd name="connsiteX242" fmla="*/ 124323 w 296007"/>
                <a:gd name="connsiteY242" fmla="*/ 292279 h 350823"/>
                <a:gd name="connsiteX243" fmla="*/ 128927 w 296007"/>
                <a:gd name="connsiteY243" fmla="*/ 289319 h 350823"/>
                <a:gd name="connsiteX244" fmla="*/ 133532 w 296007"/>
                <a:gd name="connsiteY244" fmla="*/ 286359 h 350823"/>
                <a:gd name="connsiteX245" fmla="*/ 138137 w 296007"/>
                <a:gd name="connsiteY245" fmla="*/ 283399 h 350823"/>
                <a:gd name="connsiteX246" fmla="*/ 142741 w 296007"/>
                <a:gd name="connsiteY246" fmla="*/ 280439 h 350823"/>
                <a:gd name="connsiteX247" fmla="*/ 143509 w 296007"/>
                <a:gd name="connsiteY247" fmla="*/ 275725 h 350823"/>
                <a:gd name="connsiteX248" fmla="*/ 144166 w 296007"/>
                <a:gd name="connsiteY248" fmla="*/ 270901 h 350823"/>
                <a:gd name="connsiteX249" fmla="*/ 144824 w 296007"/>
                <a:gd name="connsiteY249" fmla="*/ 266077 h 350823"/>
                <a:gd name="connsiteX250" fmla="*/ 145482 w 296007"/>
                <a:gd name="connsiteY250" fmla="*/ 261253 h 350823"/>
                <a:gd name="connsiteX251" fmla="*/ 146140 w 296007"/>
                <a:gd name="connsiteY251" fmla="*/ 256539 h 350823"/>
                <a:gd name="connsiteX252" fmla="*/ 146688 w 296007"/>
                <a:gd name="connsiteY252" fmla="*/ 251825 h 350823"/>
                <a:gd name="connsiteX253" fmla="*/ 147346 w 296007"/>
                <a:gd name="connsiteY253" fmla="*/ 247111 h 350823"/>
                <a:gd name="connsiteX254" fmla="*/ 147784 w 296007"/>
                <a:gd name="connsiteY254" fmla="*/ 242397 h 350823"/>
                <a:gd name="connsiteX255" fmla="*/ 147675 w 296007"/>
                <a:gd name="connsiteY255" fmla="*/ 241301 h 350823"/>
                <a:gd name="connsiteX256" fmla="*/ 147675 w 296007"/>
                <a:gd name="connsiteY256" fmla="*/ 240204 h 350823"/>
                <a:gd name="connsiteX257" fmla="*/ 147675 w 296007"/>
                <a:gd name="connsiteY257" fmla="*/ 238998 h 350823"/>
                <a:gd name="connsiteX258" fmla="*/ 147675 w 296007"/>
                <a:gd name="connsiteY258" fmla="*/ 237902 h 350823"/>
                <a:gd name="connsiteX259" fmla="*/ 154143 w 296007"/>
                <a:gd name="connsiteY259" fmla="*/ 235051 h 350823"/>
                <a:gd name="connsiteX260" fmla="*/ 161379 w 296007"/>
                <a:gd name="connsiteY260" fmla="*/ 231763 h 350823"/>
                <a:gd name="connsiteX261" fmla="*/ 168505 w 296007"/>
                <a:gd name="connsiteY261" fmla="*/ 229131 h 350823"/>
                <a:gd name="connsiteX262" fmla="*/ 175192 w 296007"/>
                <a:gd name="connsiteY262" fmla="*/ 228145 h 350823"/>
                <a:gd name="connsiteX263" fmla="*/ 175412 w 296007"/>
                <a:gd name="connsiteY263" fmla="*/ 227925 h 350823"/>
                <a:gd name="connsiteX264" fmla="*/ 175740 w 296007"/>
                <a:gd name="connsiteY264" fmla="*/ 227596 h 350823"/>
                <a:gd name="connsiteX265" fmla="*/ 176069 w 296007"/>
                <a:gd name="connsiteY265" fmla="*/ 227158 h 350823"/>
                <a:gd name="connsiteX266" fmla="*/ 176289 w 296007"/>
                <a:gd name="connsiteY266" fmla="*/ 226939 h 350823"/>
                <a:gd name="connsiteX267" fmla="*/ 178920 w 296007"/>
                <a:gd name="connsiteY267" fmla="*/ 228035 h 350823"/>
                <a:gd name="connsiteX268" fmla="*/ 181990 w 296007"/>
                <a:gd name="connsiteY268" fmla="*/ 227596 h 350823"/>
                <a:gd name="connsiteX269" fmla="*/ 184840 w 296007"/>
                <a:gd name="connsiteY269" fmla="*/ 225952 h 350823"/>
                <a:gd name="connsiteX270" fmla="*/ 186594 w 296007"/>
                <a:gd name="connsiteY270" fmla="*/ 223540 h 350823"/>
                <a:gd name="connsiteX271" fmla="*/ 187471 w 296007"/>
                <a:gd name="connsiteY271" fmla="*/ 221676 h 350823"/>
                <a:gd name="connsiteX272" fmla="*/ 188567 w 296007"/>
                <a:gd name="connsiteY272" fmla="*/ 219922 h 350823"/>
                <a:gd name="connsiteX273" fmla="*/ 189883 w 296007"/>
                <a:gd name="connsiteY273" fmla="*/ 218387 h 350823"/>
                <a:gd name="connsiteX274" fmla="*/ 191418 w 296007"/>
                <a:gd name="connsiteY274" fmla="*/ 217181 h 350823"/>
                <a:gd name="connsiteX275" fmla="*/ 192295 w 296007"/>
                <a:gd name="connsiteY275" fmla="*/ 217181 h 350823"/>
                <a:gd name="connsiteX276" fmla="*/ 193282 w 296007"/>
                <a:gd name="connsiteY276" fmla="*/ 217839 h 350823"/>
                <a:gd name="connsiteX277" fmla="*/ 194378 w 296007"/>
                <a:gd name="connsiteY277" fmla="*/ 218497 h 350823"/>
                <a:gd name="connsiteX278" fmla="*/ 195255 w 296007"/>
                <a:gd name="connsiteY278" fmla="*/ 218607 h 350823"/>
                <a:gd name="connsiteX279" fmla="*/ 196351 w 296007"/>
                <a:gd name="connsiteY279" fmla="*/ 217729 h 350823"/>
                <a:gd name="connsiteX280" fmla="*/ 197009 w 296007"/>
                <a:gd name="connsiteY280" fmla="*/ 216304 h 350823"/>
                <a:gd name="connsiteX281" fmla="*/ 197557 w 296007"/>
                <a:gd name="connsiteY281" fmla="*/ 214550 h 350823"/>
                <a:gd name="connsiteX282" fmla="*/ 198434 w 296007"/>
                <a:gd name="connsiteY282" fmla="*/ 213125 h 350823"/>
                <a:gd name="connsiteX283" fmla="*/ 199202 w 296007"/>
                <a:gd name="connsiteY283" fmla="*/ 212796 h 350823"/>
                <a:gd name="connsiteX284" fmla="*/ 200737 w 296007"/>
                <a:gd name="connsiteY284" fmla="*/ 212358 h 350823"/>
                <a:gd name="connsiteX285" fmla="*/ 202381 w 296007"/>
                <a:gd name="connsiteY285" fmla="*/ 211919 h 350823"/>
                <a:gd name="connsiteX286" fmla="*/ 203477 w 296007"/>
                <a:gd name="connsiteY286" fmla="*/ 211481 h 350823"/>
                <a:gd name="connsiteX287" fmla="*/ 205451 w 296007"/>
                <a:gd name="connsiteY287" fmla="*/ 210055 h 350823"/>
                <a:gd name="connsiteX288" fmla="*/ 207315 w 296007"/>
                <a:gd name="connsiteY288" fmla="*/ 208520 h 350823"/>
                <a:gd name="connsiteX289" fmla="*/ 209507 w 296007"/>
                <a:gd name="connsiteY289" fmla="*/ 207314 h 350823"/>
                <a:gd name="connsiteX290" fmla="*/ 212577 w 296007"/>
                <a:gd name="connsiteY290" fmla="*/ 206766 h 350823"/>
                <a:gd name="connsiteX291" fmla="*/ 212029 w 296007"/>
                <a:gd name="connsiteY291" fmla="*/ 205451 h 350823"/>
                <a:gd name="connsiteX292" fmla="*/ 210713 w 296007"/>
                <a:gd name="connsiteY292" fmla="*/ 204464 h 350823"/>
                <a:gd name="connsiteX293" fmla="*/ 208411 w 296007"/>
                <a:gd name="connsiteY293" fmla="*/ 201394 h 350823"/>
                <a:gd name="connsiteX294" fmla="*/ 206876 w 296007"/>
                <a:gd name="connsiteY294" fmla="*/ 197667 h 350823"/>
                <a:gd name="connsiteX295" fmla="*/ 206218 w 296007"/>
                <a:gd name="connsiteY295" fmla="*/ 193282 h 350823"/>
                <a:gd name="connsiteX296" fmla="*/ 206328 w 296007"/>
                <a:gd name="connsiteY296" fmla="*/ 191198 h 350823"/>
                <a:gd name="connsiteX297" fmla="*/ 209727 w 296007"/>
                <a:gd name="connsiteY297" fmla="*/ 177385 h 350823"/>
                <a:gd name="connsiteX298" fmla="*/ 212138 w 296007"/>
                <a:gd name="connsiteY298" fmla="*/ 170478 h 350823"/>
                <a:gd name="connsiteX299" fmla="*/ 216195 w 296007"/>
                <a:gd name="connsiteY299" fmla="*/ 164668 h 350823"/>
                <a:gd name="connsiteX300" fmla="*/ 227267 w 296007"/>
                <a:gd name="connsiteY300" fmla="*/ 157541 h 350823"/>
                <a:gd name="connsiteX301" fmla="*/ 229131 w 296007"/>
                <a:gd name="connsiteY301" fmla="*/ 155897 h 350823"/>
                <a:gd name="connsiteX302" fmla="*/ 230666 w 296007"/>
                <a:gd name="connsiteY302" fmla="*/ 153814 h 350823"/>
                <a:gd name="connsiteX303" fmla="*/ 231982 w 296007"/>
                <a:gd name="connsiteY303" fmla="*/ 150306 h 350823"/>
                <a:gd name="connsiteX304" fmla="*/ 232640 w 296007"/>
                <a:gd name="connsiteY304" fmla="*/ 142522 h 350823"/>
                <a:gd name="connsiteX305" fmla="*/ 233626 w 296007"/>
                <a:gd name="connsiteY305" fmla="*/ 138794 h 350823"/>
                <a:gd name="connsiteX306" fmla="*/ 237683 w 296007"/>
                <a:gd name="connsiteY306" fmla="*/ 133094 h 350823"/>
                <a:gd name="connsiteX307" fmla="*/ 239327 w 296007"/>
                <a:gd name="connsiteY307" fmla="*/ 129914 h 350823"/>
                <a:gd name="connsiteX308" fmla="*/ 239108 w 296007"/>
                <a:gd name="connsiteY308" fmla="*/ 126735 h 350823"/>
                <a:gd name="connsiteX309" fmla="*/ 234394 w 296007"/>
                <a:gd name="connsiteY309" fmla="*/ 118841 h 350823"/>
                <a:gd name="connsiteX310" fmla="*/ 234174 w 296007"/>
                <a:gd name="connsiteY310" fmla="*/ 115662 h 350823"/>
                <a:gd name="connsiteX311" fmla="*/ 237354 w 296007"/>
                <a:gd name="connsiteY311" fmla="*/ 112483 h 350823"/>
                <a:gd name="connsiteX312" fmla="*/ 238998 w 296007"/>
                <a:gd name="connsiteY312" fmla="*/ 111825 h 350823"/>
                <a:gd name="connsiteX313" fmla="*/ 242616 w 296007"/>
                <a:gd name="connsiteY313" fmla="*/ 111057 h 350823"/>
                <a:gd name="connsiteX314" fmla="*/ 244480 w 296007"/>
                <a:gd name="connsiteY314" fmla="*/ 109961 h 350823"/>
                <a:gd name="connsiteX315" fmla="*/ 247878 w 296007"/>
                <a:gd name="connsiteY315" fmla="*/ 105685 h 350823"/>
                <a:gd name="connsiteX316" fmla="*/ 249413 w 296007"/>
                <a:gd name="connsiteY316" fmla="*/ 104808 h 350823"/>
                <a:gd name="connsiteX317" fmla="*/ 253470 w 296007"/>
                <a:gd name="connsiteY317" fmla="*/ 104918 h 350823"/>
                <a:gd name="connsiteX318" fmla="*/ 260486 w 296007"/>
                <a:gd name="connsiteY318" fmla="*/ 109413 h 350823"/>
                <a:gd name="connsiteX319" fmla="*/ 264214 w 296007"/>
                <a:gd name="connsiteY319" fmla="*/ 110838 h 350823"/>
                <a:gd name="connsiteX320" fmla="*/ 270243 w 296007"/>
                <a:gd name="connsiteY320" fmla="*/ 109742 h 350823"/>
                <a:gd name="connsiteX321" fmla="*/ 279124 w 296007"/>
                <a:gd name="connsiteY321" fmla="*/ 101958 h 350823"/>
                <a:gd name="connsiteX322" fmla="*/ 285044 w 296007"/>
                <a:gd name="connsiteY322" fmla="*/ 99875 h 350823"/>
                <a:gd name="connsiteX323" fmla="*/ 289868 w 296007"/>
                <a:gd name="connsiteY323" fmla="*/ 100204 h 350823"/>
                <a:gd name="connsiteX324" fmla="*/ 291512 w 296007"/>
                <a:gd name="connsiteY324" fmla="*/ 100094 h 350823"/>
                <a:gd name="connsiteX325" fmla="*/ 293157 w 296007"/>
                <a:gd name="connsiteY325" fmla="*/ 99327 h 350823"/>
                <a:gd name="connsiteX326" fmla="*/ 294472 w 296007"/>
                <a:gd name="connsiteY326" fmla="*/ 98450 h 350823"/>
                <a:gd name="connsiteX327" fmla="*/ 296007 w 296007"/>
                <a:gd name="connsiteY327" fmla="*/ 98011 h 350823"/>
                <a:gd name="connsiteX328" fmla="*/ 298857 w 296007"/>
                <a:gd name="connsiteY328" fmla="*/ 98779 h 350823"/>
                <a:gd name="connsiteX329" fmla="*/ 300721 w 296007"/>
                <a:gd name="connsiteY329" fmla="*/ 98888 h 350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</a:cxnLst>
              <a:rect l="l" t="t" r="r" b="b"/>
              <a:pathLst>
                <a:path w="296007" h="350823">
                  <a:moveTo>
                    <a:pt x="300173" y="94174"/>
                  </a:moveTo>
                  <a:lnTo>
                    <a:pt x="300173" y="89350"/>
                  </a:lnTo>
                  <a:lnTo>
                    <a:pt x="300063" y="84965"/>
                  </a:lnTo>
                  <a:lnTo>
                    <a:pt x="300173" y="83540"/>
                  </a:lnTo>
                  <a:lnTo>
                    <a:pt x="300283" y="82114"/>
                  </a:lnTo>
                  <a:lnTo>
                    <a:pt x="300392" y="80799"/>
                  </a:lnTo>
                  <a:lnTo>
                    <a:pt x="300502" y="79483"/>
                  </a:lnTo>
                  <a:lnTo>
                    <a:pt x="297652" y="77071"/>
                  </a:lnTo>
                  <a:lnTo>
                    <a:pt x="294253" y="75208"/>
                  </a:lnTo>
                  <a:lnTo>
                    <a:pt x="290635" y="74440"/>
                  </a:lnTo>
                  <a:lnTo>
                    <a:pt x="287017" y="74769"/>
                  </a:lnTo>
                  <a:lnTo>
                    <a:pt x="287675" y="70713"/>
                  </a:lnTo>
                  <a:lnTo>
                    <a:pt x="288442" y="66656"/>
                  </a:lnTo>
                  <a:lnTo>
                    <a:pt x="289210" y="62600"/>
                  </a:lnTo>
                  <a:lnTo>
                    <a:pt x="289977" y="58544"/>
                  </a:lnTo>
                  <a:lnTo>
                    <a:pt x="289648" y="55583"/>
                  </a:lnTo>
                  <a:lnTo>
                    <a:pt x="288114" y="52185"/>
                  </a:lnTo>
                  <a:lnTo>
                    <a:pt x="286359" y="48677"/>
                  </a:lnTo>
                  <a:lnTo>
                    <a:pt x="284934" y="45826"/>
                  </a:lnTo>
                  <a:lnTo>
                    <a:pt x="282851" y="40673"/>
                  </a:lnTo>
                  <a:lnTo>
                    <a:pt x="280768" y="35411"/>
                  </a:lnTo>
                  <a:lnTo>
                    <a:pt x="278904" y="30149"/>
                  </a:lnTo>
                  <a:lnTo>
                    <a:pt x="277260" y="24777"/>
                  </a:lnTo>
                  <a:lnTo>
                    <a:pt x="275725" y="19624"/>
                  </a:lnTo>
                  <a:lnTo>
                    <a:pt x="274300" y="14362"/>
                  </a:lnTo>
                  <a:lnTo>
                    <a:pt x="272765" y="9209"/>
                  </a:lnTo>
                  <a:lnTo>
                    <a:pt x="271340" y="4056"/>
                  </a:lnTo>
                  <a:lnTo>
                    <a:pt x="271011" y="3070"/>
                  </a:lnTo>
                  <a:lnTo>
                    <a:pt x="270791" y="1973"/>
                  </a:lnTo>
                  <a:lnTo>
                    <a:pt x="270463" y="987"/>
                  </a:lnTo>
                  <a:lnTo>
                    <a:pt x="270134" y="0"/>
                  </a:lnTo>
                  <a:lnTo>
                    <a:pt x="270024" y="4714"/>
                  </a:lnTo>
                  <a:lnTo>
                    <a:pt x="266516" y="8113"/>
                  </a:lnTo>
                  <a:lnTo>
                    <a:pt x="261911" y="10853"/>
                  </a:lnTo>
                  <a:lnTo>
                    <a:pt x="258732" y="13923"/>
                  </a:lnTo>
                  <a:lnTo>
                    <a:pt x="258403" y="16116"/>
                  </a:lnTo>
                  <a:lnTo>
                    <a:pt x="258732" y="18528"/>
                  </a:lnTo>
                  <a:lnTo>
                    <a:pt x="258513" y="20720"/>
                  </a:lnTo>
                  <a:lnTo>
                    <a:pt x="256649" y="22584"/>
                  </a:lnTo>
                  <a:lnTo>
                    <a:pt x="254566" y="23900"/>
                  </a:lnTo>
                  <a:lnTo>
                    <a:pt x="252921" y="24448"/>
                  </a:lnTo>
                  <a:lnTo>
                    <a:pt x="251496" y="24229"/>
                  </a:lnTo>
                  <a:lnTo>
                    <a:pt x="249304" y="23132"/>
                  </a:lnTo>
                  <a:lnTo>
                    <a:pt x="248098" y="22584"/>
                  </a:lnTo>
                  <a:lnTo>
                    <a:pt x="247111" y="22474"/>
                  </a:lnTo>
                  <a:lnTo>
                    <a:pt x="246124" y="22803"/>
                  </a:lnTo>
                  <a:lnTo>
                    <a:pt x="245028" y="23571"/>
                  </a:lnTo>
                  <a:lnTo>
                    <a:pt x="243603" y="25873"/>
                  </a:lnTo>
                  <a:lnTo>
                    <a:pt x="243274" y="28833"/>
                  </a:lnTo>
                  <a:lnTo>
                    <a:pt x="243055" y="31574"/>
                  </a:lnTo>
                  <a:lnTo>
                    <a:pt x="241739" y="33328"/>
                  </a:lnTo>
                  <a:lnTo>
                    <a:pt x="240533" y="34425"/>
                  </a:lnTo>
                  <a:lnTo>
                    <a:pt x="239547" y="36069"/>
                  </a:lnTo>
                  <a:lnTo>
                    <a:pt x="238669" y="37823"/>
                  </a:lnTo>
                  <a:lnTo>
                    <a:pt x="237902" y="39358"/>
                  </a:lnTo>
                  <a:lnTo>
                    <a:pt x="237135" y="40783"/>
                  </a:lnTo>
                  <a:lnTo>
                    <a:pt x="236148" y="42428"/>
                  </a:lnTo>
                  <a:lnTo>
                    <a:pt x="235161" y="43853"/>
                  </a:lnTo>
                  <a:lnTo>
                    <a:pt x="233955" y="44840"/>
                  </a:lnTo>
                  <a:lnTo>
                    <a:pt x="231653" y="45278"/>
                  </a:lnTo>
                  <a:lnTo>
                    <a:pt x="229131" y="44840"/>
                  </a:lnTo>
                  <a:lnTo>
                    <a:pt x="226610" y="44401"/>
                  </a:lnTo>
                  <a:lnTo>
                    <a:pt x="223979" y="45059"/>
                  </a:lnTo>
                  <a:lnTo>
                    <a:pt x="222444" y="45278"/>
                  </a:lnTo>
                  <a:lnTo>
                    <a:pt x="220909" y="45607"/>
                  </a:lnTo>
                  <a:lnTo>
                    <a:pt x="219374" y="46046"/>
                  </a:lnTo>
                  <a:lnTo>
                    <a:pt x="217949" y="46594"/>
                  </a:lnTo>
                  <a:lnTo>
                    <a:pt x="215318" y="50211"/>
                  </a:lnTo>
                  <a:lnTo>
                    <a:pt x="210384" y="51198"/>
                  </a:lnTo>
                  <a:lnTo>
                    <a:pt x="204903" y="50869"/>
                  </a:lnTo>
                  <a:lnTo>
                    <a:pt x="200517" y="50869"/>
                  </a:lnTo>
                  <a:lnTo>
                    <a:pt x="199092" y="51527"/>
                  </a:lnTo>
                  <a:lnTo>
                    <a:pt x="198105" y="52623"/>
                  </a:lnTo>
                  <a:lnTo>
                    <a:pt x="196790" y="53281"/>
                  </a:lnTo>
                  <a:lnTo>
                    <a:pt x="194378" y="52952"/>
                  </a:lnTo>
                  <a:lnTo>
                    <a:pt x="192514" y="51746"/>
                  </a:lnTo>
                  <a:lnTo>
                    <a:pt x="190979" y="50211"/>
                  </a:lnTo>
                  <a:lnTo>
                    <a:pt x="189554" y="48567"/>
                  </a:lnTo>
                  <a:lnTo>
                    <a:pt x="187581" y="47580"/>
                  </a:lnTo>
                  <a:lnTo>
                    <a:pt x="185607" y="46155"/>
                  </a:lnTo>
                  <a:lnTo>
                    <a:pt x="184511" y="43743"/>
                  </a:lnTo>
                  <a:lnTo>
                    <a:pt x="183743" y="41112"/>
                  </a:lnTo>
                  <a:lnTo>
                    <a:pt x="182428" y="38810"/>
                  </a:lnTo>
                  <a:lnTo>
                    <a:pt x="181112" y="37604"/>
                  </a:lnTo>
                  <a:lnTo>
                    <a:pt x="179687" y="36836"/>
                  </a:lnTo>
                  <a:lnTo>
                    <a:pt x="178262" y="35850"/>
                  </a:lnTo>
                  <a:lnTo>
                    <a:pt x="177056" y="34315"/>
                  </a:lnTo>
                  <a:lnTo>
                    <a:pt x="175302" y="32232"/>
                  </a:lnTo>
                  <a:lnTo>
                    <a:pt x="172561" y="30478"/>
                  </a:lnTo>
                  <a:lnTo>
                    <a:pt x="169711" y="29052"/>
                  </a:lnTo>
                  <a:lnTo>
                    <a:pt x="167189" y="27627"/>
                  </a:lnTo>
                  <a:lnTo>
                    <a:pt x="161598" y="29601"/>
                  </a:lnTo>
                  <a:lnTo>
                    <a:pt x="158199" y="35082"/>
                  </a:lnTo>
                  <a:lnTo>
                    <a:pt x="155787" y="41879"/>
                  </a:lnTo>
                  <a:lnTo>
                    <a:pt x="153375" y="47690"/>
                  </a:lnTo>
                  <a:lnTo>
                    <a:pt x="153156" y="50650"/>
                  </a:lnTo>
                  <a:lnTo>
                    <a:pt x="152389" y="53281"/>
                  </a:lnTo>
                  <a:lnTo>
                    <a:pt x="151841" y="55912"/>
                  </a:lnTo>
                  <a:lnTo>
                    <a:pt x="152499" y="58653"/>
                  </a:lnTo>
                  <a:lnTo>
                    <a:pt x="153704" y="61723"/>
                  </a:lnTo>
                  <a:lnTo>
                    <a:pt x="153704" y="63587"/>
                  </a:lnTo>
                  <a:lnTo>
                    <a:pt x="153047" y="65341"/>
                  </a:lnTo>
                  <a:lnTo>
                    <a:pt x="152389" y="68082"/>
                  </a:lnTo>
                  <a:lnTo>
                    <a:pt x="152937" y="74550"/>
                  </a:lnTo>
                  <a:lnTo>
                    <a:pt x="156335" y="77510"/>
                  </a:lnTo>
                  <a:lnTo>
                    <a:pt x="161488" y="78497"/>
                  </a:lnTo>
                  <a:lnTo>
                    <a:pt x="167299" y="79045"/>
                  </a:lnTo>
                  <a:lnTo>
                    <a:pt x="169491" y="81128"/>
                  </a:lnTo>
                  <a:lnTo>
                    <a:pt x="169711" y="83978"/>
                  </a:lnTo>
                  <a:lnTo>
                    <a:pt x="168395" y="86719"/>
                  </a:lnTo>
                  <a:lnTo>
                    <a:pt x="166203" y="88692"/>
                  </a:lnTo>
                  <a:lnTo>
                    <a:pt x="163571" y="89679"/>
                  </a:lnTo>
                  <a:lnTo>
                    <a:pt x="161159" y="90666"/>
                  </a:lnTo>
                  <a:lnTo>
                    <a:pt x="158967" y="91762"/>
                  </a:lnTo>
                  <a:lnTo>
                    <a:pt x="157103" y="93407"/>
                  </a:lnTo>
                  <a:lnTo>
                    <a:pt x="155678" y="95599"/>
                  </a:lnTo>
                  <a:lnTo>
                    <a:pt x="155020" y="97463"/>
                  </a:lnTo>
                  <a:lnTo>
                    <a:pt x="153923" y="99217"/>
                  </a:lnTo>
                  <a:lnTo>
                    <a:pt x="151183" y="100862"/>
                  </a:lnTo>
                  <a:lnTo>
                    <a:pt x="146140" y="102506"/>
                  </a:lnTo>
                  <a:lnTo>
                    <a:pt x="140329" y="103274"/>
                  </a:lnTo>
                  <a:lnTo>
                    <a:pt x="134957" y="102287"/>
                  </a:lnTo>
                  <a:lnTo>
                    <a:pt x="131339" y="98559"/>
                  </a:lnTo>
                  <a:lnTo>
                    <a:pt x="129037" y="96257"/>
                  </a:lnTo>
                  <a:lnTo>
                    <a:pt x="126186" y="94832"/>
                  </a:lnTo>
                  <a:lnTo>
                    <a:pt x="123117" y="94064"/>
                  </a:lnTo>
                  <a:lnTo>
                    <a:pt x="119938" y="93516"/>
                  </a:lnTo>
                  <a:lnTo>
                    <a:pt x="114894" y="93735"/>
                  </a:lnTo>
                  <a:lnTo>
                    <a:pt x="109632" y="95270"/>
                  </a:lnTo>
                  <a:lnTo>
                    <a:pt x="105028" y="98340"/>
                  </a:lnTo>
                  <a:lnTo>
                    <a:pt x="101739" y="102506"/>
                  </a:lnTo>
                  <a:lnTo>
                    <a:pt x="99107" y="109523"/>
                  </a:lnTo>
                  <a:lnTo>
                    <a:pt x="97682" y="117087"/>
                  </a:lnTo>
                  <a:lnTo>
                    <a:pt x="97134" y="124981"/>
                  </a:lnTo>
                  <a:lnTo>
                    <a:pt x="96915" y="132436"/>
                  </a:lnTo>
                  <a:lnTo>
                    <a:pt x="96695" y="137369"/>
                  </a:lnTo>
                  <a:lnTo>
                    <a:pt x="96147" y="142412"/>
                  </a:lnTo>
                  <a:lnTo>
                    <a:pt x="94942" y="147346"/>
                  </a:lnTo>
                  <a:lnTo>
                    <a:pt x="92968" y="151621"/>
                  </a:lnTo>
                  <a:lnTo>
                    <a:pt x="91214" y="153266"/>
                  </a:lnTo>
                  <a:lnTo>
                    <a:pt x="89460" y="153814"/>
                  </a:lnTo>
                  <a:lnTo>
                    <a:pt x="87596" y="154033"/>
                  </a:lnTo>
                  <a:lnTo>
                    <a:pt x="85842" y="154801"/>
                  </a:lnTo>
                  <a:lnTo>
                    <a:pt x="84417" y="156336"/>
                  </a:lnTo>
                  <a:lnTo>
                    <a:pt x="83321" y="158199"/>
                  </a:lnTo>
                  <a:lnTo>
                    <a:pt x="82005" y="159953"/>
                  </a:lnTo>
                  <a:lnTo>
                    <a:pt x="80141" y="161159"/>
                  </a:lnTo>
                  <a:lnTo>
                    <a:pt x="75975" y="161159"/>
                  </a:lnTo>
                  <a:lnTo>
                    <a:pt x="72905" y="158638"/>
                  </a:lnTo>
                  <a:lnTo>
                    <a:pt x="70384" y="155020"/>
                  </a:lnTo>
                  <a:lnTo>
                    <a:pt x="68082" y="151512"/>
                  </a:lnTo>
                  <a:lnTo>
                    <a:pt x="67534" y="151073"/>
                  </a:lnTo>
                  <a:lnTo>
                    <a:pt x="66985" y="150744"/>
                  </a:lnTo>
                  <a:lnTo>
                    <a:pt x="66437" y="150415"/>
                  </a:lnTo>
                  <a:lnTo>
                    <a:pt x="65779" y="150196"/>
                  </a:lnTo>
                  <a:lnTo>
                    <a:pt x="62052" y="149977"/>
                  </a:lnTo>
                  <a:lnTo>
                    <a:pt x="58653" y="151621"/>
                  </a:lnTo>
                  <a:lnTo>
                    <a:pt x="55474" y="154143"/>
                  </a:lnTo>
                  <a:lnTo>
                    <a:pt x="52404" y="156336"/>
                  </a:lnTo>
                  <a:lnTo>
                    <a:pt x="48567" y="157541"/>
                  </a:lnTo>
                  <a:lnTo>
                    <a:pt x="44730" y="157432"/>
                  </a:lnTo>
                  <a:lnTo>
                    <a:pt x="40673" y="156664"/>
                  </a:lnTo>
                  <a:lnTo>
                    <a:pt x="36617" y="156007"/>
                  </a:lnTo>
                  <a:lnTo>
                    <a:pt x="31026" y="154143"/>
                  </a:lnTo>
                  <a:lnTo>
                    <a:pt x="29162" y="150306"/>
                  </a:lnTo>
                  <a:lnTo>
                    <a:pt x="28395" y="145811"/>
                  </a:lnTo>
                  <a:lnTo>
                    <a:pt x="25544" y="142083"/>
                  </a:lnTo>
                  <a:lnTo>
                    <a:pt x="21488" y="142631"/>
                  </a:lnTo>
                  <a:lnTo>
                    <a:pt x="18637" y="146140"/>
                  </a:lnTo>
                  <a:lnTo>
                    <a:pt x="16554" y="150854"/>
                  </a:lnTo>
                  <a:lnTo>
                    <a:pt x="14362" y="154691"/>
                  </a:lnTo>
                  <a:lnTo>
                    <a:pt x="11511" y="157651"/>
                  </a:lnTo>
                  <a:lnTo>
                    <a:pt x="10415" y="160721"/>
                  </a:lnTo>
                  <a:lnTo>
                    <a:pt x="10415" y="164229"/>
                  </a:lnTo>
                  <a:lnTo>
                    <a:pt x="10305" y="168176"/>
                  </a:lnTo>
                  <a:lnTo>
                    <a:pt x="9648" y="171794"/>
                  </a:lnTo>
                  <a:lnTo>
                    <a:pt x="8222" y="175083"/>
                  </a:lnTo>
                  <a:lnTo>
                    <a:pt x="6578" y="178262"/>
                  </a:lnTo>
                  <a:lnTo>
                    <a:pt x="4824" y="181441"/>
                  </a:lnTo>
                  <a:lnTo>
                    <a:pt x="658" y="190321"/>
                  </a:lnTo>
                  <a:lnTo>
                    <a:pt x="0" y="198873"/>
                  </a:lnTo>
                  <a:lnTo>
                    <a:pt x="2083" y="207424"/>
                  </a:lnTo>
                  <a:lnTo>
                    <a:pt x="6139" y="216085"/>
                  </a:lnTo>
                  <a:lnTo>
                    <a:pt x="8661" y="219813"/>
                  </a:lnTo>
                  <a:lnTo>
                    <a:pt x="10963" y="223650"/>
                  </a:lnTo>
                  <a:lnTo>
                    <a:pt x="13156" y="227487"/>
                  </a:lnTo>
                  <a:lnTo>
                    <a:pt x="15348" y="231434"/>
                  </a:lnTo>
                  <a:lnTo>
                    <a:pt x="16116" y="239108"/>
                  </a:lnTo>
                  <a:lnTo>
                    <a:pt x="15896" y="246673"/>
                  </a:lnTo>
                  <a:lnTo>
                    <a:pt x="16554" y="254018"/>
                  </a:lnTo>
                  <a:lnTo>
                    <a:pt x="19734" y="261034"/>
                  </a:lnTo>
                  <a:lnTo>
                    <a:pt x="20391" y="262021"/>
                  </a:lnTo>
                  <a:lnTo>
                    <a:pt x="21159" y="262898"/>
                  </a:lnTo>
                  <a:lnTo>
                    <a:pt x="21926" y="263885"/>
                  </a:lnTo>
                  <a:lnTo>
                    <a:pt x="22584" y="264871"/>
                  </a:lnTo>
                  <a:lnTo>
                    <a:pt x="26421" y="269147"/>
                  </a:lnTo>
                  <a:lnTo>
                    <a:pt x="30697" y="273313"/>
                  </a:lnTo>
                  <a:lnTo>
                    <a:pt x="34315" y="277808"/>
                  </a:lnTo>
                  <a:lnTo>
                    <a:pt x="36179" y="283180"/>
                  </a:lnTo>
                  <a:lnTo>
                    <a:pt x="38371" y="288114"/>
                  </a:lnTo>
                  <a:lnTo>
                    <a:pt x="41989" y="290196"/>
                  </a:lnTo>
                  <a:lnTo>
                    <a:pt x="45497" y="292170"/>
                  </a:lnTo>
                  <a:lnTo>
                    <a:pt x="47580" y="296665"/>
                  </a:lnTo>
                  <a:lnTo>
                    <a:pt x="49773" y="297542"/>
                  </a:lnTo>
                  <a:lnTo>
                    <a:pt x="52185" y="297980"/>
                  </a:lnTo>
                  <a:lnTo>
                    <a:pt x="54378" y="298638"/>
                  </a:lnTo>
                  <a:lnTo>
                    <a:pt x="55693" y="300392"/>
                  </a:lnTo>
                  <a:lnTo>
                    <a:pt x="65670" y="305106"/>
                  </a:lnTo>
                  <a:lnTo>
                    <a:pt x="73125" y="314864"/>
                  </a:lnTo>
                  <a:lnTo>
                    <a:pt x="77291" y="326923"/>
                  </a:lnTo>
                  <a:lnTo>
                    <a:pt x="77400" y="338325"/>
                  </a:lnTo>
                  <a:lnTo>
                    <a:pt x="77400" y="339750"/>
                  </a:lnTo>
                  <a:lnTo>
                    <a:pt x="77291" y="341066"/>
                  </a:lnTo>
                  <a:lnTo>
                    <a:pt x="77291" y="342381"/>
                  </a:lnTo>
                  <a:lnTo>
                    <a:pt x="77181" y="343807"/>
                  </a:lnTo>
                  <a:lnTo>
                    <a:pt x="77291" y="349398"/>
                  </a:lnTo>
                  <a:lnTo>
                    <a:pt x="79374" y="353235"/>
                  </a:lnTo>
                  <a:lnTo>
                    <a:pt x="83101" y="355866"/>
                  </a:lnTo>
                  <a:lnTo>
                    <a:pt x="87815" y="357840"/>
                  </a:lnTo>
                  <a:lnTo>
                    <a:pt x="89789" y="354660"/>
                  </a:lnTo>
                  <a:lnTo>
                    <a:pt x="91543" y="351371"/>
                  </a:lnTo>
                  <a:lnTo>
                    <a:pt x="93297" y="348082"/>
                  </a:lnTo>
                  <a:lnTo>
                    <a:pt x="95380" y="344903"/>
                  </a:lnTo>
                  <a:lnTo>
                    <a:pt x="95709" y="344464"/>
                  </a:lnTo>
                  <a:lnTo>
                    <a:pt x="96147" y="343916"/>
                  </a:lnTo>
                  <a:lnTo>
                    <a:pt x="96476" y="343478"/>
                  </a:lnTo>
                  <a:lnTo>
                    <a:pt x="96915" y="343039"/>
                  </a:lnTo>
                  <a:lnTo>
                    <a:pt x="100423" y="338873"/>
                  </a:lnTo>
                  <a:lnTo>
                    <a:pt x="103602" y="334269"/>
                  </a:lnTo>
                  <a:lnTo>
                    <a:pt x="106453" y="329445"/>
                  </a:lnTo>
                  <a:lnTo>
                    <a:pt x="109303" y="324731"/>
                  </a:lnTo>
                  <a:lnTo>
                    <a:pt x="111496" y="321880"/>
                  </a:lnTo>
                  <a:lnTo>
                    <a:pt x="113689" y="319139"/>
                  </a:lnTo>
                  <a:lnTo>
                    <a:pt x="115881" y="316399"/>
                  </a:lnTo>
                  <a:lnTo>
                    <a:pt x="118074" y="313548"/>
                  </a:lnTo>
                  <a:lnTo>
                    <a:pt x="121692" y="309272"/>
                  </a:lnTo>
                  <a:lnTo>
                    <a:pt x="124871" y="306641"/>
                  </a:lnTo>
                  <a:lnTo>
                    <a:pt x="128598" y="305435"/>
                  </a:lnTo>
                  <a:lnTo>
                    <a:pt x="134080" y="305216"/>
                  </a:lnTo>
                  <a:lnTo>
                    <a:pt x="131778" y="301818"/>
                  </a:lnTo>
                  <a:lnTo>
                    <a:pt x="129366" y="298529"/>
                  </a:lnTo>
                  <a:lnTo>
                    <a:pt x="126954" y="295459"/>
                  </a:lnTo>
                  <a:lnTo>
                    <a:pt x="124323" y="292279"/>
                  </a:lnTo>
                  <a:lnTo>
                    <a:pt x="128927" y="289319"/>
                  </a:lnTo>
                  <a:lnTo>
                    <a:pt x="133532" y="286359"/>
                  </a:lnTo>
                  <a:lnTo>
                    <a:pt x="138137" y="283399"/>
                  </a:lnTo>
                  <a:lnTo>
                    <a:pt x="142741" y="280439"/>
                  </a:lnTo>
                  <a:lnTo>
                    <a:pt x="143509" y="275725"/>
                  </a:lnTo>
                  <a:lnTo>
                    <a:pt x="144166" y="270901"/>
                  </a:lnTo>
                  <a:lnTo>
                    <a:pt x="144824" y="266077"/>
                  </a:lnTo>
                  <a:lnTo>
                    <a:pt x="145482" y="261253"/>
                  </a:lnTo>
                  <a:lnTo>
                    <a:pt x="146140" y="256539"/>
                  </a:lnTo>
                  <a:lnTo>
                    <a:pt x="146688" y="251825"/>
                  </a:lnTo>
                  <a:lnTo>
                    <a:pt x="147346" y="247111"/>
                  </a:lnTo>
                  <a:lnTo>
                    <a:pt x="147784" y="242397"/>
                  </a:lnTo>
                  <a:lnTo>
                    <a:pt x="147675" y="241301"/>
                  </a:lnTo>
                  <a:lnTo>
                    <a:pt x="147675" y="240204"/>
                  </a:lnTo>
                  <a:lnTo>
                    <a:pt x="147675" y="238998"/>
                  </a:lnTo>
                  <a:lnTo>
                    <a:pt x="147675" y="237902"/>
                  </a:lnTo>
                  <a:lnTo>
                    <a:pt x="154143" y="235051"/>
                  </a:lnTo>
                  <a:lnTo>
                    <a:pt x="161379" y="231763"/>
                  </a:lnTo>
                  <a:lnTo>
                    <a:pt x="168505" y="229131"/>
                  </a:lnTo>
                  <a:lnTo>
                    <a:pt x="175192" y="228145"/>
                  </a:lnTo>
                  <a:lnTo>
                    <a:pt x="175412" y="227925"/>
                  </a:lnTo>
                  <a:lnTo>
                    <a:pt x="175740" y="227596"/>
                  </a:lnTo>
                  <a:lnTo>
                    <a:pt x="176069" y="227158"/>
                  </a:lnTo>
                  <a:lnTo>
                    <a:pt x="176289" y="226939"/>
                  </a:lnTo>
                  <a:lnTo>
                    <a:pt x="178920" y="228035"/>
                  </a:lnTo>
                  <a:lnTo>
                    <a:pt x="181990" y="227596"/>
                  </a:lnTo>
                  <a:lnTo>
                    <a:pt x="184840" y="225952"/>
                  </a:lnTo>
                  <a:lnTo>
                    <a:pt x="186594" y="223540"/>
                  </a:lnTo>
                  <a:lnTo>
                    <a:pt x="187471" y="221676"/>
                  </a:lnTo>
                  <a:lnTo>
                    <a:pt x="188567" y="219922"/>
                  </a:lnTo>
                  <a:lnTo>
                    <a:pt x="189883" y="218387"/>
                  </a:lnTo>
                  <a:lnTo>
                    <a:pt x="191418" y="217181"/>
                  </a:lnTo>
                  <a:lnTo>
                    <a:pt x="192295" y="217181"/>
                  </a:lnTo>
                  <a:lnTo>
                    <a:pt x="193282" y="217839"/>
                  </a:lnTo>
                  <a:lnTo>
                    <a:pt x="194378" y="218497"/>
                  </a:lnTo>
                  <a:lnTo>
                    <a:pt x="195255" y="218607"/>
                  </a:lnTo>
                  <a:lnTo>
                    <a:pt x="196351" y="217729"/>
                  </a:lnTo>
                  <a:lnTo>
                    <a:pt x="197009" y="216304"/>
                  </a:lnTo>
                  <a:lnTo>
                    <a:pt x="197557" y="214550"/>
                  </a:lnTo>
                  <a:lnTo>
                    <a:pt x="198434" y="213125"/>
                  </a:lnTo>
                  <a:lnTo>
                    <a:pt x="199202" y="212796"/>
                  </a:lnTo>
                  <a:lnTo>
                    <a:pt x="200737" y="212358"/>
                  </a:lnTo>
                  <a:lnTo>
                    <a:pt x="202381" y="211919"/>
                  </a:lnTo>
                  <a:lnTo>
                    <a:pt x="203477" y="211481"/>
                  </a:lnTo>
                  <a:lnTo>
                    <a:pt x="205451" y="210055"/>
                  </a:lnTo>
                  <a:lnTo>
                    <a:pt x="207315" y="208520"/>
                  </a:lnTo>
                  <a:lnTo>
                    <a:pt x="209507" y="207314"/>
                  </a:lnTo>
                  <a:lnTo>
                    <a:pt x="212577" y="206766"/>
                  </a:lnTo>
                  <a:lnTo>
                    <a:pt x="212029" y="205451"/>
                  </a:lnTo>
                  <a:lnTo>
                    <a:pt x="210713" y="204464"/>
                  </a:lnTo>
                  <a:lnTo>
                    <a:pt x="208411" y="201394"/>
                  </a:lnTo>
                  <a:lnTo>
                    <a:pt x="206876" y="197667"/>
                  </a:lnTo>
                  <a:lnTo>
                    <a:pt x="206218" y="193282"/>
                  </a:lnTo>
                  <a:lnTo>
                    <a:pt x="206328" y="191198"/>
                  </a:lnTo>
                  <a:lnTo>
                    <a:pt x="209727" y="177385"/>
                  </a:lnTo>
                  <a:lnTo>
                    <a:pt x="212138" y="170478"/>
                  </a:lnTo>
                  <a:lnTo>
                    <a:pt x="216195" y="164668"/>
                  </a:lnTo>
                  <a:lnTo>
                    <a:pt x="227267" y="157541"/>
                  </a:lnTo>
                  <a:lnTo>
                    <a:pt x="229131" y="155897"/>
                  </a:lnTo>
                  <a:lnTo>
                    <a:pt x="230666" y="153814"/>
                  </a:lnTo>
                  <a:lnTo>
                    <a:pt x="231982" y="150306"/>
                  </a:lnTo>
                  <a:lnTo>
                    <a:pt x="232640" y="142522"/>
                  </a:lnTo>
                  <a:lnTo>
                    <a:pt x="233626" y="138794"/>
                  </a:lnTo>
                  <a:lnTo>
                    <a:pt x="237683" y="133094"/>
                  </a:lnTo>
                  <a:lnTo>
                    <a:pt x="239327" y="129914"/>
                  </a:lnTo>
                  <a:lnTo>
                    <a:pt x="239108" y="126735"/>
                  </a:lnTo>
                  <a:lnTo>
                    <a:pt x="234394" y="118841"/>
                  </a:lnTo>
                  <a:lnTo>
                    <a:pt x="234174" y="115662"/>
                  </a:lnTo>
                  <a:lnTo>
                    <a:pt x="237354" y="112483"/>
                  </a:lnTo>
                  <a:lnTo>
                    <a:pt x="238998" y="111825"/>
                  </a:lnTo>
                  <a:lnTo>
                    <a:pt x="242616" y="111057"/>
                  </a:lnTo>
                  <a:lnTo>
                    <a:pt x="244480" y="109961"/>
                  </a:lnTo>
                  <a:lnTo>
                    <a:pt x="247878" y="105685"/>
                  </a:lnTo>
                  <a:lnTo>
                    <a:pt x="249413" y="104808"/>
                  </a:lnTo>
                  <a:lnTo>
                    <a:pt x="253470" y="104918"/>
                  </a:lnTo>
                  <a:lnTo>
                    <a:pt x="260486" y="109413"/>
                  </a:lnTo>
                  <a:lnTo>
                    <a:pt x="264214" y="110838"/>
                  </a:lnTo>
                  <a:lnTo>
                    <a:pt x="270243" y="109742"/>
                  </a:lnTo>
                  <a:lnTo>
                    <a:pt x="279124" y="101958"/>
                  </a:lnTo>
                  <a:lnTo>
                    <a:pt x="285044" y="99875"/>
                  </a:lnTo>
                  <a:lnTo>
                    <a:pt x="289868" y="100204"/>
                  </a:lnTo>
                  <a:lnTo>
                    <a:pt x="291512" y="100094"/>
                  </a:lnTo>
                  <a:lnTo>
                    <a:pt x="293157" y="99327"/>
                  </a:lnTo>
                  <a:lnTo>
                    <a:pt x="294472" y="98450"/>
                  </a:lnTo>
                  <a:lnTo>
                    <a:pt x="296007" y="98011"/>
                  </a:lnTo>
                  <a:lnTo>
                    <a:pt x="298857" y="98779"/>
                  </a:lnTo>
                  <a:lnTo>
                    <a:pt x="300721" y="98888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3" name="Freeform: Shape 16">
              <a:extLst>
                <a:ext uri="{FF2B5EF4-FFF2-40B4-BE49-F238E27FC236}">
                  <a16:creationId xmlns:a16="http://schemas.microsoft.com/office/drawing/2014/main" id="{C2BEB406-2BB9-D73F-0412-A31E6E904D0C}"/>
                </a:ext>
              </a:extLst>
            </p:cNvPr>
            <p:cNvSpPr/>
            <p:nvPr/>
          </p:nvSpPr>
          <p:spPr>
            <a:xfrm>
              <a:off x="11216592" y="4440688"/>
              <a:ext cx="526235" cy="767426"/>
            </a:xfrm>
            <a:custGeom>
              <a:avLst/>
              <a:gdLst>
                <a:gd name="connsiteX0" fmla="*/ 422742 w 526234"/>
                <a:gd name="connsiteY0" fmla="*/ 602539 h 767425"/>
                <a:gd name="connsiteX1" fmla="*/ 424825 w 526234"/>
                <a:gd name="connsiteY1" fmla="*/ 619422 h 767425"/>
                <a:gd name="connsiteX2" fmla="*/ 423948 w 526234"/>
                <a:gd name="connsiteY2" fmla="*/ 625233 h 767425"/>
                <a:gd name="connsiteX3" fmla="*/ 426469 w 526234"/>
                <a:gd name="connsiteY3" fmla="*/ 620628 h 767425"/>
                <a:gd name="connsiteX4" fmla="*/ 426798 w 526234"/>
                <a:gd name="connsiteY4" fmla="*/ 615366 h 767425"/>
                <a:gd name="connsiteX5" fmla="*/ 425373 w 526234"/>
                <a:gd name="connsiteY5" fmla="*/ 605389 h 767425"/>
                <a:gd name="connsiteX6" fmla="*/ 422742 w 526234"/>
                <a:gd name="connsiteY6" fmla="*/ 602539 h 767425"/>
                <a:gd name="connsiteX7" fmla="*/ 412985 w 526234"/>
                <a:gd name="connsiteY7" fmla="*/ 639814 h 767425"/>
                <a:gd name="connsiteX8" fmla="*/ 411779 w 526234"/>
                <a:gd name="connsiteY8" fmla="*/ 641568 h 767425"/>
                <a:gd name="connsiteX9" fmla="*/ 411011 w 526234"/>
                <a:gd name="connsiteY9" fmla="*/ 643322 h 767425"/>
                <a:gd name="connsiteX10" fmla="*/ 410463 w 526234"/>
                <a:gd name="connsiteY10" fmla="*/ 645186 h 767425"/>
                <a:gd name="connsiteX11" fmla="*/ 409257 w 526234"/>
                <a:gd name="connsiteY11" fmla="*/ 656478 h 767425"/>
                <a:gd name="connsiteX12" fmla="*/ 408051 w 526234"/>
                <a:gd name="connsiteY12" fmla="*/ 661740 h 767425"/>
                <a:gd name="connsiteX13" fmla="*/ 407065 w 526234"/>
                <a:gd name="connsiteY13" fmla="*/ 663714 h 767425"/>
                <a:gd name="connsiteX14" fmla="*/ 405200 w 526234"/>
                <a:gd name="connsiteY14" fmla="*/ 666454 h 767425"/>
                <a:gd name="connsiteX15" fmla="*/ 401802 w 526234"/>
                <a:gd name="connsiteY15" fmla="*/ 670401 h 767425"/>
                <a:gd name="connsiteX16" fmla="*/ 401035 w 526234"/>
                <a:gd name="connsiteY16" fmla="*/ 672046 h 767425"/>
                <a:gd name="connsiteX17" fmla="*/ 402241 w 526234"/>
                <a:gd name="connsiteY17" fmla="*/ 672046 h 767425"/>
                <a:gd name="connsiteX18" fmla="*/ 409915 w 526234"/>
                <a:gd name="connsiteY18" fmla="*/ 661302 h 767425"/>
                <a:gd name="connsiteX19" fmla="*/ 412327 w 526234"/>
                <a:gd name="connsiteY19" fmla="*/ 654066 h 767425"/>
                <a:gd name="connsiteX20" fmla="*/ 411121 w 526234"/>
                <a:gd name="connsiteY20" fmla="*/ 645076 h 767425"/>
                <a:gd name="connsiteX21" fmla="*/ 414629 w 526234"/>
                <a:gd name="connsiteY21" fmla="*/ 637950 h 767425"/>
                <a:gd name="connsiteX22" fmla="*/ 412985 w 526234"/>
                <a:gd name="connsiteY22" fmla="*/ 639814 h 767425"/>
                <a:gd name="connsiteX23" fmla="*/ 500362 w 526234"/>
                <a:gd name="connsiteY23" fmla="*/ 161927 h 767425"/>
                <a:gd name="connsiteX24" fmla="*/ 500362 w 526234"/>
                <a:gd name="connsiteY24" fmla="*/ 159734 h 767425"/>
                <a:gd name="connsiteX25" fmla="*/ 505186 w 526234"/>
                <a:gd name="connsiteY25" fmla="*/ 148771 h 767425"/>
                <a:gd name="connsiteX26" fmla="*/ 508693 w 526234"/>
                <a:gd name="connsiteY26" fmla="*/ 137588 h 767425"/>
                <a:gd name="connsiteX27" fmla="*/ 509132 w 526234"/>
                <a:gd name="connsiteY27" fmla="*/ 135176 h 767425"/>
                <a:gd name="connsiteX28" fmla="*/ 509351 w 526234"/>
                <a:gd name="connsiteY28" fmla="*/ 130572 h 767425"/>
                <a:gd name="connsiteX29" fmla="*/ 509790 w 526234"/>
                <a:gd name="connsiteY29" fmla="*/ 128818 h 767425"/>
                <a:gd name="connsiteX30" fmla="*/ 510667 w 526234"/>
                <a:gd name="connsiteY30" fmla="*/ 127283 h 767425"/>
                <a:gd name="connsiteX31" fmla="*/ 511873 w 526234"/>
                <a:gd name="connsiteY31" fmla="*/ 126296 h 767425"/>
                <a:gd name="connsiteX32" fmla="*/ 514833 w 526234"/>
                <a:gd name="connsiteY32" fmla="*/ 125200 h 767425"/>
                <a:gd name="connsiteX33" fmla="*/ 516039 w 526234"/>
                <a:gd name="connsiteY33" fmla="*/ 124323 h 767425"/>
                <a:gd name="connsiteX34" fmla="*/ 517025 w 526234"/>
                <a:gd name="connsiteY34" fmla="*/ 123775 h 767425"/>
                <a:gd name="connsiteX35" fmla="*/ 517903 w 526234"/>
                <a:gd name="connsiteY35" fmla="*/ 123994 h 767425"/>
                <a:gd name="connsiteX36" fmla="*/ 518451 w 526234"/>
                <a:gd name="connsiteY36" fmla="*/ 123775 h 767425"/>
                <a:gd name="connsiteX37" fmla="*/ 518670 w 526234"/>
                <a:gd name="connsiteY37" fmla="*/ 122130 h 767425"/>
                <a:gd name="connsiteX38" fmla="*/ 518451 w 526234"/>
                <a:gd name="connsiteY38" fmla="*/ 121034 h 767425"/>
                <a:gd name="connsiteX39" fmla="*/ 517464 w 526234"/>
                <a:gd name="connsiteY39" fmla="*/ 119061 h 767425"/>
                <a:gd name="connsiteX40" fmla="*/ 517245 w 526234"/>
                <a:gd name="connsiteY40" fmla="*/ 117745 h 767425"/>
                <a:gd name="connsiteX41" fmla="*/ 519766 w 526234"/>
                <a:gd name="connsiteY41" fmla="*/ 112044 h 767425"/>
                <a:gd name="connsiteX42" fmla="*/ 520643 w 526234"/>
                <a:gd name="connsiteY42" fmla="*/ 110619 h 767425"/>
                <a:gd name="connsiteX43" fmla="*/ 524919 w 526234"/>
                <a:gd name="connsiteY43" fmla="*/ 101191 h 767425"/>
                <a:gd name="connsiteX44" fmla="*/ 525577 w 526234"/>
                <a:gd name="connsiteY44" fmla="*/ 100094 h 767425"/>
                <a:gd name="connsiteX45" fmla="*/ 526235 w 526234"/>
                <a:gd name="connsiteY45" fmla="*/ 98888 h 767425"/>
                <a:gd name="connsiteX46" fmla="*/ 526783 w 526234"/>
                <a:gd name="connsiteY46" fmla="*/ 96915 h 767425"/>
                <a:gd name="connsiteX47" fmla="*/ 517025 w 526234"/>
                <a:gd name="connsiteY47" fmla="*/ 98121 h 767425"/>
                <a:gd name="connsiteX48" fmla="*/ 512311 w 526234"/>
                <a:gd name="connsiteY48" fmla="*/ 88364 h 767425"/>
                <a:gd name="connsiteX49" fmla="*/ 510776 w 526234"/>
                <a:gd name="connsiteY49" fmla="*/ 74769 h 767425"/>
                <a:gd name="connsiteX50" fmla="*/ 510667 w 526234"/>
                <a:gd name="connsiteY50" fmla="*/ 64464 h 767425"/>
                <a:gd name="connsiteX51" fmla="*/ 511106 w 526234"/>
                <a:gd name="connsiteY51" fmla="*/ 62052 h 767425"/>
                <a:gd name="connsiteX52" fmla="*/ 512859 w 526234"/>
                <a:gd name="connsiteY52" fmla="*/ 56789 h 767425"/>
                <a:gd name="connsiteX53" fmla="*/ 513298 w 526234"/>
                <a:gd name="connsiteY53" fmla="*/ 53500 h 767425"/>
                <a:gd name="connsiteX54" fmla="*/ 512859 w 526234"/>
                <a:gd name="connsiteY54" fmla="*/ 50869 h 767425"/>
                <a:gd name="connsiteX55" fmla="*/ 509790 w 526234"/>
                <a:gd name="connsiteY55" fmla="*/ 40235 h 767425"/>
                <a:gd name="connsiteX56" fmla="*/ 507707 w 526234"/>
                <a:gd name="connsiteY56" fmla="*/ 39248 h 767425"/>
                <a:gd name="connsiteX57" fmla="*/ 502664 w 526234"/>
                <a:gd name="connsiteY57" fmla="*/ 39139 h 767425"/>
                <a:gd name="connsiteX58" fmla="*/ 498498 w 526234"/>
                <a:gd name="connsiteY58" fmla="*/ 37713 h 767425"/>
                <a:gd name="connsiteX59" fmla="*/ 496634 w 526234"/>
                <a:gd name="connsiteY59" fmla="*/ 38042 h 767425"/>
                <a:gd name="connsiteX60" fmla="*/ 495866 w 526234"/>
                <a:gd name="connsiteY60" fmla="*/ 40564 h 767425"/>
                <a:gd name="connsiteX61" fmla="*/ 493783 w 526234"/>
                <a:gd name="connsiteY61" fmla="*/ 39906 h 767425"/>
                <a:gd name="connsiteX62" fmla="*/ 492030 w 526234"/>
                <a:gd name="connsiteY62" fmla="*/ 38919 h 767425"/>
                <a:gd name="connsiteX63" fmla="*/ 490824 w 526234"/>
                <a:gd name="connsiteY63" fmla="*/ 37494 h 767425"/>
                <a:gd name="connsiteX64" fmla="*/ 489947 w 526234"/>
                <a:gd name="connsiteY64" fmla="*/ 33219 h 767425"/>
                <a:gd name="connsiteX65" fmla="*/ 489069 w 526234"/>
                <a:gd name="connsiteY65" fmla="*/ 31355 h 767425"/>
                <a:gd name="connsiteX66" fmla="*/ 487754 w 526234"/>
                <a:gd name="connsiteY66" fmla="*/ 29710 h 767425"/>
                <a:gd name="connsiteX67" fmla="*/ 486877 w 526234"/>
                <a:gd name="connsiteY67" fmla="*/ 27518 h 767425"/>
                <a:gd name="connsiteX68" fmla="*/ 476352 w 526234"/>
                <a:gd name="connsiteY68" fmla="*/ 12169 h 767425"/>
                <a:gd name="connsiteX69" fmla="*/ 470761 w 526234"/>
                <a:gd name="connsiteY69" fmla="*/ 6578 h 767425"/>
                <a:gd name="connsiteX70" fmla="*/ 467362 w 526234"/>
                <a:gd name="connsiteY70" fmla="*/ 4495 h 767425"/>
                <a:gd name="connsiteX71" fmla="*/ 453987 w 526234"/>
                <a:gd name="connsiteY71" fmla="*/ 0 h 767425"/>
                <a:gd name="connsiteX72" fmla="*/ 449492 w 526234"/>
                <a:gd name="connsiteY72" fmla="*/ 877 h 767425"/>
                <a:gd name="connsiteX73" fmla="*/ 427894 w 526234"/>
                <a:gd name="connsiteY73" fmla="*/ 11621 h 767425"/>
                <a:gd name="connsiteX74" fmla="*/ 422304 w 526234"/>
                <a:gd name="connsiteY74" fmla="*/ 13265 h 767425"/>
                <a:gd name="connsiteX75" fmla="*/ 418138 w 526234"/>
                <a:gd name="connsiteY75" fmla="*/ 12388 h 767425"/>
                <a:gd name="connsiteX76" fmla="*/ 416273 w 526234"/>
                <a:gd name="connsiteY76" fmla="*/ 11511 h 767425"/>
                <a:gd name="connsiteX77" fmla="*/ 410134 w 526234"/>
                <a:gd name="connsiteY77" fmla="*/ 10415 h 767425"/>
                <a:gd name="connsiteX78" fmla="*/ 405420 w 526234"/>
                <a:gd name="connsiteY78" fmla="*/ 10305 h 767425"/>
                <a:gd name="connsiteX79" fmla="*/ 403885 w 526234"/>
                <a:gd name="connsiteY79" fmla="*/ 10525 h 767425"/>
                <a:gd name="connsiteX80" fmla="*/ 402569 w 526234"/>
                <a:gd name="connsiteY80" fmla="*/ 11511 h 767425"/>
                <a:gd name="connsiteX81" fmla="*/ 400596 w 526234"/>
                <a:gd name="connsiteY81" fmla="*/ 13814 h 767425"/>
                <a:gd name="connsiteX82" fmla="*/ 394566 w 526234"/>
                <a:gd name="connsiteY82" fmla="*/ 18966 h 767425"/>
                <a:gd name="connsiteX83" fmla="*/ 394347 w 526234"/>
                <a:gd name="connsiteY83" fmla="*/ 21707 h 767425"/>
                <a:gd name="connsiteX84" fmla="*/ 395114 w 526234"/>
                <a:gd name="connsiteY84" fmla="*/ 23571 h 767425"/>
                <a:gd name="connsiteX85" fmla="*/ 396649 w 526234"/>
                <a:gd name="connsiteY85" fmla="*/ 24229 h 767425"/>
                <a:gd name="connsiteX86" fmla="*/ 398623 w 526234"/>
                <a:gd name="connsiteY86" fmla="*/ 23352 h 767425"/>
                <a:gd name="connsiteX87" fmla="*/ 397855 w 526234"/>
                <a:gd name="connsiteY87" fmla="*/ 22913 h 767425"/>
                <a:gd name="connsiteX88" fmla="*/ 397636 w 526234"/>
                <a:gd name="connsiteY88" fmla="*/ 22913 h 767425"/>
                <a:gd name="connsiteX89" fmla="*/ 397527 w 526234"/>
                <a:gd name="connsiteY89" fmla="*/ 22803 h 767425"/>
                <a:gd name="connsiteX90" fmla="*/ 397197 w 526234"/>
                <a:gd name="connsiteY90" fmla="*/ 21926 h 767425"/>
                <a:gd name="connsiteX91" fmla="*/ 401144 w 526234"/>
                <a:gd name="connsiteY91" fmla="*/ 20501 h 767425"/>
                <a:gd name="connsiteX92" fmla="*/ 406297 w 526234"/>
                <a:gd name="connsiteY92" fmla="*/ 16335 h 767425"/>
                <a:gd name="connsiteX93" fmla="*/ 409476 w 526234"/>
                <a:gd name="connsiteY93" fmla="*/ 14691 h 767425"/>
                <a:gd name="connsiteX94" fmla="*/ 409586 w 526234"/>
                <a:gd name="connsiteY94" fmla="*/ 16006 h 767425"/>
                <a:gd name="connsiteX95" fmla="*/ 410682 w 526234"/>
                <a:gd name="connsiteY95" fmla="*/ 18966 h 767425"/>
                <a:gd name="connsiteX96" fmla="*/ 411998 w 526234"/>
                <a:gd name="connsiteY96" fmla="*/ 17541 h 767425"/>
                <a:gd name="connsiteX97" fmla="*/ 415835 w 526234"/>
                <a:gd name="connsiteY97" fmla="*/ 19076 h 767425"/>
                <a:gd name="connsiteX98" fmla="*/ 420659 w 526234"/>
                <a:gd name="connsiteY98" fmla="*/ 20282 h 767425"/>
                <a:gd name="connsiteX99" fmla="*/ 425373 w 526234"/>
                <a:gd name="connsiteY99" fmla="*/ 20282 h 767425"/>
                <a:gd name="connsiteX100" fmla="*/ 428991 w 526234"/>
                <a:gd name="connsiteY100" fmla="*/ 18309 h 767425"/>
                <a:gd name="connsiteX101" fmla="*/ 432170 w 526234"/>
                <a:gd name="connsiteY101" fmla="*/ 15458 h 767425"/>
                <a:gd name="connsiteX102" fmla="*/ 436446 w 526234"/>
                <a:gd name="connsiteY102" fmla="*/ 13046 h 767425"/>
                <a:gd name="connsiteX103" fmla="*/ 441160 w 526234"/>
                <a:gd name="connsiteY103" fmla="*/ 11621 h 767425"/>
                <a:gd name="connsiteX104" fmla="*/ 445655 w 526234"/>
                <a:gd name="connsiteY104" fmla="*/ 11731 h 767425"/>
                <a:gd name="connsiteX105" fmla="*/ 448505 w 526234"/>
                <a:gd name="connsiteY105" fmla="*/ 12827 h 767425"/>
                <a:gd name="connsiteX106" fmla="*/ 449163 w 526234"/>
                <a:gd name="connsiteY106" fmla="*/ 13814 h 767425"/>
                <a:gd name="connsiteX107" fmla="*/ 448725 w 526234"/>
                <a:gd name="connsiteY107" fmla="*/ 15020 h 767425"/>
                <a:gd name="connsiteX108" fmla="*/ 448286 w 526234"/>
                <a:gd name="connsiteY108" fmla="*/ 16664 h 767425"/>
                <a:gd name="connsiteX109" fmla="*/ 448725 w 526234"/>
                <a:gd name="connsiteY109" fmla="*/ 18309 h 767425"/>
                <a:gd name="connsiteX110" fmla="*/ 449602 w 526234"/>
                <a:gd name="connsiteY110" fmla="*/ 20063 h 767425"/>
                <a:gd name="connsiteX111" fmla="*/ 449931 w 526234"/>
                <a:gd name="connsiteY111" fmla="*/ 21926 h 767425"/>
                <a:gd name="connsiteX112" fmla="*/ 448944 w 526234"/>
                <a:gd name="connsiteY112" fmla="*/ 23900 h 767425"/>
                <a:gd name="connsiteX113" fmla="*/ 447519 w 526234"/>
                <a:gd name="connsiteY113" fmla="*/ 25763 h 767425"/>
                <a:gd name="connsiteX114" fmla="*/ 444888 w 526234"/>
                <a:gd name="connsiteY114" fmla="*/ 29930 h 767425"/>
                <a:gd name="connsiteX115" fmla="*/ 442805 w 526234"/>
                <a:gd name="connsiteY115" fmla="*/ 31793 h 767425"/>
                <a:gd name="connsiteX116" fmla="*/ 428662 w 526234"/>
                <a:gd name="connsiteY116" fmla="*/ 38042 h 767425"/>
                <a:gd name="connsiteX117" fmla="*/ 424935 w 526234"/>
                <a:gd name="connsiteY117" fmla="*/ 38590 h 767425"/>
                <a:gd name="connsiteX118" fmla="*/ 421865 w 526234"/>
                <a:gd name="connsiteY118" fmla="*/ 36946 h 767425"/>
                <a:gd name="connsiteX119" fmla="*/ 418576 w 526234"/>
                <a:gd name="connsiteY119" fmla="*/ 35630 h 767425"/>
                <a:gd name="connsiteX120" fmla="*/ 406407 w 526234"/>
                <a:gd name="connsiteY120" fmla="*/ 36179 h 767425"/>
                <a:gd name="connsiteX121" fmla="*/ 395114 w 526234"/>
                <a:gd name="connsiteY121" fmla="*/ 32341 h 767425"/>
                <a:gd name="connsiteX122" fmla="*/ 390839 w 526234"/>
                <a:gd name="connsiteY122" fmla="*/ 31903 h 767425"/>
                <a:gd name="connsiteX123" fmla="*/ 382178 w 526234"/>
                <a:gd name="connsiteY123" fmla="*/ 33109 h 767425"/>
                <a:gd name="connsiteX124" fmla="*/ 378560 w 526234"/>
                <a:gd name="connsiteY124" fmla="*/ 32780 h 767425"/>
                <a:gd name="connsiteX125" fmla="*/ 376696 w 526234"/>
                <a:gd name="connsiteY125" fmla="*/ 30368 h 767425"/>
                <a:gd name="connsiteX126" fmla="*/ 378122 w 526234"/>
                <a:gd name="connsiteY126" fmla="*/ 30368 h 767425"/>
                <a:gd name="connsiteX127" fmla="*/ 378779 w 526234"/>
                <a:gd name="connsiteY127" fmla="*/ 31574 h 767425"/>
                <a:gd name="connsiteX128" fmla="*/ 379766 w 526234"/>
                <a:gd name="connsiteY128" fmla="*/ 31793 h 767425"/>
                <a:gd name="connsiteX129" fmla="*/ 380972 w 526234"/>
                <a:gd name="connsiteY129" fmla="*/ 31245 h 767425"/>
                <a:gd name="connsiteX130" fmla="*/ 382288 w 526234"/>
                <a:gd name="connsiteY130" fmla="*/ 30368 h 767425"/>
                <a:gd name="connsiteX131" fmla="*/ 379766 w 526234"/>
                <a:gd name="connsiteY131" fmla="*/ 30039 h 767425"/>
                <a:gd name="connsiteX132" fmla="*/ 378341 w 526234"/>
                <a:gd name="connsiteY132" fmla="*/ 28724 h 767425"/>
                <a:gd name="connsiteX133" fmla="*/ 377574 w 526234"/>
                <a:gd name="connsiteY133" fmla="*/ 27189 h 767425"/>
                <a:gd name="connsiteX134" fmla="*/ 376916 w 526234"/>
                <a:gd name="connsiteY134" fmla="*/ 26312 h 767425"/>
                <a:gd name="connsiteX135" fmla="*/ 375161 w 526234"/>
                <a:gd name="connsiteY135" fmla="*/ 25983 h 767425"/>
                <a:gd name="connsiteX136" fmla="*/ 369789 w 526234"/>
                <a:gd name="connsiteY136" fmla="*/ 26202 h 767425"/>
                <a:gd name="connsiteX137" fmla="*/ 369789 w 526234"/>
                <a:gd name="connsiteY137" fmla="*/ 26202 h 767425"/>
                <a:gd name="connsiteX138" fmla="*/ 369680 w 526234"/>
                <a:gd name="connsiteY138" fmla="*/ 28943 h 767425"/>
                <a:gd name="connsiteX139" fmla="*/ 372311 w 526234"/>
                <a:gd name="connsiteY139" fmla="*/ 68410 h 767425"/>
                <a:gd name="connsiteX140" fmla="*/ 371434 w 526234"/>
                <a:gd name="connsiteY140" fmla="*/ 75427 h 767425"/>
                <a:gd name="connsiteX141" fmla="*/ 363650 w 526234"/>
                <a:gd name="connsiteY141" fmla="*/ 86938 h 767425"/>
                <a:gd name="connsiteX142" fmla="*/ 360909 w 526234"/>
                <a:gd name="connsiteY142" fmla="*/ 99985 h 767425"/>
                <a:gd name="connsiteX143" fmla="*/ 360471 w 526234"/>
                <a:gd name="connsiteY143" fmla="*/ 107878 h 767425"/>
                <a:gd name="connsiteX144" fmla="*/ 369570 w 526234"/>
                <a:gd name="connsiteY144" fmla="*/ 127393 h 767425"/>
                <a:gd name="connsiteX145" fmla="*/ 370557 w 526234"/>
                <a:gd name="connsiteY145" fmla="*/ 140439 h 767425"/>
                <a:gd name="connsiteX146" fmla="*/ 358278 w 526234"/>
                <a:gd name="connsiteY146" fmla="*/ 164448 h 767425"/>
                <a:gd name="connsiteX147" fmla="*/ 357511 w 526234"/>
                <a:gd name="connsiteY147" fmla="*/ 171574 h 767425"/>
                <a:gd name="connsiteX148" fmla="*/ 355757 w 526234"/>
                <a:gd name="connsiteY148" fmla="*/ 178152 h 767425"/>
                <a:gd name="connsiteX149" fmla="*/ 351591 w 526234"/>
                <a:gd name="connsiteY149" fmla="*/ 184840 h 767425"/>
                <a:gd name="connsiteX150" fmla="*/ 348960 w 526234"/>
                <a:gd name="connsiteY150" fmla="*/ 192404 h 767425"/>
                <a:gd name="connsiteX151" fmla="*/ 342711 w 526234"/>
                <a:gd name="connsiteY151" fmla="*/ 205012 h 767425"/>
                <a:gd name="connsiteX152" fmla="*/ 330651 w 526234"/>
                <a:gd name="connsiteY152" fmla="*/ 212248 h 767425"/>
                <a:gd name="connsiteX153" fmla="*/ 320235 w 526234"/>
                <a:gd name="connsiteY153" fmla="*/ 220799 h 767425"/>
                <a:gd name="connsiteX154" fmla="*/ 313767 w 526234"/>
                <a:gd name="connsiteY154" fmla="*/ 224856 h 767425"/>
                <a:gd name="connsiteX155" fmla="*/ 297432 w 526234"/>
                <a:gd name="connsiteY155" fmla="*/ 238779 h 767425"/>
                <a:gd name="connsiteX156" fmla="*/ 280878 w 526234"/>
                <a:gd name="connsiteY156" fmla="*/ 247879 h 767425"/>
                <a:gd name="connsiteX157" fmla="*/ 275834 w 526234"/>
                <a:gd name="connsiteY157" fmla="*/ 249523 h 767425"/>
                <a:gd name="connsiteX158" fmla="*/ 263885 w 526234"/>
                <a:gd name="connsiteY158" fmla="*/ 248975 h 767425"/>
                <a:gd name="connsiteX159" fmla="*/ 257526 w 526234"/>
                <a:gd name="connsiteY159" fmla="*/ 250948 h 767425"/>
                <a:gd name="connsiteX160" fmla="*/ 252154 w 526234"/>
                <a:gd name="connsiteY160" fmla="*/ 248536 h 767425"/>
                <a:gd name="connsiteX161" fmla="*/ 246892 w 526234"/>
                <a:gd name="connsiteY161" fmla="*/ 244480 h 767425"/>
                <a:gd name="connsiteX162" fmla="*/ 240314 w 526234"/>
                <a:gd name="connsiteY162" fmla="*/ 245795 h 767425"/>
                <a:gd name="connsiteX163" fmla="*/ 235490 w 526234"/>
                <a:gd name="connsiteY163" fmla="*/ 250071 h 767425"/>
                <a:gd name="connsiteX164" fmla="*/ 232201 w 526234"/>
                <a:gd name="connsiteY164" fmla="*/ 255772 h 767425"/>
                <a:gd name="connsiteX165" fmla="*/ 227815 w 526234"/>
                <a:gd name="connsiteY165" fmla="*/ 261911 h 767425"/>
                <a:gd name="connsiteX166" fmla="*/ 224856 w 526234"/>
                <a:gd name="connsiteY166" fmla="*/ 268599 h 767425"/>
                <a:gd name="connsiteX167" fmla="*/ 227377 w 526234"/>
                <a:gd name="connsiteY167" fmla="*/ 277589 h 767425"/>
                <a:gd name="connsiteX168" fmla="*/ 227158 w 526234"/>
                <a:gd name="connsiteY168" fmla="*/ 285482 h 767425"/>
                <a:gd name="connsiteX169" fmla="*/ 222773 w 526234"/>
                <a:gd name="connsiteY169" fmla="*/ 285044 h 767425"/>
                <a:gd name="connsiteX170" fmla="*/ 220580 w 526234"/>
                <a:gd name="connsiteY170" fmla="*/ 279233 h 767425"/>
                <a:gd name="connsiteX171" fmla="*/ 216852 w 526234"/>
                <a:gd name="connsiteY171" fmla="*/ 274300 h 767425"/>
                <a:gd name="connsiteX172" fmla="*/ 210384 w 526234"/>
                <a:gd name="connsiteY172" fmla="*/ 273861 h 767425"/>
                <a:gd name="connsiteX173" fmla="*/ 205012 w 526234"/>
                <a:gd name="connsiteY173" fmla="*/ 277589 h 767425"/>
                <a:gd name="connsiteX174" fmla="*/ 199859 w 526234"/>
                <a:gd name="connsiteY174" fmla="*/ 291512 h 767425"/>
                <a:gd name="connsiteX175" fmla="*/ 190979 w 526234"/>
                <a:gd name="connsiteY175" fmla="*/ 302037 h 767425"/>
                <a:gd name="connsiteX176" fmla="*/ 179468 w 526234"/>
                <a:gd name="connsiteY176" fmla="*/ 304887 h 767425"/>
                <a:gd name="connsiteX177" fmla="*/ 168943 w 526234"/>
                <a:gd name="connsiteY177" fmla="*/ 311794 h 767425"/>
                <a:gd name="connsiteX178" fmla="*/ 157870 w 526234"/>
                <a:gd name="connsiteY178" fmla="*/ 314206 h 767425"/>
                <a:gd name="connsiteX179" fmla="*/ 151402 w 526234"/>
                <a:gd name="connsiteY179" fmla="*/ 317056 h 767425"/>
                <a:gd name="connsiteX180" fmla="*/ 145263 w 526234"/>
                <a:gd name="connsiteY180" fmla="*/ 320674 h 767425"/>
                <a:gd name="connsiteX181" fmla="*/ 139342 w 526234"/>
                <a:gd name="connsiteY181" fmla="*/ 323415 h 767425"/>
                <a:gd name="connsiteX182" fmla="*/ 127721 w 526234"/>
                <a:gd name="connsiteY182" fmla="*/ 331089 h 767425"/>
                <a:gd name="connsiteX183" fmla="*/ 123117 w 526234"/>
                <a:gd name="connsiteY183" fmla="*/ 336242 h 767425"/>
                <a:gd name="connsiteX184" fmla="*/ 124762 w 526234"/>
                <a:gd name="connsiteY184" fmla="*/ 340518 h 767425"/>
                <a:gd name="connsiteX185" fmla="*/ 122788 w 526234"/>
                <a:gd name="connsiteY185" fmla="*/ 344026 h 767425"/>
                <a:gd name="connsiteX186" fmla="*/ 118512 w 526234"/>
                <a:gd name="connsiteY186" fmla="*/ 339860 h 767425"/>
                <a:gd name="connsiteX187" fmla="*/ 113359 w 526234"/>
                <a:gd name="connsiteY187" fmla="*/ 337229 h 767425"/>
                <a:gd name="connsiteX188" fmla="*/ 101081 w 526234"/>
                <a:gd name="connsiteY188" fmla="*/ 348521 h 767425"/>
                <a:gd name="connsiteX189" fmla="*/ 99217 w 526234"/>
                <a:gd name="connsiteY189" fmla="*/ 350823 h 767425"/>
                <a:gd name="connsiteX190" fmla="*/ 96038 w 526234"/>
                <a:gd name="connsiteY190" fmla="*/ 352468 h 767425"/>
                <a:gd name="connsiteX191" fmla="*/ 92530 w 526234"/>
                <a:gd name="connsiteY191" fmla="*/ 353454 h 767425"/>
                <a:gd name="connsiteX192" fmla="*/ 70713 w 526234"/>
                <a:gd name="connsiteY192" fmla="*/ 354331 h 767425"/>
                <a:gd name="connsiteX193" fmla="*/ 64464 w 526234"/>
                <a:gd name="connsiteY193" fmla="*/ 358388 h 767425"/>
                <a:gd name="connsiteX194" fmla="*/ 51966 w 526234"/>
                <a:gd name="connsiteY194" fmla="*/ 362444 h 767425"/>
                <a:gd name="connsiteX195" fmla="*/ 47361 w 526234"/>
                <a:gd name="connsiteY195" fmla="*/ 367926 h 767425"/>
                <a:gd name="connsiteX196" fmla="*/ 41989 w 526234"/>
                <a:gd name="connsiteY196" fmla="*/ 373078 h 767425"/>
                <a:gd name="connsiteX197" fmla="*/ 20721 w 526234"/>
                <a:gd name="connsiteY197" fmla="*/ 375929 h 767425"/>
                <a:gd name="connsiteX198" fmla="*/ 14142 w 526234"/>
                <a:gd name="connsiteY198" fmla="*/ 375271 h 767425"/>
                <a:gd name="connsiteX199" fmla="*/ 9209 w 526234"/>
                <a:gd name="connsiteY199" fmla="*/ 377573 h 767425"/>
                <a:gd name="connsiteX200" fmla="*/ 9648 w 526234"/>
                <a:gd name="connsiteY200" fmla="*/ 384590 h 767425"/>
                <a:gd name="connsiteX201" fmla="*/ 8880 w 526234"/>
                <a:gd name="connsiteY201" fmla="*/ 391168 h 767425"/>
                <a:gd name="connsiteX202" fmla="*/ 7017 w 526234"/>
                <a:gd name="connsiteY202" fmla="*/ 397746 h 767425"/>
                <a:gd name="connsiteX203" fmla="*/ 3947 w 526234"/>
                <a:gd name="connsiteY203" fmla="*/ 405530 h 767425"/>
                <a:gd name="connsiteX204" fmla="*/ 0 w 526234"/>
                <a:gd name="connsiteY204" fmla="*/ 412765 h 767425"/>
                <a:gd name="connsiteX205" fmla="*/ 8222 w 526234"/>
                <a:gd name="connsiteY205" fmla="*/ 424606 h 767425"/>
                <a:gd name="connsiteX206" fmla="*/ 19076 w 526234"/>
                <a:gd name="connsiteY206" fmla="*/ 434034 h 767425"/>
                <a:gd name="connsiteX207" fmla="*/ 31793 w 526234"/>
                <a:gd name="connsiteY207" fmla="*/ 442585 h 767425"/>
                <a:gd name="connsiteX208" fmla="*/ 55364 w 526234"/>
                <a:gd name="connsiteY208" fmla="*/ 463744 h 767425"/>
                <a:gd name="connsiteX209" fmla="*/ 74550 w 526234"/>
                <a:gd name="connsiteY209" fmla="*/ 487863 h 767425"/>
                <a:gd name="connsiteX210" fmla="*/ 79264 w 526234"/>
                <a:gd name="connsiteY210" fmla="*/ 502664 h 767425"/>
                <a:gd name="connsiteX211" fmla="*/ 77620 w 526234"/>
                <a:gd name="connsiteY211" fmla="*/ 515491 h 767425"/>
                <a:gd name="connsiteX212" fmla="*/ 78168 w 526234"/>
                <a:gd name="connsiteY212" fmla="*/ 530730 h 767425"/>
                <a:gd name="connsiteX213" fmla="*/ 77291 w 526234"/>
                <a:gd name="connsiteY213" fmla="*/ 533799 h 767425"/>
                <a:gd name="connsiteX214" fmla="*/ 77839 w 526234"/>
                <a:gd name="connsiteY214" fmla="*/ 540925 h 767425"/>
                <a:gd name="connsiteX215" fmla="*/ 74769 w 526234"/>
                <a:gd name="connsiteY215" fmla="*/ 546078 h 767425"/>
                <a:gd name="connsiteX216" fmla="*/ 65670 w 526234"/>
                <a:gd name="connsiteY216" fmla="*/ 555835 h 767425"/>
                <a:gd name="connsiteX217" fmla="*/ 66875 w 526234"/>
                <a:gd name="connsiteY217" fmla="*/ 571184 h 767425"/>
                <a:gd name="connsiteX218" fmla="*/ 60517 w 526234"/>
                <a:gd name="connsiteY218" fmla="*/ 611857 h 767425"/>
                <a:gd name="connsiteX219" fmla="*/ 62052 w 526234"/>
                <a:gd name="connsiteY219" fmla="*/ 624027 h 767425"/>
                <a:gd name="connsiteX220" fmla="*/ 68740 w 526234"/>
                <a:gd name="connsiteY220" fmla="*/ 632797 h 767425"/>
                <a:gd name="connsiteX221" fmla="*/ 70274 w 526234"/>
                <a:gd name="connsiteY221" fmla="*/ 643651 h 767425"/>
                <a:gd name="connsiteX222" fmla="*/ 67753 w 526234"/>
                <a:gd name="connsiteY222" fmla="*/ 646611 h 767425"/>
                <a:gd name="connsiteX223" fmla="*/ 66985 w 526234"/>
                <a:gd name="connsiteY223" fmla="*/ 650119 h 767425"/>
                <a:gd name="connsiteX224" fmla="*/ 70055 w 526234"/>
                <a:gd name="connsiteY224" fmla="*/ 651325 h 767425"/>
                <a:gd name="connsiteX225" fmla="*/ 73125 w 526234"/>
                <a:gd name="connsiteY225" fmla="*/ 652969 h 767425"/>
                <a:gd name="connsiteX226" fmla="*/ 72686 w 526234"/>
                <a:gd name="connsiteY226" fmla="*/ 657793 h 767425"/>
                <a:gd name="connsiteX227" fmla="*/ 70932 w 526234"/>
                <a:gd name="connsiteY227" fmla="*/ 662398 h 767425"/>
                <a:gd name="connsiteX228" fmla="*/ 69836 w 526234"/>
                <a:gd name="connsiteY228" fmla="*/ 666893 h 767425"/>
                <a:gd name="connsiteX229" fmla="*/ 73673 w 526234"/>
                <a:gd name="connsiteY229" fmla="*/ 685311 h 767425"/>
                <a:gd name="connsiteX230" fmla="*/ 74879 w 526234"/>
                <a:gd name="connsiteY230" fmla="*/ 699783 h 767425"/>
                <a:gd name="connsiteX231" fmla="*/ 74769 w 526234"/>
                <a:gd name="connsiteY231" fmla="*/ 712719 h 767425"/>
                <a:gd name="connsiteX232" fmla="*/ 70274 w 526234"/>
                <a:gd name="connsiteY232" fmla="*/ 724779 h 767425"/>
                <a:gd name="connsiteX233" fmla="*/ 53610 w 526234"/>
                <a:gd name="connsiteY233" fmla="*/ 744841 h 767425"/>
                <a:gd name="connsiteX234" fmla="*/ 51418 w 526234"/>
                <a:gd name="connsiteY234" fmla="*/ 748021 h 767425"/>
                <a:gd name="connsiteX235" fmla="*/ 52953 w 526234"/>
                <a:gd name="connsiteY235" fmla="*/ 764466 h 767425"/>
                <a:gd name="connsiteX236" fmla="*/ 55693 w 526234"/>
                <a:gd name="connsiteY236" fmla="*/ 760628 h 767425"/>
                <a:gd name="connsiteX237" fmla="*/ 72028 w 526234"/>
                <a:gd name="connsiteY237" fmla="*/ 754708 h 767425"/>
                <a:gd name="connsiteX238" fmla="*/ 76195 w 526234"/>
                <a:gd name="connsiteY238" fmla="*/ 756133 h 767425"/>
                <a:gd name="connsiteX239" fmla="*/ 79483 w 526234"/>
                <a:gd name="connsiteY239" fmla="*/ 759094 h 767425"/>
                <a:gd name="connsiteX240" fmla="*/ 82444 w 526234"/>
                <a:gd name="connsiteY240" fmla="*/ 762383 h 767425"/>
                <a:gd name="connsiteX241" fmla="*/ 85733 w 526234"/>
                <a:gd name="connsiteY241" fmla="*/ 764904 h 767425"/>
                <a:gd name="connsiteX242" fmla="*/ 88034 w 526234"/>
                <a:gd name="connsiteY242" fmla="*/ 765123 h 767425"/>
                <a:gd name="connsiteX243" fmla="*/ 90227 w 526234"/>
                <a:gd name="connsiteY243" fmla="*/ 764685 h 767425"/>
                <a:gd name="connsiteX244" fmla="*/ 92091 w 526234"/>
                <a:gd name="connsiteY244" fmla="*/ 765123 h 767425"/>
                <a:gd name="connsiteX245" fmla="*/ 94831 w 526234"/>
                <a:gd name="connsiteY245" fmla="*/ 770934 h 767425"/>
                <a:gd name="connsiteX246" fmla="*/ 97353 w 526234"/>
                <a:gd name="connsiteY246" fmla="*/ 772907 h 767425"/>
                <a:gd name="connsiteX247" fmla="*/ 105247 w 526234"/>
                <a:gd name="connsiteY247" fmla="*/ 777512 h 767425"/>
                <a:gd name="connsiteX248" fmla="*/ 107001 w 526234"/>
                <a:gd name="connsiteY248" fmla="*/ 776964 h 767425"/>
                <a:gd name="connsiteX249" fmla="*/ 108207 w 526234"/>
                <a:gd name="connsiteY249" fmla="*/ 775319 h 767425"/>
                <a:gd name="connsiteX250" fmla="*/ 109084 w 526234"/>
                <a:gd name="connsiteY250" fmla="*/ 770824 h 767425"/>
                <a:gd name="connsiteX251" fmla="*/ 109961 w 526234"/>
                <a:gd name="connsiteY251" fmla="*/ 769399 h 767425"/>
                <a:gd name="connsiteX252" fmla="*/ 120047 w 526234"/>
                <a:gd name="connsiteY252" fmla="*/ 761835 h 767425"/>
                <a:gd name="connsiteX253" fmla="*/ 121911 w 526234"/>
                <a:gd name="connsiteY253" fmla="*/ 759642 h 767425"/>
                <a:gd name="connsiteX254" fmla="*/ 124762 w 526234"/>
                <a:gd name="connsiteY254" fmla="*/ 751529 h 767425"/>
                <a:gd name="connsiteX255" fmla="*/ 125748 w 526234"/>
                <a:gd name="connsiteY255" fmla="*/ 749665 h 767425"/>
                <a:gd name="connsiteX256" fmla="*/ 128708 w 526234"/>
                <a:gd name="connsiteY256" fmla="*/ 747253 h 767425"/>
                <a:gd name="connsiteX257" fmla="*/ 131449 w 526234"/>
                <a:gd name="connsiteY257" fmla="*/ 745719 h 767425"/>
                <a:gd name="connsiteX258" fmla="*/ 133751 w 526234"/>
                <a:gd name="connsiteY258" fmla="*/ 743964 h 767425"/>
                <a:gd name="connsiteX259" fmla="*/ 135615 w 526234"/>
                <a:gd name="connsiteY259" fmla="*/ 740895 h 767425"/>
                <a:gd name="connsiteX260" fmla="*/ 136273 w 526234"/>
                <a:gd name="connsiteY260" fmla="*/ 738702 h 767425"/>
                <a:gd name="connsiteX261" fmla="*/ 136821 w 526234"/>
                <a:gd name="connsiteY261" fmla="*/ 734098 h 767425"/>
                <a:gd name="connsiteX262" fmla="*/ 137369 w 526234"/>
                <a:gd name="connsiteY262" fmla="*/ 732015 h 767425"/>
                <a:gd name="connsiteX263" fmla="*/ 142302 w 526234"/>
                <a:gd name="connsiteY263" fmla="*/ 723792 h 767425"/>
                <a:gd name="connsiteX264" fmla="*/ 142960 w 526234"/>
                <a:gd name="connsiteY264" fmla="*/ 721490 h 767425"/>
                <a:gd name="connsiteX265" fmla="*/ 142302 w 526234"/>
                <a:gd name="connsiteY265" fmla="*/ 718639 h 767425"/>
                <a:gd name="connsiteX266" fmla="*/ 141535 w 526234"/>
                <a:gd name="connsiteY266" fmla="*/ 718091 h 767425"/>
                <a:gd name="connsiteX267" fmla="*/ 147126 w 526234"/>
                <a:gd name="connsiteY267" fmla="*/ 713925 h 767425"/>
                <a:gd name="connsiteX268" fmla="*/ 152827 w 526234"/>
                <a:gd name="connsiteY268" fmla="*/ 711184 h 767425"/>
                <a:gd name="connsiteX269" fmla="*/ 155129 w 526234"/>
                <a:gd name="connsiteY269" fmla="*/ 709430 h 767425"/>
                <a:gd name="connsiteX270" fmla="*/ 157103 w 526234"/>
                <a:gd name="connsiteY270" fmla="*/ 706361 h 767425"/>
                <a:gd name="connsiteX271" fmla="*/ 157651 w 526234"/>
                <a:gd name="connsiteY271" fmla="*/ 703949 h 767425"/>
                <a:gd name="connsiteX272" fmla="*/ 157870 w 526234"/>
                <a:gd name="connsiteY272" fmla="*/ 703181 h 767425"/>
                <a:gd name="connsiteX273" fmla="*/ 158199 w 526234"/>
                <a:gd name="connsiteY273" fmla="*/ 699892 h 767425"/>
                <a:gd name="connsiteX274" fmla="*/ 158967 w 526234"/>
                <a:gd name="connsiteY274" fmla="*/ 696384 h 767425"/>
                <a:gd name="connsiteX275" fmla="*/ 160830 w 526234"/>
                <a:gd name="connsiteY275" fmla="*/ 693095 h 767425"/>
                <a:gd name="connsiteX276" fmla="*/ 166970 w 526234"/>
                <a:gd name="connsiteY276" fmla="*/ 686079 h 767425"/>
                <a:gd name="connsiteX277" fmla="*/ 169382 w 526234"/>
                <a:gd name="connsiteY277" fmla="*/ 682241 h 767425"/>
                <a:gd name="connsiteX278" fmla="*/ 170040 w 526234"/>
                <a:gd name="connsiteY278" fmla="*/ 679829 h 767425"/>
                <a:gd name="connsiteX279" fmla="*/ 170807 w 526234"/>
                <a:gd name="connsiteY279" fmla="*/ 674567 h 767425"/>
                <a:gd name="connsiteX280" fmla="*/ 172561 w 526234"/>
                <a:gd name="connsiteY280" fmla="*/ 669634 h 767425"/>
                <a:gd name="connsiteX281" fmla="*/ 173657 w 526234"/>
                <a:gd name="connsiteY281" fmla="*/ 663385 h 767425"/>
                <a:gd name="connsiteX282" fmla="*/ 174644 w 526234"/>
                <a:gd name="connsiteY282" fmla="*/ 661192 h 767425"/>
                <a:gd name="connsiteX283" fmla="*/ 176179 w 526234"/>
                <a:gd name="connsiteY283" fmla="*/ 659657 h 767425"/>
                <a:gd name="connsiteX284" fmla="*/ 182318 w 526234"/>
                <a:gd name="connsiteY284" fmla="*/ 654943 h 767425"/>
                <a:gd name="connsiteX285" fmla="*/ 184292 w 526234"/>
                <a:gd name="connsiteY285" fmla="*/ 655162 h 767425"/>
                <a:gd name="connsiteX286" fmla="*/ 186155 w 526234"/>
                <a:gd name="connsiteY286" fmla="*/ 656149 h 767425"/>
                <a:gd name="connsiteX287" fmla="*/ 188129 w 526234"/>
                <a:gd name="connsiteY287" fmla="*/ 656697 h 767425"/>
                <a:gd name="connsiteX288" fmla="*/ 189883 w 526234"/>
                <a:gd name="connsiteY288" fmla="*/ 656478 h 767425"/>
                <a:gd name="connsiteX289" fmla="*/ 193830 w 526234"/>
                <a:gd name="connsiteY289" fmla="*/ 655053 h 767425"/>
                <a:gd name="connsiteX290" fmla="*/ 196023 w 526234"/>
                <a:gd name="connsiteY290" fmla="*/ 653956 h 767425"/>
                <a:gd name="connsiteX291" fmla="*/ 197338 w 526234"/>
                <a:gd name="connsiteY291" fmla="*/ 653627 h 767425"/>
                <a:gd name="connsiteX292" fmla="*/ 198324 w 526234"/>
                <a:gd name="connsiteY292" fmla="*/ 653956 h 767425"/>
                <a:gd name="connsiteX293" fmla="*/ 200189 w 526234"/>
                <a:gd name="connsiteY293" fmla="*/ 655820 h 767425"/>
                <a:gd name="connsiteX294" fmla="*/ 201723 w 526234"/>
                <a:gd name="connsiteY294" fmla="*/ 656697 h 767425"/>
                <a:gd name="connsiteX295" fmla="*/ 202929 w 526234"/>
                <a:gd name="connsiteY295" fmla="*/ 656478 h 767425"/>
                <a:gd name="connsiteX296" fmla="*/ 204025 w 526234"/>
                <a:gd name="connsiteY296" fmla="*/ 655820 h 767425"/>
                <a:gd name="connsiteX297" fmla="*/ 205560 w 526234"/>
                <a:gd name="connsiteY297" fmla="*/ 655381 h 767425"/>
                <a:gd name="connsiteX298" fmla="*/ 217729 w 526234"/>
                <a:gd name="connsiteY298" fmla="*/ 655272 h 767425"/>
                <a:gd name="connsiteX299" fmla="*/ 218826 w 526234"/>
                <a:gd name="connsiteY299" fmla="*/ 655491 h 767425"/>
                <a:gd name="connsiteX300" fmla="*/ 218826 w 526234"/>
                <a:gd name="connsiteY300" fmla="*/ 654943 h 767425"/>
                <a:gd name="connsiteX301" fmla="*/ 219593 w 526234"/>
                <a:gd name="connsiteY301" fmla="*/ 654285 h 767425"/>
                <a:gd name="connsiteX302" fmla="*/ 220470 w 526234"/>
                <a:gd name="connsiteY302" fmla="*/ 653847 h 767425"/>
                <a:gd name="connsiteX303" fmla="*/ 222883 w 526234"/>
                <a:gd name="connsiteY303" fmla="*/ 653408 h 767425"/>
                <a:gd name="connsiteX304" fmla="*/ 224527 w 526234"/>
                <a:gd name="connsiteY304" fmla="*/ 649571 h 767425"/>
                <a:gd name="connsiteX305" fmla="*/ 228802 w 526234"/>
                <a:gd name="connsiteY305" fmla="*/ 643212 h 767425"/>
                <a:gd name="connsiteX306" fmla="*/ 229680 w 526234"/>
                <a:gd name="connsiteY306" fmla="*/ 639923 h 767425"/>
                <a:gd name="connsiteX307" fmla="*/ 235161 w 526234"/>
                <a:gd name="connsiteY307" fmla="*/ 629727 h 767425"/>
                <a:gd name="connsiteX308" fmla="*/ 239766 w 526234"/>
                <a:gd name="connsiteY308" fmla="*/ 623698 h 767425"/>
                <a:gd name="connsiteX309" fmla="*/ 244480 w 526234"/>
                <a:gd name="connsiteY309" fmla="*/ 613721 h 767425"/>
                <a:gd name="connsiteX310" fmla="*/ 245576 w 526234"/>
                <a:gd name="connsiteY310" fmla="*/ 613392 h 767425"/>
                <a:gd name="connsiteX311" fmla="*/ 247769 w 526234"/>
                <a:gd name="connsiteY311" fmla="*/ 612077 h 767425"/>
                <a:gd name="connsiteX312" fmla="*/ 248974 w 526234"/>
                <a:gd name="connsiteY312" fmla="*/ 610542 h 767425"/>
                <a:gd name="connsiteX313" fmla="*/ 247111 w 526234"/>
                <a:gd name="connsiteY313" fmla="*/ 609445 h 767425"/>
                <a:gd name="connsiteX314" fmla="*/ 245138 w 526234"/>
                <a:gd name="connsiteY314" fmla="*/ 609884 h 767425"/>
                <a:gd name="connsiteX315" fmla="*/ 243164 w 526234"/>
                <a:gd name="connsiteY315" fmla="*/ 611419 h 767425"/>
                <a:gd name="connsiteX316" fmla="*/ 241520 w 526234"/>
                <a:gd name="connsiteY316" fmla="*/ 613392 h 767425"/>
                <a:gd name="connsiteX317" fmla="*/ 240423 w 526234"/>
                <a:gd name="connsiteY317" fmla="*/ 615037 h 767425"/>
                <a:gd name="connsiteX318" fmla="*/ 240752 w 526234"/>
                <a:gd name="connsiteY318" fmla="*/ 611090 h 767425"/>
                <a:gd name="connsiteX319" fmla="*/ 242177 w 526234"/>
                <a:gd name="connsiteY319" fmla="*/ 608349 h 767425"/>
                <a:gd name="connsiteX320" fmla="*/ 243164 w 526234"/>
                <a:gd name="connsiteY320" fmla="*/ 605718 h 767425"/>
                <a:gd name="connsiteX321" fmla="*/ 241958 w 526234"/>
                <a:gd name="connsiteY321" fmla="*/ 602100 h 767425"/>
                <a:gd name="connsiteX322" fmla="*/ 239656 w 526234"/>
                <a:gd name="connsiteY322" fmla="*/ 606157 h 767425"/>
                <a:gd name="connsiteX323" fmla="*/ 236257 w 526234"/>
                <a:gd name="connsiteY323" fmla="*/ 610103 h 767425"/>
                <a:gd name="connsiteX324" fmla="*/ 232311 w 526234"/>
                <a:gd name="connsiteY324" fmla="*/ 613283 h 767425"/>
                <a:gd name="connsiteX325" fmla="*/ 228364 w 526234"/>
                <a:gd name="connsiteY325" fmla="*/ 614927 h 767425"/>
                <a:gd name="connsiteX326" fmla="*/ 228912 w 526234"/>
                <a:gd name="connsiteY326" fmla="*/ 612625 h 767425"/>
                <a:gd name="connsiteX327" fmla="*/ 229789 w 526234"/>
                <a:gd name="connsiteY327" fmla="*/ 610761 h 767425"/>
                <a:gd name="connsiteX328" fmla="*/ 230995 w 526234"/>
                <a:gd name="connsiteY328" fmla="*/ 609226 h 767425"/>
                <a:gd name="connsiteX329" fmla="*/ 239436 w 526234"/>
                <a:gd name="connsiteY329" fmla="*/ 601771 h 767425"/>
                <a:gd name="connsiteX330" fmla="*/ 240971 w 526234"/>
                <a:gd name="connsiteY330" fmla="*/ 600785 h 767425"/>
                <a:gd name="connsiteX331" fmla="*/ 245686 w 526234"/>
                <a:gd name="connsiteY331" fmla="*/ 600675 h 767425"/>
                <a:gd name="connsiteX332" fmla="*/ 249194 w 526234"/>
                <a:gd name="connsiteY332" fmla="*/ 599688 h 767425"/>
                <a:gd name="connsiteX333" fmla="*/ 251496 w 526234"/>
                <a:gd name="connsiteY333" fmla="*/ 597167 h 767425"/>
                <a:gd name="connsiteX334" fmla="*/ 252154 w 526234"/>
                <a:gd name="connsiteY334" fmla="*/ 595632 h 767425"/>
                <a:gd name="connsiteX335" fmla="*/ 251057 w 526234"/>
                <a:gd name="connsiteY335" fmla="*/ 599798 h 767425"/>
                <a:gd name="connsiteX336" fmla="*/ 250509 w 526234"/>
                <a:gd name="connsiteY336" fmla="*/ 603416 h 767425"/>
                <a:gd name="connsiteX337" fmla="*/ 251825 w 526234"/>
                <a:gd name="connsiteY337" fmla="*/ 604951 h 767425"/>
                <a:gd name="connsiteX338" fmla="*/ 253579 w 526234"/>
                <a:gd name="connsiteY338" fmla="*/ 603745 h 767425"/>
                <a:gd name="connsiteX339" fmla="*/ 255114 w 526234"/>
                <a:gd name="connsiteY339" fmla="*/ 600785 h 767425"/>
                <a:gd name="connsiteX340" fmla="*/ 256211 w 526234"/>
                <a:gd name="connsiteY340" fmla="*/ 597276 h 767425"/>
                <a:gd name="connsiteX341" fmla="*/ 256649 w 526234"/>
                <a:gd name="connsiteY341" fmla="*/ 594316 h 767425"/>
                <a:gd name="connsiteX342" fmla="*/ 258294 w 526234"/>
                <a:gd name="connsiteY342" fmla="*/ 588725 h 767425"/>
                <a:gd name="connsiteX343" fmla="*/ 262240 w 526234"/>
                <a:gd name="connsiteY343" fmla="*/ 582805 h 767425"/>
                <a:gd name="connsiteX344" fmla="*/ 267064 w 526234"/>
                <a:gd name="connsiteY344" fmla="*/ 577543 h 767425"/>
                <a:gd name="connsiteX345" fmla="*/ 271668 w 526234"/>
                <a:gd name="connsiteY345" fmla="*/ 573815 h 767425"/>
                <a:gd name="connsiteX346" fmla="*/ 272875 w 526234"/>
                <a:gd name="connsiteY346" fmla="*/ 582037 h 767425"/>
                <a:gd name="connsiteX347" fmla="*/ 274190 w 526234"/>
                <a:gd name="connsiteY347" fmla="*/ 585546 h 767425"/>
                <a:gd name="connsiteX348" fmla="*/ 276273 w 526234"/>
                <a:gd name="connsiteY348" fmla="*/ 588506 h 767425"/>
                <a:gd name="connsiteX349" fmla="*/ 277918 w 526234"/>
                <a:gd name="connsiteY349" fmla="*/ 592014 h 767425"/>
                <a:gd name="connsiteX350" fmla="*/ 278027 w 526234"/>
                <a:gd name="connsiteY350" fmla="*/ 596399 h 767425"/>
                <a:gd name="connsiteX351" fmla="*/ 277041 w 526234"/>
                <a:gd name="connsiteY351" fmla="*/ 604951 h 767425"/>
                <a:gd name="connsiteX352" fmla="*/ 276821 w 526234"/>
                <a:gd name="connsiteY352" fmla="*/ 605060 h 767425"/>
                <a:gd name="connsiteX353" fmla="*/ 276273 w 526234"/>
                <a:gd name="connsiteY353" fmla="*/ 605937 h 767425"/>
                <a:gd name="connsiteX354" fmla="*/ 275725 w 526234"/>
                <a:gd name="connsiteY354" fmla="*/ 607143 h 767425"/>
                <a:gd name="connsiteX355" fmla="*/ 275506 w 526234"/>
                <a:gd name="connsiteY355" fmla="*/ 608459 h 767425"/>
                <a:gd name="connsiteX356" fmla="*/ 275944 w 526234"/>
                <a:gd name="connsiteY356" fmla="*/ 609555 h 767425"/>
                <a:gd name="connsiteX357" fmla="*/ 276931 w 526234"/>
                <a:gd name="connsiteY357" fmla="*/ 610761 h 767425"/>
                <a:gd name="connsiteX358" fmla="*/ 277918 w 526234"/>
                <a:gd name="connsiteY358" fmla="*/ 611748 h 767425"/>
                <a:gd name="connsiteX359" fmla="*/ 278356 w 526234"/>
                <a:gd name="connsiteY359" fmla="*/ 611967 h 767425"/>
                <a:gd name="connsiteX360" fmla="*/ 277918 w 526234"/>
                <a:gd name="connsiteY360" fmla="*/ 614489 h 767425"/>
                <a:gd name="connsiteX361" fmla="*/ 275944 w 526234"/>
                <a:gd name="connsiteY361" fmla="*/ 617778 h 767425"/>
                <a:gd name="connsiteX362" fmla="*/ 275506 w 526234"/>
                <a:gd name="connsiteY362" fmla="*/ 619642 h 767425"/>
                <a:gd name="connsiteX363" fmla="*/ 273971 w 526234"/>
                <a:gd name="connsiteY363" fmla="*/ 623040 h 767425"/>
                <a:gd name="connsiteX364" fmla="*/ 270901 w 526234"/>
                <a:gd name="connsiteY364" fmla="*/ 626987 h 767425"/>
                <a:gd name="connsiteX365" fmla="*/ 268819 w 526234"/>
                <a:gd name="connsiteY365" fmla="*/ 631372 h 767425"/>
                <a:gd name="connsiteX366" fmla="*/ 270134 w 526234"/>
                <a:gd name="connsiteY366" fmla="*/ 635977 h 767425"/>
                <a:gd name="connsiteX367" fmla="*/ 263556 w 526234"/>
                <a:gd name="connsiteY367" fmla="*/ 643760 h 767425"/>
                <a:gd name="connsiteX368" fmla="*/ 263227 w 526234"/>
                <a:gd name="connsiteY368" fmla="*/ 645076 h 767425"/>
                <a:gd name="connsiteX369" fmla="*/ 262898 w 526234"/>
                <a:gd name="connsiteY369" fmla="*/ 648255 h 767425"/>
                <a:gd name="connsiteX370" fmla="*/ 263337 w 526234"/>
                <a:gd name="connsiteY370" fmla="*/ 651435 h 767425"/>
                <a:gd name="connsiteX371" fmla="*/ 265419 w 526234"/>
                <a:gd name="connsiteY371" fmla="*/ 652969 h 767425"/>
                <a:gd name="connsiteX372" fmla="*/ 270134 w 526234"/>
                <a:gd name="connsiteY372" fmla="*/ 654285 h 767425"/>
                <a:gd name="connsiteX373" fmla="*/ 280439 w 526234"/>
                <a:gd name="connsiteY373" fmla="*/ 660096 h 767425"/>
                <a:gd name="connsiteX374" fmla="*/ 285702 w 526234"/>
                <a:gd name="connsiteY374" fmla="*/ 661411 h 767425"/>
                <a:gd name="connsiteX375" fmla="*/ 289538 w 526234"/>
                <a:gd name="connsiteY375" fmla="*/ 661740 h 767425"/>
                <a:gd name="connsiteX376" fmla="*/ 291512 w 526234"/>
                <a:gd name="connsiteY376" fmla="*/ 662946 h 767425"/>
                <a:gd name="connsiteX377" fmla="*/ 292389 w 526234"/>
                <a:gd name="connsiteY377" fmla="*/ 665139 h 767425"/>
                <a:gd name="connsiteX378" fmla="*/ 293157 w 526234"/>
                <a:gd name="connsiteY378" fmla="*/ 668537 h 767425"/>
                <a:gd name="connsiteX379" fmla="*/ 292499 w 526234"/>
                <a:gd name="connsiteY379" fmla="*/ 668647 h 767425"/>
                <a:gd name="connsiteX380" fmla="*/ 291622 w 526234"/>
                <a:gd name="connsiteY380" fmla="*/ 670182 h 767425"/>
                <a:gd name="connsiteX381" fmla="*/ 291293 w 526234"/>
                <a:gd name="connsiteY381" fmla="*/ 671936 h 767425"/>
                <a:gd name="connsiteX382" fmla="*/ 292279 w 526234"/>
                <a:gd name="connsiteY382" fmla="*/ 672813 h 767425"/>
                <a:gd name="connsiteX383" fmla="*/ 292827 w 526234"/>
                <a:gd name="connsiteY383" fmla="*/ 673032 h 767425"/>
                <a:gd name="connsiteX384" fmla="*/ 298309 w 526234"/>
                <a:gd name="connsiteY384" fmla="*/ 674238 h 767425"/>
                <a:gd name="connsiteX385" fmla="*/ 299076 w 526234"/>
                <a:gd name="connsiteY385" fmla="*/ 675883 h 767425"/>
                <a:gd name="connsiteX386" fmla="*/ 299076 w 526234"/>
                <a:gd name="connsiteY386" fmla="*/ 677856 h 767425"/>
                <a:gd name="connsiteX387" fmla="*/ 298858 w 526234"/>
                <a:gd name="connsiteY387" fmla="*/ 679610 h 767425"/>
                <a:gd name="connsiteX388" fmla="*/ 298967 w 526234"/>
                <a:gd name="connsiteY388" fmla="*/ 680597 h 767425"/>
                <a:gd name="connsiteX389" fmla="*/ 301817 w 526234"/>
                <a:gd name="connsiteY389" fmla="*/ 683886 h 767425"/>
                <a:gd name="connsiteX390" fmla="*/ 302256 w 526234"/>
                <a:gd name="connsiteY390" fmla="*/ 684215 h 767425"/>
                <a:gd name="connsiteX391" fmla="*/ 301708 w 526234"/>
                <a:gd name="connsiteY391" fmla="*/ 687504 h 767425"/>
                <a:gd name="connsiteX392" fmla="*/ 300502 w 526234"/>
                <a:gd name="connsiteY392" fmla="*/ 689806 h 767425"/>
                <a:gd name="connsiteX393" fmla="*/ 299844 w 526234"/>
                <a:gd name="connsiteY393" fmla="*/ 691779 h 767425"/>
                <a:gd name="connsiteX394" fmla="*/ 301050 w 526234"/>
                <a:gd name="connsiteY394" fmla="*/ 694191 h 767425"/>
                <a:gd name="connsiteX395" fmla="*/ 302146 w 526234"/>
                <a:gd name="connsiteY395" fmla="*/ 692876 h 767425"/>
                <a:gd name="connsiteX396" fmla="*/ 303352 w 526234"/>
                <a:gd name="connsiteY396" fmla="*/ 691012 h 767425"/>
                <a:gd name="connsiteX397" fmla="*/ 304339 w 526234"/>
                <a:gd name="connsiteY397" fmla="*/ 688929 h 767425"/>
                <a:gd name="connsiteX398" fmla="*/ 304997 w 526234"/>
                <a:gd name="connsiteY398" fmla="*/ 686846 h 767425"/>
                <a:gd name="connsiteX399" fmla="*/ 305107 w 526234"/>
                <a:gd name="connsiteY399" fmla="*/ 689587 h 767425"/>
                <a:gd name="connsiteX400" fmla="*/ 304558 w 526234"/>
                <a:gd name="connsiteY400" fmla="*/ 694959 h 767425"/>
                <a:gd name="connsiteX401" fmla="*/ 303352 w 526234"/>
                <a:gd name="connsiteY401" fmla="*/ 700221 h 767425"/>
                <a:gd name="connsiteX402" fmla="*/ 301708 w 526234"/>
                <a:gd name="connsiteY402" fmla="*/ 702523 h 767425"/>
                <a:gd name="connsiteX403" fmla="*/ 300063 w 526234"/>
                <a:gd name="connsiteY403" fmla="*/ 704168 h 767425"/>
                <a:gd name="connsiteX404" fmla="*/ 300831 w 526234"/>
                <a:gd name="connsiteY404" fmla="*/ 706909 h 767425"/>
                <a:gd name="connsiteX405" fmla="*/ 303243 w 526234"/>
                <a:gd name="connsiteY405" fmla="*/ 707786 h 767425"/>
                <a:gd name="connsiteX406" fmla="*/ 306422 w 526234"/>
                <a:gd name="connsiteY406" fmla="*/ 703839 h 767425"/>
                <a:gd name="connsiteX407" fmla="*/ 307409 w 526234"/>
                <a:gd name="connsiteY407" fmla="*/ 708334 h 767425"/>
                <a:gd name="connsiteX408" fmla="*/ 307738 w 526234"/>
                <a:gd name="connsiteY408" fmla="*/ 713816 h 767425"/>
                <a:gd name="connsiteX409" fmla="*/ 309163 w 526234"/>
                <a:gd name="connsiteY409" fmla="*/ 713816 h 767425"/>
                <a:gd name="connsiteX410" fmla="*/ 309163 w 526234"/>
                <a:gd name="connsiteY410" fmla="*/ 700331 h 767425"/>
                <a:gd name="connsiteX411" fmla="*/ 309821 w 526234"/>
                <a:gd name="connsiteY411" fmla="*/ 697151 h 767425"/>
                <a:gd name="connsiteX412" fmla="*/ 312562 w 526234"/>
                <a:gd name="connsiteY412" fmla="*/ 690683 h 767425"/>
                <a:gd name="connsiteX413" fmla="*/ 313219 w 526234"/>
                <a:gd name="connsiteY413" fmla="*/ 687613 h 767425"/>
                <a:gd name="connsiteX414" fmla="*/ 314206 w 526234"/>
                <a:gd name="connsiteY414" fmla="*/ 684544 h 767425"/>
                <a:gd name="connsiteX415" fmla="*/ 323744 w 526234"/>
                <a:gd name="connsiteY415" fmla="*/ 670511 h 767425"/>
                <a:gd name="connsiteX416" fmla="*/ 325498 w 526234"/>
                <a:gd name="connsiteY416" fmla="*/ 665797 h 767425"/>
                <a:gd name="connsiteX417" fmla="*/ 326375 w 526234"/>
                <a:gd name="connsiteY417" fmla="*/ 651325 h 767425"/>
                <a:gd name="connsiteX418" fmla="*/ 327471 w 526234"/>
                <a:gd name="connsiteY418" fmla="*/ 648036 h 767425"/>
                <a:gd name="connsiteX419" fmla="*/ 330103 w 526234"/>
                <a:gd name="connsiteY419" fmla="*/ 643760 h 767425"/>
                <a:gd name="connsiteX420" fmla="*/ 330541 w 526234"/>
                <a:gd name="connsiteY420" fmla="*/ 639375 h 767425"/>
                <a:gd name="connsiteX421" fmla="*/ 329555 w 526234"/>
                <a:gd name="connsiteY421" fmla="*/ 630276 h 767425"/>
                <a:gd name="connsiteX422" fmla="*/ 330541 w 526234"/>
                <a:gd name="connsiteY422" fmla="*/ 621286 h 767425"/>
                <a:gd name="connsiteX423" fmla="*/ 333282 w 526234"/>
                <a:gd name="connsiteY423" fmla="*/ 613831 h 767425"/>
                <a:gd name="connsiteX424" fmla="*/ 337229 w 526234"/>
                <a:gd name="connsiteY424" fmla="*/ 607472 h 767425"/>
                <a:gd name="connsiteX425" fmla="*/ 341833 w 526234"/>
                <a:gd name="connsiteY425" fmla="*/ 601881 h 767425"/>
                <a:gd name="connsiteX426" fmla="*/ 345342 w 526234"/>
                <a:gd name="connsiteY426" fmla="*/ 596070 h 767425"/>
                <a:gd name="connsiteX427" fmla="*/ 352467 w 526234"/>
                <a:gd name="connsiteY427" fmla="*/ 570745 h 767425"/>
                <a:gd name="connsiteX428" fmla="*/ 356415 w 526234"/>
                <a:gd name="connsiteY428" fmla="*/ 543557 h 767425"/>
                <a:gd name="connsiteX429" fmla="*/ 360799 w 526234"/>
                <a:gd name="connsiteY429" fmla="*/ 536760 h 767425"/>
                <a:gd name="connsiteX430" fmla="*/ 365075 w 526234"/>
                <a:gd name="connsiteY430" fmla="*/ 526673 h 767425"/>
                <a:gd name="connsiteX431" fmla="*/ 367706 w 526234"/>
                <a:gd name="connsiteY431" fmla="*/ 520315 h 767425"/>
                <a:gd name="connsiteX432" fmla="*/ 366062 w 526234"/>
                <a:gd name="connsiteY432" fmla="*/ 515491 h 767425"/>
                <a:gd name="connsiteX433" fmla="*/ 368474 w 526234"/>
                <a:gd name="connsiteY433" fmla="*/ 511654 h 767425"/>
                <a:gd name="connsiteX434" fmla="*/ 370776 w 526234"/>
                <a:gd name="connsiteY434" fmla="*/ 500581 h 767425"/>
                <a:gd name="connsiteX435" fmla="*/ 372859 w 526234"/>
                <a:gd name="connsiteY435" fmla="*/ 495538 h 767425"/>
                <a:gd name="connsiteX436" fmla="*/ 378012 w 526234"/>
                <a:gd name="connsiteY436" fmla="*/ 487973 h 767425"/>
                <a:gd name="connsiteX437" fmla="*/ 381192 w 526234"/>
                <a:gd name="connsiteY437" fmla="*/ 484794 h 767425"/>
                <a:gd name="connsiteX438" fmla="*/ 385138 w 526234"/>
                <a:gd name="connsiteY438" fmla="*/ 482820 h 767425"/>
                <a:gd name="connsiteX439" fmla="*/ 385138 w 526234"/>
                <a:gd name="connsiteY439" fmla="*/ 481395 h 767425"/>
                <a:gd name="connsiteX440" fmla="*/ 381192 w 526234"/>
                <a:gd name="connsiteY440" fmla="*/ 481615 h 767425"/>
                <a:gd name="connsiteX441" fmla="*/ 378670 w 526234"/>
                <a:gd name="connsiteY441" fmla="*/ 483697 h 767425"/>
                <a:gd name="connsiteX442" fmla="*/ 376696 w 526234"/>
                <a:gd name="connsiteY442" fmla="*/ 486438 h 767425"/>
                <a:gd name="connsiteX443" fmla="*/ 374394 w 526234"/>
                <a:gd name="connsiteY443" fmla="*/ 488412 h 767425"/>
                <a:gd name="connsiteX444" fmla="*/ 378451 w 526234"/>
                <a:gd name="connsiteY444" fmla="*/ 479860 h 767425"/>
                <a:gd name="connsiteX445" fmla="*/ 369132 w 526234"/>
                <a:gd name="connsiteY445" fmla="*/ 480628 h 767425"/>
                <a:gd name="connsiteX446" fmla="*/ 364308 w 526234"/>
                <a:gd name="connsiteY446" fmla="*/ 482053 h 767425"/>
                <a:gd name="connsiteX447" fmla="*/ 362225 w 526234"/>
                <a:gd name="connsiteY447" fmla="*/ 484903 h 767425"/>
                <a:gd name="connsiteX448" fmla="*/ 361347 w 526234"/>
                <a:gd name="connsiteY448" fmla="*/ 488521 h 767425"/>
                <a:gd name="connsiteX449" fmla="*/ 359265 w 526234"/>
                <a:gd name="connsiteY449" fmla="*/ 492249 h 767425"/>
                <a:gd name="connsiteX450" fmla="*/ 354112 w 526234"/>
                <a:gd name="connsiteY450" fmla="*/ 498498 h 767425"/>
                <a:gd name="connsiteX451" fmla="*/ 350056 w 526234"/>
                <a:gd name="connsiteY451" fmla="*/ 502116 h 767425"/>
                <a:gd name="connsiteX452" fmla="*/ 348082 w 526234"/>
                <a:gd name="connsiteY452" fmla="*/ 502116 h 767425"/>
                <a:gd name="connsiteX453" fmla="*/ 346219 w 526234"/>
                <a:gd name="connsiteY453" fmla="*/ 500690 h 767425"/>
                <a:gd name="connsiteX454" fmla="*/ 342601 w 526234"/>
                <a:gd name="connsiteY454" fmla="*/ 499813 h 767425"/>
                <a:gd name="connsiteX455" fmla="*/ 340408 w 526234"/>
                <a:gd name="connsiteY455" fmla="*/ 497730 h 767425"/>
                <a:gd name="connsiteX456" fmla="*/ 341724 w 526234"/>
                <a:gd name="connsiteY456" fmla="*/ 492907 h 767425"/>
                <a:gd name="connsiteX457" fmla="*/ 345890 w 526234"/>
                <a:gd name="connsiteY457" fmla="*/ 484246 h 767425"/>
                <a:gd name="connsiteX458" fmla="*/ 342820 w 526234"/>
                <a:gd name="connsiteY458" fmla="*/ 483368 h 767425"/>
                <a:gd name="connsiteX459" fmla="*/ 344136 w 526234"/>
                <a:gd name="connsiteY459" fmla="*/ 480847 h 767425"/>
                <a:gd name="connsiteX460" fmla="*/ 346986 w 526234"/>
                <a:gd name="connsiteY460" fmla="*/ 477558 h 767425"/>
                <a:gd name="connsiteX461" fmla="*/ 348630 w 526234"/>
                <a:gd name="connsiteY461" fmla="*/ 474269 h 767425"/>
                <a:gd name="connsiteX462" fmla="*/ 347425 w 526234"/>
                <a:gd name="connsiteY462" fmla="*/ 474269 h 767425"/>
                <a:gd name="connsiteX463" fmla="*/ 345999 w 526234"/>
                <a:gd name="connsiteY463" fmla="*/ 478545 h 767425"/>
                <a:gd name="connsiteX464" fmla="*/ 344684 w 526234"/>
                <a:gd name="connsiteY464" fmla="*/ 478545 h 767425"/>
                <a:gd name="connsiteX465" fmla="*/ 346986 w 526234"/>
                <a:gd name="connsiteY465" fmla="*/ 470432 h 767425"/>
                <a:gd name="connsiteX466" fmla="*/ 354441 w 526234"/>
                <a:gd name="connsiteY466" fmla="*/ 463744 h 767425"/>
                <a:gd name="connsiteX467" fmla="*/ 363540 w 526234"/>
                <a:gd name="connsiteY467" fmla="*/ 459030 h 767425"/>
                <a:gd name="connsiteX468" fmla="*/ 370447 w 526234"/>
                <a:gd name="connsiteY468" fmla="*/ 457057 h 767425"/>
                <a:gd name="connsiteX469" fmla="*/ 369351 w 526234"/>
                <a:gd name="connsiteY469" fmla="*/ 459907 h 767425"/>
                <a:gd name="connsiteX470" fmla="*/ 368803 w 526234"/>
                <a:gd name="connsiteY470" fmla="*/ 462538 h 767425"/>
                <a:gd name="connsiteX471" fmla="*/ 367378 w 526234"/>
                <a:gd name="connsiteY471" fmla="*/ 464621 h 767425"/>
                <a:gd name="connsiteX472" fmla="*/ 363760 w 526234"/>
                <a:gd name="connsiteY472" fmla="*/ 465718 h 767425"/>
                <a:gd name="connsiteX473" fmla="*/ 370886 w 526234"/>
                <a:gd name="connsiteY473" fmla="*/ 464512 h 767425"/>
                <a:gd name="connsiteX474" fmla="*/ 372640 w 526234"/>
                <a:gd name="connsiteY474" fmla="*/ 463635 h 767425"/>
                <a:gd name="connsiteX475" fmla="*/ 378122 w 526234"/>
                <a:gd name="connsiteY475" fmla="*/ 457934 h 767425"/>
                <a:gd name="connsiteX476" fmla="*/ 379437 w 526234"/>
                <a:gd name="connsiteY476" fmla="*/ 457166 h 767425"/>
                <a:gd name="connsiteX477" fmla="*/ 382726 w 526234"/>
                <a:gd name="connsiteY477" fmla="*/ 456180 h 767425"/>
                <a:gd name="connsiteX478" fmla="*/ 386015 w 526234"/>
                <a:gd name="connsiteY478" fmla="*/ 453548 h 767425"/>
                <a:gd name="connsiteX479" fmla="*/ 388865 w 526234"/>
                <a:gd name="connsiteY479" fmla="*/ 449931 h 767425"/>
                <a:gd name="connsiteX480" fmla="*/ 391058 w 526234"/>
                <a:gd name="connsiteY480" fmla="*/ 445874 h 767425"/>
                <a:gd name="connsiteX481" fmla="*/ 393031 w 526234"/>
                <a:gd name="connsiteY481" fmla="*/ 432170 h 767425"/>
                <a:gd name="connsiteX482" fmla="*/ 394347 w 526234"/>
                <a:gd name="connsiteY482" fmla="*/ 430197 h 767425"/>
                <a:gd name="connsiteX483" fmla="*/ 395005 w 526234"/>
                <a:gd name="connsiteY483" fmla="*/ 428114 h 767425"/>
                <a:gd name="connsiteX484" fmla="*/ 393361 w 526234"/>
                <a:gd name="connsiteY484" fmla="*/ 423509 h 767425"/>
                <a:gd name="connsiteX485" fmla="*/ 389523 w 526234"/>
                <a:gd name="connsiteY485" fmla="*/ 415945 h 767425"/>
                <a:gd name="connsiteX486" fmla="*/ 389304 w 526234"/>
                <a:gd name="connsiteY486" fmla="*/ 419453 h 767425"/>
                <a:gd name="connsiteX487" fmla="*/ 387769 w 526234"/>
                <a:gd name="connsiteY487" fmla="*/ 424606 h 767425"/>
                <a:gd name="connsiteX488" fmla="*/ 388098 w 526234"/>
                <a:gd name="connsiteY488" fmla="*/ 425921 h 767425"/>
                <a:gd name="connsiteX489" fmla="*/ 388098 w 526234"/>
                <a:gd name="connsiteY489" fmla="*/ 427346 h 767425"/>
                <a:gd name="connsiteX490" fmla="*/ 376038 w 526234"/>
                <a:gd name="connsiteY490" fmla="*/ 425702 h 767425"/>
                <a:gd name="connsiteX491" fmla="*/ 371982 w 526234"/>
                <a:gd name="connsiteY491" fmla="*/ 425921 h 767425"/>
                <a:gd name="connsiteX492" fmla="*/ 374723 w 526234"/>
                <a:gd name="connsiteY492" fmla="*/ 427127 h 767425"/>
                <a:gd name="connsiteX493" fmla="*/ 377244 w 526234"/>
                <a:gd name="connsiteY493" fmla="*/ 427894 h 767425"/>
                <a:gd name="connsiteX494" fmla="*/ 382726 w 526234"/>
                <a:gd name="connsiteY494" fmla="*/ 428772 h 767425"/>
                <a:gd name="connsiteX495" fmla="*/ 388756 w 526234"/>
                <a:gd name="connsiteY495" fmla="*/ 428772 h 767425"/>
                <a:gd name="connsiteX496" fmla="*/ 390730 w 526234"/>
                <a:gd name="connsiteY496" fmla="*/ 428114 h 767425"/>
                <a:gd name="connsiteX497" fmla="*/ 390620 w 526234"/>
                <a:gd name="connsiteY497" fmla="*/ 426689 h 767425"/>
                <a:gd name="connsiteX498" fmla="*/ 389414 w 526234"/>
                <a:gd name="connsiteY498" fmla="*/ 424386 h 767425"/>
                <a:gd name="connsiteX499" fmla="*/ 392264 w 526234"/>
                <a:gd name="connsiteY499" fmla="*/ 425044 h 767425"/>
                <a:gd name="connsiteX500" fmla="*/ 392045 w 526234"/>
                <a:gd name="connsiteY500" fmla="*/ 428881 h 767425"/>
                <a:gd name="connsiteX501" fmla="*/ 389195 w 526234"/>
                <a:gd name="connsiteY501" fmla="*/ 433047 h 767425"/>
                <a:gd name="connsiteX502" fmla="*/ 384041 w 526234"/>
                <a:gd name="connsiteY502" fmla="*/ 434472 h 767425"/>
                <a:gd name="connsiteX503" fmla="*/ 384041 w 526234"/>
                <a:gd name="connsiteY503" fmla="*/ 433486 h 767425"/>
                <a:gd name="connsiteX504" fmla="*/ 386563 w 526234"/>
                <a:gd name="connsiteY504" fmla="*/ 432170 h 767425"/>
                <a:gd name="connsiteX505" fmla="*/ 385686 w 526234"/>
                <a:gd name="connsiteY505" fmla="*/ 431951 h 767425"/>
                <a:gd name="connsiteX506" fmla="*/ 385138 w 526234"/>
                <a:gd name="connsiteY506" fmla="*/ 431622 h 767425"/>
                <a:gd name="connsiteX507" fmla="*/ 384699 w 526234"/>
                <a:gd name="connsiteY507" fmla="*/ 431184 h 767425"/>
                <a:gd name="connsiteX508" fmla="*/ 383932 w 526234"/>
                <a:gd name="connsiteY508" fmla="*/ 430635 h 767425"/>
                <a:gd name="connsiteX509" fmla="*/ 382616 w 526234"/>
                <a:gd name="connsiteY509" fmla="*/ 432170 h 767425"/>
                <a:gd name="connsiteX510" fmla="*/ 381520 w 526234"/>
                <a:gd name="connsiteY510" fmla="*/ 431622 h 767425"/>
                <a:gd name="connsiteX511" fmla="*/ 380205 w 526234"/>
                <a:gd name="connsiteY511" fmla="*/ 430635 h 767425"/>
                <a:gd name="connsiteX512" fmla="*/ 378451 w 526234"/>
                <a:gd name="connsiteY512" fmla="*/ 430635 h 767425"/>
                <a:gd name="connsiteX513" fmla="*/ 377683 w 526234"/>
                <a:gd name="connsiteY513" fmla="*/ 431622 h 767425"/>
                <a:gd name="connsiteX514" fmla="*/ 377464 w 526234"/>
                <a:gd name="connsiteY514" fmla="*/ 433047 h 767425"/>
                <a:gd name="connsiteX515" fmla="*/ 377025 w 526234"/>
                <a:gd name="connsiteY515" fmla="*/ 434363 h 767425"/>
                <a:gd name="connsiteX516" fmla="*/ 375710 w 526234"/>
                <a:gd name="connsiteY516" fmla="*/ 435021 h 767425"/>
                <a:gd name="connsiteX517" fmla="*/ 374503 w 526234"/>
                <a:gd name="connsiteY517" fmla="*/ 434692 h 767425"/>
                <a:gd name="connsiteX518" fmla="*/ 370337 w 526234"/>
                <a:gd name="connsiteY518" fmla="*/ 432170 h 767425"/>
                <a:gd name="connsiteX519" fmla="*/ 364856 w 526234"/>
                <a:gd name="connsiteY519" fmla="*/ 430635 h 767425"/>
                <a:gd name="connsiteX520" fmla="*/ 362115 w 526234"/>
                <a:gd name="connsiteY520" fmla="*/ 431951 h 767425"/>
                <a:gd name="connsiteX521" fmla="*/ 356415 w 526234"/>
                <a:gd name="connsiteY521" fmla="*/ 433815 h 767425"/>
                <a:gd name="connsiteX522" fmla="*/ 354222 w 526234"/>
                <a:gd name="connsiteY522" fmla="*/ 435021 h 767425"/>
                <a:gd name="connsiteX523" fmla="*/ 351810 w 526234"/>
                <a:gd name="connsiteY523" fmla="*/ 437871 h 767425"/>
                <a:gd name="connsiteX524" fmla="*/ 349726 w 526234"/>
                <a:gd name="connsiteY524" fmla="*/ 440941 h 767425"/>
                <a:gd name="connsiteX525" fmla="*/ 347205 w 526234"/>
                <a:gd name="connsiteY525" fmla="*/ 443134 h 767425"/>
                <a:gd name="connsiteX526" fmla="*/ 343368 w 526234"/>
                <a:gd name="connsiteY526" fmla="*/ 443462 h 767425"/>
                <a:gd name="connsiteX527" fmla="*/ 344245 w 526234"/>
                <a:gd name="connsiteY527" fmla="*/ 439844 h 767425"/>
                <a:gd name="connsiteX528" fmla="*/ 344794 w 526234"/>
                <a:gd name="connsiteY528" fmla="*/ 433815 h 767425"/>
                <a:gd name="connsiteX529" fmla="*/ 345999 w 526234"/>
                <a:gd name="connsiteY529" fmla="*/ 430635 h 767425"/>
                <a:gd name="connsiteX530" fmla="*/ 343697 w 526234"/>
                <a:gd name="connsiteY530" fmla="*/ 430855 h 767425"/>
                <a:gd name="connsiteX531" fmla="*/ 341504 w 526234"/>
                <a:gd name="connsiteY531" fmla="*/ 430635 h 767425"/>
                <a:gd name="connsiteX532" fmla="*/ 339531 w 526234"/>
                <a:gd name="connsiteY532" fmla="*/ 430087 h 767425"/>
                <a:gd name="connsiteX533" fmla="*/ 338105 w 526234"/>
                <a:gd name="connsiteY533" fmla="*/ 429320 h 767425"/>
                <a:gd name="connsiteX534" fmla="*/ 337667 w 526234"/>
                <a:gd name="connsiteY534" fmla="*/ 427346 h 767425"/>
                <a:gd name="connsiteX535" fmla="*/ 331966 w 526234"/>
                <a:gd name="connsiteY535" fmla="*/ 423728 h 767425"/>
                <a:gd name="connsiteX536" fmla="*/ 329883 w 526234"/>
                <a:gd name="connsiteY536" fmla="*/ 420768 h 767425"/>
                <a:gd name="connsiteX537" fmla="*/ 329445 w 526234"/>
                <a:gd name="connsiteY537" fmla="*/ 417480 h 767425"/>
                <a:gd name="connsiteX538" fmla="*/ 329445 w 526234"/>
                <a:gd name="connsiteY538" fmla="*/ 413094 h 767425"/>
                <a:gd name="connsiteX539" fmla="*/ 329993 w 526234"/>
                <a:gd name="connsiteY539" fmla="*/ 408928 h 767425"/>
                <a:gd name="connsiteX540" fmla="*/ 331308 w 526234"/>
                <a:gd name="connsiteY540" fmla="*/ 406407 h 767425"/>
                <a:gd name="connsiteX541" fmla="*/ 333391 w 526234"/>
                <a:gd name="connsiteY541" fmla="*/ 406736 h 767425"/>
                <a:gd name="connsiteX542" fmla="*/ 343916 w 526234"/>
                <a:gd name="connsiteY542" fmla="*/ 406736 h 767425"/>
                <a:gd name="connsiteX543" fmla="*/ 345999 w 526234"/>
                <a:gd name="connsiteY543" fmla="*/ 406297 h 767425"/>
                <a:gd name="connsiteX544" fmla="*/ 347205 w 526234"/>
                <a:gd name="connsiteY544" fmla="*/ 409038 h 767425"/>
                <a:gd name="connsiteX545" fmla="*/ 346328 w 526234"/>
                <a:gd name="connsiteY545" fmla="*/ 412217 h 767425"/>
                <a:gd name="connsiteX546" fmla="*/ 344355 w 526234"/>
                <a:gd name="connsiteY546" fmla="*/ 414958 h 767425"/>
                <a:gd name="connsiteX547" fmla="*/ 342162 w 526234"/>
                <a:gd name="connsiteY547" fmla="*/ 416273 h 767425"/>
                <a:gd name="connsiteX548" fmla="*/ 344684 w 526234"/>
                <a:gd name="connsiteY548" fmla="*/ 416712 h 767425"/>
                <a:gd name="connsiteX549" fmla="*/ 346438 w 526234"/>
                <a:gd name="connsiteY549" fmla="*/ 414410 h 767425"/>
                <a:gd name="connsiteX550" fmla="*/ 348740 w 526234"/>
                <a:gd name="connsiteY550" fmla="*/ 407613 h 767425"/>
                <a:gd name="connsiteX551" fmla="*/ 352248 w 526234"/>
                <a:gd name="connsiteY551" fmla="*/ 401144 h 767425"/>
                <a:gd name="connsiteX552" fmla="*/ 354332 w 526234"/>
                <a:gd name="connsiteY552" fmla="*/ 395224 h 767425"/>
                <a:gd name="connsiteX553" fmla="*/ 357840 w 526234"/>
                <a:gd name="connsiteY553" fmla="*/ 387989 h 767425"/>
                <a:gd name="connsiteX554" fmla="*/ 361896 w 526234"/>
                <a:gd name="connsiteY554" fmla="*/ 382287 h 767425"/>
                <a:gd name="connsiteX555" fmla="*/ 364966 w 526234"/>
                <a:gd name="connsiteY555" fmla="*/ 381959 h 767425"/>
                <a:gd name="connsiteX556" fmla="*/ 366501 w 526234"/>
                <a:gd name="connsiteY556" fmla="*/ 378999 h 767425"/>
                <a:gd name="connsiteX557" fmla="*/ 367926 w 526234"/>
                <a:gd name="connsiteY557" fmla="*/ 378451 h 767425"/>
                <a:gd name="connsiteX558" fmla="*/ 369461 w 526234"/>
                <a:gd name="connsiteY558" fmla="*/ 379437 h 767425"/>
                <a:gd name="connsiteX559" fmla="*/ 371215 w 526234"/>
                <a:gd name="connsiteY559" fmla="*/ 381301 h 767425"/>
                <a:gd name="connsiteX560" fmla="*/ 372750 w 526234"/>
                <a:gd name="connsiteY560" fmla="*/ 381520 h 767425"/>
                <a:gd name="connsiteX561" fmla="*/ 374285 w 526234"/>
                <a:gd name="connsiteY561" fmla="*/ 380205 h 767425"/>
                <a:gd name="connsiteX562" fmla="*/ 375710 w 526234"/>
                <a:gd name="connsiteY562" fmla="*/ 378560 h 767425"/>
                <a:gd name="connsiteX563" fmla="*/ 376696 w 526234"/>
                <a:gd name="connsiteY563" fmla="*/ 377793 h 767425"/>
                <a:gd name="connsiteX564" fmla="*/ 378451 w 526234"/>
                <a:gd name="connsiteY564" fmla="*/ 376039 h 767425"/>
                <a:gd name="connsiteX565" fmla="*/ 386782 w 526234"/>
                <a:gd name="connsiteY565" fmla="*/ 363650 h 767425"/>
                <a:gd name="connsiteX566" fmla="*/ 384809 w 526234"/>
                <a:gd name="connsiteY566" fmla="*/ 364747 h 767425"/>
                <a:gd name="connsiteX567" fmla="*/ 383932 w 526234"/>
                <a:gd name="connsiteY567" fmla="*/ 365404 h 767425"/>
                <a:gd name="connsiteX568" fmla="*/ 382945 w 526234"/>
                <a:gd name="connsiteY568" fmla="*/ 366391 h 767425"/>
                <a:gd name="connsiteX569" fmla="*/ 383493 w 526234"/>
                <a:gd name="connsiteY569" fmla="*/ 364527 h 767425"/>
                <a:gd name="connsiteX570" fmla="*/ 383603 w 526234"/>
                <a:gd name="connsiteY570" fmla="*/ 361567 h 767425"/>
                <a:gd name="connsiteX571" fmla="*/ 382836 w 526234"/>
                <a:gd name="connsiteY571" fmla="*/ 354880 h 767425"/>
                <a:gd name="connsiteX572" fmla="*/ 382178 w 526234"/>
                <a:gd name="connsiteY572" fmla="*/ 353345 h 767425"/>
                <a:gd name="connsiteX573" fmla="*/ 380533 w 526234"/>
                <a:gd name="connsiteY573" fmla="*/ 351591 h 767425"/>
                <a:gd name="connsiteX574" fmla="*/ 380205 w 526234"/>
                <a:gd name="connsiteY574" fmla="*/ 349946 h 767425"/>
                <a:gd name="connsiteX575" fmla="*/ 380862 w 526234"/>
                <a:gd name="connsiteY575" fmla="*/ 348302 h 767425"/>
                <a:gd name="connsiteX576" fmla="*/ 382288 w 526234"/>
                <a:gd name="connsiteY576" fmla="*/ 347753 h 767425"/>
                <a:gd name="connsiteX577" fmla="*/ 383713 w 526234"/>
                <a:gd name="connsiteY577" fmla="*/ 348302 h 767425"/>
                <a:gd name="connsiteX578" fmla="*/ 384371 w 526234"/>
                <a:gd name="connsiteY578" fmla="*/ 349946 h 767425"/>
                <a:gd name="connsiteX579" fmla="*/ 384699 w 526234"/>
                <a:gd name="connsiteY579" fmla="*/ 353345 h 767425"/>
                <a:gd name="connsiteX580" fmla="*/ 385576 w 526234"/>
                <a:gd name="connsiteY580" fmla="*/ 355318 h 767425"/>
                <a:gd name="connsiteX581" fmla="*/ 389085 w 526234"/>
                <a:gd name="connsiteY581" fmla="*/ 358497 h 767425"/>
                <a:gd name="connsiteX582" fmla="*/ 388865 w 526234"/>
                <a:gd name="connsiteY582" fmla="*/ 366610 h 767425"/>
                <a:gd name="connsiteX583" fmla="*/ 388427 w 526234"/>
                <a:gd name="connsiteY583" fmla="*/ 369132 h 767425"/>
                <a:gd name="connsiteX584" fmla="*/ 387440 w 526234"/>
                <a:gd name="connsiteY584" fmla="*/ 371215 h 767425"/>
                <a:gd name="connsiteX585" fmla="*/ 385906 w 526234"/>
                <a:gd name="connsiteY585" fmla="*/ 371763 h 767425"/>
                <a:gd name="connsiteX586" fmla="*/ 384590 w 526234"/>
                <a:gd name="connsiteY586" fmla="*/ 373188 h 767425"/>
                <a:gd name="connsiteX587" fmla="*/ 382397 w 526234"/>
                <a:gd name="connsiteY587" fmla="*/ 373407 h 767425"/>
                <a:gd name="connsiteX588" fmla="*/ 381740 w 526234"/>
                <a:gd name="connsiteY588" fmla="*/ 374394 h 767425"/>
                <a:gd name="connsiteX589" fmla="*/ 381520 w 526234"/>
                <a:gd name="connsiteY589" fmla="*/ 376696 h 767425"/>
                <a:gd name="connsiteX590" fmla="*/ 382068 w 526234"/>
                <a:gd name="connsiteY590" fmla="*/ 385248 h 767425"/>
                <a:gd name="connsiteX591" fmla="*/ 383165 w 526234"/>
                <a:gd name="connsiteY591" fmla="*/ 382616 h 767425"/>
                <a:gd name="connsiteX592" fmla="*/ 385796 w 526234"/>
                <a:gd name="connsiteY592" fmla="*/ 373407 h 767425"/>
                <a:gd name="connsiteX593" fmla="*/ 387111 w 526234"/>
                <a:gd name="connsiteY593" fmla="*/ 372201 h 767425"/>
                <a:gd name="connsiteX594" fmla="*/ 388427 w 526234"/>
                <a:gd name="connsiteY594" fmla="*/ 371873 h 767425"/>
                <a:gd name="connsiteX595" fmla="*/ 389414 w 526234"/>
                <a:gd name="connsiteY595" fmla="*/ 370995 h 767425"/>
                <a:gd name="connsiteX596" fmla="*/ 391058 w 526234"/>
                <a:gd name="connsiteY596" fmla="*/ 363431 h 767425"/>
                <a:gd name="connsiteX597" fmla="*/ 391278 w 526234"/>
                <a:gd name="connsiteY597" fmla="*/ 361238 h 767425"/>
                <a:gd name="connsiteX598" fmla="*/ 390291 w 526234"/>
                <a:gd name="connsiteY598" fmla="*/ 356743 h 767425"/>
                <a:gd name="connsiteX599" fmla="*/ 385796 w 526234"/>
                <a:gd name="connsiteY599" fmla="*/ 348192 h 767425"/>
                <a:gd name="connsiteX600" fmla="*/ 384371 w 526234"/>
                <a:gd name="connsiteY600" fmla="*/ 343478 h 767425"/>
                <a:gd name="connsiteX601" fmla="*/ 383713 w 526234"/>
                <a:gd name="connsiteY601" fmla="*/ 325937 h 767425"/>
                <a:gd name="connsiteX602" fmla="*/ 384809 w 526234"/>
                <a:gd name="connsiteY602" fmla="*/ 317056 h 767425"/>
                <a:gd name="connsiteX603" fmla="*/ 389085 w 526234"/>
                <a:gd name="connsiteY603" fmla="*/ 300502 h 767425"/>
                <a:gd name="connsiteX604" fmla="*/ 391716 w 526234"/>
                <a:gd name="connsiteY604" fmla="*/ 294253 h 767425"/>
                <a:gd name="connsiteX605" fmla="*/ 395772 w 526234"/>
                <a:gd name="connsiteY605" fmla="*/ 288991 h 767425"/>
                <a:gd name="connsiteX606" fmla="*/ 401912 w 526234"/>
                <a:gd name="connsiteY606" fmla="*/ 284715 h 767425"/>
                <a:gd name="connsiteX607" fmla="*/ 400815 w 526234"/>
                <a:gd name="connsiteY607" fmla="*/ 282851 h 767425"/>
                <a:gd name="connsiteX608" fmla="*/ 400815 w 526234"/>
                <a:gd name="connsiteY608" fmla="*/ 280987 h 767425"/>
                <a:gd name="connsiteX609" fmla="*/ 402021 w 526234"/>
                <a:gd name="connsiteY609" fmla="*/ 279562 h 767425"/>
                <a:gd name="connsiteX610" fmla="*/ 404652 w 526234"/>
                <a:gd name="connsiteY610" fmla="*/ 278904 h 767425"/>
                <a:gd name="connsiteX611" fmla="*/ 406955 w 526234"/>
                <a:gd name="connsiteY611" fmla="*/ 271998 h 767425"/>
                <a:gd name="connsiteX612" fmla="*/ 430416 w 526234"/>
                <a:gd name="connsiteY612" fmla="*/ 237354 h 767425"/>
                <a:gd name="connsiteX613" fmla="*/ 441160 w 526234"/>
                <a:gd name="connsiteY613" fmla="*/ 225952 h 767425"/>
                <a:gd name="connsiteX614" fmla="*/ 449492 w 526234"/>
                <a:gd name="connsiteY614" fmla="*/ 220799 h 767425"/>
                <a:gd name="connsiteX615" fmla="*/ 452562 w 526234"/>
                <a:gd name="connsiteY615" fmla="*/ 217730 h 767425"/>
                <a:gd name="connsiteX616" fmla="*/ 463416 w 526234"/>
                <a:gd name="connsiteY616" fmla="*/ 210932 h 767425"/>
                <a:gd name="connsiteX617" fmla="*/ 465498 w 526234"/>
                <a:gd name="connsiteY617" fmla="*/ 208630 h 767425"/>
                <a:gd name="connsiteX618" fmla="*/ 469555 w 526234"/>
                <a:gd name="connsiteY618" fmla="*/ 201723 h 767425"/>
                <a:gd name="connsiteX619" fmla="*/ 487864 w 526234"/>
                <a:gd name="connsiteY619" fmla="*/ 181003 h 767425"/>
                <a:gd name="connsiteX620" fmla="*/ 500362 w 526234"/>
                <a:gd name="connsiteY620" fmla="*/ 161927 h 767425"/>
                <a:gd name="connsiteX621" fmla="*/ 529414 w 526234"/>
                <a:gd name="connsiteY621" fmla="*/ 80470 h 767425"/>
                <a:gd name="connsiteX622" fmla="*/ 527221 w 526234"/>
                <a:gd name="connsiteY622" fmla="*/ 75427 h 767425"/>
                <a:gd name="connsiteX623" fmla="*/ 526673 w 526234"/>
                <a:gd name="connsiteY623" fmla="*/ 71042 h 767425"/>
                <a:gd name="connsiteX624" fmla="*/ 525029 w 526234"/>
                <a:gd name="connsiteY624" fmla="*/ 74111 h 767425"/>
                <a:gd name="connsiteX625" fmla="*/ 527002 w 526234"/>
                <a:gd name="connsiteY625" fmla="*/ 80470 h 767425"/>
                <a:gd name="connsiteX626" fmla="*/ 530839 w 526234"/>
                <a:gd name="connsiteY626" fmla="*/ 86829 h 767425"/>
                <a:gd name="connsiteX627" fmla="*/ 534677 w 526234"/>
                <a:gd name="connsiteY627" fmla="*/ 89679 h 767425"/>
                <a:gd name="connsiteX628" fmla="*/ 529414 w 526234"/>
                <a:gd name="connsiteY628" fmla="*/ 80470 h 767425"/>
                <a:gd name="connsiteX629" fmla="*/ 526563 w 526234"/>
                <a:gd name="connsiteY629" fmla="*/ 216195 h 767425"/>
                <a:gd name="connsiteX630" fmla="*/ 525577 w 526234"/>
                <a:gd name="connsiteY630" fmla="*/ 216195 h 767425"/>
                <a:gd name="connsiteX631" fmla="*/ 525138 w 526234"/>
                <a:gd name="connsiteY631" fmla="*/ 216962 h 767425"/>
                <a:gd name="connsiteX632" fmla="*/ 523823 w 526234"/>
                <a:gd name="connsiteY632" fmla="*/ 220032 h 767425"/>
                <a:gd name="connsiteX633" fmla="*/ 520753 w 526234"/>
                <a:gd name="connsiteY633" fmla="*/ 222444 h 767425"/>
                <a:gd name="connsiteX634" fmla="*/ 517245 w 526234"/>
                <a:gd name="connsiteY634" fmla="*/ 223759 h 767425"/>
                <a:gd name="connsiteX635" fmla="*/ 514724 w 526234"/>
                <a:gd name="connsiteY635" fmla="*/ 223211 h 767425"/>
                <a:gd name="connsiteX636" fmla="*/ 510448 w 526234"/>
                <a:gd name="connsiteY636" fmla="*/ 225842 h 767425"/>
                <a:gd name="connsiteX637" fmla="*/ 507817 w 526234"/>
                <a:gd name="connsiteY637" fmla="*/ 226391 h 767425"/>
                <a:gd name="connsiteX638" fmla="*/ 505952 w 526234"/>
                <a:gd name="connsiteY638" fmla="*/ 226062 h 767425"/>
                <a:gd name="connsiteX639" fmla="*/ 501020 w 526234"/>
                <a:gd name="connsiteY639" fmla="*/ 224088 h 767425"/>
                <a:gd name="connsiteX640" fmla="*/ 498827 w 526234"/>
                <a:gd name="connsiteY640" fmla="*/ 223650 h 767425"/>
                <a:gd name="connsiteX641" fmla="*/ 498169 w 526234"/>
                <a:gd name="connsiteY641" fmla="*/ 223321 h 767425"/>
                <a:gd name="connsiteX642" fmla="*/ 497182 w 526234"/>
                <a:gd name="connsiteY642" fmla="*/ 222663 h 767425"/>
                <a:gd name="connsiteX643" fmla="*/ 495976 w 526234"/>
                <a:gd name="connsiteY643" fmla="*/ 222115 h 767425"/>
                <a:gd name="connsiteX644" fmla="*/ 494331 w 526234"/>
                <a:gd name="connsiteY644" fmla="*/ 222115 h 767425"/>
                <a:gd name="connsiteX645" fmla="*/ 492687 w 526234"/>
                <a:gd name="connsiteY645" fmla="*/ 222992 h 767425"/>
                <a:gd name="connsiteX646" fmla="*/ 489617 w 526234"/>
                <a:gd name="connsiteY646" fmla="*/ 225733 h 767425"/>
                <a:gd name="connsiteX647" fmla="*/ 488192 w 526234"/>
                <a:gd name="connsiteY647" fmla="*/ 226281 h 767425"/>
                <a:gd name="connsiteX648" fmla="*/ 482053 w 526234"/>
                <a:gd name="connsiteY648" fmla="*/ 234832 h 767425"/>
                <a:gd name="connsiteX649" fmla="*/ 474269 w 526234"/>
                <a:gd name="connsiteY649" fmla="*/ 249523 h 767425"/>
                <a:gd name="connsiteX650" fmla="*/ 471967 w 526234"/>
                <a:gd name="connsiteY650" fmla="*/ 257636 h 767425"/>
                <a:gd name="connsiteX651" fmla="*/ 471309 w 526234"/>
                <a:gd name="connsiteY651" fmla="*/ 266406 h 767425"/>
                <a:gd name="connsiteX652" fmla="*/ 472076 w 526234"/>
                <a:gd name="connsiteY652" fmla="*/ 271230 h 767425"/>
                <a:gd name="connsiteX653" fmla="*/ 474817 w 526234"/>
                <a:gd name="connsiteY653" fmla="*/ 280110 h 767425"/>
                <a:gd name="connsiteX654" fmla="*/ 475365 w 526234"/>
                <a:gd name="connsiteY654" fmla="*/ 284276 h 767425"/>
                <a:gd name="connsiteX655" fmla="*/ 476791 w 526234"/>
                <a:gd name="connsiteY655" fmla="*/ 286250 h 767425"/>
                <a:gd name="connsiteX656" fmla="*/ 479970 w 526234"/>
                <a:gd name="connsiteY656" fmla="*/ 284825 h 767425"/>
                <a:gd name="connsiteX657" fmla="*/ 490385 w 526234"/>
                <a:gd name="connsiteY657" fmla="*/ 275177 h 767425"/>
                <a:gd name="connsiteX658" fmla="*/ 492248 w 526234"/>
                <a:gd name="connsiteY658" fmla="*/ 272875 h 767425"/>
                <a:gd name="connsiteX659" fmla="*/ 493016 w 526234"/>
                <a:gd name="connsiteY659" fmla="*/ 271449 h 767425"/>
                <a:gd name="connsiteX660" fmla="*/ 493893 w 526234"/>
                <a:gd name="connsiteY660" fmla="*/ 269366 h 767425"/>
                <a:gd name="connsiteX661" fmla="*/ 495757 w 526234"/>
                <a:gd name="connsiteY661" fmla="*/ 267941 h 767425"/>
                <a:gd name="connsiteX662" fmla="*/ 497621 w 526234"/>
                <a:gd name="connsiteY662" fmla="*/ 266845 h 767425"/>
                <a:gd name="connsiteX663" fmla="*/ 498498 w 526234"/>
                <a:gd name="connsiteY663" fmla="*/ 265748 h 767425"/>
                <a:gd name="connsiteX664" fmla="*/ 499485 w 526234"/>
                <a:gd name="connsiteY664" fmla="*/ 262131 h 767425"/>
                <a:gd name="connsiteX665" fmla="*/ 504418 w 526234"/>
                <a:gd name="connsiteY665" fmla="*/ 252702 h 767425"/>
                <a:gd name="connsiteX666" fmla="*/ 506720 w 526234"/>
                <a:gd name="connsiteY666" fmla="*/ 249304 h 767425"/>
                <a:gd name="connsiteX667" fmla="*/ 512750 w 526234"/>
                <a:gd name="connsiteY667" fmla="*/ 244370 h 767425"/>
                <a:gd name="connsiteX668" fmla="*/ 516039 w 526234"/>
                <a:gd name="connsiteY668" fmla="*/ 240972 h 767425"/>
                <a:gd name="connsiteX669" fmla="*/ 518560 w 526234"/>
                <a:gd name="connsiteY669" fmla="*/ 234174 h 767425"/>
                <a:gd name="connsiteX670" fmla="*/ 525467 w 526234"/>
                <a:gd name="connsiteY670" fmla="*/ 222115 h 767425"/>
                <a:gd name="connsiteX671" fmla="*/ 527770 w 526234"/>
                <a:gd name="connsiteY671" fmla="*/ 219045 h 767425"/>
                <a:gd name="connsiteX672" fmla="*/ 528098 w 526234"/>
                <a:gd name="connsiteY672" fmla="*/ 218387 h 767425"/>
                <a:gd name="connsiteX673" fmla="*/ 527660 w 526234"/>
                <a:gd name="connsiteY673" fmla="*/ 216962 h 767425"/>
                <a:gd name="connsiteX674" fmla="*/ 526563 w 526234"/>
                <a:gd name="connsiteY674" fmla="*/ 216195 h 7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526234" h="767425">
                  <a:moveTo>
                    <a:pt x="422742" y="602539"/>
                  </a:moveTo>
                  <a:lnTo>
                    <a:pt x="424825" y="619422"/>
                  </a:lnTo>
                  <a:lnTo>
                    <a:pt x="423948" y="625233"/>
                  </a:lnTo>
                  <a:lnTo>
                    <a:pt x="426469" y="620628"/>
                  </a:lnTo>
                  <a:lnTo>
                    <a:pt x="426798" y="615366"/>
                  </a:lnTo>
                  <a:lnTo>
                    <a:pt x="425373" y="605389"/>
                  </a:lnTo>
                  <a:lnTo>
                    <a:pt x="422742" y="602539"/>
                  </a:lnTo>
                  <a:close/>
                  <a:moveTo>
                    <a:pt x="412985" y="639814"/>
                  </a:moveTo>
                  <a:lnTo>
                    <a:pt x="411779" y="641568"/>
                  </a:lnTo>
                  <a:lnTo>
                    <a:pt x="411011" y="643322"/>
                  </a:lnTo>
                  <a:lnTo>
                    <a:pt x="410463" y="645186"/>
                  </a:lnTo>
                  <a:lnTo>
                    <a:pt x="409257" y="656478"/>
                  </a:lnTo>
                  <a:lnTo>
                    <a:pt x="408051" y="661740"/>
                  </a:lnTo>
                  <a:lnTo>
                    <a:pt x="407065" y="663714"/>
                  </a:lnTo>
                  <a:lnTo>
                    <a:pt x="405200" y="666454"/>
                  </a:lnTo>
                  <a:lnTo>
                    <a:pt x="401802" y="670401"/>
                  </a:lnTo>
                  <a:lnTo>
                    <a:pt x="401035" y="672046"/>
                  </a:lnTo>
                  <a:lnTo>
                    <a:pt x="402241" y="672046"/>
                  </a:lnTo>
                  <a:lnTo>
                    <a:pt x="409915" y="661302"/>
                  </a:lnTo>
                  <a:lnTo>
                    <a:pt x="412327" y="654066"/>
                  </a:lnTo>
                  <a:lnTo>
                    <a:pt x="411121" y="645076"/>
                  </a:lnTo>
                  <a:lnTo>
                    <a:pt x="414629" y="637950"/>
                  </a:lnTo>
                  <a:lnTo>
                    <a:pt x="412985" y="639814"/>
                  </a:lnTo>
                  <a:close/>
                  <a:moveTo>
                    <a:pt x="500362" y="161927"/>
                  </a:moveTo>
                  <a:lnTo>
                    <a:pt x="500362" y="159734"/>
                  </a:lnTo>
                  <a:lnTo>
                    <a:pt x="505186" y="148771"/>
                  </a:lnTo>
                  <a:lnTo>
                    <a:pt x="508693" y="137588"/>
                  </a:lnTo>
                  <a:lnTo>
                    <a:pt x="509132" y="135176"/>
                  </a:lnTo>
                  <a:lnTo>
                    <a:pt x="509351" y="130572"/>
                  </a:lnTo>
                  <a:lnTo>
                    <a:pt x="509790" y="128818"/>
                  </a:lnTo>
                  <a:lnTo>
                    <a:pt x="510667" y="127283"/>
                  </a:lnTo>
                  <a:lnTo>
                    <a:pt x="511873" y="126296"/>
                  </a:lnTo>
                  <a:lnTo>
                    <a:pt x="514833" y="125200"/>
                  </a:lnTo>
                  <a:lnTo>
                    <a:pt x="516039" y="124323"/>
                  </a:lnTo>
                  <a:lnTo>
                    <a:pt x="517025" y="123775"/>
                  </a:lnTo>
                  <a:lnTo>
                    <a:pt x="517903" y="123994"/>
                  </a:lnTo>
                  <a:lnTo>
                    <a:pt x="518451" y="123775"/>
                  </a:lnTo>
                  <a:lnTo>
                    <a:pt x="518670" y="122130"/>
                  </a:lnTo>
                  <a:lnTo>
                    <a:pt x="518451" y="121034"/>
                  </a:lnTo>
                  <a:lnTo>
                    <a:pt x="517464" y="119061"/>
                  </a:lnTo>
                  <a:lnTo>
                    <a:pt x="517245" y="117745"/>
                  </a:lnTo>
                  <a:lnTo>
                    <a:pt x="519766" y="112044"/>
                  </a:lnTo>
                  <a:lnTo>
                    <a:pt x="520643" y="110619"/>
                  </a:lnTo>
                  <a:lnTo>
                    <a:pt x="524919" y="101191"/>
                  </a:lnTo>
                  <a:lnTo>
                    <a:pt x="525577" y="100094"/>
                  </a:lnTo>
                  <a:lnTo>
                    <a:pt x="526235" y="98888"/>
                  </a:lnTo>
                  <a:lnTo>
                    <a:pt x="526783" y="96915"/>
                  </a:lnTo>
                  <a:lnTo>
                    <a:pt x="517025" y="98121"/>
                  </a:lnTo>
                  <a:lnTo>
                    <a:pt x="512311" y="88364"/>
                  </a:lnTo>
                  <a:lnTo>
                    <a:pt x="510776" y="74769"/>
                  </a:lnTo>
                  <a:lnTo>
                    <a:pt x="510667" y="64464"/>
                  </a:lnTo>
                  <a:lnTo>
                    <a:pt x="511106" y="62052"/>
                  </a:lnTo>
                  <a:lnTo>
                    <a:pt x="512859" y="56789"/>
                  </a:lnTo>
                  <a:lnTo>
                    <a:pt x="513298" y="53500"/>
                  </a:lnTo>
                  <a:lnTo>
                    <a:pt x="512859" y="50869"/>
                  </a:lnTo>
                  <a:lnTo>
                    <a:pt x="509790" y="40235"/>
                  </a:lnTo>
                  <a:lnTo>
                    <a:pt x="507707" y="39248"/>
                  </a:lnTo>
                  <a:lnTo>
                    <a:pt x="502664" y="39139"/>
                  </a:lnTo>
                  <a:lnTo>
                    <a:pt x="498498" y="37713"/>
                  </a:lnTo>
                  <a:lnTo>
                    <a:pt x="496634" y="38042"/>
                  </a:lnTo>
                  <a:lnTo>
                    <a:pt x="495866" y="40564"/>
                  </a:lnTo>
                  <a:lnTo>
                    <a:pt x="493783" y="39906"/>
                  </a:lnTo>
                  <a:lnTo>
                    <a:pt x="492030" y="38919"/>
                  </a:lnTo>
                  <a:lnTo>
                    <a:pt x="490824" y="37494"/>
                  </a:lnTo>
                  <a:lnTo>
                    <a:pt x="489947" y="33219"/>
                  </a:lnTo>
                  <a:lnTo>
                    <a:pt x="489069" y="31355"/>
                  </a:lnTo>
                  <a:lnTo>
                    <a:pt x="487754" y="29710"/>
                  </a:lnTo>
                  <a:lnTo>
                    <a:pt x="486877" y="27518"/>
                  </a:lnTo>
                  <a:lnTo>
                    <a:pt x="476352" y="12169"/>
                  </a:lnTo>
                  <a:lnTo>
                    <a:pt x="470761" y="6578"/>
                  </a:lnTo>
                  <a:lnTo>
                    <a:pt x="467362" y="4495"/>
                  </a:lnTo>
                  <a:lnTo>
                    <a:pt x="453987" y="0"/>
                  </a:lnTo>
                  <a:lnTo>
                    <a:pt x="449492" y="877"/>
                  </a:lnTo>
                  <a:lnTo>
                    <a:pt x="427894" y="11621"/>
                  </a:lnTo>
                  <a:lnTo>
                    <a:pt x="422304" y="13265"/>
                  </a:lnTo>
                  <a:lnTo>
                    <a:pt x="418138" y="12388"/>
                  </a:lnTo>
                  <a:lnTo>
                    <a:pt x="416273" y="11511"/>
                  </a:lnTo>
                  <a:lnTo>
                    <a:pt x="410134" y="10415"/>
                  </a:lnTo>
                  <a:lnTo>
                    <a:pt x="405420" y="10305"/>
                  </a:lnTo>
                  <a:lnTo>
                    <a:pt x="403885" y="10525"/>
                  </a:lnTo>
                  <a:lnTo>
                    <a:pt x="402569" y="11511"/>
                  </a:lnTo>
                  <a:lnTo>
                    <a:pt x="400596" y="13814"/>
                  </a:lnTo>
                  <a:lnTo>
                    <a:pt x="394566" y="18966"/>
                  </a:lnTo>
                  <a:lnTo>
                    <a:pt x="394347" y="21707"/>
                  </a:lnTo>
                  <a:lnTo>
                    <a:pt x="395114" y="23571"/>
                  </a:lnTo>
                  <a:lnTo>
                    <a:pt x="396649" y="24229"/>
                  </a:lnTo>
                  <a:lnTo>
                    <a:pt x="398623" y="23352"/>
                  </a:lnTo>
                  <a:lnTo>
                    <a:pt x="397855" y="22913"/>
                  </a:lnTo>
                  <a:lnTo>
                    <a:pt x="397636" y="22913"/>
                  </a:lnTo>
                  <a:lnTo>
                    <a:pt x="397527" y="22803"/>
                  </a:lnTo>
                  <a:lnTo>
                    <a:pt x="397197" y="21926"/>
                  </a:lnTo>
                  <a:lnTo>
                    <a:pt x="401144" y="20501"/>
                  </a:lnTo>
                  <a:lnTo>
                    <a:pt x="406297" y="16335"/>
                  </a:lnTo>
                  <a:lnTo>
                    <a:pt x="409476" y="14691"/>
                  </a:lnTo>
                  <a:lnTo>
                    <a:pt x="409586" y="16006"/>
                  </a:lnTo>
                  <a:lnTo>
                    <a:pt x="410682" y="18966"/>
                  </a:lnTo>
                  <a:lnTo>
                    <a:pt x="411998" y="17541"/>
                  </a:lnTo>
                  <a:lnTo>
                    <a:pt x="415835" y="19076"/>
                  </a:lnTo>
                  <a:lnTo>
                    <a:pt x="420659" y="20282"/>
                  </a:lnTo>
                  <a:lnTo>
                    <a:pt x="425373" y="20282"/>
                  </a:lnTo>
                  <a:lnTo>
                    <a:pt x="428991" y="18309"/>
                  </a:lnTo>
                  <a:lnTo>
                    <a:pt x="432170" y="15458"/>
                  </a:lnTo>
                  <a:lnTo>
                    <a:pt x="436446" y="13046"/>
                  </a:lnTo>
                  <a:lnTo>
                    <a:pt x="441160" y="11621"/>
                  </a:lnTo>
                  <a:lnTo>
                    <a:pt x="445655" y="11731"/>
                  </a:lnTo>
                  <a:lnTo>
                    <a:pt x="448505" y="12827"/>
                  </a:lnTo>
                  <a:lnTo>
                    <a:pt x="449163" y="13814"/>
                  </a:lnTo>
                  <a:lnTo>
                    <a:pt x="448725" y="15020"/>
                  </a:lnTo>
                  <a:lnTo>
                    <a:pt x="448286" y="16664"/>
                  </a:lnTo>
                  <a:lnTo>
                    <a:pt x="448725" y="18309"/>
                  </a:lnTo>
                  <a:lnTo>
                    <a:pt x="449602" y="20063"/>
                  </a:lnTo>
                  <a:lnTo>
                    <a:pt x="449931" y="21926"/>
                  </a:lnTo>
                  <a:lnTo>
                    <a:pt x="448944" y="23900"/>
                  </a:lnTo>
                  <a:lnTo>
                    <a:pt x="447519" y="25763"/>
                  </a:lnTo>
                  <a:lnTo>
                    <a:pt x="444888" y="29930"/>
                  </a:lnTo>
                  <a:lnTo>
                    <a:pt x="442805" y="31793"/>
                  </a:lnTo>
                  <a:lnTo>
                    <a:pt x="428662" y="38042"/>
                  </a:lnTo>
                  <a:lnTo>
                    <a:pt x="424935" y="38590"/>
                  </a:lnTo>
                  <a:lnTo>
                    <a:pt x="421865" y="36946"/>
                  </a:lnTo>
                  <a:lnTo>
                    <a:pt x="418576" y="35630"/>
                  </a:lnTo>
                  <a:lnTo>
                    <a:pt x="406407" y="36179"/>
                  </a:lnTo>
                  <a:lnTo>
                    <a:pt x="395114" y="32341"/>
                  </a:lnTo>
                  <a:lnTo>
                    <a:pt x="390839" y="31903"/>
                  </a:lnTo>
                  <a:lnTo>
                    <a:pt x="382178" y="33109"/>
                  </a:lnTo>
                  <a:lnTo>
                    <a:pt x="378560" y="32780"/>
                  </a:lnTo>
                  <a:lnTo>
                    <a:pt x="376696" y="30368"/>
                  </a:lnTo>
                  <a:lnTo>
                    <a:pt x="378122" y="30368"/>
                  </a:lnTo>
                  <a:lnTo>
                    <a:pt x="378779" y="31574"/>
                  </a:lnTo>
                  <a:lnTo>
                    <a:pt x="379766" y="31793"/>
                  </a:lnTo>
                  <a:lnTo>
                    <a:pt x="380972" y="31245"/>
                  </a:lnTo>
                  <a:lnTo>
                    <a:pt x="382288" y="30368"/>
                  </a:lnTo>
                  <a:lnTo>
                    <a:pt x="379766" y="30039"/>
                  </a:lnTo>
                  <a:lnTo>
                    <a:pt x="378341" y="28724"/>
                  </a:lnTo>
                  <a:lnTo>
                    <a:pt x="377574" y="27189"/>
                  </a:lnTo>
                  <a:lnTo>
                    <a:pt x="376916" y="26312"/>
                  </a:lnTo>
                  <a:lnTo>
                    <a:pt x="375161" y="25983"/>
                  </a:lnTo>
                  <a:lnTo>
                    <a:pt x="369789" y="26202"/>
                  </a:lnTo>
                  <a:lnTo>
                    <a:pt x="369789" y="26202"/>
                  </a:lnTo>
                  <a:lnTo>
                    <a:pt x="369680" y="28943"/>
                  </a:lnTo>
                  <a:lnTo>
                    <a:pt x="372311" y="68410"/>
                  </a:lnTo>
                  <a:lnTo>
                    <a:pt x="371434" y="75427"/>
                  </a:lnTo>
                  <a:lnTo>
                    <a:pt x="363650" y="86938"/>
                  </a:lnTo>
                  <a:lnTo>
                    <a:pt x="360909" y="99985"/>
                  </a:lnTo>
                  <a:lnTo>
                    <a:pt x="360471" y="107878"/>
                  </a:lnTo>
                  <a:lnTo>
                    <a:pt x="369570" y="127393"/>
                  </a:lnTo>
                  <a:lnTo>
                    <a:pt x="370557" y="140439"/>
                  </a:lnTo>
                  <a:lnTo>
                    <a:pt x="358278" y="164448"/>
                  </a:lnTo>
                  <a:lnTo>
                    <a:pt x="357511" y="171574"/>
                  </a:lnTo>
                  <a:lnTo>
                    <a:pt x="355757" y="178152"/>
                  </a:lnTo>
                  <a:lnTo>
                    <a:pt x="351591" y="184840"/>
                  </a:lnTo>
                  <a:lnTo>
                    <a:pt x="348960" y="192404"/>
                  </a:lnTo>
                  <a:lnTo>
                    <a:pt x="342711" y="205012"/>
                  </a:lnTo>
                  <a:lnTo>
                    <a:pt x="330651" y="212248"/>
                  </a:lnTo>
                  <a:lnTo>
                    <a:pt x="320235" y="220799"/>
                  </a:lnTo>
                  <a:lnTo>
                    <a:pt x="313767" y="224856"/>
                  </a:lnTo>
                  <a:lnTo>
                    <a:pt x="297432" y="238779"/>
                  </a:lnTo>
                  <a:lnTo>
                    <a:pt x="280878" y="247879"/>
                  </a:lnTo>
                  <a:lnTo>
                    <a:pt x="275834" y="249523"/>
                  </a:lnTo>
                  <a:lnTo>
                    <a:pt x="263885" y="248975"/>
                  </a:lnTo>
                  <a:lnTo>
                    <a:pt x="257526" y="250948"/>
                  </a:lnTo>
                  <a:lnTo>
                    <a:pt x="252154" y="248536"/>
                  </a:lnTo>
                  <a:lnTo>
                    <a:pt x="246892" y="244480"/>
                  </a:lnTo>
                  <a:lnTo>
                    <a:pt x="240314" y="245795"/>
                  </a:lnTo>
                  <a:lnTo>
                    <a:pt x="235490" y="250071"/>
                  </a:lnTo>
                  <a:lnTo>
                    <a:pt x="232201" y="255772"/>
                  </a:lnTo>
                  <a:lnTo>
                    <a:pt x="227815" y="261911"/>
                  </a:lnTo>
                  <a:lnTo>
                    <a:pt x="224856" y="268599"/>
                  </a:lnTo>
                  <a:lnTo>
                    <a:pt x="227377" y="277589"/>
                  </a:lnTo>
                  <a:lnTo>
                    <a:pt x="227158" y="285482"/>
                  </a:lnTo>
                  <a:lnTo>
                    <a:pt x="222773" y="285044"/>
                  </a:lnTo>
                  <a:lnTo>
                    <a:pt x="220580" y="279233"/>
                  </a:lnTo>
                  <a:lnTo>
                    <a:pt x="216852" y="274300"/>
                  </a:lnTo>
                  <a:lnTo>
                    <a:pt x="210384" y="273861"/>
                  </a:lnTo>
                  <a:lnTo>
                    <a:pt x="205012" y="277589"/>
                  </a:lnTo>
                  <a:lnTo>
                    <a:pt x="199859" y="291512"/>
                  </a:lnTo>
                  <a:lnTo>
                    <a:pt x="190979" y="302037"/>
                  </a:lnTo>
                  <a:lnTo>
                    <a:pt x="179468" y="304887"/>
                  </a:lnTo>
                  <a:lnTo>
                    <a:pt x="168943" y="311794"/>
                  </a:lnTo>
                  <a:lnTo>
                    <a:pt x="157870" y="314206"/>
                  </a:lnTo>
                  <a:lnTo>
                    <a:pt x="151402" y="317056"/>
                  </a:lnTo>
                  <a:lnTo>
                    <a:pt x="145263" y="320674"/>
                  </a:lnTo>
                  <a:lnTo>
                    <a:pt x="139342" y="323415"/>
                  </a:lnTo>
                  <a:lnTo>
                    <a:pt x="127721" y="331089"/>
                  </a:lnTo>
                  <a:lnTo>
                    <a:pt x="123117" y="336242"/>
                  </a:lnTo>
                  <a:lnTo>
                    <a:pt x="124762" y="340518"/>
                  </a:lnTo>
                  <a:lnTo>
                    <a:pt x="122788" y="344026"/>
                  </a:lnTo>
                  <a:lnTo>
                    <a:pt x="118512" y="339860"/>
                  </a:lnTo>
                  <a:lnTo>
                    <a:pt x="113359" y="337229"/>
                  </a:lnTo>
                  <a:lnTo>
                    <a:pt x="101081" y="348521"/>
                  </a:lnTo>
                  <a:lnTo>
                    <a:pt x="99217" y="350823"/>
                  </a:lnTo>
                  <a:lnTo>
                    <a:pt x="96038" y="352468"/>
                  </a:lnTo>
                  <a:lnTo>
                    <a:pt x="92530" y="353454"/>
                  </a:lnTo>
                  <a:lnTo>
                    <a:pt x="70713" y="354331"/>
                  </a:lnTo>
                  <a:lnTo>
                    <a:pt x="64464" y="358388"/>
                  </a:lnTo>
                  <a:lnTo>
                    <a:pt x="51966" y="362444"/>
                  </a:lnTo>
                  <a:lnTo>
                    <a:pt x="47361" y="367926"/>
                  </a:lnTo>
                  <a:lnTo>
                    <a:pt x="41989" y="373078"/>
                  </a:lnTo>
                  <a:lnTo>
                    <a:pt x="20721" y="375929"/>
                  </a:lnTo>
                  <a:lnTo>
                    <a:pt x="14142" y="375271"/>
                  </a:lnTo>
                  <a:lnTo>
                    <a:pt x="9209" y="377573"/>
                  </a:lnTo>
                  <a:lnTo>
                    <a:pt x="9648" y="384590"/>
                  </a:lnTo>
                  <a:lnTo>
                    <a:pt x="8880" y="391168"/>
                  </a:lnTo>
                  <a:lnTo>
                    <a:pt x="7017" y="397746"/>
                  </a:lnTo>
                  <a:lnTo>
                    <a:pt x="3947" y="405530"/>
                  </a:lnTo>
                  <a:lnTo>
                    <a:pt x="0" y="412765"/>
                  </a:lnTo>
                  <a:lnTo>
                    <a:pt x="8222" y="424606"/>
                  </a:lnTo>
                  <a:lnTo>
                    <a:pt x="19076" y="434034"/>
                  </a:lnTo>
                  <a:lnTo>
                    <a:pt x="31793" y="442585"/>
                  </a:lnTo>
                  <a:lnTo>
                    <a:pt x="55364" y="463744"/>
                  </a:lnTo>
                  <a:lnTo>
                    <a:pt x="74550" y="487863"/>
                  </a:lnTo>
                  <a:lnTo>
                    <a:pt x="79264" y="502664"/>
                  </a:lnTo>
                  <a:lnTo>
                    <a:pt x="77620" y="515491"/>
                  </a:lnTo>
                  <a:lnTo>
                    <a:pt x="78168" y="530730"/>
                  </a:lnTo>
                  <a:lnTo>
                    <a:pt x="77291" y="533799"/>
                  </a:lnTo>
                  <a:lnTo>
                    <a:pt x="77839" y="540925"/>
                  </a:lnTo>
                  <a:lnTo>
                    <a:pt x="74769" y="546078"/>
                  </a:lnTo>
                  <a:lnTo>
                    <a:pt x="65670" y="555835"/>
                  </a:lnTo>
                  <a:lnTo>
                    <a:pt x="66875" y="571184"/>
                  </a:lnTo>
                  <a:lnTo>
                    <a:pt x="60517" y="611857"/>
                  </a:lnTo>
                  <a:lnTo>
                    <a:pt x="62052" y="624027"/>
                  </a:lnTo>
                  <a:lnTo>
                    <a:pt x="68740" y="632797"/>
                  </a:lnTo>
                  <a:lnTo>
                    <a:pt x="70274" y="643651"/>
                  </a:lnTo>
                  <a:lnTo>
                    <a:pt x="67753" y="646611"/>
                  </a:lnTo>
                  <a:lnTo>
                    <a:pt x="66985" y="650119"/>
                  </a:lnTo>
                  <a:lnTo>
                    <a:pt x="70055" y="651325"/>
                  </a:lnTo>
                  <a:lnTo>
                    <a:pt x="73125" y="652969"/>
                  </a:lnTo>
                  <a:lnTo>
                    <a:pt x="72686" y="657793"/>
                  </a:lnTo>
                  <a:lnTo>
                    <a:pt x="70932" y="662398"/>
                  </a:lnTo>
                  <a:lnTo>
                    <a:pt x="69836" y="666893"/>
                  </a:lnTo>
                  <a:lnTo>
                    <a:pt x="73673" y="685311"/>
                  </a:lnTo>
                  <a:lnTo>
                    <a:pt x="74879" y="699783"/>
                  </a:lnTo>
                  <a:lnTo>
                    <a:pt x="74769" y="712719"/>
                  </a:lnTo>
                  <a:lnTo>
                    <a:pt x="70274" y="724779"/>
                  </a:lnTo>
                  <a:lnTo>
                    <a:pt x="53610" y="744841"/>
                  </a:lnTo>
                  <a:lnTo>
                    <a:pt x="51418" y="748021"/>
                  </a:lnTo>
                  <a:lnTo>
                    <a:pt x="52953" y="764466"/>
                  </a:lnTo>
                  <a:lnTo>
                    <a:pt x="55693" y="760628"/>
                  </a:lnTo>
                  <a:lnTo>
                    <a:pt x="72028" y="754708"/>
                  </a:lnTo>
                  <a:lnTo>
                    <a:pt x="76195" y="756133"/>
                  </a:lnTo>
                  <a:lnTo>
                    <a:pt x="79483" y="759094"/>
                  </a:lnTo>
                  <a:lnTo>
                    <a:pt x="82444" y="762383"/>
                  </a:lnTo>
                  <a:lnTo>
                    <a:pt x="85733" y="764904"/>
                  </a:lnTo>
                  <a:lnTo>
                    <a:pt x="88034" y="765123"/>
                  </a:lnTo>
                  <a:lnTo>
                    <a:pt x="90227" y="764685"/>
                  </a:lnTo>
                  <a:lnTo>
                    <a:pt x="92091" y="765123"/>
                  </a:lnTo>
                  <a:lnTo>
                    <a:pt x="94831" y="770934"/>
                  </a:lnTo>
                  <a:lnTo>
                    <a:pt x="97353" y="772907"/>
                  </a:lnTo>
                  <a:lnTo>
                    <a:pt x="105247" y="777512"/>
                  </a:lnTo>
                  <a:lnTo>
                    <a:pt x="107001" y="776964"/>
                  </a:lnTo>
                  <a:lnTo>
                    <a:pt x="108207" y="775319"/>
                  </a:lnTo>
                  <a:lnTo>
                    <a:pt x="109084" y="770824"/>
                  </a:lnTo>
                  <a:lnTo>
                    <a:pt x="109961" y="769399"/>
                  </a:lnTo>
                  <a:lnTo>
                    <a:pt x="120047" y="761835"/>
                  </a:lnTo>
                  <a:lnTo>
                    <a:pt x="121911" y="759642"/>
                  </a:lnTo>
                  <a:lnTo>
                    <a:pt x="124762" y="751529"/>
                  </a:lnTo>
                  <a:lnTo>
                    <a:pt x="125748" y="749665"/>
                  </a:lnTo>
                  <a:lnTo>
                    <a:pt x="128708" y="747253"/>
                  </a:lnTo>
                  <a:lnTo>
                    <a:pt x="131449" y="745719"/>
                  </a:lnTo>
                  <a:lnTo>
                    <a:pt x="133751" y="743964"/>
                  </a:lnTo>
                  <a:lnTo>
                    <a:pt x="135615" y="740895"/>
                  </a:lnTo>
                  <a:lnTo>
                    <a:pt x="136273" y="738702"/>
                  </a:lnTo>
                  <a:lnTo>
                    <a:pt x="136821" y="734098"/>
                  </a:lnTo>
                  <a:lnTo>
                    <a:pt x="137369" y="732015"/>
                  </a:lnTo>
                  <a:lnTo>
                    <a:pt x="142302" y="723792"/>
                  </a:lnTo>
                  <a:lnTo>
                    <a:pt x="142960" y="721490"/>
                  </a:lnTo>
                  <a:lnTo>
                    <a:pt x="142302" y="718639"/>
                  </a:lnTo>
                  <a:lnTo>
                    <a:pt x="141535" y="718091"/>
                  </a:lnTo>
                  <a:lnTo>
                    <a:pt x="147126" y="713925"/>
                  </a:lnTo>
                  <a:lnTo>
                    <a:pt x="152827" y="711184"/>
                  </a:lnTo>
                  <a:lnTo>
                    <a:pt x="155129" y="709430"/>
                  </a:lnTo>
                  <a:lnTo>
                    <a:pt x="157103" y="706361"/>
                  </a:lnTo>
                  <a:lnTo>
                    <a:pt x="157651" y="703949"/>
                  </a:lnTo>
                  <a:lnTo>
                    <a:pt x="157870" y="703181"/>
                  </a:lnTo>
                  <a:lnTo>
                    <a:pt x="158199" y="699892"/>
                  </a:lnTo>
                  <a:lnTo>
                    <a:pt x="158967" y="696384"/>
                  </a:lnTo>
                  <a:lnTo>
                    <a:pt x="160830" y="693095"/>
                  </a:lnTo>
                  <a:lnTo>
                    <a:pt x="166970" y="686079"/>
                  </a:lnTo>
                  <a:lnTo>
                    <a:pt x="169382" y="682241"/>
                  </a:lnTo>
                  <a:lnTo>
                    <a:pt x="170040" y="679829"/>
                  </a:lnTo>
                  <a:lnTo>
                    <a:pt x="170807" y="674567"/>
                  </a:lnTo>
                  <a:lnTo>
                    <a:pt x="172561" y="669634"/>
                  </a:lnTo>
                  <a:lnTo>
                    <a:pt x="173657" y="663385"/>
                  </a:lnTo>
                  <a:lnTo>
                    <a:pt x="174644" y="661192"/>
                  </a:lnTo>
                  <a:lnTo>
                    <a:pt x="176179" y="659657"/>
                  </a:lnTo>
                  <a:lnTo>
                    <a:pt x="182318" y="654943"/>
                  </a:lnTo>
                  <a:lnTo>
                    <a:pt x="184292" y="655162"/>
                  </a:lnTo>
                  <a:lnTo>
                    <a:pt x="186155" y="656149"/>
                  </a:lnTo>
                  <a:lnTo>
                    <a:pt x="188129" y="656697"/>
                  </a:lnTo>
                  <a:lnTo>
                    <a:pt x="189883" y="656478"/>
                  </a:lnTo>
                  <a:lnTo>
                    <a:pt x="193830" y="655053"/>
                  </a:lnTo>
                  <a:lnTo>
                    <a:pt x="196023" y="653956"/>
                  </a:lnTo>
                  <a:lnTo>
                    <a:pt x="197338" y="653627"/>
                  </a:lnTo>
                  <a:lnTo>
                    <a:pt x="198324" y="653956"/>
                  </a:lnTo>
                  <a:lnTo>
                    <a:pt x="200189" y="655820"/>
                  </a:lnTo>
                  <a:lnTo>
                    <a:pt x="201723" y="656697"/>
                  </a:lnTo>
                  <a:lnTo>
                    <a:pt x="202929" y="656478"/>
                  </a:lnTo>
                  <a:lnTo>
                    <a:pt x="204025" y="655820"/>
                  </a:lnTo>
                  <a:lnTo>
                    <a:pt x="205560" y="655381"/>
                  </a:lnTo>
                  <a:lnTo>
                    <a:pt x="217729" y="655272"/>
                  </a:lnTo>
                  <a:lnTo>
                    <a:pt x="218826" y="655491"/>
                  </a:lnTo>
                  <a:lnTo>
                    <a:pt x="218826" y="654943"/>
                  </a:lnTo>
                  <a:lnTo>
                    <a:pt x="219593" y="654285"/>
                  </a:lnTo>
                  <a:lnTo>
                    <a:pt x="220470" y="653847"/>
                  </a:lnTo>
                  <a:lnTo>
                    <a:pt x="222883" y="653408"/>
                  </a:lnTo>
                  <a:lnTo>
                    <a:pt x="224527" y="649571"/>
                  </a:lnTo>
                  <a:lnTo>
                    <a:pt x="228802" y="643212"/>
                  </a:lnTo>
                  <a:lnTo>
                    <a:pt x="229680" y="639923"/>
                  </a:lnTo>
                  <a:lnTo>
                    <a:pt x="235161" y="629727"/>
                  </a:lnTo>
                  <a:lnTo>
                    <a:pt x="239766" y="623698"/>
                  </a:lnTo>
                  <a:lnTo>
                    <a:pt x="244480" y="613721"/>
                  </a:lnTo>
                  <a:lnTo>
                    <a:pt x="245576" y="613392"/>
                  </a:lnTo>
                  <a:lnTo>
                    <a:pt x="247769" y="612077"/>
                  </a:lnTo>
                  <a:lnTo>
                    <a:pt x="248974" y="610542"/>
                  </a:lnTo>
                  <a:lnTo>
                    <a:pt x="247111" y="609445"/>
                  </a:lnTo>
                  <a:lnTo>
                    <a:pt x="245138" y="609884"/>
                  </a:lnTo>
                  <a:lnTo>
                    <a:pt x="243164" y="611419"/>
                  </a:lnTo>
                  <a:lnTo>
                    <a:pt x="241520" y="613392"/>
                  </a:lnTo>
                  <a:lnTo>
                    <a:pt x="240423" y="615037"/>
                  </a:lnTo>
                  <a:lnTo>
                    <a:pt x="240752" y="611090"/>
                  </a:lnTo>
                  <a:lnTo>
                    <a:pt x="242177" y="608349"/>
                  </a:lnTo>
                  <a:lnTo>
                    <a:pt x="243164" y="605718"/>
                  </a:lnTo>
                  <a:lnTo>
                    <a:pt x="241958" y="602100"/>
                  </a:lnTo>
                  <a:lnTo>
                    <a:pt x="239656" y="606157"/>
                  </a:lnTo>
                  <a:lnTo>
                    <a:pt x="236257" y="610103"/>
                  </a:lnTo>
                  <a:lnTo>
                    <a:pt x="232311" y="613283"/>
                  </a:lnTo>
                  <a:lnTo>
                    <a:pt x="228364" y="614927"/>
                  </a:lnTo>
                  <a:lnTo>
                    <a:pt x="228912" y="612625"/>
                  </a:lnTo>
                  <a:lnTo>
                    <a:pt x="229789" y="610761"/>
                  </a:lnTo>
                  <a:lnTo>
                    <a:pt x="230995" y="609226"/>
                  </a:lnTo>
                  <a:lnTo>
                    <a:pt x="239436" y="601771"/>
                  </a:lnTo>
                  <a:lnTo>
                    <a:pt x="240971" y="600785"/>
                  </a:lnTo>
                  <a:lnTo>
                    <a:pt x="245686" y="600675"/>
                  </a:lnTo>
                  <a:lnTo>
                    <a:pt x="249194" y="599688"/>
                  </a:lnTo>
                  <a:lnTo>
                    <a:pt x="251496" y="597167"/>
                  </a:lnTo>
                  <a:lnTo>
                    <a:pt x="252154" y="595632"/>
                  </a:lnTo>
                  <a:lnTo>
                    <a:pt x="251057" y="599798"/>
                  </a:lnTo>
                  <a:lnTo>
                    <a:pt x="250509" y="603416"/>
                  </a:lnTo>
                  <a:lnTo>
                    <a:pt x="251825" y="604951"/>
                  </a:lnTo>
                  <a:lnTo>
                    <a:pt x="253579" y="603745"/>
                  </a:lnTo>
                  <a:lnTo>
                    <a:pt x="255114" y="600785"/>
                  </a:lnTo>
                  <a:lnTo>
                    <a:pt x="256211" y="597276"/>
                  </a:lnTo>
                  <a:lnTo>
                    <a:pt x="256649" y="594316"/>
                  </a:lnTo>
                  <a:lnTo>
                    <a:pt x="258294" y="588725"/>
                  </a:lnTo>
                  <a:lnTo>
                    <a:pt x="262240" y="582805"/>
                  </a:lnTo>
                  <a:lnTo>
                    <a:pt x="267064" y="577543"/>
                  </a:lnTo>
                  <a:lnTo>
                    <a:pt x="271668" y="573815"/>
                  </a:lnTo>
                  <a:lnTo>
                    <a:pt x="272875" y="582037"/>
                  </a:lnTo>
                  <a:lnTo>
                    <a:pt x="274190" y="585546"/>
                  </a:lnTo>
                  <a:lnTo>
                    <a:pt x="276273" y="588506"/>
                  </a:lnTo>
                  <a:lnTo>
                    <a:pt x="277918" y="592014"/>
                  </a:lnTo>
                  <a:lnTo>
                    <a:pt x="278027" y="596399"/>
                  </a:lnTo>
                  <a:lnTo>
                    <a:pt x="277041" y="604951"/>
                  </a:lnTo>
                  <a:lnTo>
                    <a:pt x="276821" y="605060"/>
                  </a:lnTo>
                  <a:lnTo>
                    <a:pt x="276273" y="605937"/>
                  </a:lnTo>
                  <a:lnTo>
                    <a:pt x="275725" y="607143"/>
                  </a:lnTo>
                  <a:lnTo>
                    <a:pt x="275506" y="608459"/>
                  </a:lnTo>
                  <a:lnTo>
                    <a:pt x="275944" y="609555"/>
                  </a:lnTo>
                  <a:lnTo>
                    <a:pt x="276931" y="610761"/>
                  </a:lnTo>
                  <a:lnTo>
                    <a:pt x="277918" y="611748"/>
                  </a:lnTo>
                  <a:lnTo>
                    <a:pt x="278356" y="611967"/>
                  </a:lnTo>
                  <a:lnTo>
                    <a:pt x="277918" y="614489"/>
                  </a:lnTo>
                  <a:lnTo>
                    <a:pt x="275944" y="617778"/>
                  </a:lnTo>
                  <a:lnTo>
                    <a:pt x="275506" y="619642"/>
                  </a:lnTo>
                  <a:lnTo>
                    <a:pt x="273971" y="623040"/>
                  </a:lnTo>
                  <a:lnTo>
                    <a:pt x="270901" y="626987"/>
                  </a:lnTo>
                  <a:lnTo>
                    <a:pt x="268819" y="631372"/>
                  </a:lnTo>
                  <a:lnTo>
                    <a:pt x="270134" y="635977"/>
                  </a:lnTo>
                  <a:lnTo>
                    <a:pt x="263556" y="643760"/>
                  </a:lnTo>
                  <a:lnTo>
                    <a:pt x="263227" y="645076"/>
                  </a:lnTo>
                  <a:lnTo>
                    <a:pt x="262898" y="648255"/>
                  </a:lnTo>
                  <a:lnTo>
                    <a:pt x="263337" y="651435"/>
                  </a:lnTo>
                  <a:lnTo>
                    <a:pt x="265419" y="652969"/>
                  </a:lnTo>
                  <a:lnTo>
                    <a:pt x="270134" y="654285"/>
                  </a:lnTo>
                  <a:lnTo>
                    <a:pt x="280439" y="660096"/>
                  </a:lnTo>
                  <a:lnTo>
                    <a:pt x="285702" y="661411"/>
                  </a:lnTo>
                  <a:lnTo>
                    <a:pt x="289538" y="661740"/>
                  </a:lnTo>
                  <a:lnTo>
                    <a:pt x="291512" y="662946"/>
                  </a:lnTo>
                  <a:lnTo>
                    <a:pt x="292389" y="665139"/>
                  </a:lnTo>
                  <a:lnTo>
                    <a:pt x="293157" y="668537"/>
                  </a:lnTo>
                  <a:lnTo>
                    <a:pt x="292499" y="668647"/>
                  </a:lnTo>
                  <a:lnTo>
                    <a:pt x="291622" y="670182"/>
                  </a:lnTo>
                  <a:lnTo>
                    <a:pt x="291293" y="671936"/>
                  </a:lnTo>
                  <a:lnTo>
                    <a:pt x="292279" y="672813"/>
                  </a:lnTo>
                  <a:lnTo>
                    <a:pt x="292827" y="673032"/>
                  </a:lnTo>
                  <a:lnTo>
                    <a:pt x="298309" y="674238"/>
                  </a:lnTo>
                  <a:lnTo>
                    <a:pt x="299076" y="675883"/>
                  </a:lnTo>
                  <a:lnTo>
                    <a:pt x="299076" y="677856"/>
                  </a:lnTo>
                  <a:lnTo>
                    <a:pt x="298858" y="679610"/>
                  </a:lnTo>
                  <a:lnTo>
                    <a:pt x="298967" y="680597"/>
                  </a:lnTo>
                  <a:lnTo>
                    <a:pt x="301817" y="683886"/>
                  </a:lnTo>
                  <a:lnTo>
                    <a:pt x="302256" y="684215"/>
                  </a:lnTo>
                  <a:lnTo>
                    <a:pt x="301708" y="687504"/>
                  </a:lnTo>
                  <a:lnTo>
                    <a:pt x="300502" y="689806"/>
                  </a:lnTo>
                  <a:lnTo>
                    <a:pt x="299844" y="691779"/>
                  </a:lnTo>
                  <a:lnTo>
                    <a:pt x="301050" y="694191"/>
                  </a:lnTo>
                  <a:lnTo>
                    <a:pt x="302146" y="692876"/>
                  </a:lnTo>
                  <a:lnTo>
                    <a:pt x="303352" y="691012"/>
                  </a:lnTo>
                  <a:lnTo>
                    <a:pt x="304339" y="688929"/>
                  </a:lnTo>
                  <a:lnTo>
                    <a:pt x="304997" y="686846"/>
                  </a:lnTo>
                  <a:lnTo>
                    <a:pt x="305107" y="689587"/>
                  </a:lnTo>
                  <a:lnTo>
                    <a:pt x="304558" y="694959"/>
                  </a:lnTo>
                  <a:lnTo>
                    <a:pt x="303352" y="700221"/>
                  </a:lnTo>
                  <a:lnTo>
                    <a:pt x="301708" y="702523"/>
                  </a:lnTo>
                  <a:lnTo>
                    <a:pt x="300063" y="704168"/>
                  </a:lnTo>
                  <a:lnTo>
                    <a:pt x="300831" y="706909"/>
                  </a:lnTo>
                  <a:lnTo>
                    <a:pt x="303243" y="707786"/>
                  </a:lnTo>
                  <a:lnTo>
                    <a:pt x="306422" y="703839"/>
                  </a:lnTo>
                  <a:lnTo>
                    <a:pt x="307409" y="708334"/>
                  </a:lnTo>
                  <a:lnTo>
                    <a:pt x="307738" y="713816"/>
                  </a:lnTo>
                  <a:lnTo>
                    <a:pt x="309163" y="713816"/>
                  </a:lnTo>
                  <a:lnTo>
                    <a:pt x="309163" y="700331"/>
                  </a:lnTo>
                  <a:lnTo>
                    <a:pt x="309821" y="697151"/>
                  </a:lnTo>
                  <a:lnTo>
                    <a:pt x="312562" y="690683"/>
                  </a:lnTo>
                  <a:lnTo>
                    <a:pt x="313219" y="687613"/>
                  </a:lnTo>
                  <a:lnTo>
                    <a:pt x="314206" y="684544"/>
                  </a:lnTo>
                  <a:lnTo>
                    <a:pt x="323744" y="670511"/>
                  </a:lnTo>
                  <a:lnTo>
                    <a:pt x="325498" y="665797"/>
                  </a:lnTo>
                  <a:lnTo>
                    <a:pt x="326375" y="651325"/>
                  </a:lnTo>
                  <a:lnTo>
                    <a:pt x="327471" y="648036"/>
                  </a:lnTo>
                  <a:lnTo>
                    <a:pt x="330103" y="643760"/>
                  </a:lnTo>
                  <a:lnTo>
                    <a:pt x="330541" y="639375"/>
                  </a:lnTo>
                  <a:lnTo>
                    <a:pt x="329555" y="630276"/>
                  </a:lnTo>
                  <a:lnTo>
                    <a:pt x="330541" y="621286"/>
                  </a:lnTo>
                  <a:lnTo>
                    <a:pt x="333282" y="613831"/>
                  </a:lnTo>
                  <a:lnTo>
                    <a:pt x="337229" y="607472"/>
                  </a:lnTo>
                  <a:lnTo>
                    <a:pt x="341833" y="601881"/>
                  </a:lnTo>
                  <a:lnTo>
                    <a:pt x="345342" y="596070"/>
                  </a:lnTo>
                  <a:lnTo>
                    <a:pt x="352467" y="570745"/>
                  </a:lnTo>
                  <a:lnTo>
                    <a:pt x="356415" y="543557"/>
                  </a:lnTo>
                  <a:lnTo>
                    <a:pt x="360799" y="536760"/>
                  </a:lnTo>
                  <a:lnTo>
                    <a:pt x="365075" y="526673"/>
                  </a:lnTo>
                  <a:lnTo>
                    <a:pt x="367706" y="520315"/>
                  </a:lnTo>
                  <a:lnTo>
                    <a:pt x="366062" y="515491"/>
                  </a:lnTo>
                  <a:lnTo>
                    <a:pt x="368474" y="511654"/>
                  </a:lnTo>
                  <a:lnTo>
                    <a:pt x="370776" y="500581"/>
                  </a:lnTo>
                  <a:lnTo>
                    <a:pt x="372859" y="495538"/>
                  </a:lnTo>
                  <a:lnTo>
                    <a:pt x="378012" y="487973"/>
                  </a:lnTo>
                  <a:lnTo>
                    <a:pt x="381192" y="484794"/>
                  </a:lnTo>
                  <a:lnTo>
                    <a:pt x="385138" y="482820"/>
                  </a:lnTo>
                  <a:lnTo>
                    <a:pt x="385138" y="481395"/>
                  </a:lnTo>
                  <a:lnTo>
                    <a:pt x="381192" y="481615"/>
                  </a:lnTo>
                  <a:lnTo>
                    <a:pt x="378670" y="483697"/>
                  </a:lnTo>
                  <a:lnTo>
                    <a:pt x="376696" y="486438"/>
                  </a:lnTo>
                  <a:lnTo>
                    <a:pt x="374394" y="488412"/>
                  </a:lnTo>
                  <a:lnTo>
                    <a:pt x="378451" y="479860"/>
                  </a:lnTo>
                  <a:lnTo>
                    <a:pt x="369132" y="480628"/>
                  </a:lnTo>
                  <a:lnTo>
                    <a:pt x="364308" y="482053"/>
                  </a:lnTo>
                  <a:lnTo>
                    <a:pt x="362225" y="484903"/>
                  </a:lnTo>
                  <a:lnTo>
                    <a:pt x="361347" y="488521"/>
                  </a:lnTo>
                  <a:lnTo>
                    <a:pt x="359265" y="492249"/>
                  </a:lnTo>
                  <a:lnTo>
                    <a:pt x="354112" y="498498"/>
                  </a:lnTo>
                  <a:lnTo>
                    <a:pt x="350056" y="502116"/>
                  </a:lnTo>
                  <a:lnTo>
                    <a:pt x="348082" y="502116"/>
                  </a:lnTo>
                  <a:lnTo>
                    <a:pt x="346219" y="500690"/>
                  </a:lnTo>
                  <a:lnTo>
                    <a:pt x="342601" y="499813"/>
                  </a:lnTo>
                  <a:lnTo>
                    <a:pt x="340408" y="497730"/>
                  </a:lnTo>
                  <a:lnTo>
                    <a:pt x="341724" y="492907"/>
                  </a:lnTo>
                  <a:lnTo>
                    <a:pt x="345890" y="484246"/>
                  </a:lnTo>
                  <a:lnTo>
                    <a:pt x="342820" y="483368"/>
                  </a:lnTo>
                  <a:lnTo>
                    <a:pt x="344136" y="480847"/>
                  </a:lnTo>
                  <a:lnTo>
                    <a:pt x="346986" y="477558"/>
                  </a:lnTo>
                  <a:lnTo>
                    <a:pt x="348630" y="474269"/>
                  </a:lnTo>
                  <a:lnTo>
                    <a:pt x="347425" y="474269"/>
                  </a:lnTo>
                  <a:lnTo>
                    <a:pt x="345999" y="478545"/>
                  </a:lnTo>
                  <a:lnTo>
                    <a:pt x="344684" y="478545"/>
                  </a:lnTo>
                  <a:lnTo>
                    <a:pt x="346986" y="470432"/>
                  </a:lnTo>
                  <a:lnTo>
                    <a:pt x="354441" y="463744"/>
                  </a:lnTo>
                  <a:lnTo>
                    <a:pt x="363540" y="459030"/>
                  </a:lnTo>
                  <a:lnTo>
                    <a:pt x="370447" y="457057"/>
                  </a:lnTo>
                  <a:lnTo>
                    <a:pt x="369351" y="459907"/>
                  </a:lnTo>
                  <a:lnTo>
                    <a:pt x="368803" y="462538"/>
                  </a:lnTo>
                  <a:lnTo>
                    <a:pt x="367378" y="464621"/>
                  </a:lnTo>
                  <a:lnTo>
                    <a:pt x="363760" y="465718"/>
                  </a:lnTo>
                  <a:lnTo>
                    <a:pt x="370886" y="464512"/>
                  </a:lnTo>
                  <a:lnTo>
                    <a:pt x="372640" y="463635"/>
                  </a:lnTo>
                  <a:lnTo>
                    <a:pt x="378122" y="457934"/>
                  </a:lnTo>
                  <a:lnTo>
                    <a:pt x="379437" y="457166"/>
                  </a:lnTo>
                  <a:lnTo>
                    <a:pt x="382726" y="456180"/>
                  </a:lnTo>
                  <a:lnTo>
                    <a:pt x="386015" y="453548"/>
                  </a:lnTo>
                  <a:lnTo>
                    <a:pt x="388865" y="449931"/>
                  </a:lnTo>
                  <a:lnTo>
                    <a:pt x="391058" y="445874"/>
                  </a:lnTo>
                  <a:lnTo>
                    <a:pt x="393031" y="432170"/>
                  </a:lnTo>
                  <a:lnTo>
                    <a:pt x="394347" y="430197"/>
                  </a:lnTo>
                  <a:lnTo>
                    <a:pt x="395005" y="428114"/>
                  </a:lnTo>
                  <a:lnTo>
                    <a:pt x="393361" y="423509"/>
                  </a:lnTo>
                  <a:lnTo>
                    <a:pt x="389523" y="415945"/>
                  </a:lnTo>
                  <a:lnTo>
                    <a:pt x="389304" y="419453"/>
                  </a:lnTo>
                  <a:lnTo>
                    <a:pt x="387769" y="424606"/>
                  </a:lnTo>
                  <a:lnTo>
                    <a:pt x="388098" y="425921"/>
                  </a:lnTo>
                  <a:lnTo>
                    <a:pt x="388098" y="427346"/>
                  </a:lnTo>
                  <a:lnTo>
                    <a:pt x="376038" y="425702"/>
                  </a:lnTo>
                  <a:lnTo>
                    <a:pt x="371982" y="425921"/>
                  </a:lnTo>
                  <a:lnTo>
                    <a:pt x="374723" y="427127"/>
                  </a:lnTo>
                  <a:lnTo>
                    <a:pt x="377244" y="427894"/>
                  </a:lnTo>
                  <a:lnTo>
                    <a:pt x="382726" y="428772"/>
                  </a:lnTo>
                  <a:lnTo>
                    <a:pt x="388756" y="428772"/>
                  </a:lnTo>
                  <a:lnTo>
                    <a:pt x="390730" y="428114"/>
                  </a:lnTo>
                  <a:lnTo>
                    <a:pt x="390620" y="426689"/>
                  </a:lnTo>
                  <a:lnTo>
                    <a:pt x="389414" y="424386"/>
                  </a:lnTo>
                  <a:lnTo>
                    <a:pt x="392264" y="425044"/>
                  </a:lnTo>
                  <a:lnTo>
                    <a:pt x="392045" y="428881"/>
                  </a:lnTo>
                  <a:lnTo>
                    <a:pt x="389195" y="433047"/>
                  </a:lnTo>
                  <a:lnTo>
                    <a:pt x="384041" y="434472"/>
                  </a:lnTo>
                  <a:lnTo>
                    <a:pt x="384041" y="433486"/>
                  </a:lnTo>
                  <a:lnTo>
                    <a:pt x="386563" y="432170"/>
                  </a:lnTo>
                  <a:lnTo>
                    <a:pt x="385686" y="431951"/>
                  </a:lnTo>
                  <a:lnTo>
                    <a:pt x="385138" y="431622"/>
                  </a:lnTo>
                  <a:lnTo>
                    <a:pt x="384699" y="431184"/>
                  </a:lnTo>
                  <a:lnTo>
                    <a:pt x="383932" y="430635"/>
                  </a:lnTo>
                  <a:lnTo>
                    <a:pt x="382616" y="432170"/>
                  </a:lnTo>
                  <a:lnTo>
                    <a:pt x="381520" y="431622"/>
                  </a:lnTo>
                  <a:lnTo>
                    <a:pt x="380205" y="430635"/>
                  </a:lnTo>
                  <a:lnTo>
                    <a:pt x="378451" y="430635"/>
                  </a:lnTo>
                  <a:lnTo>
                    <a:pt x="377683" y="431622"/>
                  </a:lnTo>
                  <a:lnTo>
                    <a:pt x="377464" y="433047"/>
                  </a:lnTo>
                  <a:lnTo>
                    <a:pt x="377025" y="434363"/>
                  </a:lnTo>
                  <a:lnTo>
                    <a:pt x="375710" y="435021"/>
                  </a:lnTo>
                  <a:lnTo>
                    <a:pt x="374503" y="434692"/>
                  </a:lnTo>
                  <a:lnTo>
                    <a:pt x="370337" y="432170"/>
                  </a:lnTo>
                  <a:lnTo>
                    <a:pt x="364856" y="430635"/>
                  </a:lnTo>
                  <a:lnTo>
                    <a:pt x="362115" y="431951"/>
                  </a:lnTo>
                  <a:lnTo>
                    <a:pt x="356415" y="433815"/>
                  </a:lnTo>
                  <a:lnTo>
                    <a:pt x="354222" y="435021"/>
                  </a:lnTo>
                  <a:lnTo>
                    <a:pt x="351810" y="437871"/>
                  </a:lnTo>
                  <a:lnTo>
                    <a:pt x="349726" y="440941"/>
                  </a:lnTo>
                  <a:lnTo>
                    <a:pt x="347205" y="443134"/>
                  </a:lnTo>
                  <a:lnTo>
                    <a:pt x="343368" y="443462"/>
                  </a:lnTo>
                  <a:lnTo>
                    <a:pt x="344245" y="439844"/>
                  </a:lnTo>
                  <a:lnTo>
                    <a:pt x="344794" y="433815"/>
                  </a:lnTo>
                  <a:lnTo>
                    <a:pt x="345999" y="430635"/>
                  </a:lnTo>
                  <a:lnTo>
                    <a:pt x="343697" y="430855"/>
                  </a:lnTo>
                  <a:lnTo>
                    <a:pt x="341504" y="430635"/>
                  </a:lnTo>
                  <a:lnTo>
                    <a:pt x="339531" y="430087"/>
                  </a:lnTo>
                  <a:lnTo>
                    <a:pt x="338105" y="429320"/>
                  </a:lnTo>
                  <a:lnTo>
                    <a:pt x="337667" y="427346"/>
                  </a:lnTo>
                  <a:lnTo>
                    <a:pt x="331966" y="423728"/>
                  </a:lnTo>
                  <a:lnTo>
                    <a:pt x="329883" y="420768"/>
                  </a:lnTo>
                  <a:lnTo>
                    <a:pt x="329445" y="417480"/>
                  </a:lnTo>
                  <a:lnTo>
                    <a:pt x="329445" y="413094"/>
                  </a:lnTo>
                  <a:lnTo>
                    <a:pt x="329993" y="408928"/>
                  </a:lnTo>
                  <a:lnTo>
                    <a:pt x="331308" y="406407"/>
                  </a:lnTo>
                  <a:lnTo>
                    <a:pt x="333391" y="406736"/>
                  </a:lnTo>
                  <a:lnTo>
                    <a:pt x="343916" y="406736"/>
                  </a:lnTo>
                  <a:lnTo>
                    <a:pt x="345999" y="406297"/>
                  </a:lnTo>
                  <a:lnTo>
                    <a:pt x="347205" y="409038"/>
                  </a:lnTo>
                  <a:lnTo>
                    <a:pt x="346328" y="412217"/>
                  </a:lnTo>
                  <a:lnTo>
                    <a:pt x="344355" y="414958"/>
                  </a:lnTo>
                  <a:lnTo>
                    <a:pt x="342162" y="416273"/>
                  </a:lnTo>
                  <a:lnTo>
                    <a:pt x="344684" y="416712"/>
                  </a:lnTo>
                  <a:lnTo>
                    <a:pt x="346438" y="414410"/>
                  </a:lnTo>
                  <a:lnTo>
                    <a:pt x="348740" y="407613"/>
                  </a:lnTo>
                  <a:lnTo>
                    <a:pt x="352248" y="401144"/>
                  </a:lnTo>
                  <a:lnTo>
                    <a:pt x="354332" y="395224"/>
                  </a:lnTo>
                  <a:lnTo>
                    <a:pt x="357840" y="387989"/>
                  </a:lnTo>
                  <a:lnTo>
                    <a:pt x="361896" y="382287"/>
                  </a:lnTo>
                  <a:lnTo>
                    <a:pt x="364966" y="381959"/>
                  </a:lnTo>
                  <a:lnTo>
                    <a:pt x="366501" y="378999"/>
                  </a:lnTo>
                  <a:lnTo>
                    <a:pt x="367926" y="378451"/>
                  </a:lnTo>
                  <a:lnTo>
                    <a:pt x="369461" y="379437"/>
                  </a:lnTo>
                  <a:lnTo>
                    <a:pt x="371215" y="381301"/>
                  </a:lnTo>
                  <a:lnTo>
                    <a:pt x="372750" y="381520"/>
                  </a:lnTo>
                  <a:lnTo>
                    <a:pt x="374285" y="380205"/>
                  </a:lnTo>
                  <a:lnTo>
                    <a:pt x="375710" y="378560"/>
                  </a:lnTo>
                  <a:lnTo>
                    <a:pt x="376696" y="377793"/>
                  </a:lnTo>
                  <a:lnTo>
                    <a:pt x="378451" y="376039"/>
                  </a:lnTo>
                  <a:lnTo>
                    <a:pt x="386782" y="363650"/>
                  </a:lnTo>
                  <a:lnTo>
                    <a:pt x="384809" y="364747"/>
                  </a:lnTo>
                  <a:lnTo>
                    <a:pt x="383932" y="365404"/>
                  </a:lnTo>
                  <a:lnTo>
                    <a:pt x="382945" y="366391"/>
                  </a:lnTo>
                  <a:lnTo>
                    <a:pt x="383493" y="364527"/>
                  </a:lnTo>
                  <a:lnTo>
                    <a:pt x="383603" y="361567"/>
                  </a:lnTo>
                  <a:lnTo>
                    <a:pt x="382836" y="354880"/>
                  </a:lnTo>
                  <a:lnTo>
                    <a:pt x="382178" y="353345"/>
                  </a:lnTo>
                  <a:lnTo>
                    <a:pt x="380533" y="351591"/>
                  </a:lnTo>
                  <a:lnTo>
                    <a:pt x="380205" y="349946"/>
                  </a:lnTo>
                  <a:lnTo>
                    <a:pt x="380862" y="348302"/>
                  </a:lnTo>
                  <a:lnTo>
                    <a:pt x="382288" y="347753"/>
                  </a:lnTo>
                  <a:lnTo>
                    <a:pt x="383713" y="348302"/>
                  </a:lnTo>
                  <a:lnTo>
                    <a:pt x="384371" y="349946"/>
                  </a:lnTo>
                  <a:lnTo>
                    <a:pt x="384699" y="353345"/>
                  </a:lnTo>
                  <a:lnTo>
                    <a:pt x="385576" y="355318"/>
                  </a:lnTo>
                  <a:lnTo>
                    <a:pt x="389085" y="358497"/>
                  </a:lnTo>
                  <a:lnTo>
                    <a:pt x="388865" y="366610"/>
                  </a:lnTo>
                  <a:lnTo>
                    <a:pt x="388427" y="369132"/>
                  </a:lnTo>
                  <a:lnTo>
                    <a:pt x="387440" y="371215"/>
                  </a:lnTo>
                  <a:lnTo>
                    <a:pt x="385906" y="371763"/>
                  </a:lnTo>
                  <a:lnTo>
                    <a:pt x="384590" y="373188"/>
                  </a:lnTo>
                  <a:lnTo>
                    <a:pt x="382397" y="373407"/>
                  </a:lnTo>
                  <a:lnTo>
                    <a:pt x="381740" y="374394"/>
                  </a:lnTo>
                  <a:lnTo>
                    <a:pt x="381520" y="376696"/>
                  </a:lnTo>
                  <a:lnTo>
                    <a:pt x="382068" y="385248"/>
                  </a:lnTo>
                  <a:lnTo>
                    <a:pt x="383165" y="382616"/>
                  </a:lnTo>
                  <a:lnTo>
                    <a:pt x="385796" y="373407"/>
                  </a:lnTo>
                  <a:lnTo>
                    <a:pt x="387111" y="372201"/>
                  </a:lnTo>
                  <a:lnTo>
                    <a:pt x="388427" y="371873"/>
                  </a:lnTo>
                  <a:lnTo>
                    <a:pt x="389414" y="370995"/>
                  </a:lnTo>
                  <a:lnTo>
                    <a:pt x="391058" y="363431"/>
                  </a:lnTo>
                  <a:lnTo>
                    <a:pt x="391278" y="361238"/>
                  </a:lnTo>
                  <a:lnTo>
                    <a:pt x="390291" y="356743"/>
                  </a:lnTo>
                  <a:lnTo>
                    <a:pt x="385796" y="348192"/>
                  </a:lnTo>
                  <a:lnTo>
                    <a:pt x="384371" y="343478"/>
                  </a:lnTo>
                  <a:lnTo>
                    <a:pt x="383713" y="325937"/>
                  </a:lnTo>
                  <a:lnTo>
                    <a:pt x="384809" y="317056"/>
                  </a:lnTo>
                  <a:lnTo>
                    <a:pt x="389085" y="300502"/>
                  </a:lnTo>
                  <a:lnTo>
                    <a:pt x="391716" y="294253"/>
                  </a:lnTo>
                  <a:lnTo>
                    <a:pt x="395772" y="288991"/>
                  </a:lnTo>
                  <a:lnTo>
                    <a:pt x="401912" y="284715"/>
                  </a:lnTo>
                  <a:lnTo>
                    <a:pt x="400815" y="282851"/>
                  </a:lnTo>
                  <a:lnTo>
                    <a:pt x="400815" y="280987"/>
                  </a:lnTo>
                  <a:lnTo>
                    <a:pt x="402021" y="279562"/>
                  </a:lnTo>
                  <a:lnTo>
                    <a:pt x="404652" y="278904"/>
                  </a:lnTo>
                  <a:lnTo>
                    <a:pt x="406955" y="271998"/>
                  </a:lnTo>
                  <a:lnTo>
                    <a:pt x="430416" y="237354"/>
                  </a:lnTo>
                  <a:lnTo>
                    <a:pt x="441160" y="225952"/>
                  </a:lnTo>
                  <a:lnTo>
                    <a:pt x="449492" y="220799"/>
                  </a:lnTo>
                  <a:lnTo>
                    <a:pt x="452562" y="217730"/>
                  </a:lnTo>
                  <a:lnTo>
                    <a:pt x="463416" y="210932"/>
                  </a:lnTo>
                  <a:lnTo>
                    <a:pt x="465498" y="208630"/>
                  </a:lnTo>
                  <a:lnTo>
                    <a:pt x="469555" y="201723"/>
                  </a:lnTo>
                  <a:lnTo>
                    <a:pt x="487864" y="181003"/>
                  </a:lnTo>
                  <a:lnTo>
                    <a:pt x="500362" y="161927"/>
                  </a:lnTo>
                  <a:close/>
                  <a:moveTo>
                    <a:pt x="529414" y="80470"/>
                  </a:moveTo>
                  <a:lnTo>
                    <a:pt x="527221" y="75427"/>
                  </a:lnTo>
                  <a:lnTo>
                    <a:pt x="526673" y="71042"/>
                  </a:lnTo>
                  <a:lnTo>
                    <a:pt x="525029" y="74111"/>
                  </a:lnTo>
                  <a:lnTo>
                    <a:pt x="527002" y="80470"/>
                  </a:lnTo>
                  <a:lnTo>
                    <a:pt x="530839" y="86829"/>
                  </a:lnTo>
                  <a:lnTo>
                    <a:pt x="534677" y="89679"/>
                  </a:lnTo>
                  <a:lnTo>
                    <a:pt x="529414" y="80470"/>
                  </a:lnTo>
                  <a:close/>
                  <a:moveTo>
                    <a:pt x="526563" y="216195"/>
                  </a:moveTo>
                  <a:lnTo>
                    <a:pt x="525577" y="216195"/>
                  </a:lnTo>
                  <a:lnTo>
                    <a:pt x="525138" y="216962"/>
                  </a:lnTo>
                  <a:lnTo>
                    <a:pt x="523823" y="220032"/>
                  </a:lnTo>
                  <a:lnTo>
                    <a:pt x="520753" y="222444"/>
                  </a:lnTo>
                  <a:lnTo>
                    <a:pt x="517245" y="223759"/>
                  </a:lnTo>
                  <a:lnTo>
                    <a:pt x="514724" y="223211"/>
                  </a:lnTo>
                  <a:lnTo>
                    <a:pt x="510448" y="225842"/>
                  </a:lnTo>
                  <a:lnTo>
                    <a:pt x="507817" y="226391"/>
                  </a:lnTo>
                  <a:lnTo>
                    <a:pt x="505952" y="226062"/>
                  </a:lnTo>
                  <a:lnTo>
                    <a:pt x="501020" y="224088"/>
                  </a:lnTo>
                  <a:lnTo>
                    <a:pt x="498827" y="223650"/>
                  </a:lnTo>
                  <a:lnTo>
                    <a:pt x="498169" y="223321"/>
                  </a:lnTo>
                  <a:lnTo>
                    <a:pt x="497182" y="222663"/>
                  </a:lnTo>
                  <a:lnTo>
                    <a:pt x="495976" y="222115"/>
                  </a:lnTo>
                  <a:lnTo>
                    <a:pt x="494331" y="222115"/>
                  </a:lnTo>
                  <a:lnTo>
                    <a:pt x="492687" y="222992"/>
                  </a:lnTo>
                  <a:lnTo>
                    <a:pt x="489617" y="225733"/>
                  </a:lnTo>
                  <a:lnTo>
                    <a:pt x="488192" y="226281"/>
                  </a:lnTo>
                  <a:lnTo>
                    <a:pt x="482053" y="234832"/>
                  </a:lnTo>
                  <a:lnTo>
                    <a:pt x="474269" y="249523"/>
                  </a:lnTo>
                  <a:lnTo>
                    <a:pt x="471967" y="257636"/>
                  </a:lnTo>
                  <a:lnTo>
                    <a:pt x="471309" y="266406"/>
                  </a:lnTo>
                  <a:lnTo>
                    <a:pt x="472076" y="271230"/>
                  </a:lnTo>
                  <a:lnTo>
                    <a:pt x="474817" y="280110"/>
                  </a:lnTo>
                  <a:lnTo>
                    <a:pt x="475365" y="284276"/>
                  </a:lnTo>
                  <a:lnTo>
                    <a:pt x="476791" y="286250"/>
                  </a:lnTo>
                  <a:lnTo>
                    <a:pt x="479970" y="284825"/>
                  </a:lnTo>
                  <a:lnTo>
                    <a:pt x="490385" y="275177"/>
                  </a:lnTo>
                  <a:lnTo>
                    <a:pt x="492248" y="272875"/>
                  </a:lnTo>
                  <a:lnTo>
                    <a:pt x="493016" y="271449"/>
                  </a:lnTo>
                  <a:lnTo>
                    <a:pt x="493893" y="269366"/>
                  </a:lnTo>
                  <a:lnTo>
                    <a:pt x="495757" y="267941"/>
                  </a:lnTo>
                  <a:lnTo>
                    <a:pt x="497621" y="266845"/>
                  </a:lnTo>
                  <a:lnTo>
                    <a:pt x="498498" y="265748"/>
                  </a:lnTo>
                  <a:lnTo>
                    <a:pt x="499485" y="262131"/>
                  </a:lnTo>
                  <a:lnTo>
                    <a:pt x="504418" y="252702"/>
                  </a:lnTo>
                  <a:lnTo>
                    <a:pt x="506720" y="249304"/>
                  </a:lnTo>
                  <a:lnTo>
                    <a:pt x="512750" y="244370"/>
                  </a:lnTo>
                  <a:lnTo>
                    <a:pt x="516039" y="240972"/>
                  </a:lnTo>
                  <a:lnTo>
                    <a:pt x="518560" y="234174"/>
                  </a:lnTo>
                  <a:lnTo>
                    <a:pt x="525467" y="222115"/>
                  </a:lnTo>
                  <a:lnTo>
                    <a:pt x="527770" y="219045"/>
                  </a:lnTo>
                  <a:lnTo>
                    <a:pt x="528098" y="218387"/>
                  </a:lnTo>
                  <a:lnTo>
                    <a:pt x="527660" y="216962"/>
                  </a:lnTo>
                  <a:lnTo>
                    <a:pt x="526563" y="216195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4" name="Freeform: Shape 17">
              <a:extLst>
                <a:ext uri="{FF2B5EF4-FFF2-40B4-BE49-F238E27FC236}">
                  <a16:creationId xmlns:a16="http://schemas.microsoft.com/office/drawing/2014/main" id="{67EBA0B2-325D-B6B8-939B-680BDDBE92D9}"/>
                </a:ext>
              </a:extLst>
            </p:cNvPr>
            <p:cNvSpPr/>
            <p:nvPr/>
          </p:nvSpPr>
          <p:spPr>
            <a:xfrm>
              <a:off x="9318091" y="4608864"/>
              <a:ext cx="449492" cy="602977"/>
            </a:xfrm>
            <a:custGeom>
              <a:avLst/>
              <a:gdLst>
                <a:gd name="connsiteX0" fmla="*/ 455632 w 449492"/>
                <a:gd name="connsiteY0" fmla="*/ 498936 h 602977"/>
                <a:gd name="connsiteX1" fmla="*/ 452233 w 449492"/>
                <a:gd name="connsiteY1" fmla="*/ 495647 h 602977"/>
                <a:gd name="connsiteX2" fmla="*/ 448725 w 449492"/>
                <a:gd name="connsiteY2" fmla="*/ 492139 h 602977"/>
                <a:gd name="connsiteX3" fmla="*/ 446094 w 449492"/>
                <a:gd name="connsiteY3" fmla="*/ 488192 h 602977"/>
                <a:gd name="connsiteX4" fmla="*/ 445436 w 449492"/>
                <a:gd name="connsiteY4" fmla="*/ 483149 h 602977"/>
                <a:gd name="connsiteX5" fmla="*/ 445107 w 449492"/>
                <a:gd name="connsiteY5" fmla="*/ 477339 h 602977"/>
                <a:gd name="connsiteX6" fmla="*/ 443243 w 449492"/>
                <a:gd name="connsiteY6" fmla="*/ 473173 h 602977"/>
                <a:gd name="connsiteX7" fmla="*/ 438310 w 449492"/>
                <a:gd name="connsiteY7" fmla="*/ 473502 h 602977"/>
                <a:gd name="connsiteX8" fmla="*/ 437871 w 449492"/>
                <a:gd name="connsiteY8" fmla="*/ 473611 h 602977"/>
                <a:gd name="connsiteX9" fmla="*/ 437542 w 449492"/>
                <a:gd name="connsiteY9" fmla="*/ 473611 h 602977"/>
                <a:gd name="connsiteX10" fmla="*/ 437104 w 449492"/>
                <a:gd name="connsiteY10" fmla="*/ 473721 h 602977"/>
                <a:gd name="connsiteX11" fmla="*/ 436665 w 449492"/>
                <a:gd name="connsiteY11" fmla="*/ 473830 h 602977"/>
                <a:gd name="connsiteX12" fmla="*/ 431732 w 449492"/>
                <a:gd name="connsiteY12" fmla="*/ 475146 h 602977"/>
                <a:gd name="connsiteX13" fmla="*/ 426798 w 449492"/>
                <a:gd name="connsiteY13" fmla="*/ 475913 h 602977"/>
                <a:gd name="connsiteX14" fmla="*/ 421865 w 449492"/>
                <a:gd name="connsiteY14" fmla="*/ 476791 h 602977"/>
                <a:gd name="connsiteX15" fmla="*/ 416931 w 449492"/>
                <a:gd name="connsiteY15" fmla="*/ 478216 h 602977"/>
                <a:gd name="connsiteX16" fmla="*/ 414300 w 449492"/>
                <a:gd name="connsiteY16" fmla="*/ 478983 h 602977"/>
                <a:gd name="connsiteX17" fmla="*/ 411669 w 449492"/>
                <a:gd name="connsiteY17" fmla="*/ 479422 h 602977"/>
                <a:gd name="connsiteX18" fmla="*/ 409038 w 449492"/>
                <a:gd name="connsiteY18" fmla="*/ 479970 h 602977"/>
                <a:gd name="connsiteX19" fmla="*/ 406407 w 449492"/>
                <a:gd name="connsiteY19" fmla="*/ 480847 h 602977"/>
                <a:gd name="connsiteX20" fmla="*/ 403666 w 449492"/>
                <a:gd name="connsiteY20" fmla="*/ 482711 h 602977"/>
                <a:gd name="connsiteX21" fmla="*/ 401144 w 449492"/>
                <a:gd name="connsiteY21" fmla="*/ 485013 h 602977"/>
                <a:gd name="connsiteX22" fmla="*/ 398623 w 449492"/>
                <a:gd name="connsiteY22" fmla="*/ 487096 h 602977"/>
                <a:gd name="connsiteX23" fmla="*/ 395992 w 449492"/>
                <a:gd name="connsiteY23" fmla="*/ 487973 h 602977"/>
                <a:gd name="connsiteX24" fmla="*/ 392813 w 449492"/>
                <a:gd name="connsiteY24" fmla="*/ 486767 h 602977"/>
                <a:gd name="connsiteX25" fmla="*/ 389743 w 449492"/>
                <a:gd name="connsiteY25" fmla="*/ 487096 h 602977"/>
                <a:gd name="connsiteX26" fmla="*/ 386783 w 449492"/>
                <a:gd name="connsiteY26" fmla="*/ 487534 h 602977"/>
                <a:gd name="connsiteX27" fmla="*/ 384042 w 449492"/>
                <a:gd name="connsiteY27" fmla="*/ 486767 h 602977"/>
                <a:gd name="connsiteX28" fmla="*/ 382397 w 449492"/>
                <a:gd name="connsiteY28" fmla="*/ 483588 h 602977"/>
                <a:gd name="connsiteX29" fmla="*/ 382945 w 449492"/>
                <a:gd name="connsiteY29" fmla="*/ 479860 h 602977"/>
                <a:gd name="connsiteX30" fmla="*/ 384480 w 449492"/>
                <a:gd name="connsiteY30" fmla="*/ 476133 h 602977"/>
                <a:gd name="connsiteX31" fmla="*/ 385906 w 449492"/>
                <a:gd name="connsiteY31" fmla="*/ 473063 h 602977"/>
                <a:gd name="connsiteX32" fmla="*/ 384919 w 449492"/>
                <a:gd name="connsiteY32" fmla="*/ 469774 h 602977"/>
                <a:gd name="connsiteX33" fmla="*/ 382616 w 449492"/>
                <a:gd name="connsiteY33" fmla="*/ 467143 h 602977"/>
                <a:gd name="connsiteX34" fmla="*/ 380314 w 449492"/>
                <a:gd name="connsiteY34" fmla="*/ 464292 h 602977"/>
                <a:gd name="connsiteX35" fmla="*/ 379328 w 449492"/>
                <a:gd name="connsiteY35" fmla="*/ 460017 h 602977"/>
                <a:gd name="connsiteX36" fmla="*/ 379328 w 449492"/>
                <a:gd name="connsiteY36" fmla="*/ 458372 h 602977"/>
                <a:gd name="connsiteX37" fmla="*/ 379109 w 449492"/>
                <a:gd name="connsiteY37" fmla="*/ 456838 h 602977"/>
                <a:gd name="connsiteX38" fmla="*/ 378560 w 449492"/>
                <a:gd name="connsiteY38" fmla="*/ 455412 h 602977"/>
                <a:gd name="connsiteX39" fmla="*/ 377793 w 449492"/>
                <a:gd name="connsiteY39" fmla="*/ 453987 h 602977"/>
                <a:gd name="connsiteX40" fmla="*/ 377683 w 449492"/>
                <a:gd name="connsiteY40" fmla="*/ 453658 h 602977"/>
                <a:gd name="connsiteX41" fmla="*/ 377464 w 449492"/>
                <a:gd name="connsiteY41" fmla="*/ 453329 h 602977"/>
                <a:gd name="connsiteX42" fmla="*/ 377245 w 449492"/>
                <a:gd name="connsiteY42" fmla="*/ 453000 h 602977"/>
                <a:gd name="connsiteX43" fmla="*/ 377025 w 449492"/>
                <a:gd name="connsiteY43" fmla="*/ 452671 h 602977"/>
                <a:gd name="connsiteX44" fmla="*/ 375381 w 449492"/>
                <a:gd name="connsiteY44" fmla="*/ 451685 h 602977"/>
                <a:gd name="connsiteX45" fmla="*/ 373407 w 449492"/>
                <a:gd name="connsiteY45" fmla="*/ 451137 h 602977"/>
                <a:gd name="connsiteX46" fmla="*/ 371434 w 449492"/>
                <a:gd name="connsiteY46" fmla="*/ 450808 h 602977"/>
                <a:gd name="connsiteX47" fmla="*/ 369241 w 449492"/>
                <a:gd name="connsiteY47" fmla="*/ 450588 h 602977"/>
                <a:gd name="connsiteX48" fmla="*/ 366720 w 449492"/>
                <a:gd name="connsiteY48" fmla="*/ 450150 h 602977"/>
                <a:gd name="connsiteX49" fmla="*/ 364746 w 449492"/>
                <a:gd name="connsiteY49" fmla="*/ 448834 h 602977"/>
                <a:gd name="connsiteX50" fmla="*/ 362883 w 449492"/>
                <a:gd name="connsiteY50" fmla="*/ 447628 h 602977"/>
                <a:gd name="connsiteX51" fmla="*/ 360361 w 449492"/>
                <a:gd name="connsiteY51" fmla="*/ 447409 h 602977"/>
                <a:gd name="connsiteX52" fmla="*/ 357072 w 449492"/>
                <a:gd name="connsiteY52" fmla="*/ 448834 h 602977"/>
                <a:gd name="connsiteX53" fmla="*/ 354003 w 449492"/>
                <a:gd name="connsiteY53" fmla="*/ 450260 h 602977"/>
                <a:gd name="connsiteX54" fmla="*/ 350823 w 449492"/>
                <a:gd name="connsiteY54" fmla="*/ 450917 h 602977"/>
                <a:gd name="connsiteX55" fmla="*/ 347315 w 449492"/>
                <a:gd name="connsiteY55" fmla="*/ 449931 h 602977"/>
                <a:gd name="connsiteX56" fmla="*/ 345561 w 449492"/>
                <a:gd name="connsiteY56" fmla="*/ 448834 h 602977"/>
                <a:gd name="connsiteX57" fmla="*/ 344026 w 449492"/>
                <a:gd name="connsiteY57" fmla="*/ 447300 h 602977"/>
                <a:gd name="connsiteX58" fmla="*/ 342711 w 449492"/>
                <a:gd name="connsiteY58" fmla="*/ 445545 h 602977"/>
                <a:gd name="connsiteX59" fmla="*/ 341833 w 449492"/>
                <a:gd name="connsiteY59" fmla="*/ 443572 h 602977"/>
                <a:gd name="connsiteX60" fmla="*/ 339202 w 449492"/>
                <a:gd name="connsiteY60" fmla="*/ 437871 h 602977"/>
                <a:gd name="connsiteX61" fmla="*/ 337119 w 449492"/>
                <a:gd name="connsiteY61" fmla="*/ 431513 h 602977"/>
                <a:gd name="connsiteX62" fmla="*/ 336571 w 449492"/>
                <a:gd name="connsiteY62" fmla="*/ 425263 h 602977"/>
                <a:gd name="connsiteX63" fmla="*/ 338654 w 449492"/>
                <a:gd name="connsiteY63" fmla="*/ 419563 h 602977"/>
                <a:gd name="connsiteX64" fmla="*/ 338764 w 449492"/>
                <a:gd name="connsiteY64" fmla="*/ 419453 h 602977"/>
                <a:gd name="connsiteX65" fmla="*/ 338873 w 449492"/>
                <a:gd name="connsiteY65" fmla="*/ 419343 h 602977"/>
                <a:gd name="connsiteX66" fmla="*/ 338983 w 449492"/>
                <a:gd name="connsiteY66" fmla="*/ 419234 h 602977"/>
                <a:gd name="connsiteX67" fmla="*/ 339202 w 449492"/>
                <a:gd name="connsiteY67" fmla="*/ 419234 h 602977"/>
                <a:gd name="connsiteX68" fmla="*/ 340627 w 449492"/>
                <a:gd name="connsiteY68" fmla="*/ 418028 h 602977"/>
                <a:gd name="connsiteX69" fmla="*/ 342162 w 449492"/>
                <a:gd name="connsiteY69" fmla="*/ 416822 h 602977"/>
                <a:gd name="connsiteX70" fmla="*/ 343587 w 449492"/>
                <a:gd name="connsiteY70" fmla="*/ 415506 h 602977"/>
                <a:gd name="connsiteX71" fmla="*/ 345013 w 449492"/>
                <a:gd name="connsiteY71" fmla="*/ 414190 h 602977"/>
                <a:gd name="connsiteX72" fmla="*/ 346328 w 449492"/>
                <a:gd name="connsiteY72" fmla="*/ 411888 h 602977"/>
                <a:gd name="connsiteX73" fmla="*/ 347205 w 449492"/>
                <a:gd name="connsiteY73" fmla="*/ 409586 h 602977"/>
                <a:gd name="connsiteX74" fmla="*/ 348302 w 449492"/>
                <a:gd name="connsiteY74" fmla="*/ 407503 h 602977"/>
                <a:gd name="connsiteX75" fmla="*/ 350385 w 449492"/>
                <a:gd name="connsiteY75" fmla="*/ 406078 h 602977"/>
                <a:gd name="connsiteX76" fmla="*/ 354660 w 449492"/>
                <a:gd name="connsiteY76" fmla="*/ 404652 h 602977"/>
                <a:gd name="connsiteX77" fmla="*/ 357730 w 449492"/>
                <a:gd name="connsiteY77" fmla="*/ 404104 h 602977"/>
                <a:gd name="connsiteX78" fmla="*/ 359265 w 449492"/>
                <a:gd name="connsiteY78" fmla="*/ 402460 h 602977"/>
                <a:gd name="connsiteX79" fmla="*/ 359155 w 449492"/>
                <a:gd name="connsiteY79" fmla="*/ 398184 h 602977"/>
                <a:gd name="connsiteX80" fmla="*/ 358607 w 449492"/>
                <a:gd name="connsiteY80" fmla="*/ 395772 h 602977"/>
                <a:gd name="connsiteX81" fmla="*/ 357730 w 449492"/>
                <a:gd name="connsiteY81" fmla="*/ 393360 h 602977"/>
                <a:gd name="connsiteX82" fmla="*/ 356743 w 449492"/>
                <a:gd name="connsiteY82" fmla="*/ 390948 h 602977"/>
                <a:gd name="connsiteX83" fmla="*/ 356195 w 449492"/>
                <a:gd name="connsiteY83" fmla="*/ 388537 h 602977"/>
                <a:gd name="connsiteX84" fmla="*/ 356086 w 449492"/>
                <a:gd name="connsiteY84" fmla="*/ 387660 h 602977"/>
                <a:gd name="connsiteX85" fmla="*/ 355976 w 449492"/>
                <a:gd name="connsiteY85" fmla="*/ 386892 h 602977"/>
                <a:gd name="connsiteX86" fmla="*/ 355866 w 449492"/>
                <a:gd name="connsiteY86" fmla="*/ 386015 h 602977"/>
                <a:gd name="connsiteX87" fmla="*/ 355757 w 449492"/>
                <a:gd name="connsiteY87" fmla="*/ 385248 h 602977"/>
                <a:gd name="connsiteX88" fmla="*/ 355537 w 449492"/>
                <a:gd name="connsiteY88" fmla="*/ 384700 h 602977"/>
                <a:gd name="connsiteX89" fmla="*/ 355428 w 449492"/>
                <a:gd name="connsiteY89" fmla="*/ 384261 h 602977"/>
                <a:gd name="connsiteX90" fmla="*/ 355318 w 449492"/>
                <a:gd name="connsiteY90" fmla="*/ 383713 h 602977"/>
                <a:gd name="connsiteX91" fmla="*/ 355318 w 449492"/>
                <a:gd name="connsiteY91" fmla="*/ 383165 h 602977"/>
                <a:gd name="connsiteX92" fmla="*/ 355208 w 449492"/>
                <a:gd name="connsiteY92" fmla="*/ 382178 h 602977"/>
                <a:gd name="connsiteX93" fmla="*/ 355099 w 449492"/>
                <a:gd name="connsiteY93" fmla="*/ 381301 h 602977"/>
                <a:gd name="connsiteX94" fmla="*/ 355099 w 449492"/>
                <a:gd name="connsiteY94" fmla="*/ 380314 h 602977"/>
                <a:gd name="connsiteX95" fmla="*/ 355099 w 449492"/>
                <a:gd name="connsiteY95" fmla="*/ 379437 h 602977"/>
                <a:gd name="connsiteX96" fmla="*/ 354989 w 449492"/>
                <a:gd name="connsiteY96" fmla="*/ 376916 h 602977"/>
                <a:gd name="connsiteX97" fmla="*/ 354551 w 449492"/>
                <a:gd name="connsiteY97" fmla="*/ 374613 h 602977"/>
                <a:gd name="connsiteX98" fmla="*/ 354003 w 449492"/>
                <a:gd name="connsiteY98" fmla="*/ 372201 h 602977"/>
                <a:gd name="connsiteX99" fmla="*/ 353345 w 449492"/>
                <a:gd name="connsiteY99" fmla="*/ 369899 h 602977"/>
                <a:gd name="connsiteX100" fmla="*/ 352029 w 449492"/>
                <a:gd name="connsiteY100" fmla="*/ 364856 h 602977"/>
                <a:gd name="connsiteX101" fmla="*/ 350713 w 449492"/>
                <a:gd name="connsiteY101" fmla="*/ 358388 h 602977"/>
                <a:gd name="connsiteX102" fmla="*/ 350385 w 449492"/>
                <a:gd name="connsiteY102" fmla="*/ 351919 h 602977"/>
                <a:gd name="connsiteX103" fmla="*/ 351810 w 449492"/>
                <a:gd name="connsiteY103" fmla="*/ 346986 h 602977"/>
                <a:gd name="connsiteX104" fmla="*/ 354003 w 449492"/>
                <a:gd name="connsiteY104" fmla="*/ 346219 h 602977"/>
                <a:gd name="connsiteX105" fmla="*/ 356305 w 449492"/>
                <a:gd name="connsiteY105" fmla="*/ 345780 h 602977"/>
                <a:gd name="connsiteX106" fmla="*/ 358607 w 449492"/>
                <a:gd name="connsiteY106" fmla="*/ 345451 h 602977"/>
                <a:gd name="connsiteX107" fmla="*/ 360910 w 449492"/>
                <a:gd name="connsiteY107" fmla="*/ 345122 h 602977"/>
                <a:gd name="connsiteX108" fmla="*/ 363650 w 449492"/>
                <a:gd name="connsiteY108" fmla="*/ 344136 h 602977"/>
                <a:gd name="connsiteX109" fmla="*/ 365953 w 449492"/>
                <a:gd name="connsiteY109" fmla="*/ 342491 h 602977"/>
                <a:gd name="connsiteX110" fmla="*/ 368364 w 449492"/>
                <a:gd name="connsiteY110" fmla="*/ 340956 h 602977"/>
                <a:gd name="connsiteX111" fmla="*/ 370996 w 449492"/>
                <a:gd name="connsiteY111" fmla="*/ 340079 h 602977"/>
                <a:gd name="connsiteX112" fmla="*/ 374723 w 449492"/>
                <a:gd name="connsiteY112" fmla="*/ 340737 h 602977"/>
                <a:gd name="connsiteX113" fmla="*/ 378780 w 449492"/>
                <a:gd name="connsiteY113" fmla="*/ 342381 h 602977"/>
                <a:gd name="connsiteX114" fmla="*/ 382397 w 449492"/>
                <a:gd name="connsiteY114" fmla="*/ 343258 h 602977"/>
                <a:gd name="connsiteX115" fmla="*/ 384919 w 449492"/>
                <a:gd name="connsiteY115" fmla="*/ 341505 h 602977"/>
                <a:gd name="connsiteX116" fmla="*/ 385467 w 449492"/>
                <a:gd name="connsiteY116" fmla="*/ 339531 h 602977"/>
                <a:gd name="connsiteX117" fmla="*/ 386454 w 449492"/>
                <a:gd name="connsiteY117" fmla="*/ 337886 h 602977"/>
                <a:gd name="connsiteX118" fmla="*/ 387769 w 449492"/>
                <a:gd name="connsiteY118" fmla="*/ 336900 h 602977"/>
                <a:gd name="connsiteX119" fmla="*/ 389633 w 449492"/>
                <a:gd name="connsiteY119" fmla="*/ 336790 h 602977"/>
                <a:gd name="connsiteX120" fmla="*/ 390401 w 449492"/>
                <a:gd name="connsiteY120" fmla="*/ 336790 h 602977"/>
                <a:gd name="connsiteX121" fmla="*/ 391168 w 449492"/>
                <a:gd name="connsiteY121" fmla="*/ 336900 h 602977"/>
                <a:gd name="connsiteX122" fmla="*/ 391826 w 449492"/>
                <a:gd name="connsiteY122" fmla="*/ 337010 h 602977"/>
                <a:gd name="connsiteX123" fmla="*/ 392593 w 449492"/>
                <a:gd name="connsiteY123" fmla="*/ 337229 h 602977"/>
                <a:gd name="connsiteX124" fmla="*/ 394018 w 449492"/>
                <a:gd name="connsiteY124" fmla="*/ 336900 h 602977"/>
                <a:gd name="connsiteX125" fmla="*/ 395334 w 449492"/>
                <a:gd name="connsiteY125" fmla="*/ 336242 h 602977"/>
                <a:gd name="connsiteX126" fmla="*/ 396540 w 449492"/>
                <a:gd name="connsiteY126" fmla="*/ 335255 h 602977"/>
                <a:gd name="connsiteX127" fmla="*/ 397527 w 449492"/>
                <a:gd name="connsiteY127" fmla="*/ 333940 h 602977"/>
                <a:gd name="connsiteX128" fmla="*/ 398404 w 449492"/>
                <a:gd name="connsiteY128" fmla="*/ 332844 h 602977"/>
                <a:gd name="connsiteX129" fmla="*/ 399281 w 449492"/>
                <a:gd name="connsiteY129" fmla="*/ 331857 h 602977"/>
                <a:gd name="connsiteX130" fmla="*/ 400048 w 449492"/>
                <a:gd name="connsiteY130" fmla="*/ 330760 h 602977"/>
                <a:gd name="connsiteX131" fmla="*/ 400925 w 449492"/>
                <a:gd name="connsiteY131" fmla="*/ 329664 h 602977"/>
                <a:gd name="connsiteX132" fmla="*/ 401802 w 449492"/>
                <a:gd name="connsiteY132" fmla="*/ 328349 h 602977"/>
                <a:gd name="connsiteX133" fmla="*/ 402789 w 449492"/>
                <a:gd name="connsiteY133" fmla="*/ 327252 h 602977"/>
                <a:gd name="connsiteX134" fmla="*/ 403995 w 449492"/>
                <a:gd name="connsiteY134" fmla="*/ 326266 h 602977"/>
                <a:gd name="connsiteX135" fmla="*/ 405091 w 449492"/>
                <a:gd name="connsiteY135" fmla="*/ 325389 h 602977"/>
                <a:gd name="connsiteX136" fmla="*/ 406407 w 449492"/>
                <a:gd name="connsiteY136" fmla="*/ 324511 h 602977"/>
                <a:gd name="connsiteX137" fmla="*/ 407174 w 449492"/>
                <a:gd name="connsiteY137" fmla="*/ 323306 h 602977"/>
                <a:gd name="connsiteX138" fmla="*/ 407503 w 449492"/>
                <a:gd name="connsiteY138" fmla="*/ 321990 h 602977"/>
                <a:gd name="connsiteX139" fmla="*/ 407393 w 449492"/>
                <a:gd name="connsiteY139" fmla="*/ 320565 h 602977"/>
                <a:gd name="connsiteX140" fmla="*/ 405091 w 449492"/>
                <a:gd name="connsiteY140" fmla="*/ 319030 h 602977"/>
                <a:gd name="connsiteX141" fmla="*/ 402460 w 449492"/>
                <a:gd name="connsiteY141" fmla="*/ 317714 h 602977"/>
                <a:gd name="connsiteX142" fmla="*/ 399719 w 449492"/>
                <a:gd name="connsiteY142" fmla="*/ 316508 h 602977"/>
                <a:gd name="connsiteX143" fmla="*/ 397088 w 449492"/>
                <a:gd name="connsiteY143" fmla="*/ 315521 h 602977"/>
                <a:gd name="connsiteX144" fmla="*/ 394128 w 449492"/>
                <a:gd name="connsiteY144" fmla="*/ 314425 h 602977"/>
                <a:gd name="connsiteX145" fmla="*/ 392045 w 449492"/>
                <a:gd name="connsiteY145" fmla="*/ 313987 h 602977"/>
                <a:gd name="connsiteX146" fmla="*/ 389852 w 449492"/>
                <a:gd name="connsiteY146" fmla="*/ 314425 h 602977"/>
                <a:gd name="connsiteX147" fmla="*/ 386783 w 449492"/>
                <a:gd name="connsiteY147" fmla="*/ 315960 h 602977"/>
                <a:gd name="connsiteX148" fmla="*/ 386454 w 449492"/>
                <a:gd name="connsiteY148" fmla="*/ 316070 h 602977"/>
                <a:gd name="connsiteX149" fmla="*/ 386344 w 449492"/>
                <a:gd name="connsiteY149" fmla="*/ 316180 h 602977"/>
                <a:gd name="connsiteX150" fmla="*/ 386125 w 449492"/>
                <a:gd name="connsiteY150" fmla="*/ 316289 h 602977"/>
                <a:gd name="connsiteX151" fmla="*/ 385906 w 449492"/>
                <a:gd name="connsiteY151" fmla="*/ 316399 h 602977"/>
                <a:gd name="connsiteX152" fmla="*/ 381740 w 449492"/>
                <a:gd name="connsiteY152" fmla="*/ 317385 h 602977"/>
                <a:gd name="connsiteX153" fmla="*/ 376587 w 449492"/>
                <a:gd name="connsiteY153" fmla="*/ 315741 h 602977"/>
                <a:gd name="connsiteX154" fmla="*/ 371105 w 449492"/>
                <a:gd name="connsiteY154" fmla="*/ 313329 h 602977"/>
                <a:gd name="connsiteX155" fmla="*/ 366062 w 449492"/>
                <a:gd name="connsiteY155" fmla="*/ 312233 h 602977"/>
                <a:gd name="connsiteX156" fmla="*/ 365295 w 449492"/>
                <a:gd name="connsiteY156" fmla="*/ 312123 h 602977"/>
                <a:gd name="connsiteX157" fmla="*/ 364418 w 449492"/>
                <a:gd name="connsiteY157" fmla="*/ 312013 h 602977"/>
                <a:gd name="connsiteX158" fmla="*/ 363541 w 449492"/>
                <a:gd name="connsiteY158" fmla="*/ 312013 h 602977"/>
                <a:gd name="connsiteX159" fmla="*/ 362664 w 449492"/>
                <a:gd name="connsiteY159" fmla="*/ 311904 h 602977"/>
                <a:gd name="connsiteX160" fmla="*/ 359375 w 449492"/>
                <a:gd name="connsiteY160" fmla="*/ 310040 h 602977"/>
                <a:gd name="connsiteX161" fmla="*/ 356524 w 449492"/>
                <a:gd name="connsiteY161" fmla="*/ 305764 h 602977"/>
                <a:gd name="connsiteX162" fmla="*/ 353674 w 449492"/>
                <a:gd name="connsiteY162" fmla="*/ 300940 h 602977"/>
                <a:gd name="connsiteX163" fmla="*/ 350713 w 449492"/>
                <a:gd name="connsiteY163" fmla="*/ 297323 h 602977"/>
                <a:gd name="connsiteX164" fmla="*/ 348302 w 449492"/>
                <a:gd name="connsiteY164" fmla="*/ 297103 h 602977"/>
                <a:gd name="connsiteX165" fmla="*/ 346109 w 449492"/>
                <a:gd name="connsiteY165" fmla="*/ 298090 h 602977"/>
                <a:gd name="connsiteX166" fmla="*/ 343807 w 449492"/>
                <a:gd name="connsiteY166" fmla="*/ 299296 h 602977"/>
                <a:gd name="connsiteX167" fmla="*/ 341504 w 449492"/>
                <a:gd name="connsiteY167" fmla="*/ 299844 h 602977"/>
                <a:gd name="connsiteX168" fmla="*/ 340189 w 449492"/>
                <a:gd name="connsiteY168" fmla="*/ 298419 h 602977"/>
                <a:gd name="connsiteX169" fmla="*/ 339092 w 449492"/>
                <a:gd name="connsiteY169" fmla="*/ 296665 h 602977"/>
                <a:gd name="connsiteX170" fmla="*/ 337996 w 449492"/>
                <a:gd name="connsiteY170" fmla="*/ 294911 h 602977"/>
                <a:gd name="connsiteX171" fmla="*/ 336681 w 449492"/>
                <a:gd name="connsiteY171" fmla="*/ 293595 h 602977"/>
                <a:gd name="connsiteX172" fmla="*/ 333940 w 449492"/>
                <a:gd name="connsiteY172" fmla="*/ 292828 h 602977"/>
                <a:gd name="connsiteX173" fmla="*/ 330761 w 449492"/>
                <a:gd name="connsiteY173" fmla="*/ 292718 h 602977"/>
                <a:gd name="connsiteX174" fmla="*/ 327691 w 449492"/>
                <a:gd name="connsiteY174" fmla="*/ 292499 h 602977"/>
                <a:gd name="connsiteX175" fmla="*/ 325279 w 449492"/>
                <a:gd name="connsiteY175" fmla="*/ 291074 h 602977"/>
                <a:gd name="connsiteX176" fmla="*/ 323634 w 449492"/>
                <a:gd name="connsiteY176" fmla="*/ 287675 h 602977"/>
                <a:gd name="connsiteX177" fmla="*/ 325388 w 449492"/>
                <a:gd name="connsiteY177" fmla="*/ 286469 h 602977"/>
                <a:gd name="connsiteX178" fmla="*/ 328568 w 449492"/>
                <a:gd name="connsiteY178" fmla="*/ 286360 h 602977"/>
                <a:gd name="connsiteX179" fmla="*/ 331528 w 449492"/>
                <a:gd name="connsiteY179" fmla="*/ 286469 h 602977"/>
                <a:gd name="connsiteX180" fmla="*/ 335475 w 449492"/>
                <a:gd name="connsiteY180" fmla="*/ 285811 h 602977"/>
                <a:gd name="connsiteX181" fmla="*/ 338983 w 449492"/>
                <a:gd name="connsiteY181" fmla="*/ 283619 h 602977"/>
                <a:gd name="connsiteX182" fmla="*/ 340737 w 449492"/>
                <a:gd name="connsiteY182" fmla="*/ 280439 h 602977"/>
                <a:gd name="connsiteX183" fmla="*/ 338873 w 449492"/>
                <a:gd name="connsiteY183" fmla="*/ 276492 h 602977"/>
                <a:gd name="connsiteX184" fmla="*/ 337668 w 449492"/>
                <a:gd name="connsiteY184" fmla="*/ 275506 h 602977"/>
                <a:gd name="connsiteX185" fmla="*/ 336461 w 449492"/>
                <a:gd name="connsiteY185" fmla="*/ 274519 h 602977"/>
                <a:gd name="connsiteX186" fmla="*/ 335146 w 449492"/>
                <a:gd name="connsiteY186" fmla="*/ 273642 h 602977"/>
                <a:gd name="connsiteX187" fmla="*/ 333830 w 449492"/>
                <a:gd name="connsiteY187" fmla="*/ 272765 h 602977"/>
                <a:gd name="connsiteX188" fmla="*/ 333063 w 449492"/>
                <a:gd name="connsiteY188" fmla="*/ 271340 h 602977"/>
                <a:gd name="connsiteX189" fmla="*/ 333392 w 449492"/>
                <a:gd name="connsiteY189" fmla="*/ 269586 h 602977"/>
                <a:gd name="connsiteX190" fmla="*/ 333830 w 449492"/>
                <a:gd name="connsiteY190" fmla="*/ 267722 h 602977"/>
                <a:gd name="connsiteX191" fmla="*/ 333611 w 449492"/>
                <a:gd name="connsiteY191" fmla="*/ 266078 h 602977"/>
                <a:gd name="connsiteX192" fmla="*/ 331309 w 449492"/>
                <a:gd name="connsiteY192" fmla="*/ 263994 h 602977"/>
                <a:gd name="connsiteX193" fmla="*/ 328458 w 449492"/>
                <a:gd name="connsiteY193" fmla="*/ 262569 h 602977"/>
                <a:gd name="connsiteX194" fmla="*/ 326595 w 449492"/>
                <a:gd name="connsiteY194" fmla="*/ 260705 h 602977"/>
                <a:gd name="connsiteX195" fmla="*/ 326814 w 449492"/>
                <a:gd name="connsiteY195" fmla="*/ 257197 h 602977"/>
                <a:gd name="connsiteX196" fmla="*/ 326923 w 449492"/>
                <a:gd name="connsiteY196" fmla="*/ 256649 h 602977"/>
                <a:gd name="connsiteX197" fmla="*/ 326923 w 449492"/>
                <a:gd name="connsiteY197" fmla="*/ 256211 h 602977"/>
                <a:gd name="connsiteX198" fmla="*/ 326923 w 449492"/>
                <a:gd name="connsiteY198" fmla="*/ 255662 h 602977"/>
                <a:gd name="connsiteX199" fmla="*/ 327033 w 449492"/>
                <a:gd name="connsiteY199" fmla="*/ 255224 h 602977"/>
                <a:gd name="connsiteX200" fmla="*/ 327252 w 449492"/>
                <a:gd name="connsiteY200" fmla="*/ 250838 h 602977"/>
                <a:gd name="connsiteX201" fmla="*/ 328239 w 449492"/>
                <a:gd name="connsiteY201" fmla="*/ 245905 h 602977"/>
                <a:gd name="connsiteX202" fmla="*/ 330432 w 449492"/>
                <a:gd name="connsiteY202" fmla="*/ 242287 h 602977"/>
                <a:gd name="connsiteX203" fmla="*/ 333940 w 449492"/>
                <a:gd name="connsiteY203" fmla="*/ 242068 h 602977"/>
                <a:gd name="connsiteX204" fmla="*/ 339970 w 449492"/>
                <a:gd name="connsiteY204" fmla="*/ 236038 h 602977"/>
                <a:gd name="connsiteX205" fmla="*/ 343259 w 449492"/>
                <a:gd name="connsiteY205" fmla="*/ 224856 h 602977"/>
                <a:gd name="connsiteX206" fmla="*/ 344355 w 449492"/>
                <a:gd name="connsiteY206" fmla="*/ 212577 h 602977"/>
                <a:gd name="connsiteX207" fmla="*/ 343587 w 449492"/>
                <a:gd name="connsiteY207" fmla="*/ 203368 h 602977"/>
                <a:gd name="connsiteX208" fmla="*/ 343149 w 449492"/>
                <a:gd name="connsiteY208" fmla="*/ 201723 h 602977"/>
                <a:gd name="connsiteX209" fmla="*/ 342930 w 449492"/>
                <a:gd name="connsiteY209" fmla="*/ 200079 h 602977"/>
                <a:gd name="connsiteX210" fmla="*/ 342711 w 449492"/>
                <a:gd name="connsiteY210" fmla="*/ 198434 h 602977"/>
                <a:gd name="connsiteX211" fmla="*/ 342711 w 449492"/>
                <a:gd name="connsiteY211" fmla="*/ 196790 h 602977"/>
                <a:gd name="connsiteX212" fmla="*/ 342711 w 449492"/>
                <a:gd name="connsiteY212" fmla="*/ 195365 h 602977"/>
                <a:gd name="connsiteX213" fmla="*/ 343039 w 449492"/>
                <a:gd name="connsiteY213" fmla="*/ 193939 h 602977"/>
                <a:gd name="connsiteX214" fmla="*/ 343587 w 449492"/>
                <a:gd name="connsiteY214" fmla="*/ 192624 h 602977"/>
                <a:gd name="connsiteX215" fmla="*/ 344465 w 449492"/>
                <a:gd name="connsiteY215" fmla="*/ 191418 h 602977"/>
                <a:gd name="connsiteX216" fmla="*/ 344903 w 449492"/>
                <a:gd name="connsiteY216" fmla="*/ 190760 h 602977"/>
                <a:gd name="connsiteX217" fmla="*/ 345342 w 449492"/>
                <a:gd name="connsiteY217" fmla="*/ 189993 h 602977"/>
                <a:gd name="connsiteX218" fmla="*/ 345780 w 449492"/>
                <a:gd name="connsiteY218" fmla="*/ 189225 h 602977"/>
                <a:gd name="connsiteX219" fmla="*/ 346328 w 449492"/>
                <a:gd name="connsiteY219" fmla="*/ 188348 h 602977"/>
                <a:gd name="connsiteX220" fmla="*/ 348521 w 449492"/>
                <a:gd name="connsiteY220" fmla="*/ 184292 h 602977"/>
                <a:gd name="connsiteX221" fmla="*/ 350933 w 449492"/>
                <a:gd name="connsiteY221" fmla="*/ 180455 h 602977"/>
                <a:gd name="connsiteX222" fmla="*/ 353783 w 449492"/>
                <a:gd name="connsiteY222" fmla="*/ 176837 h 602977"/>
                <a:gd name="connsiteX223" fmla="*/ 357072 w 449492"/>
                <a:gd name="connsiteY223" fmla="*/ 173767 h 602977"/>
                <a:gd name="connsiteX224" fmla="*/ 358717 w 449492"/>
                <a:gd name="connsiteY224" fmla="*/ 172123 h 602977"/>
                <a:gd name="connsiteX225" fmla="*/ 360252 w 449492"/>
                <a:gd name="connsiteY225" fmla="*/ 170259 h 602977"/>
                <a:gd name="connsiteX226" fmla="*/ 361786 w 449492"/>
                <a:gd name="connsiteY226" fmla="*/ 168395 h 602977"/>
                <a:gd name="connsiteX227" fmla="*/ 363321 w 449492"/>
                <a:gd name="connsiteY227" fmla="*/ 166641 h 602977"/>
                <a:gd name="connsiteX228" fmla="*/ 365843 w 449492"/>
                <a:gd name="connsiteY228" fmla="*/ 163900 h 602977"/>
                <a:gd name="connsiteX229" fmla="*/ 368474 w 449492"/>
                <a:gd name="connsiteY229" fmla="*/ 161269 h 602977"/>
                <a:gd name="connsiteX230" fmla="*/ 371105 w 449492"/>
                <a:gd name="connsiteY230" fmla="*/ 158638 h 602977"/>
                <a:gd name="connsiteX231" fmla="*/ 373517 w 449492"/>
                <a:gd name="connsiteY231" fmla="*/ 155678 h 602977"/>
                <a:gd name="connsiteX232" fmla="*/ 377135 w 449492"/>
                <a:gd name="connsiteY232" fmla="*/ 147017 h 602977"/>
                <a:gd name="connsiteX233" fmla="*/ 373736 w 449492"/>
                <a:gd name="connsiteY233" fmla="*/ 142083 h 602977"/>
                <a:gd name="connsiteX234" fmla="*/ 366501 w 449492"/>
                <a:gd name="connsiteY234" fmla="*/ 139123 h 602977"/>
                <a:gd name="connsiteX235" fmla="*/ 358826 w 449492"/>
                <a:gd name="connsiteY235" fmla="*/ 136711 h 602977"/>
                <a:gd name="connsiteX236" fmla="*/ 356963 w 449492"/>
                <a:gd name="connsiteY236" fmla="*/ 135944 h 602977"/>
                <a:gd name="connsiteX237" fmla="*/ 355208 w 449492"/>
                <a:gd name="connsiteY237" fmla="*/ 135067 h 602977"/>
                <a:gd name="connsiteX238" fmla="*/ 353454 w 449492"/>
                <a:gd name="connsiteY238" fmla="*/ 134190 h 602977"/>
                <a:gd name="connsiteX239" fmla="*/ 351700 w 449492"/>
                <a:gd name="connsiteY239" fmla="*/ 133203 h 602977"/>
                <a:gd name="connsiteX240" fmla="*/ 348082 w 449492"/>
                <a:gd name="connsiteY240" fmla="*/ 131559 h 602977"/>
                <a:gd name="connsiteX241" fmla="*/ 344465 w 449492"/>
                <a:gd name="connsiteY241" fmla="*/ 129476 h 602977"/>
                <a:gd name="connsiteX242" fmla="*/ 341066 w 449492"/>
                <a:gd name="connsiteY242" fmla="*/ 127173 h 602977"/>
                <a:gd name="connsiteX243" fmla="*/ 337777 w 449492"/>
                <a:gd name="connsiteY243" fmla="*/ 124761 h 602977"/>
                <a:gd name="connsiteX244" fmla="*/ 332953 w 449492"/>
                <a:gd name="connsiteY244" fmla="*/ 121144 h 602977"/>
                <a:gd name="connsiteX245" fmla="*/ 328787 w 449492"/>
                <a:gd name="connsiteY245" fmla="*/ 118841 h 602977"/>
                <a:gd name="connsiteX246" fmla="*/ 324402 w 449492"/>
                <a:gd name="connsiteY246" fmla="*/ 118293 h 602977"/>
                <a:gd name="connsiteX247" fmla="*/ 318811 w 449492"/>
                <a:gd name="connsiteY247" fmla="*/ 119938 h 602977"/>
                <a:gd name="connsiteX248" fmla="*/ 318043 w 449492"/>
                <a:gd name="connsiteY248" fmla="*/ 120047 h 602977"/>
                <a:gd name="connsiteX249" fmla="*/ 317276 w 449492"/>
                <a:gd name="connsiteY249" fmla="*/ 120157 h 602977"/>
                <a:gd name="connsiteX250" fmla="*/ 316508 w 449492"/>
                <a:gd name="connsiteY250" fmla="*/ 120267 h 602977"/>
                <a:gd name="connsiteX251" fmla="*/ 315741 w 449492"/>
                <a:gd name="connsiteY251" fmla="*/ 120486 h 602977"/>
                <a:gd name="connsiteX252" fmla="*/ 311246 w 449492"/>
                <a:gd name="connsiteY252" fmla="*/ 122898 h 602977"/>
                <a:gd name="connsiteX253" fmla="*/ 309053 w 449492"/>
                <a:gd name="connsiteY253" fmla="*/ 126625 h 602977"/>
                <a:gd name="connsiteX254" fmla="*/ 307409 w 449492"/>
                <a:gd name="connsiteY254" fmla="*/ 130791 h 602977"/>
                <a:gd name="connsiteX255" fmla="*/ 304668 w 449492"/>
                <a:gd name="connsiteY255" fmla="*/ 134738 h 602977"/>
                <a:gd name="connsiteX256" fmla="*/ 302804 w 449492"/>
                <a:gd name="connsiteY256" fmla="*/ 137260 h 602977"/>
                <a:gd name="connsiteX257" fmla="*/ 300941 w 449492"/>
                <a:gd name="connsiteY257" fmla="*/ 139562 h 602977"/>
                <a:gd name="connsiteX258" fmla="*/ 298967 w 449492"/>
                <a:gd name="connsiteY258" fmla="*/ 141754 h 602977"/>
                <a:gd name="connsiteX259" fmla="*/ 296884 w 449492"/>
                <a:gd name="connsiteY259" fmla="*/ 143947 h 602977"/>
                <a:gd name="connsiteX260" fmla="*/ 295678 w 449492"/>
                <a:gd name="connsiteY260" fmla="*/ 144934 h 602977"/>
                <a:gd name="connsiteX261" fmla="*/ 294472 w 449492"/>
                <a:gd name="connsiteY261" fmla="*/ 145811 h 602977"/>
                <a:gd name="connsiteX262" fmla="*/ 293157 w 449492"/>
                <a:gd name="connsiteY262" fmla="*/ 146688 h 602977"/>
                <a:gd name="connsiteX263" fmla="*/ 291732 w 449492"/>
                <a:gd name="connsiteY263" fmla="*/ 147346 h 602977"/>
                <a:gd name="connsiteX264" fmla="*/ 291074 w 449492"/>
                <a:gd name="connsiteY264" fmla="*/ 147675 h 602977"/>
                <a:gd name="connsiteX265" fmla="*/ 290525 w 449492"/>
                <a:gd name="connsiteY265" fmla="*/ 147784 h 602977"/>
                <a:gd name="connsiteX266" fmla="*/ 289868 w 449492"/>
                <a:gd name="connsiteY266" fmla="*/ 147675 h 602977"/>
                <a:gd name="connsiteX267" fmla="*/ 289210 w 449492"/>
                <a:gd name="connsiteY267" fmla="*/ 147455 h 602977"/>
                <a:gd name="connsiteX268" fmla="*/ 288114 w 449492"/>
                <a:gd name="connsiteY268" fmla="*/ 146688 h 602977"/>
                <a:gd name="connsiteX269" fmla="*/ 287237 w 449492"/>
                <a:gd name="connsiteY269" fmla="*/ 145592 h 602977"/>
                <a:gd name="connsiteX270" fmla="*/ 286688 w 449492"/>
                <a:gd name="connsiteY270" fmla="*/ 144386 h 602977"/>
                <a:gd name="connsiteX271" fmla="*/ 286359 w 449492"/>
                <a:gd name="connsiteY271" fmla="*/ 143070 h 602977"/>
                <a:gd name="connsiteX272" fmla="*/ 285921 w 449492"/>
                <a:gd name="connsiteY272" fmla="*/ 137260 h 602977"/>
                <a:gd name="connsiteX273" fmla="*/ 284605 w 449492"/>
                <a:gd name="connsiteY273" fmla="*/ 133422 h 602977"/>
                <a:gd name="connsiteX274" fmla="*/ 281426 w 449492"/>
                <a:gd name="connsiteY274" fmla="*/ 132326 h 602977"/>
                <a:gd name="connsiteX275" fmla="*/ 275725 w 449492"/>
                <a:gd name="connsiteY275" fmla="*/ 134300 h 602977"/>
                <a:gd name="connsiteX276" fmla="*/ 275287 w 449492"/>
                <a:gd name="connsiteY276" fmla="*/ 134628 h 602977"/>
                <a:gd name="connsiteX277" fmla="*/ 274738 w 449492"/>
                <a:gd name="connsiteY277" fmla="*/ 134738 h 602977"/>
                <a:gd name="connsiteX278" fmla="*/ 274300 w 449492"/>
                <a:gd name="connsiteY278" fmla="*/ 134957 h 602977"/>
                <a:gd name="connsiteX279" fmla="*/ 273861 w 449492"/>
                <a:gd name="connsiteY279" fmla="*/ 135177 h 602977"/>
                <a:gd name="connsiteX280" fmla="*/ 270353 w 449492"/>
                <a:gd name="connsiteY280" fmla="*/ 135177 h 602977"/>
                <a:gd name="connsiteX281" fmla="*/ 267941 w 449492"/>
                <a:gd name="connsiteY281" fmla="*/ 133203 h 602977"/>
                <a:gd name="connsiteX282" fmla="*/ 266407 w 449492"/>
                <a:gd name="connsiteY282" fmla="*/ 130024 h 602977"/>
                <a:gd name="connsiteX283" fmla="*/ 265639 w 449492"/>
                <a:gd name="connsiteY283" fmla="*/ 126406 h 602977"/>
                <a:gd name="connsiteX284" fmla="*/ 265420 w 449492"/>
                <a:gd name="connsiteY284" fmla="*/ 125858 h 602977"/>
                <a:gd name="connsiteX285" fmla="*/ 265091 w 449492"/>
                <a:gd name="connsiteY285" fmla="*/ 125310 h 602977"/>
                <a:gd name="connsiteX286" fmla="*/ 264762 w 449492"/>
                <a:gd name="connsiteY286" fmla="*/ 124761 h 602977"/>
                <a:gd name="connsiteX287" fmla="*/ 264433 w 449492"/>
                <a:gd name="connsiteY287" fmla="*/ 124213 h 602977"/>
                <a:gd name="connsiteX288" fmla="*/ 263775 w 449492"/>
                <a:gd name="connsiteY288" fmla="*/ 123336 h 602977"/>
                <a:gd name="connsiteX289" fmla="*/ 263117 w 449492"/>
                <a:gd name="connsiteY289" fmla="*/ 122569 h 602977"/>
                <a:gd name="connsiteX290" fmla="*/ 262350 w 449492"/>
                <a:gd name="connsiteY290" fmla="*/ 121801 h 602977"/>
                <a:gd name="connsiteX291" fmla="*/ 261583 w 449492"/>
                <a:gd name="connsiteY291" fmla="*/ 121253 h 602977"/>
                <a:gd name="connsiteX292" fmla="*/ 258294 w 449492"/>
                <a:gd name="connsiteY292" fmla="*/ 119499 h 602977"/>
                <a:gd name="connsiteX293" fmla="*/ 254456 w 449492"/>
                <a:gd name="connsiteY293" fmla="*/ 117855 h 602977"/>
                <a:gd name="connsiteX294" fmla="*/ 251387 w 449492"/>
                <a:gd name="connsiteY294" fmla="*/ 115443 h 602977"/>
                <a:gd name="connsiteX295" fmla="*/ 250510 w 449492"/>
                <a:gd name="connsiteY295" fmla="*/ 111934 h 602977"/>
                <a:gd name="connsiteX296" fmla="*/ 251716 w 449492"/>
                <a:gd name="connsiteY296" fmla="*/ 109523 h 602977"/>
                <a:gd name="connsiteX297" fmla="*/ 253031 w 449492"/>
                <a:gd name="connsiteY297" fmla="*/ 107111 h 602977"/>
                <a:gd name="connsiteX298" fmla="*/ 254018 w 449492"/>
                <a:gd name="connsiteY298" fmla="*/ 104699 h 602977"/>
                <a:gd name="connsiteX299" fmla="*/ 254237 w 449492"/>
                <a:gd name="connsiteY299" fmla="*/ 102287 h 602977"/>
                <a:gd name="connsiteX300" fmla="*/ 253360 w 449492"/>
                <a:gd name="connsiteY300" fmla="*/ 100971 h 602977"/>
                <a:gd name="connsiteX301" fmla="*/ 252812 w 449492"/>
                <a:gd name="connsiteY301" fmla="*/ 99546 h 602977"/>
                <a:gd name="connsiteX302" fmla="*/ 252373 w 449492"/>
                <a:gd name="connsiteY302" fmla="*/ 98011 h 602977"/>
                <a:gd name="connsiteX303" fmla="*/ 252264 w 449492"/>
                <a:gd name="connsiteY303" fmla="*/ 96476 h 602977"/>
                <a:gd name="connsiteX304" fmla="*/ 252264 w 449492"/>
                <a:gd name="connsiteY304" fmla="*/ 96367 h 602977"/>
                <a:gd name="connsiteX305" fmla="*/ 252264 w 449492"/>
                <a:gd name="connsiteY305" fmla="*/ 96257 h 602977"/>
                <a:gd name="connsiteX306" fmla="*/ 252264 w 449492"/>
                <a:gd name="connsiteY306" fmla="*/ 96257 h 602977"/>
                <a:gd name="connsiteX307" fmla="*/ 252264 w 449492"/>
                <a:gd name="connsiteY307" fmla="*/ 96148 h 602977"/>
                <a:gd name="connsiteX308" fmla="*/ 252812 w 449492"/>
                <a:gd name="connsiteY308" fmla="*/ 92639 h 602977"/>
                <a:gd name="connsiteX309" fmla="*/ 252703 w 449492"/>
                <a:gd name="connsiteY309" fmla="*/ 89241 h 602977"/>
                <a:gd name="connsiteX310" fmla="*/ 251825 w 449492"/>
                <a:gd name="connsiteY310" fmla="*/ 85952 h 602977"/>
                <a:gd name="connsiteX311" fmla="*/ 250620 w 449492"/>
                <a:gd name="connsiteY311" fmla="*/ 82663 h 602977"/>
                <a:gd name="connsiteX312" fmla="*/ 252264 w 449492"/>
                <a:gd name="connsiteY312" fmla="*/ 80908 h 602977"/>
                <a:gd name="connsiteX313" fmla="*/ 254895 w 449492"/>
                <a:gd name="connsiteY313" fmla="*/ 80689 h 602977"/>
                <a:gd name="connsiteX314" fmla="*/ 257965 w 449492"/>
                <a:gd name="connsiteY314" fmla="*/ 80908 h 602977"/>
                <a:gd name="connsiteX315" fmla="*/ 260705 w 449492"/>
                <a:gd name="connsiteY315" fmla="*/ 80580 h 602977"/>
                <a:gd name="connsiteX316" fmla="*/ 263556 w 449492"/>
                <a:gd name="connsiteY316" fmla="*/ 78168 h 602977"/>
                <a:gd name="connsiteX317" fmla="*/ 265310 w 449492"/>
                <a:gd name="connsiteY317" fmla="*/ 75756 h 602977"/>
                <a:gd name="connsiteX318" fmla="*/ 267283 w 449492"/>
                <a:gd name="connsiteY318" fmla="*/ 75208 h 602977"/>
                <a:gd name="connsiteX319" fmla="*/ 270792 w 449492"/>
                <a:gd name="connsiteY319" fmla="*/ 78168 h 602977"/>
                <a:gd name="connsiteX320" fmla="*/ 272984 w 449492"/>
                <a:gd name="connsiteY320" fmla="*/ 81018 h 602977"/>
                <a:gd name="connsiteX321" fmla="*/ 275177 w 449492"/>
                <a:gd name="connsiteY321" fmla="*/ 83978 h 602977"/>
                <a:gd name="connsiteX322" fmla="*/ 277808 w 449492"/>
                <a:gd name="connsiteY322" fmla="*/ 85732 h 602977"/>
                <a:gd name="connsiteX323" fmla="*/ 281316 w 449492"/>
                <a:gd name="connsiteY323" fmla="*/ 84526 h 602977"/>
                <a:gd name="connsiteX324" fmla="*/ 283838 w 449492"/>
                <a:gd name="connsiteY324" fmla="*/ 81786 h 602977"/>
                <a:gd name="connsiteX325" fmla="*/ 286469 w 449492"/>
                <a:gd name="connsiteY325" fmla="*/ 77949 h 602977"/>
                <a:gd name="connsiteX326" fmla="*/ 288881 w 449492"/>
                <a:gd name="connsiteY326" fmla="*/ 74002 h 602977"/>
                <a:gd name="connsiteX327" fmla="*/ 290964 w 449492"/>
                <a:gd name="connsiteY327" fmla="*/ 70603 h 602977"/>
                <a:gd name="connsiteX328" fmla="*/ 291951 w 449492"/>
                <a:gd name="connsiteY328" fmla="*/ 69945 h 602977"/>
                <a:gd name="connsiteX329" fmla="*/ 292718 w 449492"/>
                <a:gd name="connsiteY329" fmla="*/ 69287 h 602977"/>
                <a:gd name="connsiteX330" fmla="*/ 293376 w 449492"/>
                <a:gd name="connsiteY330" fmla="*/ 68301 h 602977"/>
                <a:gd name="connsiteX331" fmla="*/ 293815 w 449492"/>
                <a:gd name="connsiteY331" fmla="*/ 67204 h 602977"/>
                <a:gd name="connsiteX332" fmla="*/ 293595 w 449492"/>
                <a:gd name="connsiteY332" fmla="*/ 61942 h 602977"/>
                <a:gd name="connsiteX333" fmla="*/ 291403 w 449492"/>
                <a:gd name="connsiteY333" fmla="*/ 56022 h 602977"/>
                <a:gd name="connsiteX334" fmla="*/ 287894 w 449492"/>
                <a:gd name="connsiteY334" fmla="*/ 50869 h 602977"/>
                <a:gd name="connsiteX335" fmla="*/ 283619 w 449492"/>
                <a:gd name="connsiteY335" fmla="*/ 48348 h 602977"/>
                <a:gd name="connsiteX336" fmla="*/ 281097 w 449492"/>
                <a:gd name="connsiteY336" fmla="*/ 47690 h 602977"/>
                <a:gd name="connsiteX337" fmla="*/ 278576 w 449492"/>
                <a:gd name="connsiteY337" fmla="*/ 46923 h 602977"/>
                <a:gd name="connsiteX338" fmla="*/ 275945 w 449492"/>
                <a:gd name="connsiteY338" fmla="*/ 46155 h 602977"/>
                <a:gd name="connsiteX339" fmla="*/ 273423 w 449492"/>
                <a:gd name="connsiteY339" fmla="*/ 45717 h 602977"/>
                <a:gd name="connsiteX340" fmla="*/ 271340 w 449492"/>
                <a:gd name="connsiteY340" fmla="*/ 45826 h 602977"/>
                <a:gd name="connsiteX341" fmla="*/ 269038 w 449492"/>
                <a:gd name="connsiteY341" fmla="*/ 46265 h 602977"/>
                <a:gd name="connsiteX342" fmla="*/ 266735 w 449492"/>
                <a:gd name="connsiteY342" fmla="*/ 46594 h 602977"/>
                <a:gd name="connsiteX343" fmla="*/ 264872 w 449492"/>
                <a:gd name="connsiteY343" fmla="*/ 46594 h 602977"/>
                <a:gd name="connsiteX344" fmla="*/ 261583 w 449492"/>
                <a:gd name="connsiteY344" fmla="*/ 44840 h 602977"/>
                <a:gd name="connsiteX345" fmla="*/ 261802 w 449492"/>
                <a:gd name="connsiteY345" fmla="*/ 42866 h 602977"/>
                <a:gd name="connsiteX346" fmla="*/ 263775 w 449492"/>
                <a:gd name="connsiteY346" fmla="*/ 40454 h 602977"/>
                <a:gd name="connsiteX347" fmla="*/ 265748 w 449492"/>
                <a:gd name="connsiteY347" fmla="*/ 37823 h 602977"/>
                <a:gd name="connsiteX348" fmla="*/ 263885 w 449492"/>
                <a:gd name="connsiteY348" fmla="*/ 34096 h 602977"/>
                <a:gd name="connsiteX349" fmla="*/ 261473 w 449492"/>
                <a:gd name="connsiteY349" fmla="*/ 30916 h 602977"/>
                <a:gd name="connsiteX350" fmla="*/ 259280 w 449492"/>
                <a:gd name="connsiteY350" fmla="*/ 27627 h 602977"/>
                <a:gd name="connsiteX351" fmla="*/ 257965 w 449492"/>
                <a:gd name="connsiteY351" fmla="*/ 23461 h 602977"/>
                <a:gd name="connsiteX352" fmla="*/ 257855 w 449492"/>
                <a:gd name="connsiteY352" fmla="*/ 18637 h 602977"/>
                <a:gd name="connsiteX353" fmla="*/ 258074 w 449492"/>
                <a:gd name="connsiteY353" fmla="*/ 14142 h 602977"/>
                <a:gd name="connsiteX354" fmla="*/ 257526 w 449492"/>
                <a:gd name="connsiteY354" fmla="*/ 9867 h 602977"/>
                <a:gd name="connsiteX355" fmla="*/ 254785 w 449492"/>
                <a:gd name="connsiteY355" fmla="*/ 6030 h 602977"/>
                <a:gd name="connsiteX356" fmla="*/ 250400 w 449492"/>
                <a:gd name="connsiteY356" fmla="*/ 2412 h 602977"/>
                <a:gd name="connsiteX357" fmla="*/ 246782 w 449492"/>
                <a:gd name="connsiteY357" fmla="*/ 1644 h 602977"/>
                <a:gd name="connsiteX358" fmla="*/ 243055 w 449492"/>
                <a:gd name="connsiteY358" fmla="*/ 2193 h 602977"/>
                <a:gd name="connsiteX359" fmla="*/ 237792 w 449492"/>
                <a:gd name="connsiteY359" fmla="*/ 2412 h 602977"/>
                <a:gd name="connsiteX360" fmla="*/ 235600 w 449492"/>
                <a:gd name="connsiteY360" fmla="*/ 1096 h 602977"/>
                <a:gd name="connsiteX361" fmla="*/ 233517 w 449492"/>
                <a:gd name="connsiteY361" fmla="*/ 110 h 602977"/>
                <a:gd name="connsiteX362" fmla="*/ 231324 w 449492"/>
                <a:gd name="connsiteY362" fmla="*/ 0 h 602977"/>
                <a:gd name="connsiteX363" fmla="*/ 229022 w 449492"/>
                <a:gd name="connsiteY363" fmla="*/ 1096 h 602977"/>
                <a:gd name="connsiteX364" fmla="*/ 227268 w 449492"/>
                <a:gd name="connsiteY364" fmla="*/ 3947 h 602977"/>
                <a:gd name="connsiteX365" fmla="*/ 227268 w 449492"/>
                <a:gd name="connsiteY365" fmla="*/ 7345 h 602977"/>
                <a:gd name="connsiteX366" fmla="*/ 227706 w 449492"/>
                <a:gd name="connsiteY366" fmla="*/ 10853 h 602977"/>
                <a:gd name="connsiteX367" fmla="*/ 227268 w 449492"/>
                <a:gd name="connsiteY367" fmla="*/ 14033 h 602977"/>
                <a:gd name="connsiteX368" fmla="*/ 225623 w 449492"/>
                <a:gd name="connsiteY368" fmla="*/ 15897 h 602977"/>
                <a:gd name="connsiteX369" fmla="*/ 223102 w 449492"/>
                <a:gd name="connsiteY369" fmla="*/ 16774 h 602977"/>
                <a:gd name="connsiteX370" fmla="*/ 220800 w 449492"/>
                <a:gd name="connsiteY370" fmla="*/ 17760 h 602977"/>
                <a:gd name="connsiteX371" fmla="*/ 219484 w 449492"/>
                <a:gd name="connsiteY371" fmla="*/ 19843 h 602977"/>
                <a:gd name="connsiteX372" fmla="*/ 219374 w 449492"/>
                <a:gd name="connsiteY372" fmla="*/ 22804 h 602977"/>
                <a:gd name="connsiteX373" fmla="*/ 219265 w 449492"/>
                <a:gd name="connsiteY373" fmla="*/ 25763 h 602977"/>
                <a:gd name="connsiteX374" fmla="*/ 218278 w 449492"/>
                <a:gd name="connsiteY374" fmla="*/ 28175 h 602977"/>
                <a:gd name="connsiteX375" fmla="*/ 215756 w 449492"/>
                <a:gd name="connsiteY375" fmla="*/ 29162 h 602977"/>
                <a:gd name="connsiteX376" fmla="*/ 213454 w 449492"/>
                <a:gd name="connsiteY376" fmla="*/ 29930 h 602977"/>
                <a:gd name="connsiteX377" fmla="*/ 213893 w 449492"/>
                <a:gd name="connsiteY377" fmla="*/ 31793 h 602977"/>
                <a:gd name="connsiteX378" fmla="*/ 215537 w 449492"/>
                <a:gd name="connsiteY378" fmla="*/ 33986 h 602977"/>
                <a:gd name="connsiteX379" fmla="*/ 216633 w 449492"/>
                <a:gd name="connsiteY379" fmla="*/ 35521 h 602977"/>
                <a:gd name="connsiteX380" fmla="*/ 217181 w 449492"/>
                <a:gd name="connsiteY380" fmla="*/ 37604 h 602977"/>
                <a:gd name="connsiteX381" fmla="*/ 217510 w 449492"/>
                <a:gd name="connsiteY381" fmla="*/ 39796 h 602977"/>
                <a:gd name="connsiteX382" fmla="*/ 217730 w 449492"/>
                <a:gd name="connsiteY382" fmla="*/ 42099 h 602977"/>
                <a:gd name="connsiteX383" fmla="*/ 217839 w 449492"/>
                <a:gd name="connsiteY383" fmla="*/ 44620 h 602977"/>
                <a:gd name="connsiteX384" fmla="*/ 217839 w 449492"/>
                <a:gd name="connsiteY384" fmla="*/ 48896 h 602977"/>
                <a:gd name="connsiteX385" fmla="*/ 217401 w 449492"/>
                <a:gd name="connsiteY385" fmla="*/ 53281 h 602977"/>
                <a:gd name="connsiteX386" fmla="*/ 216524 w 449492"/>
                <a:gd name="connsiteY386" fmla="*/ 57667 h 602977"/>
                <a:gd name="connsiteX387" fmla="*/ 215098 w 449492"/>
                <a:gd name="connsiteY387" fmla="*/ 61613 h 602977"/>
                <a:gd name="connsiteX388" fmla="*/ 213673 w 449492"/>
                <a:gd name="connsiteY388" fmla="*/ 64683 h 602977"/>
                <a:gd name="connsiteX389" fmla="*/ 211810 w 449492"/>
                <a:gd name="connsiteY389" fmla="*/ 67314 h 602977"/>
                <a:gd name="connsiteX390" fmla="*/ 209507 w 449492"/>
                <a:gd name="connsiteY390" fmla="*/ 69507 h 602977"/>
                <a:gd name="connsiteX391" fmla="*/ 206767 w 449492"/>
                <a:gd name="connsiteY391" fmla="*/ 71261 h 602977"/>
                <a:gd name="connsiteX392" fmla="*/ 206657 w 449492"/>
                <a:gd name="connsiteY392" fmla="*/ 71480 h 602977"/>
                <a:gd name="connsiteX393" fmla="*/ 206547 w 449492"/>
                <a:gd name="connsiteY393" fmla="*/ 71699 h 602977"/>
                <a:gd name="connsiteX394" fmla="*/ 206328 w 449492"/>
                <a:gd name="connsiteY394" fmla="*/ 71809 h 602977"/>
                <a:gd name="connsiteX395" fmla="*/ 206218 w 449492"/>
                <a:gd name="connsiteY395" fmla="*/ 72028 h 602977"/>
                <a:gd name="connsiteX396" fmla="*/ 204903 w 449492"/>
                <a:gd name="connsiteY396" fmla="*/ 73454 h 602977"/>
                <a:gd name="connsiteX397" fmla="*/ 203587 w 449492"/>
                <a:gd name="connsiteY397" fmla="*/ 74988 h 602977"/>
                <a:gd name="connsiteX398" fmla="*/ 202272 w 449492"/>
                <a:gd name="connsiteY398" fmla="*/ 76414 h 602977"/>
                <a:gd name="connsiteX399" fmla="*/ 200956 w 449492"/>
                <a:gd name="connsiteY399" fmla="*/ 77949 h 602977"/>
                <a:gd name="connsiteX400" fmla="*/ 199860 w 449492"/>
                <a:gd name="connsiteY400" fmla="*/ 79264 h 602977"/>
                <a:gd name="connsiteX401" fmla="*/ 198763 w 449492"/>
                <a:gd name="connsiteY401" fmla="*/ 80580 h 602977"/>
                <a:gd name="connsiteX402" fmla="*/ 197667 w 449492"/>
                <a:gd name="connsiteY402" fmla="*/ 81895 h 602977"/>
                <a:gd name="connsiteX403" fmla="*/ 196461 w 449492"/>
                <a:gd name="connsiteY403" fmla="*/ 83211 h 602977"/>
                <a:gd name="connsiteX404" fmla="*/ 192734 w 449492"/>
                <a:gd name="connsiteY404" fmla="*/ 85294 h 602977"/>
                <a:gd name="connsiteX405" fmla="*/ 188129 w 449492"/>
                <a:gd name="connsiteY405" fmla="*/ 87706 h 602977"/>
                <a:gd name="connsiteX406" fmla="*/ 183963 w 449492"/>
                <a:gd name="connsiteY406" fmla="*/ 90337 h 602977"/>
                <a:gd name="connsiteX407" fmla="*/ 181551 w 449492"/>
                <a:gd name="connsiteY407" fmla="*/ 93626 h 602977"/>
                <a:gd name="connsiteX408" fmla="*/ 180126 w 449492"/>
                <a:gd name="connsiteY408" fmla="*/ 96148 h 602977"/>
                <a:gd name="connsiteX409" fmla="*/ 178591 w 449492"/>
                <a:gd name="connsiteY409" fmla="*/ 98669 h 602977"/>
                <a:gd name="connsiteX410" fmla="*/ 176947 w 449492"/>
                <a:gd name="connsiteY410" fmla="*/ 101191 h 602977"/>
                <a:gd name="connsiteX411" fmla="*/ 175412 w 449492"/>
                <a:gd name="connsiteY411" fmla="*/ 103712 h 602977"/>
                <a:gd name="connsiteX412" fmla="*/ 173109 w 449492"/>
                <a:gd name="connsiteY412" fmla="*/ 104918 h 602977"/>
                <a:gd name="connsiteX413" fmla="*/ 169930 w 449492"/>
                <a:gd name="connsiteY413" fmla="*/ 105466 h 602977"/>
                <a:gd name="connsiteX414" fmla="*/ 166422 w 449492"/>
                <a:gd name="connsiteY414" fmla="*/ 105795 h 602977"/>
                <a:gd name="connsiteX415" fmla="*/ 163462 w 449492"/>
                <a:gd name="connsiteY415" fmla="*/ 106014 h 602977"/>
                <a:gd name="connsiteX416" fmla="*/ 162694 w 449492"/>
                <a:gd name="connsiteY416" fmla="*/ 106234 h 602977"/>
                <a:gd name="connsiteX417" fmla="*/ 161927 w 449492"/>
                <a:gd name="connsiteY417" fmla="*/ 106453 h 602977"/>
                <a:gd name="connsiteX418" fmla="*/ 161160 w 449492"/>
                <a:gd name="connsiteY418" fmla="*/ 106563 h 602977"/>
                <a:gd name="connsiteX419" fmla="*/ 160392 w 449492"/>
                <a:gd name="connsiteY419" fmla="*/ 106782 h 602977"/>
                <a:gd name="connsiteX420" fmla="*/ 157432 w 449492"/>
                <a:gd name="connsiteY420" fmla="*/ 109303 h 602977"/>
                <a:gd name="connsiteX421" fmla="*/ 156336 w 449492"/>
                <a:gd name="connsiteY421" fmla="*/ 112702 h 602977"/>
                <a:gd name="connsiteX422" fmla="*/ 155787 w 449492"/>
                <a:gd name="connsiteY422" fmla="*/ 116429 h 602977"/>
                <a:gd name="connsiteX423" fmla="*/ 153924 w 449492"/>
                <a:gd name="connsiteY423" fmla="*/ 119938 h 602977"/>
                <a:gd name="connsiteX424" fmla="*/ 152608 w 449492"/>
                <a:gd name="connsiteY424" fmla="*/ 121911 h 602977"/>
                <a:gd name="connsiteX425" fmla="*/ 152718 w 449492"/>
                <a:gd name="connsiteY425" fmla="*/ 124104 h 602977"/>
                <a:gd name="connsiteX426" fmla="*/ 153924 w 449492"/>
                <a:gd name="connsiteY426" fmla="*/ 126187 h 602977"/>
                <a:gd name="connsiteX427" fmla="*/ 155897 w 449492"/>
                <a:gd name="connsiteY427" fmla="*/ 127831 h 602977"/>
                <a:gd name="connsiteX428" fmla="*/ 157103 w 449492"/>
                <a:gd name="connsiteY428" fmla="*/ 129256 h 602977"/>
                <a:gd name="connsiteX429" fmla="*/ 158419 w 449492"/>
                <a:gd name="connsiteY429" fmla="*/ 130243 h 602977"/>
                <a:gd name="connsiteX430" fmla="*/ 159953 w 449492"/>
                <a:gd name="connsiteY430" fmla="*/ 130572 h 602977"/>
                <a:gd name="connsiteX431" fmla="*/ 161598 w 449492"/>
                <a:gd name="connsiteY431" fmla="*/ 130133 h 602977"/>
                <a:gd name="connsiteX432" fmla="*/ 168724 w 449492"/>
                <a:gd name="connsiteY432" fmla="*/ 127064 h 602977"/>
                <a:gd name="connsiteX433" fmla="*/ 175192 w 449492"/>
                <a:gd name="connsiteY433" fmla="*/ 125967 h 602977"/>
                <a:gd name="connsiteX434" fmla="*/ 180235 w 449492"/>
                <a:gd name="connsiteY434" fmla="*/ 128599 h 602977"/>
                <a:gd name="connsiteX435" fmla="*/ 182647 w 449492"/>
                <a:gd name="connsiteY435" fmla="*/ 136492 h 602977"/>
                <a:gd name="connsiteX436" fmla="*/ 182757 w 449492"/>
                <a:gd name="connsiteY436" fmla="*/ 138356 h 602977"/>
                <a:gd name="connsiteX437" fmla="*/ 182757 w 449492"/>
                <a:gd name="connsiteY437" fmla="*/ 140110 h 602977"/>
                <a:gd name="connsiteX438" fmla="*/ 182867 w 449492"/>
                <a:gd name="connsiteY438" fmla="*/ 141974 h 602977"/>
                <a:gd name="connsiteX439" fmla="*/ 183086 w 449492"/>
                <a:gd name="connsiteY439" fmla="*/ 143837 h 602977"/>
                <a:gd name="connsiteX440" fmla="*/ 185059 w 449492"/>
                <a:gd name="connsiteY440" fmla="*/ 147675 h 602977"/>
                <a:gd name="connsiteX441" fmla="*/ 186923 w 449492"/>
                <a:gd name="connsiteY441" fmla="*/ 151073 h 602977"/>
                <a:gd name="connsiteX442" fmla="*/ 186923 w 449492"/>
                <a:gd name="connsiteY442" fmla="*/ 154472 h 602977"/>
                <a:gd name="connsiteX443" fmla="*/ 183415 w 449492"/>
                <a:gd name="connsiteY443" fmla="*/ 158090 h 602977"/>
                <a:gd name="connsiteX444" fmla="*/ 178701 w 449492"/>
                <a:gd name="connsiteY444" fmla="*/ 162036 h 602977"/>
                <a:gd name="connsiteX445" fmla="*/ 175850 w 449492"/>
                <a:gd name="connsiteY445" fmla="*/ 166751 h 602977"/>
                <a:gd name="connsiteX446" fmla="*/ 174096 w 449492"/>
                <a:gd name="connsiteY446" fmla="*/ 172123 h 602977"/>
                <a:gd name="connsiteX447" fmla="*/ 172890 w 449492"/>
                <a:gd name="connsiteY447" fmla="*/ 178262 h 602977"/>
                <a:gd name="connsiteX448" fmla="*/ 171246 w 449492"/>
                <a:gd name="connsiteY448" fmla="*/ 180564 h 602977"/>
                <a:gd name="connsiteX449" fmla="*/ 169601 w 449492"/>
                <a:gd name="connsiteY449" fmla="*/ 182647 h 602977"/>
                <a:gd name="connsiteX450" fmla="*/ 167957 w 449492"/>
                <a:gd name="connsiteY450" fmla="*/ 184840 h 602977"/>
                <a:gd name="connsiteX451" fmla="*/ 166531 w 449492"/>
                <a:gd name="connsiteY451" fmla="*/ 187142 h 602977"/>
                <a:gd name="connsiteX452" fmla="*/ 165983 w 449492"/>
                <a:gd name="connsiteY452" fmla="*/ 187800 h 602977"/>
                <a:gd name="connsiteX453" fmla="*/ 165435 w 449492"/>
                <a:gd name="connsiteY453" fmla="*/ 188458 h 602977"/>
                <a:gd name="connsiteX454" fmla="*/ 164997 w 449492"/>
                <a:gd name="connsiteY454" fmla="*/ 189225 h 602977"/>
                <a:gd name="connsiteX455" fmla="*/ 164558 w 449492"/>
                <a:gd name="connsiteY455" fmla="*/ 189993 h 602977"/>
                <a:gd name="connsiteX456" fmla="*/ 161379 w 449492"/>
                <a:gd name="connsiteY456" fmla="*/ 194597 h 602977"/>
                <a:gd name="connsiteX457" fmla="*/ 158528 w 449492"/>
                <a:gd name="connsiteY457" fmla="*/ 199312 h 602977"/>
                <a:gd name="connsiteX458" fmla="*/ 157322 w 449492"/>
                <a:gd name="connsiteY458" fmla="*/ 203916 h 602977"/>
                <a:gd name="connsiteX459" fmla="*/ 158857 w 449492"/>
                <a:gd name="connsiteY459" fmla="*/ 208630 h 602977"/>
                <a:gd name="connsiteX460" fmla="*/ 163571 w 449492"/>
                <a:gd name="connsiteY460" fmla="*/ 216524 h 602977"/>
                <a:gd name="connsiteX461" fmla="*/ 168395 w 449492"/>
                <a:gd name="connsiteY461" fmla="*/ 225294 h 602977"/>
                <a:gd name="connsiteX462" fmla="*/ 173329 w 449492"/>
                <a:gd name="connsiteY462" fmla="*/ 233736 h 602977"/>
                <a:gd name="connsiteX463" fmla="*/ 178701 w 449492"/>
                <a:gd name="connsiteY463" fmla="*/ 240643 h 602977"/>
                <a:gd name="connsiteX464" fmla="*/ 181332 w 449492"/>
                <a:gd name="connsiteY464" fmla="*/ 240752 h 602977"/>
                <a:gd name="connsiteX465" fmla="*/ 184073 w 449492"/>
                <a:gd name="connsiteY465" fmla="*/ 240972 h 602977"/>
                <a:gd name="connsiteX466" fmla="*/ 186704 w 449492"/>
                <a:gd name="connsiteY466" fmla="*/ 240972 h 602977"/>
                <a:gd name="connsiteX467" fmla="*/ 189335 w 449492"/>
                <a:gd name="connsiteY467" fmla="*/ 240752 h 602977"/>
                <a:gd name="connsiteX468" fmla="*/ 192514 w 449492"/>
                <a:gd name="connsiteY468" fmla="*/ 239656 h 602977"/>
                <a:gd name="connsiteX469" fmla="*/ 193282 w 449492"/>
                <a:gd name="connsiteY469" fmla="*/ 237902 h 602977"/>
                <a:gd name="connsiteX470" fmla="*/ 192734 w 449492"/>
                <a:gd name="connsiteY470" fmla="*/ 235161 h 602977"/>
                <a:gd name="connsiteX471" fmla="*/ 192514 w 449492"/>
                <a:gd name="connsiteY471" fmla="*/ 231543 h 602977"/>
                <a:gd name="connsiteX472" fmla="*/ 194488 w 449492"/>
                <a:gd name="connsiteY472" fmla="*/ 228474 h 602977"/>
                <a:gd name="connsiteX473" fmla="*/ 198215 w 449492"/>
                <a:gd name="connsiteY473" fmla="*/ 231105 h 602977"/>
                <a:gd name="connsiteX474" fmla="*/ 201285 w 449492"/>
                <a:gd name="connsiteY474" fmla="*/ 236586 h 602977"/>
                <a:gd name="connsiteX475" fmla="*/ 201175 w 449492"/>
                <a:gd name="connsiteY475" fmla="*/ 242836 h 602977"/>
                <a:gd name="connsiteX476" fmla="*/ 198873 w 449492"/>
                <a:gd name="connsiteY476" fmla="*/ 246343 h 602977"/>
                <a:gd name="connsiteX477" fmla="*/ 200079 w 449492"/>
                <a:gd name="connsiteY477" fmla="*/ 248207 h 602977"/>
                <a:gd name="connsiteX478" fmla="*/ 203258 w 449492"/>
                <a:gd name="connsiteY478" fmla="*/ 249194 h 602977"/>
                <a:gd name="connsiteX479" fmla="*/ 206767 w 449492"/>
                <a:gd name="connsiteY479" fmla="*/ 249742 h 602977"/>
                <a:gd name="connsiteX480" fmla="*/ 210494 w 449492"/>
                <a:gd name="connsiteY480" fmla="*/ 251496 h 602977"/>
                <a:gd name="connsiteX481" fmla="*/ 213125 w 449492"/>
                <a:gd name="connsiteY481" fmla="*/ 254237 h 602977"/>
                <a:gd name="connsiteX482" fmla="*/ 215537 w 449492"/>
                <a:gd name="connsiteY482" fmla="*/ 257197 h 602977"/>
                <a:gd name="connsiteX483" fmla="*/ 218497 w 449492"/>
                <a:gd name="connsiteY483" fmla="*/ 259938 h 602977"/>
                <a:gd name="connsiteX484" fmla="*/ 223869 w 449492"/>
                <a:gd name="connsiteY484" fmla="*/ 262131 h 602977"/>
                <a:gd name="connsiteX485" fmla="*/ 232092 w 449492"/>
                <a:gd name="connsiteY485" fmla="*/ 264323 h 602977"/>
                <a:gd name="connsiteX486" fmla="*/ 237902 w 449492"/>
                <a:gd name="connsiteY486" fmla="*/ 267503 h 602977"/>
                <a:gd name="connsiteX487" fmla="*/ 236258 w 449492"/>
                <a:gd name="connsiteY487" fmla="*/ 272984 h 602977"/>
                <a:gd name="connsiteX488" fmla="*/ 234284 w 449492"/>
                <a:gd name="connsiteY488" fmla="*/ 273861 h 602977"/>
                <a:gd name="connsiteX489" fmla="*/ 232311 w 449492"/>
                <a:gd name="connsiteY489" fmla="*/ 273752 h 602977"/>
                <a:gd name="connsiteX490" fmla="*/ 230776 w 449492"/>
                <a:gd name="connsiteY490" fmla="*/ 274080 h 602977"/>
                <a:gd name="connsiteX491" fmla="*/ 230118 w 449492"/>
                <a:gd name="connsiteY491" fmla="*/ 276273 h 602977"/>
                <a:gd name="connsiteX492" fmla="*/ 230228 w 449492"/>
                <a:gd name="connsiteY492" fmla="*/ 278247 h 602977"/>
                <a:gd name="connsiteX493" fmla="*/ 230885 w 449492"/>
                <a:gd name="connsiteY493" fmla="*/ 279562 h 602977"/>
                <a:gd name="connsiteX494" fmla="*/ 232092 w 449492"/>
                <a:gd name="connsiteY494" fmla="*/ 280549 h 602977"/>
                <a:gd name="connsiteX495" fmla="*/ 233955 w 449492"/>
                <a:gd name="connsiteY495" fmla="*/ 280878 h 602977"/>
                <a:gd name="connsiteX496" fmla="*/ 235052 w 449492"/>
                <a:gd name="connsiteY496" fmla="*/ 283509 h 602977"/>
                <a:gd name="connsiteX497" fmla="*/ 235928 w 449492"/>
                <a:gd name="connsiteY497" fmla="*/ 287236 h 602977"/>
                <a:gd name="connsiteX498" fmla="*/ 237464 w 449492"/>
                <a:gd name="connsiteY498" fmla="*/ 289758 h 602977"/>
                <a:gd name="connsiteX499" fmla="*/ 240643 w 449492"/>
                <a:gd name="connsiteY499" fmla="*/ 288881 h 602977"/>
                <a:gd name="connsiteX500" fmla="*/ 243932 w 449492"/>
                <a:gd name="connsiteY500" fmla="*/ 286688 h 602977"/>
                <a:gd name="connsiteX501" fmla="*/ 247330 w 449492"/>
                <a:gd name="connsiteY501" fmla="*/ 285482 h 602977"/>
                <a:gd name="connsiteX502" fmla="*/ 250729 w 449492"/>
                <a:gd name="connsiteY502" fmla="*/ 285592 h 602977"/>
                <a:gd name="connsiteX503" fmla="*/ 254347 w 449492"/>
                <a:gd name="connsiteY503" fmla="*/ 287346 h 602977"/>
                <a:gd name="connsiteX504" fmla="*/ 256759 w 449492"/>
                <a:gd name="connsiteY504" fmla="*/ 289648 h 602977"/>
                <a:gd name="connsiteX505" fmla="*/ 258842 w 449492"/>
                <a:gd name="connsiteY505" fmla="*/ 292170 h 602977"/>
                <a:gd name="connsiteX506" fmla="*/ 260925 w 449492"/>
                <a:gd name="connsiteY506" fmla="*/ 294801 h 602977"/>
                <a:gd name="connsiteX507" fmla="*/ 263117 w 449492"/>
                <a:gd name="connsiteY507" fmla="*/ 297323 h 602977"/>
                <a:gd name="connsiteX508" fmla="*/ 265091 w 449492"/>
                <a:gd name="connsiteY508" fmla="*/ 299405 h 602977"/>
                <a:gd name="connsiteX509" fmla="*/ 267283 w 449492"/>
                <a:gd name="connsiteY509" fmla="*/ 301269 h 602977"/>
                <a:gd name="connsiteX510" fmla="*/ 269695 w 449492"/>
                <a:gd name="connsiteY510" fmla="*/ 302695 h 602977"/>
                <a:gd name="connsiteX511" fmla="*/ 272217 w 449492"/>
                <a:gd name="connsiteY511" fmla="*/ 303572 h 602977"/>
                <a:gd name="connsiteX512" fmla="*/ 277589 w 449492"/>
                <a:gd name="connsiteY512" fmla="*/ 302914 h 602977"/>
                <a:gd name="connsiteX513" fmla="*/ 281426 w 449492"/>
                <a:gd name="connsiteY513" fmla="*/ 304668 h 602977"/>
                <a:gd name="connsiteX514" fmla="*/ 283180 w 449492"/>
                <a:gd name="connsiteY514" fmla="*/ 308395 h 602977"/>
                <a:gd name="connsiteX515" fmla="*/ 281645 w 449492"/>
                <a:gd name="connsiteY515" fmla="*/ 313987 h 602977"/>
                <a:gd name="connsiteX516" fmla="*/ 277699 w 449492"/>
                <a:gd name="connsiteY516" fmla="*/ 318591 h 602977"/>
                <a:gd name="connsiteX517" fmla="*/ 272217 w 449492"/>
                <a:gd name="connsiteY517" fmla="*/ 321332 h 602977"/>
                <a:gd name="connsiteX518" fmla="*/ 266297 w 449492"/>
                <a:gd name="connsiteY518" fmla="*/ 321551 h 602977"/>
                <a:gd name="connsiteX519" fmla="*/ 261254 w 449492"/>
                <a:gd name="connsiteY519" fmla="*/ 318482 h 602977"/>
                <a:gd name="connsiteX520" fmla="*/ 260925 w 449492"/>
                <a:gd name="connsiteY520" fmla="*/ 318153 h 602977"/>
                <a:gd name="connsiteX521" fmla="*/ 260596 w 449492"/>
                <a:gd name="connsiteY521" fmla="*/ 317824 h 602977"/>
                <a:gd name="connsiteX522" fmla="*/ 260377 w 449492"/>
                <a:gd name="connsiteY522" fmla="*/ 317385 h 602977"/>
                <a:gd name="connsiteX523" fmla="*/ 260157 w 449492"/>
                <a:gd name="connsiteY523" fmla="*/ 316947 h 602977"/>
                <a:gd name="connsiteX524" fmla="*/ 256649 w 449492"/>
                <a:gd name="connsiteY524" fmla="*/ 319139 h 602977"/>
                <a:gd name="connsiteX525" fmla="*/ 251058 w 449492"/>
                <a:gd name="connsiteY525" fmla="*/ 318811 h 602977"/>
                <a:gd name="connsiteX526" fmla="*/ 245247 w 449492"/>
                <a:gd name="connsiteY526" fmla="*/ 317276 h 602977"/>
                <a:gd name="connsiteX527" fmla="*/ 240862 w 449492"/>
                <a:gd name="connsiteY527" fmla="*/ 315631 h 602977"/>
                <a:gd name="connsiteX528" fmla="*/ 239875 w 449492"/>
                <a:gd name="connsiteY528" fmla="*/ 316399 h 602977"/>
                <a:gd name="connsiteX529" fmla="*/ 238999 w 449492"/>
                <a:gd name="connsiteY529" fmla="*/ 317276 h 602977"/>
                <a:gd name="connsiteX530" fmla="*/ 238231 w 449492"/>
                <a:gd name="connsiteY530" fmla="*/ 318372 h 602977"/>
                <a:gd name="connsiteX531" fmla="*/ 237573 w 449492"/>
                <a:gd name="connsiteY531" fmla="*/ 319688 h 602977"/>
                <a:gd name="connsiteX532" fmla="*/ 235161 w 449492"/>
                <a:gd name="connsiteY532" fmla="*/ 320345 h 602977"/>
                <a:gd name="connsiteX533" fmla="*/ 232859 w 449492"/>
                <a:gd name="connsiteY533" fmla="*/ 321223 h 602977"/>
                <a:gd name="connsiteX534" fmla="*/ 230885 w 449492"/>
                <a:gd name="connsiteY534" fmla="*/ 322538 h 602977"/>
                <a:gd name="connsiteX535" fmla="*/ 229789 w 449492"/>
                <a:gd name="connsiteY535" fmla="*/ 324840 h 602977"/>
                <a:gd name="connsiteX536" fmla="*/ 229789 w 449492"/>
                <a:gd name="connsiteY536" fmla="*/ 325060 h 602977"/>
                <a:gd name="connsiteX537" fmla="*/ 229789 w 449492"/>
                <a:gd name="connsiteY537" fmla="*/ 325279 h 602977"/>
                <a:gd name="connsiteX538" fmla="*/ 229680 w 449492"/>
                <a:gd name="connsiteY538" fmla="*/ 325389 h 602977"/>
                <a:gd name="connsiteX539" fmla="*/ 229680 w 449492"/>
                <a:gd name="connsiteY539" fmla="*/ 325608 h 602977"/>
                <a:gd name="connsiteX540" fmla="*/ 231434 w 449492"/>
                <a:gd name="connsiteY540" fmla="*/ 329554 h 602977"/>
                <a:gd name="connsiteX541" fmla="*/ 234723 w 449492"/>
                <a:gd name="connsiteY541" fmla="*/ 332953 h 602977"/>
                <a:gd name="connsiteX542" fmla="*/ 237025 w 449492"/>
                <a:gd name="connsiteY542" fmla="*/ 336352 h 602977"/>
                <a:gd name="connsiteX543" fmla="*/ 236038 w 449492"/>
                <a:gd name="connsiteY543" fmla="*/ 339970 h 602977"/>
                <a:gd name="connsiteX544" fmla="*/ 234504 w 449492"/>
                <a:gd name="connsiteY544" fmla="*/ 341505 h 602977"/>
                <a:gd name="connsiteX545" fmla="*/ 232859 w 449492"/>
                <a:gd name="connsiteY545" fmla="*/ 342929 h 602977"/>
                <a:gd name="connsiteX546" fmla="*/ 231214 w 449492"/>
                <a:gd name="connsiteY546" fmla="*/ 344355 h 602977"/>
                <a:gd name="connsiteX547" fmla="*/ 229680 w 449492"/>
                <a:gd name="connsiteY547" fmla="*/ 345780 h 602977"/>
                <a:gd name="connsiteX548" fmla="*/ 225294 w 449492"/>
                <a:gd name="connsiteY548" fmla="*/ 347973 h 602977"/>
                <a:gd name="connsiteX549" fmla="*/ 220800 w 449492"/>
                <a:gd name="connsiteY549" fmla="*/ 347424 h 602977"/>
                <a:gd name="connsiteX550" fmla="*/ 216305 w 449492"/>
                <a:gd name="connsiteY550" fmla="*/ 345451 h 602977"/>
                <a:gd name="connsiteX551" fmla="*/ 211919 w 449492"/>
                <a:gd name="connsiteY551" fmla="*/ 343258 h 602977"/>
                <a:gd name="connsiteX552" fmla="*/ 210823 w 449492"/>
                <a:gd name="connsiteY552" fmla="*/ 342710 h 602977"/>
                <a:gd name="connsiteX553" fmla="*/ 209617 w 449492"/>
                <a:gd name="connsiteY553" fmla="*/ 342162 h 602977"/>
                <a:gd name="connsiteX554" fmla="*/ 208520 w 449492"/>
                <a:gd name="connsiteY554" fmla="*/ 341724 h 602977"/>
                <a:gd name="connsiteX555" fmla="*/ 207315 w 449492"/>
                <a:gd name="connsiteY555" fmla="*/ 341176 h 602977"/>
                <a:gd name="connsiteX556" fmla="*/ 206547 w 449492"/>
                <a:gd name="connsiteY556" fmla="*/ 340847 h 602977"/>
                <a:gd name="connsiteX557" fmla="*/ 205780 w 449492"/>
                <a:gd name="connsiteY557" fmla="*/ 340408 h 602977"/>
                <a:gd name="connsiteX558" fmla="*/ 204135 w 449492"/>
                <a:gd name="connsiteY558" fmla="*/ 339750 h 602977"/>
                <a:gd name="connsiteX559" fmla="*/ 204026 w 449492"/>
                <a:gd name="connsiteY559" fmla="*/ 339641 h 602977"/>
                <a:gd name="connsiteX560" fmla="*/ 203916 w 449492"/>
                <a:gd name="connsiteY560" fmla="*/ 339641 h 602977"/>
                <a:gd name="connsiteX561" fmla="*/ 203916 w 449492"/>
                <a:gd name="connsiteY561" fmla="*/ 339641 h 602977"/>
                <a:gd name="connsiteX562" fmla="*/ 202162 w 449492"/>
                <a:gd name="connsiteY562" fmla="*/ 338873 h 602977"/>
                <a:gd name="connsiteX563" fmla="*/ 200408 w 449492"/>
                <a:gd name="connsiteY563" fmla="*/ 338106 h 602977"/>
                <a:gd name="connsiteX564" fmla="*/ 198654 w 449492"/>
                <a:gd name="connsiteY564" fmla="*/ 337338 h 602977"/>
                <a:gd name="connsiteX565" fmla="*/ 197009 w 449492"/>
                <a:gd name="connsiteY565" fmla="*/ 336900 h 602977"/>
                <a:gd name="connsiteX566" fmla="*/ 193501 w 449492"/>
                <a:gd name="connsiteY566" fmla="*/ 341943 h 602977"/>
                <a:gd name="connsiteX567" fmla="*/ 189664 w 449492"/>
                <a:gd name="connsiteY567" fmla="*/ 347644 h 602977"/>
                <a:gd name="connsiteX568" fmla="*/ 185498 w 449492"/>
                <a:gd name="connsiteY568" fmla="*/ 352248 h 602977"/>
                <a:gd name="connsiteX569" fmla="*/ 180893 w 449492"/>
                <a:gd name="connsiteY569" fmla="*/ 354002 h 602977"/>
                <a:gd name="connsiteX570" fmla="*/ 176618 w 449492"/>
                <a:gd name="connsiteY570" fmla="*/ 354880 h 602977"/>
                <a:gd name="connsiteX571" fmla="*/ 172671 w 449492"/>
                <a:gd name="connsiteY571" fmla="*/ 356853 h 602977"/>
                <a:gd name="connsiteX572" fmla="*/ 168724 w 449492"/>
                <a:gd name="connsiteY572" fmla="*/ 358169 h 602977"/>
                <a:gd name="connsiteX573" fmla="*/ 164339 w 449492"/>
                <a:gd name="connsiteY573" fmla="*/ 356962 h 602977"/>
                <a:gd name="connsiteX574" fmla="*/ 162694 w 449492"/>
                <a:gd name="connsiteY574" fmla="*/ 354770 h 602977"/>
                <a:gd name="connsiteX575" fmla="*/ 161160 w 449492"/>
                <a:gd name="connsiteY575" fmla="*/ 352468 h 602977"/>
                <a:gd name="connsiteX576" fmla="*/ 159625 w 449492"/>
                <a:gd name="connsiteY576" fmla="*/ 350165 h 602977"/>
                <a:gd name="connsiteX577" fmla="*/ 157980 w 449492"/>
                <a:gd name="connsiteY577" fmla="*/ 347863 h 602977"/>
                <a:gd name="connsiteX578" fmla="*/ 157761 w 449492"/>
                <a:gd name="connsiteY578" fmla="*/ 347424 h 602977"/>
                <a:gd name="connsiteX579" fmla="*/ 157432 w 449492"/>
                <a:gd name="connsiteY579" fmla="*/ 347096 h 602977"/>
                <a:gd name="connsiteX580" fmla="*/ 157103 w 449492"/>
                <a:gd name="connsiteY580" fmla="*/ 346657 h 602977"/>
                <a:gd name="connsiteX581" fmla="*/ 156774 w 449492"/>
                <a:gd name="connsiteY581" fmla="*/ 346438 h 602977"/>
                <a:gd name="connsiteX582" fmla="*/ 156555 w 449492"/>
                <a:gd name="connsiteY582" fmla="*/ 346219 h 602977"/>
                <a:gd name="connsiteX583" fmla="*/ 156336 w 449492"/>
                <a:gd name="connsiteY583" fmla="*/ 345999 h 602977"/>
                <a:gd name="connsiteX584" fmla="*/ 155897 w 449492"/>
                <a:gd name="connsiteY584" fmla="*/ 345670 h 602977"/>
                <a:gd name="connsiteX585" fmla="*/ 155130 w 449492"/>
                <a:gd name="connsiteY585" fmla="*/ 345013 h 602977"/>
                <a:gd name="connsiteX586" fmla="*/ 154362 w 449492"/>
                <a:gd name="connsiteY586" fmla="*/ 344355 h 602977"/>
                <a:gd name="connsiteX587" fmla="*/ 153595 w 449492"/>
                <a:gd name="connsiteY587" fmla="*/ 343697 h 602977"/>
                <a:gd name="connsiteX588" fmla="*/ 152937 w 449492"/>
                <a:gd name="connsiteY588" fmla="*/ 342929 h 602977"/>
                <a:gd name="connsiteX589" fmla="*/ 152279 w 449492"/>
                <a:gd name="connsiteY589" fmla="*/ 342491 h 602977"/>
                <a:gd name="connsiteX590" fmla="*/ 151731 w 449492"/>
                <a:gd name="connsiteY590" fmla="*/ 341943 h 602977"/>
                <a:gd name="connsiteX591" fmla="*/ 151073 w 449492"/>
                <a:gd name="connsiteY591" fmla="*/ 341505 h 602977"/>
                <a:gd name="connsiteX592" fmla="*/ 150415 w 449492"/>
                <a:gd name="connsiteY592" fmla="*/ 340956 h 602977"/>
                <a:gd name="connsiteX593" fmla="*/ 149758 w 449492"/>
                <a:gd name="connsiteY593" fmla="*/ 340408 h 602977"/>
                <a:gd name="connsiteX594" fmla="*/ 148990 w 449492"/>
                <a:gd name="connsiteY594" fmla="*/ 339860 h 602977"/>
                <a:gd name="connsiteX595" fmla="*/ 148332 w 449492"/>
                <a:gd name="connsiteY595" fmla="*/ 339312 h 602977"/>
                <a:gd name="connsiteX596" fmla="*/ 147456 w 449492"/>
                <a:gd name="connsiteY596" fmla="*/ 338764 h 602977"/>
                <a:gd name="connsiteX597" fmla="*/ 147236 w 449492"/>
                <a:gd name="connsiteY597" fmla="*/ 338544 h 602977"/>
                <a:gd name="connsiteX598" fmla="*/ 146907 w 449492"/>
                <a:gd name="connsiteY598" fmla="*/ 338435 h 602977"/>
                <a:gd name="connsiteX599" fmla="*/ 146578 w 449492"/>
                <a:gd name="connsiteY599" fmla="*/ 338215 h 602977"/>
                <a:gd name="connsiteX600" fmla="*/ 146249 w 449492"/>
                <a:gd name="connsiteY600" fmla="*/ 337996 h 602977"/>
                <a:gd name="connsiteX601" fmla="*/ 144715 w 449492"/>
                <a:gd name="connsiteY601" fmla="*/ 337229 h 602977"/>
                <a:gd name="connsiteX602" fmla="*/ 143180 w 449492"/>
                <a:gd name="connsiteY602" fmla="*/ 336242 h 602977"/>
                <a:gd name="connsiteX603" fmla="*/ 141645 w 449492"/>
                <a:gd name="connsiteY603" fmla="*/ 335146 h 602977"/>
                <a:gd name="connsiteX604" fmla="*/ 140329 w 449492"/>
                <a:gd name="connsiteY604" fmla="*/ 333940 h 602977"/>
                <a:gd name="connsiteX605" fmla="*/ 139233 w 449492"/>
                <a:gd name="connsiteY605" fmla="*/ 332734 h 602977"/>
                <a:gd name="connsiteX606" fmla="*/ 138356 w 449492"/>
                <a:gd name="connsiteY606" fmla="*/ 331528 h 602977"/>
                <a:gd name="connsiteX607" fmla="*/ 137589 w 449492"/>
                <a:gd name="connsiteY607" fmla="*/ 330212 h 602977"/>
                <a:gd name="connsiteX608" fmla="*/ 136931 w 449492"/>
                <a:gd name="connsiteY608" fmla="*/ 328787 h 602977"/>
                <a:gd name="connsiteX609" fmla="*/ 136273 w 449492"/>
                <a:gd name="connsiteY609" fmla="*/ 327252 h 602977"/>
                <a:gd name="connsiteX610" fmla="*/ 135615 w 449492"/>
                <a:gd name="connsiteY610" fmla="*/ 325827 h 602977"/>
                <a:gd name="connsiteX611" fmla="*/ 135067 w 449492"/>
                <a:gd name="connsiteY611" fmla="*/ 324292 h 602977"/>
                <a:gd name="connsiteX612" fmla="*/ 134409 w 449492"/>
                <a:gd name="connsiteY612" fmla="*/ 322867 h 602977"/>
                <a:gd name="connsiteX613" fmla="*/ 132874 w 449492"/>
                <a:gd name="connsiteY613" fmla="*/ 319359 h 602977"/>
                <a:gd name="connsiteX614" fmla="*/ 130901 w 449492"/>
                <a:gd name="connsiteY614" fmla="*/ 316399 h 602977"/>
                <a:gd name="connsiteX615" fmla="*/ 128379 w 449492"/>
                <a:gd name="connsiteY615" fmla="*/ 313768 h 602977"/>
                <a:gd name="connsiteX616" fmla="*/ 125419 w 449492"/>
                <a:gd name="connsiteY616" fmla="*/ 311465 h 602977"/>
                <a:gd name="connsiteX617" fmla="*/ 124871 w 449492"/>
                <a:gd name="connsiteY617" fmla="*/ 311246 h 602977"/>
                <a:gd name="connsiteX618" fmla="*/ 124323 w 449492"/>
                <a:gd name="connsiteY618" fmla="*/ 310917 h 602977"/>
                <a:gd name="connsiteX619" fmla="*/ 123775 w 449492"/>
                <a:gd name="connsiteY619" fmla="*/ 310698 h 602977"/>
                <a:gd name="connsiteX620" fmla="*/ 123227 w 449492"/>
                <a:gd name="connsiteY620" fmla="*/ 310478 h 602977"/>
                <a:gd name="connsiteX621" fmla="*/ 121582 w 449492"/>
                <a:gd name="connsiteY621" fmla="*/ 308944 h 602977"/>
                <a:gd name="connsiteX622" fmla="*/ 121144 w 449492"/>
                <a:gd name="connsiteY622" fmla="*/ 306751 h 602977"/>
                <a:gd name="connsiteX623" fmla="*/ 120815 w 449492"/>
                <a:gd name="connsiteY623" fmla="*/ 304339 h 602977"/>
                <a:gd name="connsiteX624" fmla="*/ 119499 w 449492"/>
                <a:gd name="connsiteY624" fmla="*/ 301817 h 602977"/>
                <a:gd name="connsiteX625" fmla="*/ 117964 w 449492"/>
                <a:gd name="connsiteY625" fmla="*/ 299735 h 602977"/>
                <a:gd name="connsiteX626" fmla="*/ 116868 w 449492"/>
                <a:gd name="connsiteY626" fmla="*/ 297432 h 602977"/>
                <a:gd name="connsiteX627" fmla="*/ 116101 w 449492"/>
                <a:gd name="connsiteY627" fmla="*/ 294911 h 602977"/>
                <a:gd name="connsiteX628" fmla="*/ 115662 w 449492"/>
                <a:gd name="connsiteY628" fmla="*/ 292279 h 602977"/>
                <a:gd name="connsiteX629" fmla="*/ 115662 w 449492"/>
                <a:gd name="connsiteY629" fmla="*/ 291512 h 602977"/>
                <a:gd name="connsiteX630" fmla="*/ 115552 w 449492"/>
                <a:gd name="connsiteY630" fmla="*/ 290745 h 602977"/>
                <a:gd name="connsiteX631" fmla="*/ 115443 w 449492"/>
                <a:gd name="connsiteY631" fmla="*/ 289977 h 602977"/>
                <a:gd name="connsiteX632" fmla="*/ 115004 w 449492"/>
                <a:gd name="connsiteY632" fmla="*/ 289319 h 602977"/>
                <a:gd name="connsiteX633" fmla="*/ 111934 w 449492"/>
                <a:gd name="connsiteY633" fmla="*/ 286688 h 602977"/>
                <a:gd name="connsiteX634" fmla="*/ 109742 w 449492"/>
                <a:gd name="connsiteY634" fmla="*/ 286031 h 602977"/>
                <a:gd name="connsiteX635" fmla="*/ 107549 w 449492"/>
                <a:gd name="connsiteY635" fmla="*/ 286798 h 602977"/>
                <a:gd name="connsiteX636" fmla="*/ 104041 w 449492"/>
                <a:gd name="connsiteY636" fmla="*/ 288991 h 602977"/>
                <a:gd name="connsiteX637" fmla="*/ 98779 w 449492"/>
                <a:gd name="connsiteY637" fmla="*/ 289429 h 602977"/>
                <a:gd name="connsiteX638" fmla="*/ 92420 w 449492"/>
                <a:gd name="connsiteY638" fmla="*/ 287894 h 602977"/>
                <a:gd name="connsiteX639" fmla="*/ 86061 w 449492"/>
                <a:gd name="connsiteY639" fmla="*/ 285811 h 602977"/>
                <a:gd name="connsiteX640" fmla="*/ 80580 w 449492"/>
                <a:gd name="connsiteY640" fmla="*/ 284386 h 602977"/>
                <a:gd name="connsiteX641" fmla="*/ 78826 w 449492"/>
                <a:gd name="connsiteY641" fmla="*/ 286579 h 602977"/>
                <a:gd name="connsiteX642" fmla="*/ 77510 w 449492"/>
                <a:gd name="connsiteY642" fmla="*/ 288881 h 602977"/>
                <a:gd name="connsiteX643" fmla="*/ 76633 w 449492"/>
                <a:gd name="connsiteY643" fmla="*/ 291512 h 602977"/>
                <a:gd name="connsiteX644" fmla="*/ 75756 w 449492"/>
                <a:gd name="connsiteY644" fmla="*/ 294143 h 602977"/>
                <a:gd name="connsiteX645" fmla="*/ 74440 w 449492"/>
                <a:gd name="connsiteY645" fmla="*/ 299405 h 602977"/>
                <a:gd name="connsiteX646" fmla="*/ 75317 w 449492"/>
                <a:gd name="connsiteY646" fmla="*/ 305545 h 602977"/>
                <a:gd name="connsiteX647" fmla="*/ 77071 w 449492"/>
                <a:gd name="connsiteY647" fmla="*/ 311794 h 602977"/>
                <a:gd name="connsiteX648" fmla="*/ 78606 w 449492"/>
                <a:gd name="connsiteY648" fmla="*/ 317166 h 602977"/>
                <a:gd name="connsiteX649" fmla="*/ 78716 w 449492"/>
                <a:gd name="connsiteY649" fmla="*/ 317604 h 602977"/>
                <a:gd name="connsiteX650" fmla="*/ 78716 w 449492"/>
                <a:gd name="connsiteY650" fmla="*/ 318153 h 602977"/>
                <a:gd name="connsiteX651" fmla="*/ 78826 w 449492"/>
                <a:gd name="connsiteY651" fmla="*/ 318591 h 602977"/>
                <a:gd name="connsiteX652" fmla="*/ 78935 w 449492"/>
                <a:gd name="connsiteY652" fmla="*/ 319030 h 602977"/>
                <a:gd name="connsiteX653" fmla="*/ 79483 w 449492"/>
                <a:gd name="connsiteY653" fmla="*/ 321990 h 602977"/>
                <a:gd name="connsiteX654" fmla="*/ 79922 w 449492"/>
                <a:gd name="connsiteY654" fmla="*/ 324840 h 602977"/>
                <a:gd name="connsiteX655" fmla="*/ 80470 w 449492"/>
                <a:gd name="connsiteY655" fmla="*/ 327691 h 602977"/>
                <a:gd name="connsiteX656" fmla="*/ 81018 w 449492"/>
                <a:gd name="connsiteY656" fmla="*/ 330651 h 602977"/>
                <a:gd name="connsiteX657" fmla="*/ 81238 w 449492"/>
                <a:gd name="connsiteY657" fmla="*/ 333172 h 602977"/>
                <a:gd name="connsiteX658" fmla="*/ 81566 w 449492"/>
                <a:gd name="connsiteY658" fmla="*/ 335803 h 602977"/>
                <a:gd name="connsiteX659" fmla="*/ 81895 w 449492"/>
                <a:gd name="connsiteY659" fmla="*/ 338325 h 602977"/>
                <a:gd name="connsiteX660" fmla="*/ 82114 w 449492"/>
                <a:gd name="connsiteY660" fmla="*/ 340956 h 602977"/>
                <a:gd name="connsiteX661" fmla="*/ 80909 w 449492"/>
                <a:gd name="connsiteY661" fmla="*/ 342053 h 602977"/>
                <a:gd name="connsiteX662" fmla="*/ 79483 w 449492"/>
                <a:gd name="connsiteY662" fmla="*/ 343368 h 602977"/>
                <a:gd name="connsiteX663" fmla="*/ 78497 w 449492"/>
                <a:gd name="connsiteY663" fmla="*/ 345013 h 602977"/>
                <a:gd name="connsiteX664" fmla="*/ 78497 w 449492"/>
                <a:gd name="connsiteY664" fmla="*/ 347205 h 602977"/>
                <a:gd name="connsiteX665" fmla="*/ 78387 w 449492"/>
                <a:gd name="connsiteY665" fmla="*/ 349069 h 602977"/>
                <a:gd name="connsiteX666" fmla="*/ 78387 w 449492"/>
                <a:gd name="connsiteY666" fmla="*/ 350823 h 602977"/>
                <a:gd name="connsiteX667" fmla="*/ 78278 w 449492"/>
                <a:gd name="connsiteY667" fmla="*/ 352687 h 602977"/>
                <a:gd name="connsiteX668" fmla="*/ 78278 w 449492"/>
                <a:gd name="connsiteY668" fmla="*/ 354551 h 602977"/>
                <a:gd name="connsiteX669" fmla="*/ 77949 w 449492"/>
                <a:gd name="connsiteY669" fmla="*/ 357182 h 602977"/>
                <a:gd name="connsiteX670" fmla="*/ 77729 w 449492"/>
                <a:gd name="connsiteY670" fmla="*/ 360361 h 602977"/>
                <a:gd name="connsiteX671" fmla="*/ 77839 w 449492"/>
                <a:gd name="connsiteY671" fmla="*/ 363431 h 602977"/>
                <a:gd name="connsiteX672" fmla="*/ 78716 w 449492"/>
                <a:gd name="connsiteY672" fmla="*/ 365623 h 602977"/>
                <a:gd name="connsiteX673" fmla="*/ 79922 w 449492"/>
                <a:gd name="connsiteY673" fmla="*/ 367158 h 602977"/>
                <a:gd name="connsiteX674" fmla="*/ 80690 w 449492"/>
                <a:gd name="connsiteY674" fmla="*/ 368693 h 602977"/>
                <a:gd name="connsiteX675" fmla="*/ 80799 w 449492"/>
                <a:gd name="connsiteY675" fmla="*/ 370447 h 602977"/>
                <a:gd name="connsiteX676" fmla="*/ 80141 w 449492"/>
                <a:gd name="connsiteY676" fmla="*/ 372421 h 602977"/>
                <a:gd name="connsiteX677" fmla="*/ 80032 w 449492"/>
                <a:gd name="connsiteY677" fmla="*/ 373078 h 602977"/>
                <a:gd name="connsiteX678" fmla="*/ 79812 w 449492"/>
                <a:gd name="connsiteY678" fmla="*/ 373846 h 602977"/>
                <a:gd name="connsiteX679" fmla="*/ 79703 w 449492"/>
                <a:gd name="connsiteY679" fmla="*/ 374613 h 602977"/>
                <a:gd name="connsiteX680" fmla="*/ 79483 w 449492"/>
                <a:gd name="connsiteY680" fmla="*/ 375381 h 602977"/>
                <a:gd name="connsiteX681" fmla="*/ 79264 w 449492"/>
                <a:gd name="connsiteY681" fmla="*/ 378670 h 602977"/>
                <a:gd name="connsiteX682" fmla="*/ 78935 w 449492"/>
                <a:gd name="connsiteY682" fmla="*/ 381959 h 602977"/>
                <a:gd name="connsiteX683" fmla="*/ 78716 w 449492"/>
                <a:gd name="connsiteY683" fmla="*/ 385248 h 602977"/>
                <a:gd name="connsiteX684" fmla="*/ 78497 w 449492"/>
                <a:gd name="connsiteY684" fmla="*/ 388537 h 602977"/>
                <a:gd name="connsiteX685" fmla="*/ 77729 w 449492"/>
                <a:gd name="connsiteY685" fmla="*/ 391387 h 602977"/>
                <a:gd name="connsiteX686" fmla="*/ 76523 w 449492"/>
                <a:gd name="connsiteY686" fmla="*/ 391606 h 602977"/>
                <a:gd name="connsiteX687" fmla="*/ 74988 w 449492"/>
                <a:gd name="connsiteY687" fmla="*/ 391168 h 602977"/>
                <a:gd name="connsiteX688" fmla="*/ 73454 w 449492"/>
                <a:gd name="connsiteY688" fmla="*/ 392374 h 602977"/>
                <a:gd name="connsiteX689" fmla="*/ 73563 w 449492"/>
                <a:gd name="connsiteY689" fmla="*/ 396540 h 602977"/>
                <a:gd name="connsiteX690" fmla="*/ 75975 w 449492"/>
                <a:gd name="connsiteY690" fmla="*/ 399829 h 602977"/>
                <a:gd name="connsiteX691" fmla="*/ 77181 w 449492"/>
                <a:gd name="connsiteY691" fmla="*/ 402789 h 602977"/>
                <a:gd name="connsiteX692" fmla="*/ 73673 w 449492"/>
                <a:gd name="connsiteY692" fmla="*/ 405639 h 602977"/>
                <a:gd name="connsiteX693" fmla="*/ 70165 w 449492"/>
                <a:gd name="connsiteY693" fmla="*/ 408599 h 602977"/>
                <a:gd name="connsiteX694" fmla="*/ 67643 w 449492"/>
                <a:gd name="connsiteY694" fmla="*/ 411998 h 602977"/>
                <a:gd name="connsiteX695" fmla="*/ 65231 w 449492"/>
                <a:gd name="connsiteY695" fmla="*/ 415616 h 602977"/>
                <a:gd name="connsiteX696" fmla="*/ 62381 w 449492"/>
                <a:gd name="connsiteY696" fmla="*/ 419234 h 602977"/>
                <a:gd name="connsiteX697" fmla="*/ 63367 w 449492"/>
                <a:gd name="connsiteY697" fmla="*/ 420001 h 602977"/>
                <a:gd name="connsiteX698" fmla="*/ 64464 w 449492"/>
                <a:gd name="connsiteY698" fmla="*/ 420659 h 602977"/>
                <a:gd name="connsiteX699" fmla="*/ 65670 w 449492"/>
                <a:gd name="connsiteY699" fmla="*/ 421317 h 602977"/>
                <a:gd name="connsiteX700" fmla="*/ 66876 w 449492"/>
                <a:gd name="connsiteY700" fmla="*/ 421755 h 602977"/>
                <a:gd name="connsiteX701" fmla="*/ 66876 w 449492"/>
                <a:gd name="connsiteY701" fmla="*/ 422303 h 602977"/>
                <a:gd name="connsiteX702" fmla="*/ 66766 w 449492"/>
                <a:gd name="connsiteY702" fmla="*/ 422851 h 602977"/>
                <a:gd name="connsiteX703" fmla="*/ 66766 w 449492"/>
                <a:gd name="connsiteY703" fmla="*/ 423290 h 602977"/>
                <a:gd name="connsiteX704" fmla="*/ 66657 w 449492"/>
                <a:gd name="connsiteY704" fmla="*/ 423838 h 602977"/>
                <a:gd name="connsiteX705" fmla="*/ 66218 w 449492"/>
                <a:gd name="connsiteY705" fmla="*/ 425263 h 602977"/>
                <a:gd name="connsiteX706" fmla="*/ 66218 w 449492"/>
                <a:gd name="connsiteY706" fmla="*/ 426689 h 602977"/>
                <a:gd name="connsiteX707" fmla="*/ 66657 w 449492"/>
                <a:gd name="connsiteY707" fmla="*/ 427785 h 602977"/>
                <a:gd name="connsiteX708" fmla="*/ 67534 w 449492"/>
                <a:gd name="connsiteY708" fmla="*/ 428772 h 602977"/>
                <a:gd name="connsiteX709" fmla="*/ 68191 w 449492"/>
                <a:gd name="connsiteY709" fmla="*/ 429320 h 602977"/>
                <a:gd name="connsiteX710" fmla="*/ 68739 w 449492"/>
                <a:gd name="connsiteY710" fmla="*/ 429868 h 602977"/>
                <a:gd name="connsiteX711" fmla="*/ 69288 w 449492"/>
                <a:gd name="connsiteY711" fmla="*/ 430306 h 602977"/>
                <a:gd name="connsiteX712" fmla="*/ 69836 w 449492"/>
                <a:gd name="connsiteY712" fmla="*/ 430855 h 602977"/>
                <a:gd name="connsiteX713" fmla="*/ 71700 w 449492"/>
                <a:gd name="connsiteY713" fmla="*/ 433376 h 602977"/>
                <a:gd name="connsiteX714" fmla="*/ 73344 w 449492"/>
                <a:gd name="connsiteY714" fmla="*/ 436117 h 602977"/>
                <a:gd name="connsiteX715" fmla="*/ 74660 w 449492"/>
                <a:gd name="connsiteY715" fmla="*/ 438858 h 602977"/>
                <a:gd name="connsiteX716" fmla="*/ 75756 w 449492"/>
                <a:gd name="connsiteY716" fmla="*/ 441818 h 602977"/>
                <a:gd name="connsiteX717" fmla="*/ 75756 w 449492"/>
                <a:gd name="connsiteY717" fmla="*/ 442914 h 602977"/>
                <a:gd name="connsiteX718" fmla="*/ 75646 w 449492"/>
                <a:gd name="connsiteY718" fmla="*/ 443901 h 602977"/>
                <a:gd name="connsiteX719" fmla="*/ 75098 w 449492"/>
                <a:gd name="connsiteY719" fmla="*/ 444778 h 602977"/>
                <a:gd name="connsiteX720" fmla="*/ 74331 w 449492"/>
                <a:gd name="connsiteY720" fmla="*/ 445545 h 602977"/>
                <a:gd name="connsiteX721" fmla="*/ 70603 w 449492"/>
                <a:gd name="connsiteY721" fmla="*/ 445765 h 602977"/>
                <a:gd name="connsiteX722" fmla="*/ 66766 w 449492"/>
                <a:gd name="connsiteY722" fmla="*/ 445436 h 602977"/>
                <a:gd name="connsiteX723" fmla="*/ 62819 w 449492"/>
                <a:gd name="connsiteY723" fmla="*/ 444668 h 602977"/>
                <a:gd name="connsiteX724" fmla="*/ 59092 w 449492"/>
                <a:gd name="connsiteY724" fmla="*/ 444010 h 602977"/>
                <a:gd name="connsiteX725" fmla="*/ 59311 w 449492"/>
                <a:gd name="connsiteY725" fmla="*/ 446093 h 602977"/>
                <a:gd name="connsiteX726" fmla="*/ 59530 w 449492"/>
                <a:gd name="connsiteY726" fmla="*/ 448177 h 602977"/>
                <a:gd name="connsiteX727" fmla="*/ 59859 w 449492"/>
                <a:gd name="connsiteY727" fmla="*/ 450260 h 602977"/>
                <a:gd name="connsiteX728" fmla="*/ 60407 w 449492"/>
                <a:gd name="connsiteY728" fmla="*/ 452233 h 602977"/>
                <a:gd name="connsiteX729" fmla="*/ 61284 w 449492"/>
                <a:gd name="connsiteY729" fmla="*/ 455303 h 602977"/>
                <a:gd name="connsiteX730" fmla="*/ 61942 w 449492"/>
                <a:gd name="connsiteY730" fmla="*/ 458372 h 602977"/>
                <a:gd name="connsiteX731" fmla="*/ 62491 w 449492"/>
                <a:gd name="connsiteY731" fmla="*/ 461552 h 602977"/>
                <a:gd name="connsiteX732" fmla="*/ 63039 w 449492"/>
                <a:gd name="connsiteY732" fmla="*/ 464731 h 602977"/>
                <a:gd name="connsiteX733" fmla="*/ 63258 w 449492"/>
                <a:gd name="connsiteY733" fmla="*/ 465170 h 602977"/>
                <a:gd name="connsiteX734" fmla="*/ 63477 w 449492"/>
                <a:gd name="connsiteY734" fmla="*/ 465718 h 602977"/>
                <a:gd name="connsiteX735" fmla="*/ 63696 w 449492"/>
                <a:gd name="connsiteY735" fmla="*/ 466156 h 602977"/>
                <a:gd name="connsiteX736" fmla="*/ 63916 w 449492"/>
                <a:gd name="connsiteY736" fmla="*/ 466704 h 602977"/>
                <a:gd name="connsiteX737" fmla="*/ 66437 w 449492"/>
                <a:gd name="connsiteY737" fmla="*/ 470432 h 602977"/>
                <a:gd name="connsiteX738" fmla="*/ 68301 w 449492"/>
                <a:gd name="connsiteY738" fmla="*/ 475146 h 602977"/>
                <a:gd name="connsiteX739" fmla="*/ 69726 w 449492"/>
                <a:gd name="connsiteY739" fmla="*/ 480189 h 602977"/>
                <a:gd name="connsiteX740" fmla="*/ 71042 w 449492"/>
                <a:gd name="connsiteY740" fmla="*/ 484574 h 602977"/>
                <a:gd name="connsiteX741" fmla="*/ 71919 w 449492"/>
                <a:gd name="connsiteY741" fmla="*/ 487644 h 602977"/>
                <a:gd name="connsiteX742" fmla="*/ 73015 w 449492"/>
                <a:gd name="connsiteY742" fmla="*/ 492029 h 602977"/>
                <a:gd name="connsiteX743" fmla="*/ 73673 w 449492"/>
                <a:gd name="connsiteY743" fmla="*/ 496086 h 602977"/>
                <a:gd name="connsiteX744" fmla="*/ 73454 w 449492"/>
                <a:gd name="connsiteY744" fmla="*/ 498607 h 602977"/>
                <a:gd name="connsiteX745" fmla="*/ 69726 w 449492"/>
                <a:gd name="connsiteY745" fmla="*/ 499594 h 602977"/>
                <a:gd name="connsiteX746" fmla="*/ 65341 w 449492"/>
                <a:gd name="connsiteY746" fmla="*/ 497182 h 602977"/>
                <a:gd name="connsiteX747" fmla="*/ 61175 w 449492"/>
                <a:gd name="connsiteY747" fmla="*/ 493345 h 602977"/>
                <a:gd name="connsiteX748" fmla="*/ 57776 w 449492"/>
                <a:gd name="connsiteY748" fmla="*/ 490166 h 602977"/>
                <a:gd name="connsiteX749" fmla="*/ 54926 w 449492"/>
                <a:gd name="connsiteY749" fmla="*/ 487754 h 602977"/>
                <a:gd name="connsiteX750" fmla="*/ 51527 w 449492"/>
                <a:gd name="connsiteY750" fmla="*/ 485780 h 602977"/>
                <a:gd name="connsiteX751" fmla="*/ 47800 w 449492"/>
                <a:gd name="connsiteY751" fmla="*/ 484684 h 602977"/>
                <a:gd name="connsiteX752" fmla="*/ 44182 w 449492"/>
                <a:gd name="connsiteY752" fmla="*/ 484903 h 602977"/>
                <a:gd name="connsiteX753" fmla="*/ 41660 w 449492"/>
                <a:gd name="connsiteY753" fmla="*/ 485671 h 602977"/>
                <a:gd name="connsiteX754" fmla="*/ 38920 w 449492"/>
                <a:gd name="connsiteY754" fmla="*/ 486109 h 602977"/>
                <a:gd name="connsiteX755" fmla="*/ 36179 w 449492"/>
                <a:gd name="connsiteY755" fmla="*/ 486767 h 602977"/>
                <a:gd name="connsiteX756" fmla="*/ 33876 w 449492"/>
                <a:gd name="connsiteY756" fmla="*/ 487644 h 602977"/>
                <a:gd name="connsiteX757" fmla="*/ 32232 w 449492"/>
                <a:gd name="connsiteY757" fmla="*/ 489398 h 602977"/>
                <a:gd name="connsiteX758" fmla="*/ 31026 w 449492"/>
                <a:gd name="connsiteY758" fmla="*/ 491372 h 602977"/>
                <a:gd name="connsiteX759" fmla="*/ 29601 w 449492"/>
                <a:gd name="connsiteY759" fmla="*/ 493016 h 602977"/>
                <a:gd name="connsiteX760" fmla="*/ 27298 w 449492"/>
                <a:gd name="connsiteY760" fmla="*/ 494003 h 602977"/>
                <a:gd name="connsiteX761" fmla="*/ 27079 w 449492"/>
                <a:gd name="connsiteY761" fmla="*/ 494003 h 602977"/>
                <a:gd name="connsiteX762" fmla="*/ 26969 w 449492"/>
                <a:gd name="connsiteY762" fmla="*/ 494003 h 602977"/>
                <a:gd name="connsiteX763" fmla="*/ 26860 w 449492"/>
                <a:gd name="connsiteY763" fmla="*/ 494112 h 602977"/>
                <a:gd name="connsiteX764" fmla="*/ 26750 w 449492"/>
                <a:gd name="connsiteY764" fmla="*/ 494112 h 602977"/>
                <a:gd name="connsiteX765" fmla="*/ 23790 w 449492"/>
                <a:gd name="connsiteY765" fmla="*/ 496634 h 602977"/>
                <a:gd name="connsiteX766" fmla="*/ 22804 w 449492"/>
                <a:gd name="connsiteY766" fmla="*/ 500142 h 602977"/>
                <a:gd name="connsiteX767" fmla="*/ 21598 w 449492"/>
                <a:gd name="connsiteY767" fmla="*/ 503541 h 602977"/>
                <a:gd name="connsiteX768" fmla="*/ 17980 w 449492"/>
                <a:gd name="connsiteY768" fmla="*/ 505733 h 602977"/>
                <a:gd name="connsiteX769" fmla="*/ 12717 w 449492"/>
                <a:gd name="connsiteY769" fmla="*/ 507049 h 602977"/>
                <a:gd name="connsiteX770" fmla="*/ 8332 w 449492"/>
                <a:gd name="connsiteY770" fmla="*/ 508803 h 602977"/>
                <a:gd name="connsiteX771" fmla="*/ 4385 w 449492"/>
                <a:gd name="connsiteY771" fmla="*/ 511215 h 602977"/>
                <a:gd name="connsiteX772" fmla="*/ 0 w 449492"/>
                <a:gd name="connsiteY772" fmla="*/ 514614 h 602977"/>
                <a:gd name="connsiteX773" fmla="*/ 658 w 449492"/>
                <a:gd name="connsiteY773" fmla="*/ 517903 h 602977"/>
                <a:gd name="connsiteX774" fmla="*/ 548 w 449492"/>
                <a:gd name="connsiteY774" fmla="*/ 520972 h 602977"/>
                <a:gd name="connsiteX775" fmla="*/ 329 w 449492"/>
                <a:gd name="connsiteY775" fmla="*/ 524042 h 602977"/>
                <a:gd name="connsiteX776" fmla="*/ 548 w 449492"/>
                <a:gd name="connsiteY776" fmla="*/ 527222 h 602977"/>
                <a:gd name="connsiteX777" fmla="*/ 1425 w 449492"/>
                <a:gd name="connsiteY777" fmla="*/ 529853 h 602977"/>
                <a:gd name="connsiteX778" fmla="*/ 2851 w 449492"/>
                <a:gd name="connsiteY778" fmla="*/ 532265 h 602977"/>
                <a:gd name="connsiteX779" fmla="*/ 3727 w 449492"/>
                <a:gd name="connsiteY779" fmla="*/ 534677 h 602977"/>
                <a:gd name="connsiteX780" fmla="*/ 3618 w 449492"/>
                <a:gd name="connsiteY780" fmla="*/ 537746 h 602977"/>
                <a:gd name="connsiteX781" fmla="*/ 5043 w 449492"/>
                <a:gd name="connsiteY781" fmla="*/ 537527 h 602977"/>
                <a:gd name="connsiteX782" fmla="*/ 6578 w 449492"/>
                <a:gd name="connsiteY782" fmla="*/ 537198 h 602977"/>
                <a:gd name="connsiteX783" fmla="*/ 8003 w 449492"/>
                <a:gd name="connsiteY783" fmla="*/ 536979 h 602977"/>
                <a:gd name="connsiteX784" fmla="*/ 9429 w 449492"/>
                <a:gd name="connsiteY784" fmla="*/ 536650 h 602977"/>
                <a:gd name="connsiteX785" fmla="*/ 9319 w 449492"/>
                <a:gd name="connsiteY785" fmla="*/ 539500 h 602977"/>
                <a:gd name="connsiteX786" fmla="*/ 9648 w 449492"/>
                <a:gd name="connsiteY786" fmla="*/ 542131 h 602977"/>
                <a:gd name="connsiteX787" fmla="*/ 10744 w 449492"/>
                <a:gd name="connsiteY787" fmla="*/ 544543 h 602977"/>
                <a:gd name="connsiteX788" fmla="*/ 12498 w 449492"/>
                <a:gd name="connsiteY788" fmla="*/ 546626 h 602977"/>
                <a:gd name="connsiteX789" fmla="*/ 15897 w 449492"/>
                <a:gd name="connsiteY789" fmla="*/ 548600 h 602977"/>
                <a:gd name="connsiteX790" fmla="*/ 18638 w 449492"/>
                <a:gd name="connsiteY790" fmla="*/ 547174 h 602977"/>
                <a:gd name="connsiteX791" fmla="*/ 21159 w 449492"/>
                <a:gd name="connsiteY791" fmla="*/ 545420 h 602977"/>
                <a:gd name="connsiteX792" fmla="*/ 23571 w 449492"/>
                <a:gd name="connsiteY792" fmla="*/ 546626 h 602977"/>
                <a:gd name="connsiteX793" fmla="*/ 23900 w 449492"/>
                <a:gd name="connsiteY793" fmla="*/ 550573 h 602977"/>
                <a:gd name="connsiteX794" fmla="*/ 24229 w 449492"/>
                <a:gd name="connsiteY794" fmla="*/ 554630 h 602977"/>
                <a:gd name="connsiteX795" fmla="*/ 25435 w 449492"/>
                <a:gd name="connsiteY795" fmla="*/ 557918 h 602977"/>
                <a:gd name="connsiteX796" fmla="*/ 28395 w 449492"/>
                <a:gd name="connsiteY796" fmla="*/ 559782 h 602977"/>
                <a:gd name="connsiteX797" fmla="*/ 31903 w 449492"/>
                <a:gd name="connsiteY797" fmla="*/ 560330 h 602977"/>
                <a:gd name="connsiteX798" fmla="*/ 36837 w 449492"/>
                <a:gd name="connsiteY798" fmla="*/ 560878 h 602977"/>
                <a:gd name="connsiteX799" fmla="*/ 41331 w 449492"/>
                <a:gd name="connsiteY799" fmla="*/ 561646 h 602977"/>
                <a:gd name="connsiteX800" fmla="*/ 43414 w 449492"/>
                <a:gd name="connsiteY800" fmla="*/ 562852 h 602977"/>
                <a:gd name="connsiteX801" fmla="*/ 46155 w 449492"/>
                <a:gd name="connsiteY801" fmla="*/ 572390 h 602977"/>
                <a:gd name="connsiteX802" fmla="*/ 51527 w 449492"/>
                <a:gd name="connsiteY802" fmla="*/ 579735 h 602977"/>
                <a:gd name="connsiteX803" fmla="*/ 58982 w 449492"/>
                <a:gd name="connsiteY803" fmla="*/ 584998 h 602977"/>
                <a:gd name="connsiteX804" fmla="*/ 67972 w 449492"/>
                <a:gd name="connsiteY804" fmla="*/ 588725 h 602977"/>
                <a:gd name="connsiteX805" fmla="*/ 71919 w 449492"/>
                <a:gd name="connsiteY805" fmla="*/ 589822 h 602977"/>
                <a:gd name="connsiteX806" fmla="*/ 75866 w 449492"/>
                <a:gd name="connsiteY806" fmla="*/ 590698 h 602977"/>
                <a:gd name="connsiteX807" fmla="*/ 79922 w 449492"/>
                <a:gd name="connsiteY807" fmla="*/ 591466 h 602977"/>
                <a:gd name="connsiteX808" fmla="*/ 83869 w 449492"/>
                <a:gd name="connsiteY808" fmla="*/ 592343 h 602977"/>
                <a:gd name="connsiteX809" fmla="*/ 85623 w 449492"/>
                <a:gd name="connsiteY809" fmla="*/ 593220 h 602977"/>
                <a:gd name="connsiteX810" fmla="*/ 87487 w 449492"/>
                <a:gd name="connsiteY810" fmla="*/ 594097 h 602977"/>
                <a:gd name="connsiteX811" fmla="*/ 89350 w 449492"/>
                <a:gd name="connsiteY811" fmla="*/ 594755 h 602977"/>
                <a:gd name="connsiteX812" fmla="*/ 91214 w 449492"/>
                <a:gd name="connsiteY812" fmla="*/ 595303 h 602977"/>
                <a:gd name="connsiteX813" fmla="*/ 97463 w 449492"/>
                <a:gd name="connsiteY813" fmla="*/ 596619 h 602977"/>
                <a:gd name="connsiteX814" fmla="*/ 104041 w 449492"/>
                <a:gd name="connsiteY814" fmla="*/ 597167 h 602977"/>
                <a:gd name="connsiteX815" fmla="*/ 110619 w 449492"/>
                <a:gd name="connsiteY815" fmla="*/ 596619 h 602977"/>
                <a:gd name="connsiteX816" fmla="*/ 116758 w 449492"/>
                <a:gd name="connsiteY816" fmla="*/ 595193 h 602977"/>
                <a:gd name="connsiteX817" fmla="*/ 120267 w 449492"/>
                <a:gd name="connsiteY817" fmla="*/ 594426 h 602977"/>
                <a:gd name="connsiteX818" fmla="*/ 122679 w 449492"/>
                <a:gd name="connsiteY818" fmla="*/ 594207 h 602977"/>
                <a:gd name="connsiteX819" fmla="*/ 124652 w 449492"/>
                <a:gd name="connsiteY819" fmla="*/ 594974 h 602977"/>
                <a:gd name="connsiteX820" fmla="*/ 127173 w 449492"/>
                <a:gd name="connsiteY820" fmla="*/ 597167 h 602977"/>
                <a:gd name="connsiteX821" fmla="*/ 129914 w 449492"/>
                <a:gd name="connsiteY821" fmla="*/ 600127 h 602977"/>
                <a:gd name="connsiteX822" fmla="*/ 132765 w 449492"/>
                <a:gd name="connsiteY822" fmla="*/ 603087 h 602977"/>
                <a:gd name="connsiteX823" fmla="*/ 135506 w 449492"/>
                <a:gd name="connsiteY823" fmla="*/ 606047 h 602977"/>
                <a:gd name="connsiteX824" fmla="*/ 138356 w 449492"/>
                <a:gd name="connsiteY824" fmla="*/ 609007 h 602977"/>
                <a:gd name="connsiteX825" fmla="*/ 139343 w 449492"/>
                <a:gd name="connsiteY825" fmla="*/ 608130 h 602977"/>
                <a:gd name="connsiteX826" fmla="*/ 140329 w 449492"/>
                <a:gd name="connsiteY826" fmla="*/ 607363 h 602977"/>
                <a:gd name="connsiteX827" fmla="*/ 141426 w 449492"/>
                <a:gd name="connsiteY827" fmla="*/ 606486 h 602977"/>
                <a:gd name="connsiteX828" fmla="*/ 142412 w 449492"/>
                <a:gd name="connsiteY828" fmla="*/ 605609 h 602977"/>
                <a:gd name="connsiteX829" fmla="*/ 143289 w 449492"/>
                <a:gd name="connsiteY829" fmla="*/ 604951 h 602977"/>
                <a:gd name="connsiteX830" fmla="*/ 144166 w 449492"/>
                <a:gd name="connsiteY830" fmla="*/ 604183 h 602977"/>
                <a:gd name="connsiteX831" fmla="*/ 144934 w 449492"/>
                <a:gd name="connsiteY831" fmla="*/ 603416 h 602977"/>
                <a:gd name="connsiteX832" fmla="*/ 145811 w 449492"/>
                <a:gd name="connsiteY832" fmla="*/ 602648 h 602977"/>
                <a:gd name="connsiteX833" fmla="*/ 147456 w 449492"/>
                <a:gd name="connsiteY833" fmla="*/ 603306 h 602977"/>
                <a:gd name="connsiteX834" fmla="*/ 148990 w 449492"/>
                <a:gd name="connsiteY834" fmla="*/ 603964 h 602977"/>
                <a:gd name="connsiteX835" fmla="*/ 150635 w 449492"/>
                <a:gd name="connsiteY835" fmla="*/ 604512 h 602977"/>
                <a:gd name="connsiteX836" fmla="*/ 152170 w 449492"/>
                <a:gd name="connsiteY836" fmla="*/ 605060 h 602977"/>
                <a:gd name="connsiteX837" fmla="*/ 158967 w 449492"/>
                <a:gd name="connsiteY837" fmla="*/ 604512 h 602977"/>
                <a:gd name="connsiteX838" fmla="*/ 164339 w 449492"/>
                <a:gd name="connsiteY838" fmla="*/ 599469 h 602977"/>
                <a:gd name="connsiteX839" fmla="*/ 168395 w 449492"/>
                <a:gd name="connsiteY839" fmla="*/ 592343 h 602977"/>
                <a:gd name="connsiteX840" fmla="*/ 171136 w 449492"/>
                <a:gd name="connsiteY840" fmla="*/ 585546 h 602977"/>
                <a:gd name="connsiteX841" fmla="*/ 172781 w 449492"/>
                <a:gd name="connsiteY841" fmla="*/ 583134 h 602977"/>
                <a:gd name="connsiteX842" fmla="*/ 174864 w 449492"/>
                <a:gd name="connsiteY842" fmla="*/ 581818 h 602977"/>
                <a:gd name="connsiteX843" fmla="*/ 177495 w 449492"/>
                <a:gd name="connsiteY843" fmla="*/ 581380 h 602977"/>
                <a:gd name="connsiteX844" fmla="*/ 180235 w 449492"/>
                <a:gd name="connsiteY844" fmla="*/ 581380 h 602977"/>
                <a:gd name="connsiteX845" fmla="*/ 181990 w 449492"/>
                <a:gd name="connsiteY845" fmla="*/ 581380 h 602977"/>
                <a:gd name="connsiteX846" fmla="*/ 183744 w 449492"/>
                <a:gd name="connsiteY846" fmla="*/ 581489 h 602977"/>
                <a:gd name="connsiteX847" fmla="*/ 185498 w 449492"/>
                <a:gd name="connsiteY847" fmla="*/ 581489 h 602977"/>
                <a:gd name="connsiteX848" fmla="*/ 187252 w 449492"/>
                <a:gd name="connsiteY848" fmla="*/ 581489 h 602977"/>
                <a:gd name="connsiteX849" fmla="*/ 190541 w 449492"/>
                <a:gd name="connsiteY849" fmla="*/ 581709 h 602977"/>
                <a:gd name="connsiteX850" fmla="*/ 193720 w 449492"/>
                <a:gd name="connsiteY850" fmla="*/ 581818 h 602977"/>
                <a:gd name="connsiteX851" fmla="*/ 200189 w 449492"/>
                <a:gd name="connsiteY851" fmla="*/ 582147 h 602977"/>
                <a:gd name="connsiteX852" fmla="*/ 202052 w 449492"/>
                <a:gd name="connsiteY852" fmla="*/ 582147 h 602977"/>
                <a:gd name="connsiteX853" fmla="*/ 203916 w 449492"/>
                <a:gd name="connsiteY853" fmla="*/ 582147 h 602977"/>
                <a:gd name="connsiteX854" fmla="*/ 205780 w 449492"/>
                <a:gd name="connsiteY854" fmla="*/ 582038 h 602977"/>
                <a:gd name="connsiteX855" fmla="*/ 207644 w 449492"/>
                <a:gd name="connsiteY855" fmla="*/ 581928 h 602977"/>
                <a:gd name="connsiteX856" fmla="*/ 209398 w 449492"/>
                <a:gd name="connsiteY856" fmla="*/ 581709 h 602977"/>
                <a:gd name="connsiteX857" fmla="*/ 211152 w 449492"/>
                <a:gd name="connsiteY857" fmla="*/ 581380 h 602977"/>
                <a:gd name="connsiteX858" fmla="*/ 212906 w 449492"/>
                <a:gd name="connsiteY858" fmla="*/ 580941 h 602977"/>
                <a:gd name="connsiteX859" fmla="*/ 214660 w 449492"/>
                <a:gd name="connsiteY859" fmla="*/ 580503 h 602977"/>
                <a:gd name="connsiteX860" fmla="*/ 216962 w 449492"/>
                <a:gd name="connsiteY860" fmla="*/ 580174 h 602977"/>
                <a:gd name="connsiteX861" fmla="*/ 219265 w 449492"/>
                <a:gd name="connsiteY861" fmla="*/ 579516 h 602977"/>
                <a:gd name="connsiteX862" fmla="*/ 221567 w 449492"/>
                <a:gd name="connsiteY862" fmla="*/ 579406 h 602977"/>
                <a:gd name="connsiteX863" fmla="*/ 223759 w 449492"/>
                <a:gd name="connsiteY863" fmla="*/ 580174 h 602977"/>
                <a:gd name="connsiteX864" fmla="*/ 224965 w 449492"/>
                <a:gd name="connsiteY864" fmla="*/ 582147 h 602977"/>
                <a:gd name="connsiteX865" fmla="*/ 225623 w 449492"/>
                <a:gd name="connsiteY865" fmla="*/ 585107 h 602977"/>
                <a:gd name="connsiteX866" fmla="*/ 226062 w 449492"/>
                <a:gd name="connsiteY866" fmla="*/ 588177 h 602977"/>
                <a:gd name="connsiteX867" fmla="*/ 226281 w 449492"/>
                <a:gd name="connsiteY867" fmla="*/ 590698 h 602977"/>
                <a:gd name="connsiteX868" fmla="*/ 226500 w 449492"/>
                <a:gd name="connsiteY868" fmla="*/ 592124 h 602977"/>
                <a:gd name="connsiteX869" fmla="*/ 226719 w 449492"/>
                <a:gd name="connsiteY869" fmla="*/ 593659 h 602977"/>
                <a:gd name="connsiteX870" fmla="*/ 227048 w 449492"/>
                <a:gd name="connsiteY870" fmla="*/ 595084 h 602977"/>
                <a:gd name="connsiteX871" fmla="*/ 227487 w 449492"/>
                <a:gd name="connsiteY871" fmla="*/ 596509 h 602977"/>
                <a:gd name="connsiteX872" fmla="*/ 228364 w 449492"/>
                <a:gd name="connsiteY872" fmla="*/ 599688 h 602977"/>
                <a:gd name="connsiteX873" fmla="*/ 229680 w 449492"/>
                <a:gd name="connsiteY873" fmla="*/ 602319 h 602977"/>
                <a:gd name="connsiteX874" fmla="*/ 231763 w 449492"/>
                <a:gd name="connsiteY874" fmla="*/ 603964 h 602977"/>
                <a:gd name="connsiteX875" fmla="*/ 234942 w 449492"/>
                <a:gd name="connsiteY875" fmla="*/ 604183 h 602977"/>
                <a:gd name="connsiteX876" fmla="*/ 237354 w 449492"/>
                <a:gd name="connsiteY876" fmla="*/ 603087 h 602977"/>
                <a:gd name="connsiteX877" fmla="*/ 239766 w 449492"/>
                <a:gd name="connsiteY877" fmla="*/ 602100 h 602977"/>
                <a:gd name="connsiteX878" fmla="*/ 242178 w 449492"/>
                <a:gd name="connsiteY878" fmla="*/ 601114 h 602977"/>
                <a:gd name="connsiteX879" fmla="*/ 244699 w 449492"/>
                <a:gd name="connsiteY879" fmla="*/ 600127 h 602977"/>
                <a:gd name="connsiteX880" fmla="*/ 247001 w 449492"/>
                <a:gd name="connsiteY880" fmla="*/ 598592 h 602977"/>
                <a:gd name="connsiteX881" fmla="*/ 249194 w 449492"/>
                <a:gd name="connsiteY881" fmla="*/ 596838 h 602977"/>
                <a:gd name="connsiteX882" fmla="*/ 251277 w 449492"/>
                <a:gd name="connsiteY882" fmla="*/ 594865 h 602977"/>
                <a:gd name="connsiteX883" fmla="*/ 253141 w 449492"/>
                <a:gd name="connsiteY883" fmla="*/ 592781 h 602977"/>
                <a:gd name="connsiteX884" fmla="*/ 255114 w 449492"/>
                <a:gd name="connsiteY884" fmla="*/ 591356 h 602977"/>
                <a:gd name="connsiteX885" fmla="*/ 256868 w 449492"/>
                <a:gd name="connsiteY885" fmla="*/ 589712 h 602977"/>
                <a:gd name="connsiteX886" fmla="*/ 258403 w 449492"/>
                <a:gd name="connsiteY886" fmla="*/ 587958 h 602977"/>
                <a:gd name="connsiteX887" fmla="*/ 259609 w 449492"/>
                <a:gd name="connsiteY887" fmla="*/ 585765 h 602977"/>
                <a:gd name="connsiteX888" fmla="*/ 259500 w 449492"/>
                <a:gd name="connsiteY888" fmla="*/ 583792 h 602977"/>
                <a:gd name="connsiteX889" fmla="*/ 259280 w 449492"/>
                <a:gd name="connsiteY889" fmla="*/ 581818 h 602977"/>
                <a:gd name="connsiteX890" fmla="*/ 258842 w 449492"/>
                <a:gd name="connsiteY890" fmla="*/ 579845 h 602977"/>
                <a:gd name="connsiteX891" fmla="*/ 258184 w 449492"/>
                <a:gd name="connsiteY891" fmla="*/ 577872 h 602977"/>
                <a:gd name="connsiteX892" fmla="*/ 256649 w 449492"/>
                <a:gd name="connsiteY892" fmla="*/ 575350 h 602977"/>
                <a:gd name="connsiteX893" fmla="*/ 254895 w 449492"/>
                <a:gd name="connsiteY893" fmla="*/ 572938 h 602977"/>
                <a:gd name="connsiteX894" fmla="*/ 252812 w 449492"/>
                <a:gd name="connsiteY894" fmla="*/ 570636 h 602977"/>
                <a:gd name="connsiteX895" fmla="*/ 250620 w 449492"/>
                <a:gd name="connsiteY895" fmla="*/ 568553 h 602977"/>
                <a:gd name="connsiteX896" fmla="*/ 250291 w 449492"/>
                <a:gd name="connsiteY896" fmla="*/ 568114 h 602977"/>
                <a:gd name="connsiteX897" fmla="*/ 249742 w 449492"/>
                <a:gd name="connsiteY897" fmla="*/ 567785 h 602977"/>
                <a:gd name="connsiteX898" fmla="*/ 249194 w 449492"/>
                <a:gd name="connsiteY898" fmla="*/ 567456 h 602977"/>
                <a:gd name="connsiteX899" fmla="*/ 248756 w 449492"/>
                <a:gd name="connsiteY899" fmla="*/ 567128 h 602977"/>
                <a:gd name="connsiteX900" fmla="*/ 245686 w 449492"/>
                <a:gd name="connsiteY900" fmla="*/ 564935 h 602977"/>
                <a:gd name="connsiteX901" fmla="*/ 243603 w 449492"/>
                <a:gd name="connsiteY901" fmla="*/ 562085 h 602977"/>
                <a:gd name="connsiteX902" fmla="*/ 242726 w 449492"/>
                <a:gd name="connsiteY902" fmla="*/ 558576 h 602977"/>
                <a:gd name="connsiteX903" fmla="*/ 243822 w 449492"/>
                <a:gd name="connsiteY903" fmla="*/ 554959 h 602977"/>
                <a:gd name="connsiteX904" fmla="*/ 245247 w 449492"/>
                <a:gd name="connsiteY904" fmla="*/ 552547 h 602977"/>
                <a:gd name="connsiteX905" fmla="*/ 246673 w 449492"/>
                <a:gd name="connsiteY905" fmla="*/ 550135 h 602977"/>
                <a:gd name="connsiteX906" fmla="*/ 248208 w 449492"/>
                <a:gd name="connsiteY906" fmla="*/ 547832 h 602977"/>
                <a:gd name="connsiteX907" fmla="*/ 249523 w 449492"/>
                <a:gd name="connsiteY907" fmla="*/ 545311 h 602977"/>
                <a:gd name="connsiteX908" fmla="*/ 251496 w 449492"/>
                <a:gd name="connsiteY908" fmla="*/ 541912 h 602977"/>
                <a:gd name="connsiteX909" fmla="*/ 253360 w 449492"/>
                <a:gd name="connsiteY909" fmla="*/ 538404 h 602977"/>
                <a:gd name="connsiteX910" fmla="*/ 255224 w 449492"/>
                <a:gd name="connsiteY910" fmla="*/ 535005 h 602977"/>
                <a:gd name="connsiteX911" fmla="*/ 257197 w 449492"/>
                <a:gd name="connsiteY911" fmla="*/ 531607 h 602977"/>
                <a:gd name="connsiteX912" fmla="*/ 258842 w 449492"/>
                <a:gd name="connsiteY912" fmla="*/ 528427 h 602977"/>
                <a:gd name="connsiteX913" fmla="*/ 261034 w 449492"/>
                <a:gd name="connsiteY913" fmla="*/ 524481 h 602977"/>
                <a:gd name="connsiteX914" fmla="*/ 263556 w 449492"/>
                <a:gd name="connsiteY914" fmla="*/ 521959 h 602977"/>
                <a:gd name="connsiteX915" fmla="*/ 266297 w 449492"/>
                <a:gd name="connsiteY915" fmla="*/ 522727 h 602977"/>
                <a:gd name="connsiteX916" fmla="*/ 271340 w 449492"/>
                <a:gd name="connsiteY916" fmla="*/ 521082 h 602977"/>
                <a:gd name="connsiteX917" fmla="*/ 278685 w 449492"/>
                <a:gd name="connsiteY917" fmla="*/ 515162 h 602977"/>
                <a:gd name="connsiteX918" fmla="*/ 284496 w 449492"/>
                <a:gd name="connsiteY918" fmla="*/ 512421 h 602977"/>
                <a:gd name="connsiteX919" fmla="*/ 284605 w 449492"/>
                <a:gd name="connsiteY919" fmla="*/ 520753 h 602977"/>
                <a:gd name="connsiteX920" fmla="*/ 282303 w 449492"/>
                <a:gd name="connsiteY920" fmla="*/ 527660 h 602977"/>
                <a:gd name="connsiteX921" fmla="*/ 279343 w 449492"/>
                <a:gd name="connsiteY921" fmla="*/ 536431 h 602977"/>
                <a:gd name="connsiteX922" fmla="*/ 277260 w 449492"/>
                <a:gd name="connsiteY922" fmla="*/ 545091 h 602977"/>
                <a:gd name="connsiteX923" fmla="*/ 277699 w 449492"/>
                <a:gd name="connsiteY923" fmla="*/ 551669 h 602977"/>
                <a:gd name="connsiteX924" fmla="*/ 280111 w 449492"/>
                <a:gd name="connsiteY924" fmla="*/ 554520 h 602977"/>
                <a:gd name="connsiteX925" fmla="*/ 283071 w 449492"/>
                <a:gd name="connsiteY925" fmla="*/ 556712 h 602977"/>
                <a:gd name="connsiteX926" fmla="*/ 286359 w 449492"/>
                <a:gd name="connsiteY926" fmla="*/ 558467 h 602977"/>
                <a:gd name="connsiteX927" fmla="*/ 289649 w 449492"/>
                <a:gd name="connsiteY927" fmla="*/ 560330 h 602977"/>
                <a:gd name="connsiteX928" fmla="*/ 291293 w 449492"/>
                <a:gd name="connsiteY928" fmla="*/ 561536 h 602977"/>
                <a:gd name="connsiteX929" fmla="*/ 292937 w 449492"/>
                <a:gd name="connsiteY929" fmla="*/ 562742 h 602977"/>
                <a:gd name="connsiteX930" fmla="*/ 294692 w 449492"/>
                <a:gd name="connsiteY930" fmla="*/ 563948 h 602977"/>
                <a:gd name="connsiteX931" fmla="*/ 296446 w 449492"/>
                <a:gd name="connsiteY931" fmla="*/ 565045 h 602977"/>
                <a:gd name="connsiteX932" fmla="*/ 298200 w 449492"/>
                <a:gd name="connsiteY932" fmla="*/ 567237 h 602977"/>
                <a:gd name="connsiteX933" fmla="*/ 298638 w 449492"/>
                <a:gd name="connsiteY933" fmla="*/ 570088 h 602977"/>
                <a:gd name="connsiteX934" fmla="*/ 298638 w 449492"/>
                <a:gd name="connsiteY934" fmla="*/ 573267 h 602977"/>
                <a:gd name="connsiteX935" fmla="*/ 299077 w 449492"/>
                <a:gd name="connsiteY935" fmla="*/ 576337 h 602977"/>
                <a:gd name="connsiteX936" fmla="*/ 300283 w 449492"/>
                <a:gd name="connsiteY936" fmla="*/ 578749 h 602977"/>
                <a:gd name="connsiteX937" fmla="*/ 301927 w 449492"/>
                <a:gd name="connsiteY937" fmla="*/ 580941 h 602977"/>
                <a:gd name="connsiteX938" fmla="*/ 303572 w 449492"/>
                <a:gd name="connsiteY938" fmla="*/ 583134 h 602977"/>
                <a:gd name="connsiteX939" fmla="*/ 304997 w 449492"/>
                <a:gd name="connsiteY939" fmla="*/ 585546 h 602977"/>
                <a:gd name="connsiteX940" fmla="*/ 306751 w 449492"/>
                <a:gd name="connsiteY940" fmla="*/ 588067 h 602977"/>
                <a:gd name="connsiteX941" fmla="*/ 309053 w 449492"/>
                <a:gd name="connsiteY941" fmla="*/ 589822 h 602977"/>
                <a:gd name="connsiteX942" fmla="*/ 311684 w 449492"/>
                <a:gd name="connsiteY942" fmla="*/ 590808 h 602977"/>
                <a:gd name="connsiteX943" fmla="*/ 314645 w 449492"/>
                <a:gd name="connsiteY943" fmla="*/ 591247 h 602977"/>
                <a:gd name="connsiteX944" fmla="*/ 317495 w 449492"/>
                <a:gd name="connsiteY944" fmla="*/ 590589 h 602977"/>
                <a:gd name="connsiteX945" fmla="*/ 319797 w 449492"/>
                <a:gd name="connsiteY945" fmla="*/ 588835 h 602977"/>
                <a:gd name="connsiteX946" fmla="*/ 321442 w 449492"/>
                <a:gd name="connsiteY946" fmla="*/ 586313 h 602977"/>
                <a:gd name="connsiteX947" fmla="*/ 322429 w 449492"/>
                <a:gd name="connsiteY947" fmla="*/ 583353 h 602977"/>
                <a:gd name="connsiteX948" fmla="*/ 327362 w 449492"/>
                <a:gd name="connsiteY948" fmla="*/ 572828 h 602977"/>
                <a:gd name="connsiteX949" fmla="*/ 333830 w 449492"/>
                <a:gd name="connsiteY949" fmla="*/ 563948 h 602977"/>
                <a:gd name="connsiteX950" fmla="*/ 342053 w 449492"/>
                <a:gd name="connsiteY950" fmla="*/ 557041 h 602977"/>
                <a:gd name="connsiteX951" fmla="*/ 352577 w 449492"/>
                <a:gd name="connsiteY951" fmla="*/ 552437 h 602977"/>
                <a:gd name="connsiteX952" fmla="*/ 353016 w 449492"/>
                <a:gd name="connsiteY952" fmla="*/ 552218 h 602977"/>
                <a:gd name="connsiteX953" fmla="*/ 353564 w 449492"/>
                <a:gd name="connsiteY953" fmla="*/ 552108 h 602977"/>
                <a:gd name="connsiteX954" fmla="*/ 354003 w 449492"/>
                <a:gd name="connsiteY954" fmla="*/ 551889 h 602977"/>
                <a:gd name="connsiteX955" fmla="*/ 354441 w 449492"/>
                <a:gd name="connsiteY955" fmla="*/ 551779 h 602977"/>
                <a:gd name="connsiteX956" fmla="*/ 358826 w 449492"/>
                <a:gd name="connsiteY956" fmla="*/ 551012 h 602977"/>
                <a:gd name="connsiteX957" fmla="*/ 362883 w 449492"/>
                <a:gd name="connsiteY957" fmla="*/ 550354 h 602977"/>
                <a:gd name="connsiteX958" fmla="*/ 366829 w 449492"/>
                <a:gd name="connsiteY958" fmla="*/ 550464 h 602977"/>
                <a:gd name="connsiteX959" fmla="*/ 370996 w 449492"/>
                <a:gd name="connsiteY959" fmla="*/ 552108 h 602977"/>
                <a:gd name="connsiteX960" fmla="*/ 374285 w 449492"/>
                <a:gd name="connsiteY960" fmla="*/ 553972 h 602977"/>
                <a:gd name="connsiteX961" fmla="*/ 377354 w 449492"/>
                <a:gd name="connsiteY961" fmla="*/ 555397 h 602977"/>
                <a:gd name="connsiteX962" fmla="*/ 380533 w 449492"/>
                <a:gd name="connsiteY962" fmla="*/ 556603 h 602977"/>
                <a:gd name="connsiteX963" fmla="*/ 384042 w 449492"/>
                <a:gd name="connsiteY963" fmla="*/ 557590 h 602977"/>
                <a:gd name="connsiteX964" fmla="*/ 384809 w 449492"/>
                <a:gd name="connsiteY964" fmla="*/ 557590 h 602977"/>
                <a:gd name="connsiteX965" fmla="*/ 385138 w 449492"/>
                <a:gd name="connsiteY965" fmla="*/ 557699 h 602977"/>
                <a:gd name="connsiteX966" fmla="*/ 385577 w 449492"/>
                <a:gd name="connsiteY966" fmla="*/ 557699 h 602977"/>
                <a:gd name="connsiteX967" fmla="*/ 392264 w 449492"/>
                <a:gd name="connsiteY967" fmla="*/ 559782 h 602977"/>
                <a:gd name="connsiteX968" fmla="*/ 398842 w 449492"/>
                <a:gd name="connsiteY968" fmla="*/ 561536 h 602977"/>
                <a:gd name="connsiteX969" fmla="*/ 404982 w 449492"/>
                <a:gd name="connsiteY969" fmla="*/ 561317 h 602977"/>
                <a:gd name="connsiteX970" fmla="*/ 410353 w 449492"/>
                <a:gd name="connsiteY970" fmla="*/ 557041 h 602977"/>
                <a:gd name="connsiteX971" fmla="*/ 411340 w 449492"/>
                <a:gd name="connsiteY971" fmla="*/ 555616 h 602977"/>
                <a:gd name="connsiteX972" fmla="*/ 412327 w 449492"/>
                <a:gd name="connsiteY972" fmla="*/ 554081 h 602977"/>
                <a:gd name="connsiteX973" fmla="*/ 413094 w 449492"/>
                <a:gd name="connsiteY973" fmla="*/ 552547 h 602977"/>
                <a:gd name="connsiteX974" fmla="*/ 413862 w 449492"/>
                <a:gd name="connsiteY974" fmla="*/ 551012 h 602977"/>
                <a:gd name="connsiteX975" fmla="*/ 414081 w 449492"/>
                <a:gd name="connsiteY975" fmla="*/ 550683 h 602977"/>
                <a:gd name="connsiteX976" fmla="*/ 414300 w 449492"/>
                <a:gd name="connsiteY976" fmla="*/ 550354 h 602977"/>
                <a:gd name="connsiteX977" fmla="*/ 414520 w 449492"/>
                <a:gd name="connsiteY977" fmla="*/ 550135 h 602977"/>
                <a:gd name="connsiteX978" fmla="*/ 414739 w 449492"/>
                <a:gd name="connsiteY978" fmla="*/ 549806 h 602977"/>
                <a:gd name="connsiteX979" fmla="*/ 415616 w 449492"/>
                <a:gd name="connsiteY979" fmla="*/ 548600 h 602977"/>
                <a:gd name="connsiteX980" fmla="*/ 416493 w 449492"/>
                <a:gd name="connsiteY980" fmla="*/ 547394 h 602977"/>
                <a:gd name="connsiteX981" fmla="*/ 417370 w 449492"/>
                <a:gd name="connsiteY981" fmla="*/ 546188 h 602977"/>
                <a:gd name="connsiteX982" fmla="*/ 418247 w 449492"/>
                <a:gd name="connsiteY982" fmla="*/ 544982 h 602977"/>
                <a:gd name="connsiteX983" fmla="*/ 419234 w 449492"/>
                <a:gd name="connsiteY983" fmla="*/ 543995 h 602977"/>
                <a:gd name="connsiteX984" fmla="*/ 420221 w 449492"/>
                <a:gd name="connsiteY984" fmla="*/ 543118 h 602977"/>
                <a:gd name="connsiteX985" fmla="*/ 421098 w 449492"/>
                <a:gd name="connsiteY985" fmla="*/ 542241 h 602977"/>
                <a:gd name="connsiteX986" fmla="*/ 422084 w 449492"/>
                <a:gd name="connsiteY986" fmla="*/ 541364 h 602977"/>
                <a:gd name="connsiteX987" fmla="*/ 422633 w 449492"/>
                <a:gd name="connsiteY987" fmla="*/ 540596 h 602977"/>
                <a:gd name="connsiteX988" fmla="*/ 423290 w 449492"/>
                <a:gd name="connsiteY988" fmla="*/ 539829 h 602977"/>
                <a:gd name="connsiteX989" fmla="*/ 423948 w 449492"/>
                <a:gd name="connsiteY989" fmla="*/ 539171 h 602977"/>
                <a:gd name="connsiteX990" fmla="*/ 424715 w 449492"/>
                <a:gd name="connsiteY990" fmla="*/ 538514 h 602977"/>
                <a:gd name="connsiteX991" fmla="*/ 427347 w 449492"/>
                <a:gd name="connsiteY991" fmla="*/ 536540 h 602977"/>
                <a:gd name="connsiteX992" fmla="*/ 430307 w 449492"/>
                <a:gd name="connsiteY992" fmla="*/ 535225 h 602977"/>
                <a:gd name="connsiteX993" fmla="*/ 433486 w 449492"/>
                <a:gd name="connsiteY993" fmla="*/ 534348 h 602977"/>
                <a:gd name="connsiteX994" fmla="*/ 436556 w 449492"/>
                <a:gd name="connsiteY994" fmla="*/ 533361 h 602977"/>
                <a:gd name="connsiteX995" fmla="*/ 437871 w 449492"/>
                <a:gd name="connsiteY995" fmla="*/ 532922 h 602977"/>
                <a:gd name="connsiteX996" fmla="*/ 439187 w 449492"/>
                <a:gd name="connsiteY996" fmla="*/ 532265 h 602977"/>
                <a:gd name="connsiteX997" fmla="*/ 440393 w 449492"/>
                <a:gd name="connsiteY997" fmla="*/ 531497 h 602977"/>
                <a:gd name="connsiteX998" fmla="*/ 441599 w 449492"/>
                <a:gd name="connsiteY998" fmla="*/ 530620 h 602977"/>
                <a:gd name="connsiteX999" fmla="*/ 445326 w 449492"/>
                <a:gd name="connsiteY999" fmla="*/ 528318 h 602977"/>
                <a:gd name="connsiteX1000" fmla="*/ 447738 w 449492"/>
                <a:gd name="connsiteY1000" fmla="*/ 525029 h 602977"/>
                <a:gd name="connsiteX1001" fmla="*/ 449382 w 449492"/>
                <a:gd name="connsiteY1001" fmla="*/ 521082 h 602977"/>
                <a:gd name="connsiteX1002" fmla="*/ 451137 w 449492"/>
                <a:gd name="connsiteY1002" fmla="*/ 516916 h 602977"/>
                <a:gd name="connsiteX1003" fmla="*/ 453329 w 449492"/>
                <a:gd name="connsiteY1003" fmla="*/ 512969 h 602977"/>
                <a:gd name="connsiteX1004" fmla="*/ 455193 w 449492"/>
                <a:gd name="connsiteY1004" fmla="*/ 509680 h 602977"/>
                <a:gd name="connsiteX1005" fmla="*/ 456618 w 449492"/>
                <a:gd name="connsiteY1005" fmla="*/ 506282 h 602977"/>
                <a:gd name="connsiteX1006" fmla="*/ 457496 w 449492"/>
                <a:gd name="connsiteY1006" fmla="*/ 502225 h 602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</a:cxnLst>
              <a:rect l="l" t="t" r="r" b="b"/>
              <a:pathLst>
                <a:path w="449492" h="602977">
                  <a:moveTo>
                    <a:pt x="455632" y="498936"/>
                  </a:moveTo>
                  <a:lnTo>
                    <a:pt x="452233" y="495647"/>
                  </a:lnTo>
                  <a:lnTo>
                    <a:pt x="448725" y="492139"/>
                  </a:lnTo>
                  <a:lnTo>
                    <a:pt x="446094" y="488192"/>
                  </a:lnTo>
                  <a:lnTo>
                    <a:pt x="445436" y="483149"/>
                  </a:lnTo>
                  <a:lnTo>
                    <a:pt x="445107" y="477339"/>
                  </a:lnTo>
                  <a:lnTo>
                    <a:pt x="443243" y="473173"/>
                  </a:lnTo>
                  <a:lnTo>
                    <a:pt x="438310" y="473502"/>
                  </a:lnTo>
                  <a:lnTo>
                    <a:pt x="437871" y="473611"/>
                  </a:lnTo>
                  <a:lnTo>
                    <a:pt x="437542" y="473611"/>
                  </a:lnTo>
                  <a:lnTo>
                    <a:pt x="437104" y="473721"/>
                  </a:lnTo>
                  <a:lnTo>
                    <a:pt x="436665" y="473830"/>
                  </a:lnTo>
                  <a:lnTo>
                    <a:pt x="431732" y="475146"/>
                  </a:lnTo>
                  <a:lnTo>
                    <a:pt x="426798" y="475913"/>
                  </a:lnTo>
                  <a:lnTo>
                    <a:pt x="421865" y="476791"/>
                  </a:lnTo>
                  <a:lnTo>
                    <a:pt x="416931" y="478216"/>
                  </a:lnTo>
                  <a:lnTo>
                    <a:pt x="414300" y="478983"/>
                  </a:lnTo>
                  <a:lnTo>
                    <a:pt x="411669" y="479422"/>
                  </a:lnTo>
                  <a:lnTo>
                    <a:pt x="409038" y="479970"/>
                  </a:lnTo>
                  <a:lnTo>
                    <a:pt x="406407" y="480847"/>
                  </a:lnTo>
                  <a:lnTo>
                    <a:pt x="403666" y="482711"/>
                  </a:lnTo>
                  <a:lnTo>
                    <a:pt x="401144" y="485013"/>
                  </a:lnTo>
                  <a:lnTo>
                    <a:pt x="398623" y="487096"/>
                  </a:lnTo>
                  <a:lnTo>
                    <a:pt x="395992" y="487973"/>
                  </a:lnTo>
                  <a:lnTo>
                    <a:pt x="392813" y="486767"/>
                  </a:lnTo>
                  <a:lnTo>
                    <a:pt x="389743" y="487096"/>
                  </a:lnTo>
                  <a:lnTo>
                    <a:pt x="386783" y="487534"/>
                  </a:lnTo>
                  <a:lnTo>
                    <a:pt x="384042" y="486767"/>
                  </a:lnTo>
                  <a:lnTo>
                    <a:pt x="382397" y="483588"/>
                  </a:lnTo>
                  <a:lnTo>
                    <a:pt x="382945" y="479860"/>
                  </a:lnTo>
                  <a:lnTo>
                    <a:pt x="384480" y="476133"/>
                  </a:lnTo>
                  <a:lnTo>
                    <a:pt x="385906" y="473063"/>
                  </a:lnTo>
                  <a:lnTo>
                    <a:pt x="384919" y="469774"/>
                  </a:lnTo>
                  <a:lnTo>
                    <a:pt x="382616" y="467143"/>
                  </a:lnTo>
                  <a:lnTo>
                    <a:pt x="380314" y="464292"/>
                  </a:lnTo>
                  <a:lnTo>
                    <a:pt x="379328" y="460017"/>
                  </a:lnTo>
                  <a:lnTo>
                    <a:pt x="379328" y="458372"/>
                  </a:lnTo>
                  <a:lnTo>
                    <a:pt x="379109" y="456838"/>
                  </a:lnTo>
                  <a:lnTo>
                    <a:pt x="378560" y="455412"/>
                  </a:lnTo>
                  <a:lnTo>
                    <a:pt x="377793" y="453987"/>
                  </a:lnTo>
                  <a:lnTo>
                    <a:pt x="377683" y="453658"/>
                  </a:lnTo>
                  <a:lnTo>
                    <a:pt x="377464" y="453329"/>
                  </a:lnTo>
                  <a:lnTo>
                    <a:pt x="377245" y="453000"/>
                  </a:lnTo>
                  <a:lnTo>
                    <a:pt x="377025" y="452671"/>
                  </a:lnTo>
                  <a:lnTo>
                    <a:pt x="375381" y="451685"/>
                  </a:lnTo>
                  <a:lnTo>
                    <a:pt x="373407" y="451137"/>
                  </a:lnTo>
                  <a:lnTo>
                    <a:pt x="371434" y="450808"/>
                  </a:lnTo>
                  <a:lnTo>
                    <a:pt x="369241" y="450588"/>
                  </a:lnTo>
                  <a:lnTo>
                    <a:pt x="366720" y="450150"/>
                  </a:lnTo>
                  <a:lnTo>
                    <a:pt x="364746" y="448834"/>
                  </a:lnTo>
                  <a:lnTo>
                    <a:pt x="362883" y="447628"/>
                  </a:lnTo>
                  <a:lnTo>
                    <a:pt x="360361" y="447409"/>
                  </a:lnTo>
                  <a:lnTo>
                    <a:pt x="357072" y="448834"/>
                  </a:lnTo>
                  <a:lnTo>
                    <a:pt x="354003" y="450260"/>
                  </a:lnTo>
                  <a:lnTo>
                    <a:pt x="350823" y="450917"/>
                  </a:lnTo>
                  <a:lnTo>
                    <a:pt x="347315" y="449931"/>
                  </a:lnTo>
                  <a:lnTo>
                    <a:pt x="345561" y="448834"/>
                  </a:lnTo>
                  <a:lnTo>
                    <a:pt x="344026" y="447300"/>
                  </a:lnTo>
                  <a:lnTo>
                    <a:pt x="342711" y="445545"/>
                  </a:lnTo>
                  <a:lnTo>
                    <a:pt x="341833" y="443572"/>
                  </a:lnTo>
                  <a:lnTo>
                    <a:pt x="339202" y="437871"/>
                  </a:lnTo>
                  <a:lnTo>
                    <a:pt x="337119" y="431513"/>
                  </a:lnTo>
                  <a:lnTo>
                    <a:pt x="336571" y="425263"/>
                  </a:lnTo>
                  <a:lnTo>
                    <a:pt x="338654" y="419563"/>
                  </a:lnTo>
                  <a:lnTo>
                    <a:pt x="338764" y="419453"/>
                  </a:lnTo>
                  <a:lnTo>
                    <a:pt x="338873" y="419343"/>
                  </a:lnTo>
                  <a:lnTo>
                    <a:pt x="338983" y="419234"/>
                  </a:lnTo>
                  <a:lnTo>
                    <a:pt x="339202" y="419234"/>
                  </a:lnTo>
                  <a:lnTo>
                    <a:pt x="340627" y="418028"/>
                  </a:lnTo>
                  <a:lnTo>
                    <a:pt x="342162" y="416822"/>
                  </a:lnTo>
                  <a:lnTo>
                    <a:pt x="343587" y="415506"/>
                  </a:lnTo>
                  <a:lnTo>
                    <a:pt x="345013" y="414190"/>
                  </a:lnTo>
                  <a:lnTo>
                    <a:pt x="346328" y="411888"/>
                  </a:lnTo>
                  <a:lnTo>
                    <a:pt x="347205" y="409586"/>
                  </a:lnTo>
                  <a:lnTo>
                    <a:pt x="348302" y="407503"/>
                  </a:lnTo>
                  <a:lnTo>
                    <a:pt x="350385" y="406078"/>
                  </a:lnTo>
                  <a:lnTo>
                    <a:pt x="354660" y="404652"/>
                  </a:lnTo>
                  <a:lnTo>
                    <a:pt x="357730" y="404104"/>
                  </a:lnTo>
                  <a:lnTo>
                    <a:pt x="359265" y="402460"/>
                  </a:lnTo>
                  <a:lnTo>
                    <a:pt x="359155" y="398184"/>
                  </a:lnTo>
                  <a:lnTo>
                    <a:pt x="358607" y="395772"/>
                  </a:lnTo>
                  <a:lnTo>
                    <a:pt x="357730" y="393360"/>
                  </a:lnTo>
                  <a:lnTo>
                    <a:pt x="356743" y="390948"/>
                  </a:lnTo>
                  <a:lnTo>
                    <a:pt x="356195" y="388537"/>
                  </a:lnTo>
                  <a:lnTo>
                    <a:pt x="356086" y="387660"/>
                  </a:lnTo>
                  <a:lnTo>
                    <a:pt x="355976" y="386892"/>
                  </a:lnTo>
                  <a:lnTo>
                    <a:pt x="355866" y="386015"/>
                  </a:lnTo>
                  <a:lnTo>
                    <a:pt x="355757" y="385248"/>
                  </a:lnTo>
                  <a:lnTo>
                    <a:pt x="355537" y="384700"/>
                  </a:lnTo>
                  <a:lnTo>
                    <a:pt x="355428" y="384261"/>
                  </a:lnTo>
                  <a:lnTo>
                    <a:pt x="355318" y="383713"/>
                  </a:lnTo>
                  <a:lnTo>
                    <a:pt x="355318" y="383165"/>
                  </a:lnTo>
                  <a:lnTo>
                    <a:pt x="355208" y="382178"/>
                  </a:lnTo>
                  <a:lnTo>
                    <a:pt x="355099" y="381301"/>
                  </a:lnTo>
                  <a:lnTo>
                    <a:pt x="355099" y="380314"/>
                  </a:lnTo>
                  <a:lnTo>
                    <a:pt x="355099" y="379437"/>
                  </a:lnTo>
                  <a:lnTo>
                    <a:pt x="354989" y="376916"/>
                  </a:lnTo>
                  <a:lnTo>
                    <a:pt x="354551" y="374613"/>
                  </a:lnTo>
                  <a:lnTo>
                    <a:pt x="354003" y="372201"/>
                  </a:lnTo>
                  <a:lnTo>
                    <a:pt x="353345" y="369899"/>
                  </a:lnTo>
                  <a:lnTo>
                    <a:pt x="352029" y="364856"/>
                  </a:lnTo>
                  <a:lnTo>
                    <a:pt x="350713" y="358388"/>
                  </a:lnTo>
                  <a:lnTo>
                    <a:pt x="350385" y="351919"/>
                  </a:lnTo>
                  <a:lnTo>
                    <a:pt x="351810" y="346986"/>
                  </a:lnTo>
                  <a:lnTo>
                    <a:pt x="354003" y="346219"/>
                  </a:lnTo>
                  <a:lnTo>
                    <a:pt x="356305" y="345780"/>
                  </a:lnTo>
                  <a:lnTo>
                    <a:pt x="358607" y="345451"/>
                  </a:lnTo>
                  <a:lnTo>
                    <a:pt x="360910" y="345122"/>
                  </a:lnTo>
                  <a:lnTo>
                    <a:pt x="363650" y="344136"/>
                  </a:lnTo>
                  <a:lnTo>
                    <a:pt x="365953" y="342491"/>
                  </a:lnTo>
                  <a:lnTo>
                    <a:pt x="368364" y="340956"/>
                  </a:lnTo>
                  <a:lnTo>
                    <a:pt x="370996" y="340079"/>
                  </a:lnTo>
                  <a:lnTo>
                    <a:pt x="374723" y="340737"/>
                  </a:lnTo>
                  <a:lnTo>
                    <a:pt x="378780" y="342381"/>
                  </a:lnTo>
                  <a:lnTo>
                    <a:pt x="382397" y="343258"/>
                  </a:lnTo>
                  <a:lnTo>
                    <a:pt x="384919" y="341505"/>
                  </a:lnTo>
                  <a:lnTo>
                    <a:pt x="385467" y="339531"/>
                  </a:lnTo>
                  <a:lnTo>
                    <a:pt x="386454" y="337886"/>
                  </a:lnTo>
                  <a:lnTo>
                    <a:pt x="387769" y="336900"/>
                  </a:lnTo>
                  <a:lnTo>
                    <a:pt x="389633" y="336790"/>
                  </a:lnTo>
                  <a:lnTo>
                    <a:pt x="390401" y="336790"/>
                  </a:lnTo>
                  <a:lnTo>
                    <a:pt x="391168" y="336900"/>
                  </a:lnTo>
                  <a:lnTo>
                    <a:pt x="391826" y="337010"/>
                  </a:lnTo>
                  <a:lnTo>
                    <a:pt x="392593" y="337229"/>
                  </a:lnTo>
                  <a:lnTo>
                    <a:pt x="394018" y="336900"/>
                  </a:lnTo>
                  <a:lnTo>
                    <a:pt x="395334" y="336242"/>
                  </a:lnTo>
                  <a:lnTo>
                    <a:pt x="396540" y="335255"/>
                  </a:lnTo>
                  <a:lnTo>
                    <a:pt x="397527" y="333940"/>
                  </a:lnTo>
                  <a:lnTo>
                    <a:pt x="398404" y="332844"/>
                  </a:lnTo>
                  <a:lnTo>
                    <a:pt x="399281" y="331857"/>
                  </a:lnTo>
                  <a:lnTo>
                    <a:pt x="400048" y="330760"/>
                  </a:lnTo>
                  <a:lnTo>
                    <a:pt x="400925" y="329664"/>
                  </a:lnTo>
                  <a:lnTo>
                    <a:pt x="401802" y="328349"/>
                  </a:lnTo>
                  <a:lnTo>
                    <a:pt x="402789" y="327252"/>
                  </a:lnTo>
                  <a:lnTo>
                    <a:pt x="403995" y="326266"/>
                  </a:lnTo>
                  <a:lnTo>
                    <a:pt x="405091" y="325389"/>
                  </a:lnTo>
                  <a:lnTo>
                    <a:pt x="406407" y="324511"/>
                  </a:lnTo>
                  <a:lnTo>
                    <a:pt x="407174" y="323306"/>
                  </a:lnTo>
                  <a:lnTo>
                    <a:pt x="407503" y="321990"/>
                  </a:lnTo>
                  <a:lnTo>
                    <a:pt x="407393" y="320565"/>
                  </a:lnTo>
                  <a:lnTo>
                    <a:pt x="405091" y="319030"/>
                  </a:lnTo>
                  <a:lnTo>
                    <a:pt x="402460" y="317714"/>
                  </a:lnTo>
                  <a:lnTo>
                    <a:pt x="399719" y="316508"/>
                  </a:lnTo>
                  <a:lnTo>
                    <a:pt x="397088" y="315521"/>
                  </a:lnTo>
                  <a:lnTo>
                    <a:pt x="394128" y="314425"/>
                  </a:lnTo>
                  <a:lnTo>
                    <a:pt x="392045" y="313987"/>
                  </a:lnTo>
                  <a:lnTo>
                    <a:pt x="389852" y="314425"/>
                  </a:lnTo>
                  <a:lnTo>
                    <a:pt x="386783" y="315960"/>
                  </a:lnTo>
                  <a:lnTo>
                    <a:pt x="386454" y="316070"/>
                  </a:lnTo>
                  <a:lnTo>
                    <a:pt x="386344" y="316180"/>
                  </a:lnTo>
                  <a:lnTo>
                    <a:pt x="386125" y="316289"/>
                  </a:lnTo>
                  <a:lnTo>
                    <a:pt x="385906" y="316399"/>
                  </a:lnTo>
                  <a:lnTo>
                    <a:pt x="381740" y="317385"/>
                  </a:lnTo>
                  <a:lnTo>
                    <a:pt x="376587" y="315741"/>
                  </a:lnTo>
                  <a:lnTo>
                    <a:pt x="371105" y="313329"/>
                  </a:lnTo>
                  <a:lnTo>
                    <a:pt x="366062" y="312233"/>
                  </a:lnTo>
                  <a:lnTo>
                    <a:pt x="365295" y="312123"/>
                  </a:lnTo>
                  <a:lnTo>
                    <a:pt x="364418" y="312013"/>
                  </a:lnTo>
                  <a:lnTo>
                    <a:pt x="363541" y="312013"/>
                  </a:lnTo>
                  <a:lnTo>
                    <a:pt x="362664" y="311904"/>
                  </a:lnTo>
                  <a:lnTo>
                    <a:pt x="359375" y="310040"/>
                  </a:lnTo>
                  <a:lnTo>
                    <a:pt x="356524" y="305764"/>
                  </a:lnTo>
                  <a:lnTo>
                    <a:pt x="353674" y="300940"/>
                  </a:lnTo>
                  <a:lnTo>
                    <a:pt x="350713" y="297323"/>
                  </a:lnTo>
                  <a:lnTo>
                    <a:pt x="348302" y="297103"/>
                  </a:lnTo>
                  <a:lnTo>
                    <a:pt x="346109" y="298090"/>
                  </a:lnTo>
                  <a:lnTo>
                    <a:pt x="343807" y="299296"/>
                  </a:lnTo>
                  <a:lnTo>
                    <a:pt x="341504" y="299844"/>
                  </a:lnTo>
                  <a:lnTo>
                    <a:pt x="340189" y="298419"/>
                  </a:lnTo>
                  <a:lnTo>
                    <a:pt x="339092" y="296665"/>
                  </a:lnTo>
                  <a:lnTo>
                    <a:pt x="337996" y="294911"/>
                  </a:lnTo>
                  <a:lnTo>
                    <a:pt x="336681" y="293595"/>
                  </a:lnTo>
                  <a:lnTo>
                    <a:pt x="333940" y="292828"/>
                  </a:lnTo>
                  <a:lnTo>
                    <a:pt x="330761" y="292718"/>
                  </a:lnTo>
                  <a:lnTo>
                    <a:pt x="327691" y="292499"/>
                  </a:lnTo>
                  <a:lnTo>
                    <a:pt x="325279" y="291074"/>
                  </a:lnTo>
                  <a:lnTo>
                    <a:pt x="323634" y="287675"/>
                  </a:lnTo>
                  <a:lnTo>
                    <a:pt x="325388" y="286469"/>
                  </a:lnTo>
                  <a:lnTo>
                    <a:pt x="328568" y="286360"/>
                  </a:lnTo>
                  <a:lnTo>
                    <a:pt x="331528" y="286469"/>
                  </a:lnTo>
                  <a:lnTo>
                    <a:pt x="335475" y="285811"/>
                  </a:lnTo>
                  <a:lnTo>
                    <a:pt x="338983" y="283619"/>
                  </a:lnTo>
                  <a:lnTo>
                    <a:pt x="340737" y="280439"/>
                  </a:lnTo>
                  <a:lnTo>
                    <a:pt x="338873" y="276492"/>
                  </a:lnTo>
                  <a:lnTo>
                    <a:pt x="337668" y="275506"/>
                  </a:lnTo>
                  <a:lnTo>
                    <a:pt x="336461" y="274519"/>
                  </a:lnTo>
                  <a:lnTo>
                    <a:pt x="335146" y="273642"/>
                  </a:lnTo>
                  <a:lnTo>
                    <a:pt x="333830" y="272765"/>
                  </a:lnTo>
                  <a:lnTo>
                    <a:pt x="333063" y="271340"/>
                  </a:lnTo>
                  <a:lnTo>
                    <a:pt x="333392" y="269586"/>
                  </a:lnTo>
                  <a:lnTo>
                    <a:pt x="333830" y="267722"/>
                  </a:lnTo>
                  <a:lnTo>
                    <a:pt x="333611" y="266078"/>
                  </a:lnTo>
                  <a:lnTo>
                    <a:pt x="331309" y="263994"/>
                  </a:lnTo>
                  <a:lnTo>
                    <a:pt x="328458" y="262569"/>
                  </a:lnTo>
                  <a:lnTo>
                    <a:pt x="326595" y="260705"/>
                  </a:lnTo>
                  <a:lnTo>
                    <a:pt x="326814" y="257197"/>
                  </a:lnTo>
                  <a:lnTo>
                    <a:pt x="326923" y="256649"/>
                  </a:lnTo>
                  <a:lnTo>
                    <a:pt x="326923" y="256211"/>
                  </a:lnTo>
                  <a:lnTo>
                    <a:pt x="326923" y="255662"/>
                  </a:lnTo>
                  <a:lnTo>
                    <a:pt x="327033" y="255224"/>
                  </a:lnTo>
                  <a:lnTo>
                    <a:pt x="327252" y="250838"/>
                  </a:lnTo>
                  <a:lnTo>
                    <a:pt x="328239" y="245905"/>
                  </a:lnTo>
                  <a:lnTo>
                    <a:pt x="330432" y="242287"/>
                  </a:lnTo>
                  <a:lnTo>
                    <a:pt x="333940" y="242068"/>
                  </a:lnTo>
                  <a:lnTo>
                    <a:pt x="339970" y="236038"/>
                  </a:lnTo>
                  <a:lnTo>
                    <a:pt x="343259" y="224856"/>
                  </a:lnTo>
                  <a:lnTo>
                    <a:pt x="344355" y="212577"/>
                  </a:lnTo>
                  <a:lnTo>
                    <a:pt x="343587" y="203368"/>
                  </a:lnTo>
                  <a:lnTo>
                    <a:pt x="343149" y="201723"/>
                  </a:lnTo>
                  <a:lnTo>
                    <a:pt x="342930" y="200079"/>
                  </a:lnTo>
                  <a:lnTo>
                    <a:pt x="342711" y="198434"/>
                  </a:lnTo>
                  <a:lnTo>
                    <a:pt x="342711" y="196790"/>
                  </a:lnTo>
                  <a:lnTo>
                    <a:pt x="342711" y="195365"/>
                  </a:lnTo>
                  <a:lnTo>
                    <a:pt x="343039" y="193939"/>
                  </a:lnTo>
                  <a:lnTo>
                    <a:pt x="343587" y="192624"/>
                  </a:lnTo>
                  <a:lnTo>
                    <a:pt x="344465" y="191418"/>
                  </a:lnTo>
                  <a:lnTo>
                    <a:pt x="344903" y="190760"/>
                  </a:lnTo>
                  <a:lnTo>
                    <a:pt x="345342" y="189993"/>
                  </a:lnTo>
                  <a:lnTo>
                    <a:pt x="345780" y="189225"/>
                  </a:lnTo>
                  <a:lnTo>
                    <a:pt x="346328" y="188348"/>
                  </a:lnTo>
                  <a:lnTo>
                    <a:pt x="348521" y="184292"/>
                  </a:lnTo>
                  <a:lnTo>
                    <a:pt x="350933" y="180455"/>
                  </a:lnTo>
                  <a:lnTo>
                    <a:pt x="353783" y="176837"/>
                  </a:lnTo>
                  <a:lnTo>
                    <a:pt x="357072" y="173767"/>
                  </a:lnTo>
                  <a:lnTo>
                    <a:pt x="358717" y="172123"/>
                  </a:lnTo>
                  <a:lnTo>
                    <a:pt x="360252" y="170259"/>
                  </a:lnTo>
                  <a:lnTo>
                    <a:pt x="361786" y="168395"/>
                  </a:lnTo>
                  <a:lnTo>
                    <a:pt x="363321" y="166641"/>
                  </a:lnTo>
                  <a:lnTo>
                    <a:pt x="365843" y="163900"/>
                  </a:lnTo>
                  <a:lnTo>
                    <a:pt x="368474" y="161269"/>
                  </a:lnTo>
                  <a:lnTo>
                    <a:pt x="371105" y="158638"/>
                  </a:lnTo>
                  <a:lnTo>
                    <a:pt x="373517" y="155678"/>
                  </a:lnTo>
                  <a:lnTo>
                    <a:pt x="377135" y="147017"/>
                  </a:lnTo>
                  <a:lnTo>
                    <a:pt x="373736" y="142083"/>
                  </a:lnTo>
                  <a:lnTo>
                    <a:pt x="366501" y="139123"/>
                  </a:lnTo>
                  <a:lnTo>
                    <a:pt x="358826" y="136711"/>
                  </a:lnTo>
                  <a:lnTo>
                    <a:pt x="356963" y="135944"/>
                  </a:lnTo>
                  <a:lnTo>
                    <a:pt x="355208" y="135067"/>
                  </a:lnTo>
                  <a:lnTo>
                    <a:pt x="353454" y="134190"/>
                  </a:lnTo>
                  <a:lnTo>
                    <a:pt x="351700" y="133203"/>
                  </a:lnTo>
                  <a:lnTo>
                    <a:pt x="348082" y="131559"/>
                  </a:lnTo>
                  <a:lnTo>
                    <a:pt x="344465" y="129476"/>
                  </a:lnTo>
                  <a:lnTo>
                    <a:pt x="341066" y="127173"/>
                  </a:lnTo>
                  <a:lnTo>
                    <a:pt x="337777" y="124761"/>
                  </a:lnTo>
                  <a:lnTo>
                    <a:pt x="332953" y="121144"/>
                  </a:lnTo>
                  <a:lnTo>
                    <a:pt x="328787" y="118841"/>
                  </a:lnTo>
                  <a:lnTo>
                    <a:pt x="324402" y="118293"/>
                  </a:lnTo>
                  <a:lnTo>
                    <a:pt x="318811" y="119938"/>
                  </a:lnTo>
                  <a:lnTo>
                    <a:pt x="318043" y="120047"/>
                  </a:lnTo>
                  <a:lnTo>
                    <a:pt x="317276" y="120157"/>
                  </a:lnTo>
                  <a:lnTo>
                    <a:pt x="316508" y="120267"/>
                  </a:lnTo>
                  <a:lnTo>
                    <a:pt x="315741" y="120486"/>
                  </a:lnTo>
                  <a:lnTo>
                    <a:pt x="311246" y="122898"/>
                  </a:lnTo>
                  <a:lnTo>
                    <a:pt x="309053" y="126625"/>
                  </a:lnTo>
                  <a:lnTo>
                    <a:pt x="307409" y="130791"/>
                  </a:lnTo>
                  <a:lnTo>
                    <a:pt x="304668" y="134738"/>
                  </a:lnTo>
                  <a:lnTo>
                    <a:pt x="302804" y="137260"/>
                  </a:lnTo>
                  <a:lnTo>
                    <a:pt x="300941" y="139562"/>
                  </a:lnTo>
                  <a:lnTo>
                    <a:pt x="298967" y="141754"/>
                  </a:lnTo>
                  <a:lnTo>
                    <a:pt x="296884" y="143947"/>
                  </a:lnTo>
                  <a:lnTo>
                    <a:pt x="295678" y="144934"/>
                  </a:lnTo>
                  <a:lnTo>
                    <a:pt x="294472" y="145811"/>
                  </a:lnTo>
                  <a:lnTo>
                    <a:pt x="293157" y="146688"/>
                  </a:lnTo>
                  <a:lnTo>
                    <a:pt x="291732" y="147346"/>
                  </a:lnTo>
                  <a:lnTo>
                    <a:pt x="291074" y="147675"/>
                  </a:lnTo>
                  <a:lnTo>
                    <a:pt x="290525" y="147784"/>
                  </a:lnTo>
                  <a:lnTo>
                    <a:pt x="289868" y="147675"/>
                  </a:lnTo>
                  <a:lnTo>
                    <a:pt x="289210" y="147455"/>
                  </a:lnTo>
                  <a:lnTo>
                    <a:pt x="288114" y="146688"/>
                  </a:lnTo>
                  <a:lnTo>
                    <a:pt x="287237" y="145592"/>
                  </a:lnTo>
                  <a:lnTo>
                    <a:pt x="286688" y="144386"/>
                  </a:lnTo>
                  <a:lnTo>
                    <a:pt x="286359" y="143070"/>
                  </a:lnTo>
                  <a:lnTo>
                    <a:pt x="285921" y="137260"/>
                  </a:lnTo>
                  <a:lnTo>
                    <a:pt x="284605" y="133422"/>
                  </a:lnTo>
                  <a:lnTo>
                    <a:pt x="281426" y="132326"/>
                  </a:lnTo>
                  <a:lnTo>
                    <a:pt x="275725" y="134300"/>
                  </a:lnTo>
                  <a:lnTo>
                    <a:pt x="275287" y="134628"/>
                  </a:lnTo>
                  <a:lnTo>
                    <a:pt x="274738" y="134738"/>
                  </a:lnTo>
                  <a:lnTo>
                    <a:pt x="274300" y="134957"/>
                  </a:lnTo>
                  <a:lnTo>
                    <a:pt x="273861" y="135177"/>
                  </a:lnTo>
                  <a:lnTo>
                    <a:pt x="270353" y="135177"/>
                  </a:lnTo>
                  <a:lnTo>
                    <a:pt x="267941" y="133203"/>
                  </a:lnTo>
                  <a:lnTo>
                    <a:pt x="266407" y="130024"/>
                  </a:lnTo>
                  <a:lnTo>
                    <a:pt x="265639" y="126406"/>
                  </a:lnTo>
                  <a:lnTo>
                    <a:pt x="265420" y="125858"/>
                  </a:lnTo>
                  <a:lnTo>
                    <a:pt x="265091" y="125310"/>
                  </a:lnTo>
                  <a:lnTo>
                    <a:pt x="264762" y="124761"/>
                  </a:lnTo>
                  <a:lnTo>
                    <a:pt x="264433" y="124213"/>
                  </a:lnTo>
                  <a:lnTo>
                    <a:pt x="263775" y="123336"/>
                  </a:lnTo>
                  <a:lnTo>
                    <a:pt x="263117" y="122569"/>
                  </a:lnTo>
                  <a:lnTo>
                    <a:pt x="262350" y="121801"/>
                  </a:lnTo>
                  <a:lnTo>
                    <a:pt x="261583" y="121253"/>
                  </a:lnTo>
                  <a:lnTo>
                    <a:pt x="258294" y="119499"/>
                  </a:lnTo>
                  <a:lnTo>
                    <a:pt x="254456" y="117855"/>
                  </a:lnTo>
                  <a:lnTo>
                    <a:pt x="251387" y="115443"/>
                  </a:lnTo>
                  <a:lnTo>
                    <a:pt x="250510" y="111934"/>
                  </a:lnTo>
                  <a:lnTo>
                    <a:pt x="251716" y="109523"/>
                  </a:lnTo>
                  <a:lnTo>
                    <a:pt x="253031" y="107111"/>
                  </a:lnTo>
                  <a:lnTo>
                    <a:pt x="254018" y="104699"/>
                  </a:lnTo>
                  <a:lnTo>
                    <a:pt x="254237" y="102287"/>
                  </a:lnTo>
                  <a:lnTo>
                    <a:pt x="253360" y="100971"/>
                  </a:lnTo>
                  <a:lnTo>
                    <a:pt x="252812" y="99546"/>
                  </a:lnTo>
                  <a:lnTo>
                    <a:pt x="252373" y="98011"/>
                  </a:lnTo>
                  <a:lnTo>
                    <a:pt x="252264" y="96476"/>
                  </a:lnTo>
                  <a:lnTo>
                    <a:pt x="252264" y="96367"/>
                  </a:lnTo>
                  <a:lnTo>
                    <a:pt x="252264" y="96257"/>
                  </a:lnTo>
                  <a:lnTo>
                    <a:pt x="252264" y="96257"/>
                  </a:lnTo>
                  <a:lnTo>
                    <a:pt x="252264" y="96148"/>
                  </a:lnTo>
                  <a:lnTo>
                    <a:pt x="252812" y="92639"/>
                  </a:lnTo>
                  <a:lnTo>
                    <a:pt x="252703" y="89241"/>
                  </a:lnTo>
                  <a:lnTo>
                    <a:pt x="251825" y="85952"/>
                  </a:lnTo>
                  <a:lnTo>
                    <a:pt x="250620" y="82663"/>
                  </a:lnTo>
                  <a:lnTo>
                    <a:pt x="252264" y="80908"/>
                  </a:lnTo>
                  <a:lnTo>
                    <a:pt x="254895" y="80689"/>
                  </a:lnTo>
                  <a:lnTo>
                    <a:pt x="257965" y="80908"/>
                  </a:lnTo>
                  <a:lnTo>
                    <a:pt x="260705" y="80580"/>
                  </a:lnTo>
                  <a:lnTo>
                    <a:pt x="263556" y="78168"/>
                  </a:lnTo>
                  <a:lnTo>
                    <a:pt x="265310" y="75756"/>
                  </a:lnTo>
                  <a:lnTo>
                    <a:pt x="267283" y="75208"/>
                  </a:lnTo>
                  <a:lnTo>
                    <a:pt x="270792" y="78168"/>
                  </a:lnTo>
                  <a:lnTo>
                    <a:pt x="272984" y="81018"/>
                  </a:lnTo>
                  <a:lnTo>
                    <a:pt x="275177" y="83978"/>
                  </a:lnTo>
                  <a:lnTo>
                    <a:pt x="277808" y="85732"/>
                  </a:lnTo>
                  <a:lnTo>
                    <a:pt x="281316" y="84526"/>
                  </a:lnTo>
                  <a:lnTo>
                    <a:pt x="283838" y="81786"/>
                  </a:lnTo>
                  <a:lnTo>
                    <a:pt x="286469" y="77949"/>
                  </a:lnTo>
                  <a:lnTo>
                    <a:pt x="288881" y="74002"/>
                  </a:lnTo>
                  <a:lnTo>
                    <a:pt x="290964" y="70603"/>
                  </a:lnTo>
                  <a:lnTo>
                    <a:pt x="291951" y="69945"/>
                  </a:lnTo>
                  <a:lnTo>
                    <a:pt x="292718" y="69287"/>
                  </a:lnTo>
                  <a:lnTo>
                    <a:pt x="293376" y="68301"/>
                  </a:lnTo>
                  <a:lnTo>
                    <a:pt x="293815" y="67204"/>
                  </a:lnTo>
                  <a:lnTo>
                    <a:pt x="293595" y="61942"/>
                  </a:lnTo>
                  <a:lnTo>
                    <a:pt x="291403" y="56022"/>
                  </a:lnTo>
                  <a:lnTo>
                    <a:pt x="287894" y="50869"/>
                  </a:lnTo>
                  <a:lnTo>
                    <a:pt x="283619" y="48348"/>
                  </a:lnTo>
                  <a:lnTo>
                    <a:pt x="281097" y="47690"/>
                  </a:lnTo>
                  <a:lnTo>
                    <a:pt x="278576" y="46923"/>
                  </a:lnTo>
                  <a:lnTo>
                    <a:pt x="275945" y="46155"/>
                  </a:lnTo>
                  <a:lnTo>
                    <a:pt x="273423" y="45717"/>
                  </a:lnTo>
                  <a:lnTo>
                    <a:pt x="271340" y="45826"/>
                  </a:lnTo>
                  <a:lnTo>
                    <a:pt x="269038" y="46265"/>
                  </a:lnTo>
                  <a:lnTo>
                    <a:pt x="266735" y="46594"/>
                  </a:lnTo>
                  <a:lnTo>
                    <a:pt x="264872" y="46594"/>
                  </a:lnTo>
                  <a:lnTo>
                    <a:pt x="261583" y="44840"/>
                  </a:lnTo>
                  <a:lnTo>
                    <a:pt x="261802" y="42866"/>
                  </a:lnTo>
                  <a:lnTo>
                    <a:pt x="263775" y="40454"/>
                  </a:lnTo>
                  <a:lnTo>
                    <a:pt x="265748" y="37823"/>
                  </a:lnTo>
                  <a:lnTo>
                    <a:pt x="263885" y="34096"/>
                  </a:lnTo>
                  <a:lnTo>
                    <a:pt x="261473" y="30916"/>
                  </a:lnTo>
                  <a:lnTo>
                    <a:pt x="259280" y="27627"/>
                  </a:lnTo>
                  <a:lnTo>
                    <a:pt x="257965" y="23461"/>
                  </a:lnTo>
                  <a:lnTo>
                    <a:pt x="257855" y="18637"/>
                  </a:lnTo>
                  <a:lnTo>
                    <a:pt x="258074" y="14142"/>
                  </a:lnTo>
                  <a:lnTo>
                    <a:pt x="257526" y="9867"/>
                  </a:lnTo>
                  <a:lnTo>
                    <a:pt x="254785" y="6030"/>
                  </a:lnTo>
                  <a:lnTo>
                    <a:pt x="250400" y="2412"/>
                  </a:lnTo>
                  <a:lnTo>
                    <a:pt x="246782" y="1644"/>
                  </a:lnTo>
                  <a:lnTo>
                    <a:pt x="243055" y="2193"/>
                  </a:lnTo>
                  <a:lnTo>
                    <a:pt x="237792" y="2412"/>
                  </a:lnTo>
                  <a:lnTo>
                    <a:pt x="235600" y="1096"/>
                  </a:lnTo>
                  <a:lnTo>
                    <a:pt x="233517" y="110"/>
                  </a:lnTo>
                  <a:lnTo>
                    <a:pt x="231324" y="0"/>
                  </a:lnTo>
                  <a:lnTo>
                    <a:pt x="229022" y="1096"/>
                  </a:lnTo>
                  <a:lnTo>
                    <a:pt x="227268" y="3947"/>
                  </a:lnTo>
                  <a:lnTo>
                    <a:pt x="227268" y="7345"/>
                  </a:lnTo>
                  <a:lnTo>
                    <a:pt x="227706" y="10853"/>
                  </a:lnTo>
                  <a:lnTo>
                    <a:pt x="227268" y="14033"/>
                  </a:lnTo>
                  <a:lnTo>
                    <a:pt x="225623" y="15897"/>
                  </a:lnTo>
                  <a:lnTo>
                    <a:pt x="223102" y="16774"/>
                  </a:lnTo>
                  <a:lnTo>
                    <a:pt x="220800" y="17760"/>
                  </a:lnTo>
                  <a:lnTo>
                    <a:pt x="219484" y="19843"/>
                  </a:lnTo>
                  <a:lnTo>
                    <a:pt x="219374" y="22804"/>
                  </a:lnTo>
                  <a:lnTo>
                    <a:pt x="219265" y="25763"/>
                  </a:lnTo>
                  <a:lnTo>
                    <a:pt x="218278" y="28175"/>
                  </a:lnTo>
                  <a:lnTo>
                    <a:pt x="215756" y="29162"/>
                  </a:lnTo>
                  <a:lnTo>
                    <a:pt x="213454" y="29930"/>
                  </a:lnTo>
                  <a:lnTo>
                    <a:pt x="213893" y="31793"/>
                  </a:lnTo>
                  <a:lnTo>
                    <a:pt x="215537" y="33986"/>
                  </a:lnTo>
                  <a:lnTo>
                    <a:pt x="216633" y="35521"/>
                  </a:lnTo>
                  <a:lnTo>
                    <a:pt x="217181" y="37604"/>
                  </a:lnTo>
                  <a:lnTo>
                    <a:pt x="217510" y="39796"/>
                  </a:lnTo>
                  <a:lnTo>
                    <a:pt x="217730" y="42099"/>
                  </a:lnTo>
                  <a:lnTo>
                    <a:pt x="217839" y="44620"/>
                  </a:lnTo>
                  <a:lnTo>
                    <a:pt x="217839" y="48896"/>
                  </a:lnTo>
                  <a:lnTo>
                    <a:pt x="217401" y="53281"/>
                  </a:lnTo>
                  <a:lnTo>
                    <a:pt x="216524" y="57667"/>
                  </a:lnTo>
                  <a:lnTo>
                    <a:pt x="215098" y="61613"/>
                  </a:lnTo>
                  <a:lnTo>
                    <a:pt x="213673" y="64683"/>
                  </a:lnTo>
                  <a:lnTo>
                    <a:pt x="211810" y="67314"/>
                  </a:lnTo>
                  <a:lnTo>
                    <a:pt x="209507" y="69507"/>
                  </a:lnTo>
                  <a:lnTo>
                    <a:pt x="206767" y="71261"/>
                  </a:lnTo>
                  <a:lnTo>
                    <a:pt x="206657" y="71480"/>
                  </a:lnTo>
                  <a:lnTo>
                    <a:pt x="206547" y="71699"/>
                  </a:lnTo>
                  <a:lnTo>
                    <a:pt x="206328" y="71809"/>
                  </a:lnTo>
                  <a:lnTo>
                    <a:pt x="206218" y="72028"/>
                  </a:lnTo>
                  <a:lnTo>
                    <a:pt x="204903" y="73454"/>
                  </a:lnTo>
                  <a:lnTo>
                    <a:pt x="203587" y="74988"/>
                  </a:lnTo>
                  <a:lnTo>
                    <a:pt x="202272" y="76414"/>
                  </a:lnTo>
                  <a:lnTo>
                    <a:pt x="200956" y="77949"/>
                  </a:lnTo>
                  <a:lnTo>
                    <a:pt x="199860" y="79264"/>
                  </a:lnTo>
                  <a:lnTo>
                    <a:pt x="198763" y="80580"/>
                  </a:lnTo>
                  <a:lnTo>
                    <a:pt x="197667" y="81895"/>
                  </a:lnTo>
                  <a:lnTo>
                    <a:pt x="196461" y="83211"/>
                  </a:lnTo>
                  <a:lnTo>
                    <a:pt x="192734" y="85294"/>
                  </a:lnTo>
                  <a:lnTo>
                    <a:pt x="188129" y="87706"/>
                  </a:lnTo>
                  <a:lnTo>
                    <a:pt x="183963" y="90337"/>
                  </a:lnTo>
                  <a:lnTo>
                    <a:pt x="181551" y="93626"/>
                  </a:lnTo>
                  <a:lnTo>
                    <a:pt x="180126" y="96148"/>
                  </a:lnTo>
                  <a:lnTo>
                    <a:pt x="178591" y="98669"/>
                  </a:lnTo>
                  <a:lnTo>
                    <a:pt x="176947" y="101191"/>
                  </a:lnTo>
                  <a:lnTo>
                    <a:pt x="175412" y="103712"/>
                  </a:lnTo>
                  <a:lnTo>
                    <a:pt x="173109" y="104918"/>
                  </a:lnTo>
                  <a:lnTo>
                    <a:pt x="169930" y="105466"/>
                  </a:lnTo>
                  <a:lnTo>
                    <a:pt x="166422" y="105795"/>
                  </a:lnTo>
                  <a:lnTo>
                    <a:pt x="163462" y="106014"/>
                  </a:lnTo>
                  <a:lnTo>
                    <a:pt x="162694" y="106234"/>
                  </a:lnTo>
                  <a:lnTo>
                    <a:pt x="161927" y="106453"/>
                  </a:lnTo>
                  <a:lnTo>
                    <a:pt x="161160" y="106563"/>
                  </a:lnTo>
                  <a:lnTo>
                    <a:pt x="160392" y="106782"/>
                  </a:lnTo>
                  <a:lnTo>
                    <a:pt x="157432" y="109303"/>
                  </a:lnTo>
                  <a:lnTo>
                    <a:pt x="156336" y="112702"/>
                  </a:lnTo>
                  <a:lnTo>
                    <a:pt x="155787" y="116429"/>
                  </a:lnTo>
                  <a:lnTo>
                    <a:pt x="153924" y="119938"/>
                  </a:lnTo>
                  <a:lnTo>
                    <a:pt x="152608" y="121911"/>
                  </a:lnTo>
                  <a:lnTo>
                    <a:pt x="152718" y="124104"/>
                  </a:lnTo>
                  <a:lnTo>
                    <a:pt x="153924" y="126187"/>
                  </a:lnTo>
                  <a:lnTo>
                    <a:pt x="155897" y="127831"/>
                  </a:lnTo>
                  <a:lnTo>
                    <a:pt x="157103" y="129256"/>
                  </a:lnTo>
                  <a:lnTo>
                    <a:pt x="158419" y="130243"/>
                  </a:lnTo>
                  <a:lnTo>
                    <a:pt x="159953" y="130572"/>
                  </a:lnTo>
                  <a:lnTo>
                    <a:pt x="161598" y="130133"/>
                  </a:lnTo>
                  <a:lnTo>
                    <a:pt x="168724" y="127064"/>
                  </a:lnTo>
                  <a:lnTo>
                    <a:pt x="175192" y="125967"/>
                  </a:lnTo>
                  <a:lnTo>
                    <a:pt x="180235" y="128599"/>
                  </a:lnTo>
                  <a:lnTo>
                    <a:pt x="182647" y="136492"/>
                  </a:lnTo>
                  <a:lnTo>
                    <a:pt x="182757" y="138356"/>
                  </a:lnTo>
                  <a:lnTo>
                    <a:pt x="182757" y="140110"/>
                  </a:lnTo>
                  <a:lnTo>
                    <a:pt x="182867" y="141974"/>
                  </a:lnTo>
                  <a:lnTo>
                    <a:pt x="183086" y="143837"/>
                  </a:lnTo>
                  <a:lnTo>
                    <a:pt x="185059" y="147675"/>
                  </a:lnTo>
                  <a:lnTo>
                    <a:pt x="186923" y="151073"/>
                  </a:lnTo>
                  <a:lnTo>
                    <a:pt x="186923" y="154472"/>
                  </a:lnTo>
                  <a:lnTo>
                    <a:pt x="183415" y="158090"/>
                  </a:lnTo>
                  <a:lnTo>
                    <a:pt x="178701" y="162036"/>
                  </a:lnTo>
                  <a:lnTo>
                    <a:pt x="175850" y="166751"/>
                  </a:lnTo>
                  <a:lnTo>
                    <a:pt x="174096" y="172123"/>
                  </a:lnTo>
                  <a:lnTo>
                    <a:pt x="172890" y="178262"/>
                  </a:lnTo>
                  <a:lnTo>
                    <a:pt x="171246" y="180564"/>
                  </a:lnTo>
                  <a:lnTo>
                    <a:pt x="169601" y="182647"/>
                  </a:lnTo>
                  <a:lnTo>
                    <a:pt x="167957" y="184840"/>
                  </a:lnTo>
                  <a:lnTo>
                    <a:pt x="166531" y="187142"/>
                  </a:lnTo>
                  <a:lnTo>
                    <a:pt x="165983" y="187800"/>
                  </a:lnTo>
                  <a:lnTo>
                    <a:pt x="165435" y="188458"/>
                  </a:lnTo>
                  <a:lnTo>
                    <a:pt x="164997" y="189225"/>
                  </a:lnTo>
                  <a:lnTo>
                    <a:pt x="164558" y="189993"/>
                  </a:lnTo>
                  <a:lnTo>
                    <a:pt x="161379" y="194597"/>
                  </a:lnTo>
                  <a:lnTo>
                    <a:pt x="158528" y="199312"/>
                  </a:lnTo>
                  <a:lnTo>
                    <a:pt x="157322" y="203916"/>
                  </a:lnTo>
                  <a:lnTo>
                    <a:pt x="158857" y="208630"/>
                  </a:lnTo>
                  <a:lnTo>
                    <a:pt x="163571" y="216524"/>
                  </a:lnTo>
                  <a:lnTo>
                    <a:pt x="168395" y="225294"/>
                  </a:lnTo>
                  <a:lnTo>
                    <a:pt x="173329" y="233736"/>
                  </a:lnTo>
                  <a:lnTo>
                    <a:pt x="178701" y="240643"/>
                  </a:lnTo>
                  <a:lnTo>
                    <a:pt x="181332" y="240752"/>
                  </a:lnTo>
                  <a:lnTo>
                    <a:pt x="184073" y="240972"/>
                  </a:lnTo>
                  <a:lnTo>
                    <a:pt x="186704" y="240972"/>
                  </a:lnTo>
                  <a:lnTo>
                    <a:pt x="189335" y="240752"/>
                  </a:lnTo>
                  <a:lnTo>
                    <a:pt x="192514" y="239656"/>
                  </a:lnTo>
                  <a:lnTo>
                    <a:pt x="193282" y="237902"/>
                  </a:lnTo>
                  <a:lnTo>
                    <a:pt x="192734" y="235161"/>
                  </a:lnTo>
                  <a:lnTo>
                    <a:pt x="192514" y="231543"/>
                  </a:lnTo>
                  <a:lnTo>
                    <a:pt x="194488" y="228474"/>
                  </a:lnTo>
                  <a:lnTo>
                    <a:pt x="198215" y="231105"/>
                  </a:lnTo>
                  <a:lnTo>
                    <a:pt x="201285" y="236586"/>
                  </a:lnTo>
                  <a:lnTo>
                    <a:pt x="201175" y="242836"/>
                  </a:lnTo>
                  <a:lnTo>
                    <a:pt x="198873" y="246343"/>
                  </a:lnTo>
                  <a:lnTo>
                    <a:pt x="200079" y="248207"/>
                  </a:lnTo>
                  <a:lnTo>
                    <a:pt x="203258" y="249194"/>
                  </a:lnTo>
                  <a:lnTo>
                    <a:pt x="206767" y="249742"/>
                  </a:lnTo>
                  <a:lnTo>
                    <a:pt x="210494" y="251496"/>
                  </a:lnTo>
                  <a:lnTo>
                    <a:pt x="213125" y="254237"/>
                  </a:lnTo>
                  <a:lnTo>
                    <a:pt x="215537" y="257197"/>
                  </a:lnTo>
                  <a:lnTo>
                    <a:pt x="218497" y="259938"/>
                  </a:lnTo>
                  <a:lnTo>
                    <a:pt x="223869" y="262131"/>
                  </a:lnTo>
                  <a:lnTo>
                    <a:pt x="232092" y="264323"/>
                  </a:lnTo>
                  <a:lnTo>
                    <a:pt x="237902" y="267503"/>
                  </a:lnTo>
                  <a:lnTo>
                    <a:pt x="236258" y="272984"/>
                  </a:lnTo>
                  <a:lnTo>
                    <a:pt x="234284" y="273861"/>
                  </a:lnTo>
                  <a:lnTo>
                    <a:pt x="232311" y="273752"/>
                  </a:lnTo>
                  <a:lnTo>
                    <a:pt x="230776" y="274080"/>
                  </a:lnTo>
                  <a:lnTo>
                    <a:pt x="230118" y="276273"/>
                  </a:lnTo>
                  <a:lnTo>
                    <a:pt x="230228" y="278247"/>
                  </a:lnTo>
                  <a:lnTo>
                    <a:pt x="230885" y="279562"/>
                  </a:lnTo>
                  <a:lnTo>
                    <a:pt x="232092" y="280549"/>
                  </a:lnTo>
                  <a:lnTo>
                    <a:pt x="233955" y="280878"/>
                  </a:lnTo>
                  <a:lnTo>
                    <a:pt x="235052" y="283509"/>
                  </a:lnTo>
                  <a:lnTo>
                    <a:pt x="235928" y="287236"/>
                  </a:lnTo>
                  <a:lnTo>
                    <a:pt x="237464" y="289758"/>
                  </a:lnTo>
                  <a:lnTo>
                    <a:pt x="240643" y="288881"/>
                  </a:lnTo>
                  <a:lnTo>
                    <a:pt x="243932" y="286688"/>
                  </a:lnTo>
                  <a:lnTo>
                    <a:pt x="247330" y="285482"/>
                  </a:lnTo>
                  <a:lnTo>
                    <a:pt x="250729" y="285592"/>
                  </a:lnTo>
                  <a:lnTo>
                    <a:pt x="254347" y="287346"/>
                  </a:lnTo>
                  <a:lnTo>
                    <a:pt x="256759" y="289648"/>
                  </a:lnTo>
                  <a:lnTo>
                    <a:pt x="258842" y="292170"/>
                  </a:lnTo>
                  <a:lnTo>
                    <a:pt x="260925" y="294801"/>
                  </a:lnTo>
                  <a:lnTo>
                    <a:pt x="263117" y="297323"/>
                  </a:lnTo>
                  <a:lnTo>
                    <a:pt x="265091" y="299405"/>
                  </a:lnTo>
                  <a:lnTo>
                    <a:pt x="267283" y="301269"/>
                  </a:lnTo>
                  <a:lnTo>
                    <a:pt x="269695" y="302695"/>
                  </a:lnTo>
                  <a:lnTo>
                    <a:pt x="272217" y="303572"/>
                  </a:lnTo>
                  <a:lnTo>
                    <a:pt x="277589" y="302914"/>
                  </a:lnTo>
                  <a:lnTo>
                    <a:pt x="281426" y="304668"/>
                  </a:lnTo>
                  <a:lnTo>
                    <a:pt x="283180" y="308395"/>
                  </a:lnTo>
                  <a:lnTo>
                    <a:pt x="281645" y="313987"/>
                  </a:lnTo>
                  <a:lnTo>
                    <a:pt x="277699" y="318591"/>
                  </a:lnTo>
                  <a:lnTo>
                    <a:pt x="272217" y="321332"/>
                  </a:lnTo>
                  <a:lnTo>
                    <a:pt x="266297" y="321551"/>
                  </a:lnTo>
                  <a:lnTo>
                    <a:pt x="261254" y="318482"/>
                  </a:lnTo>
                  <a:lnTo>
                    <a:pt x="260925" y="318153"/>
                  </a:lnTo>
                  <a:lnTo>
                    <a:pt x="260596" y="317824"/>
                  </a:lnTo>
                  <a:lnTo>
                    <a:pt x="260377" y="317385"/>
                  </a:lnTo>
                  <a:lnTo>
                    <a:pt x="260157" y="316947"/>
                  </a:lnTo>
                  <a:lnTo>
                    <a:pt x="256649" y="319139"/>
                  </a:lnTo>
                  <a:lnTo>
                    <a:pt x="251058" y="318811"/>
                  </a:lnTo>
                  <a:lnTo>
                    <a:pt x="245247" y="317276"/>
                  </a:lnTo>
                  <a:lnTo>
                    <a:pt x="240862" y="315631"/>
                  </a:lnTo>
                  <a:lnTo>
                    <a:pt x="239875" y="316399"/>
                  </a:lnTo>
                  <a:lnTo>
                    <a:pt x="238999" y="317276"/>
                  </a:lnTo>
                  <a:lnTo>
                    <a:pt x="238231" y="318372"/>
                  </a:lnTo>
                  <a:lnTo>
                    <a:pt x="237573" y="319688"/>
                  </a:lnTo>
                  <a:lnTo>
                    <a:pt x="235161" y="320345"/>
                  </a:lnTo>
                  <a:lnTo>
                    <a:pt x="232859" y="321223"/>
                  </a:lnTo>
                  <a:lnTo>
                    <a:pt x="230885" y="322538"/>
                  </a:lnTo>
                  <a:lnTo>
                    <a:pt x="229789" y="324840"/>
                  </a:lnTo>
                  <a:lnTo>
                    <a:pt x="229789" y="325060"/>
                  </a:lnTo>
                  <a:lnTo>
                    <a:pt x="229789" y="325279"/>
                  </a:lnTo>
                  <a:lnTo>
                    <a:pt x="229680" y="325389"/>
                  </a:lnTo>
                  <a:lnTo>
                    <a:pt x="229680" y="325608"/>
                  </a:lnTo>
                  <a:lnTo>
                    <a:pt x="231434" y="329554"/>
                  </a:lnTo>
                  <a:lnTo>
                    <a:pt x="234723" y="332953"/>
                  </a:lnTo>
                  <a:lnTo>
                    <a:pt x="237025" y="336352"/>
                  </a:lnTo>
                  <a:lnTo>
                    <a:pt x="236038" y="339970"/>
                  </a:lnTo>
                  <a:lnTo>
                    <a:pt x="234504" y="341505"/>
                  </a:lnTo>
                  <a:lnTo>
                    <a:pt x="232859" y="342929"/>
                  </a:lnTo>
                  <a:lnTo>
                    <a:pt x="231214" y="344355"/>
                  </a:lnTo>
                  <a:lnTo>
                    <a:pt x="229680" y="345780"/>
                  </a:lnTo>
                  <a:lnTo>
                    <a:pt x="225294" y="347973"/>
                  </a:lnTo>
                  <a:lnTo>
                    <a:pt x="220800" y="347424"/>
                  </a:lnTo>
                  <a:lnTo>
                    <a:pt x="216305" y="345451"/>
                  </a:lnTo>
                  <a:lnTo>
                    <a:pt x="211919" y="343258"/>
                  </a:lnTo>
                  <a:lnTo>
                    <a:pt x="210823" y="342710"/>
                  </a:lnTo>
                  <a:lnTo>
                    <a:pt x="209617" y="342162"/>
                  </a:lnTo>
                  <a:lnTo>
                    <a:pt x="208520" y="341724"/>
                  </a:lnTo>
                  <a:lnTo>
                    <a:pt x="207315" y="341176"/>
                  </a:lnTo>
                  <a:lnTo>
                    <a:pt x="206547" y="340847"/>
                  </a:lnTo>
                  <a:lnTo>
                    <a:pt x="205780" y="340408"/>
                  </a:lnTo>
                  <a:lnTo>
                    <a:pt x="204135" y="339750"/>
                  </a:lnTo>
                  <a:lnTo>
                    <a:pt x="204026" y="339641"/>
                  </a:lnTo>
                  <a:lnTo>
                    <a:pt x="203916" y="339641"/>
                  </a:lnTo>
                  <a:lnTo>
                    <a:pt x="203916" y="339641"/>
                  </a:lnTo>
                  <a:lnTo>
                    <a:pt x="202162" y="338873"/>
                  </a:lnTo>
                  <a:lnTo>
                    <a:pt x="200408" y="338106"/>
                  </a:lnTo>
                  <a:lnTo>
                    <a:pt x="198654" y="337338"/>
                  </a:lnTo>
                  <a:lnTo>
                    <a:pt x="197009" y="336900"/>
                  </a:lnTo>
                  <a:lnTo>
                    <a:pt x="193501" y="341943"/>
                  </a:lnTo>
                  <a:lnTo>
                    <a:pt x="189664" y="347644"/>
                  </a:lnTo>
                  <a:lnTo>
                    <a:pt x="185498" y="352248"/>
                  </a:lnTo>
                  <a:lnTo>
                    <a:pt x="180893" y="354002"/>
                  </a:lnTo>
                  <a:lnTo>
                    <a:pt x="176618" y="354880"/>
                  </a:lnTo>
                  <a:lnTo>
                    <a:pt x="172671" y="356853"/>
                  </a:lnTo>
                  <a:lnTo>
                    <a:pt x="168724" y="358169"/>
                  </a:lnTo>
                  <a:lnTo>
                    <a:pt x="164339" y="356962"/>
                  </a:lnTo>
                  <a:lnTo>
                    <a:pt x="162694" y="354770"/>
                  </a:lnTo>
                  <a:lnTo>
                    <a:pt x="161160" y="352468"/>
                  </a:lnTo>
                  <a:lnTo>
                    <a:pt x="159625" y="350165"/>
                  </a:lnTo>
                  <a:lnTo>
                    <a:pt x="157980" y="347863"/>
                  </a:lnTo>
                  <a:lnTo>
                    <a:pt x="157761" y="347424"/>
                  </a:lnTo>
                  <a:lnTo>
                    <a:pt x="157432" y="347096"/>
                  </a:lnTo>
                  <a:lnTo>
                    <a:pt x="157103" y="346657"/>
                  </a:lnTo>
                  <a:lnTo>
                    <a:pt x="156774" y="346438"/>
                  </a:lnTo>
                  <a:lnTo>
                    <a:pt x="156555" y="346219"/>
                  </a:lnTo>
                  <a:lnTo>
                    <a:pt x="156336" y="345999"/>
                  </a:lnTo>
                  <a:lnTo>
                    <a:pt x="155897" y="345670"/>
                  </a:lnTo>
                  <a:lnTo>
                    <a:pt x="155130" y="345013"/>
                  </a:lnTo>
                  <a:lnTo>
                    <a:pt x="154362" y="344355"/>
                  </a:lnTo>
                  <a:lnTo>
                    <a:pt x="153595" y="343697"/>
                  </a:lnTo>
                  <a:lnTo>
                    <a:pt x="152937" y="342929"/>
                  </a:lnTo>
                  <a:lnTo>
                    <a:pt x="152279" y="342491"/>
                  </a:lnTo>
                  <a:lnTo>
                    <a:pt x="151731" y="341943"/>
                  </a:lnTo>
                  <a:lnTo>
                    <a:pt x="151073" y="341505"/>
                  </a:lnTo>
                  <a:lnTo>
                    <a:pt x="150415" y="340956"/>
                  </a:lnTo>
                  <a:lnTo>
                    <a:pt x="149758" y="340408"/>
                  </a:lnTo>
                  <a:lnTo>
                    <a:pt x="148990" y="339860"/>
                  </a:lnTo>
                  <a:lnTo>
                    <a:pt x="148332" y="339312"/>
                  </a:lnTo>
                  <a:lnTo>
                    <a:pt x="147456" y="338764"/>
                  </a:lnTo>
                  <a:lnTo>
                    <a:pt x="147236" y="338544"/>
                  </a:lnTo>
                  <a:lnTo>
                    <a:pt x="146907" y="338435"/>
                  </a:lnTo>
                  <a:lnTo>
                    <a:pt x="146578" y="338215"/>
                  </a:lnTo>
                  <a:lnTo>
                    <a:pt x="146249" y="337996"/>
                  </a:lnTo>
                  <a:lnTo>
                    <a:pt x="144715" y="337229"/>
                  </a:lnTo>
                  <a:lnTo>
                    <a:pt x="143180" y="336242"/>
                  </a:lnTo>
                  <a:lnTo>
                    <a:pt x="141645" y="335146"/>
                  </a:lnTo>
                  <a:lnTo>
                    <a:pt x="140329" y="333940"/>
                  </a:lnTo>
                  <a:lnTo>
                    <a:pt x="139233" y="332734"/>
                  </a:lnTo>
                  <a:lnTo>
                    <a:pt x="138356" y="331528"/>
                  </a:lnTo>
                  <a:lnTo>
                    <a:pt x="137589" y="330212"/>
                  </a:lnTo>
                  <a:lnTo>
                    <a:pt x="136931" y="328787"/>
                  </a:lnTo>
                  <a:lnTo>
                    <a:pt x="136273" y="327252"/>
                  </a:lnTo>
                  <a:lnTo>
                    <a:pt x="135615" y="325827"/>
                  </a:lnTo>
                  <a:lnTo>
                    <a:pt x="135067" y="324292"/>
                  </a:lnTo>
                  <a:lnTo>
                    <a:pt x="134409" y="322867"/>
                  </a:lnTo>
                  <a:lnTo>
                    <a:pt x="132874" y="319359"/>
                  </a:lnTo>
                  <a:lnTo>
                    <a:pt x="130901" y="316399"/>
                  </a:lnTo>
                  <a:lnTo>
                    <a:pt x="128379" y="313768"/>
                  </a:lnTo>
                  <a:lnTo>
                    <a:pt x="125419" y="311465"/>
                  </a:lnTo>
                  <a:lnTo>
                    <a:pt x="124871" y="311246"/>
                  </a:lnTo>
                  <a:lnTo>
                    <a:pt x="124323" y="310917"/>
                  </a:lnTo>
                  <a:lnTo>
                    <a:pt x="123775" y="310698"/>
                  </a:lnTo>
                  <a:lnTo>
                    <a:pt x="123227" y="310478"/>
                  </a:lnTo>
                  <a:lnTo>
                    <a:pt x="121582" y="308944"/>
                  </a:lnTo>
                  <a:lnTo>
                    <a:pt x="121144" y="306751"/>
                  </a:lnTo>
                  <a:lnTo>
                    <a:pt x="120815" y="304339"/>
                  </a:lnTo>
                  <a:lnTo>
                    <a:pt x="119499" y="301817"/>
                  </a:lnTo>
                  <a:lnTo>
                    <a:pt x="117964" y="299735"/>
                  </a:lnTo>
                  <a:lnTo>
                    <a:pt x="116868" y="297432"/>
                  </a:lnTo>
                  <a:lnTo>
                    <a:pt x="116101" y="294911"/>
                  </a:lnTo>
                  <a:lnTo>
                    <a:pt x="115662" y="292279"/>
                  </a:lnTo>
                  <a:lnTo>
                    <a:pt x="115662" y="291512"/>
                  </a:lnTo>
                  <a:lnTo>
                    <a:pt x="115552" y="290745"/>
                  </a:lnTo>
                  <a:lnTo>
                    <a:pt x="115443" y="289977"/>
                  </a:lnTo>
                  <a:lnTo>
                    <a:pt x="115004" y="289319"/>
                  </a:lnTo>
                  <a:lnTo>
                    <a:pt x="111934" y="286688"/>
                  </a:lnTo>
                  <a:lnTo>
                    <a:pt x="109742" y="286031"/>
                  </a:lnTo>
                  <a:lnTo>
                    <a:pt x="107549" y="286798"/>
                  </a:lnTo>
                  <a:lnTo>
                    <a:pt x="104041" y="288991"/>
                  </a:lnTo>
                  <a:lnTo>
                    <a:pt x="98779" y="289429"/>
                  </a:lnTo>
                  <a:lnTo>
                    <a:pt x="92420" y="287894"/>
                  </a:lnTo>
                  <a:lnTo>
                    <a:pt x="86061" y="285811"/>
                  </a:lnTo>
                  <a:lnTo>
                    <a:pt x="80580" y="284386"/>
                  </a:lnTo>
                  <a:lnTo>
                    <a:pt x="78826" y="286579"/>
                  </a:lnTo>
                  <a:lnTo>
                    <a:pt x="77510" y="288881"/>
                  </a:lnTo>
                  <a:lnTo>
                    <a:pt x="76633" y="291512"/>
                  </a:lnTo>
                  <a:lnTo>
                    <a:pt x="75756" y="294143"/>
                  </a:lnTo>
                  <a:lnTo>
                    <a:pt x="74440" y="299405"/>
                  </a:lnTo>
                  <a:lnTo>
                    <a:pt x="75317" y="305545"/>
                  </a:lnTo>
                  <a:lnTo>
                    <a:pt x="77071" y="311794"/>
                  </a:lnTo>
                  <a:lnTo>
                    <a:pt x="78606" y="317166"/>
                  </a:lnTo>
                  <a:lnTo>
                    <a:pt x="78716" y="317604"/>
                  </a:lnTo>
                  <a:lnTo>
                    <a:pt x="78716" y="318153"/>
                  </a:lnTo>
                  <a:lnTo>
                    <a:pt x="78826" y="318591"/>
                  </a:lnTo>
                  <a:lnTo>
                    <a:pt x="78935" y="319030"/>
                  </a:lnTo>
                  <a:lnTo>
                    <a:pt x="79483" y="321990"/>
                  </a:lnTo>
                  <a:lnTo>
                    <a:pt x="79922" y="324840"/>
                  </a:lnTo>
                  <a:lnTo>
                    <a:pt x="80470" y="327691"/>
                  </a:lnTo>
                  <a:lnTo>
                    <a:pt x="81018" y="330651"/>
                  </a:lnTo>
                  <a:lnTo>
                    <a:pt x="81238" y="333172"/>
                  </a:lnTo>
                  <a:lnTo>
                    <a:pt x="81566" y="335803"/>
                  </a:lnTo>
                  <a:lnTo>
                    <a:pt x="81895" y="338325"/>
                  </a:lnTo>
                  <a:lnTo>
                    <a:pt x="82114" y="340956"/>
                  </a:lnTo>
                  <a:lnTo>
                    <a:pt x="80909" y="342053"/>
                  </a:lnTo>
                  <a:lnTo>
                    <a:pt x="79483" y="343368"/>
                  </a:lnTo>
                  <a:lnTo>
                    <a:pt x="78497" y="345013"/>
                  </a:lnTo>
                  <a:lnTo>
                    <a:pt x="78497" y="347205"/>
                  </a:lnTo>
                  <a:lnTo>
                    <a:pt x="78387" y="349069"/>
                  </a:lnTo>
                  <a:lnTo>
                    <a:pt x="78387" y="350823"/>
                  </a:lnTo>
                  <a:lnTo>
                    <a:pt x="78278" y="352687"/>
                  </a:lnTo>
                  <a:lnTo>
                    <a:pt x="78278" y="354551"/>
                  </a:lnTo>
                  <a:lnTo>
                    <a:pt x="77949" y="357182"/>
                  </a:lnTo>
                  <a:lnTo>
                    <a:pt x="77729" y="360361"/>
                  </a:lnTo>
                  <a:lnTo>
                    <a:pt x="77839" y="363431"/>
                  </a:lnTo>
                  <a:lnTo>
                    <a:pt x="78716" y="365623"/>
                  </a:lnTo>
                  <a:lnTo>
                    <a:pt x="79922" y="367158"/>
                  </a:lnTo>
                  <a:lnTo>
                    <a:pt x="80690" y="368693"/>
                  </a:lnTo>
                  <a:lnTo>
                    <a:pt x="80799" y="370447"/>
                  </a:lnTo>
                  <a:lnTo>
                    <a:pt x="80141" y="372421"/>
                  </a:lnTo>
                  <a:lnTo>
                    <a:pt x="80032" y="373078"/>
                  </a:lnTo>
                  <a:lnTo>
                    <a:pt x="79812" y="373846"/>
                  </a:lnTo>
                  <a:lnTo>
                    <a:pt x="79703" y="374613"/>
                  </a:lnTo>
                  <a:lnTo>
                    <a:pt x="79483" y="375381"/>
                  </a:lnTo>
                  <a:lnTo>
                    <a:pt x="79264" y="378670"/>
                  </a:lnTo>
                  <a:lnTo>
                    <a:pt x="78935" y="381959"/>
                  </a:lnTo>
                  <a:lnTo>
                    <a:pt x="78716" y="385248"/>
                  </a:lnTo>
                  <a:lnTo>
                    <a:pt x="78497" y="388537"/>
                  </a:lnTo>
                  <a:lnTo>
                    <a:pt x="77729" y="391387"/>
                  </a:lnTo>
                  <a:lnTo>
                    <a:pt x="76523" y="391606"/>
                  </a:lnTo>
                  <a:lnTo>
                    <a:pt x="74988" y="391168"/>
                  </a:lnTo>
                  <a:lnTo>
                    <a:pt x="73454" y="392374"/>
                  </a:lnTo>
                  <a:lnTo>
                    <a:pt x="73563" y="396540"/>
                  </a:lnTo>
                  <a:lnTo>
                    <a:pt x="75975" y="399829"/>
                  </a:lnTo>
                  <a:lnTo>
                    <a:pt x="77181" y="402789"/>
                  </a:lnTo>
                  <a:lnTo>
                    <a:pt x="73673" y="405639"/>
                  </a:lnTo>
                  <a:lnTo>
                    <a:pt x="70165" y="408599"/>
                  </a:lnTo>
                  <a:lnTo>
                    <a:pt x="67643" y="411998"/>
                  </a:lnTo>
                  <a:lnTo>
                    <a:pt x="65231" y="415616"/>
                  </a:lnTo>
                  <a:lnTo>
                    <a:pt x="62381" y="419234"/>
                  </a:lnTo>
                  <a:lnTo>
                    <a:pt x="63367" y="420001"/>
                  </a:lnTo>
                  <a:lnTo>
                    <a:pt x="64464" y="420659"/>
                  </a:lnTo>
                  <a:lnTo>
                    <a:pt x="65670" y="421317"/>
                  </a:lnTo>
                  <a:lnTo>
                    <a:pt x="66876" y="421755"/>
                  </a:lnTo>
                  <a:lnTo>
                    <a:pt x="66876" y="422303"/>
                  </a:lnTo>
                  <a:lnTo>
                    <a:pt x="66766" y="422851"/>
                  </a:lnTo>
                  <a:lnTo>
                    <a:pt x="66766" y="423290"/>
                  </a:lnTo>
                  <a:lnTo>
                    <a:pt x="66657" y="423838"/>
                  </a:lnTo>
                  <a:lnTo>
                    <a:pt x="66218" y="425263"/>
                  </a:lnTo>
                  <a:lnTo>
                    <a:pt x="66218" y="426689"/>
                  </a:lnTo>
                  <a:lnTo>
                    <a:pt x="66657" y="427785"/>
                  </a:lnTo>
                  <a:lnTo>
                    <a:pt x="67534" y="428772"/>
                  </a:lnTo>
                  <a:lnTo>
                    <a:pt x="68191" y="429320"/>
                  </a:lnTo>
                  <a:lnTo>
                    <a:pt x="68739" y="429868"/>
                  </a:lnTo>
                  <a:lnTo>
                    <a:pt x="69288" y="430306"/>
                  </a:lnTo>
                  <a:lnTo>
                    <a:pt x="69836" y="430855"/>
                  </a:lnTo>
                  <a:lnTo>
                    <a:pt x="71700" y="433376"/>
                  </a:lnTo>
                  <a:lnTo>
                    <a:pt x="73344" y="436117"/>
                  </a:lnTo>
                  <a:lnTo>
                    <a:pt x="74660" y="438858"/>
                  </a:lnTo>
                  <a:lnTo>
                    <a:pt x="75756" y="441818"/>
                  </a:lnTo>
                  <a:lnTo>
                    <a:pt x="75756" y="442914"/>
                  </a:lnTo>
                  <a:lnTo>
                    <a:pt x="75646" y="443901"/>
                  </a:lnTo>
                  <a:lnTo>
                    <a:pt x="75098" y="444778"/>
                  </a:lnTo>
                  <a:lnTo>
                    <a:pt x="74331" y="445545"/>
                  </a:lnTo>
                  <a:lnTo>
                    <a:pt x="70603" y="445765"/>
                  </a:lnTo>
                  <a:lnTo>
                    <a:pt x="66766" y="445436"/>
                  </a:lnTo>
                  <a:lnTo>
                    <a:pt x="62819" y="444668"/>
                  </a:lnTo>
                  <a:lnTo>
                    <a:pt x="59092" y="444010"/>
                  </a:lnTo>
                  <a:lnTo>
                    <a:pt x="59311" y="446093"/>
                  </a:lnTo>
                  <a:lnTo>
                    <a:pt x="59530" y="448177"/>
                  </a:lnTo>
                  <a:lnTo>
                    <a:pt x="59859" y="450260"/>
                  </a:lnTo>
                  <a:lnTo>
                    <a:pt x="60407" y="452233"/>
                  </a:lnTo>
                  <a:lnTo>
                    <a:pt x="61284" y="455303"/>
                  </a:lnTo>
                  <a:lnTo>
                    <a:pt x="61942" y="458372"/>
                  </a:lnTo>
                  <a:lnTo>
                    <a:pt x="62491" y="461552"/>
                  </a:lnTo>
                  <a:lnTo>
                    <a:pt x="63039" y="464731"/>
                  </a:lnTo>
                  <a:lnTo>
                    <a:pt x="63258" y="465170"/>
                  </a:lnTo>
                  <a:lnTo>
                    <a:pt x="63477" y="465718"/>
                  </a:lnTo>
                  <a:lnTo>
                    <a:pt x="63696" y="466156"/>
                  </a:lnTo>
                  <a:lnTo>
                    <a:pt x="63916" y="466704"/>
                  </a:lnTo>
                  <a:lnTo>
                    <a:pt x="66437" y="470432"/>
                  </a:lnTo>
                  <a:lnTo>
                    <a:pt x="68301" y="475146"/>
                  </a:lnTo>
                  <a:lnTo>
                    <a:pt x="69726" y="480189"/>
                  </a:lnTo>
                  <a:lnTo>
                    <a:pt x="71042" y="484574"/>
                  </a:lnTo>
                  <a:lnTo>
                    <a:pt x="71919" y="487644"/>
                  </a:lnTo>
                  <a:lnTo>
                    <a:pt x="73015" y="492029"/>
                  </a:lnTo>
                  <a:lnTo>
                    <a:pt x="73673" y="496086"/>
                  </a:lnTo>
                  <a:lnTo>
                    <a:pt x="73454" y="498607"/>
                  </a:lnTo>
                  <a:lnTo>
                    <a:pt x="69726" y="499594"/>
                  </a:lnTo>
                  <a:lnTo>
                    <a:pt x="65341" y="497182"/>
                  </a:lnTo>
                  <a:lnTo>
                    <a:pt x="61175" y="493345"/>
                  </a:lnTo>
                  <a:lnTo>
                    <a:pt x="57776" y="490166"/>
                  </a:lnTo>
                  <a:lnTo>
                    <a:pt x="54926" y="487754"/>
                  </a:lnTo>
                  <a:lnTo>
                    <a:pt x="51527" y="485780"/>
                  </a:lnTo>
                  <a:lnTo>
                    <a:pt x="47800" y="484684"/>
                  </a:lnTo>
                  <a:lnTo>
                    <a:pt x="44182" y="484903"/>
                  </a:lnTo>
                  <a:lnTo>
                    <a:pt x="41660" y="485671"/>
                  </a:lnTo>
                  <a:lnTo>
                    <a:pt x="38920" y="486109"/>
                  </a:lnTo>
                  <a:lnTo>
                    <a:pt x="36179" y="486767"/>
                  </a:lnTo>
                  <a:lnTo>
                    <a:pt x="33876" y="487644"/>
                  </a:lnTo>
                  <a:lnTo>
                    <a:pt x="32232" y="489398"/>
                  </a:lnTo>
                  <a:lnTo>
                    <a:pt x="31026" y="491372"/>
                  </a:lnTo>
                  <a:lnTo>
                    <a:pt x="29601" y="493016"/>
                  </a:lnTo>
                  <a:lnTo>
                    <a:pt x="27298" y="494003"/>
                  </a:lnTo>
                  <a:lnTo>
                    <a:pt x="27079" y="494003"/>
                  </a:lnTo>
                  <a:lnTo>
                    <a:pt x="26969" y="494003"/>
                  </a:lnTo>
                  <a:lnTo>
                    <a:pt x="26860" y="494112"/>
                  </a:lnTo>
                  <a:lnTo>
                    <a:pt x="26750" y="494112"/>
                  </a:lnTo>
                  <a:lnTo>
                    <a:pt x="23790" y="496634"/>
                  </a:lnTo>
                  <a:lnTo>
                    <a:pt x="22804" y="500142"/>
                  </a:lnTo>
                  <a:lnTo>
                    <a:pt x="21598" y="503541"/>
                  </a:lnTo>
                  <a:lnTo>
                    <a:pt x="17980" y="505733"/>
                  </a:lnTo>
                  <a:lnTo>
                    <a:pt x="12717" y="507049"/>
                  </a:lnTo>
                  <a:lnTo>
                    <a:pt x="8332" y="508803"/>
                  </a:lnTo>
                  <a:lnTo>
                    <a:pt x="4385" y="511215"/>
                  </a:lnTo>
                  <a:lnTo>
                    <a:pt x="0" y="514614"/>
                  </a:lnTo>
                  <a:lnTo>
                    <a:pt x="658" y="517903"/>
                  </a:lnTo>
                  <a:lnTo>
                    <a:pt x="548" y="520972"/>
                  </a:lnTo>
                  <a:lnTo>
                    <a:pt x="329" y="524042"/>
                  </a:lnTo>
                  <a:lnTo>
                    <a:pt x="548" y="527222"/>
                  </a:lnTo>
                  <a:lnTo>
                    <a:pt x="1425" y="529853"/>
                  </a:lnTo>
                  <a:lnTo>
                    <a:pt x="2851" y="532265"/>
                  </a:lnTo>
                  <a:lnTo>
                    <a:pt x="3727" y="534677"/>
                  </a:lnTo>
                  <a:lnTo>
                    <a:pt x="3618" y="537746"/>
                  </a:lnTo>
                  <a:lnTo>
                    <a:pt x="5043" y="537527"/>
                  </a:lnTo>
                  <a:lnTo>
                    <a:pt x="6578" y="537198"/>
                  </a:lnTo>
                  <a:lnTo>
                    <a:pt x="8003" y="536979"/>
                  </a:lnTo>
                  <a:lnTo>
                    <a:pt x="9429" y="536650"/>
                  </a:lnTo>
                  <a:lnTo>
                    <a:pt x="9319" y="539500"/>
                  </a:lnTo>
                  <a:lnTo>
                    <a:pt x="9648" y="542131"/>
                  </a:lnTo>
                  <a:lnTo>
                    <a:pt x="10744" y="544543"/>
                  </a:lnTo>
                  <a:lnTo>
                    <a:pt x="12498" y="546626"/>
                  </a:lnTo>
                  <a:lnTo>
                    <a:pt x="15897" y="548600"/>
                  </a:lnTo>
                  <a:lnTo>
                    <a:pt x="18638" y="547174"/>
                  </a:lnTo>
                  <a:lnTo>
                    <a:pt x="21159" y="545420"/>
                  </a:lnTo>
                  <a:lnTo>
                    <a:pt x="23571" y="546626"/>
                  </a:lnTo>
                  <a:lnTo>
                    <a:pt x="23900" y="550573"/>
                  </a:lnTo>
                  <a:lnTo>
                    <a:pt x="24229" y="554630"/>
                  </a:lnTo>
                  <a:lnTo>
                    <a:pt x="25435" y="557918"/>
                  </a:lnTo>
                  <a:lnTo>
                    <a:pt x="28395" y="559782"/>
                  </a:lnTo>
                  <a:lnTo>
                    <a:pt x="31903" y="560330"/>
                  </a:lnTo>
                  <a:lnTo>
                    <a:pt x="36837" y="560878"/>
                  </a:lnTo>
                  <a:lnTo>
                    <a:pt x="41331" y="561646"/>
                  </a:lnTo>
                  <a:lnTo>
                    <a:pt x="43414" y="562852"/>
                  </a:lnTo>
                  <a:lnTo>
                    <a:pt x="46155" y="572390"/>
                  </a:lnTo>
                  <a:lnTo>
                    <a:pt x="51527" y="579735"/>
                  </a:lnTo>
                  <a:lnTo>
                    <a:pt x="58982" y="584998"/>
                  </a:lnTo>
                  <a:lnTo>
                    <a:pt x="67972" y="588725"/>
                  </a:lnTo>
                  <a:lnTo>
                    <a:pt x="71919" y="589822"/>
                  </a:lnTo>
                  <a:lnTo>
                    <a:pt x="75866" y="590698"/>
                  </a:lnTo>
                  <a:lnTo>
                    <a:pt x="79922" y="591466"/>
                  </a:lnTo>
                  <a:lnTo>
                    <a:pt x="83869" y="592343"/>
                  </a:lnTo>
                  <a:lnTo>
                    <a:pt x="85623" y="593220"/>
                  </a:lnTo>
                  <a:lnTo>
                    <a:pt x="87487" y="594097"/>
                  </a:lnTo>
                  <a:lnTo>
                    <a:pt x="89350" y="594755"/>
                  </a:lnTo>
                  <a:lnTo>
                    <a:pt x="91214" y="595303"/>
                  </a:lnTo>
                  <a:lnTo>
                    <a:pt x="97463" y="596619"/>
                  </a:lnTo>
                  <a:lnTo>
                    <a:pt x="104041" y="597167"/>
                  </a:lnTo>
                  <a:lnTo>
                    <a:pt x="110619" y="596619"/>
                  </a:lnTo>
                  <a:lnTo>
                    <a:pt x="116758" y="595193"/>
                  </a:lnTo>
                  <a:lnTo>
                    <a:pt x="120267" y="594426"/>
                  </a:lnTo>
                  <a:lnTo>
                    <a:pt x="122679" y="594207"/>
                  </a:lnTo>
                  <a:lnTo>
                    <a:pt x="124652" y="594974"/>
                  </a:lnTo>
                  <a:lnTo>
                    <a:pt x="127173" y="597167"/>
                  </a:lnTo>
                  <a:lnTo>
                    <a:pt x="129914" y="600127"/>
                  </a:lnTo>
                  <a:lnTo>
                    <a:pt x="132765" y="603087"/>
                  </a:lnTo>
                  <a:lnTo>
                    <a:pt x="135506" y="606047"/>
                  </a:lnTo>
                  <a:lnTo>
                    <a:pt x="138356" y="609007"/>
                  </a:lnTo>
                  <a:lnTo>
                    <a:pt x="139343" y="608130"/>
                  </a:lnTo>
                  <a:lnTo>
                    <a:pt x="140329" y="607363"/>
                  </a:lnTo>
                  <a:lnTo>
                    <a:pt x="141426" y="606486"/>
                  </a:lnTo>
                  <a:lnTo>
                    <a:pt x="142412" y="605609"/>
                  </a:lnTo>
                  <a:lnTo>
                    <a:pt x="143289" y="604951"/>
                  </a:lnTo>
                  <a:lnTo>
                    <a:pt x="144166" y="604183"/>
                  </a:lnTo>
                  <a:lnTo>
                    <a:pt x="144934" y="603416"/>
                  </a:lnTo>
                  <a:lnTo>
                    <a:pt x="145811" y="602648"/>
                  </a:lnTo>
                  <a:lnTo>
                    <a:pt x="147456" y="603306"/>
                  </a:lnTo>
                  <a:lnTo>
                    <a:pt x="148990" y="603964"/>
                  </a:lnTo>
                  <a:lnTo>
                    <a:pt x="150635" y="604512"/>
                  </a:lnTo>
                  <a:lnTo>
                    <a:pt x="152170" y="605060"/>
                  </a:lnTo>
                  <a:lnTo>
                    <a:pt x="158967" y="604512"/>
                  </a:lnTo>
                  <a:lnTo>
                    <a:pt x="164339" y="599469"/>
                  </a:lnTo>
                  <a:lnTo>
                    <a:pt x="168395" y="592343"/>
                  </a:lnTo>
                  <a:lnTo>
                    <a:pt x="171136" y="585546"/>
                  </a:lnTo>
                  <a:lnTo>
                    <a:pt x="172781" y="583134"/>
                  </a:lnTo>
                  <a:lnTo>
                    <a:pt x="174864" y="581818"/>
                  </a:lnTo>
                  <a:lnTo>
                    <a:pt x="177495" y="581380"/>
                  </a:lnTo>
                  <a:lnTo>
                    <a:pt x="180235" y="581380"/>
                  </a:lnTo>
                  <a:lnTo>
                    <a:pt x="181990" y="581380"/>
                  </a:lnTo>
                  <a:lnTo>
                    <a:pt x="183744" y="581489"/>
                  </a:lnTo>
                  <a:lnTo>
                    <a:pt x="185498" y="581489"/>
                  </a:lnTo>
                  <a:lnTo>
                    <a:pt x="187252" y="581489"/>
                  </a:lnTo>
                  <a:lnTo>
                    <a:pt x="190541" y="581709"/>
                  </a:lnTo>
                  <a:lnTo>
                    <a:pt x="193720" y="581818"/>
                  </a:lnTo>
                  <a:lnTo>
                    <a:pt x="200189" y="582147"/>
                  </a:lnTo>
                  <a:lnTo>
                    <a:pt x="202052" y="582147"/>
                  </a:lnTo>
                  <a:lnTo>
                    <a:pt x="203916" y="582147"/>
                  </a:lnTo>
                  <a:lnTo>
                    <a:pt x="205780" y="582038"/>
                  </a:lnTo>
                  <a:lnTo>
                    <a:pt x="207644" y="581928"/>
                  </a:lnTo>
                  <a:lnTo>
                    <a:pt x="209398" y="581709"/>
                  </a:lnTo>
                  <a:lnTo>
                    <a:pt x="211152" y="581380"/>
                  </a:lnTo>
                  <a:lnTo>
                    <a:pt x="212906" y="580941"/>
                  </a:lnTo>
                  <a:lnTo>
                    <a:pt x="214660" y="580503"/>
                  </a:lnTo>
                  <a:lnTo>
                    <a:pt x="216962" y="580174"/>
                  </a:lnTo>
                  <a:lnTo>
                    <a:pt x="219265" y="579516"/>
                  </a:lnTo>
                  <a:lnTo>
                    <a:pt x="221567" y="579406"/>
                  </a:lnTo>
                  <a:lnTo>
                    <a:pt x="223759" y="580174"/>
                  </a:lnTo>
                  <a:lnTo>
                    <a:pt x="224965" y="582147"/>
                  </a:lnTo>
                  <a:lnTo>
                    <a:pt x="225623" y="585107"/>
                  </a:lnTo>
                  <a:lnTo>
                    <a:pt x="226062" y="588177"/>
                  </a:lnTo>
                  <a:lnTo>
                    <a:pt x="226281" y="590698"/>
                  </a:lnTo>
                  <a:lnTo>
                    <a:pt x="226500" y="592124"/>
                  </a:lnTo>
                  <a:lnTo>
                    <a:pt x="226719" y="593659"/>
                  </a:lnTo>
                  <a:lnTo>
                    <a:pt x="227048" y="595084"/>
                  </a:lnTo>
                  <a:lnTo>
                    <a:pt x="227487" y="596509"/>
                  </a:lnTo>
                  <a:lnTo>
                    <a:pt x="228364" y="599688"/>
                  </a:lnTo>
                  <a:lnTo>
                    <a:pt x="229680" y="602319"/>
                  </a:lnTo>
                  <a:lnTo>
                    <a:pt x="231763" y="603964"/>
                  </a:lnTo>
                  <a:lnTo>
                    <a:pt x="234942" y="604183"/>
                  </a:lnTo>
                  <a:lnTo>
                    <a:pt x="237354" y="603087"/>
                  </a:lnTo>
                  <a:lnTo>
                    <a:pt x="239766" y="602100"/>
                  </a:lnTo>
                  <a:lnTo>
                    <a:pt x="242178" y="601114"/>
                  </a:lnTo>
                  <a:lnTo>
                    <a:pt x="244699" y="600127"/>
                  </a:lnTo>
                  <a:lnTo>
                    <a:pt x="247001" y="598592"/>
                  </a:lnTo>
                  <a:lnTo>
                    <a:pt x="249194" y="596838"/>
                  </a:lnTo>
                  <a:lnTo>
                    <a:pt x="251277" y="594865"/>
                  </a:lnTo>
                  <a:lnTo>
                    <a:pt x="253141" y="592781"/>
                  </a:lnTo>
                  <a:lnTo>
                    <a:pt x="255114" y="591356"/>
                  </a:lnTo>
                  <a:lnTo>
                    <a:pt x="256868" y="589712"/>
                  </a:lnTo>
                  <a:lnTo>
                    <a:pt x="258403" y="587958"/>
                  </a:lnTo>
                  <a:lnTo>
                    <a:pt x="259609" y="585765"/>
                  </a:lnTo>
                  <a:lnTo>
                    <a:pt x="259500" y="583792"/>
                  </a:lnTo>
                  <a:lnTo>
                    <a:pt x="259280" y="581818"/>
                  </a:lnTo>
                  <a:lnTo>
                    <a:pt x="258842" y="579845"/>
                  </a:lnTo>
                  <a:lnTo>
                    <a:pt x="258184" y="577872"/>
                  </a:lnTo>
                  <a:lnTo>
                    <a:pt x="256649" y="575350"/>
                  </a:lnTo>
                  <a:lnTo>
                    <a:pt x="254895" y="572938"/>
                  </a:lnTo>
                  <a:lnTo>
                    <a:pt x="252812" y="570636"/>
                  </a:lnTo>
                  <a:lnTo>
                    <a:pt x="250620" y="568553"/>
                  </a:lnTo>
                  <a:lnTo>
                    <a:pt x="250291" y="568114"/>
                  </a:lnTo>
                  <a:lnTo>
                    <a:pt x="249742" y="567785"/>
                  </a:lnTo>
                  <a:lnTo>
                    <a:pt x="249194" y="567456"/>
                  </a:lnTo>
                  <a:lnTo>
                    <a:pt x="248756" y="567128"/>
                  </a:lnTo>
                  <a:lnTo>
                    <a:pt x="245686" y="564935"/>
                  </a:lnTo>
                  <a:lnTo>
                    <a:pt x="243603" y="562085"/>
                  </a:lnTo>
                  <a:lnTo>
                    <a:pt x="242726" y="558576"/>
                  </a:lnTo>
                  <a:lnTo>
                    <a:pt x="243822" y="554959"/>
                  </a:lnTo>
                  <a:lnTo>
                    <a:pt x="245247" y="552547"/>
                  </a:lnTo>
                  <a:lnTo>
                    <a:pt x="246673" y="550135"/>
                  </a:lnTo>
                  <a:lnTo>
                    <a:pt x="248208" y="547832"/>
                  </a:lnTo>
                  <a:lnTo>
                    <a:pt x="249523" y="545311"/>
                  </a:lnTo>
                  <a:lnTo>
                    <a:pt x="251496" y="541912"/>
                  </a:lnTo>
                  <a:lnTo>
                    <a:pt x="253360" y="538404"/>
                  </a:lnTo>
                  <a:lnTo>
                    <a:pt x="255224" y="535005"/>
                  </a:lnTo>
                  <a:lnTo>
                    <a:pt x="257197" y="531607"/>
                  </a:lnTo>
                  <a:lnTo>
                    <a:pt x="258842" y="528427"/>
                  </a:lnTo>
                  <a:lnTo>
                    <a:pt x="261034" y="524481"/>
                  </a:lnTo>
                  <a:lnTo>
                    <a:pt x="263556" y="521959"/>
                  </a:lnTo>
                  <a:lnTo>
                    <a:pt x="266297" y="522727"/>
                  </a:lnTo>
                  <a:lnTo>
                    <a:pt x="271340" y="521082"/>
                  </a:lnTo>
                  <a:lnTo>
                    <a:pt x="278685" y="515162"/>
                  </a:lnTo>
                  <a:lnTo>
                    <a:pt x="284496" y="512421"/>
                  </a:lnTo>
                  <a:lnTo>
                    <a:pt x="284605" y="520753"/>
                  </a:lnTo>
                  <a:lnTo>
                    <a:pt x="282303" y="527660"/>
                  </a:lnTo>
                  <a:lnTo>
                    <a:pt x="279343" y="536431"/>
                  </a:lnTo>
                  <a:lnTo>
                    <a:pt x="277260" y="545091"/>
                  </a:lnTo>
                  <a:lnTo>
                    <a:pt x="277699" y="551669"/>
                  </a:lnTo>
                  <a:lnTo>
                    <a:pt x="280111" y="554520"/>
                  </a:lnTo>
                  <a:lnTo>
                    <a:pt x="283071" y="556712"/>
                  </a:lnTo>
                  <a:lnTo>
                    <a:pt x="286359" y="558467"/>
                  </a:lnTo>
                  <a:lnTo>
                    <a:pt x="289649" y="560330"/>
                  </a:lnTo>
                  <a:lnTo>
                    <a:pt x="291293" y="561536"/>
                  </a:lnTo>
                  <a:lnTo>
                    <a:pt x="292937" y="562742"/>
                  </a:lnTo>
                  <a:lnTo>
                    <a:pt x="294692" y="563948"/>
                  </a:lnTo>
                  <a:lnTo>
                    <a:pt x="296446" y="565045"/>
                  </a:lnTo>
                  <a:lnTo>
                    <a:pt x="298200" y="567237"/>
                  </a:lnTo>
                  <a:lnTo>
                    <a:pt x="298638" y="570088"/>
                  </a:lnTo>
                  <a:lnTo>
                    <a:pt x="298638" y="573267"/>
                  </a:lnTo>
                  <a:lnTo>
                    <a:pt x="299077" y="576337"/>
                  </a:lnTo>
                  <a:lnTo>
                    <a:pt x="300283" y="578749"/>
                  </a:lnTo>
                  <a:lnTo>
                    <a:pt x="301927" y="580941"/>
                  </a:lnTo>
                  <a:lnTo>
                    <a:pt x="303572" y="583134"/>
                  </a:lnTo>
                  <a:lnTo>
                    <a:pt x="304997" y="585546"/>
                  </a:lnTo>
                  <a:lnTo>
                    <a:pt x="306751" y="588067"/>
                  </a:lnTo>
                  <a:lnTo>
                    <a:pt x="309053" y="589822"/>
                  </a:lnTo>
                  <a:lnTo>
                    <a:pt x="311684" y="590808"/>
                  </a:lnTo>
                  <a:lnTo>
                    <a:pt x="314645" y="591247"/>
                  </a:lnTo>
                  <a:lnTo>
                    <a:pt x="317495" y="590589"/>
                  </a:lnTo>
                  <a:lnTo>
                    <a:pt x="319797" y="588835"/>
                  </a:lnTo>
                  <a:lnTo>
                    <a:pt x="321442" y="586313"/>
                  </a:lnTo>
                  <a:lnTo>
                    <a:pt x="322429" y="583353"/>
                  </a:lnTo>
                  <a:lnTo>
                    <a:pt x="327362" y="572828"/>
                  </a:lnTo>
                  <a:lnTo>
                    <a:pt x="333830" y="563948"/>
                  </a:lnTo>
                  <a:lnTo>
                    <a:pt x="342053" y="557041"/>
                  </a:lnTo>
                  <a:lnTo>
                    <a:pt x="352577" y="552437"/>
                  </a:lnTo>
                  <a:lnTo>
                    <a:pt x="353016" y="552218"/>
                  </a:lnTo>
                  <a:lnTo>
                    <a:pt x="353564" y="552108"/>
                  </a:lnTo>
                  <a:lnTo>
                    <a:pt x="354003" y="551889"/>
                  </a:lnTo>
                  <a:lnTo>
                    <a:pt x="354441" y="551779"/>
                  </a:lnTo>
                  <a:lnTo>
                    <a:pt x="358826" y="551012"/>
                  </a:lnTo>
                  <a:lnTo>
                    <a:pt x="362883" y="550354"/>
                  </a:lnTo>
                  <a:lnTo>
                    <a:pt x="366829" y="550464"/>
                  </a:lnTo>
                  <a:lnTo>
                    <a:pt x="370996" y="552108"/>
                  </a:lnTo>
                  <a:lnTo>
                    <a:pt x="374285" y="553972"/>
                  </a:lnTo>
                  <a:lnTo>
                    <a:pt x="377354" y="555397"/>
                  </a:lnTo>
                  <a:lnTo>
                    <a:pt x="380533" y="556603"/>
                  </a:lnTo>
                  <a:lnTo>
                    <a:pt x="384042" y="557590"/>
                  </a:lnTo>
                  <a:lnTo>
                    <a:pt x="384809" y="557590"/>
                  </a:lnTo>
                  <a:lnTo>
                    <a:pt x="385138" y="557699"/>
                  </a:lnTo>
                  <a:lnTo>
                    <a:pt x="385577" y="557699"/>
                  </a:lnTo>
                  <a:lnTo>
                    <a:pt x="392264" y="559782"/>
                  </a:lnTo>
                  <a:lnTo>
                    <a:pt x="398842" y="561536"/>
                  </a:lnTo>
                  <a:lnTo>
                    <a:pt x="404982" y="561317"/>
                  </a:lnTo>
                  <a:lnTo>
                    <a:pt x="410353" y="557041"/>
                  </a:lnTo>
                  <a:lnTo>
                    <a:pt x="411340" y="555616"/>
                  </a:lnTo>
                  <a:lnTo>
                    <a:pt x="412327" y="554081"/>
                  </a:lnTo>
                  <a:lnTo>
                    <a:pt x="413094" y="552547"/>
                  </a:lnTo>
                  <a:lnTo>
                    <a:pt x="413862" y="551012"/>
                  </a:lnTo>
                  <a:lnTo>
                    <a:pt x="414081" y="550683"/>
                  </a:lnTo>
                  <a:lnTo>
                    <a:pt x="414300" y="550354"/>
                  </a:lnTo>
                  <a:lnTo>
                    <a:pt x="414520" y="550135"/>
                  </a:lnTo>
                  <a:lnTo>
                    <a:pt x="414739" y="549806"/>
                  </a:lnTo>
                  <a:lnTo>
                    <a:pt x="415616" y="548600"/>
                  </a:lnTo>
                  <a:lnTo>
                    <a:pt x="416493" y="547394"/>
                  </a:lnTo>
                  <a:lnTo>
                    <a:pt x="417370" y="546188"/>
                  </a:lnTo>
                  <a:lnTo>
                    <a:pt x="418247" y="544982"/>
                  </a:lnTo>
                  <a:lnTo>
                    <a:pt x="419234" y="543995"/>
                  </a:lnTo>
                  <a:lnTo>
                    <a:pt x="420221" y="543118"/>
                  </a:lnTo>
                  <a:lnTo>
                    <a:pt x="421098" y="542241"/>
                  </a:lnTo>
                  <a:lnTo>
                    <a:pt x="422084" y="541364"/>
                  </a:lnTo>
                  <a:lnTo>
                    <a:pt x="422633" y="540596"/>
                  </a:lnTo>
                  <a:lnTo>
                    <a:pt x="423290" y="539829"/>
                  </a:lnTo>
                  <a:lnTo>
                    <a:pt x="423948" y="539171"/>
                  </a:lnTo>
                  <a:lnTo>
                    <a:pt x="424715" y="538514"/>
                  </a:lnTo>
                  <a:lnTo>
                    <a:pt x="427347" y="536540"/>
                  </a:lnTo>
                  <a:lnTo>
                    <a:pt x="430307" y="535225"/>
                  </a:lnTo>
                  <a:lnTo>
                    <a:pt x="433486" y="534348"/>
                  </a:lnTo>
                  <a:lnTo>
                    <a:pt x="436556" y="533361"/>
                  </a:lnTo>
                  <a:lnTo>
                    <a:pt x="437871" y="532922"/>
                  </a:lnTo>
                  <a:lnTo>
                    <a:pt x="439187" y="532265"/>
                  </a:lnTo>
                  <a:lnTo>
                    <a:pt x="440393" y="531497"/>
                  </a:lnTo>
                  <a:lnTo>
                    <a:pt x="441599" y="530620"/>
                  </a:lnTo>
                  <a:lnTo>
                    <a:pt x="445326" y="528318"/>
                  </a:lnTo>
                  <a:lnTo>
                    <a:pt x="447738" y="525029"/>
                  </a:lnTo>
                  <a:lnTo>
                    <a:pt x="449382" y="521082"/>
                  </a:lnTo>
                  <a:lnTo>
                    <a:pt x="451137" y="516916"/>
                  </a:lnTo>
                  <a:lnTo>
                    <a:pt x="453329" y="512969"/>
                  </a:lnTo>
                  <a:lnTo>
                    <a:pt x="455193" y="509680"/>
                  </a:lnTo>
                  <a:lnTo>
                    <a:pt x="456618" y="506282"/>
                  </a:lnTo>
                  <a:lnTo>
                    <a:pt x="457496" y="502225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5" name="Freeform: Shape 18">
              <a:extLst>
                <a:ext uri="{FF2B5EF4-FFF2-40B4-BE49-F238E27FC236}">
                  <a16:creationId xmlns:a16="http://schemas.microsoft.com/office/drawing/2014/main" id="{DF13C205-B4CE-17AE-4668-88806023BF4B}"/>
                </a:ext>
              </a:extLst>
            </p:cNvPr>
            <p:cNvSpPr/>
            <p:nvPr/>
          </p:nvSpPr>
          <p:spPr>
            <a:xfrm>
              <a:off x="9415663" y="5057589"/>
              <a:ext cx="920911" cy="613941"/>
            </a:xfrm>
            <a:custGeom>
              <a:avLst/>
              <a:gdLst>
                <a:gd name="connsiteX0" fmla="*/ 924090 w 920910"/>
                <a:gd name="connsiteY0" fmla="*/ 323634 h 613940"/>
                <a:gd name="connsiteX1" fmla="*/ 923871 w 920910"/>
                <a:gd name="connsiteY1" fmla="*/ 317824 h 613940"/>
                <a:gd name="connsiteX2" fmla="*/ 922336 w 920910"/>
                <a:gd name="connsiteY2" fmla="*/ 312671 h 613940"/>
                <a:gd name="connsiteX3" fmla="*/ 891639 w 920910"/>
                <a:gd name="connsiteY3" fmla="*/ 310807 h 613940"/>
                <a:gd name="connsiteX4" fmla="*/ 860942 w 920910"/>
                <a:gd name="connsiteY4" fmla="*/ 308944 h 613940"/>
                <a:gd name="connsiteX5" fmla="*/ 830245 w 920910"/>
                <a:gd name="connsiteY5" fmla="*/ 307080 h 613940"/>
                <a:gd name="connsiteX6" fmla="*/ 799548 w 920910"/>
                <a:gd name="connsiteY6" fmla="*/ 305216 h 613940"/>
                <a:gd name="connsiteX7" fmla="*/ 793518 w 920910"/>
                <a:gd name="connsiteY7" fmla="*/ 304778 h 613940"/>
                <a:gd name="connsiteX8" fmla="*/ 787598 w 920910"/>
                <a:gd name="connsiteY8" fmla="*/ 304339 h 613940"/>
                <a:gd name="connsiteX9" fmla="*/ 781678 w 920910"/>
                <a:gd name="connsiteY9" fmla="*/ 303791 h 613940"/>
                <a:gd name="connsiteX10" fmla="*/ 775758 w 920910"/>
                <a:gd name="connsiteY10" fmla="*/ 303352 h 613940"/>
                <a:gd name="connsiteX11" fmla="*/ 769071 w 920910"/>
                <a:gd name="connsiteY11" fmla="*/ 302804 h 613940"/>
                <a:gd name="connsiteX12" fmla="*/ 762383 w 920910"/>
                <a:gd name="connsiteY12" fmla="*/ 302256 h 613940"/>
                <a:gd name="connsiteX13" fmla="*/ 755695 w 920910"/>
                <a:gd name="connsiteY13" fmla="*/ 301708 h 613940"/>
                <a:gd name="connsiteX14" fmla="*/ 749008 w 920910"/>
                <a:gd name="connsiteY14" fmla="*/ 301160 h 613940"/>
                <a:gd name="connsiteX15" fmla="*/ 739251 w 920910"/>
                <a:gd name="connsiteY15" fmla="*/ 301050 h 613940"/>
                <a:gd name="connsiteX16" fmla="*/ 725327 w 920910"/>
                <a:gd name="connsiteY16" fmla="*/ 300721 h 613940"/>
                <a:gd name="connsiteX17" fmla="*/ 712500 w 920910"/>
                <a:gd name="connsiteY17" fmla="*/ 299077 h 613940"/>
                <a:gd name="connsiteX18" fmla="*/ 705922 w 920910"/>
                <a:gd name="connsiteY18" fmla="*/ 294801 h 613940"/>
                <a:gd name="connsiteX19" fmla="*/ 705045 w 920910"/>
                <a:gd name="connsiteY19" fmla="*/ 291512 h 613940"/>
                <a:gd name="connsiteX20" fmla="*/ 704058 w 920910"/>
                <a:gd name="connsiteY20" fmla="*/ 288333 h 613940"/>
                <a:gd name="connsiteX21" fmla="*/ 703072 w 920910"/>
                <a:gd name="connsiteY21" fmla="*/ 285044 h 613940"/>
                <a:gd name="connsiteX22" fmla="*/ 702085 w 920910"/>
                <a:gd name="connsiteY22" fmla="*/ 281755 h 613940"/>
                <a:gd name="connsiteX23" fmla="*/ 702304 w 920910"/>
                <a:gd name="connsiteY23" fmla="*/ 280878 h 613940"/>
                <a:gd name="connsiteX24" fmla="*/ 703181 w 920910"/>
                <a:gd name="connsiteY24" fmla="*/ 280439 h 613940"/>
                <a:gd name="connsiteX25" fmla="*/ 704058 w 920910"/>
                <a:gd name="connsiteY25" fmla="*/ 280110 h 613940"/>
                <a:gd name="connsiteX26" fmla="*/ 704607 w 920910"/>
                <a:gd name="connsiteY26" fmla="*/ 279452 h 613940"/>
                <a:gd name="connsiteX27" fmla="*/ 704387 w 920910"/>
                <a:gd name="connsiteY27" fmla="*/ 277917 h 613940"/>
                <a:gd name="connsiteX28" fmla="*/ 704058 w 920910"/>
                <a:gd name="connsiteY28" fmla="*/ 276273 h 613940"/>
                <a:gd name="connsiteX29" fmla="*/ 703620 w 920910"/>
                <a:gd name="connsiteY29" fmla="*/ 274629 h 613940"/>
                <a:gd name="connsiteX30" fmla="*/ 703181 w 920910"/>
                <a:gd name="connsiteY30" fmla="*/ 273094 h 613940"/>
                <a:gd name="connsiteX31" fmla="*/ 700660 w 920910"/>
                <a:gd name="connsiteY31" fmla="*/ 269476 h 613940"/>
                <a:gd name="connsiteX32" fmla="*/ 695727 w 920910"/>
                <a:gd name="connsiteY32" fmla="*/ 266735 h 613940"/>
                <a:gd name="connsiteX33" fmla="*/ 690135 w 920910"/>
                <a:gd name="connsiteY33" fmla="*/ 264652 h 613940"/>
                <a:gd name="connsiteX34" fmla="*/ 685530 w 920910"/>
                <a:gd name="connsiteY34" fmla="*/ 263227 h 613940"/>
                <a:gd name="connsiteX35" fmla="*/ 683009 w 920910"/>
                <a:gd name="connsiteY35" fmla="*/ 259938 h 613940"/>
                <a:gd name="connsiteX36" fmla="*/ 680378 w 920910"/>
                <a:gd name="connsiteY36" fmla="*/ 256868 h 613940"/>
                <a:gd name="connsiteX37" fmla="*/ 677637 w 920910"/>
                <a:gd name="connsiteY37" fmla="*/ 253908 h 613940"/>
                <a:gd name="connsiteX38" fmla="*/ 674567 w 920910"/>
                <a:gd name="connsiteY38" fmla="*/ 251168 h 613940"/>
                <a:gd name="connsiteX39" fmla="*/ 668099 w 920910"/>
                <a:gd name="connsiteY39" fmla="*/ 244809 h 613940"/>
                <a:gd name="connsiteX40" fmla="*/ 662179 w 920910"/>
                <a:gd name="connsiteY40" fmla="*/ 237902 h 613940"/>
                <a:gd name="connsiteX41" fmla="*/ 656259 w 920910"/>
                <a:gd name="connsiteY41" fmla="*/ 230776 h 613940"/>
                <a:gd name="connsiteX42" fmla="*/ 650229 w 920910"/>
                <a:gd name="connsiteY42" fmla="*/ 223869 h 613940"/>
                <a:gd name="connsiteX43" fmla="*/ 650558 w 920910"/>
                <a:gd name="connsiteY43" fmla="*/ 221348 h 613940"/>
                <a:gd name="connsiteX44" fmla="*/ 650777 w 920910"/>
                <a:gd name="connsiteY44" fmla="*/ 219045 h 613940"/>
                <a:gd name="connsiteX45" fmla="*/ 651325 w 920910"/>
                <a:gd name="connsiteY45" fmla="*/ 216633 h 613940"/>
                <a:gd name="connsiteX46" fmla="*/ 652641 w 920910"/>
                <a:gd name="connsiteY46" fmla="*/ 214441 h 613940"/>
                <a:gd name="connsiteX47" fmla="*/ 654286 w 920910"/>
                <a:gd name="connsiteY47" fmla="*/ 213235 h 613940"/>
                <a:gd name="connsiteX48" fmla="*/ 656368 w 920910"/>
                <a:gd name="connsiteY48" fmla="*/ 212358 h 613940"/>
                <a:gd name="connsiteX49" fmla="*/ 658451 w 920910"/>
                <a:gd name="connsiteY49" fmla="*/ 211480 h 613940"/>
                <a:gd name="connsiteX50" fmla="*/ 659877 w 920910"/>
                <a:gd name="connsiteY50" fmla="*/ 210384 h 613940"/>
                <a:gd name="connsiteX51" fmla="*/ 660205 w 920910"/>
                <a:gd name="connsiteY51" fmla="*/ 209068 h 613940"/>
                <a:gd name="connsiteX52" fmla="*/ 660534 w 920910"/>
                <a:gd name="connsiteY52" fmla="*/ 206876 h 613940"/>
                <a:gd name="connsiteX53" fmla="*/ 660754 w 920910"/>
                <a:gd name="connsiteY53" fmla="*/ 204574 h 613940"/>
                <a:gd name="connsiteX54" fmla="*/ 661083 w 920910"/>
                <a:gd name="connsiteY54" fmla="*/ 202929 h 613940"/>
                <a:gd name="connsiteX55" fmla="*/ 661521 w 920910"/>
                <a:gd name="connsiteY55" fmla="*/ 200517 h 613940"/>
                <a:gd name="connsiteX56" fmla="*/ 661631 w 920910"/>
                <a:gd name="connsiteY56" fmla="*/ 197557 h 613940"/>
                <a:gd name="connsiteX57" fmla="*/ 661083 w 920910"/>
                <a:gd name="connsiteY57" fmla="*/ 194926 h 613940"/>
                <a:gd name="connsiteX58" fmla="*/ 659329 w 920910"/>
                <a:gd name="connsiteY58" fmla="*/ 193172 h 613940"/>
                <a:gd name="connsiteX59" fmla="*/ 658232 w 920910"/>
                <a:gd name="connsiteY59" fmla="*/ 193062 h 613940"/>
                <a:gd name="connsiteX60" fmla="*/ 656478 w 920910"/>
                <a:gd name="connsiteY60" fmla="*/ 193391 h 613940"/>
                <a:gd name="connsiteX61" fmla="*/ 654505 w 920910"/>
                <a:gd name="connsiteY61" fmla="*/ 193611 h 613940"/>
                <a:gd name="connsiteX62" fmla="*/ 652860 w 920910"/>
                <a:gd name="connsiteY62" fmla="*/ 193611 h 613940"/>
                <a:gd name="connsiteX63" fmla="*/ 651764 w 920910"/>
                <a:gd name="connsiteY63" fmla="*/ 195036 h 613940"/>
                <a:gd name="connsiteX64" fmla="*/ 652751 w 920910"/>
                <a:gd name="connsiteY64" fmla="*/ 196790 h 613940"/>
                <a:gd name="connsiteX65" fmla="*/ 653627 w 920910"/>
                <a:gd name="connsiteY65" fmla="*/ 198325 h 613940"/>
                <a:gd name="connsiteX66" fmla="*/ 652312 w 920910"/>
                <a:gd name="connsiteY66" fmla="*/ 199092 h 613940"/>
                <a:gd name="connsiteX67" fmla="*/ 650448 w 920910"/>
                <a:gd name="connsiteY67" fmla="*/ 198434 h 613940"/>
                <a:gd name="connsiteX68" fmla="*/ 648036 w 920910"/>
                <a:gd name="connsiteY68" fmla="*/ 197228 h 613940"/>
                <a:gd name="connsiteX69" fmla="*/ 645953 w 920910"/>
                <a:gd name="connsiteY69" fmla="*/ 196571 h 613940"/>
                <a:gd name="connsiteX70" fmla="*/ 644418 w 920910"/>
                <a:gd name="connsiteY70" fmla="*/ 197667 h 613940"/>
                <a:gd name="connsiteX71" fmla="*/ 642335 w 920910"/>
                <a:gd name="connsiteY71" fmla="*/ 202162 h 613940"/>
                <a:gd name="connsiteX72" fmla="*/ 639704 w 920910"/>
                <a:gd name="connsiteY72" fmla="*/ 205341 h 613940"/>
                <a:gd name="connsiteX73" fmla="*/ 635977 w 920910"/>
                <a:gd name="connsiteY73" fmla="*/ 207315 h 613940"/>
                <a:gd name="connsiteX74" fmla="*/ 630276 w 920910"/>
                <a:gd name="connsiteY74" fmla="*/ 208082 h 613940"/>
                <a:gd name="connsiteX75" fmla="*/ 629618 w 920910"/>
                <a:gd name="connsiteY75" fmla="*/ 208849 h 613940"/>
                <a:gd name="connsiteX76" fmla="*/ 628960 w 920910"/>
                <a:gd name="connsiteY76" fmla="*/ 209507 h 613940"/>
                <a:gd name="connsiteX77" fmla="*/ 628522 w 920910"/>
                <a:gd name="connsiteY77" fmla="*/ 210384 h 613940"/>
                <a:gd name="connsiteX78" fmla="*/ 628631 w 920910"/>
                <a:gd name="connsiteY78" fmla="*/ 211809 h 613940"/>
                <a:gd name="connsiteX79" fmla="*/ 624137 w 920910"/>
                <a:gd name="connsiteY79" fmla="*/ 211809 h 613940"/>
                <a:gd name="connsiteX80" fmla="*/ 619751 w 920910"/>
                <a:gd name="connsiteY80" fmla="*/ 211919 h 613940"/>
                <a:gd name="connsiteX81" fmla="*/ 615476 w 920910"/>
                <a:gd name="connsiteY81" fmla="*/ 212906 h 613940"/>
                <a:gd name="connsiteX82" fmla="*/ 611419 w 920910"/>
                <a:gd name="connsiteY82" fmla="*/ 215318 h 613940"/>
                <a:gd name="connsiteX83" fmla="*/ 609775 w 920910"/>
                <a:gd name="connsiteY83" fmla="*/ 217401 h 613940"/>
                <a:gd name="connsiteX84" fmla="*/ 608130 w 920910"/>
                <a:gd name="connsiteY84" fmla="*/ 220032 h 613940"/>
                <a:gd name="connsiteX85" fmla="*/ 606267 w 920910"/>
                <a:gd name="connsiteY85" fmla="*/ 222115 h 613940"/>
                <a:gd name="connsiteX86" fmla="*/ 603964 w 920910"/>
                <a:gd name="connsiteY86" fmla="*/ 222772 h 613940"/>
                <a:gd name="connsiteX87" fmla="*/ 601333 w 920910"/>
                <a:gd name="connsiteY87" fmla="*/ 223430 h 613940"/>
                <a:gd name="connsiteX88" fmla="*/ 598263 w 920910"/>
                <a:gd name="connsiteY88" fmla="*/ 225184 h 613940"/>
                <a:gd name="connsiteX89" fmla="*/ 594974 w 920910"/>
                <a:gd name="connsiteY89" fmla="*/ 227267 h 613940"/>
                <a:gd name="connsiteX90" fmla="*/ 592124 w 920910"/>
                <a:gd name="connsiteY90" fmla="*/ 228583 h 613940"/>
                <a:gd name="connsiteX91" fmla="*/ 591028 w 920910"/>
                <a:gd name="connsiteY91" fmla="*/ 229131 h 613940"/>
                <a:gd name="connsiteX92" fmla="*/ 590480 w 920910"/>
                <a:gd name="connsiteY92" fmla="*/ 229899 h 613940"/>
                <a:gd name="connsiteX93" fmla="*/ 590260 w 920910"/>
                <a:gd name="connsiteY93" fmla="*/ 230995 h 613940"/>
                <a:gd name="connsiteX94" fmla="*/ 590260 w 920910"/>
                <a:gd name="connsiteY94" fmla="*/ 232201 h 613940"/>
                <a:gd name="connsiteX95" fmla="*/ 589822 w 920910"/>
                <a:gd name="connsiteY95" fmla="*/ 233736 h 613940"/>
                <a:gd name="connsiteX96" fmla="*/ 588396 w 920910"/>
                <a:gd name="connsiteY96" fmla="*/ 234174 h 613940"/>
                <a:gd name="connsiteX97" fmla="*/ 586533 w 920910"/>
                <a:gd name="connsiteY97" fmla="*/ 234284 h 613940"/>
                <a:gd name="connsiteX98" fmla="*/ 584778 w 920910"/>
                <a:gd name="connsiteY98" fmla="*/ 234393 h 613940"/>
                <a:gd name="connsiteX99" fmla="*/ 582038 w 920910"/>
                <a:gd name="connsiteY99" fmla="*/ 237244 h 613940"/>
                <a:gd name="connsiteX100" fmla="*/ 579735 w 920910"/>
                <a:gd name="connsiteY100" fmla="*/ 237683 h 613940"/>
                <a:gd name="connsiteX101" fmla="*/ 577323 w 920910"/>
                <a:gd name="connsiteY101" fmla="*/ 236805 h 613940"/>
                <a:gd name="connsiteX102" fmla="*/ 574473 w 920910"/>
                <a:gd name="connsiteY102" fmla="*/ 235709 h 613940"/>
                <a:gd name="connsiteX103" fmla="*/ 569978 w 920910"/>
                <a:gd name="connsiteY103" fmla="*/ 235380 h 613940"/>
                <a:gd name="connsiteX104" fmla="*/ 566360 w 920910"/>
                <a:gd name="connsiteY104" fmla="*/ 236805 h 613940"/>
                <a:gd name="connsiteX105" fmla="*/ 562852 w 920910"/>
                <a:gd name="connsiteY105" fmla="*/ 238779 h 613940"/>
                <a:gd name="connsiteX106" fmla="*/ 558576 w 920910"/>
                <a:gd name="connsiteY106" fmla="*/ 240095 h 613940"/>
                <a:gd name="connsiteX107" fmla="*/ 557809 w 920910"/>
                <a:gd name="connsiteY107" fmla="*/ 240423 h 613940"/>
                <a:gd name="connsiteX108" fmla="*/ 557151 w 920910"/>
                <a:gd name="connsiteY108" fmla="*/ 240423 h 613940"/>
                <a:gd name="connsiteX109" fmla="*/ 556384 w 920910"/>
                <a:gd name="connsiteY109" fmla="*/ 240095 h 613940"/>
                <a:gd name="connsiteX110" fmla="*/ 555726 w 920910"/>
                <a:gd name="connsiteY110" fmla="*/ 239656 h 613940"/>
                <a:gd name="connsiteX111" fmla="*/ 551998 w 920910"/>
                <a:gd name="connsiteY111" fmla="*/ 238340 h 613940"/>
                <a:gd name="connsiteX112" fmla="*/ 548600 w 920910"/>
                <a:gd name="connsiteY112" fmla="*/ 237573 h 613940"/>
                <a:gd name="connsiteX113" fmla="*/ 545749 w 920910"/>
                <a:gd name="connsiteY113" fmla="*/ 236148 h 613940"/>
                <a:gd name="connsiteX114" fmla="*/ 543337 w 920910"/>
                <a:gd name="connsiteY114" fmla="*/ 233188 h 613940"/>
                <a:gd name="connsiteX115" fmla="*/ 539172 w 920910"/>
                <a:gd name="connsiteY115" fmla="*/ 224856 h 613940"/>
                <a:gd name="connsiteX116" fmla="*/ 535006 w 920910"/>
                <a:gd name="connsiteY116" fmla="*/ 216633 h 613940"/>
                <a:gd name="connsiteX117" fmla="*/ 530949 w 920910"/>
                <a:gd name="connsiteY117" fmla="*/ 208411 h 613940"/>
                <a:gd name="connsiteX118" fmla="*/ 526783 w 920910"/>
                <a:gd name="connsiteY118" fmla="*/ 200079 h 613940"/>
                <a:gd name="connsiteX119" fmla="*/ 523604 w 920910"/>
                <a:gd name="connsiteY119" fmla="*/ 193830 h 613940"/>
                <a:gd name="connsiteX120" fmla="*/ 521411 w 920910"/>
                <a:gd name="connsiteY120" fmla="*/ 188238 h 613940"/>
                <a:gd name="connsiteX121" fmla="*/ 521082 w 920910"/>
                <a:gd name="connsiteY121" fmla="*/ 182538 h 613940"/>
                <a:gd name="connsiteX122" fmla="*/ 523275 w 920910"/>
                <a:gd name="connsiteY122" fmla="*/ 176179 h 613940"/>
                <a:gd name="connsiteX123" fmla="*/ 523713 w 920910"/>
                <a:gd name="connsiteY123" fmla="*/ 175192 h 613940"/>
                <a:gd name="connsiteX124" fmla="*/ 524262 w 920910"/>
                <a:gd name="connsiteY124" fmla="*/ 174205 h 613940"/>
                <a:gd name="connsiteX125" fmla="*/ 524810 w 920910"/>
                <a:gd name="connsiteY125" fmla="*/ 173329 h 613940"/>
                <a:gd name="connsiteX126" fmla="*/ 525468 w 920910"/>
                <a:gd name="connsiteY126" fmla="*/ 172342 h 613940"/>
                <a:gd name="connsiteX127" fmla="*/ 532265 w 920910"/>
                <a:gd name="connsiteY127" fmla="*/ 164668 h 613940"/>
                <a:gd name="connsiteX128" fmla="*/ 538623 w 920910"/>
                <a:gd name="connsiteY128" fmla="*/ 157103 h 613940"/>
                <a:gd name="connsiteX129" fmla="*/ 543886 w 920910"/>
                <a:gd name="connsiteY129" fmla="*/ 148880 h 613940"/>
                <a:gd name="connsiteX130" fmla="*/ 547613 w 920910"/>
                <a:gd name="connsiteY130" fmla="*/ 139014 h 613940"/>
                <a:gd name="connsiteX131" fmla="*/ 544215 w 920910"/>
                <a:gd name="connsiteY131" fmla="*/ 132655 h 613940"/>
                <a:gd name="connsiteX132" fmla="*/ 541693 w 920910"/>
                <a:gd name="connsiteY132" fmla="*/ 125748 h 613940"/>
                <a:gd name="connsiteX133" fmla="*/ 539062 w 920910"/>
                <a:gd name="connsiteY133" fmla="*/ 118951 h 613940"/>
                <a:gd name="connsiteX134" fmla="*/ 535334 w 920910"/>
                <a:gd name="connsiteY134" fmla="*/ 113250 h 613940"/>
                <a:gd name="connsiteX135" fmla="*/ 534019 w 920910"/>
                <a:gd name="connsiteY135" fmla="*/ 112373 h 613940"/>
                <a:gd name="connsiteX136" fmla="*/ 532594 w 920910"/>
                <a:gd name="connsiteY136" fmla="*/ 111606 h 613940"/>
                <a:gd name="connsiteX137" fmla="*/ 531059 w 920910"/>
                <a:gd name="connsiteY137" fmla="*/ 110838 h 613940"/>
                <a:gd name="connsiteX138" fmla="*/ 529524 w 920910"/>
                <a:gd name="connsiteY138" fmla="*/ 110290 h 613940"/>
                <a:gd name="connsiteX139" fmla="*/ 527880 w 920910"/>
                <a:gd name="connsiteY139" fmla="*/ 109851 h 613940"/>
                <a:gd name="connsiteX140" fmla="*/ 526125 w 920910"/>
                <a:gd name="connsiteY140" fmla="*/ 109523 h 613940"/>
                <a:gd name="connsiteX141" fmla="*/ 524481 w 920910"/>
                <a:gd name="connsiteY141" fmla="*/ 109084 h 613940"/>
                <a:gd name="connsiteX142" fmla="*/ 522727 w 920910"/>
                <a:gd name="connsiteY142" fmla="*/ 108755 h 613940"/>
                <a:gd name="connsiteX143" fmla="*/ 520424 w 920910"/>
                <a:gd name="connsiteY143" fmla="*/ 108207 h 613940"/>
                <a:gd name="connsiteX144" fmla="*/ 518122 w 920910"/>
                <a:gd name="connsiteY144" fmla="*/ 107330 h 613940"/>
                <a:gd name="connsiteX145" fmla="*/ 516039 w 920910"/>
                <a:gd name="connsiteY145" fmla="*/ 106234 h 613940"/>
                <a:gd name="connsiteX146" fmla="*/ 513846 w 920910"/>
                <a:gd name="connsiteY146" fmla="*/ 105028 h 613940"/>
                <a:gd name="connsiteX147" fmla="*/ 511983 w 920910"/>
                <a:gd name="connsiteY147" fmla="*/ 104151 h 613940"/>
                <a:gd name="connsiteX148" fmla="*/ 510009 w 920910"/>
                <a:gd name="connsiteY148" fmla="*/ 103931 h 613940"/>
                <a:gd name="connsiteX149" fmla="*/ 507926 w 920910"/>
                <a:gd name="connsiteY149" fmla="*/ 104041 h 613940"/>
                <a:gd name="connsiteX150" fmla="*/ 505953 w 920910"/>
                <a:gd name="connsiteY150" fmla="*/ 104699 h 613940"/>
                <a:gd name="connsiteX151" fmla="*/ 505514 w 920910"/>
                <a:gd name="connsiteY151" fmla="*/ 104808 h 613940"/>
                <a:gd name="connsiteX152" fmla="*/ 505186 w 920910"/>
                <a:gd name="connsiteY152" fmla="*/ 104808 h 613940"/>
                <a:gd name="connsiteX153" fmla="*/ 504857 w 920910"/>
                <a:gd name="connsiteY153" fmla="*/ 104918 h 613940"/>
                <a:gd name="connsiteX154" fmla="*/ 504418 w 920910"/>
                <a:gd name="connsiteY154" fmla="*/ 105028 h 613940"/>
                <a:gd name="connsiteX155" fmla="*/ 501787 w 920910"/>
                <a:gd name="connsiteY155" fmla="*/ 104699 h 613940"/>
                <a:gd name="connsiteX156" fmla="*/ 498827 w 920910"/>
                <a:gd name="connsiteY156" fmla="*/ 104589 h 613940"/>
                <a:gd name="connsiteX157" fmla="*/ 496196 w 920910"/>
                <a:gd name="connsiteY157" fmla="*/ 104370 h 613940"/>
                <a:gd name="connsiteX158" fmla="*/ 493565 w 920910"/>
                <a:gd name="connsiteY158" fmla="*/ 103383 h 613940"/>
                <a:gd name="connsiteX159" fmla="*/ 489399 w 920910"/>
                <a:gd name="connsiteY159" fmla="*/ 102616 h 613940"/>
                <a:gd name="connsiteX160" fmla="*/ 486987 w 920910"/>
                <a:gd name="connsiteY160" fmla="*/ 102725 h 613940"/>
                <a:gd name="connsiteX161" fmla="*/ 485452 w 920910"/>
                <a:gd name="connsiteY161" fmla="*/ 103931 h 613940"/>
                <a:gd name="connsiteX162" fmla="*/ 483040 w 920910"/>
                <a:gd name="connsiteY162" fmla="*/ 107549 h 613940"/>
                <a:gd name="connsiteX163" fmla="*/ 481834 w 920910"/>
                <a:gd name="connsiteY163" fmla="*/ 108646 h 613940"/>
                <a:gd name="connsiteX164" fmla="*/ 479422 w 920910"/>
                <a:gd name="connsiteY164" fmla="*/ 109194 h 613940"/>
                <a:gd name="connsiteX165" fmla="*/ 476681 w 920910"/>
                <a:gd name="connsiteY165" fmla="*/ 108974 h 613940"/>
                <a:gd name="connsiteX166" fmla="*/ 474050 w 920910"/>
                <a:gd name="connsiteY166" fmla="*/ 108316 h 613940"/>
                <a:gd name="connsiteX167" fmla="*/ 471748 w 920910"/>
                <a:gd name="connsiteY167" fmla="*/ 107220 h 613940"/>
                <a:gd name="connsiteX168" fmla="*/ 469774 w 920910"/>
                <a:gd name="connsiteY168" fmla="*/ 105028 h 613940"/>
                <a:gd name="connsiteX169" fmla="*/ 470103 w 920910"/>
                <a:gd name="connsiteY169" fmla="*/ 103164 h 613940"/>
                <a:gd name="connsiteX170" fmla="*/ 470652 w 920910"/>
                <a:gd name="connsiteY170" fmla="*/ 101519 h 613940"/>
                <a:gd name="connsiteX171" fmla="*/ 469774 w 920910"/>
                <a:gd name="connsiteY171" fmla="*/ 99765 h 613940"/>
                <a:gd name="connsiteX172" fmla="*/ 467911 w 920910"/>
                <a:gd name="connsiteY172" fmla="*/ 99217 h 613940"/>
                <a:gd name="connsiteX173" fmla="*/ 465608 w 920910"/>
                <a:gd name="connsiteY173" fmla="*/ 99765 h 613940"/>
                <a:gd name="connsiteX174" fmla="*/ 463196 w 920910"/>
                <a:gd name="connsiteY174" fmla="*/ 99875 h 613940"/>
                <a:gd name="connsiteX175" fmla="*/ 461990 w 920910"/>
                <a:gd name="connsiteY175" fmla="*/ 99217 h 613940"/>
                <a:gd name="connsiteX176" fmla="*/ 460894 w 920910"/>
                <a:gd name="connsiteY176" fmla="*/ 98450 h 613940"/>
                <a:gd name="connsiteX177" fmla="*/ 460236 w 920910"/>
                <a:gd name="connsiteY177" fmla="*/ 97902 h 613940"/>
                <a:gd name="connsiteX178" fmla="*/ 458263 w 920910"/>
                <a:gd name="connsiteY178" fmla="*/ 96586 h 613940"/>
                <a:gd name="connsiteX179" fmla="*/ 456619 w 920910"/>
                <a:gd name="connsiteY179" fmla="*/ 90995 h 613940"/>
                <a:gd name="connsiteX180" fmla="*/ 455632 w 920910"/>
                <a:gd name="connsiteY180" fmla="*/ 84855 h 613940"/>
                <a:gd name="connsiteX181" fmla="*/ 453987 w 920910"/>
                <a:gd name="connsiteY181" fmla="*/ 79483 h 613940"/>
                <a:gd name="connsiteX182" fmla="*/ 452124 w 920910"/>
                <a:gd name="connsiteY182" fmla="*/ 76304 h 613940"/>
                <a:gd name="connsiteX183" fmla="*/ 449821 w 920910"/>
                <a:gd name="connsiteY183" fmla="*/ 73234 h 613940"/>
                <a:gd name="connsiteX184" fmla="*/ 447300 w 920910"/>
                <a:gd name="connsiteY184" fmla="*/ 70603 h 613940"/>
                <a:gd name="connsiteX185" fmla="*/ 444230 w 920910"/>
                <a:gd name="connsiteY185" fmla="*/ 68630 h 613940"/>
                <a:gd name="connsiteX186" fmla="*/ 442695 w 920910"/>
                <a:gd name="connsiteY186" fmla="*/ 67862 h 613940"/>
                <a:gd name="connsiteX187" fmla="*/ 441270 w 920910"/>
                <a:gd name="connsiteY187" fmla="*/ 66875 h 613940"/>
                <a:gd name="connsiteX188" fmla="*/ 439735 w 920910"/>
                <a:gd name="connsiteY188" fmla="*/ 65889 h 613940"/>
                <a:gd name="connsiteX189" fmla="*/ 438420 w 920910"/>
                <a:gd name="connsiteY189" fmla="*/ 64793 h 613940"/>
                <a:gd name="connsiteX190" fmla="*/ 432938 w 920910"/>
                <a:gd name="connsiteY190" fmla="*/ 58215 h 613940"/>
                <a:gd name="connsiteX191" fmla="*/ 428991 w 920910"/>
                <a:gd name="connsiteY191" fmla="*/ 49773 h 613940"/>
                <a:gd name="connsiteX192" fmla="*/ 426141 w 920910"/>
                <a:gd name="connsiteY192" fmla="*/ 40673 h 613940"/>
                <a:gd name="connsiteX193" fmla="*/ 424167 w 920910"/>
                <a:gd name="connsiteY193" fmla="*/ 32122 h 613940"/>
                <a:gd name="connsiteX194" fmla="*/ 422413 w 920910"/>
                <a:gd name="connsiteY194" fmla="*/ 26860 h 613940"/>
                <a:gd name="connsiteX195" fmla="*/ 419234 w 920910"/>
                <a:gd name="connsiteY195" fmla="*/ 23571 h 613940"/>
                <a:gd name="connsiteX196" fmla="*/ 414739 w 920910"/>
                <a:gd name="connsiteY196" fmla="*/ 21707 h 613940"/>
                <a:gd name="connsiteX197" fmla="*/ 408819 w 920910"/>
                <a:gd name="connsiteY197" fmla="*/ 20391 h 613940"/>
                <a:gd name="connsiteX198" fmla="*/ 399939 w 920910"/>
                <a:gd name="connsiteY198" fmla="*/ 18418 h 613940"/>
                <a:gd name="connsiteX199" fmla="*/ 392593 w 920910"/>
                <a:gd name="connsiteY199" fmla="*/ 15787 h 613940"/>
                <a:gd name="connsiteX200" fmla="*/ 385796 w 920910"/>
                <a:gd name="connsiteY200" fmla="*/ 11730 h 613940"/>
                <a:gd name="connsiteX201" fmla="*/ 378670 w 920910"/>
                <a:gd name="connsiteY201" fmla="*/ 5810 h 613940"/>
                <a:gd name="connsiteX202" fmla="*/ 377135 w 920910"/>
                <a:gd name="connsiteY202" fmla="*/ 4385 h 613940"/>
                <a:gd name="connsiteX203" fmla="*/ 375600 w 920910"/>
                <a:gd name="connsiteY203" fmla="*/ 2960 h 613940"/>
                <a:gd name="connsiteX204" fmla="*/ 374065 w 920910"/>
                <a:gd name="connsiteY204" fmla="*/ 1535 h 613940"/>
                <a:gd name="connsiteX205" fmla="*/ 372531 w 920910"/>
                <a:gd name="connsiteY205" fmla="*/ 0 h 613940"/>
                <a:gd name="connsiteX206" fmla="*/ 373627 w 920910"/>
                <a:gd name="connsiteY206" fmla="*/ 6249 h 613940"/>
                <a:gd name="connsiteX207" fmla="*/ 375929 w 920910"/>
                <a:gd name="connsiteY207" fmla="*/ 13265 h 613940"/>
                <a:gd name="connsiteX208" fmla="*/ 377902 w 920910"/>
                <a:gd name="connsiteY208" fmla="*/ 20501 h 613940"/>
                <a:gd name="connsiteX209" fmla="*/ 378451 w 920910"/>
                <a:gd name="connsiteY209" fmla="*/ 27517 h 613940"/>
                <a:gd name="connsiteX210" fmla="*/ 376477 w 920910"/>
                <a:gd name="connsiteY210" fmla="*/ 33986 h 613940"/>
                <a:gd name="connsiteX211" fmla="*/ 372421 w 920910"/>
                <a:gd name="connsiteY211" fmla="*/ 39796 h 613940"/>
                <a:gd name="connsiteX212" fmla="*/ 367488 w 920910"/>
                <a:gd name="connsiteY212" fmla="*/ 45168 h 613940"/>
                <a:gd name="connsiteX213" fmla="*/ 362883 w 920910"/>
                <a:gd name="connsiteY213" fmla="*/ 50102 h 613940"/>
                <a:gd name="connsiteX214" fmla="*/ 362115 w 920910"/>
                <a:gd name="connsiteY214" fmla="*/ 50979 h 613940"/>
                <a:gd name="connsiteX215" fmla="*/ 361348 w 920910"/>
                <a:gd name="connsiteY215" fmla="*/ 51746 h 613940"/>
                <a:gd name="connsiteX216" fmla="*/ 360690 w 920910"/>
                <a:gd name="connsiteY216" fmla="*/ 52623 h 613940"/>
                <a:gd name="connsiteX217" fmla="*/ 359923 w 920910"/>
                <a:gd name="connsiteY217" fmla="*/ 53500 h 613940"/>
                <a:gd name="connsiteX218" fmla="*/ 359046 w 920910"/>
                <a:gd name="connsiteY218" fmla="*/ 57557 h 613940"/>
                <a:gd name="connsiteX219" fmla="*/ 357620 w 920910"/>
                <a:gd name="connsiteY219" fmla="*/ 60956 h 613940"/>
                <a:gd name="connsiteX220" fmla="*/ 355757 w 920910"/>
                <a:gd name="connsiteY220" fmla="*/ 64244 h 613940"/>
                <a:gd name="connsiteX221" fmla="*/ 353564 w 920910"/>
                <a:gd name="connsiteY221" fmla="*/ 68191 h 613940"/>
                <a:gd name="connsiteX222" fmla="*/ 351810 w 920910"/>
                <a:gd name="connsiteY222" fmla="*/ 72357 h 613940"/>
                <a:gd name="connsiteX223" fmla="*/ 350165 w 920910"/>
                <a:gd name="connsiteY223" fmla="*/ 76304 h 613940"/>
                <a:gd name="connsiteX224" fmla="*/ 347754 w 920910"/>
                <a:gd name="connsiteY224" fmla="*/ 79593 h 613940"/>
                <a:gd name="connsiteX225" fmla="*/ 344026 w 920910"/>
                <a:gd name="connsiteY225" fmla="*/ 81895 h 613940"/>
                <a:gd name="connsiteX226" fmla="*/ 342820 w 920910"/>
                <a:gd name="connsiteY226" fmla="*/ 82772 h 613940"/>
                <a:gd name="connsiteX227" fmla="*/ 341614 w 920910"/>
                <a:gd name="connsiteY227" fmla="*/ 83540 h 613940"/>
                <a:gd name="connsiteX228" fmla="*/ 340299 w 920910"/>
                <a:gd name="connsiteY228" fmla="*/ 84197 h 613940"/>
                <a:gd name="connsiteX229" fmla="*/ 338983 w 920910"/>
                <a:gd name="connsiteY229" fmla="*/ 84636 h 613940"/>
                <a:gd name="connsiteX230" fmla="*/ 335913 w 920910"/>
                <a:gd name="connsiteY230" fmla="*/ 85623 h 613940"/>
                <a:gd name="connsiteX231" fmla="*/ 332734 w 920910"/>
                <a:gd name="connsiteY231" fmla="*/ 86500 h 613940"/>
                <a:gd name="connsiteX232" fmla="*/ 329774 w 920910"/>
                <a:gd name="connsiteY232" fmla="*/ 87815 h 613940"/>
                <a:gd name="connsiteX233" fmla="*/ 327143 w 920910"/>
                <a:gd name="connsiteY233" fmla="*/ 89789 h 613940"/>
                <a:gd name="connsiteX234" fmla="*/ 326375 w 920910"/>
                <a:gd name="connsiteY234" fmla="*/ 90447 h 613940"/>
                <a:gd name="connsiteX235" fmla="*/ 325718 w 920910"/>
                <a:gd name="connsiteY235" fmla="*/ 91104 h 613940"/>
                <a:gd name="connsiteX236" fmla="*/ 325060 w 920910"/>
                <a:gd name="connsiteY236" fmla="*/ 91872 h 613940"/>
                <a:gd name="connsiteX237" fmla="*/ 324512 w 920910"/>
                <a:gd name="connsiteY237" fmla="*/ 92639 h 613940"/>
                <a:gd name="connsiteX238" fmla="*/ 323525 w 920910"/>
                <a:gd name="connsiteY238" fmla="*/ 93516 h 613940"/>
                <a:gd name="connsiteX239" fmla="*/ 322648 w 920910"/>
                <a:gd name="connsiteY239" fmla="*/ 94393 h 613940"/>
                <a:gd name="connsiteX240" fmla="*/ 321661 w 920910"/>
                <a:gd name="connsiteY240" fmla="*/ 95270 h 613940"/>
                <a:gd name="connsiteX241" fmla="*/ 320674 w 920910"/>
                <a:gd name="connsiteY241" fmla="*/ 96257 h 613940"/>
                <a:gd name="connsiteX242" fmla="*/ 319797 w 920910"/>
                <a:gd name="connsiteY242" fmla="*/ 97463 h 613940"/>
                <a:gd name="connsiteX243" fmla="*/ 318920 w 920910"/>
                <a:gd name="connsiteY243" fmla="*/ 98669 h 613940"/>
                <a:gd name="connsiteX244" fmla="*/ 318043 w 920910"/>
                <a:gd name="connsiteY244" fmla="*/ 99875 h 613940"/>
                <a:gd name="connsiteX245" fmla="*/ 317166 w 920910"/>
                <a:gd name="connsiteY245" fmla="*/ 101081 h 613940"/>
                <a:gd name="connsiteX246" fmla="*/ 316947 w 920910"/>
                <a:gd name="connsiteY246" fmla="*/ 101410 h 613940"/>
                <a:gd name="connsiteX247" fmla="*/ 316728 w 920910"/>
                <a:gd name="connsiteY247" fmla="*/ 101629 h 613940"/>
                <a:gd name="connsiteX248" fmla="*/ 316508 w 920910"/>
                <a:gd name="connsiteY248" fmla="*/ 101958 h 613940"/>
                <a:gd name="connsiteX249" fmla="*/ 316289 w 920910"/>
                <a:gd name="connsiteY249" fmla="*/ 102287 h 613940"/>
                <a:gd name="connsiteX250" fmla="*/ 315522 w 920910"/>
                <a:gd name="connsiteY250" fmla="*/ 103822 h 613940"/>
                <a:gd name="connsiteX251" fmla="*/ 314754 w 920910"/>
                <a:gd name="connsiteY251" fmla="*/ 105356 h 613940"/>
                <a:gd name="connsiteX252" fmla="*/ 313767 w 920910"/>
                <a:gd name="connsiteY252" fmla="*/ 106891 h 613940"/>
                <a:gd name="connsiteX253" fmla="*/ 312781 w 920910"/>
                <a:gd name="connsiteY253" fmla="*/ 108316 h 613940"/>
                <a:gd name="connsiteX254" fmla="*/ 307409 w 920910"/>
                <a:gd name="connsiteY254" fmla="*/ 112592 h 613940"/>
                <a:gd name="connsiteX255" fmla="*/ 301270 w 920910"/>
                <a:gd name="connsiteY255" fmla="*/ 112811 h 613940"/>
                <a:gd name="connsiteX256" fmla="*/ 294692 w 920910"/>
                <a:gd name="connsiteY256" fmla="*/ 111057 h 613940"/>
                <a:gd name="connsiteX257" fmla="*/ 288004 w 920910"/>
                <a:gd name="connsiteY257" fmla="*/ 108974 h 613940"/>
                <a:gd name="connsiteX258" fmla="*/ 287566 w 920910"/>
                <a:gd name="connsiteY258" fmla="*/ 108974 h 613940"/>
                <a:gd name="connsiteX259" fmla="*/ 287237 w 920910"/>
                <a:gd name="connsiteY259" fmla="*/ 108865 h 613940"/>
                <a:gd name="connsiteX260" fmla="*/ 286469 w 920910"/>
                <a:gd name="connsiteY260" fmla="*/ 108865 h 613940"/>
                <a:gd name="connsiteX261" fmla="*/ 282961 w 920910"/>
                <a:gd name="connsiteY261" fmla="*/ 107878 h 613940"/>
                <a:gd name="connsiteX262" fmla="*/ 279782 w 920910"/>
                <a:gd name="connsiteY262" fmla="*/ 106672 h 613940"/>
                <a:gd name="connsiteX263" fmla="*/ 276712 w 920910"/>
                <a:gd name="connsiteY263" fmla="*/ 105247 h 613940"/>
                <a:gd name="connsiteX264" fmla="*/ 273423 w 920910"/>
                <a:gd name="connsiteY264" fmla="*/ 103383 h 613940"/>
                <a:gd name="connsiteX265" fmla="*/ 269257 w 920910"/>
                <a:gd name="connsiteY265" fmla="*/ 101739 h 613940"/>
                <a:gd name="connsiteX266" fmla="*/ 265310 w 920910"/>
                <a:gd name="connsiteY266" fmla="*/ 101629 h 613940"/>
                <a:gd name="connsiteX267" fmla="*/ 261254 w 920910"/>
                <a:gd name="connsiteY267" fmla="*/ 102287 h 613940"/>
                <a:gd name="connsiteX268" fmla="*/ 256869 w 920910"/>
                <a:gd name="connsiteY268" fmla="*/ 103054 h 613940"/>
                <a:gd name="connsiteX269" fmla="*/ 256430 w 920910"/>
                <a:gd name="connsiteY269" fmla="*/ 103164 h 613940"/>
                <a:gd name="connsiteX270" fmla="*/ 255991 w 920910"/>
                <a:gd name="connsiteY270" fmla="*/ 103383 h 613940"/>
                <a:gd name="connsiteX271" fmla="*/ 255443 w 920910"/>
                <a:gd name="connsiteY271" fmla="*/ 103493 h 613940"/>
                <a:gd name="connsiteX272" fmla="*/ 255005 w 920910"/>
                <a:gd name="connsiteY272" fmla="*/ 103712 h 613940"/>
                <a:gd name="connsiteX273" fmla="*/ 244480 w 920910"/>
                <a:gd name="connsiteY273" fmla="*/ 108316 h 613940"/>
                <a:gd name="connsiteX274" fmla="*/ 236258 w 920910"/>
                <a:gd name="connsiteY274" fmla="*/ 115223 h 613940"/>
                <a:gd name="connsiteX275" fmla="*/ 229789 w 920910"/>
                <a:gd name="connsiteY275" fmla="*/ 124103 h 613940"/>
                <a:gd name="connsiteX276" fmla="*/ 224856 w 920910"/>
                <a:gd name="connsiteY276" fmla="*/ 134628 h 613940"/>
                <a:gd name="connsiteX277" fmla="*/ 223869 w 920910"/>
                <a:gd name="connsiteY277" fmla="*/ 137588 h 613940"/>
                <a:gd name="connsiteX278" fmla="*/ 222225 w 920910"/>
                <a:gd name="connsiteY278" fmla="*/ 140110 h 613940"/>
                <a:gd name="connsiteX279" fmla="*/ 219922 w 920910"/>
                <a:gd name="connsiteY279" fmla="*/ 141864 h 613940"/>
                <a:gd name="connsiteX280" fmla="*/ 217072 w 920910"/>
                <a:gd name="connsiteY280" fmla="*/ 142522 h 613940"/>
                <a:gd name="connsiteX281" fmla="*/ 214112 w 920910"/>
                <a:gd name="connsiteY281" fmla="*/ 142083 h 613940"/>
                <a:gd name="connsiteX282" fmla="*/ 211481 w 920910"/>
                <a:gd name="connsiteY282" fmla="*/ 141097 h 613940"/>
                <a:gd name="connsiteX283" fmla="*/ 209179 w 920910"/>
                <a:gd name="connsiteY283" fmla="*/ 139342 h 613940"/>
                <a:gd name="connsiteX284" fmla="*/ 207424 w 920910"/>
                <a:gd name="connsiteY284" fmla="*/ 136821 h 613940"/>
                <a:gd name="connsiteX285" fmla="*/ 205999 w 920910"/>
                <a:gd name="connsiteY285" fmla="*/ 134409 h 613940"/>
                <a:gd name="connsiteX286" fmla="*/ 204355 w 920910"/>
                <a:gd name="connsiteY286" fmla="*/ 132216 h 613940"/>
                <a:gd name="connsiteX287" fmla="*/ 202710 w 920910"/>
                <a:gd name="connsiteY287" fmla="*/ 130024 h 613940"/>
                <a:gd name="connsiteX288" fmla="*/ 201504 w 920910"/>
                <a:gd name="connsiteY288" fmla="*/ 127612 h 613940"/>
                <a:gd name="connsiteX289" fmla="*/ 201066 w 920910"/>
                <a:gd name="connsiteY289" fmla="*/ 124542 h 613940"/>
                <a:gd name="connsiteX290" fmla="*/ 201066 w 920910"/>
                <a:gd name="connsiteY290" fmla="*/ 121363 h 613940"/>
                <a:gd name="connsiteX291" fmla="*/ 200627 w 920910"/>
                <a:gd name="connsiteY291" fmla="*/ 118512 h 613940"/>
                <a:gd name="connsiteX292" fmla="*/ 198873 w 920910"/>
                <a:gd name="connsiteY292" fmla="*/ 116320 h 613940"/>
                <a:gd name="connsiteX293" fmla="*/ 197119 w 920910"/>
                <a:gd name="connsiteY293" fmla="*/ 115223 h 613940"/>
                <a:gd name="connsiteX294" fmla="*/ 195365 w 920910"/>
                <a:gd name="connsiteY294" fmla="*/ 114017 h 613940"/>
                <a:gd name="connsiteX295" fmla="*/ 193720 w 920910"/>
                <a:gd name="connsiteY295" fmla="*/ 112811 h 613940"/>
                <a:gd name="connsiteX296" fmla="*/ 192076 w 920910"/>
                <a:gd name="connsiteY296" fmla="*/ 111606 h 613940"/>
                <a:gd name="connsiteX297" fmla="*/ 188787 w 920910"/>
                <a:gd name="connsiteY297" fmla="*/ 109742 h 613940"/>
                <a:gd name="connsiteX298" fmla="*/ 185498 w 920910"/>
                <a:gd name="connsiteY298" fmla="*/ 107987 h 613940"/>
                <a:gd name="connsiteX299" fmla="*/ 182538 w 920910"/>
                <a:gd name="connsiteY299" fmla="*/ 105795 h 613940"/>
                <a:gd name="connsiteX300" fmla="*/ 180126 w 920910"/>
                <a:gd name="connsiteY300" fmla="*/ 102945 h 613940"/>
                <a:gd name="connsiteX301" fmla="*/ 179687 w 920910"/>
                <a:gd name="connsiteY301" fmla="*/ 96367 h 613940"/>
                <a:gd name="connsiteX302" fmla="*/ 181770 w 920910"/>
                <a:gd name="connsiteY302" fmla="*/ 87706 h 613940"/>
                <a:gd name="connsiteX303" fmla="*/ 184730 w 920910"/>
                <a:gd name="connsiteY303" fmla="*/ 78935 h 613940"/>
                <a:gd name="connsiteX304" fmla="*/ 187033 w 920910"/>
                <a:gd name="connsiteY304" fmla="*/ 72028 h 613940"/>
                <a:gd name="connsiteX305" fmla="*/ 186923 w 920910"/>
                <a:gd name="connsiteY305" fmla="*/ 63696 h 613940"/>
                <a:gd name="connsiteX306" fmla="*/ 181113 w 920910"/>
                <a:gd name="connsiteY306" fmla="*/ 66437 h 613940"/>
                <a:gd name="connsiteX307" fmla="*/ 173767 w 920910"/>
                <a:gd name="connsiteY307" fmla="*/ 72357 h 613940"/>
                <a:gd name="connsiteX308" fmla="*/ 168724 w 920910"/>
                <a:gd name="connsiteY308" fmla="*/ 74002 h 613940"/>
                <a:gd name="connsiteX309" fmla="*/ 165983 w 920910"/>
                <a:gd name="connsiteY309" fmla="*/ 73234 h 613940"/>
                <a:gd name="connsiteX310" fmla="*/ 163462 w 920910"/>
                <a:gd name="connsiteY310" fmla="*/ 75756 h 613940"/>
                <a:gd name="connsiteX311" fmla="*/ 161269 w 920910"/>
                <a:gd name="connsiteY311" fmla="*/ 79703 h 613940"/>
                <a:gd name="connsiteX312" fmla="*/ 159625 w 920910"/>
                <a:gd name="connsiteY312" fmla="*/ 82882 h 613940"/>
                <a:gd name="connsiteX313" fmla="*/ 157651 w 920910"/>
                <a:gd name="connsiteY313" fmla="*/ 86281 h 613940"/>
                <a:gd name="connsiteX314" fmla="*/ 155788 w 920910"/>
                <a:gd name="connsiteY314" fmla="*/ 89679 h 613940"/>
                <a:gd name="connsiteX315" fmla="*/ 153924 w 920910"/>
                <a:gd name="connsiteY315" fmla="*/ 93187 h 613940"/>
                <a:gd name="connsiteX316" fmla="*/ 151950 w 920910"/>
                <a:gd name="connsiteY316" fmla="*/ 96586 h 613940"/>
                <a:gd name="connsiteX317" fmla="*/ 150635 w 920910"/>
                <a:gd name="connsiteY317" fmla="*/ 99107 h 613940"/>
                <a:gd name="connsiteX318" fmla="*/ 149100 w 920910"/>
                <a:gd name="connsiteY318" fmla="*/ 101410 h 613940"/>
                <a:gd name="connsiteX319" fmla="*/ 147675 w 920910"/>
                <a:gd name="connsiteY319" fmla="*/ 103822 h 613940"/>
                <a:gd name="connsiteX320" fmla="*/ 146249 w 920910"/>
                <a:gd name="connsiteY320" fmla="*/ 106234 h 613940"/>
                <a:gd name="connsiteX321" fmla="*/ 145153 w 920910"/>
                <a:gd name="connsiteY321" fmla="*/ 109851 h 613940"/>
                <a:gd name="connsiteX322" fmla="*/ 146030 w 920910"/>
                <a:gd name="connsiteY322" fmla="*/ 113360 h 613940"/>
                <a:gd name="connsiteX323" fmla="*/ 148113 w 920910"/>
                <a:gd name="connsiteY323" fmla="*/ 116210 h 613940"/>
                <a:gd name="connsiteX324" fmla="*/ 151183 w 920910"/>
                <a:gd name="connsiteY324" fmla="*/ 118403 h 613940"/>
                <a:gd name="connsiteX325" fmla="*/ 151622 w 920910"/>
                <a:gd name="connsiteY325" fmla="*/ 118732 h 613940"/>
                <a:gd name="connsiteX326" fmla="*/ 152170 w 920910"/>
                <a:gd name="connsiteY326" fmla="*/ 119060 h 613940"/>
                <a:gd name="connsiteX327" fmla="*/ 152718 w 920910"/>
                <a:gd name="connsiteY327" fmla="*/ 119389 h 613940"/>
                <a:gd name="connsiteX328" fmla="*/ 153047 w 920910"/>
                <a:gd name="connsiteY328" fmla="*/ 119828 h 613940"/>
                <a:gd name="connsiteX329" fmla="*/ 155239 w 920910"/>
                <a:gd name="connsiteY329" fmla="*/ 121911 h 613940"/>
                <a:gd name="connsiteX330" fmla="*/ 157322 w 920910"/>
                <a:gd name="connsiteY330" fmla="*/ 124213 h 613940"/>
                <a:gd name="connsiteX331" fmla="*/ 159077 w 920910"/>
                <a:gd name="connsiteY331" fmla="*/ 126625 h 613940"/>
                <a:gd name="connsiteX332" fmla="*/ 160612 w 920910"/>
                <a:gd name="connsiteY332" fmla="*/ 129147 h 613940"/>
                <a:gd name="connsiteX333" fmla="*/ 161269 w 920910"/>
                <a:gd name="connsiteY333" fmla="*/ 131120 h 613940"/>
                <a:gd name="connsiteX334" fmla="*/ 161708 w 920910"/>
                <a:gd name="connsiteY334" fmla="*/ 133093 h 613940"/>
                <a:gd name="connsiteX335" fmla="*/ 161927 w 920910"/>
                <a:gd name="connsiteY335" fmla="*/ 135067 h 613940"/>
                <a:gd name="connsiteX336" fmla="*/ 162036 w 920910"/>
                <a:gd name="connsiteY336" fmla="*/ 137040 h 613940"/>
                <a:gd name="connsiteX337" fmla="*/ 160831 w 920910"/>
                <a:gd name="connsiteY337" fmla="*/ 139233 h 613940"/>
                <a:gd name="connsiteX338" fmla="*/ 159296 w 920910"/>
                <a:gd name="connsiteY338" fmla="*/ 140987 h 613940"/>
                <a:gd name="connsiteX339" fmla="*/ 157541 w 920910"/>
                <a:gd name="connsiteY339" fmla="*/ 142631 h 613940"/>
                <a:gd name="connsiteX340" fmla="*/ 155568 w 920910"/>
                <a:gd name="connsiteY340" fmla="*/ 144057 h 613940"/>
                <a:gd name="connsiteX341" fmla="*/ 153705 w 920910"/>
                <a:gd name="connsiteY341" fmla="*/ 146140 h 613940"/>
                <a:gd name="connsiteX342" fmla="*/ 151622 w 920910"/>
                <a:gd name="connsiteY342" fmla="*/ 148113 h 613940"/>
                <a:gd name="connsiteX343" fmla="*/ 149429 w 920910"/>
                <a:gd name="connsiteY343" fmla="*/ 149867 h 613940"/>
                <a:gd name="connsiteX344" fmla="*/ 147127 w 920910"/>
                <a:gd name="connsiteY344" fmla="*/ 151402 h 613940"/>
                <a:gd name="connsiteX345" fmla="*/ 144605 w 920910"/>
                <a:gd name="connsiteY345" fmla="*/ 152389 h 613940"/>
                <a:gd name="connsiteX346" fmla="*/ 142193 w 920910"/>
                <a:gd name="connsiteY346" fmla="*/ 153375 h 613940"/>
                <a:gd name="connsiteX347" fmla="*/ 139781 w 920910"/>
                <a:gd name="connsiteY347" fmla="*/ 154362 h 613940"/>
                <a:gd name="connsiteX348" fmla="*/ 137369 w 920910"/>
                <a:gd name="connsiteY348" fmla="*/ 155458 h 613940"/>
                <a:gd name="connsiteX349" fmla="*/ 134190 w 920910"/>
                <a:gd name="connsiteY349" fmla="*/ 155239 h 613940"/>
                <a:gd name="connsiteX350" fmla="*/ 132107 w 920910"/>
                <a:gd name="connsiteY350" fmla="*/ 153595 h 613940"/>
                <a:gd name="connsiteX351" fmla="*/ 130792 w 920910"/>
                <a:gd name="connsiteY351" fmla="*/ 150963 h 613940"/>
                <a:gd name="connsiteX352" fmla="*/ 129914 w 920910"/>
                <a:gd name="connsiteY352" fmla="*/ 147784 h 613940"/>
                <a:gd name="connsiteX353" fmla="*/ 129476 w 920910"/>
                <a:gd name="connsiteY353" fmla="*/ 146359 h 613940"/>
                <a:gd name="connsiteX354" fmla="*/ 129147 w 920910"/>
                <a:gd name="connsiteY354" fmla="*/ 144934 h 613940"/>
                <a:gd name="connsiteX355" fmla="*/ 128928 w 920910"/>
                <a:gd name="connsiteY355" fmla="*/ 143399 h 613940"/>
                <a:gd name="connsiteX356" fmla="*/ 128708 w 920910"/>
                <a:gd name="connsiteY356" fmla="*/ 141974 h 613940"/>
                <a:gd name="connsiteX357" fmla="*/ 128489 w 920910"/>
                <a:gd name="connsiteY357" fmla="*/ 139452 h 613940"/>
                <a:gd name="connsiteX358" fmla="*/ 128051 w 920910"/>
                <a:gd name="connsiteY358" fmla="*/ 136383 h 613940"/>
                <a:gd name="connsiteX359" fmla="*/ 127393 w 920910"/>
                <a:gd name="connsiteY359" fmla="*/ 133422 h 613940"/>
                <a:gd name="connsiteX360" fmla="*/ 126187 w 920910"/>
                <a:gd name="connsiteY360" fmla="*/ 131449 h 613940"/>
                <a:gd name="connsiteX361" fmla="*/ 123994 w 920910"/>
                <a:gd name="connsiteY361" fmla="*/ 130681 h 613940"/>
                <a:gd name="connsiteX362" fmla="*/ 121692 w 920910"/>
                <a:gd name="connsiteY362" fmla="*/ 130791 h 613940"/>
                <a:gd name="connsiteX363" fmla="*/ 119390 w 920910"/>
                <a:gd name="connsiteY363" fmla="*/ 131449 h 613940"/>
                <a:gd name="connsiteX364" fmla="*/ 117088 w 920910"/>
                <a:gd name="connsiteY364" fmla="*/ 131778 h 613940"/>
                <a:gd name="connsiteX365" fmla="*/ 115333 w 920910"/>
                <a:gd name="connsiteY365" fmla="*/ 132216 h 613940"/>
                <a:gd name="connsiteX366" fmla="*/ 113579 w 920910"/>
                <a:gd name="connsiteY366" fmla="*/ 132655 h 613940"/>
                <a:gd name="connsiteX367" fmla="*/ 111825 w 920910"/>
                <a:gd name="connsiteY367" fmla="*/ 132984 h 613940"/>
                <a:gd name="connsiteX368" fmla="*/ 110071 w 920910"/>
                <a:gd name="connsiteY368" fmla="*/ 133203 h 613940"/>
                <a:gd name="connsiteX369" fmla="*/ 108207 w 920910"/>
                <a:gd name="connsiteY369" fmla="*/ 133313 h 613940"/>
                <a:gd name="connsiteX370" fmla="*/ 106343 w 920910"/>
                <a:gd name="connsiteY370" fmla="*/ 133422 h 613940"/>
                <a:gd name="connsiteX371" fmla="*/ 104480 w 920910"/>
                <a:gd name="connsiteY371" fmla="*/ 133422 h 613940"/>
                <a:gd name="connsiteX372" fmla="*/ 102616 w 920910"/>
                <a:gd name="connsiteY372" fmla="*/ 133422 h 613940"/>
                <a:gd name="connsiteX373" fmla="*/ 96148 w 920910"/>
                <a:gd name="connsiteY373" fmla="*/ 133093 h 613940"/>
                <a:gd name="connsiteX374" fmla="*/ 92968 w 920910"/>
                <a:gd name="connsiteY374" fmla="*/ 132984 h 613940"/>
                <a:gd name="connsiteX375" fmla="*/ 89679 w 920910"/>
                <a:gd name="connsiteY375" fmla="*/ 132764 h 613940"/>
                <a:gd name="connsiteX376" fmla="*/ 87925 w 920910"/>
                <a:gd name="connsiteY376" fmla="*/ 132764 h 613940"/>
                <a:gd name="connsiteX377" fmla="*/ 86171 w 920910"/>
                <a:gd name="connsiteY377" fmla="*/ 132764 h 613940"/>
                <a:gd name="connsiteX378" fmla="*/ 84417 w 920910"/>
                <a:gd name="connsiteY378" fmla="*/ 132655 h 613940"/>
                <a:gd name="connsiteX379" fmla="*/ 82663 w 920910"/>
                <a:gd name="connsiteY379" fmla="*/ 132655 h 613940"/>
                <a:gd name="connsiteX380" fmla="*/ 79922 w 920910"/>
                <a:gd name="connsiteY380" fmla="*/ 132655 h 613940"/>
                <a:gd name="connsiteX381" fmla="*/ 77291 w 920910"/>
                <a:gd name="connsiteY381" fmla="*/ 133093 h 613940"/>
                <a:gd name="connsiteX382" fmla="*/ 75208 w 920910"/>
                <a:gd name="connsiteY382" fmla="*/ 134409 h 613940"/>
                <a:gd name="connsiteX383" fmla="*/ 73563 w 920910"/>
                <a:gd name="connsiteY383" fmla="*/ 136821 h 613940"/>
                <a:gd name="connsiteX384" fmla="*/ 70823 w 920910"/>
                <a:gd name="connsiteY384" fmla="*/ 143618 h 613940"/>
                <a:gd name="connsiteX385" fmla="*/ 66766 w 920910"/>
                <a:gd name="connsiteY385" fmla="*/ 150744 h 613940"/>
                <a:gd name="connsiteX386" fmla="*/ 61394 w 920910"/>
                <a:gd name="connsiteY386" fmla="*/ 155787 h 613940"/>
                <a:gd name="connsiteX387" fmla="*/ 54597 w 920910"/>
                <a:gd name="connsiteY387" fmla="*/ 156335 h 613940"/>
                <a:gd name="connsiteX388" fmla="*/ 53062 w 920910"/>
                <a:gd name="connsiteY388" fmla="*/ 155787 h 613940"/>
                <a:gd name="connsiteX389" fmla="*/ 51418 w 920910"/>
                <a:gd name="connsiteY389" fmla="*/ 155239 h 613940"/>
                <a:gd name="connsiteX390" fmla="*/ 49883 w 920910"/>
                <a:gd name="connsiteY390" fmla="*/ 154581 h 613940"/>
                <a:gd name="connsiteX391" fmla="*/ 48238 w 920910"/>
                <a:gd name="connsiteY391" fmla="*/ 153923 h 613940"/>
                <a:gd name="connsiteX392" fmla="*/ 47361 w 920910"/>
                <a:gd name="connsiteY392" fmla="*/ 154691 h 613940"/>
                <a:gd name="connsiteX393" fmla="*/ 46594 w 920910"/>
                <a:gd name="connsiteY393" fmla="*/ 155458 h 613940"/>
                <a:gd name="connsiteX394" fmla="*/ 45717 w 920910"/>
                <a:gd name="connsiteY394" fmla="*/ 156226 h 613940"/>
                <a:gd name="connsiteX395" fmla="*/ 44840 w 920910"/>
                <a:gd name="connsiteY395" fmla="*/ 156884 h 613940"/>
                <a:gd name="connsiteX396" fmla="*/ 43853 w 920910"/>
                <a:gd name="connsiteY396" fmla="*/ 157761 h 613940"/>
                <a:gd name="connsiteX397" fmla="*/ 42757 w 920910"/>
                <a:gd name="connsiteY397" fmla="*/ 158638 h 613940"/>
                <a:gd name="connsiteX398" fmla="*/ 41770 w 920910"/>
                <a:gd name="connsiteY398" fmla="*/ 159405 h 613940"/>
                <a:gd name="connsiteX399" fmla="*/ 40783 w 920910"/>
                <a:gd name="connsiteY399" fmla="*/ 160282 h 613940"/>
                <a:gd name="connsiteX400" fmla="*/ 43963 w 920910"/>
                <a:gd name="connsiteY400" fmla="*/ 164229 h 613940"/>
                <a:gd name="connsiteX401" fmla="*/ 44620 w 920910"/>
                <a:gd name="connsiteY401" fmla="*/ 167299 h 613940"/>
                <a:gd name="connsiteX402" fmla="*/ 43524 w 920910"/>
                <a:gd name="connsiteY402" fmla="*/ 170588 h 613940"/>
                <a:gd name="connsiteX403" fmla="*/ 41332 w 920910"/>
                <a:gd name="connsiteY403" fmla="*/ 175412 h 613940"/>
                <a:gd name="connsiteX404" fmla="*/ 40016 w 920910"/>
                <a:gd name="connsiteY404" fmla="*/ 179139 h 613940"/>
                <a:gd name="connsiteX405" fmla="*/ 38920 w 920910"/>
                <a:gd name="connsiteY405" fmla="*/ 182976 h 613940"/>
                <a:gd name="connsiteX406" fmla="*/ 37933 w 920910"/>
                <a:gd name="connsiteY406" fmla="*/ 186923 h 613940"/>
                <a:gd name="connsiteX407" fmla="*/ 37275 w 920910"/>
                <a:gd name="connsiteY407" fmla="*/ 190870 h 613940"/>
                <a:gd name="connsiteX408" fmla="*/ 36617 w 920910"/>
                <a:gd name="connsiteY408" fmla="*/ 193501 h 613940"/>
                <a:gd name="connsiteX409" fmla="*/ 35850 w 920910"/>
                <a:gd name="connsiteY409" fmla="*/ 196242 h 613940"/>
                <a:gd name="connsiteX410" fmla="*/ 35082 w 920910"/>
                <a:gd name="connsiteY410" fmla="*/ 198873 h 613940"/>
                <a:gd name="connsiteX411" fmla="*/ 34534 w 920910"/>
                <a:gd name="connsiteY411" fmla="*/ 201614 h 613940"/>
                <a:gd name="connsiteX412" fmla="*/ 33547 w 920910"/>
                <a:gd name="connsiteY412" fmla="*/ 206657 h 613940"/>
                <a:gd name="connsiteX413" fmla="*/ 32671 w 920910"/>
                <a:gd name="connsiteY413" fmla="*/ 212029 h 613940"/>
                <a:gd name="connsiteX414" fmla="*/ 33109 w 920910"/>
                <a:gd name="connsiteY414" fmla="*/ 216743 h 613940"/>
                <a:gd name="connsiteX415" fmla="*/ 35959 w 920910"/>
                <a:gd name="connsiteY415" fmla="*/ 220470 h 613940"/>
                <a:gd name="connsiteX416" fmla="*/ 37165 w 920910"/>
                <a:gd name="connsiteY416" fmla="*/ 221457 h 613940"/>
                <a:gd name="connsiteX417" fmla="*/ 37933 w 920910"/>
                <a:gd name="connsiteY417" fmla="*/ 222444 h 613940"/>
                <a:gd name="connsiteX418" fmla="*/ 37823 w 920910"/>
                <a:gd name="connsiteY418" fmla="*/ 223540 h 613940"/>
                <a:gd name="connsiteX419" fmla="*/ 36946 w 920910"/>
                <a:gd name="connsiteY419" fmla="*/ 224636 h 613940"/>
                <a:gd name="connsiteX420" fmla="*/ 34973 w 920910"/>
                <a:gd name="connsiteY420" fmla="*/ 226829 h 613940"/>
                <a:gd name="connsiteX421" fmla="*/ 34425 w 920910"/>
                <a:gd name="connsiteY421" fmla="*/ 229460 h 613940"/>
                <a:gd name="connsiteX422" fmla="*/ 34754 w 920910"/>
                <a:gd name="connsiteY422" fmla="*/ 232311 h 613940"/>
                <a:gd name="connsiteX423" fmla="*/ 35630 w 920910"/>
                <a:gd name="connsiteY423" fmla="*/ 235161 h 613940"/>
                <a:gd name="connsiteX424" fmla="*/ 36179 w 920910"/>
                <a:gd name="connsiteY424" fmla="*/ 235709 h 613940"/>
                <a:gd name="connsiteX425" fmla="*/ 36837 w 920910"/>
                <a:gd name="connsiteY425" fmla="*/ 236367 h 613940"/>
                <a:gd name="connsiteX426" fmla="*/ 37385 w 920910"/>
                <a:gd name="connsiteY426" fmla="*/ 236915 h 613940"/>
                <a:gd name="connsiteX427" fmla="*/ 37933 w 920910"/>
                <a:gd name="connsiteY427" fmla="*/ 237463 h 613940"/>
                <a:gd name="connsiteX428" fmla="*/ 38371 w 920910"/>
                <a:gd name="connsiteY428" fmla="*/ 237902 h 613940"/>
                <a:gd name="connsiteX429" fmla="*/ 38810 w 920910"/>
                <a:gd name="connsiteY429" fmla="*/ 238340 h 613940"/>
                <a:gd name="connsiteX430" fmla="*/ 39249 w 920910"/>
                <a:gd name="connsiteY430" fmla="*/ 238779 h 613940"/>
                <a:gd name="connsiteX431" fmla="*/ 39577 w 920910"/>
                <a:gd name="connsiteY431" fmla="*/ 239108 h 613940"/>
                <a:gd name="connsiteX432" fmla="*/ 41003 w 920910"/>
                <a:gd name="connsiteY432" fmla="*/ 240643 h 613940"/>
                <a:gd name="connsiteX433" fmla="*/ 42208 w 920910"/>
                <a:gd name="connsiteY433" fmla="*/ 242068 h 613940"/>
                <a:gd name="connsiteX434" fmla="*/ 43524 w 920910"/>
                <a:gd name="connsiteY434" fmla="*/ 243603 h 613940"/>
                <a:gd name="connsiteX435" fmla="*/ 44730 w 920910"/>
                <a:gd name="connsiteY435" fmla="*/ 245247 h 613940"/>
                <a:gd name="connsiteX436" fmla="*/ 45498 w 920910"/>
                <a:gd name="connsiteY436" fmla="*/ 248097 h 613940"/>
                <a:gd name="connsiteX437" fmla="*/ 45278 w 920910"/>
                <a:gd name="connsiteY437" fmla="*/ 250948 h 613940"/>
                <a:gd name="connsiteX438" fmla="*/ 44511 w 920910"/>
                <a:gd name="connsiteY438" fmla="*/ 253799 h 613940"/>
                <a:gd name="connsiteX439" fmla="*/ 43743 w 920910"/>
                <a:gd name="connsiteY439" fmla="*/ 256430 h 613940"/>
                <a:gd name="connsiteX440" fmla="*/ 43963 w 920910"/>
                <a:gd name="connsiteY440" fmla="*/ 256868 h 613940"/>
                <a:gd name="connsiteX441" fmla="*/ 44182 w 920910"/>
                <a:gd name="connsiteY441" fmla="*/ 257197 h 613940"/>
                <a:gd name="connsiteX442" fmla="*/ 44401 w 920910"/>
                <a:gd name="connsiteY442" fmla="*/ 257526 h 613940"/>
                <a:gd name="connsiteX443" fmla="*/ 44620 w 920910"/>
                <a:gd name="connsiteY443" fmla="*/ 257855 h 613940"/>
                <a:gd name="connsiteX444" fmla="*/ 46703 w 920910"/>
                <a:gd name="connsiteY444" fmla="*/ 262021 h 613940"/>
                <a:gd name="connsiteX445" fmla="*/ 46155 w 920910"/>
                <a:gd name="connsiteY445" fmla="*/ 265968 h 613940"/>
                <a:gd name="connsiteX446" fmla="*/ 44840 w 920910"/>
                <a:gd name="connsiteY446" fmla="*/ 269915 h 613940"/>
                <a:gd name="connsiteX447" fmla="*/ 44072 w 920910"/>
                <a:gd name="connsiteY447" fmla="*/ 274300 h 613940"/>
                <a:gd name="connsiteX448" fmla="*/ 45278 w 920910"/>
                <a:gd name="connsiteY448" fmla="*/ 278356 h 613940"/>
                <a:gd name="connsiteX449" fmla="*/ 48019 w 920910"/>
                <a:gd name="connsiteY449" fmla="*/ 280439 h 613940"/>
                <a:gd name="connsiteX450" fmla="*/ 51637 w 920910"/>
                <a:gd name="connsiteY450" fmla="*/ 281645 h 613940"/>
                <a:gd name="connsiteX451" fmla="*/ 55693 w 920910"/>
                <a:gd name="connsiteY451" fmla="*/ 283070 h 613940"/>
                <a:gd name="connsiteX452" fmla="*/ 58434 w 920910"/>
                <a:gd name="connsiteY452" fmla="*/ 287456 h 613940"/>
                <a:gd name="connsiteX453" fmla="*/ 61065 w 920910"/>
                <a:gd name="connsiteY453" fmla="*/ 293157 h 613940"/>
                <a:gd name="connsiteX454" fmla="*/ 64464 w 920910"/>
                <a:gd name="connsiteY454" fmla="*/ 297761 h 613940"/>
                <a:gd name="connsiteX455" fmla="*/ 68959 w 920910"/>
                <a:gd name="connsiteY455" fmla="*/ 298638 h 613940"/>
                <a:gd name="connsiteX456" fmla="*/ 71700 w 920910"/>
                <a:gd name="connsiteY456" fmla="*/ 298528 h 613940"/>
                <a:gd name="connsiteX457" fmla="*/ 74550 w 920910"/>
                <a:gd name="connsiteY457" fmla="*/ 298309 h 613940"/>
                <a:gd name="connsiteX458" fmla="*/ 77400 w 920910"/>
                <a:gd name="connsiteY458" fmla="*/ 298528 h 613940"/>
                <a:gd name="connsiteX459" fmla="*/ 79812 w 920910"/>
                <a:gd name="connsiteY459" fmla="*/ 299296 h 613940"/>
                <a:gd name="connsiteX460" fmla="*/ 80470 w 920910"/>
                <a:gd name="connsiteY460" fmla="*/ 300063 h 613940"/>
                <a:gd name="connsiteX461" fmla="*/ 81128 w 920910"/>
                <a:gd name="connsiteY461" fmla="*/ 300831 h 613940"/>
                <a:gd name="connsiteX462" fmla="*/ 81895 w 920910"/>
                <a:gd name="connsiteY462" fmla="*/ 301598 h 613940"/>
                <a:gd name="connsiteX463" fmla="*/ 82553 w 920910"/>
                <a:gd name="connsiteY463" fmla="*/ 302366 h 613940"/>
                <a:gd name="connsiteX464" fmla="*/ 89021 w 920910"/>
                <a:gd name="connsiteY464" fmla="*/ 309930 h 613940"/>
                <a:gd name="connsiteX465" fmla="*/ 95051 w 920910"/>
                <a:gd name="connsiteY465" fmla="*/ 317824 h 613940"/>
                <a:gd name="connsiteX466" fmla="*/ 100862 w 920910"/>
                <a:gd name="connsiteY466" fmla="*/ 325827 h 613940"/>
                <a:gd name="connsiteX467" fmla="*/ 106672 w 920910"/>
                <a:gd name="connsiteY467" fmla="*/ 334049 h 613940"/>
                <a:gd name="connsiteX468" fmla="*/ 107878 w 920910"/>
                <a:gd name="connsiteY468" fmla="*/ 336023 h 613940"/>
                <a:gd name="connsiteX469" fmla="*/ 108646 w 920910"/>
                <a:gd name="connsiteY469" fmla="*/ 338106 h 613940"/>
                <a:gd name="connsiteX470" fmla="*/ 108974 w 920910"/>
                <a:gd name="connsiteY470" fmla="*/ 340298 h 613940"/>
                <a:gd name="connsiteX471" fmla="*/ 108646 w 920910"/>
                <a:gd name="connsiteY471" fmla="*/ 342601 h 613940"/>
                <a:gd name="connsiteX472" fmla="*/ 108207 w 920910"/>
                <a:gd name="connsiteY472" fmla="*/ 344793 h 613940"/>
                <a:gd name="connsiteX473" fmla="*/ 107440 w 920910"/>
                <a:gd name="connsiteY473" fmla="*/ 346986 h 613940"/>
                <a:gd name="connsiteX474" fmla="*/ 106672 w 920910"/>
                <a:gd name="connsiteY474" fmla="*/ 349069 h 613940"/>
                <a:gd name="connsiteX475" fmla="*/ 105686 w 920910"/>
                <a:gd name="connsiteY475" fmla="*/ 351152 h 613940"/>
                <a:gd name="connsiteX476" fmla="*/ 104151 w 920910"/>
                <a:gd name="connsiteY476" fmla="*/ 354002 h 613940"/>
                <a:gd name="connsiteX477" fmla="*/ 102396 w 920910"/>
                <a:gd name="connsiteY477" fmla="*/ 356743 h 613940"/>
                <a:gd name="connsiteX478" fmla="*/ 100643 w 920910"/>
                <a:gd name="connsiteY478" fmla="*/ 359265 h 613940"/>
                <a:gd name="connsiteX479" fmla="*/ 98669 w 920910"/>
                <a:gd name="connsiteY479" fmla="*/ 361786 h 613940"/>
                <a:gd name="connsiteX480" fmla="*/ 97682 w 920910"/>
                <a:gd name="connsiteY480" fmla="*/ 363760 h 613940"/>
                <a:gd name="connsiteX481" fmla="*/ 97682 w 920910"/>
                <a:gd name="connsiteY481" fmla="*/ 365733 h 613940"/>
                <a:gd name="connsiteX482" fmla="*/ 97902 w 920910"/>
                <a:gd name="connsiteY482" fmla="*/ 367816 h 613940"/>
                <a:gd name="connsiteX483" fmla="*/ 97682 w 920910"/>
                <a:gd name="connsiteY483" fmla="*/ 370338 h 613940"/>
                <a:gd name="connsiteX484" fmla="*/ 97134 w 920910"/>
                <a:gd name="connsiteY484" fmla="*/ 373955 h 613940"/>
                <a:gd name="connsiteX485" fmla="*/ 96586 w 920910"/>
                <a:gd name="connsiteY485" fmla="*/ 377683 h 613940"/>
                <a:gd name="connsiteX486" fmla="*/ 95928 w 920910"/>
                <a:gd name="connsiteY486" fmla="*/ 381301 h 613940"/>
                <a:gd name="connsiteX487" fmla="*/ 95490 w 920910"/>
                <a:gd name="connsiteY487" fmla="*/ 385028 h 613940"/>
                <a:gd name="connsiteX488" fmla="*/ 94942 w 920910"/>
                <a:gd name="connsiteY488" fmla="*/ 388646 h 613940"/>
                <a:gd name="connsiteX489" fmla="*/ 93736 w 920910"/>
                <a:gd name="connsiteY489" fmla="*/ 391168 h 613940"/>
                <a:gd name="connsiteX490" fmla="*/ 91872 w 920910"/>
                <a:gd name="connsiteY490" fmla="*/ 393360 h 613940"/>
                <a:gd name="connsiteX491" fmla="*/ 89021 w 920910"/>
                <a:gd name="connsiteY491" fmla="*/ 395334 h 613940"/>
                <a:gd name="connsiteX492" fmla="*/ 88692 w 920910"/>
                <a:gd name="connsiteY492" fmla="*/ 396101 h 613940"/>
                <a:gd name="connsiteX493" fmla="*/ 88254 w 920910"/>
                <a:gd name="connsiteY493" fmla="*/ 396869 h 613940"/>
                <a:gd name="connsiteX494" fmla="*/ 87816 w 920910"/>
                <a:gd name="connsiteY494" fmla="*/ 397636 h 613940"/>
                <a:gd name="connsiteX495" fmla="*/ 87377 w 920910"/>
                <a:gd name="connsiteY495" fmla="*/ 398404 h 613940"/>
                <a:gd name="connsiteX496" fmla="*/ 86390 w 920910"/>
                <a:gd name="connsiteY496" fmla="*/ 399171 h 613940"/>
                <a:gd name="connsiteX497" fmla="*/ 85294 w 920910"/>
                <a:gd name="connsiteY497" fmla="*/ 399938 h 613940"/>
                <a:gd name="connsiteX498" fmla="*/ 84088 w 920910"/>
                <a:gd name="connsiteY498" fmla="*/ 400596 h 613940"/>
                <a:gd name="connsiteX499" fmla="*/ 82773 w 920910"/>
                <a:gd name="connsiteY499" fmla="*/ 401035 h 613940"/>
                <a:gd name="connsiteX500" fmla="*/ 80141 w 920910"/>
                <a:gd name="connsiteY500" fmla="*/ 402570 h 613940"/>
                <a:gd name="connsiteX501" fmla="*/ 77620 w 920910"/>
                <a:gd name="connsiteY501" fmla="*/ 403666 h 613940"/>
                <a:gd name="connsiteX502" fmla="*/ 74988 w 920910"/>
                <a:gd name="connsiteY502" fmla="*/ 404104 h 613940"/>
                <a:gd name="connsiteX503" fmla="*/ 71919 w 920910"/>
                <a:gd name="connsiteY503" fmla="*/ 403666 h 613940"/>
                <a:gd name="connsiteX504" fmla="*/ 69288 w 920910"/>
                <a:gd name="connsiteY504" fmla="*/ 403118 h 613940"/>
                <a:gd name="connsiteX505" fmla="*/ 66876 w 920910"/>
                <a:gd name="connsiteY505" fmla="*/ 403008 h 613940"/>
                <a:gd name="connsiteX506" fmla="*/ 64464 w 920910"/>
                <a:gd name="connsiteY506" fmla="*/ 403337 h 613940"/>
                <a:gd name="connsiteX507" fmla="*/ 61942 w 920910"/>
                <a:gd name="connsiteY507" fmla="*/ 404214 h 613940"/>
                <a:gd name="connsiteX508" fmla="*/ 63258 w 920910"/>
                <a:gd name="connsiteY508" fmla="*/ 410134 h 613940"/>
                <a:gd name="connsiteX509" fmla="*/ 65122 w 920910"/>
                <a:gd name="connsiteY509" fmla="*/ 415835 h 613940"/>
                <a:gd name="connsiteX510" fmla="*/ 65999 w 920910"/>
                <a:gd name="connsiteY510" fmla="*/ 421536 h 613940"/>
                <a:gd name="connsiteX511" fmla="*/ 64245 w 920910"/>
                <a:gd name="connsiteY511" fmla="*/ 427456 h 613940"/>
                <a:gd name="connsiteX512" fmla="*/ 63916 w 920910"/>
                <a:gd name="connsiteY512" fmla="*/ 428004 h 613940"/>
                <a:gd name="connsiteX513" fmla="*/ 63587 w 920910"/>
                <a:gd name="connsiteY513" fmla="*/ 428552 h 613940"/>
                <a:gd name="connsiteX514" fmla="*/ 63258 w 920910"/>
                <a:gd name="connsiteY514" fmla="*/ 429100 h 613940"/>
                <a:gd name="connsiteX515" fmla="*/ 62819 w 920910"/>
                <a:gd name="connsiteY515" fmla="*/ 429649 h 613940"/>
                <a:gd name="connsiteX516" fmla="*/ 58872 w 920910"/>
                <a:gd name="connsiteY516" fmla="*/ 431074 h 613940"/>
                <a:gd name="connsiteX517" fmla="*/ 55584 w 920910"/>
                <a:gd name="connsiteY517" fmla="*/ 430855 h 613940"/>
                <a:gd name="connsiteX518" fmla="*/ 52514 w 920910"/>
                <a:gd name="connsiteY518" fmla="*/ 429978 h 613940"/>
                <a:gd name="connsiteX519" fmla="*/ 48677 w 920910"/>
                <a:gd name="connsiteY519" fmla="*/ 429758 h 613940"/>
                <a:gd name="connsiteX520" fmla="*/ 43634 w 920910"/>
                <a:gd name="connsiteY520" fmla="*/ 432170 h 613940"/>
                <a:gd name="connsiteX521" fmla="*/ 41112 w 920910"/>
                <a:gd name="connsiteY521" fmla="*/ 436007 h 613940"/>
                <a:gd name="connsiteX522" fmla="*/ 41222 w 920910"/>
                <a:gd name="connsiteY522" fmla="*/ 440612 h 613940"/>
                <a:gd name="connsiteX523" fmla="*/ 43963 w 920910"/>
                <a:gd name="connsiteY523" fmla="*/ 445436 h 613940"/>
                <a:gd name="connsiteX524" fmla="*/ 47142 w 920910"/>
                <a:gd name="connsiteY524" fmla="*/ 452342 h 613940"/>
                <a:gd name="connsiteX525" fmla="*/ 45827 w 920910"/>
                <a:gd name="connsiteY525" fmla="*/ 458482 h 613940"/>
                <a:gd name="connsiteX526" fmla="*/ 41770 w 920910"/>
                <a:gd name="connsiteY526" fmla="*/ 464073 h 613940"/>
                <a:gd name="connsiteX527" fmla="*/ 36617 w 920910"/>
                <a:gd name="connsiteY527" fmla="*/ 469116 h 613940"/>
                <a:gd name="connsiteX528" fmla="*/ 31794 w 920910"/>
                <a:gd name="connsiteY528" fmla="*/ 471748 h 613940"/>
                <a:gd name="connsiteX529" fmla="*/ 26750 w 920910"/>
                <a:gd name="connsiteY529" fmla="*/ 472515 h 613940"/>
                <a:gd name="connsiteX530" fmla="*/ 21488 w 920910"/>
                <a:gd name="connsiteY530" fmla="*/ 472515 h 613940"/>
                <a:gd name="connsiteX531" fmla="*/ 15897 w 920910"/>
                <a:gd name="connsiteY531" fmla="*/ 473063 h 613940"/>
                <a:gd name="connsiteX532" fmla="*/ 10963 w 920910"/>
                <a:gd name="connsiteY532" fmla="*/ 474379 h 613940"/>
                <a:gd name="connsiteX533" fmla="*/ 6907 w 920910"/>
                <a:gd name="connsiteY533" fmla="*/ 476133 h 613940"/>
                <a:gd name="connsiteX534" fmla="*/ 3508 w 920910"/>
                <a:gd name="connsiteY534" fmla="*/ 478654 h 613940"/>
                <a:gd name="connsiteX535" fmla="*/ 439 w 920910"/>
                <a:gd name="connsiteY535" fmla="*/ 482053 h 613940"/>
                <a:gd name="connsiteX536" fmla="*/ 0 w 920910"/>
                <a:gd name="connsiteY536" fmla="*/ 482711 h 613940"/>
                <a:gd name="connsiteX537" fmla="*/ 329 w 920910"/>
                <a:gd name="connsiteY537" fmla="*/ 483478 h 613940"/>
                <a:gd name="connsiteX538" fmla="*/ 1864 w 920910"/>
                <a:gd name="connsiteY538" fmla="*/ 483917 h 613940"/>
                <a:gd name="connsiteX539" fmla="*/ 4495 w 920910"/>
                <a:gd name="connsiteY539" fmla="*/ 484465 h 613940"/>
                <a:gd name="connsiteX540" fmla="*/ 9100 w 920910"/>
                <a:gd name="connsiteY540" fmla="*/ 486328 h 613940"/>
                <a:gd name="connsiteX541" fmla="*/ 21488 w 920910"/>
                <a:gd name="connsiteY541" fmla="*/ 490933 h 613940"/>
                <a:gd name="connsiteX542" fmla="*/ 47032 w 920910"/>
                <a:gd name="connsiteY542" fmla="*/ 495538 h 613940"/>
                <a:gd name="connsiteX543" fmla="*/ 66766 w 920910"/>
                <a:gd name="connsiteY543" fmla="*/ 501787 h 613940"/>
                <a:gd name="connsiteX544" fmla="*/ 70603 w 920910"/>
                <a:gd name="connsiteY544" fmla="*/ 502225 h 613940"/>
                <a:gd name="connsiteX545" fmla="*/ 71809 w 920910"/>
                <a:gd name="connsiteY545" fmla="*/ 501787 h 613940"/>
                <a:gd name="connsiteX546" fmla="*/ 73235 w 920910"/>
                <a:gd name="connsiteY546" fmla="*/ 500800 h 613940"/>
                <a:gd name="connsiteX547" fmla="*/ 74112 w 920910"/>
                <a:gd name="connsiteY547" fmla="*/ 499923 h 613940"/>
                <a:gd name="connsiteX548" fmla="*/ 74112 w 920910"/>
                <a:gd name="connsiteY548" fmla="*/ 499375 h 613940"/>
                <a:gd name="connsiteX549" fmla="*/ 75208 w 920910"/>
                <a:gd name="connsiteY549" fmla="*/ 499923 h 613940"/>
                <a:gd name="connsiteX550" fmla="*/ 76085 w 920910"/>
                <a:gd name="connsiteY550" fmla="*/ 500910 h 613940"/>
                <a:gd name="connsiteX551" fmla="*/ 76633 w 920910"/>
                <a:gd name="connsiteY551" fmla="*/ 501787 h 613940"/>
                <a:gd name="connsiteX552" fmla="*/ 76852 w 920910"/>
                <a:gd name="connsiteY552" fmla="*/ 502225 h 613940"/>
                <a:gd name="connsiteX553" fmla="*/ 80909 w 920910"/>
                <a:gd name="connsiteY553" fmla="*/ 503322 h 613940"/>
                <a:gd name="connsiteX554" fmla="*/ 84856 w 920910"/>
                <a:gd name="connsiteY554" fmla="*/ 504966 h 613940"/>
                <a:gd name="connsiteX555" fmla="*/ 87487 w 920910"/>
                <a:gd name="connsiteY555" fmla="*/ 503102 h 613940"/>
                <a:gd name="connsiteX556" fmla="*/ 90118 w 920910"/>
                <a:gd name="connsiteY556" fmla="*/ 504637 h 613940"/>
                <a:gd name="connsiteX557" fmla="*/ 92859 w 920910"/>
                <a:gd name="connsiteY557" fmla="*/ 506720 h 613940"/>
                <a:gd name="connsiteX558" fmla="*/ 95819 w 920910"/>
                <a:gd name="connsiteY558" fmla="*/ 506391 h 613940"/>
                <a:gd name="connsiteX559" fmla="*/ 93078 w 920910"/>
                <a:gd name="connsiteY559" fmla="*/ 509022 h 613940"/>
                <a:gd name="connsiteX560" fmla="*/ 86939 w 920910"/>
                <a:gd name="connsiteY560" fmla="*/ 508365 h 613940"/>
                <a:gd name="connsiteX561" fmla="*/ 75317 w 920910"/>
                <a:gd name="connsiteY561" fmla="*/ 504966 h 613940"/>
                <a:gd name="connsiteX562" fmla="*/ 78935 w 920910"/>
                <a:gd name="connsiteY562" fmla="*/ 508803 h 613940"/>
                <a:gd name="connsiteX563" fmla="*/ 85294 w 920910"/>
                <a:gd name="connsiteY563" fmla="*/ 511763 h 613940"/>
                <a:gd name="connsiteX564" fmla="*/ 92530 w 920910"/>
                <a:gd name="connsiteY564" fmla="*/ 513956 h 613940"/>
                <a:gd name="connsiteX565" fmla="*/ 112921 w 920910"/>
                <a:gd name="connsiteY565" fmla="*/ 525358 h 613940"/>
                <a:gd name="connsiteX566" fmla="*/ 120267 w 920910"/>
                <a:gd name="connsiteY566" fmla="*/ 529853 h 613940"/>
                <a:gd name="connsiteX567" fmla="*/ 133423 w 920910"/>
                <a:gd name="connsiteY567" fmla="*/ 539500 h 613940"/>
                <a:gd name="connsiteX568" fmla="*/ 136602 w 920910"/>
                <a:gd name="connsiteY568" fmla="*/ 541802 h 613940"/>
                <a:gd name="connsiteX569" fmla="*/ 137918 w 920910"/>
                <a:gd name="connsiteY569" fmla="*/ 542460 h 613940"/>
                <a:gd name="connsiteX570" fmla="*/ 139562 w 920910"/>
                <a:gd name="connsiteY570" fmla="*/ 543776 h 613940"/>
                <a:gd name="connsiteX571" fmla="*/ 141645 w 920910"/>
                <a:gd name="connsiteY571" fmla="*/ 545530 h 613940"/>
                <a:gd name="connsiteX572" fmla="*/ 146469 w 920910"/>
                <a:gd name="connsiteY572" fmla="*/ 547065 h 613940"/>
                <a:gd name="connsiteX573" fmla="*/ 150306 w 920910"/>
                <a:gd name="connsiteY573" fmla="*/ 550135 h 613940"/>
                <a:gd name="connsiteX574" fmla="*/ 154034 w 920910"/>
                <a:gd name="connsiteY574" fmla="*/ 551779 h 613940"/>
                <a:gd name="connsiteX575" fmla="*/ 164777 w 920910"/>
                <a:gd name="connsiteY575" fmla="*/ 553972 h 613940"/>
                <a:gd name="connsiteX576" fmla="*/ 172013 w 920910"/>
                <a:gd name="connsiteY576" fmla="*/ 555287 h 613940"/>
                <a:gd name="connsiteX577" fmla="*/ 173657 w 920910"/>
                <a:gd name="connsiteY577" fmla="*/ 553862 h 613940"/>
                <a:gd name="connsiteX578" fmla="*/ 176289 w 920910"/>
                <a:gd name="connsiteY578" fmla="*/ 552437 h 613940"/>
                <a:gd name="connsiteX579" fmla="*/ 184950 w 920910"/>
                <a:gd name="connsiteY579" fmla="*/ 552546 h 613940"/>
                <a:gd name="connsiteX580" fmla="*/ 196461 w 920910"/>
                <a:gd name="connsiteY580" fmla="*/ 555287 h 613940"/>
                <a:gd name="connsiteX581" fmla="*/ 201943 w 920910"/>
                <a:gd name="connsiteY581" fmla="*/ 554081 h 613940"/>
                <a:gd name="connsiteX582" fmla="*/ 215866 w 920910"/>
                <a:gd name="connsiteY582" fmla="*/ 558796 h 613940"/>
                <a:gd name="connsiteX583" fmla="*/ 233736 w 920910"/>
                <a:gd name="connsiteY583" fmla="*/ 560988 h 613940"/>
                <a:gd name="connsiteX584" fmla="*/ 238231 w 920910"/>
                <a:gd name="connsiteY584" fmla="*/ 558686 h 613940"/>
                <a:gd name="connsiteX585" fmla="*/ 250071 w 920910"/>
                <a:gd name="connsiteY585" fmla="*/ 560769 h 613940"/>
                <a:gd name="connsiteX586" fmla="*/ 253908 w 920910"/>
                <a:gd name="connsiteY586" fmla="*/ 560659 h 613940"/>
                <a:gd name="connsiteX587" fmla="*/ 265749 w 920910"/>
                <a:gd name="connsiteY587" fmla="*/ 563948 h 613940"/>
                <a:gd name="connsiteX588" fmla="*/ 274629 w 920910"/>
                <a:gd name="connsiteY588" fmla="*/ 567237 h 613940"/>
                <a:gd name="connsiteX589" fmla="*/ 286140 w 920910"/>
                <a:gd name="connsiteY589" fmla="*/ 574253 h 613940"/>
                <a:gd name="connsiteX590" fmla="*/ 291293 w 920910"/>
                <a:gd name="connsiteY590" fmla="*/ 576775 h 613940"/>
                <a:gd name="connsiteX591" fmla="*/ 294034 w 920910"/>
                <a:gd name="connsiteY591" fmla="*/ 576227 h 613940"/>
                <a:gd name="connsiteX592" fmla="*/ 297432 w 920910"/>
                <a:gd name="connsiteY592" fmla="*/ 581818 h 613940"/>
                <a:gd name="connsiteX593" fmla="*/ 296555 w 920910"/>
                <a:gd name="connsiteY593" fmla="*/ 582476 h 613940"/>
                <a:gd name="connsiteX594" fmla="*/ 301927 w 920910"/>
                <a:gd name="connsiteY594" fmla="*/ 586861 h 613940"/>
                <a:gd name="connsiteX595" fmla="*/ 307957 w 920910"/>
                <a:gd name="connsiteY595" fmla="*/ 588287 h 613940"/>
                <a:gd name="connsiteX596" fmla="*/ 320017 w 920910"/>
                <a:gd name="connsiteY596" fmla="*/ 591904 h 613940"/>
                <a:gd name="connsiteX597" fmla="*/ 336790 w 920910"/>
                <a:gd name="connsiteY597" fmla="*/ 602100 h 613940"/>
                <a:gd name="connsiteX598" fmla="*/ 345013 w 920910"/>
                <a:gd name="connsiteY598" fmla="*/ 602210 h 613940"/>
                <a:gd name="connsiteX599" fmla="*/ 369132 w 920910"/>
                <a:gd name="connsiteY599" fmla="*/ 606814 h 613940"/>
                <a:gd name="connsiteX600" fmla="*/ 382507 w 920910"/>
                <a:gd name="connsiteY600" fmla="*/ 612734 h 613940"/>
                <a:gd name="connsiteX601" fmla="*/ 393799 w 920910"/>
                <a:gd name="connsiteY601" fmla="*/ 617010 h 613940"/>
                <a:gd name="connsiteX602" fmla="*/ 395115 w 920910"/>
                <a:gd name="connsiteY602" fmla="*/ 615914 h 613940"/>
                <a:gd name="connsiteX603" fmla="*/ 399610 w 920910"/>
                <a:gd name="connsiteY603" fmla="*/ 616901 h 613940"/>
                <a:gd name="connsiteX604" fmla="*/ 403885 w 920910"/>
                <a:gd name="connsiteY604" fmla="*/ 617229 h 613940"/>
                <a:gd name="connsiteX605" fmla="*/ 407613 w 920910"/>
                <a:gd name="connsiteY605" fmla="*/ 616681 h 613940"/>
                <a:gd name="connsiteX606" fmla="*/ 410683 w 920910"/>
                <a:gd name="connsiteY606" fmla="*/ 614379 h 613940"/>
                <a:gd name="connsiteX607" fmla="*/ 415397 w 920910"/>
                <a:gd name="connsiteY607" fmla="*/ 612406 h 613940"/>
                <a:gd name="connsiteX608" fmla="*/ 418357 w 920910"/>
                <a:gd name="connsiteY608" fmla="*/ 609555 h 613940"/>
                <a:gd name="connsiteX609" fmla="*/ 424277 w 920910"/>
                <a:gd name="connsiteY609" fmla="*/ 610432 h 613940"/>
                <a:gd name="connsiteX610" fmla="*/ 432061 w 920910"/>
                <a:gd name="connsiteY610" fmla="*/ 611967 h 613940"/>
                <a:gd name="connsiteX611" fmla="*/ 446751 w 920910"/>
                <a:gd name="connsiteY611" fmla="*/ 611638 h 613940"/>
                <a:gd name="connsiteX612" fmla="*/ 456728 w 920910"/>
                <a:gd name="connsiteY612" fmla="*/ 612077 h 613940"/>
                <a:gd name="connsiteX613" fmla="*/ 463087 w 920910"/>
                <a:gd name="connsiteY613" fmla="*/ 608020 h 613940"/>
                <a:gd name="connsiteX614" fmla="*/ 478654 w 920910"/>
                <a:gd name="connsiteY614" fmla="*/ 601004 h 613940"/>
                <a:gd name="connsiteX615" fmla="*/ 478216 w 920910"/>
                <a:gd name="connsiteY615" fmla="*/ 598044 h 613940"/>
                <a:gd name="connsiteX616" fmla="*/ 480299 w 920910"/>
                <a:gd name="connsiteY616" fmla="*/ 596070 h 613940"/>
                <a:gd name="connsiteX617" fmla="*/ 482382 w 920910"/>
                <a:gd name="connsiteY617" fmla="*/ 597057 h 613940"/>
                <a:gd name="connsiteX618" fmla="*/ 484465 w 920910"/>
                <a:gd name="connsiteY618" fmla="*/ 596070 h 613940"/>
                <a:gd name="connsiteX619" fmla="*/ 485342 w 920910"/>
                <a:gd name="connsiteY619" fmla="*/ 594755 h 613940"/>
                <a:gd name="connsiteX620" fmla="*/ 487864 w 920910"/>
                <a:gd name="connsiteY620" fmla="*/ 594426 h 613940"/>
                <a:gd name="connsiteX621" fmla="*/ 493016 w 920910"/>
                <a:gd name="connsiteY621" fmla="*/ 590918 h 613940"/>
                <a:gd name="connsiteX622" fmla="*/ 497292 w 920910"/>
                <a:gd name="connsiteY622" fmla="*/ 589931 h 613940"/>
                <a:gd name="connsiteX623" fmla="*/ 502664 w 920910"/>
                <a:gd name="connsiteY623" fmla="*/ 586642 h 613940"/>
                <a:gd name="connsiteX624" fmla="*/ 509681 w 920910"/>
                <a:gd name="connsiteY624" fmla="*/ 584888 h 613940"/>
                <a:gd name="connsiteX625" fmla="*/ 511215 w 920910"/>
                <a:gd name="connsiteY625" fmla="*/ 582695 h 613940"/>
                <a:gd name="connsiteX626" fmla="*/ 525468 w 920910"/>
                <a:gd name="connsiteY626" fmla="*/ 579516 h 613940"/>
                <a:gd name="connsiteX627" fmla="*/ 527221 w 920910"/>
                <a:gd name="connsiteY627" fmla="*/ 577981 h 613940"/>
                <a:gd name="connsiteX628" fmla="*/ 533251 w 920910"/>
                <a:gd name="connsiteY628" fmla="*/ 576446 h 613940"/>
                <a:gd name="connsiteX629" fmla="*/ 538294 w 920910"/>
                <a:gd name="connsiteY629" fmla="*/ 575131 h 613940"/>
                <a:gd name="connsiteX630" fmla="*/ 542570 w 920910"/>
                <a:gd name="connsiteY630" fmla="*/ 574034 h 613940"/>
                <a:gd name="connsiteX631" fmla="*/ 546955 w 920910"/>
                <a:gd name="connsiteY631" fmla="*/ 573486 h 613940"/>
                <a:gd name="connsiteX632" fmla="*/ 546955 w 920910"/>
                <a:gd name="connsiteY632" fmla="*/ 571184 h 613940"/>
                <a:gd name="connsiteX633" fmla="*/ 548490 w 920910"/>
                <a:gd name="connsiteY633" fmla="*/ 569868 h 613940"/>
                <a:gd name="connsiteX634" fmla="*/ 551560 w 920910"/>
                <a:gd name="connsiteY634" fmla="*/ 568114 h 613940"/>
                <a:gd name="connsiteX635" fmla="*/ 555945 w 920910"/>
                <a:gd name="connsiteY635" fmla="*/ 567347 h 613940"/>
                <a:gd name="connsiteX636" fmla="*/ 561317 w 920910"/>
                <a:gd name="connsiteY636" fmla="*/ 566250 h 613940"/>
                <a:gd name="connsiteX637" fmla="*/ 569869 w 920910"/>
                <a:gd name="connsiteY637" fmla="*/ 565593 h 613940"/>
                <a:gd name="connsiteX638" fmla="*/ 579297 w 920910"/>
                <a:gd name="connsiteY638" fmla="*/ 562084 h 613940"/>
                <a:gd name="connsiteX639" fmla="*/ 580393 w 920910"/>
                <a:gd name="connsiteY639" fmla="*/ 559453 h 613940"/>
                <a:gd name="connsiteX640" fmla="*/ 585875 w 920910"/>
                <a:gd name="connsiteY640" fmla="*/ 558796 h 613940"/>
                <a:gd name="connsiteX641" fmla="*/ 587629 w 920910"/>
                <a:gd name="connsiteY641" fmla="*/ 556384 h 613940"/>
                <a:gd name="connsiteX642" fmla="*/ 602539 w 920910"/>
                <a:gd name="connsiteY642" fmla="*/ 554739 h 613940"/>
                <a:gd name="connsiteX643" fmla="*/ 603306 w 920910"/>
                <a:gd name="connsiteY643" fmla="*/ 552766 h 613940"/>
                <a:gd name="connsiteX644" fmla="*/ 614818 w 920910"/>
                <a:gd name="connsiteY644" fmla="*/ 552656 h 613940"/>
                <a:gd name="connsiteX645" fmla="*/ 616024 w 920910"/>
                <a:gd name="connsiteY645" fmla="*/ 550573 h 613940"/>
                <a:gd name="connsiteX646" fmla="*/ 616572 w 920910"/>
                <a:gd name="connsiteY646" fmla="*/ 547723 h 613940"/>
                <a:gd name="connsiteX647" fmla="*/ 621725 w 920910"/>
                <a:gd name="connsiteY647" fmla="*/ 545859 h 613940"/>
                <a:gd name="connsiteX648" fmla="*/ 624685 w 920910"/>
                <a:gd name="connsiteY648" fmla="*/ 543228 h 613940"/>
                <a:gd name="connsiteX649" fmla="*/ 626987 w 920910"/>
                <a:gd name="connsiteY649" fmla="*/ 542022 h 613940"/>
                <a:gd name="connsiteX650" fmla="*/ 625891 w 920910"/>
                <a:gd name="connsiteY650" fmla="*/ 537965 h 613940"/>
                <a:gd name="connsiteX651" fmla="*/ 630824 w 920910"/>
                <a:gd name="connsiteY651" fmla="*/ 531388 h 613940"/>
                <a:gd name="connsiteX652" fmla="*/ 633894 w 920910"/>
                <a:gd name="connsiteY652" fmla="*/ 529524 h 613940"/>
                <a:gd name="connsiteX653" fmla="*/ 640253 w 920910"/>
                <a:gd name="connsiteY653" fmla="*/ 528537 h 613940"/>
                <a:gd name="connsiteX654" fmla="*/ 641787 w 920910"/>
                <a:gd name="connsiteY654" fmla="*/ 526893 h 613940"/>
                <a:gd name="connsiteX655" fmla="*/ 644309 w 920910"/>
                <a:gd name="connsiteY655" fmla="*/ 526344 h 613940"/>
                <a:gd name="connsiteX656" fmla="*/ 645186 w 920910"/>
                <a:gd name="connsiteY656" fmla="*/ 525577 h 613940"/>
                <a:gd name="connsiteX657" fmla="*/ 644967 w 920910"/>
                <a:gd name="connsiteY657" fmla="*/ 523384 h 613940"/>
                <a:gd name="connsiteX658" fmla="*/ 647488 w 920910"/>
                <a:gd name="connsiteY658" fmla="*/ 521520 h 613940"/>
                <a:gd name="connsiteX659" fmla="*/ 651435 w 920910"/>
                <a:gd name="connsiteY659" fmla="*/ 520315 h 613940"/>
                <a:gd name="connsiteX660" fmla="*/ 651654 w 920910"/>
                <a:gd name="connsiteY660" fmla="*/ 517574 h 613940"/>
                <a:gd name="connsiteX661" fmla="*/ 654395 w 920910"/>
                <a:gd name="connsiteY661" fmla="*/ 515381 h 613940"/>
                <a:gd name="connsiteX662" fmla="*/ 657903 w 920910"/>
                <a:gd name="connsiteY662" fmla="*/ 515381 h 613940"/>
                <a:gd name="connsiteX663" fmla="*/ 661302 w 920910"/>
                <a:gd name="connsiteY663" fmla="*/ 515381 h 613940"/>
                <a:gd name="connsiteX664" fmla="*/ 663275 w 920910"/>
                <a:gd name="connsiteY664" fmla="*/ 513517 h 613940"/>
                <a:gd name="connsiteX665" fmla="*/ 668647 w 920910"/>
                <a:gd name="connsiteY665" fmla="*/ 514394 h 613940"/>
                <a:gd name="connsiteX666" fmla="*/ 670950 w 920910"/>
                <a:gd name="connsiteY666" fmla="*/ 513298 h 613940"/>
                <a:gd name="connsiteX667" fmla="*/ 670072 w 920910"/>
                <a:gd name="connsiteY667" fmla="*/ 511873 h 613940"/>
                <a:gd name="connsiteX668" fmla="*/ 669743 w 920910"/>
                <a:gd name="connsiteY668" fmla="*/ 510667 h 613940"/>
                <a:gd name="connsiteX669" fmla="*/ 670950 w 920910"/>
                <a:gd name="connsiteY669" fmla="*/ 509570 h 613940"/>
                <a:gd name="connsiteX670" fmla="*/ 673581 w 920910"/>
                <a:gd name="connsiteY670" fmla="*/ 509242 h 613940"/>
                <a:gd name="connsiteX671" fmla="*/ 676212 w 920910"/>
                <a:gd name="connsiteY671" fmla="*/ 509242 h 613940"/>
                <a:gd name="connsiteX672" fmla="*/ 680159 w 920910"/>
                <a:gd name="connsiteY672" fmla="*/ 510119 h 613940"/>
                <a:gd name="connsiteX673" fmla="*/ 687504 w 920910"/>
                <a:gd name="connsiteY673" fmla="*/ 510228 h 613940"/>
                <a:gd name="connsiteX674" fmla="*/ 696823 w 920910"/>
                <a:gd name="connsiteY674" fmla="*/ 508803 h 613940"/>
                <a:gd name="connsiteX675" fmla="*/ 701866 w 920910"/>
                <a:gd name="connsiteY675" fmla="*/ 507597 h 613940"/>
                <a:gd name="connsiteX676" fmla="*/ 710527 w 920910"/>
                <a:gd name="connsiteY676" fmla="*/ 506501 h 613940"/>
                <a:gd name="connsiteX677" fmla="*/ 720942 w 920910"/>
                <a:gd name="connsiteY677" fmla="*/ 504527 h 613940"/>
                <a:gd name="connsiteX678" fmla="*/ 736071 w 920910"/>
                <a:gd name="connsiteY678" fmla="*/ 504089 h 613940"/>
                <a:gd name="connsiteX679" fmla="*/ 746267 w 920910"/>
                <a:gd name="connsiteY679" fmla="*/ 507159 h 613940"/>
                <a:gd name="connsiteX680" fmla="*/ 747363 w 920910"/>
                <a:gd name="connsiteY680" fmla="*/ 506062 h 613940"/>
                <a:gd name="connsiteX681" fmla="*/ 744513 w 920910"/>
                <a:gd name="connsiteY681" fmla="*/ 501458 h 613940"/>
                <a:gd name="connsiteX682" fmla="*/ 738702 w 920910"/>
                <a:gd name="connsiteY682" fmla="*/ 499265 h 613940"/>
                <a:gd name="connsiteX683" fmla="*/ 720832 w 920910"/>
                <a:gd name="connsiteY683" fmla="*/ 499813 h 613940"/>
                <a:gd name="connsiteX684" fmla="*/ 714145 w 920910"/>
                <a:gd name="connsiteY684" fmla="*/ 497949 h 613940"/>
                <a:gd name="connsiteX685" fmla="*/ 719845 w 920910"/>
                <a:gd name="connsiteY685" fmla="*/ 497401 h 613940"/>
                <a:gd name="connsiteX686" fmla="*/ 728178 w 920910"/>
                <a:gd name="connsiteY686" fmla="*/ 495428 h 613940"/>
                <a:gd name="connsiteX687" fmla="*/ 734317 w 920910"/>
                <a:gd name="connsiteY687" fmla="*/ 492578 h 613940"/>
                <a:gd name="connsiteX688" fmla="*/ 733111 w 920910"/>
                <a:gd name="connsiteY688" fmla="*/ 489398 h 613940"/>
                <a:gd name="connsiteX689" fmla="*/ 731576 w 920910"/>
                <a:gd name="connsiteY689" fmla="*/ 489837 h 613940"/>
                <a:gd name="connsiteX690" fmla="*/ 728178 w 920910"/>
                <a:gd name="connsiteY690" fmla="*/ 493674 h 613940"/>
                <a:gd name="connsiteX691" fmla="*/ 726204 w 920910"/>
                <a:gd name="connsiteY691" fmla="*/ 495099 h 613940"/>
                <a:gd name="connsiteX692" fmla="*/ 722148 w 920910"/>
                <a:gd name="connsiteY692" fmla="*/ 496086 h 613940"/>
                <a:gd name="connsiteX693" fmla="*/ 719736 w 920910"/>
                <a:gd name="connsiteY693" fmla="*/ 496305 h 613940"/>
                <a:gd name="connsiteX694" fmla="*/ 714035 w 920910"/>
                <a:gd name="connsiteY694" fmla="*/ 496744 h 613940"/>
                <a:gd name="connsiteX695" fmla="*/ 707348 w 920910"/>
                <a:gd name="connsiteY695" fmla="*/ 497182 h 613940"/>
                <a:gd name="connsiteX696" fmla="*/ 700550 w 920910"/>
                <a:gd name="connsiteY696" fmla="*/ 496415 h 613940"/>
                <a:gd name="connsiteX697" fmla="*/ 691780 w 920910"/>
                <a:gd name="connsiteY697" fmla="*/ 494441 h 613940"/>
                <a:gd name="connsiteX698" fmla="*/ 687833 w 920910"/>
                <a:gd name="connsiteY698" fmla="*/ 492906 h 613940"/>
                <a:gd name="connsiteX699" fmla="*/ 687504 w 920910"/>
                <a:gd name="connsiteY699" fmla="*/ 490933 h 613940"/>
                <a:gd name="connsiteX700" fmla="*/ 689806 w 920910"/>
                <a:gd name="connsiteY700" fmla="*/ 487425 h 613940"/>
                <a:gd name="connsiteX701" fmla="*/ 691012 w 920910"/>
                <a:gd name="connsiteY701" fmla="*/ 486328 h 613940"/>
                <a:gd name="connsiteX702" fmla="*/ 693424 w 920910"/>
                <a:gd name="connsiteY702" fmla="*/ 486000 h 613940"/>
                <a:gd name="connsiteX703" fmla="*/ 694959 w 920910"/>
                <a:gd name="connsiteY703" fmla="*/ 484684 h 613940"/>
                <a:gd name="connsiteX704" fmla="*/ 693863 w 920910"/>
                <a:gd name="connsiteY704" fmla="*/ 481066 h 613940"/>
                <a:gd name="connsiteX705" fmla="*/ 705374 w 920910"/>
                <a:gd name="connsiteY705" fmla="*/ 481066 h 613940"/>
                <a:gd name="connsiteX706" fmla="*/ 707238 w 920910"/>
                <a:gd name="connsiteY706" fmla="*/ 479750 h 613940"/>
                <a:gd name="connsiteX707" fmla="*/ 715899 w 920910"/>
                <a:gd name="connsiteY707" fmla="*/ 467033 h 613940"/>
                <a:gd name="connsiteX708" fmla="*/ 719736 w 920910"/>
                <a:gd name="connsiteY708" fmla="*/ 463415 h 613940"/>
                <a:gd name="connsiteX709" fmla="*/ 724340 w 920910"/>
                <a:gd name="connsiteY709" fmla="*/ 461003 h 613940"/>
                <a:gd name="connsiteX710" fmla="*/ 729493 w 920910"/>
                <a:gd name="connsiteY710" fmla="*/ 460127 h 613940"/>
                <a:gd name="connsiteX711" fmla="*/ 731686 w 920910"/>
                <a:gd name="connsiteY711" fmla="*/ 461003 h 613940"/>
                <a:gd name="connsiteX712" fmla="*/ 734427 w 920910"/>
                <a:gd name="connsiteY712" fmla="*/ 463086 h 613940"/>
                <a:gd name="connsiteX713" fmla="*/ 736948 w 920910"/>
                <a:gd name="connsiteY713" fmla="*/ 465389 h 613940"/>
                <a:gd name="connsiteX714" fmla="*/ 738373 w 920910"/>
                <a:gd name="connsiteY714" fmla="*/ 467143 h 613940"/>
                <a:gd name="connsiteX715" fmla="*/ 739251 w 920910"/>
                <a:gd name="connsiteY715" fmla="*/ 470103 h 613940"/>
                <a:gd name="connsiteX716" fmla="*/ 739470 w 920910"/>
                <a:gd name="connsiteY716" fmla="*/ 472296 h 613940"/>
                <a:gd name="connsiteX717" fmla="*/ 740237 w 920910"/>
                <a:gd name="connsiteY717" fmla="*/ 474598 h 613940"/>
                <a:gd name="connsiteX718" fmla="*/ 743087 w 920910"/>
                <a:gd name="connsiteY718" fmla="*/ 477667 h 613940"/>
                <a:gd name="connsiteX719" fmla="*/ 745170 w 920910"/>
                <a:gd name="connsiteY719" fmla="*/ 480957 h 613940"/>
                <a:gd name="connsiteX720" fmla="*/ 743526 w 920910"/>
                <a:gd name="connsiteY720" fmla="*/ 483040 h 613940"/>
                <a:gd name="connsiteX721" fmla="*/ 740456 w 920910"/>
                <a:gd name="connsiteY721" fmla="*/ 484794 h 613940"/>
                <a:gd name="connsiteX722" fmla="*/ 738373 w 920910"/>
                <a:gd name="connsiteY722" fmla="*/ 486767 h 613940"/>
                <a:gd name="connsiteX723" fmla="*/ 738154 w 920910"/>
                <a:gd name="connsiteY723" fmla="*/ 489288 h 613940"/>
                <a:gd name="connsiteX724" fmla="*/ 738922 w 920910"/>
                <a:gd name="connsiteY724" fmla="*/ 491481 h 613940"/>
                <a:gd name="connsiteX725" fmla="*/ 741114 w 920910"/>
                <a:gd name="connsiteY725" fmla="*/ 495099 h 613940"/>
                <a:gd name="connsiteX726" fmla="*/ 743745 w 920910"/>
                <a:gd name="connsiteY726" fmla="*/ 493016 h 613940"/>
                <a:gd name="connsiteX727" fmla="*/ 747034 w 920910"/>
                <a:gd name="connsiteY727" fmla="*/ 487754 h 613940"/>
                <a:gd name="connsiteX728" fmla="*/ 749885 w 920910"/>
                <a:gd name="connsiteY728" fmla="*/ 486767 h 613940"/>
                <a:gd name="connsiteX729" fmla="*/ 755366 w 920910"/>
                <a:gd name="connsiteY729" fmla="*/ 484026 h 613940"/>
                <a:gd name="connsiteX730" fmla="*/ 755147 w 920910"/>
                <a:gd name="connsiteY730" fmla="*/ 483259 h 613940"/>
                <a:gd name="connsiteX731" fmla="*/ 756463 w 920910"/>
                <a:gd name="connsiteY731" fmla="*/ 481834 h 613940"/>
                <a:gd name="connsiteX732" fmla="*/ 758655 w 920910"/>
                <a:gd name="connsiteY732" fmla="*/ 479750 h 613940"/>
                <a:gd name="connsiteX733" fmla="*/ 759423 w 920910"/>
                <a:gd name="connsiteY733" fmla="*/ 479422 h 613940"/>
                <a:gd name="connsiteX734" fmla="*/ 761725 w 920910"/>
                <a:gd name="connsiteY734" fmla="*/ 478764 h 613940"/>
                <a:gd name="connsiteX735" fmla="*/ 762821 w 920910"/>
                <a:gd name="connsiteY735" fmla="*/ 478325 h 613940"/>
                <a:gd name="connsiteX736" fmla="*/ 763369 w 920910"/>
                <a:gd name="connsiteY736" fmla="*/ 477339 h 613940"/>
                <a:gd name="connsiteX737" fmla="*/ 764027 w 920910"/>
                <a:gd name="connsiteY737" fmla="*/ 474050 h 613940"/>
                <a:gd name="connsiteX738" fmla="*/ 765452 w 920910"/>
                <a:gd name="connsiteY738" fmla="*/ 473392 h 613940"/>
                <a:gd name="connsiteX739" fmla="*/ 766878 w 920910"/>
                <a:gd name="connsiteY739" fmla="*/ 473173 h 613940"/>
                <a:gd name="connsiteX740" fmla="*/ 768522 w 920910"/>
                <a:gd name="connsiteY740" fmla="*/ 473502 h 613940"/>
                <a:gd name="connsiteX741" fmla="*/ 770167 w 920910"/>
                <a:gd name="connsiteY741" fmla="*/ 474817 h 613940"/>
                <a:gd name="connsiteX742" fmla="*/ 773236 w 920910"/>
                <a:gd name="connsiteY742" fmla="*/ 476681 h 613940"/>
                <a:gd name="connsiteX743" fmla="*/ 780911 w 920910"/>
                <a:gd name="connsiteY743" fmla="*/ 478874 h 613940"/>
                <a:gd name="connsiteX744" fmla="*/ 782994 w 920910"/>
                <a:gd name="connsiteY744" fmla="*/ 481066 h 613940"/>
                <a:gd name="connsiteX745" fmla="*/ 781788 w 920910"/>
                <a:gd name="connsiteY745" fmla="*/ 490056 h 613940"/>
                <a:gd name="connsiteX746" fmla="*/ 774223 w 920910"/>
                <a:gd name="connsiteY746" fmla="*/ 495318 h 613940"/>
                <a:gd name="connsiteX747" fmla="*/ 757230 w 920910"/>
                <a:gd name="connsiteY747" fmla="*/ 500690 h 613940"/>
                <a:gd name="connsiteX748" fmla="*/ 754708 w 920910"/>
                <a:gd name="connsiteY748" fmla="*/ 502664 h 613940"/>
                <a:gd name="connsiteX749" fmla="*/ 753831 w 920910"/>
                <a:gd name="connsiteY749" fmla="*/ 504966 h 613940"/>
                <a:gd name="connsiteX750" fmla="*/ 755147 w 920910"/>
                <a:gd name="connsiteY750" fmla="*/ 506939 h 613940"/>
                <a:gd name="connsiteX751" fmla="*/ 759313 w 920910"/>
                <a:gd name="connsiteY751" fmla="*/ 507816 h 613940"/>
                <a:gd name="connsiteX752" fmla="*/ 767426 w 920910"/>
                <a:gd name="connsiteY752" fmla="*/ 508145 h 613940"/>
                <a:gd name="connsiteX753" fmla="*/ 771482 w 920910"/>
                <a:gd name="connsiteY753" fmla="*/ 507707 h 613940"/>
                <a:gd name="connsiteX754" fmla="*/ 774771 w 920910"/>
                <a:gd name="connsiteY754" fmla="*/ 506391 h 613940"/>
                <a:gd name="connsiteX755" fmla="*/ 778060 w 920910"/>
                <a:gd name="connsiteY755" fmla="*/ 508145 h 613940"/>
                <a:gd name="connsiteX756" fmla="*/ 783213 w 920910"/>
                <a:gd name="connsiteY756" fmla="*/ 508913 h 613940"/>
                <a:gd name="connsiteX757" fmla="*/ 793738 w 920910"/>
                <a:gd name="connsiteY757" fmla="*/ 509022 h 613940"/>
                <a:gd name="connsiteX758" fmla="*/ 792422 w 920910"/>
                <a:gd name="connsiteY758" fmla="*/ 509022 h 613940"/>
                <a:gd name="connsiteX759" fmla="*/ 810840 w 920910"/>
                <a:gd name="connsiteY759" fmla="*/ 509570 h 613940"/>
                <a:gd name="connsiteX760" fmla="*/ 820159 w 920910"/>
                <a:gd name="connsiteY760" fmla="*/ 511434 h 613940"/>
                <a:gd name="connsiteX761" fmla="*/ 826847 w 920910"/>
                <a:gd name="connsiteY761" fmla="*/ 515381 h 613940"/>
                <a:gd name="connsiteX762" fmla="*/ 829697 w 920910"/>
                <a:gd name="connsiteY762" fmla="*/ 517574 h 613940"/>
                <a:gd name="connsiteX763" fmla="*/ 874756 w 920910"/>
                <a:gd name="connsiteY763" fmla="*/ 535992 h 613940"/>
                <a:gd name="connsiteX764" fmla="*/ 878922 w 920910"/>
                <a:gd name="connsiteY764" fmla="*/ 527441 h 613940"/>
                <a:gd name="connsiteX765" fmla="*/ 875194 w 920910"/>
                <a:gd name="connsiteY765" fmla="*/ 526125 h 613940"/>
                <a:gd name="connsiteX766" fmla="*/ 861271 w 920910"/>
                <a:gd name="connsiteY766" fmla="*/ 523055 h 613940"/>
                <a:gd name="connsiteX767" fmla="*/ 861271 w 920910"/>
                <a:gd name="connsiteY767" fmla="*/ 521740 h 613940"/>
                <a:gd name="connsiteX768" fmla="*/ 863902 w 920910"/>
                <a:gd name="connsiteY768" fmla="*/ 521740 h 613940"/>
                <a:gd name="connsiteX769" fmla="*/ 863902 w 920910"/>
                <a:gd name="connsiteY769" fmla="*/ 520205 h 613940"/>
                <a:gd name="connsiteX770" fmla="*/ 857215 w 920910"/>
                <a:gd name="connsiteY770" fmla="*/ 516148 h 613940"/>
                <a:gd name="connsiteX771" fmla="*/ 854145 w 920910"/>
                <a:gd name="connsiteY771" fmla="*/ 514723 h 613940"/>
                <a:gd name="connsiteX772" fmla="*/ 852062 w 920910"/>
                <a:gd name="connsiteY772" fmla="*/ 514394 h 613940"/>
                <a:gd name="connsiteX773" fmla="*/ 847019 w 920910"/>
                <a:gd name="connsiteY773" fmla="*/ 514614 h 613940"/>
                <a:gd name="connsiteX774" fmla="*/ 843291 w 920910"/>
                <a:gd name="connsiteY774" fmla="*/ 513846 h 613940"/>
                <a:gd name="connsiteX775" fmla="*/ 835288 w 920910"/>
                <a:gd name="connsiteY775" fmla="*/ 510886 h 613940"/>
                <a:gd name="connsiteX776" fmla="*/ 830135 w 920910"/>
                <a:gd name="connsiteY776" fmla="*/ 510557 h 613940"/>
                <a:gd name="connsiteX777" fmla="*/ 830135 w 920910"/>
                <a:gd name="connsiteY777" fmla="*/ 511873 h 613940"/>
                <a:gd name="connsiteX778" fmla="*/ 845155 w 920910"/>
                <a:gd name="connsiteY778" fmla="*/ 517355 h 613940"/>
                <a:gd name="connsiteX779" fmla="*/ 839783 w 920910"/>
                <a:gd name="connsiteY779" fmla="*/ 518889 h 613940"/>
                <a:gd name="connsiteX780" fmla="*/ 829368 w 920910"/>
                <a:gd name="connsiteY780" fmla="*/ 514394 h 613940"/>
                <a:gd name="connsiteX781" fmla="*/ 811388 w 920910"/>
                <a:gd name="connsiteY781" fmla="*/ 502225 h 613940"/>
                <a:gd name="connsiteX782" fmla="*/ 814019 w 920910"/>
                <a:gd name="connsiteY782" fmla="*/ 502006 h 613940"/>
                <a:gd name="connsiteX783" fmla="*/ 815774 w 920910"/>
                <a:gd name="connsiteY783" fmla="*/ 501019 h 613940"/>
                <a:gd name="connsiteX784" fmla="*/ 815774 w 920910"/>
                <a:gd name="connsiteY784" fmla="*/ 499923 h 613940"/>
                <a:gd name="connsiteX785" fmla="*/ 813362 w 920910"/>
                <a:gd name="connsiteY785" fmla="*/ 499375 h 613940"/>
                <a:gd name="connsiteX786" fmla="*/ 811717 w 920910"/>
                <a:gd name="connsiteY786" fmla="*/ 498827 h 613940"/>
                <a:gd name="connsiteX787" fmla="*/ 811388 w 920910"/>
                <a:gd name="connsiteY787" fmla="*/ 497621 h 613940"/>
                <a:gd name="connsiteX788" fmla="*/ 812265 w 920910"/>
                <a:gd name="connsiteY788" fmla="*/ 496963 h 613940"/>
                <a:gd name="connsiteX789" fmla="*/ 814019 w 920910"/>
                <a:gd name="connsiteY789" fmla="*/ 497949 h 613940"/>
                <a:gd name="connsiteX790" fmla="*/ 815445 w 920910"/>
                <a:gd name="connsiteY790" fmla="*/ 497949 h 613940"/>
                <a:gd name="connsiteX791" fmla="*/ 815554 w 920910"/>
                <a:gd name="connsiteY791" fmla="*/ 494661 h 613940"/>
                <a:gd name="connsiteX792" fmla="*/ 814897 w 920910"/>
                <a:gd name="connsiteY792" fmla="*/ 491043 h 613940"/>
                <a:gd name="connsiteX793" fmla="*/ 815226 w 920910"/>
                <a:gd name="connsiteY793" fmla="*/ 487973 h 613940"/>
                <a:gd name="connsiteX794" fmla="*/ 818734 w 920910"/>
                <a:gd name="connsiteY794" fmla="*/ 486767 h 613940"/>
                <a:gd name="connsiteX795" fmla="*/ 823009 w 920910"/>
                <a:gd name="connsiteY795" fmla="*/ 487425 h 613940"/>
                <a:gd name="connsiteX796" fmla="*/ 825750 w 920910"/>
                <a:gd name="connsiteY796" fmla="*/ 489069 h 613940"/>
                <a:gd name="connsiteX797" fmla="*/ 830135 w 920910"/>
                <a:gd name="connsiteY797" fmla="*/ 493893 h 613940"/>
                <a:gd name="connsiteX798" fmla="*/ 836933 w 920910"/>
                <a:gd name="connsiteY798" fmla="*/ 499156 h 613940"/>
                <a:gd name="connsiteX799" fmla="*/ 844826 w 920910"/>
                <a:gd name="connsiteY799" fmla="*/ 503760 h 613940"/>
                <a:gd name="connsiteX800" fmla="*/ 853268 w 920910"/>
                <a:gd name="connsiteY800" fmla="*/ 506172 h 613940"/>
                <a:gd name="connsiteX801" fmla="*/ 861271 w 920910"/>
                <a:gd name="connsiteY801" fmla="*/ 504966 h 613940"/>
                <a:gd name="connsiteX802" fmla="*/ 865437 w 920910"/>
                <a:gd name="connsiteY802" fmla="*/ 502883 h 613940"/>
                <a:gd name="connsiteX803" fmla="*/ 869384 w 920910"/>
                <a:gd name="connsiteY803" fmla="*/ 501458 h 613940"/>
                <a:gd name="connsiteX804" fmla="*/ 872234 w 920910"/>
                <a:gd name="connsiteY804" fmla="*/ 502664 h 613940"/>
                <a:gd name="connsiteX805" fmla="*/ 873331 w 920910"/>
                <a:gd name="connsiteY805" fmla="*/ 508365 h 613940"/>
                <a:gd name="connsiteX806" fmla="*/ 874537 w 920910"/>
                <a:gd name="connsiteY806" fmla="*/ 511105 h 613940"/>
                <a:gd name="connsiteX807" fmla="*/ 877168 w 920910"/>
                <a:gd name="connsiteY807" fmla="*/ 514175 h 613940"/>
                <a:gd name="connsiteX808" fmla="*/ 881005 w 920910"/>
                <a:gd name="connsiteY808" fmla="*/ 517245 h 613940"/>
                <a:gd name="connsiteX809" fmla="*/ 882101 w 920910"/>
                <a:gd name="connsiteY809" fmla="*/ 515162 h 613940"/>
                <a:gd name="connsiteX810" fmla="*/ 883855 w 920910"/>
                <a:gd name="connsiteY810" fmla="*/ 512531 h 613940"/>
                <a:gd name="connsiteX811" fmla="*/ 885609 w 920910"/>
                <a:gd name="connsiteY811" fmla="*/ 509899 h 613940"/>
                <a:gd name="connsiteX812" fmla="*/ 887144 w 920910"/>
                <a:gd name="connsiteY812" fmla="*/ 507159 h 613940"/>
                <a:gd name="connsiteX813" fmla="*/ 888241 w 920910"/>
                <a:gd name="connsiteY813" fmla="*/ 503651 h 613940"/>
                <a:gd name="connsiteX814" fmla="*/ 889118 w 920910"/>
                <a:gd name="connsiteY814" fmla="*/ 499704 h 613940"/>
                <a:gd name="connsiteX815" fmla="*/ 889666 w 920910"/>
                <a:gd name="connsiteY815" fmla="*/ 495647 h 613940"/>
                <a:gd name="connsiteX816" fmla="*/ 890214 w 920910"/>
                <a:gd name="connsiteY816" fmla="*/ 491920 h 613940"/>
                <a:gd name="connsiteX817" fmla="*/ 889556 w 920910"/>
                <a:gd name="connsiteY817" fmla="*/ 485890 h 613940"/>
                <a:gd name="connsiteX818" fmla="*/ 887144 w 920910"/>
                <a:gd name="connsiteY818" fmla="*/ 479093 h 613940"/>
                <a:gd name="connsiteX819" fmla="*/ 884184 w 920910"/>
                <a:gd name="connsiteY819" fmla="*/ 472405 h 613940"/>
                <a:gd name="connsiteX820" fmla="*/ 881553 w 920910"/>
                <a:gd name="connsiteY820" fmla="*/ 466924 h 613940"/>
                <a:gd name="connsiteX821" fmla="*/ 880018 w 920910"/>
                <a:gd name="connsiteY821" fmla="*/ 463196 h 613940"/>
                <a:gd name="connsiteX822" fmla="*/ 878374 w 920910"/>
                <a:gd name="connsiteY822" fmla="*/ 459249 h 613940"/>
                <a:gd name="connsiteX823" fmla="*/ 876620 w 920910"/>
                <a:gd name="connsiteY823" fmla="*/ 455522 h 613940"/>
                <a:gd name="connsiteX824" fmla="*/ 874646 w 920910"/>
                <a:gd name="connsiteY824" fmla="*/ 452014 h 613940"/>
                <a:gd name="connsiteX825" fmla="*/ 872783 w 920910"/>
                <a:gd name="connsiteY825" fmla="*/ 443791 h 613940"/>
                <a:gd name="connsiteX826" fmla="*/ 876729 w 920910"/>
                <a:gd name="connsiteY826" fmla="*/ 435350 h 613940"/>
                <a:gd name="connsiteX827" fmla="*/ 882978 w 920910"/>
                <a:gd name="connsiteY827" fmla="*/ 427237 h 613940"/>
                <a:gd name="connsiteX828" fmla="*/ 887912 w 920910"/>
                <a:gd name="connsiteY828" fmla="*/ 420439 h 613940"/>
                <a:gd name="connsiteX829" fmla="*/ 889556 w 920910"/>
                <a:gd name="connsiteY829" fmla="*/ 416493 h 613940"/>
                <a:gd name="connsiteX830" fmla="*/ 890433 w 920910"/>
                <a:gd name="connsiteY830" fmla="*/ 412436 h 613940"/>
                <a:gd name="connsiteX831" fmla="*/ 890762 w 920910"/>
                <a:gd name="connsiteY831" fmla="*/ 408270 h 613940"/>
                <a:gd name="connsiteX832" fmla="*/ 890653 w 920910"/>
                <a:gd name="connsiteY832" fmla="*/ 403995 h 613940"/>
                <a:gd name="connsiteX833" fmla="*/ 889995 w 920910"/>
                <a:gd name="connsiteY833" fmla="*/ 399500 h 613940"/>
                <a:gd name="connsiteX834" fmla="*/ 889118 w 920910"/>
                <a:gd name="connsiteY834" fmla="*/ 393909 h 613940"/>
                <a:gd name="connsiteX835" fmla="*/ 888679 w 920910"/>
                <a:gd name="connsiteY835" fmla="*/ 388317 h 613940"/>
                <a:gd name="connsiteX836" fmla="*/ 889227 w 920910"/>
                <a:gd name="connsiteY836" fmla="*/ 384261 h 613940"/>
                <a:gd name="connsiteX837" fmla="*/ 891749 w 920910"/>
                <a:gd name="connsiteY837" fmla="*/ 381630 h 613940"/>
                <a:gd name="connsiteX838" fmla="*/ 895805 w 920910"/>
                <a:gd name="connsiteY838" fmla="*/ 379108 h 613940"/>
                <a:gd name="connsiteX839" fmla="*/ 900191 w 920910"/>
                <a:gd name="connsiteY839" fmla="*/ 376806 h 613940"/>
                <a:gd name="connsiteX840" fmla="*/ 903589 w 920910"/>
                <a:gd name="connsiteY840" fmla="*/ 375052 h 613940"/>
                <a:gd name="connsiteX841" fmla="*/ 906440 w 920910"/>
                <a:gd name="connsiteY841" fmla="*/ 373188 h 613940"/>
                <a:gd name="connsiteX842" fmla="*/ 909181 w 920910"/>
                <a:gd name="connsiteY842" fmla="*/ 371434 h 613940"/>
                <a:gd name="connsiteX843" fmla="*/ 912031 w 920910"/>
                <a:gd name="connsiteY843" fmla="*/ 369570 h 613940"/>
                <a:gd name="connsiteX844" fmla="*/ 914881 w 920910"/>
                <a:gd name="connsiteY844" fmla="*/ 367816 h 613940"/>
                <a:gd name="connsiteX845" fmla="*/ 915758 w 920910"/>
                <a:gd name="connsiteY845" fmla="*/ 365514 h 613940"/>
                <a:gd name="connsiteX846" fmla="*/ 915978 w 920910"/>
                <a:gd name="connsiteY846" fmla="*/ 361348 h 613940"/>
                <a:gd name="connsiteX847" fmla="*/ 915758 w 920910"/>
                <a:gd name="connsiteY847" fmla="*/ 356963 h 613940"/>
                <a:gd name="connsiteX848" fmla="*/ 915758 w 920910"/>
                <a:gd name="connsiteY848" fmla="*/ 354112 h 613940"/>
                <a:gd name="connsiteX849" fmla="*/ 915649 w 920910"/>
                <a:gd name="connsiteY849" fmla="*/ 348850 h 613940"/>
                <a:gd name="connsiteX850" fmla="*/ 916087 w 920910"/>
                <a:gd name="connsiteY850" fmla="*/ 343259 h 613940"/>
                <a:gd name="connsiteX851" fmla="*/ 918280 w 920910"/>
                <a:gd name="connsiteY851" fmla="*/ 339860 h 613940"/>
                <a:gd name="connsiteX852" fmla="*/ 923433 w 920910"/>
                <a:gd name="connsiteY852" fmla="*/ 340847 h 613940"/>
                <a:gd name="connsiteX853" fmla="*/ 923433 w 920910"/>
                <a:gd name="connsiteY853" fmla="*/ 339421 h 613940"/>
                <a:gd name="connsiteX854" fmla="*/ 923542 w 920910"/>
                <a:gd name="connsiteY854" fmla="*/ 337996 h 613940"/>
                <a:gd name="connsiteX855" fmla="*/ 923542 w 920910"/>
                <a:gd name="connsiteY855" fmla="*/ 336461 h 613940"/>
                <a:gd name="connsiteX856" fmla="*/ 923433 w 920910"/>
                <a:gd name="connsiteY856" fmla="*/ 335036 h 613940"/>
                <a:gd name="connsiteX857" fmla="*/ 923761 w 920910"/>
                <a:gd name="connsiteY857" fmla="*/ 329555 h 61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</a:cxnLst>
              <a:rect l="l" t="t" r="r" b="b"/>
              <a:pathLst>
                <a:path w="920910" h="613940">
                  <a:moveTo>
                    <a:pt x="924090" y="323634"/>
                  </a:moveTo>
                  <a:lnTo>
                    <a:pt x="923871" y="317824"/>
                  </a:lnTo>
                  <a:lnTo>
                    <a:pt x="922336" y="312671"/>
                  </a:lnTo>
                  <a:lnTo>
                    <a:pt x="891639" y="310807"/>
                  </a:lnTo>
                  <a:lnTo>
                    <a:pt x="860942" y="308944"/>
                  </a:lnTo>
                  <a:lnTo>
                    <a:pt x="830245" y="307080"/>
                  </a:lnTo>
                  <a:lnTo>
                    <a:pt x="799548" y="305216"/>
                  </a:lnTo>
                  <a:lnTo>
                    <a:pt x="793518" y="304778"/>
                  </a:lnTo>
                  <a:lnTo>
                    <a:pt x="787598" y="304339"/>
                  </a:lnTo>
                  <a:lnTo>
                    <a:pt x="781678" y="303791"/>
                  </a:lnTo>
                  <a:lnTo>
                    <a:pt x="775758" y="303352"/>
                  </a:lnTo>
                  <a:lnTo>
                    <a:pt x="769071" y="302804"/>
                  </a:lnTo>
                  <a:lnTo>
                    <a:pt x="762383" y="302256"/>
                  </a:lnTo>
                  <a:lnTo>
                    <a:pt x="755695" y="301708"/>
                  </a:lnTo>
                  <a:lnTo>
                    <a:pt x="749008" y="301160"/>
                  </a:lnTo>
                  <a:lnTo>
                    <a:pt x="739251" y="301050"/>
                  </a:lnTo>
                  <a:lnTo>
                    <a:pt x="725327" y="300721"/>
                  </a:lnTo>
                  <a:lnTo>
                    <a:pt x="712500" y="299077"/>
                  </a:lnTo>
                  <a:lnTo>
                    <a:pt x="705922" y="294801"/>
                  </a:lnTo>
                  <a:lnTo>
                    <a:pt x="705045" y="291512"/>
                  </a:lnTo>
                  <a:lnTo>
                    <a:pt x="704058" y="288333"/>
                  </a:lnTo>
                  <a:lnTo>
                    <a:pt x="703072" y="285044"/>
                  </a:lnTo>
                  <a:lnTo>
                    <a:pt x="702085" y="281755"/>
                  </a:lnTo>
                  <a:lnTo>
                    <a:pt x="702304" y="280878"/>
                  </a:lnTo>
                  <a:lnTo>
                    <a:pt x="703181" y="280439"/>
                  </a:lnTo>
                  <a:lnTo>
                    <a:pt x="704058" y="280110"/>
                  </a:lnTo>
                  <a:lnTo>
                    <a:pt x="704607" y="279452"/>
                  </a:lnTo>
                  <a:lnTo>
                    <a:pt x="704387" y="277917"/>
                  </a:lnTo>
                  <a:lnTo>
                    <a:pt x="704058" y="276273"/>
                  </a:lnTo>
                  <a:lnTo>
                    <a:pt x="703620" y="274629"/>
                  </a:lnTo>
                  <a:lnTo>
                    <a:pt x="703181" y="273094"/>
                  </a:lnTo>
                  <a:lnTo>
                    <a:pt x="700660" y="269476"/>
                  </a:lnTo>
                  <a:lnTo>
                    <a:pt x="695727" y="266735"/>
                  </a:lnTo>
                  <a:lnTo>
                    <a:pt x="690135" y="264652"/>
                  </a:lnTo>
                  <a:lnTo>
                    <a:pt x="685530" y="263227"/>
                  </a:lnTo>
                  <a:lnTo>
                    <a:pt x="683009" y="259938"/>
                  </a:lnTo>
                  <a:lnTo>
                    <a:pt x="680378" y="256868"/>
                  </a:lnTo>
                  <a:lnTo>
                    <a:pt x="677637" y="253908"/>
                  </a:lnTo>
                  <a:lnTo>
                    <a:pt x="674567" y="251168"/>
                  </a:lnTo>
                  <a:lnTo>
                    <a:pt x="668099" y="244809"/>
                  </a:lnTo>
                  <a:lnTo>
                    <a:pt x="662179" y="237902"/>
                  </a:lnTo>
                  <a:lnTo>
                    <a:pt x="656259" y="230776"/>
                  </a:lnTo>
                  <a:lnTo>
                    <a:pt x="650229" y="223869"/>
                  </a:lnTo>
                  <a:lnTo>
                    <a:pt x="650558" y="221348"/>
                  </a:lnTo>
                  <a:lnTo>
                    <a:pt x="650777" y="219045"/>
                  </a:lnTo>
                  <a:lnTo>
                    <a:pt x="651325" y="216633"/>
                  </a:lnTo>
                  <a:lnTo>
                    <a:pt x="652641" y="214441"/>
                  </a:lnTo>
                  <a:lnTo>
                    <a:pt x="654286" y="213235"/>
                  </a:lnTo>
                  <a:lnTo>
                    <a:pt x="656368" y="212358"/>
                  </a:lnTo>
                  <a:lnTo>
                    <a:pt x="658451" y="211480"/>
                  </a:lnTo>
                  <a:lnTo>
                    <a:pt x="659877" y="210384"/>
                  </a:lnTo>
                  <a:lnTo>
                    <a:pt x="660205" y="209068"/>
                  </a:lnTo>
                  <a:lnTo>
                    <a:pt x="660534" y="206876"/>
                  </a:lnTo>
                  <a:lnTo>
                    <a:pt x="660754" y="204574"/>
                  </a:lnTo>
                  <a:lnTo>
                    <a:pt x="661083" y="202929"/>
                  </a:lnTo>
                  <a:lnTo>
                    <a:pt x="661521" y="200517"/>
                  </a:lnTo>
                  <a:lnTo>
                    <a:pt x="661631" y="197557"/>
                  </a:lnTo>
                  <a:lnTo>
                    <a:pt x="661083" y="194926"/>
                  </a:lnTo>
                  <a:lnTo>
                    <a:pt x="659329" y="193172"/>
                  </a:lnTo>
                  <a:lnTo>
                    <a:pt x="658232" y="193062"/>
                  </a:lnTo>
                  <a:lnTo>
                    <a:pt x="656478" y="193391"/>
                  </a:lnTo>
                  <a:lnTo>
                    <a:pt x="654505" y="193611"/>
                  </a:lnTo>
                  <a:lnTo>
                    <a:pt x="652860" y="193611"/>
                  </a:lnTo>
                  <a:lnTo>
                    <a:pt x="651764" y="195036"/>
                  </a:lnTo>
                  <a:lnTo>
                    <a:pt x="652751" y="196790"/>
                  </a:lnTo>
                  <a:lnTo>
                    <a:pt x="653627" y="198325"/>
                  </a:lnTo>
                  <a:lnTo>
                    <a:pt x="652312" y="199092"/>
                  </a:lnTo>
                  <a:lnTo>
                    <a:pt x="650448" y="198434"/>
                  </a:lnTo>
                  <a:lnTo>
                    <a:pt x="648036" y="197228"/>
                  </a:lnTo>
                  <a:lnTo>
                    <a:pt x="645953" y="196571"/>
                  </a:lnTo>
                  <a:lnTo>
                    <a:pt x="644418" y="197667"/>
                  </a:lnTo>
                  <a:lnTo>
                    <a:pt x="642335" y="202162"/>
                  </a:lnTo>
                  <a:lnTo>
                    <a:pt x="639704" y="205341"/>
                  </a:lnTo>
                  <a:lnTo>
                    <a:pt x="635977" y="207315"/>
                  </a:lnTo>
                  <a:lnTo>
                    <a:pt x="630276" y="208082"/>
                  </a:lnTo>
                  <a:lnTo>
                    <a:pt x="629618" y="208849"/>
                  </a:lnTo>
                  <a:lnTo>
                    <a:pt x="628960" y="209507"/>
                  </a:lnTo>
                  <a:lnTo>
                    <a:pt x="628522" y="210384"/>
                  </a:lnTo>
                  <a:lnTo>
                    <a:pt x="628631" y="211809"/>
                  </a:lnTo>
                  <a:lnTo>
                    <a:pt x="624137" y="211809"/>
                  </a:lnTo>
                  <a:lnTo>
                    <a:pt x="619751" y="211919"/>
                  </a:lnTo>
                  <a:lnTo>
                    <a:pt x="615476" y="212906"/>
                  </a:lnTo>
                  <a:lnTo>
                    <a:pt x="611419" y="215318"/>
                  </a:lnTo>
                  <a:lnTo>
                    <a:pt x="609775" y="217401"/>
                  </a:lnTo>
                  <a:lnTo>
                    <a:pt x="608130" y="220032"/>
                  </a:lnTo>
                  <a:lnTo>
                    <a:pt x="606267" y="222115"/>
                  </a:lnTo>
                  <a:lnTo>
                    <a:pt x="603964" y="222772"/>
                  </a:lnTo>
                  <a:lnTo>
                    <a:pt x="601333" y="223430"/>
                  </a:lnTo>
                  <a:lnTo>
                    <a:pt x="598263" y="225184"/>
                  </a:lnTo>
                  <a:lnTo>
                    <a:pt x="594974" y="227267"/>
                  </a:lnTo>
                  <a:lnTo>
                    <a:pt x="592124" y="228583"/>
                  </a:lnTo>
                  <a:lnTo>
                    <a:pt x="591028" y="229131"/>
                  </a:lnTo>
                  <a:lnTo>
                    <a:pt x="590480" y="229899"/>
                  </a:lnTo>
                  <a:lnTo>
                    <a:pt x="590260" y="230995"/>
                  </a:lnTo>
                  <a:lnTo>
                    <a:pt x="590260" y="232201"/>
                  </a:lnTo>
                  <a:lnTo>
                    <a:pt x="589822" y="233736"/>
                  </a:lnTo>
                  <a:lnTo>
                    <a:pt x="588396" y="234174"/>
                  </a:lnTo>
                  <a:lnTo>
                    <a:pt x="586533" y="234284"/>
                  </a:lnTo>
                  <a:lnTo>
                    <a:pt x="584778" y="234393"/>
                  </a:lnTo>
                  <a:lnTo>
                    <a:pt x="582038" y="237244"/>
                  </a:lnTo>
                  <a:lnTo>
                    <a:pt x="579735" y="237683"/>
                  </a:lnTo>
                  <a:lnTo>
                    <a:pt x="577323" y="236805"/>
                  </a:lnTo>
                  <a:lnTo>
                    <a:pt x="574473" y="235709"/>
                  </a:lnTo>
                  <a:lnTo>
                    <a:pt x="569978" y="235380"/>
                  </a:lnTo>
                  <a:lnTo>
                    <a:pt x="566360" y="236805"/>
                  </a:lnTo>
                  <a:lnTo>
                    <a:pt x="562852" y="238779"/>
                  </a:lnTo>
                  <a:lnTo>
                    <a:pt x="558576" y="240095"/>
                  </a:lnTo>
                  <a:lnTo>
                    <a:pt x="557809" y="240423"/>
                  </a:lnTo>
                  <a:lnTo>
                    <a:pt x="557151" y="240423"/>
                  </a:lnTo>
                  <a:lnTo>
                    <a:pt x="556384" y="240095"/>
                  </a:lnTo>
                  <a:lnTo>
                    <a:pt x="555726" y="239656"/>
                  </a:lnTo>
                  <a:lnTo>
                    <a:pt x="551998" y="238340"/>
                  </a:lnTo>
                  <a:lnTo>
                    <a:pt x="548600" y="237573"/>
                  </a:lnTo>
                  <a:lnTo>
                    <a:pt x="545749" y="236148"/>
                  </a:lnTo>
                  <a:lnTo>
                    <a:pt x="543337" y="233188"/>
                  </a:lnTo>
                  <a:lnTo>
                    <a:pt x="539172" y="224856"/>
                  </a:lnTo>
                  <a:lnTo>
                    <a:pt x="535006" y="216633"/>
                  </a:lnTo>
                  <a:lnTo>
                    <a:pt x="530949" y="208411"/>
                  </a:lnTo>
                  <a:lnTo>
                    <a:pt x="526783" y="200079"/>
                  </a:lnTo>
                  <a:lnTo>
                    <a:pt x="523604" y="193830"/>
                  </a:lnTo>
                  <a:lnTo>
                    <a:pt x="521411" y="188238"/>
                  </a:lnTo>
                  <a:lnTo>
                    <a:pt x="521082" y="182538"/>
                  </a:lnTo>
                  <a:lnTo>
                    <a:pt x="523275" y="176179"/>
                  </a:lnTo>
                  <a:lnTo>
                    <a:pt x="523713" y="175192"/>
                  </a:lnTo>
                  <a:lnTo>
                    <a:pt x="524262" y="174205"/>
                  </a:lnTo>
                  <a:lnTo>
                    <a:pt x="524810" y="173329"/>
                  </a:lnTo>
                  <a:lnTo>
                    <a:pt x="525468" y="172342"/>
                  </a:lnTo>
                  <a:lnTo>
                    <a:pt x="532265" y="164668"/>
                  </a:lnTo>
                  <a:lnTo>
                    <a:pt x="538623" y="157103"/>
                  </a:lnTo>
                  <a:lnTo>
                    <a:pt x="543886" y="148880"/>
                  </a:lnTo>
                  <a:lnTo>
                    <a:pt x="547613" y="139014"/>
                  </a:lnTo>
                  <a:lnTo>
                    <a:pt x="544215" y="132655"/>
                  </a:lnTo>
                  <a:lnTo>
                    <a:pt x="541693" y="125748"/>
                  </a:lnTo>
                  <a:lnTo>
                    <a:pt x="539062" y="118951"/>
                  </a:lnTo>
                  <a:lnTo>
                    <a:pt x="535334" y="113250"/>
                  </a:lnTo>
                  <a:lnTo>
                    <a:pt x="534019" y="112373"/>
                  </a:lnTo>
                  <a:lnTo>
                    <a:pt x="532594" y="111606"/>
                  </a:lnTo>
                  <a:lnTo>
                    <a:pt x="531059" y="110838"/>
                  </a:lnTo>
                  <a:lnTo>
                    <a:pt x="529524" y="110290"/>
                  </a:lnTo>
                  <a:lnTo>
                    <a:pt x="527880" y="109851"/>
                  </a:lnTo>
                  <a:lnTo>
                    <a:pt x="526125" y="109523"/>
                  </a:lnTo>
                  <a:lnTo>
                    <a:pt x="524481" y="109084"/>
                  </a:lnTo>
                  <a:lnTo>
                    <a:pt x="522727" y="108755"/>
                  </a:lnTo>
                  <a:lnTo>
                    <a:pt x="520424" y="108207"/>
                  </a:lnTo>
                  <a:lnTo>
                    <a:pt x="518122" y="107330"/>
                  </a:lnTo>
                  <a:lnTo>
                    <a:pt x="516039" y="106234"/>
                  </a:lnTo>
                  <a:lnTo>
                    <a:pt x="513846" y="105028"/>
                  </a:lnTo>
                  <a:lnTo>
                    <a:pt x="511983" y="104151"/>
                  </a:lnTo>
                  <a:lnTo>
                    <a:pt x="510009" y="103931"/>
                  </a:lnTo>
                  <a:lnTo>
                    <a:pt x="507926" y="104041"/>
                  </a:lnTo>
                  <a:lnTo>
                    <a:pt x="505953" y="104699"/>
                  </a:lnTo>
                  <a:lnTo>
                    <a:pt x="505514" y="104808"/>
                  </a:lnTo>
                  <a:lnTo>
                    <a:pt x="505186" y="104808"/>
                  </a:lnTo>
                  <a:lnTo>
                    <a:pt x="504857" y="104918"/>
                  </a:lnTo>
                  <a:lnTo>
                    <a:pt x="504418" y="105028"/>
                  </a:lnTo>
                  <a:lnTo>
                    <a:pt x="501787" y="104699"/>
                  </a:lnTo>
                  <a:lnTo>
                    <a:pt x="498827" y="104589"/>
                  </a:lnTo>
                  <a:lnTo>
                    <a:pt x="496196" y="104370"/>
                  </a:lnTo>
                  <a:lnTo>
                    <a:pt x="493565" y="103383"/>
                  </a:lnTo>
                  <a:lnTo>
                    <a:pt x="489399" y="102616"/>
                  </a:lnTo>
                  <a:lnTo>
                    <a:pt x="486987" y="102725"/>
                  </a:lnTo>
                  <a:lnTo>
                    <a:pt x="485452" y="103931"/>
                  </a:lnTo>
                  <a:lnTo>
                    <a:pt x="483040" y="107549"/>
                  </a:lnTo>
                  <a:lnTo>
                    <a:pt x="481834" y="108646"/>
                  </a:lnTo>
                  <a:lnTo>
                    <a:pt x="479422" y="109194"/>
                  </a:lnTo>
                  <a:lnTo>
                    <a:pt x="476681" y="108974"/>
                  </a:lnTo>
                  <a:lnTo>
                    <a:pt x="474050" y="108316"/>
                  </a:lnTo>
                  <a:lnTo>
                    <a:pt x="471748" y="107220"/>
                  </a:lnTo>
                  <a:lnTo>
                    <a:pt x="469774" y="105028"/>
                  </a:lnTo>
                  <a:lnTo>
                    <a:pt x="470103" y="103164"/>
                  </a:lnTo>
                  <a:lnTo>
                    <a:pt x="470652" y="101519"/>
                  </a:lnTo>
                  <a:lnTo>
                    <a:pt x="469774" y="99765"/>
                  </a:lnTo>
                  <a:lnTo>
                    <a:pt x="467911" y="99217"/>
                  </a:lnTo>
                  <a:lnTo>
                    <a:pt x="465608" y="99765"/>
                  </a:lnTo>
                  <a:lnTo>
                    <a:pt x="463196" y="99875"/>
                  </a:lnTo>
                  <a:lnTo>
                    <a:pt x="461990" y="99217"/>
                  </a:lnTo>
                  <a:lnTo>
                    <a:pt x="460894" y="98450"/>
                  </a:lnTo>
                  <a:lnTo>
                    <a:pt x="460236" y="97902"/>
                  </a:lnTo>
                  <a:lnTo>
                    <a:pt x="458263" y="96586"/>
                  </a:lnTo>
                  <a:lnTo>
                    <a:pt x="456619" y="90995"/>
                  </a:lnTo>
                  <a:lnTo>
                    <a:pt x="455632" y="84855"/>
                  </a:lnTo>
                  <a:lnTo>
                    <a:pt x="453987" y="79483"/>
                  </a:lnTo>
                  <a:lnTo>
                    <a:pt x="452124" y="76304"/>
                  </a:lnTo>
                  <a:lnTo>
                    <a:pt x="449821" y="73234"/>
                  </a:lnTo>
                  <a:lnTo>
                    <a:pt x="447300" y="70603"/>
                  </a:lnTo>
                  <a:lnTo>
                    <a:pt x="444230" y="68630"/>
                  </a:lnTo>
                  <a:lnTo>
                    <a:pt x="442695" y="67862"/>
                  </a:lnTo>
                  <a:lnTo>
                    <a:pt x="441270" y="66875"/>
                  </a:lnTo>
                  <a:lnTo>
                    <a:pt x="439735" y="65889"/>
                  </a:lnTo>
                  <a:lnTo>
                    <a:pt x="438420" y="64793"/>
                  </a:lnTo>
                  <a:lnTo>
                    <a:pt x="432938" y="58215"/>
                  </a:lnTo>
                  <a:lnTo>
                    <a:pt x="428991" y="49773"/>
                  </a:lnTo>
                  <a:lnTo>
                    <a:pt x="426141" y="40673"/>
                  </a:lnTo>
                  <a:lnTo>
                    <a:pt x="424167" y="32122"/>
                  </a:lnTo>
                  <a:lnTo>
                    <a:pt x="422413" y="26860"/>
                  </a:lnTo>
                  <a:lnTo>
                    <a:pt x="419234" y="23571"/>
                  </a:lnTo>
                  <a:lnTo>
                    <a:pt x="414739" y="21707"/>
                  </a:lnTo>
                  <a:lnTo>
                    <a:pt x="408819" y="20391"/>
                  </a:lnTo>
                  <a:lnTo>
                    <a:pt x="399939" y="18418"/>
                  </a:lnTo>
                  <a:lnTo>
                    <a:pt x="392593" y="15787"/>
                  </a:lnTo>
                  <a:lnTo>
                    <a:pt x="385796" y="11730"/>
                  </a:lnTo>
                  <a:lnTo>
                    <a:pt x="378670" y="5810"/>
                  </a:lnTo>
                  <a:lnTo>
                    <a:pt x="377135" y="4385"/>
                  </a:lnTo>
                  <a:lnTo>
                    <a:pt x="375600" y="2960"/>
                  </a:lnTo>
                  <a:lnTo>
                    <a:pt x="374065" y="1535"/>
                  </a:lnTo>
                  <a:lnTo>
                    <a:pt x="372531" y="0"/>
                  </a:lnTo>
                  <a:lnTo>
                    <a:pt x="373627" y="6249"/>
                  </a:lnTo>
                  <a:lnTo>
                    <a:pt x="375929" y="13265"/>
                  </a:lnTo>
                  <a:lnTo>
                    <a:pt x="377902" y="20501"/>
                  </a:lnTo>
                  <a:lnTo>
                    <a:pt x="378451" y="27517"/>
                  </a:lnTo>
                  <a:lnTo>
                    <a:pt x="376477" y="33986"/>
                  </a:lnTo>
                  <a:lnTo>
                    <a:pt x="372421" y="39796"/>
                  </a:lnTo>
                  <a:lnTo>
                    <a:pt x="367488" y="45168"/>
                  </a:lnTo>
                  <a:lnTo>
                    <a:pt x="362883" y="50102"/>
                  </a:lnTo>
                  <a:lnTo>
                    <a:pt x="362115" y="50979"/>
                  </a:lnTo>
                  <a:lnTo>
                    <a:pt x="361348" y="51746"/>
                  </a:lnTo>
                  <a:lnTo>
                    <a:pt x="360690" y="52623"/>
                  </a:lnTo>
                  <a:lnTo>
                    <a:pt x="359923" y="53500"/>
                  </a:lnTo>
                  <a:lnTo>
                    <a:pt x="359046" y="57557"/>
                  </a:lnTo>
                  <a:lnTo>
                    <a:pt x="357620" y="60956"/>
                  </a:lnTo>
                  <a:lnTo>
                    <a:pt x="355757" y="64244"/>
                  </a:lnTo>
                  <a:lnTo>
                    <a:pt x="353564" y="68191"/>
                  </a:lnTo>
                  <a:lnTo>
                    <a:pt x="351810" y="72357"/>
                  </a:lnTo>
                  <a:lnTo>
                    <a:pt x="350165" y="76304"/>
                  </a:lnTo>
                  <a:lnTo>
                    <a:pt x="347754" y="79593"/>
                  </a:lnTo>
                  <a:lnTo>
                    <a:pt x="344026" y="81895"/>
                  </a:lnTo>
                  <a:lnTo>
                    <a:pt x="342820" y="82772"/>
                  </a:lnTo>
                  <a:lnTo>
                    <a:pt x="341614" y="83540"/>
                  </a:lnTo>
                  <a:lnTo>
                    <a:pt x="340299" y="84197"/>
                  </a:lnTo>
                  <a:lnTo>
                    <a:pt x="338983" y="84636"/>
                  </a:lnTo>
                  <a:lnTo>
                    <a:pt x="335913" y="85623"/>
                  </a:lnTo>
                  <a:lnTo>
                    <a:pt x="332734" y="86500"/>
                  </a:lnTo>
                  <a:lnTo>
                    <a:pt x="329774" y="87815"/>
                  </a:lnTo>
                  <a:lnTo>
                    <a:pt x="327143" y="89789"/>
                  </a:lnTo>
                  <a:lnTo>
                    <a:pt x="326375" y="90447"/>
                  </a:lnTo>
                  <a:lnTo>
                    <a:pt x="325718" y="91104"/>
                  </a:lnTo>
                  <a:lnTo>
                    <a:pt x="325060" y="91872"/>
                  </a:lnTo>
                  <a:lnTo>
                    <a:pt x="324512" y="92639"/>
                  </a:lnTo>
                  <a:lnTo>
                    <a:pt x="323525" y="93516"/>
                  </a:lnTo>
                  <a:lnTo>
                    <a:pt x="322648" y="94393"/>
                  </a:lnTo>
                  <a:lnTo>
                    <a:pt x="321661" y="95270"/>
                  </a:lnTo>
                  <a:lnTo>
                    <a:pt x="320674" y="96257"/>
                  </a:lnTo>
                  <a:lnTo>
                    <a:pt x="319797" y="97463"/>
                  </a:lnTo>
                  <a:lnTo>
                    <a:pt x="318920" y="98669"/>
                  </a:lnTo>
                  <a:lnTo>
                    <a:pt x="318043" y="99875"/>
                  </a:lnTo>
                  <a:lnTo>
                    <a:pt x="317166" y="101081"/>
                  </a:lnTo>
                  <a:lnTo>
                    <a:pt x="316947" y="101410"/>
                  </a:lnTo>
                  <a:lnTo>
                    <a:pt x="316728" y="101629"/>
                  </a:lnTo>
                  <a:lnTo>
                    <a:pt x="316508" y="101958"/>
                  </a:lnTo>
                  <a:lnTo>
                    <a:pt x="316289" y="102287"/>
                  </a:lnTo>
                  <a:lnTo>
                    <a:pt x="315522" y="103822"/>
                  </a:lnTo>
                  <a:lnTo>
                    <a:pt x="314754" y="105356"/>
                  </a:lnTo>
                  <a:lnTo>
                    <a:pt x="313767" y="106891"/>
                  </a:lnTo>
                  <a:lnTo>
                    <a:pt x="312781" y="108316"/>
                  </a:lnTo>
                  <a:lnTo>
                    <a:pt x="307409" y="112592"/>
                  </a:lnTo>
                  <a:lnTo>
                    <a:pt x="301270" y="112811"/>
                  </a:lnTo>
                  <a:lnTo>
                    <a:pt x="294692" y="111057"/>
                  </a:lnTo>
                  <a:lnTo>
                    <a:pt x="288004" y="108974"/>
                  </a:lnTo>
                  <a:lnTo>
                    <a:pt x="287566" y="108974"/>
                  </a:lnTo>
                  <a:lnTo>
                    <a:pt x="287237" y="108865"/>
                  </a:lnTo>
                  <a:lnTo>
                    <a:pt x="286469" y="108865"/>
                  </a:lnTo>
                  <a:lnTo>
                    <a:pt x="282961" y="107878"/>
                  </a:lnTo>
                  <a:lnTo>
                    <a:pt x="279782" y="106672"/>
                  </a:lnTo>
                  <a:lnTo>
                    <a:pt x="276712" y="105247"/>
                  </a:lnTo>
                  <a:lnTo>
                    <a:pt x="273423" y="103383"/>
                  </a:lnTo>
                  <a:lnTo>
                    <a:pt x="269257" y="101739"/>
                  </a:lnTo>
                  <a:lnTo>
                    <a:pt x="265310" y="101629"/>
                  </a:lnTo>
                  <a:lnTo>
                    <a:pt x="261254" y="102287"/>
                  </a:lnTo>
                  <a:lnTo>
                    <a:pt x="256869" y="103054"/>
                  </a:lnTo>
                  <a:lnTo>
                    <a:pt x="256430" y="103164"/>
                  </a:lnTo>
                  <a:lnTo>
                    <a:pt x="255991" y="103383"/>
                  </a:lnTo>
                  <a:lnTo>
                    <a:pt x="255443" y="103493"/>
                  </a:lnTo>
                  <a:lnTo>
                    <a:pt x="255005" y="103712"/>
                  </a:lnTo>
                  <a:lnTo>
                    <a:pt x="244480" y="108316"/>
                  </a:lnTo>
                  <a:lnTo>
                    <a:pt x="236258" y="115223"/>
                  </a:lnTo>
                  <a:lnTo>
                    <a:pt x="229789" y="124103"/>
                  </a:lnTo>
                  <a:lnTo>
                    <a:pt x="224856" y="134628"/>
                  </a:lnTo>
                  <a:lnTo>
                    <a:pt x="223869" y="137588"/>
                  </a:lnTo>
                  <a:lnTo>
                    <a:pt x="222225" y="140110"/>
                  </a:lnTo>
                  <a:lnTo>
                    <a:pt x="219922" y="141864"/>
                  </a:lnTo>
                  <a:lnTo>
                    <a:pt x="217072" y="142522"/>
                  </a:lnTo>
                  <a:lnTo>
                    <a:pt x="214112" y="142083"/>
                  </a:lnTo>
                  <a:lnTo>
                    <a:pt x="211481" y="141097"/>
                  </a:lnTo>
                  <a:lnTo>
                    <a:pt x="209179" y="139342"/>
                  </a:lnTo>
                  <a:lnTo>
                    <a:pt x="207424" y="136821"/>
                  </a:lnTo>
                  <a:lnTo>
                    <a:pt x="205999" y="134409"/>
                  </a:lnTo>
                  <a:lnTo>
                    <a:pt x="204355" y="132216"/>
                  </a:lnTo>
                  <a:lnTo>
                    <a:pt x="202710" y="130024"/>
                  </a:lnTo>
                  <a:lnTo>
                    <a:pt x="201504" y="127612"/>
                  </a:lnTo>
                  <a:lnTo>
                    <a:pt x="201066" y="124542"/>
                  </a:lnTo>
                  <a:lnTo>
                    <a:pt x="201066" y="121363"/>
                  </a:lnTo>
                  <a:lnTo>
                    <a:pt x="200627" y="118512"/>
                  </a:lnTo>
                  <a:lnTo>
                    <a:pt x="198873" y="116320"/>
                  </a:lnTo>
                  <a:lnTo>
                    <a:pt x="197119" y="115223"/>
                  </a:lnTo>
                  <a:lnTo>
                    <a:pt x="195365" y="114017"/>
                  </a:lnTo>
                  <a:lnTo>
                    <a:pt x="193720" y="112811"/>
                  </a:lnTo>
                  <a:lnTo>
                    <a:pt x="192076" y="111606"/>
                  </a:lnTo>
                  <a:lnTo>
                    <a:pt x="188787" y="109742"/>
                  </a:lnTo>
                  <a:lnTo>
                    <a:pt x="185498" y="107987"/>
                  </a:lnTo>
                  <a:lnTo>
                    <a:pt x="182538" y="105795"/>
                  </a:lnTo>
                  <a:lnTo>
                    <a:pt x="180126" y="102945"/>
                  </a:lnTo>
                  <a:lnTo>
                    <a:pt x="179687" y="96367"/>
                  </a:lnTo>
                  <a:lnTo>
                    <a:pt x="181770" y="87706"/>
                  </a:lnTo>
                  <a:lnTo>
                    <a:pt x="184730" y="78935"/>
                  </a:lnTo>
                  <a:lnTo>
                    <a:pt x="187033" y="72028"/>
                  </a:lnTo>
                  <a:lnTo>
                    <a:pt x="186923" y="63696"/>
                  </a:lnTo>
                  <a:lnTo>
                    <a:pt x="181113" y="66437"/>
                  </a:lnTo>
                  <a:lnTo>
                    <a:pt x="173767" y="72357"/>
                  </a:lnTo>
                  <a:lnTo>
                    <a:pt x="168724" y="74002"/>
                  </a:lnTo>
                  <a:lnTo>
                    <a:pt x="165983" y="73234"/>
                  </a:lnTo>
                  <a:lnTo>
                    <a:pt x="163462" y="75756"/>
                  </a:lnTo>
                  <a:lnTo>
                    <a:pt x="161269" y="79703"/>
                  </a:lnTo>
                  <a:lnTo>
                    <a:pt x="159625" y="82882"/>
                  </a:lnTo>
                  <a:lnTo>
                    <a:pt x="157651" y="86281"/>
                  </a:lnTo>
                  <a:lnTo>
                    <a:pt x="155788" y="89679"/>
                  </a:lnTo>
                  <a:lnTo>
                    <a:pt x="153924" y="93187"/>
                  </a:lnTo>
                  <a:lnTo>
                    <a:pt x="151950" y="96586"/>
                  </a:lnTo>
                  <a:lnTo>
                    <a:pt x="150635" y="99107"/>
                  </a:lnTo>
                  <a:lnTo>
                    <a:pt x="149100" y="101410"/>
                  </a:lnTo>
                  <a:lnTo>
                    <a:pt x="147675" y="103822"/>
                  </a:lnTo>
                  <a:lnTo>
                    <a:pt x="146249" y="106234"/>
                  </a:lnTo>
                  <a:lnTo>
                    <a:pt x="145153" y="109851"/>
                  </a:lnTo>
                  <a:lnTo>
                    <a:pt x="146030" y="113360"/>
                  </a:lnTo>
                  <a:lnTo>
                    <a:pt x="148113" y="116210"/>
                  </a:lnTo>
                  <a:lnTo>
                    <a:pt x="151183" y="118403"/>
                  </a:lnTo>
                  <a:lnTo>
                    <a:pt x="151622" y="118732"/>
                  </a:lnTo>
                  <a:lnTo>
                    <a:pt x="152170" y="119060"/>
                  </a:lnTo>
                  <a:lnTo>
                    <a:pt x="152718" y="119389"/>
                  </a:lnTo>
                  <a:lnTo>
                    <a:pt x="153047" y="119828"/>
                  </a:lnTo>
                  <a:lnTo>
                    <a:pt x="155239" y="121911"/>
                  </a:lnTo>
                  <a:lnTo>
                    <a:pt x="157322" y="124213"/>
                  </a:lnTo>
                  <a:lnTo>
                    <a:pt x="159077" y="126625"/>
                  </a:lnTo>
                  <a:lnTo>
                    <a:pt x="160612" y="129147"/>
                  </a:lnTo>
                  <a:lnTo>
                    <a:pt x="161269" y="131120"/>
                  </a:lnTo>
                  <a:lnTo>
                    <a:pt x="161708" y="133093"/>
                  </a:lnTo>
                  <a:lnTo>
                    <a:pt x="161927" y="135067"/>
                  </a:lnTo>
                  <a:lnTo>
                    <a:pt x="162036" y="137040"/>
                  </a:lnTo>
                  <a:lnTo>
                    <a:pt x="160831" y="139233"/>
                  </a:lnTo>
                  <a:lnTo>
                    <a:pt x="159296" y="140987"/>
                  </a:lnTo>
                  <a:lnTo>
                    <a:pt x="157541" y="142631"/>
                  </a:lnTo>
                  <a:lnTo>
                    <a:pt x="155568" y="144057"/>
                  </a:lnTo>
                  <a:lnTo>
                    <a:pt x="153705" y="146140"/>
                  </a:lnTo>
                  <a:lnTo>
                    <a:pt x="151622" y="148113"/>
                  </a:lnTo>
                  <a:lnTo>
                    <a:pt x="149429" y="149867"/>
                  </a:lnTo>
                  <a:lnTo>
                    <a:pt x="147127" y="151402"/>
                  </a:lnTo>
                  <a:lnTo>
                    <a:pt x="144605" y="152389"/>
                  </a:lnTo>
                  <a:lnTo>
                    <a:pt x="142193" y="153375"/>
                  </a:lnTo>
                  <a:lnTo>
                    <a:pt x="139781" y="154362"/>
                  </a:lnTo>
                  <a:lnTo>
                    <a:pt x="137369" y="155458"/>
                  </a:lnTo>
                  <a:lnTo>
                    <a:pt x="134190" y="155239"/>
                  </a:lnTo>
                  <a:lnTo>
                    <a:pt x="132107" y="153595"/>
                  </a:lnTo>
                  <a:lnTo>
                    <a:pt x="130792" y="150963"/>
                  </a:lnTo>
                  <a:lnTo>
                    <a:pt x="129914" y="147784"/>
                  </a:lnTo>
                  <a:lnTo>
                    <a:pt x="129476" y="146359"/>
                  </a:lnTo>
                  <a:lnTo>
                    <a:pt x="129147" y="144934"/>
                  </a:lnTo>
                  <a:lnTo>
                    <a:pt x="128928" y="143399"/>
                  </a:lnTo>
                  <a:lnTo>
                    <a:pt x="128708" y="141974"/>
                  </a:lnTo>
                  <a:lnTo>
                    <a:pt x="128489" y="139452"/>
                  </a:lnTo>
                  <a:lnTo>
                    <a:pt x="128051" y="136383"/>
                  </a:lnTo>
                  <a:lnTo>
                    <a:pt x="127393" y="133422"/>
                  </a:lnTo>
                  <a:lnTo>
                    <a:pt x="126187" y="131449"/>
                  </a:lnTo>
                  <a:lnTo>
                    <a:pt x="123994" y="130681"/>
                  </a:lnTo>
                  <a:lnTo>
                    <a:pt x="121692" y="130791"/>
                  </a:lnTo>
                  <a:lnTo>
                    <a:pt x="119390" y="131449"/>
                  </a:lnTo>
                  <a:lnTo>
                    <a:pt x="117088" y="131778"/>
                  </a:lnTo>
                  <a:lnTo>
                    <a:pt x="115333" y="132216"/>
                  </a:lnTo>
                  <a:lnTo>
                    <a:pt x="113579" y="132655"/>
                  </a:lnTo>
                  <a:lnTo>
                    <a:pt x="111825" y="132984"/>
                  </a:lnTo>
                  <a:lnTo>
                    <a:pt x="110071" y="133203"/>
                  </a:lnTo>
                  <a:lnTo>
                    <a:pt x="108207" y="133313"/>
                  </a:lnTo>
                  <a:lnTo>
                    <a:pt x="106343" y="133422"/>
                  </a:lnTo>
                  <a:lnTo>
                    <a:pt x="104480" y="133422"/>
                  </a:lnTo>
                  <a:lnTo>
                    <a:pt x="102616" y="133422"/>
                  </a:lnTo>
                  <a:lnTo>
                    <a:pt x="96148" y="133093"/>
                  </a:lnTo>
                  <a:lnTo>
                    <a:pt x="92968" y="132984"/>
                  </a:lnTo>
                  <a:lnTo>
                    <a:pt x="89679" y="132764"/>
                  </a:lnTo>
                  <a:lnTo>
                    <a:pt x="87925" y="132764"/>
                  </a:lnTo>
                  <a:lnTo>
                    <a:pt x="86171" y="132764"/>
                  </a:lnTo>
                  <a:lnTo>
                    <a:pt x="84417" y="132655"/>
                  </a:lnTo>
                  <a:lnTo>
                    <a:pt x="82663" y="132655"/>
                  </a:lnTo>
                  <a:lnTo>
                    <a:pt x="79922" y="132655"/>
                  </a:lnTo>
                  <a:lnTo>
                    <a:pt x="77291" y="133093"/>
                  </a:lnTo>
                  <a:lnTo>
                    <a:pt x="75208" y="134409"/>
                  </a:lnTo>
                  <a:lnTo>
                    <a:pt x="73563" y="136821"/>
                  </a:lnTo>
                  <a:lnTo>
                    <a:pt x="70823" y="143618"/>
                  </a:lnTo>
                  <a:lnTo>
                    <a:pt x="66766" y="150744"/>
                  </a:lnTo>
                  <a:lnTo>
                    <a:pt x="61394" y="155787"/>
                  </a:lnTo>
                  <a:lnTo>
                    <a:pt x="54597" y="156335"/>
                  </a:lnTo>
                  <a:lnTo>
                    <a:pt x="53062" y="155787"/>
                  </a:lnTo>
                  <a:lnTo>
                    <a:pt x="51418" y="155239"/>
                  </a:lnTo>
                  <a:lnTo>
                    <a:pt x="49883" y="154581"/>
                  </a:lnTo>
                  <a:lnTo>
                    <a:pt x="48238" y="153923"/>
                  </a:lnTo>
                  <a:lnTo>
                    <a:pt x="47361" y="154691"/>
                  </a:lnTo>
                  <a:lnTo>
                    <a:pt x="46594" y="155458"/>
                  </a:lnTo>
                  <a:lnTo>
                    <a:pt x="45717" y="156226"/>
                  </a:lnTo>
                  <a:lnTo>
                    <a:pt x="44840" y="156884"/>
                  </a:lnTo>
                  <a:lnTo>
                    <a:pt x="43853" y="157761"/>
                  </a:lnTo>
                  <a:lnTo>
                    <a:pt x="42757" y="158638"/>
                  </a:lnTo>
                  <a:lnTo>
                    <a:pt x="41770" y="159405"/>
                  </a:lnTo>
                  <a:lnTo>
                    <a:pt x="40783" y="160282"/>
                  </a:lnTo>
                  <a:lnTo>
                    <a:pt x="43963" y="164229"/>
                  </a:lnTo>
                  <a:lnTo>
                    <a:pt x="44620" y="167299"/>
                  </a:lnTo>
                  <a:lnTo>
                    <a:pt x="43524" y="170588"/>
                  </a:lnTo>
                  <a:lnTo>
                    <a:pt x="41332" y="175412"/>
                  </a:lnTo>
                  <a:lnTo>
                    <a:pt x="40016" y="179139"/>
                  </a:lnTo>
                  <a:lnTo>
                    <a:pt x="38920" y="182976"/>
                  </a:lnTo>
                  <a:lnTo>
                    <a:pt x="37933" y="186923"/>
                  </a:lnTo>
                  <a:lnTo>
                    <a:pt x="37275" y="190870"/>
                  </a:lnTo>
                  <a:lnTo>
                    <a:pt x="36617" y="193501"/>
                  </a:lnTo>
                  <a:lnTo>
                    <a:pt x="35850" y="196242"/>
                  </a:lnTo>
                  <a:lnTo>
                    <a:pt x="35082" y="198873"/>
                  </a:lnTo>
                  <a:lnTo>
                    <a:pt x="34534" y="201614"/>
                  </a:lnTo>
                  <a:lnTo>
                    <a:pt x="33547" y="206657"/>
                  </a:lnTo>
                  <a:lnTo>
                    <a:pt x="32671" y="212029"/>
                  </a:lnTo>
                  <a:lnTo>
                    <a:pt x="33109" y="216743"/>
                  </a:lnTo>
                  <a:lnTo>
                    <a:pt x="35959" y="220470"/>
                  </a:lnTo>
                  <a:lnTo>
                    <a:pt x="37165" y="221457"/>
                  </a:lnTo>
                  <a:lnTo>
                    <a:pt x="37933" y="222444"/>
                  </a:lnTo>
                  <a:lnTo>
                    <a:pt x="37823" y="223540"/>
                  </a:lnTo>
                  <a:lnTo>
                    <a:pt x="36946" y="224636"/>
                  </a:lnTo>
                  <a:lnTo>
                    <a:pt x="34973" y="226829"/>
                  </a:lnTo>
                  <a:lnTo>
                    <a:pt x="34425" y="229460"/>
                  </a:lnTo>
                  <a:lnTo>
                    <a:pt x="34754" y="232311"/>
                  </a:lnTo>
                  <a:lnTo>
                    <a:pt x="35630" y="235161"/>
                  </a:lnTo>
                  <a:lnTo>
                    <a:pt x="36179" y="235709"/>
                  </a:lnTo>
                  <a:lnTo>
                    <a:pt x="36837" y="236367"/>
                  </a:lnTo>
                  <a:lnTo>
                    <a:pt x="37385" y="236915"/>
                  </a:lnTo>
                  <a:lnTo>
                    <a:pt x="37933" y="237463"/>
                  </a:lnTo>
                  <a:lnTo>
                    <a:pt x="38371" y="237902"/>
                  </a:lnTo>
                  <a:lnTo>
                    <a:pt x="38810" y="238340"/>
                  </a:lnTo>
                  <a:lnTo>
                    <a:pt x="39249" y="238779"/>
                  </a:lnTo>
                  <a:lnTo>
                    <a:pt x="39577" y="239108"/>
                  </a:lnTo>
                  <a:lnTo>
                    <a:pt x="41003" y="240643"/>
                  </a:lnTo>
                  <a:lnTo>
                    <a:pt x="42208" y="242068"/>
                  </a:lnTo>
                  <a:lnTo>
                    <a:pt x="43524" y="243603"/>
                  </a:lnTo>
                  <a:lnTo>
                    <a:pt x="44730" y="245247"/>
                  </a:lnTo>
                  <a:lnTo>
                    <a:pt x="45498" y="248097"/>
                  </a:lnTo>
                  <a:lnTo>
                    <a:pt x="45278" y="250948"/>
                  </a:lnTo>
                  <a:lnTo>
                    <a:pt x="44511" y="253799"/>
                  </a:lnTo>
                  <a:lnTo>
                    <a:pt x="43743" y="256430"/>
                  </a:lnTo>
                  <a:lnTo>
                    <a:pt x="43963" y="256868"/>
                  </a:lnTo>
                  <a:lnTo>
                    <a:pt x="44182" y="257197"/>
                  </a:lnTo>
                  <a:lnTo>
                    <a:pt x="44401" y="257526"/>
                  </a:lnTo>
                  <a:lnTo>
                    <a:pt x="44620" y="257855"/>
                  </a:lnTo>
                  <a:lnTo>
                    <a:pt x="46703" y="262021"/>
                  </a:lnTo>
                  <a:lnTo>
                    <a:pt x="46155" y="265968"/>
                  </a:lnTo>
                  <a:lnTo>
                    <a:pt x="44840" y="269915"/>
                  </a:lnTo>
                  <a:lnTo>
                    <a:pt x="44072" y="274300"/>
                  </a:lnTo>
                  <a:lnTo>
                    <a:pt x="45278" y="278356"/>
                  </a:lnTo>
                  <a:lnTo>
                    <a:pt x="48019" y="280439"/>
                  </a:lnTo>
                  <a:lnTo>
                    <a:pt x="51637" y="281645"/>
                  </a:lnTo>
                  <a:lnTo>
                    <a:pt x="55693" y="283070"/>
                  </a:lnTo>
                  <a:lnTo>
                    <a:pt x="58434" y="287456"/>
                  </a:lnTo>
                  <a:lnTo>
                    <a:pt x="61065" y="293157"/>
                  </a:lnTo>
                  <a:lnTo>
                    <a:pt x="64464" y="297761"/>
                  </a:lnTo>
                  <a:lnTo>
                    <a:pt x="68959" y="298638"/>
                  </a:lnTo>
                  <a:lnTo>
                    <a:pt x="71700" y="298528"/>
                  </a:lnTo>
                  <a:lnTo>
                    <a:pt x="74550" y="298309"/>
                  </a:lnTo>
                  <a:lnTo>
                    <a:pt x="77400" y="298528"/>
                  </a:lnTo>
                  <a:lnTo>
                    <a:pt x="79812" y="299296"/>
                  </a:lnTo>
                  <a:lnTo>
                    <a:pt x="80470" y="300063"/>
                  </a:lnTo>
                  <a:lnTo>
                    <a:pt x="81128" y="300831"/>
                  </a:lnTo>
                  <a:lnTo>
                    <a:pt x="81895" y="301598"/>
                  </a:lnTo>
                  <a:lnTo>
                    <a:pt x="82553" y="302366"/>
                  </a:lnTo>
                  <a:lnTo>
                    <a:pt x="89021" y="309930"/>
                  </a:lnTo>
                  <a:lnTo>
                    <a:pt x="95051" y="317824"/>
                  </a:lnTo>
                  <a:lnTo>
                    <a:pt x="100862" y="325827"/>
                  </a:lnTo>
                  <a:lnTo>
                    <a:pt x="106672" y="334049"/>
                  </a:lnTo>
                  <a:lnTo>
                    <a:pt x="107878" y="336023"/>
                  </a:lnTo>
                  <a:lnTo>
                    <a:pt x="108646" y="338106"/>
                  </a:lnTo>
                  <a:lnTo>
                    <a:pt x="108974" y="340298"/>
                  </a:lnTo>
                  <a:lnTo>
                    <a:pt x="108646" y="342601"/>
                  </a:lnTo>
                  <a:lnTo>
                    <a:pt x="108207" y="344793"/>
                  </a:lnTo>
                  <a:lnTo>
                    <a:pt x="107440" y="346986"/>
                  </a:lnTo>
                  <a:lnTo>
                    <a:pt x="106672" y="349069"/>
                  </a:lnTo>
                  <a:lnTo>
                    <a:pt x="105686" y="351152"/>
                  </a:lnTo>
                  <a:lnTo>
                    <a:pt x="104151" y="354002"/>
                  </a:lnTo>
                  <a:lnTo>
                    <a:pt x="102396" y="356743"/>
                  </a:lnTo>
                  <a:lnTo>
                    <a:pt x="100643" y="359265"/>
                  </a:lnTo>
                  <a:lnTo>
                    <a:pt x="98669" y="361786"/>
                  </a:lnTo>
                  <a:lnTo>
                    <a:pt x="97682" y="363760"/>
                  </a:lnTo>
                  <a:lnTo>
                    <a:pt x="97682" y="365733"/>
                  </a:lnTo>
                  <a:lnTo>
                    <a:pt x="97902" y="367816"/>
                  </a:lnTo>
                  <a:lnTo>
                    <a:pt x="97682" y="370338"/>
                  </a:lnTo>
                  <a:lnTo>
                    <a:pt x="97134" y="373955"/>
                  </a:lnTo>
                  <a:lnTo>
                    <a:pt x="96586" y="377683"/>
                  </a:lnTo>
                  <a:lnTo>
                    <a:pt x="95928" y="381301"/>
                  </a:lnTo>
                  <a:lnTo>
                    <a:pt x="95490" y="385028"/>
                  </a:lnTo>
                  <a:lnTo>
                    <a:pt x="94942" y="388646"/>
                  </a:lnTo>
                  <a:lnTo>
                    <a:pt x="93736" y="391168"/>
                  </a:lnTo>
                  <a:lnTo>
                    <a:pt x="91872" y="393360"/>
                  </a:lnTo>
                  <a:lnTo>
                    <a:pt x="89021" y="395334"/>
                  </a:lnTo>
                  <a:lnTo>
                    <a:pt x="88692" y="396101"/>
                  </a:lnTo>
                  <a:lnTo>
                    <a:pt x="88254" y="396869"/>
                  </a:lnTo>
                  <a:lnTo>
                    <a:pt x="87816" y="397636"/>
                  </a:lnTo>
                  <a:lnTo>
                    <a:pt x="87377" y="398404"/>
                  </a:lnTo>
                  <a:lnTo>
                    <a:pt x="86390" y="399171"/>
                  </a:lnTo>
                  <a:lnTo>
                    <a:pt x="85294" y="399938"/>
                  </a:lnTo>
                  <a:lnTo>
                    <a:pt x="84088" y="400596"/>
                  </a:lnTo>
                  <a:lnTo>
                    <a:pt x="82773" y="401035"/>
                  </a:lnTo>
                  <a:lnTo>
                    <a:pt x="80141" y="402570"/>
                  </a:lnTo>
                  <a:lnTo>
                    <a:pt x="77620" y="403666"/>
                  </a:lnTo>
                  <a:lnTo>
                    <a:pt x="74988" y="404104"/>
                  </a:lnTo>
                  <a:lnTo>
                    <a:pt x="71919" y="403666"/>
                  </a:lnTo>
                  <a:lnTo>
                    <a:pt x="69288" y="403118"/>
                  </a:lnTo>
                  <a:lnTo>
                    <a:pt x="66876" y="403008"/>
                  </a:lnTo>
                  <a:lnTo>
                    <a:pt x="64464" y="403337"/>
                  </a:lnTo>
                  <a:lnTo>
                    <a:pt x="61942" y="404214"/>
                  </a:lnTo>
                  <a:lnTo>
                    <a:pt x="63258" y="410134"/>
                  </a:lnTo>
                  <a:lnTo>
                    <a:pt x="65122" y="415835"/>
                  </a:lnTo>
                  <a:lnTo>
                    <a:pt x="65999" y="421536"/>
                  </a:lnTo>
                  <a:lnTo>
                    <a:pt x="64245" y="427456"/>
                  </a:lnTo>
                  <a:lnTo>
                    <a:pt x="63916" y="428004"/>
                  </a:lnTo>
                  <a:lnTo>
                    <a:pt x="63587" y="428552"/>
                  </a:lnTo>
                  <a:lnTo>
                    <a:pt x="63258" y="429100"/>
                  </a:lnTo>
                  <a:lnTo>
                    <a:pt x="62819" y="429649"/>
                  </a:lnTo>
                  <a:lnTo>
                    <a:pt x="58872" y="431074"/>
                  </a:lnTo>
                  <a:lnTo>
                    <a:pt x="55584" y="430855"/>
                  </a:lnTo>
                  <a:lnTo>
                    <a:pt x="52514" y="429978"/>
                  </a:lnTo>
                  <a:lnTo>
                    <a:pt x="48677" y="429758"/>
                  </a:lnTo>
                  <a:lnTo>
                    <a:pt x="43634" y="432170"/>
                  </a:lnTo>
                  <a:lnTo>
                    <a:pt x="41112" y="436007"/>
                  </a:lnTo>
                  <a:lnTo>
                    <a:pt x="41222" y="440612"/>
                  </a:lnTo>
                  <a:lnTo>
                    <a:pt x="43963" y="445436"/>
                  </a:lnTo>
                  <a:lnTo>
                    <a:pt x="47142" y="452342"/>
                  </a:lnTo>
                  <a:lnTo>
                    <a:pt x="45827" y="458482"/>
                  </a:lnTo>
                  <a:lnTo>
                    <a:pt x="41770" y="464073"/>
                  </a:lnTo>
                  <a:lnTo>
                    <a:pt x="36617" y="469116"/>
                  </a:lnTo>
                  <a:lnTo>
                    <a:pt x="31794" y="471748"/>
                  </a:lnTo>
                  <a:lnTo>
                    <a:pt x="26750" y="472515"/>
                  </a:lnTo>
                  <a:lnTo>
                    <a:pt x="21488" y="472515"/>
                  </a:lnTo>
                  <a:lnTo>
                    <a:pt x="15897" y="473063"/>
                  </a:lnTo>
                  <a:lnTo>
                    <a:pt x="10963" y="474379"/>
                  </a:lnTo>
                  <a:lnTo>
                    <a:pt x="6907" y="476133"/>
                  </a:lnTo>
                  <a:lnTo>
                    <a:pt x="3508" y="478654"/>
                  </a:lnTo>
                  <a:lnTo>
                    <a:pt x="439" y="482053"/>
                  </a:lnTo>
                  <a:lnTo>
                    <a:pt x="0" y="482711"/>
                  </a:lnTo>
                  <a:lnTo>
                    <a:pt x="329" y="483478"/>
                  </a:lnTo>
                  <a:lnTo>
                    <a:pt x="1864" y="483917"/>
                  </a:lnTo>
                  <a:lnTo>
                    <a:pt x="4495" y="484465"/>
                  </a:lnTo>
                  <a:lnTo>
                    <a:pt x="9100" y="486328"/>
                  </a:lnTo>
                  <a:lnTo>
                    <a:pt x="21488" y="490933"/>
                  </a:lnTo>
                  <a:lnTo>
                    <a:pt x="47032" y="495538"/>
                  </a:lnTo>
                  <a:lnTo>
                    <a:pt x="66766" y="501787"/>
                  </a:lnTo>
                  <a:lnTo>
                    <a:pt x="70603" y="502225"/>
                  </a:lnTo>
                  <a:lnTo>
                    <a:pt x="71809" y="501787"/>
                  </a:lnTo>
                  <a:lnTo>
                    <a:pt x="73235" y="500800"/>
                  </a:lnTo>
                  <a:lnTo>
                    <a:pt x="74112" y="499923"/>
                  </a:lnTo>
                  <a:lnTo>
                    <a:pt x="74112" y="499375"/>
                  </a:lnTo>
                  <a:lnTo>
                    <a:pt x="75208" y="499923"/>
                  </a:lnTo>
                  <a:lnTo>
                    <a:pt x="76085" y="500910"/>
                  </a:lnTo>
                  <a:lnTo>
                    <a:pt x="76633" y="501787"/>
                  </a:lnTo>
                  <a:lnTo>
                    <a:pt x="76852" y="502225"/>
                  </a:lnTo>
                  <a:lnTo>
                    <a:pt x="80909" y="503322"/>
                  </a:lnTo>
                  <a:lnTo>
                    <a:pt x="84856" y="504966"/>
                  </a:lnTo>
                  <a:lnTo>
                    <a:pt x="87487" y="503102"/>
                  </a:lnTo>
                  <a:lnTo>
                    <a:pt x="90118" y="504637"/>
                  </a:lnTo>
                  <a:lnTo>
                    <a:pt x="92859" y="506720"/>
                  </a:lnTo>
                  <a:lnTo>
                    <a:pt x="95819" y="506391"/>
                  </a:lnTo>
                  <a:lnTo>
                    <a:pt x="93078" y="509022"/>
                  </a:lnTo>
                  <a:lnTo>
                    <a:pt x="86939" y="508365"/>
                  </a:lnTo>
                  <a:lnTo>
                    <a:pt x="75317" y="504966"/>
                  </a:lnTo>
                  <a:lnTo>
                    <a:pt x="78935" y="508803"/>
                  </a:lnTo>
                  <a:lnTo>
                    <a:pt x="85294" y="511763"/>
                  </a:lnTo>
                  <a:lnTo>
                    <a:pt x="92530" y="513956"/>
                  </a:lnTo>
                  <a:lnTo>
                    <a:pt x="112921" y="525358"/>
                  </a:lnTo>
                  <a:lnTo>
                    <a:pt x="120267" y="529853"/>
                  </a:lnTo>
                  <a:lnTo>
                    <a:pt x="133423" y="539500"/>
                  </a:lnTo>
                  <a:lnTo>
                    <a:pt x="136602" y="541802"/>
                  </a:lnTo>
                  <a:lnTo>
                    <a:pt x="137918" y="542460"/>
                  </a:lnTo>
                  <a:lnTo>
                    <a:pt x="139562" y="543776"/>
                  </a:lnTo>
                  <a:lnTo>
                    <a:pt x="141645" y="545530"/>
                  </a:lnTo>
                  <a:lnTo>
                    <a:pt x="146469" y="547065"/>
                  </a:lnTo>
                  <a:lnTo>
                    <a:pt x="150306" y="550135"/>
                  </a:lnTo>
                  <a:lnTo>
                    <a:pt x="154034" y="551779"/>
                  </a:lnTo>
                  <a:lnTo>
                    <a:pt x="164777" y="553972"/>
                  </a:lnTo>
                  <a:lnTo>
                    <a:pt x="172013" y="555287"/>
                  </a:lnTo>
                  <a:lnTo>
                    <a:pt x="173657" y="553862"/>
                  </a:lnTo>
                  <a:lnTo>
                    <a:pt x="176289" y="552437"/>
                  </a:lnTo>
                  <a:lnTo>
                    <a:pt x="184950" y="552546"/>
                  </a:lnTo>
                  <a:lnTo>
                    <a:pt x="196461" y="555287"/>
                  </a:lnTo>
                  <a:lnTo>
                    <a:pt x="201943" y="554081"/>
                  </a:lnTo>
                  <a:lnTo>
                    <a:pt x="215866" y="558796"/>
                  </a:lnTo>
                  <a:lnTo>
                    <a:pt x="233736" y="560988"/>
                  </a:lnTo>
                  <a:lnTo>
                    <a:pt x="238231" y="558686"/>
                  </a:lnTo>
                  <a:lnTo>
                    <a:pt x="250071" y="560769"/>
                  </a:lnTo>
                  <a:lnTo>
                    <a:pt x="253908" y="560659"/>
                  </a:lnTo>
                  <a:lnTo>
                    <a:pt x="265749" y="563948"/>
                  </a:lnTo>
                  <a:lnTo>
                    <a:pt x="274629" y="567237"/>
                  </a:lnTo>
                  <a:lnTo>
                    <a:pt x="286140" y="574253"/>
                  </a:lnTo>
                  <a:lnTo>
                    <a:pt x="291293" y="576775"/>
                  </a:lnTo>
                  <a:lnTo>
                    <a:pt x="294034" y="576227"/>
                  </a:lnTo>
                  <a:lnTo>
                    <a:pt x="297432" y="581818"/>
                  </a:lnTo>
                  <a:lnTo>
                    <a:pt x="296555" y="582476"/>
                  </a:lnTo>
                  <a:lnTo>
                    <a:pt x="301927" y="586861"/>
                  </a:lnTo>
                  <a:lnTo>
                    <a:pt x="307957" y="588287"/>
                  </a:lnTo>
                  <a:lnTo>
                    <a:pt x="320017" y="591904"/>
                  </a:lnTo>
                  <a:lnTo>
                    <a:pt x="336790" y="602100"/>
                  </a:lnTo>
                  <a:lnTo>
                    <a:pt x="345013" y="602210"/>
                  </a:lnTo>
                  <a:lnTo>
                    <a:pt x="369132" y="606814"/>
                  </a:lnTo>
                  <a:lnTo>
                    <a:pt x="382507" y="612734"/>
                  </a:lnTo>
                  <a:lnTo>
                    <a:pt x="393799" y="617010"/>
                  </a:lnTo>
                  <a:lnTo>
                    <a:pt x="395115" y="615914"/>
                  </a:lnTo>
                  <a:lnTo>
                    <a:pt x="399610" y="616901"/>
                  </a:lnTo>
                  <a:lnTo>
                    <a:pt x="403885" y="617229"/>
                  </a:lnTo>
                  <a:lnTo>
                    <a:pt x="407613" y="616681"/>
                  </a:lnTo>
                  <a:lnTo>
                    <a:pt x="410683" y="614379"/>
                  </a:lnTo>
                  <a:lnTo>
                    <a:pt x="415397" y="612406"/>
                  </a:lnTo>
                  <a:lnTo>
                    <a:pt x="418357" y="609555"/>
                  </a:lnTo>
                  <a:lnTo>
                    <a:pt x="424277" y="610432"/>
                  </a:lnTo>
                  <a:lnTo>
                    <a:pt x="432061" y="611967"/>
                  </a:lnTo>
                  <a:lnTo>
                    <a:pt x="446751" y="611638"/>
                  </a:lnTo>
                  <a:lnTo>
                    <a:pt x="456728" y="612077"/>
                  </a:lnTo>
                  <a:lnTo>
                    <a:pt x="463087" y="608020"/>
                  </a:lnTo>
                  <a:lnTo>
                    <a:pt x="478654" y="601004"/>
                  </a:lnTo>
                  <a:lnTo>
                    <a:pt x="478216" y="598044"/>
                  </a:lnTo>
                  <a:lnTo>
                    <a:pt x="480299" y="596070"/>
                  </a:lnTo>
                  <a:lnTo>
                    <a:pt x="482382" y="597057"/>
                  </a:lnTo>
                  <a:lnTo>
                    <a:pt x="484465" y="596070"/>
                  </a:lnTo>
                  <a:lnTo>
                    <a:pt x="485342" y="594755"/>
                  </a:lnTo>
                  <a:lnTo>
                    <a:pt x="487864" y="594426"/>
                  </a:lnTo>
                  <a:lnTo>
                    <a:pt x="493016" y="590918"/>
                  </a:lnTo>
                  <a:lnTo>
                    <a:pt x="497292" y="589931"/>
                  </a:lnTo>
                  <a:lnTo>
                    <a:pt x="502664" y="586642"/>
                  </a:lnTo>
                  <a:lnTo>
                    <a:pt x="509681" y="584888"/>
                  </a:lnTo>
                  <a:lnTo>
                    <a:pt x="511215" y="582695"/>
                  </a:lnTo>
                  <a:lnTo>
                    <a:pt x="525468" y="579516"/>
                  </a:lnTo>
                  <a:lnTo>
                    <a:pt x="527221" y="577981"/>
                  </a:lnTo>
                  <a:lnTo>
                    <a:pt x="533251" y="576446"/>
                  </a:lnTo>
                  <a:lnTo>
                    <a:pt x="538294" y="575131"/>
                  </a:lnTo>
                  <a:lnTo>
                    <a:pt x="542570" y="574034"/>
                  </a:lnTo>
                  <a:lnTo>
                    <a:pt x="546955" y="573486"/>
                  </a:lnTo>
                  <a:lnTo>
                    <a:pt x="546955" y="571184"/>
                  </a:lnTo>
                  <a:lnTo>
                    <a:pt x="548490" y="569868"/>
                  </a:lnTo>
                  <a:lnTo>
                    <a:pt x="551560" y="568114"/>
                  </a:lnTo>
                  <a:lnTo>
                    <a:pt x="555945" y="567347"/>
                  </a:lnTo>
                  <a:lnTo>
                    <a:pt x="561317" y="566250"/>
                  </a:lnTo>
                  <a:lnTo>
                    <a:pt x="569869" y="565593"/>
                  </a:lnTo>
                  <a:lnTo>
                    <a:pt x="579297" y="562084"/>
                  </a:lnTo>
                  <a:lnTo>
                    <a:pt x="580393" y="559453"/>
                  </a:lnTo>
                  <a:lnTo>
                    <a:pt x="585875" y="558796"/>
                  </a:lnTo>
                  <a:lnTo>
                    <a:pt x="587629" y="556384"/>
                  </a:lnTo>
                  <a:lnTo>
                    <a:pt x="602539" y="554739"/>
                  </a:lnTo>
                  <a:lnTo>
                    <a:pt x="603306" y="552766"/>
                  </a:lnTo>
                  <a:lnTo>
                    <a:pt x="614818" y="552656"/>
                  </a:lnTo>
                  <a:lnTo>
                    <a:pt x="616024" y="550573"/>
                  </a:lnTo>
                  <a:lnTo>
                    <a:pt x="616572" y="547723"/>
                  </a:lnTo>
                  <a:lnTo>
                    <a:pt x="621725" y="545859"/>
                  </a:lnTo>
                  <a:lnTo>
                    <a:pt x="624685" y="543228"/>
                  </a:lnTo>
                  <a:lnTo>
                    <a:pt x="626987" y="542022"/>
                  </a:lnTo>
                  <a:lnTo>
                    <a:pt x="625891" y="537965"/>
                  </a:lnTo>
                  <a:lnTo>
                    <a:pt x="630824" y="531388"/>
                  </a:lnTo>
                  <a:lnTo>
                    <a:pt x="633894" y="529524"/>
                  </a:lnTo>
                  <a:lnTo>
                    <a:pt x="640253" y="528537"/>
                  </a:lnTo>
                  <a:lnTo>
                    <a:pt x="641787" y="526893"/>
                  </a:lnTo>
                  <a:lnTo>
                    <a:pt x="644309" y="526344"/>
                  </a:lnTo>
                  <a:lnTo>
                    <a:pt x="645186" y="525577"/>
                  </a:lnTo>
                  <a:lnTo>
                    <a:pt x="644967" y="523384"/>
                  </a:lnTo>
                  <a:lnTo>
                    <a:pt x="647488" y="521520"/>
                  </a:lnTo>
                  <a:lnTo>
                    <a:pt x="651435" y="520315"/>
                  </a:lnTo>
                  <a:lnTo>
                    <a:pt x="651654" y="517574"/>
                  </a:lnTo>
                  <a:lnTo>
                    <a:pt x="654395" y="515381"/>
                  </a:lnTo>
                  <a:lnTo>
                    <a:pt x="657903" y="515381"/>
                  </a:lnTo>
                  <a:lnTo>
                    <a:pt x="661302" y="515381"/>
                  </a:lnTo>
                  <a:lnTo>
                    <a:pt x="663275" y="513517"/>
                  </a:lnTo>
                  <a:lnTo>
                    <a:pt x="668647" y="514394"/>
                  </a:lnTo>
                  <a:lnTo>
                    <a:pt x="670950" y="513298"/>
                  </a:lnTo>
                  <a:lnTo>
                    <a:pt x="670072" y="511873"/>
                  </a:lnTo>
                  <a:lnTo>
                    <a:pt x="669743" y="510667"/>
                  </a:lnTo>
                  <a:lnTo>
                    <a:pt x="670950" y="509570"/>
                  </a:lnTo>
                  <a:lnTo>
                    <a:pt x="673581" y="509242"/>
                  </a:lnTo>
                  <a:lnTo>
                    <a:pt x="676212" y="509242"/>
                  </a:lnTo>
                  <a:lnTo>
                    <a:pt x="680159" y="510119"/>
                  </a:lnTo>
                  <a:lnTo>
                    <a:pt x="687504" y="510228"/>
                  </a:lnTo>
                  <a:lnTo>
                    <a:pt x="696823" y="508803"/>
                  </a:lnTo>
                  <a:lnTo>
                    <a:pt x="701866" y="507597"/>
                  </a:lnTo>
                  <a:lnTo>
                    <a:pt x="710527" y="506501"/>
                  </a:lnTo>
                  <a:lnTo>
                    <a:pt x="720942" y="504527"/>
                  </a:lnTo>
                  <a:lnTo>
                    <a:pt x="736071" y="504089"/>
                  </a:lnTo>
                  <a:lnTo>
                    <a:pt x="746267" y="507159"/>
                  </a:lnTo>
                  <a:lnTo>
                    <a:pt x="747363" y="506062"/>
                  </a:lnTo>
                  <a:lnTo>
                    <a:pt x="744513" y="501458"/>
                  </a:lnTo>
                  <a:lnTo>
                    <a:pt x="738702" y="499265"/>
                  </a:lnTo>
                  <a:lnTo>
                    <a:pt x="720832" y="499813"/>
                  </a:lnTo>
                  <a:lnTo>
                    <a:pt x="714145" y="497949"/>
                  </a:lnTo>
                  <a:lnTo>
                    <a:pt x="719845" y="497401"/>
                  </a:lnTo>
                  <a:lnTo>
                    <a:pt x="728178" y="495428"/>
                  </a:lnTo>
                  <a:lnTo>
                    <a:pt x="734317" y="492578"/>
                  </a:lnTo>
                  <a:lnTo>
                    <a:pt x="733111" y="489398"/>
                  </a:lnTo>
                  <a:lnTo>
                    <a:pt x="731576" y="489837"/>
                  </a:lnTo>
                  <a:lnTo>
                    <a:pt x="728178" y="493674"/>
                  </a:lnTo>
                  <a:lnTo>
                    <a:pt x="726204" y="495099"/>
                  </a:lnTo>
                  <a:lnTo>
                    <a:pt x="722148" y="496086"/>
                  </a:lnTo>
                  <a:lnTo>
                    <a:pt x="719736" y="496305"/>
                  </a:lnTo>
                  <a:lnTo>
                    <a:pt x="714035" y="496744"/>
                  </a:lnTo>
                  <a:lnTo>
                    <a:pt x="707348" y="497182"/>
                  </a:lnTo>
                  <a:lnTo>
                    <a:pt x="700550" y="496415"/>
                  </a:lnTo>
                  <a:lnTo>
                    <a:pt x="691780" y="494441"/>
                  </a:lnTo>
                  <a:lnTo>
                    <a:pt x="687833" y="492906"/>
                  </a:lnTo>
                  <a:lnTo>
                    <a:pt x="687504" y="490933"/>
                  </a:lnTo>
                  <a:lnTo>
                    <a:pt x="689806" y="487425"/>
                  </a:lnTo>
                  <a:lnTo>
                    <a:pt x="691012" y="486328"/>
                  </a:lnTo>
                  <a:lnTo>
                    <a:pt x="693424" y="486000"/>
                  </a:lnTo>
                  <a:lnTo>
                    <a:pt x="694959" y="484684"/>
                  </a:lnTo>
                  <a:lnTo>
                    <a:pt x="693863" y="481066"/>
                  </a:lnTo>
                  <a:lnTo>
                    <a:pt x="705374" y="481066"/>
                  </a:lnTo>
                  <a:lnTo>
                    <a:pt x="707238" y="479750"/>
                  </a:lnTo>
                  <a:lnTo>
                    <a:pt x="715899" y="467033"/>
                  </a:lnTo>
                  <a:lnTo>
                    <a:pt x="719736" y="463415"/>
                  </a:lnTo>
                  <a:lnTo>
                    <a:pt x="724340" y="461003"/>
                  </a:lnTo>
                  <a:lnTo>
                    <a:pt x="729493" y="460127"/>
                  </a:lnTo>
                  <a:lnTo>
                    <a:pt x="731686" y="461003"/>
                  </a:lnTo>
                  <a:lnTo>
                    <a:pt x="734427" y="463086"/>
                  </a:lnTo>
                  <a:lnTo>
                    <a:pt x="736948" y="465389"/>
                  </a:lnTo>
                  <a:lnTo>
                    <a:pt x="738373" y="467143"/>
                  </a:lnTo>
                  <a:lnTo>
                    <a:pt x="739251" y="470103"/>
                  </a:lnTo>
                  <a:lnTo>
                    <a:pt x="739470" y="472296"/>
                  </a:lnTo>
                  <a:lnTo>
                    <a:pt x="740237" y="474598"/>
                  </a:lnTo>
                  <a:lnTo>
                    <a:pt x="743087" y="477667"/>
                  </a:lnTo>
                  <a:lnTo>
                    <a:pt x="745170" y="480957"/>
                  </a:lnTo>
                  <a:lnTo>
                    <a:pt x="743526" y="483040"/>
                  </a:lnTo>
                  <a:lnTo>
                    <a:pt x="740456" y="484794"/>
                  </a:lnTo>
                  <a:lnTo>
                    <a:pt x="738373" y="486767"/>
                  </a:lnTo>
                  <a:lnTo>
                    <a:pt x="738154" y="489288"/>
                  </a:lnTo>
                  <a:lnTo>
                    <a:pt x="738922" y="491481"/>
                  </a:lnTo>
                  <a:lnTo>
                    <a:pt x="741114" y="495099"/>
                  </a:lnTo>
                  <a:lnTo>
                    <a:pt x="743745" y="493016"/>
                  </a:lnTo>
                  <a:lnTo>
                    <a:pt x="747034" y="487754"/>
                  </a:lnTo>
                  <a:lnTo>
                    <a:pt x="749885" y="486767"/>
                  </a:lnTo>
                  <a:lnTo>
                    <a:pt x="755366" y="484026"/>
                  </a:lnTo>
                  <a:lnTo>
                    <a:pt x="755147" y="483259"/>
                  </a:lnTo>
                  <a:lnTo>
                    <a:pt x="756463" y="481834"/>
                  </a:lnTo>
                  <a:lnTo>
                    <a:pt x="758655" y="479750"/>
                  </a:lnTo>
                  <a:lnTo>
                    <a:pt x="759423" y="479422"/>
                  </a:lnTo>
                  <a:lnTo>
                    <a:pt x="761725" y="478764"/>
                  </a:lnTo>
                  <a:lnTo>
                    <a:pt x="762821" y="478325"/>
                  </a:lnTo>
                  <a:lnTo>
                    <a:pt x="763369" y="477339"/>
                  </a:lnTo>
                  <a:lnTo>
                    <a:pt x="764027" y="474050"/>
                  </a:lnTo>
                  <a:lnTo>
                    <a:pt x="765452" y="473392"/>
                  </a:lnTo>
                  <a:lnTo>
                    <a:pt x="766878" y="473173"/>
                  </a:lnTo>
                  <a:lnTo>
                    <a:pt x="768522" y="473502"/>
                  </a:lnTo>
                  <a:lnTo>
                    <a:pt x="770167" y="474817"/>
                  </a:lnTo>
                  <a:lnTo>
                    <a:pt x="773236" y="476681"/>
                  </a:lnTo>
                  <a:lnTo>
                    <a:pt x="780911" y="478874"/>
                  </a:lnTo>
                  <a:lnTo>
                    <a:pt x="782994" y="481066"/>
                  </a:lnTo>
                  <a:lnTo>
                    <a:pt x="781788" y="490056"/>
                  </a:lnTo>
                  <a:lnTo>
                    <a:pt x="774223" y="495318"/>
                  </a:lnTo>
                  <a:lnTo>
                    <a:pt x="757230" y="500690"/>
                  </a:lnTo>
                  <a:lnTo>
                    <a:pt x="754708" y="502664"/>
                  </a:lnTo>
                  <a:lnTo>
                    <a:pt x="753831" y="504966"/>
                  </a:lnTo>
                  <a:lnTo>
                    <a:pt x="755147" y="506939"/>
                  </a:lnTo>
                  <a:lnTo>
                    <a:pt x="759313" y="507816"/>
                  </a:lnTo>
                  <a:lnTo>
                    <a:pt x="767426" y="508145"/>
                  </a:lnTo>
                  <a:lnTo>
                    <a:pt x="771482" y="507707"/>
                  </a:lnTo>
                  <a:lnTo>
                    <a:pt x="774771" y="506391"/>
                  </a:lnTo>
                  <a:lnTo>
                    <a:pt x="778060" y="508145"/>
                  </a:lnTo>
                  <a:lnTo>
                    <a:pt x="783213" y="508913"/>
                  </a:lnTo>
                  <a:lnTo>
                    <a:pt x="793738" y="509022"/>
                  </a:lnTo>
                  <a:lnTo>
                    <a:pt x="792422" y="509022"/>
                  </a:lnTo>
                  <a:lnTo>
                    <a:pt x="810840" y="509570"/>
                  </a:lnTo>
                  <a:lnTo>
                    <a:pt x="820159" y="511434"/>
                  </a:lnTo>
                  <a:lnTo>
                    <a:pt x="826847" y="515381"/>
                  </a:lnTo>
                  <a:lnTo>
                    <a:pt x="829697" y="517574"/>
                  </a:lnTo>
                  <a:lnTo>
                    <a:pt x="874756" y="535992"/>
                  </a:lnTo>
                  <a:lnTo>
                    <a:pt x="878922" y="527441"/>
                  </a:lnTo>
                  <a:lnTo>
                    <a:pt x="875194" y="526125"/>
                  </a:lnTo>
                  <a:lnTo>
                    <a:pt x="861271" y="523055"/>
                  </a:lnTo>
                  <a:lnTo>
                    <a:pt x="861271" y="521740"/>
                  </a:lnTo>
                  <a:lnTo>
                    <a:pt x="863902" y="521740"/>
                  </a:lnTo>
                  <a:lnTo>
                    <a:pt x="863902" y="520205"/>
                  </a:lnTo>
                  <a:lnTo>
                    <a:pt x="857215" y="516148"/>
                  </a:lnTo>
                  <a:lnTo>
                    <a:pt x="854145" y="514723"/>
                  </a:lnTo>
                  <a:lnTo>
                    <a:pt x="852062" y="514394"/>
                  </a:lnTo>
                  <a:lnTo>
                    <a:pt x="847019" y="514614"/>
                  </a:lnTo>
                  <a:lnTo>
                    <a:pt x="843291" y="513846"/>
                  </a:lnTo>
                  <a:lnTo>
                    <a:pt x="835288" y="510886"/>
                  </a:lnTo>
                  <a:lnTo>
                    <a:pt x="830135" y="510557"/>
                  </a:lnTo>
                  <a:lnTo>
                    <a:pt x="830135" y="511873"/>
                  </a:lnTo>
                  <a:lnTo>
                    <a:pt x="845155" y="517355"/>
                  </a:lnTo>
                  <a:lnTo>
                    <a:pt x="839783" y="518889"/>
                  </a:lnTo>
                  <a:lnTo>
                    <a:pt x="829368" y="514394"/>
                  </a:lnTo>
                  <a:lnTo>
                    <a:pt x="811388" y="502225"/>
                  </a:lnTo>
                  <a:lnTo>
                    <a:pt x="814019" y="502006"/>
                  </a:lnTo>
                  <a:lnTo>
                    <a:pt x="815774" y="501019"/>
                  </a:lnTo>
                  <a:lnTo>
                    <a:pt x="815774" y="499923"/>
                  </a:lnTo>
                  <a:lnTo>
                    <a:pt x="813362" y="499375"/>
                  </a:lnTo>
                  <a:lnTo>
                    <a:pt x="811717" y="498827"/>
                  </a:lnTo>
                  <a:lnTo>
                    <a:pt x="811388" y="497621"/>
                  </a:lnTo>
                  <a:lnTo>
                    <a:pt x="812265" y="496963"/>
                  </a:lnTo>
                  <a:lnTo>
                    <a:pt x="814019" y="497949"/>
                  </a:lnTo>
                  <a:lnTo>
                    <a:pt x="815445" y="497949"/>
                  </a:lnTo>
                  <a:lnTo>
                    <a:pt x="815554" y="494661"/>
                  </a:lnTo>
                  <a:lnTo>
                    <a:pt x="814897" y="491043"/>
                  </a:lnTo>
                  <a:lnTo>
                    <a:pt x="815226" y="487973"/>
                  </a:lnTo>
                  <a:lnTo>
                    <a:pt x="818734" y="486767"/>
                  </a:lnTo>
                  <a:lnTo>
                    <a:pt x="823009" y="487425"/>
                  </a:lnTo>
                  <a:lnTo>
                    <a:pt x="825750" y="489069"/>
                  </a:lnTo>
                  <a:lnTo>
                    <a:pt x="830135" y="493893"/>
                  </a:lnTo>
                  <a:lnTo>
                    <a:pt x="836933" y="499156"/>
                  </a:lnTo>
                  <a:lnTo>
                    <a:pt x="844826" y="503760"/>
                  </a:lnTo>
                  <a:lnTo>
                    <a:pt x="853268" y="506172"/>
                  </a:lnTo>
                  <a:lnTo>
                    <a:pt x="861271" y="504966"/>
                  </a:lnTo>
                  <a:lnTo>
                    <a:pt x="865437" y="502883"/>
                  </a:lnTo>
                  <a:lnTo>
                    <a:pt x="869384" y="501458"/>
                  </a:lnTo>
                  <a:lnTo>
                    <a:pt x="872234" y="502664"/>
                  </a:lnTo>
                  <a:lnTo>
                    <a:pt x="873331" y="508365"/>
                  </a:lnTo>
                  <a:lnTo>
                    <a:pt x="874537" y="511105"/>
                  </a:lnTo>
                  <a:lnTo>
                    <a:pt x="877168" y="514175"/>
                  </a:lnTo>
                  <a:lnTo>
                    <a:pt x="881005" y="517245"/>
                  </a:lnTo>
                  <a:lnTo>
                    <a:pt x="882101" y="515162"/>
                  </a:lnTo>
                  <a:lnTo>
                    <a:pt x="883855" y="512531"/>
                  </a:lnTo>
                  <a:lnTo>
                    <a:pt x="885609" y="509899"/>
                  </a:lnTo>
                  <a:lnTo>
                    <a:pt x="887144" y="507159"/>
                  </a:lnTo>
                  <a:lnTo>
                    <a:pt x="888241" y="503651"/>
                  </a:lnTo>
                  <a:lnTo>
                    <a:pt x="889118" y="499704"/>
                  </a:lnTo>
                  <a:lnTo>
                    <a:pt x="889666" y="495647"/>
                  </a:lnTo>
                  <a:lnTo>
                    <a:pt x="890214" y="491920"/>
                  </a:lnTo>
                  <a:lnTo>
                    <a:pt x="889556" y="485890"/>
                  </a:lnTo>
                  <a:lnTo>
                    <a:pt x="887144" y="479093"/>
                  </a:lnTo>
                  <a:lnTo>
                    <a:pt x="884184" y="472405"/>
                  </a:lnTo>
                  <a:lnTo>
                    <a:pt x="881553" y="466924"/>
                  </a:lnTo>
                  <a:lnTo>
                    <a:pt x="880018" y="463196"/>
                  </a:lnTo>
                  <a:lnTo>
                    <a:pt x="878374" y="459249"/>
                  </a:lnTo>
                  <a:lnTo>
                    <a:pt x="876620" y="455522"/>
                  </a:lnTo>
                  <a:lnTo>
                    <a:pt x="874646" y="452014"/>
                  </a:lnTo>
                  <a:lnTo>
                    <a:pt x="872783" y="443791"/>
                  </a:lnTo>
                  <a:lnTo>
                    <a:pt x="876729" y="435350"/>
                  </a:lnTo>
                  <a:lnTo>
                    <a:pt x="882978" y="427237"/>
                  </a:lnTo>
                  <a:lnTo>
                    <a:pt x="887912" y="420439"/>
                  </a:lnTo>
                  <a:lnTo>
                    <a:pt x="889556" y="416493"/>
                  </a:lnTo>
                  <a:lnTo>
                    <a:pt x="890433" y="412436"/>
                  </a:lnTo>
                  <a:lnTo>
                    <a:pt x="890762" y="408270"/>
                  </a:lnTo>
                  <a:lnTo>
                    <a:pt x="890653" y="403995"/>
                  </a:lnTo>
                  <a:lnTo>
                    <a:pt x="889995" y="399500"/>
                  </a:lnTo>
                  <a:lnTo>
                    <a:pt x="889118" y="393909"/>
                  </a:lnTo>
                  <a:lnTo>
                    <a:pt x="888679" y="388317"/>
                  </a:lnTo>
                  <a:lnTo>
                    <a:pt x="889227" y="384261"/>
                  </a:lnTo>
                  <a:lnTo>
                    <a:pt x="891749" y="381630"/>
                  </a:lnTo>
                  <a:lnTo>
                    <a:pt x="895805" y="379108"/>
                  </a:lnTo>
                  <a:lnTo>
                    <a:pt x="900191" y="376806"/>
                  </a:lnTo>
                  <a:lnTo>
                    <a:pt x="903589" y="375052"/>
                  </a:lnTo>
                  <a:lnTo>
                    <a:pt x="906440" y="373188"/>
                  </a:lnTo>
                  <a:lnTo>
                    <a:pt x="909181" y="371434"/>
                  </a:lnTo>
                  <a:lnTo>
                    <a:pt x="912031" y="369570"/>
                  </a:lnTo>
                  <a:lnTo>
                    <a:pt x="914881" y="367816"/>
                  </a:lnTo>
                  <a:lnTo>
                    <a:pt x="915758" y="365514"/>
                  </a:lnTo>
                  <a:lnTo>
                    <a:pt x="915978" y="361348"/>
                  </a:lnTo>
                  <a:lnTo>
                    <a:pt x="915758" y="356963"/>
                  </a:lnTo>
                  <a:lnTo>
                    <a:pt x="915758" y="354112"/>
                  </a:lnTo>
                  <a:lnTo>
                    <a:pt x="915649" y="348850"/>
                  </a:lnTo>
                  <a:lnTo>
                    <a:pt x="916087" y="343259"/>
                  </a:lnTo>
                  <a:lnTo>
                    <a:pt x="918280" y="339860"/>
                  </a:lnTo>
                  <a:lnTo>
                    <a:pt x="923433" y="340847"/>
                  </a:lnTo>
                  <a:lnTo>
                    <a:pt x="923433" y="339421"/>
                  </a:lnTo>
                  <a:lnTo>
                    <a:pt x="923542" y="337996"/>
                  </a:lnTo>
                  <a:lnTo>
                    <a:pt x="923542" y="336461"/>
                  </a:lnTo>
                  <a:lnTo>
                    <a:pt x="923433" y="335036"/>
                  </a:lnTo>
                  <a:lnTo>
                    <a:pt x="923761" y="329555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6" name="Freeform: Shape 19">
              <a:extLst>
                <a:ext uri="{FF2B5EF4-FFF2-40B4-BE49-F238E27FC236}">
                  <a16:creationId xmlns:a16="http://schemas.microsoft.com/office/drawing/2014/main" id="{D1BCE6DE-D82A-59FD-D201-0E5242115F3D}"/>
                </a:ext>
              </a:extLst>
            </p:cNvPr>
            <p:cNvSpPr/>
            <p:nvPr/>
          </p:nvSpPr>
          <p:spPr>
            <a:xfrm>
              <a:off x="7812949" y="4141831"/>
              <a:ext cx="537198" cy="493345"/>
            </a:xfrm>
            <a:custGeom>
              <a:avLst/>
              <a:gdLst>
                <a:gd name="connsiteX0" fmla="*/ 62381 w 537198"/>
                <a:gd name="connsiteY0" fmla="*/ 331199 h 493345"/>
                <a:gd name="connsiteX1" fmla="*/ 62271 w 537198"/>
                <a:gd name="connsiteY1" fmla="*/ 329006 h 493345"/>
                <a:gd name="connsiteX2" fmla="*/ 59640 w 537198"/>
                <a:gd name="connsiteY2" fmla="*/ 328897 h 493345"/>
                <a:gd name="connsiteX3" fmla="*/ 56022 w 537198"/>
                <a:gd name="connsiteY3" fmla="*/ 328677 h 493345"/>
                <a:gd name="connsiteX4" fmla="*/ 51966 w 537198"/>
                <a:gd name="connsiteY4" fmla="*/ 327801 h 493345"/>
                <a:gd name="connsiteX5" fmla="*/ 49554 w 537198"/>
                <a:gd name="connsiteY5" fmla="*/ 326156 h 493345"/>
                <a:gd name="connsiteX6" fmla="*/ 47251 w 537198"/>
                <a:gd name="connsiteY6" fmla="*/ 326704 h 493345"/>
                <a:gd name="connsiteX7" fmla="*/ 45059 w 537198"/>
                <a:gd name="connsiteY7" fmla="*/ 326375 h 493345"/>
                <a:gd name="connsiteX8" fmla="*/ 42647 w 537198"/>
                <a:gd name="connsiteY8" fmla="*/ 328677 h 493345"/>
                <a:gd name="connsiteX9" fmla="*/ 38591 w 537198"/>
                <a:gd name="connsiteY9" fmla="*/ 331747 h 493345"/>
                <a:gd name="connsiteX10" fmla="*/ 41331 w 537198"/>
                <a:gd name="connsiteY10" fmla="*/ 335475 h 493345"/>
                <a:gd name="connsiteX11" fmla="*/ 45168 w 537198"/>
                <a:gd name="connsiteY11" fmla="*/ 336133 h 493345"/>
                <a:gd name="connsiteX12" fmla="*/ 48238 w 537198"/>
                <a:gd name="connsiteY12" fmla="*/ 338544 h 493345"/>
                <a:gd name="connsiteX13" fmla="*/ 51198 w 537198"/>
                <a:gd name="connsiteY13" fmla="*/ 338873 h 493345"/>
                <a:gd name="connsiteX14" fmla="*/ 56351 w 537198"/>
                <a:gd name="connsiteY14" fmla="*/ 341395 h 493345"/>
                <a:gd name="connsiteX15" fmla="*/ 59421 w 537198"/>
                <a:gd name="connsiteY15" fmla="*/ 341833 h 493345"/>
                <a:gd name="connsiteX16" fmla="*/ 59859 w 537198"/>
                <a:gd name="connsiteY16" fmla="*/ 339531 h 493345"/>
                <a:gd name="connsiteX17" fmla="*/ 60627 w 537198"/>
                <a:gd name="connsiteY17" fmla="*/ 336242 h 493345"/>
                <a:gd name="connsiteX18" fmla="*/ 64135 w 537198"/>
                <a:gd name="connsiteY18" fmla="*/ 334488 h 493345"/>
                <a:gd name="connsiteX19" fmla="*/ 64135 w 537198"/>
                <a:gd name="connsiteY19" fmla="*/ 332515 h 493345"/>
                <a:gd name="connsiteX20" fmla="*/ 62381 w 537198"/>
                <a:gd name="connsiteY20" fmla="*/ 331199 h 493345"/>
                <a:gd name="connsiteX21" fmla="*/ 4933 w 537198"/>
                <a:gd name="connsiteY21" fmla="*/ 273204 h 493345"/>
                <a:gd name="connsiteX22" fmla="*/ 6468 w 537198"/>
                <a:gd name="connsiteY22" fmla="*/ 271669 h 493345"/>
                <a:gd name="connsiteX23" fmla="*/ 6030 w 537198"/>
                <a:gd name="connsiteY23" fmla="*/ 268928 h 493345"/>
                <a:gd name="connsiteX24" fmla="*/ 5043 w 537198"/>
                <a:gd name="connsiteY24" fmla="*/ 268380 h 493345"/>
                <a:gd name="connsiteX25" fmla="*/ 4933 w 537198"/>
                <a:gd name="connsiteY25" fmla="*/ 266735 h 493345"/>
                <a:gd name="connsiteX26" fmla="*/ 3399 w 537198"/>
                <a:gd name="connsiteY26" fmla="*/ 267832 h 493345"/>
                <a:gd name="connsiteX27" fmla="*/ 2083 w 537198"/>
                <a:gd name="connsiteY27" fmla="*/ 267174 h 493345"/>
                <a:gd name="connsiteX28" fmla="*/ 987 w 537198"/>
                <a:gd name="connsiteY28" fmla="*/ 270134 h 493345"/>
                <a:gd name="connsiteX29" fmla="*/ 0 w 537198"/>
                <a:gd name="connsiteY29" fmla="*/ 273094 h 493345"/>
                <a:gd name="connsiteX30" fmla="*/ 1973 w 537198"/>
                <a:gd name="connsiteY30" fmla="*/ 277260 h 493345"/>
                <a:gd name="connsiteX31" fmla="*/ 6139 w 537198"/>
                <a:gd name="connsiteY31" fmla="*/ 274519 h 493345"/>
                <a:gd name="connsiteX32" fmla="*/ 4933 w 537198"/>
                <a:gd name="connsiteY32" fmla="*/ 273204 h 493345"/>
                <a:gd name="connsiteX33" fmla="*/ 36179 w 537198"/>
                <a:gd name="connsiteY33" fmla="*/ 303572 h 493345"/>
                <a:gd name="connsiteX34" fmla="*/ 35302 w 537198"/>
                <a:gd name="connsiteY34" fmla="*/ 303024 h 493345"/>
                <a:gd name="connsiteX35" fmla="*/ 34425 w 537198"/>
                <a:gd name="connsiteY35" fmla="*/ 302256 h 493345"/>
                <a:gd name="connsiteX36" fmla="*/ 33438 w 537198"/>
                <a:gd name="connsiteY36" fmla="*/ 300502 h 493345"/>
                <a:gd name="connsiteX37" fmla="*/ 31903 w 537198"/>
                <a:gd name="connsiteY37" fmla="*/ 299077 h 493345"/>
                <a:gd name="connsiteX38" fmla="*/ 29381 w 537198"/>
                <a:gd name="connsiteY38" fmla="*/ 296446 h 493345"/>
                <a:gd name="connsiteX39" fmla="*/ 29930 w 537198"/>
                <a:gd name="connsiteY39" fmla="*/ 293924 h 493345"/>
                <a:gd name="connsiteX40" fmla="*/ 30368 w 537198"/>
                <a:gd name="connsiteY40" fmla="*/ 291951 h 493345"/>
                <a:gd name="connsiteX41" fmla="*/ 27737 w 537198"/>
                <a:gd name="connsiteY41" fmla="*/ 289648 h 493345"/>
                <a:gd name="connsiteX42" fmla="*/ 19953 w 537198"/>
                <a:gd name="connsiteY42" fmla="*/ 286250 h 493345"/>
                <a:gd name="connsiteX43" fmla="*/ 17541 w 537198"/>
                <a:gd name="connsiteY43" fmla="*/ 284825 h 493345"/>
                <a:gd name="connsiteX44" fmla="*/ 13375 w 537198"/>
                <a:gd name="connsiteY44" fmla="*/ 285044 h 493345"/>
                <a:gd name="connsiteX45" fmla="*/ 9209 w 537198"/>
                <a:gd name="connsiteY45" fmla="*/ 283728 h 493345"/>
                <a:gd name="connsiteX46" fmla="*/ 5482 w 537198"/>
                <a:gd name="connsiteY46" fmla="*/ 284496 h 493345"/>
                <a:gd name="connsiteX47" fmla="*/ 7455 w 537198"/>
                <a:gd name="connsiteY47" fmla="*/ 286360 h 493345"/>
                <a:gd name="connsiteX48" fmla="*/ 7784 w 537198"/>
                <a:gd name="connsiteY48" fmla="*/ 288771 h 493345"/>
                <a:gd name="connsiteX49" fmla="*/ 7784 w 537198"/>
                <a:gd name="connsiteY49" fmla="*/ 290964 h 493345"/>
                <a:gd name="connsiteX50" fmla="*/ 6468 w 537198"/>
                <a:gd name="connsiteY50" fmla="*/ 291841 h 493345"/>
                <a:gd name="connsiteX51" fmla="*/ 7345 w 537198"/>
                <a:gd name="connsiteY51" fmla="*/ 293157 h 493345"/>
                <a:gd name="connsiteX52" fmla="*/ 9319 w 537198"/>
                <a:gd name="connsiteY52" fmla="*/ 295897 h 493345"/>
                <a:gd name="connsiteX53" fmla="*/ 10525 w 537198"/>
                <a:gd name="connsiteY53" fmla="*/ 298638 h 493345"/>
                <a:gd name="connsiteX54" fmla="*/ 11840 w 537198"/>
                <a:gd name="connsiteY54" fmla="*/ 300502 h 493345"/>
                <a:gd name="connsiteX55" fmla="*/ 11840 w 537198"/>
                <a:gd name="connsiteY55" fmla="*/ 302146 h 493345"/>
                <a:gd name="connsiteX56" fmla="*/ 11511 w 537198"/>
                <a:gd name="connsiteY56" fmla="*/ 303133 h 493345"/>
                <a:gd name="connsiteX57" fmla="*/ 11292 w 537198"/>
                <a:gd name="connsiteY57" fmla="*/ 303901 h 493345"/>
                <a:gd name="connsiteX58" fmla="*/ 19186 w 537198"/>
                <a:gd name="connsiteY58" fmla="*/ 308834 h 493345"/>
                <a:gd name="connsiteX59" fmla="*/ 26860 w 537198"/>
                <a:gd name="connsiteY59" fmla="*/ 311685 h 493345"/>
                <a:gd name="connsiteX60" fmla="*/ 28285 w 537198"/>
                <a:gd name="connsiteY60" fmla="*/ 312123 h 493345"/>
                <a:gd name="connsiteX61" fmla="*/ 29710 w 537198"/>
                <a:gd name="connsiteY61" fmla="*/ 313548 h 493345"/>
                <a:gd name="connsiteX62" fmla="*/ 29052 w 537198"/>
                <a:gd name="connsiteY62" fmla="*/ 314864 h 493345"/>
                <a:gd name="connsiteX63" fmla="*/ 28833 w 537198"/>
                <a:gd name="connsiteY63" fmla="*/ 316070 h 493345"/>
                <a:gd name="connsiteX64" fmla="*/ 29820 w 537198"/>
                <a:gd name="connsiteY64" fmla="*/ 315850 h 493345"/>
                <a:gd name="connsiteX65" fmla="*/ 30697 w 537198"/>
                <a:gd name="connsiteY65" fmla="*/ 316508 h 493345"/>
                <a:gd name="connsiteX66" fmla="*/ 30807 w 537198"/>
                <a:gd name="connsiteY66" fmla="*/ 314645 h 493345"/>
                <a:gd name="connsiteX67" fmla="*/ 32013 w 537198"/>
                <a:gd name="connsiteY67" fmla="*/ 313329 h 493345"/>
                <a:gd name="connsiteX68" fmla="*/ 33109 w 537198"/>
                <a:gd name="connsiteY68" fmla="*/ 312123 h 493345"/>
                <a:gd name="connsiteX69" fmla="*/ 33328 w 537198"/>
                <a:gd name="connsiteY69" fmla="*/ 310917 h 493345"/>
                <a:gd name="connsiteX70" fmla="*/ 34973 w 537198"/>
                <a:gd name="connsiteY70" fmla="*/ 310150 h 493345"/>
                <a:gd name="connsiteX71" fmla="*/ 34534 w 537198"/>
                <a:gd name="connsiteY71" fmla="*/ 308615 h 493345"/>
                <a:gd name="connsiteX72" fmla="*/ 34205 w 537198"/>
                <a:gd name="connsiteY72" fmla="*/ 306532 h 493345"/>
                <a:gd name="connsiteX73" fmla="*/ 34973 w 537198"/>
                <a:gd name="connsiteY73" fmla="*/ 304778 h 493345"/>
                <a:gd name="connsiteX74" fmla="*/ 36179 w 537198"/>
                <a:gd name="connsiteY74" fmla="*/ 303572 h 493345"/>
                <a:gd name="connsiteX75" fmla="*/ 539172 w 537198"/>
                <a:gd name="connsiteY75" fmla="*/ 350823 h 493345"/>
                <a:gd name="connsiteX76" fmla="*/ 527331 w 537198"/>
                <a:gd name="connsiteY76" fmla="*/ 344464 h 493345"/>
                <a:gd name="connsiteX77" fmla="*/ 514285 w 537198"/>
                <a:gd name="connsiteY77" fmla="*/ 337010 h 493345"/>
                <a:gd name="connsiteX78" fmla="*/ 501239 w 537198"/>
                <a:gd name="connsiteY78" fmla="*/ 329226 h 493345"/>
                <a:gd name="connsiteX79" fmla="*/ 488302 w 537198"/>
                <a:gd name="connsiteY79" fmla="*/ 321332 h 493345"/>
                <a:gd name="connsiteX80" fmla="*/ 492687 w 537198"/>
                <a:gd name="connsiteY80" fmla="*/ 315960 h 493345"/>
                <a:gd name="connsiteX81" fmla="*/ 496086 w 537198"/>
                <a:gd name="connsiteY81" fmla="*/ 310698 h 493345"/>
                <a:gd name="connsiteX82" fmla="*/ 498607 w 537198"/>
                <a:gd name="connsiteY82" fmla="*/ 304997 h 493345"/>
                <a:gd name="connsiteX83" fmla="*/ 500033 w 537198"/>
                <a:gd name="connsiteY83" fmla="*/ 298090 h 493345"/>
                <a:gd name="connsiteX84" fmla="*/ 500581 w 537198"/>
                <a:gd name="connsiteY84" fmla="*/ 294582 h 493345"/>
                <a:gd name="connsiteX85" fmla="*/ 501348 w 537198"/>
                <a:gd name="connsiteY85" fmla="*/ 291183 h 493345"/>
                <a:gd name="connsiteX86" fmla="*/ 502335 w 537198"/>
                <a:gd name="connsiteY86" fmla="*/ 287785 h 493345"/>
                <a:gd name="connsiteX87" fmla="*/ 503322 w 537198"/>
                <a:gd name="connsiteY87" fmla="*/ 284386 h 493345"/>
                <a:gd name="connsiteX88" fmla="*/ 504857 w 537198"/>
                <a:gd name="connsiteY88" fmla="*/ 280439 h 493345"/>
                <a:gd name="connsiteX89" fmla="*/ 507378 w 537198"/>
                <a:gd name="connsiteY89" fmla="*/ 274190 h 493345"/>
                <a:gd name="connsiteX90" fmla="*/ 509680 w 537198"/>
                <a:gd name="connsiteY90" fmla="*/ 268270 h 493345"/>
                <a:gd name="connsiteX91" fmla="*/ 510448 w 537198"/>
                <a:gd name="connsiteY91" fmla="*/ 265310 h 493345"/>
                <a:gd name="connsiteX92" fmla="*/ 504857 w 537198"/>
                <a:gd name="connsiteY92" fmla="*/ 257965 h 493345"/>
                <a:gd name="connsiteX93" fmla="*/ 499265 w 537198"/>
                <a:gd name="connsiteY93" fmla="*/ 250948 h 493345"/>
                <a:gd name="connsiteX94" fmla="*/ 493455 w 537198"/>
                <a:gd name="connsiteY94" fmla="*/ 244151 h 493345"/>
                <a:gd name="connsiteX95" fmla="*/ 487315 w 537198"/>
                <a:gd name="connsiteY95" fmla="*/ 237463 h 493345"/>
                <a:gd name="connsiteX96" fmla="*/ 479860 w 537198"/>
                <a:gd name="connsiteY96" fmla="*/ 230008 h 493345"/>
                <a:gd name="connsiteX97" fmla="*/ 472186 w 537198"/>
                <a:gd name="connsiteY97" fmla="*/ 222882 h 493345"/>
                <a:gd name="connsiteX98" fmla="*/ 464402 w 537198"/>
                <a:gd name="connsiteY98" fmla="*/ 215975 h 493345"/>
                <a:gd name="connsiteX99" fmla="*/ 456509 w 537198"/>
                <a:gd name="connsiteY99" fmla="*/ 209069 h 493345"/>
                <a:gd name="connsiteX100" fmla="*/ 452343 w 537198"/>
                <a:gd name="connsiteY100" fmla="*/ 204903 h 493345"/>
                <a:gd name="connsiteX101" fmla="*/ 451246 w 537198"/>
                <a:gd name="connsiteY101" fmla="*/ 201614 h 493345"/>
                <a:gd name="connsiteX102" fmla="*/ 452343 w 537198"/>
                <a:gd name="connsiteY102" fmla="*/ 197667 h 493345"/>
                <a:gd name="connsiteX103" fmla="*/ 454755 w 537198"/>
                <a:gd name="connsiteY103" fmla="*/ 191747 h 493345"/>
                <a:gd name="connsiteX104" fmla="*/ 457276 w 537198"/>
                <a:gd name="connsiteY104" fmla="*/ 184730 h 493345"/>
                <a:gd name="connsiteX105" fmla="*/ 459798 w 537198"/>
                <a:gd name="connsiteY105" fmla="*/ 177714 h 493345"/>
                <a:gd name="connsiteX106" fmla="*/ 462319 w 537198"/>
                <a:gd name="connsiteY106" fmla="*/ 170697 h 493345"/>
                <a:gd name="connsiteX107" fmla="*/ 464841 w 537198"/>
                <a:gd name="connsiteY107" fmla="*/ 163681 h 493345"/>
                <a:gd name="connsiteX108" fmla="*/ 465937 w 537198"/>
                <a:gd name="connsiteY108" fmla="*/ 160830 h 493345"/>
                <a:gd name="connsiteX109" fmla="*/ 467033 w 537198"/>
                <a:gd name="connsiteY109" fmla="*/ 157871 h 493345"/>
                <a:gd name="connsiteX110" fmla="*/ 467910 w 537198"/>
                <a:gd name="connsiteY110" fmla="*/ 154910 h 493345"/>
                <a:gd name="connsiteX111" fmla="*/ 468459 w 537198"/>
                <a:gd name="connsiteY111" fmla="*/ 152060 h 493345"/>
                <a:gd name="connsiteX112" fmla="*/ 467253 w 537198"/>
                <a:gd name="connsiteY112" fmla="*/ 143838 h 493345"/>
                <a:gd name="connsiteX113" fmla="*/ 466156 w 537198"/>
                <a:gd name="connsiteY113" fmla="*/ 135615 h 493345"/>
                <a:gd name="connsiteX114" fmla="*/ 465060 w 537198"/>
                <a:gd name="connsiteY114" fmla="*/ 127283 h 493345"/>
                <a:gd name="connsiteX115" fmla="*/ 463964 w 537198"/>
                <a:gd name="connsiteY115" fmla="*/ 119061 h 493345"/>
                <a:gd name="connsiteX116" fmla="*/ 456947 w 537198"/>
                <a:gd name="connsiteY116" fmla="*/ 122130 h 493345"/>
                <a:gd name="connsiteX117" fmla="*/ 449931 w 537198"/>
                <a:gd name="connsiteY117" fmla="*/ 125200 h 493345"/>
                <a:gd name="connsiteX118" fmla="*/ 442914 w 537198"/>
                <a:gd name="connsiteY118" fmla="*/ 128270 h 493345"/>
                <a:gd name="connsiteX119" fmla="*/ 435898 w 537198"/>
                <a:gd name="connsiteY119" fmla="*/ 131339 h 493345"/>
                <a:gd name="connsiteX120" fmla="*/ 430635 w 537198"/>
                <a:gd name="connsiteY120" fmla="*/ 131559 h 493345"/>
                <a:gd name="connsiteX121" fmla="*/ 424825 w 537198"/>
                <a:gd name="connsiteY121" fmla="*/ 129037 h 493345"/>
                <a:gd name="connsiteX122" fmla="*/ 419124 w 537198"/>
                <a:gd name="connsiteY122" fmla="*/ 125419 h 493345"/>
                <a:gd name="connsiteX123" fmla="*/ 414191 w 537198"/>
                <a:gd name="connsiteY123" fmla="*/ 122240 h 493345"/>
                <a:gd name="connsiteX124" fmla="*/ 409038 w 537198"/>
                <a:gd name="connsiteY124" fmla="*/ 117635 h 493345"/>
                <a:gd name="connsiteX125" fmla="*/ 406078 w 537198"/>
                <a:gd name="connsiteY125" fmla="*/ 111496 h 493345"/>
                <a:gd name="connsiteX126" fmla="*/ 404324 w 537198"/>
                <a:gd name="connsiteY126" fmla="*/ 104480 h 493345"/>
                <a:gd name="connsiteX127" fmla="*/ 402679 w 537198"/>
                <a:gd name="connsiteY127" fmla="*/ 97134 h 493345"/>
                <a:gd name="connsiteX128" fmla="*/ 402021 w 537198"/>
                <a:gd name="connsiteY128" fmla="*/ 94393 h 493345"/>
                <a:gd name="connsiteX129" fmla="*/ 401254 w 537198"/>
                <a:gd name="connsiteY129" fmla="*/ 91543 h 493345"/>
                <a:gd name="connsiteX130" fmla="*/ 400158 w 537198"/>
                <a:gd name="connsiteY130" fmla="*/ 89021 h 493345"/>
                <a:gd name="connsiteX131" fmla="*/ 398404 w 537198"/>
                <a:gd name="connsiteY131" fmla="*/ 87158 h 493345"/>
                <a:gd name="connsiteX132" fmla="*/ 394237 w 537198"/>
                <a:gd name="connsiteY132" fmla="*/ 84307 h 493345"/>
                <a:gd name="connsiteX133" fmla="*/ 387879 w 537198"/>
                <a:gd name="connsiteY133" fmla="*/ 80251 h 493345"/>
                <a:gd name="connsiteX134" fmla="*/ 381520 w 537198"/>
                <a:gd name="connsiteY134" fmla="*/ 76962 h 493345"/>
                <a:gd name="connsiteX135" fmla="*/ 377464 w 537198"/>
                <a:gd name="connsiteY135" fmla="*/ 76523 h 493345"/>
                <a:gd name="connsiteX136" fmla="*/ 371544 w 537198"/>
                <a:gd name="connsiteY136" fmla="*/ 80909 h 493345"/>
                <a:gd name="connsiteX137" fmla="*/ 365623 w 537198"/>
                <a:gd name="connsiteY137" fmla="*/ 85294 h 493345"/>
                <a:gd name="connsiteX138" fmla="*/ 359703 w 537198"/>
                <a:gd name="connsiteY138" fmla="*/ 89679 h 493345"/>
                <a:gd name="connsiteX139" fmla="*/ 353783 w 537198"/>
                <a:gd name="connsiteY139" fmla="*/ 94064 h 493345"/>
                <a:gd name="connsiteX140" fmla="*/ 349617 w 537198"/>
                <a:gd name="connsiteY140" fmla="*/ 97682 h 493345"/>
                <a:gd name="connsiteX141" fmla="*/ 344355 w 537198"/>
                <a:gd name="connsiteY141" fmla="*/ 102068 h 493345"/>
                <a:gd name="connsiteX142" fmla="*/ 338764 w 537198"/>
                <a:gd name="connsiteY142" fmla="*/ 105137 h 493345"/>
                <a:gd name="connsiteX143" fmla="*/ 333611 w 537198"/>
                <a:gd name="connsiteY143" fmla="*/ 104808 h 493345"/>
                <a:gd name="connsiteX144" fmla="*/ 332405 w 537198"/>
                <a:gd name="connsiteY144" fmla="*/ 100642 h 493345"/>
                <a:gd name="connsiteX145" fmla="*/ 332515 w 537198"/>
                <a:gd name="connsiteY145" fmla="*/ 94174 h 493345"/>
                <a:gd name="connsiteX146" fmla="*/ 333172 w 537198"/>
                <a:gd name="connsiteY146" fmla="*/ 87377 h 493345"/>
                <a:gd name="connsiteX147" fmla="*/ 333611 w 537198"/>
                <a:gd name="connsiteY147" fmla="*/ 82334 h 493345"/>
                <a:gd name="connsiteX148" fmla="*/ 334049 w 537198"/>
                <a:gd name="connsiteY148" fmla="*/ 76852 h 493345"/>
                <a:gd name="connsiteX149" fmla="*/ 335146 w 537198"/>
                <a:gd name="connsiteY149" fmla="*/ 73344 h 493345"/>
                <a:gd name="connsiteX150" fmla="*/ 337338 w 537198"/>
                <a:gd name="connsiteY150" fmla="*/ 70384 h 493345"/>
                <a:gd name="connsiteX151" fmla="*/ 341066 w 537198"/>
                <a:gd name="connsiteY151" fmla="*/ 66656 h 493345"/>
                <a:gd name="connsiteX152" fmla="*/ 343916 w 537198"/>
                <a:gd name="connsiteY152" fmla="*/ 64025 h 493345"/>
                <a:gd name="connsiteX153" fmla="*/ 348740 w 537198"/>
                <a:gd name="connsiteY153" fmla="*/ 59530 h 493345"/>
                <a:gd name="connsiteX154" fmla="*/ 353235 w 537198"/>
                <a:gd name="connsiteY154" fmla="*/ 55035 h 493345"/>
                <a:gd name="connsiteX155" fmla="*/ 354989 w 537198"/>
                <a:gd name="connsiteY155" fmla="*/ 52404 h 493345"/>
                <a:gd name="connsiteX156" fmla="*/ 352687 w 537198"/>
                <a:gd name="connsiteY156" fmla="*/ 46813 h 493345"/>
                <a:gd name="connsiteX157" fmla="*/ 350385 w 537198"/>
                <a:gd name="connsiteY157" fmla="*/ 41222 h 493345"/>
                <a:gd name="connsiteX158" fmla="*/ 348082 w 537198"/>
                <a:gd name="connsiteY158" fmla="*/ 35630 h 493345"/>
                <a:gd name="connsiteX159" fmla="*/ 345780 w 537198"/>
                <a:gd name="connsiteY159" fmla="*/ 30039 h 493345"/>
                <a:gd name="connsiteX160" fmla="*/ 343807 w 537198"/>
                <a:gd name="connsiteY160" fmla="*/ 25764 h 493345"/>
                <a:gd name="connsiteX161" fmla="*/ 341724 w 537198"/>
                <a:gd name="connsiteY161" fmla="*/ 23023 h 493345"/>
                <a:gd name="connsiteX162" fmla="*/ 338983 w 537198"/>
                <a:gd name="connsiteY162" fmla="*/ 20940 h 493345"/>
                <a:gd name="connsiteX163" fmla="*/ 334927 w 537198"/>
                <a:gd name="connsiteY163" fmla="*/ 18637 h 493345"/>
                <a:gd name="connsiteX164" fmla="*/ 326156 w 537198"/>
                <a:gd name="connsiteY164" fmla="*/ 14033 h 493345"/>
                <a:gd name="connsiteX165" fmla="*/ 316728 w 537198"/>
                <a:gd name="connsiteY165" fmla="*/ 8880 h 493345"/>
                <a:gd name="connsiteX166" fmla="*/ 307190 w 537198"/>
                <a:gd name="connsiteY166" fmla="*/ 4276 h 493345"/>
                <a:gd name="connsiteX167" fmla="*/ 297871 w 537198"/>
                <a:gd name="connsiteY167" fmla="*/ 1206 h 493345"/>
                <a:gd name="connsiteX168" fmla="*/ 287894 w 537198"/>
                <a:gd name="connsiteY168" fmla="*/ 0 h 493345"/>
                <a:gd name="connsiteX169" fmla="*/ 277370 w 537198"/>
                <a:gd name="connsiteY169" fmla="*/ 0 h 493345"/>
                <a:gd name="connsiteX170" fmla="*/ 266735 w 537198"/>
                <a:gd name="connsiteY170" fmla="*/ 548 h 493345"/>
                <a:gd name="connsiteX171" fmla="*/ 256539 w 537198"/>
                <a:gd name="connsiteY171" fmla="*/ 877 h 493345"/>
                <a:gd name="connsiteX172" fmla="*/ 251606 w 537198"/>
                <a:gd name="connsiteY172" fmla="*/ 548 h 493345"/>
                <a:gd name="connsiteX173" fmla="*/ 247440 w 537198"/>
                <a:gd name="connsiteY173" fmla="*/ 987 h 493345"/>
                <a:gd name="connsiteX174" fmla="*/ 244041 w 537198"/>
                <a:gd name="connsiteY174" fmla="*/ 2960 h 493345"/>
                <a:gd name="connsiteX175" fmla="*/ 241629 w 537198"/>
                <a:gd name="connsiteY175" fmla="*/ 7016 h 493345"/>
                <a:gd name="connsiteX176" fmla="*/ 240314 w 537198"/>
                <a:gd name="connsiteY176" fmla="*/ 11073 h 493345"/>
                <a:gd name="connsiteX177" fmla="*/ 240095 w 537198"/>
                <a:gd name="connsiteY177" fmla="*/ 13594 h 493345"/>
                <a:gd name="connsiteX178" fmla="*/ 240862 w 537198"/>
                <a:gd name="connsiteY178" fmla="*/ 16006 h 493345"/>
                <a:gd name="connsiteX179" fmla="*/ 242616 w 537198"/>
                <a:gd name="connsiteY179" fmla="*/ 19515 h 493345"/>
                <a:gd name="connsiteX180" fmla="*/ 244151 w 537198"/>
                <a:gd name="connsiteY180" fmla="*/ 22255 h 493345"/>
                <a:gd name="connsiteX181" fmla="*/ 245247 w 537198"/>
                <a:gd name="connsiteY181" fmla="*/ 24229 h 493345"/>
                <a:gd name="connsiteX182" fmla="*/ 245357 w 537198"/>
                <a:gd name="connsiteY182" fmla="*/ 26202 h 493345"/>
                <a:gd name="connsiteX183" fmla="*/ 243932 w 537198"/>
                <a:gd name="connsiteY183" fmla="*/ 28943 h 493345"/>
                <a:gd name="connsiteX184" fmla="*/ 241191 w 537198"/>
                <a:gd name="connsiteY184" fmla="*/ 31793 h 493345"/>
                <a:gd name="connsiteX185" fmla="*/ 237464 w 537198"/>
                <a:gd name="connsiteY185" fmla="*/ 34753 h 493345"/>
                <a:gd name="connsiteX186" fmla="*/ 233626 w 537198"/>
                <a:gd name="connsiteY186" fmla="*/ 37604 h 493345"/>
                <a:gd name="connsiteX187" fmla="*/ 230447 w 537198"/>
                <a:gd name="connsiteY187" fmla="*/ 40235 h 493345"/>
                <a:gd name="connsiteX188" fmla="*/ 227268 w 537198"/>
                <a:gd name="connsiteY188" fmla="*/ 43524 h 493345"/>
                <a:gd name="connsiteX189" fmla="*/ 223430 w 537198"/>
                <a:gd name="connsiteY189" fmla="*/ 47800 h 493345"/>
                <a:gd name="connsiteX190" fmla="*/ 220251 w 537198"/>
                <a:gd name="connsiteY190" fmla="*/ 52404 h 493345"/>
                <a:gd name="connsiteX191" fmla="*/ 219155 w 537198"/>
                <a:gd name="connsiteY191" fmla="*/ 56790 h 493345"/>
                <a:gd name="connsiteX192" fmla="*/ 219703 w 537198"/>
                <a:gd name="connsiteY192" fmla="*/ 58873 h 493345"/>
                <a:gd name="connsiteX193" fmla="*/ 220799 w 537198"/>
                <a:gd name="connsiteY193" fmla="*/ 60298 h 493345"/>
                <a:gd name="connsiteX194" fmla="*/ 222225 w 537198"/>
                <a:gd name="connsiteY194" fmla="*/ 61504 h 493345"/>
                <a:gd name="connsiteX195" fmla="*/ 223869 w 537198"/>
                <a:gd name="connsiteY195" fmla="*/ 62600 h 493345"/>
                <a:gd name="connsiteX196" fmla="*/ 226062 w 537198"/>
                <a:gd name="connsiteY196" fmla="*/ 64135 h 493345"/>
                <a:gd name="connsiteX197" fmla="*/ 227377 w 537198"/>
                <a:gd name="connsiteY197" fmla="*/ 65341 h 493345"/>
                <a:gd name="connsiteX198" fmla="*/ 228364 w 537198"/>
                <a:gd name="connsiteY198" fmla="*/ 67095 h 493345"/>
                <a:gd name="connsiteX199" fmla="*/ 229460 w 537198"/>
                <a:gd name="connsiteY199" fmla="*/ 70055 h 493345"/>
                <a:gd name="connsiteX200" fmla="*/ 230995 w 537198"/>
                <a:gd name="connsiteY200" fmla="*/ 72138 h 493345"/>
                <a:gd name="connsiteX201" fmla="*/ 233078 w 537198"/>
                <a:gd name="connsiteY201" fmla="*/ 73015 h 493345"/>
                <a:gd name="connsiteX202" fmla="*/ 235271 w 537198"/>
                <a:gd name="connsiteY202" fmla="*/ 73673 h 493345"/>
                <a:gd name="connsiteX203" fmla="*/ 237134 w 537198"/>
                <a:gd name="connsiteY203" fmla="*/ 75098 h 493345"/>
                <a:gd name="connsiteX204" fmla="*/ 237244 w 537198"/>
                <a:gd name="connsiteY204" fmla="*/ 76194 h 493345"/>
                <a:gd name="connsiteX205" fmla="*/ 236696 w 537198"/>
                <a:gd name="connsiteY205" fmla="*/ 77729 h 493345"/>
                <a:gd name="connsiteX206" fmla="*/ 236148 w 537198"/>
                <a:gd name="connsiteY206" fmla="*/ 79374 h 493345"/>
                <a:gd name="connsiteX207" fmla="*/ 236038 w 537198"/>
                <a:gd name="connsiteY207" fmla="*/ 80689 h 493345"/>
                <a:gd name="connsiteX208" fmla="*/ 236696 w 537198"/>
                <a:gd name="connsiteY208" fmla="*/ 81347 h 493345"/>
                <a:gd name="connsiteX209" fmla="*/ 237902 w 537198"/>
                <a:gd name="connsiteY209" fmla="*/ 81786 h 493345"/>
                <a:gd name="connsiteX210" fmla="*/ 239108 w 537198"/>
                <a:gd name="connsiteY210" fmla="*/ 82224 h 493345"/>
                <a:gd name="connsiteX211" fmla="*/ 239766 w 537198"/>
                <a:gd name="connsiteY211" fmla="*/ 82772 h 493345"/>
                <a:gd name="connsiteX212" fmla="*/ 241520 w 537198"/>
                <a:gd name="connsiteY212" fmla="*/ 87706 h 493345"/>
                <a:gd name="connsiteX213" fmla="*/ 243164 w 537198"/>
                <a:gd name="connsiteY213" fmla="*/ 93078 h 493345"/>
                <a:gd name="connsiteX214" fmla="*/ 244590 w 537198"/>
                <a:gd name="connsiteY214" fmla="*/ 98559 h 493345"/>
                <a:gd name="connsiteX215" fmla="*/ 245795 w 537198"/>
                <a:gd name="connsiteY215" fmla="*/ 103712 h 493345"/>
                <a:gd name="connsiteX216" fmla="*/ 245686 w 537198"/>
                <a:gd name="connsiteY216" fmla="*/ 111167 h 493345"/>
                <a:gd name="connsiteX217" fmla="*/ 241081 w 537198"/>
                <a:gd name="connsiteY217" fmla="*/ 115443 h 493345"/>
                <a:gd name="connsiteX218" fmla="*/ 234394 w 537198"/>
                <a:gd name="connsiteY218" fmla="*/ 116430 h 493345"/>
                <a:gd name="connsiteX219" fmla="*/ 227925 w 537198"/>
                <a:gd name="connsiteY219" fmla="*/ 114347 h 493345"/>
                <a:gd name="connsiteX220" fmla="*/ 225075 w 537198"/>
                <a:gd name="connsiteY220" fmla="*/ 112044 h 493345"/>
                <a:gd name="connsiteX221" fmla="*/ 222334 w 537198"/>
                <a:gd name="connsiteY221" fmla="*/ 109413 h 493345"/>
                <a:gd name="connsiteX222" fmla="*/ 219593 w 537198"/>
                <a:gd name="connsiteY222" fmla="*/ 106891 h 493345"/>
                <a:gd name="connsiteX223" fmla="*/ 216414 w 537198"/>
                <a:gd name="connsiteY223" fmla="*/ 104918 h 493345"/>
                <a:gd name="connsiteX224" fmla="*/ 212029 w 537198"/>
                <a:gd name="connsiteY224" fmla="*/ 104041 h 493345"/>
                <a:gd name="connsiteX225" fmla="*/ 207863 w 537198"/>
                <a:gd name="connsiteY225" fmla="*/ 104808 h 493345"/>
                <a:gd name="connsiteX226" fmla="*/ 203697 w 537198"/>
                <a:gd name="connsiteY226" fmla="*/ 106124 h 493345"/>
                <a:gd name="connsiteX227" fmla="*/ 199421 w 537198"/>
                <a:gd name="connsiteY227" fmla="*/ 106891 h 493345"/>
                <a:gd name="connsiteX228" fmla="*/ 200517 w 537198"/>
                <a:gd name="connsiteY228" fmla="*/ 110509 h 493345"/>
                <a:gd name="connsiteX229" fmla="*/ 201723 w 537198"/>
                <a:gd name="connsiteY229" fmla="*/ 114566 h 493345"/>
                <a:gd name="connsiteX230" fmla="*/ 202491 w 537198"/>
                <a:gd name="connsiteY230" fmla="*/ 118622 h 493345"/>
                <a:gd name="connsiteX231" fmla="*/ 202162 w 537198"/>
                <a:gd name="connsiteY231" fmla="*/ 122350 h 493345"/>
                <a:gd name="connsiteX232" fmla="*/ 199092 w 537198"/>
                <a:gd name="connsiteY232" fmla="*/ 125200 h 493345"/>
                <a:gd name="connsiteX233" fmla="*/ 195584 w 537198"/>
                <a:gd name="connsiteY233" fmla="*/ 121692 h 493345"/>
                <a:gd name="connsiteX234" fmla="*/ 192295 w 537198"/>
                <a:gd name="connsiteY234" fmla="*/ 115991 h 493345"/>
                <a:gd name="connsiteX235" fmla="*/ 190212 w 537198"/>
                <a:gd name="connsiteY235" fmla="*/ 112373 h 493345"/>
                <a:gd name="connsiteX236" fmla="*/ 190212 w 537198"/>
                <a:gd name="connsiteY236" fmla="*/ 112373 h 493345"/>
                <a:gd name="connsiteX237" fmla="*/ 188567 w 537198"/>
                <a:gd name="connsiteY237" fmla="*/ 113579 h 493345"/>
                <a:gd name="connsiteX238" fmla="*/ 191089 w 537198"/>
                <a:gd name="connsiteY238" fmla="*/ 120157 h 493345"/>
                <a:gd name="connsiteX239" fmla="*/ 193830 w 537198"/>
                <a:gd name="connsiteY239" fmla="*/ 131120 h 493345"/>
                <a:gd name="connsiteX240" fmla="*/ 198544 w 537198"/>
                <a:gd name="connsiteY240" fmla="*/ 146907 h 493345"/>
                <a:gd name="connsiteX241" fmla="*/ 203916 w 537198"/>
                <a:gd name="connsiteY241" fmla="*/ 166093 h 493345"/>
                <a:gd name="connsiteX242" fmla="*/ 205341 w 537198"/>
                <a:gd name="connsiteY242" fmla="*/ 180016 h 493345"/>
                <a:gd name="connsiteX243" fmla="*/ 203477 w 537198"/>
                <a:gd name="connsiteY243" fmla="*/ 210275 h 493345"/>
                <a:gd name="connsiteX244" fmla="*/ 205122 w 537198"/>
                <a:gd name="connsiteY244" fmla="*/ 221896 h 493345"/>
                <a:gd name="connsiteX245" fmla="*/ 208411 w 537198"/>
                <a:gd name="connsiteY245" fmla="*/ 229680 h 493345"/>
                <a:gd name="connsiteX246" fmla="*/ 224746 w 537198"/>
                <a:gd name="connsiteY246" fmla="*/ 256211 h 493345"/>
                <a:gd name="connsiteX247" fmla="*/ 241739 w 537198"/>
                <a:gd name="connsiteY247" fmla="*/ 289648 h 493345"/>
                <a:gd name="connsiteX248" fmla="*/ 244590 w 537198"/>
                <a:gd name="connsiteY248" fmla="*/ 298200 h 493345"/>
                <a:gd name="connsiteX249" fmla="*/ 251387 w 537198"/>
                <a:gd name="connsiteY249" fmla="*/ 304558 h 493345"/>
                <a:gd name="connsiteX250" fmla="*/ 255882 w 537198"/>
                <a:gd name="connsiteY250" fmla="*/ 307080 h 493345"/>
                <a:gd name="connsiteX251" fmla="*/ 270024 w 537198"/>
                <a:gd name="connsiteY251" fmla="*/ 316289 h 493345"/>
                <a:gd name="connsiteX252" fmla="*/ 277589 w 537198"/>
                <a:gd name="connsiteY252" fmla="*/ 319907 h 493345"/>
                <a:gd name="connsiteX253" fmla="*/ 281097 w 537198"/>
                <a:gd name="connsiteY253" fmla="*/ 323086 h 493345"/>
                <a:gd name="connsiteX254" fmla="*/ 283728 w 537198"/>
                <a:gd name="connsiteY254" fmla="*/ 322867 h 493345"/>
                <a:gd name="connsiteX255" fmla="*/ 284934 w 537198"/>
                <a:gd name="connsiteY255" fmla="*/ 320126 h 493345"/>
                <a:gd name="connsiteX256" fmla="*/ 287675 w 537198"/>
                <a:gd name="connsiteY256" fmla="*/ 320565 h 493345"/>
                <a:gd name="connsiteX257" fmla="*/ 290197 w 537198"/>
                <a:gd name="connsiteY257" fmla="*/ 322209 h 493345"/>
                <a:gd name="connsiteX258" fmla="*/ 292060 w 537198"/>
                <a:gd name="connsiteY258" fmla="*/ 324621 h 493345"/>
                <a:gd name="connsiteX259" fmla="*/ 293595 w 537198"/>
                <a:gd name="connsiteY259" fmla="*/ 327362 h 493345"/>
                <a:gd name="connsiteX260" fmla="*/ 294472 w 537198"/>
                <a:gd name="connsiteY260" fmla="*/ 331638 h 493345"/>
                <a:gd name="connsiteX261" fmla="*/ 296226 w 537198"/>
                <a:gd name="connsiteY261" fmla="*/ 335694 h 493345"/>
                <a:gd name="connsiteX262" fmla="*/ 296555 w 537198"/>
                <a:gd name="connsiteY262" fmla="*/ 337887 h 493345"/>
                <a:gd name="connsiteX263" fmla="*/ 293047 w 537198"/>
                <a:gd name="connsiteY263" fmla="*/ 339641 h 493345"/>
                <a:gd name="connsiteX264" fmla="*/ 289758 w 537198"/>
                <a:gd name="connsiteY264" fmla="*/ 345342 h 493345"/>
                <a:gd name="connsiteX265" fmla="*/ 287675 w 537198"/>
                <a:gd name="connsiteY265" fmla="*/ 349288 h 493345"/>
                <a:gd name="connsiteX266" fmla="*/ 285153 w 537198"/>
                <a:gd name="connsiteY266" fmla="*/ 359046 h 493345"/>
                <a:gd name="connsiteX267" fmla="*/ 288552 w 537198"/>
                <a:gd name="connsiteY267" fmla="*/ 371325 h 493345"/>
                <a:gd name="connsiteX268" fmla="*/ 290416 w 537198"/>
                <a:gd name="connsiteY268" fmla="*/ 387989 h 493345"/>
                <a:gd name="connsiteX269" fmla="*/ 287127 w 537198"/>
                <a:gd name="connsiteY269" fmla="*/ 392483 h 493345"/>
                <a:gd name="connsiteX270" fmla="*/ 287785 w 537198"/>
                <a:gd name="connsiteY270" fmla="*/ 398294 h 493345"/>
                <a:gd name="connsiteX271" fmla="*/ 285921 w 537198"/>
                <a:gd name="connsiteY271" fmla="*/ 403337 h 493345"/>
                <a:gd name="connsiteX272" fmla="*/ 287236 w 537198"/>
                <a:gd name="connsiteY272" fmla="*/ 406297 h 493345"/>
                <a:gd name="connsiteX273" fmla="*/ 287675 w 537198"/>
                <a:gd name="connsiteY273" fmla="*/ 411779 h 493345"/>
                <a:gd name="connsiteX274" fmla="*/ 286908 w 537198"/>
                <a:gd name="connsiteY274" fmla="*/ 418028 h 493345"/>
                <a:gd name="connsiteX275" fmla="*/ 283838 w 537198"/>
                <a:gd name="connsiteY275" fmla="*/ 421646 h 493345"/>
                <a:gd name="connsiteX276" fmla="*/ 279782 w 537198"/>
                <a:gd name="connsiteY276" fmla="*/ 425483 h 493345"/>
                <a:gd name="connsiteX277" fmla="*/ 278027 w 537198"/>
                <a:gd name="connsiteY277" fmla="*/ 425373 h 493345"/>
                <a:gd name="connsiteX278" fmla="*/ 275725 w 537198"/>
                <a:gd name="connsiteY278" fmla="*/ 425264 h 493345"/>
                <a:gd name="connsiteX279" fmla="*/ 274300 w 537198"/>
                <a:gd name="connsiteY279" fmla="*/ 423729 h 493345"/>
                <a:gd name="connsiteX280" fmla="*/ 272217 w 537198"/>
                <a:gd name="connsiteY280" fmla="*/ 424496 h 493345"/>
                <a:gd name="connsiteX281" fmla="*/ 270463 w 537198"/>
                <a:gd name="connsiteY281" fmla="*/ 427237 h 493345"/>
                <a:gd name="connsiteX282" fmla="*/ 269147 w 537198"/>
                <a:gd name="connsiteY282" fmla="*/ 430307 h 493345"/>
                <a:gd name="connsiteX283" fmla="*/ 267393 w 537198"/>
                <a:gd name="connsiteY283" fmla="*/ 434034 h 493345"/>
                <a:gd name="connsiteX284" fmla="*/ 264104 w 537198"/>
                <a:gd name="connsiteY284" fmla="*/ 437104 h 493345"/>
                <a:gd name="connsiteX285" fmla="*/ 262679 w 537198"/>
                <a:gd name="connsiteY285" fmla="*/ 439845 h 493345"/>
                <a:gd name="connsiteX286" fmla="*/ 260157 w 537198"/>
                <a:gd name="connsiteY286" fmla="*/ 440612 h 493345"/>
                <a:gd name="connsiteX287" fmla="*/ 253689 w 537198"/>
                <a:gd name="connsiteY287" fmla="*/ 445874 h 493345"/>
                <a:gd name="connsiteX288" fmla="*/ 249523 w 537198"/>
                <a:gd name="connsiteY288" fmla="*/ 454097 h 493345"/>
                <a:gd name="connsiteX289" fmla="*/ 246563 w 537198"/>
                <a:gd name="connsiteY289" fmla="*/ 457934 h 493345"/>
                <a:gd name="connsiteX290" fmla="*/ 244809 w 537198"/>
                <a:gd name="connsiteY290" fmla="*/ 457605 h 493345"/>
                <a:gd name="connsiteX291" fmla="*/ 243603 w 537198"/>
                <a:gd name="connsiteY291" fmla="*/ 458921 h 493345"/>
                <a:gd name="connsiteX292" fmla="*/ 242726 w 537198"/>
                <a:gd name="connsiteY292" fmla="*/ 461223 h 493345"/>
                <a:gd name="connsiteX293" fmla="*/ 241410 w 537198"/>
                <a:gd name="connsiteY293" fmla="*/ 465718 h 493345"/>
                <a:gd name="connsiteX294" fmla="*/ 239656 w 537198"/>
                <a:gd name="connsiteY294" fmla="*/ 468678 h 493345"/>
                <a:gd name="connsiteX295" fmla="*/ 237464 w 537198"/>
                <a:gd name="connsiteY295" fmla="*/ 473721 h 493345"/>
                <a:gd name="connsiteX296" fmla="*/ 233955 w 537198"/>
                <a:gd name="connsiteY296" fmla="*/ 476133 h 493345"/>
                <a:gd name="connsiteX297" fmla="*/ 231982 w 537198"/>
                <a:gd name="connsiteY297" fmla="*/ 475475 h 493345"/>
                <a:gd name="connsiteX298" fmla="*/ 230228 w 537198"/>
                <a:gd name="connsiteY298" fmla="*/ 475146 h 493345"/>
                <a:gd name="connsiteX299" fmla="*/ 227925 w 537198"/>
                <a:gd name="connsiteY299" fmla="*/ 477448 h 493345"/>
                <a:gd name="connsiteX300" fmla="*/ 225952 w 537198"/>
                <a:gd name="connsiteY300" fmla="*/ 479641 h 493345"/>
                <a:gd name="connsiteX301" fmla="*/ 228364 w 537198"/>
                <a:gd name="connsiteY301" fmla="*/ 482053 h 493345"/>
                <a:gd name="connsiteX302" fmla="*/ 232091 w 537198"/>
                <a:gd name="connsiteY302" fmla="*/ 479203 h 493345"/>
                <a:gd name="connsiteX303" fmla="*/ 239108 w 537198"/>
                <a:gd name="connsiteY303" fmla="*/ 483149 h 493345"/>
                <a:gd name="connsiteX304" fmla="*/ 246234 w 537198"/>
                <a:gd name="connsiteY304" fmla="*/ 483698 h 493345"/>
                <a:gd name="connsiteX305" fmla="*/ 252373 w 537198"/>
                <a:gd name="connsiteY305" fmla="*/ 486767 h 493345"/>
                <a:gd name="connsiteX306" fmla="*/ 256868 w 537198"/>
                <a:gd name="connsiteY306" fmla="*/ 485671 h 493345"/>
                <a:gd name="connsiteX307" fmla="*/ 260596 w 537198"/>
                <a:gd name="connsiteY307" fmla="*/ 482382 h 493345"/>
                <a:gd name="connsiteX308" fmla="*/ 262131 w 537198"/>
                <a:gd name="connsiteY308" fmla="*/ 480737 h 493345"/>
                <a:gd name="connsiteX309" fmla="*/ 266078 w 537198"/>
                <a:gd name="connsiteY309" fmla="*/ 482492 h 493345"/>
                <a:gd name="connsiteX310" fmla="*/ 272217 w 537198"/>
                <a:gd name="connsiteY310" fmla="*/ 488192 h 493345"/>
                <a:gd name="connsiteX311" fmla="*/ 276054 w 537198"/>
                <a:gd name="connsiteY311" fmla="*/ 496963 h 493345"/>
                <a:gd name="connsiteX312" fmla="*/ 278576 w 537198"/>
                <a:gd name="connsiteY312" fmla="*/ 495867 h 493345"/>
                <a:gd name="connsiteX313" fmla="*/ 280768 w 537198"/>
                <a:gd name="connsiteY313" fmla="*/ 494003 h 493345"/>
                <a:gd name="connsiteX314" fmla="*/ 284715 w 537198"/>
                <a:gd name="connsiteY314" fmla="*/ 487206 h 493345"/>
                <a:gd name="connsiteX315" fmla="*/ 289539 w 537198"/>
                <a:gd name="connsiteY315" fmla="*/ 480957 h 493345"/>
                <a:gd name="connsiteX316" fmla="*/ 294582 w 537198"/>
                <a:gd name="connsiteY316" fmla="*/ 474708 h 493345"/>
                <a:gd name="connsiteX317" fmla="*/ 298967 w 537198"/>
                <a:gd name="connsiteY317" fmla="*/ 468130 h 493345"/>
                <a:gd name="connsiteX318" fmla="*/ 303352 w 537198"/>
                <a:gd name="connsiteY318" fmla="*/ 460784 h 493345"/>
                <a:gd name="connsiteX319" fmla="*/ 308615 w 537198"/>
                <a:gd name="connsiteY319" fmla="*/ 453878 h 493345"/>
                <a:gd name="connsiteX320" fmla="*/ 314864 w 537198"/>
                <a:gd name="connsiteY320" fmla="*/ 448177 h 493345"/>
                <a:gd name="connsiteX321" fmla="*/ 322209 w 537198"/>
                <a:gd name="connsiteY321" fmla="*/ 444230 h 493345"/>
                <a:gd name="connsiteX322" fmla="*/ 324840 w 537198"/>
                <a:gd name="connsiteY322" fmla="*/ 444120 h 493345"/>
                <a:gd name="connsiteX323" fmla="*/ 325827 w 537198"/>
                <a:gd name="connsiteY323" fmla="*/ 445436 h 493345"/>
                <a:gd name="connsiteX324" fmla="*/ 326156 w 537198"/>
                <a:gd name="connsiteY324" fmla="*/ 447190 h 493345"/>
                <a:gd name="connsiteX325" fmla="*/ 326923 w 537198"/>
                <a:gd name="connsiteY325" fmla="*/ 448286 h 493345"/>
                <a:gd name="connsiteX326" fmla="*/ 328129 w 537198"/>
                <a:gd name="connsiteY326" fmla="*/ 448396 h 493345"/>
                <a:gd name="connsiteX327" fmla="*/ 329116 w 537198"/>
                <a:gd name="connsiteY327" fmla="*/ 447957 h 493345"/>
                <a:gd name="connsiteX328" fmla="*/ 329993 w 537198"/>
                <a:gd name="connsiteY328" fmla="*/ 447300 h 493345"/>
                <a:gd name="connsiteX329" fmla="*/ 330980 w 537198"/>
                <a:gd name="connsiteY329" fmla="*/ 446642 h 493345"/>
                <a:gd name="connsiteX330" fmla="*/ 332624 w 537198"/>
                <a:gd name="connsiteY330" fmla="*/ 446203 h 493345"/>
                <a:gd name="connsiteX331" fmla="*/ 334707 w 537198"/>
                <a:gd name="connsiteY331" fmla="*/ 446313 h 493345"/>
                <a:gd name="connsiteX332" fmla="*/ 336790 w 537198"/>
                <a:gd name="connsiteY332" fmla="*/ 446642 h 493345"/>
                <a:gd name="connsiteX333" fmla="*/ 338544 w 537198"/>
                <a:gd name="connsiteY333" fmla="*/ 446971 h 493345"/>
                <a:gd name="connsiteX334" fmla="*/ 348411 w 537198"/>
                <a:gd name="connsiteY334" fmla="*/ 445217 h 493345"/>
                <a:gd name="connsiteX335" fmla="*/ 356963 w 537198"/>
                <a:gd name="connsiteY335" fmla="*/ 439625 h 493345"/>
                <a:gd name="connsiteX336" fmla="*/ 365075 w 537198"/>
                <a:gd name="connsiteY336" fmla="*/ 432718 h 493345"/>
                <a:gd name="connsiteX337" fmla="*/ 373517 w 537198"/>
                <a:gd name="connsiteY337" fmla="*/ 427127 h 493345"/>
                <a:gd name="connsiteX338" fmla="*/ 375381 w 537198"/>
                <a:gd name="connsiteY338" fmla="*/ 426689 h 493345"/>
                <a:gd name="connsiteX339" fmla="*/ 377354 w 537198"/>
                <a:gd name="connsiteY339" fmla="*/ 426579 h 493345"/>
                <a:gd name="connsiteX340" fmla="*/ 379327 w 537198"/>
                <a:gd name="connsiteY340" fmla="*/ 426689 h 493345"/>
                <a:gd name="connsiteX341" fmla="*/ 381301 w 537198"/>
                <a:gd name="connsiteY341" fmla="*/ 427018 h 493345"/>
                <a:gd name="connsiteX342" fmla="*/ 385028 w 537198"/>
                <a:gd name="connsiteY342" fmla="*/ 428004 h 493345"/>
                <a:gd name="connsiteX343" fmla="*/ 387221 w 537198"/>
                <a:gd name="connsiteY343" fmla="*/ 428991 h 493345"/>
                <a:gd name="connsiteX344" fmla="*/ 389085 w 537198"/>
                <a:gd name="connsiteY344" fmla="*/ 430416 h 493345"/>
                <a:gd name="connsiteX345" fmla="*/ 391826 w 537198"/>
                <a:gd name="connsiteY345" fmla="*/ 432828 h 493345"/>
                <a:gd name="connsiteX346" fmla="*/ 393470 w 537198"/>
                <a:gd name="connsiteY346" fmla="*/ 434253 h 493345"/>
                <a:gd name="connsiteX347" fmla="*/ 395005 w 537198"/>
                <a:gd name="connsiteY347" fmla="*/ 435788 h 493345"/>
                <a:gd name="connsiteX348" fmla="*/ 396649 w 537198"/>
                <a:gd name="connsiteY348" fmla="*/ 437323 h 493345"/>
                <a:gd name="connsiteX349" fmla="*/ 398404 w 537198"/>
                <a:gd name="connsiteY349" fmla="*/ 438639 h 493345"/>
                <a:gd name="connsiteX350" fmla="*/ 401473 w 537198"/>
                <a:gd name="connsiteY350" fmla="*/ 441928 h 493345"/>
                <a:gd name="connsiteX351" fmla="*/ 404653 w 537198"/>
                <a:gd name="connsiteY351" fmla="*/ 444997 h 493345"/>
                <a:gd name="connsiteX352" fmla="*/ 408270 w 537198"/>
                <a:gd name="connsiteY352" fmla="*/ 447190 h 493345"/>
                <a:gd name="connsiteX353" fmla="*/ 412765 w 537198"/>
                <a:gd name="connsiteY353" fmla="*/ 447848 h 493345"/>
                <a:gd name="connsiteX354" fmla="*/ 418686 w 537198"/>
                <a:gd name="connsiteY354" fmla="*/ 447738 h 493345"/>
                <a:gd name="connsiteX355" fmla="*/ 423509 w 537198"/>
                <a:gd name="connsiteY355" fmla="*/ 448286 h 493345"/>
                <a:gd name="connsiteX356" fmla="*/ 427675 w 537198"/>
                <a:gd name="connsiteY356" fmla="*/ 450589 h 493345"/>
                <a:gd name="connsiteX357" fmla="*/ 431513 w 537198"/>
                <a:gd name="connsiteY357" fmla="*/ 455960 h 493345"/>
                <a:gd name="connsiteX358" fmla="*/ 433924 w 537198"/>
                <a:gd name="connsiteY358" fmla="*/ 460236 h 493345"/>
                <a:gd name="connsiteX359" fmla="*/ 436446 w 537198"/>
                <a:gd name="connsiteY359" fmla="*/ 463635 h 493345"/>
                <a:gd name="connsiteX360" fmla="*/ 439516 w 537198"/>
                <a:gd name="connsiteY360" fmla="*/ 466485 h 493345"/>
                <a:gd name="connsiteX361" fmla="*/ 443462 w 537198"/>
                <a:gd name="connsiteY361" fmla="*/ 469116 h 493345"/>
                <a:gd name="connsiteX362" fmla="*/ 447848 w 537198"/>
                <a:gd name="connsiteY362" fmla="*/ 471419 h 493345"/>
                <a:gd name="connsiteX363" fmla="*/ 452343 w 537198"/>
                <a:gd name="connsiteY363" fmla="*/ 473940 h 493345"/>
                <a:gd name="connsiteX364" fmla="*/ 456180 w 537198"/>
                <a:gd name="connsiteY364" fmla="*/ 477120 h 493345"/>
                <a:gd name="connsiteX365" fmla="*/ 458701 w 537198"/>
                <a:gd name="connsiteY365" fmla="*/ 481395 h 493345"/>
                <a:gd name="connsiteX366" fmla="*/ 461223 w 537198"/>
                <a:gd name="connsiteY366" fmla="*/ 484574 h 493345"/>
                <a:gd name="connsiteX367" fmla="*/ 465608 w 537198"/>
                <a:gd name="connsiteY367" fmla="*/ 487206 h 493345"/>
                <a:gd name="connsiteX368" fmla="*/ 470432 w 537198"/>
                <a:gd name="connsiteY368" fmla="*/ 489618 h 493345"/>
                <a:gd name="connsiteX369" fmla="*/ 474488 w 537198"/>
                <a:gd name="connsiteY369" fmla="*/ 492139 h 493345"/>
                <a:gd name="connsiteX370" fmla="*/ 474927 w 537198"/>
                <a:gd name="connsiteY370" fmla="*/ 490714 h 493345"/>
                <a:gd name="connsiteX371" fmla="*/ 475256 w 537198"/>
                <a:gd name="connsiteY371" fmla="*/ 489289 h 493345"/>
                <a:gd name="connsiteX372" fmla="*/ 475365 w 537198"/>
                <a:gd name="connsiteY372" fmla="*/ 487863 h 493345"/>
                <a:gd name="connsiteX373" fmla="*/ 475256 w 537198"/>
                <a:gd name="connsiteY373" fmla="*/ 486329 h 493345"/>
                <a:gd name="connsiteX374" fmla="*/ 475037 w 537198"/>
                <a:gd name="connsiteY374" fmla="*/ 483040 h 493345"/>
                <a:gd name="connsiteX375" fmla="*/ 474927 w 537198"/>
                <a:gd name="connsiteY375" fmla="*/ 479641 h 493345"/>
                <a:gd name="connsiteX376" fmla="*/ 474927 w 537198"/>
                <a:gd name="connsiteY376" fmla="*/ 472953 h 493345"/>
                <a:gd name="connsiteX377" fmla="*/ 475804 w 537198"/>
                <a:gd name="connsiteY377" fmla="*/ 466047 h 493345"/>
                <a:gd name="connsiteX378" fmla="*/ 477229 w 537198"/>
                <a:gd name="connsiteY378" fmla="*/ 460017 h 493345"/>
                <a:gd name="connsiteX379" fmla="*/ 479422 w 537198"/>
                <a:gd name="connsiteY379" fmla="*/ 454316 h 493345"/>
                <a:gd name="connsiteX380" fmla="*/ 482491 w 537198"/>
                <a:gd name="connsiteY380" fmla="*/ 448396 h 493345"/>
                <a:gd name="connsiteX381" fmla="*/ 483588 w 537198"/>
                <a:gd name="connsiteY381" fmla="*/ 446423 h 493345"/>
                <a:gd name="connsiteX382" fmla="*/ 484684 w 537198"/>
                <a:gd name="connsiteY382" fmla="*/ 444449 h 493345"/>
                <a:gd name="connsiteX383" fmla="*/ 485671 w 537198"/>
                <a:gd name="connsiteY383" fmla="*/ 442476 h 493345"/>
                <a:gd name="connsiteX384" fmla="*/ 486658 w 537198"/>
                <a:gd name="connsiteY384" fmla="*/ 440502 h 493345"/>
                <a:gd name="connsiteX385" fmla="*/ 488631 w 537198"/>
                <a:gd name="connsiteY385" fmla="*/ 436665 h 493345"/>
                <a:gd name="connsiteX386" fmla="*/ 489508 w 537198"/>
                <a:gd name="connsiteY386" fmla="*/ 432280 h 493345"/>
                <a:gd name="connsiteX387" fmla="*/ 489837 w 537198"/>
                <a:gd name="connsiteY387" fmla="*/ 427675 h 493345"/>
                <a:gd name="connsiteX388" fmla="*/ 490166 w 537198"/>
                <a:gd name="connsiteY388" fmla="*/ 423181 h 493345"/>
                <a:gd name="connsiteX389" fmla="*/ 490166 w 537198"/>
                <a:gd name="connsiteY389" fmla="*/ 422303 h 493345"/>
                <a:gd name="connsiteX390" fmla="*/ 490166 w 537198"/>
                <a:gd name="connsiteY390" fmla="*/ 421426 h 493345"/>
                <a:gd name="connsiteX391" fmla="*/ 490166 w 537198"/>
                <a:gd name="connsiteY391" fmla="*/ 420549 h 493345"/>
                <a:gd name="connsiteX392" fmla="*/ 490166 w 537198"/>
                <a:gd name="connsiteY392" fmla="*/ 419782 h 493345"/>
                <a:gd name="connsiteX393" fmla="*/ 489837 w 537198"/>
                <a:gd name="connsiteY393" fmla="*/ 415945 h 493345"/>
                <a:gd name="connsiteX394" fmla="*/ 489508 w 537198"/>
                <a:gd name="connsiteY394" fmla="*/ 411779 h 493345"/>
                <a:gd name="connsiteX395" fmla="*/ 488960 w 537198"/>
                <a:gd name="connsiteY395" fmla="*/ 407722 h 493345"/>
                <a:gd name="connsiteX396" fmla="*/ 488083 w 537198"/>
                <a:gd name="connsiteY396" fmla="*/ 403995 h 493345"/>
                <a:gd name="connsiteX397" fmla="*/ 486548 w 537198"/>
                <a:gd name="connsiteY397" fmla="*/ 398952 h 493345"/>
                <a:gd name="connsiteX398" fmla="*/ 486109 w 537198"/>
                <a:gd name="connsiteY398" fmla="*/ 395224 h 493345"/>
                <a:gd name="connsiteX399" fmla="*/ 487864 w 537198"/>
                <a:gd name="connsiteY399" fmla="*/ 392703 h 493345"/>
                <a:gd name="connsiteX400" fmla="*/ 490495 w 537198"/>
                <a:gd name="connsiteY400" fmla="*/ 389085 h 493345"/>
                <a:gd name="connsiteX401" fmla="*/ 491591 w 537198"/>
                <a:gd name="connsiteY401" fmla="*/ 389085 h 493345"/>
                <a:gd name="connsiteX402" fmla="*/ 498607 w 537198"/>
                <a:gd name="connsiteY402" fmla="*/ 387989 h 493345"/>
                <a:gd name="connsiteX403" fmla="*/ 513956 w 537198"/>
                <a:gd name="connsiteY403" fmla="*/ 387769 h 493345"/>
                <a:gd name="connsiteX404" fmla="*/ 518451 w 537198"/>
                <a:gd name="connsiteY404" fmla="*/ 386892 h 493345"/>
                <a:gd name="connsiteX405" fmla="*/ 522288 w 537198"/>
                <a:gd name="connsiteY405" fmla="*/ 384700 h 493345"/>
                <a:gd name="connsiteX406" fmla="*/ 533580 w 537198"/>
                <a:gd name="connsiteY406" fmla="*/ 374065 h 493345"/>
                <a:gd name="connsiteX407" fmla="*/ 536321 w 537198"/>
                <a:gd name="connsiteY407" fmla="*/ 370557 h 493345"/>
                <a:gd name="connsiteX408" fmla="*/ 537527 w 537198"/>
                <a:gd name="connsiteY408" fmla="*/ 366939 h 493345"/>
                <a:gd name="connsiteX409" fmla="*/ 537527 w 537198"/>
                <a:gd name="connsiteY409" fmla="*/ 357949 h 493345"/>
                <a:gd name="connsiteX410" fmla="*/ 538623 w 537198"/>
                <a:gd name="connsiteY410" fmla="*/ 354112 h 493345"/>
                <a:gd name="connsiteX411" fmla="*/ 540926 w 537198"/>
                <a:gd name="connsiteY411" fmla="*/ 352029 h 493345"/>
                <a:gd name="connsiteX412" fmla="*/ 539172 w 537198"/>
                <a:gd name="connsiteY412" fmla="*/ 350823 h 493345"/>
                <a:gd name="connsiteX413" fmla="*/ 90008 w 537198"/>
                <a:gd name="connsiteY413" fmla="*/ 359923 h 493345"/>
                <a:gd name="connsiteX414" fmla="*/ 88035 w 537198"/>
                <a:gd name="connsiteY414" fmla="*/ 360361 h 493345"/>
                <a:gd name="connsiteX415" fmla="*/ 84417 w 537198"/>
                <a:gd name="connsiteY415" fmla="*/ 360142 h 493345"/>
                <a:gd name="connsiteX416" fmla="*/ 80580 w 537198"/>
                <a:gd name="connsiteY416" fmla="*/ 364198 h 493345"/>
                <a:gd name="connsiteX417" fmla="*/ 82334 w 537198"/>
                <a:gd name="connsiteY417" fmla="*/ 367049 h 493345"/>
                <a:gd name="connsiteX418" fmla="*/ 86829 w 537198"/>
                <a:gd name="connsiteY418" fmla="*/ 369461 h 493345"/>
                <a:gd name="connsiteX419" fmla="*/ 88912 w 537198"/>
                <a:gd name="connsiteY419" fmla="*/ 368364 h 493345"/>
                <a:gd name="connsiteX420" fmla="*/ 90775 w 537198"/>
                <a:gd name="connsiteY420" fmla="*/ 369241 h 493345"/>
                <a:gd name="connsiteX421" fmla="*/ 91104 w 537198"/>
                <a:gd name="connsiteY421" fmla="*/ 365514 h 493345"/>
                <a:gd name="connsiteX422" fmla="*/ 91433 w 537198"/>
                <a:gd name="connsiteY422" fmla="*/ 361348 h 493345"/>
                <a:gd name="connsiteX423" fmla="*/ 90775 w 537198"/>
                <a:gd name="connsiteY423" fmla="*/ 360471 h 493345"/>
                <a:gd name="connsiteX424" fmla="*/ 90008 w 537198"/>
                <a:gd name="connsiteY424" fmla="*/ 359923 h 49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537198" h="493345">
                  <a:moveTo>
                    <a:pt x="62381" y="331199"/>
                  </a:moveTo>
                  <a:lnTo>
                    <a:pt x="62271" y="329006"/>
                  </a:lnTo>
                  <a:lnTo>
                    <a:pt x="59640" y="328897"/>
                  </a:lnTo>
                  <a:lnTo>
                    <a:pt x="56022" y="328677"/>
                  </a:lnTo>
                  <a:lnTo>
                    <a:pt x="51966" y="327801"/>
                  </a:lnTo>
                  <a:lnTo>
                    <a:pt x="49554" y="326156"/>
                  </a:lnTo>
                  <a:lnTo>
                    <a:pt x="47251" y="326704"/>
                  </a:lnTo>
                  <a:lnTo>
                    <a:pt x="45059" y="326375"/>
                  </a:lnTo>
                  <a:lnTo>
                    <a:pt x="42647" y="328677"/>
                  </a:lnTo>
                  <a:lnTo>
                    <a:pt x="38591" y="331747"/>
                  </a:lnTo>
                  <a:lnTo>
                    <a:pt x="41331" y="335475"/>
                  </a:lnTo>
                  <a:lnTo>
                    <a:pt x="45168" y="336133"/>
                  </a:lnTo>
                  <a:lnTo>
                    <a:pt x="48238" y="338544"/>
                  </a:lnTo>
                  <a:lnTo>
                    <a:pt x="51198" y="338873"/>
                  </a:lnTo>
                  <a:lnTo>
                    <a:pt x="56351" y="341395"/>
                  </a:lnTo>
                  <a:lnTo>
                    <a:pt x="59421" y="341833"/>
                  </a:lnTo>
                  <a:lnTo>
                    <a:pt x="59859" y="339531"/>
                  </a:lnTo>
                  <a:lnTo>
                    <a:pt x="60627" y="336242"/>
                  </a:lnTo>
                  <a:lnTo>
                    <a:pt x="64135" y="334488"/>
                  </a:lnTo>
                  <a:lnTo>
                    <a:pt x="64135" y="332515"/>
                  </a:lnTo>
                  <a:lnTo>
                    <a:pt x="62381" y="331199"/>
                  </a:lnTo>
                  <a:close/>
                  <a:moveTo>
                    <a:pt x="4933" y="273204"/>
                  </a:moveTo>
                  <a:lnTo>
                    <a:pt x="6468" y="271669"/>
                  </a:lnTo>
                  <a:lnTo>
                    <a:pt x="6030" y="268928"/>
                  </a:lnTo>
                  <a:lnTo>
                    <a:pt x="5043" y="268380"/>
                  </a:lnTo>
                  <a:lnTo>
                    <a:pt x="4933" y="266735"/>
                  </a:lnTo>
                  <a:lnTo>
                    <a:pt x="3399" y="267832"/>
                  </a:lnTo>
                  <a:lnTo>
                    <a:pt x="2083" y="267174"/>
                  </a:lnTo>
                  <a:lnTo>
                    <a:pt x="987" y="270134"/>
                  </a:lnTo>
                  <a:lnTo>
                    <a:pt x="0" y="273094"/>
                  </a:lnTo>
                  <a:lnTo>
                    <a:pt x="1973" y="277260"/>
                  </a:lnTo>
                  <a:lnTo>
                    <a:pt x="6139" y="274519"/>
                  </a:lnTo>
                  <a:lnTo>
                    <a:pt x="4933" y="273204"/>
                  </a:lnTo>
                  <a:close/>
                  <a:moveTo>
                    <a:pt x="36179" y="303572"/>
                  </a:moveTo>
                  <a:lnTo>
                    <a:pt x="35302" y="303024"/>
                  </a:lnTo>
                  <a:lnTo>
                    <a:pt x="34425" y="302256"/>
                  </a:lnTo>
                  <a:lnTo>
                    <a:pt x="33438" y="300502"/>
                  </a:lnTo>
                  <a:lnTo>
                    <a:pt x="31903" y="299077"/>
                  </a:lnTo>
                  <a:lnTo>
                    <a:pt x="29381" y="296446"/>
                  </a:lnTo>
                  <a:lnTo>
                    <a:pt x="29930" y="293924"/>
                  </a:lnTo>
                  <a:lnTo>
                    <a:pt x="30368" y="291951"/>
                  </a:lnTo>
                  <a:lnTo>
                    <a:pt x="27737" y="289648"/>
                  </a:lnTo>
                  <a:lnTo>
                    <a:pt x="19953" y="286250"/>
                  </a:lnTo>
                  <a:lnTo>
                    <a:pt x="17541" y="284825"/>
                  </a:lnTo>
                  <a:lnTo>
                    <a:pt x="13375" y="285044"/>
                  </a:lnTo>
                  <a:lnTo>
                    <a:pt x="9209" y="283728"/>
                  </a:lnTo>
                  <a:lnTo>
                    <a:pt x="5482" y="284496"/>
                  </a:lnTo>
                  <a:lnTo>
                    <a:pt x="7455" y="286360"/>
                  </a:lnTo>
                  <a:lnTo>
                    <a:pt x="7784" y="288771"/>
                  </a:lnTo>
                  <a:lnTo>
                    <a:pt x="7784" y="290964"/>
                  </a:lnTo>
                  <a:lnTo>
                    <a:pt x="6468" y="291841"/>
                  </a:lnTo>
                  <a:lnTo>
                    <a:pt x="7345" y="293157"/>
                  </a:lnTo>
                  <a:lnTo>
                    <a:pt x="9319" y="295897"/>
                  </a:lnTo>
                  <a:lnTo>
                    <a:pt x="10525" y="298638"/>
                  </a:lnTo>
                  <a:lnTo>
                    <a:pt x="11840" y="300502"/>
                  </a:lnTo>
                  <a:lnTo>
                    <a:pt x="11840" y="302146"/>
                  </a:lnTo>
                  <a:lnTo>
                    <a:pt x="11511" y="303133"/>
                  </a:lnTo>
                  <a:lnTo>
                    <a:pt x="11292" y="303901"/>
                  </a:lnTo>
                  <a:lnTo>
                    <a:pt x="19186" y="308834"/>
                  </a:lnTo>
                  <a:lnTo>
                    <a:pt x="26860" y="311685"/>
                  </a:lnTo>
                  <a:lnTo>
                    <a:pt x="28285" y="312123"/>
                  </a:lnTo>
                  <a:lnTo>
                    <a:pt x="29710" y="313548"/>
                  </a:lnTo>
                  <a:lnTo>
                    <a:pt x="29052" y="314864"/>
                  </a:lnTo>
                  <a:lnTo>
                    <a:pt x="28833" y="316070"/>
                  </a:lnTo>
                  <a:lnTo>
                    <a:pt x="29820" y="315850"/>
                  </a:lnTo>
                  <a:lnTo>
                    <a:pt x="30697" y="316508"/>
                  </a:lnTo>
                  <a:lnTo>
                    <a:pt x="30807" y="314645"/>
                  </a:lnTo>
                  <a:lnTo>
                    <a:pt x="32013" y="313329"/>
                  </a:lnTo>
                  <a:lnTo>
                    <a:pt x="33109" y="312123"/>
                  </a:lnTo>
                  <a:lnTo>
                    <a:pt x="33328" y="310917"/>
                  </a:lnTo>
                  <a:lnTo>
                    <a:pt x="34973" y="310150"/>
                  </a:lnTo>
                  <a:lnTo>
                    <a:pt x="34534" y="308615"/>
                  </a:lnTo>
                  <a:lnTo>
                    <a:pt x="34205" y="306532"/>
                  </a:lnTo>
                  <a:lnTo>
                    <a:pt x="34973" y="304778"/>
                  </a:lnTo>
                  <a:lnTo>
                    <a:pt x="36179" y="303572"/>
                  </a:lnTo>
                  <a:close/>
                  <a:moveTo>
                    <a:pt x="539172" y="350823"/>
                  </a:moveTo>
                  <a:lnTo>
                    <a:pt x="527331" y="344464"/>
                  </a:lnTo>
                  <a:lnTo>
                    <a:pt x="514285" y="337010"/>
                  </a:lnTo>
                  <a:lnTo>
                    <a:pt x="501239" y="329226"/>
                  </a:lnTo>
                  <a:lnTo>
                    <a:pt x="488302" y="321332"/>
                  </a:lnTo>
                  <a:lnTo>
                    <a:pt x="492687" y="315960"/>
                  </a:lnTo>
                  <a:lnTo>
                    <a:pt x="496086" y="310698"/>
                  </a:lnTo>
                  <a:lnTo>
                    <a:pt x="498607" y="304997"/>
                  </a:lnTo>
                  <a:lnTo>
                    <a:pt x="500033" y="298090"/>
                  </a:lnTo>
                  <a:lnTo>
                    <a:pt x="500581" y="294582"/>
                  </a:lnTo>
                  <a:lnTo>
                    <a:pt x="501348" y="291183"/>
                  </a:lnTo>
                  <a:lnTo>
                    <a:pt x="502335" y="287785"/>
                  </a:lnTo>
                  <a:lnTo>
                    <a:pt x="503322" y="284386"/>
                  </a:lnTo>
                  <a:lnTo>
                    <a:pt x="504857" y="280439"/>
                  </a:lnTo>
                  <a:lnTo>
                    <a:pt x="507378" y="274190"/>
                  </a:lnTo>
                  <a:lnTo>
                    <a:pt x="509680" y="268270"/>
                  </a:lnTo>
                  <a:lnTo>
                    <a:pt x="510448" y="265310"/>
                  </a:lnTo>
                  <a:lnTo>
                    <a:pt x="504857" y="257965"/>
                  </a:lnTo>
                  <a:lnTo>
                    <a:pt x="499265" y="250948"/>
                  </a:lnTo>
                  <a:lnTo>
                    <a:pt x="493455" y="244151"/>
                  </a:lnTo>
                  <a:lnTo>
                    <a:pt x="487315" y="237463"/>
                  </a:lnTo>
                  <a:lnTo>
                    <a:pt x="479860" y="230008"/>
                  </a:lnTo>
                  <a:lnTo>
                    <a:pt x="472186" y="222882"/>
                  </a:lnTo>
                  <a:lnTo>
                    <a:pt x="464402" y="215975"/>
                  </a:lnTo>
                  <a:lnTo>
                    <a:pt x="456509" y="209069"/>
                  </a:lnTo>
                  <a:lnTo>
                    <a:pt x="452343" y="204903"/>
                  </a:lnTo>
                  <a:lnTo>
                    <a:pt x="451246" y="201614"/>
                  </a:lnTo>
                  <a:lnTo>
                    <a:pt x="452343" y="197667"/>
                  </a:lnTo>
                  <a:lnTo>
                    <a:pt x="454755" y="191747"/>
                  </a:lnTo>
                  <a:lnTo>
                    <a:pt x="457276" y="184730"/>
                  </a:lnTo>
                  <a:lnTo>
                    <a:pt x="459798" y="177714"/>
                  </a:lnTo>
                  <a:lnTo>
                    <a:pt x="462319" y="170697"/>
                  </a:lnTo>
                  <a:lnTo>
                    <a:pt x="464841" y="163681"/>
                  </a:lnTo>
                  <a:lnTo>
                    <a:pt x="465937" y="160830"/>
                  </a:lnTo>
                  <a:lnTo>
                    <a:pt x="467033" y="157871"/>
                  </a:lnTo>
                  <a:lnTo>
                    <a:pt x="467910" y="154910"/>
                  </a:lnTo>
                  <a:lnTo>
                    <a:pt x="468459" y="152060"/>
                  </a:lnTo>
                  <a:lnTo>
                    <a:pt x="467253" y="143838"/>
                  </a:lnTo>
                  <a:lnTo>
                    <a:pt x="466156" y="135615"/>
                  </a:lnTo>
                  <a:lnTo>
                    <a:pt x="465060" y="127283"/>
                  </a:lnTo>
                  <a:lnTo>
                    <a:pt x="463964" y="119061"/>
                  </a:lnTo>
                  <a:lnTo>
                    <a:pt x="456947" y="122130"/>
                  </a:lnTo>
                  <a:lnTo>
                    <a:pt x="449931" y="125200"/>
                  </a:lnTo>
                  <a:lnTo>
                    <a:pt x="442914" y="128270"/>
                  </a:lnTo>
                  <a:lnTo>
                    <a:pt x="435898" y="131339"/>
                  </a:lnTo>
                  <a:lnTo>
                    <a:pt x="430635" y="131559"/>
                  </a:lnTo>
                  <a:lnTo>
                    <a:pt x="424825" y="129037"/>
                  </a:lnTo>
                  <a:lnTo>
                    <a:pt x="419124" y="125419"/>
                  </a:lnTo>
                  <a:lnTo>
                    <a:pt x="414191" y="122240"/>
                  </a:lnTo>
                  <a:lnTo>
                    <a:pt x="409038" y="117635"/>
                  </a:lnTo>
                  <a:lnTo>
                    <a:pt x="406078" y="111496"/>
                  </a:lnTo>
                  <a:lnTo>
                    <a:pt x="404324" y="104480"/>
                  </a:lnTo>
                  <a:lnTo>
                    <a:pt x="402679" y="97134"/>
                  </a:lnTo>
                  <a:lnTo>
                    <a:pt x="402021" y="94393"/>
                  </a:lnTo>
                  <a:lnTo>
                    <a:pt x="401254" y="91543"/>
                  </a:lnTo>
                  <a:lnTo>
                    <a:pt x="400158" y="89021"/>
                  </a:lnTo>
                  <a:lnTo>
                    <a:pt x="398404" y="87158"/>
                  </a:lnTo>
                  <a:lnTo>
                    <a:pt x="394237" y="84307"/>
                  </a:lnTo>
                  <a:lnTo>
                    <a:pt x="387879" y="80251"/>
                  </a:lnTo>
                  <a:lnTo>
                    <a:pt x="381520" y="76962"/>
                  </a:lnTo>
                  <a:lnTo>
                    <a:pt x="377464" y="76523"/>
                  </a:lnTo>
                  <a:lnTo>
                    <a:pt x="371544" y="80909"/>
                  </a:lnTo>
                  <a:lnTo>
                    <a:pt x="365623" y="85294"/>
                  </a:lnTo>
                  <a:lnTo>
                    <a:pt x="359703" y="89679"/>
                  </a:lnTo>
                  <a:lnTo>
                    <a:pt x="353783" y="94064"/>
                  </a:lnTo>
                  <a:lnTo>
                    <a:pt x="349617" y="97682"/>
                  </a:lnTo>
                  <a:lnTo>
                    <a:pt x="344355" y="102068"/>
                  </a:lnTo>
                  <a:lnTo>
                    <a:pt x="338764" y="105137"/>
                  </a:lnTo>
                  <a:lnTo>
                    <a:pt x="333611" y="104808"/>
                  </a:lnTo>
                  <a:lnTo>
                    <a:pt x="332405" y="100642"/>
                  </a:lnTo>
                  <a:lnTo>
                    <a:pt x="332515" y="94174"/>
                  </a:lnTo>
                  <a:lnTo>
                    <a:pt x="333172" y="87377"/>
                  </a:lnTo>
                  <a:lnTo>
                    <a:pt x="333611" y="82334"/>
                  </a:lnTo>
                  <a:lnTo>
                    <a:pt x="334049" y="76852"/>
                  </a:lnTo>
                  <a:lnTo>
                    <a:pt x="335146" y="73344"/>
                  </a:lnTo>
                  <a:lnTo>
                    <a:pt x="337338" y="70384"/>
                  </a:lnTo>
                  <a:lnTo>
                    <a:pt x="341066" y="66656"/>
                  </a:lnTo>
                  <a:lnTo>
                    <a:pt x="343916" y="64025"/>
                  </a:lnTo>
                  <a:lnTo>
                    <a:pt x="348740" y="59530"/>
                  </a:lnTo>
                  <a:lnTo>
                    <a:pt x="353235" y="55035"/>
                  </a:lnTo>
                  <a:lnTo>
                    <a:pt x="354989" y="52404"/>
                  </a:lnTo>
                  <a:lnTo>
                    <a:pt x="352687" y="46813"/>
                  </a:lnTo>
                  <a:lnTo>
                    <a:pt x="350385" y="41222"/>
                  </a:lnTo>
                  <a:lnTo>
                    <a:pt x="348082" y="35630"/>
                  </a:lnTo>
                  <a:lnTo>
                    <a:pt x="345780" y="30039"/>
                  </a:lnTo>
                  <a:lnTo>
                    <a:pt x="343807" y="25764"/>
                  </a:lnTo>
                  <a:lnTo>
                    <a:pt x="341724" y="23023"/>
                  </a:lnTo>
                  <a:lnTo>
                    <a:pt x="338983" y="20940"/>
                  </a:lnTo>
                  <a:lnTo>
                    <a:pt x="334927" y="18637"/>
                  </a:lnTo>
                  <a:lnTo>
                    <a:pt x="326156" y="14033"/>
                  </a:lnTo>
                  <a:lnTo>
                    <a:pt x="316728" y="8880"/>
                  </a:lnTo>
                  <a:lnTo>
                    <a:pt x="307190" y="4276"/>
                  </a:lnTo>
                  <a:lnTo>
                    <a:pt x="297871" y="1206"/>
                  </a:lnTo>
                  <a:lnTo>
                    <a:pt x="287894" y="0"/>
                  </a:lnTo>
                  <a:lnTo>
                    <a:pt x="277370" y="0"/>
                  </a:lnTo>
                  <a:lnTo>
                    <a:pt x="266735" y="548"/>
                  </a:lnTo>
                  <a:lnTo>
                    <a:pt x="256539" y="877"/>
                  </a:lnTo>
                  <a:lnTo>
                    <a:pt x="251606" y="548"/>
                  </a:lnTo>
                  <a:lnTo>
                    <a:pt x="247440" y="987"/>
                  </a:lnTo>
                  <a:lnTo>
                    <a:pt x="244041" y="2960"/>
                  </a:lnTo>
                  <a:lnTo>
                    <a:pt x="241629" y="7016"/>
                  </a:lnTo>
                  <a:lnTo>
                    <a:pt x="240314" y="11073"/>
                  </a:lnTo>
                  <a:lnTo>
                    <a:pt x="240095" y="13594"/>
                  </a:lnTo>
                  <a:lnTo>
                    <a:pt x="240862" y="16006"/>
                  </a:lnTo>
                  <a:lnTo>
                    <a:pt x="242616" y="19515"/>
                  </a:lnTo>
                  <a:lnTo>
                    <a:pt x="244151" y="22255"/>
                  </a:lnTo>
                  <a:lnTo>
                    <a:pt x="245247" y="24229"/>
                  </a:lnTo>
                  <a:lnTo>
                    <a:pt x="245357" y="26202"/>
                  </a:lnTo>
                  <a:lnTo>
                    <a:pt x="243932" y="28943"/>
                  </a:lnTo>
                  <a:lnTo>
                    <a:pt x="241191" y="31793"/>
                  </a:lnTo>
                  <a:lnTo>
                    <a:pt x="237464" y="34753"/>
                  </a:lnTo>
                  <a:lnTo>
                    <a:pt x="233626" y="37604"/>
                  </a:lnTo>
                  <a:lnTo>
                    <a:pt x="230447" y="40235"/>
                  </a:lnTo>
                  <a:lnTo>
                    <a:pt x="227268" y="43524"/>
                  </a:lnTo>
                  <a:lnTo>
                    <a:pt x="223430" y="47800"/>
                  </a:lnTo>
                  <a:lnTo>
                    <a:pt x="220251" y="52404"/>
                  </a:lnTo>
                  <a:lnTo>
                    <a:pt x="219155" y="56790"/>
                  </a:lnTo>
                  <a:lnTo>
                    <a:pt x="219703" y="58873"/>
                  </a:lnTo>
                  <a:lnTo>
                    <a:pt x="220799" y="60298"/>
                  </a:lnTo>
                  <a:lnTo>
                    <a:pt x="222225" y="61504"/>
                  </a:lnTo>
                  <a:lnTo>
                    <a:pt x="223869" y="62600"/>
                  </a:lnTo>
                  <a:lnTo>
                    <a:pt x="226062" y="64135"/>
                  </a:lnTo>
                  <a:lnTo>
                    <a:pt x="227377" y="65341"/>
                  </a:lnTo>
                  <a:lnTo>
                    <a:pt x="228364" y="67095"/>
                  </a:lnTo>
                  <a:lnTo>
                    <a:pt x="229460" y="70055"/>
                  </a:lnTo>
                  <a:lnTo>
                    <a:pt x="230995" y="72138"/>
                  </a:lnTo>
                  <a:lnTo>
                    <a:pt x="233078" y="73015"/>
                  </a:lnTo>
                  <a:lnTo>
                    <a:pt x="235271" y="73673"/>
                  </a:lnTo>
                  <a:lnTo>
                    <a:pt x="237134" y="75098"/>
                  </a:lnTo>
                  <a:lnTo>
                    <a:pt x="237244" y="76194"/>
                  </a:lnTo>
                  <a:lnTo>
                    <a:pt x="236696" y="77729"/>
                  </a:lnTo>
                  <a:lnTo>
                    <a:pt x="236148" y="79374"/>
                  </a:lnTo>
                  <a:lnTo>
                    <a:pt x="236038" y="80689"/>
                  </a:lnTo>
                  <a:lnTo>
                    <a:pt x="236696" y="81347"/>
                  </a:lnTo>
                  <a:lnTo>
                    <a:pt x="237902" y="81786"/>
                  </a:lnTo>
                  <a:lnTo>
                    <a:pt x="239108" y="82224"/>
                  </a:lnTo>
                  <a:lnTo>
                    <a:pt x="239766" y="82772"/>
                  </a:lnTo>
                  <a:lnTo>
                    <a:pt x="241520" y="87706"/>
                  </a:lnTo>
                  <a:lnTo>
                    <a:pt x="243164" y="93078"/>
                  </a:lnTo>
                  <a:lnTo>
                    <a:pt x="244590" y="98559"/>
                  </a:lnTo>
                  <a:lnTo>
                    <a:pt x="245795" y="103712"/>
                  </a:lnTo>
                  <a:lnTo>
                    <a:pt x="245686" y="111167"/>
                  </a:lnTo>
                  <a:lnTo>
                    <a:pt x="241081" y="115443"/>
                  </a:lnTo>
                  <a:lnTo>
                    <a:pt x="234394" y="116430"/>
                  </a:lnTo>
                  <a:lnTo>
                    <a:pt x="227925" y="114347"/>
                  </a:lnTo>
                  <a:lnTo>
                    <a:pt x="225075" y="112044"/>
                  </a:lnTo>
                  <a:lnTo>
                    <a:pt x="222334" y="109413"/>
                  </a:lnTo>
                  <a:lnTo>
                    <a:pt x="219593" y="106891"/>
                  </a:lnTo>
                  <a:lnTo>
                    <a:pt x="216414" y="104918"/>
                  </a:lnTo>
                  <a:lnTo>
                    <a:pt x="212029" y="104041"/>
                  </a:lnTo>
                  <a:lnTo>
                    <a:pt x="207863" y="104808"/>
                  </a:lnTo>
                  <a:lnTo>
                    <a:pt x="203697" y="106124"/>
                  </a:lnTo>
                  <a:lnTo>
                    <a:pt x="199421" y="106891"/>
                  </a:lnTo>
                  <a:lnTo>
                    <a:pt x="200517" y="110509"/>
                  </a:lnTo>
                  <a:lnTo>
                    <a:pt x="201723" y="114566"/>
                  </a:lnTo>
                  <a:lnTo>
                    <a:pt x="202491" y="118622"/>
                  </a:lnTo>
                  <a:lnTo>
                    <a:pt x="202162" y="122350"/>
                  </a:lnTo>
                  <a:lnTo>
                    <a:pt x="199092" y="125200"/>
                  </a:lnTo>
                  <a:lnTo>
                    <a:pt x="195584" y="121692"/>
                  </a:lnTo>
                  <a:lnTo>
                    <a:pt x="192295" y="115991"/>
                  </a:lnTo>
                  <a:lnTo>
                    <a:pt x="190212" y="112373"/>
                  </a:lnTo>
                  <a:lnTo>
                    <a:pt x="190212" y="112373"/>
                  </a:lnTo>
                  <a:lnTo>
                    <a:pt x="188567" y="113579"/>
                  </a:lnTo>
                  <a:lnTo>
                    <a:pt x="191089" y="120157"/>
                  </a:lnTo>
                  <a:lnTo>
                    <a:pt x="193830" y="131120"/>
                  </a:lnTo>
                  <a:lnTo>
                    <a:pt x="198544" y="146907"/>
                  </a:lnTo>
                  <a:lnTo>
                    <a:pt x="203916" y="166093"/>
                  </a:lnTo>
                  <a:lnTo>
                    <a:pt x="205341" y="180016"/>
                  </a:lnTo>
                  <a:lnTo>
                    <a:pt x="203477" y="210275"/>
                  </a:lnTo>
                  <a:lnTo>
                    <a:pt x="205122" y="221896"/>
                  </a:lnTo>
                  <a:lnTo>
                    <a:pt x="208411" y="229680"/>
                  </a:lnTo>
                  <a:lnTo>
                    <a:pt x="224746" y="256211"/>
                  </a:lnTo>
                  <a:lnTo>
                    <a:pt x="241739" y="289648"/>
                  </a:lnTo>
                  <a:lnTo>
                    <a:pt x="244590" y="298200"/>
                  </a:lnTo>
                  <a:lnTo>
                    <a:pt x="251387" y="304558"/>
                  </a:lnTo>
                  <a:lnTo>
                    <a:pt x="255882" y="307080"/>
                  </a:lnTo>
                  <a:lnTo>
                    <a:pt x="270024" y="316289"/>
                  </a:lnTo>
                  <a:lnTo>
                    <a:pt x="277589" y="319907"/>
                  </a:lnTo>
                  <a:lnTo>
                    <a:pt x="281097" y="323086"/>
                  </a:lnTo>
                  <a:lnTo>
                    <a:pt x="283728" y="322867"/>
                  </a:lnTo>
                  <a:lnTo>
                    <a:pt x="284934" y="320126"/>
                  </a:lnTo>
                  <a:lnTo>
                    <a:pt x="287675" y="320565"/>
                  </a:lnTo>
                  <a:lnTo>
                    <a:pt x="290197" y="322209"/>
                  </a:lnTo>
                  <a:lnTo>
                    <a:pt x="292060" y="324621"/>
                  </a:lnTo>
                  <a:lnTo>
                    <a:pt x="293595" y="327362"/>
                  </a:lnTo>
                  <a:lnTo>
                    <a:pt x="294472" y="331638"/>
                  </a:lnTo>
                  <a:lnTo>
                    <a:pt x="296226" y="335694"/>
                  </a:lnTo>
                  <a:lnTo>
                    <a:pt x="296555" y="337887"/>
                  </a:lnTo>
                  <a:lnTo>
                    <a:pt x="293047" y="339641"/>
                  </a:lnTo>
                  <a:lnTo>
                    <a:pt x="289758" y="345342"/>
                  </a:lnTo>
                  <a:lnTo>
                    <a:pt x="287675" y="349288"/>
                  </a:lnTo>
                  <a:lnTo>
                    <a:pt x="285153" y="359046"/>
                  </a:lnTo>
                  <a:lnTo>
                    <a:pt x="288552" y="371325"/>
                  </a:lnTo>
                  <a:lnTo>
                    <a:pt x="290416" y="387989"/>
                  </a:lnTo>
                  <a:lnTo>
                    <a:pt x="287127" y="392483"/>
                  </a:lnTo>
                  <a:lnTo>
                    <a:pt x="287785" y="398294"/>
                  </a:lnTo>
                  <a:lnTo>
                    <a:pt x="285921" y="403337"/>
                  </a:lnTo>
                  <a:lnTo>
                    <a:pt x="287236" y="406297"/>
                  </a:lnTo>
                  <a:lnTo>
                    <a:pt x="287675" y="411779"/>
                  </a:lnTo>
                  <a:lnTo>
                    <a:pt x="286908" y="418028"/>
                  </a:lnTo>
                  <a:lnTo>
                    <a:pt x="283838" y="421646"/>
                  </a:lnTo>
                  <a:lnTo>
                    <a:pt x="279782" y="425483"/>
                  </a:lnTo>
                  <a:lnTo>
                    <a:pt x="278027" y="425373"/>
                  </a:lnTo>
                  <a:lnTo>
                    <a:pt x="275725" y="425264"/>
                  </a:lnTo>
                  <a:lnTo>
                    <a:pt x="274300" y="423729"/>
                  </a:lnTo>
                  <a:lnTo>
                    <a:pt x="272217" y="424496"/>
                  </a:lnTo>
                  <a:lnTo>
                    <a:pt x="270463" y="427237"/>
                  </a:lnTo>
                  <a:lnTo>
                    <a:pt x="269147" y="430307"/>
                  </a:lnTo>
                  <a:lnTo>
                    <a:pt x="267393" y="434034"/>
                  </a:lnTo>
                  <a:lnTo>
                    <a:pt x="264104" y="437104"/>
                  </a:lnTo>
                  <a:lnTo>
                    <a:pt x="262679" y="439845"/>
                  </a:lnTo>
                  <a:lnTo>
                    <a:pt x="260157" y="440612"/>
                  </a:lnTo>
                  <a:lnTo>
                    <a:pt x="253689" y="445874"/>
                  </a:lnTo>
                  <a:lnTo>
                    <a:pt x="249523" y="454097"/>
                  </a:lnTo>
                  <a:lnTo>
                    <a:pt x="246563" y="457934"/>
                  </a:lnTo>
                  <a:lnTo>
                    <a:pt x="244809" y="457605"/>
                  </a:lnTo>
                  <a:lnTo>
                    <a:pt x="243603" y="458921"/>
                  </a:lnTo>
                  <a:lnTo>
                    <a:pt x="242726" y="461223"/>
                  </a:lnTo>
                  <a:lnTo>
                    <a:pt x="241410" y="465718"/>
                  </a:lnTo>
                  <a:lnTo>
                    <a:pt x="239656" y="468678"/>
                  </a:lnTo>
                  <a:lnTo>
                    <a:pt x="237464" y="473721"/>
                  </a:lnTo>
                  <a:lnTo>
                    <a:pt x="233955" y="476133"/>
                  </a:lnTo>
                  <a:lnTo>
                    <a:pt x="231982" y="475475"/>
                  </a:lnTo>
                  <a:lnTo>
                    <a:pt x="230228" y="475146"/>
                  </a:lnTo>
                  <a:lnTo>
                    <a:pt x="227925" y="477448"/>
                  </a:lnTo>
                  <a:lnTo>
                    <a:pt x="225952" y="479641"/>
                  </a:lnTo>
                  <a:lnTo>
                    <a:pt x="228364" y="482053"/>
                  </a:lnTo>
                  <a:lnTo>
                    <a:pt x="232091" y="479203"/>
                  </a:lnTo>
                  <a:lnTo>
                    <a:pt x="239108" y="483149"/>
                  </a:lnTo>
                  <a:lnTo>
                    <a:pt x="246234" y="483698"/>
                  </a:lnTo>
                  <a:lnTo>
                    <a:pt x="252373" y="486767"/>
                  </a:lnTo>
                  <a:lnTo>
                    <a:pt x="256868" y="485671"/>
                  </a:lnTo>
                  <a:lnTo>
                    <a:pt x="260596" y="482382"/>
                  </a:lnTo>
                  <a:lnTo>
                    <a:pt x="262131" y="480737"/>
                  </a:lnTo>
                  <a:lnTo>
                    <a:pt x="266078" y="482492"/>
                  </a:lnTo>
                  <a:lnTo>
                    <a:pt x="272217" y="488192"/>
                  </a:lnTo>
                  <a:lnTo>
                    <a:pt x="276054" y="496963"/>
                  </a:lnTo>
                  <a:lnTo>
                    <a:pt x="278576" y="495867"/>
                  </a:lnTo>
                  <a:lnTo>
                    <a:pt x="280768" y="494003"/>
                  </a:lnTo>
                  <a:lnTo>
                    <a:pt x="284715" y="487206"/>
                  </a:lnTo>
                  <a:lnTo>
                    <a:pt x="289539" y="480957"/>
                  </a:lnTo>
                  <a:lnTo>
                    <a:pt x="294582" y="474708"/>
                  </a:lnTo>
                  <a:lnTo>
                    <a:pt x="298967" y="468130"/>
                  </a:lnTo>
                  <a:lnTo>
                    <a:pt x="303352" y="460784"/>
                  </a:lnTo>
                  <a:lnTo>
                    <a:pt x="308615" y="453878"/>
                  </a:lnTo>
                  <a:lnTo>
                    <a:pt x="314864" y="448177"/>
                  </a:lnTo>
                  <a:lnTo>
                    <a:pt x="322209" y="444230"/>
                  </a:lnTo>
                  <a:lnTo>
                    <a:pt x="324840" y="444120"/>
                  </a:lnTo>
                  <a:lnTo>
                    <a:pt x="325827" y="445436"/>
                  </a:lnTo>
                  <a:lnTo>
                    <a:pt x="326156" y="447190"/>
                  </a:lnTo>
                  <a:lnTo>
                    <a:pt x="326923" y="448286"/>
                  </a:lnTo>
                  <a:lnTo>
                    <a:pt x="328129" y="448396"/>
                  </a:lnTo>
                  <a:lnTo>
                    <a:pt x="329116" y="447957"/>
                  </a:lnTo>
                  <a:lnTo>
                    <a:pt x="329993" y="447300"/>
                  </a:lnTo>
                  <a:lnTo>
                    <a:pt x="330980" y="446642"/>
                  </a:lnTo>
                  <a:lnTo>
                    <a:pt x="332624" y="446203"/>
                  </a:lnTo>
                  <a:lnTo>
                    <a:pt x="334707" y="446313"/>
                  </a:lnTo>
                  <a:lnTo>
                    <a:pt x="336790" y="446642"/>
                  </a:lnTo>
                  <a:lnTo>
                    <a:pt x="338544" y="446971"/>
                  </a:lnTo>
                  <a:lnTo>
                    <a:pt x="348411" y="445217"/>
                  </a:lnTo>
                  <a:lnTo>
                    <a:pt x="356963" y="439625"/>
                  </a:lnTo>
                  <a:lnTo>
                    <a:pt x="365075" y="432718"/>
                  </a:lnTo>
                  <a:lnTo>
                    <a:pt x="373517" y="427127"/>
                  </a:lnTo>
                  <a:lnTo>
                    <a:pt x="375381" y="426689"/>
                  </a:lnTo>
                  <a:lnTo>
                    <a:pt x="377354" y="426579"/>
                  </a:lnTo>
                  <a:lnTo>
                    <a:pt x="379327" y="426689"/>
                  </a:lnTo>
                  <a:lnTo>
                    <a:pt x="381301" y="427018"/>
                  </a:lnTo>
                  <a:lnTo>
                    <a:pt x="385028" y="428004"/>
                  </a:lnTo>
                  <a:lnTo>
                    <a:pt x="387221" y="428991"/>
                  </a:lnTo>
                  <a:lnTo>
                    <a:pt x="389085" y="430416"/>
                  </a:lnTo>
                  <a:lnTo>
                    <a:pt x="391826" y="432828"/>
                  </a:lnTo>
                  <a:lnTo>
                    <a:pt x="393470" y="434253"/>
                  </a:lnTo>
                  <a:lnTo>
                    <a:pt x="395005" y="435788"/>
                  </a:lnTo>
                  <a:lnTo>
                    <a:pt x="396649" y="437323"/>
                  </a:lnTo>
                  <a:lnTo>
                    <a:pt x="398404" y="438639"/>
                  </a:lnTo>
                  <a:lnTo>
                    <a:pt x="401473" y="441928"/>
                  </a:lnTo>
                  <a:lnTo>
                    <a:pt x="404653" y="444997"/>
                  </a:lnTo>
                  <a:lnTo>
                    <a:pt x="408270" y="447190"/>
                  </a:lnTo>
                  <a:lnTo>
                    <a:pt x="412765" y="447848"/>
                  </a:lnTo>
                  <a:lnTo>
                    <a:pt x="418686" y="447738"/>
                  </a:lnTo>
                  <a:lnTo>
                    <a:pt x="423509" y="448286"/>
                  </a:lnTo>
                  <a:lnTo>
                    <a:pt x="427675" y="450589"/>
                  </a:lnTo>
                  <a:lnTo>
                    <a:pt x="431513" y="455960"/>
                  </a:lnTo>
                  <a:lnTo>
                    <a:pt x="433924" y="460236"/>
                  </a:lnTo>
                  <a:lnTo>
                    <a:pt x="436446" y="463635"/>
                  </a:lnTo>
                  <a:lnTo>
                    <a:pt x="439516" y="466485"/>
                  </a:lnTo>
                  <a:lnTo>
                    <a:pt x="443462" y="469116"/>
                  </a:lnTo>
                  <a:lnTo>
                    <a:pt x="447848" y="471419"/>
                  </a:lnTo>
                  <a:lnTo>
                    <a:pt x="452343" y="473940"/>
                  </a:lnTo>
                  <a:lnTo>
                    <a:pt x="456180" y="477120"/>
                  </a:lnTo>
                  <a:lnTo>
                    <a:pt x="458701" y="481395"/>
                  </a:lnTo>
                  <a:lnTo>
                    <a:pt x="461223" y="484574"/>
                  </a:lnTo>
                  <a:lnTo>
                    <a:pt x="465608" y="487206"/>
                  </a:lnTo>
                  <a:lnTo>
                    <a:pt x="470432" y="489618"/>
                  </a:lnTo>
                  <a:lnTo>
                    <a:pt x="474488" y="492139"/>
                  </a:lnTo>
                  <a:lnTo>
                    <a:pt x="474927" y="490714"/>
                  </a:lnTo>
                  <a:lnTo>
                    <a:pt x="475256" y="489289"/>
                  </a:lnTo>
                  <a:lnTo>
                    <a:pt x="475365" y="487863"/>
                  </a:lnTo>
                  <a:lnTo>
                    <a:pt x="475256" y="486329"/>
                  </a:lnTo>
                  <a:lnTo>
                    <a:pt x="475037" y="483040"/>
                  </a:lnTo>
                  <a:lnTo>
                    <a:pt x="474927" y="479641"/>
                  </a:lnTo>
                  <a:lnTo>
                    <a:pt x="474927" y="472953"/>
                  </a:lnTo>
                  <a:lnTo>
                    <a:pt x="475804" y="466047"/>
                  </a:lnTo>
                  <a:lnTo>
                    <a:pt x="477229" y="460017"/>
                  </a:lnTo>
                  <a:lnTo>
                    <a:pt x="479422" y="454316"/>
                  </a:lnTo>
                  <a:lnTo>
                    <a:pt x="482491" y="448396"/>
                  </a:lnTo>
                  <a:lnTo>
                    <a:pt x="483588" y="446423"/>
                  </a:lnTo>
                  <a:lnTo>
                    <a:pt x="484684" y="444449"/>
                  </a:lnTo>
                  <a:lnTo>
                    <a:pt x="485671" y="442476"/>
                  </a:lnTo>
                  <a:lnTo>
                    <a:pt x="486658" y="440502"/>
                  </a:lnTo>
                  <a:lnTo>
                    <a:pt x="488631" y="436665"/>
                  </a:lnTo>
                  <a:lnTo>
                    <a:pt x="489508" y="432280"/>
                  </a:lnTo>
                  <a:lnTo>
                    <a:pt x="489837" y="427675"/>
                  </a:lnTo>
                  <a:lnTo>
                    <a:pt x="490166" y="423181"/>
                  </a:lnTo>
                  <a:lnTo>
                    <a:pt x="490166" y="422303"/>
                  </a:lnTo>
                  <a:lnTo>
                    <a:pt x="490166" y="421426"/>
                  </a:lnTo>
                  <a:lnTo>
                    <a:pt x="490166" y="420549"/>
                  </a:lnTo>
                  <a:lnTo>
                    <a:pt x="490166" y="419782"/>
                  </a:lnTo>
                  <a:lnTo>
                    <a:pt x="489837" y="415945"/>
                  </a:lnTo>
                  <a:lnTo>
                    <a:pt x="489508" y="411779"/>
                  </a:lnTo>
                  <a:lnTo>
                    <a:pt x="488960" y="407722"/>
                  </a:lnTo>
                  <a:lnTo>
                    <a:pt x="488083" y="403995"/>
                  </a:lnTo>
                  <a:lnTo>
                    <a:pt x="486548" y="398952"/>
                  </a:lnTo>
                  <a:lnTo>
                    <a:pt x="486109" y="395224"/>
                  </a:lnTo>
                  <a:lnTo>
                    <a:pt x="487864" y="392703"/>
                  </a:lnTo>
                  <a:lnTo>
                    <a:pt x="490495" y="389085"/>
                  </a:lnTo>
                  <a:lnTo>
                    <a:pt x="491591" y="389085"/>
                  </a:lnTo>
                  <a:lnTo>
                    <a:pt x="498607" y="387989"/>
                  </a:lnTo>
                  <a:lnTo>
                    <a:pt x="513956" y="387769"/>
                  </a:lnTo>
                  <a:lnTo>
                    <a:pt x="518451" y="386892"/>
                  </a:lnTo>
                  <a:lnTo>
                    <a:pt x="522288" y="384700"/>
                  </a:lnTo>
                  <a:lnTo>
                    <a:pt x="533580" y="374065"/>
                  </a:lnTo>
                  <a:lnTo>
                    <a:pt x="536321" y="370557"/>
                  </a:lnTo>
                  <a:lnTo>
                    <a:pt x="537527" y="366939"/>
                  </a:lnTo>
                  <a:lnTo>
                    <a:pt x="537527" y="357949"/>
                  </a:lnTo>
                  <a:lnTo>
                    <a:pt x="538623" y="354112"/>
                  </a:lnTo>
                  <a:lnTo>
                    <a:pt x="540926" y="352029"/>
                  </a:lnTo>
                  <a:lnTo>
                    <a:pt x="539172" y="350823"/>
                  </a:lnTo>
                  <a:close/>
                  <a:moveTo>
                    <a:pt x="90008" y="359923"/>
                  </a:moveTo>
                  <a:lnTo>
                    <a:pt x="88035" y="360361"/>
                  </a:lnTo>
                  <a:lnTo>
                    <a:pt x="84417" y="360142"/>
                  </a:lnTo>
                  <a:lnTo>
                    <a:pt x="80580" y="364198"/>
                  </a:lnTo>
                  <a:lnTo>
                    <a:pt x="82334" y="367049"/>
                  </a:lnTo>
                  <a:lnTo>
                    <a:pt x="86829" y="369461"/>
                  </a:lnTo>
                  <a:lnTo>
                    <a:pt x="88912" y="368364"/>
                  </a:lnTo>
                  <a:lnTo>
                    <a:pt x="90775" y="369241"/>
                  </a:lnTo>
                  <a:lnTo>
                    <a:pt x="91104" y="365514"/>
                  </a:lnTo>
                  <a:lnTo>
                    <a:pt x="91433" y="361348"/>
                  </a:lnTo>
                  <a:lnTo>
                    <a:pt x="90775" y="360471"/>
                  </a:lnTo>
                  <a:lnTo>
                    <a:pt x="90008" y="359923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7" name="Freeform: Shape 20">
              <a:extLst>
                <a:ext uri="{FF2B5EF4-FFF2-40B4-BE49-F238E27FC236}">
                  <a16:creationId xmlns:a16="http://schemas.microsoft.com/office/drawing/2014/main" id="{5BD21104-D8A1-38C2-BE50-EE843725436B}"/>
                </a:ext>
              </a:extLst>
            </p:cNvPr>
            <p:cNvSpPr/>
            <p:nvPr/>
          </p:nvSpPr>
          <p:spPr>
            <a:xfrm>
              <a:off x="9227315" y="4959578"/>
              <a:ext cx="164448" cy="153485"/>
            </a:xfrm>
            <a:custGeom>
              <a:avLst/>
              <a:gdLst>
                <a:gd name="connsiteX0" fmla="*/ 169491 w 164448"/>
                <a:gd name="connsiteY0" fmla="*/ 25106 h 153485"/>
                <a:gd name="connsiteX1" fmla="*/ 168614 w 164448"/>
                <a:gd name="connsiteY1" fmla="*/ 25544 h 153485"/>
                <a:gd name="connsiteX2" fmla="*/ 167847 w 164448"/>
                <a:gd name="connsiteY2" fmla="*/ 25983 h 153485"/>
                <a:gd name="connsiteX3" fmla="*/ 167079 w 164448"/>
                <a:gd name="connsiteY3" fmla="*/ 26312 h 153485"/>
                <a:gd name="connsiteX4" fmla="*/ 164339 w 164448"/>
                <a:gd name="connsiteY4" fmla="*/ 27627 h 153485"/>
                <a:gd name="connsiteX5" fmla="*/ 161817 w 164448"/>
                <a:gd name="connsiteY5" fmla="*/ 28833 h 153485"/>
                <a:gd name="connsiteX6" fmla="*/ 159953 w 164448"/>
                <a:gd name="connsiteY6" fmla="*/ 30587 h 153485"/>
                <a:gd name="connsiteX7" fmla="*/ 158857 w 164448"/>
                <a:gd name="connsiteY7" fmla="*/ 33219 h 153485"/>
                <a:gd name="connsiteX8" fmla="*/ 157761 w 164448"/>
                <a:gd name="connsiteY8" fmla="*/ 35740 h 153485"/>
                <a:gd name="connsiteX9" fmla="*/ 155678 w 164448"/>
                <a:gd name="connsiteY9" fmla="*/ 36836 h 153485"/>
                <a:gd name="connsiteX10" fmla="*/ 152937 w 164448"/>
                <a:gd name="connsiteY10" fmla="*/ 37275 h 153485"/>
                <a:gd name="connsiteX11" fmla="*/ 149977 w 164448"/>
                <a:gd name="connsiteY11" fmla="*/ 37604 h 153485"/>
                <a:gd name="connsiteX12" fmla="*/ 147675 w 164448"/>
                <a:gd name="connsiteY12" fmla="*/ 37604 h 153485"/>
                <a:gd name="connsiteX13" fmla="*/ 145482 w 164448"/>
                <a:gd name="connsiteY13" fmla="*/ 37056 h 153485"/>
                <a:gd name="connsiteX14" fmla="*/ 143289 w 164448"/>
                <a:gd name="connsiteY14" fmla="*/ 36617 h 153485"/>
                <a:gd name="connsiteX15" fmla="*/ 140878 w 164448"/>
                <a:gd name="connsiteY15" fmla="*/ 36507 h 153485"/>
                <a:gd name="connsiteX16" fmla="*/ 139123 w 164448"/>
                <a:gd name="connsiteY16" fmla="*/ 36507 h 153485"/>
                <a:gd name="connsiteX17" fmla="*/ 137918 w 164448"/>
                <a:gd name="connsiteY17" fmla="*/ 35959 h 153485"/>
                <a:gd name="connsiteX18" fmla="*/ 137040 w 164448"/>
                <a:gd name="connsiteY18" fmla="*/ 34863 h 153485"/>
                <a:gd name="connsiteX19" fmla="*/ 136602 w 164448"/>
                <a:gd name="connsiteY19" fmla="*/ 33109 h 153485"/>
                <a:gd name="connsiteX20" fmla="*/ 136492 w 164448"/>
                <a:gd name="connsiteY20" fmla="*/ 32780 h 153485"/>
                <a:gd name="connsiteX21" fmla="*/ 136383 w 164448"/>
                <a:gd name="connsiteY21" fmla="*/ 32341 h 153485"/>
                <a:gd name="connsiteX22" fmla="*/ 136273 w 164448"/>
                <a:gd name="connsiteY22" fmla="*/ 32012 h 153485"/>
                <a:gd name="connsiteX23" fmla="*/ 136163 w 164448"/>
                <a:gd name="connsiteY23" fmla="*/ 31574 h 153485"/>
                <a:gd name="connsiteX24" fmla="*/ 135396 w 164448"/>
                <a:gd name="connsiteY24" fmla="*/ 29929 h 153485"/>
                <a:gd name="connsiteX25" fmla="*/ 134848 w 164448"/>
                <a:gd name="connsiteY25" fmla="*/ 28175 h 153485"/>
                <a:gd name="connsiteX26" fmla="*/ 134190 w 164448"/>
                <a:gd name="connsiteY26" fmla="*/ 26312 h 153485"/>
                <a:gd name="connsiteX27" fmla="*/ 133751 w 164448"/>
                <a:gd name="connsiteY27" fmla="*/ 24558 h 153485"/>
                <a:gd name="connsiteX28" fmla="*/ 133642 w 164448"/>
                <a:gd name="connsiteY28" fmla="*/ 23900 h 153485"/>
                <a:gd name="connsiteX29" fmla="*/ 133423 w 164448"/>
                <a:gd name="connsiteY29" fmla="*/ 23242 h 153485"/>
                <a:gd name="connsiteX30" fmla="*/ 133313 w 164448"/>
                <a:gd name="connsiteY30" fmla="*/ 22584 h 153485"/>
                <a:gd name="connsiteX31" fmla="*/ 133094 w 164448"/>
                <a:gd name="connsiteY31" fmla="*/ 22036 h 153485"/>
                <a:gd name="connsiteX32" fmla="*/ 132107 w 164448"/>
                <a:gd name="connsiteY32" fmla="*/ 20282 h 153485"/>
                <a:gd name="connsiteX33" fmla="*/ 131011 w 164448"/>
                <a:gd name="connsiteY33" fmla="*/ 20282 h 153485"/>
                <a:gd name="connsiteX34" fmla="*/ 129695 w 164448"/>
                <a:gd name="connsiteY34" fmla="*/ 20830 h 153485"/>
                <a:gd name="connsiteX35" fmla="*/ 128160 w 164448"/>
                <a:gd name="connsiteY35" fmla="*/ 20720 h 153485"/>
                <a:gd name="connsiteX36" fmla="*/ 126516 w 164448"/>
                <a:gd name="connsiteY36" fmla="*/ 19405 h 153485"/>
                <a:gd name="connsiteX37" fmla="*/ 124762 w 164448"/>
                <a:gd name="connsiteY37" fmla="*/ 17760 h 153485"/>
                <a:gd name="connsiteX38" fmla="*/ 123227 w 164448"/>
                <a:gd name="connsiteY38" fmla="*/ 16116 h 153485"/>
                <a:gd name="connsiteX39" fmla="*/ 121582 w 164448"/>
                <a:gd name="connsiteY39" fmla="*/ 14471 h 153485"/>
                <a:gd name="connsiteX40" fmla="*/ 121253 w 164448"/>
                <a:gd name="connsiteY40" fmla="*/ 14252 h 153485"/>
                <a:gd name="connsiteX41" fmla="*/ 120924 w 164448"/>
                <a:gd name="connsiteY41" fmla="*/ 14142 h 153485"/>
                <a:gd name="connsiteX42" fmla="*/ 120595 w 164448"/>
                <a:gd name="connsiteY42" fmla="*/ 13923 h 153485"/>
                <a:gd name="connsiteX43" fmla="*/ 120267 w 164448"/>
                <a:gd name="connsiteY43" fmla="*/ 13813 h 153485"/>
                <a:gd name="connsiteX44" fmla="*/ 117087 w 164448"/>
                <a:gd name="connsiteY44" fmla="*/ 12827 h 153485"/>
                <a:gd name="connsiteX45" fmla="*/ 113579 w 164448"/>
                <a:gd name="connsiteY45" fmla="*/ 12388 h 153485"/>
                <a:gd name="connsiteX46" fmla="*/ 110290 w 164448"/>
                <a:gd name="connsiteY46" fmla="*/ 11950 h 153485"/>
                <a:gd name="connsiteX47" fmla="*/ 107659 w 164448"/>
                <a:gd name="connsiteY47" fmla="*/ 11073 h 153485"/>
                <a:gd name="connsiteX48" fmla="*/ 105137 w 164448"/>
                <a:gd name="connsiteY48" fmla="*/ 11182 h 153485"/>
                <a:gd name="connsiteX49" fmla="*/ 102287 w 164448"/>
                <a:gd name="connsiteY49" fmla="*/ 11073 h 153485"/>
                <a:gd name="connsiteX50" fmla="*/ 99546 w 164448"/>
                <a:gd name="connsiteY50" fmla="*/ 11073 h 153485"/>
                <a:gd name="connsiteX51" fmla="*/ 97134 w 164448"/>
                <a:gd name="connsiteY51" fmla="*/ 11621 h 153485"/>
                <a:gd name="connsiteX52" fmla="*/ 95380 w 164448"/>
                <a:gd name="connsiteY52" fmla="*/ 13485 h 153485"/>
                <a:gd name="connsiteX53" fmla="*/ 93845 w 164448"/>
                <a:gd name="connsiteY53" fmla="*/ 16006 h 153485"/>
                <a:gd name="connsiteX54" fmla="*/ 92201 w 164448"/>
                <a:gd name="connsiteY54" fmla="*/ 17541 h 153485"/>
                <a:gd name="connsiteX55" fmla="*/ 89789 w 164448"/>
                <a:gd name="connsiteY55" fmla="*/ 16664 h 153485"/>
                <a:gd name="connsiteX56" fmla="*/ 86390 w 164448"/>
                <a:gd name="connsiteY56" fmla="*/ 14142 h 153485"/>
                <a:gd name="connsiteX57" fmla="*/ 82772 w 164448"/>
                <a:gd name="connsiteY57" fmla="*/ 12060 h 153485"/>
                <a:gd name="connsiteX58" fmla="*/ 78826 w 164448"/>
                <a:gd name="connsiteY58" fmla="*/ 10525 h 153485"/>
                <a:gd name="connsiteX59" fmla="*/ 74769 w 164448"/>
                <a:gd name="connsiteY59" fmla="*/ 9757 h 153485"/>
                <a:gd name="connsiteX60" fmla="*/ 73344 w 164448"/>
                <a:gd name="connsiteY60" fmla="*/ 9538 h 153485"/>
                <a:gd name="connsiteX61" fmla="*/ 71809 w 164448"/>
                <a:gd name="connsiteY61" fmla="*/ 9319 h 153485"/>
                <a:gd name="connsiteX62" fmla="*/ 70274 w 164448"/>
                <a:gd name="connsiteY62" fmla="*/ 9209 h 153485"/>
                <a:gd name="connsiteX63" fmla="*/ 68849 w 164448"/>
                <a:gd name="connsiteY63" fmla="*/ 8990 h 153485"/>
                <a:gd name="connsiteX64" fmla="*/ 62491 w 164448"/>
                <a:gd name="connsiteY64" fmla="*/ 8113 h 153485"/>
                <a:gd name="connsiteX65" fmla="*/ 55474 w 164448"/>
                <a:gd name="connsiteY65" fmla="*/ 6907 h 153485"/>
                <a:gd name="connsiteX66" fmla="*/ 49006 w 164448"/>
                <a:gd name="connsiteY66" fmla="*/ 4495 h 153485"/>
                <a:gd name="connsiteX67" fmla="*/ 44401 w 164448"/>
                <a:gd name="connsiteY67" fmla="*/ 0 h 153485"/>
                <a:gd name="connsiteX68" fmla="*/ 42866 w 164448"/>
                <a:gd name="connsiteY68" fmla="*/ 2083 h 153485"/>
                <a:gd name="connsiteX69" fmla="*/ 41002 w 164448"/>
                <a:gd name="connsiteY69" fmla="*/ 4056 h 153485"/>
                <a:gd name="connsiteX70" fmla="*/ 39029 w 164448"/>
                <a:gd name="connsiteY70" fmla="*/ 5920 h 153485"/>
                <a:gd name="connsiteX71" fmla="*/ 37056 w 164448"/>
                <a:gd name="connsiteY71" fmla="*/ 7784 h 153485"/>
                <a:gd name="connsiteX72" fmla="*/ 35192 w 164448"/>
                <a:gd name="connsiteY72" fmla="*/ 11073 h 153485"/>
                <a:gd name="connsiteX73" fmla="*/ 35740 w 164448"/>
                <a:gd name="connsiteY73" fmla="*/ 14142 h 153485"/>
                <a:gd name="connsiteX74" fmla="*/ 37823 w 164448"/>
                <a:gd name="connsiteY74" fmla="*/ 16993 h 153485"/>
                <a:gd name="connsiteX75" fmla="*/ 40235 w 164448"/>
                <a:gd name="connsiteY75" fmla="*/ 19734 h 153485"/>
                <a:gd name="connsiteX76" fmla="*/ 37165 w 164448"/>
                <a:gd name="connsiteY76" fmla="*/ 21598 h 153485"/>
                <a:gd name="connsiteX77" fmla="*/ 34863 w 164448"/>
                <a:gd name="connsiteY77" fmla="*/ 23352 h 153485"/>
                <a:gd name="connsiteX78" fmla="*/ 34096 w 164448"/>
                <a:gd name="connsiteY78" fmla="*/ 25764 h 153485"/>
                <a:gd name="connsiteX79" fmla="*/ 35630 w 164448"/>
                <a:gd name="connsiteY79" fmla="*/ 29601 h 153485"/>
                <a:gd name="connsiteX80" fmla="*/ 36837 w 164448"/>
                <a:gd name="connsiteY80" fmla="*/ 30697 h 153485"/>
                <a:gd name="connsiteX81" fmla="*/ 37933 w 164448"/>
                <a:gd name="connsiteY81" fmla="*/ 31793 h 153485"/>
                <a:gd name="connsiteX82" fmla="*/ 39139 w 164448"/>
                <a:gd name="connsiteY82" fmla="*/ 32890 h 153485"/>
                <a:gd name="connsiteX83" fmla="*/ 40235 w 164448"/>
                <a:gd name="connsiteY83" fmla="*/ 33986 h 153485"/>
                <a:gd name="connsiteX84" fmla="*/ 41222 w 164448"/>
                <a:gd name="connsiteY84" fmla="*/ 39468 h 153485"/>
                <a:gd name="connsiteX85" fmla="*/ 40016 w 164448"/>
                <a:gd name="connsiteY85" fmla="*/ 42976 h 153485"/>
                <a:gd name="connsiteX86" fmla="*/ 36946 w 164448"/>
                <a:gd name="connsiteY86" fmla="*/ 45497 h 153485"/>
                <a:gd name="connsiteX87" fmla="*/ 32342 w 164448"/>
                <a:gd name="connsiteY87" fmla="*/ 47909 h 153485"/>
                <a:gd name="connsiteX88" fmla="*/ 30149 w 164448"/>
                <a:gd name="connsiteY88" fmla="*/ 48457 h 153485"/>
                <a:gd name="connsiteX89" fmla="*/ 27847 w 164448"/>
                <a:gd name="connsiteY89" fmla="*/ 49225 h 153485"/>
                <a:gd name="connsiteX90" fmla="*/ 25654 w 164448"/>
                <a:gd name="connsiteY90" fmla="*/ 50102 h 153485"/>
                <a:gd name="connsiteX91" fmla="*/ 23571 w 164448"/>
                <a:gd name="connsiteY91" fmla="*/ 51198 h 153485"/>
                <a:gd name="connsiteX92" fmla="*/ 21050 w 164448"/>
                <a:gd name="connsiteY92" fmla="*/ 53501 h 153485"/>
                <a:gd name="connsiteX93" fmla="*/ 19186 w 164448"/>
                <a:gd name="connsiteY93" fmla="*/ 56680 h 153485"/>
                <a:gd name="connsiteX94" fmla="*/ 17760 w 164448"/>
                <a:gd name="connsiteY94" fmla="*/ 60188 h 153485"/>
                <a:gd name="connsiteX95" fmla="*/ 16445 w 164448"/>
                <a:gd name="connsiteY95" fmla="*/ 63477 h 153485"/>
                <a:gd name="connsiteX96" fmla="*/ 14472 w 164448"/>
                <a:gd name="connsiteY96" fmla="*/ 65998 h 153485"/>
                <a:gd name="connsiteX97" fmla="*/ 11840 w 164448"/>
                <a:gd name="connsiteY97" fmla="*/ 67534 h 153485"/>
                <a:gd name="connsiteX98" fmla="*/ 9209 w 164448"/>
                <a:gd name="connsiteY98" fmla="*/ 68958 h 153485"/>
                <a:gd name="connsiteX99" fmla="*/ 7455 w 164448"/>
                <a:gd name="connsiteY99" fmla="*/ 70822 h 153485"/>
                <a:gd name="connsiteX100" fmla="*/ 7455 w 164448"/>
                <a:gd name="connsiteY100" fmla="*/ 71151 h 153485"/>
                <a:gd name="connsiteX101" fmla="*/ 7565 w 164448"/>
                <a:gd name="connsiteY101" fmla="*/ 71480 h 153485"/>
                <a:gd name="connsiteX102" fmla="*/ 7565 w 164448"/>
                <a:gd name="connsiteY102" fmla="*/ 71699 h 153485"/>
                <a:gd name="connsiteX103" fmla="*/ 7565 w 164448"/>
                <a:gd name="connsiteY103" fmla="*/ 72028 h 153485"/>
                <a:gd name="connsiteX104" fmla="*/ 7126 w 164448"/>
                <a:gd name="connsiteY104" fmla="*/ 78058 h 153485"/>
                <a:gd name="connsiteX105" fmla="*/ 6030 w 164448"/>
                <a:gd name="connsiteY105" fmla="*/ 84088 h 153485"/>
                <a:gd name="connsiteX106" fmla="*/ 4495 w 164448"/>
                <a:gd name="connsiteY106" fmla="*/ 90118 h 153485"/>
                <a:gd name="connsiteX107" fmla="*/ 3179 w 164448"/>
                <a:gd name="connsiteY107" fmla="*/ 96257 h 153485"/>
                <a:gd name="connsiteX108" fmla="*/ 3070 w 164448"/>
                <a:gd name="connsiteY108" fmla="*/ 96476 h 153485"/>
                <a:gd name="connsiteX109" fmla="*/ 3070 w 164448"/>
                <a:gd name="connsiteY109" fmla="*/ 96586 h 153485"/>
                <a:gd name="connsiteX110" fmla="*/ 2960 w 164448"/>
                <a:gd name="connsiteY110" fmla="*/ 96805 h 153485"/>
                <a:gd name="connsiteX111" fmla="*/ 2960 w 164448"/>
                <a:gd name="connsiteY111" fmla="*/ 97025 h 153485"/>
                <a:gd name="connsiteX112" fmla="*/ 1206 w 164448"/>
                <a:gd name="connsiteY112" fmla="*/ 100642 h 153485"/>
                <a:gd name="connsiteX113" fmla="*/ 0 w 164448"/>
                <a:gd name="connsiteY113" fmla="*/ 104370 h 153485"/>
                <a:gd name="connsiteX114" fmla="*/ 658 w 164448"/>
                <a:gd name="connsiteY114" fmla="*/ 107330 h 153485"/>
                <a:gd name="connsiteX115" fmla="*/ 4714 w 164448"/>
                <a:gd name="connsiteY115" fmla="*/ 108536 h 153485"/>
                <a:gd name="connsiteX116" fmla="*/ 8442 w 164448"/>
                <a:gd name="connsiteY116" fmla="*/ 109194 h 153485"/>
                <a:gd name="connsiteX117" fmla="*/ 9319 w 164448"/>
                <a:gd name="connsiteY117" fmla="*/ 112592 h 153485"/>
                <a:gd name="connsiteX118" fmla="*/ 10415 w 164448"/>
                <a:gd name="connsiteY118" fmla="*/ 116210 h 153485"/>
                <a:gd name="connsiteX119" fmla="*/ 14581 w 164448"/>
                <a:gd name="connsiteY119" fmla="*/ 117635 h 153485"/>
                <a:gd name="connsiteX120" fmla="*/ 15897 w 164448"/>
                <a:gd name="connsiteY120" fmla="*/ 119718 h 153485"/>
                <a:gd name="connsiteX121" fmla="*/ 17212 w 164448"/>
                <a:gd name="connsiteY121" fmla="*/ 122130 h 153485"/>
                <a:gd name="connsiteX122" fmla="*/ 18418 w 164448"/>
                <a:gd name="connsiteY122" fmla="*/ 124762 h 153485"/>
                <a:gd name="connsiteX123" fmla="*/ 19843 w 164448"/>
                <a:gd name="connsiteY123" fmla="*/ 127173 h 153485"/>
                <a:gd name="connsiteX124" fmla="*/ 21488 w 164448"/>
                <a:gd name="connsiteY124" fmla="*/ 129585 h 153485"/>
                <a:gd name="connsiteX125" fmla="*/ 23681 w 164448"/>
                <a:gd name="connsiteY125" fmla="*/ 131778 h 153485"/>
                <a:gd name="connsiteX126" fmla="*/ 26202 w 164448"/>
                <a:gd name="connsiteY126" fmla="*/ 133093 h 153485"/>
                <a:gd name="connsiteX127" fmla="*/ 29052 w 164448"/>
                <a:gd name="connsiteY127" fmla="*/ 133203 h 153485"/>
                <a:gd name="connsiteX128" fmla="*/ 32671 w 164448"/>
                <a:gd name="connsiteY128" fmla="*/ 133313 h 153485"/>
                <a:gd name="connsiteX129" fmla="*/ 33767 w 164448"/>
                <a:gd name="connsiteY129" fmla="*/ 136711 h 153485"/>
                <a:gd name="connsiteX130" fmla="*/ 33986 w 164448"/>
                <a:gd name="connsiteY130" fmla="*/ 140768 h 153485"/>
                <a:gd name="connsiteX131" fmla="*/ 35302 w 164448"/>
                <a:gd name="connsiteY131" fmla="*/ 142631 h 153485"/>
                <a:gd name="connsiteX132" fmla="*/ 39577 w 164448"/>
                <a:gd name="connsiteY132" fmla="*/ 142851 h 153485"/>
                <a:gd name="connsiteX133" fmla="*/ 43853 w 164448"/>
                <a:gd name="connsiteY133" fmla="*/ 142960 h 153485"/>
                <a:gd name="connsiteX134" fmla="*/ 48129 w 164448"/>
                <a:gd name="connsiteY134" fmla="*/ 142851 h 153485"/>
                <a:gd name="connsiteX135" fmla="*/ 52404 w 164448"/>
                <a:gd name="connsiteY135" fmla="*/ 142412 h 153485"/>
                <a:gd name="connsiteX136" fmla="*/ 53172 w 164448"/>
                <a:gd name="connsiteY136" fmla="*/ 140439 h 153485"/>
                <a:gd name="connsiteX137" fmla="*/ 53720 w 164448"/>
                <a:gd name="connsiteY137" fmla="*/ 137917 h 153485"/>
                <a:gd name="connsiteX138" fmla="*/ 54049 w 164448"/>
                <a:gd name="connsiteY138" fmla="*/ 135176 h 153485"/>
                <a:gd name="connsiteX139" fmla="*/ 54378 w 164448"/>
                <a:gd name="connsiteY139" fmla="*/ 132545 h 153485"/>
                <a:gd name="connsiteX140" fmla="*/ 55584 w 164448"/>
                <a:gd name="connsiteY140" fmla="*/ 127502 h 153485"/>
                <a:gd name="connsiteX141" fmla="*/ 57996 w 164448"/>
                <a:gd name="connsiteY141" fmla="*/ 123336 h 153485"/>
                <a:gd name="connsiteX142" fmla="*/ 61833 w 164448"/>
                <a:gd name="connsiteY142" fmla="*/ 121034 h 153485"/>
                <a:gd name="connsiteX143" fmla="*/ 67095 w 164448"/>
                <a:gd name="connsiteY143" fmla="*/ 121363 h 153485"/>
                <a:gd name="connsiteX144" fmla="*/ 68739 w 164448"/>
                <a:gd name="connsiteY144" fmla="*/ 122021 h 153485"/>
                <a:gd name="connsiteX145" fmla="*/ 70165 w 164448"/>
                <a:gd name="connsiteY145" fmla="*/ 122788 h 153485"/>
                <a:gd name="connsiteX146" fmla="*/ 70932 w 164448"/>
                <a:gd name="connsiteY146" fmla="*/ 124103 h 153485"/>
                <a:gd name="connsiteX147" fmla="*/ 71151 w 164448"/>
                <a:gd name="connsiteY147" fmla="*/ 126186 h 153485"/>
                <a:gd name="connsiteX148" fmla="*/ 71700 w 164448"/>
                <a:gd name="connsiteY148" fmla="*/ 128818 h 153485"/>
                <a:gd name="connsiteX149" fmla="*/ 72028 w 164448"/>
                <a:gd name="connsiteY149" fmla="*/ 131339 h 153485"/>
                <a:gd name="connsiteX150" fmla="*/ 72686 w 164448"/>
                <a:gd name="connsiteY150" fmla="*/ 133642 h 153485"/>
                <a:gd name="connsiteX151" fmla="*/ 74112 w 164448"/>
                <a:gd name="connsiteY151" fmla="*/ 135615 h 153485"/>
                <a:gd name="connsiteX152" fmla="*/ 75537 w 164448"/>
                <a:gd name="connsiteY152" fmla="*/ 137040 h 153485"/>
                <a:gd name="connsiteX153" fmla="*/ 76743 w 164448"/>
                <a:gd name="connsiteY153" fmla="*/ 138356 h 153485"/>
                <a:gd name="connsiteX154" fmla="*/ 77510 w 164448"/>
                <a:gd name="connsiteY154" fmla="*/ 139891 h 153485"/>
                <a:gd name="connsiteX155" fmla="*/ 77949 w 164448"/>
                <a:gd name="connsiteY155" fmla="*/ 141974 h 153485"/>
                <a:gd name="connsiteX156" fmla="*/ 80361 w 164448"/>
                <a:gd name="connsiteY156" fmla="*/ 147675 h 153485"/>
                <a:gd name="connsiteX157" fmla="*/ 84746 w 164448"/>
                <a:gd name="connsiteY157" fmla="*/ 151950 h 153485"/>
                <a:gd name="connsiteX158" fmla="*/ 88912 w 164448"/>
                <a:gd name="connsiteY158" fmla="*/ 156774 h 153485"/>
                <a:gd name="connsiteX159" fmla="*/ 90775 w 164448"/>
                <a:gd name="connsiteY159" fmla="*/ 163900 h 153485"/>
                <a:gd name="connsiteX160" fmla="*/ 95161 w 164448"/>
                <a:gd name="connsiteY160" fmla="*/ 160501 h 153485"/>
                <a:gd name="connsiteX161" fmla="*/ 99108 w 164448"/>
                <a:gd name="connsiteY161" fmla="*/ 158090 h 153485"/>
                <a:gd name="connsiteX162" fmla="*/ 103493 w 164448"/>
                <a:gd name="connsiteY162" fmla="*/ 156335 h 153485"/>
                <a:gd name="connsiteX163" fmla="*/ 108755 w 164448"/>
                <a:gd name="connsiteY163" fmla="*/ 155020 h 153485"/>
                <a:gd name="connsiteX164" fmla="*/ 112373 w 164448"/>
                <a:gd name="connsiteY164" fmla="*/ 152827 h 153485"/>
                <a:gd name="connsiteX165" fmla="*/ 113579 w 164448"/>
                <a:gd name="connsiteY165" fmla="*/ 149429 h 153485"/>
                <a:gd name="connsiteX166" fmla="*/ 114566 w 164448"/>
                <a:gd name="connsiteY166" fmla="*/ 145920 h 153485"/>
                <a:gd name="connsiteX167" fmla="*/ 117526 w 164448"/>
                <a:gd name="connsiteY167" fmla="*/ 143399 h 153485"/>
                <a:gd name="connsiteX168" fmla="*/ 117636 w 164448"/>
                <a:gd name="connsiteY168" fmla="*/ 143399 h 153485"/>
                <a:gd name="connsiteX169" fmla="*/ 117745 w 164448"/>
                <a:gd name="connsiteY169" fmla="*/ 143289 h 153485"/>
                <a:gd name="connsiteX170" fmla="*/ 117855 w 164448"/>
                <a:gd name="connsiteY170" fmla="*/ 143289 h 153485"/>
                <a:gd name="connsiteX171" fmla="*/ 118074 w 164448"/>
                <a:gd name="connsiteY171" fmla="*/ 143289 h 153485"/>
                <a:gd name="connsiteX172" fmla="*/ 120376 w 164448"/>
                <a:gd name="connsiteY172" fmla="*/ 142302 h 153485"/>
                <a:gd name="connsiteX173" fmla="*/ 121802 w 164448"/>
                <a:gd name="connsiteY173" fmla="*/ 140658 h 153485"/>
                <a:gd name="connsiteX174" fmla="*/ 123007 w 164448"/>
                <a:gd name="connsiteY174" fmla="*/ 138685 h 153485"/>
                <a:gd name="connsiteX175" fmla="*/ 124652 w 164448"/>
                <a:gd name="connsiteY175" fmla="*/ 136931 h 153485"/>
                <a:gd name="connsiteX176" fmla="*/ 126954 w 164448"/>
                <a:gd name="connsiteY176" fmla="*/ 136054 h 153485"/>
                <a:gd name="connsiteX177" fmla="*/ 129695 w 164448"/>
                <a:gd name="connsiteY177" fmla="*/ 135396 h 153485"/>
                <a:gd name="connsiteX178" fmla="*/ 132436 w 164448"/>
                <a:gd name="connsiteY178" fmla="*/ 134957 h 153485"/>
                <a:gd name="connsiteX179" fmla="*/ 134957 w 164448"/>
                <a:gd name="connsiteY179" fmla="*/ 134190 h 153485"/>
                <a:gd name="connsiteX180" fmla="*/ 138575 w 164448"/>
                <a:gd name="connsiteY180" fmla="*/ 133971 h 153485"/>
                <a:gd name="connsiteX181" fmla="*/ 142303 w 164448"/>
                <a:gd name="connsiteY181" fmla="*/ 135067 h 153485"/>
                <a:gd name="connsiteX182" fmla="*/ 145701 w 164448"/>
                <a:gd name="connsiteY182" fmla="*/ 137040 h 153485"/>
                <a:gd name="connsiteX183" fmla="*/ 148552 w 164448"/>
                <a:gd name="connsiteY183" fmla="*/ 139452 h 153485"/>
                <a:gd name="connsiteX184" fmla="*/ 151950 w 164448"/>
                <a:gd name="connsiteY184" fmla="*/ 142631 h 153485"/>
                <a:gd name="connsiteX185" fmla="*/ 156116 w 164448"/>
                <a:gd name="connsiteY185" fmla="*/ 146469 h 153485"/>
                <a:gd name="connsiteX186" fmla="*/ 160502 w 164448"/>
                <a:gd name="connsiteY186" fmla="*/ 148880 h 153485"/>
                <a:gd name="connsiteX187" fmla="*/ 164229 w 164448"/>
                <a:gd name="connsiteY187" fmla="*/ 147894 h 153485"/>
                <a:gd name="connsiteX188" fmla="*/ 164448 w 164448"/>
                <a:gd name="connsiteY188" fmla="*/ 145372 h 153485"/>
                <a:gd name="connsiteX189" fmla="*/ 163791 w 164448"/>
                <a:gd name="connsiteY189" fmla="*/ 141316 h 153485"/>
                <a:gd name="connsiteX190" fmla="*/ 162694 w 164448"/>
                <a:gd name="connsiteY190" fmla="*/ 136931 h 153485"/>
                <a:gd name="connsiteX191" fmla="*/ 161817 w 164448"/>
                <a:gd name="connsiteY191" fmla="*/ 133861 h 153485"/>
                <a:gd name="connsiteX192" fmla="*/ 160502 w 164448"/>
                <a:gd name="connsiteY192" fmla="*/ 129476 h 153485"/>
                <a:gd name="connsiteX193" fmla="*/ 159077 w 164448"/>
                <a:gd name="connsiteY193" fmla="*/ 124433 h 153485"/>
                <a:gd name="connsiteX194" fmla="*/ 157213 w 164448"/>
                <a:gd name="connsiteY194" fmla="*/ 119718 h 153485"/>
                <a:gd name="connsiteX195" fmla="*/ 154691 w 164448"/>
                <a:gd name="connsiteY195" fmla="*/ 115991 h 153485"/>
                <a:gd name="connsiteX196" fmla="*/ 154472 w 164448"/>
                <a:gd name="connsiteY196" fmla="*/ 115443 h 153485"/>
                <a:gd name="connsiteX197" fmla="*/ 154253 w 164448"/>
                <a:gd name="connsiteY197" fmla="*/ 115004 h 153485"/>
                <a:gd name="connsiteX198" fmla="*/ 154033 w 164448"/>
                <a:gd name="connsiteY198" fmla="*/ 114456 h 153485"/>
                <a:gd name="connsiteX199" fmla="*/ 153814 w 164448"/>
                <a:gd name="connsiteY199" fmla="*/ 114017 h 153485"/>
                <a:gd name="connsiteX200" fmla="*/ 153266 w 164448"/>
                <a:gd name="connsiteY200" fmla="*/ 110838 h 153485"/>
                <a:gd name="connsiteX201" fmla="*/ 152718 w 164448"/>
                <a:gd name="connsiteY201" fmla="*/ 107659 h 153485"/>
                <a:gd name="connsiteX202" fmla="*/ 152060 w 164448"/>
                <a:gd name="connsiteY202" fmla="*/ 104589 h 153485"/>
                <a:gd name="connsiteX203" fmla="*/ 151183 w 164448"/>
                <a:gd name="connsiteY203" fmla="*/ 101519 h 153485"/>
                <a:gd name="connsiteX204" fmla="*/ 150635 w 164448"/>
                <a:gd name="connsiteY204" fmla="*/ 99546 h 153485"/>
                <a:gd name="connsiteX205" fmla="*/ 150306 w 164448"/>
                <a:gd name="connsiteY205" fmla="*/ 97463 h 153485"/>
                <a:gd name="connsiteX206" fmla="*/ 150087 w 164448"/>
                <a:gd name="connsiteY206" fmla="*/ 95380 h 153485"/>
                <a:gd name="connsiteX207" fmla="*/ 149867 w 164448"/>
                <a:gd name="connsiteY207" fmla="*/ 93297 h 153485"/>
                <a:gd name="connsiteX208" fmla="*/ 153595 w 164448"/>
                <a:gd name="connsiteY208" fmla="*/ 93955 h 153485"/>
                <a:gd name="connsiteX209" fmla="*/ 157541 w 164448"/>
                <a:gd name="connsiteY209" fmla="*/ 94722 h 153485"/>
                <a:gd name="connsiteX210" fmla="*/ 161379 w 164448"/>
                <a:gd name="connsiteY210" fmla="*/ 95051 h 153485"/>
                <a:gd name="connsiteX211" fmla="*/ 165106 w 164448"/>
                <a:gd name="connsiteY211" fmla="*/ 94832 h 153485"/>
                <a:gd name="connsiteX212" fmla="*/ 165874 w 164448"/>
                <a:gd name="connsiteY212" fmla="*/ 94064 h 153485"/>
                <a:gd name="connsiteX213" fmla="*/ 166422 w 164448"/>
                <a:gd name="connsiteY213" fmla="*/ 93187 h 153485"/>
                <a:gd name="connsiteX214" fmla="*/ 166531 w 164448"/>
                <a:gd name="connsiteY214" fmla="*/ 92201 h 153485"/>
                <a:gd name="connsiteX215" fmla="*/ 166531 w 164448"/>
                <a:gd name="connsiteY215" fmla="*/ 91104 h 153485"/>
                <a:gd name="connsiteX216" fmla="*/ 165435 w 164448"/>
                <a:gd name="connsiteY216" fmla="*/ 88144 h 153485"/>
                <a:gd name="connsiteX217" fmla="*/ 164119 w 164448"/>
                <a:gd name="connsiteY217" fmla="*/ 85403 h 153485"/>
                <a:gd name="connsiteX218" fmla="*/ 162475 w 164448"/>
                <a:gd name="connsiteY218" fmla="*/ 82662 h 153485"/>
                <a:gd name="connsiteX219" fmla="*/ 160611 w 164448"/>
                <a:gd name="connsiteY219" fmla="*/ 80141 h 153485"/>
                <a:gd name="connsiteX220" fmla="*/ 160063 w 164448"/>
                <a:gd name="connsiteY220" fmla="*/ 79593 h 153485"/>
                <a:gd name="connsiteX221" fmla="*/ 159515 w 164448"/>
                <a:gd name="connsiteY221" fmla="*/ 79154 h 153485"/>
                <a:gd name="connsiteX222" fmla="*/ 158967 w 164448"/>
                <a:gd name="connsiteY222" fmla="*/ 78606 h 153485"/>
                <a:gd name="connsiteX223" fmla="*/ 158309 w 164448"/>
                <a:gd name="connsiteY223" fmla="*/ 78058 h 153485"/>
                <a:gd name="connsiteX224" fmla="*/ 157432 w 164448"/>
                <a:gd name="connsiteY224" fmla="*/ 77071 h 153485"/>
                <a:gd name="connsiteX225" fmla="*/ 156993 w 164448"/>
                <a:gd name="connsiteY225" fmla="*/ 75975 h 153485"/>
                <a:gd name="connsiteX226" fmla="*/ 156993 w 164448"/>
                <a:gd name="connsiteY226" fmla="*/ 74550 h 153485"/>
                <a:gd name="connsiteX227" fmla="*/ 157432 w 164448"/>
                <a:gd name="connsiteY227" fmla="*/ 73125 h 153485"/>
                <a:gd name="connsiteX228" fmla="*/ 157541 w 164448"/>
                <a:gd name="connsiteY228" fmla="*/ 72576 h 153485"/>
                <a:gd name="connsiteX229" fmla="*/ 157541 w 164448"/>
                <a:gd name="connsiteY229" fmla="*/ 72138 h 153485"/>
                <a:gd name="connsiteX230" fmla="*/ 157651 w 164448"/>
                <a:gd name="connsiteY230" fmla="*/ 71590 h 153485"/>
                <a:gd name="connsiteX231" fmla="*/ 157651 w 164448"/>
                <a:gd name="connsiteY231" fmla="*/ 71041 h 153485"/>
                <a:gd name="connsiteX232" fmla="*/ 156445 w 164448"/>
                <a:gd name="connsiteY232" fmla="*/ 70603 h 153485"/>
                <a:gd name="connsiteX233" fmla="*/ 155239 w 164448"/>
                <a:gd name="connsiteY233" fmla="*/ 69945 h 153485"/>
                <a:gd name="connsiteX234" fmla="*/ 154143 w 164448"/>
                <a:gd name="connsiteY234" fmla="*/ 69287 h 153485"/>
                <a:gd name="connsiteX235" fmla="*/ 153156 w 164448"/>
                <a:gd name="connsiteY235" fmla="*/ 68520 h 153485"/>
                <a:gd name="connsiteX236" fmla="*/ 156007 w 164448"/>
                <a:gd name="connsiteY236" fmla="*/ 64902 h 153485"/>
                <a:gd name="connsiteX237" fmla="*/ 158419 w 164448"/>
                <a:gd name="connsiteY237" fmla="*/ 61284 h 153485"/>
                <a:gd name="connsiteX238" fmla="*/ 160940 w 164448"/>
                <a:gd name="connsiteY238" fmla="*/ 57886 h 153485"/>
                <a:gd name="connsiteX239" fmla="*/ 164448 w 164448"/>
                <a:gd name="connsiteY239" fmla="*/ 54926 h 153485"/>
                <a:gd name="connsiteX240" fmla="*/ 167957 w 164448"/>
                <a:gd name="connsiteY240" fmla="*/ 52075 h 153485"/>
                <a:gd name="connsiteX241" fmla="*/ 166751 w 164448"/>
                <a:gd name="connsiteY241" fmla="*/ 49115 h 153485"/>
                <a:gd name="connsiteX242" fmla="*/ 164339 w 164448"/>
                <a:gd name="connsiteY242" fmla="*/ 45826 h 153485"/>
                <a:gd name="connsiteX243" fmla="*/ 164229 w 164448"/>
                <a:gd name="connsiteY243" fmla="*/ 41660 h 153485"/>
                <a:gd name="connsiteX244" fmla="*/ 165764 w 164448"/>
                <a:gd name="connsiteY244" fmla="*/ 40454 h 153485"/>
                <a:gd name="connsiteX245" fmla="*/ 167299 w 164448"/>
                <a:gd name="connsiteY245" fmla="*/ 40893 h 153485"/>
                <a:gd name="connsiteX246" fmla="*/ 168505 w 164448"/>
                <a:gd name="connsiteY246" fmla="*/ 40673 h 153485"/>
                <a:gd name="connsiteX247" fmla="*/ 169272 w 164448"/>
                <a:gd name="connsiteY247" fmla="*/ 37823 h 153485"/>
                <a:gd name="connsiteX248" fmla="*/ 169491 w 164448"/>
                <a:gd name="connsiteY248" fmla="*/ 34534 h 153485"/>
                <a:gd name="connsiteX249" fmla="*/ 169711 w 164448"/>
                <a:gd name="connsiteY249" fmla="*/ 31245 h 153485"/>
                <a:gd name="connsiteX250" fmla="*/ 170040 w 164448"/>
                <a:gd name="connsiteY250" fmla="*/ 27956 h 153485"/>
                <a:gd name="connsiteX251" fmla="*/ 170259 w 164448"/>
                <a:gd name="connsiteY251" fmla="*/ 24667 h 153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164448" h="153485">
                  <a:moveTo>
                    <a:pt x="169491" y="25106"/>
                  </a:moveTo>
                  <a:lnTo>
                    <a:pt x="168614" y="25544"/>
                  </a:lnTo>
                  <a:lnTo>
                    <a:pt x="167847" y="25983"/>
                  </a:lnTo>
                  <a:lnTo>
                    <a:pt x="167079" y="26312"/>
                  </a:lnTo>
                  <a:lnTo>
                    <a:pt x="164339" y="27627"/>
                  </a:lnTo>
                  <a:lnTo>
                    <a:pt x="161817" y="28833"/>
                  </a:lnTo>
                  <a:lnTo>
                    <a:pt x="159953" y="30587"/>
                  </a:lnTo>
                  <a:lnTo>
                    <a:pt x="158857" y="33219"/>
                  </a:lnTo>
                  <a:lnTo>
                    <a:pt x="157761" y="35740"/>
                  </a:lnTo>
                  <a:lnTo>
                    <a:pt x="155678" y="36836"/>
                  </a:lnTo>
                  <a:lnTo>
                    <a:pt x="152937" y="37275"/>
                  </a:lnTo>
                  <a:lnTo>
                    <a:pt x="149977" y="37604"/>
                  </a:lnTo>
                  <a:lnTo>
                    <a:pt x="147675" y="37604"/>
                  </a:lnTo>
                  <a:lnTo>
                    <a:pt x="145482" y="37056"/>
                  </a:lnTo>
                  <a:lnTo>
                    <a:pt x="143289" y="36617"/>
                  </a:lnTo>
                  <a:lnTo>
                    <a:pt x="140878" y="36507"/>
                  </a:lnTo>
                  <a:lnTo>
                    <a:pt x="139123" y="36507"/>
                  </a:lnTo>
                  <a:lnTo>
                    <a:pt x="137918" y="35959"/>
                  </a:lnTo>
                  <a:lnTo>
                    <a:pt x="137040" y="34863"/>
                  </a:lnTo>
                  <a:lnTo>
                    <a:pt x="136602" y="33109"/>
                  </a:lnTo>
                  <a:lnTo>
                    <a:pt x="136492" y="32780"/>
                  </a:lnTo>
                  <a:lnTo>
                    <a:pt x="136383" y="32341"/>
                  </a:lnTo>
                  <a:lnTo>
                    <a:pt x="136273" y="32012"/>
                  </a:lnTo>
                  <a:lnTo>
                    <a:pt x="136163" y="31574"/>
                  </a:lnTo>
                  <a:lnTo>
                    <a:pt x="135396" y="29929"/>
                  </a:lnTo>
                  <a:lnTo>
                    <a:pt x="134848" y="28175"/>
                  </a:lnTo>
                  <a:lnTo>
                    <a:pt x="134190" y="26312"/>
                  </a:lnTo>
                  <a:lnTo>
                    <a:pt x="133751" y="24558"/>
                  </a:lnTo>
                  <a:lnTo>
                    <a:pt x="133642" y="23900"/>
                  </a:lnTo>
                  <a:lnTo>
                    <a:pt x="133423" y="23242"/>
                  </a:lnTo>
                  <a:lnTo>
                    <a:pt x="133313" y="22584"/>
                  </a:lnTo>
                  <a:lnTo>
                    <a:pt x="133094" y="22036"/>
                  </a:lnTo>
                  <a:lnTo>
                    <a:pt x="132107" y="20282"/>
                  </a:lnTo>
                  <a:lnTo>
                    <a:pt x="131011" y="20282"/>
                  </a:lnTo>
                  <a:lnTo>
                    <a:pt x="129695" y="20830"/>
                  </a:lnTo>
                  <a:lnTo>
                    <a:pt x="128160" y="20720"/>
                  </a:lnTo>
                  <a:lnTo>
                    <a:pt x="126516" y="19405"/>
                  </a:lnTo>
                  <a:lnTo>
                    <a:pt x="124762" y="17760"/>
                  </a:lnTo>
                  <a:lnTo>
                    <a:pt x="123227" y="16116"/>
                  </a:lnTo>
                  <a:lnTo>
                    <a:pt x="121582" y="14471"/>
                  </a:lnTo>
                  <a:lnTo>
                    <a:pt x="121253" y="14252"/>
                  </a:lnTo>
                  <a:lnTo>
                    <a:pt x="120924" y="14142"/>
                  </a:lnTo>
                  <a:lnTo>
                    <a:pt x="120595" y="13923"/>
                  </a:lnTo>
                  <a:lnTo>
                    <a:pt x="120267" y="13813"/>
                  </a:lnTo>
                  <a:lnTo>
                    <a:pt x="117087" y="12827"/>
                  </a:lnTo>
                  <a:lnTo>
                    <a:pt x="113579" y="12388"/>
                  </a:lnTo>
                  <a:lnTo>
                    <a:pt x="110290" y="11950"/>
                  </a:lnTo>
                  <a:lnTo>
                    <a:pt x="107659" y="11073"/>
                  </a:lnTo>
                  <a:lnTo>
                    <a:pt x="105137" y="11182"/>
                  </a:lnTo>
                  <a:lnTo>
                    <a:pt x="102287" y="11073"/>
                  </a:lnTo>
                  <a:lnTo>
                    <a:pt x="99546" y="11073"/>
                  </a:lnTo>
                  <a:lnTo>
                    <a:pt x="97134" y="11621"/>
                  </a:lnTo>
                  <a:lnTo>
                    <a:pt x="95380" y="13485"/>
                  </a:lnTo>
                  <a:lnTo>
                    <a:pt x="93845" y="16006"/>
                  </a:lnTo>
                  <a:lnTo>
                    <a:pt x="92201" y="17541"/>
                  </a:lnTo>
                  <a:lnTo>
                    <a:pt x="89789" y="16664"/>
                  </a:lnTo>
                  <a:lnTo>
                    <a:pt x="86390" y="14142"/>
                  </a:lnTo>
                  <a:lnTo>
                    <a:pt x="82772" y="12060"/>
                  </a:lnTo>
                  <a:lnTo>
                    <a:pt x="78826" y="10525"/>
                  </a:lnTo>
                  <a:lnTo>
                    <a:pt x="74769" y="9757"/>
                  </a:lnTo>
                  <a:lnTo>
                    <a:pt x="73344" y="9538"/>
                  </a:lnTo>
                  <a:lnTo>
                    <a:pt x="71809" y="9319"/>
                  </a:lnTo>
                  <a:lnTo>
                    <a:pt x="70274" y="9209"/>
                  </a:lnTo>
                  <a:lnTo>
                    <a:pt x="68849" y="8990"/>
                  </a:lnTo>
                  <a:lnTo>
                    <a:pt x="62491" y="8113"/>
                  </a:lnTo>
                  <a:lnTo>
                    <a:pt x="55474" y="6907"/>
                  </a:lnTo>
                  <a:lnTo>
                    <a:pt x="49006" y="4495"/>
                  </a:lnTo>
                  <a:lnTo>
                    <a:pt x="44401" y="0"/>
                  </a:lnTo>
                  <a:lnTo>
                    <a:pt x="42866" y="2083"/>
                  </a:lnTo>
                  <a:lnTo>
                    <a:pt x="41002" y="4056"/>
                  </a:lnTo>
                  <a:lnTo>
                    <a:pt x="39029" y="5920"/>
                  </a:lnTo>
                  <a:lnTo>
                    <a:pt x="37056" y="7784"/>
                  </a:lnTo>
                  <a:lnTo>
                    <a:pt x="35192" y="11073"/>
                  </a:lnTo>
                  <a:lnTo>
                    <a:pt x="35740" y="14142"/>
                  </a:lnTo>
                  <a:lnTo>
                    <a:pt x="37823" y="16993"/>
                  </a:lnTo>
                  <a:lnTo>
                    <a:pt x="40235" y="19734"/>
                  </a:lnTo>
                  <a:lnTo>
                    <a:pt x="37165" y="21598"/>
                  </a:lnTo>
                  <a:lnTo>
                    <a:pt x="34863" y="23352"/>
                  </a:lnTo>
                  <a:lnTo>
                    <a:pt x="34096" y="25764"/>
                  </a:lnTo>
                  <a:lnTo>
                    <a:pt x="35630" y="29601"/>
                  </a:lnTo>
                  <a:lnTo>
                    <a:pt x="36837" y="30697"/>
                  </a:lnTo>
                  <a:lnTo>
                    <a:pt x="37933" y="31793"/>
                  </a:lnTo>
                  <a:lnTo>
                    <a:pt x="39139" y="32890"/>
                  </a:lnTo>
                  <a:lnTo>
                    <a:pt x="40235" y="33986"/>
                  </a:lnTo>
                  <a:lnTo>
                    <a:pt x="41222" y="39468"/>
                  </a:lnTo>
                  <a:lnTo>
                    <a:pt x="40016" y="42976"/>
                  </a:lnTo>
                  <a:lnTo>
                    <a:pt x="36946" y="45497"/>
                  </a:lnTo>
                  <a:lnTo>
                    <a:pt x="32342" y="47909"/>
                  </a:lnTo>
                  <a:lnTo>
                    <a:pt x="30149" y="48457"/>
                  </a:lnTo>
                  <a:lnTo>
                    <a:pt x="27847" y="49225"/>
                  </a:lnTo>
                  <a:lnTo>
                    <a:pt x="25654" y="50102"/>
                  </a:lnTo>
                  <a:lnTo>
                    <a:pt x="23571" y="51198"/>
                  </a:lnTo>
                  <a:lnTo>
                    <a:pt x="21050" y="53501"/>
                  </a:lnTo>
                  <a:lnTo>
                    <a:pt x="19186" y="56680"/>
                  </a:lnTo>
                  <a:lnTo>
                    <a:pt x="17760" y="60188"/>
                  </a:lnTo>
                  <a:lnTo>
                    <a:pt x="16445" y="63477"/>
                  </a:lnTo>
                  <a:lnTo>
                    <a:pt x="14472" y="65998"/>
                  </a:lnTo>
                  <a:lnTo>
                    <a:pt x="11840" y="67534"/>
                  </a:lnTo>
                  <a:lnTo>
                    <a:pt x="9209" y="68958"/>
                  </a:lnTo>
                  <a:lnTo>
                    <a:pt x="7455" y="70822"/>
                  </a:lnTo>
                  <a:lnTo>
                    <a:pt x="7455" y="71151"/>
                  </a:lnTo>
                  <a:lnTo>
                    <a:pt x="7565" y="71480"/>
                  </a:lnTo>
                  <a:lnTo>
                    <a:pt x="7565" y="71699"/>
                  </a:lnTo>
                  <a:lnTo>
                    <a:pt x="7565" y="72028"/>
                  </a:lnTo>
                  <a:lnTo>
                    <a:pt x="7126" y="78058"/>
                  </a:lnTo>
                  <a:lnTo>
                    <a:pt x="6030" y="84088"/>
                  </a:lnTo>
                  <a:lnTo>
                    <a:pt x="4495" y="90118"/>
                  </a:lnTo>
                  <a:lnTo>
                    <a:pt x="3179" y="96257"/>
                  </a:lnTo>
                  <a:lnTo>
                    <a:pt x="3070" y="96476"/>
                  </a:lnTo>
                  <a:lnTo>
                    <a:pt x="3070" y="96586"/>
                  </a:lnTo>
                  <a:lnTo>
                    <a:pt x="2960" y="96805"/>
                  </a:lnTo>
                  <a:lnTo>
                    <a:pt x="2960" y="97025"/>
                  </a:lnTo>
                  <a:lnTo>
                    <a:pt x="1206" y="100642"/>
                  </a:lnTo>
                  <a:lnTo>
                    <a:pt x="0" y="104370"/>
                  </a:lnTo>
                  <a:lnTo>
                    <a:pt x="658" y="107330"/>
                  </a:lnTo>
                  <a:lnTo>
                    <a:pt x="4714" y="108536"/>
                  </a:lnTo>
                  <a:lnTo>
                    <a:pt x="8442" y="109194"/>
                  </a:lnTo>
                  <a:lnTo>
                    <a:pt x="9319" y="112592"/>
                  </a:lnTo>
                  <a:lnTo>
                    <a:pt x="10415" y="116210"/>
                  </a:lnTo>
                  <a:lnTo>
                    <a:pt x="14581" y="117635"/>
                  </a:lnTo>
                  <a:lnTo>
                    <a:pt x="15897" y="119718"/>
                  </a:lnTo>
                  <a:lnTo>
                    <a:pt x="17212" y="122130"/>
                  </a:lnTo>
                  <a:lnTo>
                    <a:pt x="18418" y="124762"/>
                  </a:lnTo>
                  <a:lnTo>
                    <a:pt x="19843" y="127173"/>
                  </a:lnTo>
                  <a:lnTo>
                    <a:pt x="21488" y="129585"/>
                  </a:lnTo>
                  <a:lnTo>
                    <a:pt x="23681" y="131778"/>
                  </a:lnTo>
                  <a:lnTo>
                    <a:pt x="26202" y="133093"/>
                  </a:lnTo>
                  <a:lnTo>
                    <a:pt x="29052" y="133203"/>
                  </a:lnTo>
                  <a:lnTo>
                    <a:pt x="32671" y="133313"/>
                  </a:lnTo>
                  <a:lnTo>
                    <a:pt x="33767" y="136711"/>
                  </a:lnTo>
                  <a:lnTo>
                    <a:pt x="33986" y="140768"/>
                  </a:lnTo>
                  <a:lnTo>
                    <a:pt x="35302" y="142631"/>
                  </a:lnTo>
                  <a:lnTo>
                    <a:pt x="39577" y="142851"/>
                  </a:lnTo>
                  <a:lnTo>
                    <a:pt x="43853" y="142960"/>
                  </a:lnTo>
                  <a:lnTo>
                    <a:pt x="48129" y="142851"/>
                  </a:lnTo>
                  <a:lnTo>
                    <a:pt x="52404" y="142412"/>
                  </a:lnTo>
                  <a:lnTo>
                    <a:pt x="53172" y="140439"/>
                  </a:lnTo>
                  <a:lnTo>
                    <a:pt x="53720" y="137917"/>
                  </a:lnTo>
                  <a:lnTo>
                    <a:pt x="54049" y="135176"/>
                  </a:lnTo>
                  <a:lnTo>
                    <a:pt x="54378" y="132545"/>
                  </a:lnTo>
                  <a:lnTo>
                    <a:pt x="55584" y="127502"/>
                  </a:lnTo>
                  <a:lnTo>
                    <a:pt x="57996" y="123336"/>
                  </a:lnTo>
                  <a:lnTo>
                    <a:pt x="61833" y="121034"/>
                  </a:lnTo>
                  <a:lnTo>
                    <a:pt x="67095" y="121363"/>
                  </a:lnTo>
                  <a:lnTo>
                    <a:pt x="68739" y="122021"/>
                  </a:lnTo>
                  <a:lnTo>
                    <a:pt x="70165" y="122788"/>
                  </a:lnTo>
                  <a:lnTo>
                    <a:pt x="70932" y="124103"/>
                  </a:lnTo>
                  <a:lnTo>
                    <a:pt x="71151" y="126186"/>
                  </a:lnTo>
                  <a:lnTo>
                    <a:pt x="71700" y="128818"/>
                  </a:lnTo>
                  <a:lnTo>
                    <a:pt x="72028" y="131339"/>
                  </a:lnTo>
                  <a:lnTo>
                    <a:pt x="72686" y="133642"/>
                  </a:lnTo>
                  <a:lnTo>
                    <a:pt x="74112" y="135615"/>
                  </a:lnTo>
                  <a:lnTo>
                    <a:pt x="75537" y="137040"/>
                  </a:lnTo>
                  <a:lnTo>
                    <a:pt x="76743" y="138356"/>
                  </a:lnTo>
                  <a:lnTo>
                    <a:pt x="77510" y="139891"/>
                  </a:lnTo>
                  <a:lnTo>
                    <a:pt x="77949" y="141974"/>
                  </a:lnTo>
                  <a:lnTo>
                    <a:pt x="80361" y="147675"/>
                  </a:lnTo>
                  <a:lnTo>
                    <a:pt x="84746" y="151950"/>
                  </a:lnTo>
                  <a:lnTo>
                    <a:pt x="88912" y="156774"/>
                  </a:lnTo>
                  <a:lnTo>
                    <a:pt x="90775" y="163900"/>
                  </a:lnTo>
                  <a:lnTo>
                    <a:pt x="95161" y="160501"/>
                  </a:lnTo>
                  <a:lnTo>
                    <a:pt x="99108" y="158090"/>
                  </a:lnTo>
                  <a:lnTo>
                    <a:pt x="103493" y="156335"/>
                  </a:lnTo>
                  <a:lnTo>
                    <a:pt x="108755" y="155020"/>
                  </a:lnTo>
                  <a:lnTo>
                    <a:pt x="112373" y="152827"/>
                  </a:lnTo>
                  <a:lnTo>
                    <a:pt x="113579" y="149429"/>
                  </a:lnTo>
                  <a:lnTo>
                    <a:pt x="114566" y="145920"/>
                  </a:lnTo>
                  <a:lnTo>
                    <a:pt x="117526" y="143399"/>
                  </a:lnTo>
                  <a:lnTo>
                    <a:pt x="117636" y="143399"/>
                  </a:lnTo>
                  <a:lnTo>
                    <a:pt x="117745" y="143289"/>
                  </a:lnTo>
                  <a:lnTo>
                    <a:pt x="117855" y="143289"/>
                  </a:lnTo>
                  <a:lnTo>
                    <a:pt x="118074" y="143289"/>
                  </a:lnTo>
                  <a:lnTo>
                    <a:pt x="120376" y="142302"/>
                  </a:lnTo>
                  <a:lnTo>
                    <a:pt x="121802" y="140658"/>
                  </a:lnTo>
                  <a:lnTo>
                    <a:pt x="123007" y="138685"/>
                  </a:lnTo>
                  <a:lnTo>
                    <a:pt x="124652" y="136931"/>
                  </a:lnTo>
                  <a:lnTo>
                    <a:pt x="126954" y="136054"/>
                  </a:lnTo>
                  <a:lnTo>
                    <a:pt x="129695" y="135396"/>
                  </a:lnTo>
                  <a:lnTo>
                    <a:pt x="132436" y="134957"/>
                  </a:lnTo>
                  <a:lnTo>
                    <a:pt x="134957" y="134190"/>
                  </a:lnTo>
                  <a:lnTo>
                    <a:pt x="138575" y="133971"/>
                  </a:lnTo>
                  <a:lnTo>
                    <a:pt x="142303" y="135067"/>
                  </a:lnTo>
                  <a:lnTo>
                    <a:pt x="145701" y="137040"/>
                  </a:lnTo>
                  <a:lnTo>
                    <a:pt x="148552" y="139452"/>
                  </a:lnTo>
                  <a:lnTo>
                    <a:pt x="151950" y="142631"/>
                  </a:lnTo>
                  <a:lnTo>
                    <a:pt x="156116" y="146469"/>
                  </a:lnTo>
                  <a:lnTo>
                    <a:pt x="160502" y="148880"/>
                  </a:lnTo>
                  <a:lnTo>
                    <a:pt x="164229" y="147894"/>
                  </a:lnTo>
                  <a:lnTo>
                    <a:pt x="164448" y="145372"/>
                  </a:lnTo>
                  <a:lnTo>
                    <a:pt x="163791" y="141316"/>
                  </a:lnTo>
                  <a:lnTo>
                    <a:pt x="162694" y="136931"/>
                  </a:lnTo>
                  <a:lnTo>
                    <a:pt x="161817" y="133861"/>
                  </a:lnTo>
                  <a:lnTo>
                    <a:pt x="160502" y="129476"/>
                  </a:lnTo>
                  <a:lnTo>
                    <a:pt x="159077" y="124433"/>
                  </a:lnTo>
                  <a:lnTo>
                    <a:pt x="157213" y="119718"/>
                  </a:lnTo>
                  <a:lnTo>
                    <a:pt x="154691" y="115991"/>
                  </a:lnTo>
                  <a:lnTo>
                    <a:pt x="154472" y="115443"/>
                  </a:lnTo>
                  <a:lnTo>
                    <a:pt x="154253" y="115004"/>
                  </a:lnTo>
                  <a:lnTo>
                    <a:pt x="154033" y="114456"/>
                  </a:lnTo>
                  <a:lnTo>
                    <a:pt x="153814" y="114017"/>
                  </a:lnTo>
                  <a:lnTo>
                    <a:pt x="153266" y="110838"/>
                  </a:lnTo>
                  <a:lnTo>
                    <a:pt x="152718" y="107659"/>
                  </a:lnTo>
                  <a:lnTo>
                    <a:pt x="152060" y="104589"/>
                  </a:lnTo>
                  <a:lnTo>
                    <a:pt x="151183" y="101519"/>
                  </a:lnTo>
                  <a:lnTo>
                    <a:pt x="150635" y="99546"/>
                  </a:lnTo>
                  <a:lnTo>
                    <a:pt x="150306" y="97463"/>
                  </a:lnTo>
                  <a:lnTo>
                    <a:pt x="150087" y="95380"/>
                  </a:lnTo>
                  <a:lnTo>
                    <a:pt x="149867" y="93297"/>
                  </a:lnTo>
                  <a:lnTo>
                    <a:pt x="153595" y="93955"/>
                  </a:lnTo>
                  <a:lnTo>
                    <a:pt x="157541" y="94722"/>
                  </a:lnTo>
                  <a:lnTo>
                    <a:pt x="161379" y="95051"/>
                  </a:lnTo>
                  <a:lnTo>
                    <a:pt x="165106" y="94832"/>
                  </a:lnTo>
                  <a:lnTo>
                    <a:pt x="165874" y="94064"/>
                  </a:lnTo>
                  <a:lnTo>
                    <a:pt x="166422" y="93187"/>
                  </a:lnTo>
                  <a:lnTo>
                    <a:pt x="166531" y="92201"/>
                  </a:lnTo>
                  <a:lnTo>
                    <a:pt x="166531" y="91104"/>
                  </a:lnTo>
                  <a:lnTo>
                    <a:pt x="165435" y="88144"/>
                  </a:lnTo>
                  <a:lnTo>
                    <a:pt x="164119" y="85403"/>
                  </a:lnTo>
                  <a:lnTo>
                    <a:pt x="162475" y="82662"/>
                  </a:lnTo>
                  <a:lnTo>
                    <a:pt x="160611" y="80141"/>
                  </a:lnTo>
                  <a:lnTo>
                    <a:pt x="160063" y="79593"/>
                  </a:lnTo>
                  <a:lnTo>
                    <a:pt x="159515" y="79154"/>
                  </a:lnTo>
                  <a:lnTo>
                    <a:pt x="158967" y="78606"/>
                  </a:lnTo>
                  <a:lnTo>
                    <a:pt x="158309" y="78058"/>
                  </a:lnTo>
                  <a:lnTo>
                    <a:pt x="157432" y="77071"/>
                  </a:lnTo>
                  <a:lnTo>
                    <a:pt x="156993" y="75975"/>
                  </a:lnTo>
                  <a:lnTo>
                    <a:pt x="156993" y="74550"/>
                  </a:lnTo>
                  <a:lnTo>
                    <a:pt x="157432" y="73125"/>
                  </a:lnTo>
                  <a:lnTo>
                    <a:pt x="157541" y="72576"/>
                  </a:lnTo>
                  <a:lnTo>
                    <a:pt x="157541" y="72138"/>
                  </a:lnTo>
                  <a:lnTo>
                    <a:pt x="157651" y="71590"/>
                  </a:lnTo>
                  <a:lnTo>
                    <a:pt x="157651" y="71041"/>
                  </a:lnTo>
                  <a:lnTo>
                    <a:pt x="156445" y="70603"/>
                  </a:lnTo>
                  <a:lnTo>
                    <a:pt x="155239" y="69945"/>
                  </a:lnTo>
                  <a:lnTo>
                    <a:pt x="154143" y="69287"/>
                  </a:lnTo>
                  <a:lnTo>
                    <a:pt x="153156" y="68520"/>
                  </a:lnTo>
                  <a:lnTo>
                    <a:pt x="156007" y="64902"/>
                  </a:lnTo>
                  <a:lnTo>
                    <a:pt x="158419" y="61284"/>
                  </a:lnTo>
                  <a:lnTo>
                    <a:pt x="160940" y="57886"/>
                  </a:lnTo>
                  <a:lnTo>
                    <a:pt x="164448" y="54926"/>
                  </a:lnTo>
                  <a:lnTo>
                    <a:pt x="167957" y="52075"/>
                  </a:lnTo>
                  <a:lnTo>
                    <a:pt x="166751" y="49115"/>
                  </a:lnTo>
                  <a:lnTo>
                    <a:pt x="164339" y="45826"/>
                  </a:lnTo>
                  <a:lnTo>
                    <a:pt x="164229" y="41660"/>
                  </a:lnTo>
                  <a:lnTo>
                    <a:pt x="165764" y="40454"/>
                  </a:lnTo>
                  <a:lnTo>
                    <a:pt x="167299" y="40893"/>
                  </a:lnTo>
                  <a:lnTo>
                    <a:pt x="168505" y="40673"/>
                  </a:lnTo>
                  <a:lnTo>
                    <a:pt x="169272" y="37823"/>
                  </a:lnTo>
                  <a:lnTo>
                    <a:pt x="169491" y="34534"/>
                  </a:lnTo>
                  <a:lnTo>
                    <a:pt x="169711" y="31245"/>
                  </a:lnTo>
                  <a:lnTo>
                    <a:pt x="170040" y="27956"/>
                  </a:lnTo>
                  <a:lnTo>
                    <a:pt x="170259" y="24667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8" name="Freeform: Shape 21">
              <a:extLst>
                <a:ext uri="{FF2B5EF4-FFF2-40B4-BE49-F238E27FC236}">
                  <a16:creationId xmlns:a16="http://schemas.microsoft.com/office/drawing/2014/main" id="{D58D1716-7963-2833-F253-22CB2967FD56}"/>
                </a:ext>
              </a:extLst>
            </p:cNvPr>
            <p:cNvSpPr/>
            <p:nvPr/>
          </p:nvSpPr>
          <p:spPr>
            <a:xfrm>
              <a:off x="8393562" y="4697228"/>
              <a:ext cx="712610" cy="515272"/>
            </a:xfrm>
            <a:custGeom>
              <a:avLst/>
              <a:gdLst>
                <a:gd name="connsiteX0" fmla="*/ 708334 w 712609"/>
                <a:gd name="connsiteY0" fmla="*/ 95051 h 515271"/>
                <a:gd name="connsiteX1" fmla="*/ 704606 w 712609"/>
                <a:gd name="connsiteY1" fmla="*/ 92420 h 515271"/>
                <a:gd name="connsiteX2" fmla="*/ 702523 w 712609"/>
                <a:gd name="connsiteY2" fmla="*/ 88583 h 515271"/>
                <a:gd name="connsiteX3" fmla="*/ 702414 w 712609"/>
                <a:gd name="connsiteY3" fmla="*/ 82992 h 515271"/>
                <a:gd name="connsiteX4" fmla="*/ 702523 w 712609"/>
                <a:gd name="connsiteY4" fmla="*/ 81566 h 515271"/>
                <a:gd name="connsiteX5" fmla="*/ 702523 w 712609"/>
                <a:gd name="connsiteY5" fmla="*/ 80251 h 515271"/>
                <a:gd name="connsiteX6" fmla="*/ 702633 w 712609"/>
                <a:gd name="connsiteY6" fmla="*/ 78935 h 515271"/>
                <a:gd name="connsiteX7" fmla="*/ 702633 w 712609"/>
                <a:gd name="connsiteY7" fmla="*/ 77510 h 515271"/>
                <a:gd name="connsiteX8" fmla="*/ 702523 w 712609"/>
                <a:gd name="connsiteY8" fmla="*/ 66108 h 515271"/>
                <a:gd name="connsiteX9" fmla="*/ 698357 w 712609"/>
                <a:gd name="connsiteY9" fmla="*/ 54049 h 515271"/>
                <a:gd name="connsiteX10" fmla="*/ 690902 w 712609"/>
                <a:gd name="connsiteY10" fmla="*/ 44291 h 515271"/>
                <a:gd name="connsiteX11" fmla="*/ 680926 w 712609"/>
                <a:gd name="connsiteY11" fmla="*/ 39577 h 515271"/>
                <a:gd name="connsiteX12" fmla="*/ 677856 w 712609"/>
                <a:gd name="connsiteY12" fmla="*/ 42537 h 515271"/>
                <a:gd name="connsiteX13" fmla="*/ 676102 w 712609"/>
                <a:gd name="connsiteY13" fmla="*/ 44949 h 515271"/>
                <a:gd name="connsiteX14" fmla="*/ 674786 w 712609"/>
                <a:gd name="connsiteY14" fmla="*/ 47471 h 515271"/>
                <a:gd name="connsiteX15" fmla="*/ 673142 w 712609"/>
                <a:gd name="connsiteY15" fmla="*/ 50979 h 515271"/>
                <a:gd name="connsiteX16" fmla="*/ 672155 w 712609"/>
                <a:gd name="connsiteY16" fmla="*/ 53062 h 515271"/>
                <a:gd name="connsiteX17" fmla="*/ 670401 w 712609"/>
                <a:gd name="connsiteY17" fmla="*/ 56022 h 515271"/>
                <a:gd name="connsiteX18" fmla="*/ 668428 w 712609"/>
                <a:gd name="connsiteY18" fmla="*/ 58544 h 515271"/>
                <a:gd name="connsiteX19" fmla="*/ 666674 w 712609"/>
                <a:gd name="connsiteY19" fmla="*/ 59530 h 515271"/>
                <a:gd name="connsiteX20" fmla="*/ 665577 w 712609"/>
                <a:gd name="connsiteY20" fmla="*/ 59311 h 515271"/>
                <a:gd name="connsiteX21" fmla="*/ 663933 w 712609"/>
                <a:gd name="connsiteY21" fmla="*/ 59092 h 515271"/>
                <a:gd name="connsiteX22" fmla="*/ 662288 w 712609"/>
                <a:gd name="connsiteY22" fmla="*/ 58982 h 515271"/>
                <a:gd name="connsiteX23" fmla="*/ 661082 w 712609"/>
                <a:gd name="connsiteY23" fmla="*/ 59311 h 515271"/>
                <a:gd name="connsiteX24" fmla="*/ 660205 w 712609"/>
                <a:gd name="connsiteY24" fmla="*/ 60627 h 515271"/>
                <a:gd name="connsiteX25" fmla="*/ 660425 w 712609"/>
                <a:gd name="connsiteY25" fmla="*/ 61613 h 515271"/>
                <a:gd name="connsiteX26" fmla="*/ 661082 w 712609"/>
                <a:gd name="connsiteY26" fmla="*/ 62490 h 515271"/>
                <a:gd name="connsiteX27" fmla="*/ 661302 w 712609"/>
                <a:gd name="connsiteY27" fmla="*/ 63148 h 515271"/>
                <a:gd name="connsiteX28" fmla="*/ 660534 w 712609"/>
                <a:gd name="connsiteY28" fmla="*/ 64464 h 515271"/>
                <a:gd name="connsiteX29" fmla="*/ 659548 w 712609"/>
                <a:gd name="connsiteY29" fmla="*/ 66437 h 515271"/>
                <a:gd name="connsiteX30" fmla="*/ 658780 w 712609"/>
                <a:gd name="connsiteY30" fmla="*/ 68630 h 515271"/>
                <a:gd name="connsiteX31" fmla="*/ 658780 w 712609"/>
                <a:gd name="connsiteY31" fmla="*/ 70823 h 515271"/>
                <a:gd name="connsiteX32" fmla="*/ 660973 w 712609"/>
                <a:gd name="connsiteY32" fmla="*/ 75646 h 515271"/>
                <a:gd name="connsiteX33" fmla="*/ 662617 w 712609"/>
                <a:gd name="connsiteY33" fmla="*/ 82882 h 515271"/>
                <a:gd name="connsiteX34" fmla="*/ 662508 w 712609"/>
                <a:gd name="connsiteY34" fmla="*/ 89350 h 515271"/>
                <a:gd name="connsiteX35" fmla="*/ 659328 w 712609"/>
                <a:gd name="connsiteY35" fmla="*/ 91543 h 515271"/>
                <a:gd name="connsiteX36" fmla="*/ 654614 w 712609"/>
                <a:gd name="connsiteY36" fmla="*/ 91762 h 515271"/>
                <a:gd name="connsiteX37" fmla="*/ 649900 w 712609"/>
                <a:gd name="connsiteY37" fmla="*/ 91981 h 515271"/>
                <a:gd name="connsiteX38" fmla="*/ 645186 w 712609"/>
                <a:gd name="connsiteY38" fmla="*/ 92530 h 515271"/>
                <a:gd name="connsiteX39" fmla="*/ 640691 w 712609"/>
                <a:gd name="connsiteY39" fmla="*/ 93736 h 515271"/>
                <a:gd name="connsiteX40" fmla="*/ 638060 w 712609"/>
                <a:gd name="connsiteY40" fmla="*/ 96257 h 515271"/>
                <a:gd name="connsiteX41" fmla="*/ 636634 w 712609"/>
                <a:gd name="connsiteY41" fmla="*/ 99985 h 515271"/>
                <a:gd name="connsiteX42" fmla="*/ 635209 w 712609"/>
                <a:gd name="connsiteY42" fmla="*/ 103054 h 515271"/>
                <a:gd name="connsiteX43" fmla="*/ 632359 w 712609"/>
                <a:gd name="connsiteY43" fmla="*/ 103822 h 515271"/>
                <a:gd name="connsiteX44" fmla="*/ 630276 w 712609"/>
                <a:gd name="connsiteY44" fmla="*/ 102616 h 515271"/>
                <a:gd name="connsiteX45" fmla="*/ 630166 w 712609"/>
                <a:gd name="connsiteY45" fmla="*/ 100752 h 515271"/>
                <a:gd name="connsiteX46" fmla="*/ 630495 w 712609"/>
                <a:gd name="connsiteY46" fmla="*/ 98450 h 515271"/>
                <a:gd name="connsiteX47" fmla="*/ 629728 w 712609"/>
                <a:gd name="connsiteY47" fmla="*/ 96148 h 515271"/>
                <a:gd name="connsiteX48" fmla="*/ 626767 w 712609"/>
                <a:gd name="connsiteY48" fmla="*/ 95161 h 515271"/>
                <a:gd name="connsiteX49" fmla="*/ 622053 w 712609"/>
                <a:gd name="connsiteY49" fmla="*/ 95161 h 515271"/>
                <a:gd name="connsiteX50" fmla="*/ 617339 w 712609"/>
                <a:gd name="connsiteY50" fmla="*/ 95709 h 515271"/>
                <a:gd name="connsiteX51" fmla="*/ 614050 w 712609"/>
                <a:gd name="connsiteY51" fmla="*/ 96038 h 515271"/>
                <a:gd name="connsiteX52" fmla="*/ 610542 w 712609"/>
                <a:gd name="connsiteY52" fmla="*/ 96148 h 515271"/>
                <a:gd name="connsiteX53" fmla="*/ 607143 w 712609"/>
                <a:gd name="connsiteY53" fmla="*/ 96257 h 515271"/>
                <a:gd name="connsiteX54" fmla="*/ 603635 w 712609"/>
                <a:gd name="connsiteY54" fmla="*/ 96367 h 515271"/>
                <a:gd name="connsiteX55" fmla="*/ 600127 w 712609"/>
                <a:gd name="connsiteY55" fmla="*/ 96476 h 515271"/>
                <a:gd name="connsiteX56" fmla="*/ 596180 w 712609"/>
                <a:gd name="connsiteY56" fmla="*/ 96586 h 515271"/>
                <a:gd name="connsiteX57" fmla="*/ 594097 w 712609"/>
                <a:gd name="connsiteY57" fmla="*/ 97244 h 515271"/>
                <a:gd name="connsiteX58" fmla="*/ 593220 w 712609"/>
                <a:gd name="connsiteY58" fmla="*/ 99107 h 515271"/>
                <a:gd name="connsiteX59" fmla="*/ 592781 w 712609"/>
                <a:gd name="connsiteY59" fmla="*/ 103383 h 515271"/>
                <a:gd name="connsiteX60" fmla="*/ 588177 w 712609"/>
                <a:gd name="connsiteY60" fmla="*/ 103164 h 515271"/>
                <a:gd name="connsiteX61" fmla="*/ 584669 w 712609"/>
                <a:gd name="connsiteY61" fmla="*/ 102726 h 515271"/>
                <a:gd name="connsiteX62" fmla="*/ 582147 w 712609"/>
                <a:gd name="connsiteY62" fmla="*/ 101081 h 515271"/>
                <a:gd name="connsiteX63" fmla="*/ 580612 w 712609"/>
                <a:gd name="connsiteY63" fmla="*/ 97025 h 515271"/>
                <a:gd name="connsiteX64" fmla="*/ 579297 w 712609"/>
                <a:gd name="connsiteY64" fmla="*/ 94613 h 515271"/>
                <a:gd name="connsiteX65" fmla="*/ 577433 w 712609"/>
                <a:gd name="connsiteY65" fmla="*/ 93187 h 515271"/>
                <a:gd name="connsiteX66" fmla="*/ 575460 w 712609"/>
                <a:gd name="connsiteY66" fmla="*/ 91762 h 515271"/>
                <a:gd name="connsiteX67" fmla="*/ 573815 w 712609"/>
                <a:gd name="connsiteY67" fmla="*/ 89131 h 515271"/>
                <a:gd name="connsiteX68" fmla="*/ 570855 w 712609"/>
                <a:gd name="connsiteY68" fmla="*/ 92968 h 515271"/>
                <a:gd name="connsiteX69" fmla="*/ 568114 w 712609"/>
                <a:gd name="connsiteY69" fmla="*/ 95599 h 515271"/>
                <a:gd name="connsiteX70" fmla="*/ 564935 w 712609"/>
                <a:gd name="connsiteY70" fmla="*/ 97463 h 515271"/>
                <a:gd name="connsiteX71" fmla="*/ 560440 w 712609"/>
                <a:gd name="connsiteY71" fmla="*/ 98779 h 515271"/>
                <a:gd name="connsiteX72" fmla="*/ 557151 w 712609"/>
                <a:gd name="connsiteY72" fmla="*/ 99656 h 515271"/>
                <a:gd name="connsiteX73" fmla="*/ 553862 w 712609"/>
                <a:gd name="connsiteY73" fmla="*/ 99875 h 515271"/>
                <a:gd name="connsiteX74" fmla="*/ 550573 w 712609"/>
                <a:gd name="connsiteY74" fmla="*/ 99327 h 515271"/>
                <a:gd name="connsiteX75" fmla="*/ 547394 w 712609"/>
                <a:gd name="connsiteY75" fmla="*/ 98231 h 515271"/>
                <a:gd name="connsiteX76" fmla="*/ 542570 w 712609"/>
                <a:gd name="connsiteY76" fmla="*/ 96476 h 515271"/>
                <a:gd name="connsiteX77" fmla="*/ 536869 w 712609"/>
                <a:gd name="connsiteY77" fmla="*/ 94284 h 515271"/>
                <a:gd name="connsiteX78" fmla="*/ 532484 w 712609"/>
                <a:gd name="connsiteY78" fmla="*/ 90775 h 515271"/>
                <a:gd name="connsiteX79" fmla="*/ 531388 w 712609"/>
                <a:gd name="connsiteY79" fmla="*/ 85732 h 515271"/>
                <a:gd name="connsiteX80" fmla="*/ 534676 w 712609"/>
                <a:gd name="connsiteY80" fmla="*/ 82663 h 515271"/>
                <a:gd name="connsiteX81" fmla="*/ 539281 w 712609"/>
                <a:gd name="connsiteY81" fmla="*/ 81128 h 515271"/>
                <a:gd name="connsiteX82" fmla="*/ 543009 w 712609"/>
                <a:gd name="connsiteY82" fmla="*/ 79154 h 515271"/>
                <a:gd name="connsiteX83" fmla="*/ 543666 w 712609"/>
                <a:gd name="connsiteY83" fmla="*/ 75098 h 515271"/>
                <a:gd name="connsiteX84" fmla="*/ 542789 w 712609"/>
                <a:gd name="connsiteY84" fmla="*/ 74331 h 515271"/>
                <a:gd name="connsiteX85" fmla="*/ 542022 w 712609"/>
                <a:gd name="connsiteY85" fmla="*/ 73454 h 515271"/>
                <a:gd name="connsiteX86" fmla="*/ 541254 w 712609"/>
                <a:gd name="connsiteY86" fmla="*/ 72686 h 515271"/>
                <a:gd name="connsiteX87" fmla="*/ 540597 w 712609"/>
                <a:gd name="connsiteY87" fmla="*/ 71809 h 515271"/>
                <a:gd name="connsiteX88" fmla="*/ 541145 w 712609"/>
                <a:gd name="connsiteY88" fmla="*/ 70055 h 515271"/>
                <a:gd name="connsiteX89" fmla="*/ 541364 w 712609"/>
                <a:gd name="connsiteY89" fmla="*/ 68411 h 515271"/>
                <a:gd name="connsiteX90" fmla="*/ 541254 w 712609"/>
                <a:gd name="connsiteY90" fmla="*/ 66766 h 515271"/>
                <a:gd name="connsiteX91" fmla="*/ 540487 w 712609"/>
                <a:gd name="connsiteY91" fmla="*/ 65341 h 515271"/>
                <a:gd name="connsiteX92" fmla="*/ 536211 w 712609"/>
                <a:gd name="connsiteY92" fmla="*/ 63916 h 515271"/>
                <a:gd name="connsiteX93" fmla="*/ 531278 w 712609"/>
                <a:gd name="connsiteY93" fmla="*/ 63258 h 515271"/>
                <a:gd name="connsiteX94" fmla="*/ 526454 w 712609"/>
                <a:gd name="connsiteY94" fmla="*/ 63696 h 515271"/>
                <a:gd name="connsiteX95" fmla="*/ 522178 w 712609"/>
                <a:gd name="connsiteY95" fmla="*/ 65341 h 515271"/>
                <a:gd name="connsiteX96" fmla="*/ 519438 w 712609"/>
                <a:gd name="connsiteY96" fmla="*/ 66218 h 515271"/>
                <a:gd name="connsiteX97" fmla="*/ 517026 w 712609"/>
                <a:gd name="connsiteY97" fmla="*/ 65450 h 515271"/>
                <a:gd name="connsiteX98" fmla="*/ 514723 w 712609"/>
                <a:gd name="connsiteY98" fmla="*/ 63696 h 515271"/>
                <a:gd name="connsiteX99" fmla="*/ 512750 w 712609"/>
                <a:gd name="connsiteY99" fmla="*/ 61613 h 515271"/>
                <a:gd name="connsiteX100" fmla="*/ 508036 w 712609"/>
                <a:gd name="connsiteY100" fmla="*/ 62929 h 515271"/>
                <a:gd name="connsiteX101" fmla="*/ 505953 w 712609"/>
                <a:gd name="connsiteY101" fmla="*/ 67534 h 515271"/>
                <a:gd name="connsiteX102" fmla="*/ 504637 w 712609"/>
                <a:gd name="connsiteY102" fmla="*/ 73015 h 515271"/>
                <a:gd name="connsiteX103" fmla="*/ 502006 w 712609"/>
                <a:gd name="connsiteY103" fmla="*/ 76852 h 515271"/>
                <a:gd name="connsiteX104" fmla="*/ 498278 w 712609"/>
                <a:gd name="connsiteY104" fmla="*/ 77949 h 515271"/>
                <a:gd name="connsiteX105" fmla="*/ 494003 w 712609"/>
                <a:gd name="connsiteY105" fmla="*/ 77729 h 515271"/>
                <a:gd name="connsiteX106" fmla="*/ 489837 w 712609"/>
                <a:gd name="connsiteY106" fmla="*/ 76633 h 515271"/>
                <a:gd name="connsiteX107" fmla="*/ 486438 w 712609"/>
                <a:gd name="connsiteY107" fmla="*/ 74660 h 515271"/>
                <a:gd name="connsiteX108" fmla="*/ 483917 w 712609"/>
                <a:gd name="connsiteY108" fmla="*/ 74331 h 515271"/>
                <a:gd name="connsiteX109" fmla="*/ 481395 w 712609"/>
                <a:gd name="connsiteY109" fmla="*/ 74879 h 515271"/>
                <a:gd name="connsiteX110" fmla="*/ 478983 w 712609"/>
                <a:gd name="connsiteY110" fmla="*/ 75537 h 515271"/>
                <a:gd name="connsiteX111" fmla="*/ 476352 w 712609"/>
                <a:gd name="connsiteY111" fmla="*/ 75537 h 515271"/>
                <a:gd name="connsiteX112" fmla="*/ 474708 w 712609"/>
                <a:gd name="connsiteY112" fmla="*/ 75098 h 515271"/>
                <a:gd name="connsiteX113" fmla="*/ 473173 w 712609"/>
                <a:gd name="connsiteY113" fmla="*/ 74111 h 515271"/>
                <a:gd name="connsiteX114" fmla="*/ 471748 w 712609"/>
                <a:gd name="connsiteY114" fmla="*/ 73125 h 515271"/>
                <a:gd name="connsiteX115" fmla="*/ 470651 w 712609"/>
                <a:gd name="connsiteY115" fmla="*/ 72686 h 515271"/>
                <a:gd name="connsiteX116" fmla="*/ 468787 w 712609"/>
                <a:gd name="connsiteY116" fmla="*/ 73234 h 515271"/>
                <a:gd name="connsiteX117" fmla="*/ 466924 w 712609"/>
                <a:gd name="connsiteY117" fmla="*/ 74440 h 515271"/>
                <a:gd name="connsiteX118" fmla="*/ 464950 w 712609"/>
                <a:gd name="connsiteY118" fmla="*/ 75537 h 515271"/>
                <a:gd name="connsiteX119" fmla="*/ 462758 w 712609"/>
                <a:gd name="connsiteY119" fmla="*/ 75865 h 515271"/>
                <a:gd name="connsiteX120" fmla="*/ 457605 w 712609"/>
                <a:gd name="connsiteY120" fmla="*/ 72905 h 515271"/>
                <a:gd name="connsiteX121" fmla="*/ 457276 w 712609"/>
                <a:gd name="connsiteY121" fmla="*/ 67643 h 515271"/>
                <a:gd name="connsiteX122" fmla="*/ 459030 w 712609"/>
                <a:gd name="connsiteY122" fmla="*/ 61504 h 515271"/>
                <a:gd name="connsiteX123" fmla="*/ 459688 w 712609"/>
                <a:gd name="connsiteY123" fmla="*/ 55803 h 515271"/>
                <a:gd name="connsiteX124" fmla="*/ 459469 w 712609"/>
                <a:gd name="connsiteY124" fmla="*/ 54487 h 515271"/>
                <a:gd name="connsiteX125" fmla="*/ 458920 w 712609"/>
                <a:gd name="connsiteY125" fmla="*/ 53062 h 515271"/>
                <a:gd name="connsiteX126" fmla="*/ 458263 w 712609"/>
                <a:gd name="connsiteY126" fmla="*/ 51856 h 515271"/>
                <a:gd name="connsiteX127" fmla="*/ 457386 w 712609"/>
                <a:gd name="connsiteY127" fmla="*/ 50869 h 515271"/>
                <a:gd name="connsiteX128" fmla="*/ 456509 w 712609"/>
                <a:gd name="connsiteY128" fmla="*/ 49883 h 515271"/>
                <a:gd name="connsiteX129" fmla="*/ 456837 w 712609"/>
                <a:gd name="connsiteY129" fmla="*/ 49115 h 515271"/>
                <a:gd name="connsiteX130" fmla="*/ 457605 w 712609"/>
                <a:gd name="connsiteY130" fmla="*/ 48348 h 515271"/>
                <a:gd name="connsiteX131" fmla="*/ 458044 w 712609"/>
                <a:gd name="connsiteY131" fmla="*/ 47471 h 515271"/>
                <a:gd name="connsiteX132" fmla="*/ 458263 w 712609"/>
                <a:gd name="connsiteY132" fmla="*/ 46155 h 515271"/>
                <a:gd name="connsiteX133" fmla="*/ 458811 w 712609"/>
                <a:gd name="connsiteY133" fmla="*/ 45059 h 515271"/>
                <a:gd name="connsiteX134" fmla="*/ 459140 w 712609"/>
                <a:gd name="connsiteY134" fmla="*/ 43853 h 515271"/>
                <a:gd name="connsiteX135" fmla="*/ 458920 w 712609"/>
                <a:gd name="connsiteY135" fmla="*/ 42318 h 515271"/>
                <a:gd name="connsiteX136" fmla="*/ 457824 w 712609"/>
                <a:gd name="connsiteY136" fmla="*/ 40893 h 515271"/>
                <a:gd name="connsiteX137" fmla="*/ 456509 w 712609"/>
                <a:gd name="connsiteY137" fmla="*/ 40016 h 515271"/>
                <a:gd name="connsiteX138" fmla="*/ 455303 w 712609"/>
                <a:gd name="connsiteY138" fmla="*/ 39139 h 515271"/>
                <a:gd name="connsiteX139" fmla="*/ 454754 w 712609"/>
                <a:gd name="connsiteY139" fmla="*/ 37165 h 515271"/>
                <a:gd name="connsiteX140" fmla="*/ 456837 w 712609"/>
                <a:gd name="connsiteY140" fmla="*/ 34205 h 515271"/>
                <a:gd name="connsiteX141" fmla="*/ 460455 w 712609"/>
                <a:gd name="connsiteY141" fmla="*/ 32561 h 515271"/>
                <a:gd name="connsiteX142" fmla="*/ 464073 w 712609"/>
                <a:gd name="connsiteY142" fmla="*/ 30697 h 515271"/>
                <a:gd name="connsiteX143" fmla="*/ 466046 w 712609"/>
                <a:gd name="connsiteY143" fmla="*/ 27847 h 515271"/>
                <a:gd name="connsiteX144" fmla="*/ 464841 w 712609"/>
                <a:gd name="connsiteY144" fmla="*/ 24229 h 515271"/>
                <a:gd name="connsiteX145" fmla="*/ 461223 w 712609"/>
                <a:gd name="connsiteY145" fmla="*/ 21926 h 515271"/>
                <a:gd name="connsiteX146" fmla="*/ 456837 w 712609"/>
                <a:gd name="connsiteY146" fmla="*/ 20611 h 515271"/>
                <a:gd name="connsiteX147" fmla="*/ 453220 w 712609"/>
                <a:gd name="connsiteY147" fmla="*/ 20172 h 515271"/>
                <a:gd name="connsiteX148" fmla="*/ 450698 w 712609"/>
                <a:gd name="connsiteY148" fmla="*/ 20063 h 515271"/>
                <a:gd name="connsiteX149" fmla="*/ 449163 w 712609"/>
                <a:gd name="connsiteY149" fmla="*/ 18857 h 515271"/>
                <a:gd name="connsiteX150" fmla="*/ 448615 w 712609"/>
                <a:gd name="connsiteY150" fmla="*/ 16883 h 515271"/>
                <a:gd name="connsiteX151" fmla="*/ 449382 w 712609"/>
                <a:gd name="connsiteY151" fmla="*/ 14252 h 515271"/>
                <a:gd name="connsiteX152" fmla="*/ 445655 w 712609"/>
                <a:gd name="connsiteY152" fmla="*/ 15020 h 515271"/>
                <a:gd name="connsiteX153" fmla="*/ 438638 w 712609"/>
                <a:gd name="connsiteY153" fmla="*/ 14142 h 515271"/>
                <a:gd name="connsiteX154" fmla="*/ 434582 w 712609"/>
                <a:gd name="connsiteY154" fmla="*/ 14252 h 515271"/>
                <a:gd name="connsiteX155" fmla="*/ 432719 w 712609"/>
                <a:gd name="connsiteY155" fmla="*/ 14800 h 515271"/>
                <a:gd name="connsiteX156" fmla="*/ 428881 w 712609"/>
                <a:gd name="connsiteY156" fmla="*/ 16664 h 515271"/>
                <a:gd name="connsiteX157" fmla="*/ 427017 w 712609"/>
                <a:gd name="connsiteY157" fmla="*/ 17103 h 515271"/>
                <a:gd name="connsiteX158" fmla="*/ 420549 w 712609"/>
                <a:gd name="connsiteY158" fmla="*/ 17212 h 515271"/>
                <a:gd name="connsiteX159" fmla="*/ 419014 w 712609"/>
                <a:gd name="connsiteY159" fmla="*/ 17760 h 515271"/>
                <a:gd name="connsiteX160" fmla="*/ 418247 w 712609"/>
                <a:gd name="connsiteY160" fmla="*/ 19405 h 515271"/>
                <a:gd name="connsiteX161" fmla="*/ 418247 w 712609"/>
                <a:gd name="connsiteY161" fmla="*/ 21598 h 515271"/>
                <a:gd name="connsiteX162" fmla="*/ 418357 w 712609"/>
                <a:gd name="connsiteY162" fmla="*/ 23790 h 515271"/>
                <a:gd name="connsiteX163" fmla="*/ 418357 w 712609"/>
                <a:gd name="connsiteY163" fmla="*/ 25654 h 515271"/>
                <a:gd name="connsiteX164" fmla="*/ 417699 w 712609"/>
                <a:gd name="connsiteY164" fmla="*/ 27627 h 515271"/>
                <a:gd name="connsiteX165" fmla="*/ 415945 w 712609"/>
                <a:gd name="connsiteY165" fmla="*/ 30368 h 515271"/>
                <a:gd name="connsiteX166" fmla="*/ 415616 w 712609"/>
                <a:gd name="connsiteY166" fmla="*/ 32122 h 515271"/>
                <a:gd name="connsiteX167" fmla="*/ 414520 w 712609"/>
                <a:gd name="connsiteY167" fmla="*/ 35192 h 515271"/>
                <a:gd name="connsiteX168" fmla="*/ 409147 w 712609"/>
                <a:gd name="connsiteY168" fmla="*/ 41441 h 515271"/>
                <a:gd name="connsiteX169" fmla="*/ 407613 w 712609"/>
                <a:gd name="connsiteY169" fmla="*/ 44291 h 515271"/>
                <a:gd name="connsiteX170" fmla="*/ 404433 w 712609"/>
                <a:gd name="connsiteY170" fmla="*/ 42099 h 515271"/>
                <a:gd name="connsiteX171" fmla="*/ 400815 w 712609"/>
                <a:gd name="connsiteY171" fmla="*/ 41441 h 515271"/>
                <a:gd name="connsiteX172" fmla="*/ 394018 w 712609"/>
                <a:gd name="connsiteY172" fmla="*/ 41441 h 515271"/>
                <a:gd name="connsiteX173" fmla="*/ 388427 w 712609"/>
                <a:gd name="connsiteY173" fmla="*/ 40016 h 515271"/>
                <a:gd name="connsiteX174" fmla="*/ 386563 w 712609"/>
                <a:gd name="connsiteY174" fmla="*/ 39906 h 515271"/>
                <a:gd name="connsiteX175" fmla="*/ 384919 w 712609"/>
                <a:gd name="connsiteY175" fmla="*/ 40345 h 515271"/>
                <a:gd name="connsiteX176" fmla="*/ 382945 w 712609"/>
                <a:gd name="connsiteY176" fmla="*/ 42318 h 515271"/>
                <a:gd name="connsiteX177" fmla="*/ 381191 w 712609"/>
                <a:gd name="connsiteY177" fmla="*/ 42757 h 515271"/>
                <a:gd name="connsiteX178" fmla="*/ 380095 w 712609"/>
                <a:gd name="connsiteY178" fmla="*/ 42318 h 515271"/>
                <a:gd name="connsiteX179" fmla="*/ 377025 w 712609"/>
                <a:gd name="connsiteY179" fmla="*/ 40345 h 515271"/>
                <a:gd name="connsiteX180" fmla="*/ 375162 w 712609"/>
                <a:gd name="connsiteY180" fmla="*/ 39906 h 515271"/>
                <a:gd name="connsiteX181" fmla="*/ 373188 w 712609"/>
                <a:gd name="connsiteY181" fmla="*/ 40345 h 515271"/>
                <a:gd name="connsiteX182" fmla="*/ 370886 w 712609"/>
                <a:gd name="connsiteY182" fmla="*/ 42318 h 515271"/>
                <a:gd name="connsiteX183" fmla="*/ 369022 w 712609"/>
                <a:gd name="connsiteY183" fmla="*/ 42757 h 515271"/>
                <a:gd name="connsiteX184" fmla="*/ 364308 w 712609"/>
                <a:gd name="connsiteY184" fmla="*/ 42647 h 515271"/>
                <a:gd name="connsiteX185" fmla="*/ 361896 w 712609"/>
                <a:gd name="connsiteY185" fmla="*/ 41660 h 515271"/>
                <a:gd name="connsiteX186" fmla="*/ 360690 w 712609"/>
                <a:gd name="connsiteY186" fmla="*/ 39139 h 515271"/>
                <a:gd name="connsiteX187" fmla="*/ 359046 w 712609"/>
                <a:gd name="connsiteY187" fmla="*/ 34205 h 515271"/>
                <a:gd name="connsiteX188" fmla="*/ 358278 w 712609"/>
                <a:gd name="connsiteY188" fmla="*/ 33219 h 515271"/>
                <a:gd name="connsiteX189" fmla="*/ 357401 w 712609"/>
                <a:gd name="connsiteY189" fmla="*/ 32561 h 515271"/>
                <a:gd name="connsiteX190" fmla="*/ 356524 w 712609"/>
                <a:gd name="connsiteY190" fmla="*/ 31574 h 515271"/>
                <a:gd name="connsiteX191" fmla="*/ 354551 w 712609"/>
                <a:gd name="connsiteY191" fmla="*/ 12388 h 515271"/>
                <a:gd name="connsiteX192" fmla="*/ 353235 w 712609"/>
                <a:gd name="connsiteY192" fmla="*/ 7674 h 515271"/>
                <a:gd name="connsiteX193" fmla="*/ 350165 w 712609"/>
                <a:gd name="connsiteY193" fmla="*/ 5701 h 515271"/>
                <a:gd name="connsiteX194" fmla="*/ 346767 w 712609"/>
                <a:gd name="connsiteY194" fmla="*/ 7016 h 515271"/>
                <a:gd name="connsiteX195" fmla="*/ 344793 w 712609"/>
                <a:gd name="connsiteY195" fmla="*/ 12827 h 515271"/>
                <a:gd name="connsiteX196" fmla="*/ 342052 w 712609"/>
                <a:gd name="connsiteY196" fmla="*/ 14252 h 515271"/>
                <a:gd name="connsiteX197" fmla="*/ 340079 w 712609"/>
                <a:gd name="connsiteY197" fmla="*/ 12279 h 515271"/>
                <a:gd name="connsiteX198" fmla="*/ 340956 w 712609"/>
                <a:gd name="connsiteY198" fmla="*/ 7894 h 515271"/>
                <a:gd name="connsiteX199" fmla="*/ 344135 w 712609"/>
                <a:gd name="connsiteY199" fmla="*/ 0 h 515271"/>
                <a:gd name="connsiteX200" fmla="*/ 323634 w 712609"/>
                <a:gd name="connsiteY200" fmla="*/ 3399 h 515271"/>
                <a:gd name="connsiteX201" fmla="*/ 319907 w 712609"/>
                <a:gd name="connsiteY201" fmla="*/ 3947 h 515271"/>
                <a:gd name="connsiteX202" fmla="*/ 307189 w 712609"/>
                <a:gd name="connsiteY202" fmla="*/ 10086 h 515271"/>
                <a:gd name="connsiteX203" fmla="*/ 303791 w 712609"/>
                <a:gd name="connsiteY203" fmla="*/ 10963 h 515271"/>
                <a:gd name="connsiteX204" fmla="*/ 300283 w 712609"/>
                <a:gd name="connsiteY204" fmla="*/ 11183 h 515271"/>
                <a:gd name="connsiteX205" fmla="*/ 297432 w 712609"/>
                <a:gd name="connsiteY205" fmla="*/ 12717 h 515271"/>
                <a:gd name="connsiteX206" fmla="*/ 295349 w 712609"/>
                <a:gd name="connsiteY206" fmla="*/ 13046 h 515271"/>
                <a:gd name="connsiteX207" fmla="*/ 291841 w 712609"/>
                <a:gd name="connsiteY207" fmla="*/ 10963 h 515271"/>
                <a:gd name="connsiteX208" fmla="*/ 286469 w 712609"/>
                <a:gd name="connsiteY208" fmla="*/ 8880 h 515271"/>
                <a:gd name="connsiteX209" fmla="*/ 284605 w 712609"/>
                <a:gd name="connsiteY209" fmla="*/ 8551 h 515271"/>
                <a:gd name="connsiteX210" fmla="*/ 280878 w 712609"/>
                <a:gd name="connsiteY210" fmla="*/ 8771 h 515271"/>
                <a:gd name="connsiteX211" fmla="*/ 273532 w 712609"/>
                <a:gd name="connsiteY211" fmla="*/ 10744 h 515271"/>
                <a:gd name="connsiteX212" fmla="*/ 264323 w 712609"/>
                <a:gd name="connsiteY212" fmla="*/ 11621 h 515271"/>
                <a:gd name="connsiteX213" fmla="*/ 260267 w 712609"/>
                <a:gd name="connsiteY213" fmla="*/ 12608 h 515271"/>
                <a:gd name="connsiteX214" fmla="*/ 245028 w 712609"/>
                <a:gd name="connsiteY214" fmla="*/ 18418 h 515271"/>
                <a:gd name="connsiteX215" fmla="*/ 242397 w 712609"/>
                <a:gd name="connsiteY215" fmla="*/ 20501 h 515271"/>
                <a:gd name="connsiteX216" fmla="*/ 241300 w 712609"/>
                <a:gd name="connsiteY216" fmla="*/ 23571 h 515271"/>
                <a:gd name="connsiteX217" fmla="*/ 239217 w 712609"/>
                <a:gd name="connsiteY217" fmla="*/ 24777 h 515271"/>
                <a:gd name="connsiteX218" fmla="*/ 226610 w 712609"/>
                <a:gd name="connsiteY218" fmla="*/ 28504 h 515271"/>
                <a:gd name="connsiteX219" fmla="*/ 219484 w 712609"/>
                <a:gd name="connsiteY219" fmla="*/ 34973 h 515271"/>
                <a:gd name="connsiteX220" fmla="*/ 215208 w 712609"/>
                <a:gd name="connsiteY220" fmla="*/ 37494 h 515271"/>
                <a:gd name="connsiteX221" fmla="*/ 209727 w 712609"/>
                <a:gd name="connsiteY221" fmla="*/ 38591 h 515271"/>
                <a:gd name="connsiteX222" fmla="*/ 199421 w 712609"/>
                <a:gd name="connsiteY222" fmla="*/ 38700 h 515271"/>
                <a:gd name="connsiteX223" fmla="*/ 194707 w 712609"/>
                <a:gd name="connsiteY223" fmla="*/ 39906 h 515271"/>
                <a:gd name="connsiteX224" fmla="*/ 191528 w 712609"/>
                <a:gd name="connsiteY224" fmla="*/ 42757 h 515271"/>
                <a:gd name="connsiteX225" fmla="*/ 189225 w 712609"/>
                <a:gd name="connsiteY225" fmla="*/ 44949 h 515271"/>
                <a:gd name="connsiteX226" fmla="*/ 186813 w 712609"/>
                <a:gd name="connsiteY226" fmla="*/ 45607 h 515271"/>
                <a:gd name="connsiteX227" fmla="*/ 184401 w 712609"/>
                <a:gd name="connsiteY227" fmla="*/ 46265 h 515271"/>
                <a:gd name="connsiteX228" fmla="*/ 183524 w 712609"/>
                <a:gd name="connsiteY228" fmla="*/ 46374 h 515271"/>
                <a:gd name="connsiteX229" fmla="*/ 182757 w 712609"/>
                <a:gd name="connsiteY229" fmla="*/ 46703 h 515271"/>
                <a:gd name="connsiteX230" fmla="*/ 181880 w 712609"/>
                <a:gd name="connsiteY230" fmla="*/ 46923 h 515271"/>
                <a:gd name="connsiteX231" fmla="*/ 181003 w 712609"/>
                <a:gd name="connsiteY231" fmla="*/ 47032 h 515271"/>
                <a:gd name="connsiteX232" fmla="*/ 173438 w 712609"/>
                <a:gd name="connsiteY232" fmla="*/ 49006 h 515271"/>
                <a:gd name="connsiteX233" fmla="*/ 165874 w 712609"/>
                <a:gd name="connsiteY233" fmla="*/ 50979 h 515271"/>
                <a:gd name="connsiteX234" fmla="*/ 158309 w 712609"/>
                <a:gd name="connsiteY234" fmla="*/ 52843 h 515271"/>
                <a:gd name="connsiteX235" fmla="*/ 150744 w 712609"/>
                <a:gd name="connsiteY235" fmla="*/ 54816 h 515271"/>
                <a:gd name="connsiteX236" fmla="*/ 150306 w 712609"/>
                <a:gd name="connsiteY236" fmla="*/ 54926 h 515271"/>
                <a:gd name="connsiteX237" fmla="*/ 149867 w 712609"/>
                <a:gd name="connsiteY237" fmla="*/ 55035 h 515271"/>
                <a:gd name="connsiteX238" fmla="*/ 149429 w 712609"/>
                <a:gd name="connsiteY238" fmla="*/ 55255 h 515271"/>
                <a:gd name="connsiteX239" fmla="*/ 148990 w 712609"/>
                <a:gd name="connsiteY239" fmla="*/ 55364 h 515271"/>
                <a:gd name="connsiteX240" fmla="*/ 143618 w 712609"/>
                <a:gd name="connsiteY240" fmla="*/ 56789 h 515271"/>
                <a:gd name="connsiteX241" fmla="*/ 136711 w 712609"/>
                <a:gd name="connsiteY241" fmla="*/ 58982 h 515271"/>
                <a:gd name="connsiteX242" fmla="*/ 130901 w 712609"/>
                <a:gd name="connsiteY242" fmla="*/ 62271 h 515271"/>
                <a:gd name="connsiteX243" fmla="*/ 129256 w 712609"/>
                <a:gd name="connsiteY243" fmla="*/ 67095 h 515271"/>
                <a:gd name="connsiteX244" fmla="*/ 129585 w 712609"/>
                <a:gd name="connsiteY244" fmla="*/ 72028 h 515271"/>
                <a:gd name="connsiteX245" fmla="*/ 130133 w 712609"/>
                <a:gd name="connsiteY245" fmla="*/ 78716 h 515271"/>
                <a:gd name="connsiteX246" fmla="*/ 131668 w 712609"/>
                <a:gd name="connsiteY246" fmla="*/ 84636 h 515271"/>
                <a:gd name="connsiteX247" fmla="*/ 134957 w 712609"/>
                <a:gd name="connsiteY247" fmla="*/ 87158 h 515271"/>
                <a:gd name="connsiteX248" fmla="*/ 136711 w 712609"/>
                <a:gd name="connsiteY248" fmla="*/ 87596 h 515271"/>
                <a:gd name="connsiteX249" fmla="*/ 137807 w 712609"/>
                <a:gd name="connsiteY249" fmla="*/ 88692 h 515271"/>
                <a:gd name="connsiteX250" fmla="*/ 138466 w 712609"/>
                <a:gd name="connsiteY250" fmla="*/ 89679 h 515271"/>
                <a:gd name="connsiteX251" fmla="*/ 139014 w 712609"/>
                <a:gd name="connsiteY251" fmla="*/ 90227 h 515271"/>
                <a:gd name="connsiteX252" fmla="*/ 141645 w 712609"/>
                <a:gd name="connsiteY252" fmla="*/ 90447 h 515271"/>
                <a:gd name="connsiteX253" fmla="*/ 144385 w 712609"/>
                <a:gd name="connsiteY253" fmla="*/ 90008 h 515271"/>
                <a:gd name="connsiteX254" fmla="*/ 147126 w 712609"/>
                <a:gd name="connsiteY254" fmla="*/ 89241 h 515271"/>
                <a:gd name="connsiteX255" fmla="*/ 149758 w 712609"/>
                <a:gd name="connsiteY255" fmla="*/ 88583 h 515271"/>
                <a:gd name="connsiteX256" fmla="*/ 150963 w 712609"/>
                <a:gd name="connsiteY256" fmla="*/ 88144 h 515271"/>
                <a:gd name="connsiteX257" fmla="*/ 152279 w 712609"/>
                <a:gd name="connsiteY257" fmla="*/ 87706 h 515271"/>
                <a:gd name="connsiteX258" fmla="*/ 153595 w 712609"/>
                <a:gd name="connsiteY258" fmla="*/ 87267 h 515271"/>
                <a:gd name="connsiteX259" fmla="*/ 154801 w 712609"/>
                <a:gd name="connsiteY259" fmla="*/ 86829 h 515271"/>
                <a:gd name="connsiteX260" fmla="*/ 159186 w 712609"/>
                <a:gd name="connsiteY260" fmla="*/ 86061 h 515271"/>
                <a:gd name="connsiteX261" fmla="*/ 162146 w 712609"/>
                <a:gd name="connsiteY261" fmla="*/ 87706 h 515271"/>
                <a:gd name="connsiteX262" fmla="*/ 164887 w 712609"/>
                <a:gd name="connsiteY262" fmla="*/ 90118 h 515271"/>
                <a:gd name="connsiteX263" fmla="*/ 168285 w 712609"/>
                <a:gd name="connsiteY263" fmla="*/ 92091 h 515271"/>
                <a:gd name="connsiteX264" fmla="*/ 170588 w 712609"/>
                <a:gd name="connsiteY264" fmla="*/ 92201 h 515271"/>
                <a:gd name="connsiteX265" fmla="*/ 173219 w 712609"/>
                <a:gd name="connsiteY265" fmla="*/ 92310 h 515271"/>
                <a:gd name="connsiteX266" fmla="*/ 175850 w 712609"/>
                <a:gd name="connsiteY266" fmla="*/ 92310 h 515271"/>
                <a:gd name="connsiteX267" fmla="*/ 178152 w 712609"/>
                <a:gd name="connsiteY267" fmla="*/ 91981 h 515271"/>
                <a:gd name="connsiteX268" fmla="*/ 181112 w 712609"/>
                <a:gd name="connsiteY268" fmla="*/ 91872 h 515271"/>
                <a:gd name="connsiteX269" fmla="*/ 184292 w 712609"/>
                <a:gd name="connsiteY269" fmla="*/ 92530 h 515271"/>
                <a:gd name="connsiteX270" fmla="*/ 187581 w 712609"/>
                <a:gd name="connsiteY270" fmla="*/ 93297 h 515271"/>
                <a:gd name="connsiteX271" fmla="*/ 190979 w 712609"/>
                <a:gd name="connsiteY271" fmla="*/ 93078 h 515271"/>
                <a:gd name="connsiteX272" fmla="*/ 192076 w 712609"/>
                <a:gd name="connsiteY272" fmla="*/ 93407 h 515271"/>
                <a:gd name="connsiteX273" fmla="*/ 192952 w 712609"/>
                <a:gd name="connsiteY273" fmla="*/ 94064 h 515271"/>
                <a:gd name="connsiteX274" fmla="*/ 193391 w 712609"/>
                <a:gd name="connsiteY274" fmla="*/ 94942 h 515271"/>
                <a:gd name="connsiteX275" fmla="*/ 193720 w 712609"/>
                <a:gd name="connsiteY275" fmla="*/ 96148 h 515271"/>
                <a:gd name="connsiteX276" fmla="*/ 193720 w 712609"/>
                <a:gd name="connsiteY276" fmla="*/ 98779 h 515271"/>
                <a:gd name="connsiteX277" fmla="*/ 193391 w 712609"/>
                <a:gd name="connsiteY277" fmla="*/ 102068 h 515271"/>
                <a:gd name="connsiteX278" fmla="*/ 193391 w 712609"/>
                <a:gd name="connsiteY278" fmla="*/ 105137 h 515271"/>
                <a:gd name="connsiteX279" fmla="*/ 194049 w 712609"/>
                <a:gd name="connsiteY279" fmla="*/ 106782 h 515271"/>
                <a:gd name="connsiteX280" fmla="*/ 196790 w 712609"/>
                <a:gd name="connsiteY280" fmla="*/ 107988 h 515271"/>
                <a:gd name="connsiteX281" fmla="*/ 199311 w 712609"/>
                <a:gd name="connsiteY281" fmla="*/ 109303 h 515271"/>
                <a:gd name="connsiteX282" fmla="*/ 201723 w 712609"/>
                <a:gd name="connsiteY282" fmla="*/ 110838 h 515271"/>
                <a:gd name="connsiteX283" fmla="*/ 203916 w 712609"/>
                <a:gd name="connsiteY283" fmla="*/ 112921 h 515271"/>
                <a:gd name="connsiteX284" fmla="*/ 203039 w 712609"/>
                <a:gd name="connsiteY284" fmla="*/ 114347 h 515271"/>
                <a:gd name="connsiteX285" fmla="*/ 202052 w 712609"/>
                <a:gd name="connsiteY285" fmla="*/ 115552 h 515271"/>
                <a:gd name="connsiteX286" fmla="*/ 200956 w 712609"/>
                <a:gd name="connsiteY286" fmla="*/ 116649 h 515271"/>
                <a:gd name="connsiteX287" fmla="*/ 199640 w 712609"/>
                <a:gd name="connsiteY287" fmla="*/ 117635 h 515271"/>
                <a:gd name="connsiteX288" fmla="*/ 194268 w 712609"/>
                <a:gd name="connsiteY288" fmla="*/ 119609 h 515271"/>
                <a:gd name="connsiteX289" fmla="*/ 188238 w 712609"/>
                <a:gd name="connsiteY289" fmla="*/ 119828 h 515271"/>
                <a:gd name="connsiteX290" fmla="*/ 183634 w 712609"/>
                <a:gd name="connsiteY290" fmla="*/ 121363 h 515271"/>
                <a:gd name="connsiteX291" fmla="*/ 182318 w 712609"/>
                <a:gd name="connsiteY291" fmla="*/ 127722 h 515271"/>
                <a:gd name="connsiteX292" fmla="*/ 182428 w 712609"/>
                <a:gd name="connsiteY292" fmla="*/ 131778 h 515271"/>
                <a:gd name="connsiteX293" fmla="*/ 182867 w 712609"/>
                <a:gd name="connsiteY293" fmla="*/ 135944 h 515271"/>
                <a:gd name="connsiteX294" fmla="*/ 183524 w 712609"/>
                <a:gd name="connsiteY294" fmla="*/ 140110 h 515271"/>
                <a:gd name="connsiteX295" fmla="*/ 184621 w 712609"/>
                <a:gd name="connsiteY295" fmla="*/ 143947 h 515271"/>
                <a:gd name="connsiteX296" fmla="*/ 185388 w 712609"/>
                <a:gd name="connsiteY296" fmla="*/ 146359 h 515271"/>
                <a:gd name="connsiteX297" fmla="*/ 186265 w 712609"/>
                <a:gd name="connsiteY297" fmla="*/ 148881 h 515271"/>
                <a:gd name="connsiteX298" fmla="*/ 187361 w 712609"/>
                <a:gd name="connsiteY298" fmla="*/ 151293 h 515271"/>
                <a:gd name="connsiteX299" fmla="*/ 188896 w 712609"/>
                <a:gd name="connsiteY299" fmla="*/ 153156 h 515271"/>
                <a:gd name="connsiteX300" fmla="*/ 189883 w 712609"/>
                <a:gd name="connsiteY300" fmla="*/ 153814 h 515271"/>
                <a:gd name="connsiteX301" fmla="*/ 191089 w 712609"/>
                <a:gd name="connsiteY301" fmla="*/ 154472 h 515271"/>
                <a:gd name="connsiteX302" fmla="*/ 192185 w 712609"/>
                <a:gd name="connsiteY302" fmla="*/ 155130 h 515271"/>
                <a:gd name="connsiteX303" fmla="*/ 192952 w 712609"/>
                <a:gd name="connsiteY303" fmla="*/ 156007 h 515271"/>
                <a:gd name="connsiteX304" fmla="*/ 193830 w 712609"/>
                <a:gd name="connsiteY304" fmla="*/ 158309 h 515271"/>
                <a:gd name="connsiteX305" fmla="*/ 193939 w 712609"/>
                <a:gd name="connsiteY305" fmla="*/ 160502 h 515271"/>
                <a:gd name="connsiteX306" fmla="*/ 194378 w 712609"/>
                <a:gd name="connsiteY306" fmla="*/ 162585 h 515271"/>
                <a:gd name="connsiteX307" fmla="*/ 196023 w 712609"/>
                <a:gd name="connsiteY307" fmla="*/ 164777 h 515271"/>
                <a:gd name="connsiteX308" fmla="*/ 197667 w 712609"/>
                <a:gd name="connsiteY308" fmla="*/ 167737 h 515271"/>
                <a:gd name="connsiteX309" fmla="*/ 197886 w 712609"/>
                <a:gd name="connsiteY309" fmla="*/ 171026 h 515271"/>
                <a:gd name="connsiteX310" fmla="*/ 197447 w 712609"/>
                <a:gd name="connsiteY310" fmla="*/ 174535 h 515271"/>
                <a:gd name="connsiteX311" fmla="*/ 196790 w 712609"/>
                <a:gd name="connsiteY311" fmla="*/ 177933 h 515271"/>
                <a:gd name="connsiteX312" fmla="*/ 196571 w 712609"/>
                <a:gd name="connsiteY312" fmla="*/ 179468 h 515271"/>
                <a:gd name="connsiteX313" fmla="*/ 196351 w 712609"/>
                <a:gd name="connsiteY313" fmla="*/ 181003 h 515271"/>
                <a:gd name="connsiteX314" fmla="*/ 196023 w 712609"/>
                <a:gd name="connsiteY314" fmla="*/ 182647 h 515271"/>
                <a:gd name="connsiteX315" fmla="*/ 195803 w 712609"/>
                <a:gd name="connsiteY315" fmla="*/ 184182 h 515271"/>
                <a:gd name="connsiteX316" fmla="*/ 196242 w 712609"/>
                <a:gd name="connsiteY316" fmla="*/ 193172 h 515271"/>
                <a:gd name="connsiteX317" fmla="*/ 203806 w 712609"/>
                <a:gd name="connsiteY317" fmla="*/ 194817 h 515271"/>
                <a:gd name="connsiteX318" fmla="*/ 214002 w 712609"/>
                <a:gd name="connsiteY318" fmla="*/ 192514 h 515271"/>
                <a:gd name="connsiteX319" fmla="*/ 222224 w 712609"/>
                <a:gd name="connsiteY319" fmla="*/ 190102 h 515271"/>
                <a:gd name="connsiteX320" fmla="*/ 223650 w 712609"/>
                <a:gd name="connsiteY320" fmla="*/ 190322 h 515271"/>
                <a:gd name="connsiteX321" fmla="*/ 224746 w 712609"/>
                <a:gd name="connsiteY321" fmla="*/ 190979 h 515271"/>
                <a:gd name="connsiteX322" fmla="*/ 225404 w 712609"/>
                <a:gd name="connsiteY322" fmla="*/ 192076 h 515271"/>
                <a:gd name="connsiteX323" fmla="*/ 225842 w 712609"/>
                <a:gd name="connsiteY323" fmla="*/ 193610 h 515271"/>
                <a:gd name="connsiteX324" fmla="*/ 226391 w 712609"/>
                <a:gd name="connsiteY324" fmla="*/ 196351 h 515271"/>
                <a:gd name="connsiteX325" fmla="*/ 227267 w 712609"/>
                <a:gd name="connsiteY325" fmla="*/ 200188 h 515271"/>
                <a:gd name="connsiteX326" fmla="*/ 228474 w 712609"/>
                <a:gd name="connsiteY326" fmla="*/ 203806 h 515271"/>
                <a:gd name="connsiteX327" fmla="*/ 229899 w 712609"/>
                <a:gd name="connsiteY327" fmla="*/ 206328 h 515271"/>
                <a:gd name="connsiteX328" fmla="*/ 232091 w 712609"/>
                <a:gd name="connsiteY328" fmla="*/ 207314 h 515271"/>
                <a:gd name="connsiteX329" fmla="*/ 234503 w 712609"/>
                <a:gd name="connsiteY329" fmla="*/ 207863 h 515271"/>
                <a:gd name="connsiteX330" fmla="*/ 235928 w 712609"/>
                <a:gd name="connsiteY330" fmla="*/ 208959 h 515271"/>
                <a:gd name="connsiteX331" fmla="*/ 235161 w 712609"/>
                <a:gd name="connsiteY331" fmla="*/ 211590 h 515271"/>
                <a:gd name="connsiteX332" fmla="*/ 232530 w 712609"/>
                <a:gd name="connsiteY332" fmla="*/ 213783 h 515271"/>
                <a:gd name="connsiteX333" fmla="*/ 229789 w 712609"/>
                <a:gd name="connsiteY333" fmla="*/ 216085 h 515271"/>
                <a:gd name="connsiteX334" fmla="*/ 227267 w 712609"/>
                <a:gd name="connsiteY334" fmla="*/ 218497 h 515271"/>
                <a:gd name="connsiteX335" fmla="*/ 225404 w 712609"/>
                <a:gd name="connsiteY335" fmla="*/ 221347 h 515271"/>
                <a:gd name="connsiteX336" fmla="*/ 225404 w 712609"/>
                <a:gd name="connsiteY336" fmla="*/ 222663 h 515271"/>
                <a:gd name="connsiteX337" fmla="*/ 225842 w 712609"/>
                <a:gd name="connsiteY337" fmla="*/ 224088 h 515271"/>
                <a:gd name="connsiteX338" fmla="*/ 226171 w 712609"/>
                <a:gd name="connsiteY338" fmla="*/ 225513 h 515271"/>
                <a:gd name="connsiteX339" fmla="*/ 225733 w 712609"/>
                <a:gd name="connsiteY339" fmla="*/ 226939 h 515271"/>
                <a:gd name="connsiteX340" fmla="*/ 224636 w 712609"/>
                <a:gd name="connsiteY340" fmla="*/ 228474 h 515271"/>
                <a:gd name="connsiteX341" fmla="*/ 223540 w 712609"/>
                <a:gd name="connsiteY341" fmla="*/ 230008 h 515271"/>
                <a:gd name="connsiteX342" fmla="*/ 222444 w 712609"/>
                <a:gd name="connsiteY342" fmla="*/ 231434 h 515271"/>
                <a:gd name="connsiteX343" fmla="*/ 221348 w 712609"/>
                <a:gd name="connsiteY343" fmla="*/ 232968 h 515271"/>
                <a:gd name="connsiteX344" fmla="*/ 219265 w 712609"/>
                <a:gd name="connsiteY344" fmla="*/ 236038 h 515271"/>
                <a:gd name="connsiteX345" fmla="*/ 216633 w 712609"/>
                <a:gd name="connsiteY345" fmla="*/ 240314 h 515271"/>
                <a:gd name="connsiteX346" fmla="*/ 213673 w 712609"/>
                <a:gd name="connsiteY346" fmla="*/ 243932 h 515271"/>
                <a:gd name="connsiteX347" fmla="*/ 210823 w 712609"/>
                <a:gd name="connsiteY347" fmla="*/ 245686 h 515271"/>
                <a:gd name="connsiteX348" fmla="*/ 209617 w 712609"/>
                <a:gd name="connsiteY348" fmla="*/ 245247 h 515271"/>
                <a:gd name="connsiteX349" fmla="*/ 209068 w 712609"/>
                <a:gd name="connsiteY349" fmla="*/ 244261 h 515271"/>
                <a:gd name="connsiteX350" fmla="*/ 208740 w 712609"/>
                <a:gd name="connsiteY350" fmla="*/ 243055 h 515271"/>
                <a:gd name="connsiteX351" fmla="*/ 207972 w 712609"/>
                <a:gd name="connsiteY351" fmla="*/ 241958 h 515271"/>
                <a:gd name="connsiteX352" fmla="*/ 204245 w 712609"/>
                <a:gd name="connsiteY352" fmla="*/ 239875 h 515271"/>
                <a:gd name="connsiteX353" fmla="*/ 199750 w 712609"/>
                <a:gd name="connsiteY353" fmla="*/ 238450 h 515271"/>
                <a:gd name="connsiteX354" fmla="*/ 195255 w 712609"/>
                <a:gd name="connsiteY354" fmla="*/ 238231 h 515271"/>
                <a:gd name="connsiteX355" fmla="*/ 191308 w 712609"/>
                <a:gd name="connsiteY355" fmla="*/ 239437 h 515271"/>
                <a:gd name="connsiteX356" fmla="*/ 190102 w 712609"/>
                <a:gd name="connsiteY356" fmla="*/ 240752 h 515271"/>
                <a:gd name="connsiteX357" fmla="*/ 189116 w 712609"/>
                <a:gd name="connsiteY357" fmla="*/ 242507 h 515271"/>
                <a:gd name="connsiteX358" fmla="*/ 188238 w 712609"/>
                <a:gd name="connsiteY358" fmla="*/ 244041 h 515271"/>
                <a:gd name="connsiteX359" fmla="*/ 187252 w 712609"/>
                <a:gd name="connsiteY359" fmla="*/ 244699 h 515271"/>
                <a:gd name="connsiteX360" fmla="*/ 184730 w 712609"/>
                <a:gd name="connsiteY360" fmla="*/ 244919 h 515271"/>
                <a:gd name="connsiteX361" fmla="*/ 182209 w 712609"/>
                <a:gd name="connsiteY361" fmla="*/ 245467 h 515271"/>
                <a:gd name="connsiteX362" fmla="*/ 179687 w 712609"/>
                <a:gd name="connsiteY362" fmla="*/ 246234 h 515271"/>
                <a:gd name="connsiteX363" fmla="*/ 177166 w 712609"/>
                <a:gd name="connsiteY363" fmla="*/ 246892 h 515271"/>
                <a:gd name="connsiteX364" fmla="*/ 173000 w 712609"/>
                <a:gd name="connsiteY364" fmla="*/ 248207 h 515271"/>
                <a:gd name="connsiteX365" fmla="*/ 168943 w 712609"/>
                <a:gd name="connsiteY365" fmla="*/ 249852 h 515271"/>
                <a:gd name="connsiteX366" fmla="*/ 165216 w 712609"/>
                <a:gd name="connsiteY366" fmla="*/ 252154 h 515271"/>
                <a:gd name="connsiteX367" fmla="*/ 161927 w 712609"/>
                <a:gd name="connsiteY367" fmla="*/ 255114 h 515271"/>
                <a:gd name="connsiteX368" fmla="*/ 158638 w 712609"/>
                <a:gd name="connsiteY368" fmla="*/ 260157 h 515271"/>
                <a:gd name="connsiteX369" fmla="*/ 156774 w 712609"/>
                <a:gd name="connsiteY369" fmla="*/ 265968 h 515271"/>
                <a:gd name="connsiteX370" fmla="*/ 155130 w 712609"/>
                <a:gd name="connsiteY370" fmla="*/ 271669 h 515271"/>
                <a:gd name="connsiteX371" fmla="*/ 152608 w 712609"/>
                <a:gd name="connsiteY371" fmla="*/ 276492 h 515271"/>
                <a:gd name="connsiteX372" fmla="*/ 148442 w 712609"/>
                <a:gd name="connsiteY372" fmla="*/ 279782 h 515271"/>
                <a:gd name="connsiteX373" fmla="*/ 143180 w 712609"/>
                <a:gd name="connsiteY373" fmla="*/ 282084 h 515271"/>
                <a:gd name="connsiteX374" fmla="*/ 137588 w 712609"/>
                <a:gd name="connsiteY374" fmla="*/ 283728 h 515271"/>
                <a:gd name="connsiteX375" fmla="*/ 132545 w 712609"/>
                <a:gd name="connsiteY375" fmla="*/ 285263 h 515271"/>
                <a:gd name="connsiteX376" fmla="*/ 129914 w 712609"/>
                <a:gd name="connsiteY376" fmla="*/ 286469 h 515271"/>
                <a:gd name="connsiteX377" fmla="*/ 127283 w 712609"/>
                <a:gd name="connsiteY377" fmla="*/ 287784 h 515271"/>
                <a:gd name="connsiteX378" fmla="*/ 124652 w 712609"/>
                <a:gd name="connsiteY378" fmla="*/ 289210 h 515271"/>
                <a:gd name="connsiteX379" fmla="*/ 122130 w 712609"/>
                <a:gd name="connsiteY379" fmla="*/ 290635 h 515271"/>
                <a:gd name="connsiteX380" fmla="*/ 121363 w 712609"/>
                <a:gd name="connsiteY380" fmla="*/ 291951 h 515271"/>
                <a:gd name="connsiteX381" fmla="*/ 121034 w 712609"/>
                <a:gd name="connsiteY381" fmla="*/ 294143 h 515271"/>
                <a:gd name="connsiteX382" fmla="*/ 120815 w 712609"/>
                <a:gd name="connsiteY382" fmla="*/ 296665 h 515271"/>
                <a:gd name="connsiteX383" fmla="*/ 120267 w 712609"/>
                <a:gd name="connsiteY383" fmla="*/ 298529 h 515271"/>
                <a:gd name="connsiteX384" fmla="*/ 116758 w 712609"/>
                <a:gd name="connsiteY384" fmla="*/ 301489 h 515271"/>
                <a:gd name="connsiteX385" fmla="*/ 113360 w 712609"/>
                <a:gd name="connsiteY385" fmla="*/ 299406 h 515271"/>
                <a:gd name="connsiteX386" fmla="*/ 110180 w 712609"/>
                <a:gd name="connsiteY386" fmla="*/ 295130 h 515271"/>
                <a:gd name="connsiteX387" fmla="*/ 107768 w 712609"/>
                <a:gd name="connsiteY387" fmla="*/ 291074 h 515271"/>
                <a:gd name="connsiteX388" fmla="*/ 104589 w 712609"/>
                <a:gd name="connsiteY388" fmla="*/ 288771 h 515271"/>
                <a:gd name="connsiteX389" fmla="*/ 101410 w 712609"/>
                <a:gd name="connsiteY389" fmla="*/ 289100 h 515271"/>
                <a:gd name="connsiteX390" fmla="*/ 98450 w 712609"/>
                <a:gd name="connsiteY390" fmla="*/ 289210 h 515271"/>
                <a:gd name="connsiteX391" fmla="*/ 95709 w 712609"/>
                <a:gd name="connsiteY391" fmla="*/ 285921 h 515271"/>
                <a:gd name="connsiteX392" fmla="*/ 93407 w 712609"/>
                <a:gd name="connsiteY392" fmla="*/ 282193 h 515271"/>
                <a:gd name="connsiteX393" fmla="*/ 90666 w 712609"/>
                <a:gd name="connsiteY393" fmla="*/ 280878 h 515271"/>
                <a:gd name="connsiteX394" fmla="*/ 87815 w 712609"/>
                <a:gd name="connsiteY394" fmla="*/ 281974 h 515271"/>
                <a:gd name="connsiteX395" fmla="*/ 84855 w 712609"/>
                <a:gd name="connsiteY395" fmla="*/ 285482 h 515271"/>
                <a:gd name="connsiteX396" fmla="*/ 83649 w 712609"/>
                <a:gd name="connsiteY396" fmla="*/ 287894 h 515271"/>
                <a:gd name="connsiteX397" fmla="*/ 81676 w 712609"/>
                <a:gd name="connsiteY397" fmla="*/ 291293 h 515271"/>
                <a:gd name="connsiteX398" fmla="*/ 79593 w 712609"/>
                <a:gd name="connsiteY398" fmla="*/ 294472 h 515271"/>
                <a:gd name="connsiteX399" fmla="*/ 77619 w 712609"/>
                <a:gd name="connsiteY399" fmla="*/ 296446 h 515271"/>
                <a:gd name="connsiteX400" fmla="*/ 74660 w 712609"/>
                <a:gd name="connsiteY400" fmla="*/ 297323 h 515271"/>
                <a:gd name="connsiteX401" fmla="*/ 70822 w 712609"/>
                <a:gd name="connsiteY401" fmla="*/ 297323 h 515271"/>
                <a:gd name="connsiteX402" fmla="*/ 66656 w 712609"/>
                <a:gd name="connsiteY402" fmla="*/ 296994 h 515271"/>
                <a:gd name="connsiteX403" fmla="*/ 63039 w 712609"/>
                <a:gd name="connsiteY403" fmla="*/ 296884 h 515271"/>
                <a:gd name="connsiteX404" fmla="*/ 60188 w 712609"/>
                <a:gd name="connsiteY404" fmla="*/ 296884 h 515271"/>
                <a:gd name="connsiteX405" fmla="*/ 57337 w 712609"/>
                <a:gd name="connsiteY405" fmla="*/ 296994 h 515271"/>
                <a:gd name="connsiteX406" fmla="*/ 54597 w 712609"/>
                <a:gd name="connsiteY406" fmla="*/ 297542 h 515271"/>
                <a:gd name="connsiteX407" fmla="*/ 52075 w 712609"/>
                <a:gd name="connsiteY407" fmla="*/ 298857 h 515271"/>
                <a:gd name="connsiteX408" fmla="*/ 49444 w 712609"/>
                <a:gd name="connsiteY408" fmla="*/ 298419 h 515271"/>
                <a:gd name="connsiteX409" fmla="*/ 48348 w 712609"/>
                <a:gd name="connsiteY409" fmla="*/ 299954 h 515271"/>
                <a:gd name="connsiteX410" fmla="*/ 47909 w 712609"/>
                <a:gd name="connsiteY410" fmla="*/ 302366 h 515271"/>
                <a:gd name="connsiteX411" fmla="*/ 47032 w 712609"/>
                <a:gd name="connsiteY411" fmla="*/ 304668 h 515271"/>
                <a:gd name="connsiteX412" fmla="*/ 46045 w 712609"/>
                <a:gd name="connsiteY412" fmla="*/ 305216 h 515271"/>
                <a:gd name="connsiteX413" fmla="*/ 44840 w 712609"/>
                <a:gd name="connsiteY413" fmla="*/ 305326 h 515271"/>
                <a:gd name="connsiteX414" fmla="*/ 43633 w 712609"/>
                <a:gd name="connsiteY414" fmla="*/ 305326 h 515271"/>
                <a:gd name="connsiteX415" fmla="*/ 42647 w 712609"/>
                <a:gd name="connsiteY415" fmla="*/ 305764 h 515271"/>
                <a:gd name="connsiteX416" fmla="*/ 42318 w 712609"/>
                <a:gd name="connsiteY416" fmla="*/ 306641 h 515271"/>
                <a:gd name="connsiteX417" fmla="*/ 42428 w 712609"/>
                <a:gd name="connsiteY417" fmla="*/ 307628 h 515271"/>
                <a:gd name="connsiteX418" fmla="*/ 42757 w 712609"/>
                <a:gd name="connsiteY418" fmla="*/ 308615 h 515271"/>
                <a:gd name="connsiteX419" fmla="*/ 42757 w 712609"/>
                <a:gd name="connsiteY419" fmla="*/ 309492 h 515271"/>
                <a:gd name="connsiteX420" fmla="*/ 41550 w 712609"/>
                <a:gd name="connsiteY420" fmla="*/ 310150 h 515271"/>
                <a:gd name="connsiteX421" fmla="*/ 39029 w 712609"/>
                <a:gd name="connsiteY421" fmla="*/ 311356 h 515271"/>
                <a:gd name="connsiteX422" fmla="*/ 36288 w 712609"/>
                <a:gd name="connsiteY422" fmla="*/ 312671 h 515271"/>
                <a:gd name="connsiteX423" fmla="*/ 34315 w 712609"/>
                <a:gd name="connsiteY423" fmla="*/ 313987 h 515271"/>
                <a:gd name="connsiteX424" fmla="*/ 32341 w 712609"/>
                <a:gd name="connsiteY424" fmla="*/ 315851 h 515271"/>
                <a:gd name="connsiteX425" fmla="*/ 30697 w 712609"/>
                <a:gd name="connsiteY425" fmla="*/ 316289 h 515271"/>
                <a:gd name="connsiteX426" fmla="*/ 28943 w 712609"/>
                <a:gd name="connsiteY426" fmla="*/ 315631 h 515271"/>
                <a:gd name="connsiteX427" fmla="*/ 26641 w 712609"/>
                <a:gd name="connsiteY427" fmla="*/ 314206 h 515271"/>
                <a:gd name="connsiteX428" fmla="*/ 25654 w 712609"/>
                <a:gd name="connsiteY428" fmla="*/ 314973 h 515271"/>
                <a:gd name="connsiteX429" fmla="*/ 24996 w 712609"/>
                <a:gd name="connsiteY429" fmla="*/ 315960 h 515271"/>
                <a:gd name="connsiteX430" fmla="*/ 24667 w 712609"/>
                <a:gd name="connsiteY430" fmla="*/ 317056 h 515271"/>
                <a:gd name="connsiteX431" fmla="*/ 24777 w 712609"/>
                <a:gd name="connsiteY431" fmla="*/ 318372 h 515271"/>
                <a:gd name="connsiteX432" fmla="*/ 25106 w 712609"/>
                <a:gd name="connsiteY432" fmla="*/ 319249 h 515271"/>
                <a:gd name="connsiteX433" fmla="*/ 25215 w 712609"/>
                <a:gd name="connsiteY433" fmla="*/ 320236 h 515271"/>
                <a:gd name="connsiteX434" fmla="*/ 25215 w 712609"/>
                <a:gd name="connsiteY434" fmla="*/ 321113 h 515271"/>
                <a:gd name="connsiteX435" fmla="*/ 25106 w 712609"/>
                <a:gd name="connsiteY435" fmla="*/ 321990 h 515271"/>
                <a:gd name="connsiteX436" fmla="*/ 24009 w 712609"/>
                <a:gd name="connsiteY436" fmla="*/ 324621 h 515271"/>
                <a:gd name="connsiteX437" fmla="*/ 23681 w 712609"/>
                <a:gd name="connsiteY437" fmla="*/ 327362 h 515271"/>
                <a:gd name="connsiteX438" fmla="*/ 23461 w 712609"/>
                <a:gd name="connsiteY438" fmla="*/ 330103 h 515271"/>
                <a:gd name="connsiteX439" fmla="*/ 22584 w 712609"/>
                <a:gd name="connsiteY439" fmla="*/ 332734 h 515271"/>
                <a:gd name="connsiteX440" fmla="*/ 20501 w 712609"/>
                <a:gd name="connsiteY440" fmla="*/ 335255 h 515271"/>
                <a:gd name="connsiteX441" fmla="*/ 17980 w 712609"/>
                <a:gd name="connsiteY441" fmla="*/ 335913 h 515271"/>
                <a:gd name="connsiteX442" fmla="*/ 15239 w 712609"/>
                <a:gd name="connsiteY442" fmla="*/ 336352 h 515271"/>
                <a:gd name="connsiteX443" fmla="*/ 12388 w 712609"/>
                <a:gd name="connsiteY443" fmla="*/ 337667 h 515271"/>
                <a:gd name="connsiteX444" fmla="*/ 10525 w 712609"/>
                <a:gd name="connsiteY444" fmla="*/ 339641 h 515271"/>
                <a:gd name="connsiteX445" fmla="*/ 9318 w 712609"/>
                <a:gd name="connsiteY445" fmla="*/ 341943 h 515271"/>
                <a:gd name="connsiteX446" fmla="*/ 8442 w 712609"/>
                <a:gd name="connsiteY446" fmla="*/ 344574 h 515271"/>
                <a:gd name="connsiteX447" fmla="*/ 7894 w 712609"/>
                <a:gd name="connsiteY447" fmla="*/ 347205 h 515271"/>
                <a:gd name="connsiteX448" fmla="*/ 6687 w 712609"/>
                <a:gd name="connsiteY448" fmla="*/ 350494 h 515271"/>
                <a:gd name="connsiteX449" fmla="*/ 4604 w 712609"/>
                <a:gd name="connsiteY449" fmla="*/ 352687 h 515271"/>
                <a:gd name="connsiteX450" fmla="*/ 2083 w 712609"/>
                <a:gd name="connsiteY450" fmla="*/ 354441 h 515271"/>
                <a:gd name="connsiteX451" fmla="*/ 0 w 712609"/>
                <a:gd name="connsiteY451" fmla="*/ 355976 h 515271"/>
                <a:gd name="connsiteX452" fmla="*/ 1535 w 712609"/>
                <a:gd name="connsiteY452" fmla="*/ 357511 h 515271"/>
                <a:gd name="connsiteX453" fmla="*/ 8222 w 712609"/>
                <a:gd name="connsiteY453" fmla="*/ 363431 h 515271"/>
                <a:gd name="connsiteX454" fmla="*/ 10963 w 712609"/>
                <a:gd name="connsiteY454" fmla="*/ 368693 h 515271"/>
                <a:gd name="connsiteX455" fmla="*/ 6249 w 712609"/>
                <a:gd name="connsiteY455" fmla="*/ 374394 h 515271"/>
                <a:gd name="connsiteX456" fmla="*/ 6907 w 712609"/>
                <a:gd name="connsiteY456" fmla="*/ 376477 h 515271"/>
                <a:gd name="connsiteX457" fmla="*/ 9648 w 712609"/>
                <a:gd name="connsiteY457" fmla="*/ 377025 h 515271"/>
                <a:gd name="connsiteX458" fmla="*/ 15677 w 712609"/>
                <a:gd name="connsiteY458" fmla="*/ 380643 h 515271"/>
                <a:gd name="connsiteX459" fmla="*/ 19295 w 712609"/>
                <a:gd name="connsiteY459" fmla="*/ 383165 h 515271"/>
                <a:gd name="connsiteX460" fmla="*/ 22255 w 712609"/>
                <a:gd name="connsiteY460" fmla="*/ 385357 h 515271"/>
                <a:gd name="connsiteX461" fmla="*/ 24119 w 712609"/>
                <a:gd name="connsiteY461" fmla="*/ 387660 h 515271"/>
                <a:gd name="connsiteX462" fmla="*/ 25763 w 712609"/>
                <a:gd name="connsiteY462" fmla="*/ 388865 h 515271"/>
                <a:gd name="connsiteX463" fmla="*/ 32890 w 712609"/>
                <a:gd name="connsiteY463" fmla="*/ 396869 h 515271"/>
                <a:gd name="connsiteX464" fmla="*/ 43085 w 712609"/>
                <a:gd name="connsiteY464" fmla="*/ 420878 h 515271"/>
                <a:gd name="connsiteX465" fmla="*/ 48019 w 712609"/>
                <a:gd name="connsiteY465" fmla="*/ 429649 h 515271"/>
                <a:gd name="connsiteX466" fmla="*/ 62600 w 712609"/>
                <a:gd name="connsiteY466" fmla="*/ 435898 h 515271"/>
                <a:gd name="connsiteX467" fmla="*/ 71370 w 712609"/>
                <a:gd name="connsiteY467" fmla="*/ 440941 h 515271"/>
                <a:gd name="connsiteX468" fmla="*/ 74879 w 712609"/>
                <a:gd name="connsiteY468" fmla="*/ 443462 h 515271"/>
                <a:gd name="connsiteX469" fmla="*/ 78497 w 712609"/>
                <a:gd name="connsiteY469" fmla="*/ 442585 h 515271"/>
                <a:gd name="connsiteX470" fmla="*/ 85403 w 712609"/>
                <a:gd name="connsiteY470" fmla="*/ 444997 h 515271"/>
                <a:gd name="connsiteX471" fmla="*/ 88692 w 712609"/>
                <a:gd name="connsiteY471" fmla="*/ 446971 h 515271"/>
                <a:gd name="connsiteX472" fmla="*/ 99107 w 712609"/>
                <a:gd name="connsiteY472" fmla="*/ 450588 h 515271"/>
                <a:gd name="connsiteX473" fmla="*/ 102616 w 712609"/>
                <a:gd name="connsiteY473" fmla="*/ 450150 h 515271"/>
                <a:gd name="connsiteX474" fmla="*/ 118403 w 712609"/>
                <a:gd name="connsiteY474" fmla="*/ 456838 h 515271"/>
                <a:gd name="connsiteX475" fmla="*/ 121472 w 712609"/>
                <a:gd name="connsiteY475" fmla="*/ 455961 h 515271"/>
                <a:gd name="connsiteX476" fmla="*/ 123775 w 712609"/>
                <a:gd name="connsiteY476" fmla="*/ 458811 h 515271"/>
                <a:gd name="connsiteX477" fmla="*/ 134409 w 712609"/>
                <a:gd name="connsiteY477" fmla="*/ 459797 h 515271"/>
                <a:gd name="connsiteX478" fmla="*/ 141316 w 712609"/>
                <a:gd name="connsiteY478" fmla="*/ 460126 h 515271"/>
                <a:gd name="connsiteX479" fmla="*/ 151512 w 712609"/>
                <a:gd name="connsiteY479" fmla="*/ 464183 h 515271"/>
                <a:gd name="connsiteX480" fmla="*/ 169930 w 712609"/>
                <a:gd name="connsiteY480" fmla="*/ 473282 h 515271"/>
                <a:gd name="connsiteX481" fmla="*/ 197009 w 712609"/>
                <a:gd name="connsiteY481" fmla="*/ 484574 h 515271"/>
                <a:gd name="connsiteX482" fmla="*/ 206986 w 712609"/>
                <a:gd name="connsiteY482" fmla="*/ 486767 h 515271"/>
                <a:gd name="connsiteX483" fmla="*/ 225513 w 712609"/>
                <a:gd name="connsiteY483" fmla="*/ 488302 h 515271"/>
                <a:gd name="connsiteX484" fmla="*/ 241958 w 712609"/>
                <a:gd name="connsiteY484" fmla="*/ 494222 h 515271"/>
                <a:gd name="connsiteX485" fmla="*/ 249633 w 712609"/>
                <a:gd name="connsiteY485" fmla="*/ 494770 h 515271"/>
                <a:gd name="connsiteX486" fmla="*/ 260267 w 712609"/>
                <a:gd name="connsiteY486" fmla="*/ 498827 h 515271"/>
                <a:gd name="connsiteX487" fmla="*/ 286359 w 712609"/>
                <a:gd name="connsiteY487" fmla="*/ 506282 h 515271"/>
                <a:gd name="connsiteX488" fmla="*/ 297980 w 712609"/>
                <a:gd name="connsiteY488" fmla="*/ 512202 h 515271"/>
                <a:gd name="connsiteX489" fmla="*/ 305655 w 712609"/>
                <a:gd name="connsiteY489" fmla="*/ 515710 h 515271"/>
                <a:gd name="connsiteX490" fmla="*/ 308615 w 712609"/>
                <a:gd name="connsiteY490" fmla="*/ 515491 h 515271"/>
                <a:gd name="connsiteX491" fmla="*/ 309930 w 712609"/>
                <a:gd name="connsiteY491" fmla="*/ 514614 h 515271"/>
                <a:gd name="connsiteX492" fmla="*/ 310149 w 712609"/>
                <a:gd name="connsiteY492" fmla="*/ 514175 h 515271"/>
                <a:gd name="connsiteX493" fmla="*/ 310588 w 712609"/>
                <a:gd name="connsiteY493" fmla="*/ 513298 h 515271"/>
                <a:gd name="connsiteX494" fmla="*/ 311794 w 712609"/>
                <a:gd name="connsiteY494" fmla="*/ 510996 h 515271"/>
                <a:gd name="connsiteX495" fmla="*/ 312781 w 712609"/>
                <a:gd name="connsiteY495" fmla="*/ 508803 h 515271"/>
                <a:gd name="connsiteX496" fmla="*/ 313439 w 712609"/>
                <a:gd name="connsiteY496" fmla="*/ 506940 h 515271"/>
                <a:gd name="connsiteX497" fmla="*/ 313000 w 712609"/>
                <a:gd name="connsiteY497" fmla="*/ 503979 h 515271"/>
                <a:gd name="connsiteX498" fmla="*/ 311136 w 712609"/>
                <a:gd name="connsiteY498" fmla="*/ 501019 h 515271"/>
                <a:gd name="connsiteX499" fmla="*/ 309053 w 712609"/>
                <a:gd name="connsiteY499" fmla="*/ 497730 h 515271"/>
                <a:gd name="connsiteX500" fmla="*/ 307957 w 712609"/>
                <a:gd name="connsiteY500" fmla="*/ 494222 h 515271"/>
                <a:gd name="connsiteX501" fmla="*/ 307847 w 712609"/>
                <a:gd name="connsiteY501" fmla="*/ 488412 h 515271"/>
                <a:gd name="connsiteX502" fmla="*/ 307957 w 712609"/>
                <a:gd name="connsiteY502" fmla="*/ 482272 h 515271"/>
                <a:gd name="connsiteX503" fmla="*/ 308505 w 712609"/>
                <a:gd name="connsiteY503" fmla="*/ 476133 h 515271"/>
                <a:gd name="connsiteX504" fmla="*/ 309711 w 712609"/>
                <a:gd name="connsiteY504" fmla="*/ 470432 h 515271"/>
                <a:gd name="connsiteX505" fmla="*/ 310259 w 712609"/>
                <a:gd name="connsiteY505" fmla="*/ 468459 h 515271"/>
                <a:gd name="connsiteX506" fmla="*/ 310917 w 712609"/>
                <a:gd name="connsiteY506" fmla="*/ 466704 h 515271"/>
                <a:gd name="connsiteX507" fmla="*/ 311904 w 712609"/>
                <a:gd name="connsiteY507" fmla="*/ 464950 h 515271"/>
                <a:gd name="connsiteX508" fmla="*/ 313548 w 712609"/>
                <a:gd name="connsiteY508" fmla="*/ 463087 h 515271"/>
                <a:gd name="connsiteX509" fmla="*/ 315631 w 712609"/>
                <a:gd name="connsiteY509" fmla="*/ 461004 h 515271"/>
                <a:gd name="connsiteX510" fmla="*/ 317056 w 712609"/>
                <a:gd name="connsiteY510" fmla="*/ 460017 h 515271"/>
                <a:gd name="connsiteX511" fmla="*/ 318920 w 712609"/>
                <a:gd name="connsiteY511" fmla="*/ 459688 h 515271"/>
                <a:gd name="connsiteX512" fmla="*/ 322538 w 712609"/>
                <a:gd name="connsiteY512" fmla="*/ 459797 h 515271"/>
                <a:gd name="connsiteX513" fmla="*/ 326156 w 712609"/>
                <a:gd name="connsiteY513" fmla="*/ 459797 h 515271"/>
                <a:gd name="connsiteX514" fmla="*/ 329335 w 712609"/>
                <a:gd name="connsiteY514" fmla="*/ 459030 h 515271"/>
                <a:gd name="connsiteX515" fmla="*/ 332405 w 712609"/>
                <a:gd name="connsiteY515" fmla="*/ 458153 h 515271"/>
                <a:gd name="connsiteX516" fmla="*/ 335694 w 712609"/>
                <a:gd name="connsiteY516" fmla="*/ 457386 h 515271"/>
                <a:gd name="connsiteX517" fmla="*/ 338873 w 712609"/>
                <a:gd name="connsiteY517" fmla="*/ 457495 h 515271"/>
                <a:gd name="connsiteX518" fmla="*/ 341614 w 712609"/>
                <a:gd name="connsiteY518" fmla="*/ 457934 h 515271"/>
                <a:gd name="connsiteX519" fmla="*/ 344355 w 712609"/>
                <a:gd name="connsiteY519" fmla="*/ 457495 h 515271"/>
                <a:gd name="connsiteX520" fmla="*/ 347205 w 712609"/>
                <a:gd name="connsiteY520" fmla="*/ 455303 h 515271"/>
                <a:gd name="connsiteX521" fmla="*/ 349069 w 712609"/>
                <a:gd name="connsiteY521" fmla="*/ 455193 h 515271"/>
                <a:gd name="connsiteX522" fmla="*/ 350823 w 712609"/>
                <a:gd name="connsiteY522" fmla="*/ 455632 h 515271"/>
                <a:gd name="connsiteX523" fmla="*/ 352797 w 712609"/>
                <a:gd name="connsiteY523" fmla="*/ 456180 h 515271"/>
                <a:gd name="connsiteX524" fmla="*/ 354880 w 712609"/>
                <a:gd name="connsiteY524" fmla="*/ 456180 h 515271"/>
                <a:gd name="connsiteX525" fmla="*/ 356853 w 712609"/>
                <a:gd name="connsiteY525" fmla="*/ 455522 h 515271"/>
                <a:gd name="connsiteX526" fmla="*/ 357730 w 712609"/>
                <a:gd name="connsiteY526" fmla="*/ 454206 h 515271"/>
                <a:gd name="connsiteX527" fmla="*/ 358168 w 712609"/>
                <a:gd name="connsiteY527" fmla="*/ 452562 h 515271"/>
                <a:gd name="connsiteX528" fmla="*/ 358826 w 712609"/>
                <a:gd name="connsiteY528" fmla="*/ 450808 h 515271"/>
                <a:gd name="connsiteX529" fmla="*/ 361896 w 712609"/>
                <a:gd name="connsiteY529" fmla="*/ 446532 h 515271"/>
                <a:gd name="connsiteX530" fmla="*/ 365185 w 712609"/>
                <a:gd name="connsiteY530" fmla="*/ 442257 h 515271"/>
                <a:gd name="connsiteX531" fmla="*/ 367597 w 712609"/>
                <a:gd name="connsiteY531" fmla="*/ 437542 h 515271"/>
                <a:gd name="connsiteX532" fmla="*/ 367926 w 712609"/>
                <a:gd name="connsiteY532" fmla="*/ 432389 h 515271"/>
                <a:gd name="connsiteX533" fmla="*/ 365294 w 712609"/>
                <a:gd name="connsiteY533" fmla="*/ 418137 h 515271"/>
                <a:gd name="connsiteX534" fmla="*/ 364308 w 712609"/>
                <a:gd name="connsiteY534" fmla="*/ 403885 h 515271"/>
                <a:gd name="connsiteX535" fmla="*/ 366720 w 712609"/>
                <a:gd name="connsiteY535" fmla="*/ 390620 h 515271"/>
                <a:gd name="connsiteX536" fmla="*/ 374942 w 712609"/>
                <a:gd name="connsiteY536" fmla="*/ 379437 h 515271"/>
                <a:gd name="connsiteX537" fmla="*/ 382178 w 712609"/>
                <a:gd name="connsiteY537" fmla="*/ 377025 h 515271"/>
                <a:gd name="connsiteX538" fmla="*/ 390510 w 712609"/>
                <a:gd name="connsiteY538" fmla="*/ 376806 h 515271"/>
                <a:gd name="connsiteX539" fmla="*/ 399061 w 712609"/>
                <a:gd name="connsiteY539" fmla="*/ 377464 h 515271"/>
                <a:gd name="connsiteX540" fmla="*/ 406516 w 712609"/>
                <a:gd name="connsiteY540" fmla="*/ 378012 h 515271"/>
                <a:gd name="connsiteX541" fmla="*/ 410025 w 712609"/>
                <a:gd name="connsiteY541" fmla="*/ 378231 h 515271"/>
                <a:gd name="connsiteX542" fmla="*/ 413204 w 712609"/>
                <a:gd name="connsiteY542" fmla="*/ 378779 h 515271"/>
                <a:gd name="connsiteX543" fmla="*/ 415945 w 712609"/>
                <a:gd name="connsiteY543" fmla="*/ 380095 h 515271"/>
                <a:gd name="connsiteX544" fmla="*/ 418576 w 712609"/>
                <a:gd name="connsiteY544" fmla="*/ 382507 h 515271"/>
                <a:gd name="connsiteX545" fmla="*/ 420330 w 712609"/>
                <a:gd name="connsiteY545" fmla="*/ 385577 h 515271"/>
                <a:gd name="connsiteX546" fmla="*/ 421646 w 712609"/>
                <a:gd name="connsiteY546" fmla="*/ 388646 h 515271"/>
                <a:gd name="connsiteX547" fmla="*/ 423400 w 712609"/>
                <a:gd name="connsiteY547" fmla="*/ 391606 h 515271"/>
                <a:gd name="connsiteX548" fmla="*/ 426360 w 712609"/>
                <a:gd name="connsiteY548" fmla="*/ 394018 h 515271"/>
                <a:gd name="connsiteX549" fmla="*/ 430416 w 712609"/>
                <a:gd name="connsiteY549" fmla="*/ 396430 h 515271"/>
                <a:gd name="connsiteX550" fmla="*/ 434473 w 712609"/>
                <a:gd name="connsiteY550" fmla="*/ 398404 h 515271"/>
                <a:gd name="connsiteX551" fmla="*/ 438748 w 712609"/>
                <a:gd name="connsiteY551" fmla="*/ 399829 h 515271"/>
                <a:gd name="connsiteX552" fmla="*/ 443353 w 712609"/>
                <a:gd name="connsiteY552" fmla="*/ 400048 h 515271"/>
                <a:gd name="connsiteX553" fmla="*/ 454097 w 712609"/>
                <a:gd name="connsiteY553" fmla="*/ 398184 h 515271"/>
                <a:gd name="connsiteX554" fmla="*/ 464402 w 712609"/>
                <a:gd name="connsiteY554" fmla="*/ 395443 h 515271"/>
                <a:gd name="connsiteX555" fmla="*/ 474598 w 712609"/>
                <a:gd name="connsiteY555" fmla="*/ 392483 h 515271"/>
                <a:gd name="connsiteX556" fmla="*/ 485013 w 712609"/>
                <a:gd name="connsiteY556" fmla="*/ 389962 h 515271"/>
                <a:gd name="connsiteX557" fmla="*/ 489618 w 712609"/>
                <a:gd name="connsiteY557" fmla="*/ 387660 h 515271"/>
                <a:gd name="connsiteX558" fmla="*/ 521301 w 712609"/>
                <a:gd name="connsiteY558" fmla="*/ 389414 h 515271"/>
                <a:gd name="connsiteX559" fmla="*/ 531168 w 712609"/>
                <a:gd name="connsiteY559" fmla="*/ 387331 h 515271"/>
                <a:gd name="connsiteX560" fmla="*/ 535444 w 712609"/>
                <a:gd name="connsiteY560" fmla="*/ 387331 h 515271"/>
                <a:gd name="connsiteX561" fmla="*/ 539939 w 712609"/>
                <a:gd name="connsiteY561" fmla="*/ 389414 h 515271"/>
                <a:gd name="connsiteX562" fmla="*/ 540377 w 712609"/>
                <a:gd name="connsiteY562" fmla="*/ 390400 h 515271"/>
                <a:gd name="connsiteX563" fmla="*/ 540597 w 712609"/>
                <a:gd name="connsiteY563" fmla="*/ 393799 h 515271"/>
                <a:gd name="connsiteX564" fmla="*/ 541474 w 712609"/>
                <a:gd name="connsiteY564" fmla="*/ 395115 h 515271"/>
                <a:gd name="connsiteX565" fmla="*/ 541802 w 712609"/>
                <a:gd name="connsiteY565" fmla="*/ 394676 h 515271"/>
                <a:gd name="connsiteX566" fmla="*/ 543337 w 712609"/>
                <a:gd name="connsiteY566" fmla="*/ 394238 h 515271"/>
                <a:gd name="connsiteX567" fmla="*/ 546188 w 712609"/>
                <a:gd name="connsiteY567" fmla="*/ 393909 h 515271"/>
                <a:gd name="connsiteX568" fmla="*/ 547394 w 712609"/>
                <a:gd name="connsiteY568" fmla="*/ 394895 h 515271"/>
                <a:gd name="connsiteX569" fmla="*/ 548271 w 712609"/>
                <a:gd name="connsiteY569" fmla="*/ 397307 h 515271"/>
                <a:gd name="connsiteX570" fmla="*/ 549477 w 712609"/>
                <a:gd name="connsiteY570" fmla="*/ 402350 h 515271"/>
                <a:gd name="connsiteX571" fmla="*/ 555945 w 712609"/>
                <a:gd name="connsiteY571" fmla="*/ 400048 h 515271"/>
                <a:gd name="connsiteX572" fmla="*/ 557480 w 712609"/>
                <a:gd name="connsiteY572" fmla="*/ 398294 h 515271"/>
                <a:gd name="connsiteX573" fmla="*/ 555068 w 712609"/>
                <a:gd name="connsiteY573" fmla="*/ 395115 h 515271"/>
                <a:gd name="connsiteX574" fmla="*/ 576008 w 712609"/>
                <a:gd name="connsiteY574" fmla="*/ 395772 h 515271"/>
                <a:gd name="connsiteX575" fmla="*/ 578639 w 712609"/>
                <a:gd name="connsiteY575" fmla="*/ 396759 h 515271"/>
                <a:gd name="connsiteX576" fmla="*/ 585436 w 712609"/>
                <a:gd name="connsiteY576" fmla="*/ 404433 h 515271"/>
                <a:gd name="connsiteX577" fmla="*/ 588287 w 712609"/>
                <a:gd name="connsiteY577" fmla="*/ 406626 h 515271"/>
                <a:gd name="connsiteX578" fmla="*/ 591356 w 712609"/>
                <a:gd name="connsiteY578" fmla="*/ 408490 h 515271"/>
                <a:gd name="connsiteX579" fmla="*/ 594097 w 712609"/>
                <a:gd name="connsiteY579" fmla="*/ 409367 h 515271"/>
                <a:gd name="connsiteX580" fmla="*/ 593987 w 712609"/>
                <a:gd name="connsiteY580" fmla="*/ 408709 h 515271"/>
                <a:gd name="connsiteX581" fmla="*/ 595413 w 712609"/>
                <a:gd name="connsiteY581" fmla="*/ 405859 h 515271"/>
                <a:gd name="connsiteX582" fmla="*/ 595413 w 712609"/>
                <a:gd name="connsiteY582" fmla="*/ 405201 h 515271"/>
                <a:gd name="connsiteX583" fmla="*/ 596290 w 712609"/>
                <a:gd name="connsiteY583" fmla="*/ 405420 h 515271"/>
                <a:gd name="connsiteX584" fmla="*/ 597934 w 712609"/>
                <a:gd name="connsiteY584" fmla="*/ 406407 h 515271"/>
                <a:gd name="connsiteX585" fmla="*/ 598811 w 712609"/>
                <a:gd name="connsiteY585" fmla="*/ 406626 h 515271"/>
                <a:gd name="connsiteX586" fmla="*/ 599469 w 712609"/>
                <a:gd name="connsiteY586" fmla="*/ 407503 h 515271"/>
                <a:gd name="connsiteX587" fmla="*/ 600127 w 712609"/>
                <a:gd name="connsiteY587" fmla="*/ 409476 h 515271"/>
                <a:gd name="connsiteX588" fmla="*/ 600675 w 712609"/>
                <a:gd name="connsiteY588" fmla="*/ 412546 h 515271"/>
                <a:gd name="connsiteX589" fmla="*/ 600456 w 712609"/>
                <a:gd name="connsiteY589" fmla="*/ 414410 h 515271"/>
                <a:gd name="connsiteX590" fmla="*/ 598702 w 712609"/>
                <a:gd name="connsiteY590" fmla="*/ 416383 h 515271"/>
                <a:gd name="connsiteX591" fmla="*/ 596728 w 712609"/>
                <a:gd name="connsiteY591" fmla="*/ 418028 h 515271"/>
                <a:gd name="connsiteX592" fmla="*/ 595413 w 712609"/>
                <a:gd name="connsiteY592" fmla="*/ 420549 h 515271"/>
                <a:gd name="connsiteX593" fmla="*/ 595742 w 712609"/>
                <a:gd name="connsiteY593" fmla="*/ 423838 h 515271"/>
                <a:gd name="connsiteX594" fmla="*/ 597386 w 712609"/>
                <a:gd name="connsiteY594" fmla="*/ 426689 h 515271"/>
                <a:gd name="connsiteX595" fmla="*/ 601552 w 712609"/>
                <a:gd name="connsiteY595" fmla="*/ 431293 h 515271"/>
                <a:gd name="connsiteX596" fmla="*/ 608240 w 712609"/>
                <a:gd name="connsiteY596" fmla="*/ 424825 h 515271"/>
                <a:gd name="connsiteX597" fmla="*/ 608897 w 712609"/>
                <a:gd name="connsiteY597" fmla="*/ 424496 h 515271"/>
                <a:gd name="connsiteX598" fmla="*/ 611200 w 712609"/>
                <a:gd name="connsiteY598" fmla="*/ 425483 h 515271"/>
                <a:gd name="connsiteX599" fmla="*/ 612735 w 712609"/>
                <a:gd name="connsiteY599" fmla="*/ 428881 h 515271"/>
                <a:gd name="connsiteX600" fmla="*/ 615366 w 712609"/>
                <a:gd name="connsiteY600" fmla="*/ 424715 h 515271"/>
                <a:gd name="connsiteX601" fmla="*/ 617887 w 712609"/>
                <a:gd name="connsiteY601" fmla="*/ 420220 h 515271"/>
                <a:gd name="connsiteX602" fmla="*/ 618984 w 712609"/>
                <a:gd name="connsiteY602" fmla="*/ 415945 h 515271"/>
                <a:gd name="connsiteX603" fmla="*/ 617120 w 712609"/>
                <a:gd name="connsiteY603" fmla="*/ 412217 h 515271"/>
                <a:gd name="connsiteX604" fmla="*/ 612406 w 712609"/>
                <a:gd name="connsiteY604" fmla="*/ 408271 h 515271"/>
                <a:gd name="connsiteX605" fmla="*/ 607363 w 712609"/>
                <a:gd name="connsiteY605" fmla="*/ 404324 h 515271"/>
                <a:gd name="connsiteX606" fmla="*/ 602210 w 712609"/>
                <a:gd name="connsiteY606" fmla="*/ 400487 h 515271"/>
                <a:gd name="connsiteX607" fmla="*/ 596947 w 712609"/>
                <a:gd name="connsiteY607" fmla="*/ 396978 h 515271"/>
                <a:gd name="connsiteX608" fmla="*/ 593110 w 712609"/>
                <a:gd name="connsiteY608" fmla="*/ 393799 h 515271"/>
                <a:gd name="connsiteX609" fmla="*/ 591137 w 712609"/>
                <a:gd name="connsiteY609" fmla="*/ 390291 h 515271"/>
                <a:gd name="connsiteX610" fmla="*/ 590479 w 712609"/>
                <a:gd name="connsiteY610" fmla="*/ 386015 h 515271"/>
                <a:gd name="connsiteX611" fmla="*/ 590479 w 712609"/>
                <a:gd name="connsiteY611" fmla="*/ 380534 h 515271"/>
                <a:gd name="connsiteX612" fmla="*/ 590369 w 712609"/>
                <a:gd name="connsiteY612" fmla="*/ 375600 h 515271"/>
                <a:gd name="connsiteX613" fmla="*/ 589383 w 712609"/>
                <a:gd name="connsiteY613" fmla="*/ 371215 h 515271"/>
                <a:gd name="connsiteX614" fmla="*/ 587958 w 712609"/>
                <a:gd name="connsiteY614" fmla="*/ 366830 h 515271"/>
                <a:gd name="connsiteX615" fmla="*/ 586094 w 712609"/>
                <a:gd name="connsiteY615" fmla="*/ 362335 h 515271"/>
                <a:gd name="connsiteX616" fmla="*/ 585217 w 712609"/>
                <a:gd name="connsiteY616" fmla="*/ 357292 h 515271"/>
                <a:gd name="connsiteX617" fmla="*/ 587081 w 712609"/>
                <a:gd name="connsiteY617" fmla="*/ 354222 h 515271"/>
                <a:gd name="connsiteX618" fmla="*/ 589493 w 712609"/>
                <a:gd name="connsiteY618" fmla="*/ 351371 h 515271"/>
                <a:gd name="connsiteX619" fmla="*/ 590479 w 712609"/>
                <a:gd name="connsiteY619" fmla="*/ 346876 h 515271"/>
                <a:gd name="connsiteX620" fmla="*/ 588506 w 712609"/>
                <a:gd name="connsiteY620" fmla="*/ 343368 h 515271"/>
                <a:gd name="connsiteX621" fmla="*/ 584888 w 712609"/>
                <a:gd name="connsiteY621" fmla="*/ 340298 h 515271"/>
                <a:gd name="connsiteX622" fmla="*/ 581818 w 712609"/>
                <a:gd name="connsiteY622" fmla="*/ 336900 h 515271"/>
                <a:gd name="connsiteX623" fmla="*/ 581928 w 712609"/>
                <a:gd name="connsiteY623" fmla="*/ 333063 h 515271"/>
                <a:gd name="connsiteX624" fmla="*/ 584340 w 712609"/>
                <a:gd name="connsiteY624" fmla="*/ 330103 h 515271"/>
                <a:gd name="connsiteX625" fmla="*/ 586861 w 712609"/>
                <a:gd name="connsiteY625" fmla="*/ 326594 h 515271"/>
                <a:gd name="connsiteX626" fmla="*/ 589383 w 712609"/>
                <a:gd name="connsiteY626" fmla="*/ 323415 h 515271"/>
                <a:gd name="connsiteX627" fmla="*/ 592452 w 712609"/>
                <a:gd name="connsiteY627" fmla="*/ 321442 h 515271"/>
                <a:gd name="connsiteX628" fmla="*/ 596728 w 712609"/>
                <a:gd name="connsiteY628" fmla="*/ 321880 h 515271"/>
                <a:gd name="connsiteX629" fmla="*/ 599688 w 712609"/>
                <a:gd name="connsiteY629" fmla="*/ 325169 h 515271"/>
                <a:gd name="connsiteX630" fmla="*/ 601442 w 712609"/>
                <a:gd name="connsiteY630" fmla="*/ 329884 h 515271"/>
                <a:gd name="connsiteX631" fmla="*/ 602320 w 712609"/>
                <a:gd name="connsiteY631" fmla="*/ 334488 h 515271"/>
                <a:gd name="connsiteX632" fmla="*/ 604183 w 712609"/>
                <a:gd name="connsiteY632" fmla="*/ 332953 h 515271"/>
                <a:gd name="connsiteX633" fmla="*/ 606485 w 712609"/>
                <a:gd name="connsiteY633" fmla="*/ 330760 h 515271"/>
                <a:gd name="connsiteX634" fmla="*/ 608349 w 712609"/>
                <a:gd name="connsiteY634" fmla="*/ 328349 h 515271"/>
                <a:gd name="connsiteX635" fmla="*/ 608788 w 712609"/>
                <a:gd name="connsiteY635" fmla="*/ 326266 h 515271"/>
                <a:gd name="connsiteX636" fmla="*/ 609007 w 712609"/>
                <a:gd name="connsiteY636" fmla="*/ 324402 h 515271"/>
                <a:gd name="connsiteX637" fmla="*/ 610651 w 712609"/>
                <a:gd name="connsiteY637" fmla="*/ 322319 h 515271"/>
                <a:gd name="connsiteX638" fmla="*/ 612735 w 712609"/>
                <a:gd name="connsiteY638" fmla="*/ 320345 h 515271"/>
                <a:gd name="connsiteX639" fmla="*/ 614379 w 712609"/>
                <a:gd name="connsiteY639" fmla="*/ 318701 h 515271"/>
                <a:gd name="connsiteX640" fmla="*/ 615914 w 712609"/>
                <a:gd name="connsiteY640" fmla="*/ 317495 h 515271"/>
                <a:gd name="connsiteX641" fmla="*/ 616353 w 712609"/>
                <a:gd name="connsiteY641" fmla="*/ 315960 h 515271"/>
                <a:gd name="connsiteX642" fmla="*/ 616681 w 712609"/>
                <a:gd name="connsiteY642" fmla="*/ 314535 h 515271"/>
                <a:gd name="connsiteX643" fmla="*/ 617777 w 712609"/>
                <a:gd name="connsiteY643" fmla="*/ 313219 h 515271"/>
                <a:gd name="connsiteX644" fmla="*/ 618984 w 712609"/>
                <a:gd name="connsiteY644" fmla="*/ 312890 h 515271"/>
                <a:gd name="connsiteX645" fmla="*/ 620080 w 712609"/>
                <a:gd name="connsiteY645" fmla="*/ 313000 h 515271"/>
                <a:gd name="connsiteX646" fmla="*/ 620957 w 712609"/>
                <a:gd name="connsiteY646" fmla="*/ 312781 h 515271"/>
                <a:gd name="connsiteX647" fmla="*/ 621944 w 712609"/>
                <a:gd name="connsiteY647" fmla="*/ 311136 h 515271"/>
                <a:gd name="connsiteX648" fmla="*/ 623479 w 712609"/>
                <a:gd name="connsiteY648" fmla="*/ 308834 h 515271"/>
                <a:gd name="connsiteX649" fmla="*/ 626000 w 712609"/>
                <a:gd name="connsiteY649" fmla="*/ 306641 h 515271"/>
                <a:gd name="connsiteX650" fmla="*/ 628741 w 712609"/>
                <a:gd name="connsiteY650" fmla="*/ 304887 h 515271"/>
                <a:gd name="connsiteX651" fmla="*/ 631043 w 712609"/>
                <a:gd name="connsiteY651" fmla="*/ 303900 h 515271"/>
                <a:gd name="connsiteX652" fmla="*/ 633455 w 712609"/>
                <a:gd name="connsiteY652" fmla="*/ 302366 h 515271"/>
                <a:gd name="connsiteX653" fmla="*/ 634113 w 712609"/>
                <a:gd name="connsiteY653" fmla="*/ 299735 h 515271"/>
                <a:gd name="connsiteX654" fmla="*/ 634113 w 712609"/>
                <a:gd name="connsiteY654" fmla="*/ 296774 h 515271"/>
                <a:gd name="connsiteX655" fmla="*/ 634222 w 712609"/>
                <a:gd name="connsiteY655" fmla="*/ 293814 h 515271"/>
                <a:gd name="connsiteX656" fmla="*/ 635538 w 712609"/>
                <a:gd name="connsiteY656" fmla="*/ 291183 h 515271"/>
                <a:gd name="connsiteX657" fmla="*/ 637621 w 712609"/>
                <a:gd name="connsiteY657" fmla="*/ 288662 h 515271"/>
                <a:gd name="connsiteX658" fmla="*/ 640252 w 712609"/>
                <a:gd name="connsiteY658" fmla="*/ 286360 h 515271"/>
                <a:gd name="connsiteX659" fmla="*/ 642554 w 712609"/>
                <a:gd name="connsiteY659" fmla="*/ 284496 h 515271"/>
                <a:gd name="connsiteX660" fmla="*/ 644528 w 712609"/>
                <a:gd name="connsiteY660" fmla="*/ 282084 h 515271"/>
                <a:gd name="connsiteX661" fmla="*/ 646611 w 712609"/>
                <a:gd name="connsiteY661" fmla="*/ 279672 h 515271"/>
                <a:gd name="connsiteX662" fmla="*/ 648694 w 712609"/>
                <a:gd name="connsiteY662" fmla="*/ 277260 h 515271"/>
                <a:gd name="connsiteX663" fmla="*/ 650667 w 712609"/>
                <a:gd name="connsiteY663" fmla="*/ 274739 h 515271"/>
                <a:gd name="connsiteX664" fmla="*/ 652750 w 712609"/>
                <a:gd name="connsiteY664" fmla="*/ 271888 h 515271"/>
                <a:gd name="connsiteX665" fmla="*/ 654833 w 712609"/>
                <a:gd name="connsiteY665" fmla="*/ 269147 h 515271"/>
                <a:gd name="connsiteX666" fmla="*/ 656916 w 712609"/>
                <a:gd name="connsiteY666" fmla="*/ 266297 h 515271"/>
                <a:gd name="connsiteX667" fmla="*/ 658999 w 712609"/>
                <a:gd name="connsiteY667" fmla="*/ 263556 h 515271"/>
                <a:gd name="connsiteX668" fmla="*/ 660534 w 712609"/>
                <a:gd name="connsiteY668" fmla="*/ 261473 h 515271"/>
                <a:gd name="connsiteX669" fmla="*/ 662069 w 712609"/>
                <a:gd name="connsiteY669" fmla="*/ 259390 h 515271"/>
                <a:gd name="connsiteX670" fmla="*/ 663604 w 712609"/>
                <a:gd name="connsiteY670" fmla="*/ 257307 h 515271"/>
                <a:gd name="connsiteX671" fmla="*/ 665139 w 712609"/>
                <a:gd name="connsiteY671" fmla="*/ 255224 h 515271"/>
                <a:gd name="connsiteX672" fmla="*/ 667660 w 712609"/>
                <a:gd name="connsiteY672" fmla="*/ 252045 h 515271"/>
                <a:gd name="connsiteX673" fmla="*/ 670182 w 712609"/>
                <a:gd name="connsiteY673" fmla="*/ 248755 h 515271"/>
                <a:gd name="connsiteX674" fmla="*/ 672703 w 712609"/>
                <a:gd name="connsiteY674" fmla="*/ 245467 h 515271"/>
                <a:gd name="connsiteX675" fmla="*/ 675115 w 712609"/>
                <a:gd name="connsiteY675" fmla="*/ 242178 h 515271"/>
                <a:gd name="connsiteX676" fmla="*/ 676869 w 712609"/>
                <a:gd name="connsiteY676" fmla="*/ 240204 h 515271"/>
                <a:gd name="connsiteX677" fmla="*/ 678404 w 712609"/>
                <a:gd name="connsiteY677" fmla="*/ 238341 h 515271"/>
                <a:gd name="connsiteX678" fmla="*/ 678952 w 712609"/>
                <a:gd name="connsiteY678" fmla="*/ 236258 h 515271"/>
                <a:gd name="connsiteX679" fmla="*/ 677856 w 712609"/>
                <a:gd name="connsiteY679" fmla="*/ 233955 h 515271"/>
                <a:gd name="connsiteX680" fmla="*/ 677637 w 712609"/>
                <a:gd name="connsiteY680" fmla="*/ 233626 h 515271"/>
                <a:gd name="connsiteX681" fmla="*/ 677417 w 712609"/>
                <a:gd name="connsiteY681" fmla="*/ 233188 h 515271"/>
                <a:gd name="connsiteX682" fmla="*/ 677198 w 712609"/>
                <a:gd name="connsiteY682" fmla="*/ 232859 h 515271"/>
                <a:gd name="connsiteX683" fmla="*/ 676869 w 712609"/>
                <a:gd name="connsiteY683" fmla="*/ 232420 h 515271"/>
                <a:gd name="connsiteX684" fmla="*/ 675773 w 712609"/>
                <a:gd name="connsiteY684" fmla="*/ 230557 h 515271"/>
                <a:gd name="connsiteX685" fmla="*/ 674567 w 712609"/>
                <a:gd name="connsiteY685" fmla="*/ 228693 h 515271"/>
                <a:gd name="connsiteX686" fmla="*/ 672265 w 712609"/>
                <a:gd name="connsiteY686" fmla="*/ 224965 h 515271"/>
                <a:gd name="connsiteX687" fmla="*/ 673581 w 712609"/>
                <a:gd name="connsiteY687" fmla="*/ 224088 h 515271"/>
                <a:gd name="connsiteX688" fmla="*/ 674896 w 712609"/>
                <a:gd name="connsiteY688" fmla="*/ 223321 h 515271"/>
                <a:gd name="connsiteX689" fmla="*/ 676212 w 712609"/>
                <a:gd name="connsiteY689" fmla="*/ 222444 h 515271"/>
                <a:gd name="connsiteX690" fmla="*/ 677527 w 712609"/>
                <a:gd name="connsiteY690" fmla="*/ 221676 h 515271"/>
                <a:gd name="connsiteX691" fmla="*/ 682570 w 712609"/>
                <a:gd name="connsiteY691" fmla="*/ 218607 h 515271"/>
                <a:gd name="connsiteX692" fmla="*/ 687723 w 712609"/>
                <a:gd name="connsiteY692" fmla="*/ 215537 h 515271"/>
                <a:gd name="connsiteX693" fmla="*/ 692766 w 712609"/>
                <a:gd name="connsiteY693" fmla="*/ 212467 h 515271"/>
                <a:gd name="connsiteX694" fmla="*/ 697919 w 712609"/>
                <a:gd name="connsiteY694" fmla="*/ 209397 h 515271"/>
                <a:gd name="connsiteX695" fmla="*/ 701427 w 712609"/>
                <a:gd name="connsiteY695" fmla="*/ 207643 h 515271"/>
                <a:gd name="connsiteX696" fmla="*/ 706032 w 712609"/>
                <a:gd name="connsiteY696" fmla="*/ 204793 h 515271"/>
                <a:gd name="connsiteX697" fmla="*/ 708444 w 712609"/>
                <a:gd name="connsiteY697" fmla="*/ 201504 h 515271"/>
                <a:gd name="connsiteX698" fmla="*/ 705264 w 712609"/>
                <a:gd name="connsiteY698" fmla="*/ 198544 h 515271"/>
                <a:gd name="connsiteX699" fmla="*/ 702852 w 712609"/>
                <a:gd name="connsiteY699" fmla="*/ 195584 h 515271"/>
                <a:gd name="connsiteX700" fmla="*/ 701208 w 712609"/>
                <a:gd name="connsiteY700" fmla="*/ 192076 h 515271"/>
                <a:gd name="connsiteX701" fmla="*/ 699892 w 712609"/>
                <a:gd name="connsiteY701" fmla="*/ 188239 h 515271"/>
                <a:gd name="connsiteX702" fmla="*/ 698577 w 712609"/>
                <a:gd name="connsiteY702" fmla="*/ 184621 h 515271"/>
                <a:gd name="connsiteX703" fmla="*/ 698357 w 712609"/>
                <a:gd name="connsiteY703" fmla="*/ 183963 h 515271"/>
                <a:gd name="connsiteX704" fmla="*/ 697809 w 712609"/>
                <a:gd name="connsiteY704" fmla="*/ 182647 h 515271"/>
                <a:gd name="connsiteX705" fmla="*/ 697590 w 712609"/>
                <a:gd name="connsiteY705" fmla="*/ 181989 h 515271"/>
                <a:gd name="connsiteX706" fmla="*/ 696932 w 712609"/>
                <a:gd name="connsiteY706" fmla="*/ 180126 h 515271"/>
                <a:gd name="connsiteX707" fmla="*/ 696274 w 712609"/>
                <a:gd name="connsiteY707" fmla="*/ 178262 h 515271"/>
                <a:gd name="connsiteX708" fmla="*/ 695616 w 712609"/>
                <a:gd name="connsiteY708" fmla="*/ 176398 h 515271"/>
                <a:gd name="connsiteX709" fmla="*/ 695068 w 712609"/>
                <a:gd name="connsiteY709" fmla="*/ 174644 h 515271"/>
                <a:gd name="connsiteX710" fmla="*/ 696055 w 712609"/>
                <a:gd name="connsiteY710" fmla="*/ 171026 h 515271"/>
                <a:gd name="connsiteX711" fmla="*/ 697042 w 712609"/>
                <a:gd name="connsiteY711" fmla="*/ 167518 h 515271"/>
                <a:gd name="connsiteX712" fmla="*/ 698028 w 712609"/>
                <a:gd name="connsiteY712" fmla="*/ 163900 h 515271"/>
                <a:gd name="connsiteX713" fmla="*/ 699125 w 712609"/>
                <a:gd name="connsiteY713" fmla="*/ 160392 h 515271"/>
                <a:gd name="connsiteX714" fmla="*/ 699673 w 712609"/>
                <a:gd name="connsiteY714" fmla="*/ 158638 h 515271"/>
                <a:gd name="connsiteX715" fmla="*/ 700221 w 712609"/>
                <a:gd name="connsiteY715" fmla="*/ 156993 h 515271"/>
                <a:gd name="connsiteX716" fmla="*/ 700769 w 712609"/>
                <a:gd name="connsiteY716" fmla="*/ 155349 h 515271"/>
                <a:gd name="connsiteX717" fmla="*/ 701318 w 712609"/>
                <a:gd name="connsiteY717" fmla="*/ 153704 h 515271"/>
                <a:gd name="connsiteX718" fmla="*/ 702194 w 712609"/>
                <a:gd name="connsiteY718" fmla="*/ 151402 h 515271"/>
                <a:gd name="connsiteX719" fmla="*/ 702962 w 712609"/>
                <a:gd name="connsiteY719" fmla="*/ 148990 h 515271"/>
                <a:gd name="connsiteX720" fmla="*/ 703839 w 712609"/>
                <a:gd name="connsiteY720" fmla="*/ 146688 h 515271"/>
                <a:gd name="connsiteX721" fmla="*/ 704716 w 712609"/>
                <a:gd name="connsiteY721" fmla="*/ 144386 h 515271"/>
                <a:gd name="connsiteX722" fmla="*/ 704826 w 712609"/>
                <a:gd name="connsiteY722" fmla="*/ 142193 h 515271"/>
                <a:gd name="connsiteX723" fmla="*/ 704058 w 712609"/>
                <a:gd name="connsiteY723" fmla="*/ 139891 h 515271"/>
                <a:gd name="connsiteX724" fmla="*/ 703401 w 712609"/>
                <a:gd name="connsiteY724" fmla="*/ 137369 h 515271"/>
                <a:gd name="connsiteX725" fmla="*/ 703620 w 712609"/>
                <a:gd name="connsiteY725" fmla="*/ 134848 h 515271"/>
                <a:gd name="connsiteX726" fmla="*/ 704497 w 712609"/>
                <a:gd name="connsiteY726" fmla="*/ 131559 h 515271"/>
                <a:gd name="connsiteX727" fmla="*/ 705483 w 712609"/>
                <a:gd name="connsiteY727" fmla="*/ 128160 h 515271"/>
                <a:gd name="connsiteX728" fmla="*/ 706361 w 712609"/>
                <a:gd name="connsiteY728" fmla="*/ 124871 h 515271"/>
                <a:gd name="connsiteX729" fmla="*/ 707347 w 712609"/>
                <a:gd name="connsiteY729" fmla="*/ 121582 h 515271"/>
                <a:gd name="connsiteX730" fmla="*/ 709211 w 712609"/>
                <a:gd name="connsiteY730" fmla="*/ 114566 h 515271"/>
                <a:gd name="connsiteX731" fmla="*/ 710198 w 712609"/>
                <a:gd name="connsiteY731" fmla="*/ 111057 h 515271"/>
                <a:gd name="connsiteX732" fmla="*/ 711184 w 712609"/>
                <a:gd name="connsiteY732" fmla="*/ 107659 h 515271"/>
                <a:gd name="connsiteX733" fmla="*/ 711842 w 712609"/>
                <a:gd name="connsiteY733" fmla="*/ 105028 h 515271"/>
                <a:gd name="connsiteX734" fmla="*/ 712281 w 712609"/>
                <a:gd name="connsiteY734" fmla="*/ 102397 h 515271"/>
                <a:gd name="connsiteX735" fmla="*/ 712719 w 712609"/>
                <a:gd name="connsiteY735" fmla="*/ 99656 h 515271"/>
                <a:gd name="connsiteX736" fmla="*/ 713048 w 712609"/>
                <a:gd name="connsiteY736" fmla="*/ 97025 h 5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</a:cxnLst>
              <a:rect l="l" t="t" r="r" b="b"/>
              <a:pathLst>
                <a:path w="712609" h="515271">
                  <a:moveTo>
                    <a:pt x="708334" y="95051"/>
                  </a:moveTo>
                  <a:lnTo>
                    <a:pt x="704606" y="92420"/>
                  </a:lnTo>
                  <a:lnTo>
                    <a:pt x="702523" y="88583"/>
                  </a:lnTo>
                  <a:lnTo>
                    <a:pt x="702414" y="82992"/>
                  </a:lnTo>
                  <a:lnTo>
                    <a:pt x="702523" y="81566"/>
                  </a:lnTo>
                  <a:lnTo>
                    <a:pt x="702523" y="80251"/>
                  </a:lnTo>
                  <a:lnTo>
                    <a:pt x="702633" y="78935"/>
                  </a:lnTo>
                  <a:lnTo>
                    <a:pt x="702633" y="77510"/>
                  </a:lnTo>
                  <a:lnTo>
                    <a:pt x="702523" y="66108"/>
                  </a:lnTo>
                  <a:lnTo>
                    <a:pt x="698357" y="54049"/>
                  </a:lnTo>
                  <a:lnTo>
                    <a:pt x="690902" y="44291"/>
                  </a:lnTo>
                  <a:lnTo>
                    <a:pt x="680926" y="39577"/>
                  </a:lnTo>
                  <a:lnTo>
                    <a:pt x="677856" y="42537"/>
                  </a:lnTo>
                  <a:lnTo>
                    <a:pt x="676102" y="44949"/>
                  </a:lnTo>
                  <a:lnTo>
                    <a:pt x="674786" y="47471"/>
                  </a:lnTo>
                  <a:lnTo>
                    <a:pt x="673142" y="50979"/>
                  </a:lnTo>
                  <a:lnTo>
                    <a:pt x="672155" y="53062"/>
                  </a:lnTo>
                  <a:lnTo>
                    <a:pt x="670401" y="56022"/>
                  </a:lnTo>
                  <a:lnTo>
                    <a:pt x="668428" y="58544"/>
                  </a:lnTo>
                  <a:lnTo>
                    <a:pt x="666674" y="59530"/>
                  </a:lnTo>
                  <a:lnTo>
                    <a:pt x="665577" y="59311"/>
                  </a:lnTo>
                  <a:lnTo>
                    <a:pt x="663933" y="59092"/>
                  </a:lnTo>
                  <a:lnTo>
                    <a:pt x="662288" y="58982"/>
                  </a:lnTo>
                  <a:lnTo>
                    <a:pt x="661082" y="59311"/>
                  </a:lnTo>
                  <a:lnTo>
                    <a:pt x="660205" y="60627"/>
                  </a:lnTo>
                  <a:lnTo>
                    <a:pt x="660425" y="61613"/>
                  </a:lnTo>
                  <a:lnTo>
                    <a:pt x="661082" y="62490"/>
                  </a:lnTo>
                  <a:lnTo>
                    <a:pt x="661302" y="63148"/>
                  </a:lnTo>
                  <a:lnTo>
                    <a:pt x="660534" y="64464"/>
                  </a:lnTo>
                  <a:lnTo>
                    <a:pt x="659548" y="66437"/>
                  </a:lnTo>
                  <a:lnTo>
                    <a:pt x="658780" y="68630"/>
                  </a:lnTo>
                  <a:lnTo>
                    <a:pt x="658780" y="70823"/>
                  </a:lnTo>
                  <a:lnTo>
                    <a:pt x="660973" y="75646"/>
                  </a:lnTo>
                  <a:lnTo>
                    <a:pt x="662617" y="82882"/>
                  </a:lnTo>
                  <a:lnTo>
                    <a:pt x="662508" y="89350"/>
                  </a:lnTo>
                  <a:lnTo>
                    <a:pt x="659328" y="91543"/>
                  </a:lnTo>
                  <a:lnTo>
                    <a:pt x="654614" y="91762"/>
                  </a:lnTo>
                  <a:lnTo>
                    <a:pt x="649900" y="91981"/>
                  </a:lnTo>
                  <a:lnTo>
                    <a:pt x="645186" y="92530"/>
                  </a:lnTo>
                  <a:lnTo>
                    <a:pt x="640691" y="93736"/>
                  </a:lnTo>
                  <a:lnTo>
                    <a:pt x="638060" y="96257"/>
                  </a:lnTo>
                  <a:lnTo>
                    <a:pt x="636634" y="99985"/>
                  </a:lnTo>
                  <a:lnTo>
                    <a:pt x="635209" y="103054"/>
                  </a:lnTo>
                  <a:lnTo>
                    <a:pt x="632359" y="103822"/>
                  </a:lnTo>
                  <a:lnTo>
                    <a:pt x="630276" y="102616"/>
                  </a:lnTo>
                  <a:lnTo>
                    <a:pt x="630166" y="100752"/>
                  </a:lnTo>
                  <a:lnTo>
                    <a:pt x="630495" y="98450"/>
                  </a:lnTo>
                  <a:lnTo>
                    <a:pt x="629728" y="96148"/>
                  </a:lnTo>
                  <a:lnTo>
                    <a:pt x="626767" y="95161"/>
                  </a:lnTo>
                  <a:lnTo>
                    <a:pt x="622053" y="95161"/>
                  </a:lnTo>
                  <a:lnTo>
                    <a:pt x="617339" y="95709"/>
                  </a:lnTo>
                  <a:lnTo>
                    <a:pt x="614050" y="96038"/>
                  </a:lnTo>
                  <a:lnTo>
                    <a:pt x="610542" y="96148"/>
                  </a:lnTo>
                  <a:lnTo>
                    <a:pt x="607143" y="96257"/>
                  </a:lnTo>
                  <a:lnTo>
                    <a:pt x="603635" y="96367"/>
                  </a:lnTo>
                  <a:lnTo>
                    <a:pt x="600127" y="96476"/>
                  </a:lnTo>
                  <a:lnTo>
                    <a:pt x="596180" y="96586"/>
                  </a:lnTo>
                  <a:lnTo>
                    <a:pt x="594097" y="97244"/>
                  </a:lnTo>
                  <a:lnTo>
                    <a:pt x="593220" y="99107"/>
                  </a:lnTo>
                  <a:lnTo>
                    <a:pt x="592781" y="103383"/>
                  </a:lnTo>
                  <a:lnTo>
                    <a:pt x="588177" y="103164"/>
                  </a:lnTo>
                  <a:lnTo>
                    <a:pt x="584669" y="102726"/>
                  </a:lnTo>
                  <a:lnTo>
                    <a:pt x="582147" y="101081"/>
                  </a:lnTo>
                  <a:lnTo>
                    <a:pt x="580612" y="97025"/>
                  </a:lnTo>
                  <a:lnTo>
                    <a:pt x="579297" y="94613"/>
                  </a:lnTo>
                  <a:lnTo>
                    <a:pt x="577433" y="93187"/>
                  </a:lnTo>
                  <a:lnTo>
                    <a:pt x="575460" y="91762"/>
                  </a:lnTo>
                  <a:lnTo>
                    <a:pt x="573815" y="89131"/>
                  </a:lnTo>
                  <a:lnTo>
                    <a:pt x="570855" y="92968"/>
                  </a:lnTo>
                  <a:lnTo>
                    <a:pt x="568114" y="95599"/>
                  </a:lnTo>
                  <a:lnTo>
                    <a:pt x="564935" y="97463"/>
                  </a:lnTo>
                  <a:lnTo>
                    <a:pt x="560440" y="98779"/>
                  </a:lnTo>
                  <a:lnTo>
                    <a:pt x="557151" y="99656"/>
                  </a:lnTo>
                  <a:lnTo>
                    <a:pt x="553862" y="99875"/>
                  </a:lnTo>
                  <a:lnTo>
                    <a:pt x="550573" y="99327"/>
                  </a:lnTo>
                  <a:lnTo>
                    <a:pt x="547394" y="98231"/>
                  </a:lnTo>
                  <a:lnTo>
                    <a:pt x="542570" y="96476"/>
                  </a:lnTo>
                  <a:lnTo>
                    <a:pt x="536869" y="94284"/>
                  </a:lnTo>
                  <a:lnTo>
                    <a:pt x="532484" y="90775"/>
                  </a:lnTo>
                  <a:lnTo>
                    <a:pt x="531388" y="85732"/>
                  </a:lnTo>
                  <a:lnTo>
                    <a:pt x="534676" y="82663"/>
                  </a:lnTo>
                  <a:lnTo>
                    <a:pt x="539281" y="81128"/>
                  </a:lnTo>
                  <a:lnTo>
                    <a:pt x="543009" y="79154"/>
                  </a:lnTo>
                  <a:lnTo>
                    <a:pt x="543666" y="75098"/>
                  </a:lnTo>
                  <a:lnTo>
                    <a:pt x="542789" y="74331"/>
                  </a:lnTo>
                  <a:lnTo>
                    <a:pt x="542022" y="73454"/>
                  </a:lnTo>
                  <a:lnTo>
                    <a:pt x="541254" y="72686"/>
                  </a:lnTo>
                  <a:lnTo>
                    <a:pt x="540597" y="71809"/>
                  </a:lnTo>
                  <a:lnTo>
                    <a:pt x="541145" y="70055"/>
                  </a:lnTo>
                  <a:lnTo>
                    <a:pt x="541364" y="68411"/>
                  </a:lnTo>
                  <a:lnTo>
                    <a:pt x="541254" y="66766"/>
                  </a:lnTo>
                  <a:lnTo>
                    <a:pt x="540487" y="65341"/>
                  </a:lnTo>
                  <a:lnTo>
                    <a:pt x="536211" y="63916"/>
                  </a:lnTo>
                  <a:lnTo>
                    <a:pt x="531278" y="63258"/>
                  </a:lnTo>
                  <a:lnTo>
                    <a:pt x="526454" y="63696"/>
                  </a:lnTo>
                  <a:lnTo>
                    <a:pt x="522178" y="65341"/>
                  </a:lnTo>
                  <a:lnTo>
                    <a:pt x="519438" y="66218"/>
                  </a:lnTo>
                  <a:lnTo>
                    <a:pt x="517026" y="65450"/>
                  </a:lnTo>
                  <a:lnTo>
                    <a:pt x="514723" y="63696"/>
                  </a:lnTo>
                  <a:lnTo>
                    <a:pt x="512750" y="61613"/>
                  </a:lnTo>
                  <a:lnTo>
                    <a:pt x="508036" y="62929"/>
                  </a:lnTo>
                  <a:lnTo>
                    <a:pt x="505953" y="67534"/>
                  </a:lnTo>
                  <a:lnTo>
                    <a:pt x="504637" y="73015"/>
                  </a:lnTo>
                  <a:lnTo>
                    <a:pt x="502006" y="76852"/>
                  </a:lnTo>
                  <a:lnTo>
                    <a:pt x="498278" y="77949"/>
                  </a:lnTo>
                  <a:lnTo>
                    <a:pt x="494003" y="77729"/>
                  </a:lnTo>
                  <a:lnTo>
                    <a:pt x="489837" y="76633"/>
                  </a:lnTo>
                  <a:lnTo>
                    <a:pt x="486438" y="74660"/>
                  </a:lnTo>
                  <a:lnTo>
                    <a:pt x="483917" y="74331"/>
                  </a:lnTo>
                  <a:lnTo>
                    <a:pt x="481395" y="74879"/>
                  </a:lnTo>
                  <a:lnTo>
                    <a:pt x="478983" y="75537"/>
                  </a:lnTo>
                  <a:lnTo>
                    <a:pt x="476352" y="75537"/>
                  </a:lnTo>
                  <a:lnTo>
                    <a:pt x="474708" y="75098"/>
                  </a:lnTo>
                  <a:lnTo>
                    <a:pt x="473173" y="74111"/>
                  </a:lnTo>
                  <a:lnTo>
                    <a:pt x="471748" y="73125"/>
                  </a:lnTo>
                  <a:lnTo>
                    <a:pt x="470651" y="72686"/>
                  </a:lnTo>
                  <a:lnTo>
                    <a:pt x="468787" y="73234"/>
                  </a:lnTo>
                  <a:lnTo>
                    <a:pt x="466924" y="74440"/>
                  </a:lnTo>
                  <a:lnTo>
                    <a:pt x="464950" y="75537"/>
                  </a:lnTo>
                  <a:lnTo>
                    <a:pt x="462758" y="75865"/>
                  </a:lnTo>
                  <a:lnTo>
                    <a:pt x="457605" y="72905"/>
                  </a:lnTo>
                  <a:lnTo>
                    <a:pt x="457276" y="67643"/>
                  </a:lnTo>
                  <a:lnTo>
                    <a:pt x="459030" y="61504"/>
                  </a:lnTo>
                  <a:lnTo>
                    <a:pt x="459688" y="55803"/>
                  </a:lnTo>
                  <a:lnTo>
                    <a:pt x="459469" y="54487"/>
                  </a:lnTo>
                  <a:lnTo>
                    <a:pt x="458920" y="53062"/>
                  </a:lnTo>
                  <a:lnTo>
                    <a:pt x="458263" y="51856"/>
                  </a:lnTo>
                  <a:lnTo>
                    <a:pt x="457386" y="50869"/>
                  </a:lnTo>
                  <a:lnTo>
                    <a:pt x="456509" y="49883"/>
                  </a:lnTo>
                  <a:lnTo>
                    <a:pt x="456837" y="49115"/>
                  </a:lnTo>
                  <a:lnTo>
                    <a:pt x="457605" y="48348"/>
                  </a:lnTo>
                  <a:lnTo>
                    <a:pt x="458044" y="47471"/>
                  </a:lnTo>
                  <a:lnTo>
                    <a:pt x="458263" y="46155"/>
                  </a:lnTo>
                  <a:lnTo>
                    <a:pt x="458811" y="45059"/>
                  </a:lnTo>
                  <a:lnTo>
                    <a:pt x="459140" y="43853"/>
                  </a:lnTo>
                  <a:lnTo>
                    <a:pt x="458920" y="42318"/>
                  </a:lnTo>
                  <a:lnTo>
                    <a:pt x="457824" y="40893"/>
                  </a:lnTo>
                  <a:lnTo>
                    <a:pt x="456509" y="40016"/>
                  </a:lnTo>
                  <a:lnTo>
                    <a:pt x="455303" y="39139"/>
                  </a:lnTo>
                  <a:lnTo>
                    <a:pt x="454754" y="37165"/>
                  </a:lnTo>
                  <a:lnTo>
                    <a:pt x="456837" y="34205"/>
                  </a:lnTo>
                  <a:lnTo>
                    <a:pt x="460455" y="32561"/>
                  </a:lnTo>
                  <a:lnTo>
                    <a:pt x="464073" y="30697"/>
                  </a:lnTo>
                  <a:lnTo>
                    <a:pt x="466046" y="27847"/>
                  </a:lnTo>
                  <a:lnTo>
                    <a:pt x="464841" y="24229"/>
                  </a:lnTo>
                  <a:lnTo>
                    <a:pt x="461223" y="21926"/>
                  </a:lnTo>
                  <a:lnTo>
                    <a:pt x="456837" y="20611"/>
                  </a:lnTo>
                  <a:lnTo>
                    <a:pt x="453220" y="20172"/>
                  </a:lnTo>
                  <a:lnTo>
                    <a:pt x="450698" y="20063"/>
                  </a:lnTo>
                  <a:lnTo>
                    <a:pt x="449163" y="18857"/>
                  </a:lnTo>
                  <a:lnTo>
                    <a:pt x="448615" y="16883"/>
                  </a:lnTo>
                  <a:lnTo>
                    <a:pt x="449382" y="14252"/>
                  </a:lnTo>
                  <a:lnTo>
                    <a:pt x="445655" y="15020"/>
                  </a:lnTo>
                  <a:lnTo>
                    <a:pt x="438638" y="14142"/>
                  </a:lnTo>
                  <a:lnTo>
                    <a:pt x="434582" y="14252"/>
                  </a:lnTo>
                  <a:lnTo>
                    <a:pt x="432719" y="14800"/>
                  </a:lnTo>
                  <a:lnTo>
                    <a:pt x="428881" y="16664"/>
                  </a:lnTo>
                  <a:lnTo>
                    <a:pt x="427017" y="17103"/>
                  </a:lnTo>
                  <a:lnTo>
                    <a:pt x="420549" y="17212"/>
                  </a:lnTo>
                  <a:lnTo>
                    <a:pt x="419014" y="17760"/>
                  </a:lnTo>
                  <a:lnTo>
                    <a:pt x="418247" y="19405"/>
                  </a:lnTo>
                  <a:lnTo>
                    <a:pt x="418247" y="21598"/>
                  </a:lnTo>
                  <a:lnTo>
                    <a:pt x="418357" y="23790"/>
                  </a:lnTo>
                  <a:lnTo>
                    <a:pt x="418357" y="25654"/>
                  </a:lnTo>
                  <a:lnTo>
                    <a:pt x="417699" y="27627"/>
                  </a:lnTo>
                  <a:lnTo>
                    <a:pt x="415945" y="30368"/>
                  </a:lnTo>
                  <a:lnTo>
                    <a:pt x="415616" y="32122"/>
                  </a:lnTo>
                  <a:lnTo>
                    <a:pt x="414520" y="35192"/>
                  </a:lnTo>
                  <a:lnTo>
                    <a:pt x="409147" y="41441"/>
                  </a:lnTo>
                  <a:lnTo>
                    <a:pt x="407613" y="44291"/>
                  </a:lnTo>
                  <a:lnTo>
                    <a:pt x="404433" y="42099"/>
                  </a:lnTo>
                  <a:lnTo>
                    <a:pt x="400815" y="41441"/>
                  </a:lnTo>
                  <a:lnTo>
                    <a:pt x="394018" y="41441"/>
                  </a:lnTo>
                  <a:lnTo>
                    <a:pt x="388427" y="40016"/>
                  </a:lnTo>
                  <a:lnTo>
                    <a:pt x="386563" y="39906"/>
                  </a:lnTo>
                  <a:lnTo>
                    <a:pt x="384919" y="40345"/>
                  </a:lnTo>
                  <a:lnTo>
                    <a:pt x="382945" y="42318"/>
                  </a:lnTo>
                  <a:lnTo>
                    <a:pt x="381191" y="42757"/>
                  </a:lnTo>
                  <a:lnTo>
                    <a:pt x="380095" y="42318"/>
                  </a:lnTo>
                  <a:lnTo>
                    <a:pt x="377025" y="40345"/>
                  </a:lnTo>
                  <a:lnTo>
                    <a:pt x="375162" y="39906"/>
                  </a:lnTo>
                  <a:lnTo>
                    <a:pt x="373188" y="40345"/>
                  </a:lnTo>
                  <a:lnTo>
                    <a:pt x="370886" y="42318"/>
                  </a:lnTo>
                  <a:lnTo>
                    <a:pt x="369022" y="42757"/>
                  </a:lnTo>
                  <a:lnTo>
                    <a:pt x="364308" y="42647"/>
                  </a:lnTo>
                  <a:lnTo>
                    <a:pt x="361896" y="41660"/>
                  </a:lnTo>
                  <a:lnTo>
                    <a:pt x="360690" y="39139"/>
                  </a:lnTo>
                  <a:lnTo>
                    <a:pt x="359046" y="34205"/>
                  </a:lnTo>
                  <a:lnTo>
                    <a:pt x="358278" y="33219"/>
                  </a:lnTo>
                  <a:lnTo>
                    <a:pt x="357401" y="32561"/>
                  </a:lnTo>
                  <a:lnTo>
                    <a:pt x="356524" y="31574"/>
                  </a:lnTo>
                  <a:lnTo>
                    <a:pt x="354551" y="12388"/>
                  </a:lnTo>
                  <a:lnTo>
                    <a:pt x="353235" y="7674"/>
                  </a:lnTo>
                  <a:lnTo>
                    <a:pt x="350165" y="5701"/>
                  </a:lnTo>
                  <a:lnTo>
                    <a:pt x="346767" y="7016"/>
                  </a:lnTo>
                  <a:lnTo>
                    <a:pt x="344793" y="12827"/>
                  </a:lnTo>
                  <a:lnTo>
                    <a:pt x="342052" y="14252"/>
                  </a:lnTo>
                  <a:lnTo>
                    <a:pt x="340079" y="12279"/>
                  </a:lnTo>
                  <a:lnTo>
                    <a:pt x="340956" y="7894"/>
                  </a:lnTo>
                  <a:lnTo>
                    <a:pt x="344135" y="0"/>
                  </a:lnTo>
                  <a:lnTo>
                    <a:pt x="323634" y="3399"/>
                  </a:lnTo>
                  <a:lnTo>
                    <a:pt x="319907" y="3947"/>
                  </a:lnTo>
                  <a:lnTo>
                    <a:pt x="307189" y="10086"/>
                  </a:lnTo>
                  <a:lnTo>
                    <a:pt x="303791" y="10963"/>
                  </a:lnTo>
                  <a:lnTo>
                    <a:pt x="300283" y="11183"/>
                  </a:lnTo>
                  <a:lnTo>
                    <a:pt x="297432" y="12717"/>
                  </a:lnTo>
                  <a:lnTo>
                    <a:pt x="295349" y="13046"/>
                  </a:lnTo>
                  <a:lnTo>
                    <a:pt x="291841" y="10963"/>
                  </a:lnTo>
                  <a:lnTo>
                    <a:pt x="286469" y="8880"/>
                  </a:lnTo>
                  <a:lnTo>
                    <a:pt x="284605" y="8551"/>
                  </a:lnTo>
                  <a:lnTo>
                    <a:pt x="280878" y="8771"/>
                  </a:lnTo>
                  <a:lnTo>
                    <a:pt x="273532" y="10744"/>
                  </a:lnTo>
                  <a:lnTo>
                    <a:pt x="264323" y="11621"/>
                  </a:lnTo>
                  <a:lnTo>
                    <a:pt x="260267" y="12608"/>
                  </a:lnTo>
                  <a:lnTo>
                    <a:pt x="245028" y="18418"/>
                  </a:lnTo>
                  <a:lnTo>
                    <a:pt x="242397" y="20501"/>
                  </a:lnTo>
                  <a:lnTo>
                    <a:pt x="241300" y="23571"/>
                  </a:lnTo>
                  <a:lnTo>
                    <a:pt x="239217" y="24777"/>
                  </a:lnTo>
                  <a:lnTo>
                    <a:pt x="226610" y="28504"/>
                  </a:lnTo>
                  <a:lnTo>
                    <a:pt x="219484" y="34973"/>
                  </a:lnTo>
                  <a:lnTo>
                    <a:pt x="215208" y="37494"/>
                  </a:lnTo>
                  <a:lnTo>
                    <a:pt x="209727" y="38591"/>
                  </a:lnTo>
                  <a:lnTo>
                    <a:pt x="199421" y="38700"/>
                  </a:lnTo>
                  <a:lnTo>
                    <a:pt x="194707" y="39906"/>
                  </a:lnTo>
                  <a:lnTo>
                    <a:pt x="191528" y="42757"/>
                  </a:lnTo>
                  <a:lnTo>
                    <a:pt x="189225" y="44949"/>
                  </a:lnTo>
                  <a:lnTo>
                    <a:pt x="186813" y="45607"/>
                  </a:lnTo>
                  <a:lnTo>
                    <a:pt x="184401" y="46265"/>
                  </a:lnTo>
                  <a:lnTo>
                    <a:pt x="183524" y="46374"/>
                  </a:lnTo>
                  <a:lnTo>
                    <a:pt x="182757" y="46703"/>
                  </a:lnTo>
                  <a:lnTo>
                    <a:pt x="181880" y="46923"/>
                  </a:lnTo>
                  <a:lnTo>
                    <a:pt x="181003" y="47032"/>
                  </a:lnTo>
                  <a:lnTo>
                    <a:pt x="173438" y="49006"/>
                  </a:lnTo>
                  <a:lnTo>
                    <a:pt x="165874" y="50979"/>
                  </a:lnTo>
                  <a:lnTo>
                    <a:pt x="158309" y="52843"/>
                  </a:lnTo>
                  <a:lnTo>
                    <a:pt x="150744" y="54816"/>
                  </a:lnTo>
                  <a:lnTo>
                    <a:pt x="150306" y="54926"/>
                  </a:lnTo>
                  <a:lnTo>
                    <a:pt x="149867" y="55035"/>
                  </a:lnTo>
                  <a:lnTo>
                    <a:pt x="149429" y="55255"/>
                  </a:lnTo>
                  <a:lnTo>
                    <a:pt x="148990" y="55364"/>
                  </a:lnTo>
                  <a:lnTo>
                    <a:pt x="143618" y="56789"/>
                  </a:lnTo>
                  <a:lnTo>
                    <a:pt x="136711" y="58982"/>
                  </a:lnTo>
                  <a:lnTo>
                    <a:pt x="130901" y="62271"/>
                  </a:lnTo>
                  <a:lnTo>
                    <a:pt x="129256" y="67095"/>
                  </a:lnTo>
                  <a:lnTo>
                    <a:pt x="129585" y="72028"/>
                  </a:lnTo>
                  <a:lnTo>
                    <a:pt x="130133" y="78716"/>
                  </a:lnTo>
                  <a:lnTo>
                    <a:pt x="131668" y="84636"/>
                  </a:lnTo>
                  <a:lnTo>
                    <a:pt x="134957" y="87158"/>
                  </a:lnTo>
                  <a:lnTo>
                    <a:pt x="136711" y="87596"/>
                  </a:lnTo>
                  <a:lnTo>
                    <a:pt x="137807" y="88692"/>
                  </a:lnTo>
                  <a:lnTo>
                    <a:pt x="138466" y="89679"/>
                  </a:lnTo>
                  <a:lnTo>
                    <a:pt x="139014" y="90227"/>
                  </a:lnTo>
                  <a:lnTo>
                    <a:pt x="141645" y="90447"/>
                  </a:lnTo>
                  <a:lnTo>
                    <a:pt x="144385" y="90008"/>
                  </a:lnTo>
                  <a:lnTo>
                    <a:pt x="147126" y="89241"/>
                  </a:lnTo>
                  <a:lnTo>
                    <a:pt x="149758" y="88583"/>
                  </a:lnTo>
                  <a:lnTo>
                    <a:pt x="150963" y="88144"/>
                  </a:lnTo>
                  <a:lnTo>
                    <a:pt x="152279" y="87706"/>
                  </a:lnTo>
                  <a:lnTo>
                    <a:pt x="153595" y="87267"/>
                  </a:lnTo>
                  <a:lnTo>
                    <a:pt x="154801" y="86829"/>
                  </a:lnTo>
                  <a:lnTo>
                    <a:pt x="159186" y="86061"/>
                  </a:lnTo>
                  <a:lnTo>
                    <a:pt x="162146" y="87706"/>
                  </a:lnTo>
                  <a:lnTo>
                    <a:pt x="164887" y="90118"/>
                  </a:lnTo>
                  <a:lnTo>
                    <a:pt x="168285" y="92091"/>
                  </a:lnTo>
                  <a:lnTo>
                    <a:pt x="170588" y="92201"/>
                  </a:lnTo>
                  <a:lnTo>
                    <a:pt x="173219" y="92310"/>
                  </a:lnTo>
                  <a:lnTo>
                    <a:pt x="175850" y="92310"/>
                  </a:lnTo>
                  <a:lnTo>
                    <a:pt x="178152" y="91981"/>
                  </a:lnTo>
                  <a:lnTo>
                    <a:pt x="181112" y="91872"/>
                  </a:lnTo>
                  <a:lnTo>
                    <a:pt x="184292" y="92530"/>
                  </a:lnTo>
                  <a:lnTo>
                    <a:pt x="187581" y="93297"/>
                  </a:lnTo>
                  <a:lnTo>
                    <a:pt x="190979" y="93078"/>
                  </a:lnTo>
                  <a:lnTo>
                    <a:pt x="192076" y="93407"/>
                  </a:lnTo>
                  <a:lnTo>
                    <a:pt x="192952" y="94064"/>
                  </a:lnTo>
                  <a:lnTo>
                    <a:pt x="193391" y="94942"/>
                  </a:lnTo>
                  <a:lnTo>
                    <a:pt x="193720" y="96148"/>
                  </a:lnTo>
                  <a:lnTo>
                    <a:pt x="193720" y="98779"/>
                  </a:lnTo>
                  <a:lnTo>
                    <a:pt x="193391" y="102068"/>
                  </a:lnTo>
                  <a:lnTo>
                    <a:pt x="193391" y="105137"/>
                  </a:lnTo>
                  <a:lnTo>
                    <a:pt x="194049" y="106782"/>
                  </a:lnTo>
                  <a:lnTo>
                    <a:pt x="196790" y="107988"/>
                  </a:lnTo>
                  <a:lnTo>
                    <a:pt x="199311" y="109303"/>
                  </a:lnTo>
                  <a:lnTo>
                    <a:pt x="201723" y="110838"/>
                  </a:lnTo>
                  <a:lnTo>
                    <a:pt x="203916" y="112921"/>
                  </a:lnTo>
                  <a:lnTo>
                    <a:pt x="203039" y="114347"/>
                  </a:lnTo>
                  <a:lnTo>
                    <a:pt x="202052" y="115552"/>
                  </a:lnTo>
                  <a:lnTo>
                    <a:pt x="200956" y="116649"/>
                  </a:lnTo>
                  <a:lnTo>
                    <a:pt x="199640" y="117635"/>
                  </a:lnTo>
                  <a:lnTo>
                    <a:pt x="194268" y="119609"/>
                  </a:lnTo>
                  <a:lnTo>
                    <a:pt x="188238" y="119828"/>
                  </a:lnTo>
                  <a:lnTo>
                    <a:pt x="183634" y="121363"/>
                  </a:lnTo>
                  <a:lnTo>
                    <a:pt x="182318" y="127722"/>
                  </a:lnTo>
                  <a:lnTo>
                    <a:pt x="182428" y="131778"/>
                  </a:lnTo>
                  <a:lnTo>
                    <a:pt x="182867" y="135944"/>
                  </a:lnTo>
                  <a:lnTo>
                    <a:pt x="183524" y="140110"/>
                  </a:lnTo>
                  <a:lnTo>
                    <a:pt x="184621" y="143947"/>
                  </a:lnTo>
                  <a:lnTo>
                    <a:pt x="185388" y="146359"/>
                  </a:lnTo>
                  <a:lnTo>
                    <a:pt x="186265" y="148881"/>
                  </a:lnTo>
                  <a:lnTo>
                    <a:pt x="187361" y="151293"/>
                  </a:lnTo>
                  <a:lnTo>
                    <a:pt x="188896" y="153156"/>
                  </a:lnTo>
                  <a:lnTo>
                    <a:pt x="189883" y="153814"/>
                  </a:lnTo>
                  <a:lnTo>
                    <a:pt x="191089" y="154472"/>
                  </a:lnTo>
                  <a:lnTo>
                    <a:pt x="192185" y="155130"/>
                  </a:lnTo>
                  <a:lnTo>
                    <a:pt x="192952" y="156007"/>
                  </a:lnTo>
                  <a:lnTo>
                    <a:pt x="193830" y="158309"/>
                  </a:lnTo>
                  <a:lnTo>
                    <a:pt x="193939" y="160502"/>
                  </a:lnTo>
                  <a:lnTo>
                    <a:pt x="194378" y="162585"/>
                  </a:lnTo>
                  <a:lnTo>
                    <a:pt x="196023" y="164777"/>
                  </a:lnTo>
                  <a:lnTo>
                    <a:pt x="197667" y="167737"/>
                  </a:lnTo>
                  <a:lnTo>
                    <a:pt x="197886" y="171026"/>
                  </a:lnTo>
                  <a:lnTo>
                    <a:pt x="197447" y="174535"/>
                  </a:lnTo>
                  <a:lnTo>
                    <a:pt x="196790" y="177933"/>
                  </a:lnTo>
                  <a:lnTo>
                    <a:pt x="196571" y="179468"/>
                  </a:lnTo>
                  <a:lnTo>
                    <a:pt x="196351" y="181003"/>
                  </a:lnTo>
                  <a:lnTo>
                    <a:pt x="196023" y="182647"/>
                  </a:lnTo>
                  <a:lnTo>
                    <a:pt x="195803" y="184182"/>
                  </a:lnTo>
                  <a:lnTo>
                    <a:pt x="196242" y="193172"/>
                  </a:lnTo>
                  <a:lnTo>
                    <a:pt x="203806" y="194817"/>
                  </a:lnTo>
                  <a:lnTo>
                    <a:pt x="214002" y="192514"/>
                  </a:lnTo>
                  <a:lnTo>
                    <a:pt x="222224" y="190102"/>
                  </a:lnTo>
                  <a:lnTo>
                    <a:pt x="223650" y="190322"/>
                  </a:lnTo>
                  <a:lnTo>
                    <a:pt x="224746" y="190979"/>
                  </a:lnTo>
                  <a:lnTo>
                    <a:pt x="225404" y="192076"/>
                  </a:lnTo>
                  <a:lnTo>
                    <a:pt x="225842" y="193610"/>
                  </a:lnTo>
                  <a:lnTo>
                    <a:pt x="226391" y="196351"/>
                  </a:lnTo>
                  <a:lnTo>
                    <a:pt x="227267" y="200188"/>
                  </a:lnTo>
                  <a:lnTo>
                    <a:pt x="228474" y="203806"/>
                  </a:lnTo>
                  <a:lnTo>
                    <a:pt x="229899" y="206328"/>
                  </a:lnTo>
                  <a:lnTo>
                    <a:pt x="232091" y="207314"/>
                  </a:lnTo>
                  <a:lnTo>
                    <a:pt x="234503" y="207863"/>
                  </a:lnTo>
                  <a:lnTo>
                    <a:pt x="235928" y="208959"/>
                  </a:lnTo>
                  <a:lnTo>
                    <a:pt x="235161" y="211590"/>
                  </a:lnTo>
                  <a:lnTo>
                    <a:pt x="232530" y="213783"/>
                  </a:lnTo>
                  <a:lnTo>
                    <a:pt x="229789" y="216085"/>
                  </a:lnTo>
                  <a:lnTo>
                    <a:pt x="227267" y="218497"/>
                  </a:lnTo>
                  <a:lnTo>
                    <a:pt x="225404" y="221347"/>
                  </a:lnTo>
                  <a:lnTo>
                    <a:pt x="225404" y="222663"/>
                  </a:lnTo>
                  <a:lnTo>
                    <a:pt x="225842" y="224088"/>
                  </a:lnTo>
                  <a:lnTo>
                    <a:pt x="226171" y="225513"/>
                  </a:lnTo>
                  <a:lnTo>
                    <a:pt x="225733" y="226939"/>
                  </a:lnTo>
                  <a:lnTo>
                    <a:pt x="224636" y="228474"/>
                  </a:lnTo>
                  <a:lnTo>
                    <a:pt x="223540" y="230008"/>
                  </a:lnTo>
                  <a:lnTo>
                    <a:pt x="222444" y="231434"/>
                  </a:lnTo>
                  <a:lnTo>
                    <a:pt x="221348" y="232968"/>
                  </a:lnTo>
                  <a:lnTo>
                    <a:pt x="219265" y="236038"/>
                  </a:lnTo>
                  <a:lnTo>
                    <a:pt x="216633" y="240314"/>
                  </a:lnTo>
                  <a:lnTo>
                    <a:pt x="213673" y="243932"/>
                  </a:lnTo>
                  <a:lnTo>
                    <a:pt x="210823" y="245686"/>
                  </a:lnTo>
                  <a:lnTo>
                    <a:pt x="209617" y="245247"/>
                  </a:lnTo>
                  <a:lnTo>
                    <a:pt x="209068" y="244261"/>
                  </a:lnTo>
                  <a:lnTo>
                    <a:pt x="208740" y="243055"/>
                  </a:lnTo>
                  <a:lnTo>
                    <a:pt x="207972" y="241958"/>
                  </a:lnTo>
                  <a:lnTo>
                    <a:pt x="204245" y="239875"/>
                  </a:lnTo>
                  <a:lnTo>
                    <a:pt x="199750" y="238450"/>
                  </a:lnTo>
                  <a:lnTo>
                    <a:pt x="195255" y="238231"/>
                  </a:lnTo>
                  <a:lnTo>
                    <a:pt x="191308" y="239437"/>
                  </a:lnTo>
                  <a:lnTo>
                    <a:pt x="190102" y="240752"/>
                  </a:lnTo>
                  <a:lnTo>
                    <a:pt x="189116" y="242507"/>
                  </a:lnTo>
                  <a:lnTo>
                    <a:pt x="188238" y="244041"/>
                  </a:lnTo>
                  <a:lnTo>
                    <a:pt x="187252" y="244699"/>
                  </a:lnTo>
                  <a:lnTo>
                    <a:pt x="184730" y="244919"/>
                  </a:lnTo>
                  <a:lnTo>
                    <a:pt x="182209" y="245467"/>
                  </a:lnTo>
                  <a:lnTo>
                    <a:pt x="179687" y="246234"/>
                  </a:lnTo>
                  <a:lnTo>
                    <a:pt x="177166" y="246892"/>
                  </a:lnTo>
                  <a:lnTo>
                    <a:pt x="173000" y="248207"/>
                  </a:lnTo>
                  <a:lnTo>
                    <a:pt x="168943" y="249852"/>
                  </a:lnTo>
                  <a:lnTo>
                    <a:pt x="165216" y="252154"/>
                  </a:lnTo>
                  <a:lnTo>
                    <a:pt x="161927" y="255114"/>
                  </a:lnTo>
                  <a:lnTo>
                    <a:pt x="158638" y="260157"/>
                  </a:lnTo>
                  <a:lnTo>
                    <a:pt x="156774" y="265968"/>
                  </a:lnTo>
                  <a:lnTo>
                    <a:pt x="155130" y="271669"/>
                  </a:lnTo>
                  <a:lnTo>
                    <a:pt x="152608" y="276492"/>
                  </a:lnTo>
                  <a:lnTo>
                    <a:pt x="148442" y="279782"/>
                  </a:lnTo>
                  <a:lnTo>
                    <a:pt x="143180" y="282084"/>
                  </a:lnTo>
                  <a:lnTo>
                    <a:pt x="137588" y="283728"/>
                  </a:lnTo>
                  <a:lnTo>
                    <a:pt x="132545" y="285263"/>
                  </a:lnTo>
                  <a:lnTo>
                    <a:pt x="129914" y="286469"/>
                  </a:lnTo>
                  <a:lnTo>
                    <a:pt x="127283" y="287784"/>
                  </a:lnTo>
                  <a:lnTo>
                    <a:pt x="124652" y="289210"/>
                  </a:lnTo>
                  <a:lnTo>
                    <a:pt x="122130" y="290635"/>
                  </a:lnTo>
                  <a:lnTo>
                    <a:pt x="121363" y="291951"/>
                  </a:lnTo>
                  <a:lnTo>
                    <a:pt x="121034" y="294143"/>
                  </a:lnTo>
                  <a:lnTo>
                    <a:pt x="120815" y="296665"/>
                  </a:lnTo>
                  <a:lnTo>
                    <a:pt x="120267" y="298529"/>
                  </a:lnTo>
                  <a:lnTo>
                    <a:pt x="116758" y="301489"/>
                  </a:lnTo>
                  <a:lnTo>
                    <a:pt x="113360" y="299406"/>
                  </a:lnTo>
                  <a:lnTo>
                    <a:pt x="110180" y="295130"/>
                  </a:lnTo>
                  <a:lnTo>
                    <a:pt x="107768" y="291074"/>
                  </a:lnTo>
                  <a:lnTo>
                    <a:pt x="104589" y="288771"/>
                  </a:lnTo>
                  <a:lnTo>
                    <a:pt x="101410" y="289100"/>
                  </a:lnTo>
                  <a:lnTo>
                    <a:pt x="98450" y="289210"/>
                  </a:lnTo>
                  <a:lnTo>
                    <a:pt x="95709" y="285921"/>
                  </a:lnTo>
                  <a:lnTo>
                    <a:pt x="93407" y="282193"/>
                  </a:lnTo>
                  <a:lnTo>
                    <a:pt x="90666" y="280878"/>
                  </a:lnTo>
                  <a:lnTo>
                    <a:pt x="87815" y="281974"/>
                  </a:lnTo>
                  <a:lnTo>
                    <a:pt x="84855" y="285482"/>
                  </a:lnTo>
                  <a:lnTo>
                    <a:pt x="83649" y="287894"/>
                  </a:lnTo>
                  <a:lnTo>
                    <a:pt x="81676" y="291293"/>
                  </a:lnTo>
                  <a:lnTo>
                    <a:pt x="79593" y="294472"/>
                  </a:lnTo>
                  <a:lnTo>
                    <a:pt x="77619" y="296446"/>
                  </a:lnTo>
                  <a:lnTo>
                    <a:pt x="74660" y="297323"/>
                  </a:lnTo>
                  <a:lnTo>
                    <a:pt x="70822" y="297323"/>
                  </a:lnTo>
                  <a:lnTo>
                    <a:pt x="66656" y="296994"/>
                  </a:lnTo>
                  <a:lnTo>
                    <a:pt x="63039" y="296884"/>
                  </a:lnTo>
                  <a:lnTo>
                    <a:pt x="60188" y="296884"/>
                  </a:lnTo>
                  <a:lnTo>
                    <a:pt x="57337" y="296994"/>
                  </a:lnTo>
                  <a:lnTo>
                    <a:pt x="54597" y="297542"/>
                  </a:lnTo>
                  <a:lnTo>
                    <a:pt x="52075" y="298857"/>
                  </a:lnTo>
                  <a:lnTo>
                    <a:pt x="49444" y="298419"/>
                  </a:lnTo>
                  <a:lnTo>
                    <a:pt x="48348" y="299954"/>
                  </a:lnTo>
                  <a:lnTo>
                    <a:pt x="47909" y="302366"/>
                  </a:lnTo>
                  <a:lnTo>
                    <a:pt x="47032" y="304668"/>
                  </a:lnTo>
                  <a:lnTo>
                    <a:pt x="46045" y="305216"/>
                  </a:lnTo>
                  <a:lnTo>
                    <a:pt x="44840" y="305326"/>
                  </a:lnTo>
                  <a:lnTo>
                    <a:pt x="43633" y="305326"/>
                  </a:lnTo>
                  <a:lnTo>
                    <a:pt x="42647" y="305764"/>
                  </a:lnTo>
                  <a:lnTo>
                    <a:pt x="42318" y="306641"/>
                  </a:lnTo>
                  <a:lnTo>
                    <a:pt x="42428" y="307628"/>
                  </a:lnTo>
                  <a:lnTo>
                    <a:pt x="42757" y="308615"/>
                  </a:lnTo>
                  <a:lnTo>
                    <a:pt x="42757" y="309492"/>
                  </a:lnTo>
                  <a:lnTo>
                    <a:pt x="41550" y="310150"/>
                  </a:lnTo>
                  <a:lnTo>
                    <a:pt x="39029" y="311356"/>
                  </a:lnTo>
                  <a:lnTo>
                    <a:pt x="36288" y="312671"/>
                  </a:lnTo>
                  <a:lnTo>
                    <a:pt x="34315" y="313987"/>
                  </a:lnTo>
                  <a:lnTo>
                    <a:pt x="32341" y="315851"/>
                  </a:lnTo>
                  <a:lnTo>
                    <a:pt x="30697" y="316289"/>
                  </a:lnTo>
                  <a:lnTo>
                    <a:pt x="28943" y="315631"/>
                  </a:lnTo>
                  <a:lnTo>
                    <a:pt x="26641" y="314206"/>
                  </a:lnTo>
                  <a:lnTo>
                    <a:pt x="25654" y="314973"/>
                  </a:lnTo>
                  <a:lnTo>
                    <a:pt x="24996" y="315960"/>
                  </a:lnTo>
                  <a:lnTo>
                    <a:pt x="24667" y="317056"/>
                  </a:lnTo>
                  <a:lnTo>
                    <a:pt x="24777" y="318372"/>
                  </a:lnTo>
                  <a:lnTo>
                    <a:pt x="25106" y="319249"/>
                  </a:lnTo>
                  <a:lnTo>
                    <a:pt x="25215" y="320236"/>
                  </a:lnTo>
                  <a:lnTo>
                    <a:pt x="25215" y="321113"/>
                  </a:lnTo>
                  <a:lnTo>
                    <a:pt x="25106" y="321990"/>
                  </a:lnTo>
                  <a:lnTo>
                    <a:pt x="24009" y="324621"/>
                  </a:lnTo>
                  <a:lnTo>
                    <a:pt x="23681" y="327362"/>
                  </a:lnTo>
                  <a:lnTo>
                    <a:pt x="23461" y="330103"/>
                  </a:lnTo>
                  <a:lnTo>
                    <a:pt x="22584" y="332734"/>
                  </a:lnTo>
                  <a:lnTo>
                    <a:pt x="20501" y="335255"/>
                  </a:lnTo>
                  <a:lnTo>
                    <a:pt x="17980" y="335913"/>
                  </a:lnTo>
                  <a:lnTo>
                    <a:pt x="15239" y="336352"/>
                  </a:lnTo>
                  <a:lnTo>
                    <a:pt x="12388" y="337667"/>
                  </a:lnTo>
                  <a:lnTo>
                    <a:pt x="10525" y="339641"/>
                  </a:lnTo>
                  <a:lnTo>
                    <a:pt x="9318" y="341943"/>
                  </a:lnTo>
                  <a:lnTo>
                    <a:pt x="8442" y="344574"/>
                  </a:lnTo>
                  <a:lnTo>
                    <a:pt x="7894" y="347205"/>
                  </a:lnTo>
                  <a:lnTo>
                    <a:pt x="6687" y="350494"/>
                  </a:lnTo>
                  <a:lnTo>
                    <a:pt x="4604" y="352687"/>
                  </a:lnTo>
                  <a:lnTo>
                    <a:pt x="2083" y="354441"/>
                  </a:lnTo>
                  <a:lnTo>
                    <a:pt x="0" y="355976"/>
                  </a:lnTo>
                  <a:lnTo>
                    <a:pt x="1535" y="357511"/>
                  </a:lnTo>
                  <a:lnTo>
                    <a:pt x="8222" y="363431"/>
                  </a:lnTo>
                  <a:lnTo>
                    <a:pt x="10963" y="368693"/>
                  </a:lnTo>
                  <a:lnTo>
                    <a:pt x="6249" y="374394"/>
                  </a:lnTo>
                  <a:lnTo>
                    <a:pt x="6907" y="376477"/>
                  </a:lnTo>
                  <a:lnTo>
                    <a:pt x="9648" y="377025"/>
                  </a:lnTo>
                  <a:lnTo>
                    <a:pt x="15677" y="380643"/>
                  </a:lnTo>
                  <a:lnTo>
                    <a:pt x="19295" y="383165"/>
                  </a:lnTo>
                  <a:lnTo>
                    <a:pt x="22255" y="385357"/>
                  </a:lnTo>
                  <a:lnTo>
                    <a:pt x="24119" y="387660"/>
                  </a:lnTo>
                  <a:lnTo>
                    <a:pt x="25763" y="388865"/>
                  </a:lnTo>
                  <a:lnTo>
                    <a:pt x="32890" y="396869"/>
                  </a:lnTo>
                  <a:lnTo>
                    <a:pt x="43085" y="420878"/>
                  </a:lnTo>
                  <a:lnTo>
                    <a:pt x="48019" y="429649"/>
                  </a:lnTo>
                  <a:lnTo>
                    <a:pt x="62600" y="435898"/>
                  </a:lnTo>
                  <a:lnTo>
                    <a:pt x="71370" y="440941"/>
                  </a:lnTo>
                  <a:lnTo>
                    <a:pt x="74879" y="443462"/>
                  </a:lnTo>
                  <a:lnTo>
                    <a:pt x="78497" y="442585"/>
                  </a:lnTo>
                  <a:lnTo>
                    <a:pt x="85403" y="444997"/>
                  </a:lnTo>
                  <a:lnTo>
                    <a:pt x="88692" y="446971"/>
                  </a:lnTo>
                  <a:lnTo>
                    <a:pt x="99107" y="450588"/>
                  </a:lnTo>
                  <a:lnTo>
                    <a:pt x="102616" y="450150"/>
                  </a:lnTo>
                  <a:lnTo>
                    <a:pt x="118403" y="456838"/>
                  </a:lnTo>
                  <a:lnTo>
                    <a:pt x="121472" y="455961"/>
                  </a:lnTo>
                  <a:lnTo>
                    <a:pt x="123775" y="458811"/>
                  </a:lnTo>
                  <a:lnTo>
                    <a:pt x="134409" y="459797"/>
                  </a:lnTo>
                  <a:lnTo>
                    <a:pt x="141316" y="460126"/>
                  </a:lnTo>
                  <a:lnTo>
                    <a:pt x="151512" y="464183"/>
                  </a:lnTo>
                  <a:lnTo>
                    <a:pt x="169930" y="473282"/>
                  </a:lnTo>
                  <a:lnTo>
                    <a:pt x="197009" y="484574"/>
                  </a:lnTo>
                  <a:lnTo>
                    <a:pt x="206986" y="486767"/>
                  </a:lnTo>
                  <a:lnTo>
                    <a:pt x="225513" y="488302"/>
                  </a:lnTo>
                  <a:lnTo>
                    <a:pt x="241958" y="494222"/>
                  </a:lnTo>
                  <a:lnTo>
                    <a:pt x="249633" y="494770"/>
                  </a:lnTo>
                  <a:lnTo>
                    <a:pt x="260267" y="498827"/>
                  </a:lnTo>
                  <a:lnTo>
                    <a:pt x="286359" y="506282"/>
                  </a:lnTo>
                  <a:lnTo>
                    <a:pt x="297980" y="512202"/>
                  </a:lnTo>
                  <a:lnTo>
                    <a:pt x="305655" y="515710"/>
                  </a:lnTo>
                  <a:lnTo>
                    <a:pt x="308615" y="515491"/>
                  </a:lnTo>
                  <a:lnTo>
                    <a:pt x="309930" y="514614"/>
                  </a:lnTo>
                  <a:lnTo>
                    <a:pt x="310149" y="514175"/>
                  </a:lnTo>
                  <a:lnTo>
                    <a:pt x="310588" y="513298"/>
                  </a:lnTo>
                  <a:lnTo>
                    <a:pt x="311794" y="510996"/>
                  </a:lnTo>
                  <a:lnTo>
                    <a:pt x="312781" y="508803"/>
                  </a:lnTo>
                  <a:lnTo>
                    <a:pt x="313439" y="506940"/>
                  </a:lnTo>
                  <a:lnTo>
                    <a:pt x="313000" y="503979"/>
                  </a:lnTo>
                  <a:lnTo>
                    <a:pt x="311136" y="501019"/>
                  </a:lnTo>
                  <a:lnTo>
                    <a:pt x="309053" y="497730"/>
                  </a:lnTo>
                  <a:lnTo>
                    <a:pt x="307957" y="494222"/>
                  </a:lnTo>
                  <a:lnTo>
                    <a:pt x="307847" y="488412"/>
                  </a:lnTo>
                  <a:lnTo>
                    <a:pt x="307957" y="482272"/>
                  </a:lnTo>
                  <a:lnTo>
                    <a:pt x="308505" y="476133"/>
                  </a:lnTo>
                  <a:lnTo>
                    <a:pt x="309711" y="470432"/>
                  </a:lnTo>
                  <a:lnTo>
                    <a:pt x="310259" y="468459"/>
                  </a:lnTo>
                  <a:lnTo>
                    <a:pt x="310917" y="466704"/>
                  </a:lnTo>
                  <a:lnTo>
                    <a:pt x="311904" y="464950"/>
                  </a:lnTo>
                  <a:lnTo>
                    <a:pt x="313548" y="463087"/>
                  </a:lnTo>
                  <a:lnTo>
                    <a:pt x="315631" y="461004"/>
                  </a:lnTo>
                  <a:lnTo>
                    <a:pt x="317056" y="460017"/>
                  </a:lnTo>
                  <a:lnTo>
                    <a:pt x="318920" y="459688"/>
                  </a:lnTo>
                  <a:lnTo>
                    <a:pt x="322538" y="459797"/>
                  </a:lnTo>
                  <a:lnTo>
                    <a:pt x="326156" y="459797"/>
                  </a:lnTo>
                  <a:lnTo>
                    <a:pt x="329335" y="459030"/>
                  </a:lnTo>
                  <a:lnTo>
                    <a:pt x="332405" y="458153"/>
                  </a:lnTo>
                  <a:lnTo>
                    <a:pt x="335694" y="457386"/>
                  </a:lnTo>
                  <a:lnTo>
                    <a:pt x="338873" y="457495"/>
                  </a:lnTo>
                  <a:lnTo>
                    <a:pt x="341614" y="457934"/>
                  </a:lnTo>
                  <a:lnTo>
                    <a:pt x="344355" y="457495"/>
                  </a:lnTo>
                  <a:lnTo>
                    <a:pt x="347205" y="455303"/>
                  </a:lnTo>
                  <a:lnTo>
                    <a:pt x="349069" y="455193"/>
                  </a:lnTo>
                  <a:lnTo>
                    <a:pt x="350823" y="455632"/>
                  </a:lnTo>
                  <a:lnTo>
                    <a:pt x="352797" y="456180"/>
                  </a:lnTo>
                  <a:lnTo>
                    <a:pt x="354880" y="456180"/>
                  </a:lnTo>
                  <a:lnTo>
                    <a:pt x="356853" y="455522"/>
                  </a:lnTo>
                  <a:lnTo>
                    <a:pt x="357730" y="454206"/>
                  </a:lnTo>
                  <a:lnTo>
                    <a:pt x="358168" y="452562"/>
                  </a:lnTo>
                  <a:lnTo>
                    <a:pt x="358826" y="450808"/>
                  </a:lnTo>
                  <a:lnTo>
                    <a:pt x="361896" y="446532"/>
                  </a:lnTo>
                  <a:lnTo>
                    <a:pt x="365185" y="442257"/>
                  </a:lnTo>
                  <a:lnTo>
                    <a:pt x="367597" y="437542"/>
                  </a:lnTo>
                  <a:lnTo>
                    <a:pt x="367926" y="432389"/>
                  </a:lnTo>
                  <a:lnTo>
                    <a:pt x="365294" y="418137"/>
                  </a:lnTo>
                  <a:lnTo>
                    <a:pt x="364308" y="403885"/>
                  </a:lnTo>
                  <a:lnTo>
                    <a:pt x="366720" y="390620"/>
                  </a:lnTo>
                  <a:lnTo>
                    <a:pt x="374942" y="379437"/>
                  </a:lnTo>
                  <a:lnTo>
                    <a:pt x="382178" y="377025"/>
                  </a:lnTo>
                  <a:lnTo>
                    <a:pt x="390510" y="376806"/>
                  </a:lnTo>
                  <a:lnTo>
                    <a:pt x="399061" y="377464"/>
                  </a:lnTo>
                  <a:lnTo>
                    <a:pt x="406516" y="378012"/>
                  </a:lnTo>
                  <a:lnTo>
                    <a:pt x="410025" y="378231"/>
                  </a:lnTo>
                  <a:lnTo>
                    <a:pt x="413204" y="378779"/>
                  </a:lnTo>
                  <a:lnTo>
                    <a:pt x="415945" y="380095"/>
                  </a:lnTo>
                  <a:lnTo>
                    <a:pt x="418576" y="382507"/>
                  </a:lnTo>
                  <a:lnTo>
                    <a:pt x="420330" y="385577"/>
                  </a:lnTo>
                  <a:lnTo>
                    <a:pt x="421646" y="388646"/>
                  </a:lnTo>
                  <a:lnTo>
                    <a:pt x="423400" y="391606"/>
                  </a:lnTo>
                  <a:lnTo>
                    <a:pt x="426360" y="394018"/>
                  </a:lnTo>
                  <a:lnTo>
                    <a:pt x="430416" y="396430"/>
                  </a:lnTo>
                  <a:lnTo>
                    <a:pt x="434473" y="398404"/>
                  </a:lnTo>
                  <a:lnTo>
                    <a:pt x="438748" y="399829"/>
                  </a:lnTo>
                  <a:lnTo>
                    <a:pt x="443353" y="400048"/>
                  </a:lnTo>
                  <a:lnTo>
                    <a:pt x="454097" y="398184"/>
                  </a:lnTo>
                  <a:lnTo>
                    <a:pt x="464402" y="395443"/>
                  </a:lnTo>
                  <a:lnTo>
                    <a:pt x="474598" y="392483"/>
                  </a:lnTo>
                  <a:lnTo>
                    <a:pt x="485013" y="389962"/>
                  </a:lnTo>
                  <a:lnTo>
                    <a:pt x="489618" y="387660"/>
                  </a:lnTo>
                  <a:lnTo>
                    <a:pt x="521301" y="389414"/>
                  </a:lnTo>
                  <a:lnTo>
                    <a:pt x="531168" y="387331"/>
                  </a:lnTo>
                  <a:lnTo>
                    <a:pt x="535444" y="387331"/>
                  </a:lnTo>
                  <a:lnTo>
                    <a:pt x="539939" y="389414"/>
                  </a:lnTo>
                  <a:lnTo>
                    <a:pt x="540377" y="390400"/>
                  </a:lnTo>
                  <a:lnTo>
                    <a:pt x="540597" y="393799"/>
                  </a:lnTo>
                  <a:lnTo>
                    <a:pt x="541474" y="395115"/>
                  </a:lnTo>
                  <a:lnTo>
                    <a:pt x="541802" y="394676"/>
                  </a:lnTo>
                  <a:lnTo>
                    <a:pt x="543337" y="394238"/>
                  </a:lnTo>
                  <a:lnTo>
                    <a:pt x="546188" y="393909"/>
                  </a:lnTo>
                  <a:lnTo>
                    <a:pt x="547394" y="394895"/>
                  </a:lnTo>
                  <a:lnTo>
                    <a:pt x="548271" y="397307"/>
                  </a:lnTo>
                  <a:lnTo>
                    <a:pt x="549477" y="402350"/>
                  </a:lnTo>
                  <a:lnTo>
                    <a:pt x="555945" y="400048"/>
                  </a:lnTo>
                  <a:lnTo>
                    <a:pt x="557480" y="398294"/>
                  </a:lnTo>
                  <a:lnTo>
                    <a:pt x="555068" y="395115"/>
                  </a:lnTo>
                  <a:lnTo>
                    <a:pt x="576008" y="395772"/>
                  </a:lnTo>
                  <a:lnTo>
                    <a:pt x="578639" y="396759"/>
                  </a:lnTo>
                  <a:lnTo>
                    <a:pt x="585436" y="404433"/>
                  </a:lnTo>
                  <a:lnTo>
                    <a:pt x="588287" y="406626"/>
                  </a:lnTo>
                  <a:lnTo>
                    <a:pt x="591356" y="408490"/>
                  </a:lnTo>
                  <a:lnTo>
                    <a:pt x="594097" y="409367"/>
                  </a:lnTo>
                  <a:lnTo>
                    <a:pt x="593987" y="408709"/>
                  </a:lnTo>
                  <a:lnTo>
                    <a:pt x="595413" y="405859"/>
                  </a:lnTo>
                  <a:lnTo>
                    <a:pt x="595413" y="405201"/>
                  </a:lnTo>
                  <a:lnTo>
                    <a:pt x="596290" y="405420"/>
                  </a:lnTo>
                  <a:lnTo>
                    <a:pt x="597934" y="406407"/>
                  </a:lnTo>
                  <a:lnTo>
                    <a:pt x="598811" y="406626"/>
                  </a:lnTo>
                  <a:lnTo>
                    <a:pt x="599469" y="407503"/>
                  </a:lnTo>
                  <a:lnTo>
                    <a:pt x="600127" y="409476"/>
                  </a:lnTo>
                  <a:lnTo>
                    <a:pt x="600675" y="412546"/>
                  </a:lnTo>
                  <a:lnTo>
                    <a:pt x="600456" y="414410"/>
                  </a:lnTo>
                  <a:lnTo>
                    <a:pt x="598702" y="416383"/>
                  </a:lnTo>
                  <a:lnTo>
                    <a:pt x="596728" y="418028"/>
                  </a:lnTo>
                  <a:lnTo>
                    <a:pt x="595413" y="420549"/>
                  </a:lnTo>
                  <a:lnTo>
                    <a:pt x="595742" y="423838"/>
                  </a:lnTo>
                  <a:lnTo>
                    <a:pt x="597386" y="426689"/>
                  </a:lnTo>
                  <a:lnTo>
                    <a:pt x="601552" y="431293"/>
                  </a:lnTo>
                  <a:lnTo>
                    <a:pt x="608240" y="424825"/>
                  </a:lnTo>
                  <a:lnTo>
                    <a:pt x="608897" y="424496"/>
                  </a:lnTo>
                  <a:lnTo>
                    <a:pt x="611200" y="425483"/>
                  </a:lnTo>
                  <a:lnTo>
                    <a:pt x="612735" y="428881"/>
                  </a:lnTo>
                  <a:lnTo>
                    <a:pt x="615366" y="424715"/>
                  </a:lnTo>
                  <a:lnTo>
                    <a:pt x="617887" y="420220"/>
                  </a:lnTo>
                  <a:lnTo>
                    <a:pt x="618984" y="415945"/>
                  </a:lnTo>
                  <a:lnTo>
                    <a:pt x="617120" y="412217"/>
                  </a:lnTo>
                  <a:lnTo>
                    <a:pt x="612406" y="408271"/>
                  </a:lnTo>
                  <a:lnTo>
                    <a:pt x="607363" y="404324"/>
                  </a:lnTo>
                  <a:lnTo>
                    <a:pt x="602210" y="400487"/>
                  </a:lnTo>
                  <a:lnTo>
                    <a:pt x="596947" y="396978"/>
                  </a:lnTo>
                  <a:lnTo>
                    <a:pt x="593110" y="393799"/>
                  </a:lnTo>
                  <a:lnTo>
                    <a:pt x="591137" y="390291"/>
                  </a:lnTo>
                  <a:lnTo>
                    <a:pt x="590479" y="386015"/>
                  </a:lnTo>
                  <a:lnTo>
                    <a:pt x="590479" y="380534"/>
                  </a:lnTo>
                  <a:lnTo>
                    <a:pt x="590369" y="375600"/>
                  </a:lnTo>
                  <a:lnTo>
                    <a:pt x="589383" y="371215"/>
                  </a:lnTo>
                  <a:lnTo>
                    <a:pt x="587958" y="366830"/>
                  </a:lnTo>
                  <a:lnTo>
                    <a:pt x="586094" y="362335"/>
                  </a:lnTo>
                  <a:lnTo>
                    <a:pt x="585217" y="357292"/>
                  </a:lnTo>
                  <a:lnTo>
                    <a:pt x="587081" y="354222"/>
                  </a:lnTo>
                  <a:lnTo>
                    <a:pt x="589493" y="351371"/>
                  </a:lnTo>
                  <a:lnTo>
                    <a:pt x="590479" y="346876"/>
                  </a:lnTo>
                  <a:lnTo>
                    <a:pt x="588506" y="343368"/>
                  </a:lnTo>
                  <a:lnTo>
                    <a:pt x="584888" y="340298"/>
                  </a:lnTo>
                  <a:lnTo>
                    <a:pt x="581818" y="336900"/>
                  </a:lnTo>
                  <a:lnTo>
                    <a:pt x="581928" y="333063"/>
                  </a:lnTo>
                  <a:lnTo>
                    <a:pt x="584340" y="330103"/>
                  </a:lnTo>
                  <a:lnTo>
                    <a:pt x="586861" y="326594"/>
                  </a:lnTo>
                  <a:lnTo>
                    <a:pt x="589383" y="323415"/>
                  </a:lnTo>
                  <a:lnTo>
                    <a:pt x="592452" y="321442"/>
                  </a:lnTo>
                  <a:lnTo>
                    <a:pt x="596728" y="321880"/>
                  </a:lnTo>
                  <a:lnTo>
                    <a:pt x="599688" y="325169"/>
                  </a:lnTo>
                  <a:lnTo>
                    <a:pt x="601442" y="329884"/>
                  </a:lnTo>
                  <a:lnTo>
                    <a:pt x="602320" y="334488"/>
                  </a:lnTo>
                  <a:lnTo>
                    <a:pt x="604183" y="332953"/>
                  </a:lnTo>
                  <a:lnTo>
                    <a:pt x="606485" y="330760"/>
                  </a:lnTo>
                  <a:lnTo>
                    <a:pt x="608349" y="328349"/>
                  </a:lnTo>
                  <a:lnTo>
                    <a:pt x="608788" y="326266"/>
                  </a:lnTo>
                  <a:lnTo>
                    <a:pt x="609007" y="324402"/>
                  </a:lnTo>
                  <a:lnTo>
                    <a:pt x="610651" y="322319"/>
                  </a:lnTo>
                  <a:lnTo>
                    <a:pt x="612735" y="320345"/>
                  </a:lnTo>
                  <a:lnTo>
                    <a:pt x="614379" y="318701"/>
                  </a:lnTo>
                  <a:lnTo>
                    <a:pt x="615914" y="317495"/>
                  </a:lnTo>
                  <a:lnTo>
                    <a:pt x="616353" y="315960"/>
                  </a:lnTo>
                  <a:lnTo>
                    <a:pt x="616681" y="314535"/>
                  </a:lnTo>
                  <a:lnTo>
                    <a:pt x="617777" y="313219"/>
                  </a:lnTo>
                  <a:lnTo>
                    <a:pt x="618984" y="312890"/>
                  </a:lnTo>
                  <a:lnTo>
                    <a:pt x="620080" y="313000"/>
                  </a:lnTo>
                  <a:lnTo>
                    <a:pt x="620957" y="312781"/>
                  </a:lnTo>
                  <a:lnTo>
                    <a:pt x="621944" y="311136"/>
                  </a:lnTo>
                  <a:lnTo>
                    <a:pt x="623479" y="308834"/>
                  </a:lnTo>
                  <a:lnTo>
                    <a:pt x="626000" y="306641"/>
                  </a:lnTo>
                  <a:lnTo>
                    <a:pt x="628741" y="304887"/>
                  </a:lnTo>
                  <a:lnTo>
                    <a:pt x="631043" y="303900"/>
                  </a:lnTo>
                  <a:lnTo>
                    <a:pt x="633455" y="302366"/>
                  </a:lnTo>
                  <a:lnTo>
                    <a:pt x="634113" y="299735"/>
                  </a:lnTo>
                  <a:lnTo>
                    <a:pt x="634113" y="296774"/>
                  </a:lnTo>
                  <a:lnTo>
                    <a:pt x="634222" y="293814"/>
                  </a:lnTo>
                  <a:lnTo>
                    <a:pt x="635538" y="291183"/>
                  </a:lnTo>
                  <a:lnTo>
                    <a:pt x="637621" y="288662"/>
                  </a:lnTo>
                  <a:lnTo>
                    <a:pt x="640252" y="286360"/>
                  </a:lnTo>
                  <a:lnTo>
                    <a:pt x="642554" y="284496"/>
                  </a:lnTo>
                  <a:lnTo>
                    <a:pt x="644528" y="282084"/>
                  </a:lnTo>
                  <a:lnTo>
                    <a:pt x="646611" y="279672"/>
                  </a:lnTo>
                  <a:lnTo>
                    <a:pt x="648694" y="277260"/>
                  </a:lnTo>
                  <a:lnTo>
                    <a:pt x="650667" y="274739"/>
                  </a:lnTo>
                  <a:lnTo>
                    <a:pt x="652750" y="271888"/>
                  </a:lnTo>
                  <a:lnTo>
                    <a:pt x="654833" y="269147"/>
                  </a:lnTo>
                  <a:lnTo>
                    <a:pt x="656916" y="266297"/>
                  </a:lnTo>
                  <a:lnTo>
                    <a:pt x="658999" y="263556"/>
                  </a:lnTo>
                  <a:lnTo>
                    <a:pt x="660534" y="261473"/>
                  </a:lnTo>
                  <a:lnTo>
                    <a:pt x="662069" y="259390"/>
                  </a:lnTo>
                  <a:lnTo>
                    <a:pt x="663604" y="257307"/>
                  </a:lnTo>
                  <a:lnTo>
                    <a:pt x="665139" y="255224"/>
                  </a:lnTo>
                  <a:lnTo>
                    <a:pt x="667660" y="252045"/>
                  </a:lnTo>
                  <a:lnTo>
                    <a:pt x="670182" y="248755"/>
                  </a:lnTo>
                  <a:lnTo>
                    <a:pt x="672703" y="245467"/>
                  </a:lnTo>
                  <a:lnTo>
                    <a:pt x="675115" y="242178"/>
                  </a:lnTo>
                  <a:lnTo>
                    <a:pt x="676869" y="240204"/>
                  </a:lnTo>
                  <a:lnTo>
                    <a:pt x="678404" y="238341"/>
                  </a:lnTo>
                  <a:lnTo>
                    <a:pt x="678952" y="236258"/>
                  </a:lnTo>
                  <a:lnTo>
                    <a:pt x="677856" y="233955"/>
                  </a:lnTo>
                  <a:lnTo>
                    <a:pt x="677637" y="233626"/>
                  </a:lnTo>
                  <a:lnTo>
                    <a:pt x="677417" y="233188"/>
                  </a:lnTo>
                  <a:lnTo>
                    <a:pt x="677198" y="232859"/>
                  </a:lnTo>
                  <a:lnTo>
                    <a:pt x="676869" y="232420"/>
                  </a:lnTo>
                  <a:lnTo>
                    <a:pt x="675773" y="230557"/>
                  </a:lnTo>
                  <a:lnTo>
                    <a:pt x="674567" y="228693"/>
                  </a:lnTo>
                  <a:lnTo>
                    <a:pt x="672265" y="224965"/>
                  </a:lnTo>
                  <a:lnTo>
                    <a:pt x="673581" y="224088"/>
                  </a:lnTo>
                  <a:lnTo>
                    <a:pt x="674896" y="223321"/>
                  </a:lnTo>
                  <a:lnTo>
                    <a:pt x="676212" y="222444"/>
                  </a:lnTo>
                  <a:lnTo>
                    <a:pt x="677527" y="221676"/>
                  </a:lnTo>
                  <a:lnTo>
                    <a:pt x="682570" y="218607"/>
                  </a:lnTo>
                  <a:lnTo>
                    <a:pt x="687723" y="215537"/>
                  </a:lnTo>
                  <a:lnTo>
                    <a:pt x="692766" y="212467"/>
                  </a:lnTo>
                  <a:lnTo>
                    <a:pt x="697919" y="209397"/>
                  </a:lnTo>
                  <a:lnTo>
                    <a:pt x="701427" y="207643"/>
                  </a:lnTo>
                  <a:lnTo>
                    <a:pt x="706032" y="204793"/>
                  </a:lnTo>
                  <a:lnTo>
                    <a:pt x="708444" y="201504"/>
                  </a:lnTo>
                  <a:lnTo>
                    <a:pt x="705264" y="198544"/>
                  </a:lnTo>
                  <a:lnTo>
                    <a:pt x="702852" y="195584"/>
                  </a:lnTo>
                  <a:lnTo>
                    <a:pt x="701208" y="192076"/>
                  </a:lnTo>
                  <a:lnTo>
                    <a:pt x="699892" y="188239"/>
                  </a:lnTo>
                  <a:lnTo>
                    <a:pt x="698577" y="184621"/>
                  </a:lnTo>
                  <a:lnTo>
                    <a:pt x="698357" y="183963"/>
                  </a:lnTo>
                  <a:lnTo>
                    <a:pt x="697809" y="182647"/>
                  </a:lnTo>
                  <a:lnTo>
                    <a:pt x="697590" y="181989"/>
                  </a:lnTo>
                  <a:lnTo>
                    <a:pt x="696932" y="180126"/>
                  </a:lnTo>
                  <a:lnTo>
                    <a:pt x="696274" y="178262"/>
                  </a:lnTo>
                  <a:lnTo>
                    <a:pt x="695616" y="176398"/>
                  </a:lnTo>
                  <a:lnTo>
                    <a:pt x="695068" y="174644"/>
                  </a:lnTo>
                  <a:lnTo>
                    <a:pt x="696055" y="171026"/>
                  </a:lnTo>
                  <a:lnTo>
                    <a:pt x="697042" y="167518"/>
                  </a:lnTo>
                  <a:lnTo>
                    <a:pt x="698028" y="163900"/>
                  </a:lnTo>
                  <a:lnTo>
                    <a:pt x="699125" y="160392"/>
                  </a:lnTo>
                  <a:lnTo>
                    <a:pt x="699673" y="158638"/>
                  </a:lnTo>
                  <a:lnTo>
                    <a:pt x="700221" y="156993"/>
                  </a:lnTo>
                  <a:lnTo>
                    <a:pt x="700769" y="155349"/>
                  </a:lnTo>
                  <a:lnTo>
                    <a:pt x="701318" y="153704"/>
                  </a:lnTo>
                  <a:lnTo>
                    <a:pt x="702194" y="151402"/>
                  </a:lnTo>
                  <a:lnTo>
                    <a:pt x="702962" y="148990"/>
                  </a:lnTo>
                  <a:lnTo>
                    <a:pt x="703839" y="146688"/>
                  </a:lnTo>
                  <a:lnTo>
                    <a:pt x="704716" y="144386"/>
                  </a:lnTo>
                  <a:lnTo>
                    <a:pt x="704826" y="142193"/>
                  </a:lnTo>
                  <a:lnTo>
                    <a:pt x="704058" y="139891"/>
                  </a:lnTo>
                  <a:lnTo>
                    <a:pt x="703401" y="137369"/>
                  </a:lnTo>
                  <a:lnTo>
                    <a:pt x="703620" y="134848"/>
                  </a:lnTo>
                  <a:lnTo>
                    <a:pt x="704497" y="131559"/>
                  </a:lnTo>
                  <a:lnTo>
                    <a:pt x="705483" y="128160"/>
                  </a:lnTo>
                  <a:lnTo>
                    <a:pt x="706361" y="124871"/>
                  </a:lnTo>
                  <a:lnTo>
                    <a:pt x="707347" y="121582"/>
                  </a:lnTo>
                  <a:lnTo>
                    <a:pt x="709211" y="114566"/>
                  </a:lnTo>
                  <a:lnTo>
                    <a:pt x="710198" y="111057"/>
                  </a:lnTo>
                  <a:lnTo>
                    <a:pt x="711184" y="107659"/>
                  </a:lnTo>
                  <a:lnTo>
                    <a:pt x="711842" y="105028"/>
                  </a:lnTo>
                  <a:lnTo>
                    <a:pt x="712281" y="102397"/>
                  </a:lnTo>
                  <a:lnTo>
                    <a:pt x="712719" y="99656"/>
                  </a:lnTo>
                  <a:lnTo>
                    <a:pt x="713048" y="97025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19" name="Freeform: Shape 22">
              <a:extLst>
                <a:ext uri="{FF2B5EF4-FFF2-40B4-BE49-F238E27FC236}">
                  <a16:creationId xmlns:a16="http://schemas.microsoft.com/office/drawing/2014/main" id="{4B9E794E-6260-A6FC-64C7-01F4ABB1B510}"/>
                </a:ext>
              </a:extLst>
            </p:cNvPr>
            <p:cNvSpPr/>
            <p:nvPr/>
          </p:nvSpPr>
          <p:spPr>
            <a:xfrm>
              <a:off x="9007941" y="4716852"/>
              <a:ext cx="394676" cy="394676"/>
            </a:xfrm>
            <a:custGeom>
              <a:avLst/>
              <a:gdLst>
                <a:gd name="connsiteX0" fmla="*/ 398952 w 394676"/>
                <a:gd name="connsiteY0" fmla="*/ 120486 h 394676"/>
                <a:gd name="connsiteX1" fmla="*/ 397746 w 394676"/>
                <a:gd name="connsiteY1" fmla="*/ 118403 h 394676"/>
                <a:gd name="connsiteX2" fmla="*/ 395882 w 394676"/>
                <a:gd name="connsiteY2" fmla="*/ 115662 h 394676"/>
                <a:gd name="connsiteX3" fmla="*/ 394896 w 394676"/>
                <a:gd name="connsiteY3" fmla="*/ 114127 h 394676"/>
                <a:gd name="connsiteX4" fmla="*/ 393909 w 394676"/>
                <a:gd name="connsiteY4" fmla="*/ 112593 h 394676"/>
                <a:gd name="connsiteX5" fmla="*/ 392922 w 394676"/>
                <a:gd name="connsiteY5" fmla="*/ 111167 h 394676"/>
                <a:gd name="connsiteX6" fmla="*/ 391935 w 394676"/>
                <a:gd name="connsiteY6" fmla="*/ 109632 h 394676"/>
                <a:gd name="connsiteX7" fmla="*/ 391278 w 394676"/>
                <a:gd name="connsiteY7" fmla="*/ 108426 h 394676"/>
                <a:gd name="connsiteX8" fmla="*/ 390401 w 394676"/>
                <a:gd name="connsiteY8" fmla="*/ 107111 h 394676"/>
                <a:gd name="connsiteX9" fmla="*/ 389523 w 394676"/>
                <a:gd name="connsiteY9" fmla="*/ 106015 h 394676"/>
                <a:gd name="connsiteX10" fmla="*/ 388537 w 394676"/>
                <a:gd name="connsiteY10" fmla="*/ 104918 h 394676"/>
                <a:gd name="connsiteX11" fmla="*/ 387550 w 394676"/>
                <a:gd name="connsiteY11" fmla="*/ 103931 h 394676"/>
                <a:gd name="connsiteX12" fmla="*/ 386563 w 394676"/>
                <a:gd name="connsiteY12" fmla="*/ 102835 h 394676"/>
                <a:gd name="connsiteX13" fmla="*/ 385687 w 394676"/>
                <a:gd name="connsiteY13" fmla="*/ 101848 h 394676"/>
                <a:gd name="connsiteX14" fmla="*/ 384700 w 394676"/>
                <a:gd name="connsiteY14" fmla="*/ 100862 h 394676"/>
                <a:gd name="connsiteX15" fmla="*/ 384152 w 394676"/>
                <a:gd name="connsiteY15" fmla="*/ 100313 h 394676"/>
                <a:gd name="connsiteX16" fmla="*/ 383603 w 394676"/>
                <a:gd name="connsiteY16" fmla="*/ 99765 h 394676"/>
                <a:gd name="connsiteX17" fmla="*/ 383165 w 394676"/>
                <a:gd name="connsiteY17" fmla="*/ 99327 h 394676"/>
                <a:gd name="connsiteX18" fmla="*/ 382617 w 394676"/>
                <a:gd name="connsiteY18" fmla="*/ 98779 h 394676"/>
                <a:gd name="connsiteX19" fmla="*/ 381192 w 394676"/>
                <a:gd name="connsiteY19" fmla="*/ 96915 h 394676"/>
                <a:gd name="connsiteX20" fmla="*/ 379547 w 394676"/>
                <a:gd name="connsiteY20" fmla="*/ 95599 h 394676"/>
                <a:gd name="connsiteX21" fmla="*/ 377574 w 394676"/>
                <a:gd name="connsiteY21" fmla="*/ 95270 h 394676"/>
                <a:gd name="connsiteX22" fmla="*/ 375490 w 394676"/>
                <a:gd name="connsiteY22" fmla="*/ 96148 h 394676"/>
                <a:gd name="connsiteX23" fmla="*/ 370119 w 394676"/>
                <a:gd name="connsiteY23" fmla="*/ 97682 h 394676"/>
                <a:gd name="connsiteX24" fmla="*/ 366062 w 394676"/>
                <a:gd name="connsiteY24" fmla="*/ 97573 h 394676"/>
                <a:gd name="connsiteX25" fmla="*/ 362664 w 394676"/>
                <a:gd name="connsiteY25" fmla="*/ 95380 h 394676"/>
                <a:gd name="connsiteX26" fmla="*/ 359375 w 394676"/>
                <a:gd name="connsiteY26" fmla="*/ 90447 h 394676"/>
                <a:gd name="connsiteX27" fmla="*/ 352468 w 394676"/>
                <a:gd name="connsiteY27" fmla="*/ 88144 h 394676"/>
                <a:gd name="connsiteX28" fmla="*/ 344794 w 394676"/>
                <a:gd name="connsiteY28" fmla="*/ 96477 h 394676"/>
                <a:gd name="connsiteX29" fmla="*/ 336571 w 394676"/>
                <a:gd name="connsiteY29" fmla="*/ 105247 h 394676"/>
                <a:gd name="connsiteX30" fmla="*/ 328020 w 394676"/>
                <a:gd name="connsiteY30" fmla="*/ 104260 h 394676"/>
                <a:gd name="connsiteX31" fmla="*/ 327581 w 394676"/>
                <a:gd name="connsiteY31" fmla="*/ 103712 h 394676"/>
                <a:gd name="connsiteX32" fmla="*/ 327252 w 394676"/>
                <a:gd name="connsiteY32" fmla="*/ 103054 h 394676"/>
                <a:gd name="connsiteX33" fmla="*/ 326923 w 394676"/>
                <a:gd name="connsiteY33" fmla="*/ 102396 h 394676"/>
                <a:gd name="connsiteX34" fmla="*/ 326595 w 394676"/>
                <a:gd name="connsiteY34" fmla="*/ 101629 h 394676"/>
                <a:gd name="connsiteX35" fmla="*/ 326704 w 394676"/>
                <a:gd name="connsiteY35" fmla="*/ 99765 h 394676"/>
                <a:gd name="connsiteX36" fmla="*/ 327033 w 394676"/>
                <a:gd name="connsiteY36" fmla="*/ 97902 h 394676"/>
                <a:gd name="connsiteX37" fmla="*/ 327472 w 394676"/>
                <a:gd name="connsiteY37" fmla="*/ 96038 h 394676"/>
                <a:gd name="connsiteX38" fmla="*/ 328020 w 394676"/>
                <a:gd name="connsiteY38" fmla="*/ 94174 h 394676"/>
                <a:gd name="connsiteX39" fmla="*/ 329116 w 394676"/>
                <a:gd name="connsiteY39" fmla="*/ 90227 h 394676"/>
                <a:gd name="connsiteX40" fmla="*/ 330542 w 394676"/>
                <a:gd name="connsiteY40" fmla="*/ 86390 h 394676"/>
                <a:gd name="connsiteX41" fmla="*/ 332186 w 394676"/>
                <a:gd name="connsiteY41" fmla="*/ 82553 h 394676"/>
                <a:gd name="connsiteX42" fmla="*/ 333830 w 394676"/>
                <a:gd name="connsiteY42" fmla="*/ 78826 h 394676"/>
                <a:gd name="connsiteX43" fmla="*/ 332953 w 394676"/>
                <a:gd name="connsiteY43" fmla="*/ 78826 h 394676"/>
                <a:gd name="connsiteX44" fmla="*/ 332076 w 394676"/>
                <a:gd name="connsiteY44" fmla="*/ 78606 h 394676"/>
                <a:gd name="connsiteX45" fmla="*/ 331199 w 394676"/>
                <a:gd name="connsiteY45" fmla="*/ 78387 h 394676"/>
                <a:gd name="connsiteX46" fmla="*/ 330322 w 394676"/>
                <a:gd name="connsiteY46" fmla="*/ 78387 h 394676"/>
                <a:gd name="connsiteX47" fmla="*/ 331090 w 394676"/>
                <a:gd name="connsiteY47" fmla="*/ 76195 h 394676"/>
                <a:gd name="connsiteX48" fmla="*/ 331747 w 394676"/>
                <a:gd name="connsiteY48" fmla="*/ 73892 h 394676"/>
                <a:gd name="connsiteX49" fmla="*/ 331966 w 394676"/>
                <a:gd name="connsiteY49" fmla="*/ 71590 h 394676"/>
                <a:gd name="connsiteX50" fmla="*/ 331747 w 394676"/>
                <a:gd name="connsiteY50" fmla="*/ 69288 h 394676"/>
                <a:gd name="connsiteX51" fmla="*/ 331309 w 394676"/>
                <a:gd name="connsiteY51" fmla="*/ 66437 h 394676"/>
                <a:gd name="connsiteX52" fmla="*/ 330213 w 394676"/>
                <a:gd name="connsiteY52" fmla="*/ 64025 h 394676"/>
                <a:gd name="connsiteX53" fmla="*/ 328678 w 394676"/>
                <a:gd name="connsiteY53" fmla="*/ 61723 h 394676"/>
                <a:gd name="connsiteX54" fmla="*/ 326923 w 394676"/>
                <a:gd name="connsiteY54" fmla="*/ 59640 h 394676"/>
                <a:gd name="connsiteX55" fmla="*/ 325937 w 394676"/>
                <a:gd name="connsiteY55" fmla="*/ 58873 h 394676"/>
                <a:gd name="connsiteX56" fmla="*/ 325060 w 394676"/>
                <a:gd name="connsiteY56" fmla="*/ 58215 h 394676"/>
                <a:gd name="connsiteX57" fmla="*/ 323964 w 394676"/>
                <a:gd name="connsiteY57" fmla="*/ 57667 h 394676"/>
                <a:gd name="connsiteX58" fmla="*/ 322977 w 394676"/>
                <a:gd name="connsiteY58" fmla="*/ 57118 h 394676"/>
                <a:gd name="connsiteX59" fmla="*/ 319797 w 394676"/>
                <a:gd name="connsiteY59" fmla="*/ 56241 h 394676"/>
                <a:gd name="connsiteX60" fmla="*/ 316509 w 394676"/>
                <a:gd name="connsiteY60" fmla="*/ 55693 h 394676"/>
                <a:gd name="connsiteX61" fmla="*/ 313219 w 394676"/>
                <a:gd name="connsiteY61" fmla="*/ 55913 h 394676"/>
                <a:gd name="connsiteX62" fmla="*/ 310040 w 394676"/>
                <a:gd name="connsiteY62" fmla="*/ 57118 h 394676"/>
                <a:gd name="connsiteX63" fmla="*/ 306093 w 394676"/>
                <a:gd name="connsiteY63" fmla="*/ 59640 h 394676"/>
                <a:gd name="connsiteX64" fmla="*/ 301708 w 394676"/>
                <a:gd name="connsiteY64" fmla="*/ 62052 h 394676"/>
                <a:gd name="connsiteX65" fmla="*/ 297323 w 394676"/>
                <a:gd name="connsiteY65" fmla="*/ 64245 h 394676"/>
                <a:gd name="connsiteX66" fmla="*/ 292937 w 394676"/>
                <a:gd name="connsiteY66" fmla="*/ 65889 h 394676"/>
                <a:gd name="connsiteX67" fmla="*/ 289539 w 394676"/>
                <a:gd name="connsiteY67" fmla="*/ 65999 h 394676"/>
                <a:gd name="connsiteX68" fmla="*/ 286360 w 394676"/>
                <a:gd name="connsiteY68" fmla="*/ 66328 h 394676"/>
                <a:gd name="connsiteX69" fmla="*/ 283180 w 394676"/>
                <a:gd name="connsiteY69" fmla="*/ 67095 h 394676"/>
                <a:gd name="connsiteX70" fmla="*/ 280111 w 394676"/>
                <a:gd name="connsiteY70" fmla="*/ 68849 h 394676"/>
                <a:gd name="connsiteX71" fmla="*/ 278466 w 394676"/>
                <a:gd name="connsiteY71" fmla="*/ 72357 h 394676"/>
                <a:gd name="connsiteX72" fmla="*/ 278247 w 394676"/>
                <a:gd name="connsiteY72" fmla="*/ 76304 h 394676"/>
                <a:gd name="connsiteX73" fmla="*/ 278247 w 394676"/>
                <a:gd name="connsiteY73" fmla="*/ 80470 h 394676"/>
                <a:gd name="connsiteX74" fmla="*/ 277260 w 394676"/>
                <a:gd name="connsiteY74" fmla="*/ 84307 h 394676"/>
                <a:gd name="connsiteX75" fmla="*/ 276054 w 394676"/>
                <a:gd name="connsiteY75" fmla="*/ 86061 h 394676"/>
                <a:gd name="connsiteX76" fmla="*/ 274300 w 394676"/>
                <a:gd name="connsiteY76" fmla="*/ 86719 h 394676"/>
                <a:gd name="connsiteX77" fmla="*/ 272327 w 394676"/>
                <a:gd name="connsiteY77" fmla="*/ 86829 h 394676"/>
                <a:gd name="connsiteX78" fmla="*/ 270353 w 394676"/>
                <a:gd name="connsiteY78" fmla="*/ 86390 h 394676"/>
                <a:gd name="connsiteX79" fmla="*/ 266516 w 394676"/>
                <a:gd name="connsiteY79" fmla="*/ 89350 h 394676"/>
                <a:gd name="connsiteX80" fmla="*/ 265420 w 394676"/>
                <a:gd name="connsiteY80" fmla="*/ 96038 h 394676"/>
                <a:gd name="connsiteX81" fmla="*/ 263446 w 394676"/>
                <a:gd name="connsiteY81" fmla="*/ 101520 h 394676"/>
                <a:gd name="connsiteX82" fmla="*/ 256649 w 394676"/>
                <a:gd name="connsiteY82" fmla="*/ 100862 h 394676"/>
                <a:gd name="connsiteX83" fmla="*/ 251716 w 394676"/>
                <a:gd name="connsiteY83" fmla="*/ 104808 h 394676"/>
                <a:gd name="connsiteX84" fmla="*/ 247330 w 394676"/>
                <a:gd name="connsiteY84" fmla="*/ 111825 h 394676"/>
                <a:gd name="connsiteX85" fmla="*/ 243822 w 394676"/>
                <a:gd name="connsiteY85" fmla="*/ 115224 h 394676"/>
                <a:gd name="connsiteX86" fmla="*/ 241739 w 394676"/>
                <a:gd name="connsiteY86" fmla="*/ 108426 h 394676"/>
                <a:gd name="connsiteX87" fmla="*/ 241739 w 394676"/>
                <a:gd name="connsiteY87" fmla="*/ 106234 h 394676"/>
                <a:gd name="connsiteX88" fmla="*/ 241739 w 394676"/>
                <a:gd name="connsiteY88" fmla="*/ 103931 h 394676"/>
                <a:gd name="connsiteX89" fmla="*/ 241301 w 394676"/>
                <a:gd name="connsiteY89" fmla="*/ 101739 h 394676"/>
                <a:gd name="connsiteX90" fmla="*/ 240095 w 394676"/>
                <a:gd name="connsiteY90" fmla="*/ 100204 h 394676"/>
                <a:gd name="connsiteX91" fmla="*/ 238450 w 394676"/>
                <a:gd name="connsiteY91" fmla="*/ 99327 h 394676"/>
                <a:gd name="connsiteX92" fmla="*/ 237135 w 394676"/>
                <a:gd name="connsiteY92" fmla="*/ 98340 h 394676"/>
                <a:gd name="connsiteX93" fmla="*/ 236258 w 394676"/>
                <a:gd name="connsiteY93" fmla="*/ 97134 h 394676"/>
                <a:gd name="connsiteX94" fmla="*/ 235929 w 394676"/>
                <a:gd name="connsiteY94" fmla="*/ 95270 h 394676"/>
                <a:gd name="connsiteX95" fmla="*/ 236367 w 394676"/>
                <a:gd name="connsiteY95" fmla="*/ 89789 h 394676"/>
                <a:gd name="connsiteX96" fmla="*/ 234942 w 394676"/>
                <a:gd name="connsiteY96" fmla="*/ 85842 h 394676"/>
                <a:gd name="connsiteX97" fmla="*/ 231872 w 394676"/>
                <a:gd name="connsiteY97" fmla="*/ 83211 h 394676"/>
                <a:gd name="connsiteX98" fmla="*/ 227268 w 394676"/>
                <a:gd name="connsiteY98" fmla="*/ 81566 h 394676"/>
                <a:gd name="connsiteX99" fmla="*/ 222334 w 394676"/>
                <a:gd name="connsiteY99" fmla="*/ 80141 h 394676"/>
                <a:gd name="connsiteX100" fmla="*/ 219045 w 394676"/>
                <a:gd name="connsiteY100" fmla="*/ 77949 h 394676"/>
                <a:gd name="connsiteX101" fmla="*/ 217730 w 394676"/>
                <a:gd name="connsiteY101" fmla="*/ 74221 h 394676"/>
                <a:gd name="connsiteX102" fmla="*/ 218936 w 394676"/>
                <a:gd name="connsiteY102" fmla="*/ 68301 h 394676"/>
                <a:gd name="connsiteX103" fmla="*/ 220251 w 394676"/>
                <a:gd name="connsiteY103" fmla="*/ 64135 h 394676"/>
                <a:gd name="connsiteX104" fmla="*/ 221786 w 394676"/>
                <a:gd name="connsiteY104" fmla="*/ 60298 h 394676"/>
                <a:gd name="connsiteX105" fmla="*/ 223211 w 394676"/>
                <a:gd name="connsiteY105" fmla="*/ 56351 h 394676"/>
                <a:gd name="connsiteX106" fmla="*/ 224198 w 394676"/>
                <a:gd name="connsiteY106" fmla="*/ 51746 h 394676"/>
                <a:gd name="connsiteX107" fmla="*/ 224088 w 394676"/>
                <a:gd name="connsiteY107" fmla="*/ 51527 h 394676"/>
                <a:gd name="connsiteX108" fmla="*/ 223869 w 394676"/>
                <a:gd name="connsiteY108" fmla="*/ 51198 h 394676"/>
                <a:gd name="connsiteX109" fmla="*/ 223759 w 394676"/>
                <a:gd name="connsiteY109" fmla="*/ 50979 h 394676"/>
                <a:gd name="connsiteX110" fmla="*/ 223540 w 394676"/>
                <a:gd name="connsiteY110" fmla="*/ 50760 h 394676"/>
                <a:gd name="connsiteX111" fmla="*/ 220032 w 394676"/>
                <a:gd name="connsiteY111" fmla="*/ 45388 h 394676"/>
                <a:gd name="connsiteX112" fmla="*/ 218388 w 394676"/>
                <a:gd name="connsiteY112" fmla="*/ 42757 h 394676"/>
                <a:gd name="connsiteX113" fmla="*/ 216633 w 394676"/>
                <a:gd name="connsiteY113" fmla="*/ 40125 h 394676"/>
                <a:gd name="connsiteX114" fmla="*/ 215318 w 394676"/>
                <a:gd name="connsiteY114" fmla="*/ 38042 h 394676"/>
                <a:gd name="connsiteX115" fmla="*/ 214112 w 394676"/>
                <a:gd name="connsiteY115" fmla="*/ 35959 h 394676"/>
                <a:gd name="connsiteX116" fmla="*/ 212906 w 394676"/>
                <a:gd name="connsiteY116" fmla="*/ 33767 h 394676"/>
                <a:gd name="connsiteX117" fmla="*/ 211810 w 394676"/>
                <a:gd name="connsiteY117" fmla="*/ 31574 h 394676"/>
                <a:gd name="connsiteX118" fmla="*/ 209179 w 394676"/>
                <a:gd name="connsiteY118" fmla="*/ 30149 h 394676"/>
                <a:gd name="connsiteX119" fmla="*/ 204684 w 394676"/>
                <a:gd name="connsiteY119" fmla="*/ 29710 h 394676"/>
                <a:gd name="connsiteX120" fmla="*/ 199969 w 394676"/>
                <a:gd name="connsiteY120" fmla="*/ 30149 h 394676"/>
                <a:gd name="connsiteX121" fmla="*/ 196680 w 394676"/>
                <a:gd name="connsiteY121" fmla="*/ 31245 h 394676"/>
                <a:gd name="connsiteX122" fmla="*/ 195474 w 394676"/>
                <a:gd name="connsiteY122" fmla="*/ 33438 h 394676"/>
                <a:gd name="connsiteX123" fmla="*/ 194817 w 394676"/>
                <a:gd name="connsiteY123" fmla="*/ 36179 h 394676"/>
                <a:gd name="connsiteX124" fmla="*/ 193611 w 394676"/>
                <a:gd name="connsiteY124" fmla="*/ 37604 h 394676"/>
                <a:gd name="connsiteX125" fmla="*/ 190322 w 394676"/>
                <a:gd name="connsiteY125" fmla="*/ 36069 h 394676"/>
                <a:gd name="connsiteX126" fmla="*/ 184730 w 394676"/>
                <a:gd name="connsiteY126" fmla="*/ 31355 h 394676"/>
                <a:gd name="connsiteX127" fmla="*/ 178810 w 394676"/>
                <a:gd name="connsiteY127" fmla="*/ 26093 h 394676"/>
                <a:gd name="connsiteX128" fmla="*/ 173219 w 394676"/>
                <a:gd name="connsiteY128" fmla="*/ 20611 h 394676"/>
                <a:gd name="connsiteX129" fmla="*/ 168614 w 394676"/>
                <a:gd name="connsiteY129" fmla="*/ 14800 h 394676"/>
                <a:gd name="connsiteX130" fmla="*/ 167628 w 394676"/>
                <a:gd name="connsiteY130" fmla="*/ 13046 h 394676"/>
                <a:gd name="connsiteX131" fmla="*/ 166860 w 394676"/>
                <a:gd name="connsiteY131" fmla="*/ 11402 h 394676"/>
                <a:gd name="connsiteX132" fmla="*/ 166422 w 394676"/>
                <a:gd name="connsiteY132" fmla="*/ 9648 h 394676"/>
                <a:gd name="connsiteX133" fmla="*/ 165874 w 394676"/>
                <a:gd name="connsiteY133" fmla="*/ 7784 h 394676"/>
                <a:gd name="connsiteX134" fmla="*/ 163900 w 394676"/>
                <a:gd name="connsiteY134" fmla="*/ 5591 h 394676"/>
                <a:gd name="connsiteX135" fmla="*/ 160392 w 394676"/>
                <a:gd name="connsiteY135" fmla="*/ 3399 h 394676"/>
                <a:gd name="connsiteX136" fmla="*/ 156555 w 394676"/>
                <a:gd name="connsiteY136" fmla="*/ 1535 h 394676"/>
                <a:gd name="connsiteX137" fmla="*/ 153595 w 394676"/>
                <a:gd name="connsiteY137" fmla="*/ 0 h 394676"/>
                <a:gd name="connsiteX138" fmla="*/ 148991 w 394676"/>
                <a:gd name="connsiteY138" fmla="*/ 2960 h 394676"/>
                <a:gd name="connsiteX139" fmla="*/ 144386 w 394676"/>
                <a:gd name="connsiteY139" fmla="*/ 5920 h 394676"/>
                <a:gd name="connsiteX140" fmla="*/ 139781 w 394676"/>
                <a:gd name="connsiteY140" fmla="*/ 8880 h 394676"/>
                <a:gd name="connsiteX141" fmla="*/ 135177 w 394676"/>
                <a:gd name="connsiteY141" fmla="*/ 11840 h 394676"/>
                <a:gd name="connsiteX142" fmla="*/ 137808 w 394676"/>
                <a:gd name="connsiteY142" fmla="*/ 15020 h 394676"/>
                <a:gd name="connsiteX143" fmla="*/ 140220 w 394676"/>
                <a:gd name="connsiteY143" fmla="*/ 18089 h 394676"/>
                <a:gd name="connsiteX144" fmla="*/ 142632 w 394676"/>
                <a:gd name="connsiteY144" fmla="*/ 21378 h 394676"/>
                <a:gd name="connsiteX145" fmla="*/ 144934 w 394676"/>
                <a:gd name="connsiteY145" fmla="*/ 24777 h 394676"/>
                <a:gd name="connsiteX146" fmla="*/ 139452 w 394676"/>
                <a:gd name="connsiteY146" fmla="*/ 24996 h 394676"/>
                <a:gd name="connsiteX147" fmla="*/ 135725 w 394676"/>
                <a:gd name="connsiteY147" fmla="*/ 26202 h 394676"/>
                <a:gd name="connsiteX148" fmla="*/ 132546 w 394676"/>
                <a:gd name="connsiteY148" fmla="*/ 28833 h 394676"/>
                <a:gd name="connsiteX149" fmla="*/ 128928 w 394676"/>
                <a:gd name="connsiteY149" fmla="*/ 33109 h 394676"/>
                <a:gd name="connsiteX150" fmla="*/ 126735 w 394676"/>
                <a:gd name="connsiteY150" fmla="*/ 35959 h 394676"/>
                <a:gd name="connsiteX151" fmla="*/ 124542 w 394676"/>
                <a:gd name="connsiteY151" fmla="*/ 38700 h 394676"/>
                <a:gd name="connsiteX152" fmla="*/ 122350 w 394676"/>
                <a:gd name="connsiteY152" fmla="*/ 41441 h 394676"/>
                <a:gd name="connsiteX153" fmla="*/ 120157 w 394676"/>
                <a:gd name="connsiteY153" fmla="*/ 44292 h 394676"/>
                <a:gd name="connsiteX154" fmla="*/ 117307 w 394676"/>
                <a:gd name="connsiteY154" fmla="*/ 49006 h 394676"/>
                <a:gd name="connsiteX155" fmla="*/ 114456 w 394676"/>
                <a:gd name="connsiteY155" fmla="*/ 53829 h 394676"/>
                <a:gd name="connsiteX156" fmla="*/ 111277 w 394676"/>
                <a:gd name="connsiteY156" fmla="*/ 58434 h 394676"/>
                <a:gd name="connsiteX157" fmla="*/ 107769 w 394676"/>
                <a:gd name="connsiteY157" fmla="*/ 62600 h 394676"/>
                <a:gd name="connsiteX158" fmla="*/ 107330 w 394676"/>
                <a:gd name="connsiteY158" fmla="*/ 63039 h 394676"/>
                <a:gd name="connsiteX159" fmla="*/ 107001 w 394676"/>
                <a:gd name="connsiteY159" fmla="*/ 63477 h 394676"/>
                <a:gd name="connsiteX160" fmla="*/ 106563 w 394676"/>
                <a:gd name="connsiteY160" fmla="*/ 64025 h 394676"/>
                <a:gd name="connsiteX161" fmla="*/ 106234 w 394676"/>
                <a:gd name="connsiteY161" fmla="*/ 64464 h 394676"/>
                <a:gd name="connsiteX162" fmla="*/ 104151 w 394676"/>
                <a:gd name="connsiteY162" fmla="*/ 67643 h 394676"/>
                <a:gd name="connsiteX163" fmla="*/ 102397 w 394676"/>
                <a:gd name="connsiteY163" fmla="*/ 70932 h 394676"/>
                <a:gd name="connsiteX164" fmla="*/ 100643 w 394676"/>
                <a:gd name="connsiteY164" fmla="*/ 74221 h 394676"/>
                <a:gd name="connsiteX165" fmla="*/ 98669 w 394676"/>
                <a:gd name="connsiteY165" fmla="*/ 77401 h 394676"/>
                <a:gd name="connsiteX166" fmla="*/ 98340 w 394676"/>
                <a:gd name="connsiteY166" fmla="*/ 80032 h 394676"/>
                <a:gd name="connsiteX167" fmla="*/ 97902 w 394676"/>
                <a:gd name="connsiteY167" fmla="*/ 82773 h 394676"/>
                <a:gd name="connsiteX168" fmla="*/ 97463 w 394676"/>
                <a:gd name="connsiteY168" fmla="*/ 85404 h 394676"/>
                <a:gd name="connsiteX169" fmla="*/ 96805 w 394676"/>
                <a:gd name="connsiteY169" fmla="*/ 88035 h 394676"/>
                <a:gd name="connsiteX170" fmla="*/ 95819 w 394676"/>
                <a:gd name="connsiteY170" fmla="*/ 91433 h 394676"/>
                <a:gd name="connsiteX171" fmla="*/ 94832 w 394676"/>
                <a:gd name="connsiteY171" fmla="*/ 94942 h 394676"/>
                <a:gd name="connsiteX172" fmla="*/ 92968 w 394676"/>
                <a:gd name="connsiteY172" fmla="*/ 101958 h 394676"/>
                <a:gd name="connsiteX173" fmla="*/ 91982 w 394676"/>
                <a:gd name="connsiteY173" fmla="*/ 105247 h 394676"/>
                <a:gd name="connsiteX174" fmla="*/ 91104 w 394676"/>
                <a:gd name="connsiteY174" fmla="*/ 108536 h 394676"/>
                <a:gd name="connsiteX175" fmla="*/ 90118 w 394676"/>
                <a:gd name="connsiteY175" fmla="*/ 111934 h 394676"/>
                <a:gd name="connsiteX176" fmla="*/ 89241 w 394676"/>
                <a:gd name="connsiteY176" fmla="*/ 115224 h 394676"/>
                <a:gd name="connsiteX177" fmla="*/ 89022 w 394676"/>
                <a:gd name="connsiteY177" fmla="*/ 117745 h 394676"/>
                <a:gd name="connsiteX178" fmla="*/ 89679 w 394676"/>
                <a:gd name="connsiteY178" fmla="*/ 120267 h 394676"/>
                <a:gd name="connsiteX179" fmla="*/ 90447 w 394676"/>
                <a:gd name="connsiteY179" fmla="*/ 122569 h 394676"/>
                <a:gd name="connsiteX180" fmla="*/ 90337 w 394676"/>
                <a:gd name="connsiteY180" fmla="*/ 124762 h 394676"/>
                <a:gd name="connsiteX181" fmla="*/ 89460 w 394676"/>
                <a:gd name="connsiteY181" fmla="*/ 127064 h 394676"/>
                <a:gd name="connsiteX182" fmla="*/ 88583 w 394676"/>
                <a:gd name="connsiteY182" fmla="*/ 129366 h 394676"/>
                <a:gd name="connsiteX183" fmla="*/ 87816 w 394676"/>
                <a:gd name="connsiteY183" fmla="*/ 131778 h 394676"/>
                <a:gd name="connsiteX184" fmla="*/ 86939 w 394676"/>
                <a:gd name="connsiteY184" fmla="*/ 134080 h 394676"/>
                <a:gd name="connsiteX185" fmla="*/ 86390 w 394676"/>
                <a:gd name="connsiteY185" fmla="*/ 135725 h 394676"/>
                <a:gd name="connsiteX186" fmla="*/ 85842 w 394676"/>
                <a:gd name="connsiteY186" fmla="*/ 137369 h 394676"/>
                <a:gd name="connsiteX187" fmla="*/ 85294 w 394676"/>
                <a:gd name="connsiteY187" fmla="*/ 139014 h 394676"/>
                <a:gd name="connsiteX188" fmla="*/ 84746 w 394676"/>
                <a:gd name="connsiteY188" fmla="*/ 140768 h 394676"/>
                <a:gd name="connsiteX189" fmla="*/ 83649 w 394676"/>
                <a:gd name="connsiteY189" fmla="*/ 144276 h 394676"/>
                <a:gd name="connsiteX190" fmla="*/ 82663 w 394676"/>
                <a:gd name="connsiteY190" fmla="*/ 147894 h 394676"/>
                <a:gd name="connsiteX191" fmla="*/ 81676 w 394676"/>
                <a:gd name="connsiteY191" fmla="*/ 151402 h 394676"/>
                <a:gd name="connsiteX192" fmla="*/ 80690 w 394676"/>
                <a:gd name="connsiteY192" fmla="*/ 155020 h 394676"/>
                <a:gd name="connsiteX193" fmla="*/ 81238 w 394676"/>
                <a:gd name="connsiteY193" fmla="*/ 156774 h 394676"/>
                <a:gd name="connsiteX194" fmla="*/ 81895 w 394676"/>
                <a:gd name="connsiteY194" fmla="*/ 158638 h 394676"/>
                <a:gd name="connsiteX195" fmla="*/ 82553 w 394676"/>
                <a:gd name="connsiteY195" fmla="*/ 160502 h 394676"/>
                <a:gd name="connsiteX196" fmla="*/ 83211 w 394676"/>
                <a:gd name="connsiteY196" fmla="*/ 162365 h 394676"/>
                <a:gd name="connsiteX197" fmla="*/ 83430 w 394676"/>
                <a:gd name="connsiteY197" fmla="*/ 163023 h 394676"/>
                <a:gd name="connsiteX198" fmla="*/ 83978 w 394676"/>
                <a:gd name="connsiteY198" fmla="*/ 164339 h 394676"/>
                <a:gd name="connsiteX199" fmla="*/ 84198 w 394676"/>
                <a:gd name="connsiteY199" fmla="*/ 164997 h 394676"/>
                <a:gd name="connsiteX200" fmla="*/ 85513 w 394676"/>
                <a:gd name="connsiteY200" fmla="*/ 168614 h 394676"/>
                <a:gd name="connsiteX201" fmla="*/ 86829 w 394676"/>
                <a:gd name="connsiteY201" fmla="*/ 172452 h 394676"/>
                <a:gd name="connsiteX202" fmla="*/ 88473 w 394676"/>
                <a:gd name="connsiteY202" fmla="*/ 175960 h 394676"/>
                <a:gd name="connsiteX203" fmla="*/ 90885 w 394676"/>
                <a:gd name="connsiteY203" fmla="*/ 178920 h 394676"/>
                <a:gd name="connsiteX204" fmla="*/ 94065 w 394676"/>
                <a:gd name="connsiteY204" fmla="*/ 181880 h 394676"/>
                <a:gd name="connsiteX205" fmla="*/ 91653 w 394676"/>
                <a:gd name="connsiteY205" fmla="*/ 185169 h 394676"/>
                <a:gd name="connsiteX206" fmla="*/ 87048 w 394676"/>
                <a:gd name="connsiteY206" fmla="*/ 188019 h 394676"/>
                <a:gd name="connsiteX207" fmla="*/ 83540 w 394676"/>
                <a:gd name="connsiteY207" fmla="*/ 189773 h 394676"/>
                <a:gd name="connsiteX208" fmla="*/ 78387 w 394676"/>
                <a:gd name="connsiteY208" fmla="*/ 192843 h 394676"/>
                <a:gd name="connsiteX209" fmla="*/ 73344 w 394676"/>
                <a:gd name="connsiteY209" fmla="*/ 195913 h 394676"/>
                <a:gd name="connsiteX210" fmla="*/ 68191 w 394676"/>
                <a:gd name="connsiteY210" fmla="*/ 198982 h 394676"/>
                <a:gd name="connsiteX211" fmla="*/ 63148 w 394676"/>
                <a:gd name="connsiteY211" fmla="*/ 202052 h 394676"/>
                <a:gd name="connsiteX212" fmla="*/ 61833 w 394676"/>
                <a:gd name="connsiteY212" fmla="*/ 202820 h 394676"/>
                <a:gd name="connsiteX213" fmla="*/ 60517 w 394676"/>
                <a:gd name="connsiteY213" fmla="*/ 203697 h 394676"/>
                <a:gd name="connsiteX214" fmla="*/ 59202 w 394676"/>
                <a:gd name="connsiteY214" fmla="*/ 204464 h 394676"/>
                <a:gd name="connsiteX215" fmla="*/ 57886 w 394676"/>
                <a:gd name="connsiteY215" fmla="*/ 205341 h 394676"/>
                <a:gd name="connsiteX216" fmla="*/ 60188 w 394676"/>
                <a:gd name="connsiteY216" fmla="*/ 209069 h 394676"/>
                <a:gd name="connsiteX217" fmla="*/ 61394 w 394676"/>
                <a:gd name="connsiteY217" fmla="*/ 210933 h 394676"/>
                <a:gd name="connsiteX218" fmla="*/ 62491 w 394676"/>
                <a:gd name="connsiteY218" fmla="*/ 212796 h 394676"/>
                <a:gd name="connsiteX219" fmla="*/ 62819 w 394676"/>
                <a:gd name="connsiteY219" fmla="*/ 213235 h 394676"/>
                <a:gd name="connsiteX220" fmla="*/ 63039 w 394676"/>
                <a:gd name="connsiteY220" fmla="*/ 213564 h 394676"/>
                <a:gd name="connsiteX221" fmla="*/ 63258 w 394676"/>
                <a:gd name="connsiteY221" fmla="*/ 214002 h 394676"/>
                <a:gd name="connsiteX222" fmla="*/ 63477 w 394676"/>
                <a:gd name="connsiteY222" fmla="*/ 214331 h 394676"/>
                <a:gd name="connsiteX223" fmla="*/ 64574 w 394676"/>
                <a:gd name="connsiteY223" fmla="*/ 216633 h 394676"/>
                <a:gd name="connsiteX224" fmla="*/ 64026 w 394676"/>
                <a:gd name="connsiteY224" fmla="*/ 218716 h 394676"/>
                <a:gd name="connsiteX225" fmla="*/ 62491 w 394676"/>
                <a:gd name="connsiteY225" fmla="*/ 220580 h 394676"/>
                <a:gd name="connsiteX226" fmla="*/ 60736 w 394676"/>
                <a:gd name="connsiteY226" fmla="*/ 222554 h 394676"/>
                <a:gd name="connsiteX227" fmla="*/ 58324 w 394676"/>
                <a:gd name="connsiteY227" fmla="*/ 225842 h 394676"/>
                <a:gd name="connsiteX228" fmla="*/ 55803 w 394676"/>
                <a:gd name="connsiteY228" fmla="*/ 229131 h 394676"/>
                <a:gd name="connsiteX229" fmla="*/ 53281 w 394676"/>
                <a:gd name="connsiteY229" fmla="*/ 232420 h 394676"/>
                <a:gd name="connsiteX230" fmla="*/ 50760 w 394676"/>
                <a:gd name="connsiteY230" fmla="*/ 235600 h 394676"/>
                <a:gd name="connsiteX231" fmla="*/ 49225 w 394676"/>
                <a:gd name="connsiteY231" fmla="*/ 237683 h 394676"/>
                <a:gd name="connsiteX232" fmla="*/ 47690 w 394676"/>
                <a:gd name="connsiteY232" fmla="*/ 239766 h 394676"/>
                <a:gd name="connsiteX233" fmla="*/ 46155 w 394676"/>
                <a:gd name="connsiteY233" fmla="*/ 241849 h 394676"/>
                <a:gd name="connsiteX234" fmla="*/ 44620 w 394676"/>
                <a:gd name="connsiteY234" fmla="*/ 243932 h 394676"/>
                <a:gd name="connsiteX235" fmla="*/ 42537 w 394676"/>
                <a:gd name="connsiteY235" fmla="*/ 246673 h 394676"/>
                <a:gd name="connsiteX236" fmla="*/ 40454 w 394676"/>
                <a:gd name="connsiteY236" fmla="*/ 249523 h 394676"/>
                <a:gd name="connsiteX237" fmla="*/ 38371 w 394676"/>
                <a:gd name="connsiteY237" fmla="*/ 252264 h 394676"/>
                <a:gd name="connsiteX238" fmla="*/ 36288 w 394676"/>
                <a:gd name="connsiteY238" fmla="*/ 255114 h 394676"/>
                <a:gd name="connsiteX239" fmla="*/ 34315 w 394676"/>
                <a:gd name="connsiteY239" fmla="*/ 257636 h 394676"/>
                <a:gd name="connsiteX240" fmla="*/ 32232 w 394676"/>
                <a:gd name="connsiteY240" fmla="*/ 260048 h 394676"/>
                <a:gd name="connsiteX241" fmla="*/ 30149 w 394676"/>
                <a:gd name="connsiteY241" fmla="*/ 262460 h 394676"/>
                <a:gd name="connsiteX242" fmla="*/ 28176 w 394676"/>
                <a:gd name="connsiteY242" fmla="*/ 264872 h 394676"/>
                <a:gd name="connsiteX243" fmla="*/ 25873 w 394676"/>
                <a:gd name="connsiteY243" fmla="*/ 266735 h 394676"/>
                <a:gd name="connsiteX244" fmla="*/ 23242 w 394676"/>
                <a:gd name="connsiteY244" fmla="*/ 269038 h 394676"/>
                <a:gd name="connsiteX245" fmla="*/ 21159 w 394676"/>
                <a:gd name="connsiteY245" fmla="*/ 271559 h 394676"/>
                <a:gd name="connsiteX246" fmla="*/ 19843 w 394676"/>
                <a:gd name="connsiteY246" fmla="*/ 274190 h 394676"/>
                <a:gd name="connsiteX247" fmla="*/ 19734 w 394676"/>
                <a:gd name="connsiteY247" fmla="*/ 277150 h 394676"/>
                <a:gd name="connsiteX248" fmla="*/ 19734 w 394676"/>
                <a:gd name="connsiteY248" fmla="*/ 280111 h 394676"/>
                <a:gd name="connsiteX249" fmla="*/ 19076 w 394676"/>
                <a:gd name="connsiteY249" fmla="*/ 282742 h 394676"/>
                <a:gd name="connsiteX250" fmla="*/ 16664 w 394676"/>
                <a:gd name="connsiteY250" fmla="*/ 284276 h 394676"/>
                <a:gd name="connsiteX251" fmla="*/ 14362 w 394676"/>
                <a:gd name="connsiteY251" fmla="*/ 285263 h 394676"/>
                <a:gd name="connsiteX252" fmla="*/ 11621 w 394676"/>
                <a:gd name="connsiteY252" fmla="*/ 287017 h 394676"/>
                <a:gd name="connsiteX253" fmla="*/ 9100 w 394676"/>
                <a:gd name="connsiteY253" fmla="*/ 289210 h 394676"/>
                <a:gd name="connsiteX254" fmla="*/ 7565 w 394676"/>
                <a:gd name="connsiteY254" fmla="*/ 291512 h 394676"/>
                <a:gd name="connsiteX255" fmla="*/ 6578 w 394676"/>
                <a:gd name="connsiteY255" fmla="*/ 293157 h 394676"/>
                <a:gd name="connsiteX256" fmla="*/ 5701 w 394676"/>
                <a:gd name="connsiteY256" fmla="*/ 293376 h 394676"/>
                <a:gd name="connsiteX257" fmla="*/ 4605 w 394676"/>
                <a:gd name="connsiteY257" fmla="*/ 293266 h 394676"/>
                <a:gd name="connsiteX258" fmla="*/ 3399 w 394676"/>
                <a:gd name="connsiteY258" fmla="*/ 293595 h 394676"/>
                <a:gd name="connsiteX259" fmla="*/ 2303 w 394676"/>
                <a:gd name="connsiteY259" fmla="*/ 294911 h 394676"/>
                <a:gd name="connsiteX260" fmla="*/ 1974 w 394676"/>
                <a:gd name="connsiteY260" fmla="*/ 296336 h 394676"/>
                <a:gd name="connsiteX261" fmla="*/ 1535 w 394676"/>
                <a:gd name="connsiteY261" fmla="*/ 297871 h 394676"/>
                <a:gd name="connsiteX262" fmla="*/ 0 w 394676"/>
                <a:gd name="connsiteY262" fmla="*/ 299077 h 394676"/>
                <a:gd name="connsiteX263" fmla="*/ 7674 w 394676"/>
                <a:gd name="connsiteY263" fmla="*/ 301489 h 394676"/>
                <a:gd name="connsiteX264" fmla="*/ 15020 w 394676"/>
                <a:gd name="connsiteY264" fmla="*/ 303353 h 394676"/>
                <a:gd name="connsiteX265" fmla="*/ 22584 w 394676"/>
                <a:gd name="connsiteY265" fmla="*/ 304558 h 394676"/>
                <a:gd name="connsiteX266" fmla="*/ 30478 w 394676"/>
                <a:gd name="connsiteY266" fmla="*/ 304558 h 394676"/>
                <a:gd name="connsiteX267" fmla="*/ 33219 w 394676"/>
                <a:gd name="connsiteY267" fmla="*/ 304668 h 394676"/>
                <a:gd name="connsiteX268" fmla="*/ 34644 w 394676"/>
                <a:gd name="connsiteY268" fmla="*/ 305655 h 394676"/>
                <a:gd name="connsiteX269" fmla="*/ 35192 w 394676"/>
                <a:gd name="connsiteY269" fmla="*/ 307738 h 394676"/>
                <a:gd name="connsiteX270" fmla="*/ 35302 w 394676"/>
                <a:gd name="connsiteY270" fmla="*/ 311136 h 394676"/>
                <a:gd name="connsiteX271" fmla="*/ 36069 w 394676"/>
                <a:gd name="connsiteY271" fmla="*/ 313219 h 394676"/>
                <a:gd name="connsiteX272" fmla="*/ 37385 w 394676"/>
                <a:gd name="connsiteY272" fmla="*/ 314754 h 394676"/>
                <a:gd name="connsiteX273" fmla="*/ 38700 w 394676"/>
                <a:gd name="connsiteY273" fmla="*/ 316399 h 394676"/>
                <a:gd name="connsiteX274" fmla="*/ 38810 w 394676"/>
                <a:gd name="connsiteY274" fmla="*/ 318811 h 394676"/>
                <a:gd name="connsiteX275" fmla="*/ 36617 w 394676"/>
                <a:gd name="connsiteY275" fmla="*/ 322977 h 394676"/>
                <a:gd name="connsiteX276" fmla="*/ 34973 w 394676"/>
                <a:gd name="connsiteY276" fmla="*/ 326704 h 394676"/>
                <a:gd name="connsiteX277" fmla="*/ 34644 w 394676"/>
                <a:gd name="connsiteY277" fmla="*/ 330651 h 394676"/>
                <a:gd name="connsiteX278" fmla="*/ 36617 w 394676"/>
                <a:gd name="connsiteY278" fmla="*/ 335146 h 394676"/>
                <a:gd name="connsiteX279" fmla="*/ 37823 w 394676"/>
                <a:gd name="connsiteY279" fmla="*/ 337777 h 394676"/>
                <a:gd name="connsiteX280" fmla="*/ 38042 w 394676"/>
                <a:gd name="connsiteY280" fmla="*/ 340079 h 394676"/>
                <a:gd name="connsiteX281" fmla="*/ 37714 w 394676"/>
                <a:gd name="connsiteY281" fmla="*/ 342491 h 394676"/>
                <a:gd name="connsiteX282" fmla="*/ 37604 w 394676"/>
                <a:gd name="connsiteY282" fmla="*/ 345232 h 394676"/>
                <a:gd name="connsiteX283" fmla="*/ 38262 w 394676"/>
                <a:gd name="connsiteY283" fmla="*/ 347425 h 394676"/>
                <a:gd name="connsiteX284" fmla="*/ 39468 w 394676"/>
                <a:gd name="connsiteY284" fmla="*/ 349508 h 394676"/>
                <a:gd name="connsiteX285" fmla="*/ 41112 w 394676"/>
                <a:gd name="connsiteY285" fmla="*/ 351481 h 394676"/>
                <a:gd name="connsiteX286" fmla="*/ 42757 w 394676"/>
                <a:gd name="connsiteY286" fmla="*/ 353125 h 394676"/>
                <a:gd name="connsiteX287" fmla="*/ 46155 w 394676"/>
                <a:gd name="connsiteY287" fmla="*/ 356524 h 394676"/>
                <a:gd name="connsiteX288" fmla="*/ 49773 w 394676"/>
                <a:gd name="connsiteY288" fmla="*/ 360142 h 394676"/>
                <a:gd name="connsiteX289" fmla="*/ 52733 w 394676"/>
                <a:gd name="connsiteY289" fmla="*/ 364308 h 394676"/>
                <a:gd name="connsiteX290" fmla="*/ 54049 w 394676"/>
                <a:gd name="connsiteY290" fmla="*/ 368912 h 394676"/>
                <a:gd name="connsiteX291" fmla="*/ 53610 w 394676"/>
                <a:gd name="connsiteY291" fmla="*/ 374175 h 394676"/>
                <a:gd name="connsiteX292" fmla="*/ 51746 w 394676"/>
                <a:gd name="connsiteY292" fmla="*/ 379766 h 394676"/>
                <a:gd name="connsiteX293" fmla="*/ 50760 w 394676"/>
                <a:gd name="connsiteY293" fmla="*/ 384919 h 394676"/>
                <a:gd name="connsiteX294" fmla="*/ 52733 w 394676"/>
                <a:gd name="connsiteY294" fmla="*/ 388866 h 394676"/>
                <a:gd name="connsiteX295" fmla="*/ 54268 w 394676"/>
                <a:gd name="connsiteY295" fmla="*/ 390291 h 394676"/>
                <a:gd name="connsiteX296" fmla="*/ 55803 w 394676"/>
                <a:gd name="connsiteY296" fmla="*/ 392045 h 394676"/>
                <a:gd name="connsiteX297" fmla="*/ 57228 w 394676"/>
                <a:gd name="connsiteY297" fmla="*/ 394018 h 394676"/>
                <a:gd name="connsiteX298" fmla="*/ 58544 w 394676"/>
                <a:gd name="connsiteY298" fmla="*/ 395772 h 394676"/>
                <a:gd name="connsiteX299" fmla="*/ 60627 w 394676"/>
                <a:gd name="connsiteY299" fmla="*/ 397417 h 394676"/>
                <a:gd name="connsiteX300" fmla="*/ 63367 w 394676"/>
                <a:gd name="connsiteY300" fmla="*/ 398404 h 394676"/>
                <a:gd name="connsiteX301" fmla="*/ 66218 w 394676"/>
                <a:gd name="connsiteY301" fmla="*/ 398513 h 394676"/>
                <a:gd name="connsiteX302" fmla="*/ 68740 w 394676"/>
                <a:gd name="connsiteY302" fmla="*/ 397965 h 394676"/>
                <a:gd name="connsiteX303" fmla="*/ 70932 w 394676"/>
                <a:gd name="connsiteY303" fmla="*/ 396320 h 394676"/>
                <a:gd name="connsiteX304" fmla="*/ 72357 w 394676"/>
                <a:gd name="connsiteY304" fmla="*/ 394237 h 394676"/>
                <a:gd name="connsiteX305" fmla="*/ 73892 w 394676"/>
                <a:gd name="connsiteY305" fmla="*/ 392374 h 394676"/>
                <a:gd name="connsiteX306" fmla="*/ 76414 w 394676"/>
                <a:gd name="connsiteY306" fmla="*/ 391497 h 394676"/>
                <a:gd name="connsiteX307" fmla="*/ 80690 w 394676"/>
                <a:gd name="connsiteY307" fmla="*/ 387989 h 394676"/>
                <a:gd name="connsiteX308" fmla="*/ 85075 w 394676"/>
                <a:gd name="connsiteY308" fmla="*/ 384590 h 394676"/>
                <a:gd name="connsiteX309" fmla="*/ 89460 w 394676"/>
                <a:gd name="connsiteY309" fmla="*/ 381192 h 394676"/>
                <a:gd name="connsiteX310" fmla="*/ 93736 w 394676"/>
                <a:gd name="connsiteY310" fmla="*/ 377464 h 394676"/>
                <a:gd name="connsiteX311" fmla="*/ 98121 w 394676"/>
                <a:gd name="connsiteY311" fmla="*/ 372750 h 394676"/>
                <a:gd name="connsiteX312" fmla="*/ 101520 w 394676"/>
                <a:gd name="connsiteY312" fmla="*/ 367597 h 394676"/>
                <a:gd name="connsiteX313" fmla="*/ 104370 w 394676"/>
                <a:gd name="connsiteY313" fmla="*/ 362006 h 394676"/>
                <a:gd name="connsiteX314" fmla="*/ 107220 w 394676"/>
                <a:gd name="connsiteY314" fmla="*/ 355976 h 394676"/>
                <a:gd name="connsiteX315" fmla="*/ 107549 w 394676"/>
                <a:gd name="connsiteY315" fmla="*/ 355208 h 394676"/>
                <a:gd name="connsiteX316" fmla="*/ 107988 w 394676"/>
                <a:gd name="connsiteY316" fmla="*/ 354331 h 394676"/>
                <a:gd name="connsiteX317" fmla="*/ 108426 w 394676"/>
                <a:gd name="connsiteY317" fmla="*/ 353674 h 394676"/>
                <a:gd name="connsiteX318" fmla="*/ 108865 w 394676"/>
                <a:gd name="connsiteY318" fmla="*/ 353016 h 394676"/>
                <a:gd name="connsiteX319" fmla="*/ 112921 w 394676"/>
                <a:gd name="connsiteY319" fmla="*/ 352468 h 394676"/>
                <a:gd name="connsiteX320" fmla="*/ 116868 w 394676"/>
                <a:gd name="connsiteY320" fmla="*/ 351700 h 394676"/>
                <a:gd name="connsiteX321" fmla="*/ 120815 w 394676"/>
                <a:gd name="connsiteY321" fmla="*/ 350823 h 394676"/>
                <a:gd name="connsiteX322" fmla="*/ 124652 w 394676"/>
                <a:gd name="connsiteY322" fmla="*/ 349617 h 394676"/>
                <a:gd name="connsiteX323" fmla="*/ 128599 w 394676"/>
                <a:gd name="connsiteY323" fmla="*/ 348082 h 394676"/>
                <a:gd name="connsiteX324" fmla="*/ 132655 w 394676"/>
                <a:gd name="connsiteY324" fmla="*/ 346877 h 394676"/>
                <a:gd name="connsiteX325" fmla="*/ 136711 w 394676"/>
                <a:gd name="connsiteY325" fmla="*/ 345670 h 394676"/>
                <a:gd name="connsiteX326" fmla="*/ 140658 w 394676"/>
                <a:gd name="connsiteY326" fmla="*/ 344465 h 394676"/>
                <a:gd name="connsiteX327" fmla="*/ 141755 w 394676"/>
                <a:gd name="connsiteY327" fmla="*/ 343916 h 394676"/>
                <a:gd name="connsiteX328" fmla="*/ 142851 w 394676"/>
                <a:gd name="connsiteY328" fmla="*/ 343587 h 394676"/>
                <a:gd name="connsiteX329" fmla="*/ 143947 w 394676"/>
                <a:gd name="connsiteY329" fmla="*/ 343368 h 394676"/>
                <a:gd name="connsiteX330" fmla="*/ 145044 w 394676"/>
                <a:gd name="connsiteY330" fmla="*/ 343259 h 394676"/>
                <a:gd name="connsiteX331" fmla="*/ 149210 w 394676"/>
                <a:gd name="connsiteY331" fmla="*/ 342382 h 394676"/>
                <a:gd name="connsiteX332" fmla="*/ 152499 w 394676"/>
                <a:gd name="connsiteY332" fmla="*/ 341943 h 394676"/>
                <a:gd name="connsiteX333" fmla="*/ 155568 w 394676"/>
                <a:gd name="connsiteY333" fmla="*/ 342601 h 394676"/>
                <a:gd name="connsiteX334" fmla="*/ 158638 w 394676"/>
                <a:gd name="connsiteY334" fmla="*/ 345013 h 394676"/>
                <a:gd name="connsiteX335" fmla="*/ 160940 w 394676"/>
                <a:gd name="connsiteY335" fmla="*/ 347973 h 394676"/>
                <a:gd name="connsiteX336" fmla="*/ 163023 w 394676"/>
                <a:gd name="connsiteY336" fmla="*/ 350275 h 394676"/>
                <a:gd name="connsiteX337" fmla="*/ 165326 w 394676"/>
                <a:gd name="connsiteY337" fmla="*/ 350494 h 394676"/>
                <a:gd name="connsiteX338" fmla="*/ 168505 w 394676"/>
                <a:gd name="connsiteY338" fmla="*/ 347425 h 394676"/>
                <a:gd name="connsiteX339" fmla="*/ 170698 w 394676"/>
                <a:gd name="connsiteY339" fmla="*/ 345122 h 394676"/>
                <a:gd name="connsiteX340" fmla="*/ 171136 w 394676"/>
                <a:gd name="connsiteY340" fmla="*/ 343039 h 394676"/>
                <a:gd name="connsiteX341" fmla="*/ 171026 w 394676"/>
                <a:gd name="connsiteY341" fmla="*/ 340737 h 394676"/>
                <a:gd name="connsiteX342" fmla="*/ 171465 w 394676"/>
                <a:gd name="connsiteY342" fmla="*/ 338216 h 394676"/>
                <a:gd name="connsiteX343" fmla="*/ 172671 w 394676"/>
                <a:gd name="connsiteY343" fmla="*/ 336023 h 394676"/>
                <a:gd name="connsiteX344" fmla="*/ 174316 w 394676"/>
                <a:gd name="connsiteY344" fmla="*/ 334598 h 394676"/>
                <a:gd name="connsiteX345" fmla="*/ 176069 w 394676"/>
                <a:gd name="connsiteY345" fmla="*/ 333173 h 394676"/>
                <a:gd name="connsiteX346" fmla="*/ 177824 w 394676"/>
                <a:gd name="connsiteY346" fmla="*/ 331528 h 394676"/>
                <a:gd name="connsiteX347" fmla="*/ 179687 w 394676"/>
                <a:gd name="connsiteY347" fmla="*/ 329993 h 394676"/>
                <a:gd name="connsiteX348" fmla="*/ 181551 w 394676"/>
                <a:gd name="connsiteY348" fmla="*/ 328349 h 394676"/>
                <a:gd name="connsiteX349" fmla="*/ 183305 w 394676"/>
                <a:gd name="connsiteY349" fmla="*/ 326704 h 394676"/>
                <a:gd name="connsiteX350" fmla="*/ 185059 w 394676"/>
                <a:gd name="connsiteY350" fmla="*/ 325060 h 394676"/>
                <a:gd name="connsiteX351" fmla="*/ 189883 w 394676"/>
                <a:gd name="connsiteY351" fmla="*/ 321113 h 394676"/>
                <a:gd name="connsiteX352" fmla="*/ 193939 w 394676"/>
                <a:gd name="connsiteY352" fmla="*/ 322757 h 394676"/>
                <a:gd name="connsiteX353" fmla="*/ 197558 w 394676"/>
                <a:gd name="connsiteY353" fmla="*/ 326923 h 394676"/>
                <a:gd name="connsiteX354" fmla="*/ 201066 w 394676"/>
                <a:gd name="connsiteY354" fmla="*/ 330651 h 394676"/>
                <a:gd name="connsiteX355" fmla="*/ 203587 w 394676"/>
                <a:gd name="connsiteY355" fmla="*/ 331528 h 394676"/>
                <a:gd name="connsiteX356" fmla="*/ 204903 w 394676"/>
                <a:gd name="connsiteY356" fmla="*/ 332953 h 394676"/>
                <a:gd name="connsiteX357" fmla="*/ 205780 w 394676"/>
                <a:gd name="connsiteY357" fmla="*/ 334927 h 394676"/>
                <a:gd name="connsiteX358" fmla="*/ 206767 w 394676"/>
                <a:gd name="connsiteY358" fmla="*/ 337119 h 394676"/>
                <a:gd name="connsiteX359" fmla="*/ 209617 w 394676"/>
                <a:gd name="connsiteY359" fmla="*/ 339312 h 394676"/>
                <a:gd name="connsiteX360" fmla="*/ 214222 w 394676"/>
                <a:gd name="connsiteY360" fmla="*/ 340518 h 394676"/>
                <a:gd name="connsiteX361" fmla="*/ 218936 w 394676"/>
                <a:gd name="connsiteY361" fmla="*/ 340627 h 394676"/>
                <a:gd name="connsiteX362" fmla="*/ 222334 w 394676"/>
                <a:gd name="connsiteY362" fmla="*/ 339751 h 394676"/>
                <a:gd name="connsiteX363" fmla="*/ 222334 w 394676"/>
                <a:gd name="connsiteY363" fmla="*/ 339531 h 394676"/>
                <a:gd name="connsiteX364" fmla="*/ 222444 w 394676"/>
                <a:gd name="connsiteY364" fmla="*/ 339312 h 394676"/>
                <a:gd name="connsiteX365" fmla="*/ 222444 w 394676"/>
                <a:gd name="connsiteY365" fmla="*/ 339202 h 394676"/>
                <a:gd name="connsiteX366" fmla="*/ 222554 w 394676"/>
                <a:gd name="connsiteY366" fmla="*/ 338983 h 394676"/>
                <a:gd name="connsiteX367" fmla="*/ 223869 w 394676"/>
                <a:gd name="connsiteY367" fmla="*/ 332844 h 394676"/>
                <a:gd name="connsiteX368" fmla="*/ 225404 w 394676"/>
                <a:gd name="connsiteY368" fmla="*/ 326814 h 394676"/>
                <a:gd name="connsiteX369" fmla="*/ 226500 w 394676"/>
                <a:gd name="connsiteY369" fmla="*/ 320784 h 394676"/>
                <a:gd name="connsiteX370" fmla="*/ 226939 w 394676"/>
                <a:gd name="connsiteY370" fmla="*/ 314754 h 394676"/>
                <a:gd name="connsiteX371" fmla="*/ 226939 w 394676"/>
                <a:gd name="connsiteY371" fmla="*/ 314425 h 394676"/>
                <a:gd name="connsiteX372" fmla="*/ 226939 w 394676"/>
                <a:gd name="connsiteY372" fmla="*/ 314206 h 394676"/>
                <a:gd name="connsiteX373" fmla="*/ 226829 w 394676"/>
                <a:gd name="connsiteY373" fmla="*/ 313877 h 394676"/>
                <a:gd name="connsiteX374" fmla="*/ 226829 w 394676"/>
                <a:gd name="connsiteY374" fmla="*/ 313548 h 394676"/>
                <a:gd name="connsiteX375" fmla="*/ 228583 w 394676"/>
                <a:gd name="connsiteY375" fmla="*/ 311684 h 394676"/>
                <a:gd name="connsiteX376" fmla="*/ 231215 w 394676"/>
                <a:gd name="connsiteY376" fmla="*/ 310259 h 394676"/>
                <a:gd name="connsiteX377" fmla="*/ 233846 w 394676"/>
                <a:gd name="connsiteY377" fmla="*/ 308724 h 394676"/>
                <a:gd name="connsiteX378" fmla="*/ 235819 w 394676"/>
                <a:gd name="connsiteY378" fmla="*/ 306203 h 394676"/>
                <a:gd name="connsiteX379" fmla="*/ 237135 w 394676"/>
                <a:gd name="connsiteY379" fmla="*/ 302914 h 394676"/>
                <a:gd name="connsiteX380" fmla="*/ 238560 w 394676"/>
                <a:gd name="connsiteY380" fmla="*/ 299406 h 394676"/>
                <a:gd name="connsiteX381" fmla="*/ 240424 w 394676"/>
                <a:gd name="connsiteY381" fmla="*/ 296227 h 394676"/>
                <a:gd name="connsiteX382" fmla="*/ 242945 w 394676"/>
                <a:gd name="connsiteY382" fmla="*/ 293924 h 394676"/>
                <a:gd name="connsiteX383" fmla="*/ 245028 w 394676"/>
                <a:gd name="connsiteY383" fmla="*/ 292828 h 394676"/>
                <a:gd name="connsiteX384" fmla="*/ 247221 w 394676"/>
                <a:gd name="connsiteY384" fmla="*/ 291951 h 394676"/>
                <a:gd name="connsiteX385" fmla="*/ 249523 w 394676"/>
                <a:gd name="connsiteY385" fmla="*/ 291183 h 394676"/>
                <a:gd name="connsiteX386" fmla="*/ 251716 w 394676"/>
                <a:gd name="connsiteY386" fmla="*/ 290635 h 394676"/>
                <a:gd name="connsiteX387" fmla="*/ 256320 w 394676"/>
                <a:gd name="connsiteY387" fmla="*/ 288223 h 394676"/>
                <a:gd name="connsiteX388" fmla="*/ 259390 w 394676"/>
                <a:gd name="connsiteY388" fmla="*/ 285702 h 394676"/>
                <a:gd name="connsiteX389" fmla="*/ 260596 w 394676"/>
                <a:gd name="connsiteY389" fmla="*/ 282194 h 394676"/>
                <a:gd name="connsiteX390" fmla="*/ 259609 w 394676"/>
                <a:gd name="connsiteY390" fmla="*/ 276712 h 394676"/>
                <a:gd name="connsiteX391" fmla="*/ 258513 w 394676"/>
                <a:gd name="connsiteY391" fmla="*/ 275616 h 394676"/>
                <a:gd name="connsiteX392" fmla="*/ 257307 w 394676"/>
                <a:gd name="connsiteY392" fmla="*/ 274519 h 394676"/>
                <a:gd name="connsiteX393" fmla="*/ 256211 w 394676"/>
                <a:gd name="connsiteY393" fmla="*/ 273423 h 394676"/>
                <a:gd name="connsiteX394" fmla="*/ 255005 w 394676"/>
                <a:gd name="connsiteY394" fmla="*/ 272326 h 394676"/>
                <a:gd name="connsiteX395" fmla="*/ 253470 w 394676"/>
                <a:gd name="connsiteY395" fmla="*/ 268490 h 394676"/>
                <a:gd name="connsiteX396" fmla="*/ 254237 w 394676"/>
                <a:gd name="connsiteY396" fmla="*/ 266078 h 394676"/>
                <a:gd name="connsiteX397" fmla="*/ 256540 w 394676"/>
                <a:gd name="connsiteY397" fmla="*/ 264324 h 394676"/>
                <a:gd name="connsiteX398" fmla="*/ 259609 w 394676"/>
                <a:gd name="connsiteY398" fmla="*/ 262460 h 394676"/>
                <a:gd name="connsiteX399" fmla="*/ 257198 w 394676"/>
                <a:gd name="connsiteY399" fmla="*/ 259719 h 394676"/>
                <a:gd name="connsiteX400" fmla="*/ 255114 w 394676"/>
                <a:gd name="connsiteY400" fmla="*/ 256868 h 394676"/>
                <a:gd name="connsiteX401" fmla="*/ 254566 w 394676"/>
                <a:gd name="connsiteY401" fmla="*/ 253799 h 394676"/>
                <a:gd name="connsiteX402" fmla="*/ 256430 w 394676"/>
                <a:gd name="connsiteY402" fmla="*/ 250510 h 394676"/>
                <a:gd name="connsiteX403" fmla="*/ 258403 w 394676"/>
                <a:gd name="connsiteY403" fmla="*/ 248646 h 394676"/>
                <a:gd name="connsiteX404" fmla="*/ 260377 w 394676"/>
                <a:gd name="connsiteY404" fmla="*/ 246782 h 394676"/>
                <a:gd name="connsiteX405" fmla="*/ 262241 w 394676"/>
                <a:gd name="connsiteY405" fmla="*/ 244809 h 394676"/>
                <a:gd name="connsiteX406" fmla="*/ 263775 w 394676"/>
                <a:gd name="connsiteY406" fmla="*/ 242726 h 394676"/>
                <a:gd name="connsiteX407" fmla="*/ 263008 w 394676"/>
                <a:gd name="connsiteY407" fmla="*/ 242287 h 394676"/>
                <a:gd name="connsiteX408" fmla="*/ 262350 w 394676"/>
                <a:gd name="connsiteY408" fmla="*/ 241739 h 394676"/>
                <a:gd name="connsiteX409" fmla="*/ 261802 w 394676"/>
                <a:gd name="connsiteY409" fmla="*/ 241082 h 394676"/>
                <a:gd name="connsiteX410" fmla="*/ 261254 w 394676"/>
                <a:gd name="connsiteY410" fmla="*/ 240423 h 394676"/>
                <a:gd name="connsiteX411" fmla="*/ 259500 w 394676"/>
                <a:gd name="connsiteY411" fmla="*/ 237354 h 394676"/>
                <a:gd name="connsiteX412" fmla="*/ 258403 w 394676"/>
                <a:gd name="connsiteY412" fmla="*/ 233736 h 394676"/>
                <a:gd name="connsiteX413" fmla="*/ 258074 w 394676"/>
                <a:gd name="connsiteY413" fmla="*/ 230118 h 394676"/>
                <a:gd name="connsiteX414" fmla="*/ 258513 w 394676"/>
                <a:gd name="connsiteY414" fmla="*/ 226500 h 394676"/>
                <a:gd name="connsiteX415" fmla="*/ 258513 w 394676"/>
                <a:gd name="connsiteY415" fmla="*/ 226391 h 394676"/>
                <a:gd name="connsiteX416" fmla="*/ 258513 w 394676"/>
                <a:gd name="connsiteY416" fmla="*/ 226281 h 394676"/>
                <a:gd name="connsiteX417" fmla="*/ 258513 w 394676"/>
                <a:gd name="connsiteY417" fmla="*/ 226171 h 394676"/>
                <a:gd name="connsiteX418" fmla="*/ 258513 w 394676"/>
                <a:gd name="connsiteY418" fmla="*/ 226062 h 394676"/>
                <a:gd name="connsiteX419" fmla="*/ 258513 w 394676"/>
                <a:gd name="connsiteY419" fmla="*/ 225185 h 394676"/>
                <a:gd name="connsiteX420" fmla="*/ 257965 w 394676"/>
                <a:gd name="connsiteY420" fmla="*/ 224527 h 394676"/>
                <a:gd name="connsiteX421" fmla="*/ 257307 w 394676"/>
                <a:gd name="connsiteY421" fmla="*/ 224088 h 394676"/>
                <a:gd name="connsiteX422" fmla="*/ 256320 w 394676"/>
                <a:gd name="connsiteY422" fmla="*/ 223979 h 394676"/>
                <a:gd name="connsiteX423" fmla="*/ 254457 w 394676"/>
                <a:gd name="connsiteY423" fmla="*/ 222773 h 394676"/>
                <a:gd name="connsiteX424" fmla="*/ 254018 w 394676"/>
                <a:gd name="connsiteY424" fmla="*/ 221128 h 394676"/>
                <a:gd name="connsiteX425" fmla="*/ 254676 w 394676"/>
                <a:gd name="connsiteY425" fmla="*/ 219155 h 394676"/>
                <a:gd name="connsiteX426" fmla="*/ 256211 w 394676"/>
                <a:gd name="connsiteY426" fmla="*/ 217401 h 394676"/>
                <a:gd name="connsiteX427" fmla="*/ 256430 w 394676"/>
                <a:gd name="connsiteY427" fmla="*/ 216633 h 394676"/>
                <a:gd name="connsiteX428" fmla="*/ 256320 w 394676"/>
                <a:gd name="connsiteY428" fmla="*/ 215866 h 394676"/>
                <a:gd name="connsiteX429" fmla="*/ 255772 w 394676"/>
                <a:gd name="connsiteY429" fmla="*/ 215208 h 394676"/>
                <a:gd name="connsiteX430" fmla="*/ 255114 w 394676"/>
                <a:gd name="connsiteY430" fmla="*/ 214550 h 394676"/>
                <a:gd name="connsiteX431" fmla="*/ 254347 w 394676"/>
                <a:gd name="connsiteY431" fmla="*/ 210494 h 394676"/>
                <a:gd name="connsiteX432" fmla="*/ 255882 w 394676"/>
                <a:gd name="connsiteY432" fmla="*/ 206109 h 394676"/>
                <a:gd name="connsiteX433" fmla="*/ 257965 w 394676"/>
                <a:gd name="connsiteY433" fmla="*/ 201504 h 394676"/>
                <a:gd name="connsiteX434" fmla="*/ 259061 w 394676"/>
                <a:gd name="connsiteY434" fmla="*/ 197119 h 394676"/>
                <a:gd name="connsiteX435" fmla="*/ 262679 w 394676"/>
                <a:gd name="connsiteY435" fmla="*/ 197886 h 394676"/>
                <a:gd name="connsiteX436" fmla="*/ 266078 w 394676"/>
                <a:gd name="connsiteY436" fmla="*/ 198434 h 394676"/>
                <a:gd name="connsiteX437" fmla="*/ 268819 w 394676"/>
                <a:gd name="connsiteY437" fmla="*/ 197448 h 394676"/>
                <a:gd name="connsiteX438" fmla="*/ 270353 w 394676"/>
                <a:gd name="connsiteY438" fmla="*/ 193830 h 394676"/>
                <a:gd name="connsiteX439" fmla="*/ 270573 w 394676"/>
                <a:gd name="connsiteY439" fmla="*/ 193282 h 394676"/>
                <a:gd name="connsiteX440" fmla="*/ 270792 w 394676"/>
                <a:gd name="connsiteY440" fmla="*/ 192843 h 394676"/>
                <a:gd name="connsiteX441" fmla="*/ 271011 w 394676"/>
                <a:gd name="connsiteY441" fmla="*/ 192295 h 394676"/>
                <a:gd name="connsiteX442" fmla="*/ 271230 w 394676"/>
                <a:gd name="connsiteY442" fmla="*/ 191856 h 394676"/>
                <a:gd name="connsiteX443" fmla="*/ 273204 w 394676"/>
                <a:gd name="connsiteY443" fmla="*/ 188348 h 394676"/>
                <a:gd name="connsiteX444" fmla="*/ 275616 w 394676"/>
                <a:gd name="connsiteY444" fmla="*/ 185059 h 394676"/>
                <a:gd name="connsiteX445" fmla="*/ 278247 w 394676"/>
                <a:gd name="connsiteY445" fmla="*/ 181770 h 394676"/>
                <a:gd name="connsiteX446" fmla="*/ 280659 w 394676"/>
                <a:gd name="connsiteY446" fmla="*/ 178591 h 394676"/>
                <a:gd name="connsiteX447" fmla="*/ 281316 w 394676"/>
                <a:gd name="connsiteY447" fmla="*/ 177495 h 394676"/>
                <a:gd name="connsiteX448" fmla="*/ 282084 w 394676"/>
                <a:gd name="connsiteY448" fmla="*/ 176398 h 394676"/>
                <a:gd name="connsiteX449" fmla="*/ 282742 w 394676"/>
                <a:gd name="connsiteY449" fmla="*/ 175302 h 394676"/>
                <a:gd name="connsiteX450" fmla="*/ 283509 w 394676"/>
                <a:gd name="connsiteY450" fmla="*/ 174206 h 394676"/>
                <a:gd name="connsiteX451" fmla="*/ 284386 w 394676"/>
                <a:gd name="connsiteY451" fmla="*/ 173109 h 394676"/>
                <a:gd name="connsiteX452" fmla="*/ 285373 w 394676"/>
                <a:gd name="connsiteY452" fmla="*/ 172342 h 394676"/>
                <a:gd name="connsiteX453" fmla="*/ 286579 w 394676"/>
                <a:gd name="connsiteY453" fmla="*/ 171794 h 394676"/>
                <a:gd name="connsiteX454" fmla="*/ 287894 w 394676"/>
                <a:gd name="connsiteY454" fmla="*/ 171574 h 394676"/>
                <a:gd name="connsiteX455" fmla="*/ 289868 w 394676"/>
                <a:gd name="connsiteY455" fmla="*/ 170259 h 394676"/>
                <a:gd name="connsiteX456" fmla="*/ 290416 w 394676"/>
                <a:gd name="connsiteY456" fmla="*/ 168614 h 394676"/>
                <a:gd name="connsiteX457" fmla="*/ 289649 w 394676"/>
                <a:gd name="connsiteY457" fmla="*/ 167080 h 394676"/>
                <a:gd name="connsiteX458" fmla="*/ 287346 w 394676"/>
                <a:gd name="connsiteY458" fmla="*/ 165983 h 394676"/>
                <a:gd name="connsiteX459" fmla="*/ 289429 w 394676"/>
                <a:gd name="connsiteY459" fmla="*/ 164229 h 394676"/>
                <a:gd name="connsiteX460" fmla="*/ 289539 w 394676"/>
                <a:gd name="connsiteY460" fmla="*/ 162256 h 394676"/>
                <a:gd name="connsiteX461" fmla="*/ 289429 w 394676"/>
                <a:gd name="connsiteY461" fmla="*/ 160282 h 394676"/>
                <a:gd name="connsiteX462" fmla="*/ 291074 w 394676"/>
                <a:gd name="connsiteY462" fmla="*/ 158528 h 394676"/>
                <a:gd name="connsiteX463" fmla="*/ 292280 w 394676"/>
                <a:gd name="connsiteY463" fmla="*/ 157432 h 394676"/>
                <a:gd name="connsiteX464" fmla="*/ 293376 w 394676"/>
                <a:gd name="connsiteY464" fmla="*/ 156226 h 394676"/>
                <a:gd name="connsiteX465" fmla="*/ 294582 w 394676"/>
                <a:gd name="connsiteY465" fmla="*/ 155020 h 394676"/>
                <a:gd name="connsiteX466" fmla="*/ 295569 w 394676"/>
                <a:gd name="connsiteY466" fmla="*/ 153705 h 394676"/>
                <a:gd name="connsiteX467" fmla="*/ 296007 w 394676"/>
                <a:gd name="connsiteY467" fmla="*/ 154143 h 394676"/>
                <a:gd name="connsiteX468" fmla="*/ 296446 w 394676"/>
                <a:gd name="connsiteY468" fmla="*/ 154582 h 394676"/>
                <a:gd name="connsiteX469" fmla="*/ 296775 w 394676"/>
                <a:gd name="connsiteY469" fmla="*/ 155020 h 394676"/>
                <a:gd name="connsiteX470" fmla="*/ 297213 w 394676"/>
                <a:gd name="connsiteY470" fmla="*/ 155458 h 394676"/>
                <a:gd name="connsiteX471" fmla="*/ 298748 w 394676"/>
                <a:gd name="connsiteY471" fmla="*/ 156555 h 394676"/>
                <a:gd name="connsiteX472" fmla="*/ 299954 w 394676"/>
                <a:gd name="connsiteY472" fmla="*/ 157980 h 394676"/>
                <a:gd name="connsiteX473" fmla="*/ 300722 w 394676"/>
                <a:gd name="connsiteY473" fmla="*/ 159515 h 394676"/>
                <a:gd name="connsiteX474" fmla="*/ 300831 w 394676"/>
                <a:gd name="connsiteY474" fmla="*/ 161379 h 394676"/>
                <a:gd name="connsiteX475" fmla="*/ 300722 w 394676"/>
                <a:gd name="connsiteY475" fmla="*/ 161817 h 394676"/>
                <a:gd name="connsiteX476" fmla="*/ 300722 w 394676"/>
                <a:gd name="connsiteY476" fmla="*/ 162365 h 394676"/>
                <a:gd name="connsiteX477" fmla="*/ 300831 w 394676"/>
                <a:gd name="connsiteY477" fmla="*/ 162804 h 394676"/>
                <a:gd name="connsiteX478" fmla="*/ 300831 w 394676"/>
                <a:gd name="connsiteY478" fmla="*/ 163243 h 394676"/>
                <a:gd name="connsiteX479" fmla="*/ 301270 w 394676"/>
                <a:gd name="connsiteY479" fmla="*/ 165764 h 394676"/>
                <a:gd name="connsiteX480" fmla="*/ 302256 w 394676"/>
                <a:gd name="connsiteY480" fmla="*/ 167957 h 394676"/>
                <a:gd name="connsiteX481" fmla="*/ 303901 w 394676"/>
                <a:gd name="connsiteY481" fmla="*/ 169711 h 394676"/>
                <a:gd name="connsiteX482" fmla="*/ 305984 w 394676"/>
                <a:gd name="connsiteY482" fmla="*/ 170807 h 394676"/>
                <a:gd name="connsiteX483" fmla="*/ 306641 w 394676"/>
                <a:gd name="connsiteY483" fmla="*/ 172561 h 394676"/>
                <a:gd name="connsiteX484" fmla="*/ 307299 w 394676"/>
                <a:gd name="connsiteY484" fmla="*/ 174206 h 394676"/>
                <a:gd name="connsiteX485" fmla="*/ 308067 w 394676"/>
                <a:gd name="connsiteY485" fmla="*/ 175740 h 394676"/>
                <a:gd name="connsiteX486" fmla="*/ 308944 w 394676"/>
                <a:gd name="connsiteY486" fmla="*/ 177275 h 394676"/>
                <a:gd name="connsiteX487" fmla="*/ 309492 w 394676"/>
                <a:gd name="connsiteY487" fmla="*/ 178043 h 394676"/>
                <a:gd name="connsiteX488" fmla="*/ 309931 w 394676"/>
                <a:gd name="connsiteY488" fmla="*/ 178920 h 394676"/>
                <a:gd name="connsiteX489" fmla="*/ 310259 w 394676"/>
                <a:gd name="connsiteY489" fmla="*/ 179687 h 394676"/>
                <a:gd name="connsiteX490" fmla="*/ 310588 w 394676"/>
                <a:gd name="connsiteY490" fmla="*/ 180674 h 394676"/>
                <a:gd name="connsiteX491" fmla="*/ 310698 w 394676"/>
                <a:gd name="connsiteY491" fmla="*/ 180893 h 394676"/>
                <a:gd name="connsiteX492" fmla="*/ 310808 w 394676"/>
                <a:gd name="connsiteY492" fmla="*/ 181113 h 394676"/>
                <a:gd name="connsiteX493" fmla="*/ 311027 w 394676"/>
                <a:gd name="connsiteY493" fmla="*/ 181442 h 394676"/>
                <a:gd name="connsiteX494" fmla="*/ 311027 w 394676"/>
                <a:gd name="connsiteY494" fmla="*/ 181661 h 394676"/>
                <a:gd name="connsiteX495" fmla="*/ 312343 w 394676"/>
                <a:gd name="connsiteY495" fmla="*/ 183634 h 394676"/>
                <a:gd name="connsiteX496" fmla="*/ 312014 w 394676"/>
                <a:gd name="connsiteY496" fmla="*/ 185498 h 394676"/>
                <a:gd name="connsiteX497" fmla="*/ 310698 w 394676"/>
                <a:gd name="connsiteY497" fmla="*/ 187033 h 394676"/>
                <a:gd name="connsiteX498" fmla="*/ 308724 w 394676"/>
                <a:gd name="connsiteY498" fmla="*/ 188348 h 394676"/>
                <a:gd name="connsiteX499" fmla="*/ 309492 w 394676"/>
                <a:gd name="connsiteY499" fmla="*/ 189116 h 394676"/>
                <a:gd name="connsiteX500" fmla="*/ 310150 w 394676"/>
                <a:gd name="connsiteY500" fmla="*/ 190102 h 394676"/>
                <a:gd name="connsiteX501" fmla="*/ 310808 w 394676"/>
                <a:gd name="connsiteY501" fmla="*/ 190980 h 394676"/>
                <a:gd name="connsiteX502" fmla="*/ 311027 w 394676"/>
                <a:gd name="connsiteY502" fmla="*/ 191308 h 394676"/>
                <a:gd name="connsiteX503" fmla="*/ 310369 w 394676"/>
                <a:gd name="connsiteY503" fmla="*/ 191966 h 394676"/>
                <a:gd name="connsiteX504" fmla="*/ 309711 w 394676"/>
                <a:gd name="connsiteY504" fmla="*/ 192624 h 394676"/>
                <a:gd name="connsiteX505" fmla="*/ 309053 w 394676"/>
                <a:gd name="connsiteY505" fmla="*/ 193282 h 394676"/>
                <a:gd name="connsiteX506" fmla="*/ 308396 w 394676"/>
                <a:gd name="connsiteY506" fmla="*/ 194049 h 394676"/>
                <a:gd name="connsiteX507" fmla="*/ 311027 w 394676"/>
                <a:gd name="connsiteY507" fmla="*/ 197009 h 394676"/>
                <a:gd name="connsiteX508" fmla="*/ 314645 w 394676"/>
                <a:gd name="connsiteY508" fmla="*/ 198763 h 394676"/>
                <a:gd name="connsiteX509" fmla="*/ 318482 w 394676"/>
                <a:gd name="connsiteY509" fmla="*/ 200298 h 394676"/>
                <a:gd name="connsiteX510" fmla="*/ 321880 w 394676"/>
                <a:gd name="connsiteY510" fmla="*/ 202491 h 394676"/>
                <a:gd name="connsiteX511" fmla="*/ 323086 w 394676"/>
                <a:gd name="connsiteY511" fmla="*/ 203697 h 394676"/>
                <a:gd name="connsiteX512" fmla="*/ 324073 w 394676"/>
                <a:gd name="connsiteY512" fmla="*/ 205012 h 394676"/>
                <a:gd name="connsiteX513" fmla="*/ 325060 w 394676"/>
                <a:gd name="connsiteY513" fmla="*/ 206438 h 394676"/>
                <a:gd name="connsiteX514" fmla="*/ 325937 w 394676"/>
                <a:gd name="connsiteY514" fmla="*/ 207863 h 394676"/>
                <a:gd name="connsiteX515" fmla="*/ 326156 w 394676"/>
                <a:gd name="connsiteY515" fmla="*/ 208411 h 394676"/>
                <a:gd name="connsiteX516" fmla="*/ 326375 w 394676"/>
                <a:gd name="connsiteY516" fmla="*/ 208850 h 394676"/>
                <a:gd name="connsiteX517" fmla="*/ 326485 w 394676"/>
                <a:gd name="connsiteY517" fmla="*/ 209398 h 394676"/>
                <a:gd name="connsiteX518" fmla="*/ 326704 w 394676"/>
                <a:gd name="connsiteY518" fmla="*/ 209946 h 394676"/>
                <a:gd name="connsiteX519" fmla="*/ 327472 w 394676"/>
                <a:gd name="connsiteY519" fmla="*/ 212577 h 394676"/>
                <a:gd name="connsiteX520" fmla="*/ 327910 w 394676"/>
                <a:gd name="connsiteY520" fmla="*/ 215318 h 394676"/>
                <a:gd name="connsiteX521" fmla="*/ 328130 w 394676"/>
                <a:gd name="connsiteY521" fmla="*/ 218059 h 394676"/>
                <a:gd name="connsiteX522" fmla="*/ 327910 w 394676"/>
                <a:gd name="connsiteY522" fmla="*/ 220909 h 394676"/>
                <a:gd name="connsiteX523" fmla="*/ 327581 w 394676"/>
                <a:gd name="connsiteY523" fmla="*/ 223321 h 394676"/>
                <a:gd name="connsiteX524" fmla="*/ 327143 w 394676"/>
                <a:gd name="connsiteY524" fmla="*/ 225733 h 394676"/>
                <a:gd name="connsiteX525" fmla="*/ 326814 w 394676"/>
                <a:gd name="connsiteY525" fmla="*/ 228145 h 394676"/>
                <a:gd name="connsiteX526" fmla="*/ 326595 w 394676"/>
                <a:gd name="connsiteY526" fmla="*/ 230557 h 394676"/>
                <a:gd name="connsiteX527" fmla="*/ 327581 w 394676"/>
                <a:gd name="connsiteY527" fmla="*/ 233846 h 394676"/>
                <a:gd name="connsiteX528" fmla="*/ 329226 w 394676"/>
                <a:gd name="connsiteY528" fmla="*/ 236915 h 394676"/>
                <a:gd name="connsiteX529" fmla="*/ 330870 w 394676"/>
                <a:gd name="connsiteY529" fmla="*/ 239985 h 394676"/>
                <a:gd name="connsiteX530" fmla="*/ 331966 w 394676"/>
                <a:gd name="connsiteY530" fmla="*/ 243493 h 394676"/>
                <a:gd name="connsiteX531" fmla="*/ 331966 w 394676"/>
                <a:gd name="connsiteY531" fmla="*/ 243713 h 394676"/>
                <a:gd name="connsiteX532" fmla="*/ 331966 w 394676"/>
                <a:gd name="connsiteY532" fmla="*/ 243932 h 394676"/>
                <a:gd name="connsiteX533" fmla="*/ 331966 w 394676"/>
                <a:gd name="connsiteY533" fmla="*/ 244151 h 394676"/>
                <a:gd name="connsiteX534" fmla="*/ 331966 w 394676"/>
                <a:gd name="connsiteY534" fmla="*/ 244370 h 394676"/>
                <a:gd name="connsiteX535" fmla="*/ 331309 w 394676"/>
                <a:gd name="connsiteY535" fmla="*/ 247111 h 394676"/>
                <a:gd name="connsiteX536" fmla="*/ 330213 w 394676"/>
                <a:gd name="connsiteY536" fmla="*/ 249413 h 394676"/>
                <a:gd name="connsiteX537" fmla="*/ 328678 w 394676"/>
                <a:gd name="connsiteY537" fmla="*/ 251606 h 394676"/>
                <a:gd name="connsiteX538" fmla="*/ 327033 w 394676"/>
                <a:gd name="connsiteY538" fmla="*/ 253799 h 394676"/>
                <a:gd name="connsiteX539" fmla="*/ 329664 w 394676"/>
                <a:gd name="connsiteY539" fmla="*/ 254676 h 394676"/>
                <a:gd name="connsiteX540" fmla="*/ 332953 w 394676"/>
                <a:gd name="connsiteY540" fmla="*/ 255114 h 394676"/>
                <a:gd name="connsiteX541" fmla="*/ 336461 w 394676"/>
                <a:gd name="connsiteY541" fmla="*/ 255553 h 394676"/>
                <a:gd name="connsiteX542" fmla="*/ 339641 w 394676"/>
                <a:gd name="connsiteY542" fmla="*/ 256539 h 394676"/>
                <a:gd name="connsiteX543" fmla="*/ 339970 w 394676"/>
                <a:gd name="connsiteY543" fmla="*/ 256649 h 394676"/>
                <a:gd name="connsiteX544" fmla="*/ 340299 w 394676"/>
                <a:gd name="connsiteY544" fmla="*/ 256868 h 394676"/>
                <a:gd name="connsiteX545" fmla="*/ 340627 w 394676"/>
                <a:gd name="connsiteY545" fmla="*/ 256978 h 394676"/>
                <a:gd name="connsiteX546" fmla="*/ 340956 w 394676"/>
                <a:gd name="connsiteY546" fmla="*/ 257197 h 394676"/>
                <a:gd name="connsiteX547" fmla="*/ 342601 w 394676"/>
                <a:gd name="connsiteY547" fmla="*/ 258842 h 394676"/>
                <a:gd name="connsiteX548" fmla="*/ 344136 w 394676"/>
                <a:gd name="connsiteY548" fmla="*/ 260486 h 394676"/>
                <a:gd name="connsiteX549" fmla="*/ 345890 w 394676"/>
                <a:gd name="connsiteY549" fmla="*/ 262131 h 394676"/>
                <a:gd name="connsiteX550" fmla="*/ 347534 w 394676"/>
                <a:gd name="connsiteY550" fmla="*/ 263446 h 394676"/>
                <a:gd name="connsiteX551" fmla="*/ 349069 w 394676"/>
                <a:gd name="connsiteY551" fmla="*/ 263556 h 394676"/>
                <a:gd name="connsiteX552" fmla="*/ 350385 w 394676"/>
                <a:gd name="connsiteY552" fmla="*/ 263008 h 394676"/>
                <a:gd name="connsiteX553" fmla="*/ 351481 w 394676"/>
                <a:gd name="connsiteY553" fmla="*/ 263008 h 394676"/>
                <a:gd name="connsiteX554" fmla="*/ 352468 w 394676"/>
                <a:gd name="connsiteY554" fmla="*/ 264762 h 394676"/>
                <a:gd name="connsiteX555" fmla="*/ 352687 w 394676"/>
                <a:gd name="connsiteY555" fmla="*/ 265310 h 394676"/>
                <a:gd name="connsiteX556" fmla="*/ 352797 w 394676"/>
                <a:gd name="connsiteY556" fmla="*/ 265968 h 394676"/>
                <a:gd name="connsiteX557" fmla="*/ 353016 w 394676"/>
                <a:gd name="connsiteY557" fmla="*/ 266626 h 394676"/>
                <a:gd name="connsiteX558" fmla="*/ 353126 w 394676"/>
                <a:gd name="connsiteY558" fmla="*/ 267283 h 394676"/>
                <a:gd name="connsiteX559" fmla="*/ 353564 w 394676"/>
                <a:gd name="connsiteY559" fmla="*/ 269038 h 394676"/>
                <a:gd name="connsiteX560" fmla="*/ 354222 w 394676"/>
                <a:gd name="connsiteY560" fmla="*/ 270901 h 394676"/>
                <a:gd name="connsiteX561" fmla="*/ 354770 w 394676"/>
                <a:gd name="connsiteY561" fmla="*/ 272655 h 394676"/>
                <a:gd name="connsiteX562" fmla="*/ 355538 w 394676"/>
                <a:gd name="connsiteY562" fmla="*/ 274300 h 394676"/>
                <a:gd name="connsiteX563" fmla="*/ 355647 w 394676"/>
                <a:gd name="connsiteY563" fmla="*/ 274738 h 394676"/>
                <a:gd name="connsiteX564" fmla="*/ 355757 w 394676"/>
                <a:gd name="connsiteY564" fmla="*/ 275067 h 394676"/>
                <a:gd name="connsiteX565" fmla="*/ 355867 w 394676"/>
                <a:gd name="connsiteY565" fmla="*/ 275506 h 394676"/>
                <a:gd name="connsiteX566" fmla="*/ 355976 w 394676"/>
                <a:gd name="connsiteY566" fmla="*/ 275835 h 394676"/>
                <a:gd name="connsiteX567" fmla="*/ 356415 w 394676"/>
                <a:gd name="connsiteY567" fmla="*/ 277589 h 394676"/>
                <a:gd name="connsiteX568" fmla="*/ 357292 w 394676"/>
                <a:gd name="connsiteY568" fmla="*/ 278685 h 394676"/>
                <a:gd name="connsiteX569" fmla="*/ 358498 w 394676"/>
                <a:gd name="connsiteY569" fmla="*/ 279233 h 394676"/>
                <a:gd name="connsiteX570" fmla="*/ 360252 w 394676"/>
                <a:gd name="connsiteY570" fmla="*/ 279233 h 394676"/>
                <a:gd name="connsiteX571" fmla="*/ 362664 w 394676"/>
                <a:gd name="connsiteY571" fmla="*/ 279343 h 394676"/>
                <a:gd name="connsiteX572" fmla="*/ 364856 w 394676"/>
                <a:gd name="connsiteY572" fmla="*/ 279782 h 394676"/>
                <a:gd name="connsiteX573" fmla="*/ 367049 w 394676"/>
                <a:gd name="connsiteY573" fmla="*/ 280330 h 394676"/>
                <a:gd name="connsiteX574" fmla="*/ 369351 w 394676"/>
                <a:gd name="connsiteY574" fmla="*/ 280330 h 394676"/>
                <a:gd name="connsiteX575" fmla="*/ 372311 w 394676"/>
                <a:gd name="connsiteY575" fmla="*/ 280001 h 394676"/>
                <a:gd name="connsiteX576" fmla="*/ 375052 w 394676"/>
                <a:gd name="connsiteY576" fmla="*/ 279562 h 394676"/>
                <a:gd name="connsiteX577" fmla="*/ 377135 w 394676"/>
                <a:gd name="connsiteY577" fmla="*/ 278466 h 394676"/>
                <a:gd name="connsiteX578" fmla="*/ 378231 w 394676"/>
                <a:gd name="connsiteY578" fmla="*/ 275945 h 394676"/>
                <a:gd name="connsiteX579" fmla="*/ 379328 w 394676"/>
                <a:gd name="connsiteY579" fmla="*/ 273313 h 394676"/>
                <a:gd name="connsiteX580" fmla="*/ 381192 w 394676"/>
                <a:gd name="connsiteY580" fmla="*/ 271559 h 394676"/>
                <a:gd name="connsiteX581" fmla="*/ 383713 w 394676"/>
                <a:gd name="connsiteY581" fmla="*/ 270353 h 394676"/>
                <a:gd name="connsiteX582" fmla="*/ 386454 w 394676"/>
                <a:gd name="connsiteY582" fmla="*/ 269038 h 394676"/>
                <a:gd name="connsiteX583" fmla="*/ 387221 w 394676"/>
                <a:gd name="connsiteY583" fmla="*/ 268709 h 394676"/>
                <a:gd name="connsiteX584" fmla="*/ 387989 w 394676"/>
                <a:gd name="connsiteY584" fmla="*/ 268270 h 394676"/>
                <a:gd name="connsiteX585" fmla="*/ 388866 w 394676"/>
                <a:gd name="connsiteY585" fmla="*/ 267831 h 394676"/>
                <a:gd name="connsiteX586" fmla="*/ 389633 w 394676"/>
                <a:gd name="connsiteY586" fmla="*/ 267393 h 394676"/>
                <a:gd name="connsiteX587" fmla="*/ 389852 w 394676"/>
                <a:gd name="connsiteY587" fmla="*/ 266626 h 394676"/>
                <a:gd name="connsiteX588" fmla="*/ 389962 w 394676"/>
                <a:gd name="connsiteY588" fmla="*/ 265858 h 394676"/>
                <a:gd name="connsiteX589" fmla="*/ 390181 w 394676"/>
                <a:gd name="connsiteY589" fmla="*/ 265091 h 394676"/>
                <a:gd name="connsiteX590" fmla="*/ 390291 w 394676"/>
                <a:gd name="connsiteY590" fmla="*/ 264433 h 394676"/>
                <a:gd name="connsiteX591" fmla="*/ 390949 w 394676"/>
                <a:gd name="connsiteY591" fmla="*/ 262460 h 394676"/>
                <a:gd name="connsiteX592" fmla="*/ 390839 w 394676"/>
                <a:gd name="connsiteY592" fmla="*/ 260705 h 394676"/>
                <a:gd name="connsiteX593" fmla="*/ 390072 w 394676"/>
                <a:gd name="connsiteY593" fmla="*/ 259171 h 394676"/>
                <a:gd name="connsiteX594" fmla="*/ 388866 w 394676"/>
                <a:gd name="connsiteY594" fmla="*/ 257636 h 394676"/>
                <a:gd name="connsiteX595" fmla="*/ 387989 w 394676"/>
                <a:gd name="connsiteY595" fmla="*/ 255443 h 394676"/>
                <a:gd name="connsiteX596" fmla="*/ 387879 w 394676"/>
                <a:gd name="connsiteY596" fmla="*/ 252374 h 394676"/>
                <a:gd name="connsiteX597" fmla="*/ 388098 w 394676"/>
                <a:gd name="connsiteY597" fmla="*/ 249194 h 394676"/>
                <a:gd name="connsiteX598" fmla="*/ 388427 w 394676"/>
                <a:gd name="connsiteY598" fmla="*/ 246563 h 394676"/>
                <a:gd name="connsiteX599" fmla="*/ 388427 w 394676"/>
                <a:gd name="connsiteY599" fmla="*/ 244699 h 394676"/>
                <a:gd name="connsiteX600" fmla="*/ 388537 w 394676"/>
                <a:gd name="connsiteY600" fmla="*/ 242835 h 394676"/>
                <a:gd name="connsiteX601" fmla="*/ 388537 w 394676"/>
                <a:gd name="connsiteY601" fmla="*/ 241082 h 394676"/>
                <a:gd name="connsiteX602" fmla="*/ 388646 w 394676"/>
                <a:gd name="connsiteY602" fmla="*/ 239218 h 394676"/>
                <a:gd name="connsiteX603" fmla="*/ 388646 w 394676"/>
                <a:gd name="connsiteY603" fmla="*/ 237025 h 394676"/>
                <a:gd name="connsiteX604" fmla="*/ 389633 w 394676"/>
                <a:gd name="connsiteY604" fmla="*/ 235380 h 394676"/>
                <a:gd name="connsiteX605" fmla="*/ 391058 w 394676"/>
                <a:gd name="connsiteY605" fmla="*/ 234065 h 394676"/>
                <a:gd name="connsiteX606" fmla="*/ 392264 w 394676"/>
                <a:gd name="connsiteY606" fmla="*/ 232969 h 394676"/>
                <a:gd name="connsiteX607" fmla="*/ 392045 w 394676"/>
                <a:gd name="connsiteY607" fmla="*/ 230337 h 394676"/>
                <a:gd name="connsiteX608" fmla="*/ 391716 w 394676"/>
                <a:gd name="connsiteY608" fmla="*/ 227816 h 394676"/>
                <a:gd name="connsiteX609" fmla="*/ 391387 w 394676"/>
                <a:gd name="connsiteY609" fmla="*/ 225185 h 394676"/>
                <a:gd name="connsiteX610" fmla="*/ 391168 w 394676"/>
                <a:gd name="connsiteY610" fmla="*/ 222663 h 394676"/>
                <a:gd name="connsiteX611" fmla="*/ 390620 w 394676"/>
                <a:gd name="connsiteY611" fmla="*/ 219703 h 394676"/>
                <a:gd name="connsiteX612" fmla="*/ 390072 w 394676"/>
                <a:gd name="connsiteY612" fmla="*/ 216853 h 394676"/>
                <a:gd name="connsiteX613" fmla="*/ 389633 w 394676"/>
                <a:gd name="connsiteY613" fmla="*/ 214002 h 394676"/>
                <a:gd name="connsiteX614" fmla="*/ 389085 w 394676"/>
                <a:gd name="connsiteY614" fmla="*/ 211042 h 394676"/>
                <a:gd name="connsiteX615" fmla="*/ 388975 w 394676"/>
                <a:gd name="connsiteY615" fmla="*/ 210603 h 394676"/>
                <a:gd name="connsiteX616" fmla="*/ 388866 w 394676"/>
                <a:gd name="connsiteY616" fmla="*/ 210165 h 394676"/>
                <a:gd name="connsiteX617" fmla="*/ 388866 w 394676"/>
                <a:gd name="connsiteY617" fmla="*/ 209617 h 394676"/>
                <a:gd name="connsiteX618" fmla="*/ 388756 w 394676"/>
                <a:gd name="connsiteY618" fmla="*/ 209179 h 394676"/>
                <a:gd name="connsiteX619" fmla="*/ 387221 w 394676"/>
                <a:gd name="connsiteY619" fmla="*/ 203806 h 394676"/>
                <a:gd name="connsiteX620" fmla="*/ 385467 w 394676"/>
                <a:gd name="connsiteY620" fmla="*/ 197558 h 394676"/>
                <a:gd name="connsiteX621" fmla="*/ 384590 w 394676"/>
                <a:gd name="connsiteY621" fmla="*/ 191418 h 394676"/>
                <a:gd name="connsiteX622" fmla="*/ 385906 w 394676"/>
                <a:gd name="connsiteY622" fmla="*/ 186156 h 394676"/>
                <a:gd name="connsiteX623" fmla="*/ 386783 w 394676"/>
                <a:gd name="connsiteY623" fmla="*/ 183525 h 394676"/>
                <a:gd name="connsiteX624" fmla="*/ 387660 w 394676"/>
                <a:gd name="connsiteY624" fmla="*/ 180893 h 394676"/>
                <a:gd name="connsiteX625" fmla="*/ 388975 w 394676"/>
                <a:gd name="connsiteY625" fmla="*/ 178591 h 394676"/>
                <a:gd name="connsiteX626" fmla="*/ 390730 w 394676"/>
                <a:gd name="connsiteY626" fmla="*/ 176398 h 394676"/>
                <a:gd name="connsiteX627" fmla="*/ 390510 w 394676"/>
                <a:gd name="connsiteY627" fmla="*/ 173767 h 394676"/>
                <a:gd name="connsiteX628" fmla="*/ 390291 w 394676"/>
                <a:gd name="connsiteY628" fmla="*/ 171026 h 394676"/>
                <a:gd name="connsiteX629" fmla="*/ 389962 w 394676"/>
                <a:gd name="connsiteY629" fmla="*/ 168395 h 394676"/>
                <a:gd name="connsiteX630" fmla="*/ 389414 w 394676"/>
                <a:gd name="connsiteY630" fmla="*/ 165764 h 394676"/>
                <a:gd name="connsiteX631" fmla="*/ 383384 w 394676"/>
                <a:gd name="connsiteY631" fmla="*/ 164119 h 394676"/>
                <a:gd name="connsiteX632" fmla="*/ 380314 w 394676"/>
                <a:gd name="connsiteY632" fmla="*/ 161817 h 394676"/>
                <a:gd name="connsiteX633" fmla="*/ 378780 w 394676"/>
                <a:gd name="connsiteY633" fmla="*/ 157870 h 394676"/>
                <a:gd name="connsiteX634" fmla="*/ 377245 w 394676"/>
                <a:gd name="connsiteY634" fmla="*/ 151293 h 394676"/>
                <a:gd name="connsiteX635" fmla="*/ 379766 w 394676"/>
                <a:gd name="connsiteY635" fmla="*/ 151073 h 394676"/>
                <a:gd name="connsiteX636" fmla="*/ 382178 w 394676"/>
                <a:gd name="connsiteY636" fmla="*/ 150964 h 394676"/>
                <a:gd name="connsiteX637" fmla="*/ 384590 w 394676"/>
                <a:gd name="connsiteY637" fmla="*/ 150964 h 394676"/>
                <a:gd name="connsiteX638" fmla="*/ 387111 w 394676"/>
                <a:gd name="connsiteY638" fmla="*/ 150744 h 394676"/>
                <a:gd name="connsiteX639" fmla="*/ 387111 w 394676"/>
                <a:gd name="connsiteY639" fmla="*/ 150415 h 394676"/>
                <a:gd name="connsiteX640" fmla="*/ 387331 w 394676"/>
                <a:gd name="connsiteY640" fmla="*/ 150087 h 394676"/>
                <a:gd name="connsiteX641" fmla="*/ 387331 w 394676"/>
                <a:gd name="connsiteY641" fmla="*/ 149867 h 394676"/>
                <a:gd name="connsiteX642" fmla="*/ 387441 w 394676"/>
                <a:gd name="connsiteY642" fmla="*/ 149539 h 394676"/>
                <a:gd name="connsiteX643" fmla="*/ 389195 w 394676"/>
                <a:gd name="connsiteY643" fmla="*/ 145811 h 394676"/>
                <a:gd name="connsiteX644" fmla="*/ 391278 w 394676"/>
                <a:gd name="connsiteY644" fmla="*/ 142303 h 394676"/>
                <a:gd name="connsiteX645" fmla="*/ 393251 w 394676"/>
                <a:gd name="connsiteY645" fmla="*/ 138794 h 394676"/>
                <a:gd name="connsiteX646" fmla="*/ 394786 w 394676"/>
                <a:gd name="connsiteY646" fmla="*/ 135067 h 394676"/>
                <a:gd name="connsiteX647" fmla="*/ 395882 w 394676"/>
                <a:gd name="connsiteY647" fmla="*/ 132655 h 394676"/>
                <a:gd name="connsiteX648" fmla="*/ 397198 w 394676"/>
                <a:gd name="connsiteY648" fmla="*/ 130024 h 394676"/>
                <a:gd name="connsiteX649" fmla="*/ 398513 w 394676"/>
                <a:gd name="connsiteY649" fmla="*/ 127502 h 394676"/>
                <a:gd name="connsiteX650" fmla="*/ 399281 w 394676"/>
                <a:gd name="connsiteY650" fmla="*/ 125090 h 394676"/>
                <a:gd name="connsiteX651" fmla="*/ 399500 w 394676"/>
                <a:gd name="connsiteY651" fmla="*/ 122459 h 394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</a:cxnLst>
              <a:rect l="l" t="t" r="r" b="b"/>
              <a:pathLst>
                <a:path w="394676" h="394676">
                  <a:moveTo>
                    <a:pt x="398952" y="120486"/>
                  </a:moveTo>
                  <a:lnTo>
                    <a:pt x="397746" y="118403"/>
                  </a:lnTo>
                  <a:lnTo>
                    <a:pt x="395882" y="115662"/>
                  </a:lnTo>
                  <a:lnTo>
                    <a:pt x="394896" y="114127"/>
                  </a:lnTo>
                  <a:lnTo>
                    <a:pt x="393909" y="112593"/>
                  </a:lnTo>
                  <a:lnTo>
                    <a:pt x="392922" y="111167"/>
                  </a:lnTo>
                  <a:lnTo>
                    <a:pt x="391935" y="109632"/>
                  </a:lnTo>
                  <a:lnTo>
                    <a:pt x="391278" y="108426"/>
                  </a:lnTo>
                  <a:lnTo>
                    <a:pt x="390401" y="107111"/>
                  </a:lnTo>
                  <a:lnTo>
                    <a:pt x="389523" y="106015"/>
                  </a:lnTo>
                  <a:lnTo>
                    <a:pt x="388537" y="104918"/>
                  </a:lnTo>
                  <a:lnTo>
                    <a:pt x="387550" y="103931"/>
                  </a:lnTo>
                  <a:lnTo>
                    <a:pt x="386563" y="102835"/>
                  </a:lnTo>
                  <a:lnTo>
                    <a:pt x="385687" y="101848"/>
                  </a:lnTo>
                  <a:lnTo>
                    <a:pt x="384700" y="100862"/>
                  </a:lnTo>
                  <a:lnTo>
                    <a:pt x="384152" y="100313"/>
                  </a:lnTo>
                  <a:lnTo>
                    <a:pt x="383603" y="99765"/>
                  </a:lnTo>
                  <a:lnTo>
                    <a:pt x="383165" y="99327"/>
                  </a:lnTo>
                  <a:lnTo>
                    <a:pt x="382617" y="98779"/>
                  </a:lnTo>
                  <a:lnTo>
                    <a:pt x="381192" y="96915"/>
                  </a:lnTo>
                  <a:lnTo>
                    <a:pt x="379547" y="95599"/>
                  </a:lnTo>
                  <a:lnTo>
                    <a:pt x="377574" y="95270"/>
                  </a:lnTo>
                  <a:lnTo>
                    <a:pt x="375490" y="96148"/>
                  </a:lnTo>
                  <a:lnTo>
                    <a:pt x="370119" y="97682"/>
                  </a:lnTo>
                  <a:lnTo>
                    <a:pt x="366062" y="97573"/>
                  </a:lnTo>
                  <a:lnTo>
                    <a:pt x="362664" y="95380"/>
                  </a:lnTo>
                  <a:lnTo>
                    <a:pt x="359375" y="90447"/>
                  </a:lnTo>
                  <a:lnTo>
                    <a:pt x="352468" y="88144"/>
                  </a:lnTo>
                  <a:lnTo>
                    <a:pt x="344794" y="96477"/>
                  </a:lnTo>
                  <a:lnTo>
                    <a:pt x="336571" y="105247"/>
                  </a:lnTo>
                  <a:lnTo>
                    <a:pt x="328020" y="104260"/>
                  </a:lnTo>
                  <a:lnTo>
                    <a:pt x="327581" y="103712"/>
                  </a:lnTo>
                  <a:lnTo>
                    <a:pt x="327252" y="103054"/>
                  </a:lnTo>
                  <a:lnTo>
                    <a:pt x="326923" y="102396"/>
                  </a:lnTo>
                  <a:lnTo>
                    <a:pt x="326595" y="101629"/>
                  </a:lnTo>
                  <a:lnTo>
                    <a:pt x="326704" y="99765"/>
                  </a:lnTo>
                  <a:lnTo>
                    <a:pt x="327033" y="97902"/>
                  </a:lnTo>
                  <a:lnTo>
                    <a:pt x="327472" y="96038"/>
                  </a:lnTo>
                  <a:lnTo>
                    <a:pt x="328020" y="94174"/>
                  </a:lnTo>
                  <a:lnTo>
                    <a:pt x="329116" y="90227"/>
                  </a:lnTo>
                  <a:lnTo>
                    <a:pt x="330542" y="86390"/>
                  </a:lnTo>
                  <a:lnTo>
                    <a:pt x="332186" y="82553"/>
                  </a:lnTo>
                  <a:lnTo>
                    <a:pt x="333830" y="78826"/>
                  </a:lnTo>
                  <a:lnTo>
                    <a:pt x="332953" y="78826"/>
                  </a:lnTo>
                  <a:lnTo>
                    <a:pt x="332076" y="78606"/>
                  </a:lnTo>
                  <a:lnTo>
                    <a:pt x="331199" y="78387"/>
                  </a:lnTo>
                  <a:lnTo>
                    <a:pt x="330322" y="78387"/>
                  </a:lnTo>
                  <a:lnTo>
                    <a:pt x="331090" y="76195"/>
                  </a:lnTo>
                  <a:lnTo>
                    <a:pt x="331747" y="73892"/>
                  </a:lnTo>
                  <a:lnTo>
                    <a:pt x="331966" y="71590"/>
                  </a:lnTo>
                  <a:lnTo>
                    <a:pt x="331747" y="69288"/>
                  </a:lnTo>
                  <a:lnTo>
                    <a:pt x="331309" y="66437"/>
                  </a:lnTo>
                  <a:lnTo>
                    <a:pt x="330213" y="64025"/>
                  </a:lnTo>
                  <a:lnTo>
                    <a:pt x="328678" y="61723"/>
                  </a:lnTo>
                  <a:lnTo>
                    <a:pt x="326923" y="59640"/>
                  </a:lnTo>
                  <a:lnTo>
                    <a:pt x="325937" y="58873"/>
                  </a:lnTo>
                  <a:lnTo>
                    <a:pt x="325060" y="58215"/>
                  </a:lnTo>
                  <a:lnTo>
                    <a:pt x="323964" y="57667"/>
                  </a:lnTo>
                  <a:lnTo>
                    <a:pt x="322977" y="57118"/>
                  </a:lnTo>
                  <a:lnTo>
                    <a:pt x="319797" y="56241"/>
                  </a:lnTo>
                  <a:lnTo>
                    <a:pt x="316509" y="55693"/>
                  </a:lnTo>
                  <a:lnTo>
                    <a:pt x="313219" y="55913"/>
                  </a:lnTo>
                  <a:lnTo>
                    <a:pt x="310040" y="57118"/>
                  </a:lnTo>
                  <a:lnTo>
                    <a:pt x="306093" y="59640"/>
                  </a:lnTo>
                  <a:lnTo>
                    <a:pt x="301708" y="62052"/>
                  </a:lnTo>
                  <a:lnTo>
                    <a:pt x="297323" y="64245"/>
                  </a:lnTo>
                  <a:lnTo>
                    <a:pt x="292937" y="65889"/>
                  </a:lnTo>
                  <a:lnTo>
                    <a:pt x="289539" y="65999"/>
                  </a:lnTo>
                  <a:lnTo>
                    <a:pt x="286360" y="66328"/>
                  </a:lnTo>
                  <a:lnTo>
                    <a:pt x="283180" y="67095"/>
                  </a:lnTo>
                  <a:lnTo>
                    <a:pt x="280111" y="68849"/>
                  </a:lnTo>
                  <a:lnTo>
                    <a:pt x="278466" y="72357"/>
                  </a:lnTo>
                  <a:lnTo>
                    <a:pt x="278247" y="76304"/>
                  </a:lnTo>
                  <a:lnTo>
                    <a:pt x="278247" y="80470"/>
                  </a:lnTo>
                  <a:lnTo>
                    <a:pt x="277260" y="84307"/>
                  </a:lnTo>
                  <a:lnTo>
                    <a:pt x="276054" y="86061"/>
                  </a:lnTo>
                  <a:lnTo>
                    <a:pt x="274300" y="86719"/>
                  </a:lnTo>
                  <a:lnTo>
                    <a:pt x="272327" y="86829"/>
                  </a:lnTo>
                  <a:lnTo>
                    <a:pt x="270353" y="86390"/>
                  </a:lnTo>
                  <a:lnTo>
                    <a:pt x="266516" y="89350"/>
                  </a:lnTo>
                  <a:lnTo>
                    <a:pt x="265420" y="96038"/>
                  </a:lnTo>
                  <a:lnTo>
                    <a:pt x="263446" y="101520"/>
                  </a:lnTo>
                  <a:lnTo>
                    <a:pt x="256649" y="100862"/>
                  </a:lnTo>
                  <a:lnTo>
                    <a:pt x="251716" y="104808"/>
                  </a:lnTo>
                  <a:lnTo>
                    <a:pt x="247330" y="111825"/>
                  </a:lnTo>
                  <a:lnTo>
                    <a:pt x="243822" y="115224"/>
                  </a:lnTo>
                  <a:lnTo>
                    <a:pt x="241739" y="108426"/>
                  </a:lnTo>
                  <a:lnTo>
                    <a:pt x="241739" y="106234"/>
                  </a:lnTo>
                  <a:lnTo>
                    <a:pt x="241739" y="103931"/>
                  </a:lnTo>
                  <a:lnTo>
                    <a:pt x="241301" y="101739"/>
                  </a:lnTo>
                  <a:lnTo>
                    <a:pt x="240095" y="100204"/>
                  </a:lnTo>
                  <a:lnTo>
                    <a:pt x="238450" y="99327"/>
                  </a:lnTo>
                  <a:lnTo>
                    <a:pt x="237135" y="98340"/>
                  </a:lnTo>
                  <a:lnTo>
                    <a:pt x="236258" y="97134"/>
                  </a:lnTo>
                  <a:lnTo>
                    <a:pt x="235929" y="95270"/>
                  </a:lnTo>
                  <a:lnTo>
                    <a:pt x="236367" y="89789"/>
                  </a:lnTo>
                  <a:lnTo>
                    <a:pt x="234942" y="85842"/>
                  </a:lnTo>
                  <a:lnTo>
                    <a:pt x="231872" y="83211"/>
                  </a:lnTo>
                  <a:lnTo>
                    <a:pt x="227268" y="81566"/>
                  </a:lnTo>
                  <a:lnTo>
                    <a:pt x="222334" y="80141"/>
                  </a:lnTo>
                  <a:lnTo>
                    <a:pt x="219045" y="77949"/>
                  </a:lnTo>
                  <a:lnTo>
                    <a:pt x="217730" y="74221"/>
                  </a:lnTo>
                  <a:lnTo>
                    <a:pt x="218936" y="68301"/>
                  </a:lnTo>
                  <a:lnTo>
                    <a:pt x="220251" y="64135"/>
                  </a:lnTo>
                  <a:lnTo>
                    <a:pt x="221786" y="60298"/>
                  </a:lnTo>
                  <a:lnTo>
                    <a:pt x="223211" y="56351"/>
                  </a:lnTo>
                  <a:lnTo>
                    <a:pt x="224198" y="51746"/>
                  </a:lnTo>
                  <a:lnTo>
                    <a:pt x="224088" y="51527"/>
                  </a:lnTo>
                  <a:lnTo>
                    <a:pt x="223869" y="51198"/>
                  </a:lnTo>
                  <a:lnTo>
                    <a:pt x="223759" y="50979"/>
                  </a:lnTo>
                  <a:lnTo>
                    <a:pt x="223540" y="50760"/>
                  </a:lnTo>
                  <a:lnTo>
                    <a:pt x="220032" y="45388"/>
                  </a:lnTo>
                  <a:lnTo>
                    <a:pt x="218388" y="42757"/>
                  </a:lnTo>
                  <a:lnTo>
                    <a:pt x="216633" y="40125"/>
                  </a:lnTo>
                  <a:lnTo>
                    <a:pt x="215318" y="38042"/>
                  </a:lnTo>
                  <a:lnTo>
                    <a:pt x="214112" y="35959"/>
                  </a:lnTo>
                  <a:lnTo>
                    <a:pt x="212906" y="33767"/>
                  </a:lnTo>
                  <a:lnTo>
                    <a:pt x="211810" y="31574"/>
                  </a:lnTo>
                  <a:lnTo>
                    <a:pt x="209179" y="30149"/>
                  </a:lnTo>
                  <a:lnTo>
                    <a:pt x="204684" y="29710"/>
                  </a:lnTo>
                  <a:lnTo>
                    <a:pt x="199969" y="30149"/>
                  </a:lnTo>
                  <a:lnTo>
                    <a:pt x="196680" y="31245"/>
                  </a:lnTo>
                  <a:lnTo>
                    <a:pt x="195474" y="33438"/>
                  </a:lnTo>
                  <a:lnTo>
                    <a:pt x="194817" y="36179"/>
                  </a:lnTo>
                  <a:lnTo>
                    <a:pt x="193611" y="37604"/>
                  </a:lnTo>
                  <a:lnTo>
                    <a:pt x="190322" y="36069"/>
                  </a:lnTo>
                  <a:lnTo>
                    <a:pt x="184730" y="31355"/>
                  </a:lnTo>
                  <a:lnTo>
                    <a:pt x="178810" y="26093"/>
                  </a:lnTo>
                  <a:lnTo>
                    <a:pt x="173219" y="20611"/>
                  </a:lnTo>
                  <a:lnTo>
                    <a:pt x="168614" y="14800"/>
                  </a:lnTo>
                  <a:lnTo>
                    <a:pt x="167628" y="13046"/>
                  </a:lnTo>
                  <a:lnTo>
                    <a:pt x="166860" y="11402"/>
                  </a:lnTo>
                  <a:lnTo>
                    <a:pt x="166422" y="9648"/>
                  </a:lnTo>
                  <a:lnTo>
                    <a:pt x="165874" y="7784"/>
                  </a:lnTo>
                  <a:lnTo>
                    <a:pt x="163900" y="5591"/>
                  </a:lnTo>
                  <a:lnTo>
                    <a:pt x="160392" y="3399"/>
                  </a:lnTo>
                  <a:lnTo>
                    <a:pt x="156555" y="1535"/>
                  </a:lnTo>
                  <a:lnTo>
                    <a:pt x="153595" y="0"/>
                  </a:lnTo>
                  <a:lnTo>
                    <a:pt x="148991" y="2960"/>
                  </a:lnTo>
                  <a:lnTo>
                    <a:pt x="144386" y="5920"/>
                  </a:lnTo>
                  <a:lnTo>
                    <a:pt x="139781" y="8880"/>
                  </a:lnTo>
                  <a:lnTo>
                    <a:pt x="135177" y="11840"/>
                  </a:lnTo>
                  <a:lnTo>
                    <a:pt x="137808" y="15020"/>
                  </a:lnTo>
                  <a:lnTo>
                    <a:pt x="140220" y="18089"/>
                  </a:lnTo>
                  <a:lnTo>
                    <a:pt x="142632" y="21378"/>
                  </a:lnTo>
                  <a:lnTo>
                    <a:pt x="144934" y="24777"/>
                  </a:lnTo>
                  <a:lnTo>
                    <a:pt x="139452" y="24996"/>
                  </a:lnTo>
                  <a:lnTo>
                    <a:pt x="135725" y="26202"/>
                  </a:lnTo>
                  <a:lnTo>
                    <a:pt x="132546" y="28833"/>
                  </a:lnTo>
                  <a:lnTo>
                    <a:pt x="128928" y="33109"/>
                  </a:lnTo>
                  <a:lnTo>
                    <a:pt x="126735" y="35959"/>
                  </a:lnTo>
                  <a:lnTo>
                    <a:pt x="124542" y="38700"/>
                  </a:lnTo>
                  <a:lnTo>
                    <a:pt x="122350" y="41441"/>
                  </a:lnTo>
                  <a:lnTo>
                    <a:pt x="120157" y="44292"/>
                  </a:lnTo>
                  <a:lnTo>
                    <a:pt x="117307" y="49006"/>
                  </a:lnTo>
                  <a:lnTo>
                    <a:pt x="114456" y="53829"/>
                  </a:lnTo>
                  <a:lnTo>
                    <a:pt x="111277" y="58434"/>
                  </a:lnTo>
                  <a:lnTo>
                    <a:pt x="107769" y="62600"/>
                  </a:lnTo>
                  <a:lnTo>
                    <a:pt x="107330" y="63039"/>
                  </a:lnTo>
                  <a:lnTo>
                    <a:pt x="107001" y="63477"/>
                  </a:lnTo>
                  <a:lnTo>
                    <a:pt x="106563" y="64025"/>
                  </a:lnTo>
                  <a:lnTo>
                    <a:pt x="106234" y="64464"/>
                  </a:lnTo>
                  <a:lnTo>
                    <a:pt x="104151" y="67643"/>
                  </a:lnTo>
                  <a:lnTo>
                    <a:pt x="102397" y="70932"/>
                  </a:lnTo>
                  <a:lnTo>
                    <a:pt x="100643" y="74221"/>
                  </a:lnTo>
                  <a:lnTo>
                    <a:pt x="98669" y="77401"/>
                  </a:lnTo>
                  <a:lnTo>
                    <a:pt x="98340" y="80032"/>
                  </a:lnTo>
                  <a:lnTo>
                    <a:pt x="97902" y="82773"/>
                  </a:lnTo>
                  <a:lnTo>
                    <a:pt x="97463" y="85404"/>
                  </a:lnTo>
                  <a:lnTo>
                    <a:pt x="96805" y="88035"/>
                  </a:lnTo>
                  <a:lnTo>
                    <a:pt x="95819" y="91433"/>
                  </a:lnTo>
                  <a:lnTo>
                    <a:pt x="94832" y="94942"/>
                  </a:lnTo>
                  <a:lnTo>
                    <a:pt x="92968" y="101958"/>
                  </a:lnTo>
                  <a:lnTo>
                    <a:pt x="91982" y="105247"/>
                  </a:lnTo>
                  <a:lnTo>
                    <a:pt x="91104" y="108536"/>
                  </a:lnTo>
                  <a:lnTo>
                    <a:pt x="90118" y="111934"/>
                  </a:lnTo>
                  <a:lnTo>
                    <a:pt x="89241" y="115224"/>
                  </a:lnTo>
                  <a:lnTo>
                    <a:pt x="89022" y="117745"/>
                  </a:lnTo>
                  <a:lnTo>
                    <a:pt x="89679" y="120267"/>
                  </a:lnTo>
                  <a:lnTo>
                    <a:pt x="90447" y="122569"/>
                  </a:lnTo>
                  <a:lnTo>
                    <a:pt x="90337" y="124762"/>
                  </a:lnTo>
                  <a:lnTo>
                    <a:pt x="89460" y="127064"/>
                  </a:lnTo>
                  <a:lnTo>
                    <a:pt x="88583" y="129366"/>
                  </a:lnTo>
                  <a:lnTo>
                    <a:pt x="87816" y="131778"/>
                  </a:lnTo>
                  <a:lnTo>
                    <a:pt x="86939" y="134080"/>
                  </a:lnTo>
                  <a:lnTo>
                    <a:pt x="86390" y="135725"/>
                  </a:lnTo>
                  <a:lnTo>
                    <a:pt x="85842" y="137369"/>
                  </a:lnTo>
                  <a:lnTo>
                    <a:pt x="85294" y="139014"/>
                  </a:lnTo>
                  <a:lnTo>
                    <a:pt x="84746" y="140768"/>
                  </a:lnTo>
                  <a:lnTo>
                    <a:pt x="83649" y="144276"/>
                  </a:lnTo>
                  <a:lnTo>
                    <a:pt x="82663" y="147894"/>
                  </a:lnTo>
                  <a:lnTo>
                    <a:pt x="81676" y="151402"/>
                  </a:lnTo>
                  <a:lnTo>
                    <a:pt x="80690" y="155020"/>
                  </a:lnTo>
                  <a:lnTo>
                    <a:pt x="81238" y="156774"/>
                  </a:lnTo>
                  <a:lnTo>
                    <a:pt x="81895" y="158638"/>
                  </a:lnTo>
                  <a:lnTo>
                    <a:pt x="82553" y="160502"/>
                  </a:lnTo>
                  <a:lnTo>
                    <a:pt x="83211" y="162365"/>
                  </a:lnTo>
                  <a:lnTo>
                    <a:pt x="83430" y="163023"/>
                  </a:lnTo>
                  <a:lnTo>
                    <a:pt x="83978" y="164339"/>
                  </a:lnTo>
                  <a:lnTo>
                    <a:pt x="84198" y="164997"/>
                  </a:lnTo>
                  <a:lnTo>
                    <a:pt x="85513" y="168614"/>
                  </a:lnTo>
                  <a:lnTo>
                    <a:pt x="86829" y="172452"/>
                  </a:lnTo>
                  <a:lnTo>
                    <a:pt x="88473" y="175960"/>
                  </a:lnTo>
                  <a:lnTo>
                    <a:pt x="90885" y="178920"/>
                  </a:lnTo>
                  <a:lnTo>
                    <a:pt x="94065" y="181880"/>
                  </a:lnTo>
                  <a:lnTo>
                    <a:pt x="91653" y="185169"/>
                  </a:lnTo>
                  <a:lnTo>
                    <a:pt x="87048" y="188019"/>
                  </a:lnTo>
                  <a:lnTo>
                    <a:pt x="83540" y="189773"/>
                  </a:lnTo>
                  <a:lnTo>
                    <a:pt x="78387" y="192843"/>
                  </a:lnTo>
                  <a:lnTo>
                    <a:pt x="73344" y="195913"/>
                  </a:lnTo>
                  <a:lnTo>
                    <a:pt x="68191" y="198982"/>
                  </a:lnTo>
                  <a:lnTo>
                    <a:pt x="63148" y="202052"/>
                  </a:lnTo>
                  <a:lnTo>
                    <a:pt x="61833" y="202820"/>
                  </a:lnTo>
                  <a:lnTo>
                    <a:pt x="60517" y="203697"/>
                  </a:lnTo>
                  <a:lnTo>
                    <a:pt x="59202" y="204464"/>
                  </a:lnTo>
                  <a:lnTo>
                    <a:pt x="57886" y="205341"/>
                  </a:lnTo>
                  <a:lnTo>
                    <a:pt x="60188" y="209069"/>
                  </a:lnTo>
                  <a:lnTo>
                    <a:pt x="61394" y="210933"/>
                  </a:lnTo>
                  <a:lnTo>
                    <a:pt x="62491" y="212796"/>
                  </a:lnTo>
                  <a:lnTo>
                    <a:pt x="62819" y="213235"/>
                  </a:lnTo>
                  <a:lnTo>
                    <a:pt x="63039" y="213564"/>
                  </a:lnTo>
                  <a:lnTo>
                    <a:pt x="63258" y="214002"/>
                  </a:lnTo>
                  <a:lnTo>
                    <a:pt x="63477" y="214331"/>
                  </a:lnTo>
                  <a:lnTo>
                    <a:pt x="64574" y="216633"/>
                  </a:lnTo>
                  <a:lnTo>
                    <a:pt x="64026" y="218716"/>
                  </a:lnTo>
                  <a:lnTo>
                    <a:pt x="62491" y="220580"/>
                  </a:lnTo>
                  <a:lnTo>
                    <a:pt x="60736" y="222554"/>
                  </a:lnTo>
                  <a:lnTo>
                    <a:pt x="58324" y="225842"/>
                  </a:lnTo>
                  <a:lnTo>
                    <a:pt x="55803" y="229131"/>
                  </a:lnTo>
                  <a:lnTo>
                    <a:pt x="53281" y="232420"/>
                  </a:lnTo>
                  <a:lnTo>
                    <a:pt x="50760" y="235600"/>
                  </a:lnTo>
                  <a:lnTo>
                    <a:pt x="49225" y="237683"/>
                  </a:lnTo>
                  <a:lnTo>
                    <a:pt x="47690" y="239766"/>
                  </a:lnTo>
                  <a:lnTo>
                    <a:pt x="46155" y="241849"/>
                  </a:lnTo>
                  <a:lnTo>
                    <a:pt x="44620" y="243932"/>
                  </a:lnTo>
                  <a:lnTo>
                    <a:pt x="42537" y="246673"/>
                  </a:lnTo>
                  <a:lnTo>
                    <a:pt x="40454" y="249523"/>
                  </a:lnTo>
                  <a:lnTo>
                    <a:pt x="38371" y="252264"/>
                  </a:lnTo>
                  <a:lnTo>
                    <a:pt x="36288" y="255114"/>
                  </a:lnTo>
                  <a:lnTo>
                    <a:pt x="34315" y="257636"/>
                  </a:lnTo>
                  <a:lnTo>
                    <a:pt x="32232" y="260048"/>
                  </a:lnTo>
                  <a:lnTo>
                    <a:pt x="30149" y="262460"/>
                  </a:lnTo>
                  <a:lnTo>
                    <a:pt x="28176" y="264872"/>
                  </a:lnTo>
                  <a:lnTo>
                    <a:pt x="25873" y="266735"/>
                  </a:lnTo>
                  <a:lnTo>
                    <a:pt x="23242" y="269038"/>
                  </a:lnTo>
                  <a:lnTo>
                    <a:pt x="21159" y="271559"/>
                  </a:lnTo>
                  <a:lnTo>
                    <a:pt x="19843" y="274190"/>
                  </a:lnTo>
                  <a:lnTo>
                    <a:pt x="19734" y="277150"/>
                  </a:lnTo>
                  <a:lnTo>
                    <a:pt x="19734" y="280111"/>
                  </a:lnTo>
                  <a:lnTo>
                    <a:pt x="19076" y="282742"/>
                  </a:lnTo>
                  <a:lnTo>
                    <a:pt x="16664" y="284276"/>
                  </a:lnTo>
                  <a:lnTo>
                    <a:pt x="14362" y="285263"/>
                  </a:lnTo>
                  <a:lnTo>
                    <a:pt x="11621" y="287017"/>
                  </a:lnTo>
                  <a:lnTo>
                    <a:pt x="9100" y="289210"/>
                  </a:lnTo>
                  <a:lnTo>
                    <a:pt x="7565" y="291512"/>
                  </a:lnTo>
                  <a:lnTo>
                    <a:pt x="6578" y="293157"/>
                  </a:lnTo>
                  <a:lnTo>
                    <a:pt x="5701" y="293376"/>
                  </a:lnTo>
                  <a:lnTo>
                    <a:pt x="4605" y="293266"/>
                  </a:lnTo>
                  <a:lnTo>
                    <a:pt x="3399" y="293595"/>
                  </a:lnTo>
                  <a:lnTo>
                    <a:pt x="2303" y="294911"/>
                  </a:lnTo>
                  <a:lnTo>
                    <a:pt x="1974" y="296336"/>
                  </a:lnTo>
                  <a:lnTo>
                    <a:pt x="1535" y="297871"/>
                  </a:lnTo>
                  <a:lnTo>
                    <a:pt x="0" y="299077"/>
                  </a:lnTo>
                  <a:lnTo>
                    <a:pt x="7674" y="301489"/>
                  </a:lnTo>
                  <a:lnTo>
                    <a:pt x="15020" y="303353"/>
                  </a:lnTo>
                  <a:lnTo>
                    <a:pt x="22584" y="304558"/>
                  </a:lnTo>
                  <a:lnTo>
                    <a:pt x="30478" y="304558"/>
                  </a:lnTo>
                  <a:lnTo>
                    <a:pt x="33219" y="304668"/>
                  </a:lnTo>
                  <a:lnTo>
                    <a:pt x="34644" y="305655"/>
                  </a:lnTo>
                  <a:lnTo>
                    <a:pt x="35192" y="307738"/>
                  </a:lnTo>
                  <a:lnTo>
                    <a:pt x="35302" y="311136"/>
                  </a:lnTo>
                  <a:lnTo>
                    <a:pt x="36069" y="313219"/>
                  </a:lnTo>
                  <a:lnTo>
                    <a:pt x="37385" y="314754"/>
                  </a:lnTo>
                  <a:lnTo>
                    <a:pt x="38700" y="316399"/>
                  </a:lnTo>
                  <a:lnTo>
                    <a:pt x="38810" y="318811"/>
                  </a:lnTo>
                  <a:lnTo>
                    <a:pt x="36617" y="322977"/>
                  </a:lnTo>
                  <a:lnTo>
                    <a:pt x="34973" y="326704"/>
                  </a:lnTo>
                  <a:lnTo>
                    <a:pt x="34644" y="330651"/>
                  </a:lnTo>
                  <a:lnTo>
                    <a:pt x="36617" y="335146"/>
                  </a:lnTo>
                  <a:lnTo>
                    <a:pt x="37823" y="337777"/>
                  </a:lnTo>
                  <a:lnTo>
                    <a:pt x="38042" y="340079"/>
                  </a:lnTo>
                  <a:lnTo>
                    <a:pt x="37714" y="342491"/>
                  </a:lnTo>
                  <a:lnTo>
                    <a:pt x="37604" y="345232"/>
                  </a:lnTo>
                  <a:lnTo>
                    <a:pt x="38262" y="347425"/>
                  </a:lnTo>
                  <a:lnTo>
                    <a:pt x="39468" y="349508"/>
                  </a:lnTo>
                  <a:lnTo>
                    <a:pt x="41112" y="351481"/>
                  </a:lnTo>
                  <a:lnTo>
                    <a:pt x="42757" y="353125"/>
                  </a:lnTo>
                  <a:lnTo>
                    <a:pt x="46155" y="356524"/>
                  </a:lnTo>
                  <a:lnTo>
                    <a:pt x="49773" y="360142"/>
                  </a:lnTo>
                  <a:lnTo>
                    <a:pt x="52733" y="364308"/>
                  </a:lnTo>
                  <a:lnTo>
                    <a:pt x="54049" y="368912"/>
                  </a:lnTo>
                  <a:lnTo>
                    <a:pt x="53610" y="374175"/>
                  </a:lnTo>
                  <a:lnTo>
                    <a:pt x="51746" y="379766"/>
                  </a:lnTo>
                  <a:lnTo>
                    <a:pt x="50760" y="384919"/>
                  </a:lnTo>
                  <a:lnTo>
                    <a:pt x="52733" y="388866"/>
                  </a:lnTo>
                  <a:lnTo>
                    <a:pt x="54268" y="390291"/>
                  </a:lnTo>
                  <a:lnTo>
                    <a:pt x="55803" y="392045"/>
                  </a:lnTo>
                  <a:lnTo>
                    <a:pt x="57228" y="394018"/>
                  </a:lnTo>
                  <a:lnTo>
                    <a:pt x="58544" y="395772"/>
                  </a:lnTo>
                  <a:lnTo>
                    <a:pt x="60627" y="397417"/>
                  </a:lnTo>
                  <a:lnTo>
                    <a:pt x="63367" y="398404"/>
                  </a:lnTo>
                  <a:lnTo>
                    <a:pt x="66218" y="398513"/>
                  </a:lnTo>
                  <a:lnTo>
                    <a:pt x="68740" y="397965"/>
                  </a:lnTo>
                  <a:lnTo>
                    <a:pt x="70932" y="396320"/>
                  </a:lnTo>
                  <a:lnTo>
                    <a:pt x="72357" y="394237"/>
                  </a:lnTo>
                  <a:lnTo>
                    <a:pt x="73892" y="392374"/>
                  </a:lnTo>
                  <a:lnTo>
                    <a:pt x="76414" y="391497"/>
                  </a:lnTo>
                  <a:lnTo>
                    <a:pt x="80690" y="387989"/>
                  </a:lnTo>
                  <a:lnTo>
                    <a:pt x="85075" y="384590"/>
                  </a:lnTo>
                  <a:lnTo>
                    <a:pt x="89460" y="381192"/>
                  </a:lnTo>
                  <a:lnTo>
                    <a:pt x="93736" y="377464"/>
                  </a:lnTo>
                  <a:lnTo>
                    <a:pt x="98121" y="372750"/>
                  </a:lnTo>
                  <a:lnTo>
                    <a:pt x="101520" y="367597"/>
                  </a:lnTo>
                  <a:lnTo>
                    <a:pt x="104370" y="362006"/>
                  </a:lnTo>
                  <a:lnTo>
                    <a:pt x="107220" y="355976"/>
                  </a:lnTo>
                  <a:lnTo>
                    <a:pt x="107549" y="355208"/>
                  </a:lnTo>
                  <a:lnTo>
                    <a:pt x="107988" y="354331"/>
                  </a:lnTo>
                  <a:lnTo>
                    <a:pt x="108426" y="353674"/>
                  </a:lnTo>
                  <a:lnTo>
                    <a:pt x="108865" y="353016"/>
                  </a:lnTo>
                  <a:lnTo>
                    <a:pt x="112921" y="352468"/>
                  </a:lnTo>
                  <a:lnTo>
                    <a:pt x="116868" y="351700"/>
                  </a:lnTo>
                  <a:lnTo>
                    <a:pt x="120815" y="350823"/>
                  </a:lnTo>
                  <a:lnTo>
                    <a:pt x="124652" y="349617"/>
                  </a:lnTo>
                  <a:lnTo>
                    <a:pt x="128599" y="348082"/>
                  </a:lnTo>
                  <a:lnTo>
                    <a:pt x="132655" y="346877"/>
                  </a:lnTo>
                  <a:lnTo>
                    <a:pt x="136711" y="345670"/>
                  </a:lnTo>
                  <a:lnTo>
                    <a:pt x="140658" y="344465"/>
                  </a:lnTo>
                  <a:lnTo>
                    <a:pt x="141755" y="343916"/>
                  </a:lnTo>
                  <a:lnTo>
                    <a:pt x="142851" y="343587"/>
                  </a:lnTo>
                  <a:lnTo>
                    <a:pt x="143947" y="343368"/>
                  </a:lnTo>
                  <a:lnTo>
                    <a:pt x="145044" y="343259"/>
                  </a:lnTo>
                  <a:lnTo>
                    <a:pt x="149210" y="342382"/>
                  </a:lnTo>
                  <a:lnTo>
                    <a:pt x="152499" y="341943"/>
                  </a:lnTo>
                  <a:lnTo>
                    <a:pt x="155568" y="342601"/>
                  </a:lnTo>
                  <a:lnTo>
                    <a:pt x="158638" y="345013"/>
                  </a:lnTo>
                  <a:lnTo>
                    <a:pt x="160940" y="347973"/>
                  </a:lnTo>
                  <a:lnTo>
                    <a:pt x="163023" y="350275"/>
                  </a:lnTo>
                  <a:lnTo>
                    <a:pt x="165326" y="350494"/>
                  </a:lnTo>
                  <a:lnTo>
                    <a:pt x="168505" y="347425"/>
                  </a:lnTo>
                  <a:lnTo>
                    <a:pt x="170698" y="345122"/>
                  </a:lnTo>
                  <a:lnTo>
                    <a:pt x="171136" y="343039"/>
                  </a:lnTo>
                  <a:lnTo>
                    <a:pt x="171026" y="340737"/>
                  </a:lnTo>
                  <a:lnTo>
                    <a:pt x="171465" y="338216"/>
                  </a:lnTo>
                  <a:lnTo>
                    <a:pt x="172671" y="336023"/>
                  </a:lnTo>
                  <a:lnTo>
                    <a:pt x="174316" y="334598"/>
                  </a:lnTo>
                  <a:lnTo>
                    <a:pt x="176069" y="333173"/>
                  </a:lnTo>
                  <a:lnTo>
                    <a:pt x="177824" y="331528"/>
                  </a:lnTo>
                  <a:lnTo>
                    <a:pt x="179687" y="329993"/>
                  </a:lnTo>
                  <a:lnTo>
                    <a:pt x="181551" y="328349"/>
                  </a:lnTo>
                  <a:lnTo>
                    <a:pt x="183305" y="326704"/>
                  </a:lnTo>
                  <a:lnTo>
                    <a:pt x="185059" y="325060"/>
                  </a:lnTo>
                  <a:lnTo>
                    <a:pt x="189883" y="321113"/>
                  </a:lnTo>
                  <a:lnTo>
                    <a:pt x="193939" y="322757"/>
                  </a:lnTo>
                  <a:lnTo>
                    <a:pt x="197558" y="326923"/>
                  </a:lnTo>
                  <a:lnTo>
                    <a:pt x="201066" y="330651"/>
                  </a:lnTo>
                  <a:lnTo>
                    <a:pt x="203587" y="331528"/>
                  </a:lnTo>
                  <a:lnTo>
                    <a:pt x="204903" y="332953"/>
                  </a:lnTo>
                  <a:lnTo>
                    <a:pt x="205780" y="334927"/>
                  </a:lnTo>
                  <a:lnTo>
                    <a:pt x="206767" y="337119"/>
                  </a:lnTo>
                  <a:lnTo>
                    <a:pt x="209617" y="339312"/>
                  </a:lnTo>
                  <a:lnTo>
                    <a:pt x="214222" y="340518"/>
                  </a:lnTo>
                  <a:lnTo>
                    <a:pt x="218936" y="340627"/>
                  </a:lnTo>
                  <a:lnTo>
                    <a:pt x="222334" y="339751"/>
                  </a:lnTo>
                  <a:lnTo>
                    <a:pt x="222334" y="339531"/>
                  </a:lnTo>
                  <a:lnTo>
                    <a:pt x="222444" y="339312"/>
                  </a:lnTo>
                  <a:lnTo>
                    <a:pt x="222444" y="339202"/>
                  </a:lnTo>
                  <a:lnTo>
                    <a:pt x="222554" y="338983"/>
                  </a:lnTo>
                  <a:lnTo>
                    <a:pt x="223869" y="332844"/>
                  </a:lnTo>
                  <a:lnTo>
                    <a:pt x="225404" y="326814"/>
                  </a:lnTo>
                  <a:lnTo>
                    <a:pt x="226500" y="320784"/>
                  </a:lnTo>
                  <a:lnTo>
                    <a:pt x="226939" y="314754"/>
                  </a:lnTo>
                  <a:lnTo>
                    <a:pt x="226939" y="314425"/>
                  </a:lnTo>
                  <a:lnTo>
                    <a:pt x="226939" y="314206"/>
                  </a:lnTo>
                  <a:lnTo>
                    <a:pt x="226829" y="313877"/>
                  </a:lnTo>
                  <a:lnTo>
                    <a:pt x="226829" y="313548"/>
                  </a:lnTo>
                  <a:lnTo>
                    <a:pt x="228583" y="311684"/>
                  </a:lnTo>
                  <a:lnTo>
                    <a:pt x="231215" y="310259"/>
                  </a:lnTo>
                  <a:lnTo>
                    <a:pt x="233846" y="308724"/>
                  </a:lnTo>
                  <a:lnTo>
                    <a:pt x="235819" y="306203"/>
                  </a:lnTo>
                  <a:lnTo>
                    <a:pt x="237135" y="302914"/>
                  </a:lnTo>
                  <a:lnTo>
                    <a:pt x="238560" y="299406"/>
                  </a:lnTo>
                  <a:lnTo>
                    <a:pt x="240424" y="296227"/>
                  </a:lnTo>
                  <a:lnTo>
                    <a:pt x="242945" y="293924"/>
                  </a:lnTo>
                  <a:lnTo>
                    <a:pt x="245028" y="292828"/>
                  </a:lnTo>
                  <a:lnTo>
                    <a:pt x="247221" y="291951"/>
                  </a:lnTo>
                  <a:lnTo>
                    <a:pt x="249523" y="291183"/>
                  </a:lnTo>
                  <a:lnTo>
                    <a:pt x="251716" y="290635"/>
                  </a:lnTo>
                  <a:lnTo>
                    <a:pt x="256320" y="288223"/>
                  </a:lnTo>
                  <a:lnTo>
                    <a:pt x="259390" y="285702"/>
                  </a:lnTo>
                  <a:lnTo>
                    <a:pt x="260596" y="282194"/>
                  </a:lnTo>
                  <a:lnTo>
                    <a:pt x="259609" y="276712"/>
                  </a:lnTo>
                  <a:lnTo>
                    <a:pt x="258513" y="275616"/>
                  </a:lnTo>
                  <a:lnTo>
                    <a:pt x="257307" y="274519"/>
                  </a:lnTo>
                  <a:lnTo>
                    <a:pt x="256211" y="273423"/>
                  </a:lnTo>
                  <a:lnTo>
                    <a:pt x="255005" y="272326"/>
                  </a:lnTo>
                  <a:lnTo>
                    <a:pt x="253470" y="268490"/>
                  </a:lnTo>
                  <a:lnTo>
                    <a:pt x="254237" y="266078"/>
                  </a:lnTo>
                  <a:lnTo>
                    <a:pt x="256540" y="264324"/>
                  </a:lnTo>
                  <a:lnTo>
                    <a:pt x="259609" y="262460"/>
                  </a:lnTo>
                  <a:lnTo>
                    <a:pt x="257198" y="259719"/>
                  </a:lnTo>
                  <a:lnTo>
                    <a:pt x="255114" y="256868"/>
                  </a:lnTo>
                  <a:lnTo>
                    <a:pt x="254566" y="253799"/>
                  </a:lnTo>
                  <a:lnTo>
                    <a:pt x="256430" y="250510"/>
                  </a:lnTo>
                  <a:lnTo>
                    <a:pt x="258403" y="248646"/>
                  </a:lnTo>
                  <a:lnTo>
                    <a:pt x="260377" y="246782"/>
                  </a:lnTo>
                  <a:lnTo>
                    <a:pt x="262241" y="244809"/>
                  </a:lnTo>
                  <a:lnTo>
                    <a:pt x="263775" y="242726"/>
                  </a:lnTo>
                  <a:lnTo>
                    <a:pt x="263008" y="242287"/>
                  </a:lnTo>
                  <a:lnTo>
                    <a:pt x="262350" y="241739"/>
                  </a:lnTo>
                  <a:lnTo>
                    <a:pt x="261802" y="241082"/>
                  </a:lnTo>
                  <a:lnTo>
                    <a:pt x="261254" y="240423"/>
                  </a:lnTo>
                  <a:lnTo>
                    <a:pt x="259500" y="237354"/>
                  </a:lnTo>
                  <a:lnTo>
                    <a:pt x="258403" y="233736"/>
                  </a:lnTo>
                  <a:lnTo>
                    <a:pt x="258074" y="230118"/>
                  </a:lnTo>
                  <a:lnTo>
                    <a:pt x="258513" y="226500"/>
                  </a:lnTo>
                  <a:lnTo>
                    <a:pt x="258513" y="226391"/>
                  </a:lnTo>
                  <a:lnTo>
                    <a:pt x="258513" y="226281"/>
                  </a:lnTo>
                  <a:lnTo>
                    <a:pt x="258513" y="226171"/>
                  </a:lnTo>
                  <a:lnTo>
                    <a:pt x="258513" y="226062"/>
                  </a:lnTo>
                  <a:lnTo>
                    <a:pt x="258513" y="225185"/>
                  </a:lnTo>
                  <a:lnTo>
                    <a:pt x="257965" y="224527"/>
                  </a:lnTo>
                  <a:lnTo>
                    <a:pt x="257307" y="224088"/>
                  </a:lnTo>
                  <a:lnTo>
                    <a:pt x="256320" y="223979"/>
                  </a:lnTo>
                  <a:lnTo>
                    <a:pt x="254457" y="222773"/>
                  </a:lnTo>
                  <a:lnTo>
                    <a:pt x="254018" y="221128"/>
                  </a:lnTo>
                  <a:lnTo>
                    <a:pt x="254676" y="219155"/>
                  </a:lnTo>
                  <a:lnTo>
                    <a:pt x="256211" y="217401"/>
                  </a:lnTo>
                  <a:lnTo>
                    <a:pt x="256430" y="216633"/>
                  </a:lnTo>
                  <a:lnTo>
                    <a:pt x="256320" y="215866"/>
                  </a:lnTo>
                  <a:lnTo>
                    <a:pt x="255772" y="215208"/>
                  </a:lnTo>
                  <a:lnTo>
                    <a:pt x="255114" y="214550"/>
                  </a:lnTo>
                  <a:lnTo>
                    <a:pt x="254347" y="210494"/>
                  </a:lnTo>
                  <a:lnTo>
                    <a:pt x="255882" y="206109"/>
                  </a:lnTo>
                  <a:lnTo>
                    <a:pt x="257965" y="201504"/>
                  </a:lnTo>
                  <a:lnTo>
                    <a:pt x="259061" y="197119"/>
                  </a:lnTo>
                  <a:lnTo>
                    <a:pt x="262679" y="197886"/>
                  </a:lnTo>
                  <a:lnTo>
                    <a:pt x="266078" y="198434"/>
                  </a:lnTo>
                  <a:lnTo>
                    <a:pt x="268819" y="197448"/>
                  </a:lnTo>
                  <a:lnTo>
                    <a:pt x="270353" y="193830"/>
                  </a:lnTo>
                  <a:lnTo>
                    <a:pt x="270573" y="193282"/>
                  </a:lnTo>
                  <a:lnTo>
                    <a:pt x="270792" y="192843"/>
                  </a:lnTo>
                  <a:lnTo>
                    <a:pt x="271011" y="192295"/>
                  </a:lnTo>
                  <a:lnTo>
                    <a:pt x="271230" y="191856"/>
                  </a:lnTo>
                  <a:lnTo>
                    <a:pt x="273204" y="188348"/>
                  </a:lnTo>
                  <a:lnTo>
                    <a:pt x="275616" y="185059"/>
                  </a:lnTo>
                  <a:lnTo>
                    <a:pt x="278247" y="181770"/>
                  </a:lnTo>
                  <a:lnTo>
                    <a:pt x="280659" y="178591"/>
                  </a:lnTo>
                  <a:lnTo>
                    <a:pt x="281316" y="177495"/>
                  </a:lnTo>
                  <a:lnTo>
                    <a:pt x="282084" y="176398"/>
                  </a:lnTo>
                  <a:lnTo>
                    <a:pt x="282742" y="175302"/>
                  </a:lnTo>
                  <a:lnTo>
                    <a:pt x="283509" y="174206"/>
                  </a:lnTo>
                  <a:lnTo>
                    <a:pt x="284386" y="173109"/>
                  </a:lnTo>
                  <a:lnTo>
                    <a:pt x="285373" y="172342"/>
                  </a:lnTo>
                  <a:lnTo>
                    <a:pt x="286579" y="171794"/>
                  </a:lnTo>
                  <a:lnTo>
                    <a:pt x="287894" y="171574"/>
                  </a:lnTo>
                  <a:lnTo>
                    <a:pt x="289868" y="170259"/>
                  </a:lnTo>
                  <a:lnTo>
                    <a:pt x="290416" y="168614"/>
                  </a:lnTo>
                  <a:lnTo>
                    <a:pt x="289649" y="167080"/>
                  </a:lnTo>
                  <a:lnTo>
                    <a:pt x="287346" y="165983"/>
                  </a:lnTo>
                  <a:lnTo>
                    <a:pt x="289429" y="164229"/>
                  </a:lnTo>
                  <a:lnTo>
                    <a:pt x="289539" y="162256"/>
                  </a:lnTo>
                  <a:lnTo>
                    <a:pt x="289429" y="160282"/>
                  </a:lnTo>
                  <a:lnTo>
                    <a:pt x="291074" y="158528"/>
                  </a:lnTo>
                  <a:lnTo>
                    <a:pt x="292280" y="157432"/>
                  </a:lnTo>
                  <a:lnTo>
                    <a:pt x="293376" y="156226"/>
                  </a:lnTo>
                  <a:lnTo>
                    <a:pt x="294582" y="155020"/>
                  </a:lnTo>
                  <a:lnTo>
                    <a:pt x="295569" y="153705"/>
                  </a:lnTo>
                  <a:lnTo>
                    <a:pt x="296007" y="154143"/>
                  </a:lnTo>
                  <a:lnTo>
                    <a:pt x="296446" y="154582"/>
                  </a:lnTo>
                  <a:lnTo>
                    <a:pt x="296775" y="155020"/>
                  </a:lnTo>
                  <a:lnTo>
                    <a:pt x="297213" y="155458"/>
                  </a:lnTo>
                  <a:lnTo>
                    <a:pt x="298748" y="156555"/>
                  </a:lnTo>
                  <a:lnTo>
                    <a:pt x="299954" y="157980"/>
                  </a:lnTo>
                  <a:lnTo>
                    <a:pt x="300722" y="159515"/>
                  </a:lnTo>
                  <a:lnTo>
                    <a:pt x="300831" y="161379"/>
                  </a:lnTo>
                  <a:lnTo>
                    <a:pt x="300722" y="161817"/>
                  </a:lnTo>
                  <a:lnTo>
                    <a:pt x="300722" y="162365"/>
                  </a:lnTo>
                  <a:lnTo>
                    <a:pt x="300831" y="162804"/>
                  </a:lnTo>
                  <a:lnTo>
                    <a:pt x="300831" y="163243"/>
                  </a:lnTo>
                  <a:lnTo>
                    <a:pt x="301270" y="165764"/>
                  </a:lnTo>
                  <a:lnTo>
                    <a:pt x="302256" y="167957"/>
                  </a:lnTo>
                  <a:lnTo>
                    <a:pt x="303901" y="169711"/>
                  </a:lnTo>
                  <a:lnTo>
                    <a:pt x="305984" y="170807"/>
                  </a:lnTo>
                  <a:lnTo>
                    <a:pt x="306641" y="172561"/>
                  </a:lnTo>
                  <a:lnTo>
                    <a:pt x="307299" y="174206"/>
                  </a:lnTo>
                  <a:lnTo>
                    <a:pt x="308067" y="175740"/>
                  </a:lnTo>
                  <a:lnTo>
                    <a:pt x="308944" y="177275"/>
                  </a:lnTo>
                  <a:lnTo>
                    <a:pt x="309492" y="178043"/>
                  </a:lnTo>
                  <a:lnTo>
                    <a:pt x="309931" y="178920"/>
                  </a:lnTo>
                  <a:lnTo>
                    <a:pt x="310259" y="179687"/>
                  </a:lnTo>
                  <a:lnTo>
                    <a:pt x="310588" y="180674"/>
                  </a:lnTo>
                  <a:lnTo>
                    <a:pt x="310698" y="180893"/>
                  </a:lnTo>
                  <a:lnTo>
                    <a:pt x="310808" y="181113"/>
                  </a:lnTo>
                  <a:lnTo>
                    <a:pt x="311027" y="181442"/>
                  </a:lnTo>
                  <a:lnTo>
                    <a:pt x="311027" y="181661"/>
                  </a:lnTo>
                  <a:lnTo>
                    <a:pt x="312343" y="183634"/>
                  </a:lnTo>
                  <a:lnTo>
                    <a:pt x="312014" y="185498"/>
                  </a:lnTo>
                  <a:lnTo>
                    <a:pt x="310698" y="187033"/>
                  </a:lnTo>
                  <a:lnTo>
                    <a:pt x="308724" y="188348"/>
                  </a:lnTo>
                  <a:lnTo>
                    <a:pt x="309492" y="189116"/>
                  </a:lnTo>
                  <a:lnTo>
                    <a:pt x="310150" y="190102"/>
                  </a:lnTo>
                  <a:lnTo>
                    <a:pt x="310808" y="190980"/>
                  </a:lnTo>
                  <a:lnTo>
                    <a:pt x="311027" y="191308"/>
                  </a:lnTo>
                  <a:lnTo>
                    <a:pt x="310369" y="191966"/>
                  </a:lnTo>
                  <a:lnTo>
                    <a:pt x="309711" y="192624"/>
                  </a:lnTo>
                  <a:lnTo>
                    <a:pt x="309053" y="193282"/>
                  </a:lnTo>
                  <a:lnTo>
                    <a:pt x="308396" y="194049"/>
                  </a:lnTo>
                  <a:lnTo>
                    <a:pt x="311027" y="197009"/>
                  </a:lnTo>
                  <a:lnTo>
                    <a:pt x="314645" y="198763"/>
                  </a:lnTo>
                  <a:lnTo>
                    <a:pt x="318482" y="200298"/>
                  </a:lnTo>
                  <a:lnTo>
                    <a:pt x="321880" y="202491"/>
                  </a:lnTo>
                  <a:lnTo>
                    <a:pt x="323086" y="203697"/>
                  </a:lnTo>
                  <a:lnTo>
                    <a:pt x="324073" y="205012"/>
                  </a:lnTo>
                  <a:lnTo>
                    <a:pt x="325060" y="206438"/>
                  </a:lnTo>
                  <a:lnTo>
                    <a:pt x="325937" y="207863"/>
                  </a:lnTo>
                  <a:lnTo>
                    <a:pt x="326156" y="208411"/>
                  </a:lnTo>
                  <a:lnTo>
                    <a:pt x="326375" y="208850"/>
                  </a:lnTo>
                  <a:lnTo>
                    <a:pt x="326485" y="209398"/>
                  </a:lnTo>
                  <a:lnTo>
                    <a:pt x="326704" y="209946"/>
                  </a:lnTo>
                  <a:lnTo>
                    <a:pt x="327472" y="212577"/>
                  </a:lnTo>
                  <a:lnTo>
                    <a:pt x="327910" y="215318"/>
                  </a:lnTo>
                  <a:lnTo>
                    <a:pt x="328130" y="218059"/>
                  </a:lnTo>
                  <a:lnTo>
                    <a:pt x="327910" y="220909"/>
                  </a:lnTo>
                  <a:lnTo>
                    <a:pt x="327581" y="223321"/>
                  </a:lnTo>
                  <a:lnTo>
                    <a:pt x="327143" y="225733"/>
                  </a:lnTo>
                  <a:lnTo>
                    <a:pt x="326814" y="228145"/>
                  </a:lnTo>
                  <a:lnTo>
                    <a:pt x="326595" y="230557"/>
                  </a:lnTo>
                  <a:lnTo>
                    <a:pt x="327581" y="233846"/>
                  </a:lnTo>
                  <a:lnTo>
                    <a:pt x="329226" y="236915"/>
                  </a:lnTo>
                  <a:lnTo>
                    <a:pt x="330870" y="239985"/>
                  </a:lnTo>
                  <a:lnTo>
                    <a:pt x="331966" y="243493"/>
                  </a:lnTo>
                  <a:lnTo>
                    <a:pt x="331966" y="243713"/>
                  </a:lnTo>
                  <a:lnTo>
                    <a:pt x="331966" y="243932"/>
                  </a:lnTo>
                  <a:lnTo>
                    <a:pt x="331966" y="244151"/>
                  </a:lnTo>
                  <a:lnTo>
                    <a:pt x="331966" y="244370"/>
                  </a:lnTo>
                  <a:lnTo>
                    <a:pt x="331309" y="247111"/>
                  </a:lnTo>
                  <a:lnTo>
                    <a:pt x="330213" y="249413"/>
                  </a:lnTo>
                  <a:lnTo>
                    <a:pt x="328678" y="251606"/>
                  </a:lnTo>
                  <a:lnTo>
                    <a:pt x="327033" y="253799"/>
                  </a:lnTo>
                  <a:lnTo>
                    <a:pt x="329664" y="254676"/>
                  </a:lnTo>
                  <a:lnTo>
                    <a:pt x="332953" y="255114"/>
                  </a:lnTo>
                  <a:lnTo>
                    <a:pt x="336461" y="255553"/>
                  </a:lnTo>
                  <a:lnTo>
                    <a:pt x="339641" y="256539"/>
                  </a:lnTo>
                  <a:lnTo>
                    <a:pt x="339970" y="256649"/>
                  </a:lnTo>
                  <a:lnTo>
                    <a:pt x="340299" y="256868"/>
                  </a:lnTo>
                  <a:lnTo>
                    <a:pt x="340627" y="256978"/>
                  </a:lnTo>
                  <a:lnTo>
                    <a:pt x="340956" y="257197"/>
                  </a:lnTo>
                  <a:lnTo>
                    <a:pt x="342601" y="258842"/>
                  </a:lnTo>
                  <a:lnTo>
                    <a:pt x="344136" y="260486"/>
                  </a:lnTo>
                  <a:lnTo>
                    <a:pt x="345890" y="262131"/>
                  </a:lnTo>
                  <a:lnTo>
                    <a:pt x="347534" y="263446"/>
                  </a:lnTo>
                  <a:lnTo>
                    <a:pt x="349069" y="263556"/>
                  </a:lnTo>
                  <a:lnTo>
                    <a:pt x="350385" y="263008"/>
                  </a:lnTo>
                  <a:lnTo>
                    <a:pt x="351481" y="263008"/>
                  </a:lnTo>
                  <a:lnTo>
                    <a:pt x="352468" y="264762"/>
                  </a:lnTo>
                  <a:lnTo>
                    <a:pt x="352687" y="265310"/>
                  </a:lnTo>
                  <a:lnTo>
                    <a:pt x="352797" y="265968"/>
                  </a:lnTo>
                  <a:lnTo>
                    <a:pt x="353016" y="266626"/>
                  </a:lnTo>
                  <a:lnTo>
                    <a:pt x="353126" y="267283"/>
                  </a:lnTo>
                  <a:lnTo>
                    <a:pt x="353564" y="269038"/>
                  </a:lnTo>
                  <a:lnTo>
                    <a:pt x="354222" y="270901"/>
                  </a:lnTo>
                  <a:lnTo>
                    <a:pt x="354770" y="272655"/>
                  </a:lnTo>
                  <a:lnTo>
                    <a:pt x="355538" y="274300"/>
                  </a:lnTo>
                  <a:lnTo>
                    <a:pt x="355647" y="274738"/>
                  </a:lnTo>
                  <a:lnTo>
                    <a:pt x="355757" y="275067"/>
                  </a:lnTo>
                  <a:lnTo>
                    <a:pt x="355867" y="275506"/>
                  </a:lnTo>
                  <a:lnTo>
                    <a:pt x="355976" y="275835"/>
                  </a:lnTo>
                  <a:lnTo>
                    <a:pt x="356415" y="277589"/>
                  </a:lnTo>
                  <a:lnTo>
                    <a:pt x="357292" y="278685"/>
                  </a:lnTo>
                  <a:lnTo>
                    <a:pt x="358498" y="279233"/>
                  </a:lnTo>
                  <a:lnTo>
                    <a:pt x="360252" y="279233"/>
                  </a:lnTo>
                  <a:lnTo>
                    <a:pt x="362664" y="279343"/>
                  </a:lnTo>
                  <a:lnTo>
                    <a:pt x="364856" y="279782"/>
                  </a:lnTo>
                  <a:lnTo>
                    <a:pt x="367049" y="280330"/>
                  </a:lnTo>
                  <a:lnTo>
                    <a:pt x="369351" y="280330"/>
                  </a:lnTo>
                  <a:lnTo>
                    <a:pt x="372311" y="280001"/>
                  </a:lnTo>
                  <a:lnTo>
                    <a:pt x="375052" y="279562"/>
                  </a:lnTo>
                  <a:lnTo>
                    <a:pt x="377135" y="278466"/>
                  </a:lnTo>
                  <a:lnTo>
                    <a:pt x="378231" y="275945"/>
                  </a:lnTo>
                  <a:lnTo>
                    <a:pt x="379328" y="273313"/>
                  </a:lnTo>
                  <a:lnTo>
                    <a:pt x="381192" y="271559"/>
                  </a:lnTo>
                  <a:lnTo>
                    <a:pt x="383713" y="270353"/>
                  </a:lnTo>
                  <a:lnTo>
                    <a:pt x="386454" y="269038"/>
                  </a:lnTo>
                  <a:lnTo>
                    <a:pt x="387221" y="268709"/>
                  </a:lnTo>
                  <a:lnTo>
                    <a:pt x="387989" y="268270"/>
                  </a:lnTo>
                  <a:lnTo>
                    <a:pt x="388866" y="267831"/>
                  </a:lnTo>
                  <a:lnTo>
                    <a:pt x="389633" y="267393"/>
                  </a:lnTo>
                  <a:lnTo>
                    <a:pt x="389852" y="266626"/>
                  </a:lnTo>
                  <a:lnTo>
                    <a:pt x="389962" y="265858"/>
                  </a:lnTo>
                  <a:lnTo>
                    <a:pt x="390181" y="265091"/>
                  </a:lnTo>
                  <a:lnTo>
                    <a:pt x="390291" y="264433"/>
                  </a:lnTo>
                  <a:lnTo>
                    <a:pt x="390949" y="262460"/>
                  </a:lnTo>
                  <a:lnTo>
                    <a:pt x="390839" y="260705"/>
                  </a:lnTo>
                  <a:lnTo>
                    <a:pt x="390072" y="259171"/>
                  </a:lnTo>
                  <a:lnTo>
                    <a:pt x="388866" y="257636"/>
                  </a:lnTo>
                  <a:lnTo>
                    <a:pt x="387989" y="255443"/>
                  </a:lnTo>
                  <a:lnTo>
                    <a:pt x="387879" y="252374"/>
                  </a:lnTo>
                  <a:lnTo>
                    <a:pt x="388098" y="249194"/>
                  </a:lnTo>
                  <a:lnTo>
                    <a:pt x="388427" y="246563"/>
                  </a:lnTo>
                  <a:lnTo>
                    <a:pt x="388427" y="244699"/>
                  </a:lnTo>
                  <a:lnTo>
                    <a:pt x="388537" y="242835"/>
                  </a:lnTo>
                  <a:lnTo>
                    <a:pt x="388537" y="241082"/>
                  </a:lnTo>
                  <a:lnTo>
                    <a:pt x="388646" y="239218"/>
                  </a:lnTo>
                  <a:lnTo>
                    <a:pt x="388646" y="237025"/>
                  </a:lnTo>
                  <a:lnTo>
                    <a:pt x="389633" y="235380"/>
                  </a:lnTo>
                  <a:lnTo>
                    <a:pt x="391058" y="234065"/>
                  </a:lnTo>
                  <a:lnTo>
                    <a:pt x="392264" y="232969"/>
                  </a:lnTo>
                  <a:lnTo>
                    <a:pt x="392045" y="230337"/>
                  </a:lnTo>
                  <a:lnTo>
                    <a:pt x="391716" y="227816"/>
                  </a:lnTo>
                  <a:lnTo>
                    <a:pt x="391387" y="225185"/>
                  </a:lnTo>
                  <a:lnTo>
                    <a:pt x="391168" y="222663"/>
                  </a:lnTo>
                  <a:lnTo>
                    <a:pt x="390620" y="219703"/>
                  </a:lnTo>
                  <a:lnTo>
                    <a:pt x="390072" y="216853"/>
                  </a:lnTo>
                  <a:lnTo>
                    <a:pt x="389633" y="214002"/>
                  </a:lnTo>
                  <a:lnTo>
                    <a:pt x="389085" y="211042"/>
                  </a:lnTo>
                  <a:lnTo>
                    <a:pt x="388975" y="210603"/>
                  </a:lnTo>
                  <a:lnTo>
                    <a:pt x="388866" y="210165"/>
                  </a:lnTo>
                  <a:lnTo>
                    <a:pt x="388866" y="209617"/>
                  </a:lnTo>
                  <a:lnTo>
                    <a:pt x="388756" y="209179"/>
                  </a:lnTo>
                  <a:lnTo>
                    <a:pt x="387221" y="203806"/>
                  </a:lnTo>
                  <a:lnTo>
                    <a:pt x="385467" y="197558"/>
                  </a:lnTo>
                  <a:lnTo>
                    <a:pt x="384590" y="191418"/>
                  </a:lnTo>
                  <a:lnTo>
                    <a:pt x="385906" y="186156"/>
                  </a:lnTo>
                  <a:lnTo>
                    <a:pt x="386783" y="183525"/>
                  </a:lnTo>
                  <a:lnTo>
                    <a:pt x="387660" y="180893"/>
                  </a:lnTo>
                  <a:lnTo>
                    <a:pt x="388975" y="178591"/>
                  </a:lnTo>
                  <a:lnTo>
                    <a:pt x="390730" y="176398"/>
                  </a:lnTo>
                  <a:lnTo>
                    <a:pt x="390510" y="173767"/>
                  </a:lnTo>
                  <a:lnTo>
                    <a:pt x="390291" y="171026"/>
                  </a:lnTo>
                  <a:lnTo>
                    <a:pt x="389962" y="168395"/>
                  </a:lnTo>
                  <a:lnTo>
                    <a:pt x="389414" y="165764"/>
                  </a:lnTo>
                  <a:lnTo>
                    <a:pt x="383384" y="164119"/>
                  </a:lnTo>
                  <a:lnTo>
                    <a:pt x="380314" y="161817"/>
                  </a:lnTo>
                  <a:lnTo>
                    <a:pt x="378780" y="157870"/>
                  </a:lnTo>
                  <a:lnTo>
                    <a:pt x="377245" y="151293"/>
                  </a:lnTo>
                  <a:lnTo>
                    <a:pt x="379766" y="151073"/>
                  </a:lnTo>
                  <a:lnTo>
                    <a:pt x="382178" y="150964"/>
                  </a:lnTo>
                  <a:lnTo>
                    <a:pt x="384590" y="150964"/>
                  </a:lnTo>
                  <a:lnTo>
                    <a:pt x="387111" y="150744"/>
                  </a:lnTo>
                  <a:lnTo>
                    <a:pt x="387111" y="150415"/>
                  </a:lnTo>
                  <a:lnTo>
                    <a:pt x="387331" y="150087"/>
                  </a:lnTo>
                  <a:lnTo>
                    <a:pt x="387331" y="149867"/>
                  </a:lnTo>
                  <a:lnTo>
                    <a:pt x="387441" y="149539"/>
                  </a:lnTo>
                  <a:lnTo>
                    <a:pt x="389195" y="145811"/>
                  </a:lnTo>
                  <a:lnTo>
                    <a:pt x="391278" y="142303"/>
                  </a:lnTo>
                  <a:lnTo>
                    <a:pt x="393251" y="138794"/>
                  </a:lnTo>
                  <a:lnTo>
                    <a:pt x="394786" y="135067"/>
                  </a:lnTo>
                  <a:lnTo>
                    <a:pt x="395882" y="132655"/>
                  </a:lnTo>
                  <a:lnTo>
                    <a:pt x="397198" y="130024"/>
                  </a:lnTo>
                  <a:lnTo>
                    <a:pt x="398513" y="127502"/>
                  </a:lnTo>
                  <a:lnTo>
                    <a:pt x="399281" y="125090"/>
                  </a:lnTo>
                  <a:lnTo>
                    <a:pt x="399500" y="122459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0" name="Freeform: Shape 23">
              <a:extLst>
                <a:ext uri="{FF2B5EF4-FFF2-40B4-BE49-F238E27FC236}">
                  <a16:creationId xmlns:a16="http://schemas.microsoft.com/office/drawing/2014/main" id="{0142A7F9-DF51-21E1-1379-AEEBB40973A1}"/>
                </a:ext>
              </a:extLst>
            </p:cNvPr>
            <p:cNvSpPr/>
            <p:nvPr/>
          </p:nvSpPr>
          <p:spPr>
            <a:xfrm>
              <a:off x="8891292" y="3109314"/>
              <a:ext cx="537198" cy="997653"/>
            </a:xfrm>
            <a:custGeom>
              <a:avLst/>
              <a:gdLst>
                <a:gd name="connsiteX0" fmla="*/ 545749 w 537198"/>
                <a:gd name="connsiteY0" fmla="*/ 515381 h 997653"/>
                <a:gd name="connsiteX1" fmla="*/ 545640 w 537198"/>
                <a:gd name="connsiteY1" fmla="*/ 511654 h 997653"/>
                <a:gd name="connsiteX2" fmla="*/ 544982 w 537198"/>
                <a:gd name="connsiteY2" fmla="*/ 509790 h 997653"/>
                <a:gd name="connsiteX3" fmla="*/ 543447 w 537198"/>
                <a:gd name="connsiteY3" fmla="*/ 508913 h 997653"/>
                <a:gd name="connsiteX4" fmla="*/ 540487 w 537198"/>
                <a:gd name="connsiteY4" fmla="*/ 508694 h 997653"/>
                <a:gd name="connsiteX5" fmla="*/ 537088 w 537198"/>
                <a:gd name="connsiteY5" fmla="*/ 508803 h 997653"/>
                <a:gd name="connsiteX6" fmla="*/ 532155 w 537198"/>
                <a:gd name="connsiteY6" fmla="*/ 509023 h 997653"/>
                <a:gd name="connsiteX7" fmla="*/ 527331 w 537198"/>
                <a:gd name="connsiteY7" fmla="*/ 508913 h 997653"/>
                <a:gd name="connsiteX8" fmla="*/ 524481 w 537198"/>
                <a:gd name="connsiteY8" fmla="*/ 507926 h 997653"/>
                <a:gd name="connsiteX9" fmla="*/ 523165 w 537198"/>
                <a:gd name="connsiteY9" fmla="*/ 502445 h 997653"/>
                <a:gd name="connsiteX10" fmla="*/ 523275 w 537198"/>
                <a:gd name="connsiteY10" fmla="*/ 493016 h 997653"/>
                <a:gd name="connsiteX11" fmla="*/ 523933 w 537198"/>
                <a:gd name="connsiteY11" fmla="*/ 483149 h 997653"/>
                <a:gd name="connsiteX12" fmla="*/ 524371 w 537198"/>
                <a:gd name="connsiteY12" fmla="*/ 476462 h 997653"/>
                <a:gd name="connsiteX13" fmla="*/ 524262 w 537198"/>
                <a:gd name="connsiteY13" fmla="*/ 465279 h 997653"/>
                <a:gd name="connsiteX14" fmla="*/ 524152 w 537198"/>
                <a:gd name="connsiteY14" fmla="*/ 454206 h 997653"/>
                <a:gd name="connsiteX15" fmla="*/ 524042 w 537198"/>
                <a:gd name="connsiteY15" fmla="*/ 443024 h 997653"/>
                <a:gd name="connsiteX16" fmla="*/ 523933 w 537198"/>
                <a:gd name="connsiteY16" fmla="*/ 431951 h 997653"/>
                <a:gd name="connsiteX17" fmla="*/ 524262 w 537198"/>
                <a:gd name="connsiteY17" fmla="*/ 423948 h 997653"/>
                <a:gd name="connsiteX18" fmla="*/ 524700 w 537198"/>
                <a:gd name="connsiteY18" fmla="*/ 411888 h 997653"/>
                <a:gd name="connsiteX19" fmla="*/ 524152 w 537198"/>
                <a:gd name="connsiteY19" fmla="*/ 400377 h 997653"/>
                <a:gd name="connsiteX20" fmla="*/ 521521 w 537198"/>
                <a:gd name="connsiteY20" fmla="*/ 394676 h 997653"/>
                <a:gd name="connsiteX21" fmla="*/ 516587 w 537198"/>
                <a:gd name="connsiteY21" fmla="*/ 393251 h 997653"/>
                <a:gd name="connsiteX22" fmla="*/ 511544 w 537198"/>
                <a:gd name="connsiteY22" fmla="*/ 391826 h 997653"/>
                <a:gd name="connsiteX23" fmla="*/ 506501 w 537198"/>
                <a:gd name="connsiteY23" fmla="*/ 390401 h 997653"/>
                <a:gd name="connsiteX24" fmla="*/ 501458 w 537198"/>
                <a:gd name="connsiteY24" fmla="*/ 388975 h 997653"/>
                <a:gd name="connsiteX25" fmla="*/ 498388 w 537198"/>
                <a:gd name="connsiteY25" fmla="*/ 388098 h 997653"/>
                <a:gd name="connsiteX26" fmla="*/ 495318 w 537198"/>
                <a:gd name="connsiteY26" fmla="*/ 387331 h 997653"/>
                <a:gd name="connsiteX27" fmla="*/ 492249 w 537198"/>
                <a:gd name="connsiteY27" fmla="*/ 386563 h 997653"/>
                <a:gd name="connsiteX28" fmla="*/ 489179 w 537198"/>
                <a:gd name="connsiteY28" fmla="*/ 385686 h 997653"/>
                <a:gd name="connsiteX29" fmla="*/ 485013 w 537198"/>
                <a:gd name="connsiteY29" fmla="*/ 384371 h 997653"/>
                <a:gd name="connsiteX30" fmla="*/ 479531 w 537198"/>
                <a:gd name="connsiteY30" fmla="*/ 382507 h 997653"/>
                <a:gd name="connsiteX31" fmla="*/ 474050 w 537198"/>
                <a:gd name="connsiteY31" fmla="*/ 381082 h 997653"/>
                <a:gd name="connsiteX32" fmla="*/ 470103 w 537198"/>
                <a:gd name="connsiteY32" fmla="*/ 381191 h 997653"/>
                <a:gd name="connsiteX33" fmla="*/ 466924 w 537198"/>
                <a:gd name="connsiteY33" fmla="*/ 384480 h 997653"/>
                <a:gd name="connsiteX34" fmla="*/ 463744 w 537198"/>
                <a:gd name="connsiteY34" fmla="*/ 389962 h 997653"/>
                <a:gd name="connsiteX35" fmla="*/ 460784 w 537198"/>
                <a:gd name="connsiteY35" fmla="*/ 395992 h 997653"/>
                <a:gd name="connsiteX36" fmla="*/ 458482 w 537198"/>
                <a:gd name="connsiteY36" fmla="*/ 400487 h 997653"/>
                <a:gd name="connsiteX37" fmla="*/ 453439 w 537198"/>
                <a:gd name="connsiteY37" fmla="*/ 395663 h 997653"/>
                <a:gd name="connsiteX38" fmla="*/ 448396 w 537198"/>
                <a:gd name="connsiteY38" fmla="*/ 390729 h 997653"/>
                <a:gd name="connsiteX39" fmla="*/ 443462 w 537198"/>
                <a:gd name="connsiteY39" fmla="*/ 385686 h 997653"/>
                <a:gd name="connsiteX40" fmla="*/ 438639 w 537198"/>
                <a:gd name="connsiteY40" fmla="*/ 380314 h 997653"/>
                <a:gd name="connsiteX41" fmla="*/ 435678 w 537198"/>
                <a:gd name="connsiteY41" fmla="*/ 376916 h 997653"/>
                <a:gd name="connsiteX42" fmla="*/ 432719 w 537198"/>
                <a:gd name="connsiteY42" fmla="*/ 373956 h 997653"/>
                <a:gd name="connsiteX43" fmla="*/ 429320 w 537198"/>
                <a:gd name="connsiteY43" fmla="*/ 372202 h 997653"/>
                <a:gd name="connsiteX44" fmla="*/ 425044 w 537198"/>
                <a:gd name="connsiteY44" fmla="*/ 372750 h 997653"/>
                <a:gd name="connsiteX45" fmla="*/ 423619 w 537198"/>
                <a:gd name="connsiteY45" fmla="*/ 373627 h 997653"/>
                <a:gd name="connsiteX46" fmla="*/ 422632 w 537198"/>
                <a:gd name="connsiteY46" fmla="*/ 375052 h 997653"/>
                <a:gd name="connsiteX47" fmla="*/ 421865 w 537198"/>
                <a:gd name="connsiteY47" fmla="*/ 376368 h 997653"/>
                <a:gd name="connsiteX48" fmla="*/ 420878 w 537198"/>
                <a:gd name="connsiteY48" fmla="*/ 377245 h 997653"/>
                <a:gd name="connsiteX49" fmla="*/ 419343 w 537198"/>
                <a:gd name="connsiteY49" fmla="*/ 377354 h 997653"/>
                <a:gd name="connsiteX50" fmla="*/ 417918 w 537198"/>
                <a:gd name="connsiteY50" fmla="*/ 376916 h 997653"/>
                <a:gd name="connsiteX51" fmla="*/ 416493 w 537198"/>
                <a:gd name="connsiteY51" fmla="*/ 376477 h 997653"/>
                <a:gd name="connsiteX52" fmla="*/ 415068 w 537198"/>
                <a:gd name="connsiteY52" fmla="*/ 376696 h 997653"/>
                <a:gd name="connsiteX53" fmla="*/ 413752 w 537198"/>
                <a:gd name="connsiteY53" fmla="*/ 377793 h 997653"/>
                <a:gd name="connsiteX54" fmla="*/ 412656 w 537198"/>
                <a:gd name="connsiteY54" fmla="*/ 379108 h 997653"/>
                <a:gd name="connsiteX55" fmla="*/ 411560 w 537198"/>
                <a:gd name="connsiteY55" fmla="*/ 380534 h 997653"/>
                <a:gd name="connsiteX56" fmla="*/ 410353 w 537198"/>
                <a:gd name="connsiteY56" fmla="*/ 381849 h 997653"/>
                <a:gd name="connsiteX57" fmla="*/ 406626 w 537198"/>
                <a:gd name="connsiteY57" fmla="*/ 375819 h 997653"/>
                <a:gd name="connsiteX58" fmla="*/ 405310 w 537198"/>
                <a:gd name="connsiteY58" fmla="*/ 363431 h 997653"/>
                <a:gd name="connsiteX59" fmla="*/ 404762 w 537198"/>
                <a:gd name="connsiteY59" fmla="*/ 349727 h 997653"/>
                <a:gd name="connsiteX60" fmla="*/ 403775 w 537198"/>
                <a:gd name="connsiteY60" fmla="*/ 339641 h 997653"/>
                <a:gd name="connsiteX61" fmla="*/ 403118 w 537198"/>
                <a:gd name="connsiteY61" fmla="*/ 336242 h 997653"/>
                <a:gd name="connsiteX62" fmla="*/ 402460 w 537198"/>
                <a:gd name="connsiteY62" fmla="*/ 333172 h 997653"/>
                <a:gd name="connsiteX63" fmla="*/ 401144 w 537198"/>
                <a:gd name="connsiteY63" fmla="*/ 331089 h 997653"/>
                <a:gd name="connsiteX64" fmla="*/ 398294 w 537198"/>
                <a:gd name="connsiteY64" fmla="*/ 330541 h 997653"/>
                <a:gd name="connsiteX65" fmla="*/ 395334 w 537198"/>
                <a:gd name="connsiteY65" fmla="*/ 331089 h 997653"/>
                <a:gd name="connsiteX66" fmla="*/ 392154 w 537198"/>
                <a:gd name="connsiteY66" fmla="*/ 331528 h 997653"/>
                <a:gd name="connsiteX67" fmla="*/ 389195 w 537198"/>
                <a:gd name="connsiteY67" fmla="*/ 331309 h 997653"/>
                <a:gd name="connsiteX68" fmla="*/ 386454 w 537198"/>
                <a:gd name="connsiteY68" fmla="*/ 329774 h 997653"/>
                <a:gd name="connsiteX69" fmla="*/ 384371 w 537198"/>
                <a:gd name="connsiteY69" fmla="*/ 327033 h 997653"/>
                <a:gd name="connsiteX70" fmla="*/ 382178 w 537198"/>
                <a:gd name="connsiteY70" fmla="*/ 324183 h 997653"/>
                <a:gd name="connsiteX71" fmla="*/ 380095 w 537198"/>
                <a:gd name="connsiteY71" fmla="*/ 321442 h 997653"/>
                <a:gd name="connsiteX72" fmla="*/ 377902 w 537198"/>
                <a:gd name="connsiteY72" fmla="*/ 318591 h 997653"/>
                <a:gd name="connsiteX73" fmla="*/ 375819 w 537198"/>
                <a:gd name="connsiteY73" fmla="*/ 316289 h 997653"/>
                <a:gd name="connsiteX74" fmla="*/ 374065 w 537198"/>
                <a:gd name="connsiteY74" fmla="*/ 313658 h 997653"/>
                <a:gd name="connsiteX75" fmla="*/ 372531 w 537198"/>
                <a:gd name="connsiteY75" fmla="*/ 310807 h 997653"/>
                <a:gd name="connsiteX76" fmla="*/ 370996 w 537198"/>
                <a:gd name="connsiteY76" fmla="*/ 307847 h 997653"/>
                <a:gd name="connsiteX77" fmla="*/ 368255 w 537198"/>
                <a:gd name="connsiteY77" fmla="*/ 308286 h 997653"/>
                <a:gd name="connsiteX78" fmla="*/ 363979 w 537198"/>
                <a:gd name="connsiteY78" fmla="*/ 312013 h 997653"/>
                <a:gd name="connsiteX79" fmla="*/ 359375 w 537198"/>
                <a:gd name="connsiteY79" fmla="*/ 314316 h 997653"/>
                <a:gd name="connsiteX80" fmla="*/ 356086 w 537198"/>
                <a:gd name="connsiteY80" fmla="*/ 310479 h 997653"/>
                <a:gd name="connsiteX81" fmla="*/ 353893 w 537198"/>
                <a:gd name="connsiteY81" fmla="*/ 306970 h 997653"/>
                <a:gd name="connsiteX82" fmla="*/ 353016 w 537198"/>
                <a:gd name="connsiteY82" fmla="*/ 303681 h 997653"/>
                <a:gd name="connsiteX83" fmla="*/ 352797 w 537198"/>
                <a:gd name="connsiteY83" fmla="*/ 300063 h 997653"/>
                <a:gd name="connsiteX84" fmla="*/ 352906 w 537198"/>
                <a:gd name="connsiteY84" fmla="*/ 295788 h 997653"/>
                <a:gd name="connsiteX85" fmla="*/ 353235 w 537198"/>
                <a:gd name="connsiteY85" fmla="*/ 292718 h 997653"/>
                <a:gd name="connsiteX86" fmla="*/ 354003 w 537198"/>
                <a:gd name="connsiteY86" fmla="*/ 290964 h 997653"/>
                <a:gd name="connsiteX87" fmla="*/ 355208 w 537198"/>
                <a:gd name="connsiteY87" fmla="*/ 289539 h 997653"/>
                <a:gd name="connsiteX88" fmla="*/ 356634 w 537198"/>
                <a:gd name="connsiteY88" fmla="*/ 287675 h 997653"/>
                <a:gd name="connsiteX89" fmla="*/ 359375 w 537198"/>
                <a:gd name="connsiteY89" fmla="*/ 282084 h 997653"/>
                <a:gd name="connsiteX90" fmla="*/ 360909 w 537198"/>
                <a:gd name="connsiteY90" fmla="*/ 276054 h 997653"/>
                <a:gd name="connsiteX91" fmla="*/ 361019 w 537198"/>
                <a:gd name="connsiteY91" fmla="*/ 269805 h 997653"/>
                <a:gd name="connsiteX92" fmla="*/ 359484 w 537198"/>
                <a:gd name="connsiteY92" fmla="*/ 263446 h 997653"/>
                <a:gd name="connsiteX93" fmla="*/ 355208 w 537198"/>
                <a:gd name="connsiteY93" fmla="*/ 257745 h 997653"/>
                <a:gd name="connsiteX94" fmla="*/ 348740 w 537198"/>
                <a:gd name="connsiteY94" fmla="*/ 253799 h 997653"/>
                <a:gd name="connsiteX95" fmla="*/ 341614 w 537198"/>
                <a:gd name="connsiteY95" fmla="*/ 251058 h 997653"/>
                <a:gd name="connsiteX96" fmla="*/ 335146 w 537198"/>
                <a:gd name="connsiteY96" fmla="*/ 248756 h 997653"/>
                <a:gd name="connsiteX97" fmla="*/ 332624 w 537198"/>
                <a:gd name="connsiteY97" fmla="*/ 247440 h 997653"/>
                <a:gd name="connsiteX98" fmla="*/ 329555 w 537198"/>
                <a:gd name="connsiteY98" fmla="*/ 245796 h 997653"/>
                <a:gd name="connsiteX99" fmla="*/ 326595 w 537198"/>
                <a:gd name="connsiteY99" fmla="*/ 244480 h 997653"/>
                <a:gd name="connsiteX100" fmla="*/ 324073 w 537198"/>
                <a:gd name="connsiteY100" fmla="*/ 244041 h 997653"/>
                <a:gd name="connsiteX101" fmla="*/ 320017 w 537198"/>
                <a:gd name="connsiteY101" fmla="*/ 244480 h 997653"/>
                <a:gd name="connsiteX102" fmla="*/ 316070 w 537198"/>
                <a:gd name="connsiteY102" fmla="*/ 244590 h 997653"/>
                <a:gd name="connsiteX103" fmla="*/ 312013 w 537198"/>
                <a:gd name="connsiteY103" fmla="*/ 244590 h 997653"/>
                <a:gd name="connsiteX104" fmla="*/ 307957 w 537198"/>
                <a:gd name="connsiteY104" fmla="*/ 244590 h 997653"/>
                <a:gd name="connsiteX105" fmla="*/ 311575 w 537198"/>
                <a:gd name="connsiteY105" fmla="*/ 240533 h 997653"/>
                <a:gd name="connsiteX106" fmla="*/ 314535 w 537198"/>
                <a:gd name="connsiteY106" fmla="*/ 237573 h 997653"/>
                <a:gd name="connsiteX107" fmla="*/ 316508 w 537198"/>
                <a:gd name="connsiteY107" fmla="*/ 234065 h 997653"/>
                <a:gd name="connsiteX108" fmla="*/ 316727 w 537198"/>
                <a:gd name="connsiteY108" fmla="*/ 228145 h 997653"/>
                <a:gd name="connsiteX109" fmla="*/ 317495 w 537198"/>
                <a:gd name="connsiteY109" fmla="*/ 223431 h 997653"/>
                <a:gd name="connsiteX110" fmla="*/ 320017 w 537198"/>
                <a:gd name="connsiteY110" fmla="*/ 219155 h 997653"/>
                <a:gd name="connsiteX111" fmla="*/ 323086 w 537198"/>
                <a:gd name="connsiteY111" fmla="*/ 215208 h 997653"/>
                <a:gd name="connsiteX112" fmla="*/ 325717 w 537198"/>
                <a:gd name="connsiteY112" fmla="*/ 211481 h 997653"/>
                <a:gd name="connsiteX113" fmla="*/ 323854 w 537198"/>
                <a:gd name="connsiteY113" fmla="*/ 210713 h 997653"/>
                <a:gd name="connsiteX114" fmla="*/ 323086 w 537198"/>
                <a:gd name="connsiteY114" fmla="*/ 209398 h 997653"/>
                <a:gd name="connsiteX115" fmla="*/ 322538 w 537198"/>
                <a:gd name="connsiteY115" fmla="*/ 207863 h 997653"/>
                <a:gd name="connsiteX116" fmla="*/ 321442 w 537198"/>
                <a:gd name="connsiteY116" fmla="*/ 206328 h 997653"/>
                <a:gd name="connsiteX117" fmla="*/ 319139 w 537198"/>
                <a:gd name="connsiteY117" fmla="*/ 204903 h 997653"/>
                <a:gd name="connsiteX118" fmla="*/ 316947 w 537198"/>
                <a:gd name="connsiteY118" fmla="*/ 203806 h 997653"/>
                <a:gd name="connsiteX119" fmla="*/ 314644 w 537198"/>
                <a:gd name="connsiteY119" fmla="*/ 202600 h 997653"/>
                <a:gd name="connsiteX120" fmla="*/ 312452 w 537198"/>
                <a:gd name="connsiteY120" fmla="*/ 200737 h 997653"/>
                <a:gd name="connsiteX121" fmla="*/ 311356 w 537198"/>
                <a:gd name="connsiteY121" fmla="*/ 200627 h 997653"/>
                <a:gd name="connsiteX122" fmla="*/ 308724 w 537198"/>
                <a:gd name="connsiteY122" fmla="*/ 200189 h 997653"/>
                <a:gd name="connsiteX123" fmla="*/ 306093 w 537198"/>
                <a:gd name="connsiteY123" fmla="*/ 199640 h 997653"/>
                <a:gd name="connsiteX124" fmla="*/ 304778 w 537198"/>
                <a:gd name="connsiteY124" fmla="*/ 199311 h 997653"/>
                <a:gd name="connsiteX125" fmla="*/ 303462 w 537198"/>
                <a:gd name="connsiteY125" fmla="*/ 198873 h 997653"/>
                <a:gd name="connsiteX126" fmla="*/ 302146 w 537198"/>
                <a:gd name="connsiteY126" fmla="*/ 198325 h 997653"/>
                <a:gd name="connsiteX127" fmla="*/ 300721 w 537198"/>
                <a:gd name="connsiteY127" fmla="*/ 197886 h 997653"/>
                <a:gd name="connsiteX128" fmla="*/ 298638 w 537198"/>
                <a:gd name="connsiteY128" fmla="*/ 197996 h 997653"/>
                <a:gd name="connsiteX129" fmla="*/ 292389 w 537198"/>
                <a:gd name="connsiteY129" fmla="*/ 190102 h 997653"/>
                <a:gd name="connsiteX130" fmla="*/ 293157 w 537198"/>
                <a:gd name="connsiteY130" fmla="*/ 176727 h 997653"/>
                <a:gd name="connsiteX131" fmla="*/ 297213 w 537198"/>
                <a:gd name="connsiteY131" fmla="*/ 162365 h 997653"/>
                <a:gd name="connsiteX132" fmla="*/ 300721 w 537198"/>
                <a:gd name="connsiteY132" fmla="*/ 151512 h 997653"/>
                <a:gd name="connsiteX133" fmla="*/ 302585 w 537198"/>
                <a:gd name="connsiteY133" fmla="*/ 145372 h 997653"/>
                <a:gd name="connsiteX134" fmla="*/ 303352 w 537198"/>
                <a:gd name="connsiteY134" fmla="*/ 141316 h 997653"/>
                <a:gd name="connsiteX135" fmla="*/ 302146 w 537198"/>
                <a:gd name="connsiteY135" fmla="*/ 138027 h 997653"/>
                <a:gd name="connsiteX136" fmla="*/ 297871 w 537198"/>
                <a:gd name="connsiteY136" fmla="*/ 134300 h 997653"/>
                <a:gd name="connsiteX137" fmla="*/ 296336 w 537198"/>
                <a:gd name="connsiteY137" fmla="*/ 131230 h 997653"/>
                <a:gd name="connsiteX138" fmla="*/ 295349 w 537198"/>
                <a:gd name="connsiteY138" fmla="*/ 126187 h 997653"/>
                <a:gd name="connsiteX139" fmla="*/ 294801 w 537198"/>
                <a:gd name="connsiteY139" fmla="*/ 120924 h 997653"/>
                <a:gd name="connsiteX140" fmla="*/ 294363 w 537198"/>
                <a:gd name="connsiteY140" fmla="*/ 117197 h 997653"/>
                <a:gd name="connsiteX141" fmla="*/ 292937 w 537198"/>
                <a:gd name="connsiteY141" fmla="*/ 106672 h 997653"/>
                <a:gd name="connsiteX142" fmla="*/ 290745 w 537198"/>
                <a:gd name="connsiteY142" fmla="*/ 90666 h 997653"/>
                <a:gd name="connsiteX143" fmla="*/ 287566 w 537198"/>
                <a:gd name="connsiteY143" fmla="*/ 75866 h 997653"/>
                <a:gd name="connsiteX144" fmla="*/ 283290 w 537198"/>
                <a:gd name="connsiteY144" fmla="*/ 68959 h 997653"/>
                <a:gd name="connsiteX145" fmla="*/ 277150 w 537198"/>
                <a:gd name="connsiteY145" fmla="*/ 67972 h 997653"/>
                <a:gd name="connsiteX146" fmla="*/ 270901 w 537198"/>
                <a:gd name="connsiteY146" fmla="*/ 66985 h 997653"/>
                <a:gd name="connsiteX147" fmla="*/ 264762 w 537198"/>
                <a:gd name="connsiteY147" fmla="*/ 65999 h 997653"/>
                <a:gd name="connsiteX148" fmla="*/ 258513 w 537198"/>
                <a:gd name="connsiteY148" fmla="*/ 65012 h 997653"/>
                <a:gd name="connsiteX149" fmla="*/ 257087 w 537198"/>
                <a:gd name="connsiteY149" fmla="*/ 62490 h 997653"/>
                <a:gd name="connsiteX150" fmla="*/ 256320 w 537198"/>
                <a:gd name="connsiteY150" fmla="*/ 57338 h 997653"/>
                <a:gd name="connsiteX151" fmla="*/ 256430 w 537198"/>
                <a:gd name="connsiteY151" fmla="*/ 51966 h 997653"/>
                <a:gd name="connsiteX152" fmla="*/ 257307 w 537198"/>
                <a:gd name="connsiteY152" fmla="*/ 49006 h 997653"/>
                <a:gd name="connsiteX153" fmla="*/ 266516 w 537198"/>
                <a:gd name="connsiteY153" fmla="*/ 42757 h 997653"/>
                <a:gd name="connsiteX154" fmla="*/ 276054 w 537198"/>
                <a:gd name="connsiteY154" fmla="*/ 37165 h 997653"/>
                <a:gd name="connsiteX155" fmla="*/ 286031 w 537198"/>
                <a:gd name="connsiteY155" fmla="*/ 32122 h 997653"/>
                <a:gd name="connsiteX156" fmla="*/ 295897 w 537198"/>
                <a:gd name="connsiteY156" fmla="*/ 27627 h 997653"/>
                <a:gd name="connsiteX157" fmla="*/ 296446 w 537198"/>
                <a:gd name="connsiteY157" fmla="*/ 27408 h 997653"/>
                <a:gd name="connsiteX158" fmla="*/ 296555 w 537198"/>
                <a:gd name="connsiteY158" fmla="*/ 27298 h 997653"/>
                <a:gd name="connsiteX159" fmla="*/ 294143 w 537198"/>
                <a:gd name="connsiteY159" fmla="*/ 23461 h 997653"/>
                <a:gd name="connsiteX160" fmla="*/ 292609 w 537198"/>
                <a:gd name="connsiteY160" fmla="*/ 22475 h 997653"/>
                <a:gd name="connsiteX161" fmla="*/ 291951 w 537198"/>
                <a:gd name="connsiteY161" fmla="*/ 20282 h 997653"/>
                <a:gd name="connsiteX162" fmla="*/ 291512 w 537198"/>
                <a:gd name="connsiteY162" fmla="*/ 17651 h 997653"/>
                <a:gd name="connsiteX163" fmla="*/ 290745 w 537198"/>
                <a:gd name="connsiteY163" fmla="*/ 15787 h 997653"/>
                <a:gd name="connsiteX164" fmla="*/ 289319 w 537198"/>
                <a:gd name="connsiteY164" fmla="*/ 14910 h 997653"/>
                <a:gd name="connsiteX165" fmla="*/ 285811 w 537198"/>
                <a:gd name="connsiteY165" fmla="*/ 13814 h 997653"/>
                <a:gd name="connsiteX166" fmla="*/ 283947 w 537198"/>
                <a:gd name="connsiteY166" fmla="*/ 12717 h 997653"/>
                <a:gd name="connsiteX167" fmla="*/ 281536 w 537198"/>
                <a:gd name="connsiteY167" fmla="*/ 9977 h 997653"/>
                <a:gd name="connsiteX168" fmla="*/ 279891 w 537198"/>
                <a:gd name="connsiteY168" fmla="*/ 7017 h 997653"/>
                <a:gd name="connsiteX169" fmla="*/ 277589 w 537198"/>
                <a:gd name="connsiteY169" fmla="*/ 4934 h 997653"/>
                <a:gd name="connsiteX170" fmla="*/ 277589 w 537198"/>
                <a:gd name="connsiteY170" fmla="*/ 4934 h 997653"/>
                <a:gd name="connsiteX171" fmla="*/ 272326 w 537198"/>
                <a:gd name="connsiteY171" fmla="*/ 9319 h 997653"/>
                <a:gd name="connsiteX172" fmla="*/ 267283 w 537198"/>
                <a:gd name="connsiteY172" fmla="*/ 14033 h 997653"/>
                <a:gd name="connsiteX173" fmla="*/ 262240 w 537198"/>
                <a:gd name="connsiteY173" fmla="*/ 18857 h 997653"/>
                <a:gd name="connsiteX174" fmla="*/ 257197 w 537198"/>
                <a:gd name="connsiteY174" fmla="*/ 23681 h 997653"/>
                <a:gd name="connsiteX175" fmla="*/ 254347 w 537198"/>
                <a:gd name="connsiteY175" fmla="*/ 26202 h 997653"/>
                <a:gd name="connsiteX176" fmla="*/ 251606 w 537198"/>
                <a:gd name="connsiteY176" fmla="*/ 28833 h 997653"/>
                <a:gd name="connsiteX177" fmla="*/ 248865 w 537198"/>
                <a:gd name="connsiteY177" fmla="*/ 31355 h 997653"/>
                <a:gd name="connsiteX178" fmla="*/ 246015 w 537198"/>
                <a:gd name="connsiteY178" fmla="*/ 33986 h 997653"/>
                <a:gd name="connsiteX179" fmla="*/ 244370 w 537198"/>
                <a:gd name="connsiteY179" fmla="*/ 34534 h 997653"/>
                <a:gd name="connsiteX180" fmla="*/ 242726 w 537198"/>
                <a:gd name="connsiteY180" fmla="*/ 33657 h 997653"/>
                <a:gd name="connsiteX181" fmla="*/ 241081 w 537198"/>
                <a:gd name="connsiteY181" fmla="*/ 32013 h 997653"/>
                <a:gd name="connsiteX182" fmla="*/ 239547 w 537198"/>
                <a:gd name="connsiteY182" fmla="*/ 30368 h 997653"/>
                <a:gd name="connsiteX183" fmla="*/ 233188 w 537198"/>
                <a:gd name="connsiteY183" fmla="*/ 24996 h 997653"/>
                <a:gd name="connsiteX184" fmla="*/ 226829 w 537198"/>
                <a:gd name="connsiteY184" fmla="*/ 19624 h 997653"/>
                <a:gd name="connsiteX185" fmla="*/ 220470 w 537198"/>
                <a:gd name="connsiteY185" fmla="*/ 14143 h 997653"/>
                <a:gd name="connsiteX186" fmla="*/ 214112 w 537198"/>
                <a:gd name="connsiteY186" fmla="*/ 8771 h 997653"/>
                <a:gd name="connsiteX187" fmla="*/ 211481 w 537198"/>
                <a:gd name="connsiteY187" fmla="*/ 6578 h 997653"/>
                <a:gd name="connsiteX188" fmla="*/ 208959 w 537198"/>
                <a:gd name="connsiteY188" fmla="*/ 4385 h 997653"/>
                <a:gd name="connsiteX189" fmla="*/ 206328 w 537198"/>
                <a:gd name="connsiteY189" fmla="*/ 2193 h 997653"/>
                <a:gd name="connsiteX190" fmla="*/ 203697 w 537198"/>
                <a:gd name="connsiteY190" fmla="*/ 0 h 997653"/>
                <a:gd name="connsiteX191" fmla="*/ 202381 w 537198"/>
                <a:gd name="connsiteY191" fmla="*/ 548 h 997653"/>
                <a:gd name="connsiteX192" fmla="*/ 199750 w 537198"/>
                <a:gd name="connsiteY192" fmla="*/ 2522 h 997653"/>
                <a:gd name="connsiteX193" fmla="*/ 197228 w 537198"/>
                <a:gd name="connsiteY193" fmla="*/ 4605 h 997653"/>
                <a:gd name="connsiteX194" fmla="*/ 195803 w 537198"/>
                <a:gd name="connsiteY194" fmla="*/ 5920 h 997653"/>
                <a:gd name="connsiteX195" fmla="*/ 189225 w 537198"/>
                <a:gd name="connsiteY195" fmla="*/ 10305 h 997653"/>
                <a:gd name="connsiteX196" fmla="*/ 181551 w 537198"/>
                <a:gd name="connsiteY196" fmla="*/ 15239 h 997653"/>
                <a:gd name="connsiteX197" fmla="*/ 174315 w 537198"/>
                <a:gd name="connsiteY197" fmla="*/ 20611 h 997653"/>
                <a:gd name="connsiteX198" fmla="*/ 169053 w 537198"/>
                <a:gd name="connsiteY198" fmla="*/ 26421 h 997653"/>
                <a:gd name="connsiteX199" fmla="*/ 165874 w 537198"/>
                <a:gd name="connsiteY199" fmla="*/ 33548 h 997653"/>
                <a:gd name="connsiteX200" fmla="*/ 163791 w 537198"/>
                <a:gd name="connsiteY200" fmla="*/ 42318 h 997653"/>
                <a:gd name="connsiteX201" fmla="*/ 162146 w 537198"/>
                <a:gd name="connsiteY201" fmla="*/ 51418 h 997653"/>
                <a:gd name="connsiteX202" fmla="*/ 160501 w 537198"/>
                <a:gd name="connsiteY202" fmla="*/ 59421 h 997653"/>
                <a:gd name="connsiteX203" fmla="*/ 158638 w 537198"/>
                <a:gd name="connsiteY203" fmla="*/ 68520 h 997653"/>
                <a:gd name="connsiteX204" fmla="*/ 156555 w 537198"/>
                <a:gd name="connsiteY204" fmla="*/ 80580 h 997653"/>
                <a:gd name="connsiteX205" fmla="*/ 153814 w 537198"/>
                <a:gd name="connsiteY205" fmla="*/ 91543 h 997653"/>
                <a:gd name="connsiteX206" fmla="*/ 149867 w 537198"/>
                <a:gd name="connsiteY206" fmla="*/ 97244 h 997653"/>
                <a:gd name="connsiteX207" fmla="*/ 148113 w 537198"/>
                <a:gd name="connsiteY207" fmla="*/ 97792 h 997653"/>
                <a:gd name="connsiteX208" fmla="*/ 145921 w 537198"/>
                <a:gd name="connsiteY208" fmla="*/ 98669 h 997653"/>
                <a:gd name="connsiteX209" fmla="*/ 143837 w 537198"/>
                <a:gd name="connsiteY209" fmla="*/ 99217 h 997653"/>
                <a:gd name="connsiteX210" fmla="*/ 142083 w 537198"/>
                <a:gd name="connsiteY210" fmla="*/ 99217 h 997653"/>
                <a:gd name="connsiteX211" fmla="*/ 141206 w 537198"/>
                <a:gd name="connsiteY211" fmla="*/ 98011 h 997653"/>
                <a:gd name="connsiteX212" fmla="*/ 140768 w 537198"/>
                <a:gd name="connsiteY212" fmla="*/ 96257 h 997653"/>
                <a:gd name="connsiteX213" fmla="*/ 140110 w 537198"/>
                <a:gd name="connsiteY213" fmla="*/ 94832 h 997653"/>
                <a:gd name="connsiteX214" fmla="*/ 138685 w 537198"/>
                <a:gd name="connsiteY214" fmla="*/ 94613 h 997653"/>
                <a:gd name="connsiteX215" fmla="*/ 132984 w 537198"/>
                <a:gd name="connsiteY215" fmla="*/ 96696 h 997653"/>
                <a:gd name="connsiteX216" fmla="*/ 127283 w 537198"/>
                <a:gd name="connsiteY216" fmla="*/ 98779 h 997653"/>
                <a:gd name="connsiteX217" fmla="*/ 121582 w 537198"/>
                <a:gd name="connsiteY217" fmla="*/ 100862 h 997653"/>
                <a:gd name="connsiteX218" fmla="*/ 115881 w 537198"/>
                <a:gd name="connsiteY218" fmla="*/ 102945 h 997653"/>
                <a:gd name="connsiteX219" fmla="*/ 113141 w 537198"/>
                <a:gd name="connsiteY219" fmla="*/ 104808 h 997653"/>
                <a:gd name="connsiteX220" fmla="*/ 110729 w 537198"/>
                <a:gd name="connsiteY220" fmla="*/ 107769 h 997653"/>
                <a:gd name="connsiteX221" fmla="*/ 108536 w 537198"/>
                <a:gd name="connsiteY221" fmla="*/ 110729 h 997653"/>
                <a:gd name="connsiteX222" fmla="*/ 105905 w 537198"/>
                <a:gd name="connsiteY222" fmla="*/ 113140 h 997653"/>
                <a:gd name="connsiteX223" fmla="*/ 101629 w 537198"/>
                <a:gd name="connsiteY223" fmla="*/ 115881 h 997653"/>
                <a:gd name="connsiteX224" fmla="*/ 97353 w 537198"/>
                <a:gd name="connsiteY224" fmla="*/ 118622 h 997653"/>
                <a:gd name="connsiteX225" fmla="*/ 92968 w 537198"/>
                <a:gd name="connsiteY225" fmla="*/ 121363 h 997653"/>
                <a:gd name="connsiteX226" fmla="*/ 88692 w 537198"/>
                <a:gd name="connsiteY226" fmla="*/ 124104 h 997653"/>
                <a:gd name="connsiteX227" fmla="*/ 84855 w 537198"/>
                <a:gd name="connsiteY227" fmla="*/ 126406 h 997653"/>
                <a:gd name="connsiteX228" fmla="*/ 81566 w 537198"/>
                <a:gd name="connsiteY228" fmla="*/ 128489 h 997653"/>
                <a:gd name="connsiteX229" fmla="*/ 79374 w 537198"/>
                <a:gd name="connsiteY229" fmla="*/ 131230 h 997653"/>
                <a:gd name="connsiteX230" fmla="*/ 78935 w 537198"/>
                <a:gd name="connsiteY230" fmla="*/ 135505 h 997653"/>
                <a:gd name="connsiteX231" fmla="*/ 79703 w 537198"/>
                <a:gd name="connsiteY231" fmla="*/ 142083 h 997653"/>
                <a:gd name="connsiteX232" fmla="*/ 80470 w 537198"/>
                <a:gd name="connsiteY232" fmla="*/ 148771 h 997653"/>
                <a:gd name="connsiteX233" fmla="*/ 81238 w 537198"/>
                <a:gd name="connsiteY233" fmla="*/ 155349 h 997653"/>
                <a:gd name="connsiteX234" fmla="*/ 82005 w 537198"/>
                <a:gd name="connsiteY234" fmla="*/ 162037 h 997653"/>
                <a:gd name="connsiteX235" fmla="*/ 85184 w 537198"/>
                <a:gd name="connsiteY235" fmla="*/ 163462 h 997653"/>
                <a:gd name="connsiteX236" fmla="*/ 89021 w 537198"/>
                <a:gd name="connsiteY236" fmla="*/ 164339 h 997653"/>
                <a:gd name="connsiteX237" fmla="*/ 91543 w 537198"/>
                <a:gd name="connsiteY237" fmla="*/ 166641 h 997653"/>
                <a:gd name="connsiteX238" fmla="*/ 90995 w 537198"/>
                <a:gd name="connsiteY238" fmla="*/ 172232 h 997653"/>
                <a:gd name="connsiteX239" fmla="*/ 95380 w 537198"/>
                <a:gd name="connsiteY239" fmla="*/ 171574 h 997653"/>
                <a:gd name="connsiteX240" fmla="*/ 98669 w 537198"/>
                <a:gd name="connsiteY240" fmla="*/ 170917 h 997653"/>
                <a:gd name="connsiteX241" fmla="*/ 100752 w 537198"/>
                <a:gd name="connsiteY241" fmla="*/ 169163 h 997653"/>
                <a:gd name="connsiteX242" fmla="*/ 101629 w 537198"/>
                <a:gd name="connsiteY242" fmla="*/ 165654 h 997653"/>
                <a:gd name="connsiteX243" fmla="*/ 101191 w 537198"/>
                <a:gd name="connsiteY243" fmla="*/ 164668 h 997653"/>
                <a:gd name="connsiteX244" fmla="*/ 100204 w 537198"/>
                <a:gd name="connsiteY244" fmla="*/ 163681 h 997653"/>
                <a:gd name="connsiteX245" fmla="*/ 99327 w 537198"/>
                <a:gd name="connsiteY245" fmla="*/ 162585 h 997653"/>
                <a:gd name="connsiteX246" fmla="*/ 99327 w 537198"/>
                <a:gd name="connsiteY246" fmla="*/ 161050 h 997653"/>
                <a:gd name="connsiteX247" fmla="*/ 100423 w 537198"/>
                <a:gd name="connsiteY247" fmla="*/ 159844 h 997653"/>
                <a:gd name="connsiteX248" fmla="*/ 102177 w 537198"/>
                <a:gd name="connsiteY248" fmla="*/ 159734 h 997653"/>
                <a:gd name="connsiteX249" fmla="*/ 103822 w 537198"/>
                <a:gd name="connsiteY249" fmla="*/ 159734 h 997653"/>
                <a:gd name="connsiteX250" fmla="*/ 105137 w 537198"/>
                <a:gd name="connsiteY250" fmla="*/ 159186 h 997653"/>
                <a:gd name="connsiteX251" fmla="*/ 106343 w 537198"/>
                <a:gd name="connsiteY251" fmla="*/ 156116 h 997653"/>
                <a:gd name="connsiteX252" fmla="*/ 107220 w 537198"/>
                <a:gd name="connsiteY252" fmla="*/ 153595 h 997653"/>
                <a:gd name="connsiteX253" fmla="*/ 108536 w 537198"/>
                <a:gd name="connsiteY253" fmla="*/ 153266 h 997653"/>
                <a:gd name="connsiteX254" fmla="*/ 111058 w 537198"/>
                <a:gd name="connsiteY254" fmla="*/ 156993 h 997653"/>
                <a:gd name="connsiteX255" fmla="*/ 114675 w 537198"/>
                <a:gd name="connsiteY255" fmla="*/ 159625 h 997653"/>
                <a:gd name="connsiteX256" fmla="*/ 120047 w 537198"/>
                <a:gd name="connsiteY256" fmla="*/ 160502 h 997653"/>
                <a:gd name="connsiteX257" fmla="*/ 125529 w 537198"/>
                <a:gd name="connsiteY257" fmla="*/ 161269 h 997653"/>
                <a:gd name="connsiteX258" fmla="*/ 129366 w 537198"/>
                <a:gd name="connsiteY258" fmla="*/ 163462 h 997653"/>
                <a:gd name="connsiteX259" fmla="*/ 130572 w 537198"/>
                <a:gd name="connsiteY259" fmla="*/ 167957 h 997653"/>
                <a:gd name="connsiteX260" fmla="*/ 130791 w 537198"/>
                <a:gd name="connsiteY260" fmla="*/ 174754 h 997653"/>
                <a:gd name="connsiteX261" fmla="*/ 130572 w 537198"/>
                <a:gd name="connsiteY261" fmla="*/ 181770 h 997653"/>
                <a:gd name="connsiteX262" fmla="*/ 130462 w 537198"/>
                <a:gd name="connsiteY262" fmla="*/ 186813 h 997653"/>
                <a:gd name="connsiteX263" fmla="*/ 130681 w 537198"/>
                <a:gd name="connsiteY263" fmla="*/ 191089 h 997653"/>
                <a:gd name="connsiteX264" fmla="*/ 131010 w 537198"/>
                <a:gd name="connsiteY264" fmla="*/ 195584 h 997653"/>
                <a:gd name="connsiteX265" fmla="*/ 130791 w 537198"/>
                <a:gd name="connsiteY265" fmla="*/ 200079 h 997653"/>
                <a:gd name="connsiteX266" fmla="*/ 130024 w 537198"/>
                <a:gd name="connsiteY266" fmla="*/ 204245 h 997653"/>
                <a:gd name="connsiteX267" fmla="*/ 127064 w 537198"/>
                <a:gd name="connsiteY267" fmla="*/ 215537 h 997653"/>
                <a:gd name="connsiteX268" fmla="*/ 123884 w 537198"/>
                <a:gd name="connsiteY268" fmla="*/ 226939 h 997653"/>
                <a:gd name="connsiteX269" fmla="*/ 119499 w 537198"/>
                <a:gd name="connsiteY269" fmla="*/ 237463 h 997653"/>
                <a:gd name="connsiteX270" fmla="*/ 112921 w 537198"/>
                <a:gd name="connsiteY270" fmla="*/ 246453 h 997653"/>
                <a:gd name="connsiteX271" fmla="*/ 109632 w 537198"/>
                <a:gd name="connsiteY271" fmla="*/ 249852 h 997653"/>
                <a:gd name="connsiteX272" fmla="*/ 106343 w 537198"/>
                <a:gd name="connsiteY272" fmla="*/ 253141 h 997653"/>
                <a:gd name="connsiteX273" fmla="*/ 103054 w 537198"/>
                <a:gd name="connsiteY273" fmla="*/ 256101 h 997653"/>
                <a:gd name="connsiteX274" fmla="*/ 99327 w 537198"/>
                <a:gd name="connsiteY274" fmla="*/ 259171 h 997653"/>
                <a:gd name="connsiteX275" fmla="*/ 97353 w 537198"/>
                <a:gd name="connsiteY275" fmla="*/ 252922 h 997653"/>
                <a:gd name="connsiteX276" fmla="*/ 95380 w 537198"/>
                <a:gd name="connsiteY276" fmla="*/ 246673 h 997653"/>
                <a:gd name="connsiteX277" fmla="*/ 93297 w 537198"/>
                <a:gd name="connsiteY277" fmla="*/ 240314 h 997653"/>
                <a:gd name="connsiteX278" fmla="*/ 91324 w 537198"/>
                <a:gd name="connsiteY278" fmla="*/ 234065 h 997653"/>
                <a:gd name="connsiteX279" fmla="*/ 87596 w 537198"/>
                <a:gd name="connsiteY279" fmla="*/ 237135 h 997653"/>
                <a:gd name="connsiteX280" fmla="*/ 85842 w 537198"/>
                <a:gd name="connsiteY280" fmla="*/ 238779 h 997653"/>
                <a:gd name="connsiteX281" fmla="*/ 83978 w 537198"/>
                <a:gd name="connsiteY281" fmla="*/ 240314 h 997653"/>
                <a:gd name="connsiteX282" fmla="*/ 70384 w 537198"/>
                <a:gd name="connsiteY282" fmla="*/ 251935 h 997653"/>
                <a:gd name="connsiteX283" fmla="*/ 56789 w 537198"/>
                <a:gd name="connsiteY283" fmla="*/ 263556 h 997653"/>
                <a:gd name="connsiteX284" fmla="*/ 43195 w 537198"/>
                <a:gd name="connsiteY284" fmla="*/ 275287 h 997653"/>
                <a:gd name="connsiteX285" fmla="*/ 29710 w 537198"/>
                <a:gd name="connsiteY285" fmla="*/ 287017 h 997653"/>
                <a:gd name="connsiteX286" fmla="*/ 22255 w 537198"/>
                <a:gd name="connsiteY286" fmla="*/ 293485 h 997653"/>
                <a:gd name="connsiteX287" fmla="*/ 14910 w 537198"/>
                <a:gd name="connsiteY287" fmla="*/ 299844 h 997653"/>
                <a:gd name="connsiteX288" fmla="*/ 7455 w 537198"/>
                <a:gd name="connsiteY288" fmla="*/ 306313 h 997653"/>
                <a:gd name="connsiteX289" fmla="*/ 0 w 537198"/>
                <a:gd name="connsiteY289" fmla="*/ 312671 h 997653"/>
                <a:gd name="connsiteX290" fmla="*/ 6687 w 537198"/>
                <a:gd name="connsiteY290" fmla="*/ 318482 h 997653"/>
                <a:gd name="connsiteX291" fmla="*/ 14252 w 537198"/>
                <a:gd name="connsiteY291" fmla="*/ 325060 h 997653"/>
                <a:gd name="connsiteX292" fmla="*/ 21159 w 537198"/>
                <a:gd name="connsiteY292" fmla="*/ 332295 h 997653"/>
                <a:gd name="connsiteX293" fmla="*/ 25654 w 537198"/>
                <a:gd name="connsiteY293" fmla="*/ 339970 h 997653"/>
                <a:gd name="connsiteX294" fmla="*/ 26312 w 537198"/>
                <a:gd name="connsiteY294" fmla="*/ 343916 h 997653"/>
                <a:gd name="connsiteX295" fmla="*/ 26969 w 537198"/>
                <a:gd name="connsiteY295" fmla="*/ 347534 h 997653"/>
                <a:gd name="connsiteX296" fmla="*/ 28066 w 537198"/>
                <a:gd name="connsiteY296" fmla="*/ 350933 h 997653"/>
                <a:gd name="connsiteX297" fmla="*/ 30039 w 537198"/>
                <a:gd name="connsiteY297" fmla="*/ 354222 h 997653"/>
                <a:gd name="connsiteX298" fmla="*/ 32890 w 537198"/>
                <a:gd name="connsiteY298" fmla="*/ 358059 h 997653"/>
                <a:gd name="connsiteX299" fmla="*/ 34863 w 537198"/>
                <a:gd name="connsiteY299" fmla="*/ 359923 h 997653"/>
                <a:gd name="connsiteX300" fmla="*/ 37165 w 537198"/>
                <a:gd name="connsiteY300" fmla="*/ 360471 h 997653"/>
                <a:gd name="connsiteX301" fmla="*/ 41112 w 537198"/>
                <a:gd name="connsiteY301" fmla="*/ 360471 h 997653"/>
                <a:gd name="connsiteX302" fmla="*/ 44401 w 537198"/>
                <a:gd name="connsiteY302" fmla="*/ 361458 h 997653"/>
                <a:gd name="connsiteX303" fmla="*/ 47800 w 537198"/>
                <a:gd name="connsiteY303" fmla="*/ 364198 h 997653"/>
                <a:gd name="connsiteX304" fmla="*/ 50760 w 537198"/>
                <a:gd name="connsiteY304" fmla="*/ 367487 h 997653"/>
                <a:gd name="connsiteX305" fmla="*/ 53062 w 537198"/>
                <a:gd name="connsiteY305" fmla="*/ 370667 h 997653"/>
                <a:gd name="connsiteX306" fmla="*/ 55364 w 537198"/>
                <a:gd name="connsiteY306" fmla="*/ 376368 h 997653"/>
                <a:gd name="connsiteX307" fmla="*/ 55803 w 537198"/>
                <a:gd name="connsiteY307" fmla="*/ 382288 h 997653"/>
                <a:gd name="connsiteX308" fmla="*/ 56022 w 537198"/>
                <a:gd name="connsiteY308" fmla="*/ 388208 h 997653"/>
                <a:gd name="connsiteX309" fmla="*/ 57667 w 537198"/>
                <a:gd name="connsiteY309" fmla="*/ 394128 h 997653"/>
                <a:gd name="connsiteX310" fmla="*/ 61832 w 537198"/>
                <a:gd name="connsiteY310" fmla="*/ 397855 h 997653"/>
                <a:gd name="connsiteX311" fmla="*/ 67753 w 537198"/>
                <a:gd name="connsiteY311" fmla="*/ 400377 h 997653"/>
                <a:gd name="connsiteX312" fmla="*/ 72576 w 537198"/>
                <a:gd name="connsiteY312" fmla="*/ 403556 h 997653"/>
                <a:gd name="connsiteX313" fmla="*/ 73563 w 537198"/>
                <a:gd name="connsiteY313" fmla="*/ 409148 h 997653"/>
                <a:gd name="connsiteX314" fmla="*/ 72467 w 537198"/>
                <a:gd name="connsiteY314" fmla="*/ 416931 h 997653"/>
                <a:gd name="connsiteX315" fmla="*/ 71480 w 537198"/>
                <a:gd name="connsiteY315" fmla="*/ 425044 h 997653"/>
                <a:gd name="connsiteX316" fmla="*/ 71371 w 537198"/>
                <a:gd name="connsiteY316" fmla="*/ 433267 h 997653"/>
                <a:gd name="connsiteX317" fmla="*/ 72796 w 537198"/>
                <a:gd name="connsiteY317" fmla="*/ 440941 h 997653"/>
                <a:gd name="connsiteX318" fmla="*/ 76194 w 537198"/>
                <a:gd name="connsiteY318" fmla="*/ 449054 h 997653"/>
                <a:gd name="connsiteX319" fmla="*/ 80580 w 537198"/>
                <a:gd name="connsiteY319" fmla="*/ 456838 h 997653"/>
                <a:gd name="connsiteX320" fmla="*/ 85513 w 537198"/>
                <a:gd name="connsiteY320" fmla="*/ 464293 h 997653"/>
                <a:gd name="connsiteX321" fmla="*/ 90556 w 537198"/>
                <a:gd name="connsiteY321" fmla="*/ 471309 h 997653"/>
                <a:gd name="connsiteX322" fmla="*/ 94064 w 537198"/>
                <a:gd name="connsiteY322" fmla="*/ 475475 h 997653"/>
                <a:gd name="connsiteX323" fmla="*/ 97463 w 537198"/>
                <a:gd name="connsiteY323" fmla="*/ 477449 h 997653"/>
                <a:gd name="connsiteX324" fmla="*/ 101410 w 537198"/>
                <a:gd name="connsiteY324" fmla="*/ 478106 h 997653"/>
                <a:gd name="connsiteX325" fmla="*/ 106343 w 537198"/>
                <a:gd name="connsiteY325" fmla="*/ 478216 h 997653"/>
                <a:gd name="connsiteX326" fmla="*/ 108426 w 537198"/>
                <a:gd name="connsiteY326" fmla="*/ 478545 h 997653"/>
                <a:gd name="connsiteX327" fmla="*/ 110180 w 537198"/>
                <a:gd name="connsiteY327" fmla="*/ 479203 h 997653"/>
                <a:gd name="connsiteX328" fmla="*/ 111825 w 537198"/>
                <a:gd name="connsiteY328" fmla="*/ 480189 h 997653"/>
                <a:gd name="connsiteX329" fmla="*/ 113360 w 537198"/>
                <a:gd name="connsiteY329" fmla="*/ 481724 h 997653"/>
                <a:gd name="connsiteX330" fmla="*/ 114346 w 537198"/>
                <a:gd name="connsiteY330" fmla="*/ 483917 h 997653"/>
                <a:gd name="connsiteX331" fmla="*/ 114237 w 537198"/>
                <a:gd name="connsiteY331" fmla="*/ 486329 h 997653"/>
                <a:gd name="connsiteX332" fmla="*/ 113798 w 537198"/>
                <a:gd name="connsiteY332" fmla="*/ 488631 h 997653"/>
                <a:gd name="connsiteX333" fmla="*/ 114237 w 537198"/>
                <a:gd name="connsiteY333" fmla="*/ 490604 h 997653"/>
                <a:gd name="connsiteX334" fmla="*/ 116320 w 537198"/>
                <a:gd name="connsiteY334" fmla="*/ 491701 h 997653"/>
                <a:gd name="connsiteX335" fmla="*/ 119280 w 537198"/>
                <a:gd name="connsiteY335" fmla="*/ 491810 h 997653"/>
                <a:gd name="connsiteX336" fmla="*/ 122459 w 537198"/>
                <a:gd name="connsiteY336" fmla="*/ 491920 h 997653"/>
                <a:gd name="connsiteX337" fmla="*/ 124981 w 537198"/>
                <a:gd name="connsiteY337" fmla="*/ 492907 h 997653"/>
                <a:gd name="connsiteX338" fmla="*/ 126406 w 537198"/>
                <a:gd name="connsiteY338" fmla="*/ 495099 h 997653"/>
                <a:gd name="connsiteX339" fmla="*/ 126954 w 537198"/>
                <a:gd name="connsiteY339" fmla="*/ 497730 h 997653"/>
                <a:gd name="connsiteX340" fmla="*/ 127064 w 537198"/>
                <a:gd name="connsiteY340" fmla="*/ 500581 h 997653"/>
                <a:gd name="connsiteX341" fmla="*/ 127064 w 537198"/>
                <a:gd name="connsiteY341" fmla="*/ 503322 h 997653"/>
                <a:gd name="connsiteX342" fmla="*/ 121582 w 537198"/>
                <a:gd name="connsiteY342" fmla="*/ 501568 h 997653"/>
                <a:gd name="connsiteX343" fmla="*/ 115004 w 537198"/>
                <a:gd name="connsiteY343" fmla="*/ 498607 h 997653"/>
                <a:gd name="connsiteX344" fmla="*/ 108536 w 537198"/>
                <a:gd name="connsiteY344" fmla="*/ 496415 h 997653"/>
                <a:gd name="connsiteX345" fmla="*/ 103493 w 537198"/>
                <a:gd name="connsiteY345" fmla="*/ 497511 h 997653"/>
                <a:gd name="connsiteX346" fmla="*/ 102396 w 537198"/>
                <a:gd name="connsiteY346" fmla="*/ 501677 h 997653"/>
                <a:gd name="connsiteX347" fmla="*/ 108207 w 537198"/>
                <a:gd name="connsiteY347" fmla="*/ 504857 h 997653"/>
                <a:gd name="connsiteX348" fmla="*/ 115881 w 537198"/>
                <a:gd name="connsiteY348" fmla="*/ 508036 h 997653"/>
                <a:gd name="connsiteX349" fmla="*/ 120376 w 537198"/>
                <a:gd name="connsiteY349" fmla="*/ 512202 h 997653"/>
                <a:gd name="connsiteX350" fmla="*/ 120705 w 537198"/>
                <a:gd name="connsiteY350" fmla="*/ 513189 h 997653"/>
                <a:gd name="connsiteX351" fmla="*/ 121034 w 537198"/>
                <a:gd name="connsiteY351" fmla="*/ 514175 h 997653"/>
                <a:gd name="connsiteX352" fmla="*/ 121363 w 537198"/>
                <a:gd name="connsiteY352" fmla="*/ 515162 h 997653"/>
                <a:gd name="connsiteX353" fmla="*/ 121801 w 537198"/>
                <a:gd name="connsiteY353" fmla="*/ 516149 h 997653"/>
                <a:gd name="connsiteX354" fmla="*/ 126845 w 537198"/>
                <a:gd name="connsiteY354" fmla="*/ 521630 h 997653"/>
                <a:gd name="connsiteX355" fmla="*/ 134080 w 537198"/>
                <a:gd name="connsiteY355" fmla="*/ 523604 h 997653"/>
                <a:gd name="connsiteX356" fmla="*/ 141316 w 537198"/>
                <a:gd name="connsiteY356" fmla="*/ 525248 h 997653"/>
                <a:gd name="connsiteX357" fmla="*/ 146359 w 537198"/>
                <a:gd name="connsiteY357" fmla="*/ 529743 h 997653"/>
                <a:gd name="connsiteX358" fmla="*/ 146359 w 537198"/>
                <a:gd name="connsiteY358" fmla="*/ 531716 h 997653"/>
                <a:gd name="connsiteX359" fmla="*/ 145592 w 537198"/>
                <a:gd name="connsiteY359" fmla="*/ 533470 h 997653"/>
                <a:gd name="connsiteX360" fmla="*/ 145372 w 537198"/>
                <a:gd name="connsiteY360" fmla="*/ 535225 h 997653"/>
                <a:gd name="connsiteX361" fmla="*/ 147346 w 537198"/>
                <a:gd name="connsiteY361" fmla="*/ 536979 h 997653"/>
                <a:gd name="connsiteX362" fmla="*/ 150525 w 537198"/>
                <a:gd name="connsiteY362" fmla="*/ 537417 h 997653"/>
                <a:gd name="connsiteX363" fmla="*/ 154472 w 537198"/>
                <a:gd name="connsiteY363" fmla="*/ 536321 h 997653"/>
                <a:gd name="connsiteX364" fmla="*/ 158418 w 537198"/>
                <a:gd name="connsiteY364" fmla="*/ 535005 h 997653"/>
                <a:gd name="connsiteX365" fmla="*/ 161927 w 537198"/>
                <a:gd name="connsiteY365" fmla="*/ 534676 h 997653"/>
                <a:gd name="connsiteX366" fmla="*/ 165545 w 537198"/>
                <a:gd name="connsiteY366" fmla="*/ 535334 h 997653"/>
                <a:gd name="connsiteX367" fmla="*/ 169053 w 537198"/>
                <a:gd name="connsiteY367" fmla="*/ 535773 h 997653"/>
                <a:gd name="connsiteX368" fmla="*/ 172671 w 537198"/>
                <a:gd name="connsiteY368" fmla="*/ 536102 h 997653"/>
                <a:gd name="connsiteX369" fmla="*/ 176289 w 537198"/>
                <a:gd name="connsiteY369" fmla="*/ 536211 h 997653"/>
                <a:gd name="connsiteX370" fmla="*/ 179797 w 537198"/>
                <a:gd name="connsiteY370" fmla="*/ 536650 h 997653"/>
                <a:gd name="connsiteX371" fmla="*/ 181880 w 537198"/>
                <a:gd name="connsiteY371" fmla="*/ 537417 h 997653"/>
                <a:gd name="connsiteX372" fmla="*/ 183634 w 537198"/>
                <a:gd name="connsiteY372" fmla="*/ 538952 h 997653"/>
                <a:gd name="connsiteX373" fmla="*/ 186485 w 537198"/>
                <a:gd name="connsiteY373" fmla="*/ 541254 h 997653"/>
                <a:gd name="connsiteX374" fmla="*/ 191637 w 537198"/>
                <a:gd name="connsiteY374" fmla="*/ 544215 h 997653"/>
                <a:gd name="connsiteX375" fmla="*/ 197886 w 537198"/>
                <a:gd name="connsiteY375" fmla="*/ 548161 h 997653"/>
                <a:gd name="connsiteX376" fmla="*/ 200298 w 537198"/>
                <a:gd name="connsiteY376" fmla="*/ 551560 h 997653"/>
                <a:gd name="connsiteX377" fmla="*/ 194049 w 537198"/>
                <a:gd name="connsiteY377" fmla="*/ 552985 h 997653"/>
                <a:gd name="connsiteX378" fmla="*/ 192295 w 537198"/>
                <a:gd name="connsiteY378" fmla="*/ 553533 h 997653"/>
                <a:gd name="connsiteX379" fmla="*/ 190321 w 537198"/>
                <a:gd name="connsiteY379" fmla="*/ 554301 h 997653"/>
                <a:gd name="connsiteX380" fmla="*/ 188677 w 537198"/>
                <a:gd name="connsiteY380" fmla="*/ 555616 h 997653"/>
                <a:gd name="connsiteX381" fmla="*/ 187690 w 537198"/>
                <a:gd name="connsiteY381" fmla="*/ 557261 h 997653"/>
                <a:gd name="connsiteX382" fmla="*/ 187800 w 537198"/>
                <a:gd name="connsiteY382" fmla="*/ 559234 h 997653"/>
                <a:gd name="connsiteX383" fmla="*/ 188129 w 537198"/>
                <a:gd name="connsiteY383" fmla="*/ 561975 h 997653"/>
                <a:gd name="connsiteX384" fmla="*/ 188458 w 537198"/>
                <a:gd name="connsiteY384" fmla="*/ 564606 h 997653"/>
                <a:gd name="connsiteX385" fmla="*/ 188458 w 537198"/>
                <a:gd name="connsiteY385" fmla="*/ 566031 h 997653"/>
                <a:gd name="connsiteX386" fmla="*/ 185717 w 537198"/>
                <a:gd name="connsiteY386" fmla="*/ 567347 h 997653"/>
                <a:gd name="connsiteX387" fmla="*/ 181661 w 537198"/>
                <a:gd name="connsiteY387" fmla="*/ 567128 h 997653"/>
                <a:gd name="connsiteX388" fmla="*/ 177275 w 537198"/>
                <a:gd name="connsiteY388" fmla="*/ 566470 h 997653"/>
                <a:gd name="connsiteX389" fmla="*/ 173767 w 537198"/>
                <a:gd name="connsiteY389" fmla="*/ 566689 h 997653"/>
                <a:gd name="connsiteX390" fmla="*/ 168943 w 537198"/>
                <a:gd name="connsiteY390" fmla="*/ 568443 h 997653"/>
                <a:gd name="connsiteX391" fmla="*/ 164668 w 537198"/>
                <a:gd name="connsiteY391" fmla="*/ 569540 h 997653"/>
                <a:gd name="connsiteX392" fmla="*/ 160282 w 537198"/>
                <a:gd name="connsiteY392" fmla="*/ 569649 h 997653"/>
                <a:gd name="connsiteX393" fmla="*/ 155458 w 537198"/>
                <a:gd name="connsiteY393" fmla="*/ 568334 h 997653"/>
                <a:gd name="connsiteX394" fmla="*/ 150525 w 537198"/>
                <a:gd name="connsiteY394" fmla="*/ 566470 h 997653"/>
                <a:gd name="connsiteX395" fmla="*/ 145482 w 537198"/>
                <a:gd name="connsiteY395" fmla="*/ 564496 h 997653"/>
                <a:gd name="connsiteX396" fmla="*/ 140439 w 537198"/>
                <a:gd name="connsiteY396" fmla="*/ 562852 h 997653"/>
                <a:gd name="connsiteX397" fmla="*/ 135396 w 537198"/>
                <a:gd name="connsiteY397" fmla="*/ 561646 h 997653"/>
                <a:gd name="connsiteX398" fmla="*/ 122130 w 537198"/>
                <a:gd name="connsiteY398" fmla="*/ 561646 h 997653"/>
                <a:gd name="connsiteX399" fmla="*/ 110071 w 537198"/>
                <a:gd name="connsiteY399" fmla="*/ 565483 h 997653"/>
                <a:gd name="connsiteX400" fmla="*/ 98779 w 537198"/>
                <a:gd name="connsiteY400" fmla="*/ 571842 h 997653"/>
                <a:gd name="connsiteX401" fmla="*/ 87706 w 537198"/>
                <a:gd name="connsiteY401" fmla="*/ 579406 h 997653"/>
                <a:gd name="connsiteX402" fmla="*/ 82992 w 537198"/>
                <a:gd name="connsiteY402" fmla="*/ 584998 h 997653"/>
                <a:gd name="connsiteX403" fmla="*/ 77510 w 537198"/>
                <a:gd name="connsiteY403" fmla="*/ 594097 h 997653"/>
                <a:gd name="connsiteX404" fmla="*/ 74988 w 537198"/>
                <a:gd name="connsiteY404" fmla="*/ 602320 h 997653"/>
                <a:gd name="connsiteX405" fmla="*/ 79483 w 537198"/>
                <a:gd name="connsiteY405" fmla="*/ 605280 h 997653"/>
                <a:gd name="connsiteX406" fmla="*/ 83211 w 537198"/>
                <a:gd name="connsiteY406" fmla="*/ 606047 h 997653"/>
                <a:gd name="connsiteX407" fmla="*/ 86609 w 537198"/>
                <a:gd name="connsiteY407" fmla="*/ 608788 h 997653"/>
                <a:gd name="connsiteX408" fmla="*/ 89789 w 537198"/>
                <a:gd name="connsiteY408" fmla="*/ 612296 h 997653"/>
                <a:gd name="connsiteX409" fmla="*/ 92639 w 537198"/>
                <a:gd name="connsiteY409" fmla="*/ 615366 h 997653"/>
                <a:gd name="connsiteX410" fmla="*/ 95380 w 537198"/>
                <a:gd name="connsiteY410" fmla="*/ 619422 h 997653"/>
                <a:gd name="connsiteX411" fmla="*/ 94722 w 537198"/>
                <a:gd name="connsiteY411" fmla="*/ 622492 h 997653"/>
                <a:gd name="connsiteX412" fmla="*/ 91762 w 537198"/>
                <a:gd name="connsiteY412" fmla="*/ 625123 h 997653"/>
                <a:gd name="connsiteX413" fmla="*/ 87706 w 537198"/>
                <a:gd name="connsiteY413" fmla="*/ 627754 h 997653"/>
                <a:gd name="connsiteX414" fmla="*/ 83649 w 537198"/>
                <a:gd name="connsiteY414" fmla="*/ 631043 h 997653"/>
                <a:gd name="connsiteX415" fmla="*/ 82663 w 537198"/>
                <a:gd name="connsiteY415" fmla="*/ 634332 h 997653"/>
                <a:gd name="connsiteX416" fmla="*/ 83649 w 537198"/>
                <a:gd name="connsiteY416" fmla="*/ 638389 h 997653"/>
                <a:gd name="connsiteX417" fmla="*/ 85513 w 537198"/>
                <a:gd name="connsiteY417" fmla="*/ 644199 h 997653"/>
                <a:gd name="connsiteX418" fmla="*/ 87157 w 537198"/>
                <a:gd name="connsiteY418" fmla="*/ 650119 h 997653"/>
                <a:gd name="connsiteX419" fmla="*/ 88254 w 537198"/>
                <a:gd name="connsiteY419" fmla="*/ 654943 h 997653"/>
                <a:gd name="connsiteX420" fmla="*/ 88364 w 537198"/>
                <a:gd name="connsiteY420" fmla="*/ 659657 h 997653"/>
                <a:gd name="connsiteX421" fmla="*/ 87377 w 537198"/>
                <a:gd name="connsiteY421" fmla="*/ 665248 h 997653"/>
                <a:gd name="connsiteX422" fmla="*/ 84526 w 537198"/>
                <a:gd name="connsiteY422" fmla="*/ 675225 h 997653"/>
                <a:gd name="connsiteX423" fmla="*/ 81566 w 537198"/>
                <a:gd name="connsiteY423" fmla="*/ 685202 h 997653"/>
                <a:gd name="connsiteX424" fmla="*/ 78716 w 537198"/>
                <a:gd name="connsiteY424" fmla="*/ 695178 h 997653"/>
                <a:gd name="connsiteX425" fmla="*/ 76304 w 537198"/>
                <a:gd name="connsiteY425" fmla="*/ 705155 h 997653"/>
                <a:gd name="connsiteX426" fmla="*/ 83759 w 537198"/>
                <a:gd name="connsiteY426" fmla="*/ 714364 h 997653"/>
                <a:gd name="connsiteX427" fmla="*/ 90775 w 537198"/>
                <a:gd name="connsiteY427" fmla="*/ 724011 h 997653"/>
                <a:gd name="connsiteX428" fmla="*/ 97573 w 537198"/>
                <a:gd name="connsiteY428" fmla="*/ 733878 h 997653"/>
                <a:gd name="connsiteX429" fmla="*/ 104480 w 537198"/>
                <a:gd name="connsiteY429" fmla="*/ 743526 h 997653"/>
                <a:gd name="connsiteX430" fmla="*/ 107768 w 537198"/>
                <a:gd name="connsiteY430" fmla="*/ 747363 h 997653"/>
                <a:gd name="connsiteX431" fmla="*/ 111606 w 537198"/>
                <a:gd name="connsiteY431" fmla="*/ 751419 h 997653"/>
                <a:gd name="connsiteX432" fmla="*/ 115224 w 537198"/>
                <a:gd name="connsiteY432" fmla="*/ 755695 h 997653"/>
                <a:gd name="connsiteX433" fmla="*/ 117745 w 537198"/>
                <a:gd name="connsiteY433" fmla="*/ 759861 h 997653"/>
                <a:gd name="connsiteX434" fmla="*/ 119280 w 537198"/>
                <a:gd name="connsiteY434" fmla="*/ 765781 h 997653"/>
                <a:gd name="connsiteX435" fmla="*/ 119828 w 537198"/>
                <a:gd name="connsiteY435" fmla="*/ 772907 h 997653"/>
                <a:gd name="connsiteX436" fmla="*/ 119938 w 537198"/>
                <a:gd name="connsiteY436" fmla="*/ 780143 h 997653"/>
                <a:gd name="connsiteX437" fmla="*/ 120267 w 537198"/>
                <a:gd name="connsiteY437" fmla="*/ 786502 h 997653"/>
                <a:gd name="connsiteX438" fmla="*/ 120376 w 537198"/>
                <a:gd name="connsiteY438" fmla="*/ 797794 h 997653"/>
                <a:gd name="connsiteX439" fmla="*/ 120267 w 537198"/>
                <a:gd name="connsiteY439" fmla="*/ 809415 h 997653"/>
                <a:gd name="connsiteX440" fmla="*/ 120595 w 537198"/>
                <a:gd name="connsiteY440" fmla="*/ 821036 h 997653"/>
                <a:gd name="connsiteX441" fmla="*/ 121911 w 537198"/>
                <a:gd name="connsiteY441" fmla="*/ 832109 h 997653"/>
                <a:gd name="connsiteX442" fmla="*/ 125310 w 537198"/>
                <a:gd name="connsiteY442" fmla="*/ 841537 h 997653"/>
                <a:gd name="connsiteX443" fmla="*/ 130901 w 537198"/>
                <a:gd name="connsiteY443" fmla="*/ 849650 h 997653"/>
                <a:gd name="connsiteX444" fmla="*/ 137369 w 537198"/>
                <a:gd name="connsiteY444" fmla="*/ 857215 h 997653"/>
                <a:gd name="connsiteX445" fmla="*/ 143509 w 537198"/>
                <a:gd name="connsiteY445" fmla="*/ 864889 h 997653"/>
                <a:gd name="connsiteX446" fmla="*/ 144934 w 537198"/>
                <a:gd name="connsiteY446" fmla="*/ 871905 h 997653"/>
                <a:gd name="connsiteX447" fmla="*/ 145372 w 537198"/>
                <a:gd name="connsiteY447" fmla="*/ 878483 h 997653"/>
                <a:gd name="connsiteX448" fmla="*/ 144824 w 537198"/>
                <a:gd name="connsiteY448" fmla="*/ 884842 h 997653"/>
                <a:gd name="connsiteX449" fmla="*/ 143180 w 537198"/>
                <a:gd name="connsiteY449" fmla="*/ 891529 h 997653"/>
                <a:gd name="connsiteX450" fmla="*/ 142193 w 537198"/>
                <a:gd name="connsiteY450" fmla="*/ 899094 h 997653"/>
                <a:gd name="connsiteX451" fmla="*/ 143180 w 537198"/>
                <a:gd name="connsiteY451" fmla="*/ 906878 h 997653"/>
                <a:gd name="connsiteX452" fmla="*/ 145372 w 537198"/>
                <a:gd name="connsiteY452" fmla="*/ 914662 h 997653"/>
                <a:gd name="connsiteX453" fmla="*/ 147455 w 537198"/>
                <a:gd name="connsiteY453" fmla="*/ 922007 h 997653"/>
                <a:gd name="connsiteX454" fmla="*/ 148223 w 537198"/>
                <a:gd name="connsiteY454" fmla="*/ 924748 h 997653"/>
                <a:gd name="connsiteX455" fmla="*/ 149209 w 537198"/>
                <a:gd name="connsiteY455" fmla="*/ 927818 h 997653"/>
                <a:gd name="connsiteX456" fmla="*/ 149977 w 537198"/>
                <a:gd name="connsiteY456" fmla="*/ 930778 h 997653"/>
                <a:gd name="connsiteX457" fmla="*/ 150306 w 537198"/>
                <a:gd name="connsiteY457" fmla="*/ 933628 h 997653"/>
                <a:gd name="connsiteX458" fmla="*/ 149758 w 537198"/>
                <a:gd name="connsiteY458" fmla="*/ 937356 h 997653"/>
                <a:gd name="connsiteX459" fmla="*/ 148442 w 537198"/>
                <a:gd name="connsiteY459" fmla="*/ 940974 h 997653"/>
                <a:gd name="connsiteX460" fmla="*/ 147126 w 537198"/>
                <a:gd name="connsiteY460" fmla="*/ 944372 h 997653"/>
                <a:gd name="connsiteX461" fmla="*/ 146469 w 537198"/>
                <a:gd name="connsiteY461" fmla="*/ 947990 h 997653"/>
                <a:gd name="connsiteX462" fmla="*/ 146797 w 537198"/>
                <a:gd name="connsiteY462" fmla="*/ 951169 h 997653"/>
                <a:gd name="connsiteX463" fmla="*/ 147784 w 537198"/>
                <a:gd name="connsiteY463" fmla="*/ 954239 h 997653"/>
                <a:gd name="connsiteX464" fmla="*/ 148990 w 537198"/>
                <a:gd name="connsiteY464" fmla="*/ 957418 h 997653"/>
                <a:gd name="connsiteX465" fmla="*/ 149758 w 537198"/>
                <a:gd name="connsiteY465" fmla="*/ 960598 h 997653"/>
                <a:gd name="connsiteX466" fmla="*/ 149977 w 537198"/>
                <a:gd name="connsiteY466" fmla="*/ 964325 h 997653"/>
                <a:gd name="connsiteX467" fmla="*/ 149867 w 537198"/>
                <a:gd name="connsiteY467" fmla="*/ 968053 h 997653"/>
                <a:gd name="connsiteX468" fmla="*/ 149758 w 537198"/>
                <a:gd name="connsiteY468" fmla="*/ 971780 h 997653"/>
                <a:gd name="connsiteX469" fmla="*/ 149538 w 537198"/>
                <a:gd name="connsiteY469" fmla="*/ 975398 h 997653"/>
                <a:gd name="connsiteX470" fmla="*/ 149538 w 537198"/>
                <a:gd name="connsiteY470" fmla="*/ 976714 h 997653"/>
                <a:gd name="connsiteX471" fmla="*/ 149648 w 537198"/>
                <a:gd name="connsiteY471" fmla="*/ 978029 h 997653"/>
                <a:gd name="connsiteX472" fmla="*/ 149758 w 537198"/>
                <a:gd name="connsiteY472" fmla="*/ 979235 h 997653"/>
                <a:gd name="connsiteX473" fmla="*/ 149867 w 537198"/>
                <a:gd name="connsiteY473" fmla="*/ 980551 h 997653"/>
                <a:gd name="connsiteX474" fmla="*/ 150087 w 537198"/>
                <a:gd name="connsiteY474" fmla="*/ 981757 h 997653"/>
                <a:gd name="connsiteX475" fmla="*/ 150306 w 537198"/>
                <a:gd name="connsiteY475" fmla="*/ 982963 h 997653"/>
                <a:gd name="connsiteX476" fmla="*/ 150525 w 537198"/>
                <a:gd name="connsiteY476" fmla="*/ 984169 h 997653"/>
                <a:gd name="connsiteX477" fmla="*/ 150744 w 537198"/>
                <a:gd name="connsiteY477" fmla="*/ 985375 h 997653"/>
                <a:gd name="connsiteX478" fmla="*/ 153047 w 537198"/>
                <a:gd name="connsiteY478" fmla="*/ 991514 h 997653"/>
                <a:gd name="connsiteX479" fmla="*/ 156336 w 537198"/>
                <a:gd name="connsiteY479" fmla="*/ 995351 h 997653"/>
                <a:gd name="connsiteX480" fmla="*/ 161050 w 537198"/>
                <a:gd name="connsiteY480" fmla="*/ 997544 h 997653"/>
                <a:gd name="connsiteX481" fmla="*/ 166970 w 537198"/>
                <a:gd name="connsiteY481" fmla="*/ 998750 h 997653"/>
                <a:gd name="connsiteX482" fmla="*/ 169711 w 537198"/>
                <a:gd name="connsiteY482" fmla="*/ 999298 h 997653"/>
                <a:gd name="connsiteX483" fmla="*/ 172561 w 537198"/>
                <a:gd name="connsiteY483" fmla="*/ 999846 h 997653"/>
                <a:gd name="connsiteX484" fmla="*/ 174754 w 537198"/>
                <a:gd name="connsiteY484" fmla="*/ 999517 h 997653"/>
                <a:gd name="connsiteX485" fmla="*/ 175521 w 537198"/>
                <a:gd name="connsiteY485" fmla="*/ 997215 h 997653"/>
                <a:gd name="connsiteX486" fmla="*/ 175521 w 537198"/>
                <a:gd name="connsiteY486" fmla="*/ 994474 h 997653"/>
                <a:gd name="connsiteX487" fmla="*/ 175412 w 537198"/>
                <a:gd name="connsiteY487" fmla="*/ 991624 h 997653"/>
                <a:gd name="connsiteX488" fmla="*/ 175302 w 537198"/>
                <a:gd name="connsiteY488" fmla="*/ 988883 h 997653"/>
                <a:gd name="connsiteX489" fmla="*/ 175192 w 537198"/>
                <a:gd name="connsiteY489" fmla="*/ 986142 h 997653"/>
                <a:gd name="connsiteX490" fmla="*/ 188348 w 537198"/>
                <a:gd name="connsiteY490" fmla="*/ 986471 h 997653"/>
                <a:gd name="connsiteX491" fmla="*/ 201833 w 537198"/>
                <a:gd name="connsiteY491" fmla="*/ 986471 h 997653"/>
                <a:gd name="connsiteX492" fmla="*/ 215208 w 537198"/>
                <a:gd name="connsiteY492" fmla="*/ 987129 h 997653"/>
                <a:gd name="connsiteX493" fmla="*/ 228254 w 537198"/>
                <a:gd name="connsiteY493" fmla="*/ 988883 h 997653"/>
                <a:gd name="connsiteX494" fmla="*/ 228802 w 537198"/>
                <a:gd name="connsiteY494" fmla="*/ 985923 h 997653"/>
                <a:gd name="connsiteX495" fmla="*/ 229350 w 537198"/>
                <a:gd name="connsiteY495" fmla="*/ 982963 h 997653"/>
                <a:gd name="connsiteX496" fmla="*/ 229899 w 537198"/>
                <a:gd name="connsiteY496" fmla="*/ 979893 h 997653"/>
                <a:gd name="connsiteX497" fmla="*/ 230447 w 537198"/>
                <a:gd name="connsiteY497" fmla="*/ 976933 h 997653"/>
                <a:gd name="connsiteX498" fmla="*/ 228693 w 537198"/>
                <a:gd name="connsiteY498" fmla="*/ 973425 h 997653"/>
                <a:gd name="connsiteX499" fmla="*/ 224198 w 537198"/>
                <a:gd name="connsiteY499" fmla="*/ 969807 h 997653"/>
                <a:gd name="connsiteX500" fmla="*/ 218936 w 537198"/>
                <a:gd name="connsiteY500" fmla="*/ 966737 h 997653"/>
                <a:gd name="connsiteX501" fmla="*/ 214770 w 537198"/>
                <a:gd name="connsiteY501" fmla="*/ 964325 h 997653"/>
                <a:gd name="connsiteX502" fmla="*/ 220141 w 537198"/>
                <a:gd name="connsiteY502" fmla="*/ 959172 h 997653"/>
                <a:gd name="connsiteX503" fmla="*/ 225514 w 537198"/>
                <a:gd name="connsiteY503" fmla="*/ 954458 h 997653"/>
                <a:gd name="connsiteX504" fmla="*/ 231105 w 537198"/>
                <a:gd name="connsiteY504" fmla="*/ 951718 h 997653"/>
                <a:gd name="connsiteX505" fmla="*/ 237573 w 537198"/>
                <a:gd name="connsiteY505" fmla="*/ 952924 h 997653"/>
                <a:gd name="connsiteX506" fmla="*/ 242506 w 537198"/>
                <a:gd name="connsiteY506" fmla="*/ 955335 h 997653"/>
                <a:gd name="connsiteX507" fmla="*/ 247549 w 537198"/>
                <a:gd name="connsiteY507" fmla="*/ 957418 h 997653"/>
                <a:gd name="connsiteX508" fmla="*/ 252812 w 537198"/>
                <a:gd name="connsiteY508" fmla="*/ 959063 h 997653"/>
                <a:gd name="connsiteX509" fmla="*/ 258074 w 537198"/>
                <a:gd name="connsiteY509" fmla="*/ 960269 h 997653"/>
                <a:gd name="connsiteX510" fmla="*/ 255882 w 537198"/>
                <a:gd name="connsiteY510" fmla="*/ 952156 h 997653"/>
                <a:gd name="connsiteX511" fmla="*/ 253799 w 537198"/>
                <a:gd name="connsiteY511" fmla="*/ 943934 h 997653"/>
                <a:gd name="connsiteX512" fmla="*/ 251496 w 537198"/>
                <a:gd name="connsiteY512" fmla="*/ 935821 h 997653"/>
                <a:gd name="connsiteX513" fmla="*/ 248975 w 537198"/>
                <a:gd name="connsiteY513" fmla="*/ 927708 h 997653"/>
                <a:gd name="connsiteX514" fmla="*/ 249413 w 537198"/>
                <a:gd name="connsiteY514" fmla="*/ 925406 h 997653"/>
                <a:gd name="connsiteX515" fmla="*/ 250290 w 537198"/>
                <a:gd name="connsiteY515" fmla="*/ 923104 h 997653"/>
                <a:gd name="connsiteX516" fmla="*/ 251496 w 537198"/>
                <a:gd name="connsiteY516" fmla="*/ 920801 h 997653"/>
                <a:gd name="connsiteX517" fmla="*/ 252702 w 537198"/>
                <a:gd name="connsiteY517" fmla="*/ 918499 h 997653"/>
                <a:gd name="connsiteX518" fmla="*/ 255005 w 537198"/>
                <a:gd name="connsiteY518" fmla="*/ 913127 h 997653"/>
                <a:gd name="connsiteX519" fmla="*/ 257197 w 537198"/>
                <a:gd name="connsiteY519" fmla="*/ 907645 h 997653"/>
                <a:gd name="connsiteX520" fmla="*/ 259499 w 537198"/>
                <a:gd name="connsiteY520" fmla="*/ 902273 h 997653"/>
                <a:gd name="connsiteX521" fmla="*/ 262131 w 537198"/>
                <a:gd name="connsiteY521" fmla="*/ 897121 h 997653"/>
                <a:gd name="connsiteX522" fmla="*/ 264104 w 537198"/>
                <a:gd name="connsiteY522" fmla="*/ 893503 h 997653"/>
                <a:gd name="connsiteX523" fmla="*/ 266187 w 537198"/>
                <a:gd name="connsiteY523" fmla="*/ 889227 h 997653"/>
                <a:gd name="connsiteX524" fmla="*/ 268489 w 537198"/>
                <a:gd name="connsiteY524" fmla="*/ 885280 h 997653"/>
                <a:gd name="connsiteX525" fmla="*/ 271121 w 537198"/>
                <a:gd name="connsiteY525" fmla="*/ 882211 h 997653"/>
                <a:gd name="connsiteX526" fmla="*/ 272765 w 537198"/>
                <a:gd name="connsiteY526" fmla="*/ 881005 h 997653"/>
                <a:gd name="connsiteX527" fmla="*/ 274738 w 537198"/>
                <a:gd name="connsiteY527" fmla="*/ 880457 h 997653"/>
                <a:gd name="connsiteX528" fmla="*/ 276931 w 537198"/>
                <a:gd name="connsiteY528" fmla="*/ 880128 h 997653"/>
                <a:gd name="connsiteX529" fmla="*/ 279343 w 537198"/>
                <a:gd name="connsiteY529" fmla="*/ 879908 h 997653"/>
                <a:gd name="connsiteX530" fmla="*/ 284934 w 537198"/>
                <a:gd name="connsiteY530" fmla="*/ 880128 h 997653"/>
                <a:gd name="connsiteX531" fmla="*/ 290635 w 537198"/>
                <a:gd name="connsiteY531" fmla="*/ 880018 h 997653"/>
                <a:gd name="connsiteX532" fmla="*/ 296336 w 537198"/>
                <a:gd name="connsiteY532" fmla="*/ 879360 h 997653"/>
                <a:gd name="connsiteX533" fmla="*/ 301818 w 537198"/>
                <a:gd name="connsiteY533" fmla="*/ 878264 h 997653"/>
                <a:gd name="connsiteX534" fmla="*/ 307080 w 537198"/>
                <a:gd name="connsiteY534" fmla="*/ 877716 h 997653"/>
                <a:gd name="connsiteX535" fmla="*/ 313000 w 537198"/>
                <a:gd name="connsiteY535" fmla="*/ 877606 h 997653"/>
                <a:gd name="connsiteX536" fmla="*/ 318482 w 537198"/>
                <a:gd name="connsiteY536" fmla="*/ 876619 h 997653"/>
                <a:gd name="connsiteX537" fmla="*/ 321880 w 537198"/>
                <a:gd name="connsiteY537" fmla="*/ 873111 h 997653"/>
                <a:gd name="connsiteX538" fmla="*/ 325827 w 537198"/>
                <a:gd name="connsiteY538" fmla="*/ 867410 h 997653"/>
                <a:gd name="connsiteX539" fmla="*/ 329774 w 537198"/>
                <a:gd name="connsiteY539" fmla="*/ 861600 h 997653"/>
                <a:gd name="connsiteX540" fmla="*/ 333721 w 537198"/>
                <a:gd name="connsiteY540" fmla="*/ 855899 h 997653"/>
                <a:gd name="connsiteX541" fmla="*/ 337667 w 537198"/>
                <a:gd name="connsiteY541" fmla="*/ 850088 h 997653"/>
                <a:gd name="connsiteX542" fmla="*/ 339860 w 537198"/>
                <a:gd name="connsiteY542" fmla="*/ 849102 h 997653"/>
                <a:gd name="connsiteX543" fmla="*/ 342711 w 537198"/>
                <a:gd name="connsiteY543" fmla="*/ 849650 h 997653"/>
                <a:gd name="connsiteX544" fmla="*/ 345561 w 537198"/>
                <a:gd name="connsiteY544" fmla="*/ 850417 h 997653"/>
                <a:gd name="connsiteX545" fmla="*/ 347644 w 537198"/>
                <a:gd name="connsiteY545" fmla="*/ 849869 h 997653"/>
                <a:gd name="connsiteX546" fmla="*/ 347973 w 537198"/>
                <a:gd name="connsiteY546" fmla="*/ 848005 h 997653"/>
                <a:gd name="connsiteX547" fmla="*/ 347534 w 537198"/>
                <a:gd name="connsiteY547" fmla="*/ 845265 h 997653"/>
                <a:gd name="connsiteX548" fmla="*/ 346767 w 537198"/>
                <a:gd name="connsiteY548" fmla="*/ 842414 h 997653"/>
                <a:gd name="connsiteX549" fmla="*/ 346328 w 537198"/>
                <a:gd name="connsiteY549" fmla="*/ 840331 h 997653"/>
                <a:gd name="connsiteX550" fmla="*/ 345232 w 537198"/>
                <a:gd name="connsiteY550" fmla="*/ 835727 h 997653"/>
                <a:gd name="connsiteX551" fmla="*/ 342930 w 537198"/>
                <a:gd name="connsiteY551" fmla="*/ 832547 h 997653"/>
                <a:gd name="connsiteX552" fmla="*/ 339641 w 537198"/>
                <a:gd name="connsiteY552" fmla="*/ 829916 h 997653"/>
                <a:gd name="connsiteX553" fmla="*/ 335913 w 537198"/>
                <a:gd name="connsiteY553" fmla="*/ 827285 h 997653"/>
                <a:gd name="connsiteX554" fmla="*/ 332405 w 537198"/>
                <a:gd name="connsiteY554" fmla="*/ 824544 h 997653"/>
                <a:gd name="connsiteX555" fmla="*/ 329116 w 537198"/>
                <a:gd name="connsiteY555" fmla="*/ 821584 h 997653"/>
                <a:gd name="connsiteX556" fmla="*/ 325827 w 537198"/>
                <a:gd name="connsiteY556" fmla="*/ 818514 h 997653"/>
                <a:gd name="connsiteX557" fmla="*/ 322648 w 537198"/>
                <a:gd name="connsiteY557" fmla="*/ 815335 h 997653"/>
                <a:gd name="connsiteX558" fmla="*/ 321990 w 537198"/>
                <a:gd name="connsiteY558" fmla="*/ 814677 h 997653"/>
                <a:gd name="connsiteX559" fmla="*/ 321222 w 537198"/>
                <a:gd name="connsiteY559" fmla="*/ 814020 h 997653"/>
                <a:gd name="connsiteX560" fmla="*/ 320565 w 537198"/>
                <a:gd name="connsiteY560" fmla="*/ 813362 h 997653"/>
                <a:gd name="connsiteX561" fmla="*/ 319797 w 537198"/>
                <a:gd name="connsiteY561" fmla="*/ 812704 h 997653"/>
                <a:gd name="connsiteX562" fmla="*/ 316508 w 537198"/>
                <a:gd name="connsiteY562" fmla="*/ 806893 h 997653"/>
                <a:gd name="connsiteX563" fmla="*/ 315083 w 537198"/>
                <a:gd name="connsiteY563" fmla="*/ 797026 h 997653"/>
                <a:gd name="connsiteX564" fmla="*/ 315193 w 537198"/>
                <a:gd name="connsiteY564" fmla="*/ 786721 h 997653"/>
                <a:gd name="connsiteX565" fmla="*/ 316179 w 537198"/>
                <a:gd name="connsiteY565" fmla="*/ 779266 h 997653"/>
                <a:gd name="connsiteX566" fmla="*/ 317714 w 537198"/>
                <a:gd name="connsiteY566" fmla="*/ 773675 h 997653"/>
                <a:gd name="connsiteX567" fmla="*/ 319030 w 537198"/>
                <a:gd name="connsiteY567" fmla="*/ 768084 h 997653"/>
                <a:gd name="connsiteX568" fmla="*/ 320345 w 537198"/>
                <a:gd name="connsiteY568" fmla="*/ 762492 h 997653"/>
                <a:gd name="connsiteX569" fmla="*/ 322100 w 537198"/>
                <a:gd name="connsiteY569" fmla="*/ 756901 h 997653"/>
                <a:gd name="connsiteX570" fmla="*/ 323305 w 537198"/>
                <a:gd name="connsiteY570" fmla="*/ 752625 h 997653"/>
                <a:gd name="connsiteX571" fmla="*/ 323525 w 537198"/>
                <a:gd name="connsiteY571" fmla="*/ 748898 h 997653"/>
                <a:gd name="connsiteX572" fmla="*/ 323086 w 537198"/>
                <a:gd name="connsiteY572" fmla="*/ 744951 h 997653"/>
                <a:gd name="connsiteX573" fmla="*/ 322100 w 537198"/>
                <a:gd name="connsiteY573" fmla="*/ 740127 h 997653"/>
                <a:gd name="connsiteX574" fmla="*/ 321551 w 537198"/>
                <a:gd name="connsiteY574" fmla="*/ 737277 h 997653"/>
                <a:gd name="connsiteX575" fmla="*/ 320893 w 537198"/>
                <a:gd name="connsiteY575" fmla="*/ 734536 h 997653"/>
                <a:gd name="connsiteX576" fmla="*/ 320345 w 537198"/>
                <a:gd name="connsiteY576" fmla="*/ 731686 h 997653"/>
                <a:gd name="connsiteX577" fmla="*/ 319797 w 537198"/>
                <a:gd name="connsiteY577" fmla="*/ 728835 h 997653"/>
                <a:gd name="connsiteX578" fmla="*/ 319688 w 537198"/>
                <a:gd name="connsiteY578" fmla="*/ 728397 h 997653"/>
                <a:gd name="connsiteX579" fmla="*/ 319578 w 537198"/>
                <a:gd name="connsiteY579" fmla="*/ 727849 h 997653"/>
                <a:gd name="connsiteX580" fmla="*/ 319468 w 537198"/>
                <a:gd name="connsiteY580" fmla="*/ 727410 h 997653"/>
                <a:gd name="connsiteX581" fmla="*/ 319359 w 537198"/>
                <a:gd name="connsiteY581" fmla="*/ 726862 h 997653"/>
                <a:gd name="connsiteX582" fmla="*/ 318810 w 537198"/>
                <a:gd name="connsiteY582" fmla="*/ 724231 h 997653"/>
                <a:gd name="connsiteX583" fmla="*/ 318262 w 537198"/>
                <a:gd name="connsiteY583" fmla="*/ 721709 h 997653"/>
                <a:gd name="connsiteX584" fmla="*/ 317714 w 537198"/>
                <a:gd name="connsiteY584" fmla="*/ 719078 h 997653"/>
                <a:gd name="connsiteX585" fmla="*/ 317166 w 537198"/>
                <a:gd name="connsiteY585" fmla="*/ 716447 h 997653"/>
                <a:gd name="connsiteX586" fmla="*/ 312013 w 537198"/>
                <a:gd name="connsiteY586" fmla="*/ 718639 h 997653"/>
                <a:gd name="connsiteX587" fmla="*/ 306970 w 537198"/>
                <a:gd name="connsiteY587" fmla="*/ 720832 h 997653"/>
                <a:gd name="connsiteX588" fmla="*/ 296775 w 537198"/>
                <a:gd name="connsiteY588" fmla="*/ 725108 h 997653"/>
                <a:gd name="connsiteX589" fmla="*/ 294911 w 537198"/>
                <a:gd name="connsiteY589" fmla="*/ 720174 h 997653"/>
                <a:gd name="connsiteX590" fmla="*/ 292828 w 537198"/>
                <a:gd name="connsiteY590" fmla="*/ 714254 h 997653"/>
                <a:gd name="connsiteX591" fmla="*/ 291293 w 537198"/>
                <a:gd name="connsiteY591" fmla="*/ 708553 h 997653"/>
                <a:gd name="connsiteX592" fmla="*/ 291402 w 537198"/>
                <a:gd name="connsiteY592" fmla="*/ 704168 h 997653"/>
                <a:gd name="connsiteX593" fmla="*/ 294911 w 537198"/>
                <a:gd name="connsiteY593" fmla="*/ 701098 h 997653"/>
                <a:gd name="connsiteX594" fmla="*/ 298419 w 537198"/>
                <a:gd name="connsiteY594" fmla="*/ 698029 h 997653"/>
                <a:gd name="connsiteX595" fmla="*/ 301818 w 537198"/>
                <a:gd name="connsiteY595" fmla="*/ 694849 h 997653"/>
                <a:gd name="connsiteX596" fmla="*/ 305106 w 537198"/>
                <a:gd name="connsiteY596" fmla="*/ 691451 h 997653"/>
                <a:gd name="connsiteX597" fmla="*/ 308396 w 537198"/>
                <a:gd name="connsiteY597" fmla="*/ 689148 h 997653"/>
                <a:gd name="connsiteX598" fmla="*/ 312671 w 537198"/>
                <a:gd name="connsiteY598" fmla="*/ 687504 h 997653"/>
                <a:gd name="connsiteX599" fmla="*/ 317056 w 537198"/>
                <a:gd name="connsiteY599" fmla="*/ 686188 h 997653"/>
                <a:gd name="connsiteX600" fmla="*/ 321003 w 537198"/>
                <a:gd name="connsiteY600" fmla="*/ 684982 h 997653"/>
                <a:gd name="connsiteX601" fmla="*/ 322538 w 537198"/>
                <a:gd name="connsiteY601" fmla="*/ 685202 h 997653"/>
                <a:gd name="connsiteX602" fmla="*/ 323963 w 537198"/>
                <a:gd name="connsiteY602" fmla="*/ 686408 h 997653"/>
                <a:gd name="connsiteX603" fmla="*/ 325498 w 537198"/>
                <a:gd name="connsiteY603" fmla="*/ 687723 h 997653"/>
                <a:gd name="connsiteX604" fmla="*/ 327033 w 537198"/>
                <a:gd name="connsiteY604" fmla="*/ 688271 h 997653"/>
                <a:gd name="connsiteX605" fmla="*/ 328787 w 537198"/>
                <a:gd name="connsiteY605" fmla="*/ 687723 h 997653"/>
                <a:gd name="connsiteX606" fmla="*/ 330212 w 537198"/>
                <a:gd name="connsiteY606" fmla="*/ 686517 h 997653"/>
                <a:gd name="connsiteX607" fmla="*/ 331638 w 537198"/>
                <a:gd name="connsiteY607" fmla="*/ 685092 h 997653"/>
                <a:gd name="connsiteX608" fmla="*/ 333063 w 537198"/>
                <a:gd name="connsiteY608" fmla="*/ 683776 h 997653"/>
                <a:gd name="connsiteX609" fmla="*/ 335146 w 537198"/>
                <a:gd name="connsiteY609" fmla="*/ 682899 h 997653"/>
                <a:gd name="connsiteX610" fmla="*/ 336900 w 537198"/>
                <a:gd name="connsiteY610" fmla="*/ 682570 h 997653"/>
                <a:gd name="connsiteX611" fmla="*/ 338106 w 537198"/>
                <a:gd name="connsiteY611" fmla="*/ 681584 h 997653"/>
                <a:gd name="connsiteX612" fmla="*/ 338764 w 537198"/>
                <a:gd name="connsiteY612" fmla="*/ 679172 h 997653"/>
                <a:gd name="connsiteX613" fmla="*/ 338873 w 537198"/>
                <a:gd name="connsiteY613" fmla="*/ 675444 h 997653"/>
                <a:gd name="connsiteX614" fmla="*/ 338983 w 537198"/>
                <a:gd name="connsiteY614" fmla="*/ 672484 h 997653"/>
                <a:gd name="connsiteX615" fmla="*/ 339970 w 537198"/>
                <a:gd name="connsiteY615" fmla="*/ 669853 h 997653"/>
                <a:gd name="connsiteX616" fmla="*/ 342272 w 537198"/>
                <a:gd name="connsiteY616" fmla="*/ 667441 h 997653"/>
                <a:gd name="connsiteX617" fmla="*/ 343587 w 537198"/>
                <a:gd name="connsiteY617" fmla="*/ 666893 h 997653"/>
                <a:gd name="connsiteX618" fmla="*/ 345013 w 537198"/>
                <a:gd name="connsiteY618" fmla="*/ 666674 h 997653"/>
                <a:gd name="connsiteX619" fmla="*/ 346438 w 537198"/>
                <a:gd name="connsiteY619" fmla="*/ 666454 h 997653"/>
                <a:gd name="connsiteX620" fmla="*/ 347863 w 537198"/>
                <a:gd name="connsiteY620" fmla="*/ 666126 h 997653"/>
                <a:gd name="connsiteX621" fmla="*/ 349508 w 537198"/>
                <a:gd name="connsiteY621" fmla="*/ 665139 h 997653"/>
                <a:gd name="connsiteX622" fmla="*/ 350275 w 537198"/>
                <a:gd name="connsiteY622" fmla="*/ 664043 h 997653"/>
                <a:gd name="connsiteX623" fmla="*/ 350713 w 537198"/>
                <a:gd name="connsiteY623" fmla="*/ 662946 h 997653"/>
                <a:gd name="connsiteX624" fmla="*/ 351481 w 537198"/>
                <a:gd name="connsiteY624" fmla="*/ 661740 h 997653"/>
                <a:gd name="connsiteX625" fmla="*/ 354880 w 537198"/>
                <a:gd name="connsiteY625" fmla="*/ 659000 h 997653"/>
                <a:gd name="connsiteX626" fmla="*/ 357949 w 537198"/>
                <a:gd name="connsiteY626" fmla="*/ 658342 h 997653"/>
                <a:gd name="connsiteX627" fmla="*/ 361458 w 537198"/>
                <a:gd name="connsiteY627" fmla="*/ 658561 h 997653"/>
                <a:gd name="connsiteX628" fmla="*/ 365953 w 537198"/>
                <a:gd name="connsiteY628" fmla="*/ 658122 h 997653"/>
                <a:gd name="connsiteX629" fmla="*/ 368364 w 537198"/>
                <a:gd name="connsiteY629" fmla="*/ 657465 h 997653"/>
                <a:gd name="connsiteX630" fmla="*/ 370447 w 537198"/>
                <a:gd name="connsiteY630" fmla="*/ 656588 h 997653"/>
                <a:gd name="connsiteX631" fmla="*/ 372421 w 537198"/>
                <a:gd name="connsiteY631" fmla="*/ 655382 h 997653"/>
                <a:gd name="connsiteX632" fmla="*/ 374065 w 537198"/>
                <a:gd name="connsiteY632" fmla="*/ 653518 h 997653"/>
                <a:gd name="connsiteX633" fmla="*/ 376806 w 537198"/>
                <a:gd name="connsiteY633" fmla="*/ 649790 h 997653"/>
                <a:gd name="connsiteX634" fmla="*/ 378670 w 537198"/>
                <a:gd name="connsiteY634" fmla="*/ 648694 h 997653"/>
                <a:gd name="connsiteX635" fmla="*/ 380972 w 537198"/>
                <a:gd name="connsiteY635" fmla="*/ 649790 h 997653"/>
                <a:gd name="connsiteX636" fmla="*/ 384700 w 537198"/>
                <a:gd name="connsiteY636" fmla="*/ 652422 h 997653"/>
                <a:gd name="connsiteX637" fmla="*/ 388866 w 537198"/>
                <a:gd name="connsiteY637" fmla="*/ 654724 h 997653"/>
                <a:gd name="connsiteX638" fmla="*/ 394128 w 537198"/>
                <a:gd name="connsiteY638" fmla="*/ 656807 h 997653"/>
                <a:gd name="connsiteX639" fmla="*/ 399500 w 537198"/>
                <a:gd name="connsiteY639" fmla="*/ 658451 h 997653"/>
                <a:gd name="connsiteX640" fmla="*/ 404324 w 537198"/>
                <a:gd name="connsiteY640" fmla="*/ 659767 h 997653"/>
                <a:gd name="connsiteX641" fmla="*/ 404104 w 537198"/>
                <a:gd name="connsiteY641" fmla="*/ 657794 h 997653"/>
                <a:gd name="connsiteX642" fmla="*/ 403885 w 537198"/>
                <a:gd name="connsiteY642" fmla="*/ 655820 h 997653"/>
                <a:gd name="connsiteX643" fmla="*/ 403337 w 537198"/>
                <a:gd name="connsiteY643" fmla="*/ 653847 h 997653"/>
                <a:gd name="connsiteX644" fmla="*/ 402789 w 537198"/>
                <a:gd name="connsiteY644" fmla="*/ 651983 h 997653"/>
                <a:gd name="connsiteX645" fmla="*/ 400596 w 537198"/>
                <a:gd name="connsiteY645" fmla="*/ 647379 h 997653"/>
                <a:gd name="connsiteX646" fmla="*/ 398842 w 537198"/>
                <a:gd name="connsiteY646" fmla="*/ 642445 h 997653"/>
                <a:gd name="connsiteX647" fmla="*/ 398623 w 537198"/>
                <a:gd name="connsiteY647" fmla="*/ 637621 h 997653"/>
                <a:gd name="connsiteX648" fmla="*/ 401035 w 537198"/>
                <a:gd name="connsiteY648" fmla="*/ 633236 h 997653"/>
                <a:gd name="connsiteX649" fmla="*/ 402899 w 537198"/>
                <a:gd name="connsiteY649" fmla="*/ 631043 h 997653"/>
                <a:gd name="connsiteX650" fmla="*/ 405310 w 537198"/>
                <a:gd name="connsiteY650" fmla="*/ 628302 h 997653"/>
                <a:gd name="connsiteX651" fmla="*/ 407503 w 537198"/>
                <a:gd name="connsiteY651" fmla="*/ 625342 h 997653"/>
                <a:gd name="connsiteX652" fmla="*/ 408490 w 537198"/>
                <a:gd name="connsiteY652" fmla="*/ 622930 h 997653"/>
                <a:gd name="connsiteX653" fmla="*/ 407503 w 537198"/>
                <a:gd name="connsiteY653" fmla="*/ 620628 h 997653"/>
                <a:gd name="connsiteX654" fmla="*/ 405091 w 537198"/>
                <a:gd name="connsiteY654" fmla="*/ 617449 h 997653"/>
                <a:gd name="connsiteX655" fmla="*/ 402241 w 537198"/>
                <a:gd name="connsiteY655" fmla="*/ 614379 h 997653"/>
                <a:gd name="connsiteX656" fmla="*/ 400158 w 537198"/>
                <a:gd name="connsiteY656" fmla="*/ 612296 h 997653"/>
                <a:gd name="connsiteX657" fmla="*/ 399500 w 537198"/>
                <a:gd name="connsiteY657" fmla="*/ 609775 h 997653"/>
                <a:gd name="connsiteX658" fmla="*/ 402021 w 537198"/>
                <a:gd name="connsiteY658" fmla="*/ 608459 h 997653"/>
                <a:gd name="connsiteX659" fmla="*/ 405749 w 537198"/>
                <a:gd name="connsiteY659" fmla="*/ 608020 h 997653"/>
                <a:gd name="connsiteX660" fmla="*/ 408490 w 537198"/>
                <a:gd name="connsiteY660" fmla="*/ 608459 h 997653"/>
                <a:gd name="connsiteX661" fmla="*/ 407393 w 537198"/>
                <a:gd name="connsiteY661" fmla="*/ 604951 h 997653"/>
                <a:gd name="connsiteX662" fmla="*/ 406845 w 537198"/>
                <a:gd name="connsiteY662" fmla="*/ 601771 h 997653"/>
                <a:gd name="connsiteX663" fmla="*/ 407942 w 537198"/>
                <a:gd name="connsiteY663" fmla="*/ 600017 h 997653"/>
                <a:gd name="connsiteX664" fmla="*/ 411779 w 537198"/>
                <a:gd name="connsiteY664" fmla="*/ 600675 h 997653"/>
                <a:gd name="connsiteX665" fmla="*/ 415616 w 537198"/>
                <a:gd name="connsiteY665" fmla="*/ 600675 h 997653"/>
                <a:gd name="connsiteX666" fmla="*/ 417370 w 537198"/>
                <a:gd name="connsiteY666" fmla="*/ 598044 h 997653"/>
                <a:gd name="connsiteX667" fmla="*/ 418795 w 537198"/>
                <a:gd name="connsiteY667" fmla="*/ 595084 h 997653"/>
                <a:gd name="connsiteX668" fmla="*/ 422084 w 537198"/>
                <a:gd name="connsiteY668" fmla="*/ 594207 h 997653"/>
                <a:gd name="connsiteX669" fmla="*/ 424935 w 537198"/>
                <a:gd name="connsiteY669" fmla="*/ 589493 h 997653"/>
                <a:gd name="connsiteX670" fmla="*/ 427456 w 537198"/>
                <a:gd name="connsiteY670" fmla="*/ 585984 h 997653"/>
                <a:gd name="connsiteX671" fmla="*/ 429978 w 537198"/>
                <a:gd name="connsiteY671" fmla="*/ 585436 h 997653"/>
                <a:gd name="connsiteX672" fmla="*/ 432938 w 537198"/>
                <a:gd name="connsiteY672" fmla="*/ 589822 h 997653"/>
                <a:gd name="connsiteX673" fmla="*/ 436117 w 537198"/>
                <a:gd name="connsiteY673" fmla="*/ 593988 h 997653"/>
                <a:gd name="connsiteX674" fmla="*/ 440393 w 537198"/>
                <a:gd name="connsiteY674" fmla="*/ 595961 h 997653"/>
                <a:gd name="connsiteX675" fmla="*/ 445326 w 537198"/>
                <a:gd name="connsiteY675" fmla="*/ 596180 h 997653"/>
                <a:gd name="connsiteX676" fmla="*/ 450150 w 537198"/>
                <a:gd name="connsiteY676" fmla="*/ 595084 h 997653"/>
                <a:gd name="connsiteX677" fmla="*/ 454974 w 537198"/>
                <a:gd name="connsiteY677" fmla="*/ 594426 h 997653"/>
                <a:gd name="connsiteX678" fmla="*/ 458811 w 537198"/>
                <a:gd name="connsiteY678" fmla="*/ 592672 h 997653"/>
                <a:gd name="connsiteX679" fmla="*/ 462429 w 537198"/>
                <a:gd name="connsiteY679" fmla="*/ 589931 h 997653"/>
                <a:gd name="connsiteX680" fmla="*/ 466595 w 537198"/>
                <a:gd name="connsiteY680" fmla="*/ 586423 h 997653"/>
                <a:gd name="connsiteX681" fmla="*/ 477229 w 537198"/>
                <a:gd name="connsiteY681" fmla="*/ 577433 h 997653"/>
                <a:gd name="connsiteX682" fmla="*/ 487973 w 537198"/>
                <a:gd name="connsiteY682" fmla="*/ 568553 h 997653"/>
                <a:gd name="connsiteX683" fmla="*/ 498608 w 537198"/>
                <a:gd name="connsiteY683" fmla="*/ 559563 h 997653"/>
                <a:gd name="connsiteX684" fmla="*/ 509351 w 537198"/>
                <a:gd name="connsiteY684" fmla="*/ 550573 h 997653"/>
                <a:gd name="connsiteX685" fmla="*/ 516258 w 537198"/>
                <a:gd name="connsiteY685" fmla="*/ 544872 h 997653"/>
                <a:gd name="connsiteX686" fmla="*/ 523055 w 537198"/>
                <a:gd name="connsiteY686" fmla="*/ 539062 h 997653"/>
                <a:gd name="connsiteX687" fmla="*/ 529962 w 537198"/>
                <a:gd name="connsiteY687" fmla="*/ 533251 h 997653"/>
                <a:gd name="connsiteX688" fmla="*/ 536869 w 537198"/>
                <a:gd name="connsiteY688" fmla="*/ 527550 h 997653"/>
                <a:gd name="connsiteX689" fmla="*/ 540049 w 537198"/>
                <a:gd name="connsiteY689" fmla="*/ 525248 h 997653"/>
                <a:gd name="connsiteX690" fmla="*/ 543447 w 537198"/>
                <a:gd name="connsiteY690" fmla="*/ 522507 h 997653"/>
                <a:gd name="connsiteX691" fmla="*/ 545859 w 537198"/>
                <a:gd name="connsiteY691" fmla="*/ 519328 h 99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</a:cxnLst>
              <a:rect l="l" t="t" r="r" b="b"/>
              <a:pathLst>
                <a:path w="537198" h="997653">
                  <a:moveTo>
                    <a:pt x="545749" y="515381"/>
                  </a:moveTo>
                  <a:lnTo>
                    <a:pt x="545640" y="511654"/>
                  </a:lnTo>
                  <a:lnTo>
                    <a:pt x="544982" y="509790"/>
                  </a:lnTo>
                  <a:lnTo>
                    <a:pt x="543447" y="508913"/>
                  </a:lnTo>
                  <a:lnTo>
                    <a:pt x="540487" y="508694"/>
                  </a:lnTo>
                  <a:lnTo>
                    <a:pt x="537088" y="508803"/>
                  </a:lnTo>
                  <a:lnTo>
                    <a:pt x="532155" y="509023"/>
                  </a:lnTo>
                  <a:lnTo>
                    <a:pt x="527331" y="508913"/>
                  </a:lnTo>
                  <a:lnTo>
                    <a:pt x="524481" y="507926"/>
                  </a:lnTo>
                  <a:lnTo>
                    <a:pt x="523165" y="502445"/>
                  </a:lnTo>
                  <a:lnTo>
                    <a:pt x="523275" y="493016"/>
                  </a:lnTo>
                  <a:lnTo>
                    <a:pt x="523933" y="483149"/>
                  </a:lnTo>
                  <a:lnTo>
                    <a:pt x="524371" y="476462"/>
                  </a:lnTo>
                  <a:lnTo>
                    <a:pt x="524262" y="465279"/>
                  </a:lnTo>
                  <a:lnTo>
                    <a:pt x="524152" y="454206"/>
                  </a:lnTo>
                  <a:lnTo>
                    <a:pt x="524042" y="443024"/>
                  </a:lnTo>
                  <a:lnTo>
                    <a:pt x="523933" y="431951"/>
                  </a:lnTo>
                  <a:lnTo>
                    <a:pt x="524262" y="423948"/>
                  </a:lnTo>
                  <a:lnTo>
                    <a:pt x="524700" y="411888"/>
                  </a:lnTo>
                  <a:lnTo>
                    <a:pt x="524152" y="400377"/>
                  </a:lnTo>
                  <a:lnTo>
                    <a:pt x="521521" y="394676"/>
                  </a:lnTo>
                  <a:lnTo>
                    <a:pt x="516587" y="393251"/>
                  </a:lnTo>
                  <a:lnTo>
                    <a:pt x="511544" y="391826"/>
                  </a:lnTo>
                  <a:lnTo>
                    <a:pt x="506501" y="390401"/>
                  </a:lnTo>
                  <a:lnTo>
                    <a:pt x="501458" y="388975"/>
                  </a:lnTo>
                  <a:lnTo>
                    <a:pt x="498388" y="388098"/>
                  </a:lnTo>
                  <a:lnTo>
                    <a:pt x="495318" y="387331"/>
                  </a:lnTo>
                  <a:lnTo>
                    <a:pt x="492249" y="386563"/>
                  </a:lnTo>
                  <a:lnTo>
                    <a:pt x="489179" y="385686"/>
                  </a:lnTo>
                  <a:lnTo>
                    <a:pt x="485013" y="384371"/>
                  </a:lnTo>
                  <a:lnTo>
                    <a:pt x="479531" y="382507"/>
                  </a:lnTo>
                  <a:lnTo>
                    <a:pt x="474050" y="381082"/>
                  </a:lnTo>
                  <a:lnTo>
                    <a:pt x="470103" y="381191"/>
                  </a:lnTo>
                  <a:lnTo>
                    <a:pt x="466924" y="384480"/>
                  </a:lnTo>
                  <a:lnTo>
                    <a:pt x="463744" y="389962"/>
                  </a:lnTo>
                  <a:lnTo>
                    <a:pt x="460784" y="395992"/>
                  </a:lnTo>
                  <a:lnTo>
                    <a:pt x="458482" y="400487"/>
                  </a:lnTo>
                  <a:lnTo>
                    <a:pt x="453439" y="395663"/>
                  </a:lnTo>
                  <a:lnTo>
                    <a:pt x="448396" y="390729"/>
                  </a:lnTo>
                  <a:lnTo>
                    <a:pt x="443462" y="385686"/>
                  </a:lnTo>
                  <a:lnTo>
                    <a:pt x="438639" y="380314"/>
                  </a:lnTo>
                  <a:lnTo>
                    <a:pt x="435678" y="376916"/>
                  </a:lnTo>
                  <a:lnTo>
                    <a:pt x="432719" y="373956"/>
                  </a:lnTo>
                  <a:lnTo>
                    <a:pt x="429320" y="372202"/>
                  </a:lnTo>
                  <a:lnTo>
                    <a:pt x="425044" y="372750"/>
                  </a:lnTo>
                  <a:lnTo>
                    <a:pt x="423619" y="373627"/>
                  </a:lnTo>
                  <a:lnTo>
                    <a:pt x="422632" y="375052"/>
                  </a:lnTo>
                  <a:lnTo>
                    <a:pt x="421865" y="376368"/>
                  </a:lnTo>
                  <a:lnTo>
                    <a:pt x="420878" y="377245"/>
                  </a:lnTo>
                  <a:lnTo>
                    <a:pt x="419343" y="377354"/>
                  </a:lnTo>
                  <a:lnTo>
                    <a:pt x="417918" y="376916"/>
                  </a:lnTo>
                  <a:lnTo>
                    <a:pt x="416493" y="376477"/>
                  </a:lnTo>
                  <a:lnTo>
                    <a:pt x="415068" y="376696"/>
                  </a:lnTo>
                  <a:lnTo>
                    <a:pt x="413752" y="377793"/>
                  </a:lnTo>
                  <a:lnTo>
                    <a:pt x="412656" y="379108"/>
                  </a:lnTo>
                  <a:lnTo>
                    <a:pt x="411560" y="380534"/>
                  </a:lnTo>
                  <a:lnTo>
                    <a:pt x="410353" y="381849"/>
                  </a:lnTo>
                  <a:lnTo>
                    <a:pt x="406626" y="375819"/>
                  </a:lnTo>
                  <a:lnTo>
                    <a:pt x="405310" y="363431"/>
                  </a:lnTo>
                  <a:lnTo>
                    <a:pt x="404762" y="349727"/>
                  </a:lnTo>
                  <a:lnTo>
                    <a:pt x="403775" y="339641"/>
                  </a:lnTo>
                  <a:lnTo>
                    <a:pt x="403118" y="336242"/>
                  </a:lnTo>
                  <a:lnTo>
                    <a:pt x="402460" y="333172"/>
                  </a:lnTo>
                  <a:lnTo>
                    <a:pt x="401144" y="331089"/>
                  </a:lnTo>
                  <a:lnTo>
                    <a:pt x="398294" y="330541"/>
                  </a:lnTo>
                  <a:lnTo>
                    <a:pt x="395334" y="331089"/>
                  </a:lnTo>
                  <a:lnTo>
                    <a:pt x="392154" y="331528"/>
                  </a:lnTo>
                  <a:lnTo>
                    <a:pt x="389195" y="331309"/>
                  </a:lnTo>
                  <a:lnTo>
                    <a:pt x="386454" y="329774"/>
                  </a:lnTo>
                  <a:lnTo>
                    <a:pt x="384371" y="327033"/>
                  </a:lnTo>
                  <a:lnTo>
                    <a:pt x="382178" y="324183"/>
                  </a:lnTo>
                  <a:lnTo>
                    <a:pt x="380095" y="321442"/>
                  </a:lnTo>
                  <a:lnTo>
                    <a:pt x="377902" y="318591"/>
                  </a:lnTo>
                  <a:lnTo>
                    <a:pt x="375819" y="316289"/>
                  </a:lnTo>
                  <a:lnTo>
                    <a:pt x="374065" y="313658"/>
                  </a:lnTo>
                  <a:lnTo>
                    <a:pt x="372531" y="310807"/>
                  </a:lnTo>
                  <a:lnTo>
                    <a:pt x="370996" y="307847"/>
                  </a:lnTo>
                  <a:lnTo>
                    <a:pt x="368255" y="308286"/>
                  </a:lnTo>
                  <a:lnTo>
                    <a:pt x="363979" y="312013"/>
                  </a:lnTo>
                  <a:lnTo>
                    <a:pt x="359375" y="314316"/>
                  </a:lnTo>
                  <a:lnTo>
                    <a:pt x="356086" y="310479"/>
                  </a:lnTo>
                  <a:lnTo>
                    <a:pt x="353893" y="306970"/>
                  </a:lnTo>
                  <a:lnTo>
                    <a:pt x="353016" y="303681"/>
                  </a:lnTo>
                  <a:lnTo>
                    <a:pt x="352797" y="300063"/>
                  </a:lnTo>
                  <a:lnTo>
                    <a:pt x="352906" y="295788"/>
                  </a:lnTo>
                  <a:lnTo>
                    <a:pt x="353235" y="292718"/>
                  </a:lnTo>
                  <a:lnTo>
                    <a:pt x="354003" y="290964"/>
                  </a:lnTo>
                  <a:lnTo>
                    <a:pt x="355208" y="289539"/>
                  </a:lnTo>
                  <a:lnTo>
                    <a:pt x="356634" y="287675"/>
                  </a:lnTo>
                  <a:lnTo>
                    <a:pt x="359375" y="282084"/>
                  </a:lnTo>
                  <a:lnTo>
                    <a:pt x="360909" y="276054"/>
                  </a:lnTo>
                  <a:lnTo>
                    <a:pt x="361019" y="269805"/>
                  </a:lnTo>
                  <a:lnTo>
                    <a:pt x="359484" y="263446"/>
                  </a:lnTo>
                  <a:lnTo>
                    <a:pt x="355208" y="257745"/>
                  </a:lnTo>
                  <a:lnTo>
                    <a:pt x="348740" y="253799"/>
                  </a:lnTo>
                  <a:lnTo>
                    <a:pt x="341614" y="251058"/>
                  </a:lnTo>
                  <a:lnTo>
                    <a:pt x="335146" y="248756"/>
                  </a:lnTo>
                  <a:lnTo>
                    <a:pt x="332624" y="247440"/>
                  </a:lnTo>
                  <a:lnTo>
                    <a:pt x="329555" y="245796"/>
                  </a:lnTo>
                  <a:lnTo>
                    <a:pt x="326595" y="244480"/>
                  </a:lnTo>
                  <a:lnTo>
                    <a:pt x="324073" y="244041"/>
                  </a:lnTo>
                  <a:lnTo>
                    <a:pt x="320017" y="244480"/>
                  </a:lnTo>
                  <a:lnTo>
                    <a:pt x="316070" y="244590"/>
                  </a:lnTo>
                  <a:lnTo>
                    <a:pt x="312013" y="244590"/>
                  </a:lnTo>
                  <a:lnTo>
                    <a:pt x="307957" y="244590"/>
                  </a:lnTo>
                  <a:lnTo>
                    <a:pt x="311575" y="240533"/>
                  </a:lnTo>
                  <a:lnTo>
                    <a:pt x="314535" y="237573"/>
                  </a:lnTo>
                  <a:lnTo>
                    <a:pt x="316508" y="234065"/>
                  </a:lnTo>
                  <a:lnTo>
                    <a:pt x="316727" y="228145"/>
                  </a:lnTo>
                  <a:lnTo>
                    <a:pt x="317495" y="223431"/>
                  </a:lnTo>
                  <a:lnTo>
                    <a:pt x="320017" y="219155"/>
                  </a:lnTo>
                  <a:lnTo>
                    <a:pt x="323086" y="215208"/>
                  </a:lnTo>
                  <a:lnTo>
                    <a:pt x="325717" y="211481"/>
                  </a:lnTo>
                  <a:lnTo>
                    <a:pt x="323854" y="210713"/>
                  </a:lnTo>
                  <a:lnTo>
                    <a:pt x="323086" y="209398"/>
                  </a:lnTo>
                  <a:lnTo>
                    <a:pt x="322538" y="207863"/>
                  </a:lnTo>
                  <a:lnTo>
                    <a:pt x="321442" y="206328"/>
                  </a:lnTo>
                  <a:lnTo>
                    <a:pt x="319139" y="204903"/>
                  </a:lnTo>
                  <a:lnTo>
                    <a:pt x="316947" y="203806"/>
                  </a:lnTo>
                  <a:lnTo>
                    <a:pt x="314644" y="202600"/>
                  </a:lnTo>
                  <a:lnTo>
                    <a:pt x="312452" y="200737"/>
                  </a:lnTo>
                  <a:lnTo>
                    <a:pt x="311356" y="200627"/>
                  </a:lnTo>
                  <a:lnTo>
                    <a:pt x="308724" y="200189"/>
                  </a:lnTo>
                  <a:lnTo>
                    <a:pt x="306093" y="199640"/>
                  </a:lnTo>
                  <a:lnTo>
                    <a:pt x="304778" y="199311"/>
                  </a:lnTo>
                  <a:lnTo>
                    <a:pt x="303462" y="198873"/>
                  </a:lnTo>
                  <a:lnTo>
                    <a:pt x="302146" y="198325"/>
                  </a:lnTo>
                  <a:lnTo>
                    <a:pt x="300721" y="197886"/>
                  </a:lnTo>
                  <a:lnTo>
                    <a:pt x="298638" y="197996"/>
                  </a:lnTo>
                  <a:lnTo>
                    <a:pt x="292389" y="190102"/>
                  </a:lnTo>
                  <a:lnTo>
                    <a:pt x="293157" y="176727"/>
                  </a:lnTo>
                  <a:lnTo>
                    <a:pt x="297213" y="162365"/>
                  </a:lnTo>
                  <a:lnTo>
                    <a:pt x="300721" y="151512"/>
                  </a:lnTo>
                  <a:lnTo>
                    <a:pt x="302585" y="145372"/>
                  </a:lnTo>
                  <a:lnTo>
                    <a:pt x="303352" y="141316"/>
                  </a:lnTo>
                  <a:lnTo>
                    <a:pt x="302146" y="138027"/>
                  </a:lnTo>
                  <a:lnTo>
                    <a:pt x="297871" y="134300"/>
                  </a:lnTo>
                  <a:lnTo>
                    <a:pt x="296336" y="131230"/>
                  </a:lnTo>
                  <a:lnTo>
                    <a:pt x="295349" y="126187"/>
                  </a:lnTo>
                  <a:lnTo>
                    <a:pt x="294801" y="120924"/>
                  </a:lnTo>
                  <a:lnTo>
                    <a:pt x="294363" y="117197"/>
                  </a:lnTo>
                  <a:lnTo>
                    <a:pt x="292937" y="106672"/>
                  </a:lnTo>
                  <a:lnTo>
                    <a:pt x="290745" y="90666"/>
                  </a:lnTo>
                  <a:lnTo>
                    <a:pt x="287566" y="75866"/>
                  </a:lnTo>
                  <a:lnTo>
                    <a:pt x="283290" y="68959"/>
                  </a:lnTo>
                  <a:lnTo>
                    <a:pt x="277150" y="67972"/>
                  </a:lnTo>
                  <a:lnTo>
                    <a:pt x="270901" y="66985"/>
                  </a:lnTo>
                  <a:lnTo>
                    <a:pt x="264762" y="65999"/>
                  </a:lnTo>
                  <a:lnTo>
                    <a:pt x="258513" y="65012"/>
                  </a:lnTo>
                  <a:lnTo>
                    <a:pt x="257087" y="62490"/>
                  </a:lnTo>
                  <a:lnTo>
                    <a:pt x="256320" y="57338"/>
                  </a:lnTo>
                  <a:lnTo>
                    <a:pt x="256430" y="51966"/>
                  </a:lnTo>
                  <a:lnTo>
                    <a:pt x="257307" y="49006"/>
                  </a:lnTo>
                  <a:lnTo>
                    <a:pt x="266516" y="42757"/>
                  </a:lnTo>
                  <a:lnTo>
                    <a:pt x="276054" y="37165"/>
                  </a:lnTo>
                  <a:lnTo>
                    <a:pt x="286031" y="32122"/>
                  </a:lnTo>
                  <a:lnTo>
                    <a:pt x="295897" y="27627"/>
                  </a:lnTo>
                  <a:lnTo>
                    <a:pt x="296446" y="27408"/>
                  </a:lnTo>
                  <a:lnTo>
                    <a:pt x="296555" y="27298"/>
                  </a:lnTo>
                  <a:lnTo>
                    <a:pt x="294143" y="23461"/>
                  </a:lnTo>
                  <a:lnTo>
                    <a:pt x="292609" y="22475"/>
                  </a:lnTo>
                  <a:lnTo>
                    <a:pt x="291951" y="20282"/>
                  </a:lnTo>
                  <a:lnTo>
                    <a:pt x="291512" y="17651"/>
                  </a:lnTo>
                  <a:lnTo>
                    <a:pt x="290745" y="15787"/>
                  </a:lnTo>
                  <a:lnTo>
                    <a:pt x="289319" y="14910"/>
                  </a:lnTo>
                  <a:lnTo>
                    <a:pt x="285811" y="13814"/>
                  </a:lnTo>
                  <a:lnTo>
                    <a:pt x="283947" y="12717"/>
                  </a:lnTo>
                  <a:lnTo>
                    <a:pt x="281536" y="9977"/>
                  </a:lnTo>
                  <a:lnTo>
                    <a:pt x="279891" y="7017"/>
                  </a:lnTo>
                  <a:lnTo>
                    <a:pt x="277589" y="4934"/>
                  </a:lnTo>
                  <a:lnTo>
                    <a:pt x="277589" y="4934"/>
                  </a:lnTo>
                  <a:lnTo>
                    <a:pt x="272326" y="9319"/>
                  </a:lnTo>
                  <a:lnTo>
                    <a:pt x="267283" y="14033"/>
                  </a:lnTo>
                  <a:lnTo>
                    <a:pt x="262240" y="18857"/>
                  </a:lnTo>
                  <a:lnTo>
                    <a:pt x="257197" y="23681"/>
                  </a:lnTo>
                  <a:lnTo>
                    <a:pt x="254347" y="26202"/>
                  </a:lnTo>
                  <a:lnTo>
                    <a:pt x="251606" y="28833"/>
                  </a:lnTo>
                  <a:lnTo>
                    <a:pt x="248865" y="31355"/>
                  </a:lnTo>
                  <a:lnTo>
                    <a:pt x="246015" y="33986"/>
                  </a:lnTo>
                  <a:lnTo>
                    <a:pt x="244370" y="34534"/>
                  </a:lnTo>
                  <a:lnTo>
                    <a:pt x="242726" y="33657"/>
                  </a:lnTo>
                  <a:lnTo>
                    <a:pt x="241081" y="32013"/>
                  </a:lnTo>
                  <a:lnTo>
                    <a:pt x="239547" y="30368"/>
                  </a:lnTo>
                  <a:lnTo>
                    <a:pt x="233188" y="24996"/>
                  </a:lnTo>
                  <a:lnTo>
                    <a:pt x="226829" y="19624"/>
                  </a:lnTo>
                  <a:lnTo>
                    <a:pt x="220470" y="14143"/>
                  </a:lnTo>
                  <a:lnTo>
                    <a:pt x="214112" y="8771"/>
                  </a:lnTo>
                  <a:lnTo>
                    <a:pt x="211481" y="6578"/>
                  </a:lnTo>
                  <a:lnTo>
                    <a:pt x="208959" y="4385"/>
                  </a:lnTo>
                  <a:lnTo>
                    <a:pt x="206328" y="2193"/>
                  </a:lnTo>
                  <a:lnTo>
                    <a:pt x="203697" y="0"/>
                  </a:lnTo>
                  <a:lnTo>
                    <a:pt x="202381" y="548"/>
                  </a:lnTo>
                  <a:lnTo>
                    <a:pt x="199750" y="2522"/>
                  </a:lnTo>
                  <a:lnTo>
                    <a:pt x="197228" y="4605"/>
                  </a:lnTo>
                  <a:lnTo>
                    <a:pt x="195803" y="5920"/>
                  </a:lnTo>
                  <a:lnTo>
                    <a:pt x="189225" y="10305"/>
                  </a:lnTo>
                  <a:lnTo>
                    <a:pt x="181551" y="15239"/>
                  </a:lnTo>
                  <a:lnTo>
                    <a:pt x="174315" y="20611"/>
                  </a:lnTo>
                  <a:lnTo>
                    <a:pt x="169053" y="26421"/>
                  </a:lnTo>
                  <a:lnTo>
                    <a:pt x="165874" y="33548"/>
                  </a:lnTo>
                  <a:lnTo>
                    <a:pt x="163791" y="42318"/>
                  </a:lnTo>
                  <a:lnTo>
                    <a:pt x="162146" y="51418"/>
                  </a:lnTo>
                  <a:lnTo>
                    <a:pt x="160501" y="59421"/>
                  </a:lnTo>
                  <a:lnTo>
                    <a:pt x="158638" y="68520"/>
                  </a:lnTo>
                  <a:lnTo>
                    <a:pt x="156555" y="80580"/>
                  </a:lnTo>
                  <a:lnTo>
                    <a:pt x="153814" y="91543"/>
                  </a:lnTo>
                  <a:lnTo>
                    <a:pt x="149867" y="97244"/>
                  </a:lnTo>
                  <a:lnTo>
                    <a:pt x="148113" y="97792"/>
                  </a:lnTo>
                  <a:lnTo>
                    <a:pt x="145921" y="98669"/>
                  </a:lnTo>
                  <a:lnTo>
                    <a:pt x="143837" y="99217"/>
                  </a:lnTo>
                  <a:lnTo>
                    <a:pt x="142083" y="99217"/>
                  </a:lnTo>
                  <a:lnTo>
                    <a:pt x="141206" y="98011"/>
                  </a:lnTo>
                  <a:lnTo>
                    <a:pt x="140768" y="96257"/>
                  </a:lnTo>
                  <a:lnTo>
                    <a:pt x="140110" y="94832"/>
                  </a:lnTo>
                  <a:lnTo>
                    <a:pt x="138685" y="94613"/>
                  </a:lnTo>
                  <a:lnTo>
                    <a:pt x="132984" y="96696"/>
                  </a:lnTo>
                  <a:lnTo>
                    <a:pt x="127283" y="98779"/>
                  </a:lnTo>
                  <a:lnTo>
                    <a:pt x="121582" y="100862"/>
                  </a:lnTo>
                  <a:lnTo>
                    <a:pt x="115881" y="102945"/>
                  </a:lnTo>
                  <a:lnTo>
                    <a:pt x="113141" y="104808"/>
                  </a:lnTo>
                  <a:lnTo>
                    <a:pt x="110729" y="107769"/>
                  </a:lnTo>
                  <a:lnTo>
                    <a:pt x="108536" y="110729"/>
                  </a:lnTo>
                  <a:lnTo>
                    <a:pt x="105905" y="113140"/>
                  </a:lnTo>
                  <a:lnTo>
                    <a:pt x="101629" y="115881"/>
                  </a:lnTo>
                  <a:lnTo>
                    <a:pt x="97353" y="118622"/>
                  </a:lnTo>
                  <a:lnTo>
                    <a:pt x="92968" y="121363"/>
                  </a:lnTo>
                  <a:lnTo>
                    <a:pt x="88692" y="124104"/>
                  </a:lnTo>
                  <a:lnTo>
                    <a:pt x="84855" y="126406"/>
                  </a:lnTo>
                  <a:lnTo>
                    <a:pt x="81566" y="128489"/>
                  </a:lnTo>
                  <a:lnTo>
                    <a:pt x="79374" y="131230"/>
                  </a:lnTo>
                  <a:lnTo>
                    <a:pt x="78935" y="135505"/>
                  </a:lnTo>
                  <a:lnTo>
                    <a:pt x="79703" y="142083"/>
                  </a:lnTo>
                  <a:lnTo>
                    <a:pt x="80470" y="148771"/>
                  </a:lnTo>
                  <a:lnTo>
                    <a:pt x="81238" y="155349"/>
                  </a:lnTo>
                  <a:lnTo>
                    <a:pt x="82005" y="162037"/>
                  </a:lnTo>
                  <a:lnTo>
                    <a:pt x="85184" y="163462"/>
                  </a:lnTo>
                  <a:lnTo>
                    <a:pt x="89021" y="164339"/>
                  </a:lnTo>
                  <a:lnTo>
                    <a:pt x="91543" y="166641"/>
                  </a:lnTo>
                  <a:lnTo>
                    <a:pt x="90995" y="172232"/>
                  </a:lnTo>
                  <a:lnTo>
                    <a:pt x="95380" y="171574"/>
                  </a:lnTo>
                  <a:lnTo>
                    <a:pt x="98669" y="170917"/>
                  </a:lnTo>
                  <a:lnTo>
                    <a:pt x="100752" y="169163"/>
                  </a:lnTo>
                  <a:lnTo>
                    <a:pt x="101629" y="165654"/>
                  </a:lnTo>
                  <a:lnTo>
                    <a:pt x="101191" y="164668"/>
                  </a:lnTo>
                  <a:lnTo>
                    <a:pt x="100204" y="163681"/>
                  </a:lnTo>
                  <a:lnTo>
                    <a:pt x="99327" y="162585"/>
                  </a:lnTo>
                  <a:lnTo>
                    <a:pt x="99327" y="161050"/>
                  </a:lnTo>
                  <a:lnTo>
                    <a:pt x="100423" y="159844"/>
                  </a:lnTo>
                  <a:lnTo>
                    <a:pt x="102177" y="159734"/>
                  </a:lnTo>
                  <a:lnTo>
                    <a:pt x="103822" y="159734"/>
                  </a:lnTo>
                  <a:lnTo>
                    <a:pt x="105137" y="159186"/>
                  </a:lnTo>
                  <a:lnTo>
                    <a:pt x="106343" y="156116"/>
                  </a:lnTo>
                  <a:lnTo>
                    <a:pt x="107220" y="153595"/>
                  </a:lnTo>
                  <a:lnTo>
                    <a:pt x="108536" y="153266"/>
                  </a:lnTo>
                  <a:lnTo>
                    <a:pt x="111058" y="156993"/>
                  </a:lnTo>
                  <a:lnTo>
                    <a:pt x="114675" y="159625"/>
                  </a:lnTo>
                  <a:lnTo>
                    <a:pt x="120047" y="160502"/>
                  </a:lnTo>
                  <a:lnTo>
                    <a:pt x="125529" y="161269"/>
                  </a:lnTo>
                  <a:lnTo>
                    <a:pt x="129366" y="163462"/>
                  </a:lnTo>
                  <a:lnTo>
                    <a:pt x="130572" y="167957"/>
                  </a:lnTo>
                  <a:lnTo>
                    <a:pt x="130791" y="174754"/>
                  </a:lnTo>
                  <a:lnTo>
                    <a:pt x="130572" y="181770"/>
                  </a:lnTo>
                  <a:lnTo>
                    <a:pt x="130462" y="186813"/>
                  </a:lnTo>
                  <a:lnTo>
                    <a:pt x="130681" y="191089"/>
                  </a:lnTo>
                  <a:lnTo>
                    <a:pt x="131010" y="195584"/>
                  </a:lnTo>
                  <a:lnTo>
                    <a:pt x="130791" y="200079"/>
                  </a:lnTo>
                  <a:lnTo>
                    <a:pt x="130024" y="204245"/>
                  </a:lnTo>
                  <a:lnTo>
                    <a:pt x="127064" y="215537"/>
                  </a:lnTo>
                  <a:lnTo>
                    <a:pt x="123884" y="226939"/>
                  </a:lnTo>
                  <a:lnTo>
                    <a:pt x="119499" y="237463"/>
                  </a:lnTo>
                  <a:lnTo>
                    <a:pt x="112921" y="246453"/>
                  </a:lnTo>
                  <a:lnTo>
                    <a:pt x="109632" y="249852"/>
                  </a:lnTo>
                  <a:lnTo>
                    <a:pt x="106343" y="253141"/>
                  </a:lnTo>
                  <a:lnTo>
                    <a:pt x="103054" y="256101"/>
                  </a:lnTo>
                  <a:lnTo>
                    <a:pt x="99327" y="259171"/>
                  </a:lnTo>
                  <a:lnTo>
                    <a:pt x="97353" y="252922"/>
                  </a:lnTo>
                  <a:lnTo>
                    <a:pt x="95380" y="246673"/>
                  </a:lnTo>
                  <a:lnTo>
                    <a:pt x="93297" y="240314"/>
                  </a:lnTo>
                  <a:lnTo>
                    <a:pt x="91324" y="234065"/>
                  </a:lnTo>
                  <a:lnTo>
                    <a:pt x="87596" y="237135"/>
                  </a:lnTo>
                  <a:lnTo>
                    <a:pt x="85842" y="238779"/>
                  </a:lnTo>
                  <a:lnTo>
                    <a:pt x="83978" y="240314"/>
                  </a:lnTo>
                  <a:lnTo>
                    <a:pt x="70384" y="251935"/>
                  </a:lnTo>
                  <a:lnTo>
                    <a:pt x="56789" y="263556"/>
                  </a:lnTo>
                  <a:lnTo>
                    <a:pt x="43195" y="275287"/>
                  </a:lnTo>
                  <a:lnTo>
                    <a:pt x="29710" y="287017"/>
                  </a:lnTo>
                  <a:lnTo>
                    <a:pt x="22255" y="293485"/>
                  </a:lnTo>
                  <a:lnTo>
                    <a:pt x="14910" y="299844"/>
                  </a:lnTo>
                  <a:lnTo>
                    <a:pt x="7455" y="306313"/>
                  </a:lnTo>
                  <a:lnTo>
                    <a:pt x="0" y="312671"/>
                  </a:lnTo>
                  <a:lnTo>
                    <a:pt x="6687" y="318482"/>
                  </a:lnTo>
                  <a:lnTo>
                    <a:pt x="14252" y="325060"/>
                  </a:lnTo>
                  <a:lnTo>
                    <a:pt x="21159" y="332295"/>
                  </a:lnTo>
                  <a:lnTo>
                    <a:pt x="25654" y="339970"/>
                  </a:lnTo>
                  <a:lnTo>
                    <a:pt x="26312" y="343916"/>
                  </a:lnTo>
                  <a:lnTo>
                    <a:pt x="26969" y="347534"/>
                  </a:lnTo>
                  <a:lnTo>
                    <a:pt x="28066" y="350933"/>
                  </a:lnTo>
                  <a:lnTo>
                    <a:pt x="30039" y="354222"/>
                  </a:lnTo>
                  <a:lnTo>
                    <a:pt x="32890" y="358059"/>
                  </a:lnTo>
                  <a:lnTo>
                    <a:pt x="34863" y="359923"/>
                  </a:lnTo>
                  <a:lnTo>
                    <a:pt x="37165" y="360471"/>
                  </a:lnTo>
                  <a:lnTo>
                    <a:pt x="41112" y="360471"/>
                  </a:lnTo>
                  <a:lnTo>
                    <a:pt x="44401" y="361458"/>
                  </a:lnTo>
                  <a:lnTo>
                    <a:pt x="47800" y="364198"/>
                  </a:lnTo>
                  <a:lnTo>
                    <a:pt x="50760" y="367487"/>
                  </a:lnTo>
                  <a:lnTo>
                    <a:pt x="53062" y="370667"/>
                  </a:lnTo>
                  <a:lnTo>
                    <a:pt x="55364" y="376368"/>
                  </a:lnTo>
                  <a:lnTo>
                    <a:pt x="55803" y="382288"/>
                  </a:lnTo>
                  <a:lnTo>
                    <a:pt x="56022" y="388208"/>
                  </a:lnTo>
                  <a:lnTo>
                    <a:pt x="57667" y="394128"/>
                  </a:lnTo>
                  <a:lnTo>
                    <a:pt x="61832" y="397855"/>
                  </a:lnTo>
                  <a:lnTo>
                    <a:pt x="67753" y="400377"/>
                  </a:lnTo>
                  <a:lnTo>
                    <a:pt x="72576" y="403556"/>
                  </a:lnTo>
                  <a:lnTo>
                    <a:pt x="73563" y="409148"/>
                  </a:lnTo>
                  <a:lnTo>
                    <a:pt x="72467" y="416931"/>
                  </a:lnTo>
                  <a:lnTo>
                    <a:pt x="71480" y="425044"/>
                  </a:lnTo>
                  <a:lnTo>
                    <a:pt x="71371" y="433267"/>
                  </a:lnTo>
                  <a:lnTo>
                    <a:pt x="72796" y="440941"/>
                  </a:lnTo>
                  <a:lnTo>
                    <a:pt x="76194" y="449054"/>
                  </a:lnTo>
                  <a:lnTo>
                    <a:pt x="80580" y="456838"/>
                  </a:lnTo>
                  <a:lnTo>
                    <a:pt x="85513" y="464293"/>
                  </a:lnTo>
                  <a:lnTo>
                    <a:pt x="90556" y="471309"/>
                  </a:lnTo>
                  <a:lnTo>
                    <a:pt x="94064" y="475475"/>
                  </a:lnTo>
                  <a:lnTo>
                    <a:pt x="97463" y="477449"/>
                  </a:lnTo>
                  <a:lnTo>
                    <a:pt x="101410" y="478106"/>
                  </a:lnTo>
                  <a:lnTo>
                    <a:pt x="106343" y="478216"/>
                  </a:lnTo>
                  <a:lnTo>
                    <a:pt x="108426" y="478545"/>
                  </a:lnTo>
                  <a:lnTo>
                    <a:pt x="110180" y="479203"/>
                  </a:lnTo>
                  <a:lnTo>
                    <a:pt x="111825" y="480189"/>
                  </a:lnTo>
                  <a:lnTo>
                    <a:pt x="113360" y="481724"/>
                  </a:lnTo>
                  <a:lnTo>
                    <a:pt x="114346" y="483917"/>
                  </a:lnTo>
                  <a:lnTo>
                    <a:pt x="114237" y="486329"/>
                  </a:lnTo>
                  <a:lnTo>
                    <a:pt x="113798" y="488631"/>
                  </a:lnTo>
                  <a:lnTo>
                    <a:pt x="114237" y="490604"/>
                  </a:lnTo>
                  <a:lnTo>
                    <a:pt x="116320" y="491701"/>
                  </a:lnTo>
                  <a:lnTo>
                    <a:pt x="119280" y="491810"/>
                  </a:lnTo>
                  <a:lnTo>
                    <a:pt x="122459" y="491920"/>
                  </a:lnTo>
                  <a:lnTo>
                    <a:pt x="124981" y="492907"/>
                  </a:lnTo>
                  <a:lnTo>
                    <a:pt x="126406" y="495099"/>
                  </a:lnTo>
                  <a:lnTo>
                    <a:pt x="126954" y="497730"/>
                  </a:lnTo>
                  <a:lnTo>
                    <a:pt x="127064" y="500581"/>
                  </a:lnTo>
                  <a:lnTo>
                    <a:pt x="127064" y="503322"/>
                  </a:lnTo>
                  <a:lnTo>
                    <a:pt x="121582" y="501568"/>
                  </a:lnTo>
                  <a:lnTo>
                    <a:pt x="115004" y="498607"/>
                  </a:lnTo>
                  <a:lnTo>
                    <a:pt x="108536" y="496415"/>
                  </a:lnTo>
                  <a:lnTo>
                    <a:pt x="103493" y="497511"/>
                  </a:lnTo>
                  <a:lnTo>
                    <a:pt x="102396" y="501677"/>
                  </a:lnTo>
                  <a:lnTo>
                    <a:pt x="108207" y="504857"/>
                  </a:lnTo>
                  <a:lnTo>
                    <a:pt x="115881" y="508036"/>
                  </a:lnTo>
                  <a:lnTo>
                    <a:pt x="120376" y="512202"/>
                  </a:lnTo>
                  <a:lnTo>
                    <a:pt x="120705" y="513189"/>
                  </a:lnTo>
                  <a:lnTo>
                    <a:pt x="121034" y="514175"/>
                  </a:lnTo>
                  <a:lnTo>
                    <a:pt x="121363" y="515162"/>
                  </a:lnTo>
                  <a:lnTo>
                    <a:pt x="121801" y="516149"/>
                  </a:lnTo>
                  <a:lnTo>
                    <a:pt x="126845" y="521630"/>
                  </a:lnTo>
                  <a:lnTo>
                    <a:pt x="134080" y="523604"/>
                  </a:lnTo>
                  <a:lnTo>
                    <a:pt x="141316" y="525248"/>
                  </a:lnTo>
                  <a:lnTo>
                    <a:pt x="146359" y="529743"/>
                  </a:lnTo>
                  <a:lnTo>
                    <a:pt x="146359" y="531716"/>
                  </a:lnTo>
                  <a:lnTo>
                    <a:pt x="145592" y="533470"/>
                  </a:lnTo>
                  <a:lnTo>
                    <a:pt x="145372" y="535225"/>
                  </a:lnTo>
                  <a:lnTo>
                    <a:pt x="147346" y="536979"/>
                  </a:lnTo>
                  <a:lnTo>
                    <a:pt x="150525" y="537417"/>
                  </a:lnTo>
                  <a:lnTo>
                    <a:pt x="154472" y="536321"/>
                  </a:lnTo>
                  <a:lnTo>
                    <a:pt x="158418" y="535005"/>
                  </a:lnTo>
                  <a:lnTo>
                    <a:pt x="161927" y="534676"/>
                  </a:lnTo>
                  <a:lnTo>
                    <a:pt x="165545" y="535334"/>
                  </a:lnTo>
                  <a:lnTo>
                    <a:pt x="169053" y="535773"/>
                  </a:lnTo>
                  <a:lnTo>
                    <a:pt x="172671" y="536102"/>
                  </a:lnTo>
                  <a:lnTo>
                    <a:pt x="176289" y="536211"/>
                  </a:lnTo>
                  <a:lnTo>
                    <a:pt x="179797" y="536650"/>
                  </a:lnTo>
                  <a:lnTo>
                    <a:pt x="181880" y="537417"/>
                  </a:lnTo>
                  <a:lnTo>
                    <a:pt x="183634" y="538952"/>
                  </a:lnTo>
                  <a:lnTo>
                    <a:pt x="186485" y="541254"/>
                  </a:lnTo>
                  <a:lnTo>
                    <a:pt x="191637" y="544215"/>
                  </a:lnTo>
                  <a:lnTo>
                    <a:pt x="197886" y="548161"/>
                  </a:lnTo>
                  <a:lnTo>
                    <a:pt x="200298" y="551560"/>
                  </a:lnTo>
                  <a:lnTo>
                    <a:pt x="194049" y="552985"/>
                  </a:lnTo>
                  <a:lnTo>
                    <a:pt x="192295" y="553533"/>
                  </a:lnTo>
                  <a:lnTo>
                    <a:pt x="190321" y="554301"/>
                  </a:lnTo>
                  <a:lnTo>
                    <a:pt x="188677" y="555616"/>
                  </a:lnTo>
                  <a:lnTo>
                    <a:pt x="187690" y="557261"/>
                  </a:lnTo>
                  <a:lnTo>
                    <a:pt x="187800" y="559234"/>
                  </a:lnTo>
                  <a:lnTo>
                    <a:pt x="188129" y="561975"/>
                  </a:lnTo>
                  <a:lnTo>
                    <a:pt x="188458" y="564606"/>
                  </a:lnTo>
                  <a:lnTo>
                    <a:pt x="188458" y="566031"/>
                  </a:lnTo>
                  <a:lnTo>
                    <a:pt x="185717" y="567347"/>
                  </a:lnTo>
                  <a:lnTo>
                    <a:pt x="181661" y="567128"/>
                  </a:lnTo>
                  <a:lnTo>
                    <a:pt x="177275" y="566470"/>
                  </a:lnTo>
                  <a:lnTo>
                    <a:pt x="173767" y="566689"/>
                  </a:lnTo>
                  <a:lnTo>
                    <a:pt x="168943" y="568443"/>
                  </a:lnTo>
                  <a:lnTo>
                    <a:pt x="164668" y="569540"/>
                  </a:lnTo>
                  <a:lnTo>
                    <a:pt x="160282" y="569649"/>
                  </a:lnTo>
                  <a:lnTo>
                    <a:pt x="155458" y="568334"/>
                  </a:lnTo>
                  <a:lnTo>
                    <a:pt x="150525" y="566470"/>
                  </a:lnTo>
                  <a:lnTo>
                    <a:pt x="145482" y="564496"/>
                  </a:lnTo>
                  <a:lnTo>
                    <a:pt x="140439" y="562852"/>
                  </a:lnTo>
                  <a:lnTo>
                    <a:pt x="135396" y="561646"/>
                  </a:lnTo>
                  <a:lnTo>
                    <a:pt x="122130" y="561646"/>
                  </a:lnTo>
                  <a:lnTo>
                    <a:pt x="110071" y="565483"/>
                  </a:lnTo>
                  <a:lnTo>
                    <a:pt x="98779" y="571842"/>
                  </a:lnTo>
                  <a:lnTo>
                    <a:pt x="87706" y="579406"/>
                  </a:lnTo>
                  <a:lnTo>
                    <a:pt x="82992" y="584998"/>
                  </a:lnTo>
                  <a:lnTo>
                    <a:pt x="77510" y="594097"/>
                  </a:lnTo>
                  <a:lnTo>
                    <a:pt x="74988" y="602320"/>
                  </a:lnTo>
                  <a:lnTo>
                    <a:pt x="79483" y="605280"/>
                  </a:lnTo>
                  <a:lnTo>
                    <a:pt x="83211" y="606047"/>
                  </a:lnTo>
                  <a:lnTo>
                    <a:pt x="86609" y="608788"/>
                  </a:lnTo>
                  <a:lnTo>
                    <a:pt x="89789" y="612296"/>
                  </a:lnTo>
                  <a:lnTo>
                    <a:pt x="92639" y="615366"/>
                  </a:lnTo>
                  <a:lnTo>
                    <a:pt x="95380" y="619422"/>
                  </a:lnTo>
                  <a:lnTo>
                    <a:pt x="94722" y="622492"/>
                  </a:lnTo>
                  <a:lnTo>
                    <a:pt x="91762" y="625123"/>
                  </a:lnTo>
                  <a:lnTo>
                    <a:pt x="87706" y="627754"/>
                  </a:lnTo>
                  <a:lnTo>
                    <a:pt x="83649" y="631043"/>
                  </a:lnTo>
                  <a:lnTo>
                    <a:pt x="82663" y="634332"/>
                  </a:lnTo>
                  <a:lnTo>
                    <a:pt x="83649" y="638389"/>
                  </a:lnTo>
                  <a:lnTo>
                    <a:pt x="85513" y="644199"/>
                  </a:lnTo>
                  <a:lnTo>
                    <a:pt x="87157" y="650119"/>
                  </a:lnTo>
                  <a:lnTo>
                    <a:pt x="88254" y="654943"/>
                  </a:lnTo>
                  <a:lnTo>
                    <a:pt x="88364" y="659657"/>
                  </a:lnTo>
                  <a:lnTo>
                    <a:pt x="87377" y="665248"/>
                  </a:lnTo>
                  <a:lnTo>
                    <a:pt x="84526" y="675225"/>
                  </a:lnTo>
                  <a:lnTo>
                    <a:pt x="81566" y="685202"/>
                  </a:lnTo>
                  <a:lnTo>
                    <a:pt x="78716" y="695178"/>
                  </a:lnTo>
                  <a:lnTo>
                    <a:pt x="76304" y="705155"/>
                  </a:lnTo>
                  <a:lnTo>
                    <a:pt x="83759" y="714364"/>
                  </a:lnTo>
                  <a:lnTo>
                    <a:pt x="90775" y="724011"/>
                  </a:lnTo>
                  <a:lnTo>
                    <a:pt x="97573" y="733878"/>
                  </a:lnTo>
                  <a:lnTo>
                    <a:pt x="104480" y="743526"/>
                  </a:lnTo>
                  <a:lnTo>
                    <a:pt x="107768" y="747363"/>
                  </a:lnTo>
                  <a:lnTo>
                    <a:pt x="111606" y="751419"/>
                  </a:lnTo>
                  <a:lnTo>
                    <a:pt x="115224" y="755695"/>
                  </a:lnTo>
                  <a:lnTo>
                    <a:pt x="117745" y="759861"/>
                  </a:lnTo>
                  <a:lnTo>
                    <a:pt x="119280" y="765781"/>
                  </a:lnTo>
                  <a:lnTo>
                    <a:pt x="119828" y="772907"/>
                  </a:lnTo>
                  <a:lnTo>
                    <a:pt x="119938" y="780143"/>
                  </a:lnTo>
                  <a:lnTo>
                    <a:pt x="120267" y="786502"/>
                  </a:lnTo>
                  <a:lnTo>
                    <a:pt x="120376" y="797794"/>
                  </a:lnTo>
                  <a:lnTo>
                    <a:pt x="120267" y="809415"/>
                  </a:lnTo>
                  <a:lnTo>
                    <a:pt x="120595" y="821036"/>
                  </a:lnTo>
                  <a:lnTo>
                    <a:pt x="121911" y="832109"/>
                  </a:lnTo>
                  <a:lnTo>
                    <a:pt x="125310" y="841537"/>
                  </a:lnTo>
                  <a:lnTo>
                    <a:pt x="130901" y="849650"/>
                  </a:lnTo>
                  <a:lnTo>
                    <a:pt x="137369" y="857215"/>
                  </a:lnTo>
                  <a:lnTo>
                    <a:pt x="143509" y="864889"/>
                  </a:lnTo>
                  <a:lnTo>
                    <a:pt x="144934" y="871905"/>
                  </a:lnTo>
                  <a:lnTo>
                    <a:pt x="145372" y="878483"/>
                  </a:lnTo>
                  <a:lnTo>
                    <a:pt x="144824" y="884842"/>
                  </a:lnTo>
                  <a:lnTo>
                    <a:pt x="143180" y="891529"/>
                  </a:lnTo>
                  <a:lnTo>
                    <a:pt x="142193" y="899094"/>
                  </a:lnTo>
                  <a:lnTo>
                    <a:pt x="143180" y="906878"/>
                  </a:lnTo>
                  <a:lnTo>
                    <a:pt x="145372" y="914662"/>
                  </a:lnTo>
                  <a:lnTo>
                    <a:pt x="147455" y="922007"/>
                  </a:lnTo>
                  <a:lnTo>
                    <a:pt x="148223" y="924748"/>
                  </a:lnTo>
                  <a:lnTo>
                    <a:pt x="149209" y="927818"/>
                  </a:lnTo>
                  <a:lnTo>
                    <a:pt x="149977" y="930778"/>
                  </a:lnTo>
                  <a:lnTo>
                    <a:pt x="150306" y="933628"/>
                  </a:lnTo>
                  <a:lnTo>
                    <a:pt x="149758" y="937356"/>
                  </a:lnTo>
                  <a:lnTo>
                    <a:pt x="148442" y="940974"/>
                  </a:lnTo>
                  <a:lnTo>
                    <a:pt x="147126" y="944372"/>
                  </a:lnTo>
                  <a:lnTo>
                    <a:pt x="146469" y="947990"/>
                  </a:lnTo>
                  <a:lnTo>
                    <a:pt x="146797" y="951169"/>
                  </a:lnTo>
                  <a:lnTo>
                    <a:pt x="147784" y="954239"/>
                  </a:lnTo>
                  <a:lnTo>
                    <a:pt x="148990" y="957418"/>
                  </a:lnTo>
                  <a:lnTo>
                    <a:pt x="149758" y="960598"/>
                  </a:lnTo>
                  <a:lnTo>
                    <a:pt x="149977" y="964325"/>
                  </a:lnTo>
                  <a:lnTo>
                    <a:pt x="149867" y="968053"/>
                  </a:lnTo>
                  <a:lnTo>
                    <a:pt x="149758" y="971780"/>
                  </a:lnTo>
                  <a:lnTo>
                    <a:pt x="149538" y="975398"/>
                  </a:lnTo>
                  <a:lnTo>
                    <a:pt x="149538" y="976714"/>
                  </a:lnTo>
                  <a:lnTo>
                    <a:pt x="149648" y="978029"/>
                  </a:lnTo>
                  <a:lnTo>
                    <a:pt x="149758" y="979235"/>
                  </a:lnTo>
                  <a:lnTo>
                    <a:pt x="149867" y="980551"/>
                  </a:lnTo>
                  <a:lnTo>
                    <a:pt x="150087" y="981757"/>
                  </a:lnTo>
                  <a:lnTo>
                    <a:pt x="150306" y="982963"/>
                  </a:lnTo>
                  <a:lnTo>
                    <a:pt x="150525" y="984169"/>
                  </a:lnTo>
                  <a:lnTo>
                    <a:pt x="150744" y="985375"/>
                  </a:lnTo>
                  <a:lnTo>
                    <a:pt x="153047" y="991514"/>
                  </a:lnTo>
                  <a:lnTo>
                    <a:pt x="156336" y="995351"/>
                  </a:lnTo>
                  <a:lnTo>
                    <a:pt x="161050" y="997544"/>
                  </a:lnTo>
                  <a:lnTo>
                    <a:pt x="166970" y="998750"/>
                  </a:lnTo>
                  <a:lnTo>
                    <a:pt x="169711" y="999298"/>
                  </a:lnTo>
                  <a:lnTo>
                    <a:pt x="172561" y="999846"/>
                  </a:lnTo>
                  <a:lnTo>
                    <a:pt x="174754" y="999517"/>
                  </a:lnTo>
                  <a:lnTo>
                    <a:pt x="175521" y="997215"/>
                  </a:lnTo>
                  <a:lnTo>
                    <a:pt x="175521" y="994474"/>
                  </a:lnTo>
                  <a:lnTo>
                    <a:pt x="175412" y="991624"/>
                  </a:lnTo>
                  <a:lnTo>
                    <a:pt x="175302" y="988883"/>
                  </a:lnTo>
                  <a:lnTo>
                    <a:pt x="175192" y="986142"/>
                  </a:lnTo>
                  <a:lnTo>
                    <a:pt x="188348" y="986471"/>
                  </a:lnTo>
                  <a:lnTo>
                    <a:pt x="201833" y="986471"/>
                  </a:lnTo>
                  <a:lnTo>
                    <a:pt x="215208" y="987129"/>
                  </a:lnTo>
                  <a:lnTo>
                    <a:pt x="228254" y="988883"/>
                  </a:lnTo>
                  <a:lnTo>
                    <a:pt x="228802" y="985923"/>
                  </a:lnTo>
                  <a:lnTo>
                    <a:pt x="229350" y="982963"/>
                  </a:lnTo>
                  <a:lnTo>
                    <a:pt x="229899" y="979893"/>
                  </a:lnTo>
                  <a:lnTo>
                    <a:pt x="230447" y="976933"/>
                  </a:lnTo>
                  <a:lnTo>
                    <a:pt x="228693" y="973425"/>
                  </a:lnTo>
                  <a:lnTo>
                    <a:pt x="224198" y="969807"/>
                  </a:lnTo>
                  <a:lnTo>
                    <a:pt x="218936" y="966737"/>
                  </a:lnTo>
                  <a:lnTo>
                    <a:pt x="214770" y="964325"/>
                  </a:lnTo>
                  <a:lnTo>
                    <a:pt x="220141" y="959172"/>
                  </a:lnTo>
                  <a:lnTo>
                    <a:pt x="225514" y="954458"/>
                  </a:lnTo>
                  <a:lnTo>
                    <a:pt x="231105" y="951718"/>
                  </a:lnTo>
                  <a:lnTo>
                    <a:pt x="237573" y="952924"/>
                  </a:lnTo>
                  <a:lnTo>
                    <a:pt x="242506" y="955335"/>
                  </a:lnTo>
                  <a:lnTo>
                    <a:pt x="247549" y="957418"/>
                  </a:lnTo>
                  <a:lnTo>
                    <a:pt x="252812" y="959063"/>
                  </a:lnTo>
                  <a:lnTo>
                    <a:pt x="258074" y="960269"/>
                  </a:lnTo>
                  <a:lnTo>
                    <a:pt x="255882" y="952156"/>
                  </a:lnTo>
                  <a:lnTo>
                    <a:pt x="253799" y="943934"/>
                  </a:lnTo>
                  <a:lnTo>
                    <a:pt x="251496" y="935821"/>
                  </a:lnTo>
                  <a:lnTo>
                    <a:pt x="248975" y="927708"/>
                  </a:lnTo>
                  <a:lnTo>
                    <a:pt x="249413" y="925406"/>
                  </a:lnTo>
                  <a:lnTo>
                    <a:pt x="250290" y="923104"/>
                  </a:lnTo>
                  <a:lnTo>
                    <a:pt x="251496" y="920801"/>
                  </a:lnTo>
                  <a:lnTo>
                    <a:pt x="252702" y="918499"/>
                  </a:lnTo>
                  <a:lnTo>
                    <a:pt x="255005" y="913127"/>
                  </a:lnTo>
                  <a:lnTo>
                    <a:pt x="257197" y="907645"/>
                  </a:lnTo>
                  <a:lnTo>
                    <a:pt x="259499" y="902273"/>
                  </a:lnTo>
                  <a:lnTo>
                    <a:pt x="262131" y="897121"/>
                  </a:lnTo>
                  <a:lnTo>
                    <a:pt x="264104" y="893503"/>
                  </a:lnTo>
                  <a:lnTo>
                    <a:pt x="266187" y="889227"/>
                  </a:lnTo>
                  <a:lnTo>
                    <a:pt x="268489" y="885280"/>
                  </a:lnTo>
                  <a:lnTo>
                    <a:pt x="271121" y="882211"/>
                  </a:lnTo>
                  <a:lnTo>
                    <a:pt x="272765" y="881005"/>
                  </a:lnTo>
                  <a:lnTo>
                    <a:pt x="274738" y="880457"/>
                  </a:lnTo>
                  <a:lnTo>
                    <a:pt x="276931" y="880128"/>
                  </a:lnTo>
                  <a:lnTo>
                    <a:pt x="279343" y="879908"/>
                  </a:lnTo>
                  <a:lnTo>
                    <a:pt x="284934" y="880128"/>
                  </a:lnTo>
                  <a:lnTo>
                    <a:pt x="290635" y="880018"/>
                  </a:lnTo>
                  <a:lnTo>
                    <a:pt x="296336" y="879360"/>
                  </a:lnTo>
                  <a:lnTo>
                    <a:pt x="301818" y="878264"/>
                  </a:lnTo>
                  <a:lnTo>
                    <a:pt x="307080" y="877716"/>
                  </a:lnTo>
                  <a:lnTo>
                    <a:pt x="313000" y="877606"/>
                  </a:lnTo>
                  <a:lnTo>
                    <a:pt x="318482" y="876619"/>
                  </a:lnTo>
                  <a:lnTo>
                    <a:pt x="321880" y="873111"/>
                  </a:lnTo>
                  <a:lnTo>
                    <a:pt x="325827" y="867410"/>
                  </a:lnTo>
                  <a:lnTo>
                    <a:pt x="329774" y="861600"/>
                  </a:lnTo>
                  <a:lnTo>
                    <a:pt x="333721" y="855899"/>
                  </a:lnTo>
                  <a:lnTo>
                    <a:pt x="337667" y="850088"/>
                  </a:lnTo>
                  <a:lnTo>
                    <a:pt x="339860" y="849102"/>
                  </a:lnTo>
                  <a:lnTo>
                    <a:pt x="342711" y="849650"/>
                  </a:lnTo>
                  <a:lnTo>
                    <a:pt x="345561" y="850417"/>
                  </a:lnTo>
                  <a:lnTo>
                    <a:pt x="347644" y="849869"/>
                  </a:lnTo>
                  <a:lnTo>
                    <a:pt x="347973" y="848005"/>
                  </a:lnTo>
                  <a:lnTo>
                    <a:pt x="347534" y="845265"/>
                  </a:lnTo>
                  <a:lnTo>
                    <a:pt x="346767" y="842414"/>
                  </a:lnTo>
                  <a:lnTo>
                    <a:pt x="346328" y="840331"/>
                  </a:lnTo>
                  <a:lnTo>
                    <a:pt x="345232" y="835727"/>
                  </a:lnTo>
                  <a:lnTo>
                    <a:pt x="342930" y="832547"/>
                  </a:lnTo>
                  <a:lnTo>
                    <a:pt x="339641" y="829916"/>
                  </a:lnTo>
                  <a:lnTo>
                    <a:pt x="335913" y="827285"/>
                  </a:lnTo>
                  <a:lnTo>
                    <a:pt x="332405" y="824544"/>
                  </a:lnTo>
                  <a:lnTo>
                    <a:pt x="329116" y="821584"/>
                  </a:lnTo>
                  <a:lnTo>
                    <a:pt x="325827" y="818514"/>
                  </a:lnTo>
                  <a:lnTo>
                    <a:pt x="322648" y="815335"/>
                  </a:lnTo>
                  <a:lnTo>
                    <a:pt x="321990" y="814677"/>
                  </a:lnTo>
                  <a:lnTo>
                    <a:pt x="321222" y="814020"/>
                  </a:lnTo>
                  <a:lnTo>
                    <a:pt x="320565" y="813362"/>
                  </a:lnTo>
                  <a:lnTo>
                    <a:pt x="319797" y="812704"/>
                  </a:lnTo>
                  <a:lnTo>
                    <a:pt x="316508" y="806893"/>
                  </a:lnTo>
                  <a:lnTo>
                    <a:pt x="315083" y="797026"/>
                  </a:lnTo>
                  <a:lnTo>
                    <a:pt x="315193" y="786721"/>
                  </a:lnTo>
                  <a:lnTo>
                    <a:pt x="316179" y="779266"/>
                  </a:lnTo>
                  <a:lnTo>
                    <a:pt x="317714" y="773675"/>
                  </a:lnTo>
                  <a:lnTo>
                    <a:pt x="319030" y="768084"/>
                  </a:lnTo>
                  <a:lnTo>
                    <a:pt x="320345" y="762492"/>
                  </a:lnTo>
                  <a:lnTo>
                    <a:pt x="322100" y="756901"/>
                  </a:lnTo>
                  <a:lnTo>
                    <a:pt x="323305" y="752625"/>
                  </a:lnTo>
                  <a:lnTo>
                    <a:pt x="323525" y="748898"/>
                  </a:lnTo>
                  <a:lnTo>
                    <a:pt x="323086" y="744951"/>
                  </a:lnTo>
                  <a:lnTo>
                    <a:pt x="322100" y="740127"/>
                  </a:lnTo>
                  <a:lnTo>
                    <a:pt x="321551" y="737277"/>
                  </a:lnTo>
                  <a:lnTo>
                    <a:pt x="320893" y="734536"/>
                  </a:lnTo>
                  <a:lnTo>
                    <a:pt x="320345" y="731686"/>
                  </a:lnTo>
                  <a:lnTo>
                    <a:pt x="319797" y="728835"/>
                  </a:lnTo>
                  <a:lnTo>
                    <a:pt x="319688" y="728397"/>
                  </a:lnTo>
                  <a:lnTo>
                    <a:pt x="319578" y="727849"/>
                  </a:lnTo>
                  <a:lnTo>
                    <a:pt x="319468" y="727410"/>
                  </a:lnTo>
                  <a:lnTo>
                    <a:pt x="319359" y="726862"/>
                  </a:lnTo>
                  <a:lnTo>
                    <a:pt x="318810" y="724231"/>
                  </a:lnTo>
                  <a:lnTo>
                    <a:pt x="318262" y="721709"/>
                  </a:lnTo>
                  <a:lnTo>
                    <a:pt x="317714" y="719078"/>
                  </a:lnTo>
                  <a:lnTo>
                    <a:pt x="317166" y="716447"/>
                  </a:lnTo>
                  <a:lnTo>
                    <a:pt x="312013" y="718639"/>
                  </a:lnTo>
                  <a:lnTo>
                    <a:pt x="306970" y="720832"/>
                  </a:lnTo>
                  <a:lnTo>
                    <a:pt x="296775" y="725108"/>
                  </a:lnTo>
                  <a:lnTo>
                    <a:pt x="294911" y="720174"/>
                  </a:lnTo>
                  <a:lnTo>
                    <a:pt x="292828" y="714254"/>
                  </a:lnTo>
                  <a:lnTo>
                    <a:pt x="291293" y="708553"/>
                  </a:lnTo>
                  <a:lnTo>
                    <a:pt x="291402" y="704168"/>
                  </a:lnTo>
                  <a:lnTo>
                    <a:pt x="294911" y="701098"/>
                  </a:lnTo>
                  <a:lnTo>
                    <a:pt x="298419" y="698029"/>
                  </a:lnTo>
                  <a:lnTo>
                    <a:pt x="301818" y="694849"/>
                  </a:lnTo>
                  <a:lnTo>
                    <a:pt x="305106" y="691451"/>
                  </a:lnTo>
                  <a:lnTo>
                    <a:pt x="308396" y="689148"/>
                  </a:lnTo>
                  <a:lnTo>
                    <a:pt x="312671" y="687504"/>
                  </a:lnTo>
                  <a:lnTo>
                    <a:pt x="317056" y="686188"/>
                  </a:lnTo>
                  <a:lnTo>
                    <a:pt x="321003" y="684982"/>
                  </a:lnTo>
                  <a:lnTo>
                    <a:pt x="322538" y="685202"/>
                  </a:lnTo>
                  <a:lnTo>
                    <a:pt x="323963" y="686408"/>
                  </a:lnTo>
                  <a:lnTo>
                    <a:pt x="325498" y="687723"/>
                  </a:lnTo>
                  <a:lnTo>
                    <a:pt x="327033" y="688271"/>
                  </a:lnTo>
                  <a:lnTo>
                    <a:pt x="328787" y="687723"/>
                  </a:lnTo>
                  <a:lnTo>
                    <a:pt x="330212" y="686517"/>
                  </a:lnTo>
                  <a:lnTo>
                    <a:pt x="331638" y="685092"/>
                  </a:lnTo>
                  <a:lnTo>
                    <a:pt x="333063" y="683776"/>
                  </a:lnTo>
                  <a:lnTo>
                    <a:pt x="335146" y="682899"/>
                  </a:lnTo>
                  <a:lnTo>
                    <a:pt x="336900" y="682570"/>
                  </a:lnTo>
                  <a:lnTo>
                    <a:pt x="338106" y="681584"/>
                  </a:lnTo>
                  <a:lnTo>
                    <a:pt x="338764" y="679172"/>
                  </a:lnTo>
                  <a:lnTo>
                    <a:pt x="338873" y="675444"/>
                  </a:lnTo>
                  <a:lnTo>
                    <a:pt x="338983" y="672484"/>
                  </a:lnTo>
                  <a:lnTo>
                    <a:pt x="339970" y="669853"/>
                  </a:lnTo>
                  <a:lnTo>
                    <a:pt x="342272" y="667441"/>
                  </a:lnTo>
                  <a:lnTo>
                    <a:pt x="343587" y="666893"/>
                  </a:lnTo>
                  <a:lnTo>
                    <a:pt x="345013" y="666674"/>
                  </a:lnTo>
                  <a:lnTo>
                    <a:pt x="346438" y="666454"/>
                  </a:lnTo>
                  <a:lnTo>
                    <a:pt x="347863" y="666126"/>
                  </a:lnTo>
                  <a:lnTo>
                    <a:pt x="349508" y="665139"/>
                  </a:lnTo>
                  <a:lnTo>
                    <a:pt x="350275" y="664043"/>
                  </a:lnTo>
                  <a:lnTo>
                    <a:pt x="350713" y="662946"/>
                  </a:lnTo>
                  <a:lnTo>
                    <a:pt x="351481" y="661740"/>
                  </a:lnTo>
                  <a:lnTo>
                    <a:pt x="354880" y="659000"/>
                  </a:lnTo>
                  <a:lnTo>
                    <a:pt x="357949" y="658342"/>
                  </a:lnTo>
                  <a:lnTo>
                    <a:pt x="361458" y="658561"/>
                  </a:lnTo>
                  <a:lnTo>
                    <a:pt x="365953" y="658122"/>
                  </a:lnTo>
                  <a:lnTo>
                    <a:pt x="368364" y="657465"/>
                  </a:lnTo>
                  <a:lnTo>
                    <a:pt x="370447" y="656588"/>
                  </a:lnTo>
                  <a:lnTo>
                    <a:pt x="372421" y="655382"/>
                  </a:lnTo>
                  <a:lnTo>
                    <a:pt x="374065" y="653518"/>
                  </a:lnTo>
                  <a:lnTo>
                    <a:pt x="376806" y="649790"/>
                  </a:lnTo>
                  <a:lnTo>
                    <a:pt x="378670" y="648694"/>
                  </a:lnTo>
                  <a:lnTo>
                    <a:pt x="380972" y="649790"/>
                  </a:lnTo>
                  <a:lnTo>
                    <a:pt x="384700" y="652422"/>
                  </a:lnTo>
                  <a:lnTo>
                    <a:pt x="388866" y="654724"/>
                  </a:lnTo>
                  <a:lnTo>
                    <a:pt x="394128" y="656807"/>
                  </a:lnTo>
                  <a:lnTo>
                    <a:pt x="399500" y="658451"/>
                  </a:lnTo>
                  <a:lnTo>
                    <a:pt x="404324" y="659767"/>
                  </a:lnTo>
                  <a:lnTo>
                    <a:pt x="404104" y="657794"/>
                  </a:lnTo>
                  <a:lnTo>
                    <a:pt x="403885" y="655820"/>
                  </a:lnTo>
                  <a:lnTo>
                    <a:pt x="403337" y="653847"/>
                  </a:lnTo>
                  <a:lnTo>
                    <a:pt x="402789" y="651983"/>
                  </a:lnTo>
                  <a:lnTo>
                    <a:pt x="400596" y="647379"/>
                  </a:lnTo>
                  <a:lnTo>
                    <a:pt x="398842" y="642445"/>
                  </a:lnTo>
                  <a:lnTo>
                    <a:pt x="398623" y="637621"/>
                  </a:lnTo>
                  <a:lnTo>
                    <a:pt x="401035" y="633236"/>
                  </a:lnTo>
                  <a:lnTo>
                    <a:pt x="402899" y="631043"/>
                  </a:lnTo>
                  <a:lnTo>
                    <a:pt x="405310" y="628302"/>
                  </a:lnTo>
                  <a:lnTo>
                    <a:pt x="407503" y="625342"/>
                  </a:lnTo>
                  <a:lnTo>
                    <a:pt x="408490" y="622930"/>
                  </a:lnTo>
                  <a:lnTo>
                    <a:pt x="407503" y="620628"/>
                  </a:lnTo>
                  <a:lnTo>
                    <a:pt x="405091" y="617449"/>
                  </a:lnTo>
                  <a:lnTo>
                    <a:pt x="402241" y="614379"/>
                  </a:lnTo>
                  <a:lnTo>
                    <a:pt x="400158" y="612296"/>
                  </a:lnTo>
                  <a:lnTo>
                    <a:pt x="399500" y="609775"/>
                  </a:lnTo>
                  <a:lnTo>
                    <a:pt x="402021" y="608459"/>
                  </a:lnTo>
                  <a:lnTo>
                    <a:pt x="405749" y="608020"/>
                  </a:lnTo>
                  <a:lnTo>
                    <a:pt x="408490" y="608459"/>
                  </a:lnTo>
                  <a:lnTo>
                    <a:pt x="407393" y="604951"/>
                  </a:lnTo>
                  <a:lnTo>
                    <a:pt x="406845" y="601771"/>
                  </a:lnTo>
                  <a:lnTo>
                    <a:pt x="407942" y="600017"/>
                  </a:lnTo>
                  <a:lnTo>
                    <a:pt x="411779" y="600675"/>
                  </a:lnTo>
                  <a:lnTo>
                    <a:pt x="415616" y="600675"/>
                  </a:lnTo>
                  <a:lnTo>
                    <a:pt x="417370" y="598044"/>
                  </a:lnTo>
                  <a:lnTo>
                    <a:pt x="418795" y="595084"/>
                  </a:lnTo>
                  <a:lnTo>
                    <a:pt x="422084" y="594207"/>
                  </a:lnTo>
                  <a:lnTo>
                    <a:pt x="424935" y="589493"/>
                  </a:lnTo>
                  <a:lnTo>
                    <a:pt x="427456" y="585984"/>
                  </a:lnTo>
                  <a:lnTo>
                    <a:pt x="429978" y="585436"/>
                  </a:lnTo>
                  <a:lnTo>
                    <a:pt x="432938" y="589822"/>
                  </a:lnTo>
                  <a:lnTo>
                    <a:pt x="436117" y="593988"/>
                  </a:lnTo>
                  <a:lnTo>
                    <a:pt x="440393" y="595961"/>
                  </a:lnTo>
                  <a:lnTo>
                    <a:pt x="445326" y="596180"/>
                  </a:lnTo>
                  <a:lnTo>
                    <a:pt x="450150" y="595084"/>
                  </a:lnTo>
                  <a:lnTo>
                    <a:pt x="454974" y="594426"/>
                  </a:lnTo>
                  <a:lnTo>
                    <a:pt x="458811" y="592672"/>
                  </a:lnTo>
                  <a:lnTo>
                    <a:pt x="462429" y="589931"/>
                  </a:lnTo>
                  <a:lnTo>
                    <a:pt x="466595" y="586423"/>
                  </a:lnTo>
                  <a:lnTo>
                    <a:pt x="477229" y="577433"/>
                  </a:lnTo>
                  <a:lnTo>
                    <a:pt x="487973" y="568553"/>
                  </a:lnTo>
                  <a:lnTo>
                    <a:pt x="498608" y="559563"/>
                  </a:lnTo>
                  <a:lnTo>
                    <a:pt x="509351" y="550573"/>
                  </a:lnTo>
                  <a:lnTo>
                    <a:pt x="516258" y="544872"/>
                  </a:lnTo>
                  <a:lnTo>
                    <a:pt x="523055" y="539062"/>
                  </a:lnTo>
                  <a:lnTo>
                    <a:pt x="529962" y="533251"/>
                  </a:lnTo>
                  <a:lnTo>
                    <a:pt x="536869" y="527550"/>
                  </a:lnTo>
                  <a:lnTo>
                    <a:pt x="540049" y="525248"/>
                  </a:lnTo>
                  <a:lnTo>
                    <a:pt x="543447" y="522507"/>
                  </a:lnTo>
                  <a:lnTo>
                    <a:pt x="545859" y="519328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1" name="Freeform: Shape 24">
              <a:extLst>
                <a:ext uri="{FF2B5EF4-FFF2-40B4-BE49-F238E27FC236}">
                  <a16:creationId xmlns:a16="http://schemas.microsoft.com/office/drawing/2014/main" id="{D18D782A-0A23-19A2-D708-80E25ABE69AC}"/>
                </a:ext>
              </a:extLst>
            </p:cNvPr>
            <p:cNvSpPr/>
            <p:nvPr/>
          </p:nvSpPr>
          <p:spPr>
            <a:xfrm>
              <a:off x="8007985" y="4198181"/>
              <a:ext cx="822242" cy="800315"/>
            </a:xfrm>
            <a:custGeom>
              <a:avLst/>
              <a:gdLst>
                <a:gd name="connsiteX0" fmla="*/ 814677 w 822241"/>
                <a:gd name="connsiteY0" fmla="*/ 224746 h 800315"/>
                <a:gd name="connsiteX1" fmla="*/ 811827 w 822241"/>
                <a:gd name="connsiteY1" fmla="*/ 220251 h 800315"/>
                <a:gd name="connsiteX2" fmla="*/ 810292 w 822241"/>
                <a:gd name="connsiteY2" fmla="*/ 215208 h 800315"/>
                <a:gd name="connsiteX3" fmla="*/ 811608 w 822241"/>
                <a:gd name="connsiteY3" fmla="*/ 210275 h 800315"/>
                <a:gd name="connsiteX4" fmla="*/ 815226 w 822241"/>
                <a:gd name="connsiteY4" fmla="*/ 205341 h 800315"/>
                <a:gd name="connsiteX5" fmla="*/ 819611 w 822241"/>
                <a:gd name="connsiteY5" fmla="*/ 200737 h 800315"/>
                <a:gd name="connsiteX6" fmla="*/ 823229 w 822241"/>
                <a:gd name="connsiteY6" fmla="*/ 197009 h 800315"/>
                <a:gd name="connsiteX7" fmla="*/ 822681 w 822241"/>
                <a:gd name="connsiteY7" fmla="*/ 192295 h 800315"/>
                <a:gd name="connsiteX8" fmla="*/ 821694 w 822241"/>
                <a:gd name="connsiteY8" fmla="*/ 189554 h 800315"/>
                <a:gd name="connsiteX9" fmla="*/ 819501 w 822241"/>
                <a:gd name="connsiteY9" fmla="*/ 188567 h 800315"/>
                <a:gd name="connsiteX10" fmla="*/ 815554 w 822241"/>
                <a:gd name="connsiteY10" fmla="*/ 189335 h 800315"/>
                <a:gd name="connsiteX11" fmla="*/ 811936 w 822241"/>
                <a:gd name="connsiteY11" fmla="*/ 188567 h 800315"/>
                <a:gd name="connsiteX12" fmla="*/ 809086 w 822241"/>
                <a:gd name="connsiteY12" fmla="*/ 185388 h 800315"/>
                <a:gd name="connsiteX13" fmla="*/ 806236 w 822241"/>
                <a:gd name="connsiteY13" fmla="*/ 181332 h 800315"/>
                <a:gd name="connsiteX14" fmla="*/ 803056 w 822241"/>
                <a:gd name="connsiteY14" fmla="*/ 178043 h 800315"/>
                <a:gd name="connsiteX15" fmla="*/ 800425 w 822241"/>
                <a:gd name="connsiteY15" fmla="*/ 176289 h 800315"/>
                <a:gd name="connsiteX16" fmla="*/ 797794 w 822241"/>
                <a:gd name="connsiteY16" fmla="*/ 174315 h 800315"/>
                <a:gd name="connsiteX17" fmla="*/ 794944 w 822241"/>
                <a:gd name="connsiteY17" fmla="*/ 172671 h 800315"/>
                <a:gd name="connsiteX18" fmla="*/ 792093 w 822241"/>
                <a:gd name="connsiteY18" fmla="*/ 171465 h 800315"/>
                <a:gd name="connsiteX19" fmla="*/ 789242 w 822241"/>
                <a:gd name="connsiteY19" fmla="*/ 171246 h 800315"/>
                <a:gd name="connsiteX20" fmla="*/ 786283 w 822241"/>
                <a:gd name="connsiteY20" fmla="*/ 171575 h 800315"/>
                <a:gd name="connsiteX21" fmla="*/ 783213 w 822241"/>
                <a:gd name="connsiteY21" fmla="*/ 172232 h 800315"/>
                <a:gd name="connsiteX22" fmla="*/ 780362 w 822241"/>
                <a:gd name="connsiteY22" fmla="*/ 172561 h 800315"/>
                <a:gd name="connsiteX23" fmla="*/ 775210 w 822241"/>
                <a:gd name="connsiteY23" fmla="*/ 171355 h 800315"/>
                <a:gd name="connsiteX24" fmla="*/ 770824 w 822241"/>
                <a:gd name="connsiteY24" fmla="*/ 168176 h 800315"/>
                <a:gd name="connsiteX25" fmla="*/ 766658 w 822241"/>
                <a:gd name="connsiteY25" fmla="*/ 164448 h 800315"/>
                <a:gd name="connsiteX26" fmla="*/ 762273 w 822241"/>
                <a:gd name="connsiteY26" fmla="*/ 161159 h 800315"/>
                <a:gd name="connsiteX27" fmla="*/ 761506 w 822241"/>
                <a:gd name="connsiteY27" fmla="*/ 160721 h 800315"/>
                <a:gd name="connsiteX28" fmla="*/ 760738 w 822241"/>
                <a:gd name="connsiteY28" fmla="*/ 160392 h 800315"/>
                <a:gd name="connsiteX29" fmla="*/ 760081 w 822241"/>
                <a:gd name="connsiteY29" fmla="*/ 160063 h 800315"/>
                <a:gd name="connsiteX30" fmla="*/ 759203 w 822241"/>
                <a:gd name="connsiteY30" fmla="*/ 159734 h 800315"/>
                <a:gd name="connsiteX31" fmla="*/ 758765 w 822241"/>
                <a:gd name="connsiteY31" fmla="*/ 160392 h 800315"/>
                <a:gd name="connsiteX32" fmla="*/ 758217 w 822241"/>
                <a:gd name="connsiteY32" fmla="*/ 161159 h 800315"/>
                <a:gd name="connsiteX33" fmla="*/ 757778 w 822241"/>
                <a:gd name="connsiteY33" fmla="*/ 161817 h 800315"/>
                <a:gd name="connsiteX34" fmla="*/ 757449 w 822241"/>
                <a:gd name="connsiteY34" fmla="*/ 162585 h 800315"/>
                <a:gd name="connsiteX35" fmla="*/ 753612 w 822241"/>
                <a:gd name="connsiteY35" fmla="*/ 168505 h 800315"/>
                <a:gd name="connsiteX36" fmla="*/ 750104 w 822241"/>
                <a:gd name="connsiteY36" fmla="*/ 172781 h 800315"/>
                <a:gd name="connsiteX37" fmla="*/ 745828 w 822241"/>
                <a:gd name="connsiteY37" fmla="*/ 175850 h 800315"/>
                <a:gd name="connsiteX38" fmla="*/ 739470 w 822241"/>
                <a:gd name="connsiteY38" fmla="*/ 177824 h 800315"/>
                <a:gd name="connsiteX39" fmla="*/ 735194 w 822241"/>
                <a:gd name="connsiteY39" fmla="*/ 180126 h 800315"/>
                <a:gd name="connsiteX40" fmla="*/ 732344 w 822241"/>
                <a:gd name="connsiteY40" fmla="*/ 183744 h 800315"/>
                <a:gd name="connsiteX41" fmla="*/ 729164 w 822241"/>
                <a:gd name="connsiteY41" fmla="*/ 187142 h 800315"/>
                <a:gd name="connsiteX42" fmla="*/ 723902 w 822241"/>
                <a:gd name="connsiteY42" fmla="*/ 188896 h 800315"/>
                <a:gd name="connsiteX43" fmla="*/ 719078 w 822241"/>
                <a:gd name="connsiteY43" fmla="*/ 191747 h 800315"/>
                <a:gd name="connsiteX44" fmla="*/ 717214 w 822241"/>
                <a:gd name="connsiteY44" fmla="*/ 196571 h 800315"/>
                <a:gd name="connsiteX45" fmla="*/ 716447 w 822241"/>
                <a:gd name="connsiteY45" fmla="*/ 202162 h 800315"/>
                <a:gd name="connsiteX46" fmla="*/ 715679 w 822241"/>
                <a:gd name="connsiteY46" fmla="*/ 207753 h 800315"/>
                <a:gd name="connsiteX47" fmla="*/ 713048 w 822241"/>
                <a:gd name="connsiteY47" fmla="*/ 212467 h 800315"/>
                <a:gd name="connsiteX48" fmla="*/ 709321 w 822241"/>
                <a:gd name="connsiteY48" fmla="*/ 214331 h 800315"/>
                <a:gd name="connsiteX49" fmla="*/ 704826 w 822241"/>
                <a:gd name="connsiteY49" fmla="*/ 215427 h 800315"/>
                <a:gd name="connsiteX50" fmla="*/ 700112 w 822241"/>
                <a:gd name="connsiteY50" fmla="*/ 217401 h 800315"/>
                <a:gd name="connsiteX51" fmla="*/ 695836 w 822241"/>
                <a:gd name="connsiteY51" fmla="*/ 221019 h 800315"/>
                <a:gd name="connsiteX52" fmla="*/ 691999 w 822241"/>
                <a:gd name="connsiteY52" fmla="*/ 224856 h 800315"/>
                <a:gd name="connsiteX53" fmla="*/ 688052 w 822241"/>
                <a:gd name="connsiteY53" fmla="*/ 228583 h 800315"/>
                <a:gd name="connsiteX54" fmla="*/ 683228 w 822241"/>
                <a:gd name="connsiteY54" fmla="*/ 231434 h 800315"/>
                <a:gd name="connsiteX55" fmla="*/ 677747 w 822241"/>
                <a:gd name="connsiteY55" fmla="*/ 232969 h 800315"/>
                <a:gd name="connsiteX56" fmla="*/ 672375 w 822241"/>
                <a:gd name="connsiteY56" fmla="*/ 233078 h 800315"/>
                <a:gd name="connsiteX57" fmla="*/ 666893 w 822241"/>
                <a:gd name="connsiteY57" fmla="*/ 232420 h 800315"/>
                <a:gd name="connsiteX58" fmla="*/ 661192 w 822241"/>
                <a:gd name="connsiteY58" fmla="*/ 231653 h 800315"/>
                <a:gd name="connsiteX59" fmla="*/ 655053 w 822241"/>
                <a:gd name="connsiteY59" fmla="*/ 230776 h 800315"/>
                <a:gd name="connsiteX60" fmla="*/ 648913 w 822241"/>
                <a:gd name="connsiteY60" fmla="*/ 229789 h 800315"/>
                <a:gd name="connsiteX61" fmla="*/ 642774 w 822241"/>
                <a:gd name="connsiteY61" fmla="*/ 228693 h 800315"/>
                <a:gd name="connsiteX62" fmla="*/ 636635 w 822241"/>
                <a:gd name="connsiteY62" fmla="*/ 227926 h 800315"/>
                <a:gd name="connsiteX63" fmla="*/ 627535 w 822241"/>
                <a:gd name="connsiteY63" fmla="*/ 225514 h 800315"/>
                <a:gd name="connsiteX64" fmla="*/ 619971 w 822241"/>
                <a:gd name="connsiteY64" fmla="*/ 220909 h 800315"/>
                <a:gd name="connsiteX65" fmla="*/ 612735 w 822241"/>
                <a:gd name="connsiteY65" fmla="*/ 215647 h 800315"/>
                <a:gd name="connsiteX66" fmla="*/ 604622 w 822241"/>
                <a:gd name="connsiteY66" fmla="*/ 211371 h 800315"/>
                <a:gd name="connsiteX67" fmla="*/ 598482 w 822241"/>
                <a:gd name="connsiteY67" fmla="*/ 210384 h 800315"/>
                <a:gd name="connsiteX68" fmla="*/ 591685 w 822241"/>
                <a:gd name="connsiteY68" fmla="*/ 211810 h 800315"/>
                <a:gd name="connsiteX69" fmla="*/ 584888 w 822241"/>
                <a:gd name="connsiteY69" fmla="*/ 214222 h 800315"/>
                <a:gd name="connsiteX70" fmla="*/ 578968 w 822241"/>
                <a:gd name="connsiteY70" fmla="*/ 216524 h 800315"/>
                <a:gd name="connsiteX71" fmla="*/ 578420 w 822241"/>
                <a:gd name="connsiteY71" fmla="*/ 218936 h 800315"/>
                <a:gd name="connsiteX72" fmla="*/ 577981 w 822241"/>
                <a:gd name="connsiteY72" fmla="*/ 221348 h 800315"/>
                <a:gd name="connsiteX73" fmla="*/ 577543 w 822241"/>
                <a:gd name="connsiteY73" fmla="*/ 223759 h 800315"/>
                <a:gd name="connsiteX74" fmla="*/ 576995 w 822241"/>
                <a:gd name="connsiteY74" fmla="*/ 226171 h 800315"/>
                <a:gd name="connsiteX75" fmla="*/ 575898 w 822241"/>
                <a:gd name="connsiteY75" fmla="*/ 230776 h 800315"/>
                <a:gd name="connsiteX76" fmla="*/ 574583 w 822241"/>
                <a:gd name="connsiteY76" fmla="*/ 236477 h 800315"/>
                <a:gd name="connsiteX77" fmla="*/ 574254 w 822241"/>
                <a:gd name="connsiteY77" fmla="*/ 242068 h 800315"/>
                <a:gd name="connsiteX78" fmla="*/ 575898 w 822241"/>
                <a:gd name="connsiteY78" fmla="*/ 246234 h 800315"/>
                <a:gd name="connsiteX79" fmla="*/ 579845 w 822241"/>
                <a:gd name="connsiteY79" fmla="*/ 247330 h 800315"/>
                <a:gd name="connsiteX80" fmla="*/ 582695 w 822241"/>
                <a:gd name="connsiteY80" fmla="*/ 248865 h 800315"/>
                <a:gd name="connsiteX81" fmla="*/ 585436 w 822241"/>
                <a:gd name="connsiteY81" fmla="*/ 250729 h 800315"/>
                <a:gd name="connsiteX82" fmla="*/ 588725 w 822241"/>
                <a:gd name="connsiteY82" fmla="*/ 252702 h 800315"/>
                <a:gd name="connsiteX83" fmla="*/ 592233 w 822241"/>
                <a:gd name="connsiteY83" fmla="*/ 253360 h 800315"/>
                <a:gd name="connsiteX84" fmla="*/ 596071 w 822241"/>
                <a:gd name="connsiteY84" fmla="*/ 253031 h 800315"/>
                <a:gd name="connsiteX85" fmla="*/ 599689 w 822241"/>
                <a:gd name="connsiteY85" fmla="*/ 252922 h 800315"/>
                <a:gd name="connsiteX86" fmla="*/ 602649 w 822241"/>
                <a:gd name="connsiteY86" fmla="*/ 254566 h 800315"/>
                <a:gd name="connsiteX87" fmla="*/ 603855 w 822241"/>
                <a:gd name="connsiteY87" fmla="*/ 261692 h 800315"/>
                <a:gd name="connsiteX88" fmla="*/ 601333 w 822241"/>
                <a:gd name="connsiteY88" fmla="*/ 271559 h 800315"/>
                <a:gd name="connsiteX89" fmla="*/ 597277 w 822241"/>
                <a:gd name="connsiteY89" fmla="*/ 281426 h 800315"/>
                <a:gd name="connsiteX90" fmla="*/ 594316 w 822241"/>
                <a:gd name="connsiteY90" fmla="*/ 288442 h 800315"/>
                <a:gd name="connsiteX91" fmla="*/ 593987 w 822241"/>
                <a:gd name="connsiteY91" fmla="*/ 289100 h 800315"/>
                <a:gd name="connsiteX92" fmla="*/ 593659 w 822241"/>
                <a:gd name="connsiteY92" fmla="*/ 289758 h 800315"/>
                <a:gd name="connsiteX93" fmla="*/ 593220 w 822241"/>
                <a:gd name="connsiteY93" fmla="*/ 290416 h 800315"/>
                <a:gd name="connsiteX94" fmla="*/ 592782 w 822241"/>
                <a:gd name="connsiteY94" fmla="*/ 290964 h 800315"/>
                <a:gd name="connsiteX95" fmla="*/ 591028 w 822241"/>
                <a:gd name="connsiteY95" fmla="*/ 292718 h 800315"/>
                <a:gd name="connsiteX96" fmla="*/ 588835 w 822241"/>
                <a:gd name="connsiteY96" fmla="*/ 293595 h 800315"/>
                <a:gd name="connsiteX97" fmla="*/ 586533 w 822241"/>
                <a:gd name="connsiteY97" fmla="*/ 294034 h 800315"/>
                <a:gd name="connsiteX98" fmla="*/ 584230 w 822241"/>
                <a:gd name="connsiteY98" fmla="*/ 295020 h 800315"/>
                <a:gd name="connsiteX99" fmla="*/ 583024 w 822241"/>
                <a:gd name="connsiteY99" fmla="*/ 296226 h 800315"/>
                <a:gd name="connsiteX100" fmla="*/ 582038 w 822241"/>
                <a:gd name="connsiteY100" fmla="*/ 297652 h 800315"/>
                <a:gd name="connsiteX101" fmla="*/ 580941 w 822241"/>
                <a:gd name="connsiteY101" fmla="*/ 299077 h 800315"/>
                <a:gd name="connsiteX102" fmla="*/ 579516 w 822241"/>
                <a:gd name="connsiteY102" fmla="*/ 300283 h 800315"/>
                <a:gd name="connsiteX103" fmla="*/ 577323 w 822241"/>
                <a:gd name="connsiteY103" fmla="*/ 302804 h 800315"/>
                <a:gd name="connsiteX104" fmla="*/ 576885 w 822241"/>
                <a:gd name="connsiteY104" fmla="*/ 306422 h 800315"/>
                <a:gd name="connsiteX105" fmla="*/ 576337 w 822241"/>
                <a:gd name="connsiteY105" fmla="*/ 309821 h 800315"/>
                <a:gd name="connsiteX106" fmla="*/ 573815 w 822241"/>
                <a:gd name="connsiteY106" fmla="*/ 312013 h 800315"/>
                <a:gd name="connsiteX107" fmla="*/ 569540 w 822241"/>
                <a:gd name="connsiteY107" fmla="*/ 312452 h 800315"/>
                <a:gd name="connsiteX108" fmla="*/ 569101 w 822241"/>
                <a:gd name="connsiteY108" fmla="*/ 310479 h 800315"/>
                <a:gd name="connsiteX109" fmla="*/ 570197 w 822241"/>
                <a:gd name="connsiteY109" fmla="*/ 307409 h 800315"/>
                <a:gd name="connsiteX110" fmla="*/ 570636 w 822241"/>
                <a:gd name="connsiteY110" fmla="*/ 304778 h 800315"/>
                <a:gd name="connsiteX111" fmla="*/ 568224 w 822241"/>
                <a:gd name="connsiteY111" fmla="*/ 302256 h 800315"/>
                <a:gd name="connsiteX112" fmla="*/ 564825 w 822241"/>
                <a:gd name="connsiteY112" fmla="*/ 303024 h 800315"/>
                <a:gd name="connsiteX113" fmla="*/ 561317 w 822241"/>
                <a:gd name="connsiteY113" fmla="*/ 305435 h 800315"/>
                <a:gd name="connsiteX114" fmla="*/ 558796 w 822241"/>
                <a:gd name="connsiteY114" fmla="*/ 308067 h 800315"/>
                <a:gd name="connsiteX115" fmla="*/ 554191 w 822241"/>
                <a:gd name="connsiteY115" fmla="*/ 312013 h 800315"/>
                <a:gd name="connsiteX116" fmla="*/ 548490 w 822241"/>
                <a:gd name="connsiteY116" fmla="*/ 314754 h 800315"/>
                <a:gd name="connsiteX117" fmla="*/ 542461 w 822241"/>
                <a:gd name="connsiteY117" fmla="*/ 315960 h 800315"/>
                <a:gd name="connsiteX118" fmla="*/ 536431 w 822241"/>
                <a:gd name="connsiteY118" fmla="*/ 315631 h 800315"/>
                <a:gd name="connsiteX119" fmla="*/ 531936 w 822241"/>
                <a:gd name="connsiteY119" fmla="*/ 314206 h 800315"/>
                <a:gd name="connsiteX120" fmla="*/ 527002 w 822241"/>
                <a:gd name="connsiteY120" fmla="*/ 312781 h 800315"/>
                <a:gd name="connsiteX121" fmla="*/ 522946 w 822241"/>
                <a:gd name="connsiteY121" fmla="*/ 313439 h 800315"/>
                <a:gd name="connsiteX122" fmla="*/ 520753 w 822241"/>
                <a:gd name="connsiteY122" fmla="*/ 318153 h 800315"/>
                <a:gd name="connsiteX123" fmla="*/ 520863 w 822241"/>
                <a:gd name="connsiteY123" fmla="*/ 321661 h 800315"/>
                <a:gd name="connsiteX124" fmla="*/ 520972 w 822241"/>
                <a:gd name="connsiteY124" fmla="*/ 325169 h 800315"/>
                <a:gd name="connsiteX125" fmla="*/ 521082 w 822241"/>
                <a:gd name="connsiteY125" fmla="*/ 328568 h 800315"/>
                <a:gd name="connsiteX126" fmla="*/ 521192 w 822241"/>
                <a:gd name="connsiteY126" fmla="*/ 332076 h 800315"/>
                <a:gd name="connsiteX127" fmla="*/ 521850 w 822241"/>
                <a:gd name="connsiteY127" fmla="*/ 338873 h 800315"/>
                <a:gd name="connsiteX128" fmla="*/ 522617 w 822241"/>
                <a:gd name="connsiteY128" fmla="*/ 348740 h 800315"/>
                <a:gd name="connsiteX129" fmla="*/ 522398 w 822241"/>
                <a:gd name="connsiteY129" fmla="*/ 358497 h 800315"/>
                <a:gd name="connsiteX130" fmla="*/ 519986 w 822241"/>
                <a:gd name="connsiteY130" fmla="*/ 364637 h 800315"/>
                <a:gd name="connsiteX131" fmla="*/ 515381 w 822241"/>
                <a:gd name="connsiteY131" fmla="*/ 365295 h 800315"/>
                <a:gd name="connsiteX132" fmla="*/ 510229 w 822241"/>
                <a:gd name="connsiteY132" fmla="*/ 362006 h 800315"/>
                <a:gd name="connsiteX133" fmla="*/ 504857 w 822241"/>
                <a:gd name="connsiteY133" fmla="*/ 358497 h 800315"/>
                <a:gd name="connsiteX134" fmla="*/ 500142 w 822241"/>
                <a:gd name="connsiteY134" fmla="*/ 358169 h 800315"/>
                <a:gd name="connsiteX135" fmla="*/ 493455 w 822241"/>
                <a:gd name="connsiteY135" fmla="*/ 359813 h 800315"/>
                <a:gd name="connsiteX136" fmla="*/ 486109 w 822241"/>
                <a:gd name="connsiteY136" fmla="*/ 357401 h 800315"/>
                <a:gd name="connsiteX137" fmla="*/ 478874 w 822241"/>
                <a:gd name="connsiteY137" fmla="*/ 353235 h 800315"/>
                <a:gd name="connsiteX138" fmla="*/ 472734 w 822241"/>
                <a:gd name="connsiteY138" fmla="*/ 349508 h 800315"/>
                <a:gd name="connsiteX139" fmla="*/ 471309 w 822241"/>
                <a:gd name="connsiteY139" fmla="*/ 348740 h 800315"/>
                <a:gd name="connsiteX140" fmla="*/ 469774 w 822241"/>
                <a:gd name="connsiteY140" fmla="*/ 347973 h 800315"/>
                <a:gd name="connsiteX141" fmla="*/ 468349 w 822241"/>
                <a:gd name="connsiteY141" fmla="*/ 347205 h 800315"/>
                <a:gd name="connsiteX142" fmla="*/ 466924 w 822241"/>
                <a:gd name="connsiteY142" fmla="*/ 346438 h 800315"/>
                <a:gd name="connsiteX143" fmla="*/ 463525 w 822241"/>
                <a:gd name="connsiteY143" fmla="*/ 344464 h 800315"/>
                <a:gd name="connsiteX144" fmla="*/ 460127 w 822241"/>
                <a:gd name="connsiteY144" fmla="*/ 342491 h 800315"/>
                <a:gd name="connsiteX145" fmla="*/ 456509 w 822241"/>
                <a:gd name="connsiteY145" fmla="*/ 340847 h 800315"/>
                <a:gd name="connsiteX146" fmla="*/ 452781 w 822241"/>
                <a:gd name="connsiteY146" fmla="*/ 339970 h 800315"/>
                <a:gd name="connsiteX147" fmla="*/ 449492 w 822241"/>
                <a:gd name="connsiteY147" fmla="*/ 339970 h 800315"/>
                <a:gd name="connsiteX148" fmla="*/ 446423 w 822241"/>
                <a:gd name="connsiteY148" fmla="*/ 340518 h 800315"/>
                <a:gd name="connsiteX149" fmla="*/ 443243 w 822241"/>
                <a:gd name="connsiteY149" fmla="*/ 340737 h 800315"/>
                <a:gd name="connsiteX150" fmla="*/ 440173 w 822241"/>
                <a:gd name="connsiteY150" fmla="*/ 339970 h 800315"/>
                <a:gd name="connsiteX151" fmla="*/ 437104 w 822241"/>
                <a:gd name="connsiteY151" fmla="*/ 337448 h 800315"/>
                <a:gd name="connsiteX152" fmla="*/ 434582 w 822241"/>
                <a:gd name="connsiteY152" fmla="*/ 334817 h 800315"/>
                <a:gd name="connsiteX153" fmla="*/ 431622 w 822241"/>
                <a:gd name="connsiteY153" fmla="*/ 332844 h 800315"/>
                <a:gd name="connsiteX154" fmla="*/ 427785 w 822241"/>
                <a:gd name="connsiteY154" fmla="*/ 332405 h 800315"/>
                <a:gd name="connsiteX155" fmla="*/ 423729 w 822241"/>
                <a:gd name="connsiteY155" fmla="*/ 332734 h 800315"/>
                <a:gd name="connsiteX156" fmla="*/ 419453 w 822241"/>
                <a:gd name="connsiteY156" fmla="*/ 333392 h 800315"/>
                <a:gd name="connsiteX157" fmla="*/ 415177 w 822241"/>
                <a:gd name="connsiteY157" fmla="*/ 333501 h 800315"/>
                <a:gd name="connsiteX158" fmla="*/ 411340 w 822241"/>
                <a:gd name="connsiteY158" fmla="*/ 332515 h 800315"/>
                <a:gd name="connsiteX159" fmla="*/ 408490 w 822241"/>
                <a:gd name="connsiteY159" fmla="*/ 330103 h 800315"/>
                <a:gd name="connsiteX160" fmla="*/ 407722 w 822241"/>
                <a:gd name="connsiteY160" fmla="*/ 327472 h 800315"/>
                <a:gd name="connsiteX161" fmla="*/ 407503 w 822241"/>
                <a:gd name="connsiteY161" fmla="*/ 324292 h 800315"/>
                <a:gd name="connsiteX162" fmla="*/ 406188 w 822241"/>
                <a:gd name="connsiteY162" fmla="*/ 320565 h 800315"/>
                <a:gd name="connsiteX163" fmla="*/ 403008 w 822241"/>
                <a:gd name="connsiteY163" fmla="*/ 318372 h 800315"/>
                <a:gd name="connsiteX164" fmla="*/ 398842 w 822241"/>
                <a:gd name="connsiteY164" fmla="*/ 319359 h 800315"/>
                <a:gd name="connsiteX165" fmla="*/ 394676 w 822241"/>
                <a:gd name="connsiteY165" fmla="*/ 321771 h 800315"/>
                <a:gd name="connsiteX166" fmla="*/ 391168 w 822241"/>
                <a:gd name="connsiteY166" fmla="*/ 324073 h 800315"/>
                <a:gd name="connsiteX167" fmla="*/ 386673 w 822241"/>
                <a:gd name="connsiteY167" fmla="*/ 326266 h 800315"/>
                <a:gd name="connsiteX168" fmla="*/ 384590 w 822241"/>
                <a:gd name="connsiteY168" fmla="*/ 326046 h 800315"/>
                <a:gd name="connsiteX169" fmla="*/ 384042 w 822241"/>
                <a:gd name="connsiteY169" fmla="*/ 323415 h 800315"/>
                <a:gd name="connsiteX170" fmla="*/ 384261 w 822241"/>
                <a:gd name="connsiteY170" fmla="*/ 318372 h 800315"/>
                <a:gd name="connsiteX171" fmla="*/ 384261 w 822241"/>
                <a:gd name="connsiteY171" fmla="*/ 313877 h 800315"/>
                <a:gd name="connsiteX172" fmla="*/ 384700 w 822241"/>
                <a:gd name="connsiteY172" fmla="*/ 311575 h 800315"/>
                <a:gd name="connsiteX173" fmla="*/ 386015 w 822241"/>
                <a:gd name="connsiteY173" fmla="*/ 309930 h 800315"/>
                <a:gd name="connsiteX174" fmla="*/ 389085 w 822241"/>
                <a:gd name="connsiteY174" fmla="*/ 307628 h 800315"/>
                <a:gd name="connsiteX175" fmla="*/ 391058 w 822241"/>
                <a:gd name="connsiteY175" fmla="*/ 304778 h 800315"/>
                <a:gd name="connsiteX176" fmla="*/ 392264 w 822241"/>
                <a:gd name="connsiteY176" fmla="*/ 301050 h 800315"/>
                <a:gd name="connsiteX177" fmla="*/ 392813 w 822241"/>
                <a:gd name="connsiteY177" fmla="*/ 296884 h 800315"/>
                <a:gd name="connsiteX178" fmla="*/ 393032 w 822241"/>
                <a:gd name="connsiteY178" fmla="*/ 293266 h 800315"/>
                <a:gd name="connsiteX179" fmla="*/ 392374 w 822241"/>
                <a:gd name="connsiteY179" fmla="*/ 285592 h 800315"/>
                <a:gd name="connsiteX180" fmla="*/ 391058 w 822241"/>
                <a:gd name="connsiteY180" fmla="*/ 278247 h 800315"/>
                <a:gd name="connsiteX181" fmla="*/ 389195 w 822241"/>
                <a:gd name="connsiteY181" fmla="*/ 271121 h 800315"/>
                <a:gd name="connsiteX182" fmla="*/ 387111 w 822241"/>
                <a:gd name="connsiteY182" fmla="*/ 263666 h 800315"/>
                <a:gd name="connsiteX183" fmla="*/ 391387 w 822241"/>
                <a:gd name="connsiteY183" fmla="*/ 265858 h 800315"/>
                <a:gd name="connsiteX184" fmla="*/ 395882 w 822241"/>
                <a:gd name="connsiteY184" fmla="*/ 269038 h 800315"/>
                <a:gd name="connsiteX185" fmla="*/ 400487 w 822241"/>
                <a:gd name="connsiteY185" fmla="*/ 271450 h 800315"/>
                <a:gd name="connsiteX186" fmla="*/ 404872 w 822241"/>
                <a:gd name="connsiteY186" fmla="*/ 271669 h 800315"/>
                <a:gd name="connsiteX187" fmla="*/ 408380 w 822241"/>
                <a:gd name="connsiteY187" fmla="*/ 269257 h 800315"/>
                <a:gd name="connsiteX188" fmla="*/ 411121 w 822241"/>
                <a:gd name="connsiteY188" fmla="*/ 265200 h 800315"/>
                <a:gd name="connsiteX189" fmla="*/ 413204 w 822241"/>
                <a:gd name="connsiteY189" fmla="*/ 260596 h 800315"/>
                <a:gd name="connsiteX190" fmla="*/ 415177 w 822241"/>
                <a:gd name="connsiteY190" fmla="*/ 256540 h 800315"/>
                <a:gd name="connsiteX191" fmla="*/ 419672 w 822241"/>
                <a:gd name="connsiteY191" fmla="*/ 253031 h 800315"/>
                <a:gd name="connsiteX192" fmla="*/ 425264 w 822241"/>
                <a:gd name="connsiteY192" fmla="*/ 250729 h 800315"/>
                <a:gd name="connsiteX193" fmla="*/ 429430 w 822241"/>
                <a:gd name="connsiteY193" fmla="*/ 247769 h 800315"/>
                <a:gd name="connsiteX194" fmla="*/ 429978 w 822241"/>
                <a:gd name="connsiteY194" fmla="*/ 242507 h 800315"/>
                <a:gd name="connsiteX195" fmla="*/ 429868 w 822241"/>
                <a:gd name="connsiteY195" fmla="*/ 235819 h 800315"/>
                <a:gd name="connsiteX196" fmla="*/ 429759 w 822241"/>
                <a:gd name="connsiteY196" fmla="*/ 227377 h 800315"/>
                <a:gd name="connsiteX197" fmla="*/ 428881 w 822241"/>
                <a:gd name="connsiteY197" fmla="*/ 219155 h 800315"/>
                <a:gd name="connsiteX198" fmla="*/ 426469 w 822241"/>
                <a:gd name="connsiteY198" fmla="*/ 213344 h 800315"/>
                <a:gd name="connsiteX199" fmla="*/ 424935 w 822241"/>
                <a:gd name="connsiteY199" fmla="*/ 207863 h 800315"/>
                <a:gd name="connsiteX200" fmla="*/ 428004 w 822241"/>
                <a:gd name="connsiteY200" fmla="*/ 202052 h 800315"/>
                <a:gd name="connsiteX201" fmla="*/ 433047 w 822241"/>
                <a:gd name="connsiteY201" fmla="*/ 196680 h 800315"/>
                <a:gd name="connsiteX202" fmla="*/ 437762 w 822241"/>
                <a:gd name="connsiteY202" fmla="*/ 192514 h 800315"/>
                <a:gd name="connsiteX203" fmla="*/ 441489 w 822241"/>
                <a:gd name="connsiteY203" fmla="*/ 189006 h 800315"/>
                <a:gd name="connsiteX204" fmla="*/ 445217 w 822241"/>
                <a:gd name="connsiteY204" fmla="*/ 185388 h 800315"/>
                <a:gd name="connsiteX205" fmla="*/ 448944 w 822241"/>
                <a:gd name="connsiteY205" fmla="*/ 181880 h 800315"/>
                <a:gd name="connsiteX206" fmla="*/ 452781 w 822241"/>
                <a:gd name="connsiteY206" fmla="*/ 178481 h 800315"/>
                <a:gd name="connsiteX207" fmla="*/ 455084 w 822241"/>
                <a:gd name="connsiteY207" fmla="*/ 177495 h 800315"/>
                <a:gd name="connsiteX208" fmla="*/ 457496 w 822241"/>
                <a:gd name="connsiteY208" fmla="*/ 176837 h 800315"/>
                <a:gd name="connsiteX209" fmla="*/ 459907 w 822241"/>
                <a:gd name="connsiteY209" fmla="*/ 176508 h 800315"/>
                <a:gd name="connsiteX210" fmla="*/ 462429 w 822241"/>
                <a:gd name="connsiteY210" fmla="*/ 176508 h 800315"/>
                <a:gd name="connsiteX211" fmla="*/ 464841 w 822241"/>
                <a:gd name="connsiteY211" fmla="*/ 176289 h 800315"/>
                <a:gd name="connsiteX212" fmla="*/ 467143 w 822241"/>
                <a:gd name="connsiteY212" fmla="*/ 175521 h 800315"/>
                <a:gd name="connsiteX213" fmla="*/ 469117 w 822241"/>
                <a:gd name="connsiteY213" fmla="*/ 174096 h 800315"/>
                <a:gd name="connsiteX214" fmla="*/ 470761 w 822241"/>
                <a:gd name="connsiteY214" fmla="*/ 172123 h 800315"/>
                <a:gd name="connsiteX215" fmla="*/ 474817 w 822241"/>
                <a:gd name="connsiteY215" fmla="*/ 166531 h 800315"/>
                <a:gd name="connsiteX216" fmla="*/ 479751 w 822241"/>
                <a:gd name="connsiteY216" fmla="*/ 165983 h 800315"/>
                <a:gd name="connsiteX217" fmla="*/ 485452 w 822241"/>
                <a:gd name="connsiteY217" fmla="*/ 167518 h 800315"/>
                <a:gd name="connsiteX218" fmla="*/ 491372 w 822241"/>
                <a:gd name="connsiteY218" fmla="*/ 168176 h 800315"/>
                <a:gd name="connsiteX219" fmla="*/ 495099 w 822241"/>
                <a:gd name="connsiteY219" fmla="*/ 167628 h 800315"/>
                <a:gd name="connsiteX220" fmla="*/ 498388 w 822241"/>
                <a:gd name="connsiteY220" fmla="*/ 166203 h 800315"/>
                <a:gd name="connsiteX221" fmla="*/ 501020 w 822241"/>
                <a:gd name="connsiteY221" fmla="*/ 163791 h 800315"/>
                <a:gd name="connsiteX222" fmla="*/ 502774 w 822241"/>
                <a:gd name="connsiteY222" fmla="*/ 160282 h 800315"/>
                <a:gd name="connsiteX223" fmla="*/ 504528 w 822241"/>
                <a:gd name="connsiteY223" fmla="*/ 154691 h 800315"/>
                <a:gd name="connsiteX224" fmla="*/ 506282 w 822241"/>
                <a:gd name="connsiteY224" fmla="*/ 151512 h 800315"/>
                <a:gd name="connsiteX225" fmla="*/ 509132 w 822241"/>
                <a:gd name="connsiteY225" fmla="*/ 149538 h 800315"/>
                <a:gd name="connsiteX226" fmla="*/ 514175 w 822241"/>
                <a:gd name="connsiteY226" fmla="*/ 147675 h 800315"/>
                <a:gd name="connsiteX227" fmla="*/ 515052 w 822241"/>
                <a:gd name="connsiteY227" fmla="*/ 145263 h 800315"/>
                <a:gd name="connsiteX228" fmla="*/ 515491 w 822241"/>
                <a:gd name="connsiteY228" fmla="*/ 142522 h 800315"/>
                <a:gd name="connsiteX229" fmla="*/ 515381 w 822241"/>
                <a:gd name="connsiteY229" fmla="*/ 139781 h 800315"/>
                <a:gd name="connsiteX230" fmla="*/ 514833 w 822241"/>
                <a:gd name="connsiteY230" fmla="*/ 137150 h 800315"/>
                <a:gd name="connsiteX231" fmla="*/ 511325 w 822241"/>
                <a:gd name="connsiteY231" fmla="*/ 134957 h 800315"/>
                <a:gd name="connsiteX232" fmla="*/ 508255 w 822241"/>
                <a:gd name="connsiteY232" fmla="*/ 134848 h 800315"/>
                <a:gd name="connsiteX233" fmla="*/ 506282 w 822241"/>
                <a:gd name="connsiteY233" fmla="*/ 133751 h 800315"/>
                <a:gd name="connsiteX234" fmla="*/ 505953 w 822241"/>
                <a:gd name="connsiteY234" fmla="*/ 128928 h 800315"/>
                <a:gd name="connsiteX235" fmla="*/ 506720 w 822241"/>
                <a:gd name="connsiteY235" fmla="*/ 126625 h 800315"/>
                <a:gd name="connsiteX236" fmla="*/ 508803 w 822241"/>
                <a:gd name="connsiteY236" fmla="*/ 125968 h 800315"/>
                <a:gd name="connsiteX237" fmla="*/ 511434 w 822241"/>
                <a:gd name="connsiteY237" fmla="*/ 125748 h 800315"/>
                <a:gd name="connsiteX238" fmla="*/ 513846 w 822241"/>
                <a:gd name="connsiteY238" fmla="*/ 124981 h 800315"/>
                <a:gd name="connsiteX239" fmla="*/ 516149 w 822241"/>
                <a:gd name="connsiteY239" fmla="*/ 122679 h 800315"/>
                <a:gd name="connsiteX240" fmla="*/ 518122 w 822241"/>
                <a:gd name="connsiteY240" fmla="*/ 119609 h 800315"/>
                <a:gd name="connsiteX241" fmla="*/ 519767 w 822241"/>
                <a:gd name="connsiteY241" fmla="*/ 116210 h 800315"/>
                <a:gd name="connsiteX242" fmla="*/ 521411 w 822241"/>
                <a:gd name="connsiteY242" fmla="*/ 113141 h 800315"/>
                <a:gd name="connsiteX243" fmla="*/ 522727 w 822241"/>
                <a:gd name="connsiteY243" fmla="*/ 110290 h 800315"/>
                <a:gd name="connsiteX244" fmla="*/ 524042 w 822241"/>
                <a:gd name="connsiteY244" fmla="*/ 106453 h 800315"/>
                <a:gd name="connsiteX245" fmla="*/ 524371 w 822241"/>
                <a:gd name="connsiteY245" fmla="*/ 102726 h 800315"/>
                <a:gd name="connsiteX246" fmla="*/ 523055 w 822241"/>
                <a:gd name="connsiteY246" fmla="*/ 99656 h 800315"/>
                <a:gd name="connsiteX247" fmla="*/ 520972 w 822241"/>
                <a:gd name="connsiteY247" fmla="*/ 98779 h 800315"/>
                <a:gd name="connsiteX248" fmla="*/ 518561 w 822241"/>
                <a:gd name="connsiteY248" fmla="*/ 99108 h 800315"/>
                <a:gd name="connsiteX249" fmla="*/ 516039 w 822241"/>
                <a:gd name="connsiteY249" fmla="*/ 99985 h 800315"/>
                <a:gd name="connsiteX250" fmla="*/ 513517 w 822241"/>
                <a:gd name="connsiteY250" fmla="*/ 100314 h 800315"/>
                <a:gd name="connsiteX251" fmla="*/ 512641 w 822241"/>
                <a:gd name="connsiteY251" fmla="*/ 97682 h 800315"/>
                <a:gd name="connsiteX252" fmla="*/ 512421 w 822241"/>
                <a:gd name="connsiteY252" fmla="*/ 95380 h 800315"/>
                <a:gd name="connsiteX253" fmla="*/ 511654 w 822241"/>
                <a:gd name="connsiteY253" fmla="*/ 93516 h 800315"/>
                <a:gd name="connsiteX254" fmla="*/ 509022 w 822241"/>
                <a:gd name="connsiteY254" fmla="*/ 91981 h 800315"/>
                <a:gd name="connsiteX255" fmla="*/ 505843 w 822241"/>
                <a:gd name="connsiteY255" fmla="*/ 91872 h 800315"/>
                <a:gd name="connsiteX256" fmla="*/ 501896 w 822241"/>
                <a:gd name="connsiteY256" fmla="*/ 92968 h 800315"/>
                <a:gd name="connsiteX257" fmla="*/ 497950 w 822241"/>
                <a:gd name="connsiteY257" fmla="*/ 94393 h 800315"/>
                <a:gd name="connsiteX258" fmla="*/ 494551 w 822241"/>
                <a:gd name="connsiteY258" fmla="*/ 95270 h 800315"/>
                <a:gd name="connsiteX259" fmla="*/ 494990 w 822241"/>
                <a:gd name="connsiteY259" fmla="*/ 92530 h 800315"/>
                <a:gd name="connsiteX260" fmla="*/ 495757 w 822241"/>
                <a:gd name="connsiteY260" fmla="*/ 88583 h 800315"/>
                <a:gd name="connsiteX261" fmla="*/ 496086 w 822241"/>
                <a:gd name="connsiteY261" fmla="*/ 84965 h 800315"/>
                <a:gd name="connsiteX262" fmla="*/ 495318 w 822241"/>
                <a:gd name="connsiteY262" fmla="*/ 82992 h 800315"/>
                <a:gd name="connsiteX263" fmla="*/ 492249 w 822241"/>
                <a:gd name="connsiteY263" fmla="*/ 81128 h 800315"/>
                <a:gd name="connsiteX264" fmla="*/ 489179 w 822241"/>
                <a:gd name="connsiteY264" fmla="*/ 79154 h 800315"/>
                <a:gd name="connsiteX265" fmla="*/ 486219 w 822241"/>
                <a:gd name="connsiteY265" fmla="*/ 77071 h 800315"/>
                <a:gd name="connsiteX266" fmla="*/ 483369 w 822241"/>
                <a:gd name="connsiteY266" fmla="*/ 74988 h 800315"/>
                <a:gd name="connsiteX267" fmla="*/ 476900 w 822241"/>
                <a:gd name="connsiteY267" fmla="*/ 69945 h 800315"/>
                <a:gd name="connsiteX268" fmla="*/ 470542 w 822241"/>
                <a:gd name="connsiteY268" fmla="*/ 64793 h 800315"/>
                <a:gd name="connsiteX269" fmla="*/ 464402 w 822241"/>
                <a:gd name="connsiteY269" fmla="*/ 59530 h 800315"/>
                <a:gd name="connsiteX270" fmla="*/ 458263 w 822241"/>
                <a:gd name="connsiteY270" fmla="*/ 54049 h 800315"/>
                <a:gd name="connsiteX271" fmla="*/ 457715 w 822241"/>
                <a:gd name="connsiteY271" fmla="*/ 54816 h 800315"/>
                <a:gd name="connsiteX272" fmla="*/ 457167 w 822241"/>
                <a:gd name="connsiteY272" fmla="*/ 55584 h 800315"/>
                <a:gd name="connsiteX273" fmla="*/ 456728 w 822241"/>
                <a:gd name="connsiteY273" fmla="*/ 56461 h 800315"/>
                <a:gd name="connsiteX274" fmla="*/ 456289 w 822241"/>
                <a:gd name="connsiteY274" fmla="*/ 57338 h 800315"/>
                <a:gd name="connsiteX275" fmla="*/ 454206 w 822241"/>
                <a:gd name="connsiteY275" fmla="*/ 60956 h 800315"/>
                <a:gd name="connsiteX276" fmla="*/ 452343 w 822241"/>
                <a:gd name="connsiteY276" fmla="*/ 64683 h 800315"/>
                <a:gd name="connsiteX277" fmla="*/ 450479 w 822241"/>
                <a:gd name="connsiteY277" fmla="*/ 68520 h 800315"/>
                <a:gd name="connsiteX278" fmla="*/ 448725 w 822241"/>
                <a:gd name="connsiteY278" fmla="*/ 72357 h 800315"/>
                <a:gd name="connsiteX279" fmla="*/ 447629 w 822241"/>
                <a:gd name="connsiteY279" fmla="*/ 75098 h 800315"/>
                <a:gd name="connsiteX280" fmla="*/ 447629 w 822241"/>
                <a:gd name="connsiteY280" fmla="*/ 76743 h 800315"/>
                <a:gd name="connsiteX281" fmla="*/ 448944 w 822241"/>
                <a:gd name="connsiteY281" fmla="*/ 77620 h 800315"/>
                <a:gd name="connsiteX282" fmla="*/ 451685 w 822241"/>
                <a:gd name="connsiteY282" fmla="*/ 78606 h 800315"/>
                <a:gd name="connsiteX283" fmla="*/ 453220 w 822241"/>
                <a:gd name="connsiteY283" fmla="*/ 80032 h 800315"/>
                <a:gd name="connsiteX284" fmla="*/ 453768 w 822241"/>
                <a:gd name="connsiteY284" fmla="*/ 82115 h 800315"/>
                <a:gd name="connsiteX285" fmla="*/ 454426 w 822241"/>
                <a:gd name="connsiteY285" fmla="*/ 83869 h 800315"/>
                <a:gd name="connsiteX286" fmla="*/ 456509 w 822241"/>
                <a:gd name="connsiteY286" fmla="*/ 84636 h 800315"/>
                <a:gd name="connsiteX287" fmla="*/ 458811 w 822241"/>
                <a:gd name="connsiteY287" fmla="*/ 84855 h 800315"/>
                <a:gd name="connsiteX288" fmla="*/ 460784 w 822241"/>
                <a:gd name="connsiteY288" fmla="*/ 85732 h 800315"/>
                <a:gd name="connsiteX289" fmla="*/ 461662 w 822241"/>
                <a:gd name="connsiteY289" fmla="*/ 87267 h 800315"/>
                <a:gd name="connsiteX290" fmla="*/ 461113 w 822241"/>
                <a:gd name="connsiteY290" fmla="*/ 89679 h 800315"/>
                <a:gd name="connsiteX291" fmla="*/ 459469 w 822241"/>
                <a:gd name="connsiteY291" fmla="*/ 90775 h 800315"/>
                <a:gd name="connsiteX292" fmla="*/ 457824 w 822241"/>
                <a:gd name="connsiteY292" fmla="*/ 91762 h 800315"/>
                <a:gd name="connsiteX293" fmla="*/ 456289 w 822241"/>
                <a:gd name="connsiteY293" fmla="*/ 92749 h 800315"/>
                <a:gd name="connsiteX294" fmla="*/ 454755 w 822241"/>
                <a:gd name="connsiteY294" fmla="*/ 93955 h 800315"/>
                <a:gd name="connsiteX295" fmla="*/ 452672 w 822241"/>
                <a:gd name="connsiteY295" fmla="*/ 98779 h 800315"/>
                <a:gd name="connsiteX296" fmla="*/ 452452 w 822241"/>
                <a:gd name="connsiteY296" fmla="*/ 104260 h 800315"/>
                <a:gd name="connsiteX297" fmla="*/ 451685 w 822241"/>
                <a:gd name="connsiteY297" fmla="*/ 108646 h 800315"/>
                <a:gd name="connsiteX298" fmla="*/ 447629 w 822241"/>
                <a:gd name="connsiteY298" fmla="*/ 110180 h 800315"/>
                <a:gd name="connsiteX299" fmla="*/ 443572 w 822241"/>
                <a:gd name="connsiteY299" fmla="*/ 112263 h 800315"/>
                <a:gd name="connsiteX300" fmla="*/ 440831 w 822241"/>
                <a:gd name="connsiteY300" fmla="*/ 117745 h 800315"/>
                <a:gd name="connsiteX301" fmla="*/ 438858 w 822241"/>
                <a:gd name="connsiteY301" fmla="*/ 124213 h 800315"/>
                <a:gd name="connsiteX302" fmla="*/ 436994 w 822241"/>
                <a:gd name="connsiteY302" fmla="*/ 129257 h 800315"/>
                <a:gd name="connsiteX303" fmla="*/ 435459 w 822241"/>
                <a:gd name="connsiteY303" fmla="*/ 134957 h 800315"/>
                <a:gd name="connsiteX304" fmla="*/ 433267 w 822241"/>
                <a:gd name="connsiteY304" fmla="*/ 137150 h 800315"/>
                <a:gd name="connsiteX305" fmla="*/ 432609 w 822241"/>
                <a:gd name="connsiteY305" fmla="*/ 135067 h 800315"/>
                <a:gd name="connsiteX306" fmla="*/ 431293 w 822241"/>
                <a:gd name="connsiteY306" fmla="*/ 133422 h 800315"/>
                <a:gd name="connsiteX307" fmla="*/ 429320 w 822241"/>
                <a:gd name="connsiteY307" fmla="*/ 132545 h 800315"/>
                <a:gd name="connsiteX308" fmla="*/ 426360 w 822241"/>
                <a:gd name="connsiteY308" fmla="*/ 132765 h 800315"/>
                <a:gd name="connsiteX309" fmla="*/ 419563 w 822241"/>
                <a:gd name="connsiteY309" fmla="*/ 131449 h 800315"/>
                <a:gd name="connsiteX310" fmla="*/ 417809 w 822241"/>
                <a:gd name="connsiteY310" fmla="*/ 132107 h 800315"/>
                <a:gd name="connsiteX311" fmla="*/ 414629 w 822241"/>
                <a:gd name="connsiteY311" fmla="*/ 135944 h 800315"/>
                <a:gd name="connsiteX312" fmla="*/ 412985 w 822241"/>
                <a:gd name="connsiteY312" fmla="*/ 137369 h 800315"/>
                <a:gd name="connsiteX313" fmla="*/ 410244 w 822241"/>
                <a:gd name="connsiteY313" fmla="*/ 138685 h 800315"/>
                <a:gd name="connsiteX314" fmla="*/ 405201 w 822241"/>
                <a:gd name="connsiteY314" fmla="*/ 139672 h 800315"/>
                <a:gd name="connsiteX315" fmla="*/ 402022 w 822241"/>
                <a:gd name="connsiteY315" fmla="*/ 138685 h 800315"/>
                <a:gd name="connsiteX316" fmla="*/ 398075 w 822241"/>
                <a:gd name="connsiteY316" fmla="*/ 134519 h 800315"/>
                <a:gd name="connsiteX317" fmla="*/ 398184 w 822241"/>
                <a:gd name="connsiteY317" fmla="*/ 128599 h 800315"/>
                <a:gd name="connsiteX318" fmla="*/ 399281 w 822241"/>
                <a:gd name="connsiteY318" fmla="*/ 124542 h 800315"/>
                <a:gd name="connsiteX319" fmla="*/ 401144 w 822241"/>
                <a:gd name="connsiteY319" fmla="*/ 116978 h 800315"/>
                <a:gd name="connsiteX320" fmla="*/ 401035 w 822241"/>
                <a:gd name="connsiteY320" fmla="*/ 112812 h 800315"/>
                <a:gd name="connsiteX321" fmla="*/ 400487 w 822241"/>
                <a:gd name="connsiteY321" fmla="*/ 108755 h 800315"/>
                <a:gd name="connsiteX322" fmla="*/ 399500 w 822241"/>
                <a:gd name="connsiteY322" fmla="*/ 104699 h 800315"/>
                <a:gd name="connsiteX323" fmla="*/ 398075 w 822241"/>
                <a:gd name="connsiteY323" fmla="*/ 100862 h 800315"/>
                <a:gd name="connsiteX324" fmla="*/ 397088 w 822241"/>
                <a:gd name="connsiteY324" fmla="*/ 97902 h 800315"/>
                <a:gd name="connsiteX325" fmla="*/ 397198 w 822241"/>
                <a:gd name="connsiteY325" fmla="*/ 95380 h 800315"/>
                <a:gd name="connsiteX326" fmla="*/ 397856 w 822241"/>
                <a:gd name="connsiteY326" fmla="*/ 92749 h 800315"/>
                <a:gd name="connsiteX327" fmla="*/ 398842 w 822241"/>
                <a:gd name="connsiteY327" fmla="*/ 89570 h 800315"/>
                <a:gd name="connsiteX328" fmla="*/ 400596 w 822241"/>
                <a:gd name="connsiteY328" fmla="*/ 82443 h 800315"/>
                <a:gd name="connsiteX329" fmla="*/ 403556 w 822241"/>
                <a:gd name="connsiteY329" fmla="*/ 71480 h 800315"/>
                <a:gd name="connsiteX330" fmla="*/ 407393 w 822241"/>
                <a:gd name="connsiteY330" fmla="*/ 61833 h 800315"/>
                <a:gd name="connsiteX331" fmla="*/ 411779 w 822241"/>
                <a:gd name="connsiteY331" fmla="*/ 58763 h 800315"/>
                <a:gd name="connsiteX332" fmla="*/ 411888 w 822241"/>
                <a:gd name="connsiteY332" fmla="*/ 56790 h 800315"/>
                <a:gd name="connsiteX333" fmla="*/ 411998 w 822241"/>
                <a:gd name="connsiteY333" fmla="*/ 54597 h 800315"/>
                <a:gd name="connsiteX334" fmla="*/ 411998 w 822241"/>
                <a:gd name="connsiteY334" fmla="*/ 52404 h 800315"/>
                <a:gd name="connsiteX335" fmla="*/ 411340 w 822241"/>
                <a:gd name="connsiteY335" fmla="*/ 50650 h 800315"/>
                <a:gd name="connsiteX336" fmla="*/ 410025 w 822241"/>
                <a:gd name="connsiteY336" fmla="*/ 49992 h 800315"/>
                <a:gd name="connsiteX337" fmla="*/ 407942 w 822241"/>
                <a:gd name="connsiteY337" fmla="*/ 49773 h 800315"/>
                <a:gd name="connsiteX338" fmla="*/ 405968 w 822241"/>
                <a:gd name="connsiteY338" fmla="*/ 49444 h 800315"/>
                <a:gd name="connsiteX339" fmla="*/ 404653 w 822241"/>
                <a:gd name="connsiteY339" fmla="*/ 48457 h 800315"/>
                <a:gd name="connsiteX340" fmla="*/ 404543 w 822241"/>
                <a:gd name="connsiteY340" fmla="*/ 46046 h 800315"/>
                <a:gd name="connsiteX341" fmla="*/ 405310 w 822241"/>
                <a:gd name="connsiteY341" fmla="*/ 43524 h 800315"/>
                <a:gd name="connsiteX342" fmla="*/ 405858 w 822241"/>
                <a:gd name="connsiteY342" fmla="*/ 41112 h 800315"/>
                <a:gd name="connsiteX343" fmla="*/ 404653 w 822241"/>
                <a:gd name="connsiteY343" fmla="*/ 38810 h 800315"/>
                <a:gd name="connsiteX344" fmla="*/ 402351 w 822241"/>
                <a:gd name="connsiteY344" fmla="*/ 38262 h 800315"/>
                <a:gd name="connsiteX345" fmla="*/ 398294 w 822241"/>
                <a:gd name="connsiteY345" fmla="*/ 38262 h 800315"/>
                <a:gd name="connsiteX346" fmla="*/ 394128 w 822241"/>
                <a:gd name="connsiteY346" fmla="*/ 38262 h 800315"/>
                <a:gd name="connsiteX347" fmla="*/ 391387 w 822241"/>
                <a:gd name="connsiteY347" fmla="*/ 38152 h 800315"/>
                <a:gd name="connsiteX348" fmla="*/ 390181 w 822241"/>
                <a:gd name="connsiteY348" fmla="*/ 37056 h 800315"/>
                <a:gd name="connsiteX349" fmla="*/ 389304 w 822241"/>
                <a:gd name="connsiteY349" fmla="*/ 35630 h 800315"/>
                <a:gd name="connsiteX350" fmla="*/ 388318 w 822241"/>
                <a:gd name="connsiteY350" fmla="*/ 35082 h 800315"/>
                <a:gd name="connsiteX351" fmla="*/ 386235 w 822241"/>
                <a:gd name="connsiteY351" fmla="*/ 36617 h 800315"/>
                <a:gd name="connsiteX352" fmla="*/ 381849 w 822241"/>
                <a:gd name="connsiteY352" fmla="*/ 44949 h 800315"/>
                <a:gd name="connsiteX353" fmla="*/ 379109 w 822241"/>
                <a:gd name="connsiteY353" fmla="*/ 55364 h 800315"/>
                <a:gd name="connsiteX354" fmla="*/ 377245 w 822241"/>
                <a:gd name="connsiteY354" fmla="*/ 66218 h 800315"/>
                <a:gd name="connsiteX355" fmla="*/ 375490 w 822241"/>
                <a:gd name="connsiteY355" fmla="*/ 75646 h 800315"/>
                <a:gd name="connsiteX356" fmla="*/ 372750 w 822241"/>
                <a:gd name="connsiteY356" fmla="*/ 87158 h 800315"/>
                <a:gd name="connsiteX357" fmla="*/ 370009 w 822241"/>
                <a:gd name="connsiteY357" fmla="*/ 98669 h 800315"/>
                <a:gd name="connsiteX358" fmla="*/ 367378 w 822241"/>
                <a:gd name="connsiteY358" fmla="*/ 110180 h 800315"/>
                <a:gd name="connsiteX359" fmla="*/ 364637 w 822241"/>
                <a:gd name="connsiteY359" fmla="*/ 121692 h 800315"/>
                <a:gd name="connsiteX360" fmla="*/ 364418 w 822241"/>
                <a:gd name="connsiteY360" fmla="*/ 122679 h 800315"/>
                <a:gd name="connsiteX361" fmla="*/ 364198 w 822241"/>
                <a:gd name="connsiteY361" fmla="*/ 123665 h 800315"/>
                <a:gd name="connsiteX362" fmla="*/ 364089 w 822241"/>
                <a:gd name="connsiteY362" fmla="*/ 124542 h 800315"/>
                <a:gd name="connsiteX363" fmla="*/ 363869 w 822241"/>
                <a:gd name="connsiteY363" fmla="*/ 125529 h 800315"/>
                <a:gd name="connsiteX364" fmla="*/ 362115 w 822241"/>
                <a:gd name="connsiteY364" fmla="*/ 123665 h 800315"/>
                <a:gd name="connsiteX365" fmla="*/ 360032 w 822241"/>
                <a:gd name="connsiteY365" fmla="*/ 119609 h 800315"/>
                <a:gd name="connsiteX366" fmla="*/ 358278 w 822241"/>
                <a:gd name="connsiteY366" fmla="*/ 114895 h 800315"/>
                <a:gd name="connsiteX367" fmla="*/ 357511 w 822241"/>
                <a:gd name="connsiteY367" fmla="*/ 110838 h 800315"/>
                <a:gd name="connsiteX368" fmla="*/ 356853 w 822241"/>
                <a:gd name="connsiteY368" fmla="*/ 106891 h 800315"/>
                <a:gd name="connsiteX369" fmla="*/ 356415 w 822241"/>
                <a:gd name="connsiteY369" fmla="*/ 102945 h 800315"/>
                <a:gd name="connsiteX370" fmla="*/ 355976 w 822241"/>
                <a:gd name="connsiteY370" fmla="*/ 98998 h 800315"/>
                <a:gd name="connsiteX371" fmla="*/ 355976 w 822241"/>
                <a:gd name="connsiteY371" fmla="*/ 94942 h 800315"/>
                <a:gd name="connsiteX372" fmla="*/ 356634 w 822241"/>
                <a:gd name="connsiteY372" fmla="*/ 90556 h 800315"/>
                <a:gd name="connsiteX373" fmla="*/ 358059 w 822241"/>
                <a:gd name="connsiteY373" fmla="*/ 87377 h 800315"/>
                <a:gd name="connsiteX374" fmla="*/ 359594 w 822241"/>
                <a:gd name="connsiteY374" fmla="*/ 84417 h 800315"/>
                <a:gd name="connsiteX375" fmla="*/ 361019 w 822241"/>
                <a:gd name="connsiteY375" fmla="*/ 80580 h 800315"/>
                <a:gd name="connsiteX376" fmla="*/ 361019 w 822241"/>
                <a:gd name="connsiteY376" fmla="*/ 76962 h 800315"/>
                <a:gd name="connsiteX377" fmla="*/ 360032 w 822241"/>
                <a:gd name="connsiteY377" fmla="*/ 73892 h 800315"/>
                <a:gd name="connsiteX378" fmla="*/ 358388 w 822241"/>
                <a:gd name="connsiteY378" fmla="*/ 70932 h 800315"/>
                <a:gd name="connsiteX379" fmla="*/ 356963 w 822241"/>
                <a:gd name="connsiteY379" fmla="*/ 67862 h 800315"/>
                <a:gd name="connsiteX380" fmla="*/ 356853 w 822241"/>
                <a:gd name="connsiteY380" fmla="*/ 64573 h 800315"/>
                <a:gd name="connsiteX381" fmla="*/ 358936 w 822241"/>
                <a:gd name="connsiteY381" fmla="*/ 62600 h 800315"/>
                <a:gd name="connsiteX382" fmla="*/ 361567 w 822241"/>
                <a:gd name="connsiteY382" fmla="*/ 61065 h 800315"/>
                <a:gd name="connsiteX383" fmla="*/ 363541 w 822241"/>
                <a:gd name="connsiteY383" fmla="*/ 59421 h 800315"/>
                <a:gd name="connsiteX384" fmla="*/ 364637 w 822241"/>
                <a:gd name="connsiteY384" fmla="*/ 56461 h 800315"/>
                <a:gd name="connsiteX385" fmla="*/ 364746 w 822241"/>
                <a:gd name="connsiteY385" fmla="*/ 53281 h 800315"/>
                <a:gd name="connsiteX386" fmla="*/ 364308 w 822241"/>
                <a:gd name="connsiteY386" fmla="*/ 50102 h 800315"/>
                <a:gd name="connsiteX387" fmla="*/ 363760 w 822241"/>
                <a:gd name="connsiteY387" fmla="*/ 46813 h 800315"/>
                <a:gd name="connsiteX388" fmla="*/ 363979 w 822241"/>
                <a:gd name="connsiteY388" fmla="*/ 43086 h 800315"/>
                <a:gd name="connsiteX389" fmla="*/ 365733 w 822241"/>
                <a:gd name="connsiteY389" fmla="*/ 40564 h 800315"/>
                <a:gd name="connsiteX390" fmla="*/ 368474 w 822241"/>
                <a:gd name="connsiteY390" fmla="*/ 38700 h 800315"/>
                <a:gd name="connsiteX391" fmla="*/ 371982 w 822241"/>
                <a:gd name="connsiteY391" fmla="*/ 36508 h 800315"/>
                <a:gd name="connsiteX392" fmla="*/ 375162 w 822241"/>
                <a:gd name="connsiteY392" fmla="*/ 31355 h 800315"/>
                <a:gd name="connsiteX393" fmla="*/ 376697 w 822241"/>
                <a:gd name="connsiteY393" fmla="*/ 23461 h 800315"/>
                <a:gd name="connsiteX394" fmla="*/ 377574 w 822241"/>
                <a:gd name="connsiteY394" fmla="*/ 14910 h 800315"/>
                <a:gd name="connsiteX395" fmla="*/ 378341 w 822241"/>
                <a:gd name="connsiteY395" fmla="*/ 7784 h 800315"/>
                <a:gd name="connsiteX396" fmla="*/ 368255 w 822241"/>
                <a:gd name="connsiteY396" fmla="*/ 5810 h 800315"/>
                <a:gd name="connsiteX397" fmla="*/ 358169 w 822241"/>
                <a:gd name="connsiteY397" fmla="*/ 3947 h 800315"/>
                <a:gd name="connsiteX398" fmla="*/ 348082 w 822241"/>
                <a:gd name="connsiteY398" fmla="*/ 1973 h 800315"/>
                <a:gd name="connsiteX399" fmla="*/ 337996 w 822241"/>
                <a:gd name="connsiteY399" fmla="*/ 0 h 800315"/>
                <a:gd name="connsiteX400" fmla="*/ 337777 w 822241"/>
                <a:gd name="connsiteY400" fmla="*/ 7565 h 800315"/>
                <a:gd name="connsiteX401" fmla="*/ 337448 w 822241"/>
                <a:gd name="connsiteY401" fmla="*/ 15239 h 800315"/>
                <a:gd name="connsiteX402" fmla="*/ 337119 w 822241"/>
                <a:gd name="connsiteY402" fmla="*/ 22804 h 800315"/>
                <a:gd name="connsiteX403" fmla="*/ 336790 w 822241"/>
                <a:gd name="connsiteY403" fmla="*/ 30478 h 800315"/>
                <a:gd name="connsiteX404" fmla="*/ 336352 w 822241"/>
                <a:gd name="connsiteY404" fmla="*/ 37056 h 800315"/>
                <a:gd name="connsiteX405" fmla="*/ 336352 w 822241"/>
                <a:gd name="connsiteY405" fmla="*/ 41880 h 800315"/>
                <a:gd name="connsiteX406" fmla="*/ 337887 w 822241"/>
                <a:gd name="connsiteY406" fmla="*/ 45717 h 800315"/>
                <a:gd name="connsiteX407" fmla="*/ 342272 w 822241"/>
                <a:gd name="connsiteY407" fmla="*/ 49663 h 800315"/>
                <a:gd name="connsiteX408" fmla="*/ 346986 w 822241"/>
                <a:gd name="connsiteY408" fmla="*/ 53281 h 800315"/>
                <a:gd name="connsiteX409" fmla="*/ 349069 w 822241"/>
                <a:gd name="connsiteY409" fmla="*/ 56132 h 800315"/>
                <a:gd name="connsiteX410" fmla="*/ 349289 w 822241"/>
                <a:gd name="connsiteY410" fmla="*/ 59750 h 800315"/>
                <a:gd name="connsiteX411" fmla="*/ 348192 w 822241"/>
                <a:gd name="connsiteY411" fmla="*/ 65670 h 800315"/>
                <a:gd name="connsiteX412" fmla="*/ 347425 w 822241"/>
                <a:gd name="connsiteY412" fmla="*/ 70055 h 800315"/>
                <a:gd name="connsiteX413" fmla="*/ 346548 w 822241"/>
                <a:gd name="connsiteY413" fmla="*/ 74440 h 800315"/>
                <a:gd name="connsiteX414" fmla="*/ 345780 w 822241"/>
                <a:gd name="connsiteY414" fmla="*/ 78935 h 800315"/>
                <a:gd name="connsiteX415" fmla="*/ 344903 w 822241"/>
                <a:gd name="connsiteY415" fmla="*/ 83321 h 800315"/>
                <a:gd name="connsiteX416" fmla="*/ 344136 w 822241"/>
                <a:gd name="connsiteY416" fmla="*/ 85294 h 800315"/>
                <a:gd name="connsiteX417" fmla="*/ 342820 w 822241"/>
                <a:gd name="connsiteY417" fmla="*/ 86281 h 800315"/>
                <a:gd name="connsiteX418" fmla="*/ 341066 w 822241"/>
                <a:gd name="connsiteY418" fmla="*/ 86829 h 800315"/>
                <a:gd name="connsiteX419" fmla="*/ 338764 w 822241"/>
                <a:gd name="connsiteY419" fmla="*/ 87377 h 800315"/>
                <a:gd name="connsiteX420" fmla="*/ 328897 w 822241"/>
                <a:gd name="connsiteY420" fmla="*/ 89131 h 800315"/>
                <a:gd name="connsiteX421" fmla="*/ 318701 w 822241"/>
                <a:gd name="connsiteY421" fmla="*/ 89789 h 800315"/>
                <a:gd name="connsiteX422" fmla="*/ 308724 w 822241"/>
                <a:gd name="connsiteY422" fmla="*/ 90775 h 800315"/>
                <a:gd name="connsiteX423" fmla="*/ 299296 w 822241"/>
                <a:gd name="connsiteY423" fmla="*/ 93955 h 800315"/>
                <a:gd name="connsiteX424" fmla="*/ 291841 w 822241"/>
                <a:gd name="connsiteY424" fmla="*/ 97353 h 800315"/>
                <a:gd name="connsiteX425" fmla="*/ 284496 w 822241"/>
                <a:gd name="connsiteY425" fmla="*/ 100533 h 800315"/>
                <a:gd name="connsiteX426" fmla="*/ 277041 w 822241"/>
                <a:gd name="connsiteY426" fmla="*/ 103822 h 800315"/>
                <a:gd name="connsiteX427" fmla="*/ 269695 w 822241"/>
                <a:gd name="connsiteY427" fmla="*/ 107549 h 800315"/>
                <a:gd name="connsiteX428" fmla="*/ 267174 w 822241"/>
                <a:gd name="connsiteY428" fmla="*/ 114566 h 800315"/>
                <a:gd name="connsiteX429" fmla="*/ 264652 w 822241"/>
                <a:gd name="connsiteY429" fmla="*/ 121582 h 800315"/>
                <a:gd name="connsiteX430" fmla="*/ 262131 w 822241"/>
                <a:gd name="connsiteY430" fmla="*/ 128489 h 800315"/>
                <a:gd name="connsiteX431" fmla="*/ 259609 w 822241"/>
                <a:gd name="connsiteY431" fmla="*/ 135505 h 800315"/>
                <a:gd name="connsiteX432" fmla="*/ 257197 w 822241"/>
                <a:gd name="connsiteY432" fmla="*/ 141426 h 800315"/>
                <a:gd name="connsiteX433" fmla="*/ 256211 w 822241"/>
                <a:gd name="connsiteY433" fmla="*/ 145372 h 800315"/>
                <a:gd name="connsiteX434" fmla="*/ 257307 w 822241"/>
                <a:gd name="connsiteY434" fmla="*/ 148771 h 800315"/>
                <a:gd name="connsiteX435" fmla="*/ 261363 w 822241"/>
                <a:gd name="connsiteY435" fmla="*/ 152827 h 800315"/>
                <a:gd name="connsiteX436" fmla="*/ 269367 w 822241"/>
                <a:gd name="connsiteY436" fmla="*/ 159734 h 800315"/>
                <a:gd name="connsiteX437" fmla="*/ 277041 w 822241"/>
                <a:gd name="connsiteY437" fmla="*/ 166641 h 800315"/>
                <a:gd name="connsiteX438" fmla="*/ 284715 w 822241"/>
                <a:gd name="connsiteY438" fmla="*/ 173767 h 800315"/>
                <a:gd name="connsiteX439" fmla="*/ 292170 w 822241"/>
                <a:gd name="connsiteY439" fmla="*/ 181113 h 800315"/>
                <a:gd name="connsiteX440" fmla="*/ 298309 w 822241"/>
                <a:gd name="connsiteY440" fmla="*/ 187800 h 800315"/>
                <a:gd name="connsiteX441" fmla="*/ 304230 w 822241"/>
                <a:gd name="connsiteY441" fmla="*/ 194597 h 800315"/>
                <a:gd name="connsiteX442" fmla="*/ 309821 w 822241"/>
                <a:gd name="connsiteY442" fmla="*/ 201614 h 800315"/>
                <a:gd name="connsiteX443" fmla="*/ 315302 w 822241"/>
                <a:gd name="connsiteY443" fmla="*/ 208959 h 800315"/>
                <a:gd name="connsiteX444" fmla="*/ 314535 w 822241"/>
                <a:gd name="connsiteY444" fmla="*/ 211919 h 800315"/>
                <a:gd name="connsiteX445" fmla="*/ 312342 w 822241"/>
                <a:gd name="connsiteY445" fmla="*/ 217839 h 800315"/>
                <a:gd name="connsiteX446" fmla="*/ 309821 w 822241"/>
                <a:gd name="connsiteY446" fmla="*/ 224088 h 800315"/>
                <a:gd name="connsiteX447" fmla="*/ 308286 w 822241"/>
                <a:gd name="connsiteY447" fmla="*/ 228035 h 800315"/>
                <a:gd name="connsiteX448" fmla="*/ 307299 w 822241"/>
                <a:gd name="connsiteY448" fmla="*/ 231434 h 800315"/>
                <a:gd name="connsiteX449" fmla="*/ 306313 w 822241"/>
                <a:gd name="connsiteY449" fmla="*/ 234723 h 800315"/>
                <a:gd name="connsiteX450" fmla="*/ 305545 w 822241"/>
                <a:gd name="connsiteY450" fmla="*/ 238121 h 800315"/>
                <a:gd name="connsiteX451" fmla="*/ 304997 w 822241"/>
                <a:gd name="connsiteY451" fmla="*/ 241630 h 800315"/>
                <a:gd name="connsiteX452" fmla="*/ 303572 w 822241"/>
                <a:gd name="connsiteY452" fmla="*/ 248536 h 800315"/>
                <a:gd name="connsiteX453" fmla="*/ 301050 w 822241"/>
                <a:gd name="connsiteY453" fmla="*/ 254237 h 800315"/>
                <a:gd name="connsiteX454" fmla="*/ 297652 w 822241"/>
                <a:gd name="connsiteY454" fmla="*/ 259500 h 800315"/>
                <a:gd name="connsiteX455" fmla="*/ 293266 w 822241"/>
                <a:gd name="connsiteY455" fmla="*/ 264872 h 800315"/>
                <a:gd name="connsiteX456" fmla="*/ 306203 w 822241"/>
                <a:gd name="connsiteY456" fmla="*/ 272875 h 800315"/>
                <a:gd name="connsiteX457" fmla="*/ 319249 w 822241"/>
                <a:gd name="connsiteY457" fmla="*/ 280549 h 800315"/>
                <a:gd name="connsiteX458" fmla="*/ 332295 w 822241"/>
                <a:gd name="connsiteY458" fmla="*/ 288114 h 800315"/>
                <a:gd name="connsiteX459" fmla="*/ 344136 w 822241"/>
                <a:gd name="connsiteY459" fmla="*/ 294472 h 800315"/>
                <a:gd name="connsiteX460" fmla="*/ 345670 w 822241"/>
                <a:gd name="connsiteY460" fmla="*/ 295240 h 800315"/>
                <a:gd name="connsiteX461" fmla="*/ 343259 w 822241"/>
                <a:gd name="connsiteY461" fmla="*/ 297323 h 800315"/>
                <a:gd name="connsiteX462" fmla="*/ 342162 w 822241"/>
                <a:gd name="connsiteY462" fmla="*/ 301160 h 800315"/>
                <a:gd name="connsiteX463" fmla="*/ 342053 w 822241"/>
                <a:gd name="connsiteY463" fmla="*/ 310040 h 800315"/>
                <a:gd name="connsiteX464" fmla="*/ 340956 w 822241"/>
                <a:gd name="connsiteY464" fmla="*/ 313658 h 800315"/>
                <a:gd name="connsiteX465" fmla="*/ 338106 w 822241"/>
                <a:gd name="connsiteY465" fmla="*/ 317166 h 800315"/>
                <a:gd name="connsiteX466" fmla="*/ 326923 w 822241"/>
                <a:gd name="connsiteY466" fmla="*/ 327801 h 800315"/>
                <a:gd name="connsiteX467" fmla="*/ 323086 w 822241"/>
                <a:gd name="connsiteY467" fmla="*/ 330103 h 800315"/>
                <a:gd name="connsiteX468" fmla="*/ 318482 w 822241"/>
                <a:gd name="connsiteY468" fmla="*/ 330980 h 800315"/>
                <a:gd name="connsiteX469" fmla="*/ 303133 w 822241"/>
                <a:gd name="connsiteY469" fmla="*/ 331199 h 800315"/>
                <a:gd name="connsiteX470" fmla="*/ 296117 w 822241"/>
                <a:gd name="connsiteY470" fmla="*/ 332295 h 800315"/>
                <a:gd name="connsiteX471" fmla="*/ 295020 w 822241"/>
                <a:gd name="connsiteY471" fmla="*/ 332295 h 800315"/>
                <a:gd name="connsiteX472" fmla="*/ 292389 w 822241"/>
                <a:gd name="connsiteY472" fmla="*/ 335913 h 800315"/>
                <a:gd name="connsiteX473" fmla="*/ 290525 w 822241"/>
                <a:gd name="connsiteY473" fmla="*/ 338435 h 800315"/>
                <a:gd name="connsiteX474" fmla="*/ 290964 w 822241"/>
                <a:gd name="connsiteY474" fmla="*/ 342272 h 800315"/>
                <a:gd name="connsiteX475" fmla="*/ 292499 w 822241"/>
                <a:gd name="connsiteY475" fmla="*/ 347315 h 800315"/>
                <a:gd name="connsiteX476" fmla="*/ 293376 w 822241"/>
                <a:gd name="connsiteY476" fmla="*/ 351042 h 800315"/>
                <a:gd name="connsiteX477" fmla="*/ 293924 w 822241"/>
                <a:gd name="connsiteY477" fmla="*/ 355099 h 800315"/>
                <a:gd name="connsiteX478" fmla="*/ 294253 w 822241"/>
                <a:gd name="connsiteY478" fmla="*/ 359265 h 800315"/>
                <a:gd name="connsiteX479" fmla="*/ 294582 w 822241"/>
                <a:gd name="connsiteY479" fmla="*/ 363102 h 800315"/>
                <a:gd name="connsiteX480" fmla="*/ 294582 w 822241"/>
                <a:gd name="connsiteY480" fmla="*/ 363869 h 800315"/>
                <a:gd name="connsiteX481" fmla="*/ 294582 w 822241"/>
                <a:gd name="connsiteY481" fmla="*/ 364747 h 800315"/>
                <a:gd name="connsiteX482" fmla="*/ 294472 w 822241"/>
                <a:gd name="connsiteY482" fmla="*/ 365514 h 800315"/>
                <a:gd name="connsiteX483" fmla="*/ 294472 w 822241"/>
                <a:gd name="connsiteY483" fmla="*/ 366391 h 800315"/>
                <a:gd name="connsiteX484" fmla="*/ 294034 w 822241"/>
                <a:gd name="connsiteY484" fmla="*/ 370886 h 800315"/>
                <a:gd name="connsiteX485" fmla="*/ 293705 w 822241"/>
                <a:gd name="connsiteY485" fmla="*/ 375381 h 800315"/>
                <a:gd name="connsiteX486" fmla="*/ 292828 w 822241"/>
                <a:gd name="connsiteY486" fmla="*/ 379766 h 800315"/>
                <a:gd name="connsiteX487" fmla="*/ 290745 w 822241"/>
                <a:gd name="connsiteY487" fmla="*/ 383603 h 800315"/>
                <a:gd name="connsiteX488" fmla="*/ 289758 w 822241"/>
                <a:gd name="connsiteY488" fmla="*/ 385577 h 800315"/>
                <a:gd name="connsiteX489" fmla="*/ 288771 w 822241"/>
                <a:gd name="connsiteY489" fmla="*/ 387550 h 800315"/>
                <a:gd name="connsiteX490" fmla="*/ 287675 w 822241"/>
                <a:gd name="connsiteY490" fmla="*/ 389523 h 800315"/>
                <a:gd name="connsiteX491" fmla="*/ 286579 w 822241"/>
                <a:gd name="connsiteY491" fmla="*/ 391497 h 800315"/>
                <a:gd name="connsiteX492" fmla="*/ 283509 w 822241"/>
                <a:gd name="connsiteY492" fmla="*/ 397417 h 800315"/>
                <a:gd name="connsiteX493" fmla="*/ 281316 w 822241"/>
                <a:gd name="connsiteY493" fmla="*/ 403008 h 800315"/>
                <a:gd name="connsiteX494" fmla="*/ 279891 w 822241"/>
                <a:gd name="connsiteY494" fmla="*/ 409038 h 800315"/>
                <a:gd name="connsiteX495" fmla="*/ 279014 w 822241"/>
                <a:gd name="connsiteY495" fmla="*/ 416054 h 800315"/>
                <a:gd name="connsiteX496" fmla="*/ 279014 w 822241"/>
                <a:gd name="connsiteY496" fmla="*/ 422742 h 800315"/>
                <a:gd name="connsiteX497" fmla="*/ 279014 w 822241"/>
                <a:gd name="connsiteY497" fmla="*/ 426031 h 800315"/>
                <a:gd name="connsiteX498" fmla="*/ 279233 w 822241"/>
                <a:gd name="connsiteY498" fmla="*/ 429429 h 800315"/>
                <a:gd name="connsiteX499" fmla="*/ 279343 w 822241"/>
                <a:gd name="connsiteY499" fmla="*/ 430855 h 800315"/>
                <a:gd name="connsiteX500" fmla="*/ 279233 w 822241"/>
                <a:gd name="connsiteY500" fmla="*/ 432390 h 800315"/>
                <a:gd name="connsiteX501" fmla="*/ 278904 w 822241"/>
                <a:gd name="connsiteY501" fmla="*/ 433815 h 800315"/>
                <a:gd name="connsiteX502" fmla="*/ 278466 w 822241"/>
                <a:gd name="connsiteY502" fmla="*/ 435240 h 800315"/>
                <a:gd name="connsiteX503" fmla="*/ 274410 w 822241"/>
                <a:gd name="connsiteY503" fmla="*/ 432609 h 800315"/>
                <a:gd name="connsiteX504" fmla="*/ 269586 w 822241"/>
                <a:gd name="connsiteY504" fmla="*/ 430197 h 800315"/>
                <a:gd name="connsiteX505" fmla="*/ 265200 w 822241"/>
                <a:gd name="connsiteY505" fmla="*/ 427675 h 800315"/>
                <a:gd name="connsiteX506" fmla="*/ 262789 w 822241"/>
                <a:gd name="connsiteY506" fmla="*/ 424496 h 800315"/>
                <a:gd name="connsiteX507" fmla="*/ 260267 w 822241"/>
                <a:gd name="connsiteY507" fmla="*/ 420220 h 800315"/>
                <a:gd name="connsiteX508" fmla="*/ 256430 w 822241"/>
                <a:gd name="connsiteY508" fmla="*/ 417041 h 800315"/>
                <a:gd name="connsiteX509" fmla="*/ 251935 w 822241"/>
                <a:gd name="connsiteY509" fmla="*/ 414519 h 800315"/>
                <a:gd name="connsiteX510" fmla="*/ 247550 w 822241"/>
                <a:gd name="connsiteY510" fmla="*/ 412217 h 800315"/>
                <a:gd name="connsiteX511" fmla="*/ 243603 w 822241"/>
                <a:gd name="connsiteY511" fmla="*/ 409586 h 800315"/>
                <a:gd name="connsiteX512" fmla="*/ 240533 w 822241"/>
                <a:gd name="connsiteY512" fmla="*/ 406736 h 800315"/>
                <a:gd name="connsiteX513" fmla="*/ 238012 w 822241"/>
                <a:gd name="connsiteY513" fmla="*/ 403337 h 800315"/>
                <a:gd name="connsiteX514" fmla="*/ 235600 w 822241"/>
                <a:gd name="connsiteY514" fmla="*/ 399061 h 800315"/>
                <a:gd name="connsiteX515" fmla="*/ 231653 w 822241"/>
                <a:gd name="connsiteY515" fmla="*/ 393580 h 800315"/>
                <a:gd name="connsiteX516" fmla="*/ 227597 w 822241"/>
                <a:gd name="connsiteY516" fmla="*/ 391278 h 800315"/>
                <a:gd name="connsiteX517" fmla="*/ 222773 w 822241"/>
                <a:gd name="connsiteY517" fmla="*/ 390729 h 800315"/>
                <a:gd name="connsiteX518" fmla="*/ 216853 w 822241"/>
                <a:gd name="connsiteY518" fmla="*/ 390839 h 800315"/>
                <a:gd name="connsiteX519" fmla="*/ 212358 w 822241"/>
                <a:gd name="connsiteY519" fmla="*/ 390181 h 800315"/>
                <a:gd name="connsiteX520" fmla="*/ 208740 w 822241"/>
                <a:gd name="connsiteY520" fmla="*/ 387989 h 800315"/>
                <a:gd name="connsiteX521" fmla="*/ 205560 w 822241"/>
                <a:gd name="connsiteY521" fmla="*/ 384919 h 800315"/>
                <a:gd name="connsiteX522" fmla="*/ 202381 w 822241"/>
                <a:gd name="connsiteY522" fmla="*/ 381520 h 800315"/>
                <a:gd name="connsiteX523" fmla="*/ 200737 w 822241"/>
                <a:gd name="connsiteY523" fmla="*/ 380205 h 800315"/>
                <a:gd name="connsiteX524" fmla="*/ 199092 w 822241"/>
                <a:gd name="connsiteY524" fmla="*/ 378779 h 800315"/>
                <a:gd name="connsiteX525" fmla="*/ 197557 w 822241"/>
                <a:gd name="connsiteY525" fmla="*/ 377245 h 800315"/>
                <a:gd name="connsiteX526" fmla="*/ 195913 w 822241"/>
                <a:gd name="connsiteY526" fmla="*/ 375819 h 800315"/>
                <a:gd name="connsiteX527" fmla="*/ 193172 w 822241"/>
                <a:gd name="connsiteY527" fmla="*/ 373407 h 800315"/>
                <a:gd name="connsiteX528" fmla="*/ 191308 w 822241"/>
                <a:gd name="connsiteY528" fmla="*/ 371982 h 800315"/>
                <a:gd name="connsiteX529" fmla="*/ 189116 w 822241"/>
                <a:gd name="connsiteY529" fmla="*/ 370995 h 800315"/>
                <a:gd name="connsiteX530" fmla="*/ 185279 w 822241"/>
                <a:gd name="connsiteY530" fmla="*/ 370009 h 800315"/>
                <a:gd name="connsiteX531" fmla="*/ 183415 w 822241"/>
                <a:gd name="connsiteY531" fmla="*/ 369790 h 800315"/>
                <a:gd name="connsiteX532" fmla="*/ 181441 w 822241"/>
                <a:gd name="connsiteY532" fmla="*/ 369680 h 800315"/>
                <a:gd name="connsiteX533" fmla="*/ 179468 w 822241"/>
                <a:gd name="connsiteY533" fmla="*/ 369790 h 800315"/>
                <a:gd name="connsiteX534" fmla="*/ 177604 w 822241"/>
                <a:gd name="connsiteY534" fmla="*/ 370338 h 800315"/>
                <a:gd name="connsiteX535" fmla="*/ 169163 w 822241"/>
                <a:gd name="connsiteY535" fmla="*/ 375929 h 800315"/>
                <a:gd name="connsiteX536" fmla="*/ 161159 w 822241"/>
                <a:gd name="connsiteY536" fmla="*/ 382836 h 800315"/>
                <a:gd name="connsiteX537" fmla="*/ 152608 w 822241"/>
                <a:gd name="connsiteY537" fmla="*/ 388427 h 800315"/>
                <a:gd name="connsiteX538" fmla="*/ 142741 w 822241"/>
                <a:gd name="connsiteY538" fmla="*/ 390181 h 800315"/>
                <a:gd name="connsiteX539" fmla="*/ 140987 w 822241"/>
                <a:gd name="connsiteY539" fmla="*/ 389852 h 800315"/>
                <a:gd name="connsiteX540" fmla="*/ 138904 w 822241"/>
                <a:gd name="connsiteY540" fmla="*/ 389523 h 800315"/>
                <a:gd name="connsiteX541" fmla="*/ 136821 w 822241"/>
                <a:gd name="connsiteY541" fmla="*/ 389304 h 800315"/>
                <a:gd name="connsiteX542" fmla="*/ 135177 w 822241"/>
                <a:gd name="connsiteY542" fmla="*/ 389743 h 800315"/>
                <a:gd name="connsiteX543" fmla="*/ 134190 w 822241"/>
                <a:gd name="connsiteY543" fmla="*/ 390400 h 800315"/>
                <a:gd name="connsiteX544" fmla="*/ 133313 w 822241"/>
                <a:gd name="connsiteY544" fmla="*/ 391058 h 800315"/>
                <a:gd name="connsiteX545" fmla="*/ 132326 w 822241"/>
                <a:gd name="connsiteY545" fmla="*/ 391497 h 800315"/>
                <a:gd name="connsiteX546" fmla="*/ 131120 w 822241"/>
                <a:gd name="connsiteY546" fmla="*/ 391387 h 800315"/>
                <a:gd name="connsiteX547" fmla="*/ 130353 w 822241"/>
                <a:gd name="connsiteY547" fmla="*/ 390291 h 800315"/>
                <a:gd name="connsiteX548" fmla="*/ 130024 w 822241"/>
                <a:gd name="connsiteY548" fmla="*/ 388537 h 800315"/>
                <a:gd name="connsiteX549" fmla="*/ 129037 w 822241"/>
                <a:gd name="connsiteY549" fmla="*/ 387221 h 800315"/>
                <a:gd name="connsiteX550" fmla="*/ 126406 w 822241"/>
                <a:gd name="connsiteY550" fmla="*/ 387221 h 800315"/>
                <a:gd name="connsiteX551" fmla="*/ 119061 w 822241"/>
                <a:gd name="connsiteY551" fmla="*/ 391168 h 800315"/>
                <a:gd name="connsiteX552" fmla="*/ 112812 w 822241"/>
                <a:gd name="connsiteY552" fmla="*/ 396978 h 800315"/>
                <a:gd name="connsiteX553" fmla="*/ 107549 w 822241"/>
                <a:gd name="connsiteY553" fmla="*/ 403885 h 800315"/>
                <a:gd name="connsiteX554" fmla="*/ 103164 w 822241"/>
                <a:gd name="connsiteY554" fmla="*/ 411121 h 800315"/>
                <a:gd name="connsiteX555" fmla="*/ 98888 w 822241"/>
                <a:gd name="connsiteY555" fmla="*/ 417808 h 800315"/>
                <a:gd name="connsiteX556" fmla="*/ 93845 w 822241"/>
                <a:gd name="connsiteY556" fmla="*/ 424058 h 800315"/>
                <a:gd name="connsiteX557" fmla="*/ 89022 w 822241"/>
                <a:gd name="connsiteY557" fmla="*/ 430307 h 800315"/>
                <a:gd name="connsiteX558" fmla="*/ 85075 w 822241"/>
                <a:gd name="connsiteY558" fmla="*/ 437104 h 800315"/>
                <a:gd name="connsiteX559" fmla="*/ 82882 w 822241"/>
                <a:gd name="connsiteY559" fmla="*/ 438968 h 800315"/>
                <a:gd name="connsiteX560" fmla="*/ 80360 w 822241"/>
                <a:gd name="connsiteY560" fmla="*/ 439954 h 800315"/>
                <a:gd name="connsiteX561" fmla="*/ 81786 w 822241"/>
                <a:gd name="connsiteY561" fmla="*/ 443134 h 800315"/>
                <a:gd name="connsiteX562" fmla="*/ 87706 w 822241"/>
                <a:gd name="connsiteY562" fmla="*/ 446094 h 800315"/>
                <a:gd name="connsiteX563" fmla="*/ 91543 w 822241"/>
                <a:gd name="connsiteY563" fmla="*/ 450260 h 800315"/>
                <a:gd name="connsiteX564" fmla="*/ 90995 w 822241"/>
                <a:gd name="connsiteY564" fmla="*/ 457276 h 800315"/>
                <a:gd name="connsiteX565" fmla="*/ 89679 w 822241"/>
                <a:gd name="connsiteY565" fmla="*/ 461223 h 800315"/>
                <a:gd name="connsiteX566" fmla="*/ 87377 w 822241"/>
                <a:gd name="connsiteY566" fmla="*/ 463964 h 800315"/>
                <a:gd name="connsiteX567" fmla="*/ 85075 w 822241"/>
                <a:gd name="connsiteY567" fmla="*/ 466705 h 800315"/>
                <a:gd name="connsiteX568" fmla="*/ 81128 w 822241"/>
                <a:gd name="connsiteY568" fmla="*/ 468349 h 800315"/>
                <a:gd name="connsiteX569" fmla="*/ 78387 w 822241"/>
                <a:gd name="connsiteY569" fmla="*/ 472076 h 800315"/>
                <a:gd name="connsiteX570" fmla="*/ 72906 w 822241"/>
                <a:gd name="connsiteY570" fmla="*/ 475914 h 800315"/>
                <a:gd name="connsiteX571" fmla="*/ 66766 w 822241"/>
                <a:gd name="connsiteY571" fmla="*/ 476133 h 800315"/>
                <a:gd name="connsiteX572" fmla="*/ 53062 w 822241"/>
                <a:gd name="connsiteY572" fmla="*/ 477558 h 800315"/>
                <a:gd name="connsiteX573" fmla="*/ 49773 w 822241"/>
                <a:gd name="connsiteY573" fmla="*/ 479531 h 800315"/>
                <a:gd name="connsiteX574" fmla="*/ 46923 w 822241"/>
                <a:gd name="connsiteY574" fmla="*/ 480299 h 800315"/>
                <a:gd name="connsiteX575" fmla="*/ 33109 w 822241"/>
                <a:gd name="connsiteY575" fmla="*/ 480189 h 800315"/>
                <a:gd name="connsiteX576" fmla="*/ 24229 w 822241"/>
                <a:gd name="connsiteY576" fmla="*/ 481286 h 800315"/>
                <a:gd name="connsiteX577" fmla="*/ 3070 w 822241"/>
                <a:gd name="connsiteY577" fmla="*/ 494661 h 800315"/>
                <a:gd name="connsiteX578" fmla="*/ 0 w 822241"/>
                <a:gd name="connsiteY578" fmla="*/ 498169 h 800315"/>
                <a:gd name="connsiteX579" fmla="*/ 1645 w 822241"/>
                <a:gd name="connsiteY579" fmla="*/ 502773 h 800315"/>
                <a:gd name="connsiteX580" fmla="*/ 4605 w 822241"/>
                <a:gd name="connsiteY580" fmla="*/ 509571 h 800315"/>
                <a:gd name="connsiteX581" fmla="*/ 8551 w 822241"/>
                <a:gd name="connsiteY581" fmla="*/ 517793 h 800315"/>
                <a:gd name="connsiteX582" fmla="*/ 13814 w 822241"/>
                <a:gd name="connsiteY582" fmla="*/ 520534 h 800315"/>
                <a:gd name="connsiteX583" fmla="*/ 17761 w 822241"/>
                <a:gd name="connsiteY583" fmla="*/ 526235 h 800315"/>
                <a:gd name="connsiteX584" fmla="*/ 20830 w 822241"/>
                <a:gd name="connsiteY584" fmla="*/ 531936 h 800315"/>
                <a:gd name="connsiteX585" fmla="*/ 22584 w 822241"/>
                <a:gd name="connsiteY585" fmla="*/ 533580 h 800315"/>
                <a:gd name="connsiteX586" fmla="*/ 25983 w 822241"/>
                <a:gd name="connsiteY586" fmla="*/ 535663 h 800315"/>
                <a:gd name="connsiteX587" fmla="*/ 27518 w 822241"/>
                <a:gd name="connsiteY587" fmla="*/ 537637 h 800315"/>
                <a:gd name="connsiteX588" fmla="*/ 28724 w 822241"/>
                <a:gd name="connsiteY588" fmla="*/ 541145 h 800315"/>
                <a:gd name="connsiteX589" fmla="*/ 30259 w 822241"/>
                <a:gd name="connsiteY589" fmla="*/ 554849 h 800315"/>
                <a:gd name="connsiteX590" fmla="*/ 30259 w 822241"/>
                <a:gd name="connsiteY590" fmla="*/ 564058 h 800315"/>
                <a:gd name="connsiteX591" fmla="*/ 30697 w 822241"/>
                <a:gd name="connsiteY591" fmla="*/ 566360 h 800315"/>
                <a:gd name="connsiteX592" fmla="*/ 32451 w 822241"/>
                <a:gd name="connsiteY592" fmla="*/ 570307 h 800315"/>
                <a:gd name="connsiteX593" fmla="*/ 32890 w 822241"/>
                <a:gd name="connsiteY593" fmla="*/ 572609 h 800315"/>
                <a:gd name="connsiteX594" fmla="*/ 34096 w 822241"/>
                <a:gd name="connsiteY594" fmla="*/ 576446 h 800315"/>
                <a:gd name="connsiteX595" fmla="*/ 45717 w 822241"/>
                <a:gd name="connsiteY595" fmla="*/ 593439 h 800315"/>
                <a:gd name="connsiteX596" fmla="*/ 50650 w 822241"/>
                <a:gd name="connsiteY596" fmla="*/ 602648 h 800315"/>
                <a:gd name="connsiteX597" fmla="*/ 53281 w 822241"/>
                <a:gd name="connsiteY597" fmla="*/ 606157 h 800315"/>
                <a:gd name="connsiteX598" fmla="*/ 58982 w 822241"/>
                <a:gd name="connsiteY598" fmla="*/ 611200 h 800315"/>
                <a:gd name="connsiteX599" fmla="*/ 61175 w 822241"/>
                <a:gd name="connsiteY599" fmla="*/ 613941 h 800315"/>
                <a:gd name="connsiteX600" fmla="*/ 62490 w 822241"/>
                <a:gd name="connsiteY600" fmla="*/ 617668 h 800315"/>
                <a:gd name="connsiteX601" fmla="*/ 68411 w 822241"/>
                <a:gd name="connsiteY601" fmla="*/ 623917 h 800315"/>
                <a:gd name="connsiteX602" fmla="*/ 78935 w 822241"/>
                <a:gd name="connsiteY602" fmla="*/ 641787 h 800315"/>
                <a:gd name="connsiteX603" fmla="*/ 88254 w 822241"/>
                <a:gd name="connsiteY603" fmla="*/ 652641 h 800315"/>
                <a:gd name="connsiteX604" fmla="*/ 100314 w 822241"/>
                <a:gd name="connsiteY604" fmla="*/ 663275 h 800315"/>
                <a:gd name="connsiteX605" fmla="*/ 104041 w 822241"/>
                <a:gd name="connsiteY605" fmla="*/ 665906 h 800315"/>
                <a:gd name="connsiteX606" fmla="*/ 107769 w 822241"/>
                <a:gd name="connsiteY606" fmla="*/ 669743 h 800315"/>
                <a:gd name="connsiteX607" fmla="*/ 109523 w 822241"/>
                <a:gd name="connsiteY607" fmla="*/ 669963 h 800315"/>
                <a:gd name="connsiteX608" fmla="*/ 112044 w 822241"/>
                <a:gd name="connsiteY608" fmla="*/ 669195 h 800315"/>
                <a:gd name="connsiteX609" fmla="*/ 114675 w 822241"/>
                <a:gd name="connsiteY609" fmla="*/ 669414 h 800315"/>
                <a:gd name="connsiteX610" fmla="*/ 120376 w 822241"/>
                <a:gd name="connsiteY610" fmla="*/ 674457 h 800315"/>
                <a:gd name="connsiteX611" fmla="*/ 120705 w 822241"/>
                <a:gd name="connsiteY611" fmla="*/ 685969 h 800315"/>
                <a:gd name="connsiteX612" fmla="*/ 121692 w 822241"/>
                <a:gd name="connsiteY612" fmla="*/ 687285 h 800315"/>
                <a:gd name="connsiteX613" fmla="*/ 123117 w 822241"/>
                <a:gd name="connsiteY613" fmla="*/ 688600 h 800315"/>
                <a:gd name="connsiteX614" fmla="*/ 124213 w 822241"/>
                <a:gd name="connsiteY614" fmla="*/ 690245 h 800315"/>
                <a:gd name="connsiteX615" fmla="*/ 124762 w 822241"/>
                <a:gd name="connsiteY615" fmla="*/ 692437 h 800315"/>
                <a:gd name="connsiteX616" fmla="*/ 123775 w 822241"/>
                <a:gd name="connsiteY616" fmla="*/ 696275 h 800315"/>
                <a:gd name="connsiteX617" fmla="*/ 123884 w 822241"/>
                <a:gd name="connsiteY617" fmla="*/ 698029 h 800315"/>
                <a:gd name="connsiteX618" fmla="*/ 129914 w 822241"/>
                <a:gd name="connsiteY618" fmla="*/ 700550 h 800315"/>
                <a:gd name="connsiteX619" fmla="*/ 131997 w 822241"/>
                <a:gd name="connsiteY619" fmla="*/ 704826 h 800315"/>
                <a:gd name="connsiteX620" fmla="*/ 134300 w 822241"/>
                <a:gd name="connsiteY620" fmla="*/ 714473 h 800315"/>
                <a:gd name="connsiteX621" fmla="*/ 138904 w 822241"/>
                <a:gd name="connsiteY621" fmla="*/ 719955 h 800315"/>
                <a:gd name="connsiteX622" fmla="*/ 146030 w 822241"/>
                <a:gd name="connsiteY622" fmla="*/ 724998 h 800315"/>
                <a:gd name="connsiteX623" fmla="*/ 161269 w 822241"/>
                <a:gd name="connsiteY623" fmla="*/ 733001 h 800315"/>
                <a:gd name="connsiteX624" fmla="*/ 162804 w 822241"/>
                <a:gd name="connsiteY624" fmla="*/ 731137 h 800315"/>
                <a:gd name="connsiteX625" fmla="*/ 164010 w 822241"/>
                <a:gd name="connsiteY625" fmla="*/ 730809 h 800315"/>
                <a:gd name="connsiteX626" fmla="*/ 165435 w 822241"/>
                <a:gd name="connsiteY626" fmla="*/ 731247 h 800315"/>
                <a:gd name="connsiteX627" fmla="*/ 167299 w 822241"/>
                <a:gd name="connsiteY627" fmla="*/ 731466 h 800315"/>
                <a:gd name="connsiteX628" fmla="*/ 168834 w 822241"/>
                <a:gd name="connsiteY628" fmla="*/ 731137 h 800315"/>
                <a:gd name="connsiteX629" fmla="*/ 172013 w 822241"/>
                <a:gd name="connsiteY629" fmla="*/ 729274 h 800315"/>
                <a:gd name="connsiteX630" fmla="*/ 173987 w 822241"/>
                <a:gd name="connsiteY630" fmla="*/ 728835 h 800315"/>
                <a:gd name="connsiteX631" fmla="*/ 176837 w 822241"/>
                <a:gd name="connsiteY631" fmla="*/ 729822 h 800315"/>
                <a:gd name="connsiteX632" fmla="*/ 177275 w 822241"/>
                <a:gd name="connsiteY632" fmla="*/ 732234 h 800315"/>
                <a:gd name="connsiteX633" fmla="*/ 176179 w 822241"/>
                <a:gd name="connsiteY633" fmla="*/ 737825 h 800315"/>
                <a:gd name="connsiteX634" fmla="*/ 175740 w 822241"/>
                <a:gd name="connsiteY634" fmla="*/ 743416 h 800315"/>
                <a:gd name="connsiteX635" fmla="*/ 177166 w 822241"/>
                <a:gd name="connsiteY635" fmla="*/ 744403 h 800315"/>
                <a:gd name="connsiteX636" fmla="*/ 181441 w 822241"/>
                <a:gd name="connsiteY636" fmla="*/ 744293 h 800315"/>
                <a:gd name="connsiteX637" fmla="*/ 186813 w 822241"/>
                <a:gd name="connsiteY637" fmla="*/ 742978 h 800315"/>
                <a:gd name="connsiteX638" fmla="*/ 188129 w 822241"/>
                <a:gd name="connsiteY638" fmla="*/ 742868 h 800315"/>
                <a:gd name="connsiteX639" fmla="*/ 190212 w 822241"/>
                <a:gd name="connsiteY639" fmla="*/ 743526 h 800315"/>
                <a:gd name="connsiteX640" fmla="*/ 190650 w 822241"/>
                <a:gd name="connsiteY640" fmla="*/ 744513 h 800315"/>
                <a:gd name="connsiteX641" fmla="*/ 190870 w 822241"/>
                <a:gd name="connsiteY641" fmla="*/ 745718 h 800315"/>
                <a:gd name="connsiteX642" fmla="*/ 192295 w 822241"/>
                <a:gd name="connsiteY642" fmla="*/ 747144 h 800315"/>
                <a:gd name="connsiteX643" fmla="*/ 194597 w 822241"/>
                <a:gd name="connsiteY643" fmla="*/ 747582 h 800315"/>
                <a:gd name="connsiteX644" fmla="*/ 196790 w 822241"/>
                <a:gd name="connsiteY644" fmla="*/ 747363 h 800315"/>
                <a:gd name="connsiteX645" fmla="*/ 198434 w 822241"/>
                <a:gd name="connsiteY645" fmla="*/ 747911 h 800315"/>
                <a:gd name="connsiteX646" fmla="*/ 198983 w 822241"/>
                <a:gd name="connsiteY646" fmla="*/ 750652 h 800315"/>
                <a:gd name="connsiteX647" fmla="*/ 199969 w 822241"/>
                <a:gd name="connsiteY647" fmla="*/ 752845 h 800315"/>
                <a:gd name="connsiteX648" fmla="*/ 202162 w 822241"/>
                <a:gd name="connsiteY648" fmla="*/ 754379 h 800315"/>
                <a:gd name="connsiteX649" fmla="*/ 209398 w 822241"/>
                <a:gd name="connsiteY649" fmla="*/ 757888 h 800315"/>
                <a:gd name="connsiteX650" fmla="*/ 217949 w 822241"/>
                <a:gd name="connsiteY650" fmla="*/ 759971 h 800315"/>
                <a:gd name="connsiteX651" fmla="*/ 217949 w 822241"/>
                <a:gd name="connsiteY651" fmla="*/ 759971 h 800315"/>
                <a:gd name="connsiteX652" fmla="*/ 218059 w 822241"/>
                <a:gd name="connsiteY652" fmla="*/ 755147 h 800315"/>
                <a:gd name="connsiteX653" fmla="*/ 220251 w 822241"/>
                <a:gd name="connsiteY653" fmla="*/ 752406 h 800315"/>
                <a:gd name="connsiteX654" fmla="*/ 223321 w 822241"/>
                <a:gd name="connsiteY654" fmla="*/ 750213 h 800315"/>
                <a:gd name="connsiteX655" fmla="*/ 226171 w 822241"/>
                <a:gd name="connsiteY655" fmla="*/ 746815 h 800315"/>
                <a:gd name="connsiteX656" fmla="*/ 228035 w 822241"/>
                <a:gd name="connsiteY656" fmla="*/ 742101 h 800315"/>
                <a:gd name="connsiteX657" fmla="*/ 229022 w 822241"/>
                <a:gd name="connsiteY657" fmla="*/ 739360 h 800315"/>
                <a:gd name="connsiteX658" fmla="*/ 231105 w 822241"/>
                <a:gd name="connsiteY658" fmla="*/ 738373 h 800315"/>
                <a:gd name="connsiteX659" fmla="*/ 236367 w 822241"/>
                <a:gd name="connsiteY659" fmla="*/ 739250 h 800315"/>
                <a:gd name="connsiteX660" fmla="*/ 237902 w 822241"/>
                <a:gd name="connsiteY660" fmla="*/ 740347 h 800315"/>
                <a:gd name="connsiteX661" fmla="*/ 239437 w 822241"/>
                <a:gd name="connsiteY661" fmla="*/ 742210 h 800315"/>
                <a:gd name="connsiteX662" fmla="*/ 241081 w 822241"/>
                <a:gd name="connsiteY662" fmla="*/ 743307 h 800315"/>
                <a:gd name="connsiteX663" fmla="*/ 242836 w 822241"/>
                <a:gd name="connsiteY663" fmla="*/ 742430 h 800315"/>
                <a:gd name="connsiteX664" fmla="*/ 243384 w 822241"/>
                <a:gd name="connsiteY664" fmla="*/ 741114 h 800315"/>
                <a:gd name="connsiteX665" fmla="*/ 243384 w 822241"/>
                <a:gd name="connsiteY665" fmla="*/ 739579 h 800315"/>
                <a:gd name="connsiteX666" fmla="*/ 243274 w 822241"/>
                <a:gd name="connsiteY666" fmla="*/ 738044 h 800315"/>
                <a:gd name="connsiteX667" fmla="*/ 243603 w 822241"/>
                <a:gd name="connsiteY667" fmla="*/ 736729 h 800315"/>
                <a:gd name="connsiteX668" fmla="*/ 244699 w 822241"/>
                <a:gd name="connsiteY668" fmla="*/ 735523 h 800315"/>
                <a:gd name="connsiteX669" fmla="*/ 246234 w 822241"/>
                <a:gd name="connsiteY669" fmla="*/ 734426 h 800315"/>
                <a:gd name="connsiteX670" fmla="*/ 247879 w 822241"/>
                <a:gd name="connsiteY670" fmla="*/ 733549 h 800315"/>
                <a:gd name="connsiteX671" fmla="*/ 249304 w 822241"/>
                <a:gd name="connsiteY671" fmla="*/ 732563 h 800315"/>
                <a:gd name="connsiteX672" fmla="*/ 251825 w 822241"/>
                <a:gd name="connsiteY672" fmla="*/ 731247 h 800315"/>
                <a:gd name="connsiteX673" fmla="*/ 253579 w 822241"/>
                <a:gd name="connsiteY673" fmla="*/ 731685 h 800315"/>
                <a:gd name="connsiteX674" fmla="*/ 255005 w 822241"/>
                <a:gd name="connsiteY674" fmla="*/ 733111 h 800315"/>
                <a:gd name="connsiteX675" fmla="*/ 256759 w 822241"/>
                <a:gd name="connsiteY675" fmla="*/ 734646 h 800315"/>
                <a:gd name="connsiteX676" fmla="*/ 258951 w 822241"/>
                <a:gd name="connsiteY676" fmla="*/ 734865 h 800315"/>
                <a:gd name="connsiteX677" fmla="*/ 261583 w 822241"/>
                <a:gd name="connsiteY677" fmla="*/ 734097 h 800315"/>
                <a:gd name="connsiteX678" fmla="*/ 264323 w 822241"/>
                <a:gd name="connsiteY678" fmla="*/ 733111 h 800315"/>
                <a:gd name="connsiteX679" fmla="*/ 266735 w 822241"/>
                <a:gd name="connsiteY679" fmla="*/ 732563 h 800315"/>
                <a:gd name="connsiteX680" fmla="*/ 268709 w 822241"/>
                <a:gd name="connsiteY680" fmla="*/ 732344 h 800315"/>
                <a:gd name="connsiteX681" fmla="*/ 270682 w 822241"/>
                <a:gd name="connsiteY681" fmla="*/ 731905 h 800315"/>
                <a:gd name="connsiteX682" fmla="*/ 272546 w 822241"/>
                <a:gd name="connsiteY682" fmla="*/ 731357 h 800315"/>
                <a:gd name="connsiteX683" fmla="*/ 274300 w 822241"/>
                <a:gd name="connsiteY683" fmla="*/ 730480 h 800315"/>
                <a:gd name="connsiteX684" fmla="*/ 277808 w 822241"/>
                <a:gd name="connsiteY684" fmla="*/ 727739 h 800315"/>
                <a:gd name="connsiteX685" fmla="*/ 280988 w 822241"/>
                <a:gd name="connsiteY685" fmla="*/ 725656 h 800315"/>
                <a:gd name="connsiteX686" fmla="*/ 284605 w 822241"/>
                <a:gd name="connsiteY686" fmla="*/ 724450 h 800315"/>
                <a:gd name="connsiteX687" fmla="*/ 288881 w 822241"/>
                <a:gd name="connsiteY687" fmla="*/ 724779 h 800315"/>
                <a:gd name="connsiteX688" fmla="*/ 292499 w 822241"/>
                <a:gd name="connsiteY688" fmla="*/ 724450 h 800315"/>
                <a:gd name="connsiteX689" fmla="*/ 294472 w 822241"/>
                <a:gd name="connsiteY689" fmla="*/ 722148 h 800315"/>
                <a:gd name="connsiteX690" fmla="*/ 295788 w 822241"/>
                <a:gd name="connsiteY690" fmla="*/ 718530 h 800315"/>
                <a:gd name="connsiteX691" fmla="*/ 297213 w 822241"/>
                <a:gd name="connsiteY691" fmla="*/ 714254 h 800315"/>
                <a:gd name="connsiteX692" fmla="*/ 299515 w 822241"/>
                <a:gd name="connsiteY692" fmla="*/ 711404 h 800315"/>
                <a:gd name="connsiteX693" fmla="*/ 302366 w 822241"/>
                <a:gd name="connsiteY693" fmla="*/ 709979 h 800315"/>
                <a:gd name="connsiteX694" fmla="*/ 304778 w 822241"/>
                <a:gd name="connsiteY694" fmla="*/ 708334 h 800315"/>
                <a:gd name="connsiteX695" fmla="*/ 305874 w 822241"/>
                <a:gd name="connsiteY695" fmla="*/ 704497 h 800315"/>
                <a:gd name="connsiteX696" fmla="*/ 306422 w 822241"/>
                <a:gd name="connsiteY696" fmla="*/ 699454 h 800315"/>
                <a:gd name="connsiteX697" fmla="*/ 308067 w 822241"/>
                <a:gd name="connsiteY697" fmla="*/ 695946 h 800315"/>
                <a:gd name="connsiteX698" fmla="*/ 310588 w 822241"/>
                <a:gd name="connsiteY698" fmla="*/ 692876 h 800315"/>
                <a:gd name="connsiteX699" fmla="*/ 314206 w 822241"/>
                <a:gd name="connsiteY699" fmla="*/ 689258 h 800315"/>
                <a:gd name="connsiteX700" fmla="*/ 316618 w 822241"/>
                <a:gd name="connsiteY700" fmla="*/ 686846 h 800315"/>
                <a:gd name="connsiteX701" fmla="*/ 319030 w 822241"/>
                <a:gd name="connsiteY701" fmla="*/ 684325 h 800315"/>
                <a:gd name="connsiteX702" fmla="*/ 321332 w 822241"/>
                <a:gd name="connsiteY702" fmla="*/ 681913 h 800315"/>
                <a:gd name="connsiteX703" fmla="*/ 323744 w 822241"/>
                <a:gd name="connsiteY703" fmla="*/ 679501 h 800315"/>
                <a:gd name="connsiteX704" fmla="*/ 323964 w 822241"/>
                <a:gd name="connsiteY704" fmla="*/ 680268 h 800315"/>
                <a:gd name="connsiteX705" fmla="*/ 324292 w 822241"/>
                <a:gd name="connsiteY705" fmla="*/ 681145 h 800315"/>
                <a:gd name="connsiteX706" fmla="*/ 324621 w 822241"/>
                <a:gd name="connsiteY706" fmla="*/ 682022 h 800315"/>
                <a:gd name="connsiteX707" fmla="*/ 324731 w 822241"/>
                <a:gd name="connsiteY707" fmla="*/ 682790 h 800315"/>
                <a:gd name="connsiteX708" fmla="*/ 324950 w 822241"/>
                <a:gd name="connsiteY708" fmla="*/ 683996 h 800315"/>
                <a:gd name="connsiteX709" fmla="*/ 325279 w 822241"/>
                <a:gd name="connsiteY709" fmla="*/ 684982 h 800315"/>
                <a:gd name="connsiteX710" fmla="*/ 325388 w 822241"/>
                <a:gd name="connsiteY710" fmla="*/ 685750 h 800315"/>
                <a:gd name="connsiteX711" fmla="*/ 324731 w 822241"/>
                <a:gd name="connsiteY711" fmla="*/ 686737 h 800315"/>
                <a:gd name="connsiteX712" fmla="*/ 329774 w 822241"/>
                <a:gd name="connsiteY712" fmla="*/ 689806 h 800315"/>
                <a:gd name="connsiteX713" fmla="*/ 335036 w 822241"/>
                <a:gd name="connsiteY713" fmla="*/ 692656 h 800315"/>
                <a:gd name="connsiteX714" fmla="*/ 340299 w 822241"/>
                <a:gd name="connsiteY714" fmla="*/ 695397 h 800315"/>
                <a:gd name="connsiteX715" fmla="*/ 345232 w 822241"/>
                <a:gd name="connsiteY715" fmla="*/ 698686 h 800315"/>
                <a:gd name="connsiteX716" fmla="*/ 348411 w 822241"/>
                <a:gd name="connsiteY716" fmla="*/ 700660 h 800315"/>
                <a:gd name="connsiteX717" fmla="*/ 352248 w 822241"/>
                <a:gd name="connsiteY717" fmla="*/ 702414 h 800315"/>
                <a:gd name="connsiteX718" fmla="*/ 356195 w 822241"/>
                <a:gd name="connsiteY718" fmla="*/ 703949 h 800315"/>
                <a:gd name="connsiteX719" fmla="*/ 359703 w 822241"/>
                <a:gd name="connsiteY719" fmla="*/ 705264 h 800315"/>
                <a:gd name="connsiteX720" fmla="*/ 363979 w 822241"/>
                <a:gd name="connsiteY720" fmla="*/ 707128 h 800315"/>
                <a:gd name="connsiteX721" fmla="*/ 367487 w 822241"/>
                <a:gd name="connsiteY721" fmla="*/ 708444 h 800315"/>
                <a:gd name="connsiteX722" fmla="*/ 370667 w 822241"/>
                <a:gd name="connsiteY722" fmla="*/ 707786 h 800315"/>
                <a:gd name="connsiteX723" fmla="*/ 373846 w 822241"/>
                <a:gd name="connsiteY723" fmla="*/ 703401 h 800315"/>
                <a:gd name="connsiteX724" fmla="*/ 376587 w 822241"/>
                <a:gd name="connsiteY724" fmla="*/ 702633 h 800315"/>
                <a:gd name="connsiteX725" fmla="*/ 379437 w 822241"/>
                <a:gd name="connsiteY725" fmla="*/ 702524 h 800315"/>
                <a:gd name="connsiteX726" fmla="*/ 382288 w 822241"/>
                <a:gd name="connsiteY726" fmla="*/ 702524 h 800315"/>
                <a:gd name="connsiteX727" fmla="*/ 385138 w 822241"/>
                <a:gd name="connsiteY727" fmla="*/ 702414 h 800315"/>
                <a:gd name="connsiteX728" fmla="*/ 390510 w 822241"/>
                <a:gd name="connsiteY728" fmla="*/ 699454 h 800315"/>
                <a:gd name="connsiteX729" fmla="*/ 394786 w 822241"/>
                <a:gd name="connsiteY729" fmla="*/ 694411 h 800315"/>
                <a:gd name="connsiteX730" fmla="*/ 399061 w 822241"/>
                <a:gd name="connsiteY730" fmla="*/ 689587 h 800315"/>
                <a:gd name="connsiteX731" fmla="*/ 403995 w 822241"/>
                <a:gd name="connsiteY731" fmla="*/ 686956 h 800315"/>
                <a:gd name="connsiteX732" fmla="*/ 406626 w 822241"/>
                <a:gd name="connsiteY732" fmla="*/ 689916 h 800315"/>
                <a:gd name="connsiteX733" fmla="*/ 408490 w 822241"/>
                <a:gd name="connsiteY733" fmla="*/ 694082 h 800315"/>
                <a:gd name="connsiteX734" fmla="*/ 410025 w 822241"/>
                <a:gd name="connsiteY734" fmla="*/ 698686 h 800315"/>
                <a:gd name="connsiteX735" fmla="*/ 411340 w 822241"/>
                <a:gd name="connsiteY735" fmla="*/ 702743 h 800315"/>
                <a:gd name="connsiteX736" fmla="*/ 413423 w 822241"/>
                <a:gd name="connsiteY736" fmla="*/ 706360 h 800315"/>
                <a:gd name="connsiteX737" fmla="*/ 416822 w 822241"/>
                <a:gd name="connsiteY737" fmla="*/ 708334 h 800315"/>
                <a:gd name="connsiteX738" fmla="*/ 420440 w 822241"/>
                <a:gd name="connsiteY738" fmla="*/ 710307 h 800315"/>
                <a:gd name="connsiteX739" fmla="*/ 422961 w 822241"/>
                <a:gd name="connsiteY739" fmla="*/ 713925 h 800315"/>
                <a:gd name="connsiteX740" fmla="*/ 423619 w 822241"/>
                <a:gd name="connsiteY740" fmla="*/ 716557 h 800315"/>
                <a:gd name="connsiteX741" fmla="*/ 424496 w 822241"/>
                <a:gd name="connsiteY741" fmla="*/ 718640 h 800315"/>
                <a:gd name="connsiteX742" fmla="*/ 425702 w 822241"/>
                <a:gd name="connsiteY742" fmla="*/ 720393 h 800315"/>
                <a:gd name="connsiteX743" fmla="*/ 427676 w 822241"/>
                <a:gd name="connsiteY743" fmla="*/ 722148 h 800315"/>
                <a:gd name="connsiteX744" fmla="*/ 429320 w 822241"/>
                <a:gd name="connsiteY744" fmla="*/ 723025 h 800315"/>
                <a:gd name="connsiteX745" fmla="*/ 431732 w 822241"/>
                <a:gd name="connsiteY745" fmla="*/ 724121 h 800315"/>
                <a:gd name="connsiteX746" fmla="*/ 433925 w 822241"/>
                <a:gd name="connsiteY746" fmla="*/ 725437 h 800315"/>
                <a:gd name="connsiteX747" fmla="*/ 434911 w 822241"/>
                <a:gd name="connsiteY747" fmla="*/ 726533 h 800315"/>
                <a:gd name="connsiteX748" fmla="*/ 434802 w 822241"/>
                <a:gd name="connsiteY748" fmla="*/ 729054 h 800315"/>
                <a:gd name="connsiteX749" fmla="*/ 433815 w 822241"/>
                <a:gd name="connsiteY749" fmla="*/ 731137 h 800315"/>
                <a:gd name="connsiteX750" fmla="*/ 432609 w 822241"/>
                <a:gd name="connsiteY750" fmla="*/ 733111 h 800315"/>
                <a:gd name="connsiteX751" fmla="*/ 431842 w 822241"/>
                <a:gd name="connsiteY751" fmla="*/ 735304 h 800315"/>
                <a:gd name="connsiteX752" fmla="*/ 431951 w 822241"/>
                <a:gd name="connsiteY752" fmla="*/ 738812 h 800315"/>
                <a:gd name="connsiteX753" fmla="*/ 432499 w 822241"/>
                <a:gd name="connsiteY753" fmla="*/ 742868 h 800315"/>
                <a:gd name="connsiteX754" fmla="*/ 433486 w 822241"/>
                <a:gd name="connsiteY754" fmla="*/ 746925 h 800315"/>
                <a:gd name="connsiteX755" fmla="*/ 434254 w 822241"/>
                <a:gd name="connsiteY755" fmla="*/ 750433 h 800315"/>
                <a:gd name="connsiteX756" fmla="*/ 432828 w 822241"/>
                <a:gd name="connsiteY756" fmla="*/ 756462 h 800315"/>
                <a:gd name="connsiteX757" fmla="*/ 430197 w 822241"/>
                <a:gd name="connsiteY757" fmla="*/ 764246 h 800315"/>
                <a:gd name="connsiteX758" fmla="*/ 428224 w 822241"/>
                <a:gd name="connsiteY758" fmla="*/ 771702 h 800315"/>
                <a:gd name="connsiteX759" fmla="*/ 429210 w 822241"/>
                <a:gd name="connsiteY759" fmla="*/ 777183 h 800315"/>
                <a:gd name="connsiteX760" fmla="*/ 432499 w 822241"/>
                <a:gd name="connsiteY760" fmla="*/ 781897 h 800315"/>
                <a:gd name="connsiteX761" fmla="*/ 434911 w 822241"/>
                <a:gd name="connsiteY761" fmla="*/ 786940 h 800315"/>
                <a:gd name="connsiteX762" fmla="*/ 436556 w 822241"/>
                <a:gd name="connsiteY762" fmla="*/ 792203 h 800315"/>
                <a:gd name="connsiteX763" fmla="*/ 437652 w 822241"/>
                <a:gd name="connsiteY763" fmla="*/ 797903 h 800315"/>
                <a:gd name="connsiteX764" fmla="*/ 440173 w 822241"/>
                <a:gd name="connsiteY764" fmla="*/ 796588 h 800315"/>
                <a:gd name="connsiteX765" fmla="*/ 442914 w 822241"/>
                <a:gd name="connsiteY765" fmla="*/ 796040 h 800315"/>
                <a:gd name="connsiteX766" fmla="*/ 445765 w 822241"/>
                <a:gd name="connsiteY766" fmla="*/ 795930 h 800315"/>
                <a:gd name="connsiteX767" fmla="*/ 448615 w 822241"/>
                <a:gd name="connsiteY767" fmla="*/ 795930 h 800315"/>
                <a:gd name="connsiteX768" fmla="*/ 452233 w 822241"/>
                <a:gd name="connsiteY768" fmla="*/ 796040 h 800315"/>
                <a:gd name="connsiteX769" fmla="*/ 456399 w 822241"/>
                <a:gd name="connsiteY769" fmla="*/ 796369 h 800315"/>
                <a:gd name="connsiteX770" fmla="*/ 460236 w 822241"/>
                <a:gd name="connsiteY770" fmla="*/ 796369 h 800315"/>
                <a:gd name="connsiteX771" fmla="*/ 463196 w 822241"/>
                <a:gd name="connsiteY771" fmla="*/ 795492 h 800315"/>
                <a:gd name="connsiteX772" fmla="*/ 465170 w 822241"/>
                <a:gd name="connsiteY772" fmla="*/ 793518 h 800315"/>
                <a:gd name="connsiteX773" fmla="*/ 467253 w 822241"/>
                <a:gd name="connsiteY773" fmla="*/ 790339 h 800315"/>
                <a:gd name="connsiteX774" fmla="*/ 469226 w 822241"/>
                <a:gd name="connsiteY774" fmla="*/ 786940 h 800315"/>
                <a:gd name="connsiteX775" fmla="*/ 470432 w 822241"/>
                <a:gd name="connsiteY775" fmla="*/ 784528 h 800315"/>
                <a:gd name="connsiteX776" fmla="*/ 473392 w 822241"/>
                <a:gd name="connsiteY776" fmla="*/ 781020 h 800315"/>
                <a:gd name="connsiteX777" fmla="*/ 476243 w 822241"/>
                <a:gd name="connsiteY777" fmla="*/ 779924 h 800315"/>
                <a:gd name="connsiteX778" fmla="*/ 478983 w 822241"/>
                <a:gd name="connsiteY778" fmla="*/ 781239 h 800315"/>
                <a:gd name="connsiteX779" fmla="*/ 481286 w 822241"/>
                <a:gd name="connsiteY779" fmla="*/ 784967 h 800315"/>
                <a:gd name="connsiteX780" fmla="*/ 484026 w 822241"/>
                <a:gd name="connsiteY780" fmla="*/ 788256 h 800315"/>
                <a:gd name="connsiteX781" fmla="*/ 486987 w 822241"/>
                <a:gd name="connsiteY781" fmla="*/ 788146 h 800315"/>
                <a:gd name="connsiteX782" fmla="*/ 490166 w 822241"/>
                <a:gd name="connsiteY782" fmla="*/ 787817 h 800315"/>
                <a:gd name="connsiteX783" fmla="*/ 493345 w 822241"/>
                <a:gd name="connsiteY783" fmla="*/ 790120 h 800315"/>
                <a:gd name="connsiteX784" fmla="*/ 495757 w 822241"/>
                <a:gd name="connsiteY784" fmla="*/ 794176 h 800315"/>
                <a:gd name="connsiteX785" fmla="*/ 498936 w 822241"/>
                <a:gd name="connsiteY785" fmla="*/ 798452 h 800315"/>
                <a:gd name="connsiteX786" fmla="*/ 502335 w 822241"/>
                <a:gd name="connsiteY786" fmla="*/ 800535 h 800315"/>
                <a:gd name="connsiteX787" fmla="*/ 505843 w 822241"/>
                <a:gd name="connsiteY787" fmla="*/ 797575 h 800315"/>
                <a:gd name="connsiteX788" fmla="*/ 506391 w 822241"/>
                <a:gd name="connsiteY788" fmla="*/ 795711 h 800315"/>
                <a:gd name="connsiteX789" fmla="*/ 506611 w 822241"/>
                <a:gd name="connsiteY789" fmla="*/ 793189 h 800315"/>
                <a:gd name="connsiteX790" fmla="*/ 506939 w 822241"/>
                <a:gd name="connsiteY790" fmla="*/ 790997 h 800315"/>
                <a:gd name="connsiteX791" fmla="*/ 507707 w 822241"/>
                <a:gd name="connsiteY791" fmla="*/ 789681 h 800315"/>
                <a:gd name="connsiteX792" fmla="*/ 510229 w 822241"/>
                <a:gd name="connsiteY792" fmla="*/ 788256 h 800315"/>
                <a:gd name="connsiteX793" fmla="*/ 512860 w 822241"/>
                <a:gd name="connsiteY793" fmla="*/ 786831 h 800315"/>
                <a:gd name="connsiteX794" fmla="*/ 515491 w 822241"/>
                <a:gd name="connsiteY794" fmla="*/ 785515 h 800315"/>
                <a:gd name="connsiteX795" fmla="*/ 518122 w 822241"/>
                <a:gd name="connsiteY795" fmla="*/ 784309 h 800315"/>
                <a:gd name="connsiteX796" fmla="*/ 523165 w 822241"/>
                <a:gd name="connsiteY796" fmla="*/ 782774 h 800315"/>
                <a:gd name="connsiteX797" fmla="*/ 528756 w 822241"/>
                <a:gd name="connsiteY797" fmla="*/ 781130 h 800315"/>
                <a:gd name="connsiteX798" fmla="*/ 534019 w 822241"/>
                <a:gd name="connsiteY798" fmla="*/ 778828 h 800315"/>
                <a:gd name="connsiteX799" fmla="*/ 538185 w 822241"/>
                <a:gd name="connsiteY799" fmla="*/ 775538 h 800315"/>
                <a:gd name="connsiteX800" fmla="*/ 540706 w 822241"/>
                <a:gd name="connsiteY800" fmla="*/ 770715 h 800315"/>
                <a:gd name="connsiteX801" fmla="*/ 542351 w 822241"/>
                <a:gd name="connsiteY801" fmla="*/ 765014 h 800315"/>
                <a:gd name="connsiteX802" fmla="*/ 544215 w 822241"/>
                <a:gd name="connsiteY802" fmla="*/ 759203 h 800315"/>
                <a:gd name="connsiteX803" fmla="*/ 547504 w 822241"/>
                <a:gd name="connsiteY803" fmla="*/ 754160 h 800315"/>
                <a:gd name="connsiteX804" fmla="*/ 550792 w 822241"/>
                <a:gd name="connsiteY804" fmla="*/ 751200 h 800315"/>
                <a:gd name="connsiteX805" fmla="*/ 554520 w 822241"/>
                <a:gd name="connsiteY805" fmla="*/ 748898 h 800315"/>
                <a:gd name="connsiteX806" fmla="*/ 558576 w 822241"/>
                <a:gd name="connsiteY806" fmla="*/ 747253 h 800315"/>
                <a:gd name="connsiteX807" fmla="*/ 562743 w 822241"/>
                <a:gd name="connsiteY807" fmla="*/ 745938 h 800315"/>
                <a:gd name="connsiteX808" fmla="*/ 565264 w 822241"/>
                <a:gd name="connsiteY808" fmla="*/ 745280 h 800315"/>
                <a:gd name="connsiteX809" fmla="*/ 567786 w 822241"/>
                <a:gd name="connsiteY809" fmla="*/ 744513 h 800315"/>
                <a:gd name="connsiteX810" fmla="*/ 570307 w 822241"/>
                <a:gd name="connsiteY810" fmla="*/ 743965 h 800315"/>
                <a:gd name="connsiteX811" fmla="*/ 572829 w 822241"/>
                <a:gd name="connsiteY811" fmla="*/ 743745 h 800315"/>
                <a:gd name="connsiteX812" fmla="*/ 573815 w 822241"/>
                <a:gd name="connsiteY812" fmla="*/ 743087 h 800315"/>
                <a:gd name="connsiteX813" fmla="*/ 574692 w 822241"/>
                <a:gd name="connsiteY813" fmla="*/ 741553 h 800315"/>
                <a:gd name="connsiteX814" fmla="*/ 575679 w 822241"/>
                <a:gd name="connsiteY814" fmla="*/ 739799 h 800315"/>
                <a:gd name="connsiteX815" fmla="*/ 576885 w 822241"/>
                <a:gd name="connsiteY815" fmla="*/ 738483 h 800315"/>
                <a:gd name="connsiteX816" fmla="*/ 580832 w 822241"/>
                <a:gd name="connsiteY816" fmla="*/ 737277 h 800315"/>
                <a:gd name="connsiteX817" fmla="*/ 585327 w 822241"/>
                <a:gd name="connsiteY817" fmla="*/ 737496 h 800315"/>
                <a:gd name="connsiteX818" fmla="*/ 589822 w 822241"/>
                <a:gd name="connsiteY818" fmla="*/ 738921 h 800315"/>
                <a:gd name="connsiteX819" fmla="*/ 593549 w 822241"/>
                <a:gd name="connsiteY819" fmla="*/ 741004 h 800315"/>
                <a:gd name="connsiteX820" fmla="*/ 594316 w 822241"/>
                <a:gd name="connsiteY820" fmla="*/ 742101 h 800315"/>
                <a:gd name="connsiteX821" fmla="*/ 594645 w 822241"/>
                <a:gd name="connsiteY821" fmla="*/ 743307 h 800315"/>
                <a:gd name="connsiteX822" fmla="*/ 595194 w 822241"/>
                <a:gd name="connsiteY822" fmla="*/ 744293 h 800315"/>
                <a:gd name="connsiteX823" fmla="*/ 596399 w 822241"/>
                <a:gd name="connsiteY823" fmla="*/ 744732 h 800315"/>
                <a:gd name="connsiteX824" fmla="*/ 599250 w 822241"/>
                <a:gd name="connsiteY824" fmla="*/ 742978 h 800315"/>
                <a:gd name="connsiteX825" fmla="*/ 602210 w 822241"/>
                <a:gd name="connsiteY825" fmla="*/ 739360 h 800315"/>
                <a:gd name="connsiteX826" fmla="*/ 604841 w 822241"/>
                <a:gd name="connsiteY826" fmla="*/ 735084 h 800315"/>
                <a:gd name="connsiteX827" fmla="*/ 606924 w 822241"/>
                <a:gd name="connsiteY827" fmla="*/ 732014 h 800315"/>
                <a:gd name="connsiteX828" fmla="*/ 608020 w 822241"/>
                <a:gd name="connsiteY828" fmla="*/ 730480 h 800315"/>
                <a:gd name="connsiteX829" fmla="*/ 609117 w 822241"/>
                <a:gd name="connsiteY829" fmla="*/ 729054 h 800315"/>
                <a:gd name="connsiteX830" fmla="*/ 610213 w 822241"/>
                <a:gd name="connsiteY830" fmla="*/ 727520 h 800315"/>
                <a:gd name="connsiteX831" fmla="*/ 611310 w 822241"/>
                <a:gd name="connsiteY831" fmla="*/ 725985 h 800315"/>
                <a:gd name="connsiteX832" fmla="*/ 611748 w 822241"/>
                <a:gd name="connsiteY832" fmla="*/ 724559 h 800315"/>
                <a:gd name="connsiteX833" fmla="*/ 611419 w 822241"/>
                <a:gd name="connsiteY833" fmla="*/ 723134 h 800315"/>
                <a:gd name="connsiteX834" fmla="*/ 610981 w 822241"/>
                <a:gd name="connsiteY834" fmla="*/ 721709 h 800315"/>
                <a:gd name="connsiteX835" fmla="*/ 610981 w 822241"/>
                <a:gd name="connsiteY835" fmla="*/ 720393 h 800315"/>
                <a:gd name="connsiteX836" fmla="*/ 612844 w 822241"/>
                <a:gd name="connsiteY836" fmla="*/ 717543 h 800315"/>
                <a:gd name="connsiteX837" fmla="*/ 615366 w 822241"/>
                <a:gd name="connsiteY837" fmla="*/ 715131 h 800315"/>
                <a:gd name="connsiteX838" fmla="*/ 618107 w 822241"/>
                <a:gd name="connsiteY838" fmla="*/ 712829 h 800315"/>
                <a:gd name="connsiteX839" fmla="*/ 620738 w 822241"/>
                <a:gd name="connsiteY839" fmla="*/ 710636 h 800315"/>
                <a:gd name="connsiteX840" fmla="*/ 621505 w 822241"/>
                <a:gd name="connsiteY840" fmla="*/ 708005 h 800315"/>
                <a:gd name="connsiteX841" fmla="*/ 620080 w 822241"/>
                <a:gd name="connsiteY841" fmla="*/ 706909 h 800315"/>
                <a:gd name="connsiteX842" fmla="*/ 617668 w 822241"/>
                <a:gd name="connsiteY842" fmla="*/ 706360 h 800315"/>
                <a:gd name="connsiteX843" fmla="*/ 615476 w 822241"/>
                <a:gd name="connsiteY843" fmla="*/ 705374 h 800315"/>
                <a:gd name="connsiteX844" fmla="*/ 614050 w 822241"/>
                <a:gd name="connsiteY844" fmla="*/ 702853 h 800315"/>
                <a:gd name="connsiteX845" fmla="*/ 612844 w 822241"/>
                <a:gd name="connsiteY845" fmla="*/ 699234 h 800315"/>
                <a:gd name="connsiteX846" fmla="*/ 611967 w 822241"/>
                <a:gd name="connsiteY846" fmla="*/ 695397 h 800315"/>
                <a:gd name="connsiteX847" fmla="*/ 611419 w 822241"/>
                <a:gd name="connsiteY847" fmla="*/ 692656 h 800315"/>
                <a:gd name="connsiteX848" fmla="*/ 610981 w 822241"/>
                <a:gd name="connsiteY848" fmla="*/ 691122 h 800315"/>
                <a:gd name="connsiteX849" fmla="*/ 610323 w 822241"/>
                <a:gd name="connsiteY849" fmla="*/ 690025 h 800315"/>
                <a:gd name="connsiteX850" fmla="*/ 609227 w 822241"/>
                <a:gd name="connsiteY850" fmla="*/ 689368 h 800315"/>
                <a:gd name="connsiteX851" fmla="*/ 607801 w 822241"/>
                <a:gd name="connsiteY851" fmla="*/ 689148 h 800315"/>
                <a:gd name="connsiteX852" fmla="*/ 599579 w 822241"/>
                <a:gd name="connsiteY852" fmla="*/ 691560 h 800315"/>
                <a:gd name="connsiteX853" fmla="*/ 589383 w 822241"/>
                <a:gd name="connsiteY853" fmla="*/ 693863 h 800315"/>
                <a:gd name="connsiteX854" fmla="*/ 581818 w 822241"/>
                <a:gd name="connsiteY854" fmla="*/ 692218 h 800315"/>
                <a:gd name="connsiteX855" fmla="*/ 581380 w 822241"/>
                <a:gd name="connsiteY855" fmla="*/ 683228 h 800315"/>
                <a:gd name="connsiteX856" fmla="*/ 581599 w 822241"/>
                <a:gd name="connsiteY856" fmla="*/ 681693 h 800315"/>
                <a:gd name="connsiteX857" fmla="*/ 581928 w 822241"/>
                <a:gd name="connsiteY857" fmla="*/ 680049 h 800315"/>
                <a:gd name="connsiteX858" fmla="*/ 582147 w 822241"/>
                <a:gd name="connsiteY858" fmla="*/ 678514 h 800315"/>
                <a:gd name="connsiteX859" fmla="*/ 582366 w 822241"/>
                <a:gd name="connsiteY859" fmla="*/ 676979 h 800315"/>
                <a:gd name="connsiteX860" fmla="*/ 583024 w 822241"/>
                <a:gd name="connsiteY860" fmla="*/ 673581 h 800315"/>
                <a:gd name="connsiteX861" fmla="*/ 583463 w 822241"/>
                <a:gd name="connsiteY861" fmla="*/ 670072 h 800315"/>
                <a:gd name="connsiteX862" fmla="*/ 583244 w 822241"/>
                <a:gd name="connsiteY862" fmla="*/ 666783 h 800315"/>
                <a:gd name="connsiteX863" fmla="*/ 581599 w 822241"/>
                <a:gd name="connsiteY863" fmla="*/ 663823 h 800315"/>
                <a:gd name="connsiteX864" fmla="*/ 579955 w 822241"/>
                <a:gd name="connsiteY864" fmla="*/ 661631 h 800315"/>
                <a:gd name="connsiteX865" fmla="*/ 579516 w 822241"/>
                <a:gd name="connsiteY865" fmla="*/ 659548 h 800315"/>
                <a:gd name="connsiteX866" fmla="*/ 579407 w 822241"/>
                <a:gd name="connsiteY866" fmla="*/ 657355 h 800315"/>
                <a:gd name="connsiteX867" fmla="*/ 578529 w 822241"/>
                <a:gd name="connsiteY867" fmla="*/ 655053 h 800315"/>
                <a:gd name="connsiteX868" fmla="*/ 577762 w 822241"/>
                <a:gd name="connsiteY868" fmla="*/ 654176 h 800315"/>
                <a:gd name="connsiteX869" fmla="*/ 576666 w 822241"/>
                <a:gd name="connsiteY869" fmla="*/ 653518 h 800315"/>
                <a:gd name="connsiteX870" fmla="*/ 575460 w 822241"/>
                <a:gd name="connsiteY870" fmla="*/ 652860 h 800315"/>
                <a:gd name="connsiteX871" fmla="*/ 574473 w 822241"/>
                <a:gd name="connsiteY871" fmla="*/ 652202 h 800315"/>
                <a:gd name="connsiteX872" fmla="*/ 572938 w 822241"/>
                <a:gd name="connsiteY872" fmla="*/ 650339 h 800315"/>
                <a:gd name="connsiteX873" fmla="*/ 571842 w 822241"/>
                <a:gd name="connsiteY873" fmla="*/ 647927 h 800315"/>
                <a:gd name="connsiteX874" fmla="*/ 570965 w 822241"/>
                <a:gd name="connsiteY874" fmla="*/ 645405 h 800315"/>
                <a:gd name="connsiteX875" fmla="*/ 570197 w 822241"/>
                <a:gd name="connsiteY875" fmla="*/ 642993 h 800315"/>
                <a:gd name="connsiteX876" fmla="*/ 569101 w 822241"/>
                <a:gd name="connsiteY876" fmla="*/ 639156 h 800315"/>
                <a:gd name="connsiteX877" fmla="*/ 568443 w 822241"/>
                <a:gd name="connsiteY877" fmla="*/ 634990 h 800315"/>
                <a:gd name="connsiteX878" fmla="*/ 568005 w 822241"/>
                <a:gd name="connsiteY878" fmla="*/ 630824 h 800315"/>
                <a:gd name="connsiteX879" fmla="*/ 567895 w 822241"/>
                <a:gd name="connsiteY879" fmla="*/ 626768 h 800315"/>
                <a:gd name="connsiteX880" fmla="*/ 569211 w 822241"/>
                <a:gd name="connsiteY880" fmla="*/ 620409 h 800315"/>
                <a:gd name="connsiteX881" fmla="*/ 573815 w 822241"/>
                <a:gd name="connsiteY881" fmla="*/ 618874 h 800315"/>
                <a:gd name="connsiteX882" fmla="*/ 579845 w 822241"/>
                <a:gd name="connsiteY882" fmla="*/ 618655 h 800315"/>
                <a:gd name="connsiteX883" fmla="*/ 585217 w 822241"/>
                <a:gd name="connsiteY883" fmla="*/ 616681 h 800315"/>
                <a:gd name="connsiteX884" fmla="*/ 586533 w 822241"/>
                <a:gd name="connsiteY884" fmla="*/ 615695 h 800315"/>
                <a:gd name="connsiteX885" fmla="*/ 587629 w 822241"/>
                <a:gd name="connsiteY885" fmla="*/ 614598 h 800315"/>
                <a:gd name="connsiteX886" fmla="*/ 588616 w 822241"/>
                <a:gd name="connsiteY886" fmla="*/ 613393 h 800315"/>
                <a:gd name="connsiteX887" fmla="*/ 589493 w 822241"/>
                <a:gd name="connsiteY887" fmla="*/ 611967 h 800315"/>
                <a:gd name="connsiteX888" fmla="*/ 587300 w 822241"/>
                <a:gd name="connsiteY888" fmla="*/ 609884 h 800315"/>
                <a:gd name="connsiteX889" fmla="*/ 584888 w 822241"/>
                <a:gd name="connsiteY889" fmla="*/ 608349 h 800315"/>
                <a:gd name="connsiteX890" fmla="*/ 582366 w 822241"/>
                <a:gd name="connsiteY890" fmla="*/ 607034 h 800315"/>
                <a:gd name="connsiteX891" fmla="*/ 579626 w 822241"/>
                <a:gd name="connsiteY891" fmla="*/ 605828 h 800315"/>
                <a:gd name="connsiteX892" fmla="*/ 578968 w 822241"/>
                <a:gd name="connsiteY892" fmla="*/ 604183 h 800315"/>
                <a:gd name="connsiteX893" fmla="*/ 578968 w 822241"/>
                <a:gd name="connsiteY893" fmla="*/ 601114 h 800315"/>
                <a:gd name="connsiteX894" fmla="*/ 579297 w 822241"/>
                <a:gd name="connsiteY894" fmla="*/ 597825 h 800315"/>
                <a:gd name="connsiteX895" fmla="*/ 579297 w 822241"/>
                <a:gd name="connsiteY895" fmla="*/ 595194 h 800315"/>
                <a:gd name="connsiteX896" fmla="*/ 578968 w 822241"/>
                <a:gd name="connsiteY896" fmla="*/ 593988 h 800315"/>
                <a:gd name="connsiteX897" fmla="*/ 578529 w 822241"/>
                <a:gd name="connsiteY897" fmla="*/ 593111 h 800315"/>
                <a:gd name="connsiteX898" fmla="*/ 577652 w 822241"/>
                <a:gd name="connsiteY898" fmla="*/ 592453 h 800315"/>
                <a:gd name="connsiteX899" fmla="*/ 576556 w 822241"/>
                <a:gd name="connsiteY899" fmla="*/ 592124 h 800315"/>
                <a:gd name="connsiteX900" fmla="*/ 573157 w 822241"/>
                <a:gd name="connsiteY900" fmla="*/ 592343 h 800315"/>
                <a:gd name="connsiteX901" fmla="*/ 569869 w 822241"/>
                <a:gd name="connsiteY901" fmla="*/ 591576 h 800315"/>
                <a:gd name="connsiteX902" fmla="*/ 566689 w 822241"/>
                <a:gd name="connsiteY902" fmla="*/ 590918 h 800315"/>
                <a:gd name="connsiteX903" fmla="*/ 563729 w 822241"/>
                <a:gd name="connsiteY903" fmla="*/ 591027 h 800315"/>
                <a:gd name="connsiteX904" fmla="*/ 561427 w 822241"/>
                <a:gd name="connsiteY904" fmla="*/ 591356 h 800315"/>
                <a:gd name="connsiteX905" fmla="*/ 558796 w 822241"/>
                <a:gd name="connsiteY905" fmla="*/ 591356 h 800315"/>
                <a:gd name="connsiteX906" fmla="*/ 556165 w 822241"/>
                <a:gd name="connsiteY906" fmla="*/ 591247 h 800315"/>
                <a:gd name="connsiteX907" fmla="*/ 553862 w 822241"/>
                <a:gd name="connsiteY907" fmla="*/ 591137 h 800315"/>
                <a:gd name="connsiteX908" fmla="*/ 550463 w 822241"/>
                <a:gd name="connsiteY908" fmla="*/ 589164 h 800315"/>
                <a:gd name="connsiteX909" fmla="*/ 547723 w 822241"/>
                <a:gd name="connsiteY909" fmla="*/ 586752 h 800315"/>
                <a:gd name="connsiteX910" fmla="*/ 544763 w 822241"/>
                <a:gd name="connsiteY910" fmla="*/ 585107 h 800315"/>
                <a:gd name="connsiteX911" fmla="*/ 540377 w 822241"/>
                <a:gd name="connsiteY911" fmla="*/ 585875 h 800315"/>
                <a:gd name="connsiteX912" fmla="*/ 539171 w 822241"/>
                <a:gd name="connsiteY912" fmla="*/ 586313 h 800315"/>
                <a:gd name="connsiteX913" fmla="*/ 537856 w 822241"/>
                <a:gd name="connsiteY913" fmla="*/ 586752 h 800315"/>
                <a:gd name="connsiteX914" fmla="*/ 536540 w 822241"/>
                <a:gd name="connsiteY914" fmla="*/ 587190 h 800315"/>
                <a:gd name="connsiteX915" fmla="*/ 535334 w 822241"/>
                <a:gd name="connsiteY915" fmla="*/ 587629 h 800315"/>
                <a:gd name="connsiteX916" fmla="*/ 532703 w 822241"/>
                <a:gd name="connsiteY916" fmla="*/ 588287 h 800315"/>
                <a:gd name="connsiteX917" fmla="*/ 529962 w 822241"/>
                <a:gd name="connsiteY917" fmla="*/ 589054 h 800315"/>
                <a:gd name="connsiteX918" fmla="*/ 527221 w 822241"/>
                <a:gd name="connsiteY918" fmla="*/ 589493 h 800315"/>
                <a:gd name="connsiteX919" fmla="*/ 524590 w 822241"/>
                <a:gd name="connsiteY919" fmla="*/ 589273 h 800315"/>
                <a:gd name="connsiteX920" fmla="*/ 524042 w 822241"/>
                <a:gd name="connsiteY920" fmla="*/ 588725 h 800315"/>
                <a:gd name="connsiteX921" fmla="*/ 523384 w 822241"/>
                <a:gd name="connsiteY921" fmla="*/ 587738 h 800315"/>
                <a:gd name="connsiteX922" fmla="*/ 522288 w 822241"/>
                <a:gd name="connsiteY922" fmla="*/ 586642 h 800315"/>
                <a:gd name="connsiteX923" fmla="*/ 520534 w 822241"/>
                <a:gd name="connsiteY923" fmla="*/ 586204 h 800315"/>
                <a:gd name="connsiteX924" fmla="*/ 517245 w 822241"/>
                <a:gd name="connsiteY924" fmla="*/ 583682 h 800315"/>
                <a:gd name="connsiteX925" fmla="*/ 515710 w 822241"/>
                <a:gd name="connsiteY925" fmla="*/ 577762 h 800315"/>
                <a:gd name="connsiteX926" fmla="*/ 515162 w 822241"/>
                <a:gd name="connsiteY926" fmla="*/ 571074 h 800315"/>
                <a:gd name="connsiteX927" fmla="*/ 514833 w 822241"/>
                <a:gd name="connsiteY927" fmla="*/ 566141 h 800315"/>
                <a:gd name="connsiteX928" fmla="*/ 516478 w 822241"/>
                <a:gd name="connsiteY928" fmla="*/ 561317 h 800315"/>
                <a:gd name="connsiteX929" fmla="*/ 522288 w 822241"/>
                <a:gd name="connsiteY929" fmla="*/ 558028 h 800315"/>
                <a:gd name="connsiteX930" fmla="*/ 529195 w 822241"/>
                <a:gd name="connsiteY930" fmla="*/ 555835 h 800315"/>
                <a:gd name="connsiteX931" fmla="*/ 534567 w 822241"/>
                <a:gd name="connsiteY931" fmla="*/ 554410 h 800315"/>
                <a:gd name="connsiteX932" fmla="*/ 535006 w 822241"/>
                <a:gd name="connsiteY932" fmla="*/ 554301 h 800315"/>
                <a:gd name="connsiteX933" fmla="*/ 535444 w 822241"/>
                <a:gd name="connsiteY933" fmla="*/ 554081 h 800315"/>
                <a:gd name="connsiteX934" fmla="*/ 535883 w 822241"/>
                <a:gd name="connsiteY934" fmla="*/ 553972 h 800315"/>
                <a:gd name="connsiteX935" fmla="*/ 536321 w 822241"/>
                <a:gd name="connsiteY935" fmla="*/ 553862 h 800315"/>
                <a:gd name="connsiteX936" fmla="*/ 543886 w 822241"/>
                <a:gd name="connsiteY936" fmla="*/ 551889 h 800315"/>
                <a:gd name="connsiteX937" fmla="*/ 551450 w 822241"/>
                <a:gd name="connsiteY937" fmla="*/ 550025 h 800315"/>
                <a:gd name="connsiteX938" fmla="*/ 559015 w 822241"/>
                <a:gd name="connsiteY938" fmla="*/ 548052 h 800315"/>
                <a:gd name="connsiteX939" fmla="*/ 566579 w 822241"/>
                <a:gd name="connsiteY939" fmla="*/ 546078 h 800315"/>
                <a:gd name="connsiteX940" fmla="*/ 567457 w 822241"/>
                <a:gd name="connsiteY940" fmla="*/ 545969 h 800315"/>
                <a:gd name="connsiteX941" fmla="*/ 568334 w 822241"/>
                <a:gd name="connsiteY941" fmla="*/ 545749 h 800315"/>
                <a:gd name="connsiteX942" fmla="*/ 569101 w 822241"/>
                <a:gd name="connsiteY942" fmla="*/ 545420 h 800315"/>
                <a:gd name="connsiteX943" fmla="*/ 569978 w 822241"/>
                <a:gd name="connsiteY943" fmla="*/ 545311 h 800315"/>
                <a:gd name="connsiteX944" fmla="*/ 572390 w 822241"/>
                <a:gd name="connsiteY944" fmla="*/ 544653 h 800315"/>
                <a:gd name="connsiteX945" fmla="*/ 574802 w 822241"/>
                <a:gd name="connsiteY945" fmla="*/ 543995 h 800315"/>
                <a:gd name="connsiteX946" fmla="*/ 577104 w 822241"/>
                <a:gd name="connsiteY946" fmla="*/ 541803 h 800315"/>
                <a:gd name="connsiteX947" fmla="*/ 580283 w 822241"/>
                <a:gd name="connsiteY947" fmla="*/ 538952 h 800315"/>
                <a:gd name="connsiteX948" fmla="*/ 584998 w 822241"/>
                <a:gd name="connsiteY948" fmla="*/ 537746 h 800315"/>
                <a:gd name="connsiteX949" fmla="*/ 595303 w 822241"/>
                <a:gd name="connsiteY949" fmla="*/ 537637 h 800315"/>
                <a:gd name="connsiteX950" fmla="*/ 600785 w 822241"/>
                <a:gd name="connsiteY950" fmla="*/ 536540 h 800315"/>
                <a:gd name="connsiteX951" fmla="*/ 605060 w 822241"/>
                <a:gd name="connsiteY951" fmla="*/ 534019 h 800315"/>
                <a:gd name="connsiteX952" fmla="*/ 612186 w 822241"/>
                <a:gd name="connsiteY952" fmla="*/ 527550 h 800315"/>
                <a:gd name="connsiteX953" fmla="*/ 624794 w 822241"/>
                <a:gd name="connsiteY953" fmla="*/ 523823 h 800315"/>
                <a:gd name="connsiteX954" fmla="*/ 626877 w 822241"/>
                <a:gd name="connsiteY954" fmla="*/ 522617 h 800315"/>
                <a:gd name="connsiteX955" fmla="*/ 627974 w 822241"/>
                <a:gd name="connsiteY955" fmla="*/ 519547 h 800315"/>
                <a:gd name="connsiteX956" fmla="*/ 630605 w 822241"/>
                <a:gd name="connsiteY956" fmla="*/ 517464 h 800315"/>
                <a:gd name="connsiteX957" fmla="*/ 645844 w 822241"/>
                <a:gd name="connsiteY957" fmla="*/ 511654 h 800315"/>
                <a:gd name="connsiteX958" fmla="*/ 649900 w 822241"/>
                <a:gd name="connsiteY958" fmla="*/ 510667 h 800315"/>
                <a:gd name="connsiteX959" fmla="*/ 659109 w 822241"/>
                <a:gd name="connsiteY959" fmla="*/ 509790 h 800315"/>
                <a:gd name="connsiteX960" fmla="*/ 666455 w 822241"/>
                <a:gd name="connsiteY960" fmla="*/ 507817 h 800315"/>
                <a:gd name="connsiteX961" fmla="*/ 670182 w 822241"/>
                <a:gd name="connsiteY961" fmla="*/ 507597 h 800315"/>
                <a:gd name="connsiteX962" fmla="*/ 672046 w 822241"/>
                <a:gd name="connsiteY962" fmla="*/ 507926 h 800315"/>
                <a:gd name="connsiteX963" fmla="*/ 677418 w 822241"/>
                <a:gd name="connsiteY963" fmla="*/ 510009 h 800315"/>
                <a:gd name="connsiteX964" fmla="*/ 680926 w 822241"/>
                <a:gd name="connsiteY964" fmla="*/ 512092 h 800315"/>
                <a:gd name="connsiteX965" fmla="*/ 683009 w 822241"/>
                <a:gd name="connsiteY965" fmla="*/ 511763 h 800315"/>
                <a:gd name="connsiteX966" fmla="*/ 685859 w 822241"/>
                <a:gd name="connsiteY966" fmla="*/ 510229 h 800315"/>
                <a:gd name="connsiteX967" fmla="*/ 689368 w 822241"/>
                <a:gd name="connsiteY967" fmla="*/ 510009 h 800315"/>
                <a:gd name="connsiteX968" fmla="*/ 692766 w 822241"/>
                <a:gd name="connsiteY968" fmla="*/ 509132 h 800315"/>
                <a:gd name="connsiteX969" fmla="*/ 705484 w 822241"/>
                <a:gd name="connsiteY969" fmla="*/ 502993 h 800315"/>
                <a:gd name="connsiteX970" fmla="*/ 709211 w 822241"/>
                <a:gd name="connsiteY970" fmla="*/ 502445 h 800315"/>
                <a:gd name="connsiteX971" fmla="*/ 709650 w 822241"/>
                <a:gd name="connsiteY971" fmla="*/ 499046 h 800315"/>
                <a:gd name="connsiteX972" fmla="*/ 712939 w 822241"/>
                <a:gd name="connsiteY972" fmla="*/ 492030 h 800315"/>
                <a:gd name="connsiteX973" fmla="*/ 716885 w 822241"/>
                <a:gd name="connsiteY973" fmla="*/ 485342 h 800315"/>
                <a:gd name="connsiteX974" fmla="*/ 721928 w 822241"/>
                <a:gd name="connsiteY974" fmla="*/ 478764 h 800315"/>
                <a:gd name="connsiteX975" fmla="*/ 727520 w 822241"/>
                <a:gd name="connsiteY975" fmla="*/ 472953 h 800315"/>
                <a:gd name="connsiteX976" fmla="*/ 732673 w 822241"/>
                <a:gd name="connsiteY976" fmla="*/ 467143 h 800315"/>
                <a:gd name="connsiteX977" fmla="*/ 735194 w 822241"/>
                <a:gd name="connsiteY977" fmla="*/ 460455 h 800315"/>
                <a:gd name="connsiteX978" fmla="*/ 733330 w 822241"/>
                <a:gd name="connsiteY978" fmla="*/ 451795 h 800315"/>
                <a:gd name="connsiteX979" fmla="*/ 733111 w 822241"/>
                <a:gd name="connsiteY979" fmla="*/ 451246 h 800315"/>
                <a:gd name="connsiteX980" fmla="*/ 732782 w 822241"/>
                <a:gd name="connsiteY980" fmla="*/ 450589 h 800315"/>
                <a:gd name="connsiteX981" fmla="*/ 732453 w 822241"/>
                <a:gd name="connsiteY981" fmla="*/ 449931 h 800315"/>
                <a:gd name="connsiteX982" fmla="*/ 732124 w 822241"/>
                <a:gd name="connsiteY982" fmla="*/ 449383 h 800315"/>
                <a:gd name="connsiteX983" fmla="*/ 727410 w 822241"/>
                <a:gd name="connsiteY983" fmla="*/ 444339 h 800315"/>
                <a:gd name="connsiteX984" fmla="*/ 722038 w 822241"/>
                <a:gd name="connsiteY984" fmla="*/ 440174 h 800315"/>
                <a:gd name="connsiteX985" fmla="*/ 716666 w 822241"/>
                <a:gd name="connsiteY985" fmla="*/ 435898 h 800315"/>
                <a:gd name="connsiteX986" fmla="*/ 712062 w 822241"/>
                <a:gd name="connsiteY986" fmla="*/ 430745 h 800315"/>
                <a:gd name="connsiteX987" fmla="*/ 710198 w 822241"/>
                <a:gd name="connsiteY987" fmla="*/ 424496 h 800315"/>
                <a:gd name="connsiteX988" fmla="*/ 711513 w 822241"/>
                <a:gd name="connsiteY988" fmla="*/ 417918 h 800315"/>
                <a:gd name="connsiteX989" fmla="*/ 714364 w 822241"/>
                <a:gd name="connsiteY989" fmla="*/ 411450 h 800315"/>
                <a:gd name="connsiteX990" fmla="*/ 717433 w 822241"/>
                <a:gd name="connsiteY990" fmla="*/ 405530 h 800315"/>
                <a:gd name="connsiteX991" fmla="*/ 717982 w 822241"/>
                <a:gd name="connsiteY991" fmla="*/ 404324 h 800315"/>
                <a:gd name="connsiteX992" fmla="*/ 718640 w 822241"/>
                <a:gd name="connsiteY992" fmla="*/ 403118 h 800315"/>
                <a:gd name="connsiteX993" fmla="*/ 719188 w 822241"/>
                <a:gd name="connsiteY993" fmla="*/ 401912 h 800315"/>
                <a:gd name="connsiteX994" fmla="*/ 719845 w 822241"/>
                <a:gd name="connsiteY994" fmla="*/ 400706 h 800315"/>
                <a:gd name="connsiteX995" fmla="*/ 721819 w 822241"/>
                <a:gd name="connsiteY995" fmla="*/ 397307 h 800315"/>
                <a:gd name="connsiteX996" fmla="*/ 723792 w 822241"/>
                <a:gd name="connsiteY996" fmla="*/ 393909 h 800315"/>
                <a:gd name="connsiteX997" fmla="*/ 725766 w 822241"/>
                <a:gd name="connsiteY997" fmla="*/ 390510 h 800315"/>
                <a:gd name="connsiteX998" fmla="*/ 727849 w 822241"/>
                <a:gd name="connsiteY998" fmla="*/ 387002 h 800315"/>
                <a:gd name="connsiteX999" fmla="*/ 733330 w 822241"/>
                <a:gd name="connsiteY999" fmla="*/ 378231 h 800315"/>
                <a:gd name="connsiteX1000" fmla="*/ 739031 w 822241"/>
                <a:gd name="connsiteY1000" fmla="*/ 369461 h 800315"/>
                <a:gd name="connsiteX1001" fmla="*/ 745061 w 822241"/>
                <a:gd name="connsiteY1001" fmla="*/ 361129 h 800315"/>
                <a:gd name="connsiteX1002" fmla="*/ 751858 w 822241"/>
                <a:gd name="connsiteY1002" fmla="*/ 353454 h 800315"/>
                <a:gd name="connsiteX1003" fmla="*/ 752954 w 822241"/>
                <a:gd name="connsiteY1003" fmla="*/ 351700 h 800315"/>
                <a:gd name="connsiteX1004" fmla="*/ 753831 w 822241"/>
                <a:gd name="connsiteY1004" fmla="*/ 349837 h 800315"/>
                <a:gd name="connsiteX1005" fmla="*/ 754708 w 822241"/>
                <a:gd name="connsiteY1005" fmla="*/ 347863 h 800315"/>
                <a:gd name="connsiteX1006" fmla="*/ 755476 w 822241"/>
                <a:gd name="connsiteY1006" fmla="*/ 345890 h 800315"/>
                <a:gd name="connsiteX1007" fmla="*/ 757340 w 822241"/>
                <a:gd name="connsiteY1007" fmla="*/ 342820 h 800315"/>
                <a:gd name="connsiteX1008" fmla="*/ 760081 w 822241"/>
                <a:gd name="connsiteY1008" fmla="*/ 340956 h 800315"/>
                <a:gd name="connsiteX1009" fmla="*/ 763041 w 822241"/>
                <a:gd name="connsiteY1009" fmla="*/ 339312 h 800315"/>
                <a:gd name="connsiteX1010" fmla="*/ 765672 w 822241"/>
                <a:gd name="connsiteY1010" fmla="*/ 337010 h 800315"/>
                <a:gd name="connsiteX1011" fmla="*/ 767097 w 822241"/>
                <a:gd name="connsiteY1011" fmla="*/ 334707 h 800315"/>
                <a:gd name="connsiteX1012" fmla="*/ 768412 w 822241"/>
                <a:gd name="connsiteY1012" fmla="*/ 332295 h 800315"/>
                <a:gd name="connsiteX1013" fmla="*/ 769728 w 822241"/>
                <a:gd name="connsiteY1013" fmla="*/ 329774 h 800315"/>
                <a:gd name="connsiteX1014" fmla="*/ 771044 w 822241"/>
                <a:gd name="connsiteY1014" fmla="*/ 327472 h 800315"/>
                <a:gd name="connsiteX1015" fmla="*/ 773785 w 822241"/>
                <a:gd name="connsiteY1015" fmla="*/ 325717 h 800315"/>
                <a:gd name="connsiteX1016" fmla="*/ 777512 w 822241"/>
                <a:gd name="connsiteY1016" fmla="*/ 325169 h 800315"/>
                <a:gd name="connsiteX1017" fmla="*/ 781568 w 822241"/>
                <a:gd name="connsiteY1017" fmla="*/ 325389 h 800315"/>
                <a:gd name="connsiteX1018" fmla="*/ 784748 w 822241"/>
                <a:gd name="connsiteY1018" fmla="*/ 325608 h 800315"/>
                <a:gd name="connsiteX1019" fmla="*/ 787598 w 822241"/>
                <a:gd name="connsiteY1019" fmla="*/ 325279 h 800315"/>
                <a:gd name="connsiteX1020" fmla="*/ 790339 w 822241"/>
                <a:gd name="connsiteY1020" fmla="*/ 324402 h 800315"/>
                <a:gd name="connsiteX1021" fmla="*/ 792970 w 822241"/>
                <a:gd name="connsiteY1021" fmla="*/ 323086 h 800315"/>
                <a:gd name="connsiteX1022" fmla="*/ 795382 w 822241"/>
                <a:gd name="connsiteY1022" fmla="*/ 321332 h 800315"/>
                <a:gd name="connsiteX1023" fmla="*/ 800644 w 822241"/>
                <a:gd name="connsiteY1023" fmla="*/ 316837 h 800315"/>
                <a:gd name="connsiteX1024" fmla="*/ 805358 w 822241"/>
                <a:gd name="connsiteY1024" fmla="*/ 312233 h 800315"/>
                <a:gd name="connsiteX1025" fmla="*/ 809525 w 822241"/>
                <a:gd name="connsiteY1025" fmla="*/ 307080 h 800315"/>
                <a:gd name="connsiteX1026" fmla="*/ 813033 w 822241"/>
                <a:gd name="connsiteY1026" fmla="*/ 300940 h 800315"/>
                <a:gd name="connsiteX1027" fmla="*/ 813910 w 822241"/>
                <a:gd name="connsiteY1027" fmla="*/ 296994 h 800315"/>
                <a:gd name="connsiteX1028" fmla="*/ 814239 w 822241"/>
                <a:gd name="connsiteY1028" fmla="*/ 292828 h 800315"/>
                <a:gd name="connsiteX1029" fmla="*/ 813910 w 822241"/>
                <a:gd name="connsiteY1029" fmla="*/ 288771 h 800315"/>
                <a:gd name="connsiteX1030" fmla="*/ 812594 w 822241"/>
                <a:gd name="connsiteY1030" fmla="*/ 284825 h 800315"/>
                <a:gd name="connsiteX1031" fmla="*/ 808757 w 822241"/>
                <a:gd name="connsiteY1031" fmla="*/ 278356 h 800315"/>
                <a:gd name="connsiteX1032" fmla="*/ 804043 w 822241"/>
                <a:gd name="connsiteY1032" fmla="*/ 272107 h 800315"/>
                <a:gd name="connsiteX1033" fmla="*/ 800315 w 822241"/>
                <a:gd name="connsiteY1033" fmla="*/ 265420 h 800315"/>
                <a:gd name="connsiteX1034" fmla="*/ 799767 w 822241"/>
                <a:gd name="connsiteY1034" fmla="*/ 257636 h 800315"/>
                <a:gd name="connsiteX1035" fmla="*/ 804701 w 822241"/>
                <a:gd name="connsiteY1035" fmla="*/ 251058 h 800315"/>
                <a:gd name="connsiteX1036" fmla="*/ 812923 w 822241"/>
                <a:gd name="connsiteY1036" fmla="*/ 245576 h 800315"/>
                <a:gd name="connsiteX1037" fmla="*/ 819830 w 822241"/>
                <a:gd name="connsiteY1037" fmla="*/ 240095 h 800315"/>
                <a:gd name="connsiteX1038" fmla="*/ 820707 w 822241"/>
                <a:gd name="connsiteY1038" fmla="*/ 233407 h 800315"/>
                <a:gd name="connsiteX1039" fmla="*/ 817966 w 822241"/>
                <a:gd name="connsiteY1039" fmla="*/ 229022 h 800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</a:cxnLst>
              <a:rect l="l" t="t" r="r" b="b"/>
              <a:pathLst>
                <a:path w="822241" h="800315">
                  <a:moveTo>
                    <a:pt x="814677" y="224746"/>
                  </a:moveTo>
                  <a:lnTo>
                    <a:pt x="811827" y="220251"/>
                  </a:lnTo>
                  <a:lnTo>
                    <a:pt x="810292" y="215208"/>
                  </a:lnTo>
                  <a:lnTo>
                    <a:pt x="811608" y="210275"/>
                  </a:lnTo>
                  <a:lnTo>
                    <a:pt x="815226" y="205341"/>
                  </a:lnTo>
                  <a:lnTo>
                    <a:pt x="819611" y="200737"/>
                  </a:lnTo>
                  <a:lnTo>
                    <a:pt x="823229" y="197009"/>
                  </a:lnTo>
                  <a:lnTo>
                    <a:pt x="822681" y="192295"/>
                  </a:lnTo>
                  <a:lnTo>
                    <a:pt x="821694" y="189554"/>
                  </a:lnTo>
                  <a:lnTo>
                    <a:pt x="819501" y="188567"/>
                  </a:lnTo>
                  <a:lnTo>
                    <a:pt x="815554" y="189335"/>
                  </a:lnTo>
                  <a:lnTo>
                    <a:pt x="811936" y="188567"/>
                  </a:lnTo>
                  <a:lnTo>
                    <a:pt x="809086" y="185388"/>
                  </a:lnTo>
                  <a:lnTo>
                    <a:pt x="806236" y="181332"/>
                  </a:lnTo>
                  <a:lnTo>
                    <a:pt x="803056" y="178043"/>
                  </a:lnTo>
                  <a:lnTo>
                    <a:pt x="800425" y="176289"/>
                  </a:lnTo>
                  <a:lnTo>
                    <a:pt x="797794" y="174315"/>
                  </a:lnTo>
                  <a:lnTo>
                    <a:pt x="794944" y="172671"/>
                  </a:lnTo>
                  <a:lnTo>
                    <a:pt x="792093" y="171465"/>
                  </a:lnTo>
                  <a:lnTo>
                    <a:pt x="789242" y="171246"/>
                  </a:lnTo>
                  <a:lnTo>
                    <a:pt x="786283" y="171575"/>
                  </a:lnTo>
                  <a:lnTo>
                    <a:pt x="783213" y="172232"/>
                  </a:lnTo>
                  <a:lnTo>
                    <a:pt x="780362" y="172561"/>
                  </a:lnTo>
                  <a:lnTo>
                    <a:pt x="775210" y="171355"/>
                  </a:lnTo>
                  <a:lnTo>
                    <a:pt x="770824" y="168176"/>
                  </a:lnTo>
                  <a:lnTo>
                    <a:pt x="766658" y="164448"/>
                  </a:lnTo>
                  <a:lnTo>
                    <a:pt x="762273" y="161159"/>
                  </a:lnTo>
                  <a:lnTo>
                    <a:pt x="761506" y="160721"/>
                  </a:lnTo>
                  <a:lnTo>
                    <a:pt x="760738" y="160392"/>
                  </a:lnTo>
                  <a:lnTo>
                    <a:pt x="760081" y="160063"/>
                  </a:lnTo>
                  <a:lnTo>
                    <a:pt x="759203" y="159734"/>
                  </a:lnTo>
                  <a:lnTo>
                    <a:pt x="758765" y="160392"/>
                  </a:lnTo>
                  <a:lnTo>
                    <a:pt x="758217" y="161159"/>
                  </a:lnTo>
                  <a:lnTo>
                    <a:pt x="757778" y="161817"/>
                  </a:lnTo>
                  <a:lnTo>
                    <a:pt x="757449" y="162585"/>
                  </a:lnTo>
                  <a:lnTo>
                    <a:pt x="753612" y="168505"/>
                  </a:lnTo>
                  <a:lnTo>
                    <a:pt x="750104" y="172781"/>
                  </a:lnTo>
                  <a:lnTo>
                    <a:pt x="745828" y="175850"/>
                  </a:lnTo>
                  <a:lnTo>
                    <a:pt x="739470" y="177824"/>
                  </a:lnTo>
                  <a:lnTo>
                    <a:pt x="735194" y="180126"/>
                  </a:lnTo>
                  <a:lnTo>
                    <a:pt x="732344" y="183744"/>
                  </a:lnTo>
                  <a:lnTo>
                    <a:pt x="729164" y="187142"/>
                  </a:lnTo>
                  <a:lnTo>
                    <a:pt x="723902" y="188896"/>
                  </a:lnTo>
                  <a:lnTo>
                    <a:pt x="719078" y="191747"/>
                  </a:lnTo>
                  <a:lnTo>
                    <a:pt x="717214" y="196571"/>
                  </a:lnTo>
                  <a:lnTo>
                    <a:pt x="716447" y="202162"/>
                  </a:lnTo>
                  <a:lnTo>
                    <a:pt x="715679" y="207753"/>
                  </a:lnTo>
                  <a:lnTo>
                    <a:pt x="713048" y="212467"/>
                  </a:lnTo>
                  <a:lnTo>
                    <a:pt x="709321" y="214331"/>
                  </a:lnTo>
                  <a:lnTo>
                    <a:pt x="704826" y="215427"/>
                  </a:lnTo>
                  <a:lnTo>
                    <a:pt x="700112" y="217401"/>
                  </a:lnTo>
                  <a:lnTo>
                    <a:pt x="695836" y="221019"/>
                  </a:lnTo>
                  <a:lnTo>
                    <a:pt x="691999" y="224856"/>
                  </a:lnTo>
                  <a:lnTo>
                    <a:pt x="688052" y="228583"/>
                  </a:lnTo>
                  <a:lnTo>
                    <a:pt x="683228" y="231434"/>
                  </a:lnTo>
                  <a:lnTo>
                    <a:pt x="677747" y="232969"/>
                  </a:lnTo>
                  <a:lnTo>
                    <a:pt x="672375" y="233078"/>
                  </a:lnTo>
                  <a:lnTo>
                    <a:pt x="666893" y="232420"/>
                  </a:lnTo>
                  <a:lnTo>
                    <a:pt x="661192" y="231653"/>
                  </a:lnTo>
                  <a:lnTo>
                    <a:pt x="655053" y="230776"/>
                  </a:lnTo>
                  <a:lnTo>
                    <a:pt x="648913" y="229789"/>
                  </a:lnTo>
                  <a:lnTo>
                    <a:pt x="642774" y="228693"/>
                  </a:lnTo>
                  <a:lnTo>
                    <a:pt x="636635" y="227926"/>
                  </a:lnTo>
                  <a:lnTo>
                    <a:pt x="627535" y="225514"/>
                  </a:lnTo>
                  <a:lnTo>
                    <a:pt x="619971" y="220909"/>
                  </a:lnTo>
                  <a:lnTo>
                    <a:pt x="612735" y="215647"/>
                  </a:lnTo>
                  <a:lnTo>
                    <a:pt x="604622" y="211371"/>
                  </a:lnTo>
                  <a:lnTo>
                    <a:pt x="598482" y="210384"/>
                  </a:lnTo>
                  <a:lnTo>
                    <a:pt x="591685" y="211810"/>
                  </a:lnTo>
                  <a:lnTo>
                    <a:pt x="584888" y="214222"/>
                  </a:lnTo>
                  <a:lnTo>
                    <a:pt x="578968" y="216524"/>
                  </a:lnTo>
                  <a:lnTo>
                    <a:pt x="578420" y="218936"/>
                  </a:lnTo>
                  <a:lnTo>
                    <a:pt x="577981" y="221348"/>
                  </a:lnTo>
                  <a:lnTo>
                    <a:pt x="577543" y="223759"/>
                  </a:lnTo>
                  <a:lnTo>
                    <a:pt x="576995" y="226171"/>
                  </a:lnTo>
                  <a:lnTo>
                    <a:pt x="575898" y="230776"/>
                  </a:lnTo>
                  <a:lnTo>
                    <a:pt x="574583" y="236477"/>
                  </a:lnTo>
                  <a:lnTo>
                    <a:pt x="574254" y="242068"/>
                  </a:lnTo>
                  <a:lnTo>
                    <a:pt x="575898" y="246234"/>
                  </a:lnTo>
                  <a:lnTo>
                    <a:pt x="579845" y="247330"/>
                  </a:lnTo>
                  <a:lnTo>
                    <a:pt x="582695" y="248865"/>
                  </a:lnTo>
                  <a:lnTo>
                    <a:pt x="585436" y="250729"/>
                  </a:lnTo>
                  <a:lnTo>
                    <a:pt x="588725" y="252702"/>
                  </a:lnTo>
                  <a:lnTo>
                    <a:pt x="592233" y="253360"/>
                  </a:lnTo>
                  <a:lnTo>
                    <a:pt x="596071" y="253031"/>
                  </a:lnTo>
                  <a:lnTo>
                    <a:pt x="599689" y="252922"/>
                  </a:lnTo>
                  <a:lnTo>
                    <a:pt x="602649" y="254566"/>
                  </a:lnTo>
                  <a:lnTo>
                    <a:pt x="603855" y="261692"/>
                  </a:lnTo>
                  <a:lnTo>
                    <a:pt x="601333" y="271559"/>
                  </a:lnTo>
                  <a:lnTo>
                    <a:pt x="597277" y="281426"/>
                  </a:lnTo>
                  <a:lnTo>
                    <a:pt x="594316" y="288442"/>
                  </a:lnTo>
                  <a:lnTo>
                    <a:pt x="593987" y="289100"/>
                  </a:lnTo>
                  <a:lnTo>
                    <a:pt x="593659" y="289758"/>
                  </a:lnTo>
                  <a:lnTo>
                    <a:pt x="593220" y="290416"/>
                  </a:lnTo>
                  <a:lnTo>
                    <a:pt x="592782" y="290964"/>
                  </a:lnTo>
                  <a:lnTo>
                    <a:pt x="591028" y="292718"/>
                  </a:lnTo>
                  <a:lnTo>
                    <a:pt x="588835" y="293595"/>
                  </a:lnTo>
                  <a:lnTo>
                    <a:pt x="586533" y="294034"/>
                  </a:lnTo>
                  <a:lnTo>
                    <a:pt x="584230" y="295020"/>
                  </a:lnTo>
                  <a:lnTo>
                    <a:pt x="583024" y="296226"/>
                  </a:lnTo>
                  <a:lnTo>
                    <a:pt x="582038" y="297652"/>
                  </a:lnTo>
                  <a:lnTo>
                    <a:pt x="580941" y="299077"/>
                  </a:lnTo>
                  <a:lnTo>
                    <a:pt x="579516" y="300283"/>
                  </a:lnTo>
                  <a:lnTo>
                    <a:pt x="577323" y="302804"/>
                  </a:lnTo>
                  <a:lnTo>
                    <a:pt x="576885" y="306422"/>
                  </a:lnTo>
                  <a:lnTo>
                    <a:pt x="576337" y="309821"/>
                  </a:lnTo>
                  <a:lnTo>
                    <a:pt x="573815" y="312013"/>
                  </a:lnTo>
                  <a:lnTo>
                    <a:pt x="569540" y="312452"/>
                  </a:lnTo>
                  <a:lnTo>
                    <a:pt x="569101" y="310479"/>
                  </a:lnTo>
                  <a:lnTo>
                    <a:pt x="570197" y="307409"/>
                  </a:lnTo>
                  <a:lnTo>
                    <a:pt x="570636" y="304778"/>
                  </a:lnTo>
                  <a:lnTo>
                    <a:pt x="568224" y="302256"/>
                  </a:lnTo>
                  <a:lnTo>
                    <a:pt x="564825" y="303024"/>
                  </a:lnTo>
                  <a:lnTo>
                    <a:pt x="561317" y="305435"/>
                  </a:lnTo>
                  <a:lnTo>
                    <a:pt x="558796" y="308067"/>
                  </a:lnTo>
                  <a:lnTo>
                    <a:pt x="554191" y="312013"/>
                  </a:lnTo>
                  <a:lnTo>
                    <a:pt x="548490" y="314754"/>
                  </a:lnTo>
                  <a:lnTo>
                    <a:pt x="542461" y="315960"/>
                  </a:lnTo>
                  <a:lnTo>
                    <a:pt x="536431" y="315631"/>
                  </a:lnTo>
                  <a:lnTo>
                    <a:pt x="531936" y="314206"/>
                  </a:lnTo>
                  <a:lnTo>
                    <a:pt x="527002" y="312781"/>
                  </a:lnTo>
                  <a:lnTo>
                    <a:pt x="522946" y="313439"/>
                  </a:lnTo>
                  <a:lnTo>
                    <a:pt x="520753" y="318153"/>
                  </a:lnTo>
                  <a:lnTo>
                    <a:pt x="520863" y="321661"/>
                  </a:lnTo>
                  <a:lnTo>
                    <a:pt x="520972" y="325169"/>
                  </a:lnTo>
                  <a:lnTo>
                    <a:pt x="521082" y="328568"/>
                  </a:lnTo>
                  <a:lnTo>
                    <a:pt x="521192" y="332076"/>
                  </a:lnTo>
                  <a:lnTo>
                    <a:pt x="521850" y="338873"/>
                  </a:lnTo>
                  <a:lnTo>
                    <a:pt x="522617" y="348740"/>
                  </a:lnTo>
                  <a:lnTo>
                    <a:pt x="522398" y="358497"/>
                  </a:lnTo>
                  <a:lnTo>
                    <a:pt x="519986" y="364637"/>
                  </a:lnTo>
                  <a:lnTo>
                    <a:pt x="515381" y="365295"/>
                  </a:lnTo>
                  <a:lnTo>
                    <a:pt x="510229" y="362006"/>
                  </a:lnTo>
                  <a:lnTo>
                    <a:pt x="504857" y="358497"/>
                  </a:lnTo>
                  <a:lnTo>
                    <a:pt x="500142" y="358169"/>
                  </a:lnTo>
                  <a:lnTo>
                    <a:pt x="493455" y="359813"/>
                  </a:lnTo>
                  <a:lnTo>
                    <a:pt x="486109" y="357401"/>
                  </a:lnTo>
                  <a:lnTo>
                    <a:pt x="478874" y="353235"/>
                  </a:lnTo>
                  <a:lnTo>
                    <a:pt x="472734" y="349508"/>
                  </a:lnTo>
                  <a:lnTo>
                    <a:pt x="471309" y="348740"/>
                  </a:lnTo>
                  <a:lnTo>
                    <a:pt x="469774" y="347973"/>
                  </a:lnTo>
                  <a:lnTo>
                    <a:pt x="468349" y="347205"/>
                  </a:lnTo>
                  <a:lnTo>
                    <a:pt x="466924" y="346438"/>
                  </a:lnTo>
                  <a:lnTo>
                    <a:pt x="463525" y="344464"/>
                  </a:lnTo>
                  <a:lnTo>
                    <a:pt x="460127" y="342491"/>
                  </a:lnTo>
                  <a:lnTo>
                    <a:pt x="456509" y="340847"/>
                  </a:lnTo>
                  <a:lnTo>
                    <a:pt x="452781" y="339970"/>
                  </a:lnTo>
                  <a:lnTo>
                    <a:pt x="449492" y="339970"/>
                  </a:lnTo>
                  <a:lnTo>
                    <a:pt x="446423" y="340518"/>
                  </a:lnTo>
                  <a:lnTo>
                    <a:pt x="443243" y="340737"/>
                  </a:lnTo>
                  <a:lnTo>
                    <a:pt x="440173" y="339970"/>
                  </a:lnTo>
                  <a:lnTo>
                    <a:pt x="437104" y="337448"/>
                  </a:lnTo>
                  <a:lnTo>
                    <a:pt x="434582" y="334817"/>
                  </a:lnTo>
                  <a:lnTo>
                    <a:pt x="431622" y="332844"/>
                  </a:lnTo>
                  <a:lnTo>
                    <a:pt x="427785" y="332405"/>
                  </a:lnTo>
                  <a:lnTo>
                    <a:pt x="423729" y="332734"/>
                  </a:lnTo>
                  <a:lnTo>
                    <a:pt x="419453" y="333392"/>
                  </a:lnTo>
                  <a:lnTo>
                    <a:pt x="415177" y="333501"/>
                  </a:lnTo>
                  <a:lnTo>
                    <a:pt x="411340" y="332515"/>
                  </a:lnTo>
                  <a:lnTo>
                    <a:pt x="408490" y="330103"/>
                  </a:lnTo>
                  <a:lnTo>
                    <a:pt x="407722" y="327472"/>
                  </a:lnTo>
                  <a:lnTo>
                    <a:pt x="407503" y="324292"/>
                  </a:lnTo>
                  <a:lnTo>
                    <a:pt x="406188" y="320565"/>
                  </a:lnTo>
                  <a:lnTo>
                    <a:pt x="403008" y="318372"/>
                  </a:lnTo>
                  <a:lnTo>
                    <a:pt x="398842" y="319359"/>
                  </a:lnTo>
                  <a:lnTo>
                    <a:pt x="394676" y="321771"/>
                  </a:lnTo>
                  <a:lnTo>
                    <a:pt x="391168" y="324073"/>
                  </a:lnTo>
                  <a:lnTo>
                    <a:pt x="386673" y="326266"/>
                  </a:lnTo>
                  <a:lnTo>
                    <a:pt x="384590" y="326046"/>
                  </a:lnTo>
                  <a:lnTo>
                    <a:pt x="384042" y="323415"/>
                  </a:lnTo>
                  <a:lnTo>
                    <a:pt x="384261" y="318372"/>
                  </a:lnTo>
                  <a:lnTo>
                    <a:pt x="384261" y="313877"/>
                  </a:lnTo>
                  <a:lnTo>
                    <a:pt x="384700" y="311575"/>
                  </a:lnTo>
                  <a:lnTo>
                    <a:pt x="386015" y="309930"/>
                  </a:lnTo>
                  <a:lnTo>
                    <a:pt x="389085" y="307628"/>
                  </a:lnTo>
                  <a:lnTo>
                    <a:pt x="391058" y="304778"/>
                  </a:lnTo>
                  <a:lnTo>
                    <a:pt x="392264" y="301050"/>
                  </a:lnTo>
                  <a:lnTo>
                    <a:pt x="392813" y="296884"/>
                  </a:lnTo>
                  <a:lnTo>
                    <a:pt x="393032" y="293266"/>
                  </a:lnTo>
                  <a:lnTo>
                    <a:pt x="392374" y="285592"/>
                  </a:lnTo>
                  <a:lnTo>
                    <a:pt x="391058" y="278247"/>
                  </a:lnTo>
                  <a:lnTo>
                    <a:pt x="389195" y="271121"/>
                  </a:lnTo>
                  <a:lnTo>
                    <a:pt x="387111" y="263666"/>
                  </a:lnTo>
                  <a:lnTo>
                    <a:pt x="391387" y="265858"/>
                  </a:lnTo>
                  <a:lnTo>
                    <a:pt x="395882" y="269038"/>
                  </a:lnTo>
                  <a:lnTo>
                    <a:pt x="400487" y="271450"/>
                  </a:lnTo>
                  <a:lnTo>
                    <a:pt x="404872" y="271669"/>
                  </a:lnTo>
                  <a:lnTo>
                    <a:pt x="408380" y="269257"/>
                  </a:lnTo>
                  <a:lnTo>
                    <a:pt x="411121" y="265200"/>
                  </a:lnTo>
                  <a:lnTo>
                    <a:pt x="413204" y="260596"/>
                  </a:lnTo>
                  <a:lnTo>
                    <a:pt x="415177" y="256540"/>
                  </a:lnTo>
                  <a:lnTo>
                    <a:pt x="419672" y="253031"/>
                  </a:lnTo>
                  <a:lnTo>
                    <a:pt x="425264" y="250729"/>
                  </a:lnTo>
                  <a:lnTo>
                    <a:pt x="429430" y="247769"/>
                  </a:lnTo>
                  <a:lnTo>
                    <a:pt x="429978" y="242507"/>
                  </a:lnTo>
                  <a:lnTo>
                    <a:pt x="429868" y="235819"/>
                  </a:lnTo>
                  <a:lnTo>
                    <a:pt x="429759" y="227377"/>
                  </a:lnTo>
                  <a:lnTo>
                    <a:pt x="428881" y="219155"/>
                  </a:lnTo>
                  <a:lnTo>
                    <a:pt x="426469" y="213344"/>
                  </a:lnTo>
                  <a:lnTo>
                    <a:pt x="424935" y="207863"/>
                  </a:lnTo>
                  <a:lnTo>
                    <a:pt x="428004" y="202052"/>
                  </a:lnTo>
                  <a:lnTo>
                    <a:pt x="433047" y="196680"/>
                  </a:lnTo>
                  <a:lnTo>
                    <a:pt x="437762" y="192514"/>
                  </a:lnTo>
                  <a:lnTo>
                    <a:pt x="441489" y="189006"/>
                  </a:lnTo>
                  <a:lnTo>
                    <a:pt x="445217" y="185388"/>
                  </a:lnTo>
                  <a:lnTo>
                    <a:pt x="448944" y="181880"/>
                  </a:lnTo>
                  <a:lnTo>
                    <a:pt x="452781" y="178481"/>
                  </a:lnTo>
                  <a:lnTo>
                    <a:pt x="455084" y="177495"/>
                  </a:lnTo>
                  <a:lnTo>
                    <a:pt x="457496" y="176837"/>
                  </a:lnTo>
                  <a:lnTo>
                    <a:pt x="459907" y="176508"/>
                  </a:lnTo>
                  <a:lnTo>
                    <a:pt x="462429" y="176508"/>
                  </a:lnTo>
                  <a:lnTo>
                    <a:pt x="464841" y="176289"/>
                  </a:lnTo>
                  <a:lnTo>
                    <a:pt x="467143" y="175521"/>
                  </a:lnTo>
                  <a:lnTo>
                    <a:pt x="469117" y="174096"/>
                  </a:lnTo>
                  <a:lnTo>
                    <a:pt x="470761" y="172123"/>
                  </a:lnTo>
                  <a:lnTo>
                    <a:pt x="474817" y="166531"/>
                  </a:lnTo>
                  <a:lnTo>
                    <a:pt x="479751" y="165983"/>
                  </a:lnTo>
                  <a:lnTo>
                    <a:pt x="485452" y="167518"/>
                  </a:lnTo>
                  <a:lnTo>
                    <a:pt x="491372" y="168176"/>
                  </a:lnTo>
                  <a:lnTo>
                    <a:pt x="495099" y="167628"/>
                  </a:lnTo>
                  <a:lnTo>
                    <a:pt x="498388" y="166203"/>
                  </a:lnTo>
                  <a:lnTo>
                    <a:pt x="501020" y="163791"/>
                  </a:lnTo>
                  <a:lnTo>
                    <a:pt x="502774" y="160282"/>
                  </a:lnTo>
                  <a:lnTo>
                    <a:pt x="504528" y="154691"/>
                  </a:lnTo>
                  <a:lnTo>
                    <a:pt x="506282" y="151512"/>
                  </a:lnTo>
                  <a:lnTo>
                    <a:pt x="509132" y="149538"/>
                  </a:lnTo>
                  <a:lnTo>
                    <a:pt x="514175" y="147675"/>
                  </a:lnTo>
                  <a:lnTo>
                    <a:pt x="515052" y="145263"/>
                  </a:lnTo>
                  <a:lnTo>
                    <a:pt x="515491" y="142522"/>
                  </a:lnTo>
                  <a:lnTo>
                    <a:pt x="515381" y="139781"/>
                  </a:lnTo>
                  <a:lnTo>
                    <a:pt x="514833" y="137150"/>
                  </a:lnTo>
                  <a:lnTo>
                    <a:pt x="511325" y="134957"/>
                  </a:lnTo>
                  <a:lnTo>
                    <a:pt x="508255" y="134848"/>
                  </a:lnTo>
                  <a:lnTo>
                    <a:pt x="506282" y="133751"/>
                  </a:lnTo>
                  <a:lnTo>
                    <a:pt x="505953" y="128928"/>
                  </a:lnTo>
                  <a:lnTo>
                    <a:pt x="506720" y="126625"/>
                  </a:lnTo>
                  <a:lnTo>
                    <a:pt x="508803" y="125968"/>
                  </a:lnTo>
                  <a:lnTo>
                    <a:pt x="511434" y="125748"/>
                  </a:lnTo>
                  <a:lnTo>
                    <a:pt x="513846" y="124981"/>
                  </a:lnTo>
                  <a:lnTo>
                    <a:pt x="516149" y="122679"/>
                  </a:lnTo>
                  <a:lnTo>
                    <a:pt x="518122" y="119609"/>
                  </a:lnTo>
                  <a:lnTo>
                    <a:pt x="519767" y="116210"/>
                  </a:lnTo>
                  <a:lnTo>
                    <a:pt x="521411" y="113141"/>
                  </a:lnTo>
                  <a:lnTo>
                    <a:pt x="522727" y="110290"/>
                  </a:lnTo>
                  <a:lnTo>
                    <a:pt x="524042" y="106453"/>
                  </a:lnTo>
                  <a:lnTo>
                    <a:pt x="524371" y="102726"/>
                  </a:lnTo>
                  <a:lnTo>
                    <a:pt x="523055" y="99656"/>
                  </a:lnTo>
                  <a:lnTo>
                    <a:pt x="520972" y="98779"/>
                  </a:lnTo>
                  <a:lnTo>
                    <a:pt x="518561" y="99108"/>
                  </a:lnTo>
                  <a:lnTo>
                    <a:pt x="516039" y="99985"/>
                  </a:lnTo>
                  <a:lnTo>
                    <a:pt x="513517" y="100314"/>
                  </a:lnTo>
                  <a:lnTo>
                    <a:pt x="512641" y="97682"/>
                  </a:lnTo>
                  <a:lnTo>
                    <a:pt x="512421" y="95380"/>
                  </a:lnTo>
                  <a:lnTo>
                    <a:pt x="511654" y="93516"/>
                  </a:lnTo>
                  <a:lnTo>
                    <a:pt x="509022" y="91981"/>
                  </a:lnTo>
                  <a:lnTo>
                    <a:pt x="505843" y="91872"/>
                  </a:lnTo>
                  <a:lnTo>
                    <a:pt x="501896" y="92968"/>
                  </a:lnTo>
                  <a:lnTo>
                    <a:pt x="497950" y="94393"/>
                  </a:lnTo>
                  <a:lnTo>
                    <a:pt x="494551" y="95270"/>
                  </a:lnTo>
                  <a:lnTo>
                    <a:pt x="494990" y="92530"/>
                  </a:lnTo>
                  <a:lnTo>
                    <a:pt x="495757" y="88583"/>
                  </a:lnTo>
                  <a:lnTo>
                    <a:pt x="496086" y="84965"/>
                  </a:lnTo>
                  <a:lnTo>
                    <a:pt x="495318" y="82992"/>
                  </a:lnTo>
                  <a:lnTo>
                    <a:pt x="492249" y="81128"/>
                  </a:lnTo>
                  <a:lnTo>
                    <a:pt x="489179" y="79154"/>
                  </a:lnTo>
                  <a:lnTo>
                    <a:pt x="486219" y="77071"/>
                  </a:lnTo>
                  <a:lnTo>
                    <a:pt x="483369" y="74988"/>
                  </a:lnTo>
                  <a:lnTo>
                    <a:pt x="476900" y="69945"/>
                  </a:lnTo>
                  <a:lnTo>
                    <a:pt x="470542" y="64793"/>
                  </a:lnTo>
                  <a:lnTo>
                    <a:pt x="464402" y="59530"/>
                  </a:lnTo>
                  <a:lnTo>
                    <a:pt x="458263" y="54049"/>
                  </a:lnTo>
                  <a:lnTo>
                    <a:pt x="457715" y="54816"/>
                  </a:lnTo>
                  <a:lnTo>
                    <a:pt x="457167" y="55584"/>
                  </a:lnTo>
                  <a:lnTo>
                    <a:pt x="456728" y="56461"/>
                  </a:lnTo>
                  <a:lnTo>
                    <a:pt x="456289" y="57338"/>
                  </a:lnTo>
                  <a:lnTo>
                    <a:pt x="454206" y="60956"/>
                  </a:lnTo>
                  <a:lnTo>
                    <a:pt x="452343" y="64683"/>
                  </a:lnTo>
                  <a:lnTo>
                    <a:pt x="450479" y="68520"/>
                  </a:lnTo>
                  <a:lnTo>
                    <a:pt x="448725" y="72357"/>
                  </a:lnTo>
                  <a:lnTo>
                    <a:pt x="447629" y="75098"/>
                  </a:lnTo>
                  <a:lnTo>
                    <a:pt x="447629" y="76743"/>
                  </a:lnTo>
                  <a:lnTo>
                    <a:pt x="448944" y="77620"/>
                  </a:lnTo>
                  <a:lnTo>
                    <a:pt x="451685" y="78606"/>
                  </a:lnTo>
                  <a:lnTo>
                    <a:pt x="453220" y="80032"/>
                  </a:lnTo>
                  <a:lnTo>
                    <a:pt x="453768" y="82115"/>
                  </a:lnTo>
                  <a:lnTo>
                    <a:pt x="454426" y="83869"/>
                  </a:lnTo>
                  <a:lnTo>
                    <a:pt x="456509" y="84636"/>
                  </a:lnTo>
                  <a:lnTo>
                    <a:pt x="458811" y="84855"/>
                  </a:lnTo>
                  <a:lnTo>
                    <a:pt x="460784" y="85732"/>
                  </a:lnTo>
                  <a:lnTo>
                    <a:pt x="461662" y="87267"/>
                  </a:lnTo>
                  <a:lnTo>
                    <a:pt x="461113" y="89679"/>
                  </a:lnTo>
                  <a:lnTo>
                    <a:pt x="459469" y="90775"/>
                  </a:lnTo>
                  <a:lnTo>
                    <a:pt x="457824" y="91762"/>
                  </a:lnTo>
                  <a:lnTo>
                    <a:pt x="456289" y="92749"/>
                  </a:lnTo>
                  <a:lnTo>
                    <a:pt x="454755" y="93955"/>
                  </a:lnTo>
                  <a:lnTo>
                    <a:pt x="452672" y="98779"/>
                  </a:lnTo>
                  <a:lnTo>
                    <a:pt x="452452" y="104260"/>
                  </a:lnTo>
                  <a:lnTo>
                    <a:pt x="451685" y="108646"/>
                  </a:lnTo>
                  <a:lnTo>
                    <a:pt x="447629" y="110180"/>
                  </a:lnTo>
                  <a:lnTo>
                    <a:pt x="443572" y="112263"/>
                  </a:lnTo>
                  <a:lnTo>
                    <a:pt x="440831" y="117745"/>
                  </a:lnTo>
                  <a:lnTo>
                    <a:pt x="438858" y="124213"/>
                  </a:lnTo>
                  <a:lnTo>
                    <a:pt x="436994" y="129257"/>
                  </a:lnTo>
                  <a:lnTo>
                    <a:pt x="435459" y="134957"/>
                  </a:lnTo>
                  <a:lnTo>
                    <a:pt x="433267" y="137150"/>
                  </a:lnTo>
                  <a:lnTo>
                    <a:pt x="432609" y="135067"/>
                  </a:lnTo>
                  <a:lnTo>
                    <a:pt x="431293" y="133422"/>
                  </a:lnTo>
                  <a:lnTo>
                    <a:pt x="429320" y="132545"/>
                  </a:lnTo>
                  <a:lnTo>
                    <a:pt x="426360" y="132765"/>
                  </a:lnTo>
                  <a:lnTo>
                    <a:pt x="419563" y="131449"/>
                  </a:lnTo>
                  <a:lnTo>
                    <a:pt x="417809" y="132107"/>
                  </a:lnTo>
                  <a:lnTo>
                    <a:pt x="414629" y="135944"/>
                  </a:lnTo>
                  <a:lnTo>
                    <a:pt x="412985" y="137369"/>
                  </a:lnTo>
                  <a:lnTo>
                    <a:pt x="410244" y="138685"/>
                  </a:lnTo>
                  <a:lnTo>
                    <a:pt x="405201" y="139672"/>
                  </a:lnTo>
                  <a:lnTo>
                    <a:pt x="402022" y="138685"/>
                  </a:lnTo>
                  <a:lnTo>
                    <a:pt x="398075" y="134519"/>
                  </a:lnTo>
                  <a:lnTo>
                    <a:pt x="398184" y="128599"/>
                  </a:lnTo>
                  <a:lnTo>
                    <a:pt x="399281" y="124542"/>
                  </a:lnTo>
                  <a:lnTo>
                    <a:pt x="401144" y="116978"/>
                  </a:lnTo>
                  <a:lnTo>
                    <a:pt x="401035" y="112812"/>
                  </a:lnTo>
                  <a:lnTo>
                    <a:pt x="400487" y="108755"/>
                  </a:lnTo>
                  <a:lnTo>
                    <a:pt x="399500" y="104699"/>
                  </a:lnTo>
                  <a:lnTo>
                    <a:pt x="398075" y="100862"/>
                  </a:lnTo>
                  <a:lnTo>
                    <a:pt x="397088" y="97902"/>
                  </a:lnTo>
                  <a:lnTo>
                    <a:pt x="397198" y="95380"/>
                  </a:lnTo>
                  <a:lnTo>
                    <a:pt x="397856" y="92749"/>
                  </a:lnTo>
                  <a:lnTo>
                    <a:pt x="398842" y="89570"/>
                  </a:lnTo>
                  <a:lnTo>
                    <a:pt x="400596" y="82443"/>
                  </a:lnTo>
                  <a:lnTo>
                    <a:pt x="403556" y="71480"/>
                  </a:lnTo>
                  <a:lnTo>
                    <a:pt x="407393" y="61833"/>
                  </a:lnTo>
                  <a:lnTo>
                    <a:pt x="411779" y="58763"/>
                  </a:lnTo>
                  <a:lnTo>
                    <a:pt x="411888" y="56790"/>
                  </a:lnTo>
                  <a:lnTo>
                    <a:pt x="411998" y="54597"/>
                  </a:lnTo>
                  <a:lnTo>
                    <a:pt x="411998" y="52404"/>
                  </a:lnTo>
                  <a:lnTo>
                    <a:pt x="411340" y="50650"/>
                  </a:lnTo>
                  <a:lnTo>
                    <a:pt x="410025" y="49992"/>
                  </a:lnTo>
                  <a:lnTo>
                    <a:pt x="407942" y="49773"/>
                  </a:lnTo>
                  <a:lnTo>
                    <a:pt x="405968" y="49444"/>
                  </a:lnTo>
                  <a:lnTo>
                    <a:pt x="404653" y="48457"/>
                  </a:lnTo>
                  <a:lnTo>
                    <a:pt x="404543" y="46046"/>
                  </a:lnTo>
                  <a:lnTo>
                    <a:pt x="405310" y="43524"/>
                  </a:lnTo>
                  <a:lnTo>
                    <a:pt x="405858" y="41112"/>
                  </a:lnTo>
                  <a:lnTo>
                    <a:pt x="404653" y="38810"/>
                  </a:lnTo>
                  <a:lnTo>
                    <a:pt x="402351" y="38262"/>
                  </a:lnTo>
                  <a:lnTo>
                    <a:pt x="398294" y="38262"/>
                  </a:lnTo>
                  <a:lnTo>
                    <a:pt x="394128" y="38262"/>
                  </a:lnTo>
                  <a:lnTo>
                    <a:pt x="391387" y="38152"/>
                  </a:lnTo>
                  <a:lnTo>
                    <a:pt x="390181" y="37056"/>
                  </a:lnTo>
                  <a:lnTo>
                    <a:pt x="389304" y="35630"/>
                  </a:lnTo>
                  <a:lnTo>
                    <a:pt x="388318" y="35082"/>
                  </a:lnTo>
                  <a:lnTo>
                    <a:pt x="386235" y="36617"/>
                  </a:lnTo>
                  <a:lnTo>
                    <a:pt x="381849" y="44949"/>
                  </a:lnTo>
                  <a:lnTo>
                    <a:pt x="379109" y="55364"/>
                  </a:lnTo>
                  <a:lnTo>
                    <a:pt x="377245" y="66218"/>
                  </a:lnTo>
                  <a:lnTo>
                    <a:pt x="375490" y="75646"/>
                  </a:lnTo>
                  <a:lnTo>
                    <a:pt x="372750" y="87158"/>
                  </a:lnTo>
                  <a:lnTo>
                    <a:pt x="370009" y="98669"/>
                  </a:lnTo>
                  <a:lnTo>
                    <a:pt x="367378" y="110180"/>
                  </a:lnTo>
                  <a:lnTo>
                    <a:pt x="364637" y="121692"/>
                  </a:lnTo>
                  <a:lnTo>
                    <a:pt x="364418" y="122679"/>
                  </a:lnTo>
                  <a:lnTo>
                    <a:pt x="364198" y="123665"/>
                  </a:lnTo>
                  <a:lnTo>
                    <a:pt x="364089" y="124542"/>
                  </a:lnTo>
                  <a:lnTo>
                    <a:pt x="363869" y="125529"/>
                  </a:lnTo>
                  <a:lnTo>
                    <a:pt x="362115" y="123665"/>
                  </a:lnTo>
                  <a:lnTo>
                    <a:pt x="360032" y="119609"/>
                  </a:lnTo>
                  <a:lnTo>
                    <a:pt x="358278" y="114895"/>
                  </a:lnTo>
                  <a:lnTo>
                    <a:pt x="357511" y="110838"/>
                  </a:lnTo>
                  <a:lnTo>
                    <a:pt x="356853" y="106891"/>
                  </a:lnTo>
                  <a:lnTo>
                    <a:pt x="356415" y="102945"/>
                  </a:lnTo>
                  <a:lnTo>
                    <a:pt x="355976" y="98998"/>
                  </a:lnTo>
                  <a:lnTo>
                    <a:pt x="355976" y="94942"/>
                  </a:lnTo>
                  <a:lnTo>
                    <a:pt x="356634" y="90556"/>
                  </a:lnTo>
                  <a:lnTo>
                    <a:pt x="358059" y="87377"/>
                  </a:lnTo>
                  <a:lnTo>
                    <a:pt x="359594" y="84417"/>
                  </a:lnTo>
                  <a:lnTo>
                    <a:pt x="361019" y="80580"/>
                  </a:lnTo>
                  <a:lnTo>
                    <a:pt x="361019" y="76962"/>
                  </a:lnTo>
                  <a:lnTo>
                    <a:pt x="360032" y="73892"/>
                  </a:lnTo>
                  <a:lnTo>
                    <a:pt x="358388" y="70932"/>
                  </a:lnTo>
                  <a:lnTo>
                    <a:pt x="356963" y="67862"/>
                  </a:lnTo>
                  <a:lnTo>
                    <a:pt x="356853" y="64573"/>
                  </a:lnTo>
                  <a:lnTo>
                    <a:pt x="358936" y="62600"/>
                  </a:lnTo>
                  <a:lnTo>
                    <a:pt x="361567" y="61065"/>
                  </a:lnTo>
                  <a:lnTo>
                    <a:pt x="363541" y="59421"/>
                  </a:lnTo>
                  <a:lnTo>
                    <a:pt x="364637" y="56461"/>
                  </a:lnTo>
                  <a:lnTo>
                    <a:pt x="364746" y="53281"/>
                  </a:lnTo>
                  <a:lnTo>
                    <a:pt x="364308" y="50102"/>
                  </a:lnTo>
                  <a:lnTo>
                    <a:pt x="363760" y="46813"/>
                  </a:lnTo>
                  <a:lnTo>
                    <a:pt x="363979" y="43086"/>
                  </a:lnTo>
                  <a:lnTo>
                    <a:pt x="365733" y="40564"/>
                  </a:lnTo>
                  <a:lnTo>
                    <a:pt x="368474" y="38700"/>
                  </a:lnTo>
                  <a:lnTo>
                    <a:pt x="371982" y="36508"/>
                  </a:lnTo>
                  <a:lnTo>
                    <a:pt x="375162" y="31355"/>
                  </a:lnTo>
                  <a:lnTo>
                    <a:pt x="376697" y="23461"/>
                  </a:lnTo>
                  <a:lnTo>
                    <a:pt x="377574" y="14910"/>
                  </a:lnTo>
                  <a:lnTo>
                    <a:pt x="378341" y="7784"/>
                  </a:lnTo>
                  <a:lnTo>
                    <a:pt x="368255" y="5810"/>
                  </a:lnTo>
                  <a:lnTo>
                    <a:pt x="358169" y="3947"/>
                  </a:lnTo>
                  <a:lnTo>
                    <a:pt x="348082" y="1973"/>
                  </a:lnTo>
                  <a:lnTo>
                    <a:pt x="337996" y="0"/>
                  </a:lnTo>
                  <a:lnTo>
                    <a:pt x="337777" y="7565"/>
                  </a:lnTo>
                  <a:lnTo>
                    <a:pt x="337448" y="15239"/>
                  </a:lnTo>
                  <a:lnTo>
                    <a:pt x="337119" y="22804"/>
                  </a:lnTo>
                  <a:lnTo>
                    <a:pt x="336790" y="30478"/>
                  </a:lnTo>
                  <a:lnTo>
                    <a:pt x="336352" y="37056"/>
                  </a:lnTo>
                  <a:lnTo>
                    <a:pt x="336352" y="41880"/>
                  </a:lnTo>
                  <a:lnTo>
                    <a:pt x="337887" y="45717"/>
                  </a:lnTo>
                  <a:lnTo>
                    <a:pt x="342272" y="49663"/>
                  </a:lnTo>
                  <a:lnTo>
                    <a:pt x="346986" y="53281"/>
                  </a:lnTo>
                  <a:lnTo>
                    <a:pt x="349069" y="56132"/>
                  </a:lnTo>
                  <a:lnTo>
                    <a:pt x="349289" y="59750"/>
                  </a:lnTo>
                  <a:lnTo>
                    <a:pt x="348192" y="65670"/>
                  </a:lnTo>
                  <a:lnTo>
                    <a:pt x="347425" y="70055"/>
                  </a:lnTo>
                  <a:lnTo>
                    <a:pt x="346548" y="74440"/>
                  </a:lnTo>
                  <a:lnTo>
                    <a:pt x="345780" y="78935"/>
                  </a:lnTo>
                  <a:lnTo>
                    <a:pt x="344903" y="83321"/>
                  </a:lnTo>
                  <a:lnTo>
                    <a:pt x="344136" y="85294"/>
                  </a:lnTo>
                  <a:lnTo>
                    <a:pt x="342820" y="86281"/>
                  </a:lnTo>
                  <a:lnTo>
                    <a:pt x="341066" y="86829"/>
                  </a:lnTo>
                  <a:lnTo>
                    <a:pt x="338764" y="87377"/>
                  </a:lnTo>
                  <a:lnTo>
                    <a:pt x="328897" y="89131"/>
                  </a:lnTo>
                  <a:lnTo>
                    <a:pt x="318701" y="89789"/>
                  </a:lnTo>
                  <a:lnTo>
                    <a:pt x="308724" y="90775"/>
                  </a:lnTo>
                  <a:lnTo>
                    <a:pt x="299296" y="93955"/>
                  </a:lnTo>
                  <a:lnTo>
                    <a:pt x="291841" y="97353"/>
                  </a:lnTo>
                  <a:lnTo>
                    <a:pt x="284496" y="100533"/>
                  </a:lnTo>
                  <a:lnTo>
                    <a:pt x="277041" y="103822"/>
                  </a:lnTo>
                  <a:lnTo>
                    <a:pt x="269695" y="107549"/>
                  </a:lnTo>
                  <a:lnTo>
                    <a:pt x="267174" y="114566"/>
                  </a:lnTo>
                  <a:lnTo>
                    <a:pt x="264652" y="121582"/>
                  </a:lnTo>
                  <a:lnTo>
                    <a:pt x="262131" y="128489"/>
                  </a:lnTo>
                  <a:lnTo>
                    <a:pt x="259609" y="135505"/>
                  </a:lnTo>
                  <a:lnTo>
                    <a:pt x="257197" y="141426"/>
                  </a:lnTo>
                  <a:lnTo>
                    <a:pt x="256211" y="145372"/>
                  </a:lnTo>
                  <a:lnTo>
                    <a:pt x="257307" y="148771"/>
                  </a:lnTo>
                  <a:lnTo>
                    <a:pt x="261363" y="152827"/>
                  </a:lnTo>
                  <a:lnTo>
                    <a:pt x="269367" y="159734"/>
                  </a:lnTo>
                  <a:lnTo>
                    <a:pt x="277041" y="166641"/>
                  </a:lnTo>
                  <a:lnTo>
                    <a:pt x="284715" y="173767"/>
                  </a:lnTo>
                  <a:lnTo>
                    <a:pt x="292170" y="181113"/>
                  </a:lnTo>
                  <a:lnTo>
                    <a:pt x="298309" y="187800"/>
                  </a:lnTo>
                  <a:lnTo>
                    <a:pt x="304230" y="194597"/>
                  </a:lnTo>
                  <a:lnTo>
                    <a:pt x="309821" y="201614"/>
                  </a:lnTo>
                  <a:lnTo>
                    <a:pt x="315302" y="208959"/>
                  </a:lnTo>
                  <a:lnTo>
                    <a:pt x="314535" y="211919"/>
                  </a:lnTo>
                  <a:lnTo>
                    <a:pt x="312342" y="217839"/>
                  </a:lnTo>
                  <a:lnTo>
                    <a:pt x="309821" y="224088"/>
                  </a:lnTo>
                  <a:lnTo>
                    <a:pt x="308286" y="228035"/>
                  </a:lnTo>
                  <a:lnTo>
                    <a:pt x="307299" y="231434"/>
                  </a:lnTo>
                  <a:lnTo>
                    <a:pt x="306313" y="234723"/>
                  </a:lnTo>
                  <a:lnTo>
                    <a:pt x="305545" y="238121"/>
                  </a:lnTo>
                  <a:lnTo>
                    <a:pt x="304997" y="241630"/>
                  </a:lnTo>
                  <a:lnTo>
                    <a:pt x="303572" y="248536"/>
                  </a:lnTo>
                  <a:lnTo>
                    <a:pt x="301050" y="254237"/>
                  </a:lnTo>
                  <a:lnTo>
                    <a:pt x="297652" y="259500"/>
                  </a:lnTo>
                  <a:lnTo>
                    <a:pt x="293266" y="264872"/>
                  </a:lnTo>
                  <a:lnTo>
                    <a:pt x="306203" y="272875"/>
                  </a:lnTo>
                  <a:lnTo>
                    <a:pt x="319249" y="280549"/>
                  </a:lnTo>
                  <a:lnTo>
                    <a:pt x="332295" y="288114"/>
                  </a:lnTo>
                  <a:lnTo>
                    <a:pt x="344136" y="294472"/>
                  </a:lnTo>
                  <a:lnTo>
                    <a:pt x="345670" y="295240"/>
                  </a:lnTo>
                  <a:lnTo>
                    <a:pt x="343259" y="297323"/>
                  </a:lnTo>
                  <a:lnTo>
                    <a:pt x="342162" y="301160"/>
                  </a:lnTo>
                  <a:lnTo>
                    <a:pt x="342053" y="310040"/>
                  </a:lnTo>
                  <a:lnTo>
                    <a:pt x="340956" y="313658"/>
                  </a:lnTo>
                  <a:lnTo>
                    <a:pt x="338106" y="317166"/>
                  </a:lnTo>
                  <a:lnTo>
                    <a:pt x="326923" y="327801"/>
                  </a:lnTo>
                  <a:lnTo>
                    <a:pt x="323086" y="330103"/>
                  </a:lnTo>
                  <a:lnTo>
                    <a:pt x="318482" y="330980"/>
                  </a:lnTo>
                  <a:lnTo>
                    <a:pt x="303133" y="331199"/>
                  </a:lnTo>
                  <a:lnTo>
                    <a:pt x="296117" y="332295"/>
                  </a:lnTo>
                  <a:lnTo>
                    <a:pt x="295020" y="332295"/>
                  </a:lnTo>
                  <a:lnTo>
                    <a:pt x="292389" y="335913"/>
                  </a:lnTo>
                  <a:lnTo>
                    <a:pt x="290525" y="338435"/>
                  </a:lnTo>
                  <a:lnTo>
                    <a:pt x="290964" y="342272"/>
                  </a:lnTo>
                  <a:lnTo>
                    <a:pt x="292499" y="347315"/>
                  </a:lnTo>
                  <a:lnTo>
                    <a:pt x="293376" y="351042"/>
                  </a:lnTo>
                  <a:lnTo>
                    <a:pt x="293924" y="355099"/>
                  </a:lnTo>
                  <a:lnTo>
                    <a:pt x="294253" y="359265"/>
                  </a:lnTo>
                  <a:lnTo>
                    <a:pt x="294582" y="363102"/>
                  </a:lnTo>
                  <a:lnTo>
                    <a:pt x="294582" y="363869"/>
                  </a:lnTo>
                  <a:lnTo>
                    <a:pt x="294582" y="364747"/>
                  </a:lnTo>
                  <a:lnTo>
                    <a:pt x="294472" y="365514"/>
                  </a:lnTo>
                  <a:lnTo>
                    <a:pt x="294472" y="366391"/>
                  </a:lnTo>
                  <a:lnTo>
                    <a:pt x="294034" y="370886"/>
                  </a:lnTo>
                  <a:lnTo>
                    <a:pt x="293705" y="375381"/>
                  </a:lnTo>
                  <a:lnTo>
                    <a:pt x="292828" y="379766"/>
                  </a:lnTo>
                  <a:lnTo>
                    <a:pt x="290745" y="383603"/>
                  </a:lnTo>
                  <a:lnTo>
                    <a:pt x="289758" y="385577"/>
                  </a:lnTo>
                  <a:lnTo>
                    <a:pt x="288771" y="387550"/>
                  </a:lnTo>
                  <a:lnTo>
                    <a:pt x="287675" y="389523"/>
                  </a:lnTo>
                  <a:lnTo>
                    <a:pt x="286579" y="391497"/>
                  </a:lnTo>
                  <a:lnTo>
                    <a:pt x="283509" y="397417"/>
                  </a:lnTo>
                  <a:lnTo>
                    <a:pt x="281316" y="403008"/>
                  </a:lnTo>
                  <a:lnTo>
                    <a:pt x="279891" y="409038"/>
                  </a:lnTo>
                  <a:lnTo>
                    <a:pt x="279014" y="416054"/>
                  </a:lnTo>
                  <a:lnTo>
                    <a:pt x="279014" y="422742"/>
                  </a:lnTo>
                  <a:lnTo>
                    <a:pt x="279014" y="426031"/>
                  </a:lnTo>
                  <a:lnTo>
                    <a:pt x="279233" y="429429"/>
                  </a:lnTo>
                  <a:lnTo>
                    <a:pt x="279343" y="430855"/>
                  </a:lnTo>
                  <a:lnTo>
                    <a:pt x="279233" y="432390"/>
                  </a:lnTo>
                  <a:lnTo>
                    <a:pt x="278904" y="433815"/>
                  </a:lnTo>
                  <a:lnTo>
                    <a:pt x="278466" y="435240"/>
                  </a:lnTo>
                  <a:lnTo>
                    <a:pt x="274410" y="432609"/>
                  </a:lnTo>
                  <a:lnTo>
                    <a:pt x="269586" y="430197"/>
                  </a:lnTo>
                  <a:lnTo>
                    <a:pt x="265200" y="427675"/>
                  </a:lnTo>
                  <a:lnTo>
                    <a:pt x="262789" y="424496"/>
                  </a:lnTo>
                  <a:lnTo>
                    <a:pt x="260267" y="420220"/>
                  </a:lnTo>
                  <a:lnTo>
                    <a:pt x="256430" y="417041"/>
                  </a:lnTo>
                  <a:lnTo>
                    <a:pt x="251935" y="414519"/>
                  </a:lnTo>
                  <a:lnTo>
                    <a:pt x="247550" y="412217"/>
                  </a:lnTo>
                  <a:lnTo>
                    <a:pt x="243603" y="409586"/>
                  </a:lnTo>
                  <a:lnTo>
                    <a:pt x="240533" y="406736"/>
                  </a:lnTo>
                  <a:lnTo>
                    <a:pt x="238012" y="403337"/>
                  </a:lnTo>
                  <a:lnTo>
                    <a:pt x="235600" y="399061"/>
                  </a:lnTo>
                  <a:lnTo>
                    <a:pt x="231653" y="393580"/>
                  </a:lnTo>
                  <a:lnTo>
                    <a:pt x="227597" y="391278"/>
                  </a:lnTo>
                  <a:lnTo>
                    <a:pt x="222773" y="390729"/>
                  </a:lnTo>
                  <a:lnTo>
                    <a:pt x="216853" y="390839"/>
                  </a:lnTo>
                  <a:lnTo>
                    <a:pt x="212358" y="390181"/>
                  </a:lnTo>
                  <a:lnTo>
                    <a:pt x="208740" y="387989"/>
                  </a:lnTo>
                  <a:lnTo>
                    <a:pt x="205560" y="384919"/>
                  </a:lnTo>
                  <a:lnTo>
                    <a:pt x="202381" y="381520"/>
                  </a:lnTo>
                  <a:lnTo>
                    <a:pt x="200737" y="380205"/>
                  </a:lnTo>
                  <a:lnTo>
                    <a:pt x="199092" y="378779"/>
                  </a:lnTo>
                  <a:lnTo>
                    <a:pt x="197557" y="377245"/>
                  </a:lnTo>
                  <a:lnTo>
                    <a:pt x="195913" y="375819"/>
                  </a:lnTo>
                  <a:lnTo>
                    <a:pt x="193172" y="373407"/>
                  </a:lnTo>
                  <a:lnTo>
                    <a:pt x="191308" y="371982"/>
                  </a:lnTo>
                  <a:lnTo>
                    <a:pt x="189116" y="370995"/>
                  </a:lnTo>
                  <a:lnTo>
                    <a:pt x="185279" y="370009"/>
                  </a:lnTo>
                  <a:lnTo>
                    <a:pt x="183415" y="369790"/>
                  </a:lnTo>
                  <a:lnTo>
                    <a:pt x="181441" y="369680"/>
                  </a:lnTo>
                  <a:lnTo>
                    <a:pt x="179468" y="369790"/>
                  </a:lnTo>
                  <a:lnTo>
                    <a:pt x="177604" y="370338"/>
                  </a:lnTo>
                  <a:lnTo>
                    <a:pt x="169163" y="375929"/>
                  </a:lnTo>
                  <a:lnTo>
                    <a:pt x="161159" y="382836"/>
                  </a:lnTo>
                  <a:lnTo>
                    <a:pt x="152608" y="388427"/>
                  </a:lnTo>
                  <a:lnTo>
                    <a:pt x="142741" y="390181"/>
                  </a:lnTo>
                  <a:lnTo>
                    <a:pt x="140987" y="389852"/>
                  </a:lnTo>
                  <a:lnTo>
                    <a:pt x="138904" y="389523"/>
                  </a:lnTo>
                  <a:lnTo>
                    <a:pt x="136821" y="389304"/>
                  </a:lnTo>
                  <a:lnTo>
                    <a:pt x="135177" y="389743"/>
                  </a:lnTo>
                  <a:lnTo>
                    <a:pt x="134190" y="390400"/>
                  </a:lnTo>
                  <a:lnTo>
                    <a:pt x="133313" y="391058"/>
                  </a:lnTo>
                  <a:lnTo>
                    <a:pt x="132326" y="391497"/>
                  </a:lnTo>
                  <a:lnTo>
                    <a:pt x="131120" y="391387"/>
                  </a:lnTo>
                  <a:lnTo>
                    <a:pt x="130353" y="390291"/>
                  </a:lnTo>
                  <a:lnTo>
                    <a:pt x="130024" y="388537"/>
                  </a:lnTo>
                  <a:lnTo>
                    <a:pt x="129037" y="387221"/>
                  </a:lnTo>
                  <a:lnTo>
                    <a:pt x="126406" y="387221"/>
                  </a:lnTo>
                  <a:lnTo>
                    <a:pt x="119061" y="391168"/>
                  </a:lnTo>
                  <a:lnTo>
                    <a:pt x="112812" y="396978"/>
                  </a:lnTo>
                  <a:lnTo>
                    <a:pt x="107549" y="403885"/>
                  </a:lnTo>
                  <a:lnTo>
                    <a:pt x="103164" y="411121"/>
                  </a:lnTo>
                  <a:lnTo>
                    <a:pt x="98888" y="417808"/>
                  </a:lnTo>
                  <a:lnTo>
                    <a:pt x="93845" y="424058"/>
                  </a:lnTo>
                  <a:lnTo>
                    <a:pt x="89022" y="430307"/>
                  </a:lnTo>
                  <a:lnTo>
                    <a:pt x="85075" y="437104"/>
                  </a:lnTo>
                  <a:lnTo>
                    <a:pt x="82882" y="438968"/>
                  </a:lnTo>
                  <a:lnTo>
                    <a:pt x="80360" y="439954"/>
                  </a:lnTo>
                  <a:lnTo>
                    <a:pt x="81786" y="443134"/>
                  </a:lnTo>
                  <a:lnTo>
                    <a:pt x="87706" y="446094"/>
                  </a:lnTo>
                  <a:lnTo>
                    <a:pt x="91543" y="450260"/>
                  </a:lnTo>
                  <a:lnTo>
                    <a:pt x="90995" y="457276"/>
                  </a:lnTo>
                  <a:lnTo>
                    <a:pt x="89679" y="461223"/>
                  </a:lnTo>
                  <a:lnTo>
                    <a:pt x="87377" y="463964"/>
                  </a:lnTo>
                  <a:lnTo>
                    <a:pt x="85075" y="466705"/>
                  </a:lnTo>
                  <a:lnTo>
                    <a:pt x="81128" y="468349"/>
                  </a:lnTo>
                  <a:lnTo>
                    <a:pt x="78387" y="472076"/>
                  </a:lnTo>
                  <a:lnTo>
                    <a:pt x="72906" y="475914"/>
                  </a:lnTo>
                  <a:lnTo>
                    <a:pt x="66766" y="476133"/>
                  </a:lnTo>
                  <a:lnTo>
                    <a:pt x="53062" y="477558"/>
                  </a:lnTo>
                  <a:lnTo>
                    <a:pt x="49773" y="479531"/>
                  </a:lnTo>
                  <a:lnTo>
                    <a:pt x="46923" y="480299"/>
                  </a:lnTo>
                  <a:lnTo>
                    <a:pt x="33109" y="480189"/>
                  </a:lnTo>
                  <a:lnTo>
                    <a:pt x="24229" y="481286"/>
                  </a:lnTo>
                  <a:lnTo>
                    <a:pt x="3070" y="494661"/>
                  </a:lnTo>
                  <a:lnTo>
                    <a:pt x="0" y="498169"/>
                  </a:lnTo>
                  <a:lnTo>
                    <a:pt x="1645" y="502773"/>
                  </a:lnTo>
                  <a:lnTo>
                    <a:pt x="4605" y="509571"/>
                  </a:lnTo>
                  <a:lnTo>
                    <a:pt x="8551" y="517793"/>
                  </a:lnTo>
                  <a:lnTo>
                    <a:pt x="13814" y="520534"/>
                  </a:lnTo>
                  <a:lnTo>
                    <a:pt x="17761" y="526235"/>
                  </a:lnTo>
                  <a:lnTo>
                    <a:pt x="20830" y="531936"/>
                  </a:lnTo>
                  <a:lnTo>
                    <a:pt x="22584" y="533580"/>
                  </a:lnTo>
                  <a:lnTo>
                    <a:pt x="25983" y="535663"/>
                  </a:lnTo>
                  <a:lnTo>
                    <a:pt x="27518" y="537637"/>
                  </a:lnTo>
                  <a:lnTo>
                    <a:pt x="28724" y="541145"/>
                  </a:lnTo>
                  <a:lnTo>
                    <a:pt x="30259" y="554849"/>
                  </a:lnTo>
                  <a:lnTo>
                    <a:pt x="30259" y="564058"/>
                  </a:lnTo>
                  <a:lnTo>
                    <a:pt x="30697" y="566360"/>
                  </a:lnTo>
                  <a:lnTo>
                    <a:pt x="32451" y="570307"/>
                  </a:lnTo>
                  <a:lnTo>
                    <a:pt x="32890" y="572609"/>
                  </a:lnTo>
                  <a:lnTo>
                    <a:pt x="34096" y="576446"/>
                  </a:lnTo>
                  <a:lnTo>
                    <a:pt x="45717" y="593439"/>
                  </a:lnTo>
                  <a:lnTo>
                    <a:pt x="50650" y="602648"/>
                  </a:lnTo>
                  <a:lnTo>
                    <a:pt x="53281" y="606157"/>
                  </a:lnTo>
                  <a:lnTo>
                    <a:pt x="58982" y="611200"/>
                  </a:lnTo>
                  <a:lnTo>
                    <a:pt x="61175" y="613941"/>
                  </a:lnTo>
                  <a:lnTo>
                    <a:pt x="62490" y="617668"/>
                  </a:lnTo>
                  <a:lnTo>
                    <a:pt x="68411" y="623917"/>
                  </a:lnTo>
                  <a:lnTo>
                    <a:pt x="78935" y="641787"/>
                  </a:lnTo>
                  <a:lnTo>
                    <a:pt x="88254" y="652641"/>
                  </a:lnTo>
                  <a:lnTo>
                    <a:pt x="100314" y="663275"/>
                  </a:lnTo>
                  <a:lnTo>
                    <a:pt x="104041" y="665906"/>
                  </a:lnTo>
                  <a:lnTo>
                    <a:pt x="107769" y="669743"/>
                  </a:lnTo>
                  <a:lnTo>
                    <a:pt x="109523" y="669963"/>
                  </a:lnTo>
                  <a:lnTo>
                    <a:pt x="112044" y="669195"/>
                  </a:lnTo>
                  <a:lnTo>
                    <a:pt x="114675" y="669414"/>
                  </a:lnTo>
                  <a:lnTo>
                    <a:pt x="120376" y="674457"/>
                  </a:lnTo>
                  <a:lnTo>
                    <a:pt x="120705" y="685969"/>
                  </a:lnTo>
                  <a:lnTo>
                    <a:pt x="121692" y="687285"/>
                  </a:lnTo>
                  <a:lnTo>
                    <a:pt x="123117" y="688600"/>
                  </a:lnTo>
                  <a:lnTo>
                    <a:pt x="124213" y="690245"/>
                  </a:lnTo>
                  <a:lnTo>
                    <a:pt x="124762" y="692437"/>
                  </a:lnTo>
                  <a:lnTo>
                    <a:pt x="123775" y="696275"/>
                  </a:lnTo>
                  <a:lnTo>
                    <a:pt x="123884" y="698029"/>
                  </a:lnTo>
                  <a:lnTo>
                    <a:pt x="129914" y="700550"/>
                  </a:lnTo>
                  <a:lnTo>
                    <a:pt x="131997" y="704826"/>
                  </a:lnTo>
                  <a:lnTo>
                    <a:pt x="134300" y="714473"/>
                  </a:lnTo>
                  <a:lnTo>
                    <a:pt x="138904" y="719955"/>
                  </a:lnTo>
                  <a:lnTo>
                    <a:pt x="146030" y="724998"/>
                  </a:lnTo>
                  <a:lnTo>
                    <a:pt x="161269" y="733001"/>
                  </a:lnTo>
                  <a:lnTo>
                    <a:pt x="162804" y="731137"/>
                  </a:lnTo>
                  <a:lnTo>
                    <a:pt x="164010" y="730809"/>
                  </a:lnTo>
                  <a:lnTo>
                    <a:pt x="165435" y="731247"/>
                  </a:lnTo>
                  <a:lnTo>
                    <a:pt x="167299" y="731466"/>
                  </a:lnTo>
                  <a:lnTo>
                    <a:pt x="168834" y="731137"/>
                  </a:lnTo>
                  <a:lnTo>
                    <a:pt x="172013" y="729274"/>
                  </a:lnTo>
                  <a:lnTo>
                    <a:pt x="173987" y="728835"/>
                  </a:lnTo>
                  <a:lnTo>
                    <a:pt x="176837" y="729822"/>
                  </a:lnTo>
                  <a:lnTo>
                    <a:pt x="177275" y="732234"/>
                  </a:lnTo>
                  <a:lnTo>
                    <a:pt x="176179" y="737825"/>
                  </a:lnTo>
                  <a:lnTo>
                    <a:pt x="175740" y="743416"/>
                  </a:lnTo>
                  <a:lnTo>
                    <a:pt x="177166" y="744403"/>
                  </a:lnTo>
                  <a:lnTo>
                    <a:pt x="181441" y="744293"/>
                  </a:lnTo>
                  <a:lnTo>
                    <a:pt x="186813" y="742978"/>
                  </a:lnTo>
                  <a:lnTo>
                    <a:pt x="188129" y="742868"/>
                  </a:lnTo>
                  <a:lnTo>
                    <a:pt x="190212" y="743526"/>
                  </a:lnTo>
                  <a:lnTo>
                    <a:pt x="190650" y="744513"/>
                  </a:lnTo>
                  <a:lnTo>
                    <a:pt x="190870" y="745718"/>
                  </a:lnTo>
                  <a:lnTo>
                    <a:pt x="192295" y="747144"/>
                  </a:lnTo>
                  <a:lnTo>
                    <a:pt x="194597" y="747582"/>
                  </a:lnTo>
                  <a:lnTo>
                    <a:pt x="196790" y="747363"/>
                  </a:lnTo>
                  <a:lnTo>
                    <a:pt x="198434" y="747911"/>
                  </a:lnTo>
                  <a:lnTo>
                    <a:pt x="198983" y="750652"/>
                  </a:lnTo>
                  <a:lnTo>
                    <a:pt x="199969" y="752845"/>
                  </a:lnTo>
                  <a:lnTo>
                    <a:pt x="202162" y="754379"/>
                  </a:lnTo>
                  <a:lnTo>
                    <a:pt x="209398" y="757888"/>
                  </a:lnTo>
                  <a:lnTo>
                    <a:pt x="217949" y="759971"/>
                  </a:lnTo>
                  <a:lnTo>
                    <a:pt x="217949" y="759971"/>
                  </a:lnTo>
                  <a:lnTo>
                    <a:pt x="218059" y="755147"/>
                  </a:lnTo>
                  <a:lnTo>
                    <a:pt x="220251" y="752406"/>
                  </a:lnTo>
                  <a:lnTo>
                    <a:pt x="223321" y="750213"/>
                  </a:lnTo>
                  <a:lnTo>
                    <a:pt x="226171" y="746815"/>
                  </a:lnTo>
                  <a:lnTo>
                    <a:pt x="228035" y="742101"/>
                  </a:lnTo>
                  <a:lnTo>
                    <a:pt x="229022" y="739360"/>
                  </a:lnTo>
                  <a:lnTo>
                    <a:pt x="231105" y="738373"/>
                  </a:lnTo>
                  <a:lnTo>
                    <a:pt x="236367" y="739250"/>
                  </a:lnTo>
                  <a:lnTo>
                    <a:pt x="237902" y="740347"/>
                  </a:lnTo>
                  <a:lnTo>
                    <a:pt x="239437" y="742210"/>
                  </a:lnTo>
                  <a:lnTo>
                    <a:pt x="241081" y="743307"/>
                  </a:lnTo>
                  <a:lnTo>
                    <a:pt x="242836" y="742430"/>
                  </a:lnTo>
                  <a:lnTo>
                    <a:pt x="243384" y="741114"/>
                  </a:lnTo>
                  <a:lnTo>
                    <a:pt x="243384" y="739579"/>
                  </a:lnTo>
                  <a:lnTo>
                    <a:pt x="243274" y="738044"/>
                  </a:lnTo>
                  <a:lnTo>
                    <a:pt x="243603" y="736729"/>
                  </a:lnTo>
                  <a:lnTo>
                    <a:pt x="244699" y="735523"/>
                  </a:lnTo>
                  <a:lnTo>
                    <a:pt x="246234" y="734426"/>
                  </a:lnTo>
                  <a:lnTo>
                    <a:pt x="247879" y="733549"/>
                  </a:lnTo>
                  <a:lnTo>
                    <a:pt x="249304" y="732563"/>
                  </a:lnTo>
                  <a:lnTo>
                    <a:pt x="251825" y="731247"/>
                  </a:lnTo>
                  <a:lnTo>
                    <a:pt x="253579" y="731685"/>
                  </a:lnTo>
                  <a:lnTo>
                    <a:pt x="255005" y="733111"/>
                  </a:lnTo>
                  <a:lnTo>
                    <a:pt x="256759" y="734646"/>
                  </a:lnTo>
                  <a:lnTo>
                    <a:pt x="258951" y="734865"/>
                  </a:lnTo>
                  <a:lnTo>
                    <a:pt x="261583" y="734097"/>
                  </a:lnTo>
                  <a:lnTo>
                    <a:pt x="264323" y="733111"/>
                  </a:lnTo>
                  <a:lnTo>
                    <a:pt x="266735" y="732563"/>
                  </a:lnTo>
                  <a:lnTo>
                    <a:pt x="268709" y="732344"/>
                  </a:lnTo>
                  <a:lnTo>
                    <a:pt x="270682" y="731905"/>
                  </a:lnTo>
                  <a:lnTo>
                    <a:pt x="272546" y="731357"/>
                  </a:lnTo>
                  <a:lnTo>
                    <a:pt x="274300" y="730480"/>
                  </a:lnTo>
                  <a:lnTo>
                    <a:pt x="277808" y="727739"/>
                  </a:lnTo>
                  <a:lnTo>
                    <a:pt x="280988" y="725656"/>
                  </a:lnTo>
                  <a:lnTo>
                    <a:pt x="284605" y="724450"/>
                  </a:lnTo>
                  <a:lnTo>
                    <a:pt x="288881" y="724779"/>
                  </a:lnTo>
                  <a:lnTo>
                    <a:pt x="292499" y="724450"/>
                  </a:lnTo>
                  <a:lnTo>
                    <a:pt x="294472" y="722148"/>
                  </a:lnTo>
                  <a:lnTo>
                    <a:pt x="295788" y="718530"/>
                  </a:lnTo>
                  <a:lnTo>
                    <a:pt x="297213" y="714254"/>
                  </a:lnTo>
                  <a:lnTo>
                    <a:pt x="299515" y="711404"/>
                  </a:lnTo>
                  <a:lnTo>
                    <a:pt x="302366" y="709979"/>
                  </a:lnTo>
                  <a:lnTo>
                    <a:pt x="304778" y="708334"/>
                  </a:lnTo>
                  <a:lnTo>
                    <a:pt x="305874" y="704497"/>
                  </a:lnTo>
                  <a:lnTo>
                    <a:pt x="306422" y="699454"/>
                  </a:lnTo>
                  <a:lnTo>
                    <a:pt x="308067" y="695946"/>
                  </a:lnTo>
                  <a:lnTo>
                    <a:pt x="310588" y="692876"/>
                  </a:lnTo>
                  <a:lnTo>
                    <a:pt x="314206" y="689258"/>
                  </a:lnTo>
                  <a:lnTo>
                    <a:pt x="316618" y="686846"/>
                  </a:lnTo>
                  <a:lnTo>
                    <a:pt x="319030" y="684325"/>
                  </a:lnTo>
                  <a:lnTo>
                    <a:pt x="321332" y="681913"/>
                  </a:lnTo>
                  <a:lnTo>
                    <a:pt x="323744" y="679501"/>
                  </a:lnTo>
                  <a:lnTo>
                    <a:pt x="323964" y="680268"/>
                  </a:lnTo>
                  <a:lnTo>
                    <a:pt x="324292" y="681145"/>
                  </a:lnTo>
                  <a:lnTo>
                    <a:pt x="324621" y="682022"/>
                  </a:lnTo>
                  <a:lnTo>
                    <a:pt x="324731" y="682790"/>
                  </a:lnTo>
                  <a:lnTo>
                    <a:pt x="324950" y="683996"/>
                  </a:lnTo>
                  <a:lnTo>
                    <a:pt x="325279" y="684982"/>
                  </a:lnTo>
                  <a:lnTo>
                    <a:pt x="325388" y="685750"/>
                  </a:lnTo>
                  <a:lnTo>
                    <a:pt x="324731" y="686737"/>
                  </a:lnTo>
                  <a:lnTo>
                    <a:pt x="329774" y="689806"/>
                  </a:lnTo>
                  <a:lnTo>
                    <a:pt x="335036" y="692656"/>
                  </a:lnTo>
                  <a:lnTo>
                    <a:pt x="340299" y="695397"/>
                  </a:lnTo>
                  <a:lnTo>
                    <a:pt x="345232" y="698686"/>
                  </a:lnTo>
                  <a:lnTo>
                    <a:pt x="348411" y="700660"/>
                  </a:lnTo>
                  <a:lnTo>
                    <a:pt x="352248" y="702414"/>
                  </a:lnTo>
                  <a:lnTo>
                    <a:pt x="356195" y="703949"/>
                  </a:lnTo>
                  <a:lnTo>
                    <a:pt x="359703" y="705264"/>
                  </a:lnTo>
                  <a:lnTo>
                    <a:pt x="363979" y="707128"/>
                  </a:lnTo>
                  <a:lnTo>
                    <a:pt x="367487" y="708444"/>
                  </a:lnTo>
                  <a:lnTo>
                    <a:pt x="370667" y="707786"/>
                  </a:lnTo>
                  <a:lnTo>
                    <a:pt x="373846" y="703401"/>
                  </a:lnTo>
                  <a:lnTo>
                    <a:pt x="376587" y="702633"/>
                  </a:lnTo>
                  <a:lnTo>
                    <a:pt x="379437" y="702524"/>
                  </a:lnTo>
                  <a:lnTo>
                    <a:pt x="382288" y="702524"/>
                  </a:lnTo>
                  <a:lnTo>
                    <a:pt x="385138" y="702414"/>
                  </a:lnTo>
                  <a:lnTo>
                    <a:pt x="390510" y="699454"/>
                  </a:lnTo>
                  <a:lnTo>
                    <a:pt x="394786" y="694411"/>
                  </a:lnTo>
                  <a:lnTo>
                    <a:pt x="399061" y="689587"/>
                  </a:lnTo>
                  <a:lnTo>
                    <a:pt x="403995" y="686956"/>
                  </a:lnTo>
                  <a:lnTo>
                    <a:pt x="406626" y="689916"/>
                  </a:lnTo>
                  <a:lnTo>
                    <a:pt x="408490" y="694082"/>
                  </a:lnTo>
                  <a:lnTo>
                    <a:pt x="410025" y="698686"/>
                  </a:lnTo>
                  <a:lnTo>
                    <a:pt x="411340" y="702743"/>
                  </a:lnTo>
                  <a:lnTo>
                    <a:pt x="413423" y="706360"/>
                  </a:lnTo>
                  <a:lnTo>
                    <a:pt x="416822" y="708334"/>
                  </a:lnTo>
                  <a:lnTo>
                    <a:pt x="420440" y="710307"/>
                  </a:lnTo>
                  <a:lnTo>
                    <a:pt x="422961" y="713925"/>
                  </a:lnTo>
                  <a:lnTo>
                    <a:pt x="423619" y="716557"/>
                  </a:lnTo>
                  <a:lnTo>
                    <a:pt x="424496" y="718640"/>
                  </a:lnTo>
                  <a:lnTo>
                    <a:pt x="425702" y="720393"/>
                  </a:lnTo>
                  <a:lnTo>
                    <a:pt x="427676" y="722148"/>
                  </a:lnTo>
                  <a:lnTo>
                    <a:pt x="429320" y="723025"/>
                  </a:lnTo>
                  <a:lnTo>
                    <a:pt x="431732" y="724121"/>
                  </a:lnTo>
                  <a:lnTo>
                    <a:pt x="433925" y="725437"/>
                  </a:lnTo>
                  <a:lnTo>
                    <a:pt x="434911" y="726533"/>
                  </a:lnTo>
                  <a:lnTo>
                    <a:pt x="434802" y="729054"/>
                  </a:lnTo>
                  <a:lnTo>
                    <a:pt x="433815" y="731137"/>
                  </a:lnTo>
                  <a:lnTo>
                    <a:pt x="432609" y="733111"/>
                  </a:lnTo>
                  <a:lnTo>
                    <a:pt x="431842" y="735304"/>
                  </a:lnTo>
                  <a:lnTo>
                    <a:pt x="431951" y="738812"/>
                  </a:lnTo>
                  <a:lnTo>
                    <a:pt x="432499" y="742868"/>
                  </a:lnTo>
                  <a:lnTo>
                    <a:pt x="433486" y="746925"/>
                  </a:lnTo>
                  <a:lnTo>
                    <a:pt x="434254" y="750433"/>
                  </a:lnTo>
                  <a:lnTo>
                    <a:pt x="432828" y="756462"/>
                  </a:lnTo>
                  <a:lnTo>
                    <a:pt x="430197" y="764246"/>
                  </a:lnTo>
                  <a:lnTo>
                    <a:pt x="428224" y="771702"/>
                  </a:lnTo>
                  <a:lnTo>
                    <a:pt x="429210" y="777183"/>
                  </a:lnTo>
                  <a:lnTo>
                    <a:pt x="432499" y="781897"/>
                  </a:lnTo>
                  <a:lnTo>
                    <a:pt x="434911" y="786940"/>
                  </a:lnTo>
                  <a:lnTo>
                    <a:pt x="436556" y="792203"/>
                  </a:lnTo>
                  <a:lnTo>
                    <a:pt x="437652" y="797903"/>
                  </a:lnTo>
                  <a:lnTo>
                    <a:pt x="440173" y="796588"/>
                  </a:lnTo>
                  <a:lnTo>
                    <a:pt x="442914" y="796040"/>
                  </a:lnTo>
                  <a:lnTo>
                    <a:pt x="445765" y="795930"/>
                  </a:lnTo>
                  <a:lnTo>
                    <a:pt x="448615" y="795930"/>
                  </a:lnTo>
                  <a:lnTo>
                    <a:pt x="452233" y="796040"/>
                  </a:lnTo>
                  <a:lnTo>
                    <a:pt x="456399" y="796369"/>
                  </a:lnTo>
                  <a:lnTo>
                    <a:pt x="460236" y="796369"/>
                  </a:lnTo>
                  <a:lnTo>
                    <a:pt x="463196" y="795492"/>
                  </a:lnTo>
                  <a:lnTo>
                    <a:pt x="465170" y="793518"/>
                  </a:lnTo>
                  <a:lnTo>
                    <a:pt x="467253" y="790339"/>
                  </a:lnTo>
                  <a:lnTo>
                    <a:pt x="469226" y="786940"/>
                  </a:lnTo>
                  <a:lnTo>
                    <a:pt x="470432" y="784528"/>
                  </a:lnTo>
                  <a:lnTo>
                    <a:pt x="473392" y="781020"/>
                  </a:lnTo>
                  <a:lnTo>
                    <a:pt x="476243" y="779924"/>
                  </a:lnTo>
                  <a:lnTo>
                    <a:pt x="478983" y="781239"/>
                  </a:lnTo>
                  <a:lnTo>
                    <a:pt x="481286" y="784967"/>
                  </a:lnTo>
                  <a:lnTo>
                    <a:pt x="484026" y="788256"/>
                  </a:lnTo>
                  <a:lnTo>
                    <a:pt x="486987" y="788146"/>
                  </a:lnTo>
                  <a:lnTo>
                    <a:pt x="490166" y="787817"/>
                  </a:lnTo>
                  <a:lnTo>
                    <a:pt x="493345" y="790120"/>
                  </a:lnTo>
                  <a:lnTo>
                    <a:pt x="495757" y="794176"/>
                  </a:lnTo>
                  <a:lnTo>
                    <a:pt x="498936" y="798452"/>
                  </a:lnTo>
                  <a:lnTo>
                    <a:pt x="502335" y="800535"/>
                  </a:lnTo>
                  <a:lnTo>
                    <a:pt x="505843" y="797575"/>
                  </a:lnTo>
                  <a:lnTo>
                    <a:pt x="506391" y="795711"/>
                  </a:lnTo>
                  <a:lnTo>
                    <a:pt x="506611" y="793189"/>
                  </a:lnTo>
                  <a:lnTo>
                    <a:pt x="506939" y="790997"/>
                  </a:lnTo>
                  <a:lnTo>
                    <a:pt x="507707" y="789681"/>
                  </a:lnTo>
                  <a:lnTo>
                    <a:pt x="510229" y="788256"/>
                  </a:lnTo>
                  <a:lnTo>
                    <a:pt x="512860" y="786831"/>
                  </a:lnTo>
                  <a:lnTo>
                    <a:pt x="515491" y="785515"/>
                  </a:lnTo>
                  <a:lnTo>
                    <a:pt x="518122" y="784309"/>
                  </a:lnTo>
                  <a:lnTo>
                    <a:pt x="523165" y="782774"/>
                  </a:lnTo>
                  <a:lnTo>
                    <a:pt x="528756" y="781130"/>
                  </a:lnTo>
                  <a:lnTo>
                    <a:pt x="534019" y="778828"/>
                  </a:lnTo>
                  <a:lnTo>
                    <a:pt x="538185" y="775538"/>
                  </a:lnTo>
                  <a:lnTo>
                    <a:pt x="540706" y="770715"/>
                  </a:lnTo>
                  <a:lnTo>
                    <a:pt x="542351" y="765014"/>
                  </a:lnTo>
                  <a:lnTo>
                    <a:pt x="544215" y="759203"/>
                  </a:lnTo>
                  <a:lnTo>
                    <a:pt x="547504" y="754160"/>
                  </a:lnTo>
                  <a:lnTo>
                    <a:pt x="550792" y="751200"/>
                  </a:lnTo>
                  <a:lnTo>
                    <a:pt x="554520" y="748898"/>
                  </a:lnTo>
                  <a:lnTo>
                    <a:pt x="558576" y="747253"/>
                  </a:lnTo>
                  <a:lnTo>
                    <a:pt x="562743" y="745938"/>
                  </a:lnTo>
                  <a:lnTo>
                    <a:pt x="565264" y="745280"/>
                  </a:lnTo>
                  <a:lnTo>
                    <a:pt x="567786" y="744513"/>
                  </a:lnTo>
                  <a:lnTo>
                    <a:pt x="570307" y="743965"/>
                  </a:lnTo>
                  <a:lnTo>
                    <a:pt x="572829" y="743745"/>
                  </a:lnTo>
                  <a:lnTo>
                    <a:pt x="573815" y="743087"/>
                  </a:lnTo>
                  <a:lnTo>
                    <a:pt x="574692" y="741553"/>
                  </a:lnTo>
                  <a:lnTo>
                    <a:pt x="575679" y="739799"/>
                  </a:lnTo>
                  <a:lnTo>
                    <a:pt x="576885" y="738483"/>
                  </a:lnTo>
                  <a:lnTo>
                    <a:pt x="580832" y="737277"/>
                  </a:lnTo>
                  <a:lnTo>
                    <a:pt x="585327" y="737496"/>
                  </a:lnTo>
                  <a:lnTo>
                    <a:pt x="589822" y="738921"/>
                  </a:lnTo>
                  <a:lnTo>
                    <a:pt x="593549" y="741004"/>
                  </a:lnTo>
                  <a:lnTo>
                    <a:pt x="594316" y="742101"/>
                  </a:lnTo>
                  <a:lnTo>
                    <a:pt x="594645" y="743307"/>
                  </a:lnTo>
                  <a:lnTo>
                    <a:pt x="595194" y="744293"/>
                  </a:lnTo>
                  <a:lnTo>
                    <a:pt x="596399" y="744732"/>
                  </a:lnTo>
                  <a:lnTo>
                    <a:pt x="599250" y="742978"/>
                  </a:lnTo>
                  <a:lnTo>
                    <a:pt x="602210" y="739360"/>
                  </a:lnTo>
                  <a:lnTo>
                    <a:pt x="604841" y="735084"/>
                  </a:lnTo>
                  <a:lnTo>
                    <a:pt x="606924" y="732014"/>
                  </a:lnTo>
                  <a:lnTo>
                    <a:pt x="608020" y="730480"/>
                  </a:lnTo>
                  <a:lnTo>
                    <a:pt x="609117" y="729054"/>
                  </a:lnTo>
                  <a:lnTo>
                    <a:pt x="610213" y="727520"/>
                  </a:lnTo>
                  <a:lnTo>
                    <a:pt x="611310" y="725985"/>
                  </a:lnTo>
                  <a:lnTo>
                    <a:pt x="611748" y="724559"/>
                  </a:lnTo>
                  <a:lnTo>
                    <a:pt x="611419" y="723134"/>
                  </a:lnTo>
                  <a:lnTo>
                    <a:pt x="610981" y="721709"/>
                  </a:lnTo>
                  <a:lnTo>
                    <a:pt x="610981" y="720393"/>
                  </a:lnTo>
                  <a:lnTo>
                    <a:pt x="612844" y="717543"/>
                  </a:lnTo>
                  <a:lnTo>
                    <a:pt x="615366" y="715131"/>
                  </a:lnTo>
                  <a:lnTo>
                    <a:pt x="618107" y="712829"/>
                  </a:lnTo>
                  <a:lnTo>
                    <a:pt x="620738" y="710636"/>
                  </a:lnTo>
                  <a:lnTo>
                    <a:pt x="621505" y="708005"/>
                  </a:lnTo>
                  <a:lnTo>
                    <a:pt x="620080" y="706909"/>
                  </a:lnTo>
                  <a:lnTo>
                    <a:pt x="617668" y="706360"/>
                  </a:lnTo>
                  <a:lnTo>
                    <a:pt x="615476" y="705374"/>
                  </a:lnTo>
                  <a:lnTo>
                    <a:pt x="614050" y="702853"/>
                  </a:lnTo>
                  <a:lnTo>
                    <a:pt x="612844" y="699234"/>
                  </a:lnTo>
                  <a:lnTo>
                    <a:pt x="611967" y="695397"/>
                  </a:lnTo>
                  <a:lnTo>
                    <a:pt x="611419" y="692656"/>
                  </a:lnTo>
                  <a:lnTo>
                    <a:pt x="610981" y="691122"/>
                  </a:lnTo>
                  <a:lnTo>
                    <a:pt x="610323" y="690025"/>
                  </a:lnTo>
                  <a:lnTo>
                    <a:pt x="609227" y="689368"/>
                  </a:lnTo>
                  <a:lnTo>
                    <a:pt x="607801" y="689148"/>
                  </a:lnTo>
                  <a:lnTo>
                    <a:pt x="599579" y="691560"/>
                  </a:lnTo>
                  <a:lnTo>
                    <a:pt x="589383" y="693863"/>
                  </a:lnTo>
                  <a:lnTo>
                    <a:pt x="581818" y="692218"/>
                  </a:lnTo>
                  <a:lnTo>
                    <a:pt x="581380" y="683228"/>
                  </a:lnTo>
                  <a:lnTo>
                    <a:pt x="581599" y="681693"/>
                  </a:lnTo>
                  <a:lnTo>
                    <a:pt x="581928" y="680049"/>
                  </a:lnTo>
                  <a:lnTo>
                    <a:pt x="582147" y="678514"/>
                  </a:lnTo>
                  <a:lnTo>
                    <a:pt x="582366" y="676979"/>
                  </a:lnTo>
                  <a:lnTo>
                    <a:pt x="583024" y="673581"/>
                  </a:lnTo>
                  <a:lnTo>
                    <a:pt x="583463" y="670072"/>
                  </a:lnTo>
                  <a:lnTo>
                    <a:pt x="583244" y="666783"/>
                  </a:lnTo>
                  <a:lnTo>
                    <a:pt x="581599" y="663823"/>
                  </a:lnTo>
                  <a:lnTo>
                    <a:pt x="579955" y="661631"/>
                  </a:lnTo>
                  <a:lnTo>
                    <a:pt x="579516" y="659548"/>
                  </a:lnTo>
                  <a:lnTo>
                    <a:pt x="579407" y="657355"/>
                  </a:lnTo>
                  <a:lnTo>
                    <a:pt x="578529" y="655053"/>
                  </a:lnTo>
                  <a:lnTo>
                    <a:pt x="577762" y="654176"/>
                  </a:lnTo>
                  <a:lnTo>
                    <a:pt x="576666" y="653518"/>
                  </a:lnTo>
                  <a:lnTo>
                    <a:pt x="575460" y="652860"/>
                  </a:lnTo>
                  <a:lnTo>
                    <a:pt x="574473" y="652202"/>
                  </a:lnTo>
                  <a:lnTo>
                    <a:pt x="572938" y="650339"/>
                  </a:lnTo>
                  <a:lnTo>
                    <a:pt x="571842" y="647927"/>
                  </a:lnTo>
                  <a:lnTo>
                    <a:pt x="570965" y="645405"/>
                  </a:lnTo>
                  <a:lnTo>
                    <a:pt x="570197" y="642993"/>
                  </a:lnTo>
                  <a:lnTo>
                    <a:pt x="569101" y="639156"/>
                  </a:lnTo>
                  <a:lnTo>
                    <a:pt x="568443" y="634990"/>
                  </a:lnTo>
                  <a:lnTo>
                    <a:pt x="568005" y="630824"/>
                  </a:lnTo>
                  <a:lnTo>
                    <a:pt x="567895" y="626768"/>
                  </a:lnTo>
                  <a:lnTo>
                    <a:pt x="569211" y="620409"/>
                  </a:lnTo>
                  <a:lnTo>
                    <a:pt x="573815" y="618874"/>
                  </a:lnTo>
                  <a:lnTo>
                    <a:pt x="579845" y="618655"/>
                  </a:lnTo>
                  <a:lnTo>
                    <a:pt x="585217" y="616681"/>
                  </a:lnTo>
                  <a:lnTo>
                    <a:pt x="586533" y="615695"/>
                  </a:lnTo>
                  <a:lnTo>
                    <a:pt x="587629" y="614598"/>
                  </a:lnTo>
                  <a:lnTo>
                    <a:pt x="588616" y="613393"/>
                  </a:lnTo>
                  <a:lnTo>
                    <a:pt x="589493" y="611967"/>
                  </a:lnTo>
                  <a:lnTo>
                    <a:pt x="587300" y="609884"/>
                  </a:lnTo>
                  <a:lnTo>
                    <a:pt x="584888" y="608349"/>
                  </a:lnTo>
                  <a:lnTo>
                    <a:pt x="582366" y="607034"/>
                  </a:lnTo>
                  <a:lnTo>
                    <a:pt x="579626" y="605828"/>
                  </a:lnTo>
                  <a:lnTo>
                    <a:pt x="578968" y="604183"/>
                  </a:lnTo>
                  <a:lnTo>
                    <a:pt x="578968" y="601114"/>
                  </a:lnTo>
                  <a:lnTo>
                    <a:pt x="579297" y="597825"/>
                  </a:lnTo>
                  <a:lnTo>
                    <a:pt x="579297" y="595194"/>
                  </a:lnTo>
                  <a:lnTo>
                    <a:pt x="578968" y="593988"/>
                  </a:lnTo>
                  <a:lnTo>
                    <a:pt x="578529" y="593111"/>
                  </a:lnTo>
                  <a:lnTo>
                    <a:pt x="577652" y="592453"/>
                  </a:lnTo>
                  <a:lnTo>
                    <a:pt x="576556" y="592124"/>
                  </a:lnTo>
                  <a:lnTo>
                    <a:pt x="573157" y="592343"/>
                  </a:lnTo>
                  <a:lnTo>
                    <a:pt x="569869" y="591576"/>
                  </a:lnTo>
                  <a:lnTo>
                    <a:pt x="566689" y="590918"/>
                  </a:lnTo>
                  <a:lnTo>
                    <a:pt x="563729" y="591027"/>
                  </a:lnTo>
                  <a:lnTo>
                    <a:pt x="561427" y="591356"/>
                  </a:lnTo>
                  <a:lnTo>
                    <a:pt x="558796" y="591356"/>
                  </a:lnTo>
                  <a:lnTo>
                    <a:pt x="556165" y="591247"/>
                  </a:lnTo>
                  <a:lnTo>
                    <a:pt x="553862" y="591137"/>
                  </a:lnTo>
                  <a:lnTo>
                    <a:pt x="550463" y="589164"/>
                  </a:lnTo>
                  <a:lnTo>
                    <a:pt x="547723" y="586752"/>
                  </a:lnTo>
                  <a:lnTo>
                    <a:pt x="544763" y="585107"/>
                  </a:lnTo>
                  <a:lnTo>
                    <a:pt x="540377" y="585875"/>
                  </a:lnTo>
                  <a:lnTo>
                    <a:pt x="539171" y="586313"/>
                  </a:lnTo>
                  <a:lnTo>
                    <a:pt x="537856" y="586752"/>
                  </a:lnTo>
                  <a:lnTo>
                    <a:pt x="536540" y="587190"/>
                  </a:lnTo>
                  <a:lnTo>
                    <a:pt x="535334" y="587629"/>
                  </a:lnTo>
                  <a:lnTo>
                    <a:pt x="532703" y="588287"/>
                  </a:lnTo>
                  <a:lnTo>
                    <a:pt x="529962" y="589054"/>
                  </a:lnTo>
                  <a:lnTo>
                    <a:pt x="527221" y="589493"/>
                  </a:lnTo>
                  <a:lnTo>
                    <a:pt x="524590" y="589273"/>
                  </a:lnTo>
                  <a:lnTo>
                    <a:pt x="524042" y="588725"/>
                  </a:lnTo>
                  <a:lnTo>
                    <a:pt x="523384" y="587738"/>
                  </a:lnTo>
                  <a:lnTo>
                    <a:pt x="522288" y="586642"/>
                  </a:lnTo>
                  <a:lnTo>
                    <a:pt x="520534" y="586204"/>
                  </a:lnTo>
                  <a:lnTo>
                    <a:pt x="517245" y="583682"/>
                  </a:lnTo>
                  <a:lnTo>
                    <a:pt x="515710" y="577762"/>
                  </a:lnTo>
                  <a:lnTo>
                    <a:pt x="515162" y="571074"/>
                  </a:lnTo>
                  <a:lnTo>
                    <a:pt x="514833" y="566141"/>
                  </a:lnTo>
                  <a:lnTo>
                    <a:pt x="516478" y="561317"/>
                  </a:lnTo>
                  <a:lnTo>
                    <a:pt x="522288" y="558028"/>
                  </a:lnTo>
                  <a:lnTo>
                    <a:pt x="529195" y="555835"/>
                  </a:lnTo>
                  <a:lnTo>
                    <a:pt x="534567" y="554410"/>
                  </a:lnTo>
                  <a:lnTo>
                    <a:pt x="535006" y="554301"/>
                  </a:lnTo>
                  <a:lnTo>
                    <a:pt x="535444" y="554081"/>
                  </a:lnTo>
                  <a:lnTo>
                    <a:pt x="535883" y="553972"/>
                  </a:lnTo>
                  <a:lnTo>
                    <a:pt x="536321" y="553862"/>
                  </a:lnTo>
                  <a:lnTo>
                    <a:pt x="543886" y="551889"/>
                  </a:lnTo>
                  <a:lnTo>
                    <a:pt x="551450" y="550025"/>
                  </a:lnTo>
                  <a:lnTo>
                    <a:pt x="559015" y="548052"/>
                  </a:lnTo>
                  <a:lnTo>
                    <a:pt x="566579" y="546078"/>
                  </a:lnTo>
                  <a:lnTo>
                    <a:pt x="567457" y="545969"/>
                  </a:lnTo>
                  <a:lnTo>
                    <a:pt x="568334" y="545749"/>
                  </a:lnTo>
                  <a:lnTo>
                    <a:pt x="569101" y="545420"/>
                  </a:lnTo>
                  <a:lnTo>
                    <a:pt x="569978" y="545311"/>
                  </a:lnTo>
                  <a:lnTo>
                    <a:pt x="572390" y="544653"/>
                  </a:lnTo>
                  <a:lnTo>
                    <a:pt x="574802" y="543995"/>
                  </a:lnTo>
                  <a:lnTo>
                    <a:pt x="577104" y="541803"/>
                  </a:lnTo>
                  <a:lnTo>
                    <a:pt x="580283" y="538952"/>
                  </a:lnTo>
                  <a:lnTo>
                    <a:pt x="584998" y="537746"/>
                  </a:lnTo>
                  <a:lnTo>
                    <a:pt x="595303" y="537637"/>
                  </a:lnTo>
                  <a:lnTo>
                    <a:pt x="600785" y="536540"/>
                  </a:lnTo>
                  <a:lnTo>
                    <a:pt x="605060" y="534019"/>
                  </a:lnTo>
                  <a:lnTo>
                    <a:pt x="612186" y="527550"/>
                  </a:lnTo>
                  <a:lnTo>
                    <a:pt x="624794" y="523823"/>
                  </a:lnTo>
                  <a:lnTo>
                    <a:pt x="626877" y="522617"/>
                  </a:lnTo>
                  <a:lnTo>
                    <a:pt x="627974" y="519547"/>
                  </a:lnTo>
                  <a:lnTo>
                    <a:pt x="630605" y="517464"/>
                  </a:lnTo>
                  <a:lnTo>
                    <a:pt x="645844" y="511654"/>
                  </a:lnTo>
                  <a:lnTo>
                    <a:pt x="649900" y="510667"/>
                  </a:lnTo>
                  <a:lnTo>
                    <a:pt x="659109" y="509790"/>
                  </a:lnTo>
                  <a:lnTo>
                    <a:pt x="666455" y="507817"/>
                  </a:lnTo>
                  <a:lnTo>
                    <a:pt x="670182" y="507597"/>
                  </a:lnTo>
                  <a:lnTo>
                    <a:pt x="672046" y="507926"/>
                  </a:lnTo>
                  <a:lnTo>
                    <a:pt x="677418" y="510009"/>
                  </a:lnTo>
                  <a:lnTo>
                    <a:pt x="680926" y="512092"/>
                  </a:lnTo>
                  <a:lnTo>
                    <a:pt x="683009" y="511763"/>
                  </a:lnTo>
                  <a:lnTo>
                    <a:pt x="685859" y="510229"/>
                  </a:lnTo>
                  <a:lnTo>
                    <a:pt x="689368" y="510009"/>
                  </a:lnTo>
                  <a:lnTo>
                    <a:pt x="692766" y="509132"/>
                  </a:lnTo>
                  <a:lnTo>
                    <a:pt x="705484" y="502993"/>
                  </a:lnTo>
                  <a:lnTo>
                    <a:pt x="709211" y="502445"/>
                  </a:lnTo>
                  <a:lnTo>
                    <a:pt x="709650" y="499046"/>
                  </a:lnTo>
                  <a:lnTo>
                    <a:pt x="712939" y="492030"/>
                  </a:lnTo>
                  <a:lnTo>
                    <a:pt x="716885" y="485342"/>
                  </a:lnTo>
                  <a:lnTo>
                    <a:pt x="721928" y="478764"/>
                  </a:lnTo>
                  <a:lnTo>
                    <a:pt x="727520" y="472953"/>
                  </a:lnTo>
                  <a:lnTo>
                    <a:pt x="732673" y="467143"/>
                  </a:lnTo>
                  <a:lnTo>
                    <a:pt x="735194" y="460455"/>
                  </a:lnTo>
                  <a:lnTo>
                    <a:pt x="733330" y="451795"/>
                  </a:lnTo>
                  <a:lnTo>
                    <a:pt x="733111" y="451246"/>
                  </a:lnTo>
                  <a:lnTo>
                    <a:pt x="732782" y="450589"/>
                  </a:lnTo>
                  <a:lnTo>
                    <a:pt x="732453" y="449931"/>
                  </a:lnTo>
                  <a:lnTo>
                    <a:pt x="732124" y="449383"/>
                  </a:lnTo>
                  <a:lnTo>
                    <a:pt x="727410" y="444339"/>
                  </a:lnTo>
                  <a:lnTo>
                    <a:pt x="722038" y="440174"/>
                  </a:lnTo>
                  <a:lnTo>
                    <a:pt x="716666" y="435898"/>
                  </a:lnTo>
                  <a:lnTo>
                    <a:pt x="712062" y="430745"/>
                  </a:lnTo>
                  <a:lnTo>
                    <a:pt x="710198" y="424496"/>
                  </a:lnTo>
                  <a:lnTo>
                    <a:pt x="711513" y="417918"/>
                  </a:lnTo>
                  <a:lnTo>
                    <a:pt x="714364" y="411450"/>
                  </a:lnTo>
                  <a:lnTo>
                    <a:pt x="717433" y="405530"/>
                  </a:lnTo>
                  <a:lnTo>
                    <a:pt x="717982" y="404324"/>
                  </a:lnTo>
                  <a:lnTo>
                    <a:pt x="718640" y="403118"/>
                  </a:lnTo>
                  <a:lnTo>
                    <a:pt x="719188" y="401912"/>
                  </a:lnTo>
                  <a:lnTo>
                    <a:pt x="719845" y="400706"/>
                  </a:lnTo>
                  <a:lnTo>
                    <a:pt x="721819" y="397307"/>
                  </a:lnTo>
                  <a:lnTo>
                    <a:pt x="723792" y="393909"/>
                  </a:lnTo>
                  <a:lnTo>
                    <a:pt x="725766" y="390510"/>
                  </a:lnTo>
                  <a:lnTo>
                    <a:pt x="727849" y="387002"/>
                  </a:lnTo>
                  <a:lnTo>
                    <a:pt x="733330" y="378231"/>
                  </a:lnTo>
                  <a:lnTo>
                    <a:pt x="739031" y="369461"/>
                  </a:lnTo>
                  <a:lnTo>
                    <a:pt x="745061" y="361129"/>
                  </a:lnTo>
                  <a:lnTo>
                    <a:pt x="751858" y="353454"/>
                  </a:lnTo>
                  <a:lnTo>
                    <a:pt x="752954" y="351700"/>
                  </a:lnTo>
                  <a:lnTo>
                    <a:pt x="753831" y="349837"/>
                  </a:lnTo>
                  <a:lnTo>
                    <a:pt x="754708" y="347863"/>
                  </a:lnTo>
                  <a:lnTo>
                    <a:pt x="755476" y="345890"/>
                  </a:lnTo>
                  <a:lnTo>
                    <a:pt x="757340" y="342820"/>
                  </a:lnTo>
                  <a:lnTo>
                    <a:pt x="760081" y="340956"/>
                  </a:lnTo>
                  <a:lnTo>
                    <a:pt x="763041" y="339312"/>
                  </a:lnTo>
                  <a:lnTo>
                    <a:pt x="765672" y="337010"/>
                  </a:lnTo>
                  <a:lnTo>
                    <a:pt x="767097" y="334707"/>
                  </a:lnTo>
                  <a:lnTo>
                    <a:pt x="768412" y="332295"/>
                  </a:lnTo>
                  <a:lnTo>
                    <a:pt x="769728" y="329774"/>
                  </a:lnTo>
                  <a:lnTo>
                    <a:pt x="771044" y="327472"/>
                  </a:lnTo>
                  <a:lnTo>
                    <a:pt x="773785" y="325717"/>
                  </a:lnTo>
                  <a:lnTo>
                    <a:pt x="777512" y="325169"/>
                  </a:lnTo>
                  <a:lnTo>
                    <a:pt x="781568" y="325389"/>
                  </a:lnTo>
                  <a:lnTo>
                    <a:pt x="784748" y="325608"/>
                  </a:lnTo>
                  <a:lnTo>
                    <a:pt x="787598" y="325279"/>
                  </a:lnTo>
                  <a:lnTo>
                    <a:pt x="790339" y="324402"/>
                  </a:lnTo>
                  <a:lnTo>
                    <a:pt x="792970" y="323086"/>
                  </a:lnTo>
                  <a:lnTo>
                    <a:pt x="795382" y="321332"/>
                  </a:lnTo>
                  <a:lnTo>
                    <a:pt x="800644" y="316837"/>
                  </a:lnTo>
                  <a:lnTo>
                    <a:pt x="805358" y="312233"/>
                  </a:lnTo>
                  <a:lnTo>
                    <a:pt x="809525" y="307080"/>
                  </a:lnTo>
                  <a:lnTo>
                    <a:pt x="813033" y="300940"/>
                  </a:lnTo>
                  <a:lnTo>
                    <a:pt x="813910" y="296994"/>
                  </a:lnTo>
                  <a:lnTo>
                    <a:pt x="814239" y="292828"/>
                  </a:lnTo>
                  <a:lnTo>
                    <a:pt x="813910" y="288771"/>
                  </a:lnTo>
                  <a:lnTo>
                    <a:pt x="812594" y="284825"/>
                  </a:lnTo>
                  <a:lnTo>
                    <a:pt x="808757" y="278356"/>
                  </a:lnTo>
                  <a:lnTo>
                    <a:pt x="804043" y="272107"/>
                  </a:lnTo>
                  <a:lnTo>
                    <a:pt x="800315" y="265420"/>
                  </a:lnTo>
                  <a:lnTo>
                    <a:pt x="799767" y="257636"/>
                  </a:lnTo>
                  <a:lnTo>
                    <a:pt x="804701" y="251058"/>
                  </a:lnTo>
                  <a:lnTo>
                    <a:pt x="812923" y="245576"/>
                  </a:lnTo>
                  <a:lnTo>
                    <a:pt x="819830" y="240095"/>
                  </a:lnTo>
                  <a:lnTo>
                    <a:pt x="820707" y="233407"/>
                  </a:lnTo>
                  <a:lnTo>
                    <a:pt x="817966" y="229022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2" name="Freeform: Shape 25">
              <a:extLst>
                <a:ext uri="{FF2B5EF4-FFF2-40B4-BE49-F238E27FC236}">
                  <a16:creationId xmlns:a16="http://schemas.microsoft.com/office/drawing/2014/main" id="{0F1B5E29-22AA-E715-5C54-22A6383E4F91}"/>
                </a:ext>
              </a:extLst>
            </p:cNvPr>
            <p:cNvSpPr/>
            <p:nvPr/>
          </p:nvSpPr>
          <p:spPr>
            <a:xfrm>
              <a:off x="9161536" y="4488378"/>
              <a:ext cx="361786" cy="372750"/>
            </a:xfrm>
            <a:custGeom>
              <a:avLst/>
              <a:gdLst>
                <a:gd name="connsiteX0" fmla="*/ 361238 w 361786"/>
                <a:gd name="connsiteY0" fmla="*/ 189335 h 372749"/>
                <a:gd name="connsiteX1" fmla="*/ 359484 w 361786"/>
                <a:gd name="connsiteY1" fmla="*/ 186485 h 372749"/>
                <a:gd name="connsiteX2" fmla="*/ 358498 w 361786"/>
                <a:gd name="connsiteY2" fmla="*/ 183305 h 372749"/>
                <a:gd name="connsiteX3" fmla="*/ 358388 w 361786"/>
                <a:gd name="connsiteY3" fmla="*/ 180016 h 372749"/>
                <a:gd name="connsiteX4" fmla="*/ 359813 w 361786"/>
                <a:gd name="connsiteY4" fmla="*/ 177166 h 372749"/>
                <a:gd name="connsiteX5" fmla="*/ 361786 w 361786"/>
                <a:gd name="connsiteY5" fmla="*/ 174425 h 372749"/>
                <a:gd name="connsiteX6" fmla="*/ 363102 w 361786"/>
                <a:gd name="connsiteY6" fmla="*/ 171684 h 372749"/>
                <a:gd name="connsiteX7" fmla="*/ 362664 w 361786"/>
                <a:gd name="connsiteY7" fmla="*/ 168505 h 372749"/>
                <a:gd name="connsiteX8" fmla="*/ 361786 w 361786"/>
                <a:gd name="connsiteY8" fmla="*/ 167299 h 372749"/>
                <a:gd name="connsiteX9" fmla="*/ 360800 w 361786"/>
                <a:gd name="connsiteY9" fmla="*/ 166203 h 372749"/>
                <a:gd name="connsiteX10" fmla="*/ 359813 w 361786"/>
                <a:gd name="connsiteY10" fmla="*/ 165106 h 372749"/>
                <a:gd name="connsiteX11" fmla="*/ 359046 w 361786"/>
                <a:gd name="connsiteY11" fmla="*/ 163900 h 372749"/>
                <a:gd name="connsiteX12" fmla="*/ 358498 w 361786"/>
                <a:gd name="connsiteY12" fmla="*/ 161598 h 372749"/>
                <a:gd name="connsiteX13" fmla="*/ 358826 w 361786"/>
                <a:gd name="connsiteY13" fmla="*/ 159405 h 372749"/>
                <a:gd name="connsiteX14" fmla="*/ 359155 w 361786"/>
                <a:gd name="connsiteY14" fmla="*/ 157213 h 372749"/>
                <a:gd name="connsiteX15" fmla="*/ 359155 w 361786"/>
                <a:gd name="connsiteY15" fmla="*/ 154910 h 372749"/>
                <a:gd name="connsiteX16" fmla="*/ 357182 w 361786"/>
                <a:gd name="connsiteY16" fmla="*/ 152389 h 372749"/>
                <a:gd name="connsiteX17" fmla="*/ 354222 w 361786"/>
                <a:gd name="connsiteY17" fmla="*/ 152279 h 372749"/>
                <a:gd name="connsiteX18" fmla="*/ 351262 w 361786"/>
                <a:gd name="connsiteY18" fmla="*/ 152060 h 372749"/>
                <a:gd name="connsiteX19" fmla="*/ 349617 w 361786"/>
                <a:gd name="connsiteY19" fmla="*/ 148881 h 372749"/>
                <a:gd name="connsiteX20" fmla="*/ 349289 w 361786"/>
                <a:gd name="connsiteY20" fmla="*/ 148442 h 372749"/>
                <a:gd name="connsiteX21" fmla="*/ 348850 w 361786"/>
                <a:gd name="connsiteY21" fmla="*/ 148004 h 372749"/>
                <a:gd name="connsiteX22" fmla="*/ 348302 w 361786"/>
                <a:gd name="connsiteY22" fmla="*/ 147565 h 372749"/>
                <a:gd name="connsiteX23" fmla="*/ 347754 w 361786"/>
                <a:gd name="connsiteY23" fmla="*/ 147346 h 372749"/>
                <a:gd name="connsiteX24" fmla="*/ 341614 w 361786"/>
                <a:gd name="connsiteY24" fmla="*/ 149100 h 372749"/>
                <a:gd name="connsiteX25" fmla="*/ 334598 w 361786"/>
                <a:gd name="connsiteY25" fmla="*/ 156226 h 372749"/>
                <a:gd name="connsiteX26" fmla="*/ 328129 w 361786"/>
                <a:gd name="connsiteY26" fmla="*/ 164997 h 372749"/>
                <a:gd name="connsiteX27" fmla="*/ 323525 w 361786"/>
                <a:gd name="connsiteY27" fmla="*/ 171465 h 372749"/>
                <a:gd name="connsiteX28" fmla="*/ 320126 w 361786"/>
                <a:gd name="connsiteY28" fmla="*/ 175083 h 372749"/>
                <a:gd name="connsiteX29" fmla="*/ 316837 w 361786"/>
                <a:gd name="connsiteY29" fmla="*/ 178810 h 372749"/>
                <a:gd name="connsiteX30" fmla="*/ 313767 w 361786"/>
                <a:gd name="connsiteY30" fmla="*/ 182647 h 372749"/>
                <a:gd name="connsiteX31" fmla="*/ 310698 w 361786"/>
                <a:gd name="connsiteY31" fmla="*/ 186485 h 372749"/>
                <a:gd name="connsiteX32" fmla="*/ 308396 w 361786"/>
                <a:gd name="connsiteY32" fmla="*/ 189554 h 372749"/>
                <a:gd name="connsiteX33" fmla="*/ 305655 w 361786"/>
                <a:gd name="connsiteY33" fmla="*/ 192295 h 372749"/>
                <a:gd name="connsiteX34" fmla="*/ 303024 w 361786"/>
                <a:gd name="connsiteY34" fmla="*/ 195036 h 372749"/>
                <a:gd name="connsiteX35" fmla="*/ 300721 w 361786"/>
                <a:gd name="connsiteY35" fmla="*/ 198106 h 372749"/>
                <a:gd name="connsiteX36" fmla="*/ 297213 w 361786"/>
                <a:gd name="connsiteY36" fmla="*/ 202162 h 372749"/>
                <a:gd name="connsiteX37" fmla="*/ 294692 w 361786"/>
                <a:gd name="connsiteY37" fmla="*/ 201504 h 372749"/>
                <a:gd name="connsiteX38" fmla="*/ 292280 w 361786"/>
                <a:gd name="connsiteY38" fmla="*/ 198544 h 372749"/>
                <a:gd name="connsiteX39" fmla="*/ 289100 w 361786"/>
                <a:gd name="connsiteY39" fmla="*/ 195913 h 372749"/>
                <a:gd name="connsiteX40" fmla="*/ 286469 w 361786"/>
                <a:gd name="connsiteY40" fmla="*/ 197886 h 372749"/>
                <a:gd name="connsiteX41" fmla="*/ 285044 w 361786"/>
                <a:gd name="connsiteY41" fmla="*/ 200956 h 372749"/>
                <a:gd name="connsiteX42" fmla="*/ 284167 w 361786"/>
                <a:gd name="connsiteY42" fmla="*/ 204574 h 372749"/>
                <a:gd name="connsiteX43" fmla="*/ 283180 w 361786"/>
                <a:gd name="connsiteY43" fmla="*/ 207863 h 372749"/>
                <a:gd name="connsiteX44" fmla="*/ 277808 w 361786"/>
                <a:gd name="connsiteY44" fmla="*/ 215537 h 372749"/>
                <a:gd name="connsiteX45" fmla="*/ 271121 w 361786"/>
                <a:gd name="connsiteY45" fmla="*/ 219155 h 372749"/>
                <a:gd name="connsiteX46" fmla="*/ 264762 w 361786"/>
                <a:gd name="connsiteY46" fmla="*/ 217291 h 372749"/>
                <a:gd name="connsiteX47" fmla="*/ 260705 w 361786"/>
                <a:gd name="connsiteY47" fmla="*/ 208630 h 372749"/>
                <a:gd name="connsiteX48" fmla="*/ 258074 w 361786"/>
                <a:gd name="connsiteY48" fmla="*/ 203916 h 372749"/>
                <a:gd name="connsiteX49" fmla="*/ 254347 w 361786"/>
                <a:gd name="connsiteY49" fmla="*/ 199202 h 372749"/>
                <a:gd name="connsiteX50" fmla="*/ 251387 w 361786"/>
                <a:gd name="connsiteY50" fmla="*/ 194378 h 372749"/>
                <a:gd name="connsiteX51" fmla="*/ 250948 w 361786"/>
                <a:gd name="connsiteY51" fmla="*/ 189664 h 372749"/>
                <a:gd name="connsiteX52" fmla="*/ 252702 w 361786"/>
                <a:gd name="connsiteY52" fmla="*/ 187690 h 372749"/>
                <a:gd name="connsiteX53" fmla="*/ 254676 w 361786"/>
                <a:gd name="connsiteY53" fmla="*/ 185827 h 372749"/>
                <a:gd name="connsiteX54" fmla="*/ 256649 w 361786"/>
                <a:gd name="connsiteY54" fmla="*/ 183963 h 372749"/>
                <a:gd name="connsiteX55" fmla="*/ 258184 w 361786"/>
                <a:gd name="connsiteY55" fmla="*/ 181990 h 372749"/>
                <a:gd name="connsiteX56" fmla="*/ 259390 w 361786"/>
                <a:gd name="connsiteY56" fmla="*/ 178481 h 372749"/>
                <a:gd name="connsiteX57" fmla="*/ 260048 w 361786"/>
                <a:gd name="connsiteY57" fmla="*/ 174535 h 372749"/>
                <a:gd name="connsiteX58" fmla="*/ 260486 w 361786"/>
                <a:gd name="connsiteY58" fmla="*/ 170478 h 372749"/>
                <a:gd name="connsiteX59" fmla="*/ 260925 w 361786"/>
                <a:gd name="connsiteY59" fmla="*/ 166751 h 372749"/>
                <a:gd name="connsiteX60" fmla="*/ 263337 w 361786"/>
                <a:gd name="connsiteY60" fmla="*/ 162475 h 372749"/>
                <a:gd name="connsiteX61" fmla="*/ 267941 w 361786"/>
                <a:gd name="connsiteY61" fmla="*/ 158967 h 372749"/>
                <a:gd name="connsiteX62" fmla="*/ 273204 w 361786"/>
                <a:gd name="connsiteY62" fmla="*/ 155568 h 372749"/>
                <a:gd name="connsiteX63" fmla="*/ 277260 w 361786"/>
                <a:gd name="connsiteY63" fmla="*/ 151512 h 372749"/>
                <a:gd name="connsiteX64" fmla="*/ 279124 w 361786"/>
                <a:gd name="connsiteY64" fmla="*/ 148442 h 372749"/>
                <a:gd name="connsiteX65" fmla="*/ 280878 w 361786"/>
                <a:gd name="connsiteY65" fmla="*/ 144715 h 372749"/>
                <a:gd name="connsiteX66" fmla="*/ 281864 w 361786"/>
                <a:gd name="connsiteY66" fmla="*/ 140878 h 372749"/>
                <a:gd name="connsiteX67" fmla="*/ 281207 w 361786"/>
                <a:gd name="connsiteY67" fmla="*/ 137260 h 372749"/>
                <a:gd name="connsiteX68" fmla="*/ 279014 w 361786"/>
                <a:gd name="connsiteY68" fmla="*/ 136492 h 372749"/>
                <a:gd name="connsiteX69" fmla="*/ 276821 w 361786"/>
                <a:gd name="connsiteY69" fmla="*/ 137589 h 372749"/>
                <a:gd name="connsiteX70" fmla="*/ 274410 w 361786"/>
                <a:gd name="connsiteY70" fmla="*/ 139343 h 372749"/>
                <a:gd name="connsiteX71" fmla="*/ 271778 w 361786"/>
                <a:gd name="connsiteY71" fmla="*/ 140439 h 372749"/>
                <a:gd name="connsiteX72" fmla="*/ 268380 w 361786"/>
                <a:gd name="connsiteY72" fmla="*/ 139891 h 372749"/>
                <a:gd name="connsiteX73" fmla="*/ 266187 w 361786"/>
                <a:gd name="connsiteY73" fmla="*/ 137808 h 372749"/>
                <a:gd name="connsiteX74" fmla="*/ 265858 w 361786"/>
                <a:gd name="connsiteY74" fmla="*/ 134738 h 372749"/>
                <a:gd name="connsiteX75" fmla="*/ 268051 w 361786"/>
                <a:gd name="connsiteY75" fmla="*/ 131668 h 372749"/>
                <a:gd name="connsiteX76" fmla="*/ 270682 w 361786"/>
                <a:gd name="connsiteY76" fmla="*/ 130682 h 372749"/>
                <a:gd name="connsiteX77" fmla="*/ 273313 w 361786"/>
                <a:gd name="connsiteY77" fmla="*/ 130462 h 372749"/>
                <a:gd name="connsiteX78" fmla="*/ 275945 w 361786"/>
                <a:gd name="connsiteY78" fmla="*/ 130353 h 372749"/>
                <a:gd name="connsiteX79" fmla="*/ 278356 w 361786"/>
                <a:gd name="connsiteY79" fmla="*/ 129695 h 372749"/>
                <a:gd name="connsiteX80" fmla="*/ 280768 w 361786"/>
                <a:gd name="connsiteY80" fmla="*/ 128160 h 372749"/>
                <a:gd name="connsiteX81" fmla="*/ 281536 w 361786"/>
                <a:gd name="connsiteY81" fmla="*/ 126625 h 372749"/>
                <a:gd name="connsiteX82" fmla="*/ 281536 w 361786"/>
                <a:gd name="connsiteY82" fmla="*/ 124762 h 372749"/>
                <a:gd name="connsiteX83" fmla="*/ 281755 w 361786"/>
                <a:gd name="connsiteY83" fmla="*/ 122350 h 372749"/>
                <a:gd name="connsiteX84" fmla="*/ 281645 w 361786"/>
                <a:gd name="connsiteY84" fmla="*/ 119718 h 372749"/>
                <a:gd name="connsiteX85" fmla="*/ 280439 w 361786"/>
                <a:gd name="connsiteY85" fmla="*/ 117855 h 372749"/>
                <a:gd name="connsiteX86" fmla="*/ 279014 w 361786"/>
                <a:gd name="connsiteY86" fmla="*/ 116101 h 372749"/>
                <a:gd name="connsiteX87" fmla="*/ 278466 w 361786"/>
                <a:gd name="connsiteY87" fmla="*/ 113689 h 372749"/>
                <a:gd name="connsiteX88" fmla="*/ 279781 w 361786"/>
                <a:gd name="connsiteY88" fmla="*/ 111277 h 372749"/>
                <a:gd name="connsiteX89" fmla="*/ 282632 w 361786"/>
                <a:gd name="connsiteY89" fmla="*/ 109961 h 372749"/>
                <a:gd name="connsiteX90" fmla="*/ 285921 w 361786"/>
                <a:gd name="connsiteY90" fmla="*/ 109632 h 372749"/>
                <a:gd name="connsiteX91" fmla="*/ 288662 w 361786"/>
                <a:gd name="connsiteY91" fmla="*/ 109961 h 372749"/>
                <a:gd name="connsiteX92" fmla="*/ 291293 w 361786"/>
                <a:gd name="connsiteY92" fmla="*/ 110400 h 372749"/>
                <a:gd name="connsiteX93" fmla="*/ 293924 w 361786"/>
                <a:gd name="connsiteY93" fmla="*/ 111058 h 372749"/>
                <a:gd name="connsiteX94" fmla="*/ 296446 w 361786"/>
                <a:gd name="connsiteY94" fmla="*/ 111935 h 372749"/>
                <a:gd name="connsiteX95" fmla="*/ 298858 w 361786"/>
                <a:gd name="connsiteY95" fmla="*/ 112921 h 372749"/>
                <a:gd name="connsiteX96" fmla="*/ 303133 w 361786"/>
                <a:gd name="connsiteY96" fmla="*/ 115772 h 372749"/>
                <a:gd name="connsiteX97" fmla="*/ 307409 w 361786"/>
                <a:gd name="connsiteY97" fmla="*/ 118184 h 372749"/>
                <a:gd name="connsiteX98" fmla="*/ 312013 w 361786"/>
                <a:gd name="connsiteY98" fmla="*/ 119718 h 372749"/>
                <a:gd name="connsiteX99" fmla="*/ 316947 w 361786"/>
                <a:gd name="connsiteY99" fmla="*/ 119718 h 372749"/>
                <a:gd name="connsiteX100" fmla="*/ 318153 w 361786"/>
                <a:gd name="connsiteY100" fmla="*/ 119280 h 372749"/>
                <a:gd name="connsiteX101" fmla="*/ 318701 w 361786"/>
                <a:gd name="connsiteY101" fmla="*/ 118622 h 372749"/>
                <a:gd name="connsiteX102" fmla="*/ 318701 w 361786"/>
                <a:gd name="connsiteY102" fmla="*/ 117635 h 372749"/>
                <a:gd name="connsiteX103" fmla="*/ 318153 w 361786"/>
                <a:gd name="connsiteY103" fmla="*/ 116429 h 372749"/>
                <a:gd name="connsiteX104" fmla="*/ 316728 w 361786"/>
                <a:gd name="connsiteY104" fmla="*/ 111058 h 372749"/>
                <a:gd name="connsiteX105" fmla="*/ 316508 w 361786"/>
                <a:gd name="connsiteY105" fmla="*/ 103822 h 372749"/>
                <a:gd name="connsiteX106" fmla="*/ 317605 w 361786"/>
                <a:gd name="connsiteY106" fmla="*/ 96805 h 372749"/>
                <a:gd name="connsiteX107" fmla="*/ 320017 w 361786"/>
                <a:gd name="connsiteY107" fmla="*/ 92201 h 372749"/>
                <a:gd name="connsiteX108" fmla="*/ 321661 w 361786"/>
                <a:gd name="connsiteY108" fmla="*/ 90556 h 372749"/>
                <a:gd name="connsiteX109" fmla="*/ 323196 w 361786"/>
                <a:gd name="connsiteY109" fmla="*/ 88692 h 372749"/>
                <a:gd name="connsiteX110" fmla="*/ 324512 w 361786"/>
                <a:gd name="connsiteY110" fmla="*/ 86829 h 372749"/>
                <a:gd name="connsiteX111" fmla="*/ 325827 w 361786"/>
                <a:gd name="connsiteY111" fmla="*/ 84855 h 372749"/>
                <a:gd name="connsiteX112" fmla="*/ 326923 w 361786"/>
                <a:gd name="connsiteY112" fmla="*/ 83211 h 372749"/>
                <a:gd name="connsiteX113" fmla="*/ 328239 w 361786"/>
                <a:gd name="connsiteY113" fmla="*/ 81566 h 372749"/>
                <a:gd name="connsiteX114" fmla="*/ 329445 w 361786"/>
                <a:gd name="connsiteY114" fmla="*/ 80141 h 372749"/>
                <a:gd name="connsiteX115" fmla="*/ 330541 w 361786"/>
                <a:gd name="connsiteY115" fmla="*/ 79154 h 372749"/>
                <a:gd name="connsiteX116" fmla="*/ 331199 w 361786"/>
                <a:gd name="connsiteY116" fmla="*/ 79045 h 372749"/>
                <a:gd name="connsiteX117" fmla="*/ 332076 w 361786"/>
                <a:gd name="connsiteY117" fmla="*/ 79264 h 372749"/>
                <a:gd name="connsiteX118" fmla="*/ 332953 w 361786"/>
                <a:gd name="connsiteY118" fmla="*/ 79483 h 372749"/>
                <a:gd name="connsiteX119" fmla="*/ 333940 w 361786"/>
                <a:gd name="connsiteY119" fmla="*/ 78935 h 372749"/>
                <a:gd name="connsiteX120" fmla="*/ 334926 w 361786"/>
                <a:gd name="connsiteY120" fmla="*/ 77071 h 372749"/>
                <a:gd name="connsiteX121" fmla="*/ 336352 w 361786"/>
                <a:gd name="connsiteY121" fmla="*/ 73892 h 372749"/>
                <a:gd name="connsiteX122" fmla="*/ 337448 w 361786"/>
                <a:gd name="connsiteY122" fmla="*/ 70603 h 372749"/>
                <a:gd name="connsiteX123" fmla="*/ 337777 w 361786"/>
                <a:gd name="connsiteY123" fmla="*/ 68630 h 372749"/>
                <a:gd name="connsiteX124" fmla="*/ 336571 w 361786"/>
                <a:gd name="connsiteY124" fmla="*/ 66547 h 372749"/>
                <a:gd name="connsiteX125" fmla="*/ 334926 w 361786"/>
                <a:gd name="connsiteY125" fmla="*/ 65779 h 372749"/>
                <a:gd name="connsiteX126" fmla="*/ 333173 w 361786"/>
                <a:gd name="connsiteY126" fmla="*/ 65231 h 372749"/>
                <a:gd name="connsiteX127" fmla="*/ 331966 w 361786"/>
                <a:gd name="connsiteY127" fmla="*/ 64135 h 372749"/>
                <a:gd name="connsiteX128" fmla="*/ 330761 w 361786"/>
                <a:gd name="connsiteY128" fmla="*/ 61833 h 372749"/>
                <a:gd name="connsiteX129" fmla="*/ 329445 w 361786"/>
                <a:gd name="connsiteY129" fmla="*/ 60188 h 372749"/>
                <a:gd name="connsiteX130" fmla="*/ 327800 w 361786"/>
                <a:gd name="connsiteY130" fmla="*/ 59092 h 372749"/>
                <a:gd name="connsiteX131" fmla="*/ 325498 w 361786"/>
                <a:gd name="connsiteY131" fmla="*/ 58215 h 372749"/>
                <a:gd name="connsiteX132" fmla="*/ 321552 w 361786"/>
                <a:gd name="connsiteY132" fmla="*/ 52185 h 372749"/>
                <a:gd name="connsiteX133" fmla="*/ 318262 w 361786"/>
                <a:gd name="connsiteY133" fmla="*/ 54049 h 372749"/>
                <a:gd name="connsiteX134" fmla="*/ 314425 w 361786"/>
                <a:gd name="connsiteY134" fmla="*/ 57886 h 372749"/>
                <a:gd name="connsiteX135" fmla="*/ 308724 w 361786"/>
                <a:gd name="connsiteY135" fmla="*/ 57776 h 372749"/>
                <a:gd name="connsiteX136" fmla="*/ 306641 w 361786"/>
                <a:gd name="connsiteY136" fmla="*/ 53720 h 372749"/>
                <a:gd name="connsiteX137" fmla="*/ 308505 w 361786"/>
                <a:gd name="connsiteY137" fmla="*/ 48238 h 372749"/>
                <a:gd name="connsiteX138" fmla="*/ 310917 w 361786"/>
                <a:gd name="connsiteY138" fmla="*/ 42428 h 372749"/>
                <a:gd name="connsiteX139" fmla="*/ 310588 w 361786"/>
                <a:gd name="connsiteY139" fmla="*/ 37165 h 372749"/>
                <a:gd name="connsiteX140" fmla="*/ 309601 w 361786"/>
                <a:gd name="connsiteY140" fmla="*/ 33657 h 372749"/>
                <a:gd name="connsiteX141" fmla="*/ 306970 w 361786"/>
                <a:gd name="connsiteY141" fmla="*/ 32122 h 372749"/>
                <a:gd name="connsiteX142" fmla="*/ 304887 w 361786"/>
                <a:gd name="connsiteY142" fmla="*/ 32780 h 372749"/>
                <a:gd name="connsiteX143" fmla="*/ 305107 w 361786"/>
                <a:gd name="connsiteY143" fmla="*/ 35959 h 372749"/>
                <a:gd name="connsiteX144" fmla="*/ 305326 w 361786"/>
                <a:gd name="connsiteY144" fmla="*/ 40016 h 372749"/>
                <a:gd name="connsiteX145" fmla="*/ 301708 w 361786"/>
                <a:gd name="connsiteY145" fmla="*/ 44292 h 372749"/>
                <a:gd name="connsiteX146" fmla="*/ 296775 w 361786"/>
                <a:gd name="connsiteY146" fmla="*/ 48129 h 372749"/>
                <a:gd name="connsiteX147" fmla="*/ 292609 w 361786"/>
                <a:gd name="connsiteY147" fmla="*/ 51198 h 372749"/>
                <a:gd name="connsiteX148" fmla="*/ 289868 w 361786"/>
                <a:gd name="connsiteY148" fmla="*/ 51198 h 372749"/>
                <a:gd name="connsiteX149" fmla="*/ 287346 w 361786"/>
                <a:gd name="connsiteY149" fmla="*/ 50102 h 372749"/>
                <a:gd name="connsiteX150" fmla="*/ 284934 w 361786"/>
                <a:gd name="connsiteY150" fmla="*/ 48348 h 372749"/>
                <a:gd name="connsiteX151" fmla="*/ 282632 w 361786"/>
                <a:gd name="connsiteY151" fmla="*/ 46484 h 372749"/>
                <a:gd name="connsiteX152" fmla="*/ 279453 w 361786"/>
                <a:gd name="connsiteY152" fmla="*/ 42647 h 372749"/>
                <a:gd name="connsiteX153" fmla="*/ 276164 w 361786"/>
                <a:gd name="connsiteY153" fmla="*/ 38152 h 372749"/>
                <a:gd name="connsiteX154" fmla="*/ 272765 w 361786"/>
                <a:gd name="connsiteY154" fmla="*/ 34534 h 372749"/>
                <a:gd name="connsiteX155" fmla="*/ 268818 w 361786"/>
                <a:gd name="connsiteY155" fmla="*/ 33219 h 372749"/>
                <a:gd name="connsiteX156" fmla="*/ 267722 w 361786"/>
                <a:gd name="connsiteY156" fmla="*/ 32341 h 372749"/>
                <a:gd name="connsiteX157" fmla="*/ 266955 w 361786"/>
                <a:gd name="connsiteY157" fmla="*/ 31355 h 372749"/>
                <a:gd name="connsiteX158" fmla="*/ 266406 w 361786"/>
                <a:gd name="connsiteY158" fmla="*/ 30039 h 372749"/>
                <a:gd name="connsiteX159" fmla="*/ 266187 w 361786"/>
                <a:gd name="connsiteY159" fmla="*/ 28504 h 372749"/>
                <a:gd name="connsiteX160" fmla="*/ 266735 w 361786"/>
                <a:gd name="connsiteY160" fmla="*/ 22584 h 372749"/>
                <a:gd name="connsiteX161" fmla="*/ 269257 w 361786"/>
                <a:gd name="connsiteY161" fmla="*/ 17980 h 372749"/>
                <a:gd name="connsiteX162" fmla="*/ 272655 w 361786"/>
                <a:gd name="connsiteY162" fmla="*/ 13923 h 372749"/>
                <a:gd name="connsiteX163" fmla="*/ 276164 w 361786"/>
                <a:gd name="connsiteY163" fmla="*/ 9538 h 372749"/>
                <a:gd name="connsiteX164" fmla="*/ 272875 w 361786"/>
                <a:gd name="connsiteY164" fmla="*/ 7236 h 372749"/>
                <a:gd name="connsiteX165" fmla="*/ 269695 w 361786"/>
                <a:gd name="connsiteY165" fmla="*/ 4824 h 372749"/>
                <a:gd name="connsiteX166" fmla="*/ 266406 w 361786"/>
                <a:gd name="connsiteY166" fmla="*/ 2631 h 372749"/>
                <a:gd name="connsiteX167" fmla="*/ 263117 w 361786"/>
                <a:gd name="connsiteY167" fmla="*/ 439 h 372749"/>
                <a:gd name="connsiteX168" fmla="*/ 262789 w 361786"/>
                <a:gd name="connsiteY168" fmla="*/ 329 h 372749"/>
                <a:gd name="connsiteX169" fmla="*/ 262460 w 361786"/>
                <a:gd name="connsiteY169" fmla="*/ 219 h 372749"/>
                <a:gd name="connsiteX170" fmla="*/ 262241 w 361786"/>
                <a:gd name="connsiteY170" fmla="*/ 110 h 372749"/>
                <a:gd name="connsiteX171" fmla="*/ 261912 w 361786"/>
                <a:gd name="connsiteY171" fmla="*/ 0 h 372749"/>
                <a:gd name="connsiteX172" fmla="*/ 259061 w 361786"/>
                <a:gd name="connsiteY172" fmla="*/ 768 h 372749"/>
                <a:gd name="connsiteX173" fmla="*/ 256101 w 361786"/>
                <a:gd name="connsiteY173" fmla="*/ 1645 h 372749"/>
                <a:gd name="connsiteX174" fmla="*/ 253251 w 361786"/>
                <a:gd name="connsiteY174" fmla="*/ 2631 h 372749"/>
                <a:gd name="connsiteX175" fmla="*/ 250291 w 361786"/>
                <a:gd name="connsiteY175" fmla="*/ 3618 h 372749"/>
                <a:gd name="connsiteX176" fmla="*/ 248098 w 361786"/>
                <a:gd name="connsiteY176" fmla="*/ 4605 h 372749"/>
                <a:gd name="connsiteX177" fmla="*/ 247221 w 361786"/>
                <a:gd name="connsiteY177" fmla="*/ 5810 h 372749"/>
                <a:gd name="connsiteX178" fmla="*/ 247221 w 361786"/>
                <a:gd name="connsiteY178" fmla="*/ 7565 h 372749"/>
                <a:gd name="connsiteX179" fmla="*/ 247330 w 361786"/>
                <a:gd name="connsiteY179" fmla="*/ 10305 h 372749"/>
                <a:gd name="connsiteX180" fmla="*/ 247659 w 361786"/>
                <a:gd name="connsiteY180" fmla="*/ 17431 h 372749"/>
                <a:gd name="connsiteX181" fmla="*/ 247988 w 361786"/>
                <a:gd name="connsiteY181" fmla="*/ 24887 h 372749"/>
                <a:gd name="connsiteX182" fmla="*/ 247879 w 361786"/>
                <a:gd name="connsiteY182" fmla="*/ 32232 h 372749"/>
                <a:gd name="connsiteX183" fmla="*/ 246673 w 361786"/>
                <a:gd name="connsiteY183" fmla="*/ 39248 h 372749"/>
                <a:gd name="connsiteX184" fmla="*/ 244699 w 361786"/>
                <a:gd name="connsiteY184" fmla="*/ 38371 h 372749"/>
                <a:gd name="connsiteX185" fmla="*/ 242726 w 361786"/>
                <a:gd name="connsiteY185" fmla="*/ 38152 h 372749"/>
                <a:gd name="connsiteX186" fmla="*/ 240972 w 361786"/>
                <a:gd name="connsiteY186" fmla="*/ 38810 h 372749"/>
                <a:gd name="connsiteX187" fmla="*/ 239437 w 361786"/>
                <a:gd name="connsiteY187" fmla="*/ 40345 h 372749"/>
                <a:gd name="connsiteX188" fmla="*/ 238012 w 361786"/>
                <a:gd name="connsiteY188" fmla="*/ 41112 h 372749"/>
                <a:gd name="connsiteX189" fmla="*/ 236587 w 361786"/>
                <a:gd name="connsiteY189" fmla="*/ 41551 h 372749"/>
                <a:gd name="connsiteX190" fmla="*/ 235052 w 361786"/>
                <a:gd name="connsiteY190" fmla="*/ 41551 h 372749"/>
                <a:gd name="connsiteX191" fmla="*/ 233407 w 361786"/>
                <a:gd name="connsiteY191" fmla="*/ 41222 h 372749"/>
                <a:gd name="connsiteX192" fmla="*/ 231982 w 361786"/>
                <a:gd name="connsiteY192" fmla="*/ 40674 h 372749"/>
                <a:gd name="connsiteX193" fmla="*/ 230447 w 361786"/>
                <a:gd name="connsiteY193" fmla="*/ 40235 h 372749"/>
                <a:gd name="connsiteX194" fmla="*/ 229022 w 361786"/>
                <a:gd name="connsiteY194" fmla="*/ 39687 h 372749"/>
                <a:gd name="connsiteX195" fmla="*/ 227487 w 361786"/>
                <a:gd name="connsiteY195" fmla="*/ 39248 h 372749"/>
                <a:gd name="connsiteX196" fmla="*/ 222444 w 361786"/>
                <a:gd name="connsiteY196" fmla="*/ 40125 h 372749"/>
                <a:gd name="connsiteX197" fmla="*/ 217510 w 361786"/>
                <a:gd name="connsiteY197" fmla="*/ 41880 h 372749"/>
                <a:gd name="connsiteX198" fmla="*/ 212796 w 361786"/>
                <a:gd name="connsiteY198" fmla="*/ 44072 h 372749"/>
                <a:gd name="connsiteX199" fmla="*/ 208082 w 361786"/>
                <a:gd name="connsiteY199" fmla="*/ 46265 h 372749"/>
                <a:gd name="connsiteX200" fmla="*/ 204464 w 361786"/>
                <a:gd name="connsiteY200" fmla="*/ 47251 h 372749"/>
                <a:gd name="connsiteX201" fmla="*/ 201175 w 361786"/>
                <a:gd name="connsiteY201" fmla="*/ 46703 h 372749"/>
                <a:gd name="connsiteX202" fmla="*/ 197886 w 361786"/>
                <a:gd name="connsiteY202" fmla="*/ 45168 h 372749"/>
                <a:gd name="connsiteX203" fmla="*/ 194268 w 361786"/>
                <a:gd name="connsiteY203" fmla="*/ 43305 h 372749"/>
                <a:gd name="connsiteX204" fmla="*/ 192076 w 361786"/>
                <a:gd name="connsiteY204" fmla="*/ 42318 h 372749"/>
                <a:gd name="connsiteX205" fmla="*/ 189335 w 361786"/>
                <a:gd name="connsiteY205" fmla="*/ 41222 h 372749"/>
                <a:gd name="connsiteX206" fmla="*/ 186923 w 361786"/>
                <a:gd name="connsiteY206" fmla="*/ 40016 h 372749"/>
                <a:gd name="connsiteX207" fmla="*/ 184950 w 361786"/>
                <a:gd name="connsiteY207" fmla="*/ 38481 h 372749"/>
                <a:gd name="connsiteX208" fmla="*/ 183853 w 361786"/>
                <a:gd name="connsiteY208" fmla="*/ 36179 h 372749"/>
                <a:gd name="connsiteX209" fmla="*/ 183195 w 361786"/>
                <a:gd name="connsiteY209" fmla="*/ 33547 h 372749"/>
                <a:gd name="connsiteX210" fmla="*/ 182757 w 361786"/>
                <a:gd name="connsiteY210" fmla="*/ 30807 h 372749"/>
                <a:gd name="connsiteX211" fmla="*/ 181880 w 361786"/>
                <a:gd name="connsiteY211" fmla="*/ 28285 h 372749"/>
                <a:gd name="connsiteX212" fmla="*/ 181222 w 361786"/>
                <a:gd name="connsiteY212" fmla="*/ 26750 h 372749"/>
                <a:gd name="connsiteX213" fmla="*/ 180455 w 361786"/>
                <a:gd name="connsiteY213" fmla="*/ 25215 h 372749"/>
                <a:gd name="connsiteX214" fmla="*/ 179468 w 361786"/>
                <a:gd name="connsiteY214" fmla="*/ 23900 h 372749"/>
                <a:gd name="connsiteX215" fmla="*/ 178372 w 361786"/>
                <a:gd name="connsiteY215" fmla="*/ 22694 h 372749"/>
                <a:gd name="connsiteX216" fmla="*/ 173438 w 361786"/>
                <a:gd name="connsiteY216" fmla="*/ 21269 h 372749"/>
                <a:gd name="connsiteX217" fmla="*/ 167189 w 361786"/>
                <a:gd name="connsiteY217" fmla="*/ 21598 h 372749"/>
                <a:gd name="connsiteX218" fmla="*/ 161379 w 361786"/>
                <a:gd name="connsiteY218" fmla="*/ 23571 h 372749"/>
                <a:gd name="connsiteX219" fmla="*/ 157761 w 361786"/>
                <a:gd name="connsiteY219" fmla="*/ 27518 h 372749"/>
                <a:gd name="connsiteX220" fmla="*/ 157651 w 361786"/>
                <a:gd name="connsiteY220" fmla="*/ 28833 h 372749"/>
                <a:gd name="connsiteX221" fmla="*/ 157541 w 361786"/>
                <a:gd name="connsiteY221" fmla="*/ 30149 h 372749"/>
                <a:gd name="connsiteX222" fmla="*/ 157432 w 361786"/>
                <a:gd name="connsiteY222" fmla="*/ 31574 h 372749"/>
                <a:gd name="connsiteX223" fmla="*/ 157322 w 361786"/>
                <a:gd name="connsiteY223" fmla="*/ 32999 h 372749"/>
                <a:gd name="connsiteX224" fmla="*/ 157432 w 361786"/>
                <a:gd name="connsiteY224" fmla="*/ 37385 h 372749"/>
                <a:gd name="connsiteX225" fmla="*/ 157432 w 361786"/>
                <a:gd name="connsiteY225" fmla="*/ 42208 h 372749"/>
                <a:gd name="connsiteX226" fmla="*/ 157980 w 361786"/>
                <a:gd name="connsiteY226" fmla="*/ 46923 h 372749"/>
                <a:gd name="connsiteX227" fmla="*/ 156116 w 361786"/>
                <a:gd name="connsiteY227" fmla="*/ 46813 h 372749"/>
                <a:gd name="connsiteX228" fmla="*/ 153266 w 361786"/>
                <a:gd name="connsiteY228" fmla="*/ 46046 h 372749"/>
                <a:gd name="connsiteX229" fmla="*/ 151731 w 361786"/>
                <a:gd name="connsiteY229" fmla="*/ 46484 h 372749"/>
                <a:gd name="connsiteX230" fmla="*/ 150415 w 361786"/>
                <a:gd name="connsiteY230" fmla="*/ 47361 h 372749"/>
                <a:gd name="connsiteX231" fmla="*/ 148771 w 361786"/>
                <a:gd name="connsiteY231" fmla="*/ 48129 h 372749"/>
                <a:gd name="connsiteX232" fmla="*/ 147127 w 361786"/>
                <a:gd name="connsiteY232" fmla="*/ 48238 h 372749"/>
                <a:gd name="connsiteX233" fmla="*/ 142303 w 361786"/>
                <a:gd name="connsiteY233" fmla="*/ 47909 h 372749"/>
                <a:gd name="connsiteX234" fmla="*/ 136383 w 361786"/>
                <a:gd name="connsiteY234" fmla="*/ 49992 h 372749"/>
                <a:gd name="connsiteX235" fmla="*/ 127502 w 361786"/>
                <a:gd name="connsiteY235" fmla="*/ 57776 h 372749"/>
                <a:gd name="connsiteX236" fmla="*/ 121473 w 361786"/>
                <a:gd name="connsiteY236" fmla="*/ 58872 h 372749"/>
                <a:gd name="connsiteX237" fmla="*/ 117745 w 361786"/>
                <a:gd name="connsiteY237" fmla="*/ 57447 h 372749"/>
                <a:gd name="connsiteX238" fmla="*/ 110729 w 361786"/>
                <a:gd name="connsiteY238" fmla="*/ 52952 h 372749"/>
                <a:gd name="connsiteX239" fmla="*/ 106672 w 361786"/>
                <a:gd name="connsiteY239" fmla="*/ 52843 h 372749"/>
                <a:gd name="connsiteX240" fmla="*/ 105137 w 361786"/>
                <a:gd name="connsiteY240" fmla="*/ 53720 h 372749"/>
                <a:gd name="connsiteX241" fmla="*/ 101739 w 361786"/>
                <a:gd name="connsiteY241" fmla="*/ 57996 h 372749"/>
                <a:gd name="connsiteX242" fmla="*/ 99875 w 361786"/>
                <a:gd name="connsiteY242" fmla="*/ 59092 h 372749"/>
                <a:gd name="connsiteX243" fmla="*/ 96257 w 361786"/>
                <a:gd name="connsiteY243" fmla="*/ 59859 h 372749"/>
                <a:gd name="connsiteX244" fmla="*/ 94613 w 361786"/>
                <a:gd name="connsiteY244" fmla="*/ 60517 h 372749"/>
                <a:gd name="connsiteX245" fmla="*/ 91433 w 361786"/>
                <a:gd name="connsiteY245" fmla="*/ 63696 h 372749"/>
                <a:gd name="connsiteX246" fmla="*/ 91653 w 361786"/>
                <a:gd name="connsiteY246" fmla="*/ 66876 h 372749"/>
                <a:gd name="connsiteX247" fmla="*/ 96367 w 361786"/>
                <a:gd name="connsiteY247" fmla="*/ 74769 h 372749"/>
                <a:gd name="connsiteX248" fmla="*/ 96586 w 361786"/>
                <a:gd name="connsiteY248" fmla="*/ 77949 h 372749"/>
                <a:gd name="connsiteX249" fmla="*/ 94942 w 361786"/>
                <a:gd name="connsiteY249" fmla="*/ 81128 h 372749"/>
                <a:gd name="connsiteX250" fmla="*/ 90885 w 361786"/>
                <a:gd name="connsiteY250" fmla="*/ 86829 h 372749"/>
                <a:gd name="connsiteX251" fmla="*/ 89899 w 361786"/>
                <a:gd name="connsiteY251" fmla="*/ 90556 h 372749"/>
                <a:gd name="connsiteX252" fmla="*/ 89241 w 361786"/>
                <a:gd name="connsiteY252" fmla="*/ 98340 h 372749"/>
                <a:gd name="connsiteX253" fmla="*/ 87925 w 361786"/>
                <a:gd name="connsiteY253" fmla="*/ 101848 h 372749"/>
                <a:gd name="connsiteX254" fmla="*/ 86390 w 361786"/>
                <a:gd name="connsiteY254" fmla="*/ 103931 h 372749"/>
                <a:gd name="connsiteX255" fmla="*/ 84526 w 361786"/>
                <a:gd name="connsiteY255" fmla="*/ 105576 h 372749"/>
                <a:gd name="connsiteX256" fmla="*/ 73454 w 361786"/>
                <a:gd name="connsiteY256" fmla="*/ 112702 h 372749"/>
                <a:gd name="connsiteX257" fmla="*/ 69397 w 361786"/>
                <a:gd name="connsiteY257" fmla="*/ 118512 h 372749"/>
                <a:gd name="connsiteX258" fmla="*/ 66985 w 361786"/>
                <a:gd name="connsiteY258" fmla="*/ 125419 h 372749"/>
                <a:gd name="connsiteX259" fmla="*/ 63587 w 361786"/>
                <a:gd name="connsiteY259" fmla="*/ 139233 h 372749"/>
                <a:gd name="connsiteX260" fmla="*/ 63477 w 361786"/>
                <a:gd name="connsiteY260" fmla="*/ 141316 h 372749"/>
                <a:gd name="connsiteX261" fmla="*/ 64135 w 361786"/>
                <a:gd name="connsiteY261" fmla="*/ 145701 h 372749"/>
                <a:gd name="connsiteX262" fmla="*/ 65670 w 361786"/>
                <a:gd name="connsiteY262" fmla="*/ 149429 h 372749"/>
                <a:gd name="connsiteX263" fmla="*/ 67972 w 361786"/>
                <a:gd name="connsiteY263" fmla="*/ 152498 h 372749"/>
                <a:gd name="connsiteX264" fmla="*/ 69288 w 361786"/>
                <a:gd name="connsiteY264" fmla="*/ 153485 h 372749"/>
                <a:gd name="connsiteX265" fmla="*/ 69836 w 361786"/>
                <a:gd name="connsiteY265" fmla="*/ 154801 h 372749"/>
                <a:gd name="connsiteX266" fmla="*/ 66766 w 361786"/>
                <a:gd name="connsiteY266" fmla="*/ 155349 h 372749"/>
                <a:gd name="connsiteX267" fmla="*/ 64574 w 361786"/>
                <a:gd name="connsiteY267" fmla="*/ 156555 h 372749"/>
                <a:gd name="connsiteX268" fmla="*/ 62710 w 361786"/>
                <a:gd name="connsiteY268" fmla="*/ 158090 h 372749"/>
                <a:gd name="connsiteX269" fmla="*/ 60736 w 361786"/>
                <a:gd name="connsiteY269" fmla="*/ 159515 h 372749"/>
                <a:gd name="connsiteX270" fmla="*/ 59640 w 361786"/>
                <a:gd name="connsiteY270" fmla="*/ 159953 h 372749"/>
                <a:gd name="connsiteX271" fmla="*/ 57996 w 361786"/>
                <a:gd name="connsiteY271" fmla="*/ 160392 h 372749"/>
                <a:gd name="connsiteX272" fmla="*/ 56461 w 361786"/>
                <a:gd name="connsiteY272" fmla="*/ 160830 h 372749"/>
                <a:gd name="connsiteX273" fmla="*/ 55693 w 361786"/>
                <a:gd name="connsiteY273" fmla="*/ 161159 h 372749"/>
                <a:gd name="connsiteX274" fmla="*/ 54816 w 361786"/>
                <a:gd name="connsiteY274" fmla="*/ 162585 h 372749"/>
                <a:gd name="connsiteX275" fmla="*/ 54268 w 361786"/>
                <a:gd name="connsiteY275" fmla="*/ 164339 h 372749"/>
                <a:gd name="connsiteX276" fmla="*/ 53610 w 361786"/>
                <a:gd name="connsiteY276" fmla="*/ 165764 h 372749"/>
                <a:gd name="connsiteX277" fmla="*/ 52514 w 361786"/>
                <a:gd name="connsiteY277" fmla="*/ 166641 h 372749"/>
                <a:gd name="connsiteX278" fmla="*/ 51637 w 361786"/>
                <a:gd name="connsiteY278" fmla="*/ 166531 h 372749"/>
                <a:gd name="connsiteX279" fmla="*/ 50541 w 361786"/>
                <a:gd name="connsiteY279" fmla="*/ 165874 h 372749"/>
                <a:gd name="connsiteX280" fmla="*/ 49554 w 361786"/>
                <a:gd name="connsiteY280" fmla="*/ 165216 h 372749"/>
                <a:gd name="connsiteX281" fmla="*/ 48677 w 361786"/>
                <a:gd name="connsiteY281" fmla="*/ 165216 h 372749"/>
                <a:gd name="connsiteX282" fmla="*/ 47142 w 361786"/>
                <a:gd name="connsiteY282" fmla="*/ 166422 h 372749"/>
                <a:gd name="connsiteX283" fmla="*/ 45826 w 361786"/>
                <a:gd name="connsiteY283" fmla="*/ 167957 h 372749"/>
                <a:gd name="connsiteX284" fmla="*/ 44730 w 361786"/>
                <a:gd name="connsiteY284" fmla="*/ 169711 h 372749"/>
                <a:gd name="connsiteX285" fmla="*/ 43853 w 361786"/>
                <a:gd name="connsiteY285" fmla="*/ 171575 h 372749"/>
                <a:gd name="connsiteX286" fmla="*/ 42099 w 361786"/>
                <a:gd name="connsiteY286" fmla="*/ 173986 h 372749"/>
                <a:gd name="connsiteX287" fmla="*/ 39249 w 361786"/>
                <a:gd name="connsiteY287" fmla="*/ 175631 h 372749"/>
                <a:gd name="connsiteX288" fmla="*/ 36179 w 361786"/>
                <a:gd name="connsiteY288" fmla="*/ 176069 h 372749"/>
                <a:gd name="connsiteX289" fmla="*/ 33547 w 361786"/>
                <a:gd name="connsiteY289" fmla="*/ 174973 h 372749"/>
                <a:gd name="connsiteX290" fmla="*/ 33328 w 361786"/>
                <a:gd name="connsiteY290" fmla="*/ 175192 h 372749"/>
                <a:gd name="connsiteX291" fmla="*/ 32999 w 361786"/>
                <a:gd name="connsiteY291" fmla="*/ 175631 h 372749"/>
                <a:gd name="connsiteX292" fmla="*/ 32671 w 361786"/>
                <a:gd name="connsiteY292" fmla="*/ 175960 h 372749"/>
                <a:gd name="connsiteX293" fmla="*/ 32451 w 361786"/>
                <a:gd name="connsiteY293" fmla="*/ 176179 h 372749"/>
                <a:gd name="connsiteX294" fmla="*/ 25764 w 361786"/>
                <a:gd name="connsiteY294" fmla="*/ 177166 h 372749"/>
                <a:gd name="connsiteX295" fmla="*/ 18638 w 361786"/>
                <a:gd name="connsiteY295" fmla="*/ 179797 h 372749"/>
                <a:gd name="connsiteX296" fmla="*/ 11402 w 361786"/>
                <a:gd name="connsiteY296" fmla="*/ 183086 h 372749"/>
                <a:gd name="connsiteX297" fmla="*/ 4934 w 361786"/>
                <a:gd name="connsiteY297" fmla="*/ 185936 h 372749"/>
                <a:gd name="connsiteX298" fmla="*/ 4934 w 361786"/>
                <a:gd name="connsiteY298" fmla="*/ 187033 h 372749"/>
                <a:gd name="connsiteX299" fmla="*/ 4934 w 361786"/>
                <a:gd name="connsiteY299" fmla="*/ 188239 h 372749"/>
                <a:gd name="connsiteX300" fmla="*/ 4934 w 361786"/>
                <a:gd name="connsiteY300" fmla="*/ 189335 h 372749"/>
                <a:gd name="connsiteX301" fmla="*/ 5043 w 361786"/>
                <a:gd name="connsiteY301" fmla="*/ 190431 h 372749"/>
                <a:gd name="connsiteX302" fmla="*/ 4605 w 361786"/>
                <a:gd name="connsiteY302" fmla="*/ 195145 h 372749"/>
                <a:gd name="connsiteX303" fmla="*/ 3947 w 361786"/>
                <a:gd name="connsiteY303" fmla="*/ 199860 h 372749"/>
                <a:gd name="connsiteX304" fmla="*/ 3399 w 361786"/>
                <a:gd name="connsiteY304" fmla="*/ 204574 h 372749"/>
                <a:gd name="connsiteX305" fmla="*/ 2741 w 361786"/>
                <a:gd name="connsiteY305" fmla="*/ 209288 h 372749"/>
                <a:gd name="connsiteX306" fmla="*/ 2083 w 361786"/>
                <a:gd name="connsiteY306" fmla="*/ 214112 h 372749"/>
                <a:gd name="connsiteX307" fmla="*/ 1425 w 361786"/>
                <a:gd name="connsiteY307" fmla="*/ 218936 h 372749"/>
                <a:gd name="connsiteX308" fmla="*/ 768 w 361786"/>
                <a:gd name="connsiteY308" fmla="*/ 223759 h 372749"/>
                <a:gd name="connsiteX309" fmla="*/ 0 w 361786"/>
                <a:gd name="connsiteY309" fmla="*/ 228474 h 372749"/>
                <a:gd name="connsiteX310" fmla="*/ 2960 w 361786"/>
                <a:gd name="connsiteY310" fmla="*/ 230008 h 372749"/>
                <a:gd name="connsiteX311" fmla="*/ 6797 w 361786"/>
                <a:gd name="connsiteY311" fmla="*/ 231872 h 372749"/>
                <a:gd name="connsiteX312" fmla="*/ 10305 w 361786"/>
                <a:gd name="connsiteY312" fmla="*/ 234065 h 372749"/>
                <a:gd name="connsiteX313" fmla="*/ 12279 w 361786"/>
                <a:gd name="connsiteY313" fmla="*/ 236258 h 372749"/>
                <a:gd name="connsiteX314" fmla="*/ 12827 w 361786"/>
                <a:gd name="connsiteY314" fmla="*/ 238121 h 372749"/>
                <a:gd name="connsiteX315" fmla="*/ 13265 w 361786"/>
                <a:gd name="connsiteY315" fmla="*/ 239875 h 372749"/>
                <a:gd name="connsiteX316" fmla="*/ 14033 w 361786"/>
                <a:gd name="connsiteY316" fmla="*/ 241520 h 372749"/>
                <a:gd name="connsiteX317" fmla="*/ 15020 w 361786"/>
                <a:gd name="connsiteY317" fmla="*/ 243274 h 372749"/>
                <a:gd name="connsiteX318" fmla="*/ 19624 w 361786"/>
                <a:gd name="connsiteY318" fmla="*/ 249084 h 372749"/>
                <a:gd name="connsiteX319" fmla="*/ 25215 w 361786"/>
                <a:gd name="connsiteY319" fmla="*/ 254566 h 372749"/>
                <a:gd name="connsiteX320" fmla="*/ 31136 w 361786"/>
                <a:gd name="connsiteY320" fmla="*/ 259828 h 372749"/>
                <a:gd name="connsiteX321" fmla="*/ 36727 w 361786"/>
                <a:gd name="connsiteY321" fmla="*/ 264543 h 372749"/>
                <a:gd name="connsiteX322" fmla="*/ 40016 w 361786"/>
                <a:gd name="connsiteY322" fmla="*/ 266078 h 372749"/>
                <a:gd name="connsiteX323" fmla="*/ 41222 w 361786"/>
                <a:gd name="connsiteY323" fmla="*/ 264652 h 372749"/>
                <a:gd name="connsiteX324" fmla="*/ 41880 w 361786"/>
                <a:gd name="connsiteY324" fmla="*/ 261911 h 372749"/>
                <a:gd name="connsiteX325" fmla="*/ 43085 w 361786"/>
                <a:gd name="connsiteY325" fmla="*/ 259719 h 372749"/>
                <a:gd name="connsiteX326" fmla="*/ 46375 w 361786"/>
                <a:gd name="connsiteY326" fmla="*/ 258622 h 372749"/>
                <a:gd name="connsiteX327" fmla="*/ 51089 w 361786"/>
                <a:gd name="connsiteY327" fmla="*/ 258184 h 372749"/>
                <a:gd name="connsiteX328" fmla="*/ 55584 w 361786"/>
                <a:gd name="connsiteY328" fmla="*/ 258622 h 372749"/>
                <a:gd name="connsiteX329" fmla="*/ 58215 w 361786"/>
                <a:gd name="connsiteY329" fmla="*/ 260048 h 372749"/>
                <a:gd name="connsiteX330" fmla="*/ 59311 w 361786"/>
                <a:gd name="connsiteY330" fmla="*/ 262240 h 372749"/>
                <a:gd name="connsiteX331" fmla="*/ 60517 w 361786"/>
                <a:gd name="connsiteY331" fmla="*/ 264433 h 372749"/>
                <a:gd name="connsiteX332" fmla="*/ 61723 w 361786"/>
                <a:gd name="connsiteY332" fmla="*/ 266516 h 372749"/>
                <a:gd name="connsiteX333" fmla="*/ 63039 w 361786"/>
                <a:gd name="connsiteY333" fmla="*/ 268599 h 372749"/>
                <a:gd name="connsiteX334" fmla="*/ 64793 w 361786"/>
                <a:gd name="connsiteY334" fmla="*/ 271230 h 372749"/>
                <a:gd name="connsiteX335" fmla="*/ 66437 w 361786"/>
                <a:gd name="connsiteY335" fmla="*/ 273861 h 372749"/>
                <a:gd name="connsiteX336" fmla="*/ 69945 w 361786"/>
                <a:gd name="connsiteY336" fmla="*/ 279233 h 372749"/>
                <a:gd name="connsiteX337" fmla="*/ 70165 w 361786"/>
                <a:gd name="connsiteY337" fmla="*/ 279453 h 372749"/>
                <a:gd name="connsiteX338" fmla="*/ 70274 w 361786"/>
                <a:gd name="connsiteY338" fmla="*/ 279672 h 372749"/>
                <a:gd name="connsiteX339" fmla="*/ 70493 w 361786"/>
                <a:gd name="connsiteY339" fmla="*/ 280001 h 372749"/>
                <a:gd name="connsiteX340" fmla="*/ 70603 w 361786"/>
                <a:gd name="connsiteY340" fmla="*/ 280220 h 372749"/>
                <a:gd name="connsiteX341" fmla="*/ 69617 w 361786"/>
                <a:gd name="connsiteY341" fmla="*/ 284825 h 372749"/>
                <a:gd name="connsiteX342" fmla="*/ 68191 w 361786"/>
                <a:gd name="connsiteY342" fmla="*/ 288771 h 372749"/>
                <a:gd name="connsiteX343" fmla="*/ 66657 w 361786"/>
                <a:gd name="connsiteY343" fmla="*/ 292608 h 372749"/>
                <a:gd name="connsiteX344" fmla="*/ 65341 w 361786"/>
                <a:gd name="connsiteY344" fmla="*/ 296775 h 372749"/>
                <a:gd name="connsiteX345" fmla="*/ 64135 w 361786"/>
                <a:gd name="connsiteY345" fmla="*/ 302695 h 372749"/>
                <a:gd name="connsiteX346" fmla="*/ 65450 w 361786"/>
                <a:gd name="connsiteY346" fmla="*/ 306422 h 372749"/>
                <a:gd name="connsiteX347" fmla="*/ 68739 w 361786"/>
                <a:gd name="connsiteY347" fmla="*/ 308615 h 372749"/>
                <a:gd name="connsiteX348" fmla="*/ 73673 w 361786"/>
                <a:gd name="connsiteY348" fmla="*/ 310040 h 372749"/>
                <a:gd name="connsiteX349" fmla="*/ 78278 w 361786"/>
                <a:gd name="connsiteY349" fmla="*/ 311684 h 372749"/>
                <a:gd name="connsiteX350" fmla="*/ 81347 w 361786"/>
                <a:gd name="connsiteY350" fmla="*/ 314316 h 372749"/>
                <a:gd name="connsiteX351" fmla="*/ 82772 w 361786"/>
                <a:gd name="connsiteY351" fmla="*/ 318262 h 372749"/>
                <a:gd name="connsiteX352" fmla="*/ 82334 w 361786"/>
                <a:gd name="connsiteY352" fmla="*/ 323744 h 372749"/>
                <a:gd name="connsiteX353" fmla="*/ 82663 w 361786"/>
                <a:gd name="connsiteY353" fmla="*/ 325608 h 372749"/>
                <a:gd name="connsiteX354" fmla="*/ 83540 w 361786"/>
                <a:gd name="connsiteY354" fmla="*/ 326814 h 372749"/>
                <a:gd name="connsiteX355" fmla="*/ 84855 w 361786"/>
                <a:gd name="connsiteY355" fmla="*/ 327800 h 372749"/>
                <a:gd name="connsiteX356" fmla="*/ 86500 w 361786"/>
                <a:gd name="connsiteY356" fmla="*/ 328678 h 372749"/>
                <a:gd name="connsiteX357" fmla="*/ 87706 w 361786"/>
                <a:gd name="connsiteY357" fmla="*/ 330212 h 372749"/>
                <a:gd name="connsiteX358" fmla="*/ 88144 w 361786"/>
                <a:gd name="connsiteY358" fmla="*/ 332405 h 372749"/>
                <a:gd name="connsiteX359" fmla="*/ 88144 w 361786"/>
                <a:gd name="connsiteY359" fmla="*/ 334707 h 372749"/>
                <a:gd name="connsiteX360" fmla="*/ 88144 w 361786"/>
                <a:gd name="connsiteY360" fmla="*/ 336900 h 372749"/>
                <a:gd name="connsiteX361" fmla="*/ 90227 w 361786"/>
                <a:gd name="connsiteY361" fmla="*/ 343697 h 372749"/>
                <a:gd name="connsiteX362" fmla="*/ 93735 w 361786"/>
                <a:gd name="connsiteY362" fmla="*/ 340299 h 372749"/>
                <a:gd name="connsiteX363" fmla="*/ 98121 w 361786"/>
                <a:gd name="connsiteY363" fmla="*/ 333282 h 372749"/>
                <a:gd name="connsiteX364" fmla="*/ 103054 w 361786"/>
                <a:gd name="connsiteY364" fmla="*/ 329335 h 372749"/>
                <a:gd name="connsiteX365" fmla="*/ 109851 w 361786"/>
                <a:gd name="connsiteY365" fmla="*/ 329993 h 372749"/>
                <a:gd name="connsiteX366" fmla="*/ 111825 w 361786"/>
                <a:gd name="connsiteY366" fmla="*/ 324512 h 372749"/>
                <a:gd name="connsiteX367" fmla="*/ 112921 w 361786"/>
                <a:gd name="connsiteY367" fmla="*/ 317824 h 372749"/>
                <a:gd name="connsiteX368" fmla="*/ 116758 w 361786"/>
                <a:gd name="connsiteY368" fmla="*/ 314864 h 372749"/>
                <a:gd name="connsiteX369" fmla="*/ 118732 w 361786"/>
                <a:gd name="connsiteY369" fmla="*/ 315302 h 372749"/>
                <a:gd name="connsiteX370" fmla="*/ 120705 w 361786"/>
                <a:gd name="connsiteY370" fmla="*/ 315193 h 372749"/>
                <a:gd name="connsiteX371" fmla="*/ 122459 w 361786"/>
                <a:gd name="connsiteY371" fmla="*/ 314535 h 372749"/>
                <a:gd name="connsiteX372" fmla="*/ 123665 w 361786"/>
                <a:gd name="connsiteY372" fmla="*/ 312781 h 372749"/>
                <a:gd name="connsiteX373" fmla="*/ 124652 w 361786"/>
                <a:gd name="connsiteY373" fmla="*/ 308944 h 372749"/>
                <a:gd name="connsiteX374" fmla="*/ 124652 w 361786"/>
                <a:gd name="connsiteY374" fmla="*/ 304778 h 372749"/>
                <a:gd name="connsiteX375" fmla="*/ 124871 w 361786"/>
                <a:gd name="connsiteY375" fmla="*/ 300831 h 372749"/>
                <a:gd name="connsiteX376" fmla="*/ 126516 w 361786"/>
                <a:gd name="connsiteY376" fmla="*/ 297323 h 372749"/>
                <a:gd name="connsiteX377" fmla="*/ 129585 w 361786"/>
                <a:gd name="connsiteY377" fmla="*/ 295569 h 372749"/>
                <a:gd name="connsiteX378" fmla="*/ 132765 w 361786"/>
                <a:gd name="connsiteY378" fmla="*/ 294801 h 372749"/>
                <a:gd name="connsiteX379" fmla="*/ 135944 w 361786"/>
                <a:gd name="connsiteY379" fmla="*/ 294472 h 372749"/>
                <a:gd name="connsiteX380" fmla="*/ 139343 w 361786"/>
                <a:gd name="connsiteY380" fmla="*/ 294363 h 372749"/>
                <a:gd name="connsiteX381" fmla="*/ 143728 w 361786"/>
                <a:gd name="connsiteY381" fmla="*/ 292718 h 372749"/>
                <a:gd name="connsiteX382" fmla="*/ 148113 w 361786"/>
                <a:gd name="connsiteY382" fmla="*/ 290525 h 372749"/>
                <a:gd name="connsiteX383" fmla="*/ 152499 w 361786"/>
                <a:gd name="connsiteY383" fmla="*/ 288114 h 372749"/>
                <a:gd name="connsiteX384" fmla="*/ 156445 w 361786"/>
                <a:gd name="connsiteY384" fmla="*/ 285592 h 372749"/>
                <a:gd name="connsiteX385" fmla="*/ 159625 w 361786"/>
                <a:gd name="connsiteY385" fmla="*/ 284386 h 372749"/>
                <a:gd name="connsiteX386" fmla="*/ 162914 w 361786"/>
                <a:gd name="connsiteY386" fmla="*/ 284167 h 372749"/>
                <a:gd name="connsiteX387" fmla="*/ 166203 w 361786"/>
                <a:gd name="connsiteY387" fmla="*/ 284715 h 372749"/>
                <a:gd name="connsiteX388" fmla="*/ 169382 w 361786"/>
                <a:gd name="connsiteY388" fmla="*/ 285592 h 372749"/>
                <a:gd name="connsiteX389" fmla="*/ 170369 w 361786"/>
                <a:gd name="connsiteY389" fmla="*/ 286140 h 372749"/>
                <a:gd name="connsiteX390" fmla="*/ 171465 w 361786"/>
                <a:gd name="connsiteY390" fmla="*/ 286688 h 372749"/>
                <a:gd name="connsiteX391" fmla="*/ 172342 w 361786"/>
                <a:gd name="connsiteY391" fmla="*/ 287346 h 372749"/>
                <a:gd name="connsiteX392" fmla="*/ 173329 w 361786"/>
                <a:gd name="connsiteY392" fmla="*/ 288114 h 372749"/>
                <a:gd name="connsiteX393" fmla="*/ 175083 w 361786"/>
                <a:gd name="connsiteY393" fmla="*/ 290197 h 372749"/>
                <a:gd name="connsiteX394" fmla="*/ 176618 w 361786"/>
                <a:gd name="connsiteY394" fmla="*/ 292499 h 372749"/>
                <a:gd name="connsiteX395" fmla="*/ 177714 w 361786"/>
                <a:gd name="connsiteY395" fmla="*/ 294911 h 372749"/>
                <a:gd name="connsiteX396" fmla="*/ 178152 w 361786"/>
                <a:gd name="connsiteY396" fmla="*/ 297761 h 372749"/>
                <a:gd name="connsiteX397" fmla="*/ 178372 w 361786"/>
                <a:gd name="connsiteY397" fmla="*/ 300063 h 372749"/>
                <a:gd name="connsiteX398" fmla="*/ 178152 w 361786"/>
                <a:gd name="connsiteY398" fmla="*/ 302366 h 372749"/>
                <a:gd name="connsiteX399" fmla="*/ 177495 w 361786"/>
                <a:gd name="connsiteY399" fmla="*/ 304668 h 372749"/>
                <a:gd name="connsiteX400" fmla="*/ 176727 w 361786"/>
                <a:gd name="connsiteY400" fmla="*/ 306861 h 372749"/>
                <a:gd name="connsiteX401" fmla="*/ 177604 w 361786"/>
                <a:gd name="connsiteY401" fmla="*/ 306861 h 372749"/>
                <a:gd name="connsiteX402" fmla="*/ 178481 w 361786"/>
                <a:gd name="connsiteY402" fmla="*/ 307080 h 372749"/>
                <a:gd name="connsiteX403" fmla="*/ 179359 w 361786"/>
                <a:gd name="connsiteY403" fmla="*/ 307299 h 372749"/>
                <a:gd name="connsiteX404" fmla="*/ 180235 w 361786"/>
                <a:gd name="connsiteY404" fmla="*/ 307299 h 372749"/>
                <a:gd name="connsiteX405" fmla="*/ 178591 w 361786"/>
                <a:gd name="connsiteY405" fmla="*/ 311027 h 372749"/>
                <a:gd name="connsiteX406" fmla="*/ 176947 w 361786"/>
                <a:gd name="connsiteY406" fmla="*/ 314864 h 372749"/>
                <a:gd name="connsiteX407" fmla="*/ 175521 w 361786"/>
                <a:gd name="connsiteY407" fmla="*/ 318701 h 372749"/>
                <a:gd name="connsiteX408" fmla="*/ 174425 w 361786"/>
                <a:gd name="connsiteY408" fmla="*/ 322648 h 372749"/>
                <a:gd name="connsiteX409" fmla="*/ 173877 w 361786"/>
                <a:gd name="connsiteY409" fmla="*/ 324512 h 372749"/>
                <a:gd name="connsiteX410" fmla="*/ 173438 w 361786"/>
                <a:gd name="connsiteY410" fmla="*/ 326375 h 372749"/>
                <a:gd name="connsiteX411" fmla="*/ 173109 w 361786"/>
                <a:gd name="connsiteY411" fmla="*/ 328239 h 372749"/>
                <a:gd name="connsiteX412" fmla="*/ 173000 w 361786"/>
                <a:gd name="connsiteY412" fmla="*/ 330103 h 372749"/>
                <a:gd name="connsiteX413" fmla="*/ 173329 w 361786"/>
                <a:gd name="connsiteY413" fmla="*/ 330870 h 372749"/>
                <a:gd name="connsiteX414" fmla="*/ 173657 w 361786"/>
                <a:gd name="connsiteY414" fmla="*/ 331528 h 372749"/>
                <a:gd name="connsiteX415" fmla="*/ 173986 w 361786"/>
                <a:gd name="connsiteY415" fmla="*/ 332186 h 372749"/>
                <a:gd name="connsiteX416" fmla="*/ 174425 w 361786"/>
                <a:gd name="connsiteY416" fmla="*/ 332734 h 372749"/>
                <a:gd name="connsiteX417" fmla="*/ 182976 w 361786"/>
                <a:gd name="connsiteY417" fmla="*/ 333721 h 372749"/>
                <a:gd name="connsiteX418" fmla="*/ 191199 w 361786"/>
                <a:gd name="connsiteY418" fmla="*/ 324950 h 372749"/>
                <a:gd name="connsiteX419" fmla="*/ 198873 w 361786"/>
                <a:gd name="connsiteY419" fmla="*/ 316618 h 372749"/>
                <a:gd name="connsiteX420" fmla="*/ 205780 w 361786"/>
                <a:gd name="connsiteY420" fmla="*/ 318920 h 372749"/>
                <a:gd name="connsiteX421" fmla="*/ 209069 w 361786"/>
                <a:gd name="connsiteY421" fmla="*/ 323854 h 372749"/>
                <a:gd name="connsiteX422" fmla="*/ 212467 w 361786"/>
                <a:gd name="connsiteY422" fmla="*/ 326046 h 372749"/>
                <a:gd name="connsiteX423" fmla="*/ 216524 w 361786"/>
                <a:gd name="connsiteY423" fmla="*/ 326156 h 372749"/>
                <a:gd name="connsiteX424" fmla="*/ 221896 w 361786"/>
                <a:gd name="connsiteY424" fmla="*/ 324621 h 372749"/>
                <a:gd name="connsiteX425" fmla="*/ 223979 w 361786"/>
                <a:gd name="connsiteY425" fmla="*/ 323744 h 372749"/>
                <a:gd name="connsiteX426" fmla="*/ 225952 w 361786"/>
                <a:gd name="connsiteY426" fmla="*/ 324073 h 372749"/>
                <a:gd name="connsiteX427" fmla="*/ 227597 w 361786"/>
                <a:gd name="connsiteY427" fmla="*/ 325388 h 372749"/>
                <a:gd name="connsiteX428" fmla="*/ 229022 w 361786"/>
                <a:gd name="connsiteY428" fmla="*/ 327252 h 372749"/>
                <a:gd name="connsiteX429" fmla="*/ 229570 w 361786"/>
                <a:gd name="connsiteY429" fmla="*/ 327800 h 372749"/>
                <a:gd name="connsiteX430" fmla="*/ 230009 w 361786"/>
                <a:gd name="connsiteY430" fmla="*/ 328239 h 372749"/>
                <a:gd name="connsiteX431" fmla="*/ 230557 w 361786"/>
                <a:gd name="connsiteY431" fmla="*/ 328787 h 372749"/>
                <a:gd name="connsiteX432" fmla="*/ 231105 w 361786"/>
                <a:gd name="connsiteY432" fmla="*/ 329335 h 372749"/>
                <a:gd name="connsiteX433" fmla="*/ 232092 w 361786"/>
                <a:gd name="connsiteY433" fmla="*/ 330322 h 372749"/>
                <a:gd name="connsiteX434" fmla="*/ 232969 w 361786"/>
                <a:gd name="connsiteY434" fmla="*/ 331309 h 372749"/>
                <a:gd name="connsiteX435" fmla="*/ 233955 w 361786"/>
                <a:gd name="connsiteY435" fmla="*/ 332405 h 372749"/>
                <a:gd name="connsiteX436" fmla="*/ 234942 w 361786"/>
                <a:gd name="connsiteY436" fmla="*/ 333392 h 372749"/>
                <a:gd name="connsiteX437" fmla="*/ 235928 w 361786"/>
                <a:gd name="connsiteY437" fmla="*/ 334488 h 372749"/>
                <a:gd name="connsiteX438" fmla="*/ 236806 w 361786"/>
                <a:gd name="connsiteY438" fmla="*/ 335584 h 372749"/>
                <a:gd name="connsiteX439" fmla="*/ 237683 w 361786"/>
                <a:gd name="connsiteY439" fmla="*/ 336900 h 372749"/>
                <a:gd name="connsiteX440" fmla="*/ 238340 w 361786"/>
                <a:gd name="connsiteY440" fmla="*/ 338106 h 372749"/>
                <a:gd name="connsiteX441" fmla="*/ 239327 w 361786"/>
                <a:gd name="connsiteY441" fmla="*/ 339641 h 372749"/>
                <a:gd name="connsiteX442" fmla="*/ 240314 w 361786"/>
                <a:gd name="connsiteY442" fmla="*/ 341066 h 372749"/>
                <a:gd name="connsiteX443" fmla="*/ 241301 w 361786"/>
                <a:gd name="connsiteY443" fmla="*/ 342601 h 372749"/>
                <a:gd name="connsiteX444" fmla="*/ 242287 w 361786"/>
                <a:gd name="connsiteY444" fmla="*/ 344136 h 372749"/>
                <a:gd name="connsiteX445" fmla="*/ 244151 w 361786"/>
                <a:gd name="connsiteY445" fmla="*/ 346877 h 372749"/>
                <a:gd name="connsiteX446" fmla="*/ 245357 w 361786"/>
                <a:gd name="connsiteY446" fmla="*/ 348960 h 372749"/>
                <a:gd name="connsiteX447" fmla="*/ 245905 w 361786"/>
                <a:gd name="connsiteY447" fmla="*/ 350933 h 372749"/>
                <a:gd name="connsiteX448" fmla="*/ 245686 w 361786"/>
                <a:gd name="connsiteY448" fmla="*/ 353564 h 372749"/>
                <a:gd name="connsiteX449" fmla="*/ 244918 w 361786"/>
                <a:gd name="connsiteY449" fmla="*/ 355976 h 372749"/>
                <a:gd name="connsiteX450" fmla="*/ 243603 w 361786"/>
                <a:gd name="connsiteY450" fmla="*/ 358498 h 372749"/>
                <a:gd name="connsiteX451" fmla="*/ 242287 w 361786"/>
                <a:gd name="connsiteY451" fmla="*/ 361129 h 372749"/>
                <a:gd name="connsiteX452" fmla="*/ 241191 w 361786"/>
                <a:gd name="connsiteY452" fmla="*/ 363541 h 372749"/>
                <a:gd name="connsiteX453" fmla="*/ 239656 w 361786"/>
                <a:gd name="connsiteY453" fmla="*/ 367268 h 372749"/>
                <a:gd name="connsiteX454" fmla="*/ 237683 w 361786"/>
                <a:gd name="connsiteY454" fmla="*/ 370776 h 372749"/>
                <a:gd name="connsiteX455" fmla="*/ 235600 w 361786"/>
                <a:gd name="connsiteY455" fmla="*/ 374285 h 372749"/>
                <a:gd name="connsiteX456" fmla="*/ 233846 w 361786"/>
                <a:gd name="connsiteY456" fmla="*/ 378012 h 372749"/>
                <a:gd name="connsiteX457" fmla="*/ 233736 w 361786"/>
                <a:gd name="connsiteY457" fmla="*/ 378341 h 372749"/>
                <a:gd name="connsiteX458" fmla="*/ 233736 w 361786"/>
                <a:gd name="connsiteY458" fmla="*/ 378560 h 372749"/>
                <a:gd name="connsiteX459" fmla="*/ 233517 w 361786"/>
                <a:gd name="connsiteY459" fmla="*/ 378889 h 372749"/>
                <a:gd name="connsiteX460" fmla="*/ 233517 w 361786"/>
                <a:gd name="connsiteY460" fmla="*/ 379218 h 372749"/>
                <a:gd name="connsiteX461" fmla="*/ 235600 w 361786"/>
                <a:gd name="connsiteY461" fmla="*/ 378889 h 372749"/>
                <a:gd name="connsiteX462" fmla="*/ 236915 w 361786"/>
                <a:gd name="connsiteY462" fmla="*/ 377793 h 372749"/>
                <a:gd name="connsiteX463" fmla="*/ 237902 w 361786"/>
                <a:gd name="connsiteY463" fmla="*/ 376038 h 372749"/>
                <a:gd name="connsiteX464" fmla="*/ 238889 w 361786"/>
                <a:gd name="connsiteY464" fmla="*/ 373846 h 372749"/>
                <a:gd name="connsiteX465" fmla="*/ 241081 w 361786"/>
                <a:gd name="connsiteY465" fmla="*/ 374614 h 372749"/>
                <a:gd name="connsiteX466" fmla="*/ 243384 w 361786"/>
                <a:gd name="connsiteY466" fmla="*/ 373627 h 372749"/>
                <a:gd name="connsiteX467" fmla="*/ 245686 w 361786"/>
                <a:gd name="connsiteY467" fmla="*/ 371653 h 372749"/>
                <a:gd name="connsiteX468" fmla="*/ 247879 w 361786"/>
                <a:gd name="connsiteY468" fmla="*/ 369680 h 372749"/>
                <a:gd name="connsiteX469" fmla="*/ 250620 w 361786"/>
                <a:gd name="connsiteY469" fmla="*/ 369241 h 372749"/>
                <a:gd name="connsiteX470" fmla="*/ 253141 w 361786"/>
                <a:gd name="connsiteY470" fmla="*/ 370886 h 372749"/>
                <a:gd name="connsiteX471" fmla="*/ 255882 w 361786"/>
                <a:gd name="connsiteY471" fmla="*/ 372859 h 372749"/>
                <a:gd name="connsiteX472" fmla="*/ 259061 w 361786"/>
                <a:gd name="connsiteY472" fmla="*/ 373298 h 372749"/>
                <a:gd name="connsiteX473" fmla="*/ 261692 w 361786"/>
                <a:gd name="connsiteY473" fmla="*/ 371324 h 372749"/>
                <a:gd name="connsiteX474" fmla="*/ 264543 w 361786"/>
                <a:gd name="connsiteY474" fmla="*/ 368364 h 372749"/>
                <a:gd name="connsiteX475" fmla="*/ 267393 w 361786"/>
                <a:gd name="connsiteY475" fmla="*/ 367049 h 372749"/>
                <a:gd name="connsiteX476" fmla="*/ 270353 w 361786"/>
                <a:gd name="connsiteY476" fmla="*/ 369790 h 372749"/>
                <a:gd name="connsiteX477" fmla="*/ 270792 w 361786"/>
                <a:gd name="connsiteY477" fmla="*/ 370338 h 372749"/>
                <a:gd name="connsiteX478" fmla="*/ 271340 w 361786"/>
                <a:gd name="connsiteY478" fmla="*/ 370776 h 372749"/>
                <a:gd name="connsiteX479" fmla="*/ 271778 w 361786"/>
                <a:gd name="connsiteY479" fmla="*/ 371105 h 372749"/>
                <a:gd name="connsiteX480" fmla="*/ 272326 w 361786"/>
                <a:gd name="connsiteY480" fmla="*/ 371434 h 372749"/>
                <a:gd name="connsiteX481" fmla="*/ 276164 w 361786"/>
                <a:gd name="connsiteY481" fmla="*/ 372530 h 372749"/>
                <a:gd name="connsiteX482" fmla="*/ 280220 w 361786"/>
                <a:gd name="connsiteY482" fmla="*/ 372640 h 372749"/>
                <a:gd name="connsiteX483" fmla="*/ 284496 w 361786"/>
                <a:gd name="connsiteY483" fmla="*/ 372859 h 372749"/>
                <a:gd name="connsiteX484" fmla="*/ 288552 w 361786"/>
                <a:gd name="connsiteY484" fmla="*/ 373627 h 372749"/>
                <a:gd name="connsiteX485" fmla="*/ 289210 w 361786"/>
                <a:gd name="connsiteY485" fmla="*/ 374065 h 372749"/>
                <a:gd name="connsiteX486" fmla="*/ 289868 w 361786"/>
                <a:gd name="connsiteY486" fmla="*/ 374394 h 372749"/>
                <a:gd name="connsiteX487" fmla="*/ 290416 w 361786"/>
                <a:gd name="connsiteY487" fmla="*/ 374833 h 372749"/>
                <a:gd name="connsiteX488" fmla="*/ 291183 w 361786"/>
                <a:gd name="connsiteY488" fmla="*/ 375162 h 372749"/>
                <a:gd name="connsiteX489" fmla="*/ 295240 w 361786"/>
                <a:gd name="connsiteY489" fmla="*/ 377354 h 372749"/>
                <a:gd name="connsiteX490" fmla="*/ 298200 w 361786"/>
                <a:gd name="connsiteY490" fmla="*/ 374723 h 372749"/>
                <a:gd name="connsiteX491" fmla="*/ 300612 w 361786"/>
                <a:gd name="connsiteY491" fmla="*/ 369790 h 372749"/>
                <a:gd name="connsiteX492" fmla="*/ 302695 w 361786"/>
                <a:gd name="connsiteY492" fmla="*/ 364856 h 372749"/>
                <a:gd name="connsiteX493" fmla="*/ 304010 w 361786"/>
                <a:gd name="connsiteY493" fmla="*/ 362444 h 372749"/>
                <a:gd name="connsiteX494" fmla="*/ 305655 w 361786"/>
                <a:gd name="connsiteY494" fmla="*/ 360361 h 372749"/>
                <a:gd name="connsiteX495" fmla="*/ 307409 w 361786"/>
                <a:gd name="connsiteY495" fmla="*/ 358388 h 372749"/>
                <a:gd name="connsiteX496" fmla="*/ 309053 w 361786"/>
                <a:gd name="connsiteY496" fmla="*/ 356195 h 372749"/>
                <a:gd name="connsiteX497" fmla="*/ 309930 w 361786"/>
                <a:gd name="connsiteY497" fmla="*/ 354331 h 372749"/>
                <a:gd name="connsiteX498" fmla="*/ 310040 w 361786"/>
                <a:gd name="connsiteY498" fmla="*/ 353235 h 372749"/>
                <a:gd name="connsiteX499" fmla="*/ 310808 w 361786"/>
                <a:gd name="connsiteY499" fmla="*/ 352358 h 372749"/>
                <a:gd name="connsiteX500" fmla="*/ 313767 w 361786"/>
                <a:gd name="connsiteY500" fmla="*/ 351371 h 372749"/>
                <a:gd name="connsiteX501" fmla="*/ 314754 w 361786"/>
                <a:gd name="connsiteY501" fmla="*/ 351481 h 372749"/>
                <a:gd name="connsiteX502" fmla="*/ 315302 w 361786"/>
                <a:gd name="connsiteY502" fmla="*/ 352468 h 372749"/>
                <a:gd name="connsiteX503" fmla="*/ 315850 w 361786"/>
                <a:gd name="connsiteY503" fmla="*/ 353674 h 372749"/>
                <a:gd name="connsiteX504" fmla="*/ 316728 w 361786"/>
                <a:gd name="connsiteY504" fmla="*/ 354551 h 372749"/>
                <a:gd name="connsiteX505" fmla="*/ 321003 w 361786"/>
                <a:gd name="connsiteY505" fmla="*/ 357291 h 372749"/>
                <a:gd name="connsiteX506" fmla="*/ 325498 w 361786"/>
                <a:gd name="connsiteY506" fmla="*/ 359703 h 372749"/>
                <a:gd name="connsiteX507" fmla="*/ 330103 w 361786"/>
                <a:gd name="connsiteY507" fmla="*/ 361238 h 372749"/>
                <a:gd name="connsiteX508" fmla="*/ 335256 w 361786"/>
                <a:gd name="connsiteY508" fmla="*/ 361129 h 372749"/>
                <a:gd name="connsiteX509" fmla="*/ 329883 w 361786"/>
                <a:gd name="connsiteY509" fmla="*/ 354222 h 372749"/>
                <a:gd name="connsiteX510" fmla="*/ 324950 w 361786"/>
                <a:gd name="connsiteY510" fmla="*/ 345780 h 372749"/>
                <a:gd name="connsiteX511" fmla="*/ 320126 w 361786"/>
                <a:gd name="connsiteY511" fmla="*/ 337009 h 372749"/>
                <a:gd name="connsiteX512" fmla="*/ 315412 w 361786"/>
                <a:gd name="connsiteY512" fmla="*/ 329116 h 372749"/>
                <a:gd name="connsiteX513" fmla="*/ 313877 w 361786"/>
                <a:gd name="connsiteY513" fmla="*/ 324402 h 372749"/>
                <a:gd name="connsiteX514" fmla="*/ 315083 w 361786"/>
                <a:gd name="connsiteY514" fmla="*/ 319797 h 372749"/>
                <a:gd name="connsiteX515" fmla="*/ 317934 w 361786"/>
                <a:gd name="connsiteY515" fmla="*/ 315083 h 372749"/>
                <a:gd name="connsiteX516" fmla="*/ 321113 w 361786"/>
                <a:gd name="connsiteY516" fmla="*/ 310479 h 372749"/>
                <a:gd name="connsiteX517" fmla="*/ 321552 w 361786"/>
                <a:gd name="connsiteY517" fmla="*/ 309711 h 372749"/>
                <a:gd name="connsiteX518" fmla="*/ 321990 w 361786"/>
                <a:gd name="connsiteY518" fmla="*/ 308944 h 372749"/>
                <a:gd name="connsiteX519" fmla="*/ 322538 w 361786"/>
                <a:gd name="connsiteY519" fmla="*/ 308286 h 372749"/>
                <a:gd name="connsiteX520" fmla="*/ 323086 w 361786"/>
                <a:gd name="connsiteY520" fmla="*/ 307628 h 372749"/>
                <a:gd name="connsiteX521" fmla="*/ 324512 w 361786"/>
                <a:gd name="connsiteY521" fmla="*/ 305326 h 372749"/>
                <a:gd name="connsiteX522" fmla="*/ 326156 w 361786"/>
                <a:gd name="connsiteY522" fmla="*/ 303133 h 372749"/>
                <a:gd name="connsiteX523" fmla="*/ 327800 w 361786"/>
                <a:gd name="connsiteY523" fmla="*/ 301050 h 372749"/>
                <a:gd name="connsiteX524" fmla="*/ 329445 w 361786"/>
                <a:gd name="connsiteY524" fmla="*/ 298748 h 372749"/>
                <a:gd name="connsiteX525" fmla="*/ 330651 w 361786"/>
                <a:gd name="connsiteY525" fmla="*/ 292608 h 372749"/>
                <a:gd name="connsiteX526" fmla="*/ 332405 w 361786"/>
                <a:gd name="connsiteY526" fmla="*/ 287236 h 372749"/>
                <a:gd name="connsiteX527" fmla="*/ 335256 w 361786"/>
                <a:gd name="connsiteY527" fmla="*/ 282522 h 372749"/>
                <a:gd name="connsiteX528" fmla="*/ 339970 w 361786"/>
                <a:gd name="connsiteY528" fmla="*/ 278576 h 372749"/>
                <a:gd name="connsiteX529" fmla="*/ 343478 w 361786"/>
                <a:gd name="connsiteY529" fmla="*/ 274958 h 372749"/>
                <a:gd name="connsiteX530" fmla="*/ 343478 w 361786"/>
                <a:gd name="connsiteY530" fmla="*/ 271559 h 372749"/>
                <a:gd name="connsiteX531" fmla="*/ 341614 w 361786"/>
                <a:gd name="connsiteY531" fmla="*/ 268161 h 372749"/>
                <a:gd name="connsiteX532" fmla="*/ 339641 w 361786"/>
                <a:gd name="connsiteY532" fmla="*/ 264323 h 372749"/>
                <a:gd name="connsiteX533" fmla="*/ 339421 w 361786"/>
                <a:gd name="connsiteY533" fmla="*/ 262460 h 372749"/>
                <a:gd name="connsiteX534" fmla="*/ 339312 w 361786"/>
                <a:gd name="connsiteY534" fmla="*/ 260596 h 372749"/>
                <a:gd name="connsiteX535" fmla="*/ 339312 w 361786"/>
                <a:gd name="connsiteY535" fmla="*/ 258842 h 372749"/>
                <a:gd name="connsiteX536" fmla="*/ 339202 w 361786"/>
                <a:gd name="connsiteY536" fmla="*/ 256978 h 372749"/>
                <a:gd name="connsiteX537" fmla="*/ 336790 w 361786"/>
                <a:gd name="connsiteY537" fmla="*/ 249084 h 372749"/>
                <a:gd name="connsiteX538" fmla="*/ 331747 w 361786"/>
                <a:gd name="connsiteY538" fmla="*/ 246453 h 372749"/>
                <a:gd name="connsiteX539" fmla="*/ 325279 w 361786"/>
                <a:gd name="connsiteY539" fmla="*/ 247550 h 372749"/>
                <a:gd name="connsiteX540" fmla="*/ 318153 w 361786"/>
                <a:gd name="connsiteY540" fmla="*/ 250619 h 372749"/>
                <a:gd name="connsiteX541" fmla="*/ 316508 w 361786"/>
                <a:gd name="connsiteY541" fmla="*/ 251058 h 372749"/>
                <a:gd name="connsiteX542" fmla="*/ 314974 w 361786"/>
                <a:gd name="connsiteY542" fmla="*/ 250729 h 372749"/>
                <a:gd name="connsiteX543" fmla="*/ 313658 w 361786"/>
                <a:gd name="connsiteY543" fmla="*/ 249742 h 372749"/>
                <a:gd name="connsiteX544" fmla="*/ 312452 w 361786"/>
                <a:gd name="connsiteY544" fmla="*/ 248317 h 372749"/>
                <a:gd name="connsiteX545" fmla="*/ 310479 w 361786"/>
                <a:gd name="connsiteY545" fmla="*/ 246673 h 372749"/>
                <a:gd name="connsiteX546" fmla="*/ 309272 w 361786"/>
                <a:gd name="connsiteY546" fmla="*/ 244590 h 372749"/>
                <a:gd name="connsiteX547" fmla="*/ 309163 w 361786"/>
                <a:gd name="connsiteY547" fmla="*/ 242397 h 372749"/>
                <a:gd name="connsiteX548" fmla="*/ 310479 w 361786"/>
                <a:gd name="connsiteY548" fmla="*/ 240424 h 372749"/>
                <a:gd name="connsiteX549" fmla="*/ 312342 w 361786"/>
                <a:gd name="connsiteY549" fmla="*/ 236915 h 372749"/>
                <a:gd name="connsiteX550" fmla="*/ 312891 w 361786"/>
                <a:gd name="connsiteY550" fmla="*/ 233188 h 372749"/>
                <a:gd name="connsiteX551" fmla="*/ 313987 w 361786"/>
                <a:gd name="connsiteY551" fmla="*/ 229789 h 372749"/>
                <a:gd name="connsiteX552" fmla="*/ 316947 w 361786"/>
                <a:gd name="connsiteY552" fmla="*/ 227268 h 372749"/>
                <a:gd name="connsiteX553" fmla="*/ 317714 w 361786"/>
                <a:gd name="connsiteY553" fmla="*/ 227048 h 372749"/>
                <a:gd name="connsiteX554" fmla="*/ 318482 w 361786"/>
                <a:gd name="connsiteY554" fmla="*/ 226939 h 372749"/>
                <a:gd name="connsiteX555" fmla="*/ 319249 w 361786"/>
                <a:gd name="connsiteY555" fmla="*/ 226720 h 372749"/>
                <a:gd name="connsiteX556" fmla="*/ 320017 w 361786"/>
                <a:gd name="connsiteY556" fmla="*/ 226500 h 372749"/>
                <a:gd name="connsiteX557" fmla="*/ 322977 w 361786"/>
                <a:gd name="connsiteY557" fmla="*/ 226281 h 372749"/>
                <a:gd name="connsiteX558" fmla="*/ 326485 w 361786"/>
                <a:gd name="connsiteY558" fmla="*/ 225952 h 372749"/>
                <a:gd name="connsiteX559" fmla="*/ 329664 w 361786"/>
                <a:gd name="connsiteY559" fmla="*/ 225404 h 372749"/>
                <a:gd name="connsiteX560" fmla="*/ 331966 w 361786"/>
                <a:gd name="connsiteY560" fmla="*/ 224198 h 372749"/>
                <a:gd name="connsiteX561" fmla="*/ 333501 w 361786"/>
                <a:gd name="connsiteY561" fmla="*/ 221676 h 372749"/>
                <a:gd name="connsiteX562" fmla="*/ 335146 w 361786"/>
                <a:gd name="connsiteY562" fmla="*/ 219155 h 372749"/>
                <a:gd name="connsiteX563" fmla="*/ 336681 w 361786"/>
                <a:gd name="connsiteY563" fmla="*/ 216633 h 372749"/>
                <a:gd name="connsiteX564" fmla="*/ 338106 w 361786"/>
                <a:gd name="connsiteY564" fmla="*/ 214112 h 372749"/>
                <a:gd name="connsiteX565" fmla="*/ 340518 w 361786"/>
                <a:gd name="connsiteY565" fmla="*/ 210823 h 372749"/>
                <a:gd name="connsiteX566" fmla="*/ 344684 w 361786"/>
                <a:gd name="connsiteY566" fmla="*/ 208192 h 372749"/>
                <a:gd name="connsiteX567" fmla="*/ 349289 w 361786"/>
                <a:gd name="connsiteY567" fmla="*/ 205780 h 372749"/>
                <a:gd name="connsiteX568" fmla="*/ 353016 w 361786"/>
                <a:gd name="connsiteY568" fmla="*/ 203697 h 372749"/>
                <a:gd name="connsiteX569" fmla="*/ 354222 w 361786"/>
                <a:gd name="connsiteY569" fmla="*/ 202381 h 372749"/>
                <a:gd name="connsiteX570" fmla="*/ 355318 w 361786"/>
                <a:gd name="connsiteY570" fmla="*/ 201065 h 372749"/>
                <a:gd name="connsiteX571" fmla="*/ 356415 w 361786"/>
                <a:gd name="connsiteY571" fmla="*/ 199750 h 372749"/>
                <a:gd name="connsiteX572" fmla="*/ 357511 w 361786"/>
                <a:gd name="connsiteY572" fmla="*/ 198434 h 372749"/>
                <a:gd name="connsiteX573" fmla="*/ 358826 w 361786"/>
                <a:gd name="connsiteY573" fmla="*/ 196900 h 372749"/>
                <a:gd name="connsiteX574" fmla="*/ 360142 w 361786"/>
                <a:gd name="connsiteY574" fmla="*/ 195474 h 372749"/>
                <a:gd name="connsiteX575" fmla="*/ 361458 w 361786"/>
                <a:gd name="connsiteY575" fmla="*/ 193939 h 372749"/>
                <a:gd name="connsiteX576" fmla="*/ 362773 w 361786"/>
                <a:gd name="connsiteY576" fmla="*/ 192514 h 372749"/>
                <a:gd name="connsiteX577" fmla="*/ 362883 w 361786"/>
                <a:gd name="connsiteY577" fmla="*/ 192295 h 372749"/>
                <a:gd name="connsiteX578" fmla="*/ 363102 w 361786"/>
                <a:gd name="connsiteY578" fmla="*/ 192185 h 372749"/>
                <a:gd name="connsiteX579" fmla="*/ 363212 w 361786"/>
                <a:gd name="connsiteY579" fmla="*/ 191966 h 372749"/>
                <a:gd name="connsiteX580" fmla="*/ 363321 w 361786"/>
                <a:gd name="connsiteY580" fmla="*/ 191747 h 372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</a:cxnLst>
              <a:rect l="l" t="t" r="r" b="b"/>
              <a:pathLst>
                <a:path w="361786" h="372749">
                  <a:moveTo>
                    <a:pt x="361238" y="189335"/>
                  </a:moveTo>
                  <a:lnTo>
                    <a:pt x="359484" y="186485"/>
                  </a:lnTo>
                  <a:lnTo>
                    <a:pt x="358498" y="183305"/>
                  </a:lnTo>
                  <a:lnTo>
                    <a:pt x="358388" y="180016"/>
                  </a:lnTo>
                  <a:lnTo>
                    <a:pt x="359813" y="177166"/>
                  </a:lnTo>
                  <a:lnTo>
                    <a:pt x="361786" y="174425"/>
                  </a:lnTo>
                  <a:lnTo>
                    <a:pt x="363102" y="171684"/>
                  </a:lnTo>
                  <a:lnTo>
                    <a:pt x="362664" y="168505"/>
                  </a:lnTo>
                  <a:lnTo>
                    <a:pt x="361786" y="167299"/>
                  </a:lnTo>
                  <a:lnTo>
                    <a:pt x="360800" y="166203"/>
                  </a:lnTo>
                  <a:lnTo>
                    <a:pt x="359813" y="165106"/>
                  </a:lnTo>
                  <a:lnTo>
                    <a:pt x="359046" y="163900"/>
                  </a:lnTo>
                  <a:lnTo>
                    <a:pt x="358498" y="161598"/>
                  </a:lnTo>
                  <a:lnTo>
                    <a:pt x="358826" y="159405"/>
                  </a:lnTo>
                  <a:lnTo>
                    <a:pt x="359155" y="157213"/>
                  </a:lnTo>
                  <a:lnTo>
                    <a:pt x="359155" y="154910"/>
                  </a:lnTo>
                  <a:lnTo>
                    <a:pt x="357182" y="152389"/>
                  </a:lnTo>
                  <a:lnTo>
                    <a:pt x="354222" y="152279"/>
                  </a:lnTo>
                  <a:lnTo>
                    <a:pt x="351262" y="152060"/>
                  </a:lnTo>
                  <a:lnTo>
                    <a:pt x="349617" y="148881"/>
                  </a:lnTo>
                  <a:lnTo>
                    <a:pt x="349289" y="148442"/>
                  </a:lnTo>
                  <a:lnTo>
                    <a:pt x="348850" y="148004"/>
                  </a:lnTo>
                  <a:lnTo>
                    <a:pt x="348302" y="147565"/>
                  </a:lnTo>
                  <a:lnTo>
                    <a:pt x="347754" y="147346"/>
                  </a:lnTo>
                  <a:lnTo>
                    <a:pt x="341614" y="149100"/>
                  </a:lnTo>
                  <a:lnTo>
                    <a:pt x="334598" y="156226"/>
                  </a:lnTo>
                  <a:lnTo>
                    <a:pt x="328129" y="164997"/>
                  </a:lnTo>
                  <a:lnTo>
                    <a:pt x="323525" y="171465"/>
                  </a:lnTo>
                  <a:lnTo>
                    <a:pt x="320126" y="175083"/>
                  </a:lnTo>
                  <a:lnTo>
                    <a:pt x="316837" y="178810"/>
                  </a:lnTo>
                  <a:lnTo>
                    <a:pt x="313767" y="182647"/>
                  </a:lnTo>
                  <a:lnTo>
                    <a:pt x="310698" y="186485"/>
                  </a:lnTo>
                  <a:lnTo>
                    <a:pt x="308396" y="189554"/>
                  </a:lnTo>
                  <a:lnTo>
                    <a:pt x="305655" y="192295"/>
                  </a:lnTo>
                  <a:lnTo>
                    <a:pt x="303024" y="195036"/>
                  </a:lnTo>
                  <a:lnTo>
                    <a:pt x="300721" y="198106"/>
                  </a:lnTo>
                  <a:lnTo>
                    <a:pt x="297213" y="202162"/>
                  </a:lnTo>
                  <a:lnTo>
                    <a:pt x="294692" y="201504"/>
                  </a:lnTo>
                  <a:lnTo>
                    <a:pt x="292280" y="198544"/>
                  </a:lnTo>
                  <a:lnTo>
                    <a:pt x="289100" y="195913"/>
                  </a:lnTo>
                  <a:lnTo>
                    <a:pt x="286469" y="197886"/>
                  </a:lnTo>
                  <a:lnTo>
                    <a:pt x="285044" y="200956"/>
                  </a:lnTo>
                  <a:lnTo>
                    <a:pt x="284167" y="204574"/>
                  </a:lnTo>
                  <a:lnTo>
                    <a:pt x="283180" y="207863"/>
                  </a:lnTo>
                  <a:lnTo>
                    <a:pt x="277808" y="215537"/>
                  </a:lnTo>
                  <a:lnTo>
                    <a:pt x="271121" y="219155"/>
                  </a:lnTo>
                  <a:lnTo>
                    <a:pt x="264762" y="217291"/>
                  </a:lnTo>
                  <a:lnTo>
                    <a:pt x="260705" y="208630"/>
                  </a:lnTo>
                  <a:lnTo>
                    <a:pt x="258074" y="203916"/>
                  </a:lnTo>
                  <a:lnTo>
                    <a:pt x="254347" y="199202"/>
                  </a:lnTo>
                  <a:lnTo>
                    <a:pt x="251387" y="194378"/>
                  </a:lnTo>
                  <a:lnTo>
                    <a:pt x="250948" y="189664"/>
                  </a:lnTo>
                  <a:lnTo>
                    <a:pt x="252702" y="187690"/>
                  </a:lnTo>
                  <a:lnTo>
                    <a:pt x="254676" y="185827"/>
                  </a:lnTo>
                  <a:lnTo>
                    <a:pt x="256649" y="183963"/>
                  </a:lnTo>
                  <a:lnTo>
                    <a:pt x="258184" y="181990"/>
                  </a:lnTo>
                  <a:lnTo>
                    <a:pt x="259390" y="178481"/>
                  </a:lnTo>
                  <a:lnTo>
                    <a:pt x="260048" y="174535"/>
                  </a:lnTo>
                  <a:lnTo>
                    <a:pt x="260486" y="170478"/>
                  </a:lnTo>
                  <a:lnTo>
                    <a:pt x="260925" y="166751"/>
                  </a:lnTo>
                  <a:lnTo>
                    <a:pt x="263337" y="162475"/>
                  </a:lnTo>
                  <a:lnTo>
                    <a:pt x="267941" y="158967"/>
                  </a:lnTo>
                  <a:lnTo>
                    <a:pt x="273204" y="155568"/>
                  </a:lnTo>
                  <a:lnTo>
                    <a:pt x="277260" y="151512"/>
                  </a:lnTo>
                  <a:lnTo>
                    <a:pt x="279124" y="148442"/>
                  </a:lnTo>
                  <a:lnTo>
                    <a:pt x="280878" y="144715"/>
                  </a:lnTo>
                  <a:lnTo>
                    <a:pt x="281864" y="140878"/>
                  </a:lnTo>
                  <a:lnTo>
                    <a:pt x="281207" y="137260"/>
                  </a:lnTo>
                  <a:lnTo>
                    <a:pt x="279014" y="136492"/>
                  </a:lnTo>
                  <a:lnTo>
                    <a:pt x="276821" y="137589"/>
                  </a:lnTo>
                  <a:lnTo>
                    <a:pt x="274410" y="139343"/>
                  </a:lnTo>
                  <a:lnTo>
                    <a:pt x="271778" y="140439"/>
                  </a:lnTo>
                  <a:lnTo>
                    <a:pt x="268380" y="139891"/>
                  </a:lnTo>
                  <a:lnTo>
                    <a:pt x="266187" y="137808"/>
                  </a:lnTo>
                  <a:lnTo>
                    <a:pt x="265858" y="134738"/>
                  </a:lnTo>
                  <a:lnTo>
                    <a:pt x="268051" y="131668"/>
                  </a:lnTo>
                  <a:lnTo>
                    <a:pt x="270682" y="130682"/>
                  </a:lnTo>
                  <a:lnTo>
                    <a:pt x="273313" y="130462"/>
                  </a:lnTo>
                  <a:lnTo>
                    <a:pt x="275945" y="130353"/>
                  </a:lnTo>
                  <a:lnTo>
                    <a:pt x="278356" y="129695"/>
                  </a:lnTo>
                  <a:lnTo>
                    <a:pt x="280768" y="128160"/>
                  </a:lnTo>
                  <a:lnTo>
                    <a:pt x="281536" y="126625"/>
                  </a:lnTo>
                  <a:lnTo>
                    <a:pt x="281536" y="124762"/>
                  </a:lnTo>
                  <a:lnTo>
                    <a:pt x="281755" y="122350"/>
                  </a:lnTo>
                  <a:lnTo>
                    <a:pt x="281645" y="119718"/>
                  </a:lnTo>
                  <a:lnTo>
                    <a:pt x="280439" y="117855"/>
                  </a:lnTo>
                  <a:lnTo>
                    <a:pt x="279014" y="116101"/>
                  </a:lnTo>
                  <a:lnTo>
                    <a:pt x="278466" y="113689"/>
                  </a:lnTo>
                  <a:lnTo>
                    <a:pt x="279781" y="111277"/>
                  </a:lnTo>
                  <a:lnTo>
                    <a:pt x="282632" y="109961"/>
                  </a:lnTo>
                  <a:lnTo>
                    <a:pt x="285921" y="109632"/>
                  </a:lnTo>
                  <a:lnTo>
                    <a:pt x="288662" y="109961"/>
                  </a:lnTo>
                  <a:lnTo>
                    <a:pt x="291293" y="110400"/>
                  </a:lnTo>
                  <a:lnTo>
                    <a:pt x="293924" y="111058"/>
                  </a:lnTo>
                  <a:lnTo>
                    <a:pt x="296446" y="111935"/>
                  </a:lnTo>
                  <a:lnTo>
                    <a:pt x="298858" y="112921"/>
                  </a:lnTo>
                  <a:lnTo>
                    <a:pt x="303133" y="115772"/>
                  </a:lnTo>
                  <a:lnTo>
                    <a:pt x="307409" y="118184"/>
                  </a:lnTo>
                  <a:lnTo>
                    <a:pt x="312013" y="119718"/>
                  </a:lnTo>
                  <a:lnTo>
                    <a:pt x="316947" y="119718"/>
                  </a:lnTo>
                  <a:lnTo>
                    <a:pt x="318153" y="119280"/>
                  </a:lnTo>
                  <a:lnTo>
                    <a:pt x="318701" y="118622"/>
                  </a:lnTo>
                  <a:lnTo>
                    <a:pt x="318701" y="117635"/>
                  </a:lnTo>
                  <a:lnTo>
                    <a:pt x="318153" y="116429"/>
                  </a:lnTo>
                  <a:lnTo>
                    <a:pt x="316728" y="111058"/>
                  </a:lnTo>
                  <a:lnTo>
                    <a:pt x="316508" y="103822"/>
                  </a:lnTo>
                  <a:lnTo>
                    <a:pt x="317605" y="96805"/>
                  </a:lnTo>
                  <a:lnTo>
                    <a:pt x="320017" y="92201"/>
                  </a:lnTo>
                  <a:lnTo>
                    <a:pt x="321661" y="90556"/>
                  </a:lnTo>
                  <a:lnTo>
                    <a:pt x="323196" y="88692"/>
                  </a:lnTo>
                  <a:lnTo>
                    <a:pt x="324512" y="86829"/>
                  </a:lnTo>
                  <a:lnTo>
                    <a:pt x="325827" y="84855"/>
                  </a:lnTo>
                  <a:lnTo>
                    <a:pt x="326923" y="83211"/>
                  </a:lnTo>
                  <a:lnTo>
                    <a:pt x="328239" y="81566"/>
                  </a:lnTo>
                  <a:lnTo>
                    <a:pt x="329445" y="80141"/>
                  </a:lnTo>
                  <a:lnTo>
                    <a:pt x="330541" y="79154"/>
                  </a:lnTo>
                  <a:lnTo>
                    <a:pt x="331199" y="79045"/>
                  </a:lnTo>
                  <a:lnTo>
                    <a:pt x="332076" y="79264"/>
                  </a:lnTo>
                  <a:lnTo>
                    <a:pt x="332953" y="79483"/>
                  </a:lnTo>
                  <a:lnTo>
                    <a:pt x="333940" y="78935"/>
                  </a:lnTo>
                  <a:lnTo>
                    <a:pt x="334926" y="77071"/>
                  </a:lnTo>
                  <a:lnTo>
                    <a:pt x="336352" y="73892"/>
                  </a:lnTo>
                  <a:lnTo>
                    <a:pt x="337448" y="70603"/>
                  </a:lnTo>
                  <a:lnTo>
                    <a:pt x="337777" y="68630"/>
                  </a:lnTo>
                  <a:lnTo>
                    <a:pt x="336571" y="66547"/>
                  </a:lnTo>
                  <a:lnTo>
                    <a:pt x="334926" y="65779"/>
                  </a:lnTo>
                  <a:lnTo>
                    <a:pt x="333173" y="65231"/>
                  </a:lnTo>
                  <a:lnTo>
                    <a:pt x="331966" y="64135"/>
                  </a:lnTo>
                  <a:lnTo>
                    <a:pt x="330761" y="61833"/>
                  </a:lnTo>
                  <a:lnTo>
                    <a:pt x="329445" y="60188"/>
                  </a:lnTo>
                  <a:lnTo>
                    <a:pt x="327800" y="59092"/>
                  </a:lnTo>
                  <a:lnTo>
                    <a:pt x="325498" y="58215"/>
                  </a:lnTo>
                  <a:lnTo>
                    <a:pt x="321552" y="52185"/>
                  </a:lnTo>
                  <a:lnTo>
                    <a:pt x="318262" y="54049"/>
                  </a:lnTo>
                  <a:lnTo>
                    <a:pt x="314425" y="57886"/>
                  </a:lnTo>
                  <a:lnTo>
                    <a:pt x="308724" y="57776"/>
                  </a:lnTo>
                  <a:lnTo>
                    <a:pt x="306641" y="53720"/>
                  </a:lnTo>
                  <a:lnTo>
                    <a:pt x="308505" y="48238"/>
                  </a:lnTo>
                  <a:lnTo>
                    <a:pt x="310917" y="42428"/>
                  </a:lnTo>
                  <a:lnTo>
                    <a:pt x="310588" y="37165"/>
                  </a:lnTo>
                  <a:lnTo>
                    <a:pt x="309601" y="33657"/>
                  </a:lnTo>
                  <a:lnTo>
                    <a:pt x="306970" y="32122"/>
                  </a:lnTo>
                  <a:lnTo>
                    <a:pt x="304887" y="32780"/>
                  </a:lnTo>
                  <a:lnTo>
                    <a:pt x="305107" y="35959"/>
                  </a:lnTo>
                  <a:lnTo>
                    <a:pt x="305326" y="40016"/>
                  </a:lnTo>
                  <a:lnTo>
                    <a:pt x="301708" y="44292"/>
                  </a:lnTo>
                  <a:lnTo>
                    <a:pt x="296775" y="48129"/>
                  </a:lnTo>
                  <a:lnTo>
                    <a:pt x="292609" y="51198"/>
                  </a:lnTo>
                  <a:lnTo>
                    <a:pt x="289868" y="51198"/>
                  </a:lnTo>
                  <a:lnTo>
                    <a:pt x="287346" y="50102"/>
                  </a:lnTo>
                  <a:lnTo>
                    <a:pt x="284934" y="48348"/>
                  </a:lnTo>
                  <a:lnTo>
                    <a:pt x="282632" y="46484"/>
                  </a:lnTo>
                  <a:lnTo>
                    <a:pt x="279453" y="42647"/>
                  </a:lnTo>
                  <a:lnTo>
                    <a:pt x="276164" y="38152"/>
                  </a:lnTo>
                  <a:lnTo>
                    <a:pt x="272765" y="34534"/>
                  </a:lnTo>
                  <a:lnTo>
                    <a:pt x="268818" y="33219"/>
                  </a:lnTo>
                  <a:lnTo>
                    <a:pt x="267722" y="32341"/>
                  </a:lnTo>
                  <a:lnTo>
                    <a:pt x="266955" y="31355"/>
                  </a:lnTo>
                  <a:lnTo>
                    <a:pt x="266406" y="30039"/>
                  </a:lnTo>
                  <a:lnTo>
                    <a:pt x="266187" y="28504"/>
                  </a:lnTo>
                  <a:lnTo>
                    <a:pt x="266735" y="22584"/>
                  </a:lnTo>
                  <a:lnTo>
                    <a:pt x="269257" y="17980"/>
                  </a:lnTo>
                  <a:lnTo>
                    <a:pt x="272655" y="13923"/>
                  </a:lnTo>
                  <a:lnTo>
                    <a:pt x="276164" y="9538"/>
                  </a:lnTo>
                  <a:lnTo>
                    <a:pt x="272875" y="7236"/>
                  </a:lnTo>
                  <a:lnTo>
                    <a:pt x="269695" y="4824"/>
                  </a:lnTo>
                  <a:lnTo>
                    <a:pt x="266406" y="2631"/>
                  </a:lnTo>
                  <a:lnTo>
                    <a:pt x="263117" y="439"/>
                  </a:lnTo>
                  <a:lnTo>
                    <a:pt x="262789" y="329"/>
                  </a:lnTo>
                  <a:lnTo>
                    <a:pt x="262460" y="219"/>
                  </a:lnTo>
                  <a:lnTo>
                    <a:pt x="262241" y="110"/>
                  </a:lnTo>
                  <a:lnTo>
                    <a:pt x="261912" y="0"/>
                  </a:lnTo>
                  <a:lnTo>
                    <a:pt x="259061" y="768"/>
                  </a:lnTo>
                  <a:lnTo>
                    <a:pt x="256101" y="1645"/>
                  </a:lnTo>
                  <a:lnTo>
                    <a:pt x="253251" y="2631"/>
                  </a:lnTo>
                  <a:lnTo>
                    <a:pt x="250291" y="3618"/>
                  </a:lnTo>
                  <a:lnTo>
                    <a:pt x="248098" y="4605"/>
                  </a:lnTo>
                  <a:lnTo>
                    <a:pt x="247221" y="5810"/>
                  </a:lnTo>
                  <a:lnTo>
                    <a:pt x="247221" y="7565"/>
                  </a:lnTo>
                  <a:lnTo>
                    <a:pt x="247330" y="10305"/>
                  </a:lnTo>
                  <a:lnTo>
                    <a:pt x="247659" y="17431"/>
                  </a:lnTo>
                  <a:lnTo>
                    <a:pt x="247988" y="24887"/>
                  </a:lnTo>
                  <a:lnTo>
                    <a:pt x="247879" y="32232"/>
                  </a:lnTo>
                  <a:lnTo>
                    <a:pt x="246673" y="39248"/>
                  </a:lnTo>
                  <a:lnTo>
                    <a:pt x="244699" y="38371"/>
                  </a:lnTo>
                  <a:lnTo>
                    <a:pt x="242726" y="38152"/>
                  </a:lnTo>
                  <a:lnTo>
                    <a:pt x="240972" y="38810"/>
                  </a:lnTo>
                  <a:lnTo>
                    <a:pt x="239437" y="40345"/>
                  </a:lnTo>
                  <a:lnTo>
                    <a:pt x="238012" y="41112"/>
                  </a:lnTo>
                  <a:lnTo>
                    <a:pt x="236587" y="41551"/>
                  </a:lnTo>
                  <a:lnTo>
                    <a:pt x="235052" y="41551"/>
                  </a:lnTo>
                  <a:lnTo>
                    <a:pt x="233407" y="41222"/>
                  </a:lnTo>
                  <a:lnTo>
                    <a:pt x="231982" y="40674"/>
                  </a:lnTo>
                  <a:lnTo>
                    <a:pt x="230447" y="40235"/>
                  </a:lnTo>
                  <a:lnTo>
                    <a:pt x="229022" y="39687"/>
                  </a:lnTo>
                  <a:lnTo>
                    <a:pt x="227487" y="39248"/>
                  </a:lnTo>
                  <a:lnTo>
                    <a:pt x="222444" y="40125"/>
                  </a:lnTo>
                  <a:lnTo>
                    <a:pt x="217510" y="41880"/>
                  </a:lnTo>
                  <a:lnTo>
                    <a:pt x="212796" y="44072"/>
                  </a:lnTo>
                  <a:lnTo>
                    <a:pt x="208082" y="46265"/>
                  </a:lnTo>
                  <a:lnTo>
                    <a:pt x="204464" y="47251"/>
                  </a:lnTo>
                  <a:lnTo>
                    <a:pt x="201175" y="46703"/>
                  </a:lnTo>
                  <a:lnTo>
                    <a:pt x="197886" y="45168"/>
                  </a:lnTo>
                  <a:lnTo>
                    <a:pt x="194268" y="43305"/>
                  </a:lnTo>
                  <a:lnTo>
                    <a:pt x="192076" y="42318"/>
                  </a:lnTo>
                  <a:lnTo>
                    <a:pt x="189335" y="41222"/>
                  </a:lnTo>
                  <a:lnTo>
                    <a:pt x="186923" y="40016"/>
                  </a:lnTo>
                  <a:lnTo>
                    <a:pt x="184950" y="38481"/>
                  </a:lnTo>
                  <a:lnTo>
                    <a:pt x="183853" y="36179"/>
                  </a:lnTo>
                  <a:lnTo>
                    <a:pt x="183195" y="33547"/>
                  </a:lnTo>
                  <a:lnTo>
                    <a:pt x="182757" y="30807"/>
                  </a:lnTo>
                  <a:lnTo>
                    <a:pt x="181880" y="28285"/>
                  </a:lnTo>
                  <a:lnTo>
                    <a:pt x="181222" y="26750"/>
                  </a:lnTo>
                  <a:lnTo>
                    <a:pt x="180455" y="25215"/>
                  </a:lnTo>
                  <a:lnTo>
                    <a:pt x="179468" y="23900"/>
                  </a:lnTo>
                  <a:lnTo>
                    <a:pt x="178372" y="22694"/>
                  </a:lnTo>
                  <a:lnTo>
                    <a:pt x="173438" y="21269"/>
                  </a:lnTo>
                  <a:lnTo>
                    <a:pt x="167189" y="21598"/>
                  </a:lnTo>
                  <a:lnTo>
                    <a:pt x="161379" y="23571"/>
                  </a:lnTo>
                  <a:lnTo>
                    <a:pt x="157761" y="27518"/>
                  </a:lnTo>
                  <a:lnTo>
                    <a:pt x="157651" y="28833"/>
                  </a:lnTo>
                  <a:lnTo>
                    <a:pt x="157541" y="30149"/>
                  </a:lnTo>
                  <a:lnTo>
                    <a:pt x="157432" y="31574"/>
                  </a:lnTo>
                  <a:lnTo>
                    <a:pt x="157322" y="32999"/>
                  </a:lnTo>
                  <a:lnTo>
                    <a:pt x="157432" y="37385"/>
                  </a:lnTo>
                  <a:lnTo>
                    <a:pt x="157432" y="42208"/>
                  </a:lnTo>
                  <a:lnTo>
                    <a:pt x="157980" y="46923"/>
                  </a:lnTo>
                  <a:lnTo>
                    <a:pt x="156116" y="46813"/>
                  </a:lnTo>
                  <a:lnTo>
                    <a:pt x="153266" y="46046"/>
                  </a:lnTo>
                  <a:lnTo>
                    <a:pt x="151731" y="46484"/>
                  </a:lnTo>
                  <a:lnTo>
                    <a:pt x="150415" y="47361"/>
                  </a:lnTo>
                  <a:lnTo>
                    <a:pt x="148771" y="48129"/>
                  </a:lnTo>
                  <a:lnTo>
                    <a:pt x="147127" y="48238"/>
                  </a:lnTo>
                  <a:lnTo>
                    <a:pt x="142303" y="47909"/>
                  </a:lnTo>
                  <a:lnTo>
                    <a:pt x="136383" y="49992"/>
                  </a:lnTo>
                  <a:lnTo>
                    <a:pt x="127502" y="57776"/>
                  </a:lnTo>
                  <a:lnTo>
                    <a:pt x="121473" y="58872"/>
                  </a:lnTo>
                  <a:lnTo>
                    <a:pt x="117745" y="57447"/>
                  </a:lnTo>
                  <a:lnTo>
                    <a:pt x="110729" y="52952"/>
                  </a:lnTo>
                  <a:lnTo>
                    <a:pt x="106672" y="52843"/>
                  </a:lnTo>
                  <a:lnTo>
                    <a:pt x="105137" y="53720"/>
                  </a:lnTo>
                  <a:lnTo>
                    <a:pt x="101739" y="57996"/>
                  </a:lnTo>
                  <a:lnTo>
                    <a:pt x="99875" y="59092"/>
                  </a:lnTo>
                  <a:lnTo>
                    <a:pt x="96257" y="59859"/>
                  </a:lnTo>
                  <a:lnTo>
                    <a:pt x="94613" y="60517"/>
                  </a:lnTo>
                  <a:lnTo>
                    <a:pt x="91433" y="63696"/>
                  </a:lnTo>
                  <a:lnTo>
                    <a:pt x="91653" y="66876"/>
                  </a:lnTo>
                  <a:lnTo>
                    <a:pt x="96367" y="74769"/>
                  </a:lnTo>
                  <a:lnTo>
                    <a:pt x="96586" y="77949"/>
                  </a:lnTo>
                  <a:lnTo>
                    <a:pt x="94942" y="81128"/>
                  </a:lnTo>
                  <a:lnTo>
                    <a:pt x="90885" y="86829"/>
                  </a:lnTo>
                  <a:lnTo>
                    <a:pt x="89899" y="90556"/>
                  </a:lnTo>
                  <a:lnTo>
                    <a:pt x="89241" y="98340"/>
                  </a:lnTo>
                  <a:lnTo>
                    <a:pt x="87925" y="101848"/>
                  </a:lnTo>
                  <a:lnTo>
                    <a:pt x="86390" y="103931"/>
                  </a:lnTo>
                  <a:lnTo>
                    <a:pt x="84526" y="105576"/>
                  </a:lnTo>
                  <a:lnTo>
                    <a:pt x="73454" y="112702"/>
                  </a:lnTo>
                  <a:lnTo>
                    <a:pt x="69397" y="118512"/>
                  </a:lnTo>
                  <a:lnTo>
                    <a:pt x="66985" y="125419"/>
                  </a:lnTo>
                  <a:lnTo>
                    <a:pt x="63587" y="139233"/>
                  </a:lnTo>
                  <a:lnTo>
                    <a:pt x="63477" y="141316"/>
                  </a:lnTo>
                  <a:lnTo>
                    <a:pt x="64135" y="145701"/>
                  </a:lnTo>
                  <a:lnTo>
                    <a:pt x="65670" y="149429"/>
                  </a:lnTo>
                  <a:lnTo>
                    <a:pt x="67972" y="152498"/>
                  </a:lnTo>
                  <a:lnTo>
                    <a:pt x="69288" y="153485"/>
                  </a:lnTo>
                  <a:lnTo>
                    <a:pt x="69836" y="154801"/>
                  </a:lnTo>
                  <a:lnTo>
                    <a:pt x="66766" y="155349"/>
                  </a:lnTo>
                  <a:lnTo>
                    <a:pt x="64574" y="156555"/>
                  </a:lnTo>
                  <a:lnTo>
                    <a:pt x="62710" y="158090"/>
                  </a:lnTo>
                  <a:lnTo>
                    <a:pt x="60736" y="159515"/>
                  </a:lnTo>
                  <a:lnTo>
                    <a:pt x="59640" y="159953"/>
                  </a:lnTo>
                  <a:lnTo>
                    <a:pt x="57996" y="160392"/>
                  </a:lnTo>
                  <a:lnTo>
                    <a:pt x="56461" y="160830"/>
                  </a:lnTo>
                  <a:lnTo>
                    <a:pt x="55693" y="161159"/>
                  </a:lnTo>
                  <a:lnTo>
                    <a:pt x="54816" y="162585"/>
                  </a:lnTo>
                  <a:lnTo>
                    <a:pt x="54268" y="164339"/>
                  </a:lnTo>
                  <a:lnTo>
                    <a:pt x="53610" y="165764"/>
                  </a:lnTo>
                  <a:lnTo>
                    <a:pt x="52514" y="166641"/>
                  </a:lnTo>
                  <a:lnTo>
                    <a:pt x="51637" y="166531"/>
                  </a:lnTo>
                  <a:lnTo>
                    <a:pt x="50541" y="165874"/>
                  </a:lnTo>
                  <a:lnTo>
                    <a:pt x="49554" y="165216"/>
                  </a:lnTo>
                  <a:lnTo>
                    <a:pt x="48677" y="165216"/>
                  </a:lnTo>
                  <a:lnTo>
                    <a:pt x="47142" y="166422"/>
                  </a:lnTo>
                  <a:lnTo>
                    <a:pt x="45826" y="167957"/>
                  </a:lnTo>
                  <a:lnTo>
                    <a:pt x="44730" y="169711"/>
                  </a:lnTo>
                  <a:lnTo>
                    <a:pt x="43853" y="171575"/>
                  </a:lnTo>
                  <a:lnTo>
                    <a:pt x="42099" y="173986"/>
                  </a:lnTo>
                  <a:lnTo>
                    <a:pt x="39249" y="175631"/>
                  </a:lnTo>
                  <a:lnTo>
                    <a:pt x="36179" y="176069"/>
                  </a:lnTo>
                  <a:lnTo>
                    <a:pt x="33547" y="174973"/>
                  </a:lnTo>
                  <a:lnTo>
                    <a:pt x="33328" y="175192"/>
                  </a:lnTo>
                  <a:lnTo>
                    <a:pt x="32999" y="175631"/>
                  </a:lnTo>
                  <a:lnTo>
                    <a:pt x="32671" y="175960"/>
                  </a:lnTo>
                  <a:lnTo>
                    <a:pt x="32451" y="176179"/>
                  </a:lnTo>
                  <a:lnTo>
                    <a:pt x="25764" y="177166"/>
                  </a:lnTo>
                  <a:lnTo>
                    <a:pt x="18638" y="179797"/>
                  </a:lnTo>
                  <a:lnTo>
                    <a:pt x="11402" y="183086"/>
                  </a:lnTo>
                  <a:lnTo>
                    <a:pt x="4934" y="185936"/>
                  </a:lnTo>
                  <a:lnTo>
                    <a:pt x="4934" y="187033"/>
                  </a:lnTo>
                  <a:lnTo>
                    <a:pt x="4934" y="188239"/>
                  </a:lnTo>
                  <a:lnTo>
                    <a:pt x="4934" y="189335"/>
                  </a:lnTo>
                  <a:lnTo>
                    <a:pt x="5043" y="190431"/>
                  </a:lnTo>
                  <a:lnTo>
                    <a:pt x="4605" y="195145"/>
                  </a:lnTo>
                  <a:lnTo>
                    <a:pt x="3947" y="199860"/>
                  </a:lnTo>
                  <a:lnTo>
                    <a:pt x="3399" y="204574"/>
                  </a:lnTo>
                  <a:lnTo>
                    <a:pt x="2741" y="209288"/>
                  </a:lnTo>
                  <a:lnTo>
                    <a:pt x="2083" y="214112"/>
                  </a:lnTo>
                  <a:lnTo>
                    <a:pt x="1425" y="218936"/>
                  </a:lnTo>
                  <a:lnTo>
                    <a:pt x="768" y="223759"/>
                  </a:lnTo>
                  <a:lnTo>
                    <a:pt x="0" y="228474"/>
                  </a:lnTo>
                  <a:lnTo>
                    <a:pt x="2960" y="230008"/>
                  </a:lnTo>
                  <a:lnTo>
                    <a:pt x="6797" y="231872"/>
                  </a:lnTo>
                  <a:lnTo>
                    <a:pt x="10305" y="234065"/>
                  </a:lnTo>
                  <a:lnTo>
                    <a:pt x="12279" y="236258"/>
                  </a:lnTo>
                  <a:lnTo>
                    <a:pt x="12827" y="238121"/>
                  </a:lnTo>
                  <a:lnTo>
                    <a:pt x="13265" y="239875"/>
                  </a:lnTo>
                  <a:lnTo>
                    <a:pt x="14033" y="241520"/>
                  </a:lnTo>
                  <a:lnTo>
                    <a:pt x="15020" y="243274"/>
                  </a:lnTo>
                  <a:lnTo>
                    <a:pt x="19624" y="249084"/>
                  </a:lnTo>
                  <a:lnTo>
                    <a:pt x="25215" y="254566"/>
                  </a:lnTo>
                  <a:lnTo>
                    <a:pt x="31136" y="259828"/>
                  </a:lnTo>
                  <a:lnTo>
                    <a:pt x="36727" y="264543"/>
                  </a:lnTo>
                  <a:lnTo>
                    <a:pt x="40016" y="266078"/>
                  </a:lnTo>
                  <a:lnTo>
                    <a:pt x="41222" y="264652"/>
                  </a:lnTo>
                  <a:lnTo>
                    <a:pt x="41880" y="261911"/>
                  </a:lnTo>
                  <a:lnTo>
                    <a:pt x="43085" y="259719"/>
                  </a:lnTo>
                  <a:lnTo>
                    <a:pt x="46375" y="258622"/>
                  </a:lnTo>
                  <a:lnTo>
                    <a:pt x="51089" y="258184"/>
                  </a:lnTo>
                  <a:lnTo>
                    <a:pt x="55584" y="258622"/>
                  </a:lnTo>
                  <a:lnTo>
                    <a:pt x="58215" y="260048"/>
                  </a:lnTo>
                  <a:lnTo>
                    <a:pt x="59311" y="262240"/>
                  </a:lnTo>
                  <a:lnTo>
                    <a:pt x="60517" y="264433"/>
                  </a:lnTo>
                  <a:lnTo>
                    <a:pt x="61723" y="266516"/>
                  </a:lnTo>
                  <a:lnTo>
                    <a:pt x="63039" y="268599"/>
                  </a:lnTo>
                  <a:lnTo>
                    <a:pt x="64793" y="271230"/>
                  </a:lnTo>
                  <a:lnTo>
                    <a:pt x="66437" y="273861"/>
                  </a:lnTo>
                  <a:lnTo>
                    <a:pt x="69945" y="279233"/>
                  </a:lnTo>
                  <a:lnTo>
                    <a:pt x="70165" y="279453"/>
                  </a:lnTo>
                  <a:lnTo>
                    <a:pt x="70274" y="279672"/>
                  </a:lnTo>
                  <a:lnTo>
                    <a:pt x="70493" y="280001"/>
                  </a:lnTo>
                  <a:lnTo>
                    <a:pt x="70603" y="280220"/>
                  </a:lnTo>
                  <a:lnTo>
                    <a:pt x="69617" y="284825"/>
                  </a:lnTo>
                  <a:lnTo>
                    <a:pt x="68191" y="288771"/>
                  </a:lnTo>
                  <a:lnTo>
                    <a:pt x="66657" y="292608"/>
                  </a:lnTo>
                  <a:lnTo>
                    <a:pt x="65341" y="296775"/>
                  </a:lnTo>
                  <a:lnTo>
                    <a:pt x="64135" y="302695"/>
                  </a:lnTo>
                  <a:lnTo>
                    <a:pt x="65450" y="306422"/>
                  </a:lnTo>
                  <a:lnTo>
                    <a:pt x="68739" y="308615"/>
                  </a:lnTo>
                  <a:lnTo>
                    <a:pt x="73673" y="310040"/>
                  </a:lnTo>
                  <a:lnTo>
                    <a:pt x="78278" y="311684"/>
                  </a:lnTo>
                  <a:lnTo>
                    <a:pt x="81347" y="314316"/>
                  </a:lnTo>
                  <a:lnTo>
                    <a:pt x="82772" y="318262"/>
                  </a:lnTo>
                  <a:lnTo>
                    <a:pt x="82334" y="323744"/>
                  </a:lnTo>
                  <a:lnTo>
                    <a:pt x="82663" y="325608"/>
                  </a:lnTo>
                  <a:lnTo>
                    <a:pt x="83540" y="326814"/>
                  </a:lnTo>
                  <a:lnTo>
                    <a:pt x="84855" y="327800"/>
                  </a:lnTo>
                  <a:lnTo>
                    <a:pt x="86500" y="328678"/>
                  </a:lnTo>
                  <a:lnTo>
                    <a:pt x="87706" y="330212"/>
                  </a:lnTo>
                  <a:lnTo>
                    <a:pt x="88144" y="332405"/>
                  </a:lnTo>
                  <a:lnTo>
                    <a:pt x="88144" y="334707"/>
                  </a:lnTo>
                  <a:lnTo>
                    <a:pt x="88144" y="336900"/>
                  </a:lnTo>
                  <a:lnTo>
                    <a:pt x="90227" y="343697"/>
                  </a:lnTo>
                  <a:lnTo>
                    <a:pt x="93735" y="340299"/>
                  </a:lnTo>
                  <a:lnTo>
                    <a:pt x="98121" y="333282"/>
                  </a:lnTo>
                  <a:lnTo>
                    <a:pt x="103054" y="329335"/>
                  </a:lnTo>
                  <a:lnTo>
                    <a:pt x="109851" y="329993"/>
                  </a:lnTo>
                  <a:lnTo>
                    <a:pt x="111825" y="324512"/>
                  </a:lnTo>
                  <a:lnTo>
                    <a:pt x="112921" y="317824"/>
                  </a:lnTo>
                  <a:lnTo>
                    <a:pt x="116758" y="314864"/>
                  </a:lnTo>
                  <a:lnTo>
                    <a:pt x="118732" y="315302"/>
                  </a:lnTo>
                  <a:lnTo>
                    <a:pt x="120705" y="315193"/>
                  </a:lnTo>
                  <a:lnTo>
                    <a:pt x="122459" y="314535"/>
                  </a:lnTo>
                  <a:lnTo>
                    <a:pt x="123665" y="312781"/>
                  </a:lnTo>
                  <a:lnTo>
                    <a:pt x="124652" y="308944"/>
                  </a:lnTo>
                  <a:lnTo>
                    <a:pt x="124652" y="304778"/>
                  </a:lnTo>
                  <a:lnTo>
                    <a:pt x="124871" y="300831"/>
                  </a:lnTo>
                  <a:lnTo>
                    <a:pt x="126516" y="297323"/>
                  </a:lnTo>
                  <a:lnTo>
                    <a:pt x="129585" y="295569"/>
                  </a:lnTo>
                  <a:lnTo>
                    <a:pt x="132765" y="294801"/>
                  </a:lnTo>
                  <a:lnTo>
                    <a:pt x="135944" y="294472"/>
                  </a:lnTo>
                  <a:lnTo>
                    <a:pt x="139343" y="294363"/>
                  </a:lnTo>
                  <a:lnTo>
                    <a:pt x="143728" y="292718"/>
                  </a:lnTo>
                  <a:lnTo>
                    <a:pt x="148113" y="290525"/>
                  </a:lnTo>
                  <a:lnTo>
                    <a:pt x="152499" y="288114"/>
                  </a:lnTo>
                  <a:lnTo>
                    <a:pt x="156445" y="285592"/>
                  </a:lnTo>
                  <a:lnTo>
                    <a:pt x="159625" y="284386"/>
                  </a:lnTo>
                  <a:lnTo>
                    <a:pt x="162914" y="284167"/>
                  </a:lnTo>
                  <a:lnTo>
                    <a:pt x="166203" y="284715"/>
                  </a:lnTo>
                  <a:lnTo>
                    <a:pt x="169382" y="285592"/>
                  </a:lnTo>
                  <a:lnTo>
                    <a:pt x="170369" y="286140"/>
                  </a:lnTo>
                  <a:lnTo>
                    <a:pt x="171465" y="286688"/>
                  </a:lnTo>
                  <a:lnTo>
                    <a:pt x="172342" y="287346"/>
                  </a:lnTo>
                  <a:lnTo>
                    <a:pt x="173329" y="288114"/>
                  </a:lnTo>
                  <a:lnTo>
                    <a:pt x="175083" y="290197"/>
                  </a:lnTo>
                  <a:lnTo>
                    <a:pt x="176618" y="292499"/>
                  </a:lnTo>
                  <a:lnTo>
                    <a:pt x="177714" y="294911"/>
                  </a:lnTo>
                  <a:lnTo>
                    <a:pt x="178152" y="297761"/>
                  </a:lnTo>
                  <a:lnTo>
                    <a:pt x="178372" y="300063"/>
                  </a:lnTo>
                  <a:lnTo>
                    <a:pt x="178152" y="302366"/>
                  </a:lnTo>
                  <a:lnTo>
                    <a:pt x="177495" y="304668"/>
                  </a:lnTo>
                  <a:lnTo>
                    <a:pt x="176727" y="306861"/>
                  </a:lnTo>
                  <a:lnTo>
                    <a:pt x="177604" y="306861"/>
                  </a:lnTo>
                  <a:lnTo>
                    <a:pt x="178481" y="307080"/>
                  </a:lnTo>
                  <a:lnTo>
                    <a:pt x="179359" y="307299"/>
                  </a:lnTo>
                  <a:lnTo>
                    <a:pt x="180235" y="307299"/>
                  </a:lnTo>
                  <a:lnTo>
                    <a:pt x="178591" y="311027"/>
                  </a:lnTo>
                  <a:lnTo>
                    <a:pt x="176947" y="314864"/>
                  </a:lnTo>
                  <a:lnTo>
                    <a:pt x="175521" y="318701"/>
                  </a:lnTo>
                  <a:lnTo>
                    <a:pt x="174425" y="322648"/>
                  </a:lnTo>
                  <a:lnTo>
                    <a:pt x="173877" y="324512"/>
                  </a:lnTo>
                  <a:lnTo>
                    <a:pt x="173438" y="326375"/>
                  </a:lnTo>
                  <a:lnTo>
                    <a:pt x="173109" y="328239"/>
                  </a:lnTo>
                  <a:lnTo>
                    <a:pt x="173000" y="330103"/>
                  </a:lnTo>
                  <a:lnTo>
                    <a:pt x="173329" y="330870"/>
                  </a:lnTo>
                  <a:lnTo>
                    <a:pt x="173657" y="331528"/>
                  </a:lnTo>
                  <a:lnTo>
                    <a:pt x="173986" y="332186"/>
                  </a:lnTo>
                  <a:lnTo>
                    <a:pt x="174425" y="332734"/>
                  </a:lnTo>
                  <a:lnTo>
                    <a:pt x="182976" y="333721"/>
                  </a:lnTo>
                  <a:lnTo>
                    <a:pt x="191199" y="324950"/>
                  </a:lnTo>
                  <a:lnTo>
                    <a:pt x="198873" y="316618"/>
                  </a:lnTo>
                  <a:lnTo>
                    <a:pt x="205780" y="318920"/>
                  </a:lnTo>
                  <a:lnTo>
                    <a:pt x="209069" y="323854"/>
                  </a:lnTo>
                  <a:lnTo>
                    <a:pt x="212467" y="326046"/>
                  </a:lnTo>
                  <a:lnTo>
                    <a:pt x="216524" y="326156"/>
                  </a:lnTo>
                  <a:lnTo>
                    <a:pt x="221896" y="324621"/>
                  </a:lnTo>
                  <a:lnTo>
                    <a:pt x="223979" y="323744"/>
                  </a:lnTo>
                  <a:lnTo>
                    <a:pt x="225952" y="324073"/>
                  </a:lnTo>
                  <a:lnTo>
                    <a:pt x="227597" y="325388"/>
                  </a:lnTo>
                  <a:lnTo>
                    <a:pt x="229022" y="327252"/>
                  </a:lnTo>
                  <a:lnTo>
                    <a:pt x="229570" y="327800"/>
                  </a:lnTo>
                  <a:lnTo>
                    <a:pt x="230009" y="328239"/>
                  </a:lnTo>
                  <a:lnTo>
                    <a:pt x="230557" y="328787"/>
                  </a:lnTo>
                  <a:lnTo>
                    <a:pt x="231105" y="329335"/>
                  </a:lnTo>
                  <a:lnTo>
                    <a:pt x="232092" y="330322"/>
                  </a:lnTo>
                  <a:lnTo>
                    <a:pt x="232969" y="331309"/>
                  </a:lnTo>
                  <a:lnTo>
                    <a:pt x="233955" y="332405"/>
                  </a:lnTo>
                  <a:lnTo>
                    <a:pt x="234942" y="333392"/>
                  </a:lnTo>
                  <a:lnTo>
                    <a:pt x="235928" y="334488"/>
                  </a:lnTo>
                  <a:lnTo>
                    <a:pt x="236806" y="335584"/>
                  </a:lnTo>
                  <a:lnTo>
                    <a:pt x="237683" y="336900"/>
                  </a:lnTo>
                  <a:lnTo>
                    <a:pt x="238340" y="338106"/>
                  </a:lnTo>
                  <a:lnTo>
                    <a:pt x="239327" y="339641"/>
                  </a:lnTo>
                  <a:lnTo>
                    <a:pt x="240314" y="341066"/>
                  </a:lnTo>
                  <a:lnTo>
                    <a:pt x="241301" y="342601"/>
                  </a:lnTo>
                  <a:lnTo>
                    <a:pt x="242287" y="344136"/>
                  </a:lnTo>
                  <a:lnTo>
                    <a:pt x="244151" y="346877"/>
                  </a:lnTo>
                  <a:lnTo>
                    <a:pt x="245357" y="348960"/>
                  </a:lnTo>
                  <a:lnTo>
                    <a:pt x="245905" y="350933"/>
                  </a:lnTo>
                  <a:lnTo>
                    <a:pt x="245686" y="353564"/>
                  </a:lnTo>
                  <a:lnTo>
                    <a:pt x="244918" y="355976"/>
                  </a:lnTo>
                  <a:lnTo>
                    <a:pt x="243603" y="358498"/>
                  </a:lnTo>
                  <a:lnTo>
                    <a:pt x="242287" y="361129"/>
                  </a:lnTo>
                  <a:lnTo>
                    <a:pt x="241191" y="363541"/>
                  </a:lnTo>
                  <a:lnTo>
                    <a:pt x="239656" y="367268"/>
                  </a:lnTo>
                  <a:lnTo>
                    <a:pt x="237683" y="370776"/>
                  </a:lnTo>
                  <a:lnTo>
                    <a:pt x="235600" y="374285"/>
                  </a:lnTo>
                  <a:lnTo>
                    <a:pt x="233846" y="378012"/>
                  </a:lnTo>
                  <a:lnTo>
                    <a:pt x="233736" y="378341"/>
                  </a:lnTo>
                  <a:lnTo>
                    <a:pt x="233736" y="378560"/>
                  </a:lnTo>
                  <a:lnTo>
                    <a:pt x="233517" y="378889"/>
                  </a:lnTo>
                  <a:lnTo>
                    <a:pt x="233517" y="379218"/>
                  </a:lnTo>
                  <a:lnTo>
                    <a:pt x="235600" y="378889"/>
                  </a:lnTo>
                  <a:lnTo>
                    <a:pt x="236915" y="377793"/>
                  </a:lnTo>
                  <a:lnTo>
                    <a:pt x="237902" y="376038"/>
                  </a:lnTo>
                  <a:lnTo>
                    <a:pt x="238889" y="373846"/>
                  </a:lnTo>
                  <a:lnTo>
                    <a:pt x="241081" y="374614"/>
                  </a:lnTo>
                  <a:lnTo>
                    <a:pt x="243384" y="373627"/>
                  </a:lnTo>
                  <a:lnTo>
                    <a:pt x="245686" y="371653"/>
                  </a:lnTo>
                  <a:lnTo>
                    <a:pt x="247879" y="369680"/>
                  </a:lnTo>
                  <a:lnTo>
                    <a:pt x="250620" y="369241"/>
                  </a:lnTo>
                  <a:lnTo>
                    <a:pt x="253141" y="370886"/>
                  </a:lnTo>
                  <a:lnTo>
                    <a:pt x="255882" y="372859"/>
                  </a:lnTo>
                  <a:lnTo>
                    <a:pt x="259061" y="373298"/>
                  </a:lnTo>
                  <a:lnTo>
                    <a:pt x="261692" y="371324"/>
                  </a:lnTo>
                  <a:lnTo>
                    <a:pt x="264543" y="368364"/>
                  </a:lnTo>
                  <a:lnTo>
                    <a:pt x="267393" y="367049"/>
                  </a:lnTo>
                  <a:lnTo>
                    <a:pt x="270353" y="369790"/>
                  </a:lnTo>
                  <a:lnTo>
                    <a:pt x="270792" y="370338"/>
                  </a:lnTo>
                  <a:lnTo>
                    <a:pt x="271340" y="370776"/>
                  </a:lnTo>
                  <a:lnTo>
                    <a:pt x="271778" y="371105"/>
                  </a:lnTo>
                  <a:lnTo>
                    <a:pt x="272326" y="371434"/>
                  </a:lnTo>
                  <a:lnTo>
                    <a:pt x="276164" y="372530"/>
                  </a:lnTo>
                  <a:lnTo>
                    <a:pt x="280220" y="372640"/>
                  </a:lnTo>
                  <a:lnTo>
                    <a:pt x="284496" y="372859"/>
                  </a:lnTo>
                  <a:lnTo>
                    <a:pt x="288552" y="373627"/>
                  </a:lnTo>
                  <a:lnTo>
                    <a:pt x="289210" y="374065"/>
                  </a:lnTo>
                  <a:lnTo>
                    <a:pt x="289868" y="374394"/>
                  </a:lnTo>
                  <a:lnTo>
                    <a:pt x="290416" y="374833"/>
                  </a:lnTo>
                  <a:lnTo>
                    <a:pt x="291183" y="375162"/>
                  </a:lnTo>
                  <a:lnTo>
                    <a:pt x="295240" y="377354"/>
                  </a:lnTo>
                  <a:lnTo>
                    <a:pt x="298200" y="374723"/>
                  </a:lnTo>
                  <a:lnTo>
                    <a:pt x="300612" y="369790"/>
                  </a:lnTo>
                  <a:lnTo>
                    <a:pt x="302695" y="364856"/>
                  </a:lnTo>
                  <a:lnTo>
                    <a:pt x="304010" y="362444"/>
                  </a:lnTo>
                  <a:lnTo>
                    <a:pt x="305655" y="360361"/>
                  </a:lnTo>
                  <a:lnTo>
                    <a:pt x="307409" y="358388"/>
                  </a:lnTo>
                  <a:lnTo>
                    <a:pt x="309053" y="356195"/>
                  </a:lnTo>
                  <a:lnTo>
                    <a:pt x="309930" y="354331"/>
                  </a:lnTo>
                  <a:lnTo>
                    <a:pt x="310040" y="353235"/>
                  </a:lnTo>
                  <a:lnTo>
                    <a:pt x="310808" y="352358"/>
                  </a:lnTo>
                  <a:lnTo>
                    <a:pt x="313767" y="351371"/>
                  </a:lnTo>
                  <a:lnTo>
                    <a:pt x="314754" y="351481"/>
                  </a:lnTo>
                  <a:lnTo>
                    <a:pt x="315302" y="352468"/>
                  </a:lnTo>
                  <a:lnTo>
                    <a:pt x="315850" y="353674"/>
                  </a:lnTo>
                  <a:lnTo>
                    <a:pt x="316728" y="354551"/>
                  </a:lnTo>
                  <a:lnTo>
                    <a:pt x="321003" y="357291"/>
                  </a:lnTo>
                  <a:lnTo>
                    <a:pt x="325498" y="359703"/>
                  </a:lnTo>
                  <a:lnTo>
                    <a:pt x="330103" y="361238"/>
                  </a:lnTo>
                  <a:lnTo>
                    <a:pt x="335256" y="361129"/>
                  </a:lnTo>
                  <a:lnTo>
                    <a:pt x="329883" y="354222"/>
                  </a:lnTo>
                  <a:lnTo>
                    <a:pt x="324950" y="345780"/>
                  </a:lnTo>
                  <a:lnTo>
                    <a:pt x="320126" y="337009"/>
                  </a:lnTo>
                  <a:lnTo>
                    <a:pt x="315412" y="329116"/>
                  </a:lnTo>
                  <a:lnTo>
                    <a:pt x="313877" y="324402"/>
                  </a:lnTo>
                  <a:lnTo>
                    <a:pt x="315083" y="319797"/>
                  </a:lnTo>
                  <a:lnTo>
                    <a:pt x="317934" y="315083"/>
                  </a:lnTo>
                  <a:lnTo>
                    <a:pt x="321113" y="310479"/>
                  </a:lnTo>
                  <a:lnTo>
                    <a:pt x="321552" y="309711"/>
                  </a:lnTo>
                  <a:lnTo>
                    <a:pt x="321990" y="308944"/>
                  </a:lnTo>
                  <a:lnTo>
                    <a:pt x="322538" y="308286"/>
                  </a:lnTo>
                  <a:lnTo>
                    <a:pt x="323086" y="307628"/>
                  </a:lnTo>
                  <a:lnTo>
                    <a:pt x="324512" y="305326"/>
                  </a:lnTo>
                  <a:lnTo>
                    <a:pt x="326156" y="303133"/>
                  </a:lnTo>
                  <a:lnTo>
                    <a:pt x="327800" y="301050"/>
                  </a:lnTo>
                  <a:lnTo>
                    <a:pt x="329445" y="298748"/>
                  </a:lnTo>
                  <a:lnTo>
                    <a:pt x="330651" y="292608"/>
                  </a:lnTo>
                  <a:lnTo>
                    <a:pt x="332405" y="287236"/>
                  </a:lnTo>
                  <a:lnTo>
                    <a:pt x="335256" y="282522"/>
                  </a:lnTo>
                  <a:lnTo>
                    <a:pt x="339970" y="278576"/>
                  </a:lnTo>
                  <a:lnTo>
                    <a:pt x="343478" y="274958"/>
                  </a:lnTo>
                  <a:lnTo>
                    <a:pt x="343478" y="271559"/>
                  </a:lnTo>
                  <a:lnTo>
                    <a:pt x="341614" y="268161"/>
                  </a:lnTo>
                  <a:lnTo>
                    <a:pt x="339641" y="264323"/>
                  </a:lnTo>
                  <a:lnTo>
                    <a:pt x="339421" y="262460"/>
                  </a:lnTo>
                  <a:lnTo>
                    <a:pt x="339312" y="260596"/>
                  </a:lnTo>
                  <a:lnTo>
                    <a:pt x="339312" y="258842"/>
                  </a:lnTo>
                  <a:lnTo>
                    <a:pt x="339202" y="256978"/>
                  </a:lnTo>
                  <a:lnTo>
                    <a:pt x="336790" y="249084"/>
                  </a:lnTo>
                  <a:lnTo>
                    <a:pt x="331747" y="246453"/>
                  </a:lnTo>
                  <a:lnTo>
                    <a:pt x="325279" y="247550"/>
                  </a:lnTo>
                  <a:lnTo>
                    <a:pt x="318153" y="250619"/>
                  </a:lnTo>
                  <a:lnTo>
                    <a:pt x="316508" y="251058"/>
                  </a:lnTo>
                  <a:lnTo>
                    <a:pt x="314974" y="250729"/>
                  </a:lnTo>
                  <a:lnTo>
                    <a:pt x="313658" y="249742"/>
                  </a:lnTo>
                  <a:lnTo>
                    <a:pt x="312452" y="248317"/>
                  </a:lnTo>
                  <a:lnTo>
                    <a:pt x="310479" y="246673"/>
                  </a:lnTo>
                  <a:lnTo>
                    <a:pt x="309272" y="244590"/>
                  </a:lnTo>
                  <a:lnTo>
                    <a:pt x="309163" y="242397"/>
                  </a:lnTo>
                  <a:lnTo>
                    <a:pt x="310479" y="240424"/>
                  </a:lnTo>
                  <a:lnTo>
                    <a:pt x="312342" y="236915"/>
                  </a:lnTo>
                  <a:lnTo>
                    <a:pt x="312891" y="233188"/>
                  </a:lnTo>
                  <a:lnTo>
                    <a:pt x="313987" y="229789"/>
                  </a:lnTo>
                  <a:lnTo>
                    <a:pt x="316947" y="227268"/>
                  </a:lnTo>
                  <a:lnTo>
                    <a:pt x="317714" y="227048"/>
                  </a:lnTo>
                  <a:lnTo>
                    <a:pt x="318482" y="226939"/>
                  </a:lnTo>
                  <a:lnTo>
                    <a:pt x="319249" y="226720"/>
                  </a:lnTo>
                  <a:lnTo>
                    <a:pt x="320017" y="226500"/>
                  </a:lnTo>
                  <a:lnTo>
                    <a:pt x="322977" y="226281"/>
                  </a:lnTo>
                  <a:lnTo>
                    <a:pt x="326485" y="225952"/>
                  </a:lnTo>
                  <a:lnTo>
                    <a:pt x="329664" y="225404"/>
                  </a:lnTo>
                  <a:lnTo>
                    <a:pt x="331966" y="224198"/>
                  </a:lnTo>
                  <a:lnTo>
                    <a:pt x="333501" y="221676"/>
                  </a:lnTo>
                  <a:lnTo>
                    <a:pt x="335146" y="219155"/>
                  </a:lnTo>
                  <a:lnTo>
                    <a:pt x="336681" y="216633"/>
                  </a:lnTo>
                  <a:lnTo>
                    <a:pt x="338106" y="214112"/>
                  </a:lnTo>
                  <a:lnTo>
                    <a:pt x="340518" y="210823"/>
                  </a:lnTo>
                  <a:lnTo>
                    <a:pt x="344684" y="208192"/>
                  </a:lnTo>
                  <a:lnTo>
                    <a:pt x="349289" y="205780"/>
                  </a:lnTo>
                  <a:lnTo>
                    <a:pt x="353016" y="203697"/>
                  </a:lnTo>
                  <a:lnTo>
                    <a:pt x="354222" y="202381"/>
                  </a:lnTo>
                  <a:lnTo>
                    <a:pt x="355318" y="201065"/>
                  </a:lnTo>
                  <a:lnTo>
                    <a:pt x="356415" y="199750"/>
                  </a:lnTo>
                  <a:lnTo>
                    <a:pt x="357511" y="198434"/>
                  </a:lnTo>
                  <a:lnTo>
                    <a:pt x="358826" y="196900"/>
                  </a:lnTo>
                  <a:lnTo>
                    <a:pt x="360142" y="195474"/>
                  </a:lnTo>
                  <a:lnTo>
                    <a:pt x="361458" y="193939"/>
                  </a:lnTo>
                  <a:lnTo>
                    <a:pt x="362773" y="192514"/>
                  </a:lnTo>
                  <a:lnTo>
                    <a:pt x="362883" y="192295"/>
                  </a:lnTo>
                  <a:lnTo>
                    <a:pt x="363102" y="192185"/>
                  </a:lnTo>
                  <a:lnTo>
                    <a:pt x="363212" y="191966"/>
                  </a:lnTo>
                  <a:lnTo>
                    <a:pt x="363321" y="191747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3" name="Freeform: Shape 26">
              <a:extLst>
                <a:ext uri="{FF2B5EF4-FFF2-40B4-BE49-F238E27FC236}">
                  <a16:creationId xmlns:a16="http://schemas.microsoft.com/office/drawing/2014/main" id="{0778369B-3807-AE5F-9F44-6354F9644F6D}"/>
                </a:ext>
              </a:extLst>
            </p:cNvPr>
            <p:cNvSpPr/>
            <p:nvPr/>
          </p:nvSpPr>
          <p:spPr>
            <a:xfrm>
              <a:off x="8701409" y="5015928"/>
              <a:ext cx="822242" cy="515272"/>
            </a:xfrm>
            <a:custGeom>
              <a:avLst/>
              <a:gdLst>
                <a:gd name="connsiteX0" fmla="*/ 822900 w 822241"/>
                <a:gd name="connsiteY0" fmla="*/ 379766 h 515271"/>
                <a:gd name="connsiteX1" fmla="*/ 822132 w 822241"/>
                <a:gd name="connsiteY1" fmla="*/ 377683 h 515271"/>
                <a:gd name="connsiteX2" fmla="*/ 820926 w 822241"/>
                <a:gd name="connsiteY2" fmla="*/ 375710 h 515271"/>
                <a:gd name="connsiteX3" fmla="*/ 815116 w 822241"/>
                <a:gd name="connsiteY3" fmla="*/ 367488 h 515271"/>
                <a:gd name="connsiteX4" fmla="*/ 809305 w 822241"/>
                <a:gd name="connsiteY4" fmla="*/ 359484 h 515271"/>
                <a:gd name="connsiteX5" fmla="*/ 803275 w 822241"/>
                <a:gd name="connsiteY5" fmla="*/ 351591 h 515271"/>
                <a:gd name="connsiteX6" fmla="*/ 796807 w 822241"/>
                <a:gd name="connsiteY6" fmla="*/ 344026 h 515271"/>
                <a:gd name="connsiteX7" fmla="*/ 796149 w 822241"/>
                <a:gd name="connsiteY7" fmla="*/ 343259 h 515271"/>
                <a:gd name="connsiteX8" fmla="*/ 795382 w 822241"/>
                <a:gd name="connsiteY8" fmla="*/ 342491 h 515271"/>
                <a:gd name="connsiteX9" fmla="*/ 794724 w 822241"/>
                <a:gd name="connsiteY9" fmla="*/ 341724 h 515271"/>
                <a:gd name="connsiteX10" fmla="*/ 794066 w 822241"/>
                <a:gd name="connsiteY10" fmla="*/ 340956 h 515271"/>
                <a:gd name="connsiteX11" fmla="*/ 791654 w 822241"/>
                <a:gd name="connsiteY11" fmla="*/ 340189 h 515271"/>
                <a:gd name="connsiteX12" fmla="*/ 788804 w 822241"/>
                <a:gd name="connsiteY12" fmla="*/ 339970 h 515271"/>
                <a:gd name="connsiteX13" fmla="*/ 785954 w 822241"/>
                <a:gd name="connsiteY13" fmla="*/ 340189 h 515271"/>
                <a:gd name="connsiteX14" fmla="*/ 783213 w 822241"/>
                <a:gd name="connsiteY14" fmla="*/ 340299 h 515271"/>
                <a:gd name="connsiteX15" fmla="*/ 778718 w 822241"/>
                <a:gd name="connsiteY15" fmla="*/ 339422 h 515271"/>
                <a:gd name="connsiteX16" fmla="*/ 775319 w 822241"/>
                <a:gd name="connsiteY16" fmla="*/ 334817 h 515271"/>
                <a:gd name="connsiteX17" fmla="*/ 772688 w 822241"/>
                <a:gd name="connsiteY17" fmla="*/ 329116 h 515271"/>
                <a:gd name="connsiteX18" fmla="*/ 769947 w 822241"/>
                <a:gd name="connsiteY18" fmla="*/ 324731 h 515271"/>
                <a:gd name="connsiteX19" fmla="*/ 765891 w 822241"/>
                <a:gd name="connsiteY19" fmla="*/ 323306 h 515271"/>
                <a:gd name="connsiteX20" fmla="*/ 762273 w 822241"/>
                <a:gd name="connsiteY20" fmla="*/ 322100 h 515271"/>
                <a:gd name="connsiteX21" fmla="*/ 759532 w 822241"/>
                <a:gd name="connsiteY21" fmla="*/ 320017 h 515271"/>
                <a:gd name="connsiteX22" fmla="*/ 758326 w 822241"/>
                <a:gd name="connsiteY22" fmla="*/ 315960 h 515271"/>
                <a:gd name="connsiteX23" fmla="*/ 759094 w 822241"/>
                <a:gd name="connsiteY23" fmla="*/ 311575 h 515271"/>
                <a:gd name="connsiteX24" fmla="*/ 760409 w 822241"/>
                <a:gd name="connsiteY24" fmla="*/ 307628 h 515271"/>
                <a:gd name="connsiteX25" fmla="*/ 760958 w 822241"/>
                <a:gd name="connsiteY25" fmla="*/ 303681 h 515271"/>
                <a:gd name="connsiteX26" fmla="*/ 758874 w 822241"/>
                <a:gd name="connsiteY26" fmla="*/ 299515 h 515271"/>
                <a:gd name="connsiteX27" fmla="*/ 758655 w 822241"/>
                <a:gd name="connsiteY27" fmla="*/ 299186 h 515271"/>
                <a:gd name="connsiteX28" fmla="*/ 758436 w 822241"/>
                <a:gd name="connsiteY28" fmla="*/ 298858 h 515271"/>
                <a:gd name="connsiteX29" fmla="*/ 758217 w 822241"/>
                <a:gd name="connsiteY29" fmla="*/ 298529 h 515271"/>
                <a:gd name="connsiteX30" fmla="*/ 757998 w 822241"/>
                <a:gd name="connsiteY30" fmla="*/ 298090 h 515271"/>
                <a:gd name="connsiteX31" fmla="*/ 758765 w 822241"/>
                <a:gd name="connsiteY31" fmla="*/ 295459 h 515271"/>
                <a:gd name="connsiteX32" fmla="*/ 759532 w 822241"/>
                <a:gd name="connsiteY32" fmla="*/ 292608 h 515271"/>
                <a:gd name="connsiteX33" fmla="*/ 759752 w 822241"/>
                <a:gd name="connsiteY33" fmla="*/ 289758 h 515271"/>
                <a:gd name="connsiteX34" fmla="*/ 758984 w 822241"/>
                <a:gd name="connsiteY34" fmla="*/ 286908 h 515271"/>
                <a:gd name="connsiteX35" fmla="*/ 757778 w 822241"/>
                <a:gd name="connsiteY35" fmla="*/ 285263 h 515271"/>
                <a:gd name="connsiteX36" fmla="*/ 756463 w 822241"/>
                <a:gd name="connsiteY36" fmla="*/ 283728 h 515271"/>
                <a:gd name="connsiteX37" fmla="*/ 755257 w 822241"/>
                <a:gd name="connsiteY37" fmla="*/ 282303 h 515271"/>
                <a:gd name="connsiteX38" fmla="*/ 753831 w 822241"/>
                <a:gd name="connsiteY38" fmla="*/ 280768 h 515271"/>
                <a:gd name="connsiteX39" fmla="*/ 753503 w 822241"/>
                <a:gd name="connsiteY39" fmla="*/ 280439 h 515271"/>
                <a:gd name="connsiteX40" fmla="*/ 753064 w 822241"/>
                <a:gd name="connsiteY40" fmla="*/ 280001 h 515271"/>
                <a:gd name="connsiteX41" fmla="*/ 752625 w 822241"/>
                <a:gd name="connsiteY41" fmla="*/ 279562 h 515271"/>
                <a:gd name="connsiteX42" fmla="*/ 752187 w 822241"/>
                <a:gd name="connsiteY42" fmla="*/ 279124 h 515271"/>
                <a:gd name="connsiteX43" fmla="*/ 751639 w 822241"/>
                <a:gd name="connsiteY43" fmla="*/ 278576 h 515271"/>
                <a:gd name="connsiteX44" fmla="*/ 751091 w 822241"/>
                <a:gd name="connsiteY44" fmla="*/ 278028 h 515271"/>
                <a:gd name="connsiteX45" fmla="*/ 750433 w 822241"/>
                <a:gd name="connsiteY45" fmla="*/ 277370 h 515271"/>
                <a:gd name="connsiteX46" fmla="*/ 749885 w 822241"/>
                <a:gd name="connsiteY46" fmla="*/ 276821 h 515271"/>
                <a:gd name="connsiteX47" fmla="*/ 749008 w 822241"/>
                <a:gd name="connsiteY47" fmla="*/ 273971 h 515271"/>
                <a:gd name="connsiteX48" fmla="*/ 748679 w 822241"/>
                <a:gd name="connsiteY48" fmla="*/ 271121 h 515271"/>
                <a:gd name="connsiteX49" fmla="*/ 749227 w 822241"/>
                <a:gd name="connsiteY49" fmla="*/ 268490 h 515271"/>
                <a:gd name="connsiteX50" fmla="*/ 751200 w 822241"/>
                <a:gd name="connsiteY50" fmla="*/ 266297 h 515271"/>
                <a:gd name="connsiteX51" fmla="*/ 752077 w 822241"/>
                <a:gd name="connsiteY51" fmla="*/ 265200 h 515271"/>
                <a:gd name="connsiteX52" fmla="*/ 752187 w 822241"/>
                <a:gd name="connsiteY52" fmla="*/ 264104 h 515271"/>
                <a:gd name="connsiteX53" fmla="*/ 751420 w 822241"/>
                <a:gd name="connsiteY53" fmla="*/ 263117 h 515271"/>
                <a:gd name="connsiteX54" fmla="*/ 750213 w 822241"/>
                <a:gd name="connsiteY54" fmla="*/ 262131 h 515271"/>
                <a:gd name="connsiteX55" fmla="*/ 747363 w 822241"/>
                <a:gd name="connsiteY55" fmla="*/ 258403 h 515271"/>
                <a:gd name="connsiteX56" fmla="*/ 746925 w 822241"/>
                <a:gd name="connsiteY56" fmla="*/ 253689 h 515271"/>
                <a:gd name="connsiteX57" fmla="*/ 747802 w 822241"/>
                <a:gd name="connsiteY57" fmla="*/ 248317 h 515271"/>
                <a:gd name="connsiteX58" fmla="*/ 748788 w 822241"/>
                <a:gd name="connsiteY58" fmla="*/ 243274 h 515271"/>
                <a:gd name="connsiteX59" fmla="*/ 749337 w 822241"/>
                <a:gd name="connsiteY59" fmla="*/ 240533 h 515271"/>
                <a:gd name="connsiteX60" fmla="*/ 750104 w 822241"/>
                <a:gd name="connsiteY60" fmla="*/ 237902 h 515271"/>
                <a:gd name="connsiteX61" fmla="*/ 750871 w 822241"/>
                <a:gd name="connsiteY61" fmla="*/ 235161 h 515271"/>
                <a:gd name="connsiteX62" fmla="*/ 751529 w 822241"/>
                <a:gd name="connsiteY62" fmla="*/ 232530 h 515271"/>
                <a:gd name="connsiteX63" fmla="*/ 752187 w 822241"/>
                <a:gd name="connsiteY63" fmla="*/ 228583 h 515271"/>
                <a:gd name="connsiteX64" fmla="*/ 753174 w 822241"/>
                <a:gd name="connsiteY64" fmla="*/ 224637 h 515271"/>
                <a:gd name="connsiteX65" fmla="*/ 754270 w 822241"/>
                <a:gd name="connsiteY65" fmla="*/ 220800 h 515271"/>
                <a:gd name="connsiteX66" fmla="*/ 755586 w 822241"/>
                <a:gd name="connsiteY66" fmla="*/ 217072 h 515271"/>
                <a:gd name="connsiteX67" fmla="*/ 757778 w 822241"/>
                <a:gd name="connsiteY67" fmla="*/ 212248 h 515271"/>
                <a:gd name="connsiteX68" fmla="*/ 758874 w 822241"/>
                <a:gd name="connsiteY68" fmla="*/ 208959 h 515271"/>
                <a:gd name="connsiteX69" fmla="*/ 758217 w 822241"/>
                <a:gd name="connsiteY69" fmla="*/ 205889 h 515271"/>
                <a:gd name="connsiteX70" fmla="*/ 755037 w 822241"/>
                <a:gd name="connsiteY70" fmla="*/ 201943 h 515271"/>
                <a:gd name="connsiteX71" fmla="*/ 752187 w 822241"/>
                <a:gd name="connsiteY71" fmla="*/ 198982 h 515271"/>
                <a:gd name="connsiteX72" fmla="*/ 749446 w 822241"/>
                <a:gd name="connsiteY72" fmla="*/ 196023 h 515271"/>
                <a:gd name="connsiteX73" fmla="*/ 746596 w 822241"/>
                <a:gd name="connsiteY73" fmla="*/ 193063 h 515271"/>
                <a:gd name="connsiteX74" fmla="*/ 743855 w 822241"/>
                <a:gd name="connsiteY74" fmla="*/ 190102 h 515271"/>
                <a:gd name="connsiteX75" fmla="*/ 741333 w 822241"/>
                <a:gd name="connsiteY75" fmla="*/ 187910 h 515271"/>
                <a:gd name="connsiteX76" fmla="*/ 739360 w 822241"/>
                <a:gd name="connsiteY76" fmla="*/ 187142 h 515271"/>
                <a:gd name="connsiteX77" fmla="*/ 736948 w 822241"/>
                <a:gd name="connsiteY77" fmla="*/ 187361 h 515271"/>
                <a:gd name="connsiteX78" fmla="*/ 733440 w 822241"/>
                <a:gd name="connsiteY78" fmla="*/ 188129 h 515271"/>
                <a:gd name="connsiteX79" fmla="*/ 727300 w 822241"/>
                <a:gd name="connsiteY79" fmla="*/ 189554 h 515271"/>
                <a:gd name="connsiteX80" fmla="*/ 720722 w 822241"/>
                <a:gd name="connsiteY80" fmla="*/ 190102 h 515271"/>
                <a:gd name="connsiteX81" fmla="*/ 714145 w 822241"/>
                <a:gd name="connsiteY81" fmla="*/ 189554 h 515271"/>
                <a:gd name="connsiteX82" fmla="*/ 707896 w 822241"/>
                <a:gd name="connsiteY82" fmla="*/ 188239 h 515271"/>
                <a:gd name="connsiteX83" fmla="*/ 706032 w 822241"/>
                <a:gd name="connsiteY83" fmla="*/ 187690 h 515271"/>
                <a:gd name="connsiteX84" fmla="*/ 704168 w 822241"/>
                <a:gd name="connsiteY84" fmla="*/ 187033 h 515271"/>
                <a:gd name="connsiteX85" fmla="*/ 702304 w 822241"/>
                <a:gd name="connsiteY85" fmla="*/ 186156 h 515271"/>
                <a:gd name="connsiteX86" fmla="*/ 700550 w 822241"/>
                <a:gd name="connsiteY86" fmla="*/ 185278 h 515271"/>
                <a:gd name="connsiteX87" fmla="*/ 696603 w 822241"/>
                <a:gd name="connsiteY87" fmla="*/ 184402 h 515271"/>
                <a:gd name="connsiteX88" fmla="*/ 692547 w 822241"/>
                <a:gd name="connsiteY88" fmla="*/ 183634 h 515271"/>
                <a:gd name="connsiteX89" fmla="*/ 688600 w 822241"/>
                <a:gd name="connsiteY89" fmla="*/ 182757 h 515271"/>
                <a:gd name="connsiteX90" fmla="*/ 684654 w 822241"/>
                <a:gd name="connsiteY90" fmla="*/ 181661 h 515271"/>
                <a:gd name="connsiteX91" fmla="*/ 675664 w 822241"/>
                <a:gd name="connsiteY91" fmla="*/ 177933 h 515271"/>
                <a:gd name="connsiteX92" fmla="*/ 668209 w 822241"/>
                <a:gd name="connsiteY92" fmla="*/ 172671 h 515271"/>
                <a:gd name="connsiteX93" fmla="*/ 662837 w 822241"/>
                <a:gd name="connsiteY93" fmla="*/ 165326 h 515271"/>
                <a:gd name="connsiteX94" fmla="*/ 660096 w 822241"/>
                <a:gd name="connsiteY94" fmla="*/ 155788 h 515271"/>
                <a:gd name="connsiteX95" fmla="*/ 658013 w 822241"/>
                <a:gd name="connsiteY95" fmla="*/ 154582 h 515271"/>
                <a:gd name="connsiteX96" fmla="*/ 653518 w 822241"/>
                <a:gd name="connsiteY96" fmla="*/ 153814 h 515271"/>
                <a:gd name="connsiteX97" fmla="*/ 648584 w 822241"/>
                <a:gd name="connsiteY97" fmla="*/ 153266 h 515271"/>
                <a:gd name="connsiteX98" fmla="*/ 645076 w 822241"/>
                <a:gd name="connsiteY98" fmla="*/ 152718 h 515271"/>
                <a:gd name="connsiteX99" fmla="*/ 642116 w 822241"/>
                <a:gd name="connsiteY99" fmla="*/ 150854 h 515271"/>
                <a:gd name="connsiteX100" fmla="*/ 640910 w 822241"/>
                <a:gd name="connsiteY100" fmla="*/ 147565 h 515271"/>
                <a:gd name="connsiteX101" fmla="*/ 640581 w 822241"/>
                <a:gd name="connsiteY101" fmla="*/ 143509 h 515271"/>
                <a:gd name="connsiteX102" fmla="*/ 640252 w 822241"/>
                <a:gd name="connsiteY102" fmla="*/ 139562 h 515271"/>
                <a:gd name="connsiteX103" fmla="*/ 637840 w 822241"/>
                <a:gd name="connsiteY103" fmla="*/ 138356 h 515271"/>
                <a:gd name="connsiteX104" fmla="*/ 635319 w 822241"/>
                <a:gd name="connsiteY104" fmla="*/ 140110 h 515271"/>
                <a:gd name="connsiteX105" fmla="*/ 632578 w 822241"/>
                <a:gd name="connsiteY105" fmla="*/ 141535 h 515271"/>
                <a:gd name="connsiteX106" fmla="*/ 629180 w 822241"/>
                <a:gd name="connsiteY106" fmla="*/ 139562 h 515271"/>
                <a:gd name="connsiteX107" fmla="*/ 627426 w 822241"/>
                <a:gd name="connsiteY107" fmla="*/ 137479 h 515271"/>
                <a:gd name="connsiteX108" fmla="*/ 626329 w 822241"/>
                <a:gd name="connsiteY108" fmla="*/ 135067 h 515271"/>
                <a:gd name="connsiteX109" fmla="*/ 626000 w 822241"/>
                <a:gd name="connsiteY109" fmla="*/ 132436 h 515271"/>
                <a:gd name="connsiteX110" fmla="*/ 626110 w 822241"/>
                <a:gd name="connsiteY110" fmla="*/ 129585 h 515271"/>
                <a:gd name="connsiteX111" fmla="*/ 624685 w 822241"/>
                <a:gd name="connsiteY111" fmla="*/ 129914 h 515271"/>
                <a:gd name="connsiteX112" fmla="*/ 623259 w 822241"/>
                <a:gd name="connsiteY112" fmla="*/ 130133 h 515271"/>
                <a:gd name="connsiteX113" fmla="*/ 621724 w 822241"/>
                <a:gd name="connsiteY113" fmla="*/ 130462 h 515271"/>
                <a:gd name="connsiteX114" fmla="*/ 620299 w 822241"/>
                <a:gd name="connsiteY114" fmla="*/ 130682 h 515271"/>
                <a:gd name="connsiteX115" fmla="*/ 620409 w 822241"/>
                <a:gd name="connsiteY115" fmla="*/ 127612 h 515271"/>
                <a:gd name="connsiteX116" fmla="*/ 619532 w 822241"/>
                <a:gd name="connsiteY116" fmla="*/ 125200 h 515271"/>
                <a:gd name="connsiteX117" fmla="*/ 618107 w 822241"/>
                <a:gd name="connsiteY117" fmla="*/ 122788 h 515271"/>
                <a:gd name="connsiteX118" fmla="*/ 617230 w 822241"/>
                <a:gd name="connsiteY118" fmla="*/ 120157 h 515271"/>
                <a:gd name="connsiteX119" fmla="*/ 617010 w 822241"/>
                <a:gd name="connsiteY119" fmla="*/ 116978 h 515271"/>
                <a:gd name="connsiteX120" fmla="*/ 617230 w 822241"/>
                <a:gd name="connsiteY120" fmla="*/ 113908 h 515271"/>
                <a:gd name="connsiteX121" fmla="*/ 617339 w 822241"/>
                <a:gd name="connsiteY121" fmla="*/ 110838 h 515271"/>
                <a:gd name="connsiteX122" fmla="*/ 616681 w 822241"/>
                <a:gd name="connsiteY122" fmla="*/ 107549 h 515271"/>
                <a:gd name="connsiteX123" fmla="*/ 614818 w 822241"/>
                <a:gd name="connsiteY123" fmla="*/ 100423 h 515271"/>
                <a:gd name="connsiteX124" fmla="*/ 610652 w 822241"/>
                <a:gd name="connsiteY124" fmla="*/ 95599 h 515271"/>
                <a:gd name="connsiteX125" fmla="*/ 606267 w 822241"/>
                <a:gd name="connsiteY125" fmla="*/ 91324 h 515271"/>
                <a:gd name="connsiteX126" fmla="*/ 603855 w 822241"/>
                <a:gd name="connsiteY126" fmla="*/ 85623 h 515271"/>
                <a:gd name="connsiteX127" fmla="*/ 603416 w 822241"/>
                <a:gd name="connsiteY127" fmla="*/ 83540 h 515271"/>
                <a:gd name="connsiteX128" fmla="*/ 602649 w 822241"/>
                <a:gd name="connsiteY128" fmla="*/ 82005 h 515271"/>
                <a:gd name="connsiteX129" fmla="*/ 601443 w 822241"/>
                <a:gd name="connsiteY129" fmla="*/ 80690 h 515271"/>
                <a:gd name="connsiteX130" fmla="*/ 600017 w 822241"/>
                <a:gd name="connsiteY130" fmla="*/ 79264 h 515271"/>
                <a:gd name="connsiteX131" fmla="*/ 598592 w 822241"/>
                <a:gd name="connsiteY131" fmla="*/ 77291 h 515271"/>
                <a:gd name="connsiteX132" fmla="*/ 597934 w 822241"/>
                <a:gd name="connsiteY132" fmla="*/ 74988 h 515271"/>
                <a:gd name="connsiteX133" fmla="*/ 597606 w 822241"/>
                <a:gd name="connsiteY133" fmla="*/ 72467 h 515271"/>
                <a:gd name="connsiteX134" fmla="*/ 597057 w 822241"/>
                <a:gd name="connsiteY134" fmla="*/ 69836 h 515271"/>
                <a:gd name="connsiteX135" fmla="*/ 596838 w 822241"/>
                <a:gd name="connsiteY135" fmla="*/ 67753 h 515271"/>
                <a:gd name="connsiteX136" fmla="*/ 596071 w 822241"/>
                <a:gd name="connsiteY136" fmla="*/ 66437 h 515271"/>
                <a:gd name="connsiteX137" fmla="*/ 594645 w 822241"/>
                <a:gd name="connsiteY137" fmla="*/ 65670 h 515271"/>
                <a:gd name="connsiteX138" fmla="*/ 593001 w 822241"/>
                <a:gd name="connsiteY138" fmla="*/ 65012 h 515271"/>
                <a:gd name="connsiteX139" fmla="*/ 587739 w 822241"/>
                <a:gd name="connsiteY139" fmla="*/ 64683 h 515271"/>
                <a:gd name="connsiteX140" fmla="*/ 583901 w 822241"/>
                <a:gd name="connsiteY140" fmla="*/ 66985 h 515271"/>
                <a:gd name="connsiteX141" fmla="*/ 581490 w 822241"/>
                <a:gd name="connsiteY141" fmla="*/ 71152 h 515271"/>
                <a:gd name="connsiteX142" fmla="*/ 580283 w 822241"/>
                <a:gd name="connsiteY142" fmla="*/ 76195 h 515271"/>
                <a:gd name="connsiteX143" fmla="*/ 579955 w 822241"/>
                <a:gd name="connsiteY143" fmla="*/ 78826 h 515271"/>
                <a:gd name="connsiteX144" fmla="*/ 579626 w 822241"/>
                <a:gd name="connsiteY144" fmla="*/ 81566 h 515271"/>
                <a:gd name="connsiteX145" fmla="*/ 579078 w 822241"/>
                <a:gd name="connsiteY145" fmla="*/ 84088 h 515271"/>
                <a:gd name="connsiteX146" fmla="*/ 578310 w 822241"/>
                <a:gd name="connsiteY146" fmla="*/ 86061 h 515271"/>
                <a:gd name="connsiteX147" fmla="*/ 574035 w 822241"/>
                <a:gd name="connsiteY147" fmla="*/ 86500 h 515271"/>
                <a:gd name="connsiteX148" fmla="*/ 569759 w 822241"/>
                <a:gd name="connsiteY148" fmla="*/ 86609 h 515271"/>
                <a:gd name="connsiteX149" fmla="*/ 565483 w 822241"/>
                <a:gd name="connsiteY149" fmla="*/ 86500 h 515271"/>
                <a:gd name="connsiteX150" fmla="*/ 561208 w 822241"/>
                <a:gd name="connsiteY150" fmla="*/ 86281 h 515271"/>
                <a:gd name="connsiteX151" fmla="*/ 559892 w 822241"/>
                <a:gd name="connsiteY151" fmla="*/ 84417 h 515271"/>
                <a:gd name="connsiteX152" fmla="*/ 559673 w 822241"/>
                <a:gd name="connsiteY152" fmla="*/ 80361 h 515271"/>
                <a:gd name="connsiteX153" fmla="*/ 558576 w 822241"/>
                <a:gd name="connsiteY153" fmla="*/ 76962 h 515271"/>
                <a:gd name="connsiteX154" fmla="*/ 554958 w 822241"/>
                <a:gd name="connsiteY154" fmla="*/ 76852 h 515271"/>
                <a:gd name="connsiteX155" fmla="*/ 552108 w 822241"/>
                <a:gd name="connsiteY155" fmla="*/ 76743 h 515271"/>
                <a:gd name="connsiteX156" fmla="*/ 549587 w 822241"/>
                <a:gd name="connsiteY156" fmla="*/ 75427 h 515271"/>
                <a:gd name="connsiteX157" fmla="*/ 547394 w 822241"/>
                <a:gd name="connsiteY157" fmla="*/ 73234 h 515271"/>
                <a:gd name="connsiteX158" fmla="*/ 545749 w 822241"/>
                <a:gd name="connsiteY158" fmla="*/ 70823 h 515271"/>
                <a:gd name="connsiteX159" fmla="*/ 544324 w 822241"/>
                <a:gd name="connsiteY159" fmla="*/ 68411 h 515271"/>
                <a:gd name="connsiteX160" fmla="*/ 543118 w 822241"/>
                <a:gd name="connsiteY160" fmla="*/ 65779 h 515271"/>
                <a:gd name="connsiteX161" fmla="*/ 541803 w 822241"/>
                <a:gd name="connsiteY161" fmla="*/ 63367 h 515271"/>
                <a:gd name="connsiteX162" fmla="*/ 540487 w 822241"/>
                <a:gd name="connsiteY162" fmla="*/ 61284 h 515271"/>
                <a:gd name="connsiteX163" fmla="*/ 536321 w 822241"/>
                <a:gd name="connsiteY163" fmla="*/ 59859 h 515271"/>
                <a:gd name="connsiteX164" fmla="*/ 535225 w 822241"/>
                <a:gd name="connsiteY164" fmla="*/ 56241 h 515271"/>
                <a:gd name="connsiteX165" fmla="*/ 534348 w 822241"/>
                <a:gd name="connsiteY165" fmla="*/ 52843 h 515271"/>
                <a:gd name="connsiteX166" fmla="*/ 530620 w 822241"/>
                <a:gd name="connsiteY166" fmla="*/ 52185 h 515271"/>
                <a:gd name="connsiteX167" fmla="*/ 526564 w 822241"/>
                <a:gd name="connsiteY167" fmla="*/ 50979 h 515271"/>
                <a:gd name="connsiteX168" fmla="*/ 525906 w 822241"/>
                <a:gd name="connsiteY168" fmla="*/ 48019 h 515271"/>
                <a:gd name="connsiteX169" fmla="*/ 527112 w 822241"/>
                <a:gd name="connsiteY169" fmla="*/ 44292 h 515271"/>
                <a:gd name="connsiteX170" fmla="*/ 528866 w 822241"/>
                <a:gd name="connsiteY170" fmla="*/ 40674 h 515271"/>
                <a:gd name="connsiteX171" fmla="*/ 525467 w 822241"/>
                <a:gd name="connsiteY171" fmla="*/ 41551 h 515271"/>
                <a:gd name="connsiteX172" fmla="*/ 520753 w 822241"/>
                <a:gd name="connsiteY172" fmla="*/ 41441 h 515271"/>
                <a:gd name="connsiteX173" fmla="*/ 516149 w 822241"/>
                <a:gd name="connsiteY173" fmla="*/ 40235 h 515271"/>
                <a:gd name="connsiteX174" fmla="*/ 513298 w 822241"/>
                <a:gd name="connsiteY174" fmla="*/ 38042 h 515271"/>
                <a:gd name="connsiteX175" fmla="*/ 512312 w 822241"/>
                <a:gd name="connsiteY175" fmla="*/ 35850 h 515271"/>
                <a:gd name="connsiteX176" fmla="*/ 511434 w 822241"/>
                <a:gd name="connsiteY176" fmla="*/ 33876 h 515271"/>
                <a:gd name="connsiteX177" fmla="*/ 510119 w 822241"/>
                <a:gd name="connsiteY177" fmla="*/ 32451 h 515271"/>
                <a:gd name="connsiteX178" fmla="*/ 507598 w 822241"/>
                <a:gd name="connsiteY178" fmla="*/ 31574 h 515271"/>
                <a:gd name="connsiteX179" fmla="*/ 504089 w 822241"/>
                <a:gd name="connsiteY179" fmla="*/ 27847 h 515271"/>
                <a:gd name="connsiteX180" fmla="*/ 500471 w 822241"/>
                <a:gd name="connsiteY180" fmla="*/ 23681 h 515271"/>
                <a:gd name="connsiteX181" fmla="*/ 496415 w 822241"/>
                <a:gd name="connsiteY181" fmla="*/ 22036 h 515271"/>
                <a:gd name="connsiteX182" fmla="*/ 491591 w 822241"/>
                <a:gd name="connsiteY182" fmla="*/ 25983 h 515271"/>
                <a:gd name="connsiteX183" fmla="*/ 489837 w 822241"/>
                <a:gd name="connsiteY183" fmla="*/ 27628 h 515271"/>
                <a:gd name="connsiteX184" fmla="*/ 488083 w 822241"/>
                <a:gd name="connsiteY184" fmla="*/ 29272 h 515271"/>
                <a:gd name="connsiteX185" fmla="*/ 486219 w 822241"/>
                <a:gd name="connsiteY185" fmla="*/ 30916 h 515271"/>
                <a:gd name="connsiteX186" fmla="*/ 484355 w 822241"/>
                <a:gd name="connsiteY186" fmla="*/ 32451 h 515271"/>
                <a:gd name="connsiteX187" fmla="*/ 482601 w 822241"/>
                <a:gd name="connsiteY187" fmla="*/ 34096 h 515271"/>
                <a:gd name="connsiteX188" fmla="*/ 480847 w 822241"/>
                <a:gd name="connsiteY188" fmla="*/ 35521 h 515271"/>
                <a:gd name="connsiteX189" fmla="*/ 479202 w 822241"/>
                <a:gd name="connsiteY189" fmla="*/ 36946 h 515271"/>
                <a:gd name="connsiteX190" fmla="*/ 477997 w 822241"/>
                <a:gd name="connsiteY190" fmla="*/ 39139 h 515271"/>
                <a:gd name="connsiteX191" fmla="*/ 477558 w 822241"/>
                <a:gd name="connsiteY191" fmla="*/ 41660 h 515271"/>
                <a:gd name="connsiteX192" fmla="*/ 477668 w 822241"/>
                <a:gd name="connsiteY192" fmla="*/ 43963 h 515271"/>
                <a:gd name="connsiteX193" fmla="*/ 477229 w 822241"/>
                <a:gd name="connsiteY193" fmla="*/ 46046 h 515271"/>
                <a:gd name="connsiteX194" fmla="*/ 475037 w 822241"/>
                <a:gd name="connsiteY194" fmla="*/ 48348 h 515271"/>
                <a:gd name="connsiteX195" fmla="*/ 471857 w 822241"/>
                <a:gd name="connsiteY195" fmla="*/ 51418 h 515271"/>
                <a:gd name="connsiteX196" fmla="*/ 469555 w 822241"/>
                <a:gd name="connsiteY196" fmla="*/ 51198 h 515271"/>
                <a:gd name="connsiteX197" fmla="*/ 467472 w 822241"/>
                <a:gd name="connsiteY197" fmla="*/ 48896 h 515271"/>
                <a:gd name="connsiteX198" fmla="*/ 465170 w 822241"/>
                <a:gd name="connsiteY198" fmla="*/ 45936 h 515271"/>
                <a:gd name="connsiteX199" fmla="*/ 462100 w 822241"/>
                <a:gd name="connsiteY199" fmla="*/ 43524 h 515271"/>
                <a:gd name="connsiteX200" fmla="*/ 459030 w 822241"/>
                <a:gd name="connsiteY200" fmla="*/ 42866 h 515271"/>
                <a:gd name="connsiteX201" fmla="*/ 455741 w 822241"/>
                <a:gd name="connsiteY201" fmla="*/ 43305 h 515271"/>
                <a:gd name="connsiteX202" fmla="*/ 451575 w 822241"/>
                <a:gd name="connsiteY202" fmla="*/ 44182 h 515271"/>
                <a:gd name="connsiteX203" fmla="*/ 450479 w 822241"/>
                <a:gd name="connsiteY203" fmla="*/ 44292 h 515271"/>
                <a:gd name="connsiteX204" fmla="*/ 449382 w 822241"/>
                <a:gd name="connsiteY204" fmla="*/ 44511 h 515271"/>
                <a:gd name="connsiteX205" fmla="*/ 448286 w 822241"/>
                <a:gd name="connsiteY205" fmla="*/ 44840 h 515271"/>
                <a:gd name="connsiteX206" fmla="*/ 447190 w 822241"/>
                <a:gd name="connsiteY206" fmla="*/ 45388 h 515271"/>
                <a:gd name="connsiteX207" fmla="*/ 443243 w 822241"/>
                <a:gd name="connsiteY207" fmla="*/ 46594 h 515271"/>
                <a:gd name="connsiteX208" fmla="*/ 439187 w 822241"/>
                <a:gd name="connsiteY208" fmla="*/ 47800 h 515271"/>
                <a:gd name="connsiteX209" fmla="*/ 435130 w 822241"/>
                <a:gd name="connsiteY209" fmla="*/ 49006 h 515271"/>
                <a:gd name="connsiteX210" fmla="*/ 431184 w 822241"/>
                <a:gd name="connsiteY210" fmla="*/ 50541 h 515271"/>
                <a:gd name="connsiteX211" fmla="*/ 427347 w 822241"/>
                <a:gd name="connsiteY211" fmla="*/ 51746 h 515271"/>
                <a:gd name="connsiteX212" fmla="*/ 423400 w 822241"/>
                <a:gd name="connsiteY212" fmla="*/ 52624 h 515271"/>
                <a:gd name="connsiteX213" fmla="*/ 419453 w 822241"/>
                <a:gd name="connsiteY213" fmla="*/ 53391 h 515271"/>
                <a:gd name="connsiteX214" fmla="*/ 415397 w 822241"/>
                <a:gd name="connsiteY214" fmla="*/ 53939 h 515271"/>
                <a:gd name="connsiteX215" fmla="*/ 414958 w 822241"/>
                <a:gd name="connsiteY215" fmla="*/ 54597 h 515271"/>
                <a:gd name="connsiteX216" fmla="*/ 414520 w 822241"/>
                <a:gd name="connsiteY216" fmla="*/ 55255 h 515271"/>
                <a:gd name="connsiteX217" fmla="*/ 414081 w 822241"/>
                <a:gd name="connsiteY217" fmla="*/ 56132 h 515271"/>
                <a:gd name="connsiteX218" fmla="*/ 413752 w 822241"/>
                <a:gd name="connsiteY218" fmla="*/ 56899 h 515271"/>
                <a:gd name="connsiteX219" fmla="*/ 410902 w 822241"/>
                <a:gd name="connsiteY219" fmla="*/ 62929 h 515271"/>
                <a:gd name="connsiteX220" fmla="*/ 408051 w 822241"/>
                <a:gd name="connsiteY220" fmla="*/ 68520 h 515271"/>
                <a:gd name="connsiteX221" fmla="*/ 404653 w 822241"/>
                <a:gd name="connsiteY221" fmla="*/ 73673 h 515271"/>
                <a:gd name="connsiteX222" fmla="*/ 400267 w 822241"/>
                <a:gd name="connsiteY222" fmla="*/ 78387 h 515271"/>
                <a:gd name="connsiteX223" fmla="*/ 395992 w 822241"/>
                <a:gd name="connsiteY223" fmla="*/ 82115 h 515271"/>
                <a:gd name="connsiteX224" fmla="*/ 391606 w 822241"/>
                <a:gd name="connsiteY224" fmla="*/ 85513 h 515271"/>
                <a:gd name="connsiteX225" fmla="*/ 387221 w 822241"/>
                <a:gd name="connsiteY225" fmla="*/ 88912 h 515271"/>
                <a:gd name="connsiteX226" fmla="*/ 382945 w 822241"/>
                <a:gd name="connsiteY226" fmla="*/ 92420 h 515271"/>
                <a:gd name="connsiteX227" fmla="*/ 380424 w 822241"/>
                <a:gd name="connsiteY227" fmla="*/ 93297 h 515271"/>
                <a:gd name="connsiteX228" fmla="*/ 378889 w 822241"/>
                <a:gd name="connsiteY228" fmla="*/ 95161 h 515271"/>
                <a:gd name="connsiteX229" fmla="*/ 377464 w 822241"/>
                <a:gd name="connsiteY229" fmla="*/ 97244 h 515271"/>
                <a:gd name="connsiteX230" fmla="*/ 375271 w 822241"/>
                <a:gd name="connsiteY230" fmla="*/ 98888 h 515271"/>
                <a:gd name="connsiteX231" fmla="*/ 372750 w 822241"/>
                <a:gd name="connsiteY231" fmla="*/ 99437 h 515271"/>
                <a:gd name="connsiteX232" fmla="*/ 369899 w 822241"/>
                <a:gd name="connsiteY232" fmla="*/ 99327 h 515271"/>
                <a:gd name="connsiteX233" fmla="*/ 367158 w 822241"/>
                <a:gd name="connsiteY233" fmla="*/ 98340 h 515271"/>
                <a:gd name="connsiteX234" fmla="*/ 365076 w 822241"/>
                <a:gd name="connsiteY234" fmla="*/ 96696 h 515271"/>
                <a:gd name="connsiteX235" fmla="*/ 363760 w 822241"/>
                <a:gd name="connsiteY235" fmla="*/ 94942 h 515271"/>
                <a:gd name="connsiteX236" fmla="*/ 362335 w 822241"/>
                <a:gd name="connsiteY236" fmla="*/ 92968 h 515271"/>
                <a:gd name="connsiteX237" fmla="*/ 360800 w 822241"/>
                <a:gd name="connsiteY237" fmla="*/ 91214 h 515271"/>
                <a:gd name="connsiteX238" fmla="*/ 359265 w 822241"/>
                <a:gd name="connsiteY238" fmla="*/ 89789 h 515271"/>
                <a:gd name="connsiteX239" fmla="*/ 357291 w 822241"/>
                <a:gd name="connsiteY239" fmla="*/ 85842 h 515271"/>
                <a:gd name="connsiteX240" fmla="*/ 358278 w 822241"/>
                <a:gd name="connsiteY240" fmla="*/ 80690 h 515271"/>
                <a:gd name="connsiteX241" fmla="*/ 360142 w 822241"/>
                <a:gd name="connsiteY241" fmla="*/ 75098 h 515271"/>
                <a:gd name="connsiteX242" fmla="*/ 360581 w 822241"/>
                <a:gd name="connsiteY242" fmla="*/ 69836 h 515271"/>
                <a:gd name="connsiteX243" fmla="*/ 359265 w 822241"/>
                <a:gd name="connsiteY243" fmla="*/ 65231 h 515271"/>
                <a:gd name="connsiteX244" fmla="*/ 356305 w 822241"/>
                <a:gd name="connsiteY244" fmla="*/ 61065 h 515271"/>
                <a:gd name="connsiteX245" fmla="*/ 352687 w 822241"/>
                <a:gd name="connsiteY245" fmla="*/ 57448 h 515271"/>
                <a:gd name="connsiteX246" fmla="*/ 349289 w 822241"/>
                <a:gd name="connsiteY246" fmla="*/ 54049 h 515271"/>
                <a:gd name="connsiteX247" fmla="*/ 347644 w 822241"/>
                <a:gd name="connsiteY247" fmla="*/ 52404 h 515271"/>
                <a:gd name="connsiteX248" fmla="*/ 345999 w 822241"/>
                <a:gd name="connsiteY248" fmla="*/ 50431 h 515271"/>
                <a:gd name="connsiteX249" fmla="*/ 344794 w 822241"/>
                <a:gd name="connsiteY249" fmla="*/ 48348 h 515271"/>
                <a:gd name="connsiteX250" fmla="*/ 344136 w 822241"/>
                <a:gd name="connsiteY250" fmla="*/ 46155 h 515271"/>
                <a:gd name="connsiteX251" fmla="*/ 344245 w 822241"/>
                <a:gd name="connsiteY251" fmla="*/ 43415 h 515271"/>
                <a:gd name="connsiteX252" fmla="*/ 344574 w 822241"/>
                <a:gd name="connsiteY252" fmla="*/ 41003 h 515271"/>
                <a:gd name="connsiteX253" fmla="*/ 344355 w 822241"/>
                <a:gd name="connsiteY253" fmla="*/ 38700 h 515271"/>
                <a:gd name="connsiteX254" fmla="*/ 343149 w 822241"/>
                <a:gd name="connsiteY254" fmla="*/ 36069 h 515271"/>
                <a:gd name="connsiteX255" fmla="*/ 341176 w 822241"/>
                <a:gd name="connsiteY255" fmla="*/ 31574 h 515271"/>
                <a:gd name="connsiteX256" fmla="*/ 341504 w 822241"/>
                <a:gd name="connsiteY256" fmla="*/ 27628 h 515271"/>
                <a:gd name="connsiteX257" fmla="*/ 343149 w 822241"/>
                <a:gd name="connsiteY257" fmla="*/ 23900 h 515271"/>
                <a:gd name="connsiteX258" fmla="*/ 345342 w 822241"/>
                <a:gd name="connsiteY258" fmla="*/ 19734 h 515271"/>
                <a:gd name="connsiteX259" fmla="*/ 345232 w 822241"/>
                <a:gd name="connsiteY259" fmla="*/ 17322 h 515271"/>
                <a:gd name="connsiteX260" fmla="*/ 343916 w 822241"/>
                <a:gd name="connsiteY260" fmla="*/ 15677 h 515271"/>
                <a:gd name="connsiteX261" fmla="*/ 342601 w 822241"/>
                <a:gd name="connsiteY261" fmla="*/ 14143 h 515271"/>
                <a:gd name="connsiteX262" fmla="*/ 341833 w 822241"/>
                <a:gd name="connsiteY262" fmla="*/ 12060 h 515271"/>
                <a:gd name="connsiteX263" fmla="*/ 341724 w 822241"/>
                <a:gd name="connsiteY263" fmla="*/ 8661 h 515271"/>
                <a:gd name="connsiteX264" fmla="*/ 341176 w 822241"/>
                <a:gd name="connsiteY264" fmla="*/ 6578 h 515271"/>
                <a:gd name="connsiteX265" fmla="*/ 339750 w 822241"/>
                <a:gd name="connsiteY265" fmla="*/ 5591 h 515271"/>
                <a:gd name="connsiteX266" fmla="*/ 337009 w 822241"/>
                <a:gd name="connsiteY266" fmla="*/ 5482 h 515271"/>
                <a:gd name="connsiteX267" fmla="*/ 329116 w 822241"/>
                <a:gd name="connsiteY267" fmla="*/ 5482 h 515271"/>
                <a:gd name="connsiteX268" fmla="*/ 321552 w 822241"/>
                <a:gd name="connsiteY268" fmla="*/ 4276 h 515271"/>
                <a:gd name="connsiteX269" fmla="*/ 314206 w 822241"/>
                <a:gd name="connsiteY269" fmla="*/ 2412 h 515271"/>
                <a:gd name="connsiteX270" fmla="*/ 306532 w 822241"/>
                <a:gd name="connsiteY270" fmla="*/ 0 h 515271"/>
                <a:gd name="connsiteX271" fmla="*/ 304887 w 822241"/>
                <a:gd name="connsiteY271" fmla="*/ 1644 h 515271"/>
                <a:gd name="connsiteX272" fmla="*/ 302804 w 822241"/>
                <a:gd name="connsiteY272" fmla="*/ 3618 h 515271"/>
                <a:gd name="connsiteX273" fmla="*/ 301160 w 822241"/>
                <a:gd name="connsiteY273" fmla="*/ 5701 h 515271"/>
                <a:gd name="connsiteX274" fmla="*/ 300941 w 822241"/>
                <a:gd name="connsiteY274" fmla="*/ 7565 h 515271"/>
                <a:gd name="connsiteX275" fmla="*/ 300502 w 822241"/>
                <a:gd name="connsiteY275" fmla="*/ 9648 h 515271"/>
                <a:gd name="connsiteX276" fmla="*/ 298638 w 822241"/>
                <a:gd name="connsiteY276" fmla="*/ 12060 h 515271"/>
                <a:gd name="connsiteX277" fmla="*/ 296336 w 822241"/>
                <a:gd name="connsiteY277" fmla="*/ 14252 h 515271"/>
                <a:gd name="connsiteX278" fmla="*/ 294472 w 822241"/>
                <a:gd name="connsiteY278" fmla="*/ 15787 h 515271"/>
                <a:gd name="connsiteX279" fmla="*/ 293595 w 822241"/>
                <a:gd name="connsiteY279" fmla="*/ 11183 h 515271"/>
                <a:gd name="connsiteX280" fmla="*/ 291841 w 822241"/>
                <a:gd name="connsiteY280" fmla="*/ 6468 h 515271"/>
                <a:gd name="connsiteX281" fmla="*/ 288881 w 822241"/>
                <a:gd name="connsiteY281" fmla="*/ 3179 h 515271"/>
                <a:gd name="connsiteX282" fmla="*/ 284605 w 822241"/>
                <a:gd name="connsiteY282" fmla="*/ 2741 h 515271"/>
                <a:gd name="connsiteX283" fmla="*/ 281536 w 822241"/>
                <a:gd name="connsiteY283" fmla="*/ 4714 h 515271"/>
                <a:gd name="connsiteX284" fmla="*/ 279014 w 822241"/>
                <a:gd name="connsiteY284" fmla="*/ 7894 h 515271"/>
                <a:gd name="connsiteX285" fmla="*/ 276493 w 822241"/>
                <a:gd name="connsiteY285" fmla="*/ 11402 h 515271"/>
                <a:gd name="connsiteX286" fmla="*/ 274081 w 822241"/>
                <a:gd name="connsiteY286" fmla="*/ 14362 h 515271"/>
                <a:gd name="connsiteX287" fmla="*/ 273971 w 822241"/>
                <a:gd name="connsiteY287" fmla="*/ 18199 h 515271"/>
                <a:gd name="connsiteX288" fmla="*/ 277041 w 822241"/>
                <a:gd name="connsiteY288" fmla="*/ 21598 h 515271"/>
                <a:gd name="connsiteX289" fmla="*/ 280659 w 822241"/>
                <a:gd name="connsiteY289" fmla="*/ 24667 h 515271"/>
                <a:gd name="connsiteX290" fmla="*/ 282632 w 822241"/>
                <a:gd name="connsiteY290" fmla="*/ 28176 h 515271"/>
                <a:gd name="connsiteX291" fmla="*/ 281645 w 822241"/>
                <a:gd name="connsiteY291" fmla="*/ 32671 h 515271"/>
                <a:gd name="connsiteX292" fmla="*/ 279233 w 822241"/>
                <a:gd name="connsiteY292" fmla="*/ 35521 h 515271"/>
                <a:gd name="connsiteX293" fmla="*/ 277370 w 822241"/>
                <a:gd name="connsiteY293" fmla="*/ 38591 h 515271"/>
                <a:gd name="connsiteX294" fmla="*/ 278247 w 822241"/>
                <a:gd name="connsiteY294" fmla="*/ 43634 h 515271"/>
                <a:gd name="connsiteX295" fmla="*/ 280111 w 822241"/>
                <a:gd name="connsiteY295" fmla="*/ 48129 h 515271"/>
                <a:gd name="connsiteX296" fmla="*/ 281536 w 822241"/>
                <a:gd name="connsiteY296" fmla="*/ 52514 h 515271"/>
                <a:gd name="connsiteX297" fmla="*/ 282522 w 822241"/>
                <a:gd name="connsiteY297" fmla="*/ 56899 h 515271"/>
                <a:gd name="connsiteX298" fmla="*/ 282632 w 822241"/>
                <a:gd name="connsiteY298" fmla="*/ 61833 h 515271"/>
                <a:gd name="connsiteX299" fmla="*/ 282632 w 822241"/>
                <a:gd name="connsiteY299" fmla="*/ 67314 h 515271"/>
                <a:gd name="connsiteX300" fmla="*/ 283290 w 822241"/>
                <a:gd name="connsiteY300" fmla="*/ 71590 h 515271"/>
                <a:gd name="connsiteX301" fmla="*/ 285263 w 822241"/>
                <a:gd name="connsiteY301" fmla="*/ 75098 h 515271"/>
                <a:gd name="connsiteX302" fmla="*/ 289100 w 822241"/>
                <a:gd name="connsiteY302" fmla="*/ 78278 h 515271"/>
                <a:gd name="connsiteX303" fmla="*/ 294363 w 822241"/>
                <a:gd name="connsiteY303" fmla="*/ 81786 h 515271"/>
                <a:gd name="connsiteX304" fmla="*/ 299515 w 822241"/>
                <a:gd name="connsiteY304" fmla="*/ 85623 h 515271"/>
                <a:gd name="connsiteX305" fmla="*/ 304558 w 822241"/>
                <a:gd name="connsiteY305" fmla="*/ 89570 h 515271"/>
                <a:gd name="connsiteX306" fmla="*/ 309272 w 822241"/>
                <a:gd name="connsiteY306" fmla="*/ 93516 h 515271"/>
                <a:gd name="connsiteX307" fmla="*/ 311136 w 822241"/>
                <a:gd name="connsiteY307" fmla="*/ 97244 h 515271"/>
                <a:gd name="connsiteX308" fmla="*/ 310040 w 822241"/>
                <a:gd name="connsiteY308" fmla="*/ 101520 h 515271"/>
                <a:gd name="connsiteX309" fmla="*/ 307519 w 822241"/>
                <a:gd name="connsiteY309" fmla="*/ 106015 h 515271"/>
                <a:gd name="connsiteX310" fmla="*/ 304887 w 822241"/>
                <a:gd name="connsiteY310" fmla="*/ 110181 h 515271"/>
                <a:gd name="connsiteX311" fmla="*/ 303353 w 822241"/>
                <a:gd name="connsiteY311" fmla="*/ 106782 h 515271"/>
                <a:gd name="connsiteX312" fmla="*/ 301050 w 822241"/>
                <a:gd name="connsiteY312" fmla="*/ 105795 h 515271"/>
                <a:gd name="connsiteX313" fmla="*/ 300392 w 822241"/>
                <a:gd name="connsiteY313" fmla="*/ 106124 h 515271"/>
                <a:gd name="connsiteX314" fmla="*/ 293705 w 822241"/>
                <a:gd name="connsiteY314" fmla="*/ 112593 h 515271"/>
                <a:gd name="connsiteX315" fmla="*/ 289539 w 822241"/>
                <a:gd name="connsiteY315" fmla="*/ 107988 h 515271"/>
                <a:gd name="connsiteX316" fmla="*/ 287894 w 822241"/>
                <a:gd name="connsiteY316" fmla="*/ 105137 h 515271"/>
                <a:gd name="connsiteX317" fmla="*/ 287566 w 822241"/>
                <a:gd name="connsiteY317" fmla="*/ 101848 h 515271"/>
                <a:gd name="connsiteX318" fmla="*/ 288881 w 822241"/>
                <a:gd name="connsiteY318" fmla="*/ 99327 h 515271"/>
                <a:gd name="connsiteX319" fmla="*/ 290854 w 822241"/>
                <a:gd name="connsiteY319" fmla="*/ 97682 h 515271"/>
                <a:gd name="connsiteX320" fmla="*/ 292609 w 822241"/>
                <a:gd name="connsiteY320" fmla="*/ 95709 h 515271"/>
                <a:gd name="connsiteX321" fmla="*/ 292828 w 822241"/>
                <a:gd name="connsiteY321" fmla="*/ 93845 h 515271"/>
                <a:gd name="connsiteX322" fmla="*/ 292280 w 822241"/>
                <a:gd name="connsiteY322" fmla="*/ 90775 h 515271"/>
                <a:gd name="connsiteX323" fmla="*/ 291622 w 822241"/>
                <a:gd name="connsiteY323" fmla="*/ 88802 h 515271"/>
                <a:gd name="connsiteX324" fmla="*/ 290964 w 822241"/>
                <a:gd name="connsiteY324" fmla="*/ 87925 h 515271"/>
                <a:gd name="connsiteX325" fmla="*/ 290087 w 822241"/>
                <a:gd name="connsiteY325" fmla="*/ 87706 h 515271"/>
                <a:gd name="connsiteX326" fmla="*/ 288442 w 822241"/>
                <a:gd name="connsiteY326" fmla="*/ 86719 h 515271"/>
                <a:gd name="connsiteX327" fmla="*/ 287566 w 822241"/>
                <a:gd name="connsiteY327" fmla="*/ 86500 h 515271"/>
                <a:gd name="connsiteX328" fmla="*/ 287566 w 822241"/>
                <a:gd name="connsiteY328" fmla="*/ 87158 h 515271"/>
                <a:gd name="connsiteX329" fmla="*/ 286140 w 822241"/>
                <a:gd name="connsiteY329" fmla="*/ 90008 h 515271"/>
                <a:gd name="connsiteX330" fmla="*/ 286250 w 822241"/>
                <a:gd name="connsiteY330" fmla="*/ 90666 h 515271"/>
                <a:gd name="connsiteX331" fmla="*/ 283509 w 822241"/>
                <a:gd name="connsiteY331" fmla="*/ 89789 h 515271"/>
                <a:gd name="connsiteX332" fmla="*/ 280439 w 822241"/>
                <a:gd name="connsiteY332" fmla="*/ 87925 h 515271"/>
                <a:gd name="connsiteX333" fmla="*/ 277589 w 822241"/>
                <a:gd name="connsiteY333" fmla="*/ 85732 h 515271"/>
                <a:gd name="connsiteX334" fmla="*/ 270792 w 822241"/>
                <a:gd name="connsiteY334" fmla="*/ 78058 h 515271"/>
                <a:gd name="connsiteX335" fmla="*/ 268160 w 822241"/>
                <a:gd name="connsiteY335" fmla="*/ 77071 h 515271"/>
                <a:gd name="connsiteX336" fmla="*/ 247221 w 822241"/>
                <a:gd name="connsiteY336" fmla="*/ 76414 h 515271"/>
                <a:gd name="connsiteX337" fmla="*/ 249633 w 822241"/>
                <a:gd name="connsiteY337" fmla="*/ 79593 h 515271"/>
                <a:gd name="connsiteX338" fmla="*/ 248098 w 822241"/>
                <a:gd name="connsiteY338" fmla="*/ 81347 h 515271"/>
                <a:gd name="connsiteX339" fmla="*/ 241630 w 822241"/>
                <a:gd name="connsiteY339" fmla="*/ 83649 h 515271"/>
                <a:gd name="connsiteX340" fmla="*/ 240423 w 822241"/>
                <a:gd name="connsiteY340" fmla="*/ 78606 h 515271"/>
                <a:gd name="connsiteX341" fmla="*/ 239547 w 822241"/>
                <a:gd name="connsiteY341" fmla="*/ 76195 h 515271"/>
                <a:gd name="connsiteX342" fmla="*/ 238340 w 822241"/>
                <a:gd name="connsiteY342" fmla="*/ 75208 h 515271"/>
                <a:gd name="connsiteX343" fmla="*/ 235490 w 822241"/>
                <a:gd name="connsiteY343" fmla="*/ 75537 h 515271"/>
                <a:gd name="connsiteX344" fmla="*/ 233955 w 822241"/>
                <a:gd name="connsiteY344" fmla="*/ 75975 h 515271"/>
                <a:gd name="connsiteX345" fmla="*/ 233626 w 822241"/>
                <a:gd name="connsiteY345" fmla="*/ 76414 h 515271"/>
                <a:gd name="connsiteX346" fmla="*/ 232749 w 822241"/>
                <a:gd name="connsiteY346" fmla="*/ 75098 h 515271"/>
                <a:gd name="connsiteX347" fmla="*/ 232530 w 822241"/>
                <a:gd name="connsiteY347" fmla="*/ 71700 h 515271"/>
                <a:gd name="connsiteX348" fmla="*/ 232092 w 822241"/>
                <a:gd name="connsiteY348" fmla="*/ 70713 h 515271"/>
                <a:gd name="connsiteX349" fmla="*/ 227597 w 822241"/>
                <a:gd name="connsiteY349" fmla="*/ 68630 h 515271"/>
                <a:gd name="connsiteX350" fmla="*/ 223321 w 822241"/>
                <a:gd name="connsiteY350" fmla="*/ 68630 h 515271"/>
                <a:gd name="connsiteX351" fmla="*/ 213454 w 822241"/>
                <a:gd name="connsiteY351" fmla="*/ 70713 h 515271"/>
                <a:gd name="connsiteX352" fmla="*/ 181770 w 822241"/>
                <a:gd name="connsiteY352" fmla="*/ 68959 h 515271"/>
                <a:gd name="connsiteX353" fmla="*/ 177166 w 822241"/>
                <a:gd name="connsiteY353" fmla="*/ 71261 h 515271"/>
                <a:gd name="connsiteX354" fmla="*/ 166751 w 822241"/>
                <a:gd name="connsiteY354" fmla="*/ 73783 h 515271"/>
                <a:gd name="connsiteX355" fmla="*/ 156555 w 822241"/>
                <a:gd name="connsiteY355" fmla="*/ 76743 h 515271"/>
                <a:gd name="connsiteX356" fmla="*/ 146249 w 822241"/>
                <a:gd name="connsiteY356" fmla="*/ 79483 h 515271"/>
                <a:gd name="connsiteX357" fmla="*/ 135506 w 822241"/>
                <a:gd name="connsiteY357" fmla="*/ 81347 h 515271"/>
                <a:gd name="connsiteX358" fmla="*/ 130901 w 822241"/>
                <a:gd name="connsiteY358" fmla="*/ 81128 h 515271"/>
                <a:gd name="connsiteX359" fmla="*/ 126625 w 822241"/>
                <a:gd name="connsiteY359" fmla="*/ 79703 h 515271"/>
                <a:gd name="connsiteX360" fmla="*/ 122569 w 822241"/>
                <a:gd name="connsiteY360" fmla="*/ 77729 h 515271"/>
                <a:gd name="connsiteX361" fmla="*/ 118512 w 822241"/>
                <a:gd name="connsiteY361" fmla="*/ 75317 h 515271"/>
                <a:gd name="connsiteX362" fmla="*/ 115552 w 822241"/>
                <a:gd name="connsiteY362" fmla="*/ 72905 h 515271"/>
                <a:gd name="connsiteX363" fmla="*/ 113798 w 822241"/>
                <a:gd name="connsiteY363" fmla="*/ 69945 h 515271"/>
                <a:gd name="connsiteX364" fmla="*/ 112483 w 822241"/>
                <a:gd name="connsiteY364" fmla="*/ 66876 h 515271"/>
                <a:gd name="connsiteX365" fmla="*/ 110729 w 822241"/>
                <a:gd name="connsiteY365" fmla="*/ 63806 h 515271"/>
                <a:gd name="connsiteX366" fmla="*/ 108098 w 822241"/>
                <a:gd name="connsiteY366" fmla="*/ 61394 h 515271"/>
                <a:gd name="connsiteX367" fmla="*/ 105357 w 822241"/>
                <a:gd name="connsiteY367" fmla="*/ 60079 h 515271"/>
                <a:gd name="connsiteX368" fmla="*/ 102177 w 822241"/>
                <a:gd name="connsiteY368" fmla="*/ 59530 h 515271"/>
                <a:gd name="connsiteX369" fmla="*/ 98669 w 822241"/>
                <a:gd name="connsiteY369" fmla="*/ 59311 h 515271"/>
                <a:gd name="connsiteX370" fmla="*/ 91214 w 822241"/>
                <a:gd name="connsiteY370" fmla="*/ 58763 h 515271"/>
                <a:gd name="connsiteX371" fmla="*/ 82663 w 822241"/>
                <a:gd name="connsiteY371" fmla="*/ 58105 h 515271"/>
                <a:gd name="connsiteX372" fmla="*/ 74331 w 822241"/>
                <a:gd name="connsiteY372" fmla="*/ 58324 h 515271"/>
                <a:gd name="connsiteX373" fmla="*/ 67095 w 822241"/>
                <a:gd name="connsiteY373" fmla="*/ 60736 h 515271"/>
                <a:gd name="connsiteX374" fmla="*/ 58872 w 822241"/>
                <a:gd name="connsiteY374" fmla="*/ 71919 h 515271"/>
                <a:gd name="connsiteX375" fmla="*/ 56461 w 822241"/>
                <a:gd name="connsiteY375" fmla="*/ 85184 h 515271"/>
                <a:gd name="connsiteX376" fmla="*/ 57447 w 822241"/>
                <a:gd name="connsiteY376" fmla="*/ 99437 h 515271"/>
                <a:gd name="connsiteX377" fmla="*/ 60079 w 822241"/>
                <a:gd name="connsiteY377" fmla="*/ 113689 h 515271"/>
                <a:gd name="connsiteX378" fmla="*/ 59750 w 822241"/>
                <a:gd name="connsiteY378" fmla="*/ 118841 h 515271"/>
                <a:gd name="connsiteX379" fmla="*/ 57338 w 822241"/>
                <a:gd name="connsiteY379" fmla="*/ 123556 h 515271"/>
                <a:gd name="connsiteX380" fmla="*/ 54049 w 822241"/>
                <a:gd name="connsiteY380" fmla="*/ 127831 h 515271"/>
                <a:gd name="connsiteX381" fmla="*/ 50979 w 822241"/>
                <a:gd name="connsiteY381" fmla="*/ 132107 h 515271"/>
                <a:gd name="connsiteX382" fmla="*/ 50321 w 822241"/>
                <a:gd name="connsiteY382" fmla="*/ 133861 h 515271"/>
                <a:gd name="connsiteX383" fmla="*/ 49883 w 822241"/>
                <a:gd name="connsiteY383" fmla="*/ 135506 h 515271"/>
                <a:gd name="connsiteX384" fmla="*/ 49006 w 822241"/>
                <a:gd name="connsiteY384" fmla="*/ 136821 h 515271"/>
                <a:gd name="connsiteX385" fmla="*/ 47032 w 822241"/>
                <a:gd name="connsiteY385" fmla="*/ 137479 h 515271"/>
                <a:gd name="connsiteX386" fmla="*/ 44949 w 822241"/>
                <a:gd name="connsiteY386" fmla="*/ 137479 h 515271"/>
                <a:gd name="connsiteX387" fmla="*/ 42976 w 822241"/>
                <a:gd name="connsiteY387" fmla="*/ 136931 h 515271"/>
                <a:gd name="connsiteX388" fmla="*/ 41222 w 822241"/>
                <a:gd name="connsiteY388" fmla="*/ 136492 h 515271"/>
                <a:gd name="connsiteX389" fmla="*/ 39358 w 822241"/>
                <a:gd name="connsiteY389" fmla="*/ 136602 h 515271"/>
                <a:gd name="connsiteX390" fmla="*/ 36508 w 822241"/>
                <a:gd name="connsiteY390" fmla="*/ 138794 h 515271"/>
                <a:gd name="connsiteX391" fmla="*/ 33767 w 822241"/>
                <a:gd name="connsiteY391" fmla="*/ 139233 h 515271"/>
                <a:gd name="connsiteX392" fmla="*/ 31026 w 822241"/>
                <a:gd name="connsiteY392" fmla="*/ 138794 h 515271"/>
                <a:gd name="connsiteX393" fmla="*/ 27847 w 822241"/>
                <a:gd name="connsiteY393" fmla="*/ 138685 h 515271"/>
                <a:gd name="connsiteX394" fmla="*/ 24558 w 822241"/>
                <a:gd name="connsiteY394" fmla="*/ 139452 h 515271"/>
                <a:gd name="connsiteX395" fmla="*/ 21488 w 822241"/>
                <a:gd name="connsiteY395" fmla="*/ 140329 h 515271"/>
                <a:gd name="connsiteX396" fmla="*/ 18309 w 822241"/>
                <a:gd name="connsiteY396" fmla="*/ 141097 h 515271"/>
                <a:gd name="connsiteX397" fmla="*/ 14691 w 822241"/>
                <a:gd name="connsiteY397" fmla="*/ 141097 h 515271"/>
                <a:gd name="connsiteX398" fmla="*/ 11073 w 822241"/>
                <a:gd name="connsiteY398" fmla="*/ 140987 h 515271"/>
                <a:gd name="connsiteX399" fmla="*/ 9209 w 822241"/>
                <a:gd name="connsiteY399" fmla="*/ 141316 h 515271"/>
                <a:gd name="connsiteX400" fmla="*/ 7784 w 822241"/>
                <a:gd name="connsiteY400" fmla="*/ 142303 h 515271"/>
                <a:gd name="connsiteX401" fmla="*/ 5701 w 822241"/>
                <a:gd name="connsiteY401" fmla="*/ 144386 h 515271"/>
                <a:gd name="connsiteX402" fmla="*/ 4056 w 822241"/>
                <a:gd name="connsiteY402" fmla="*/ 146249 h 515271"/>
                <a:gd name="connsiteX403" fmla="*/ 3070 w 822241"/>
                <a:gd name="connsiteY403" fmla="*/ 148004 h 515271"/>
                <a:gd name="connsiteX404" fmla="*/ 2412 w 822241"/>
                <a:gd name="connsiteY404" fmla="*/ 149758 h 515271"/>
                <a:gd name="connsiteX405" fmla="*/ 1864 w 822241"/>
                <a:gd name="connsiteY405" fmla="*/ 151731 h 515271"/>
                <a:gd name="connsiteX406" fmla="*/ 658 w 822241"/>
                <a:gd name="connsiteY406" fmla="*/ 157432 h 515271"/>
                <a:gd name="connsiteX407" fmla="*/ 110 w 822241"/>
                <a:gd name="connsiteY407" fmla="*/ 163571 h 515271"/>
                <a:gd name="connsiteX408" fmla="*/ 0 w 822241"/>
                <a:gd name="connsiteY408" fmla="*/ 169711 h 515271"/>
                <a:gd name="connsiteX409" fmla="*/ 110 w 822241"/>
                <a:gd name="connsiteY409" fmla="*/ 175521 h 515271"/>
                <a:gd name="connsiteX410" fmla="*/ 1206 w 822241"/>
                <a:gd name="connsiteY410" fmla="*/ 179030 h 515271"/>
                <a:gd name="connsiteX411" fmla="*/ 3289 w 822241"/>
                <a:gd name="connsiteY411" fmla="*/ 182318 h 515271"/>
                <a:gd name="connsiteX412" fmla="*/ 5153 w 822241"/>
                <a:gd name="connsiteY412" fmla="*/ 185278 h 515271"/>
                <a:gd name="connsiteX413" fmla="*/ 5591 w 822241"/>
                <a:gd name="connsiteY413" fmla="*/ 188239 h 515271"/>
                <a:gd name="connsiteX414" fmla="*/ 4934 w 822241"/>
                <a:gd name="connsiteY414" fmla="*/ 190102 h 515271"/>
                <a:gd name="connsiteX415" fmla="*/ 3947 w 822241"/>
                <a:gd name="connsiteY415" fmla="*/ 192295 h 515271"/>
                <a:gd name="connsiteX416" fmla="*/ 2741 w 822241"/>
                <a:gd name="connsiteY416" fmla="*/ 194597 h 515271"/>
                <a:gd name="connsiteX417" fmla="*/ 2302 w 822241"/>
                <a:gd name="connsiteY417" fmla="*/ 195474 h 515271"/>
                <a:gd name="connsiteX418" fmla="*/ 2083 w 822241"/>
                <a:gd name="connsiteY418" fmla="*/ 195913 h 515271"/>
                <a:gd name="connsiteX419" fmla="*/ 3399 w 822241"/>
                <a:gd name="connsiteY419" fmla="*/ 195146 h 515271"/>
                <a:gd name="connsiteX420" fmla="*/ 6688 w 822241"/>
                <a:gd name="connsiteY420" fmla="*/ 193282 h 515271"/>
                <a:gd name="connsiteX421" fmla="*/ 9757 w 822241"/>
                <a:gd name="connsiteY421" fmla="*/ 189773 h 515271"/>
                <a:gd name="connsiteX422" fmla="*/ 13704 w 822241"/>
                <a:gd name="connsiteY422" fmla="*/ 186813 h 515271"/>
                <a:gd name="connsiteX423" fmla="*/ 15568 w 822241"/>
                <a:gd name="connsiteY423" fmla="*/ 183305 h 515271"/>
                <a:gd name="connsiteX424" fmla="*/ 28176 w 822241"/>
                <a:gd name="connsiteY424" fmla="*/ 181661 h 515271"/>
                <a:gd name="connsiteX425" fmla="*/ 37385 w 822241"/>
                <a:gd name="connsiteY425" fmla="*/ 184950 h 515271"/>
                <a:gd name="connsiteX426" fmla="*/ 48786 w 822241"/>
                <a:gd name="connsiteY426" fmla="*/ 189883 h 515271"/>
                <a:gd name="connsiteX427" fmla="*/ 60846 w 822241"/>
                <a:gd name="connsiteY427" fmla="*/ 197119 h 515271"/>
                <a:gd name="connsiteX428" fmla="*/ 63696 w 822241"/>
                <a:gd name="connsiteY428" fmla="*/ 198325 h 515271"/>
                <a:gd name="connsiteX429" fmla="*/ 72576 w 822241"/>
                <a:gd name="connsiteY429" fmla="*/ 202272 h 515271"/>
                <a:gd name="connsiteX430" fmla="*/ 80141 w 822241"/>
                <a:gd name="connsiteY430" fmla="*/ 210933 h 515271"/>
                <a:gd name="connsiteX431" fmla="*/ 80470 w 822241"/>
                <a:gd name="connsiteY431" fmla="*/ 214879 h 515271"/>
                <a:gd name="connsiteX432" fmla="*/ 83430 w 822241"/>
                <a:gd name="connsiteY432" fmla="*/ 217401 h 515271"/>
                <a:gd name="connsiteX433" fmla="*/ 85513 w 822241"/>
                <a:gd name="connsiteY433" fmla="*/ 222444 h 515271"/>
                <a:gd name="connsiteX434" fmla="*/ 94832 w 822241"/>
                <a:gd name="connsiteY434" fmla="*/ 229680 h 515271"/>
                <a:gd name="connsiteX435" fmla="*/ 99985 w 822241"/>
                <a:gd name="connsiteY435" fmla="*/ 233188 h 515271"/>
                <a:gd name="connsiteX436" fmla="*/ 104808 w 822241"/>
                <a:gd name="connsiteY436" fmla="*/ 240314 h 515271"/>
                <a:gd name="connsiteX437" fmla="*/ 105466 w 822241"/>
                <a:gd name="connsiteY437" fmla="*/ 247988 h 515271"/>
                <a:gd name="connsiteX438" fmla="*/ 111277 w 822241"/>
                <a:gd name="connsiteY438" fmla="*/ 249633 h 515271"/>
                <a:gd name="connsiteX439" fmla="*/ 114346 w 822241"/>
                <a:gd name="connsiteY439" fmla="*/ 251058 h 515271"/>
                <a:gd name="connsiteX440" fmla="*/ 115114 w 822241"/>
                <a:gd name="connsiteY440" fmla="*/ 254676 h 515271"/>
                <a:gd name="connsiteX441" fmla="*/ 118293 w 822241"/>
                <a:gd name="connsiteY441" fmla="*/ 254457 h 515271"/>
                <a:gd name="connsiteX442" fmla="*/ 120157 w 822241"/>
                <a:gd name="connsiteY442" fmla="*/ 256759 h 515271"/>
                <a:gd name="connsiteX443" fmla="*/ 122569 w 822241"/>
                <a:gd name="connsiteY443" fmla="*/ 256759 h 515271"/>
                <a:gd name="connsiteX444" fmla="*/ 123446 w 822241"/>
                <a:gd name="connsiteY444" fmla="*/ 259609 h 515271"/>
                <a:gd name="connsiteX445" fmla="*/ 128818 w 822241"/>
                <a:gd name="connsiteY445" fmla="*/ 258184 h 515271"/>
                <a:gd name="connsiteX446" fmla="*/ 134628 w 822241"/>
                <a:gd name="connsiteY446" fmla="*/ 259061 h 515271"/>
                <a:gd name="connsiteX447" fmla="*/ 142193 w 822241"/>
                <a:gd name="connsiteY447" fmla="*/ 265420 h 515271"/>
                <a:gd name="connsiteX448" fmla="*/ 144057 w 822241"/>
                <a:gd name="connsiteY448" fmla="*/ 268051 h 515271"/>
                <a:gd name="connsiteX449" fmla="*/ 145592 w 822241"/>
                <a:gd name="connsiteY449" fmla="*/ 270792 h 515271"/>
                <a:gd name="connsiteX450" fmla="*/ 145044 w 822241"/>
                <a:gd name="connsiteY450" fmla="*/ 274410 h 515271"/>
                <a:gd name="connsiteX451" fmla="*/ 142412 w 822241"/>
                <a:gd name="connsiteY451" fmla="*/ 274848 h 515271"/>
                <a:gd name="connsiteX452" fmla="*/ 142632 w 822241"/>
                <a:gd name="connsiteY452" fmla="*/ 277150 h 515271"/>
                <a:gd name="connsiteX453" fmla="*/ 154801 w 822241"/>
                <a:gd name="connsiteY453" fmla="*/ 281207 h 515271"/>
                <a:gd name="connsiteX454" fmla="*/ 164119 w 822241"/>
                <a:gd name="connsiteY454" fmla="*/ 285592 h 515271"/>
                <a:gd name="connsiteX455" fmla="*/ 180564 w 822241"/>
                <a:gd name="connsiteY455" fmla="*/ 291512 h 515271"/>
                <a:gd name="connsiteX456" fmla="*/ 196461 w 822241"/>
                <a:gd name="connsiteY456" fmla="*/ 300502 h 515271"/>
                <a:gd name="connsiteX457" fmla="*/ 198544 w 822241"/>
                <a:gd name="connsiteY457" fmla="*/ 305107 h 515271"/>
                <a:gd name="connsiteX458" fmla="*/ 211700 w 822241"/>
                <a:gd name="connsiteY458" fmla="*/ 313219 h 515271"/>
                <a:gd name="connsiteX459" fmla="*/ 217949 w 822241"/>
                <a:gd name="connsiteY459" fmla="*/ 319249 h 515271"/>
                <a:gd name="connsiteX460" fmla="*/ 221567 w 822241"/>
                <a:gd name="connsiteY460" fmla="*/ 322977 h 515271"/>
                <a:gd name="connsiteX461" fmla="*/ 221786 w 822241"/>
                <a:gd name="connsiteY461" fmla="*/ 327143 h 515271"/>
                <a:gd name="connsiteX462" fmla="*/ 219593 w 822241"/>
                <a:gd name="connsiteY462" fmla="*/ 328458 h 515271"/>
                <a:gd name="connsiteX463" fmla="*/ 220800 w 822241"/>
                <a:gd name="connsiteY463" fmla="*/ 330870 h 515271"/>
                <a:gd name="connsiteX464" fmla="*/ 223979 w 822241"/>
                <a:gd name="connsiteY464" fmla="*/ 329664 h 515271"/>
                <a:gd name="connsiteX465" fmla="*/ 230776 w 822241"/>
                <a:gd name="connsiteY465" fmla="*/ 333173 h 515271"/>
                <a:gd name="connsiteX466" fmla="*/ 241191 w 822241"/>
                <a:gd name="connsiteY466" fmla="*/ 336571 h 515271"/>
                <a:gd name="connsiteX467" fmla="*/ 252154 w 822241"/>
                <a:gd name="connsiteY467" fmla="*/ 340518 h 515271"/>
                <a:gd name="connsiteX468" fmla="*/ 265200 w 822241"/>
                <a:gd name="connsiteY468" fmla="*/ 344355 h 515271"/>
                <a:gd name="connsiteX469" fmla="*/ 275725 w 822241"/>
                <a:gd name="connsiteY469" fmla="*/ 348082 h 515271"/>
                <a:gd name="connsiteX470" fmla="*/ 288881 w 822241"/>
                <a:gd name="connsiteY470" fmla="*/ 353893 h 515271"/>
                <a:gd name="connsiteX471" fmla="*/ 300831 w 822241"/>
                <a:gd name="connsiteY471" fmla="*/ 357620 h 515271"/>
                <a:gd name="connsiteX472" fmla="*/ 318262 w 822241"/>
                <a:gd name="connsiteY472" fmla="*/ 363431 h 515271"/>
                <a:gd name="connsiteX473" fmla="*/ 366391 w 822241"/>
                <a:gd name="connsiteY473" fmla="*/ 380424 h 515271"/>
                <a:gd name="connsiteX474" fmla="*/ 383055 w 822241"/>
                <a:gd name="connsiteY474" fmla="*/ 386892 h 515271"/>
                <a:gd name="connsiteX475" fmla="*/ 396540 w 822241"/>
                <a:gd name="connsiteY475" fmla="*/ 391826 h 515271"/>
                <a:gd name="connsiteX476" fmla="*/ 406736 w 822241"/>
                <a:gd name="connsiteY476" fmla="*/ 395663 h 515271"/>
                <a:gd name="connsiteX477" fmla="*/ 416603 w 822241"/>
                <a:gd name="connsiteY477" fmla="*/ 398404 h 515271"/>
                <a:gd name="connsiteX478" fmla="*/ 431074 w 822241"/>
                <a:gd name="connsiteY478" fmla="*/ 403556 h 515271"/>
                <a:gd name="connsiteX479" fmla="*/ 437433 w 822241"/>
                <a:gd name="connsiteY479" fmla="*/ 407065 h 515271"/>
                <a:gd name="connsiteX480" fmla="*/ 438090 w 822241"/>
                <a:gd name="connsiteY480" fmla="*/ 408928 h 515271"/>
                <a:gd name="connsiteX481" fmla="*/ 442805 w 822241"/>
                <a:gd name="connsiteY481" fmla="*/ 413643 h 515271"/>
                <a:gd name="connsiteX482" fmla="*/ 444230 w 822241"/>
                <a:gd name="connsiteY482" fmla="*/ 414519 h 515271"/>
                <a:gd name="connsiteX483" fmla="*/ 445217 w 822241"/>
                <a:gd name="connsiteY483" fmla="*/ 419014 h 515271"/>
                <a:gd name="connsiteX484" fmla="*/ 446423 w 822241"/>
                <a:gd name="connsiteY484" fmla="*/ 420440 h 515271"/>
                <a:gd name="connsiteX485" fmla="*/ 449163 w 822241"/>
                <a:gd name="connsiteY485" fmla="*/ 420111 h 515271"/>
                <a:gd name="connsiteX486" fmla="*/ 450808 w 822241"/>
                <a:gd name="connsiteY486" fmla="*/ 418357 h 515271"/>
                <a:gd name="connsiteX487" fmla="*/ 449821 w 822241"/>
                <a:gd name="connsiteY487" fmla="*/ 417589 h 515271"/>
                <a:gd name="connsiteX488" fmla="*/ 447958 w 822241"/>
                <a:gd name="connsiteY488" fmla="*/ 418138 h 515271"/>
                <a:gd name="connsiteX489" fmla="*/ 447629 w 822241"/>
                <a:gd name="connsiteY489" fmla="*/ 416493 h 515271"/>
                <a:gd name="connsiteX490" fmla="*/ 449602 w 822241"/>
                <a:gd name="connsiteY490" fmla="*/ 415177 h 515271"/>
                <a:gd name="connsiteX491" fmla="*/ 452891 w 822241"/>
                <a:gd name="connsiteY491" fmla="*/ 413971 h 515271"/>
                <a:gd name="connsiteX492" fmla="*/ 455741 w 822241"/>
                <a:gd name="connsiteY492" fmla="*/ 414629 h 515271"/>
                <a:gd name="connsiteX493" fmla="*/ 457386 w 822241"/>
                <a:gd name="connsiteY493" fmla="*/ 415506 h 515271"/>
                <a:gd name="connsiteX494" fmla="*/ 458811 w 822241"/>
                <a:gd name="connsiteY494" fmla="*/ 417151 h 515271"/>
                <a:gd name="connsiteX495" fmla="*/ 458701 w 822241"/>
                <a:gd name="connsiteY495" fmla="*/ 418576 h 515271"/>
                <a:gd name="connsiteX496" fmla="*/ 457496 w 822241"/>
                <a:gd name="connsiteY496" fmla="*/ 419014 h 515271"/>
                <a:gd name="connsiteX497" fmla="*/ 456509 w 822241"/>
                <a:gd name="connsiteY497" fmla="*/ 418905 h 515271"/>
                <a:gd name="connsiteX498" fmla="*/ 455412 w 822241"/>
                <a:gd name="connsiteY498" fmla="*/ 420659 h 515271"/>
                <a:gd name="connsiteX499" fmla="*/ 454974 w 822241"/>
                <a:gd name="connsiteY499" fmla="*/ 422304 h 515271"/>
                <a:gd name="connsiteX500" fmla="*/ 453768 w 822241"/>
                <a:gd name="connsiteY500" fmla="*/ 422852 h 515271"/>
                <a:gd name="connsiteX501" fmla="*/ 455193 w 822241"/>
                <a:gd name="connsiteY501" fmla="*/ 424277 h 515271"/>
                <a:gd name="connsiteX502" fmla="*/ 456728 w 822241"/>
                <a:gd name="connsiteY502" fmla="*/ 424277 h 515271"/>
                <a:gd name="connsiteX503" fmla="*/ 458482 w 822241"/>
                <a:gd name="connsiteY503" fmla="*/ 424606 h 515271"/>
                <a:gd name="connsiteX504" fmla="*/ 459579 w 822241"/>
                <a:gd name="connsiteY504" fmla="*/ 423948 h 515271"/>
                <a:gd name="connsiteX505" fmla="*/ 460894 w 822241"/>
                <a:gd name="connsiteY505" fmla="*/ 424167 h 515271"/>
                <a:gd name="connsiteX506" fmla="*/ 461881 w 822241"/>
                <a:gd name="connsiteY506" fmla="*/ 425592 h 515271"/>
                <a:gd name="connsiteX507" fmla="*/ 461223 w 822241"/>
                <a:gd name="connsiteY507" fmla="*/ 427127 h 515271"/>
                <a:gd name="connsiteX508" fmla="*/ 459030 w 822241"/>
                <a:gd name="connsiteY508" fmla="*/ 426031 h 515271"/>
                <a:gd name="connsiteX509" fmla="*/ 457386 w 822241"/>
                <a:gd name="connsiteY509" fmla="*/ 426798 h 515271"/>
                <a:gd name="connsiteX510" fmla="*/ 459469 w 822241"/>
                <a:gd name="connsiteY510" fmla="*/ 427675 h 515271"/>
                <a:gd name="connsiteX511" fmla="*/ 460236 w 822241"/>
                <a:gd name="connsiteY511" fmla="*/ 428881 h 515271"/>
                <a:gd name="connsiteX512" fmla="*/ 462429 w 822241"/>
                <a:gd name="connsiteY512" fmla="*/ 429539 h 515271"/>
                <a:gd name="connsiteX513" fmla="*/ 463415 w 822241"/>
                <a:gd name="connsiteY513" fmla="*/ 428224 h 515271"/>
                <a:gd name="connsiteX514" fmla="*/ 464622 w 822241"/>
                <a:gd name="connsiteY514" fmla="*/ 428114 h 515271"/>
                <a:gd name="connsiteX515" fmla="*/ 469774 w 822241"/>
                <a:gd name="connsiteY515" fmla="*/ 431842 h 515271"/>
                <a:gd name="connsiteX516" fmla="*/ 480409 w 822241"/>
                <a:gd name="connsiteY516" fmla="*/ 440173 h 515271"/>
                <a:gd name="connsiteX517" fmla="*/ 485013 w 822241"/>
                <a:gd name="connsiteY517" fmla="*/ 442366 h 515271"/>
                <a:gd name="connsiteX518" fmla="*/ 490714 w 822241"/>
                <a:gd name="connsiteY518" fmla="*/ 444997 h 515271"/>
                <a:gd name="connsiteX519" fmla="*/ 495757 w 822241"/>
                <a:gd name="connsiteY519" fmla="*/ 446861 h 515271"/>
                <a:gd name="connsiteX520" fmla="*/ 501129 w 822241"/>
                <a:gd name="connsiteY520" fmla="*/ 448506 h 515271"/>
                <a:gd name="connsiteX521" fmla="*/ 507159 w 822241"/>
                <a:gd name="connsiteY521" fmla="*/ 449931 h 515271"/>
                <a:gd name="connsiteX522" fmla="*/ 516697 w 822241"/>
                <a:gd name="connsiteY522" fmla="*/ 448944 h 515271"/>
                <a:gd name="connsiteX523" fmla="*/ 529085 w 822241"/>
                <a:gd name="connsiteY523" fmla="*/ 449383 h 515271"/>
                <a:gd name="connsiteX524" fmla="*/ 552766 w 822241"/>
                <a:gd name="connsiteY524" fmla="*/ 453001 h 515271"/>
                <a:gd name="connsiteX525" fmla="*/ 565922 w 822241"/>
                <a:gd name="connsiteY525" fmla="*/ 456180 h 515271"/>
                <a:gd name="connsiteX526" fmla="*/ 598154 w 822241"/>
                <a:gd name="connsiteY526" fmla="*/ 464622 h 515271"/>
                <a:gd name="connsiteX527" fmla="*/ 637073 w 822241"/>
                <a:gd name="connsiteY527" fmla="*/ 477010 h 515271"/>
                <a:gd name="connsiteX528" fmla="*/ 644857 w 822241"/>
                <a:gd name="connsiteY528" fmla="*/ 480189 h 515271"/>
                <a:gd name="connsiteX529" fmla="*/ 648256 w 822241"/>
                <a:gd name="connsiteY529" fmla="*/ 480080 h 515271"/>
                <a:gd name="connsiteX530" fmla="*/ 654724 w 822241"/>
                <a:gd name="connsiteY530" fmla="*/ 481505 h 515271"/>
                <a:gd name="connsiteX531" fmla="*/ 654943 w 822241"/>
                <a:gd name="connsiteY531" fmla="*/ 480847 h 515271"/>
                <a:gd name="connsiteX532" fmla="*/ 655710 w 822241"/>
                <a:gd name="connsiteY532" fmla="*/ 479203 h 515271"/>
                <a:gd name="connsiteX533" fmla="*/ 656807 w 822241"/>
                <a:gd name="connsiteY533" fmla="*/ 477778 h 515271"/>
                <a:gd name="connsiteX534" fmla="*/ 659767 w 822241"/>
                <a:gd name="connsiteY534" fmla="*/ 477120 h 515271"/>
                <a:gd name="connsiteX535" fmla="*/ 661631 w 822241"/>
                <a:gd name="connsiteY535" fmla="*/ 476462 h 515271"/>
                <a:gd name="connsiteX536" fmla="*/ 663165 w 822241"/>
                <a:gd name="connsiteY536" fmla="*/ 476352 h 515271"/>
                <a:gd name="connsiteX537" fmla="*/ 664700 w 822241"/>
                <a:gd name="connsiteY537" fmla="*/ 475475 h 515271"/>
                <a:gd name="connsiteX538" fmla="*/ 667660 w 822241"/>
                <a:gd name="connsiteY538" fmla="*/ 476242 h 515271"/>
                <a:gd name="connsiteX539" fmla="*/ 670511 w 822241"/>
                <a:gd name="connsiteY539" fmla="*/ 476023 h 515271"/>
                <a:gd name="connsiteX540" fmla="*/ 672155 w 822241"/>
                <a:gd name="connsiteY540" fmla="*/ 476900 h 515271"/>
                <a:gd name="connsiteX541" fmla="*/ 672923 w 822241"/>
                <a:gd name="connsiteY541" fmla="*/ 478545 h 515271"/>
                <a:gd name="connsiteX542" fmla="*/ 678624 w 822241"/>
                <a:gd name="connsiteY542" fmla="*/ 484465 h 515271"/>
                <a:gd name="connsiteX543" fmla="*/ 685969 w 822241"/>
                <a:gd name="connsiteY543" fmla="*/ 495099 h 515271"/>
                <a:gd name="connsiteX544" fmla="*/ 701537 w 822241"/>
                <a:gd name="connsiteY544" fmla="*/ 509352 h 515271"/>
                <a:gd name="connsiteX545" fmla="*/ 708772 w 822241"/>
                <a:gd name="connsiteY545" fmla="*/ 515710 h 515271"/>
                <a:gd name="connsiteX546" fmla="*/ 711952 w 822241"/>
                <a:gd name="connsiteY546" fmla="*/ 519876 h 515271"/>
                <a:gd name="connsiteX547" fmla="*/ 712281 w 822241"/>
                <a:gd name="connsiteY547" fmla="*/ 521740 h 515271"/>
                <a:gd name="connsiteX548" fmla="*/ 711733 w 822241"/>
                <a:gd name="connsiteY548" fmla="*/ 522617 h 515271"/>
                <a:gd name="connsiteX549" fmla="*/ 710965 w 822241"/>
                <a:gd name="connsiteY549" fmla="*/ 522617 h 515271"/>
                <a:gd name="connsiteX550" fmla="*/ 711623 w 822241"/>
                <a:gd name="connsiteY550" fmla="*/ 523275 h 515271"/>
                <a:gd name="connsiteX551" fmla="*/ 714254 w 822241"/>
                <a:gd name="connsiteY551" fmla="*/ 524371 h 515271"/>
                <a:gd name="connsiteX552" fmla="*/ 714693 w 822241"/>
                <a:gd name="connsiteY552" fmla="*/ 523713 h 515271"/>
                <a:gd name="connsiteX553" fmla="*/ 717762 w 822241"/>
                <a:gd name="connsiteY553" fmla="*/ 520315 h 515271"/>
                <a:gd name="connsiteX554" fmla="*/ 721161 w 822241"/>
                <a:gd name="connsiteY554" fmla="*/ 517793 h 515271"/>
                <a:gd name="connsiteX555" fmla="*/ 725217 w 822241"/>
                <a:gd name="connsiteY555" fmla="*/ 516039 h 515271"/>
                <a:gd name="connsiteX556" fmla="*/ 730151 w 822241"/>
                <a:gd name="connsiteY556" fmla="*/ 514724 h 515271"/>
                <a:gd name="connsiteX557" fmla="*/ 735742 w 822241"/>
                <a:gd name="connsiteY557" fmla="*/ 514175 h 515271"/>
                <a:gd name="connsiteX558" fmla="*/ 741004 w 822241"/>
                <a:gd name="connsiteY558" fmla="*/ 514175 h 515271"/>
                <a:gd name="connsiteX559" fmla="*/ 746048 w 822241"/>
                <a:gd name="connsiteY559" fmla="*/ 513408 h 515271"/>
                <a:gd name="connsiteX560" fmla="*/ 750871 w 822241"/>
                <a:gd name="connsiteY560" fmla="*/ 510777 h 515271"/>
                <a:gd name="connsiteX561" fmla="*/ 756024 w 822241"/>
                <a:gd name="connsiteY561" fmla="*/ 505734 h 515271"/>
                <a:gd name="connsiteX562" fmla="*/ 760081 w 822241"/>
                <a:gd name="connsiteY562" fmla="*/ 500142 h 515271"/>
                <a:gd name="connsiteX563" fmla="*/ 761396 w 822241"/>
                <a:gd name="connsiteY563" fmla="*/ 494003 h 515271"/>
                <a:gd name="connsiteX564" fmla="*/ 758217 w 822241"/>
                <a:gd name="connsiteY564" fmla="*/ 487096 h 515271"/>
                <a:gd name="connsiteX565" fmla="*/ 755476 w 822241"/>
                <a:gd name="connsiteY565" fmla="*/ 482272 h 515271"/>
                <a:gd name="connsiteX566" fmla="*/ 755366 w 822241"/>
                <a:gd name="connsiteY566" fmla="*/ 477668 h 515271"/>
                <a:gd name="connsiteX567" fmla="*/ 757888 w 822241"/>
                <a:gd name="connsiteY567" fmla="*/ 473831 h 515271"/>
                <a:gd name="connsiteX568" fmla="*/ 762931 w 822241"/>
                <a:gd name="connsiteY568" fmla="*/ 471419 h 515271"/>
                <a:gd name="connsiteX569" fmla="*/ 766768 w 822241"/>
                <a:gd name="connsiteY569" fmla="*/ 471638 h 515271"/>
                <a:gd name="connsiteX570" fmla="*/ 769838 w 822241"/>
                <a:gd name="connsiteY570" fmla="*/ 472515 h 515271"/>
                <a:gd name="connsiteX571" fmla="*/ 773127 w 822241"/>
                <a:gd name="connsiteY571" fmla="*/ 472734 h 515271"/>
                <a:gd name="connsiteX572" fmla="*/ 777073 w 822241"/>
                <a:gd name="connsiteY572" fmla="*/ 471309 h 515271"/>
                <a:gd name="connsiteX573" fmla="*/ 777512 w 822241"/>
                <a:gd name="connsiteY573" fmla="*/ 470761 h 515271"/>
                <a:gd name="connsiteX574" fmla="*/ 777841 w 822241"/>
                <a:gd name="connsiteY574" fmla="*/ 470213 h 515271"/>
                <a:gd name="connsiteX575" fmla="*/ 778170 w 822241"/>
                <a:gd name="connsiteY575" fmla="*/ 469664 h 515271"/>
                <a:gd name="connsiteX576" fmla="*/ 778499 w 822241"/>
                <a:gd name="connsiteY576" fmla="*/ 469116 h 515271"/>
                <a:gd name="connsiteX577" fmla="*/ 780253 w 822241"/>
                <a:gd name="connsiteY577" fmla="*/ 463196 h 515271"/>
                <a:gd name="connsiteX578" fmla="*/ 779376 w 822241"/>
                <a:gd name="connsiteY578" fmla="*/ 457495 h 515271"/>
                <a:gd name="connsiteX579" fmla="*/ 777512 w 822241"/>
                <a:gd name="connsiteY579" fmla="*/ 451795 h 515271"/>
                <a:gd name="connsiteX580" fmla="*/ 776197 w 822241"/>
                <a:gd name="connsiteY580" fmla="*/ 445874 h 515271"/>
                <a:gd name="connsiteX581" fmla="*/ 778718 w 822241"/>
                <a:gd name="connsiteY581" fmla="*/ 444997 h 515271"/>
                <a:gd name="connsiteX582" fmla="*/ 781130 w 822241"/>
                <a:gd name="connsiteY582" fmla="*/ 444668 h 515271"/>
                <a:gd name="connsiteX583" fmla="*/ 783542 w 822241"/>
                <a:gd name="connsiteY583" fmla="*/ 444778 h 515271"/>
                <a:gd name="connsiteX584" fmla="*/ 786173 w 822241"/>
                <a:gd name="connsiteY584" fmla="*/ 445326 h 515271"/>
                <a:gd name="connsiteX585" fmla="*/ 789242 w 822241"/>
                <a:gd name="connsiteY585" fmla="*/ 445765 h 515271"/>
                <a:gd name="connsiteX586" fmla="*/ 791874 w 822241"/>
                <a:gd name="connsiteY586" fmla="*/ 445326 h 515271"/>
                <a:gd name="connsiteX587" fmla="*/ 794395 w 822241"/>
                <a:gd name="connsiteY587" fmla="*/ 444230 h 515271"/>
                <a:gd name="connsiteX588" fmla="*/ 797027 w 822241"/>
                <a:gd name="connsiteY588" fmla="*/ 442695 h 515271"/>
                <a:gd name="connsiteX589" fmla="*/ 798342 w 822241"/>
                <a:gd name="connsiteY589" fmla="*/ 442256 h 515271"/>
                <a:gd name="connsiteX590" fmla="*/ 799548 w 822241"/>
                <a:gd name="connsiteY590" fmla="*/ 441599 h 515271"/>
                <a:gd name="connsiteX591" fmla="*/ 800644 w 822241"/>
                <a:gd name="connsiteY591" fmla="*/ 440831 h 515271"/>
                <a:gd name="connsiteX592" fmla="*/ 801631 w 822241"/>
                <a:gd name="connsiteY592" fmla="*/ 440064 h 515271"/>
                <a:gd name="connsiteX593" fmla="*/ 802070 w 822241"/>
                <a:gd name="connsiteY593" fmla="*/ 439296 h 515271"/>
                <a:gd name="connsiteX594" fmla="*/ 802508 w 822241"/>
                <a:gd name="connsiteY594" fmla="*/ 438529 h 515271"/>
                <a:gd name="connsiteX595" fmla="*/ 802947 w 822241"/>
                <a:gd name="connsiteY595" fmla="*/ 437761 h 515271"/>
                <a:gd name="connsiteX596" fmla="*/ 803275 w 822241"/>
                <a:gd name="connsiteY596" fmla="*/ 436994 h 515271"/>
                <a:gd name="connsiteX597" fmla="*/ 806126 w 822241"/>
                <a:gd name="connsiteY597" fmla="*/ 435021 h 515271"/>
                <a:gd name="connsiteX598" fmla="*/ 807990 w 822241"/>
                <a:gd name="connsiteY598" fmla="*/ 432828 h 515271"/>
                <a:gd name="connsiteX599" fmla="*/ 809196 w 822241"/>
                <a:gd name="connsiteY599" fmla="*/ 430307 h 515271"/>
                <a:gd name="connsiteX600" fmla="*/ 809744 w 822241"/>
                <a:gd name="connsiteY600" fmla="*/ 426689 h 515271"/>
                <a:gd name="connsiteX601" fmla="*/ 810182 w 822241"/>
                <a:gd name="connsiteY601" fmla="*/ 422961 h 515271"/>
                <a:gd name="connsiteX602" fmla="*/ 810840 w 822241"/>
                <a:gd name="connsiteY602" fmla="*/ 419343 h 515271"/>
                <a:gd name="connsiteX603" fmla="*/ 811388 w 822241"/>
                <a:gd name="connsiteY603" fmla="*/ 415616 h 515271"/>
                <a:gd name="connsiteX604" fmla="*/ 811936 w 822241"/>
                <a:gd name="connsiteY604" fmla="*/ 411998 h 515271"/>
                <a:gd name="connsiteX605" fmla="*/ 812156 w 822241"/>
                <a:gd name="connsiteY605" fmla="*/ 409477 h 515271"/>
                <a:gd name="connsiteX606" fmla="*/ 811936 w 822241"/>
                <a:gd name="connsiteY606" fmla="*/ 407393 h 515271"/>
                <a:gd name="connsiteX607" fmla="*/ 811936 w 822241"/>
                <a:gd name="connsiteY607" fmla="*/ 405420 h 515271"/>
                <a:gd name="connsiteX608" fmla="*/ 812923 w 822241"/>
                <a:gd name="connsiteY608" fmla="*/ 403447 h 515271"/>
                <a:gd name="connsiteX609" fmla="*/ 814897 w 822241"/>
                <a:gd name="connsiteY609" fmla="*/ 400925 h 515271"/>
                <a:gd name="connsiteX610" fmla="*/ 816651 w 822241"/>
                <a:gd name="connsiteY610" fmla="*/ 398404 h 515271"/>
                <a:gd name="connsiteX611" fmla="*/ 818405 w 822241"/>
                <a:gd name="connsiteY611" fmla="*/ 395663 h 515271"/>
                <a:gd name="connsiteX612" fmla="*/ 819940 w 822241"/>
                <a:gd name="connsiteY612" fmla="*/ 392813 h 515271"/>
                <a:gd name="connsiteX613" fmla="*/ 820926 w 822241"/>
                <a:gd name="connsiteY613" fmla="*/ 390729 h 515271"/>
                <a:gd name="connsiteX614" fmla="*/ 821694 w 822241"/>
                <a:gd name="connsiteY614" fmla="*/ 388646 h 515271"/>
                <a:gd name="connsiteX615" fmla="*/ 822461 w 822241"/>
                <a:gd name="connsiteY615" fmla="*/ 386454 h 515271"/>
                <a:gd name="connsiteX616" fmla="*/ 822900 w 822241"/>
                <a:gd name="connsiteY616" fmla="*/ 384261 h 515271"/>
                <a:gd name="connsiteX617" fmla="*/ 823229 w 822241"/>
                <a:gd name="connsiteY617" fmla="*/ 381959 h 5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</a:cxnLst>
              <a:rect l="l" t="t" r="r" b="b"/>
              <a:pathLst>
                <a:path w="822241" h="515271">
                  <a:moveTo>
                    <a:pt x="822900" y="379766"/>
                  </a:moveTo>
                  <a:lnTo>
                    <a:pt x="822132" y="377683"/>
                  </a:lnTo>
                  <a:lnTo>
                    <a:pt x="820926" y="375710"/>
                  </a:lnTo>
                  <a:lnTo>
                    <a:pt x="815116" y="367488"/>
                  </a:lnTo>
                  <a:lnTo>
                    <a:pt x="809305" y="359484"/>
                  </a:lnTo>
                  <a:lnTo>
                    <a:pt x="803275" y="351591"/>
                  </a:lnTo>
                  <a:lnTo>
                    <a:pt x="796807" y="344026"/>
                  </a:lnTo>
                  <a:lnTo>
                    <a:pt x="796149" y="343259"/>
                  </a:lnTo>
                  <a:lnTo>
                    <a:pt x="795382" y="342491"/>
                  </a:lnTo>
                  <a:lnTo>
                    <a:pt x="794724" y="341724"/>
                  </a:lnTo>
                  <a:lnTo>
                    <a:pt x="794066" y="340956"/>
                  </a:lnTo>
                  <a:lnTo>
                    <a:pt x="791654" y="340189"/>
                  </a:lnTo>
                  <a:lnTo>
                    <a:pt x="788804" y="339970"/>
                  </a:lnTo>
                  <a:lnTo>
                    <a:pt x="785954" y="340189"/>
                  </a:lnTo>
                  <a:lnTo>
                    <a:pt x="783213" y="340299"/>
                  </a:lnTo>
                  <a:lnTo>
                    <a:pt x="778718" y="339422"/>
                  </a:lnTo>
                  <a:lnTo>
                    <a:pt x="775319" y="334817"/>
                  </a:lnTo>
                  <a:lnTo>
                    <a:pt x="772688" y="329116"/>
                  </a:lnTo>
                  <a:lnTo>
                    <a:pt x="769947" y="324731"/>
                  </a:lnTo>
                  <a:lnTo>
                    <a:pt x="765891" y="323306"/>
                  </a:lnTo>
                  <a:lnTo>
                    <a:pt x="762273" y="322100"/>
                  </a:lnTo>
                  <a:lnTo>
                    <a:pt x="759532" y="320017"/>
                  </a:lnTo>
                  <a:lnTo>
                    <a:pt x="758326" y="315960"/>
                  </a:lnTo>
                  <a:lnTo>
                    <a:pt x="759094" y="311575"/>
                  </a:lnTo>
                  <a:lnTo>
                    <a:pt x="760409" y="307628"/>
                  </a:lnTo>
                  <a:lnTo>
                    <a:pt x="760958" y="303681"/>
                  </a:lnTo>
                  <a:lnTo>
                    <a:pt x="758874" y="299515"/>
                  </a:lnTo>
                  <a:lnTo>
                    <a:pt x="758655" y="299186"/>
                  </a:lnTo>
                  <a:lnTo>
                    <a:pt x="758436" y="298858"/>
                  </a:lnTo>
                  <a:lnTo>
                    <a:pt x="758217" y="298529"/>
                  </a:lnTo>
                  <a:lnTo>
                    <a:pt x="757998" y="298090"/>
                  </a:lnTo>
                  <a:lnTo>
                    <a:pt x="758765" y="295459"/>
                  </a:lnTo>
                  <a:lnTo>
                    <a:pt x="759532" y="292608"/>
                  </a:lnTo>
                  <a:lnTo>
                    <a:pt x="759752" y="289758"/>
                  </a:lnTo>
                  <a:lnTo>
                    <a:pt x="758984" y="286908"/>
                  </a:lnTo>
                  <a:lnTo>
                    <a:pt x="757778" y="285263"/>
                  </a:lnTo>
                  <a:lnTo>
                    <a:pt x="756463" y="283728"/>
                  </a:lnTo>
                  <a:lnTo>
                    <a:pt x="755257" y="282303"/>
                  </a:lnTo>
                  <a:lnTo>
                    <a:pt x="753831" y="280768"/>
                  </a:lnTo>
                  <a:lnTo>
                    <a:pt x="753503" y="280439"/>
                  </a:lnTo>
                  <a:lnTo>
                    <a:pt x="753064" y="280001"/>
                  </a:lnTo>
                  <a:lnTo>
                    <a:pt x="752625" y="279562"/>
                  </a:lnTo>
                  <a:lnTo>
                    <a:pt x="752187" y="279124"/>
                  </a:lnTo>
                  <a:lnTo>
                    <a:pt x="751639" y="278576"/>
                  </a:lnTo>
                  <a:lnTo>
                    <a:pt x="751091" y="278028"/>
                  </a:lnTo>
                  <a:lnTo>
                    <a:pt x="750433" y="277370"/>
                  </a:lnTo>
                  <a:lnTo>
                    <a:pt x="749885" y="276821"/>
                  </a:lnTo>
                  <a:lnTo>
                    <a:pt x="749008" y="273971"/>
                  </a:lnTo>
                  <a:lnTo>
                    <a:pt x="748679" y="271121"/>
                  </a:lnTo>
                  <a:lnTo>
                    <a:pt x="749227" y="268490"/>
                  </a:lnTo>
                  <a:lnTo>
                    <a:pt x="751200" y="266297"/>
                  </a:lnTo>
                  <a:lnTo>
                    <a:pt x="752077" y="265200"/>
                  </a:lnTo>
                  <a:lnTo>
                    <a:pt x="752187" y="264104"/>
                  </a:lnTo>
                  <a:lnTo>
                    <a:pt x="751420" y="263117"/>
                  </a:lnTo>
                  <a:lnTo>
                    <a:pt x="750213" y="262131"/>
                  </a:lnTo>
                  <a:lnTo>
                    <a:pt x="747363" y="258403"/>
                  </a:lnTo>
                  <a:lnTo>
                    <a:pt x="746925" y="253689"/>
                  </a:lnTo>
                  <a:lnTo>
                    <a:pt x="747802" y="248317"/>
                  </a:lnTo>
                  <a:lnTo>
                    <a:pt x="748788" y="243274"/>
                  </a:lnTo>
                  <a:lnTo>
                    <a:pt x="749337" y="240533"/>
                  </a:lnTo>
                  <a:lnTo>
                    <a:pt x="750104" y="237902"/>
                  </a:lnTo>
                  <a:lnTo>
                    <a:pt x="750871" y="235161"/>
                  </a:lnTo>
                  <a:lnTo>
                    <a:pt x="751529" y="232530"/>
                  </a:lnTo>
                  <a:lnTo>
                    <a:pt x="752187" y="228583"/>
                  </a:lnTo>
                  <a:lnTo>
                    <a:pt x="753174" y="224637"/>
                  </a:lnTo>
                  <a:lnTo>
                    <a:pt x="754270" y="220800"/>
                  </a:lnTo>
                  <a:lnTo>
                    <a:pt x="755586" y="217072"/>
                  </a:lnTo>
                  <a:lnTo>
                    <a:pt x="757778" y="212248"/>
                  </a:lnTo>
                  <a:lnTo>
                    <a:pt x="758874" y="208959"/>
                  </a:lnTo>
                  <a:lnTo>
                    <a:pt x="758217" y="205889"/>
                  </a:lnTo>
                  <a:lnTo>
                    <a:pt x="755037" y="201943"/>
                  </a:lnTo>
                  <a:lnTo>
                    <a:pt x="752187" y="198982"/>
                  </a:lnTo>
                  <a:lnTo>
                    <a:pt x="749446" y="196023"/>
                  </a:lnTo>
                  <a:lnTo>
                    <a:pt x="746596" y="193063"/>
                  </a:lnTo>
                  <a:lnTo>
                    <a:pt x="743855" y="190102"/>
                  </a:lnTo>
                  <a:lnTo>
                    <a:pt x="741333" y="187910"/>
                  </a:lnTo>
                  <a:lnTo>
                    <a:pt x="739360" y="187142"/>
                  </a:lnTo>
                  <a:lnTo>
                    <a:pt x="736948" y="187361"/>
                  </a:lnTo>
                  <a:lnTo>
                    <a:pt x="733440" y="188129"/>
                  </a:lnTo>
                  <a:lnTo>
                    <a:pt x="727300" y="189554"/>
                  </a:lnTo>
                  <a:lnTo>
                    <a:pt x="720722" y="190102"/>
                  </a:lnTo>
                  <a:lnTo>
                    <a:pt x="714145" y="189554"/>
                  </a:lnTo>
                  <a:lnTo>
                    <a:pt x="707896" y="188239"/>
                  </a:lnTo>
                  <a:lnTo>
                    <a:pt x="706032" y="187690"/>
                  </a:lnTo>
                  <a:lnTo>
                    <a:pt x="704168" y="187033"/>
                  </a:lnTo>
                  <a:lnTo>
                    <a:pt x="702304" y="186156"/>
                  </a:lnTo>
                  <a:lnTo>
                    <a:pt x="700550" y="185278"/>
                  </a:lnTo>
                  <a:lnTo>
                    <a:pt x="696603" y="184402"/>
                  </a:lnTo>
                  <a:lnTo>
                    <a:pt x="692547" y="183634"/>
                  </a:lnTo>
                  <a:lnTo>
                    <a:pt x="688600" y="182757"/>
                  </a:lnTo>
                  <a:lnTo>
                    <a:pt x="684654" y="181661"/>
                  </a:lnTo>
                  <a:lnTo>
                    <a:pt x="675664" y="177933"/>
                  </a:lnTo>
                  <a:lnTo>
                    <a:pt x="668209" y="172671"/>
                  </a:lnTo>
                  <a:lnTo>
                    <a:pt x="662837" y="165326"/>
                  </a:lnTo>
                  <a:lnTo>
                    <a:pt x="660096" y="155788"/>
                  </a:lnTo>
                  <a:lnTo>
                    <a:pt x="658013" y="154582"/>
                  </a:lnTo>
                  <a:lnTo>
                    <a:pt x="653518" y="153814"/>
                  </a:lnTo>
                  <a:lnTo>
                    <a:pt x="648584" y="153266"/>
                  </a:lnTo>
                  <a:lnTo>
                    <a:pt x="645076" y="152718"/>
                  </a:lnTo>
                  <a:lnTo>
                    <a:pt x="642116" y="150854"/>
                  </a:lnTo>
                  <a:lnTo>
                    <a:pt x="640910" y="147565"/>
                  </a:lnTo>
                  <a:lnTo>
                    <a:pt x="640581" y="143509"/>
                  </a:lnTo>
                  <a:lnTo>
                    <a:pt x="640252" y="139562"/>
                  </a:lnTo>
                  <a:lnTo>
                    <a:pt x="637840" y="138356"/>
                  </a:lnTo>
                  <a:lnTo>
                    <a:pt x="635319" y="140110"/>
                  </a:lnTo>
                  <a:lnTo>
                    <a:pt x="632578" y="141535"/>
                  </a:lnTo>
                  <a:lnTo>
                    <a:pt x="629180" y="139562"/>
                  </a:lnTo>
                  <a:lnTo>
                    <a:pt x="627426" y="137479"/>
                  </a:lnTo>
                  <a:lnTo>
                    <a:pt x="626329" y="135067"/>
                  </a:lnTo>
                  <a:lnTo>
                    <a:pt x="626000" y="132436"/>
                  </a:lnTo>
                  <a:lnTo>
                    <a:pt x="626110" y="129585"/>
                  </a:lnTo>
                  <a:lnTo>
                    <a:pt x="624685" y="129914"/>
                  </a:lnTo>
                  <a:lnTo>
                    <a:pt x="623259" y="130133"/>
                  </a:lnTo>
                  <a:lnTo>
                    <a:pt x="621724" y="130462"/>
                  </a:lnTo>
                  <a:lnTo>
                    <a:pt x="620299" y="130682"/>
                  </a:lnTo>
                  <a:lnTo>
                    <a:pt x="620409" y="127612"/>
                  </a:lnTo>
                  <a:lnTo>
                    <a:pt x="619532" y="125200"/>
                  </a:lnTo>
                  <a:lnTo>
                    <a:pt x="618107" y="122788"/>
                  </a:lnTo>
                  <a:lnTo>
                    <a:pt x="617230" y="120157"/>
                  </a:lnTo>
                  <a:lnTo>
                    <a:pt x="617010" y="116978"/>
                  </a:lnTo>
                  <a:lnTo>
                    <a:pt x="617230" y="113908"/>
                  </a:lnTo>
                  <a:lnTo>
                    <a:pt x="617339" y="110838"/>
                  </a:lnTo>
                  <a:lnTo>
                    <a:pt x="616681" y="107549"/>
                  </a:lnTo>
                  <a:lnTo>
                    <a:pt x="614818" y="100423"/>
                  </a:lnTo>
                  <a:lnTo>
                    <a:pt x="610652" y="95599"/>
                  </a:lnTo>
                  <a:lnTo>
                    <a:pt x="606267" y="91324"/>
                  </a:lnTo>
                  <a:lnTo>
                    <a:pt x="603855" y="85623"/>
                  </a:lnTo>
                  <a:lnTo>
                    <a:pt x="603416" y="83540"/>
                  </a:lnTo>
                  <a:lnTo>
                    <a:pt x="602649" y="82005"/>
                  </a:lnTo>
                  <a:lnTo>
                    <a:pt x="601443" y="80690"/>
                  </a:lnTo>
                  <a:lnTo>
                    <a:pt x="600017" y="79264"/>
                  </a:lnTo>
                  <a:lnTo>
                    <a:pt x="598592" y="77291"/>
                  </a:lnTo>
                  <a:lnTo>
                    <a:pt x="597934" y="74988"/>
                  </a:lnTo>
                  <a:lnTo>
                    <a:pt x="597606" y="72467"/>
                  </a:lnTo>
                  <a:lnTo>
                    <a:pt x="597057" y="69836"/>
                  </a:lnTo>
                  <a:lnTo>
                    <a:pt x="596838" y="67753"/>
                  </a:lnTo>
                  <a:lnTo>
                    <a:pt x="596071" y="66437"/>
                  </a:lnTo>
                  <a:lnTo>
                    <a:pt x="594645" y="65670"/>
                  </a:lnTo>
                  <a:lnTo>
                    <a:pt x="593001" y="65012"/>
                  </a:lnTo>
                  <a:lnTo>
                    <a:pt x="587739" y="64683"/>
                  </a:lnTo>
                  <a:lnTo>
                    <a:pt x="583901" y="66985"/>
                  </a:lnTo>
                  <a:lnTo>
                    <a:pt x="581490" y="71152"/>
                  </a:lnTo>
                  <a:lnTo>
                    <a:pt x="580283" y="76195"/>
                  </a:lnTo>
                  <a:lnTo>
                    <a:pt x="579955" y="78826"/>
                  </a:lnTo>
                  <a:lnTo>
                    <a:pt x="579626" y="81566"/>
                  </a:lnTo>
                  <a:lnTo>
                    <a:pt x="579078" y="84088"/>
                  </a:lnTo>
                  <a:lnTo>
                    <a:pt x="578310" y="86061"/>
                  </a:lnTo>
                  <a:lnTo>
                    <a:pt x="574035" y="86500"/>
                  </a:lnTo>
                  <a:lnTo>
                    <a:pt x="569759" y="86609"/>
                  </a:lnTo>
                  <a:lnTo>
                    <a:pt x="565483" y="86500"/>
                  </a:lnTo>
                  <a:lnTo>
                    <a:pt x="561208" y="86281"/>
                  </a:lnTo>
                  <a:lnTo>
                    <a:pt x="559892" y="84417"/>
                  </a:lnTo>
                  <a:lnTo>
                    <a:pt x="559673" y="80361"/>
                  </a:lnTo>
                  <a:lnTo>
                    <a:pt x="558576" y="76962"/>
                  </a:lnTo>
                  <a:lnTo>
                    <a:pt x="554958" y="76852"/>
                  </a:lnTo>
                  <a:lnTo>
                    <a:pt x="552108" y="76743"/>
                  </a:lnTo>
                  <a:lnTo>
                    <a:pt x="549587" y="75427"/>
                  </a:lnTo>
                  <a:lnTo>
                    <a:pt x="547394" y="73234"/>
                  </a:lnTo>
                  <a:lnTo>
                    <a:pt x="545749" y="70823"/>
                  </a:lnTo>
                  <a:lnTo>
                    <a:pt x="544324" y="68411"/>
                  </a:lnTo>
                  <a:lnTo>
                    <a:pt x="543118" y="65779"/>
                  </a:lnTo>
                  <a:lnTo>
                    <a:pt x="541803" y="63367"/>
                  </a:lnTo>
                  <a:lnTo>
                    <a:pt x="540487" y="61284"/>
                  </a:lnTo>
                  <a:lnTo>
                    <a:pt x="536321" y="59859"/>
                  </a:lnTo>
                  <a:lnTo>
                    <a:pt x="535225" y="56241"/>
                  </a:lnTo>
                  <a:lnTo>
                    <a:pt x="534348" y="52843"/>
                  </a:lnTo>
                  <a:lnTo>
                    <a:pt x="530620" y="52185"/>
                  </a:lnTo>
                  <a:lnTo>
                    <a:pt x="526564" y="50979"/>
                  </a:lnTo>
                  <a:lnTo>
                    <a:pt x="525906" y="48019"/>
                  </a:lnTo>
                  <a:lnTo>
                    <a:pt x="527112" y="44292"/>
                  </a:lnTo>
                  <a:lnTo>
                    <a:pt x="528866" y="40674"/>
                  </a:lnTo>
                  <a:lnTo>
                    <a:pt x="525467" y="41551"/>
                  </a:lnTo>
                  <a:lnTo>
                    <a:pt x="520753" y="41441"/>
                  </a:lnTo>
                  <a:lnTo>
                    <a:pt x="516149" y="40235"/>
                  </a:lnTo>
                  <a:lnTo>
                    <a:pt x="513298" y="38042"/>
                  </a:lnTo>
                  <a:lnTo>
                    <a:pt x="512312" y="35850"/>
                  </a:lnTo>
                  <a:lnTo>
                    <a:pt x="511434" y="33876"/>
                  </a:lnTo>
                  <a:lnTo>
                    <a:pt x="510119" y="32451"/>
                  </a:lnTo>
                  <a:lnTo>
                    <a:pt x="507598" y="31574"/>
                  </a:lnTo>
                  <a:lnTo>
                    <a:pt x="504089" y="27847"/>
                  </a:lnTo>
                  <a:lnTo>
                    <a:pt x="500471" y="23681"/>
                  </a:lnTo>
                  <a:lnTo>
                    <a:pt x="496415" y="22036"/>
                  </a:lnTo>
                  <a:lnTo>
                    <a:pt x="491591" y="25983"/>
                  </a:lnTo>
                  <a:lnTo>
                    <a:pt x="489837" y="27628"/>
                  </a:lnTo>
                  <a:lnTo>
                    <a:pt x="488083" y="29272"/>
                  </a:lnTo>
                  <a:lnTo>
                    <a:pt x="486219" y="30916"/>
                  </a:lnTo>
                  <a:lnTo>
                    <a:pt x="484355" y="32451"/>
                  </a:lnTo>
                  <a:lnTo>
                    <a:pt x="482601" y="34096"/>
                  </a:lnTo>
                  <a:lnTo>
                    <a:pt x="480847" y="35521"/>
                  </a:lnTo>
                  <a:lnTo>
                    <a:pt x="479202" y="36946"/>
                  </a:lnTo>
                  <a:lnTo>
                    <a:pt x="477997" y="39139"/>
                  </a:lnTo>
                  <a:lnTo>
                    <a:pt x="477558" y="41660"/>
                  </a:lnTo>
                  <a:lnTo>
                    <a:pt x="477668" y="43963"/>
                  </a:lnTo>
                  <a:lnTo>
                    <a:pt x="477229" y="46046"/>
                  </a:lnTo>
                  <a:lnTo>
                    <a:pt x="475037" y="48348"/>
                  </a:lnTo>
                  <a:lnTo>
                    <a:pt x="471857" y="51418"/>
                  </a:lnTo>
                  <a:lnTo>
                    <a:pt x="469555" y="51198"/>
                  </a:lnTo>
                  <a:lnTo>
                    <a:pt x="467472" y="48896"/>
                  </a:lnTo>
                  <a:lnTo>
                    <a:pt x="465170" y="45936"/>
                  </a:lnTo>
                  <a:lnTo>
                    <a:pt x="462100" y="43524"/>
                  </a:lnTo>
                  <a:lnTo>
                    <a:pt x="459030" y="42866"/>
                  </a:lnTo>
                  <a:lnTo>
                    <a:pt x="455741" y="43305"/>
                  </a:lnTo>
                  <a:lnTo>
                    <a:pt x="451575" y="44182"/>
                  </a:lnTo>
                  <a:lnTo>
                    <a:pt x="450479" y="44292"/>
                  </a:lnTo>
                  <a:lnTo>
                    <a:pt x="449382" y="44511"/>
                  </a:lnTo>
                  <a:lnTo>
                    <a:pt x="448286" y="44840"/>
                  </a:lnTo>
                  <a:lnTo>
                    <a:pt x="447190" y="45388"/>
                  </a:lnTo>
                  <a:lnTo>
                    <a:pt x="443243" y="46594"/>
                  </a:lnTo>
                  <a:lnTo>
                    <a:pt x="439187" y="47800"/>
                  </a:lnTo>
                  <a:lnTo>
                    <a:pt x="435130" y="49006"/>
                  </a:lnTo>
                  <a:lnTo>
                    <a:pt x="431184" y="50541"/>
                  </a:lnTo>
                  <a:lnTo>
                    <a:pt x="427347" y="51746"/>
                  </a:lnTo>
                  <a:lnTo>
                    <a:pt x="423400" y="52624"/>
                  </a:lnTo>
                  <a:lnTo>
                    <a:pt x="419453" y="53391"/>
                  </a:lnTo>
                  <a:lnTo>
                    <a:pt x="415397" y="53939"/>
                  </a:lnTo>
                  <a:lnTo>
                    <a:pt x="414958" y="54597"/>
                  </a:lnTo>
                  <a:lnTo>
                    <a:pt x="414520" y="55255"/>
                  </a:lnTo>
                  <a:lnTo>
                    <a:pt x="414081" y="56132"/>
                  </a:lnTo>
                  <a:lnTo>
                    <a:pt x="413752" y="56899"/>
                  </a:lnTo>
                  <a:lnTo>
                    <a:pt x="410902" y="62929"/>
                  </a:lnTo>
                  <a:lnTo>
                    <a:pt x="408051" y="68520"/>
                  </a:lnTo>
                  <a:lnTo>
                    <a:pt x="404653" y="73673"/>
                  </a:lnTo>
                  <a:lnTo>
                    <a:pt x="400267" y="78387"/>
                  </a:lnTo>
                  <a:lnTo>
                    <a:pt x="395992" y="82115"/>
                  </a:lnTo>
                  <a:lnTo>
                    <a:pt x="391606" y="85513"/>
                  </a:lnTo>
                  <a:lnTo>
                    <a:pt x="387221" y="88912"/>
                  </a:lnTo>
                  <a:lnTo>
                    <a:pt x="382945" y="92420"/>
                  </a:lnTo>
                  <a:lnTo>
                    <a:pt x="380424" y="93297"/>
                  </a:lnTo>
                  <a:lnTo>
                    <a:pt x="378889" y="95161"/>
                  </a:lnTo>
                  <a:lnTo>
                    <a:pt x="377464" y="97244"/>
                  </a:lnTo>
                  <a:lnTo>
                    <a:pt x="375271" y="98888"/>
                  </a:lnTo>
                  <a:lnTo>
                    <a:pt x="372750" y="99437"/>
                  </a:lnTo>
                  <a:lnTo>
                    <a:pt x="369899" y="99327"/>
                  </a:lnTo>
                  <a:lnTo>
                    <a:pt x="367158" y="98340"/>
                  </a:lnTo>
                  <a:lnTo>
                    <a:pt x="365076" y="96696"/>
                  </a:lnTo>
                  <a:lnTo>
                    <a:pt x="363760" y="94942"/>
                  </a:lnTo>
                  <a:lnTo>
                    <a:pt x="362335" y="92968"/>
                  </a:lnTo>
                  <a:lnTo>
                    <a:pt x="360800" y="91214"/>
                  </a:lnTo>
                  <a:lnTo>
                    <a:pt x="359265" y="89789"/>
                  </a:lnTo>
                  <a:lnTo>
                    <a:pt x="357291" y="85842"/>
                  </a:lnTo>
                  <a:lnTo>
                    <a:pt x="358278" y="80690"/>
                  </a:lnTo>
                  <a:lnTo>
                    <a:pt x="360142" y="75098"/>
                  </a:lnTo>
                  <a:lnTo>
                    <a:pt x="360581" y="69836"/>
                  </a:lnTo>
                  <a:lnTo>
                    <a:pt x="359265" y="65231"/>
                  </a:lnTo>
                  <a:lnTo>
                    <a:pt x="356305" y="61065"/>
                  </a:lnTo>
                  <a:lnTo>
                    <a:pt x="352687" y="57448"/>
                  </a:lnTo>
                  <a:lnTo>
                    <a:pt x="349289" y="54049"/>
                  </a:lnTo>
                  <a:lnTo>
                    <a:pt x="347644" y="52404"/>
                  </a:lnTo>
                  <a:lnTo>
                    <a:pt x="345999" y="50431"/>
                  </a:lnTo>
                  <a:lnTo>
                    <a:pt x="344794" y="48348"/>
                  </a:lnTo>
                  <a:lnTo>
                    <a:pt x="344136" y="46155"/>
                  </a:lnTo>
                  <a:lnTo>
                    <a:pt x="344245" y="43415"/>
                  </a:lnTo>
                  <a:lnTo>
                    <a:pt x="344574" y="41003"/>
                  </a:lnTo>
                  <a:lnTo>
                    <a:pt x="344355" y="38700"/>
                  </a:lnTo>
                  <a:lnTo>
                    <a:pt x="343149" y="36069"/>
                  </a:lnTo>
                  <a:lnTo>
                    <a:pt x="341176" y="31574"/>
                  </a:lnTo>
                  <a:lnTo>
                    <a:pt x="341504" y="27628"/>
                  </a:lnTo>
                  <a:lnTo>
                    <a:pt x="343149" y="23900"/>
                  </a:lnTo>
                  <a:lnTo>
                    <a:pt x="345342" y="19734"/>
                  </a:lnTo>
                  <a:lnTo>
                    <a:pt x="345232" y="17322"/>
                  </a:lnTo>
                  <a:lnTo>
                    <a:pt x="343916" y="15677"/>
                  </a:lnTo>
                  <a:lnTo>
                    <a:pt x="342601" y="14143"/>
                  </a:lnTo>
                  <a:lnTo>
                    <a:pt x="341833" y="12060"/>
                  </a:lnTo>
                  <a:lnTo>
                    <a:pt x="341724" y="8661"/>
                  </a:lnTo>
                  <a:lnTo>
                    <a:pt x="341176" y="6578"/>
                  </a:lnTo>
                  <a:lnTo>
                    <a:pt x="339750" y="5591"/>
                  </a:lnTo>
                  <a:lnTo>
                    <a:pt x="337009" y="5482"/>
                  </a:lnTo>
                  <a:lnTo>
                    <a:pt x="329116" y="5482"/>
                  </a:lnTo>
                  <a:lnTo>
                    <a:pt x="321552" y="4276"/>
                  </a:lnTo>
                  <a:lnTo>
                    <a:pt x="314206" y="2412"/>
                  </a:lnTo>
                  <a:lnTo>
                    <a:pt x="306532" y="0"/>
                  </a:lnTo>
                  <a:lnTo>
                    <a:pt x="304887" y="1644"/>
                  </a:lnTo>
                  <a:lnTo>
                    <a:pt x="302804" y="3618"/>
                  </a:lnTo>
                  <a:lnTo>
                    <a:pt x="301160" y="5701"/>
                  </a:lnTo>
                  <a:lnTo>
                    <a:pt x="300941" y="7565"/>
                  </a:lnTo>
                  <a:lnTo>
                    <a:pt x="300502" y="9648"/>
                  </a:lnTo>
                  <a:lnTo>
                    <a:pt x="298638" y="12060"/>
                  </a:lnTo>
                  <a:lnTo>
                    <a:pt x="296336" y="14252"/>
                  </a:lnTo>
                  <a:lnTo>
                    <a:pt x="294472" y="15787"/>
                  </a:lnTo>
                  <a:lnTo>
                    <a:pt x="293595" y="11183"/>
                  </a:lnTo>
                  <a:lnTo>
                    <a:pt x="291841" y="6468"/>
                  </a:lnTo>
                  <a:lnTo>
                    <a:pt x="288881" y="3179"/>
                  </a:lnTo>
                  <a:lnTo>
                    <a:pt x="284605" y="2741"/>
                  </a:lnTo>
                  <a:lnTo>
                    <a:pt x="281536" y="4714"/>
                  </a:lnTo>
                  <a:lnTo>
                    <a:pt x="279014" y="7894"/>
                  </a:lnTo>
                  <a:lnTo>
                    <a:pt x="276493" y="11402"/>
                  </a:lnTo>
                  <a:lnTo>
                    <a:pt x="274081" y="14362"/>
                  </a:lnTo>
                  <a:lnTo>
                    <a:pt x="273971" y="18199"/>
                  </a:lnTo>
                  <a:lnTo>
                    <a:pt x="277041" y="21598"/>
                  </a:lnTo>
                  <a:lnTo>
                    <a:pt x="280659" y="24667"/>
                  </a:lnTo>
                  <a:lnTo>
                    <a:pt x="282632" y="28176"/>
                  </a:lnTo>
                  <a:lnTo>
                    <a:pt x="281645" y="32671"/>
                  </a:lnTo>
                  <a:lnTo>
                    <a:pt x="279233" y="35521"/>
                  </a:lnTo>
                  <a:lnTo>
                    <a:pt x="277370" y="38591"/>
                  </a:lnTo>
                  <a:lnTo>
                    <a:pt x="278247" y="43634"/>
                  </a:lnTo>
                  <a:lnTo>
                    <a:pt x="280111" y="48129"/>
                  </a:lnTo>
                  <a:lnTo>
                    <a:pt x="281536" y="52514"/>
                  </a:lnTo>
                  <a:lnTo>
                    <a:pt x="282522" y="56899"/>
                  </a:lnTo>
                  <a:lnTo>
                    <a:pt x="282632" y="61833"/>
                  </a:lnTo>
                  <a:lnTo>
                    <a:pt x="282632" y="67314"/>
                  </a:lnTo>
                  <a:lnTo>
                    <a:pt x="283290" y="71590"/>
                  </a:lnTo>
                  <a:lnTo>
                    <a:pt x="285263" y="75098"/>
                  </a:lnTo>
                  <a:lnTo>
                    <a:pt x="289100" y="78278"/>
                  </a:lnTo>
                  <a:lnTo>
                    <a:pt x="294363" y="81786"/>
                  </a:lnTo>
                  <a:lnTo>
                    <a:pt x="299515" y="85623"/>
                  </a:lnTo>
                  <a:lnTo>
                    <a:pt x="304558" y="89570"/>
                  </a:lnTo>
                  <a:lnTo>
                    <a:pt x="309272" y="93516"/>
                  </a:lnTo>
                  <a:lnTo>
                    <a:pt x="311136" y="97244"/>
                  </a:lnTo>
                  <a:lnTo>
                    <a:pt x="310040" y="101520"/>
                  </a:lnTo>
                  <a:lnTo>
                    <a:pt x="307519" y="106015"/>
                  </a:lnTo>
                  <a:lnTo>
                    <a:pt x="304887" y="110181"/>
                  </a:lnTo>
                  <a:lnTo>
                    <a:pt x="303353" y="106782"/>
                  </a:lnTo>
                  <a:lnTo>
                    <a:pt x="301050" y="105795"/>
                  </a:lnTo>
                  <a:lnTo>
                    <a:pt x="300392" y="106124"/>
                  </a:lnTo>
                  <a:lnTo>
                    <a:pt x="293705" y="112593"/>
                  </a:lnTo>
                  <a:lnTo>
                    <a:pt x="289539" y="107988"/>
                  </a:lnTo>
                  <a:lnTo>
                    <a:pt x="287894" y="105137"/>
                  </a:lnTo>
                  <a:lnTo>
                    <a:pt x="287566" y="101848"/>
                  </a:lnTo>
                  <a:lnTo>
                    <a:pt x="288881" y="99327"/>
                  </a:lnTo>
                  <a:lnTo>
                    <a:pt x="290854" y="97682"/>
                  </a:lnTo>
                  <a:lnTo>
                    <a:pt x="292609" y="95709"/>
                  </a:lnTo>
                  <a:lnTo>
                    <a:pt x="292828" y="93845"/>
                  </a:lnTo>
                  <a:lnTo>
                    <a:pt x="292280" y="90775"/>
                  </a:lnTo>
                  <a:lnTo>
                    <a:pt x="291622" y="88802"/>
                  </a:lnTo>
                  <a:lnTo>
                    <a:pt x="290964" y="87925"/>
                  </a:lnTo>
                  <a:lnTo>
                    <a:pt x="290087" y="87706"/>
                  </a:lnTo>
                  <a:lnTo>
                    <a:pt x="288442" y="86719"/>
                  </a:lnTo>
                  <a:lnTo>
                    <a:pt x="287566" y="86500"/>
                  </a:lnTo>
                  <a:lnTo>
                    <a:pt x="287566" y="87158"/>
                  </a:lnTo>
                  <a:lnTo>
                    <a:pt x="286140" y="90008"/>
                  </a:lnTo>
                  <a:lnTo>
                    <a:pt x="286250" y="90666"/>
                  </a:lnTo>
                  <a:lnTo>
                    <a:pt x="283509" y="89789"/>
                  </a:lnTo>
                  <a:lnTo>
                    <a:pt x="280439" y="87925"/>
                  </a:lnTo>
                  <a:lnTo>
                    <a:pt x="277589" y="85732"/>
                  </a:lnTo>
                  <a:lnTo>
                    <a:pt x="270792" y="78058"/>
                  </a:lnTo>
                  <a:lnTo>
                    <a:pt x="268160" y="77071"/>
                  </a:lnTo>
                  <a:lnTo>
                    <a:pt x="247221" y="76414"/>
                  </a:lnTo>
                  <a:lnTo>
                    <a:pt x="249633" y="79593"/>
                  </a:lnTo>
                  <a:lnTo>
                    <a:pt x="248098" y="81347"/>
                  </a:lnTo>
                  <a:lnTo>
                    <a:pt x="241630" y="83649"/>
                  </a:lnTo>
                  <a:lnTo>
                    <a:pt x="240423" y="78606"/>
                  </a:lnTo>
                  <a:lnTo>
                    <a:pt x="239547" y="76195"/>
                  </a:lnTo>
                  <a:lnTo>
                    <a:pt x="238340" y="75208"/>
                  </a:lnTo>
                  <a:lnTo>
                    <a:pt x="235490" y="75537"/>
                  </a:lnTo>
                  <a:lnTo>
                    <a:pt x="233955" y="75975"/>
                  </a:lnTo>
                  <a:lnTo>
                    <a:pt x="233626" y="76414"/>
                  </a:lnTo>
                  <a:lnTo>
                    <a:pt x="232749" y="75098"/>
                  </a:lnTo>
                  <a:lnTo>
                    <a:pt x="232530" y="71700"/>
                  </a:lnTo>
                  <a:lnTo>
                    <a:pt x="232092" y="70713"/>
                  </a:lnTo>
                  <a:lnTo>
                    <a:pt x="227597" y="68630"/>
                  </a:lnTo>
                  <a:lnTo>
                    <a:pt x="223321" y="68630"/>
                  </a:lnTo>
                  <a:lnTo>
                    <a:pt x="213454" y="70713"/>
                  </a:lnTo>
                  <a:lnTo>
                    <a:pt x="181770" y="68959"/>
                  </a:lnTo>
                  <a:lnTo>
                    <a:pt x="177166" y="71261"/>
                  </a:lnTo>
                  <a:lnTo>
                    <a:pt x="166751" y="73783"/>
                  </a:lnTo>
                  <a:lnTo>
                    <a:pt x="156555" y="76743"/>
                  </a:lnTo>
                  <a:lnTo>
                    <a:pt x="146249" y="79483"/>
                  </a:lnTo>
                  <a:lnTo>
                    <a:pt x="135506" y="81347"/>
                  </a:lnTo>
                  <a:lnTo>
                    <a:pt x="130901" y="81128"/>
                  </a:lnTo>
                  <a:lnTo>
                    <a:pt x="126625" y="79703"/>
                  </a:lnTo>
                  <a:lnTo>
                    <a:pt x="122569" y="77729"/>
                  </a:lnTo>
                  <a:lnTo>
                    <a:pt x="118512" y="75317"/>
                  </a:lnTo>
                  <a:lnTo>
                    <a:pt x="115552" y="72905"/>
                  </a:lnTo>
                  <a:lnTo>
                    <a:pt x="113798" y="69945"/>
                  </a:lnTo>
                  <a:lnTo>
                    <a:pt x="112483" y="66876"/>
                  </a:lnTo>
                  <a:lnTo>
                    <a:pt x="110729" y="63806"/>
                  </a:lnTo>
                  <a:lnTo>
                    <a:pt x="108098" y="61394"/>
                  </a:lnTo>
                  <a:lnTo>
                    <a:pt x="105357" y="60079"/>
                  </a:lnTo>
                  <a:lnTo>
                    <a:pt x="102177" y="59530"/>
                  </a:lnTo>
                  <a:lnTo>
                    <a:pt x="98669" y="59311"/>
                  </a:lnTo>
                  <a:lnTo>
                    <a:pt x="91214" y="58763"/>
                  </a:lnTo>
                  <a:lnTo>
                    <a:pt x="82663" y="58105"/>
                  </a:lnTo>
                  <a:lnTo>
                    <a:pt x="74331" y="58324"/>
                  </a:lnTo>
                  <a:lnTo>
                    <a:pt x="67095" y="60736"/>
                  </a:lnTo>
                  <a:lnTo>
                    <a:pt x="58872" y="71919"/>
                  </a:lnTo>
                  <a:lnTo>
                    <a:pt x="56461" y="85184"/>
                  </a:lnTo>
                  <a:lnTo>
                    <a:pt x="57447" y="99437"/>
                  </a:lnTo>
                  <a:lnTo>
                    <a:pt x="60079" y="113689"/>
                  </a:lnTo>
                  <a:lnTo>
                    <a:pt x="59750" y="118841"/>
                  </a:lnTo>
                  <a:lnTo>
                    <a:pt x="57338" y="123556"/>
                  </a:lnTo>
                  <a:lnTo>
                    <a:pt x="54049" y="127831"/>
                  </a:lnTo>
                  <a:lnTo>
                    <a:pt x="50979" y="132107"/>
                  </a:lnTo>
                  <a:lnTo>
                    <a:pt x="50321" y="133861"/>
                  </a:lnTo>
                  <a:lnTo>
                    <a:pt x="49883" y="135506"/>
                  </a:lnTo>
                  <a:lnTo>
                    <a:pt x="49006" y="136821"/>
                  </a:lnTo>
                  <a:lnTo>
                    <a:pt x="47032" y="137479"/>
                  </a:lnTo>
                  <a:lnTo>
                    <a:pt x="44949" y="137479"/>
                  </a:lnTo>
                  <a:lnTo>
                    <a:pt x="42976" y="136931"/>
                  </a:lnTo>
                  <a:lnTo>
                    <a:pt x="41222" y="136492"/>
                  </a:lnTo>
                  <a:lnTo>
                    <a:pt x="39358" y="136602"/>
                  </a:lnTo>
                  <a:lnTo>
                    <a:pt x="36508" y="138794"/>
                  </a:lnTo>
                  <a:lnTo>
                    <a:pt x="33767" y="139233"/>
                  </a:lnTo>
                  <a:lnTo>
                    <a:pt x="31026" y="138794"/>
                  </a:lnTo>
                  <a:lnTo>
                    <a:pt x="27847" y="138685"/>
                  </a:lnTo>
                  <a:lnTo>
                    <a:pt x="24558" y="139452"/>
                  </a:lnTo>
                  <a:lnTo>
                    <a:pt x="21488" y="140329"/>
                  </a:lnTo>
                  <a:lnTo>
                    <a:pt x="18309" y="141097"/>
                  </a:lnTo>
                  <a:lnTo>
                    <a:pt x="14691" y="141097"/>
                  </a:lnTo>
                  <a:lnTo>
                    <a:pt x="11073" y="140987"/>
                  </a:lnTo>
                  <a:lnTo>
                    <a:pt x="9209" y="141316"/>
                  </a:lnTo>
                  <a:lnTo>
                    <a:pt x="7784" y="142303"/>
                  </a:lnTo>
                  <a:lnTo>
                    <a:pt x="5701" y="144386"/>
                  </a:lnTo>
                  <a:lnTo>
                    <a:pt x="4056" y="146249"/>
                  </a:lnTo>
                  <a:lnTo>
                    <a:pt x="3070" y="148004"/>
                  </a:lnTo>
                  <a:lnTo>
                    <a:pt x="2412" y="149758"/>
                  </a:lnTo>
                  <a:lnTo>
                    <a:pt x="1864" y="151731"/>
                  </a:lnTo>
                  <a:lnTo>
                    <a:pt x="658" y="157432"/>
                  </a:lnTo>
                  <a:lnTo>
                    <a:pt x="110" y="163571"/>
                  </a:lnTo>
                  <a:lnTo>
                    <a:pt x="0" y="169711"/>
                  </a:lnTo>
                  <a:lnTo>
                    <a:pt x="110" y="175521"/>
                  </a:lnTo>
                  <a:lnTo>
                    <a:pt x="1206" y="179030"/>
                  </a:lnTo>
                  <a:lnTo>
                    <a:pt x="3289" y="182318"/>
                  </a:lnTo>
                  <a:lnTo>
                    <a:pt x="5153" y="185278"/>
                  </a:lnTo>
                  <a:lnTo>
                    <a:pt x="5591" y="188239"/>
                  </a:lnTo>
                  <a:lnTo>
                    <a:pt x="4934" y="190102"/>
                  </a:lnTo>
                  <a:lnTo>
                    <a:pt x="3947" y="192295"/>
                  </a:lnTo>
                  <a:lnTo>
                    <a:pt x="2741" y="194597"/>
                  </a:lnTo>
                  <a:lnTo>
                    <a:pt x="2302" y="195474"/>
                  </a:lnTo>
                  <a:lnTo>
                    <a:pt x="2083" y="195913"/>
                  </a:lnTo>
                  <a:lnTo>
                    <a:pt x="3399" y="195146"/>
                  </a:lnTo>
                  <a:lnTo>
                    <a:pt x="6688" y="193282"/>
                  </a:lnTo>
                  <a:lnTo>
                    <a:pt x="9757" y="189773"/>
                  </a:lnTo>
                  <a:lnTo>
                    <a:pt x="13704" y="186813"/>
                  </a:lnTo>
                  <a:lnTo>
                    <a:pt x="15568" y="183305"/>
                  </a:lnTo>
                  <a:lnTo>
                    <a:pt x="28176" y="181661"/>
                  </a:lnTo>
                  <a:lnTo>
                    <a:pt x="37385" y="184950"/>
                  </a:lnTo>
                  <a:lnTo>
                    <a:pt x="48786" y="189883"/>
                  </a:lnTo>
                  <a:lnTo>
                    <a:pt x="60846" y="197119"/>
                  </a:lnTo>
                  <a:lnTo>
                    <a:pt x="63696" y="198325"/>
                  </a:lnTo>
                  <a:lnTo>
                    <a:pt x="72576" y="202272"/>
                  </a:lnTo>
                  <a:lnTo>
                    <a:pt x="80141" y="210933"/>
                  </a:lnTo>
                  <a:lnTo>
                    <a:pt x="80470" y="214879"/>
                  </a:lnTo>
                  <a:lnTo>
                    <a:pt x="83430" y="217401"/>
                  </a:lnTo>
                  <a:lnTo>
                    <a:pt x="85513" y="222444"/>
                  </a:lnTo>
                  <a:lnTo>
                    <a:pt x="94832" y="229680"/>
                  </a:lnTo>
                  <a:lnTo>
                    <a:pt x="99985" y="233188"/>
                  </a:lnTo>
                  <a:lnTo>
                    <a:pt x="104808" y="240314"/>
                  </a:lnTo>
                  <a:lnTo>
                    <a:pt x="105466" y="247988"/>
                  </a:lnTo>
                  <a:lnTo>
                    <a:pt x="111277" y="249633"/>
                  </a:lnTo>
                  <a:lnTo>
                    <a:pt x="114346" y="251058"/>
                  </a:lnTo>
                  <a:lnTo>
                    <a:pt x="115114" y="254676"/>
                  </a:lnTo>
                  <a:lnTo>
                    <a:pt x="118293" y="254457"/>
                  </a:lnTo>
                  <a:lnTo>
                    <a:pt x="120157" y="256759"/>
                  </a:lnTo>
                  <a:lnTo>
                    <a:pt x="122569" y="256759"/>
                  </a:lnTo>
                  <a:lnTo>
                    <a:pt x="123446" y="259609"/>
                  </a:lnTo>
                  <a:lnTo>
                    <a:pt x="128818" y="258184"/>
                  </a:lnTo>
                  <a:lnTo>
                    <a:pt x="134628" y="259061"/>
                  </a:lnTo>
                  <a:lnTo>
                    <a:pt x="142193" y="265420"/>
                  </a:lnTo>
                  <a:lnTo>
                    <a:pt x="144057" y="268051"/>
                  </a:lnTo>
                  <a:lnTo>
                    <a:pt x="145592" y="270792"/>
                  </a:lnTo>
                  <a:lnTo>
                    <a:pt x="145044" y="274410"/>
                  </a:lnTo>
                  <a:lnTo>
                    <a:pt x="142412" y="274848"/>
                  </a:lnTo>
                  <a:lnTo>
                    <a:pt x="142632" y="277150"/>
                  </a:lnTo>
                  <a:lnTo>
                    <a:pt x="154801" y="281207"/>
                  </a:lnTo>
                  <a:lnTo>
                    <a:pt x="164119" y="285592"/>
                  </a:lnTo>
                  <a:lnTo>
                    <a:pt x="180564" y="291512"/>
                  </a:lnTo>
                  <a:lnTo>
                    <a:pt x="196461" y="300502"/>
                  </a:lnTo>
                  <a:lnTo>
                    <a:pt x="198544" y="305107"/>
                  </a:lnTo>
                  <a:lnTo>
                    <a:pt x="211700" y="313219"/>
                  </a:lnTo>
                  <a:lnTo>
                    <a:pt x="217949" y="319249"/>
                  </a:lnTo>
                  <a:lnTo>
                    <a:pt x="221567" y="322977"/>
                  </a:lnTo>
                  <a:lnTo>
                    <a:pt x="221786" y="327143"/>
                  </a:lnTo>
                  <a:lnTo>
                    <a:pt x="219593" y="328458"/>
                  </a:lnTo>
                  <a:lnTo>
                    <a:pt x="220800" y="330870"/>
                  </a:lnTo>
                  <a:lnTo>
                    <a:pt x="223979" y="329664"/>
                  </a:lnTo>
                  <a:lnTo>
                    <a:pt x="230776" y="333173"/>
                  </a:lnTo>
                  <a:lnTo>
                    <a:pt x="241191" y="336571"/>
                  </a:lnTo>
                  <a:lnTo>
                    <a:pt x="252154" y="340518"/>
                  </a:lnTo>
                  <a:lnTo>
                    <a:pt x="265200" y="344355"/>
                  </a:lnTo>
                  <a:lnTo>
                    <a:pt x="275725" y="348082"/>
                  </a:lnTo>
                  <a:lnTo>
                    <a:pt x="288881" y="353893"/>
                  </a:lnTo>
                  <a:lnTo>
                    <a:pt x="300831" y="357620"/>
                  </a:lnTo>
                  <a:lnTo>
                    <a:pt x="318262" y="363431"/>
                  </a:lnTo>
                  <a:lnTo>
                    <a:pt x="366391" y="380424"/>
                  </a:lnTo>
                  <a:lnTo>
                    <a:pt x="383055" y="386892"/>
                  </a:lnTo>
                  <a:lnTo>
                    <a:pt x="396540" y="391826"/>
                  </a:lnTo>
                  <a:lnTo>
                    <a:pt x="406736" y="395663"/>
                  </a:lnTo>
                  <a:lnTo>
                    <a:pt x="416603" y="398404"/>
                  </a:lnTo>
                  <a:lnTo>
                    <a:pt x="431074" y="403556"/>
                  </a:lnTo>
                  <a:lnTo>
                    <a:pt x="437433" y="407065"/>
                  </a:lnTo>
                  <a:lnTo>
                    <a:pt x="438090" y="408928"/>
                  </a:lnTo>
                  <a:lnTo>
                    <a:pt x="442805" y="413643"/>
                  </a:lnTo>
                  <a:lnTo>
                    <a:pt x="444230" y="414519"/>
                  </a:lnTo>
                  <a:lnTo>
                    <a:pt x="445217" y="419014"/>
                  </a:lnTo>
                  <a:lnTo>
                    <a:pt x="446423" y="420440"/>
                  </a:lnTo>
                  <a:lnTo>
                    <a:pt x="449163" y="420111"/>
                  </a:lnTo>
                  <a:lnTo>
                    <a:pt x="450808" y="418357"/>
                  </a:lnTo>
                  <a:lnTo>
                    <a:pt x="449821" y="417589"/>
                  </a:lnTo>
                  <a:lnTo>
                    <a:pt x="447958" y="418138"/>
                  </a:lnTo>
                  <a:lnTo>
                    <a:pt x="447629" y="416493"/>
                  </a:lnTo>
                  <a:lnTo>
                    <a:pt x="449602" y="415177"/>
                  </a:lnTo>
                  <a:lnTo>
                    <a:pt x="452891" y="413971"/>
                  </a:lnTo>
                  <a:lnTo>
                    <a:pt x="455741" y="414629"/>
                  </a:lnTo>
                  <a:lnTo>
                    <a:pt x="457386" y="415506"/>
                  </a:lnTo>
                  <a:lnTo>
                    <a:pt x="458811" y="417151"/>
                  </a:lnTo>
                  <a:lnTo>
                    <a:pt x="458701" y="418576"/>
                  </a:lnTo>
                  <a:lnTo>
                    <a:pt x="457496" y="419014"/>
                  </a:lnTo>
                  <a:lnTo>
                    <a:pt x="456509" y="418905"/>
                  </a:lnTo>
                  <a:lnTo>
                    <a:pt x="455412" y="420659"/>
                  </a:lnTo>
                  <a:lnTo>
                    <a:pt x="454974" y="422304"/>
                  </a:lnTo>
                  <a:lnTo>
                    <a:pt x="453768" y="422852"/>
                  </a:lnTo>
                  <a:lnTo>
                    <a:pt x="455193" y="424277"/>
                  </a:lnTo>
                  <a:lnTo>
                    <a:pt x="456728" y="424277"/>
                  </a:lnTo>
                  <a:lnTo>
                    <a:pt x="458482" y="424606"/>
                  </a:lnTo>
                  <a:lnTo>
                    <a:pt x="459579" y="423948"/>
                  </a:lnTo>
                  <a:lnTo>
                    <a:pt x="460894" y="424167"/>
                  </a:lnTo>
                  <a:lnTo>
                    <a:pt x="461881" y="425592"/>
                  </a:lnTo>
                  <a:lnTo>
                    <a:pt x="461223" y="427127"/>
                  </a:lnTo>
                  <a:lnTo>
                    <a:pt x="459030" y="426031"/>
                  </a:lnTo>
                  <a:lnTo>
                    <a:pt x="457386" y="426798"/>
                  </a:lnTo>
                  <a:lnTo>
                    <a:pt x="459469" y="427675"/>
                  </a:lnTo>
                  <a:lnTo>
                    <a:pt x="460236" y="428881"/>
                  </a:lnTo>
                  <a:lnTo>
                    <a:pt x="462429" y="429539"/>
                  </a:lnTo>
                  <a:lnTo>
                    <a:pt x="463415" y="428224"/>
                  </a:lnTo>
                  <a:lnTo>
                    <a:pt x="464622" y="428114"/>
                  </a:lnTo>
                  <a:lnTo>
                    <a:pt x="469774" y="431842"/>
                  </a:lnTo>
                  <a:lnTo>
                    <a:pt x="480409" y="440173"/>
                  </a:lnTo>
                  <a:lnTo>
                    <a:pt x="485013" y="442366"/>
                  </a:lnTo>
                  <a:lnTo>
                    <a:pt x="490714" y="444997"/>
                  </a:lnTo>
                  <a:lnTo>
                    <a:pt x="495757" y="446861"/>
                  </a:lnTo>
                  <a:lnTo>
                    <a:pt x="501129" y="448506"/>
                  </a:lnTo>
                  <a:lnTo>
                    <a:pt x="507159" y="449931"/>
                  </a:lnTo>
                  <a:lnTo>
                    <a:pt x="516697" y="448944"/>
                  </a:lnTo>
                  <a:lnTo>
                    <a:pt x="529085" y="449383"/>
                  </a:lnTo>
                  <a:lnTo>
                    <a:pt x="552766" y="453001"/>
                  </a:lnTo>
                  <a:lnTo>
                    <a:pt x="565922" y="456180"/>
                  </a:lnTo>
                  <a:lnTo>
                    <a:pt x="598154" y="464622"/>
                  </a:lnTo>
                  <a:lnTo>
                    <a:pt x="637073" y="477010"/>
                  </a:lnTo>
                  <a:lnTo>
                    <a:pt x="644857" y="480189"/>
                  </a:lnTo>
                  <a:lnTo>
                    <a:pt x="648256" y="480080"/>
                  </a:lnTo>
                  <a:lnTo>
                    <a:pt x="654724" y="481505"/>
                  </a:lnTo>
                  <a:lnTo>
                    <a:pt x="654943" y="480847"/>
                  </a:lnTo>
                  <a:lnTo>
                    <a:pt x="655710" y="479203"/>
                  </a:lnTo>
                  <a:lnTo>
                    <a:pt x="656807" y="477778"/>
                  </a:lnTo>
                  <a:lnTo>
                    <a:pt x="659767" y="477120"/>
                  </a:lnTo>
                  <a:lnTo>
                    <a:pt x="661631" y="476462"/>
                  </a:lnTo>
                  <a:lnTo>
                    <a:pt x="663165" y="476352"/>
                  </a:lnTo>
                  <a:lnTo>
                    <a:pt x="664700" y="475475"/>
                  </a:lnTo>
                  <a:lnTo>
                    <a:pt x="667660" y="476242"/>
                  </a:lnTo>
                  <a:lnTo>
                    <a:pt x="670511" y="476023"/>
                  </a:lnTo>
                  <a:lnTo>
                    <a:pt x="672155" y="476900"/>
                  </a:lnTo>
                  <a:lnTo>
                    <a:pt x="672923" y="478545"/>
                  </a:lnTo>
                  <a:lnTo>
                    <a:pt x="678624" y="484465"/>
                  </a:lnTo>
                  <a:lnTo>
                    <a:pt x="685969" y="495099"/>
                  </a:lnTo>
                  <a:lnTo>
                    <a:pt x="701537" y="509352"/>
                  </a:lnTo>
                  <a:lnTo>
                    <a:pt x="708772" y="515710"/>
                  </a:lnTo>
                  <a:lnTo>
                    <a:pt x="711952" y="519876"/>
                  </a:lnTo>
                  <a:lnTo>
                    <a:pt x="712281" y="521740"/>
                  </a:lnTo>
                  <a:lnTo>
                    <a:pt x="711733" y="522617"/>
                  </a:lnTo>
                  <a:lnTo>
                    <a:pt x="710965" y="522617"/>
                  </a:lnTo>
                  <a:lnTo>
                    <a:pt x="711623" y="523275"/>
                  </a:lnTo>
                  <a:lnTo>
                    <a:pt x="714254" y="524371"/>
                  </a:lnTo>
                  <a:lnTo>
                    <a:pt x="714693" y="523713"/>
                  </a:lnTo>
                  <a:lnTo>
                    <a:pt x="717762" y="520315"/>
                  </a:lnTo>
                  <a:lnTo>
                    <a:pt x="721161" y="517793"/>
                  </a:lnTo>
                  <a:lnTo>
                    <a:pt x="725217" y="516039"/>
                  </a:lnTo>
                  <a:lnTo>
                    <a:pt x="730151" y="514724"/>
                  </a:lnTo>
                  <a:lnTo>
                    <a:pt x="735742" y="514175"/>
                  </a:lnTo>
                  <a:lnTo>
                    <a:pt x="741004" y="514175"/>
                  </a:lnTo>
                  <a:lnTo>
                    <a:pt x="746048" y="513408"/>
                  </a:lnTo>
                  <a:lnTo>
                    <a:pt x="750871" y="510777"/>
                  </a:lnTo>
                  <a:lnTo>
                    <a:pt x="756024" y="505734"/>
                  </a:lnTo>
                  <a:lnTo>
                    <a:pt x="760081" y="500142"/>
                  </a:lnTo>
                  <a:lnTo>
                    <a:pt x="761396" y="494003"/>
                  </a:lnTo>
                  <a:lnTo>
                    <a:pt x="758217" y="487096"/>
                  </a:lnTo>
                  <a:lnTo>
                    <a:pt x="755476" y="482272"/>
                  </a:lnTo>
                  <a:lnTo>
                    <a:pt x="755366" y="477668"/>
                  </a:lnTo>
                  <a:lnTo>
                    <a:pt x="757888" y="473831"/>
                  </a:lnTo>
                  <a:lnTo>
                    <a:pt x="762931" y="471419"/>
                  </a:lnTo>
                  <a:lnTo>
                    <a:pt x="766768" y="471638"/>
                  </a:lnTo>
                  <a:lnTo>
                    <a:pt x="769838" y="472515"/>
                  </a:lnTo>
                  <a:lnTo>
                    <a:pt x="773127" y="472734"/>
                  </a:lnTo>
                  <a:lnTo>
                    <a:pt x="777073" y="471309"/>
                  </a:lnTo>
                  <a:lnTo>
                    <a:pt x="777512" y="470761"/>
                  </a:lnTo>
                  <a:lnTo>
                    <a:pt x="777841" y="470213"/>
                  </a:lnTo>
                  <a:lnTo>
                    <a:pt x="778170" y="469664"/>
                  </a:lnTo>
                  <a:lnTo>
                    <a:pt x="778499" y="469116"/>
                  </a:lnTo>
                  <a:lnTo>
                    <a:pt x="780253" y="463196"/>
                  </a:lnTo>
                  <a:lnTo>
                    <a:pt x="779376" y="457495"/>
                  </a:lnTo>
                  <a:lnTo>
                    <a:pt x="777512" y="451795"/>
                  </a:lnTo>
                  <a:lnTo>
                    <a:pt x="776197" y="445874"/>
                  </a:lnTo>
                  <a:lnTo>
                    <a:pt x="778718" y="444997"/>
                  </a:lnTo>
                  <a:lnTo>
                    <a:pt x="781130" y="444668"/>
                  </a:lnTo>
                  <a:lnTo>
                    <a:pt x="783542" y="444778"/>
                  </a:lnTo>
                  <a:lnTo>
                    <a:pt x="786173" y="445326"/>
                  </a:lnTo>
                  <a:lnTo>
                    <a:pt x="789242" y="445765"/>
                  </a:lnTo>
                  <a:lnTo>
                    <a:pt x="791874" y="445326"/>
                  </a:lnTo>
                  <a:lnTo>
                    <a:pt x="794395" y="444230"/>
                  </a:lnTo>
                  <a:lnTo>
                    <a:pt x="797027" y="442695"/>
                  </a:lnTo>
                  <a:lnTo>
                    <a:pt x="798342" y="442256"/>
                  </a:lnTo>
                  <a:lnTo>
                    <a:pt x="799548" y="441599"/>
                  </a:lnTo>
                  <a:lnTo>
                    <a:pt x="800644" y="440831"/>
                  </a:lnTo>
                  <a:lnTo>
                    <a:pt x="801631" y="440064"/>
                  </a:lnTo>
                  <a:lnTo>
                    <a:pt x="802070" y="439296"/>
                  </a:lnTo>
                  <a:lnTo>
                    <a:pt x="802508" y="438529"/>
                  </a:lnTo>
                  <a:lnTo>
                    <a:pt x="802947" y="437761"/>
                  </a:lnTo>
                  <a:lnTo>
                    <a:pt x="803275" y="436994"/>
                  </a:lnTo>
                  <a:lnTo>
                    <a:pt x="806126" y="435021"/>
                  </a:lnTo>
                  <a:lnTo>
                    <a:pt x="807990" y="432828"/>
                  </a:lnTo>
                  <a:lnTo>
                    <a:pt x="809196" y="430307"/>
                  </a:lnTo>
                  <a:lnTo>
                    <a:pt x="809744" y="426689"/>
                  </a:lnTo>
                  <a:lnTo>
                    <a:pt x="810182" y="422961"/>
                  </a:lnTo>
                  <a:lnTo>
                    <a:pt x="810840" y="419343"/>
                  </a:lnTo>
                  <a:lnTo>
                    <a:pt x="811388" y="415616"/>
                  </a:lnTo>
                  <a:lnTo>
                    <a:pt x="811936" y="411998"/>
                  </a:lnTo>
                  <a:lnTo>
                    <a:pt x="812156" y="409477"/>
                  </a:lnTo>
                  <a:lnTo>
                    <a:pt x="811936" y="407393"/>
                  </a:lnTo>
                  <a:lnTo>
                    <a:pt x="811936" y="405420"/>
                  </a:lnTo>
                  <a:lnTo>
                    <a:pt x="812923" y="403447"/>
                  </a:lnTo>
                  <a:lnTo>
                    <a:pt x="814897" y="400925"/>
                  </a:lnTo>
                  <a:lnTo>
                    <a:pt x="816651" y="398404"/>
                  </a:lnTo>
                  <a:lnTo>
                    <a:pt x="818405" y="395663"/>
                  </a:lnTo>
                  <a:lnTo>
                    <a:pt x="819940" y="392813"/>
                  </a:lnTo>
                  <a:lnTo>
                    <a:pt x="820926" y="390729"/>
                  </a:lnTo>
                  <a:lnTo>
                    <a:pt x="821694" y="388646"/>
                  </a:lnTo>
                  <a:lnTo>
                    <a:pt x="822461" y="386454"/>
                  </a:lnTo>
                  <a:lnTo>
                    <a:pt x="822900" y="384261"/>
                  </a:lnTo>
                  <a:lnTo>
                    <a:pt x="823229" y="381959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4" name="Freeform: Shape 27">
              <a:extLst>
                <a:ext uri="{FF2B5EF4-FFF2-40B4-BE49-F238E27FC236}">
                  <a16:creationId xmlns:a16="http://schemas.microsoft.com/office/drawing/2014/main" id="{88E9D84C-E349-E1EF-C6F8-7826B7CC9878}"/>
                </a:ext>
              </a:extLst>
            </p:cNvPr>
            <p:cNvSpPr/>
            <p:nvPr/>
          </p:nvSpPr>
          <p:spPr>
            <a:xfrm>
              <a:off x="8717196" y="4388503"/>
              <a:ext cx="460455" cy="405639"/>
            </a:xfrm>
            <a:custGeom>
              <a:avLst/>
              <a:gdLst>
                <a:gd name="connsiteX0" fmla="*/ 471090 w 460455"/>
                <a:gd name="connsiteY0" fmla="*/ 129037 h 405639"/>
                <a:gd name="connsiteX1" fmla="*/ 468897 w 460455"/>
                <a:gd name="connsiteY1" fmla="*/ 126954 h 405639"/>
                <a:gd name="connsiteX2" fmla="*/ 463087 w 460455"/>
                <a:gd name="connsiteY2" fmla="*/ 126406 h 405639"/>
                <a:gd name="connsiteX3" fmla="*/ 457934 w 460455"/>
                <a:gd name="connsiteY3" fmla="*/ 125419 h 405639"/>
                <a:gd name="connsiteX4" fmla="*/ 454535 w 460455"/>
                <a:gd name="connsiteY4" fmla="*/ 122459 h 405639"/>
                <a:gd name="connsiteX5" fmla="*/ 453987 w 460455"/>
                <a:gd name="connsiteY5" fmla="*/ 115991 h 405639"/>
                <a:gd name="connsiteX6" fmla="*/ 454645 w 460455"/>
                <a:gd name="connsiteY6" fmla="*/ 113250 h 405639"/>
                <a:gd name="connsiteX7" fmla="*/ 455303 w 460455"/>
                <a:gd name="connsiteY7" fmla="*/ 111496 h 405639"/>
                <a:gd name="connsiteX8" fmla="*/ 455303 w 460455"/>
                <a:gd name="connsiteY8" fmla="*/ 109632 h 405639"/>
                <a:gd name="connsiteX9" fmla="*/ 454097 w 460455"/>
                <a:gd name="connsiteY9" fmla="*/ 106563 h 405639"/>
                <a:gd name="connsiteX10" fmla="*/ 453439 w 460455"/>
                <a:gd name="connsiteY10" fmla="*/ 103822 h 405639"/>
                <a:gd name="connsiteX11" fmla="*/ 453987 w 460455"/>
                <a:gd name="connsiteY11" fmla="*/ 101191 h 405639"/>
                <a:gd name="connsiteX12" fmla="*/ 454755 w 460455"/>
                <a:gd name="connsiteY12" fmla="*/ 98559 h 405639"/>
                <a:gd name="connsiteX13" fmla="*/ 454974 w 460455"/>
                <a:gd name="connsiteY13" fmla="*/ 95599 h 405639"/>
                <a:gd name="connsiteX14" fmla="*/ 448944 w 460455"/>
                <a:gd name="connsiteY14" fmla="*/ 92968 h 405639"/>
                <a:gd name="connsiteX15" fmla="*/ 443572 w 460455"/>
                <a:gd name="connsiteY15" fmla="*/ 89898 h 405639"/>
                <a:gd name="connsiteX16" fmla="*/ 437652 w 460455"/>
                <a:gd name="connsiteY16" fmla="*/ 87925 h 405639"/>
                <a:gd name="connsiteX17" fmla="*/ 430307 w 460455"/>
                <a:gd name="connsiteY17" fmla="*/ 88035 h 405639"/>
                <a:gd name="connsiteX18" fmla="*/ 421865 w 460455"/>
                <a:gd name="connsiteY18" fmla="*/ 87158 h 405639"/>
                <a:gd name="connsiteX19" fmla="*/ 413752 w 460455"/>
                <a:gd name="connsiteY19" fmla="*/ 80909 h 405639"/>
                <a:gd name="connsiteX20" fmla="*/ 406078 w 460455"/>
                <a:gd name="connsiteY20" fmla="*/ 73015 h 405639"/>
                <a:gd name="connsiteX21" fmla="*/ 398623 w 460455"/>
                <a:gd name="connsiteY21" fmla="*/ 67205 h 405639"/>
                <a:gd name="connsiteX22" fmla="*/ 398184 w 460455"/>
                <a:gd name="connsiteY22" fmla="*/ 66985 h 405639"/>
                <a:gd name="connsiteX23" fmla="*/ 397746 w 460455"/>
                <a:gd name="connsiteY23" fmla="*/ 66766 h 405639"/>
                <a:gd name="connsiteX24" fmla="*/ 396869 w 460455"/>
                <a:gd name="connsiteY24" fmla="*/ 66328 h 405639"/>
                <a:gd name="connsiteX25" fmla="*/ 390291 w 460455"/>
                <a:gd name="connsiteY25" fmla="*/ 64025 h 405639"/>
                <a:gd name="connsiteX26" fmla="*/ 383823 w 460455"/>
                <a:gd name="connsiteY26" fmla="*/ 61833 h 405639"/>
                <a:gd name="connsiteX27" fmla="*/ 377354 w 460455"/>
                <a:gd name="connsiteY27" fmla="*/ 59859 h 405639"/>
                <a:gd name="connsiteX28" fmla="*/ 370776 w 460455"/>
                <a:gd name="connsiteY28" fmla="*/ 57886 h 405639"/>
                <a:gd name="connsiteX29" fmla="*/ 368255 w 460455"/>
                <a:gd name="connsiteY29" fmla="*/ 57228 h 405639"/>
                <a:gd name="connsiteX30" fmla="*/ 365843 w 460455"/>
                <a:gd name="connsiteY30" fmla="*/ 56461 h 405639"/>
                <a:gd name="connsiteX31" fmla="*/ 363541 w 460455"/>
                <a:gd name="connsiteY31" fmla="*/ 55364 h 405639"/>
                <a:gd name="connsiteX32" fmla="*/ 361348 w 460455"/>
                <a:gd name="connsiteY32" fmla="*/ 54049 h 405639"/>
                <a:gd name="connsiteX33" fmla="*/ 357730 w 460455"/>
                <a:gd name="connsiteY33" fmla="*/ 52404 h 405639"/>
                <a:gd name="connsiteX34" fmla="*/ 353893 w 460455"/>
                <a:gd name="connsiteY34" fmla="*/ 50979 h 405639"/>
                <a:gd name="connsiteX35" fmla="*/ 350165 w 460455"/>
                <a:gd name="connsiteY35" fmla="*/ 49444 h 405639"/>
                <a:gd name="connsiteX36" fmla="*/ 346657 w 460455"/>
                <a:gd name="connsiteY36" fmla="*/ 47690 h 405639"/>
                <a:gd name="connsiteX37" fmla="*/ 344245 w 460455"/>
                <a:gd name="connsiteY37" fmla="*/ 46265 h 405639"/>
                <a:gd name="connsiteX38" fmla="*/ 342382 w 460455"/>
                <a:gd name="connsiteY38" fmla="*/ 45607 h 405639"/>
                <a:gd name="connsiteX39" fmla="*/ 340518 w 460455"/>
                <a:gd name="connsiteY39" fmla="*/ 45059 h 405639"/>
                <a:gd name="connsiteX40" fmla="*/ 338216 w 460455"/>
                <a:gd name="connsiteY40" fmla="*/ 44292 h 405639"/>
                <a:gd name="connsiteX41" fmla="*/ 336681 w 460455"/>
                <a:gd name="connsiteY41" fmla="*/ 43195 h 405639"/>
                <a:gd name="connsiteX42" fmla="*/ 335585 w 460455"/>
                <a:gd name="connsiteY42" fmla="*/ 41989 h 405639"/>
                <a:gd name="connsiteX43" fmla="*/ 334049 w 460455"/>
                <a:gd name="connsiteY43" fmla="*/ 41112 h 405639"/>
                <a:gd name="connsiteX44" fmla="*/ 331309 w 460455"/>
                <a:gd name="connsiteY44" fmla="*/ 41331 h 405639"/>
                <a:gd name="connsiteX45" fmla="*/ 329226 w 460455"/>
                <a:gd name="connsiteY45" fmla="*/ 42208 h 405639"/>
                <a:gd name="connsiteX46" fmla="*/ 327143 w 460455"/>
                <a:gd name="connsiteY46" fmla="*/ 43743 h 405639"/>
                <a:gd name="connsiteX47" fmla="*/ 325279 w 460455"/>
                <a:gd name="connsiteY47" fmla="*/ 45607 h 405639"/>
                <a:gd name="connsiteX48" fmla="*/ 323854 w 460455"/>
                <a:gd name="connsiteY48" fmla="*/ 47361 h 405639"/>
                <a:gd name="connsiteX49" fmla="*/ 322429 w 460455"/>
                <a:gd name="connsiteY49" fmla="*/ 49883 h 405639"/>
                <a:gd name="connsiteX50" fmla="*/ 321222 w 460455"/>
                <a:gd name="connsiteY50" fmla="*/ 52514 h 405639"/>
                <a:gd name="connsiteX51" fmla="*/ 320236 w 460455"/>
                <a:gd name="connsiteY51" fmla="*/ 55255 h 405639"/>
                <a:gd name="connsiteX52" fmla="*/ 319359 w 460455"/>
                <a:gd name="connsiteY52" fmla="*/ 57996 h 405639"/>
                <a:gd name="connsiteX53" fmla="*/ 318482 w 460455"/>
                <a:gd name="connsiteY53" fmla="*/ 62271 h 405639"/>
                <a:gd name="connsiteX54" fmla="*/ 317714 w 460455"/>
                <a:gd name="connsiteY54" fmla="*/ 67095 h 405639"/>
                <a:gd name="connsiteX55" fmla="*/ 316728 w 460455"/>
                <a:gd name="connsiteY55" fmla="*/ 71919 h 405639"/>
                <a:gd name="connsiteX56" fmla="*/ 315302 w 460455"/>
                <a:gd name="connsiteY56" fmla="*/ 75756 h 405639"/>
                <a:gd name="connsiteX57" fmla="*/ 310698 w 460455"/>
                <a:gd name="connsiteY57" fmla="*/ 79264 h 405639"/>
                <a:gd name="connsiteX58" fmla="*/ 304010 w 460455"/>
                <a:gd name="connsiteY58" fmla="*/ 80251 h 405639"/>
                <a:gd name="connsiteX59" fmla="*/ 296665 w 460455"/>
                <a:gd name="connsiteY59" fmla="*/ 80251 h 405639"/>
                <a:gd name="connsiteX60" fmla="*/ 290087 w 460455"/>
                <a:gd name="connsiteY60" fmla="*/ 80360 h 405639"/>
                <a:gd name="connsiteX61" fmla="*/ 285811 w 460455"/>
                <a:gd name="connsiteY61" fmla="*/ 77510 h 405639"/>
                <a:gd name="connsiteX62" fmla="*/ 281755 w 460455"/>
                <a:gd name="connsiteY62" fmla="*/ 74002 h 405639"/>
                <a:gd name="connsiteX63" fmla="*/ 277698 w 460455"/>
                <a:gd name="connsiteY63" fmla="*/ 70384 h 405639"/>
                <a:gd name="connsiteX64" fmla="*/ 273752 w 460455"/>
                <a:gd name="connsiteY64" fmla="*/ 66876 h 405639"/>
                <a:gd name="connsiteX65" fmla="*/ 264433 w 460455"/>
                <a:gd name="connsiteY65" fmla="*/ 59530 h 405639"/>
                <a:gd name="connsiteX66" fmla="*/ 255114 w 460455"/>
                <a:gd name="connsiteY66" fmla="*/ 52295 h 405639"/>
                <a:gd name="connsiteX67" fmla="*/ 245905 w 460455"/>
                <a:gd name="connsiteY67" fmla="*/ 45059 h 405639"/>
                <a:gd name="connsiteX68" fmla="*/ 236806 w 460455"/>
                <a:gd name="connsiteY68" fmla="*/ 37604 h 405639"/>
                <a:gd name="connsiteX69" fmla="*/ 233736 w 460455"/>
                <a:gd name="connsiteY69" fmla="*/ 34534 h 405639"/>
                <a:gd name="connsiteX70" fmla="*/ 230666 w 460455"/>
                <a:gd name="connsiteY70" fmla="*/ 31465 h 405639"/>
                <a:gd name="connsiteX71" fmla="*/ 227487 w 460455"/>
                <a:gd name="connsiteY71" fmla="*/ 28504 h 405639"/>
                <a:gd name="connsiteX72" fmla="*/ 224198 w 460455"/>
                <a:gd name="connsiteY72" fmla="*/ 25873 h 405639"/>
                <a:gd name="connsiteX73" fmla="*/ 218278 w 460455"/>
                <a:gd name="connsiteY73" fmla="*/ 23571 h 405639"/>
                <a:gd name="connsiteX74" fmla="*/ 211700 w 460455"/>
                <a:gd name="connsiteY74" fmla="*/ 22146 h 405639"/>
                <a:gd name="connsiteX75" fmla="*/ 204903 w 460455"/>
                <a:gd name="connsiteY75" fmla="*/ 21488 h 405639"/>
                <a:gd name="connsiteX76" fmla="*/ 198654 w 460455"/>
                <a:gd name="connsiteY76" fmla="*/ 21159 h 405639"/>
                <a:gd name="connsiteX77" fmla="*/ 191528 w 460455"/>
                <a:gd name="connsiteY77" fmla="*/ 22036 h 405639"/>
                <a:gd name="connsiteX78" fmla="*/ 184182 w 460455"/>
                <a:gd name="connsiteY78" fmla="*/ 23900 h 405639"/>
                <a:gd name="connsiteX79" fmla="*/ 176947 w 460455"/>
                <a:gd name="connsiteY79" fmla="*/ 25106 h 405639"/>
                <a:gd name="connsiteX80" fmla="*/ 170040 w 460455"/>
                <a:gd name="connsiteY80" fmla="*/ 24119 h 405639"/>
                <a:gd name="connsiteX81" fmla="*/ 167737 w 460455"/>
                <a:gd name="connsiteY81" fmla="*/ 22913 h 405639"/>
                <a:gd name="connsiteX82" fmla="*/ 165435 w 460455"/>
                <a:gd name="connsiteY82" fmla="*/ 21269 h 405639"/>
                <a:gd name="connsiteX83" fmla="*/ 163352 w 460455"/>
                <a:gd name="connsiteY83" fmla="*/ 19405 h 405639"/>
                <a:gd name="connsiteX84" fmla="*/ 161598 w 460455"/>
                <a:gd name="connsiteY84" fmla="*/ 17322 h 405639"/>
                <a:gd name="connsiteX85" fmla="*/ 160392 w 460455"/>
                <a:gd name="connsiteY85" fmla="*/ 14581 h 405639"/>
                <a:gd name="connsiteX86" fmla="*/ 160173 w 460455"/>
                <a:gd name="connsiteY86" fmla="*/ 11511 h 405639"/>
                <a:gd name="connsiteX87" fmla="*/ 160392 w 460455"/>
                <a:gd name="connsiteY87" fmla="*/ 8332 h 405639"/>
                <a:gd name="connsiteX88" fmla="*/ 159844 w 460455"/>
                <a:gd name="connsiteY88" fmla="*/ 5372 h 405639"/>
                <a:gd name="connsiteX89" fmla="*/ 156665 w 460455"/>
                <a:gd name="connsiteY89" fmla="*/ 1316 h 405639"/>
                <a:gd name="connsiteX90" fmla="*/ 152389 w 460455"/>
                <a:gd name="connsiteY90" fmla="*/ 0 h 405639"/>
                <a:gd name="connsiteX91" fmla="*/ 147565 w 460455"/>
                <a:gd name="connsiteY91" fmla="*/ 658 h 405639"/>
                <a:gd name="connsiteX92" fmla="*/ 142961 w 460455"/>
                <a:gd name="connsiteY92" fmla="*/ 2521 h 405639"/>
                <a:gd name="connsiteX93" fmla="*/ 142522 w 460455"/>
                <a:gd name="connsiteY93" fmla="*/ 2741 h 405639"/>
                <a:gd name="connsiteX94" fmla="*/ 141974 w 460455"/>
                <a:gd name="connsiteY94" fmla="*/ 3070 h 405639"/>
                <a:gd name="connsiteX95" fmla="*/ 141535 w 460455"/>
                <a:gd name="connsiteY95" fmla="*/ 3289 h 405639"/>
                <a:gd name="connsiteX96" fmla="*/ 141097 w 460455"/>
                <a:gd name="connsiteY96" fmla="*/ 3618 h 405639"/>
                <a:gd name="connsiteX97" fmla="*/ 133971 w 460455"/>
                <a:gd name="connsiteY97" fmla="*/ 8113 h 405639"/>
                <a:gd name="connsiteX98" fmla="*/ 128050 w 460455"/>
                <a:gd name="connsiteY98" fmla="*/ 10744 h 405639"/>
                <a:gd name="connsiteX99" fmla="*/ 121911 w 460455"/>
                <a:gd name="connsiteY99" fmla="*/ 10525 h 405639"/>
                <a:gd name="connsiteX100" fmla="*/ 114017 w 460455"/>
                <a:gd name="connsiteY100" fmla="*/ 6688 h 405639"/>
                <a:gd name="connsiteX101" fmla="*/ 110400 w 460455"/>
                <a:gd name="connsiteY101" fmla="*/ 10415 h 405639"/>
                <a:gd name="connsiteX102" fmla="*/ 106015 w 460455"/>
                <a:gd name="connsiteY102" fmla="*/ 15020 h 405639"/>
                <a:gd name="connsiteX103" fmla="*/ 102396 w 460455"/>
                <a:gd name="connsiteY103" fmla="*/ 19953 h 405639"/>
                <a:gd name="connsiteX104" fmla="*/ 101081 w 460455"/>
                <a:gd name="connsiteY104" fmla="*/ 24887 h 405639"/>
                <a:gd name="connsiteX105" fmla="*/ 102616 w 460455"/>
                <a:gd name="connsiteY105" fmla="*/ 29930 h 405639"/>
                <a:gd name="connsiteX106" fmla="*/ 105466 w 460455"/>
                <a:gd name="connsiteY106" fmla="*/ 34425 h 405639"/>
                <a:gd name="connsiteX107" fmla="*/ 108755 w 460455"/>
                <a:gd name="connsiteY107" fmla="*/ 38700 h 405639"/>
                <a:gd name="connsiteX108" fmla="*/ 111496 w 460455"/>
                <a:gd name="connsiteY108" fmla="*/ 43086 h 405639"/>
                <a:gd name="connsiteX109" fmla="*/ 110619 w 460455"/>
                <a:gd name="connsiteY109" fmla="*/ 49773 h 405639"/>
                <a:gd name="connsiteX110" fmla="*/ 103712 w 460455"/>
                <a:gd name="connsiteY110" fmla="*/ 55255 h 405639"/>
                <a:gd name="connsiteX111" fmla="*/ 95490 w 460455"/>
                <a:gd name="connsiteY111" fmla="*/ 60736 h 405639"/>
                <a:gd name="connsiteX112" fmla="*/ 90556 w 460455"/>
                <a:gd name="connsiteY112" fmla="*/ 67314 h 405639"/>
                <a:gd name="connsiteX113" fmla="*/ 91104 w 460455"/>
                <a:gd name="connsiteY113" fmla="*/ 75098 h 405639"/>
                <a:gd name="connsiteX114" fmla="*/ 94832 w 460455"/>
                <a:gd name="connsiteY114" fmla="*/ 81786 h 405639"/>
                <a:gd name="connsiteX115" fmla="*/ 99546 w 460455"/>
                <a:gd name="connsiteY115" fmla="*/ 88035 h 405639"/>
                <a:gd name="connsiteX116" fmla="*/ 103383 w 460455"/>
                <a:gd name="connsiteY116" fmla="*/ 94503 h 405639"/>
                <a:gd name="connsiteX117" fmla="*/ 104699 w 460455"/>
                <a:gd name="connsiteY117" fmla="*/ 98450 h 405639"/>
                <a:gd name="connsiteX118" fmla="*/ 105028 w 460455"/>
                <a:gd name="connsiteY118" fmla="*/ 102506 h 405639"/>
                <a:gd name="connsiteX119" fmla="*/ 104699 w 460455"/>
                <a:gd name="connsiteY119" fmla="*/ 106672 h 405639"/>
                <a:gd name="connsiteX120" fmla="*/ 103822 w 460455"/>
                <a:gd name="connsiteY120" fmla="*/ 110619 h 405639"/>
                <a:gd name="connsiteX121" fmla="*/ 100313 w 460455"/>
                <a:gd name="connsiteY121" fmla="*/ 116758 h 405639"/>
                <a:gd name="connsiteX122" fmla="*/ 96147 w 460455"/>
                <a:gd name="connsiteY122" fmla="*/ 121911 h 405639"/>
                <a:gd name="connsiteX123" fmla="*/ 91433 w 460455"/>
                <a:gd name="connsiteY123" fmla="*/ 126516 h 405639"/>
                <a:gd name="connsiteX124" fmla="*/ 86171 w 460455"/>
                <a:gd name="connsiteY124" fmla="*/ 131010 h 405639"/>
                <a:gd name="connsiteX125" fmla="*/ 83759 w 460455"/>
                <a:gd name="connsiteY125" fmla="*/ 132765 h 405639"/>
                <a:gd name="connsiteX126" fmla="*/ 81128 w 460455"/>
                <a:gd name="connsiteY126" fmla="*/ 134080 h 405639"/>
                <a:gd name="connsiteX127" fmla="*/ 78387 w 460455"/>
                <a:gd name="connsiteY127" fmla="*/ 134957 h 405639"/>
                <a:gd name="connsiteX128" fmla="*/ 75537 w 460455"/>
                <a:gd name="connsiteY128" fmla="*/ 135286 h 405639"/>
                <a:gd name="connsiteX129" fmla="*/ 72357 w 460455"/>
                <a:gd name="connsiteY129" fmla="*/ 135067 h 405639"/>
                <a:gd name="connsiteX130" fmla="*/ 68301 w 460455"/>
                <a:gd name="connsiteY130" fmla="*/ 134848 h 405639"/>
                <a:gd name="connsiteX131" fmla="*/ 64574 w 460455"/>
                <a:gd name="connsiteY131" fmla="*/ 135396 h 405639"/>
                <a:gd name="connsiteX132" fmla="*/ 61833 w 460455"/>
                <a:gd name="connsiteY132" fmla="*/ 137150 h 405639"/>
                <a:gd name="connsiteX133" fmla="*/ 60517 w 460455"/>
                <a:gd name="connsiteY133" fmla="*/ 139452 h 405639"/>
                <a:gd name="connsiteX134" fmla="*/ 59201 w 460455"/>
                <a:gd name="connsiteY134" fmla="*/ 141974 h 405639"/>
                <a:gd name="connsiteX135" fmla="*/ 57886 w 460455"/>
                <a:gd name="connsiteY135" fmla="*/ 144386 h 405639"/>
                <a:gd name="connsiteX136" fmla="*/ 56461 w 460455"/>
                <a:gd name="connsiteY136" fmla="*/ 146688 h 405639"/>
                <a:gd name="connsiteX137" fmla="*/ 53829 w 460455"/>
                <a:gd name="connsiteY137" fmla="*/ 148990 h 405639"/>
                <a:gd name="connsiteX138" fmla="*/ 50870 w 460455"/>
                <a:gd name="connsiteY138" fmla="*/ 150635 h 405639"/>
                <a:gd name="connsiteX139" fmla="*/ 48129 w 460455"/>
                <a:gd name="connsiteY139" fmla="*/ 152498 h 405639"/>
                <a:gd name="connsiteX140" fmla="*/ 46265 w 460455"/>
                <a:gd name="connsiteY140" fmla="*/ 155568 h 405639"/>
                <a:gd name="connsiteX141" fmla="*/ 45497 w 460455"/>
                <a:gd name="connsiteY141" fmla="*/ 157542 h 405639"/>
                <a:gd name="connsiteX142" fmla="*/ 44620 w 460455"/>
                <a:gd name="connsiteY142" fmla="*/ 159515 h 405639"/>
                <a:gd name="connsiteX143" fmla="*/ 43743 w 460455"/>
                <a:gd name="connsiteY143" fmla="*/ 161379 h 405639"/>
                <a:gd name="connsiteX144" fmla="*/ 42647 w 460455"/>
                <a:gd name="connsiteY144" fmla="*/ 163133 h 405639"/>
                <a:gd name="connsiteX145" fmla="*/ 35850 w 460455"/>
                <a:gd name="connsiteY145" fmla="*/ 170807 h 405639"/>
                <a:gd name="connsiteX146" fmla="*/ 29820 w 460455"/>
                <a:gd name="connsiteY146" fmla="*/ 179139 h 405639"/>
                <a:gd name="connsiteX147" fmla="*/ 24119 w 460455"/>
                <a:gd name="connsiteY147" fmla="*/ 187910 h 405639"/>
                <a:gd name="connsiteX148" fmla="*/ 18638 w 460455"/>
                <a:gd name="connsiteY148" fmla="*/ 196680 h 405639"/>
                <a:gd name="connsiteX149" fmla="*/ 16555 w 460455"/>
                <a:gd name="connsiteY149" fmla="*/ 200189 h 405639"/>
                <a:gd name="connsiteX150" fmla="*/ 14581 w 460455"/>
                <a:gd name="connsiteY150" fmla="*/ 203587 h 405639"/>
                <a:gd name="connsiteX151" fmla="*/ 12608 w 460455"/>
                <a:gd name="connsiteY151" fmla="*/ 206986 h 405639"/>
                <a:gd name="connsiteX152" fmla="*/ 10634 w 460455"/>
                <a:gd name="connsiteY152" fmla="*/ 210384 h 405639"/>
                <a:gd name="connsiteX153" fmla="*/ 9977 w 460455"/>
                <a:gd name="connsiteY153" fmla="*/ 211590 h 405639"/>
                <a:gd name="connsiteX154" fmla="*/ 9429 w 460455"/>
                <a:gd name="connsiteY154" fmla="*/ 212796 h 405639"/>
                <a:gd name="connsiteX155" fmla="*/ 8770 w 460455"/>
                <a:gd name="connsiteY155" fmla="*/ 214002 h 405639"/>
                <a:gd name="connsiteX156" fmla="*/ 8222 w 460455"/>
                <a:gd name="connsiteY156" fmla="*/ 215208 h 405639"/>
                <a:gd name="connsiteX157" fmla="*/ 5153 w 460455"/>
                <a:gd name="connsiteY157" fmla="*/ 221128 h 405639"/>
                <a:gd name="connsiteX158" fmla="*/ 2302 w 460455"/>
                <a:gd name="connsiteY158" fmla="*/ 227597 h 405639"/>
                <a:gd name="connsiteX159" fmla="*/ 987 w 460455"/>
                <a:gd name="connsiteY159" fmla="*/ 234174 h 405639"/>
                <a:gd name="connsiteX160" fmla="*/ 2851 w 460455"/>
                <a:gd name="connsiteY160" fmla="*/ 240424 h 405639"/>
                <a:gd name="connsiteX161" fmla="*/ 7455 w 460455"/>
                <a:gd name="connsiteY161" fmla="*/ 245576 h 405639"/>
                <a:gd name="connsiteX162" fmla="*/ 12827 w 460455"/>
                <a:gd name="connsiteY162" fmla="*/ 249852 h 405639"/>
                <a:gd name="connsiteX163" fmla="*/ 18199 w 460455"/>
                <a:gd name="connsiteY163" fmla="*/ 254018 h 405639"/>
                <a:gd name="connsiteX164" fmla="*/ 22913 w 460455"/>
                <a:gd name="connsiteY164" fmla="*/ 259061 h 405639"/>
                <a:gd name="connsiteX165" fmla="*/ 23242 w 460455"/>
                <a:gd name="connsiteY165" fmla="*/ 259609 h 405639"/>
                <a:gd name="connsiteX166" fmla="*/ 23571 w 460455"/>
                <a:gd name="connsiteY166" fmla="*/ 260267 h 405639"/>
                <a:gd name="connsiteX167" fmla="*/ 23900 w 460455"/>
                <a:gd name="connsiteY167" fmla="*/ 260925 h 405639"/>
                <a:gd name="connsiteX168" fmla="*/ 24119 w 460455"/>
                <a:gd name="connsiteY168" fmla="*/ 261473 h 405639"/>
                <a:gd name="connsiteX169" fmla="*/ 25983 w 460455"/>
                <a:gd name="connsiteY169" fmla="*/ 270134 h 405639"/>
                <a:gd name="connsiteX170" fmla="*/ 23461 w 460455"/>
                <a:gd name="connsiteY170" fmla="*/ 276821 h 405639"/>
                <a:gd name="connsiteX171" fmla="*/ 18309 w 460455"/>
                <a:gd name="connsiteY171" fmla="*/ 282632 h 405639"/>
                <a:gd name="connsiteX172" fmla="*/ 12717 w 460455"/>
                <a:gd name="connsiteY172" fmla="*/ 288442 h 405639"/>
                <a:gd name="connsiteX173" fmla="*/ 7674 w 460455"/>
                <a:gd name="connsiteY173" fmla="*/ 295020 h 405639"/>
                <a:gd name="connsiteX174" fmla="*/ 3727 w 460455"/>
                <a:gd name="connsiteY174" fmla="*/ 301708 h 405639"/>
                <a:gd name="connsiteX175" fmla="*/ 439 w 460455"/>
                <a:gd name="connsiteY175" fmla="*/ 308724 h 405639"/>
                <a:gd name="connsiteX176" fmla="*/ 0 w 460455"/>
                <a:gd name="connsiteY176" fmla="*/ 312123 h 405639"/>
                <a:gd name="connsiteX177" fmla="*/ 20501 w 460455"/>
                <a:gd name="connsiteY177" fmla="*/ 308724 h 405639"/>
                <a:gd name="connsiteX178" fmla="*/ 17322 w 460455"/>
                <a:gd name="connsiteY178" fmla="*/ 316618 h 405639"/>
                <a:gd name="connsiteX179" fmla="*/ 16445 w 460455"/>
                <a:gd name="connsiteY179" fmla="*/ 321003 h 405639"/>
                <a:gd name="connsiteX180" fmla="*/ 18418 w 460455"/>
                <a:gd name="connsiteY180" fmla="*/ 322977 h 405639"/>
                <a:gd name="connsiteX181" fmla="*/ 21159 w 460455"/>
                <a:gd name="connsiteY181" fmla="*/ 321551 h 405639"/>
                <a:gd name="connsiteX182" fmla="*/ 23133 w 460455"/>
                <a:gd name="connsiteY182" fmla="*/ 315741 h 405639"/>
                <a:gd name="connsiteX183" fmla="*/ 26531 w 460455"/>
                <a:gd name="connsiteY183" fmla="*/ 314425 h 405639"/>
                <a:gd name="connsiteX184" fmla="*/ 29601 w 460455"/>
                <a:gd name="connsiteY184" fmla="*/ 316399 h 405639"/>
                <a:gd name="connsiteX185" fmla="*/ 30916 w 460455"/>
                <a:gd name="connsiteY185" fmla="*/ 321113 h 405639"/>
                <a:gd name="connsiteX186" fmla="*/ 32890 w 460455"/>
                <a:gd name="connsiteY186" fmla="*/ 340299 h 405639"/>
                <a:gd name="connsiteX187" fmla="*/ 33767 w 460455"/>
                <a:gd name="connsiteY187" fmla="*/ 341285 h 405639"/>
                <a:gd name="connsiteX188" fmla="*/ 34644 w 460455"/>
                <a:gd name="connsiteY188" fmla="*/ 341943 h 405639"/>
                <a:gd name="connsiteX189" fmla="*/ 35411 w 460455"/>
                <a:gd name="connsiteY189" fmla="*/ 342930 h 405639"/>
                <a:gd name="connsiteX190" fmla="*/ 37056 w 460455"/>
                <a:gd name="connsiteY190" fmla="*/ 347863 h 405639"/>
                <a:gd name="connsiteX191" fmla="*/ 38262 w 460455"/>
                <a:gd name="connsiteY191" fmla="*/ 350385 h 405639"/>
                <a:gd name="connsiteX192" fmla="*/ 40673 w 460455"/>
                <a:gd name="connsiteY192" fmla="*/ 351371 h 405639"/>
                <a:gd name="connsiteX193" fmla="*/ 45388 w 460455"/>
                <a:gd name="connsiteY193" fmla="*/ 351481 h 405639"/>
                <a:gd name="connsiteX194" fmla="*/ 47251 w 460455"/>
                <a:gd name="connsiteY194" fmla="*/ 351042 h 405639"/>
                <a:gd name="connsiteX195" fmla="*/ 49554 w 460455"/>
                <a:gd name="connsiteY195" fmla="*/ 349069 h 405639"/>
                <a:gd name="connsiteX196" fmla="*/ 51527 w 460455"/>
                <a:gd name="connsiteY196" fmla="*/ 348631 h 405639"/>
                <a:gd name="connsiteX197" fmla="*/ 53391 w 460455"/>
                <a:gd name="connsiteY197" fmla="*/ 349069 h 405639"/>
                <a:gd name="connsiteX198" fmla="*/ 56461 w 460455"/>
                <a:gd name="connsiteY198" fmla="*/ 351042 h 405639"/>
                <a:gd name="connsiteX199" fmla="*/ 57557 w 460455"/>
                <a:gd name="connsiteY199" fmla="*/ 351481 h 405639"/>
                <a:gd name="connsiteX200" fmla="*/ 59311 w 460455"/>
                <a:gd name="connsiteY200" fmla="*/ 351042 h 405639"/>
                <a:gd name="connsiteX201" fmla="*/ 61284 w 460455"/>
                <a:gd name="connsiteY201" fmla="*/ 349069 h 405639"/>
                <a:gd name="connsiteX202" fmla="*/ 62929 w 460455"/>
                <a:gd name="connsiteY202" fmla="*/ 348631 h 405639"/>
                <a:gd name="connsiteX203" fmla="*/ 64793 w 460455"/>
                <a:gd name="connsiteY203" fmla="*/ 348740 h 405639"/>
                <a:gd name="connsiteX204" fmla="*/ 70384 w 460455"/>
                <a:gd name="connsiteY204" fmla="*/ 350165 h 405639"/>
                <a:gd name="connsiteX205" fmla="*/ 77181 w 460455"/>
                <a:gd name="connsiteY205" fmla="*/ 350165 h 405639"/>
                <a:gd name="connsiteX206" fmla="*/ 80799 w 460455"/>
                <a:gd name="connsiteY206" fmla="*/ 350823 h 405639"/>
                <a:gd name="connsiteX207" fmla="*/ 83978 w 460455"/>
                <a:gd name="connsiteY207" fmla="*/ 353016 h 405639"/>
                <a:gd name="connsiteX208" fmla="*/ 85513 w 460455"/>
                <a:gd name="connsiteY208" fmla="*/ 350165 h 405639"/>
                <a:gd name="connsiteX209" fmla="*/ 90885 w 460455"/>
                <a:gd name="connsiteY209" fmla="*/ 343916 h 405639"/>
                <a:gd name="connsiteX210" fmla="*/ 91982 w 460455"/>
                <a:gd name="connsiteY210" fmla="*/ 340847 h 405639"/>
                <a:gd name="connsiteX211" fmla="*/ 92311 w 460455"/>
                <a:gd name="connsiteY211" fmla="*/ 339093 h 405639"/>
                <a:gd name="connsiteX212" fmla="*/ 94064 w 460455"/>
                <a:gd name="connsiteY212" fmla="*/ 336352 h 405639"/>
                <a:gd name="connsiteX213" fmla="*/ 94722 w 460455"/>
                <a:gd name="connsiteY213" fmla="*/ 334378 h 405639"/>
                <a:gd name="connsiteX214" fmla="*/ 94722 w 460455"/>
                <a:gd name="connsiteY214" fmla="*/ 332515 h 405639"/>
                <a:gd name="connsiteX215" fmla="*/ 94613 w 460455"/>
                <a:gd name="connsiteY215" fmla="*/ 330322 h 405639"/>
                <a:gd name="connsiteX216" fmla="*/ 94613 w 460455"/>
                <a:gd name="connsiteY216" fmla="*/ 328129 h 405639"/>
                <a:gd name="connsiteX217" fmla="*/ 95380 w 460455"/>
                <a:gd name="connsiteY217" fmla="*/ 326485 h 405639"/>
                <a:gd name="connsiteX218" fmla="*/ 96915 w 460455"/>
                <a:gd name="connsiteY218" fmla="*/ 325937 h 405639"/>
                <a:gd name="connsiteX219" fmla="*/ 103383 w 460455"/>
                <a:gd name="connsiteY219" fmla="*/ 325827 h 405639"/>
                <a:gd name="connsiteX220" fmla="*/ 105247 w 460455"/>
                <a:gd name="connsiteY220" fmla="*/ 325389 h 405639"/>
                <a:gd name="connsiteX221" fmla="*/ 109084 w 460455"/>
                <a:gd name="connsiteY221" fmla="*/ 323525 h 405639"/>
                <a:gd name="connsiteX222" fmla="*/ 110948 w 460455"/>
                <a:gd name="connsiteY222" fmla="*/ 322977 h 405639"/>
                <a:gd name="connsiteX223" fmla="*/ 115004 w 460455"/>
                <a:gd name="connsiteY223" fmla="*/ 322867 h 405639"/>
                <a:gd name="connsiteX224" fmla="*/ 122021 w 460455"/>
                <a:gd name="connsiteY224" fmla="*/ 323744 h 405639"/>
                <a:gd name="connsiteX225" fmla="*/ 125748 w 460455"/>
                <a:gd name="connsiteY225" fmla="*/ 322977 h 405639"/>
                <a:gd name="connsiteX226" fmla="*/ 124981 w 460455"/>
                <a:gd name="connsiteY226" fmla="*/ 325608 h 405639"/>
                <a:gd name="connsiteX227" fmla="*/ 125529 w 460455"/>
                <a:gd name="connsiteY227" fmla="*/ 327581 h 405639"/>
                <a:gd name="connsiteX228" fmla="*/ 127064 w 460455"/>
                <a:gd name="connsiteY228" fmla="*/ 328787 h 405639"/>
                <a:gd name="connsiteX229" fmla="*/ 129585 w 460455"/>
                <a:gd name="connsiteY229" fmla="*/ 328897 h 405639"/>
                <a:gd name="connsiteX230" fmla="*/ 133203 w 460455"/>
                <a:gd name="connsiteY230" fmla="*/ 329335 h 405639"/>
                <a:gd name="connsiteX231" fmla="*/ 137588 w 460455"/>
                <a:gd name="connsiteY231" fmla="*/ 330651 h 405639"/>
                <a:gd name="connsiteX232" fmla="*/ 141206 w 460455"/>
                <a:gd name="connsiteY232" fmla="*/ 332953 h 405639"/>
                <a:gd name="connsiteX233" fmla="*/ 142412 w 460455"/>
                <a:gd name="connsiteY233" fmla="*/ 336571 h 405639"/>
                <a:gd name="connsiteX234" fmla="*/ 140439 w 460455"/>
                <a:gd name="connsiteY234" fmla="*/ 339422 h 405639"/>
                <a:gd name="connsiteX235" fmla="*/ 136821 w 460455"/>
                <a:gd name="connsiteY235" fmla="*/ 341285 h 405639"/>
                <a:gd name="connsiteX236" fmla="*/ 133203 w 460455"/>
                <a:gd name="connsiteY236" fmla="*/ 342930 h 405639"/>
                <a:gd name="connsiteX237" fmla="*/ 131120 w 460455"/>
                <a:gd name="connsiteY237" fmla="*/ 345890 h 405639"/>
                <a:gd name="connsiteX238" fmla="*/ 131668 w 460455"/>
                <a:gd name="connsiteY238" fmla="*/ 347863 h 405639"/>
                <a:gd name="connsiteX239" fmla="*/ 132874 w 460455"/>
                <a:gd name="connsiteY239" fmla="*/ 348740 h 405639"/>
                <a:gd name="connsiteX240" fmla="*/ 134190 w 460455"/>
                <a:gd name="connsiteY240" fmla="*/ 349617 h 405639"/>
                <a:gd name="connsiteX241" fmla="*/ 135286 w 460455"/>
                <a:gd name="connsiteY241" fmla="*/ 351042 h 405639"/>
                <a:gd name="connsiteX242" fmla="*/ 135506 w 460455"/>
                <a:gd name="connsiteY242" fmla="*/ 352577 h 405639"/>
                <a:gd name="connsiteX243" fmla="*/ 135176 w 460455"/>
                <a:gd name="connsiteY243" fmla="*/ 353783 h 405639"/>
                <a:gd name="connsiteX244" fmla="*/ 134628 w 460455"/>
                <a:gd name="connsiteY244" fmla="*/ 354880 h 405639"/>
                <a:gd name="connsiteX245" fmla="*/ 134409 w 460455"/>
                <a:gd name="connsiteY245" fmla="*/ 356195 h 405639"/>
                <a:gd name="connsiteX246" fmla="*/ 133971 w 460455"/>
                <a:gd name="connsiteY246" fmla="*/ 357072 h 405639"/>
                <a:gd name="connsiteX247" fmla="*/ 133203 w 460455"/>
                <a:gd name="connsiteY247" fmla="*/ 357840 h 405639"/>
                <a:gd name="connsiteX248" fmla="*/ 132874 w 460455"/>
                <a:gd name="connsiteY248" fmla="*/ 358607 h 405639"/>
                <a:gd name="connsiteX249" fmla="*/ 133751 w 460455"/>
                <a:gd name="connsiteY249" fmla="*/ 359594 h 405639"/>
                <a:gd name="connsiteX250" fmla="*/ 134628 w 460455"/>
                <a:gd name="connsiteY250" fmla="*/ 360580 h 405639"/>
                <a:gd name="connsiteX251" fmla="*/ 135286 w 460455"/>
                <a:gd name="connsiteY251" fmla="*/ 361786 h 405639"/>
                <a:gd name="connsiteX252" fmla="*/ 135835 w 460455"/>
                <a:gd name="connsiteY252" fmla="*/ 363212 h 405639"/>
                <a:gd name="connsiteX253" fmla="*/ 136054 w 460455"/>
                <a:gd name="connsiteY253" fmla="*/ 364527 h 405639"/>
                <a:gd name="connsiteX254" fmla="*/ 135396 w 460455"/>
                <a:gd name="connsiteY254" fmla="*/ 370228 h 405639"/>
                <a:gd name="connsiteX255" fmla="*/ 133642 w 460455"/>
                <a:gd name="connsiteY255" fmla="*/ 376368 h 405639"/>
                <a:gd name="connsiteX256" fmla="*/ 133971 w 460455"/>
                <a:gd name="connsiteY256" fmla="*/ 381630 h 405639"/>
                <a:gd name="connsiteX257" fmla="*/ 139123 w 460455"/>
                <a:gd name="connsiteY257" fmla="*/ 384590 h 405639"/>
                <a:gd name="connsiteX258" fmla="*/ 141316 w 460455"/>
                <a:gd name="connsiteY258" fmla="*/ 384261 h 405639"/>
                <a:gd name="connsiteX259" fmla="*/ 143289 w 460455"/>
                <a:gd name="connsiteY259" fmla="*/ 383165 h 405639"/>
                <a:gd name="connsiteX260" fmla="*/ 145153 w 460455"/>
                <a:gd name="connsiteY260" fmla="*/ 381959 h 405639"/>
                <a:gd name="connsiteX261" fmla="*/ 147017 w 460455"/>
                <a:gd name="connsiteY261" fmla="*/ 381411 h 405639"/>
                <a:gd name="connsiteX262" fmla="*/ 148113 w 460455"/>
                <a:gd name="connsiteY262" fmla="*/ 381849 h 405639"/>
                <a:gd name="connsiteX263" fmla="*/ 149539 w 460455"/>
                <a:gd name="connsiteY263" fmla="*/ 382836 h 405639"/>
                <a:gd name="connsiteX264" fmla="*/ 151073 w 460455"/>
                <a:gd name="connsiteY264" fmla="*/ 383823 h 405639"/>
                <a:gd name="connsiteX265" fmla="*/ 152718 w 460455"/>
                <a:gd name="connsiteY265" fmla="*/ 384261 h 405639"/>
                <a:gd name="connsiteX266" fmla="*/ 155349 w 460455"/>
                <a:gd name="connsiteY266" fmla="*/ 384261 h 405639"/>
                <a:gd name="connsiteX267" fmla="*/ 157761 w 460455"/>
                <a:gd name="connsiteY267" fmla="*/ 383603 h 405639"/>
                <a:gd name="connsiteX268" fmla="*/ 160282 w 460455"/>
                <a:gd name="connsiteY268" fmla="*/ 383055 h 405639"/>
                <a:gd name="connsiteX269" fmla="*/ 162804 w 460455"/>
                <a:gd name="connsiteY269" fmla="*/ 383384 h 405639"/>
                <a:gd name="connsiteX270" fmla="*/ 166203 w 460455"/>
                <a:gd name="connsiteY270" fmla="*/ 385357 h 405639"/>
                <a:gd name="connsiteX271" fmla="*/ 170369 w 460455"/>
                <a:gd name="connsiteY271" fmla="*/ 386454 h 405639"/>
                <a:gd name="connsiteX272" fmla="*/ 174644 w 460455"/>
                <a:gd name="connsiteY272" fmla="*/ 386673 h 405639"/>
                <a:gd name="connsiteX273" fmla="*/ 178372 w 460455"/>
                <a:gd name="connsiteY273" fmla="*/ 385577 h 405639"/>
                <a:gd name="connsiteX274" fmla="*/ 181003 w 460455"/>
                <a:gd name="connsiteY274" fmla="*/ 381740 h 405639"/>
                <a:gd name="connsiteX275" fmla="*/ 182318 w 460455"/>
                <a:gd name="connsiteY275" fmla="*/ 376258 h 405639"/>
                <a:gd name="connsiteX276" fmla="*/ 184402 w 460455"/>
                <a:gd name="connsiteY276" fmla="*/ 371653 h 405639"/>
                <a:gd name="connsiteX277" fmla="*/ 189116 w 460455"/>
                <a:gd name="connsiteY277" fmla="*/ 370338 h 405639"/>
                <a:gd name="connsiteX278" fmla="*/ 191089 w 460455"/>
                <a:gd name="connsiteY278" fmla="*/ 372421 h 405639"/>
                <a:gd name="connsiteX279" fmla="*/ 193391 w 460455"/>
                <a:gd name="connsiteY279" fmla="*/ 374175 h 405639"/>
                <a:gd name="connsiteX280" fmla="*/ 195803 w 460455"/>
                <a:gd name="connsiteY280" fmla="*/ 374942 h 405639"/>
                <a:gd name="connsiteX281" fmla="*/ 198544 w 460455"/>
                <a:gd name="connsiteY281" fmla="*/ 374065 h 405639"/>
                <a:gd name="connsiteX282" fmla="*/ 202820 w 460455"/>
                <a:gd name="connsiteY282" fmla="*/ 372421 h 405639"/>
                <a:gd name="connsiteX283" fmla="*/ 207644 w 460455"/>
                <a:gd name="connsiteY283" fmla="*/ 371982 h 405639"/>
                <a:gd name="connsiteX284" fmla="*/ 212577 w 460455"/>
                <a:gd name="connsiteY284" fmla="*/ 372640 h 405639"/>
                <a:gd name="connsiteX285" fmla="*/ 216853 w 460455"/>
                <a:gd name="connsiteY285" fmla="*/ 374065 h 405639"/>
                <a:gd name="connsiteX286" fmla="*/ 217620 w 460455"/>
                <a:gd name="connsiteY286" fmla="*/ 375490 h 405639"/>
                <a:gd name="connsiteX287" fmla="*/ 217730 w 460455"/>
                <a:gd name="connsiteY287" fmla="*/ 377135 h 405639"/>
                <a:gd name="connsiteX288" fmla="*/ 217510 w 460455"/>
                <a:gd name="connsiteY288" fmla="*/ 378779 h 405639"/>
                <a:gd name="connsiteX289" fmla="*/ 216962 w 460455"/>
                <a:gd name="connsiteY289" fmla="*/ 380534 h 405639"/>
                <a:gd name="connsiteX290" fmla="*/ 217620 w 460455"/>
                <a:gd name="connsiteY290" fmla="*/ 381411 h 405639"/>
                <a:gd name="connsiteX291" fmla="*/ 218388 w 460455"/>
                <a:gd name="connsiteY291" fmla="*/ 382178 h 405639"/>
                <a:gd name="connsiteX292" fmla="*/ 219155 w 460455"/>
                <a:gd name="connsiteY292" fmla="*/ 383055 h 405639"/>
                <a:gd name="connsiteX293" fmla="*/ 220032 w 460455"/>
                <a:gd name="connsiteY293" fmla="*/ 383823 h 405639"/>
                <a:gd name="connsiteX294" fmla="*/ 219374 w 460455"/>
                <a:gd name="connsiteY294" fmla="*/ 387879 h 405639"/>
                <a:gd name="connsiteX295" fmla="*/ 215647 w 460455"/>
                <a:gd name="connsiteY295" fmla="*/ 389852 h 405639"/>
                <a:gd name="connsiteX296" fmla="*/ 211042 w 460455"/>
                <a:gd name="connsiteY296" fmla="*/ 391387 h 405639"/>
                <a:gd name="connsiteX297" fmla="*/ 207753 w 460455"/>
                <a:gd name="connsiteY297" fmla="*/ 394457 h 405639"/>
                <a:gd name="connsiteX298" fmla="*/ 208849 w 460455"/>
                <a:gd name="connsiteY298" fmla="*/ 399500 h 405639"/>
                <a:gd name="connsiteX299" fmla="*/ 213235 w 460455"/>
                <a:gd name="connsiteY299" fmla="*/ 403008 h 405639"/>
                <a:gd name="connsiteX300" fmla="*/ 218936 w 460455"/>
                <a:gd name="connsiteY300" fmla="*/ 405201 h 405639"/>
                <a:gd name="connsiteX301" fmla="*/ 223759 w 460455"/>
                <a:gd name="connsiteY301" fmla="*/ 406955 h 405639"/>
                <a:gd name="connsiteX302" fmla="*/ 226939 w 460455"/>
                <a:gd name="connsiteY302" fmla="*/ 408051 h 405639"/>
                <a:gd name="connsiteX303" fmla="*/ 230228 w 460455"/>
                <a:gd name="connsiteY303" fmla="*/ 408599 h 405639"/>
                <a:gd name="connsiteX304" fmla="*/ 233517 w 460455"/>
                <a:gd name="connsiteY304" fmla="*/ 408380 h 405639"/>
                <a:gd name="connsiteX305" fmla="*/ 236806 w 460455"/>
                <a:gd name="connsiteY305" fmla="*/ 407503 h 405639"/>
                <a:gd name="connsiteX306" fmla="*/ 241301 w 460455"/>
                <a:gd name="connsiteY306" fmla="*/ 406188 h 405639"/>
                <a:gd name="connsiteX307" fmla="*/ 244480 w 460455"/>
                <a:gd name="connsiteY307" fmla="*/ 404324 h 405639"/>
                <a:gd name="connsiteX308" fmla="*/ 247221 w 460455"/>
                <a:gd name="connsiteY308" fmla="*/ 401693 h 405639"/>
                <a:gd name="connsiteX309" fmla="*/ 250181 w 460455"/>
                <a:gd name="connsiteY309" fmla="*/ 397856 h 405639"/>
                <a:gd name="connsiteX310" fmla="*/ 251825 w 460455"/>
                <a:gd name="connsiteY310" fmla="*/ 400487 h 405639"/>
                <a:gd name="connsiteX311" fmla="*/ 253799 w 460455"/>
                <a:gd name="connsiteY311" fmla="*/ 401912 h 405639"/>
                <a:gd name="connsiteX312" fmla="*/ 255662 w 460455"/>
                <a:gd name="connsiteY312" fmla="*/ 403337 h 405639"/>
                <a:gd name="connsiteX313" fmla="*/ 256978 w 460455"/>
                <a:gd name="connsiteY313" fmla="*/ 405749 h 405639"/>
                <a:gd name="connsiteX314" fmla="*/ 258513 w 460455"/>
                <a:gd name="connsiteY314" fmla="*/ 409805 h 405639"/>
                <a:gd name="connsiteX315" fmla="*/ 261034 w 460455"/>
                <a:gd name="connsiteY315" fmla="*/ 411450 h 405639"/>
                <a:gd name="connsiteX316" fmla="*/ 264543 w 460455"/>
                <a:gd name="connsiteY316" fmla="*/ 411888 h 405639"/>
                <a:gd name="connsiteX317" fmla="*/ 269147 w 460455"/>
                <a:gd name="connsiteY317" fmla="*/ 412108 h 405639"/>
                <a:gd name="connsiteX318" fmla="*/ 269586 w 460455"/>
                <a:gd name="connsiteY318" fmla="*/ 407832 h 405639"/>
                <a:gd name="connsiteX319" fmla="*/ 270463 w 460455"/>
                <a:gd name="connsiteY319" fmla="*/ 405968 h 405639"/>
                <a:gd name="connsiteX320" fmla="*/ 272546 w 460455"/>
                <a:gd name="connsiteY320" fmla="*/ 405310 h 405639"/>
                <a:gd name="connsiteX321" fmla="*/ 276493 w 460455"/>
                <a:gd name="connsiteY321" fmla="*/ 405201 h 405639"/>
                <a:gd name="connsiteX322" fmla="*/ 280001 w 460455"/>
                <a:gd name="connsiteY322" fmla="*/ 405091 h 405639"/>
                <a:gd name="connsiteX323" fmla="*/ 283509 w 460455"/>
                <a:gd name="connsiteY323" fmla="*/ 404982 h 405639"/>
                <a:gd name="connsiteX324" fmla="*/ 286908 w 460455"/>
                <a:gd name="connsiteY324" fmla="*/ 404872 h 405639"/>
                <a:gd name="connsiteX325" fmla="*/ 290416 w 460455"/>
                <a:gd name="connsiteY325" fmla="*/ 404762 h 405639"/>
                <a:gd name="connsiteX326" fmla="*/ 293705 w 460455"/>
                <a:gd name="connsiteY326" fmla="*/ 404433 h 405639"/>
                <a:gd name="connsiteX327" fmla="*/ 298419 w 460455"/>
                <a:gd name="connsiteY327" fmla="*/ 403885 h 405639"/>
                <a:gd name="connsiteX328" fmla="*/ 303133 w 460455"/>
                <a:gd name="connsiteY328" fmla="*/ 403885 h 405639"/>
                <a:gd name="connsiteX329" fmla="*/ 306093 w 460455"/>
                <a:gd name="connsiteY329" fmla="*/ 404872 h 405639"/>
                <a:gd name="connsiteX330" fmla="*/ 306861 w 460455"/>
                <a:gd name="connsiteY330" fmla="*/ 407174 h 405639"/>
                <a:gd name="connsiteX331" fmla="*/ 306532 w 460455"/>
                <a:gd name="connsiteY331" fmla="*/ 409476 h 405639"/>
                <a:gd name="connsiteX332" fmla="*/ 306641 w 460455"/>
                <a:gd name="connsiteY332" fmla="*/ 411340 h 405639"/>
                <a:gd name="connsiteX333" fmla="*/ 308724 w 460455"/>
                <a:gd name="connsiteY333" fmla="*/ 412546 h 405639"/>
                <a:gd name="connsiteX334" fmla="*/ 311575 w 460455"/>
                <a:gd name="connsiteY334" fmla="*/ 411779 h 405639"/>
                <a:gd name="connsiteX335" fmla="*/ 313000 w 460455"/>
                <a:gd name="connsiteY335" fmla="*/ 408709 h 405639"/>
                <a:gd name="connsiteX336" fmla="*/ 314425 w 460455"/>
                <a:gd name="connsiteY336" fmla="*/ 404982 h 405639"/>
                <a:gd name="connsiteX337" fmla="*/ 317057 w 460455"/>
                <a:gd name="connsiteY337" fmla="*/ 402460 h 405639"/>
                <a:gd name="connsiteX338" fmla="*/ 321551 w 460455"/>
                <a:gd name="connsiteY338" fmla="*/ 401254 h 405639"/>
                <a:gd name="connsiteX339" fmla="*/ 326266 w 460455"/>
                <a:gd name="connsiteY339" fmla="*/ 400706 h 405639"/>
                <a:gd name="connsiteX340" fmla="*/ 330980 w 460455"/>
                <a:gd name="connsiteY340" fmla="*/ 400487 h 405639"/>
                <a:gd name="connsiteX341" fmla="*/ 335694 w 460455"/>
                <a:gd name="connsiteY341" fmla="*/ 400267 h 405639"/>
                <a:gd name="connsiteX342" fmla="*/ 338873 w 460455"/>
                <a:gd name="connsiteY342" fmla="*/ 398075 h 405639"/>
                <a:gd name="connsiteX343" fmla="*/ 338983 w 460455"/>
                <a:gd name="connsiteY343" fmla="*/ 391606 h 405639"/>
                <a:gd name="connsiteX344" fmla="*/ 337338 w 460455"/>
                <a:gd name="connsiteY344" fmla="*/ 384371 h 405639"/>
                <a:gd name="connsiteX345" fmla="*/ 335146 w 460455"/>
                <a:gd name="connsiteY345" fmla="*/ 379547 h 405639"/>
                <a:gd name="connsiteX346" fmla="*/ 335146 w 460455"/>
                <a:gd name="connsiteY346" fmla="*/ 377354 h 405639"/>
                <a:gd name="connsiteX347" fmla="*/ 335913 w 460455"/>
                <a:gd name="connsiteY347" fmla="*/ 375162 h 405639"/>
                <a:gd name="connsiteX348" fmla="*/ 336900 w 460455"/>
                <a:gd name="connsiteY348" fmla="*/ 373188 h 405639"/>
                <a:gd name="connsiteX349" fmla="*/ 337667 w 460455"/>
                <a:gd name="connsiteY349" fmla="*/ 371873 h 405639"/>
                <a:gd name="connsiteX350" fmla="*/ 337448 w 460455"/>
                <a:gd name="connsiteY350" fmla="*/ 371215 h 405639"/>
                <a:gd name="connsiteX351" fmla="*/ 336790 w 460455"/>
                <a:gd name="connsiteY351" fmla="*/ 370338 h 405639"/>
                <a:gd name="connsiteX352" fmla="*/ 336571 w 460455"/>
                <a:gd name="connsiteY352" fmla="*/ 369351 h 405639"/>
                <a:gd name="connsiteX353" fmla="*/ 337448 w 460455"/>
                <a:gd name="connsiteY353" fmla="*/ 368036 h 405639"/>
                <a:gd name="connsiteX354" fmla="*/ 338654 w 460455"/>
                <a:gd name="connsiteY354" fmla="*/ 367707 h 405639"/>
                <a:gd name="connsiteX355" fmla="*/ 340299 w 460455"/>
                <a:gd name="connsiteY355" fmla="*/ 367816 h 405639"/>
                <a:gd name="connsiteX356" fmla="*/ 341943 w 460455"/>
                <a:gd name="connsiteY356" fmla="*/ 368036 h 405639"/>
                <a:gd name="connsiteX357" fmla="*/ 343039 w 460455"/>
                <a:gd name="connsiteY357" fmla="*/ 368255 h 405639"/>
                <a:gd name="connsiteX358" fmla="*/ 344794 w 460455"/>
                <a:gd name="connsiteY358" fmla="*/ 367268 h 405639"/>
                <a:gd name="connsiteX359" fmla="*/ 346767 w 460455"/>
                <a:gd name="connsiteY359" fmla="*/ 364747 h 405639"/>
                <a:gd name="connsiteX360" fmla="*/ 348521 w 460455"/>
                <a:gd name="connsiteY360" fmla="*/ 361786 h 405639"/>
                <a:gd name="connsiteX361" fmla="*/ 349508 w 460455"/>
                <a:gd name="connsiteY361" fmla="*/ 359703 h 405639"/>
                <a:gd name="connsiteX362" fmla="*/ 351152 w 460455"/>
                <a:gd name="connsiteY362" fmla="*/ 356195 h 405639"/>
                <a:gd name="connsiteX363" fmla="*/ 352468 w 460455"/>
                <a:gd name="connsiteY363" fmla="*/ 353674 h 405639"/>
                <a:gd name="connsiteX364" fmla="*/ 354222 w 460455"/>
                <a:gd name="connsiteY364" fmla="*/ 351262 h 405639"/>
                <a:gd name="connsiteX365" fmla="*/ 357291 w 460455"/>
                <a:gd name="connsiteY365" fmla="*/ 348302 h 405639"/>
                <a:gd name="connsiteX366" fmla="*/ 355976 w 460455"/>
                <a:gd name="connsiteY366" fmla="*/ 346548 h 405639"/>
                <a:gd name="connsiteX367" fmla="*/ 353783 w 460455"/>
                <a:gd name="connsiteY367" fmla="*/ 345890 h 405639"/>
                <a:gd name="connsiteX368" fmla="*/ 351371 w 460455"/>
                <a:gd name="connsiteY368" fmla="*/ 345451 h 405639"/>
                <a:gd name="connsiteX369" fmla="*/ 349179 w 460455"/>
                <a:gd name="connsiteY369" fmla="*/ 344574 h 405639"/>
                <a:gd name="connsiteX370" fmla="*/ 347096 w 460455"/>
                <a:gd name="connsiteY370" fmla="*/ 340079 h 405639"/>
                <a:gd name="connsiteX371" fmla="*/ 343587 w 460455"/>
                <a:gd name="connsiteY371" fmla="*/ 338106 h 405639"/>
                <a:gd name="connsiteX372" fmla="*/ 339970 w 460455"/>
                <a:gd name="connsiteY372" fmla="*/ 336023 h 405639"/>
                <a:gd name="connsiteX373" fmla="*/ 337777 w 460455"/>
                <a:gd name="connsiteY373" fmla="*/ 331089 h 405639"/>
                <a:gd name="connsiteX374" fmla="*/ 335913 w 460455"/>
                <a:gd name="connsiteY374" fmla="*/ 325717 h 405639"/>
                <a:gd name="connsiteX375" fmla="*/ 332295 w 460455"/>
                <a:gd name="connsiteY375" fmla="*/ 321223 h 405639"/>
                <a:gd name="connsiteX376" fmla="*/ 328020 w 460455"/>
                <a:gd name="connsiteY376" fmla="*/ 317056 h 405639"/>
                <a:gd name="connsiteX377" fmla="*/ 324183 w 460455"/>
                <a:gd name="connsiteY377" fmla="*/ 312781 h 405639"/>
                <a:gd name="connsiteX378" fmla="*/ 323525 w 460455"/>
                <a:gd name="connsiteY378" fmla="*/ 311794 h 405639"/>
                <a:gd name="connsiteX379" fmla="*/ 322757 w 460455"/>
                <a:gd name="connsiteY379" fmla="*/ 310807 h 405639"/>
                <a:gd name="connsiteX380" fmla="*/ 321990 w 460455"/>
                <a:gd name="connsiteY380" fmla="*/ 309930 h 405639"/>
                <a:gd name="connsiteX381" fmla="*/ 321332 w 460455"/>
                <a:gd name="connsiteY381" fmla="*/ 308944 h 405639"/>
                <a:gd name="connsiteX382" fmla="*/ 318153 w 460455"/>
                <a:gd name="connsiteY382" fmla="*/ 301927 h 405639"/>
                <a:gd name="connsiteX383" fmla="*/ 317495 w 460455"/>
                <a:gd name="connsiteY383" fmla="*/ 294582 h 405639"/>
                <a:gd name="connsiteX384" fmla="*/ 317714 w 460455"/>
                <a:gd name="connsiteY384" fmla="*/ 287017 h 405639"/>
                <a:gd name="connsiteX385" fmla="*/ 316947 w 460455"/>
                <a:gd name="connsiteY385" fmla="*/ 279343 h 405639"/>
                <a:gd name="connsiteX386" fmla="*/ 314754 w 460455"/>
                <a:gd name="connsiteY386" fmla="*/ 275396 h 405639"/>
                <a:gd name="connsiteX387" fmla="*/ 312562 w 460455"/>
                <a:gd name="connsiteY387" fmla="*/ 271559 h 405639"/>
                <a:gd name="connsiteX388" fmla="*/ 310259 w 460455"/>
                <a:gd name="connsiteY388" fmla="*/ 267722 h 405639"/>
                <a:gd name="connsiteX389" fmla="*/ 307738 w 460455"/>
                <a:gd name="connsiteY389" fmla="*/ 263994 h 405639"/>
                <a:gd name="connsiteX390" fmla="*/ 303681 w 460455"/>
                <a:gd name="connsiteY390" fmla="*/ 255334 h 405639"/>
                <a:gd name="connsiteX391" fmla="*/ 301598 w 460455"/>
                <a:gd name="connsiteY391" fmla="*/ 246782 h 405639"/>
                <a:gd name="connsiteX392" fmla="*/ 302256 w 460455"/>
                <a:gd name="connsiteY392" fmla="*/ 238231 h 405639"/>
                <a:gd name="connsiteX393" fmla="*/ 306422 w 460455"/>
                <a:gd name="connsiteY393" fmla="*/ 229351 h 405639"/>
                <a:gd name="connsiteX394" fmla="*/ 308176 w 460455"/>
                <a:gd name="connsiteY394" fmla="*/ 226171 h 405639"/>
                <a:gd name="connsiteX395" fmla="*/ 309821 w 460455"/>
                <a:gd name="connsiteY395" fmla="*/ 222992 h 405639"/>
                <a:gd name="connsiteX396" fmla="*/ 311246 w 460455"/>
                <a:gd name="connsiteY396" fmla="*/ 219703 h 405639"/>
                <a:gd name="connsiteX397" fmla="*/ 311904 w 460455"/>
                <a:gd name="connsiteY397" fmla="*/ 216085 h 405639"/>
                <a:gd name="connsiteX398" fmla="*/ 312013 w 460455"/>
                <a:gd name="connsiteY398" fmla="*/ 212138 h 405639"/>
                <a:gd name="connsiteX399" fmla="*/ 312013 w 460455"/>
                <a:gd name="connsiteY399" fmla="*/ 208630 h 405639"/>
                <a:gd name="connsiteX400" fmla="*/ 313110 w 460455"/>
                <a:gd name="connsiteY400" fmla="*/ 205560 h 405639"/>
                <a:gd name="connsiteX401" fmla="*/ 315960 w 460455"/>
                <a:gd name="connsiteY401" fmla="*/ 202600 h 405639"/>
                <a:gd name="connsiteX402" fmla="*/ 318153 w 460455"/>
                <a:gd name="connsiteY402" fmla="*/ 198763 h 405639"/>
                <a:gd name="connsiteX403" fmla="*/ 320236 w 460455"/>
                <a:gd name="connsiteY403" fmla="*/ 194049 h 405639"/>
                <a:gd name="connsiteX404" fmla="*/ 323086 w 460455"/>
                <a:gd name="connsiteY404" fmla="*/ 190541 h 405639"/>
                <a:gd name="connsiteX405" fmla="*/ 327143 w 460455"/>
                <a:gd name="connsiteY405" fmla="*/ 189993 h 405639"/>
                <a:gd name="connsiteX406" fmla="*/ 329993 w 460455"/>
                <a:gd name="connsiteY406" fmla="*/ 193720 h 405639"/>
                <a:gd name="connsiteX407" fmla="*/ 330761 w 460455"/>
                <a:gd name="connsiteY407" fmla="*/ 198215 h 405639"/>
                <a:gd name="connsiteX408" fmla="*/ 332624 w 460455"/>
                <a:gd name="connsiteY408" fmla="*/ 202052 h 405639"/>
                <a:gd name="connsiteX409" fmla="*/ 338216 w 460455"/>
                <a:gd name="connsiteY409" fmla="*/ 203916 h 405639"/>
                <a:gd name="connsiteX410" fmla="*/ 342272 w 460455"/>
                <a:gd name="connsiteY410" fmla="*/ 204574 h 405639"/>
                <a:gd name="connsiteX411" fmla="*/ 346328 w 460455"/>
                <a:gd name="connsiteY411" fmla="*/ 205341 h 405639"/>
                <a:gd name="connsiteX412" fmla="*/ 350165 w 460455"/>
                <a:gd name="connsiteY412" fmla="*/ 205451 h 405639"/>
                <a:gd name="connsiteX413" fmla="*/ 354003 w 460455"/>
                <a:gd name="connsiteY413" fmla="*/ 204245 h 405639"/>
                <a:gd name="connsiteX414" fmla="*/ 357072 w 460455"/>
                <a:gd name="connsiteY414" fmla="*/ 202052 h 405639"/>
                <a:gd name="connsiteX415" fmla="*/ 360252 w 460455"/>
                <a:gd name="connsiteY415" fmla="*/ 199531 h 405639"/>
                <a:gd name="connsiteX416" fmla="*/ 363650 w 460455"/>
                <a:gd name="connsiteY416" fmla="*/ 197886 h 405639"/>
                <a:gd name="connsiteX417" fmla="*/ 367378 w 460455"/>
                <a:gd name="connsiteY417" fmla="*/ 198106 h 405639"/>
                <a:gd name="connsiteX418" fmla="*/ 368036 w 460455"/>
                <a:gd name="connsiteY418" fmla="*/ 198325 h 405639"/>
                <a:gd name="connsiteX419" fmla="*/ 368584 w 460455"/>
                <a:gd name="connsiteY419" fmla="*/ 198654 h 405639"/>
                <a:gd name="connsiteX420" fmla="*/ 369132 w 460455"/>
                <a:gd name="connsiteY420" fmla="*/ 198983 h 405639"/>
                <a:gd name="connsiteX421" fmla="*/ 369680 w 460455"/>
                <a:gd name="connsiteY421" fmla="*/ 199421 h 405639"/>
                <a:gd name="connsiteX422" fmla="*/ 371982 w 460455"/>
                <a:gd name="connsiteY422" fmla="*/ 202929 h 405639"/>
                <a:gd name="connsiteX423" fmla="*/ 374504 w 460455"/>
                <a:gd name="connsiteY423" fmla="*/ 206547 h 405639"/>
                <a:gd name="connsiteX424" fmla="*/ 377574 w 460455"/>
                <a:gd name="connsiteY424" fmla="*/ 209069 h 405639"/>
                <a:gd name="connsiteX425" fmla="*/ 381740 w 460455"/>
                <a:gd name="connsiteY425" fmla="*/ 209069 h 405639"/>
                <a:gd name="connsiteX426" fmla="*/ 383603 w 460455"/>
                <a:gd name="connsiteY426" fmla="*/ 207863 h 405639"/>
                <a:gd name="connsiteX427" fmla="*/ 384919 w 460455"/>
                <a:gd name="connsiteY427" fmla="*/ 206109 h 405639"/>
                <a:gd name="connsiteX428" fmla="*/ 386015 w 460455"/>
                <a:gd name="connsiteY428" fmla="*/ 204245 h 405639"/>
                <a:gd name="connsiteX429" fmla="*/ 387440 w 460455"/>
                <a:gd name="connsiteY429" fmla="*/ 202710 h 405639"/>
                <a:gd name="connsiteX430" fmla="*/ 389195 w 460455"/>
                <a:gd name="connsiteY430" fmla="*/ 201943 h 405639"/>
                <a:gd name="connsiteX431" fmla="*/ 391058 w 460455"/>
                <a:gd name="connsiteY431" fmla="*/ 201723 h 405639"/>
                <a:gd name="connsiteX432" fmla="*/ 392812 w 460455"/>
                <a:gd name="connsiteY432" fmla="*/ 201175 h 405639"/>
                <a:gd name="connsiteX433" fmla="*/ 394566 w 460455"/>
                <a:gd name="connsiteY433" fmla="*/ 199531 h 405639"/>
                <a:gd name="connsiteX434" fmla="*/ 396540 w 460455"/>
                <a:gd name="connsiteY434" fmla="*/ 195255 h 405639"/>
                <a:gd name="connsiteX435" fmla="*/ 397746 w 460455"/>
                <a:gd name="connsiteY435" fmla="*/ 190322 h 405639"/>
                <a:gd name="connsiteX436" fmla="*/ 398294 w 460455"/>
                <a:gd name="connsiteY436" fmla="*/ 185279 h 405639"/>
                <a:gd name="connsiteX437" fmla="*/ 398513 w 460455"/>
                <a:gd name="connsiteY437" fmla="*/ 180345 h 405639"/>
                <a:gd name="connsiteX438" fmla="*/ 398732 w 460455"/>
                <a:gd name="connsiteY438" fmla="*/ 172890 h 405639"/>
                <a:gd name="connsiteX439" fmla="*/ 399281 w 460455"/>
                <a:gd name="connsiteY439" fmla="*/ 164997 h 405639"/>
                <a:gd name="connsiteX440" fmla="*/ 400706 w 460455"/>
                <a:gd name="connsiteY440" fmla="*/ 157432 h 405639"/>
                <a:gd name="connsiteX441" fmla="*/ 403337 w 460455"/>
                <a:gd name="connsiteY441" fmla="*/ 150415 h 405639"/>
                <a:gd name="connsiteX442" fmla="*/ 406626 w 460455"/>
                <a:gd name="connsiteY442" fmla="*/ 146249 h 405639"/>
                <a:gd name="connsiteX443" fmla="*/ 411231 w 460455"/>
                <a:gd name="connsiteY443" fmla="*/ 143180 h 405639"/>
                <a:gd name="connsiteX444" fmla="*/ 416493 w 460455"/>
                <a:gd name="connsiteY444" fmla="*/ 141645 h 405639"/>
                <a:gd name="connsiteX445" fmla="*/ 421536 w 460455"/>
                <a:gd name="connsiteY445" fmla="*/ 141426 h 405639"/>
                <a:gd name="connsiteX446" fmla="*/ 424715 w 460455"/>
                <a:gd name="connsiteY446" fmla="*/ 141974 h 405639"/>
                <a:gd name="connsiteX447" fmla="*/ 427785 w 460455"/>
                <a:gd name="connsiteY447" fmla="*/ 142741 h 405639"/>
                <a:gd name="connsiteX448" fmla="*/ 430635 w 460455"/>
                <a:gd name="connsiteY448" fmla="*/ 144167 h 405639"/>
                <a:gd name="connsiteX449" fmla="*/ 432938 w 460455"/>
                <a:gd name="connsiteY449" fmla="*/ 146469 h 405639"/>
                <a:gd name="connsiteX450" fmla="*/ 436556 w 460455"/>
                <a:gd name="connsiteY450" fmla="*/ 150196 h 405639"/>
                <a:gd name="connsiteX451" fmla="*/ 441928 w 460455"/>
                <a:gd name="connsiteY451" fmla="*/ 151183 h 405639"/>
                <a:gd name="connsiteX452" fmla="*/ 447738 w 460455"/>
                <a:gd name="connsiteY452" fmla="*/ 150415 h 405639"/>
                <a:gd name="connsiteX453" fmla="*/ 452781 w 460455"/>
                <a:gd name="connsiteY453" fmla="*/ 148771 h 405639"/>
                <a:gd name="connsiteX454" fmla="*/ 455522 w 460455"/>
                <a:gd name="connsiteY454" fmla="*/ 147126 h 405639"/>
                <a:gd name="connsiteX455" fmla="*/ 456618 w 460455"/>
                <a:gd name="connsiteY455" fmla="*/ 145372 h 405639"/>
                <a:gd name="connsiteX456" fmla="*/ 457276 w 460455"/>
                <a:gd name="connsiteY456" fmla="*/ 143509 h 405639"/>
                <a:gd name="connsiteX457" fmla="*/ 458701 w 460455"/>
                <a:gd name="connsiteY457" fmla="*/ 141316 h 405639"/>
                <a:gd name="connsiteX458" fmla="*/ 460565 w 460455"/>
                <a:gd name="connsiteY458" fmla="*/ 139672 h 405639"/>
                <a:gd name="connsiteX459" fmla="*/ 462758 w 460455"/>
                <a:gd name="connsiteY459" fmla="*/ 138575 h 405639"/>
                <a:gd name="connsiteX460" fmla="*/ 465170 w 460455"/>
                <a:gd name="connsiteY460" fmla="*/ 137589 h 405639"/>
                <a:gd name="connsiteX461" fmla="*/ 467801 w 460455"/>
                <a:gd name="connsiteY461" fmla="*/ 136602 h 405639"/>
                <a:gd name="connsiteX462" fmla="*/ 469993 w 460455"/>
                <a:gd name="connsiteY462" fmla="*/ 134628 h 405639"/>
                <a:gd name="connsiteX463" fmla="*/ 471309 w 460455"/>
                <a:gd name="connsiteY463" fmla="*/ 131888 h 40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</a:cxnLst>
              <a:rect l="l" t="t" r="r" b="b"/>
              <a:pathLst>
                <a:path w="460455" h="405639">
                  <a:moveTo>
                    <a:pt x="471090" y="129037"/>
                  </a:moveTo>
                  <a:lnTo>
                    <a:pt x="468897" y="126954"/>
                  </a:lnTo>
                  <a:lnTo>
                    <a:pt x="463087" y="126406"/>
                  </a:lnTo>
                  <a:lnTo>
                    <a:pt x="457934" y="125419"/>
                  </a:lnTo>
                  <a:lnTo>
                    <a:pt x="454535" y="122459"/>
                  </a:lnTo>
                  <a:lnTo>
                    <a:pt x="453987" y="115991"/>
                  </a:lnTo>
                  <a:lnTo>
                    <a:pt x="454645" y="113250"/>
                  </a:lnTo>
                  <a:lnTo>
                    <a:pt x="455303" y="111496"/>
                  </a:lnTo>
                  <a:lnTo>
                    <a:pt x="455303" y="109632"/>
                  </a:lnTo>
                  <a:lnTo>
                    <a:pt x="454097" y="106563"/>
                  </a:lnTo>
                  <a:lnTo>
                    <a:pt x="453439" y="103822"/>
                  </a:lnTo>
                  <a:lnTo>
                    <a:pt x="453987" y="101191"/>
                  </a:lnTo>
                  <a:lnTo>
                    <a:pt x="454755" y="98559"/>
                  </a:lnTo>
                  <a:lnTo>
                    <a:pt x="454974" y="95599"/>
                  </a:lnTo>
                  <a:lnTo>
                    <a:pt x="448944" y="92968"/>
                  </a:lnTo>
                  <a:lnTo>
                    <a:pt x="443572" y="89898"/>
                  </a:lnTo>
                  <a:lnTo>
                    <a:pt x="437652" y="87925"/>
                  </a:lnTo>
                  <a:lnTo>
                    <a:pt x="430307" y="88035"/>
                  </a:lnTo>
                  <a:lnTo>
                    <a:pt x="421865" y="87158"/>
                  </a:lnTo>
                  <a:lnTo>
                    <a:pt x="413752" y="80909"/>
                  </a:lnTo>
                  <a:lnTo>
                    <a:pt x="406078" y="73015"/>
                  </a:lnTo>
                  <a:lnTo>
                    <a:pt x="398623" y="67205"/>
                  </a:lnTo>
                  <a:lnTo>
                    <a:pt x="398184" y="66985"/>
                  </a:lnTo>
                  <a:lnTo>
                    <a:pt x="397746" y="66766"/>
                  </a:lnTo>
                  <a:lnTo>
                    <a:pt x="396869" y="66328"/>
                  </a:lnTo>
                  <a:lnTo>
                    <a:pt x="390291" y="64025"/>
                  </a:lnTo>
                  <a:lnTo>
                    <a:pt x="383823" y="61833"/>
                  </a:lnTo>
                  <a:lnTo>
                    <a:pt x="377354" y="59859"/>
                  </a:lnTo>
                  <a:lnTo>
                    <a:pt x="370776" y="57886"/>
                  </a:lnTo>
                  <a:lnTo>
                    <a:pt x="368255" y="57228"/>
                  </a:lnTo>
                  <a:lnTo>
                    <a:pt x="365843" y="56461"/>
                  </a:lnTo>
                  <a:lnTo>
                    <a:pt x="363541" y="55364"/>
                  </a:lnTo>
                  <a:lnTo>
                    <a:pt x="361348" y="54049"/>
                  </a:lnTo>
                  <a:lnTo>
                    <a:pt x="357730" y="52404"/>
                  </a:lnTo>
                  <a:lnTo>
                    <a:pt x="353893" y="50979"/>
                  </a:lnTo>
                  <a:lnTo>
                    <a:pt x="350165" y="49444"/>
                  </a:lnTo>
                  <a:lnTo>
                    <a:pt x="346657" y="47690"/>
                  </a:lnTo>
                  <a:lnTo>
                    <a:pt x="344245" y="46265"/>
                  </a:lnTo>
                  <a:lnTo>
                    <a:pt x="342382" y="45607"/>
                  </a:lnTo>
                  <a:lnTo>
                    <a:pt x="340518" y="45059"/>
                  </a:lnTo>
                  <a:lnTo>
                    <a:pt x="338216" y="44292"/>
                  </a:lnTo>
                  <a:lnTo>
                    <a:pt x="336681" y="43195"/>
                  </a:lnTo>
                  <a:lnTo>
                    <a:pt x="335585" y="41989"/>
                  </a:lnTo>
                  <a:lnTo>
                    <a:pt x="334049" y="41112"/>
                  </a:lnTo>
                  <a:lnTo>
                    <a:pt x="331309" y="41331"/>
                  </a:lnTo>
                  <a:lnTo>
                    <a:pt x="329226" y="42208"/>
                  </a:lnTo>
                  <a:lnTo>
                    <a:pt x="327143" y="43743"/>
                  </a:lnTo>
                  <a:lnTo>
                    <a:pt x="325279" y="45607"/>
                  </a:lnTo>
                  <a:lnTo>
                    <a:pt x="323854" y="47361"/>
                  </a:lnTo>
                  <a:lnTo>
                    <a:pt x="322429" y="49883"/>
                  </a:lnTo>
                  <a:lnTo>
                    <a:pt x="321222" y="52514"/>
                  </a:lnTo>
                  <a:lnTo>
                    <a:pt x="320236" y="55255"/>
                  </a:lnTo>
                  <a:lnTo>
                    <a:pt x="319359" y="57996"/>
                  </a:lnTo>
                  <a:lnTo>
                    <a:pt x="318482" y="62271"/>
                  </a:lnTo>
                  <a:lnTo>
                    <a:pt x="317714" y="67095"/>
                  </a:lnTo>
                  <a:lnTo>
                    <a:pt x="316728" y="71919"/>
                  </a:lnTo>
                  <a:lnTo>
                    <a:pt x="315302" y="75756"/>
                  </a:lnTo>
                  <a:lnTo>
                    <a:pt x="310698" y="79264"/>
                  </a:lnTo>
                  <a:lnTo>
                    <a:pt x="304010" y="80251"/>
                  </a:lnTo>
                  <a:lnTo>
                    <a:pt x="296665" y="80251"/>
                  </a:lnTo>
                  <a:lnTo>
                    <a:pt x="290087" y="80360"/>
                  </a:lnTo>
                  <a:lnTo>
                    <a:pt x="285811" y="77510"/>
                  </a:lnTo>
                  <a:lnTo>
                    <a:pt x="281755" y="74002"/>
                  </a:lnTo>
                  <a:lnTo>
                    <a:pt x="277698" y="70384"/>
                  </a:lnTo>
                  <a:lnTo>
                    <a:pt x="273752" y="66876"/>
                  </a:lnTo>
                  <a:lnTo>
                    <a:pt x="264433" y="59530"/>
                  </a:lnTo>
                  <a:lnTo>
                    <a:pt x="255114" y="52295"/>
                  </a:lnTo>
                  <a:lnTo>
                    <a:pt x="245905" y="45059"/>
                  </a:lnTo>
                  <a:lnTo>
                    <a:pt x="236806" y="37604"/>
                  </a:lnTo>
                  <a:lnTo>
                    <a:pt x="233736" y="34534"/>
                  </a:lnTo>
                  <a:lnTo>
                    <a:pt x="230666" y="31465"/>
                  </a:lnTo>
                  <a:lnTo>
                    <a:pt x="227487" y="28504"/>
                  </a:lnTo>
                  <a:lnTo>
                    <a:pt x="224198" y="25873"/>
                  </a:lnTo>
                  <a:lnTo>
                    <a:pt x="218278" y="23571"/>
                  </a:lnTo>
                  <a:lnTo>
                    <a:pt x="211700" y="22146"/>
                  </a:lnTo>
                  <a:lnTo>
                    <a:pt x="204903" y="21488"/>
                  </a:lnTo>
                  <a:lnTo>
                    <a:pt x="198654" y="21159"/>
                  </a:lnTo>
                  <a:lnTo>
                    <a:pt x="191528" y="22036"/>
                  </a:lnTo>
                  <a:lnTo>
                    <a:pt x="184182" y="23900"/>
                  </a:lnTo>
                  <a:lnTo>
                    <a:pt x="176947" y="25106"/>
                  </a:lnTo>
                  <a:lnTo>
                    <a:pt x="170040" y="24119"/>
                  </a:lnTo>
                  <a:lnTo>
                    <a:pt x="167737" y="22913"/>
                  </a:lnTo>
                  <a:lnTo>
                    <a:pt x="165435" y="21269"/>
                  </a:lnTo>
                  <a:lnTo>
                    <a:pt x="163352" y="19405"/>
                  </a:lnTo>
                  <a:lnTo>
                    <a:pt x="161598" y="17322"/>
                  </a:lnTo>
                  <a:lnTo>
                    <a:pt x="160392" y="14581"/>
                  </a:lnTo>
                  <a:lnTo>
                    <a:pt x="160173" y="11511"/>
                  </a:lnTo>
                  <a:lnTo>
                    <a:pt x="160392" y="8332"/>
                  </a:lnTo>
                  <a:lnTo>
                    <a:pt x="159844" y="5372"/>
                  </a:lnTo>
                  <a:lnTo>
                    <a:pt x="156665" y="1316"/>
                  </a:lnTo>
                  <a:lnTo>
                    <a:pt x="152389" y="0"/>
                  </a:lnTo>
                  <a:lnTo>
                    <a:pt x="147565" y="658"/>
                  </a:lnTo>
                  <a:lnTo>
                    <a:pt x="142961" y="2521"/>
                  </a:lnTo>
                  <a:lnTo>
                    <a:pt x="142522" y="2741"/>
                  </a:lnTo>
                  <a:lnTo>
                    <a:pt x="141974" y="3070"/>
                  </a:lnTo>
                  <a:lnTo>
                    <a:pt x="141535" y="3289"/>
                  </a:lnTo>
                  <a:lnTo>
                    <a:pt x="141097" y="3618"/>
                  </a:lnTo>
                  <a:lnTo>
                    <a:pt x="133971" y="8113"/>
                  </a:lnTo>
                  <a:lnTo>
                    <a:pt x="128050" y="10744"/>
                  </a:lnTo>
                  <a:lnTo>
                    <a:pt x="121911" y="10525"/>
                  </a:lnTo>
                  <a:lnTo>
                    <a:pt x="114017" y="6688"/>
                  </a:lnTo>
                  <a:lnTo>
                    <a:pt x="110400" y="10415"/>
                  </a:lnTo>
                  <a:lnTo>
                    <a:pt x="106015" y="15020"/>
                  </a:lnTo>
                  <a:lnTo>
                    <a:pt x="102396" y="19953"/>
                  </a:lnTo>
                  <a:lnTo>
                    <a:pt x="101081" y="24887"/>
                  </a:lnTo>
                  <a:lnTo>
                    <a:pt x="102616" y="29930"/>
                  </a:lnTo>
                  <a:lnTo>
                    <a:pt x="105466" y="34425"/>
                  </a:lnTo>
                  <a:lnTo>
                    <a:pt x="108755" y="38700"/>
                  </a:lnTo>
                  <a:lnTo>
                    <a:pt x="111496" y="43086"/>
                  </a:lnTo>
                  <a:lnTo>
                    <a:pt x="110619" y="49773"/>
                  </a:lnTo>
                  <a:lnTo>
                    <a:pt x="103712" y="55255"/>
                  </a:lnTo>
                  <a:lnTo>
                    <a:pt x="95490" y="60736"/>
                  </a:lnTo>
                  <a:lnTo>
                    <a:pt x="90556" y="67314"/>
                  </a:lnTo>
                  <a:lnTo>
                    <a:pt x="91104" y="75098"/>
                  </a:lnTo>
                  <a:lnTo>
                    <a:pt x="94832" y="81786"/>
                  </a:lnTo>
                  <a:lnTo>
                    <a:pt x="99546" y="88035"/>
                  </a:lnTo>
                  <a:lnTo>
                    <a:pt x="103383" y="94503"/>
                  </a:lnTo>
                  <a:lnTo>
                    <a:pt x="104699" y="98450"/>
                  </a:lnTo>
                  <a:lnTo>
                    <a:pt x="105028" y="102506"/>
                  </a:lnTo>
                  <a:lnTo>
                    <a:pt x="104699" y="106672"/>
                  </a:lnTo>
                  <a:lnTo>
                    <a:pt x="103822" y="110619"/>
                  </a:lnTo>
                  <a:lnTo>
                    <a:pt x="100313" y="116758"/>
                  </a:lnTo>
                  <a:lnTo>
                    <a:pt x="96147" y="121911"/>
                  </a:lnTo>
                  <a:lnTo>
                    <a:pt x="91433" y="126516"/>
                  </a:lnTo>
                  <a:lnTo>
                    <a:pt x="86171" y="131010"/>
                  </a:lnTo>
                  <a:lnTo>
                    <a:pt x="83759" y="132765"/>
                  </a:lnTo>
                  <a:lnTo>
                    <a:pt x="81128" y="134080"/>
                  </a:lnTo>
                  <a:lnTo>
                    <a:pt x="78387" y="134957"/>
                  </a:lnTo>
                  <a:lnTo>
                    <a:pt x="75537" y="135286"/>
                  </a:lnTo>
                  <a:lnTo>
                    <a:pt x="72357" y="135067"/>
                  </a:lnTo>
                  <a:lnTo>
                    <a:pt x="68301" y="134848"/>
                  </a:lnTo>
                  <a:lnTo>
                    <a:pt x="64574" y="135396"/>
                  </a:lnTo>
                  <a:lnTo>
                    <a:pt x="61833" y="137150"/>
                  </a:lnTo>
                  <a:lnTo>
                    <a:pt x="60517" y="139452"/>
                  </a:lnTo>
                  <a:lnTo>
                    <a:pt x="59201" y="141974"/>
                  </a:lnTo>
                  <a:lnTo>
                    <a:pt x="57886" y="144386"/>
                  </a:lnTo>
                  <a:lnTo>
                    <a:pt x="56461" y="146688"/>
                  </a:lnTo>
                  <a:lnTo>
                    <a:pt x="53829" y="148990"/>
                  </a:lnTo>
                  <a:lnTo>
                    <a:pt x="50870" y="150635"/>
                  </a:lnTo>
                  <a:lnTo>
                    <a:pt x="48129" y="152498"/>
                  </a:lnTo>
                  <a:lnTo>
                    <a:pt x="46265" y="155568"/>
                  </a:lnTo>
                  <a:lnTo>
                    <a:pt x="45497" y="157542"/>
                  </a:lnTo>
                  <a:lnTo>
                    <a:pt x="44620" y="159515"/>
                  </a:lnTo>
                  <a:lnTo>
                    <a:pt x="43743" y="161379"/>
                  </a:lnTo>
                  <a:lnTo>
                    <a:pt x="42647" y="163133"/>
                  </a:lnTo>
                  <a:lnTo>
                    <a:pt x="35850" y="170807"/>
                  </a:lnTo>
                  <a:lnTo>
                    <a:pt x="29820" y="179139"/>
                  </a:lnTo>
                  <a:lnTo>
                    <a:pt x="24119" y="187910"/>
                  </a:lnTo>
                  <a:lnTo>
                    <a:pt x="18638" y="196680"/>
                  </a:lnTo>
                  <a:lnTo>
                    <a:pt x="16555" y="200189"/>
                  </a:lnTo>
                  <a:lnTo>
                    <a:pt x="14581" y="203587"/>
                  </a:lnTo>
                  <a:lnTo>
                    <a:pt x="12608" y="206986"/>
                  </a:lnTo>
                  <a:lnTo>
                    <a:pt x="10634" y="210384"/>
                  </a:lnTo>
                  <a:lnTo>
                    <a:pt x="9977" y="211590"/>
                  </a:lnTo>
                  <a:lnTo>
                    <a:pt x="9429" y="212796"/>
                  </a:lnTo>
                  <a:lnTo>
                    <a:pt x="8770" y="214002"/>
                  </a:lnTo>
                  <a:lnTo>
                    <a:pt x="8222" y="215208"/>
                  </a:lnTo>
                  <a:lnTo>
                    <a:pt x="5153" y="221128"/>
                  </a:lnTo>
                  <a:lnTo>
                    <a:pt x="2302" y="227597"/>
                  </a:lnTo>
                  <a:lnTo>
                    <a:pt x="987" y="234174"/>
                  </a:lnTo>
                  <a:lnTo>
                    <a:pt x="2851" y="240424"/>
                  </a:lnTo>
                  <a:lnTo>
                    <a:pt x="7455" y="245576"/>
                  </a:lnTo>
                  <a:lnTo>
                    <a:pt x="12827" y="249852"/>
                  </a:lnTo>
                  <a:lnTo>
                    <a:pt x="18199" y="254018"/>
                  </a:lnTo>
                  <a:lnTo>
                    <a:pt x="22913" y="259061"/>
                  </a:lnTo>
                  <a:lnTo>
                    <a:pt x="23242" y="259609"/>
                  </a:lnTo>
                  <a:lnTo>
                    <a:pt x="23571" y="260267"/>
                  </a:lnTo>
                  <a:lnTo>
                    <a:pt x="23900" y="260925"/>
                  </a:lnTo>
                  <a:lnTo>
                    <a:pt x="24119" y="261473"/>
                  </a:lnTo>
                  <a:lnTo>
                    <a:pt x="25983" y="270134"/>
                  </a:lnTo>
                  <a:lnTo>
                    <a:pt x="23461" y="276821"/>
                  </a:lnTo>
                  <a:lnTo>
                    <a:pt x="18309" y="282632"/>
                  </a:lnTo>
                  <a:lnTo>
                    <a:pt x="12717" y="288442"/>
                  </a:lnTo>
                  <a:lnTo>
                    <a:pt x="7674" y="295020"/>
                  </a:lnTo>
                  <a:lnTo>
                    <a:pt x="3727" y="301708"/>
                  </a:lnTo>
                  <a:lnTo>
                    <a:pt x="439" y="308724"/>
                  </a:lnTo>
                  <a:lnTo>
                    <a:pt x="0" y="312123"/>
                  </a:lnTo>
                  <a:lnTo>
                    <a:pt x="20501" y="308724"/>
                  </a:lnTo>
                  <a:lnTo>
                    <a:pt x="17322" y="316618"/>
                  </a:lnTo>
                  <a:lnTo>
                    <a:pt x="16445" y="321003"/>
                  </a:lnTo>
                  <a:lnTo>
                    <a:pt x="18418" y="322977"/>
                  </a:lnTo>
                  <a:lnTo>
                    <a:pt x="21159" y="321551"/>
                  </a:lnTo>
                  <a:lnTo>
                    <a:pt x="23133" y="315741"/>
                  </a:lnTo>
                  <a:lnTo>
                    <a:pt x="26531" y="314425"/>
                  </a:lnTo>
                  <a:lnTo>
                    <a:pt x="29601" y="316399"/>
                  </a:lnTo>
                  <a:lnTo>
                    <a:pt x="30916" y="321113"/>
                  </a:lnTo>
                  <a:lnTo>
                    <a:pt x="32890" y="340299"/>
                  </a:lnTo>
                  <a:lnTo>
                    <a:pt x="33767" y="341285"/>
                  </a:lnTo>
                  <a:lnTo>
                    <a:pt x="34644" y="341943"/>
                  </a:lnTo>
                  <a:lnTo>
                    <a:pt x="35411" y="342930"/>
                  </a:lnTo>
                  <a:lnTo>
                    <a:pt x="37056" y="347863"/>
                  </a:lnTo>
                  <a:lnTo>
                    <a:pt x="38262" y="350385"/>
                  </a:lnTo>
                  <a:lnTo>
                    <a:pt x="40673" y="351371"/>
                  </a:lnTo>
                  <a:lnTo>
                    <a:pt x="45388" y="351481"/>
                  </a:lnTo>
                  <a:lnTo>
                    <a:pt x="47251" y="351042"/>
                  </a:lnTo>
                  <a:lnTo>
                    <a:pt x="49554" y="349069"/>
                  </a:lnTo>
                  <a:lnTo>
                    <a:pt x="51527" y="348631"/>
                  </a:lnTo>
                  <a:lnTo>
                    <a:pt x="53391" y="349069"/>
                  </a:lnTo>
                  <a:lnTo>
                    <a:pt x="56461" y="351042"/>
                  </a:lnTo>
                  <a:lnTo>
                    <a:pt x="57557" y="351481"/>
                  </a:lnTo>
                  <a:lnTo>
                    <a:pt x="59311" y="351042"/>
                  </a:lnTo>
                  <a:lnTo>
                    <a:pt x="61284" y="349069"/>
                  </a:lnTo>
                  <a:lnTo>
                    <a:pt x="62929" y="348631"/>
                  </a:lnTo>
                  <a:lnTo>
                    <a:pt x="64793" y="348740"/>
                  </a:lnTo>
                  <a:lnTo>
                    <a:pt x="70384" y="350165"/>
                  </a:lnTo>
                  <a:lnTo>
                    <a:pt x="77181" y="350165"/>
                  </a:lnTo>
                  <a:lnTo>
                    <a:pt x="80799" y="350823"/>
                  </a:lnTo>
                  <a:lnTo>
                    <a:pt x="83978" y="353016"/>
                  </a:lnTo>
                  <a:lnTo>
                    <a:pt x="85513" y="350165"/>
                  </a:lnTo>
                  <a:lnTo>
                    <a:pt x="90885" y="343916"/>
                  </a:lnTo>
                  <a:lnTo>
                    <a:pt x="91982" y="340847"/>
                  </a:lnTo>
                  <a:lnTo>
                    <a:pt x="92311" y="339093"/>
                  </a:lnTo>
                  <a:lnTo>
                    <a:pt x="94064" y="336352"/>
                  </a:lnTo>
                  <a:lnTo>
                    <a:pt x="94722" y="334378"/>
                  </a:lnTo>
                  <a:lnTo>
                    <a:pt x="94722" y="332515"/>
                  </a:lnTo>
                  <a:lnTo>
                    <a:pt x="94613" y="330322"/>
                  </a:lnTo>
                  <a:lnTo>
                    <a:pt x="94613" y="328129"/>
                  </a:lnTo>
                  <a:lnTo>
                    <a:pt x="95380" y="326485"/>
                  </a:lnTo>
                  <a:lnTo>
                    <a:pt x="96915" y="325937"/>
                  </a:lnTo>
                  <a:lnTo>
                    <a:pt x="103383" y="325827"/>
                  </a:lnTo>
                  <a:lnTo>
                    <a:pt x="105247" y="325389"/>
                  </a:lnTo>
                  <a:lnTo>
                    <a:pt x="109084" y="323525"/>
                  </a:lnTo>
                  <a:lnTo>
                    <a:pt x="110948" y="322977"/>
                  </a:lnTo>
                  <a:lnTo>
                    <a:pt x="115004" y="322867"/>
                  </a:lnTo>
                  <a:lnTo>
                    <a:pt x="122021" y="323744"/>
                  </a:lnTo>
                  <a:lnTo>
                    <a:pt x="125748" y="322977"/>
                  </a:lnTo>
                  <a:lnTo>
                    <a:pt x="124981" y="325608"/>
                  </a:lnTo>
                  <a:lnTo>
                    <a:pt x="125529" y="327581"/>
                  </a:lnTo>
                  <a:lnTo>
                    <a:pt x="127064" y="328787"/>
                  </a:lnTo>
                  <a:lnTo>
                    <a:pt x="129585" y="328897"/>
                  </a:lnTo>
                  <a:lnTo>
                    <a:pt x="133203" y="329335"/>
                  </a:lnTo>
                  <a:lnTo>
                    <a:pt x="137588" y="330651"/>
                  </a:lnTo>
                  <a:lnTo>
                    <a:pt x="141206" y="332953"/>
                  </a:lnTo>
                  <a:lnTo>
                    <a:pt x="142412" y="336571"/>
                  </a:lnTo>
                  <a:lnTo>
                    <a:pt x="140439" y="339422"/>
                  </a:lnTo>
                  <a:lnTo>
                    <a:pt x="136821" y="341285"/>
                  </a:lnTo>
                  <a:lnTo>
                    <a:pt x="133203" y="342930"/>
                  </a:lnTo>
                  <a:lnTo>
                    <a:pt x="131120" y="345890"/>
                  </a:lnTo>
                  <a:lnTo>
                    <a:pt x="131668" y="347863"/>
                  </a:lnTo>
                  <a:lnTo>
                    <a:pt x="132874" y="348740"/>
                  </a:lnTo>
                  <a:lnTo>
                    <a:pt x="134190" y="349617"/>
                  </a:lnTo>
                  <a:lnTo>
                    <a:pt x="135286" y="351042"/>
                  </a:lnTo>
                  <a:lnTo>
                    <a:pt x="135506" y="352577"/>
                  </a:lnTo>
                  <a:lnTo>
                    <a:pt x="135176" y="353783"/>
                  </a:lnTo>
                  <a:lnTo>
                    <a:pt x="134628" y="354880"/>
                  </a:lnTo>
                  <a:lnTo>
                    <a:pt x="134409" y="356195"/>
                  </a:lnTo>
                  <a:lnTo>
                    <a:pt x="133971" y="357072"/>
                  </a:lnTo>
                  <a:lnTo>
                    <a:pt x="133203" y="357840"/>
                  </a:lnTo>
                  <a:lnTo>
                    <a:pt x="132874" y="358607"/>
                  </a:lnTo>
                  <a:lnTo>
                    <a:pt x="133751" y="359594"/>
                  </a:lnTo>
                  <a:lnTo>
                    <a:pt x="134628" y="360580"/>
                  </a:lnTo>
                  <a:lnTo>
                    <a:pt x="135286" y="361786"/>
                  </a:lnTo>
                  <a:lnTo>
                    <a:pt x="135835" y="363212"/>
                  </a:lnTo>
                  <a:lnTo>
                    <a:pt x="136054" y="364527"/>
                  </a:lnTo>
                  <a:lnTo>
                    <a:pt x="135396" y="370228"/>
                  </a:lnTo>
                  <a:lnTo>
                    <a:pt x="133642" y="376368"/>
                  </a:lnTo>
                  <a:lnTo>
                    <a:pt x="133971" y="381630"/>
                  </a:lnTo>
                  <a:lnTo>
                    <a:pt x="139123" y="384590"/>
                  </a:lnTo>
                  <a:lnTo>
                    <a:pt x="141316" y="384261"/>
                  </a:lnTo>
                  <a:lnTo>
                    <a:pt x="143289" y="383165"/>
                  </a:lnTo>
                  <a:lnTo>
                    <a:pt x="145153" y="381959"/>
                  </a:lnTo>
                  <a:lnTo>
                    <a:pt x="147017" y="381411"/>
                  </a:lnTo>
                  <a:lnTo>
                    <a:pt x="148113" y="381849"/>
                  </a:lnTo>
                  <a:lnTo>
                    <a:pt x="149539" y="382836"/>
                  </a:lnTo>
                  <a:lnTo>
                    <a:pt x="151073" y="383823"/>
                  </a:lnTo>
                  <a:lnTo>
                    <a:pt x="152718" y="384261"/>
                  </a:lnTo>
                  <a:lnTo>
                    <a:pt x="155349" y="384261"/>
                  </a:lnTo>
                  <a:lnTo>
                    <a:pt x="157761" y="383603"/>
                  </a:lnTo>
                  <a:lnTo>
                    <a:pt x="160282" y="383055"/>
                  </a:lnTo>
                  <a:lnTo>
                    <a:pt x="162804" y="383384"/>
                  </a:lnTo>
                  <a:lnTo>
                    <a:pt x="166203" y="385357"/>
                  </a:lnTo>
                  <a:lnTo>
                    <a:pt x="170369" y="386454"/>
                  </a:lnTo>
                  <a:lnTo>
                    <a:pt x="174644" y="386673"/>
                  </a:lnTo>
                  <a:lnTo>
                    <a:pt x="178372" y="385577"/>
                  </a:lnTo>
                  <a:lnTo>
                    <a:pt x="181003" y="381740"/>
                  </a:lnTo>
                  <a:lnTo>
                    <a:pt x="182318" y="376258"/>
                  </a:lnTo>
                  <a:lnTo>
                    <a:pt x="184402" y="371653"/>
                  </a:lnTo>
                  <a:lnTo>
                    <a:pt x="189116" y="370338"/>
                  </a:lnTo>
                  <a:lnTo>
                    <a:pt x="191089" y="372421"/>
                  </a:lnTo>
                  <a:lnTo>
                    <a:pt x="193391" y="374175"/>
                  </a:lnTo>
                  <a:lnTo>
                    <a:pt x="195803" y="374942"/>
                  </a:lnTo>
                  <a:lnTo>
                    <a:pt x="198544" y="374065"/>
                  </a:lnTo>
                  <a:lnTo>
                    <a:pt x="202820" y="372421"/>
                  </a:lnTo>
                  <a:lnTo>
                    <a:pt x="207644" y="371982"/>
                  </a:lnTo>
                  <a:lnTo>
                    <a:pt x="212577" y="372640"/>
                  </a:lnTo>
                  <a:lnTo>
                    <a:pt x="216853" y="374065"/>
                  </a:lnTo>
                  <a:lnTo>
                    <a:pt x="217620" y="375490"/>
                  </a:lnTo>
                  <a:lnTo>
                    <a:pt x="217730" y="377135"/>
                  </a:lnTo>
                  <a:lnTo>
                    <a:pt x="217510" y="378779"/>
                  </a:lnTo>
                  <a:lnTo>
                    <a:pt x="216962" y="380534"/>
                  </a:lnTo>
                  <a:lnTo>
                    <a:pt x="217620" y="381411"/>
                  </a:lnTo>
                  <a:lnTo>
                    <a:pt x="218388" y="382178"/>
                  </a:lnTo>
                  <a:lnTo>
                    <a:pt x="219155" y="383055"/>
                  </a:lnTo>
                  <a:lnTo>
                    <a:pt x="220032" y="383823"/>
                  </a:lnTo>
                  <a:lnTo>
                    <a:pt x="219374" y="387879"/>
                  </a:lnTo>
                  <a:lnTo>
                    <a:pt x="215647" y="389852"/>
                  </a:lnTo>
                  <a:lnTo>
                    <a:pt x="211042" y="391387"/>
                  </a:lnTo>
                  <a:lnTo>
                    <a:pt x="207753" y="394457"/>
                  </a:lnTo>
                  <a:lnTo>
                    <a:pt x="208849" y="399500"/>
                  </a:lnTo>
                  <a:lnTo>
                    <a:pt x="213235" y="403008"/>
                  </a:lnTo>
                  <a:lnTo>
                    <a:pt x="218936" y="405201"/>
                  </a:lnTo>
                  <a:lnTo>
                    <a:pt x="223759" y="406955"/>
                  </a:lnTo>
                  <a:lnTo>
                    <a:pt x="226939" y="408051"/>
                  </a:lnTo>
                  <a:lnTo>
                    <a:pt x="230228" y="408599"/>
                  </a:lnTo>
                  <a:lnTo>
                    <a:pt x="233517" y="408380"/>
                  </a:lnTo>
                  <a:lnTo>
                    <a:pt x="236806" y="407503"/>
                  </a:lnTo>
                  <a:lnTo>
                    <a:pt x="241301" y="406188"/>
                  </a:lnTo>
                  <a:lnTo>
                    <a:pt x="244480" y="404324"/>
                  </a:lnTo>
                  <a:lnTo>
                    <a:pt x="247221" y="401693"/>
                  </a:lnTo>
                  <a:lnTo>
                    <a:pt x="250181" y="397856"/>
                  </a:lnTo>
                  <a:lnTo>
                    <a:pt x="251825" y="400487"/>
                  </a:lnTo>
                  <a:lnTo>
                    <a:pt x="253799" y="401912"/>
                  </a:lnTo>
                  <a:lnTo>
                    <a:pt x="255662" y="403337"/>
                  </a:lnTo>
                  <a:lnTo>
                    <a:pt x="256978" y="405749"/>
                  </a:lnTo>
                  <a:lnTo>
                    <a:pt x="258513" y="409805"/>
                  </a:lnTo>
                  <a:lnTo>
                    <a:pt x="261034" y="411450"/>
                  </a:lnTo>
                  <a:lnTo>
                    <a:pt x="264543" y="411888"/>
                  </a:lnTo>
                  <a:lnTo>
                    <a:pt x="269147" y="412108"/>
                  </a:lnTo>
                  <a:lnTo>
                    <a:pt x="269586" y="407832"/>
                  </a:lnTo>
                  <a:lnTo>
                    <a:pt x="270463" y="405968"/>
                  </a:lnTo>
                  <a:lnTo>
                    <a:pt x="272546" y="405310"/>
                  </a:lnTo>
                  <a:lnTo>
                    <a:pt x="276493" y="405201"/>
                  </a:lnTo>
                  <a:lnTo>
                    <a:pt x="280001" y="405091"/>
                  </a:lnTo>
                  <a:lnTo>
                    <a:pt x="283509" y="404982"/>
                  </a:lnTo>
                  <a:lnTo>
                    <a:pt x="286908" y="404872"/>
                  </a:lnTo>
                  <a:lnTo>
                    <a:pt x="290416" y="404762"/>
                  </a:lnTo>
                  <a:lnTo>
                    <a:pt x="293705" y="404433"/>
                  </a:lnTo>
                  <a:lnTo>
                    <a:pt x="298419" y="403885"/>
                  </a:lnTo>
                  <a:lnTo>
                    <a:pt x="303133" y="403885"/>
                  </a:lnTo>
                  <a:lnTo>
                    <a:pt x="306093" y="404872"/>
                  </a:lnTo>
                  <a:lnTo>
                    <a:pt x="306861" y="407174"/>
                  </a:lnTo>
                  <a:lnTo>
                    <a:pt x="306532" y="409476"/>
                  </a:lnTo>
                  <a:lnTo>
                    <a:pt x="306641" y="411340"/>
                  </a:lnTo>
                  <a:lnTo>
                    <a:pt x="308724" y="412546"/>
                  </a:lnTo>
                  <a:lnTo>
                    <a:pt x="311575" y="411779"/>
                  </a:lnTo>
                  <a:lnTo>
                    <a:pt x="313000" y="408709"/>
                  </a:lnTo>
                  <a:lnTo>
                    <a:pt x="314425" y="404982"/>
                  </a:lnTo>
                  <a:lnTo>
                    <a:pt x="317057" y="402460"/>
                  </a:lnTo>
                  <a:lnTo>
                    <a:pt x="321551" y="401254"/>
                  </a:lnTo>
                  <a:lnTo>
                    <a:pt x="326266" y="400706"/>
                  </a:lnTo>
                  <a:lnTo>
                    <a:pt x="330980" y="400487"/>
                  </a:lnTo>
                  <a:lnTo>
                    <a:pt x="335694" y="400267"/>
                  </a:lnTo>
                  <a:lnTo>
                    <a:pt x="338873" y="398075"/>
                  </a:lnTo>
                  <a:lnTo>
                    <a:pt x="338983" y="391606"/>
                  </a:lnTo>
                  <a:lnTo>
                    <a:pt x="337338" y="384371"/>
                  </a:lnTo>
                  <a:lnTo>
                    <a:pt x="335146" y="379547"/>
                  </a:lnTo>
                  <a:lnTo>
                    <a:pt x="335146" y="377354"/>
                  </a:lnTo>
                  <a:lnTo>
                    <a:pt x="335913" y="375162"/>
                  </a:lnTo>
                  <a:lnTo>
                    <a:pt x="336900" y="373188"/>
                  </a:lnTo>
                  <a:lnTo>
                    <a:pt x="337667" y="371873"/>
                  </a:lnTo>
                  <a:lnTo>
                    <a:pt x="337448" y="371215"/>
                  </a:lnTo>
                  <a:lnTo>
                    <a:pt x="336790" y="370338"/>
                  </a:lnTo>
                  <a:lnTo>
                    <a:pt x="336571" y="369351"/>
                  </a:lnTo>
                  <a:lnTo>
                    <a:pt x="337448" y="368036"/>
                  </a:lnTo>
                  <a:lnTo>
                    <a:pt x="338654" y="367707"/>
                  </a:lnTo>
                  <a:lnTo>
                    <a:pt x="340299" y="367816"/>
                  </a:lnTo>
                  <a:lnTo>
                    <a:pt x="341943" y="368036"/>
                  </a:lnTo>
                  <a:lnTo>
                    <a:pt x="343039" y="368255"/>
                  </a:lnTo>
                  <a:lnTo>
                    <a:pt x="344794" y="367268"/>
                  </a:lnTo>
                  <a:lnTo>
                    <a:pt x="346767" y="364747"/>
                  </a:lnTo>
                  <a:lnTo>
                    <a:pt x="348521" y="361786"/>
                  </a:lnTo>
                  <a:lnTo>
                    <a:pt x="349508" y="359703"/>
                  </a:lnTo>
                  <a:lnTo>
                    <a:pt x="351152" y="356195"/>
                  </a:lnTo>
                  <a:lnTo>
                    <a:pt x="352468" y="353674"/>
                  </a:lnTo>
                  <a:lnTo>
                    <a:pt x="354222" y="351262"/>
                  </a:lnTo>
                  <a:lnTo>
                    <a:pt x="357291" y="348302"/>
                  </a:lnTo>
                  <a:lnTo>
                    <a:pt x="355976" y="346548"/>
                  </a:lnTo>
                  <a:lnTo>
                    <a:pt x="353783" y="345890"/>
                  </a:lnTo>
                  <a:lnTo>
                    <a:pt x="351371" y="345451"/>
                  </a:lnTo>
                  <a:lnTo>
                    <a:pt x="349179" y="344574"/>
                  </a:lnTo>
                  <a:lnTo>
                    <a:pt x="347096" y="340079"/>
                  </a:lnTo>
                  <a:lnTo>
                    <a:pt x="343587" y="338106"/>
                  </a:lnTo>
                  <a:lnTo>
                    <a:pt x="339970" y="336023"/>
                  </a:lnTo>
                  <a:lnTo>
                    <a:pt x="337777" y="331089"/>
                  </a:lnTo>
                  <a:lnTo>
                    <a:pt x="335913" y="325717"/>
                  </a:lnTo>
                  <a:lnTo>
                    <a:pt x="332295" y="321223"/>
                  </a:lnTo>
                  <a:lnTo>
                    <a:pt x="328020" y="317056"/>
                  </a:lnTo>
                  <a:lnTo>
                    <a:pt x="324183" y="312781"/>
                  </a:lnTo>
                  <a:lnTo>
                    <a:pt x="323525" y="311794"/>
                  </a:lnTo>
                  <a:lnTo>
                    <a:pt x="322757" y="310807"/>
                  </a:lnTo>
                  <a:lnTo>
                    <a:pt x="321990" y="309930"/>
                  </a:lnTo>
                  <a:lnTo>
                    <a:pt x="321332" y="308944"/>
                  </a:lnTo>
                  <a:lnTo>
                    <a:pt x="318153" y="301927"/>
                  </a:lnTo>
                  <a:lnTo>
                    <a:pt x="317495" y="294582"/>
                  </a:lnTo>
                  <a:lnTo>
                    <a:pt x="317714" y="287017"/>
                  </a:lnTo>
                  <a:lnTo>
                    <a:pt x="316947" y="279343"/>
                  </a:lnTo>
                  <a:lnTo>
                    <a:pt x="314754" y="275396"/>
                  </a:lnTo>
                  <a:lnTo>
                    <a:pt x="312562" y="271559"/>
                  </a:lnTo>
                  <a:lnTo>
                    <a:pt x="310259" y="267722"/>
                  </a:lnTo>
                  <a:lnTo>
                    <a:pt x="307738" y="263994"/>
                  </a:lnTo>
                  <a:lnTo>
                    <a:pt x="303681" y="255334"/>
                  </a:lnTo>
                  <a:lnTo>
                    <a:pt x="301598" y="246782"/>
                  </a:lnTo>
                  <a:lnTo>
                    <a:pt x="302256" y="238231"/>
                  </a:lnTo>
                  <a:lnTo>
                    <a:pt x="306422" y="229351"/>
                  </a:lnTo>
                  <a:lnTo>
                    <a:pt x="308176" y="226171"/>
                  </a:lnTo>
                  <a:lnTo>
                    <a:pt x="309821" y="222992"/>
                  </a:lnTo>
                  <a:lnTo>
                    <a:pt x="311246" y="219703"/>
                  </a:lnTo>
                  <a:lnTo>
                    <a:pt x="311904" y="216085"/>
                  </a:lnTo>
                  <a:lnTo>
                    <a:pt x="312013" y="212138"/>
                  </a:lnTo>
                  <a:lnTo>
                    <a:pt x="312013" y="208630"/>
                  </a:lnTo>
                  <a:lnTo>
                    <a:pt x="313110" y="205560"/>
                  </a:lnTo>
                  <a:lnTo>
                    <a:pt x="315960" y="202600"/>
                  </a:lnTo>
                  <a:lnTo>
                    <a:pt x="318153" y="198763"/>
                  </a:lnTo>
                  <a:lnTo>
                    <a:pt x="320236" y="194049"/>
                  </a:lnTo>
                  <a:lnTo>
                    <a:pt x="323086" y="190541"/>
                  </a:lnTo>
                  <a:lnTo>
                    <a:pt x="327143" y="189993"/>
                  </a:lnTo>
                  <a:lnTo>
                    <a:pt x="329993" y="193720"/>
                  </a:lnTo>
                  <a:lnTo>
                    <a:pt x="330761" y="198215"/>
                  </a:lnTo>
                  <a:lnTo>
                    <a:pt x="332624" y="202052"/>
                  </a:lnTo>
                  <a:lnTo>
                    <a:pt x="338216" y="203916"/>
                  </a:lnTo>
                  <a:lnTo>
                    <a:pt x="342272" y="204574"/>
                  </a:lnTo>
                  <a:lnTo>
                    <a:pt x="346328" y="205341"/>
                  </a:lnTo>
                  <a:lnTo>
                    <a:pt x="350165" y="205451"/>
                  </a:lnTo>
                  <a:lnTo>
                    <a:pt x="354003" y="204245"/>
                  </a:lnTo>
                  <a:lnTo>
                    <a:pt x="357072" y="202052"/>
                  </a:lnTo>
                  <a:lnTo>
                    <a:pt x="360252" y="199531"/>
                  </a:lnTo>
                  <a:lnTo>
                    <a:pt x="363650" y="197886"/>
                  </a:lnTo>
                  <a:lnTo>
                    <a:pt x="367378" y="198106"/>
                  </a:lnTo>
                  <a:lnTo>
                    <a:pt x="368036" y="198325"/>
                  </a:lnTo>
                  <a:lnTo>
                    <a:pt x="368584" y="198654"/>
                  </a:lnTo>
                  <a:lnTo>
                    <a:pt x="369132" y="198983"/>
                  </a:lnTo>
                  <a:lnTo>
                    <a:pt x="369680" y="199421"/>
                  </a:lnTo>
                  <a:lnTo>
                    <a:pt x="371982" y="202929"/>
                  </a:lnTo>
                  <a:lnTo>
                    <a:pt x="374504" y="206547"/>
                  </a:lnTo>
                  <a:lnTo>
                    <a:pt x="377574" y="209069"/>
                  </a:lnTo>
                  <a:lnTo>
                    <a:pt x="381740" y="209069"/>
                  </a:lnTo>
                  <a:lnTo>
                    <a:pt x="383603" y="207863"/>
                  </a:lnTo>
                  <a:lnTo>
                    <a:pt x="384919" y="206109"/>
                  </a:lnTo>
                  <a:lnTo>
                    <a:pt x="386015" y="204245"/>
                  </a:lnTo>
                  <a:lnTo>
                    <a:pt x="387440" y="202710"/>
                  </a:lnTo>
                  <a:lnTo>
                    <a:pt x="389195" y="201943"/>
                  </a:lnTo>
                  <a:lnTo>
                    <a:pt x="391058" y="201723"/>
                  </a:lnTo>
                  <a:lnTo>
                    <a:pt x="392812" y="201175"/>
                  </a:lnTo>
                  <a:lnTo>
                    <a:pt x="394566" y="199531"/>
                  </a:lnTo>
                  <a:lnTo>
                    <a:pt x="396540" y="195255"/>
                  </a:lnTo>
                  <a:lnTo>
                    <a:pt x="397746" y="190322"/>
                  </a:lnTo>
                  <a:lnTo>
                    <a:pt x="398294" y="185279"/>
                  </a:lnTo>
                  <a:lnTo>
                    <a:pt x="398513" y="180345"/>
                  </a:lnTo>
                  <a:lnTo>
                    <a:pt x="398732" y="172890"/>
                  </a:lnTo>
                  <a:lnTo>
                    <a:pt x="399281" y="164997"/>
                  </a:lnTo>
                  <a:lnTo>
                    <a:pt x="400706" y="157432"/>
                  </a:lnTo>
                  <a:lnTo>
                    <a:pt x="403337" y="150415"/>
                  </a:lnTo>
                  <a:lnTo>
                    <a:pt x="406626" y="146249"/>
                  </a:lnTo>
                  <a:lnTo>
                    <a:pt x="411231" y="143180"/>
                  </a:lnTo>
                  <a:lnTo>
                    <a:pt x="416493" y="141645"/>
                  </a:lnTo>
                  <a:lnTo>
                    <a:pt x="421536" y="141426"/>
                  </a:lnTo>
                  <a:lnTo>
                    <a:pt x="424715" y="141974"/>
                  </a:lnTo>
                  <a:lnTo>
                    <a:pt x="427785" y="142741"/>
                  </a:lnTo>
                  <a:lnTo>
                    <a:pt x="430635" y="144167"/>
                  </a:lnTo>
                  <a:lnTo>
                    <a:pt x="432938" y="146469"/>
                  </a:lnTo>
                  <a:lnTo>
                    <a:pt x="436556" y="150196"/>
                  </a:lnTo>
                  <a:lnTo>
                    <a:pt x="441928" y="151183"/>
                  </a:lnTo>
                  <a:lnTo>
                    <a:pt x="447738" y="150415"/>
                  </a:lnTo>
                  <a:lnTo>
                    <a:pt x="452781" y="148771"/>
                  </a:lnTo>
                  <a:lnTo>
                    <a:pt x="455522" y="147126"/>
                  </a:lnTo>
                  <a:lnTo>
                    <a:pt x="456618" y="145372"/>
                  </a:lnTo>
                  <a:lnTo>
                    <a:pt x="457276" y="143509"/>
                  </a:lnTo>
                  <a:lnTo>
                    <a:pt x="458701" y="141316"/>
                  </a:lnTo>
                  <a:lnTo>
                    <a:pt x="460565" y="139672"/>
                  </a:lnTo>
                  <a:lnTo>
                    <a:pt x="462758" y="138575"/>
                  </a:lnTo>
                  <a:lnTo>
                    <a:pt x="465170" y="137589"/>
                  </a:lnTo>
                  <a:lnTo>
                    <a:pt x="467801" y="136602"/>
                  </a:lnTo>
                  <a:lnTo>
                    <a:pt x="469993" y="134628"/>
                  </a:lnTo>
                  <a:lnTo>
                    <a:pt x="471309" y="131888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5" name="Freeform: Shape 28">
              <a:extLst>
                <a:ext uri="{FF2B5EF4-FFF2-40B4-BE49-F238E27FC236}">
                  <a16:creationId xmlns:a16="http://schemas.microsoft.com/office/drawing/2014/main" id="{253FDE22-106D-E3D0-5C7E-157CBD9C623F}"/>
                </a:ext>
              </a:extLst>
            </p:cNvPr>
            <p:cNvSpPr/>
            <p:nvPr/>
          </p:nvSpPr>
          <p:spPr>
            <a:xfrm>
              <a:off x="9261959" y="4870556"/>
              <a:ext cx="76743" cy="98669"/>
            </a:xfrm>
            <a:custGeom>
              <a:avLst/>
              <a:gdLst>
                <a:gd name="connsiteX0" fmla="*/ 77948 w 76742"/>
                <a:gd name="connsiteY0" fmla="*/ 90008 h 98669"/>
                <a:gd name="connsiteX1" fmla="*/ 77948 w 76742"/>
                <a:gd name="connsiteY1" fmla="*/ 89789 h 98669"/>
                <a:gd name="connsiteX2" fmla="*/ 76852 w 76742"/>
                <a:gd name="connsiteY2" fmla="*/ 86281 h 98669"/>
                <a:gd name="connsiteX3" fmla="*/ 75208 w 76742"/>
                <a:gd name="connsiteY3" fmla="*/ 83211 h 98669"/>
                <a:gd name="connsiteX4" fmla="*/ 73563 w 76742"/>
                <a:gd name="connsiteY4" fmla="*/ 80141 h 98669"/>
                <a:gd name="connsiteX5" fmla="*/ 72576 w 76742"/>
                <a:gd name="connsiteY5" fmla="*/ 76852 h 98669"/>
                <a:gd name="connsiteX6" fmla="*/ 72796 w 76742"/>
                <a:gd name="connsiteY6" fmla="*/ 74440 h 98669"/>
                <a:gd name="connsiteX7" fmla="*/ 73125 w 76742"/>
                <a:gd name="connsiteY7" fmla="*/ 72028 h 98669"/>
                <a:gd name="connsiteX8" fmla="*/ 73563 w 76742"/>
                <a:gd name="connsiteY8" fmla="*/ 69616 h 98669"/>
                <a:gd name="connsiteX9" fmla="*/ 73892 w 76742"/>
                <a:gd name="connsiteY9" fmla="*/ 67204 h 98669"/>
                <a:gd name="connsiteX10" fmla="*/ 74112 w 76742"/>
                <a:gd name="connsiteY10" fmla="*/ 64354 h 98669"/>
                <a:gd name="connsiteX11" fmla="*/ 73892 w 76742"/>
                <a:gd name="connsiteY11" fmla="*/ 61613 h 98669"/>
                <a:gd name="connsiteX12" fmla="*/ 73454 w 76742"/>
                <a:gd name="connsiteY12" fmla="*/ 58872 h 98669"/>
                <a:gd name="connsiteX13" fmla="*/ 72686 w 76742"/>
                <a:gd name="connsiteY13" fmla="*/ 56241 h 98669"/>
                <a:gd name="connsiteX14" fmla="*/ 72467 w 76742"/>
                <a:gd name="connsiteY14" fmla="*/ 55693 h 98669"/>
                <a:gd name="connsiteX15" fmla="*/ 72357 w 76742"/>
                <a:gd name="connsiteY15" fmla="*/ 55145 h 98669"/>
                <a:gd name="connsiteX16" fmla="*/ 72138 w 76742"/>
                <a:gd name="connsiteY16" fmla="*/ 54706 h 98669"/>
                <a:gd name="connsiteX17" fmla="*/ 71919 w 76742"/>
                <a:gd name="connsiteY17" fmla="*/ 54158 h 98669"/>
                <a:gd name="connsiteX18" fmla="*/ 71042 w 76742"/>
                <a:gd name="connsiteY18" fmla="*/ 52733 h 98669"/>
                <a:gd name="connsiteX19" fmla="*/ 70055 w 76742"/>
                <a:gd name="connsiteY19" fmla="*/ 51308 h 98669"/>
                <a:gd name="connsiteX20" fmla="*/ 69068 w 76742"/>
                <a:gd name="connsiteY20" fmla="*/ 49992 h 98669"/>
                <a:gd name="connsiteX21" fmla="*/ 67862 w 76742"/>
                <a:gd name="connsiteY21" fmla="*/ 48786 h 98669"/>
                <a:gd name="connsiteX22" fmla="*/ 64464 w 76742"/>
                <a:gd name="connsiteY22" fmla="*/ 46594 h 98669"/>
                <a:gd name="connsiteX23" fmla="*/ 60627 w 76742"/>
                <a:gd name="connsiteY23" fmla="*/ 45059 h 98669"/>
                <a:gd name="connsiteX24" fmla="*/ 57009 w 76742"/>
                <a:gd name="connsiteY24" fmla="*/ 43195 h 98669"/>
                <a:gd name="connsiteX25" fmla="*/ 54378 w 76742"/>
                <a:gd name="connsiteY25" fmla="*/ 40345 h 98669"/>
                <a:gd name="connsiteX26" fmla="*/ 55035 w 76742"/>
                <a:gd name="connsiteY26" fmla="*/ 39577 h 98669"/>
                <a:gd name="connsiteX27" fmla="*/ 55693 w 76742"/>
                <a:gd name="connsiteY27" fmla="*/ 38919 h 98669"/>
                <a:gd name="connsiteX28" fmla="*/ 56351 w 76742"/>
                <a:gd name="connsiteY28" fmla="*/ 38262 h 98669"/>
                <a:gd name="connsiteX29" fmla="*/ 57009 w 76742"/>
                <a:gd name="connsiteY29" fmla="*/ 37604 h 98669"/>
                <a:gd name="connsiteX30" fmla="*/ 56789 w 76742"/>
                <a:gd name="connsiteY30" fmla="*/ 37165 h 98669"/>
                <a:gd name="connsiteX31" fmla="*/ 56132 w 76742"/>
                <a:gd name="connsiteY31" fmla="*/ 36398 h 98669"/>
                <a:gd name="connsiteX32" fmla="*/ 55364 w 76742"/>
                <a:gd name="connsiteY32" fmla="*/ 35411 h 98669"/>
                <a:gd name="connsiteX33" fmla="*/ 54597 w 76742"/>
                <a:gd name="connsiteY33" fmla="*/ 34643 h 98669"/>
                <a:gd name="connsiteX34" fmla="*/ 56680 w 76742"/>
                <a:gd name="connsiteY34" fmla="*/ 33328 h 98669"/>
                <a:gd name="connsiteX35" fmla="*/ 57996 w 76742"/>
                <a:gd name="connsiteY35" fmla="*/ 31793 h 98669"/>
                <a:gd name="connsiteX36" fmla="*/ 58324 w 76742"/>
                <a:gd name="connsiteY36" fmla="*/ 29929 h 98669"/>
                <a:gd name="connsiteX37" fmla="*/ 57009 w 76742"/>
                <a:gd name="connsiteY37" fmla="*/ 27956 h 98669"/>
                <a:gd name="connsiteX38" fmla="*/ 57009 w 76742"/>
                <a:gd name="connsiteY38" fmla="*/ 27737 h 98669"/>
                <a:gd name="connsiteX39" fmla="*/ 56789 w 76742"/>
                <a:gd name="connsiteY39" fmla="*/ 27408 h 98669"/>
                <a:gd name="connsiteX40" fmla="*/ 56680 w 76742"/>
                <a:gd name="connsiteY40" fmla="*/ 27189 h 98669"/>
                <a:gd name="connsiteX41" fmla="*/ 56570 w 76742"/>
                <a:gd name="connsiteY41" fmla="*/ 26969 h 98669"/>
                <a:gd name="connsiteX42" fmla="*/ 56241 w 76742"/>
                <a:gd name="connsiteY42" fmla="*/ 25983 h 98669"/>
                <a:gd name="connsiteX43" fmla="*/ 55913 w 76742"/>
                <a:gd name="connsiteY43" fmla="*/ 25215 h 98669"/>
                <a:gd name="connsiteX44" fmla="*/ 55364 w 76742"/>
                <a:gd name="connsiteY44" fmla="*/ 24338 h 98669"/>
                <a:gd name="connsiteX45" fmla="*/ 54926 w 76742"/>
                <a:gd name="connsiteY45" fmla="*/ 23571 h 98669"/>
                <a:gd name="connsiteX46" fmla="*/ 54049 w 76742"/>
                <a:gd name="connsiteY46" fmla="*/ 22036 h 98669"/>
                <a:gd name="connsiteX47" fmla="*/ 53281 w 76742"/>
                <a:gd name="connsiteY47" fmla="*/ 20501 h 98669"/>
                <a:gd name="connsiteX48" fmla="*/ 52514 w 76742"/>
                <a:gd name="connsiteY48" fmla="*/ 18857 h 98669"/>
                <a:gd name="connsiteX49" fmla="*/ 51966 w 76742"/>
                <a:gd name="connsiteY49" fmla="*/ 17103 h 98669"/>
                <a:gd name="connsiteX50" fmla="*/ 49883 w 76742"/>
                <a:gd name="connsiteY50" fmla="*/ 16006 h 98669"/>
                <a:gd name="connsiteX51" fmla="*/ 48238 w 76742"/>
                <a:gd name="connsiteY51" fmla="*/ 14252 h 98669"/>
                <a:gd name="connsiteX52" fmla="*/ 47251 w 76742"/>
                <a:gd name="connsiteY52" fmla="*/ 12059 h 98669"/>
                <a:gd name="connsiteX53" fmla="*/ 46813 w 76742"/>
                <a:gd name="connsiteY53" fmla="*/ 9538 h 98669"/>
                <a:gd name="connsiteX54" fmla="*/ 46703 w 76742"/>
                <a:gd name="connsiteY54" fmla="*/ 9099 h 98669"/>
                <a:gd name="connsiteX55" fmla="*/ 46703 w 76742"/>
                <a:gd name="connsiteY55" fmla="*/ 8551 h 98669"/>
                <a:gd name="connsiteX56" fmla="*/ 46703 w 76742"/>
                <a:gd name="connsiteY56" fmla="*/ 8113 h 98669"/>
                <a:gd name="connsiteX57" fmla="*/ 46813 w 76742"/>
                <a:gd name="connsiteY57" fmla="*/ 7674 h 98669"/>
                <a:gd name="connsiteX58" fmla="*/ 46703 w 76742"/>
                <a:gd name="connsiteY58" fmla="*/ 5810 h 98669"/>
                <a:gd name="connsiteX59" fmla="*/ 45936 w 76742"/>
                <a:gd name="connsiteY59" fmla="*/ 4275 h 98669"/>
                <a:gd name="connsiteX60" fmla="*/ 44730 w 76742"/>
                <a:gd name="connsiteY60" fmla="*/ 2850 h 98669"/>
                <a:gd name="connsiteX61" fmla="*/ 43195 w 76742"/>
                <a:gd name="connsiteY61" fmla="*/ 1644 h 98669"/>
                <a:gd name="connsiteX62" fmla="*/ 42757 w 76742"/>
                <a:gd name="connsiteY62" fmla="*/ 1316 h 98669"/>
                <a:gd name="connsiteX63" fmla="*/ 42318 w 76742"/>
                <a:gd name="connsiteY63" fmla="*/ 877 h 98669"/>
                <a:gd name="connsiteX64" fmla="*/ 41989 w 76742"/>
                <a:gd name="connsiteY64" fmla="*/ 438 h 98669"/>
                <a:gd name="connsiteX65" fmla="*/ 41551 w 76742"/>
                <a:gd name="connsiteY65" fmla="*/ 0 h 98669"/>
                <a:gd name="connsiteX66" fmla="*/ 40454 w 76742"/>
                <a:gd name="connsiteY66" fmla="*/ 1316 h 98669"/>
                <a:gd name="connsiteX67" fmla="*/ 39358 w 76742"/>
                <a:gd name="connsiteY67" fmla="*/ 2521 h 98669"/>
                <a:gd name="connsiteX68" fmla="*/ 38262 w 76742"/>
                <a:gd name="connsiteY68" fmla="*/ 3727 h 98669"/>
                <a:gd name="connsiteX69" fmla="*/ 36946 w 76742"/>
                <a:gd name="connsiteY69" fmla="*/ 4824 h 98669"/>
                <a:gd name="connsiteX70" fmla="*/ 35411 w 76742"/>
                <a:gd name="connsiteY70" fmla="*/ 6578 h 98669"/>
                <a:gd name="connsiteX71" fmla="*/ 35411 w 76742"/>
                <a:gd name="connsiteY71" fmla="*/ 8551 h 98669"/>
                <a:gd name="connsiteX72" fmla="*/ 35411 w 76742"/>
                <a:gd name="connsiteY72" fmla="*/ 10525 h 98669"/>
                <a:gd name="connsiteX73" fmla="*/ 33328 w 76742"/>
                <a:gd name="connsiteY73" fmla="*/ 12279 h 98669"/>
                <a:gd name="connsiteX74" fmla="*/ 35630 w 76742"/>
                <a:gd name="connsiteY74" fmla="*/ 13375 h 98669"/>
                <a:gd name="connsiteX75" fmla="*/ 36398 w 76742"/>
                <a:gd name="connsiteY75" fmla="*/ 14910 h 98669"/>
                <a:gd name="connsiteX76" fmla="*/ 35850 w 76742"/>
                <a:gd name="connsiteY76" fmla="*/ 16554 h 98669"/>
                <a:gd name="connsiteX77" fmla="*/ 33876 w 76742"/>
                <a:gd name="connsiteY77" fmla="*/ 17870 h 98669"/>
                <a:gd name="connsiteX78" fmla="*/ 32561 w 76742"/>
                <a:gd name="connsiteY78" fmla="*/ 18089 h 98669"/>
                <a:gd name="connsiteX79" fmla="*/ 31355 w 76742"/>
                <a:gd name="connsiteY79" fmla="*/ 18637 h 98669"/>
                <a:gd name="connsiteX80" fmla="*/ 30368 w 76742"/>
                <a:gd name="connsiteY80" fmla="*/ 19405 h 98669"/>
                <a:gd name="connsiteX81" fmla="*/ 29491 w 76742"/>
                <a:gd name="connsiteY81" fmla="*/ 20501 h 98669"/>
                <a:gd name="connsiteX82" fmla="*/ 28724 w 76742"/>
                <a:gd name="connsiteY82" fmla="*/ 21598 h 98669"/>
                <a:gd name="connsiteX83" fmla="*/ 28066 w 76742"/>
                <a:gd name="connsiteY83" fmla="*/ 22694 h 98669"/>
                <a:gd name="connsiteX84" fmla="*/ 27298 w 76742"/>
                <a:gd name="connsiteY84" fmla="*/ 23790 h 98669"/>
                <a:gd name="connsiteX85" fmla="*/ 26641 w 76742"/>
                <a:gd name="connsiteY85" fmla="*/ 24886 h 98669"/>
                <a:gd name="connsiteX86" fmla="*/ 24229 w 76742"/>
                <a:gd name="connsiteY86" fmla="*/ 28066 h 98669"/>
                <a:gd name="connsiteX87" fmla="*/ 21598 w 76742"/>
                <a:gd name="connsiteY87" fmla="*/ 31355 h 98669"/>
                <a:gd name="connsiteX88" fmla="*/ 19186 w 76742"/>
                <a:gd name="connsiteY88" fmla="*/ 34643 h 98669"/>
                <a:gd name="connsiteX89" fmla="*/ 17212 w 76742"/>
                <a:gd name="connsiteY89" fmla="*/ 38152 h 98669"/>
                <a:gd name="connsiteX90" fmla="*/ 16993 w 76742"/>
                <a:gd name="connsiteY90" fmla="*/ 38590 h 98669"/>
                <a:gd name="connsiteX91" fmla="*/ 16774 w 76742"/>
                <a:gd name="connsiteY91" fmla="*/ 39138 h 98669"/>
                <a:gd name="connsiteX92" fmla="*/ 16555 w 76742"/>
                <a:gd name="connsiteY92" fmla="*/ 39577 h 98669"/>
                <a:gd name="connsiteX93" fmla="*/ 16335 w 76742"/>
                <a:gd name="connsiteY93" fmla="*/ 40125 h 98669"/>
                <a:gd name="connsiteX94" fmla="*/ 14800 w 76742"/>
                <a:gd name="connsiteY94" fmla="*/ 43743 h 98669"/>
                <a:gd name="connsiteX95" fmla="*/ 12060 w 76742"/>
                <a:gd name="connsiteY95" fmla="*/ 44730 h 98669"/>
                <a:gd name="connsiteX96" fmla="*/ 8661 w 76742"/>
                <a:gd name="connsiteY96" fmla="*/ 44182 h 98669"/>
                <a:gd name="connsiteX97" fmla="*/ 5043 w 76742"/>
                <a:gd name="connsiteY97" fmla="*/ 43414 h 98669"/>
                <a:gd name="connsiteX98" fmla="*/ 3947 w 76742"/>
                <a:gd name="connsiteY98" fmla="*/ 47799 h 98669"/>
                <a:gd name="connsiteX99" fmla="*/ 1864 w 76742"/>
                <a:gd name="connsiteY99" fmla="*/ 52404 h 98669"/>
                <a:gd name="connsiteX100" fmla="*/ 329 w 76742"/>
                <a:gd name="connsiteY100" fmla="*/ 56789 h 98669"/>
                <a:gd name="connsiteX101" fmla="*/ 1096 w 76742"/>
                <a:gd name="connsiteY101" fmla="*/ 60846 h 98669"/>
                <a:gd name="connsiteX102" fmla="*/ 1754 w 76742"/>
                <a:gd name="connsiteY102" fmla="*/ 61504 h 98669"/>
                <a:gd name="connsiteX103" fmla="*/ 2302 w 76742"/>
                <a:gd name="connsiteY103" fmla="*/ 62161 h 98669"/>
                <a:gd name="connsiteX104" fmla="*/ 2412 w 76742"/>
                <a:gd name="connsiteY104" fmla="*/ 62929 h 98669"/>
                <a:gd name="connsiteX105" fmla="*/ 2193 w 76742"/>
                <a:gd name="connsiteY105" fmla="*/ 63696 h 98669"/>
                <a:gd name="connsiteX106" fmla="*/ 658 w 76742"/>
                <a:gd name="connsiteY106" fmla="*/ 65560 h 98669"/>
                <a:gd name="connsiteX107" fmla="*/ 0 w 76742"/>
                <a:gd name="connsiteY107" fmla="*/ 67424 h 98669"/>
                <a:gd name="connsiteX108" fmla="*/ 439 w 76742"/>
                <a:gd name="connsiteY108" fmla="*/ 69068 h 98669"/>
                <a:gd name="connsiteX109" fmla="*/ 2302 w 76742"/>
                <a:gd name="connsiteY109" fmla="*/ 70274 h 98669"/>
                <a:gd name="connsiteX110" fmla="*/ 3289 w 76742"/>
                <a:gd name="connsiteY110" fmla="*/ 70384 h 98669"/>
                <a:gd name="connsiteX111" fmla="*/ 3947 w 76742"/>
                <a:gd name="connsiteY111" fmla="*/ 70822 h 98669"/>
                <a:gd name="connsiteX112" fmla="*/ 4495 w 76742"/>
                <a:gd name="connsiteY112" fmla="*/ 71480 h 98669"/>
                <a:gd name="connsiteX113" fmla="*/ 4495 w 76742"/>
                <a:gd name="connsiteY113" fmla="*/ 72357 h 98669"/>
                <a:gd name="connsiteX114" fmla="*/ 4495 w 76742"/>
                <a:gd name="connsiteY114" fmla="*/ 72467 h 98669"/>
                <a:gd name="connsiteX115" fmla="*/ 4495 w 76742"/>
                <a:gd name="connsiteY115" fmla="*/ 72576 h 98669"/>
                <a:gd name="connsiteX116" fmla="*/ 4495 w 76742"/>
                <a:gd name="connsiteY116" fmla="*/ 72686 h 98669"/>
                <a:gd name="connsiteX117" fmla="*/ 4495 w 76742"/>
                <a:gd name="connsiteY117" fmla="*/ 72796 h 98669"/>
                <a:gd name="connsiteX118" fmla="*/ 4056 w 76742"/>
                <a:gd name="connsiteY118" fmla="*/ 76414 h 98669"/>
                <a:gd name="connsiteX119" fmla="*/ 4385 w 76742"/>
                <a:gd name="connsiteY119" fmla="*/ 80141 h 98669"/>
                <a:gd name="connsiteX120" fmla="*/ 5482 w 76742"/>
                <a:gd name="connsiteY120" fmla="*/ 83649 h 98669"/>
                <a:gd name="connsiteX121" fmla="*/ 7236 w 76742"/>
                <a:gd name="connsiteY121" fmla="*/ 86719 h 98669"/>
                <a:gd name="connsiteX122" fmla="*/ 7784 w 76742"/>
                <a:gd name="connsiteY122" fmla="*/ 87377 h 98669"/>
                <a:gd name="connsiteX123" fmla="*/ 8442 w 76742"/>
                <a:gd name="connsiteY123" fmla="*/ 88035 h 98669"/>
                <a:gd name="connsiteX124" fmla="*/ 9099 w 76742"/>
                <a:gd name="connsiteY124" fmla="*/ 88583 h 98669"/>
                <a:gd name="connsiteX125" fmla="*/ 9757 w 76742"/>
                <a:gd name="connsiteY125" fmla="*/ 89021 h 98669"/>
                <a:gd name="connsiteX126" fmla="*/ 14362 w 76742"/>
                <a:gd name="connsiteY126" fmla="*/ 93516 h 98669"/>
                <a:gd name="connsiteX127" fmla="*/ 20830 w 76742"/>
                <a:gd name="connsiteY127" fmla="*/ 95928 h 98669"/>
                <a:gd name="connsiteX128" fmla="*/ 27847 w 76742"/>
                <a:gd name="connsiteY128" fmla="*/ 97134 h 98669"/>
                <a:gd name="connsiteX129" fmla="*/ 34205 w 76742"/>
                <a:gd name="connsiteY129" fmla="*/ 98011 h 98669"/>
                <a:gd name="connsiteX130" fmla="*/ 35630 w 76742"/>
                <a:gd name="connsiteY130" fmla="*/ 98230 h 98669"/>
                <a:gd name="connsiteX131" fmla="*/ 37165 w 76742"/>
                <a:gd name="connsiteY131" fmla="*/ 98340 h 98669"/>
                <a:gd name="connsiteX132" fmla="*/ 38700 w 76742"/>
                <a:gd name="connsiteY132" fmla="*/ 98559 h 98669"/>
                <a:gd name="connsiteX133" fmla="*/ 40125 w 76742"/>
                <a:gd name="connsiteY133" fmla="*/ 98778 h 98669"/>
                <a:gd name="connsiteX134" fmla="*/ 44182 w 76742"/>
                <a:gd name="connsiteY134" fmla="*/ 99546 h 98669"/>
                <a:gd name="connsiteX135" fmla="*/ 48128 w 76742"/>
                <a:gd name="connsiteY135" fmla="*/ 101081 h 98669"/>
                <a:gd name="connsiteX136" fmla="*/ 51746 w 76742"/>
                <a:gd name="connsiteY136" fmla="*/ 103164 h 98669"/>
                <a:gd name="connsiteX137" fmla="*/ 55145 w 76742"/>
                <a:gd name="connsiteY137" fmla="*/ 105685 h 98669"/>
                <a:gd name="connsiteX138" fmla="*/ 57557 w 76742"/>
                <a:gd name="connsiteY138" fmla="*/ 106563 h 98669"/>
                <a:gd name="connsiteX139" fmla="*/ 59201 w 76742"/>
                <a:gd name="connsiteY139" fmla="*/ 104918 h 98669"/>
                <a:gd name="connsiteX140" fmla="*/ 60736 w 76742"/>
                <a:gd name="connsiteY140" fmla="*/ 102506 h 98669"/>
                <a:gd name="connsiteX141" fmla="*/ 62491 w 76742"/>
                <a:gd name="connsiteY141" fmla="*/ 100642 h 98669"/>
                <a:gd name="connsiteX142" fmla="*/ 64902 w 76742"/>
                <a:gd name="connsiteY142" fmla="*/ 100094 h 98669"/>
                <a:gd name="connsiteX143" fmla="*/ 67643 w 76742"/>
                <a:gd name="connsiteY143" fmla="*/ 100094 h 98669"/>
                <a:gd name="connsiteX144" fmla="*/ 70493 w 76742"/>
                <a:gd name="connsiteY144" fmla="*/ 100204 h 98669"/>
                <a:gd name="connsiteX145" fmla="*/ 73015 w 76742"/>
                <a:gd name="connsiteY145" fmla="*/ 100094 h 98669"/>
                <a:gd name="connsiteX146" fmla="*/ 74660 w 76742"/>
                <a:gd name="connsiteY146" fmla="*/ 97902 h 98669"/>
                <a:gd name="connsiteX147" fmla="*/ 76195 w 76742"/>
                <a:gd name="connsiteY147" fmla="*/ 95709 h 98669"/>
                <a:gd name="connsiteX148" fmla="*/ 77400 w 76742"/>
                <a:gd name="connsiteY148" fmla="*/ 93407 h 98669"/>
                <a:gd name="connsiteX149" fmla="*/ 77948 w 76742"/>
                <a:gd name="connsiteY149" fmla="*/ 90666 h 98669"/>
                <a:gd name="connsiteX150" fmla="*/ 77948 w 76742"/>
                <a:gd name="connsiteY150" fmla="*/ 90447 h 98669"/>
                <a:gd name="connsiteX151" fmla="*/ 77948 w 76742"/>
                <a:gd name="connsiteY151" fmla="*/ 90227 h 98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76742" h="98669">
                  <a:moveTo>
                    <a:pt x="77948" y="90008"/>
                  </a:moveTo>
                  <a:lnTo>
                    <a:pt x="77948" y="89789"/>
                  </a:lnTo>
                  <a:lnTo>
                    <a:pt x="76852" y="86281"/>
                  </a:lnTo>
                  <a:lnTo>
                    <a:pt x="75208" y="83211"/>
                  </a:lnTo>
                  <a:lnTo>
                    <a:pt x="73563" y="80141"/>
                  </a:lnTo>
                  <a:lnTo>
                    <a:pt x="72576" y="76852"/>
                  </a:lnTo>
                  <a:lnTo>
                    <a:pt x="72796" y="74440"/>
                  </a:lnTo>
                  <a:lnTo>
                    <a:pt x="73125" y="72028"/>
                  </a:lnTo>
                  <a:lnTo>
                    <a:pt x="73563" y="69616"/>
                  </a:lnTo>
                  <a:lnTo>
                    <a:pt x="73892" y="67204"/>
                  </a:lnTo>
                  <a:lnTo>
                    <a:pt x="74112" y="64354"/>
                  </a:lnTo>
                  <a:lnTo>
                    <a:pt x="73892" y="61613"/>
                  </a:lnTo>
                  <a:lnTo>
                    <a:pt x="73454" y="58872"/>
                  </a:lnTo>
                  <a:lnTo>
                    <a:pt x="72686" y="56241"/>
                  </a:lnTo>
                  <a:lnTo>
                    <a:pt x="72467" y="55693"/>
                  </a:lnTo>
                  <a:lnTo>
                    <a:pt x="72357" y="55145"/>
                  </a:lnTo>
                  <a:lnTo>
                    <a:pt x="72138" y="54706"/>
                  </a:lnTo>
                  <a:lnTo>
                    <a:pt x="71919" y="54158"/>
                  </a:lnTo>
                  <a:lnTo>
                    <a:pt x="71042" y="52733"/>
                  </a:lnTo>
                  <a:lnTo>
                    <a:pt x="70055" y="51308"/>
                  </a:lnTo>
                  <a:lnTo>
                    <a:pt x="69068" y="49992"/>
                  </a:lnTo>
                  <a:lnTo>
                    <a:pt x="67862" y="48786"/>
                  </a:lnTo>
                  <a:lnTo>
                    <a:pt x="64464" y="46594"/>
                  </a:lnTo>
                  <a:lnTo>
                    <a:pt x="60627" y="45059"/>
                  </a:lnTo>
                  <a:lnTo>
                    <a:pt x="57009" y="43195"/>
                  </a:lnTo>
                  <a:lnTo>
                    <a:pt x="54378" y="40345"/>
                  </a:lnTo>
                  <a:lnTo>
                    <a:pt x="55035" y="39577"/>
                  </a:lnTo>
                  <a:lnTo>
                    <a:pt x="55693" y="38919"/>
                  </a:lnTo>
                  <a:lnTo>
                    <a:pt x="56351" y="38262"/>
                  </a:lnTo>
                  <a:lnTo>
                    <a:pt x="57009" y="37604"/>
                  </a:lnTo>
                  <a:lnTo>
                    <a:pt x="56789" y="37165"/>
                  </a:lnTo>
                  <a:lnTo>
                    <a:pt x="56132" y="36398"/>
                  </a:lnTo>
                  <a:lnTo>
                    <a:pt x="55364" y="35411"/>
                  </a:lnTo>
                  <a:lnTo>
                    <a:pt x="54597" y="34643"/>
                  </a:lnTo>
                  <a:lnTo>
                    <a:pt x="56680" y="33328"/>
                  </a:lnTo>
                  <a:lnTo>
                    <a:pt x="57996" y="31793"/>
                  </a:lnTo>
                  <a:lnTo>
                    <a:pt x="58324" y="29929"/>
                  </a:lnTo>
                  <a:lnTo>
                    <a:pt x="57009" y="27956"/>
                  </a:lnTo>
                  <a:lnTo>
                    <a:pt x="57009" y="27737"/>
                  </a:lnTo>
                  <a:lnTo>
                    <a:pt x="56789" y="27408"/>
                  </a:lnTo>
                  <a:lnTo>
                    <a:pt x="56680" y="27189"/>
                  </a:lnTo>
                  <a:lnTo>
                    <a:pt x="56570" y="26969"/>
                  </a:lnTo>
                  <a:lnTo>
                    <a:pt x="56241" y="25983"/>
                  </a:lnTo>
                  <a:lnTo>
                    <a:pt x="55913" y="25215"/>
                  </a:lnTo>
                  <a:lnTo>
                    <a:pt x="55364" y="24338"/>
                  </a:lnTo>
                  <a:lnTo>
                    <a:pt x="54926" y="23571"/>
                  </a:lnTo>
                  <a:lnTo>
                    <a:pt x="54049" y="22036"/>
                  </a:lnTo>
                  <a:lnTo>
                    <a:pt x="53281" y="20501"/>
                  </a:lnTo>
                  <a:lnTo>
                    <a:pt x="52514" y="18857"/>
                  </a:lnTo>
                  <a:lnTo>
                    <a:pt x="51966" y="17103"/>
                  </a:lnTo>
                  <a:lnTo>
                    <a:pt x="49883" y="16006"/>
                  </a:lnTo>
                  <a:lnTo>
                    <a:pt x="48238" y="14252"/>
                  </a:lnTo>
                  <a:lnTo>
                    <a:pt x="47251" y="12059"/>
                  </a:lnTo>
                  <a:lnTo>
                    <a:pt x="46813" y="9538"/>
                  </a:lnTo>
                  <a:lnTo>
                    <a:pt x="46703" y="9099"/>
                  </a:lnTo>
                  <a:lnTo>
                    <a:pt x="46703" y="8551"/>
                  </a:lnTo>
                  <a:lnTo>
                    <a:pt x="46703" y="8113"/>
                  </a:lnTo>
                  <a:lnTo>
                    <a:pt x="46813" y="7674"/>
                  </a:lnTo>
                  <a:lnTo>
                    <a:pt x="46703" y="5810"/>
                  </a:lnTo>
                  <a:lnTo>
                    <a:pt x="45936" y="4275"/>
                  </a:lnTo>
                  <a:lnTo>
                    <a:pt x="44730" y="2850"/>
                  </a:lnTo>
                  <a:lnTo>
                    <a:pt x="43195" y="1644"/>
                  </a:lnTo>
                  <a:lnTo>
                    <a:pt x="42757" y="1316"/>
                  </a:lnTo>
                  <a:lnTo>
                    <a:pt x="42318" y="877"/>
                  </a:lnTo>
                  <a:lnTo>
                    <a:pt x="41989" y="438"/>
                  </a:lnTo>
                  <a:lnTo>
                    <a:pt x="41551" y="0"/>
                  </a:lnTo>
                  <a:lnTo>
                    <a:pt x="40454" y="1316"/>
                  </a:lnTo>
                  <a:lnTo>
                    <a:pt x="39358" y="2521"/>
                  </a:lnTo>
                  <a:lnTo>
                    <a:pt x="38262" y="3727"/>
                  </a:lnTo>
                  <a:lnTo>
                    <a:pt x="36946" y="4824"/>
                  </a:lnTo>
                  <a:lnTo>
                    <a:pt x="35411" y="6578"/>
                  </a:lnTo>
                  <a:lnTo>
                    <a:pt x="35411" y="8551"/>
                  </a:lnTo>
                  <a:lnTo>
                    <a:pt x="35411" y="10525"/>
                  </a:lnTo>
                  <a:lnTo>
                    <a:pt x="33328" y="12279"/>
                  </a:lnTo>
                  <a:lnTo>
                    <a:pt x="35630" y="13375"/>
                  </a:lnTo>
                  <a:lnTo>
                    <a:pt x="36398" y="14910"/>
                  </a:lnTo>
                  <a:lnTo>
                    <a:pt x="35850" y="16554"/>
                  </a:lnTo>
                  <a:lnTo>
                    <a:pt x="33876" y="17870"/>
                  </a:lnTo>
                  <a:lnTo>
                    <a:pt x="32561" y="18089"/>
                  </a:lnTo>
                  <a:lnTo>
                    <a:pt x="31355" y="18637"/>
                  </a:lnTo>
                  <a:lnTo>
                    <a:pt x="30368" y="19405"/>
                  </a:lnTo>
                  <a:lnTo>
                    <a:pt x="29491" y="20501"/>
                  </a:lnTo>
                  <a:lnTo>
                    <a:pt x="28724" y="21598"/>
                  </a:lnTo>
                  <a:lnTo>
                    <a:pt x="28066" y="22694"/>
                  </a:lnTo>
                  <a:lnTo>
                    <a:pt x="27298" y="23790"/>
                  </a:lnTo>
                  <a:lnTo>
                    <a:pt x="26641" y="24886"/>
                  </a:lnTo>
                  <a:lnTo>
                    <a:pt x="24229" y="28066"/>
                  </a:lnTo>
                  <a:lnTo>
                    <a:pt x="21598" y="31355"/>
                  </a:lnTo>
                  <a:lnTo>
                    <a:pt x="19186" y="34643"/>
                  </a:lnTo>
                  <a:lnTo>
                    <a:pt x="17212" y="38152"/>
                  </a:lnTo>
                  <a:lnTo>
                    <a:pt x="16993" y="38590"/>
                  </a:lnTo>
                  <a:lnTo>
                    <a:pt x="16774" y="39138"/>
                  </a:lnTo>
                  <a:lnTo>
                    <a:pt x="16555" y="39577"/>
                  </a:lnTo>
                  <a:lnTo>
                    <a:pt x="16335" y="40125"/>
                  </a:lnTo>
                  <a:lnTo>
                    <a:pt x="14800" y="43743"/>
                  </a:lnTo>
                  <a:lnTo>
                    <a:pt x="12060" y="44730"/>
                  </a:lnTo>
                  <a:lnTo>
                    <a:pt x="8661" y="44182"/>
                  </a:lnTo>
                  <a:lnTo>
                    <a:pt x="5043" y="43414"/>
                  </a:lnTo>
                  <a:lnTo>
                    <a:pt x="3947" y="47799"/>
                  </a:lnTo>
                  <a:lnTo>
                    <a:pt x="1864" y="52404"/>
                  </a:lnTo>
                  <a:lnTo>
                    <a:pt x="329" y="56789"/>
                  </a:lnTo>
                  <a:lnTo>
                    <a:pt x="1096" y="60846"/>
                  </a:lnTo>
                  <a:lnTo>
                    <a:pt x="1754" y="61504"/>
                  </a:lnTo>
                  <a:lnTo>
                    <a:pt x="2302" y="62161"/>
                  </a:lnTo>
                  <a:lnTo>
                    <a:pt x="2412" y="62929"/>
                  </a:lnTo>
                  <a:lnTo>
                    <a:pt x="2193" y="63696"/>
                  </a:lnTo>
                  <a:lnTo>
                    <a:pt x="658" y="65560"/>
                  </a:lnTo>
                  <a:lnTo>
                    <a:pt x="0" y="67424"/>
                  </a:lnTo>
                  <a:lnTo>
                    <a:pt x="439" y="69068"/>
                  </a:lnTo>
                  <a:lnTo>
                    <a:pt x="2302" y="70274"/>
                  </a:lnTo>
                  <a:lnTo>
                    <a:pt x="3289" y="70384"/>
                  </a:lnTo>
                  <a:lnTo>
                    <a:pt x="3947" y="70822"/>
                  </a:lnTo>
                  <a:lnTo>
                    <a:pt x="4495" y="71480"/>
                  </a:lnTo>
                  <a:lnTo>
                    <a:pt x="4495" y="72357"/>
                  </a:lnTo>
                  <a:lnTo>
                    <a:pt x="4495" y="72467"/>
                  </a:lnTo>
                  <a:lnTo>
                    <a:pt x="4495" y="72576"/>
                  </a:lnTo>
                  <a:lnTo>
                    <a:pt x="4495" y="72686"/>
                  </a:lnTo>
                  <a:lnTo>
                    <a:pt x="4495" y="72796"/>
                  </a:lnTo>
                  <a:lnTo>
                    <a:pt x="4056" y="76414"/>
                  </a:lnTo>
                  <a:lnTo>
                    <a:pt x="4385" y="80141"/>
                  </a:lnTo>
                  <a:lnTo>
                    <a:pt x="5482" y="83649"/>
                  </a:lnTo>
                  <a:lnTo>
                    <a:pt x="7236" y="86719"/>
                  </a:lnTo>
                  <a:lnTo>
                    <a:pt x="7784" y="87377"/>
                  </a:lnTo>
                  <a:lnTo>
                    <a:pt x="8442" y="88035"/>
                  </a:lnTo>
                  <a:lnTo>
                    <a:pt x="9099" y="88583"/>
                  </a:lnTo>
                  <a:lnTo>
                    <a:pt x="9757" y="89021"/>
                  </a:lnTo>
                  <a:lnTo>
                    <a:pt x="14362" y="93516"/>
                  </a:lnTo>
                  <a:lnTo>
                    <a:pt x="20830" y="95928"/>
                  </a:lnTo>
                  <a:lnTo>
                    <a:pt x="27847" y="97134"/>
                  </a:lnTo>
                  <a:lnTo>
                    <a:pt x="34205" y="98011"/>
                  </a:lnTo>
                  <a:lnTo>
                    <a:pt x="35630" y="98230"/>
                  </a:lnTo>
                  <a:lnTo>
                    <a:pt x="37165" y="98340"/>
                  </a:lnTo>
                  <a:lnTo>
                    <a:pt x="38700" y="98559"/>
                  </a:lnTo>
                  <a:lnTo>
                    <a:pt x="40125" y="98778"/>
                  </a:lnTo>
                  <a:lnTo>
                    <a:pt x="44182" y="99546"/>
                  </a:lnTo>
                  <a:lnTo>
                    <a:pt x="48128" y="101081"/>
                  </a:lnTo>
                  <a:lnTo>
                    <a:pt x="51746" y="103164"/>
                  </a:lnTo>
                  <a:lnTo>
                    <a:pt x="55145" y="105685"/>
                  </a:lnTo>
                  <a:lnTo>
                    <a:pt x="57557" y="106563"/>
                  </a:lnTo>
                  <a:lnTo>
                    <a:pt x="59201" y="104918"/>
                  </a:lnTo>
                  <a:lnTo>
                    <a:pt x="60736" y="102506"/>
                  </a:lnTo>
                  <a:lnTo>
                    <a:pt x="62491" y="100642"/>
                  </a:lnTo>
                  <a:lnTo>
                    <a:pt x="64902" y="100094"/>
                  </a:lnTo>
                  <a:lnTo>
                    <a:pt x="67643" y="100094"/>
                  </a:lnTo>
                  <a:lnTo>
                    <a:pt x="70493" y="100204"/>
                  </a:lnTo>
                  <a:lnTo>
                    <a:pt x="73015" y="100094"/>
                  </a:lnTo>
                  <a:lnTo>
                    <a:pt x="74660" y="97902"/>
                  </a:lnTo>
                  <a:lnTo>
                    <a:pt x="76195" y="95709"/>
                  </a:lnTo>
                  <a:lnTo>
                    <a:pt x="77400" y="93407"/>
                  </a:lnTo>
                  <a:lnTo>
                    <a:pt x="77948" y="90666"/>
                  </a:lnTo>
                  <a:lnTo>
                    <a:pt x="77948" y="90447"/>
                  </a:lnTo>
                  <a:lnTo>
                    <a:pt x="77948" y="90227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6" name="Freeform: Shape 29">
              <a:extLst>
                <a:ext uri="{FF2B5EF4-FFF2-40B4-BE49-F238E27FC236}">
                  <a16:creationId xmlns:a16="http://schemas.microsoft.com/office/drawing/2014/main" id="{4E9FD89D-3111-E6A5-6B0D-ABDE3F740DCF}"/>
                </a:ext>
              </a:extLst>
            </p:cNvPr>
            <p:cNvSpPr/>
            <p:nvPr/>
          </p:nvSpPr>
          <p:spPr>
            <a:xfrm>
              <a:off x="7726669" y="3319918"/>
              <a:ext cx="909948" cy="964764"/>
            </a:xfrm>
            <a:custGeom>
              <a:avLst/>
              <a:gdLst>
                <a:gd name="connsiteX0" fmla="*/ 913456 w 909947"/>
                <a:gd name="connsiteY0" fmla="*/ 508584 h 964763"/>
                <a:gd name="connsiteX1" fmla="*/ 913456 w 909947"/>
                <a:gd name="connsiteY1" fmla="*/ 504856 h 964763"/>
                <a:gd name="connsiteX2" fmla="*/ 913456 w 909947"/>
                <a:gd name="connsiteY2" fmla="*/ 501239 h 964763"/>
                <a:gd name="connsiteX3" fmla="*/ 913456 w 909947"/>
                <a:gd name="connsiteY3" fmla="*/ 497621 h 964763"/>
                <a:gd name="connsiteX4" fmla="*/ 913456 w 909947"/>
                <a:gd name="connsiteY4" fmla="*/ 493893 h 964763"/>
                <a:gd name="connsiteX5" fmla="*/ 913346 w 909947"/>
                <a:gd name="connsiteY5" fmla="*/ 480080 h 964763"/>
                <a:gd name="connsiteX6" fmla="*/ 913346 w 909947"/>
                <a:gd name="connsiteY6" fmla="*/ 466376 h 964763"/>
                <a:gd name="connsiteX7" fmla="*/ 913237 w 909947"/>
                <a:gd name="connsiteY7" fmla="*/ 452562 h 964763"/>
                <a:gd name="connsiteX8" fmla="*/ 913237 w 909947"/>
                <a:gd name="connsiteY8" fmla="*/ 438748 h 964763"/>
                <a:gd name="connsiteX9" fmla="*/ 911044 w 909947"/>
                <a:gd name="connsiteY9" fmla="*/ 430635 h 964763"/>
                <a:gd name="connsiteX10" fmla="*/ 905891 w 909947"/>
                <a:gd name="connsiteY10" fmla="*/ 422632 h 964763"/>
                <a:gd name="connsiteX11" fmla="*/ 899533 w 909947"/>
                <a:gd name="connsiteY11" fmla="*/ 415177 h 964763"/>
                <a:gd name="connsiteX12" fmla="*/ 894161 w 909947"/>
                <a:gd name="connsiteY12" fmla="*/ 408709 h 964763"/>
                <a:gd name="connsiteX13" fmla="*/ 889885 w 909947"/>
                <a:gd name="connsiteY13" fmla="*/ 402679 h 964763"/>
                <a:gd name="connsiteX14" fmla="*/ 885719 w 909947"/>
                <a:gd name="connsiteY14" fmla="*/ 396540 h 964763"/>
                <a:gd name="connsiteX15" fmla="*/ 881882 w 909947"/>
                <a:gd name="connsiteY15" fmla="*/ 390181 h 964763"/>
                <a:gd name="connsiteX16" fmla="*/ 878483 w 909947"/>
                <a:gd name="connsiteY16" fmla="*/ 383603 h 964763"/>
                <a:gd name="connsiteX17" fmla="*/ 874098 w 909947"/>
                <a:gd name="connsiteY17" fmla="*/ 389304 h 964763"/>
                <a:gd name="connsiteX18" fmla="*/ 869713 w 909947"/>
                <a:gd name="connsiteY18" fmla="*/ 394895 h 964763"/>
                <a:gd name="connsiteX19" fmla="*/ 865327 w 909947"/>
                <a:gd name="connsiteY19" fmla="*/ 400596 h 964763"/>
                <a:gd name="connsiteX20" fmla="*/ 860942 w 909947"/>
                <a:gd name="connsiteY20" fmla="*/ 406297 h 964763"/>
                <a:gd name="connsiteX21" fmla="*/ 857872 w 909947"/>
                <a:gd name="connsiteY21" fmla="*/ 410792 h 964763"/>
                <a:gd name="connsiteX22" fmla="*/ 853926 w 909947"/>
                <a:gd name="connsiteY22" fmla="*/ 416602 h 964763"/>
                <a:gd name="connsiteX23" fmla="*/ 849431 w 909947"/>
                <a:gd name="connsiteY23" fmla="*/ 421317 h 964763"/>
                <a:gd name="connsiteX24" fmla="*/ 844936 w 909947"/>
                <a:gd name="connsiteY24" fmla="*/ 422632 h 964763"/>
                <a:gd name="connsiteX25" fmla="*/ 844717 w 909947"/>
                <a:gd name="connsiteY25" fmla="*/ 431732 h 964763"/>
                <a:gd name="connsiteX26" fmla="*/ 844388 w 909947"/>
                <a:gd name="connsiteY26" fmla="*/ 440941 h 964763"/>
                <a:gd name="connsiteX27" fmla="*/ 844168 w 909947"/>
                <a:gd name="connsiteY27" fmla="*/ 450150 h 964763"/>
                <a:gd name="connsiteX28" fmla="*/ 843949 w 909947"/>
                <a:gd name="connsiteY28" fmla="*/ 459359 h 964763"/>
                <a:gd name="connsiteX29" fmla="*/ 839893 w 909947"/>
                <a:gd name="connsiteY29" fmla="*/ 455851 h 964763"/>
                <a:gd name="connsiteX30" fmla="*/ 835508 w 909947"/>
                <a:gd name="connsiteY30" fmla="*/ 452343 h 964763"/>
                <a:gd name="connsiteX31" fmla="*/ 830903 w 909947"/>
                <a:gd name="connsiteY31" fmla="*/ 449163 h 964763"/>
                <a:gd name="connsiteX32" fmla="*/ 826298 w 909947"/>
                <a:gd name="connsiteY32" fmla="*/ 446532 h 964763"/>
                <a:gd name="connsiteX33" fmla="*/ 818624 w 909947"/>
                <a:gd name="connsiteY33" fmla="*/ 442476 h 964763"/>
                <a:gd name="connsiteX34" fmla="*/ 810511 w 909947"/>
                <a:gd name="connsiteY34" fmla="*/ 439625 h 964763"/>
                <a:gd name="connsiteX35" fmla="*/ 802179 w 909947"/>
                <a:gd name="connsiteY35" fmla="*/ 437652 h 964763"/>
                <a:gd name="connsiteX36" fmla="*/ 793847 w 909947"/>
                <a:gd name="connsiteY36" fmla="*/ 435679 h 964763"/>
                <a:gd name="connsiteX37" fmla="*/ 785625 w 909947"/>
                <a:gd name="connsiteY37" fmla="*/ 433595 h 964763"/>
                <a:gd name="connsiteX38" fmla="*/ 776525 w 909947"/>
                <a:gd name="connsiteY38" fmla="*/ 430197 h 964763"/>
                <a:gd name="connsiteX39" fmla="*/ 768522 w 909947"/>
                <a:gd name="connsiteY39" fmla="*/ 425044 h 964763"/>
                <a:gd name="connsiteX40" fmla="*/ 763479 w 909947"/>
                <a:gd name="connsiteY40" fmla="*/ 417370 h 964763"/>
                <a:gd name="connsiteX41" fmla="*/ 762383 w 909947"/>
                <a:gd name="connsiteY41" fmla="*/ 408928 h 964763"/>
                <a:gd name="connsiteX42" fmla="*/ 762493 w 909947"/>
                <a:gd name="connsiteY42" fmla="*/ 400158 h 964763"/>
                <a:gd name="connsiteX43" fmla="*/ 761944 w 909947"/>
                <a:gd name="connsiteY43" fmla="*/ 391826 h 964763"/>
                <a:gd name="connsiteX44" fmla="*/ 758874 w 909947"/>
                <a:gd name="connsiteY44" fmla="*/ 385028 h 964763"/>
                <a:gd name="connsiteX45" fmla="*/ 752187 w 909947"/>
                <a:gd name="connsiteY45" fmla="*/ 379876 h 964763"/>
                <a:gd name="connsiteX46" fmla="*/ 744074 w 909947"/>
                <a:gd name="connsiteY46" fmla="*/ 375381 h 964763"/>
                <a:gd name="connsiteX47" fmla="*/ 736619 w 909947"/>
                <a:gd name="connsiteY47" fmla="*/ 370228 h 964763"/>
                <a:gd name="connsiteX48" fmla="*/ 732015 w 909947"/>
                <a:gd name="connsiteY48" fmla="*/ 363321 h 964763"/>
                <a:gd name="connsiteX49" fmla="*/ 730041 w 909947"/>
                <a:gd name="connsiteY49" fmla="*/ 358278 h 964763"/>
                <a:gd name="connsiteX50" fmla="*/ 727300 w 909947"/>
                <a:gd name="connsiteY50" fmla="*/ 354003 h 964763"/>
                <a:gd name="connsiteX51" fmla="*/ 724012 w 909947"/>
                <a:gd name="connsiteY51" fmla="*/ 350275 h 964763"/>
                <a:gd name="connsiteX52" fmla="*/ 720065 w 909947"/>
                <a:gd name="connsiteY52" fmla="*/ 346876 h 964763"/>
                <a:gd name="connsiteX53" fmla="*/ 717324 w 909947"/>
                <a:gd name="connsiteY53" fmla="*/ 344793 h 964763"/>
                <a:gd name="connsiteX54" fmla="*/ 714912 w 909947"/>
                <a:gd name="connsiteY54" fmla="*/ 342601 h 964763"/>
                <a:gd name="connsiteX55" fmla="*/ 713377 w 909947"/>
                <a:gd name="connsiteY55" fmla="*/ 339970 h 964763"/>
                <a:gd name="connsiteX56" fmla="*/ 712719 w 909947"/>
                <a:gd name="connsiteY56" fmla="*/ 336242 h 964763"/>
                <a:gd name="connsiteX57" fmla="*/ 713706 w 909947"/>
                <a:gd name="connsiteY57" fmla="*/ 330103 h 964763"/>
                <a:gd name="connsiteX58" fmla="*/ 715679 w 909947"/>
                <a:gd name="connsiteY58" fmla="*/ 324402 h 964763"/>
                <a:gd name="connsiteX59" fmla="*/ 718530 w 909947"/>
                <a:gd name="connsiteY59" fmla="*/ 319030 h 964763"/>
                <a:gd name="connsiteX60" fmla="*/ 722148 w 909947"/>
                <a:gd name="connsiteY60" fmla="*/ 313877 h 964763"/>
                <a:gd name="connsiteX61" fmla="*/ 723902 w 909947"/>
                <a:gd name="connsiteY61" fmla="*/ 312781 h 964763"/>
                <a:gd name="connsiteX62" fmla="*/ 726095 w 909947"/>
                <a:gd name="connsiteY62" fmla="*/ 312233 h 964763"/>
                <a:gd name="connsiteX63" fmla="*/ 728178 w 909947"/>
                <a:gd name="connsiteY63" fmla="*/ 311575 h 964763"/>
                <a:gd name="connsiteX64" fmla="*/ 729603 w 909947"/>
                <a:gd name="connsiteY64" fmla="*/ 310259 h 964763"/>
                <a:gd name="connsiteX65" fmla="*/ 729383 w 909947"/>
                <a:gd name="connsiteY65" fmla="*/ 308067 h 964763"/>
                <a:gd name="connsiteX66" fmla="*/ 727629 w 909947"/>
                <a:gd name="connsiteY66" fmla="*/ 305655 h 964763"/>
                <a:gd name="connsiteX67" fmla="*/ 725437 w 909947"/>
                <a:gd name="connsiteY67" fmla="*/ 303462 h 964763"/>
                <a:gd name="connsiteX68" fmla="*/ 723573 w 909947"/>
                <a:gd name="connsiteY68" fmla="*/ 301708 h 964763"/>
                <a:gd name="connsiteX69" fmla="*/ 720394 w 909947"/>
                <a:gd name="connsiteY69" fmla="*/ 298638 h 964763"/>
                <a:gd name="connsiteX70" fmla="*/ 717762 w 909947"/>
                <a:gd name="connsiteY70" fmla="*/ 295569 h 964763"/>
                <a:gd name="connsiteX71" fmla="*/ 716228 w 909947"/>
                <a:gd name="connsiteY71" fmla="*/ 291841 h 964763"/>
                <a:gd name="connsiteX72" fmla="*/ 716228 w 909947"/>
                <a:gd name="connsiteY72" fmla="*/ 286907 h 964763"/>
                <a:gd name="connsiteX73" fmla="*/ 716995 w 909947"/>
                <a:gd name="connsiteY73" fmla="*/ 283399 h 964763"/>
                <a:gd name="connsiteX74" fmla="*/ 719078 w 909947"/>
                <a:gd name="connsiteY74" fmla="*/ 281097 h 964763"/>
                <a:gd name="connsiteX75" fmla="*/ 721819 w 909947"/>
                <a:gd name="connsiteY75" fmla="*/ 279233 h 964763"/>
                <a:gd name="connsiteX76" fmla="*/ 724450 w 909947"/>
                <a:gd name="connsiteY76" fmla="*/ 277041 h 964763"/>
                <a:gd name="connsiteX77" fmla="*/ 726314 w 909947"/>
                <a:gd name="connsiteY77" fmla="*/ 275177 h 964763"/>
                <a:gd name="connsiteX78" fmla="*/ 728506 w 909947"/>
                <a:gd name="connsiteY78" fmla="*/ 274190 h 964763"/>
                <a:gd name="connsiteX79" fmla="*/ 730699 w 909947"/>
                <a:gd name="connsiteY79" fmla="*/ 273313 h 964763"/>
                <a:gd name="connsiteX80" fmla="*/ 732344 w 909947"/>
                <a:gd name="connsiteY80" fmla="*/ 271888 h 964763"/>
                <a:gd name="connsiteX81" fmla="*/ 733988 w 909947"/>
                <a:gd name="connsiteY81" fmla="*/ 269476 h 964763"/>
                <a:gd name="connsiteX82" fmla="*/ 735632 w 909947"/>
                <a:gd name="connsiteY82" fmla="*/ 267503 h 964763"/>
                <a:gd name="connsiteX83" fmla="*/ 737277 w 909947"/>
                <a:gd name="connsiteY83" fmla="*/ 265639 h 964763"/>
                <a:gd name="connsiteX84" fmla="*/ 739141 w 909947"/>
                <a:gd name="connsiteY84" fmla="*/ 263556 h 964763"/>
                <a:gd name="connsiteX85" fmla="*/ 741224 w 909947"/>
                <a:gd name="connsiteY85" fmla="*/ 260157 h 964763"/>
                <a:gd name="connsiteX86" fmla="*/ 742320 w 909947"/>
                <a:gd name="connsiteY86" fmla="*/ 256978 h 964763"/>
                <a:gd name="connsiteX87" fmla="*/ 743965 w 909947"/>
                <a:gd name="connsiteY87" fmla="*/ 254347 h 964763"/>
                <a:gd name="connsiteX88" fmla="*/ 747473 w 909947"/>
                <a:gd name="connsiteY88" fmla="*/ 252483 h 964763"/>
                <a:gd name="connsiteX89" fmla="*/ 749994 w 909947"/>
                <a:gd name="connsiteY89" fmla="*/ 249194 h 964763"/>
                <a:gd name="connsiteX90" fmla="*/ 750543 w 909947"/>
                <a:gd name="connsiteY90" fmla="*/ 242945 h 964763"/>
                <a:gd name="connsiteX91" fmla="*/ 750104 w 909947"/>
                <a:gd name="connsiteY91" fmla="*/ 236148 h 964763"/>
                <a:gd name="connsiteX92" fmla="*/ 749665 w 909947"/>
                <a:gd name="connsiteY92" fmla="*/ 230885 h 964763"/>
                <a:gd name="connsiteX93" fmla="*/ 749556 w 909947"/>
                <a:gd name="connsiteY93" fmla="*/ 229789 h 964763"/>
                <a:gd name="connsiteX94" fmla="*/ 749556 w 909947"/>
                <a:gd name="connsiteY94" fmla="*/ 228583 h 964763"/>
                <a:gd name="connsiteX95" fmla="*/ 749446 w 909947"/>
                <a:gd name="connsiteY95" fmla="*/ 227487 h 964763"/>
                <a:gd name="connsiteX96" fmla="*/ 749446 w 909947"/>
                <a:gd name="connsiteY96" fmla="*/ 226391 h 964763"/>
                <a:gd name="connsiteX97" fmla="*/ 749008 w 909947"/>
                <a:gd name="connsiteY97" fmla="*/ 220032 h 964763"/>
                <a:gd name="connsiteX98" fmla="*/ 748460 w 909947"/>
                <a:gd name="connsiteY98" fmla="*/ 213673 h 964763"/>
                <a:gd name="connsiteX99" fmla="*/ 747802 w 909947"/>
                <a:gd name="connsiteY99" fmla="*/ 207424 h 964763"/>
                <a:gd name="connsiteX100" fmla="*/ 746925 w 909947"/>
                <a:gd name="connsiteY100" fmla="*/ 201175 h 964763"/>
                <a:gd name="connsiteX101" fmla="*/ 745719 w 909947"/>
                <a:gd name="connsiteY101" fmla="*/ 190212 h 964763"/>
                <a:gd name="connsiteX102" fmla="*/ 744622 w 909947"/>
                <a:gd name="connsiteY102" fmla="*/ 178810 h 964763"/>
                <a:gd name="connsiteX103" fmla="*/ 744184 w 909947"/>
                <a:gd name="connsiteY103" fmla="*/ 167518 h 964763"/>
                <a:gd name="connsiteX104" fmla="*/ 745061 w 909947"/>
                <a:gd name="connsiteY104" fmla="*/ 156555 h 964763"/>
                <a:gd name="connsiteX105" fmla="*/ 748240 w 909947"/>
                <a:gd name="connsiteY105" fmla="*/ 145920 h 964763"/>
                <a:gd name="connsiteX106" fmla="*/ 753064 w 909947"/>
                <a:gd name="connsiteY106" fmla="*/ 136163 h 964763"/>
                <a:gd name="connsiteX107" fmla="*/ 757669 w 909947"/>
                <a:gd name="connsiteY107" fmla="*/ 126296 h 964763"/>
                <a:gd name="connsiteX108" fmla="*/ 759971 w 909947"/>
                <a:gd name="connsiteY108" fmla="*/ 115224 h 964763"/>
                <a:gd name="connsiteX109" fmla="*/ 756901 w 909947"/>
                <a:gd name="connsiteY109" fmla="*/ 104151 h 964763"/>
                <a:gd name="connsiteX110" fmla="*/ 748898 w 909947"/>
                <a:gd name="connsiteY110" fmla="*/ 94284 h 964763"/>
                <a:gd name="connsiteX111" fmla="*/ 739031 w 909947"/>
                <a:gd name="connsiteY111" fmla="*/ 85842 h 964763"/>
                <a:gd name="connsiteX112" fmla="*/ 730480 w 909947"/>
                <a:gd name="connsiteY112" fmla="*/ 78826 h 964763"/>
                <a:gd name="connsiteX113" fmla="*/ 722805 w 909947"/>
                <a:gd name="connsiteY113" fmla="*/ 71809 h 964763"/>
                <a:gd name="connsiteX114" fmla="*/ 714912 w 909947"/>
                <a:gd name="connsiteY114" fmla="*/ 64902 h 964763"/>
                <a:gd name="connsiteX115" fmla="*/ 707019 w 909947"/>
                <a:gd name="connsiteY115" fmla="*/ 58105 h 964763"/>
                <a:gd name="connsiteX116" fmla="*/ 699125 w 909947"/>
                <a:gd name="connsiteY116" fmla="*/ 51308 h 964763"/>
                <a:gd name="connsiteX117" fmla="*/ 696713 w 909947"/>
                <a:gd name="connsiteY117" fmla="*/ 49225 h 964763"/>
                <a:gd name="connsiteX118" fmla="*/ 694301 w 909947"/>
                <a:gd name="connsiteY118" fmla="*/ 47032 h 964763"/>
                <a:gd name="connsiteX119" fmla="*/ 691889 w 909947"/>
                <a:gd name="connsiteY119" fmla="*/ 44949 h 964763"/>
                <a:gd name="connsiteX120" fmla="*/ 689477 w 909947"/>
                <a:gd name="connsiteY120" fmla="*/ 42757 h 964763"/>
                <a:gd name="connsiteX121" fmla="*/ 674019 w 909947"/>
                <a:gd name="connsiteY121" fmla="*/ 36398 h 964763"/>
                <a:gd name="connsiteX122" fmla="*/ 658561 w 909947"/>
                <a:gd name="connsiteY122" fmla="*/ 30039 h 964763"/>
                <a:gd name="connsiteX123" fmla="*/ 642993 w 909947"/>
                <a:gd name="connsiteY123" fmla="*/ 23571 h 964763"/>
                <a:gd name="connsiteX124" fmla="*/ 627535 w 909947"/>
                <a:gd name="connsiteY124" fmla="*/ 17212 h 964763"/>
                <a:gd name="connsiteX125" fmla="*/ 622602 w 909947"/>
                <a:gd name="connsiteY125" fmla="*/ 15239 h 964763"/>
                <a:gd name="connsiteX126" fmla="*/ 618326 w 909947"/>
                <a:gd name="connsiteY126" fmla="*/ 14033 h 964763"/>
                <a:gd name="connsiteX127" fmla="*/ 614050 w 909947"/>
                <a:gd name="connsiteY127" fmla="*/ 13594 h 964763"/>
                <a:gd name="connsiteX128" fmla="*/ 608678 w 909947"/>
                <a:gd name="connsiteY128" fmla="*/ 13814 h 964763"/>
                <a:gd name="connsiteX129" fmla="*/ 601114 w 909947"/>
                <a:gd name="connsiteY129" fmla="*/ 14033 h 964763"/>
                <a:gd name="connsiteX130" fmla="*/ 593220 w 909947"/>
                <a:gd name="connsiteY130" fmla="*/ 14471 h 964763"/>
                <a:gd name="connsiteX131" fmla="*/ 585546 w 909947"/>
                <a:gd name="connsiteY131" fmla="*/ 15568 h 964763"/>
                <a:gd name="connsiteX132" fmla="*/ 578420 w 909947"/>
                <a:gd name="connsiteY132" fmla="*/ 18418 h 964763"/>
                <a:gd name="connsiteX133" fmla="*/ 569869 w 909947"/>
                <a:gd name="connsiteY133" fmla="*/ 25325 h 964763"/>
                <a:gd name="connsiteX134" fmla="*/ 562523 w 909947"/>
                <a:gd name="connsiteY134" fmla="*/ 34425 h 964763"/>
                <a:gd name="connsiteX135" fmla="*/ 555836 w 909947"/>
                <a:gd name="connsiteY135" fmla="*/ 44511 h 964763"/>
                <a:gd name="connsiteX136" fmla="*/ 549258 w 909947"/>
                <a:gd name="connsiteY136" fmla="*/ 54268 h 964763"/>
                <a:gd name="connsiteX137" fmla="*/ 540377 w 909947"/>
                <a:gd name="connsiteY137" fmla="*/ 66327 h 964763"/>
                <a:gd name="connsiteX138" fmla="*/ 531497 w 909947"/>
                <a:gd name="connsiteY138" fmla="*/ 78387 h 964763"/>
                <a:gd name="connsiteX139" fmla="*/ 522507 w 909947"/>
                <a:gd name="connsiteY139" fmla="*/ 90337 h 964763"/>
                <a:gd name="connsiteX140" fmla="*/ 513627 w 909947"/>
                <a:gd name="connsiteY140" fmla="*/ 102397 h 964763"/>
                <a:gd name="connsiteX141" fmla="*/ 506282 w 909947"/>
                <a:gd name="connsiteY141" fmla="*/ 109194 h 964763"/>
                <a:gd name="connsiteX142" fmla="*/ 498279 w 909947"/>
                <a:gd name="connsiteY142" fmla="*/ 106891 h 964763"/>
                <a:gd name="connsiteX143" fmla="*/ 490385 w 909947"/>
                <a:gd name="connsiteY143" fmla="*/ 100204 h 964763"/>
                <a:gd name="connsiteX144" fmla="*/ 483588 w 909947"/>
                <a:gd name="connsiteY144" fmla="*/ 93626 h 964763"/>
                <a:gd name="connsiteX145" fmla="*/ 473502 w 909947"/>
                <a:gd name="connsiteY145" fmla="*/ 86500 h 964763"/>
                <a:gd name="connsiteX146" fmla="*/ 462977 w 909947"/>
                <a:gd name="connsiteY146" fmla="*/ 81018 h 964763"/>
                <a:gd name="connsiteX147" fmla="*/ 451795 w 909947"/>
                <a:gd name="connsiteY147" fmla="*/ 77181 h 964763"/>
                <a:gd name="connsiteX148" fmla="*/ 439845 w 909947"/>
                <a:gd name="connsiteY148" fmla="*/ 75098 h 964763"/>
                <a:gd name="connsiteX149" fmla="*/ 435350 w 909947"/>
                <a:gd name="connsiteY149" fmla="*/ 74440 h 964763"/>
                <a:gd name="connsiteX150" fmla="*/ 430526 w 909947"/>
                <a:gd name="connsiteY150" fmla="*/ 73563 h 964763"/>
                <a:gd name="connsiteX151" fmla="*/ 425702 w 909947"/>
                <a:gd name="connsiteY151" fmla="*/ 73015 h 964763"/>
                <a:gd name="connsiteX152" fmla="*/ 421317 w 909947"/>
                <a:gd name="connsiteY152" fmla="*/ 73563 h 964763"/>
                <a:gd name="connsiteX153" fmla="*/ 418686 w 909947"/>
                <a:gd name="connsiteY153" fmla="*/ 76194 h 964763"/>
                <a:gd name="connsiteX154" fmla="*/ 416383 w 909947"/>
                <a:gd name="connsiteY154" fmla="*/ 80470 h 964763"/>
                <a:gd name="connsiteX155" fmla="*/ 413752 w 909947"/>
                <a:gd name="connsiteY155" fmla="*/ 83211 h 964763"/>
                <a:gd name="connsiteX156" fmla="*/ 410463 w 909947"/>
                <a:gd name="connsiteY156" fmla="*/ 81237 h 964763"/>
                <a:gd name="connsiteX157" fmla="*/ 407722 w 909947"/>
                <a:gd name="connsiteY157" fmla="*/ 77400 h 964763"/>
                <a:gd name="connsiteX158" fmla="*/ 403118 w 909947"/>
                <a:gd name="connsiteY158" fmla="*/ 70932 h 964763"/>
                <a:gd name="connsiteX159" fmla="*/ 398623 w 909947"/>
                <a:gd name="connsiteY159" fmla="*/ 65121 h 964763"/>
                <a:gd name="connsiteX160" fmla="*/ 395992 w 909947"/>
                <a:gd name="connsiteY160" fmla="*/ 62819 h 964763"/>
                <a:gd name="connsiteX161" fmla="*/ 390400 w 909947"/>
                <a:gd name="connsiteY161" fmla="*/ 65560 h 964763"/>
                <a:gd name="connsiteX162" fmla="*/ 384919 w 909947"/>
                <a:gd name="connsiteY162" fmla="*/ 68410 h 964763"/>
                <a:gd name="connsiteX163" fmla="*/ 379328 w 909947"/>
                <a:gd name="connsiteY163" fmla="*/ 71151 h 964763"/>
                <a:gd name="connsiteX164" fmla="*/ 373846 w 909947"/>
                <a:gd name="connsiteY164" fmla="*/ 73892 h 964763"/>
                <a:gd name="connsiteX165" fmla="*/ 369790 w 909947"/>
                <a:gd name="connsiteY165" fmla="*/ 76304 h 964763"/>
                <a:gd name="connsiteX166" fmla="*/ 363979 w 909947"/>
                <a:gd name="connsiteY166" fmla="*/ 79703 h 964763"/>
                <a:gd name="connsiteX167" fmla="*/ 358278 w 909947"/>
                <a:gd name="connsiteY167" fmla="*/ 82553 h 964763"/>
                <a:gd name="connsiteX168" fmla="*/ 354441 w 909947"/>
                <a:gd name="connsiteY168" fmla="*/ 83211 h 964763"/>
                <a:gd name="connsiteX169" fmla="*/ 348850 w 909947"/>
                <a:gd name="connsiteY169" fmla="*/ 80031 h 964763"/>
                <a:gd name="connsiteX170" fmla="*/ 343149 w 909947"/>
                <a:gd name="connsiteY170" fmla="*/ 76962 h 964763"/>
                <a:gd name="connsiteX171" fmla="*/ 337448 w 909947"/>
                <a:gd name="connsiteY171" fmla="*/ 73782 h 964763"/>
                <a:gd name="connsiteX172" fmla="*/ 331857 w 909947"/>
                <a:gd name="connsiteY172" fmla="*/ 70713 h 964763"/>
                <a:gd name="connsiteX173" fmla="*/ 326266 w 909947"/>
                <a:gd name="connsiteY173" fmla="*/ 67643 h 964763"/>
                <a:gd name="connsiteX174" fmla="*/ 320674 w 909947"/>
                <a:gd name="connsiteY174" fmla="*/ 64464 h 964763"/>
                <a:gd name="connsiteX175" fmla="*/ 315083 w 909947"/>
                <a:gd name="connsiteY175" fmla="*/ 61394 h 964763"/>
                <a:gd name="connsiteX176" fmla="*/ 309492 w 909947"/>
                <a:gd name="connsiteY176" fmla="*/ 58324 h 964763"/>
                <a:gd name="connsiteX177" fmla="*/ 305107 w 909947"/>
                <a:gd name="connsiteY177" fmla="*/ 55364 h 964763"/>
                <a:gd name="connsiteX178" fmla="*/ 301270 w 909947"/>
                <a:gd name="connsiteY178" fmla="*/ 51746 h 964763"/>
                <a:gd name="connsiteX179" fmla="*/ 297761 w 909947"/>
                <a:gd name="connsiteY179" fmla="*/ 47690 h 964763"/>
                <a:gd name="connsiteX180" fmla="*/ 294143 w 909947"/>
                <a:gd name="connsiteY180" fmla="*/ 43414 h 964763"/>
                <a:gd name="connsiteX181" fmla="*/ 290855 w 909947"/>
                <a:gd name="connsiteY181" fmla="*/ 38481 h 964763"/>
                <a:gd name="connsiteX182" fmla="*/ 288223 w 909947"/>
                <a:gd name="connsiteY182" fmla="*/ 33767 h 964763"/>
                <a:gd name="connsiteX183" fmla="*/ 284934 w 909947"/>
                <a:gd name="connsiteY183" fmla="*/ 30697 h 964763"/>
                <a:gd name="connsiteX184" fmla="*/ 280110 w 909947"/>
                <a:gd name="connsiteY184" fmla="*/ 31026 h 964763"/>
                <a:gd name="connsiteX185" fmla="*/ 275287 w 909947"/>
                <a:gd name="connsiteY185" fmla="*/ 32122 h 964763"/>
                <a:gd name="connsiteX186" fmla="*/ 270024 w 909947"/>
                <a:gd name="connsiteY186" fmla="*/ 32341 h 964763"/>
                <a:gd name="connsiteX187" fmla="*/ 264762 w 909947"/>
                <a:gd name="connsiteY187" fmla="*/ 32122 h 964763"/>
                <a:gd name="connsiteX188" fmla="*/ 259719 w 909947"/>
                <a:gd name="connsiteY188" fmla="*/ 31903 h 964763"/>
                <a:gd name="connsiteX189" fmla="*/ 251606 w 909947"/>
                <a:gd name="connsiteY189" fmla="*/ 27298 h 964763"/>
                <a:gd name="connsiteX190" fmla="*/ 243822 w 909947"/>
                <a:gd name="connsiteY190" fmla="*/ 21378 h 964763"/>
                <a:gd name="connsiteX191" fmla="*/ 236038 w 909947"/>
                <a:gd name="connsiteY191" fmla="*/ 15020 h 964763"/>
                <a:gd name="connsiteX192" fmla="*/ 228583 w 909947"/>
                <a:gd name="connsiteY192" fmla="*/ 9099 h 964763"/>
                <a:gd name="connsiteX193" fmla="*/ 225514 w 909947"/>
                <a:gd name="connsiteY193" fmla="*/ 6797 h 964763"/>
                <a:gd name="connsiteX194" fmla="*/ 222554 w 909947"/>
                <a:gd name="connsiteY194" fmla="*/ 4605 h 964763"/>
                <a:gd name="connsiteX195" fmla="*/ 219484 w 909947"/>
                <a:gd name="connsiteY195" fmla="*/ 2412 h 964763"/>
                <a:gd name="connsiteX196" fmla="*/ 216524 w 909947"/>
                <a:gd name="connsiteY196" fmla="*/ 0 h 964763"/>
                <a:gd name="connsiteX197" fmla="*/ 215318 w 909947"/>
                <a:gd name="connsiteY197" fmla="*/ 1535 h 964763"/>
                <a:gd name="connsiteX198" fmla="*/ 214112 w 909947"/>
                <a:gd name="connsiteY198" fmla="*/ 3070 h 964763"/>
                <a:gd name="connsiteX199" fmla="*/ 213016 w 909947"/>
                <a:gd name="connsiteY199" fmla="*/ 4714 h 964763"/>
                <a:gd name="connsiteX200" fmla="*/ 212029 w 909947"/>
                <a:gd name="connsiteY200" fmla="*/ 6468 h 964763"/>
                <a:gd name="connsiteX201" fmla="*/ 210055 w 909947"/>
                <a:gd name="connsiteY201" fmla="*/ 10525 h 964763"/>
                <a:gd name="connsiteX202" fmla="*/ 207863 w 909947"/>
                <a:gd name="connsiteY202" fmla="*/ 14581 h 964763"/>
                <a:gd name="connsiteX203" fmla="*/ 205780 w 909947"/>
                <a:gd name="connsiteY203" fmla="*/ 18637 h 964763"/>
                <a:gd name="connsiteX204" fmla="*/ 203806 w 909947"/>
                <a:gd name="connsiteY204" fmla="*/ 22803 h 964763"/>
                <a:gd name="connsiteX205" fmla="*/ 201723 w 909947"/>
                <a:gd name="connsiteY205" fmla="*/ 19953 h 964763"/>
                <a:gd name="connsiteX206" fmla="*/ 199421 w 909947"/>
                <a:gd name="connsiteY206" fmla="*/ 17103 h 964763"/>
                <a:gd name="connsiteX207" fmla="*/ 196680 w 909947"/>
                <a:gd name="connsiteY207" fmla="*/ 15568 h 964763"/>
                <a:gd name="connsiteX208" fmla="*/ 193391 w 909947"/>
                <a:gd name="connsiteY208" fmla="*/ 16774 h 964763"/>
                <a:gd name="connsiteX209" fmla="*/ 190870 w 909947"/>
                <a:gd name="connsiteY209" fmla="*/ 21269 h 964763"/>
                <a:gd name="connsiteX210" fmla="*/ 190212 w 909947"/>
                <a:gd name="connsiteY210" fmla="*/ 27408 h 964763"/>
                <a:gd name="connsiteX211" fmla="*/ 190322 w 909947"/>
                <a:gd name="connsiteY211" fmla="*/ 33986 h 964763"/>
                <a:gd name="connsiteX212" fmla="*/ 190212 w 909947"/>
                <a:gd name="connsiteY212" fmla="*/ 39577 h 964763"/>
                <a:gd name="connsiteX213" fmla="*/ 190102 w 909947"/>
                <a:gd name="connsiteY213" fmla="*/ 41880 h 964763"/>
                <a:gd name="connsiteX214" fmla="*/ 189774 w 909947"/>
                <a:gd name="connsiteY214" fmla="*/ 45059 h 964763"/>
                <a:gd name="connsiteX215" fmla="*/ 189335 w 909947"/>
                <a:gd name="connsiteY215" fmla="*/ 47909 h 964763"/>
                <a:gd name="connsiteX216" fmla="*/ 188458 w 909947"/>
                <a:gd name="connsiteY216" fmla="*/ 49663 h 964763"/>
                <a:gd name="connsiteX217" fmla="*/ 185388 w 909947"/>
                <a:gd name="connsiteY217" fmla="*/ 51856 h 964763"/>
                <a:gd name="connsiteX218" fmla="*/ 181441 w 909947"/>
                <a:gd name="connsiteY218" fmla="*/ 54816 h 964763"/>
                <a:gd name="connsiteX219" fmla="*/ 178372 w 909947"/>
                <a:gd name="connsiteY219" fmla="*/ 58105 h 964763"/>
                <a:gd name="connsiteX220" fmla="*/ 177714 w 909947"/>
                <a:gd name="connsiteY220" fmla="*/ 61284 h 964763"/>
                <a:gd name="connsiteX221" fmla="*/ 179249 w 909947"/>
                <a:gd name="connsiteY221" fmla="*/ 65670 h 964763"/>
                <a:gd name="connsiteX222" fmla="*/ 180784 w 909947"/>
                <a:gd name="connsiteY222" fmla="*/ 70055 h 964763"/>
                <a:gd name="connsiteX223" fmla="*/ 182209 w 909947"/>
                <a:gd name="connsiteY223" fmla="*/ 74440 h 964763"/>
                <a:gd name="connsiteX224" fmla="*/ 183634 w 909947"/>
                <a:gd name="connsiteY224" fmla="*/ 78935 h 964763"/>
                <a:gd name="connsiteX225" fmla="*/ 184292 w 909947"/>
                <a:gd name="connsiteY225" fmla="*/ 83430 h 964763"/>
                <a:gd name="connsiteX226" fmla="*/ 183415 w 909947"/>
                <a:gd name="connsiteY226" fmla="*/ 86281 h 964763"/>
                <a:gd name="connsiteX227" fmla="*/ 181003 w 909947"/>
                <a:gd name="connsiteY227" fmla="*/ 88144 h 964763"/>
                <a:gd name="connsiteX228" fmla="*/ 177166 w 909947"/>
                <a:gd name="connsiteY228" fmla="*/ 89789 h 964763"/>
                <a:gd name="connsiteX229" fmla="*/ 168614 w 909947"/>
                <a:gd name="connsiteY229" fmla="*/ 92420 h 964763"/>
                <a:gd name="connsiteX230" fmla="*/ 160063 w 909947"/>
                <a:gd name="connsiteY230" fmla="*/ 95051 h 964763"/>
                <a:gd name="connsiteX231" fmla="*/ 151402 w 909947"/>
                <a:gd name="connsiteY231" fmla="*/ 97682 h 964763"/>
                <a:gd name="connsiteX232" fmla="*/ 142851 w 909947"/>
                <a:gd name="connsiteY232" fmla="*/ 100314 h 964763"/>
                <a:gd name="connsiteX233" fmla="*/ 136821 w 909947"/>
                <a:gd name="connsiteY233" fmla="*/ 104589 h 964763"/>
                <a:gd name="connsiteX234" fmla="*/ 135835 w 909947"/>
                <a:gd name="connsiteY234" fmla="*/ 110729 h 964763"/>
                <a:gd name="connsiteX235" fmla="*/ 137808 w 909947"/>
                <a:gd name="connsiteY235" fmla="*/ 117745 h 964763"/>
                <a:gd name="connsiteX236" fmla="*/ 140658 w 909947"/>
                <a:gd name="connsiteY236" fmla="*/ 124542 h 964763"/>
                <a:gd name="connsiteX237" fmla="*/ 143838 w 909947"/>
                <a:gd name="connsiteY237" fmla="*/ 131778 h 964763"/>
                <a:gd name="connsiteX238" fmla="*/ 146798 w 909947"/>
                <a:gd name="connsiteY238" fmla="*/ 139233 h 964763"/>
                <a:gd name="connsiteX239" fmla="*/ 148333 w 909947"/>
                <a:gd name="connsiteY239" fmla="*/ 147017 h 964763"/>
                <a:gd name="connsiteX240" fmla="*/ 147456 w 909947"/>
                <a:gd name="connsiteY240" fmla="*/ 154910 h 964763"/>
                <a:gd name="connsiteX241" fmla="*/ 146140 w 909947"/>
                <a:gd name="connsiteY241" fmla="*/ 159296 h 964763"/>
                <a:gd name="connsiteX242" fmla="*/ 144934 w 909947"/>
                <a:gd name="connsiteY242" fmla="*/ 164119 h 964763"/>
                <a:gd name="connsiteX243" fmla="*/ 143289 w 909947"/>
                <a:gd name="connsiteY243" fmla="*/ 168614 h 964763"/>
                <a:gd name="connsiteX244" fmla="*/ 141097 w 909947"/>
                <a:gd name="connsiteY244" fmla="*/ 172452 h 964763"/>
                <a:gd name="connsiteX245" fmla="*/ 137917 w 909947"/>
                <a:gd name="connsiteY245" fmla="*/ 175083 h 964763"/>
                <a:gd name="connsiteX246" fmla="*/ 134629 w 909947"/>
                <a:gd name="connsiteY246" fmla="*/ 175521 h 964763"/>
                <a:gd name="connsiteX247" fmla="*/ 131120 w 909947"/>
                <a:gd name="connsiteY247" fmla="*/ 175302 h 964763"/>
                <a:gd name="connsiteX248" fmla="*/ 127393 w 909947"/>
                <a:gd name="connsiteY248" fmla="*/ 175302 h 964763"/>
                <a:gd name="connsiteX249" fmla="*/ 121034 w 909947"/>
                <a:gd name="connsiteY249" fmla="*/ 178810 h 964763"/>
                <a:gd name="connsiteX250" fmla="*/ 118513 w 909947"/>
                <a:gd name="connsiteY250" fmla="*/ 185169 h 964763"/>
                <a:gd name="connsiteX251" fmla="*/ 118184 w 909947"/>
                <a:gd name="connsiteY251" fmla="*/ 193062 h 964763"/>
                <a:gd name="connsiteX252" fmla="*/ 118184 w 909947"/>
                <a:gd name="connsiteY252" fmla="*/ 201285 h 964763"/>
                <a:gd name="connsiteX253" fmla="*/ 117855 w 909947"/>
                <a:gd name="connsiteY253" fmla="*/ 207205 h 964763"/>
                <a:gd name="connsiteX254" fmla="*/ 117636 w 909947"/>
                <a:gd name="connsiteY254" fmla="*/ 213125 h 964763"/>
                <a:gd name="connsiteX255" fmla="*/ 117307 w 909947"/>
                <a:gd name="connsiteY255" fmla="*/ 219155 h 964763"/>
                <a:gd name="connsiteX256" fmla="*/ 116978 w 909947"/>
                <a:gd name="connsiteY256" fmla="*/ 225075 h 964763"/>
                <a:gd name="connsiteX257" fmla="*/ 116320 w 909947"/>
                <a:gd name="connsiteY257" fmla="*/ 228912 h 964763"/>
                <a:gd name="connsiteX258" fmla="*/ 114675 w 909947"/>
                <a:gd name="connsiteY258" fmla="*/ 231543 h 964763"/>
                <a:gd name="connsiteX259" fmla="*/ 112263 w 909947"/>
                <a:gd name="connsiteY259" fmla="*/ 233736 h 964763"/>
                <a:gd name="connsiteX260" fmla="*/ 109194 w 909947"/>
                <a:gd name="connsiteY260" fmla="*/ 236257 h 964763"/>
                <a:gd name="connsiteX261" fmla="*/ 108317 w 909947"/>
                <a:gd name="connsiteY261" fmla="*/ 237135 h 964763"/>
                <a:gd name="connsiteX262" fmla="*/ 107440 w 909947"/>
                <a:gd name="connsiteY262" fmla="*/ 237902 h 964763"/>
                <a:gd name="connsiteX263" fmla="*/ 106563 w 909947"/>
                <a:gd name="connsiteY263" fmla="*/ 238669 h 964763"/>
                <a:gd name="connsiteX264" fmla="*/ 105686 w 909947"/>
                <a:gd name="connsiteY264" fmla="*/ 239546 h 964763"/>
                <a:gd name="connsiteX265" fmla="*/ 101958 w 909947"/>
                <a:gd name="connsiteY265" fmla="*/ 242835 h 964763"/>
                <a:gd name="connsiteX266" fmla="*/ 98340 w 909947"/>
                <a:gd name="connsiteY266" fmla="*/ 246124 h 964763"/>
                <a:gd name="connsiteX267" fmla="*/ 94613 w 909947"/>
                <a:gd name="connsiteY267" fmla="*/ 249413 h 964763"/>
                <a:gd name="connsiteX268" fmla="*/ 90885 w 909947"/>
                <a:gd name="connsiteY268" fmla="*/ 252593 h 964763"/>
                <a:gd name="connsiteX269" fmla="*/ 87596 w 909947"/>
                <a:gd name="connsiteY269" fmla="*/ 255991 h 964763"/>
                <a:gd name="connsiteX270" fmla="*/ 83869 w 909947"/>
                <a:gd name="connsiteY270" fmla="*/ 259828 h 964763"/>
                <a:gd name="connsiteX271" fmla="*/ 79922 w 909947"/>
                <a:gd name="connsiteY271" fmla="*/ 263446 h 964763"/>
                <a:gd name="connsiteX272" fmla="*/ 76085 w 909947"/>
                <a:gd name="connsiteY272" fmla="*/ 265749 h 964763"/>
                <a:gd name="connsiteX273" fmla="*/ 72357 w 909947"/>
                <a:gd name="connsiteY273" fmla="*/ 266187 h 964763"/>
                <a:gd name="connsiteX274" fmla="*/ 67862 w 909947"/>
                <a:gd name="connsiteY274" fmla="*/ 265639 h 964763"/>
                <a:gd name="connsiteX275" fmla="*/ 63477 w 909947"/>
                <a:gd name="connsiteY275" fmla="*/ 264762 h 964763"/>
                <a:gd name="connsiteX276" fmla="*/ 59750 w 909947"/>
                <a:gd name="connsiteY276" fmla="*/ 264104 h 964763"/>
                <a:gd name="connsiteX277" fmla="*/ 54158 w 909947"/>
                <a:gd name="connsiteY277" fmla="*/ 263446 h 964763"/>
                <a:gd name="connsiteX278" fmla="*/ 48567 w 909947"/>
                <a:gd name="connsiteY278" fmla="*/ 262788 h 964763"/>
                <a:gd name="connsiteX279" fmla="*/ 42976 w 909947"/>
                <a:gd name="connsiteY279" fmla="*/ 262240 h 964763"/>
                <a:gd name="connsiteX280" fmla="*/ 37385 w 909947"/>
                <a:gd name="connsiteY280" fmla="*/ 261582 h 964763"/>
                <a:gd name="connsiteX281" fmla="*/ 34096 w 909947"/>
                <a:gd name="connsiteY281" fmla="*/ 264981 h 964763"/>
                <a:gd name="connsiteX282" fmla="*/ 30807 w 909947"/>
                <a:gd name="connsiteY282" fmla="*/ 268489 h 964763"/>
                <a:gd name="connsiteX283" fmla="*/ 27847 w 909947"/>
                <a:gd name="connsiteY283" fmla="*/ 272217 h 964763"/>
                <a:gd name="connsiteX284" fmla="*/ 25654 w 909947"/>
                <a:gd name="connsiteY284" fmla="*/ 276383 h 964763"/>
                <a:gd name="connsiteX285" fmla="*/ 23132 w 909947"/>
                <a:gd name="connsiteY285" fmla="*/ 280987 h 964763"/>
                <a:gd name="connsiteX286" fmla="*/ 19844 w 909947"/>
                <a:gd name="connsiteY286" fmla="*/ 284715 h 964763"/>
                <a:gd name="connsiteX287" fmla="*/ 16226 w 909947"/>
                <a:gd name="connsiteY287" fmla="*/ 288113 h 964763"/>
                <a:gd name="connsiteX288" fmla="*/ 12717 w 909947"/>
                <a:gd name="connsiteY288" fmla="*/ 292060 h 964763"/>
                <a:gd name="connsiteX289" fmla="*/ 8661 w 909947"/>
                <a:gd name="connsiteY289" fmla="*/ 299844 h 964763"/>
                <a:gd name="connsiteX290" fmla="*/ 6030 w 909947"/>
                <a:gd name="connsiteY290" fmla="*/ 309601 h 964763"/>
                <a:gd name="connsiteX291" fmla="*/ 4276 w 909947"/>
                <a:gd name="connsiteY291" fmla="*/ 319797 h 964763"/>
                <a:gd name="connsiteX292" fmla="*/ 3070 w 909947"/>
                <a:gd name="connsiteY292" fmla="*/ 329006 h 964763"/>
                <a:gd name="connsiteX293" fmla="*/ 1535 w 909947"/>
                <a:gd name="connsiteY293" fmla="*/ 338983 h 964763"/>
                <a:gd name="connsiteX294" fmla="*/ 110 w 909947"/>
                <a:gd name="connsiteY294" fmla="*/ 349288 h 964763"/>
                <a:gd name="connsiteX295" fmla="*/ 0 w 909947"/>
                <a:gd name="connsiteY295" fmla="*/ 359594 h 964763"/>
                <a:gd name="connsiteX296" fmla="*/ 2193 w 909947"/>
                <a:gd name="connsiteY296" fmla="*/ 369461 h 964763"/>
                <a:gd name="connsiteX297" fmla="*/ 5153 w 909947"/>
                <a:gd name="connsiteY297" fmla="*/ 378450 h 964763"/>
                <a:gd name="connsiteX298" fmla="*/ 7674 w 909947"/>
                <a:gd name="connsiteY298" fmla="*/ 387769 h 964763"/>
                <a:gd name="connsiteX299" fmla="*/ 10305 w 909947"/>
                <a:gd name="connsiteY299" fmla="*/ 396978 h 964763"/>
                <a:gd name="connsiteX300" fmla="*/ 13814 w 909947"/>
                <a:gd name="connsiteY300" fmla="*/ 405639 h 964763"/>
                <a:gd name="connsiteX301" fmla="*/ 14910 w 909947"/>
                <a:gd name="connsiteY301" fmla="*/ 409476 h 964763"/>
                <a:gd name="connsiteX302" fmla="*/ 16226 w 909947"/>
                <a:gd name="connsiteY302" fmla="*/ 413862 h 964763"/>
                <a:gd name="connsiteX303" fmla="*/ 17761 w 909947"/>
                <a:gd name="connsiteY303" fmla="*/ 418028 h 964763"/>
                <a:gd name="connsiteX304" fmla="*/ 19844 w 909947"/>
                <a:gd name="connsiteY304" fmla="*/ 421207 h 964763"/>
                <a:gd name="connsiteX305" fmla="*/ 22584 w 909947"/>
                <a:gd name="connsiteY305" fmla="*/ 422961 h 964763"/>
                <a:gd name="connsiteX306" fmla="*/ 25983 w 909947"/>
                <a:gd name="connsiteY306" fmla="*/ 424058 h 964763"/>
                <a:gd name="connsiteX307" fmla="*/ 29272 w 909947"/>
                <a:gd name="connsiteY307" fmla="*/ 425154 h 964763"/>
                <a:gd name="connsiteX308" fmla="*/ 32342 w 909947"/>
                <a:gd name="connsiteY308" fmla="*/ 426908 h 964763"/>
                <a:gd name="connsiteX309" fmla="*/ 33986 w 909947"/>
                <a:gd name="connsiteY309" fmla="*/ 429429 h 964763"/>
                <a:gd name="connsiteX310" fmla="*/ 34205 w 909947"/>
                <a:gd name="connsiteY310" fmla="*/ 432280 h 964763"/>
                <a:gd name="connsiteX311" fmla="*/ 34096 w 909947"/>
                <a:gd name="connsiteY311" fmla="*/ 435240 h 964763"/>
                <a:gd name="connsiteX312" fmla="*/ 34534 w 909947"/>
                <a:gd name="connsiteY312" fmla="*/ 438310 h 964763"/>
                <a:gd name="connsiteX313" fmla="*/ 36069 w 909947"/>
                <a:gd name="connsiteY313" fmla="*/ 441818 h 964763"/>
                <a:gd name="connsiteX314" fmla="*/ 38262 w 909947"/>
                <a:gd name="connsiteY314" fmla="*/ 444011 h 964763"/>
                <a:gd name="connsiteX315" fmla="*/ 41112 w 909947"/>
                <a:gd name="connsiteY315" fmla="*/ 445107 h 964763"/>
                <a:gd name="connsiteX316" fmla="*/ 44730 w 909947"/>
                <a:gd name="connsiteY316" fmla="*/ 445655 h 964763"/>
                <a:gd name="connsiteX317" fmla="*/ 47909 w 909947"/>
                <a:gd name="connsiteY317" fmla="*/ 445655 h 964763"/>
                <a:gd name="connsiteX318" fmla="*/ 50870 w 909947"/>
                <a:gd name="connsiteY318" fmla="*/ 445545 h 964763"/>
                <a:gd name="connsiteX319" fmla="*/ 53610 w 909947"/>
                <a:gd name="connsiteY319" fmla="*/ 446203 h 964763"/>
                <a:gd name="connsiteX320" fmla="*/ 56022 w 909947"/>
                <a:gd name="connsiteY320" fmla="*/ 448396 h 964763"/>
                <a:gd name="connsiteX321" fmla="*/ 58215 w 909947"/>
                <a:gd name="connsiteY321" fmla="*/ 452123 h 964763"/>
                <a:gd name="connsiteX322" fmla="*/ 60079 w 909947"/>
                <a:gd name="connsiteY322" fmla="*/ 455631 h 964763"/>
                <a:gd name="connsiteX323" fmla="*/ 62381 w 909947"/>
                <a:gd name="connsiteY323" fmla="*/ 458592 h 964763"/>
                <a:gd name="connsiteX324" fmla="*/ 66108 w 909947"/>
                <a:gd name="connsiteY324" fmla="*/ 460455 h 964763"/>
                <a:gd name="connsiteX325" fmla="*/ 72906 w 909947"/>
                <a:gd name="connsiteY325" fmla="*/ 464731 h 964763"/>
                <a:gd name="connsiteX326" fmla="*/ 76743 w 909947"/>
                <a:gd name="connsiteY326" fmla="*/ 471747 h 964763"/>
                <a:gd name="connsiteX327" fmla="*/ 79703 w 909947"/>
                <a:gd name="connsiteY327" fmla="*/ 479751 h 964763"/>
                <a:gd name="connsiteX328" fmla="*/ 84088 w 909947"/>
                <a:gd name="connsiteY328" fmla="*/ 486986 h 964763"/>
                <a:gd name="connsiteX329" fmla="*/ 86829 w 909947"/>
                <a:gd name="connsiteY329" fmla="*/ 489618 h 964763"/>
                <a:gd name="connsiteX330" fmla="*/ 89131 w 909947"/>
                <a:gd name="connsiteY330" fmla="*/ 491810 h 964763"/>
                <a:gd name="connsiteX331" fmla="*/ 90995 w 909947"/>
                <a:gd name="connsiteY331" fmla="*/ 494332 h 964763"/>
                <a:gd name="connsiteX332" fmla="*/ 92749 w 909947"/>
                <a:gd name="connsiteY332" fmla="*/ 498059 h 964763"/>
                <a:gd name="connsiteX333" fmla="*/ 93736 w 909947"/>
                <a:gd name="connsiteY333" fmla="*/ 500800 h 964763"/>
                <a:gd name="connsiteX334" fmla="*/ 94942 w 909947"/>
                <a:gd name="connsiteY334" fmla="*/ 503431 h 964763"/>
                <a:gd name="connsiteX335" fmla="*/ 96257 w 909947"/>
                <a:gd name="connsiteY335" fmla="*/ 506062 h 964763"/>
                <a:gd name="connsiteX336" fmla="*/ 97573 w 909947"/>
                <a:gd name="connsiteY336" fmla="*/ 508584 h 964763"/>
                <a:gd name="connsiteX337" fmla="*/ 99437 w 909947"/>
                <a:gd name="connsiteY337" fmla="*/ 512421 h 964763"/>
                <a:gd name="connsiteX338" fmla="*/ 100752 w 909947"/>
                <a:gd name="connsiteY338" fmla="*/ 515820 h 964763"/>
                <a:gd name="connsiteX339" fmla="*/ 101520 w 909947"/>
                <a:gd name="connsiteY339" fmla="*/ 519438 h 964763"/>
                <a:gd name="connsiteX340" fmla="*/ 101848 w 909947"/>
                <a:gd name="connsiteY340" fmla="*/ 523933 h 964763"/>
                <a:gd name="connsiteX341" fmla="*/ 101739 w 909947"/>
                <a:gd name="connsiteY341" fmla="*/ 527550 h 964763"/>
                <a:gd name="connsiteX342" fmla="*/ 101848 w 909947"/>
                <a:gd name="connsiteY342" fmla="*/ 530949 h 964763"/>
                <a:gd name="connsiteX343" fmla="*/ 102506 w 909947"/>
                <a:gd name="connsiteY343" fmla="*/ 534128 h 964763"/>
                <a:gd name="connsiteX344" fmla="*/ 104589 w 909947"/>
                <a:gd name="connsiteY344" fmla="*/ 536979 h 964763"/>
                <a:gd name="connsiteX345" fmla="*/ 107988 w 909947"/>
                <a:gd name="connsiteY345" fmla="*/ 540377 h 964763"/>
                <a:gd name="connsiteX346" fmla="*/ 111386 w 909947"/>
                <a:gd name="connsiteY346" fmla="*/ 543776 h 964763"/>
                <a:gd name="connsiteX347" fmla="*/ 114785 w 909947"/>
                <a:gd name="connsiteY347" fmla="*/ 547175 h 964763"/>
                <a:gd name="connsiteX348" fmla="*/ 118403 w 909947"/>
                <a:gd name="connsiteY348" fmla="*/ 550244 h 964763"/>
                <a:gd name="connsiteX349" fmla="*/ 122130 w 909947"/>
                <a:gd name="connsiteY349" fmla="*/ 552875 h 964763"/>
                <a:gd name="connsiteX350" fmla="*/ 125090 w 909947"/>
                <a:gd name="connsiteY350" fmla="*/ 554301 h 964763"/>
                <a:gd name="connsiteX351" fmla="*/ 128160 w 909947"/>
                <a:gd name="connsiteY351" fmla="*/ 554630 h 964763"/>
                <a:gd name="connsiteX352" fmla="*/ 132326 w 909947"/>
                <a:gd name="connsiteY352" fmla="*/ 554301 h 964763"/>
                <a:gd name="connsiteX353" fmla="*/ 135725 w 909947"/>
                <a:gd name="connsiteY353" fmla="*/ 554191 h 964763"/>
                <a:gd name="connsiteX354" fmla="*/ 139014 w 909947"/>
                <a:gd name="connsiteY354" fmla="*/ 554191 h 964763"/>
                <a:gd name="connsiteX355" fmla="*/ 142193 w 909947"/>
                <a:gd name="connsiteY355" fmla="*/ 553862 h 964763"/>
                <a:gd name="connsiteX356" fmla="*/ 145263 w 909947"/>
                <a:gd name="connsiteY356" fmla="*/ 552547 h 964763"/>
                <a:gd name="connsiteX357" fmla="*/ 147894 w 909947"/>
                <a:gd name="connsiteY357" fmla="*/ 550135 h 964763"/>
                <a:gd name="connsiteX358" fmla="*/ 149977 w 909947"/>
                <a:gd name="connsiteY358" fmla="*/ 547065 h 964763"/>
                <a:gd name="connsiteX359" fmla="*/ 152060 w 909947"/>
                <a:gd name="connsiteY359" fmla="*/ 543776 h 964763"/>
                <a:gd name="connsiteX360" fmla="*/ 154472 w 909947"/>
                <a:gd name="connsiteY360" fmla="*/ 541035 h 964763"/>
                <a:gd name="connsiteX361" fmla="*/ 161050 w 909947"/>
                <a:gd name="connsiteY361" fmla="*/ 535554 h 964763"/>
                <a:gd name="connsiteX362" fmla="*/ 167957 w 909947"/>
                <a:gd name="connsiteY362" fmla="*/ 532045 h 964763"/>
                <a:gd name="connsiteX363" fmla="*/ 175412 w 909947"/>
                <a:gd name="connsiteY363" fmla="*/ 530730 h 964763"/>
                <a:gd name="connsiteX364" fmla="*/ 183415 w 909947"/>
                <a:gd name="connsiteY364" fmla="*/ 532265 h 964763"/>
                <a:gd name="connsiteX365" fmla="*/ 185717 w 909947"/>
                <a:gd name="connsiteY365" fmla="*/ 533251 h 964763"/>
                <a:gd name="connsiteX366" fmla="*/ 187910 w 909947"/>
                <a:gd name="connsiteY366" fmla="*/ 534567 h 964763"/>
                <a:gd name="connsiteX367" fmla="*/ 189883 w 909947"/>
                <a:gd name="connsiteY367" fmla="*/ 535992 h 964763"/>
                <a:gd name="connsiteX368" fmla="*/ 191856 w 909947"/>
                <a:gd name="connsiteY368" fmla="*/ 537527 h 964763"/>
                <a:gd name="connsiteX369" fmla="*/ 196790 w 909947"/>
                <a:gd name="connsiteY369" fmla="*/ 542022 h 964763"/>
                <a:gd name="connsiteX370" fmla="*/ 201723 w 909947"/>
                <a:gd name="connsiteY370" fmla="*/ 546407 h 964763"/>
                <a:gd name="connsiteX371" fmla="*/ 206547 w 909947"/>
                <a:gd name="connsiteY371" fmla="*/ 550792 h 964763"/>
                <a:gd name="connsiteX372" fmla="*/ 211481 w 909947"/>
                <a:gd name="connsiteY372" fmla="*/ 555178 h 964763"/>
                <a:gd name="connsiteX373" fmla="*/ 215099 w 909947"/>
                <a:gd name="connsiteY373" fmla="*/ 560001 h 964763"/>
                <a:gd name="connsiteX374" fmla="*/ 217839 w 909947"/>
                <a:gd name="connsiteY374" fmla="*/ 566251 h 964763"/>
                <a:gd name="connsiteX375" fmla="*/ 220142 w 909947"/>
                <a:gd name="connsiteY375" fmla="*/ 572828 h 964763"/>
                <a:gd name="connsiteX376" fmla="*/ 222225 w 909947"/>
                <a:gd name="connsiteY376" fmla="*/ 578639 h 964763"/>
                <a:gd name="connsiteX377" fmla="*/ 224417 w 909947"/>
                <a:gd name="connsiteY377" fmla="*/ 584230 h 964763"/>
                <a:gd name="connsiteX378" fmla="*/ 226610 w 909947"/>
                <a:gd name="connsiteY378" fmla="*/ 589712 h 964763"/>
                <a:gd name="connsiteX379" fmla="*/ 229132 w 909947"/>
                <a:gd name="connsiteY379" fmla="*/ 595193 h 964763"/>
                <a:gd name="connsiteX380" fmla="*/ 232092 w 909947"/>
                <a:gd name="connsiteY380" fmla="*/ 600346 h 964763"/>
                <a:gd name="connsiteX381" fmla="*/ 235819 w 909947"/>
                <a:gd name="connsiteY381" fmla="*/ 603964 h 964763"/>
                <a:gd name="connsiteX382" fmla="*/ 239875 w 909947"/>
                <a:gd name="connsiteY382" fmla="*/ 604951 h 964763"/>
                <a:gd name="connsiteX383" fmla="*/ 244261 w 909947"/>
                <a:gd name="connsiteY383" fmla="*/ 604074 h 964763"/>
                <a:gd name="connsiteX384" fmla="*/ 249194 w 909947"/>
                <a:gd name="connsiteY384" fmla="*/ 602210 h 964763"/>
                <a:gd name="connsiteX385" fmla="*/ 247221 w 909947"/>
                <a:gd name="connsiteY385" fmla="*/ 609336 h 964763"/>
                <a:gd name="connsiteX386" fmla="*/ 244370 w 909947"/>
                <a:gd name="connsiteY386" fmla="*/ 615804 h 964763"/>
                <a:gd name="connsiteX387" fmla="*/ 241191 w 909947"/>
                <a:gd name="connsiteY387" fmla="*/ 622163 h 964763"/>
                <a:gd name="connsiteX388" fmla="*/ 238450 w 909947"/>
                <a:gd name="connsiteY388" fmla="*/ 628850 h 964763"/>
                <a:gd name="connsiteX389" fmla="*/ 237244 w 909947"/>
                <a:gd name="connsiteY389" fmla="*/ 637073 h 964763"/>
                <a:gd name="connsiteX390" fmla="*/ 237792 w 909947"/>
                <a:gd name="connsiteY390" fmla="*/ 645734 h 964763"/>
                <a:gd name="connsiteX391" fmla="*/ 239108 w 909947"/>
                <a:gd name="connsiteY391" fmla="*/ 654504 h 964763"/>
                <a:gd name="connsiteX392" fmla="*/ 240314 w 909947"/>
                <a:gd name="connsiteY392" fmla="*/ 662727 h 964763"/>
                <a:gd name="connsiteX393" fmla="*/ 240862 w 909947"/>
                <a:gd name="connsiteY393" fmla="*/ 666345 h 964763"/>
                <a:gd name="connsiteX394" fmla="*/ 241301 w 909947"/>
                <a:gd name="connsiteY394" fmla="*/ 670072 h 964763"/>
                <a:gd name="connsiteX395" fmla="*/ 241739 w 909947"/>
                <a:gd name="connsiteY395" fmla="*/ 673690 h 964763"/>
                <a:gd name="connsiteX396" fmla="*/ 242178 w 909947"/>
                <a:gd name="connsiteY396" fmla="*/ 677418 h 964763"/>
                <a:gd name="connsiteX397" fmla="*/ 243274 w 909947"/>
                <a:gd name="connsiteY397" fmla="*/ 680926 h 964763"/>
                <a:gd name="connsiteX398" fmla="*/ 245138 w 909947"/>
                <a:gd name="connsiteY398" fmla="*/ 684324 h 964763"/>
                <a:gd name="connsiteX399" fmla="*/ 247221 w 909947"/>
                <a:gd name="connsiteY399" fmla="*/ 687833 h 964763"/>
                <a:gd name="connsiteX400" fmla="*/ 248756 w 909947"/>
                <a:gd name="connsiteY400" fmla="*/ 691670 h 964763"/>
                <a:gd name="connsiteX401" fmla="*/ 249633 w 909947"/>
                <a:gd name="connsiteY401" fmla="*/ 696384 h 964763"/>
                <a:gd name="connsiteX402" fmla="*/ 250839 w 909947"/>
                <a:gd name="connsiteY402" fmla="*/ 701427 h 964763"/>
                <a:gd name="connsiteX403" fmla="*/ 252922 w 909947"/>
                <a:gd name="connsiteY403" fmla="*/ 705812 h 964763"/>
                <a:gd name="connsiteX404" fmla="*/ 256211 w 909947"/>
                <a:gd name="connsiteY404" fmla="*/ 708772 h 964763"/>
                <a:gd name="connsiteX405" fmla="*/ 259061 w 909947"/>
                <a:gd name="connsiteY405" fmla="*/ 710198 h 964763"/>
                <a:gd name="connsiteX406" fmla="*/ 262021 w 909947"/>
                <a:gd name="connsiteY406" fmla="*/ 711075 h 964763"/>
                <a:gd name="connsiteX407" fmla="*/ 265091 w 909947"/>
                <a:gd name="connsiteY407" fmla="*/ 711732 h 964763"/>
                <a:gd name="connsiteX408" fmla="*/ 268161 w 909947"/>
                <a:gd name="connsiteY408" fmla="*/ 712171 h 964763"/>
                <a:gd name="connsiteX409" fmla="*/ 269257 w 909947"/>
                <a:gd name="connsiteY409" fmla="*/ 716995 h 964763"/>
                <a:gd name="connsiteX410" fmla="*/ 272546 w 909947"/>
                <a:gd name="connsiteY410" fmla="*/ 721380 h 964763"/>
                <a:gd name="connsiteX411" fmla="*/ 276054 w 909947"/>
                <a:gd name="connsiteY411" fmla="*/ 725875 h 964763"/>
                <a:gd name="connsiteX412" fmla="*/ 278027 w 909947"/>
                <a:gd name="connsiteY412" fmla="*/ 730699 h 964763"/>
                <a:gd name="connsiteX413" fmla="*/ 277699 w 909947"/>
                <a:gd name="connsiteY413" fmla="*/ 732672 h 964763"/>
                <a:gd name="connsiteX414" fmla="*/ 276712 w 909947"/>
                <a:gd name="connsiteY414" fmla="*/ 734536 h 964763"/>
                <a:gd name="connsiteX415" fmla="*/ 276493 w 909947"/>
                <a:gd name="connsiteY415" fmla="*/ 736290 h 964763"/>
                <a:gd name="connsiteX416" fmla="*/ 278027 w 909947"/>
                <a:gd name="connsiteY416" fmla="*/ 737825 h 964763"/>
                <a:gd name="connsiteX417" fmla="*/ 279672 w 909947"/>
                <a:gd name="connsiteY417" fmla="*/ 739469 h 964763"/>
                <a:gd name="connsiteX418" fmla="*/ 280220 w 909947"/>
                <a:gd name="connsiteY418" fmla="*/ 741443 h 964763"/>
                <a:gd name="connsiteX419" fmla="*/ 280001 w 909947"/>
                <a:gd name="connsiteY419" fmla="*/ 743745 h 964763"/>
                <a:gd name="connsiteX420" fmla="*/ 279233 w 909947"/>
                <a:gd name="connsiteY420" fmla="*/ 746047 h 964763"/>
                <a:gd name="connsiteX421" fmla="*/ 278466 w 909947"/>
                <a:gd name="connsiteY421" fmla="*/ 749227 h 964763"/>
                <a:gd name="connsiteX422" fmla="*/ 279343 w 909947"/>
                <a:gd name="connsiteY422" fmla="*/ 751639 h 964763"/>
                <a:gd name="connsiteX423" fmla="*/ 281097 w 909947"/>
                <a:gd name="connsiteY423" fmla="*/ 753831 h 964763"/>
                <a:gd name="connsiteX424" fmla="*/ 282742 w 909947"/>
                <a:gd name="connsiteY424" fmla="*/ 756462 h 964763"/>
                <a:gd name="connsiteX425" fmla="*/ 283290 w 909947"/>
                <a:gd name="connsiteY425" fmla="*/ 759094 h 964763"/>
                <a:gd name="connsiteX426" fmla="*/ 283290 w 909947"/>
                <a:gd name="connsiteY426" fmla="*/ 761506 h 964763"/>
                <a:gd name="connsiteX427" fmla="*/ 283180 w 909947"/>
                <a:gd name="connsiteY427" fmla="*/ 763917 h 964763"/>
                <a:gd name="connsiteX428" fmla="*/ 283509 w 909947"/>
                <a:gd name="connsiteY428" fmla="*/ 766329 h 964763"/>
                <a:gd name="connsiteX429" fmla="*/ 285373 w 909947"/>
                <a:gd name="connsiteY429" fmla="*/ 769509 h 964763"/>
                <a:gd name="connsiteX430" fmla="*/ 288333 w 909947"/>
                <a:gd name="connsiteY430" fmla="*/ 771482 h 964763"/>
                <a:gd name="connsiteX431" fmla="*/ 291403 w 909947"/>
                <a:gd name="connsiteY431" fmla="*/ 773236 h 964763"/>
                <a:gd name="connsiteX432" fmla="*/ 294143 w 909947"/>
                <a:gd name="connsiteY432" fmla="*/ 775758 h 964763"/>
                <a:gd name="connsiteX433" fmla="*/ 294911 w 909947"/>
                <a:gd name="connsiteY433" fmla="*/ 777512 h 964763"/>
                <a:gd name="connsiteX434" fmla="*/ 295569 w 909947"/>
                <a:gd name="connsiteY434" fmla="*/ 779376 h 964763"/>
                <a:gd name="connsiteX435" fmla="*/ 296446 w 909947"/>
                <a:gd name="connsiteY435" fmla="*/ 781239 h 964763"/>
                <a:gd name="connsiteX436" fmla="*/ 297981 w 909947"/>
                <a:gd name="connsiteY436" fmla="*/ 782555 h 964763"/>
                <a:gd name="connsiteX437" fmla="*/ 300941 w 909947"/>
                <a:gd name="connsiteY437" fmla="*/ 784857 h 964763"/>
                <a:gd name="connsiteX438" fmla="*/ 304339 w 909947"/>
                <a:gd name="connsiteY438" fmla="*/ 788256 h 964763"/>
                <a:gd name="connsiteX439" fmla="*/ 307628 w 909947"/>
                <a:gd name="connsiteY439" fmla="*/ 791983 h 964763"/>
                <a:gd name="connsiteX440" fmla="*/ 310588 w 909947"/>
                <a:gd name="connsiteY440" fmla="*/ 794943 h 964763"/>
                <a:gd name="connsiteX441" fmla="*/ 317386 w 909947"/>
                <a:gd name="connsiteY441" fmla="*/ 798561 h 964763"/>
                <a:gd name="connsiteX442" fmla="*/ 325279 w 909947"/>
                <a:gd name="connsiteY442" fmla="*/ 799329 h 964763"/>
                <a:gd name="connsiteX443" fmla="*/ 333611 w 909947"/>
                <a:gd name="connsiteY443" fmla="*/ 798561 h 964763"/>
                <a:gd name="connsiteX444" fmla="*/ 341724 w 909947"/>
                <a:gd name="connsiteY444" fmla="*/ 797794 h 964763"/>
                <a:gd name="connsiteX445" fmla="*/ 341833 w 909947"/>
                <a:gd name="connsiteY445" fmla="*/ 803933 h 964763"/>
                <a:gd name="connsiteX446" fmla="*/ 342053 w 909947"/>
                <a:gd name="connsiteY446" fmla="*/ 810182 h 964763"/>
                <a:gd name="connsiteX447" fmla="*/ 342272 w 909947"/>
                <a:gd name="connsiteY447" fmla="*/ 816322 h 964763"/>
                <a:gd name="connsiteX448" fmla="*/ 342382 w 909947"/>
                <a:gd name="connsiteY448" fmla="*/ 822571 h 964763"/>
                <a:gd name="connsiteX449" fmla="*/ 352577 w 909947"/>
                <a:gd name="connsiteY449" fmla="*/ 822242 h 964763"/>
                <a:gd name="connsiteX450" fmla="*/ 363212 w 909947"/>
                <a:gd name="connsiteY450" fmla="*/ 821694 h 964763"/>
                <a:gd name="connsiteX451" fmla="*/ 373736 w 909947"/>
                <a:gd name="connsiteY451" fmla="*/ 821694 h 964763"/>
                <a:gd name="connsiteX452" fmla="*/ 383713 w 909947"/>
                <a:gd name="connsiteY452" fmla="*/ 822900 h 964763"/>
                <a:gd name="connsiteX453" fmla="*/ 393141 w 909947"/>
                <a:gd name="connsiteY453" fmla="*/ 826079 h 964763"/>
                <a:gd name="connsiteX454" fmla="*/ 402679 w 909947"/>
                <a:gd name="connsiteY454" fmla="*/ 830683 h 964763"/>
                <a:gd name="connsiteX455" fmla="*/ 411998 w 909947"/>
                <a:gd name="connsiteY455" fmla="*/ 835836 h 964763"/>
                <a:gd name="connsiteX456" fmla="*/ 420878 w 909947"/>
                <a:gd name="connsiteY456" fmla="*/ 840441 h 964763"/>
                <a:gd name="connsiteX457" fmla="*/ 424935 w 909947"/>
                <a:gd name="connsiteY457" fmla="*/ 842853 h 964763"/>
                <a:gd name="connsiteX458" fmla="*/ 427676 w 909947"/>
                <a:gd name="connsiteY458" fmla="*/ 844936 h 964763"/>
                <a:gd name="connsiteX459" fmla="*/ 429759 w 909947"/>
                <a:gd name="connsiteY459" fmla="*/ 847567 h 964763"/>
                <a:gd name="connsiteX460" fmla="*/ 431732 w 909947"/>
                <a:gd name="connsiteY460" fmla="*/ 851952 h 964763"/>
                <a:gd name="connsiteX461" fmla="*/ 434034 w 909947"/>
                <a:gd name="connsiteY461" fmla="*/ 857543 h 964763"/>
                <a:gd name="connsiteX462" fmla="*/ 436336 w 909947"/>
                <a:gd name="connsiteY462" fmla="*/ 863135 h 964763"/>
                <a:gd name="connsiteX463" fmla="*/ 438639 w 909947"/>
                <a:gd name="connsiteY463" fmla="*/ 868726 h 964763"/>
                <a:gd name="connsiteX464" fmla="*/ 440941 w 909947"/>
                <a:gd name="connsiteY464" fmla="*/ 874317 h 964763"/>
                <a:gd name="connsiteX465" fmla="*/ 439187 w 909947"/>
                <a:gd name="connsiteY465" fmla="*/ 876839 h 964763"/>
                <a:gd name="connsiteX466" fmla="*/ 434802 w 909947"/>
                <a:gd name="connsiteY466" fmla="*/ 881334 h 964763"/>
                <a:gd name="connsiteX467" fmla="*/ 429978 w 909947"/>
                <a:gd name="connsiteY467" fmla="*/ 885828 h 964763"/>
                <a:gd name="connsiteX468" fmla="*/ 427127 w 909947"/>
                <a:gd name="connsiteY468" fmla="*/ 888460 h 964763"/>
                <a:gd name="connsiteX469" fmla="*/ 423400 w 909947"/>
                <a:gd name="connsiteY469" fmla="*/ 892187 h 964763"/>
                <a:gd name="connsiteX470" fmla="*/ 421207 w 909947"/>
                <a:gd name="connsiteY470" fmla="*/ 895257 h 964763"/>
                <a:gd name="connsiteX471" fmla="*/ 420111 w 909947"/>
                <a:gd name="connsiteY471" fmla="*/ 898765 h 964763"/>
                <a:gd name="connsiteX472" fmla="*/ 419672 w 909947"/>
                <a:gd name="connsiteY472" fmla="*/ 904137 h 964763"/>
                <a:gd name="connsiteX473" fmla="*/ 419234 w 909947"/>
                <a:gd name="connsiteY473" fmla="*/ 909290 h 964763"/>
                <a:gd name="connsiteX474" fmla="*/ 418576 w 909947"/>
                <a:gd name="connsiteY474" fmla="*/ 916087 h 964763"/>
                <a:gd name="connsiteX475" fmla="*/ 418466 w 909947"/>
                <a:gd name="connsiteY475" fmla="*/ 922555 h 964763"/>
                <a:gd name="connsiteX476" fmla="*/ 419672 w 909947"/>
                <a:gd name="connsiteY476" fmla="*/ 926612 h 964763"/>
                <a:gd name="connsiteX477" fmla="*/ 424715 w 909947"/>
                <a:gd name="connsiteY477" fmla="*/ 927050 h 964763"/>
                <a:gd name="connsiteX478" fmla="*/ 430307 w 909947"/>
                <a:gd name="connsiteY478" fmla="*/ 923980 h 964763"/>
                <a:gd name="connsiteX479" fmla="*/ 435679 w 909947"/>
                <a:gd name="connsiteY479" fmla="*/ 919595 h 964763"/>
                <a:gd name="connsiteX480" fmla="*/ 439845 w 909947"/>
                <a:gd name="connsiteY480" fmla="*/ 915977 h 964763"/>
                <a:gd name="connsiteX481" fmla="*/ 445765 w 909947"/>
                <a:gd name="connsiteY481" fmla="*/ 911592 h 964763"/>
                <a:gd name="connsiteX482" fmla="*/ 451685 w 909947"/>
                <a:gd name="connsiteY482" fmla="*/ 907207 h 964763"/>
                <a:gd name="connsiteX483" fmla="*/ 457605 w 909947"/>
                <a:gd name="connsiteY483" fmla="*/ 902822 h 964763"/>
                <a:gd name="connsiteX484" fmla="*/ 463416 w 909947"/>
                <a:gd name="connsiteY484" fmla="*/ 898546 h 964763"/>
                <a:gd name="connsiteX485" fmla="*/ 467472 w 909947"/>
                <a:gd name="connsiteY485" fmla="*/ 898984 h 964763"/>
                <a:gd name="connsiteX486" fmla="*/ 473831 w 909947"/>
                <a:gd name="connsiteY486" fmla="*/ 902273 h 964763"/>
                <a:gd name="connsiteX487" fmla="*/ 480299 w 909947"/>
                <a:gd name="connsiteY487" fmla="*/ 906330 h 964763"/>
                <a:gd name="connsiteX488" fmla="*/ 484465 w 909947"/>
                <a:gd name="connsiteY488" fmla="*/ 909180 h 964763"/>
                <a:gd name="connsiteX489" fmla="*/ 486110 w 909947"/>
                <a:gd name="connsiteY489" fmla="*/ 911154 h 964763"/>
                <a:gd name="connsiteX490" fmla="*/ 487206 w 909947"/>
                <a:gd name="connsiteY490" fmla="*/ 913675 h 964763"/>
                <a:gd name="connsiteX491" fmla="*/ 487973 w 909947"/>
                <a:gd name="connsiteY491" fmla="*/ 916526 h 964763"/>
                <a:gd name="connsiteX492" fmla="*/ 488631 w 909947"/>
                <a:gd name="connsiteY492" fmla="*/ 919266 h 964763"/>
                <a:gd name="connsiteX493" fmla="*/ 490275 w 909947"/>
                <a:gd name="connsiteY493" fmla="*/ 926612 h 964763"/>
                <a:gd name="connsiteX494" fmla="*/ 492139 w 909947"/>
                <a:gd name="connsiteY494" fmla="*/ 933628 h 964763"/>
                <a:gd name="connsiteX495" fmla="*/ 495099 w 909947"/>
                <a:gd name="connsiteY495" fmla="*/ 939877 h 964763"/>
                <a:gd name="connsiteX496" fmla="*/ 500252 w 909947"/>
                <a:gd name="connsiteY496" fmla="*/ 944482 h 964763"/>
                <a:gd name="connsiteX497" fmla="*/ 505295 w 909947"/>
                <a:gd name="connsiteY497" fmla="*/ 947661 h 964763"/>
                <a:gd name="connsiteX498" fmla="*/ 510886 w 909947"/>
                <a:gd name="connsiteY498" fmla="*/ 951279 h 964763"/>
                <a:gd name="connsiteX499" fmla="*/ 516697 w 909947"/>
                <a:gd name="connsiteY499" fmla="*/ 953800 h 964763"/>
                <a:gd name="connsiteX500" fmla="*/ 522069 w 909947"/>
                <a:gd name="connsiteY500" fmla="*/ 953581 h 964763"/>
                <a:gd name="connsiteX501" fmla="*/ 529085 w 909947"/>
                <a:gd name="connsiteY501" fmla="*/ 950511 h 964763"/>
                <a:gd name="connsiteX502" fmla="*/ 536102 w 909947"/>
                <a:gd name="connsiteY502" fmla="*/ 947332 h 964763"/>
                <a:gd name="connsiteX503" fmla="*/ 543118 w 909947"/>
                <a:gd name="connsiteY503" fmla="*/ 944262 h 964763"/>
                <a:gd name="connsiteX504" fmla="*/ 550135 w 909947"/>
                <a:gd name="connsiteY504" fmla="*/ 941193 h 964763"/>
                <a:gd name="connsiteX505" fmla="*/ 551231 w 909947"/>
                <a:gd name="connsiteY505" fmla="*/ 949525 h 964763"/>
                <a:gd name="connsiteX506" fmla="*/ 552327 w 909947"/>
                <a:gd name="connsiteY506" fmla="*/ 957747 h 964763"/>
                <a:gd name="connsiteX507" fmla="*/ 553424 w 909947"/>
                <a:gd name="connsiteY507" fmla="*/ 966079 h 964763"/>
                <a:gd name="connsiteX508" fmla="*/ 554630 w 909947"/>
                <a:gd name="connsiteY508" fmla="*/ 974192 h 964763"/>
                <a:gd name="connsiteX509" fmla="*/ 557809 w 909947"/>
                <a:gd name="connsiteY509" fmla="*/ 963339 h 964763"/>
                <a:gd name="connsiteX510" fmla="*/ 560879 w 909947"/>
                <a:gd name="connsiteY510" fmla="*/ 952594 h 964763"/>
                <a:gd name="connsiteX511" fmla="*/ 563948 w 909947"/>
                <a:gd name="connsiteY511" fmla="*/ 941741 h 964763"/>
                <a:gd name="connsiteX512" fmla="*/ 567018 w 909947"/>
                <a:gd name="connsiteY512" fmla="*/ 930887 h 964763"/>
                <a:gd name="connsiteX513" fmla="*/ 569649 w 909947"/>
                <a:gd name="connsiteY513" fmla="*/ 922665 h 964763"/>
                <a:gd name="connsiteX514" fmla="*/ 572500 w 909947"/>
                <a:gd name="connsiteY514" fmla="*/ 914114 h 964763"/>
                <a:gd name="connsiteX515" fmla="*/ 574912 w 909947"/>
                <a:gd name="connsiteY515" fmla="*/ 905453 h 964763"/>
                <a:gd name="connsiteX516" fmla="*/ 576008 w 909947"/>
                <a:gd name="connsiteY516" fmla="*/ 896792 h 964763"/>
                <a:gd name="connsiteX517" fmla="*/ 576446 w 909947"/>
                <a:gd name="connsiteY517" fmla="*/ 873769 h 964763"/>
                <a:gd name="connsiteX518" fmla="*/ 576995 w 909947"/>
                <a:gd name="connsiteY518" fmla="*/ 850746 h 964763"/>
                <a:gd name="connsiteX519" fmla="*/ 577762 w 909947"/>
                <a:gd name="connsiteY519" fmla="*/ 827614 h 964763"/>
                <a:gd name="connsiteX520" fmla="*/ 578749 w 909947"/>
                <a:gd name="connsiteY520" fmla="*/ 804591 h 964763"/>
                <a:gd name="connsiteX521" fmla="*/ 579735 w 909947"/>
                <a:gd name="connsiteY521" fmla="*/ 799548 h 964763"/>
                <a:gd name="connsiteX522" fmla="*/ 581161 w 909947"/>
                <a:gd name="connsiteY522" fmla="*/ 796588 h 964763"/>
                <a:gd name="connsiteX523" fmla="*/ 583573 w 909947"/>
                <a:gd name="connsiteY523" fmla="*/ 794834 h 964763"/>
                <a:gd name="connsiteX524" fmla="*/ 587848 w 909947"/>
                <a:gd name="connsiteY524" fmla="*/ 792751 h 964763"/>
                <a:gd name="connsiteX525" fmla="*/ 589602 w 909947"/>
                <a:gd name="connsiteY525" fmla="*/ 789900 h 964763"/>
                <a:gd name="connsiteX526" fmla="*/ 590480 w 909947"/>
                <a:gd name="connsiteY526" fmla="*/ 784748 h 964763"/>
                <a:gd name="connsiteX527" fmla="*/ 590918 w 909947"/>
                <a:gd name="connsiteY527" fmla="*/ 779156 h 964763"/>
                <a:gd name="connsiteX528" fmla="*/ 591247 w 909947"/>
                <a:gd name="connsiteY528" fmla="*/ 775100 h 964763"/>
                <a:gd name="connsiteX529" fmla="*/ 591905 w 909947"/>
                <a:gd name="connsiteY529" fmla="*/ 766987 h 964763"/>
                <a:gd name="connsiteX530" fmla="*/ 592672 w 909947"/>
                <a:gd name="connsiteY530" fmla="*/ 758765 h 964763"/>
                <a:gd name="connsiteX531" fmla="*/ 593330 w 909947"/>
                <a:gd name="connsiteY531" fmla="*/ 750542 h 964763"/>
                <a:gd name="connsiteX532" fmla="*/ 593987 w 909947"/>
                <a:gd name="connsiteY532" fmla="*/ 742320 h 964763"/>
                <a:gd name="connsiteX533" fmla="*/ 594536 w 909947"/>
                <a:gd name="connsiteY533" fmla="*/ 736838 h 964763"/>
                <a:gd name="connsiteX534" fmla="*/ 595632 w 909947"/>
                <a:gd name="connsiteY534" fmla="*/ 733659 h 964763"/>
                <a:gd name="connsiteX535" fmla="*/ 597934 w 909947"/>
                <a:gd name="connsiteY535" fmla="*/ 731247 h 964763"/>
                <a:gd name="connsiteX536" fmla="*/ 601991 w 909947"/>
                <a:gd name="connsiteY536" fmla="*/ 728397 h 964763"/>
                <a:gd name="connsiteX537" fmla="*/ 608021 w 909947"/>
                <a:gd name="connsiteY537" fmla="*/ 724560 h 964763"/>
                <a:gd name="connsiteX538" fmla="*/ 614050 w 909947"/>
                <a:gd name="connsiteY538" fmla="*/ 720722 h 964763"/>
                <a:gd name="connsiteX539" fmla="*/ 619861 w 909947"/>
                <a:gd name="connsiteY539" fmla="*/ 716666 h 964763"/>
                <a:gd name="connsiteX540" fmla="*/ 625452 w 909947"/>
                <a:gd name="connsiteY540" fmla="*/ 712061 h 964763"/>
                <a:gd name="connsiteX541" fmla="*/ 627645 w 909947"/>
                <a:gd name="connsiteY541" fmla="*/ 708663 h 964763"/>
                <a:gd name="connsiteX542" fmla="*/ 628522 w 909947"/>
                <a:gd name="connsiteY542" fmla="*/ 704716 h 964763"/>
                <a:gd name="connsiteX543" fmla="*/ 628851 w 909947"/>
                <a:gd name="connsiteY543" fmla="*/ 700440 h 964763"/>
                <a:gd name="connsiteX544" fmla="*/ 629509 w 909947"/>
                <a:gd name="connsiteY544" fmla="*/ 696384 h 964763"/>
                <a:gd name="connsiteX545" fmla="*/ 632249 w 909947"/>
                <a:gd name="connsiteY545" fmla="*/ 690354 h 964763"/>
                <a:gd name="connsiteX546" fmla="*/ 636306 w 909947"/>
                <a:gd name="connsiteY546" fmla="*/ 687942 h 964763"/>
                <a:gd name="connsiteX547" fmla="*/ 640801 w 909947"/>
                <a:gd name="connsiteY547" fmla="*/ 689148 h 964763"/>
                <a:gd name="connsiteX548" fmla="*/ 645186 w 909947"/>
                <a:gd name="connsiteY548" fmla="*/ 694082 h 964763"/>
                <a:gd name="connsiteX549" fmla="*/ 648913 w 909947"/>
                <a:gd name="connsiteY549" fmla="*/ 695288 h 964763"/>
                <a:gd name="connsiteX550" fmla="*/ 651654 w 909947"/>
                <a:gd name="connsiteY550" fmla="*/ 691779 h 964763"/>
                <a:gd name="connsiteX551" fmla="*/ 653408 w 909947"/>
                <a:gd name="connsiteY551" fmla="*/ 686407 h 964763"/>
                <a:gd name="connsiteX552" fmla="*/ 654066 w 909947"/>
                <a:gd name="connsiteY552" fmla="*/ 682022 h 964763"/>
                <a:gd name="connsiteX553" fmla="*/ 651764 w 909947"/>
                <a:gd name="connsiteY553" fmla="*/ 676650 h 964763"/>
                <a:gd name="connsiteX554" fmla="*/ 646940 w 909947"/>
                <a:gd name="connsiteY554" fmla="*/ 673142 h 964763"/>
                <a:gd name="connsiteX555" fmla="*/ 642006 w 909947"/>
                <a:gd name="connsiteY555" fmla="*/ 669743 h 964763"/>
                <a:gd name="connsiteX556" fmla="*/ 639923 w 909947"/>
                <a:gd name="connsiteY556" fmla="*/ 664591 h 964763"/>
                <a:gd name="connsiteX557" fmla="*/ 641239 w 909947"/>
                <a:gd name="connsiteY557" fmla="*/ 661631 h 964763"/>
                <a:gd name="connsiteX558" fmla="*/ 642993 w 909947"/>
                <a:gd name="connsiteY558" fmla="*/ 658890 h 964763"/>
                <a:gd name="connsiteX559" fmla="*/ 644747 w 909947"/>
                <a:gd name="connsiteY559" fmla="*/ 656039 h 964763"/>
                <a:gd name="connsiteX560" fmla="*/ 645734 w 909947"/>
                <a:gd name="connsiteY560" fmla="*/ 652970 h 964763"/>
                <a:gd name="connsiteX561" fmla="*/ 645296 w 909947"/>
                <a:gd name="connsiteY561" fmla="*/ 648036 h 964763"/>
                <a:gd name="connsiteX562" fmla="*/ 642993 w 909947"/>
                <a:gd name="connsiteY562" fmla="*/ 643980 h 964763"/>
                <a:gd name="connsiteX563" fmla="*/ 639814 w 909947"/>
                <a:gd name="connsiteY563" fmla="*/ 640471 h 964763"/>
                <a:gd name="connsiteX564" fmla="*/ 636415 w 909947"/>
                <a:gd name="connsiteY564" fmla="*/ 637183 h 964763"/>
                <a:gd name="connsiteX565" fmla="*/ 634880 w 909947"/>
                <a:gd name="connsiteY565" fmla="*/ 632139 h 964763"/>
                <a:gd name="connsiteX566" fmla="*/ 641020 w 909947"/>
                <a:gd name="connsiteY566" fmla="*/ 630276 h 964763"/>
                <a:gd name="connsiteX567" fmla="*/ 647708 w 909947"/>
                <a:gd name="connsiteY567" fmla="*/ 627754 h 964763"/>
                <a:gd name="connsiteX568" fmla="*/ 647927 w 909947"/>
                <a:gd name="connsiteY568" fmla="*/ 620847 h 964763"/>
                <a:gd name="connsiteX569" fmla="*/ 646721 w 909947"/>
                <a:gd name="connsiteY569" fmla="*/ 615256 h 964763"/>
                <a:gd name="connsiteX570" fmla="*/ 647379 w 909947"/>
                <a:gd name="connsiteY570" fmla="*/ 609994 h 964763"/>
                <a:gd name="connsiteX571" fmla="*/ 647817 w 909947"/>
                <a:gd name="connsiteY571" fmla="*/ 605170 h 964763"/>
                <a:gd name="connsiteX572" fmla="*/ 646282 w 909947"/>
                <a:gd name="connsiteY572" fmla="*/ 600894 h 964763"/>
                <a:gd name="connsiteX573" fmla="*/ 648365 w 909947"/>
                <a:gd name="connsiteY573" fmla="*/ 597715 h 964763"/>
                <a:gd name="connsiteX574" fmla="*/ 655601 w 909947"/>
                <a:gd name="connsiteY574" fmla="*/ 593768 h 964763"/>
                <a:gd name="connsiteX575" fmla="*/ 663824 w 909947"/>
                <a:gd name="connsiteY575" fmla="*/ 589931 h 964763"/>
                <a:gd name="connsiteX576" fmla="*/ 668866 w 909947"/>
                <a:gd name="connsiteY576" fmla="*/ 587738 h 964763"/>
                <a:gd name="connsiteX577" fmla="*/ 670292 w 909947"/>
                <a:gd name="connsiteY577" fmla="*/ 587190 h 964763"/>
                <a:gd name="connsiteX578" fmla="*/ 671717 w 909947"/>
                <a:gd name="connsiteY578" fmla="*/ 586532 h 964763"/>
                <a:gd name="connsiteX579" fmla="*/ 673142 w 909947"/>
                <a:gd name="connsiteY579" fmla="*/ 585984 h 964763"/>
                <a:gd name="connsiteX580" fmla="*/ 674567 w 909947"/>
                <a:gd name="connsiteY580" fmla="*/ 585326 h 964763"/>
                <a:gd name="connsiteX581" fmla="*/ 680926 w 909947"/>
                <a:gd name="connsiteY581" fmla="*/ 581270 h 964763"/>
                <a:gd name="connsiteX582" fmla="*/ 684982 w 909947"/>
                <a:gd name="connsiteY582" fmla="*/ 576556 h 964763"/>
                <a:gd name="connsiteX583" fmla="*/ 688271 w 909947"/>
                <a:gd name="connsiteY583" fmla="*/ 570965 h 964763"/>
                <a:gd name="connsiteX584" fmla="*/ 692657 w 909947"/>
                <a:gd name="connsiteY584" fmla="*/ 564496 h 964763"/>
                <a:gd name="connsiteX585" fmla="*/ 694192 w 909947"/>
                <a:gd name="connsiteY585" fmla="*/ 561646 h 964763"/>
                <a:gd name="connsiteX586" fmla="*/ 695288 w 909947"/>
                <a:gd name="connsiteY586" fmla="*/ 558795 h 964763"/>
                <a:gd name="connsiteX587" fmla="*/ 696713 w 909947"/>
                <a:gd name="connsiteY587" fmla="*/ 556164 h 964763"/>
                <a:gd name="connsiteX588" fmla="*/ 699344 w 909947"/>
                <a:gd name="connsiteY588" fmla="*/ 554081 h 964763"/>
                <a:gd name="connsiteX589" fmla="*/ 702633 w 909947"/>
                <a:gd name="connsiteY589" fmla="*/ 553314 h 964763"/>
                <a:gd name="connsiteX590" fmla="*/ 706361 w 909947"/>
                <a:gd name="connsiteY590" fmla="*/ 552985 h 964763"/>
                <a:gd name="connsiteX591" fmla="*/ 709321 w 909947"/>
                <a:gd name="connsiteY591" fmla="*/ 551998 h 964763"/>
                <a:gd name="connsiteX592" fmla="*/ 710527 w 909947"/>
                <a:gd name="connsiteY592" fmla="*/ 549038 h 964763"/>
                <a:gd name="connsiteX593" fmla="*/ 710088 w 909947"/>
                <a:gd name="connsiteY593" fmla="*/ 545640 h 964763"/>
                <a:gd name="connsiteX594" fmla="*/ 711404 w 909947"/>
                <a:gd name="connsiteY594" fmla="*/ 542899 h 964763"/>
                <a:gd name="connsiteX595" fmla="*/ 713816 w 909947"/>
                <a:gd name="connsiteY595" fmla="*/ 541035 h 964763"/>
                <a:gd name="connsiteX596" fmla="*/ 716885 w 909947"/>
                <a:gd name="connsiteY596" fmla="*/ 540487 h 964763"/>
                <a:gd name="connsiteX597" fmla="*/ 720394 w 909947"/>
                <a:gd name="connsiteY597" fmla="*/ 540706 h 964763"/>
                <a:gd name="connsiteX598" fmla="*/ 724560 w 909947"/>
                <a:gd name="connsiteY598" fmla="*/ 540816 h 964763"/>
                <a:gd name="connsiteX599" fmla="*/ 728506 w 909947"/>
                <a:gd name="connsiteY599" fmla="*/ 540377 h 964763"/>
                <a:gd name="connsiteX600" fmla="*/ 731686 w 909947"/>
                <a:gd name="connsiteY600" fmla="*/ 538623 h 964763"/>
                <a:gd name="connsiteX601" fmla="*/ 733221 w 909947"/>
                <a:gd name="connsiteY601" fmla="*/ 535554 h 964763"/>
                <a:gd name="connsiteX602" fmla="*/ 733659 w 909947"/>
                <a:gd name="connsiteY602" fmla="*/ 531936 h 964763"/>
                <a:gd name="connsiteX603" fmla="*/ 733769 w 909947"/>
                <a:gd name="connsiteY603" fmla="*/ 528098 h 964763"/>
                <a:gd name="connsiteX604" fmla="*/ 734756 w 909947"/>
                <a:gd name="connsiteY604" fmla="*/ 524590 h 964763"/>
                <a:gd name="connsiteX605" fmla="*/ 740018 w 909947"/>
                <a:gd name="connsiteY605" fmla="*/ 519438 h 964763"/>
                <a:gd name="connsiteX606" fmla="*/ 748460 w 909947"/>
                <a:gd name="connsiteY606" fmla="*/ 515271 h 964763"/>
                <a:gd name="connsiteX607" fmla="*/ 757449 w 909947"/>
                <a:gd name="connsiteY607" fmla="*/ 512202 h 964763"/>
                <a:gd name="connsiteX608" fmla="*/ 764466 w 909947"/>
                <a:gd name="connsiteY608" fmla="*/ 510448 h 964763"/>
                <a:gd name="connsiteX609" fmla="*/ 782007 w 909947"/>
                <a:gd name="connsiteY609" fmla="*/ 514175 h 964763"/>
                <a:gd name="connsiteX610" fmla="*/ 799439 w 909947"/>
                <a:gd name="connsiteY610" fmla="*/ 517793 h 964763"/>
                <a:gd name="connsiteX611" fmla="*/ 816980 w 909947"/>
                <a:gd name="connsiteY611" fmla="*/ 521411 h 964763"/>
                <a:gd name="connsiteX612" fmla="*/ 834411 w 909947"/>
                <a:gd name="connsiteY612" fmla="*/ 525138 h 964763"/>
                <a:gd name="connsiteX613" fmla="*/ 843620 w 909947"/>
                <a:gd name="connsiteY613" fmla="*/ 526673 h 964763"/>
                <a:gd name="connsiteX614" fmla="*/ 852281 w 909947"/>
                <a:gd name="connsiteY614" fmla="*/ 527989 h 964763"/>
                <a:gd name="connsiteX615" fmla="*/ 860942 w 909947"/>
                <a:gd name="connsiteY615" fmla="*/ 528098 h 964763"/>
                <a:gd name="connsiteX616" fmla="*/ 869932 w 909947"/>
                <a:gd name="connsiteY616" fmla="*/ 526454 h 964763"/>
                <a:gd name="connsiteX617" fmla="*/ 878702 w 909947"/>
                <a:gd name="connsiteY617" fmla="*/ 523823 h 964763"/>
                <a:gd name="connsiteX618" fmla="*/ 887692 w 909947"/>
                <a:gd name="connsiteY618" fmla="*/ 521521 h 964763"/>
                <a:gd name="connsiteX619" fmla="*/ 896682 w 909947"/>
                <a:gd name="connsiteY619" fmla="*/ 519657 h 964763"/>
                <a:gd name="connsiteX620" fmla="*/ 905782 w 909947"/>
                <a:gd name="connsiteY620" fmla="*/ 518780 h 964763"/>
                <a:gd name="connsiteX621" fmla="*/ 910715 w 909947"/>
                <a:gd name="connsiteY621" fmla="*/ 518341 h 964763"/>
                <a:gd name="connsiteX622" fmla="*/ 912908 w 909947"/>
                <a:gd name="connsiteY622" fmla="*/ 517026 h 964763"/>
                <a:gd name="connsiteX623" fmla="*/ 913566 w 909947"/>
                <a:gd name="connsiteY623" fmla="*/ 514175 h 964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</a:cxnLst>
              <a:rect l="l" t="t" r="r" b="b"/>
              <a:pathLst>
                <a:path w="909947" h="964763">
                  <a:moveTo>
                    <a:pt x="913456" y="508584"/>
                  </a:moveTo>
                  <a:lnTo>
                    <a:pt x="913456" y="504856"/>
                  </a:lnTo>
                  <a:lnTo>
                    <a:pt x="913456" y="501239"/>
                  </a:lnTo>
                  <a:lnTo>
                    <a:pt x="913456" y="497621"/>
                  </a:lnTo>
                  <a:lnTo>
                    <a:pt x="913456" y="493893"/>
                  </a:lnTo>
                  <a:lnTo>
                    <a:pt x="913346" y="480080"/>
                  </a:lnTo>
                  <a:lnTo>
                    <a:pt x="913346" y="466376"/>
                  </a:lnTo>
                  <a:lnTo>
                    <a:pt x="913237" y="452562"/>
                  </a:lnTo>
                  <a:lnTo>
                    <a:pt x="913237" y="438748"/>
                  </a:lnTo>
                  <a:lnTo>
                    <a:pt x="911044" y="430635"/>
                  </a:lnTo>
                  <a:lnTo>
                    <a:pt x="905891" y="422632"/>
                  </a:lnTo>
                  <a:lnTo>
                    <a:pt x="899533" y="415177"/>
                  </a:lnTo>
                  <a:lnTo>
                    <a:pt x="894161" y="408709"/>
                  </a:lnTo>
                  <a:lnTo>
                    <a:pt x="889885" y="402679"/>
                  </a:lnTo>
                  <a:lnTo>
                    <a:pt x="885719" y="396540"/>
                  </a:lnTo>
                  <a:lnTo>
                    <a:pt x="881882" y="390181"/>
                  </a:lnTo>
                  <a:lnTo>
                    <a:pt x="878483" y="383603"/>
                  </a:lnTo>
                  <a:lnTo>
                    <a:pt x="874098" y="389304"/>
                  </a:lnTo>
                  <a:lnTo>
                    <a:pt x="869713" y="394895"/>
                  </a:lnTo>
                  <a:lnTo>
                    <a:pt x="865327" y="400596"/>
                  </a:lnTo>
                  <a:lnTo>
                    <a:pt x="860942" y="406297"/>
                  </a:lnTo>
                  <a:lnTo>
                    <a:pt x="857872" y="410792"/>
                  </a:lnTo>
                  <a:lnTo>
                    <a:pt x="853926" y="416602"/>
                  </a:lnTo>
                  <a:lnTo>
                    <a:pt x="849431" y="421317"/>
                  </a:lnTo>
                  <a:lnTo>
                    <a:pt x="844936" y="422632"/>
                  </a:lnTo>
                  <a:lnTo>
                    <a:pt x="844717" y="431732"/>
                  </a:lnTo>
                  <a:lnTo>
                    <a:pt x="844388" y="440941"/>
                  </a:lnTo>
                  <a:lnTo>
                    <a:pt x="844168" y="450150"/>
                  </a:lnTo>
                  <a:lnTo>
                    <a:pt x="843949" y="459359"/>
                  </a:lnTo>
                  <a:lnTo>
                    <a:pt x="839893" y="455851"/>
                  </a:lnTo>
                  <a:lnTo>
                    <a:pt x="835508" y="452343"/>
                  </a:lnTo>
                  <a:lnTo>
                    <a:pt x="830903" y="449163"/>
                  </a:lnTo>
                  <a:lnTo>
                    <a:pt x="826298" y="446532"/>
                  </a:lnTo>
                  <a:lnTo>
                    <a:pt x="818624" y="442476"/>
                  </a:lnTo>
                  <a:lnTo>
                    <a:pt x="810511" y="439625"/>
                  </a:lnTo>
                  <a:lnTo>
                    <a:pt x="802179" y="437652"/>
                  </a:lnTo>
                  <a:lnTo>
                    <a:pt x="793847" y="435679"/>
                  </a:lnTo>
                  <a:lnTo>
                    <a:pt x="785625" y="433595"/>
                  </a:lnTo>
                  <a:lnTo>
                    <a:pt x="776525" y="430197"/>
                  </a:lnTo>
                  <a:lnTo>
                    <a:pt x="768522" y="425044"/>
                  </a:lnTo>
                  <a:lnTo>
                    <a:pt x="763479" y="417370"/>
                  </a:lnTo>
                  <a:lnTo>
                    <a:pt x="762383" y="408928"/>
                  </a:lnTo>
                  <a:lnTo>
                    <a:pt x="762493" y="400158"/>
                  </a:lnTo>
                  <a:lnTo>
                    <a:pt x="761944" y="391826"/>
                  </a:lnTo>
                  <a:lnTo>
                    <a:pt x="758874" y="385028"/>
                  </a:lnTo>
                  <a:lnTo>
                    <a:pt x="752187" y="379876"/>
                  </a:lnTo>
                  <a:lnTo>
                    <a:pt x="744074" y="375381"/>
                  </a:lnTo>
                  <a:lnTo>
                    <a:pt x="736619" y="370228"/>
                  </a:lnTo>
                  <a:lnTo>
                    <a:pt x="732015" y="363321"/>
                  </a:lnTo>
                  <a:lnTo>
                    <a:pt x="730041" y="358278"/>
                  </a:lnTo>
                  <a:lnTo>
                    <a:pt x="727300" y="354003"/>
                  </a:lnTo>
                  <a:lnTo>
                    <a:pt x="724012" y="350275"/>
                  </a:lnTo>
                  <a:lnTo>
                    <a:pt x="720065" y="346876"/>
                  </a:lnTo>
                  <a:lnTo>
                    <a:pt x="717324" y="344793"/>
                  </a:lnTo>
                  <a:lnTo>
                    <a:pt x="714912" y="342601"/>
                  </a:lnTo>
                  <a:lnTo>
                    <a:pt x="713377" y="339970"/>
                  </a:lnTo>
                  <a:lnTo>
                    <a:pt x="712719" y="336242"/>
                  </a:lnTo>
                  <a:lnTo>
                    <a:pt x="713706" y="330103"/>
                  </a:lnTo>
                  <a:lnTo>
                    <a:pt x="715679" y="324402"/>
                  </a:lnTo>
                  <a:lnTo>
                    <a:pt x="718530" y="319030"/>
                  </a:lnTo>
                  <a:lnTo>
                    <a:pt x="722148" y="313877"/>
                  </a:lnTo>
                  <a:lnTo>
                    <a:pt x="723902" y="312781"/>
                  </a:lnTo>
                  <a:lnTo>
                    <a:pt x="726095" y="312233"/>
                  </a:lnTo>
                  <a:lnTo>
                    <a:pt x="728178" y="311575"/>
                  </a:lnTo>
                  <a:lnTo>
                    <a:pt x="729603" y="310259"/>
                  </a:lnTo>
                  <a:lnTo>
                    <a:pt x="729383" y="308067"/>
                  </a:lnTo>
                  <a:lnTo>
                    <a:pt x="727629" y="305655"/>
                  </a:lnTo>
                  <a:lnTo>
                    <a:pt x="725437" y="303462"/>
                  </a:lnTo>
                  <a:lnTo>
                    <a:pt x="723573" y="301708"/>
                  </a:lnTo>
                  <a:lnTo>
                    <a:pt x="720394" y="298638"/>
                  </a:lnTo>
                  <a:lnTo>
                    <a:pt x="717762" y="295569"/>
                  </a:lnTo>
                  <a:lnTo>
                    <a:pt x="716228" y="291841"/>
                  </a:lnTo>
                  <a:lnTo>
                    <a:pt x="716228" y="286907"/>
                  </a:lnTo>
                  <a:lnTo>
                    <a:pt x="716995" y="283399"/>
                  </a:lnTo>
                  <a:lnTo>
                    <a:pt x="719078" y="281097"/>
                  </a:lnTo>
                  <a:lnTo>
                    <a:pt x="721819" y="279233"/>
                  </a:lnTo>
                  <a:lnTo>
                    <a:pt x="724450" y="277041"/>
                  </a:lnTo>
                  <a:lnTo>
                    <a:pt x="726314" y="275177"/>
                  </a:lnTo>
                  <a:lnTo>
                    <a:pt x="728506" y="274190"/>
                  </a:lnTo>
                  <a:lnTo>
                    <a:pt x="730699" y="273313"/>
                  </a:lnTo>
                  <a:lnTo>
                    <a:pt x="732344" y="271888"/>
                  </a:lnTo>
                  <a:lnTo>
                    <a:pt x="733988" y="269476"/>
                  </a:lnTo>
                  <a:lnTo>
                    <a:pt x="735632" y="267503"/>
                  </a:lnTo>
                  <a:lnTo>
                    <a:pt x="737277" y="265639"/>
                  </a:lnTo>
                  <a:lnTo>
                    <a:pt x="739141" y="263556"/>
                  </a:lnTo>
                  <a:lnTo>
                    <a:pt x="741224" y="260157"/>
                  </a:lnTo>
                  <a:lnTo>
                    <a:pt x="742320" y="256978"/>
                  </a:lnTo>
                  <a:lnTo>
                    <a:pt x="743965" y="254347"/>
                  </a:lnTo>
                  <a:lnTo>
                    <a:pt x="747473" y="252483"/>
                  </a:lnTo>
                  <a:lnTo>
                    <a:pt x="749994" y="249194"/>
                  </a:lnTo>
                  <a:lnTo>
                    <a:pt x="750543" y="242945"/>
                  </a:lnTo>
                  <a:lnTo>
                    <a:pt x="750104" y="236148"/>
                  </a:lnTo>
                  <a:lnTo>
                    <a:pt x="749665" y="230885"/>
                  </a:lnTo>
                  <a:lnTo>
                    <a:pt x="749556" y="229789"/>
                  </a:lnTo>
                  <a:lnTo>
                    <a:pt x="749556" y="228583"/>
                  </a:lnTo>
                  <a:lnTo>
                    <a:pt x="749446" y="227487"/>
                  </a:lnTo>
                  <a:lnTo>
                    <a:pt x="749446" y="226391"/>
                  </a:lnTo>
                  <a:lnTo>
                    <a:pt x="749008" y="220032"/>
                  </a:lnTo>
                  <a:lnTo>
                    <a:pt x="748460" y="213673"/>
                  </a:lnTo>
                  <a:lnTo>
                    <a:pt x="747802" y="207424"/>
                  </a:lnTo>
                  <a:lnTo>
                    <a:pt x="746925" y="201175"/>
                  </a:lnTo>
                  <a:lnTo>
                    <a:pt x="745719" y="190212"/>
                  </a:lnTo>
                  <a:lnTo>
                    <a:pt x="744622" y="178810"/>
                  </a:lnTo>
                  <a:lnTo>
                    <a:pt x="744184" y="167518"/>
                  </a:lnTo>
                  <a:lnTo>
                    <a:pt x="745061" y="156555"/>
                  </a:lnTo>
                  <a:lnTo>
                    <a:pt x="748240" y="145920"/>
                  </a:lnTo>
                  <a:lnTo>
                    <a:pt x="753064" y="136163"/>
                  </a:lnTo>
                  <a:lnTo>
                    <a:pt x="757669" y="126296"/>
                  </a:lnTo>
                  <a:lnTo>
                    <a:pt x="759971" y="115224"/>
                  </a:lnTo>
                  <a:lnTo>
                    <a:pt x="756901" y="104151"/>
                  </a:lnTo>
                  <a:lnTo>
                    <a:pt x="748898" y="94284"/>
                  </a:lnTo>
                  <a:lnTo>
                    <a:pt x="739031" y="85842"/>
                  </a:lnTo>
                  <a:lnTo>
                    <a:pt x="730480" y="78826"/>
                  </a:lnTo>
                  <a:lnTo>
                    <a:pt x="722805" y="71809"/>
                  </a:lnTo>
                  <a:lnTo>
                    <a:pt x="714912" y="64902"/>
                  </a:lnTo>
                  <a:lnTo>
                    <a:pt x="707019" y="58105"/>
                  </a:lnTo>
                  <a:lnTo>
                    <a:pt x="699125" y="51308"/>
                  </a:lnTo>
                  <a:lnTo>
                    <a:pt x="696713" y="49225"/>
                  </a:lnTo>
                  <a:lnTo>
                    <a:pt x="694301" y="47032"/>
                  </a:lnTo>
                  <a:lnTo>
                    <a:pt x="691889" y="44949"/>
                  </a:lnTo>
                  <a:lnTo>
                    <a:pt x="689477" y="42757"/>
                  </a:lnTo>
                  <a:lnTo>
                    <a:pt x="674019" y="36398"/>
                  </a:lnTo>
                  <a:lnTo>
                    <a:pt x="658561" y="30039"/>
                  </a:lnTo>
                  <a:lnTo>
                    <a:pt x="642993" y="23571"/>
                  </a:lnTo>
                  <a:lnTo>
                    <a:pt x="627535" y="17212"/>
                  </a:lnTo>
                  <a:lnTo>
                    <a:pt x="622602" y="15239"/>
                  </a:lnTo>
                  <a:lnTo>
                    <a:pt x="618326" y="14033"/>
                  </a:lnTo>
                  <a:lnTo>
                    <a:pt x="614050" y="13594"/>
                  </a:lnTo>
                  <a:lnTo>
                    <a:pt x="608678" y="13814"/>
                  </a:lnTo>
                  <a:lnTo>
                    <a:pt x="601114" y="14033"/>
                  </a:lnTo>
                  <a:lnTo>
                    <a:pt x="593220" y="14471"/>
                  </a:lnTo>
                  <a:lnTo>
                    <a:pt x="585546" y="15568"/>
                  </a:lnTo>
                  <a:lnTo>
                    <a:pt x="578420" y="18418"/>
                  </a:lnTo>
                  <a:lnTo>
                    <a:pt x="569869" y="25325"/>
                  </a:lnTo>
                  <a:lnTo>
                    <a:pt x="562523" y="34425"/>
                  </a:lnTo>
                  <a:lnTo>
                    <a:pt x="555836" y="44511"/>
                  </a:lnTo>
                  <a:lnTo>
                    <a:pt x="549258" y="54268"/>
                  </a:lnTo>
                  <a:lnTo>
                    <a:pt x="540377" y="66327"/>
                  </a:lnTo>
                  <a:lnTo>
                    <a:pt x="531497" y="78387"/>
                  </a:lnTo>
                  <a:lnTo>
                    <a:pt x="522507" y="90337"/>
                  </a:lnTo>
                  <a:lnTo>
                    <a:pt x="513627" y="102397"/>
                  </a:lnTo>
                  <a:lnTo>
                    <a:pt x="506282" y="109194"/>
                  </a:lnTo>
                  <a:lnTo>
                    <a:pt x="498279" y="106891"/>
                  </a:lnTo>
                  <a:lnTo>
                    <a:pt x="490385" y="100204"/>
                  </a:lnTo>
                  <a:lnTo>
                    <a:pt x="483588" y="93626"/>
                  </a:lnTo>
                  <a:lnTo>
                    <a:pt x="473502" y="86500"/>
                  </a:lnTo>
                  <a:lnTo>
                    <a:pt x="462977" y="81018"/>
                  </a:lnTo>
                  <a:lnTo>
                    <a:pt x="451795" y="77181"/>
                  </a:lnTo>
                  <a:lnTo>
                    <a:pt x="439845" y="75098"/>
                  </a:lnTo>
                  <a:lnTo>
                    <a:pt x="435350" y="74440"/>
                  </a:lnTo>
                  <a:lnTo>
                    <a:pt x="430526" y="73563"/>
                  </a:lnTo>
                  <a:lnTo>
                    <a:pt x="425702" y="73015"/>
                  </a:lnTo>
                  <a:lnTo>
                    <a:pt x="421317" y="73563"/>
                  </a:lnTo>
                  <a:lnTo>
                    <a:pt x="418686" y="76194"/>
                  </a:lnTo>
                  <a:lnTo>
                    <a:pt x="416383" y="80470"/>
                  </a:lnTo>
                  <a:lnTo>
                    <a:pt x="413752" y="83211"/>
                  </a:lnTo>
                  <a:lnTo>
                    <a:pt x="410463" y="81237"/>
                  </a:lnTo>
                  <a:lnTo>
                    <a:pt x="407722" y="77400"/>
                  </a:lnTo>
                  <a:lnTo>
                    <a:pt x="403118" y="70932"/>
                  </a:lnTo>
                  <a:lnTo>
                    <a:pt x="398623" y="65121"/>
                  </a:lnTo>
                  <a:lnTo>
                    <a:pt x="395992" y="62819"/>
                  </a:lnTo>
                  <a:lnTo>
                    <a:pt x="390400" y="65560"/>
                  </a:lnTo>
                  <a:lnTo>
                    <a:pt x="384919" y="68410"/>
                  </a:lnTo>
                  <a:lnTo>
                    <a:pt x="379328" y="71151"/>
                  </a:lnTo>
                  <a:lnTo>
                    <a:pt x="373846" y="73892"/>
                  </a:lnTo>
                  <a:lnTo>
                    <a:pt x="369790" y="76304"/>
                  </a:lnTo>
                  <a:lnTo>
                    <a:pt x="363979" y="79703"/>
                  </a:lnTo>
                  <a:lnTo>
                    <a:pt x="358278" y="82553"/>
                  </a:lnTo>
                  <a:lnTo>
                    <a:pt x="354441" y="83211"/>
                  </a:lnTo>
                  <a:lnTo>
                    <a:pt x="348850" y="80031"/>
                  </a:lnTo>
                  <a:lnTo>
                    <a:pt x="343149" y="76962"/>
                  </a:lnTo>
                  <a:lnTo>
                    <a:pt x="337448" y="73782"/>
                  </a:lnTo>
                  <a:lnTo>
                    <a:pt x="331857" y="70713"/>
                  </a:lnTo>
                  <a:lnTo>
                    <a:pt x="326266" y="67643"/>
                  </a:lnTo>
                  <a:lnTo>
                    <a:pt x="320674" y="64464"/>
                  </a:lnTo>
                  <a:lnTo>
                    <a:pt x="315083" y="61394"/>
                  </a:lnTo>
                  <a:lnTo>
                    <a:pt x="309492" y="58324"/>
                  </a:lnTo>
                  <a:lnTo>
                    <a:pt x="305107" y="55364"/>
                  </a:lnTo>
                  <a:lnTo>
                    <a:pt x="301270" y="51746"/>
                  </a:lnTo>
                  <a:lnTo>
                    <a:pt x="297761" y="47690"/>
                  </a:lnTo>
                  <a:lnTo>
                    <a:pt x="294143" y="43414"/>
                  </a:lnTo>
                  <a:lnTo>
                    <a:pt x="290855" y="38481"/>
                  </a:lnTo>
                  <a:lnTo>
                    <a:pt x="288223" y="33767"/>
                  </a:lnTo>
                  <a:lnTo>
                    <a:pt x="284934" y="30697"/>
                  </a:lnTo>
                  <a:lnTo>
                    <a:pt x="280110" y="31026"/>
                  </a:lnTo>
                  <a:lnTo>
                    <a:pt x="275287" y="32122"/>
                  </a:lnTo>
                  <a:lnTo>
                    <a:pt x="270024" y="32341"/>
                  </a:lnTo>
                  <a:lnTo>
                    <a:pt x="264762" y="32122"/>
                  </a:lnTo>
                  <a:lnTo>
                    <a:pt x="259719" y="31903"/>
                  </a:lnTo>
                  <a:lnTo>
                    <a:pt x="251606" y="27298"/>
                  </a:lnTo>
                  <a:lnTo>
                    <a:pt x="243822" y="21378"/>
                  </a:lnTo>
                  <a:lnTo>
                    <a:pt x="236038" y="15020"/>
                  </a:lnTo>
                  <a:lnTo>
                    <a:pt x="228583" y="9099"/>
                  </a:lnTo>
                  <a:lnTo>
                    <a:pt x="225514" y="6797"/>
                  </a:lnTo>
                  <a:lnTo>
                    <a:pt x="222554" y="4605"/>
                  </a:lnTo>
                  <a:lnTo>
                    <a:pt x="219484" y="2412"/>
                  </a:lnTo>
                  <a:lnTo>
                    <a:pt x="216524" y="0"/>
                  </a:lnTo>
                  <a:lnTo>
                    <a:pt x="215318" y="1535"/>
                  </a:lnTo>
                  <a:lnTo>
                    <a:pt x="214112" y="3070"/>
                  </a:lnTo>
                  <a:lnTo>
                    <a:pt x="213016" y="4714"/>
                  </a:lnTo>
                  <a:lnTo>
                    <a:pt x="212029" y="6468"/>
                  </a:lnTo>
                  <a:lnTo>
                    <a:pt x="210055" y="10525"/>
                  </a:lnTo>
                  <a:lnTo>
                    <a:pt x="207863" y="14581"/>
                  </a:lnTo>
                  <a:lnTo>
                    <a:pt x="205780" y="18637"/>
                  </a:lnTo>
                  <a:lnTo>
                    <a:pt x="203806" y="22803"/>
                  </a:lnTo>
                  <a:lnTo>
                    <a:pt x="201723" y="19953"/>
                  </a:lnTo>
                  <a:lnTo>
                    <a:pt x="199421" y="17103"/>
                  </a:lnTo>
                  <a:lnTo>
                    <a:pt x="196680" y="15568"/>
                  </a:lnTo>
                  <a:lnTo>
                    <a:pt x="193391" y="16774"/>
                  </a:lnTo>
                  <a:lnTo>
                    <a:pt x="190870" y="21269"/>
                  </a:lnTo>
                  <a:lnTo>
                    <a:pt x="190212" y="27408"/>
                  </a:lnTo>
                  <a:lnTo>
                    <a:pt x="190322" y="33986"/>
                  </a:lnTo>
                  <a:lnTo>
                    <a:pt x="190212" y="39577"/>
                  </a:lnTo>
                  <a:lnTo>
                    <a:pt x="190102" y="41880"/>
                  </a:lnTo>
                  <a:lnTo>
                    <a:pt x="189774" y="45059"/>
                  </a:lnTo>
                  <a:lnTo>
                    <a:pt x="189335" y="47909"/>
                  </a:lnTo>
                  <a:lnTo>
                    <a:pt x="188458" y="49663"/>
                  </a:lnTo>
                  <a:lnTo>
                    <a:pt x="185388" y="51856"/>
                  </a:lnTo>
                  <a:lnTo>
                    <a:pt x="181441" y="54816"/>
                  </a:lnTo>
                  <a:lnTo>
                    <a:pt x="178372" y="58105"/>
                  </a:lnTo>
                  <a:lnTo>
                    <a:pt x="177714" y="61284"/>
                  </a:lnTo>
                  <a:lnTo>
                    <a:pt x="179249" y="65670"/>
                  </a:lnTo>
                  <a:lnTo>
                    <a:pt x="180784" y="70055"/>
                  </a:lnTo>
                  <a:lnTo>
                    <a:pt x="182209" y="74440"/>
                  </a:lnTo>
                  <a:lnTo>
                    <a:pt x="183634" y="78935"/>
                  </a:lnTo>
                  <a:lnTo>
                    <a:pt x="184292" y="83430"/>
                  </a:lnTo>
                  <a:lnTo>
                    <a:pt x="183415" y="86281"/>
                  </a:lnTo>
                  <a:lnTo>
                    <a:pt x="181003" y="88144"/>
                  </a:lnTo>
                  <a:lnTo>
                    <a:pt x="177166" y="89789"/>
                  </a:lnTo>
                  <a:lnTo>
                    <a:pt x="168614" y="92420"/>
                  </a:lnTo>
                  <a:lnTo>
                    <a:pt x="160063" y="95051"/>
                  </a:lnTo>
                  <a:lnTo>
                    <a:pt x="151402" y="97682"/>
                  </a:lnTo>
                  <a:lnTo>
                    <a:pt x="142851" y="100314"/>
                  </a:lnTo>
                  <a:lnTo>
                    <a:pt x="136821" y="104589"/>
                  </a:lnTo>
                  <a:lnTo>
                    <a:pt x="135835" y="110729"/>
                  </a:lnTo>
                  <a:lnTo>
                    <a:pt x="137808" y="117745"/>
                  </a:lnTo>
                  <a:lnTo>
                    <a:pt x="140658" y="124542"/>
                  </a:lnTo>
                  <a:lnTo>
                    <a:pt x="143838" y="131778"/>
                  </a:lnTo>
                  <a:lnTo>
                    <a:pt x="146798" y="139233"/>
                  </a:lnTo>
                  <a:lnTo>
                    <a:pt x="148333" y="147017"/>
                  </a:lnTo>
                  <a:lnTo>
                    <a:pt x="147456" y="154910"/>
                  </a:lnTo>
                  <a:lnTo>
                    <a:pt x="146140" y="159296"/>
                  </a:lnTo>
                  <a:lnTo>
                    <a:pt x="144934" y="164119"/>
                  </a:lnTo>
                  <a:lnTo>
                    <a:pt x="143289" y="168614"/>
                  </a:lnTo>
                  <a:lnTo>
                    <a:pt x="141097" y="172452"/>
                  </a:lnTo>
                  <a:lnTo>
                    <a:pt x="137917" y="175083"/>
                  </a:lnTo>
                  <a:lnTo>
                    <a:pt x="134629" y="175521"/>
                  </a:lnTo>
                  <a:lnTo>
                    <a:pt x="131120" y="175302"/>
                  </a:lnTo>
                  <a:lnTo>
                    <a:pt x="127393" y="175302"/>
                  </a:lnTo>
                  <a:lnTo>
                    <a:pt x="121034" y="178810"/>
                  </a:lnTo>
                  <a:lnTo>
                    <a:pt x="118513" y="185169"/>
                  </a:lnTo>
                  <a:lnTo>
                    <a:pt x="118184" y="193062"/>
                  </a:lnTo>
                  <a:lnTo>
                    <a:pt x="118184" y="201285"/>
                  </a:lnTo>
                  <a:lnTo>
                    <a:pt x="117855" y="207205"/>
                  </a:lnTo>
                  <a:lnTo>
                    <a:pt x="117636" y="213125"/>
                  </a:lnTo>
                  <a:lnTo>
                    <a:pt x="117307" y="219155"/>
                  </a:lnTo>
                  <a:lnTo>
                    <a:pt x="116978" y="225075"/>
                  </a:lnTo>
                  <a:lnTo>
                    <a:pt x="116320" y="228912"/>
                  </a:lnTo>
                  <a:lnTo>
                    <a:pt x="114675" y="231543"/>
                  </a:lnTo>
                  <a:lnTo>
                    <a:pt x="112263" y="233736"/>
                  </a:lnTo>
                  <a:lnTo>
                    <a:pt x="109194" y="236257"/>
                  </a:lnTo>
                  <a:lnTo>
                    <a:pt x="108317" y="237135"/>
                  </a:lnTo>
                  <a:lnTo>
                    <a:pt x="107440" y="237902"/>
                  </a:lnTo>
                  <a:lnTo>
                    <a:pt x="106563" y="238669"/>
                  </a:lnTo>
                  <a:lnTo>
                    <a:pt x="105686" y="239546"/>
                  </a:lnTo>
                  <a:lnTo>
                    <a:pt x="101958" y="242835"/>
                  </a:lnTo>
                  <a:lnTo>
                    <a:pt x="98340" y="246124"/>
                  </a:lnTo>
                  <a:lnTo>
                    <a:pt x="94613" y="249413"/>
                  </a:lnTo>
                  <a:lnTo>
                    <a:pt x="90885" y="252593"/>
                  </a:lnTo>
                  <a:lnTo>
                    <a:pt x="87596" y="255991"/>
                  </a:lnTo>
                  <a:lnTo>
                    <a:pt x="83869" y="259828"/>
                  </a:lnTo>
                  <a:lnTo>
                    <a:pt x="79922" y="263446"/>
                  </a:lnTo>
                  <a:lnTo>
                    <a:pt x="76085" y="265749"/>
                  </a:lnTo>
                  <a:lnTo>
                    <a:pt x="72357" y="266187"/>
                  </a:lnTo>
                  <a:lnTo>
                    <a:pt x="67862" y="265639"/>
                  </a:lnTo>
                  <a:lnTo>
                    <a:pt x="63477" y="264762"/>
                  </a:lnTo>
                  <a:lnTo>
                    <a:pt x="59750" y="264104"/>
                  </a:lnTo>
                  <a:lnTo>
                    <a:pt x="54158" y="263446"/>
                  </a:lnTo>
                  <a:lnTo>
                    <a:pt x="48567" y="262788"/>
                  </a:lnTo>
                  <a:lnTo>
                    <a:pt x="42976" y="262240"/>
                  </a:lnTo>
                  <a:lnTo>
                    <a:pt x="37385" y="261582"/>
                  </a:lnTo>
                  <a:lnTo>
                    <a:pt x="34096" y="264981"/>
                  </a:lnTo>
                  <a:lnTo>
                    <a:pt x="30807" y="268489"/>
                  </a:lnTo>
                  <a:lnTo>
                    <a:pt x="27847" y="272217"/>
                  </a:lnTo>
                  <a:lnTo>
                    <a:pt x="25654" y="276383"/>
                  </a:lnTo>
                  <a:lnTo>
                    <a:pt x="23132" y="280987"/>
                  </a:lnTo>
                  <a:lnTo>
                    <a:pt x="19844" y="284715"/>
                  </a:lnTo>
                  <a:lnTo>
                    <a:pt x="16226" y="288113"/>
                  </a:lnTo>
                  <a:lnTo>
                    <a:pt x="12717" y="292060"/>
                  </a:lnTo>
                  <a:lnTo>
                    <a:pt x="8661" y="299844"/>
                  </a:lnTo>
                  <a:lnTo>
                    <a:pt x="6030" y="309601"/>
                  </a:lnTo>
                  <a:lnTo>
                    <a:pt x="4276" y="319797"/>
                  </a:lnTo>
                  <a:lnTo>
                    <a:pt x="3070" y="329006"/>
                  </a:lnTo>
                  <a:lnTo>
                    <a:pt x="1535" y="338983"/>
                  </a:lnTo>
                  <a:lnTo>
                    <a:pt x="110" y="349288"/>
                  </a:lnTo>
                  <a:lnTo>
                    <a:pt x="0" y="359594"/>
                  </a:lnTo>
                  <a:lnTo>
                    <a:pt x="2193" y="369461"/>
                  </a:lnTo>
                  <a:lnTo>
                    <a:pt x="5153" y="378450"/>
                  </a:lnTo>
                  <a:lnTo>
                    <a:pt x="7674" y="387769"/>
                  </a:lnTo>
                  <a:lnTo>
                    <a:pt x="10305" y="396978"/>
                  </a:lnTo>
                  <a:lnTo>
                    <a:pt x="13814" y="405639"/>
                  </a:lnTo>
                  <a:lnTo>
                    <a:pt x="14910" y="409476"/>
                  </a:lnTo>
                  <a:lnTo>
                    <a:pt x="16226" y="413862"/>
                  </a:lnTo>
                  <a:lnTo>
                    <a:pt x="17761" y="418028"/>
                  </a:lnTo>
                  <a:lnTo>
                    <a:pt x="19844" y="421207"/>
                  </a:lnTo>
                  <a:lnTo>
                    <a:pt x="22584" y="422961"/>
                  </a:lnTo>
                  <a:lnTo>
                    <a:pt x="25983" y="424058"/>
                  </a:lnTo>
                  <a:lnTo>
                    <a:pt x="29272" y="425154"/>
                  </a:lnTo>
                  <a:lnTo>
                    <a:pt x="32342" y="426908"/>
                  </a:lnTo>
                  <a:lnTo>
                    <a:pt x="33986" y="429429"/>
                  </a:lnTo>
                  <a:lnTo>
                    <a:pt x="34205" y="432280"/>
                  </a:lnTo>
                  <a:lnTo>
                    <a:pt x="34096" y="435240"/>
                  </a:lnTo>
                  <a:lnTo>
                    <a:pt x="34534" y="438310"/>
                  </a:lnTo>
                  <a:lnTo>
                    <a:pt x="36069" y="441818"/>
                  </a:lnTo>
                  <a:lnTo>
                    <a:pt x="38262" y="444011"/>
                  </a:lnTo>
                  <a:lnTo>
                    <a:pt x="41112" y="445107"/>
                  </a:lnTo>
                  <a:lnTo>
                    <a:pt x="44730" y="445655"/>
                  </a:lnTo>
                  <a:lnTo>
                    <a:pt x="47909" y="445655"/>
                  </a:lnTo>
                  <a:lnTo>
                    <a:pt x="50870" y="445545"/>
                  </a:lnTo>
                  <a:lnTo>
                    <a:pt x="53610" y="446203"/>
                  </a:lnTo>
                  <a:lnTo>
                    <a:pt x="56022" y="448396"/>
                  </a:lnTo>
                  <a:lnTo>
                    <a:pt x="58215" y="452123"/>
                  </a:lnTo>
                  <a:lnTo>
                    <a:pt x="60079" y="455631"/>
                  </a:lnTo>
                  <a:lnTo>
                    <a:pt x="62381" y="458592"/>
                  </a:lnTo>
                  <a:lnTo>
                    <a:pt x="66108" y="460455"/>
                  </a:lnTo>
                  <a:lnTo>
                    <a:pt x="72906" y="464731"/>
                  </a:lnTo>
                  <a:lnTo>
                    <a:pt x="76743" y="471747"/>
                  </a:lnTo>
                  <a:lnTo>
                    <a:pt x="79703" y="479751"/>
                  </a:lnTo>
                  <a:lnTo>
                    <a:pt x="84088" y="486986"/>
                  </a:lnTo>
                  <a:lnTo>
                    <a:pt x="86829" y="489618"/>
                  </a:lnTo>
                  <a:lnTo>
                    <a:pt x="89131" y="491810"/>
                  </a:lnTo>
                  <a:lnTo>
                    <a:pt x="90995" y="494332"/>
                  </a:lnTo>
                  <a:lnTo>
                    <a:pt x="92749" y="498059"/>
                  </a:lnTo>
                  <a:lnTo>
                    <a:pt x="93736" y="500800"/>
                  </a:lnTo>
                  <a:lnTo>
                    <a:pt x="94942" y="503431"/>
                  </a:lnTo>
                  <a:lnTo>
                    <a:pt x="96257" y="506062"/>
                  </a:lnTo>
                  <a:lnTo>
                    <a:pt x="97573" y="508584"/>
                  </a:lnTo>
                  <a:lnTo>
                    <a:pt x="99437" y="512421"/>
                  </a:lnTo>
                  <a:lnTo>
                    <a:pt x="100752" y="515820"/>
                  </a:lnTo>
                  <a:lnTo>
                    <a:pt x="101520" y="519438"/>
                  </a:lnTo>
                  <a:lnTo>
                    <a:pt x="101848" y="523933"/>
                  </a:lnTo>
                  <a:lnTo>
                    <a:pt x="101739" y="527550"/>
                  </a:lnTo>
                  <a:lnTo>
                    <a:pt x="101848" y="530949"/>
                  </a:lnTo>
                  <a:lnTo>
                    <a:pt x="102506" y="534128"/>
                  </a:lnTo>
                  <a:lnTo>
                    <a:pt x="104589" y="536979"/>
                  </a:lnTo>
                  <a:lnTo>
                    <a:pt x="107988" y="540377"/>
                  </a:lnTo>
                  <a:lnTo>
                    <a:pt x="111386" y="543776"/>
                  </a:lnTo>
                  <a:lnTo>
                    <a:pt x="114785" y="547175"/>
                  </a:lnTo>
                  <a:lnTo>
                    <a:pt x="118403" y="550244"/>
                  </a:lnTo>
                  <a:lnTo>
                    <a:pt x="122130" y="552875"/>
                  </a:lnTo>
                  <a:lnTo>
                    <a:pt x="125090" y="554301"/>
                  </a:lnTo>
                  <a:lnTo>
                    <a:pt x="128160" y="554630"/>
                  </a:lnTo>
                  <a:lnTo>
                    <a:pt x="132326" y="554301"/>
                  </a:lnTo>
                  <a:lnTo>
                    <a:pt x="135725" y="554191"/>
                  </a:lnTo>
                  <a:lnTo>
                    <a:pt x="139014" y="554191"/>
                  </a:lnTo>
                  <a:lnTo>
                    <a:pt x="142193" y="553862"/>
                  </a:lnTo>
                  <a:lnTo>
                    <a:pt x="145263" y="552547"/>
                  </a:lnTo>
                  <a:lnTo>
                    <a:pt x="147894" y="550135"/>
                  </a:lnTo>
                  <a:lnTo>
                    <a:pt x="149977" y="547065"/>
                  </a:lnTo>
                  <a:lnTo>
                    <a:pt x="152060" y="543776"/>
                  </a:lnTo>
                  <a:lnTo>
                    <a:pt x="154472" y="541035"/>
                  </a:lnTo>
                  <a:lnTo>
                    <a:pt x="161050" y="535554"/>
                  </a:lnTo>
                  <a:lnTo>
                    <a:pt x="167957" y="532045"/>
                  </a:lnTo>
                  <a:lnTo>
                    <a:pt x="175412" y="530730"/>
                  </a:lnTo>
                  <a:lnTo>
                    <a:pt x="183415" y="532265"/>
                  </a:lnTo>
                  <a:lnTo>
                    <a:pt x="185717" y="533251"/>
                  </a:lnTo>
                  <a:lnTo>
                    <a:pt x="187910" y="534567"/>
                  </a:lnTo>
                  <a:lnTo>
                    <a:pt x="189883" y="535992"/>
                  </a:lnTo>
                  <a:lnTo>
                    <a:pt x="191856" y="537527"/>
                  </a:lnTo>
                  <a:lnTo>
                    <a:pt x="196790" y="542022"/>
                  </a:lnTo>
                  <a:lnTo>
                    <a:pt x="201723" y="546407"/>
                  </a:lnTo>
                  <a:lnTo>
                    <a:pt x="206547" y="550792"/>
                  </a:lnTo>
                  <a:lnTo>
                    <a:pt x="211481" y="555178"/>
                  </a:lnTo>
                  <a:lnTo>
                    <a:pt x="215099" y="560001"/>
                  </a:lnTo>
                  <a:lnTo>
                    <a:pt x="217839" y="566251"/>
                  </a:lnTo>
                  <a:lnTo>
                    <a:pt x="220142" y="572828"/>
                  </a:lnTo>
                  <a:lnTo>
                    <a:pt x="222225" y="578639"/>
                  </a:lnTo>
                  <a:lnTo>
                    <a:pt x="224417" y="584230"/>
                  </a:lnTo>
                  <a:lnTo>
                    <a:pt x="226610" y="589712"/>
                  </a:lnTo>
                  <a:lnTo>
                    <a:pt x="229132" y="595193"/>
                  </a:lnTo>
                  <a:lnTo>
                    <a:pt x="232092" y="600346"/>
                  </a:lnTo>
                  <a:lnTo>
                    <a:pt x="235819" y="603964"/>
                  </a:lnTo>
                  <a:lnTo>
                    <a:pt x="239875" y="604951"/>
                  </a:lnTo>
                  <a:lnTo>
                    <a:pt x="244261" y="604074"/>
                  </a:lnTo>
                  <a:lnTo>
                    <a:pt x="249194" y="602210"/>
                  </a:lnTo>
                  <a:lnTo>
                    <a:pt x="247221" y="609336"/>
                  </a:lnTo>
                  <a:lnTo>
                    <a:pt x="244370" y="615804"/>
                  </a:lnTo>
                  <a:lnTo>
                    <a:pt x="241191" y="622163"/>
                  </a:lnTo>
                  <a:lnTo>
                    <a:pt x="238450" y="628850"/>
                  </a:lnTo>
                  <a:lnTo>
                    <a:pt x="237244" y="637073"/>
                  </a:lnTo>
                  <a:lnTo>
                    <a:pt x="237792" y="645734"/>
                  </a:lnTo>
                  <a:lnTo>
                    <a:pt x="239108" y="654504"/>
                  </a:lnTo>
                  <a:lnTo>
                    <a:pt x="240314" y="662727"/>
                  </a:lnTo>
                  <a:lnTo>
                    <a:pt x="240862" y="666345"/>
                  </a:lnTo>
                  <a:lnTo>
                    <a:pt x="241301" y="670072"/>
                  </a:lnTo>
                  <a:lnTo>
                    <a:pt x="241739" y="673690"/>
                  </a:lnTo>
                  <a:lnTo>
                    <a:pt x="242178" y="677418"/>
                  </a:lnTo>
                  <a:lnTo>
                    <a:pt x="243274" y="680926"/>
                  </a:lnTo>
                  <a:lnTo>
                    <a:pt x="245138" y="684324"/>
                  </a:lnTo>
                  <a:lnTo>
                    <a:pt x="247221" y="687833"/>
                  </a:lnTo>
                  <a:lnTo>
                    <a:pt x="248756" y="691670"/>
                  </a:lnTo>
                  <a:lnTo>
                    <a:pt x="249633" y="696384"/>
                  </a:lnTo>
                  <a:lnTo>
                    <a:pt x="250839" y="701427"/>
                  </a:lnTo>
                  <a:lnTo>
                    <a:pt x="252922" y="705812"/>
                  </a:lnTo>
                  <a:lnTo>
                    <a:pt x="256211" y="708772"/>
                  </a:lnTo>
                  <a:lnTo>
                    <a:pt x="259061" y="710198"/>
                  </a:lnTo>
                  <a:lnTo>
                    <a:pt x="262021" y="711075"/>
                  </a:lnTo>
                  <a:lnTo>
                    <a:pt x="265091" y="711732"/>
                  </a:lnTo>
                  <a:lnTo>
                    <a:pt x="268161" y="712171"/>
                  </a:lnTo>
                  <a:lnTo>
                    <a:pt x="269257" y="716995"/>
                  </a:lnTo>
                  <a:lnTo>
                    <a:pt x="272546" y="721380"/>
                  </a:lnTo>
                  <a:lnTo>
                    <a:pt x="276054" y="725875"/>
                  </a:lnTo>
                  <a:lnTo>
                    <a:pt x="278027" y="730699"/>
                  </a:lnTo>
                  <a:lnTo>
                    <a:pt x="277699" y="732672"/>
                  </a:lnTo>
                  <a:lnTo>
                    <a:pt x="276712" y="734536"/>
                  </a:lnTo>
                  <a:lnTo>
                    <a:pt x="276493" y="736290"/>
                  </a:lnTo>
                  <a:lnTo>
                    <a:pt x="278027" y="737825"/>
                  </a:lnTo>
                  <a:lnTo>
                    <a:pt x="279672" y="739469"/>
                  </a:lnTo>
                  <a:lnTo>
                    <a:pt x="280220" y="741443"/>
                  </a:lnTo>
                  <a:lnTo>
                    <a:pt x="280001" y="743745"/>
                  </a:lnTo>
                  <a:lnTo>
                    <a:pt x="279233" y="746047"/>
                  </a:lnTo>
                  <a:lnTo>
                    <a:pt x="278466" y="749227"/>
                  </a:lnTo>
                  <a:lnTo>
                    <a:pt x="279343" y="751639"/>
                  </a:lnTo>
                  <a:lnTo>
                    <a:pt x="281097" y="753831"/>
                  </a:lnTo>
                  <a:lnTo>
                    <a:pt x="282742" y="756462"/>
                  </a:lnTo>
                  <a:lnTo>
                    <a:pt x="283290" y="759094"/>
                  </a:lnTo>
                  <a:lnTo>
                    <a:pt x="283290" y="761506"/>
                  </a:lnTo>
                  <a:lnTo>
                    <a:pt x="283180" y="763917"/>
                  </a:lnTo>
                  <a:lnTo>
                    <a:pt x="283509" y="766329"/>
                  </a:lnTo>
                  <a:lnTo>
                    <a:pt x="285373" y="769509"/>
                  </a:lnTo>
                  <a:lnTo>
                    <a:pt x="288333" y="771482"/>
                  </a:lnTo>
                  <a:lnTo>
                    <a:pt x="291403" y="773236"/>
                  </a:lnTo>
                  <a:lnTo>
                    <a:pt x="294143" y="775758"/>
                  </a:lnTo>
                  <a:lnTo>
                    <a:pt x="294911" y="777512"/>
                  </a:lnTo>
                  <a:lnTo>
                    <a:pt x="295569" y="779376"/>
                  </a:lnTo>
                  <a:lnTo>
                    <a:pt x="296446" y="781239"/>
                  </a:lnTo>
                  <a:lnTo>
                    <a:pt x="297981" y="782555"/>
                  </a:lnTo>
                  <a:lnTo>
                    <a:pt x="300941" y="784857"/>
                  </a:lnTo>
                  <a:lnTo>
                    <a:pt x="304339" y="788256"/>
                  </a:lnTo>
                  <a:lnTo>
                    <a:pt x="307628" y="791983"/>
                  </a:lnTo>
                  <a:lnTo>
                    <a:pt x="310588" y="794943"/>
                  </a:lnTo>
                  <a:lnTo>
                    <a:pt x="317386" y="798561"/>
                  </a:lnTo>
                  <a:lnTo>
                    <a:pt x="325279" y="799329"/>
                  </a:lnTo>
                  <a:lnTo>
                    <a:pt x="333611" y="798561"/>
                  </a:lnTo>
                  <a:lnTo>
                    <a:pt x="341724" y="797794"/>
                  </a:lnTo>
                  <a:lnTo>
                    <a:pt x="341833" y="803933"/>
                  </a:lnTo>
                  <a:lnTo>
                    <a:pt x="342053" y="810182"/>
                  </a:lnTo>
                  <a:lnTo>
                    <a:pt x="342272" y="816322"/>
                  </a:lnTo>
                  <a:lnTo>
                    <a:pt x="342382" y="822571"/>
                  </a:lnTo>
                  <a:lnTo>
                    <a:pt x="352577" y="822242"/>
                  </a:lnTo>
                  <a:lnTo>
                    <a:pt x="363212" y="821694"/>
                  </a:lnTo>
                  <a:lnTo>
                    <a:pt x="373736" y="821694"/>
                  </a:lnTo>
                  <a:lnTo>
                    <a:pt x="383713" y="822900"/>
                  </a:lnTo>
                  <a:lnTo>
                    <a:pt x="393141" y="826079"/>
                  </a:lnTo>
                  <a:lnTo>
                    <a:pt x="402679" y="830683"/>
                  </a:lnTo>
                  <a:lnTo>
                    <a:pt x="411998" y="835836"/>
                  </a:lnTo>
                  <a:lnTo>
                    <a:pt x="420878" y="840441"/>
                  </a:lnTo>
                  <a:lnTo>
                    <a:pt x="424935" y="842853"/>
                  </a:lnTo>
                  <a:lnTo>
                    <a:pt x="427676" y="844936"/>
                  </a:lnTo>
                  <a:lnTo>
                    <a:pt x="429759" y="847567"/>
                  </a:lnTo>
                  <a:lnTo>
                    <a:pt x="431732" y="851952"/>
                  </a:lnTo>
                  <a:lnTo>
                    <a:pt x="434034" y="857543"/>
                  </a:lnTo>
                  <a:lnTo>
                    <a:pt x="436336" y="863135"/>
                  </a:lnTo>
                  <a:lnTo>
                    <a:pt x="438639" y="868726"/>
                  </a:lnTo>
                  <a:lnTo>
                    <a:pt x="440941" y="874317"/>
                  </a:lnTo>
                  <a:lnTo>
                    <a:pt x="439187" y="876839"/>
                  </a:lnTo>
                  <a:lnTo>
                    <a:pt x="434802" y="881334"/>
                  </a:lnTo>
                  <a:lnTo>
                    <a:pt x="429978" y="885828"/>
                  </a:lnTo>
                  <a:lnTo>
                    <a:pt x="427127" y="888460"/>
                  </a:lnTo>
                  <a:lnTo>
                    <a:pt x="423400" y="892187"/>
                  </a:lnTo>
                  <a:lnTo>
                    <a:pt x="421207" y="895257"/>
                  </a:lnTo>
                  <a:lnTo>
                    <a:pt x="420111" y="898765"/>
                  </a:lnTo>
                  <a:lnTo>
                    <a:pt x="419672" y="904137"/>
                  </a:lnTo>
                  <a:lnTo>
                    <a:pt x="419234" y="909290"/>
                  </a:lnTo>
                  <a:lnTo>
                    <a:pt x="418576" y="916087"/>
                  </a:lnTo>
                  <a:lnTo>
                    <a:pt x="418466" y="922555"/>
                  </a:lnTo>
                  <a:lnTo>
                    <a:pt x="419672" y="926612"/>
                  </a:lnTo>
                  <a:lnTo>
                    <a:pt x="424715" y="927050"/>
                  </a:lnTo>
                  <a:lnTo>
                    <a:pt x="430307" y="923980"/>
                  </a:lnTo>
                  <a:lnTo>
                    <a:pt x="435679" y="919595"/>
                  </a:lnTo>
                  <a:lnTo>
                    <a:pt x="439845" y="915977"/>
                  </a:lnTo>
                  <a:lnTo>
                    <a:pt x="445765" y="911592"/>
                  </a:lnTo>
                  <a:lnTo>
                    <a:pt x="451685" y="907207"/>
                  </a:lnTo>
                  <a:lnTo>
                    <a:pt x="457605" y="902822"/>
                  </a:lnTo>
                  <a:lnTo>
                    <a:pt x="463416" y="898546"/>
                  </a:lnTo>
                  <a:lnTo>
                    <a:pt x="467472" y="898984"/>
                  </a:lnTo>
                  <a:lnTo>
                    <a:pt x="473831" y="902273"/>
                  </a:lnTo>
                  <a:lnTo>
                    <a:pt x="480299" y="906330"/>
                  </a:lnTo>
                  <a:lnTo>
                    <a:pt x="484465" y="909180"/>
                  </a:lnTo>
                  <a:lnTo>
                    <a:pt x="486110" y="911154"/>
                  </a:lnTo>
                  <a:lnTo>
                    <a:pt x="487206" y="913675"/>
                  </a:lnTo>
                  <a:lnTo>
                    <a:pt x="487973" y="916526"/>
                  </a:lnTo>
                  <a:lnTo>
                    <a:pt x="488631" y="919266"/>
                  </a:lnTo>
                  <a:lnTo>
                    <a:pt x="490275" y="926612"/>
                  </a:lnTo>
                  <a:lnTo>
                    <a:pt x="492139" y="933628"/>
                  </a:lnTo>
                  <a:lnTo>
                    <a:pt x="495099" y="939877"/>
                  </a:lnTo>
                  <a:lnTo>
                    <a:pt x="500252" y="944482"/>
                  </a:lnTo>
                  <a:lnTo>
                    <a:pt x="505295" y="947661"/>
                  </a:lnTo>
                  <a:lnTo>
                    <a:pt x="510886" y="951279"/>
                  </a:lnTo>
                  <a:lnTo>
                    <a:pt x="516697" y="953800"/>
                  </a:lnTo>
                  <a:lnTo>
                    <a:pt x="522069" y="953581"/>
                  </a:lnTo>
                  <a:lnTo>
                    <a:pt x="529085" y="950511"/>
                  </a:lnTo>
                  <a:lnTo>
                    <a:pt x="536102" y="947332"/>
                  </a:lnTo>
                  <a:lnTo>
                    <a:pt x="543118" y="944262"/>
                  </a:lnTo>
                  <a:lnTo>
                    <a:pt x="550135" y="941193"/>
                  </a:lnTo>
                  <a:lnTo>
                    <a:pt x="551231" y="949525"/>
                  </a:lnTo>
                  <a:lnTo>
                    <a:pt x="552327" y="957747"/>
                  </a:lnTo>
                  <a:lnTo>
                    <a:pt x="553424" y="966079"/>
                  </a:lnTo>
                  <a:lnTo>
                    <a:pt x="554630" y="974192"/>
                  </a:lnTo>
                  <a:lnTo>
                    <a:pt x="557809" y="963339"/>
                  </a:lnTo>
                  <a:lnTo>
                    <a:pt x="560879" y="952594"/>
                  </a:lnTo>
                  <a:lnTo>
                    <a:pt x="563948" y="941741"/>
                  </a:lnTo>
                  <a:lnTo>
                    <a:pt x="567018" y="930887"/>
                  </a:lnTo>
                  <a:lnTo>
                    <a:pt x="569649" y="922665"/>
                  </a:lnTo>
                  <a:lnTo>
                    <a:pt x="572500" y="914114"/>
                  </a:lnTo>
                  <a:lnTo>
                    <a:pt x="574912" y="905453"/>
                  </a:lnTo>
                  <a:lnTo>
                    <a:pt x="576008" y="896792"/>
                  </a:lnTo>
                  <a:lnTo>
                    <a:pt x="576446" y="873769"/>
                  </a:lnTo>
                  <a:lnTo>
                    <a:pt x="576995" y="850746"/>
                  </a:lnTo>
                  <a:lnTo>
                    <a:pt x="577762" y="827614"/>
                  </a:lnTo>
                  <a:lnTo>
                    <a:pt x="578749" y="804591"/>
                  </a:lnTo>
                  <a:lnTo>
                    <a:pt x="579735" y="799548"/>
                  </a:lnTo>
                  <a:lnTo>
                    <a:pt x="581161" y="796588"/>
                  </a:lnTo>
                  <a:lnTo>
                    <a:pt x="583573" y="794834"/>
                  </a:lnTo>
                  <a:lnTo>
                    <a:pt x="587848" y="792751"/>
                  </a:lnTo>
                  <a:lnTo>
                    <a:pt x="589602" y="789900"/>
                  </a:lnTo>
                  <a:lnTo>
                    <a:pt x="590480" y="784748"/>
                  </a:lnTo>
                  <a:lnTo>
                    <a:pt x="590918" y="779156"/>
                  </a:lnTo>
                  <a:lnTo>
                    <a:pt x="591247" y="775100"/>
                  </a:lnTo>
                  <a:lnTo>
                    <a:pt x="591905" y="766987"/>
                  </a:lnTo>
                  <a:lnTo>
                    <a:pt x="592672" y="758765"/>
                  </a:lnTo>
                  <a:lnTo>
                    <a:pt x="593330" y="750542"/>
                  </a:lnTo>
                  <a:lnTo>
                    <a:pt x="593987" y="742320"/>
                  </a:lnTo>
                  <a:lnTo>
                    <a:pt x="594536" y="736838"/>
                  </a:lnTo>
                  <a:lnTo>
                    <a:pt x="595632" y="733659"/>
                  </a:lnTo>
                  <a:lnTo>
                    <a:pt x="597934" y="731247"/>
                  </a:lnTo>
                  <a:lnTo>
                    <a:pt x="601991" y="728397"/>
                  </a:lnTo>
                  <a:lnTo>
                    <a:pt x="608021" y="724560"/>
                  </a:lnTo>
                  <a:lnTo>
                    <a:pt x="614050" y="720722"/>
                  </a:lnTo>
                  <a:lnTo>
                    <a:pt x="619861" y="716666"/>
                  </a:lnTo>
                  <a:lnTo>
                    <a:pt x="625452" y="712061"/>
                  </a:lnTo>
                  <a:lnTo>
                    <a:pt x="627645" y="708663"/>
                  </a:lnTo>
                  <a:lnTo>
                    <a:pt x="628522" y="704716"/>
                  </a:lnTo>
                  <a:lnTo>
                    <a:pt x="628851" y="700440"/>
                  </a:lnTo>
                  <a:lnTo>
                    <a:pt x="629509" y="696384"/>
                  </a:lnTo>
                  <a:lnTo>
                    <a:pt x="632249" y="690354"/>
                  </a:lnTo>
                  <a:lnTo>
                    <a:pt x="636306" y="687942"/>
                  </a:lnTo>
                  <a:lnTo>
                    <a:pt x="640801" y="689148"/>
                  </a:lnTo>
                  <a:lnTo>
                    <a:pt x="645186" y="694082"/>
                  </a:lnTo>
                  <a:lnTo>
                    <a:pt x="648913" y="695288"/>
                  </a:lnTo>
                  <a:lnTo>
                    <a:pt x="651654" y="691779"/>
                  </a:lnTo>
                  <a:lnTo>
                    <a:pt x="653408" y="686407"/>
                  </a:lnTo>
                  <a:lnTo>
                    <a:pt x="654066" y="682022"/>
                  </a:lnTo>
                  <a:lnTo>
                    <a:pt x="651764" y="676650"/>
                  </a:lnTo>
                  <a:lnTo>
                    <a:pt x="646940" y="673142"/>
                  </a:lnTo>
                  <a:lnTo>
                    <a:pt x="642006" y="669743"/>
                  </a:lnTo>
                  <a:lnTo>
                    <a:pt x="639923" y="664591"/>
                  </a:lnTo>
                  <a:lnTo>
                    <a:pt x="641239" y="661631"/>
                  </a:lnTo>
                  <a:lnTo>
                    <a:pt x="642993" y="658890"/>
                  </a:lnTo>
                  <a:lnTo>
                    <a:pt x="644747" y="656039"/>
                  </a:lnTo>
                  <a:lnTo>
                    <a:pt x="645734" y="652970"/>
                  </a:lnTo>
                  <a:lnTo>
                    <a:pt x="645296" y="648036"/>
                  </a:lnTo>
                  <a:lnTo>
                    <a:pt x="642993" y="643980"/>
                  </a:lnTo>
                  <a:lnTo>
                    <a:pt x="639814" y="640471"/>
                  </a:lnTo>
                  <a:lnTo>
                    <a:pt x="636415" y="637183"/>
                  </a:lnTo>
                  <a:lnTo>
                    <a:pt x="634880" y="632139"/>
                  </a:lnTo>
                  <a:lnTo>
                    <a:pt x="641020" y="630276"/>
                  </a:lnTo>
                  <a:lnTo>
                    <a:pt x="647708" y="627754"/>
                  </a:lnTo>
                  <a:lnTo>
                    <a:pt x="647927" y="620847"/>
                  </a:lnTo>
                  <a:lnTo>
                    <a:pt x="646721" y="615256"/>
                  </a:lnTo>
                  <a:lnTo>
                    <a:pt x="647379" y="609994"/>
                  </a:lnTo>
                  <a:lnTo>
                    <a:pt x="647817" y="605170"/>
                  </a:lnTo>
                  <a:lnTo>
                    <a:pt x="646282" y="600894"/>
                  </a:lnTo>
                  <a:lnTo>
                    <a:pt x="648365" y="597715"/>
                  </a:lnTo>
                  <a:lnTo>
                    <a:pt x="655601" y="593768"/>
                  </a:lnTo>
                  <a:lnTo>
                    <a:pt x="663824" y="589931"/>
                  </a:lnTo>
                  <a:lnTo>
                    <a:pt x="668866" y="587738"/>
                  </a:lnTo>
                  <a:lnTo>
                    <a:pt x="670292" y="587190"/>
                  </a:lnTo>
                  <a:lnTo>
                    <a:pt x="671717" y="586532"/>
                  </a:lnTo>
                  <a:lnTo>
                    <a:pt x="673142" y="585984"/>
                  </a:lnTo>
                  <a:lnTo>
                    <a:pt x="674567" y="585326"/>
                  </a:lnTo>
                  <a:lnTo>
                    <a:pt x="680926" y="581270"/>
                  </a:lnTo>
                  <a:lnTo>
                    <a:pt x="684982" y="576556"/>
                  </a:lnTo>
                  <a:lnTo>
                    <a:pt x="688271" y="570965"/>
                  </a:lnTo>
                  <a:lnTo>
                    <a:pt x="692657" y="564496"/>
                  </a:lnTo>
                  <a:lnTo>
                    <a:pt x="694192" y="561646"/>
                  </a:lnTo>
                  <a:lnTo>
                    <a:pt x="695288" y="558795"/>
                  </a:lnTo>
                  <a:lnTo>
                    <a:pt x="696713" y="556164"/>
                  </a:lnTo>
                  <a:lnTo>
                    <a:pt x="699344" y="554081"/>
                  </a:lnTo>
                  <a:lnTo>
                    <a:pt x="702633" y="553314"/>
                  </a:lnTo>
                  <a:lnTo>
                    <a:pt x="706361" y="552985"/>
                  </a:lnTo>
                  <a:lnTo>
                    <a:pt x="709321" y="551998"/>
                  </a:lnTo>
                  <a:lnTo>
                    <a:pt x="710527" y="549038"/>
                  </a:lnTo>
                  <a:lnTo>
                    <a:pt x="710088" y="545640"/>
                  </a:lnTo>
                  <a:lnTo>
                    <a:pt x="711404" y="542899"/>
                  </a:lnTo>
                  <a:lnTo>
                    <a:pt x="713816" y="541035"/>
                  </a:lnTo>
                  <a:lnTo>
                    <a:pt x="716885" y="540487"/>
                  </a:lnTo>
                  <a:lnTo>
                    <a:pt x="720394" y="540706"/>
                  </a:lnTo>
                  <a:lnTo>
                    <a:pt x="724560" y="540816"/>
                  </a:lnTo>
                  <a:lnTo>
                    <a:pt x="728506" y="540377"/>
                  </a:lnTo>
                  <a:lnTo>
                    <a:pt x="731686" y="538623"/>
                  </a:lnTo>
                  <a:lnTo>
                    <a:pt x="733221" y="535554"/>
                  </a:lnTo>
                  <a:lnTo>
                    <a:pt x="733659" y="531936"/>
                  </a:lnTo>
                  <a:lnTo>
                    <a:pt x="733769" y="528098"/>
                  </a:lnTo>
                  <a:lnTo>
                    <a:pt x="734756" y="524590"/>
                  </a:lnTo>
                  <a:lnTo>
                    <a:pt x="740018" y="519438"/>
                  </a:lnTo>
                  <a:lnTo>
                    <a:pt x="748460" y="515271"/>
                  </a:lnTo>
                  <a:lnTo>
                    <a:pt x="757449" y="512202"/>
                  </a:lnTo>
                  <a:lnTo>
                    <a:pt x="764466" y="510448"/>
                  </a:lnTo>
                  <a:lnTo>
                    <a:pt x="782007" y="514175"/>
                  </a:lnTo>
                  <a:lnTo>
                    <a:pt x="799439" y="517793"/>
                  </a:lnTo>
                  <a:lnTo>
                    <a:pt x="816980" y="521411"/>
                  </a:lnTo>
                  <a:lnTo>
                    <a:pt x="834411" y="525138"/>
                  </a:lnTo>
                  <a:lnTo>
                    <a:pt x="843620" y="526673"/>
                  </a:lnTo>
                  <a:lnTo>
                    <a:pt x="852281" y="527989"/>
                  </a:lnTo>
                  <a:lnTo>
                    <a:pt x="860942" y="528098"/>
                  </a:lnTo>
                  <a:lnTo>
                    <a:pt x="869932" y="526454"/>
                  </a:lnTo>
                  <a:lnTo>
                    <a:pt x="878702" y="523823"/>
                  </a:lnTo>
                  <a:lnTo>
                    <a:pt x="887692" y="521521"/>
                  </a:lnTo>
                  <a:lnTo>
                    <a:pt x="896682" y="519657"/>
                  </a:lnTo>
                  <a:lnTo>
                    <a:pt x="905782" y="518780"/>
                  </a:lnTo>
                  <a:lnTo>
                    <a:pt x="910715" y="518341"/>
                  </a:lnTo>
                  <a:lnTo>
                    <a:pt x="912908" y="517026"/>
                  </a:lnTo>
                  <a:lnTo>
                    <a:pt x="913566" y="514175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7" name="Freeform: Shape 30">
              <a:extLst>
                <a:ext uri="{FF2B5EF4-FFF2-40B4-BE49-F238E27FC236}">
                  <a16:creationId xmlns:a16="http://schemas.microsoft.com/office/drawing/2014/main" id="{6AE75998-EAF9-E624-2C01-8E286C9E1326}"/>
                </a:ext>
              </a:extLst>
            </p:cNvPr>
            <p:cNvSpPr/>
            <p:nvPr/>
          </p:nvSpPr>
          <p:spPr>
            <a:xfrm>
              <a:off x="8225715" y="4877682"/>
              <a:ext cx="219264" cy="164448"/>
            </a:xfrm>
            <a:custGeom>
              <a:avLst/>
              <a:gdLst>
                <a:gd name="connsiteX0" fmla="*/ 218826 w 219264"/>
                <a:gd name="connsiteY0" fmla="*/ 112702 h 164448"/>
                <a:gd name="connsiteX1" fmla="*/ 217182 w 219264"/>
                <a:gd name="connsiteY1" fmla="*/ 107439 h 164448"/>
                <a:gd name="connsiteX2" fmla="*/ 214770 w 219264"/>
                <a:gd name="connsiteY2" fmla="*/ 102396 h 164448"/>
                <a:gd name="connsiteX3" fmla="*/ 211481 w 219264"/>
                <a:gd name="connsiteY3" fmla="*/ 97573 h 164448"/>
                <a:gd name="connsiteX4" fmla="*/ 210604 w 219264"/>
                <a:gd name="connsiteY4" fmla="*/ 92201 h 164448"/>
                <a:gd name="connsiteX5" fmla="*/ 212467 w 219264"/>
                <a:gd name="connsiteY5" fmla="*/ 84636 h 164448"/>
                <a:gd name="connsiteX6" fmla="*/ 215099 w 219264"/>
                <a:gd name="connsiteY6" fmla="*/ 76852 h 164448"/>
                <a:gd name="connsiteX7" fmla="*/ 216524 w 219264"/>
                <a:gd name="connsiteY7" fmla="*/ 70822 h 164448"/>
                <a:gd name="connsiteX8" fmla="*/ 215647 w 219264"/>
                <a:gd name="connsiteY8" fmla="*/ 67314 h 164448"/>
                <a:gd name="connsiteX9" fmla="*/ 214770 w 219264"/>
                <a:gd name="connsiteY9" fmla="*/ 63258 h 164448"/>
                <a:gd name="connsiteX10" fmla="*/ 214112 w 219264"/>
                <a:gd name="connsiteY10" fmla="*/ 59201 h 164448"/>
                <a:gd name="connsiteX11" fmla="*/ 214112 w 219264"/>
                <a:gd name="connsiteY11" fmla="*/ 55693 h 164448"/>
                <a:gd name="connsiteX12" fmla="*/ 214879 w 219264"/>
                <a:gd name="connsiteY12" fmla="*/ 53391 h 164448"/>
                <a:gd name="connsiteX13" fmla="*/ 216085 w 219264"/>
                <a:gd name="connsiteY13" fmla="*/ 51418 h 164448"/>
                <a:gd name="connsiteX14" fmla="*/ 217072 w 219264"/>
                <a:gd name="connsiteY14" fmla="*/ 49335 h 164448"/>
                <a:gd name="connsiteX15" fmla="*/ 217291 w 219264"/>
                <a:gd name="connsiteY15" fmla="*/ 46813 h 164448"/>
                <a:gd name="connsiteX16" fmla="*/ 216304 w 219264"/>
                <a:gd name="connsiteY16" fmla="*/ 45716 h 164448"/>
                <a:gd name="connsiteX17" fmla="*/ 214112 w 219264"/>
                <a:gd name="connsiteY17" fmla="*/ 44511 h 164448"/>
                <a:gd name="connsiteX18" fmla="*/ 211700 w 219264"/>
                <a:gd name="connsiteY18" fmla="*/ 43414 h 164448"/>
                <a:gd name="connsiteX19" fmla="*/ 210055 w 219264"/>
                <a:gd name="connsiteY19" fmla="*/ 42537 h 164448"/>
                <a:gd name="connsiteX20" fmla="*/ 208082 w 219264"/>
                <a:gd name="connsiteY20" fmla="*/ 40893 h 164448"/>
                <a:gd name="connsiteX21" fmla="*/ 206766 w 219264"/>
                <a:gd name="connsiteY21" fmla="*/ 39139 h 164448"/>
                <a:gd name="connsiteX22" fmla="*/ 205890 w 219264"/>
                <a:gd name="connsiteY22" fmla="*/ 37056 h 164448"/>
                <a:gd name="connsiteX23" fmla="*/ 205232 w 219264"/>
                <a:gd name="connsiteY23" fmla="*/ 34424 h 164448"/>
                <a:gd name="connsiteX24" fmla="*/ 202710 w 219264"/>
                <a:gd name="connsiteY24" fmla="*/ 30807 h 164448"/>
                <a:gd name="connsiteX25" fmla="*/ 199092 w 219264"/>
                <a:gd name="connsiteY25" fmla="*/ 28833 h 164448"/>
                <a:gd name="connsiteX26" fmla="*/ 195584 w 219264"/>
                <a:gd name="connsiteY26" fmla="*/ 26860 h 164448"/>
                <a:gd name="connsiteX27" fmla="*/ 193501 w 219264"/>
                <a:gd name="connsiteY27" fmla="*/ 23242 h 164448"/>
                <a:gd name="connsiteX28" fmla="*/ 192185 w 219264"/>
                <a:gd name="connsiteY28" fmla="*/ 19186 h 164448"/>
                <a:gd name="connsiteX29" fmla="*/ 190650 w 219264"/>
                <a:gd name="connsiteY29" fmla="*/ 14581 h 164448"/>
                <a:gd name="connsiteX30" fmla="*/ 188787 w 219264"/>
                <a:gd name="connsiteY30" fmla="*/ 10305 h 164448"/>
                <a:gd name="connsiteX31" fmla="*/ 186156 w 219264"/>
                <a:gd name="connsiteY31" fmla="*/ 7345 h 164448"/>
                <a:gd name="connsiteX32" fmla="*/ 181222 w 219264"/>
                <a:gd name="connsiteY32" fmla="*/ 10086 h 164448"/>
                <a:gd name="connsiteX33" fmla="*/ 177056 w 219264"/>
                <a:gd name="connsiteY33" fmla="*/ 14910 h 164448"/>
                <a:gd name="connsiteX34" fmla="*/ 172780 w 219264"/>
                <a:gd name="connsiteY34" fmla="*/ 19843 h 164448"/>
                <a:gd name="connsiteX35" fmla="*/ 167408 w 219264"/>
                <a:gd name="connsiteY35" fmla="*/ 22803 h 164448"/>
                <a:gd name="connsiteX36" fmla="*/ 164558 w 219264"/>
                <a:gd name="connsiteY36" fmla="*/ 22913 h 164448"/>
                <a:gd name="connsiteX37" fmla="*/ 161708 w 219264"/>
                <a:gd name="connsiteY37" fmla="*/ 22913 h 164448"/>
                <a:gd name="connsiteX38" fmla="*/ 158857 w 219264"/>
                <a:gd name="connsiteY38" fmla="*/ 23132 h 164448"/>
                <a:gd name="connsiteX39" fmla="*/ 156116 w 219264"/>
                <a:gd name="connsiteY39" fmla="*/ 23790 h 164448"/>
                <a:gd name="connsiteX40" fmla="*/ 152937 w 219264"/>
                <a:gd name="connsiteY40" fmla="*/ 28176 h 164448"/>
                <a:gd name="connsiteX41" fmla="*/ 149758 w 219264"/>
                <a:gd name="connsiteY41" fmla="*/ 28943 h 164448"/>
                <a:gd name="connsiteX42" fmla="*/ 146250 w 219264"/>
                <a:gd name="connsiteY42" fmla="*/ 27627 h 164448"/>
                <a:gd name="connsiteX43" fmla="*/ 141974 w 219264"/>
                <a:gd name="connsiteY43" fmla="*/ 25764 h 164448"/>
                <a:gd name="connsiteX44" fmla="*/ 138465 w 219264"/>
                <a:gd name="connsiteY44" fmla="*/ 24558 h 164448"/>
                <a:gd name="connsiteX45" fmla="*/ 134519 w 219264"/>
                <a:gd name="connsiteY45" fmla="*/ 23023 h 164448"/>
                <a:gd name="connsiteX46" fmla="*/ 130682 w 219264"/>
                <a:gd name="connsiteY46" fmla="*/ 21269 h 164448"/>
                <a:gd name="connsiteX47" fmla="*/ 127502 w 219264"/>
                <a:gd name="connsiteY47" fmla="*/ 19295 h 164448"/>
                <a:gd name="connsiteX48" fmla="*/ 122569 w 219264"/>
                <a:gd name="connsiteY48" fmla="*/ 16006 h 164448"/>
                <a:gd name="connsiteX49" fmla="*/ 117306 w 219264"/>
                <a:gd name="connsiteY49" fmla="*/ 13156 h 164448"/>
                <a:gd name="connsiteX50" fmla="*/ 112044 w 219264"/>
                <a:gd name="connsiteY50" fmla="*/ 10415 h 164448"/>
                <a:gd name="connsiteX51" fmla="*/ 107001 w 219264"/>
                <a:gd name="connsiteY51" fmla="*/ 7236 h 164448"/>
                <a:gd name="connsiteX52" fmla="*/ 107659 w 219264"/>
                <a:gd name="connsiteY52" fmla="*/ 6249 h 164448"/>
                <a:gd name="connsiteX53" fmla="*/ 107549 w 219264"/>
                <a:gd name="connsiteY53" fmla="*/ 5482 h 164448"/>
                <a:gd name="connsiteX54" fmla="*/ 107111 w 219264"/>
                <a:gd name="connsiteY54" fmla="*/ 4604 h 164448"/>
                <a:gd name="connsiteX55" fmla="*/ 107001 w 219264"/>
                <a:gd name="connsiteY55" fmla="*/ 3399 h 164448"/>
                <a:gd name="connsiteX56" fmla="*/ 106782 w 219264"/>
                <a:gd name="connsiteY56" fmla="*/ 2521 h 164448"/>
                <a:gd name="connsiteX57" fmla="*/ 106563 w 219264"/>
                <a:gd name="connsiteY57" fmla="*/ 1644 h 164448"/>
                <a:gd name="connsiteX58" fmla="*/ 106234 w 219264"/>
                <a:gd name="connsiteY58" fmla="*/ 768 h 164448"/>
                <a:gd name="connsiteX59" fmla="*/ 105905 w 219264"/>
                <a:gd name="connsiteY59" fmla="*/ 0 h 164448"/>
                <a:gd name="connsiteX60" fmla="*/ 103493 w 219264"/>
                <a:gd name="connsiteY60" fmla="*/ 2412 h 164448"/>
                <a:gd name="connsiteX61" fmla="*/ 101081 w 219264"/>
                <a:gd name="connsiteY61" fmla="*/ 4824 h 164448"/>
                <a:gd name="connsiteX62" fmla="*/ 98669 w 219264"/>
                <a:gd name="connsiteY62" fmla="*/ 7236 h 164448"/>
                <a:gd name="connsiteX63" fmla="*/ 96257 w 219264"/>
                <a:gd name="connsiteY63" fmla="*/ 9648 h 164448"/>
                <a:gd name="connsiteX64" fmla="*/ 92639 w 219264"/>
                <a:gd name="connsiteY64" fmla="*/ 13265 h 164448"/>
                <a:gd name="connsiteX65" fmla="*/ 90008 w 219264"/>
                <a:gd name="connsiteY65" fmla="*/ 16335 h 164448"/>
                <a:gd name="connsiteX66" fmla="*/ 88473 w 219264"/>
                <a:gd name="connsiteY66" fmla="*/ 19843 h 164448"/>
                <a:gd name="connsiteX67" fmla="*/ 87816 w 219264"/>
                <a:gd name="connsiteY67" fmla="*/ 24777 h 164448"/>
                <a:gd name="connsiteX68" fmla="*/ 86719 w 219264"/>
                <a:gd name="connsiteY68" fmla="*/ 28614 h 164448"/>
                <a:gd name="connsiteX69" fmla="*/ 84307 w 219264"/>
                <a:gd name="connsiteY69" fmla="*/ 30258 h 164448"/>
                <a:gd name="connsiteX70" fmla="*/ 81457 w 219264"/>
                <a:gd name="connsiteY70" fmla="*/ 31574 h 164448"/>
                <a:gd name="connsiteX71" fmla="*/ 79155 w 219264"/>
                <a:gd name="connsiteY71" fmla="*/ 34424 h 164448"/>
                <a:gd name="connsiteX72" fmla="*/ 77729 w 219264"/>
                <a:gd name="connsiteY72" fmla="*/ 38700 h 164448"/>
                <a:gd name="connsiteX73" fmla="*/ 76414 w 219264"/>
                <a:gd name="connsiteY73" fmla="*/ 42318 h 164448"/>
                <a:gd name="connsiteX74" fmla="*/ 74440 w 219264"/>
                <a:gd name="connsiteY74" fmla="*/ 44620 h 164448"/>
                <a:gd name="connsiteX75" fmla="*/ 70932 w 219264"/>
                <a:gd name="connsiteY75" fmla="*/ 44840 h 164448"/>
                <a:gd name="connsiteX76" fmla="*/ 66547 w 219264"/>
                <a:gd name="connsiteY76" fmla="*/ 44620 h 164448"/>
                <a:gd name="connsiteX77" fmla="*/ 63039 w 219264"/>
                <a:gd name="connsiteY77" fmla="*/ 45716 h 164448"/>
                <a:gd name="connsiteX78" fmla="*/ 59750 w 219264"/>
                <a:gd name="connsiteY78" fmla="*/ 47799 h 164448"/>
                <a:gd name="connsiteX79" fmla="*/ 56351 w 219264"/>
                <a:gd name="connsiteY79" fmla="*/ 50540 h 164448"/>
                <a:gd name="connsiteX80" fmla="*/ 54487 w 219264"/>
                <a:gd name="connsiteY80" fmla="*/ 51418 h 164448"/>
                <a:gd name="connsiteX81" fmla="*/ 52624 w 219264"/>
                <a:gd name="connsiteY81" fmla="*/ 51966 h 164448"/>
                <a:gd name="connsiteX82" fmla="*/ 50650 w 219264"/>
                <a:gd name="connsiteY82" fmla="*/ 52404 h 164448"/>
                <a:gd name="connsiteX83" fmla="*/ 48677 w 219264"/>
                <a:gd name="connsiteY83" fmla="*/ 52623 h 164448"/>
                <a:gd name="connsiteX84" fmla="*/ 46374 w 219264"/>
                <a:gd name="connsiteY84" fmla="*/ 53172 h 164448"/>
                <a:gd name="connsiteX85" fmla="*/ 43634 w 219264"/>
                <a:gd name="connsiteY85" fmla="*/ 54158 h 164448"/>
                <a:gd name="connsiteX86" fmla="*/ 40893 w 219264"/>
                <a:gd name="connsiteY86" fmla="*/ 54926 h 164448"/>
                <a:gd name="connsiteX87" fmla="*/ 38810 w 219264"/>
                <a:gd name="connsiteY87" fmla="*/ 54706 h 164448"/>
                <a:gd name="connsiteX88" fmla="*/ 37056 w 219264"/>
                <a:gd name="connsiteY88" fmla="*/ 53281 h 164448"/>
                <a:gd name="connsiteX89" fmla="*/ 35630 w 219264"/>
                <a:gd name="connsiteY89" fmla="*/ 51856 h 164448"/>
                <a:gd name="connsiteX90" fmla="*/ 33876 w 219264"/>
                <a:gd name="connsiteY90" fmla="*/ 51308 h 164448"/>
                <a:gd name="connsiteX91" fmla="*/ 31355 w 219264"/>
                <a:gd name="connsiteY91" fmla="*/ 52623 h 164448"/>
                <a:gd name="connsiteX92" fmla="*/ 29930 w 219264"/>
                <a:gd name="connsiteY92" fmla="*/ 53610 h 164448"/>
                <a:gd name="connsiteX93" fmla="*/ 28285 w 219264"/>
                <a:gd name="connsiteY93" fmla="*/ 54597 h 164448"/>
                <a:gd name="connsiteX94" fmla="*/ 26750 w 219264"/>
                <a:gd name="connsiteY94" fmla="*/ 55584 h 164448"/>
                <a:gd name="connsiteX95" fmla="*/ 25654 w 219264"/>
                <a:gd name="connsiteY95" fmla="*/ 56789 h 164448"/>
                <a:gd name="connsiteX96" fmla="*/ 25325 w 219264"/>
                <a:gd name="connsiteY96" fmla="*/ 58105 h 164448"/>
                <a:gd name="connsiteX97" fmla="*/ 25435 w 219264"/>
                <a:gd name="connsiteY97" fmla="*/ 59640 h 164448"/>
                <a:gd name="connsiteX98" fmla="*/ 25435 w 219264"/>
                <a:gd name="connsiteY98" fmla="*/ 61175 h 164448"/>
                <a:gd name="connsiteX99" fmla="*/ 24887 w 219264"/>
                <a:gd name="connsiteY99" fmla="*/ 62490 h 164448"/>
                <a:gd name="connsiteX100" fmla="*/ 23132 w 219264"/>
                <a:gd name="connsiteY100" fmla="*/ 63367 h 164448"/>
                <a:gd name="connsiteX101" fmla="*/ 21488 w 219264"/>
                <a:gd name="connsiteY101" fmla="*/ 62161 h 164448"/>
                <a:gd name="connsiteX102" fmla="*/ 19953 w 219264"/>
                <a:gd name="connsiteY102" fmla="*/ 60298 h 164448"/>
                <a:gd name="connsiteX103" fmla="*/ 18418 w 219264"/>
                <a:gd name="connsiteY103" fmla="*/ 59201 h 164448"/>
                <a:gd name="connsiteX104" fmla="*/ 13156 w 219264"/>
                <a:gd name="connsiteY104" fmla="*/ 58434 h 164448"/>
                <a:gd name="connsiteX105" fmla="*/ 11073 w 219264"/>
                <a:gd name="connsiteY105" fmla="*/ 59311 h 164448"/>
                <a:gd name="connsiteX106" fmla="*/ 10086 w 219264"/>
                <a:gd name="connsiteY106" fmla="*/ 62052 h 164448"/>
                <a:gd name="connsiteX107" fmla="*/ 8222 w 219264"/>
                <a:gd name="connsiteY107" fmla="*/ 66766 h 164448"/>
                <a:gd name="connsiteX108" fmla="*/ 5372 w 219264"/>
                <a:gd name="connsiteY108" fmla="*/ 70165 h 164448"/>
                <a:gd name="connsiteX109" fmla="*/ 2302 w 219264"/>
                <a:gd name="connsiteY109" fmla="*/ 72357 h 164448"/>
                <a:gd name="connsiteX110" fmla="*/ 110 w 219264"/>
                <a:gd name="connsiteY110" fmla="*/ 75098 h 164448"/>
                <a:gd name="connsiteX111" fmla="*/ 0 w 219264"/>
                <a:gd name="connsiteY111" fmla="*/ 79812 h 164448"/>
                <a:gd name="connsiteX112" fmla="*/ 17431 w 219264"/>
                <a:gd name="connsiteY112" fmla="*/ 83978 h 164448"/>
                <a:gd name="connsiteX113" fmla="*/ 20830 w 219264"/>
                <a:gd name="connsiteY113" fmla="*/ 86281 h 164448"/>
                <a:gd name="connsiteX114" fmla="*/ 27737 w 219264"/>
                <a:gd name="connsiteY114" fmla="*/ 89240 h 164448"/>
                <a:gd name="connsiteX115" fmla="*/ 30149 w 219264"/>
                <a:gd name="connsiteY115" fmla="*/ 93955 h 164448"/>
                <a:gd name="connsiteX116" fmla="*/ 32670 w 219264"/>
                <a:gd name="connsiteY116" fmla="*/ 91872 h 164448"/>
                <a:gd name="connsiteX117" fmla="*/ 34863 w 219264"/>
                <a:gd name="connsiteY117" fmla="*/ 89021 h 164448"/>
                <a:gd name="connsiteX118" fmla="*/ 36836 w 219264"/>
                <a:gd name="connsiteY118" fmla="*/ 90118 h 164448"/>
                <a:gd name="connsiteX119" fmla="*/ 38371 w 219264"/>
                <a:gd name="connsiteY119" fmla="*/ 91981 h 164448"/>
                <a:gd name="connsiteX120" fmla="*/ 40016 w 219264"/>
                <a:gd name="connsiteY120" fmla="*/ 91543 h 164448"/>
                <a:gd name="connsiteX121" fmla="*/ 39358 w 219264"/>
                <a:gd name="connsiteY121" fmla="*/ 88473 h 164448"/>
                <a:gd name="connsiteX122" fmla="*/ 40783 w 219264"/>
                <a:gd name="connsiteY122" fmla="*/ 87048 h 164448"/>
                <a:gd name="connsiteX123" fmla="*/ 44292 w 219264"/>
                <a:gd name="connsiteY123" fmla="*/ 86609 h 164448"/>
                <a:gd name="connsiteX124" fmla="*/ 47032 w 219264"/>
                <a:gd name="connsiteY124" fmla="*/ 87815 h 164448"/>
                <a:gd name="connsiteX125" fmla="*/ 46703 w 219264"/>
                <a:gd name="connsiteY125" fmla="*/ 91324 h 164448"/>
                <a:gd name="connsiteX126" fmla="*/ 47800 w 219264"/>
                <a:gd name="connsiteY126" fmla="*/ 92091 h 164448"/>
                <a:gd name="connsiteX127" fmla="*/ 49883 w 219264"/>
                <a:gd name="connsiteY127" fmla="*/ 90008 h 164448"/>
                <a:gd name="connsiteX128" fmla="*/ 52185 w 219264"/>
                <a:gd name="connsiteY128" fmla="*/ 90337 h 164448"/>
                <a:gd name="connsiteX129" fmla="*/ 57009 w 219264"/>
                <a:gd name="connsiteY129" fmla="*/ 93955 h 164448"/>
                <a:gd name="connsiteX130" fmla="*/ 57886 w 219264"/>
                <a:gd name="connsiteY130" fmla="*/ 97244 h 164448"/>
                <a:gd name="connsiteX131" fmla="*/ 56461 w 219264"/>
                <a:gd name="connsiteY131" fmla="*/ 99107 h 164448"/>
                <a:gd name="connsiteX132" fmla="*/ 52075 w 219264"/>
                <a:gd name="connsiteY132" fmla="*/ 99765 h 164448"/>
                <a:gd name="connsiteX133" fmla="*/ 51527 w 219264"/>
                <a:gd name="connsiteY133" fmla="*/ 106234 h 164448"/>
                <a:gd name="connsiteX134" fmla="*/ 54707 w 219264"/>
                <a:gd name="connsiteY134" fmla="*/ 107439 h 164448"/>
                <a:gd name="connsiteX135" fmla="*/ 58873 w 219264"/>
                <a:gd name="connsiteY135" fmla="*/ 108865 h 164448"/>
                <a:gd name="connsiteX136" fmla="*/ 63258 w 219264"/>
                <a:gd name="connsiteY136" fmla="*/ 110400 h 164448"/>
                <a:gd name="connsiteX137" fmla="*/ 69288 w 219264"/>
                <a:gd name="connsiteY137" fmla="*/ 112592 h 164448"/>
                <a:gd name="connsiteX138" fmla="*/ 81238 w 219264"/>
                <a:gd name="connsiteY138" fmla="*/ 116758 h 164448"/>
                <a:gd name="connsiteX139" fmla="*/ 98998 w 219264"/>
                <a:gd name="connsiteY139" fmla="*/ 125638 h 164448"/>
                <a:gd name="connsiteX140" fmla="*/ 120815 w 219264"/>
                <a:gd name="connsiteY140" fmla="*/ 136711 h 164448"/>
                <a:gd name="connsiteX141" fmla="*/ 126077 w 219264"/>
                <a:gd name="connsiteY141" fmla="*/ 141974 h 164448"/>
                <a:gd name="connsiteX142" fmla="*/ 157432 w 219264"/>
                <a:gd name="connsiteY142" fmla="*/ 164339 h 164448"/>
                <a:gd name="connsiteX143" fmla="*/ 167737 w 219264"/>
                <a:gd name="connsiteY143" fmla="*/ 174863 h 164448"/>
                <a:gd name="connsiteX144" fmla="*/ 169820 w 219264"/>
                <a:gd name="connsiteY144" fmla="*/ 173438 h 164448"/>
                <a:gd name="connsiteX145" fmla="*/ 172342 w 219264"/>
                <a:gd name="connsiteY145" fmla="*/ 171684 h 164448"/>
                <a:gd name="connsiteX146" fmla="*/ 174425 w 219264"/>
                <a:gd name="connsiteY146" fmla="*/ 169491 h 164448"/>
                <a:gd name="connsiteX147" fmla="*/ 175631 w 219264"/>
                <a:gd name="connsiteY147" fmla="*/ 166312 h 164448"/>
                <a:gd name="connsiteX148" fmla="*/ 176179 w 219264"/>
                <a:gd name="connsiteY148" fmla="*/ 163681 h 164448"/>
                <a:gd name="connsiteX149" fmla="*/ 177056 w 219264"/>
                <a:gd name="connsiteY149" fmla="*/ 161050 h 164448"/>
                <a:gd name="connsiteX150" fmla="*/ 178372 w 219264"/>
                <a:gd name="connsiteY150" fmla="*/ 158747 h 164448"/>
                <a:gd name="connsiteX151" fmla="*/ 180236 w 219264"/>
                <a:gd name="connsiteY151" fmla="*/ 156774 h 164448"/>
                <a:gd name="connsiteX152" fmla="*/ 183086 w 219264"/>
                <a:gd name="connsiteY152" fmla="*/ 155458 h 164448"/>
                <a:gd name="connsiteX153" fmla="*/ 185827 w 219264"/>
                <a:gd name="connsiteY153" fmla="*/ 155130 h 164448"/>
                <a:gd name="connsiteX154" fmla="*/ 188348 w 219264"/>
                <a:gd name="connsiteY154" fmla="*/ 154362 h 164448"/>
                <a:gd name="connsiteX155" fmla="*/ 190541 w 219264"/>
                <a:gd name="connsiteY155" fmla="*/ 151950 h 164448"/>
                <a:gd name="connsiteX156" fmla="*/ 191418 w 219264"/>
                <a:gd name="connsiteY156" fmla="*/ 149319 h 164448"/>
                <a:gd name="connsiteX157" fmla="*/ 191637 w 219264"/>
                <a:gd name="connsiteY157" fmla="*/ 146578 h 164448"/>
                <a:gd name="connsiteX158" fmla="*/ 191966 w 219264"/>
                <a:gd name="connsiteY158" fmla="*/ 143837 h 164448"/>
                <a:gd name="connsiteX159" fmla="*/ 193062 w 219264"/>
                <a:gd name="connsiteY159" fmla="*/ 141206 h 164448"/>
                <a:gd name="connsiteX160" fmla="*/ 193282 w 219264"/>
                <a:gd name="connsiteY160" fmla="*/ 140329 h 164448"/>
                <a:gd name="connsiteX161" fmla="*/ 193282 w 219264"/>
                <a:gd name="connsiteY161" fmla="*/ 139452 h 164448"/>
                <a:gd name="connsiteX162" fmla="*/ 193172 w 219264"/>
                <a:gd name="connsiteY162" fmla="*/ 138575 h 164448"/>
                <a:gd name="connsiteX163" fmla="*/ 192843 w 219264"/>
                <a:gd name="connsiteY163" fmla="*/ 137698 h 164448"/>
                <a:gd name="connsiteX164" fmla="*/ 192734 w 219264"/>
                <a:gd name="connsiteY164" fmla="*/ 136383 h 164448"/>
                <a:gd name="connsiteX165" fmla="*/ 193062 w 219264"/>
                <a:gd name="connsiteY165" fmla="*/ 135286 h 164448"/>
                <a:gd name="connsiteX166" fmla="*/ 193720 w 219264"/>
                <a:gd name="connsiteY166" fmla="*/ 134300 h 164448"/>
                <a:gd name="connsiteX167" fmla="*/ 194707 w 219264"/>
                <a:gd name="connsiteY167" fmla="*/ 133532 h 164448"/>
                <a:gd name="connsiteX168" fmla="*/ 197009 w 219264"/>
                <a:gd name="connsiteY168" fmla="*/ 134848 h 164448"/>
                <a:gd name="connsiteX169" fmla="*/ 198763 w 219264"/>
                <a:gd name="connsiteY169" fmla="*/ 135505 h 164448"/>
                <a:gd name="connsiteX170" fmla="*/ 200408 w 219264"/>
                <a:gd name="connsiteY170" fmla="*/ 135067 h 164448"/>
                <a:gd name="connsiteX171" fmla="*/ 202381 w 219264"/>
                <a:gd name="connsiteY171" fmla="*/ 133203 h 164448"/>
                <a:gd name="connsiteX172" fmla="*/ 204245 w 219264"/>
                <a:gd name="connsiteY172" fmla="*/ 131888 h 164448"/>
                <a:gd name="connsiteX173" fmla="*/ 206986 w 219264"/>
                <a:gd name="connsiteY173" fmla="*/ 130572 h 164448"/>
                <a:gd name="connsiteX174" fmla="*/ 209507 w 219264"/>
                <a:gd name="connsiteY174" fmla="*/ 129476 h 164448"/>
                <a:gd name="connsiteX175" fmla="*/ 210713 w 219264"/>
                <a:gd name="connsiteY175" fmla="*/ 128708 h 164448"/>
                <a:gd name="connsiteX176" fmla="*/ 210713 w 219264"/>
                <a:gd name="connsiteY176" fmla="*/ 127831 h 164448"/>
                <a:gd name="connsiteX177" fmla="*/ 210384 w 219264"/>
                <a:gd name="connsiteY177" fmla="*/ 126845 h 164448"/>
                <a:gd name="connsiteX178" fmla="*/ 210165 w 219264"/>
                <a:gd name="connsiteY178" fmla="*/ 125858 h 164448"/>
                <a:gd name="connsiteX179" fmla="*/ 210604 w 219264"/>
                <a:gd name="connsiteY179" fmla="*/ 124981 h 164448"/>
                <a:gd name="connsiteX180" fmla="*/ 211481 w 219264"/>
                <a:gd name="connsiteY180" fmla="*/ 124542 h 164448"/>
                <a:gd name="connsiteX181" fmla="*/ 212687 w 219264"/>
                <a:gd name="connsiteY181" fmla="*/ 124542 h 164448"/>
                <a:gd name="connsiteX182" fmla="*/ 213892 w 219264"/>
                <a:gd name="connsiteY182" fmla="*/ 124433 h 164448"/>
                <a:gd name="connsiteX183" fmla="*/ 214770 w 219264"/>
                <a:gd name="connsiteY183" fmla="*/ 123884 h 164448"/>
                <a:gd name="connsiteX184" fmla="*/ 215647 w 219264"/>
                <a:gd name="connsiteY184" fmla="*/ 121582 h 164448"/>
                <a:gd name="connsiteX185" fmla="*/ 216195 w 219264"/>
                <a:gd name="connsiteY185" fmla="*/ 119170 h 164448"/>
                <a:gd name="connsiteX186" fmla="*/ 217291 w 219264"/>
                <a:gd name="connsiteY186" fmla="*/ 117635 h 164448"/>
                <a:gd name="connsiteX187" fmla="*/ 219922 w 219264"/>
                <a:gd name="connsiteY187" fmla="*/ 118074 h 164448"/>
                <a:gd name="connsiteX188" fmla="*/ 218826 w 219264"/>
                <a:gd name="connsiteY188" fmla="*/ 112702 h 164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219264" h="164448">
                  <a:moveTo>
                    <a:pt x="218826" y="112702"/>
                  </a:moveTo>
                  <a:lnTo>
                    <a:pt x="217182" y="107439"/>
                  </a:lnTo>
                  <a:lnTo>
                    <a:pt x="214770" y="102396"/>
                  </a:lnTo>
                  <a:lnTo>
                    <a:pt x="211481" y="97573"/>
                  </a:lnTo>
                  <a:lnTo>
                    <a:pt x="210604" y="92201"/>
                  </a:lnTo>
                  <a:lnTo>
                    <a:pt x="212467" y="84636"/>
                  </a:lnTo>
                  <a:lnTo>
                    <a:pt x="215099" y="76852"/>
                  </a:lnTo>
                  <a:lnTo>
                    <a:pt x="216524" y="70822"/>
                  </a:lnTo>
                  <a:lnTo>
                    <a:pt x="215647" y="67314"/>
                  </a:lnTo>
                  <a:lnTo>
                    <a:pt x="214770" y="63258"/>
                  </a:lnTo>
                  <a:lnTo>
                    <a:pt x="214112" y="59201"/>
                  </a:lnTo>
                  <a:lnTo>
                    <a:pt x="214112" y="55693"/>
                  </a:lnTo>
                  <a:lnTo>
                    <a:pt x="214879" y="53391"/>
                  </a:lnTo>
                  <a:lnTo>
                    <a:pt x="216085" y="51418"/>
                  </a:lnTo>
                  <a:lnTo>
                    <a:pt x="217072" y="49335"/>
                  </a:lnTo>
                  <a:lnTo>
                    <a:pt x="217291" y="46813"/>
                  </a:lnTo>
                  <a:lnTo>
                    <a:pt x="216304" y="45716"/>
                  </a:lnTo>
                  <a:lnTo>
                    <a:pt x="214112" y="44511"/>
                  </a:lnTo>
                  <a:lnTo>
                    <a:pt x="211700" y="43414"/>
                  </a:lnTo>
                  <a:lnTo>
                    <a:pt x="210055" y="42537"/>
                  </a:lnTo>
                  <a:lnTo>
                    <a:pt x="208082" y="40893"/>
                  </a:lnTo>
                  <a:lnTo>
                    <a:pt x="206766" y="39139"/>
                  </a:lnTo>
                  <a:lnTo>
                    <a:pt x="205890" y="37056"/>
                  </a:lnTo>
                  <a:lnTo>
                    <a:pt x="205232" y="34424"/>
                  </a:lnTo>
                  <a:lnTo>
                    <a:pt x="202710" y="30807"/>
                  </a:lnTo>
                  <a:lnTo>
                    <a:pt x="199092" y="28833"/>
                  </a:lnTo>
                  <a:lnTo>
                    <a:pt x="195584" y="26860"/>
                  </a:lnTo>
                  <a:lnTo>
                    <a:pt x="193501" y="23242"/>
                  </a:lnTo>
                  <a:lnTo>
                    <a:pt x="192185" y="19186"/>
                  </a:lnTo>
                  <a:lnTo>
                    <a:pt x="190650" y="14581"/>
                  </a:lnTo>
                  <a:lnTo>
                    <a:pt x="188787" y="10305"/>
                  </a:lnTo>
                  <a:lnTo>
                    <a:pt x="186156" y="7345"/>
                  </a:lnTo>
                  <a:lnTo>
                    <a:pt x="181222" y="10086"/>
                  </a:lnTo>
                  <a:lnTo>
                    <a:pt x="177056" y="14910"/>
                  </a:lnTo>
                  <a:lnTo>
                    <a:pt x="172780" y="19843"/>
                  </a:lnTo>
                  <a:lnTo>
                    <a:pt x="167408" y="22803"/>
                  </a:lnTo>
                  <a:lnTo>
                    <a:pt x="164558" y="22913"/>
                  </a:lnTo>
                  <a:lnTo>
                    <a:pt x="161708" y="22913"/>
                  </a:lnTo>
                  <a:lnTo>
                    <a:pt x="158857" y="23132"/>
                  </a:lnTo>
                  <a:lnTo>
                    <a:pt x="156116" y="23790"/>
                  </a:lnTo>
                  <a:lnTo>
                    <a:pt x="152937" y="28176"/>
                  </a:lnTo>
                  <a:lnTo>
                    <a:pt x="149758" y="28943"/>
                  </a:lnTo>
                  <a:lnTo>
                    <a:pt x="146250" y="27627"/>
                  </a:lnTo>
                  <a:lnTo>
                    <a:pt x="141974" y="25764"/>
                  </a:lnTo>
                  <a:lnTo>
                    <a:pt x="138465" y="24558"/>
                  </a:lnTo>
                  <a:lnTo>
                    <a:pt x="134519" y="23023"/>
                  </a:lnTo>
                  <a:lnTo>
                    <a:pt x="130682" y="21269"/>
                  </a:lnTo>
                  <a:lnTo>
                    <a:pt x="127502" y="19295"/>
                  </a:lnTo>
                  <a:lnTo>
                    <a:pt x="122569" y="16006"/>
                  </a:lnTo>
                  <a:lnTo>
                    <a:pt x="117306" y="13156"/>
                  </a:lnTo>
                  <a:lnTo>
                    <a:pt x="112044" y="10415"/>
                  </a:lnTo>
                  <a:lnTo>
                    <a:pt x="107001" y="7236"/>
                  </a:lnTo>
                  <a:lnTo>
                    <a:pt x="107659" y="6249"/>
                  </a:lnTo>
                  <a:lnTo>
                    <a:pt x="107549" y="5482"/>
                  </a:lnTo>
                  <a:lnTo>
                    <a:pt x="107111" y="4604"/>
                  </a:lnTo>
                  <a:lnTo>
                    <a:pt x="107001" y="3399"/>
                  </a:lnTo>
                  <a:lnTo>
                    <a:pt x="106782" y="2521"/>
                  </a:lnTo>
                  <a:lnTo>
                    <a:pt x="106563" y="1644"/>
                  </a:lnTo>
                  <a:lnTo>
                    <a:pt x="106234" y="768"/>
                  </a:lnTo>
                  <a:lnTo>
                    <a:pt x="105905" y="0"/>
                  </a:lnTo>
                  <a:lnTo>
                    <a:pt x="103493" y="2412"/>
                  </a:lnTo>
                  <a:lnTo>
                    <a:pt x="101081" y="4824"/>
                  </a:lnTo>
                  <a:lnTo>
                    <a:pt x="98669" y="7236"/>
                  </a:lnTo>
                  <a:lnTo>
                    <a:pt x="96257" y="9648"/>
                  </a:lnTo>
                  <a:lnTo>
                    <a:pt x="92639" y="13265"/>
                  </a:lnTo>
                  <a:lnTo>
                    <a:pt x="90008" y="16335"/>
                  </a:lnTo>
                  <a:lnTo>
                    <a:pt x="88473" y="19843"/>
                  </a:lnTo>
                  <a:lnTo>
                    <a:pt x="87816" y="24777"/>
                  </a:lnTo>
                  <a:lnTo>
                    <a:pt x="86719" y="28614"/>
                  </a:lnTo>
                  <a:lnTo>
                    <a:pt x="84307" y="30258"/>
                  </a:lnTo>
                  <a:lnTo>
                    <a:pt x="81457" y="31574"/>
                  </a:lnTo>
                  <a:lnTo>
                    <a:pt x="79155" y="34424"/>
                  </a:lnTo>
                  <a:lnTo>
                    <a:pt x="77729" y="38700"/>
                  </a:lnTo>
                  <a:lnTo>
                    <a:pt x="76414" y="42318"/>
                  </a:lnTo>
                  <a:lnTo>
                    <a:pt x="74440" y="44620"/>
                  </a:lnTo>
                  <a:lnTo>
                    <a:pt x="70932" y="44840"/>
                  </a:lnTo>
                  <a:lnTo>
                    <a:pt x="66547" y="44620"/>
                  </a:lnTo>
                  <a:lnTo>
                    <a:pt x="63039" y="45716"/>
                  </a:lnTo>
                  <a:lnTo>
                    <a:pt x="59750" y="47799"/>
                  </a:lnTo>
                  <a:lnTo>
                    <a:pt x="56351" y="50540"/>
                  </a:lnTo>
                  <a:lnTo>
                    <a:pt x="54487" y="51418"/>
                  </a:lnTo>
                  <a:lnTo>
                    <a:pt x="52624" y="51966"/>
                  </a:lnTo>
                  <a:lnTo>
                    <a:pt x="50650" y="52404"/>
                  </a:lnTo>
                  <a:lnTo>
                    <a:pt x="48677" y="52623"/>
                  </a:lnTo>
                  <a:lnTo>
                    <a:pt x="46374" y="53172"/>
                  </a:lnTo>
                  <a:lnTo>
                    <a:pt x="43634" y="54158"/>
                  </a:lnTo>
                  <a:lnTo>
                    <a:pt x="40893" y="54926"/>
                  </a:lnTo>
                  <a:lnTo>
                    <a:pt x="38810" y="54706"/>
                  </a:lnTo>
                  <a:lnTo>
                    <a:pt x="37056" y="53281"/>
                  </a:lnTo>
                  <a:lnTo>
                    <a:pt x="35630" y="51856"/>
                  </a:lnTo>
                  <a:lnTo>
                    <a:pt x="33876" y="51308"/>
                  </a:lnTo>
                  <a:lnTo>
                    <a:pt x="31355" y="52623"/>
                  </a:lnTo>
                  <a:lnTo>
                    <a:pt x="29930" y="53610"/>
                  </a:lnTo>
                  <a:lnTo>
                    <a:pt x="28285" y="54597"/>
                  </a:lnTo>
                  <a:lnTo>
                    <a:pt x="26750" y="55584"/>
                  </a:lnTo>
                  <a:lnTo>
                    <a:pt x="25654" y="56789"/>
                  </a:lnTo>
                  <a:lnTo>
                    <a:pt x="25325" y="58105"/>
                  </a:lnTo>
                  <a:lnTo>
                    <a:pt x="25435" y="59640"/>
                  </a:lnTo>
                  <a:lnTo>
                    <a:pt x="25435" y="61175"/>
                  </a:lnTo>
                  <a:lnTo>
                    <a:pt x="24887" y="62490"/>
                  </a:lnTo>
                  <a:lnTo>
                    <a:pt x="23132" y="63367"/>
                  </a:lnTo>
                  <a:lnTo>
                    <a:pt x="21488" y="62161"/>
                  </a:lnTo>
                  <a:lnTo>
                    <a:pt x="19953" y="60298"/>
                  </a:lnTo>
                  <a:lnTo>
                    <a:pt x="18418" y="59201"/>
                  </a:lnTo>
                  <a:lnTo>
                    <a:pt x="13156" y="58434"/>
                  </a:lnTo>
                  <a:lnTo>
                    <a:pt x="11073" y="59311"/>
                  </a:lnTo>
                  <a:lnTo>
                    <a:pt x="10086" y="62052"/>
                  </a:lnTo>
                  <a:lnTo>
                    <a:pt x="8222" y="66766"/>
                  </a:lnTo>
                  <a:lnTo>
                    <a:pt x="5372" y="70165"/>
                  </a:lnTo>
                  <a:lnTo>
                    <a:pt x="2302" y="72357"/>
                  </a:lnTo>
                  <a:lnTo>
                    <a:pt x="110" y="75098"/>
                  </a:lnTo>
                  <a:lnTo>
                    <a:pt x="0" y="79812"/>
                  </a:lnTo>
                  <a:lnTo>
                    <a:pt x="17431" y="83978"/>
                  </a:lnTo>
                  <a:lnTo>
                    <a:pt x="20830" y="86281"/>
                  </a:lnTo>
                  <a:lnTo>
                    <a:pt x="27737" y="89240"/>
                  </a:lnTo>
                  <a:lnTo>
                    <a:pt x="30149" y="93955"/>
                  </a:lnTo>
                  <a:lnTo>
                    <a:pt x="32670" y="91872"/>
                  </a:lnTo>
                  <a:lnTo>
                    <a:pt x="34863" y="89021"/>
                  </a:lnTo>
                  <a:lnTo>
                    <a:pt x="36836" y="90118"/>
                  </a:lnTo>
                  <a:lnTo>
                    <a:pt x="38371" y="91981"/>
                  </a:lnTo>
                  <a:lnTo>
                    <a:pt x="40016" y="91543"/>
                  </a:lnTo>
                  <a:lnTo>
                    <a:pt x="39358" y="88473"/>
                  </a:lnTo>
                  <a:lnTo>
                    <a:pt x="40783" y="87048"/>
                  </a:lnTo>
                  <a:lnTo>
                    <a:pt x="44292" y="86609"/>
                  </a:lnTo>
                  <a:lnTo>
                    <a:pt x="47032" y="87815"/>
                  </a:lnTo>
                  <a:lnTo>
                    <a:pt x="46703" y="91324"/>
                  </a:lnTo>
                  <a:lnTo>
                    <a:pt x="47800" y="92091"/>
                  </a:lnTo>
                  <a:lnTo>
                    <a:pt x="49883" y="90008"/>
                  </a:lnTo>
                  <a:lnTo>
                    <a:pt x="52185" y="90337"/>
                  </a:lnTo>
                  <a:lnTo>
                    <a:pt x="57009" y="93955"/>
                  </a:lnTo>
                  <a:lnTo>
                    <a:pt x="57886" y="97244"/>
                  </a:lnTo>
                  <a:lnTo>
                    <a:pt x="56461" y="99107"/>
                  </a:lnTo>
                  <a:lnTo>
                    <a:pt x="52075" y="99765"/>
                  </a:lnTo>
                  <a:lnTo>
                    <a:pt x="51527" y="106234"/>
                  </a:lnTo>
                  <a:lnTo>
                    <a:pt x="54707" y="107439"/>
                  </a:lnTo>
                  <a:lnTo>
                    <a:pt x="58873" y="108865"/>
                  </a:lnTo>
                  <a:lnTo>
                    <a:pt x="63258" y="110400"/>
                  </a:lnTo>
                  <a:lnTo>
                    <a:pt x="69288" y="112592"/>
                  </a:lnTo>
                  <a:lnTo>
                    <a:pt x="81238" y="116758"/>
                  </a:lnTo>
                  <a:lnTo>
                    <a:pt x="98998" y="125638"/>
                  </a:lnTo>
                  <a:lnTo>
                    <a:pt x="120815" y="136711"/>
                  </a:lnTo>
                  <a:lnTo>
                    <a:pt x="126077" y="141974"/>
                  </a:lnTo>
                  <a:lnTo>
                    <a:pt x="157432" y="164339"/>
                  </a:lnTo>
                  <a:lnTo>
                    <a:pt x="167737" y="174863"/>
                  </a:lnTo>
                  <a:lnTo>
                    <a:pt x="169820" y="173438"/>
                  </a:lnTo>
                  <a:lnTo>
                    <a:pt x="172342" y="171684"/>
                  </a:lnTo>
                  <a:lnTo>
                    <a:pt x="174425" y="169491"/>
                  </a:lnTo>
                  <a:lnTo>
                    <a:pt x="175631" y="166312"/>
                  </a:lnTo>
                  <a:lnTo>
                    <a:pt x="176179" y="163681"/>
                  </a:lnTo>
                  <a:lnTo>
                    <a:pt x="177056" y="161050"/>
                  </a:lnTo>
                  <a:lnTo>
                    <a:pt x="178372" y="158747"/>
                  </a:lnTo>
                  <a:lnTo>
                    <a:pt x="180236" y="156774"/>
                  </a:lnTo>
                  <a:lnTo>
                    <a:pt x="183086" y="155458"/>
                  </a:lnTo>
                  <a:lnTo>
                    <a:pt x="185827" y="155130"/>
                  </a:lnTo>
                  <a:lnTo>
                    <a:pt x="188348" y="154362"/>
                  </a:lnTo>
                  <a:lnTo>
                    <a:pt x="190541" y="151950"/>
                  </a:lnTo>
                  <a:lnTo>
                    <a:pt x="191418" y="149319"/>
                  </a:lnTo>
                  <a:lnTo>
                    <a:pt x="191637" y="146578"/>
                  </a:lnTo>
                  <a:lnTo>
                    <a:pt x="191966" y="143837"/>
                  </a:lnTo>
                  <a:lnTo>
                    <a:pt x="193062" y="141206"/>
                  </a:lnTo>
                  <a:lnTo>
                    <a:pt x="193282" y="140329"/>
                  </a:lnTo>
                  <a:lnTo>
                    <a:pt x="193282" y="139452"/>
                  </a:lnTo>
                  <a:lnTo>
                    <a:pt x="193172" y="138575"/>
                  </a:lnTo>
                  <a:lnTo>
                    <a:pt x="192843" y="137698"/>
                  </a:lnTo>
                  <a:lnTo>
                    <a:pt x="192734" y="136383"/>
                  </a:lnTo>
                  <a:lnTo>
                    <a:pt x="193062" y="135286"/>
                  </a:lnTo>
                  <a:lnTo>
                    <a:pt x="193720" y="134300"/>
                  </a:lnTo>
                  <a:lnTo>
                    <a:pt x="194707" y="133532"/>
                  </a:lnTo>
                  <a:lnTo>
                    <a:pt x="197009" y="134848"/>
                  </a:lnTo>
                  <a:lnTo>
                    <a:pt x="198763" y="135505"/>
                  </a:lnTo>
                  <a:lnTo>
                    <a:pt x="200408" y="135067"/>
                  </a:lnTo>
                  <a:lnTo>
                    <a:pt x="202381" y="133203"/>
                  </a:lnTo>
                  <a:lnTo>
                    <a:pt x="204245" y="131888"/>
                  </a:lnTo>
                  <a:lnTo>
                    <a:pt x="206986" y="130572"/>
                  </a:lnTo>
                  <a:lnTo>
                    <a:pt x="209507" y="129476"/>
                  </a:lnTo>
                  <a:lnTo>
                    <a:pt x="210713" y="128708"/>
                  </a:lnTo>
                  <a:lnTo>
                    <a:pt x="210713" y="127831"/>
                  </a:lnTo>
                  <a:lnTo>
                    <a:pt x="210384" y="126845"/>
                  </a:lnTo>
                  <a:lnTo>
                    <a:pt x="210165" y="125858"/>
                  </a:lnTo>
                  <a:lnTo>
                    <a:pt x="210604" y="124981"/>
                  </a:lnTo>
                  <a:lnTo>
                    <a:pt x="211481" y="124542"/>
                  </a:lnTo>
                  <a:lnTo>
                    <a:pt x="212687" y="124542"/>
                  </a:lnTo>
                  <a:lnTo>
                    <a:pt x="213892" y="124433"/>
                  </a:lnTo>
                  <a:lnTo>
                    <a:pt x="214770" y="123884"/>
                  </a:lnTo>
                  <a:lnTo>
                    <a:pt x="215647" y="121582"/>
                  </a:lnTo>
                  <a:lnTo>
                    <a:pt x="216195" y="119170"/>
                  </a:lnTo>
                  <a:lnTo>
                    <a:pt x="217291" y="117635"/>
                  </a:lnTo>
                  <a:lnTo>
                    <a:pt x="219922" y="118074"/>
                  </a:lnTo>
                  <a:lnTo>
                    <a:pt x="218826" y="112702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8" name="Freeform: Shape 31">
              <a:extLst>
                <a:ext uri="{FF2B5EF4-FFF2-40B4-BE49-F238E27FC236}">
                  <a16:creationId xmlns:a16="http://schemas.microsoft.com/office/drawing/2014/main" id="{FE4CA907-E2F1-ABC5-BE3B-560F87337E15}"/>
                </a:ext>
              </a:extLst>
            </p:cNvPr>
            <p:cNvSpPr/>
            <p:nvPr/>
          </p:nvSpPr>
          <p:spPr>
            <a:xfrm>
              <a:off x="8349928" y="2639211"/>
              <a:ext cx="811279" cy="1173065"/>
            </a:xfrm>
            <a:custGeom>
              <a:avLst/>
              <a:gdLst>
                <a:gd name="connsiteX0" fmla="*/ 818734 w 811278"/>
                <a:gd name="connsiteY0" fmla="*/ 474817 h 1173064"/>
                <a:gd name="connsiteX1" fmla="*/ 813910 w 811278"/>
                <a:gd name="connsiteY1" fmla="*/ 473831 h 1173064"/>
                <a:gd name="connsiteX2" fmla="*/ 813800 w 811278"/>
                <a:gd name="connsiteY2" fmla="*/ 472625 h 1173064"/>
                <a:gd name="connsiteX3" fmla="*/ 811498 w 811278"/>
                <a:gd name="connsiteY3" fmla="*/ 470103 h 1173064"/>
                <a:gd name="connsiteX4" fmla="*/ 808867 w 811278"/>
                <a:gd name="connsiteY4" fmla="*/ 467910 h 1173064"/>
                <a:gd name="connsiteX5" fmla="*/ 807880 w 811278"/>
                <a:gd name="connsiteY5" fmla="*/ 467582 h 1173064"/>
                <a:gd name="connsiteX6" fmla="*/ 807551 w 811278"/>
                <a:gd name="connsiteY6" fmla="*/ 465499 h 1173064"/>
                <a:gd name="connsiteX7" fmla="*/ 808209 w 811278"/>
                <a:gd name="connsiteY7" fmla="*/ 460675 h 1173064"/>
                <a:gd name="connsiteX8" fmla="*/ 807880 w 811278"/>
                <a:gd name="connsiteY8" fmla="*/ 458592 h 1173064"/>
                <a:gd name="connsiteX9" fmla="*/ 806345 w 811278"/>
                <a:gd name="connsiteY9" fmla="*/ 456618 h 1173064"/>
                <a:gd name="connsiteX10" fmla="*/ 804591 w 811278"/>
                <a:gd name="connsiteY10" fmla="*/ 455522 h 1173064"/>
                <a:gd name="connsiteX11" fmla="*/ 803056 w 811278"/>
                <a:gd name="connsiteY11" fmla="*/ 454316 h 1173064"/>
                <a:gd name="connsiteX12" fmla="*/ 802398 w 811278"/>
                <a:gd name="connsiteY12" fmla="*/ 451794 h 1173064"/>
                <a:gd name="connsiteX13" fmla="*/ 804043 w 811278"/>
                <a:gd name="connsiteY13" fmla="*/ 448396 h 1173064"/>
                <a:gd name="connsiteX14" fmla="*/ 804810 w 811278"/>
                <a:gd name="connsiteY14" fmla="*/ 446094 h 1173064"/>
                <a:gd name="connsiteX15" fmla="*/ 804372 w 811278"/>
                <a:gd name="connsiteY15" fmla="*/ 445107 h 1173064"/>
                <a:gd name="connsiteX16" fmla="*/ 801302 w 811278"/>
                <a:gd name="connsiteY16" fmla="*/ 443572 h 1173064"/>
                <a:gd name="connsiteX17" fmla="*/ 797794 w 811278"/>
                <a:gd name="connsiteY17" fmla="*/ 440173 h 1173064"/>
                <a:gd name="connsiteX18" fmla="*/ 794724 w 811278"/>
                <a:gd name="connsiteY18" fmla="*/ 436227 h 1173064"/>
                <a:gd name="connsiteX19" fmla="*/ 792861 w 811278"/>
                <a:gd name="connsiteY19" fmla="*/ 432938 h 1173064"/>
                <a:gd name="connsiteX20" fmla="*/ 795053 w 811278"/>
                <a:gd name="connsiteY20" fmla="*/ 429649 h 1173064"/>
                <a:gd name="connsiteX21" fmla="*/ 792641 w 811278"/>
                <a:gd name="connsiteY21" fmla="*/ 428004 h 1173064"/>
                <a:gd name="connsiteX22" fmla="*/ 788475 w 811278"/>
                <a:gd name="connsiteY22" fmla="*/ 427127 h 1173064"/>
                <a:gd name="connsiteX23" fmla="*/ 785515 w 811278"/>
                <a:gd name="connsiteY23" fmla="*/ 426031 h 1173064"/>
                <a:gd name="connsiteX24" fmla="*/ 782665 w 811278"/>
                <a:gd name="connsiteY24" fmla="*/ 422523 h 1173064"/>
                <a:gd name="connsiteX25" fmla="*/ 780801 w 811278"/>
                <a:gd name="connsiteY25" fmla="*/ 419782 h 1173064"/>
                <a:gd name="connsiteX26" fmla="*/ 779485 w 811278"/>
                <a:gd name="connsiteY26" fmla="*/ 416822 h 1173064"/>
                <a:gd name="connsiteX27" fmla="*/ 778170 w 811278"/>
                <a:gd name="connsiteY27" fmla="*/ 413094 h 1173064"/>
                <a:gd name="connsiteX28" fmla="*/ 778279 w 811278"/>
                <a:gd name="connsiteY28" fmla="*/ 411669 h 1173064"/>
                <a:gd name="connsiteX29" fmla="*/ 778828 w 811278"/>
                <a:gd name="connsiteY29" fmla="*/ 410134 h 1173064"/>
                <a:gd name="connsiteX30" fmla="*/ 778937 w 811278"/>
                <a:gd name="connsiteY30" fmla="*/ 409038 h 1173064"/>
                <a:gd name="connsiteX31" fmla="*/ 777512 w 811278"/>
                <a:gd name="connsiteY31" fmla="*/ 408599 h 1173064"/>
                <a:gd name="connsiteX32" fmla="*/ 774771 w 811278"/>
                <a:gd name="connsiteY32" fmla="*/ 406188 h 1173064"/>
                <a:gd name="connsiteX33" fmla="*/ 772030 w 811278"/>
                <a:gd name="connsiteY33" fmla="*/ 403118 h 1173064"/>
                <a:gd name="connsiteX34" fmla="*/ 771482 w 811278"/>
                <a:gd name="connsiteY34" fmla="*/ 401583 h 1173064"/>
                <a:gd name="connsiteX35" fmla="*/ 771263 w 811278"/>
                <a:gd name="connsiteY35" fmla="*/ 398513 h 1173064"/>
                <a:gd name="connsiteX36" fmla="*/ 769838 w 811278"/>
                <a:gd name="connsiteY36" fmla="*/ 393689 h 1173064"/>
                <a:gd name="connsiteX37" fmla="*/ 766220 w 811278"/>
                <a:gd name="connsiteY37" fmla="*/ 389962 h 1173064"/>
                <a:gd name="connsiteX38" fmla="*/ 746925 w 811278"/>
                <a:gd name="connsiteY38" fmla="*/ 380205 h 1173064"/>
                <a:gd name="connsiteX39" fmla="*/ 743635 w 811278"/>
                <a:gd name="connsiteY39" fmla="*/ 379547 h 1173064"/>
                <a:gd name="connsiteX40" fmla="*/ 741991 w 811278"/>
                <a:gd name="connsiteY40" fmla="*/ 378231 h 1173064"/>
                <a:gd name="connsiteX41" fmla="*/ 741333 w 811278"/>
                <a:gd name="connsiteY41" fmla="*/ 375381 h 1173064"/>
                <a:gd name="connsiteX42" fmla="*/ 741004 w 811278"/>
                <a:gd name="connsiteY42" fmla="*/ 372201 h 1173064"/>
                <a:gd name="connsiteX43" fmla="*/ 740347 w 811278"/>
                <a:gd name="connsiteY43" fmla="*/ 370338 h 1173064"/>
                <a:gd name="connsiteX44" fmla="*/ 739031 w 811278"/>
                <a:gd name="connsiteY44" fmla="*/ 369790 h 1173064"/>
                <a:gd name="connsiteX45" fmla="*/ 733549 w 811278"/>
                <a:gd name="connsiteY45" fmla="*/ 368803 h 1173064"/>
                <a:gd name="connsiteX46" fmla="*/ 730151 w 811278"/>
                <a:gd name="connsiteY46" fmla="*/ 366391 h 1173064"/>
                <a:gd name="connsiteX47" fmla="*/ 726752 w 811278"/>
                <a:gd name="connsiteY47" fmla="*/ 362663 h 1173064"/>
                <a:gd name="connsiteX48" fmla="*/ 724888 w 811278"/>
                <a:gd name="connsiteY48" fmla="*/ 358388 h 1173064"/>
                <a:gd name="connsiteX49" fmla="*/ 726204 w 811278"/>
                <a:gd name="connsiteY49" fmla="*/ 354331 h 1173064"/>
                <a:gd name="connsiteX50" fmla="*/ 726095 w 811278"/>
                <a:gd name="connsiteY50" fmla="*/ 350714 h 1173064"/>
                <a:gd name="connsiteX51" fmla="*/ 723025 w 811278"/>
                <a:gd name="connsiteY51" fmla="*/ 345670 h 1173064"/>
                <a:gd name="connsiteX52" fmla="*/ 717324 w 811278"/>
                <a:gd name="connsiteY52" fmla="*/ 338215 h 1173064"/>
                <a:gd name="connsiteX53" fmla="*/ 715570 w 811278"/>
                <a:gd name="connsiteY53" fmla="*/ 330432 h 1173064"/>
                <a:gd name="connsiteX54" fmla="*/ 714693 w 811278"/>
                <a:gd name="connsiteY54" fmla="*/ 322319 h 1173064"/>
                <a:gd name="connsiteX55" fmla="*/ 713925 w 811278"/>
                <a:gd name="connsiteY55" fmla="*/ 321003 h 1173064"/>
                <a:gd name="connsiteX56" fmla="*/ 712281 w 811278"/>
                <a:gd name="connsiteY56" fmla="*/ 319688 h 1173064"/>
                <a:gd name="connsiteX57" fmla="*/ 710855 w 811278"/>
                <a:gd name="connsiteY57" fmla="*/ 317934 h 1173064"/>
                <a:gd name="connsiteX58" fmla="*/ 710636 w 811278"/>
                <a:gd name="connsiteY58" fmla="*/ 315412 h 1173064"/>
                <a:gd name="connsiteX59" fmla="*/ 711623 w 811278"/>
                <a:gd name="connsiteY59" fmla="*/ 313768 h 1173064"/>
                <a:gd name="connsiteX60" fmla="*/ 717324 w 811278"/>
                <a:gd name="connsiteY60" fmla="*/ 310698 h 1173064"/>
                <a:gd name="connsiteX61" fmla="*/ 709211 w 811278"/>
                <a:gd name="connsiteY61" fmla="*/ 307518 h 1173064"/>
                <a:gd name="connsiteX62" fmla="*/ 705264 w 811278"/>
                <a:gd name="connsiteY62" fmla="*/ 304778 h 1173064"/>
                <a:gd name="connsiteX63" fmla="*/ 702523 w 811278"/>
                <a:gd name="connsiteY63" fmla="*/ 300173 h 1173064"/>
                <a:gd name="connsiteX64" fmla="*/ 702414 w 811278"/>
                <a:gd name="connsiteY64" fmla="*/ 297761 h 1173064"/>
                <a:gd name="connsiteX65" fmla="*/ 702743 w 811278"/>
                <a:gd name="connsiteY65" fmla="*/ 292389 h 1173064"/>
                <a:gd name="connsiteX66" fmla="*/ 701866 w 811278"/>
                <a:gd name="connsiteY66" fmla="*/ 290197 h 1173064"/>
                <a:gd name="connsiteX67" fmla="*/ 699892 w 811278"/>
                <a:gd name="connsiteY67" fmla="*/ 288662 h 1173064"/>
                <a:gd name="connsiteX68" fmla="*/ 695288 w 811278"/>
                <a:gd name="connsiteY68" fmla="*/ 286469 h 1173064"/>
                <a:gd name="connsiteX69" fmla="*/ 692985 w 811278"/>
                <a:gd name="connsiteY69" fmla="*/ 284825 h 1173064"/>
                <a:gd name="connsiteX70" fmla="*/ 693314 w 811278"/>
                <a:gd name="connsiteY70" fmla="*/ 280987 h 1173064"/>
                <a:gd name="connsiteX71" fmla="*/ 686079 w 811278"/>
                <a:gd name="connsiteY71" fmla="*/ 271559 h 1173064"/>
                <a:gd name="connsiteX72" fmla="*/ 683557 w 811278"/>
                <a:gd name="connsiteY72" fmla="*/ 266516 h 1173064"/>
                <a:gd name="connsiteX73" fmla="*/ 678624 w 811278"/>
                <a:gd name="connsiteY73" fmla="*/ 244918 h 1173064"/>
                <a:gd name="connsiteX74" fmla="*/ 677527 w 811278"/>
                <a:gd name="connsiteY74" fmla="*/ 242726 h 1173064"/>
                <a:gd name="connsiteX75" fmla="*/ 676650 w 811278"/>
                <a:gd name="connsiteY75" fmla="*/ 241520 h 1173064"/>
                <a:gd name="connsiteX76" fmla="*/ 675664 w 811278"/>
                <a:gd name="connsiteY76" fmla="*/ 239218 h 1173064"/>
                <a:gd name="connsiteX77" fmla="*/ 674786 w 811278"/>
                <a:gd name="connsiteY77" fmla="*/ 238012 h 1173064"/>
                <a:gd name="connsiteX78" fmla="*/ 673471 w 811278"/>
                <a:gd name="connsiteY78" fmla="*/ 237354 h 1173064"/>
                <a:gd name="connsiteX79" fmla="*/ 670621 w 811278"/>
                <a:gd name="connsiteY79" fmla="*/ 237244 h 1173064"/>
                <a:gd name="connsiteX80" fmla="*/ 669415 w 811278"/>
                <a:gd name="connsiteY80" fmla="*/ 236477 h 1173064"/>
                <a:gd name="connsiteX81" fmla="*/ 668647 w 811278"/>
                <a:gd name="connsiteY81" fmla="*/ 234942 h 1173064"/>
                <a:gd name="connsiteX82" fmla="*/ 669963 w 811278"/>
                <a:gd name="connsiteY82" fmla="*/ 232091 h 1173064"/>
                <a:gd name="connsiteX83" fmla="*/ 669415 w 811278"/>
                <a:gd name="connsiteY83" fmla="*/ 230447 h 1173064"/>
                <a:gd name="connsiteX84" fmla="*/ 668318 w 811278"/>
                <a:gd name="connsiteY84" fmla="*/ 229680 h 1173064"/>
                <a:gd name="connsiteX85" fmla="*/ 665358 w 811278"/>
                <a:gd name="connsiteY85" fmla="*/ 228145 h 1173064"/>
                <a:gd name="connsiteX86" fmla="*/ 664810 w 811278"/>
                <a:gd name="connsiteY86" fmla="*/ 227377 h 1173064"/>
                <a:gd name="connsiteX87" fmla="*/ 663714 w 811278"/>
                <a:gd name="connsiteY87" fmla="*/ 223759 h 1173064"/>
                <a:gd name="connsiteX88" fmla="*/ 661302 w 811278"/>
                <a:gd name="connsiteY88" fmla="*/ 221348 h 1173064"/>
                <a:gd name="connsiteX89" fmla="*/ 659000 w 811278"/>
                <a:gd name="connsiteY89" fmla="*/ 219593 h 1173064"/>
                <a:gd name="connsiteX90" fmla="*/ 657903 w 811278"/>
                <a:gd name="connsiteY90" fmla="*/ 218168 h 1173064"/>
                <a:gd name="connsiteX91" fmla="*/ 657794 w 811278"/>
                <a:gd name="connsiteY91" fmla="*/ 215208 h 1173064"/>
                <a:gd name="connsiteX92" fmla="*/ 657465 w 811278"/>
                <a:gd name="connsiteY92" fmla="*/ 212796 h 1173064"/>
                <a:gd name="connsiteX93" fmla="*/ 656697 w 811278"/>
                <a:gd name="connsiteY93" fmla="*/ 210932 h 1173064"/>
                <a:gd name="connsiteX94" fmla="*/ 655272 w 811278"/>
                <a:gd name="connsiteY94" fmla="*/ 209617 h 1173064"/>
                <a:gd name="connsiteX95" fmla="*/ 657026 w 811278"/>
                <a:gd name="connsiteY95" fmla="*/ 204793 h 1173064"/>
                <a:gd name="connsiteX96" fmla="*/ 656259 w 811278"/>
                <a:gd name="connsiteY96" fmla="*/ 200079 h 1173064"/>
                <a:gd name="connsiteX97" fmla="*/ 652422 w 811278"/>
                <a:gd name="connsiteY97" fmla="*/ 191199 h 1173064"/>
                <a:gd name="connsiteX98" fmla="*/ 650667 w 811278"/>
                <a:gd name="connsiteY98" fmla="*/ 178262 h 1173064"/>
                <a:gd name="connsiteX99" fmla="*/ 649132 w 811278"/>
                <a:gd name="connsiteY99" fmla="*/ 175192 h 1173064"/>
                <a:gd name="connsiteX100" fmla="*/ 647269 w 811278"/>
                <a:gd name="connsiteY100" fmla="*/ 174425 h 1173064"/>
                <a:gd name="connsiteX101" fmla="*/ 644857 w 811278"/>
                <a:gd name="connsiteY101" fmla="*/ 174096 h 1173064"/>
                <a:gd name="connsiteX102" fmla="*/ 642555 w 811278"/>
                <a:gd name="connsiteY102" fmla="*/ 173548 h 1173064"/>
                <a:gd name="connsiteX103" fmla="*/ 641678 w 811278"/>
                <a:gd name="connsiteY103" fmla="*/ 172013 h 1173064"/>
                <a:gd name="connsiteX104" fmla="*/ 641130 w 811278"/>
                <a:gd name="connsiteY104" fmla="*/ 170807 h 1173064"/>
                <a:gd name="connsiteX105" fmla="*/ 630714 w 811278"/>
                <a:gd name="connsiteY105" fmla="*/ 162256 h 1173064"/>
                <a:gd name="connsiteX106" fmla="*/ 629180 w 811278"/>
                <a:gd name="connsiteY106" fmla="*/ 159186 h 1173064"/>
                <a:gd name="connsiteX107" fmla="*/ 630824 w 811278"/>
                <a:gd name="connsiteY107" fmla="*/ 154472 h 1173064"/>
                <a:gd name="connsiteX108" fmla="*/ 626658 w 811278"/>
                <a:gd name="connsiteY108" fmla="*/ 146688 h 1173064"/>
                <a:gd name="connsiteX109" fmla="*/ 624027 w 811278"/>
                <a:gd name="connsiteY109" fmla="*/ 143399 h 1173064"/>
                <a:gd name="connsiteX110" fmla="*/ 620080 w 811278"/>
                <a:gd name="connsiteY110" fmla="*/ 140439 h 1173064"/>
                <a:gd name="connsiteX111" fmla="*/ 610761 w 811278"/>
                <a:gd name="connsiteY111" fmla="*/ 136054 h 1173064"/>
                <a:gd name="connsiteX112" fmla="*/ 609117 w 811278"/>
                <a:gd name="connsiteY112" fmla="*/ 134738 h 1173064"/>
                <a:gd name="connsiteX113" fmla="*/ 605389 w 811278"/>
                <a:gd name="connsiteY113" fmla="*/ 129695 h 1173064"/>
                <a:gd name="connsiteX114" fmla="*/ 600675 w 811278"/>
                <a:gd name="connsiteY114" fmla="*/ 125529 h 1173064"/>
                <a:gd name="connsiteX115" fmla="*/ 586423 w 811278"/>
                <a:gd name="connsiteY115" fmla="*/ 118951 h 1173064"/>
                <a:gd name="connsiteX116" fmla="*/ 584230 w 811278"/>
                <a:gd name="connsiteY116" fmla="*/ 117635 h 1173064"/>
                <a:gd name="connsiteX117" fmla="*/ 582257 w 811278"/>
                <a:gd name="connsiteY117" fmla="*/ 115772 h 1173064"/>
                <a:gd name="connsiteX118" fmla="*/ 580722 w 811278"/>
                <a:gd name="connsiteY118" fmla="*/ 113689 h 1173064"/>
                <a:gd name="connsiteX119" fmla="*/ 579516 w 811278"/>
                <a:gd name="connsiteY119" fmla="*/ 111277 h 1173064"/>
                <a:gd name="connsiteX120" fmla="*/ 578749 w 811278"/>
                <a:gd name="connsiteY120" fmla="*/ 108207 h 1173064"/>
                <a:gd name="connsiteX121" fmla="*/ 578091 w 811278"/>
                <a:gd name="connsiteY121" fmla="*/ 101739 h 1173064"/>
                <a:gd name="connsiteX122" fmla="*/ 576446 w 811278"/>
                <a:gd name="connsiteY122" fmla="*/ 97902 h 1173064"/>
                <a:gd name="connsiteX123" fmla="*/ 570526 w 811278"/>
                <a:gd name="connsiteY123" fmla="*/ 95819 h 1173064"/>
                <a:gd name="connsiteX124" fmla="*/ 557370 w 811278"/>
                <a:gd name="connsiteY124" fmla="*/ 91653 h 1173064"/>
                <a:gd name="connsiteX125" fmla="*/ 551670 w 811278"/>
                <a:gd name="connsiteY125" fmla="*/ 88583 h 1173064"/>
                <a:gd name="connsiteX126" fmla="*/ 547942 w 811278"/>
                <a:gd name="connsiteY126" fmla="*/ 83869 h 1173064"/>
                <a:gd name="connsiteX127" fmla="*/ 546188 w 811278"/>
                <a:gd name="connsiteY127" fmla="*/ 82553 h 1173064"/>
                <a:gd name="connsiteX128" fmla="*/ 544105 w 811278"/>
                <a:gd name="connsiteY128" fmla="*/ 82005 h 1173064"/>
                <a:gd name="connsiteX129" fmla="*/ 541912 w 811278"/>
                <a:gd name="connsiteY129" fmla="*/ 81786 h 1173064"/>
                <a:gd name="connsiteX130" fmla="*/ 540049 w 811278"/>
                <a:gd name="connsiteY130" fmla="*/ 79703 h 1173064"/>
                <a:gd name="connsiteX131" fmla="*/ 539281 w 811278"/>
                <a:gd name="connsiteY131" fmla="*/ 76633 h 1173064"/>
                <a:gd name="connsiteX132" fmla="*/ 541035 w 811278"/>
                <a:gd name="connsiteY132" fmla="*/ 69945 h 1173064"/>
                <a:gd name="connsiteX133" fmla="*/ 540706 w 811278"/>
                <a:gd name="connsiteY133" fmla="*/ 64025 h 1173064"/>
                <a:gd name="connsiteX134" fmla="*/ 537856 w 811278"/>
                <a:gd name="connsiteY134" fmla="*/ 61284 h 1173064"/>
                <a:gd name="connsiteX135" fmla="*/ 532923 w 811278"/>
                <a:gd name="connsiteY135" fmla="*/ 61833 h 1173064"/>
                <a:gd name="connsiteX136" fmla="*/ 527989 w 811278"/>
                <a:gd name="connsiteY136" fmla="*/ 64573 h 1173064"/>
                <a:gd name="connsiteX137" fmla="*/ 524590 w 811278"/>
                <a:gd name="connsiteY137" fmla="*/ 67643 h 1173064"/>
                <a:gd name="connsiteX138" fmla="*/ 522398 w 811278"/>
                <a:gd name="connsiteY138" fmla="*/ 66876 h 1173064"/>
                <a:gd name="connsiteX139" fmla="*/ 522617 w 811278"/>
                <a:gd name="connsiteY139" fmla="*/ 63477 h 1173064"/>
                <a:gd name="connsiteX140" fmla="*/ 524262 w 811278"/>
                <a:gd name="connsiteY140" fmla="*/ 58763 h 1173064"/>
                <a:gd name="connsiteX141" fmla="*/ 524590 w 811278"/>
                <a:gd name="connsiteY141" fmla="*/ 55255 h 1173064"/>
                <a:gd name="connsiteX142" fmla="*/ 522836 w 811278"/>
                <a:gd name="connsiteY142" fmla="*/ 54049 h 1173064"/>
                <a:gd name="connsiteX143" fmla="*/ 517684 w 811278"/>
                <a:gd name="connsiteY143" fmla="*/ 54158 h 1173064"/>
                <a:gd name="connsiteX144" fmla="*/ 515162 w 811278"/>
                <a:gd name="connsiteY144" fmla="*/ 52843 h 1173064"/>
                <a:gd name="connsiteX145" fmla="*/ 513408 w 811278"/>
                <a:gd name="connsiteY145" fmla="*/ 51198 h 1173064"/>
                <a:gd name="connsiteX146" fmla="*/ 512092 w 811278"/>
                <a:gd name="connsiteY146" fmla="*/ 49115 h 1173064"/>
                <a:gd name="connsiteX147" fmla="*/ 509680 w 811278"/>
                <a:gd name="connsiteY147" fmla="*/ 43634 h 1173064"/>
                <a:gd name="connsiteX148" fmla="*/ 508365 w 811278"/>
                <a:gd name="connsiteY148" fmla="*/ 39687 h 1173064"/>
                <a:gd name="connsiteX149" fmla="*/ 505185 w 811278"/>
                <a:gd name="connsiteY149" fmla="*/ 34644 h 1173064"/>
                <a:gd name="connsiteX150" fmla="*/ 503760 w 811278"/>
                <a:gd name="connsiteY150" fmla="*/ 31903 h 1173064"/>
                <a:gd name="connsiteX151" fmla="*/ 503212 w 811278"/>
                <a:gd name="connsiteY151" fmla="*/ 28943 h 1173064"/>
                <a:gd name="connsiteX152" fmla="*/ 504089 w 811278"/>
                <a:gd name="connsiteY152" fmla="*/ 26092 h 1173064"/>
                <a:gd name="connsiteX153" fmla="*/ 502335 w 811278"/>
                <a:gd name="connsiteY153" fmla="*/ 26970 h 1173064"/>
                <a:gd name="connsiteX154" fmla="*/ 500362 w 811278"/>
                <a:gd name="connsiteY154" fmla="*/ 27737 h 1173064"/>
                <a:gd name="connsiteX155" fmla="*/ 498169 w 811278"/>
                <a:gd name="connsiteY155" fmla="*/ 27956 h 1173064"/>
                <a:gd name="connsiteX156" fmla="*/ 495976 w 811278"/>
                <a:gd name="connsiteY156" fmla="*/ 27737 h 1173064"/>
                <a:gd name="connsiteX157" fmla="*/ 494113 w 811278"/>
                <a:gd name="connsiteY157" fmla="*/ 26641 h 1173064"/>
                <a:gd name="connsiteX158" fmla="*/ 492797 w 811278"/>
                <a:gd name="connsiteY158" fmla="*/ 23790 h 1173064"/>
                <a:gd name="connsiteX159" fmla="*/ 491152 w 811278"/>
                <a:gd name="connsiteY159" fmla="*/ 23132 h 1173064"/>
                <a:gd name="connsiteX160" fmla="*/ 487315 w 811278"/>
                <a:gd name="connsiteY160" fmla="*/ 24448 h 1173064"/>
                <a:gd name="connsiteX161" fmla="*/ 484246 w 811278"/>
                <a:gd name="connsiteY161" fmla="*/ 27079 h 1173064"/>
                <a:gd name="connsiteX162" fmla="*/ 481066 w 811278"/>
                <a:gd name="connsiteY162" fmla="*/ 28943 h 1173064"/>
                <a:gd name="connsiteX163" fmla="*/ 476900 w 811278"/>
                <a:gd name="connsiteY163" fmla="*/ 27737 h 1173064"/>
                <a:gd name="connsiteX164" fmla="*/ 477558 w 811278"/>
                <a:gd name="connsiteY164" fmla="*/ 25983 h 1173064"/>
                <a:gd name="connsiteX165" fmla="*/ 479312 w 811278"/>
                <a:gd name="connsiteY165" fmla="*/ 22036 h 1173064"/>
                <a:gd name="connsiteX166" fmla="*/ 479751 w 811278"/>
                <a:gd name="connsiteY166" fmla="*/ 20940 h 1173064"/>
                <a:gd name="connsiteX167" fmla="*/ 479093 w 811278"/>
                <a:gd name="connsiteY167" fmla="*/ 18747 h 1173064"/>
                <a:gd name="connsiteX168" fmla="*/ 477668 w 811278"/>
                <a:gd name="connsiteY168" fmla="*/ 17212 h 1173064"/>
                <a:gd name="connsiteX169" fmla="*/ 476243 w 811278"/>
                <a:gd name="connsiteY169" fmla="*/ 16664 h 1173064"/>
                <a:gd name="connsiteX170" fmla="*/ 475585 w 811278"/>
                <a:gd name="connsiteY170" fmla="*/ 17651 h 1173064"/>
                <a:gd name="connsiteX171" fmla="*/ 474708 w 811278"/>
                <a:gd name="connsiteY171" fmla="*/ 21926 h 1173064"/>
                <a:gd name="connsiteX172" fmla="*/ 472625 w 811278"/>
                <a:gd name="connsiteY172" fmla="*/ 24338 h 1173064"/>
                <a:gd name="connsiteX173" fmla="*/ 469555 w 811278"/>
                <a:gd name="connsiteY173" fmla="*/ 25435 h 1173064"/>
                <a:gd name="connsiteX174" fmla="*/ 459359 w 811278"/>
                <a:gd name="connsiteY174" fmla="*/ 26750 h 1173064"/>
                <a:gd name="connsiteX175" fmla="*/ 427347 w 811278"/>
                <a:gd name="connsiteY175" fmla="*/ 22146 h 1173064"/>
                <a:gd name="connsiteX176" fmla="*/ 425702 w 811278"/>
                <a:gd name="connsiteY176" fmla="*/ 20940 h 1173064"/>
                <a:gd name="connsiteX177" fmla="*/ 425044 w 811278"/>
                <a:gd name="connsiteY177" fmla="*/ 18528 h 1173064"/>
                <a:gd name="connsiteX178" fmla="*/ 423729 w 811278"/>
                <a:gd name="connsiteY178" fmla="*/ 18528 h 1173064"/>
                <a:gd name="connsiteX179" fmla="*/ 421536 w 811278"/>
                <a:gd name="connsiteY179" fmla="*/ 20063 h 1173064"/>
                <a:gd name="connsiteX180" fmla="*/ 414958 w 811278"/>
                <a:gd name="connsiteY180" fmla="*/ 20063 h 1173064"/>
                <a:gd name="connsiteX181" fmla="*/ 411011 w 811278"/>
                <a:gd name="connsiteY181" fmla="*/ 18747 h 1173064"/>
                <a:gd name="connsiteX182" fmla="*/ 409038 w 811278"/>
                <a:gd name="connsiteY182" fmla="*/ 18418 h 1173064"/>
                <a:gd name="connsiteX183" fmla="*/ 407503 w 811278"/>
                <a:gd name="connsiteY183" fmla="*/ 19295 h 1173064"/>
                <a:gd name="connsiteX184" fmla="*/ 406078 w 811278"/>
                <a:gd name="connsiteY184" fmla="*/ 20501 h 1173064"/>
                <a:gd name="connsiteX185" fmla="*/ 404434 w 811278"/>
                <a:gd name="connsiteY185" fmla="*/ 21269 h 1173064"/>
                <a:gd name="connsiteX186" fmla="*/ 402570 w 811278"/>
                <a:gd name="connsiteY186" fmla="*/ 21598 h 1173064"/>
                <a:gd name="connsiteX187" fmla="*/ 400706 w 811278"/>
                <a:gd name="connsiteY187" fmla="*/ 21707 h 1173064"/>
                <a:gd name="connsiteX188" fmla="*/ 398184 w 811278"/>
                <a:gd name="connsiteY188" fmla="*/ 20392 h 1173064"/>
                <a:gd name="connsiteX189" fmla="*/ 395334 w 811278"/>
                <a:gd name="connsiteY189" fmla="*/ 18089 h 1173064"/>
                <a:gd name="connsiteX190" fmla="*/ 392374 w 811278"/>
                <a:gd name="connsiteY190" fmla="*/ 17103 h 1173064"/>
                <a:gd name="connsiteX191" fmla="*/ 389195 w 811278"/>
                <a:gd name="connsiteY191" fmla="*/ 20063 h 1173064"/>
                <a:gd name="connsiteX192" fmla="*/ 383932 w 811278"/>
                <a:gd name="connsiteY192" fmla="*/ 18747 h 1173064"/>
                <a:gd name="connsiteX193" fmla="*/ 365295 w 811278"/>
                <a:gd name="connsiteY193" fmla="*/ 20720 h 1173064"/>
                <a:gd name="connsiteX194" fmla="*/ 358169 w 811278"/>
                <a:gd name="connsiteY194" fmla="*/ 17651 h 1173064"/>
                <a:gd name="connsiteX195" fmla="*/ 355866 w 811278"/>
                <a:gd name="connsiteY195" fmla="*/ 15677 h 1173064"/>
                <a:gd name="connsiteX196" fmla="*/ 346767 w 811278"/>
                <a:gd name="connsiteY196" fmla="*/ 10854 h 1173064"/>
                <a:gd name="connsiteX197" fmla="*/ 339641 w 811278"/>
                <a:gd name="connsiteY197" fmla="*/ 10086 h 1173064"/>
                <a:gd name="connsiteX198" fmla="*/ 336900 w 811278"/>
                <a:gd name="connsiteY198" fmla="*/ 8771 h 1173064"/>
                <a:gd name="connsiteX199" fmla="*/ 335913 w 811278"/>
                <a:gd name="connsiteY199" fmla="*/ 4605 h 1173064"/>
                <a:gd name="connsiteX200" fmla="*/ 332405 w 811278"/>
                <a:gd name="connsiteY200" fmla="*/ 5482 h 1173064"/>
                <a:gd name="connsiteX201" fmla="*/ 329883 w 811278"/>
                <a:gd name="connsiteY201" fmla="*/ 3618 h 1173064"/>
                <a:gd name="connsiteX202" fmla="*/ 327362 w 811278"/>
                <a:gd name="connsiteY202" fmla="*/ 987 h 1173064"/>
                <a:gd name="connsiteX203" fmla="*/ 323634 w 811278"/>
                <a:gd name="connsiteY203" fmla="*/ 0 h 1173064"/>
                <a:gd name="connsiteX204" fmla="*/ 321771 w 811278"/>
                <a:gd name="connsiteY204" fmla="*/ 1096 h 1173064"/>
                <a:gd name="connsiteX205" fmla="*/ 319907 w 811278"/>
                <a:gd name="connsiteY205" fmla="*/ 5262 h 1173064"/>
                <a:gd name="connsiteX206" fmla="*/ 317714 w 811278"/>
                <a:gd name="connsiteY206" fmla="*/ 6139 h 1173064"/>
                <a:gd name="connsiteX207" fmla="*/ 315302 w 811278"/>
                <a:gd name="connsiteY207" fmla="*/ 6688 h 1173064"/>
                <a:gd name="connsiteX208" fmla="*/ 313767 w 811278"/>
                <a:gd name="connsiteY208" fmla="*/ 8222 h 1173064"/>
                <a:gd name="connsiteX209" fmla="*/ 313000 w 811278"/>
                <a:gd name="connsiteY209" fmla="*/ 10415 h 1173064"/>
                <a:gd name="connsiteX210" fmla="*/ 312671 w 811278"/>
                <a:gd name="connsiteY210" fmla="*/ 16335 h 1173064"/>
                <a:gd name="connsiteX211" fmla="*/ 312013 w 811278"/>
                <a:gd name="connsiteY211" fmla="*/ 18637 h 1173064"/>
                <a:gd name="connsiteX212" fmla="*/ 307189 w 811278"/>
                <a:gd name="connsiteY212" fmla="*/ 25544 h 1173064"/>
                <a:gd name="connsiteX213" fmla="*/ 306861 w 811278"/>
                <a:gd name="connsiteY213" fmla="*/ 26312 h 1173064"/>
                <a:gd name="connsiteX214" fmla="*/ 285373 w 811278"/>
                <a:gd name="connsiteY214" fmla="*/ 24667 h 1173064"/>
                <a:gd name="connsiteX215" fmla="*/ 283838 w 811278"/>
                <a:gd name="connsiteY215" fmla="*/ 25215 h 1173064"/>
                <a:gd name="connsiteX216" fmla="*/ 282193 w 811278"/>
                <a:gd name="connsiteY216" fmla="*/ 28066 h 1173064"/>
                <a:gd name="connsiteX217" fmla="*/ 280110 w 811278"/>
                <a:gd name="connsiteY217" fmla="*/ 29710 h 1173064"/>
                <a:gd name="connsiteX218" fmla="*/ 279781 w 811278"/>
                <a:gd name="connsiteY218" fmla="*/ 30259 h 1173064"/>
                <a:gd name="connsiteX219" fmla="*/ 279124 w 811278"/>
                <a:gd name="connsiteY219" fmla="*/ 30697 h 1173064"/>
                <a:gd name="connsiteX220" fmla="*/ 277918 w 811278"/>
                <a:gd name="connsiteY220" fmla="*/ 31026 h 1173064"/>
                <a:gd name="connsiteX221" fmla="*/ 276821 w 811278"/>
                <a:gd name="connsiteY221" fmla="*/ 30478 h 1173064"/>
                <a:gd name="connsiteX222" fmla="*/ 275945 w 811278"/>
                <a:gd name="connsiteY222" fmla="*/ 28175 h 1173064"/>
                <a:gd name="connsiteX223" fmla="*/ 275177 w 811278"/>
                <a:gd name="connsiteY223" fmla="*/ 27737 h 1173064"/>
                <a:gd name="connsiteX224" fmla="*/ 271559 w 811278"/>
                <a:gd name="connsiteY224" fmla="*/ 29162 h 1173064"/>
                <a:gd name="connsiteX225" fmla="*/ 264433 w 811278"/>
                <a:gd name="connsiteY225" fmla="*/ 33109 h 1173064"/>
                <a:gd name="connsiteX226" fmla="*/ 261034 w 811278"/>
                <a:gd name="connsiteY226" fmla="*/ 33986 h 1173064"/>
                <a:gd name="connsiteX227" fmla="*/ 253689 w 811278"/>
                <a:gd name="connsiteY227" fmla="*/ 33767 h 1173064"/>
                <a:gd name="connsiteX228" fmla="*/ 252154 w 811278"/>
                <a:gd name="connsiteY228" fmla="*/ 33986 h 1173064"/>
                <a:gd name="connsiteX229" fmla="*/ 250729 w 811278"/>
                <a:gd name="connsiteY229" fmla="*/ 35521 h 1173064"/>
                <a:gd name="connsiteX230" fmla="*/ 250181 w 811278"/>
                <a:gd name="connsiteY230" fmla="*/ 37165 h 1173064"/>
                <a:gd name="connsiteX231" fmla="*/ 249961 w 811278"/>
                <a:gd name="connsiteY231" fmla="*/ 39139 h 1173064"/>
                <a:gd name="connsiteX232" fmla="*/ 249413 w 811278"/>
                <a:gd name="connsiteY232" fmla="*/ 41660 h 1173064"/>
                <a:gd name="connsiteX233" fmla="*/ 243713 w 811278"/>
                <a:gd name="connsiteY233" fmla="*/ 51856 h 1173064"/>
                <a:gd name="connsiteX234" fmla="*/ 242726 w 811278"/>
                <a:gd name="connsiteY234" fmla="*/ 54926 h 1173064"/>
                <a:gd name="connsiteX235" fmla="*/ 241958 w 811278"/>
                <a:gd name="connsiteY235" fmla="*/ 55255 h 1173064"/>
                <a:gd name="connsiteX236" fmla="*/ 238779 w 811278"/>
                <a:gd name="connsiteY236" fmla="*/ 61284 h 1173064"/>
                <a:gd name="connsiteX237" fmla="*/ 238779 w 811278"/>
                <a:gd name="connsiteY237" fmla="*/ 61833 h 1173064"/>
                <a:gd name="connsiteX238" fmla="*/ 236806 w 811278"/>
                <a:gd name="connsiteY238" fmla="*/ 65560 h 1173064"/>
                <a:gd name="connsiteX239" fmla="*/ 235600 w 811278"/>
                <a:gd name="connsiteY239" fmla="*/ 66985 h 1173064"/>
                <a:gd name="connsiteX240" fmla="*/ 233188 w 811278"/>
                <a:gd name="connsiteY240" fmla="*/ 68082 h 1173064"/>
                <a:gd name="connsiteX241" fmla="*/ 234284 w 811278"/>
                <a:gd name="connsiteY241" fmla="*/ 70932 h 1173064"/>
                <a:gd name="connsiteX242" fmla="*/ 233845 w 811278"/>
                <a:gd name="connsiteY242" fmla="*/ 71809 h 1173064"/>
                <a:gd name="connsiteX243" fmla="*/ 231982 w 811278"/>
                <a:gd name="connsiteY243" fmla="*/ 72686 h 1173064"/>
                <a:gd name="connsiteX244" fmla="*/ 232969 w 811278"/>
                <a:gd name="connsiteY244" fmla="*/ 75756 h 1173064"/>
                <a:gd name="connsiteX245" fmla="*/ 231872 w 811278"/>
                <a:gd name="connsiteY245" fmla="*/ 77510 h 1173064"/>
                <a:gd name="connsiteX246" fmla="*/ 230118 w 811278"/>
                <a:gd name="connsiteY246" fmla="*/ 78935 h 1173064"/>
                <a:gd name="connsiteX247" fmla="*/ 223869 w 811278"/>
                <a:gd name="connsiteY247" fmla="*/ 95599 h 1173064"/>
                <a:gd name="connsiteX248" fmla="*/ 222553 w 811278"/>
                <a:gd name="connsiteY248" fmla="*/ 97573 h 1173064"/>
                <a:gd name="connsiteX249" fmla="*/ 221567 w 811278"/>
                <a:gd name="connsiteY249" fmla="*/ 99765 h 1173064"/>
                <a:gd name="connsiteX250" fmla="*/ 221128 w 811278"/>
                <a:gd name="connsiteY250" fmla="*/ 102835 h 1173064"/>
                <a:gd name="connsiteX251" fmla="*/ 221567 w 811278"/>
                <a:gd name="connsiteY251" fmla="*/ 105357 h 1173064"/>
                <a:gd name="connsiteX252" fmla="*/ 222334 w 811278"/>
                <a:gd name="connsiteY252" fmla="*/ 107878 h 1173064"/>
                <a:gd name="connsiteX253" fmla="*/ 222334 w 811278"/>
                <a:gd name="connsiteY253" fmla="*/ 110509 h 1173064"/>
                <a:gd name="connsiteX254" fmla="*/ 220471 w 811278"/>
                <a:gd name="connsiteY254" fmla="*/ 113579 h 1173064"/>
                <a:gd name="connsiteX255" fmla="*/ 220251 w 811278"/>
                <a:gd name="connsiteY255" fmla="*/ 114895 h 1173064"/>
                <a:gd name="connsiteX256" fmla="*/ 221786 w 811278"/>
                <a:gd name="connsiteY256" fmla="*/ 118074 h 1173064"/>
                <a:gd name="connsiteX257" fmla="*/ 221786 w 811278"/>
                <a:gd name="connsiteY257" fmla="*/ 118951 h 1173064"/>
                <a:gd name="connsiteX258" fmla="*/ 220032 w 811278"/>
                <a:gd name="connsiteY258" fmla="*/ 120047 h 1173064"/>
                <a:gd name="connsiteX259" fmla="*/ 218607 w 811278"/>
                <a:gd name="connsiteY259" fmla="*/ 120157 h 1173064"/>
                <a:gd name="connsiteX260" fmla="*/ 217401 w 811278"/>
                <a:gd name="connsiteY260" fmla="*/ 120157 h 1173064"/>
                <a:gd name="connsiteX261" fmla="*/ 216414 w 811278"/>
                <a:gd name="connsiteY261" fmla="*/ 120486 h 1173064"/>
                <a:gd name="connsiteX262" fmla="*/ 214112 w 811278"/>
                <a:gd name="connsiteY262" fmla="*/ 122459 h 1173064"/>
                <a:gd name="connsiteX263" fmla="*/ 212906 w 811278"/>
                <a:gd name="connsiteY263" fmla="*/ 124104 h 1173064"/>
                <a:gd name="connsiteX264" fmla="*/ 212467 w 811278"/>
                <a:gd name="connsiteY264" fmla="*/ 126406 h 1173064"/>
                <a:gd name="connsiteX265" fmla="*/ 212358 w 811278"/>
                <a:gd name="connsiteY265" fmla="*/ 130572 h 1173064"/>
                <a:gd name="connsiteX266" fmla="*/ 209617 w 811278"/>
                <a:gd name="connsiteY266" fmla="*/ 139233 h 1173064"/>
                <a:gd name="connsiteX267" fmla="*/ 209617 w 811278"/>
                <a:gd name="connsiteY267" fmla="*/ 141974 h 1173064"/>
                <a:gd name="connsiteX268" fmla="*/ 211042 w 811278"/>
                <a:gd name="connsiteY268" fmla="*/ 144166 h 1173064"/>
                <a:gd name="connsiteX269" fmla="*/ 215866 w 811278"/>
                <a:gd name="connsiteY269" fmla="*/ 147346 h 1173064"/>
                <a:gd name="connsiteX270" fmla="*/ 217620 w 811278"/>
                <a:gd name="connsiteY270" fmla="*/ 149867 h 1173064"/>
                <a:gd name="connsiteX271" fmla="*/ 215427 w 811278"/>
                <a:gd name="connsiteY271" fmla="*/ 150854 h 1173064"/>
                <a:gd name="connsiteX272" fmla="*/ 210165 w 811278"/>
                <a:gd name="connsiteY272" fmla="*/ 151841 h 1173064"/>
                <a:gd name="connsiteX273" fmla="*/ 201175 w 811278"/>
                <a:gd name="connsiteY273" fmla="*/ 158528 h 1173064"/>
                <a:gd name="connsiteX274" fmla="*/ 200189 w 811278"/>
                <a:gd name="connsiteY274" fmla="*/ 160392 h 1173064"/>
                <a:gd name="connsiteX275" fmla="*/ 195803 w 811278"/>
                <a:gd name="connsiteY275" fmla="*/ 157980 h 1173064"/>
                <a:gd name="connsiteX276" fmla="*/ 192076 w 811278"/>
                <a:gd name="connsiteY276" fmla="*/ 161488 h 1173064"/>
                <a:gd name="connsiteX277" fmla="*/ 186704 w 811278"/>
                <a:gd name="connsiteY277" fmla="*/ 172780 h 1173064"/>
                <a:gd name="connsiteX278" fmla="*/ 185059 w 811278"/>
                <a:gd name="connsiteY278" fmla="*/ 175192 h 1173064"/>
                <a:gd name="connsiteX279" fmla="*/ 183415 w 811278"/>
                <a:gd name="connsiteY279" fmla="*/ 176508 h 1173064"/>
                <a:gd name="connsiteX280" fmla="*/ 175521 w 811278"/>
                <a:gd name="connsiteY280" fmla="*/ 180784 h 1173064"/>
                <a:gd name="connsiteX281" fmla="*/ 173877 w 811278"/>
                <a:gd name="connsiteY281" fmla="*/ 182099 h 1173064"/>
                <a:gd name="connsiteX282" fmla="*/ 173000 w 811278"/>
                <a:gd name="connsiteY282" fmla="*/ 184292 h 1173064"/>
                <a:gd name="connsiteX283" fmla="*/ 171794 w 811278"/>
                <a:gd name="connsiteY283" fmla="*/ 188239 h 1173064"/>
                <a:gd name="connsiteX284" fmla="*/ 171026 w 811278"/>
                <a:gd name="connsiteY284" fmla="*/ 187690 h 1173064"/>
                <a:gd name="connsiteX285" fmla="*/ 169162 w 811278"/>
                <a:gd name="connsiteY285" fmla="*/ 188239 h 1173064"/>
                <a:gd name="connsiteX286" fmla="*/ 168286 w 811278"/>
                <a:gd name="connsiteY286" fmla="*/ 196022 h 1173064"/>
                <a:gd name="connsiteX287" fmla="*/ 165655 w 811278"/>
                <a:gd name="connsiteY287" fmla="*/ 202052 h 1173064"/>
                <a:gd name="connsiteX288" fmla="*/ 160611 w 811278"/>
                <a:gd name="connsiteY288" fmla="*/ 204574 h 1173064"/>
                <a:gd name="connsiteX289" fmla="*/ 152937 w 811278"/>
                <a:gd name="connsiteY289" fmla="*/ 203477 h 1173064"/>
                <a:gd name="connsiteX290" fmla="*/ 142193 w 811278"/>
                <a:gd name="connsiteY290" fmla="*/ 200517 h 1173064"/>
                <a:gd name="connsiteX291" fmla="*/ 130353 w 811278"/>
                <a:gd name="connsiteY291" fmla="*/ 200737 h 1173064"/>
                <a:gd name="connsiteX292" fmla="*/ 127502 w 811278"/>
                <a:gd name="connsiteY292" fmla="*/ 198983 h 1173064"/>
                <a:gd name="connsiteX293" fmla="*/ 128489 w 811278"/>
                <a:gd name="connsiteY293" fmla="*/ 195365 h 1173064"/>
                <a:gd name="connsiteX294" fmla="*/ 128160 w 811278"/>
                <a:gd name="connsiteY294" fmla="*/ 195694 h 1173064"/>
                <a:gd name="connsiteX295" fmla="*/ 128160 w 811278"/>
                <a:gd name="connsiteY295" fmla="*/ 195694 h 1173064"/>
                <a:gd name="connsiteX296" fmla="*/ 112483 w 811278"/>
                <a:gd name="connsiteY296" fmla="*/ 227377 h 1173064"/>
                <a:gd name="connsiteX297" fmla="*/ 96257 w 811278"/>
                <a:gd name="connsiteY297" fmla="*/ 258513 h 1173064"/>
                <a:gd name="connsiteX298" fmla="*/ 79922 w 811278"/>
                <a:gd name="connsiteY298" fmla="*/ 289648 h 1173064"/>
                <a:gd name="connsiteX299" fmla="*/ 63806 w 811278"/>
                <a:gd name="connsiteY299" fmla="*/ 320784 h 1173064"/>
                <a:gd name="connsiteX300" fmla="*/ 57776 w 811278"/>
                <a:gd name="connsiteY300" fmla="*/ 332624 h 1173064"/>
                <a:gd name="connsiteX301" fmla="*/ 51746 w 811278"/>
                <a:gd name="connsiteY301" fmla="*/ 344355 h 1173064"/>
                <a:gd name="connsiteX302" fmla="*/ 45826 w 811278"/>
                <a:gd name="connsiteY302" fmla="*/ 356195 h 1173064"/>
                <a:gd name="connsiteX303" fmla="*/ 39797 w 811278"/>
                <a:gd name="connsiteY303" fmla="*/ 367926 h 1173064"/>
                <a:gd name="connsiteX304" fmla="*/ 31574 w 811278"/>
                <a:gd name="connsiteY304" fmla="*/ 383823 h 1173064"/>
                <a:gd name="connsiteX305" fmla="*/ 23352 w 811278"/>
                <a:gd name="connsiteY305" fmla="*/ 399610 h 1173064"/>
                <a:gd name="connsiteX306" fmla="*/ 14910 w 811278"/>
                <a:gd name="connsiteY306" fmla="*/ 415397 h 1173064"/>
                <a:gd name="connsiteX307" fmla="*/ 6359 w 811278"/>
                <a:gd name="connsiteY307" fmla="*/ 430964 h 1173064"/>
                <a:gd name="connsiteX308" fmla="*/ 0 w 811278"/>
                <a:gd name="connsiteY308" fmla="*/ 442257 h 1173064"/>
                <a:gd name="connsiteX309" fmla="*/ 1644 w 811278"/>
                <a:gd name="connsiteY309" fmla="*/ 449273 h 1173064"/>
                <a:gd name="connsiteX310" fmla="*/ 2741 w 811278"/>
                <a:gd name="connsiteY310" fmla="*/ 454206 h 1173064"/>
                <a:gd name="connsiteX311" fmla="*/ 3837 w 811278"/>
                <a:gd name="connsiteY311" fmla="*/ 459030 h 1173064"/>
                <a:gd name="connsiteX312" fmla="*/ 4934 w 811278"/>
                <a:gd name="connsiteY312" fmla="*/ 463964 h 1173064"/>
                <a:gd name="connsiteX313" fmla="*/ 7236 w 811278"/>
                <a:gd name="connsiteY313" fmla="*/ 474050 h 1173064"/>
                <a:gd name="connsiteX314" fmla="*/ 9429 w 811278"/>
                <a:gd name="connsiteY314" fmla="*/ 484026 h 1173064"/>
                <a:gd name="connsiteX315" fmla="*/ 11731 w 811278"/>
                <a:gd name="connsiteY315" fmla="*/ 494003 h 1173064"/>
                <a:gd name="connsiteX316" fmla="*/ 14033 w 811278"/>
                <a:gd name="connsiteY316" fmla="*/ 504089 h 1173064"/>
                <a:gd name="connsiteX317" fmla="*/ 24229 w 811278"/>
                <a:gd name="connsiteY317" fmla="*/ 546626 h 1173064"/>
                <a:gd name="connsiteX318" fmla="*/ 34425 w 811278"/>
                <a:gd name="connsiteY318" fmla="*/ 589164 h 1173064"/>
                <a:gd name="connsiteX319" fmla="*/ 44620 w 811278"/>
                <a:gd name="connsiteY319" fmla="*/ 631701 h 1173064"/>
                <a:gd name="connsiteX320" fmla="*/ 54706 w 811278"/>
                <a:gd name="connsiteY320" fmla="*/ 674019 h 1173064"/>
                <a:gd name="connsiteX321" fmla="*/ 57557 w 811278"/>
                <a:gd name="connsiteY321" fmla="*/ 686407 h 1173064"/>
                <a:gd name="connsiteX322" fmla="*/ 60407 w 811278"/>
                <a:gd name="connsiteY322" fmla="*/ 698796 h 1173064"/>
                <a:gd name="connsiteX323" fmla="*/ 63367 w 811278"/>
                <a:gd name="connsiteY323" fmla="*/ 711075 h 1173064"/>
                <a:gd name="connsiteX324" fmla="*/ 66218 w 811278"/>
                <a:gd name="connsiteY324" fmla="*/ 723463 h 1173064"/>
                <a:gd name="connsiteX325" fmla="*/ 68630 w 811278"/>
                <a:gd name="connsiteY325" fmla="*/ 725656 h 1173064"/>
                <a:gd name="connsiteX326" fmla="*/ 71042 w 811278"/>
                <a:gd name="connsiteY326" fmla="*/ 727739 h 1173064"/>
                <a:gd name="connsiteX327" fmla="*/ 73454 w 811278"/>
                <a:gd name="connsiteY327" fmla="*/ 729932 h 1173064"/>
                <a:gd name="connsiteX328" fmla="*/ 75866 w 811278"/>
                <a:gd name="connsiteY328" fmla="*/ 732015 h 1173064"/>
                <a:gd name="connsiteX329" fmla="*/ 83759 w 811278"/>
                <a:gd name="connsiteY329" fmla="*/ 738812 h 1173064"/>
                <a:gd name="connsiteX330" fmla="*/ 91653 w 811278"/>
                <a:gd name="connsiteY330" fmla="*/ 745609 h 1173064"/>
                <a:gd name="connsiteX331" fmla="*/ 99546 w 811278"/>
                <a:gd name="connsiteY331" fmla="*/ 752516 h 1173064"/>
                <a:gd name="connsiteX332" fmla="*/ 107220 w 811278"/>
                <a:gd name="connsiteY332" fmla="*/ 759532 h 1173064"/>
                <a:gd name="connsiteX333" fmla="*/ 115772 w 811278"/>
                <a:gd name="connsiteY333" fmla="*/ 766549 h 1173064"/>
                <a:gd name="connsiteX334" fmla="*/ 125638 w 811278"/>
                <a:gd name="connsiteY334" fmla="*/ 774990 h 1173064"/>
                <a:gd name="connsiteX335" fmla="*/ 133642 w 811278"/>
                <a:gd name="connsiteY335" fmla="*/ 784857 h 1173064"/>
                <a:gd name="connsiteX336" fmla="*/ 136711 w 811278"/>
                <a:gd name="connsiteY336" fmla="*/ 795930 h 1173064"/>
                <a:gd name="connsiteX337" fmla="*/ 134409 w 811278"/>
                <a:gd name="connsiteY337" fmla="*/ 807003 h 1173064"/>
                <a:gd name="connsiteX338" fmla="*/ 129805 w 811278"/>
                <a:gd name="connsiteY338" fmla="*/ 816870 h 1173064"/>
                <a:gd name="connsiteX339" fmla="*/ 124981 w 811278"/>
                <a:gd name="connsiteY339" fmla="*/ 826627 h 1173064"/>
                <a:gd name="connsiteX340" fmla="*/ 121802 w 811278"/>
                <a:gd name="connsiteY340" fmla="*/ 837261 h 1173064"/>
                <a:gd name="connsiteX341" fmla="*/ 120924 w 811278"/>
                <a:gd name="connsiteY341" fmla="*/ 848225 h 1173064"/>
                <a:gd name="connsiteX342" fmla="*/ 121363 w 811278"/>
                <a:gd name="connsiteY342" fmla="*/ 859517 h 1173064"/>
                <a:gd name="connsiteX343" fmla="*/ 122459 w 811278"/>
                <a:gd name="connsiteY343" fmla="*/ 870919 h 1173064"/>
                <a:gd name="connsiteX344" fmla="*/ 123665 w 811278"/>
                <a:gd name="connsiteY344" fmla="*/ 881882 h 1173064"/>
                <a:gd name="connsiteX345" fmla="*/ 124542 w 811278"/>
                <a:gd name="connsiteY345" fmla="*/ 888131 h 1173064"/>
                <a:gd name="connsiteX346" fmla="*/ 125200 w 811278"/>
                <a:gd name="connsiteY346" fmla="*/ 894380 h 1173064"/>
                <a:gd name="connsiteX347" fmla="*/ 125748 w 811278"/>
                <a:gd name="connsiteY347" fmla="*/ 900739 h 1173064"/>
                <a:gd name="connsiteX348" fmla="*/ 126187 w 811278"/>
                <a:gd name="connsiteY348" fmla="*/ 907097 h 1173064"/>
                <a:gd name="connsiteX349" fmla="*/ 126187 w 811278"/>
                <a:gd name="connsiteY349" fmla="*/ 908193 h 1173064"/>
                <a:gd name="connsiteX350" fmla="*/ 126296 w 811278"/>
                <a:gd name="connsiteY350" fmla="*/ 909290 h 1173064"/>
                <a:gd name="connsiteX351" fmla="*/ 126296 w 811278"/>
                <a:gd name="connsiteY351" fmla="*/ 910496 h 1173064"/>
                <a:gd name="connsiteX352" fmla="*/ 126406 w 811278"/>
                <a:gd name="connsiteY352" fmla="*/ 911592 h 1173064"/>
                <a:gd name="connsiteX353" fmla="*/ 126845 w 811278"/>
                <a:gd name="connsiteY353" fmla="*/ 916855 h 1173064"/>
                <a:gd name="connsiteX354" fmla="*/ 127283 w 811278"/>
                <a:gd name="connsiteY354" fmla="*/ 923652 h 1173064"/>
                <a:gd name="connsiteX355" fmla="*/ 126735 w 811278"/>
                <a:gd name="connsiteY355" fmla="*/ 929901 h 1173064"/>
                <a:gd name="connsiteX356" fmla="*/ 124213 w 811278"/>
                <a:gd name="connsiteY356" fmla="*/ 933190 h 1173064"/>
                <a:gd name="connsiteX357" fmla="*/ 120705 w 811278"/>
                <a:gd name="connsiteY357" fmla="*/ 935053 h 1173064"/>
                <a:gd name="connsiteX358" fmla="*/ 119061 w 811278"/>
                <a:gd name="connsiteY358" fmla="*/ 937685 h 1173064"/>
                <a:gd name="connsiteX359" fmla="*/ 117964 w 811278"/>
                <a:gd name="connsiteY359" fmla="*/ 940864 h 1173064"/>
                <a:gd name="connsiteX360" fmla="*/ 115881 w 811278"/>
                <a:gd name="connsiteY360" fmla="*/ 944263 h 1173064"/>
                <a:gd name="connsiteX361" fmla="*/ 114017 w 811278"/>
                <a:gd name="connsiteY361" fmla="*/ 946346 h 1173064"/>
                <a:gd name="connsiteX362" fmla="*/ 112373 w 811278"/>
                <a:gd name="connsiteY362" fmla="*/ 948209 h 1173064"/>
                <a:gd name="connsiteX363" fmla="*/ 110729 w 811278"/>
                <a:gd name="connsiteY363" fmla="*/ 950183 h 1173064"/>
                <a:gd name="connsiteX364" fmla="*/ 109084 w 811278"/>
                <a:gd name="connsiteY364" fmla="*/ 952595 h 1173064"/>
                <a:gd name="connsiteX365" fmla="*/ 107439 w 811278"/>
                <a:gd name="connsiteY365" fmla="*/ 954020 h 1173064"/>
                <a:gd name="connsiteX366" fmla="*/ 105247 w 811278"/>
                <a:gd name="connsiteY366" fmla="*/ 954897 h 1173064"/>
                <a:gd name="connsiteX367" fmla="*/ 103054 w 811278"/>
                <a:gd name="connsiteY367" fmla="*/ 955884 h 1173064"/>
                <a:gd name="connsiteX368" fmla="*/ 101191 w 811278"/>
                <a:gd name="connsiteY368" fmla="*/ 957747 h 1173064"/>
                <a:gd name="connsiteX369" fmla="*/ 98559 w 811278"/>
                <a:gd name="connsiteY369" fmla="*/ 959940 h 1173064"/>
                <a:gd name="connsiteX370" fmla="*/ 95818 w 811278"/>
                <a:gd name="connsiteY370" fmla="*/ 961804 h 1173064"/>
                <a:gd name="connsiteX371" fmla="*/ 93735 w 811278"/>
                <a:gd name="connsiteY371" fmla="*/ 964106 h 1173064"/>
                <a:gd name="connsiteX372" fmla="*/ 92968 w 811278"/>
                <a:gd name="connsiteY372" fmla="*/ 967614 h 1173064"/>
                <a:gd name="connsiteX373" fmla="*/ 92968 w 811278"/>
                <a:gd name="connsiteY373" fmla="*/ 972548 h 1173064"/>
                <a:gd name="connsiteX374" fmla="*/ 94503 w 811278"/>
                <a:gd name="connsiteY374" fmla="*/ 976275 h 1173064"/>
                <a:gd name="connsiteX375" fmla="*/ 97134 w 811278"/>
                <a:gd name="connsiteY375" fmla="*/ 979345 h 1173064"/>
                <a:gd name="connsiteX376" fmla="*/ 100313 w 811278"/>
                <a:gd name="connsiteY376" fmla="*/ 982415 h 1173064"/>
                <a:gd name="connsiteX377" fmla="*/ 102177 w 811278"/>
                <a:gd name="connsiteY377" fmla="*/ 984169 h 1173064"/>
                <a:gd name="connsiteX378" fmla="*/ 104370 w 811278"/>
                <a:gd name="connsiteY378" fmla="*/ 986361 h 1173064"/>
                <a:gd name="connsiteX379" fmla="*/ 106124 w 811278"/>
                <a:gd name="connsiteY379" fmla="*/ 988773 h 1173064"/>
                <a:gd name="connsiteX380" fmla="*/ 106343 w 811278"/>
                <a:gd name="connsiteY380" fmla="*/ 990966 h 1173064"/>
                <a:gd name="connsiteX381" fmla="*/ 104918 w 811278"/>
                <a:gd name="connsiteY381" fmla="*/ 992281 h 1173064"/>
                <a:gd name="connsiteX382" fmla="*/ 102835 w 811278"/>
                <a:gd name="connsiteY382" fmla="*/ 992939 h 1173064"/>
                <a:gd name="connsiteX383" fmla="*/ 100642 w 811278"/>
                <a:gd name="connsiteY383" fmla="*/ 993487 h 1173064"/>
                <a:gd name="connsiteX384" fmla="*/ 98888 w 811278"/>
                <a:gd name="connsiteY384" fmla="*/ 994584 h 1173064"/>
                <a:gd name="connsiteX385" fmla="*/ 95270 w 811278"/>
                <a:gd name="connsiteY385" fmla="*/ 999736 h 1173064"/>
                <a:gd name="connsiteX386" fmla="*/ 92420 w 811278"/>
                <a:gd name="connsiteY386" fmla="*/ 1005109 h 1173064"/>
                <a:gd name="connsiteX387" fmla="*/ 90447 w 811278"/>
                <a:gd name="connsiteY387" fmla="*/ 1010809 h 1173064"/>
                <a:gd name="connsiteX388" fmla="*/ 89460 w 811278"/>
                <a:gd name="connsiteY388" fmla="*/ 1016949 h 1173064"/>
                <a:gd name="connsiteX389" fmla="*/ 90118 w 811278"/>
                <a:gd name="connsiteY389" fmla="*/ 1020676 h 1173064"/>
                <a:gd name="connsiteX390" fmla="*/ 91653 w 811278"/>
                <a:gd name="connsiteY390" fmla="*/ 1023307 h 1173064"/>
                <a:gd name="connsiteX391" fmla="*/ 94064 w 811278"/>
                <a:gd name="connsiteY391" fmla="*/ 1025500 h 1173064"/>
                <a:gd name="connsiteX392" fmla="*/ 96805 w 811278"/>
                <a:gd name="connsiteY392" fmla="*/ 1027583 h 1173064"/>
                <a:gd name="connsiteX393" fmla="*/ 100752 w 811278"/>
                <a:gd name="connsiteY393" fmla="*/ 1030982 h 1173064"/>
                <a:gd name="connsiteX394" fmla="*/ 104041 w 811278"/>
                <a:gd name="connsiteY394" fmla="*/ 1034709 h 1173064"/>
                <a:gd name="connsiteX395" fmla="*/ 106782 w 811278"/>
                <a:gd name="connsiteY395" fmla="*/ 1038985 h 1173064"/>
                <a:gd name="connsiteX396" fmla="*/ 108755 w 811278"/>
                <a:gd name="connsiteY396" fmla="*/ 1044028 h 1173064"/>
                <a:gd name="connsiteX397" fmla="*/ 113360 w 811278"/>
                <a:gd name="connsiteY397" fmla="*/ 1050935 h 1173064"/>
                <a:gd name="connsiteX398" fmla="*/ 120815 w 811278"/>
                <a:gd name="connsiteY398" fmla="*/ 1056087 h 1173064"/>
                <a:gd name="connsiteX399" fmla="*/ 128928 w 811278"/>
                <a:gd name="connsiteY399" fmla="*/ 1060582 h 1173064"/>
                <a:gd name="connsiteX400" fmla="*/ 135615 w 811278"/>
                <a:gd name="connsiteY400" fmla="*/ 1065735 h 1173064"/>
                <a:gd name="connsiteX401" fmla="*/ 138685 w 811278"/>
                <a:gd name="connsiteY401" fmla="*/ 1072532 h 1173064"/>
                <a:gd name="connsiteX402" fmla="*/ 139233 w 811278"/>
                <a:gd name="connsiteY402" fmla="*/ 1080864 h 1173064"/>
                <a:gd name="connsiteX403" fmla="*/ 139123 w 811278"/>
                <a:gd name="connsiteY403" fmla="*/ 1089635 h 1173064"/>
                <a:gd name="connsiteX404" fmla="*/ 140220 w 811278"/>
                <a:gd name="connsiteY404" fmla="*/ 1098077 h 1173064"/>
                <a:gd name="connsiteX405" fmla="*/ 145263 w 811278"/>
                <a:gd name="connsiteY405" fmla="*/ 1105751 h 1173064"/>
                <a:gd name="connsiteX406" fmla="*/ 153266 w 811278"/>
                <a:gd name="connsiteY406" fmla="*/ 1110904 h 1173064"/>
                <a:gd name="connsiteX407" fmla="*/ 162365 w 811278"/>
                <a:gd name="connsiteY407" fmla="*/ 1114302 h 1173064"/>
                <a:gd name="connsiteX408" fmla="*/ 170588 w 811278"/>
                <a:gd name="connsiteY408" fmla="*/ 1116385 h 1173064"/>
                <a:gd name="connsiteX409" fmla="*/ 178920 w 811278"/>
                <a:gd name="connsiteY409" fmla="*/ 1118358 h 1173064"/>
                <a:gd name="connsiteX410" fmla="*/ 187252 w 811278"/>
                <a:gd name="connsiteY410" fmla="*/ 1120332 h 1173064"/>
                <a:gd name="connsiteX411" fmla="*/ 195365 w 811278"/>
                <a:gd name="connsiteY411" fmla="*/ 1123182 h 1173064"/>
                <a:gd name="connsiteX412" fmla="*/ 203039 w 811278"/>
                <a:gd name="connsiteY412" fmla="*/ 1127239 h 1173064"/>
                <a:gd name="connsiteX413" fmla="*/ 207644 w 811278"/>
                <a:gd name="connsiteY413" fmla="*/ 1129870 h 1173064"/>
                <a:gd name="connsiteX414" fmla="*/ 212248 w 811278"/>
                <a:gd name="connsiteY414" fmla="*/ 1133049 h 1173064"/>
                <a:gd name="connsiteX415" fmla="*/ 216633 w 811278"/>
                <a:gd name="connsiteY415" fmla="*/ 1136557 h 1173064"/>
                <a:gd name="connsiteX416" fmla="*/ 220690 w 811278"/>
                <a:gd name="connsiteY416" fmla="*/ 1140066 h 1173064"/>
                <a:gd name="connsiteX417" fmla="*/ 220909 w 811278"/>
                <a:gd name="connsiteY417" fmla="*/ 1130857 h 1173064"/>
                <a:gd name="connsiteX418" fmla="*/ 221128 w 811278"/>
                <a:gd name="connsiteY418" fmla="*/ 1121647 h 1173064"/>
                <a:gd name="connsiteX419" fmla="*/ 221457 w 811278"/>
                <a:gd name="connsiteY419" fmla="*/ 1112438 h 1173064"/>
                <a:gd name="connsiteX420" fmla="*/ 221676 w 811278"/>
                <a:gd name="connsiteY420" fmla="*/ 1103339 h 1173064"/>
                <a:gd name="connsiteX421" fmla="*/ 226171 w 811278"/>
                <a:gd name="connsiteY421" fmla="*/ 1102023 h 1173064"/>
                <a:gd name="connsiteX422" fmla="*/ 230666 w 811278"/>
                <a:gd name="connsiteY422" fmla="*/ 1097309 h 1173064"/>
                <a:gd name="connsiteX423" fmla="*/ 234613 w 811278"/>
                <a:gd name="connsiteY423" fmla="*/ 1091499 h 1173064"/>
                <a:gd name="connsiteX424" fmla="*/ 237683 w 811278"/>
                <a:gd name="connsiteY424" fmla="*/ 1087004 h 1173064"/>
                <a:gd name="connsiteX425" fmla="*/ 242068 w 811278"/>
                <a:gd name="connsiteY425" fmla="*/ 1081303 h 1173064"/>
                <a:gd name="connsiteX426" fmla="*/ 246453 w 811278"/>
                <a:gd name="connsiteY426" fmla="*/ 1075602 h 1173064"/>
                <a:gd name="connsiteX427" fmla="*/ 250839 w 811278"/>
                <a:gd name="connsiteY427" fmla="*/ 1070011 h 1173064"/>
                <a:gd name="connsiteX428" fmla="*/ 255224 w 811278"/>
                <a:gd name="connsiteY428" fmla="*/ 1064310 h 1173064"/>
                <a:gd name="connsiteX429" fmla="*/ 258732 w 811278"/>
                <a:gd name="connsiteY429" fmla="*/ 1058938 h 1173064"/>
                <a:gd name="connsiteX430" fmla="*/ 261912 w 811278"/>
                <a:gd name="connsiteY430" fmla="*/ 1056197 h 1173064"/>
                <a:gd name="connsiteX431" fmla="*/ 265968 w 811278"/>
                <a:gd name="connsiteY431" fmla="*/ 1054991 h 1173064"/>
                <a:gd name="connsiteX432" fmla="*/ 272107 w 811278"/>
                <a:gd name="connsiteY432" fmla="*/ 1054333 h 1173064"/>
                <a:gd name="connsiteX433" fmla="*/ 286688 w 811278"/>
                <a:gd name="connsiteY433" fmla="*/ 1052798 h 1173064"/>
                <a:gd name="connsiteX434" fmla="*/ 301160 w 811278"/>
                <a:gd name="connsiteY434" fmla="*/ 1051373 h 1173064"/>
                <a:gd name="connsiteX435" fmla="*/ 315741 w 811278"/>
                <a:gd name="connsiteY435" fmla="*/ 1049838 h 1173064"/>
                <a:gd name="connsiteX436" fmla="*/ 330322 w 811278"/>
                <a:gd name="connsiteY436" fmla="*/ 1048413 h 1173064"/>
                <a:gd name="connsiteX437" fmla="*/ 335694 w 811278"/>
                <a:gd name="connsiteY437" fmla="*/ 1047426 h 1173064"/>
                <a:gd name="connsiteX438" fmla="*/ 341614 w 811278"/>
                <a:gd name="connsiteY438" fmla="*/ 1046221 h 1173064"/>
                <a:gd name="connsiteX439" fmla="*/ 347425 w 811278"/>
                <a:gd name="connsiteY439" fmla="*/ 1045563 h 1173064"/>
                <a:gd name="connsiteX440" fmla="*/ 352687 w 811278"/>
                <a:gd name="connsiteY440" fmla="*/ 1046111 h 1173064"/>
                <a:gd name="connsiteX441" fmla="*/ 360910 w 811278"/>
                <a:gd name="connsiteY441" fmla="*/ 1048632 h 1173064"/>
                <a:gd name="connsiteX442" fmla="*/ 369132 w 811278"/>
                <a:gd name="connsiteY442" fmla="*/ 1051154 h 1173064"/>
                <a:gd name="connsiteX443" fmla="*/ 377354 w 811278"/>
                <a:gd name="connsiteY443" fmla="*/ 1053676 h 1173064"/>
                <a:gd name="connsiteX444" fmla="*/ 385577 w 811278"/>
                <a:gd name="connsiteY444" fmla="*/ 1056197 h 1173064"/>
                <a:gd name="connsiteX445" fmla="*/ 392812 w 811278"/>
                <a:gd name="connsiteY445" fmla="*/ 1058390 h 1173064"/>
                <a:gd name="connsiteX446" fmla="*/ 399939 w 811278"/>
                <a:gd name="connsiteY446" fmla="*/ 1060582 h 1173064"/>
                <a:gd name="connsiteX447" fmla="*/ 414300 w 811278"/>
                <a:gd name="connsiteY447" fmla="*/ 1065077 h 1173064"/>
                <a:gd name="connsiteX448" fmla="*/ 417918 w 811278"/>
                <a:gd name="connsiteY448" fmla="*/ 1068695 h 1173064"/>
                <a:gd name="connsiteX449" fmla="*/ 421646 w 811278"/>
                <a:gd name="connsiteY449" fmla="*/ 1075712 h 1173064"/>
                <a:gd name="connsiteX450" fmla="*/ 424935 w 811278"/>
                <a:gd name="connsiteY450" fmla="*/ 1083386 h 1173064"/>
                <a:gd name="connsiteX451" fmla="*/ 427456 w 811278"/>
                <a:gd name="connsiteY451" fmla="*/ 1088977 h 1173064"/>
                <a:gd name="connsiteX452" fmla="*/ 432609 w 811278"/>
                <a:gd name="connsiteY452" fmla="*/ 1094788 h 1173064"/>
                <a:gd name="connsiteX453" fmla="*/ 439625 w 811278"/>
                <a:gd name="connsiteY453" fmla="*/ 1098954 h 1173064"/>
                <a:gd name="connsiteX454" fmla="*/ 447519 w 811278"/>
                <a:gd name="connsiteY454" fmla="*/ 1101037 h 1173064"/>
                <a:gd name="connsiteX455" fmla="*/ 455303 w 811278"/>
                <a:gd name="connsiteY455" fmla="*/ 1100598 h 1173064"/>
                <a:gd name="connsiteX456" fmla="*/ 458153 w 811278"/>
                <a:gd name="connsiteY456" fmla="*/ 1100927 h 1173064"/>
                <a:gd name="connsiteX457" fmla="*/ 461662 w 811278"/>
                <a:gd name="connsiteY457" fmla="*/ 1102572 h 1173064"/>
                <a:gd name="connsiteX458" fmla="*/ 464950 w 811278"/>
                <a:gd name="connsiteY458" fmla="*/ 1104654 h 1173064"/>
                <a:gd name="connsiteX459" fmla="*/ 467472 w 811278"/>
                <a:gd name="connsiteY459" fmla="*/ 1106738 h 1173064"/>
                <a:gd name="connsiteX460" fmla="*/ 469226 w 811278"/>
                <a:gd name="connsiteY460" fmla="*/ 1109917 h 1173064"/>
                <a:gd name="connsiteX461" fmla="*/ 470103 w 811278"/>
                <a:gd name="connsiteY461" fmla="*/ 1114412 h 1173064"/>
                <a:gd name="connsiteX462" fmla="*/ 470542 w 811278"/>
                <a:gd name="connsiteY462" fmla="*/ 1119126 h 1173064"/>
                <a:gd name="connsiteX463" fmla="*/ 470761 w 811278"/>
                <a:gd name="connsiteY463" fmla="*/ 1123073 h 1173064"/>
                <a:gd name="connsiteX464" fmla="*/ 466705 w 811278"/>
                <a:gd name="connsiteY464" fmla="*/ 1122415 h 1173064"/>
                <a:gd name="connsiteX465" fmla="*/ 462758 w 811278"/>
                <a:gd name="connsiteY465" fmla="*/ 1121428 h 1173064"/>
                <a:gd name="connsiteX466" fmla="*/ 458811 w 811278"/>
                <a:gd name="connsiteY466" fmla="*/ 1120332 h 1173064"/>
                <a:gd name="connsiteX467" fmla="*/ 454974 w 811278"/>
                <a:gd name="connsiteY467" fmla="*/ 1119016 h 1173064"/>
                <a:gd name="connsiteX468" fmla="*/ 456070 w 811278"/>
                <a:gd name="connsiteY468" fmla="*/ 1122744 h 1173064"/>
                <a:gd name="connsiteX469" fmla="*/ 457824 w 811278"/>
                <a:gd name="connsiteY469" fmla="*/ 1127677 h 1173064"/>
                <a:gd name="connsiteX470" fmla="*/ 460017 w 811278"/>
                <a:gd name="connsiteY470" fmla="*/ 1131953 h 1173064"/>
                <a:gd name="connsiteX471" fmla="*/ 462319 w 811278"/>
                <a:gd name="connsiteY471" fmla="*/ 1133817 h 1173064"/>
                <a:gd name="connsiteX472" fmla="*/ 467801 w 811278"/>
                <a:gd name="connsiteY472" fmla="*/ 1134146 h 1173064"/>
                <a:gd name="connsiteX473" fmla="*/ 473283 w 811278"/>
                <a:gd name="connsiteY473" fmla="*/ 1134474 h 1173064"/>
                <a:gd name="connsiteX474" fmla="*/ 478874 w 811278"/>
                <a:gd name="connsiteY474" fmla="*/ 1134694 h 1173064"/>
                <a:gd name="connsiteX475" fmla="*/ 484355 w 811278"/>
                <a:gd name="connsiteY475" fmla="*/ 1135023 h 1173064"/>
                <a:gd name="connsiteX476" fmla="*/ 488631 w 811278"/>
                <a:gd name="connsiteY476" fmla="*/ 1135352 h 1173064"/>
                <a:gd name="connsiteX477" fmla="*/ 492907 w 811278"/>
                <a:gd name="connsiteY477" fmla="*/ 1135571 h 1173064"/>
                <a:gd name="connsiteX478" fmla="*/ 496853 w 811278"/>
                <a:gd name="connsiteY478" fmla="*/ 1134913 h 1173064"/>
                <a:gd name="connsiteX479" fmla="*/ 500362 w 811278"/>
                <a:gd name="connsiteY479" fmla="*/ 1132720 h 1173064"/>
                <a:gd name="connsiteX480" fmla="*/ 504199 w 811278"/>
                <a:gd name="connsiteY480" fmla="*/ 1128554 h 1173064"/>
                <a:gd name="connsiteX481" fmla="*/ 508036 w 811278"/>
                <a:gd name="connsiteY481" fmla="*/ 1124388 h 1173064"/>
                <a:gd name="connsiteX482" fmla="*/ 511983 w 811278"/>
                <a:gd name="connsiteY482" fmla="*/ 1120332 h 1173064"/>
                <a:gd name="connsiteX483" fmla="*/ 516039 w 811278"/>
                <a:gd name="connsiteY483" fmla="*/ 1116385 h 1173064"/>
                <a:gd name="connsiteX484" fmla="*/ 516039 w 811278"/>
                <a:gd name="connsiteY484" fmla="*/ 1117701 h 1173064"/>
                <a:gd name="connsiteX485" fmla="*/ 516258 w 811278"/>
                <a:gd name="connsiteY485" fmla="*/ 1119236 h 1173064"/>
                <a:gd name="connsiteX486" fmla="*/ 516478 w 811278"/>
                <a:gd name="connsiteY486" fmla="*/ 1120661 h 1173064"/>
                <a:gd name="connsiteX487" fmla="*/ 516587 w 811278"/>
                <a:gd name="connsiteY487" fmla="*/ 1121976 h 1173064"/>
                <a:gd name="connsiteX488" fmla="*/ 524700 w 811278"/>
                <a:gd name="connsiteY488" fmla="*/ 1120442 h 1173064"/>
                <a:gd name="connsiteX489" fmla="*/ 531716 w 811278"/>
                <a:gd name="connsiteY489" fmla="*/ 1119674 h 1173064"/>
                <a:gd name="connsiteX490" fmla="*/ 538404 w 811278"/>
                <a:gd name="connsiteY490" fmla="*/ 1120770 h 1173064"/>
                <a:gd name="connsiteX491" fmla="*/ 545092 w 811278"/>
                <a:gd name="connsiteY491" fmla="*/ 1125375 h 1173064"/>
                <a:gd name="connsiteX492" fmla="*/ 548052 w 811278"/>
                <a:gd name="connsiteY492" fmla="*/ 1128335 h 1173064"/>
                <a:gd name="connsiteX493" fmla="*/ 550573 w 811278"/>
                <a:gd name="connsiteY493" fmla="*/ 1131514 h 1173064"/>
                <a:gd name="connsiteX494" fmla="*/ 552766 w 811278"/>
                <a:gd name="connsiteY494" fmla="*/ 1135023 h 1173064"/>
                <a:gd name="connsiteX495" fmla="*/ 554958 w 811278"/>
                <a:gd name="connsiteY495" fmla="*/ 1138750 h 1173064"/>
                <a:gd name="connsiteX496" fmla="*/ 556384 w 811278"/>
                <a:gd name="connsiteY496" fmla="*/ 1142258 h 1173064"/>
                <a:gd name="connsiteX497" fmla="*/ 557370 w 811278"/>
                <a:gd name="connsiteY497" fmla="*/ 1145876 h 1173064"/>
                <a:gd name="connsiteX498" fmla="*/ 558467 w 811278"/>
                <a:gd name="connsiteY498" fmla="*/ 1149494 h 1173064"/>
                <a:gd name="connsiteX499" fmla="*/ 560001 w 811278"/>
                <a:gd name="connsiteY499" fmla="*/ 1152893 h 1173064"/>
                <a:gd name="connsiteX500" fmla="*/ 564825 w 811278"/>
                <a:gd name="connsiteY500" fmla="*/ 1158923 h 1173064"/>
                <a:gd name="connsiteX501" fmla="*/ 572281 w 811278"/>
                <a:gd name="connsiteY501" fmla="*/ 1163966 h 1173064"/>
                <a:gd name="connsiteX502" fmla="*/ 580503 w 811278"/>
                <a:gd name="connsiteY502" fmla="*/ 1167255 h 1173064"/>
                <a:gd name="connsiteX503" fmla="*/ 587848 w 811278"/>
                <a:gd name="connsiteY503" fmla="*/ 1167693 h 1173064"/>
                <a:gd name="connsiteX504" fmla="*/ 591685 w 811278"/>
                <a:gd name="connsiteY504" fmla="*/ 1166597 h 1173064"/>
                <a:gd name="connsiteX505" fmla="*/ 595194 w 811278"/>
                <a:gd name="connsiteY505" fmla="*/ 1165500 h 1173064"/>
                <a:gd name="connsiteX506" fmla="*/ 598592 w 811278"/>
                <a:gd name="connsiteY506" fmla="*/ 1165172 h 1173064"/>
                <a:gd name="connsiteX507" fmla="*/ 602429 w 811278"/>
                <a:gd name="connsiteY507" fmla="*/ 1166487 h 1173064"/>
                <a:gd name="connsiteX508" fmla="*/ 606266 w 811278"/>
                <a:gd name="connsiteY508" fmla="*/ 1168570 h 1173064"/>
                <a:gd name="connsiteX509" fmla="*/ 610103 w 811278"/>
                <a:gd name="connsiteY509" fmla="*/ 1170763 h 1173064"/>
                <a:gd name="connsiteX510" fmla="*/ 613941 w 811278"/>
                <a:gd name="connsiteY510" fmla="*/ 1172955 h 1173064"/>
                <a:gd name="connsiteX511" fmla="*/ 617668 w 811278"/>
                <a:gd name="connsiteY511" fmla="*/ 1175258 h 1173064"/>
                <a:gd name="connsiteX512" fmla="*/ 620080 w 811278"/>
                <a:gd name="connsiteY512" fmla="*/ 1165281 h 1173064"/>
                <a:gd name="connsiteX513" fmla="*/ 622931 w 811278"/>
                <a:gd name="connsiteY513" fmla="*/ 1155305 h 1173064"/>
                <a:gd name="connsiteX514" fmla="*/ 625891 w 811278"/>
                <a:gd name="connsiteY514" fmla="*/ 1145328 h 1173064"/>
                <a:gd name="connsiteX515" fmla="*/ 628741 w 811278"/>
                <a:gd name="connsiteY515" fmla="*/ 1135352 h 1173064"/>
                <a:gd name="connsiteX516" fmla="*/ 629728 w 811278"/>
                <a:gd name="connsiteY516" fmla="*/ 1129760 h 1173064"/>
                <a:gd name="connsiteX517" fmla="*/ 629618 w 811278"/>
                <a:gd name="connsiteY517" fmla="*/ 1125046 h 1173064"/>
                <a:gd name="connsiteX518" fmla="*/ 628522 w 811278"/>
                <a:gd name="connsiteY518" fmla="*/ 1120222 h 1173064"/>
                <a:gd name="connsiteX519" fmla="*/ 626877 w 811278"/>
                <a:gd name="connsiteY519" fmla="*/ 1114302 h 1173064"/>
                <a:gd name="connsiteX520" fmla="*/ 625014 w 811278"/>
                <a:gd name="connsiteY520" fmla="*/ 1108492 h 1173064"/>
                <a:gd name="connsiteX521" fmla="*/ 624027 w 811278"/>
                <a:gd name="connsiteY521" fmla="*/ 1104435 h 1173064"/>
                <a:gd name="connsiteX522" fmla="*/ 625014 w 811278"/>
                <a:gd name="connsiteY522" fmla="*/ 1101146 h 1173064"/>
                <a:gd name="connsiteX523" fmla="*/ 629070 w 811278"/>
                <a:gd name="connsiteY523" fmla="*/ 1097857 h 1173064"/>
                <a:gd name="connsiteX524" fmla="*/ 633126 w 811278"/>
                <a:gd name="connsiteY524" fmla="*/ 1095226 h 1173064"/>
                <a:gd name="connsiteX525" fmla="*/ 636086 w 811278"/>
                <a:gd name="connsiteY525" fmla="*/ 1092595 h 1173064"/>
                <a:gd name="connsiteX526" fmla="*/ 636744 w 811278"/>
                <a:gd name="connsiteY526" fmla="*/ 1089525 h 1173064"/>
                <a:gd name="connsiteX527" fmla="*/ 634003 w 811278"/>
                <a:gd name="connsiteY527" fmla="*/ 1085469 h 1173064"/>
                <a:gd name="connsiteX528" fmla="*/ 631153 w 811278"/>
                <a:gd name="connsiteY528" fmla="*/ 1082399 h 1173064"/>
                <a:gd name="connsiteX529" fmla="*/ 627974 w 811278"/>
                <a:gd name="connsiteY529" fmla="*/ 1078891 h 1173064"/>
                <a:gd name="connsiteX530" fmla="*/ 624575 w 811278"/>
                <a:gd name="connsiteY530" fmla="*/ 1076150 h 1173064"/>
                <a:gd name="connsiteX531" fmla="*/ 620848 w 811278"/>
                <a:gd name="connsiteY531" fmla="*/ 1075383 h 1173064"/>
                <a:gd name="connsiteX532" fmla="*/ 616353 w 811278"/>
                <a:gd name="connsiteY532" fmla="*/ 1072423 h 1173064"/>
                <a:gd name="connsiteX533" fmla="*/ 618874 w 811278"/>
                <a:gd name="connsiteY533" fmla="*/ 1064200 h 1173064"/>
                <a:gd name="connsiteX534" fmla="*/ 624356 w 811278"/>
                <a:gd name="connsiteY534" fmla="*/ 1055101 h 1173064"/>
                <a:gd name="connsiteX535" fmla="*/ 629070 w 811278"/>
                <a:gd name="connsiteY535" fmla="*/ 1049509 h 1173064"/>
                <a:gd name="connsiteX536" fmla="*/ 640143 w 811278"/>
                <a:gd name="connsiteY536" fmla="*/ 1041945 h 1173064"/>
                <a:gd name="connsiteX537" fmla="*/ 651435 w 811278"/>
                <a:gd name="connsiteY537" fmla="*/ 1035586 h 1173064"/>
                <a:gd name="connsiteX538" fmla="*/ 663494 w 811278"/>
                <a:gd name="connsiteY538" fmla="*/ 1031749 h 1173064"/>
                <a:gd name="connsiteX539" fmla="*/ 676760 w 811278"/>
                <a:gd name="connsiteY539" fmla="*/ 1031749 h 1173064"/>
                <a:gd name="connsiteX540" fmla="*/ 681803 w 811278"/>
                <a:gd name="connsiteY540" fmla="*/ 1032955 h 1173064"/>
                <a:gd name="connsiteX541" fmla="*/ 686846 w 811278"/>
                <a:gd name="connsiteY541" fmla="*/ 1034599 h 1173064"/>
                <a:gd name="connsiteX542" fmla="*/ 691889 w 811278"/>
                <a:gd name="connsiteY542" fmla="*/ 1036573 h 1173064"/>
                <a:gd name="connsiteX543" fmla="*/ 696823 w 811278"/>
                <a:gd name="connsiteY543" fmla="*/ 1038437 h 1173064"/>
                <a:gd name="connsiteX544" fmla="*/ 701646 w 811278"/>
                <a:gd name="connsiteY544" fmla="*/ 1039752 h 1173064"/>
                <a:gd name="connsiteX545" fmla="*/ 706032 w 811278"/>
                <a:gd name="connsiteY545" fmla="*/ 1039643 h 1173064"/>
                <a:gd name="connsiteX546" fmla="*/ 710307 w 811278"/>
                <a:gd name="connsiteY546" fmla="*/ 1038546 h 1173064"/>
                <a:gd name="connsiteX547" fmla="*/ 715131 w 811278"/>
                <a:gd name="connsiteY547" fmla="*/ 1036792 h 1173064"/>
                <a:gd name="connsiteX548" fmla="*/ 718639 w 811278"/>
                <a:gd name="connsiteY548" fmla="*/ 1036573 h 1173064"/>
                <a:gd name="connsiteX549" fmla="*/ 723025 w 811278"/>
                <a:gd name="connsiteY549" fmla="*/ 1037231 h 1173064"/>
                <a:gd name="connsiteX550" fmla="*/ 727081 w 811278"/>
                <a:gd name="connsiteY550" fmla="*/ 1037450 h 1173064"/>
                <a:gd name="connsiteX551" fmla="*/ 729822 w 811278"/>
                <a:gd name="connsiteY551" fmla="*/ 1036134 h 1173064"/>
                <a:gd name="connsiteX552" fmla="*/ 729822 w 811278"/>
                <a:gd name="connsiteY552" fmla="*/ 1034709 h 1173064"/>
                <a:gd name="connsiteX553" fmla="*/ 729493 w 811278"/>
                <a:gd name="connsiteY553" fmla="*/ 1032078 h 1173064"/>
                <a:gd name="connsiteX554" fmla="*/ 729164 w 811278"/>
                <a:gd name="connsiteY554" fmla="*/ 1029337 h 1173064"/>
                <a:gd name="connsiteX555" fmla="*/ 729054 w 811278"/>
                <a:gd name="connsiteY555" fmla="*/ 1027364 h 1173064"/>
                <a:gd name="connsiteX556" fmla="*/ 730041 w 811278"/>
                <a:gd name="connsiteY556" fmla="*/ 1025719 h 1173064"/>
                <a:gd name="connsiteX557" fmla="*/ 731686 w 811278"/>
                <a:gd name="connsiteY557" fmla="*/ 1024404 h 1173064"/>
                <a:gd name="connsiteX558" fmla="*/ 733659 w 811278"/>
                <a:gd name="connsiteY558" fmla="*/ 1023636 h 1173064"/>
                <a:gd name="connsiteX559" fmla="*/ 735413 w 811278"/>
                <a:gd name="connsiteY559" fmla="*/ 1023088 h 1173064"/>
                <a:gd name="connsiteX560" fmla="*/ 741662 w 811278"/>
                <a:gd name="connsiteY560" fmla="*/ 1021663 h 1173064"/>
                <a:gd name="connsiteX561" fmla="*/ 739250 w 811278"/>
                <a:gd name="connsiteY561" fmla="*/ 1018264 h 1173064"/>
                <a:gd name="connsiteX562" fmla="*/ 733001 w 811278"/>
                <a:gd name="connsiteY562" fmla="*/ 1014318 h 1173064"/>
                <a:gd name="connsiteX563" fmla="*/ 727849 w 811278"/>
                <a:gd name="connsiteY563" fmla="*/ 1011357 h 1173064"/>
                <a:gd name="connsiteX564" fmla="*/ 724998 w 811278"/>
                <a:gd name="connsiteY564" fmla="*/ 1009055 h 1173064"/>
                <a:gd name="connsiteX565" fmla="*/ 723244 w 811278"/>
                <a:gd name="connsiteY565" fmla="*/ 1007520 h 1173064"/>
                <a:gd name="connsiteX566" fmla="*/ 721161 w 811278"/>
                <a:gd name="connsiteY566" fmla="*/ 1006753 h 1173064"/>
                <a:gd name="connsiteX567" fmla="*/ 717653 w 811278"/>
                <a:gd name="connsiteY567" fmla="*/ 1006314 h 1173064"/>
                <a:gd name="connsiteX568" fmla="*/ 714035 w 811278"/>
                <a:gd name="connsiteY568" fmla="*/ 1006205 h 1173064"/>
                <a:gd name="connsiteX569" fmla="*/ 710417 w 811278"/>
                <a:gd name="connsiteY569" fmla="*/ 1005876 h 1173064"/>
                <a:gd name="connsiteX570" fmla="*/ 706909 w 811278"/>
                <a:gd name="connsiteY570" fmla="*/ 1005437 h 1173064"/>
                <a:gd name="connsiteX571" fmla="*/ 703291 w 811278"/>
                <a:gd name="connsiteY571" fmla="*/ 1004779 h 1173064"/>
                <a:gd name="connsiteX572" fmla="*/ 699783 w 811278"/>
                <a:gd name="connsiteY572" fmla="*/ 1005109 h 1173064"/>
                <a:gd name="connsiteX573" fmla="*/ 695836 w 811278"/>
                <a:gd name="connsiteY573" fmla="*/ 1006424 h 1173064"/>
                <a:gd name="connsiteX574" fmla="*/ 691889 w 811278"/>
                <a:gd name="connsiteY574" fmla="*/ 1007520 h 1173064"/>
                <a:gd name="connsiteX575" fmla="*/ 688710 w 811278"/>
                <a:gd name="connsiteY575" fmla="*/ 1007082 h 1173064"/>
                <a:gd name="connsiteX576" fmla="*/ 686737 w 811278"/>
                <a:gd name="connsiteY576" fmla="*/ 1005328 h 1173064"/>
                <a:gd name="connsiteX577" fmla="*/ 686956 w 811278"/>
                <a:gd name="connsiteY577" fmla="*/ 1003573 h 1173064"/>
                <a:gd name="connsiteX578" fmla="*/ 687723 w 811278"/>
                <a:gd name="connsiteY578" fmla="*/ 1001820 h 1173064"/>
                <a:gd name="connsiteX579" fmla="*/ 687723 w 811278"/>
                <a:gd name="connsiteY579" fmla="*/ 999846 h 1173064"/>
                <a:gd name="connsiteX580" fmla="*/ 682680 w 811278"/>
                <a:gd name="connsiteY580" fmla="*/ 995351 h 1173064"/>
                <a:gd name="connsiteX581" fmla="*/ 675444 w 811278"/>
                <a:gd name="connsiteY581" fmla="*/ 993707 h 1173064"/>
                <a:gd name="connsiteX582" fmla="*/ 668209 w 811278"/>
                <a:gd name="connsiteY582" fmla="*/ 991733 h 1173064"/>
                <a:gd name="connsiteX583" fmla="*/ 663165 w 811278"/>
                <a:gd name="connsiteY583" fmla="*/ 986252 h 1173064"/>
                <a:gd name="connsiteX584" fmla="*/ 662727 w 811278"/>
                <a:gd name="connsiteY584" fmla="*/ 985265 h 1173064"/>
                <a:gd name="connsiteX585" fmla="*/ 662398 w 811278"/>
                <a:gd name="connsiteY585" fmla="*/ 984278 h 1173064"/>
                <a:gd name="connsiteX586" fmla="*/ 662069 w 811278"/>
                <a:gd name="connsiteY586" fmla="*/ 983292 h 1173064"/>
                <a:gd name="connsiteX587" fmla="*/ 661740 w 811278"/>
                <a:gd name="connsiteY587" fmla="*/ 982305 h 1173064"/>
                <a:gd name="connsiteX588" fmla="*/ 657246 w 811278"/>
                <a:gd name="connsiteY588" fmla="*/ 978139 h 1173064"/>
                <a:gd name="connsiteX589" fmla="*/ 649571 w 811278"/>
                <a:gd name="connsiteY589" fmla="*/ 974960 h 1173064"/>
                <a:gd name="connsiteX590" fmla="*/ 643761 w 811278"/>
                <a:gd name="connsiteY590" fmla="*/ 971780 h 1173064"/>
                <a:gd name="connsiteX591" fmla="*/ 644857 w 811278"/>
                <a:gd name="connsiteY591" fmla="*/ 967614 h 1173064"/>
                <a:gd name="connsiteX592" fmla="*/ 649900 w 811278"/>
                <a:gd name="connsiteY592" fmla="*/ 966518 h 1173064"/>
                <a:gd name="connsiteX593" fmla="*/ 656368 w 811278"/>
                <a:gd name="connsiteY593" fmla="*/ 968711 h 1173064"/>
                <a:gd name="connsiteX594" fmla="*/ 662946 w 811278"/>
                <a:gd name="connsiteY594" fmla="*/ 971671 h 1173064"/>
                <a:gd name="connsiteX595" fmla="*/ 668428 w 811278"/>
                <a:gd name="connsiteY595" fmla="*/ 973425 h 1173064"/>
                <a:gd name="connsiteX596" fmla="*/ 668428 w 811278"/>
                <a:gd name="connsiteY596" fmla="*/ 970684 h 1173064"/>
                <a:gd name="connsiteX597" fmla="*/ 668318 w 811278"/>
                <a:gd name="connsiteY597" fmla="*/ 967833 h 1173064"/>
                <a:gd name="connsiteX598" fmla="*/ 667770 w 811278"/>
                <a:gd name="connsiteY598" fmla="*/ 965202 h 1173064"/>
                <a:gd name="connsiteX599" fmla="*/ 666345 w 811278"/>
                <a:gd name="connsiteY599" fmla="*/ 963010 h 1173064"/>
                <a:gd name="connsiteX600" fmla="*/ 663823 w 811278"/>
                <a:gd name="connsiteY600" fmla="*/ 962023 h 1173064"/>
                <a:gd name="connsiteX601" fmla="*/ 660644 w 811278"/>
                <a:gd name="connsiteY601" fmla="*/ 961913 h 1173064"/>
                <a:gd name="connsiteX602" fmla="*/ 657684 w 811278"/>
                <a:gd name="connsiteY602" fmla="*/ 961804 h 1173064"/>
                <a:gd name="connsiteX603" fmla="*/ 655601 w 811278"/>
                <a:gd name="connsiteY603" fmla="*/ 960707 h 1173064"/>
                <a:gd name="connsiteX604" fmla="*/ 655162 w 811278"/>
                <a:gd name="connsiteY604" fmla="*/ 958734 h 1173064"/>
                <a:gd name="connsiteX605" fmla="*/ 655601 w 811278"/>
                <a:gd name="connsiteY605" fmla="*/ 956432 h 1173064"/>
                <a:gd name="connsiteX606" fmla="*/ 655710 w 811278"/>
                <a:gd name="connsiteY606" fmla="*/ 954020 h 1173064"/>
                <a:gd name="connsiteX607" fmla="*/ 654724 w 811278"/>
                <a:gd name="connsiteY607" fmla="*/ 951827 h 1173064"/>
                <a:gd name="connsiteX608" fmla="*/ 653189 w 811278"/>
                <a:gd name="connsiteY608" fmla="*/ 950292 h 1173064"/>
                <a:gd name="connsiteX609" fmla="*/ 651544 w 811278"/>
                <a:gd name="connsiteY609" fmla="*/ 949306 h 1173064"/>
                <a:gd name="connsiteX610" fmla="*/ 649790 w 811278"/>
                <a:gd name="connsiteY610" fmla="*/ 948648 h 1173064"/>
                <a:gd name="connsiteX611" fmla="*/ 647707 w 811278"/>
                <a:gd name="connsiteY611" fmla="*/ 948319 h 1173064"/>
                <a:gd name="connsiteX612" fmla="*/ 642774 w 811278"/>
                <a:gd name="connsiteY612" fmla="*/ 948209 h 1173064"/>
                <a:gd name="connsiteX613" fmla="*/ 638827 w 811278"/>
                <a:gd name="connsiteY613" fmla="*/ 947552 h 1173064"/>
                <a:gd name="connsiteX614" fmla="*/ 635428 w 811278"/>
                <a:gd name="connsiteY614" fmla="*/ 945578 h 1173064"/>
                <a:gd name="connsiteX615" fmla="*/ 631920 w 811278"/>
                <a:gd name="connsiteY615" fmla="*/ 941412 h 1173064"/>
                <a:gd name="connsiteX616" fmla="*/ 626877 w 811278"/>
                <a:gd name="connsiteY616" fmla="*/ 934396 h 1173064"/>
                <a:gd name="connsiteX617" fmla="*/ 621944 w 811278"/>
                <a:gd name="connsiteY617" fmla="*/ 926941 h 1173064"/>
                <a:gd name="connsiteX618" fmla="*/ 617558 w 811278"/>
                <a:gd name="connsiteY618" fmla="*/ 919157 h 1173064"/>
                <a:gd name="connsiteX619" fmla="*/ 614160 w 811278"/>
                <a:gd name="connsiteY619" fmla="*/ 911044 h 1173064"/>
                <a:gd name="connsiteX620" fmla="*/ 612735 w 811278"/>
                <a:gd name="connsiteY620" fmla="*/ 903370 h 1173064"/>
                <a:gd name="connsiteX621" fmla="*/ 612844 w 811278"/>
                <a:gd name="connsiteY621" fmla="*/ 895147 h 1173064"/>
                <a:gd name="connsiteX622" fmla="*/ 613831 w 811278"/>
                <a:gd name="connsiteY622" fmla="*/ 887035 h 1173064"/>
                <a:gd name="connsiteX623" fmla="*/ 614927 w 811278"/>
                <a:gd name="connsiteY623" fmla="*/ 879251 h 1173064"/>
                <a:gd name="connsiteX624" fmla="*/ 613941 w 811278"/>
                <a:gd name="connsiteY624" fmla="*/ 873659 h 1173064"/>
                <a:gd name="connsiteX625" fmla="*/ 609117 w 811278"/>
                <a:gd name="connsiteY625" fmla="*/ 870480 h 1173064"/>
                <a:gd name="connsiteX626" fmla="*/ 603197 w 811278"/>
                <a:gd name="connsiteY626" fmla="*/ 867958 h 1173064"/>
                <a:gd name="connsiteX627" fmla="*/ 599031 w 811278"/>
                <a:gd name="connsiteY627" fmla="*/ 864231 h 1173064"/>
                <a:gd name="connsiteX628" fmla="*/ 597386 w 811278"/>
                <a:gd name="connsiteY628" fmla="*/ 858311 h 1173064"/>
                <a:gd name="connsiteX629" fmla="*/ 597167 w 811278"/>
                <a:gd name="connsiteY629" fmla="*/ 852391 h 1173064"/>
                <a:gd name="connsiteX630" fmla="*/ 596728 w 811278"/>
                <a:gd name="connsiteY630" fmla="*/ 846471 h 1173064"/>
                <a:gd name="connsiteX631" fmla="*/ 594426 w 811278"/>
                <a:gd name="connsiteY631" fmla="*/ 840770 h 1173064"/>
                <a:gd name="connsiteX632" fmla="*/ 592124 w 811278"/>
                <a:gd name="connsiteY632" fmla="*/ 837590 h 1173064"/>
                <a:gd name="connsiteX633" fmla="*/ 589164 w 811278"/>
                <a:gd name="connsiteY633" fmla="*/ 834301 h 1173064"/>
                <a:gd name="connsiteX634" fmla="*/ 585765 w 811278"/>
                <a:gd name="connsiteY634" fmla="*/ 831561 h 1173064"/>
                <a:gd name="connsiteX635" fmla="*/ 582476 w 811278"/>
                <a:gd name="connsiteY635" fmla="*/ 830574 h 1173064"/>
                <a:gd name="connsiteX636" fmla="*/ 578529 w 811278"/>
                <a:gd name="connsiteY636" fmla="*/ 830574 h 1173064"/>
                <a:gd name="connsiteX637" fmla="*/ 576227 w 811278"/>
                <a:gd name="connsiteY637" fmla="*/ 830026 h 1173064"/>
                <a:gd name="connsiteX638" fmla="*/ 574254 w 811278"/>
                <a:gd name="connsiteY638" fmla="*/ 828162 h 1173064"/>
                <a:gd name="connsiteX639" fmla="*/ 571403 w 811278"/>
                <a:gd name="connsiteY639" fmla="*/ 824325 h 1173064"/>
                <a:gd name="connsiteX640" fmla="*/ 569430 w 811278"/>
                <a:gd name="connsiteY640" fmla="*/ 821036 h 1173064"/>
                <a:gd name="connsiteX641" fmla="*/ 568334 w 811278"/>
                <a:gd name="connsiteY641" fmla="*/ 817637 h 1173064"/>
                <a:gd name="connsiteX642" fmla="*/ 567676 w 811278"/>
                <a:gd name="connsiteY642" fmla="*/ 814019 h 1173064"/>
                <a:gd name="connsiteX643" fmla="*/ 567018 w 811278"/>
                <a:gd name="connsiteY643" fmla="*/ 810073 h 1173064"/>
                <a:gd name="connsiteX644" fmla="*/ 562523 w 811278"/>
                <a:gd name="connsiteY644" fmla="*/ 802398 h 1173064"/>
                <a:gd name="connsiteX645" fmla="*/ 555616 w 811278"/>
                <a:gd name="connsiteY645" fmla="*/ 795163 h 1173064"/>
                <a:gd name="connsiteX646" fmla="*/ 548052 w 811278"/>
                <a:gd name="connsiteY646" fmla="*/ 788585 h 1173064"/>
                <a:gd name="connsiteX647" fmla="*/ 541364 w 811278"/>
                <a:gd name="connsiteY647" fmla="*/ 782774 h 1173064"/>
                <a:gd name="connsiteX648" fmla="*/ 548819 w 811278"/>
                <a:gd name="connsiteY648" fmla="*/ 776416 h 1173064"/>
                <a:gd name="connsiteX649" fmla="*/ 556274 w 811278"/>
                <a:gd name="connsiteY649" fmla="*/ 769947 h 1173064"/>
                <a:gd name="connsiteX650" fmla="*/ 563619 w 811278"/>
                <a:gd name="connsiteY650" fmla="*/ 763589 h 1173064"/>
                <a:gd name="connsiteX651" fmla="*/ 571074 w 811278"/>
                <a:gd name="connsiteY651" fmla="*/ 757120 h 1173064"/>
                <a:gd name="connsiteX652" fmla="*/ 584559 w 811278"/>
                <a:gd name="connsiteY652" fmla="*/ 745390 h 1173064"/>
                <a:gd name="connsiteX653" fmla="*/ 598154 w 811278"/>
                <a:gd name="connsiteY653" fmla="*/ 733659 h 1173064"/>
                <a:gd name="connsiteX654" fmla="*/ 611748 w 811278"/>
                <a:gd name="connsiteY654" fmla="*/ 722038 h 1173064"/>
                <a:gd name="connsiteX655" fmla="*/ 625342 w 811278"/>
                <a:gd name="connsiteY655" fmla="*/ 710417 h 1173064"/>
                <a:gd name="connsiteX656" fmla="*/ 627206 w 811278"/>
                <a:gd name="connsiteY656" fmla="*/ 708882 h 1173064"/>
                <a:gd name="connsiteX657" fmla="*/ 628960 w 811278"/>
                <a:gd name="connsiteY657" fmla="*/ 707238 h 1173064"/>
                <a:gd name="connsiteX658" fmla="*/ 632688 w 811278"/>
                <a:gd name="connsiteY658" fmla="*/ 704168 h 1173064"/>
                <a:gd name="connsiteX659" fmla="*/ 634661 w 811278"/>
                <a:gd name="connsiteY659" fmla="*/ 710417 h 1173064"/>
                <a:gd name="connsiteX660" fmla="*/ 636744 w 811278"/>
                <a:gd name="connsiteY660" fmla="*/ 716776 h 1173064"/>
                <a:gd name="connsiteX661" fmla="*/ 638718 w 811278"/>
                <a:gd name="connsiteY661" fmla="*/ 723025 h 1173064"/>
                <a:gd name="connsiteX662" fmla="*/ 640691 w 811278"/>
                <a:gd name="connsiteY662" fmla="*/ 729274 h 1173064"/>
                <a:gd name="connsiteX663" fmla="*/ 644418 w 811278"/>
                <a:gd name="connsiteY663" fmla="*/ 726204 h 1173064"/>
                <a:gd name="connsiteX664" fmla="*/ 647707 w 811278"/>
                <a:gd name="connsiteY664" fmla="*/ 723244 h 1173064"/>
                <a:gd name="connsiteX665" fmla="*/ 650996 w 811278"/>
                <a:gd name="connsiteY665" fmla="*/ 719955 h 1173064"/>
                <a:gd name="connsiteX666" fmla="*/ 654285 w 811278"/>
                <a:gd name="connsiteY666" fmla="*/ 716556 h 1173064"/>
                <a:gd name="connsiteX667" fmla="*/ 660863 w 811278"/>
                <a:gd name="connsiteY667" fmla="*/ 707567 h 1173064"/>
                <a:gd name="connsiteX668" fmla="*/ 665248 w 811278"/>
                <a:gd name="connsiteY668" fmla="*/ 697042 h 1173064"/>
                <a:gd name="connsiteX669" fmla="*/ 668428 w 811278"/>
                <a:gd name="connsiteY669" fmla="*/ 685640 h 1173064"/>
                <a:gd name="connsiteX670" fmla="*/ 671388 w 811278"/>
                <a:gd name="connsiteY670" fmla="*/ 674348 h 1173064"/>
                <a:gd name="connsiteX671" fmla="*/ 672155 w 811278"/>
                <a:gd name="connsiteY671" fmla="*/ 670182 h 1173064"/>
                <a:gd name="connsiteX672" fmla="*/ 672374 w 811278"/>
                <a:gd name="connsiteY672" fmla="*/ 665687 h 1173064"/>
                <a:gd name="connsiteX673" fmla="*/ 672046 w 811278"/>
                <a:gd name="connsiteY673" fmla="*/ 661192 h 1173064"/>
                <a:gd name="connsiteX674" fmla="*/ 671826 w 811278"/>
                <a:gd name="connsiteY674" fmla="*/ 656916 h 1173064"/>
                <a:gd name="connsiteX675" fmla="*/ 671936 w 811278"/>
                <a:gd name="connsiteY675" fmla="*/ 651873 h 1173064"/>
                <a:gd name="connsiteX676" fmla="*/ 672155 w 811278"/>
                <a:gd name="connsiteY676" fmla="*/ 644857 h 1173064"/>
                <a:gd name="connsiteX677" fmla="*/ 671936 w 811278"/>
                <a:gd name="connsiteY677" fmla="*/ 638060 h 1173064"/>
                <a:gd name="connsiteX678" fmla="*/ 670730 w 811278"/>
                <a:gd name="connsiteY678" fmla="*/ 633565 h 1173064"/>
                <a:gd name="connsiteX679" fmla="*/ 666893 w 811278"/>
                <a:gd name="connsiteY679" fmla="*/ 631372 h 1173064"/>
                <a:gd name="connsiteX680" fmla="*/ 661411 w 811278"/>
                <a:gd name="connsiteY680" fmla="*/ 630605 h 1173064"/>
                <a:gd name="connsiteX681" fmla="*/ 656039 w 811278"/>
                <a:gd name="connsiteY681" fmla="*/ 629728 h 1173064"/>
                <a:gd name="connsiteX682" fmla="*/ 652422 w 811278"/>
                <a:gd name="connsiteY682" fmla="*/ 627096 h 1173064"/>
                <a:gd name="connsiteX683" fmla="*/ 649900 w 811278"/>
                <a:gd name="connsiteY683" fmla="*/ 623369 h 1173064"/>
                <a:gd name="connsiteX684" fmla="*/ 648584 w 811278"/>
                <a:gd name="connsiteY684" fmla="*/ 623698 h 1173064"/>
                <a:gd name="connsiteX685" fmla="*/ 647707 w 811278"/>
                <a:gd name="connsiteY685" fmla="*/ 626219 h 1173064"/>
                <a:gd name="connsiteX686" fmla="*/ 646501 w 811278"/>
                <a:gd name="connsiteY686" fmla="*/ 629289 h 1173064"/>
                <a:gd name="connsiteX687" fmla="*/ 645186 w 811278"/>
                <a:gd name="connsiteY687" fmla="*/ 629837 h 1173064"/>
                <a:gd name="connsiteX688" fmla="*/ 643541 w 811278"/>
                <a:gd name="connsiteY688" fmla="*/ 629837 h 1173064"/>
                <a:gd name="connsiteX689" fmla="*/ 641787 w 811278"/>
                <a:gd name="connsiteY689" fmla="*/ 629947 h 1173064"/>
                <a:gd name="connsiteX690" fmla="*/ 640691 w 811278"/>
                <a:gd name="connsiteY690" fmla="*/ 631153 h 1173064"/>
                <a:gd name="connsiteX691" fmla="*/ 640691 w 811278"/>
                <a:gd name="connsiteY691" fmla="*/ 632688 h 1173064"/>
                <a:gd name="connsiteX692" fmla="*/ 641568 w 811278"/>
                <a:gd name="connsiteY692" fmla="*/ 633784 h 1173064"/>
                <a:gd name="connsiteX693" fmla="*/ 642555 w 811278"/>
                <a:gd name="connsiteY693" fmla="*/ 634771 h 1173064"/>
                <a:gd name="connsiteX694" fmla="*/ 642993 w 811278"/>
                <a:gd name="connsiteY694" fmla="*/ 635757 h 1173064"/>
                <a:gd name="connsiteX695" fmla="*/ 642116 w 811278"/>
                <a:gd name="connsiteY695" fmla="*/ 639266 h 1173064"/>
                <a:gd name="connsiteX696" fmla="*/ 640033 w 811278"/>
                <a:gd name="connsiteY696" fmla="*/ 641020 h 1173064"/>
                <a:gd name="connsiteX697" fmla="*/ 636744 w 811278"/>
                <a:gd name="connsiteY697" fmla="*/ 641678 h 1173064"/>
                <a:gd name="connsiteX698" fmla="*/ 632359 w 811278"/>
                <a:gd name="connsiteY698" fmla="*/ 642335 h 1173064"/>
                <a:gd name="connsiteX699" fmla="*/ 632907 w 811278"/>
                <a:gd name="connsiteY699" fmla="*/ 636744 h 1173064"/>
                <a:gd name="connsiteX700" fmla="*/ 630385 w 811278"/>
                <a:gd name="connsiteY700" fmla="*/ 634442 h 1173064"/>
                <a:gd name="connsiteX701" fmla="*/ 626548 w 811278"/>
                <a:gd name="connsiteY701" fmla="*/ 633565 h 1173064"/>
                <a:gd name="connsiteX702" fmla="*/ 623369 w 811278"/>
                <a:gd name="connsiteY702" fmla="*/ 632140 h 1173064"/>
                <a:gd name="connsiteX703" fmla="*/ 622602 w 811278"/>
                <a:gd name="connsiteY703" fmla="*/ 625452 h 1173064"/>
                <a:gd name="connsiteX704" fmla="*/ 621834 w 811278"/>
                <a:gd name="connsiteY704" fmla="*/ 618874 h 1173064"/>
                <a:gd name="connsiteX705" fmla="*/ 621067 w 811278"/>
                <a:gd name="connsiteY705" fmla="*/ 612187 h 1173064"/>
                <a:gd name="connsiteX706" fmla="*/ 620299 w 811278"/>
                <a:gd name="connsiteY706" fmla="*/ 605609 h 1173064"/>
                <a:gd name="connsiteX707" fmla="*/ 620738 w 811278"/>
                <a:gd name="connsiteY707" fmla="*/ 601333 h 1173064"/>
                <a:gd name="connsiteX708" fmla="*/ 622931 w 811278"/>
                <a:gd name="connsiteY708" fmla="*/ 598592 h 1173064"/>
                <a:gd name="connsiteX709" fmla="*/ 626219 w 811278"/>
                <a:gd name="connsiteY709" fmla="*/ 596509 h 1173064"/>
                <a:gd name="connsiteX710" fmla="*/ 630057 w 811278"/>
                <a:gd name="connsiteY710" fmla="*/ 594207 h 1173064"/>
                <a:gd name="connsiteX711" fmla="*/ 634332 w 811278"/>
                <a:gd name="connsiteY711" fmla="*/ 591466 h 1173064"/>
                <a:gd name="connsiteX712" fmla="*/ 638718 w 811278"/>
                <a:gd name="connsiteY712" fmla="*/ 588725 h 1173064"/>
                <a:gd name="connsiteX713" fmla="*/ 642993 w 811278"/>
                <a:gd name="connsiteY713" fmla="*/ 585984 h 1173064"/>
                <a:gd name="connsiteX714" fmla="*/ 647269 w 811278"/>
                <a:gd name="connsiteY714" fmla="*/ 583244 h 1173064"/>
                <a:gd name="connsiteX715" fmla="*/ 649900 w 811278"/>
                <a:gd name="connsiteY715" fmla="*/ 580832 h 1173064"/>
                <a:gd name="connsiteX716" fmla="*/ 652093 w 811278"/>
                <a:gd name="connsiteY716" fmla="*/ 577872 h 1173064"/>
                <a:gd name="connsiteX717" fmla="*/ 654505 w 811278"/>
                <a:gd name="connsiteY717" fmla="*/ 574912 h 1173064"/>
                <a:gd name="connsiteX718" fmla="*/ 657246 w 811278"/>
                <a:gd name="connsiteY718" fmla="*/ 573048 h 1173064"/>
                <a:gd name="connsiteX719" fmla="*/ 662946 w 811278"/>
                <a:gd name="connsiteY719" fmla="*/ 570965 h 1173064"/>
                <a:gd name="connsiteX720" fmla="*/ 668647 w 811278"/>
                <a:gd name="connsiteY720" fmla="*/ 568882 h 1173064"/>
                <a:gd name="connsiteX721" fmla="*/ 674348 w 811278"/>
                <a:gd name="connsiteY721" fmla="*/ 566799 h 1173064"/>
                <a:gd name="connsiteX722" fmla="*/ 680049 w 811278"/>
                <a:gd name="connsiteY722" fmla="*/ 564716 h 1173064"/>
                <a:gd name="connsiteX723" fmla="*/ 681474 w 811278"/>
                <a:gd name="connsiteY723" fmla="*/ 564935 h 1173064"/>
                <a:gd name="connsiteX724" fmla="*/ 682132 w 811278"/>
                <a:gd name="connsiteY724" fmla="*/ 566360 h 1173064"/>
                <a:gd name="connsiteX725" fmla="*/ 682571 w 811278"/>
                <a:gd name="connsiteY725" fmla="*/ 568114 h 1173064"/>
                <a:gd name="connsiteX726" fmla="*/ 683447 w 811278"/>
                <a:gd name="connsiteY726" fmla="*/ 569320 h 1173064"/>
                <a:gd name="connsiteX727" fmla="*/ 685202 w 811278"/>
                <a:gd name="connsiteY727" fmla="*/ 569320 h 1173064"/>
                <a:gd name="connsiteX728" fmla="*/ 687285 w 811278"/>
                <a:gd name="connsiteY728" fmla="*/ 568772 h 1173064"/>
                <a:gd name="connsiteX729" fmla="*/ 689477 w 811278"/>
                <a:gd name="connsiteY729" fmla="*/ 567895 h 1173064"/>
                <a:gd name="connsiteX730" fmla="*/ 691231 w 811278"/>
                <a:gd name="connsiteY730" fmla="*/ 567347 h 1173064"/>
                <a:gd name="connsiteX731" fmla="*/ 695178 w 811278"/>
                <a:gd name="connsiteY731" fmla="*/ 561646 h 1173064"/>
                <a:gd name="connsiteX732" fmla="*/ 697919 w 811278"/>
                <a:gd name="connsiteY732" fmla="*/ 550683 h 1173064"/>
                <a:gd name="connsiteX733" fmla="*/ 700002 w 811278"/>
                <a:gd name="connsiteY733" fmla="*/ 538623 h 1173064"/>
                <a:gd name="connsiteX734" fmla="*/ 701866 w 811278"/>
                <a:gd name="connsiteY734" fmla="*/ 529524 h 1173064"/>
                <a:gd name="connsiteX735" fmla="*/ 703510 w 811278"/>
                <a:gd name="connsiteY735" fmla="*/ 521521 h 1173064"/>
                <a:gd name="connsiteX736" fmla="*/ 705155 w 811278"/>
                <a:gd name="connsiteY736" fmla="*/ 512421 h 1173064"/>
                <a:gd name="connsiteX737" fmla="*/ 707238 w 811278"/>
                <a:gd name="connsiteY737" fmla="*/ 503651 h 1173064"/>
                <a:gd name="connsiteX738" fmla="*/ 710417 w 811278"/>
                <a:gd name="connsiteY738" fmla="*/ 496524 h 1173064"/>
                <a:gd name="connsiteX739" fmla="*/ 715679 w 811278"/>
                <a:gd name="connsiteY739" fmla="*/ 490714 h 1173064"/>
                <a:gd name="connsiteX740" fmla="*/ 722915 w 811278"/>
                <a:gd name="connsiteY740" fmla="*/ 485342 h 1173064"/>
                <a:gd name="connsiteX741" fmla="*/ 730590 w 811278"/>
                <a:gd name="connsiteY741" fmla="*/ 480408 h 1173064"/>
                <a:gd name="connsiteX742" fmla="*/ 737167 w 811278"/>
                <a:gd name="connsiteY742" fmla="*/ 476023 h 1173064"/>
                <a:gd name="connsiteX743" fmla="*/ 738592 w 811278"/>
                <a:gd name="connsiteY743" fmla="*/ 474708 h 1173064"/>
                <a:gd name="connsiteX744" fmla="*/ 741114 w 811278"/>
                <a:gd name="connsiteY744" fmla="*/ 472625 h 1173064"/>
                <a:gd name="connsiteX745" fmla="*/ 743745 w 811278"/>
                <a:gd name="connsiteY745" fmla="*/ 470651 h 1173064"/>
                <a:gd name="connsiteX746" fmla="*/ 745061 w 811278"/>
                <a:gd name="connsiteY746" fmla="*/ 470103 h 1173064"/>
                <a:gd name="connsiteX747" fmla="*/ 747692 w 811278"/>
                <a:gd name="connsiteY747" fmla="*/ 472296 h 1173064"/>
                <a:gd name="connsiteX748" fmla="*/ 750323 w 811278"/>
                <a:gd name="connsiteY748" fmla="*/ 474488 h 1173064"/>
                <a:gd name="connsiteX749" fmla="*/ 752845 w 811278"/>
                <a:gd name="connsiteY749" fmla="*/ 476681 h 1173064"/>
                <a:gd name="connsiteX750" fmla="*/ 755476 w 811278"/>
                <a:gd name="connsiteY750" fmla="*/ 478874 h 1173064"/>
                <a:gd name="connsiteX751" fmla="*/ 761834 w 811278"/>
                <a:gd name="connsiteY751" fmla="*/ 484246 h 1173064"/>
                <a:gd name="connsiteX752" fmla="*/ 768193 w 811278"/>
                <a:gd name="connsiteY752" fmla="*/ 489727 h 1173064"/>
                <a:gd name="connsiteX753" fmla="*/ 774552 w 811278"/>
                <a:gd name="connsiteY753" fmla="*/ 495099 h 1173064"/>
                <a:gd name="connsiteX754" fmla="*/ 780911 w 811278"/>
                <a:gd name="connsiteY754" fmla="*/ 500471 h 1173064"/>
                <a:gd name="connsiteX755" fmla="*/ 782445 w 811278"/>
                <a:gd name="connsiteY755" fmla="*/ 502116 h 1173064"/>
                <a:gd name="connsiteX756" fmla="*/ 784090 w 811278"/>
                <a:gd name="connsiteY756" fmla="*/ 503760 h 1173064"/>
                <a:gd name="connsiteX757" fmla="*/ 785735 w 811278"/>
                <a:gd name="connsiteY757" fmla="*/ 504637 h 1173064"/>
                <a:gd name="connsiteX758" fmla="*/ 787379 w 811278"/>
                <a:gd name="connsiteY758" fmla="*/ 504089 h 1173064"/>
                <a:gd name="connsiteX759" fmla="*/ 790229 w 811278"/>
                <a:gd name="connsiteY759" fmla="*/ 501458 h 1173064"/>
                <a:gd name="connsiteX760" fmla="*/ 792970 w 811278"/>
                <a:gd name="connsiteY760" fmla="*/ 498936 h 1173064"/>
                <a:gd name="connsiteX761" fmla="*/ 795711 w 811278"/>
                <a:gd name="connsiteY761" fmla="*/ 496305 h 1173064"/>
                <a:gd name="connsiteX762" fmla="*/ 798561 w 811278"/>
                <a:gd name="connsiteY762" fmla="*/ 493784 h 1173064"/>
                <a:gd name="connsiteX763" fmla="*/ 803604 w 811278"/>
                <a:gd name="connsiteY763" fmla="*/ 488960 h 1173064"/>
                <a:gd name="connsiteX764" fmla="*/ 808648 w 811278"/>
                <a:gd name="connsiteY764" fmla="*/ 484136 h 1173064"/>
                <a:gd name="connsiteX765" fmla="*/ 813691 w 811278"/>
                <a:gd name="connsiteY765" fmla="*/ 479422 h 1173064"/>
                <a:gd name="connsiteX766" fmla="*/ 818953 w 811278"/>
                <a:gd name="connsiteY766" fmla="*/ 475037 h 1173064"/>
                <a:gd name="connsiteX767" fmla="*/ 818953 w 811278"/>
                <a:gd name="connsiteY767" fmla="*/ 475037 h 117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</a:cxnLst>
              <a:rect l="l" t="t" r="r" b="b"/>
              <a:pathLst>
                <a:path w="811278" h="1173064">
                  <a:moveTo>
                    <a:pt x="818734" y="474817"/>
                  </a:moveTo>
                  <a:lnTo>
                    <a:pt x="813910" y="473831"/>
                  </a:lnTo>
                  <a:lnTo>
                    <a:pt x="813800" y="472625"/>
                  </a:lnTo>
                  <a:lnTo>
                    <a:pt x="811498" y="470103"/>
                  </a:lnTo>
                  <a:lnTo>
                    <a:pt x="808867" y="467910"/>
                  </a:lnTo>
                  <a:lnTo>
                    <a:pt x="807880" y="467582"/>
                  </a:lnTo>
                  <a:lnTo>
                    <a:pt x="807551" y="465499"/>
                  </a:lnTo>
                  <a:lnTo>
                    <a:pt x="808209" y="460675"/>
                  </a:lnTo>
                  <a:lnTo>
                    <a:pt x="807880" y="458592"/>
                  </a:lnTo>
                  <a:lnTo>
                    <a:pt x="806345" y="456618"/>
                  </a:lnTo>
                  <a:lnTo>
                    <a:pt x="804591" y="455522"/>
                  </a:lnTo>
                  <a:lnTo>
                    <a:pt x="803056" y="454316"/>
                  </a:lnTo>
                  <a:lnTo>
                    <a:pt x="802398" y="451794"/>
                  </a:lnTo>
                  <a:lnTo>
                    <a:pt x="804043" y="448396"/>
                  </a:lnTo>
                  <a:lnTo>
                    <a:pt x="804810" y="446094"/>
                  </a:lnTo>
                  <a:lnTo>
                    <a:pt x="804372" y="445107"/>
                  </a:lnTo>
                  <a:lnTo>
                    <a:pt x="801302" y="443572"/>
                  </a:lnTo>
                  <a:lnTo>
                    <a:pt x="797794" y="440173"/>
                  </a:lnTo>
                  <a:lnTo>
                    <a:pt x="794724" y="436227"/>
                  </a:lnTo>
                  <a:lnTo>
                    <a:pt x="792861" y="432938"/>
                  </a:lnTo>
                  <a:lnTo>
                    <a:pt x="795053" y="429649"/>
                  </a:lnTo>
                  <a:lnTo>
                    <a:pt x="792641" y="428004"/>
                  </a:lnTo>
                  <a:lnTo>
                    <a:pt x="788475" y="427127"/>
                  </a:lnTo>
                  <a:lnTo>
                    <a:pt x="785515" y="426031"/>
                  </a:lnTo>
                  <a:lnTo>
                    <a:pt x="782665" y="422523"/>
                  </a:lnTo>
                  <a:lnTo>
                    <a:pt x="780801" y="419782"/>
                  </a:lnTo>
                  <a:lnTo>
                    <a:pt x="779485" y="416822"/>
                  </a:lnTo>
                  <a:lnTo>
                    <a:pt x="778170" y="413094"/>
                  </a:lnTo>
                  <a:lnTo>
                    <a:pt x="778279" y="411669"/>
                  </a:lnTo>
                  <a:lnTo>
                    <a:pt x="778828" y="410134"/>
                  </a:lnTo>
                  <a:lnTo>
                    <a:pt x="778937" y="409038"/>
                  </a:lnTo>
                  <a:lnTo>
                    <a:pt x="777512" y="408599"/>
                  </a:lnTo>
                  <a:lnTo>
                    <a:pt x="774771" y="406188"/>
                  </a:lnTo>
                  <a:lnTo>
                    <a:pt x="772030" y="403118"/>
                  </a:lnTo>
                  <a:lnTo>
                    <a:pt x="771482" y="401583"/>
                  </a:lnTo>
                  <a:lnTo>
                    <a:pt x="771263" y="398513"/>
                  </a:lnTo>
                  <a:lnTo>
                    <a:pt x="769838" y="393689"/>
                  </a:lnTo>
                  <a:lnTo>
                    <a:pt x="766220" y="389962"/>
                  </a:lnTo>
                  <a:lnTo>
                    <a:pt x="746925" y="380205"/>
                  </a:lnTo>
                  <a:lnTo>
                    <a:pt x="743635" y="379547"/>
                  </a:lnTo>
                  <a:lnTo>
                    <a:pt x="741991" y="378231"/>
                  </a:lnTo>
                  <a:lnTo>
                    <a:pt x="741333" y="375381"/>
                  </a:lnTo>
                  <a:lnTo>
                    <a:pt x="741004" y="372201"/>
                  </a:lnTo>
                  <a:lnTo>
                    <a:pt x="740347" y="370338"/>
                  </a:lnTo>
                  <a:lnTo>
                    <a:pt x="739031" y="369790"/>
                  </a:lnTo>
                  <a:lnTo>
                    <a:pt x="733549" y="368803"/>
                  </a:lnTo>
                  <a:lnTo>
                    <a:pt x="730151" y="366391"/>
                  </a:lnTo>
                  <a:lnTo>
                    <a:pt x="726752" y="362663"/>
                  </a:lnTo>
                  <a:lnTo>
                    <a:pt x="724888" y="358388"/>
                  </a:lnTo>
                  <a:lnTo>
                    <a:pt x="726204" y="354331"/>
                  </a:lnTo>
                  <a:lnTo>
                    <a:pt x="726095" y="350714"/>
                  </a:lnTo>
                  <a:lnTo>
                    <a:pt x="723025" y="345670"/>
                  </a:lnTo>
                  <a:lnTo>
                    <a:pt x="717324" y="338215"/>
                  </a:lnTo>
                  <a:lnTo>
                    <a:pt x="715570" y="330432"/>
                  </a:lnTo>
                  <a:lnTo>
                    <a:pt x="714693" y="322319"/>
                  </a:lnTo>
                  <a:lnTo>
                    <a:pt x="713925" y="321003"/>
                  </a:lnTo>
                  <a:lnTo>
                    <a:pt x="712281" y="319688"/>
                  </a:lnTo>
                  <a:lnTo>
                    <a:pt x="710855" y="317934"/>
                  </a:lnTo>
                  <a:lnTo>
                    <a:pt x="710636" y="315412"/>
                  </a:lnTo>
                  <a:lnTo>
                    <a:pt x="711623" y="313768"/>
                  </a:lnTo>
                  <a:lnTo>
                    <a:pt x="717324" y="310698"/>
                  </a:lnTo>
                  <a:lnTo>
                    <a:pt x="709211" y="307518"/>
                  </a:lnTo>
                  <a:lnTo>
                    <a:pt x="705264" y="304778"/>
                  </a:lnTo>
                  <a:lnTo>
                    <a:pt x="702523" y="300173"/>
                  </a:lnTo>
                  <a:lnTo>
                    <a:pt x="702414" y="297761"/>
                  </a:lnTo>
                  <a:lnTo>
                    <a:pt x="702743" y="292389"/>
                  </a:lnTo>
                  <a:lnTo>
                    <a:pt x="701866" y="290197"/>
                  </a:lnTo>
                  <a:lnTo>
                    <a:pt x="699892" y="288662"/>
                  </a:lnTo>
                  <a:lnTo>
                    <a:pt x="695288" y="286469"/>
                  </a:lnTo>
                  <a:lnTo>
                    <a:pt x="692985" y="284825"/>
                  </a:lnTo>
                  <a:lnTo>
                    <a:pt x="693314" y="280987"/>
                  </a:lnTo>
                  <a:lnTo>
                    <a:pt x="686079" y="271559"/>
                  </a:lnTo>
                  <a:lnTo>
                    <a:pt x="683557" y="266516"/>
                  </a:lnTo>
                  <a:lnTo>
                    <a:pt x="678624" y="244918"/>
                  </a:lnTo>
                  <a:lnTo>
                    <a:pt x="677527" y="242726"/>
                  </a:lnTo>
                  <a:lnTo>
                    <a:pt x="676650" y="241520"/>
                  </a:lnTo>
                  <a:lnTo>
                    <a:pt x="675664" y="239218"/>
                  </a:lnTo>
                  <a:lnTo>
                    <a:pt x="674786" y="238012"/>
                  </a:lnTo>
                  <a:lnTo>
                    <a:pt x="673471" y="237354"/>
                  </a:lnTo>
                  <a:lnTo>
                    <a:pt x="670621" y="237244"/>
                  </a:lnTo>
                  <a:lnTo>
                    <a:pt x="669415" y="236477"/>
                  </a:lnTo>
                  <a:lnTo>
                    <a:pt x="668647" y="234942"/>
                  </a:lnTo>
                  <a:lnTo>
                    <a:pt x="669963" y="232091"/>
                  </a:lnTo>
                  <a:lnTo>
                    <a:pt x="669415" y="230447"/>
                  </a:lnTo>
                  <a:lnTo>
                    <a:pt x="668318" y="229680"/>
                  </a:lnTo>
                  <a:lnTo>
                    <a:pt x="665358" y="228145"/>
                  </a:lnTo>
                  <a:lnTo>
                    <a:pt x="664810" y="227377"/>
                  </a:lnTo>
                  <a:lnTo>
                    <a:pt x="663714" y="223759"/>
                  </a:lnTo>
                  <a:lnTo>
                    <a:pt x="661302" y="221348"/>
                  </a:lnTo>
                  <a:lnTo>
                    <a:pt x="659000" y="219593"/>
                  </a:lnTo>
                  <a:lnTo>
                    <a:pt x="657903" y="218168"/>
                  </a:lnTo>
                  <a:lnTo>
                    <a:pt x="657794" y="215208"/>
                  </a:lnTo>
                  <a:lnTo>
                    <a:pt x="657465" y="212796"/>
                  </a:lnTo>
                  <a:lnTo>
                    <a:pt x="656697" y="210932"/>
                  </a:lnTo>
                  <a:lnTo>
                    <a:pt x="655272" y="209617"/>
                  </a:lnTo>
                  <a:lnTo>
                    <a:pt x="657026" y="204793"/>
                  </a:lnTo>
                  <a:lnTo>
                    <a:pt x="656259" y="200079"/>
                  </a:lnTo>
                  <a:lnTo>
                    <a:pt x="652422" y="191199"/>
                  </a:lnTo>
                  <a:lnTo>
                    <a:pt x="650667" y="178262"/>
                  </a:lnTo>
                  <a:lnTo>
                    <a:pt x="649132" y="175192"/>
                  </a:lnTo>
                  <a:lnTo>
                    <a:pt x="647269" y="174425"/>
                  </a:lnTo>
                  <a:lnTo>
                    <a:pt x="644857" y="174096"/>
                  </a:lnTo>
                  <a:lnTo>
                    <a:pt x="642555" y="173548"/>
                  </a:lnTo>
                  <a:lnTo>
                    <a:pt x="641678" y="172013"/>
                  </a:lnTo>
                  <a:lnTo>
                    <a:pt x="641130" y="170807"/>
                  </a:lnTo>
                  <a:lnTo>
                    <a:pt x="630714" y="162256"/>
                  </a:lnTo>
                  <a:lnTo>
                    <a:pt x="629180" y="159186"/>
                  </a:lnTo>
                  <a:lnTo>
                    <a:pt x="630824" y="154472"/>
                  </a:lnTo>
                  <a:lnTo>
                    <a:pt x="626658" y="146688"/>
                  </a:lnTo>
                  <a:lnTo>
                    <a:pt x="624027" y="143399"/>
                  </a:lnTo>
                  <a:lnTo>
                    <a:pt x="620080" y="140439"/>
                  </a:lnTo>
                  <a:lnTo>
                    <a:pt x="610761" y="136054"/>
                  </a:lnTo>
                  <a:lnTo>
                    <a:pt x="609117" y="134738"/>
                  </a:lnTo>
                  <a:lnTo>
                    <a:pt x="605389" y="129695"/>
                  </a:lnTo>
                  <a:lnTo>
                    <a:pt x="600675" y="125529"/>
                  </a:lnTo>
                  <a:lnTo>
                    <a:pt x="586423" y="118951"/>
                  </a:lnTo>
                  <a:lnTo>
                    <a:pt x="584230" y="117635"/>
                  </a:lnTo>
                  <a:lnTo>
                    <a:pt x="582257" y="115772"/>
                  </a:lnTo>
                  <a:lnTo>
                    <a:pt x="580722" y="113689"/>
                  </a:lnTo>
                  <a:lnTo>
                    <a:pt x="579516" y="111277"/>
                  </a:lnTo>
                  <a:lnTo>
                    <a:pt x="578749" y="108207"/>
                  </a:lnTo>
                  <a:lnTo>
                    <a:pt x="578091" y="101739"/>
                  </a:lnTo>
                  <a:lnTo>
                    <a:pt x="576446" y="97902"/>
                  </a:lnTo>
                  <a:lnTo>
                    <a:pt x="570526" y="95819"/>
                  </a:lnTo>
                  <a:lnTo>
                    <a:pt x="557370" y="91653"/>
                  </a:lnTo>
                  <a:lnTo>
                    <a:pt x="551670" y="88583"/>
                  </a:lnTo>
                  <a:lnTo>
                    <a:pt x="547942" y="83869"/>
                  </a:lnTo>
                  <a:lnTo>
                    <a:pt x="546188" y="82553"/>
                  </a:lnTo>
                  <a:lnTo>
                    <a:pt x="544105" y="82005"/>
                  </a:lnTo>
                  <a:lnTo>
                    <a:pt x="541912" y="81786"/>
                  </a:lnTo>
                  <a:lnTo>
                    <a:pt x="540049" y="79703"/>
                  </a:lnTo>
                  <a:lnTo>
                    <a:pt x="539281" y="76633"/>
                  </a:lnTo>
                  <a:lnTo>
                    <a:pt x="541035" y="69945"/>
                  </a:lnTo>
                  <a:lnTo>
                    <a:pt x="540706" y="64025"/>
                  </a:lnTo>
                  <a:lnTo>
                    <a:pt x="537856" y="61284"/>
                  </a:lnTo>
                  <a:lnTo>
                    <a:pt x="532923" y="61833"/>
                  </a:lnTo>
                  <a:lnTo>
                    <a:pt x="527989" y="64573"/>
                  </a:lnTo>
                  <a:lnTo>
                    <a:pt x="524590" y="67643"/>
                  </a:lnTo>
                  <a:lnTo>
                    <a:pt x="522398" y="66876"/>
                  </a:lnTo>
                  <a:lnTo>
                    <a:pt x="522617" y="63477"/>
                  </a:lnTo>
                  <a:lnTo>
                    <a:pt x="524262" y="58763"/>
                  </a:lnTo>
                  <a:lnTo>
                    <a:pt x="524590" y="55255"/>
                  </a:lnTo>
                  <a:lnTo>
                    <a:pt x="522836" y="54049"/>
                  </a:lnTo>
                  <a:lnTo>
                    <a:pt x="517684" y="54158"/>
                  </a:lnTo>
                  <a:lnTo>
                    <a:pt x="515162" y="52843"/>
                  </a:lnTo>
                  <a:lnTo>
                    <a:pt x="513408" y="51198"/>
                  </a:lnTo>
                  <a:lnTo>
                    <a:pt x="512092" y="49115"/>
                  </a:lnTo>
                  <a:lnTo>
                    <a:pt x="509680" y="43634"/>
                  </a:lnTo>
                  <a:lnTo>
                    <a:pt x="508365" y="39687"/>
                  </a:lnTo>
                  <a:lnTo>
                    <a:pt x="505185" y="34644"/>
                  </a:lnTo>
                  <a:lnTo>
                    <a:pt x="503760" y="31903"/>
                  </a:lnTo>
                  <a:lnTo>
                    <a:pt x="503212" y="28943"/>
                  </a:lnTo>
                  <a:lnTo>
                    <a:pt x="504089" y="26092"/>
                  </a:lnTo>
                  <a:lnTo>
                    <a:pt x="502335" y="26970"/>
                  </a:lnTo>
                  <a:lnTo>
                    <a:pt x="500362" y="27737"/>
                  </a:lnTo>
                  <a:lnTo>
                    <a:pt x="498169" y="27956"/>
                  </a:lnTo>
                  <a:lnTo>
                    <a:pt x="495976" y="27737"/>
                  </a:lnTo>
                  <a:lnTo>
                    <a:pt x="494113" y="26641"/>
                  </a:lnTo>
                  <a:lnTo>
                    <a:pt x="492797" y="23790"/>
                  </a:lnTo>
                  <a:lnTo>
                    <a:pt x="491152" y="23132"/>
                  </a:lnTo>
                  <a:lnTo>
                    <a:pt x="487315" y="24448"/>
                  </a:lnTo>
                  <a:lnTo>
                    <a:pt x="484246" y="27079"/>
                  </a:lnTo>
                  <a:lnTo>
                    <a:pt x="481066" y="28943"/>
                  </a:lnTo>
                  <a:lnTo>
                    <a:pt x="476900" y="27737"/>
                  </a:lnTo>
                  <a:lnTo>
                    <a:pt x="477558" y="25983"/>
                  </a:lnTo>
                  <a:lnTo>
                    <a:pt x="479312" y="22036"/>
                  </a:lnTo>
                  <a:lnTo>
                    <a:pt x="479751" y="20940"/>
                  </a:lnTo>
                  <a:lnTo>
                    <a:pt x="479093" y="18747"/>
                  </a:lnTo>
                  <a:lnTo>
                    <a:pt x="477668" y="17212"/>
                  </a:lnTo>
                  <a:lnTo>
                    <a:pt x="476243" y="16664"/>
                  </a:lnTo>
                  <a:lnTo>
                    <a:pt x="475585" y="17651"/>
                  </a:lnTo>
                  <a:lnTo>
                    <a:pt x="474708" y="21926"/>
                  </a:lnTo>
                  <a:lnTo>
                    <a:pt x="472625" y="24338"/>
                  </a:lnTo>
                  <a:lnTo>
                    <a:pt x="469555" y="25435"/>
                  </a:lnTo>
                  <a:lnTo>
                    <a:pt x="459359" y="26750"/>
                  </a:lnTo>
                  <a:lnTo>
                    <a:pt x="427347" y="22146"/>
                  </a:lnTo>
                  <a:lnTo>
                    <a:pt x="425702" y="20940"/>
                  </a:lnTo>
                  <a:lnTo>
                    <a:pt x="425044" y="18528"/>
                  </a:lnTo>
                  <a:lnTo>
                    <a:pt x="423729" y="18528"/>
                  </a:lnTo>
                  <a:lnTo>
                    <a:pt x="421536" y="20063"/>
                  </a:lnTo>
                  <a:lnTo>
                    <a:pt x="414958" y="20063"/>
                  </a:lnTo>
                  <a:lnTo>
                    <a:pt x="411011" y="18747"/>
                  </a:lnTo>
                  <a:lnTo>
                    <a:pt x="409038" y="18418"/>
                  </a:lnTo>
                  <a:lnTo>
                    <a:pt x="407503" y="19295"/>
                  </a:lnTo>
                  <a:lnTo>
                    <a:pt x="406078" y="20501"/>
                  </a:lnTo>
                  <a:lnTo>
                    <a:pt x="404434" y="21269"/>
                  </a:lnTo>
                  <a:lnTo>
                    <a:pt x="402570" y="21598"/>
                  </a:lnTo>
                  <a:lnTo>
                    <a:pt x="400706" y="21707"/>
                  </a:lnTo>
                  <a:lnTo>
                    <a:pt x="398184" y="20392"/>
                  </a:lnTo>
                  <a:lnTo>
                    <a:pt x="395334" y="18089"/>
                  </a:lnTo>
                  <a:lnTo>
                    <a:pt x="392374" y="17103"/>
                  </a:lnTo>
                  <a:lnTo>
                    <a:pt x="389195" y="20063"/>
                  </a:lnTo>
                  <a:lnTo>
                    <a:pt x="383932" y="18747"/>
                  </a:lnTo>
                  <a:lnTo>
                    <a:pt x="365295" y="20720"/>
                  </a:lnTo>
                  <a:lnTo>
                    <a:pt x="358169" y="17651"/>
                  </a:lnTo>
                  <a:lnTo>
                    <a:pt x="355866" y="15677"/>
                  </a:lnTo>
                  <a:lnTo>
                    <a:pt x="346767" y="10854"/>
                  </a:lnTo>
                  <a:lnTo>
                    <a:pt x="339641" y="10086"/>
                  </a:lnTo>
                  <a:lnTo>
                    <a:pt x="336900" y="8771"/>
                  </a:lnTo>
                  <a:lnTo>
                    <a:pt x="335913" y="4605"/>
                  </a:lnTo>
                  <a:lnTo>
                    <a:pt x="332405" y="5482"/>
                  </a:lnTo>
                  <a:lnTo>
                    <a:pt x="329883" y="3618"/>
                  </a:lnTo>
                  <a:lnTo>
                    <a:pt x="327362" y="987"/>
                  </a:lnTo>
                  <a:lnTo>
                    <a:pt x="323634" y="0"/>
                  </a:lnTo>
                  <a:lnTo>
                    <a:pt x="321771" y="1096"/>
                  </a:lnTo>
                  <a:lnTo>
                    <a:pt x="319907" y="5262"/>
                  </a:lnTo>
                  <a:lnTo>
                    <a:pt x="317714" y="6139"/>
                  </a:lnTo>
                  <a:lnTo>
                    <a:pt x="315302" y="6688"/>
                  </a:lnTo>
                  <a:lnTo>
                    <a:pt x="313767" y="8222"/>
                  </a:lnTo>
                  <a:lnTo>
                    <a:pt x="313000" y="10415"/>
                  </a:lnTo>
                  <a:lnTo>
                    <a:pt x="312671" y="16335"/>
                  </a:lnTo>
                  <a:lnTo>
                    <a:pt x="312013" y="18637"/>
                  </a:lnTo>
                  <a:lnTo>
                    <a:pt x="307189" y="25544"/>
                  </a:lnTo>
                  <a:lnTo>
                    <a:pt x="306861" y="26312"/>
                  </a:lnTo>
                  <a:lnTo>
                    <a:pt x="285373" y="24667"/>
                  </a:lnTo>
                  <a:lnTo>
                    <a:pt x="283838" y="25215"/>
                  </a:lnTo>
                  <a:lnTo>
                    <a:pt x="282193" y="28066"/>
                  </a:lnTo>
                  <a:lnTo>
                    <a:pt x="280110" y="29710"/>
                  </a:lnTo>
                  <a:lnTo>
                    <a:pt x="279781" y="30259"/>
                  </a:lnTo>
                  <a:lnTo>
                    <a:pt x="279124" y="30697"/>
                  </a:lnTo>
                  <a:lnTo>
                    <a:pt x="277918" y="31026"/>
                  </a:lnTo>
                  <a:lnTo>
                    <a:pt x="276821" y="30478"/>
                  </a:lnTo>
                  <a:lnTo>
                    <a:pt x="275945" y="28175"/>
                  </a:lnTo>
                  <a:lnTo>
                    <a:pt x="275177" y="27737"/>
                  </a:lnTo>
                  <a:lnTo>
                    <a:pt x="271559" y="29162"/>
                  </a:lnTo>
                  <a:lnTo>
                    <a:pt x="264433" y="33109"/>
                  </a:lnTo>
                  <a:lnTo>
                    <a:pt x="261034" y="33986"/>
                  </a:lnTo>
                  <a:lnTo>
                    <a:pt x="253689" y="33767"/>
                  </a:lnTo>
                  <a:lnTo>
                    <a:pt x="252154" y="33986"/>
                  </a:lnTo>
                  <a:lnTo>
                    <a:pt x="250729" y="35521"/>
                  </a:lnTo>
                  <a:lnTo>
                    <a:pt x="250181" y="37165"/>
                  </a:lnTo>
                  <a:lnTo>
                    <a:pt x="249961" y="39139"/>
                  </a:lnTo>
                  <a:lnTo>
                    <a:pt x="249413" y="41660"/>
                  </a:lnTo>
                  <a:lnTo>
                    <a:pt x="243713" y="51856"/>
                  </a:lnTo>
                  <a:lnTo>
                    <a:pt x="242726" y="54926"/>
                  </a:lnTo>
                  <a:lnTo>
                    <a:pt x="241958" y="55255"/>
                  </a:lnTo>
                  <a:lnTo>
                    <a:pt x="238779" y="61284"/>
                  </a:lnTo>
                  <a:lnTo>
                    <a:pt x="238779" y="61833"/>
                  </a:lnTo>
                  <a:lnTo>
                    <a:pt x="236806" y="65560"/>
                  </a:lnTo>
                  <a:lnTo>
                    <a:pt x="235600" y="66985"/>
                  </a:lnTo>
                  <a:lnTo>
                    <a:pt x="233188" y="68082"/>
                  </a:lnTo>
                  <a:lnTo>
                    <a:pt x="234284" y="70932"/>
                  </a:lnTo>
                  <a:lnTo>
                    <a:pt x="233845" y="71809"/>
                  </a:lnTo>
                  <a:lnTo>
                    <a:pt x="231982" y="72686"/>
                  </a:lnTo>
                  <a:lnTo>
                    <a:pt x="232969" y="75756"/>
                  </a:lnTo>
                  <a:lnTo>
                    <a:pt x="231872" y="77510"/>
                  </a:lnTo>
                  <a:lnTo>
                    <a:pt x="230118" y="78935"/>
                  </a:lnTo>
                  <a:lnTo>
                    <a:pt x="223869" y="95599"/>
                  </a:lnTo>
                  <a:lnTo>
                    <a:pt x="222553" y="97573"/>
                  </a:lnTo>
                  <a:lnTo>
                    <a:pt x="221567" y="99765"/>
                  </a:lnTo>
                  <a:lnTo>
                    <a:pt x="221128" y="102835"/>
                  </a:lnTo>
                  <a:lnTo>
                    <a:pt x="221567" y="105357"/>
                  </a:lnTo>
                  <a:lnTo>
                    <a:pt x="222334" y="107878"/>
                  </a:lnTo>
                  <a:lnTo>
                    <a:pt x="222334" y="110509"/>
                  </a:lnTo>
                  <a:lnTo>
                    <a:pt x="220471" y="113579"/>
                  </a:lnTo>
                  <a:lnTo>
                    <a:pt x="220251" y="114895"/>
                  </a:lnTo>
                  <a:lnTo>
                    <a:pt x="221786" y="118074"/>
                  </a:lnTo>
                  <a:lnTo>
                    <a:pt x="221786" y="118951"/>
                  </a:lnTo>
                  <a:lnTo>
                    <a:pt x="220032" y="120047"/>
                  </a:lnTo>
                  <a:lnTo>
                    <a:pt x="218607" y="120157"/>
                  </a:lnTo>
                  <a:lnTo>
                    <a:pt x="217401" y="120157"/>
                  </a:lnTo>
                  <a:lnTo>
                    <a:pt x="216414" y="120486"/>
                  </a:lnTo>
                  <a:lnTo>
                    <a:pt x="214112" y="122459"/>
                  </a:lnTo>
                  <a:lnTo>
                    <a:pt x="212906" y="124104"/>
                  </a:lnTo>
                  <a:lnTo>
                    <a:pt x="212467" y="126406"/>
                  </a:lnTo>
                  <a:lnTo>
                    <a:pt x="212358" y="130572"/>
                  </a:lnTo>
                  <a:lnTo>
                    <a:pt x="209617" y="139233"/>
                  </a:lnTo>
                  <a:lnTo>
                    <a:pt x="209617" y="141974"/>
                  </a:lnTo>
                  <a:lnTo>
                    <a:pt x="211042" y="144166"/>
                  </a:lnTo>
                  <a:lnTo>
                    <a:pt x="215866" y="147346"/>
                  </a:lnTo>
                  <a:lnTo>
                    <a:pt x="217620" y="149867"/>
                  </a:lnTo>
                  <a:lnTo>
                    <a:pt x="215427" y="150854"/>
                  </a:lnTo>
                  <a:lnTo>
                    <a:pt x="210165" y="151841"/>
                  </a:lnTo>
                  <a:lnTo>
                    <a:pt x="201175" y="158528"/>
                  </a:lnTo>
                  <a:lnTo>
                    <a:pt x="200189" y="160392"/>
                  </a:lnTo>
                  <a:lnTo>
                    <a:pt x="195803" y="157980"/>
                  </a:lnTo>
                  <a:lnTo>
                    <a:pt x="192076" y="161488"/>
                  </a:lnTo>
                  <a:lnTo>
                    <a:pt x="186704" y="172780"/>
                  </a:lnTo>
                  <a:lnTo>
                    <a:pt x="185059" y="175192"/>
                  </a:lnTo>
                  <a:lnTo>
                    <a:pt x="183415" y="176508"/>
                  </a:lnTo>
                  <a:lnTo>
                    <a:pt x="175521" y="180784"/>
                  </a:lnTo>
                  <a:lnTo>
                    <a:pt x="173877" y="182099"/>
                  </a:lnTo>
                  <a:lnTo>
                    <a:pt x="173000" y="184292"/>
                  </a:lnTo>
                  <a:lnTo>
                    <a:pt x="171794" y="188239"/>
                  </a:lnTo>
                  <a:lnTo>
                    <a:pt x="171026" y="187690"/>
                  </a:lnTo>
                  <a:lnTo>
                    <a:pt x="169162" y="188239"/>
                  </a:lnTo>
                  <a:lnTo>
                    <a:pt x="168286" y="196022"/>
                  </a:lnTo>
                  <a:lnTo>
                    <a:pt x="165655" y="202052"/>
                  </a:lnTo>
                  <a:lnTo>
                    <a:pt x="160611" y="204574"/>
                  </a:lnTo>
                  <a:lnTo>
                    <a:pt x="152937" y="203477"/>
                  </a:lnTo>
                  <a:lnTo>
                    <a:pt x="142193" y="200517"/>
                  </a:lnTo>
                  <a:lnTo>
                    <a:pt x="130353" y="200737"/>
                  </a:lnTo>
                  <a:lnTo>
                    <a:pt x="127502" y="198983"/>
                  </a:lnTo>
                  <a:lnTo>
                    <a:pt x="128489" y="195365"/>
                  </a:lnTo>
                  <a:lnTo>
                    <a:pt x="128160" y="195694"/>
                  </a:lnTo>
                  <a:lnTo>
                    <a:pt x="128160" y="195694"/>
                  </a:lnTo>
                  <a:lnTo>
                    <a:pt x="112483" y="227377"/>
                  </a:lnTo>
                  <a:lnTo>
                    <a:pt x="96257" y="258513"/>
                  </a:lnTo>
                  <a:lnTo>
                    <a:pt x="79922" y="289648"/>
                  </a:lnTo>
                  <a:lnTo>
                    <a:pt x="63806" y="320784"/>
                  </a:lnTo>
                  <a:lnTo>
                    <a:pt x="57776" y="332624"/>
                  </a:lnTo>
                  <a:lnTo>
                    <a:pt x="51746" y="344355"/>
                  </a:lnTo>
                  <a:lnTo>
                    <a:pt x="45826" y="356195"/>
                  </a:lnTo>
                  <a:lnTo>
                    <a:pt x="39797" y="367926"/>
                  </a:lnTo>
                  <a:lnTo>
                    <a:pt x="31574" y="383823"/>
                  </a:lnTo>
                  <a:lnTo>
                    <a:pt x="23352" y="399610"/>
                  </a:lnTo>
                  <a:lnTo>
                    <a:pt x="14910" y="415397"/>
                  </a:lnTo>
                  <a:lnTo>
                    <a:pt x="6359" y="430964"/>
                  </a:lnTo>
                  <a:lnTo>
                    <a:pt x="0" y="442257"/>
                  </a:lnTo>
                  <a:lnTo>
                    <a:pt x="1644" y="449273"/>
                  </a:lnTo>
                  <a:lnTo>
                    <a:pt x="2741" y="454206"/>
                  </a:lnTo>
                  <a:lnTo>
                    <a:pt x="3837" y="459030"/>
                  </a:lnTo>
                  <a:lnTo>
                    <a:pt x="4934" y="463964"/>
                  </a:lnTo>
                  <a:lnTo>
                    <a:pt x="7236" y="474050"/>
                  </a:lnTo>
                  <a:lnTo>
                    <a:pt x="9429" y="484026"/>
                  </a:lnTo>
                  <a:lnTo>
                    <a:pt x="11731" y="494003"/>
                  </a:lnTo>
                  <a:lnTo>
                    <a:pt x="14033" y="504089"/>
                  </a:lnTo>
                  <a:lnTo>
                    <a:pt x="24229" y="546626"/>
                  </a:lnTo>
                  <a:lnTo>
                    <a:pt x="34425" y="589164"/>
                  </a:lnTo>
                  <a:lnTo>
                    <a:pt x="44620" y="631701"/>
                  </a:lnTo>
                  <a:lnTo>
                    <a:pt x="54706" y="674019"/>
                  </a:lnTo>
                  <a:lnTo>
                    <a:pt x="57557" y="686407"/>
                  </a:lnTo>
                  <a:lnTo>
                    <a:pt x="60407" y="698796"/>
                  </a:lnTo>
                  <a:lnTo>
                    <a:pt x="63367" y="711075"/>
                  </a:lnTo>
                  <a:lnTo>
                    <a:pt x="66218" y="723463"/>
                  </a:lnTo>
                  <a:lnTo>
                    <a:pt x="68630" y="725656"/>
                  </a:lnTo>
                  <a:lnTo>
                    <a:pt x="71042" y="727739"/>
                  </a:lnTo>
                  <a:lnTo>
                    <a:pt x="73454" y="729932"/>
                  </a:lnTo>
                  <a:lnTo>
                    <a:pt x="75866" y="732015"/>
                  </a:lnTo>
                  <a:lnTo>
                    <a:pt x="83759" y="738812"/>
                  </a:lnTo>
                  <a:lnTo>
                    <a:pt x="91653" y="745609"/>
                  </a:lnTo>
                  <a:lnTo>
                    <a:pt x="99546" y="752516"/>
                  </a:lnTo>
                  <a:lnTo>
                    <a:pt x="107220" y="759532"/>
                  </a:lnTo>
                  <a:lnTo>
                    <a:pt x="115772" y="766549"/>
                  </a:lnTo>
                  <a:lnTo>
                    <a:pt x="125638" y="774990"/>
                  </a:lnTo>
                  <a:lnTo>
                    <a:pt x="133642" y="784857"/>
                  </a:lnTo>
                  <a:lnTo>
                    <a:pt x="136711" y="795930"/>
                  </a:lnTo>
                  <a:lnTo>
                    <a:pt x="134409" y="807003"/>
                  </a:lnTo>
                  <a:lnTo>
                    <a:pt x="129805" y="816870"/>
                  </a:lnTo>
                  <a:lnTo>
                    <a:pt x="124981" y="826627"/>
                  </a:lnTo>
                  <a:lnTo>
                    <a:pt x="121802" y="837261"/>
                  </a:lnTo>
                  <a:lnTo>
                    <a:pt x="120924" y="848225"/>
                  </a:lnTo>
                  <a:lnTo>
                    <a:pt x="121363" y="859517"/>
                  </a:lnTo>
                  <a:lnTo>
                    <a:pt x="122459" y="870919"/>
                  </a:lnTo>
                  <a:lnTo>
                    <a:pt x="123665" y="881882"/>
                  </a:lnTo>
                  <a:lnTo>
                    <a:pt x="124542" y="888131"/>
                  </a:lnTo>
                  <a:lnTo>
                    <a:pt x="125200" y="894380"/>
                  </a:lnTo>
                  <a:lnTo>
                    <a:pt x="125748" y="900739"/>
                  </a:lnTo>
                  <a:lnTo>
                    <a:pt x="126187" y="907097"/>
                  </a:lnTo>
                  <a:lnTo>
                    <a:pt x="126187" y="908193"/>
                  </a:lnTo>
                  <a:lnTo>
                    <a:pt x="126296" y="909290"/>
                  </a:lnTo>
                  <a:lnTo>
                    <a:pt x="126296" y="910496"/>
                  </a:lnTo>
                  <a:lnTo>
                    <a:pt x="126406" y="911592"/>
                  </a:lnTo>
                  <a:lnTo>
                    <a:pt x="126845" y="916855"/>
                  </a:lnTo>
                  <a:lnTo>
                    <a:pt x="127283" y="923652"/>
                  </a:lnTo>
                  <a:lnTo>
                    <a:pt x="126735" y="929901"/>
                  </a:lnTo>
                  <a:lnTo>
                    <a:pt x="124213" y="933190"/>
                  </a:lnTo>
                  <a:lnTo>
                    <a:pt x="120705" y="935053"/>
                  </a:lnTo>
                  <a:lnTo>
                    <a:pt x="119061" y="937685"/>
                  </a:lnTo>
                  <a:lnTo>
                    <a:pt x="117964" y="940864"/>
                  </a:lnTo>
                  <a:lnTo>
                    <a:pt x="115881" y="944263"/>
                  </a:lnTo>
                  <a:lnTo>
                    <a:pt x="114017" y="946346"/>
                  </a:lnTo>
                  <a:lnTo>
                    <a:pt x="112373" y="948209"/>
                  </a:lnTo>
                  <a:lnTo>
                    <a:pt x="110729" y="950183"/>
                  </a:lnTo>
                  <a:lnTo>
                    <a:pt x="109084" y="952595"/>
                  </a:lnTo>
                  <a:lnTo>
                    <a:pt x="107439" y="954020"/>
                  </a:lnTo>
                  <a:lnTo>
                    <a:pt x="105247" y="954897"/>
                  </a:lnTo>
                  <a:lnTo>
                    <a:pt x="103054" y="955884"/>
                  </a:lnTo>
                  <a:lnTo>
                    <a:pt x="101191" y="957747"/>
                  </a:lnTo>
                  <a:lnTo>
                    <a:pt x="98559" y="959940"/>
                  </a:lnTo>
                  <a:lnTo>
                    <a:pt x="95818" y="961804"/>
                  </a:lnTo>
                  <a:lnTo>
                    <a:pt x="93735" y="964106"/>
                  </a:lnTo>
                  <a:lnTo>
                    <a:pt x="92968" y="967614"/>
                  </a:lnTo>
                  <a:lnTo>
                    <a:pt x="92968" y="972548"/>
                  </a:lnTo>
                  <a:lnTo>
                    <a:pt x="94503" y="976275"/>
                  </a:lnTo>
                  <a:lnTo>
                    <a:pt x="97134" y="979345"/>
                  </a:lnTo>
                  <a:lnTo>
                    <a:pt x="100313" y="982415"/>
                  </a:lnTo>
                  <a:lnTo>
                    <a:pt x="102177" y="984169"/>
                  </a:lnTo>
                  <a:lnTo>
                    <a:pt x="104370" y="986361"/>
                  </a:lnTo>
                  <a:lnTo>
                    <a:pt x="106124" y="988773"/>
                  </a:lnTo>
                  <a:lnTo>
                    <a:pt x="106343" y="990966"/>
                  </a:lnTo>
                  <a:lnTo>
                    <a:pt x="104918" y="992281"/>
                  </a:lnTo>
                  <a:lnTo>
                    <a:pt x="102835" y="992939"/>
                  </a:lnTo>
                  <a:lnTo>
                    <a:pt x="100642" y="993487"/>
                  </a:lnTo>
                  <a:lnTo>
                    <a:pt x="98888" y="994584"/>
                  </a:lnTo>
                  <a:lnTo>
                    <a:pt x="95270" y="999736"/>
                  </a:lnTo>
                  <a:lnTo>
                    <a:pt x="92420" y="1005109"/>
                  </a:lnTo>
                  <a:lnTo>
                    <a:pt x="90447" y="1010809"/>
                  </a:lnTo>
                  <a:lnTo>
                    <a:pt x="89460" y="1016949"/>
                  </a:lnTo>
                  <a:lnTo>
                    <a:pt x="90118" y="1020676"/>
                  </a:lnTo>
                  <a:lnTo>
                    <a:pt x="91653" y="1023307"/>
                  </a:lnTo>
                  <a:lnTo>
                    <a:pt x="94064" y="1025500"/>
                  </a:lnTo>
                  <a:lnTo>
                    <a:pt x="96805" y="1027583"/>
                  </a:lnTo>
                  <a:lnTo>
                    <a:pt x="100752" y="1030982"/>
                  </a:lnTo>
                  <a:lnTo>
                    <a:pt x="104041" y="1034709"/>
                  </a:lnTo>
                  <a:lnTo>
                    <a:pt x="106782" y="1038985"/>
                  </a:lnTo>
                  <a:lnTo>
                    <a:pt x="108755" y="1044028"/>
                  </a:lnTo>
                  <a:lnTo>
                    <a:pt x="113360" y="1050935"/>
                  </a:lnTo>
                  <a:lnTo>
                    <a:pt x="120815" y="1056087"/>
                  </a:lnTo>
                  <a:lnTo>
                    <a:pt x="128928" y="1060582"/>
                  </a:lnTo>
                  <a:lnTo>
                    <a:pt x="135615" y="1065735"/>
                  </a:lnTo>
                  <a:lnTo>
                    <a:pt x="138685" y="1072532"/>
                  </a:lnTo>
                  <a:lnTo>
                    <a:pt x="139233" y="1080864"/>
                  </a:lnTo>
                  <a:lnTo>
                    <a:pt x="139123" y="1089635"/>
                  </a:lnTo>
                  <a:lnTo>
                    <a:pt x="140220" y="1098077"/>
                  </a:lnTo>
                  <a:lnTo>
                    <a:pt x="145263" y="1105751"/>
                  </a:lnTo>
                  <a:lnTo>
                    <a:pt x="153266" y="1110904"/>
                  </a:lnTo>
                  <a:lnTo>
                    <a:pt x="162365" y="1114302"/>
                  </a:lnTo>
                  <a:lnTo>
                    <a:pt x="170588" y="1116385"/>
                  </a:lnTo>
                  <a:lnTo>
                    <a:pt x="178920" y="1118358"/>
                  </a:lnTo>
                  <a:lnTo>
                    <a:pt x="187252" y="1120332"/>
                  </a:lnTo>
                  <a:lnTo>
                    <a:pt x="195365" y="1123182"/>
                  </a:lnTo>
                  <a:lnTo>
                    <a:pt x="203039" y="1127239"/>
                  </a:lnTo>
                  <a:lnTo>
                    <a:pt x="207644" y="1129870"/>
                  </a:lnTo>
                  <a:lnTo>
                    <a:pt x="212248" y="1133049"/>
                  </a:lnTo>
                  <a:lnTo>
                    <a:pt x="216633" y="1136557"/>
                  </a:lnTo>
                  <a:lnTo>
                    <a:pt x="220690" y="1140066"/>
                  </a:lnTo>
                  <a:lnTo>
                    <a:pt x="220909" y="1130857"/>
                  </a:lnTo>
                  <a:lnTo>
                    <a:pt x="221128" y="1121647"/>
                  </a:lnTo>
                  <a:lnTo>
                    <a:pt x="221457" y="1112438"/>
                  </a:lnTo>
                  <a:lnTo>
                    <a:pt x="221676" y="1103339"/>
                  </a:lnTo>
                  <a:lnTo>
                    <a:pt x="226171" y="1102023"/>
                  </a:lnTo>
                  <a:lnTo>
                    <a:pt x="230666" y="1097309"/>
                  </a:lnTo>
                  <a:lnTo>
                    <a:pt x="234613" y="1091499"/>
                  </a:lnTo>
                  <a:lnTo>
                    <a:pt x="237683" y="1087004"/>
                  </a:lnTo>
                  <a:lnTo>
                    <a:pt x="242068" y="1081303"/>
                  </a:lnTo>
                  <a:lnTo>
                    <a:pt x="246453" y="1075602"/>
                  </a:lnTo>
                  <a:lnTo>
                    <a:pt x="250839" y="1070011"/>
                  </a:lnTo>
                  <a:lnTo>
                    <a:pt x="255224" y="1064310"/>
                  </a:lnTo>
                  <a:lnTo>
                    <a:pt x="258732" y="1058938"/>
                  </a:lnTo>
                  <a:lnTo>
                    <a:pt x="261912" y="1056197"/>
                  </a:lnTo>
                  <a:lnTo>
                    <a:pt x="265968" y="1054991"/>
                  </a:lnTo>
                  <a:lnTo>
                    <a:pt x="272107" y="1054333"/>
                  </a:lnTo>
                  <a:lnTo>
                    <a:pt x="286688" y="1052798"/>
                  </a:lnTo>
                  <a:lnTo>
                    <a:pt x="301160" y="1051373"/>
                  </a:lnTo>
                  <a:lnTo>
                    <a:pt x="315741" y="1049838"/>
                  </a:lnTo>
                  <a:lnTo>
                    <a:pt x="330322" y="1048413"/>
                  </a:lnTo>
                  <a:lnTo>
                    <a:pt x="335694" y="1047426"/>
                  </a:lnTo>
                  <a:lnTo>
                    <a:pt x="341614" y="1046221"/>
                  </a:lnTo>
                  <a:lnTo>
                    <a:pt x="347425" y="1045563"/>
                  </a:lnTo>
                  <a:lnTo>
                    <a:pt x="352687" y="1046111"/>
                  </a:lnTo>
                  <a:lnTo>
                    <a:pt x="360910" y="1048632"/>
                  </a:lnTo>
                  <a:lnTo>
                    <a:pt x="369132" y="1051154"/>
                  </a:lnTo>
                  <a:lnTo>
                    <a:pt x="377354" y="1053676"/>
                  </a:lnTo>
                  <a:lnTo>
                    <a:pt x="385577" y="1056197"/>
                  </a:lnTo>
                  <a:lnTo>
                    <a:pt x="392812" y="1058390"/>
                  </a:lnTo>
                  <a:lnTo>
                    <a:pt x="399939" y="1060582"/>
                  </a:lnTo>
                  <a:lnTo>
                    <a:pt x="414300" y="1065077"/>
                  </a:lnTo>
                  <a:lnTo>
                    <a:pt x="417918" y="1068695"/>
                  </a:lnTo>
                  <a:lnTo>
                    <a:pt x="421646" y="1075712"/>
                  </a:lnTo>
                  <a:lnTo>
                    <a:pt x="424935" y="1083386"/>
                  </a:lnTo>
                  <a:lnTo>
                    <a:pt x="427456" y="1088977"/>
                  </a:lnTo>
                  <a:lnTo>
                    <a:pt x="432609" y="1094788"/>
                  </a:lnTo>
                  <a:lnTo>
                    <a:pt x="439625" y="1098954"/>
                  </a:lnTo>
                  <a:lnTo>
                    <a:pt x="447519" y="1101037"/>
                  </a:lnTo>
                  <a:lnTo>
                    <a:pt x="455303" y="1100598"/>
                  </a:lnTo>
                  <a:lnTo>
                    <a:pt x="458153" y="1100927"/>
                  </a:lnTo>
                  <a:lnTo>
                    <a:pt x="461662" y="1102572"/>
                  </a:lnTo>
                  <a:lnTo>
                    <a:pt x="464950" y="1104654"/>
                  </a:lnTo>
                  <a:lnTo>
                    <a:pt x="467472" y="1106738"/>
                  </a:lnTo>
                  <a:lnTo>
                    <a:pt x="469226" y="1109917"/>
                  </a:lnTo>
                  <a:lnTo>
                    <a:pt x="470103" y="1114412"/>
                  </a:lnTo>
                  <a:lnTo>
                    <a:pt x="470542" y="1119126"/>
                  </a:lnTo>
                  <a:lnTo>
                    <a:pt x="470761" y="1123073"/>
                  </a:lnTo>
                  <a:lnTo>
                    <a:pt x="466705" y="1122415"/>
                  </a:lnTo>
                  <a:lnTo>
                    <a:pt x="462758" y="1121428"/>
                  </a:lnTo>
                  <a:lnTo>
                    <a:pt x="458811" y="1120332"/>
                  </a:lnTo>
                  <a:lnTo>
                    <a:pt x="454974" y="1119016"/>
                  </a:lnTo>
                  <a:lnTo>
                    <a:pt x="456070" y="1122744"/>
                  </a:lnTo>
                  <a:lnTo>
                    <a:pt x="457824" y="1127677"/>
                  </a:lnTo>
                  <a:lnTo>
                    <a:pt x="460017" y="1131953"/>
                  </a:lnTo>
                  <a:lnTo>
                    <a:pt x="462319" y="1133817"/>
                  </a:lnTo>
                  <a:lnTo>
                    <a:pt x="467801" y="1134146"/>
                  </a:lnTo>
                  <a:lnTo>
                    <a:pt x="473283" y="1134474"/>
                  </a:lnTo>
                  <a:lnTo>
                    <a:pt x="478874" y="1134694"/>
                  </a:lnTo>
                  <a:lnTo>
                    <a:pt x="484355" y="1135023"/>
                  </a:lnTo>
                  <a:lnTo>
                    <a:pt x="488631" y="1135352"/>
                  </a:lnTo>
                  <a:lnTo>
                    <a:pt x="492907" y="1135571"/>
                  </a:lnTo>
                  <a:lnTo>
                    <a:pt x="496853" y="1134913"/>
                  </a:lnTo>
                  <a:lnTo>
                    <a:pt x="500362" y="1132720"/>
                  </a:lnTo>
                  <a:lnTo>
                    <a:pt x="504199" y="1128554"/>
                  </a:lnTo>
                  <a:lnTo>
                    <a:pt x="508036" y="1124388"/>
                  </a:lnTo>
                  <a:lnTo>
                    <a:pt x="511983" y="1120332"/>
                  </a:lnTo>
                  <a:lnTo>
                    <a:pt x="516039" y="1116385"/>
                  </a:lnTo>
                  <a:lnTo>
                    <a:pt x="516039" y="1117701"/>
                  </a:lnTo>
                  <a:lnTo>
                    <a:pt x="516258" y="1119236"/>
                  </a:lnTo>
                  <a:lnTo>
                    <a:pt x="516478" y="1120661"/>
                  </a:lnTo>
                  <a:lnTo>
                    <a:pt x="516587" y="1121976"/>
                  </a:lnTo>
                  <a:lnTo>
                    <a:pt x="524700" y="1120442"/>
                  </a:lnTo>
                  <a:lnTo>
                    <a:pt x="531716" y="1119674"/>
                  </a:lnTo>
                  <a:lnTo>
                    <a:pt x="538404" y="1120770"/>
                  </a:lnTo>
                  <a:lnTo>
                    <a:pt x="545092" y="1125375"/>
                  </a:lnTo>
                  <a:lnTo>
                    <a:pt x="548052" y="1128335"/>
                  </a:lnTo>
                  <a:lnTo>
                    <a:pt x="550573" y="1131514"/>
                  </a:lnTo>
                  <a:lnTo>
                    <a:pt x="552766" y="1135023"/>
                  </a:lnTo>
                  <a:lnTo>
                    <a:pt x="554958" y="1138750"/>
                  </a:lnTo>
                  <a:lnTo>
                    <a:pt x="556384" y="1142258"/>
                  </a:lnTo>
                  <a:lnTo>
                    <a:pt x="557370" y="1145876"/>
                  </a:lnTo>
                  <a:lnTo>
                    <a:pt x="558467" y="1149494"/>
                  </a:lnTo>
                  <a:lnTo>
                    <a:pt x="560001" y="1152893"/>
                  </a:lnTo>
                  <a:lnTo>
                    <a:pt x="564825" y="1158923"/>
                  </a:lnTo>
                  <a:lnTo>
                    <a:pt x="572281" y="1163966"/>
                  </a:lnTo>
                  <a:lnTo>
                    <a:pt x="580503" y="1167255"/>
                  </a:lnTo>
                  <a:lnTo>
                    <a:pt x="587848" y="1167693"/>
                  </a:lnTo>
                  <a:lnTo>
                    <a:pt x="591685" y="1166597"/>
                  </a:lnTo>
                  <a:lnTo>
                    <a:pt x="595194" y="1165500"/>
                  </a:lnTo>
                  <a:lnTo>
                    <a:pt x="598592" y="1165172"/>
                  </a:lnTo>
                  <a:lnTo>
                    <a:pt x="602429" y="1166487"/>
                  </a:lnTo>
                  <a:lnTo>
                    <a:pt x="606266" y="1168570"/>
                  </a:lnTo>
                  <a:lnTo>
                    <a:pt x="610103" y="1170763"/>
                  </a:lnTo>
                  <a:lnTo>
                    <a:pt x="613941" y="1172955"/>
                  </a:lnTo>
                  <a:lnTo>
                    <a:pt x="617668" y="1175258"/>
                  </a:lnTo>
                  <a:lnTo>
                    <a:pt x="620080" y="1165281"/>
                  </a:lnTo>
                  <a:lnTo>
                    <a:pt x="622931" y="1155305"/>
                  </a:lnTo>
                  <a:lnTo>
                    <a:pt x="625891" y="1145328"/>
                  </a:lnTo>
                  <a:lnTo>
                    <a:pt x="628741" y="1135352"/>
                  </a:lnTo>
                  <a:lnTo>
                    <a:pt x="629728" y="1129760"/>
                  </a:lnTo>
                  <a:lnTo>
                    <a:pt x="629618" y="1125046"/>
                  </a:lnTo>
                  <a:lnTo>
                    <a:pt x="628522" y="1120222"/>
                  </a:lnTo>
                  <a:lnTo>
                    <a:pt x="626877" y="1114302"/>
                  </a:lnTo>
                  <a:lnTo>
                    <a:pt x="625014" y="1108492"/>
                  </a:lnTo>
                  <a:lnTo>
                    <a:pt x="624027" y="1104435"/>
                  </a:lnTo>
                  <a:lnTo>
                    <a:pt x="625014" y="1101146"/>
                  </a:lnTo>
                  <a:lnTo>
                    <a:pt x="629070" y="1097857"/>
                  </a:lnTo>
                  <a:lnTo>
                    <a:pt x="633126" y="1095226"/>
                  </a:lnTo>
                  <a:lnTo>
                    <a:pt x="636086" y="1092595"/>
                  </a:lnTo>
                  <a:lnTo>
                    <a:pt x="636744" y="1089525"/>
                  </a:lnTo>
                  <a:lnTo>
                    <a:pt x="634003" y="1085469"/>
                  </a:lnTo>
                  <a:lnTo>
                    <a:pt x="631153" y="1082399"/>
                  </a:lnTo>
                  <a:lnTo>
                    <a:pt x="627974" y="1078891"/>
                  </a:lnTo>
                  <a:lnTo>
                    <a:pt x="624575" y="1076150"/>
                  </a:lnTo>
                  <a:lnTo>
                    <a:pt x="620848" y="1075383"/>
                  </a:lnTo>
                  <a:lnTo>
                    <a:pt x="616353" y="1072423"/>
                  </a:lnTo>
                  <a:lnTo>
                    <a:pt x="618874" y="1064200"/>
                  </a:lnTo>
                  <a:lnTo>
                    <a:pt x="624356" y="1055101"/>
                  </a:lnTo>
                  <a:lnTo>
                    <a:pt x="629070" y="1049509"/>
                  </a:lnTo>
                  <a:lnTo>
                    <a:pt x="640143" y="1041945"/>
                  </a:lnTo>
                  <a:lnTo>
                    <a:pt x="651435" y="1035586"/>
                  </a:lnTo>
                  <a:lnTo>
                    <a:pt x="663494" y="1031749"/>
                  </a:lnTo>
                  <a:lnTo>
                    <a:pt x="676760" y="1031749"/>
                  </a:lnTo>
                  <a:lnTo>
                    <a:pt x="681803" y="1032955"/>
                  </a:lnTo>
                  <a:lnTo>
                    <a:pt x="686846" y="1034599"/>
                  </a:lnTo>
                  <a:lnTo>
                    <a:pt x="691889" y="1036573"/>
                  </a:lnTo>
                  <a:lnTo>
                    <a:pt x="696823" y="1038437"/>
                  </a:lnTo>
                  <a:lnTo>
                    <a:pt x="701646" y="1039752"/>
                  </a:lnTo>
                  <a:lnTo>
                    <a:pt x="706032" y="1039643"/>
                  </a:lnTo>
                  <a:lnTo>
                    <a:pt x="710307" y="1038546"/>
                  </a:lnTo>
                  <a:lnTo>
                    <a:pt x="715131" y="1036792"/>
                  </a:lnTo>
                  <a:lnTo>
                    <a:pt x="718639" y="1036573"/>
                  </a:lnTo>
                  <a:lnTo>
                    <a:pt x="723025" y="1037231"/>
                  </a:lnTo>
                  <a:lnTo>
                    <a:pt x="727081" y="1037450"/>
                  </a:lnTo>
                  <a:lnTo>
                    <a:pt x="729822" y="1036134"/>
                  </a:lnTo>
                  <a:lnTo>
                    <a:pt x="729822" y="1034709"/>
                  </a:lnTo>
                  <a:lnTo>
                    <a:pt x="729493" y="1032078"/>
                  </a:lnTo>
                  <a:lnTo>
                    <a:pt x="729164" y="1029337"/>
                  </a:lnTo>
                  <a:lnTo>
                    <a:pt x="729054" y="1027364"/>
                  </a:lnTo>
                  <a:lnTo>
                    <a:pt x="730041" y="1025719"/>
                  </a:lnTo>
                  <a:lnTo>
                    <a:pt x="731686" y="1024404"/>
                  </a:lnTo>
                  <a:lnTo>
                    <a:pt x="733659" y="1023636"/>
                  </a:lnTo>
                  <a:lnTo>
                    <a:pt x="735413" y="1023088"/>
                  </a:lnTo>
                  <a:lnTo>
                    <a:pt x="741662" y="1021663"/>
                  </a:lnTo>
                  <a:lnTo>
                    <a:pt x="739250" y="1018264"/>
                  </a:lnTo>
                  <a:lnTo>
                    <a:pt x="733001" y="1014318"/>
                  </a:lnTo>
                  <a:lnTo>
                    <a:pt x="727849" y="1011357"/>
                  </a:lnTo>
                  <a:lnTo>
                    <a:pt x="724998" y="1009055"/>
                  </a:lnTo>
                  <a:lnTo>
                    <a:pt x="723244" y="1007520"/>
                  </a:lnTo>
                  <a:lnTo>
                    <a:pt x="721161" y="1006753"/>
                  </a:lnTo>
                  <a:lnTo>
                    <a:pt x="717653" y="1006314"/>
                  </a:lnTo>
                  <a:lnTo>
                    <a:pt x="714035" y="1006205"/>
                  </a:lnTo>
                  <a:lnTo>
                    <a:pt x="710417" y="1005876"/>
                  </a:lnTo>
                  <a:lnTo>
                    <a:pt x="706909" y="1005437"/>
                  </a:lnTo>
                  <a:lnTo>
                    <a:pt x="703291" y="1004779"/>
                  </a:lnTo>
                  <a:lnTo>
                    <a:pt x="699783" y="1005109"/>
                  </a:lnTo>
                  <a:lnTo>
                    <a:pt x="695836" y="1006424"/>
                  </a:lnTo>
                  <a:lnTo>
                    <a:pt x="691889" y="1007520"/>
                  </a:lnTo>
                  <a:lnTo>
                    <a:pt x="688710" y="1007082"/>
                  </a:lnTo>
                  <a:lnTo>
                    <a:pt x="686737" y="1005328"/>
                  </a:lnTo>
                  <a:lnTo>
                    <a:pt x="686956" y="1003573"/>
                  </a:lnTo>
                  <a:lnTo>
                    <a:pt x="687723" y="1001820"/>
                  </a:lnTo>
                  <a:lnTo>
                    <a:pt x="687723" y="999846"/>
                  </a:lnTo>
                  <a:lnTo>
                    <a:pt x="682680" y="995351"/>
                  </a:lnTo>
                  <a:lnTo>
                    <a:pt x="675444" y="993707"/>
                  </a:lnTo>
                  <a:lnTo>
                    <a:pt x="668209" y="991733"/>
                  </a:lnTo>
                  <a:lnTo>
                    <a:pt x="663165" y="986252"/>
                  </a:lnTo>
                  <a:lnTo>
                    <a:pt x="662727" y="985265"/>
                  </a:lnTo>
                  <a:lnTo>
                    <a:pt x="662398" y="984278"/>
                  </a:lnTo>
                  <a:lnTo>
                    <a:pt x="662069" y="983292"/>
                  </a:lnTo>
                  <a:lnTo>
                    <a:pt x="661740" y="982305"/>
                  </a:lnTo>
                  <a:lnTo>
                    <a:pt x="657246" y="978139"/>
                  </a:lnTo>
                  <a:lnTo>
                    <a:pt x="649571" y="974960"/>
                  </a:lnTo>
                  <a:lnTo>
                    <a:pt x="643761" y="971780"/>
                  </a:lnTo>
                  <a:lnTo>
                    <a:pt x="644857" y="967614"/>
                  </a:lnTo>
                  <a:lnTo>
                    <a:pt x="649900" y="966518"/>
                  </a:lnTo>
                  <a:lnTo>
                    <a:pt x="656368" y="968711"/>
                  </a:lnTo>
                  <a:lnTo>
                    <a:pt x="662946" y="971671"/>
                  </a:lnTo>
                  <a:lnTo>
                    <a:pt x="668428" y="973425"/>
                  </a:lnTo>
                  <a:lnTo>
                    <a:pt x="668428" y="970684"/>
                  </a:lnTo>
                  <a:lnTo>
                    <a:pt x="668318" y="967833"/>
                  </a:lnTo>
                  <a:lnTo>
                    <a:pt x="667770" y="965202"/>
                  </a:lnTo>
                  <a:lnTo>
                    <a:pt x="666345" y="963010"/>
                  </a:lnTo>
                  <a:lnTo>
                    <a:pt x="663823" y="962023"/>
                  </a:lnTo>
                  <a:lnTo>
                    <a:pt x="660644" y="961913"/>
                  </a:lnTo>
                  <a:lnTo>
                    <a:pt x="657684" y="961804"/>
                  </a:lnTo>
                  <a:lnTo>
                    <a:pt x="655601" y="960707"/>
                  </a:lnTo>
                  <a:lnTo>
                    <a:pt x="655162" y="958734"/>
                  </a:lnTo>
                  <a:lnTo>
                    <a:pt x="655601" y="956432"/>
                  </a:lnTo>
                  <a:lnTo>
                    <a:pt x="655710" y="954020"/>
                  </a:lnTo>
                  <a:lnTo>
                    <a:pt x="654724" y="951827"/>
                  </a:lnTo>
                  <a:lnTo>
                    <a:pt x="653189" y="950292"/>
                  </a:lnTo>
                  <a:lnTo>
                    <a:pt x="651544" y="949306"/>
                  </a:lnTo>
                  <a:lnTo>
                    <a:pt x="649790" y="948648"/>
                  </a:lnTo>
                  <a:lnTo>
                    <a:pt x="647707" y="948319"/>
                  </a:lnTo>
                  <a:lnTo>
                    <a:pt x="642774" y="948209"/>
                  </a:lnTo>
                  <a:lnTo>
                    <a:pt x="638827" y="947552"/>
                  </a:lnTo>
                  <a:lnTo>
                    <a:pt x="635428" y="945578"/>
                  </a:lnTo>
                  <a:lnTo>
                    <a:pt x="631920" y="941412"/>
                  </a:lnTo>
                  <a:lnTo>
                    <a:pt x="626877" y="934396"/>
                  </a:lnTo>
                  <a:lnTo>
                    <a:pt x="621944" y="926941"/>
                  </a:lnTo>
                  <a:lnTo>
                    <a:pt x="617558" y="919157"/>
                  </a:lnTo>
                  <a:lnTo>
                    <a:pt x="614160" y="911044"/>
                  </a:lnTo>
                  <a:lnTo>
                    <a:pt x="612735" y="903370"/>
                  </a:lnTo>
                  <a:lnTo>
                    <a:pt x="612844" y="895147"/>
                  </a:lnTo>
                  <a:lnTo>
                    <a:pt x="613831" y="887035"/>
                  </a:lnTo>
                  <a:lnTo>
                    <a:pt x="614927" y="879251"/>
                  </a:lnTo>
                  <a:lnTo>
                    <a:pt x="613941" y="873659"/>
                  </a:lnTo>
                  <a:lnTo>
                    <a:pt x="609117" y="870480"/>
                  </a:lnTo>
                  <a:lnTo>
                    <a:pt x="603197" y="867958"/>
                  </a:lnTo>
                  <a:lnTo>
                    <a:pt x="599031" y="864231"/>
                  </a:lnTo>
                  <a:lnTo>
                    <a:pt x="597386" y="858311"/>
                  </a:lnTo>
                  <a:lnTo>
                    <a:pt x="597167" y="852391"/>
                  </a:lnTo>
                  <a:lnTo>
                    <a:pt x="596728" y="846471"/>
                  </a:lnTo>
                  <a:lnTo>
                    <a:pt x="594426" y="840770"/>
                  </a:lnTo>
                  <a:lnTo>
                    <a:pt x="592124" y="837590"/>
                  </a:lnTo>
                  <a:lnTo>
                    <a:pt x="589164" y="834301"/>
                  </a:lnTo>
                  <a:lnTo>
                    <a:pt x="585765" y="831561"/>
                  </a:lnTo>
                  <a:lnTo>
                    <a:pt x="582476" y="830574"/>
                  </a:lnTo>
                  <a:lnTo>
                    <a:pt x="578529" y="830574"/>
                  </a:lnTo>
                  <a:lnTo>
                    <a:pt x="576227" y="830026"/>
                  </a:lnTo>
                  <a:lnTo>
                    <a:pt x="574254" y="828162"/>
                  </a:lnTo>
                  <a:lnTo>
                    <a:pt x="571403" y="824325"/>
                  </a:lnTo>
                  <a:lnTo>
                    <a:pt x="569430" y="821036"/>
                  </a:lnTo>
                  <a:lnTo>
                    <a:pt x="568334" y="817637"/>
                  </a:lnTo>
                  <a:lnTo>
                    <a:pt x="567676" y="814019"/>
                  </a:lnTo>
                  <a:lnTo>
                    <a:pt x="567018" y="810073"/>
                  </a:lnTo>
                  <a:lnTo>
                    <a:pt x="562523" y="802398"/>
                  </a:lnTo>
                  <a:lnTo>
                    <a:pt x="555616" y="795163"/>
                  </a:lnTo>
                  <a:lnTo>
                    <a:pt x="548052" y="788585"/>
                  </a:lnTo>
                  <a:lnTo>
                    <a:pt x="541364" y="782774"/>
                  </a:lnTo>
                  <a:lnTo>
                    <a:pt x="548819" y="776416"/>
                  </a:lnTo>
                  <a:lnTo>
                    <a:pt x="556274" y="769947"/>
                  </a:lnTo>
                  <a:lnTo>
                    <a:pt x="563619" y="763589"/>
                  </a:lnTo>
                  <a:lnTo>
                    <a:pt x="571074" y="757120"/>
                  </a:lnTo>
                  <a:lnTo>
                    <a:pt x="584559" y="745390"/>
                  </a:lnTo>
                  <a:lnTo>
                    <a:pt x="598154" y="733659"/>
                  </a:lnTo>
                  <a:lnTo>
                    <a:pt x="611748" y="722038"/>
                  </a:lnTo>
                  <a:lnTo>
                    <a:pt x="625342" y="710417"/>
                  </a:lnTo>
                  <a:lnTo>
                    <a:pt x="627206" y="708882"/>
                  </a:lnTo>
                  <a:lnTo>
                    <a:pt x="628960" y="707238"/>
                  </a:lnTo>
                  <a:lnTo>
                    <a:pt x="632688" y="704168"/>
                  </a:lnTo>
                  <a:lnTo>
                    <a:pt x="634661" y="710417"/>
                  </a:lnTo>
                  <a:lnTo>
                    <a:pt x="636744" y="716776"/>
                  </a:lnTo>
                  <a:lnTo>
                    <a:pt x="638718" y="723025"/>
                  </a:lnTo>
                  <a:lnTo>
                    <a:pt x="640691" y="729274"/>
                  </a:lnTo>
                  <a:lnTo>
                    <a:pt x="644418" y="726204"/>
                  </a:lnTo>
                  <a:lnTo>
                    <a:pt x="647707" y="723244"/>
                  </a:lnTo>
                  <a:lnTo>
                    <a:pt x="650996" y="719955"/>
                  </a:lnTo>
                  <a:lnTo>
                    <a:pt x="654285" y="716556"/>
                  </a:lnTo>
                  <a:lnTo>
                    <a:pt x="660863" y="707567"/>
                  </a:lnTo>
                  <a:lnTo>
                    <a:pt x="665248" y="697042"/>
                  </a:lnTo>
                  <a:lnTo>
                    <a:pt x="668428" y="685640"/>
                  </a:lnTo>
                  <a:lnTo>
                    <a:pt x="671388" y="674348"/>
                  </a:lnTo>
                  <a:lnTo>
                    <a:pt x="672155" y="670182"/>
                  </a:lnTo>
                  <a:lnTo>
                    <a:pt x="672374" y="665687"/>
                  </a:lnTo>
                  <a:lnTo>
                    <a:pt x="672046" y="661192"/>
                  </a:lnTo>
                  <a:lnTo>
                    <a:pt x="671826" y="656916"/>
                  </a:lnTo>
                  <a:lnTo>
                    <a:pt x="671936" y="651873"/>
                  </a:lnTo>
                  <a:lnTo>
                    <a:pt x="672155" y="644857"/>
                  </a:lnTo>
                  <a:lnTo>
                    <a:pt x="671936" y="638060"/>
                  </a:lnTo>
                  <a:lnTo>
                    <a:pt x="670730" y="633565"/>
                  </a:lnTo>
                  <a:lnTo>
                    <a:pt x="666893" y="631372"/>
                  </a:lnTo>
                  <a:lnTo>
                    <a:pt x="661411" y="630605"/>
                  </a:lnTo>
                  <a:lnTo>
                    <a:pt x="656039" y="629728"/>
                  </a:lnTo>
                  <a:lnTo>
                    <a:pt x="652422" y="627096"/>
                  </a:lnTo>
                  <a:lnTo>
                    <a:pt x="649900" y="623369"/>
                  </a:lnTo>
                  <a:lnTo>
                    <a:pt x="648584" y="623698"/>
                  </a:lnTo>
                  <a:lnTo>
                    <a:pt x="647707" y="626219"/>
                  </a:lnTo>
                  <a:lnTo>
                    <a:pt x="646501" y="629289"/>
                  </a:lnTo>
                  <a:lnTo>
                    <a:pt x="645186" y="629837"/>
                  </a:lnTo>
                  <a:lnTo>
                    <a:pt x="643541" y="629837"/>
                  </a:lnTo>
                  <a:lnTo>
                    <a:pt x="641787" y="629947"/>
                  </a:lnTo>
                  <a:lnTo>
                    <a:pt x="640691" y="631153"/>
                  </a:lnTo>
                  <a:lnTo>
                    <a:pt x="640691" y="632688"/>
                  </a:lnTo>
                  <a:lnTo>
                    <a:pt x="641568" y="633784"/>
                  </a:lnTo>
                  <a:lnTo>
                    <a:pt x="642555" y="634771"/>
                  </a:lnTo>
                  <a:lnTo>
                    <a:pt x="642993" y="635757"/>
                  </a:lnTo>
                  <a:lnTo>
                    <a:pt x="642116" y="639266"/>
                  </a:lnTo>
                  <a:lnTo>
                    <a:pt x="640033" y="641020"/>
                  </a:lnTo>
                  <a:lnTo>
                    <a:pt x="636744" y="641678"/>
                  </a:lnTo>
                  <a:lnTo>
                    <a:pt x="632359" y="642335"/>
                  </a:lnTo>
                  <a:lnTo>
                    <a:pt x="632907" y="636744"/>
                  </a:lnTo>
                  <a:lnTo>
                    <a:pt x="630385" y="634442"/>
                  </a:lnTo>
                  <a:lnTo>
                    <a:pt x="626548" y="633565"/>
                  </a:lnTo>
                  <a:lnTo>
                    <a:pt x="623369" y="632140"/>
                  </a:lnTo>
                  <a:lnTo>
                    <a:pt x="622602" y="625452"/>
                  </a:lnTo>
                  <a:lnTo>
                    <a:pt x="621834" y="618874"/>
                  </a:lnTo>
                  <a:lnTo>
                    <a:pt x="621067" y="612187"/>
                  </a:lnTo>
                  <a:lnTo>
                    <a:pt x="620299" y="605609"/>
                  </a:lnTo>
                  <a:lnTo>
                    <a:pt x="620738" y="601333"/>
                  </a:lnTo>
                  <a:lnTo>
                    <a:pt x="622931" y="598592"/>
                  </a:lnTo>
                  <a:lnTo>
                    <a:pt x="626219" y="596509"/>
                  </a:lnTo>
                  <a:lnTo>
                    <a:pt x="630057" y="594207"/>
                  </a:lnTo>
                  <a:lnTo>
                    <a:pt x="634332" y="591466"/>
                  </a:lnTo>
                  <a:lnTo>
                    <a:pt x="638718" y="588725"/>
                  </a:lnTo>
                  <a:lnTo>
                    <a:pt x="642993" y="585984"/>
                  </a:lnTo>
                  <a:lnTo>
                    <a:pt x="647269" y="583244"/>
                  </a:lnTo>
                  <a:lnTo>
                    <a:pt x="649900" y="580832"/>
                  </a:lnTo>
                  <a:lnTo>
                    <a:pt x="652093" y="577872"/>
                  </a:lnTo>
                  <a:lnTo>
                    <a:pt x="654505" y="574912"/>
                  </a:lnTo>
                  <a:lnTo>
                    <a:pt x="657246" y="573048"/>
                  </a:lnTo>
                  <a:lnTo>
                    <a:pt x="662946" y="570965"/>
                  </a:lnTo>
                  <a:lnTo>
                    <a:pt x="668647" y="568882"/>
                  </a:lnTo>
                  <a:lnTo>
                    <a:pt x="674348" y="566799"/>
                  </a:lnTo>
                  <a:lnTo>
                    <a:pt x="680049" y="564716"/>
                  </a:lnTo>
                  <a:lnTo>
                    <a:pt x="681474" y="564935"/>
                  </a:lnTo>
                  <a:lnTo>
                    <a:pt x="682132" y="566360"/>
                  </a:lnTo>
                  <a:lnTo>
                    <a:pt x="682571" y="568114"/>
                  </a:lnTo>
                  <a:lnTo>
                    <a:pt x="683447" y="569320"/>
                  </a:lnTo>
                  <a:lnTo>
                    <a:pt x="685202" y="569320"/>
                  </a:lnTo>
                  <a:lnTo>
                    <a:pt x="687285" y="568772"/>
                  </a:lnTo>
                  <a:lnTo>
                    <a:pt x="689477" y="567895"/>
                  </a:lnTo>
                  <a:lnTo>
                    <a:pt x="691231" y="567347"/>
                  </a:lnTo>
                  <a:lnTo>
                    <a:pt x="695178" y="561646"/>
                  </a:lnTo>
                  <a:lnTo>
                    <a:pt x="697919" y="550683"/>
                  </a:lnTo>
                  <a:lnTo>
                    <a:pt x="700002" y="538623"/>
                  </a:lnTo>
                  <a:lnTo>
                    <a:pt x="701866" y="529524"/>
                  </a:lnTo>
                  <a:lnTo>
                    <a:pt x="703510" y="521521"/>
                  </a:lnTo>
                  <a:lnTo>
                    <a:pt x="705155" y="512421"/>
                  </a:lnTo>
                  <a:lnTo>
                    <a:pt x="707238" y="503651"/>
                  </a:lnTo>
                  <a:lnTo>
                    <a:pt x="710417" y="496524"/>
                  </a:lnTo>
                  <a:lnTo>
                    <a:pt x="715679" y="490714"/>
                  </a:lnTo>
                  <a:lnTo>
                    <a:pt x="722915" y="485342"/>
                  </a:lnTo>
                  <a:lnTo>
                    <a:pt x="730590" y="480408"/>
                  </a:lnTo>
                  <a:lnTo>
                    <a:pt x="737167" y="476023"/>
                  </a:lnTo>
                  <a:lnTo>
                    <a:pt x="738592" y="474708"/>
                  </a:lnTo>
                  <a:lnTo>
                    <a:pt x="741114" y="472625"/>
                  </a:lnTo>
                  <a:lnTo>
                    <a:pt x="743745" y="470651"/>
                  </a:lnTo>
                  <a:lnTo>
                    <a:pt x="745061" y="470103"/>
                  </a:lnTo>
                  <a:lnTo>
                    <a:pt x="747692" y="472296"/>
                  </a:lnTo>
                  <a:lnTo>
                    <a:pt x="750323" y="474488"/>
                  </a:lnTo>
                  <a:lnTo>
                    <a:pt x="752845" y="476681"/>
                  </a:lnTo>
                  <a:lnTo>
                    <a:pt x="755476" y="478874"/>
                  </a:lnTo>
                  <a:lnTo>
                    <a:pt x="761834" y="484246"/>
                  </a:lnTo>
                  <a:lnTo>
                    <a:pt x="768193" y="489727"/>
                  </a:lnTo>
                  <a:lnTo>
                    <a:pt x="774552" y="495099"/>
                  </a:lnTo>
                  <a:lnTo>
                    <a:pt x="780911" y="500471"/>
                  </a:lnTo>
                  <a:lnTo>
                    <a:pt x="782445" y="502116"/>
                  </a:lnTo>
                  <a:lnTo>
                    <a:pt x="784090" y="503760"/>
                  </a:lnTo>
                  <a:lnTo>
                    <a:pt x="785735" y="504637"/>
                  </a:lnTo>
                  <a:lnTo>
                    <a:pt x="787379" y="504089"/>
                  </a:lnTo>
                  <a:lnTo>
                    <a:pt x="790229" y="501458"/>
                  </a:lnTo>
                  <a:lnTo>
                    <a:pt x="792970" y="498936"/>
                  </a:lnTo>
                  <a:lnTo>
                    <a:pt x="795711" y="496305"/>
                  </a:lnTo>
                  <a:lnTo>
                    <a:pt x="798561" y="493784"/>
                  </a:lnTo>
                  <a:lnTo>
                    <a:pt x="803604" y="488960"/>
                  </a:lnTo>
                  <a:lnTo>
                    <a:pt x="808648" y="484136"/>
                  </a:lnTo>
                  <a:lnTo>
                    <a:pt x="813691" y="479422"/>
                  </a:lnTo>
                  <a:lnTo>
                    <a:pt x="818953" y="475037"/>
                  </a:lnTo>
                  <a:lnTo>
                    <a:pt x="818953" y="475037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29" name="Freeform: Shape 32">
              <a:extLst>
                <a:ext uri="{FF2B5EF4-FFF2-40B4-BE49-F238E27FC236}">
                  <a16:creationId xmlns:a16="http://schemas.microsoft.com/office/drawing/2014/main" id="{346C7708-E14F-7A4D-4955-B51C37999073}"/>
                </a:ext>
              </a:extLst>
            </p:cNvPr>
            <p:cNvSpPr/>
            <p:nvPr/>
          </p:nvSpPr>
          <p:spPr>
            <a:xfrm>
              <a:off x="7327279" y="2209014"/>
              <a:ext cx="1151139" cy="1370403"/>
            </a:xfrm>
            <a:custGeom>
              <a:avLst/>
              <a:gdLst>
                <a:gd name="connsiteX0" fmla="*/ 1148508 w 1151138"/>
                <a:gd name="connsiteY0" fmla="*/ 625452 h 1370403"/>
                <a:gd name="connsiteX1" fmla="*/ 1147301 w 1151138"/>
                <a:gd name="connsiteY1" fmla="*/ 626110 h 1370403"/>
                <a:gd name="connsiteX2" fmla="*/ 1144999 w 1151138"/>
                <a:gd name="connsiteY2" fmla="*/ 622163 h 1370403"/>
                <a:gd name="connsiteX3" fmla="*/ 1143135 w 1151138"/>
                <a:gd name="connsiteY3" fmla="*/ 622602 h 1370403"/>
                <a:gd name="connsiteX4" fmla="*/ 1141381 w 1151138"/>
                <a:gd name="connsiteY4" fmla="*/ 624794 h 1370403"/>
                <a:gd name="connsiteX5" fmla="*/ 1139189 w 1151138"/>
                <a:gd name="connsiteY5" fmla="*/ 626110 h 1370403"/>
                <a:gd name="connsiteX6" fmla="*/ 1136338 w 1151138"/>
                <a:gd name="connsiteY6" fmla="*/ 625013 h 1370403"/>
                <a:gd name="connsiteX7" fmla="*/ 1130747 w 1151138"/>
                <a:gd name="connsiteY7" fmla="*/ 619641 h 1370403"/>
                <a:gd name="connsiteX8" fmla="*/ 1128993 w 1151138"/>
                <a:gd name="connsiteY8" fmla="*/ 618435 h 1370403"/>
                <a:gd name="connsiteX9" fmla="*/ 1126581 w 1151138"/>
                <a:gd name="connsiteY9" fmla="*/ 617778 h 1370403"/>
                <a:gd name="connsiteX10" fmla="*/ 1118139 w 1151138"/>
                <a:gd name="connsiteY10" fmla="*/ 613064 h 1370403"/>
                <a:gd name="connsiteX11" fmla="*/ 1108053 w 1151138"/>
                <a:gd name="connsiteY11" fmla="*/ 602977 h 1370403"/>
                <a:gd name="connsiteX12" fmla="*/ 1106957 w 1151138"/>
                <a:gd name="connsiteY12" fmla="*/ 601114 h 1370403"/>
                <a:gd name="connsiteX13" fmla="*/ 1106409 w 1151138"/>
                <a:gd name="connsiteY13" fmla="*/ 599469 h 1370403"/>
                <a:gd name="connsiteX14" fmla="*/ 1105751 w 1151138"/>
                <a:gd name="connsiteY14" fmla="*/ 598044 h 1370403"/>
                <a:gd name="connsiteX15" fmla="*/ 1103997 w 1151138"/>
                <a:gd name="connsiteY15" fmla="*/ 596728 h 1370403"/>
                <a:gd name="connsiteX16" fmla="*/ 1102572 w 1151138"/>
                <a:gd name="connsiteY16" fmla="*/ 596399 h 1370403"/>
                <a:gd name="connsiteX17" fmla="*/ 1097199 w 1151138"/>
                <a:gd name="connsiteY17" fmla="*/ 596728 h 1370403"/>
                <a:gd name="connsiteX18" fmla="*/ 1079878 w 1151138"/>
                <a:gd name="connsiteY18" fmla="*/ 592562 h 1370403"/>
                <a:gd name="connsiteX19" fmla="*/ 1074067 w 1151138"/>
                <a:gd name="connsiteY19" fmla="*/ 589273 h 1370403"/>
                <a:gd name="connsiteX20" fmla="*/ 1064748 w 1151138"/>
                <a:gd name="connsiteY20" fmla="*/ 581380 h 1370403"/>
                <a:gd name="connsiteX21" fmla="*/ 1062885 w 1151138"/>
                <a:gd name="connsiteY21" fmla="*/ 580503 h 1370403"/>
                <a:gd name="connsiteX22" fmla="*/ 1060582 w 1151138"/>
                <a:gd name="connsiteY22" fmla="*/ 579845 h 1370403"/>
                <a:gd name="connsiteX23" fmla="*/ 1059267 w 1151138"/>
                <a:gd name="connsiteY23" fmla="*/ 578639 h 1370403"/>
                <a:gd name="connsiteX24" fmla="*/ 1060911 w 1151138"/>
                <a:gd name="connsiteY24" fmla="*/ 573706 h 1370403"/>
                <a:gd name="connsiteX25" fmla="*/ 1059925 w 1151138"/>
                <a:gd name="connsiteY25" fmla="*/ 571403 h 1370403"/>
                <a:gd name="connsiteX26" fmla="*/ 1058061 w 1151138"/>
                <a:gd name="connsiteY26" fmla="*/ 569759 h 1370403"/>
                <a:gd name="connsiteX27" fmla="*/ 1055978 w 1151138"/>
                <a:gd name="connsiteY27" fmla="*/ 569101 h 1370403"/>
                <a:gd name="connsiteX28" fmla="*/ 1042164 w 1151138"/>
                <a:gd name="connsiteY28" fmla="*/ 568334 h 1370403"/>
                <a:gd name="connsiteX29" fmla="*/ 1029557 w 1151138"/>
                <a:gd name="connsiteY29" fmla="*/ 565702 h 1370403"/>
                <a:gd name="connsiteX30" fmla="*/ 1011686 w 1151138"/>
                <a:gd name="connsiteY30" fmla="*/ 559563 h 1370403"/>
                <a:gd name="connsiteX31" fmla="*/ 1004122 w 1151138"/>
                <a:gd name="connsiteY31" fmla="*/ 555287 h 1370403"/>
                <a:gd name="connsiteX32" fmla="*/ 994694 w 1151138"/>
                <a:gd name="connsiteY32" fmla="*/ 544872 h 1370403"/>
                <a:gd name="connsiteX33" fmla="*/ 987896 w 1151138"/>
                <a:gd name="connsiteY33" fmla="*/ 541474 h 1370403"/>
                <a:gd name="connsiteX34" fmla="*/ 983621 w 1151138"/>
                <a:gd name="connsiteY34" fmla="*/ 537856 h 1370403"/>
                <a:gd name="connsiteX35" fmla="*/ 977152 w 1151138"/>
                <a:gd name="connsiteY35" fmla="*/ 530620 h 1370403"/>
                <a:gd name="connsiteX36" fmla="*/ 973644 w 1151138"/>
                <a:gd name="connsiteY36" fmla="*/ 522507 h 1370403"/>
                <a:gd name="connsiteX37" fmla="*/ 972328 w 1151138"/>
                <a:gd name="connsiteY37" fmla="*/ 521411 h 1370403"/>
                <a:gd name="connsiteX38" fmla="*/ 970684 w 1151138"/>
                <a:gd name="connsiteY38" fmla="*/ 520644 h 1370403"/>
                <a:gd name="connsiteX39" fmla="*/ 965970 w 1151138"/>
                <a:gd name="connsiteY39" fmla="*/ 517135 h 1370403"/>
                <a:gd name="connsiteX40" fmla="*/ 962791 w 1151138"/>
                <a:gd name="connsiteY40" fmla="*/ 513079 h 1370403"/>
                <a:gd name="connsiteX41" fmla="*/ 957747 w 1151138"/>
                <a:gd name="connsiteY41" fmla="*/ 511763 h 1370403"/>
                <a:gd name="connsiteX42" fmla="*/ 952266 w 1151138"/>
                <a:gd name="connsiteY42" fmla="*/ 511873 h 1370403"/>
                <a:gd name="connsiteX43" fmla="*/ 948757 w 1151138"/>
                <a:gd name="connsiteY43" fmla="*/ 513737 h 1370403"/>
                <a:gd name="connsiteX44" fmla="*/ 946675 w 1151138"/>
                <a:gd name="connsiteY44" fmla="*/ 510667 h 1370403"/>
                <a:gd name="connsiteX45" fmla="*/ 930668 w 1151138"/>
                <a:gd name="connsiteY45" fmla="*/ 500471 h 1370403"/>
                <a:gd name="connsiteX46" fmla="*/ 929133 w 1151138"/>
                <a:gd name="connsiteY46" fmla="*/ 499813 h 1370403"/>
                <a:gd name="connsiteX47" fmla="*/ 927927 w 1151138"/>
                <a:gd name="connsiteY47" fmla="*/ 499046 h 1370403"/>
                <a:gd name="connsiteX48" fmla="*/ 927050 w 1151138"/>
                <a:gd name="connsiteY48" fmla="*/ 497073 h 1370403"/>
                <a:gd name="connsiteX49" fmla="*/ 926393 w 1151138"/>
                <a:gd name="connsiteY49" fmla="*/ 494990 h 1370403"/>
                <a:gd name="connsiteX50" fmla="*/ 925735 w 1151138"/>
                <a:gd name="connsiteY50" fmla="*/ 493564 h 1370403"/>
                <a:gd name="connsiteX51" fmla="*/ 922994 w 1151138"/>
                <a:gd name="connsiteY51" fmla="*/ 490824 h 1370403"/>
                <a:gd name="connsiteX52" fmla="*/ 913675 w 1151138"/>
                <a:gd name="connsiteY52" fmla="*/ 484355 h 1370403"/>
                <a:gd name="connsiteX53" fmla="*/ 910825 w 1151138"/>
                <a:gd name="connsiteY53" fmla="*/ 481286 h 1370403"/>
                <a:gd name="connsiteX54" fmla="*/ 910057 w 1151138"/>
                <a:gd name="connsiteY54" fmla="*/ 478983 h 1370403"/>
                <a:gd name="connsiteX55" fmla="*/ 909948 w 1151138"/>
                <a:gd name="connsiteY55" fmla="*/ 476791 h 1370403"/>
                <a:gd name="connsiteX56" fmla="*/ 909619 w 1151138"/>
                <a:gd name="connsiteY56" fmla="*/ 473502 h 1370403"/>
                <a:gd name="connsiteX57" fmla="*/ 908303 w 1151138"/>
                <a:gd name="connsiteY57" fmla="*/ 470322 h 1370403"/>
                <a:gd name="connsiteX58" fmla="*/ 904795 w 1151138"/>
                <a:gd name="connsiteY58" fmla="*/ 463744 h 1370403"/>
                <a:gd name="connsiteX59" fmla="*/ 903041 w 1151138"/>
                <a:gd name="connsiteY59" fmla="*/ 454206 h 1370403"/>
                <a:gd name="connsiteX60" fmla="*/ 900410 w 1151138"/>
                <a:gd name="connsiteY60" fmla="*/ 450808 h 1370403"/>
                <a:gd name="connsiteX61" fmla="*/ 897011 w 1151138"/>
                <a:gd name="connsiteY61" fmla="*/ 448067 h 1370403"/>
                <a:gd name="connsiteX62" fmla="*/ 893284 w 1151138"/>
                <a:gd name="connsiteY62" fmla="*/ 444011 h 1370403"/>
                <a:gd name="connsiteX63" fmla="*/ 892516 w 1151138"/>
                <a:gd name="connsiteY63" fmla="*/ 442037 h 1370403"/>
                <a:gd name="connsiteX64" fmla="*/ 889775 w 1151138"/>
                <a:gd name="connsiteY64" fmla="*/ 431513 h 1370403"/>
                <a:gd name="connsiteX65" fmla="*/ 886158 w 1151138"/>
                <a:gd name="connsiteY65" fmla="*/ 427018 h 1370403"/>
                <a:gd name="connsiteX66" fmla="*/ 885280 w 1151138"/>
                <a:gd name="connsiteY66" fmla="*/ 424606 h 1370403"/>
                <a:gd name="connsiteX67" fmla="*/ 884732 w 1151138"/>
                <a:gd name="connsiteY67" fmla="*/ 423619 h 1370403"/>
                <a:gd name="connsiteX68" fmla="*/ 882101 w 1151138"/>
                <a:gd name="connsiteY68" fmla="*/ 420549 h 1370403"/>
                <a:gd name="connsiteX69" fmla="*/ 881334 w 1151138"/>
                <a:gd name="connsiteY69" fmla="*/ 419234 h 1370403"/>
                <a:gd name="connsiteX70" fmla="*/ 881005 w 1151138"/>
                <a:gd name="connsiteY70" fmla="*/ 417041 h 1370403"/>
                <a:gd name="connsiteX71" fmla="*/ 881443 w 1151138"/>
                <a:gd name="connsiteY71" fmla="*/ 413533 h 1370403"/>
                <a:gd name="connsiteX72" fmla="*/ 881334 w 1151138"/>
                <a:gd name="connsiteY72" fmla="*/ 411559 h 1370403"/>
                <a:gd name="connsiteX73" fmla="*/ 877716 w 1151138"/>
                <a:gd name="connsiteY73" fmla="*/ 399061 h 1370403"/>
                <a:gd name="connsiteX74" fmla="*/ 877168 w 1151138"/>
                <a:gd name="connsiteY74" fmla="*/ 393689 h 1370403"/>
                <a:gd name="connsiteX75" fmla="*/ 877826 w 1151138"/>
                <a:gd name="connsiteY75" fmla="*/ 389194 h 1370403"/>
                <a:gd name="connsiteX76" fmla="*/ 880566 w 1151138"/>
                <a:gd name="connsiteY76" fmla="*/ 381082 h 1370403"/>
                <a:gd name="connsiteX77" fmla="*/ 881334 w 1151138"/>
                <a:gd name="connsiteY77" fmla="*/ 375819 h 1370403"/>
                <a:gd name="connsiteX78" fmla="*/ 881663 w 1151138"/>
                <a:gd name="connsiteY78" fmla="*/ 367597 h 1370403"/>
                <a:gd name="connsiteX79" fmla="*/ 881114 w 1151138"/>
                <a:gd name="connsiteY79" fmla="*/ 362444 h 1370403"/>
                <a:gd name="connsiteX80" fmla="*/ 878374 w 1151138"/>
                <a:gd name="connsiteY80" fmla="*/ 358936 h 1370403"/>
                <a:gd name="connsiteX81" fmla="*/ 874537 w 1151138"/>
                <a:gd name="connsiteY81" fmla="*/ 350933 h 1370403"/>
                <a:gd name="connsiteX82" fmla="*/ 872673 w 1151138"/>
                <a:gd name="connsiteY82" fmla="*/ 349069 h 1370403"/>
                <a:gd name="connsiteX83" fmla="*/ 869164 w 1151138"/>
                <a:gd name="connsiteY83" fmla="*/ 347315 h 1370403"/>
                <a:gd name="connsiteX84" fmla="*/ 867739 w 1151138"/>
                <a:gd name="connsiteY84" fmla="*/ 346219 h 1370403"/>
                <a:gd name="connsiteX85" fmla="*/ 865327 w 1151138"/>
                <a:gd name="connsiteY85" fmla="*/ 341724 h 1370403"/>
                <a:gd name="connsiteX86" fmla="*/ 862916 w 1151138"/>
                <a:gd name="connsiteY86" fmla="*/ 335584 h 1370403"/>
                <a:gd name="connsiteX87" fmla="*/ 860065 w 1151138"/>
                <a:gd name="connsiteY87" fmla="*/ 329993 h 1370403"/>
                <a:gd name="connsiteX88" fmla="*/ 856228 w 1151138"/>
                <a:gd name="connsiteY88" fmla="*/ 327691 h 1370403"/>
                <a:gd name="connsiteX89" fmla="*/ 855241 w 1151138"/>
                <a:gd name="connsiteY89" fmla="*/ 326704 h 1370403"/>
                <a:gd name="connsiteX90" fmla="*/ 854803 w 1151138"/>
                <a:gd name="connsiteY90" fmla="*/ 324402 h 1370403"/>
                <a:gd name="connsiteX91" fmla="*/ 854693 w 1151138"/>
                <a:gd name="connsiteY91" fmla="*/ 321880 h 1370403"/>
                <a:gd name="connsiteX92" fmla="*/ 854145 w 1151138"/>
                <a:gd name="connsiteY92" fmla="*/ 319907 h 1370403"/>
                <a:gd name="connsiteX93" fmla="*/ 853049 w 1151138"/>
                <a:gd name="connsiteY93" fmla="*/ 318372 h 1370403"/>
                <a:gd name="connsiteX94" fmla="*/ 850417 w 1151138"/>
                <a:gd name="connsiteY94" fmla="*/ 316837 h 1370403"/>
                <a:gd name="connsiteX95" fmla="*/ 848992 w 1151138"/>
                <a:gd name="connsiteY95" fmla="*/ 315193 h 1370403"/>
                <a:gd name="connsiteX96" fmla="*/ 847348 w 1151138"/>
                <a:gd name="connsiteY96" fmla="*/ 312671 h 1370403"/>
                <a:gd name="connsiteX97" fmla="*/ 846909 w 1151138"/>
                <a:gd name="connsiteY97" fmla="*/ 311465 h 1370403"/>
                <a:gd name="connsiteX98" fmla="*/ 847238 w 1151138"/>
                <a:gd name="connsiteY98" fmla="*/ 310040 h 1370403"/>
                <a:gd name="connsiteX99" fmla="*/ 847457 w 1151138"/>
                <a:gd name="connsiteY99" fmla="*/ 306641 h 1370403"/>
                <a:gd name="connsiteX100" fmla="*/ 847019 w 1151138"/>
                <a:gd name="connsiteY100" fmla="*/ 304339 h 1370403"/>
                <a:gd name="connsiteX101" fmla="*/ 845045 w 1151138"/>
                <a:gd name="connsiteY101" fmla="*/ 301379 h 1370403"/>
                <a:gd name="connsiteX102" fmla="*/ 844607 w 1151138"/>
                <a:gd name="connsiteY102" fmla="*/ 298858 h 1370403"/>
                <a:gd name="connsiteX103" fmla="*/ 844936 w 1151138"/>
                <a:gd name="connsiteY103" fmla="*/ 297323 h 1370403"/>
                <a:gd name="connsiteX104" fmla="*/ 846032 w 1151138"/>
                <a:gd name="connsiteY104" fmla="*/ 294801 h 1370403"/>
                <a:gd name="connsiteX105" fmla="*/ 846142 w 1151138"/>
                <a:gd name="connsiteY105" fmla="*/ 293376 h 1370403"/>
                <a:gd name="connsiteX106" fmla="*/ 845374 w 1151138"/>
                <a:gd name="connsiteY106" fmla="*/ 292170 h 1370403"/>
                <a:gd name="connsiteX107" fmla="*/ 842085 w 1151138"/>
                <a:gd name="connsiteY107" fmla="*/ 290306 h 1370403"/>
                <a:gd name="connsiteX108" fmla="*/ 841647 w 1151138"/>
                <a:gd name="connsiteY108" fmla="*/ 288004 h 1370403"/>
                <a:gd name="connsiteX109" fmla="*/ 841208 w 1151138"/>
                <a:gd name="connsiteY109" fmla="*/ 283180 h 1370403"/>
                <a:gd name="connsiteX110" fmla="*/ 840770 w 1151138"/>
                <a:gd name="connsiteY110" fmla="*/ 280878 h 1370403"/>
                <a:gd name="connsiteX111" fmla="*/ 838467 w 1151138"/>
                <a:gd name="connsiteY111" fmla="*/ 276931 h 1370403"/>
                <a:gd name="connsiteX112" fmla="*/ 832547 w 1151138"/>
                <a:gd name="connsiteY112" fmla="*/ 270024 h 1370403"/>
                <a:gd name="connsiteX113" fmla="*/ 831341 w 1151138"/>
                <a:gd name="connsiteY113" fmla="*/ 267612 h 1370403"/>
                <a:gd name="connsiteX114" fmla="*/ 830026 w 1151138"/>
                <a:gd name="connsiteY114" fmla="*/ 266735 h 1370403"/>
                <a:gd name="connsiteX115" fmla="*/ 823777 w 1151138"/>
                <a:gd name="connsiteY115" fmla="*/ 265858 h 1370403"/>
                <a:gd name="connsiteX116" fmla="*/ 821803 w 1151138"/>
                <a:gd name="connsiteY116" fmla="*/ 265200 h 1370403"/>
                <a:gd name="connsiteX117" fmla="*/ 820488 w 1151138"/>
                <a:gd name="connsiteY117" fmla="*/ 263227 h 1370403"/>
                <a:gd name="connsiteX118" fmla="*/ 820049 w 1151138"/>
                <a:gd name="connsiteY118" fmla="*/ 260815 h 1370403"/>
                <a:gd name="connsiteX119" fmla="*/ 819830 w 1151138"/>
                <a:gd name="connsiteY119" fmla="*/ 258184 h 1370403"/>
                <a:gd name="connsiteX120" fmla="*/ 819172 w 1151138"/>
                <a:gd name="connsiteY120" fmla="*/ 255882 h 1370403"/>
                <a:gd name="connsiteX121" fmla="*/ 816760 w 1151138"/>
                <a:gd name="connsiteY121" fmla="*/ 252373 h 1370403"/>
                <a:gd name="connsiteX122" fmla="*/ 812923 w 1151138"/>
                <a:gd name="connsiteY122" fmla="*/ 249413 h 1370403"/>
                <a:gd name="connsiteX123" fmla="*/ 808647 w 1151138"/>
                <a:gd name="connsiteY123" fmla="*/ 247330 h 1370403"/>
                <a:gd name="connsiteX124" fmla="*/ 804920 w 1151138"/>
                <a:gd name="connsiteY124" fmla="*/ 246563 h 1370403"/>
                <a:gd name="connsiteX125" fmla="*/ 801193 w 1151138"/>
                <a:gd name="connsiteY125" fmla="*/ 244918 h 1370403"/>
                <a:gd name="connsiteX126" fmla="*/ 792093 w 1151138"/>
                <a:gd name="connsiteY126" fmla="*/ 233955 h 1370403"/>
                <a:gd name="connsiteX127" fmla="*/ 790778 w 1151138"/>
                <a:gd name="connsiteY127" fmla="*/ 235709 h 1370403"/>
                <a:gd name="connsiteX128" fmla="*/ 788146 w 1151138"/>
                <a:gd name="connsiteY128" fmla="*/ 232749 h 1370403"/>
                <a:gd name="connsiteX129" fmla="*/ 787269 w 1151138"/>
                <a:gd name="connsiteY129" fmla="*/ 232201 h 1370403"/>
                <a:gd name="connsiteX130" fmla="*/ 786721 w 1151138"/>
                <a:gd name="connsiteY130" fmla="*/ 232530 h 1370403"/>
                <a:gd name="connsiteX131" fmla="*/ 786283 w 1151138"/>
                <a:gd name="connsiteY131" fmla="*/ 230118 h 1370403"/>
                <a:gd name="connsiteX132" fmla="*/ 785405 w 1151138"/>
                <a:gd name="connsiteY132" fmla="*/ 228693 h 1370403"/>
                <a:gd name="connsiteX133" fmla="*/ 783980 w 1151138"/>
                <a:gd name="connsiteY133" fmla="*/ 228035 h 1370403"/>
                <a:gd name="connsiteX134" fmla="*/ 781897 w 1151138"/>
                <a:gd name="connsiteY134" fmla="*/ 227816 h 1370403"/>
                <a:gd name="connsiteX135" fmla="*/ 779924 w 1151138"/>
                <a:gd name="connsiteY135" fmla="*/ 227158 h 1370403"/>
                <a:gd name="connsiteX136" fmla="*/ 778060 w 1151138"/>
                <a:gd name="connsiteY136" fmla="*/ 223759 h 1370403"/>
                <a:gd name="connsiteX137" fmla="*/ 776635 w 1151138"/>
                <a:gd name="connsiteY137" fmla="*/ 223102 h 1370403"/>
                <a:gd name="connsiteX138" fmla="*/ 775429 w 1151138"/>
                <a:gd name="connsiteY138" fmla="*/ 222773 h 1370403"/>
                <a:gd name="connsiteX139" fmla="*/ 773236 w 1151138"/>
                <a:gd name="connsiteY139" fmla="*/ 222005 h 1370403"/>
                <a:gd name="connsiteX140" fmla="*/ 772469 w 1151138"/>
                <a:gd name="connsiteY140" fmla="*/ 222225 h 1370403"/>
                <a:gd name="connsiteX141" fmla="*/ 771153 w 1151138"/>
                <a:gd name="connsiteY141" fmla="*/ 223979 h 1370403"/>
                <a:gd name="connsiteX142" fmla="*/ 770276 w 1151138"/>
                <a:gd name="connsiteY142" fmla="*/ 224527 h 1370403"/>
                <a:gd name="connsiteX143" fmla="*/ 769290 w 1151138"/>
                <a:gd name="connsiteY143" fmla="*/ 224636 h 1370403"/>
                <a:gd name="connsiteX144" fmla="*/ 767316 w 1151138"/>
                <a:gd name="connsiteY144" fmla="*/ 223650 h 1370403"/>
                <a:gd name="connsiteX145" fmla="*/ 766001 w 1151138"/>
                <a:gd name="connsiteY145" fmla="*/ 222444 h 1370403"/>
                <a:gd name="connsiteX146" fmla="*/ 765014 w 1151138"/>
                <a:gd name="connsiteY146" fmla="*/ 221128 h 1370403"/>
                <a:gd name="connsiteX147" fmla="*/ 763808 w 1151138"/>
                <a:gd name="connsiteY147" fmla="*/ 219922 h 1370403"/>
                <a:gd name="connsiteX148" fmla="*/ 752516 w 1151138"/>
                <a:gd name="connsiteY148" fmla="*/ 214331 h 1370403"/>
                <a:gd name="connsiteX149" fmla="*/ 746705 w 1151138"/>
                <a:gd name="connsiteY149" fmla="*/ 212906 h 1370403"/>
                <a:gd name="connsiteX150" fmla="*/ 744293 w 1151138"/>
                <a:gd name="connsiteY150" fmla="*/ 210713 h 1370403"/>
                <a:gd name="connsiteX151" fmla="*/ 736509 w 1151138"/>
                <a:gd name="connsiteY151" fmla="*/ 200956 h 1370403"/>
                <a:gd name="connsiteX152" fmla="*/ 720503 w 1151138"/>
                <a:gd name="connsiteY152" fmla="*/ 188567 h 1370403"/>
                <a:gd name="connsiteX153" fmla="*/ 713816 w 1151138"/>
                <a:gd name="connsiteY153" fmla="*/ 180564 h 1370403"/>
                <a:gd name="connsiteX154" fmla="*/ 708882 w 1151138"/>
                <a:gd name="connsiteY154" fmla="*/ 178043 h 1370403"/>
                <a:gd name="connsiteX155" fmla="*/ 706909 w 1151138"/>
                <a:gd name="connsiteY155" fmla="*/ 174863 h 1370403"/>
                <a:gd name="connsiteX156" fmla="*/ 704387 w 1151138"/>
                <a:gd name="connsiteY156" fmla="*/ 166751 h 1370403"/>
                <a:gd name="connsiteX157" fmla="*/ 701975 w 1151138"/>
                <a:gd name="connsiteY157" fmla="*/ 162256 h 1370403"/>
                <a:gd name="connsiteX158" fmla="*/ 699015 w 1151138"/>
                <a:gd name="connsiteY158" fmla="*/ 159953 h 1370403"/>
                <a:gd name="connsiteX159" fmla="*/ 695507 w 1151138"/>
                <a:gd name="connsiteY159" fmla="*/ 157980 h 1370403"/>
                <a:gd name="connsiteX160" fmla="*/ 691560 w 1151138"/>
                <a:gd name="connsiteY160" fmla="*/ 154910 h 1370403"/>
                <a:gd name="connsiteX161" fmla="*/ 686736 w 1151138"/>
                <a:gd name="connsiteY161" fmla="*/ 149429 h 1370403"/>
                <a:gd name="connsiteX162" fmla="*/ 685311 w 1151138"/>
                <a:gd name="connsiteY162" fmla="*/ 148442 h 1370403"/>
                <a:gd name="connsiteX163" fmla="*/ 682022 w 1151138"/>
                <a:gd name="connsiteY163" fmla="*/ 147126 h 1370403"/>
                <a:gd name="connsiteX164" fmla="*/ 667003 w 1151138"/>
                <a:gd name="connsiteY164" fmla="*/ 137479 h 1370403"/>
                <a:gd name="connsiteX165" fmla="*/ 665139 w 1151138"/>
                <a:gd name="connsiteY165" fmla="*/ 134519 h 1370403"/>
                <a:gd name="connsiteX166" fmla="*/ 663714 w 1151138"/>
                <a:gd name="connsiteY166" fmla="*/ 130353 h 1370403"/>
                <a:gd name="connsiteX167" fmla="*/ 648584 w 1151138"/>
                <a:gd name="connsiteY167" fmla="*/ 112592 h 1370403"/>
                <a:gd name="connsiteX168" fmla="*/ 644967 w 1151138"/>
                <a:gd name="connsiteY168" fmla="*/ 109742 h 1370403"/>
                <a:gd name="connsiteX169" fmla="*/ 641678 w 1151138"/>
                <a:gd name="connsiteY169" fmla="*/ 108536 h 1370403"/>
                <a:gd name="connsiteX170" fmla="*/ 641568 w 1151138"/>
                <a:gd name="connsiteY170" fmla="*/ 107768 h 1370403"/>
                <a:gd name="connsiteX171" fmla="*/ 639375 w 1151138"/>
                <a:gd name="connsiteY171" fmla="*/ 106014 h 1370403"/>
                <a:gd name="connsiteX172" fmla="*/ 635538 w 1151138"/>
                <a:gd name="connsiteY172" fmla="*/ 103822 h 1370403"/>
                <a:gd name="connsiteX173" fmla="*/ 634223 w 1151138"/>
                <a:gd name="connsiteY173" fmla="*/ 101739 h 1370403"/>
                <a:gd name="connsiteX174" fmla="*/ 632797 w 1151138"/>
                <a:gd name="connsiteY174" fmla="*/ 97902 h 1370403"/>
                <a:gd name="connsiteX175" fmla="*/ 631482 w 1151138"/>
                <a:gd name="connsiteY175" fmla="*/ 95819 h 1370403"/>
                <a:gd name="connsiteX176" fmla="*/ 628960 w 1151138"/>
                <a:gd name="connsiteY176" fmla="*/ 93626 h 1370403"/>
                <a:gd name="connsiteX177" fmla="*/ 620409 w 1151138"/>
                <a:gd name="connsiteY177" fmla="*/ 87706 h 1370403"/>
                <a:gd name="connsiteX178" fmla="*/ 617230 w 1151138"/>
                <a:gd name="connsiteY178" fmla="*/ 86500 h 1370403"/>
                <a:gd name="connsiteX179" fmla="*/ 612186 w 1151138"/>
                <a:gd name="connsiteY179" fmla="*/ 85842 h 1370403"/>
                <a:gd name="connsiteX180" fmla="*/ 608459 w 1151138"/>
                <a:gd name="connsiteY180" fmla="*/ 84417 h 1370403"/>
                <a:gd name="connsiteX181" fmla="*/ 601771 w 1151138"/>
                <a:gd name="connsiteY181" fmla="*/ 80360 h 1370403"/>
                <a:gd name="connsiteX182" fmla="*/ 593549 w 1151138"/>
                <a:gd name="connsiteY182" fmla="*/ 77949 h 1370403"/>
                <a:gd name="connsiteX183" fmla="*/ 588944 w 1151138"/>
                <a:gd name="connsiteY183" fmla="*/ 75975 h 1370403"/>
                <a:gd name="connsiteX184" fmla="*/ 586971 w 1151138"/>
                <a:gd name="connsiteY184" fmla="*/ 73125 h 1370403"/>
                <a:gd name="connsiteX185" fmla="*/ 580174 w 1151138"/>
                <a:gd name="connsiteY185" fmla="*/ 69178 h 1370403"/>
                <a:gd name="connsiteX186" fmla="*/ 578858 w 1151138"/>
                <a:gd name="connsiteY186" fmla="*/ 67643 h 1370403"/>
                <a:gd name="connsiteX187" fmla="*/ 578529 w 1151138"/>
                <a:gd name="connsiteY187" fmla="*/ 66547 h 1370403"/>
                <a:gd name="connsiteX188" fmla="*/ 578201 w 1151138"/>
                <a:gd name="connsiteY188" fmla="*/ 65231 h 1370403"/>
                <a:gd name="connsiteX189" fmla="*/ 577433 w 1151138"/>
                <a:gd name="connsiteY189" fmla="*/ 62929 h 1370403"/>
                <a:gd name="connsiteX190" fmla="*/ 575460 w 1151138"/>
                <a:gd name="connsiteY190" fmla="*/ 59421 h 1370403"/>
                <a:gd name="connsiteX191" fmla="*/ 567237 w 1151138"/>
                <a:gd name="connsiteY191" fmla="*/ 49554 h 1370403"/>
                <a:gd name="connsiteX192" fmla="*/ 564935 w 1151138"/>
                <a:gd name="connsiteY192" fmla="*/ 45497 h 1370403"/>
                <a:gd name="connsiteX193" fmla="*/ 559782 w 1151138"/>
                <a:gd name="connsiteY193" fmla="*/ 29820 h 1370403"/>
                <a:gd name="connsiteX194" fmla="*/ 556055 w 1151138"/>
                <a:gd name="connsiteY194" fmla="*/ 22036 h 1370403"/>
                <a:gd name="connsiteX195" fmla="*/ 550683 w 1151138"/>
                <a:gd name="connsiteY195" fmla="*/ 13923 h 1370403"/>
                <a:gd name="connsiteX196" fmla="*/ 544105 w 1151138"/>
                <a:gd name="connsiteY196" fmla="*/ 7345 h 1370403"/>
                <a:gd name="connsiteX197" fmla="*/ 536869 w 1151138"/>
                <a:gd name="connsiteY197" fmla="*/ 4495 h 1370403"/>
                <a:gd name="connsiteX198" fmla="*/ 528099 w 1151138"/>
                <a:gd name="connsiteY198" fmla="*/ 5262 h 1370403"/>
                <a:gd name="connsiteX199" fmla="*/ 524262 w 1151138"/>
                <a:gd name="connsiteY199" fmla="*/ 4276 h 1370403"/>
                <a:gd name="connsiteX200" fmla="*/ 522507 w 1151138"/>
                <a:gd name="connsiteY200" fmla="*/ 2631 h 1370403"/>
                <a:gd name="connsiteX201" fmla="*/ 521630 w 1151138"/>
                <a:gd name="connsiteY201" fmla="*/ 1754 h 1370403"/>
                <a:gd name="connsiteX202" fmla="*/ 519438 w 1151138"/>
                <a:gd name="connsiteY202" fmla="*/ 877 h 1370403"/>
                <a:gd name="connsiteX203" fmla="*/ 511215 w 1151138"/>
                <a:gd name="connsiteY203" fmla="*/ 877 h 1370403"/>
                <a:gd name="connsiteX204" fmla="*/ 506063 w 1151138"/>
                <a:gd name="connsiteY204" fmla="*/ 877 h 1370403"/>
                <a:gd name="connsiteX205" fmla="*/ 501019 w 1151138"/>
                <a:gd name="connsiteY205" fmla="*/ 877 h 1370403"/>
                <a:gd name="connsiteX206" fmla="*/ 495867 w 1151138"/>
                <a:gd name="connsiteY206" fmla="*/ 877 h 1370403"/>
                <a:gd name="connsiteX207" fmla="*/ 490824 w 1151138"/>
                <a:gd name="connsiteY207" fmla="*/ 877 h 1370403"/>
                <a:gd name="connsiteX208" fmla="*/ 485780 w 1151138"/>
                <a:gd name="connsiteY208" fmla="*/ 767 h 1370403"/>
                <a:gd name="connsiteX209" fmla="*/ 480628 w 1151138"/>
                <a:gd name="connsiteY209" fmla="*/ 767 h 1370403"/>
                <a:gd name="connsiteX210" fmla="*/ 475475 w 1151138"/>
                <a:gd name="connsiteY210" fmla="*/ 767 h 1370403"/>
                <a:gd name="connsiteX211" fmla="*/ 470432 w 1151138"/>
                <a:gd name="connsiteY211" fmla="*/ 767 h 1370403"/>
                <a:gd name="connsiteX212" fmla="*/ 460236 w 1151138"/>
                <a:gd name="connsiteY212" fmla="*/ 767 h 1370403"/>
                <a:gd name="connsiteX213" fmla="*/ 455083 w 1151138"/>
                <a:gd name="connsiteY213" fmla="*/ 767 h 1370403"/>
                <a:gd name="connsiteX214" fmla="*/ 450040 w 1151138"/>
                <a:gd name="connsiteY214" fmla="*/ 767 h 1370403"/>
                <a:gd name="connsiteX215" fmla="*/ 444888 w 1151138"/>
                <a:gd name="connsiteY215" fmla="*/ 658 h 1370403"/>
                <a:gd name="connsiteX216" fmla="*/ 439845 w 1151138"/>
                <a:gd name="connsiteY216" fmla="*/ 658 h 1370403"/>
                <a:gd name="connsiteX217" fmla="*/ 434692 w 1151138"/>
                <a:gd name="connsiteY217" fmla="*/ 658 h 1370403"/>
                <a:gd name="connsiteX218" fmla="*/ 429649 w 1151138"/>
                <a:gd name="connsiteY218" fmla="*/ 658 h 1370403"/>
                <a:gd name="connsiteX219" fmla="*/ 424496 w 1151138"/>
                <a:gd name="connsiteY219" fmla="*/ 658 h 1370403"/>
                <a:gd name="connsiteX220" fmla="*/ 419453 w 1151138"/>
                <a:gd name="connsiteY220" fmla="*/ 658 h 1370403"/>
                <a:gd name="connsiteX221" fmla="*/ 414300 w 1151138"/>
                <a:gd name="connsiteY221" fmla="*/ 658 h 1370403"/>
                <a:gd name="connsiteX222" fmla="*/ 409257 w 1151138"/>
                <a:gd name="connsiteY222" fmla="*/ 658 h 1370403"/>
                <a:gd name="connsiteX223" fmla="*/ 404104 w 1151138"/>
                <a:gd name="connsiteY223" fmla="*/ 548 h 1370403"/>
                <a:gd name="connsiteX224" fmla="*/ 399061 w 1151138"/>
                <a:gd name="connsiteY224" fmla="*/ 548 h 1370403"/>
                <a:gd name="connsiteX225" fmla="*/ 393909 w 1151138"/>
                <a:gd name="connsiteY225" fmla="*/ 548 h 1370403"/>
                <a:gd name="connsiteX226" fmla="*/ 388866 w 1151138"/>
                <a:gd name="connsiteY226" fmla="*/ 548 h 1370403"/>
                <a:gd name="connsiteX227" fmla="*/ 383713 w 1151138"/>
                <a:gd name="connsiteY227" fmla="*/ 548 h 1370403"/>
                <a:gd name="connsiteX228" fmla="*/ 378670 w 1151138"/>
                <a:gd name="connsiteY228" fmla="*/ 548 h 1370403"/>
                <a:gd name="connsiteX229" fmla="*/ 373517 w 1151138"/>
                <a:gd name="connsiteY229" fmla="*/ 548 h 1370403"/>
                <a:gd name="connsiteX230" fmla="*/ 368474 w 1151138"/>
                <a:gd name="connsiteY230" fmla="*/ 548 h 1370403"/>
                <a:gd name="connsiteX231" fmla="*/ 363321 w 1151138"/>
                <a:gd name="connsiteY231" fmla="*/ 548 h 1370403"/>
                <a:gd name="connsiteX232" fmla="*/ 358278 w 1151138"/>
                <a:gd name="connsiteY232" fmla="*/ 439 h 1370403"/>
                <a:gd name="connsiteX233" fmla="*/ 353126 w 1151138"/>
                <a:gd name="connsiteY233" fmla="*/ 439 h 1370403"/>
                <a:gd name="connsiteX234" fmla="*/ 348082 w 1151138"/>
                <a:gd name="connsiteY234" fmla="*/ 439 h 1370403"/>
                <a:gd name="connsiteX235" fmla="*/ 342930 w 1151138"/>
                <a:gd name="connsiteY235" fmla="*/ 439 h 1370403"/>
                <a:gd name="connsiteX236" fmla="*/ 337887 w 1151138"/>
                <a:gd name="connsiteY236" fmla="*/ 439 h 1370403"/>
                <a:gd name="connsiteX237" fmla="*/ 332734 w 1151138"/>
                <a:gd name="connsiteY237" fmla="*/ 439 h 1370403"/>
                <a:gd name="connsiteX238" fmla="*/ 327691 w 1151138"/>
                <a:gd name="connsiteY238" fmla="*/ 439 h 1370403"/>
                <a:gd name="connsiteX239" fmla="*/ 322538 w 1151138"/>
                <a:gd name="connsiteY239" fmla="*/ 329 h 1370403"/>
                <a:gd name="connsiteX240" fmla="*/ 317495 w 1151138"/>
                <a:gd name="connsiteY240" fmla="*/ 329 h 1370403"/>
                <a:gd name="connsiteX241" fmla="*/ 312342 w 1151138"/>
                <a:gd name="connsiteY241" fmla="*/ 329 h 1370403"/>
                <a:gd name="connsiteX242" fmla="*/ 307299 w 1151138"/>
                <a:gd name="connsiteY242" fmla="*/ 329 h 1370403"/>
                <a:gd name="connsiteX243" fmla="*/ 302146 w 1151138"/>
                <a:gd name="connsiteY243" fmla="*/ 329 h 1370403"/>
                <a:gd name="connsiteX244" fmla="*/ 297103 w 1151138"/>
                <a:gd name="connsiteY244" fmla="*/ 329 h 1370403"/>
                <a:gd name="connsiteX245" fmla="*/ 291951 w 1151138"/>
                <a:gd name="connsiteY245" fmla="*/ 329 h 1370403"/>
                <a:gd name="connsiteX246" fmla="*/ 286798 w 1151138"/>
                <a:gd name="connsiteY246" fmla="*/ 329 h 1370403"/>
                <a:gd name="connsiteX247" fmla="*/ 281755 w 1151138"/>
                <a:gd name="connsiteY247" fmla="*/ 219 h 1370403"/>
                <a:gd name="connsiteX248" fmla="*/ 276712 w 1151138"/>
                <a:gd name="connsiteY248" fmla="*/ 219 h 1370403"/>
                <a:gd name="connsiteX249" fmla="*/ 271559 w 1151138"/>
                <a:gd name="connsiteY249" fmla="*/ 219 h 1370403"/>
                <a:gd name="connsiteX250" fmla="*/ 266406 w 1151138"/>
                <a:gd name="connsiteY250" fmla="*/ 219 h 1370403"/>
                <a:gd name="connsiteX251" fmla="*/ 261363 w 1151138"/>
                <a:gd name="connsiteY251" fmla="*/ 219 h 1370403"/>
                <a:gd name="connsiteX252" fmla="*/ 256320 w 1151138"/>
                <a:gd name="connsiteY252" fmla="*/ 219 h 1370403"/>
                <a:gd name="connsiteX253" fmla="*/ 251168 w 1151138"/>
                <a:gd name="connsiteY253" fmla="*/ 219 h 1370403"/>
                <a:gd name="connsiteX254" fmla="*/ 246124 w 1151138"/>
                <a:gd name="connsiteY254" fmla="*/ 219 h 1370403"/>
                <a:gd name="connsiteX255" fmla="*/ 240972 w 1151138"/>
                <a:gd name="connsiteY255" fmla="*/ 110 h 1370403"/>
                <a:gd name="connsiteX256" fmla="*/ 235819 w 1151138"/>
                <a:gd name="connsiteY256" fmla="*/ 110 h 1370403"/>
                <a:gd name="connsiteX257" fmla="*/ 230776 w 1151138"/>
                <a:gd name="connsiteY257" fmla="*/ 110 h 1370403"/>
                <a:gd name="connsiteX258" fmla="*/ 225623 w 1151138"/>
                <a:gd name="connsiteY258" fmla="*/ 110 h 1370403"/>
                <a:gd name="connsiteX259" fmla="*/ 220580 w 1151138"/>
                <a:gd name="connsiteY259" fmla="*/ 110 h 1370403"/>
                <a:gd name="connsiteX260" fmla="*/ 215427 w 1151138"/>
                <a:gd name="connsiteY260" fmla="*/ 110 h 1370403"/>
                <a:gd name="connsiteX261" fmla="*/ 210384 w 1151138"/>
                <a:gd name="connsiteY261" fmla="*/ 110 h 1370403"/>
                <a:gd name="connsiteX262" fmla="*/ 205232 w 1151138"/>
                <a:gd name="connsiteY262" fmla="*/ 110 h 1370403"/>
                <a:gd name="connsiteX263" fmla="*/ 200188 w 1151138"/>
                <a:gd name="connsiteY263" fmla="*/ 110 h 1370403"/>
                <a:gd name="connsiteX264" fmla="*/ 195036 w 1151138"/>
                <a:gd name="connsiteY264" fmla="*/ 0 h 1370403"/>
                <a:gd name="connsiteX265" fmla="*/ 189993 w 1151138"/>
                <a:gd name="connsiteY265" fmla="*/ 0 h 1370403"/>
                <a:gd name="connsiteX266" fmla="*/ 184840 w 1151138"/>
                <a:gd name="connsiteY266" fmla="*/ 0 h 1370403"/>
                <a:gd name="connsiteX267" fmla="*/ 184840 w 1151138"/>
                <a:gd name="connsiteY267" fmla="*/ 24338 h 1370403"/>
                <a:gd name="connsiteX268" fmla="*/ 184950 w 1151138"/>
                <a:gd name="connsiteY268" fmla="*/ 25983 h 1370403"/>
                <a:gd name="connsiteX269" fmla="*/ 184950 w 1151138"/>
                <a:gd name="connsiteY269" fmla="*/ 27518 h 1370403"/>
                <a:gd name="connsiteX270" fmla="*/ 184950 w 1151138"/>
                <a:gd name="connsiteY270" fmla="*/ 50212 h 1370403"/>
                <a:gd name="connsiteX271" fmla="*/ 184950 w 1151138"/>
                <a:gd name="connsiteY271" fmla="*/ 51856 h 1370403"/>
                <a:gd name="connsiteX272" fmla="*/ 184950 w 1151138"/>
                <a:gd name="connsiteY272" fmla="*/ 76194 h 1370403"/>
                <a:gd name="connsiteX273" fmla="*/ 184950 w 1151138"/>
                <a:gd name="connsiteY273" fmla="*/ 77729 h 1370403"/>
                <a:gd name="connsiteX274" fmla="*/ 184950 w 1151138"/>
                <a:gd name="connsiteY274" fmla="*/ 79374 h 1370403"/>
                <a:gd name="connsiteX275" fmla="*/ 184950 w 1151138"/>
                <a:gd name="connsiteY275" fmla="*/ 101958 h 1370403"/>
                <a:gd name="connsiteX276" fmla="*/ 184950 w 1151138"/>
                <a:gd name="connsiteY276" fmla="*/ 103602 h 1370403"/>
                <a:gd name="connsiteX277" fmla="*/ 176508 w 1151138"/>
                <a:gd name="connsiteY277" fmla="*/ 103602 h 1370403"/>
                <a:gd name="connsiteX278" fmla="*/ 36508 w 1151138"/>
                <a:gd name="connsiteY278" fmla="*/ 103602 h 1370403"/>
                <a:gd name="connsiteX279" fmla="*/ 34205 w 1151138"/>
                <a:gd name="connsiteY279" fmla="*/ 121911 h 1370403"/>
                <a:gd name="connsiteX280" fmla="*/ 31903 w 1151138"/>
                <a:gd name="connsiteY280" fmla="*/ 141535 h 1370403"/>
                <a:gd name="connsiteX281" fmla="*/ 29491 w 1151138"/>
                <a:gd name="connsiteY281" fmla="*/ 161050 h 1370403"/>
                <a:gd name="connsiteX282" fmla="*/ 26860 w 1151138"/>
                <a:gd name="connsiteY282" fmla="*/ 180564 h 1370403"/>
                <a:gd name="connsiteX283" fmla="*/ 25873 w 1151138"/>
                <a:gd name="connsiteY283" fmla="*/ 187690 h 1370403"/>
                <a:gd name="connsiteX284" fmla="*/ 24996 w 1151138"/>
                <a:gd name="connsiteY284" fmla="*/ 194816 h 1370403"/>
                <a:gd name="connsiteX285" fmla="*/ 24009 w 1151138"/>
                <a:gd name="connsiteY285" fmla="*/ 202052 h 1370403"/>
                <a:gd name="connsiteX286" fmla="*/ 23132 w 1151138"/>
                <a:gd name="connsiteY286" fmla="*/ 209178 h 1370403"/>
                <a:gd name="connsiteX287" fmla="*/ 22255 w 1151138"/>
                <a:gd name="connsiteY287" fmla="*/ 214002 h 1370403"/>
                <a:gd name="connsiteX288" fmla="*/ 21707 w 1151138"/>
                <a:gd name="connsiteY288" fmla="*/ 217839 h 1370403"/>
                <a:gd name="connsiteX289" fmla="*/ 22255 w 1151138"/>
                <a:gd name="connsiteY289" fmla="*/ 221128 h 1370403"/>
                <a:gd name="connsiteX290" fmla="*/ 24887 w 1151138"/>
                <a:gd name="connsiteY290" fmla="*/ 224198 h 1370403"/>
                <a:gd name="connsiteX291" fmla="*/ 36069 w 1151138"/>
                <a:gd name="connsiteY291" fmla="*/ 233626 h 1370403"/>
                <a:gd name="connsiteX292" fmla="*/ 47251 w 1151138"/>
                <a:gd name="connsiteY292" fmla="*/ 242945 h 1370403"/>
                <a:gd name="connsiteX293" fmla="*/ 58434 w 1151138"/>
                <a:gd name="connsiteY293" fmla="*/ 252373 h 1370403"/>
                <a:gd name="connsiteX294" fmla="*/ 69726 w 1151138"/>
                <a:gd name="connsiteY294" fmla="*/ 261692 h 1370403"/>
                <a:gd name="connsiteX295" fmla="*/ 73015 w 1151138"/>
                <a:gd name="connsiteY295" fmla="*/ 263994 h 1370403"/>
                <a:gd name="connsiteX296" fmla="*/ 76743 w 1151138"/>
                <a:gd name="connsiteY296" fmla="*/ 265749 h 1370403"/>
                <a:gd name="connsiteX297" fmla="*/ 80580 w 1151138"/>
                <a:gd name="connsiteY297" fmla="*/ 267064 h 1370403"/>
                <a:gd name="connsiteX298" fmla="*/ 84307 w 1151138"/>
                <a:gd name="connsiteY298" fmla="*/ 268051 h 1370403"/>
                <a:gd name="connsiteX299" fmla="*/ 90337 w 1151138"/>
                <a:gd name="connsiteY299" fmla="*/ 269915 h 1370403"/>
                <a:gd name="connsiteX300" fmla="*/ 95380 w 1151138"/>
                <a:gd name="connsiteY300" fmla="*/ 272655 h 1370403"/>
                <a:gd name="connsiteX301" fmla="*/ 100094 w 1151138"/>
                <a:gd name="connsiteY301" fmla="*/ 276164 h 1370403"/>
                <a:gd name="connsiteX302" fmla="*/ 105357 w 1151138"/>
                <a:gd name="connsiteY302" fmla="*/ 280659 h 1370403"/>
                <a:gd name="connsiteX303" fmla="*/ 109194 w 1151138"/>
                <a:gd name="connsiteY303" fmla="*/ 284276 h 1370403"/>
                <a:gd name="connsiteX304" fmla="*/ 111277 w 1151138"/>
                <a:gd name="connsiteY304" fmla="*/ 287456 h 1370403"/>
                <a:gd name="connsiteX305" fmla="*/ 112263 w 1151138"/>
                <a:gd name="connsiteY305" fmla="*/ 291183 h 1370403"/>
                <a:gd name="connsiteX306" fmla="*/ 112921 w 1151138"/>
                <a:gd name="connsiteY306" fmla="*/ 296775 h 1370403"/>
                <a:gd name="connsiteX307" fmla="*/ 113579 w 1151138"/>
                <a:gd name="connsiteY307" fmla="*/ 303791 h 1370403"/>
                <a:gd name="connsiteX308" fmla="*/ 114237 w 1151138"/>
                <a:gd name="connsiteY308" fmla="*/ 310807 h 1370403"/>
                <a:gd name="connsiteX309" fmla="*/ 114895 w 1151138"/>
                <a:gd name="connsiteY309" fmla="*/ 317824 h 1370403"/>
                <a:gd name="connsiteX310" fmla="*/ 115552 w 1151138"/>
                <a:gd name="connsiteY310" fmla="*/ 324950 h 1370403"/>
                <a:gd name="connsiteX311" fmla="*/ 115662 w 1151138"/>
                <a:gd name="connsiteY311" fmla="*/ 327033 h 1370403"/>
                <a:gd name="connsiteX312" fmla="*/ 115772 w 1151138"/>
                <a:gd name="connsiteY312" fmla="*/ 329226 h 1370403"/>
                <a:gd name="connsiteX313" fmla="*/ 115881 w 1151138"/>
                <a:gd name="connsiteY313" fmla="*/ 331418 h 1370403"/>
                <a:gd name="connsiteX314" fmla="*/ 116101 w 1151138"/>
                <a:gd name="connsiteY314" fmla="*/ 333611 h 1370403"/>
                <a:gd name="connsiteX315" fmla="*/ 117306 w 1151138"/>
                <a:gd name="connsiteY315" fmla="*/ 347973 h 1370403"/>
                <a:gd name="connsiteX316" fmla="*/ 118512 w 1151138"/>
                <a:gd name="connsiteY316" fmla="*/ 362335 h 1370403"/>
                <a:gd name="connsiteX317" fmla="*/ 119718 w 1151138"/>
                <a:gd name="connsiteY317" fmla="*/ 376806 h 1370403"/>
                <a:gd name="connsiteX318" fmla="*/ 120924 w 1151138"/>
                <a:gd name="connsiteY318" fmla="*/ 391168 h 1370403"/>
                <a:gd name="connsiteX319" fmla="*/ 121253 w 1151138"/>
                <a:gd name="connsiteY319" fmla="*/ 394457 h 1370403"/>
                <a:gd name="connsiteX320" fmla="*/ 121473 w 1151138"/>
                <a:gd name="connsiteY320" fmla="*/ 397417 h 1370403"/>
                <a:gd name="connsiteX321" fmla="*/ 121144 w 1151138"/>
                <a:gd name="connsiteY321" fmla="*/ 400267 h 1370403"/>
                <a:gd name="connsiteX322" fmla="*/ 119718 w 1151138"/>
                <a:gd name="connsiteY322" fmla="*/ 403008 h 1370403"/>
                <a:gd name="connsiteX323" fmla="*/ 117855 w 1151138"/>
                <a:gd name="connsiteY323" fmla="*/ 406516 h 1370403"/>
                <a:gd name="connsiteX324" fmla="*/ 116978 w 1151138"/>
                <a:gd name="connsiteY324" fmla="*/ 410244 h 1370403"/>
                <a:gd name="connsiteX325" fmla="*/ 116758 w 1151138"/>
                <a:gd name="connsiteY325" fmla="*/ 414191 h 1370403"/>
                <a:gd name="connsiteX326" fmla="*/ 116539 w 1151138"/>
                <a:gd name="connsiteY326" fmla="*/ 418576 h 1370403"/>
                <a:gd name="connsiteX327" fmla="*/ 116539 w 1151138"/>
                <a:gd name="connsiteY327" fmla="*/ 419014 h 1370403"/>
                <a:gd name="connsiteX328" fmla="*/ 116429 w 1151138"/>
                <a:gd name="connsiteY328" fmla="*/ 419343 h 1370403"/>
                <a:gd name="connsiteX329" fmla="*/ 116429 w 1151138"/>
                <a:gd name="connsiteY329" fmla="*/ 419782 h 1370403"/>
                <a:gd name="connsiteX330" fmla="*/ 116429 w 1151138"/>
                <a:gd name="connsiteY330" fmla="*/ 420220 h 1370403"/>
                <a:gd name="connsiteX331" fmla="*/ 115991 w 1151138"/>
                <a:gd name="connsiteY331" fmla="*/ 424935 h 1370403"/>
                <a:gd name="connsiteX332" fmla="*/ 115552 w 1151138"/>
                <a:gd name="connsiteY332" fmla="*/ 429649 h 1370403"/>
                <a:gd name="connsiteX333" fmla="*/ 115114 w 1151138"/>
                <a:gd name="connsiteY333" fmla="*/ 434363 h 1370403"/>
                <a:gd name="connsiteX334" fmla="*/ 114785 w 1151138"/>
                <a:gd name="connsiteY334" fmla="*/ 439077 h 1370403"/>
                <a:gd name="connsiteX335" fmla="*/ 113250 w 1151138"/>
                <a:gd name="connsiteY335" fmla="*/ 457276 h 1370403"/>
                <a:gd name="connsiteX336" fmla="*/ 111825 w 1151138"/>
                <a:gd name="connsiteY336" fmla="*/ 475475 h 1370403"/>
                <a:gd name="connsiteX337" fmla="*/ 110290 w 1151138"/>
                <a:gd name="connsiteY337" fmla="*/ 493674 h 1370403"/>
                <a:gd name="connsiteX338" fmla="*/ 108865 w 1151138"/>
                <a:gd name="connsiteY338" fmla="*/ 511873 h 1370403"/>
                <a:gd name="connsiteX339" fmla="*/ 108426 w 1151138"/>
                <a:gd name="connsiteY339" fmla="*/ 517135 h 1370403"/>
                <a:gd name="connsiteX340" fmla="*/ 107988 w 1151138"/>
                <a:gd name="connsiteY340" fmla="*/ 522398 h 1370403"/>
                <a:gd name="connsiteX341" fmla="*/ 107549 w 1151138"/>
                <a:gd name="connsiteY341" fmla="*/ 527770 h 1370403"/>
                <a:gd name="connsiteX342" fmla="*/ 107111 w 1151138"/>
                <a:gd name="connsiteY342" fmla="*/ 533032 h 1370403"/>
                <a:gd name="connsiteX343" fmla="*/ 106782 w 1151138"/>
                <a:gd name="connsiteY343" fmla="*/ 537417 h 1370403"/>
                <a:gd name="connsiteX344" fmla="*/ 106453 w 1151138"/>
                <a:gd name="connsiteY344" fmla="*/ 539939 h 1370403"/>
                <a:gd name="connsiteX345" fmla="*/ 105028 w 1151138"/>
                <a:gd name="connsiteY345" fmla="*/ 541035 h 1370403"/>
                <a:gd name="connsiteX346" fmla="*/ 101519 w 1151138"/>
                <a:gd name="connsiteY346" fmla="*/ 541364 h 1370403"/>
                <a:gd name="connsiteX347" fmla="*/ 98121 w 1151138"/>
                <a:gd name="connsiteY347" fmla="*/ 541364 h 1370403"/>
                <a:gd name="connsiteX348" fmla="*/ 94722 w 1151138"/>
                <a:gd name="connsiteY348" fmla="*/ 541364 h 1370403"/>
                <a:gd name="connsiteX349" fmla="*/ 91214 w 1151138"/>
                <a:gd name="connsiteY349" fmla="*/ 541474 h 1370403"/>
                <a:gd name="connsiteX350" fmla="*/ 87815 w 1151138"/>
                <a:gd name="connsiteY350" fmla="*/ 541474 h 1370403"/>
                <a:gd name="connsiteX351" fmla="*/ 89131 w 1151138"/>
                <a:gd name="connsiteY351" fmla="*/ 552547 h 1370403"/>
                <a:gd name="connsiteX352" fmla="*/ 90337 w 1151138"/>
                <a:gd name="connsiteY352" fmla="*/ 563729 h 1370403"/>
                <a:gd name="connsiteX353" fmla="*/ 91653 w 1151138"/>
                <a:gd name="connsiteY353" fmla="*/ 574802 h 1370403"/>
                <a:gd name="connsiteX354" fmla="*/ 92859 w 1151138"/>
                <a:gd name="connsiteY354" fmla="*/ 585875 h 1370403"/>
                <a:gd name="connsiteX355" fmla="*/ 94393 w 1151138"/>
                <a:gd name="connsiteY355" fmla="*/ 598373 h 1370403"/>
                <a:gd name="connsiteX356" fmla="*/ 95819 w 1151138"/>
                <a:gd name="connsiteY356" fmla="*/ 610871 h 1370403"/>
                <a:gd name="connsiteX357" fmla="*/ 97353 w 1151138"/>
                <a:gd name="connsiteY357" fmla="*/ 623369 h 1370403"/>
                <a:gd name="connsiteX358" fmla="*/ 98779 w 1151138"/>
                <a:gd name="connsiteY358" fmla="*/ 635757 h 1370403"/>
                <a:gd name="connsiteX359" fmla="*/ 99875 w 1151138"/>
                <a:gd name="connsiteY359" fmla="*/ 644967 h 1370403"/>
                <a:gd name="connsiteX360" fmla="*/ 100971 w 1151138"/>
                <a:gd name="connsiteY360" fmla="*/ 654176 h 1370403"/>
                <a:gd name="connsiteX361" fmla="*/ 102068 w 1151138"/>
                <a:gd name="connsiteY361" fmla="*/ 663385 h 1370403"/>
                <a:gd name="connsiteX362" fmla="*/ 103164 w 1151138"/>
                <a:gd name="connsiteY362" fmla="*/ 672594 h 1370403"/>
                <a:gd name="connsiteX363" fmla="*/ 103383 w 1151138"/>
                <a:gd name="connsiteY363" fmla="*/ 675006 h 1370403"/>
                <a:gd name="connsiteX364" fmla="*/ 103493 w 1151138"/>
                <a:gd name="connsiteY364" fmla="*/ 677637 h 1370403"/>
                <a:gd name="connsiteX365" fmla="*/ 103822 w 1151138"/>
                <a:gd name="connsiteY365" fmla="*/ 680268 h 1370403"/>
                <a:gd name="connsiteX366" fmla="*/ 104370 w 1151138"/>
                <a:gd name="connsiteY366" fmla="*/ 682680 h 1370403"/>
                <a:gd name="connsiteX367" fmla="*/ 105247 w 1151138"/>
                <a:gd name="connsiteY367" fmla="*/ 684763 h 1370403"/>
                <a:gd name="connsiteX368" fmla="*/ 106343 w 1151138"/>
                <a:gd name="connsiteY368" fmla="*/ 686846 h 1370403"/>
                <a:gd name="connsiteX369" fmla="*/ 107001 w 1151138"/>
                <a:gd name="connsiteY369" fmla="*/ 689039 h 1370403"/>
                <a:gd name="connsiteX370" fmla="*/ 106672 w 1151138"/>
                <a:gd name="connsiteY370" fmla="*/ 691670 h 1370403"/>
                <a:gd name="connsiteX371" fmla="*/ 104699 w 1151138"/>
                <a:gd name="connsiteY371" fmla="*/ 697700 h 1370403"/>
                <a:gd name="connsiteX372" fmla="*/ 102068 w 1151138"/>
                <a:gd name="connsiteY372" fmla="*/ 705593 h 1370403"/>
                <a:gd name="connsiteX373" fmla="*/ 100094 w 1151138"/>
                <a:gd name="connsiteY373" fmla="*/ 713377 h 1370403"/>
                <a:gd name="connsiteX374" fmla="*/ 100094 w 1151138"/>
                <a:gd name="connsiteY374" fmla="*/ 719188 h 1370403"/>
                <a:gd name="connsiteX375" fmla="*/ 102177 w 1151138"/>
                <a:gd name="connsiteY375" fmla="*/ 725875 h 1370403"/>
                <a:gd name="connsiteX376" fmla="*/ 104260 w 1151138"/>
                <a:gd name="connsiteY376" fmla="*/ 732453 h 1370403"/>
                <a:gd name="connsiteX377" fmla="*/ 106343 w 1151138"/>
                <a:gd name="connsiteY377" fmla="*/ 739141 h 1370403"/>
                <a:gd name="connsiteX378" fmla="*/ 108536 w 1151138"/>
                <a:gd name="connsiteY378" fmla="*/ 745719 h 1370403"/>
                <a:gd name="connsiteX379" fmla="*/ 110290 w 1151138"/>
                <a:gd name="connsiteY379" fmla="*/ 750433 h 1370403"/>
                <a:gd name="connsiteX380" fmla="*/ 112044 w 1151138"/>
                <a:gd name="connsiteY380" fmla="*/ 755037 h 1370403"/>
                <a:gd name="connsiteX381" fmla="*/ 113689 w 1151138"/>
                <a:gd name="connsiteY381" fmla="*/ 759642 h 1370403"/>
                <a:gd name="connsiteX382" fmla="*/ 115443 w 1151138"/>
                <a:gd name="connsiteY382" fmla="*/ 764356 h 1370403"/>
                <a:gd name="connsiteX383" fmla="*/ 116978 w 1151138"/>
                <a:gd name="connsiteY383" fmla="*/ 768303 h 1370403"/>
                <a:gd name="connsiteX384" fmla="*/ 119170 w 1151138"/>
                <a:gd name="connsiteY384" fmla="*/ 774333 h 1370403"/>
                <a:gd name="connsiteX385" fmla="*/ 120815 w 1151138"/>
                <a:gd name="connsiteY385" fmla="*/ 780143 h 1370403"/>
                <a:gd name="connsiteX386" fmla="*/ 120815 w 1151138"/>
                <a:gd name="connsiteY386" fmla="*/ 783322 h 1370403"/>
                <a:gd name="connsiteX387" fmla="*/ 116649 w 1151138"/>
                <a:gd name="connsiteY387" fmla="*/ 787488 h 1370403"/>
                <a:gd name="connsiteX388" fmla="*/ 112373 w 1151138"/>
                <a:gd name="connsiteY388" fmla="*/ 791654 h 1370403"/>
                <a:gd name="connsiteX389" fmla="*/ 108207 w 1151138"/>
                <a:gd name="connsiteY389" fmla="*/ 795930 h 1370403"/>
                <a:gd name="connsiteX390" fmla="*/ 103931 w 1151138"/>
                <a:gd name="connsiteY390" fmla="*/ 800096 h 1370403"/>
                <a:gd name="connsiteX391" fmla="*/ 101081 w 1151138"/>
                <a:gd name="connsiteY391" fmla="*/ 801412 h 1370403"/>
                <a:gd name="connsiteX392" fmla="*/ 97792 w 1151138"/>
                <a:gd name="connsiteY392" fmla="*/ 801192 h 1370403"/>
                <a:gd name="connsiteX393" fmla="*/ 94284 w 1151138"/>
                <a:gd name="connsiteY393" fmla="*/ 800096 h 1370403"/>
                <a:gd name="connsiteX394" fmla="*/ 90995 w 1151138"/>
                <a:gd name="connsiteY394" fmla="*/ 799000 h 1370403"/>
                <a:gd name="connsiteX395" fmla="*/ 84197 w 1151138"/>
                <a:gd name="connsiteY395" fmla="*/ 797246 h 1370403"/>
                <a:gd name="connsiteX396" fmla="*/ 77400 w 1151138"/>
                <a:gd name="connsiteY396" fmla="*/ 795601 h 1370403"/>
                <a:gd name="connsiteX397" fmla="*/ 70603 w 1151138"/>
                <a:gd name="connsiteY397" fmla="*/ 793847 h 1370403"/>
                <a:gd name="connsiteX398" fmla="*/ 63916 w 1151138"/>
                <a:gd name="connsiteY398" fmla="*/ 792203 h 1370403"/>
                <a:gd name="connsiteX399" fmla="*/ 53939 w 1151138"/>
                <a:gd name="connsiteY399" fmla="*/ 790229 h 1370403"/>
                <a:gd name="connsiteX400" fmla="*/ 44620 w 1151138"/>
                <a:gd name="connsiteY400" fmla="*/ 789571 h 1370403"/>
                <a:gd name="connsiteX401" fmla="*/ 35302 w 1151138"/>
                <a:gd name="connsiteY401" fmla="*/ 789791 h 1370403"/>
                <a:gd name="connsiteX402" fmla="*/ 24996 w 1151138"/>
                <a:gd name="connsiteY402" fmla="*/ 790668 h 1370403"/>
                <a:gd name="connsiteX403" fmla="*/ 20063 w 1151138"/>
                <a:gd name="connsiteY403" fmla="*/ 791435 h 1370403"/>
                <a:gd name="connsiteX404" fmla="*/ 16554 w 1151138"/>
                <a:gd name="connsiteY404" fmla="*/ 793080 h 1370403"/>
                <a:gd name="connsiteX405" fmla="*/ 13375 w 1151138"/>
                <a:gd name="connsiteY405" fmla="*/ 795711 h 1370403"/>
                <a:gd name="connsiteX406" fmla="*/ 9428 w 1151138"/>
                <a:gd name="connsiteY406" fmla="*/ 799548 h 1370403"/>
                <a:gd name="connsiteX407" fmla="*/ 5701 w 1151138"/>
                <a:gd name="connsiteY407" fmla="*/ 802837 h 1370403"/>
                <a:gd name="connsiteX408" fmla="*/ 1864 w 1151138"/>
                <a:gd name="connsiteY408" fmla="*/ 806345 h 1370403"/>
                <a:gd name="connsiteX409" fmla="*/ 0 w 1151138"/>
                <a:gd name="connsiteY409" fmla="*/ 810292 h 1370403"/>
                <a:gd name="connsiteX410" fmla="*/ 1535 w 1151138"/>
                <a:gd name="connsiteY410" fmla="*/ 815116 h 1370403"/>
                <a:gd name="connsiteX411" fmla="*/ 7674 w 1151138"/>
                <a:gd name="connsiteY411" fmla="*/ 830026 h 1370403"/>
                <a:gd name="connsiteX412" fmla="*/ 13923 w 1151138"/>
                <a:gd name="connsiteY412" fmla="*/ 845045 h 1370403"/>
                <a:gd name="connsiteX413" fmla="*/ 20063 w 1151138"/>
                <a:gd name="connsiteY413" fmla="*/ 860065 h 1370403"/>
                <a:gd name="connsiteX414" fmla="*/ 26202 w 1151138"/>
                <a:gd name="connsiteY414" fmla="*/ 875085 h 1370403"/>
                <a:gd name="connsiteX415" fmla="*/ 27627 w 1151138"/>
                <a:gd name="connsiteY415" fmla="*/ 877935 h 1370403"/>
                <a:gd name="connsiteX416" fmla="*/ 29930 w 1151138"/>
                <a:gd name="connsiteY416" fmla="*/ 880018 h 1370403"/>
                <a:gd name="connsiteX417" fmla="*/ 32561 w 1151138"/>
                <a:gd name="connsiteY417" fmla="*/ 881772 h 1370403"/>
                <a:gd name="connsiteX418" fmla="*/ 35192 w 1151138"/>
                <a:gd name="connsiteY418" fmla="*/ 883307 h 1370403"/>
                <a:gd name="connsiteX419" fmla="*/ 38591 w 1151138"/>
                <a:gd name="connsiteY419" fmla="*/ 885171 h 1370403"/>
                <a:gd name="connsiteX420" fmla="*/ 41989 w 1151138"/>
                <a:gd name="connsiteY420" fmla="*/ 887034 h 1370403"/>
                <a:gd name="connsiteX421" fmla="*/ 45388 w 1151138"/>
                <a:gd name="connsiteY421" fmla="*/ 889008 h 1370403"/>
                <a:gd name="connsiteX422" fmla="*/ 48677 w 1151138"/>
                <a:gd name="connsiteY422" fmla="*/ 890872 h 1370403"/>
                <a:gd name="connsiteX423" fmla="*/ 50979 w 1151138"/>
                <a:gd name="connsiteY423" fmla="*/ 894489 h 1370403"/>
                <a:gd name="connsiteX424" fmla="*/ 51966 w 1151138"/>
                <a:gd name="connsiteY424" fmla="*/ 899313 h 1370403"/>
                <a:gd name="connsiteX425" fmla="*/ 52952 w 1151138"/>
                <a:gd name="connsiteY425" fmla="*/ 904247 h 1370403"/>
                <a:gd name="connsiteX426" fmla="*/ 55584 w 1151138"/>
                <a:gd name="connsiteY426" fmla="*/ 908413 h 1370403"/>
                <a:gd name="connsiteX427" fmla="*/ 60956 w 1151138"/>
                <a:gd name="connsiteY427" fmla="*/ 912908 h 1370403"/>
                <a:gd name="connsiteX428" fmla="*/ 66328 w 1151138"/>
                <a:gd name="connsiteY428" fmla="*/ 917512 h 1370403"/>
                <a:gd name="connsiteX429" fmla="*/ 71699 w 1151138"/>
                <a:gd name="connsiteY429" fmla="*/ 922007 h 1370403"/>
                <a:gd name="connsiteX430" fmla="*/ 77071 w 1151138"/>
                <a:gd name="connsiteY430" fmla="*/ 926502 h 1370403"/>
                <a:gd name="connsiteX431" fmla="*/ 75098 w 1151138"/>
                <a:gd name="connsiteY431" fmla="*/ 928914 h 1370403"/>
                <a:gd name="connsiteX432" fmla="*/ 73892 w 1151138"/>
                <a:gd name="connsiteY432" fmla="*/ 931874 h 1370403"/>
                <a:gd name="connsiteX433" fmla="*/ 73454 w 1151138"/>
                <a:gd name="connsiteY433" fmla="*/ 935053 h 1370403"/>
                <a:gd name="connsiteX434" fmla="*/ 73892 w 1151138"/>
                <a:gd name="connsiteY434" fmla="*/ 938233 h 1370403"/>
                <a:gd name="connsiteX435" fmla="*/ 78058 w 1151138"/>
                <a:gd name="connsiteY435" fmla="*/ 943385 h 1370403"/>
                <a:gd name="connsiteX436" fmla="*/ 82224 w 1151138"/>
                <a:gd name="connsiteY436" fmla="*/ 947661 h 1370403"/>
                <a:gd name="connsiteX437" fmla="*/ 86719 w 1151138"/>
                <a:gd name="connsiteY437" fmla="*/ 951389 h 1370403"/>
                <a:gd name="connsiteX438" fmla="*/ 92201 w 1151138"/>
                <a:gd name="connsiteY438" fmla="*/ 954568 h 1370403"/>
                <a:gd name="connsiteX439" fmla="*/ 95270 w 1151138"/>
                <a:gd name="connsiteY439" fmla="*/ 956870 h 1370403"/>
                <a:gd name="connsiteX440" fmla="*/ 97353 w 1151138"/>
                <a:gd name="connsiteY440" fmla="*/ 959721 h 1370403"/>
                <a:gd name="connsiteX441" fmla="*/ 98450 w 1151138"/>
                <a:gd name="connsiteY441" fmla="*/ 963229 h 1370403"/>
                <a:gd name="connsiteX442" fmla="*/ 98888 w 1151138"/>
                <a:gd name="connsiteY442" fmla="*/ 967285 h 1370403"/>
                <a:gd name="connsiteX443" fmla="*/ 98669 w 1151138"/>
                <a:gd name="connsiteY443" fmla="*/ 971780 h 1370403"/>
                <a:gd name="connsiteX444" fmla="*/ 97902 w 1151138"/>
                <a:gd name="connsiteY444" fmla="*/ 976275 h 1370403"/>
                <a:gd name="connsiteX445" fmla="*/ 96915 w 1151138"/>
                <a:gd name="connsiteY445" fmla="*/ 980660 h 1370403"/>
                <a:gd name="connsiteX446" fmla="*/ 96038 w 1151138"/>
                <a:gd name="connsiteY446" fmla="*/ 985046 h 1370403"/>
                <a:gd name="connsiteX447" fmla="*/ 96148 w 1151138"/>
                <a:gd name="connsiteY447" fmla="*/ 988883 h 1370403"/>
                <a:gd name="connsiteX448" fmla="*/ 97463 w 1151138"/>
                <a:gd name="connsiteY448" fmla="*/ 992610 h 1370403"/>
                <a:gd name="connsiteX449" fmla="*/ 99217 w 1151138"/>
                <a:gd name="connsiteY449" fmla="*/ 996338 h 1370403"/>
                <a:gd name="connsiteX450" fmla="*/ 100752 w 1151138"/>
                <a:gd name="connsiteY450" fmla="*/ 999736 h 1370403"/>
                <a:gd name="connsiteX451" fmla="*/ 101629 w 1151138"/>
                <a:gd name="connsiteY451" fmla="*/ 1006314 h 1370403"/>
                <a:gd name="connsiteX452" fmla="*/ 99656 w 1151138"/>
                <a:gd name="connsiteY452" fmla="*/ 1010919 h 1370403"/>
                <a:gd name="connsiteX453" fmla="*/ 96148 w 1151138"/>
                <a:gd name="connsiteY453" fmla="*/ 1014975 h 1370403"/>
                <a:gd name="connsiteX454" fmla="*/ 92968 w 1151138"/>
                <a:gd name="connsiteY454" fmla="*/ 1020018 h 1370403"/>
                <a:gd name="connsiteX455" fmla="*/ 91543 w 1151138"/>
                <a:gd name="connsiteY455" fmla="*/ 1025610 h 1370403"/>
                <a:gd name="connsiteX456" fmla="*/ 91872 w 1151138"/>
                <a:gd name="connsiteY456" fmla="*/ 1030433 h 1370403"/>
                <a:gd name="connsiteX457" fmla="*/ 93736 w 1151138"/>
                <a:gd name="connsiteY457" fmla="*/ 1035038 h 1370403"/>
                <a:gd name="connsiteX458" fmla="*/ 96696 w 1151138"/>
                <a:gd name="connsiteY458" fmla="*/ 1039752 h 1370403"/>
                <a:gd name="connsiteX459" fmla="*/ 100862 w 1151138"/>
                <a:gd name="connsiteY459" fmla="*/ 1046440 h 1370403"/>
                <a:gd name="connsiteX460" fmla="*/ 105137 w 1151138"/>
                <a:gd name="connsiteY460" fmla="*/ 1053127 h 1370403"/>
                <a:gd name="connsiteX461" fmla="*/ 109523 w 1151138"/>
                <a:gd name="connsiteY461" fmla="*/ 1059815 h 1370403"/>
                <a:gd name="connsiteX462" fmla="*/ 114237 w 1151138"/>
                <a:gd name="connsiteY462" fmla="*/ 1065954 h 1370403"/>
                <a:gd name="connsiteX463" fmla="*/ 116758 w 1151138"/>
                <a:gd name="connsiteY463" fmla="*/ 1068695 h 1370403"/>
                <a:gd name="connsiteX464" fmla="*/ 118951 w 1151138"/>
                <a:gd name="connsiteY464" fmla="*/ 1070120 h 1370403"/>
                <a:gd name="connsiteX465" fmla="*/ 121473 w 1151138"/>
                <a:gd name="connsiteY465" fmla="*/ 1070559 h 1370403"/>
                <a:gd name="connsiteX466" fmla="*/ 124871 w 1151138"/>
                <a:gd name="connsiteY466" fmla="*/ 1070011 h 1370403"/>
                <a:gd name="connsiteX467" fmla="*/ 126735 w 1151138"/>
                <a:gd name="connsiteY467" fmla="*/ 1069463 h 1370403"/>
                <a:gd name="connsiteX468" fmla="*/ 128270 w 1151138"/>
                <a:gd name="connsiteY468" fmla="*/ 1069024 h 1370403"/>
                <a:gd name="connsiteX469" fmla="*/ 129476 w 1151138"/>
                <a:gd name="connsiteY469" fmla="*/ 1069243 h 1370403"/>
                <a:gd name="connsiteX470" fmla="*/ 130791 w 1151138"/>
                <a:gd name="connsiteY470" fmla="*/ 1070669 h 1370403"/>
                <a:gd name="connsiteX471" fmla="*/ 131778 w 1151138"/>
                <a:gd name="connsiteY471" fmla="*/ 1073080 h 1370403"/>
                <a:gd name="connsiteX472" fmla="*/ 132874 w 1151138"/>
                <a:gd name="connsiteY472" fmla="*/ 1075383 h 1370403"/>
                <a:gd name="connsiteX473" fmla="*/ 133971 w 1151138"/>
                <a:gd name="connsiteY473" fmla="*/ 1077685 h 1370403"/>
                <a:gd name="connsiteX474" fmla="*/ 134080 w 1151138"/>
                <a:gd name="connsiteY474" fmla="*/ 1077685 h 1370403"/>
                <a:gd name="connsiteX475" fmla="*/ 135396 w 1151138"/>
                <a:gd name="connsiteY475" fmla="*/ 1079878 h 1370403"/>
                <a:gd name="connsiteX476" fmla="*/ 140439 w 1151138"/>
                <a:gd name="connsiteY476" fmla="*/ 1075273 h 1370403"/>
                <a:gd name="connsiteX477" fmla="*/ 145043 w 1151138"/>
                <a:gd name="connsiteY477" fmla="*/ 1069901 h 1370403"/>
                <a:gd name="connsiteX478" fmla="*/ 149429 w 1151138"/>
                <a:gd name="connsiteY478" fmla="*/ 1064200 h 1370403"/>
                <a:gd name="connsiteX479" fmla="*/ 153485 w 1151138"/>
                <a:gd name="connsiteY479" fmla="*/ 1058390 h 1370403"/>
                <a:gd name="connsiteX480" fmla="*/ 156007 w 1151138"/>
                <a:gd name="connsiteY480" fmla="*/ 1062775 h 1370403"/>
                <a:gd name="connsiteX481" fmla="*/ 160502 w 1151138"/>
                <a:gd name="connsiteY481" fmla="*/ 1064200 h 1370403"/>
                <a:gd name="connsiteX482" fmla="*/ 165654 w 1151138"/>
                <a:gd name="connsiteY482" fmla="*/ 1063981 h 1370403"/>
                <a:gd name="connsiteX483" fmla="*/ 170259 w 1151138"/>
                <a:gd name="connsiteY483" fmla="*/ 1063433 h 1370403"/>
                <a:gd name="connsiteX484" fmla="*/ 174206 w 1151138"/>
                <a:gd name="connsiteY484" fmla="*/ 1064091 h 1370403"/>
                <a:gd name="connsiteX485" fmla="*/ 177166 w 1151138"/>
                <a:gd name="connsiteY485" fmla="*/ 1066393 h 1370403"/>
                <a:gd name="connsiteX486" fmla="*/ 179578 w 1151138"/>
                <a:gd name="connsiteY486" fmla="*/ 1069792 h 1370403"/>
                <a:gd name="connsiteX487" fmla="*/ 181770 w 1151138"/>
                <a:gd name="connsiteY487" fmla="*/ 1073738 h 1370403"/>
                <a:gd name="connsiteX488" fmla="*/ 188348 w 1151138"/>
                <a:gd name="connsiteY488" fmla="*/ 1081851 h 1370403"/>
                <a:gd name="connsiteX489" fmla="*/ 197996 w 1151138"/>
                <a:gd name="connsiteY489" fmla="*/ 1086346 h 1370403"/>
                <a:gd name="connsiteX490" fmla="*/ 208630 w 1151138"/>
                <a:gd name="connsiteY490" fmla="*/ 1088758 h 1370403"/>
                <a:gd name="connsiteX491" fmla="*/ 218387 w 1151138"/>
                <a:gd name="connsiteY491" fmla="*/ 1090622 h 1370403"/>
                <a:gd name="connsiteX492" fmla="*/ 223102 w 1151138"/>
                <a:gd name="connsiteY492" fmla="*/ 1093033 h 1370403"/>
                <a:gd name="connsiteX493" fmla="*/ 224527 w 1151138"/>
                <a:gd name="connsiteY493" fmla="*/ 1097857 h 1370403"/>
                <a:gd name="connsiteX494" fmla="*/ 224417 w 1151138"/>
                <a:gd name="connsiteY494" fmla="*/ 1103558 h 1370403"/>
                <a:gd name="connsiteX495" fmla="*/ 224308 w 1151138"/>
                <a:gd name="connsiteY495" fmla="*/ 1109259 h 1370403"/>
                <a:gd name="connsiteX496" fmla="*/ 227377 w 1151138"/>
                <a:gd name="connsiteY496" fmla="*/ 1116276 h 1370403"/>
                <a:gd name="connsiteX497" fmla="*/ 231653 w 1151138"/>
                <a:gd name="connsiteY497" fmla="*/ 1122744 h 1370403"/>
                <a:gd name="connsiteX498" fmla="*/ 236367 w 1151138"/>
                <a:gd name="connsiteY498" fmla="*/ 1129103 h 1370403"/>
                <a:gd name="connsiteX499" fmla="*/ 240643 w 1151138"/>
                <a:gd name="connsiteY499" fmla="*/ 1135461 h 1370403"/>
                <a:gd name="connsiteX500" fmla="*/ 244151 w 1151138"/>
                <a:gd name="connsiteY500" fmla="*/ 1140285 h 1370403"/>
                <a:gd name="connsiteX501" fmla="*/ 248427 w 1151138"/>
                <a:gd name="connsiteY501" fmla="*/ 1144451 h 1370403"/>
                <a:gd name="connsiteX502" fmla="*/ 252702 w 1151138"/>
                <a:gd name="connsiteY502" fmla="*/ 1148507 h 1370403"/>
                <a:gd name="connsiteX503" fmla="*/ 256211 w 1151138"/>
                <a:gd name="connsiteY503" fmla="*/ 1153112 h 1370403"/>
                <a:gd name="connsiteX504" fmla="*/ 259719 w 1151138"/>
                <a:gd name="connsiteY504" fmla="*/ 1163417 h 1370403"/>
                <a:gd name="connsiteX505" fmla="*/ 261583 w 1151138"/>
                <a:gd name="connsiteY505" fmla="*/ 1176244 h 1370403"/>
                <a:gd name="connsiteX506" fmla="*/ 262460 w 1151138"/>
                <a:gd name="connsiteY506" fmla="*/ 1189620 h 1370403"/>
                <a:gd name="connsiteX507" fmla="*/ 263446 w 1151138"/>
                <a:gd name="connsiteY507" fmla="*/ 1201460 h 1370403"/>
                <a:gd name="connsiteX508" fmla="*/ 264762 w 1151138"/>
                <a:gd name="connsiteY508" fmla="*/ 1211327 h 1370403"/>
                <a:gd name="connsiteX509" fmla="*/ 265968 w 1151138"/>
                <a:gd name="connsiteY509" fmla="*/ 1221194 h 1370403"/>
                <a:gd name="connsiteX510" fmla="*/ 267283 w 1151138"/>
                <a:gd name="connsiteY510" fmla="*/ 1231170 h 1370403"/>
                <a:gd name="connsiteX511" fmla="*/ 268489 w 1151138"/>
                <a:gd name="connsiteY511" fmla="*/ 1241037 h 1370403"/>
                <a:gd name="connsiteX512" fmla="*/ 269586 w 1151138"/>
                <a:gd name="connsiteY512" fmla="*/ 1247396 h 1370403"/>
                <a:gd name="connsiteX513" fmla="*/ 271340 w 1151138"/>
                <a:gd name="connsiteY513" fmla="*/ 1250575 h 1370403"/>
                <a:gd name="connsiteX514" fmla="*/ 274738 w 1151138"/>
                <a:gd name="connsiteY514" fmla="*/ 1251891 h 1370403"/>
                <a:gd name="connsiteX515" fmla="*/ 281097 w 1151138"/>
                <a:gd name="connsiteY515" fmla="*/ 1253206 h 1370403"/>
                <a:gd name="connsiteX516" fmla="*/ 283071 w 1151138"/>
                <a:gd name="connsiteY516" fmla="*/ 1253535 h 1370403"/>
                <a:gd name="connsiteX517" fmla="*/ 285153 w 1151138"/>
                <a:gd name="connsiteY517" fmla="*/ 1253974 h 1370403"/>
                <a:gd name="connsiteX518" fmla="*/ 287127 w 1151138"/>
                <a:gd name="connsiteY518" fmla="*/ 1254412 h 1370403"/>
                <a:gd name="connsiteX519" fmla="*/ 289210 w 1151138"/>
                <a:gd name="connsiteY519" fmla="*/ 1254741 h 1370403"/>
                <a:gd name="connsiteX520" fmla="*/ 302585 w 1151138"/>
                <a:gd name="connsiteY520" fmla="*/ 1257592 h 1370403"/>
                <a:gd name="connsiteX521" fmla="*/ 315960 w 1151138"/>
                <a:gd name="connsiteY521" fmla="*/ 1260442 h 1370403"/>
                <a:gd name="connsiteX522" fmla="*/ 342710 w 1151138"/>
                <a:gd name="connsiteY522" fmla="*/ 1266143 h 1370403"/>
                <a:gd name="connsiteX523" fmla="*/ 348411 w 1151138"/>
                <a:gd name="connsiteY523" fmla="*/ 1267897 h 1370403"/>
                <a:gd name="connsiteX524" fmla="*/ 353126 w 1151138"/>
                <a:gd name="connsiteY524" fmla="*/ 1271186 h 1370403"/>
                <a:gd name="connsiteX525" fmla="*/ 356524 w 1151138"/>
                <a:gd name="connsiteY525" fmla="*/ 1276229 h 1370403"/>
                <a:gd name="connsiteX526" fmla="*/ 358388 w 1151138"/>
                <a:gd name="connsiteY526" fmla="*/ 1282697 h 1370403"/>
                <a:gd name="connsiteX527" fmla="*/ 358936 w 1151138"/>
                <a:gd name="connsiteY527" fmla="*/ 1286096 h 1370403"/>
                <a:gd name="connsiteX528" fmla="*/ 359594 w 1151138"/>
                <a:gd name="connsiteY528" fmla="*/ 1289604 h 1370403"/>
                <a:gd name="connsiteX529" fmla="*/ 360361 w 1151138"/>
                <a:gd name="connsiteY529" fmla="*/ 1293003 h 1370403"/>
                <a:gd name="connsiteX530" fmla="*/ 361238 w 1151138"/>
                <a:gd name="connsiteY530" fmla="*/ 1296292 h 1370403"/>
                <a:gd name="connsiteX531" fmla="*/ 361567 w 1151138"/>
                <a:gd name="connsiteY531" fmla="*/ 1297717 h 1370403"/>
                <a:gd name="connsiteX532" fmla="*/ 362006 w 1151138"/>
                <a:gd name="connsiteY532" fmla="*/ 1299581 h 1370403"/>
                <a:gd name="connsiteX533" fmla="*/ 362335 w 1151138"/>
                <a:gd name="connsiteY533" fmla="*/ 1301225 h 1370403"/>
                <a:gd name="connsiteX534" fmla="*/ 362444 w 1151138"/>
                <a:gd name="connsiteY534" fmla="*/ 1301883 h 1370403"/>
                <a:gd name="connsiteX535" fmla="*/ 364747 w 1151138"/>
                <a:gd name="connsiteY535" fmla="*/ 1303637 h 1370403"/>
                <a:gd name="connsiteX536" fmla="*/ 367049 w 1151138"/>
                <a:gd name="connsiteY536" fmla="*/ 1304514 h 1370403"/>
                <a:gd name="connsiteX537" fmla="*/ 369022 w 1151138"/>
                <a:gd name="connsiteY537" fmla="*/ 1305501 h 1370403"/>
                <a:gd name="connsiteX538" fmla="*/ 370447 w 1151138"/>
                <a:gd name="connsiteY538" fmla="*/ 1307913 h 1370403"/>
                <a:gd name="connsiteX539" fmla="*/ 371215 w 1151138"/>
                <a:gd name="connsiteY539" fmla="*/ 1310873 h 1370403"/>
                <a:gd name="connsiteX540" fmla="*/ 371873 w 1151138"/>
                <a:gd name="connsiteY540" fmla="*/ 1313723 h 1370403"/>
                <a:gd name="connsiteX541" fmla="*/ 372421 w 1151138"/>
                <a:gd name="connsiteY541" fmla="*/ 1316683 h 1370403"/>
                <a:gd name="connsiteX542" fmla="*/ 372750 w 1151138"/>
                <a:gd name="connsiteY542" fmla="*/ 1319643 h 1370403"/>
                <a:gd name="connsiteX543" fmla="*/ 373188 w 1151138"/>
                <a:gd name="connsiteY543" fmla="*/ 1322932 h 1370403"/>
                <a:gd name="connsiteX544" fmla="*/ 374175 w 1151138"/>
                <a:gd name="connsiteY544" fmla="*/ 1324248 h 1370403"/>
                <a:gd name="connsiteX545" fmla="*/ 375929 w 1151138"/>
                <a:gd name="connsiteY545" fmla="*/ 1324796 h 1370403"/>
                <a:gd name="connsiteX546" fmla="*/ 378779 w 1151138"/>
                <a:gd name="connsiteY546" fmla="*/ 1325673 h 1370403"/>
                <a:gd name="connsiteX547" fmla="*/ 384480 w 1151138"/>
                <a:gd name="connsiteY547" fmla="*/ 1328304 h 1370403"/>
                <a:gd name="connsiteX548" fmla="*/ 389633 w 1151138"/>
                <a:gd name="connsiteY548" fmla="*/ 1331484 h 1370403"/>
                <a:gd name="connsiteX549" fmla="*/ 394567 w 1151138"/>
                <a:gd name="connsiteY549" fmla="*/ 1335211 h 1370403"/>
                <a:gd name="connsiteX550" fmla="*/ 399390 w 1151138"/>
                <a:gd name="connsiteY550" fmla="*/ 1339487 h 1370403"/>
                <a:gd name="connsiteX551" fmla="*/ 402789 w 1151138"/>
                <a:gd name="connsiteY551" fmla="*/ 1343872 h 1370403"/>
                <a:gd name="connsiteX552" fmla="*/ 405968 w 1151138"/>
                <a:gd name="connsiteY552" fmla="*/ 1348805 h 1370403"/>
                <a:gd name="connsiteX553" fmla="*/ 409367 w 1151138"/>
                <a:gd name="connsiteY553" fmla="*/ 1353410 h 1370403"/>
                <a:gd name="connsiteX554" fmla="*/ 413314 w 1151138"/>
                <a:gd name="connsiteY554" fmla="*/ 1356809 h 1370403"/>
                <a:gd name="connsiteX555" fmla="*/ 419563 w 1151138"/>
                <a:gd name="connsiteY555" fmla="*/ 1360427 h 1370403"/>
                <a:gd name="connsiteX556" fmla="*/ 425483 w 1151138"/>
                <a:gd name="connsiteY556" fmla="*/ 1363935 h 1370403"/>
                <a:gd name="connsiteX557" fmla="*/ 431184 w 1151138"/>
                <a:gd name="connsiteY557" fmla="*/ 1367882 h 1370403"/>
                <a:gd name="connsiteX558" fmla="*/ 436775 w 1151138"/>
                <a:gd name="connsiteY558" fmla="*/ 1372486 h 1370403"/>
                <a:gd name="connsiteX559" fmla="*/ 442366 w 1151138"/>
                <a:gd name="connsiteY559" fmla="*/ 1373144 h 1370403"/>
                <a:gd name="connsiteX560" fmla="*/ 447957 w 1151138"/>
                <a:gd name="connsiteY560" fmla="*/ 1373692 h 1370403"/>
                <a:gd name="connsiteX561" fmla="*/ 453549 w 1151138"/>
                <a:gd name="connsiteY561" fmla="*/ 1374350 h 1370403"/>
                <a:gd name="connsiteX562" fmla="*/ 459140 w 1151138"/>
                <a:gd name="connsiteY562" fmla="*/ 1375008 h 1370403"/>
                <a:gd name="connsiteX563" fmla="*/ 462867 w 1151138"/>
                <a:gd name="connsiteY563" fmla="*/ 1375665 h 1370403"/>
                <a:gd name="connsiteX564" fmla="*/ 467253 w 1151138"/>
                <a:gd name="connsiteY564" fmla="*/ 1376543 h 1370403"/>
                <a:gd name="connsiteX565" fmla="*/ 471748 w 1151138"/>
                <a:gd name="connsiteY565" fmla="*/ 1377091 h 1370403"/>
                <a:gd name="connsiteX566" fmla="*/ 475475 w 1151138"/>
                <a:gd name="connsiteY566" fmla="*/ 1376652 h 1370403"/>
                <a:gd name="connsiteX567" fmla="*/ 479312 w 1151138"/>
                <a:gd name="connsiteY567" fmla="*/ 1374350 h 1370403"/>
                <a:gd name="connsiteX568" fmla="*/ 483259 w 1151138"/>
                <a:gd name="connsiteY568" fmla="*/ 1370732 h 1370403"/>
                <a:gd name="connsiteX569" fmla="*/ 486986 w 1151138"/>
                <a:gd name="connsiteY569" fmla="*/ 1366895 h 1370403"/>
                <a:gd name="connsiteX570" fmla="*/ 490275 w 1151138"/>
                <a:gd name="connsiteY570" fmla="*/ 1363496 h 1370403"/>
                <a:gd name="connsiteX571" fmla="*/ 494003 w 1151138"/>
                <a:gd name="connsiteY571" fmla="*/ 1360317 h 1370403"/>
                <a:gd name="connsiteX572" fmla="*/ 497730 w 1151138"/>
                <a:gd name="connsiteY572" fmla="*/ 1357028 h 1370403"/>
                <a:gd name="connsiteX573" fmla="*/ 501348 w 1151138"/>
                <a:gd name="connsiteY573" fmla="*/ 1353739 h 1370403"/>
                <a:gd name="connsiteX574" fmla="*/ 505076 w 1151138"/>
                <a:gd name="connsiteY574" fmla="*/ 1350450 h 1370403"/>
                <a:gd name="connsiteX575" fmla="*/ 505953 w 1151138"/>
                <a:gd name="connsiteY575" fmla="*/ 1349573 h 1370403"/>
                <a:gd name="connsiteX576" fmla="*/ 506830 w 1151138"/>
                <a:gd name="connsiteY576" fmla="*/ 1348805 h 1370403"/>
                <a:gd name="connsiteX577" fmla="*/ 507707 w 1151138"/>
                <a:gd name="connsiteY577" fmla="*/ 1348038 h 1370403"/>
                <a:gd name="connsiteX578" fmla="*/ 508584 w 1151138"/>
                <a:gd name="connsiteY578" fmla="*/ 1347161 h 1370403"/>
                <a:gd name="connsiteX579" fmla="*/ 511654 w 1151138"/>
                <a:gd name="connsiteY579" fmla="*/ 1344640 h 1370403"/>
                <a:gd name="connsiteX580" fmla="*/ 514066 w 1151138"/>
                <a:gd name="connsiteY580" fmla="*/ 1342447 h 1370403"/>
                <a:gd name="connsiteX581" fmla="*/ 515710 w 1151138"/>
                <a:gd name="connsiteY581" fmla="*/ 1339816 h 1370403"/>
                <a:gd name="connsiteX582" fmla="*/ 516368 w 1151138"/>
                <a:gd name="connsiteY582" fmla="*/ 1335978 h 1370403"/>
                <a:gd name="connsiteX583" fmla="*/ 516697 w 1151138"/>
                <a:gd name="connsiteY583" fmla="*/ 1330058 h 1370403"/>
                <a:gd name="connsiteX584" fmla="*/ 517026 w 1151138"/>
                <a:gd name="connsiteY584" fmla="*/ 1324029 h 1370403"/>
                <a:gd name="connsiteX585" fmla="*/ 517245 w 1151138"/>
                <a:gd name="connsiteY585" fmla="*/ 1318109 h 1370403"/>
                <a:gd name="connsiteX586" fmla="*/ 517574 w 1151138"/>
                <a:gd name="connsiteY586" fmla="*/ 1312188 h 1370403"/>
                <a:gd name="connsiteX587" fmla="*/ 517574 w 1151138"/>
                <a:gd name="connsiteY587" fmla="*/ 1303966 h 1370403"/>
                <a:gd name="connsiteX588" fmla="*/ 517903 w 1151138"/>
                <a:gd name="connsiteY588" fmla="*/ 1296072 h 1370403"/>
                <a:gd name="connsiteX589" fmla="*/ 520424 w 1151138"/>
                <a:gd name="connsiteY589" fmla="*/ 1289714 h 1370403"/>
                <a:gd name="connsiteX590" fmla="*/ 526783 w 1151138"/>
                <a:gd name="connsiteY590" fmla="*/ 1286206 h 1370403"/>
                <a:gd name="connsiteX591" fmla="*/ 530510 w 1151138"/>
                <a:gd name="connsiteY591" fmla="*/ 1286206 h 1370403"/>
                <a:gd name="connsiteX592" fmla="*/ 534019 w 1151138"/>
                <a:gd name="connsiteY592" fmla="*/ 1286425 h 1370403"/>
                <a:gd name="connsiteX593" fmla="*/ 537308 w 1151138"/>
                <a:gd name="connsiteY593" fmla="*/ 1285986 h 1370403"/>
                <a:gd name="connsiteX594" fmla="*/ 540487 w 1151138"/>
                <a:gd name="connsiteY594" fmla="*/ 1283355 h 1370403"/>
                <a:gd name="connsiteX595" fmla="*/ 542680 w 1151138"/>
                <a:gd name="connsiteY595" fmla="*/ 1279518 h 1370403"/>
                <a:gd name="connsiteX596" fmla="*/ 544324 w 1151138"/>
                <a:gd name="connsiteY596" fmla="*/ 1275023 h 1370403"/>
                <a:gd name="connsiteX597" fmla="*/ 545530 w 1151138"/>
                <a:gd name="connsiteY597" fmla="*/ 1270199 h 1370403"/>
                <a:gd name="connsiteX598" fmla="*/ 546846 w 1151138"/>
                <a:gd name="connsiteY598" fmla="*/ 1265814 h 1370403"/>
                <a:gd name="connsiteX599" fmla="*/ 547723 w 1151138"/>
                <a:gd name="connsiteY599" fmla="*/ 1257920 h 1370403"/>
                <a:gd name="connsiteX600" fmla="*/ 546188 w 1151138"/>
                <a:gd name="connsiteY600" fmla="*/ 1250136 h 1370403"/>
                <a:gd name="connsiteX601" fmla="*/ 543228 w 1151138"/>
                <a:gd name="connsiteY601" fmla="*/ 1242682 h 1370403"/>
                <a:gd name="connsiteX602" fmla="*/ 540048 w 1151138"/>
                <a:gd name="connsiteY602" fmla="*/ 1235446 h 1370403"/>
                <a:gd name="connsiteX603" fmla="*/ 537198 w 1151138"/>
                <a:gd name="connsiteY603" fmla="*/ 1228649 h 1370403"/>
                <a:gd name="connsiteX604" fmla="*/ 535225 w 1151138"/>
                <a:gd name="connsiteY604" fmla="*/ 1221632 h 1370403"/>
                <a:gd name="connsiteX605" fmla="*/ 536211 w 1151138"/>
                <a:gd name="connsiteY605" fmla="*/ 1215493 h 1370403"/>
                <a:gd name="connsiteX606" fmla="*/ 542241 w 1151138"/>
                <a:gd name="connsiteY606" fmla="*/ 1211217 h 1370403"/>
                <a:gd name="connsiteX607" fmla="*/ 550793 w 1151138"/>
                <a:gd name="connsiteY607" fmla="*/ 1208586 h 1370403"/>
                <a:gd name="connsiteX608" fmla="*/ 559453 w 1151138"/>
                <a:gd name="connsiteY608" fmla="*/ 1205955 h 1370403"/>
                <a:gd name="connsiteX609" fmla="*/ 568005 w 1151138"/>
                <a:gd name="connsiteY609" fmla="*/ 1203324 h 1370403"/>
                <a:gd name="connsiteX610" fmla="*/ 576556 w 1151138"/>
                <a:gd name="connsiteY610" fmla="*/ 1200692 h 1370403"/>
                <a:gd name="connsiteX611" fmla="*/ 580393 w 1151138"/>
                <a:gd name="connsiteY611" fmla="*/ 1199048 h 1370403"/>
                <a:gd name="connsiteX612" fmla="*/ 582805 w 1151138"/>
                <a:gd name="connsiteY612" fmla="*/ 1197184 h 1370403"/>
                <a:gd name="connsiteX613" fmla="*/ 583682 w 1151138"/>
                <a:gd name="connsiteY613" fmla="*/ 1194334 h 1370403"/>
                <a:gd name="connsiteX614" fmla="*/ 583024 w 1151138"/>
                <a:gd name="connsiteY614" fmla="*/ 1189839 h 1370403"/>
                <a:gd name="connsiteX615" fmla="*/ 581599 w 1151138"/>
                <a:gd name="connsiteY615" fmla="*/ 1185344 h 1370403"/>
                <a:gd name="connsiteX616" fmla="*/ 580174 w 1151138"/>
                <a:gd name="connsiteY616" fmla="*/ 1180959 h 1370403"/>
                <a:gd name="connsiteX617" fmla="*/ 578639 w 1151138"/>
                <a:gd name="connsiteY617" fmla="*/ 1176573 h 1370403"/>
                <a:gd name="connsiteX618" fmla="*/ 577104 w 1151138"/>
                <a:gd name="connsiteY618" fmla="*/ 1172188 h 1370403"/>
                <a:gd name="connsiteX619" fmla="*/ 577762 w 1151138"/>
                <a:gd name="connsiteY619" fmla="*/ 1169009 h 1370403"/>
                <a:gd name="connsiteX620" fmla="*/ 580832 w 1151138"/>
                <a:gd name="connsiteY620" fmla="*/ 1165720 h 1370403"/>
                <a:gd name="connsiteX621" fmla="*/ 584778 w 1151138"/>
                <a:gd name="connsiteY621" fmla="*/ 1162760 h 1370403"/>
                <a:gd name="connsiteX622" fmla="*/ 587848 w 1151138"/>
                <a:gd name="connsiteY622" fmla="*/ 1160567 h 1370403"/>
                <a:gd name="connsiteX623" fmla="*/ 588725 w 1151138"/>
                <a:gd name="connsiteY623" fmla="*/ 1158813 h 1370403"/>
                <a:gd name="connsiteX624" fmla="*/ 589164 w 1151138"/>
                <a:gd name="connsiteY624" fmla="*/ 1155962 h 1370403"/>
                <a:gd name="connsiteX625" fmla="*/ 589493 w 1151138"/>
                <a:gd name="connsiteY625" fmla="*/ 1152783 h 1370403"/>
                <a:gd name="connsiteX626" fmla="*/ 589602 w 1151138"/>
                <a:gd name="connsiteY626" fmla="*/ 1150481 h 1370403"/>
                <a:gd name="connsiteX627" fmla="*/ 589712 w 1151138"/>
                <a:gd name="connsiteY627" fmla="*/ 1144890 h 1370403"/>
                <a:gd name="connsiteX628" fmla="*/ 589602 w 1151138"/>
                <a:gd name="connsiteY628" fmla="*/ 1138312 h 1370403"/>
                <a:gd name="connsiteX629" fmla="*/ 590260 w 1151138"/>
                <a:gd name="connsiteY629" fmla="*/ 1132172 h 1370403"/>
                <a:gd name="connsiteX630" fmla="*/ 592782 w 1151138"/>
                <a:gd name="connsiteY630" fmla="*/ 1127677 h 1370403"/>
                <a:gd name="connsiteX631" fmla="*/ 596071 w 1151138"/>
                <a:gd name="connsiteY631" fmla="*/ 1126471 h 1370403"/>
                <a:gd name="connsiteX632" fmla="*/ 598811 w 1151138"/>
                <a:gd name="connsiteY632" fmla="*/ 1128006 h 1370403"/>
                <a:gd name="connsiteX633" fmla="*/ 601114 w 1151138"/>
                <a:gd name="connsiteY633" fmla="*/ 1130857 h 1370403"/>
                <a:gd name="connsiteX634" fmla="*/ 603197 w 1151138"/>
                <a:gd name="connsiteY634" fmla="*/ 1133707 h 1370403"/>
                <a:gd name="connsiteX635" fmla="*/ 605170 w 1151138"/>
                <a:gd name="connsiteY635" fmla="*/ 1129541 h 1370403"/>
                <a:gd name="connsiteX636" fmla="*/ 607253 w 1151138"/>
                <a:gd name="connsiteY636" fmla="*/ 1125485 h 1370403"/>
                <a:gd name="connsiteX637" fmla="*/ 609446 w 1151138"/>
                <a:gd name="connsiteY637" fmla="*/ 1121428 h 1370403"/>
                <a:gd name="connsiteX638" fmla="*/ 611419 w 1151138"/>
                <a:gd name="connsiteY638" fmla="*/ 1117372 h 1370403"/>
                <a:gd name="connsiteX639" fmla="*/ 612406 w 1151138"/>
                <a:gd name="connsiteY639" fmla="*/ 1115618 h 1370403"/>
                <a:gd name="connsiteX640" fmla="*/ 613502 w 1151138"/>
                <a:gd name="connsiteY640" fmla="*/ 1113973 h 1370403"/>
                <a:gd name="connsiteX641" fmla="*/ 614708 w 1151138"/>
                <a:gd name="connsiteY641" fmla="*/ 1112438 h 1370403"/>
                <a:gd name="connsiteX642" fmla="*/ 615914 w 1151138"/>
                <a:gd name="connsiteY642" fmla="*/ 1110904 h 1370403"/>
                <a:gd name="connsiteX643" fmla="*/ 618874 w 1151138"/>
                <a:gd name="connsiteY643" fmla="*/ 1113315 h 1370403"/>
                <a:gd name="connsiteX644" fmla="*/ 621944 w 1151138"/>
                <a:gd name="connsiteY644" fmla="*/ 1115508 h 1370403"/>
                <a:gd name="connsiteX645" fmla="*/ 624904 w 1151138"/>
                <a:gd name="connsiteY645" fmla="*/ 1117701 h 1370403"/>
                <a:gd name="connsiteX646" fmla="*/ 627974 w 1151138"/>
                <a:gd name="connsiteY646" fmla="*/ 1120003 h 1370403"/>
                <a:gd name="connsiteX647" fmla="*/ 635429 w 1151138"/>
                <a:gd name="connsiteY647" fmla="*/ 1125923 h 1370403"/>
                <a:gd name="connsiteX648" fmla="*/ 643212 w 1151138"/>
                <a:gd name="connsiteY648" fmla="*/ 1132282 h 1370403"/>
                <a:gd name="connsiteX649" fmla="*/ 650996 w 1151138"/>
                <a:gd name="connsiteY649" fmla="*/ 1138202 h 1370403"/>
                <a:gd name="connsiteX650" fmla="*/ 659109 w 1151138"/>
                <a:gd name="connsiteY650" fmla="*/ 1142807 h 1370403"/>
                <a:gd name="connsiteX651" fmla="*/ 664152 w 1151138"/>
                <a:gd name="connsiteY651" fmla="*/ 1143026 h 1370403"/>
                <a:gd name="connsiteX652" fmla="*/ 669415 w 1151138"/>
                <a:gd name="connsiteY652" fmla="*/ 1143245 h 1370403"/>
                <a:gd name="connsiteX653" fmla="*/ 674677 w 1151138"/>
                <a:gd name="connsiteY653" fmla="*/ 1143026 h 1370403"/>
                <a:gd name="connsiteX654" fmla="*/ 679501 w 1151138"/>
                <a:gd name="connsiteY654" fmla="*/ 1141929 h 1370403"/>
                <a:gd name="connsiteX655" fmla="*/ 684325 w 1151138"/>
                <a:gd name="connsiteY655" fmla="*/ 1141601 h 1370403"/>
                <a:gd name="connsiteX656" fmla="*/ 687614 w 1151138"/>
                <a:gd name="connsiteY656" fmla="*/ 1144670 h 1370403"/>
                <a:gd name="connsiteX657" fmla="*/ 690245 w 1151138"/>
                <a:gd name="connsiteY657" fmla="*/ 1149384 h 1370403"/>
                <a:gd name="connsiteX658" fmla="*/ 693534 w 1151138"/>
                <a:gd name="connsiteY658" fmla="*/ 1154318 h 1370403"/>
                <a:gd name="connsiteX659" fmla="*/ 697151 w 1151138"/>
                <a:gd name="connsiteY659" fmla="*/ 1158594 h 1370403"/>
                <a:gd name="connsiteX660" fmla="*/ 700660 w 1151138"/>
                <a:gd name="connsiteY660" fmla="*/ 1162650 h 1370403"/>
                <a:gd name="connsiteX661" fmla="*/ 704497 w 1151138"/>
                <a:gd name="connsiteY661" fmla="*/ 1166268 h 1370403"/>
                <a:gd name="connsiteX662" fmla="*/ 708882 w 1151138"/>
                <a:gd name="connsiteY662" fmla="*/ 1169228 h 1370403"/>
                <a:gd name="connsiteX663" fmla="*/ 714473 w 1151138"/>
                <a:gd name="connsiteY663" fmla="*/ 1172298 h 1370403"/>
                <a:gd name="connsiteX664" fmla="*/ 720065 w 1151138"/>
                <a:gd name="connsiteY664" fmla="*/ 1175367 h 1370403"/>
                <a:gd name="connsiteX665" fmla="*/ 725656 w 1151138"/>
                <a:gd name="connsiteY665" fmla="*/ 1178547 h 1370403"/>
                <a:gd name="connsiteX666" fmla="*/ 731247 w 1151138"/>
                <a:gd name="connsiteY666" fmla="*/ 1181616 h 1370403"/>
                <a:gd name="connsiteX667" fmla="*/ 736838 w 1151138"/>
                <a:gd name="connsiteY667" fmla="*/ 1184686 h 1370403"/>
                <a:gd name="connsiteX668" fmla="*/ 742539 w 1151138"/>
                <a:gd name="connsiteY668" fmla="*/ 1187865 h 1370403"/>
                <a:gd name="connsiteX669" fmla="*/ 748240 w 1151138"/>
                <a:gd name="connsiteY669" fmla="*/ 1190935 h 1370403"/>
                <a:gd name="connsiteX670" fmla="*/ 753831 w 1151138"/>
                <a:gd name="connsiteY670" fmla="*/ 1194115 h 1370403"/>
                <a:gd name="connsiteX671" fmla="*/ 757669 w 1151138"/>
                <a:gd name="connsiteY671" fmla="*/ 1193457 h 1370403"/>
                <a:gd name="connsiteX672" fmla="*/ 763369 w 1151138"/>
                <a:gd name="connsiteY672" fmla="*/ 1190606 h 1370403"/>
                <a:gd name="connsiteX673" fmla="*/ 769180 w 1151138"/>
                <a:gd name="connsiteY673" fmla="*/ 1187208 h 1370403"/>
                <a:gd name="connsiteX674" fmla="*/ 773236 w 1151138"/>
                <a:gd name="connsiteY674" fmla="*/ 1184796 h 1370403"/>
                <a:gd name="connsiteX675" fmla="*/ 778718 w 1151138"/>
                <a:gd name="connsiteY675" fmla="*/ 1182055 h 1370403"/>
                <a:gd name="connsiteX676" fmla="*/ 784309 w 1151138"/>
                <a:gd name="connsiteY676" fmla="*/ 1179314 h 1370403"/>
                <a:gd name="connsiteX677" fmla="*/ 789791 w 1151138"/>
                <a:gd name="connsiteY677" fmla="*/ 1176464 h 1370403"/>
                <a:gd name="connsiteX678" fmla="*/ 795382 w 1151138"/>
                <a:gd name="connsiteY678" fmla="*/ 1173723 h 1370403"/>
                <a:gd name="connsiteX679" fmla="*/ 798013 w 1151138"/>
                <a:gd name="connsiteY679" fmla="*/ 1176025 h 1370403"/>
                <a:gd name="connsiteX680" fmla="*/ 802508 w 1151138"/>
                <a:gd name="connsiteY680" fmla="*/ 1181836 h 1370403"/>
                <a:gd name="connsiteX681" fmla="*/ 807113 w 1151138"/>
                <a:gd name="connsiteY681" fmla="*/ 1188304 h 1370403"/>
                <a:gd name="connsiteX682" fmla="*/ 809853 w 1151138"/>
                <a:gd name="connsiteY682" fmla="*/ 1192141 h 1370403"/>
                <a:gd name="connsiteX683" fmla="*/ 813142 w 1151138"/>
                <a:gd name="connsiteY683" fmla="*/ 1194115 h 1370403"/>
                <a:gd name="connsiteX684" fmla="*/ 815774 w 1151138"/>
                <a:gd name="connsiteY684" fmla="*/ 1191374 h 1370403"/>
                <a:gd name="connsiteX685" fmla="*/ 818076 w 1151138"/>
                <a:gd name="connsiteY685" fmla="*/ 1187098 h 1370403"/>
                <a:gd name="connsiteX686" fmla="*/ 820707 w 1151138"/>
                <a:gd name="connsiteY686" fmla="*/ 1184467 h 1370403"/>
                <a:gd name="connsiteX687" fmla="*/ 825092 w 1151138"/>
                <a:gd name="connsiteY687" fmla="*/ 1183919 h 1370403"/>
                <a:gd name="connsiteX688" fmla="*/ 829916 w 1151138"/>
                <a:gd name="connsiteY688" fmla="*/ 1184467 h 1370403"/>
                <a:gd name="connsiteX689" fmla="*/ 834740 w 1151138"/>
                <a:gd name="connsiteY689" fmla="*/ 1185344 h 1370403"/>
                <a:gd name="connsiteX690" fmla="*/ 839235 w 1151138"/>
                <a:gd name="connsiteY690" fmla="*/ 1186002 h 1370403"/>
                <a:gd name="connsiteX691" fmla="*/ 851185 w 1151138"/>
                <a:gd name="connsiteY691" fmla="*/ 1188085 h 1370403"/>
                <a:gd name="connsiteX692" fmla="*/ 862367 w 1151138"/>
                <a:gd name="connsiteY692" fmla="*/ 1191922 h 1370403"/>
                <a:gd name="connsiteX693" fmla="*/ 872892 w 1151138"/>
                <a:gd name="connsiteY693" fmla="*/ 1197403 h 1370403"/>
                <a:gd name="connsiteX694" fmla="*/ 882978 w 1151138"/>
                <a:gd name="connsiteY694" fmla="*/ 1204530 h 1370403"/>
                <a:gd name="connsiteX695" fmla="*/ 889775 w 1151138"/>
                <a:gd name="connsiteY695" fmla="*/ 1211107 h 1370403"/>
                <a:gd name="connsiteX696" fmla="*/ 897669 w 1151138"/>
                <a:gd name="connsiteY696" fmla="*/ 1217795 h 1370403"/>
                <a:gd name="connsiteX697" fmla="*/ 905672 w 1151138"/>
                <a:gd name="connsiteY697" fmla="*/ 1220097 h 1370403"/>
                <a:gd name="connsiteX698" fmla="*/ 913017 w 1151138"/>
                <a:gd name="connsiteY698" fmla="*/ 1213300 h 1370403"/>
                <a:gd name="connsiteX699" fmla="*/ 921898 w 1151138"/>
                <a:gd name="connsiteY699" fmla="*/ 1201241 h 1370403"/>
                <a:gd name="connsiteX700" fmla="*/ 930888 w 1151138"/>
                <a:gd name="connsiteY700" fmla="*/ 1189291 h 1370403"/>
                <a:gd name="connsiteX701" fmla="*/ 939768 w 1151138"/>
                <a:gd name="connsiteY701" fmla="*/ 1177231 h 1370403"/>
                <a:gd name="connsiteX702" fmla="*/ 948648 w 1151138"/>
                <a:gd name="connsiteY702" fmla="*/ 1165172 h 1370403"/>
                <a:gd name="connsiteX703" fmla="*/ 955226 w 1151138"/>
                <a:gd name="connsiteY703" fmla="*/ 1155414 h 1370403"/>
                <a:gd name="connsiteX704" fmla="*/ 961913 w 1151138"/>
                <a:gd name="connsiteY704" fmla="*/ 1145328 h 1370403"/>
                <a:gd name="connsiteX705" fmla="*/ 969259 w 1151138"/>
                <a:gd name="connsiteY705" fmla="*/ 1136229 h 1370403"/>
                <a:gd name="connsiteX706" fmla="*/ 977810 w 1151138"/>
                <a:gd name="connsiteY706" fmla="*/ 1129322 h 1370403"/>
                <a:gd name="connsiteX707" fmla="*/ 984936 w 1151138"/>
                <a:gd name="connsiteY707" fmla="*/ 1126471 h 1370403"/>
                <a:gd name="connsiteX708" fmla="*/ 992611 w 1151138"/>
                <a:gd name="connsiteY708" fmla="*/ 1125375 h 1370403"/>
                <a:gd name="connsiteX709" fmla="*/ 1000504 w 1151138"/>
                <a:gd name="connsiteY709" fmla="*/ 1124937 h 1370403"/>
                <a:gd name="connsiteX710" fmla="*/ 1008069 w 1151138"/>
                <a:gd name="connsiteY710" fmla="*/ 1124717 h 1370403"/>
                <a:gd name="connsiteX711" fmla="*/ 1013441 w 1151138"/>
                <a:gd name="connsiteY711" fmla="*/ 1124498 h 1370403"/>
                <a:gd name="connsiteX712" fmla="*/ 1017716 w 1151138"/>
                <a:gd name="connsiteY712" fmla="*/ 1124937 h 1370403"/>
                <a:gd name="connsiteX713" fmla="*/ 1021992 w 1151138"/>
                <a:gd name="connsiteY713" fmla="*/ 1126142 h 1370403"/>
                <a:gd name="connsiteX714" fmla="*/ 1026925 w 1151138"/>
                <a:gd name="connsiteY714" fmla="*/ 1128116 h 1370403"/>
                <a:gd name="connsiteX715" fmla="*/ 1042383 w 1151138"/>
                <a:gd name="connsiteY715" fmla="*/ 1134474 h 1370403"/>
                <a:gd name="connsiteX716" fmla="*/ 1057951 w 1151138"/>
                <a:gd name="connsiteY716" fmla="*/ 1140943 h 1370403"/>
                <a:gd name="connsiteX717" fmla="*/ 1073409 w 1151138"/>
                <a:gd name="connsiteY717" fmla="*/ 1147302 h 1370403"/>
                <a:gd name="connsiteX718" fmla="*/ 1088868 w 1151138"/>
                <a:gd name="connsiteY718" fmla="*/ 1153660 h 1370403"/>
                <a:gd name="connsiteX719" fmla="*/ 1086017 w 1151138"/>
                <a:gd name="connsiteY719" fmla="*/ 1141272 h 1370403"/>
                <a:gd name="connsiteX720" fmla="*/ 1083057 w 1151138"/>
                <a:gd name="connsiteY720" fmla="*/ 1128993 h 1370403"/>
                <a:gd name="connsiteX721" fmla="*/ 1080207 w 1151138"/>
                <a:gd name="connsiteY721" fmla="*/ 1116604 h 1370403"/>
                <a:gd name="connsiteX722" fmla="*/ 1077356 w 1151138"/>
                <a:gd name="connsiteY722" fmla="*/ 1104216 h 1370403"/>
                <a:gd name="connsiteX723" fmla="*/ 1067270 w 1151138"/>
                <a:gd name="connsiteY723" fmla="*/ 1061898 h 1370403"/>
                <a:gd name="connsiteX724" fmla="*/ 1057074 w 1151138"/>
                <a:gd name="connsiteY724" fmla="*/ 1019361 h 1370403"/>
                <a:gd name="connsiteX725" fmla="*/ 1046878 w 1151138"/>
                <a:gd name="connsiteY725" fmla="*/ 976823 h 1370403"/>
                <a:gd name="connsiteX726" fmla="*/ 1036683 w 1151138"/>
                <a:gd name="connsiteY726" fmla="*/ 934286 h 1370403"/>
                <a:gd name="connsiteX727" fmla="*/ 1034380 w 1151138"/>
                <a:gd name="connsiteY727" fmla="*/ 924200 h 1370403"/>
                <a:gd name="connsiteX728" fmla="*/ 1032078 w 1151138"/>
                <a:gd name="connsiteY728" fmla="*/ 914223 h 1370403"/>
                <a:gd name="connsiteX729" fmla="*/ 1029885 w 1151138"/>
                <a:gd name="connsiteY729" fmla="*/ 904247 h 1370403"/>
                <a:gd name="connsiteX730" fmla="*/ 1027583 w 1151138"/>
                <a:gd name="connsiteY730" fmla="*/ 894161 h 1370403"/>
                <a:gd name="connsiteX731" fmla="*/ 1026487 w 1151138"/>
                <a:gd name="connsiteY731" fmla="*/ 889227 h 1370403"/>
                <a:gd name="connsiteX732" fmla="*/ 1025390 w 1151138"/>
                <a:gd name="connsiteY732" fmla="*/ 884403 h 1370403"/>
                <a:gd name="connsiteX733" fmla="*/ 1024294 w 1151138"/>
                <a:gd name="connsiteY733" fmla="*/ 879470 h 1370403"/>
                <a:gd name="connsiteX734" fmla="*/ 1022650 w 1151138"/>
                <a:gd name="connsiteY734" fmla="*/ 872453 h 1370403"/>
                <a:gd name="connsiteX735" fmla="*/ 1029008 w 1151138"/>
                <a:gd name="connsiteY735" fmla="*/ 861161 h 1370403"/>
                <a:gd name="connsiteX736" fmla="*/ 1037560 w 1151138"/>
                <a:gd name="connsiteY736" fmla="*/ 845593 h 1370403"/>
                <a:gd name="connsiteX737" fmla="*/ 1046001 w 1151138"/>
                <a:gd name="connsiteY737" fmla="*/ 829806 h 1370403"/>
                <a:gd name="connsiteX738" fmla="*/ 1054224 w 1151138"/>
                <a:gd name="connsiteY738" fmla="*/ 814019 h 1370403"/>
                <a:gd name="connsiteX739" fmla="*/ 1062446 w 1151138"/>
                <a:gd name="connsiteY739" fmla="*/ 798123 h 1370403"/>
                <a:gd name="connsiteX740" fmla="*/ 1068476 w 1151138"/>
                <a:gd name="connsiteY740" fmla="*/ 786392 h 1370403"/>
                <a:gd name="connsiteX741" fmla="*/ 1074396 w 1151138"/>
                <a:gd name="connsiteY741" fmla="*/ 774552 h 1370403"/>
                <a:gd name="connsiteX742" fmla="*/ 1080426 w 1151138"/>
                <a:gd name="connsiteY742" fmla="*/ 762821 h 1370403"/>
                <a:gd name="connsiteX743" fmla="*/ 1086456 w 1151138"/>
                <a:gd name="connsiteY743" fmla="*/ 750981 h 1370403"/>
                <a:gd name="connsiteX744" fmla="*/ 1102572 w 1151138"/>
                <a:gd name="connsiteY744" fmla="*/ 719845 h 1370403"/>
                <a:gd name="connsiteX745" fmla="*/ 1118907 w 1151138"/>
                <a:gd name="connsiteY745" fmla="*/ 688710 h 1370403"/>
                <a:gd name="connsiteX746" fmla="*/ 1135132 w 1151138"/>
                <a:gd name="connsiteY746" fmla="*/ 657574 h 1370403"/>
                <a:gd name="connsiteX747" fmla="*/ 1150810 w 1151138"/>
                <a:gd name="connsiteY747" fmla="*/ 625890 h 1370403"/>
                <a:gd name="connsiteX748" fmla="*/ 1150810 w 1151138"/>
                <a:gd name="connsiteY748" fmla="*/ 625890 h 1370403"/>
                <a:gd name="connsiteX749" fmla="*/ 1151139 w 1151138"/>
                <a:gd name="connsiteY749" fmla="*/ 625562 h 1370403"/>
                <a:gd name="connsiteX750" fmla="*/ 1151358 w 1151138"/>
                <a:gd name="connsiteY750" fmla="*/ 624465 h 1370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</a:cxnLst>
              <a:rect l="l" t="t" r="r" b="b"/>
              <a:pathLst>
                <a:path w="1151138" h="1370403">
                  <a:moveTo>
                    <a:pt x="1148508" y="625452"/>
                  </a:moveTo>
                  <a:lnTo>
                    <a:pt x="1147301" y="626110"/>
                  </a:lnTo>
                  <a:lnTo>
                    <a:pt x="1144999" y="622163"/>
                  </a:lnTo>
                  <a:lnTo>
                    <a:pt x="1143135" y="622602"/>
                  </a:lnTo>
                  <a:lnTo>
                    <a:pt x="1141381" y="624794"/>
                  </a:lnTo>
                  <a:lnTo>
                    <a:pt x="1139189" y="626110"/>
                  </a:lnTo>
                  <a:lnTo>
                    <a:pt x="1136338" y="625013"/>
                  </a:lnTo>
                  <a:lnTo>
                    <a:pt x="1130747" y="619641"/>
                  </a:lnTo>
                  <a:lnTo>
                    <a:pt x="1128993" y="618435"/>
                  </a:lnTo>
                  <a:lnTo>
                    <a:pt x="1126581" y="617778"/>
                  </a:lnTo>
                  <a:lnTo>
                    <a:pt x="1118139" y="613064"/>
                  </a:lnTo>
                  <a:lnTo>
                    <a:pt x="1108053" y="602977"/>
                  </a:lnTo>
                  <a:lnTo>
                    <a:pt x="1106957" y="601114"/>
                  </a:lnTo>
                  <a:lnTo>
                    <a:pt x="1106409" y="599469"/>
                  </a:lnTo>
                  <a:lnTo>
                    <a:pt x="1105751" y="598044"/>
                  </a:lnTo>
                  <a:lnTo>
                    <a:pt x="1103997" y="596728"/>
                  </a:lnTo>
                  <a:lnTo>
                    <a:pt x="1102572" y="596399"/>
                  </a:lnTo>
                  <a:lnTo>
                    <a:pt x="1097199" y="596728"/>
                  </a:lnTo>
                  <a:lnTo>
                    <a:pt x="1079878" y="592562"/>
                  </a:lnTo>
                  <a:lnTo>
                    <a:pt x="1074067" y="589273"/>
                  </a:lnTo>
                  <a:lnTo>
                    <a:pt x="1064748" y="581380"/>
                  </a:lnTo>
                  <a:lnTo>
                    <a:pt x="1062885" y="580503"/>
                  </a:lnTo>
                  <a:lnTo>
                    <a:pt x="1060582" y="579845"/>
                  </a:lnTo>
                  <a:lnTo>
                    <a:pt x="1059267" y="578639"/>
                  </a:lnTo>
                  <a:lnTo>
                    <a:pt x="1060911" y="573706"/>
                  </a:lnTo>
                  <a:lnTo>
                    <a:pt x="1059925" y="571403"/>
                  </a:lnTo>
                  <a:lnTo>
                    <a:pt x="1058061" y="569759"/>
                  </a:lnTo>
                  <a:lnTo>
                    <a:pt x="1055978" y="569101"/>
                  </a:lnTo>
                  <a:lnTo>
                    <a:pt x="1042164" y="568334"/>
                  </a:lnTo>
                  <a:lnTo>
                    <a:pt x="1029557" y="565702"/>
                  </a:lnTo>
                  <a:lnTo>
                    <a:pt x="1011686" y="559563"/>
                  </a:lnTo>
                  <a:lnTo>
                    <a:pt x="1004122" y="555287"/>
                  </a:lnTo>
                  <a:lnTo>
                    <a:pt x="994694" y="544872"/>
                  </a:lnTo>
                  <a:lnTo>
                    <a:pt x="987896" y="541474"/>
                  </a:lnTo>
                  <a:lnTo>
                    <a:pt x="983621" y="537856"/>
                  </a:lnTo>
                  <a:lnTo>
                    <a:pt x="977152" y="530620"/>
                  </a:lnTo>
                  <a:lnTo>
                    <a:pt x="973644" y="522507"/>
                  </a:lnTo>
                  <a:lnTo>
                    <a:pt x="972328" y="521411"/>
                  </a:lnTo>
                  <a:lnTo>
                    <a:pt x="970684" y="520644"/>
                  </a:lnTo>
                  <a:lnTo>
                    <a:pt x="965970" y="517135"/>
                  </a:lnTo>
                  <a:lnTo>
                    <a:pt x="962791" y="513079"/>
                  </a:lnTo>
                  <a:lnTo>
                    <a:pt x="957747" y="511763"/>
                  </a:lnTo>
                  <a:lnTo>
                    <a:pt x="952266" y="511873"/>
                  </a:lnTo>
                  <a:lnTo>
                    <a:pt x="948757" y="513737"/>
                  </a:lnTo>
                  <a:lnTo>
                    <a:pt x="946675" y="510667"/>
                  </a:lnTo>
                  <a:lnTo>
                    <a:pt x="930668" y="500471"/>
                  </a:lnTo>
                  <a:lnTo>
                    <a:pt x="929133" y="499813"/>
                  </a:lnTo>
                  <a:lnTo>
                    <a:pt x="927927" y="499046"/>
                  </a:lnTo>
                  <a:lnTo>
                    <a:pt x="927050" y="497073"/>
                  </a:lnTo>
                  <a:lnTo>
                    <a:pt x="926393" y="494990"/>
                  </a:lnTo>
                  <a:lnTo>
                    <a:pt x="925735" y="493564"/>
                  </a:lnTo>
                  <a:lnTo>
                    <a:pt x="922994" y="490824"/>
                  </a:lnTo>
                  <a:lnTo>
                    <a:pt x="913675" y="484355"/>
                  </a:lnTo>
                  <a:lnTo>
                    <a:pt x="910825" y="481286"/>
                  </a:lnTo>
                  <a:lnTo>
                    <a:pt x="910057" y="478983"/>
                  </a:lnTo>
                  <a:lnTo>
                    <a:pt x="909948" y="476791"/>
                  </a:lnTo>
                  <a:lnTo>
                    <a:pt x="909619" y="473502"/>
                  </a:lnTo>
                  <a:lnTo>
                    <a:pt x="908303" y="470322"/>
                  </a:lnTo>
                  <a:lnTo>
                    <a:pt x="904795" y="463744"/>
                  </a:lnTo>
                  <a:lnTo>
                    <a:pt x="903041" y="454206"/>
                  </a:lnTo>
                  <a:lnTo>
                    <a:pt x="900410" y="450808"/>
                  </a:lnTo>
                  <a:lnTo>
                    <a:pt x="897011" y="448067"/>
                  </a:lnTo>
                  <a:lnTo>
                    <a:pt x="893284" y="444011"/>
                  </a:lnTo>
                  <a:lnTo>
                    <a:pt x="892516" y="442037"/>
                  </a:lnTo>
                  <a:lnTo>
                    <a:pt x="889775" y="431513"/>
                  </a:lnTo>
                  <a:lnTo>
                    <a:pt x="886158" y="427018"/>
                  </a:lnTo>
                  <a:lnTo>
                    <a:pt x="885280" y="424606"/>
                  </a:lnTo>
                  <a:lnTo>
                    <a:pt x="884732" y="423619"/>
                  </a:lnTo>
                  <a:lnTo>
                    <a:pt x="882101" y="420549"/>
                  </a:lnTo>
                  <a:lnTo>
                    <a:pt x="881334" y="419234"/>
                  </a:lnTo>
                  <a:lnTo>
                    <a:pt x="881005" y="417041"/>
                  </a:lnTo>
                  <a:lnTo>
                    <a:pt x="881443" y="413533"/>
                  </a:lnTo>
                  <a:lnTo>
                    <a:pt x="881334" y="411559"/>
                  </a:lnTo>
                  <a:lnTo>
                    <a:pt x="877716" y="399061"/>
                  </a:lnTo>
                  <a:lnTo>
                    <a:pt x="877168" y="393689"/>
                  </a:lnTo>
                  <a:lnTo>
                    <a:pt x="877826" y="389194"/>
                  </a:lnTo>
                  <a:lnTo>
                    <a:pt x="880566" y="381082"/>
                  </a:lnTo>
                  <a:lnTo>
                    <a:pt x="881334" y="375819"/>
                  </a:lnTo>
                  <a:lnTo>
                    <a:pt x="881663" y="367597"/>
                  </a:lnTo>
                  <a:lnTo>
                    <a:pt x="881114" y="362444"/>
                  </a:lnTo>
                  <a:lnTo>
                    <a:pt x="878374" y="358936"/>
                  </a:lnTo>
                  <a:lnTo>
                    <a:pt x="874537" y="350933"/>
                  </a:lnTo>
                  <a:lnTo>
                    <a:pt x="872673" y="349069"/>
                  </a:lnTo>
                  <a:lnTo>
                    <a:pt x="869164" y="347315"/>
                  </a:lnTo>
                  <a:lnTo>
                    <a:pt x="867739" y="346219"/>
                  </a:lnTo>
                  <a:lnTo>
                    <a:pt x="865327" y="341724"/>
                  </a:lnTo>
                  <a:lnTo>
                    <a:pt x="862916" y="335584"/>
                  </a:lnTo>
                  <a:lnTo>
                    <a:pt x="860065" y="329993"/>
                  </a:lnTo>
                  <a:lnTo>
                    <a:pt x="856228" y="327691"/>
                  </a:lnTo>
                  <a:lnTo>
                    <a:pt x="855241" y="326704"/>
                  </a:lnTo>
                  <a:lnTo>
                    <a:pt x="854803" y="324402"/>
                  </a:lnTo>
                  <a:lnTo>
                    <a:pt x="854693" y="321880"/>
                  </a:lnTo>
                  <a:lnTo>
                    <a:pt x="854145" y="319907"/>
                  </a:lnTo>
                  <a:lnTo>
                    <a:pt x="853049" y="318372"/>
                  </a:lnTo>
                  <a:lnTo>
                    <a:pt x="850417" y="316837"/>
                  </a:lnTo>
                  <a:lnTo>
                    <a:pt x="848992" y="315193"/>
                  </a:lnTo>
                  <a:lnTo>
                    <a:pt x="847348" y="312671"/>
                  </a:lnTo>
                  <a:lnTo>
                    <a:pt x="846909" y="311465"/>
                  </a:lnTo>
                  <a:lnTo>
                    <a:pt x="847238" y="310040"/>
                  </a:lnTo>
                  <a:lnTo>
                    <a:pt x="847457" y="306641"/>
                  </a:lnTo>
                  <a:lnTo>
                    <a:pt x="847019" y="304339"/>
                  </a:lnTo>
                  <a:lnTo>
                    <a:pt x="845045" y="301379"/>
                  </a:lnTo>
                  <a:lnTo>
                    <a:pt x="844607" y="298858"/>
                  </a:lnTo>
                  <a:lnTo>
                    <a:pt x="844936" y="297323"/>
                  </a:lnTo>
                  <a:lnTo>
                    <a:pt x="846032" y="294801"/>
                  </a:lnTo>
                  <a:lnTo>
                    <a:pt x="846142" y="293376"/>
                  </a:lnTo>
                  <a:lnTo>
                    <a:pt x="845374" y="292170"/>
                  </a:lnTo>
                  <a:lnTo>
                    <a:pt x="842085" y="290306"/>
                  </a:lnTo>
                  <a:lnTo>
                    <a:pt x="841647" y="288004"/>
                  </a:lnTo>
                  <a:lnTo>
                    <a:pt x="841208" y="283180"/>
                  </a:lnTo>
                  <a:lnTo>
                    <a:pt x="840770" y="280878"/>
                  </a:lnTo>
                  <a:lnTo>
                    <a:pt x="838467" y="276931"/>
                  </a:lnTo>
                  <a:lnTo>
                    <a:pt x="832547" y="270024"/>
                  </a:lnTo>
                  <a:lnTo>
                    <a:pt x="831341" y="267612"/>
                  </a:lnTo>
                  <a:lnTo>
                    <a:pt x="830026" y="266735"/>
                  </a:lnTo>
                  <a:lnTo>
                    <a:pt x="823777" y="265858"/>
                  </a:lnTo>
                  <a:lnTo>
                    <a:pt x="821803" y="265200"/>
                  </a:lnTo>
                  <a:lnTo>
                    <a:pt x="820488" y="263227"/>
                  </a:lnTo>
                  <a:lnTo>
                    <a:pt x="820049" y="260815"/>
                  </a:lnTo>
                  <a:lnTo>
                    <a:pt x="819830" y="258184"/>
                  </a:lnTo>
                  <a:lnTo>
                    <a:pt x="819172" y="255882"/>
                  </a:lnTo>
                  <a:lnTo>
                    <a:pt x="816760" y="252373"/>
                  </a:lnTo>
                  <a:lnTo>
                    <a:pt x="812923" y="249413"/>
                  </a:lnTo>
                  <a:lnTo>
                    <a:pt x="808647" y="247330"/>
                  </a:lnTo>
                  <a:lnTo>
                    <a:pt x="804920" y="246563"/>
                  </a:lnTo>
                  <a:lnTo>
                    <a:pt x="801193" y="244918"/>
                  </a:lnTo>
                  <a:lnTo>
                    <a:pt x="792093" y="233955"/>
                  </a:lnTo>
                  <a:lnTo>
                    <a:pt x="790778" y="235709"/>
                  </a:lnTo>
                  <a:lnTo>
                    <a:pt x="788146" y="232749"/>
                  </a:lnTo>
                  <a:lnTo>
                    <a:pt x="787269" y="232201"/>
                  </a:lnTo>
                  <a:lnTo>
                    <a:pt x="786721" y="232530"/>
                  </a:lnTo>
                  <a:lnTo>
                    <a:pt x="786283" y="230118"/>
                  </a:lnTo>
                  <a:lnTo>
                    <a:pt x="785405" y="228693"/>
                  </a:lnTo>
                  <a:lnTo>
                    <a:pt x="783980" y="228035"/>
                  </a:lnTo>
                  <a:lnTo>
                    <a:pt x="781897" y="227816"/>
                  </a:lnTo>
                  <a:lnTo>
                    <a:pt x="779924" y="227158"/>
                  </a:lnTo>
                  <a:lnTo>
                    <a:pt x="778060" y="223759"/>
                  </a:lnTo>
                  <a:lnTo>
                    <a:pt x="776635" y="223102"/>
                  </a:lnTo>
                  <a:lnTo>
                    <a:pt x="775429" y="222773"/>
                  </a:lnTo>
                  <a:lnTo>
                    <a:pt x="773236" y="222005"/>
                  </a:lnTo>
                  <a:lnTo>
                    <a:pt x="772469" y="222225"/>
                  </a:lnTo>
                  <a:lnTo>
                    <a:pt x="771153" y="223979"/>
                  </a:lnTo>
                  <a:lnTo>
                    <a:pt x="770276" y="224527"/>
                  </a:lnTo>
                  <a:lnTo>
                    <a:pt x="769290" y="224636"/>
                  </a:lnTo>
                  <a:lnTo>
                    <a:pt x="767316" y="223650"/>
                  </a:lnTo>
                  <a:lnTo>
                    <a:pt x="766001" y="222444"/>
                  </a:lnTo>
                  <a:lnTo>
                    <a:pt x="765014" y="221128"/>
                  </a:lnTo>
                  <a:lnTo>
                    <a:pt x="763808" y="219922"/>
                  </a:lnTo>
                  <a:lnTo>
                    <a:pt x="752516" y="214331"/>
                  </a:lnTo>
                  <a:lnTo>
                    <a:pt x="746705" y="212906"/>
                  </a:lnTo>
                  <a:lnTo>
                    <a:pt x="744293" y="210713"/>
                  </a:lnTo>
                  <a:lnTo>
                    <a:pt x="736509" y="200956"/>
                  </a:lnTo>
                  <a:lnTo>
                    <a:pt x="720503" y="188567"/>
                  </a:lnTo>
                  <a:lnTo>
                    <a:pt x="713816" y="180564"/>
                  </a:lnTo>
                  <a:lnTo>
                    <a:pt x="708882" y="178043"/>
                  </a:lnTo>
                  <a:lnTo>
                    <a:pt x="706909" y="174863"/>
                  </a:lnTo>
                  <a:lnTo>
                    <a:pt x="704387" y="166751"/>
                  </a:lnTo>
                  <a:lnTo>
                    <a:pt x="701975" y="162256"/>
                  </a:lnTo>
                  <a:lnTo>
                    <a:pt x="699015" y="159953"/>
                  </a:lnTo>
                  <a:lnTo>
                    <a:pt x="695507" y="157980"/>
                  </a:lnTo>
                  <a:lnTo>
                    <a:pt x="691560" y="154910"/>
                  </a:lnTo>
                  <a:lnTo>
                    <a:pt x="686736" y="149429"/>
                  </a:lnTo>
                  <a:lnTo>
                    <a:pt x="685311" y="148442"/>
                  </a:lnTo>
                  <a:lnTo>
                    <a:pt x="682022" y="147126"/>
                  </a:lnTo>
                  <a:lnTo>
                    <a:pt x="667003" y="137479"/>
                  </a:lnTo>
                  <a:lnTo>
                    <a:pt x="665139" y="134519"/>
                  </a:lnTo>
                  <a:lnTo>
                    <a:pt x="663714" y="130353"/>
                  </a:lnTo>
                  <a:lnTo>
                    <a:pt x="648584" y="112592"/>
                  </a:lnTo>
                  <a:lnTo>
                    <a:pt x="644967" y="109742"/>
                  </a:lnTo>
                  <a:lnTo>
                    <a:pt x="641678" y="108536"/>
                  </a:lnTo>
                  <a:lnTo>
                    <a:pt x="641568" y="107768"/>
                  </a:lnTo>
                  <a:lnTo>
                    <a:pt x="639375" y="106014"/>
                  </a:lnTo>
                  <a:lnTo>
                    <a:pt x="635538" y="103822"/>
                  </a:lnTo>
                  <a:lnTo>
                    <a:pt x="634223" y="101739"/>
                  </a:lnTo>
                  <a:lnTo>
                    <a:pt x="632797" y="97902"/>
                  </a:lnTo>
                  <a:lnTo>
                    <a:pt x="631482" y="95819"/>
                  </a:lnTo>
                  <a:lnTo>
                    <a:pt x="628960" y="93626"/>
                  </a:lnTo>
                  <a:lnTo>
                    <a:pt x="620409" y="87706"/>
                  </a:lnTo>
                  <a:lnTo>
                    <a:pt x="617230" y="86500"/>
                  </a:lnTo>
                  <a:lnTo>
                    <a:pt x="612186" y="85842"/>
                  </a:lnTo>
                  <a:lnTo>
                    <a:pt x="608459" y="84417"/>
                  </a:lnTo>
                  <a:lnTo>
                    <a:pt x="601771" y="80360"/>
                  </a:lnTo>
                  <a:lnTo>
                    <a:pt x="593549" y="77949"/>
                  </a:lnTo>
                  <a:lnTo>
                    <a:pt x="588944" y="75975"/>
                  </a:lnTo>
                  <a:lnTo>
                    <a:pt x="586971" y="73125"/>
                  </a:lnTo>
                  <a:lnTo>
                    <a:pt x="580174" y="69178"/>
                  </a:lnTo>
                  <a:lnTo>
                    <a:pt x="578858" y="67643"/>
                  </a:lnTo>
                  <a:lnTo>
                    <a:pt x="578529" y="66547"/>
                  </a:lnTo>
                  <a:lnTo>
                    <a:pt x="578201" y="65231"/>
                  </a:lnTo>
                  <a:lnTo>
                    <a:pt x="577433" y="62929"/>
                  </a:lnTo>
                  <a:lnTo>
                    <a:pt x="575460" y="59421"/>
                  </a:lnTo>
                  <a:lnTo>
                    <a:pt x="567237" y="49554"/>
                  </a:lnTo>
                  <a:lnTo>
                    <a:pt x="564935" y="45497"/>
                  </a:lnTo>
                  <a:lnTo>
                    <a:pt x="559782" y="29820"/>
                  </a:lnTo>
                  <a:lnTo>
                    <a:pt x="556055" y="22036"/>
                  </a:lnTo>
                  <a:lnTo>
                    <a:pt x="550683" y="13923"/>
                  </a:lnTo>
                  <a:lnTo>
                    <a:pt x="544105" y="7345"/>
                  </a:lnTo>
                  <a:lnTo>
                    <a:pt x="536869" y="4495"/>
                  </a:lnTo>
                  <a:lnTo>
                    <a:pt x="528099" y="5262"/>
                  </a:lnTo>
                  <a:lnTo>
                    <a:pt x="524262" y="4276"/>
                  </a:lnTo>
                  <a:lnTo>
                    <a:pt x="522507" y="2631"/>
                  </a:lnTo>
                  <a:lnTo>
                    <a:pt x="521630" y="1754"/>
                  </a:lnTo>
                  <a:lnTo>
                    <a:pt x="519438" y="877"/>
                  </a:lnTo>
                  <a:lnTo>
                    <a:pt x="511215" y="877"/>
                  </a:lnTo>
                  <a:lnTo>
                    <a:pt x="506063" y="877"/>
                  </a:lnTo>
                  <a:lnTo>
                    <a:pt x="501019" y="877"/>
                  </a:lnTo>
                  <a:lnTo>
                    <a:pt x="495867" y="877"/>
                  </a:lnTo>
                  <a:lnTo>
                    <a:pt x="490824" y="877"/>
                  </a:lnTo>
                  <a:lnTo>
                    <a:pt x="485780" y="767"/>
                  </a:lnTo>
                  <a:lnTo>
                    <a:pt x="480628" y="767"/>
                  </a:lnTo>
                  <a:lnTo>
                    <a:pt x="475475" y="767"/>
                  </a:lnTo>
                  <a:lnTo>
                    <a:pt x="470432" y="767"/>
                  </a:lnTo>
                  <a:lnTo>
                    <a:pt x="460236" y="767"/>
                  </a:lnTo>
                  <a:lnTo>
                    <a:pt x="455083" y="767"/>
                  </a:lnTo>
                  <a:lnTo>
                    <a:pt x="450040" y="767"/>
                  </a:lnTo>
                  <a:lnTo>
                    <a:pt x="444888" y="658"/>
                  </a:lnTo>
                  <a:lnTo>
                    <a:pt x="439845" y="658"/>
                  </a:lnTo>
                  <a:lnTo>
                    <a:pt x="434692" y="658"/>
                  </a:lnTo>
                  <a:lnTo>
                    <a:pt x="429649" y="658"/>
                  </a:lnTo>
                  <a:lnTo>
                    <a:pt x="424496" y="658"/>
                  </a:lnTo>
                  <a:lnTo>
                    <a:pt x="419453" y="658"/>
                  </a:lnTo>
                  <a:lnTo>
                    <a:pt x="414300" y="658"/>
                  </a:lnTo>
                  <a:lnTo>
                    <a:pt x="409257" y="658"/>
                  </a:lnTo>
                  <a:lnTo>
                    <a:pt x="404104" y="548"/>
                  </a:lnTo>
                  <a:lnTo>
                    <a:pt x="399061" y="548"/>
                  </a:lnTo>
                  <a:lnTo>
                    <a:pt x="393909" y="548"/>
                  </a:lnTo>
                  <a:lnTo>
                    <a:pt x="388866" y="548"/>
                  </a:lnTo>
                  <a:lnTo>
                    <a:pt x="383713" y="548"/>
                  </a:lnTo>
                  <a:lnTo>
                    <a:pt x="378670" y="548"/>
                  </a:lnTo>
                  <a:lnTo>
                    <a:pt x="373517" y="548"/>
                  </a:lnTo>
                  <a:lnTo>
                    <a:pt x="368474" y="548"/>
                  </a:lnTo>
                  <a:lnTo>
                    <a:pt x="363321" y="548"/>
                  </a:lnTo>
                  <a:lnTo>
                    <a:pt x="358278" y="439"/>
                  </a:lnTo>
                  <a:lnTo>
                    <a:pt x="353126" y="439"/>
                  </a:lnTo>
                  <a:lnTo>
                    <a:pt x="348082" y="439"/>
                  </a:lnTo>
                  <a:lnTo>
                    <a:pt x="342930" y="439"/>
                  </a:lnTo>
                  <a:lnTo>
                    <a:pt x="337887" y="439"/>
                  </a:lnTo>
                  <a:lnTo>
                    <a:pt x="332734" y="439"/>
                  </a:lnTo>
                  <a:lnTo>
                    <a:pt x="327691" y="439"/>
                  </a:lnTo>
                  <a:lnTo>
                    <a:pt x="322538" y="329"/>
                  </a:lnTo>
                  <a:lnTo>
                    <a:pt x="317495" y="329"/>
                  </a:lnTo>
                  <a:lnTo>
                    <a:pt x="312342" y="329"/>
                  </a:lnTo>
                  <a:lnTo>
                    <a:pt x="307299" y="329"/>
                  </a:lnTo>
                  <a:lnTo>
                    <a:pt x="302146" y="329"/>
                  </a:lnTo>
                  <a:lnTo>
                    <a:pt x="297103" y="329"/>
                  </a:lnTo>
                  <a:lnTo>
                    <a:pt x="291951" y="329"/>
                  </a:lnTo>
                  <a:lnTo>
                    <a:pt x="286798" y="329"/>
                  </a:lnTo>
                  <a:lnTo>
                    <a:pt x="281755" y="219"/>
                  </a:lnTo>
                  <a:lnTo>
                    <a:pt x="276712" y="219"/>
                  </a:lnTo>
                  <a:lnTo>
                    <a:pt x="271559" y="219"/>
                  </a:lnTo>
                  <a:lnTo>
                    <a:pt x="266406" y="219"/>
                  </a:lnTo>
                  <a:lnTo>
                    <a:pt x="261363" y="219"/>
                  </a:lnTo>
                  <a:lnTo>
                    <a:pt x="256320" y="219"/>
                  </a:lnTo>
                  <a:lnTo>
                    <a:pt x="251168" y="219"/>
                  </a:lnTo>
                  <a:lnTo>
                    <a:pt x="246124" y="219"/>
                  </a:lnTo>
                  <a:lnTo>
                    <a:pt x="240972" y="110"/>
                  </a:lnTo>
                  <a:lnTo>
                    <a:pt x="235819" y="110"/>
                  </a:lnTo>
                  <a:lnTo>
                    <a:pt x="230776" y="110"/>
                  </a:lnTo>
                  <a:lnTo>
                    <a:pt x="225623" y="110"/>
                  </a:lnTo>
                  <a:lnTo>
                    <a:pt x="220580" y="110"/>
                  </a:lnTo>
                  <a:lnTo>
                    <a:pt x="215427" y="110"/>
                  </a:lnTo>
                  <a:lnTo>
                    <a:pt x="210384" y="110"/>
                  </a:lnTo>
                  <a:lnTo>
                    <a:pt x="205232" y="110"/>
                  </a:lnTo>
                  <a:lnTo>
                    <a:pt x="200188" y="110"/>
                  </a:lnTo>
                  <a:lnTo>
                    <a:pt x="195036" y="0"/>
                  </a:lnTo>
                  <a:lnTo>
                    <a:pt x="189993" y="0"/>
                  </a:lnTo>
                  <a:lnTo>
                    <a:pt x="184840" y="0"/>
                  </a:lnTo>
                  <a:lnTo>
                    <a:pt x="184840" y="24338"/>
                  </a:lnTo>
                  <a:lnTo>
                    <a:pt x="184950" y="25983"/>
                  </a:lnTo>
                  <a:lnTo>
                    <a:pt x="184950" y="27518"/>
                  </a:lnTo>
                  <a:lnTo>
                    <a:pt x="184950" y="50212"/>
                  </a:lnTo>
                  <a:lnTo>
                    <a:pt x="184950" y="51856"/>
                  </a:lnTo>
                  <a:lnTo>
                    <a:pt x="184950" y="76194"/>
                  </a:lnTo>
                  <a:lnTo>
                    <a:pt x="184950" y="77729"/>
                  </a:lnTo>
                  <a:lnTo>
                    <a:pt x="184950" y="79374"/>
                  </a:lnTo>
                  <a:lnTo>
                    <a:pt x="184950" y="101958"/>
                  </a:lnTo>
                  <a:lnTo>
                    <a:pt x="184950" y="103602"/>
                  </a:lnTo>
                  <a:lnTo>
                    <a:pt x="176508" y="103602"/>
                  </a:lnTo>
                  <a:lnTo>
                    <a:pt x="36508" y="103602"/>
                  </a:lnTo>
                  <a:lnTo>
                    <a:pt x="34205" y="121911"/>
                  </a:lnTo>
                  <a:lnTo>
                    <a:pt x="31903" y="141535"/>
                  </a:lnTo>
                  <a:lnTo>
                    <a:pt x="29491" y="161050"/>
                  </a:lnTo>
                  <a:lnTo>
                    <a:pt x="26860" y="180564"/>
                  </a:lnTo>
                  <a:lnTo>
                    <a:pt x="25873" y="187690"/>
                  </a:lnTo>
                  <a:lnTo>
                    <a:pt x="24996" y="194816"/>
                  </a:lnTo>
                  <a:lnTo>
                    <a:pt x="24009" y="202052"/>
                  </a:lnTo>
                  <a:lnTo>
                    <a:pt x="23132" y="209178"/>
                  </a:lnTo>
                  <a:lnTo>
                    <a:pt x="22255" y="214002"/>
                  </a:lnTo>
                  <a:lnTo>
                    <a:pt x="21707" y="217839"/>
                  </a:lnTo>
                  <a:lnTo>
                    <a:pt x="22255" y="221128"/>
                  </a:lnTo>
                  <a:lnTo>
                    <a:pt x="24887" y="224198"/>
                  </a:lnTo>
                  <a:lnTo>
                    <a:pt x="36069" y="233626"/>
                  </a:lnTo>
                  <a:lnTo>
                    <a:pt x="47251" y="242945"/>
                  </a:lnTo>
                  <a:lnTo>
                    <a:pt x="58434" y="252373"/>
                  </a:lnTo>
                  <a:lnTo>
                    <a:pt x="69726" y="261692"/>
                  </a:lnTo>
                  <a:lnTo>
                    <a:pt x="73015" y="263994"/>
                  </a:lnTo>
                  <a:lnTo>
                    <a:pt x="76743" y="265749"/>
                  </a:lnTo>
                  <a:lnTo>
                    <a:pt x="80580" y="267064"/>
                  </a:lnTo>
                  <a:lnTo>
                    <a:pt x="84307" y="268051"/>
                  </a:lnTo>
                  <a:lnTo>
                    <a:pt x="90337" y="269915"/>
                  </a:lnTo>
                  <a:lnTo>
                    <a:pt x="95380" y="272655"/>
                  </a:lnTo>
                  <a:lnTo>
                    <a:pt x="100094" y="276164"/>
                  </a:lnTo>
                  <a:lnTo>
                    <a:pt x="105357" y="280659"/>
                  </a:lnTo>
                  <a:lnTo>
                    <a:pt x="109194" y="284276"/>
                  </a:lnTo>
                  <a:lnTo>
                    <a:pt x="111277" y="287456"/>
                  </a:lnTo>
                  <a:lnTo>
                    <a:pt x="112263" y="291183"/>
                  </a:lnTo>
                  <a:lnTo>
                    <a:pt x="112921" y="296775"/>
                  </a:lnTo>
                  <a:lnTo>
                    <a:pt x="113579" y="303791"/>
                  </a:lnTo>
                  <a:lnTo>
                    <a:pt x="114237" y="310807"/>
                  </a:lnTo>
                  <a:lnTo>
                    <a:pt x="114895" y="317824"/>
                  </a:lnTo>
                  <a:lnTo>
                    <a:pt x="115552" y="324950"/>
                  </a:lnTo>
                  <a:lnTo>
                    <a:pt x="115662" y="327033"/>
                  </a:lnTo>
                  <a:lnTo>
                    <a:pt x="115772" y="329226"/>
                  </a:lnTo>
                  <a:lnTo>
                    <a:pt x="115881" y="331418"/>
                  </a:lnTo>
                  <a:lnTo>
                    <a:pt x="116101" y="333611"/>
                  </a:lnTo>
                  <a:lnTo>
                    <a:pt x="117306" y="347973"/>
                  </a:lnTo>
                  <a:lnTo>
                    <a:pt x="118512" y="362335"/>
                  </a:lnTo>
                  <a:lnTo>
                    <a:pt x="119718" y="376806"/>
                  </a:lnTo>
                  <a:lnTo>
                    <a:pt x="120924" y="391168"/>
                  </a:lnTo>
                  <a:lnTo>
                    <a:pt x="121253" y="394457"/>
                  </a:lnTo>
                  <a:lnTo>
                    <a:pt x="121473" y="397417"/>
                  </a:lnTo>
                  <a:lnTo>
                    <a:pt x="121144" y="400267"/>
                  </a:lnTo>
                  <a:lnTo>
                    <a:pt x="119718" y="403008"/>
                  </a:lnTo>
                  <a:lnTo>
                    <a:pt x="117855" y="406516"/>
                  </a:lnTo>
                  <a:lnTo>
                    <a:pt x="116978" y="410244"/>
                  </a:lnTo>
                  <a:lnTo>
                    <a:pt x="116758" y="414191"/>
                  </a:lnTo>
                  <a:lnTo>
                    <a:pt x="116539" y="418576"/>
                  </a:lnTo>
                  <a:lnTo>
                    <a:pt x="116539" y="419014"/>
                  </a:lnTo>
                  <a:lnTo>
                    <a:pt x="116429" y="419343"/>
                  </a:lnTo>
                  <a:lnTo>
                    <a:pt x="116429" y="419782"/>
                  </a:lnTo>
                  <a:lnTo>
                    <a:pt x="116429" y="420220"/>
                  </a:lnTo>
                  <a:lnTo>
                    <a:pt x="115991" y="424935"/>
                  </a:lnTo>
                  <a:lnTo>
                    <a:pt x="115552" y="429649"/>
                  </a:lnTo>
                  <a:lnTo>
                    <a:pt x="115114" y="434363"/>
                  </a:lnTo>
                  <a:lnTo>
                    <a:pt x="114785" y="439077"/>
                  </a:lnTo>
                  <a:lnTo>
                    <a:pt x="113250" y="457276"/>
                  </a:lnTo>
                  <a:lnTo>
                    <a:pt x="111825" y="475475"/>
                  </a:lnTo>
                  <a:lnTo>
                    <a:pt x="110290" y="493674"/>
                  </a:lnTo>
                  <a:lnTo>
                    <a:pt x="108865" y="511873"/>
                  </a:lnTo>
                  <a:lnTo>
                    <a:pt x="108426" y="517135"/>
                  </a:lnTo>
                  <a:lnTo>
                    <a:pt x="107988" y="522398"/>
                  </a:lnTo>
                  <a:lnTo>
                    <a:pt x="107549" y="527770"/>
                  </a:lnTo>
                  <a:lnTo>
                    <a:pt x="107111" y="533032"/>
                  </a:lnTo>
                  <a:lnTo>
                    <a:pt x="106782" y="537417"/>
                  </a:lnTo>
                  <a:lnTo>
                    <a:pt x="106453" y="539939"/>
                  </a:lnTo>
                  <a:lnTo>
                    <a:pt x="105028" y="541035"/>
                  </a:lnTo>
                  <a:lnTo>
                    <a:pt x="101519" y="541364"/>
                  </a:lnTo>
                  <a:lnTo>
                    <a:pt x="98121" y="541364"/>
                  </a:lnTo>
                  <a:lnTo>
                    <a:pt x="94722" y="541364"/>
                  </a:lnTo>
                  <a:lnTo>
                    <a:pt x="91214" y="541474"/>
                  </a:lnTo>
                  <a:lnTo>
                    <a:pt x="87815" y="541474"/>
                  </a:lnTo>
                  <a:lnTo>
                    <a:pt x="89131" y="552547"/>
                  </a:lnTo>
                  <a:lnTo>
                    <a:pt x="90337" y="563729"/>
                  </a:lnTo>
                  <a:lnTo>
                    <a:pt x="91653" y="574802"/>
                  </a:lnTo>
                  <a:lnTo>
                    <a:pt x="92859" y="585875"/>
                  </a:lnTo>
                  <a:lnTo>
                    <a:pt x="94393" y="598373"/>
                  </a:lnTo>
                  <a:lnTo>
                    <a:pt x="95819" y="610871"/>
                  </a:lnTo>
                  <a:lnTo>
                    <a:pt x="97353" y="623369"/>
                  </a:lnTo>
                  <a:lnTo>
                    <a:pt x="98779" y="635757"/>
                  </a:lnTo>
                  <a:lnTo>
                    <a:pt x="99875" y="644967"/>
                  </a:lnTo>
                  <a:lnTo>
                    <a:pt x="100971" y="654176"/>
                  </a:lnTo>
                  <a:lnTo>
                    <a:pt x="102068" y="663385"/>
                  </a:lnTo>
                  <a:lnTo>
                    <a:pt x="103164" y="672594"/>
                  </a:lnTo>
                  <a:lnTo>
                    <a:pt x="103383" y="675006"/>
                  </a:lnTo>
                  <a:lnTo>
                    <a:pt x="103493" y="677637"/>
                  </a:lnTo>
                  <a:lnTo>
                    <a:pt x="103822" y="680268"/>
                  </a:lnTo>
                  <a:lnTo>
                    <a:pt x="104370" y="682680"/>
                  </a:lnTo>
                  <a:lnTo>
                    <a:pt x="105247" y="684763"/>
                  </a:lnTo>
                  <a:lnTo>
                    <a:pt x="106343" y="686846"/>
                  </a:lnTo>
                  <a:lnTo>
                    <a:pt x="107001" y="689039"/>
                  </a:lnTo>
                  <a:lnTo>
                    <a:pt x="106672" y="691670"/>
                  </a:lnTo>
                  <a:lnTo>
                    <a:pt x="104699" y="697700"/>
                  </a:lnTo>
                  <a:lnTo>
                    <a:pt x="102068" y="705593"/>
                  </a:lnTo>
                  <a:lnTo>
                    <a:pt x="100094" y="713377"/>
                  </a:lnTo>
                  <a:lnTo>
                    <a:pt x="100094" y="719188"/>
                  </a:lnTo>
                  <a:lnTo>
                    <a:pt x="102177" y="725875"/>
                  </a:lnTo>
                  <a:lnTo>
                    <a:pt x="104260" y="732453"/>
                  </a:lnTo>
                  <a:lnTo>
                    <a:pt x="106343" y="739141"/>
                  </a:lnTo>
                  <a:lnTo>
                    <a:pt x="108536" y="745719"/>
                  </a:lnTo>
                  <a:lnTo>
                    <a:pt x="110290" y="750433"/>
                  </a:lnTo>
                  <a:lnTo>
                    <a:pt x="112044" y="755037"/>
                  </a:lnTo>
                  <a:lnTo>
                    <a:pt x="113689" y="759642"/>
                  </a:lnTo>
                  <a:lnTo>
                    <a:pt x="115443" y="764356"/>
                  </a:lnTo>
                  <a:lnTo>
                    <a:pt x="116978" y="768303"/>
                  </a:lnTo>
                  <a:lnTo>
                    <a:pt x="119170" y="774333"/>
                  </a:lnTo>
                  <a:lnTo>
                    <a:pt x="120815" y="780143"/>
                  </a:lnTo>
                  <a:lnTo>
                    <a:pt x="120815" y="783322"/>
                  </a:lnTo>
                  <a:lnTo>
                    <a:pt x="116649" y="787488"/>
                  </a:lnTo>
                  <a:lnTo>
                    <a:pt x="112373" y="791654"/>
                  </a:lnTo>
                  <a:lnTo>
                    <a:pt x="108207" y="795930"/>
                  </a:lnTo>
                  <a:lnTo>
                    <a:pt x="103931" y="800096"/>
                  </a:lnTo>
                  <a:lnTo>
                    <a:pt x="101081" y="801412"/>
                  </a:lnTo>
                  <a:lnTo>
                    <a:pt x="97792" y="801192"/>
                  </a:lnTo>
                  <a:lnTo>
                    <a:pt x="94284" y="800096"/>
                  </a:lnTo>
                  <a:lnTo>
                    <a:pt x="90995" y="799000"/>
                  </a:lnTo>
                  <a:lnTo>
                    <a:pt x="84197" y="797246"/>
                  </a:lnTo>
                  <a:lnTo>
                    <a:pt x="77400" y="795601"/>
                  </a:lnTo>
                  <a:lnTo>
                    <a:pt x="70603" y="793847"/>
                  </a:lnTo>
                  <a:lnTo>
                    <a:pt x="63916" y="792203"/>
                  </a:lnTo>
                  <a:lnTo>
                    <a:pt x="53939" y="790229"/>
                  </a:lnTo>
                  <a:lnTo>
                    <a:pt x="44620" y="789571"/>
                  </a:lnTo>
                  <a:lnTo>
                    <a:pt x="35302" y="789791"/>
                  </a:lnTo>
                  <a:lnTo>
                    <a:pt x="24996" y="790668"/>
                  </a:lnTo>
                  <a:lnTo>
                    <a:pt x="20063" y="791435"/>
                  </a:lnTo>
                  <a:lnTo>
                    <a:pt x="16554" y="793080"/>
                  </a:lnTo>
                  <a:lnTo>
                    <a:pt x="13375" y="795711"/>
                  </a:lnTo>
                  <a:lnTo>
                    <a:pt x="9428" y="799548"/>
                  </a:lnTo>
                  <a:lnTo>
                    <a:pt x="5701" y="802837"/>
                  </a:lnTo>
                  <a:lnTo>
                    <a:pt x="1864" y="806345"/>
                  </a:lnTo>
                  <a:lnTo>
                    <a:pt x="0" y="810292"/>
                  </a:lnTo>
                  <a:lnTo>
                    <a:pt x="1535" y="815116"/>
                  </a:lnTo>
                  <a:lnTo>
                    <a:pt x="7674" y="830026"/>
                  </a:lnTo>
                  <a:lnTo>
                    <a:pt x="13923" y="845045"/>
                  </a:lnTo>
                  <a:lnTo>
                    <a:pt x="20063" y="860065"/>
                  </a:lnTo>
                  <a:lnTo>
                    <a:pt x="26202" y="875085"/>
                  </a:lnTo>
                  <a:lnTo>
                    <a:pt x="27627" y="877935"/>
                  </a:lnTo>
                  <a:lnTo>
                    <a:pt x="29930" y="880018"/>
                  </a:lnTo>
                  <a:lnTo>
                    <a:pt x="32561" y="881772"/>
                  </a:lnTo>
                  <a:lnTo>
                    <a:pt x="35192" y="883307"/>
                  </a:lnTo>
                  <a:lnTo>
                    <a:pt x="38591" y="885171"/>
                  </a:lnTo>
                  <a:lnTo>
                    <a:pt x="41989" y="887034"/>
                  </a:lnTo>
                  <a:lnTo>
                    <a:pt x="45388" y="889008"/>
                  </a:lnTo>
                  <a:lnTo>
                    <a:pt x="48677" y="890872"/>
                  </a:lnTo>
                  <a:lnTo>
                    <a:pt x="50979" y="894489"/>
                  </a:lnTo>
                  <a:lnTo>
                    <a:pt x="51966" y="899313"/>
                  </a:lnTo>
                  <a:lnTo>
                    <a:pt x="52952" y="904247"/>
                  </a:lnTo>
                  <a:lnTo>
                    <a:pt x="55584" y="908413"/>
                  </a:lnTo>
                  <a:lnTo>
                    <a:pt x="60956" y="912908"/>
                  </a:lnTo>
                  <a:lnTo>
                    <a:pt x="66328" y="917512"/>
                  </a:lnTo>
                  <a:lnTo>
                    <a:pt x="71699" y="922007"/>
                  </a:lnTo>
                  <a:lnTo>
                    <a:pt x="77071" y="926502"/>
                  </a:lnTo>
                  <a:lnTo>
                    <a:pt x="75098" y="928914"/>
                  </a:lnTo>
                  <a:lnTo>
                    <a:pt x="73892" y="931874"/>
                  </a:lnTo>
                  <a:lnTo>
                    <a:pt x="73454" y="935053"/>
                  </a:lnTo>
                  <a:lnTo>
                    <a:pt x="73892" y="938233"/>
                  </a:lnTo>
                  <a:lnTo>
                    <a:pt x="78058" y="943385"/>
                  </a:lnTo>
                  <a:lnTo>
                    <a:pt x="82224" y="947661"/>
                  </a:lnTo>
                  <a:lnTo>
                    <a:pt x="86719" y="951389"/>
                  </a:lnTo>
                  <a:lnTo>
                    <a:pt x="92201" y="954568"/>
                  </a:lnTo>
                  <a:lnTo>
                    <a:pt x="95270" y="956870"/>
                  </a:lnTo>
                  <a:lnTo>
                    <a:pt x="97353" y="959721"/>
                  </a:lnTo>
                  <a:lnTo>
                    <a:pt x="98450" y="963229"/>
                  </a:lnTo>
                  <a:lnTo>
                    <a:pt x="98888" y="967285"/>
                  </a:lnTo>
                  <a:lnTo>
                    <a:pt x="98669" y="971780"/>
                  </a:lnTo>
                  <a:lnTo>
                    <a:pt x="97902" y="976275"/>
                  </a:lnTo>
                  <a:lnTo>
                    <a:pt x="96915" y="980660"/>
                  </a:lnTo>
                  <a:lnTo>
                    <a:pt x="96038" y="985046"/>
                  </a:lnTo>
                  <a:lnTo>
                    <a:pt x="96148" y="988883"/>
                  </a:lnTo>
                  <a:lnTo>
                    <a:pt x="97463" y="992610"/>
                  </a:lnTo>
                  <a:lnTo>
                    <a:pt x="99217" y="996338"/>
                  </a:lnTo>
                  <a:lnTo>
                    <a:pt x="100752" y="999736"/>
                  </a:lnTo>
                  <a:lnTo>
                    <a:pt x="101629" y="1006314"/>
                  </a:lnTo>
                  <a:lnTo>
                    <a:pt x="99656" y="1010919"/>
                  </a:lnTo>
                  <a:lnTo>
                    <a:pt x="96148" y="1014975"/>
                  </a:lnTo>
                  <a:lnTo>
                    <a:pt x="92968" y="1020018"/>
                  </a:lnTo>
                  <a:lnTo>
                    <a:pt x="91543" y="1025610"/>
                  </a:lnTo>
                  <a:lnTo>
                    <a:pt x="91872" y="1030433"/>
                  </a:lnTo>
                  <a:lnTo>
                    <a:pt x="93736" y="1035038"/>
                  </a:lnTo>
                  <a:lnTo>
                    <a:pt x="96696" y="1039752"/>
                  </a:lnTo>
                  <a:lnTo>
                    <a:pt x="100862" y="1046440"/>
                  </a:lnTo>
                  <a:lnTo>
                    <a:pt x="105137" y="1053127"/>
                  </a:lnTo>
                  <a:lnTo>
                    <a:pt x="109523" y="1059815"/>
                  </a:lnTo>
                  <a:lnTo>
                    <a:pt x="114237" y="1065954"/>
                  </a:lnTo>
                  <a:lnTo>
                    <a:pt x="116758" y="1068695"/>
                  </a:lnTo>
                  <a:lnTo>
                    <a:pt x="118951" y="1070120"/>
                  </a:lnTo>
                  <a:lnTo>
                    <a:pt x="121473" y="1070559"/>
                  </a:lnTo>
                  <a:lnTo>
                    <a:pt x="124871" y="1070011"/>
                  </a:lnTo>
                  <a:lnTo>
                    <a:pt x="126735" y="1069463"/>
                  </a:lnTo>
                  <a:lnTo>
                    <a:pt x="128270" y="1069024"/>
                  </a:lnTo>
                  <a:lnTo>
                    <a:pt x="129476" y="1069243"/>
                  </a:lnTo>
                  <a:lnTo>
                    <a:pt x="130791" y="1070669"/>
                  </a:lnTo>
                  <a:lnTo>
                    <a:pt x="131778" y="1073080"/>
                  </a:lnTo>
                  <a:lnTo>
                    <a:pt x="132874" y="1075383"/>
                  </a:lnTo>
                  <a:lnTo>
                    <a:pt x="133971" y="1077685"/>
                  </a:lnTo>
                  <a:lnTo>
                    <a:pt x="134080" y="1077685"/>
                  </a:lnTo>
                  <a:lnTo>
                    <a:pt x="135396" y="1079878"/>
                  </a:lnTo>
                  <a:lnTo>
                    <a:pt x="140439" y="1075273"/>
                  </a:lnTo>
                  <a:lnTo>
                    <a:pt x="145043" y="1069901"/>
                  </a:lnTo>
                  <a:lnTo>
                    <a:pt x="149429" y="1064200"/>
                  </a:lnTo>
                  <a:lnTo>
                    <a:pt x="153485" y="1058390"/>
                  </a:lnTo>
                  <a:lnTo>
                    <a:pt x="156007" y="1062775"/>
                  </a:lnTo>
                  <a:lnTo>
                    <a:pt x="160502" y="1064200"/>
                  </a:lnTo>
                  <a:lnTo>
                    <a:pt x="165654" y="1063981"/>
                  </a:lnTo>
                  <a:lnTo>
                    <a:pt x="170259" y="1063433"/>
                  </a:lnTo>
                  <a:lnTo>
                    <a:pt x="174206" y="1064091"/>
                  </a:lnTo>
                  <a:lnTo>
                    <a:pt x="177166" y="1066393"/>
                  </a:lnTo>
                  <a:lnTo>
                    <a:pt x="179578" y="1069792"/>
                  </a:lnTo>
                  <a:lnTo>
                    <a:pt x="181770" y="1073738"/>
                  </a:lnTo>
                  <a:lnTo>
                    <a:pt x="188348" y="1081851"/>
                  </a:lnTo>
                  <a:lnTo>
                    <a:pt x="197996" y="1086346"/>
                  </a:lnTo>
                  <a:lnTo>
                    <a:pt x="208630" y="1088758"/>
                  </a:lnTo>
                  <a:lnTo>
                    <a:pt x="218387" y="1090622"/>
                  </a:lnTo>
                  <a:lnTo>
                    <a:pt x="223102" y="1093033"/>
                  </a:lnTo>
                  <a:lnTo>
                    <a:pt x="224527" y="1097857"/>
                  </a:lnTo>
                  <a:lnTo>
                    <a:pt x="224417" y="1103558"/>
                  </a:lnTo>
                  <a:lnTo>
                    <a:pt x="224308" y="1109259"/>
                  </a:lnTo>
                  <a:lnTo>
                    <a:pt x="227377" y="1116276"/>
                  </a:lnTo>
                  <a:lnTo>
                    <a:pt x="231653" y="1122744"/>
                  </a:lnTo>
                  <a:lnTo>
                    <a:pt x="236367" y="1129103"/>
                  </a:lnTo>
                  <a:lnTo>
                    <a:pt x="240643" y="1135461"/>
                  </a:lnTo>
                  <a:lnTo>
                    <a:pt x="244151" y="1140285"/>
                  </a:lnTo>
                  <a:lnTo>
                    <a:pt x="248427" y="1144451"/>
                  </a:lnTo>
                  <a:lnTo>
                    <a:pt x="252702" y="1148507"/>
                  </a:lnTo>
                  <a:lnTo>
                    <a:pt x="256211" y="1153112"/>
                  </a:lnTo>
                  <a:lnTo>
                    <a:pt x="259719" y="1163417"/>
                  </a:lnTo>
                  <a:lnTo>
                    <a:pt x="261583" y="1176244"/>
                  </a:lnTo>
                  <a:lnTo>
                    <a:pt x="262460" y="1189620"/>
                  </a:lnTo>
                  <a:lnTo>
                    <a:pt x="263446" y="1201460"/>
                  </a:lnTo>
                  <a:lnTo>
                    <a:pt x="264762" y="1211327"/>
                  </a:lnTo>
                  <a:lnTo>
                    <a:pt x="265968" y="1221194"/>
                  </a:lnTo>
                  <a:lnTo>
                    <a:pt x="267283" y="1231170"/>
                  </a:lnTo>
                  <a:lnTo>
                    <a:pt x="268489" y="1241037"/>
                  </a:lnTo>
                  <a:lnTo>
                    <a:pt x="269586" y="1247396"/>
                  </a:lnTo>
                  <a:lnTo>
                    <a:pt x="271340" y="1250575"/>
                  </a:lnTo>
                  <a:lnTo>
                    <a:pt x="274738" y="1251891"/>
                  </a:lnTo>
                  <a:lnTo>
                    <a:pt x="281097" y="1253206"/>
                  </a:lnTo>
                  <a:lnTo>
                    <a:pt x="283071" y="1253535"/>
                  </a:lnTo>
                  <a:lnTo>
                    <a:pt x="285153" y="1253974"/>
                  </a:lnTo>
                  <a:lnTo>
                    <a:pt x="287127" y="1254412"/>
                  </a:lnTo>
                  <a:lnTo>
                    <a:pt x="289210" y="1254741"/>
                  </a:lnTo>
                  <a:lnTo>
                    <a:pt x="302585" y="1257592"/>
                  </a:lnTo>
                  <a:lnTo>
                    <a:pt x="315960" y="1260442"/>
                  </a:lnTo>
                  <a:lnTo>
                    <a:pt x="342710" y="1266143"/>
                  </a:lnTo>
                  <a:lnTo>
                    <a:pt x="348411" y="1267897"/>
                  </a:lnTo>
                  <a:lnTo>
                    <a:pt x="353126" y="1271186"/>
                  </a:lnTo>
                  <a:lnTo>
                    <a:pt x="356524" y="1276229"/>
                  </a:lnTo>
                  <a:lnTo>
                    <a:pt x="358388" y="1282697"/>
                  </a:lnTo>
                  <a:lnTo>
                    <a:pt x="358936" y="1286096"/>
                  </a:lnTo>
                  <a:lnTo>
                    <a:pt x="359594" y="1289604"/>
                  </a:lnTo>
                  <a:lnTo>
                    <a:pt x="360361" y="1293003"/>
                  </a:lnTo>
                  <a:lnTo>
                    <a:pt x="361238" y="1296292"/>
                  </a:lnTo>
                  <a:lnTo>
                    <a:pt x="361567" y="1297717"/>
                  </a:lnTo>
                  <a:lnTo>
                    <a:pt x="362006" y="1299581"/>
                  </a:lnTo>
                  <a:lnTo>
                    <a:pt x="362335" y="1301225"/>
                  </a:lnTo>
                  <a:lnTo>
                    <a:pt x="362444" y="1301883"/>
                  </a:lnTo>
                  <a:lnTo>
                    <a:pt x="364747" y="1303637"/>
                  </a:lnTo>
                  <a:lnTo>
                    <a:pt x="367049" y="1304514"/>
                  </a:lnTo>
                  <a:lnTo>
                    <a:pt x="369022" y="1305501"/>
                  </a:lnTo>
                  <a:lnTo>
                    <a:pt x="370447" y="1307913"/>
                  </a:lnTo>
                  <a:lnTo>
                    <a:pt x="371215" y="1310873"/>
                  </a:lnTo>
                  <a:lnTo>
                    <a:pt x="371873" y="1313723"/>
                  </a:lnTo>
                  <a:lnTo>
                    <a:pt x="372421" y="1316683"/>
                  </a:lnTo>
                  <a:lnTo>
                    <a:pt x="372750" y="1319643"/>
                  </a:lnTo>
                  <a:lnTo>
                    <a:pt x="373188" y="1322932"/>
                  </a:lnTo>
                  <a:lnTo>
                    <a:pt x="374175" y="1324248"/>
                  </a:lnTo>
                  <a:lnTo>
                    <a:pt x="375929" y="1324796"/>
                  </a:lnTo>
                  <a:lnTo>
                    <a:pt x="378779" y="1325673"/>
                  </a:lnTo>
                  <a:lnTo>
                    <a:pt x="384480" y="1328304"/>
                  </a:lnTo>
                  <a:lnTo>
                    <a:pt x="389633" y="1331484"/>
                  </a:lnTo>
                  <a:lnTo>
                    <a:pt x="394567" y="1335211"/>
                  </a:lnTo>
                  <a:lnTo>
                    <a:pt x="399390" y="1339487"/>
                  </a:lnTo>
                  <a:lnTo>
                    <a:pt x="402789" y="1343872"/>
                  </a:lnTo>
                  <a:lnTo>
                    <a:pt x="405968" y="1348805"/>
                  </a:lnTo>
                  <a:lnTo>
                    <a:pt x="409367" y="1353410"/>
                  </a:lnTo>
                  <a:lnTo>
                    <a:pt x="413314" y="1356809"/>
                  </a:lnTo>
                  <a:lnTo>
                    <a:pt x="419563" y="1360427"/>
                  </a:lnTo>
                  <a:lnTo>
                    <a:pt x="425483" y="1363935"/>
                  </a:lnTo>
                  <a:lnTo>
                    <a:pt x="431184" y="1367882"/>
                  </a:lnTo>
                  <a:lnTo>
                    <a:pt x="436775" y="1372486"/>
                  </a:lnTo>
                  <a:lnTo>
                    <a:pt x="442366" y="1373144"/>
                  </a:lnTo>
                  <a:lnTo>
                    <a:pt x="447957" y="1373692"/>
                  </a:lnTo>
                  <a:lnTo>
                    <a:pt x="453549" y="1374350"/>
                  </a:lnTo>
                  <a:lnTo>
                    <a:pt x="459140" y="1375008"/>
                  </a:lnTo>
                  <a:lnTo>
                    <a:pt x="462867" y="1375665"/>
                  </a:lnTo>
                  <a:lnTo>
                    <a:pt x="467253" y="1376543"/>
                  </a:lnTo>
                  <a:lnTo>
                    <a:pt x="471748" y="1377091"/>
                  </a:lnTo>
                  <a:lnTo>
                    <a:pt x="475475" y="1376652"/>
                  </a:lnTo>
                  <a:lnTo>
                    <a:pt x="479312" y="1374350"/>
                  </a:lnTo>
                  <a:lnTo>
                    <a:pt x="483259" y="1370732"/>
                  </a:lnTo>
                  <a:lnTo>
                    <a:pt x="486986" y="1366895"/>
                  </a:lnTo>
                  <a:lnTo>
                    <a:pt x="490275" y="1363496"/>
                  </a:lnTo>
                  <a:lnTo>
                    <a:pt x="494003" y="1360317"/>
                  </a:lnTo>
                  <a:lnTo>
                    <a:pt x="497730" y="1357028"/>
                  </a:lnTo>
                  <a:lnTo>
                    <a:pt x="501348" y="1353739"/>
                  </a:lnTo>
                  <a:lnTo>
                    <a:pt x="505076" y="1350450"/>
                  </a:lnTo>
                  <a:lnTo>
                    <a:pt x="505953" y="1349573"/>
                  </a:lnTo>
                  <a:lnTo>
                    <a:pt x="506830" y="1348805"/>
                  </a:lnTo>
                  <a:lnTo>
                    <a:pt x="507707" y="1348038"/>
                  </a:lnTo>
                  <a:lnTo>
                    <a:pt x="508584" y="1347161"/>
                  </a:lnTo>
                  <a:lnTo>
                    <a:pt x="511654" y="1344640"/>
                  </a:lnTo>
                  <a:lnTo>
                    <a:pt x="514066" y="1342447"/>
                  </a:lnTo>
                  <a:lnTo>
                    <a:pt x="515710" y="1339816"/>
                  </a:lnTo>
                  <a:lnTo>
                    <a:pt x="516368" y="1335978"/>
                  </a:lnTo>
                  <a:lnTo>
                    <a:pt x="516697" y="1330058"/>
                  </a:lnTo>
                  <a:lnTo>
                    <a:pt x="517026" y="1324029"/>
                  </a:lnTo>
                  <a:lnTo>
                    <a:pt x="517245" y="1318109"/>
                  </a:lnTo>
                  <a:lnTo>
                    <a:pt x="517574" y="1312188"/>
                  </a:lnTo>
                  <a:lnTo>
                    <a:pt x="517574" y="1303966"/>
                  </a:lnTo>
                  <a:lnTo>
                    <a:pt x="517903" y="1296072"/>
                  </a:lnTo>
                  <a:lnTo>
                    <a:pt x="520424" y="1289714"/>
                  </a:lnTo>
                  <a:lnTo>
                    <a:pt x="526783" y="1286206"/>
                  </a:lnTo>
                  <a:lnTo>
                    <a:pt x="530510" y="1286206"/>
                  </a:lnTo>
                  <a:lnTo>
                    <a:pt x="534019" y="1286425"/>
                  </a:lnTo>
                  <a:lnTo>
                    <a:pt x="537308" y="1285986"/>
                  </a:lnTo>
                  <a:lnTo>
                    <a:pt x="540487" y="1283355"/>
                  </a:lnTo>
                  <a:lnTo>
                    <a:pt x="542680" y="1279518"/>
                  </a:lnTo>
                  <a:lnTo>
                    <a:pt x="544324" y="1275023"/>
                  </a:lnTo>
                  <a:lnTo>
                    <a:pt x="545530" y="1270199"/>
                  </a:lnTo>
                  <a:lnTo>
                    <a:pt x="546846" y="1265814"/>
                  </a:lnTo>
                  <a:lnTo>
                    <a:pt x="547723" y="1257920"/>
                  </a:lnTo>
                  <a:lnTo>
                    <a:pt x="546188" y="1250136"/>
                  </a:lnTo>
                  <a:lnTo>
                    <a:pt x="543228" y="1242682"/>
                  </a:lnTo>
                  <a:lnTo>
                    <a:pt x="540048" y="1235446"/>
                  </a:lnTo>
                  <a:lnTo>
                    <a:pt x="537198" y="1228649"/>
                  </a:lnTo>
                  <a:lnTo>
                    <a:pt x="535225" y="1221632"/>
                  </a:lnTo>
                  <a:lnTo>
                    <a:pt x="536211" y="1215493"/>
                  </a:lnTo>
                  <a:lnTo>
                    <a:pt x="542241" y="1211217"/>
                  </a:lnTo>
                  <a:lnTo>
                    <a:pt x="550793" y="1208586"/>
                  </a:lnTo>
                  <a:lnTo>
                    <a:pt x="559453" y="1205955"/>
                  </a:lnTo>
                  <a:lnTo>
                    <a:pt x="568005" y="1203324"/>
                  </a:lnTo>
                  <a:lnTo>
                    <a:pt x="576556" y="1200692"/>
                  </a:lnTo>
                  <a:lnTo>
                    <a:pt x="580393" y="1199048"/>
                  </a:lnTo>
                  <a:lnTo>
                    <a:pt x="582805" y="1197184"/>
                  </a:lnTo>
                  <a:lnTo>
                    <a:pt x="583682" y="1194334"/>
                  </a:lnTo>
                  <a:lnTo>
                    <a:pt x="583024" y="1189839"/>
                  </a:lnTo>
                  <a:lnTo>
                    <a:pt x="581599" y="1185344"/>
                  </a:lnTo>
                  <a:lnTo>
                    <a:pt x="580174" y="1180959"/>
                  </a:lnTo>
                  <a:lnTo>
                    <a:pt x="578639" y="1176573"/>
                  </a:lnTo>
                  <a:lnTo>
                    <a:pt x="577104" y="1172188"/>
                  </a:lnTo>
                  <a:lnTo>
                    <a:pt x="577762" y="1169009"/>
                  </a:lnTo>
                  <a:lnTo>
                    <a:pt x="580832" y="1165720"/>
                  </a:lnTo>
                  <a:lnTo>
                    <a:pt x="584778" y="1162760"/>
                  </a:lnTo>
                  <a:lnTo>
                    <a:pt x="587848" y="1160567"/>
                  </a:lnTo>
                  <a:lnTo>
                    <a:pt x="588725" y="1158813"/>
                  </a:lnTo>
                  <a:lnTo>
                    <a:pt x="589164" y="1155962"/>
                  </a:lnTo>
                  <a:lnTo>
                    <a:pt x="589493" y="1152783"/>
                  </a:lnTo>
                  <a:lnTo>
                    <a:pt x="589602" y="1150481"/>
                  </a:lnTo>
                  <a:lnTo>
                    <a:pt x="589712" y="1144890"/>
                  </a:lnTo>
                  <a:lnTo>
                    <a:pt x="589602" y="1138312"/>
                  </a:lnTo>
                  <a:lnTo>
                    <a:pt x="590260" y="1132172"/>
                  </a:lnTo>
                  <a:lnTo>
                    <a:pt x="592782" y="1127677"/>
                  </a:lnTo>
                  <a:lnTo>
                    <a:pt x="596071" y="1126471"/>
                  </a:lnTo>
                  <a:lnTo>
                    <a:pt x="598811" y="1128006"/>
                  </a:lnTo>
                  <a:lnTo>
                    <a:pt x="601114" y="1130857"/>
                  </a:lnTo>
                  <a:lnTo>
                    <a:pt x="603197" y="1133707"/>
                  </a:lnTo>
                  <a:lnTo>
                    <a:pt x="605170" y="1129541"/>
                  </a:lnTo>
                  <a:lnTo>
                    <a:pt x="607253" y="1125485"/>
                  </a:lnTo>
                  <a:lnTo>
                    <a:pt x="609446" y="1121428"/>
                  </a:lnTo>
                  <a:lnTo>
                    <a:pt x="611419" y="1117372"/>
                  </a:lnTo>
                  <a:lnTo>
                    <a:pt x="612406" y="1115618"/>
                  </a:lnTo>
                  <a:lnTo>
                    <a:pt x="613502" y="1113973"/>
                  </a:lnTo>
                  <a:lnTo>
                    <a:pt x="614708" y="1112438"/>
                  </a:lnTo>
                  <a:lnTo>
                    <a:pt x="615914" y="1110904"/>
                  </a:lnTo>
                  <a:lnTo>
                    <a:pt x="618874" y="1113315"/>
                  </a:lnTo>
                  <a:lnTo>
                    <a:pt x="621944" y="1115508"/>
                  </a:lnTo>
                  <a:lnTo>
                    <a:pt x="624904" y="1117701"/>
                  </a:lnTo>
                  <a:lnTo>
                    <a:pt x="627974" y="1120003"/>
                  </a:lnTo>
                  <a:lnTo>
                    <a:pt x="635429" y="1125923"/>
                  </a:lnTo>
                  <a:lnTo>
                    <a:pt x="643212" y="1132282"/>
                  </a:lnTo>
                  <a:lnTo>
                    <a:pt x="650996" y="1138202"/>
                  </a:lnTo>
                  <a:lnTo>
                    <a:pt x="659109" y="1142807"/>
                  </a:lnTo>
                  <a:lnTo>
                    <a:pt x="664152" y="1143026"/>
                  </a:lnTo>
                  <a:lnTo>
                    <a:pt x="669415" y="1143245"/>
                  </a:lnTo>
                  <a:lnTo>
                    <a:pt x="674677" y="1143026"/>
                  </a:lnTo>
                  <a:lnTo>
                    <a:pt x="679501" y="1141929"/>
                  </a:lnTo>
                  <a:lnTo>
                    <a:pt x="684325" y="1141601"/>
                  </a:lnTo>
                  <a:lnTo>
                    <a:pt x="687614" y="1144670"/>
                  </a:lnTo>
                  <a:lnTo>
                    <a:pt x="690245" y="1149384"/>
                  </a:lnTo>
                  <a:lnTo>
                    <a:pt x="693534" y="1154318"/>
                  </a:lnTo>
                  <a:lnTo>
                    <a:pt x="697151" y="1158594"/>
                  </a:lnTo>
                  <a:lnTo>
                    <a:pt x="700660" y="1162650"/>
                  </a:lnTo>
                  <a:lnTo>
                    <a:pt x="704497" y="1166268"/>
                  </a:lnTo>
                  <a:lnTo>
                    <a:pt x="708882" y="1169228"/>
                  </a:lnTo>
                  <a:lnTo>
                    <a:pt x="714473" y="1172298"/>
                  </a:lnTo>
                  <a:lnTo>
                    <a:pt x="720065" y="1175367"/>
                  </a:lnTo>
                  <a:lnTo>
                    <a:pt x="725656" y="1178547"/>
                  </a:lnTo>
                  <a:lnTo>
                    <a:pt x="731247" y="1181616"/>
                  </a:lnTo>
                  <a:lnTo>
                    <a:pt x="736838" y="1184686"/>
                  </a:lnTo>
                  <a:lnTo>
                    <a:pt x="742539" y="1187865"/>
                  </a:lnTo>
                  <a:lnTo>
                    <a:pt x="748240" y="1190935"/>
                  </a:lnTo>
                  <a:lnTo>
                    <a:pt x="753831" y="1194115"/>
                  </a:lnTo>
                  <a:lnTo>
                    <a:pt x="757669" y="1193457"/>
                  </a:lnTo>
                  <a:lnTo>
                    <a:pt x="763369" y="1190606"/>
                  </a:lnTo>
                  <a:lnTo>
                    <a:pt x="769180" y="1187208"/>
                  </a:lnTo>
                  <a:lnTo>
                    <a:pt x="773236" y="1184796"/>
                  </a:lnTo>
                  <a:lnTo>
                    <a:pt x="778718" y="1182055"/>
                  </a:lnTo>
                  <a:lnTo>
                    <a:pt x="784309" y="1179314"/>
                  </a:lnTo>
                  <a:lnTo>
                    <a:pt x="789791" y="1176464"/>
                  </a:lnTo>
                  <a:lnTo>
                    <a:pt x="795382" y="1173723"/>
                  </a:lnTo>
                  <a:lnTo>
                    <a:pt x="798013" y="1176025"/>
                  </a:lnTo>
                  <a:lnTo>
                    <a:pt x="802508" y="1181836"/>
                  </a:lnTo>
                  <a:lnTo>
                    <a:pt x="807113" y="1188304"/>
                  </a:lnTo>
                  <a:lnTo>
                    <a:pt x="809853" y="1192141"/>
                  </a:lnTo>
                  <a:lnTo>
                    <a:pt x="813142" y="1194115"/>
                  </a:lnTo>
                  <a:lnTo>
                    <a:pt x="815774" y="1191374"/>
                  </a:lnTo>
                  <a:lnTo>
                    <a:pt x="818076" y="1187098"/>
                  </a:lnTo>
                  <a:lnTo>
                    <a:pt x="820707" y="1184467"/>
                  </a:lnTo>
                  <a:lnTo>
                    <a:pt x="825092" y="1183919"/>
                  </a:lnTo>
                  <a:lnTo>
                    <a:pt x="829916" y="1184467"/>
                  </a:lnTo>
                  <a:lnTo>
                    <a:pt x="834740" y="1185344"/>
                  </a:lnTo>
                  <a:lnTo>
                    <a:pt x="839235" y="1186002"/>
                  </a:lnTo>
                  <a:lnTo>
                    <a:pt x="851185" y="1188085"/>
                  </a:lnTo>
                  <a:lnTo>
                    <a:pt x="862367" y="1191922"/>
                  </a:lnTo>
                  <a:lnTo>
                    <a:pt x="872892" y="1197403"/>
                  </a:lnTo>
                  <a:lnTo>
                    <a:pt x="882978" y="1204530"/>
                  </a:lnTo>
                  <a:lnTo>
                    <a:pt x="889775" y="1211107"/>
                  </a:lnTo>
                  <a:lnTo>
                    <a:pt x="897669" y="1217795"/>
                  </a:lnTo>
                  <a:lnTo>
                    <a:pt x="905672" y="1220097"/>
                  </a:lnTo>
                  <a:lnTo>
                    <a:pt x="913017" y="1213300"/>
                  </a:lnTo>
                  <a:lnTo>
                    <a:pt x="921898" y="1201241"/>
                  </a:lnTo>
                  <a:lnTo>
                    <a:pt x="930888" y="1189291"/>
                  </a:lnTo>
                  <a:lnTo>
                    <a:pt x="939768" y="1177231"/>
                  </a:lnTo>
                  <a:lnTo>
                    <a:pt x="948648" y="1165172"/>
                  </a:lnTo>
                  <a:lnTo>
                    <a:pt x="955226" y="1155414"/>
                  </a:lnTo>
                  <a:lnTo>
                    <a:pt x="961913" y="1145328"/>
                  </a:lnTo>
                  <a:lnTo>
                    <a:pt x="969259" y="1136229"/>
                  </a:lnTo>
                  <a:lnTo>
                    <a:pt x="977810" y="1129322"/>
                  </a:lnTo>
                  <a:lnTo>
                    <a:pt x="984936" y="1126471"/>
                  </a:lnTo>
                  <a:lnTo>
                    <a:pt x="992611" y="1125375"/>
                  </a:lnTo>
                  <a:lnTo>
                    <a:pt x="1000504" y="1124937"/>
                  </a:lnTo>
                  <a:lnTo>
                    <a:pt x="1008069" y="1124717"/>
                  </a:lnTo>
                  <a:lnTo>
                    <a:pt x="1013441" y="1124498"/>
                  </a:lnTo>
                  <a:lnTo>
                    <a:pt x="1017716" y="1124937"/>
                  </a:lnTo>
                  <a:lnTo>
                    <a:pt x="1021992" y="1126142"/>
                  </a:lnTo>
                  <a:lnTo>
                    <a:pt x="1026925" y="1128116"/>
                  </a:lnTo>
                  <a:lnTo>
                    <a:pt x="1042383" y="1134474"/>
                  </a:lnTo>
                  <a:lnTo>
                    <a:pt x="1057951" y="1140943"/>
                  </a:lnTo>
                  <a:lnTo>
                    <a:pt x="1073409" y="1147302"/>
                  </a:lnTo>
                  <a:lnTo>
                    <a:pt x="1088868" y="1153660"/>
                  </a:lnTo>
                  <a:lnTo>
                    <a:pt x="1086017" y="1141272"/>
                  </a:lnTo>
                  <a:lnTo>
                    <a:pt x="1083057" y="1128993"/>
                  </a:lnTo>
                  <a:lnTo>
                    <a:pt x="1080207" y="1116604"/>
                  </a:lnTo>
                  <a:lnTo>
                    <a:pt x="1077356" y="1104216"/>
                  </a:lnTo>
                  <a:lnTo>
                    <a:pt x="1067270" y="1061898"/>
                  </a:lnTo>
                  <a:lnTo>
                    <a:pt x="1057074" y="1019361"/>
                  </a:lnTo>
                  <a:lnTo>
                    <a:pt x="1046878" y="976823"/>
                  </a:lnTo>
                  <a:lnTo>
                    <a:pt x="1036683" y="934286"/>
                  </a:lnTo>
                  <a:lnTo>
                    <a:pt x="1034380" y="924200"/>
                  </a:lnTo>
                  <a:lnTo>
                    <a:pt x="1032078" y="914223"/>
                  </a:lnTo>
                  <a:lnTo>
                    <a:pt x="1029885" y="904247"/>
                  </a:lnTo>
                  <a:lnTo>
                    <a:pt x="1027583" y="894161"/>
                  </a:lnTo>
                  <a:lnTo>
                    <a:pt x="1026487" y="889227"/>
                  </a:lnTo>
                  <a:lnTo>
                    <a:pt x="1025390" y="884403"/>
                  </a:lnTo>
                  <a:lnTo>
                    <a:pt x="1024294" y="879470"/>
                  </a:lnTo>
                  <a:lnTo>
                    <a:pt x="1022650" y="872453"/>
                  </a:lnTo>
                  <a:lnTo>
                    <a:pt x="1029008" y="861161"/>
                  </a:lnTo>
                  <a:lnTo>
                    <a:pt x="1037560" y="845593"/>
                  </a:lnTo>
                  <a:lnTo>
                    <a:pt x="1046001" y="829806"/>
                  </a:lnTo>
                  <a:lnTo>
                    <a:pt x="1054224" y="814019"/>
                  </a:lnTo>
                  <a:lnTo>
                    <a:pt x="1062446" y="798123"/>
                  </a:lnTo>
                  <a:lnTo>
                    <a:pt x="1068476" y="786392"/>
                  </a:lnTo>
                  <a:lnTo>
                    <a:pt x="1074396" y="774552"/>
                  </a:lnTo>
                  <a:lnTo>
                    <a:pt x="1080426" y="762821"/>
                  </a:lnTo>
                  <a:lnTo>
                    <a:pt x="1086456" y="750981"/>
                  </a:lnTo>
                  <a:lnTo>
                    <a:pt x="1102572" y="719845"/>
                  </a:lnTo>
                  <a:lnTo>
                    <a:pt x="1118907" y="688710"/>
                  </a:lnTo>
                  <a:lnTo>
                    <a:pt x="1135132" y="657574"/>
                  </a:lnTo>
                  <a:lnTo>
                    <a:pt x="1150810" y="625890"/>
                  </a:lnTo>
                  <a:lnTo>
                    <a:pt x="1150810" y="625890"/>
                  </a:lnTo>
                  <a:lnTo>
                    <a:pt x="1151139" y="625562"/>
                  </a:lnTo>
                  <a:lnTo>
                    <a:pt x="1151358" y="62446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8100000" scaled="1"/>
              <a:tileRect/>
            </a:gradFill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30" name="Freeform: Shape 33">
              <a:extLst>
                <a:ext uri="{FF2B5EF4-FFF2-40B4-BE49-F238E27FC236}">
                  <a16:creationId xmlns:a16="http://schemas.microsoft.com/office/drawing/2014/main" id="{50127201-9109-1A50-B661-31344A1D8DE7}"/>
                </a:ext>
              </a:extLst>
            </p:cNvPr>
            <p:cNvSpPr/>
            <p:nvPr/>
          </p:nvSpPr>
          <p:spPr>
            <a:xfrm>
              <a:off x="10287459" y="5196383"/>
              <a:ext cx="734536" cy="701646"/>
            </a:xfrm>
            <a:custGeom>
              <a:avLst/>
              <a:gdLst>
                <a:gd name="connsiteX0" fmla="*/ 733221 w 734536"/>
                <a:gd name="connsiteY0" fmla="*/ 332953 h 701646"/>
                <a:gd name="connsiteX1" fmla="*/ 735961 w 734536"/>
                <a:gd name="connsiteY1" fmla="*/ 333172 h 701646"/>
                <a:gd name="connsiteX2" fmla="*/ 738921 w 734536"/>
                <a:gd name="connsiteY2" fmla="*/ 334049 h 701646"/>
                <a:gd name="connsiteX3" fmla="*/ 736619 w 734536"/>
                <a:gd name="connsiteY3" fmla="*/ 330212 h 701646"/>
                <a:gd name="connsiteX4" fmla="*/ 736400 w 734536"/>
                <a:gd name="connsiteY4" fmla="*/ 329006 h 701646"/>
                <a:gd name="connsiteX5" fmla="*/ 736400 w 734536"/>
                <a:gd name="connsiteY5" fmla="*/ 326375 h 701646"/>
                <a:gd name="connsiteX6" fmla="*/ 735961 w 734536"/>
                <a:gd name="connsiteY6" fmla="*/ 323415 h 701646"/>
                <a:gd name="connsiteX7" fmla="*/ 734865 w 734536"/>
                <a:gd name="connsiteY7" fmla="*/ 323196 h 701646"/>
                <a:gd name="connsiteX8" fmla="*/ 733111 w 734536"/>
                <a:gd name="connsiteY8" fmla="*/ 323963 h 701646"/>
                <a:gd name="connsiteX9" fmla="*/ 730918 w 734536"/>
                <a:gd name="connsiteY9" fmla="*/ 324292 h 701646"/>
                <a:gd name="connsiteX10" fmla="*/ 729712 w 734536"/>
                <a:gd name="connsiteY10" fmla="*/ 323744 h 701646"/>
                <a:gd name="connsiteX11" fmla="*/ 728287 w 734536"/>
                <a:gd name="connsiteY11" fmla="*/ 322757 h 701646"/>
                <a:gd name="connsiteX12" fmla="*/ 726314 w 734536"/>
                <a:gd name="connsiteY12" fmla="*/ 321880 h 701646"/>
                <a:gd name="connsiteX13" fmla="*/ 720065 w 734536"/>
                <a:gd name="connsiteY13" fmla="*/ 321113 h 701646"/>
                <a:gd name="connsiteX14" fmla="*/ 719517 w 734536"/>
                <a:gd name="connsiteY14" fmla="*/ 319907 h 701646"/>
                <a:gd name="connsiteX15" fmla="*/ 719736 w 734536"/>
                <a:gd name="connsiteY15" fmla="*/ 318153 h 701646"/>
                <a:gd name="connsiteX16" fmla="*/ 718749 w 734536"/>
                <a:gd name="connsiteY16" fmla="*/ 315850 h 701646"/>
                <a:gd name="connsiteX17" fmla="*/ 717543 w 734536"/>
                <a:gd name="connsiteY17" fmla="*/ 314754 h 701646"/>
                <a:gd name="connsiteX18" fmla="*/ 715679 w 734536"/>
                <a:gd name="connsiteY18" fmla="*/ 313439 h 701646"/>
                <a:gd name="connsiteX19" fmla="*/ 713487 w 734536"/>
                <a:gd name="connsiteY19" fmla="*/ 312781 h 701646"/>
                <a:gd name="connsiteX20" fmla="*/ 708772 w 734536"/>
                <a:gd name="connsiteY20" fmla="*/ 315083 h 701646"/>
                <a:gd name="connsiteX21" fmla="*/ 707566 w 734536"/>
                <a:gd name="connsiteY21" fmla="*/ 313219 h 701646"/>
                <a:gd name="connsiteX22" fmla="*/ 706689 w 734536"/>
                <a:gd name="connsiteY22" fmla="*/ 308834 h 701646"/>
                <a:gd name="connsiteX23" fmla="*/ 704826 w 734536"/>
                <a:gd name="connsiteY23" fmla="*/ 308834 h 701646"/>
                <a:gd name="connsiteX24" fmla="*/ 699673 w 734536"/>
                <a:gd name="connsiteY24" fmla="*/ 310369 h 701646"/>
                <a:gd name="connsiteX25" fmla="*/ 698577 w 734536"/>
                <a:gd name="connsiteY25" fmla="*/ 310917 h 701646"/>
                <a:gd name="connsiteX26" fmla="*/ 697371 w 734536"/>
                <a:gd name="connsiteY26" fmla="*/ 310259 h 701646"/>
                <a:gd name="connsiteX27" fmla="*/ 694630 w 734536"/>
                <a:gd name="connsiteY27" fmla="*/ 309711 h 701646"/>
                <a:gd name="connsiteX28" fmla="*/ 691450 w 734536"/>
                <a:gd name="connsiteY28" fmla="*/ 309601 h 701646"/>
                <a:gd name="connsiteX29" fmla="*/ 689038 w 734536"/>
                <a:gd name="connsiteY29" fmla="*/ 310259 h 701646"/>
                <a:gd name="connsiteX30" fmla="*/ 690025 w 734536"/>
                <a:gd name="connsiteY30" fmla="*/ 308286 h 701646"/>
                <a:gd name="connsiteX31" fmla="*/ 691779 w 734536"/>
                <a:gd name="connsiteY31" fmla="*/ 306861 h 701646"/>
                <a:gd name="connsiteX32" fmla="*/ 693095 w 734536"/>
                <a:gd name="connsiteY32" fmla="*/ 305326 h 701646"/>
                <a:gd name="connsiteX33" fmla="*/ 692985 w 734536"/>
                <a:gd name="connsiteY33" fmla="*/ 303133 h 701646"/>
                <a:gd name="connsiteX34" fmla="*/ 690683 w 734536"/>
                <a:gd name="connsiteY34" fmla="*/ 301708 h 701646"/>
                <a:gd name="connsiteX35" fmla="*/ 687614 w 734536"/>
                <a:gd name="connsiteY35" fmla="*/ 301489 h 701646"/>
                <a:gd name="connsiteX36" fmla="*/ 685859 w 734536"/>
                <a:gd name="connsiteY36" fmla="*/ 300721 h 701646"/>
                <a:gd name="connsiteX37" fmla="*/ 687504 w 734536"/>
                <a:gd name="connsiteY37" fmla="*/ 297651 h 701646"/>
                <a:gd name="connsiteX38" fmla="*/ 686846 w 734536"/>
                <a:gd name="connsiteY38" fmla="*/ 294362 h 701646"/>
                <a:gd name="connsiteX39" fmla="*/ 688162 w 734536"/>
                <a:gd name="connsiteY39" fmla="*/ 290964 h 701646"/>
                <a:gd name="connsiteX40" fmla="*/ 688819 w 734536"/>
                <a:gd name="connsiteY40" fmla="*/ 288004 h 701646"/>
                <a:gd name="connsiteX41" fmla="*/ 686079 w 734536"/>
                <a:gd name="connsiteY41" fmla="*/ 286359 h 701646"/>
                <a:gd name="connsiteX42" fmla="*/ 685530 w 734536"/>
                <a:gd name="connsiteY42" fmla="*/ 287675 h 701646"/>
                <a:gd name="connsiteX43" fmla="*/ 684873 w 734536"/>
                <a:gd name="connsiteY43" fmla="*/ 288333 h 701646"/>
                <a:gd name="connsiteX44" fmla="*/ 683886 w 734536"/>
                <a:gd name="connsiteY44" fmla="*/ 288662 h 701646"/>
                <a:gd name="connsiteX45" fmla="*/ 682241 w 734536"/>
                <a:gd name="connsiteY45" fmla="*/ 288990 h 701646"/>
                <a:gd name="connsiteX46" fmla="*/ 682241 w 734536"/>
                <a:gd name="connsiteY46" fmla="*/ 287675 h 701646"/>
                <a:gd name="connsiteX47" fmla="*/ 684873 w 734536"/>
                <a:gd name="connsiteY47" fmla="*/ 282851 h 701646"/>
                <a:gd name="connsiteX48" fmla="*/ 682132 w 734536"/>
                <a:gd name="connsiteY48" fmla="*/ 275506 h 701646"/>
                <a:gd name="connsiteX49" fmla="*/ 668866 w 734536"/>
                <a:gd name="connsiteY49" fmla="*/ 256320 h 701646"/>
                <a:gd name="connsiteX50" fmla="*/ 666016 w 734536"/>
                <a:gd name="connsiteY50" fmla="*/ 254018 h 701646"/>
                <a:gd name="connsiteX51" fmla="*/ 658999 w 734536"/>
                <a:gd name="connsiteY51" fmla="*/ 250509 h 701646"/>
                <a:gd name="connsiteX52" fmla="*/ 656039 w 734536"/>
                <a:gd name="connsiteY52" fmla="*/ 248097 h 701646"/>
                <a:gd name="connsiteX53" fmla="*/ 656697 w 734536"/>
                <a:gd name="connsiteY53" fmla="*/ 245686 h 701646"/>
                <a:gd name="connsiteX54" fmla="*/ 656697 w 734536"/>
                <a:gd name="connsiteY54" fmla="*/ 244261 h 701646"/>
                <a:gd name="connsiteX55" fmla="*/ 653956 w 734536"/>
                <a:gd name="connsiteY55" fmla="*/ 242726 h 701646"/>
                <a:gd name="connsiteX56" fmla="*/ 652092 w 734536"/>
                <a:gd name="connsiteY56" fmla="*/ 244261 h 701646"/>
                <a:gd name="connsiteX57" fmla="*/ 649790 w 734536"/>
                <a:gd name="connsiteY57" fmla="*/ 244261 h 701646"/>
                <a:gd name="connsiteX58" fmla="*/ 636196 w 734536"/>
                <a:gd name="connsiteY58" fmla="*/ 240095 h 701646"/>
                <a:gd name="connsiteX59" fmla="*/ 632578 w 734536"/>
                <a:gd name="connsiteY59" fmla="*/ 238012 h 701646"/>
                <a:gd name="connsiteX60" fmla="*/ 626877 w 734536"/>
                <a:gd name="connsiteY60" fmla="*/ 232201 h 701646"/>
                <a:gd name="connsiteX61" fmla="*/ 622821 w 734536"/>
                <a:gd name="connsiteY61" fmla="*/ 230228 h 701646"/>
                <a:gd name="connsiteX62" fmla="*/ 626000 w 734536"/>
                <a:gd name="connsiteY62" fmla="*/ 226829 h 701646"/>
                <a:gd name="connsiteX63" fmla="*/ 625562 w 734536"/>
                <a:gd name="connsiteY63" fmla="*/ 225184 h 701646"/>
                <a:gd name="connsiteX64" fmla="*/ 622821 w 734536"/>
                <a:gd name="connsiteY64" fmla="*/ 224746 h 701646"/>
                <a:gd name="connsiteX65" fmla="*/ 619422 w 734536"/>
                <a:gd name="connsiteY65" fmla="*/ 224746 h 701646"/>
                <a:gd name="connsiteX66" fmla="*/ 619093 w 734536"/>
                <a:gd name="connsiteY66" fmla="*/ 225623 h 701646"/>
                <a:gd name="connsiteX67" fmla="*/ 619861 w 734536"/>
                <a:gd name="connsiteY67" fmla="*/ 227487 h 701646"/>
                <a:gd name="connsiteX68" fmla="*/ 620080 w 734536"/>
                <a:gd name="connsiteY68" fmla="*/ 229350 h 701646"/>
                <a:gd name="connsiteX69" fmla="*/ 618107 w 734536"/>
                <a:gd name="connsiteY69" fmla="*/ 230228 h 701646"/>
                <a:gd name="connsiteX70" fmla="*/ 617120 w 734536"/>
                <a:gd name="connsiteY70" fmla="*/ 229679 h 701646"/>
                <a:gd name="connsiteX71" fmla="*/ 614598 w 734536"/>
                <a:gd name="connsiteY71" fmla="*/ 226939 h 701646"/>
                <a:gd name="connsiteX72" fmla="*/ 613502 w 734536"/>
                <a:gd name="connsiteY72" fmla="*/ 226062 h 701646"/>
                <a:gd name="connsiteX73" fmla="*/ 605937 w 734536"/>
                <a:gd name="connsiteY73" fmla="*/ 223321 h 701646"/>
                <a:gd name="connsiteX74" fmla="*/ 603635 w 734536"/>
                <a:gd name="connsiteY74" fmla="*/ 221238 h 701646"/>
                <a:gd name="connsiteX75" fmla="*/ 602758 w 734536"/>
                <a:gd name="connsiteY75" fmla="*/ 216962 h 701646"/>
                <a:gd name="connsiteX76" fmla="*/ 601662 w 734536"/>
                <a:gd name="connsiteY76" fmla="*/ 214770 h 701646"/>
                <a:gd name="connsiteX77" fmla="*/ 594755 w 734536"/>
                <a:gd name="connsiteY77" fmla="*/ 206328 h 701646"/>
                <a:gd name="connsiteX78" fmla="*/ 593987 w 734536"/>
                <a:gd name="connsiteY78" fmla="*/ 204573 h 701646"/>
                <a:gd name="connsiteX79" fmla="*/ 593001 w 734536"/>
                <a:gd name="connsiteY79" fmla="*/ 200627 h 701646"/>
                <a:gd name="connsiteX80" fmla="*/ 591904 w 734536"/>
                <a:gd name="connsiteY80" fmla="*/ 199311 h 701646"/>
                <a:gd name="connsiteX81" fmla="*/ 589821 w 734536"/>
                <a:gd name="connsiteY81" fmla="*/ 198873 h 701646"/>
                <a:gd name="connsiteX82" fmla="*/ 585107 w 734536"/>
                <a:gd name="connsiteY82" fmla="*/ 199421 h 701646"/>
                <a:gd name="connsiteX83" fmla="*/ 583134 w 734536"/>
                <a:gd name="connsiteY83" fmla="*/ 198544 h 701646"/>
                <a:gd name="connsiteX84" fmla="*/ 576117 w 734536"/>
                <a:gd name="connsiteY84" fmla="*/ 190869 h 701646"/>
                <a:gd name="connsiteX85" fmla="*/ 574254 w 734536"/>
                <a:gd name="connsiteY85" fmla="*/ 188019 h 701646"/>
                <a:gd name="connsiteX86" fmla="*/ 573377 w 734536"/>
                <a:gd name="connsiteY86" fmla="*/ 185936 h 701646"/>
                <a:gd name="connsiteX87" fmla="*/ 572390 w 734536"/>
                <a:gd name="connsiteY87" fmla="*/ 182318 h 701646"/>
                <a:gd name="connsiteX88" fmla="*/ 571513 w 734536"/>
                <a:gd name="connsiteY88" fmla="*/ 180893 h 701646"/>
                <a:gd name="connsiteX89" fmla="*/ 569649 w 734536"/>
                <a:gd name="connsiteY89" fmla="*/ 179797 h 701646"/>
                <a:gd name="connsiteX90" fmla="*/ 565593 w 734536"/>
                <a:gd name="connsiteY90" fmla="*/ 178810 h 701646"/>
                <a:gd name="connsiteX91" fmla="*/ 564825 w 734536"/>
                <a:gd name="connsiteY91" fmla="*/ 177494 h 701646"/>
                <a:gd name="connsiteX92" fmla="*/ 564387 w 734536"/>
                <a:gd name="connsiteY92" fmla="*/ 174315 h 701646"/>
                <a:gd name="connsiteX93" fmla="*/ 563291 w 734536"/>
                <a:gd name="connsiteY93" fmla="*/ 170588 h 701646"/>
                <a:gd name="connsiteX94" fmla="*/ 561536 w 734536"/>
                <a:gd name="connsiteY94" fmla="*/ 167299 h 701646"/>
                <a:gd name="connsiteX95" fmla="*/ 559344 w 734536"/>
                <a:gd name="connsiteY95" fmla="*/ 165435 h 701646"/>
                <a:gd name="connsiteX96" fmla="*/ 553972 w 734536"/>
                <a:gd name="connsiteY96" fmla="*/ 165106 h 701646"/>
                <a:gd name="connsiteX97" fmla="*/ 548709 w 734536"/>
                <a:gd name="connsiteY97" fmla="*/ 165983 h 701646"/>
                <a:gd name="connsiteX98" fmla="*/ 544653 w 734536"/>
                <a:gd name="connsiteY98" fmla="*/ 165325 h 701646"/>
                <a:gd name="connsiteX99" fmla="*/ 543118 w 734536"/>
                <a:gd name="connsiteY99" fmla="*/ 160392 h 701646"/>
                <a:gd name="connsiteX100" fmla="*/ 540048 w 734536"/>
                <a:gd name="connsiteY100" fmla="*/ 158747 h 701646"/>
                <a:gd name="connsiteX101" fmla="*/ 533909 w 734536"/>
                <a:gd name="connsiteY101" fmla="*/ 157432 h 701646"/>
                <a:gd name="connsiteX102" fmla="*/ 529305 w 734536"/>
                <a:gd name="connsiteY102" fmla="*/ 155349 h 701646"/>
                <a:gd name="connsiteX103" fmla="*/ 530181 w 734536"/>
                <a:gd name="connsiteY103" fmla="*/ 152169 h 701646"/>
                <a:gd name="connsiteX104" fmla="*/ 531168 w 734536"/>
                <a:gd name="connsiteY104" fmla="*/ 151950 h 701646"/>
                <a:gd name="connsiteX105" fmla="*/ 530620 w 734536"/>
                <a:gd name="connsiteY105" fmla="*/ 151183 h 701646"/>
                <a:gd name="connsiteX106" fmla="*/ 529853 w 734536"/>
                <a:gd name="connsiteY106" fmla="*/ 148552 h 701646"/>
                <a:gd name="connsiteX107" fmla="*/ 530072 w 734536"/>
                <a:gd name="connsiteY107" fmla="*/ 145153 h 701646"/>
                <a:gd name="connsiteX108" fmla="*/ 530839 w 734536"/>
                <a:gd name="connsiteY108" fmla="*/ 141974 h 701646"/>
                <a:gd name="connsiteX109" fmla="*/ 531936 w 734536"/>
                <a:gd name="connsiteY109" fmla="*/ 140000 h 701646"/>
                <a:gd name="connsiteX110" fmla="*/ 534457 w 734536"/>
                <a:gd name="connsiteY110" fmla="*/ 139123 h 701646"/>
                <a:gd name="connsiteX111" fmla="*/ 537198 w 734536"/>
                <a:gd name="connsiteY111" fmla="*/ 139233 h 701646"/>
                <a:gd name="connsiteX112" fmla="*/ 539390 w 734536"/>
                <a:gd name="connsiteY112" fmla="*/ 138685 h 701646"/>
                <a:gd name="connsiteX113" fmla="*/ 540048 w 734536"/>
                <a:gd name="connsiteY113" fmla="*/ 135724 h 701646"/>
                <a:gd name="connsiteX114" fmla="*/ 539281 w 734536"/>
                <a:gd name="connsiteY114" fmla="*/ 135067 h 701646"/>
                <a:gd name="connsiteX115" fmla="*/ 534567 w 734536"/>
                <a:gd name="connsiteY115" fmla="*/ 127173 h 701646"/>
                <a:gd name="connsiteX116" fmla="*/ 532812 w 734536"/>
                <a:gd name="connsiteY116" fmla="*/ 124981 h 701646"/>
                <a:gd name="connsiteX117" fmla="*/ 531278 w 734536"/>
                <a:gd name="connsiteY117" fmla="*/ 124213 h 701646"/>
                <a:gd name="connsiteX118" fmla="*/ 527112 w 734536"/>
                <a:gd name="connsiteY118" fmla="*/ 124432 h 701646"/>
                <a:gd name="connsiteX119" fmla="*/ 524481 w 734536"/>
                <a:gd name="connsiteY119" fmla="*/ 124103 h 701646"/>
                <a:gd name="connsiteX120" fmla="*/ 521630 w 734536"/>
                <a:gd name="connsiteY120" fmla="*/ 123227 h 701646"/>
                <a:gd name="connsiteX121" fmla="*/ 519328 w 734536"/>
                <a:gd name="connsiteY121" fmla="*/ 121692 h 701646"/>
                <a:gd name="connsiteX122" fmla="*/ 518341 w 734536"/>
                <a:gd name="connsiteY122" fmla="*/ 119499 h 701646"/>
                <a:gd name="connsiteX123" fmla="*/ 519328 w 734536"/>
                <a:gd name="connsiteY123" fmla="*/ 113469 h 701646"/>
                <a:gd name="connsiteX124" fmla="*/ 519218 w 734536"/>
                <a:gd name="connsiteY124" fmla="*/ 110399 h 701646"/>
                <a:gd name="connsiteX125" fmla="*/ 517684 w 734536"/>
                <a:gd name="connsiteY125" fmla="*/ 109084 h 701646"/>
                <a:gd name="connsiteX126" fmla="*/ 515820 w 734536"/>
                <a:gd name="connsiteY126" fmla="*/ 108207 h 701646"/>
                <a:gd name="connsiteX127" fmla="*/ 514504 w 734536"/>
                <a:gd name="connsiteY127" fmla="*/ 107001 h 701646"/>
                <a:gd name="connsiteX128" fmla="*/ 510557 w 734536"/>
                <a:gd name="connsiteY128" fmla="*/ 105356 h 701646"/>
                <a:gd name="connsiteX129" fmla="*/ 506391 w 734536"/>
                <a:gd name="connsiteY129" fmla="*/ 103931 h 701646"/>
                <a:gd name="connsiteX130" fmla="*/ 502773 w 734536"/>
                <a:gd name="connsiteY130" fmla="*/ 102616 h 701646"/>
                <a:gd name="connsiteX131" fmla="*/ 502116 w 734536"/>
                <a:gd name="connsiteY131" fmla="*/ 102396 h 701646"/>
                <a:gd name="connsiteX132" fmla="*/ 501458 w 734536"/>
                <a:gd name="connsiteY132" fmla="*/ 102068 h 701646"/>
                <a:gd name="connsiteX133" fmla="*/ 500800 w 734536"/>
                <a:gd name="connsiteY133" fmla="*/ 101739 h 701646"/>
                <a:gd name="connsiteX134" fmla="*/ 500142 w 734536"/>
                <a:gd name="connsiteY134" fmla="*/ 101519 h 701646"/>
                <a:gd name="connsiteX135" fmla="*/ 496634 w 734536"/>
                <a:gd name="connsiteY135" fmla="*/ 100313 h 701646"/>
                <a:gd name="connsiteX136" fmla="*/ 492578 w 734536"/>
                <a:gd name="connsiteY136" fmla="*/ 98778 h 701646"/>
                <a:gd name="connsiteX137" fmla="*/ 489289 w 734536"/>
                <a:gd name="connsiteY137" fmla="*/ 96476 h 701646"/>
                <a:gd name="connsiteX138" fmla="*/ 487864 w 734536"/>
                <a:gd name="connsiteY138" fmla="*/ 92968 h 701646"/>
                <a:gd name="connsiteX139" fmla="*/ 487973 w 734536"/>
                <a:gd name="connsiteY139" fmla="*/ 90885 h 701646"/>
                <a:gd name="connsiteX140" fmla="*/ 488192 w 734536"/>
                <a:gd name="connsiteY140" fmla="*/ 89021 h 701646"/>
                <a:gd name="connsiteX141" fmla="*/ 488302 w 734536"/>
                <a:gd name="connsiteY141" fmla="*/ 87048 h 701646"/>
                <a:gd name="connsiteX142" fmla="*/ 488083 w 734536"/>
                <a:gd name="connsiteY142" fmla="*/ 84746 h 701646"/>
                <a:gd name="connsiteX143" fmla="*/ 486767 w 734536"/>
                <a:gd name="connsiteY143" fmla="*/ 77948 h 701646"/>
                <a:gd name="connsiteX144" fmla="*/ 485013 w 734536"/>
                <a:gd name="connsiteY144" fmla="*/ 70603 h 701646"/>
                <a:gd name="connsiteX145" fmla="*/ 482491 w 734536"/>
                <a:gd name="connsiteY145" fmla="*/ 63587 h 701646"/>
                <a:gd name="connsiteX146" fmla="*/ 478874 w 734536"/>
                <a:gd name="connsiteY146" fmla="*/ 57776 h 701646"/>
                <a:gd name="connsiteX147" fmla="*/ 474817 w 734536"/>
                <a:gd name="connsiteY147" fmla="*/ 56461 h 701646"/>
                <a:gd name="connsiteX148" fmla="*/ 470761 w 734536"/>
                <a:gd name="connsiteY148" fmla="*/ 56132 h 701646"/>
                <a:gd name="connsiteX149" fmla="*/ 466595 w 734536"/>
                <a:gd name="connsiteY149" fmla="*/ 56241 h 701646"/>
                <a:gd name="connsiteX150" fmla="*/ 462429 w 734536"/>
                <a:gd name="connsiteY150" fmla="*/ 56241 h 701646"/>
                <a:gd name="connsiteX151" fmla="*/ 459907 w 734536"/>
                <a:gd name="connsiteY151" fmla="*/ 54597 h 701646"/>
                <a:gd name="connsiteX152" fmla="*/ 460455 w 734536"/>
                <a:gd name="connsiteY152" fmla="*/ 51088 h 701646"/>
                <a:gd name="connsiteX153" fmla="*/ 462429 w 734536"/>
                <a:gd name="connsiteY153" fmla="*/ 47251 h 701646"/>
                <a:gd name="connsiteX154" fmla="*/ 463635 w 734536"/>
                <a:gd name="connsiteY154" fmla="*/ 45278 h 701646"/>
                <a:gd name="connsiteX155" fmla="*/ 462867 w 734536"/>
                <a:gd name="connsiteY155" fmla="*/ 38919 h 701646"/>
                <a:gd name="connsiteX156" fmla="*/ 462429 w 734536"/>
                <a:gd name="connsiteY156" fmla="*/ 37823 h 701646"/>
                <a:gd name="connsiteX157" fmla="*/ 461990 w 734536"/>
                <a:gd name="connsiteY157" fmla="*/ 36946 h 701646"/>
                <a:gd name="connsiteX158" fmla="*/ 461661 w 734536"/>
                <a:gd name="connsiteY158" fmla="*/ 35740 h 701646"/>
                <a:gd name="connsiteX159" fmla="*/ 461881 w 734536"/>
                <a:gd name="connsiteY159" fmla="*/ 31684 h 701646"/>
                <a:gd name="connsiteX160" fmla="*/ 461661 w 734536"/>
                <a:gd name="connsiteY160" fmla="*/ 30368 h 701646"/>
                <a:gd name="connsiteX161" fmla="*/ 458920 w 734536"/>
                <a:gd name="connsiteY161" fmla="*/ 25654 h 701646"/>
                <a:gd name="connsiteX162" fmla="*/ 455083 w 734536"/>
                <a:gd name="connsiteY162" fmla="*/ 22365 h 701646"/>
                <a:gd name="connsiteX163" fmla="*/ 450808 w 734536"/>
                <a:gd name="connsiteY163" fmla="*/ 21597 h 701646"/>
                <a:gd name="connsiteX164" fmla="*/ 446861 w 734536"/>
                <a:gd name="connsiteY164" fmla="*/ 24558 h 701646"/>
                <a:gd name="connsiteX165" fmla="*/ 441818 w 734536"/>
                <a:gd name="connsiteY165" fmla="*/ 22146 h 701646"/>
                <a:gd name="connsiteX166" fmla="*/ 439077 w 734536"/>
                <a:gd name="connsiteY166" fmla="*/ 21488 h 701646"/>
                <a:gd name="connsiteX167" fmla="*/ 436117 w 734536"/>
                <a:gd name="connsiteY167" fmla="*/ 21707 h 701646"/>
                <a:gd name="connsiteX168" fmla="*/ 433924 w 734536"/>
                <a:gd name="connsiteY168" fmla="*/ 22913 h 701646"/>
                <a:gd name="connsiteX169" fmla="*/ 432828 w 734536"/>
                <a:gd name="connsiteY169" fmla="*/ 24777 h 701646"/>
                <a:gd name="connsiteX170" fmla="*/ 432061 w 734536"/>
                <a:gd name="connsiteY170" fmla="*/ 26860 h 701646"/>
                <a:gd name="connsiteX171" fmla="*/ 430635 w 734536"/>
                <a:gd name="connsiteY171" fmla="*/ 28833 h 701646"/>
                <a:gd name="connsiteX172" fmla="*/ 428443 w 734536"/>
                <a:gd name="connsiteY172" fmla="*/ 25983 h 701646"/>
                <a:gd name="connsiteX173" fmla="*/ 428552 w 734536"/>
                <a:gd name="connsiteY173" fmla="*/ 18856 h 701646"/>
                <a:gd name="connsiteX174" fmla="*/ 425921 w 734536"/>
                <a:gd name="connsiteY174" fmla="*/ 17431 h 701646"/>
                <a:gd name="connsiteX175" fmla="*/ 424606 w 734536"/>
                <a:gd name="connsiteY175" fmla="*/ 17541 h 701646"/>
                <a:gd name="connsiteX176" fmla="*/ 420220 w 734536"/>
                <a:gd name="connsiteY176" fmla="*/ 18308 h 701646"/>
                <a:gd name="connsiteX177" fmla="*/ 414410 w 734536"/>
                <a:gd name="connsiteY177" fmla="*/ 22146 h 701646"/>
                <a:gd name="connsiteX178" fmla="*/ 409038 w 734536"/>
                <a:gd name="connsiteY178" fmla="*/ 27737 h 701646"/>
                <a:gd name="connsiteX179" fmla="*/ 403995 w 734536"/>
                <a:gd name="connsiteY179" fmla="*/ 33109 h 701646"/>
                <a:gd name="connsiteX180" fmla="*/ 407393 w 734536"/>
                <a:gd name="connsiteY180" fmla="*/ 39248 h 701646"/>
                <a:gd name="connsiteX181" fmla="*/ 403447 w 734536"/>
                <a:gd name="connsiteY181" fmla="*/ 42428 h 701646"/>
                <a:gd name="connsiteX182" fmla="*/ 396321 w 734536"/>
                <a:gd name="connsiteY182" fmla="*/ 43195 h 701646"/>
                <a:gd name="connsiteX183" fmla="*/ 390181 w 734536"/>
                <a:gd name="connsiteY183" fmla="*/ 42318 h 701646"/>
                <a:gd name="connsiteX184" fmla="*/ 386125 w 734536"/>
                <a:gd name="connsiteY184" fmla="*/ 45278 h 701646"/>
                <a:gd name="connsiteX185" fmla="*/ 381520 w 734536"/>
                <a:gd name="connsiteY185" fmla="*/ 48019 h 701646"/>
                <a:gd name="connsiteX186" fmla="*/ 376587 w 734536"/>
                <a:gd name="connsiteY186" fmla="*/ 50431 h 701646"/>
                <a:gd name="connsiteX187" fmla="*/ 371653 w 734536"/>
                <a:gd name="connsiteY187" fmla="*/ 52294 h 701646"/>
                <a:gd name="connsiteX188" fmla="*/ 365623 w 734536"/>
                <a:gd name="connsiteY188" fmla="*/ 53829 h 701646"/>
                <a:gd name="connsiteX189" fmla="*/ 358388 w 734536"/>
                <a:gd name="connsiteY189" fmla="*/ 55474 h 701646"/>
                <a:gd name="connsiteX190" fmla="*/ 351590 w 734536"/>
                <a:gd name="connsiteY190" fmla="*/ 57776 h 701646"/>
                <a:gd name="connsiteX191" fmla="*/ 346767 w 734536"/>
                <a:gd name="connsiteY191" fmla="*/ 61065 h 701646"/>
                <a:gd name="connsiteX192" fmla="*/ 345122 w 734536"/>
                <a:gd name="connsiteY192" fmla="*/ 67533 h 701646"/>
                <a:gd name="connsiteX193" fmla="*/ 345342 w 734536"/>
                <a:gd name="connsiteY193" fmla="*/ 72576 h 701646"/>
                <a:gd name="connsiteX194" fmla="*/ 343807 w 734536"/>
                <a:gd name="connsiteY194" fmla="*/ 76194 h 701646"/>
                <a:gd name="connsiteX195" fmla="*/ 336900 w 734536"/>
                <a:gd name="connsiteY195" fmla="*/ 78277 h 701646"/>
                <a:gd name="connsiteX196" fmla="*/ 332624 w 734536"/>
                <a:gd name="connsiteY196" fmla="*/ 79483 h 701646"/>
                <a:gd name="connsiteX197" fmla="*/ 328677 w 734536"/>
                <a:gd name="connsiteY197" fmla="*/ 82443 h 701646"/>
                <a:gd name="connsiteX198" fmla="*/ 325169 w 734536"/>
                <a:gd name="connsiteY198" fmla="*/ 86171 h 701646"/>
                <a:gd name="connsiteX199" fmla="*/ 321990 w 734536"/>
                <a:gd name="connsiteY199" fmla="*/ 89569 h 701646"/>
                <a:gd name="connsiteX200" fmla="*/ 317714 w 734536"/>
                <a:gd name="connsiteY200" fmla="*/ 93297 h 701646"/>
                <a:gd name="connsiteX201" fmla="*/ 313439 w 734536"/>
                <a:gd name="connsiteY201" fmla="*/ 97024 h 701646"/>
                <a:gd name="connsiteX202" fmla="*/ 309163 w 734536"/>
                <a:gd name="connsiteY202" fmla="*/ 100752 h 701646"/>
                <a:gd name="connsiteX203" fmla="*/ 304887 w 734536"/>
                <a:gd name="connsiteY203" fmla="*/ 104480 h 701646"/>
                <a:gd name="connsiteX204" fmla="*/ 302914 w 734536"/>
                <a:gd name="connsiteY204" fmla="*/ 106343 h 701646"/>
                <a:gd name="connsiteX205" fmla="*/ 300940 w 734536"/>
                <a:gd name="connsiteY205" fmla="*/ 108207 h 701646"/>
                <a:gd name="connsiteX206" fmla="*/ 298967 w 734536"/>
                <a:gd name="connsiteY206" fmla="*/ 110071 h 701646"/>
                <a:gd name="connsiteX207" fmla="*/ 296994 w 734536"/>
                <a:gd name="connsiteY207" fmla="*/ 111934 h 701646"/>
                <a:gd name="connsiteX208" fmla="*/ 293924 w 734536"/>
                <a:gd name="connsiteY208" fmla="*/ 114675 h 701646"/>
                <a:gd name="connsiteX209" fmla="*/ 290964 w 734536"/>
                <a:gd name="connsiteY209" fmla="*/ 117416 h 701646"/>
                <a:gd name="connsiteX210" fmla="*/ 288004 w 734536"/>
                <a:gd name="connsiteY210" fmla="*/ 120157 h 701646"/>
                <a:gd name="connsiteX211" fmla="*/ 285044 w 734536"/>
                <a:gd name="connsiteY211" fmla="*/ 122898 h 701646"/>
                <a:gd name="connsiteX212" fmla="*/ 284276 w 734536"/>
                <a:gd name="connsiteY212" fmla="*/ 123555 h 701646"/>
                <a:gd name="connsiteX213" fmla="*/ 283509 w 734536"/>
                <a:gd name="connsiteY213" fmla="*/ 124213 h 701646"/>
                <a:gd name="connsiteX214" fmla="*/ 282741 w 734536"/>
                <a:gd name="connsiteY214" fmla="*/ 124871 h 701646"/>
                <a:gd name="connsiteX215" fmla="*/ 281974 w 734536"/>
                <a:gd name="connsiteY215" fmla="*/ 125529 h 701646"/>
                <a:gd name="connsiteX216" fmla="*/ 276493 w 734536"/>
                <a:gd name="connsiteY216" fmla="*/ 129147 h 701646"/>
                <a:gd name="connsiteX217" fmla="*/ 270134 w 734536"/>
                <a:gd name="connsiteY217" fmla="*/ 129476 h 701646"/>
                <a:gd name="connsiteX218" fmla="*/ 263775 w 734536"/>
                <a:gd name="connsiteY218" fmla="*/ 127502 h 701646"/>
                <a:gd name="connsiteX219" fmla="*/ 258294 w 734536"/>
                <a:gd name="connsiteY219" fmla="*/ 124323 h 701646"/>
                <a:gd name="connsiteX220" fmla="*/ 255553 w 734536"/>
                <a:gd name="connsiteY220" fmla="*/ 121801 h 701646"/>
                <a:gd name="connsiteX221" fmla="*/ 253031 w 734536"/>
                <a:gd name="connsiteY221" fmla="*/ 118732 h 701646"/>
                <a:gd name="connsiteX222" fmla="*/ 250729 w 734536"/>
                <a:gd name="connsiteY222" fmla="*/ 115443 h 701646"/>
                <a:gd name="connsiteX223" fmla="*/ 248646 w 734536"/>
                <a:gd name="connsiteY223" fmla="*/ 112263 h 701646"/>
                <a:gd name="connsiteX224" fmla="*/ 245138 w 734536"/>
                <a:gd name="connsiteY224" fmla="*/ 106124 h 701646"/>
                <a:gd name="connsiteX225" fmla="*/ 242835 w 734536"/>
                <a:gd name="connsiteY225" fmla="*/ 100423 h 701646"/>
                <a:gd name="connsiteX226" fmla="*/ 239546 w 734536"/>
                <a:gd name="connsiteY226" fmla="*/ 96367 h 701646"/>
                <a:gd name="connsiteX227" fmla="*/ 233078 w 734536"/>
                <a:gd name="connsiteY227" fmla="*/ 95161 h 701646"/>
                <a:gd name="connsiteX228" fmla="*/ 228035 w 734536"/>
                <a:gd name="connsiteY228" fmla="*/ 95161 h 701646"/>
                <a:gd name="connsiteX229" fmla="*/ 225184 w 734536"/>
                <a:gd name="connsiteY229" fmla="*/ 92968 h 701646"/>
                <a:gd name="connsiteX230" fmla="*/ 223869 w 734536"/>
                <a:gd name="connsiteY230" fmla="*/ 89021 h 701646"/>
                <a:gd name="connsiteX231" fmla="*/ 223431 w 734536"/>
                <a:gd name="connsiteY231" fmla="*/ 83869 h 701646"/>
                <a:gd name="connsiteX232" fmla="*/ 223431 w 734536"/>
                <a:gd name="connsiteY232" fmla="*/ 75317 h 701646"/>
                <a:gd name="connsiteX233" fmla="*/ 221567 w 734536"/>
                <a:gd name="connsiteY233" fmla="*/ 66985 h 701646"/>
                <a:gd name="connsiteX234" fmla="*/ 219703 w 734536"/>
                <a:gd name="connsiteY234" fmla="*/ 58763 h 701646"/>
                <a:gd name="connsiteX235" fmla="*/ 219593 w 734536"/>
                <a:gd name="connsiteY235" fmla="*/ 50431 h 701646"/>
                <a:gd name="connsiteX236" fmla="*/ 220470 w 734536"/>
                <a:gd name="connsiteY236" fmla="*/ 47032 h 701646"/>
                <a:gd name="connsiteX237" fmla="*/ 221676 w 734536"/>
                <a:gd name="connsiteY237" fmla="*/ 44072 h 701646"/>
                <a:gd name="connsiteX238" fmla="*/ 222882 w 734536"/>
                <a:gd name="connsiteY238" fmla="*/ 41112 h 701646"/>
                <a:gd name="connsiteX239" fmla="*/ 223650 w 734536"/>
                <a:gd name="connsiteY239" fmla="*/ 37933 h 701646"/>
                <a:gd name="connsiteX240" fmla="*/ 223869 w 734536"/>
                <a:gd name="connsiteY240" fmla="*/ 34315 h 701646"/>
                <a:gd name="connsiteX241" fmla="*/ 223650 w 734536"/>
                <a:gd name="connsiteY241" fmla="*/ 30587 h 701646"/>
                <a:gd name="connsiteX242" fmla="*/ 223321 w 734536"/>
                <a:gd name="connsiteY242" fmla="*/ 26860 h 701646"/>
                <a:gd name="connsiteX243" fmla="*/ 223101 w 734536"/>
                <a:gd name="connsiteY243" fmla="*/ 23132 h 701646"/>
                <a:gd name="connsiteX244" fmla="*/ 223101 w 734536"/>
                <a:gd name="connsiteY244" fmla="*/ 22803 h 701646"/>
                <a:gd name="connsiteX245" fmla="*/ 223101 w 734536"/>
                <a:gd name="connsiteY245" fmla="*/ 22474 h 701646"/>
                <a:gd name="connsiteX246" fmla="*/ 222992 w 734536"/>
                <a:gd name="connsiteY246" fmla="*/ 21707 h 701646"/>
                <a:gd name="connsiteX247" fmla="*/ 222992 w 734536"/>
                <a:gd name="connsiteY247" fmla="*/ 17541 h 701646"/>
                <a:gd name="connsiteX248" fmla="*/ 222772 w 734536"/>
                <a:gd name="connsiteY248" fmla="*/ 16225 h 701646"/>
                <a:gd name="connsiteX249" fmla="*/ 222334 w 734536"/>
                <a:gd name="connsiteY249" fmla="*/ 12608 h 701646"/>
                <a:gd name="connsiteX250" fmla="*/ 219813 w 734536"/>
                <a:gd name="connsiteY250" fmla="*/ 16774 h 701646"/>
                <a:gd name="connsiteX251" fmla="*/ 215537 w 734536"/>
                <a:gd name="connsiteY251" fmla="*/ 16116 h 701646"/>
                <a:gd name="connsiteX252" fmla="*/ 211151 w 734536"/>
                <a:gd name="connsiteY252" fmla="*/ 20391 h 701646"/>
                <a:gd name="connsiteX253" fmla="*/ 204683 w 734536"/>
                <a:gd name="connsiteY253" fmla="*/ 19186 h 701646"/>
                <a:gd name="connsiteX254" fmla="*/ 198215 w 734536"/>
                <a:gd name="connsiteY254" fmla="*/ 14691 h 701646"/>
                <a:gd name="connsiteX255" fmla="*/ 193939 w 734536"/>
                <a:gd name="connsiteY255" fmla="*/ 9099 h 701646"/>
                <a:gd name="connsiteX256" fmla="*/ 189225 w 734536"/>
                <a:gd name="connsiteY256" fmla="*/ 6797 h 701646"/>
                <a:gd name="connsiteX257" fmla="*/ 185169 w 734536"/>
                <a:gd name="connsiteY257" fmla="*/ 4056 h 701646"/>
                <a:gd name="connsiteX258" fmla="*/ 183305 w 734536"/>
                <a:gd name="connsiteY258" fmla="*/ 3070 h 701646"/>
                <a:gd name="connsiteX259" fmla="*/ 176289 w 734536"/>
                <a:gd name="connsiteY259" fmla="*/ 1973 h 701646"/>
                <a:gd name="connsiteX260" fmla="*/ 171355 w 734536"/>
                <a:gd name="connsiteY260" fmla="*/ 329 h 701646"/>
                <a:gd name="connsiteX261" fmla="*/ 168505 w 734536"/>
                <a:gd name="connsiteY261" fmla="*/ 0 h 701646"/>
                <a:gd name="connsiteX262" fmla="*/ 166312 w 734536"/>
                <a:gd name="connsiteY262" fmla="*/ 1206 h 701646"/>
                <a:gd name="connsiteX263" fmla="*/ 163900 w 734536"/>
                <a:gd name="connsiteY263" fmla="*/ 4495 h 701646"/>
                <a:gd name="connsiteX264" fmla="*/ 162584 w 734536"/>
                <a:gd name="connsiteY264" fmla="*/ 5482 h 701646"/>
                <a:gd name="connsiteX265" fmla="*/ 160282 w 734536"/>
                <a:gd name="connsiteY265" fmla="*/ 6249 h 701646"/>
                <a:gd name="connsiteX266" fmla="*/ 159844 w 734536"/>
                <a:gd name="connsiteY266" fmla="*/ 10744 h 701646"/>
                <a:gd name="connsiteX267" fmla="*/ 155349 w 734536"/>
                <a:gd name="connsiteY267" fmla="*/ 22584 h 701646"/>
                <a:gd name="connsiteX268" fmla="*/ 151512 w 734536"/>
                <a:gd name="connsiteY268" fmla="*/ 34753 h 701646"/>
                <a:gd name="connsiteX269" fmla="*/ 148004 w 734536"/>
                <a:gd name="connsiteY269" fmla="*/ 47032 h 701646"/>
                <a:gd name="connsiteX270" fmla="*/ 144495 w 734536"/>
                <a:gd name="connsiteY270" fmla="*/ 59311 h 701646"/>
                <a:gd name="connsiteX271" fmla="*/ 143618 w 734536"/>
                <a:gd name="connsiteY271" fmla="*/ 62709 h 701646"/>
                <a:gd name="connsiteX272" fmla="*/ 142960 w 734536"/>
                <a:gd name="connsiteY272" fmla="*/ 66547 h 701646"/>
                <a:gd name="connsiteX273" fmla="*/ 141426 w 734536"/>
                <a:gd name="connsiteY273" fmla="*/ 70493 h 701646"/>
                <a:gd name="connsiteX274" fmla="*/ 140329 w 734536"/>
                <a:gd name="connsiteY274" fmla="*/ 73453 h 701646"/>
                <a:gd name="connsiteX275" fmla="*/ 137698 w 734536"/>
                <a:gd name="connsiteY275" fmla="*/ 75536 h 701646"/>
                <a:gd name="connsiteX276" fmla="*/ 134519 w 734536"/>
                <a:gd name="connsiteY276" fmla="*/ 77400 h 701646"/>
                <a:gd name="connsiteX277" fmla="*/ 131778 w 734536"/>
                <a:gd name="connsiteY277" fmla="*/ 79593 h 701646"/>
                <a:gd name="connsiteX278" fmla="*/ 129805 w 734536"/>
                <a:gd name="connsiteY278" fmla="*/ 82005 h 701646"/>
                <a:gd name="connsiteX279" fmla="*/ 129256 w 734536"/>
                <a:gd name="connsiteY279" fmla="*/ 83211 h 701646"/>
                <a:gd name="connsiteX280" fmla="*/ 128818 w 734536"/>
                <a:gd name="connsiteY280" fmla="*/ 86719 h 701646"/>
                <a:gd name="connsiteX281" fmla="*/ 128379 w 734536"/>
                <a:gd name="connsiteY281" fmla="*/ 87157 h 701646"/>
                <a:gd name="connsiteX282" fmla="*/ 127612 w 734536"/>
                <a:gd name="connsiteY282" fmla="*/ 87157 h 701646"/>
                <a:gd name="connsiteX283" fmla="*/ 126515 w 734536"/>
                <a:gd name="connsiteY283" fmla="*/ 87925 h 701646"/>
                <a:gd name="connsiteX284" fmla="*/ 125748 w 734536"/>
                <a:gd name="connsiteY284" fmla="*/ 88583 h 701646"/>
                <a:gd name="connsiteX285" fmla="*/ 122350 w 734536"/>
                <a:gd name="connsiteY285" fmla="*/ 90885 h 701646"/>
                <a:gd name="connsiteX286" fmla="*/ 121253 w 734536"/>
                <a:gd name="connsiteY286" fmla="*/ 92200 h 701646"/>
                <a:gd name="connsiteX287" fmla="*/ 120047 w 734536"/>
                <a:gd name="connsiteY287" fmla="*/ 94612 h 701646"/>
                <a:gd name="connsiteX288" fmla="*/ 119060 w 734536"/>
                <a:gd name="connsiteY288" fmla="*/ 95818 h 701646"/>
                <a:gd name="connsiteX289" fmla="*/ 118184 w 734536"/>
                <a:gd name="connsiteY289" fmla="*/ 98559 h 701646"/>
                <a:gd name="connsiteX290" fmla="*/ 116539 w 734536"/>
                <a:gd name="connsiteY290" fmla="*/ 103712 h 701646"/>
                <a:gd name="connsiteX291" fmla="*/ 113908 w 734536"/>
                <a:gd name="connsiteY291" fmla="*/ 109632 h 701646"/>
                <a:gd name="connsiteX292" fmla="*/ 111167 w 734536"/>
                <a:gd name="connsiteY292" fmla="*/ 115552 h 701646"/>
                <a:gd name="connsiteX293" fmla="*/ 108536 w 734536"/>
                <a:gd name="connsiteY293" fmla="*/ 121472 h 701646"/>
                <a:gd name="connsiteX294" fmla="*/ 105905 w 734536"/>
                <a:gd name="connsiteY294" fmla="*/ 127393 h 701646"/>
                <a:gd name="connsiteX295" fmla="*/ 105028 w 734536"/>
                <a:gd name="connsiteY295" fmla="*/ 129476 h 701646"/>
                <a:gd name="connsiteX296" fmla="*/ 104151 w 734536"/>
                <a:gd name="connsiteY296" fmla="*/ 131449 h 701646"/>
                <a:gd name="connsiteX297" fmla="*/ 103273 w 734536"/>
                <a:gd name="connsiteY297" fmla="*/ 133532 h 701646"/>
                <a:gd name="connsiteX298" fmla="*/ 102396 w 734536"/>
                <a:gd name="connsiteY298" fmla="*/ 135505 h 701646"/>
                <a:gd name="connsiteX299" fmla="*/ 99985 w 734536"/>
                <a:gd name="connsiteY299" fmla="*/ 139562 h 701646"/>
                <a:gd name="connsiteX300" fmla="*/ 96367 w 734536"/>
                <a:gd name="connsiteY300" fmla="*/ 142851 h 701646"/>
                <a:gd name="connsiteX301" fmla="*/ 92310 w 734536"/>
                <a:gd name="connsiteY301" fmla="*/ 145701 h 701646"/>
                <a:gd name="connsiteX302" fmla="*/ 88364 w 734536"/>
                <a:gd name="connsiteY302" fmla="*/ 148223 h 701646"/>
                <a:gd name="connsiteX303" fmla="*/ 81128 w 734536"/>
                <a:gd name="connsiteY303" fmla="*/ 153156 h 701646"/>
                <a:gd name="connsiteX304" fmla="*/ 73892 w 734536"/>
                <a:gd name="connsiteY304" fmla="*/ 158090 h 701646"/>
                <a:gd name="connsiteX305" fmla="*/ 66656 w 734536"/>
                <a:gd name="connsiteY305" fmla="*/ 163023 h 701646"/>
                <a:gd name="connsiteX306" fmla="*/ 59420 w 734536"/>
                <a:gd name="connsiteY306" fmla="*/ 167956 h 701646"/>
                <a:gd name="connsiteX307" fmla="*/ 57118 w 734536"/>
                <a:gd name="connsiteY307" fmla="*/ 169601 h 701646"/>
                <a:gd name="connsiteX308" fmla="*/ 54816 w 734536"/>
                <a:gd name="connsiteY308" fmla="*/ 171355 h 701646"/>
                <a:gd name="connsiteX309" fmla="*/ 52404 w 734536"/>
                <a:gd name="connsiteY309" fmla="*/ 172780 h 701646"/>
                <a:gd name="connsiteX310" fmla="*/ 49883 w 734536"/>
                <a:gd name="connsiteY310" fmla="*/ 173657 h 701646"/>
                <a:gd name="connsiteX311" fmla="*/ 51308 w 734536"/>
                <a:gd name="connsiteY311" fmla="*/ 178810 h 701646"/>
                <a:gd name="connsiteX312" fmla="*/ 51527 w 734536"/>
                <a:gd name="connsiteY312" fmla="*/ 184621 h 701646"/>
                <a:gd name="connsiteX313" fmla="*/ 51198 w 734536"/>
                <a:gd name="connsiteY313" fmla="*/ 190541 h 701646"/>
                <a:gd name="connsiteX314" fmla="*/ 50869 w 734536"/>
                <a:gd name="connsiteY314" fmla="*/ 196022 h 701646"/>
                <a:gd name="connsiteX315" fmla="*/ 50979 w 734536"/>
                <a:gd name="connsiteY315" fmla="*/ 197447 h 701646"/>
                <a:gd name="connsiteX316" fmla="*/ 50979 w 734536"/>
                <a:gd name="connsiteY316" fmla="*/ 198982 h 701646"/>
                <a:gd name="connsiteX317" fmla="*/ 50869 w 734536"/>
                <a:gd name="connsiteY317" fmla="*/ 200517 h 701646"/>
                <a:gd name="connsiteX318" fmla="*/ 50869 w 734536"/>
                <a:gd name="connsiteY318" fmla="*/ 201942 h 701646"/>
                <a:gd name="connsiteX319" fmla="*/ 45716 w 734536"/>
                <a:gd name="connsiteY319" fmla="*/ 200956 h 701646"/>
                <a:gd name="connsiteX320" fmla="*/ 43524 w 734536"/>
                <a:gd name="connsiteY320" fmla="*/ 204354 h 701646"/>
                <a:gd name="connsiteX321" fmla="*/ 43085 w 734536"/>
                <a:gd name="connsiteY321" fmla="*/ 209946 h 701646"/>
                <a:gd name="connsiteX322" fmla="*/ 43085 w 734536"/>
                <a:gd name="connsiteY322" fmla="*/ 215318 h 701646"/>
                <a:gd name="connsiteX323" fmla="*/ 43195 w 734536"/>
                <a:gd name="connsiteY323" fmla="*/ 218168 h 701646"/>
                <a:gd name="connsiteX324" fmla="*/ 43305 w 734536"/>
                <a:gd name="connsiteY324" fmla="*/ 222553 h 701646"/>
                <a:gd name="connsiteX325" fmla="*/ 43085 w 734536"/>
                <a:gd name="connsiteY325" fmla="*/ 226719 h 701646"/>
                <a:gd name="connsiteX326" fmla="*/ 42208 w 734536"/>
                <a:gd name="connsiteY326" fmla="*/ 229022 h 701646"/>
                <a:gd name="connsiteX327" fmla="*/ 39358 w 734536"/>
                <a:gd name="connsiteY327" fmla="*/ 230776 h 701646"/>
                <a:gd name="connsiteX328" fmla="*/ 36507 w 734536"/>
                <a:gd name="connsiteY328" fmla="*/ 232530 h 701646"/>
                <a:gd name="connsiteX329" fmla="*/ 33657 w 734536"/>
                <a:gd name="connsiteY329" fmla="*/ 234284 h 701646"/>
                <a:gd name="connsiteX330" fmla="*/ 30807 w 734536"/>
                <a:gd name="connsiteY330" fmla="*/ 236038 h 701646"/>
                <a:gd name="connsiteX331" fmla="*/ 27408 w 734536"/>
                <a:gd name="connsiteY331" fmla="*/ 237902 h 701646"/>
                <a:gd name="connsiteX332" fmla="*/ 23023 w 734536"/>
                <a:gd name="connsiteY332" fmla="*/ 240204 h 701646"/>
                <a:gd name="connsiteX333" fmla="*/ 18966 w 734536"/>
                <a:gd name="connsiteY333" fmla="*/ 242726 h 701646"/>
                <a:gd name="connsiteX334" fmla="*/ 16554 w 734536"/>
                <a:gd name="connsiteY334" fmla="*/ 245357 h 701646"/>
                <a:gd name="connsiteX335" fmla="*/ 15896 w 734536"/>
                <a:gd name="connsiteY335" fmla="*/ 249523 h 701646"/>
                <a:gd name="connsiteX336" fmla="*/ 16335 w 734536"/>
                <a:gd name="connsiteY336" fmla="*/ 255004 h 701646"/>
                <a:gd name="connsiteX337" fmla="*/ 17212 w 734536"/>
                <a:gd name="connsiteY337" fmla="*/ 260596 h 701646"/>
                <a:gd name="connsiteX338" fmla="*/ 17870 w 734536"/>
                <a:gd name="connsiteY338" fmla="*/ 265091 h 701646"/>
                <a:gd name="connsiteX339" fmla="*/ 17980 w 734536"/>
                <a:gd name="connsiteY339" fmla="*/ 269366 h 701646"/>
                <a:gd name="connsiteX340" fmla="*/ 17651 w 734536"/>
                <a:gd name="connsiteY340" fmla="*/ 273532 h 701646"/>
                <a:gd name="connsiteX341" fmla="*/ 16774 w 734536"/>
                <a:gd name="connsiteY341" fmla="*/ 277589 h 701646"/>
                <a:gd name="connsiteX342" fmla="*/ 15129 w 734536"/>
                <a:gd name="connsiteY342" fmla="*/ 281536 h 701646"/>
                <a:gd name="connsiteX343" fmla="*/ 10196 w 734536"/>
                <a:gd name="connsiteY343" fmla="*/ 288442 h 701646"/>
                <a:gd name="connsiteX344" fmla="*/ 3947 w 734536"/>
                <a:gd name="connsiteY344" fmla="*/ 296555 h 701646"/>
                <a:gd name="connsiteX345" fmla="*/ 0 w 734536"/>
                <a:gd name="connsiteY345" fmla="*/ 304997 h 701646"/>
                <a:gd name="connsiteX346" fmla="*/ 1864 w 734536"/>
                <a:gd name="connsiteY346" fmla="*/ 313110 h 701646"/>
                <a:gd name="connsiteX347" fmla="*/ 3947 w 734536"/>
                <a:gd name="connsiteY347" fmla="*/ 316618 h 701646"/>
                <a:gd name="connsiteX348" fmla="*/ 5701 w 734536"/>
                <a:gd name="connsiteY348" fmla="*/ 320345 h 701646"/>
                <a:gd name="connsiteX349" fmla="*/ 7345 w 734536"/>
                <a:gd name="connsiteY349" fmla="*/ 324182 h 701646"/>
                <a:gd name="connsiteX350" fmla="*/ 8880 w 734536"/>
                <a:gd name="connsiteY350" fmla="*/ 328019 h 701646"/>
                <a:gd name="connsiteX351" fmla="*/ 11402 w 734536"/>
                <a:gd name="connsiteY351" fmla="*/ 333391 h 701646"/>
                <a:gd name="connsiteX352" fmla="*/ 14471 w 734536"/>
                <a:gd name="connsiteY352" fmla="*/ 340079 h 701646"/>
                <a:gd name="connsiteX353" fmla="*/ 16883 w 734536"/>
                <a:gd name="connsiteY353" fmla="*/ 346986 h 701646"/>
                <a:gd name="connsiteX354" fmla="*/ 17431 w 734536"/>
                <a:gd name="connsiteY354" fmla="*/ 353016 h 701646"/>
                <a:gd name="connsiteX355" fmla="*/ 16993 w 734536"/>
                <a:gd name="connsiteY355" fmla="*/ 356743 h 701646"/>
                <a:gd name="connsiteX356" fmla="*/ 16445 w 734536"/>
                <a:gd name="connsiteY356" fmla="*/ 360799 h 701646"/>
                <a:gd name="connsiteX357" fmla="*/ 15677 w 734536"/>
                <a:gd name="connsiteY357" fmla="*/ 364746 h 701646"/>
                <a:gd name="connsiteX358" fmla="*/ 14471 w 734536"/>
                <a:gd name="connsiteY358" fmla="*/ 368255 h 701646"/>
                <a:gd name="connsiteX359" fmla="*/ 12937 w 734536"/>
                <a:gd name="connsiteY359" fmla="*/ 370995 h 701646"/>
                <a:gd name="connsiteX360" fmla="*/ 11182 w 734536"/>
                <a:gd name="connsiteY360" fmla="*/ 373627 h 701646"/>
                <a:gd name="connsiteX361" fmla="*/ 9428 w 734536"/>
                <a:gd name="connsiteY361" fmla="*/ 376258 h 701646"/>
                <a:gd name="connsiteX362" fmla="*/ 8332 w 734536"/>
                <a:gd name="connsiteY362" fmla="*/ 378450 h 701646"/>
                <a:gd name="connsiteX363" fmla="*/ 8332 w 734536"/>
                <a:gd name="connsiteY363" fmla="*/ 378450 h 701646"/>
                <a:gd name="connsiteX364" fmla="*/ 10305 w 734536"/>
                <a:gd name="connsiteY364" fmla="*/ 380095 h 701646"/>
                <a:gd name="connsiteX365" fmla="*/ 16445 w 734536"/>
                <a:gd name="connsiteY365" fmla="*/ 383274 h 701646"/>
                <a:gd name="connsiteX366" fmla="*/ 40016 w 734536"/>
                <a:gd name="connsiteY366" fmla="*/ 388427 h 701646"/>
                <a:gd name="connsiteX367" fmla="*/ 44949 w 734536"/>
                <a:gd name="connsiteY367" fmla="*/ 390619 h 701646"/>
                <a:gd name="connsiteX368" fmla="*/ 47471 w 734536"/>
                <a:gd name="connsiteY368" fmla="*/ 394347 h 701646"/>
                <a:gd name="connsiteX369" fmla="*/ 49663 w 734536"/>
                <a:gd name="connsiteY369" fmla="*/ 398842 h 701646"/>
                <a:gd name="connsiteX370" fmla="*/ 53610 w 734536"/>
                <a:gd name="connsiteY370" fmla="*/ 403666 h 701646"/>
                <a:gd name="connsiteX371" fmla="*/ 51418 w 734536"/>
                <a:gd name="connsiteY371" fmla="*/ 406297 h 701646"/>
                <a:gd name="connsiteX372" fmla="*/ 48896 w 734536"/>
                <a:gd name="connsiteY372" fmla="*/ 407722 h 701646"/>
                <a:gd name="connsiteX373" fmla="*/ 46703 w 734536"/>
                <a:gd name="connsiteY373" fmla="*/ 407503 h 701646"/>
                <a:gd name="connsiteX374" fmla="*/ 45388 w 734536"/>
                <a:gd name="connsiteY374" fmla="*/ 405310 h 701646"/>
                <a:gd name="connsiteX375" fmla="*/ 43085 w 734536"/>
                <a:gd name="connsiteY375" fmla="*/ 405858 h 701646"/>
                <a:gd name="connsiteX376" fmla="*/ 38371 w 734536"/>
                <a:gd name="connsiteY376" fmla="*/ 405530 h 701646"/>
                <a:gd name="connsiteX377" fmla="*/ 35959 w 734536"/>
                <a:gd name="connsiteY377" fmla="*/ 406626 h 701646"/>
                <a:gd name="connsiteX378" fmla="*/ 72248 w 734536"/>
                <a:gd name="connsiteY378" fmla="*/ 427895 h 701646"/>
                <a:gd name="connsiteX379" fmla="*/ 92530 w 734536"/>
                <a:gd name="connsiteY379" fmla="*/ 441489 h 701646"/>
                <a:gd name="connsiteX380" fmla="*/ 125638 w 734536"/>
                <a:gd name="connsiteY380" fmla="*/ 468020 h 701646"/>
                <a:gd name="connsiteX381" fmla="*/ 129037 w 734536"/>
                <a:gd name="connsiteY381" fmla="*/ 469664 h 701646"/>
                <a:gd name="connsiteX382" fmla="*/ 176727 w 734536"/>
                <a:gd name="connsiteY382" fmla="*/ 510119 h 701646"/>
                <a:gd name="connsiteX383" fmla="*/ 182428 w 734536"/>
                <a:gd name="connsiteY383" fmla="*/ 512311 h 701646"/>
                <a:gd name="connsiteX384" fmla="*/ 184730 w 734536"/>
                <a:gd name="connsiteY384" fmla="*/ 515052 h 701646"/>
                <a:gd name="connsiteX385" fmla="*/ 188348 w 734536"/>
                <a:gd name="connsiteY385" fmla="*/ 520863 h 701646"/>
                <a:gd name="connsiteX386" fmla="*/ 206437 w 734536"/>
                <a:gd name="connsiteY386" fmla="*/ 541254 h 701646"/>
                <a:gd name="connsiteX387" fmla="*/ 222224 w 734536"/>
                <a:gd name="connsiteY387" fmla="*/ 552327 h 701646"/>
                <a:gd name="connsiteX388" fmla="*/ 225184 w 734536"/>
                <a:gd name="connsiteY388" fmla="*/ 558137 h 701646"/>
                <a:gd name="connsiteX389" fmla="*/ 229022 w 734536"/>
                <a:gd name="connsiteY389" fmla="*/ 560549 h 701646"/>
                <a:gd name="connsiteX390" fmla="*/ 237025 w 734536"/>
                <a:gd name="connsiteY390" fmla="*/ 563948 h 701646"/>
                <a:gd name="connsiteX391" fmla="*/ 248756 w 734536"/>
                <a:gd name="connsiteY391" fmla="*/ 573267 h 701646"/>
                <a:gd name="connsiteX392" fmla="*/ 252044 w 734536"/>
                <a:gd name="connsiteY392" fmla="*/ 573705 h 701646"/>
                <a:gd name="connsiteX393" fmla="*/ 249523 w 734536"/>
                <a:gd name="connsiteY393" fmla="*/ 571184 h 701646"/>
                <a:gd name="connsiteX394" fmla="*/ 250619 w 734536"/>
                <a:gd name="connsiteY394" fmla="*/ 569758 h 701646"/>
                <a:gd name="connsiteX395" fmla="*/ 252812 w 734536"/>
                <a:gd name="connsiteY395" fmla="*/ 570307 h 701646"/>
                <a:gd name="connsiteX396" fmla="*/ 253360 w 734536"/>
                <a:gd name="connsiteY396" fmla="*/ 573815 h 701646"/>
                <a:gd name="connsiteX397" fmla="*/ 256539 w 734536"/>
                <a:gd name="connsiteY397" fmla="*/ 573048 h 701646"/>
                <a:gd name="connsiteX398" fmla="*/ 260705 w 734536"/>
                <a:gd name="connsiteY398" fmla="*/ 573925 h 701646"/>
                <a:gd name="connsiteX399" fmla="*/ 264762 w 734536"/>
                <a:gd name="connsiteY399" fmla="*/ 575679 h 701646"/>
                <a:gd name="connsiteX400" fmla="*/ 267503 w 734536"/>
                <a:gd name="connsiteY400" fmla="*/ 577433 h 701646"/>
                <a:gd name="connsiteX401" fmla="*/ 269915 w 734536"/>
                <a:gd name="connsiteY401" fmla="*/ 580941 h 701646"/>
                <a:gd name="connsiteX402" fmla="*/ 271559 w 734536"/>
                <a:gd name="connsiteY402" fmla="*/ 589273 h 701646"/>
                <a:gd name="connsiteX403" fmla="*/ 273642 w 734536"/>
                <a:gd name="connsiteY403" fmla="*/ 593439 h 701646"/>
                <a:gd name="connsiteX404" fmla="*/ 270572 w 734536"/>
                <a:gd name="connsiteY404" fmla="*/ 592233 h 701646"/>
                <a:gd name="connsiteX405" fmla="*/ 268380 w 734536"/>
                <a:gd name="connsiteY405" fmla="*/ 589273 h 701646"/>
                <a:gd name="connsiteX406" fmla="*/ 267174 w 734536"/>
                <a:gd name="connsiteY406" fmla="*/ 585436 h 701646"/>
                <a:gd name="connsiteX407" fmla="*/ 266735 w 734536"/>
                <a:gd name="connsiteY407" fmla="*/ 581709 h 701646"/>
                <a:gd name="connsiteX408" fmla="*/ 264981 w 734536"/>
                <a:gd name="connsiteY408" fmla="*/ 579955 h 701646"/>
                <a:gd name="connsiteX409" fmla="*/ 256430 w 734536"/>
                <a:gd name="connsiteY409" fmla="*/ 577104 h 701646"/>
                <a:gd name="connsiteX410" fmla="*/ 253250 w 734536"/>
                <a:gd name="connsiteY410" fmla="*/ 575240 h 701646"/>
                <a:gd name="connsiteX411" fmla="*/ 253250 w 734536"/>
                <a:gd name="connsiteY411" fmla="*/ 579406 h 701646"/>
                <a:gd name="connsiteX412" fmla="*/ 256320 w 734536"/>
                <a:gd name="connsiteY412" fmla="*/ 584559 h 701646"/>
                <a:gd name="connsiteX413" fmla="*/ 280988 w 734536"/>
                <a:gd name="connsiteY413" fmla="*/ 612296 h 701646"/>
                <a:gd name="connsiteX414" fmla="*/ 318810 w 734536"/>
                <a:gd name="connsiteY414" fmla="*/ 651215 h 701646"/>
                <a:gd name="connsiteX415" fmla="*/ 343587 w 734536"/>
                <a:gd name="connsiteY415" fmla="*/ 675992 h 701646"/>
                <a:gd name="connsiteX416" fmla="*/ 358607 w 734536"/>
                <a:gd name="connsiteY416" fmla="*/ 690025 h 701646"/>
                <a:gd name="connsiteX417" fmla="*/ 369460 w 734536"/>
                <a:gd name="connsiteY417" fmla="*/ 703071 h 701646"/>
                <a:gd name="connsiteX418" fmla="*/ 370338 w 734536"/>
                <a:gd name="connsiteY418" fmla="*/ 703949 h 701646"/>
                <a:gd name="connsiteX419" fmla="*/ 370338 w 734536"/>
                <a:gd name="connsiteY419" fmla="*/ 703949 h 701646"/>
                <a:gd name="connsiteX420" fmla="*/ 374284 w 734536"/>
                <a:gd name="connsiteY420" fmla="*/ 703291 h 701646"/>
                <a:gd name="connsiteX421" fmla="*/ 377793 w 734536"/>
                <a:gd name="connsiteY421" fmla="*/ 699015 h 701646"/>
                <a:gd name="connsiteX422" fmla="*/ 382178 w 734536"/>
                <a:gd name="connsiteY422" fmla="*/ 687065 h 701646"/>
                <a:gd name="connsiteX423" fmla="*/ 386344 w 734536"/>
                <a:gd name="connsiteY423" fmla="*/ 679281 h 701646"/>
                <a:gd name="connsiteX424" fmla="*/ 387111 w 734536"/>
                <a:gd name="connsiteY424" fmla="*/ 676212 h 701646"/>
                <a:gd name="connsiteX425" fmla="*/ 386892 w 734536"/>
                <a:gd name="connsiteY425" fmla="*/ 672374 h 701646"/>
                <a:gd name="connsiteX426" fmla="*/ 383384 w 734536"/>
                <a:gd name="connsiteY426" fmla="*/ 662398 h 701646"/>
                <a:gd name="connsiteX427" fmla="*/ 383274 w 734536"/>
                <a:gd name="connsiteY427" fmla="*/ 660973 h 701646"/>
                <a:gd name="connsiteX428" fmla="*/ 383493 w 734536"/>
                <a:gd name="connsiteY428" fmla="*/ 658013 h 701646"/>
                <a:gd name="connsiteX429" fmla="*/ 383384 w 734536"/>
                <a:gd name="connsiteY429" fmla="*/ 656368 h 701646"/>
                <a:gd name="connsiteX430" fmla="*/ 381520 w 734536"/>
                <a:gd name="connsiteY430" fmla="*/ 651435 h 701646"/>
                <a:gd name="connsiteX431" fmla="*/ 381081 w 734536"/>
                <a:gd name="connsiteY431" fmla="*/ 649790 h 701646"/>
                <a:gd name="connsiteX432" fmla="*/ 380972 w 734536"/>
                <a:gd name="connsiteY432" fmla="*/ 645514 h 701646"/>
                <a:gd name="connsiteX433" fmla="*/ 381959 w 734536"/>
                <a:gd name="connsiteY433" fmla="*/ 643102 h 701646"/>
                <a:gd name="connsiteX434" fmla="*/ 386015 w 734536"/>
                <a:gd name="connsiteY434" fmla="*/ 638279 h 701646"/>
                <a:gd name="connsiteX435" fmla="*/ 388208 w 734536"/>
                <a:gd name="connsiteY435" fmla="*/ 632249 h 701646"/>
                <a:gd name="connsiteX436" fmla="*/ 387659 w 734536"/>
                <a:gd name="connsiteY436" fmla="*/ 619641 h 701646"/>
                <a:gd name="connsiteX437" fmla="*/ 388317 w 734536"/>
                <a:gd name="connsiteY437" fmla="*/ 612954 h 701646"/>
                <a:gd name="connsiteX438" fmla="*/ 390620 w 734536"/>
                <a:gd name="connsiteY438" fmla="*/ 610651 h 701646"/>
                <a:gd name="connsiteX439" fmla="*/ 393031 w 734536"/>
                <a:gd name="connsiteY439" fmla="*/ 609994 h 701646"/>
                <a:gd name="connsiteX440" fmla="*/ 395553 w 734536"/>
                <a:gd name="connsiteY440" fmla="*/ 609665 h 701646"/>
                <a:gd name="connsiteX441" fmla="*/ 398184 w 734536"/>
                <a:gd name="connsiteY441" fmla="*/ 608568 h 701646"/>
                <a:gd name="connsiteX442" fmla="*/ 400158 w 734536"/>
                <a:gd name="connsiteY442" fmla="*/ 606266 h 701646"/>
                <a:gd name="connsiteX443" fmla="*/ 404104 w 734536"/>
                <a:gd name="connsiteY443" fmla="*/ 597276 h 701646"/>
                <a:gd name="connsiteX444" fmla="*/ 378560 w 734536"/>
                <a:gd name="connsiteY444" fmla="*/ 564167 h 701646"/>
                <a:gd name="connsiteX445" fmla="*/ 377025 w 734536"/>
                <a:gd name="connsiteY445" fmla="*/ 560878 h 701646"/>
                <a:gd name="connsiteX446" fmla="*/ 376916 w 734536"/>
                <a:gd name="connsiteY446" fmla="*/ 557041 h 701646"/>
                <a:gd name="connsiteX447" fmla="*/ 378231 w 734536"/>
                <a:gd name="connsiteY447" fmla="*/ 553533 h 701646"/>
                <a:gd name="connsiteX448" fmla="*/ 381849 w 734536"/>
                <a:gd name="connsiteY448" fmla="*/ 547284 h 701646"/>
                <a:gd name="connsiteX449" fmla="*/ 391497 w 734536"/>
                <a:gd name="connsiteY449" fmla="*/ 530729 h 701646"/>
                <a:gd name="connsiteX450" fmla="*/ 397746 w 734536"/>
                <a:gd name="connsiteY450" fmla="*/ 519986 h 701646"/>
                <a:gd name="connsiteX451" fmla="*/ 405091 w 734536"/>
                <a:gd name="connsiteY451" fmla="*/ 507268 h 701646"/>
                <a:gd name="connsiteX452" fmla="*/ 420659 w 734536"/>
                <a:gd name="connsiteY452" fmla="*/ 480408 h 701646"/>
                <a:gd name="connsiteX453" fmla="*/ 436226 w 734536"/>
                <a:gd name="connsiteY453" fmla="*/ 453549 h 701646"/>
                <a:gd name="connsiteX454" fmla="*/ 449821 w 734536"/>
                <a:gd name="connsiteY454" fmla="*/ 430087 h 701646"/>
                <a:gd name="connsiteX455" fmla="*/ 459469 w 734536"/>
                <a:gd name="connsiteY455" fmla="*/ 413533 h 701646"/>
                <a:gd name="connsiteX456" fmla="*/ 463087 w 734536"/>
                <a:gd name="connsiteY456" fmla="*/ 407284 h 701646"/>
                <a:gd name="connsiteX457" fmla="*/ 467581 w 734536"/>
                <a:gd name="connsiteY457" fmla="*/ 399609 h 701646"/>
                <a:gd name="connsiteX458" fmla="*/ 469993 w 734536"/>
                <a:gd name="connsiteY458" fmla="*/ 396649 h 701646"/>
                <a:gd name="connsiteX459" fmla="*/ 473173 w 734536"/>
                <a:gd name="connsiteY459" fmla="*/ 395114 h 701646"/>
                <a:gd name="connsiteX460" fmla="*/ 482162 w 734536"/>
                <a:gd name="connsiteY460" fmla="*/ 395114 h 701646"/>
                <a:gd name="connsiteX461" fmla="*/ 509351 w 734536"/>
                <a:gd name="connsiteY461" fmla="*/ 395114 h 701646"/>
                <a:gd name="connsiteX462" fmla="*/ 536540 w 734536"/>
                <a:gd name="connsiteY462" fmla="*/ 395114 h 701646"/>
                <a:gd name="connsiteX463" fmla="*/ 563729 w 734536"/>
                <a:gd name="connsiteY463" fmla="*/ 395114 h 701646"/>
                <a:gd name="connsiteX464" fmla="*/ 590918 w 734536"/>
                <a:gd name="connsiteY464" fmla="*/ 395114 h 701646"/>
                <a:gd name="connsiteX465" fmla="*/ 616901 w 734536"/>
                <a:gd name="connsiteY465" fmla="*/ 395114 h 701646"/>
                <a:gd name="connsiteX466" fmla="*/ 617997 w 734536"/>
                <a:gd name="connsiteY466" fmla="*/ 395114 h 701646"/>
                <a:gd name="connsiteX467" fmla="*/ 645186 w 734536"/>
                <a:gd name="connsiteY467" fmla="*/ 395114 h 701646"/>
                <a:gd name="connsiteX468" fmla="*/ 672374 w 734536"/>
                <a:gd name="connsiteY468" fmla="*/ 395114 h 701646"/>
                <a:gd name="connsiteX469" fmla="*/ 699563 w 734536"/>
                <a:gd name="connsiteY469" fmla="*/ 395114 h 701646"/>
                <a:gd name="connsiteX470" fmla="*/ 717214 w 734536"/>
                <a:gd name="connsiteY470" fmla="*/ 395114 h 701646"/>
                <a:gd name="connsiteX471" fmla="*/ 721051 w 734536"/>
                <a:gd name="connsiteY471" fmla="*/ 394676 h 701646"/>
                <a:gd name="connsiteX472" fmla="*/ 724560 w 734536"/>
                <a:gd name="connsiteY472" fmla="*/ 393360 h 701646"/>
                <a:gd name="connsiteX473" fmla="*/ 724560 w 734536"/>
                <a:gd name="connsiteY473" fmla="*/ 393360 h 701646"/>
                <a:gd name="connsiteX474" fmla="*/ 724560 w 734536"/>
                <a:gd name="connsiteY474" fmla="*/ 393251 h 701646"/>
                <a:gd name="connsiteX475" fmla="*/ 725327 w 734536"/>
                <a:gd name="connsiteY475" fmla="*/ 392264 h 701646"/>
                <a:gd name="connsiteX476" fmla="*/ 726643 w 734536"/>
                <a:gd name="connsiteY476" fmla="*/ 389414 h 701646"/>
                <a:gd name="connsiteX477" fmla="*/ 727191 w 734536"/>
                <a:gd name="connsiteY477" fmla="*/ 387769 h 701646"/>
                <a:gd name="connsiteX478" fmla="*/ 726094 w 734536"/>
                <a:gd name="connsiteY478" fmla="*/ 388207 h 701646"/>
                <a:gd name="connsiteX479" fmla="*/ 725546 w 734536"/>
                <a:gd name="connsiteY479" fmla="*/ 388317 h 701646"/>
                <a:gd name="connsiteX480" fmla="*/ 725217 w 734536"/>
                <a:gd name="connsiteY480" fmla="*/ 388536 h 701646"/>
                <a:gd name="connsiteX481" fmla="*/ 724560 w 734536"/>
                <a:gd name="connsiteY481" fmla="*/ 389304 h 701646"/>
                <a:gd name="connsiteX482" fmla="*/ 723134 w 734536"/>
                <a:gd name="connsiteY482" fmla="*/ 389304 h 701646"/>
                <a:gd name="connsiteX483" fmla="*/ 722367 w 734536"/>
                <a:gd name="connsiteY483" fmla="*/ 385796 h 701646"/>
                <a:gd name="connsiteX484" fmla="*/ 727081 w 734536"/>
                <a:gd name="connsiteY484" fmla="*/ 381849 h 701646"/>
                <a:gd name="connsiteX485" fmla="*/ 724560 w 734536"/>
                <a:gd name="connsiteY485" fmla="*/ 379437 h 701646"/>
                <a:gd name="connsiteX486" fmla="*/ 724560 w 734536"/>
                <a:gd name="connsiteY486" fmla="*/ 378122 h 701646"/>
                <a:gd name="connsiteX487" fmla="*/ 728945 w 734536"/>
                <a:gd name="connsiteY487" fmla="*/ 376367 h 701646"/>
                <a:gd name="connsiteX488" fmla="*/ 727629 w 734536"/>
                <a:gd name="connsiteY488" fmla="*/ 374284 h 701646"/>
                <a:gd name="connsiteX489" fmla="*/ 721928 w 734536"/>
                <a:gd name="connsiteY489" fmla="*/ 370995 h 701646"/>
                <a:gd name="connsiteX490" fmla="*/ 721161 w 734536"/>
                <a:gd name="connsiteY490" fmla="*/ 367158 h 701646"/>
                <a:gd name="connsiteX491" fmla="*/ 722586 w 734536"/>
                <a:gd name="connsiteY491" fmla="*/ 364417 h 701646"/>
                <a:gd name="connsiteX492" fmla="*/ 724998 w 734536"/>
                <a:gd name="connsiteY492" fmla="*/ 362554 h 701646"/>
                <a:gd name="connsiteX493" fmla="*/ 727300 w 734536"/>
                <a:gd name="connsiteY493" fmla="*/ 361457 h 701646"/>
                <a:gd name="connsiteX494" fmla="*/ 724669 w 734536"/>
                <a:gd name="connsiteY494" fmla="*/ 360361 h 701646"/>
                <a:gd name="connsiteX495" fmla="*/ 722696 w 734536"/>
                <a:gd name="connsiteY495" fmla="*/ 358826 h 701646"/>
                <a:gd name="connsiteX496" fmla="*/ 722367 w 734536"/>
                <a:gd name="connsiteY496" fmla="*/ 356853 h 701646"/>
                <a:gd name="connsiteX497" fmla="*/ 724560 w 734536"/>
                <a:gd name="connsiteY497" fmla="*/ 354441 h 701646"/>
                <a:gd name="connsiteX498" fmla="*/ 725436 w 734536"/>
                <a:gd name="connsiteY498" fmla="*/ 355318 h 701646"/>
                <a:gd name="connsiteX499" fmla="*/ 726094 w 734536"/>
                <a:gd name="connsiteY499" fmla="*/ 355647 h 701646"/>
                <a:gd name="connsiteX500" fmla="*/ 728616 w 734536"/>
                <a:gd name="connsiteY500" fmla="*/ 355976 h 701646"/>
                <a:gd name="connsiteX501" fmla="*/ 727848 w 734536"/>
                <a:gd name="connsiteY501" fmla="*/ 354880 h 701646"/>
                <a:gd name="connsiteX502" fmla="*/ 726643 w 734536"/>
                <a:gd name="connsiteY502" fmla="*/ 352577 h 701646"/>
                <a:gd name="connsiteX503" fmla="*/ 725875 w 734536"/>
                <a:gd name="connsiteY503" fmla="*/ 351481 h 701646"/>
                <a:gd name="connsiteX504" fmla="*/ 726752 w 734536"/>
                <a:gd name="connsiteY504" fmla="*/ 351590 h 701646"/>
                <a:gd name="connsiteX505" fmla="*/ 726971 w 734536"/>
                <a:gd name="connsiteY505" fmla="*/ 351261 h 701646"/>
                <a:gd name="connsiteX506" fmla="*/ 726971 w 734536"/>
                <a:gd name="connsiteY506" fmla="*/ 350713 h 701646"/>
                <a:gd name="connsiteX507" fmla="*/ 727191 w 734536"/>
                <a:gd name="connsiteY507" fmla="*/ 350165 h 701646"/>
                <a:gd name="connsiteX508" fmla="*/ 728397 w 734536"/>
                <a:gd name="connsiteY508" fmla="*/ 350933 h 701646"/>
                <a:gd name="connsiteX509" fmla="*/ 730041 w 734536"/>
                <a:gd name="connsiteY509" fmla="*/ 351371 h 701646"/>
                <a:gd name="connsiteX510" fmla="*/ 731247 w 734536"/>
                <a:gd name="connsiteY510" fmla="*/ 350823 h 701646"/>
                <a:gd name="connsiteX511" fmla="*/ 731247 w 734536"/>
                <a:gd name="connsiteY511" fmla="*/ 348630 h 701646"/>
                <a:gd name="connsiteX512" fmla="*/ 730041 w 734536"/>
                <a:gd name="connsiteY512" fmla="*/ 349069 h 701646"/>
                <a:gd name="connsiteX513" fmla="*/ 727191 w 734536"/>
                <a:gd name="connsiteY513" fmla="*/ 347973 h 701646"/>
                <a:gd name="connsiteX514" fmla="*/ 725217 w 734536"/>
                <a:gd name="connsiteY514" fmla="*/ 346547 h 701646"/>
                <a:gd name="connsiteX515" fmla="*/ 726643 w 734536"/>
                <a:gd name="connsiteY515" fmla="*/ 345780 h 701646"/>
                <a:gd name="connsiteX516" fmla="*/ 730260 w 734536"/>
                <a:gd name="connsiteY516" fmla="*/ 344574 h 701646"/>
                <a:gd name="connsiteX517" fmla="*/ 733221 w 734536"/>
                <a:gd name="connsiteY517" fmla="*/ 341833 h 701646"/>
                <a:gd name="connsiteX518" fmla="*/ 734426 w 734536"/>
                <a:gd name="connsiteY518" fmla="*/ 338544 h 701646"/>
                <a:gd name="connsiteX519" fmla="*/ 732782 w 734536"/>
                <a:gd name="connsiteY519" fmla="*/ 335913 h 701646"/>
                <a:gd name="connsiteX520" fmla="*/ 731466 w 734536"/>
                <a:gd name="connsiteY520" fmla="*/ 335913 h 701646"/>
                <a:gd name="connsiteX521" fmla="*/ 731466 w 734536"/>
                <a:gd name="connsiteY521" fmla="*/ 337448 h 701646"/>
                <a:gd name="connsiteX522" fmla="*/ 730151 w 734536"/>
                <a:gd name="connsiteY522" fmla="*/ 337448 h 701646"/>
                <a:gd name="connsiteX523" fmla="*/ 730699 w 734536"/>
                <a:gd name="connsiteY523" fmla="*/ 334597 h 701646"/>
                <a:gd name="connsiteX524" fmla="*/ 733221 w 734536"/>
                <a:gd name="connsiteY524" fmla="*/ 332953 h 701646"/>
                <a:gd name="connsiteX525" fmla="*/ 28504 w 734536"/>
                <a:gd name="connsiteY525" fmla="*/ 405201 h 701646"/>
                <a:gd name="connsiteX526" fmla="*/ 21817 w 734536"/>
                <a:gd name="connsiteY526" fmla="*/ 402569 h 701646"/>
                <a:gd name="connsiteX527" fmla="*/ 19624 w 734536"/>
                <a:gd name="connsiteY527" fmla="*/ 400815 h 701646"/>
                <a:gd name="connsiteX528" fmla="*/ 14471 w 734536"/>
                <a:gd name="connsiteY528" fmla="*/ 393470 h 701646"/>
                <a:gd name="connsiteX529" fmla="*/ 9428 w 734536"/>
                <a:gd name="connsiteY529" fmla="*/ 389633 h 701646"/>
                <a:gd name="connsiteX530" fmla="*/ 7126 w 734536"/>
                <a:gd name="connsiteY530" fmla="*/ 388756 h 701646"/>
                <a:gd name="connsiteX531" fmla="*/ 2960 w 734536"/>
                <a:gd name="connsiteY531" fmla="*/ 397307 h 701646"/>
                <a:gd name="connsiteX532" fmla="*/ 32670 w 734536"/>
                <a:gd name="connsiteY532" fmla="*/ 409476 h 701646"/>
                <a:gd name="connsiteX533" fmla="*/ 31355 w 734536"/>
                <a:gd name="connsiteY533" fmla="*/ 406955 h 701646"/>
                <a:gd name="connsiteX534" fmla="*/ 28504 w 734536"/>
                <a:gd name="connsiteY534" fmla="*/ 405201 h 70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</a:cxnLst>
              <a:rect l="l" t="t" r="r" b="b"/>
              <a:pathLst>
                <a:path w="734536" h="701646">
                  <a:moveTo>
                    <a:pt x="733221" y="332953"/>
                  </a:moveTo>
                  <a:lnTo>
                    <a:pt x="735961" y="333172"/>
                  </a:lnTo>
                  <a:lnTo>
                    <a:pt x="738921" y="334049"/>
                  </a:lnTo>
                  <a:lnTo>
                    <a:pt x="736619" y="330212"/>
                  </a:lnTo>
                  <a:lnTo>
                    <a:pt x="736400" y="329006"/>
                  </a:lnTo>
                  <a:lnTo>
                    <a:pt x="736400" y="326375"/>
                  </a:lnTo>
                  <a:lnTo>
                    <a:pt x="735961" y="323415"/>
                  </a:lnTo>
                  <a:lnTo>
                    <a:pt x="734865" y="323196"/>
                  </a:lnTo>
                  <a:lnTo>
                    <a:pt x="733111" y="323963"/>
                  </a:lnTo>
                  <a:lnTo>
                    <a:pt x="730918" y="324292"/>
                  </a:lnTo>
                  <a:lnTo>
                    <a:pt x="729712" y="323744"/>
                  </a:lnTo>
                  <a:lnTo>
                    <a:pt x="728287" y="322757"/>
                  </a:lnTo>
                  <a:lnTo>
                    <a:pt x="726314" y="321880"/>
                  </a:lnTo>
                  <a:lnTo>
                    <a:pt x="720065" y="321113"/>
                  </a:lnTo>
                  <a:lnTo>
                    <a:pt x="719517" y="319907"/>
                  </a:lnTo>
                  <a:lnTo>
                    <a:pt x="719736" y="318153"/>
                  </a:lnTo>
                  <a:lnTo>
                    <a:pt x="718749" y="315850"/>
                  </a:lnTo>
                  <a:lnTo>
                    <a:pt x="717543" y="314754"/>
                  </a:lnTo>
                  <a:lnTo>
                    <a:pt x="715679" y="313439"/>
                  </a:lnTo>
                  <a:lnTo>
                    <a:pt x="713487" y="312781"/>
                  </a:lnTo>
                  <a:lnTo>
                    <a:pt x="708772" y="315083"/>
                  </a:lnTo>
                  <a:lnTo>
                    <a:pt x="707566" y="313219"/>
                  </a:lnTo>
                  <a:lnTo>
                    <a:pt x="706689" y="308834"/>
                  </a:lnTo>
                  <a:lnTo>
                    <a:pt x="704826" y="308834"/>
                  </a:lnTo>
                  <a:lnTo>
                    <a:pt x="699673" y="310369"/>
                  </a:lnTo>
                  <a:lnTo>
                    <a:pt x="698577" y="310917"/>
                  </a:lnTo>
                  <a:lnTo>
                    <a:pt x="697371" y="310259"/>
                  </a:lnTo>
                  <a:lnTo>
                    <a:pt x="694630" y="309711"/>
                  </a:lnTo>
                  <a:lnTo>
                    <a:pt x="691450" y="309601"/>
                  </a:lnTo>
                  <a:lnTo>
                    <a:pt x="689038" y="310259"/>
                  </a:lnTo>
                  <a:lnTo>
                    <a:pt x="690025" y="308286"/>
                  </a:lnTo>
                  <a:lnTo>
                    <a:pt x="691779" y="306861"/>
                  </a:lnTo>
                  <a:lnTo>
                    <a:pt x="693095" y="305326"/>
                  </a:lnTo>
                  <a:lnTo>
                    <a:pt x="692985" y="303133"/>
                  </a:lnTo>
                  <a:lnTo>
                    <a:pt x="690683" y="301708"/>
                  </a:lnTo>
                  <a:lnTo>
                    <a:pt x="687614" y="301489"/>
                  </a:lnTo>
                  <a:lnTo>
                    <a:pt x="685859" y="300721"/>
                  </a:lnTo>
                  <a:lnTo>
                    <a:pt x="687504" y="297651"/>
                  </a:lnTo>
                  <a:lnTo>
                    <a:pt x="686846" y="294362"/>
                  </a:lnTo>
                  <a:lnTo>
                    <a:pt x="688162" y="290964"/>
                  </a:lnTo>
                  <a:lnTo>
                    <a:pt x="688819" y="288004"/>
                  </a:lnTo>
                  <a:lnTo>
                    <a:pt x="686079" y="286359"/>
                  </a:lnTo>
                  <a:lnTo>
                    <a:pt x="685530" y="287675"/>
                  </a:lnTo>
                  <a:lnTo>
                    <a:pt x="684873" y="288333"/>
                  </a:lnTo>
                  <a:lnTo>
                    <a:pt x="683886" y="288662"/>
                  </a:lnTo>
                  <a:lnTo>
                    <a:pt x="682241" y="288990"/>
                  </a:lnTo>
                  <a:lnTo>
                    <a:pt x="682241" y="287675"/>
                  </a:lnTo>
                  <a:lnTo>
                    <a:pt x="684873" y="282851"/>
                  </a:lnTo>
                  <a:lnTo>
                    <a:pt x="682132" y="275506"/>
                  </a:lnTo>
                  <a:lnTo>
                    <a:pt x="668866" y="256320"/>
                  </a:lnTo>
                  <a:lnTo>
                    <a:pt x="666016" y="254018"/>
                  </a:lnTo>
                  <a:lnTo>
                    <a:pt x="658999" y="250509"/>
                  </a:lnTo>
                  <a:lnTo>
                    <a:pt x="656039" y="248097"/>
                  </a:lnTo>
                  <a:lnTo>
                    <a:pt x="656697" y="245686"/>
                  </a:lnTo>
                  <a:lnTo>
                    <a:pt x="656697" y="244261"/>
                  </a:lnTo>
                  <a:lnTo>
                    <a:pt x="653956" y="242726"/>
                  </a:lnTo>
                  <a:lnTo>
                    <a:pt x="652092" y="244261"/>
                  </a:lnTo>
                  <a:lnTo>
                    <a:pt x="649790" y="244261"/>
                  </a:lnTo>
                  <a:lnTo>
                    <a:pt x="636196" y="240095"/>
                  </a:lnTo>
                  <a:lnTo>
                    <a:pt x="632578" y="238012"/>
                  </a:lnTo>
                  <a:lnTo>
                    <a:pt x="626877" y="232201"/>
                  </a:lnTo>
                  <a:lnTo>
                    <a:pt x="622821" y="230228"/>
                  </a:lnTo>
                  <a:lnTo>
                    <a:pt x="626000" y="226829"/>
                  </a:lnTo>
                  <a:lnTo>
                    <a:pt x="625562" y="225184"/>
                  </a:lnTo>
                  <a:lnTo>
                    <a:pt x="622821" y="224746"/>
                  </a:lnTo>
                  <a:lnTo>
                    <a:pt x="619422" y="224746"/>
                  </a:lnTo>
                  <a:lnTo>
                    <a:pt x="619093" y="225623"/>
                  </a:lnTo>
                  <a:lnTo>
                    <a:pt x="619861" y="227487"/>
                  </a:lnTo>
                  <a:lnTo>
                    <a:pt x="620080" y="229350"/>
                  </a:lnTo>
                  <a:lnTo>
                    <a:pt x="618107" y="230228"/>
                  </a:lnTo>
                  <a:lnTo>
                    <a:pt x="617120" y="229679"/>
                  </a:lnTo>
                  <a:lnTo>
                    <a:pt x="614598" y="226939"/>
                  </a:lnTo>
                  <a:lnTo>
                    <a:pt x="613502" y="226062"/>
                  </a:lnTo>
                  <a:lnTo>
                    <a:pt x="605937" y="223321"/>
                  </a:lnTo>
                  <a:lnTo>
                    <a:pt x="603635" y="221238"/>
                  </a:lnTo>
                  <a:lnTo>
                    <a:pt x="602758" y="216962"/>
                  </a:lnTo>
                  <a:lnTo>
                    <a:pt x="601662" y="214770"/>
                  </a:lnTo>
                  <a:lnTo>
                    <a:pt x="594755" y="206328"/>
                  </a:lnTo>
                  <a:lnTo>
                    <a:pt x="593987" y="204573"/>
                  </a:lnTo>
                  <a:lnTo>
                    <a:pt x="593001" y="200627"/>
                  </a:lnTo>
                  <a:lnTo>
                    <a:pt x="591904" y="199311"/>
                  </a:lnTo>
                  <a:lnTo>
                    <a:pt x="589821" y="198873"/>
                  </a:lnTo>
                  <a:lnTo>
                    <a:pt x="585107" y="199421"/>
                  </a:lnTo>
                  <a:lnTo>
                    <a:pt x="583134" y="198544"/>
                  </a:lnTo>
                  <a:lnTo>
                    <a:pt x="576117" y="190869"/>
                  </a:lnTo>
                  <a:lnTo>
                    <a:pt x="574254" y="188019"/>
                  </a:lnTo>
                  <a:lnTo>
                    <a:pt x="573377" y="185936"/>
                  </a:lnTo>
                  <a:lnTo>
                    <a:pt x="572390" y="182318"/>
                  </a:lnTo>
                  <a:lnTo>
                    <a:pt x="571513" y="180893"/>
                  </a:lnTo>
                  <a:lnTo>
                    <a:pt x="569649" y="179797"/>
                  </a:lnTo>
                  <a:lnTo>
                    <a:pt x="565593" y="178810"/>
                  </a:lnTo>
                  <a:lnTo>
                    <a:pt x="564825" y="177494"/>
                  </a:lnTo>
                  <a:lnTo>
                    <a:pt x="564387" y="174315"/>
                  </a:lnTo>
                  <a:lnTo>
                    <a:pt x="563291" y="170588"/>
                  </a:lnTo>
                  <a:lnTo>
                    <a:pt x="561536" y="167299"/>
                  </a:lnTo>
                  <a:lnTo>
                    <a:pt x="559344" y="165435"/>
                  </a:lnTo>
                  <a:lnTo>
                    <a:pt x="553972" y="165106"/>
                  </a:lnTo>
                  <a:lnTo>
                    <a:pt x="548709" y="165983"/>
                  </a:lnTo>
                  <a:lnTo>
                    <a:pt x="544653" y="165325"/>
                  </a:lnTo>
                  <a:lnTo>
                    <a:pt x="543118" y="160392"/>
                  </a:lnTo>
                  <a:lnTo>
                    <a:pt x="540048" y="158747"/>
                  </a:lnTo>
                  <a:lnTo>
                    <a:pt x="533909" y="157432"/>
                  </a:lnTo>
                  <a:lnTo>
                    <a:pt x="529305" y="155349"/>
                  </a:lnTo>
                  <a:lnTo>
                    <a:pt x="530181" y="152169"/>
                  </a:lnTo>
                  <a:lnTo>
                    <a:pt x="531168" y="151950"/>
                  </a:lnTo>
                  <a:lnTo>
                    <a:pt x="530620" y="151183"/>
                  </a:lnTo>
                  <a:lnTo>
                    <a:pt x="529853" y="148552"/>
                  </a:lnTo>
                  <a:lnTo>
                    <a:pt x="530072" y="145153"/>
                  </a:lnTo>
                  <a:lnTo>
                    <a:pt x="530839" y="141974"/>
                  </a:lnTo>
                  <a:lnTo>
                    <a:pt x="531936" y="140000"/>
                  </a:lnTo>
                  <a:lnTo>
                    <a:pt x="534457" y="139123"/>
                  </a:lnTo>
                  <a:lnTo>
                    <a:pt x="537198" y="139233"/>
                  </a:lnTo>
                  <a:lnTo>
                    <a:pt x="539390" y="138685"/>
                  </a:lnTo>
                  <a:lnTo>
                    <a:pt x="540048" y="135724"/>
                  </a:lnTo>
                  <a:lnTo>
                    <a:pt x="539281" y="135067"/>
                  </a:lnTo>
                  <a:lnTo>
                    <a:pt x="534567" y="127173"/>
                  </a:lnTo>
                  <a:lnTo>
                    <a:pt x="532812" y="124981"/>
                  </a:lnTo>
                  <a:lnTo>
                    <a:pt x="531278" y="124213"/>
                  </a:lnTo>
                  <a:lnTo>
                    <a:pt x="527112" y="124432"/>
                  </a:lnTo>
                  <a:lnTo>
                    <a:pt x="524481" y="124103"/>
                  </a:lnTo>
                  <a:lnTo>
                    <a:pt x="521630" y="123227"/>
                  </a:lnTo>
                  <a:lnTo>
                    <a:pt x="519328" y="121692"/>
                  </a:lnTo>
                  <a:lnTo>
                    <a:pt x="518341" y="119499"/>
                  </a:lnTo>
                  <a:lnTo>
                    <a:pt x="519328" y="113469"/>
                  </a:lnTo>
                  <a:lnTo>
                    <a:pt x="519218" y="110399"/>
                  </a:lnTo>
                  <a:lnTo>
                    <a:pt x="517684" y="109084"/>
                  </a:lnTo>
                  <a:lnTo>
                    <a:pt x="515820" y="108207"/>
                  </a:lnTo>
                  <a:lnTo>
                    <a:pt x="514504" y="107001"/>
                  </a:lnTo>
                  <a:lnTo>
                    <a:pt x="510557" y="105356"/>
                  </a:lnTo>
                  <a:lnTo>
                    <a:pt x="506391" y="103931"/>
                  </a:lnTo>
                  <a:lnTo>
                    <a:pt x="502773" y="102616"/>
                  </a:lnTo>
                  <a:lnTo>
                    <a:pt x="502116" y="102396"/>
                  </a:lnTo>
                  <a:lnTo>
                    <a:pt x="501458" y="102068"/>
                  </a:lnTo>
                  <a:lnTo>
                    <a:pt x="500800" y="101739"/>
                  </a:lnTo>
                  <a:lnTo>
                    <a:pt x="500142" y="101519"/>
                  </a:lnTo>
                  <a:lnTo>
                    <a:pt x="496634" y="100313"/>
                  </a:lnTo>
                  <a:lnTo>
                    <a:pt x="492578" y="98778"/>
                  </a:lnTo>
                  <a:lnTo>
                    <a:pt x="489289" y="96476"/>
                  </a:lnTo>
                  <a:lnTo>
                    <a:pt x="487864" y="92968"/>
                  </a:lnTo>
                  <a:lnTo>
                    <a:pt x="487973" y="90885"/>
                  </a:lnTo>
                  <a:lnTo>
                    <a:pt x="488192" y="89021"/>
                  </a:lnTo>
                  <a:lnTo>
                    <a:pt x="488302" y="87048"/>
                  </a:lnTo>
                  <a:lnTo>
                    <a:pt x="488083" y="84746"/>
                  </a:lnTo>
                  <a:lnTo>
                    <a:pt x="486767" y="77948"/>
                  </a:lnTo>
                  <a:lnTo>
                    <a:pt x="485013" y="70603"/>
                  </a:lnTo>
                  <a:lnTo>
                    <a:pt x="482491" y="63587"/>
                  </a:lnTo>
                  <a:lnTo>
                    <a:pt x="478874" y="57776"/>
                  </a:lnTo>
                  <a:lnTo>
                    <a:pt x="474817" y="56461"/>
                  </a:lnTo>
                  <a:lnTo>
                    <a:pt x="470761" y="56132"/>
                  </a:lnTo>
                  <a:lnTo>
                    <a:pt x="466595" y="56241"/>
                  </a:lnTo>
                  <a:lnTo>
                    <a:pt x="462429" y="56241"/>
                  </a:lnTo>
                  <a:lnTo>
                    <a:pt x="459907" y="54597"/>
                  </a:lnTo>
                  <a:lnTo>
                    <a:pt x="460455" y="51088"/>
                  </a:lnTo>
                  <a:lnTo>
                    <a:pt x="462429" y="47251"/>
                  </a:lnTo>
                  <a:lnTo>
                    <a:pt x="463635" y="45278"/>
                  </a:lnTo>
                  <a:lnTo>
                    <a:pt x="462867" y="38919"/>
                  </a:lnTo>
                  <a:lnTo>
                    <a:pt x="462429" y="37823"/>
                  </a:lnTo>
                  <a:lnTo>
                    <a:pt x="461990" y="36946"/>
                  </a:lnTo>
                  <a:lnTo>
                    <a:pt x="461661" y="35740"/>
                  </a:lnTo>
                  <a:lnTo>
                    <a:pt x="461881" y="31684"/>
                  </a:lnTo>
                  <a:lnTo>
                    <a:pt x="461661" y="30368"/>
                  </a:lnTo>
                  <a:lnTo>
                    <a:pt x="458920" y="25654"/>
                  </a:lnTo>
                  <a:lnTo>
                    <a:pt x="455083" y="22365"/>
                  </a:lnTo>
                  <a:lnTo>
                    <a:pt x="450808" y="21597"/>
                  </a:lnTo>
                  <a:lnTo>
                    <a:pt x="446861" y="24558"/>
                  </a:lnTo>
                  <a:lnTo>
                    <a:pt x="441818" y="22146"/>
                  </a:lnTo>
                  <a:lnTo>
                    <a:pt x="439077" y="21488"/>
                  </a:lnTo>
                  <a:lnTo>
                    <a:pt x="436117" y="21707"/>
                  </a:lnTo>
                  <a:lnTo>
                    <a:pt x="433924" y="22913"/>
                  </a:lnTo>
                  <a:lnTo>
                    <a:pt x="432828" y="24777"/>
                  </a:lnTo>
                  <a:lnTo>
                    <a:pt x="432061" y="26860"/>
                  </a:lnTo>
                  <a:lnTo>
                    <a:pt x="430635" y="28833"/>
                  </a:lnTo>
                  <a:lnTo>
                    <a:pt x="428443" y="25983"/>
                  </a:lnTo>
                  <a:lnTo>
                    <a:pt x="428552" y="18856"/>
                  </a:lnTo>
                  <a:lnTo>
                    <a:pt x="425921" y="17431"/>
                  </a:lnTo>
                  <a:lnTo>
                    <a:pt x="424606" y="17541"/>
                  </a:lnTo>
                  <a:lnTo>
                    <a:pt x="420220" y="18308"/>
                  </a:lnTo>
                  <a:lnTo>
                    <a:pt x="414410" y="22146"/>
                  </a:lnTo>
                  <a:lnTo>
                    <a:pt x="409038" y="27737"/>
                  </a:lnTo>
                  <a:lnTo>
                    <a:pt x="403995" y="33109"/>
                  </a:lnTo>
                  <a:lnTo>
                    <a:pt x="407393" y="39248"/>
                  </a:lnTo>
                  <a:lnTo>
                    <a:pt x="403447" y="42428"/>
                  </a:lnTo>
                  <a:lnTo>
                    <a:pt x="396321" y="43195"/>
                  </a:lnTo>
                  <a:lnTo>
                    <a:pt x="390181" y="42318"/>
                  </a:lnTo>
                  <a:lnTo>
                    <a:pt x="386125" y="45278"/>
                  </a:lnTo>
                  <a:lnTo>
                    <a:pt x="381520" y="48019"/>
                  </a:lnTo>
                  <a:lnTo>
                    <a:pt x="376587" y="50431"/>
                  </a:lnTo>
                  <a:lnTo>
                    <a:pt x="371653" y="52294"/>
                  </a:lnTo>
                  <a:lnTo>
                    <a:pt x="365623" y="53829"/>
                  </a:lnTo>
                  <a:lnTo>
                    <a:pt x="358388" y="55474"/>
                  </a:lnTo>
                  <a:lnTo>
                    <a:pt x="351590" y="57776"/>
                  </a:lnTo>
                  <a:lnTo>
                    <a:pt x="346767" y="61065"/>
                  </a:lnTo>
                  <a:lnTo>
                    <a:pt x="345122" y="67533"/>
                  </a:lnTo>
                  <a:lnTo>
                    <a:pt x="345342" y="72576"/>
                  </a:lnTo>
                  <a:lnTo>
                    <a:pt x="343807" y="76194"/>
                  </a:lnTo>
                  <a:lnTo>
                    <a:pt x="336900" y="78277"/>
                  </a:lnTo>
                  <a:lnTo>
                    <a:pt x="332624" y="79483"/>
                  </a:lnTo>
                  <a:lnTo>
                    <a:pt x="328677" y="82443"/>
                  </a:lnTo>
                  <a:lnTo>
                    <a:pt x="325169" y="86171"/>
                  </a:lnTo>
                  <a:lnTo>
                    <a:pt x="321990" y="89569"/>
                  </a:lnTo>
                  <a:lnTo>
                    <a:pt x="317714" y="93297"/>
                  </a:lnTo>
                  <a:lnTo>
                    <a:pt x="313439" y="97024"/>
                  </a:lnTo>
                  <a:lnTo>
                    <a:pt x="309163" y="100752"/>
                  </a:lnTo>
                  <a:lnTo>
                    <a:pt x="304887" y="104480"/>
                  </a:lnTo>
                  <a:lnTo>
                    <a:pt x="302914" y="106343"/>
                  </a:lnTo>
                  <a:lnTo>
                    <a:pt x="300940" y="108207"/>
                  </a:lnTo>
                  <a:lnTo>
                    <a:pt x="298967" y="110071"/>
                  </a:lnTo>
                  <a:lnTo>
                    <a:pt x="296994" y="111934"/>
                  </a:lnTo>
                  <a:lnTo>
                    <a:pt x="293924" y="114675"/>
                  </a:lnTo>
                  <a:lnTo>
                    <a:pt x="290964" y="117416"/>
                  </a:lnTo>
                  <a:lnTo>
                    <a:pt x="288004" y="120157"/>
                  </a:lnTo>
                  <a:lnTo>
                    <a:pt x="285044" y="122898"/>
                  </a:lnTo>
                  <a:lnTo>
                    <a:pt x="284276" y="123555"/>
                  </a:lnTo>
                  <a:lnTo>
                    <a:pt x="283509" y="124213"/>
                  </a:lnTo>
                  <a:lnTo>
                    <a:pt x="282741" y="124871"/>
                  </a:lnTo>
                  <a:lnTo>
                    <a:pt x="281974" y="125529"/>
                  </a:lnTo>
                  <a:lnTo>
                    <a:pt x="276493" y="129147"/>
                  </a:lnTo>
                  <a:lnTo>
                    <a:pt x="270134" y="129476"/>
                  </a:lnTo>
                  <a:lnTo>
                    <a:pt x="263775" y="127502"/>
                  </a:lnTo>
                  <a:lnTo>
                    <a:pt x="258294" y="124323"/>
                  </a:lnTo>
                  <a:lnTo>
                    <a:pt x="255553" y="121801"/>
                  </a:lnTo>
                  <a:lnTo>
                    <a:pt x="253031" y="118732"/>
                  </a:lnTo>
                  <a:lnTo>
                    <a:pt x="250729" y="115443"/>
                  </a:lnTo>
                  <a:lnTo>
                    <a:pt x="248646" y="112263"/>
                  </a:lnTo>
                  <a:lnTo>
                    <a:pt x="245138" y="106124"/>
                  </a:lnTo>
                  <a:lnTo>
                    <a:pt x="242835" y="100423"/>
                  </a:lnTo>
                  <a:lnTo>
                    <a:pt x="239546" y="96367"/>
                  </a:lnTo>
                  <a:lnTo>
                    <a:pt x="233078" y="95161"/>
                  </a:lnTo>
                  <a:lnTo>
                    <a:pt x="228035" y="95161"/>
                  </a:lnTo>
                  <a:lnTo>
                    <a:pt x="225184" y="92968"/>
                  </a:lnTo>
                  <a:lnTo>
                    <a:pt x="223869" y="89021"/>
                  </a:lnTo>
                  <a:lnTo>
                    <a:pt x="223431" y="83869"/>
                  </a:lnTo>
                  <a:lnTo>
                    <a:pt x="223431" y="75317"/>
                  </a:lnTo>
                  <a:lnTo>
                    <a:pt x="221567" y="66985"/>
                  </a:lnTo>
                  <a:lnTo>
                    <a:pt x="219703" y="58763"/>
                  </a:lnTo>
                  <a:lnTo>
                    <a:pt x="219593" y="50431"/>
                  </a:lnTo>
                  <a:lnTo>
                    <a:pt x="220470" y="47032"/>
                  </a:lnTo>
                  <a:lnTo>
                    <a:pt x="221676" y="44072"/>
                  </a:lnTo>
                  <a:lnTo>
                    <a:pt x="222882" y="41112"/>
                  </a:lnTo>
                  <a:lnTo>
                    <a:pt x="223650" y="37933"/>
                  </a:lnTo>
                  <a:lnTo>
                    <a:pt x="223869" y="34315"/>
                  </a:lnTo>
                  <a:lnTo>
                    <a:pt x="223650" y="30587"/>
                  </a:lnTo>
                  <a:lnTo>
                    <a:pt x="223321" y="26860"/>
                  </a:lnTo>
                  <a:lnTo>
                    <a:pt x="223101" y="23132"/>
                  </a:lnTo>
                  <a:lnTo>
                    <a:pt x="223101" y="22803"/>
                  </a:lnTo>
                  <a:lnTo>
                    <a:pt x="223101" y="22474"/>
                  </a:lnTo>
                  <a:lnTo>
                    <a:pt x="222992" y="21707"/>
                  </a:lnTo>
                  <a:lnTo>
                    <a:pt x="222992" y="17541"/>
                  </a:lnTo>
                  <a:lnTo>
                    <a:pt x="222772" y="16225"/>
                  </a:lnTo>
                  <a:lnTo>
                    <a:pt x="222334" y="12608"/>
                  </a:lnTo>
                  <a:lnTo>
                    <a:pt x="219813" y="16774"/>
                  </a:lnTo>
                  <a:lnTo>
                    <a:pt x="215537" y="16116"/>
                  </a:lnTo>
                  <a:lnTo>
                    <a:pt x="211151" y="20391"/>
                  </a:lnTo>
                  <a:lnTo>
                    <a:pt x="204683" y="19186"/>
                  </a:lnTo>
                  <a:lnTo>
                    <a:pt x="198215" y="14691"/>
                  </a:lnTo>
                  <a:lnTo>
                    <a:pt x="193939" y="9099"/>
                  </a:lnTo>
                  <a:lnTo>
                    <a:pt x="189225" y="6797"/>
                  </a:lnTo>
                  <a:lnTo>
                    <a:pt x="185169" y="4056"/>
                  </a:lnTo>
                  <a:lnTo>
                    <a:pt x="183305" y="3070"/>
                  </a:lnTo>
                  <a:lnTo>
                    <a:pt x="176289" y="1973"/>
                  </a:lnTo>
                  <a:lnTo>
                    <a:pt x="171355" y="329"/>
                  </a:lnTo>
                  <a:lnTo>
                    <a:pt x="168505" y="0"/>
                  </a:lnTo>
                  <a:lnTo>
                    <a:pt x="166312" y="1206"/>
                  </a:lnTo>
                  <a:lnTo>
                    <a:pt x="163900" y="4495"/>
                  </a:lnTo>
                  <a:lnTo>
                    <a:pt x="162584" y="5482"/>
                  </a:lnTo>
                  <a:lnTo>
                    <a:pt x="160282" y="6249"/>
                  </a:lnTo>
                  <a:lnTo>
                    <a:pt x="159844" y="10744"/>
                  </a:lnTo>
                  <a:lnTo>
                    <a:pt x="155349" y="22584"/>
                  </a:lnTo>
                  <a:lnTo>
                    <a:pt x="151512" y="34753"/>
                  </a:lnTo>
                  <a:lnTo>
                    <a:pt x="148004" y="47032"/>
                  </a:lnTo>
                  <a:lnTo>
                    <a:pt x="144495" y="59311"/>
                  </a:lnTo>
                  <a:lnTo>
                    <a:pt x="143618" y="62709"/>
                  </a:lnTo>
                  <a:lnTo>
                    <a:pt x="142960" y="66547"/>
                  </a:lnTo>
                  <a:lnTo>
                    <a:pt x="141426" y="70493"/>
                  </a:lnTo>
                  <a:lnTo>
                    <a:pt x="140329" y="73453"/>
                  </a:lnTo>
                  <a:lnTo>
                    <a:pt x="137698" y="75536"/>
                  </a:lnTo>
                  <a:lnTo>
                    <a:pt x="134519" y="77400"/>
                  </a:lnTo>
                  <a:lnTo>
                    <a:pt x="131778" y="79593"/>
                  </a:lnTo>
                  <a:lnTo>
                    <a:pt x="129805" y="82005"/>
                  </a:lnTo>
                  <a:lnTo>
                    <a:pt x="129256" y="83211"/>
                  </a:lnTo>
                  <a:lnTo>
                    <a:pt x="128818" y="86719"/>
                  </a:lnTo>
                  <a:lnTo>
                    <a:pt x="128379" y="87157"/>
                  </a:lnTo>
                  <a:lnTo>
                    <a:pt x="127612" y="87157"/>
                  </a:lnTo>
                  <a:lnTo>
                    <a:pt x="126515" y="87925"/>
                  </a:lnTo>
                  <a:lnTo>
                    <a:pt x="125748" y="88583"/>
                  </a:lnTo>
                  <a:lnTo>
                    <a:pt x="122350" y="90885"/>
                  </a:lnTo>
                  <a:lnTo>
                    <a:pt x="121253" y="92200"/>
                  </a:lnTo>
                  <a:lnTo>
                    <a:pt x="120047" y="94612"/>
                  </a:lnTo>
                  <a:lnTo>
                    <a:pt x="119060" y="95818"/>
                  </a:lnTo>
                  <a:lnTo>
                    <a:pt x="118184" y="98559"/>
                  </a:lnTo>
                  <a:lnTo>
                    <a:pt x="116539" y="103712"/>
                  </a:lnTo>
                  <a:lnTo>
                    <a:pt x="113908" y="109632"/>
                  </a:lnTo>
                  <a:lnTo>
                    <a:pt x="111167" y="115552"/>
                  </a:lnTo>
                  <a:lnTo>
                    <a:pt x="108536" y="121472"/>
                  </a:lnTo>
                  <a:lnTo>
                    <a:pt x="105905" y="127393"/>
                  </a:lnTo>
                  <a:lnTo>
                    <a:pt x="105028" y="129476"/>
                  </a:lnTo>
                  <a:lnTo>
                    <a:pt x="104151" y="131449"/>
                  </a:lnTo>
                  <a:lnTo>
                    <a:pt x="103273" y="133532"/>
                  </a:lnTo>
                  <a:lnTo>
                    <a:pt x="102396" y="135505"/>
                  </a:lnTo>
                  <a:lnTo>
                    <a:pt x="99985" y="139562"/>
                  </a:lnTo>
                  <a:lnTo>
                    <a:pt x="96367" y="142851"/>
                  </a:lnTo>
                  <a:lnTo>
                    <a:pt x="92310" y="145701"/>
                  </a:lnTo>
                  <a:lnTo>
                    <a:pt x="88364" y="148223"/>
                  </a:lnTo>
                  <a:lnTo>
                    <a:pt x="81128" y="153156"/>
                  </a:lnTo>
                  <a:lnTo>
                    <a:pt x="73892" y="158090"/>
                  </a:lnTo>
                  <a:lnTo>
                    <a:pt x="66656" y="163023"/>
                  </a:lnTo>
                  <a:lnTo>
                    <a:pt x="59420" y="167956"/>
                  </a:lnTo>
                  <a:lnTo>
                    <a:pt x="57118" y="169601"/>
                  </a:lnTo>
                  <a:lnTo>
                    <a:pt x="54816" y="171355"/>
                  </a:lnTo>
                  <a:lnTo>
                    <a:pt x="52404" y="172780"/>
                  </a:lnTo>
                  <a:lnTo>
                    <a:pt x="49883" y="173657"/>
                  </a:lnTo>
                  <a:lnTo>
                    <a:pt x="51308" y="178810"/>
                  </a:lnTo>
                  <a:lnTo>
                    <a:pt x="51527" y="184621"/>
                  </a:lnTo>
                  <a:lnTo>
                    <a:pt x="51198" y="190541"/>
                  </a:lnTo>
                  <a:lnTo>
                    <a:pt x="50869" y="196022"/>
                  </a:lnTo>
                  <a:lnTo>
                    <a:pt x="50979" y="197447"/>
                  </a:lnTo>
                  <a:lnTo>
                    <a:pt x="50979" y="198982"/>
                  </a:lnTo>
                  <a:lnTo>
                    <a:pt x="50869" y="200517"/>
                  </a:lnTo>
                  <a:lnTo>
                    <a:pt x="50869" y="201942"/>
                  </a:lnTo>
                  <a:lnTo>
                    <a:pt x="45716" y="200956"/>
                  </a:lnTo>
                  <a:lnTo>
                    <a:pt x="43524" y="204354"/>
                  </a:lnTo>
                  <a:lnTo>
                    <a:pt x="43085" y="209946"/>
                  </a:lnTo>
                  <a:lnTo>
                    <a:pt x="43085" y="215318"/>
                  </a:lnTo>
                  <a:lnTo>
                    <a:pt x="43195" y="218168"/>
                  </a:lnTo>
                  <a:lnTo>
                    <a:pt x="43305" y="222553"/>
                  </a:lnTo>
                  <a:lnTo>
                    <a:pt x="43085" y="226719"/>
                  </a:lnTo>
                  <a:lnTo>
                    <a:pt x="42208" y="229022"/>
                  </a:lnTo>
                  <a:lnTo>
                    <a:pt x="39358" y="230776"/>
                  </a:lnTo>
                  <a:lnTo>
                    <a:pt x="36507" y="232530"/>
                  </a:lnTo>
                  <a:lnTo>
                    <a:pt x="33657" y="234284"/>
                  </a:lnTo>
                  <a:lnTo>
                    <a:pt x="30807" y="236038"/>
                  </a:lnTo>
                  <a:lnTo>
                    <a:pt x="27408" y="237902"/>
                  </a:lnTo>
                  <a:lnTo>
                    <a:pt x="23023" y="240204"/>
                  </a:lnTo>
                  <a:lnTo>
                    <a:pt x="18966" y="242726"/>
                  </a:lnTo>
                  <a:lnTo>
                    <a:pt x="16554" y="245357"/>
                  </a:lnTo>
                  <a:lnTo>
                    <a:pt x="15896" y="249523"/>
                  </a:lnTo>
                  <a:lnTo>
                    <a:pt x="16335" y="255004"/>
                  </a:lnTo>
                  <a:lnTo>
                    <a:pt x="17212" y="260596"/>
                  </a:lnTo>
                  <a:lnTo>
                    <a:pt x="17870" y="265091"/>
                  </a:lnTo>
                  <a:lnTo>
                    <a:pt x="17980" y="269366"/>
                  </a:lnTo>
                  <a:lnTo>
                    <a:pt x="17651" y="273532"/>
                  </a:lnTo>
                  <a:lnTo>
                    <a:pt x="16774" y="277589"/>
                  </a:lnTo>
                  <a:lnTo>
                    <a:pt x="15129" y="281536"/>
                  </a:lnTo>
                  <a:lnTo>
                    <a:pt x="10196" y="288442"/>
                  </a:lnTo>
                  <a:lnTo>
                    <a:pt x="3947" y="296555"/>
                  </a:lnTo>
                  <a:lnTo>
                    <a:pt x="0" y="304997"/>
                  </a:lnTo>
                  <a:lnTo>
                    <a:pt x="1864" y="313110"/>
                  </a:lnTo>
                  <a:lnTo>
                    <a:pt x="3947" y="316618"/>
                  </a:lnTo>
                  <a:lnTo>
                    <a:pt x="5701" y="320345"/>
                  </a:lnTo>
                  <a:lnTo>
                    <a:pt x="7345" y="324182"/>
                  </a:lnTo>
                  <a:lnTo>
                    <a:pt x="8880" y="328019"/>
                  </a:lnTo>
                  <a:lnTo>
                    <a:pt x="11402" y="333391"/>
                  </a:lnTo>
                  <a:lnTo>
                    <a:pt x="14471" y="340079"/>
                  </a:lnTo>
                  <a:lnTo>
                    <a:pt x="16883" y="346986"/>
                  </a:lnTo>
                  <a:lnTo>
                    <a:pt x="17431" y="353016"/>
                  </a:lnTo>
                  <a:lnTo>
                    <a:pt x="16993" y="356743"/>
                  </a:lnTo>
                  <a:lnTo>
                    <a:pt x="16445" y="360799"/>
                  </a:lnTo>
                  <a:lnTo>
                    <a:pt x="15677" y="364746"/>
                  </a:lnTo>
                  <a:lnTo>
                    <a:pt x="14471" y="368255"/>
                  </a:lnTo>
                  <a:lnTo>
                    <a:pt x="12937" y="370995"/>
                  </a:lnTo>
                  <a:lnTo>
                    <a:pt x="11182" y="373627"/>
                  </a:lnTo>
                  <a:lnTo>
                    <a:pt x="9428" y="376258"/>
                  </a:lnTo>
                  <a:lnTo>
                    <a:pt x="8332" y="378450"/>
                  </a:lnTo>
                  <a:lnTo>
                    <a:pt x="8332" y="378450"/>
                  </a:lnTo>
                  <a:lnTo>
                    <a:pt x="10305" y="380095"/>
                  </a:lnTo>
                  <a:lnTo>
                    <a:pt x="16445" y="383274"/>
                  </a:lnTo>
                  <a:lnTo>
                    <a:pt x="40016" y="388427"/>
                  </a:lnTo>
                  <a:lnTo>
                    <a:pt x="44949" y="390619"/>
                  </a:lnTo>
                  <a:lnTo>
                    <a:pt x="47471" y="394347"/>
                  </a:lnTo>
                  <a:lnTo>
                    <a:pt x="49663" y="398842"/>
                  </a:lnTo>
                  <a:lnTo>
                    <a:pt x="53610" y="403666"/>
                  </a:lnTo>
                  <a:lnTo>
                    <a:pt x="51418" y="406297"/>
                  </a:lnTo>
                  <a:lnTo>
                    <a:pt x="48896" y="407722"/>
                  </a:lnTo>
                  <a:lnTo>
                    <a:pt x="46703" y="407503"/>
                  </a:lnTo>
                  <a:lnTo>
                    <a:pt x="45388" y="405310"/>
                  </a:lnTo>
                  <a:lnTo>
                    <a:pt x="43085" y="405858"/>
                  </a:lnTo>
                  <a:lnTo>
                    <a:pt x="38371" y="405530"/>
                  </a:lnTo>
                  <a:lnTo>
                    <a:pt x="35959" y="406626"/>
                  </a:lnTo>
                  <a:lnTo>
                    <a:pt x="72248" y="427895"/>
                  </a:lnTo>
                  <a:lnTo>
                    <a:pt x="92530" y="441489"/>
                  </a:lnTo>
                  <a:lnTo>
                    <a:pt x="125638" y="468020"/>
                  </a:lnTo>
                  <a:lnTo>
                    <a:pt x="129037" y="469664"/>
                  </a:lnTo>
                  <a:lnTo>
                    <a:pt x="176727" y="510119"/>
                  </a:lnTo>
                  <a:lnTo>
                    <a:pt x="182428" y="512311"/>
                  </a:lnTo>
                  <a:lnTo>
                    <a:pt x="184730" y="515052"/>
                  </a:lnTo>
                  <a:lnTo>
                    <a:pt x="188348" y="520863"/>
                  </a:lnTo>
                  <a:lnTo>
                    <a:pt x="206437" y="541254"/>
                  </a:lnTo>
                  <a:lnTo>
                    <a:pt x="222224" y="552327"/>
                  </a:lnTo>
                  <a:lnTo>
                    <a:pt x="225184" y="558137"/>
                  </a:lnTo>
                  <a:lnTo>
                    <a:pt x="229022" y="560549"/>
                  </a:lnTo>
                  <a:lnTo>
                    <a:pt x="237025" y="563948"/>
                  </a:lnTo>
                  <a:lnTo>
                    <a:pt x="248756" y="573267"/>
                  </a:lnTo>
                  <a:lnTo>
                    <a:pt x="252044" y="573705"/>
                  </a:lnTo>
                  <a:lnTo>
                    <a:pt x="249523" y="571184"/>
                  </a:lnTo>
                  <a:lnTo>
                    <a:pt x="250619" y="569758"/>
                  </a:lnTo>
                  <a:lnTo>
                    <a:pt x="252812" y="570307"/>
                  </a:lnTo>
                  <a:lnTo>
                    <a:pt x="253360" y="573815"/>
                  </a:lnTo>
                  <a:lnTo>
                    <a:pt x="256539" y="573048"/>
                  </a:lnTo>
                  <a:lnTo>
                    <a:pt x="260705" y="573925"/>
                  </a:lnTo>
                  <a:lnTo>
                    <a:pt x="264762" y="575679"/>
                  </a:lnTo>
                  <a:lnTo>
                    <a:pt x="267503" y="577433"/>
                  </a:lnTo>
                  <a:lnTo>
                    <a:pt x="269915" y="580941"/>
                  </a:lnTo>
                  <a:lnTo>
                    <a:pt x="271559" y="589273"/>
                  </a:lnTo>
                  <a:lnTo>
                    <a:pt x="273642" y="593439"/>
                  </a:lnTo>
                  <a:lnTo>
                    <a:pt x="270572" y="592233"/>
                  </a:lnTo>
                  <a:lnTo>
                    <a:pt x="268380" y="589273"/>
                  </a:lnTo>
                  <a:lnTo>
                    <a:pt x="267174" y="585436"/>
                  </a:lnTo>
                  <a:lnTo>
                    <a:pt x="266735" y="581709"/>
                  </a:lnTo>
                  <a:lnTo>
                    <a:pt x="264981" y="579955"/>
                  </a:lnTo>
                  <a:lnTo>
                    <a:pt x="256430" y="577104"/>
                  </a:lnTo>
                  <a:lnTo>
                    <a:pt x="253250" y="575240"/>
                  </a:lnTo>
                  <a:lnTo>
                    <a:pt x="253250" y="579406"/>
                  </a:lnTo>
                  <a:lnTo>
                    <a:pt x="256320" y="584559"/>
                  </a:lnTo>
                  <a:lnTo>
                    <a:pt x="280988" y="612296"/>
                  </a:lnTo>
                  <a:lnTo>
                    <a:pt x="318810" y="651215"/>
                  </a:lnTo>
                  <a:lnTo>
                    <a:pt x="343587" y="675992"/>
                  </a:lnTo>
                  <a:lnTo>
                    <a:pt x="358607" y="690025"/>
                  </a:lnTo>
                  <a:lnTo>
                    <a:pt x="369460" y="703071"/>
                  </a:lnTo>
                  <a:lnTo>
                    <a:pt x="370338" y="703949"/>
                  </a:lnTo>
                  <a:lnTo>
                    <a:pt x="370338" y="703949"/>
                  </a:lnTo>
                  <a:lnTo>
                    <a:pt x="374284" y="703291"/>
                  </a:lnTo>
                  <a:lnTo>
                    <a:pt x="377793" y="699015"/>
                  </a:lnTo>
                  <a:lnTo>
                    <a:pt x="382178" y="687065"/>
                  </a:lnTo>
                  <a:lnTo>
                    <a:pt x="386344" y="679281"/>
                  </a:lnTo>
                  <a:lnTo>
                    <a:pt x="387111" y="676212"/>
                  </a:lnTo>
                  <a:lnTo>
                    <a:pt x="386892" y="672374"/>
                  </a:lnTo>
                  <a:lnTo>
                    <a:pt x="383384" y="662398"/>
                  </a:lnTo>
                  <a:lnTo>
                    <a:pt x="383274" y="660973"/>
                  </a:lnTo>
                  <a:lnTo>
                    <a:pt x="383493" y="658013"/>
                  </a:lnTo>
                  <a:lnTo>
                    <a:pt x="383384" y="656368"/>
                  </a:lnTo>
                  <a:lnTo>
                    <a:pt x="381520" y="651435"/>
                  </a:lnTo>
                  <a:lnTo>
                    <a:pt x="381081" y="649790"/>
                  </a:lnTo>
                  <a:lnTo>
                    <a:pt x="380972" y="645514"/>
                  </a:lnTo>
                  <a:lnTo>
                    <a:pt x="381959" y="643102"/>
                  </a:lnTo>
                  <a:lnTo>
                    <a:pt x="386015" y="638279"/>
                  </a:lnTo>
                  <a:lnTo>
                    <a:pt x="388208" y="632249"/>
                  </a:lnTo>
                  <a:lnTo>
                    <a:pt x="387659" y="619641"/>
                  </a:lnTo>
                  <a:lnTo>
                    <a:pt x="388317" y="612954"/>
                  </a:lnTo>
                  <a:lnTo>
                    <a:pt x="390620" y="610651"/>
                  </a:lnTo>
                  <a:lnTo>
                    <a:pt x="393031" y="609994"/>
                  </a:lnTo>
                  <a:lnTo>
                    <a:pt x="395553" y="609665"/>
                  </a:lnTo>
                  <a:lnTo>
                    <a:pt x="398184" y="608568"/>
                  </a:lnTo>
                  <a:lnTo>
                    <a:pt x="400158" y="606266"/>
                  </a:lnTo>
                  <a:lnTo>
                    <a:pt x="404104" y="597276"/>
                  </a:lnTo>
                  <a:lnTo>
                    <a:pt x="378560" y="564167"/>
                  </a:lnTo>
                  <a:lnTo>
                    <a:pt x="377025" y="560878"/>
                  </a:lnTo>
                  <a:lnTo>
                    <a:pt x="376916" y="557041"/>
                  </a:lnTo>
                  <a:lnTo>
                    <a:pt x="378231" y="553533"/>
                  </a:lnTo>
                  <a:lnTo>
                    <a:pt x="381849" y="547284"/>
                  </a:lnTo>
                  <a:lnTo>
                    <a:pt x="391497" y="530729"/>
                  </a:lnTo>
                  <a:lnTo>
                    <a:pt x="397746" y="519986"/>
                  </a:lnTo>
                  <a:lnTo>
                    <a:pt x="405091" y="507268"/>
                  </a:lnTo>
                  <a:lnTo>
                    <a:pt x="420659" y="480408"/>
                  </a:lnTo>
                  <a:lnTo>
                    <a:pt x="436226" y="453549"/>
                  </a:lnTo>
                  <a:lnTo>
                    <a:pt x="449821" y="430087"/>
                  </a:lnTo>
                  <a:lnTo>
                    <a:pt x="459469" y="413533"/>
                  </a:lnTo>
                  <a:lnTo>
                    <a:pt x="463087" y="407284"/>
                  </a:lnTo>
                  <a:lnTo>
                    <a:pt x="467581" y="399609"/>
                  </a:lnTo>
                  <a:lnTo>
                    <a:pt x="469993" y="396649"/>
                  </a:lnTo>
                  <a:lnTo>
                    <a:pt x="473173" y="395114"/>
                  </a:lnTo>
                  <a:lnTo>
                    <a:pt x="482162" y="395114"/>
                  </a:lnTo>
                  <a:lnTo>
                    <a:pt x="509351" y="395114"/>
                  </a:lnTo>
                  <a:lnTo>
                    <a:pt x="536540" y="395114"/>
                  </a:lnTo>
                  <a:lnTo>
                    <a:pt x="563729" y="395114"/>
                  </a:lnTo>
                  <a:lnTo>
                    <a:pt x="590918" y="395114"/>
                  </a:lnTo>
                  <a:lnTo>
                    <a:pt x="616901" y="395114"/>
                  </a:lnTo>
                  <a:lnTo>
                    <a:pt x="617997" y="395114"/>
                  </a:lnTo>
                  <a:lnTo>
                    <a:pt x="645186" y="395114"/>
                  </a:lnTo>
                  <a:lnTo>
                    <a:pt x="672374" y="395114"/>
                  </a:lnTo>
                  <a:lnTo>
                    <a:pt x="699563" y="395114"/>
                  </a:lnTo>
                  <a:lnTo>
                    <a:pt x="717214" y="395114"/>
                  </a:lnTo>
                  <a:lnTo>
                    <a:pt x="721051" y="394676"/>
                  </a:lnTo>
                  <a:lnTo>
                    <a:pt x="724560" y="393360"/>
                  </a:lnTo>
                  <a:lnTo>
                    <a:pt x="724560" y="393360"/>
                  </a:lnTo>
                  <a:lnTo>
                    <a:pt x="724560" y="393251"/>
                  </a:lnTo>
                  <a:lnTo>
                    <a:pt x="725327" y="392264"/>
                  </a:lnTo>
                  <a:lnTo>
                    <a:pt x="726643" y="389414"/>
                  </a:lnTo>
                  <a:lnTo>
                    <a:pt x="727191" y="387769"/>
                  </a:lnTo>
                  <a:lnTo>
                    <a:pt x="726094" y="388207"/>
                  </a:lnTo>
                  <a:lnTo>
                    <a:pt x="725546" y="388317"/>
                  </a:lnTo>
                  <a:lnTo>
                    <a:pt x="725217" y="388536"/>
                  </a:lnTo>
                  <a:lnTo>
                    <a:pt x="724560" y="389304"/>
                  </a:lnTo>
                  <a:lnTo>
                    <a:pt x="723134" y="389304"/>
                  </a:lnTo>
                  <a:lnTo>
                    <a:pt x="722367" y="385796"/>
                  </a:lnTo>
                  <a:lnTo>
                    <a:pt x="727081" y="381849"/>
                  </a:lnTo>
                  <a:lnTo>
                    <a:pt x="724560" y="379437"/>
                  </a:lnTo>
                  <a:lnTo>
                    <a:pt x="724560" y="378122"/>
                  </a:lnTo>
                  <a:lnTo>
                    <a:pt x="728945" y="376367"/>
                  </a:lnTo>
                  <a:lnTo>
                    <a:pt x="727629" y="374284"/>
                  </a:lnTo>
                  <a:lnTo>
                    <a:pt x="721928" y="370995"/>
                  </a:lnTo>
                  <a:lnTo>
                    <a:pt x="721161" y="367158"/>
                  </a:lnTo>
                  <a:lnTo>
                    <a:pt x="722586" y="364417"/>
                  </a:lnTo>
                  <a:lnTo>
                    <a:pt x="724998" y="362554"/>
                  </a:lnTo>
                  <a:lnTo>
                    <a:pt x="727300" y="361457"/>
                  </a:lnTo>
                  <a:lnTo>
                    <a:pt x="724669" y="360361"/>
                  </a:lnTo>
                  <a:lnTo>
                    <a:pt x="722696" y="358826"/>
                  </a:lnTo>
                  <a:lnTo>
                    <a:pt x="722367" y="356853"/>
                  </a:lnTo>
                  <a:lnTo>
                    <a:pt x="724560" y="354441"/>
                  </a:lnTo>
                  <a:lnTo>
                    <a:pt x="725436" y="355318"/>
                  </a:lnTo>
                  <a:lnTo>
                    <a:pt x="726094" y="355647"/>
                  </a:lnTo>
                  <a:lnTo>
                    <a:pt x="728616" y="355976"/>
                  </a:lnTo>
                  <a:lnTo>
                    <a:pt x="727848" y="354880"/>
                  </a:lnTo>
                  <a:lnTo>
                    <a:pt x="726643" y="352577"/>
                  </a:lnTo>
                  <a:lnTo>
                    <a:pt x="725875" y="351481"/>
                  </a:lnTo>
                  <a:lnTo>
                    <a:pt x="726752" y="351590"/>
                  </a:lnTo>
                  <a:lnTo>
                    <a:pt x="726971" y="351261"/>
                  </a:lnTo>
                  <a:lnTo>
                    <a:pt x="726971" y="350713"/>
                  </a:lnTo>
                  <a:lnTo>
                    <a:pt x="727191" y="350165"/>
                  </a:lnTo>
                  <a:lnTo>
                    <a:pt x="728397" y="350933"/>
                  </a:lnTo>
                  <a:lnTo>
                    <a:pt x="730041" y="351371"/>
                  </a:lnTo>
                  <a:lnTo>
                    <a:pt x="731247" y="350823"/>
                  </a:lnTo>
                  <a:lnTo>
                    <a:pt x="731247" y="348630"/>
                  </a:lnTo>
                  <a:lnTo>
                    <a:pt x="730041" y="349069"/>
                  </a:lnTo>
                  <a:lnTo>
                    <a:pt x="727191" y="347973"/>
                  </a:lnTo>
                  <a:lnTo>
                    <a:pt x="725217" y="346547"/>
                  </a:lnTo>
                  <a:lnTo>
                    <a:pt x="726643" y="345780"/>
                  </a:lnTo>
                  <a:lnTo>
                    <a:pt x="730260" y="344574"/>
                  </a:lnTo>
                  <a:lnTo>
                    <a:pt x="733221" y="341833"/>
                  </a:lnTo>
                  <a:lnTo>
                    <a:pt x="734426" y="338544"/>
                  </a:lnTo>
                  <a:lnTo>
                    <a:pt x="732782" y="335913"/>
                  </a:lnTo>
                  <a:lnTo>
                    <a:pt x="731466" y="335913"/>
                  </a:lnTo>
                  <a:lnTo>
                    <a:pt x="731466" y="337448"/>
                  </a:lnTo>
                  <a:lnTo>
                    <a:pt x="730151" y="337448"/>
                  </a:lnTo>
                  <a:lnTo>
                    <a:pt x="730699" y="334597"/>
                  </a:lnTo>
                  <a:lnTo>
                    <a:pt x="733221" y="332953"/>
                  </a:lnTo>
                  <a:close/>
                  <a:moveTo>
                    <a:pt x="28504" y="405201"/>
                  </a:moveTo>
                  <a:lnTo>
                    <a:pt x="21817" y="402569"/>
                  </a:lnTo>
                  <a:lnTo>
                    <a:pt x="19624" y="400815"/>
                  </a:lnTo>
                  <a:lnTo>
                    <a:pt x="14471" y="393470"/>
                  </a:lnTo>
                  <a:lnTo>
                    <a:pt x="9428" y="389633"/>
                  </a:lnTo>
                  <a:lnTo>
                    <a:pt x="7126" y="388756"/>
                  </a:lnTo>
                  <a:lnTo>
                    <a:pt x="2960" y="397307"/>
                  </a:lnTo>
                  <a:lnTo>
                    <a:pt x="32670" y="409476"/>
                  </a:lnTo>
                  <a:lnTo>
                    <a:pt x="31355" y="406955"/>
                  </a:lnTo>
                  <a:lnTo>
                    <a:pt x="28504" y="405201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31" name="Freeform: Shape 34">
              <a:extLst>
                <a:ext uri="{FF2B5EF4-FFF2-40B4-BE49-F238E27FC236}">
                  <a16:creationId xmlns:a16="http://schemas.microsoft.com/office/drawing/2014/main" id="{5F5891E1-F012-3694-A996-FD5F1798A792}"/>
                </a:ext>
              </a:extLst>
            </p:cNvPr>
            <p:cNvSpPr/>
            <p:nvPr/>
          </p:nvSpPr>
          <p:spPr>
            <a:xfrm>
              <a:off x="10612738" y="4609193"/>
              <a:ext cx="679720" cy="624904"/>
            </a:xfrm>
            <a:custGeom>
              <a:avLst/>
              <a:gdLst>
                <a:gd name="connsiteX0" fmla="*/ 130682 w 679719"/>
                <a:gd name="connsiteY0" fmla="*/ 452562 h 624903"/>
                <a:gd name="connsiteX1" fmla="*/ 136602 w 679719"/>
                <a:gd name="connsiteY1" fmla="*/ 451466 h 624903"/>
                <a:gd name="connsiteX2" fmla="*/ 142632 w 679719"/>
                <a:gd name="connsiteY2" fmla="*/ 448834 h 624903"/>
                <a:gd name="connsiteX3" fmla="*/ 152937 w 679719"/>
                <a:gd name="connsiteY3" fmla="*/ 442585 h 624903"/>
                <a:gd name="connsiteX4" fmla="*/ 148881 w 679719"/>
                <a:gd name="connsiteY4" fmla="*/ 449712 h 624903"/>
                <a:gd name="connsiteX5" fmla="*/ 155678 w 679719"/>
                <a:gd name="connsiteY5" fmla="*/ 448286 h 624903"/>
                <a:gd name="connsiteX6" fmla="*/ 161379 w 679719"/>
                <a:gd name="connsiteY6" fmla="*/ 443572 h 624903"/>
                <a:gd name="connsiteX7" fmla="*/ 169162 w 679719"/>
                <a:gd name="connsiteY7" fmla="*/ 432718 h 624903"/>
                <a:gd name="connsiteX8" fmla="*/ 172123 w 679719"/>
                <a:gd name="connsiteY8" fmla="*/ 432938 h 624903"/>
                <a:gd name="connsiteX9" fmla="*/ 178920 w 679719"/>
                <a:gd name="connsiteY9" fmla="*/ 430197 h 624903"/>
                <a:gd name="connsiteX10" fmla="*/ 182867 w 679719"/>
                <a:gd name="connsiteY10" fmla="*/ 429868 h 624903"/>
                <a:gd name="connsiteX11" fmla="*/ 181113 w 679719"/>
                <a:gd name="connsiteY11" fmla="*/ 430526 h 624903"/>
                <a:gd name="connsiteX12" fmla="*/ 179578 w 679719"/>
                <a:gd name="connsiteY12" fmla="*/ 431403 h 624903"/>
                <a:gd name="connsiteX13" fmla="*/ 178372 w 679719"/>
                <a:gd name="connsiteY13" fmla="*/ 432609 h 624903"/>
                <a:gd name="connsiteX14" fmla="*/ 177495 w 679719"/>
                <a:gd name="connsiteY14" fmla="*/ 434144 h 624903"/>
                <a:gd name="connsiteX15" fmla="*/ 180126 w 679719"/>
                <a:gd name="connsiteY15" fmla="*/ 433815 h 624903"/>
                <a:gd name="connsiteX16" fmla="*/ 182428 w 679719"/>
                <a:gd name="connsiteY16" fmla="*/ 432828 h 624903"/>
                <a:gd name="connsiteX17" fmla="*/ 186704 w 679719"/>
                <a:gd name="connsiteY17" fmla="*/ 429978 h 624903"/>
                <a:gd name="connsiteX18" fmla="*/ 187361 w 679719"/>
                <a:gd name="connsiteY18" fmla="*/ 430745 h 624903"/>
                <a:gd name="connsiteX19" fmla="*/ 188239 w 679719"/>
                <a:gd name="connsiteY19" fmla="*/ 431403 h 624903"/>
                <a:gd name="connsiteX20" fmla="*/ 188239 w 679719"/>
                <a:gd name="connsiteY20" fmla="*/ 428443 h 624903"/>
                <a:gd name="connsiteX21" fmla="*/ 187690 w 679719"/>
                <a:gd name="connsiteY21" fmla="*/ 426250 h 624903"/>
                <a:gd name="connsiteX22" fmla="*/ 186704 w 679719"/>
                <a:gd name="connsiteY22" fmla="*/ 424496 h 624903"/>
                <a:gd name="connsiteX23" fmla="*/ 185388 w 679719"/>
                <a:gd name="connsiteY23" fmla="*/ 422851 h 624903"/>
                <a:gd name="connsiteX24" fmla="*/ 182099 w 679719"/>
                <a:gd name="connsiteY24" fmla="*/ 423180 h 624903"/>
                <a:gd name="connsiteX25" fmla="*/ 173329 w 679719"/>
                <a:gd name="connsiteY25" fmla="*/ 427237 h 624903"/>
                <a:gd name="connsiteX26" fmla="*/ 164229 w 679719"/>
                <a:gd name="connsiteY26" fmla="*/ 430635 h 624903"/>
                <a:gd name="connsiteX27" fmla="*/ 156445 w 679719"/>
                <a:gd name="connsiteY27" fmla="*/ 435679 h 624903"/>
                <a:gd name="connsiteX28" fmla="*/ 145701 w 679719"/>
                <a:gd name="connsiteY28" fmla="*/ 441379 h 624903"/>
                <a:gd name="connsiteX29" fmla="*/ 140220 w 679719"/>
                <a:gd name="connsiteY29" fmla="*/ 442695 h 624903"/>
                <a:gd name="connsiteX30" fmla="*/ 131559 w 679719"/>
                <a:gd name="connsiteY30" fmla="*/ 446313 h 624903"/>
                <a:gd name="connsiteX31" fmla="*/ 129366 w 679719"/>
                <a:gd name="connsiteY31" fmla="*/ 447628 h 624903"/>
                <a:gd name="connsiteX32" fmla="*/ 126406 w 679719"/>
                <a:gd name="connsiteY32" fmla="*/ 450808 h 624903"/>
                <a:gd name="connsiteX33" fmla="*/ 125529 w 679719"/>
                <a:gd name="connsiteY33" fmla="*/ 452233 h 624903"/>
                <a:gd name="connsiteX34" fmla="*/ 126954 w 679719"/>
                <a:gd name="connsiteY34" fmla="*/ 452671 h 624903"/>
                <a:gd name="connsiteX35" fmla="*/ 130682 w 679719"/>
                <a:gd name="connsiteY35" fmla="*/ 452671 h 624903"/>
                <a:gd name="connsiteX36" fmla="*/ 681255 w 679719"/>
                <a:gd name="connsiteY36" fmla="*/ 347534 h 624903"/>
                <a:gd name="connsiteX37" fmla="*/ 682899 w 679719"/>
                <a:gd name="connsiteY37" fmla="*/ 334707 h 624903"/>
                <a:gd name="connsiteX38" fmla="*/ 678185 w 679719"/>
                <a:gd name="connsiteY38" fmla="*/ 319907 h 624903"/>
                <a:gd name="connsiteX39" fmla="*/ 658999 w 679719"/>
                <a:gd name="connsiteY39" fmla="*/ 295788 h 624903"/>
                <a:gd name="connsiteX40" fmla="*/ 635429 w 679719"/>
                <a:gd name="connsiteY40" fmla="*/ 274629 h 624903"/>
                <a:gd name="connsiteX41" fmla="*/ 622711 w 679719"/>
                <a:gd name="connsiteY41" fmla="*/ 266078 h 624903"/>
                <a:gd name="connsiteX42" fmla="*/ 611858 w 679719"/>
                <a:gd name="connsiteY42" fmla="*/ 256649 h 624903"/>
                <a:gd name="connsiteX43" fmla="*/ 603635 w 679719"/>
                <a:gd name="connsiteY43" fmla="*/ 244809 h 624903"/>
                <a:gd name="connsiteX44" fmla="*/ 598373 w 679719"/>
                <a:gd name="connsiteY44" fmla="*/ 233407 h 624903"/>
                <a:gd name="connsiteX45" fmla="*/ 595852 w 679719"/>
                <a:gd name="connsiteY45" fmla="*/ 218716 h 624903"/>
                <a:gd name="connsiteX46" fmla="*/ 586642 w 679719"/>
                <a:gd name="connsiteY46" fmla="*/ 206109 h 624903"/>
                <a:gd name="connsiteX47" fmla="*/ 575569 w 679719"/>
                <a:gd name="connsiteY47" fmla="*/ 195145 h 624903"/>
                <a:gd name="connsiteX48" fmla="*/ 561317 w 679719"/>
                <a:gd name="connsiteY48" fmla="*/ 168285 h 624903"/>
                <a:gd name="connsiteX49" fmla="*/ 549587 w 679719"/>
                <a:gd name="connsiteY49" fmla="*/ 159296 h 624903"/>
                <a:gd name="connsiteX50" fmla="*/ 535992 w 679719"/>
                <a:gd name="connsiteY50" fmla="*/ 153924 h 624903"/>
                <a:gd name="connsiteX51" fmla="*/ 525687 w 679719"/>
                <a:gd name="connsiteY51" fmla="*/ 143618 h 624903"/>
                <a:gd name="connsiteX52" fmla="*/ 520973 w 679719"/>
                <a:gd name="connsiteY52" fmla="*/ 128818 h 624903"/>
                <a:gd name="connsiteX53" fmla="*/ 513956 w 679719"/>
                <a:gd name="connsiteY53" fmla="*/ 116320 h 624903"/>
                <a:gd name="connsiteX54" fmla="*/ 502554 w 679719"/>
                <a:gd name="connsiteY54" fmla="*/ 108097 h 624903"/>
                <a:gd name="connsiteX55" fmla="*/ 499375 w 679719"/>
                <a:gd name="connsiteY55" fmla="*/ 104918 h 624903"/>
                <a:gd name="connsiteX56" fmla="*/ 495648 w 679719"/>
                <a:gd name="connsiteY56" fmla="*/ 96586 h 624903"/>
                <a:gd name="connsiteX57" fmla="*/ 495648 w 679719"/>
                <a:gd name="connsiteY57" fmla="*/ 91543 h 624903"/>
                <a:gd name="connsiteX58" fmla="*/ 492468 w 679719"/>
                <a:gd name="connsiteY58" fmla="*/ 85842 h 624903"/>
                <a:gd name="connsiteX59" fmla="*/ 484575 w 679719"/>
                <a:gd name="connsiteY59" fmla="*/ 74769 h 624903"/>
                <a:gd name="connsiteX60" fmla="*/ 479093 w 679719"/>
                <a:gd name="connsiteY60" fmla="*/ 78387 h 624903"/>
                <a:gd name="connsiteX61" fmla="*/ 475585 w 679719"/>
                <a:gd name="connsiteY61" fmla="*/ 86281 h 624903"/>
                <a:gd name="connsiteX62" fmla="*/ 469555 w 679719"/>
                <a:gd name="connsiteY62" fmla="*/ 87377 h 624903"/>
                <a:gd name="connsiteX63" fmla="*/ 466266 w 679719"/>
                <a:gd name="connsiteY63" fmla="*/ 83759 h 624903"/>
                <a:gd name="connsiteX64" fmla="*/ 462539 w 679719"/>
                <a:gd name="connsiteY64" fmla="*/ 80689 h 624903"/>
                <a:gd name="connsiteX65" fmla="*/ 458372 w 679719"/>
                <a:gd name="connsiteY65" fmla="*/ 81676 h 624903"/>
                <a:gd name="connsiteX66" fmla="*/ 454864 w 679719"/>
                <a:gd name="connsiteY66" fmla="*/ 83759 h 624903"/>
                <a:gd name="connsiteX67" fmla="*/ 449821 w 679719"/>
                <a:gd name="connsiteY67" fmla="*/ 79264 h 624903"/>
                <a:gd name="connsiteX68" fmla="*/ 447080 w 679719"/>
                <a:gd name="connsiteY68" fmla="*/ 71809 h 624903"/>
                <a:gd name="connsiteX69" fmla="*/ 441708 w 679719"/>
                <a:gd name="connsiteY69" fmla="*/ 65889 h 624903"/>
                <a:gd name="connsiteX70" fmla="*/ 433596 w 679719"/>
                <a:gd name="connsiteY70" fmla="*/ 64793 h 624903"/>
                <a:gd name="connsiteX71" fmla="*/ 423838 w 679719"/>
                <a:gd name="connsiteY71" fmla="*/ 65012 h 624903"/>
                <a:gd name="connsiteX72" fmla="*/ 414520 w 679719"/>
                <a:gd name="connsiteY72" fmla="*/ 64025 h 624903"/>
                <a:gd name="connsiteX73" fmla="*/ 411012 w 679719"/>
                <a:gd name="connsiteY73" fmla="*/ 57995 h 624903"/>
                <a:gd name="connsiteX74" fmla="*/ 413423 w 679719"/>
                <a:gd name="connsiteY74" fmla="*/ 6030 h 624903"/>
                <a:gd name="connsiteX75" fmla="*/ 413204 w 679719"/>
                <a:gd name="connsiteY75" fmla="*/ 0 h 624903"/>
                <a:gd name="connsiteX76" fmla="*/ 410792 w 679719"/>
                <a:gd name="connsiteY76" fmla="*/ 4166 h 624903"/>
                <a:gd name="connsiteX77" fmla="*/ 399829 w 679719"/>
                <a:gd name="connsiteY77" fmla="*/ 17103 h 624903"/>
                <a:gd name="connsiteX78" fmla="*/ 397856 w 679719"/>
                <a:gd name="connsiteY78" fmla="*/ 22694 h 624903"/>
                <a:gd name="connsiteX79" fmla="*/ 396321 w 679719"/>
                <a:gd name="connsiteY79" fmla="*/ 42976 h 624903"/>
                <a:gd name="connsiteX80" fmla="*/ 391826 w 679719"/>
                <a:gd name="connsiteY80" fmla="*/ 60736 h 624903"/>
                <a:gd name="connsiteX81" fmla="*/ 391935 w 679719"/>
                <a:gd name="connsiteY81" fmla="*/ 69836 h 624903"/>
                <a:gd name="connsiteX82" fmla="*/ 394896 w 679719"/>
                <a:gd name="connsiteY82" fmla="*/ 86938 h 624903"/>
                <a:gd name="connsiteX83" fmla="*/ 394676 w 679719"/>
                <a:gd name="connsiteY83" fmla="*/ 95270 h 624903"/>
                <a:gd name="connsiteX84" fmla="*/ 392155 w 679719"/>
                <a:gd name="connsiteY84" fmla="*/ 107001 h 624903"/>
                <a:gd name="connsiteX85" fmla="*/ 391826 w 679719"/>
                <a:gd name="connsiteY85" fmla="*/ 111606 h 624903"/>
                <a:gd name="connsiteX86" fmla="*/ 392374 w 679719"/>
                <a:gd name="connsiteY86" fmla="*/ 123227 h 624903"/>
                <a:gd name="connsiteX87" fmla="*/ 390510 w 679719"/>
                <a:gd name="connsiteY87" fmla="*/ 133642 h 624903"/>
                <a:gd name="connsiteX88" fmla="*/ 390401 w 679719"/>
                <a:gd name="connsiteY88" fmla="*/ 149538 h 624903"/>
                <a:gd name="connsiteX89" fmla="*/ 389852 w 679719"/>
                <a:gd name="connsiteY89" fmla="*/ 153704 h 624903"/>
                <a:gd name="connsiteX90" fmla="*/ 389852 w 679719"/>
                <a:gd name="connsiteY90" fmla="*/ 155568 h 624903"/>
                <a:gd name="connsiteX91" fmla="*/ 390401 w 679719"/>
                <a:gd name="connsiteY91" fmla="*/ 158090 h 624903"/>
                <a:gd name="connsiteX92" fmla="*/ 396321 w 679719"/>
                <a:gd name="connsiteY92" fmla="*/ 169382 h 624903"/>
                <a:gd name="connsiteX93" fmla="*/ 397198 w 679719"/>
                <a:gd name="connsiteY93" fmla="*/ 173109 h 624903"/>
                <a:gd name="connsiteX94" fmla="*/ 396979 w 679719"/>
                <a:gd name="connsiteY94" fmla="*/ 176837 h 624903"/>
                <a:gd name="connsiteX95" fmla="*/ 396101 w 679719"/>
                <a:gd name="connsiteY95" fmla="*/ 179687 h 624903"/>
                <a:gd name="connsiteX96" fmla="*/ 394238 w 679719"/>
                <a:gd name="connsiteY96" fmla="*/ 188458 h 624903"/>
                <a:gd name="connsiteX97" fmla="*/ 386563 w 679719"/>
                <a:gd name="connsiteY97" fmla="*/ 196900 h 624903"/>
                <a:gd name="connsiteX98" fmla="*/ 368803 w 679719"/>
                <a:gd name="connsiteY98" fmla="*/ 209507 h 624903"/>
                <a:gd name="connsiteX99" fmla="*/ 357401 w 679719"/>
                <a:gd name="connsiteY99" fmla="*/ 217730 h 624903"/>
                <a:gd name="connsiteX100" fmla="*/ 353674 w 679719"/>
                <a:gd name="connsiteY100" fmla="*/ 223759 h 624903"/>
                <a:gd name="connsiteX101" fmla="*/ 349946 w 679719"/>
                <a:gd name="connsiteY101" fmla="*/ 232420 h 624903"/>
                <a:gd name="connsiteX102" fmla="*/ 348631 w 679719"/>
                <a:gd name="connsiteY102" fmla="*/ 237354 h 624903"/>
                <a:gd name="connsiteX103" fmla="*/ 348740 w 679719"/>
                <a:gd name="connsiteY103" fmla="*/ 240752 h 624903"/>
                <a:gd name="connsiteX104" fmla="*/ 349508 w 679719"/>
                <a:gd name="connsiteY104" fmla="*/ 244151 h 624903"/>
                <a:gd name="connsiteX105" fmla="*/ 349946 w 679719"/>
                <a:gd name="connsiteY105" fmla="*/ 248755 h 624903"/>
                <a:gd name="connsiteX106" fmla="*/ 349508 w 679719"/>
                <a:gd name="connsiteY106" fmla="*/ 253031 h 624903"/>
                <a:gd name="connsiteX107" fmla="*/ 347644 w 679719"/>
                <a:gd name="connsiteY107" fmla="*/ 261802 h 624903"/>
                <a:gd name="connsiteX108" fmla="*/ 344574 w 679719"/>
                <a:gd name="connsiteY108" fmla="*/ 302037 h 624903"/>
                <a:gd name="connsiteX109" fmla="*/ 342163 w 679719"/>
                <a:gd name="connsiteY109" fmla="*/ 308944 h 624903"/>
                <a:gd name="connsiteX110" fmla="*/ 336900 w 679719"/>
                <a:gd name="connsiteY110" fmla="*/ 315960 h 624903"/>
                <a:gd name="connsiteX111" fmla="*/ 330212 w 679719"/>
                <a:gd name="connsiteY111" fmla="*/ 321442 h 624903"/>
                <a:gd name="connsiteX112" fmla="*/ 323744 w 679719"/>
                <a:gd name="connsiteY112" fmla="*/ 323634 h 624903"/>
                <a:gd name="connsiteX113" fmla="*/ 319688 w 679719"/>
                <a:gd name="connsiteY113" fmla="*/ 326485 h 624903"/>
                <a:gd name="connsiteX114" fmla="*/ 304120 w 679719"/>
                <a:gd name="connsiteY114" fmla="*/ 346219 h 624903"/>
                <a:gd name="connsiteX115" fmla="*/ 288771 w 679719"/>
                <a:gd name="connsiteY115" fmla="*/ 356524 h 624903"/>
                <a:gd name="connsiteX116" fmla="*/ 279891 w 679719"/>
                <a:gd name="connsiteY116" fmla="*/ 359923 h 624903"/>
                <a:gd name="connsiteX117" fmla="*/ 275835 w 679719"/>
                <a:gd name="connsiteY117" fmla="*/ 362006 h 624903"/>
                <a:gd name="connsiteX118" fmla="*/ 259719 w 679719"/>
                <a:gd name="connsiteY118" fmla="*/ 376696 h 624903"/>
                <a:gd name="connsiteX119" fmla="*/ 236038 w 679719"/>
                <a:gd name="connsiteY119" fmla="*/ 387221 h 624903"/>
                <a:gd name="connsiteX120" fmla="*/ 219265 w 679719"/>
                <a:gd name="connsiteY120" fmla="*/ 397855 h 624903"/>
                <a:gd name="connsiteX121" fmla="*/ 206547 w 679719"/>
                <a:gd name="connsiteY121" fmla="*/ 404872 h 624903"/>
                <a:gd name="connsiteX122" fmla="*/ 196461 w 679719"/>
                <a:gd name="connsiteY122" fmla="*/ 412656 h 624903"/>
                <a:gd name="connsiteX123" fmla="*/ 191966 w 679719"/>
                <a:gd name="connsiteY123" fmla="*/ 418028 h 624903"/>
                <a:gd name="connsiteX124" fmla="*/ 192295 w 679719"/>
                <a:gd name="connsiteY124" fmla="*/ 419453 h 624903"/>
                <a:gd name="connsiteX125" fmla="*/ 196132 w 679719"/>
                <a:gd name="connsiteY125" fmla="*/ 419892 h 624903"/>
                <a:gd name="connsiteX126" fmla="*/ 199969 w 679719"/>
                <a:gd name="connsiteY126" fmla="*/ 419672 h 624903"/>
                <a:gd name="connsiteX127" fmla="*/ 202381 w 679719"/>
                <a:gd name="connsiteY127" fmla="*/ 419014 h 624903"/>
                <a:gd name="connsiteX128" fmla="*/ 206876 w 679719"/>
                <a:gd name="connsiteY128" fmla="*/ 415945 h 624903"/>
                <a:gd name="connsiteX129" fmla="*/ 207863 w 679719"/>
                <a:gd name="connsiteY129" fmla="*/ 416931 h 624903"/>
                <a:gd name="connsiteX130" fmla="*/ 209727 w 679719"/>
                <a:gd name="connsiteY130" fmla="*/ 415945 h 624903"/>
                <a:gd name="connsiteX131" fmla="*/ 209288 w 679719"/>
                <a:gd name="connsiteY131" fmla="*/ 411121 h 624903"/>
                <a:gd name="connsiteX132" fmla="*/ 214331 w 679719"/>
                <a:gd name="connsiteY132" fmla="*/ 406736 h 624903"/>
                <a:gd name="connsiteX133" fmla="*/ 227158 w 679719"/>
                <a:gd name="connsiteY133" fmla="*/ 400158 h 624903"/>
                <a:gd name="connsiteX134" fmla="*/ 239985 w 679719"/>
                <a:gd name="connsiteY134" fmla="*/ 389852 h 624903"/>
                <a:gd name="connsiteX135" fmla="*/ 244699 w 679719"/>
                <a:gd name="connsiteY135" fmla="*/ 388865 h 624903"/>
                <a:gd name="connsiteX136" fmla="*/ 241520 w 679719"/>
                <a:gd name="connsiteY136" fmla="*/ 393141 h 624903"/>
                <a:gd name="connsiteX137" fmla="*/ 236148 w 679719"/>
                <a:gd name="connsiteY137" fmla="*/ 398294 h 624903"/>
                <a:gd name="connsiteX138" fmla="*/ 230118 w 679719"/>
                <a:gd name="connsiteY138" fmla="*/ 402679 h 624903"/>
                <a:gd name="connsiteX139" fmla="*/ 220909 w 679719"/>
                <a:gd name="connsiteY139" fmla="*/ 405859 h 624903"/>
                <a:gd name="connsiteX140" fmla="*/ 216414 w 679719"/>
                <a:gd name="connsiteY140" fmla="*/ 409257 h 624903"/>
                <a:gd name="connsiteX141" fmla="*/ 212358 w 679719"/>
                <a:gd name="connsiteY141" fmla="*/ 413862 h 624903"/>
                <a:gd name="connsiteX142" fmla="*/ 209727 w 679719"/>
                <a:gd name="connsiteY142" fmla="*/ 418795 h 624903"/>
                <a:gd name="connsiteX143" fmla="*/ 213564 w 679719"/>
                <a:gd name="connsiteY143" fmla="*/ 420220 h 624903"/>
                <a:gd name="connsiteX144" fmla="*/ 219155 w 679719"/>
                <a:gd name="connsiteY144" fmla="*/ 427566 h 624903"/>
                <a:gd name="connsiteX145" fmla="*/ 223211 w 679719"/>
                <a:gd name="connsiteY145" fmla="*/ 428662 h 624903"/>
                <a:gd name="connsiteX146" fmla="*/ 224527 w 679719"/>
                <a:gd name="connsiteY146" fmla="*/ 427785 h 624903"/>
                <a:gd name="connsiteX147" fmla="*/ 225075 w 679719"/>
                <a:gd name="connsiteY147" fmla="*/ 426360 h 624903"/>
                <a:gd name="connsiteX148" fmla="*/ 225843 w 679719"/>
                <a:gd name="connsiteY148" fmla="*/ 425044 h 624903"/>
                <a:gd name="connsiteX149" fmla="*/ 227816 w 679719"/>
                <a:gd name="connsiteY149" fmla="*/ 424496 h 624903"/>
                <a:gd name="connsiteX150" fmla="*/ 230118 w 679719"/>
                <a:gd name="connsiteY150" fmla="*/ 424715 h 624903"/>
                <a:gd name="connsiteX151" fmla="*/ 231763 w 679719"/>
                <a:gd name="connsiteY151" fmla="*/ 425483 h 624903"/>
                <a:gd name="connsiteX152" fmla="*/ 235052 w 679719"/>
                <a:gd name="connsiteY152" fmla="*/ 428662 h 624903"/>
                <a:gd name="connsiteX153" fmla="*/ 238999 w 679719"/>
                <a:gd name="connsiteY153" fmla="*/ 434911 h 624903"/>
                <a:gd name="connsiteX154" fmla="*/ 238779 w 679719"/>
                <a:gd name="connsiteY154" fmla="*/ 441379 h 624903"/>
                <a:gd name="connsiteX155" fmla="*/ 232421 w 679719"/>
                <a:gd name="connsiteY155" fmla="*/ 457057 h 624903"/>
                <a:gd name="connsiteX156" fmla="*/ 235161 w 679719"/>
                <a:gd name="connsiteY156" fmla="*/ 455412 h 624903"/>
                <a:gd name="connsiteX157" fmla="*/ 244590 w 679719"/>
                <a:gd name="connsiteY157" fmla="*/ 452891 h 624903"/>
                <a:gd name="connsiteX158" fmla="*/ 249523 w 679719"/>
                <a:gd name="connsiteY158" fmla="*/ 450369 h 624903"/>
                <a:gd name="connsiteX159" fmla="*/ 252154 w 679719"/>
                <a:gd name="connsiteY159" fmla="*/ 449931 h 624903"/>
                <a:gd name="connsiteX160" fmla="*/ 255553 w 679719"/>
                <a:gd name="connsiteY160" fmla="*/ 451356 h 624903"/>
                <a:gd name="connsiteX161" fmla="*/ 252593 w 679719"/>
                <a:gd name="connsiteY161" fmla="*/ 453439 h 624903"/>
                <a:gd name="connsiteX162" fmla="*/ 244918 w 679719"/>
                <a:gd name="connsiteY162" fmla="*/ 455741 h 624903"/>
                <a:gd name="connsiteX163" fmla="*/ 243384 w 679719"/>
                <a:gd name="connsiteY163" fmla="*/ 457824 h 624903"/>
                <a:gd name="connsiteX164" fmla="*/ 241958 w 679719"/>
                <a:gd name="connsiteY164" fmla="*/ 458921 h 624903"/>
                <a:gd name="connsiteX165" fmla="*/ 238670 w 679719"/>
                <a:gd name="connsiteY165" fmla="*/ 459030 h 624903"/>
                <a:gd name="connsiteX166" fmla="*/ 232092 w 679719"/>
                <a:gd name="connsiteY166" fmla="*/ 458482 h 624903"/>
                <a:gd name="connsiteX167" fmla="*/ 230995 w 679719"/>
                <a:gd name="connsiteY167" fmla="*/ 459797 h 624903"/>
                <a:gd name="connsiteX168" fmla="*/ 227706 w 679719"/>
                <a:gd name="connsiteY168" fmla="*/ 466266 h 624903"/>
                <a:gd name="connsiteX169" fmla="*/ 225952 w 679719"/>
                <a:gd name="connsiteY169" fmla="*/ 468568 h 624903"/>
                <a:gd name="connsiteX170" fmla="*/ 223540 w 679719"/>
                <a:gd name="connsiteY170" fmla="*/ 470213 h 624903"/>
                <a:gd name="connsiteX171" fmla="*/ 220251 w 679719"/>
                <a:gd name="connsiteY171" fmla="*/ 471747 h 624903"/>
                <a:gd name="connsiteX172" fmla="*/ 216743 w 679719"/>
                <a:gd name="connsiteY172" fmla="*/ 472405 h 624903"/>
                <a:gd name="connsiteX173" fmla="*/ 213673 w 679719"/>
                <a:gd name="connsiteY173" fmla="*/ 471309 h 624903"/>
                <a:gd name="connsiteX174" fmla="*/ 207972 w 679719"/>
                <a:gd name="connsiteY174" fmla="*/ 474598 h 624903"/>
                <a:gd name="connsiteX175" fmla="*/ 196790 w 679719"/>
                <a:gd name="connsiteY175" fmla="*/ 478764 h 624903"/>
                <a:gd name="connsiteX176" fmla="*/ 192185 w 679719"/>
                <a:gd name="connsiteY176" fmla="*/ 481286 h 624903"/>
                <a:gd name="connsiteX177" fmla="*/ 190651 w 679719"/>
                <a:gd name="connsiteY177" fmla="*/ 482711 h 624903"/>
                <a:gd name="connsiteX178" fmla="*/ 186265 w 679719"/>
                <a:gd name="connsiteY178" fmla="*/ 487754 h 624903"/>
                <a:gd name="connsiteX179" fmla="*/ 185278 w 679719"/>
                <a:gd name="connsiteY179" fmla="*/ 489837 h 624903"/>
                <a:gd name="connsiteX180" fmla="*/ 186265 w 679719"/>
                <a:gd name="connsiteY180" fmla="*/ 490933 h 624903"/>
                <a:gd name="connsiteX181" fmla="*/ 191418 w 679719"/>
                <a:gd name="connsiteY181" fmla="*/ 488631 h 624903"/>
                <a:gd name="connsiteX182" fmla="*/ 193501 w 679719"/>
                <a:gd name="connsiteY182" fmla="*/ 488521 h 624903"/>
                <a:gd name="connsiteX183" fmla="*/ 193830 w 679719"/>
                <a:gd name="connsiteY183" fmla="*/ 486986 h 624903"/>
                <a:gd name="connsiteX184" fmla="*/ 194597 w 679719"/>
                <a:gd name="connsiteY184" fmla="*/ 485342 h 624903"/>
                <a:gd name="connsiteX185" fmla="*/ 194926 w 679719"/>
                <a:gd name="connsiteY185" fmla="*/ 484246 h 624903"/>
                <a:gd name="connsiteX186" fmla="*/ 196242 w 679719"/>
                <a:gd name="connsiteY186" fmla="*/ 484246 h 624903"/>
                <a:gd name="connsiteX187" fmla="*/ 196461 w 679719"/>
                <a:gd name="connsiteY187" fmla="*/ 487096 h 624903"/>
                <a:gd name="connsiteX188" fmla="*/ 197886 w 679719"/>
                <a:gd name="connsiteY188" fmla="*/ 493345 h 624903"/>
                <a:gd name="connsiteX189" fmla="*/ 197448 w 679719"/>
                <a:gd name="connsiteY189" fmla="*/ 495757 h 624903"/>
                <a:gd name="connsiteX190" fmla="*/ 195694 w 679719"/>
                <a:gd name="connsiteY190" fmla="*/ 497182 h 624903"/>
                <a:gd name="connsiteX191" fmla="*/ 193830 w 679719"/>
                <a:gd name="connsiteY191" fmla="*/ 496524 h 624903"/>
                <a:gd name="connsiteX192" fmla="*/ 192514 w 679719"/>
                <a:gd name="connsiteY192" fmla="*/ 494441 h 624903"/>
                <a:gd name="connsiteX193" fmla="*/ 192185 w 679719"/>
                <a:gd name="connsiteY193" fmla="*/ 491481 h 624903"/>
                <a:gd name="connsiteX194" fmla="*/ 188787 w 679719"/>
                <a:gd name="connsiteY194" fmla="*/ 493345 h 624903"/>
                <a:gd name="connsiteX195" fmla="*/ 184182 w 679719"/>
                <a:gd name="connsiteY195" fmla="*/ 494551 h 624903"/>
                <a:gd name="connsiteX196" fmla="*/ 174644 w 679719"/>
                <a:gd name="connsiteY196" fmla="*/ 495867 h 624903"/>
                <a:gd name="connsiteX197" fmla="*/ 169711 w 679719"/>
                <a:gd name="connsiteY197" fmla="*/ 495428 h 624903"/>
                <a:gd name="connsiteX198" fmla="*/ 160721 w 679719"/>
                <a:gd name="connsiteY198" fmla="*/ 493126 h 624903"/>
                <a:gd name="connsiteX199" fmla="*/ 156993 w 679719"/>
                <a:gd name="connsiteY199" fmla="*/ 494332 h 624903"/>
                <a:gd name="connsiteX200" fmla="*/ 151183 w 679719"/>
                <a:gd name="connsiteY200" fmla="*/ 491810 h 624903"/>
                <a:gd name="connsiteX201" fmla="*/ 139123 w 679719"/>
                <a:gd name="connsiteY201" fmla="*/ 488521 h 624903"/>
                <a:gd name="connsiteX202" fmla="*/ 134080 w 679719"/>
                <a:gd name="connsiteY202" fmla="*/ 485890 h 624903"/>
                <a:gd name="connsiteX203" fmla="*/ 132765 w 679719"/>
                <a:gd name="connsiteY203" fmla="*/ 489069 h 624903"/>
                <a:gd name="connsiteX204" fmla="*/ 134519 w 679719"/>
                <a:gd name="connsiteY204" fmla="*/ 491810 h 624903"/>
                <a:gd name="connsiteX205" fmla="*/ 137369 w 679719"/>
                <a:gd name="connsiteY205" fmla="*/ 494441 h 624903"/>
                <a:gd name="connsiteX206" fmla="*/ 139452 w 679719"/>
                <a:gd name="connsiteY206" fmla="*/ 497182 h 624903"/>
                <a:gd name="connsiteX207" fmla="*/ 137150 w 679719"/>
                <a:gd name="connsiteY207" fmla="*/ 497402 h 624903"/>
                <a:gd name="connsiteX208" fmla="*/ 134957 w 679719"/>
                <a:gd name="connsiteY208" fmla="*/ 497073 h 624903"/>
                <a:gd name="connsiteX209" fmla="*/ 132984 w 679719"/>
                <a:gd name="connsiteY209" fmla="*/ 496086 h 624903"/>
                <a:gd name="connsiteX210" fmla="*/ 131340 w 679719"/>
                <a:gd name="connsiteY210" fmla="*/ 494332 h 624903"/>
                <a:gd name="connsiteX211" fmla="*/ 132655 w 679719"/>
                <a:gd name="connsiteY211" fmla="*/ 498279 h 624903"/>
                <a:gd name="connsiteX212" fmla="*/ 134519 w 679719"/>
                <a:gd name="connsiteY212" fmla="*/ 501458 h 624903"/>
                <a:gd name="connsiteX213" fmla="*/ 135396 w 679719"/>
                <a:gd name="connsiteY213" fmla="*/ 504418 h 624903"/>
                <a:gd name="connsiteX214" fmla="*/ 133532 w 679719"/>
                <a:gd name="connsiteY214" fmla="*/ 507707 h 624903"/>
                <a:gd name="connsiteX215" fmla="*/ 131120 w 679719"/>
                <a:gd name="connsiteY215" fmla="*/ 507049 h 624903"/>
                <a:gd name="connsiteX216" fmla="*/ 127283 w 679719"/>
                <a:gd name="connsiteY216" fmla="*/ 504089 h 624903"/>
                <a:gd name="connsiteX217" fmla="*/ 123665 w 679719"/>
                <a:gd name="connsiteY217" fmla="*/ 500471 h 624903"/>
                <a:gd name="connsiteX218" fmla="*/ 122021 w 679719"/>
                <a:gd name="connsiteY218" fmla="*/ 497730 h 624903"/>
                <a:gd name="connsiteX219" fmla="*/ 123227 w 679719"/>
                <a:gd name="connsiteY219" fmla="*/ 494661 h 624903"/>
                <a:gd name="connsiteX220" fmla="*/ 128160 w 679719"/>
                <a:gd name="connsiteY220" fmla="*/ 488631 h 624903"/>
                <a:gd name="connsiteX221" fmla="*/ 128708 w 679719"/>
                <a:gd name="connsiteY221" fmla="*/ 485671 h 624903"/>
                <a:gd name="connsiteX222" fmla="*/ 126516 w 679719"/>
                <a:gd name="connsiteY222" fmla="*/ 483259 h 624903"/>
                <a:gd name="connsiteX223" fmla="*/ 118732 w 679719"/>
                <a:gd name="connsiteY223" fmla="*/ 480957 h 624903"/>
                <a:gd name="connsiteX224" fmla="*/ 115224 w 679719"/>
                <a:gd name="connsiteY224" fmla="*/ 478654 h 624903"/>
                <a:gd name="connsiteX225" fmla="*/ 116101 w 679719"/>
                <a:gd name="connsiteY225" fmla="*/ 478654 h 624903"/>
                <a:gd name="connsiteX226" fmla="*/ 116320 w 679719"/>
                <a:gd name="connsiteY226" fmla="*/ 478435 h 624903"/>
                <a:gd name="connsiteX227" fmla="*/ 116320 w 679719"/>
                <a:gd name="connsiteY227" fmla="*/ 477887 h 624903"/>
                <a:gd name="connsiteX228" fmla="*/ 116539 w 679719"/>
                <a:gd name="connsiteY228" fmla="*/ 477229 h 624903"/>
                <a:gd name="connsiteX229" fmla="*/ 119390 w 679719"/>
                <a:gd name="connsiteY229" fmla="*/ 478654 h 624903"/>
                <a:gd name="connsiteX230" fmla="*/ 118622 w 679719"/>
                <a:gd name="connsiteY230" fmla="*/ 476133 h 624903"/>
                <a:gd name="connsiteX231" fmla="*/ 116649 w 679719"/>
                <a:gd name="connsiteY231" fmla="*/ 474050 h 624903"/>
                <a:gd name="connsiteX232" fmla="*/ 114017 w 679719"/>
                <a:gd name="connsiteY232" fmla="*/ 472515 h 624903"/>
                <a:gd name="connsiteX233" fmla="*/ 111277 w 679719"/>
                <a:gd name="connsiteY233" fmla="*/ 471528 h 624903"/>
                <a:gd name="connsiteX234" fmla="*/ 113798 w 679719"/>
                <a:gd name="connsiteY234" fmla="*/ 467362 h 624903"/>
                <a:gd name="connsiteX235" fmla="*/ 108974 w 679719"/>
                <a:gd name="connsiteY235" fmla="*/ 469116 h 624903"/>
                <a:gd name="connsiteX236" fmla="*/ 106453 w 679719"/>
                <a:gd name="connsiteY236" fmla="*/ 468459 h 624903"/>
                <a:gd name="connsiteX237" fmla="*/ 104260 w 679719"/>
                <a:gd name="connsiteY237" fmla="*/ 466595 h 624903"/>
                <a:gd name="connsiteX238" fmla="*/ 100313 w 679719"/>
                <a:gd name="connsiteY238" fmla="*/ 464621 h 624903"/>
                <a:gd name="connsiteX239" fmla="*/ 101520 w 679719"/>
                <a:gd name="connsiteY239" fmla="*/ 471090 h 624903"/>
                <a:gd name="connsiteX240" fmla="*/ 105686 w 679719"/>
                <a:gd name="connsiteY240" fmla="*/ 475256 h 624903"/>
                <a:gd name="connsiteX241" fmla="*/ 111167 w 679719"/>
                <a:gd name="connsiteY241" fmla="*/ 478654 h 624903"/>
                <a:gd name="connsiteX242" fmla="*/ 116429 w 679719"/>
                <a:gd name="connsiteY242" fmla="*/ 482711 h 624903"/>
                <a:gd name="connsiteX243" fmla="*/ 112812 w 679719"/>
                <a:gd name="connsiteY243" fmla="*/ 481943 h 624903"/>
                <a:gd name="connsiteX244" fmla="*/ 108865 w 679719"/>
                <a:gd name="connsiteY244" fmla="*/ 480189 h 624903"/>
                <a:gd name="connsiteX245" fmla="*/ 105686 w 679719"/>
                <a:gd name="connsiteY245" fmla="*/ 477777 h 624903"/>
                <a:gd name="connsiteX246" fmla="*/ 104370 w 679719"/>
                <a:gd name="connsiteY246" fmla="*/ 475037 h 624903"/>
                <a:gd name="connsiteX247" fmla="*/ 103164 w 679719"/>
                <a:gd name="connsiteY247" fmla="*/ 474050 h 624903"/>
                <a:gd name="connsiteX248" fmla="*/ 100533 w 679719"/>
                <a:gd name="connsiteY248" fmla="*/ 474488 h 624903"/>
                <a:gd name="connsiteX249" fmla="*/ 96148 w 679719"/>
                <a:gd name="connsiteY249" fmla="*/ 475804 h 624903"/>
                <a:gd name="connsiteX250" fmla="*/ 93516 w 679719"/>
                <a:gd name="connsiteY250" fmla="*/ 475256 h 624903"/>
                <a:gd name="connsiteX251" fmla="*/ 91543 w 679719"/>
                <a:gd name="connsiteY251" fmla="*/ 474269 h 624903"/>
                <a:gd name="connsiteX252" fmla="*/ 88035 w 679719"/>
                <a:gd name="connsiteY252" fmla="*/ 471418 h 624903"/>
                <a:gd name="connsiteX253" fmla="*/ 84856 w 679719"/>
                <a:gd name="connsiteY253" fmla="*/ 473392 h 624903"/>
                <a:gd name="connsiteX254" fmla="*/ 83869 w 679719"/>
                <a:gd name="connsiteY254" fmla="*/ 474269 h 624903"/>
                <a:gd name="connsiteX255" fmla="*/ 84417 w 679719"/>
                <a:gd name="connsiteY255" fmla="*/ 471967 h 624903"/>
                <a:gd name="connsiteX256" fmla="*/ 85294 w 679719"/>
                <a:gd name="connsiteY256" fmla="*/ 470103 h 624903"/>
                <a:gd name="connsiteX257" fmla="*/ 86500 w 679719"/>
                <a:gd name="connsiteY257" fmla="*/ 468568 h 624903"/>
                <a:gd name="connsiteX258" fmla="*/ 88144 w 679719"/>
                <a:gd name="connsiteY258" fmla="*/ 467253 h 624903"/>
                <a:gd name="connsiteX259" fmla="*/ 87377 w 679719"/>
                <a:gd name="connsiteY259" fmla="*/ 466047 h 624903"/>
                <a:gd name="connsiteX260" fmla="*/ 87158 w 679719"/>
                <a:gd name="connsiteY260" fmla="*/ 465170 h 624903"/>
                <a:gd name="connsiteX261" fmla="*/ 87048 w 679719"/>
                <a:gd name="connsiteY261" fmla="*/ 464292 h 624903"/>
                <a:gd name="connsiteX262" fmla="*/ 86719 w 679719"/>
                <a:gd name="connsiteY262" fmla="*/ 463087 h 624903"/>
                <a:gd name="connsiteX263" fmla="*/ 88802 w 679719"/>
                <a:gd name="connsiteY263" fmla="*/ 464731 h 624903"/>
                <a:gd name="connsiteX264" fmla="*/ 91214 w 679719"/>
                <a:gd name="connsiteY264" fmla="*/ 465389 h 624903"/>
                <a:gd name="connsiteX265" fmla="*/ 93736 w 679719"/>
                <a:gd name="connsiteY265" fmla="*/ 465279 h 624903"/>
                <a:gd name="connsiteX266" fmla="*/ 96257 w 679719"/>
                <a:gd name="connsiteY266" fmla="*/ 464512 h 624903"/>
                <a:gd name="connsiteX267" fmla="*/ 96257 w 679719"/>
                <a:gd name="connsiteY267" fmla="*/ 462977 h 624903"/>
                <a:gd name="connsiteX268" fmla="*/ 93407 w 679719"/>
                <a:gd name="connsiteY268" fmla="*/ 462758 h 624903"/>
                <a:gd name="connsiteX269" fmla="*/ 92201 w 679719"/>
                <a:gd name="connsiteY269" fmla="*/ 461771 h 624903"/>
                <a:gd name="connsiteX270" fmla="*/ 92859 w 679719"/>
                <a:gd name="connsiteY270" fmla="*/ 460565 h 624903"/>
                <a:gd name="connsiteX271" fmla="*/ 95599 w 679719"/>
                <a:gd name="connsiteY271" fmla="*/ 460017 h 624903"/>
                <a:gd name="connsiteX272" fmla="*/ 97353 w 679719"/>
                <a:gd name="connsiteY272" fmla="*/ 460346 h 624903"/>
                <a:gd name="connsiteX273" fmla="*/ 98231 w 679719"/>
                <a:gd name="connsiteY273" fmla="*/ 460894 h 624903"/>
                <a:gd name="connsiteX274" fmla="*/ 99108 w 679719"/>
                <a:gd name="connsiteY274" fmla="*/ 460894 h 624903"/>
                <a:gd name="connsiteX275" fmla="*/ 103054 w 679719"/>
                <a:gd name="connsiteY275" fmla="*/ 457605 h 624903"/>
                <a:gd name="connsiteX276" fmla="*/ 104260 w 679719"/>
                <a:gd name="connsiteY276" fmla="*/ 457166 h 624903"/>
                <a:gd name="connsiteX277" fmla="*/ 105686 w 679719"/>
                <a:gd name="connsiteY277" fmla="*/ 457386 h 624903"/>
                <a:gd name="connsiteX278" fmla="*/ 106782 w 679719"/>
                <a:gd name="connsiteY278" fmla="*/ 459030 h 624903"/>
                <a:gd name="connsiteX279" fmla="*/ 106124 w 679719"/>
                <a:gd name="connsiteY279" fmla="*/ 461442 h 624903"/>
                <a:gd name="connsiteX280" fmla="*/ 105795 w 679719"/>
                <a:gd name="connsiteY280" fmla="*/ 463635 h 624903"/>
                <a:gd name="connsiteX281" fmla="*/ 107769 w 679719"/>
                <a:gd name="connsiteY281" fmla="*/ 464512 h 624903"/>
                <a:gd name="connsiteX282" fmla="*/ 113141 w 679719"/>
                <a:gd name="connsiteY282" fmla="*/ 464402 h 624903"/>
                <a:gd name="connsiteX283" fmla="*/ 115552 w 679719"/>
                <a:gd name="connsiteY283" fmla="*/ 463964 h 624903"/>
                <a:gd name="connsiteX284" fmla="*/ 117855 w 679719"/>
                <a:gd name="connsiteY284" fmla="*/ 462977 h 624903"/>
                <a:gd name="connsiteX285" fmla="*/ 117307 w 679719"/>
                <a:gd name="connsiteY285" fmla="*/ 464402 h 624903"/>
                <a:gd name="connsiteX286" fmla="*/ 116429 w 679719"/>
                <a:gd name="connsiteY286" fmla="*/ 465827 h 624903"/>
                <a:gd name="connsiteX287" fmla="*/ 118732 w 679719"/>
                <a:gd name="connsiteY287" fmla="*/ 465279 h 624903"/>
                <a:gd name="connsiteX288" fmla="*/ 120705 w 679719"/>
                <a:gd name="connsiteY288" fmla="*/ 463525 h 624903"/>
                <a:gd name="connsiteX289" fmla="*/ 121911 w 679719"/>
                <a:gd name="connsiteY289" fmla="*/ 461223 h 624903"/>
                <a:gd name="connsiteX290" fmla="*/ 121911 w 679719"/>
                <a:gd name="connsiteY290" fmla="*/ 458701 h 624903"/>
                <a:gd name="connsiteX291" fmla="*/ 120595 w 679719"/>
                <a:gd name="connsiteY291" fmla="*/ 457386 h 624903"/>
                <a:gd name="connsiteX292" fmla="*/ 109961 w 679719"/>
                <a:gd name="connsiteY292" fmla="*/ 450479 h 624903"/>
                <a:gd name="connsiteX293" fmla="*/ 104589 w 679719"/>
                <a:gd name="connsiteY293" fmla="*/ 444449 h 624903"/>
                <a:gd name="connsiteX294" fmla="*/ 98450 w 679719"/>
                <a:gd name="connsiteY294" fmla="*/ 442914 h 624903"/>
                <a:gd name="connsiteX295" fmla="*/ 82553 w 679719"/>
                <a:gd name="connsiteY295" fmla="*/ 442257 h 624903"/>
                <a:gd name="connsiteX296" fmla="*/ 57557 w 679719"/>
                <a:gd name="connsiteY296" fmla="*/ 445436 h 624903"/>
                <a:gd name="connsiteX297" fmla="*/ 36727 w 679719"/>
                <a:gd name="connsiteY297" fmla="*/ 447409 h 624903"/>
                <a:gd name="connsiteX298" fmla="*/ 14581 w 679719"/>
                <a:gd name="connsiteY298" fmla="*/ 448615 h 624903"/>
                <a:gd name="connsiteX299" fmla="*/ 0 w 679719"/>
                <a:gd name="connsiteY299" fmla="*/ 452891 h 624903"/>
                <a:gd name="connsiteX300" fmla="*/ 658 w 679719"/>
                <a:gd name="connsiteY300" fmla="*/ 456838 h 624903"/>
                <a:gd name="connsiteX301" fmla="*/ 3070 w 679719"/>
                <a:gd name="connsiteY301" fmla="*/ 460784 h 624903"/>
                <a:gd name="connsiteX302" fmla="*/ 5920 w 679719"/>
                <a:gd name="connsiteY302" fmla="*/ 464621 h 624903"/>
                <a:gd name="connsiteX303" fmla="*/ 8222 w 679719"/>
                <a:gd name="connsiteY303" fmla="*/ 468239 h 624903"/>
                <a:gd name="connsiteX304" fmla="*/ 9757 w 679719"/>
                <a:gd name="connsiteY304" fmla="*/ 473063 h 624903"/>
                <a:gd name="connsiteX305" fmla="*/ 10744 w 679719"/>
                <a:gd name="connsiteY305" fmla="*/ 478325 h 624903"/>
                <a:gd name="connsiteX306" fmla="*/ 12279 w 679719"/>
                <a:gd name="connsiteY306" fmla="*/ 483259 h 624903"/>
                <a:gd name="connsiteX307" fmla="*/ 15458 w 679719"/>
                <a:gd name="connsiteY307" fmla="*/ 486986 h 624903"/>
                <a:gd name="connsiteX308" fmla="*/ 17103 w 679719"/>
                <a:gd name="connsiteY308" fmla="*/ 488192 h 624903"/>
                <a:gd name="connsiteX309" fmla="*/ 18638 w 679719"/>
                <a:gd name="connsiteY309" fmla="*/ 489508 h 624903"/>
                <a:gd name="connsiteX310" fmla="*/ 20172 w 679719"/>
                <a:gd name="connsiteY310" fmla="*/ 490824 h 624903"/>
                <a:gd name="connsiteX311" fmla="*/ 21817 w 679719"/>
                <a:gd name="connsiteY311" fmla="*/ 492029 h 624903"/>
                <a:gd name="connsiteX312" fmla="*/ 23900 w 679719"/>
                <a:gd name="connsiteY312" fmla="*/ 492797 h 624903"/>
                <a:gd name="connsiteX313" fmla="*/ 25325 w 679719"/>
                <a:gd name="connsiteY313" fmla="*/ 492249 h 624903"/>
                <a:gd name="connsiteX314" fmla="*/ 26750 w 679719"/>
                <a:gd name="connsiteY314" fmla="*/ 491481 h 624903"/>
                <a:gd name="connsiteX315" fmla="*/ 28614 w 679719"/>
                <a:gd name="connsiteY315" fmla="*/ 491372 h 624903"/>
                <a:gd name="connsiteX316" fmla="*/ 37275 w 679719"/>
                <a:gd name="connsiteY316" fmla="*/ 492687 h 624903"/>
                <a:gd name="connsiteX317" fmla="*/ 46703 w 679719"/>
                <a:gd name="connsiteY317" fmla="*/ 492687 h 624903"/>
                <a:gd name="connsiteX318" fmla="*/ 56132 w 679719"/>
                <a:gd name="connsiteY318" fmla="*/ 492139 h 624903"/>
                <a:gd name="connsiteX319" fmla="*/ 65122 w 679719"/>
                <a:gd name="connsiteY319" fmla="*/ 491810 h 624903"/>
                <a:gd name="connsiteX320" fmla="*/ 65012 w 679719"/>
                <a:gd name="connsiteY320" fmla="*/ 501238 h 624903"/>
                <a:gd name="connsiteX321" fmla="*/ 64902 w 679719"/>
                <a:gd name="connsiteY321" fmla="*/ 510667 h 624903"/>
                <a:gd name="connsiteX322" fmla="*/ 64793 w 679719"/>
                <a:gd name="connsiteY322" fmla="*/ 520095 h 624903"/>
                <a:gd name="connsiteX323" fmla="*/ 64683 w 679719"/>
                <a:gd name="connsiteY323" fmla="*/ 529524 h 624903"/>
                <a:gd name="connsiteX324" fmla="*/ 64135 w 679719"/>
                <a:gd name="connsiteY324" fmla="*/ 535663 h 624903"/>
                <a:gd name="connsiteX325" fmla="*/ 63477 w 679719"/>
                <a:gd name="connsiteY325" fmla="*/ 544214 h 624903"/>
                <a:gd name="connsiteX326" fmla="*/ 63916 w 679719"/>
                <a:gd name="connsiteY326" fmla="*/ 552218 h 624903"/>
                <a:gd name="connsiteX327" fmla="*/ 66766 w 679719"/>
                <a:gd name="connsiteY327" fmla="*/ 556932 h 624903"/>
                <a:gd name="connsiteX328" fmla="*/ 71809 w 679719"/>
                <a:gd name="connsiteY328" fmla="*/ 560111 h 624903"/>
                <a:gd name="connsiteX329" fmla="*/ 76304 w 679719"/>
                <a:gd name="connsiteY329" fmla="*/ 563729 h 624903"/>
                <a:gd name="connsiteX330" fmla="*/ 80690 w 679719"/>
                <a:gd name="connsiteY330" fmla="*/ 567456 h 624903"/>
                <a:gd name="connsiteX331" fmla="*/ 85294 w 679719"/>
                <a:gd name="connsiteY331" fmla="*/ 570746 h 624903"/>
                <a:gd name="connsiteX332" fmla="*/ 87816 w 679719"/>
                <a:gd name="connsiteY332" fmla="*/ 572390 h 624903"/>
                <a:gd name="connsiteX333" fmla="*/ 90337 w 679719"/>
                <a:gd name="connsiteY333" fmla="*/ 573925 h 624903"/>
                <a:gd name="connsiteX334" fmla="*/ 92968 w 679719"/>
                <a:gd name="connsiteY334" fmla="*/ 575131 h 624903"/>
                <a:gd name="connsiteX335" fmla="*/ 95928 w 679719"/>
                <a:gd name="connsiteY335" fmla="*/ 576117 h 624903"/>
                <a:gd name="connsiteX336" fmla="*/ 99656 w 679719"/>
                <a:gd name="connsiteY336" fmla="*/ 578420 h 624903"/>
                <a:gd name="connsiteX337" fmla="*/ 100752 w 679719"/>
                <a:gd name="connsiteY337" fmla="*/ 581599 h 624903"/>
                <a:gd name="connsiteX338" fmla="*/ 101629 w 679719"/>
                <a:gd name="connsiteY338" fmla="*/ 584779 h 624903"/>
                <a:gd name="connsiteX339" fmla="*/ 104808 w 679719"/>
                <a:gd name="connsiteY339" fmla="*/ 586752 h 624903"/>
                <a:gd name="connsiteX340" fmla="*/ 110290 w 679719"/>
                <a:gd name="connsiteY340" fmla="*/ 590150 h 624903"/>
                <a:gd name="connsiteX341" fmla="*/ 116210 w 679719"/>
                <a:gd name="connsiteY341" fmla="*/ 593878 h 624903"/>
                <a:gd name="connsiteX342" fmla="*/ 122459 w 679719"/>
                <a:gd name="connsiteY342" fmla="*/ 596619 h 624903"/>
                <a:gd name="connsiteX343" fmla="*/ 128708 w 679719"/>
                <a:gd name="connsiteY343" fmla="*/ 597057 h 624903"/>
                <a:gd name="connsiteX344" fmla="*/ 138356 w 679719"/>
                <a:gd name="connsiteY344" fmla="*/ 597057 h 624903"/>
                <a:gd name="connsiteX345" fmla="*/ 147894 w 679719"/>
                <a:gd name="connsiteY345" fmla="*/ 597057 h 624903"/>
                <a:gd name="connsiteX346" fmla="*/ 157432 w 679719"/>
                <a:gd name="connsiteY346" fmla="*/ 597057 h 624903"/>
                <a:gd name="connsiteX347" fmla="*/ 166970 w 679719"/>
                <a:gd name="connsiteY347" fmla="*/ 597057 h 624903"/>
                <a:gd name="connsiteX348" fmla="*/ 168614 w 679719"/>
                <a:gd name="connsiteY348" fmla="*/ 594865 h 624903"/>
                <a:gd name="connsiteX349" fmla="*/ 170698 w 679719"/>
                <a:gd name="connsiteY349" fmla="*/ 590260 h 624903"/>
                <a:gd name="connsiteX350" fmla="*/ 172561 w 679719"/>
                <a:gd name="connsiteY350" fmla="*/ 585107 h 624903"/>
                <a:gd name="connsiteX351" fmla="*/ 173548 w 679719"/>
                <a:gd name="connsiteY351" fmla="*/ 581489 h 624903"/>
                <a:gd name="connsiteX352" fmla="*/ 173438 w 679719"/>
                <a:gd name="connsiteY352" fmla="*/ 579735 h 624903"/>
                <a:gd name="connsiteX353" fmla="*/ 173000 w 679719"/>
                <a:gd name="connsiteY353" fmla="*/ 577543 h 624903"/>
                <a:gd name="connsiteX354" fmla="*/ 172671 w 679719"/>
                <a:gd name="connsiteY354" fmla="*/ 575240 h 624903"/>
                <a:gd name="connsiteX355" fmla="*/ 172890 w 679719"/>
                <a:gd name="connsiteY355" fmla="*/ 573048 h 624903"/>
                <a:gd name="connsiteX356" fmla="*/ 173329 w 679719"/>
                <a:gd name="connsiteY356" fmla="*/ 571842 h 624903"/>
                <a:gd name="connsiteX357" fmla="*/ 174206 w 679719"/>
                <a:gd name="connsiteY357" fmla="*/ 569759 h 624903"/>
                <a:gd name="connsiteX358" fmla="*/ 175083 w 679719"/>
                <a:gd name="connsiteY358" fmla="*/ 567785 h 624903"/>
                <a:gd name="connsiteX359" fmla="*/ 175631 w 679719"/>
                <a:gd name="connsiteY359" fmla="*/ 566799 h 624903"/>
                <a:gd name="connsiteX360" fmla="*/ 179578 w 679719"/>
                <a:gd name="connsiteY360" fmla="*/ 565593 h 624903"/>
                <a:gd name="connsiteX361" fmla="*/ 185059 w 679719"/>
                <a:gd name="connsiteY361" fmla="*/ 565373 h 624903"/>
                <a:gd name="connsiteX362" fmla="*/ 190760 w 679719"/>
                <a:gd name="connsiteY362" fmla="*/ 565593 h 624903"/>
                <a:gd name="connsiteX363" fmla="*/ 195255 w 679719"/>
                <a:gd name="connsiteY363" fmla="*/ 565702 h 624903"/>
                <a:gd name="connsiteX364" fmla="*/ 197777 w 679719"/>
                <a:gd name="connsiteY364" fmla="*/ 565812 h 624903"/>
                <a:gd name="connsiteX365" fmla="*/ 199969 w 679719"/>
                <a:gd name="connsiteY365" fmla="*/ 566360 h 624903"/>
                <a:gd name="connsiteX366" fmla="*/ 202162 w 679719"/>
                <a:gd name="connsiteY366" fmla="*/ 567128 h 624903"/>
                <a:gd name="connsiteX367" fmla="*/ 204464 w 679719"/>
                <a:gd name="connsiteY367" fmla="*/ 567895 h 624903"/>
                <a:gd name="connsiteX368" fmla="*/ 208192 w 679719"/>
                <a:gd name="connsiteY368" fmla="*/ 568991 h 624903"/>
                <a:gd name="connsiteX369" fmla="*/ 211481 w 679719"/>
                <a:gd name="connsiteY369" fmla="*/ 570197 h 624903"/>
                <a:gd name="connsiteX370" fmla="*/ 214770 w 679719"/>
                <a:gd name="connsiteY370" fmla="*/ 571184 h 624903"/>
                <a:gd name="connsiteX371" fmla="*/ 218497 w 679719"/>
                <a:gd name="connsiteY371" fmla="*/ 571623 h 624903"/>
                <a:gd name="connsiteX372" fmla="*/ 222883 w 679719"/>
                <a:gd name="connsiteY372" fmla="*/ 572061 h 624903"/>
                <a:gd name="connsiteX373" fmla="*/ 226281 w 679719"/>
                <a:gd name="connsiteY373" fmla="*/ 573048 h 624903"/>
                <a:gd name="connsiteX374" fmla="*/ 229460 w 679719"/>
                <a:gd name="connsiteY374" fmla="*/ 574802 h 624903"/>
                <a:gd name="connsiteX375" fmla="*/ 232969 w 679719"/>
                <a:gd name="connsiteY375" fmla="*/ 577323 h 624903"/>
                <a:gd name="connsiteX376" fmla="*/ 236038 w 679719"/>
                <a:gd name="connsiteY376" fmla="*/ 579735 h 624903"/>
                <a:gd name="connsiteX377" fmla="*/ 239656 w 679719"/>
                <a:gd name="connsiteY377" fmla="*/ 582476 h 624903"/>
                <a:gd name="connsiteX378" fmla="*/ 243384 w 679719"/>
                <a:gd name="connsiteY378" fmla="*/ 584669 h 624903"/>
                <a:gd name="connsiteX379" fmla="*/ 247001 w 679719"/>
                <a:gd name="connsiteY379" fmla="*/ 585546 h 624903"/>
                <a:gd name="connsiteX380" fmla="*/ 250839 w 679719"/>
                <a:gd name="connsiteY380" fmla="*/ 585327 h 624903"/>
                <a:gd name="connsiteX381" fmla="*/ 254786 w 679719"/>
                <a:gd name="connsiteY381" fmla="*/ 585107 h 624903"/>
                <a:gd name="connsiteX382" fmla="*/ 258622 w 679719"/>
                <a:gd name="connsiteY382" fmla="*/ 585436 h 624903"/>
                <a:gd name="connsiteX383" fmla="*/ 262131 w 679719"/>
                <a:gd name="connsiteY383" fmla="*/ 586861 h 624903"/>
                <a:gd name="connsiteX384" fmla="*/ 264324 w 679719"/>
                <a:gd name="connsiteY384" fmla="*/ 588725 h 624903"/>
                <a:gd name="connsiteX385" fmla="*/ 265749 w 679719"/>
                <a:gd name="connsiteY385" fmla="*/ 590479 h 624903"/>
                <a:gd name="connsiteX386" fmla="*/ 267393 w 679719"/>
                <a:gd name="connsiteY386" fmla="*/ 591795 h 624903"/>
                <a:gd name="connsiteX387" fmla="*/ 270243 w 679719"/>
                <a:gd name="connsiteY387" fmla="*/ 592453 h 624903"/>
                <a:gd name="connsiteX388" fmla="*/ 275945 w 679719"/>
                <a:gd name="connsiteY388" fmla="*/ 592672 h 624903"/>
                <a:gd name="connsiteX389" fmla="*/ 281645 w 679719"/>
                <a:gd name="connsiteY389" fmla="*/ 592891 h 624903"/>
                <a:gd name="connsiteX390" fmla="*/ 293486 w 679719"/>
                <a:gd name="connsiteY390" fmla="*/ 593330 h 624903"/>
                <a:gd name="connsiteX391" fmla="*/ 293486 w 679719"/>
                <a:gd name="connsiteY391" fmla="*/ 617449 h 624903"/>
                <a:gd name="connsiteX392" fmla="*/ 293595 w 679719"/>
                <a:gd name="connsiteY392" fmla="*/ 627535 h 624903"/>
                <a:gd name="connsiteX393" fmla="*/ 295130 w 679719"/>
                <a:gd name="connsiteY393" fmla="*/ 625781 h 624903"/>
                <a:gd name="connsiteX394" fmla="*/ 299187 w 679719"/>
                <a:gd name="connsiteY394" fmla="*/ 624684 h 624903"/>
                <a:gd name="connsiteX395" fmla="*/ 307628 w 679719"/>
                <a:gd name="connsiteY395" fmla="*/ 624684 h 624903"/>
                <a:gd name="connsiteX396" fmla="*/ 350933 w 679719"/>
                <a:gd name="connsiteY396" fmla="*/ 624684 h 624903"/>
                <a:gd name="connsiteX397" fmla="*/ 394238 w 679719"/>
                <a:gd name="connsiteY397" fmla="*/ 624684 h 624903"/>
                <a:gd name="connsiteX398" fmla="*/ 437542 w 679719"/>
                <a:gd name="connsiteY398" fmla="*/ 624684 h 624903"/>
                <a:gd name="connsiteX399" fmla="*/ 480847 w 679719"/>
                <a:gd name="connsiteY399" fmla="*/ 624684 h 624903"/>
                <a:gd name="connsiteX400" fmla="*/ 524152 w 679719"/>
                <a:gd name="connsiteY400" fmla="*/ 624684 h 624903"/>
                <a:gd name="connsiteX401" fmla="*/ 567457 w 679719"/>
                <a:gd name="connsiteY401" fmla="*/ 624684 h 624903"/>
                <a:gd name="connsiteX402" fmla="*/ 610762 w 679719"/>
                <a:gd name="connsiteY402" fmla="*/ 624684 h 624903"/>
                <a:gd name="connsiteX403" fmla="*/ 654066 w 679719"/>
                <a:gd name="connsiteY403" fmla="*/ 624684 h 624903"/>
                <a:gd name="connsiteX404" fmla="*/ 653847 w 679719"/>
                <a:gd name="connsiteY404" fmla="*/ 606814 h 624903"/>
                <a:gd name="connsiteX405" fmla="*/ 655272 w 679719"/>
                <a:gd name="connsiteY405" fmla="*/ 598702 h 624903"/>
                <a:gd name="connsiteX406" fmla="*/ 656807 w 679719"/>
                <a:gd name="connsiteY406" fmla="*/ 596509 h 624903"/>
                <a:gd name="connsiteX407" fmla="*/ 655272 w 679719"/>
                <a:gd name="connsiteY407" fmla="*/ 580064 h 624903"/>
                <a:gd name="connsiteX408" fmla="*/ 657465 w 679719"/>
                <a:gd name="connsiteY408" fmla="*/ 576885 h 624903"/>
                <a:gd name="connsiteX409" fmla="*/ 674129 w 679719"/>
                <a:gd name="connsiteY409" fmla="*/ 556822 h 624903"/>
                <a:gd name="connsiteX410" fmla="*/ 678624 w 679719"/>
                <a:gd name="connsiteY410" fmla="*/ 544762 h 624903"/>
                <a:gd name="connsiteX411" fmla="*/ 678734 w 679719"/>
                <a:gd name="connsiteY411" fmla="*/ 531826 h 624903"/>
                <a:gd name="connsiteX412" fmla="*/ 677527 w 679719"/>
                <a:gd name="connsiteY412" fmla="*/ 517354 h 624903"/>
                <a:gd name="connsiteX413" fmla="*/ 673690 w 679719"/>
                <a:gd name="connsiteY413" fmla="*/ 498936 h 624903"/>
                <a:gd name="connsiteX414" fmla="*/ 674786 w 679719"/>
                <a:gd name="connsiteY414" fmla="*/ 494441 h 624903"/>
                <a:gd name="connsiteX415" fmla="*/ 676541 w 679719"/>
                <a:gd name="connsiteY415" fmla="*/ 489837 h 624903"/>
                <a:gd name="connsiteX416" fmla="*/ 676979 w 679719"/>
                <a:gd name="connsiteY416" fmla="*/ 485013 h 624903"/>
                <a:gd name="connsiteX417" fmla="*/ 673910 w 679719"/>
                <a:gd name="connsiteY417" fmla="*/ 483369 h 624903"/>
                <a:gd name="connsiteX418" fmla="*/ 670840 w 679719"/>
                <a:gd name="connsiteY418" fmla="*/ 482163 h 624903"/>
                <a:gd name="connsiteX419" fmla="*/ 671607 w 679719"/>
                <a:gd name="connsiteY419" fmla="*/ 478654 h 624903"/>
                <a:gd name="connsiteX420" fmla="*/ 674129 w 679719"/>
                <a:gd name="connsiteY420" fmla="*/ 475694 h 624903"/>
                <a:gd name="connsiteX421" fmla="*/ 672594 w 679719"/>
                <a:gd name="connsiteY421" fmla="*/ 464841 h 624903"/>
                <a:gd name="connsiteX422" fmla="*/ 665906 w 679719"/>
                <a:gd name="connsiteY422" fmla="*/ 456070 h 624903"/>
                <a:gd name="connsiteX423" fmla="*/ 664372 w 679719"/>
                <a:gd name="connsiteY423" fmla="*/ 443901 h 624903"/>
                <a:gd name="connsiteX424" fmla="*/ 670730 w 679719"/>
                <a:gd name="connsiteY424" fmla="*/ 403227 h 624903"/>
                <a:gd name="connsiteX425" fmla="*/ 669524 w 679719"/>
                <a:gd name="connsiteY425" fmla="*/ 387879 h 624903"/>
                <a:gd name="connsiteX426" fmla="*/ 678624 w 679719"/>
                <a:gd name="connsiteY426" fmla="*/ 378122 h 624903"/>
                <a:gd name="connsiteX427" fmla="*/ 681693 w 679719"/>
                <a:gd name="connsiteY427" fmla="*/ 372969 h 624903"/>
                <a:gd name="connsiteX428" fmla="*/ 681145 w 679719"/>
                <a:gd name="connsiteY428" fmla="*/ 365843 h 624903"/>
                <a:gd name="connsiteX429" fmla="*/ 682022 w 679719"/>
                <a:gd name="connsiteY429" fmla="*/ 362773 h 624903"/>
                <a:gd name="connsiteX430" fmla="*/ 681255 w 679719"/>
                <a:gd name="connsiteY430" fmla="*/ 347534 h 624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</a:cxnLst>
              <a:rect l="l" t="t" r="r" b="b"/>
              <a:pathLst>
                <a:path w="679719" h="624903">
                  <a:moveTo>
                    <a:pt x="130682" y="452562"/>
                  </a:moveTo>
                  <a:lnTo>
                    <a:pt x="136602" y="451466"/>
                  </a:lnTo>
                  <a:lnTo>
                    <a:pt x="142632" y="448834"/>
                  </a:lnTo>
                  <a:lnTo>
                    <a:pt x="152937" y="442585"/>
                  </a:lnTo>
                  <a:lnTo>
                    <a:pt x="148881" y="449712"/>
                  </a:lnTo>
                  <a:lnTo>
                    <a:pt x="155678" y="448286"/>
                  </a:lnTo>
                  <a:lnTo>
                    <a:pt x="161379" y="443572"/>
                  </a:lnTo>
                  <a:lnTo>
                    <a:pt x="169162" y="432718"/>
                  </a:lnTo>
                  <a:lnTo>
                    <a:pt x="172123" y="432938"/>
                  </a:lnTo>
                  <a:lnTo>
                    <a:pt x="178920" y="430197"/>
                  </a:lnTo>
                  <a:lnTo>
                    <a:pt x="182867" y="429868"/>
                  </a:lnTo>
                  <a:lnTo>
                    <a:pt x="181113" y="430526"/>
                  </a:lnTo>
                  <a:lnTo>
                    <a:pt x="179578" y="431403"/>
                  </a:lnTo>
                  <a:lnTo>
                    <a:pt x="178372" y="432609"/>
                  </a:lnTo>
                  <a:lnTo>
                    <a:pt x="177495" y="434144"/>
                  </a:lnTo>
                  <a:lnTo>
                    <a:pt x="180126" y="433815"/>
                  </a:lnTo>
                  <a:lnTo>
                    <a:pt x="182428" y="432828"/>
                  </a:lnTo>
                  <a:lnTo>
                    <a:pt x="186704" y="429978"/>
                  </a:lnTo>
                  <a:lnTo>
                    <a:pt x="187361" y="430745"/>
                  </a:lnTo>
                  <a:lnTo>
                    <a:pt x="188239" y="431403"/>
                  </a:lnTo>
                  <a:lnTo>
                    <a:pt x="188239" y="428443"/>
                  </a:lnTo>
                  <a:lnTo>
                    <a:pt x="187690" y="426250"/>
                  </a:lnTo>
                  <a:lnTo>
                    <a:pt x="186704" y="424496"/>
                  </a:lnTo>
                  <a:lnTo>
                    <a:pt x="185388" y="422851"/>
                  </a:lnTo>
                  <a:lnTo>
                    <a:pt x="182099" y="423180"/>
                  </a:lnTo>
                  <a:lnTo>
                    <a:pt x="173329" y="427237"/>
                  </a:lnTo>
                  <a:lnTo>
                    <a:pt x="164229" y="430635"/>
                  </a:lnTo>
                  <a:lnTo>
                    <a:pt x="156445" y="435679"/>
                  </a:lnTo>
                  <a:lnTo>
                    <a:pt x="145701" y="441379"/>
                  </a:lnTo>
                  <a:lnTo>
                    <a:pt x="140220" y="442695"/>
                  </a:lnTo>
                  <a:lnTo>
                    <a:pt x="131559" y="446313"/>
                  </a:lnTo>
                  <a:lnTo>
                    <a:pt x="129366" y="447628"/>
                  </a:lnTo>
                  <a:lnTo>
                    <a:pt x="126406" y="450808"/>
                  </a:lnTo>
                  <a:lnTo>
                    <a:pt x="125529" y="452233"/>
                  </a:lnTo>
                  <a:lnTo>
                    <a:pt x="126954" y="452671"/>
                  </a:lnTo>
                  <a:lnTo>
                    <a:pt x="130682" y="452671"/>
                  </a:lnTo>
                  <a:close/>
                  <a:moveTo>
                    <a:pt x="681255" y="347534"/>
                  </a:moveTo>
                  <a:lnTo>
                    <a:pt x="682899" y="334707"/>
                  </a:lnTo>
                  <a:lnTo>
                    <a:pt x="678185" y="319907"/>
                  </a:lnTo>
                  <a:lnTo>
                    <a:pt x="658999" y="295788"/>
                  </a:lnTo>
                  <a:lnTo>
                    <a:pt x="635429" y="274629"/>
                  </a:lnTo>
                  <a:lnTo>
                    <a:pt x="622711" y="266078"/>
                  </a:lnTo>
                  <a:lnTo>
                    <a:pt x="611858" y="256649"/>
                  </a:lnTo>
                  <a:lnTo>
                    <a:pt x="603635" y="244809"/>
                  </a:lnTo>
                  <a:lnTo>
                    <a:pt x="598373" y="233407"/>
                  </a:lnTo>
                  <a:lnTo>
                    <a:pt x="595852" y="218716"/>
                  </a:lnTo>
                  <a:lnTo>
                    <a:pt x="586642" y="206109"/>
                  </a:lnTo>
                  <a:lnTo>
                    <a:pt x="575569" y="195145"/>
                  </a:lnTo>
                  <a:lnTo>
                    <a:pt x="561317" y="168285"/>
                  </a:lnTo>
                  <a:lnTo>
                    <a:pt x="549587" y="159296"/>
                  </a:lnTo>
                  <a:lnTo>
                    <a:pt x="535992" y="153924"/>
                  </a:lnTo>
                  <a:lnTo>
                    <a:pt x="525687" y="143618"/>
                  </a:lnTo>
                  <a:lnTo>
                    <a:pt x="520973" y="128818"/>
                  </a:lnTo>
                  <a:lnTo>
                    <a:pt x="513956" y="116320"/>
                  </a:lnTo>
                  <a:lnTo>
                    <a:pt x="502554" y="108097"/>
                  </a:lnTo>
                  <a:lnTo>
                    <a:pt x="499375" y="104918"/>
                  </a:lnTo>
                  <a:lnTo>
                    <a:pt x="495648" y="96586"/>
                  </a:lnTo>
                  <a:lnTo>
                    <a:pt x="495648" y="91543"/>
                  </a:lnTo>
                  <a:lnTo>
                    <a:pt x="492468" y="85842"/>
                  </a:lnTo>
                  <a:lnTo>
                    <a:pt x="484575" y="74769"/>
                  </a:lnTo>
                  <a:lnTo>
                    <a:pt x="479093" y="78387"/>
                  </a:lnTo>
                  <a:lnTo>
                    <a:pt x="475585" y="86281"/>
                  </a:lnTo>
                  <a:lnTo>
                    <a:pt x="469555" y="87377"/>
                  </a:lnTo>
                  <a:lnTo>
                    <a:pt x="466266" y="83759"/>
                  </a:lnTo>
                  <a:lnTo>
                    <a:pt x="462539" y="80689"/>
                  </a:lnTo>
                  <a:lnTo>
                    <a:pt x="458372" y="81676"/>
                  </a:lnTo>
                  <a:lnTo>
                    <a:pt x="454864" y="83759"/>
                  </a:lnTo>
                  <a:lnTo>
                    <a:pt x="449821" y="79264"/>
                  </a:lnTo>
                  <a:lnTo>
                    <a:pt x="447080" y="71809"/>
                  </a:lnTo>
                  <a:lnTo>
                    <a:pt x="441708" y="65889"/>
                  </a:lnTo>
                  <a:lnTo>
                    <a:pt x="433596" y="64793"/>
                  </a:lnTo>
                  <a:lnTo>
                    <a:pt x="423838" y="65012"/>
                  </a:lnTo>
                  <a:lnTo>
                    <a:pt x="414520" y="64025"/>
                  </a:lnTo>
                  <a:lnTo>
                    <a:pt x="411012" y="57995"/>
                  </a:lnTo>
                  <a:lnTo>
                    <a:pt x="413423" y="6030"/>
                  </a:lnTo>
                  <a:lnTo>
                    <a:pt x="413204" y="0"/>
                  </a:lnTo>
                  <a:lnTo>
                    <a:pt x="410792" y="4166"/>
                  </a:lnTo>
                  <a:lnTo>
                    <a:pt x="399829" y="17103"/>
                  </a:lnTo>
                  <a:lnTo>
                    <a:pt x="397856" y="22694"/>
                  </a:lnTo>
                  <a:lnTo>
                    <a:pt x="396321" y="42976"/>
                  </a:lnTo>
                  <a:lnTo>
                    <a:pt x="391826" y="60736"/>
                  </a:lnTo>
                  <a:lnTo>
                    <a:pt x="391935" y="69836"/>
                  </a:lnTo>
                  <a:lnTo>
                    <a:pt x="394896" y="86938"/>
                  </a:lnTo>
                  <a:lnTo>
                    <a:pt x="394676" y="95270"/>
                  </a:lnTo>
                  <a:lnTo>
                    <a:pt x="392155" y="107001"/>
                  </a:lnTo>
                  <a:lnTo>
                    <a:pt x="391826" y="111606"/>
                  </a:lnTo>
                  <a:lnTo>
                    <a:pt x="392374" y="123227"/>
                  </a:lnTo>
                  <a:lnTo>
                    <a:pt x="390510" y="133642"/>
                  </a:lnTo>
                  <a:lnTo>
                    <a:pt x="390401" y="149538"/>
                  </a:lnTo>
                  <a:lnTo>
                    <a:pt x="389852" y="153704"/>
                  </a:lnTo>
                  <a:lnTo>
                    <a:pt x="389852" y="155568"/>
                  </a:lnTo>
                  <a:lnTo>
                    <a:pt x="390401" y="158090"/>
                  </a:lnTo>
                  <a:lnTo>
                    <a:pt x="396321" y="169382"/>
                  </a:lnTo>
                  <a:lnTo>
                    <a:pt x="397198" y="173109"/>
                  </a:lnTo>
                  <a:lnTo>
                    <a:pt x="396979" y="176837"/>
                  </a:lnTo>
                  <a:lnTo>
                    <a:pt x="396101" y="179687"/>
                  </a:lnTo>
                  <a:lnTo>
                    <a:pt x="394238" y="188458"/>
                  </a:lnTo>
                  <a:lnTo>
                    <a:pt x="386563" y="196900"/>
                  </a:lnTo>
                  <a:lnTo>
                    <a:pt x="368803" y="209507"/>
                  </a:lnTo>
                  <a:lnTo>
                    <a:pt x="357401" y="217730"/>
                  </a:lnTo>
                  <a:lnTo>
                    <a:pt x="353674" y="223759"/>
                  </a:lnTo>
                  <a:lnTo>
                    <a:pt x="349946" y="232420"/>
                  </a:lnTo>
                  <a:lnTo>
                    <a:pt x="348631" y="237354"/>
                  </a:lnTo>
                  <a:lnTo>
                    <a:pt x="348740" y="240752"/>
                  </a:lnTo>
                  <a:lnTo>
                    <a:pt x="349508" y="244151"/>
                  </a:lnTo>
                  <a:lnTo>
                    <a:pt x="349946" y="248755"/>
                  </a:lnTo>
                  <a:lnTo>
                    <a:pt x="349508" y="253031"/>
                  </a:lnTo>
                  <a:lnTo>
                    <a:pt x="347644" y="261802"/>
                  </a:lnTo>
                  <a:lnTo>
                    <a:pt x="344574" y="302037"/>
                  </a:lnTo>
                  <a:lnTo>
                    <a:pt x="342163" y="308944"/>
                  </a:lnTo>
                  <a:lnTo>
                    <a:pt x="336900" y="315960"/>
                  </a:lnTo>
                  <a:lnTo>
                    <a:pt x="330212" y="321442"/>
                  </a:lnTo>
                  <a:lnTo>
                    <a:pt x="323744" y="323634"/>
                  </a:lnTo>
                  <a:lnTo>
                    <a:pt x="319688" y="326485"/>
                  </a:lnTo>
                  <a:lnTo>
                    <a:pt x="304120" y="346219"/>
                  </a:lnTo>
                  <a:lnTo>
                    <a:pt x="288771" y="356524"/>
                  </a:lnTo>
                  <a:lnTo>
                    <a:pt x="279891" y="359923"/>
                  </a:lnTo>
                  <a:lnTo>
                    <a:pt x="275835" y="362006"/>
                  </a:lnTo>
                  <a:lnTo>
                    <a:pt x="259719" y="376696"/>
                  </a:lnTo>
                  <a:lnTo>
                    <a:pt x="236038" y="387221"/>
                  </a:lnTo>
                  <a:lnTo>
                    <a:pt x="219265" y="397855"/>
                  </a:lnTo>
                  <a:lnTo>
                    <a:pt x="206547" y="404872"/>
                  </a:lnTo>
                  <a:lnTo>
                    <a:pt x="196461" y="412656"/>
                  </a:lnTo>
                  <a:lnTo>
                    <a:pt x="191966" y="418028"/>
                  </a:lnTo>
                  <a:lnTo>
                    <a:pt x="192295" y="419453"/>
                  </a:lnTo>
                  <a:lnTo>
                    <a:pt x="196132" y="419892"/>
                  </a:lnTo>
                  <a:lnTo>
                    <a:pt x="199969" y="419672"/>
                  </a:lnTo>
                  <a:lnTo>
                    <a:pt x="202381" y="419014"/>
                  </a:lnTo>
                  <a:lnTo>
                    <a:pt x="206876" y="415945"/>
                  </a:lnTo>
                  <a:lnTo>
                    <a:pt x="207863" y="416931"/>
                  </a:lnTo>
                  <a:lnTo>
                    <a:pt x="209727" y="415945"/>
                  </a:lnTo>
                  <a:lnTo>
                    <a:pt x="209288" y="411121"/>
                  </a:lnTo>
                  <a:lnTo>
                    <a:pt x="214331" y="406736"/>
                  </a:lnTo>
                  <a:lnTo>
                    <a:pt x="227158" y="400158"/>
                  </a:lnTo>
                  <a:lnTo>
                    <a:pt x="239985" y="389852"/>
                  </a:lnTo>
                  <a:lnTo>
                    <a:pt x="244699" y="388865"/>
                  </a:lnTo>
                  <a:lnTo>
                    <a:pt x="241520" y="393141"/>
                  </a:lnTo>
                  <a:lnTo>
                    <a:pt x="236148" y="398294"/>
                  </a:lnTo>
                  <a:lnTo>
                    <a:pt x="230118" y="402679"/>
                  </a:lnTo>
                  <a:lnTo>
                    <a:pt x="220909" y="405859"/>
                  </a:lnTo>
                  <a:lnTo>
                    <a:pt x="216414" y="409257"/>
                  </a:lnTo>
                  <a:lnTo>
                    <a:pt x="212358" y="413862"/>
                  </a:lnTo>
                  <a:lnTo>
                    <a:pt x="209727" y="418795"/>
                  </a:lnTo>
                  <a:lnTo>
                    <a:pt x="213564" y="420220"/>
                  </a:lnTo>
                  <a:lnTo>
                    <a:pt x="219155" y="427566"/>
                  </a:lnTo>
                  <a:lnTo>
                    <a:pt x="223211" y="428662"/>
                  </a:lnTo>
                  <a:lnTo>
                    <a:pt x="224527" y="427785"/>
                  </a:lnTo>
                  <a:lnTo>
                    <a:pt x="225075" y="426360"/>
                  </a:lnTo>
                  <a:lnTo>
                    <a:pt x="225843" y="425044"/>
                  </a:lnTo>
                  <a:lnTo>
                    <a:pt x="227816" y="424496"/>
                  </a:lnTo>
                  <a:lnTo>
                    <a:pt x="230118" y="424715"/>
                  </a:lnTo>
                  <a:lnTo>
                    <a:pt x="231763" y="425483"/>
                  </a:lnTo>
                  <a:lnTo>
                    <a:pt x="235052" y="428662"/>
                  </a:lnTo>
                  <a:lnTo>
                    <a:pt x="238999" y="434911"/>
                  </a:lnTo>
                  <a:lnTo>
                    <a:pt x="238779" y="441379"/>
                  </a:lnTo>
                  <a:lnTo>
                    <a:pt x="232421" y="457057"/>
                  </a:lnTo>
                  <a:lnTo>
                    <a:pt x="235161" y="455412"/>
                  </a:lnTo>
                  <a:lnTo>
                    <a:pt x="244590" y="452891"/>
                  </a:lnTo>
                  <a:lnTo>
                    <a:pt x="249523" y="450369"/>
                  </a:lnTo>
                  <a:lnTo>
                    <a:pt x="252154" y="449931"/>
                  </a:lnTo>
                  <a:lnTo>
                    <a:pt x="255553" y="451356"/>
                  </a:lnTo>
                  <a:lnTo>
                    <a:pt x="252593" y="453439"/>
                  </a:lnTo>
                  <a:lnTo>
                    <a:pt x="244918" y="455741"/>
                  </a:lnTo>
                  <a:lnTo>
                    <a:pt x="243384" y="457824"/>
                  </a:lnTo>
                  <a:lnTo>
                    <a:pt x="241958" y="458921"/>
                  </a:lnTo>
                  <a:lnTo>
                    <a:pt x="238670" y="459030"/>
                  </a:lnTo>
                  <a:lnTo>
                    <a:pt x="232092" y="458482"/>
                  </a:lnTo>
                  <a:lnTo>
                    <a:pt x="230995" y="459797"/>
                  </a:lnTo>
                  <a:lnTo>
                    <a:pt x="227706" y="466266"/>
                  </a:lnTo>
                  <a:lnTo>
                    <a:pt x="225952" y="468568"/>
                  </a:lnTo>
                  <a:lnTo>
                    <a:pt x="223540" y="470213"/>
                  </a:lnTo>
                  <a:lnTo>
                    <a:pt x="220251" y="471747"/>
                  </a:lnTo>
                  <a:lnTo>
                    <a:pt x="216743" y="472405"/>
                  </a:lnTo>
                  <a:lnTo>
                    <a:pt x="213673" y="471309"/>
                  </a:lnTo>
                  <a:lnTo>
                    <a:pt x="207972" y="474598"/>
                  </a:lnTo>
                  <a:lnTo>
                    <a:pt x="196790" y="478764"/>
                  </a:lnTo>
                  <a:lnTo>
                    <a:pt x="192185" y="481286"/>
                  </a:lnTo>
                  <a:lnTo>
                    <a:pt x="190651" y="482711"/>
                  </a:lnTo>
                  <a:lnTo>
                    <a:pt x="186265" y="487754"/>
                  </a:lnTo>
                  <a:lnTo>
                    <a:pt x="185278" y="489837"/>
                  </a:lnTo>
                  <a:lnTo>
                    <a:pt x="186265" y="490933"/>
                  </a:lnTo>
                  <a:lnTo>
                    <a:pt x="191418" y="488631"/>
                  </a:lnTo>
                  <a:lnTo>
                    <a:pt x="193501" y="488521"/>
                  </a:lnTo>
                  <a:lnTo>
                    <a:pt x="193830" y="486986"/>
                  </a:lnTo>
                  <a:lnTo>
                    <a:pt x="194597" y="485342"/>
                  </a:lnTo>
                  <a:lnTo>
                    <a:pt x="194926" y="484246"/>
                  </a:lnTo>
                  <a:lnTo>
                    <a:pt x="196242" y="484246"/>
                  </a:lnTo>
                  <a:lnTo>
                    <a:pt x="196461" y="487096"/>
                  </a:lnTo>
                  <a:lnTo>
                    <a:pt x="197886" y="493345"/>
                  </a:lnTo>
                  <a:lnTo>
                    <a:pt x="197448" y="495757"/>
                  </a:lnTo>
                  <a:lnTo>
                    <a:pt x="195694" y="497182"/>
                  </a:lnTo>
                  <a:lnTo>
                    <a:pt x="193830" y="496524"/>
                  </a:lnTo>
                  <a:lnTo>
                    <a:pt x="192514" y="494441"/>
                  </a:lnTo>
                  <a:lnTo>
                    <a:pt x="192185" y="491481"/>
                  </a:lnTo>
                  <a:lnTo>
                    <a:pt x="188787" y="493345"/>
                  </a:lnTo>
                  <a:lnTo>
                    <a:pt x="184182" y="494551"/>
                  </a:lnTo>
                  <a:lnTo>
                    <a:pt x="174644" y="495867"/>
                  </a:lnTo>
                  <a:lnTo>
                    <a:pt x="169711" y="495428"/>
                  </a:lnTo>
                  <a:lnTo>
                    <a:pt x="160721" y="493126"/>
                  </a:lnTo>
                  <a:lnTo>
                    <a:pt x="156993" y="494332"/>
                  </a:lnTo>
                  <a:lnTo>
                    <a:pt x="151183" y="491810"/>
                  </a:lnTo>
                  <a:lnTo>
                    <a:pt x="139123" y="488521"/>
                  </a:lnTo>
                  <a:lnTo>
                    <a:pt x="134080" y="485890"/>
                  </a:lnTo>
                  <a:lnTo>
                    <a:pt x="132765" y="489069"/>
                  </a:lnTo>
                  <a:lnTo>
                    <a:pt x="134519" y="491810"/>
                  </a:lnTo>
                  <a:lnTo>
                    <a:pt x="137369" y="494441"/>
                  </a:lnTo>
                  <a:lnTo>
                    <a:pt x="139452" y="497182"/>
                  </a:lnTo>
                  <a:lnTo>
                    <a:pt x="137150" y="497402"/>
                  </a:lnTo>
                  <a:lnTo>
                    <a:pt x="134957" y="497073"/>
                  </a:lnTo>
                  <a:lnTo>
                    <a:pt x="132984" y="496086"/>
                  </a:lnTo>
                  <a:lnTo>
                    <a:pt x="131340" y="494332"/>
                  </a:lnTo>
                  <a:lnTo>
                    <a:pt x="132655" y="498279"/>
                  </a:lnTo>
                  <a:lnTo>
                    <a:pt x="134519" y="501458"/>
                  </a:lnTo>
                  <a:lnTo>
                    <a:pt x="135396" y="504418"/>
                  </a:lnTo>
                  <a:lnTo>
                    <a:pt x="133532" y="507707"/>
                  </a:lnTo>
                  <a:lnTo>
                    <a:pt x="131120" y="507049"/>
                  </a:lnTo>
                  <a:lnTo>
                    <a:pt x="127283" y="504089"/>
                  </a:lnTo>
                  <a:lnTo>
                    <a:pt x="123665" y="500471"/>
                  </a:lnTo>
                  <a:lnTo>
                    <a:pt x="122021" y="497730"/>
                  </a:lnTo>
                  <a:lnTo>
                    <a:pt x="123227" y="494661"/>
                  </a:lnTo>
                  <a:lnTo>
                    <a:pt x="128160" y="488631"/>
                  </a:lnTo>
                  <a:lnTo>
                    <a:pt x="128708" y="485671"/>
                  </a:lnTo>
                  <a:lnTo>
                    <a:pt x="126516" y="483259"/>
                  </a:lnTo>
                  <a:lnTo>
                    <a:pt x="118732" y="480957"/>
                  </a:lnTo>
                  <a:lnTo>
                    <a:pt x="115224" y="478654"/>
                  </a:lnTo>
                  <a:lnTo>
                    <a:pt x="116101" y="478654"/>
                  </a:lnTo>
                  <a:lnTo>
                    <a:pt x="116320" y="478435"/>
                  </a:lnTo>
                  <a:lnTo>
                    <a:pt x="116320" y="477887"/>
                  </a:lnTo>
                  <a:lnTo>
                    <a:pt x="116539" y="477229"/>
                  </a:lnTo>
                  <a:lnTo>
                    <a:pt x="119390" y="478654"/>
                  </a:lnTo>
                  <a:lnTo>
                    <a:pt x="118622" y="476133"/>
                  </a:lnTo>
                  <a:lnTo>
                    <a:pt x="116649" y="474050"/>
                  </a:lnTo>
                  <a:lnTo>
                    <a:pt x="114017" y="472515"/>
                  </a:lnTo>
                  <a:lnTo>
                    <a:pt x="111277" y="471528"/>
                  </a:lnTo>
                  <a:lnTo>
                    <a:pt x="113798" y="467362"/>
                  </a:lnTo>
                  <a:lnTo>
                    <a:pt x="108974" y="469116"/>
                  </a:lnTo>
                  <a:lnTo>
                    <a:pt x="106453" y="468459"/>
                  </a:lnTo>
                  <a:lnTo>
                    <a:pt x="104260" y="466595"/>
                  </a:lnTo>
                  <a:lnTo>
                    <a:pt x="100313" y="464621"/>
                  </a:lnTo>
                  <a:lnTo>
                    <a:pt x="101520" y="471090"/>
                  </a:lnTo>
                  <a:lnTo>
                    <a:pt x="105686" y="475256"/>
                  </a:lnTo>
                  <a:lnTo>
                    <a:pt x="111167" y="478654"/>
                  </a:lnTo>
                  <a:lnTo>
                    <a:pt x="116429" y="482711"/>
                  </a:lnTo>
                  <a:lnTo>
                    <a:pt x="112812" y="481943"/>
                  </a:lnTo>
                  <a:lnTo>
                    <a:pt x="108865" y="480189"/>
                  </a:lnTo>
                  <a:lnTo>
                    <a:pt x="105686" y="477777"/>
                  </a:lnTo>
                  <a:lnTo>
                    <a:pt x="104370" y="475037"/>
                  </a:lnTo>
                  <a:lnTo>
                    <a:pt x="103164" y="474050"/>
                  </a:lnTo>
                  <a:lnTo>
                    <a:pt x="100533" y="474488"/>
                  </a:lnTo>
                  <a:lnTo>
                    <a:pt x="96148" y="475804"/>
                  </a:lnTo>
                  <a:lnTo>
                    <a:pt x="93516" y="475256"/>
                  </a:lnTo>
                  <a:lnTo>
                    <a:pt x="91543" y="474269"/>
                  </a:lnTo>
                  <a:lnTo>
                    <a:pt x="88035" y="471418"/>
                  </a:lnTo>
                  <a:lnTo>
                    <a:pt x="84856" y="473392"/>
                  </a:lnTo>
                  <a:lnTo>
                    <a:pt x="83869" y="474269"/>
                  </a:lnTo>
                  <a:lnTo>
                    <a:pt x="84417" y="471967"/>
                  </a:lnTo>
                  <a:lnTo>
                    <a:pt x="85294" y="470103"/>
                  </a:lnTo>
                  <a:lnTo>
                    <a:pt x="86500" y="468568"/>
                  </a:lnTo>
                  <a:lnTo>
                    <a:pt x="88144" y="467253"/>
                  </a:lnTo>
                  <a:lnTo>
                    <a:pt x="87377" y="466047"/>
                  </a:lnTo>
                  <a:lnTo>
                    <a:pt x="87158" y="465170"/>
                  </a:lnTo>
                  <a:lnTo>
                    <a:pt x="87048" y="464292"/>
                  </a:lnTo>
                  <a:lnTo>
                    <a:pt x="86719" y="463087"/>
                  </a:lnTo>
                  <a:lnTo>
                    <a:pt x="88802" y="464731"/>
                  </a:lnTo>
                  <a:lnTo>
                    <a:pt x="91214" y="465389"/>
                  </a:lnTo>
                  <a:lnTo>
                    <a:pt x="93736" y="465279"/>
                  </a:lnTo>
                  <a:lnTo>
                    <a:pt x="96257" y="464512"/>
                  </a:lnTo>
                  <a:lnTo>
                    <a:pt x="96257" y="462977"/>
                  </a:lnTo>
                  <a:lnTo>
                    <a:pt x="93407" y="462758"/>
                  </a:lnTo>
                  <a:lnTo>
                    <a:pt x="92201" y="461771"/>
                  </a:lnTo>
                  <a:lnTo>
                    <a:pt x="92859" y="460565"/>
                  </a:lnTo>
                  <a:lnTo>
                    <a:pt x="95599" y="460017"/>
                  </a:lnTo>
                  <a:lnTo>
                    <a:pt x="97353" y="460346"/>
                  </a:lnTo>
                  <a:lnTo>
                    <a:pt x="98231" y="460894"/>
                  </a:lnTo>
                  <a:lnTo>
                    <a:pt x="99108" y="460894"/>
                  </a:lnTo>
                  <a:lnTo>
                    <a:pt x="103054" y="457605"/>
                  </a:lnTo>
                  <a:lnTo>
                    <a:pt x="104260" y="457166"/>
                  </a:lnTo>
                  <a:lnTo>
                    <a:pt x="105686" y="457386"/>
                  </a:lnTo>
                  <a:lnTo>
                    <a:pt x="106782" y="459030"/>
                  </a:lnTo>
                  <a:lnTo>
                    <a:pt x="106124" y="461442"/>
                  </a:lnTo>
                  <a:lnTo>
                    <a:pt x="105795" y="463635"/>
                  </a:lnTo>
                  <a:lnTo>
                    <a:pt x="107769" y="464512"/>
                  </a:lnTo>
                  <a:lnTo>
                    <a:pt x="113141" y="464402"/>
                  </a:lnTo>
                  <a:lnTo>
                    <a:pt x="115552" y="463964"/>
                  </a:lnTo>
                  <a:lnTo>
                    <a:pt x="117855" y="462977"/>
                  </a:lnTo>
                  <a:lnTo>
                    <a:pt x="117307" y="464402"/>
                  </a:lnTo>
                  <a:lnTo>
                    <a:pt x="116429" y="465827"/>
                  </a:lnTo>
                  <a:lnTo>
                    <a:pt x="118732" y="465279"/>
                  </a:lnTo>
                  <a:lnTo>
                    <a:pt x="120705" y="463525"/>
                  </a:lnTo>
                  <a:lnTo>
                    <a:pt x="121911" y="461223"/>
                  </a:lnTo>
                  <a:lnTo>
                    <a:pt x="121911" y="458701"/>
                  </a:lnTo>
                  <a:lnTo>
                    <a:pt x="120595" y="457386"/>
                  </a:lnTo>
                  <a:lnTo>
                    <a:pt x="109961" y="450479"/>
                  </a:lnTo>
                  <a:lnTo>
                    <a:pt x="104589" y="444449"/>
                  </a:lnTo>
                  <a:lnTo>
                    <a:pt x="98450" y="442914"/>
                  </a:lnTo>
                  <a:lnTo>
                    <a:pt x="82553" y="442257"/>
                  </a:lnTo>
                  <a:lnTo>
                    <a:pt x="57557" y="445436"/>
                  </a:lnTo>
                  <a:lnTo>
                    <a:pt x="36727" y="447409"/>
                  </a:lnTo>
                  <a:lnTo>
                    <a:pt x="14581" y="448615"/>
                  </a:lnTo>
                  <a:lnTo>
                    <a:pt x="0" y="452891"/>
                  </a:lnTo>
                  <a:lnTo>
                    <a:pt x="658" y="456838"/>
                  </a:lnTo>
                  <a:lnTo>
                    <a:pt x="3070" y="460784"/>
                  </a:lnTo>
                  <a:lnTo>
                    <a:pt x="5920" y="464621"/>
                  </a:lnTo>
                  <a:lnTo>
                    <a:pt x="8222" y="468239"/>
                  </a:lnTo>
                  <a:lnTo>
                    <a:pt x="9757" y="473063"/>
                  </a:lnTo>
                  <a:lnTo>
                    <a:pt x="10744" y="478325"/>
                  </a:lnTo>
                  <a:lnTo>
                    <a:pt x="12279" y="483259"/>
                  </a:lnTo>
                  <a:lnTo>
                    <a:pt x="15458" y="486986"/>
                  </a:lnTo>
                  <a:lnTo>
                    <a:pt x="17103" y="488192"/>
                  </a:lnTo>
                  <a:lnTo>
                    <a:pt x="18638" y="489508"/>
                  </a:lnTo>
                  <a:lnTo>
                    <a:pt x="20172" y="490824"/>
                  </a:lnTo>
                  <a:lnTo>
                    <a:pt x="21817" y="492029"/>
                  </a:lnTo>
                  <a:lnTo>
                    <a:pt x="23900" y="492797"/>
                  </a:lnTo>
                  <a:lnTo>
                    <a:pt x="25325" y="492249"/>
                  </a:lnTo>
                  <a:lnTo>
                    <a:pt x="26750" y="491481"/>
                  </a:lnTo>
                  <a:lnTo>
                    <a:pt x="28614" y="491372"/>
                  </a:lnTo>
                  <a:lnTo>
                    <a:pt x="37275" y="492687"/>
                  </a:lnTo>
                  <a:lnTo>
                    <a:pt x="46703" y="492687"/>
                  </a:lnTo>
                  <a:lnTo>
                    <a:pt x="56132" y="492139"/>
                  </a:lnTo>
                  <a:lnTo>
                    <a:pt x="65122" y="491810"/>
                  </a:lnTo>
                  <a:lnTo>
                    <a:pt x="65012" y="501238"/>
                  </a:lnTo>
                  <a:lnTo>
                    <a:pt x="64902" y="510667"/>
                  </a:lnTo>
                  <a:lnTo>
                    <a:pt x="64793" y="520095"/>
                  </a:lnTo>
                  <a:lnTo>
                    <a:pt x="64683" y="529524"/>
                  </a:lnTo>
                  <a:lnTo>
                    <a:pt x="64135" y="535663"/>
                  </a:lnTo>
                  <a:lnTo>
                    <a:pt x="63477" y="544214"/>
                  </a:lnTo>
                  <a:lnTo>
                    <a:pt x="63916" y="552218"/>
                  </a:lnTo>
                  <a:lnTo>
                    <a:pt x="66766" y="556932"/>
                  </a:lnTo>
                  <a:lnTo>
                    <a:pt x="71809" y="560111"/>
                  </a:lnTo>
                  <a:lnTo>
                    <a:pt x="76304" y="563729"/>
                  </a:lnTo>
                  <a:lnTo>
                    <a:pt x="80690" y="567456"/>
                  </a:lnTo>
                  <a:lnTo>
                    <a:pt x="85294" y="570746"/>
                  </a:lnTo>
                  <a:lnTo>
                    <a:pt x="87816" y="572390"/>
                  </a:lnTo>
                  <a:lnTo>
                    <a:pt x="90337" y="573925"/>
                  </a:lnTo>
                  <a:lnTo>
                    <a:pt x="92968" y="575131"/>
                  </a:lnTo>
                  <a:lnTo>
                    <a:pt x="95928" y="576117"/>
                  </a:lnTo>
                  <a:lnTo>
                    <a:pt x="99656" y="578420"/>
                  </a:lnTo>
                  <a:lnTo>
                    <a:pt x="100752" y="581599"/>
                  </a:lnTo>
                  <a:lnTo>
                    <a:pt x="101629" y="584779"/>
                  </a:lnTo>
                  <a:lnTo>
                    <a:pt x="104808" y="586752"/>
                  </a:lnTo>
                  <a:lnTo>
                    <a:pt x="110290" y="590150"/>
                  </a:lnTo>
                  <a:lnTo>
                    <a:pt x="116210" y="593878"/>
                  </a:lnTo>
                  <a:lnTo>
                    <a:pt x="122459" y="596619"/>
                  </a:lnTo>
                  <a:lnTo>
                    <a:pt x="128708" y="597057"/>
                  </a:lnTo>
                  <a:lnTo>
                    <a:pt x="138356" y="597057"/>
                  </a:lnTo>
                  <a:lnTo>
                    <a:pt x="147894" y="597057"/>
                  </a:lnTo>
                  <a:lnTo>
                    <a:pt x="157432" y="597057"/>
                  </a:lnTo>
                  <a:lnTo>
                    <a:pt x="166970" y="597057"/>
                  </a:lnTo>
                  <a:lnTo>
                    <a:pt x="168614" y="594865"/>
                  </a:lnTo>
                  <a:lnTo>
                    <a:pt x="170698" y="590260"/>
                  </a:lnTo>
                  <a:lnTo>
                    <a:pt x="172561" y="585107"/>
                  </a:lnTo>
                  <a:lnTo>
                    <a:pt x="173548" y="581489"/>
                  </a:lnTo>
                  <a:lnTo>
                    <a:pt x="173438" y="579735"/>
                  </a:lnTo>
                  <a:lnTo>
                    <a:pt x="173000" y="577543"/>
                  </a:lnTo>
                  <a:lnTo>
                    <a:pt x="172671" y="575240"/>
                  </a:lnTo>
                  <a:lnTo>
                    <a:pt x="172890" y="573048"/>
                  </a:lnTo>
                  <a:lnTo>
                    <a:pt x="173329" y="571842"/>
                  </a:lnTo>
                  <a:lnTo>
                    <a:pt x="174206" y="569759"/>
                  </a:lnTo>
                  <a:lnTo>
                    <a:pt x="175083" y="567785"/>
                  </a:lnTo>
                  <a:lnTo>
                    <a:pt x="175631" y="566799"/>
                  </a:lnTo>
                  <a:lnTo>
                    <a:pt x="179578" y="565593"/>
                  </a:lnTo>
                  <a:lnTo>
                    <a:pt x="185059" y="565373"/>
                  </a:lnTo>
                  <a:lnTo>
                    <a:pt x="190760" y="565593"/>
                  </a:lnTo>
                  <a:lnTo>
                    <a:pt x="195255" y="565702"/>
                  </a:lnTo>
                  <a:lnTo>
                    <a:pt x="197777" y="565812"/>
                  </a:lnTo>
                  <a:lnTo>
                    <a:pt x="199969" y="566360"/>
                  </a:lnTo>
                  <a:lnTo>
                    <a:pt x="202162" y="567128"/>
                  </a:lnTo>
                  <a:lnTo>
                    <a:pt x="204464" y="567895"/>
                  </a:lnTo>
                  <a:lnTo>
                    <a:pt x="208192" y="568991"/>
                  </a:lnTo>
                  <a:lnTo>
                    <a:pt x="211481" y="570197"/>
                  </a:lnTo>
                  <a:lnTo>
                    <a:pt x="214770" y="571184"/>
                  </a:lnTo>
                  <a:lnTo>
                    <a:pt x="218497" y="571623"/>
                  </a:lnTo>
                  <a:lnTo>
                    <a:pt x="222883" y="572061"/>
                  </a:lnTo>
                  <a:lnTo>
                    <a:pt x="226281" y="573048"/>
                  </a:lnTo>
                  <a:lnTo>
                    <a:pt x="229460" y="574802"/>
                  </a:lnTo>
                  <a:lnTo>
                    <a:pt x="232969" y="577323"/>
                  </a:lnTo>
                  <a:lnTo>
                    <a:pt x="236038" y="579735"/>
                  </a:lnTo>
                  <a:lnTo>
                    <a:pt x="239656" y="582476"/>
                  </a:lnTo>
                  <a:lnTo>
                    <a:pt x="243384" y="584669"/>
                  </a:lnTo>
                  <a:lnTo>
                    <a:pt x="247001" y="585546"/>
                  </a:lnTo>
                  <a:lnTo>
                    <a:pt x="250839" y="585327"/>
                  </a:lnTo>
                  <a:lnTo>
                    <a:pt x="254786" y="585107"/>
                  </a:lnTo>
                  <a:lnTo>
                    <a:pt x="258622" y="585436"/>
                  </a:lnTo>
                  <a:lnTo>
                    <a:pt x="262131" y="586861"/>
                  </a:lnTo>
                  <a:lnTo>
                    <a:pt x="264324" y="588725"/>
                  </a:lnTo>
                  <a:lnTo>
                    <a:pt x="265749" y="590479"/>
                  </a:lnTo>
                  <a:lnTo>
                    <a:pt x="267393" y="591795"/>
                  </a:lnTo>
                  <a:lnTo>
                    <a:pt x="270243" y="592453"/>
                  </a:lnTo>
                  <a:lnTo>
                    <a:pt x="275945" y="592672"/>
                  </a:lnTo>
                  <a:lnTo>
                    <a:pt x="281645" y="592891"/>
                  </a:lnTo>
                  <a:lnTo>
                    <a:pt x="293486" y="593330"/>
                  </a:lnTo>
                  <a:lnTo>
                    <a:pt x="293486" y="617449"/>
                  </a:lnTo>
                  <a:lnTo>
                    <a:pt x="293595" y="627535"/>
                  </a:lnTo>
                  <a:lnTo>
                    <a:pt x="295130" y="625781"/>
                  </a:lnTo>
                  <a:lnTo>
                    <a:pt x="299187" y="624684"/>
                  </a:lnTo>
                  <a:lnTo>
                    <a:pt x="307628" y="624684"/>
                  </a:lnTo>
                  <a:lnTo>
                    <a:pt x="350933" y="624684"/>
                  </a:lnTo>
                  <a:lnTo>
                    <a:pt x="394238" y="624684"/>
                  </a:lnTo>
                  <a:lnTo>
                    <a:pt x="437542" y="624684"/>
                  </a:lnTo>
                  <a:lnTo>
                    <a:pt x="480847" y="624684"/>
                  </a:lnTo>
                  <a:lnTo>
                    <a:pt x="524152" y="624684"/>
                  </a:lnTo>
                  <a:lnTo>
                    <a:pt x="567457" y="624684"/>
                  </a:lnTo>
                  <a:lnTo>
                    <a:pt x="610762" y="624684"/>
                  </a:lnTo>
                  <a:lnTo>
                    <a:pt x="654066" y="624684"/>
                  </a:lnTo>
                  <a:lnTo>
                    <a:pt x="653847" y="606814"/>
                  </a:lnTo>
                  <a:lnTo>
                    <a:pt x="655272" y="598702"/>
                  </a:lnTo>
                  <a:lnTo>
                    <a:pt x="656807" y="596509"/>
                  </a:lnTo>
                  <a:lnTo>
                    <a:pt x="655272" y="580064"/>
                  </a:lnTo>
                  <a:lnTo>
                    <a:pt x="657465" y="576885"/>
                  </a:lnTo>
                  <a:lnTo>
                    <a:pt x="674129" y="556822"/>
                  </a:lnTo>
                  <a:lnTo>
                    <a:pt x="678624" y="544762"/>
                  </a:lnTo>
                  <a:lnTo>
                    <a:pt x="678734" y="531826"/>
                  </a:lnTo>
                  <a:lnTo>
                    <a:pt x="677527" y="517354"/>
                  </a:lnTo>
                  <a:lnTo>
                    <a:pt x="673690" y="498936"/>
                  </a:lnTo>
                  <a:lnTo>
                    <a:pt x="674786" y="494441"/>
                  </a:lnTo>
                  <a:lnTo>
                    <a:pt x="676541" y="489837"/>
                  </a:lnTo>
                  <a:lnTo>
                    <a:pt x="676979" y="485013"/>
                  </a:lnTo>
                  <a:lnTo>
                    <a:pt x="673910" y="483369"/>
                  </a:lnTo>
                  <a:lnTo>
                    <a:pt x="670840" y="482163"/>
                  </a:lnTo>
                  <a:lnTo>
                    <a:pt x="671607" y="478654"/>
                  </a:lnTo>
                  <a:lnTo>
                    <a:pt x="674129" y="475694"/>
                  </a:lnTo>
                  <a:lnTo>
                    <a:pt x="672594" y="464841"/>
                  </a:lnTo>
                  <a:lnTo>
                    <a:pt x="665906" y="456070"/>
                  </a:lnTo>
                  <a:lnTo>
                    <a:pt x="664372" y="443901"/>
                  </a:lnTo>
                  <a:lnTo>
                    <a:pt x="670730" y="403227"/>
                  </a:lnTo>
                  <a:lnTo>
                    <a:pt x="669524" y="387879"/>
                  </a:lnTo>
                  <a:lnTo>
                    <a:pt x="678624" y="378122"/>
                  </a:lnTo>
                  <a:lnTo>
                    <a:pt x="681693" y="372969"/>
                  </a:lnTo>
                  <a:lnTo>
                    <a:pt x="681145" y="365843"/>
                  </a:lnTo>
                  <a:lnTo>
                    <a:pt x="682022" y="362773"/>
                  </a:lnTo>
                  <a:lnTo>
                    <a:pt x="681255" y="347534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32" name="Freeform: Shape 35">
              <a:extLst>
                <a:ext uri="{FF2B5EF4-FFF2-40B4-BE49-F238E27FC236}">
                  <a16:creationId xmlns:a16="http://schemas.microsoft.com/office/drawing/2014/main" id="{CE72A778-5A5E-EBE4-60AB-2CF02994E7AC}"/>
                </a:ext>
              </a:extLst>
            </p:cNvPr>
            <p:cNvSpPr/>
            <p:nvPr/>
          </p:nvSpPr>
          <p:spPr>
            <a:xfrm>
              <a:off x="6026711" y="3063378"/>
              <a:ext cx="1238844" cy="1107286"/>
            </a:xfrm>
            <a:custGeom>
              <a:avLst/>
              <a:gdLst>
                <a:gd name="connsiteX0" fmla="*/ 925077 w 1238844"/>
                <a:gd name="connsiteY0" fmla="*/ 505185 h 1107285"/>
                <a:gd name="connsiteX1" fmla="*/ 926173 w 1238844"/>
                <a:gd name="connsiteY1" fmla="*/ 506720 h 1107285"/>
                <a:gd name="connsiteX2" fmla="*/ 927708 w 1238844"/>
                <a:gd name="connsiteY2" fmla="*/ 509900 h 1107285"/>
                <a:gd name="connsiteX3" fmla="*/ 927379 w 1238844"/>
                <a:gd name="connsiteY3" fmla="*/ 511873 h 1107285"/>
                <a:gd name="connsiteX4" fmla="*/ 928037 w 1238844"/>
                <a:gd name="connsiteY4" fmla="*/ 513079 h 1107285"/>
                <a:gd name="connsiteX5" fmla="*/ 929791 w 1238844"/>
                <a:gd name="connsiteY5" fmla="*/ 515710 h 1107285"/>
                <a:gd name="connsiteX6" fmla="*/ 931107 w 1238844"/>
                <a:gd name="connsiteY6" fmla="*/ 516039 h 1107285"/>
                <a:gd name="connsiteX7" fmla="*/ 932313 w 1238844"/>
                <a:gd name="connsiteY7" fmla="*/ 514394 h 1107285"/>
                <a:gd name="connsiteX8" fmla="*/ 933519 w 1238844"/>
                <a:gd name="connsiteY8" fmla="*/ 512202 h 1107285"/>
                <a:gd name="connsiteX9" fmla="*/ 934176 w 1238844"/>
                <a:gd name="connsiteY9" fmla="*/ 510119 h 1107285"/>
                <a:gd name="connsiteX10" fmla="*/ 932971 w 1238844"/>
                <a:gd name="connsiteY10" fmla="*/ 506830 h 1107285"/>
                <a:gd name="connsiteX11" fmla="*/ 932093 w 1238844"/>
                <a:gd name="connsiteY11" fmla="*/ 506062 h 1107285"/>
                <a:gd name="connsiteX12" fmla="*/ 930559 w 1238844"/>
                <a:gd name="connsiteY12" fmla="*/ 504637 h 1107285"/>
                <a:gd name="connsiteX13" fmla="*/ 929353 w 1238844"/>
                <a:gd name="connsiteY13" fmla="*/ 502445 h 1107285"/>
                <a:gd name="connsiteX14" fmla="*/ 928147 w 1238844"/>
                <a:gd name="connsiteY14" fmla="*/ 502773 h 1107285"/>
                <a:gd name="connsiteX15" fmla="*/ 928147 w 1238844"/>
                <a:gd name="connsiteY15" fmla="*/ 503979 h 1107285"/>
                <a:gd name="connsiteX16" fmla="*/ 924967 w 1238844"/>
                <a:gd name="connsiteY16" fmla="*/ 503651 h 1107285"/>
                <a:gd name="connsiteX17" fmla="*/ 925077 w 1238844"/>
                <a:gd name="connsiteY17" fmla="*/ 505185 h 1107285"/>
                <a:gd name="connsiteX18" fmla="*/ 881553 w 1238844"/>
                <a:gd name="connsiteY18" fmla="*/ 415068 h 1107285"/>
                <a:gd name="connsiteX19" fmla="*/ 881443 w 1238844"/>
                <a:gd name="connsiteY19" fmla="*/ 415945 h 1107285"/>
                <a:gd name="connsiteX20" fmla="*/ 880786 w 1238844"/>
                <a:gd name="connsiteY20" fmla="*/ 416822 h 1107285"/>
                <a:gd name="connsiteX21" fmla="*/ 880237 w 1238844"/>
                <a:gd name="connsiteY21" fmla="*/ 417589 h 1107285"/>
                <a:gd name="connsiteX22" fmla="*/ 881224 w 1238844"/>
                <a:gd name="connsiteY22" fmla="*/ 417151 h 1107285"/>
                <a:gd name="connsiteX23" fmla="*/ 882649 w 1238844"/>
                <a:gd name="connsiteY23" fmla="*/ 417151 h 1107285"/>
                <a:gd name="connsiteX24" fmla="*/ 884623 w 1238844"/>
                <a:gd name="connsiteY24" fmla="*/ 417151 h 1107285"/>
                <a:gd name="connsiteX25" fmla="*/ 884952 w 1238844"/>
                <a:gd name="connsiteY25" fmla="*/ 415725 h 1107285"/>
                <a:gd name="connsiteX26" fmla="*/ 884075 w 1238844"/>
                <a:gd name="connsiteY26" fmla="*/ 414848 h 1107285"/>
                <a:gd name="connsiteX27" fmla="*/ 884623 w 1238844"/>
                <a:gd name="connsiteY27" fmla="*/ 414191 h 1107285"/>
                <a:gd name="connsiteX28" fmla="*/ 884952 w 1238844"/>
                <a:gd name="connsiteY28" fmla="*/ 412656 h 1107285"/>
                <a:gd name="connsiteX29" fmla="*/ 884732 w 1238844"/>
                <a:gd name="connsiteY29" fmla="*/ 410573 h 1107285"/>
                <a:gd name="connsiteX30" fmla="*/ 883746 w 1238844"/>
                <a:gd name="connsiteY30" fmla="*/ 410353 h 1107285"/>
                <a:gd name="connsiteX31" fmla="*/ 882430 w 1238844"/>
                <a:gd name="connsiteY31" fmla="*/ 410353 h 1107285"/>
                <a:gd name="connsiteX32" fmla="*/ 880237 w 1238844"/>
                <a:gd name="connsiteY32" fmla="*/ 412656 h 1107285"/>
                <a:gd name="connsiteX33" fmla="*/ 880237 w 1238844"/>
                <a:gd name="connsiteY33" fmla="*/ 414191 h 1107285"/>
                <a:gd name="connsiteX34" fmla="*/ 881553 w 1238844"/>
                <a:gd name="connsiteY34" fmla="*/ 415068 h 1107285"/>
                <a:gd name="connsiteX35" fmla="*/ 982963 w 1238844"/>
                <a:gd name="connsiteY35" fmla="*/ 528537 h 1107285"/>
                <a:gd name="connsiteX36" fmla="*/ 985375 w 1238844"/>
                <a:gd name="connsiteY36" fmla="*/ 527660 h 1107285"/>
                <a:gd name="connsiteX37" fmla="*/ 984059 w 1238844"/>
                <a:gd name="connsiteY37" fmla="*/ 516916 h 1107285"/>
                <a:gd name="connsiteX38" fmla="*/ 982634 w 1238844"/>
                <a:gd name="connsiteY38" fmla="*/ 510777 h 1107285"/>
                <a:gd name="connsiteX39" fmla="*/ 983511 w 1238844"/>
                <a:gd name="connsiteY39" fmla="*/ 506940 h 1107285"/>
                <a:gd name="connsiteX40" fmla="*/ 981976 w 1238844"/>
                <a:gd name="connsiteY40" fmla="*/ 506501 h 1107285"/>
                <a:gd name="connsiteX41" fmla="*/ 981318 w 1238844"/>
                <a:gd name="connsiteY41" fmla="*/ 502773 h 1107285"/>
                <a:gd name="connsiteX42" fmla="*/ 979564 w 1238844"/>
                <a:gd name="connsiteY42" fmla="*/ 503322 h 1107285"/>
                <a:gd name="connsiteX43" fmla="*/ 977700 w 1238844"/>
                <a:gd name="connsiteY43" fmla="*/ 506611 h 1107285"/>
                <a:gd name="connsiteX44" fmla="*/ 975398 w 1238844"/>
                <a:gd name="connsiteY44" fmla="*/ 510996 h 1107285"/>
                <a:gd name="connsiteX45" fmla="*/ 974960 w 1238844"/>
                <a:gd name="connsiteY45" fmla="*/ 517574 h 1107285"/>
                <a:gd name="connsiteX46" fmla="*/ 978797 w 1238844"/>
                <a:gd name="connsiteY46" fmla="*/ 526235 h 1107285"/>
                <a:gd name="connsiteX47" fmla="*/ 982963 w 1238844"/>
                <a:gd name="connsiteY47" fmla="*/ 528537 h 1107285"/>
                <a:gd name="connsiteX48" fmla="*/ 891310 w 1238844"/>
                <a:gd name="connsiteY48" fmla="*/ 478545 h 1107285"/>
                <a:gd name="connsiteX49" fmla="*/ 893393 w 1238844"/>
                <a:gd name="connsiteY49" fmla="*/ 479860 h 1107285"/>
                <a:gd name="connsiteX50" fmla="*/ 894709 w 1238844"/>
                <a:gd name="connsiteY50" fmla="*/ 480189 h 1107285"/>
                <a:gd name="connsiteX51" fmla="*/ 896353 w 1238844"/>
                <a:gd name="connsiteY51" fmla="*/ 482820 h 1107285"/>
                <a:gd name="connsiteX52" fmla="*/ 897230 w 1238844"/>
                <a:gd name="connsiteY52" fmla="*/ 481395 h 1107285"/>
                <a:gd name="connsiteX53" fmla="*/ 896792 w 1238844"/>
                <a:gd name="connsiteY53" fmla="*/ 478106 h 1107285"/>
                <a:gd name="connsiteX54" fmla="*/ 896463 w 1238844"/>
                <a:gd name="connsiteY54" fmla="*/ 473721 h 1107285"/>
                <a:gd name="connsiteX55" fmla="*/ 897778 w 1238844"/>
                <a:gd name="connsiteY55" fmla="*/ 471419 h 1107285"/>
                <a:gd name="connsiteX56" fmla="*/ 899642 w 1238844"/>
                <a:gd name="connsiteY56" fmla="*/ 471309 h 1107285"/>
                <a:gd name="connsiteX57" fmla="*/ 901067 w 1238844"/>
                <a:gd name="connsiteY57" fmla="*/ 469116 h 1107285"/>
                <a:gd name="connsiteX58" fmla="*/ 900629 w 1238844"/>
                <a:gd name="connsiteY58" fmla="*/ 465827 h 1107285"/>
                <a:gd name="connsiteX59" fmla="*/ 901725 w 1238844"/>
                <a:gd name="connsiteY59" fmla="*/ 462429 h 1107285"/>
                <a:gd name="connsiteX60" fmla="*/ 901177 w 1238844"/>
                <a:gd name="connsiteY60" fmla="*/ 461333 h 1107285"/>
                <a:gd name="connsiteX61" fmla="*/ 902712 w 1238844"/>
                <a:gd name="connsiteY61" fmla="*/ 459030 h 1107285"/>
                <a:gd name="connsiteX62" fmla="*/ 906440 w 1238844"/>
                <a:gd name="connsiteY62" fmla="*/ 454755 h 1107285"/>
                <a:gd name="connsiteX63" fmla="*/ 908961 w 1238844"/>
                <a:gd name="connsiteY63" fmla="*/ 450479 h 1107285"/>
                <a:gd name="connsiteX64" fmla="*/ 911044 w 1238844"/>
                <a:gd name="connsiteY64" fmla="*/ 448506 h 1107285"/>
                <a:gd name="connsiteX65" fmla="*/ 913017 w 1238844"/>
                <a:gd name="connsiteY65" fmla="*/ 445326 h 1107285"/>
                <a:gd name="connsiteX66" fmla="*/ 913237 w 1238844"/>
                <a:gd name="connsiteY66" fmla="*/ 443134 h 1107285"/>
                <a:gd name="connsiteX67" fmla="*/ 913127 w 1238844"/>
                <a:gd name="connsiteY67" fmla="*/ 441818 h 1107285"/>
                <a:gd name="connsiteX68" fmla="*/ 914552 w 1238844"/>
                <a:gd name="connsiteY68" fmla="*/ 440831 h 1107285"/>
                <a:gd name="connsiteX69" fmla="*/ 916745 w 1238844"/>
                <a:gd name="connsiteY69" fmla="*/ 440831 h 1107285"/>
                <a:gd name="connsiteX70" fmla="*/ 918170 w 1238844"/>
                <a:gd name="connsiteY70" fmla="*/ 443353 h 1107285"/>
                <a:gd name="connsiteX71" fmla="*/ 919595 w 1238844"/>
                <a:gd name="connsiteY71" fmla="*/ 444120 h 1107285"/>
                <a:gd name="connsiteX72" fmla="*/ 921021 w 1238844"/>
                <a:gd name="connsiteY72" fmla="*/ 446203 h 1107285"/>
                <a:gd name="connsiteX73" fmla="*/ 922446 w 1238844"/>
                <a:gd name="connsiteY73" fmla="*/ 446423 h 1107285"/>
                <a:gd name="connsiteX74" fmla="*/ 923433 w 1238844"/>
                <a:gd name="connsiteY74" fmla="*/ 447628 h 1107285"/>
                <a:gd name="connsiteX75" fmla="*/ 923761 w 1238844"/>
                <a:gd name="connsiteY75" fmla="*/ 446203 h 1107285"/>
                <a:gd name="connsiteX76" fmla="*/ 923871 w 1238844"/>
                <a:gd name="connsiteY76" fmla="*/ 443901 h 1107285"/>
                <a:gd name="connsiteX77" fmla="*/ 922775 w 1238844"/>
                <a:gd name="connsiteY77" fmla="*/ 443134 h 1107285"/>
                <a:gd name="connsiteX78" fmla="*/ 922994 w 1238844"/>
                <a:gd name="connsiteY78" fmla="*/ 440722 h 1107285"/>
                <a:gd name="connsiteX79" fmla="*/ 920801 w 1238844"/>
                <a:gd name="connsiteY79" fmla="*/ 440393 h 1107285"/>
                <a:gd name="connsiteX80" fmla="*/ 920692 w 1238844"/>
                <a:gd name="connsiteY80" fmla="*/ 433815 h 1107285"/>
                <a:gd name="connsiteX81" fmla="*/ 922884 w 1238844"/>
                <a:gd name="connsiteY81" fmla="*/ 428333 h 1107285"/>
                <a:gd name="connsiteX82" fmla="*/ 925844 w 1238844"/>
                <a:gd name="connsiteY82" fmla="*/ 424386 h 1107285"/>
                <a:gd name="connsiteX83" fmla="*/ 922227 w 1238844"/>
                <a:gd name="connsiteY83" fmla="*/ 425044 h 1107285"/>
                <a:gd name="connsiteX84" fmla="*/ 921240 w 1238844"/>
                <a:gd name="connsiteY84" fmla="*/ 426908 h 1107285"/>
                <a:gd name="connsiteX85" fmla="*/ 916526 w 1238844"/>
                <a:gd name="connsiteY85" fmla="*/ 428333 h 1107285"/>
                <a:gd name="connsiteX86" fmla="*/ 913237 w 1238844"/>
                <a:gd name="connsiteY86" fmla="*/ 426689 h 1107285"/>
                <a:gd name="connsiteX87" fmla="*/ 911702 w 1238844"/>
                <a:gd name="connsiteY87" fmla="*/ 425154 h 1107285"/>
                <a:gd name="connsiteX88" fmla="*/ 910057 w 1238844"/>
                <a:gd name="connsiteY88" fmla="*/ 426250 h 1107285"/>
                <a:gd name="connsiteX89" fmla="*/ 910496 w 1238844"/>
                <a:gd name="connsiteY89" fmla="*/ 428552 h 1107285"/>
                <a:gd name="connsiteX90" fmla="*/ 905014 w 1238844"/>
                <a:gd name="connsiteY90" fmla="*/ 430197 h 1107285"/>
                <a:gd name="connsiteX91" fmla="*/ 902164 w 1238844"/>
                <a:gd name="connsiteY91" fmla="*/ 430635 h 1107285"/>
                <a:gd name="connsiteX92" fmla="*/ 902273 w 1238844"/>
                <a:gd name="connsiteY92" fmla="*/ 432390 h 1107285"/>
                <a:gd name="connsiteX93" fmla="*/ 903699 w 1238844"/>
                <a:gd name="connsiteY93" fmla="*/ 434911 h 1107285"/>
                <a:gd name="connsiteX94" fmla="*/ 902931 w 1238844"/>
                <a:gd name="connsiteY94" fmla="*/ 439406 h 1107285"/>
                <a:gd name="connsiteX95" fmla="*/ 903479 w 1238844"/>
                <a:gd name="connsiteY95" fmla="*/ 442695 h 1107285"/>
                <a:gd name="connsiteX96" fmla="*/ 902383 w 1238844"/>
                <a:gd name="connsiteY96" fmla="*/ 444668 h 1107285"/>
                <a:gd name="connsiteX97" fmla="*/ 899752 w 1238844"/>
                <a:gd name="connsiteY97" fmla="*/ 446532 h 1107285"/>
                <a:gd name="connsiteX98" fmla="*/ 898107 w 1238844"/>
                <a:gd name="connsiteY98" fmla="*/ 449821 h 1107285"/>
                <a:gd name="connsiteX99" fmla="*/ 897230 w 1238844"/>
                <a:gd name="connsiteY99" fmla="*/ 452452 h 1107285"/>
                <a:gd name="connsiteX100" fmla="*/ 895257 w 1238844"/>
                <a:gd name="connsiteY100" fmla="*/ 455412 h 1107285"/>
                <a:gd name="connsiteX101" fmla="*/ 895476 w 1238844"/>
                <a:gd name="connsiteY101" fmla="*/ 458044 h 1107285"/>
                <a:gd name="connsiteX102" fmla="*/ 893613 w 1238844"/>
                <a:gd name="connsiteY102" fmla="*/ 465170 h 1107285"/>
                <a:gd name="connsiteX103" fmla="*/ 893832 w 1238844"/>
                <a:gd name="connsiteY103" fmla="*/ 467910 h 1107285"/>
                <a:gd name="connsiteX104" fmla="*/ 891201 w 1238844"/>
                <a:gd name="connsiteY104" fmla="*/ 472296 h 1107285"/>
                <a:gd name="connsiteX105" fmla="*/ 890872 w 1238844"/>
                <a:gd name="connsiteY105" fmla="*/ 474159 h 1107285"/>
                <a:gd name="connsiteX106" fmla="*/ 891639 w 1238844"/>
                <a:gd name="connsiteY106" fmla="*/ 476791 h 1107285"/>
                <a:gd name="connsiteX107" fmla="*/ 891310 w 1238844"/>
                <a:gd name="connsiteY107" fmla="*/ 478545 h 1107285"/>
                <a:gd name="connsiteX108" fmla="*/ 1249260 w 1238844"/>
                <a:gd name="connsiteY108" fmla="*/ 1002696 h 1107285"/>
                <a:gd name="connsiteX109" fmla="*/ 1249150 w 1238844"/>
                <a:gd name="connsiteY109" fmla="*/ 999627 h 1107285"/>
                <a:gd name="connsiteX110" fmla="*/ 1246628 w 1238844"/>
                <a:gd name="connsiteY110" fmla="*/ 998750 h 1107285"/>
                <a:gd name="connsiteX111" fmla="*/ 1246519 w 1238844"/>
                <a:gd name="connsiteY111" fmla="*/ 996009 h 1107285"/>
                <a:gd name="connsiteX112" fmla="*/ 1247396 w 1238844"/>
                <a:gd name="connsiteY112" fmla="*/ 992501 h 1107285"/>
                <a:gd name="connsiteX113" fmla="*/ 1246738 w 1238844"/>
                <a:gd name="connsiteY113" fmla="*/ 988444 h 1107285"/>
                <a:gd name="connsiteX114" fmla="*/ 1243339 w 1238844"/>
                <a:gd name="connsiteY114" fmla="*/ 985046 h 1107285"/>
                <a:gd name="connsiteX115" fmla="*/ 1238516 w 1238844"/>
                <a:gd name="connsiteY115" fmla="*/ 978797 h 1107285"/>
                <a:gd name="connsiteX116" fmla="*/ 1236652 w 1238844"/>
                <a:gd name="connsiteY116" fmla="*/ 974192 h 1107285"/>
                <a:gd name="connsiteX117" fmla="*/ 1236871 w 1238844"/>
                <a:gd name="connsiteY117" fmla="*/ 971342 h 1107285"/>
                <a:gd name="connsiteX118" fmla="*/ 1238625 w 1238844"/>
                <a:gd name="connsiteY118" fmla="*/ 969368 h 1107285"/>
                <a:gd name="connsiteX119" fmla="*/ 1238625 w 1238844"/>
                <a:gd name="connsiteY119" fmla="*/ 967833 h 1107285"/>
                <a:gd name="connsiteX120" fmla="*/ 1236981 w 1238844"/>
                <a:gd name="connsiteY120" fmla="*/ 966737 h 1107285"/>
                <a:gd name="connsiteX121" fmla="*/ 1232595 w 1238844"/>
                <a:gd name="connsiteY121" fmla="*/ 965860 h 1107285"/>
                <a:gd name="connsiteX122" fmla="*/ 1229526 w 1238844"/>
                <a:gd name="connsiteY122" fmla="*/ 964544 h 1107285"/>
                <a:gd name="connsiteX123" fmla="*/ 1228978 w 1238844"/>
                <a:gd name="connsiteY123" fmla="*/ 961913 h 1107285"/>
                <a:gd name="connsiteX124" fmla="*/ 1227662 w 1238844"/>
                <a:gd name="connsiteY124" fmla="*/ 960707 h 1107285"/>
                <a:gd name="connsiteX125" fmla="*/ 1224263 w 1238844"/>
                <a:gd name="connsiteY125" fmla="*/ 960049 h 1107285"/>
                <a:gd name="connsiteX126" fmla="*/ 1219220 w 1238844"/>
                <a:gd name="connsiteY126" fmla="*/ 958844 h 1107285"/>
                <a:gd name="connsiteX127" fmla="*/ 1217137 w 1238844"/>
                <a:gd name="connsiteY127" fmla="*/ 957967 h 1107285"/>
                <a:gd name="connsiteX128" fmla="*/ 1215602 w 1238844"/>
                <a:gd name="connsiteY128" fmla="*/ 956212 h 1107285"/>
                <a:gd name="connsiteX129" fmla="*/ 1210998 w 1238844"/>
                <a:gd name="connsiteY129" fmla="*/ 953910 h 1107285"/>
                <a:gd name="connsiteX130" fmla="*/ 1208367 w 1238844"/>
                <a:gd name="connsiteY130" fmla="*/ 953472 h 1107285"/>
                <a:gd name="connsiteX131" fmla="*/ 1205626 w 1238844"/>
                <a:gd name="connsiteY131" fmla="*/ 952595 h 1107285"/>
                <a:gd name="connsiteX132" fmla="*/ 1204310 w 1238844"/>
                <a:gd name="connsiteY132" fmla="*/ 951060 h 1107285"/>
                <a:gd name="connsiteX133" fmla="*/ 1200912 w 1238844"/>
                <a:gd name="connsiteY133" fmla="*/ 949634 h 1107285"/>
                <a:gd name="connsiteX134" fmla="*/ 1196965 w 1238844"/>
                <a:gd name="connsiteY134" fmla="*/ 947880 h 1107285"/>
                <a:gd name="connsiteX135" fmla="*/ 1193676 w 1238844"/>
                <a:gd name="connsiteY135" fmla="*/ 944153 h 1107285"/>
                <a:gd name="connsiteX136" fmla="*/ 1194114 w 1238844"/>
                <a:gd name="connsiteY136" fmla="*/ 939110 h 1107285"/>
                <a:gd name="connsiteX137" fmla="*/ 1192141 w 1238844"/>
                <a:gd name="connsiteY137" fmla="*/ 931545 h 1107285"/>
                <a:gd name="connsiteX138" fmla="*/ 1190826 w 1238844"/>
                <a:gd name="connsiteY138" fmla="*/ 926283 h 1107285"/>
                <a:gd name="connsiteX139" fmla="*/ 1191045 w 1238844"/>
                <a:gd name="connsiteY139" fmla="*/ 920692 h 1107285"/>
                <a:gd name="connsiteX140" fmla="*/ 1193347 w 1238844"/>
                <a:gd name="connsiteY140" fmla="*/ 915758 h 1107285"/>
                <a:gd name="connsiteX141" fmla="*/ 1190716 w 1238844"/>
                <a:gd name="connsiteY141" fmla="*/ 913785 h 1107285"/>
                <a:gd name="connsiteX142" fmla="*/ 1188743 w 1238844"/>
                <a:gd name="connsiteY142" fmla="*/ 909838 h 1107285"/>
                <a:gd name="connsiteX143" fmla="*/ 1185015 w 1238844"/>
                <a:gd name="connsiteY143" fmla="*/ 906330 h 1107285"/>
                <a:gd name="connsiteX144" fmla="*/ 1178766 w 1238844"/>
                <a:gd name="connsiteY144" fmla="*/ 898875 h 1107285"/>
                <a:gd name="connsiteX145" fmla="*/ 1176245 w 1238844"/>
                <a:gd name="connsiteY145" fmla="*/ 897888 h 1107285"/>
                <a:gd name="connsiteX146" fmla="*/ 1174710 w 1238844"/>
                <a:gd name="connsiteY146" fmla="*/ 896463 h 1107285"/>
                <a:gd name="connsiteX147" fmla="*/ 1173942 w 1238844"/>
                <a:gd name="connsiteY147" fmla="*/ 895915 h 1107285"/>
                <a:gd name="connsiteX148" fmla="*/ 1172517 w 1238844"/>
                <a:gd name="connsiteY148" fmla="*/ 894599 h 1107285"/>
                <a:gd name="connsiteX149" fmla="*/ 1171750 w 1238844"/>
                <a:gd name="connsiteY149" fmla="*/ 893503 h 1107285"/>
                <a:gd name="connsiteX150" fmla="*/ 1170434 w 1238844"/>
                <a:gd name="connsiteY150" fmla="*/ 892735 h 1107285"/>
                <a:gd name="connsiteX151" fmla="*/ 1168789 w 1238844"/>
                <a:gd name="connsiteY151" fmla="*/ 891749 h 1107285"/>
                <a:gd name="connsiteX152" fmla="*/ 1167583 w 1238844"/>
                <a:gd name="connsiteY152" fmla="*/ 889885 h 1107285"/>
                <a:gd name="connsiteX153" fmla="*/ 1166158 w 1238844"/>
                <a:gd name="connsiteY153" fmla="*/ 885829 h 1107285"/>
                <a:gd name="connsiteX154" fmla="*/ 1165829 w 1238844"/>
                <a:gd name="connsiteY154" fmla="*/ 882868 h 1107285"/>
                <a:gd name="connsiteX155" fmla="*/ 1166378 w 1238844"/>
                <a:gd name="connsiteY155" fmla="*/ 880785 h 1107285"/>
                <a:gd name="connsiteX156" fmla="*/ 1167145 w 1238844"/>
                <a:gd name="connsiteY156" fmla="*/ 877277 h 1107285"/>
                <a:gd name="connsiteX157" fmla="*/ 1166926 w 1238844"/>
                <a:gd name="connsiteY157" fmla="*/ 875633 h 1107285"/>
                <a:gd name="connsiteX158" fmla="*/ 1167364 w 1238844"/>
                <a:gd name="connsiteY158" fmla="*/ 874865 h 1107285"/>
                <a:gd name="connsiteX159" fmla="*/ 1168461 w 1238844"/>
                <a:gd name="connsiteY159" fmla="*/ 874865 h 1107285"/>
                <a:gd name="connsiteX160" fmla="*/ 1171201 w 1238844"/>
                <a:gd name="connsiteY160" fmla="*/ 872234 h 1107285"/>
                <a:gd name="connsiteX161" fmla="*/ 1171530 w 1238844"/>
                <a:gd name="connsiteY161" fmla="*/ 870370 h 1107285"/>
                <a:gd name="connsiteX162" fmla="*/ 1172517 w 1238844"/>
                <a:gd name="connsiteY162" fmla="*/ 869603 h 1107285"/>
                <a:gd name="connsiteX163" fmla="*/ 1172846 w 1238844"/>
                <a:gd name="connsiteY163" fmla="*/ 867849 h 1107285"/>
                <a:gd name="connsiteX164" fmla="*/ 1171311 w 1238844"/>
                <a:gd name="connsiteY164" fmla="*/ 865656 h 1107285"/>
                <a:gd name="connsiteX165" fmla="*/ 1169228 w 1238844"/>
                <a:gd name="connsiteY165" fmla="*/ 864450 h 1107285"/>
                <a:gd name="connsiteX166" fmla="*/ 1168461 w 1238844"/>
                <a:gd name="connsiteY166" fmla="*/ 862477 h 1107285"/>
                <a:gd name="connsiteX167" fmla="*/ 1168132 w 1238844"/>
                <a:gd name="connsiteY167" fmla="*/ 860284 h 1107285"/>
                <a:gd name="connsiteX168" fmla="*/ 1167912 w 1238844"/>
                <a:gd name="connsiteY168" fmla="*/ 859078 h 1107285"/>
                <a:gd name="connsiteX169" fmla="*/ 1166487 w 1238844"/>
                <a:gd name="connsiteY169" fmla="*/ 859736 h 1107285"/>
                <a:gd name="connsiteX170" fmla="*/ 1162979 w 1238844"/>
                <a:gd name="connsiteY170" fmla="*/ 861600 h 1107285"/>
                <a:gd name="connsiteX171" fmla="*/ 1155634 w 1238844"/>
                <a:gd name="connsiteY171" fmla="*/ 864450 h 1107285"/>
                <a:gd name="connsiteX172" fmla="*/ 1147521 w 1238844"/>
                <a:gd name="connsiteY172" fmla="*/ 866204 h 1107285"/>
                <a:gd name="connsiteX173" fmla="*/ 1143245 w 1238844"/>
                <a:gd name="connsiteY173" fmla="*/ 864341 h 1107285"/>
                <a:gd name="connsiteX174" fmla="*/ 1139079 w 1238844"/>
                <a:gd name="connsiteY174" fmla="*/ 864231 h 1107285"/>
                <a:gd name="connsiteX175" fmla="*/ 1136448 w 1238844"/>
                <a:gd name="connsiteY175" fmla="*/ 862586 h 1107285"/>
                <a:gd name="connsiteX176" fmla="*/ 1136229 w 1238844"/>
                <a:gd name="connsiteY176" fmla="*/ 858421 h 1107285"/>
                <a:gd name="connsiteX177" fmla="*/ 1135242 w 1238844"/>
                <a:gd name="connsiteY177" fmla="*/ 848773 h 1107285"/>
                <a:gd name="connsiteX178" fmla="*/ 1134365 w 1238844"/>
                <a:gd name="connsiteY178" fmla="*/ 847786 h 1107285"/>
                <a:gd name="connsiteX179" fmla="*/ 1134694 w 1238844"/>
                <a:gd name="connsiteY179" fmla="*/ 844936 h 1107285"/>
                <a:gd name="connsiteX180" fmla="*/ 1133488 w 1238844"/>
                <a:gd name="connsiteY180" fmla="*/ 843072 h 1107285"/>
                <a:gd name="connsiteX181" fmla="*/ 1132611 w 1238844"/>
                <a:gd name="connsiteY181" fmla="*/ 838358 h 1107285"/>
                <a:gd name="connsiteX182" fmla="*/ 1130418 w 1238844"/>
                <a:gd name="connsiteY182" fmla="*/ 836165 h 1107285"/>
                <a:gd name="connsiteX183" fmla="*/ 1127787 w 1238844"/>
                <a:gd name="connsiteY183" fmla="*/ 834521 h 1107285"/>
                <a:gd name="connsiteX184" fmla="*/ 1124937 w 1238844"/>
                <a:gd name="connsiteY184" fmla="*/ 832657 h 1107285"/>
                <a:gd name="connsiteX185" fmla="*/ 1122525 w 1238844"/>
                <a:gd name="connsiteY185" fmla="*/ 831560 h 1107285"/>
                <a:gd name="connsiteX186" fmla="*/ 1121757 w 1238844"/>
                <a:gd name="connsiteY186" fmla="*/ 829916 h 1107285"/>
                <a:gd name="connsiteX187" fmla="*/ 1119674 w 1238844"/>
                <a:gd name="connsiteY187" fmla="*/ 829258 h 1107285"/>
                <a:gd name="connsiteX188" fmla="*/ 1118907 w 1238844"/>
                <a:gd name="connsiteY188" fmla="*/ 827614 h 1107285"/>
                <a:gd name="connsiteX189" fmla="*/ 1117591 w 1238844"/>
                <a:gd name="connsiteY189" fmla="*/ 826737 h 1107285"/>
                <a:gd name="connsiteX190" fmla="*/ 1116933 w 1238844"/>
                <a:gd name="connsiteY190" fmla="*/ 826079 h 1107285"/>
                <a:gd name="connsiteX191" fmla="*/ 1114302 w 1238844"/>
                <a:gd name="connsiteY191" fmla="*/ 825750 h 1107285"/>
                <a:gd name="connsiteX192" fmla="*/ 1111013 w 1238844"/>
                <a:gd name="connsiteY192" fmla="*/ 823777 h 1107285"/>
                <a:gd name="connsiteX193" fmla="*/ 1109369 w 1238844"/>
                <a:gd name="connsiteY193" fmla="*/ 823338 h 1107285"/>
                <a:gd name="connsiteX194" fmla="*/ 1107395 w 1238844"/>
                <a:gd name="connsiteY194" fmla="*/ 821255 h 1107285"/>
                <a:gd name="connsiteX195" fmla="*/ 1105422 w 1238844"/>
                <a:gd name="connsiteY195" fmla="*/ 819501 h 1107285"/>
                <a:gd name="connsiteX196" fmla="*/ 1100160 w 1238844"/>
                <a:gd name="connsiteY196" fmla="*/ 817966 h 1107285"/>
                <a:gd name="connsiteX197" fmla="*/ 1099392 w 1238844"/>
                <a:gd name="connsiteY197" fmla="*/ 816322 h 1107285"/>
                <a:gd name="connsiteX198" fmla="*/ 1097967 w 1238844"/>
                <a:gd name="connsiteY198" fmla="*/ 814348 h 1107285"/>
                <a:gd name="connsiteX199" fmla="*/ 1097967 w 1238844"/>
                <a:gd name="connsiteY199" fmla="*/ 812156 h 1107285"/>
                <a:gd name="connsiteX200" fmla="*/ 1096323 w 1238844"/>
                <a:gd name="connsiteY200" fmla="*/ 809853 h 1107285"/>
                <a:gd name="connsiteX201" fmla="*/ 1094788 w 1238844"/>
                <a:gd name="connsiteY201" fmla="*/ 808428 h 1107285"/>
                <a:gd name="connsiteX202" fmla="*/ 1092595 w 1238844"/>
                <a:gd name="connsiteY202" fmla="*/ 807661 h 1107285"/>
                <a:gd name="connsiteX203" fmla="*/ 1090951 w 1238844"/>
                <a:gd name="connsiteY203" fmla="*/ 805578 h 1107285"/>
                <a:gd name="connsiteX204" fmla="*/ 1088758 w 1238844"/>
                <a:gd name="connsiteY204" fmla="*/ 804920 h 1107285"/>
                <a:gd name="connsiteX205" fmla="*/ 1087662 w 1238844"/>
                <a:gd name="connsiteY205" fmla="*/ 803385 h 1107285"/>
                <a:gd name="connsiteX206" fmla="*/ 1087881 w 1238844"/>
                <a:gd name="connsiteY206" fmla="*/ 800754 h 1107285"/>
                <a:gd name="connsiteX207" fmla="*/ 1089196 w 1238844"/>
                <a:gd name="connsiteY207" fmla="*/ 799987 h 1107285"/>
                <a:gd name="connsiteX208" fmla="*/ 1088429 w 1238844"/>
                <a:gd name="connsiteY208" fmla="*/ 798342 h 1107285"/>
                <a:gd name="connsiteX209" fmla="*/ 1085798 w 1238844"/>
                <a:gd name="connsiteY209" fmla="*/ 796807 h 1107285"/>
                <a:gd name="connsiteX210" fmla="*/ 1085030 w 1238844"/>
                <a:gd name="connsiteY210" fmla="*/ 797794 h 1107285"/>
                <a:gd name="connsiteX211" fmla="*/ 1079878 w 1238844"/>
                <a:gd name="connsiteY211" fmla="*/ 796698 h 1107285"/>
                <a:gd name="connsiteX212" fmla="*/ 1075821 w 1238844"/>
                <a:gd name="connsiteY212" fmla="*/ 796478 h 1107285"/>
                <a:gd name="connsiteX213" fmla="*/ 1074944 w 1238844"/>
                <a:gd name="connsiteY213" fmla="*/ 798232 h 1107285"/>
                <a:gd name="connsiteX214" fmla="*/ 1073409 w 1238844"/>
                <a:gd name="connsiteY214" fmla="*/ 799548 h 1107285"/>
                <a:gd name="connsiteX215" fmla="*/ 1070559 w 1238844"/>
                <a:gd name="connsiteY215" fmla="*/ 799987 h 1107285"/>
                <a:gd name="connsiteX216" fmla="*/ 1068805 w 1238844"/>
                <a:gd name="connsiteY216" fmla="*/ 801412 h 1107285"/>
                <a:gd name="connsiteX217" fmla="*/ 1069463 w 1238844"/>
                <a:gd name="connsiteY217" fmla="*/ 802508 h 1107285"/>
                <a:gd name="connsiteX218" fmla="*/ 1070997 w 1238844"/>
                <a:gd name="connsiteY218" fmla="*/ 803166 h 1107285"/>
                <a:gd name="connsiteX219" fmla="*/ 1070230 w 1238844"/>
                <a:gd name="connsiteY219" fmla="*/ 804152 h 1107285"/>
                <a:gd name="connsiteX220" fmla="*/ 1067380 w 1238844"/>
                <a:gd name="connsiteY220" fmla="*/ 804152 h 1107285"/>
                <a:gd name="connsiteX221" fmla="*/ 1068037 w 1238844"/>
                <a:gd name="connsiteY221" fmla="*/ 805249 h 1107285"/>
                <a:gd name="connsiteX222" fmla="*/ 1067599 w 1238844"/>
                <a:gd name="connsiteY222" fmla="*/ 807113 h 1107285"/>
                <a:gd name="connsiteX223" fmla="*/ 1068366 w 1238844"/>
                <a:gd name="connsiteY223" fmla="*/ 808209 h 1107285"/>
                <a:gd name="connsiteX224" fmla="*/ 1067489 w 1238844"/>
                <a:gd name="connsiteY224" fmla="*/ 810182 h 1107285"/>
                <a:gd name="connsiteX225" fmla="*/ 1068257 w 1238844"/>
                <a:gd name="connsiteY225" fmla="*/ 811498 h 1107285"/>
                <a:gd name="connsiteX226" fmla="*/ 1067380 w 1238844"/>
                <a:gd name="connsiteY226" fmla="*/ 812813 h 1107285"/>
                <a:gd name="connsiteX227" fmla="*/ 1067928 w 1238844"/>
                <a:gd name="connsiteY227" fmla="*/ 816870 h 1107285"/>
                <a:gd name="connsiteX228" fmla="*/ 1069134 w 1238844"/>
                <a:gd name="connsiteY228" fmla="*/ 816541 h 1107285"/>
                <a:gd name="connsiteX229" fmla="*/ 1069572 w 1238844"/>
                <a:gd name="connsiteY229" fmla="*/ 814348 h 1107285"/>
                <a:gd name="connsiteX230" fmla="*/ 1070669 w 1238844"/>
                <a:gd name="connsiteY230" fmla="*/ 814787 h 1107285"/>
                <a:gd name="connsiteX231" fmla="*/ 1070888 w 1238844"/>
                <a:gd name="connsiteY231" fmla="*/ 816760 h 1107285"/>
                <a:gd name="connsiteX232" fmla="*/ 1070669 w 1238844"/>
                <a:gd name="connsiteY232" fmla="*/ 818405 h 1107285"/>
                <a:gd name="connsiteX233" fmla="*/ 1070120 w 1238844"/>
                <a:gd name="connsiteY233" fmla="*/ 819172 h 1107285"/>
                <a:gd name="connsiteX234" fmla="*/ 1071326 w 1238844"/>
                <a:gd name="connsiteY234" fmla="*/ 820049 h 1107285"/>
                <a:gd name="connsiteX235" fmla="*/ 1072971 w 1238844"/>
                <a:gd name="connsiteY235" fmla="*/ 820926 h 1107285"/>
                <a:gd name="connsiteX236" fmla="*/ 1072752 w 1238844"/>
                <a:gd name="connsiteY236" fmla="*/ 822790 h 1107285"/>
                <a:gd name="connsiteX237" fmla="*/ 1072423 w 1238844"/>
                <a:gd name="connsiteY237" fmla="*/ 824873 h 1107285"/>
                <a:gd name="connsiteX238" fmla="*/ 1074615 w 1238844"/>
                <a:gd name="connsiteY238" fmla="*/ 825202 h 1107285"/>
                <a:gd name="connsiteX239" fmla="*/ 1073519 w 1238844"/>
                <a:gd name="connsiteY239" fmla="*/ 833863 h 1107285"/>
                <a:gd name="connsiteX240" fmla="*/ 1070011 w 1238844"/>
                <a:gd name="connsiteY240" fmla="*/ 838029 h 1107285"/>
                <a:gd name="connsiteX241" fmla="*/ 1066283 w 1238844"/>
                <a:gd name="connsiteY241" fmla="*/ 841099 h 1107285"/>
                <a:gd name="connsiteX242" fmla="*/ 1065516 w 1238844"/>
                <a:gd name="connsiteY242" fmla="*/ 841866 h 1107285"/>
                <a:gd name="connsiteX243" fmla="*/ 1065187 w 1238844"/>
                <a:gd name="connsiteY243" fmla="*/ 843401 h 1107285"/>
                <a:gd name="connsiteX244" fmla="*/ 1064968 w 1238844"/>
                <a:gd name="connsiteY244" fmla="*/ 845484 h 1107285"/>
                <a:gd name="connsiteX245" fmla="*/ 1064749 w 1238844"/>
                <a:gd name="connsiteY245" fmla="*/ 847128 h 1107285"/>
                <a:gd name="connsiteX246" fmla="*/ 1062666 w 1238844"/>
                <a:gd name="connsiteY246" fmla="*/ 847896 h 1107285"/>
                <a:gd name="connsiteX247" fmla="*/ 1060802 w 1238844"/>
                <a:gd name="connsiteY247" fmla="*/ 847348 h 1107285"/>
                <a:gd name="connsiteX248" fmla="*/ 1056416 w 1238844"/>
                <a:gd name="connsiteY248" fmla="*/ 848882 h 1107285"/>
                <a:gd name="connsiteX249" fmla="*/ 1051702 w 1238844"/>
                <a:gd name="connsiteY249" fmla="*/ 848334 h 1107285"/>
                <a:gd name="connsiteX250" fmla="*/ 1050496 w 1238844"/>
                <a:gd name="connsiteY250" fmla="*/ 845813 h 1107285"/>
                <a:gd name="connsiteX251" fmla="*/ 1051593 w 1238844"/>
                <a:gd name="connsiteY251" fmla="*/ 844168 h 1107285"/>
                <a:gd name="connsiteX252" fmla="*/ 1050825 w 1238844"/>
                <a:gd name="connsiteY252" fmla="*/ 842305 h 1107285"/>
                <a:gd name="connsiteX253" fmla="*/ 1049181 w 1238844"/>
                <a:gd name="connsiteY253" fmla="*/ 840441 h 1107285"/>
                <a:gd name="connsiteX254" fmla="*/ 1049948 w 1238844"/>
                <a:gd name="connsiteY254" fmla="*/ 837152 h 1107285"/>
                <a:gd name="connsiteX255" fmla="*/ 1048304 w 1238844"/>
                <a:gd name="connsiteY255" fmla="*/ 835507 h 1107285"/>
                <a:gd name="connsiteX256" fmla="*/ 1048523 w 1238844"/>
                <a:gd name="connsiteY256" fmla="*/ 834301 h 1107285"/>
                <a:gd name="connsiteX257" fmla="*/ 1054114 w 1238844"/>
                <a:gd name="connsiteY257" fmla="*/ 835617 h 1107285"/>
                <a:gd name="connsiteX258" fmla="*/ 1059048 w 1238844"/>
                <a:gd name="connsiteY258" fmla="*/ 838358 h 1107285"/>
                <a:gd name="connsiteX259" fmla="*/ 1060911 w 1238844"/>
                <a:gd name="connsiteY259" fmla="*/ 839454 h 1107285"/>
                <a:gd name="connsiteX260" fmla="*/ 1064200 w 1238844"/>
                <a:gd name="connsiteY260" fmla="*/ 838358 h 1107285"/>
                <a:gd name="connsiteX261" fmla="*/ 1067051 w 1238844"/>
                <a:gd name="connsiteY261" fmla="*/ 837042 h 1107285"/>
                <a:gd name="connsiteX262" fmla="*/ 1069134 w 1238844"/>
                <a:gd name="connsiteY262" fmla="*/ 835178 h 1107285"/>
                <a:gd name="connsiteX263" fmla="*/ 1069463 w 1238844"/>
                <a:gd name="connsiteY263" fmla="*/ 833863 h 1107285"/>
                <a:gd name="connsiteX264" fmla="*/ 1068476 w 1238844"/>
                <a:gd name="connsiteY264" fmla="*/ 833534 h 1107285"/>
                <a:gd name="connsiteX265" fmla="*/ 1064749 w 1238844"/>
                <a:gd name="connsiteY265" fmla="*/ 833644 h 1107285"/>
                <a:gd name="connsiteX266" fmla="*/ 1054333 w 1238844"/>
                <a:gd name="connsiteY266" fmla="*/ 833863 h 1107285"/>
                <a:gd name="connsiteX267" fmla="*/ 1044357 w 1238844"/>
                <a:gd name="connsiteY267" fmla="*/ 832328 h 1107285"/>
                <a:gd name="connsiteX268" fmla="*/ 1037888 w 1238844"/>
                <a:gd name="connsiteY268" fmla="*/ 830684 h 1107285"/>
                <a:gd name="connsiteX269" fmla="*/ 1032845 w 1238844"/>
                <a:gd name="connsiteY269" fmla="*/ 829478 h 1107285"/>
                <a:gd name="connsiteX270" fmla="*/ 1027364 w 1238844"/>
                <a:gd name="connsiteY270" fmla="*/ 827723 h 1107285"/>
                <a:gd name="connsiteX271" fmla="*/ 1022869 w 1238844"/>
                <a:gd name="connsiteY271" fmla="*/ 825860 h 1107285"/>
                <a:gd name="connsiteX272" fmla="*/ 1022321 w 1238844"/>
                <a:gd name="connsiteY272" fmla="*/ 824215 h 1107285"/>
                <a:gd name="connsiteX273" fmla="*/ 1020019 w 1238844"/>
                <a:gd name="connsiteY273" fmla="*/ 823009 h 1107285"/>
                <a:gd name="connsiteX274" fmla="*/ 1019251 w 1238844"/>
                <a:gd name="connsiteY274" fmla="*/ 819830 h 1107285"/>
                <a:gd name="connsiteX275" fmla="*/ 1015852 w 1238844"/>
                <a:gd name="connsiteY275" fmla="*/ 818405 h 1107285"/>
                <a:gd name="connsiteX276" fmla="*/ 1013550 w 1238844"/>
                <a:gd name="connsiteY276" fmla="*/ 816980 h 1107285"/>
                <a:gd name="connsiteX277" fmla="*/ 1012563 w 1238844"/>
                <a:gd name="connsiteY277" fmla="*/ 813691 h 1107285"/>
                <a:gd name="connsiteX278" fmla="*/ 1009932 w 1238844"/>
                <a:gd name="connsiteY278" fmla="*/ 810292 h 1107285"/>
                <a:gd name="connsiteX279" fmla="*/ 1007411 w 1238844"/>
                <a:gd name="connsiteY279" fmla="*/ 805029 h 1107285"/>
                <a:gd name="connsiteX280" fmla="*/ 1007959 w 1238844"/>
                <a:gd name="connsiteY280" fmla="*/ 803824 h 1107285"/>
                <a:gd name="connsiteX281" fmla="*/ 1004999 w 1238844"/>
                <a:gd name="connsiteY281" fmla="*/ 802070 h 1107285"/>
                <a:gd name="connsiteX282" fmla="*/ 1004670 w 1238844"/>
                <a:gd name="connsiteY282" fmla="*/ 800864 h 1107285"/>
                <a:gd name="connsiteX283" fmla="*/ 999408 w 1238844"/>
                <a:gd name="connsiteY283" fmla="*/ 794066 h 1107285"/>
                <a:gd name="connsiteX284" fmla="*/ 1000065 w 1238844"/>
                <a:gd name="connsiteY284" fmla="*/ 791325 h 1107285"/>
                <a:gd name="connsiteX285" fmla="*/ 999079 w 1238844"/>
                <a:gd name="connsiteY285" fmla="*/ 789462 h 1107285"/>
                <a:gd name="connsiteX286" fmla="*/ 999517 w 1238844"/>
                <a:gd name="connsiteY286" fmla="*/ 787598 h 1107285"/>
                <a:gd name="connsiteX287" fmla="*/ 998531 w 1238844"/>
                <a:gd name="connsiteY287" fmla="*/ 785954 h 1107285"/>
                <a:gd name="connsiteX288" fmla="*/ 997105 w 1238844"/>
                <a:gd name="connsiteY288" fmla="*/ 783871 h 1107285"/>
                <a:gd name="connsiteX289" fmla="*/ 998092 w 1238844"/>
                <a:gd name="connsiteY289" fmla="*/ 782226 h 1107285"/>
                <a:gd name="connsiteX290" fmla="*/ 997325 w 1238844"/>
                <a:gd name="connsiteY290" fmla="*/ 780362 h 1107285"/>
                <a:gd name="connsiteX291" fmla="*/ 997434 w 1238844"/>
                <a:gd name="connsiteY291" fmla="*/ 777841 h 1107285"/>
                <a:gd name="connsiteX292" fmla="*/ 998969 w 1238844"/>
                <a:gd name="connsiteY292" fmla="*/ 775977 h 1107285"/>
                <a:gd name="connsiteX293" fmla="*/ 998750 w 1238844"/>
                <a:gd name="connsiteY293" fmla="*/ 773894 h 1107285"/>
                <a:gd name="connsiteX294" fmla="*/ 998421 w 1238844"/>
                <a:gd name="connsiteY294" fmla="*/ 771372 h 1107285"/>
                <a:gd name="connsiteX295" fmla="*/ 991624 w 1238844"/>
                <a:gd name="connsiteY295" fmla="*/ 763040 h 1107285"/>
                <a:gd name="connsiteX296" fmla="*/ 990199 w 1238844"/>
                <a:gd name="connsiteY296" fmla="*/ 760629 h 1107285"/>
                <a:gd name="connsiteX297" fmla="*/ 990199 w 1238844"/>
                <a:gd name="connsiteY297" fmla="*/ 759313 h 1107285"/>
                <a:gd name="connsiteX298" fmla="*/ 988993 w 1238844"/>
                <a:gd name="connsiteY298" fmla="*/ 754489 h 1107285"/>
                <a:gd name="connsiteX299" fmla="*/ 988225 w 1238844"/>
                <a:gd name="connsiteY299" fmla="*/ 752296 h 1107285"/>
                <a:gd name="connsiteX300" fmla="*/ 989431 w 1238844"/>
                <a:gd name="connsiteY300" fmla="*/ 750981 h 1107285"/>
                <a:gd name="connsiteX301" fmla="*/ 988883 w 1238844"/>
                <a:gd name="connsiteY301" fmla="*/ 748898 h 1107285"/>
                <a:gd name="connsiteX302" fmla="*/ 988006 w 1238844"/>
                <a:gd name="connsiteY302" fmla="*/ 745061 h 1107285"/>
                <a:gd name="connsiteX303" fmla="*/ 988225 w 1238844"/>
                <a:gd name="connsiteY303" fmla="*/ 742210 h 1107285"/>
                <a:gd name="connsiteX304" fmla="*/ 988116 w 1238844"/>
                <a:gd name="connsiteY304" fmla="*/ 737935 h 1107285"/>
                <a:gd name="connsiteX305" fmla="*/ 989321 w 1238844"/>
                <a:gd name="connsiteY305" fmla="*/ 734207 h 1107285"/>
                <a:gd name="connsiteX306" fmla="*/ 990089 w 1238844"/>
                <a:gd name="connsiteY306" fmla="*/ 729054 h 1107285"/>
                <a:gd name="connsiteX307" fmla="*/ 991185 w 1238844"/>
                <a:gd name="connsiteY307" fmla="*/ 724998 h 1107285"/>
                <a:gd name="connsiteX308" fmla="*/ 994036 w 1238844"/>
                <a:gd name="connsiteY308" fmla="*/ 721490 h 1107285"/>
                <a:gd name="connsiteX309" fmla="*/ 996996 w 1238844"/>
                <a:gd name="connsiteY309" fmla="*/ 720942 h 1107285"/>
                <a:gd name="connsiteX310" fmla="*/ 998092 w 1238844"/>
                <a:gd name="connsiteY310" fmla="*/ 718749 h 1107285"/>
                <a:gd name="connsiteX311" fmla="*/ 997544 w 1238844"/>
                <a:gd name="connsiteY311" fmla="*/ 716776 h 1107285"/>
                <a:gd name="connsiteX312" fmla="*/ 998311 w 1238844"/>
                <a:gd name="connsiteY312" fmla="*/ 714364 h 1107285"/>
                <a:gd name="connsiteX313" fmla="*/ 999956 w 1238844"/>
                <a:gd name="connsiteY313" fmla="*/ 710636 h 1107285"/>
                <a:gd name="connsiteX314" fmla="*/ 1002806 w 1238844"/>
                <a:gd name="connsiteY314" fmla="*/ 707018 h 1107285"/>
                <a:gd name="connsiteX315" fmla="*/ 1002916 w 1238844"/>
                <a:gd name="connsiteY315" fmla="*/ 704606 h 1107285"/>
                <a:gd name="connsiteX316" fmla="*/ 1003574 w 1238844"/>
                <a:gd name="connsiteY316" fmla="*/ 701646 h 1107285"/>
                <a:gd name="connsiteX317" fmla="*/ 1003354 w 1238844"/>
                <a:gd name="connsiteY317" fmla="*/ 700769 h 1107285"/>
                <a:gd name="connsiteX318" fmla="*/ 1003574 w 1238844"/>
                <a:gd name="connsiteY318" fmla="*/ 699344 h 1107285"/>
                <a:gd name="connsiteX319" fmla="*/ 1004341 w 1238844"/>
                <a:gd name="connsiteY319" fmla="*/ 697809 h 1107285"/>
                <a:gd name="connsiteX320" fmla="*/ 1004012 w 1238844"/>
                <a:gd name="connsiteY320" fmla="*/ 697371 h 1107285"/>
                <a:gd name="connsiteX321" fmla="*/ 1003464 w 1238844"/>
                <a:gd name="connsiteY321" fmla="*/ 697480 h 1107285"/>
                <a:gd name="connsiteX322" fmla="*/ 1002916 w 1238844"/>
                <a:gd name="connsiteY322" fmla="*/ 697042 h 1107285"/>
                <a:gd name="connsiteX323" fmla="*/ 1002697 w 1238844"/>
                <a:gd name="connsiteY323" fmla="*/ 695945 h 1107285"/>
                <a:gd name="connsiteX324" fmla="*/ 1002258 w 1238844"/>
                <a:gd name="connsiteY324" fmla="*/ 694520 h 1107285"/>
                <a:gd name="connsiteX325" fmla="*/ 1001052 w 1238844"/>
                <a:gd name="connsiteY325" fmla="*/ 693095 h 1107285"/>
                <a:gd name="connsiteX326" fmla="*/ 1000942 w 1238844"/>
                <a:gd name="connsiteY326" fmla="*/ 691560 h 1107285"/>
                <a:gd name="connsiteX327" fmla="*/ 1000833 w 1238844"/>
                <a:gd name="connsiteY327" fmla="*/ 690245 h 1107285"/>
                <a:gd name="connsiteX328" fmla="*/ 1000065 w 1238844"/>
                <a:gd name="connsiteY328" fmla="*/ 688819 h 1107285"/>
                <a:gd name="connsiteX329" fmla="*/ 998969 w 1238844"/>
                <a:gd name="connsiteY329" fmla="*/ 687285 h 1107285"/>
                <a:gd name="connsiteX330" fmla="*/ 999298 w 1238844"/>
                <a:gd name="connsiteY330" fmla="*/ 685530 h 1107285"/>
                <a:gd name="connsiteX331" fmla="*/ 998969 w 1238844"/>
                <a:gd name="connsiteY331" fmla="*/ 684873 h 1107285"/>
                <a:gd name="connsiteX332" fmla="*/ 998202 w 1238844"/>
                <a:gd name="connsiteY332" fmla="*/ 683447 h 1107285"/>
                <a:gd name="connsiteX333" fmla="*/ 998311 w 1238844"/>
                <a:gd name="connsiteY333" fmla="*/ 682351 h 1107285"/>
                <a:gd name="connsiteX334" fmla="*/ 998969 w 1238844"/>
                <a:gd name="connsiteY334" fmla="*/ 681693 h 1107285"/>
                <a:gd name="connsiteX335" fmla="*/ 997653 w 1238844"/>
                <a:gd name="connsiteY335" fmla="*/ 680816 h 1107285"/>
                <a:gd name="connsiteX336" fmla="*/ 997653 w 1238844"/>
                <a:gd name="connsiteY336" fmla="*/ 679720 h 1107285"/>
                <a:gd name="connsiteX337" fmla="*/ 994913 w 1238844"/>
                <a:gd name="connsiteY337" fmla="*/ 677637 h 1107285"/>
                <a:gd name="connsiteX338" fmla="*/ 994913 w 1238844"/>
                <a:gd name="connsiteY338" fmla="*/ 676540 h 1107285"/>
                <a:gd name="connsiteX339" fmla="*/ 994036 w 1238844"/>
                <a:gd name="connsiteY339" fmla="*/ 676102 h 1107285"/>
                <a:gd name="connsiteX340" fmla="*/ 994584 w 1238844"/>
                <a:gd name="connsiteY340" fmla="*/ 675554 h 1107285"/>
                <a:gd name="connsiteX341" fmla="*/ 995680 w 1238844"/>
                <a:gd name="connsiteY341" fmla="*/ 675225 h 1107285"/>
                <a:gd name="connsiteX342" fmla="*/ 996009 w 1238844"/>
                <a:gd name="connsiteY342" fmla="*/ 674896 h 1107285"/>
                <a:gd name="connsiteX343" fmla="*/ 995461 w 1238844"/>
                <a:gd name="connsiteY343" fmla="*/ 674238 h 1107285"/>
                <a:gd name="connsiteX344" fmla="*/ 994694 w 1238844"/>
                <a:gd name="connsiteY344" fmla="*/ 673471 h 1107285"/>
                <a:gd name="connsiteX345" fmla="*/ 993597 w 1238844"/>
                <a:gd name="connsiteY345" fmla="*/ 673581 h 1107285"/>
                <a:gd name="connsiteX346" fmla="*/ 991953 w 1238844"/>
                <a:gd name="connsiteY346" fmla="*/ 672813 h 1107285"/>
                <a:gd name="connsiteX347" fmla="*/ 992172 w 1238844"/>
                <a:gd name="connsiteY347" fmla="*/ 671498 h 1107285"/>
                <a:gd name="connsiteX348" fmla="*/ 990308 w 1238844"/>
                <a:gd name="connsiteY348" fmla="*/ 669195 h 1107285"/>
                <a:gd name="connsiteX349" fmla="*/ 988993 w 1238844"/>
                <a:gd name="connsiteY349" fmla="*/ 666783 h 1107285"/>
                <a:gd name="connsiteX350" fmla="*/ 986471 w 1238844"/>
                <a:gd name="connsiteY350" fmla="*/ 664262 h 1107285"/>
                <a:gd name="connsiteX351" fmla="*/ 986142 w 1238844"/>
                <a:gd name="connsiteY351" fmla="*/ 662069 h 1107285"/>
                <a:gd name="connsiteX352" fmla="*/ 986032 w 1238844"/>
                <a:gd name="connsiteY352" fmla="*/ 659219 h 1107285"/>
                <a:gd name="connsiteX353" fmla="*/ 985704 w 1238844"/>
                <a:gd name="connsiteY353" fmla="*/ 657793 h 1107285"/>
                <a:gd name="connsiteX354" fmla="*/ 984278 w 1238844"/>
                <a:gd name="connsiteY354" fmla="*/ 657026 h 1107285"/>
                <a:gd name="connsiteX355" fmla="*/ 984498 w 1238844"/>
                <a:gd name="connsiteY355" fmla="*/ 655710 h 1107285"/>
                <a:gd name="connsiteX356" fmla="*/ 984059 w 1238844"/>
                <a:gd name="connsiteY356" fmla="*/ 655053 h 1107285"/>
                <a:gd name="connsiteX357" fmla="*/ 984388 w 1238844"/>
                <a:gd name="connsiteY357" fmla="*/ 653847 h 1107285"/>
                <a:gd name="connsiteX358" fmla="*/ 980112 w 1238844"/>
                <a:gd name="connsiteY358" fmla="*/ 650777 h 1107285"/>
                <a:gd name="connsiteX359" fmla="*/ 979345 w 1238844"/>
                <a:gd name="connsiteY359" fmla="*/ 649461 h 1107285"/>
                <a:gd name="connsiteX360" fmla="*/ 977920 w 1238844"/>
                <a:gd name="connsiteY360" fmla="*/ 648584 h 1107285"/>
                <a:gd name="connsiteX361" fmla="*/ 977262 w 1238844"/>
                <a:gd name="connsiteY361" fmla="*/ 649132 h 1107285"/>
                <a:gd name="connsiteX362" fmla="*/ 977152 w 1238844"/>
                <a:gd name="connsiteY362" fmla="*/ 649900 h 1107285"/>
                <a:gd name="connsiteX363" fmla="*/ 975617 w 1238844"/>
                <a:gd name="connsiteY363" fmla="*/ 649790 h 1107285"/>
                <a:gd name="connsiteX364" fmla="*/ 973206 w 1238844"/>
                <a:gd name="connsiteY364" fmla="*/ 649352 h 1107285"/>
                <a:gd name="connsiteX365" fmla="*/ 971780 w 1238844"/>
                <a:gd name="connsiteY365" fmla="*/ 647707 h 1107285"/>
                <a:gd name="connsiteX366" fmla="*/ 970794 w 1238844"/>
                <a:gd name="connsiteY366" fmla="*/ 646172 h 1107285"/>
                <a:gd name="connsiteX367" fmla="*/ 971451 w 1238844"/>
                <a:gd name="connsiteY367" fmla="*/ 643980 h 1107285"/>
                <a:gd name="connsiteX368" fmla="*/ 970245 w 1238844"/>
                <a:gd name="connsiteY368" fmla="*/ 642555 h 1107285"/>
                <a:gd name="connsiteX369" fmla="*/ 966847 w 1238844"/>
                <a:gd name="connsiteY369" fmla="*/ 641678 h 1107285"/>
                <a:gd name="connsiteX370" fmla="*/ 966628 w 1238844"/>
                <a:gd name="connsiteY370" fmla="*/ 640691 h 1107285"/>
                <a:gd name="connsiteX371" fmla="*/ 963887 w 1238844"/>
                <a:gd name="connsiteY371" fmla="*/ 639485 h 1107285"/>
                <a:gd name="connsiteX372" fmla="*/ 963448 w 1238844"/>
                <a:gd name="connsiteY372" fmla="*/ 636525 h 1107285"/>
                <a:gd name="connsiteX373" fmla="*/ 962681 w 1238844"/>
                <a:gd name="connsiteY373" fmla="*/ 635209 h 1107285"/>
                <a:gd name="connsiteX374" fmla="*/ 962681 w 1238844"/>
                <a:gd name="connsiteY374" fmla="*/ 633894 h 1107285"/>
                <a:gd name="connsiteX375" fmla="*/ 961585 w 1238844"/>
                <a:gd name="connsiteY375" fmla="*/ 632688 h 1107285"/>
                <a:gd name="connsiteX376" fmla="*/ 961256 w 1238844"/>
                <a:gd name="connsiteY376" fmla="*/ 631701 h 1107285"/>
                <a:gd name="connsiteX377" fmla="*/ 961475 w 1238844"/>
                <a:gd name="connsiteY377" fmla="*/ 630824 h 1107285"/>
                <a:gd name="connsiteX378" fmla="*/ 960159 w 1238844"/>
                <a:gd name="connsiteY378" fmla="*/ 629728 h 1107285"/>
                <a:gd name="connsiteX379" fmla="*/ 960379 w 1238844"/>
                <a:gd name="connsiteY379" fmla="*/ 629179 h 1107285"/>
                <a:gd name="connsiteX380" fmla="*/ 957747 w 1238844"/>
                <a:gd name="connsiteY380" fmla="*/ 628083 h 1107285"/>
                <a:gd name="connsiteX381" fmla="*/ 955555 w 1238844"/>
                <a:gd name="connsiteY381" fmla="*/ 625671 h 1107285"/>
                <a:gd name="connsiteX382" fmla="*/ 954239 w 1238844"/>
                <a:gd name="connsiteY382" fmla="*/ 621944 h 1107285"/>
                <a:gd name="connsiteX383" fmla="*/ 953910 w 1238844"/>
                <a:gd name="connsiteY383" fmla="*/ 618107 h 1107285"/>
                <a:gd name="connsiteX384" fmla="*/ 955226 w 1238844"/>
                <a:gd name="connsiteY384" fmla="*/ 617230 h 1107285"/>
                <a:gd name="connsiteX385" fmla="*/ 954787 w 1238844"/>
                <a:gd name="connsiteY385" fmla="*/ 616243 h 1107285"/>
                <a:gd name="connsiteX386" fmla="*/ 953472 w 1238844"/>
                <a:gd name="connsiteY386" fmla="*/ 615147 h 1107285"/>
                <a:gd name="connsiteX387" fmla="*/ 951937 w 1238844"/>
                <a:gd name="connsiteY387" fmla="*/ 611200 h 1107285"/>
                <a:gd name="connsiteX388" fmla="*/ 950073 w 1238844"/>
                <a:gd name="connsiteY388" fmla="*/ 610103 h 1107285"/>
                <a:gd name="connsiteX389" fmla="*/ 948538 w 1238844"/>
                <a:gd name="connsiteY389" fmla="*/ 605937 h 1107285"/>
                <a:gd name="connsiteX390" fmla="*/ 948867 w 1238844"/>
                <a:gd name="connsiteY390" fmla="*/ 603416 h 1107285"/>
                <a:gd name="connsiteX391" fmla="*/ 947442 w 1238844"/>
                <a:gd name="connsiteY391" fmla="*/ 601443 h 1107285"/>
                <a:gd name="connsiteX392" fmla="*/ 947113 w 1238844"/>
                <a:gd name="connsiteY392" fmla="*/ 600017 h 1107285"/>
                <a:gd name="connsiteX393" fmla="*/ 948100 w 1238844"/>
                <a:gd name="connsiteY393" fmla="*/ 597496 h 1107285"/>
                <a:gd name="connsiteX394" fmla="*/ 948867 w 1238844"/>
                <a:gd name="connsiteY394" fmla="*/ 597605 h 1107285"/>
                <a:gd name="connsiteX395" fmla="*/ 949635 w 1238844"/>
                <a:gd name="connsiteY395" fmla="*/ 596619 h 1107285"/>
                <a:gd name="connsiteX396" fmla="*/ 948867 w 1238844"/>
                <a:gd name="connsiteY396" fmla="*/ 595193 h 1107285"/>
                <a:gd name="connsiteX397" fmla="*/ 949196 w 1238844"/>
                <a:gd name="connsiteY397" fmla="*/ 594207 h 1107285"/>
                <a:gd name="connsiteX398" fmla="*/ 949744 w 1238844"/>
                <a:gd name="connsiteY398" fmla="*/ 593768 h 1107285"/>
                <a:gd name="connsiteX399" fmla="*/ 948429 w 1238844"/>
                <a:gd name="connsiteY399" fmla="*/ 593220 h 1107285"/>
                <a:gd name="connsiteX400" fmla="*/ 947113 w 1238844"/>
                <a:gd name="connsiteY400" fmla="*/ 592343 h 1107285"/>
                <a:gd name="connsiteX401" fmla="*/ 947223 w 1238844"/>
                <a:gd name="connsiteY401" fmla="*/ 590699 h 1107285"/>
                <a:gd name="connsiteX402" fmla="*/ 947880 w 1238844"/>
                <a:gd name="connsiteY402" fmla="*/ 590260 h 1107285"/>
                <a:gd name="connsiteX403" fmla="*/ 947113 w 1238844"/>
                <a:gd name="connsiteY403" fmla="*/ 588506 h 1107285"/>
                <a:gd name="connsiteX404" fmla="*/ 945359 w 1238844"/>
                <a:gd name="connsiteY404" fmla="*/ 586971 h 1107285"/>
                <a:gd name="connsiteX405" fmla="*/ 945469 w 1238844"/>
                <a:gd name="connsiteY405" fmla="*/ 585765 h 1107285"/>
                <a:gd name="connsiteX406" fmla="*/ 942289 w 1238844"/>
                <a:gd name="connsiteY406" fmla="*/ 584340 h 1107285"/>
                <a:gd name="connsiteX407" fmla="*/ 940754 w 1238844"/>
                <a:gd name="connsiteY407" fmla="*/ 582805 h 1107285"/>
                <a:gd name="connsiteX408" fmla="*/ 940206 w 1238844"/>
                <a:gd name="connsiteY408" fmla="*/ 579077 h 1107285"/>
                <a:gd name="connsiteX409" fmla="*/ 937356 w 1238844"/>
                <a:gd name="connsiteY409" fmla="*/ 574034 h 1107285"/>
                <a:gd name="connsiteX410" fmla="*/ 936479 w 1238844"/>
                <a:gd name="connsiteY410" fmla="*/ 571842 h 1107285"/>
                <a:gd name="connsiteX411" fmla="*/ 935931 w 1238844"/>
                <a:gd name="connsiteY411" fmla="*/ 566579 h 1107285"/>
                <a:gd name="connsiteX412" fmla="*/ 934067 w 1238844"/>
                <a:gd name="connsiteY412" fmla="*/ 565045 h 1107285"/>
                <a:gd name="connsiteX413" fmla="*/ 932751 w 1238844"/>
                <a:gd name="connsiteY413" fmla="*/ 561427 h 1107285"/>
                <a:gd name="connsiteX414" fmla="*/ 931765 w 1238844"/>
                <a:gd name="connsiteY414" fmla="*/ 560002 h 1107285"/>
                <a:gd name="connsiteX415" fmla="*/ 931545 w 1238844"/>
                <a:gd name="connsiteY415" fmla="*/ 557480 h 1107285"/>
                <a:gd name="connsiteX416" fmla="*/ 932971 w 1238844"/>
                <a:gd name="connsiteY416" fmla="*/ 556822 h 1107285"/>
                <a:gd name="connsiteX417" fmla="*/ 932751 w 1238844"/>
                <a:gd name="connsiteY417" fmla="*/ 554410 h 1107285"/>
                <a:gd name="connsiteX418" fmla="*/ 933957 w 1238844"/>
                <a:gd name="connsiteY418" fmla="*/ 553424 h 1107285"/>
                <a:gd name="connsiteX419" fmla="*/ 933957 w 1238844"/>
                <a:gd name="connsiteY419" fmla="*/ 552108 h 1107285"/>
                <a:gd name="connsiteX420" fmla="*/ 932532 w 1238844"/>
                <a:gd name="connsiteY420" fmla="*/ 548819 h 1107285"/>
                <a:gd name="connsiteX421" fmla="*/ 934067 w 1238844"/>
                <a:gd name="connsiteY421" fmla="*/ 547284 h 1107285"/>
                <a:gd name="connsiteX422" fmla="*/ 933190 w 1238844"/>
                <a:gd name="connsiteY422" fmla="*/ 545311 h 1107285"/>
                <a:gd name="connsiteX423" fmla="*/ 930668 w 1238844"/>
                <a:gd name="connsiteY423" fmla="*/ 544763 h 1107285"/>
                <a:gd name="connsiteX424" fmla="*/ 930010 w 1238844"/>
                <a:gd name="connsiteY424" fmla="*/ 544105 h 1107285"/>
                <a:gd name="connsiteX425" fmla="*/ 929243 w 1238844"/>
                <a:gd name="connsiteY425" fmla="*/ 544105 h 1107285"/>
                <a:gd name="connsiteX426" fmla="*/ 928695 w 1238844"/>
                <a:gd name="connsiteY426" fmla="*/ 545092 h 1107285"/>
                <a:gd name="connsiteX427" fmla="*/ 927379 w 1238844"/>
                <a:gd name="connsiteY427" fmla="*/ 545092 h 1107285"/>
                <a:gd name="connsiteX428" fmla="*/ 926283 w 1238844"/>
                <a:gd name="connsiteY428" fmla="*/ 544105 h 1107285"/>
                <a:gd name="connsiteX429" fmla="*/ 925296 w 1238844"/>
                <a:gd name="connsiteY429" fmla="*/ 544434 h 1107285"/>
                <a:gd name="connsiteX430" fmla="*/ 924419 w 1238844"/>
                <a:gd name="connsiteY430" fmla="*/ 545420 h 1107285"/>
                <a:gd name="connsiteX431" fmla="*/ 922775 w 1238844"/>
                <a:gd name="connsiteY431" fmla="*/ 544982 h 1107285"/>
                <a:gd name="connsiteX432" fmla="*/ 922446 w 1238844"/>
                <a:gd name="connsiteY432" fmla="*/ 543995 h 1107285"/>
                <a:gd name="connsiteX433" fmla="*/ 923652 w 1238844"/>
                <a:gd name="connsiteY433" fmla="*/ 542241 h 1107285"/>
                <a:gd name="connsiteX434" fmla="*/ 923213 w 1238844"/>
                <a:gd name="connsiteY434" fmla="*/ 541693 h 1107285"/>
                <a:gd name="connsiteX435" fmla="*/ 921788 w 1238844"/>
                <a:gd name="connsiteY435" fmla="*/ 543337 h 1107285"/>
                <a:gd name="connsiteX436" fmla="*/ 917951 w 1238844"/>
                <a:gd name="connsiteY436" fmla="*/ 543118 h 1107285"/>
                <a:gd name="connsiteX437" fmla="*/ 917293 w 1238844"/>
                <a:gd name="connsiteY437" fmla="*/ 542351 h 1107285"/>
                <a:gd name="connsiteX438" fmla="*/ 916526 w 1238844"/>
                <a:gd name="connsiteY438" fmla="*/ 543228 h 1107285"/>
                <a:gd name="connsiteX439" fmla="*/ 914552 w 1238844"/>
                <a:gd name="connsiteY439" fmla="*/ 543228 h 1107285"/>
                <a:gd name="connsiteX440" fmla="*/ 912579 w 1238844"/>
                <a:gd name="connsiteY440" fmla="*/ 542241 h 1107285"/>
                <a:gd name="connsiteX441" fmla="*/ 911592 w 1238844"/>
                <a:gd name="connsiteY441" fmla="*/ 540268 h 1107285"/>
                <a:gd name="connsiteX442" fmla="*/ 909838 w 1238844"/>
                <a:gd name="connsiteY442" fmla="*/ 539171 h 1107285"/>
                <a:gd name="connsiteX443" fmla="*/ 908413 w 1238844"/>
                <a:gd name="connsiteY443" fmla="*/ 535992 h 1107285"/>
                <a:gd name="connsiteX444" fmla="*/ 908303 w 1238844"/>
                <a:gd name="connsiteY444" fmla="*/ 534348 h 1107285"/>
                <a:gd name="connsiteX445" fmla="*/ 907317 w 1238844"/>
                <a:gd name="connsiteY445" fmla="*/ 533471 h 1107285"/>
                <a:gd name="connsiteX446" fmla="*/ 904795 w 1238844"/>
                <a:gd name="connsiteY446" fmla="*/ 532813 h 1107285"/>
                <a:gd name="connsiteX447" fmla="*/ 903151 w 1238844"/>
                <a:gd name="connsiteY447" fmla="*/ 528099 h 1107285"/>
                <a:gd name="connsiteX448" fmla="*/ 901067 w 1238844"/>
                <a:gd name="connsiteY448" fmla="*/ 526454 h 1107285"/>
                <a:gd name="connsiteX449" fmla="*/ 899423 w 1238844"/>
                <a:gd name="connsiteY449" fmla="*/ 523823 h 1107285"/>
                <a:gd name="connsiteX450" fmla="*/ 898436 w 1238844"/>
                <a:gd name="connsiteY450" fmla="*/ 520424 h 1107285"/>
                <a:gd name="connsiteX451" fmla="*/ 897778 w 1238844"/>
                <a:gd name="connsiteY451" fmla="*/ 518451 h 1107285"/>
                <a:gd name="connsiteX452" fmla="*/ 897669 w 1238844"/>
                <a:gd name="connsiteY452" fmla="*/ 515272 h 1107285"/>
                <a:gd name="connsiteX453" fmla="*/ 896353 w 1238844"/>
                <a:gd name="connsiteY453" fmla="*/ 512202 h 1107285"/>
                <a:gd name="connsiteX454" fmla="*/ 895257 w 1238844"/>
                <a:gd name="connsiteY454" fmla="*/ 509022 h 1107285"/>
                <a:gd name="connsiteX455" fmla="*/ 894709 w 1238844"/>
                <a:gd name="connsiteY455" fmla="*/ 506391 h 1107285"/>
                <a:gd name="connsiteX456" fmla="*/ 895257 w 1238844"/>
                <a:gd name="connsiteY456" fmla="*/ 504966 h 1107285"/>
                <a:gd name="connsiteX457" fmla="*/ 892845 w 1238844"/>
                <a:gd name="connsiteY457" fmla="*/ 500033 h 1107285"/>
                <a:gd name="connsiteX458" fmla="*/ 891420 w 1238844"/>
                <a:gd name="connsiteY458" fmla="*/ 500142 h 1107285"/>
                <a:gd name="connsiteX459" fmla="*/ 890543 w 1238844"/>
                <a:gd name="connsiteY459" fmla="*/ 501019 h 1107285"/>
                <a:gd name="connsiteX460" fmla="*/ 889008 w 1238844"/>
                <a:gd name="connsiteY460" fmla="*/ 500252 h 1107285"/>
                <a:gd name="connsiteX461" fmla="*/ 888460 w 1238844"/>
                <a:gd name="connsiteY461" fmla="*/ 498498 h 1107285"/>
                <a:gd name="connsiteX462" fmla="*/ 886815 w 1238844"/>
                <a:gd name="connsiteY462" fmla="*/ 496195 h 1107285"/>
                <a:gd name="connsiteX463" fmla="*/ 885390 w 1238844"/>
                <a:gd name="connsiteY463" fmla="*/ 495318 h 1107285"/>
                <a:gd name="connsiteX464" fmla="*/ 882320 w 1238844"/>
                <a:gd name="connsiteY464" fmla="*/ 494332 h 1107285"/>
                <a:gd name="connsiteX465" fmla="*/ 880128 w 1238844"/>
                <a:gd name="connsiteY465" fmla="*/ 491372 h 1107285"/>
                <a:gd name="connsiteX466" fmla="*/ 877606 w 1238844"/>
                <a:gd name="connsiteY466" fmla="*/ 489727 h 1107285"/>
                <a:gd name="connsiteX467" fmla="*/ 876620 w 1238844"/>
                <a:gd name="connsiteY467" fmla="*/ 488083 h 1107285"/>
                <a:gd name="connsiteX468" fmla="*/ 876181 w 1238844"/>
                <a:gd name="connsiteY468" fmla="*/ 485890 h 1107285"/>
                <a:gd name="connsiteX469" fmla="*/ 875962 w 1238844"/>
                <a:gd name="connsiteY469" fmla="*/ 483369 h 1107285"/>
                <a:gd name="connsiteX470" fmla="*/ 875194 w 1238844"/>
                <a:gd name="connsiteY470" fmla="*/ 480299 h 1107285"/>
                <a:gd name="connsiteX471" fmla="*/ 874975 w 1238844"/>
                <a:gd name="connsiteY471" fmla="*/ 479202 h 1107285"/>
                <a:gd name="connsiteX472" fmla="*/ 876620 w 1238844"/>
                <a:gd name="connsiteY472" fmla="*/ 479751 h 1107285"/>
                <a:gd name="connsiteX473" fmla="*/ 876839 w 1238844"/>
                <a:gd name="connsiteY473" fmla="*/ 480847 h 1107285"/>
                <a:gd name="connsiteX474" fmla="*/ 877716 w 1238844"/>
                <a:gd name="connsiteY474" fmla="*/ 481834 h 1107285"/>
                <a:gd name="connsiteX475" fmla="*/ 878593 w 1238844"/>
                <a:gd name="connsiteY475" fmla="*/ 481943 h 1107285"/>
                <a:gd name="connsiteX476" fmla="*/ 879580 w 1238844"/>
                <a:gd name="connsiteY476" fmla="*/ 480847 h 1107285"/>
                <a:gd name="connsiteX477" fmla="*/ 878483 w 1238844"/>
                <a:gd name="connsiteY477" fmla="*/ 479970 h 1107285"/>
                <a:gd name="connsiteX478" fmla="*/ 877935 w 1238844"/>
                <a:gd name="connsiteY478" fmla="*/ 478983 h 1107285"/>
                <a:gd name="connsiteX479" fmla="*/ 876291 w 1238844"/>
                <a:gd name="connsiteY479" fmla="*/ 476791 h 1107285"/>
                <a:gd name="connsiteX480" fmla="*/ 874865 w 1238844"/>
                <a:gd name="connsiteY480" fmla="*/ 475694 h 1107285"/>
                <a:gd name="connsiteX481" fmla="*/ 874427 w 1238844"/>
                <a:gd name="connsiteY481" fmla="*/ 476242 h 1107285"/>
                <a:gd name="connsiteX482" fmla="*/ 873331 w 1238844"/>
                <a:gd name="connsiteY482" fmla="*/ 476462 h 1107285"/>
                <a:gd name="connsiteX483" fmla="*/ 871796 w 1238844"/>
                <a:gd name="connsiteY483" fmla="*/ 475365 h 1107285"/>
                <a:gd name="connsiteX484" fmla="*/ 871247 w 1238844"/>
                <a:gd name="connsiteY484" fmla="*/ 469116 h 1107285"/>
                <a:gd name="connsiteX485" fmla="*/ 870261 w 1238844"/>
                <a:gd name="connsiteY485" fmla="*/ 467581 h 1107285"/>
                <a:gd name="connsiteX486" fmla="*/ 871467 w 1238844"/>
                <a:gd name="connsiteY486" fmla="*/ 465060 h 1107285"/>
                <a:gd name="connsiteX487" fmla="*/ 870809 w 1238844"/>
                <a:gd name="connsiteY487" fmla="*/ 461881 h 1107285"/>
                <a:gd name="connsiteX488" fmla="*/ 870151 w 1238844"/>
                <a:gd name="connsiteY488" fmla="*/ 459907 h 1107285"/>
                <a:gd name="connsiteX489" fmla="*/ 868068 w 1238844"/>
                <a:gd name="connsiteY489" fmla="*/ 456070 h 1107285"/>
                <a:gd name="connsiteX490" fmla="*/ 866972 w 1238844"/>
                <a:gd name="connsiteY490" fmla="*/ 452014 h 1107285"/>
                <a:gd name="connsiteX491" fmla="*/ 865985 w 1238844"/>
                <a:gd name="connsiteY491" fmla="*/ 447848 h 1107285"/>
                <a:gd name="connsiteX492" fmla="*/ 868507 w 1238844"/>
                <a:gd name="connsiteY492" fmla="*/ 445545 h 1107285"/>
                <a:gd name="connsiteX493" fmla="*/ 870480 w 1238844"/>
                <a:gd name="connsiteY493" fmla="*/ 442695 h 1107285"/>
                <a:gd name="connsiteX494" fmla="*/ 870480 w 1238844"/>
                <a:gd name="connsiteY494" fmla="*/ 437213 h 1107285"/>
                <a:gd name="connsiteX495" fmla="*/ 869055 w 1238844"/>
                <a:gd name="connsiteY495" fmla="*/ 433705 h 1107285"/>
                <a:gd name="connsiteX496" fmla="*/ 869932 w 1238844"/>
                <a:gd name="connsiteY496" fmla="*/ 431513 h 1107285"/>
                <a:gd name="connsiteX497" fmla="*/ 872344 w 1238844"/>
                <a:gd name="connsiteY497" fmla="*/ 429539 h 1107285"/>
                <a:gd name="connsiteX498" fmla="*/ 872782 w 1238844"/>
                <a:gd name="connsiteY498" fmla="*/ 427127 h 1107285"/>
                <a:gd name="connsiteX499" fmla="*/ 873988 w 1238844"/>
                <a:gd name="connsiteY499" fmla="*/ 426140 h 1107285"/>
                <a:gd name="connsiteX500" fmla="*/ 874208 w 1238844"/>
                <a:gd name="connsiteY500" fmla="*/ 423948 h 1107285"/>
                <a:gd name="connsiteX501" fmla="*/ 873221 w 1238844"/>
                <a:gd name="connsiteY501" fmla="*/ 421207 h 1107285"/>
                <a:gd name="connsiteX502" fmla="*/ 873440 w 1238844"/>
                <a:gd name="connsiteY502" fmla="*/ 418686 h 1107285"/>
                <a:gd name="connsiteX503" fmla="*/ 869603 w 1238844"/>
                <a:gd name="connsiteY503" fmla="*/ 416054 h 1107285"/>
                <a:gd name="connsiteX504" fmla="*/ 867849 w 1238844"/>
                <a:gd name="connsiteY504" fmla="*/ 412546 h 1107285"/>
                <a:gd name="connsiteX505" fmla="*/ 866204 w 1238844"/>
                <a:gd name="connsiteY505" fmla="*/ 408709 h 1107285"/>
                <a:gd name="connsiteX506" fmla="*/ 866314 w 1238844"/>
                <a:gd name="connsiteY506" fmla="*/ 404543 h 1107285"/>
                <a:gd name="connsiteX507" fmla="*/ 865218 w 1238844"/>
                <a:gd name="connsiteY507" fmla="*/ 401583 h 1107285"/>
                <a:gd name="connsiteX508" fmla="*/ 863025 w 1238844"/>
                <a:gd name="connsiteY508" fmla="*/ 399938 h 1107285"/>
                <a:gd name="connsiteX509" fmla="*/ 862258 w 1238844"/>
                <a:gd name="connsiteY509" fmla="*/ 396320 h 1107285"/>
                <a:gd name="connsiteX510" fmla="*/ 863025 w 1238844"/>
                <a:gd name="connsiteY510" fmla="*/ 393580 h 1107285"/>
                <a:gd name="connsiteX511" fmla="*/ 860723 w 1238844"/>
                <a:gd name="connsiteY511" fmla="*/ 388756 h 1107285"/>
                <a:gd name="connsiteX512" fmla="*/ 860613 w 1238844"/>
                <a:gd name="connsiteY512" fmla="*/ 387002 h 1107285"/>
                <a:gd name="connsiteX513" fmla="*/ 858749 w 1238844"/>
                <a:gd name="connsiteY513" fmla="*/ 384919 h 1107285"/>
                <a:gd name="connsiteX514" fmla="*/ 859626 w 1238844"/>
                <a:gd name="connsiteY514" fmla="*/ 379327 h 1107285"/>
                <a:gd name="connsiteX515" fmla="*/ 861819 w 1238844"/>
                <a:gd name="connsiteY515" fmla="*/ 379547 h 1107285"/>
                <a:gd name="connsiteX516" fmla="*/ 861271 w 1238844"/>
                <a:gd name="connsiteY516" fmla="*/ 374613 h 1107285"/>
                <a:gd name="connsiteX517" fmla="*/ 860613 w 1238844"/>
                <a:gd name="connsiteY517" fmla="*/ 371544 h 1107285"/>
                <a:gd name="connsiteX518" fmla="*/ 859517 w 1238844"/>
                <a:gd name="connsiteY518" fmla="*/ 368035 h 1107285"/>
                <a:gd name="connsiteX519" fmla="*/ 856995 w 1238844"/>
                <a:gd name="connsiteY519" fmla="*/ 364856 h 1107285"/>
                <a:gd name="connsiteX520" fmla="*/ 853706 w 1238844"/>
                <a:gd name="connsiteY520" fmla="*/ 363541 h 1107285"/>
                <a:gd name="connsiteX521" fmla="*/ 851843 w 1238844"/>
                <a:gd name="connsiteY521" fmla="*/ 361238 h 1107285"/>
                <a:gd name="connsiteX522" fmla="*/ 851733 w 1238844"/>
                <a:gd name="connsiteY522" fmla="*/ 359703 h 1107285"/>
                <a:gd name="connsiteX523" fmla="*/ 853816 w 1238844"/>
                <a:gd name="connsiteY523" fmla="*/ 358826 h 1107285"/>
                <a:gd name="connsiteX524" fmla="*/ 853597 w 1238844"/>
                <a:gd name="connsiteY524" fmla="*/ 357620 h 1107285"/>
                <a:gd name="connsiteX525" fmla="*/ 852720 w 1238844"/>
                <a:gd name="connsiteY525" fmla="*/ 356414 h 1107285"/>
                <a:gd name="connsiteX526" fmla="*/ 850856 w 1238844"/>
                <a:gd name="connsiteY526" fmla="*/ 355647 h 1107285"/>
                <a:gd name="connsiteX527" fmla="*/ 846251 w 1238844"/>
                <a:gd name="connsiteY527" fmla="*/ 352577 h 1107285"/>
                <a:gd name="connsiteX528" fmla="*/ 844826 w 1238844"/>
                <a:gd name="connsiteY528" fmla="*/ 348302 h 1107285"/>
                <a:gd name="connsiteX529" fmla="*/ 845265 w 1238844"/>
                <a:gd name="connsiteY529" fmla="*/ 343807 h 1107285"/>
                <a:gd name="connsiteX530" fmla="*/ 844936 w 1238844"/>
                <a:gd name="connsiteY530" fmla="*/ 338106 h 1107285"/>
                <a:gd name="connsiteX531" fmla="*/ 847457 w 1238844"/>
                <a:gd name="connsiteY531" fmla="*/ 333721 h 1107285"/>
                <a:gd name="connsiteX532" fmla="*/ 847677 w 1238844"/>
                <a:gd name="connsiteY532" fmla="*/ 329555 h 1107285"/>
                <a:gd name="connsiteX533" fmla="*/ 848773 w 1238844"/>
                <a:gd name="connsiteY533" fmla="*/ 327691 h 1107285"/>
                <a:gd name="connsiteX534" fmla="*/ 850089 w 1238844"/>
                <a:gd name="connsiteY534" fmla="*/ 326923 h 1107285"/>
                <a:gd name="connsiteX535" fmla="*/ 847457 w 1238844"/>
                <a:gd name="connsiteY535" fmla="*/ 325389 h 1107285"/>
                <a:gd name="connsiteX536" fmla="*/ 846471 w 1238844"/>
                <a:gd name="connsiteY536" fmla="*/ 324292 h 1107285"/>
                <a:gd name="connsiteX537" fmla="*/ 846580 w 1238844"/>
                <a:gd name="connsiteY537" fmla="*/ 322538 h 1107285"/>
                <a:gd name="connsiteX538" fmla="*/ 844059 w 1238844"/>
                <a:gd name="connsiteY538" fmla="*/ 322977 h 1107285"/>
                <a:gd name="connsiteX539" fmla="*/ 843730 w 1238844"/>
                <a:gd name="connsiteY539" fmla="*/ 324073 h 1107285"/>
                <a:gd name="connsiteX540" fmla="*/ 842195 w 1238844"/>
                <a:gd name="connsiteY540" fmla="*/ 324621 h 1107285"/>
                <a:gd name="connsiteX541" fmla="*/ 838029 w 1238844"/>
                <a:gd name="connsiteY541" fmla="*/ 323634 h 1107285"/>
                <a:gd name="connsiteX542" fmla="*/ 833863 w 1238844"/>
                <a:gd name="connsiteY542" fmla="*/ 321990 h 1107285"/>
                <a:gd name="connsiteX543" fmla="*/ 829039 w 1238844"/>
                <a:gd name="connsiteY543" fmla="*/ 320236 h 1107285"/>
                <a:gd name="connsiteX544" fmla="*/ 825860 w 1238844"/>
                <a:gd name="connsiteY544" fmla="*/ 318153 h 1107285"/>
                <a:gd name="connsiteX545" fmla="*/ 824983 w 1238844"/>
                <a:gd name="connsiteY545" fmla="*/ 314206 h 1107285"/>
                <a:gd name="connsiteX546" fmla="*/ 826189 w 1238844"/>
                <a:gd name="connsiteY546" fmla="*/ 303352 h 1107285"/>
                <a:gd name="connsiteX547" fmla="*/ 825641 w 1238844"/>
                <a:gd name="connsiteY547" fmla="*/ 298200 h 1107285"/>
                <a:gd name="connsiteX548" fmla="*/ 825969 w 1238844"/>
                <a:gd name="connsiteY548" fmla="*/ 293376 h 1107285"/>
                <a:gd name="connsiteX549" fmla="*/ 826846 w 1238844"/>
                <a:gd name="connsiteY549" fmla="*/ 288004 h 1107285"/>
                <a:gd name="connsiteX550" fmla="*/ 824873 w 1238844"/>
                <a:gd name="connsiteY550" fmla="*/ 286908 h 1107285"/>
                <a:gd name="connsiteX551" fmla="*/ 824435 w 1238844"/>
                <a:gd name="connsiteY551" fmla="*/ 285373 h 1107285"/>
                <a:gd name="connsiteX552" fmla="*/ 822023 w 1238844"/>
                <a:gd name="connsiteY552" fmla="*/ 284386 h 1107285"/>
                <a:gd name="connsiteX553" fmla="*/ 817308 w 1238844"/>
                <a:gd name="connsiteY553" fmla="*/ 282413 h 1107285"/>
                <a:gd name="connsiteX554" fmla="*/ 817308 w 1238844"/>
                <a:gd name="connsiteY554" fmla="*/ 281207 h 1107285"/>
                <a:gd name="connsiteX555" fmla="*/ 814348 w 1238844"/>
                <a:gd name="connsiteY555" fmla="*/ 279781 h 1107285"/>
                <a:gd name="connsiteX556" fmla="*/ 813800 w 1238844"/>
                <a:gd name="connsiteY556" fmla="*/ 278356 h 1107285"/>
                <a:gd name="connsiteX557" fmla="*/ 809525 w 1238844"/>
                <a:gd name="connsiteY557" fmla="*/ 276821 h 1107285"/>
                <a:gd name="connsiteX558" fmla="*/ 809305 w 1238844"/>
                <a:gd name="connsiteY558" fmla="*/ 275396 h 1107285"/>
                <a:gd name="connsiteX559" fmla="*/ 807770 w 1238844"/>
                <a:gd name="connsiteY559" fmla="*/ 274081 h 1107285"/>
                <a:gd name="connsiteX560" fmla="*/ 806565 w 1238844"/>
                <a:gd name="connsiteY560" fmla="*/ 271888 h 1107285"/>
                <a:gd name="connsiteX561" fmla="*/ 805687 w 1238844"/>
                <a:gd name="connsiteY561" fmla="*/ 269257 h 1107285"/>
                <a:gd name="connsiteX562" fmla="*/ 803166 w 1238844"/>
                <a:gd name="connsiteY562" fmla="*/ 269695 h 1107285"/>
                <a:gd name="connsiteX563" fmla="*/ 795053 w 1238844"/>
                <a:gd name="connsiteY563" fmla="*/ 263666 h 1107285"/>
                <a:gd name="connsiteX564" fmla="*/ 793518 w 1238844"/>
                <a:gd name="connsiteY564" fmla="*/ 260157 h 1107285"/>
                <a:gd name="connsiteX565" fmla="*/ 790339 w 1238844"/>
                <a:gd name="connsiteY565" fmla="*/ 255443 h 1107285"/>
                <a:gd name="connsiteX566" fmla="*/ 785844 w 1238844"/>
                <a:gd name="connsiteY566" fmla="*/ 251387 h 1107285"/>
                <a:gd name="connsiteX567" fmla="*/ 781020 w 1238844"/>
                <a:gd name="connsiteY567" fmla="*/ 248536 h 1107285"/>
                <a:gd name="connsiteX568" fmla="*/ 780472 w 1238844"/>
                <a:gd name="connsiteY568" fmla="*/ 246673 h 1107285"/>
                <a:gd name="connsiteX569" fmla="*/ 775977 w 1238844"/>
                <a:gd name="connsiteY569" fmla="*/ 244041 h 1107285"/>
                <a:gd name="connsiteX570" fmla="*/ 774333 w 1238844"/>
                <a:gd name="connsiteY570" fmla="*/ 245247 h 1107285"/>
                <a:gd name="connsiteX571" fmla="*/ 772907 w 1238844"/>
                <a:gd name="connsiteY571" fmla="*/ 246892 h 1107285"/>
                <a:gd name="connsiteX572" fmla="*/ 769509 w 1238844"/>
                <a:gd name="connsiteY572" fmla="*/ 247550 h 1107285"/>
                <a:gd name="connsiteX573" fmla="*/ 769399 w 1238844"/>
                <a:gd name="connsiteY573" fmla="*/ 248975 h 1107285"/>
                <a:gd name="connsiteX574" fmla="*/ 770824 w 1238844"/>
                <a:gd name="connsiteY574" fmla="*/ 250290 h 1107285"/>
                <a:gd name="connsiteX575" fmla="*/ 770605 w 1238844"/>
                <a:gd name="connsiteY575" fmla="*/ 252702 h 1107285"/>
                <a:gd name="connsiteX576" fmla="*/ 771811 w 1238844"/>
                <a:gd name="connsiteY576" fmla="*/ 254237 h 1107285"/>
                <a:gd name="connsiteX577" fmla="*/ 772469 w 1238844"/>
                <a:gd name="connsiteY577" fmla="*/ 255662 h 1107285"/>
                <a:gd name="connsiteX578" fmla="*/ 772469 w 1238844"/>
                <a:gd name="connsiteY578" fmla="*/ 257526 h 1107285"/>
                <a:gd name="connsiteX579" fmla="*/ 773456 w 1238844"/>
                <a:gd name="connsiteY579" fmla="*/ 258842 h 1107285"/>
                <a:gd name="connsiteX580" fmla="*/ 774990 w 1238844"/>
                <a:gd name="connsiteY580" fmla="*/ 260596 h 1107285"/>
                <a:gd name="connsiteX581" fmla="*/ 774004 w 1238844"/>
                <a:gd name="connsiteY581" fmla="*/ 263227 h 1107285"/>
                <a:gd name="connsiteX582" fmla="*/ 775100 w 1238844"/>
                <a:gd name="connsiteY582" fmla="*/ 266735 h 1107285"/>
                <a:gd name="connsiteX583" fmla="*/ 775319 w 1238844"/>
                <a:gd name="connsiteY583" fmla="*/ 269695 h 1107285"/>
                <a:gd name="connsiteX584" fmla="*/ 776416 w 1238844"/>
                <a:gd name="connsiteY584" fmla="*/ 272436 h 1107285"/>
                <a:gd name="connsiteX585" fmla="*/ 776306 w 1238844"/>
                <a:gd name="connsiteY585" fmla="*/ 278466 h 1107285"/>
                <a:gd name="connsiteX586" fmla="*/ 776964 w 1238844"/>
                <a:gd name="connsiteY586" fmla="*/ 280220 h 1107285"/>
                <a:gd name="connsiteX587" fmla="*/ 776416 w 1238844"/>
                <a:gd name="connsiteY587" fmla="*/ 282084 h 1107285"/>
                <a:gd name="connsiteX588" fmla="*/ 776745 w 1238844"/>
                <a:gd name="connsiteY588" fmla="*/ 283838 h 1107285"/>
                <a:gd name="connsiteX589" fmla="*/ 778170 w 1238844"/>
                <a:gd name="connsiteY589" fmla="*/ 283619 h 1107285"/>
                <a:gd name="connsiteX590" fmla="*/ 780801 w 1238844"/>
                <a:gd name="connsiteY590" fmla="*/ 289210 h 1107285"/>
                <a:gd name="connsiteX591" fmla="*/ 786173 w 1238844"/>
                <a:gd name="connsiteY591" fmla="*/ 292280 h 1107285"/>
                <a:gd name="connsiteX592" fmla="*/ 788146 w 1238844"/>
                <a:gd name="connsiteY592" fmla="*/ 296007 h 1107285"/>
                <a:gd name="connsiteX593" fmla="*/ 790887 w 1238844"/>
                <a:gd name="connsiteY593" fmla="*/ 297432 h 1107285"/>
                <a:gd name="connsiteX594" fmla="*/ 796478 w 1238844"/>
                <a:gd name="connsiteY594" fmla="*/ 302475 h 1107285"/>
                <a:gd name="connsiteX595" fmla="*/ 800864 w 1238844"/>
                <a:gd name="connsiteY595" fmla="*/ 308286 h 1107285"/>
                <a:gd name="connsiteX596" fmla="*/ 803276 w 1238844"/>
                <a:gd name="connsiteY596" fmla="*/ 310369 h 1107285"/>
                <a:gd name="connsiteX597" fmla="*/ 803933 w 1238844"/>
                <a:gd name="connsiteY597" fmla="*/ 313000 h 1107285"/>
                <a:gd name="connsiteX598" fmla="*/ 796478 w 1238844"/>
                <a:gd name="connsiteY598" fmla="*/ 319688 h 1107285"/>
                <a:gd name="connsiteX599" fmla="*/ 792312 w 1238844"/>
                <a:gd name="connsiteY599" fmla="*/ 322319 h 1107285"/>
                <a:gd name="connsiteX600" fmla="*/ 787160 w 1238844"/>
                <a:gd name="connsiteY600" fmla="*/ 319249 h 1107285"/>
                <a:gd name="connsiteX601" fmla="*/ 782774 w 1238844"/>
                <a:gd name="connsiteY601" fmla="*/ 315302 h 1107285"/>
                <a:gd name="connsiteX602" fmla="*/ 780033 w 1238844"/>
                <a:gd name="connsiteY602" fmla="*/ 306312 h 1107285"/>
                <a:gd name="connsiteX603" fmla="*/ 777402 w 1238844"/>
                <a:gd name="connsiteY603" fmla="*/ 302695 h 1107285"/>
                <a:gd name="connsiteX604" fmla="*/ 774881 w 1238844"/>
                <a:gd name="connsiteY604" fmla="*/ 300283 h 1107285"/>
                <a:gd name="connsiteX605" fmla="*/ 771263 w 1238844"/>
                <a:gd name="connsiteY605" fmla="*/ 299186 h 1107285"/>
                <a:gd name="connsiteX606" fmla="*/ 770496 w 1238844"/>
                <a:gd name="connsiteY606" fmla="*/ 296884 h 1107285"/>
                <a:gd name="connsiteX607" fmla="*/ 770167 w 1238844"/>
                <a:gd name="connsiteY607" fmla="*/ 295020 h 1107285"/>
                <a:gd name="connsiteX608" fmla="*/ 769290 w 1238844"/>
                <a:gd name="connsiteY608" fmla="*/ 292060 h 1107285"/>
                <a:gd name="connsiteX609" fmla="*/ 767207 w 1238844"/>
                <a:gd name="connsiteY609" fmla="*/ 288552 h 1107285"/>
                <a:gd name="connsiteX610" fmla="*/ 762821 w 1238844"/>
                <a:gd name="connsiteY610" fmla="*/ 284605 h 1107285"/>
                <a:gd name="connsiteX611" fmla="*/ 760080 w 1238844"/>
                <a:gd name="connsiteY611" fmla="*/ 283838 h 1107285"/>
                <a:gd name="connsiteX612" fmla="*/ 759094 w 1238844"/>
                <a:gd name="connsiteY612" fmla="*/ 279562 h 1107285"/>
                <a:gd name="connsiteX613" fmla="*/ 762054 w 1238844"/>
                <a:gd name="connsiteY613" fmla="*/ 273313 h 1107285"/>
                <a:gd name="connsiteX614" fmla="*/ 764575 w 1238844"/>
                <a:gd name="connsiteY614" fmla="*/ 274738 h 1107285"/>
                <a:gd name="connsiteX615" fmla="*/ 764685 w 1238844"/>
                <a:gd name="connsiteY615" fmla="*/ 272546 h 1107285"/>
                <a:gd name="connsiteX616" fmla="*/ 765562 w 1238844"/>
                <a:gd name="connsiteY616" fmla="*/ 270353 h 1107285"/>
                <a:gd name="connsiteX617" fmla="*/ 767755 w 1238844"/>
                <a:gd name="connsiteY617" fmla="*/ 268709 h 1107285"/>
                <a:gd name="connsiteX618" fmla="*/ 767864 w 1238844"/>
                <a:gd name="connsiteY618" fmla="*/ 267283 h 1107285"/>
                <a:gd name="connsiteX619" fmla="*/ 767316 w 1238844"/>
                <a:gd name="connsiteY619" fmla="*/ 263994 h 1107285"/>
                <a:gd name="connsiteX620" fmla="*/ 765891 w 1238844"/>
                <a:gd name="connsiteY620" fmla="*/ 258951 h 1107285"/>
                <a:gd name="connsiteX621" fmla="*/ 758107 w 1238844"/>
                <a:gd name="connsiteY621" fmla="*/ 252154 h 1107285"/>
                <a:gd name="connsiteX622" fmla="*/ 757011 w 1238844"/>
                <a:gd name="connsiteY622" fmla="*/ 247879 h 1107285"/>
                <a:gd name="connsiteX623" fmla="*/ 751858 w 1238844"/>
                <a:gd name="connsiteY623" fmla="*/ 246015 h 1107285"/>
                <a:gd name="connsiteX624" fmla="*/ 749885 w 1238844"/>
                <a:gd name="connsiteY624" fmla="*/ 244809 h 1107285"/>
                <a:gd name="connsiteX625" fmla="*/ 748788 w 1238844"/>
                <a:gd name="connsiteY625" fmla="*/ 240643 h 1107285"/>
                <a:gd name="connsiteX626" fmla="*/ 746047 w 1238844"/>
                <a:gd name="connsiteY626" fmla="*/ 236915 h 1107285"/>
                <a:gd name="connsiteX627" fmla="*/ 745499 w 1238844"/>
                <a:gd name="connsiteY627" fmla="*/ 234942 h 1107285"/>
                <a:gd name="connsiteX628" fmla="*/ 743636 w 1238844"/>
                <a:gd name="connsiteY628" fmla="*/ 234065 h 1107285"/>
                <a:gd name="connsiteX629" fmla="*/ 740127 w 1238844"/>
                <a:gd name="connsiteY629" fmla="*/ 231543 h 1107285"/>
                <a:gd name="connsiteX630" fmla="*/ 737058 w 1238844"/>
                <a:gd name="connsiteY630" fmla="*/ 225733 h 1107285"/>
                <a:gd name="connsiteX631" fmla="*/ 737496 w 1238844"/>
                <a:gd name="connsiteY631" fmla="*/ 221347 h 1107285"/>
                <a:gd name="connsiteX632" fmla="*/ 738044 w 1238844"/>
                <a:gd name="connsiteY632" fmla="*/ 217839 h 1107285"/>
                <a:gd name="connsiteX633" fmla="*/ 739798 w 1238844"/>
                <a:gd name="connsiteY633" fmla="*/ 213125 h 1107285"/>
                <a:gd name="connsiteX634" fmla="*/ 743087 w 1238844"/>
                <a:gd name="connsiteY634" fmla="*/ 208630 h 1107285"/>
                <a:gd name="connsiteX635" fmla="*/ 746376 w 1238844"/>
                <a:gd name="connsiteY635" fmla="*/ 205999 h 1107285"/>
                <a:gd name="connsiteX636" fmla="*/ 748898 w 1238844"/>
                <a:gd name="connsiteY636" fmla="*/ 206766 h 1107285"/>
                <a:gd name="connsiteX637" fmla="*/ 751529 w 1238844"/>
                <a:gd name="connsiteY637" fmla="*/ 205670 h 1107285"/>
                <a:gd name="connsiteX638" fmla="*/ 751091 w 1238844"/>
                <a:gd name="connsiteY638" fmla="*/ 203587 h 1107285"/>
                <a:gd name="connsiteX639" fmla="*/ 749994 w 1238844"/>
                <a:gd name="connsiteY639" fmla="*/ 202271 h 1107285"/>
                <a:gd name="connsiteX640" fmla="*/ 750214 w 1238844"/>
                <a:gd name="connsiteY640" fmla="*/ 200517 h 1107285"/>
                <a:gd name="connsiteX641" fmla="*/ 748350 w 1238844"/>
                <a:gd name="connsiteY641" fmla="*/ 199969 h 1107285"/>
                <a:gd name="connsiteX642" fmla="*/ 741772 w 1238844"/>
                <a:gd name="connsiteY642" fmla="*/ 199860 h 1107285"/>
                <a:gd name="connsiteX643" fmla="*/ 738264 w 1238844"/>
                <a:gd name="connsiteY643" fmla="*/ 195365 h 1107285"/>
                <a:gd name="connsiteX644" fmla="*/ 729822 w 1238844"/>
                <a:gd name="connsiteY644" fmla="*/ 193830 h 1107285"/>
                <a:gd name="connsiteX645" fmla="*/ 727849 w 1238844"/>
                <a:gd name="connsiteY645" fmla="*/ 192843 h 1107285"/>
                <a:gd name="connsiteX646" fmla="*/ 727191 w 1238844"/>
                <a:gd name="connsiteY646" fmla="*/ 191637 h 1107285"/>
                <a:gd name="connsiteX647" fmla="*/ 723025 w 1238844"/>
                <a:gd name="connsiteY647" fmla="*/ 192185 h 1107285"/>
                <a:gd name="connsiteX648" fmla="*/ 717982 w 1238844"/>
                <a:gd name="connsiteY648" fmla="*/ 189883 h 1107285"/>
                <a:gd name="connsiteX649" fmla="*/ 714145 w 1238844"/>
                <a:gd name="connsiteY649" fmla="*/ 185936 h 1107285"/>
                <a:gd name="connsiteX650" fmla="*/ 709978 w 1238844"/>
                <a:gd name="connsiteY650" fmla="*/ 185498 h 1107285"/>
                <a:gd name="connsiteX651" fmla="*/ 708005 w 1238844"/>
                <a:gd name="connsiteY651" fmla="*/ 184401 h 1107285"/>
                <a:gd name="connsiteX652" fmla="*/ 707128 w 1238844"/>
                <a:gd name="connsiteY652" fmla="*/ 182428 h 1107285"/>
                <a:gd name="connsiteX653" fmla="*/ 704826 w 1238844"/>
                <a:gd name="connsiteY653" fmla="*/ 179906 h 1107285"/>
                <a:gd name="connsiteX654" fmla="*/ 701427 w 1238844"/>
                <a:gd name="connsiteY654" fmla="*/ 177275 h 1107285"/>
                <a:gd name="connsiteX655" fmla="*/ 697809 w 1238844"/>
                <a:gd name="connsiteY655" fmla="*/ 174754 h 1107285"/>
                <a:gd name="connsiteX656" fmla="*/ 698029 w 1238844"/>
                <a:gd name="connsiteY656" fmla="*/ 173000 h 1107285"/>
                <a:gd name="connsiteX657" fmla="*/ 698796 w 1238844"/>
                <a:gd name="connsiteY657" fmla="*/ 171355 h 1107285"/>
                <a:gd name="connsiteX658" fmla="*/ 699783 w 1238844"/>
                <a:gd name="connsiteY658" fmla="*/ 170369 h 1107285"/>
                <a:gd name="connsiteX659" fmla="*/ 701208 w 1238844"/>
                <a:gd name="connsiteY659" fmla="*/ 166093 h 1107285"/>
                <a:gd name="connsiteX660" fmla="*/ 698906 w 1238844"/>
                <a:gd name="connsiteY660" fmla="*/ 163681 h 1107285"/>
                <a:gd name="connsiteX661" fmla="*/ 696823 w 1238844"/>
                <a:gd name="connsiteY661" fmla="*/ 158747 h 1107285"/>
                <a:gd name="connsiteX662" fmla="*/ 694301 w 1238844"/>
                <a:gd name="connsiteY662" fmla="*/ 156993 h 1107285"/>
                <a:gd name="connsiteX663" fmla="*/ 693095 w 1238844"/>
                <a:gd name="connsiteY663" fmla="*/ 151731 h 1107285"/>
                <a:gd name="connsiteX664" fmla="*/ 691999 w 1238844"/>
                <a:gd name="connsiteY664" fmla="*/ 149100 h 1107285"/>
                <a:gd name="connsiteX665" fmla="*/ 688819 w 1238844"/>
                <a:gd name="connsiteY665" fmla="*/ 148223 h 1107285"/>
                <a:gd name="connsiteX666" fmla="*/ 687394 w 1238844"/>
                <a:gd name="connsiteY666" fmla="*/ 145701 h 1107285"/>
                <a:gd name="connsiteX667" fmla="*/ 686298 w 1238844"/>
                <a:gd name="connsiteY667" fmla="*/ 142303 h 1107285"/>
                <a:gd name="connsiteX668" fmla="*/ 683119 w 1238844"/>
                <a:gd name="connsiteY668" fmla="*/ 140439 h 1107285"/>
                <a:gd name="connsiteX669" fmla="*/ 681036 w 1238844"/>
                <a:gd name="connsiteY669" fmla="*/ 137040 h 1107285"/>
                <a:gd name="connsiteX670" fmla="*/ 680159 w 1238844"/>
                <a:gd name="connsiteY670" fmla="*/ 134409 h 1107285"/>
                <a:gd name="connsiteX671" fmla="*/ 680707 w 1238844"/>
                <a:gd name="connsiteY671" fmla="*/ 131668 h 1107285"/>
                <a:gd name="connsiteX672" fmla="*/ 678624 w 1238844"/>
                <a:gd name="connsiteY672" fmla="*/ 127831 h 1107285"/>
                <a:gd name="connsiteX673" fmla="*/ 676431 w 1238844"/>
                <a:gd name="connsiteY673" fmla="*/ 123117 h 1107285"/>
                <a:gd name="connsiteX674" fmla="*/ 676760 w 1238844"/>
                <a:gd name="connsiteY674" fmla="*/ 119718 h 1107285"/>
                <a:gd name="connsiteX675" fmla="*/ 675883 w 1238844"/>
                <a:gd name="connsiteY675" fmla="*/ 111935 h 1107285"/>
                <a:gd name="connsiteX676" fmla="*/ 674019 w 1238844"/>
                <a:gd name="connsiteY676" fmla="*/ 107111 h 1107285"/>
                <a:gd name="connsiteX677" fmla="*/ 670072 w 1238844"/>
                <a:gd name="connsiteY677" fmla="*/ 103274 h 1107285"/>
                <a:gd name="connsiteX678" fmla="*/ 669743 w 1238844"/>
                <a:gd name="connsiteY678" fmla="*/ 100314 h 1107285"/>
                <a:gd name="connsiteX679" fmla="*/ 666126 w 1238844"/>
                <a:gd name="connsiteY679" fmla="*/ 96586 h 1107285"/>
                <a:gd name="connsiteX680" fmla="*/ 660205 w 1238844"/>
                <a:gd name="connsiteY680" fmla="*/ 92968 h 1107285"/>
                <a:gd name="connsiteX681" fmla="*/ 657245 w 1238844"/>
                <a:gd name="connsiteY681" fmla="*/ 90885 h 1107285"/>
                <a:gd name="connsiteX682" fmla="*/ 649790 w 1238844"/>
                <a:gd name="connsiteY682" fmla="*/ 89131 h 1107285"/>
                <a:gd name="connsiteX683" fmla="*/ 647707 w 1238844"/>
                <a:gd name="connsiteY683" fmla="*/ 87377 h 1107285"/>
                <a:gd name="connsiteX684" fmla="*/ 645405 w 1238844"/>
                <a:gd name="connsiteY684" fmla="*/ 85623 h 1107285"/>
                <a:gd name="connsiteX685" fmla="*/ 644090 w 1238844"/>
                <a:gd name="connsiteY685" fmla="*/ 84307 h 1107285"/>
                <a:gd name="connsiteX686" fmla="*/ 641568 w 1238844"/>
                <a:gd name="connsiteY686" fmla="*/ 83320 h 1107285"/>
                <a:gd name="connsiteX687" fmla="*/ 638060 w 1238844"/>
                <a:gd name="connsiteY687" fmla="*/ 82334 h 1107285"/>
                <a:gd name="connsiteX688" fmla="*/ 635538 w 1238844"/>
                <a:gd name="connsiteY688" fmla="*/ 80580 h 1107285"/>
                <a:gd name="connsiteX689" fmla="*/ 632468 w 1238844"/>
                <a:gd name="connsiteY689" fmla="*/ 79703 h 1107285"/>
                <a:gd name="connsiteX690" fmla="*/ 627974 w 1238844"/>
                <a:gd name="connsiteY690" fmla="*/ 79593 h 1107285"/>
                <a:gd name="connsiteX691" fmla="*/ 621834 w 1238844"/>
                <a:gd name="connsiteY691" fmla="*/ 76743 h 1107285"/>
                <a:gd name="connsiteX692" fmla="*/ 621505 w 1238844"/>
                <a:gd name="connsiteY692" fmla="*/ 74002 h 1107285"/>
                <a:gd name="connsiteX693" fmla="*/ 617230 w 1238844"/>
                <a:gd name="connsiteY693" fmla="*/ 71480 h 1107285"/>
                <a:gd name="connsiteX694" fmla="*/ 616791 w 1238844"/>
                <a:gd name="connsiteY694" fmla="*/ 69397 h 1107285"/>
                <a:gd name="connsiteX695" fmla="*/ 614927 w 1238844"/>
                <a:gd name="connsiteY695" fmla="*/ 67862 h 1107285"/>
                <a:gd name="connsiteX696" fmla="*/ 614160 w 1238844"/>
                <a:gd name="connsiteY696" fmla="*/ 65670 h 1107285"/>
                <a:gd name="connsiteX697" fmla="*/ 612844 w 1238844"/>
                <a:gd name="connsiteY697" fmla="*/ 64245 h 1107285"/>
                <a:gd name="connsiteX698" fmla="*/ 611748 w 1238844"/>
                <a:gd name="connsiteY698" fmla="*/ 64245 h 1107285"/>
                <a:gd name="connsiteX699" fmla="*/ 609994 w 1238844"/>
                <a:gd name="connsiteY699" fmla="*/ 64683 h 1107285"/>
                <a:gd name="connsiteX700" fmla="*/ 608898 w 1238844"/>
                <a:gd name="connsiteY700" fmla="*/ 63258 h 1107285"/>
                <a:gd name="connsiteX701" fmla="*/ 607472 w 1238844"/>
                <a:gd name="connsiteY701" fmla="*/ 62600 h 1107285"/>
                <a:gd name="connsiteX702" fmla="*/ 605828 w 1238844"/>
                <a:gd name="connsiteY702" fmla="*/ 60188 h 1107285"/>
                <a:gd name="connsiteX703" fmla="*/ 603087 w 1238844"/>
                <a:gd name="connsiteY703" fmla="*/ 57118 h 1107285"/>
                <a:gd name="connsiteX704" fmla="*/ 601004 w 1238844"/>
                <a:gd name="connsiteY704" fmla="*/ 54378 h 1107285"/>
                <a:gd name="connsiteX705" fmla="*/ 600017 w 1238844"/>
                <a:gd name="connsiteY705" fmla="*/ 51637 h 1107285"/>
                <a:gd name="connsiteX706" fmla="*/ 600675 w 1238844"/>
                <a:gd name="connsiteY706" fmla="*/ 49444 h 1107285"/>
                <a:gd name="connsiteX707" fmla="*/ 598811 w 1238844"/>
                <a:gd name="connsiteY707" fmla="*/ 48019 h 1107285"/>
                <a:gd name="connsiteX708" fmla="*/ 598592 w 1238844"/>
                <a:gd name="connsiteY708" fmla="*/ 44401 h 1107285"/>
                <a:gd name="connsiteX709" fmla="*/ 599250 w 1238844"/>
                <a:gd name="connsiteY709" fmla="*/ 43085 h 1107285"/>
                <a:gd name="connsiteX710" fmla="*/ 597934 w 1238844"/>
                <a:gd name="connsiteY710" fmla="*/ 40235 h 1107285"/>
                <a:gd name="connsiteX711" fmla="*/ 597934 w 1238844"/>
                <a:gd name="connsiteY711" fmla="*/ 38700 h 1107285"/>
                <a:gd name="connsiteX712" fmla="*/ 596948 w 1238844"/>
                <a:gd name="connsiteY712" fmla="*/ 38481 h 1107285"/>
                <a:gd name="connsiteX713" fmla="*/ 596728 w 1238844"/>
                <a:gd name="connsiteY713" fmla="*/ 39577 h 1107285"/>
                <a:gd name="connsiteX714" fmla="*/ 594097 w 1238844"/>
                <a:gd name="connsiteY714" fmla="*/ 38042 h 1107285"/>
                <a:gd name="connsiteX715" fmla="*/ 593220 w 1238844"/>
                <a:gd name="connsiteY715" fmla="*/ 36288 h 1107285"/>
                <a:gd name="connsiteX716" fmla="*/ 590150 w 1238844"/>
                <a:gd name="connsiteY716" fmla="*/ 34315 h 1107285"/>
                <a:gd name="connsiteX717" fmla="*/ 587190 w 1238844"/>
                <a:gd name="connsiteY717" fmla="*/ 30368 h 1107285"/>
                <a:gd name="connsiteX718" fmla="*/ 588067 w 1238844"/>
                <a:gd name="connsiteY718" fmla="*/ 26750 h 1107285"/>
                <a:gd name="connsiteX719" fmla="*/ 588396 w 1238844"/>
                <a:gd name="connsiteY719" fmla="*/ 24448 h 1107285"/>
                <a:gd name="connsiteX720" fmla="*/ 589383 w 1238844"/>
                <a:gd name="connsiteY720" fmla="*/ 23790 h 1107285"/>
                <a:gd name="connsiteX721" fmla="*/ 589164 w 1238844"/>
                <a:gd name="connsiteY721" fmla="*/ 22146 h 1107285"/>
                <a:gd name="connsiteX722" fmla="*/ 589383 w 1238844"/>
                <a:gd name="connsiteY722" fmla="*/ 20720 h 1107285"/>
                <a:gd name="connsiteX723" fmla="*/ 589273 w 1238844"/>
                <a:gd name="connsiteY723" fmla="*/ 17980 h 1107285"/>
                <a:gd name="connsiteX724" fmla="*/ 588506 w 1238844"/>
                <a:gd name="connsiteY724" fmla="*/ 13923 h 1107285"/>
                <a:gd name="connsiteX725" fmla="*/ 590260 w 1238844"/>
                <a:gd name="connsiteY725" fmla="*/ 8442 h 1107285"/>
                <a:gd name="connsiteX726" fmla="*/ 590370 w 1238844"/>
                <a:gd name="connsiteY726" fmla="*/ 7236 h 1107285"/>
                <a:gd name="connsiteX727" fmla="*/ 589493 w 1238844"/>
                <a:gd name="connsiteY727" fmla="*/ 3727 h 1107285"/>
                <a:gd name="connsiteX728" fmla="*/ 589602 w 1238844"/>
                <a:gd name="connsiteY728" fmla="*/ 767 h 1107285"/>
                <a:gd name="connsiteX729" fmla="*/ 588944 w 1238844"/>
                <a:gd name="connsiteY729" fmla="*/ 439 h 1107285"/>
                <a:gd name="connsiteX730" fmla="*/ 555178 w 1238844"/>
                <a:gd name="connsiteY730" fmla="*/ 329 h 1107285"/>
                <a:gd name="connsiteX731" fmla="*/ 519767 w 1238844"/>
                <a:gd name="connsiteY731" fmla="*/ 219 h 1107285"/>
                <a:gd name="connsiteX732" fmla="*/ 484355 w 1238844"/>
                <a:gd name="connsiteY732" fmla="*/ 110 h 1107285"/>
                <a:gd name="connsiteX733" fmla="*/ 448944 w 1238844"/>
                <a:gd name="connsiteY733" fmla="*/ 0 h 1107285"/>
                <a:gd name="connsiteX734" fmla="*/ 413533 w 1238844"/>
                <a:gd name="connsiteY734" fmla="*/ 0 h 1107285"/>
                <a:gd name="connsiteX735" fmla="*/ 378122 w 1238844"/>
                <a:gd name="connsiteY735" fmla="*/ 0 h 1107285"/>
                <a:gd name="connsiteX736" fmla="*/ 342710 w 1238844"/>
                <a:gd name="connsiteY736" fmla="*/ 110 h 1107285"/>
                <a:gd name="connsiteX737" fmla="*/ 333282 w 1238844"/>
                <a:gd name="connsiteY737" fmla="*/ 110 h 1107285"/>
                <a:gd name="connsiteX738" fmla="*/ 332295 w 1238844"/>
                <a:gd name="connsiteY738" fmla="*/ 1206 h 1107285"/>
                <a:gd name="connsiteX739" fmla="*/ 331638 w 1238844"/>
                <a:gd name="connsiteY739" fmla="*/ 110 h 1107285"/>
                <a:gd name="connsiteX740" fmla="*/ 326266 w 1238844"/>
                <a:gd name="connsiteY740" fmla="*/ 110 h 1107285"/>
                <a:gd name="connsiteX741" fmla="*/ 326814 w 1238844"/>
                <a:gd name="connsiteY741" fmla="*/ 987 h 1107285"/>
                <a:gd name="connsiteX742" fmla="*/ 327581 w 1238844"/>
                <a:gd name="connsiteY742" fmla="*/ 5482 h 1107285"/>
                <a:gd name="connsiteX743" fmla="*/ 327033 w 1238844"/>
                <a:gd name="connsiteY743" fmla="*/ 9538 h 1107285"/>
                <a:gd name="connsiteX744" fmla="*/ 324621 w 1238844"/>
                <a:gd name="connsiteY744" fmla="*/ 16116 h 1107285"/>
                <a:gd name="connsiteX745" fmla="*/ 320017 w 1238844"/>
                <a:gd name="connsiteY745" fmla="*/ 8771 h 1107285"/>
                <a:gd name="connsiteX746" fmla="*/ 319907 w 1238844"/>
                <a:gd name="connsiteY746" fmla="*/ 6359 h 1107285"/>
                <a:gd name="connsiteX747" fmla="*/ 318262 w 1238844"/>
                <a:gd name="connsiteY747" fmla="*/ 2631 h 1107285"/>
                <a:gd name="connsiteX748" fmla="*/ 316508 w 1238844"/>
                <a:gd name="connsiteY748" fmla="*/ 110 h 1107285"/>
                <a:gd name="connsiteX749" fmla="*/ 304778 w 1238844"/>
                <a:gd name="connsiteY749" fmla="*/ 110 h 1107285"/>
                <a:gd name="connsiteX750" fmla="*/ 303901 w 1238844"/>
                <a:gd name="connsiteY750" fmla="*/ 1096 h 1107285"/>
                <a:gd name="connsiteX751" fmla="*/ 300831 w 1238844"/>
                <a:gd name="connsiteY751" fmla="*/ 4385 h 1107285"/>
                <a:gd name="connsiteX752" fmla="*/ 299515 w 1238844"/>
                <a:gd name="connsiteY752" fmla="*/ 7126 h 1107285"/>
                <a:gd name="connsiteX753" fmla="*/ 295569 w 1238844"/>
                <a:gd name="connsiteY753" fmla="*/ 10634 h 1107285"/>
                <a:gd name="connsiteX754" fmla="*/ 293924 w 1238844"/>
                <a:gd name="connsiteY754" fmla="*/ 12498 h 1107285"/>
                <a:gd name="connsiteX755" fmla="*/ 292170 w 1238844"/>
                <a:gd name="connsiteY755" fmla="*/ 15677 h 1107285"/>
                <a:gd name="connsiteX756" fmla="*/ 291512 w 1238844"/>
                <a:gd name="connsiteY756" fmla="*/ 18528 h 1107285"/>
                <a:gd name="connsiteX757" fmla="*/ 290964 w 1238844"/>
                <a:gd name="connsiteY757" fmla="*/ 21926 h 1107285"/>
                <a:gd name="connsiteX758" fmla="*/ 292718 w 1238844"/>
                <a:gd name="connsiteY758" fmla="*/ 25106 h 1107285"/>
                <a:gd name="connsiteX759" fmla="*/ 294911 w 1238844"/>
                <a:gd name="connsiteY759" fmla="*/ 24009 h 1107285"/>
                <a:gd name="connsiteX760" fmla="*/ 296665 w 1238844"/>
                <a:gd name="connsiteY760" fmla="*/ 22036 h 1107285"/>
                <a:gd name="connsiteX761" fmla="*/ 298309 w 1238844"/>
                <a:gd name="connsiteY761" fmla="*/ 19624 h 1107285"/>
                <a:gd name="connsiteX762" fmla="*/ 302037 w 1238844"/>
                <a:gd name="connsiteY762" fmla="*/ 17980 h 1107285"/>
                <a:gd name="connsiteX763" fmla="*/ 304339 w 1238844"/>
                <a:gd name="connsiteY763" fmla="*/ 18309 h 1107285"/>
                <a:gd name="connsiteX764" fmla="*/ 306422 w 1238844"/>
                <a:gd name="connsiteY764" fmla="*/ 17212 h 1107285"/>
                <a:gd name="connsiteX765" fmla="*/ 307847 w 1238844"/>
                <a:gd name="connsiteY765" fmla="*/ 15897 h 1107285"/>
                <a:gd name="connsiteX766" fmla="*/ 309492 w 1238844"/>
                <a:gd name="connsiteY766" fmla="*/ 15349 h 1107285"/>
                <a:gd name="connsiteX767" fmla="*/ 310259 w 1238844"/>
                <a:gd name="connsiteY767" fmla="*/ 13704 h 1107285"/>
                <a:gd name="connsiteX768" fmla="*/ 310369 w 1238844"/>
                <a:gd name="connsiteY768" fmla="*/ 12060 h 1107285"/>
                <a:gd name="connsiteX769" fmla="*/ 312123 w 1238844"/>
                <a:gd name="connsiteY769" fmla="*/ 10963 h 1107285"/>
                <a:gd name="connsiteX770" fmla="*/ 313439 w 1238844"/>
                <a:gd name="connsiteY770" fmla="*/ 11292 h 1107285"/>
                <a:gd name="connsiteX771" fmla="*/ 315083 w 1238844"/>
                <a:gd name="connsiteY771" fmla="*/ 12169 h 1107285"/>
                <a:gd name="connsiteX772" fmla="*/ 314973 w 1238844"/>
                <a:gd name="connsiteY772" fmla="*/ 14033 h 1107285"/>
                <a:gd name="connsiteX773" fmla="*/ 314206 w 1238844"/>
                <a:gd name="connsiteY773" fmla="*/ 15458 h 1107285"/>
                <a:gd name="connsiteX774" fmla="*/ 314973 w 1238844"/>
                <a:gd name="connsiteY774" fmla="*/ 16883 h 1107285"/>
                <a:gd name="connsiteX775" fmla="*/ 316070 w 1238844"/>
                <a:gd name="connsiteY775" fmla="*/ 17980 h 1107285"/>
                <a:gd name="connsiteX776" fmla="*/ 317824 w 1238844"/>
                <a:gd name="connsiteY776" fmla="*/ 18747 h 1107285"/>
                <a:gd name="connsiteX777" fmla="*/ 318591 w 1238844"/>
                <a:gd name="connsiteY777" fmla="*/ 19515 h 1107285"/>
                <a:gd name="connsiteX778" fmla="*/ 318262 w 1238844"/>
                <a:gd name="connsiteY778" fmla="*/ 20830 h 1107285"/>
                <a:gd name="connsiteX779" fmla="*/ 316947 w 1238844"/>
                <a:gd name="connsiteY779" fmla="*/ 21598 h 1107285"/>
                <a:gd name="connsiteX780" fmla="*/ 315522 w 1238844"/>
                <a:gd name="connsiteY780" fmla="*/ 22475 h 1107285"/>
                <a:gd name="connsiteX781" fmla="*/ 315851 w 1238844"/>
                <a:gd name="connsiteY781" fmla="*/ 23242 h 1107285"/>
                <a:gd name="connsiteX782" fmla="*/ 316837 w 1238844"/>
                <a:gd name="connsiteY782" fmla="*/ 23461 h 1107285"/>
                <a:gd name="connsiteX783" fmla="*/ 318591 w 1238844"/>
                <a:gd name="connsiteY783" fmla="*/ 23790 h 1107285"/>
                <a:gd name="connsiteX784" fmla="*/ 319359 w 1238844"/>
                <a:gd name="connsiteY784" fmla="*/ 24667 h 1107285"/>
                <a:gd name="connsiteX785" fmla="*/ 318701 w 1238844"/>
                <a:gd name="connsiteY785" fmla="*/ 27298 h 1107285"/>
                <a:gd name="connsiteX786" fmla="*/ 316399 w 1238844"/>
                <a:gd name="connsiteY786" fmla="*/ 30258 h 1107285"/>
                <a:gd name="connsiteX787" fmla="*/ 313329 w 1238844"/>
                <a:gd name="connsiteY787" fmla="*/ 34425 h 1107285"/>
                <a:gd name="connsiteX788" fmla="*/ 312342 w 1238844"/>
                <a:gd name="connsiteY788" fmla="*/ 36836 h 1107285"/>
                <a:gd name="connsiteX789" fmla="*/ 311027 w 1238844"/>
                <a:gd name="connsiteY789" fmla="*/ 38481 h 1107285"/>
                <a:gd name="connsiteX790" fmla="*/ 310698 w 1238844"/>
                <a:gd name="connsiteY790" fmla="*/ 40893 h 1107285"/>
                <a:gd name="connsiteX791" fmla="*/ 311027 w 1238844"/>
                <a:gd name="connsiteY791" fmla="*/ 43634 h 1107285"/>
                <a:gd name="connsiteX792" fmla="*/ 311136 w 1238844"/>
                <a:gd name="connsiteY792" fmla="*/ 46923 h 1107285"/>
                <a:gd name="connsiteX793" fmla="*/ 313219 w 1238844"/>
                <a:gd name="connsiteY793" fmla="*/ 50102 h 1107285"/>
                <a:gd name="connsiteX794" fmla="*/ 314864 w 1238844"/>
                <a:gd name="connsiteY794" fmla="*/ 52075 h 1107285"/>
                <a:gd name="connsiteX795" fmla="*/ 316289 w 1238844"/>
                <a:gd name="connsiteY795" fmla="*/ 54268 h 1107285"/>
                <a:gd name="connsiteX796" fmla="*/ 316947 w 1238844"/>
                <a:gd name="connsiteY796" fmla="*/ 57228 h 1107285"/>
                <a:gd name="connsiteX797" fmla="*/ 317276 w 1238844"/>
                <a:gd name="connsiteY797" fmla="*/ 59750 h 1107285"/>
                <a:gd name="connsiteX798" fmla="*/ 319030 w 1238844"/>
                <a:gd name="connsiteY798" fmla="*/ 61394 h 1107285"/>
                <a:gd name="connsiteX799" fmla="*/ 320345 w 1238844"/>
                <a:gd name="connsiteY799" fmla="*/ 63367 h 1107285"/>
                <a:gd name="connsiteX800" fmla="*/ 321990 w 1238844"/>
                <a:gd name="connsiteY800" fmla="*/ 64464 h 1107285"/>
                <a:gd name="connsiteX801" fmla="*/ 324402 w 1238844"/>
                <a:gd name="connsiteY801" fmla="*/ 64793 h 1107285"/>
                <a:gd name="connsiteX802" fmla="*/ 327033 w 1238844"/>
                <a:gd name="connsiteY802" fmla="*/ 63916 h 1107285"/>
                <a:gd name="connsiteX803" fmla="*/ 329335 w 1238844"/>
                <a:gd name="connsiteY803" fmla="*/ 62271 h 1107285"/>
                <a:gd name="connsiteX804" fmla="*/ 330761 w 1238844"/>
                <a:gd name="connsiteY804" fmla="*/ 60956 h 1107285"/>
                <a:gd name="connsiteX805" fmla="*/ 332734 w 1238844"/>
                <a:gd name="connsiteY805" fmla="*/ 60956 h 1107285"/>
                <a:gd name="connsiteX806" fmla="*/ 334049 w 1238844"/>
                <a:gd name="connsiteY806" fmla="*/ 61833 h 1107285"/>
                <a:gd name="connsiteX807" fmla="*/ 334817 w 1238844"/>
                <a:gd name="connsiteY807" fmla="*/ 62052 h 1107285"/>
                <a:gd name="connsiteX808" fmla="*/ 335036 w 1238844"/>
                <a:gd name="connsiteY808" fmla="*/ 60627 h 1107285"/>
                <a:gd name="connsiteX809" fmla="*/ 335365 w 1238844"/>
                <a:gd name="connsiteY809" fmla="*/ 59311 h 1107285"/>
                <a:gd name="connsiteX810" fmla="*/ 336790 w 1238844"/>
                <a:gd name="connsiteY810" fmla="*/ 59311 h 1107285"/>
                <a:gd name="connsiteX811" fmla="*/ 337448 w 1238844"/>
                <a:gd name="connsiteY811" fmla="*/ 57886 h 1107285"/>
                <a:gd name="connsiteX812" fmla="*/ 336681 w 1238844"/>
                <a:gd name="connsiteY812" fmla="*/ 55364 h 1107285"/>
                <a:gd name="connsiteX813" fmla="*/ 335365 w 1238844"/>
                <a:gd name="connsiteY813" fmla="*/ 53391 h 1107285"/>
                <a:gd name="connsiteX814" fmla="*/ 333721 w 1238844"/>
                <a:gd name="connsiteY814" fmla="*/ 52295 h 1107285"/>
                <a:gd name="connsiteX815" fmla="*/ 333830 w 1238844"/>
                <a:gd name="connsiteY815" fmla="*/ 49883 h 1107285"/>
                <a:gd name="connsiteX816" fmla="*/ 332186 w 1238844"/>
                <a:gd name="connsiteY816" fmla="*/ 46594 h 1107285"/>
                <a:gd name="connsiteX817" fmla="*/ 331418 w 1238844"/>
                <a:gd name="connsiteY817" fmla="*/ 44620 h 1107285"/>
                <a:gd name="connsiteX818" fmla="*/ 331966 w 1238844"/>
                <a:gd name="connsiteY818" fmla="*/ 43743 h 1107285"/>
                <a:gd name="connsiteX819" fmla="*/ 333392 w 1238844"/>
                <a:gd name="connsiteY819" fmla="*/ 44291 h 1107285"/>
                <a:gd name="connsiteX820" fmla="*/ 335146 w 1238844"/>
                <a:gd name="connsiteY820" fmla="*/ 46265 h 1107285"/>
                <a:gd name="connsiteX821" fmla="*/ 336132 w 1238844"/>
                <a:gd name="connsiteY821" fmla="*/ 48129 h 1107285"/>
                <a:gd name="connsiteX822" fmla="*/ 337777 w 1238844"/>
                <a:gd name="connsiteY822" fmla="*/ 51637 h 1107285"/>
                <a:gd name="connsiteX823" fmla="*/ 340079 w 1238844"/>
                <a:gd name="connsiteY823" fmla="*/ 55693 h 1107285"/>
                <a:gd name="connsiteX824" fmla="*/ 340847 w 1238844"/>
                <a:gd name="connsiteY824" fmla="*/ 56022 h 1107285"/>
                <a:gd name="connsiteX825" fmla="*/ 341943 w 1238844"/>
                <a:gd name="connsiteY825" fmla="*/ 55803 h 1107285"/>
                <a:gd name="connsiteX826" fmla="*/ 344355 w 1238844"/>
                <a:gd name="connsiteY826" fmla="*/ 55474 h 1107285"/>
                <a:gd name="connsiteX827" fmla="*/ 346109 w 1238844"/>
                <a:gd name="connsiteY827" fmla="*/ 55693 h 1107285"/>
                <a:gd name="connsiteX828" fmla="*/ 347425 w 1238844"/>
                <a:gd name="connsiteY828" fmla="*/ 54268 h 1107285"/>
                <a:gd name="connsiteX829" fmla="*/ 348192 w 1238844"/>
                <a:gd name="connsiteY829" fmla="*/ 54049 h 1107285"/>
                <a:gd name="connsiteX830" fmla="*/ 349617 w 1238844"/>
                <a:gd name="connsiteY830" fmla="*/ 55145 h 1107285"/>
                <a:gd name="connsiteX831" fmla="*/ 349946 w 1238844"/>
                <a:gd name="connsiteY831" fmla="*/ 56790 h 1107285"/>
                <a:gd name="connsiteX832" fmla="*/ 350933 w 1238844"/>
                <a:gd name="connsiteY832" fmla="*/ 57338 h 1107285"/>
                <a:gd name="connsiteX833" fmla="*/ 352906 w 1238844"/>
                <a:gd name="connsiteY833" fmla="*/ 57667 h 1107285"/>
                <a:gd name="connsiteX834" fmla="*/ 355866 w 1238844"/>
                <a:gd name="connsiteY834" fmla="*/ 59092 h 1107285"/>
                <a:gd name="connsiteX835" fmla="*/ 356634 w 1238844"/>
                <a:gd name="connsiteY835" fmla="*/ 60407 h 1107285"/>
                <a:gd name="connsiteX836" fmla="*/ 358717 w 1238844"/>
                <a:gd name="connsiteY836" fmla="*/ 60736 h 1107285"/>
                <a:gd name="connsiteX837" fmla="*/ 360800 w 1238844"/>
                <a:gd name="connsiteY837" fmla="*/ 62381 h 1107285"/>
                <a:gd name="connsiteX838" fmla="*/ 361567 w 1238844"/>
                <a:gd name="connsiteY838" fmla="*/ 64354 h 1107285"/>
                <a:gd name="connsiteX839" fmla="*/ 360909 w 1238844"/>
                <a:gd name="connsiteY839" fmla="*/ 67314 h 1107285"/>
                <a:gd name="connsiteX840" fmla="*/ 358278 w 1238844"/>
                <a:gd name="connsiteY840" fmla="*/ 69288 h 1107285"/>
                <a:gd name="connsiteX841" fmla="*/ 357292 w 1238844"/>
                <a:gd name="connsiteY841" fmla="*/ 71261 h 1107285"/>
                <a:gd name="connsiteX842" fmla="*/ 355976 w 1238844"/>
                <a:gd name="connsiteY842" fmla="*/ 73234 h 1107285"/>
                <a:gd name="connsiteX843" fmla="*/ 354551 w 1238844"/>
                <a:gd name="connsiteY843" fmla="*/ 75427 h 1107285"/>
                <a:gd name="connsiteX844" fmla="*/ 353893 w 1238844"/>
                <a:gd name="connsiteY844" fmla="*/ 76304 h 1107285"/>
                <a:gd name="connsiteX845" fmla="*/ 350933 w 1238844"/>
                <a:gd name="connsiteY845" fmla="*/ 76523 h 1107285"/>
                <a:gd name="connsiteX846" fmla="*/ 345671 w 1238844"/>
                <a:gd name="connsiteY846" fmla="*/ 75646 h 1107285"/>
                <a:gd name="connsiteX847" fmla="*/ 342272 w 1238844"/>
                <a:gd name="connsiteY847" fmla="*/ 74221 h 1107285"/>
                <a:gd name="connsiteX848" fmla="*/ 340627 w 1238844"/>
                <a:gd name="connsiteY848" fmla="*/ 72905 h 1107285"/>
                <a:gd name="connsiteX849" fmla="*/ 340518 w 1238844"/>
                <a:gd name="connsiteY849" fmla="*/ 71042 h 1107285"/>
                <a:gd name="connsiteX850" fmla="*/ 338764 w 1238844"/>
                <a:gd name="connsiteY850" fmla="*/ 70274 h 1107285"/>
                <a:gd name="connsiteX851" fmla="*/ 336352 w 1238844"/>
                <a:gd name="connsiteY851" fmla="*/ 71042 h 1107285"/>
                <a:gd name="connsiteX852" fmla="*/ 335584 w 1238844"/>
                <a:gd name="connsiteY852" fmla="*/ 69945 h 1107285"/>
                <a:gd name="connsiteX853" fmla="*/ 335255 w 1238844"/>
                <a:gd name="connsiteY853" fmla="*/ 68520 h 1107285"/>
                <a:gd name="connsiteX854" fmla="*/ 333940 w 1238844"/>
                <a:gd name="connsiteY854" fmla="*/ 67753 h 1107285"/>
                <a:gd name="connsiteX855" fmla="*/ 331638 w 1238844"/>
                <a:gd name="connsiteY855" fmla="*/ 68301 h 1107285"/>
                <a:gd name="connsiteX856" fmla="*/ 329993 w 1238844"/>
                <a:gd name="connsiteY856" fmla="*/ 68630 h 1107285"/>
                <a:gd name="connsiteX857" fmla="*/ 329006 w 1238844"/>
                <a:gd name="connsiteY857" fmla="*/ 69507 h 1107285"/>
                <a:gd name="connsiteX858" fmla="*/ 329335 w 1238844"/>
                <a:gd name="connsiteY858" fmla="*/ 70822 h 1107285"/>
                <a:gd name="connsiteX859" fmla="*/ 330651 w 1238844"/>
                <a:gd name="connsiteY859" fmla="*/ 71042 h 1107285"/>
                <a:gd name="connsiteX860" fmla="*/ 331966 w 1238844"/>
                <a:gd name="connsiteY860" fmla="*/ 70274 h 1107285"/>
                <a:gd name="connsiteX861" fmla="*/ 332295 w 1238844"/>
                <a:gd name="connsiteY861" fmla="*/ 71042 h 1107285"/>
                <a:gd name="connsiteX862" fmla="*/ 332953 w 1238844"/>
                <a:gd name="connsiteY862" fmla="*/ 71809 h 1107285"/>
                <a:gd name="connsiteX863" fmla="*/ 333392 w 1238844"/>
                <a:gd name="connsiteY863" fmla="*/ 73234 h 1107285"/>
                <a:gd name="connsiteX864" fmla="*/ 334817 w 1238844"/>
                <a:gd name="connsiteY864" fmla="*/ 72357 h 1107285"/>
                <a:gd name="connsiteX865" fmla="*/ 336132 w 1238844"/>
                <a:gd name="connsiteY865" fmla="*/ 73673 h 1107285"/>
                <a:gd name="connsiteX866" fmla="*/ 335365 w 1238844"/>
                <a:gd name="connsiteY866" fmla="*/ 76962 h 1107285"/>
                <a:gd name="connsiteX867" fmla="*/ 333611 w 1238844"/>
                <a:gd name="connsiteY867" fmla="*/ 79483 h 1107285"/>
                <a:gd name="connsiteX868" fmla="*/ 330212 w 1238844"/>
                <a:gd name="connsiteY868" fmla="*/ 82224 h 1107285"/>
                <a:gd name="connsiteX869" fmla="*/ 330103 w 1238844"/>
                <a:gd name="connsiteY869" fmla="*/ 83649 h 1107285"/>
                <a:gd name="connsiteX870" fmla="*/ 328677 w 1238844"/>
                <a:gd name="connsiteY870" fmla="*/ 85513 h 1107285"/>
                <a:gd name="connsiteX871" fmla="*/ 326375 w 1238844"/>
                <a:gd name="connsiteY871" fmla="*/ 86938 h 1107285"/>
                <a:gd name="connsiteX872" fmla="*/ 324621 w 1238844"/>
                <a:gd name="connsiteY872" fmla="*/ 88254 h 1107285"/>
                <a:gd name="connsiteX873" fmla="*/ 324073 w 1238844"/>
                <a:gd name="connsiteY873" fmla="*/ 86390 h 1107285"/>
                <a:gd name="connsiteX874" fmla="*/ 324621 w 1238844"/>
                <a:gd name="connsiteY874" fmla="*/ 83978 h 1107285"/>
                <a:gd name="connsiteX875" fmla="*/ 322867 w 1238844"/>
                <a:gd name="connsiteY875" fmla="*/ 83978 h 1107285"/>
                <a:gd name="connsiteX876" fmla="*/ 321222 w 1238844"/>
                <a:gd name="connsiteY876" fmla="*/ 82882 h 1107285"/>
                <a:gd name="connsiteX877" fmla="*/ 321442 w 1238844"/>
                <a:gd name="connsiteY877" fmla="*/ 80689 h 1107285"/>
                <a:gd name="connsiteX878" fmla="*/ 320126 w 1238844"/>
                <a:gd name="connsiteY878" fmla="*/ 79045 h 1107285"/>
                <a:gd name="connsiteX879" fmla="*/ 318153 w 1238844"/>
                <a:gd name="connsiteY879" fmla="*/ 75975 h 1107285"/>
                <a:gd name="connsiteX880" fmla="*/ 315193 w 1238844"/>
                <a:gd name="connsiteY880" fmla="*/ 73234 h 1107285"/>
                <a:gd name="connsiteX881" fmla="*/ 310150 w 1238844"/>
                <a:gd name="connsiteY881" fmla="*/ 71042 h 1107285"/>
                <a:gd name="connsiteX882" fmla="*/ 306422 w 1238844"/>
                <a:gd name="connsiteY882" fmla="*/ 68301 h 1107285"/>
                <a:gd name="connsiteX883" fmla="*/ 300941 w 1238844"/>
                <a:gd name="connsiteY883" fmla="*/ 67205 h 1107285"/>
                <a:gd name="connsiteX884" fmla="*/ 297652 w 1238844"/>
                <a:gd name="connsiteY884" fmla="*/ 65231 h 1107285"/>
                <a:gd name="connsiteX885" fmla="*/ 293376 w 1238844"/>
                <a:gd name="connsiteY885" fmla="*/ 60627 h 1107285"/>
                <a:gd name="connsiteX886" fmla="*/ 289320 w 1238844"/>
                <a:gd name="connsiteY886" fmla="*/ 58653 h 1107285"/>
                <a:gd name="connsiteX887" fmla="*/ 284934 w 1238844"/>
                <a:gd name="connsiteY887" fmla="*/ 52185 h 1107285"/>
                <a:gd name="connsiteX888" fmla="*/ 283509 w 1238844"/>
                <a:gd name="connsiteY888" fmla="*/ 48896 h 1107285"/>
                <a:gd name="connsiteX889" fmla="*/ 284276 w 1238844"/>
                <a:gd name="connsiteY889" fmla="*/ 46703 h 1107285"/>
                <a:gd name="connsiteX890" fmla="*/ 285592 w 1238844"/>
                <a:gd name="connsiteY890" fmla="*/ 43962 h 1107285"/>
                <a:gd name="connsiteX891" fmla="*/ 286688 w 1238844"/>
                <a:gd name="connsiteY891" fmla="*/ 40454 h 1107285"/>
                <a:gd name="connsiteX892" fmla="*/ 287675 w 1238844"/>
                <a:gd name="connsiteY892" fmla="*/ 36946 h 1107285"/>
                <a:gd name="connsiteX893" fmla="*/ 286908 w 1238844"/>
                <a:gd name="connsiteY893" fmla="*/ 32670 h 1107285"/>
                <a:gd name="connsiteX894" fmla="*/ 286469 w 1238844"/>
                <a:gd name="connsiteY894" fmla="*/ 30807 h 1107285"/>
                <a:gd name="connsiteX895" fmla="*/ 286359 w 1238844"/>
                <a:gd name="connsiteY895" fmla="*/ 29162 h 1107285"/>
                <a:gd name="connsiteX896" fmla="*/ 285263 w 1238844"/>
                <a:gd name="connsiteY896" fmla="*/ 28285 h 1107285"/>
                <a:gd name="connsiteX897" fmla="*/ 282851 w 1238844"/>
                <a:gd name="connsiteY897" fmla="*/ 27737 h 1107285"/>
                <a:gd name="connsiteX898" fmla="*/ 281536 w 1238844"/>
                <a:gd name="connsiteY898" fmla="*/ 27737 h 1107285"/>
                <a:gd name="connsiteX899" fmla="*/ 279782 w 1238844"/>
                <a:gd name="connsiteY899" fmla="*/ 28833 h 1107285"/>
                <a:gd name="connsiteX900" fmla="*/ 277698 w 1238844"/>
                <a:gd name="connsiteY900" fmla="*/ 30258 h 1107285"/>
                <a:gd name="connsiteX901" fmla="*/ 273752 w 1238844"/>
                <a:gd name="connsiteY901" fmla="*/ 32999 h 1107285"/>
                <a:gd name="connsiteX902" fmla="*/ 270572 w 1238844"/>
                <a:gd name="connsiteY902" fmla="*/ 36179 h 1107285"/>
                <a:gd name="connsiteX903" fmla="*/ 268051 w 1238844"/>
                <a:gd name="connsiteY903" fmla="*/ 37933 h 1107285"/>
                <a:gd name="connsiteX904" fmla="*/ 265968 w 1238844"/>
                <a:gd name="connsiteY904" fmla="*/ 40345 h 1107285"/>
                <a:gd name="connsiteX905" fmla="*/ 260486 w 1238844"/>
                <a:gd name="connsiteY905" fmla="*/ 44182 h 1107285"/>
                <a:gd name="connsiteX906" fmla="*/ 254456 w 1238844"/>
                <a:gd name="connsiteY906" fmla="*/ 46703 h 1107285"/>
                <a:gd name="connsiteX907" fmla="*/ 247440 w 1238844"/>
                <a:gd name="connsiteY907" fmla="*/ 49992 h 1107285"/>
                <a:gd name="connsiteX908" fmla="*/ 241191 w 1238844"/>
                <a:gd name="connsiteY908" fmla="*/ 47032 h 1107285"/>
                <a:gd name="connsiteX909" fmla="*/ 233188 w 1238844"/>
                <a:gd name="connsiteY909" fmla="*/ 48238 h 1107285"/>
                <a:gd name="connsiteX910" fmla="*/ 226720 w 1238844"/>
                <a:gd name="connsiteY910" fmla="*/ 49992 h 1107285"/>
                <a:gd name="connsiteX911" fmla="*/ 220032 w 1238844"/>
                <a:gd name="connsiteY911" fmla="*/ 48786 h 1107285"/>
                <a:gd name="connsiteX912" fmla="*/ 213893 w 1238844"/>
                <a:gd name="connsiteY912" fmla="*/ 46923 h 1107285"/>
                <a:gd name="connsiteX913" fmla="*/ 209507 w 1238844"/>
                <a:gd name="connsiteY913" fmla="*/ 46923 h 1107285"/>
                <a:gd name="connsiteX914" fmla="*/ 206109 w 1238844"/>
                <a:gd name="connsiteY914" fmla="*/ 46046 h 1107285"/>
                <a:gd name="connsiteX915" fmla="*/ 204135 w 1238844"/>
                <a:gd name="connsiteY915" fmla="*/ 44949 h 1107285"/>
                <a:gd name="connsiteX916" fmla="*/ 203258 w 1238844"/>
                <a:gd name="connsiteY916" fmla="*/ 42647 h 1107285"/>
                <a:gd name="connsiteX917" fmla="*/ 200079 w 1238844"/>
                <a:gd name="connsiteY917" fmla="*/ 42647 h 1107285"/>
                <a:gd name="connsiteX918" fmla="*/ 195255 w 1238844"/>
                <a:gd name="connsiteY918" fmla="*/ 41770 h 1107285"/>
                <a:gd name="connsiteX919" fmla="*/ 190979 w 1238844"/>
                <a:gd name="connsiteY919" fmla="*/ 40783 h 1107285"/>
                <a:gd name="connsiteX920" fmla="*/ 184511 w 1238844"/>
                <a:gd name="connsiteY920" fmla="*/ 42208 h 1107285"/>
                <a:gd name="connsiteX921" fmla="*/ 180455 w 1238844"/>
                <a:gd name="connsiteY921" fmla="*/ 41441 h 1107285"/>
                <a:gd name="connsiteX922" fmla="*/ 178920 w 1238844"/>
                <a:gd name="connsiteY922" fmla="*/ 38591 h 1107285"/>
                <a:gd name="connsiteX923" fmla="*/ 174754 w 1238844"/>
                <a:gd name="connsiteY923" fmla="*/ 37385 h 1107285"/>
                <a:gd name="connsiteX924" fmla="*/ 171684 w 1238844"/>
                <a:gd name="connsiteY924" fmla="*/ 37385 h 1107285"/>
                <a:gd name="connsiteX925" fmla="*/ 163900 w 1238844"/>
                <a:gd name="connsiteY925" fmla="*/ 36069 h 1107285"/>
                <a:gd name="connsiteX926" fmla="*/ 155459 w 1238844"/>
                <a:gd name="connsiteY926" fmla="*/ 38262 h 1107285"/>
                <a:gd name="connsiteX927" fmla="*/ 146030 w 1238844"/>
                <a:gd name="connsiteY927" fmla="*/ 37385 h 1107285"/>
                <a:gd name="connsiteX928" fmla="*/ 144386 w 1238844"/>
                <a:gd name="connsiteY928" fmla="*/ 34205 h 1107285"/>
                <a:gd name="connsiteX929" fmla="*/ 140768 w 1238844"/>
                <a:gd name="connsiteY929" fmla="*/ 31464 h 1107285"/>
                <a:gd name="connsiteX930" fmla="*/ 137917 w 1238844"/>
                <a:gd name="connsiteY930" fmla="*/ 30697 h 1107285"/>
                <a:gd name="connsiteX931" fmla="*/ 132436 w 1238844"/>
                <a:gd name="connsiteY931" fmla="*/ 32780 h 1107285"/>
                <a:gd name="connsiteX932" fmla="*/ 137808 w 1238844"/>
                <a:gd name="connsiteY932" fmla="*/ 38591 h 1107285"/>
                <a:gd name="connsiteX933" fmla="*/ 138575 w 1238844"/>
                <a:gd name="connsiteY933" fmla="*/ 39139 h 1107285"/>
                <a:gd name="connsiteX934" fmla="*/ 139233 w 1238844"/>
                <a:gd name="connsiteY934" fmla="*/ 42208 h 1107285"/>
                <a:gd name="connsiteX935" fmla="*/ 139891 w 1238844"/>
                <a:gd name="connsiteY935" fmla="*/ 45059 h 1107285"/>
                <a:gd name="connsiteX936" fmla="*/ 142193 w 1238844"/>
                <a:gd name="connsiteY936" fmla="*/ 48677 h 1107285"/>
                <a:gd name="connsiteX937" fmla="*/ 142412 w 1238844"/>
                <a:gd name="connsiteY937" fmla="*/ 53062 h 1107285"/>
                <a:gd name="connsiteX938" fmla="*/ 144605 w 1238844"/>
                <a:gd name="connsiteY938" fmla="*/ 57228 h 1107285"/>
                <a:gd name="connsiteX939" fmla="*/ 146907 w 1238844"/>
                <a:gd name="connsiteY939" fmla="*/ 59969 h 1107285"/>
                <a:gd name="connsiteX940" fmla="*/ 148771 w 1238844"/>
                <a:gd name="connsiteY940" fmla="*/ 62710 h 1107285"/>
                <a:gd name="connsiteX941" fmla="*/ 151293 w 1238844"/>
                <a:gd name="connsiteY941" fmla="*/ 60298 h 1107285"/>
                <a:gd name="connsiteX942" fmla="*/ 154143 w 1238844"/>
                <a:gd name="connsiteY942" fmla="*/ 60956 h 1107285"/>
                <a:gd name="connsiteX943" fmla="*/ 158748 w 1238844"/>
                <a:gd name="connsiteY943" fmla="*/ 62710 h 1107285"/>
                <a:gd name="connsiteX944" fmla="*/ 161050 w 1238844"/>
                <a:gd name="connsiteY944" fmla="*/ 66218 h 1107285"/>
                <a:gd name="connsiteX945" fmla="*/ 162475 w 1238844"/>
                <a:gd name="connsiteY945" fmla="*/ 71590 h 1107285"/>
                <a:gd name="connsiteX946" fmla="*/ 166422 w 1238844"/>
                <a:gd name="connsiteY946" fmla="*/ 73125 h 1107285"/>
                <a:gd name="connsiteX947" fmla="*/ 168834 w 1238844"/>
                <a:gd name="connsiteY947" fmla="*/ 74331 h 1107285"/>
                <a:gd name="connsiteX948" fmla="*/ 169272 w 1238844"/>
                <a:gd name="connsiteY948" fmla="*/ 71151 h 1107285"/>
                <a:gd name="connsiteX949" fmla="*/ 170259 w 1238844"/>
                <a:gd name="connsiteY949" fmla="*/ 69178 h 1107285"/>
                <a:gd name="connsiteX950" fmla="*/ 171355 w 1238844"/>
                <a:gd name="connsiteY950" fmla="*/ 67533 h 1107285"/>
                <a:gd name="connsiteX951" fmla="*/ 174096 w 1238844"/>
                <a:gd name="connsiteY951" fmla="*/ 67533 h 1107285"/>
                <a:gd name="connsiteX952" fmla="*/ 176289 w 1238844"/>
                <a:gd name="connsiteY952" fmla="*/ 68630 h 1107285"/>
                <a:gd name="connsiteX953" fmla="*/ 177933 w 1238844"/>
                <a:gd name="connsiteY953" fmla="*/ 70494 h 1107285"/>
                <a:gd name="connsiteX954" fmla="*/ 179029 w 1238844"/>
                <a:gd name="connsiteY954" fmla="*/ 72796 h 1107285"/>
                <a:gd name="connsiteX955" fmla="*/ 179687 w 1238844"/>
                <a:gd name="connsiteY955" fmla="*/ 75427 h 1107285"/>
                <a:gd name="connsiteX956" fmla="*/ 178810 w 1238844"/>
                <a:gd name="connsiteY956" fmla="*/ 79703 h 1107285"/>
                <a:gd name="connsiteX957" fmla="*/ 176946 w 1238844"/>
                <a:gd name="connsiteY957" fmla="*/ 80031 h 1107285"/>
                <a:gd name="connsiteX958" fmla="*/ 174206 w 1238844"/>
                <a:gd name="connsiteY958" fmla="*/ 77839 h 1107285"/>
                <a:gd name="connsiteX959" fmla="*/ 173438 w 1238844"/>
                <a:gd name="connsiteY959" fmla="*/ 79045 h 1107285"/>
                <a:gd name="connsiteX960" fmla="*/ 176179 w 1238844"/>
                <a:gd name="connsiteY960" fmla="*/ 81895 h 1107285"/>
                <a:gd name="connsiteX961" fmla="*/ 177385 w 1238844"/>
                <a:gd name="connsiteY961" fmla="*/ 83869 h 1107285"/>
                <a:gd name="connsiteX962" fmla="*/ 179468 w 1238844"/>
                <a:gd name="connsiteY962" fmla="*/ 85184 h 1107285"/>
                <a:gd name="connsiteX963" fmla="*/ 180674 w 1238844"/>
                <a:gd name="connsiteY963" fmla="*/ 82443 h 1107285"/>
                <a:gd name="connsiteX964" fmla="*/ 182318 w 1238844"/>
                <a:gd name="connsiteY964" fmla="*/ 81786 h 1107285"/>
                <a:gd name="connsiteX965" fmla="*/ 187142 w 1238844"/>
                <a:gd name="connsiteY965" fmla="*/ 83978 h 1107285"/>
                <a:gd name="connsiteX966" fmla="*/ 191856 w 1238844"/>
                <a:gd name="connsiteY966" fmla="*/ 88035 h 1107285"/>
                <a:gd name="connsiteX967" fmla="*/ 194268 w 1238844"/>
                <a:gd name="connsiteY967" fmla="*/ 94284 h 1107285"/>
                <a:gd name="connsiteX968" fmla="*/ 194926 w 1238844"/>
                <a:gd name="connsiteY968" fmla="*/ 95490 h 1107285"/>
                <a:gd name="connsiteX969" fmla="*/ 197667 w 1238844"/>
                <a:gd name="connsiteY969" fmla="*/ 99108 h 1107285"/>
                <a:gd name="connsiteX970" fmla="*/ 198325 w 1238844"/>
                <a:gd name="connsiteY970" fmla="*/ 100423 h 1107285"/>
                <a:gd name="connsiteX971" fmla="*/ 201175 w 1238844"/>
                <a:gd name="connsiteY971" fmla="*/ 106234 h 1107285"/>
                <a:gd name="connsiteX972" fmla="*/ 204793 w 1238844"/>
                <a:gd name="connsiteY972" fmla="*/ 106124 h 1107285"/>
                <a:gd name="connsiteX973" fmla="*/ 211590 w 1238844"/>
                <a:gd name="connsiteY973" fmla="*/ 109303 h 1107285"/>
                <a:gd name="connsiteX974" fmla="*/ 221238 w 1238844"/>
                <a:gd name="connsiteY974" fmla="*/ 113469 h 1107285"/>
                <a:gd name="connsiteX975" fmla="*/ 228145 w 1238844"/>
                <a:gd name="connsiteY975" fmla="*/ 115991 h 1107285"/>
                <a:gd name="connsiteX976" fmla="*/ 231214 w 1238844"/>
                <a:gd name="connsiteY976" fmla="*/ 121801 h 1107285"/>
                <a:gd name="connsiteX977" fmla="*/ 234723 w 1238844"/>
                <a:gd name="connsiteY977" fmla="*/ 122240 h 1107285"/>
                <a:gd name="connsiteX978" fmla="*/ 239766 w 1238844"/>
                <a:gd name="connsiteY978" fmla="*/ 125529 h 1107285"/>
                <a:gd name="connsiteX979" fmla="*/ 241520 w 1238844"/>
                <a:gd name="connsiteY979" fmla="*/ 127064 h 1107285"/>
                <a:gd name="connsiteX980" fmla="*/ 246015 w 1238844"/>
                <a:gd name="connsiteY980" fmla="*/ 131668 h 1107285"/>
                <a:gd name="connsiteX981" fmla="*/ 248975 w 1238844"/>
                <a:gd name="connsiteY981" fmla="*/ 141316 h 1107285"/>
                <a:gd name="connsiteX982" fmla="*/ 250400 w 1238844"/>
                <a:gd name="connsiteY982" fmla="*/ 149758 h 1107285"/>
                <a:gd name="connsiteX983" fmla="*/ 249962 w 1238844"/>
                <a:gd name="connsiteY983" fmla="*/ 159186 h 1107285"/>
                <a:gd name="connsiteX984" fmla="*/ 249852 w 1238844"/>
                <a:gd name="connsiteY984" fmla="*/ 168834 h 1107285"/>
                <a:gd name="connsiteX985" fmla="*/ 252154 w 1238844"/>
                <a:gd name="connsiteY985" fmla="*/ 173329 h 1107285"/>
                <a:gd name="connsiteX986" fmla="*/ 254676 w 1238844"/>
                <a:gd name="connsiteY986" fmla="*/ 172232 h 1107285"/>
                <a:gd name="connsiteX987" fmla="*/ 258403 w 1238844"/>
                <a:gd name="connsiteY987" fmla="*/ 173986 h 1107285"/>
                <a:gd name="connsiteX988" fmla="*/ 261254 w 1238844"/>
                <a:gd name="connsiteY988" fmla="*/ 175192 h 1107285"/>
                <a:gd name="connsiteX989" fmla="*/ 261144 w 1238844"/>
                <a:gd name="connsiteY989" fmla="*/ 177604 h 1107285"/>
                <a:gd name="connsiteX990" fmla="*/ 261583 w 1238844"/>
                <a:gd name="connsiteY990" fmla="*/ 179797 h 1107285"/>
                <a:gd name="connsiteX991" fmla="*/ 260267 w 1238844"/>
                <a:gd name="connsiteY991" fmla="*/ 182318 h 1107285"/>
                <a:gd name="connsiteX992" fmla="*/ 263008 w 1238844"/>
                <a:gd name="connsiteY992" fmla="*/ 184511 h 1107285"/>
                <a:gd name="connsiteX993" fmla="*/ 268161 w 1238844"/>
                <a:gd name="connsiteY993" fmla="*/ 180893 h 1107285"/>
                <a:gd name="connsiteX994" fmla="*/ 276931 w 1238844"/>
                <a:gd name="connsiteY994" fmla="*/ 184621 h 1107285"/>
                <a:gd name="connsiteX995" fmla="*/ 282961 w 1238844"/>
                <a:gd name="connsiteY995" fmla="*/ 189116 h 1107285"/>
                <a:gd name="connsiteX996" fmla="*/ 288114 w 1238844"/>
                <a:gd name="connsiteY996" fmla="*/ 193501 h 1107285"/>
                <a:gd name="connsiteX997" fmla="*/ 288881 w 1238844"/>
                <a:gd name="connsiteY997" fmla="*/ 188896 h 1107285"/>
                <a:gd name="connsiteX998" fmla="*/ 292060 w 1238844"/>
                <a:gd name="connsiteY998" fmla="*/ 188348 h 1107285"/>
                <a:gd name="connsiteX999" fmla="*/ 299406 w 1238844"/>
                <a:gd name="connsiteY999" fmla="*/ 187361 h 1107285"/>
                <a:gd name="connsiteX1000" fmla="*/ 304778 w 1238844"/>
                <a:gd name="connsiteY1000" fmla="*/ 189773 h 1107285"/>
                <a:gd name="connsiteX1001" fmla="*/ 310150 w 1238844"/>
                <a:gd name="connsiteY1001" fmla="*/ 190322 h 1107285"/>
                <a:gd name="connsiteX1002" fmla="*/ 317057 w 1238844"/>
                <a:gd name="connsiteY1002" fmla="*/ 193830 h 1107285"/>
                <a:gd name="connsiteX1003" fmla="*/ 323525 w 1238844"/>
                <a:gd name="connsiteY1003" fmla="*/ 197777 h 1107285"/>
                <a:gd name="connsiteX1004" fmla="*/ 329445 w 1238844"/>
                <a:gd name="connsiteY1004" fmla="*/ 204354 h 1107285"/>
                <a:gd name="connsiteX1005" fmla="*/ 333501 w 1238844"/>
                <a:gd name="connsiteY1005" fmla="*/ 209836 h 1107285"/>
                <a:gd name="connsiteX1006" fmla="*/ 336242 w 1238844"/>
                <a:gd name="connsiteY1006" fmla="*/ 217072 h 1107285"/>
                <a:gd name="connsiteX1007" fmla="*/ 345013 w 1238844"/>
                <a:gd name="connsiteY1007" fmla="*/ 225952 h 1107285"/>
                <a:gd name="connsiteX1008" fmla="*/ 347205 w 1238844"/>
                <a:gd name="connsiteY1008" fmla="*/ 227158 h 1107285"/>
                <a:gd name="connsiteX1009" fmla="*/ 349179 w 1238844"/>
                <a:gd name="connsiteY1009" fmla="*/ 226171 h 1107285"/>
                <a:gd name="connsiteX1010" fmla="*/ 351262 w 1238844"/>
                <a:gd name="connsiteY1010" fmla="*/ 225294 h 1107285"/>
                <a:gd name="connsiteX1011" fmla="*/ 351042 w 1238844"/>
                <a:gd name="connsiteY1011" fmla="*/ 222334 h 1107285"/>
                <a:gd name="connsiteX1012" fmla="*/ 354003 w 1238844"/>
                <a:gd name="connsiteY1012" fmla="*/ 221347 h 1107285"/>
                <a:gd name="connsiteX1013" fmla="*/ 363869 w 1238844"/>
                <a:gd name="connsiteY1013" fmla="*/ 222553 h 1107285"/>
                <a:gd name="connsiteX1014" fmla="*/ 370009 w 1238844"/>
                <a:gd name="connsiteY1014" fmla="*/ 224527 h 1107285"/>
                <a:gd name="connsiteX1015" fmla="*/ 375381 w 1238844"/>
                <a:gd name="connsiteY1015" fmla="*/ 227925 h 1107285"/>
                <a:gd name="connsiteX1016" fmla="*/ 382288 w 1238844"/>
                <a:gd name="connsiteY1016" fmla="*/ 232091 h 1107285"/>
                <a:gd name="connsiteX1017" fmla="*/ 387221 w 1238844"/>
                <a:gd name="connsiteY1017" fmla="*/ 238450 h 1107285"/>
                <a:gd name="connsiteX1018" fmla="*/ 394567 w 1238844"/>
                <a:gd name="connsiteY1018" fmla="*/ 251496 h 1107285"/>
                <a:gd name="connsiteX1019" fmla="*/ 397856 w 1238844"/>
                <a:gd name="connsiteY1019" fmla="*/ 258513 h 1107285"/>
                <a:gd name="connsiteX1020" fmla="*/ 398513 w 1238844"/>
                <a:gd name="connsiteY1020" fmla="*/ 261802 h 1107285"/>
                <a:gd name="connsiteX1021" fmla="*/ 400267 w 1238844"/>
                <a:gd name="connsiteY1021" fmla="*/ 264871 h 1107285"/>
                <a:gd name="connsiteX1022" fmla="*/ 411998 w 1238844"/>
                <a:gd name="connsiteY1022" fmla="*/ 271559 h 1107285"/>
                <a:gd name="connsiteX1023" fmla="*/ 417699 w 1238844"/>
                <a:gd name="connsiteY1023" fmla="*/ 281207 h 1107285"/>
                <a:gd name="connsiteX1024" fmla="*/ 425483 w 1238844"/>
                <a:gd name="connsiteY1024" fmla="*/ 284715 h 1107285"/>
                <a:gd name="connsiteX1025" fmla="*/ 430087 w 1238844"/>
                <a:gd name="connsiteY1025" fmla="*/ 285702 h 1107285"/>
                <a:gd name="connsiteX1026" fmla="*/ 433924 w 1238844"/>
                <a:gd name="connsiteY1026" fmla="*/ 282851 h 1107285"/>
                <a:gd name="connsiteX1027" fmla="*/ 436227 w 1238844"/>
                <a:gd name="connsiteY1027" fmla="*/ 282632 h 1107285"/>
                <a:gd name="connsiteX1028" fmla="*/ 436336 w 1238844"/>
                <a:gd name="connsiteY1028" fmla="*/ 277589 h 1107285"/>
                <a:gd name="connsiteX1029" fmla="*/ 439406 w 1238844"/>
                <a:gd name="connsiteY1029" fmla="*/ 275067 h 1107285"/>
                <a:gd name="connsiteX1030" fmla="*/ 441051 w 1238844"/>
                <a:gd name="connsiteY1030" fmla="*/ 271559 h 1107285"/>
                <a:gd name="connsiteX1031" fmla="*/ 443901 w 1238844"/>
                <a:gd name="connsiteY1031" fmla="*/ 266297 h 1107285"/>
                <a:gd name="connsiteX1032" fmla="*/ 450369 w 1238844"/>
                <a:gd name="connsiteY1032" fmla="*/ 263885 h 1107285"/>
                <a:gd name="connsiteX1033" fmla="*/ 454864 w 1238844"/>
                <a:gd name="connsiteY1033" fmla="*/ 263885 h 1107285"/>
                <a:gd name="connsiteX1034" fmla="*/ 460565 w 1238844"/>
                <a:gd name="connsiteY1034" fmla="*/ 263556 h 1107285"/>
                <a:gd name="connsiteX1035" fmla="*/ 464183 w 1238844"/>
                <a:gd name="connsiteY1035" fmla="*/ 264214 h 1107285"/>
                <a:gd name="connsiteX1036" fmla="*/ 471528 w 1238844"/>
                <a:gd name="connsiteY1036" fmla="*/ 265858 h 1107285"/>
                <a:gd name="connsiteX1037" fmla="*/ 479203 w 1238844"/>
                <a:gd name="connsiteY1037" fmla="*/ 269915 h 1107285"/>
                <a:gd name="connsiteX1038" fmla="*/ 486986 w 1238844"/>
                <a:gd name="connsiteY1038" fmla="*/ 275944 h 1107285"/>
                <a:gd name="connsiteX1039" fmla="*/ 489947 w 1238844"/>
                <a:gd name="connsiteY1039" fmla="*/ 275287 h 1107285"/>
                <a:gd name="connsiteX1040" fmla="*/ 490933 w 1238844"/>
                <a:gd name="connsiteY1040" fmla="*/ 273642 h 1107285"/>
                <a:gd name="connsiteX1041" fmla="*/ 491262 w 1238844"/>
                <a:gd name="connsiteY1041" fmla="*/ 270463 h 1107285"/>
                <a:gd name="connsiteX1042" fmla="*/ 491481 w 1238844"/>
                <a:gd name="connsiteY1042" fmla="*/ 267941 h 1107285"/>
                <a:gd name="connsiteX1043" fmla="*/ 491152 w 1238844"/>
                <a:gd name="connsiteY1043" fmla="*/ 266077 h 1107285"/>
                <a:gd name="connsiteX1044" fmla="*/ 491262 w 1238844"/>
                <a:gd name="connsiteY1044" fmla="*/ 264323 h 1107285"/>
                <a:gd name="connsiteX1045" fmla="*/ 491262 w 1238844"/>
                <a:gd name="connsiteY1045" fmla="*/ 262350 h 1107285"/>
                <a:gd name="connsiteX1046" fmla="*/ 492468 w 1238844"/>
                <a:gd name="connsiteY1046" fmla="*/ 259500 h 1107285"/>
                <a:gd name="connsiteX1047" fmla="*/ 495099 w 1238844"/>
                <a:gd name="connsiteY1047" fmla="*/ 256759 h 1107285"/>
                <a:gd name="connsiteX1048" fmla="*/ 497511 w 1238844"/>
                <a:gd name="connsiteY1048" fmla="*/ 258513 h 1107285"/>
                <a:gd name="connsiteX1049" fmla="*/ 503102 w 1238844"/>
                <a:gd name="connsiteY1049" fmla="*/ 253250 h 1107285"/>
                <a:gd name="connsiteX1050" fmla="*/ 504637 w 1238844"/>
                <a:gd name="connsiteY1050" fmla="*/ 246673 h 1107285"/>
                <a:gd name="connsiteX1051" fmla="*/ 505405 w 1238844"/>
                <a:gd name="connsiteY1051" fmla="*/ 233188 h 1107285"/>
                <a:gd name="connsiteX1052" fmla="*/ 508036 w 1238844"/>
                <a:gd name="connsiteY1052" fmla="*/ 228364 h 1107285"/>
                <a:gd name="connsiteX1053" fmla="*/ 511106 w 1238844"/>
                <a:gd name="connsiteY1053" fmla="*/ 226610 h 1107285"/>
                <a:gd name="connsiteX1054" fmla="*/ 513956 w 1238844"/>
                <a:gd name="connsiteY1054" fmla="*/ 227706 h 1107285"/>
                <a:gd name="connsiteX1055" fmla="*/ 516806 w 1238844"/>
                <a:gd name="connsiteY1055" fmla="*/ 230995 h 1107285"/>
                <a:gd name="connsiteX1056" fmla="*/ 517793 w 1238844"/>
                <a:gd name="connsiteY1056" fmla="*/ 234832 h 1107285"/>
                <a:gd name="connsiteX1057" fmla="*/ 518122 w 1238844"/>
                <a:gd name="connsiteY1057" fmla="*/ 246124 h 1107285"/>
                <a:gd name="connsiteX1058" fmla="*/ 516806 w 1238844"/>
                <a:gd name="connsiteY1058" fmla="*/ 248427 h 1107285"/>
                <a:gd name="connsiteX1059" fmla="*/ 515710 w 1238844"/>
                <a:gd name="connsiteY1059" fmla="*/ 252373 h 1107285"/>
                <a:gd name="connsiteX1060" fmla="*/ 513956 w 1238844"/>
                <a:gd name="connsiteY1060" fmla="*/ 254785 h 1107285"/>
                <a:gd name="connsiteX1061" fmla="*/ 511215 w 1238844"/>
                <a:gd name="connsiteY1061" fmla="*/ 256430 h 1107285"/>
                <a:gd name="connsiteX1062" fmla="*/ 509461 w 1238844"/>
                <a:gd name="connsiteY1062" fmla="*/ 259171 h 1107285"/>
                <a:gd name="connsiteX1063" fmla="*/ 507159 w 1238844"/>
                <a:gd name="connsiteY1063" fmla="*/ 261911 h 1107285"/>
                <a:gd name="connsiteX1064" fmla="*/ 505514 w 1238844"/>
                <a:gd name="connsiteY1064" fmla="*/ 263227 h 1107285"/>
                <a:gd name="connsiteX1065" fmla="*/ 502554 w 1238844"/>
                <a:gd name="connsiteY1065" fmla="*/ 265200 h 1107285"/>
                <a:gd name="connsiteX1066" fmla="*/ 500910 w 1238844"/>
                <a:gd name="connsiteY1066" fmla="*/ 266845 h 1107285"/>
                <a:gd name="connsiteX1067" fmla="*/ 497182 w 1238844"/>
                <a:gd name="connsiteY1067" fmla="*/ 267064 h 1107285"/>
                <a:gd name="connsiteX1068" fmla="*/ 495867 w 1238844"/>
                <a:gd name="connsiteY1068" fmla="*/ 268160 h 1107285"/>
                <a:gd name="connsiteX1069" fmla="*/ 497182 w 1238844"/>
                <a:gd name="connsiteY1069" fmla="*/ 269476 h 1107285"/>
                <a:gd name="connsiteX1070" fmla="*/ 497511 w 1238844"/>
                <a:gd name="connsiteY1070" fmla="*/ 272546 h 1107285"/>
                <a:gd name="connsiteX1071" fmla="*/ 498607 w 1238844"/>
                <a:gd name="connsiteY1071" fmla="*/ 275067 h 1107285"/>
                <a:gd name="connsiteX1072" fmla="*/ 500252 w 1238844"/>
                <a:gd name="connsiteY1072" fmla="*/ 277479 h 1107285"/>
                <a:gd name="connsiteX1073" fmla="*/ 502225 w 1238844"/>
                <a:gd name="connsiteY1073" fmla="*/ 278795 h 1107285"/>
                <a:gd name="connsiteX1074" fmla="*/ 504857 w 1238844"/>
                <a:gd name="connsiteY1074" fmla="*/ 277699 h 1107285"/>
                <a:gd name="connsiteX1075" fmla="*/ 504966 w 1238844"/>
                <a:gd name="connsiteY1075" fmla="*/ 276054 h 1107285"/>
                <a:gd name="connsiteX1076" fmla="*/ 504199 w 1238844"/>
                <a:gd name="connsiteY1076" fmla="*/ 274081 h 1107285"/>
                <a:gd name="connsiteX1077" fmla="*/ 506282 w 1238844"/>
                <a:gd name="connsiteY1077" fmla="*/ 273532 h 1107285"/>
                <a:gd name="connsiteX1078" fmla="*/ 509242 w 1238844"/>
                <a:gd name="connsiteY1078" fmla="*/ 272984 h 1107285"/>
                <a:gd name="connsiteX1079" fmla="*/ 509900 w 1238844"/>
                <a:gd name="connsiteY1079" fmla="*/ 270244 h 1107285"/>
                <a:gd name="connsiteX1080" fmla="*/ 510557 w 1238844"/>
                <a:gd name="connsiteY1080" fmla="*/ 267722 h 1107285"/>
                <a:gd name="connsiteX1081" fmla="*/ 513298 w 1238844"/>
                <a:gd name="connsiteY1081" fmla="*/ 266406 h 1107285"/>
                <a:gd name="connsiteX1082" fmla="*/ 515929 w 1238844"/>
                <a:gd name="connsiteY1082" fmla="*/ 265529 h 1107285"/>
                <a:gd name="connsiteX1083" fmla="*/ 517574 w 1238844"/>
                <a:gd name="connsiteY1083" fmla="*/ 265749 h 1107285"/>
                <a:gd name="connsiteX1084" fmla="*/ 519328 w 1238844"/>
                <a:gd name="connsiteY1084" fmla="*/ 266626 h 1107285"/>
                <a:gd name="connsiteX1085" fmla="*/ 518012 w 1238844"/>
                <a:gd name="connsiteY1085" fmla="*/ 267722 h 1107285"/>
                <a:gd name="connsiteX1086" fmla="*/ 515052 w 1238844"/>
                <a:gd name="connsiteY1086" fmla="*/ 269366 h 1107285"/>
                <a:gd name="connsiteX1087" fmla="*/ 514504 w 1238844"/>
                <a:gd name="connsiteY1087" fmla="*/ 271888 h 1107285"/>
                <a:gd name="connsiteX1088" fmla="*/ 514504 w 1238844"/>
                <a:gd name="connsiteY1088" fmla="*/ 274629 h 1107285"/>
                <a:gd name="connsiteX1089" fmla="*/ 515601 w 1238844"/>
                <a:gd name="connsiteY1089" fmla="*/ 276931 h 1107285"/>
                <a:gd name="connsiteX1090" fmla="*/ 517683 w 1238844"/>
                <a:gd name="connsiteY1090" fmla="*/ 280549 h 1107285"/>
                <a:gd name="connsiteX1091" fmla="*/ 519767 w 1238844"/>
                <a:gd name="connsiteY1091" fmla="*/ 283399 h 1107285"/>
                <a:gd name="connsiteX1092" fmla="*/ 522178 w 1238844"/>
                <a:gd name="connsiteY1092" fmla="*/ 285263 h 1107285"/>
                <a:gd name="connsiteX1093" fmla="*/ 525248 w 1238844"/>
                <a:gd name="connsiteY1093" fmla="*/ 289429 h 1107285"/>
                <a:gd name="connsiteX1094" fmla="*/ 527331 w 1238844"/>
                <a:gd name="connsiteY1094" fmla="*/ 292718 h 1107285"/>
                <a:gd name="connsiteX1095" fmla="*/ 529962 w 1238844"/>
                <a:gd name="connsiteY1095" fmla="*/ 296665 h 1107285"/>
                <a:gd name="connsiteX1096" fmla="*/ 531278 w 1238844"/>
                <a:gd name="connsiteY1096" fmla="*/ 298090 h 1107285"/>
                <a:gd name="connsiteX1097" fmla="*/ 531388 w 1238844"/>
                <a:gd name="connsiteY1097" fmla="*/ 300392 h 1107285"/>
                <a:gd name="connsiteX1098" fmla="*/ 530620 w 1238844"/>
                <a:gd name="connsiteY1098" fmla="*/ 302695 h 1107285"/>
                <a:gd name="connsiteX1099" fmla="*/ 530949 w 1238844"/>
                <a:gd name="connsiteY1099" fmla="*/ 306422 h 1107285"/>
                <a:gd name="connsiteX1100" fmla="*/ 530620 w 1238844"/>
                <a:gd name="connsiteY1100" fmla="*/ 309273 h 1107285"/>
                <a:gd name="connsiteX1101" fmla="*/ 533909 w 1238844"/>
                <a:gd name="connsiteY1101" fmla="*/ 312233 h 1107285"/>
                <a:gd name="connsiteX1102" fmla="*/ 538952 w 1238844"/>
                <a:gd name="connsiteY1102" fmla="*/ 316837 h 1107285"/>
                <a:gd name="connsiteX1103" fmla="*/ 541803 w 1238844"/>
                <a:gd name="connsiteY1103" fmla="*/ 320016 h 1107285"/>
                <a:gd name="connsiteX1104" fmla="*/ 545092 w 1238844"/>
                <a:gd name="connsiteY1104" fmla="*/ 321442 h 1107285"/>
                <a:gd name="connsiteX1105" fmla="*/ 548929 w 1238844"/>
                <a:gd name="connsiteY1105" fmla="*/ 321222 h 1107285"/>
                <a:gd name="connsiteX1106" fmla="*/ 550025 w 1238844"/>
                <a:gd name="connsiteY1106" fmla="*/ 321442 h 1107285"/>
                <a:gd name="connsiteX1107" fmla="*/ 550683 w 1238844"/>
                <a:gd name="connsiteY1107" fmla="*/ 322100 h 1107285"/>
                <a:gd name="connsiteX1108" fmla="*/ 551012 w 1238844"/>
                <a:gd name="connsiteY1108" fmla="*/ 323086 h 1107285"/>
                <a:gd name="connsiteX1109" fmla="*/ 551121 w 1238844"/>
                <a:gd name="connsiteY1109" fmla="*/ 324073 h 1107285"/>
                <a:gd name="connsiteX1110" fmla="*/ 551231 w 1238844"/>
                <a:gd name="connsiteY1110" fmla="*/ 324511 h 1107285"/>
                <a:gd name="connsiteX1111" fmla="*/ 551779 w 1238844"/>
                <a:gd name="connsiteY1111" fmla="*/ 326814 h 1107285"/>
                <a:gd name="connsiteX1112" fmla="*/ 561646 w 1238844"/>
                <a:gd name="connsiteY1112" fmla="*/ 332405 h 1107285"/>
                <a:gd name="connsiteX1113" fmla="*/ 569540 w 1238844"/>
                <a:gd name="connsiteY1113" fmla="*/ 338873 h 1107285"/>
                <a:gd name="connsiteX1114" fmla="*/ 575898 w 1238844"/>
                <a:gd name="connsiteY1114" fmla="*/ 345013 h 1107285"/>
                <a:gd name="connsiteX1115" fmla="*/ 580832 w 1238844"/>
                <a:gd name="connsiteY1115" fmla="*/ 348850 h 1107285"/>
                <a:gd name="connsiteX1116" fmla="*/ 584669 w 1238844"/>
                <a:gd name="connsiteY1116" fmla="*/ 351700 h 1107285"/>
                <a:gd name="connsiteX1117" fmla="*/ 590808 w 1238844"/>
                <a:gd name="connsiteY1117" fmla="*/ 355537 h 1107285"/>
                <a:gd name="connsiteX1118" fmla="*/ 596071 w 1238844"/>
                <a:gd name="connsiteY1118" fmla="*/ 359265 h 1107285"/>
                <a:gd name="connsiteX1119" fmla="*/ 603854 w 1238844"/>
                <a:gd name="connsiteY1119" fmla="*/ 369680 h 1107285"/>
                <a:gd name="connsiteX1120" fmla="*/ 606376 w 1238844"/>
                <a:gd name="connsiteY1120" fmla="*/ 370447 h 1107285"/>
                <a:gd name="connsiteX1121" fmla="*/ 614818 w 1238844"/>
                <a:gd name="connsiteY1121" fmla="*/ 370009 h 1107285"/>
                <a:gd name="connsiteX1122" fmla="*/ 618107 w 1238844"/>
                <a:gd name="connsiteY1122" fmla="*/ 370338 h 1107285"/>
                <a:gd name="connsiteX1123" fmla="*/ 618984 w 1238844"/>
                <a:gd name="connsiteY1123" fmla="*/ 371105 h 1107285"/>
                <a:gd name="connsiteX1124" fmla="*/ 620519 w 1238844"/>
                <a:gd name="connsiteY1124" fmla="*/ 375162 h 1107285"/>
                <a:gd name="connsiteX1125" fmla="*/ 623369 w 1238844"/>
                <a:gd name="connsiteY1125" fmla="*/ 377354 h 1107285"/>
                <a:gd name="connsiteX1126" fmla="*/ 626658 w 1238844"/>
                <a:gd name="connsiteY1126" fmla="*/ 376258 h 1107285"/>
                <a:gd name="connsiteX1127" fmla="*/ 629289 w 1238844"/>
                <a:gd name="connsiteY1127" fmla="*/ 374504 h 1107285"/>
                <a:gd name="connsiteX1128" fmla="*/ 630386 w 1238844"/>
                <a:gd name="connsiteY1128" fmla="*/ 376696 h 1107285"/>
                <a:gd name="connsiteX1129" fmla="*/ 630166 w 1238844"/>
                <a:gd name="connsiteY1129" fmla="*/ 379876 h 1107285"/>
                <a:gd name="connsiteX1130" fmla="*/ 629947 w 1238844"/>
                <a:gd name="connsiteY1130" fmla="*/ 380753 h 1107285"/>
                <a:gd name="connsiteX1131" fmla="*/ 641458 w 1238844"/>
                <a:gd name="connsiteY1131" fmla="*/ 388866 h 1107285"/>
                <a:gd name="connsiteX1132" fmla="*/ 644857 w 1238844"/>
                <a:gd name="connsiteY1132" fmla="*/ 388208 h 1107285"/>
                <a:gd name="connsiteX1133" fmla="*/ 646611 w 1238844"/>
                <a:gd name="connsiteY1133" fmla="*/ 386125 h 1107285"/>
                <a:gd name="connsiteX1134" fmla="*/ 648036 w 1238844"/>
                <a:gd name="connsiteY1134" fmla="*/ 383932 h 1107285"/>
                <a:gd name="connsiteX1135" fmla="*/ 650448 w 1238844"/>
                <a:gd name="connsiteY1135" fmla="*/ 382836 h 1107285"/>
                <a:gd name="connsiteX1136" fmla="*/ 652422 w 1238844"/>
                <a:gd name="connsiteY1136" fmla="*/ 383274 h 1107285"/>
                <a:gd name="connsiteX1137" fmla="*/ 660315 w 1238844"/>
                <a:gd name="connsiteY1137" fmla="*/ 387769 h 1107285"/>
                <a:gd name="connsiteX1138" fmla="*/ 665029 w 1238844"/>
                <a:gd name="connsiteY1138" fmla="*/ 392155 h 1107285"/>
                <a:gd name="connsiteX1139" fmla="*/ 672046 w 1238844"/>
                <a:gd name="connsiteY1139" fmla="*/ 401364 h 1107285"/>
                <a:gd name="connsiteX1140" fmla="*/ 676431 w 1238844"/>
                <a:gd name="connsiteY1140" fmla="*/ 411669 h 1107285"/>
                <a:gd name="connsiteX1141" fmla="*/ 678076 w 1238844"/>
                <a:gd name="connsiteY1141" fmla="*/ 418028 h 1107285"/>
                <a:gd name="connsiteX1142" fmla="*/ 678843 w 1238844"/>
                <a:gd name="connsiteY1142" fmla="*/ 425044 h 1107285"/>
                <a:gd name="connsiteX1143" fmla="*/ 682022 w 1238844"/>
                <a:gd name="connsiteY1143" fmla="*/ 429429 h 1107285"/>
                <a:gd name="connsiteX1144" fmla="*/ 687723 w 1238844"/>
                <a:gd name="connsiteY1144" fmla="*/ 428443 h 1107285"/>
                <a:gd name="connsiteX1145" fmla="*/ 692766 w 1238844"/>
                <a:gd name="connsiteY1145" fmla="*/ 431293 h 1107285"/>
                <a:gd name="connsiteX1146" fmla="*/ 696384 w 1238844"/>
                <a:gd name="connsiteY1146" fmla="*/ 436884 h 1107285"/>
                <a:gd name="connsiteX1147" fmla="*/ 700769 w 1238844"/>
                <a:gd name="connsiteY1147" fmla="*/ 441270 h 1107285"/>
                <a:gd name="connsiteX1148" fmla="*/ 704607 w 1238844"/>
                <a:gd name="connsiteY1148" fmla="*/ 449931 h 1107285"/>
                <a:gd name="connsiteX1149" fmla="*/ 708444 w 1238844"/>
                <a:gd name="connsiteY1149" fmla="*/ 463964 h 1107285"/>
                <a:gd name="connsiteX1150" fmla="*/ 712390 w 1238844"/>
                <a:gd name="connsiteY1150" fmla="*/ 471199 h 1107285"/>
                <a:gd name="connsiteX1151" fmla="*/ 714145 w 1238844"/>
                <a:gd name="connsiteY1151" fmla="*/ 480080 h 1107285"/>
                <a:gd name="connsiteX1152" fmla="*/ 718530 w 1238844"/>
                <a:gd name="connsiteY1152" fmla="*/ 487096 h 1107285"/>
                <a:gd name="connsiteX1153" fmla="*/ 719845 w 1238844"/>
                <a:gd name="connsiteY1153" fmla="*/ 499265 h 1107285"/>
                <a:gd name="connsiteX1154" fmla="*/ 720284 w 1238844"/>
                <a:gd name="connsiteY1154" fmla="*/ 528099 h 1107285"/>
                <a:gd name="connsiteX1155" fmla="*/ 719407 w 1238844"/>
                <a:gd name="connsiteY1155" fmla="*/ 540377 h 1107285"/>
                <a:gd name="connsiteX1156" fmla="*/ 719188 w 1238844"/>
                <a:gd name="connsiteY1156" fmla="*/ 545420 h 1107285"/>
                <a:gd name="connsiteX1157" fmla="*/ 719407 w 1238844"/>
                <a:gd name="connsiteY1157" fmla="*/ 547942 h 1107285"/>
                <a:gd name="connsiteX1158" fmla="*/ 720942 w 1238844"/>
                <a:gd name="connsiteY1158" fmla="*/ 546517 h 1107285"/>
                <a:gd name="connsiteX1159" fmla="*/ 721709 w 1238844"/>
                <a:gd name="connsiteY1159" fmla="*/ 538185 h 1107285"/>
                <a:gd name="connsiteX1160" fmla="*/ 722696 w 1238844"/>
                <a:gd name="connsiteY1160" fmla="*/ 528647 h 1107285"/>
                <a:gd name="connsiteX1161" fmla="*/ 722367 w 1238844"/>
                <a:gd name="connsiteY1161" fmla="*/ 505624 h 1107285"/>
                <a:gd name="connsiteX1162" fmla="*/ 722148 w 1238844"/>
                <a:gd name="connsiteY1162" fmla="*/ 502006 h 1107285"/>
                <a:gd name="connsiteX1163" fmla="*/ 723682 w 1238844"/>
                <a:gd name="connsiteY1163" fmla="*/ 500910 h 1107285"/>
                <a:gd name="connsiteX1164" fmla="*/ 724779 w 1238844"/>
                <a:gd name="connsiteY1164" fmla="*/ 502445 h 1107285"/>
                <a:gd name="connsiteX1165" fmla="*/ 725766 w 1238844"/>
                <a:gd name="connsiteY1165" fmla="*/ 508803 h 1107285"/>
                <a:gd name="connsiteX1166" fmla="*/ 727300 w 1238844"/>
                <a:gd name="connsiteY1166" fmla="*/ 521520 h 1107285"/>
                <a:gd name="connsiteX1167" fmla="*/ 726971 w 1238844"/>
                <a:gd name="connsiteY1167" fmla="*/ 528866 h 1107285"/>
                <a:gd name="connsiteX1168" fmla="*/ 725546 w 1238844"/>
                <a:gd name="connsiteY1168" fmla="*/ 533251 h 1107285"/>
                <a:gd name="connsiteX1169" fmla="*/ 726533 w 1238844"/>
                <a:gd name="connsiteY1169" fmla="*/ 537856 h 1107285"/>
                <a:gd name="connsiteX1170" fmla="*/ 727191 w 1238844"/>
                <a:gd name="connsiteY1170" fmla="*/ 545859 h 1107285"/>
                <a:gd name="connsiteX1171" fmla="*/ 727410 w 1238844"/>
                <a:gd name="connsiteY1171" fmla="*/ 549915 h 1107285"/>
                <a:gd name="connsiteX1172" fmla="*/ 724998 w 1238844"/>
                <a:gd name="connsiteY1172" fmla="*/ 551669 h 1107285"/>
                <a:gd name="connsiteX1173" fmla="*/ 723134 w 1238844"/>
                <a:gd name="connsiteY1173" fmla="*/ 552875 h 1107285"/>
                <a:gd name="connsiteX1174" fmla="*/ 724121 w 1238844"/>
                <a:gd name="connsiteY1174" fmla="*/ 555068 h 1107285"/>
                <a:gd name="connsiteX1175" fmla="*/ 726533 w 1238844"/>
                <a:gd name="connsiteY1175" fmla="*/ 554081 h 1107285"/>
                <a:gd name="connsiteX1176" fmla="*/ 731466 w 1238844"/>
                <a:gd name="connsiteY1176" fmla="*/ 553643 h 1107285"/>
                <a:gd name="connsiteX1177" fmla="*/ 733769 w 1238844"/>
                <a:gd name="connsiteY1177" fmla="*/ 554520 h 1107285"/>
                <a:gd name="connsiteX1178" fmla="*/ 730260 w 1238844"/>
                <a:gd name="connsiteY1178" fmla="*/ 556055 h 1107285"/>
                <a:gd name="connsiteX1179" fmla="*/ 725108 w 1238844"/>
                <a:gd name="connsiteY1179" fmla="*/ 558247 h 1107285"/>
                <a:gd name="connsiteX1180" fmla="*/ 723354 w 1238844"/>
                <a:gd name="connsiteY1180" fmla="*/ 560988 h 1107285"/>
                <a:gd name="connsiteX1181" fmla="*/ 725766 w 1238844"/>
                <a:gd name="connsiteY1181" fmla="*/ 561536 h 1107285"/>
                <a:gd name="connsiteX1182" fmla="*/ 725766 w 1238844"/>
                <a:gd name="connsiteY1182" fmla="*/ 563181 h 1107285"/>
                <a:gd name="connsiteX1183" fmla="*/ 725437 w 1238844"/>
                <a:gd name="connsiteY1183" fmla="*/ 566908 h 1107285"/>
                <a:gd name="connsiteX1184" fmla="*/ 723792 w 1238844"/>
                <a:gd name="connsiteY1184" fmla="*/ 568882 h 1107285"/>
                <a:gd name="connsiteX1185" fmla="*/ 722586 w 1238844"/>
                <a:gd name="connsiteY1185" fmla="*/ 572609 h 1107285"/>
                <a:gd name="connsiteX1186" fmla="*/ 722696 w 1238844"/>
                <a:gd name="connsiteY1186" fmla="*/ 575350 h 1107285"/>
                <a:gd name="connsiteX1187" fmla="*/ 725108 w 1238844"/>
                <a:gd name="connsiteY1187" fmla="*/ 576446 h 1107285"/>
                <a:gd name="connsiteX1188" fmla="*/ 724998 w 1238844"/>
                <a:gd name="connsiteY1188" fmla="*/ 582695 h 1107285"/>
                <a:gd name="connsiteX1189" fmla="*/ 724560 w 1238844"/>
                <a:gd name="connsiteY1189" fmla="*/ 594316 h 1107285"/>
                <a:gd name="connsiteX1190" fmla="*/ 724340 w 1238844"/>
                <a:gd name="connsiteY1190" fmla="*/ 601223 h 1107285"/>
                <a:gd name="connsiteX1191" fmla="*/ 723134 w 1238844"/>
                <a:gd name="connsiteY1191" fmla="*/ 604512 h 1107285"/>
                <a:gd name="connsiteX1192" fmla="*/ 720065 w 1238844"/>
                <a:gd name="connsiteY1192" fmla="*/ 608788 h 1107285"/>
                <a:gd name="connsiteX1193" fmla="*/ 716556 w 1238844"/>
                <a:gd name="connsiteY1193" fmla="*/ 614160 h 1107285"/>
                <a:gd name="connsiteX1194" fmla="*/ 714035 w 1238844"/>
                <a:gd name="connsiteY1194" fmla="*/ 620080 h 1107285"/>
                <a:gd name="connsiteX1195" fmla="*/ 712500 w 1238844"/>
                <a:gd name="connsiteY1195" fmla="*/ 626110 h 1107285"/>
                <a:gd name="connsiteX1196" fmla="*/ 712171 w 1238844"/>
                <a:gd name="connsiteY1196" fmla="*/ 630057 h 1107285"/>
                <a:gd name="connsiteX1197" fmla="*/ 713048 w 1238844"/>
                <a:gd name="connsiteY1197" fmla="*/ 633346 h 1107285"/>
                <a:gd name="connsiteX1198" fmla="*/ 712500 w 1238844"/>
                <a:gd name="connsiteY1198" fmla="*/ 635538 h 1107285"/>
                <a:gd name="connsiteX1199" fmla="*/ 711623 w 1238844"/>
                <a:gd name="connsiteY1199" fmla="*/ 638717 h 1107285"/>
                <a:gd name="connsiteX1200" fmla="*/ 713596 w 1238844"/>
                <a:gd name="connsiteY1200" fmla="*/ 640033 h 1107285"/>
                <a:gd name="connsiteX1201" fmla="*/ 713706 w 1238844"/>
                <a:gd name="connsiteY1201" fmla="*/ 641458 h 1107285"/>
                <a:gd name="connsiteX1202" fmla="*/ 715679 w 1238844"/>
                <a:gd name="connsiteY1202" fmla="*/ 641458 h 1107285"/>
                <a:gd name="connsiteX1203" fmla="*/ 716008 w 1238844"/>
                <a:gd name="connsiteY1203" fmla="*/ 643870 h 1107285"/>
                <a:gd name="connsiteX1204" fmla="*/ 714583 w 1238844"/>
                <a:gd name="connsiteY1204" fmla="*/ 647269 h 1107285"/>
                <a:gd name="connsiteX1205" fmla="*/ 715460 w 1238844"/>
                <a:gd name="connsiteY1205" fmla="*/ 649023 h 1107285"/>
                <a:gd name="connsiteX1206" fmla="*/ 714035 w 1238844"/>
                <a:gd name="connsiteY1206" fmla="*/ 655272 h 1107285"/>
                <a:gd name="connsiteX1207" fmla="*/ 711733 w 1238844"/>
                <a:gd name="connsiteY1207" fmla="*/ 659328 h 1107285"/>
                <a:gd name="connsiteX1208" fmla="*/ 710417 w 1238844"/>
                <a:gd name="connsiteY1208" fmla="*/ 661631 h 1107285"/>
                <a:gd name="connsiteX1209" fmla="*/ 711842 w 1238844"/>
                <a:gd name="connsiteY1209" fmla="*/ 663604 h 1107285"/>
                <a:gd name="connsiteX1210" fmla="*/ 710746 w 1238844"/>
                <a:gd name="connsiteY1210" fmla="*/ 665577 h 1107285"/>
                <a:gd name="connsiteX1211" fmla="*/ 708115 w 1238844"/>
                <a:gd name="connsiteY1211" fmla="*/ 665906 h 1107285"/>
                <a:gd name="connsiteX1212" fmla="*/ 707018 w 1238844"/>
                <a:gd name="connsiteY1212" fmla="*/ 667112 h 1107285"/>
                <a:gd name="connsiteX1213" fmla="*/ 707567 w 1238844"/>
                <a:gd name="connsiteY1213" fmla="*/ 669524 h 1107285"/>
                <a:gd name="connsiteX1214" fmla="*/ 707786 w 1238844"/>
                <a:gd name="connsiteY1214" fmla="*/ 670292 h 1107285"/>
                <a:gd name="connsiteX1215" fmla="*/ 709430 w 1238844"/>
                <a:gd name="connsiteY1215" fmla="*/ 671826 h 1107285"/>
                <a:gd name="connsiteX1216" fmla="*/ 708663 w 1238844"/>
                <a:gd name="connsiteY1216" fmla="*/ 677089 h 1107285"/>
                <a:gd name="connsiteX1217" fmla="*/ 708005 w 1238844"/>
                <a:gd name="connsiteY1217" fmla="*/ 680158 h 1107285"/>
                <a:gd name="connsiteX1218" fmla="*/ 708992 w 1238844"/>
                <a:gd name="connsiteY1218" fmla="*/ 683996 h 1107285"/>
                <a:gd name="connsiteX1219" fmla="*/ 711184 w 1238844"/>
                <a:gd name="connsiteY1219" fmla="*/ 684324 h 1107285"/>
                <a:gd name="connsiteX1220" fmla="*/ 713377 w 1238844"/>
                <a:gd name="connsiteY1220" fmla="*/ 680926 h 1107285"/>
                <a:gd name="connsiteX1221" fmla="*/ 715460 w 1238844"/>
                <a:gd name="connsiteY1221" fmla="*/ 676760 h 1107285"/>
                <a:gd name="connsiteX1222" fmla="*/ 713816 w 1238844"/>
                <a:gd name="connsiteY1222" fmla="*/ 672923 h 1107285"/>
                <a:gd name="connsiteX1223" fmla="*/ 712610 w 1238844"/>
                <a:gd name="connsiteY1223" fmla="*/ 668866 h 1107285"/>
                <a:gd name="connsiteX1224" fmla="*/ 714035 w 1238844"/>
                <a:gd name="connsiteY1224" fmla="*/ 666016 h 1107285"/>
                <a:gd name="connsiteX1225" fmla="*/ 716008 w 1238844"/>
                <a:gd name="connsiteY1225" fmla="*/ 663494 h 1107285"/>
                <a:gd name="connsiteX1226" fmla="*/ 715899 w 1238844"/>
                <a:gd name="connsiteY1226" fmla="*/ 659767 h 1107285"/>
                <a:gd name="connsiteX1227" fmla="*/ 717872 w 1238844"/>
                <a:gd name="connsiteY1227" fmla="*/ 656588 h 1107285"/>
                <a:gd name="connsiteX1228" fmla="*/ 719078 w 1238844"/>
                <a:gd name="connsiteY1228" fmla="*/ 655491 h 1107285"/>
                <a:gd name="connsiteX1229" fmla="*/ 720503 w 1238844"/>
                <a:gd name="connsiteY1229" fmla="*/ 657245 h 1107285"/>
                <a:gd name="connsiteX1230" fmla="*/ 720722 w 1238844"/>
                <a:gd name="connsiteY1230" fmla="*/ 658999 h 1107285"/>
                <a:gd name="connsiteX1231" fmla="*/ 721161 w 1238844"/>
                <a:gd name="connsiteY1231" fmla="*/ 661411 h 1107285"/>
                <a:gd name="connsiteX1232" fmla="*/ 723134 w 1238844"/>
                <a:gd name="connsiteY1232" fmla="*/ 664262 h 1107285"/>
                <a:gd name="connsiteX1233" fmla="*/ 723463 w 1238844"/>
                <a:gd name="connsiteY1233" fmla="*/ 665687 h 1107285"/>
                <a:gd name="connsiteX1234" fmla="*/ 722696 w 1238844"/>
                <a:gd name="connsiteY1234" fmla="*/ 667222 h 1107285"/>
                <a:gd name="connsiteX1235" fmla="*/ 720065 w 1238844"/>
                <a:gd name="connsiteY1235" fmla="*/ 669086 h 1107285"/>
                <a:gd name="connsiteX1236" fmla="*/ 719297 w 1238844"/>
                <a:gd name="connsiteY1236" fmla="*/ 670072 h 1107285"/>
                <a:gd name="connsiteX1237" fmla="*/ 719188 w 1238844"/>
                <a:gd name="connsiteY1237" fmla="*/ 671826 h 1107285"/>
                <a:gd name="connsiteX1238" fmla="*/ 719845 w 1238844"/>
                <a:gd name="connsiteY1238" fmla="*/ 672923 h 1107285"/>
                <a:gd name="connsiteX1239" fmla="*/ 720613 w 1238844"/>
                <a:gd name="connsiteY1239" fmla="*/ 673800 h 1107285"/>
                <a:gd name="connsiteX1240" fmla="*/ 721928 w 1238844"/>
                <a:gd name="connsiteY1240" fmla="*/ 678624 h 1107285"/>
                <a:gd name="connsiteX1241" fmla="*/ 720832 w 1238844"/>
                <a:gd name="connsiteY1241" fmla="*/ 680268 h 1107285"/>
                <a:gd name="connsiteX1242" fmla="*/ 717324 w 1238844"/>
                <a:gd name="connsiteY1242" fmla="*/ 683447 h 1107285"/>
                <a:gd name="connsiteX1243" fmla="*/ 715241 w 1238844"/>
                <a:gd name="connsiteY1243" fmla="*/ 684544 h 1107285"/>
                <a:gd name="connsiteX1244" fmla="*/ 716666 w 1238844"/>
                <a:gd name="connsiteY1244" fmla="*/ 688162 h 1107285"/>
                <a:gd name="connsiteX1245" fmla="*/ 717872 w 1238844"/>
                <a:gd name="connsiteY1245" fmla="*/ 688710 h 1107285"/>
                <a:gd name="connsiteX1246" fmla="*/ 719297 w 1238844"/>
                <a:gd name="connsiteY1246" fmla="*/ 689039 h 1107285"/>
                <a:gd name="connsiteX1247" fmla="*/ 720394 w 1238844"/>
                <a:gd name="connsiteY1247" fmla="*/ 690464 h 1107285"/>
                <a:gd name="connsiteX1248" fmla="*/ 720832 w 1238844"/>
                <a:gd name="connsiteY1248" fmla="*/ 692766 h 1107285"/>
                <a:gd name="connsiteX1249" fmla="*/ 720394 w 1238844"/>
                <a:gd name="connsiteY1249" fmla="*/ 699344 h 1107285"/>
                <a:gd name="connsiteX1250" fmla="*/ 721051 w 1238844"/>
                <a:gd name="connsiteY1250" fmla="*/ 703291 h 1107285"/>
                <a:gd name="connsiteX1251" fmla="*/ 722257 w 1238844"/>
                <a:gd name="connsiteY1251" fmla="*/ 706251 h 1107285"/>
                <a:gd name="connsiteX1252" fmla="*/ 724231 w 1238844"/>
                <a:gd name="connsiteY1252" fmla="*/ 708663 h 1107285"/>
                <a:gd name="connsiteX1253" fmla="*/ 727081 w 1238844"/>
                <a:gd name="connsiteY1253" fmla="*/ 710965 h 1107285"/>
                <a:gd name="connsiteX1254" fmla="*/ 731137 w 1238844"/>
                <a:gd name="connsiteY1254" fmla="*/ 710527 h 1107285"/>
                <a:gd name="connsiteX1255" fmla="*/ 730260 w 1238844"/>
                <a:gd name="connsiteY1255" fmla="*/ 708005 h 1107285"/>
                <a:gd name="connsiteX1256" fmla="*/ 729932 w 1238844"/>
                <a:gd name="connsiteY1256" fmla="*/ 703510 h 1107285"/>
                <a:gd name="connsiteX1257" fmla="*/ 728945 w 1238844"/>
                <a:gd name="connsiteY1257" fmla="*/ 696713 h 1107285"/>
                <a:gd name="connsiteX1258" fmla="*/ 729603 w 1238844"/>
                <a:gd name="connsiteY1258" fmla="*/ 693972 h 1107285"/>
                <a:gd name="connsiteX1259" fmla="*/ 732672 w 1238844"/>
                <a:gd name="connsiteY1259" fmla="*/ 691779 h 1107285"/>
                <a:gd name="connsiteX1260" fmla="*/ 733769 w 1238844"/>
                <a:gd name="connsiteY1260" fmla="*/ 694082 h 1107285"/>
                <a:gd name="connsiteX1261" fmla="*/ 733878 w 1238844"/>
                <a:gd name="connsiteY1261" fmla="*/ 696165 h 1107285"/>
                <a:gd name="connsiteX1262" fmla="*/ 733001 w 1238844"/>
                <a:gd name="connsiteY1262" fmla="*/ 697919 h 1107285"/>
                <a:gd name="connsiteX1263" fmla="*/ 731137 w 1238844"/>
                <a:gd name="connsiteY1263" fmla="*/ 699234 h 1107285"/>
                <a:gd name="connsiteX1264" fmla="*/ 734646 w 1238844"/>
                <a:gd name="connsiteY1264" fmla="*/ 710088 h 1107285"/>
                <a:gd name="connsiteX1265" fmla="*/ 737387 w 1238844"/>
                <a:gd name="connsiteY1265" fmla="*/ 713596 h 1107285"/>
                <a:gd name="connsiteX1266" fmla="*/ 740676 w 1238844"/>
                <a:gd name="connsiteY1266" fmla="*/ 709649 h 1107285"/>
                <a:gd name="connsiteX1267" fmla="*/ 741553 w 1238844"/>
                <a:gd name="connsiteY1267" fmla="*/ 711623 h 1107285"/>
                <a:gd name="connsiteX1268" fmla="*/ 742868 w 1238844"/>
                <a:gd name="connsiteY1268" fmla="*/ 712829 h 1107285"/>
                <a:gd name="connsiteX1269" fmla="*/ 744403 w 1238844"/>
                <a:gd name="connsiteY1269" fmla="*/ 713158 h 1107285"/>
                <a:gd name="connsiteX1270" fmla="*/ 746157 w 1238844"/>
                <a:gd name="connsiteY1270" fmla="*/ 712500 h 1107285"/>
                <a:gd name="connsiteX1271" fmla="*/ 745061 w 1238844"/>
                <a:gd name="connsiteY1271" fmla="*/ 711513 h 1107285"/>
                <a:gd name="connsiteX1272" fmla="*/ 742978 w 1238844"/>
                <a:gd name="connsiteY1272" fmla="*/ 708992 h 1107285"/>
                <a:gd name="connsiteX1273" fmla="*/ 741881 w 1238844"/>
                <a:gd name="connsiteY1273" fmla="*/ 708005 h 1107285"/>
                <a:gd name="connsiteX1274" fmla="*/ 745061 w 1238844"/>
                <a:gd name="connsiteY1274" fmla="*/ 705593 h 1107285"/>
                <a:gd name="connsiteX1275" fmla="*/ 746157 w 1238844"/>
                <a:gd name="connsiteY1275" fmla="*/ 705045 h 1107285"/>
                <a:gd name="connsiteX1276" fmla="*/ 741991 w 1238844"/>
                <a:gd name="connsiteY1276" fmla="*/ 701098 h 1107285"/>
                <a:gd name="connsiteX1277" fmla="*/ 740347 w 1238844"/>
                <a:gd name="connsiteY1277" fmla="*/ 696165 h 1107285"/>
                <a:gd name="connsiteX1278" fmla="*/ 739579 w 1238844"/>
                <a:gd name="connsiteY1278" fmla="*/ 690464 h 1107285"/>
                <a:gd name="connsiteX1279" fmla="*/ 737935 w 1238844"/>
                <a:gd name="connsiteY1279" fmla="*/ 684215 h 1107285"/>
                <a:gd name="connsiteX1280" fmla="*/ 740456 w 1238844"/>
                <a:gd name="connsiteY1280" fmla="*/ 686079 h 1107285"/>
                <a:gd name="connsiteX1281" fmla="*/ 742649 w 1238844"/>
                <a:gd name="connsiteY1281" fmla="*/ 690135 h 1107285"/>
                <a:gd name="connsiteX1282" fmla="*/ 744184 w 1238844"/>
                <a:gd name="connsiteY1282" fmla="*/ 694739 h 1107285"/>
                <a:gd name="connsiteX1283" fmla="*/ 744732 w 1238844"/>
                <a:gd name="connsiteY1283" fmla="*/ 698357 h 1107285"/>
                <a:gd name="connsiteX1284" fmla="*/ 745938 w 1238844"/>
                <a:gd name="connsiteY1284" fmla="*/ 701537 h 1107285"/>
                <a:gd name="connsiteX1285" fmla="*/ 749008 w 1238844"/>
                <a:gd name="connsiteY1285" fmla="*/ 705812 h 1107285"/>
                <a:gd name="connsiteX1286" fmla="*/ 752954 w 1238844"/>
                <a:gd name="connsiteY1286" fmla="*/ 709869 h 1107285"/>
                <a:gd name="connsiteX1287" fmla="*/ 756901 w 1238844"/>
                <a:gd name="connsiteY1287" fmla="*/ 712500 h 1107285"/>
                <a:gd name="connsiteX1288" fmla="*/ 757011 w 1238844"/>
                <a:gd name="connsiteY1288" fmla="*/ 714035 h 1107285"/>
                <a:gd name="connsiteX1289" fmla="*/ 756243 w 1238844"/>
                <a:gd name="connsiteY1289" fmla="*/ 714693 h 1107285"/>
                <a:gd name="connsiteX1290" fmla="*/ 751858 w 1238844"/>
                <a:gd name="connsiteY1290" fmla="*/ 711513 h 1107285"/>
                <a:gd name="connsiteX1291" fmla="*/ 751200 w 1238844"/>
                <a:gd name="connsiteY1291" fmla="*/ 712390 h 1107285"/>
                <a:gd name="connsiteX1292" fmla="*/ 753612 w 1238844"/>
                <a:gd name="connsiteY1292" fmla="*/ 715350 h 1107285"/>
                <a:gd name="connsiteX1293" fmla="*/ 758107 w 1238844"/>
                <a:gd name="connsiteY1293" fmla="*/ 718968 h 1107285"/>
                <a:gd name="connsiteX1294" fmla="*/ 762163 w 1238844"/>
                <a:gd name="connsiteY1294" fmla="*/ 724121 h 1107285"/>
                <a:gd name="connsiteX1295" fmla="*/ 766110 w 1238844"/>
                <a:gd name="connsiteY1295" fmla="*/ 728506 h 1107285"/>
                <a:gd name="connsiteX1296" fmla="*/ 769509 w 1238844"/>
                <a:gd name="connsiteY1296" fmla="*/ 731905 h 1107285"/>
                <a:gd name="connsiteX1297" fmla="*/ 772250 w 1238844"/>
                <a:gd name="connsiteY1297" fmla="*/ 738812 h 1107285"/>
                <a:gd name="connsiteX1298" fmla="*/ 776196 w 1238844"/>
                <a:gd name="connsiteY1298" fmla="*/ 749884 h 1107285"/>
                <a:gd name="connsiteX1299" fmla="*/ 775429 w 1238844"/>
                <a:gd name="connsiteY1299" fmla="*/ 755257 h 1107285"/>
                <a:gd name="connsiteX1300" fmla="*/ 774990 w 1238844"/>
                <a:gd name="connsiteY1300" fmla="*/ 757668 h 1107285"/>
                <a:gd name="connsiteX1301" fmla="*/ 775210 w 1238844"/>
                <a:gd name="connsiteY1301" fmla="*/ 761505 h 1107285"/>
                <a:gd name="connsiteX1302" fmla="*/ 776525 w 1238844"/>
                <a:gd name="connsiteY1302" fmla="*/ 763808 h 1107285"/>
                <a:gd name="connsiteX1303" fmla="*/ 778828 w 1238844"/>
                <a:gd name="connsiteY1303" fmla="*/ 762273 h 1107285"/>
                <a:gd name="connsiteX1304" fmla="*/ 780801 w 1238844"/>
                <a:gd name="connsiteY1304" fmla="*/ 761286 h 1107285"/>
                <a:gd name="connsiteX1305" fmla="*/ 782884 w 1238844"/>
                <a:gd name="connsiteY1305" fmla="*/ 762383 h 1107285"/>
                <a:gd name="connsiteX1306" fmla="*/ 786721 w 1238844"/>
                <a:gd name="connsiteY1306" fmla="*/ 761725 h 1107285"/>
                <a:gd name="connsiteX1307" fmla="*/ 782665 w 1238844"/>
                <a:gd name="connsiteY1307" fmla="*/ 759094 h 1107285"/>
                <a:gd name="connsiteX1308" fmla="*/ 778608 w 1238844"/>
                <a:gd name="connsiteY1308" fmla="*/ 755037 h 1107285"/>
                <a:gd name="connsiteX1309" fmla="*/ 781568 w 1238844"/>
                <a:gd name="connsiteY1309" fmla="*/ 755914 h 1107285"/>
                <a:gd name="connsiteX1310" fmla="*/ 786063 w 1238844"/>
                <a:gd name="connsiteY1310" fmla="*/ 756682 h 1107285"/>
                <a:gd name="connsiteX1311" fmla="*/ 789352 w 1238844"/>
                <a:gd name="connsiteY1311" fmla="*/ 755914 h 1107285"/>
                <a:gd name="connsiteX1312" fmla="*/ 791655 w 1238844"/>
                <a:gd name="connsiteY1312" fmla="*/ 754928 h 1107285"/>
                <a:gd name="connsiteX1313" fmla="*/ 793847 w 1238844"/>
                <a:gd name="connsiteY1313" fmla="*/ 756572 h 1107285"/>
                <a:gd name="connsiteX1314" fmla="*/ 799219 w 1238844"/>
                <a:gd name="connsiteY1314" fmla="*/ 757340 h 1107285"/>
                <a:gd name="connsiteX1315" fmla="*/ 801741 w 1238844"/>
                <a:gd name="connsiteY1315" fmla="*/ 752735 h 1107285"/>
                <a:gd name="connsiteX1316" fmla="*/ 799877 w 1238844"/>
                <a:gd name="connsiteY1316" fmla="*/ 749556 h 1107285"/>
                <a:gd name="connsiteX1317" fmla="*/ 799767 w 1238844"/>
                <a:gd name="connsiteY1317" fmla="*/ 746157 h 1107285"/>
                <a:gd name="connsiteX1318" fmla="*/ 803056 w 1238844"/>
                <a:gd name="connsiteY1318" fmla="*/ 746376 h 1107285"/>
                <a:gd name="connsiteX1319" fmla="*/ 805249 w 1238844"/>
                <a:gd name="connsiteY1319" fmla="*/ 748459 h 1107285"/>
                <a:gd name="connsiteX1320" fmla="*/ 809305 w 1238844"/>
                <a:gd name="connsiteY1320" fmla="*/ 751529 h 1107285"/>
                <a:gd name="connsiteX1321" fmla="*/ 811827 w 1238844"/>
                <a:gd name="connsiteY1321" fmla="*/ 754708 h 1107285"/>
                <a:gd name="connsiteX1322" fmla="*/ 809525 w 1238844"/>
                <a:gd name="connsiteY1322" fmla="*/ 754708 h 1107285"/>
                <a:gd name="connsiteX1323" fmla="*/ 807990 w 1238844"/>
                <a:gd name="connsiteY1323" fmla="*/ 753831 h 1107285"/>
                <a:gd name="connsiteX1324" fmla="*/ 808757 w 1238844"/>
                <a:gd name="connsiteY1324" fmla="*/ 756134 h 1107285"/>
                <a:gd name="connsiteX1325" fmla="*/ 812704 w 1238844"/>
                <a:gd name="connsiteY1325" fmla="*/ 763260 h 1107285"/>
                <a:gd name="connsiteX1326" fmla="*/ 814568 w 1238844"/>
                <a:gd name="connsiteY1326" fmla="*/ 770824 h 1107285"/>
                <a:gd name="connsiteX1327" fmla="*/ 819282 w 1238844"/>
                <a:gd name="connsiteY1327" fmla="*/ 777512 h 1107285"/>
                <a:gd name="connsiteX1328" fmla="*/ 825202 w 1238844"/>
                <a:gd name="connsiteY1328" fmla="*/ 782445 h 1107285"/>
                <a:gd name="connsiteX1329" fmla="*/ 829916 w 1238844"/>
                <a:gd name="connsiteY1329" fmla="*/ 783213 h 1107285"/>
                <a:gd name="connsiteX1330" fmla="*/ 833644 w 1238844"/>
                <a:gd name="connsiteY1330" fmla="*/ 785515 h 1107285"/>
                <a:gd name="connsiteX1331" fmla="*/ 840770 w 1238844"/>
                <a:gd name="connsiteY1331" fmla="*/ 792093 h 1107285"/>
                <a:gd name="connsiteX1332" fmla="*/ 842414 w 1238844"/>
                <a:gd name="connsiteY1332" fmla="*/ 796259 h 1107285"/>
                <a:gd name="connsiteX1333" fmla="*/ 845813 w 1238844"/>
                <a:gd name="connsiteY1333" fmla="*/ 798781 h 1107285"/>
                <a:gd name="connsiteX1334" fmla="*/ 848883 w 1238844"/>
                <a:gd name="connsiteY1334" fmla="*/ 799548 h 1107285"/>
                <a:gd name="connsiteX1335" fmla="*/ 855351 w 1238844"/>
                <a:gd name="connsiteY1335" fmla="*/ 802618 h 1107285"/>
                <a:gd name="connsiteX1336" fmla="*/ 862806 w 1238844"/>
                <a:gd name="connsiteY1336" fmla="*/ 806784 h 1107285"/>
                <a:gd name="connsiteX1337" fmla="*/ 865656 w 1238844"/>
                <a:gd name="connsiteY1337" fmla="*/ 810182 h 1107285"/>
                <a:gd name="connsiteX1338" fmla="*/ 850417 w 1238844"/>
                <a:gd name="connsiteY1338" fmla="*/ 802179 h 1107285"/>
                <a:gd name="connsiteX1339" fmla="*/ 848006 w 1238844"/>
                <a:gd name="connsiteY1339" fmla="*/ 801631 h 1107285"/>
                <a:gd name="connsiteX1340" fmla="*/ 848992 w 1238844"/>
                <a:gd name="connsiteY1340" fmla="*/ 802837 h 1107285"/>
                <a:gd name="connsiteX1341" fmla="*/ 881224 w 1238844"/>
                <a:gd name="connsiteY1341" fmla="*/ 820378 h 1107285"/>
                <a:gd name="connsiteX1342" fmla="*/ 891749 w 1238844"/>
                <a:gd name="connsiteY1342" fmla="*/ 825860 h 1107285"/>
                <a:gd name="connsiteX1343" fmla="*/ 902273 w 1238844"/>
                <a:gd name="connsiteY1343" fmla="*/ 833644 h 1107285"/>
                <a:gd name="connsiteX1344" fmla="*/ 909290 w 1238844"/>
                <a:gd name="connsiteY1344" fmla="*/ 837481 h 1107285"/>
                <a:gd name="connsiteX1345" fmla="*/ 915429 w 1238844"/>
                <a:gd name="connsiteY1345" fmla="*/ 840879 h 1107285"/>
                <a:gd name="connsiteX1346" fmla="*/ 920363 w 1238844"/>
                <a:gd name="connsiteY1346" fmla="*/ 844388 h 1107285"/>
                <a:gd name="connsiteX1347" fmla="*/ 928804 w 1238844"/>
                <a:gd name="connsiteY1347" fmla="*/ 850088 h 1107285"/>
                <a:gd name="connsiteX1348" fmla="*/ 933299 w 1238844"/>
                <a:gd name="connsiteY1348" fmla="*/ 854145 h 1107285"/>
                <a:gd name="connsiteX1349" fmla="*/ 934615 w 1238844"/>
                <a:gd name="connsiteY1349" fmla="*/ 857105 h 1107285"/>
                <a:gd name="connsiteX1350" fmla="*/ 939110 w 1238844"/>
                <a:gd name="connsiteY1350" fmla="*/ 860174 h 1107285"/>
                <a:gd name="connsiteX1351" fmla="*/ 945688 w 1238844"/>
                <a:gd name="connsiteY1351" fmla="*/ 865875 h 1107285"/>
                <a:gd name="connsiteX1352" fmla="*/ 950073 w 1238844"/>
                <a:gd name="connsiteY1352" fmla="*/ 869274 h 1107285"/>
                <a:gd name="connsiteX1353" fmla="*/ 957418 w 1238844"/>
                <a:gd name="connsiteY1353" fmla="*/ 877496 h 1107285"/>
                <a:gd name="connsiteX1354" fmla="*/ 959611 w 1238844"/>
                <a:gd name="connsiteY1354" fmla="*/ 879579 h 1107285"/>
                <a:gd name="connsiteX1355" fmla="*/ 960050 w 1238844"/>
                <a:gd name="connsiteY1355" fmla="*/ 882320 h 1107285"/>
                <a:gd name="connsiteX1356" fmla="*/ 962242 w 1238844"/>
                <a:gd name="connsiteY1356" fmla="*/ 882759 h 1107285"/>
                <a:gd name="connsiteX1357" fmla="*/ 965751 w 1238844"/>
                <a:gd name="connsiteY1357" fmla="*/ 885171 h 1107285"/>
                <a:gd name="connsiteX1358" fmla="*/ 972767 w 1238844"/>
                <a:gd name="connsiteY1358" fmla="*/ 891968 h 1107285"/>
                <a:gd name="connsiteX1359" fmla="*/ 985046 w 1238844"/>
                <a:gd name="connsiteY1359" fmla="*/ 906878 h 1107285"/>
                <a:gd name="connsiteX1360" fmla="*/ 1005876 w 1238844"/>
                <a:gd name="connsiteY1360" fmla="*/ 929353 h 1107285"/>
                <a:gd name="connsiteX1361" fmla="*/ 1019690 w 1238844"/>
                <a:gd name="connsiteY1361" fmla="*/ 940535 h 1107285"/>
                <a:gd name="connsiteX1362" fmla="*/ 1030214 w 1238844"/>
                <a:gd name="connsiteY1362" fmla="*/ 945469 h 1107285"/>
                <a:gd name="connsiteX1363" fmla="*/ 1053785 w 1238844"/>
                <a:gd name="connsiteY1363" fmla="*/ 956103 h 1107285"/>
                <a:gd name="connsiteX1364" fmla="*/ 1063762 w 1238844"/>
                <a:gd name="connsiteY1364" fmla="*/ 962023 h 1107285"/>
                <a:gd name="connsiteX1365" fmla="*/ 1072971 w 1238844"/>
                <a:gd name="connsiteY1365" fmla="*/ 970465 h 1107285"/>
                <a:gd name="connsiteX1366" fmla="*/ 1078781 w 1238844"/>
                <a:gd name="connsiteY1366" fmla="*/ 981757 h 1107285"/>
                <a:gd name="connsiteX1367" fmla="*/ 1080974 w 1238844"/>
                <a:gd name="connsiteY1367" fmla="*/ 983840 h 1107285"/>
                <a:gd name="connsiteX1368" fmla="*/ 1087333 w 1238844"/>
                <a:gd name="connsiteY1368" fmla="*/ 995022 h 1107285"/>
                <a:gd name="connsiteX1369" fmla="*/ 1088319 w 1238844"/>
                <a:gd name="connsiteY1369" fmla="*/ 999079 h 1107285"/>
                <a:gd name="connsiteX1370" fmla="*/ 1090951 w 1238844"/>
                <a:gd name="connsiteY1370" fmla="*/ 1001929 h 1107285"/>
                <a:gd name="connsiteX1371" fmla="*/ 1092266 w 1238844"/>
                <a:gd name="connsiteY1371" fmla="*/ 1005218 h 1107285"/>
                <a:gd name="connsiteX1372" fmla="*/ 1096980 w 1238844"/>
                <a:gd name="connsiteY1372" fmla="*/ 1013440 h 1107285"/>
                <a:gd name="connsiteX1373" fmla="*/ 1098406 w 1238844"/>
                <a:gd name="connsiteY1373" fmla="*/ 1015524 h 1107285"/>
                <a:gd name="connsiteX1374" fmla="*/ 1100598 w 1238844"/>
                <a:gd name="connsiteY1374" fmla="*/ 1017497 h 1107285"/>
                <a:gd name="connsiteX1375" fmla="*/ 1101914 w 1238844"/>
                <a:gd name="connsiteY1375" fmla="*/ 1023636 h 1107285"/>
                <a:gd name="connsiteX1376" fmla="*/ 1103668 w 1238844"/>
                <a:gd name="connsiteY1376" fmla="*/ 1037669 h 1107285"/>
                <a:gd name="connsiteX1377" fmla="*/ 1112329 w 1238844"/>
                <a:gd name="connsiteY1377" fmla="*/ 1069791 h 1107285"/>
                <a:gd name="connsiteX1378" fmla="*/ 1112438 w 1238844"/>
                <a:gd name="connsiteY1378" fmla="*/ 1075602 h 1107285"/>
                <a:gd name="connsiteX1379" fmla="*/ 1114083 w 1238844"/>
                <a:gd name="connsiteY1379" fmla="*/ 1082070 h 1107285"/>
                <a:gd name="connsiteX1380" fmla="*/ 1115727 w 1238844"/>
                <a:gd name="connsiteY1380" fmla="*/ 1083496 h 1107285"/>
                <a:gd name="connsiteX1381" fmla="*/ 1117372 w 1238844"/>
                <a:gd name="connsiteY1381" fmla="*/ 1087881 h 1107285"/>
                <a:gd name="connsiteX1382" fmla="*/ 1118030 w 1238844"/>
                <a:gd name="connsiteY1382" fmla="*/ 1089964 h 1107285"/>
                <a:gd name="connsiteX1383" fmla="*/ 1121648 w 1238844"/>
                <a:gd name="connsiteY1383" fmla="*/ 1096322 h 1107285"/>
                <a:gd name="connsiteX1384" fmla="*/ 1124937 w 1238844"/>
                <a:gd name="connsiteY1384" fmla="*/ 1100379 h 1107285"/>
                <a:gd name="connsiteX1385" fmla="*/ 1128116 w 1238844"/>
                <a:gd name="connsiteY1385" fmla="*/ 1103668 h 1107285"/>
                <a:gd name="connsiteX1386" fmla="*/ 1133598 w 1238844"/>
                <a:gd name="connsiteY1386" fmla="*/ 1108272 h 1107285"/>
                <a:gd name="connsiteX1387" fmla="*/ 1137763 w 1238844"/>
                <a:gd name="connsiteY1387" fmla="*/ 1111013 h 1107285"/>
                <a:gd name="connsiteX1388" fmla="*/ 1140285 w 1238844"/>
                <a:gd name="connsiteY1388" fmla="*/ 1111781 h 1107285"/>
                <a:gd name="connsiteX1389" fmla="*/ 1142478 w 1238844"/>
                <a:gd name="connsiteY1389" fmla="*/ 1113096 h 1107285"/>
                <a:gd name="connsiteX1390" fmla="*/ 1146425 w 1238844"/>
                <a:gd name="connsiteY1390" fmla="*/ 1113096 h 1107285"/>
                <a:gd name="connsiteX1391" fmla="*/ 1154099 w 1238844"/>
                <a:gd name="connsiteY1391" fmla="*/ 1112658 h 1107285"/>
                <a:gd name="connsiteX1392" fmla="*/ 1152564 w 1238844"/>
                <a:gd name="connsiteY1392" fmla="*/ 1111013 h 1107285"/>
                <a:gd name="connsiteX1393" fmla="*/ 1152783 w 1238844"/>
                <a:gd name="connsiteY1393" fmla="*/ 1109259 h 1107285"/>
                <a:gd name="connsiteX1394" fmla="*/ 1156072 w 1238844"/>
                <a:gd name="connsiteY1394" fmla="*/ 1107615 h 1107285"/>
                <a:gd name="connsiteX1395" fmla="*/ 1161115 w 1238844"/>
                <a:gd name="connsiteY1395" fmla="*/ 1107505 h 1107285"/>
                <a:gd name="connsiteX1396" fmla="*/ 1162650 w 1238844"/>
                <a:gd name="connsiteY1396" fmla="*/ 1107066 h 1107285"/>
                <a:gd name="connsiteX1397" fmla="*/ 1165500 w 1238844"/>
                <a:gd name="connsiteY1397" fmla="*/ 1104983 h 1107285"/>
                <a:gd name="connsiteX1398" fmla="*/ 1168022 w 1238844"/>
                <a:gd name="connsiteY1398" fmla="*/ 1102900 h 1107285"/>
                <a:gd name="connsiteX1399" fmla="*/ 1171640 w 1238844"/>
                <a:gd name="connsiteY1399" fmla="*/ 1099502 h 1107285"/>
                <a:gd name="connsiteX1400" fmla="*/ 1172188 w 1238844"/>
                <a:gd name="connsiteY1400" fmla="*/ 1095226 h 1107285"/>
                <a:gd name="connsiteX1401" fmla="*/ 1180959 w 1238844"/>
                <a:gd name="connsiteY1401" fmla="*/ 1089196 h 1107285"/>
                <a:gd name="connsiteX1402" fmla="*/ 1186331 w 1238844"/>
                <a:gd name="connsiteY1402" fmla="*/ 1088539 h 1107285"/>
                <a:gd name="connsiteX1403" fmla="*/ 1190058 w 1238844"/>
                <a:gd name="connsiteY1403" fmla="*/ 1084263 h 1107285"/>
                <a:gd name="connsiteX1404" fmla="*/ 1189071 w 1238844"/>
                <a:gd name="connsiteY1404" fmla="*/ 1082399 h 1107285"/>
                <a:gd name="connsiteX1405" fmla="*/ 1189839 w 1238844"/>
                <a:gd name="connsiteY1405" fmla="*/ 1079329 h 1107285"/>
                <a:gd name="connsiteX1406" fmla="*/ 1193457 w 1238844"/>
                <a:gd name="connsiteY1406" fmla="*/ 1077246 h 1107285"/>
                <a:gd name="connsiteX1407" fmla="*/ 1197842 w 1238844"/>
                <a:gd name="connsiteY1407" fmla="*/ 1073957 h 1107285"/>
                <a:gd name="connsiteX1408" fmla="*/ 1206722 w 1238844"/>
                <a:gd name="connsiteY1408" fmla="*/ 1070669 h 1107285"/>
                <a:gd name="connsiteX1409" fmla="*/ 1210559 w 1238844"/>
                <a:gd name="connsiteY1409" fmla="*/ 1068586 h 1107285"/>
                <a:gd name="connsiteX1410" fmla="*/ 1216589 w 1238844"/>
                <a:gd name="connsiteY1410" fmla="*/ 1068476 h 1107285"/>
                <a:gd name="connsiteX1411" fmla="*/ 1218782 w 1238844"/>
                <a:gd name="connsiteY1411" fmla="*/ 1065625 h 1107285"/>
                <a:gd name="connsiteX1412" fmla="*/ 1225579 w 1238844"/>
                <a:gd name="connsiteY1412" fmla="*/ 1062775 h 1107285"/>
                <a:gd name="connsiteX1413" fmla="*/ 1226675 w 1238844"/>
                <a:gd name="connsiteY1413" fmla="*/ 1059924 h 1107285"/>
                <a:gd name="connsiteX1414" fmla="*/ 1228539 w 1238844"/>
                <a:gd name="connsiteY1414" fmla="*/ 1059157 h 1107285"/>
                <a:gd name="connsiteX1415" fmla="*/ 1230732 w 1238844"/>
                <a:gd name="connsiteY1415" fmla="*/ 1054991 h 1107285"/>
                <a:gd name="connsiteX1416" fmla="*/ 1232815 w 1238844"/>
                <a:gd name="connsiteY1416" fmla="*/ 1053566 h 1107285"/>
                <a:gd name="connsiteX1417" fmla="*/ 1236652 w 1238844"/>
                <a:gd name="connsiteY1417" fmla="*/ 1047975 h 1107285"/>
                <a:gd name="connsiteX1418" fmla="*/ 1238954 w 1238844"/>
                <a:gd name="connsiteY1418" fmla="*/ 1044357 h 1107285"/>
                <a:gd name="connsiteX1419" fmla="*/ 1240708 w 1238844"/>
                <a:gd name="connsiteY1419" fmla="*/ 1042712 h 1107285"/>
                <a:gd name="connsiteX1420" fmla="*/ 1241147 w 1238844"/>
                <a:gd name="connsiteY1420" fmla="*/ 1040300 h 1107285"/>
                <a:gd name="connsiteX1421" fmla="*/ 1243011 w 1238844"/>
                <a:gd name="connsiteY1421" fmla="*/ 1036682 h 1107285"/>
                <a:gd name="connsiteX1422" fmla="*/ 1243888 w 1238844"/>
                <a:gd name="connsiteY1422" fmla="*/ 1034599 h 1107285"/>
                <a:gd name="connsiteX1423" fmla="*/ 1244107 w 1238844"/>
                <a:gd name="connsiteY1423" fmla="*/ 1032516 h 1107285"/>
                <a:gd name="connsiteX1424" fmla="*/ 1243778 w 1238844"/>
                <a:gd name="connsiteY1424" fmla="*/ 1028022 h 1107285"/>
                <a:gd name="connsiteX1425" fmla="*/ 1243888 w 1238844"/>
                <a:gd name="connsiteY1425" fmla="*/ 1025939 h 1107285"/>
                <a:gd name="connsiteX1426" fmla="*/ 1244655 w 1238844"/>
                <a:gd name="connsiteY1426" fmla="*/ 1025171 h 1107285"/>
                <a:gd name="connsiteX1427" fmla="*/ 1246300 w 1238844"/>
                <a:gd name="connsiteY1427" fmla="*/ 1022540 h 1107285"/>
                <a:gd name="connsiteX1428" fmla="*/ 1246190 w 1238844"/>
                <a:gd name="connsiteY1428" fmla="*/ 1019251 h 1107285"/>
                <a:gd name="connsiteX1429" fmla="*/ 1246628 w 1238844"/>
                <a:gd name="connsiteY1429" fmla="*/ 1014427 h 1107285"/>
                <a:gd name="connsiteX1430" fmla="*/ 1245971 w 1238844"/>
                <a:gd name="connsiteY1430" fmla="*/ 1012125 h 1107285"/>
                <a:gd name="connsiteX1431" fmla="*/ 1246080 w 1238844"/>
                <a:gd name="connsiteY1431" fmla="*/ 1008288 h 1107285"/>
                <a:gd name="connsiteX1432" fmla="*/ 1245642 w 1238844"/>
                <a:gd name="connsiteY1432" fmla="*/ 1005985 h 1107285"/>
                <a:gd name="connsiteX1433" fmla="*/ 1247944 w 1238844"/>
                <a:gd name="connsiteY1433" fmla="*/ 1004560 h 1107285"/>
                <a:gd name="connsiteX1434" fmla="*/ 1249260 w 1238844"/>
                <a:gd name="connsiteY1434" fmla="*/ 1002696 h 1107285"/>
                <a:gd name="connsiteX1435" fmla="*/ 990199 w 1238844"/>
                <a:gd name="connsiteY1435" fmla="*/ 600894 h 1107285"/>
                <a:gd name="connsiteX1436" fmla="*/ 991953 w 1238844"/>
                <a:gd name="connsiteY1436" fmla="*/ 601004 h 1107285"/>
                <a:gd name="connsiteX1437" fmla="*/ 993159 w 1238844"/>
                <a:gd name="connsiteY1437" fmla="*/ 599908 h 1107285"/>
                <a:gd name="connsiteX1438" fmla="*/ 994365 w 1238844"/>
                <a:gd name="connsiteY1438" fmla="*/ 598373 h 1107285"/>
                <a:gd name="connsiteX1439" fmla="*/ 995022 w 1238844"/>
                <a:gd name="connsiteY1439" fmla="*/ 594536 h 1107285"/>
                <a:gd name="connsiteX1440" fmla="*/ 996996 w 1238844"/>
                <a:gd name="connsiteY1440" fmla="*/ 591576 h 1107285"/>
                <a:gd name="connsiteX1441" fmla="*/ 997873 w 1238844"/>
                <a:gd name="connsiteY1441" fmla="*/ 590370 h 1107285"/>
                <a:gd name="connsiteX1442" fmla="*/ 997653 w 1238844"/>
                <a:gd name="connsiteY1442" fmla="*/ 589383 h 1107285"/>
                <a:gd name="connsiteX1443" fmla="*/ 996557 w 1238844"/>
                <a:gd name="connsiteY1443" fmla="*/ 590589 h 1107285"/>
                <a:gd name="connsiteX1444" fmla="*/ 994913 w 1238844"/>
                <a:gd name="connsiteY1444" fmla="*/ 590808 h 1107285"/>
                <a:gd name="connsiteX1445" fmla="*/ 992939 w 1238844"/>
                <a:gd name="connsiteY1445" fmla="*/ 590808 h 1107285"/>
                <a:gd name="connsiteX1446" fmla="*/ 989431 w 1238844"/>
                <a:gd name="connsiteY1446" fmla="*/ 594755 h 1107285"/>
                <a:gd name="connsiteX1447" fmla="*/ 989212 w 1238844"/>
                <a:gd name="connsiteY1447" fmla="*/ 596948 h 1107285"/>
                <a:gd name="connsiteX1448" fmla="*/ 990089 w 1238844"/>
                <a:gd name="connsiteY1448" fmla="*/ 599469 h 1107285"/>
                <a:gd name="connsiteX1449" fmla="*/ 990199 w 1238844"/>
                <a:gd name="connsiteY1449" fmla="*/ 600894 h 1107285"/>
                <a:gd name="connsiteX1450" fmla="*/ 1054333 w 1238844"/>
                <a:gd name="connsiteY1450" fmla="*/ 752406 h 1107285"/>
                <a:gd name="connsiteX1451" fmla="*/ 1053456 w 1238844"/>
                <a:gd name="connsiteY1451" fmla="*/ 754051 h 1107285"/>
                <a:gd name="connsiteX1452" fmla="*/ 1053895 w 1238844"/>
                <a:gd name="connsiteY1452" fmla="*/ 755695 h 1107285"/>
                <a:gd name="connsiteX1453" fmla="*/ 1056088 w 1238844"/>
                <a:gd name="connsiteY1453" fmla="*/ 755257 h 1107285"/>
                <a:gd name="connsiteX1454" fmla="*/ 1055759 w 1238844"/>
                <a:gd name="connsiteY1454" fmla="*/ 757668 h 1107285"/>
                <a:gd name="connsiteX1455" fmla="*/ 1057951 w 1238844"/>
                <a:gd name="connsiteY1455" fmla="*/ 758874 h 1107285"/>
                <a:gd name="connsiteX1456" fmla="*/ 1059705 w 1238844"/>
                <a:gd name="connsiteY1456" fmla="*/ 758546 h 1107285"/>
                <a:gd name="connsiteX1457" fmla="*/ 1058390 w 1238844"/>
                <a:gd name="connsiteY1457" fmla="*/ 759971 h 1107285"/>
                <a:gd name="connsiteX1458" fmla="*/ 1055868 w 1238844"/>
                <a:gd name="connsiteY1458" fmla="*/ 761067 h 1107285"/>
                <a:gd name="connsiteX1459" fmla="*/ 1055649 w 1238844"/>
                <a:gd name="connsiteY1459" fmla="*/ 762821 h 1107285"/>
                <a:gd name="connsiteX1460" fmla="*/ 1057403 w 1238844"/>
                <a:gd name="connsiteY1460" fmla="*/ 764027 h 1107285"/>
                <a:gd name="connsiteX1461" fmla="*/ 1056526 w 1238844"/>
                <a:gd name="connsiteY1461" fmla="*/ 765672 h 1107285"/>
                <a:gd name="connsiteX1462" fmla="*/ 1057074 w 1238844"/>
                <a:gd name="connsiteY1462" fmla="*/ 768961 h 1107285"/>
                <a:gd name="connsiteX1463" fmla="*/ 1057951 w 1238844"/>
                <a:gd name="connsiteY1463" fmla="*/ 770824 h 1107285"/>
                <a:gd name="connsiteX1464" fmla="*/ 1059377 w 1238844"/>
                <a:gd name="connsiteY1464" fmla="*/ 772030 h 1107285"/>
                <a:gd name="connsiteX1465" fmla="*/ 1061021 w 1238844"/>
                <a:gd name="connsiteY1465" fmla="*/ 772907 h 1107285"/>
                <a:gd name="connsiteX1466" fmla="*/ 1061350 w 1238844"/>
                <a:gd name="connsiteY1466" fmla="*/ 774113 h 1107285"/>
                <a:gd name="connsiteX1467" fmla="*/ 1062666 w 1238844"/>
                <a:gd name="connsiteY1467" fmla="*/ 774333 h 1107285"/>
                <a:gd name="connsiteX1468" fmla="*/ 1062994 w 1238844"/>
                <a:gd name="connsiteY1468" fmla="*/ 775429 h 1107285"/>
                <a:gd name="connsiteX1469" fmla="*/ 1059596 w 1238844"/>
                <a:gd name="connsiteY1469" fmla="*/ 776635 h 1107285"/>
                <a:gd name="connsiteX1470" fmla="*/ 1060254 w 1238844"/>
                <a:gd name="connsiteY1470" fmla="*/ 778389 h 1107285"/>
                <a:gd name="connsiteX1471" fmla="*/ 1060692 w 1238844"/>
                <a:gd name="connsiteY1471" fmla="*/ 780362 h 1107285"/>
                <a:gd name="connsiteX1472" fmla="*/ 1062117 w 1238844"/>
                <a:gd name="connsiteY1472" fmla="*/ 778937 h 1107285"/>
                <a:gd name="connsiteX1473" fmla="*/ 1063762 w 1238844"/>
                <a:gd name="connsiteY1473" fmla="*/ 779266 h 1107285"/>
                <a:gd name="connsiteX1474" fmla="*/ 1064968 w 1238844"/>
                <a:gd name="connsiteY1474" fmla="*/ 780472 h 1107285"/>
                <a:gd name="connsiteX1475" fmla="*/ 1064200 w 1238844"/>
                <a:gd name="connsiteY1475" fmla="*/ 782993 h 1107285"/>
                <a:gd name="connsiteX1476" fmla="*/ 1064968 w 1238844"/>
                <a:gd name="connsiteY1476" fmla="*/ 784419 h 1107285"/>
                <a:gd name="connsiteX1477" fmla="*/ 1065077 w 1238844"/>
                <a:gd name="connsiteY1477" fmla="*/ 786392 h 1107285"/>
                <a:gd name="connsiteX1478" fmla="*/ 1069353 w 1238844"/>
                <a:gd name="connsiteY1478" fmla="*/ 786721 h 1107285"/>
                <a:gd name="connsiteX1479" fmla="*/ 1070120 w 1238844"/>
                <a:gd name="connsiteY1479" fmla="*/ 783103 h 1107285"/>
                <a:gd name="connsiteX1480" fmla="*/ 1071217 w 1238844"/>
                <a:gd name="connsiteY1480" fmla="*/ 781239 h 1107285"/>
                <a:gd name="connsiteX1481" fmla="*/ 1073081 w 1238844"/>
                <a:gd name="connsiteY1481" fmla="*/ 779814 h 1107285"/>
                <a:gd name="connsiteX1482" fmla="*/ 1072094 w 1238844"/>
                <a:gd name="connsiteY1482" fmla="*/ 776854 h 1107285"/>
                <a:gd name="connsiteX1483" fmla="*/ 1073300 w 1238844"/>
                <a:gd name="connsiteY1483" fmla="*/ 774771 h 1107285"/>
                <a:gd name="connsiteX1484" fmla="*/ 1076041 w 1238844"/>
                <a:gd name="connsiteY1484" fmla="*/ 774442 h 1107285"/>
                <a:gd name="connsiteX1485" fmla="*/ 1076918 w 1238844"/>
                <a:gd name="connsiteY1485" fmla="*/ 771921 h 1107285"/>
                <a:gd name="connsiteX1486" fmla="*/ 1075383 w 1238844"/>
                <a:gd name="connsiteY1486" fmla="*/ 770386 h 1107285"/>
                <a:gd name="connsiteX1487" fmla="*/ 1074067 w 1238844"/>
                <a:gd name="connsiteY1487" fmla="*/ 767864 h 1107285"/>
                <a:gd name="connsiteX1488" fmla="*/ 1073519 w 1238844"/>
                <a:gd name="connsiteY1488" fmla="*/ 764794 h 1107285"/>
                <a:gd name="connsiteX1489" fmla="*/ 1071546 w 1238844"/>
                <a:gd name="connsiteY1489" fmla="*/ 764466 h 1107285"/>
                <a:gd name="connsiteX1490" fmla="*/ 1069682 w 1238844"/>
                <a:gd name="connsiteY1490" fmla="*/ 762054 h 1107285"/>
                <a:gd name="connsiteX1491" fmla="*/ 1065516 w 1238844"/>
                <a:gd name="connsiteY1491" fmla="*/ 758874 h 1107285"/>
                <a:gd name="connsiteX1492" fmla="*/ 1062008 w 1238844"/>
                <a:gd name="connsiteY1492" fmla="*/ 758436 h 1107285"/>
                <a:gd name="connsiteX1493" fmla="*/ 1062666 w 1238844"/>
                <a:gd name="connsiteY1493" fmla="*/ 755366 h 1107285"/>
                <a:gd name="connsiteX1494" fmla="*/ 1062008 w 1238844"/>
                <a:gd name="connsiteY1494" fmla="*/ 753173 h 1107285"/>
                <a:gd name="connsiteX1495" fmla="*/ 1059925 w 1238844"/>
                <a:gd name="connsiteY1495" fmla="*/ 751090 h 1107285"/>
                <a:gd name="connsiteX1496" fmla="*/ 1058719 w 1238844"/>
                <a:gd name="connsiteY1496" fmla="*/ 749336 h 1107285"/>
                <a:gd name="connsiteX1497" fmla="*/ 1057513 w 1238844"/>
                <a:gd name="connsiteY1497" fmla="*/ 746815 h 1107285"/>
                <a:gd name="connsiteX1498" fmla="*/ 1055320 w 1238844"/>
                <a:gd name="connsiteY1498" fmla="*/ 745938 h 1107285"/>
                <a:gd name="connsiteX1499" fmla="*/ 1054772 w 1238844"/>
                <a:gd name="connsiteY1499" fmla="*/ 748021 h 1107285"/>
                <a:gd name="connsiteX1500" fmla="*/ 1051702 w 1238844"/>
                <a:gd name="connsiteY1500" fmla="*/ 750542 h 1107285"/>
                <a:gd name="connsiteX1501" fmla="*/ 1052360 w 1238844"/>
                <a:gd name="connsiteY1501" fmla="*/ 752077 h 1107285"/>
                <a:gd name="connsiteX1502" fmla="*/ 1054333 w 1238844"/>
                <a:gd name="connsiteY1502" fmla="*/ 752406 h 1107285"/>
                <a:gd name="connsiteX1503" fmla="*/ 1149275 w 1238844"/>
                <a:gd name="connsiteY1503" fmla="*/ 813362 h 1107285"/>
                <a:gd name="connsiteX1504" fmla="*/ 1148727 w 1238844"/>
                <a:gd name="connsiteY1504" fmla="*/ 815335 h 1107285"/>
                <a:gd name="connsiteX1505" fmla="*/ 1150919 w 1238844"/>
                <a:gd name="connsiteY1505" fmla="*/ 822023 h 1107285"/>
                <a:gd name="connsiteX1506" fmla="*/ 1153441 w 1238844"/>
                <a:gd name="connsiteY1506" fmla="*/ 829916 h 1107285"/>
                <a:gd name="connsiteX1507" fmla="*/ 1156511 w 1238844"/>
                <a:gd name="connsiteY1507" fmla="*/ 834740 h 1107285"/>
                <a:gd name="connsiteX1508" fmla="*/ 1159142 w 1238844"/>
                <a:gd name="connsiteY1508" fmla="*/ 838358 h 1107285"/>
                <a:gd name="connsiteX1509" fmla="*/ 1158703 w 1238844"/>
                <a:gd name="connsiteY1509" fmla="*/ 840112 h 1107285"/>
                <a:gd name="connsiteX1510" fmla="*/ 1161006 w 1238844"/>
                <a:gd name="connsiteY1510" fmla="*/ 841099 h 1107285"/>
                <a:gd name="connsiteX1511" fmla="*/ 1167255 w 1238844"/>
                <a:gd name="connsiteY1511" fmla="*/ 841866 h 1107285"/>
                <a:gd name="connsiteX1512" fmla="*/ 1170434 w 1238844"/>
                <a:gd name="connsiteY1512" fmla="*/ 842524 h 1107285"/>
                <a:gd name="connsiteX1513" fmla="*/ 1172846 w 1238844"/>
                <a:gd name="connsiteY1513" fmla="*/ 843291 h 1107285"/>
                <a:gd name="connsiteX1514" fmla="*/ 1173723 w 1238844"/>
                <a:gd name="connsiteY1514" fmla="*/ 839454 h 1107285"/>
                <a:gd name="connsiteX1515" fmla="*/ 1171969 w 1238844"/>
                <a:gd name="connsiteY1515" fmla="*/ 835946 h 1107285"/>
                <a:gd name="connsiteX1516" fmla="*/ 1171640 w 1238844"/>
                <a:gd name="connsiteY1516" fmla="*/ 833644 h 1107285"/>
                <a:gd name="connsiteX1517" fmla="*/ 1168789 w 1238844"/>
                <a:gd name="connsiteY1517" fmla="*/ 827833 h 1107285"/>
                <a:gd name="connsiteX1518" fmla="*/ 1166268 w 1238844"/>
                <a:gd name="connsiteY1518" fmla="*/ 824544 h 1107285"/>
                <a:gd name="connsiteX1519" fmla="*/ 1164952 w 1238844"/>
                <a:gd name="connsiteY1519" fmla="*/ 823338 h 1107285"/>
                <a:gd name="connsiteX1520" fmla="*/ 1161883 w 1238844"/>
                <a:gd name="connsiteY1520" fmla="*/ 817199 h 1107285"/>
                <a:gd name="connsiteX1521" fmla="*/ 1159361 w 1238844"/>
                <a:gd name="connsiteY1521" fmla="*/ 814348 h 1107285"/>
                <a:gd name="connsiteX1522" fmla="*/ 1157059 w 1238844"/>
                <a:gd name="connsiteY1522" fmla="*/ 809634 h 1107285"/>
                <a:gd name="connsiteX1523" fmla="*/ 1155085 w 1238844"/>
                <a:gd name="connsiteY1523" fmla="*/ 804920 h 1107285"/>
                <a:gd name="connsiteX1524" fmla="*/ 1153551 w 1238844"/>
                <a:gd name="connsiteY1524" fmla="*/ 802947 h 1107285"/>
                <a:gd name="connsiteX1525" fmla="*/ 1152345 w 1238844"/>
                <a:gd name="connsiteY1525" fmla="*/ 800973 h 1107285"/>
                <a:gd name="connsiteX1526" fmla="*/ 1150042 w 1238844"/>
                <a:gd name="connsiteY1526" fmla="*/ 798013 h 1107285"/>
                <a:gd name="connsiteX1527" fmla="*/ 1149714 w 1238844"/>
                <a:gd name="connsiteY1527" fmla="*/ 795053 h 1107285"/>
                <a:gd name="connsiteX1528" fmla="*/ 1148288 w 1238844"/>
                <a:gd name="connsiteY1528" fmla="*/ 792751 h 1107285"/>
                <a:gd name="connsiteX1529" fmla="*/ 1146973 w 1238844"/>
                <a:gd name="connsiteY1529" fmla="*/ 792422 h 1107285"/>
                <a:gd name="connsiteX1530" fmla="*/ 1146753 w 1238844"/>
                <a:gd name="connsiteY1530" fmla="*/ 795601 h 1107285"/>
                <a:gd name="connsiteX1531" fmla="*/ 1146096 w 1238844"/>
                <a:gd name="connsiteY1531" fmla="*/ 802947 h 1107285"/>
                <a:gd name="connsiteX1532" fmla="*/ 1150152 w 1238844"/>
                <a:gd name="connsiteY1532" fmla="*/ 811607 h 1107285"/>
                <a:gd name="connsiteX1533" fmla="*/ 1149275 w 1238844"/>
                <a:gd name="connsiteY1533" fmla="*/ 813362 h 1107285"/>
                <a:gd name="connsiteX1534" fmla="*/ 1021553 w 1238844"/>
                <a:gd name="connsiteY1534" fmla="*/ 690902 h 1107285"/>
                <a:gd name="connsiteX1535" fmla="*/ 1020457 w 1238844"/>
                <a:gd name="connsiteY1535" fmla="*/ 691670 h 1107285"/>
                <a:gd name="connsiteX1536" fmla="*/ 1018155 w 1238844"/>
                <a:gd name="connsiteY1536" fmla="*/ 693424 h 1107285"/>
                <a:gd name="connsiteX1537" fmla="*/ 1018045 w 1238844"/>
                <a:gd name="connsiteY1537" fmla="*/ 694082 h 1107285"/>
                <a:gd name="connsiteX1538" fmla="*/ 1019361 w 1238844"/>
                <a:gd name="connsiteY1538" fmla="*/ 695726 h 1107285"/>
                <a:gd name="connsiteX1539" fmla="*/ 1020567 w 1238844"/>
                <a:gd name="connsiteY1539" fmla="*/ 695507 h 1107285"/>
                <a:gd name="connsiteX1540" fmla="*/ 1021663 w 1238844"/>
                <a:gd name="connsiteY1540" fmla="*/ 695507 h 1107285"/>
                <a:gd name="connsiteX1541" fmla="*/ 1021663 w 1238844"/>
                <a:gd name="connsiteY1541" fmla="*/ 697042 h 1107285"/>
                <a:gd name="connsiteX1542" fmla="*/ 1022978 w 1238844"/>
                <a:gd name="connsiteY1542" fmla="*/ 697042 h 1107285"/>
                <a:gd name="connsiteX1543" fmla="*/ 1022978 w 1238844"/>
                <a:gd name="connsiteY1543" fmla="*/ 695945 h 1107285"/>
                <a:gd name="connsiteX1544" fmla="*/ 1022321 w 1238844"/>
                <a:gd name="connsiteY1544" fmla="*/ 694630 h 1107285"/>
                <a:gd name="connsiteX1545" fmla="*/ 1021773 w 1238844"/>
                <a:gd name="connsiteY1545" fmla="*/ 693753 h 1107285"/>
                <a:gd name="connsiteX1546" fmla="*/ 1022211 w 1238844"/>
                <a:gd name="connsiteY1546" fmla="*/ 691450 h 1107285"/>
                <a:gd name="connsiteX1547" fmla="*/ 1021553 w 1238844"/>
                <a:gd name="connsiteY1547" fmla="*/ 690902 h 1107285"/>
                <a:gd name="connsiteX1548" fmla="*/ 995461 w 1238844"/>
                <a:gd name="connsiteY1548" fmla="*/ 634880 h 1107285"/>
                <a:gd name="connsiteX1549" fmla="*/ 994474 w 1238844"/>
                <a:gd name="connsiteY1549" fmla="*/ 634551 h 1107285"/>
                <a:gd name="connsiteX1550" fmla="*/ 994145 w 1238844"/>
                <a:gd name="connsiteY1550" fmla="*/ 635209 h 1107285"/>
                <a:gd name="connsiteX1551" fmla="*/ 993707 w 1238844"/>
                <a:gd name="connsiteY1551" fmla="*/ 636744 h 1107285"/>
                <a:gd name="connsiteX1552" fmla="*/ 993159 w 1238844"/>
                <a:gd name="connsiteY1552" fmla="*/ 641129 h 1107285"/>
                <a:gd name="connsiteX1553" fmla="*/ 993268 w 1238844"/>
                <a:gd name="connsiteY1553" fmla="*/ 643980 h 1107285"/>
                <a:gd name="connsiteX1554" fmla="*/ 992610 w 1238844"/>
                <a:gd name="connsiteY1554" fmla="*/ 645734 h 1107285"/>
                <a:gd name="connsiteX1555" fmla="*/ 992610 w 1238844"/>
                <a:gd name="connsiteY1555" fmla="*/ 648804 h 1107285"/>
                <a:gd name="connsiteX1556" fmla="*/ 993268 w 1238844"/>
                <a:gd name="connsiteY1556" fmla="*/ 651106 h 1107285"/>
                <a:gd name="connsiteX1557" fmla="*/ 994913 w 1238844"/>
                <a:gd name="connsiteY1557" fmla="*/ 650996 h 1107285"/>
                <a:gd name="connsiteX1558" fmla="*/ 996447 w 1238844"/>
                <a:gd name="connsiteY1558" fmla="*/ 653189 h 1107285"/>
                <a:gd name="connsiteX1559" fmla="*/ 999298 w 1238844"/>
                <a:gd name="connsiteY1559" fmla="*/ 653079 h 1107285"/>
                <a:gd name="connsiteX1560" fmla="*/ 1000614 w 1238844"/>
                <a:gd name="connsiteY1560" fmla="*/ 655053 h 1107285"/>
                <a:gd name="connsiteX1561" fmla="*/ 1000942 w 1238844"/>
                <a:gd name="connsiteY1561" fmla="*/ 658013 h 1107285"/>
                <a:gd name="connsiteX1562" fmla="*/ 1001162 w 1238844"/>
                <a:gd name="connsiteY1562" fmla="*/ 659986 h 1107285"/>
                <a:gd name="connsiteX1563" fmla="*/ 1002587 w 1238844"/>
                <a:gd name="connsiteY1563" fmla="*/ 661740 h 1107285"/>
                <a:gd name="connsiteX1564" fmla="*/ 1003683 w 1238844"/>
                <a:gd name="connsiteY1564" fmla="*/ 663714 h 1107285"/>
                <a:gd name="connsiteX1565" fmla="*/ 1003683 w 1238844"/>
                <a:gd name="connsiteY1565" fmla="*/ 665577 h 1107285"/>
                <a:gd name="connsiteX1566" fmla="*/ 1004780 w 1238844"/>
                <a:gd name="connsiteY1566" fmla="*/ 669086 h 1107285"/>
                <a:gd name="connsiteX1567" fmla="*/ 1006863 w 1238844"/>
                <a:gd name="connsiteY1567" fmla="*/ 669853 h 1107285"/>
                <a:gd name="connsiteX1568" fmla="*/ 1008398 w 1238844"/>
                <a:gd name="connsiteY1568" fmla="*/ 673032 h 1107285"/>
                <a:gd name="connsiteX1569" fmla="*/ 1007411 w 1238844"/>
                <a:gd name="connsiteY1569" fmla="*/ 674458 h 1107285"/>
                <a:gd name="connsiteX1570" fmla="*/ 1007301 w 1238844"/>
                <a:gd name="connsiteY1570" fmla="*/ 675883 h 1107285"/>
                <a:gd name="connsiteX1571" fmla="*/ 1009384 w 1238844"/>
                <a:gd name="connsiteY1571" fmla="*/ 675664 h 1107285"/>
                <a:gd name="connsiteX1572" fmla="*/ 1011686 w 1238844"/>
                <a:gd name="connsiteY1572" fmla="*/ 675335 h 1107285"/>
                <a:gd name="connsiteX1573" fmla="*/ 1013660 w 1238844"/>
                <a:gd name="connsiteY1573" fmla="*/ 676540 h 1107285"/>
                <a:gd name="connsiteX1574" fmla="*/ 1013660 w 1238844"/>
                <a:gd name="connsiteY1574" fmla="*/ 677637 h 1107285"/>
                <a:gd name="connsiteX1575" fmla="*/ 1016620 w 1238844"/>
                <a:gd name="connsiteY1575" fmla="*/ 678952 h 1107285"/>
                <a:gd name="connsiteX1576" fmla="*/ 1018813 w 1238844"/>
                <a:gd name="connsiteY1576" fmla="*/ 680597 h 1107285"/>
                <a:gd name="connsiteX1577" fmla="*/ 1020786 w 1238844"/>
                <a:gd name="connsiteY1577" fmla="*/ 681693 h 1107285"/>
                <a:gd name="connsiteX1578" fmla="*/ 1020786 w 1238844"/>
                <a:gd name="connsiteY1578" fmla="*/ 683447 h 1107285"/>
                <a:gd name="connsiteX1579" fmla="*/ 1019690 w 1238844"/>
                <a:gd name="connsiteY1579" fmla="*/ 684982 h 1107285"/>
                <a:gd name="connsiteX1580" fmla="*/ 1018813 w 1238844"/>
                <a:gd name="connsiteY1580" fmla="*/ 686298 h 1107285"/>
                <a:gd name="connsiteX1581" fmla="*/ 1019690 w 1238844"/>
                <a:gd name="connsiteY1581" fmla="*/ 686846 h 1107285"/>
                <a:gd name="connsiteX1582" fmla="*/ 1021115 w 1238844"/>
                <a:gd name="connsiteY1582" fmla="*/ 684982 h 1107285"/>
                <a:gd name="connsiteX1583" fmla="*/ 1022869 w 1238844"/>
                <a:gd name="connsiteY1583" fmla="*/ 684653 h 1107285"/>
                <a:gd name="connsiteX1584" fmla="*/ 1024733 w 1238844"/>
                <a:gd name="connsiteY1584" fmla="*/ 684873 h 1107285"/>
                <a:gd name="connsiteX1585" fmla="*/ 1028679 w 1238844"/>
                <a:gd name="connsiteY1585" fmla="*/ 683996 h 1107285"/>
                <a:gd name="connsiteX1586" fmla="*/ 1030324 w 1238844"/>
                <a:gd name="connsiteY1586" fmla="*/ 683228 h 1107285"/>
                <a:gd name="connsiteX1587" fmla="*/ 1028570 w 1238844"/>
                <a:gd name="connsiteY1587" fmla="*/ 680926 h 1107285"/>
                <a:gd name="connsiteX1588" fmla="*/ 1025719 w 1238844"/>
                <a:gd name="connsiteY1588" fmla="*/ 676431 h 1107285"/>
                <a:gd name="connsiteX1589" fmla="*/ 1024733 w 1238844"/>
                <a:gd name="connsiteY1589" fmla="*/ 673361 h 1107285"/>
                <a:gd name="connsiteX1590" fmla="*/ 1023527 w 1238844"/>
                <a:gd name="connsiteY1590" fmla="*/ 671278 h 1107285"/>
                <a:gd name="connsiteX1591" fmla="*/ 1021224 w 1238844"/>
                <a:gd name="connsiteY1591" fmla="*/ 667003 h 1107285"/>
                <a:gd name="connsiteX1592" fmla="*/ 1022211 w 1238844"/>
                <a:gd name="connsiteY1592" fmla="*/ 661631 h 1107285"/>
                <a:gd name="connsiteX1593" fmla="*/ 1021663 w 1238844"/>
                <a:gd name="connsiteY1593" fmla="*/ 657903 h 1107285"/>
                <a:gd name="connsiteX1594" fmla="*/ 1020238 w 1238844"/>
                <a:gd name="connsiteY1594" fmla="*/ 656149 h 1107285"/>
                <a:gd name="connsiteX1595" fmla="*/ 1020347 w 1238844"/>
                <a:gd name="connsiteY1595" fmla="*/ 654066 h 1107285"/>
                <a:gd name="connsiteX1596" fmla="*/ 1018593 w 1238844"/>
                <a:gd name="connsiteY1596" fmla="*/ 652641 h 1107285"/>
                <a:gd name="connsiteX1597" fmla="*/ 1017278 w 1238844"/>
                <a:gd name="connsiteY1597" fmla="*/ 651873 h 1107285"/>
                <a:gd name="connsiteX1598" fmla="*/ 1016730 w 1238844"/>
                <a:gd name="connsiteY1598" fmla="*/ 650119 h 1107285"/>
                <a:gd name="connsiteX1599" fmla="*/ 1012563 w 1238844"/>
                <a:gd name="connsiteY1599" fmla="*/ 648475 h 1107285"/>
                <a:gd name="connsiteX1600" fmla="*/ 1006972 w 1238844"/>
                <a:gd name="connsiteY1600" fmla="*/ 646940 h 1107285"/>
                <a:gd name="connsiteX1601" fmla="*/ 1001820 w 1238844"/>
                <a:gd name="connsiteY1601" fmla="*/ 646172 h 1107285"/>
                <a:gd name="connsiteX1602" fmla="*/ 998640 w 1238844"/>
                <a:gd name="connsiteY1602" fmla="*/ 643322 h 1107285"/>
                <a:gd name="connsiteX1603" fmla="*/ 996667 w 1238844"/>
                <a:gd name="connsiteY1603" fmla="*/ 637292 h 1107285"/>
                <a:gd name="connsiteX1604" fmla="*/ 995461 w 1238844"/>
                <a:gd name="connsiteY1604" fmla="*/ 634880 h 1107285"/>
                <a:gd name="connsiteX1605" fmla="*/ 885938 w 1238844"/>
                <a:gd name="connsiteY1605" fmla="*/ 485561 h 1107285"/>
                <a:gd name="connsiteX1606" fmla="*/ 885829 w 1238844"/>
                <a:gd name="connsiteY1606" fmla="*/ 487644 h 1107285"/>
                <a:gd name="connsiteX1607" fmla="*/ 886925 w 1238844"/>
                <a:gd name="connsiteY1607" fmla="*/ 489398 h 1107285"/>
                <a:gd name="connsiteX1608" fmla="*/ 888350 w 1238844"/>
                <a:gd name="connsiteY1608" fmla="*/ 491152 h 1107285"/>
                <a:gd name="connsiteX1609" fmla="*/ 888898 w 1238844"/>
                <a:gd name="connsiteY1609" fmla="*/ 490933 h 1107285"/>
                <a:gd name="connsiteX1610" fmla="*/ 888898 w 1238844"/>
                <a:gd name="connsiteY1610" fmla="*/ 489837 h 1107285"/>
                <a:gd name="connsiteX1611" fmla="*/ 888131 w 1238844"/>
                <a:gd name="connsiteY1611" fmla="*/ 488850 h 1107285"/>
                <a:gd name="connsiteX1612" fmla="*/ 887912 w 1238844"/>
                <a:gd name="connsiteY1612" fmla="*/ 487206 h 1107285"/>
                <a:gd name="connsiteX1613" fmla="*/ 888569 w 1238844"/>
                <a:gd name="connsiteY1613" fmla="*/ 486548 h 1107285"/>
                <a:gd name="connsiteX1614" fmla="*/ 888350 w 1238844"/>
                <a:gd name="connsiteY1614" fmla="*/ 486000 h 1107285"/>
                <a:gd name="connsiteX1615" fmla="*/ 887583 w 1238844"/>
                <a:gd name="connsiteY1615" fmla="*/ 484903 h 1107285"/>
                <a:gd name="connsiteX1616" fmla="*/ 888021 w 1238844"/>
                <a:gd name="connsiteY1616" fmla="*/ 483917 h 1107285"/>
                <a:gd name="connsiteX1617" fmla="*/ 886925 w 1238844"/>
                <a:gd name="connsiteY1617" fmla="*/ 483369 h 1107285"/>
                <a:gd name="connsiteX1618" fmla="*/ 886596 w 1238844"/>
                <a:gd name="connsiteY1618" fmla="*/ 481285 h 1107285"/>
                <a:gd name="connsiteX1619" fmla="*/ 885938 w 1238844"/>
                <a:gd name="connsiteY1619" fmla="*/ 480957 h 1107285"/>
                <a:gd name="connsiteX1620" fmla="*/ 885500 w 1238844"/>
                <a:gd name="connsiteY1620" fmla="*/ 481614 h 1107285"/>
                <a:gd name="connsiteX1621" fmla="*/ 886157 w 1238844"/>
                <a:gd name="connsiteY1621" fmla="*/ 483478 h 1107285"/>
                <a:gd name="connsiteX1622" fmla="*/ 885938 w 1238844"/>
                <a:gd name="connsiteY1622" fmla="*/ 485561 h 1107285"/>
                <a:gd name="connsiteX1623" fmla="*/ 725656 w 1238844"/>
                <a:gd name="connsiteY1623" fmla="*/ 749117 h 1107285"/>
                <a:gd name="connsiteX1624" fmla="*/ 725656 w 1238844"/>
                <a:gd name="connsiteY1624" fmla="*/ 746705 h 1107285"/>
                <a:gd name="connsiteX1625" fmla="*/ 724231 w 1238844"/>
                <a:gd name="connsiteY1625" fmla="*/ 746815 h 1107285"/>
                <a:gd name="connsiteX1626" fmla="*/ 720613 w 1238844"/>
                <a:gd name="connsiteY1626" fmla="*/ 741991 h 1107285"/>
                <a:gd name="connsiteX1627" fmla="*/ 719188 w 1238844"/>
                <a:gd name="connsiteY1627" fmla="*/ 739798 h 1107285"/>
                <a:gd name="connsiteX1628" fmla="*/ 712719 w 1238844"/>
                <a:gd name="connsiteY1628" fmla="*/ 736400 h 1107285"/>
                <a:gd name="connsiteX1629" fmla="*/ 711952 w 1238844"/>
                <a:gd name="connsiteY1629" fmla="*/ 734097 h 1107285"/>
                <a:gd name="connsiteX1630" fmla="*/ 711404 w 1238844"/>
                <a:gd name="connsiteY1630" fmla="*/ 732782 h 1107285"/>
                <a:gd name="connsiteX1631" fmla="*/ 712062 w 1238844"/>
                <a:gd name="connsiteY1631" fmla="*/ 730809 h 1107285"/>
                <a:gd name="connsiteX1632" fmla="*/ 713706 w 1238844"/>
                <a:gd name="connsiteY1632" fmla="*/ 729164 h 1107285"/>
                <a:gd name="connsiteX1633" fmla="*/ 714693 w 1238844"/>
                <a:gd name="connsiteY1633" fmla="*/ 727739 h 1107285"/>
                <a:gd name="connsiteX1634" fmla="*/ 716776 w 1238844"/>
                <a:gd name="connsiteY1634" fmla="*/ 724340 h 1107285"/>
                <a:gd name="connsiteX1635" fmla="*/ 715241 w 1238844"/>
                <a:gd name="connsiteY1635" fmla="*/ 720503 h 1107285"/>
                <a:gd name="connsiteX1636" fmla="*/ 714473 w 1238844"/>
                <a:gd name="connsiteY1636" fmla="*/ 720613 h 1107285"/>
                <a:gd name="connsiteX1637" fmla="*/ 713706 w 1238844"/>
                <a:gd name="connsiteY1637" fmla="*/ 719955 h 1107285"/>
                <a:gd name="connsiteX1638" fmla="*/ 713816 w 1238844"/>
                <a:gd name="connsiteY1638" fmla="*/ 718639 h 1107285"/>
                <a:gd name="connsiteX1639" fmla="*/ 713706 w 1238844"/>
                <a:gd name="connsiteY1639" fmla="*/ 715899 h 1107285"/>
                <a:gd name="connsiteX1640" fmla="*/ 712171 w 1238844"/>
                <a:gd name="connsiteY1640" fmla="*/ 713816 h 1107285"/>
                <a:gd name="connsiteX1641" fmla="*/ 707567 w 1238844"/>
                <a:gd name="connsiteY1641" fmla="*/ 709101 h 1107285"/>
                <a:gd name="connsiteX1642" fmla="*/ 706909 w 1238844"/>
                <a:gd name="connsiteY1642" fmla="*/ 705703 h 1107285"/>
                <a:gd name="connsiteX1643" fmla="*/ 704826 w 1238844"/>
                <a:gd name="connsiteY1643" fmla="*/ 702962 h 1107285"/>
                <a:gd name="connsiteX1644" fmla="*/ 704497 w 1238844"/>
                <a:gd name="connsiteY1644" fmla="*/ 702414 h 1107285"/>
                <a:gd name="connsiteX1645" fmla="*/ 705374 w 1238844"/>
                <a:gd name="connsiteY1645" fmla="*/ 702085 h 1107285"/>
                <a:gd name="connsiteX1646" fmla="*/ 705812 w 1238844"/>
                <a:gd name="connsiteY1646" fmla="*/ 701646 h 1107285"/>
                <a:gd name="connsiteX1647" fmla="*/ 704278 w 1238844"/>
                <a:gd name="connsiteY1647" fmla="*/ 701427 h 1107285"/>
                <a:gd name="connsiteX1648" fmla="*/ 703620 w 1238844"/>
                <a:gd name="connsiteY1648" fmla="*/ 700550 h 1107285"/>
                <a:gd name="connsiteX1649" fmla="*/ 702523 w 1238844"/>
                <a:gd name="connsiteY1649" fmla="*/ 699125 h 1107285"/>
                <a:gd name="connsiteX1650" fmla="*/ 700989 w 1238844"/>
                <a:gd name="connsiteY1650" fmla="*/ 697919 h 1107285"/>
                <a:gd name="connsiteX1651" fmla="*/ 698906 w 1238844"/>
                <a:gd name="connsiteY1651" fmla="*/ 696713 h 1107285"/>
                <a:gd name="connsiteX1652" fmla="*/ 698357 w 1238844"/>
                <a:gd name="connsiteY1652" fmla="*/ 695397 h 1107285"/>
                <a:gd name="connsiteX1653" fmla="*/ 697919 w 1238844"/>
                <a:gd name="connsiteY1653" fmla="*/ 692108 h 1107285"/>
                <a:gd name="connsiteX1654" fmla="*/ 697371 w 1238844"/>
                <a:gd name="connsiteY1654" fmla="*/ 690245 h 1107285"/>
                <a:gd name="connsiteX1655" fmla="*/ 698248 w 1238844"/>
                <a:gd name="connsiteY1655" fmla="*/ 688600 h 1107285"/>
                <a:gd name="connsiteX1656" fmla="*/ 698686 w 1238844"/>
                <a:gd name="connsiteY1656" fmla="*/ 687394 h 1107285"/>
                <a:gd name="connsiteX1657" fmla="*/ 699235 w 1238844"/>
                <a:gd name="connsiteY1657" fmla="*/ 686079 h 1107285"/>
                <a:gd name="connsiteX1658" fmla="*/ 700989 w 1238844"/>
                <a:gd name="connsiteY1658" fmla="*/ 685969 h 1107285"/>
                <a:gd name="connsiteX1659" fmla="*/ 703510 w 1238844"/>
                <a:gd name="connsiteY1659" fmla="*/ 686298 h 1107285"/>
                <a:gd name="connsiteX1660" fmla="*/ 704607 w 1238844"/>
                <a:gd name="connsiteY1660" fmla="*/ 684873 h 1107285"/>
                <a:gd name="connsiteX1661" fmla="*/ 703291 w 1238844"/>
                <a:gd name="connsiteY1661" fmla="*/ 683338 h 1107285"/>
                <a:gd name="connsiteX1662" fmla="*/ 701756 w 1238844"/>
                <a:gd name="connsiteY1662" fmla="*/ 681145 h 1107285"/>
                <a:gd name="connsiteX1663" fmla="*/ 700769 w 1238844"/>
                <a:gd name="connsiteY1663" fmla="*/ 675664 h 1107285"/>
                <a:gd name="connsiteX1664" fmla="*/ 702414 w 1238844"/>
                <a:gd name="connsiteY1664" fmla="*/ 674238 h 1107285"/>
                <a:gd name="connsiteX1665" fmla="*/ 702085 w 1238844"/>
                <a:gd name="connsiteY1665" fmla="*/ 667660 h 1107285"/>
                <a:gd name="connsiteX1666" fmla="*/ 702414 w 1238844"/>
                <a:gd name="connsiteY1666" fmla="*/ 665687 h 1107285"/>
                <a:gd name="connsiteX1667" fmla="*/ 703949 w 1238844"/>
                <a:gd name="connsiteY1667" fmla="*/ 662836 h 1107285"/>
                <a:gd name="connsiteX1668" fmla="*/ 705703 w 1238844"/>
                <a:gd name="connsiteY1668" fmla="*/ 663933 h 1107285"/>
                <a:gd name="connsiteX1669" fmla="*/ 707347 w 1238844"/>
                <a:gd name="connsiteY1669" fmla="*/ 662946 h 1107285"/>
                <a:gd name="connsiteX1670" fmla="*/ 707457 w 1238844"/>
                <a:gd name="connsiteY1670" fmla="*/ 659986 h 1107285"/>
                <a:gd name="connsiteX1671" fmla="*/ 706909 w 1238844"/>
                <a:gd name="connsiteY1671" fmla="*/ 658122 h 1107285"/>
                <a:gd name="connsiteX1672" fmla="*/ 705812 w 1238844"/>
                <a:gd name="connsiteY1672" fmla="*/ 656149 h 1107285"/>
                <a:gd name="connsiteX1673" fmla="*/ 706251 w 1238844"/>
                <a:gd name="connsiteY1673" fmla="*/ 653299 h 1107285"/>
                <a:gd name="connsiteX1674" fmla="*/ 705593 w 1238844"/>
                <a:gd name="connsiteY1674" fmla="*/ 651106 h 1107285"/>
                <a:gd name="connsiteX1675" fmla="*/ 703949 w 1238844"/>
                <a:gd name="connsiteY1675" fmla="*/ 647817 h 1107285"/>
                <a:gd name="connsiteX1676" fmla="*/ 705922 w 1238844"/>
                <a:gd name="connsiteY1676" fmla="*/ 641678 h 1107285"/>
                <a:gd name="connsiteX1677" fmla="*/ 708553 w 1238844"/>
                <a:gd name="connsiteY1677" fmla="*/ 627096 h 1107285"/>
                <a:gd name="connsiteX1678" fmla="*/ 711075 w 1238844"/>
                <a:gd name="connsiteY1678" fmla="*/ 622382 h 1107285"/>
                <a:gd name="connsiteX1679" fmla="*/ 714364 w 1238844"/>
                <a:gd name="connsiteY1679" fmla="*/ 614050 h 1107285"/>
                <a:gd name="connsiteX1680" fmla="*/ 715679 w 1238844"/>
                <a:gd name="connsiteY1680" fmla="*/ 609884 h 1107285"/>
                <a:gd name="connsiteX1681" fmla="*/ 714693 w 1238844"/>
                <a:gd name="connsiteY1681" fmla="*/ 600017 h 1107285"/>
                <a:gd name="connsiteX1682" fmla="*/ 712171 w 1238844"/>
                <a:gd name="connsiteY1682" fmla="*/ 600127 h 1107285"/>
                <a:gd name="connsiteX1683" fmla="*/ 711294 w 1238844"/>
                <a:gd name="connsiteY1683" fmla="*/ 602320 h 1107285"/>
                <a:gd name="connsiteX1684" fmla="*/ 710856 w 1238844"/>
                <a:gd name="connsiteY1684" fmla="*/ 608240 h 1107285"/>
                <a:gd name="connsiteX1685" fmla="*/ 707128 w 1238844"/>
                <a:gd name="connsiteY1685" fmla="*/ 623698 h 1107285"/>
                <a:gd name="connsiteX1686" fmla="*/ 701756 w 1238844"/>
                <a:gd name="connsiteY1686" fmla="*/ 643870 h 1107285"/>
                <a:gd name="connsiteX1687" fmla="*/ 698686 w 1238844"/>
                <a:gd name="connsiteY1687" fmla="*/ 653627 h 1107285"/>
                <a:gd name="connsiteX1688" fmla="*/ 688600 w 1238844"/>
                <a:gd name="connsiteY1688" fmla="*/ 682461 h 1107285"/>
                <a:gd name="connsiteX1689" fmla="*/ 685092 w 1238844"/>
                <a:gd name="connsiteY1689" fmla="*/ 692218 h 1107285"/>
                <a:gd name="connsiteX1690" fmla="*/ 682132 w 1238844"/>
                <a:gd name="connsiteY1690" fmla="*/ 698028 h 1107285"/>
                <a:gd name="connsiteX1691" fmla="*/ 680159 w 1238844"/>
                <a:gd name="connsiteY1691" fmla="*/ 698577 h 1107285"/>
                <a:gd name="connsiteX1692" fmla="*/ 679720 w 1238844"/>
                <a:gd name="connsiteY1692" fmla="*/ 699125 h 1107285"/>
                <a:gd name="connsiteX1693" fmla="*/ 679830 w 1238844"/>
                <a:gd name="connsiteY1693" fmla="*/ 700112 h 1107285"/>
                <a:gd name="connsiteX1694" fmla="*/ 679281 w 1238844"/>
                <a:gd name="connsiteY1694" fmla="*/ 702414 h 1107285"/>
                <a:gd name="connsiteX1695" fmla="*/ 685640 w 1238844"/>
                <a:gd name="connsiteY1695" fmla="*/ 706580 h 1107285"/>
                <a:gd name="connsiteX1696" fmla="*/ 686408 w 1238844"/>
                <a:gd name="connsiteY1696" fmla="*/ 709759 h 1107285"/>
                <a:gd name="connsiteX1697" fmla="*/ 688162 w 1238844"/>
                <a:gd name="connsiteY1697" fmla="*/ 711623 h 1107285"/>
                <a:gd name="connsiteX1698" fmla="*/ 688491 w 1238844"/>
                <a:gd name="connsiteY1698" fmla="*/ 711184 h 1107285"/>
                <a:gd name="connsiteX1699" fmla="*/ 687833 w 1238844"/>
                <a:gd name="connsiteY1699" fmla="*/ 707238 h 1107285"/>
                <a:gd name="connsiteX1700" fmla="*/ 687833 w 1238844"/>
                <a:gd name="connsiteY1700" fmla="*/ 705703 h 1107285"/>
                <a:gd name="connsiteX1701" fmla="*/ 688600 w 1238844"/>
                <a:gd name="connsiteY1701" fmla="*/ 704168 h 1107285"/>
                <a:gd name="connsiteX1702" fmla="*/ 689806 w 1238844"/>
                <a:gd name="connsiteY1702" fmla="*/ 703291 h 1107285"/>
                <a:gd name="connsiteX1703" fmla="*/ 690683 w 1238844"/>
                <a:gd name="connsiteY1703" fmla="*/ 703072 h 1107285"/>
                <a:gd name="connsiteX1704" fmla="*/ 692328 w 1238844"/>
                <a:gd name="connsiteY1704" fmla="*/ 702962 h 1107285"/>
                <a:gd name="connsiteX1705" fmla="*/ 694959 w 1238844"/>
                <a:gd name="connsiteY1705" fmla="*/ 703181 h 1107285"/>
                <a:gd name="connsiteX1706" fmla="*/ 697042 w 1238844"/>
                <a:gd name="connsiteY1706" fmla="*/ 703839 h 1107285"/>
                <a:gd name="connsiteX1707" fmla="*/ 698467 w 1238844"/>
                <a:gd name="connsiteY1707" fmla="*/ 704387 h 1107285"/>
                <a:gd name="connsiteX1708" fmla="*/ 701866 w 1238844"/>
                <a:gd name="connsiteY1708" fmla="*/ 706141 h 1107285"/>
                <a:gd name="connsiteX1709" fmla="*/ 704607 w 1238844"/>
                <a:gd name="connsiteY1709" fmla="*/ 708444 h 1107285"/>
                <a:gd name="connsiteX1710" fmla="*/ 706141 w 1238844"/>
                <a:gd name="connsiteY1710" fmla="*/ 710198 h 1107285"/>
                <a:gd name="connsiteX1711" fmla="*/ 708444 w 1238844"/>
                <a:gd name="connsiteY1711" fmla="*/ 712829 h 1107285"/>
                <a:gd name="connsiteX1712" fmla="*/ 710307 w 1238844"/>
                <a:gd name="connsiteY1712" fmla="*/ 715241 h 1107285"/>
                <a:gd name="connsiteX1713" fmla="*/ 711623 w 1238844"/>
                <a:gd name="connsiteY1713" fmla="*/ 718968 h 1107285"/>
                <a:gd name="connsiteX1714" fmla="*/ 712281 w 1238844"/>
                <a:gd name="connsiteY1714" fmla="*/ 722586 h 1107285"/>
                <a:gd name="connsiteX1715" fmla="*/ 711842 w 1238844"/>
                <a:gd name="connsiteY1715" fmla="*/ 726423 h 1107285"/>
                <a:gd name="connsiteX1716" fmla="*/ 710636 w 1238844"/>
                <a:gd name="connsiteY1716" fmla="*/ 728506 h 1107285"/>
                <a:gd name="connsiteX1717" fmla="*/ 709211 w 1238844"/>
                <a:gd name="connsiteY1717" fmla="*/ 728616 h 1107285"/>
                <a:gd name="connsiteX1718" fmla="*/ 707676 w 1238844"/>
                <a:gd name="connsiteY1718" fmla="*/ 728177 h 1107285"/>
                <a:gd name="connsiteX1719" fmla="*/ 706470 w 1238844"/>
                <a:gd name="connsiteY1719" fmla="*/ 728506 h 1107285"/>
                <a:gd name="connsiteX1720" fmla="*/ 706032 w 1238844"/>
                <a:gd name="connsiteY1720" fmla="*/ 730589 h 1107285"/>
                <a:gd name="connsiteX1721" fmla="*/ 704497 w 1238844"/>
                <a:gd name="connsiteY1721" fmla="*/ 732234 h 1107285"/>
                <a:gd name="connsiteX1722" fmla="*/ 705374 w 1238844"/>
                <a:gd name="connsiteY1722" fmla="*/ 733769 h 1107285"/>
                <a:gd name="connsiteX1723" fmla="*/ 707896 w 1238844"/>
                <a:gd name="connsiteY1723" fmla="*/ 734536 h 1107285"/>
                <a:gd name="connsiteX1724" fmla="*/ 710417 w 1238844"/>
                <a:gd name="connsiteY1724" fmla="*/ 739798 h 1107285"/>
                <a:gd name="connsiteX1725" fmla="*/ 712281 w 1238844"/>
                <a:gd name="connsiteY1725" fmla="*/ 739689 h 1107285"/>
                <a:gd name="connsiteX1726" fmla="*/ 714364 w 1238844"/>
                <a:gd name="connsiteY1726" fmla="*/ 741224 h 1107285"/>
                <a:gd name="connsiteX1727" fmla="*/ 716995 w 1238844"/>
                <a:gd name="connsiteY1727" fmla="*/ 743964 h 1107285"/>
                <a:gd name="connsiteX1728" fmla="*/ 718639 w 1238844"/>
                <a:gd name="connsiteY1728" fmla="*/ 747253 h 1107285"/>
                <a:gd name="connsiteX1729" fmla="*/ 719736 w 1238844"/>
                <a:gd name="connsiteY1729" fmla="*/ 751419 h 1107285"/>
                <a:gd name="connsiteX1730" fmla="*/ 719297 w 1238844"/>
                <a:gd name="connsiteY1730" fmla="*/ 752516 h 1107285"/>
                <a:gd name="connsiteX1731" fmla="*/ 721490 w 1238844"/>
                <a:gd name="connsiteY1731" fmla="*/ 754160 h 1107285"/>
                <a:gd name="connsiteX1732" fmla="*/ 725985 w 1238844"/>
                <a:gd name="connsiteY1732" fmla="*/ 756134 h 1107285"/>
                <a:gd name="connsiteX1733" fmla="*/ 727629 w 1238844"/>
                <a:gd name="connsiteY1733" fmla="*/ 756572 h 1107285"/>
                <a:gd name="connsiteX1734" fmla="*/ 728068 w 1238844"/>
                <a:gd name="connsiteY1734" fmla="*/ 753722 h 1107285"/>
                <a:gd name="connsiteX1735" fmla="*/ 726643 w 1238844"/>
                <a:gd name="connsiteY1735" fmla="*/ 750652 h 1107285"/>
                <a:gd name="connsiteX1736" fmla="*/ 725656 w 1238844"/>
                <a:gd name="connsiteY1736" fmla="*/ 749117 h 1107285"/>
                <a:gd name="connsiteX1737" fmla="*/ 717324 w 1238844"/>
                <a:gd name="connsiteY1737" fmla="*/ 569759 h 1107285"/>
                <a:gd name="connsiteX1738" fmla="*/ 716447 w 1238844"/>
                <a:gd name="connsiteY1738" fmla="*/ 579187 h 1107285"/>
                <a:gd name="connsiteX1739" fmla="*/ 714912 w 1238844"/>
                <a:gd name="connsiteY1739" fmla="*/ 586313 h 1107285"/>
                <a:gd name="connsiteX1740" fmla="*/ 713158 w 1238844"/>
                <a:gd name="connsiteY1740" fmla="*/ 589493 h 1107285"/>
                <a:gd name="connsiteX1741" fmla="*/ 712390 w 1238844"/>
                <a:gd name="connsiteY1741" fmla="*/ 592891 h 1107285"/>
                <a:gd name="connsiteX1742" fmla="*/ 713816 w 1238844"/>
                <a:gd name="connsiteY1742" fmla="*/ 594755 h 1107285"/>
                <a:gd name="connsiteX1743" fmla="*/ 715460 w 1238844"/>
                <a:gd name="connsiteY1743" fmla="*/ 596180 h 1107285"/>
                <a:gd name="connsiteX1744" fmla="*/ 716556 w 1238844"/>
                <a:gd name="connsiteY1744" fmla="*/ 595851 h 1107285"/>
                <a:gd name="connsiteX1745" fmla="*/ 716337 w 1238844"/>
                <a:gd name="connsiteY1745" fmla="*/ 592124 h 1107285"/>
                <a:gd name="connsiteX1746" fmla="*/ 717433 w 1238844"/>
                <a:gd name="connsiteY1746" fmla="*/ 589273 h 1107285"/>
                <a:gd name="connsiteX1747" fmla="*/ 718859 w 1238844"/>
                <a:gd name="connsiteY1747" fmla="*/ 586752 h 1107285"/>
                <a:gd name="connsiteX1748" fmla="*/ 719188 w 1238844"/>
                <a:gd name="connsiteY1748" fmla="*/ 583134 h 1107285"/>
                <a:gd name="connsiteX1749" fmla="*/ 718201 w 1238844"/>
                <a:gd name="connsiteY1749" fmla="*/ 578639 h 1107285"/>
                <a:gd name="connsiteX1750" fmla="*/ 718749 w 1238844"/>
                <a:gd name="connsiteY1750" fmla="*/ 572390 h 1107285"/>
                <a:gd name="connsiteX1751" fmla="*/ 719845 w 1238844"/>
                <a:gd name="connsiteY1751" fmla="*/ 568005 h 1107285"/>
                <a:gd name="connsiteX1752" fmla="*/ 720065 w 1238844"/>
                <a:gd name="connsiteY1752" fmla="*/ 563839 h 1107285"/>
                <a:gd name="connsiteX1753" fmla="*/ 720503 w 1238844"/>
                <a:gd name="connsiteY1753" fmla="*/ 558686 h 1107285"/>
                <a:gd name="connsiteX1754" fmla="*/ 720284 w 1238844"/>
                <a:gd name="connsiteY1754" fmla="*/ 555068 h 1107285"/>
                <a:gd name="connsiteX1755" fmla="*/ 720503 w 1238844"/>
                <a:gd name="connsiteY1755" fmla="*/ 552108 h 1107285"/>
                <a:gd name="connsiteX1756" fmla="*/ 719516 w 1238844"/>
                <a:gd name="connsiteY1756" fmla="*/ 551450 h 1107285"/>
                <a:gd name="connsiteX1757" fmla="*/ 718859 w 1238844"/>
                <a:gd name="connsiteY1757" fmla="*/ 552437 h 1107285"/>
                <a:gd name="connsiteX1758" fmla="*/ 719516 w 1238844"/>
                <a:gd name="connsiteY1758" fmla="*/ 557370 h 1107285"/>
                <a:gd name="connsiteX1759" fmla="*/ 719078 w 1238844"/>
                <a:gd name="connsiteY1759" fmla="*/ 561427 h 1107285"/>
                <a:gd name="connsiteX1760" fmla="*/ 717324 w 1238844"/>
                <a:gd name="connsiteY1760" fmla="*/ 569759 h 1107285"/>
                <a:gd name="connsiteX1761" fmla="*/ 799877 w 1238844"/>
                <a:gd name="connsiteY1761" fmla="*/ 790668 h 1107285"/>
                <a:gd name="connsiteX1762" fmla="*/ 797575 w 1238844"/>
                <a:gd name="connsiteY1762" fmla="*/ 790997 h 1107285"/>
                <a:gd name="connsiteX1763" fmla="*/ 794066 w 1238844"/>
                <a:gd name="connsiteY1763" fmla="*/ 787488 h 1107285"/>
                <a:gd name="connsiteX1764" fmla="*/ 788256 w 1238844"/>
                <a:gd name="connsiteY1764" fmla="*/ 776525 h 1107285"/>
                <a:gd name="connsiteX1765" fmla="*/ 783980 w 1238844"/>
                <a:gd name="connsiteY1765" fmla="*/ 773346 h 1107285"/>
                <a:gd name="connsiteX1766" fmla="*/ 779485 w 1238844"/>
                <a:gd name="connsiteY1766" fmla="*/ 772907 h 1107285"/>
                <a:gd name="connsiteX1767" fmla="*/ 775539 w 1238844"/>
                <a:gd name="connsiteY1767" fmla="*/ 772140 h 1107285"/>
                <a:gd name="connsiteX1768" fmla="*/ 774881 w 1238844"/>
                <a:gd name="connsiteY1768" fmla="*/ 769289 h 1107285"/>
                <a:gd name="connsiteX1769" fmla="*/ 773017 w 1238844"/>
                <a:gd name="connsiteY1769" fmla="*/ 768083 h 1107285"/>
                <a:gd name="connsiteX1770" fmla="*/ 771482 w 1238844"/>
                <a:gd name="connsiteY1770" fmla="*/ 765123 h 1107285"/>
                <a:gd name="connsiteX1771" fmla="*/ 771701 w 1238844"/>
                <a:gd name="connsiteY1771" fmla="*/ 762383 h 1107285"/>
                <a:gd name="connsiteX1772" fmla="*/ 769070 w 1238844"/>
                <a:gd name="connsiteY1772" fmla="*/ 763040 h 1107285"/>
                <a:gd name="connsiteX1773" fmla="*/ 766329 w 1238844"/>
                <a:gd name="connsiteY1773" fmla="*/ 760738 h 1107285"/>
                <a:gd name="connsiteX1774" fmla="*/ 763041 w 1238844"/>
                <a:gd name="connsiteY1774" fmla="*/ 761396 h 1107285"/>
                <a:gd name="connsiteX1775" fmla="*/ 758326 w 1238844"/>
                <a:gd name="connsiteY1775" fmla="*/ 761177 h 1107285"/>
                <a:gd name="connsiteX1776" fmla="*/ 747473 w 1238844"/>
                <a:gd name="connsiteY1776" fmla="*/ 761286 h 1107285"/>
                <a:gd name="connsiteX1777" fmla="*/ 745280 w 1238844"/>
                <a:gd name="connsiteY1777" fmla="*/ 761286 h 1107285"/>
                <a:gd name="connsiteX1778" fmla="*/ 741881 w 1238844"/>
                <a:gd name="connsiteY1778" fmla="*/ 759313 h 1107285"/>
                <a:gd name="connsiteX1779" fmla="*/ 738373 w 1238844"/>
                <a:gd name="connsiteY1779" fmla="*/ 762163 h 1107285"/>
                <a:gd name="connsiteX1780" fmla="*/ 739360 w 1238844"/>
                <a:gd name="connsiteY1780" fmla="*/ 763917 h 1107285"/>
                <a:gd name="connsiteX1781" fmla="*/ 744513 w 1238844"/>
                <a:gd name="connsiteY1781" fmla="*/ 765781 h 1107285"/>
                <a:gd name="connsiteX1782" fmla="*/ 751420 w 1238844"/>
                <a:gd name="connsiteY1782" fmla="*/ 768851 h 1107285"/>
                <a:gd name="connsiteX1783" fmla="*/ 754270 w 1238844"/>
                <a:gd name="connsiteY1783" fmla="*/ 772140 h 1107285"/>
                <a:gd name="connsiteX1784" fmla="*/ 756463 w 1238844"/>
                <a:gd name="connsiteY1784" fmla="*/ 772907 h 1107285"/>
                <a:gd name="connsiteX1785" fmla="*/ 757778 w 1238844"/>
                <a:gd name="connsiteY1785" fmla="*/ 774442 h 1107285"/>
                <a:gd name="connsiteX1786" fmla="*/ 765014 w 1238844"/>
                <a:gd name="connsiteY1786" fmla="*/ 778389 h 1107285"/>
                <a:gd name="connsiteX1787" fmla="*/ 770057 w 1238844"/>
                <a:gd name="connsiteY1787" fmla="*/ 782993 h 1107285"/>
                <a:gd name="connsiteX1788" fmla="*/ 777512 w 1238844"/>
                <a:gd name="connsiteY1788" fmla="*/ 789133 h 1107285"/>
                <a:gd name="connsiteX1789" fmla="*/ 787269 w 1238844"/>
                <a:gd name="connsiteY1789" fmla="*/ 796259 h 1107285"/>
                <a:gd name="connsiteX1790" fmla="*/ 791106 w 1238844"/>
                <a:gd name="connsiteY1790" fmla="*/ 800096 h 1107285"/>
                <a:gd name="connsiteX1791" fmla="*/ 797136 w 1238844"/>
                <a:gd name="connsiteY1791" fmla="*/ 808318 h 1107285"/>
                <a:gd name="connsiteX1792" fmla="*/ 796698 w 1238844"/>
                <a:gd name="connsiteY1792" fmla="*/ 804372 h 1107285"/>
                <a:gd name="connsiteX1793" fmla="*/ 798452 w 1238844"/>
                <a:gd name="connsiteY1793" fmla="*/ 801631 h 1107285"/>
                <a:gd name="connsiteX1794" fmla="*/ 799877 w 1238844"/>
                <a:gd name="connsiteY1794" fmla="*/ 798013 h 1107285"/>
                <a:gd name="connsiteX1795" fmla="*/ 798671 w 1238844"/>
                <a:gd name="connsiteY1795" fmla="*/ 795601 h 1107285"/>
                <a:gd name="connsiteX1796" fmla="*/ 800096 w 1238844"/>
                <a:gd name="connsiteY1796" fmla="*/ 792422 h 1107285"/>
                <a:gd name="connsiteX1797" fmla="*/ 799877 w 1238844"/>
                <a:gd name="connsiteY1797" fmla="*/ 790668 h 1107285"/>
                <a:gd name="connsiteX1798" fmla="*/ 836275 w 1238844"/>
                <a:gd name="connsiteY1798" fmla="*/ 794395 h 1107285"/>
                <a:gd name="connsiteX1799" fmla="*/ 830355 w 1238844"/>
                <a:gd name="connsiteY1799" fmla="*/ 792531 h 1107285"/>
                <a:gd name="connsiteX1800" fmla="*/ 825969 w 1238844"/>
                <a:gd name="connsiteY1800" fmla="*/ 791325 h 1107285"/>
                <a:gd name="connsiteX1801" fmla="*/ 821803 w 1238844"/>
                <a:gd name="connsiteY1801" fmla="*/ 791983 h 1107285"/>
                <a:gd name="connsiteX1802" fmla="*/ 818405 w 1238844"/>
                <a:gd name="connsiteY1802" fmla="*/ 791654 h 1107285"/>
                <a:gd name="connsiteX1803" fmla="*/ 812814 w 1238844"/>
                <a:gd name="connsiteY1803" fmla="*/ 792422 h 1107285"/>
                <a:gd name="connsiteX1804" fmla="*/ 809415 w 1238844"/>
                <a:gd name="connsiteY1804" fmla="*/ 792751 h 1107285"/>
                <a:gd name="connsiteX1805" fmla="*/ 807113 w 1238844"/>
                <a:gd name="connsiteY1805" fmla="*/ 791874 h 1107285"/>
                <a:gd name="connsiteX1806" fmla="*/ 805578 w 1238844"/>
                <a:gd name="connsiteY1806" fmla="*/ 793189 h 1107285"/>
                <a:gd name="connsiteX1807" fmla="*/ 804043 w 1238844"/>
                <a:gd name="connsiteY1807" fmla="*/ 795492 h 1107285"/>
                <a:gd name="connsiteX1808" fmla="*/ 805687 w 1238844"/>
                <a:gd name="connsiteY1808" fmla="*/ 796917 h 1107285"/>
                <a:gd name="connsiteX1809" fmla="*/ 810950 w 1238844"/>
                <a:gd name="connsiteY1809" fmla="*/ 796040 h 1107285"/>
                <a:gd name="connsiteX1810" fmla="*/ 819063 w 1238844"/>
                <a:gd name="connsiteY1810" fmla="*/ 794066 h 1107285"/>
                <a:gd name="connsiteX1811" fmla="*/ 826189 w 1238844"/>
                <a:gd name="connsiteY1811" fmla="*/ 794614 h 1107285"/>
                <a:gd name="connsiteX1812" fmla="*/ 831780 w 1238844"/>
                <a:gd name="connsiteY1812" fmla="*/ 795492 h 1107285"/>
                <a:gd name="connsiteX1813" fmla="*/ 845594 w 1238844"/>
                <a:gd name="connsiteY1813" fmla="*/ 801631 h 1107285"/>
                <a:gd name="connsiteX1814" fmla="*/ 844826 w 1238844"/>
                <a:gd name="connsiteY1814" fmla="*/ 800096 h 1107285"/>
                <a:gd name="connsiteX1815" fmla="*/ 836275 w 1238844"/>
                <a:gd name="connsiteY1815" fmla="*/ 794395 h 1107285"/>
                <a:gd name="connsiteX1816" fmla="*/ 0 w 1238844"/>
                <a:gd name="connsiteY1816" fmla="*/ 667112 h 1107285"/>
                <a:gd name="connsiteX1817" fmla="*/ 0 w 1238844"/>
                <a:gd name="connsiteY1817" fmla="*/ 667331 h 1107285"/>
                <a:gd name="connsiteX1818" fmla="*/ 110 w 1238844"/>
                <a:gd name="connsiteY1818" fmla="*/ 667441 h 1107285"/>
                <a:gd name="connsiteX1819" fmla="*/ 329 w 1238844"/>
                <a:gd name="connsiteY1819" fmla="*/ 667441 h 1107285"/>
                <a:gd name="connsiteX1820" fmla="*/ 329 w 1238844"/>
                <a:gd name="connsiteY1820" fmla="*/ 667222 h 1107285"/>
                <a:gd name="connsiteX1821" fmla="*/ 219 w 1238844"/>
                <a:gd name="connsiteY1821" fmla="*/ 667112 h 1107285"/>
                <a:gd name="connsiteX1822" fmla="*/ 0 w 1238844"/>
                <a:gd name="connsiteY1822" fmla="*/ 667112 h 1107285"/>
                <a:gd name="connsiteX1823" fmla="*/ 763479 w 1238844"/>
                <a:gd name="connsiteY1823" fmla="*/ 126735 h 1107285"/>
                <a:gd name="connsiteX1824" fmla="*/ 767316 w 1238844"/>
                <a:gd name="connsiteY1824" fmla="*/ 126296 h 1107285"/>
                <a:gd name="connsiteX1825" fmla="*/ 767974 w 1238844"/>
                <a:gd name="connsiteY1825" fmla="*/ 124542 h 1107285"/>
                <a:gd name="connsiteX1826" fmla="*/ 766658 w 1238844"/>
                <a:gd name="connsiteY1826" fmla="*/ 122678 h 1107285"/>
                <a:gd name="connsiteX1827" fmla="*/ 763479 w 1238844"/>
                <a:gd name="connsiteY1827" fmla="*/ 121253 h 1107285"/>
                <a:gd name="connsiteX1828" fmla="*/ 759203 w 1238844"/>
                <a:gd name="connsiteY1828" fmla="*/ 122130 h 1107285"/>
                <a:gd name="connsiteX1829" fmla="*/ 758546 w 1238844"/>
                <a:gd name="connsiteY1829" fmla="*/ 124652 h 1107285"/>
                <a:gd name="connsiteX1830" fmla="*/ 760957 w 1238844"/>
                <a:gd name="connsiteY1830" fmla="*/ 126516 h 1107285"/>
                <a:gd name="connsiteX1831" fmla="*/ 763479 w 1238844"/>
                <a:gd name="connsiteY1831" fmla="*/ 126735 h 1107285"/>
                <a:gd name="connsiteX1832" fmla="*/ 721490 w 1238844"/>
                <a:gd name="connsiteY1832" fmla="*/ 176289 h 1107285"/>
                <a:gd name="connsiteX1833" fmla="*/ 722477 w 1238844"/>
                <a:gd name="connsiteY1833" fmla="*/ 180893 h 1107285"/>
                <a:gd name="connsiteX1834" fmla="*/ 726643 w 1238844"/>
                <a:gd name="connsiteY1834" fmla="*/ 181770 h 1107285"/>
                <a:gd name="connsiteX1835" fmla="*/ 729383 w 1238844"/>
                <a:gd name="connsiteY1835" fmla="*/ 178481 h 1107285"/>
                <a:gd name="connsiteX1836" fmla="*/ 730809 w 1238844"/>
                <a:gd name="connsiteY1836" fmla="*/ 173438 h 1107285"/>
                <a:gd name="connsiteX1837" fmla="*/ 727081 w 1238844"/>
                <a:gd name="connsiteY1837" fmla="*/ 167957 h 1107285"/>
                <a:gd name="connsiteX1838" fmla="*/ 721928 w 1238844"/>
                <a:gd name="connsiteY1838" fmla="*/ 163900 h 1107285"/>
                <a:gd name="connsiteX1839" fmla="*/ 718201 w 1238844"/>
                <a:gd name="connsiteY1839" fmla="*/ 168943 h 1107285"/>
                <a:gd name="connsiteX1840" fmla="*/ 720503 w 1238844"/>
                <a:gd name="connsiteY1840" fmla="*/ 171684 h 1107285"/>
                <a:gd name="connsiteX1841" fmla="*/ 721490 w 1238844"/>
                <a:gd name="connsiteY1841" fmla="*/ 176289 h 1107285"/>
                <a:gd name="connsiteX1842" fmla="*/ 513627 w 1238844"/>
                <a:gd name="connsiteY1842" fmla="*/ 290525 h 1107285"/>
                <a:gd name="connsiteX1843" fmla="*/ 510557 w 1238844"/>
                <a:gd name="connsiteY1843" fmla="*/ 286030 h 1107285"/>
                <a:gd name="connsiteX1844" fmla="*/ 508255 w 1238844"/>
                <a:gd name="connsiteY1844" fmla="*/ 282632 h 1107285"/>
                <a:gd name="connsiteX1845" fmla="*/ 507159 w 1238844"/>
                <a:gd name="connsiteY1845" fmla="*/ 282084 h 1107285"/>
                <a:gd name="connsiteX1846" fmla="*/ 505843 w 1238844"/>
                <a:gd name="connsiteY1846" fmla="*/ 282413 h 1107285"/>
                <a:gd name="connsiteX1847" fmla="*/ 504857 w 1238844"/>
                <a:gd name="connsiteY1847" fmla="*/ 283290 h 1107285"/>
                <a:gd name="connsiteX1848" fmla="*/ 504199 w 1238844"/>
                <a:gd name="connsiteY1848" fmla="*/ 284057 h 1107285"/>
                <a:gd name="connsiteX1849" fmla="*/ 502554 w 1238844"/>
                <a:gd name="connsiteY1849" fmla="*/ 283290 h 1107285"/>
                <a:gd name="connsiteX1850" fmla="*/ 502774 w 1238844"/>
                <a:gd name="connsiteY1850" fmla="*/ 281974 h 1107285"/>
                <a:gd name="connsiteX1851" fmla="*/ 501129 w 1238844"/>
                <a:gd name="connsiteY1851" fmla="*/ 280878 h 1107285"/>
                <a:gd name="connsiteX1852" fmla="*/ 499375 w 1238844"/>
                <a:gd name="connsiteY1852" fmla="*/ 280110 h 1107285"/>
                <a:gd name="connsiteX1853" fmla="*/ 497621 w 1238844"/>
                <a:gd name="connsiteY1853" fmla="*/ 279781 h 1107285"/>
                <a:gd name="connsiteX1854" fmla="*/ 494551 w 1238844"/>
                <a:gd name="connsiteY1854" fmla="*/ 281645 h 1107285"/>
                <a:gd name="connsiteX1855" fmla="*/ 491920 w 1238844"/>
                <a:gd name="connsiteY1855" fmla="*/ 283070 h 1107285"/>
                <a:gd name="connsiteX1856" fmla="*/ 490604 w 1238844"/>
                <a:gd name="connsiteY1856" fmla="*/ 285044 h 1107285"/>
                <a:gd name="connsiteX1857" fmla="*/ 491920 w 1238844"/>
                <a:gd name="connsiteY1857" fmla="*/ 285921 h 1107285"/>
                <a:gd name="connsiteX1858" fmla="*/ 494222 w 1238844"/>
                <a:gd name="connsiteY1858" fmla="*/ 286688 h 1107285"/>
                <a:gd name="connsiteX1859" fmla="*/ 499156 w 1238844"/>
                <a:gd name="connsiteY1859" fmla="*/ 288004 h 1107285"/>
                <a:gd name="connsiteX1860" fmla="*/ 505076 w 1238844"/>
                <a:gd name="connsiteY1860" fmla="*/ 289868 h 1107285"/>
                <a:gd name="connsiteX1861" fmla="*/ 510229 w 1238844"/>
                <a:gd name="connsiteY1861" fmla="*/ 292060 h 1107285"/>
                <a:gd name="connsiteX1862" fmla="*/ 512312 w 1238844"/>
                <a:gd name="connsiteY1862" fmla="*/ 293485 h 1107285"/>
                <a:gd name="connsiteX1863" fmla="*/ 513956 w 1238844"/>
                <a:gd name="connsiteY1863" fmla="*/ 294801 h 1107285"/>
                <a:gd name="connsiteX1864" fmla="*/ 515601 w 1238844"/>
                <a:gd name="connsiteY1864" fmla="*/ 294801 h 1107285"/>
                <a:gd name="connsiteX1865" fmla="*/ 515381 w 1238844"/>
                <a:gd name="connsiteY1865" fmla="*/ 293157 h 1107285"/>
                <a:gd name="connsiteX1866" fmla="*/ 513627 w 1238844"/>
                <a:gd name="connsiteY1866" fmla="*/ 290525 h 1107285"/>
                <a:gd name="connsiteX1867" fmla="*/ 114785 w 1238844"/>
                <a:gd name="connsiteY1867" fmla="*/ 28175 h 1107285"/>
                <a:gd name="connsiteX1868" fmla="*/ 112154 w 1238844"/>
                <a:gd name="connsiteY1868" fmla="*/ 26312 h 1107285"/>
                <a:gd name="connsiteX1869" fmla="*/ 109742 w 1238844"/>
                <a:gd name="connsiteY1869" fmla="*/ 24229 h 1107285"/>
                <a:gd name="connsiteX1870" fmla="*/ 108317 w 1238844"/>
                <a:gd name="connsiteY1870" fmla="*/ 24009 h 1107285"/>
                <a:gd name="connsiteX1871" fmla="*/ 105576 w 1238844"/>
                <a:gd name="connsiteY1871" fmla="*/ 23242 h 1107285"/>
                <a:gd name="connsiteX1872" fmla="*/ 105137 w 1238844"/>
                <a:gd name="connsiteY1872" fmla="*/ 24886 h 1107285"/>
                <a:gd name="connsiteX1873" fmla="*/ 107330 w 1238844"/>
                <a:gd name="connsiteY1873" fmla="*/ 25764 h 1107285"/>
                <a:gd name="connsiteX1874" fmla="*/ 110400 w 1238844"/>
                <a:gd name="connsiteY1874" fmla="*/ 26421 h 1107285"/>
                <a:gd name="connsiteX1875" fmla="*/ 112702 w 1238844"/>
                <a:gd name="connsiteY1875" fmla="*/ 29272 h 1107285"/>
                <a:gd name="connsiteX1876" fmla="*/ 113469 w 1238844"/>
                <a:gd name="connsiteY1876" fmla="*/ 33328 h 1107285"/>
                <a:gd name="connsiteX1877" fmla="*/ 114566 w 1238844"/>
                <a:gd name="connsiteY1877" fmla="*/ 33767 h 1107285"/>
                <a:gd name="connsiteX1878" fmla="*/ 116210 w 1238844"/>
                <a:gd name="connsiteY1878" fmla="*/ 33219 h 1107285"/>
                <a:gd name="connsiteX1879" fmla="*/ 117307 w 1238844"/>
                <a:gd name="connsiteY1879" fmla="*/ 31355 h 1107285"/>
                <a:gd name="connsiteX1880" fmla="*/ 116649 w 1238844"/>
                <a:gd name="connsiteY1880" fmla="*/ 29491 h 1107285"/>
                <a:gd name="connsiteX1881" fmla="*/ 114785 w 1238844"/>
                <a:gd name="connsiteY1881" fmla="*/ 28175 h 110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</a:cxnLst>
              <a:rect l="l" t="t" r="r" b="b"/>
              <a:pathLst>
                <a:path w="1238844" h="1107285">
                  <a:moveTo>
                    <a:pt x="925077" y="505185"/>
                  </a:moveTo>
                  <a:lnTo>
                    <a:pt x="926173" y="506720"/>
                  </a:lnTo>
                  <a:lnTo>
                    <a:pt x="927708" y="509900"/>
                  </a:lnTo>
                  <a:lnTo>
                    <a:pt x="927379" y="511873"/>
                  </a:lnTo>
                  <a:lnTo>
                    <a:pt x="928037" y="513079"/>
                  </a:lnTo>
                  <a:lnTo>
                    <a:pt x="929791" y="515710"/>
                  </a:lnTo>
                  <a:lnTo>
                    <a:pt x="931107" y="516039"/>
                  </a:lnTo>
                  <a:lnTo>
                    <a:pt x="932313" y="514394"/>
                  </a:lnTo>
                  <a:lnTo>
                    <a:pt x="933519" y="512202"/>
                  </a:lnTo>
                  <a:lnTo>
                    <a:pt x="934176" y="510119"/>
                  </a:lnTo>
                  <a:lnTo>
                    <a:pt x="932971" y="506830"/>
                  </a:lnTo>
                  <a:lnTo>
                    <a:pt x="932093" y="506062"/>
                  </a:lnTo>
                  <a:lnTo>
                    <a:pt x="930559" y="504637"/>
                  </a:lnTo>
                  <a:lnTo>
                    <a:pt x="929353" y="502445"/>
                  </a:lnTo>
                  <a:lnTo>
                    <a:pt x="928147" y="502773"/>
                  </a:lnTo>
                  <a:lnTo>
                    <a:pt x="928147" y="503979"/>
                  </a:lnTo>
                  <a:lnTo>
                    <a:pt x="924967" y="503651"/>
                  </a:lnTo>
                  <a:lnTo>
                    <a:pt x="925077" y="505185"/>
                  </a:lnTo>
                  <a:close/>
                  <a:moveTo>
                    <a:pt x="881553" y="415068"/>
                  </a:moveTo>
                  <a:lnTo>
                    <a:pt x="881443" y="415945"/>
                  </a:lnTo>
                  <a:lnTo>
                    <a:pt x="880786" y="416822"/>
                  </a:lnTo>
                  <a:lnTo>
                    <a:pt x="880237" y="417589"/>
                  </a:lnTo>
                  <a:lnTo>
                    <a:pt x="881224" y="417151"/>
                  </a:lnTo>
                  <a:lnTo>
                    <a:pt x="882649" y="417151"/>
                  </a:lnTo>
                  <a:lnTo>
                    <a:pt x="884623" y="417151"/>
                  </a:lnTo>
                  <a:lnTo>
                    <a:pt x="884952" y="415725"/>
                  </a:lnTo>
                  <a:lnTo>
                    <a:pt x="884075" y="414848"/>
                  </a:lnTo>
                  <a:lnTo>
                    <a:pt x="884623" y="414191"/>
                  </a:lnTo>
                  <a:lnTo>
                    <a:pt x="884952" y="412656"/>
                  </a:lnTo>
                  <a:lnTo>
                    <a:pt x="884732" y="410573"/>
                  </a:lnTo>
                  <a:lnTo>
                    <a:pt x="883746" y="410353"/>
                  </a:lnTo>
                  <a:lnTo>
                    <a:pt x="882430" y="410353"/>
                  </a:lnTo>
                  <a:lnTo>
                    <a:pt x="880237" y="412656"/>
                  </a:lnTo>
                  <a:lnTo>
                    <a:pt x="880237" y="414191"/>
                  </a:lnTo>
                  <a:lnTo>
                    <a:pt x="881553" y="415068"/>
                  </a:lnTo>
                  <a:close/>
                  <a:moveTo>
                    <a:pt x="982963" y="528537"/>
                  </a:moveTo>
                  <a:lnTo>
                    <a:pt x="985375" y="527660"/>
                  </a:lnTo>
                  <a:lnTo>
                    <a:pt x="984059" y="516916"/>
                  </a:lnTo>
                  <a:lnTo>
                    <a:pt x="982634" y="510777"/>
                  </a:lnTo>
                  <a:lnTo>
                    <a:pt x="983511" y="506940"/>
                  </a:lnTo>
                  <a:lnTo>
                    <a:pt x="981976" y="506501"/>
                  </a:lnTo>
                  <a:lnTo>
                    <a:pt x="981318" y="502773"/>
                  </a:lnTo>
                  <a:lnTo>
                    <a:pt x="979564" y="503322"/>
                  </a:lnTo>
                  <a:lnTo>
                    <a:pt x="977700" y="506611"/>
                  </a:lnTo>
                  <a:lnTo>
                    <a:pt x="975398" y="510996"/>
                  </a:lnTo>
                  <a:lnTo>
                    <a:pt x="974960" y="517574"/>
                  </a:lnTo>
                  <a:lnTo>
                    <a:pt x="978797" y="526235"/>
                  </a:lnTo>
                  <a:lnTo>
                    <a:pt x="982963" y="528537"/>
                  </a:lnTo>
                  <a:close/>
                  <a:moveTo>
                    <a:pt x="891310" y="478545"/>
                  </a:moveTo>
                  <a:lnTo>
                    <a:pt x="893393" y="479860"/>
                  </a:lnTo>
                  <a:lnTo>
                    <a:pt x="894709" y="480189"/>
                  </a:lnTo>
                  <a:lnTo>
                    <a:pt x="896353" y="482820"/>
                  </a:lnTo>
                  <a:lnTo>
                    <a:pt x="897230" y="481395"/>
                  </a:lnTo>
                  <a:lnTo>
                    <a:pt x="896792" y="478106"/>
                  </a:lnTo>
                  <a:lnTo>
                    <a:pt x="896463" y="473721"/>
                  </a:lnTo>
                  <a:lnTo>
                    <a:pt x="897778" y="471419"/>
                  </a:lnTo>
                  <a:lnTo>
                    <a:pt x="899642" y="471309"/>
                  </a:lnTo>
                  <a:lnTo>
                    <a:pt x="901067" y="469116"/>
                  </a:lnTo>
                  <a:lnTo>
                    <a:pt x="900629" y="465827"/>
                  </a:lnTo>
                  <a:lnTo>
                    <a:pt x="901725" y="462429"/>
                  </a:lnTo>
                  <a:lnTo>
                    <a:pt x="901177" y="461333"/>
                  </a:lnTo>
                  <a:lnTo>
                    <a:pt x="902712" y="459030"/>
                  </a:lnTo>
                  <a:lnTo>
                    <a:pt x="906440" y="454755"/>
                  </a:lnTo>
                  <a:lnTo>
                    <a:pt x="908961" y="450479"/>
                  </a:lnTo>
                  <a:lnTo>
                    <a:pt x="911044" y="448506"/>
                  </a:lnTo>
                  <a:lnTo>
                    <a:pt x="913017" y="445326"/>
                  </a:lnTo>
                  <a:lnTo>
                    <a:pt x="913237" y="443134"/>
                  </a:lnTo>
                  <a:lnTo>
                    <a:pt x="913127" y="441818"/>
                  </a:lnTo>
                  <a:lnTo>
                    <a:pt x="914552" y="440831"/>
                  </a:lnTo>
                  <a:lnTo>
                    <a:pt x="916745" y="440831"/>
                  </a:lnTo>
                  <a:lnTo>
                    <a:pt x="918170" y="443353"/>
                  </a:lnTo>
                  <a:lnTo>
                    <a:pt x="919595" y="444120"/>
                  </a:lnTo>
                  <a:lnTo>
                    <a:pt x="921021" y="446203"/>
                  </a:lnTo>
                  <a:lnTo>
                    <a:pt x="922446" y="446423"/>
                  </a:lnTo>
                  <a:lnTo>
                    <a:pt x="923433" y="447628"/>
                  </a:lnTo>
                  <a:lnTo>
                    <a:pt x="923761" y="446203"/>
                  </a:lnTo>
                  <a:lnTo>
                    <a:pt x="923871" y="443901"/>
                  </a:lnTo>
                  <a:lnTo>
                    <a:pt x="922775" y="443134"/>
                  </a:lnTo>
                  <a:lnTo>
                    <a:pt x="922994" y="440722"/>
                  </a:lnTo>
                  <a:lnTo>
                    <a:pt x="920801" y="440393"/>
                  </a:lnTo>
                  <a:lnTo>
                    <a:pt x="920692" y="433815"/>
                  </a:lnTo>
                  <a:lnTo>
                    <a:pt x="922884" y="428333"/>
                  </a:lnTo>
                  <a:lnTo>
                    <a:pt x="925844" y="424386"/>
                  </a:lnTo>
                  <a:lnTo>
                    <a:pt x="922227" y="425044"/>
                  </a:lnTo>
                  <a:lnTo>
                    <a:pt x="921240" y="426908"/>
                  </a:lnTo>
                  <a:lnTo>
                    <a:pt x="916526" y="428333"/>
                  </a:lnTo>
                  <a:lnTo>
                    <a:pt x="913237" y="426689"/>
                  </a:lnTo>
                  <a:lnTo>
                    <a:pt x="911702" y="425154"/>
                  </a:lnTo>
                  <a:lnTo>
                    <a:pt x="910057" y="426250"/>
                  </a:lnTo>
                  <a:lnTo>
                    <a:pt x="910496" y="428552"/>
                  </a:lnTo>
                  <a:lnTo>
                    <a:pt x="905014" y="430197"/>
                  </a:lnTo>
                  <a:lnTo>
                    <a:pt x="902164" y="430635"/>
                  </a:lnTo>
                  <a:lnTo>
                    <a:pt x="902273" y="432390"/>
                  </a:lnTo>
                  <a:lnTo>
                    <a:pt x="903699" y="434911"/>
                  </a:lnTo>
                  <a:lnTo>
                    <a:pt x="902931" y="439406"/>
                  </a:lnTo>
                  <a:lnTo>
                    <a:pt x="903479" y="442695"/>
                  </a:lnTo>
                  <a:lnTo>
                    <a:pt x="902383" y="444668"/>
                  </a:lnTo>
                  <a:lnTo>
                    <a:pt x="899752" y="446532"/>
                  </a:lnTo>
                  <a:lnTo>
                    <a:pt x="898107" y="449821"/>
                  </a:lnTo>
                  <a:lnTo>
                    <a:pt x="897230" y="452452"/>
                  </a:lnTo>
                  <a:lnTo>
                    <a:pt x="895257" y="455412"/>
                  </a:lnTo>
                  <a:lnTo>
                    <a:pt x="895476" y="458044"/>
                  </a:lnTo>
                  <a:lnTo>
                    <a:pt x="893613" y="465170"/>
                  </a:lnTo>
                  <a:lnTo>
                    <a:pt x="893832" y="467910"/>
                  </a:lnTo>
                  <a:lnTo>
                    <a:pt x="891201" y="472296"/>
                  </a:lnTo>
                  <a:lnTo>
                    <a:pt x="890872" y="474159"/>
                  </a:lnTo>
                  <a:lnTo>
                    <a:pt x="891639" y="476791"/>
                  </a:lnTo>
                  <a:lnTo>
                    <a:pt x="891310" y="478545"/>
                  </a:lnTo>
                  <a:close/>
                  <a:moveTo>
                    <a:pt x="1249260" y="1002696"/>
                  </a:moveTo>
                  <a:lnTo>
                    <a:pt x="1249150" y="999627"/>
                  </a:lnTo>
                  <a:lnTo>
                    <a:pt x="1246628" y="998750"/>
                  </a:lnTo>
                  <a:lnTo>
                    <a:pt x="1246519" y="996009"/>
                  </a:lnTo>
                  <a:lnTo>
                    <a:pt x="1247396" y="992501"/>
                  </a:lnTo>
                  <a:lnTo>
                    <a:pt x="1246738" y="988444"/>
                  </a:lnTo>
                  <a:lnTo>
                    <a:pt x="1243339" y="985046"/>
                  </a:lnTo>
                  <a:lnTo>
                    <a:pt x="1238516" y="978797"/>
                  </a:lnTo>
                  <a:lnTo>
                    <a:pt x="1236652" y="974192"/>
                  </a:lnTo>
                  <a:lnTo>
                    <a:pt x="1236871" y="971342"/>
                  </a:lnTo>
                  <a:lnTo>
                    <a:pt x="1238625" y="969368"/>
                  </a:lnTo>
                  <a:lnTo>
                    <a:pt x="1238625" y="967833"/>
                  </a:lnTo>
                  <a:lnTo>
                    <a:pt x="1236981" y="966737"/>
                  </a:lnTo>
                  <a:lnTo>
                    <a:pt x="1232595" y="965860"/>
                  </a:lnTo>
                  <a:lnTo>
                    <a:pt x="1229526" y="964544"/>
                  </a:lnTo>
                  <a:lnTo>
                    <a:pt x="1228978" y="961913"/>
                  </a:lnTo>
                  <a:lnTo>
                    <a:pt x="1227662" y="960707"/>
                  </a:lnTo>
                  <a:lnTo>
                    <a:pt x="1224263" y="960049"/>
                  </a:lnTo>
                  <a:lnTo>
                    <a:pt x="1219220" y="958844"/>
                  </a:lnTo>
                  <a:lnTo>
                    <a:pt x="1217137" y="957967"/>
                  </a:lnTo>
                  <a:lnTo>
                    <a:pt x="1215602" y="956212"/>
                  </a:lnTo>
                  <a:lnTo>
                    <a:pt x="1210998" y="953910"/>
                  </a:lnTo>
                  <a:lnTo>
                    <a:pt x="1208367" y="953472"/>
                  </a:lnTo>
                  <a:lnTo>
                    <a:pt x="1205626" y="952595"/>
                  </a:lnTo>
                  <a:lnTo>
                    <a:pt x="1204310" y="951060"/>
                  </a:lnTo>
                  <a:lnTo>
                    <a:pt x="1200912" y="949634"/>
                  </a:lnTo>
                  <a:lnTo>
                    <a:pt x="1196965" y="947880"/>
                  </a:lnTo>
                  <a:lnTo>
                    <a:pt x="1193676" y="944153"/>
                  </a:lnTo>
                  <a:lnTo>
                    <a:pt x="1194114" y="939110"/>
                  </a:lnTo>
                  <a:lnTo>
                    <a:pt x="1192141" y="931545"/>
                  </a:lnTo>
                  <a:lnTo>
                    <a:pt x="1190826" y="926283"/>
                  </a:lnTo>
                  <a:lnTo>
                    <a:pt x="1191045" y="920692"/>
                  </a:lnTo>
                  <a:lnTo>
                    <a:pt x="1193347" y="915758"/>
                  </a:lnTo>
                  <a:lnTo>
                    <a:pt x="1190716" y="913785"/>
                  </a:lnTo>
                  <a:lnTo>
                    <a:pt x="1188743" y="909838"/>
                  </a:lnTo>
                  <a:lnTo>
                    <a:pt x="1185015" y="906330"/>
                  </a:lnTo>
                  <a:lnTo>
                    <a:pt x="1178766" y="898875"/>
                  </a:lnTo>
                  <a:lnTo>
                    <a:pt x="1176245" y="897888"/>
                  </a:lnTo>
                  <a:lnTo>
                    <a:pt x="1174710" y="896463"/>
                  </a:lnTo>
                  <a:lnTo>
                    <a:pt x="1173942" y="895915"/>
                  </a:lnTo>
                  <a:lnTo>
                    <a:pt x="1172517" y="894599"/>
                  </a:lnTo>
                  <a:lnTo>
                    <a:pt x="1171750" y="893503"/>
                  </a:lnTo>
                  <a:lnTo>
                    <a:pt x="1170434" y="892735"/>
                  </a:lnTo>
                  <a:lnTo>
                    <a:pt x="1168789" y="891749"/>
                  </a:lnTo>
                  <a:lnTo>
                    <a:pt x="1167583" y="889885"/>
                  </a:lnTo>
                  <a:lnTo>
                    <a:pt x="1166158" y="885829"/>
                  </a:lnTo>
                  <a:lnTo>
                    <a:pt x="1165829" y="882868"/>
                  </a:lnTo>
                  <a:lnTo>
                    <a:pt x="1166378" y="880785"/>
                  </a:lnTo>
                  <a:lnTo>
                    <a:pt x="1167145" y="877277"/>
                  </a:lnTo>
                  <a:lnTo>
                    <a:pt x="1166926" y="875633"/>
                  </a:lnTo>
                  <a:lnTo>
                    <a:pt x="1167364" y="874865"/>
                  </a:lnTo>
                  <a:lnTo>
                    <a:pt x="1168461" y="874865"/>
                  </a:lnTo>
                  <a:lnTo>
                    <a:pt x="1171201" y="872234"/>
                  </a:lnTo>
                  <a:lnTo>
                    <a:pt x="1171530" y="870370"/>
                  </a:lnTo>
                  <a:lnTo>
                    <a:pt x="1172517" y="869603"/>
                  </a:lnTo>
                  <a:lnTo>
                    <a:pt x="1172846" y="867849"/>
                  </a:lnTo>
                  <a:lnTo>
                    <a:pt x="1171311" y="865656"/>
                  </a:lnTo>
                  <a:lnTo>
                    <a:pt x="1169228" y="864450"/>
                  </a:lnTo>
                  <a:lnTo>
                    <a:pt x="1168461" y="862477"/>
                  </a:lnTo>
                  <a:lnTo>
                    <a:pt x="1168132" y="860284"/>
                  </a:lnTo>
                  <a:lnTo>
                    <a:pt x="1167912" y="859078"/>
                  </a:lnTo>
                  <a:lnTo>
                    <a:pt x="1166487" y="859736"/>
                  </a:lnTo>
                  <a:lnTo>
                    <a:pt x="1162979" y="861600"/>
                  </a:lnTo>
                  <a:lnTo>
                    <a:pt x="1155634" y="864450"/>
                  </a:lnTo>
                  <a:lnTo>
                    <a:pt x="1147521" y="866204"/>
                  </a:lnTo>
                  <a:lnTo>
                    <a:pt x="1143245" y="864341"/>
                  </a:lnTo>
                  <a:lnTo>
                    <a:pt x="1139079" y="864231"/>
                  </a:lnTo>
                  <a:lnTo>
                    <a:pt x="1136448" y="862586"/>
                  </a:lnTo>
                  <a:lnTo>
                    <a:pt x="1136229" y="858421"/>
                  </a:lnTo>
                  <a:lnTo>
                    <a:pt x="1135242" y="848773"/>
                  </a:lnTo>
                  <a:lnTo>
                    <a:pt x="1134365" y="847786"/>
                  </a:lnTo>
                  <a:lnTo>
                    <a:pt x="1134694" y="844936"/>
                  </a:lnTo>
                  <a:lnTo>
                    <a:pt x="1133488" y="843072"/>
                  </a:lnTo>
                  <a:lnTo>
                    <a:pt x="1132611" y="838358"/>
                  </a:lnTo>
                  <a:lnTo>
                    <a:pt x="1130418" y="836165"/>
                  </a:lnTo>
                  <a:lnTo>
                    <a:pt x="1127787" y="834521"/>
                  </a:lnTo>
                  <a:lnTo>
                    <a:pt x="1124937" y="832657"/>
                  </a:lnTo>
                  <a:lnTo>
                    <a:pt x="1122525" y="831560"/>
                  </a:lnTo>
                  <a:lnTo>
                    <a:pt x="1121757" y="829916"/>
                  </a:lnTo>
                  <a:lnTo>
                    <a:pt x="1119674" y="829258"/>
                  </a:lnTo>
                  <a:lnTo>
                    <a:pt x="1118907" y="827614"/>
                  </a:lnTo>
                  <a:lnTo>
                    <a:pt x="1117591" y="826737"/>
                  </a:lnTo>
                  <a:lnTo>
                    <a:pt x="1116933" y="826079"/>
                  </a:lnTo>
                  <a:lnTo>
                    <a:pt x="1114302" y="825750"/>
                  </a:lnTo>
                  <a:lnTo>
                    <a:pt x="1111013" y="823777"/>
                  </a:lnTo>
                  <a:lnTo>
                    <a:pt x="1109369" y="823338"/>
                  </a:lnTo>
                  <a:lnTo>
                    <a:pt x="1107395" y="821255"/>
                  </a:lnTo>
                  <a:lnTo>
                    <a:pt x="1105422" y="819501"/>
                  </a:lnTo>
                  <a:lnTo>
                    <a:pt x="1100160" y="817966"/>
                  </a:lnTo>
                  <a:lnTo>
                    <a:pt x="1099392" y="816322"/>
                  </a:lnTo>
                  <a:lnTo>
                    <a:pt x="1097967" y="814348"/>
                  </a:lnTo>
                  <a:lnTo>
                    <a:pt x="1097967" y="812156"/>
                  </a:lnTo>
                  <a:lnTo>
                    <a:pt x="1096323" y="809853"/>
                  </a:lnTo>
                  <a:lnTo>
                    <a:pt x="1094788" y="808428"/>
                  </a:lnTo>
                  <a:lnTo>
                    <a:pt x="1092595" y="807661"/>
                  </a:lnTo>
                  <a:lnTo>
                    <a:pt x="1090951" y="805578"/>
                  </a:lnTo>
                  <a:lnTo>
                    <a:pt x="1088758" y="804920"/>
                  </a:lnTo>
                  <a:lnTo>
                    <a:pt x="1087662" y="803385"/>
                  </a:lnTo>
                  <a:lnTo>
                    <a:pt x="1087881" y="800754"/>
                  </a:lnTo>
                  <a:lnTo>
                    <a:pt x="1089196" y="799987"/>
                  </a:lnTo>
                  <a:lnTo>
                    <a:pt x="1088429" y="798342"/>
                  </a:lnTo>
                  <a:lnTo>
                    <a:pt x="1085798" y="796807"/>
                  </a:lnTo>
                  <a:lnTo>
                    <a:pt x="1085030" y="797794"/>
                  </a:lnTo>
                  <a:lnTo>
                    <a:pt x="1079878" y="796698"/>
                  </a:lnTo>
                  <a:lnTo>
                    <a:pt x="1075821" y="796478"/>
                  </a:lnTo>
                  <a:lnTo>
                    <a:pt x="1074944" y="798232"/>
                  </a:lnTo>
                  <a:lnTo>
                    <a:pt x="1073409" y="799548"/>
                  </a:lnTo>
                  <a:lnTo>
                    <a:pt x="1070559" y="799987"/>
                  </a:lnTo>
                  <a:lnTo>
                    <a:pt x="1068805" y="801412"/>
                  </a:lnTo>
                  <a:lnTo>
                    <a:pt x="1069463" y="802508"/>
                  </a:lnTo>
                  <a:lnTo>
                    <a:pt x="1070997" y="803166"/>
                  </a:lnTo>
                  <a:lnTo>
                    <a:pt x="1070230" y="804152"/>
                  </a:lnTo>
                  <a:lnTo>
                    <a:pt x="1067380" y="804152"/>
                  </a:lnTo>
                  <a:lnTo>
                    <a:pt x="1068037" y="805249"/>
                  </a:lnTo>
                  <a:lnTo>
                    <a:pt x="1067599" y="807113"/>
                  </a:lnTo>
                  <a:lnTo>
                    <a:pt x="1068366" y="808209"/>
                  </a:lnTo>
                  <a:lnTo>
                    <a:pt x="1067489" y="810182"/>
                  </a:lnTo>
                  <a:lnTo>
                    <a:pt x="1068257" y="811498"/>
                  </a:lnTo>
                  <a:lnTo>
                    <a:pt x="1067380" y="812813"/>
                  </a:lnTo>
                  <a:lnTo>
                    <a:pt x="1067928" y="816870"/>
                  </a:lnTo>
                  <a:lnTo>
                    <a:pt x="1069134" y="816541"/>
                  </a:lnTo>
                  <a:lnTo>
                    <a:pt x="1069572" y="814348"/>
                  </a:lnTo>
                  <a:lnTo>
                    <a:pt x="1070669" y="814787"/>
                  </a:lnTo>
                  <a:lnTo>
                    <a:pt x="1070888" y="816760"/>
                  </a:lnTo>
                  <a:lnTo>
                    <a:pt x="1070669" y="818405"/>
                  </a:lnTo>
                  <a:lnTo>
                    <a:pt x="1070120" y="819172"/>
                  </a:lnTo>
                  <a:lnTo>
                    <a:pt x="1071326" y="820049"/>
                  </a:lnTo>
                  <a:lnTo>
                    <a:pt x="1072971" y="820926"/>
                  </a:lnTo>
                  <a:lnTo>
                    <a:pt x="1072752" y="822790"/>
                  </a:lnTo>
                  <a:lnTo>
                    <a:pt x="1072423" y="824873"/>
                  </a:lnTo>
                  <a:lnTo>
                    <a:pt x="1074615" y="825202"/>
                  </a:lnTo>
                  <a:lnTo>
                    <a:pt x="1073519" y="833863"/>
                  </a:lnTo>
                  <a:lnTo>
                    <a:pt x="1070011" y="838029"/>
                  </a:lnTo>
                  <a:lnTo>
                    <a:pt x="1066283" y="841099"/>
                  </a:lnTo>
                  <a:lnTo>
                    <a:pt x="1065516" y="841866"/>
                  </a:lnTo>
                  <a:lnTo>
                    <a:pt x="1065187" y="843401"/>
                  </a:lnTo>
                  <a:lnTo>
                    <a:pt x="1064968" y="845484"/>
                  </a:lnTo>
                  <a:lnTo>
                    <a:pt x="1064749" y="847128"/>
                  </a:lnTo>
                  <a:lnTo>
                    <a:pt x="1062666" y="847896"/>
                  </a:lnTo>
                  <a:lnTo>
                    <a:pt x="1060802" y="847348"/>
                  </a:lnTo>
                  <a:lnTo>
                    <a:pt x="1056416" y="848882"/>
                  </a:lnTo>
                  <a:lnTo>
                    <a:pt x="1051702" y="848334"/>
                  </a:lnTo>
                  <a:lnTo>
                    <a:pt x="1050496" y="845813"/>
                  </a:lnTo>
                  <a:lnTo>
                    <a:pt x="1051593" y="844168"/>
                  </a:lnTo>
                  <a:lnTo>
                    <a:pt x="1050825" y="842305"/>
                  </a:lnTo>
                  <a:lnTo>
                    <a:pt x="1049181" y="840441"/>
                  </a:lnTo>
                  <a:lnTo>
                    <a:pt x="1049948" y="837152"/>
                  </a:lnTo>
                  <a:lnTo>
                    <a:pt x="1048304" y="835507"/>
                  </a:lnTo>
                  <a:lnTo>
                    <a:pt x="1048523" y="834301"/>
                  </a:lnTo>
                  <a:lnTo>
                    <a:pt x="1054114" y="835617"/>
                  </a:lnTo>
                  <a:lnTo>
                    <a:pt x="1059048" y="838358"/>
                  </a:lnTo>
                  <a:lnTo>
                    <a:pt x="1060911" y="839454"/>
                  </a:lnTo>
                  <a:lnTo>
                    <a:pt x="1064200" y="838358"/>
                  </a:lnTo>
                  <a:lnTo>
                    <a:pt x="1067051" y="837042"/>
                  </a:lnTo>
                  <a:lnTo>
                    <a:pt x="1069134" y="835178"/>
                  </a:lnTo>
                  <a:lnTo>
                    <a:pt x="1069463" y="833863"/>
                  </a:lnTo>
                  <a:lnTo>
                    <a:pt x="1068476" y="833534"/>
                  </a:lnTo>
                  <a:lnTo>
                    <a:pt x="1064749" y="833644"/>
                  </a:lnTo>
                  <a:lnTo>
                    <a:pt x="1054333" y="833863"/>
                  </a:lnTo>
                  <a:lnTo>
                    <a:pt x="1044357" y="832328"/>
                  </a:lnTo>
                  <a:lnTo>
                    <a:pt x="1037888" y="830684"/>
                  </a:lnTo>
                  <a:lnTo>
                    <a:pt x="1032845" y="829478"/>
                  </a:lnTo>
                  <a:lnTo>
                    <a:pt x="1027364" y="827723"/>
                  </a:lnTo>
                  <a:lnTo>
                    <a:pt x="1022869" y="825860"/>
                  </a:lnTo>
                  <a:lnTo>
                    <a:pt x="1022321" y="824215"/>
                  </a:lnTo>
                  <a:lnTo>
                    <a:pt x="1020019" y="823009"/>
                  </a:lnTo>
                  <a:lnTo>
                    <a:pt x="1019251" y="819830"/>
                  </a:lnTo>
                  <a:lnTo>
                    <a:pt x="1015852" y="818405"/>
                  </a:lnTo>
                  <a:lnTo>
                    <a:pt x="1013550" y="816980"/>
                  </a:lnTo>
                  <a:lnTo>
                    <a:pt x="1012563" y="813691"/>
                  </a:lnTo>
                  <a:lnTo>
                    <a:pt x="1009932" y="810292"/>
                  </a:lnTo>
                  <a:lnTo>
                    <a:pt x="1007411" y="805029"/>
                  </a:lnTo>
                  <a:lnTo>
                    <a:pt x="1007959" y="803824"/>
                  </a:lnTo>
                  <a:lnTo>
                    <a:pt x="1004999" y="802070"/>
                  </a:lnTo>
                  <a:lnTo>
                    <a:pt x="1004670" y="800864"/>
                  </a:lnTo>
                  <a:lnTo>
                    <a:pt x="999408" y="794066"/>
                  </a:lnTo>
                  <a:lnTo>
                    <a:pt x="1000065" y="791325"/>
                  </a:lnTo>
                  <a:lnTo>
                    <a:pt x="999079" y="789462"/>
                  </a:lnTo>
                  <a:lnTo>
                    <a:pt x="999517" y="787598"/>
                  </a:lnTo>
                  <a:lnTo>
                    <a:pt x="998531" y="785954"/>
                  </a:lnTo>
                  <a:lnTo>
                    <a:pt x="997105" y="783871"/>
                  </a:lnTo>
                  <a:lnTo>
                    <a:pt x="998092" y="782226"/>
                  </a:lnTo>
                  <a:lnTo>
                    <a:pt x="997325" y="780362"/>
                  </a:lnTo>
                  <a:lnTo>
                    <a:pt x="997434" y="777841"/>
                  </a:lnTo>
                  <a:lnTo>
                    <a:pt x="998969" y="775977"/>
                  </a:lnTo>
                  <a:lnTo>
                    <a:pt x="998750" y="773894"/>
                  </a:lnTo>
                  <a:lnTo>
                    <a:pt x="998421" y="771372"/>
                  </a:lnTo>
                  <a:lnTo>
                    <a:pt x="991624" y="763040"/>
                  </a:lnTo>
                  <a:lnTo>
                    <a:pt x="990199" y="760629"/>
                  </a:lnTo>
                  <a:lnTo>
                    <a:pt x="990199" y="759313"/>
                  </a:lnTo>
                  <a:lnTo>
                    <a:pt x="988993" y="754489"/>
                  </a:lnTo>
                  <a:lnTo>
                    <a:pt x="988225" y="752296"/>
                  </a:lnTo>
                  <a:lnTo>
                    <a:pt x="989431" y="750981"/>
                  </a:lnTo>
                  <a:lnTo>
                    <a:pt x="988883" y="748898"/>
                  </a:lnTo>
                  <a:lnTo>
                    <a:pt x="988006" y="745061"/>
                  </a:lnTo>
                  <a:lnTo>
                    <a:pt x="988225" y="742210"/>
                  </a:lnTo>
                  <a:lnTo>
                    <a:pt x="988116" y="737935"/>
                  </a:lnTo>
                  <a:lnTo>
                    <a:pt x="989321" y="734207"/>
                  </a:lnTo>
                  <a:lnTo>
                    <a:pt x="990089" y="729054"/>
                  </a:lnTo>
                  <a:lnTo>
                    <a:pt x="991185" y="724998"/>
                  </a:lnTo>
                  <a:lnTo>
                    <a:pt x="994036" y="721490"/>
                  </a:lnTo>
                  <a:lnTo>
                    <a:pt x="996996" y="720942"/>
                  </a:lnTo>
                  <a:lnTo>
                    <a:pt x="998092" y="718749"/>
                  </a:lnTo>
                  <a:lnTo>
                    <a:pt x="997544" y="716776"/>
                  </a:lnTo>
                  <a:lnTo>
                    <a:pt x="998311" y="714364"/>
                  </a:lnTo>
                  <a:lnTo>
                    <a:pt x="999956" y="710636"/>
                  </a:lnTo>
                  <a:lnTo>
                    <a:pt x="1002806" y="707018"/>
                  </a:lnTo>
                  <a:lnTo>
                    <a:pt x="1002916" y="704606"/>
                  </a:lnTo>
                  <a:lnTo>
                    <a:pt x="1003574" y="701646"/>
                  </a:lnTo>
                  <a:lnTo>
                    <a:pt x="1003354" y="700769"/>
                  </a:lnTo>
                  <a:lnTo>
                    <a:pt x="1003574" y="699344"/>
                  </a:lnTo>
                  <a:lnTo>
                    <a:pt x="1004341" y="697809"/>
                  </a:lnTo>
                  <a:lnTo>
                    <a:pt x="1004012" y="697371"/>
                  </a:lnTo>
                  <a:lnTo>
                    <a:pt x="1003464" y="697480"/>
                  </a:lnTo>
                  <a:lnTo>
                    <a:pt x="1002916" y="697042"/>
                  </a:lnTo>
                  <a:lnTo>
                    <a:pt x="1002697" y="695945"/>
                  </a:lnTo>
                  <a:lnTo>
                    <a:pt x="1002258" y="694520"/>
                  </a:lnTo>
                  <a:lnTo>
                    <a:pt x="1001052" y="693095"/>
                  </a:lnTo>
                  <a:lnTo>
                    <a:pt x="1000942" y="691560"/>
                  </a:lnTo>
                  <a:lnTo>
                    <a:pt x="1000833" y="690245"/>
                  </a:lnTo>
                  <a:lnTo>
                    <a:pt x="1000065" y="688819"/>
                  </a:lnTo>
                  <a:lnTo>
                    <a:pt x="998969" y="687285"/>
                  </a:lnTo>
                  <a:lnTo>
                    <a:pt x="999298" y="685530"/>
                  </a:lnTo>
                  <a:lnTo>
                    <a:pt x="998969" y="684873"/>
                  </a:lnTo>
                  <a:lnTo>
                    <a:pt x="998202" y="683447"/>
                  </a:lnTo>
                  <a:lnTo>
                    <a:pt x="998311" y="682351"/>
                  </a:lnTo>
                  <a:lnTo>
                    <a:pt x="998969" y="681693"/>
                  </a:lnTo>
                  <a:lnTo>
                    <a:pt x="997653" y="680816"/>
                  </a:lnTo>
                  <a:lnTo>
                    <a:pt x="997653" y="679720"/>
                  </a:lnTo>
                  <a:lnTo>
                    <a:pt x="994913" y="677637"/>
                  </a:lnTo>
                  <a:lnTo>
                    <a:pt x="994913" y="676540"/>
                  </a:lnTo>
                  <a:lnTo>
                    <a:pt x="994036" y="676102"/>
                  </a:lnTo>
                  <a:lnTo>
                    <a:pt x="994584" y="675554"/>
                  </a:lnTo>
                  <a:lnTo>
                    <a:pt x="995680" y="675225"/>
                  </a:lnTo>
                  <a:lnTo>
                    <a:pt x="996009" y="674896"/>
                  </a:lnTo>
                  <a:lnTo>
                    <a:pt x="995461" y="674238"/>
                  </a:lnTo>
                  <a:lnTo>
                    <a:pt x="994694" y="673471"/>
                  </a:lnTo>
                  <a:lnTo>
                    <a:pt x="993597" y="673581"/>
                  </a:lnTo>
                  <a:lnTo>
                    <a:pt x="991953" y="672813"/>
                  </a:lnTo>
                  <a:lnTo>
                    <a:pt x="992172" y="671498"/>
                  </a:lnTo>
                  <a:lnTo>
                    <a:pt x="990308" y="669195"/>
                  </a:lnTo>
                  <a:lnTo>
                    <a:pt x="988993" y="666783"/>
                  </a:lnTo>
                  <a:lnTo>
                    <a:pt x="986471" y="664262"/>
                  </a:lnTo>
                  <a:lnTo>
                    <a:pt x="986142" y="662069"/>
                  </a:lnTo>
                  <a:lnTo>
                    <a:pt x="986032" y="659219"/>
                  </a:lnTo>
                  <a:lnTo>
                    <a:pt x="985704" y="657793"/>
                  </a:lnTo>
                  <a:lnTo>
                    <a:pt x="984278" y="657026"/>
                  </a:lnTo>
                  <a:lnTo>
                    <a:pt x="984498" y="655710"/>
                  </a:lnTo>
                  <a:lnTo>
                    <a:pt x="984059" y="655053"/>
                  </a:lnTo>
                  <a:lnTo>
                    <a:pt x="984388" y="653847"/>
                  </a:lnTo>
                  <a:lnTo>
                    <a:pt x="980112" y="650777"/>
                  </a:lnTo>
                  <a:lnTo>
                    <a:pt x="979345" y="649461"/>
                  </a:lnTo>
                  <a:lnTo>
                    <a:pt x="977920" y="648584"/>
                  </a:lnTo>
                  <a:lnTo>
                    <a:pt x="977262" y="649132"/>
                  </a:lnTo>
                  <a:lnTo>
                    <a:pt x="977152" y="649900"/>
                  </a:lnTo>
                  <a:lnTo>
                    <a:pt x="975617" y="649790"/>
                  </a:lnTo>
                  <a:lnTo>
                    <a:pt x="973206" y="649352"/>
                  </a:lnTo>
                  <a:lnTo>
                    <a:pt x="971780" y="647707"/>
                  </a:lnTo>
                  <a:lnTo>
                    <a:pt x="970794" y="646172"/>
                  </a:lnTo>
                  <a:lnTo>
                    <a:pt x="971451" y="643980"/>
                  </a:lnTo>
                  <a:lnTo>
                    <a:pt x="970245" y="642555"/>
                  </a:lnTo>
                  <a:lnTo>
                    <a:pt x="966847" y="641678"/>
                  </a:lnTo>
                  <a:lnTo>
                    <a:pt x="966628" y="640691"/>
                  </a:lnTo>
                  <a:lnTo>
                    <a:pt x="963887" y="639485"/>
                  </a:lnTo>
                  <a:lnTo>
                    <a:pt x="963448" y="636525"/>
                  </a:lnTo>
                  <a:lnTo>
                    <a:pt x="962681" y="635209"/>
                  </a:lnTo>
                  <a:lnTo>
                    <a:pt x="962681" y="633894"/>
                  </a:lnTo>
                  <a:lnTo>
                    <a:pt x="961585" y="632688"/>
                  </a:lnTo>
                  <a:lnTo>
                    <a:pt x="961256" y="631701"/>
                  </a:lnTo>
                  <a:lnTo>
                    <a:pt x="961475" y="630824"/>
                  </a:lnTo>
                  <a:lnTo>
                    <a:pt x="960159" y="629728"/>
                  </a:lnTo>
                  <a:lnTo>
                    <a:pt x="960379" y="629179"/>
                  </a:lnTo>
                  <a:lnTo>
                    <a:pt x="957747" y="628083"/>
                  </a:lnTo>
                  <a:lnTo>
                    <a:pt x="955555" y="625671"/>
                  </a:lnTo>
                  <a:lnTo>
                    <a:pt x="954239" y="621944"/>
                  </a:lnTo>
                  <a:lnTo>
                    <a:pt x="953910" y="618107"/>
                  </a:lnTo>
                  <a:lnTo>
                    <a:pt x="955226" y="617230"/>
                  </a:lnTo>
                  <a:lnTo>
                    <a:pt x="954787" y="616243"/>
                  </a:lnTo>
                  <a:lnTo>
                    <a:pt x="953472" y="615147"/>
                  </a:lnTo>
                  <a:lnTo>
                    <a:pt x="951937" y="611200"/>
                  </a:lnTo>
                  <a:lnTo>
                    <a:pt x="950073" y="610103"/>
                  </a:lnTo>
                  <a:lnTo>
                    <a:pt x="948538" y="605937"/>
                  </a:lnTo>
                  <a:lnTo>
                    <a:pt x="948867" y="603416"/>
                  </a:lnTo>
                  <a:lnTo>
                    <a:pt x="947442" y="601443"/>
                  </a:lnTo>
                  <a:lnTo>
                    <a:pt x="947113" y="600017"/>
                  </a:lnTo>
                  <a:lnTo>
                    <a:pt x="948100" y="597496"/>
                  </a:lnTo>
                  <a:lnTo>
                    <a:pt x="948867" y="597605"/>
                  </a:lnTo>
                  <a:lnTo>
                    <a:pt x="949635" y="596619"/>
                  </a:lnTo>
                  <a:lnTo>
                    <a:pt x="948867" y="595193"/>
                  </a:lnTo>
                  <a:lnTo>
                    <a:pt x="949196" y="594207"/>
                  </a:lnTo>
                  <a:lnTo>
                    <a:pt x="949744" y="593768"/>
                  </a:lnTo>
                  <a:lnTo>
                    <a:pt x="948429" y="593220"/>
                  </a:lnTo>
                  <a:lnTo>
                    <a:pt x="947113" y="592343"/>
                  </a:lnTo>
                  <a:lnTo>
                    <a:pt x="947223" y="590699"/>
                  </a:lnTo>
                  <a:lnTo>
                    <a:pt x="947880" y="590260"/>
                  </a:lnTo>
                  <a:lnTo>
                    <a:pt x="947113" y="588506"/>
                  </a:lnTo>
                  <a:lnTo>
                    <a:pt x="945359" y="586971"/>
                  </a:lnTo>
                  <a:lnTo>
                    <a:pt x="945469" y="585765"/>
                  </a:lnTo>
                  <a:lnTo>
                    <a:pt x="942289" y="584340"/>
                  </a:lnTo>
                  <a:lnTo>
                    <a:pt x="940754" y="582805"/>
                  </a:lnTo>
                  <a:lnTo>
                    <a:pt x="940206" y="579077"/>
                  </a:lnTo>
                  <a:lnTo>
                    <a:pt x="937356" y="574034"/>
                  </a:lnTo>
                  <a:lnTo>
                    <a:pt x="936479" y="571842"/>
                  </a:lnTo>
                  <a:lnTo>
                    <a:pt x="935931" y="566579"/>
                  </a:lnTo>
                  <a:lnTo>
                    <a:pt x="934067" y="565045"/>
                  </a:lnTo>
                  <a:lnTo>
                    <a:pt x="932751" y="561427"/>
                  </a:lnTo>
                  <a:lnTo>
                    <a:pt x="931765" y="560002"/>
                  </a:lnTo>
                  <a:lnTo>
                    <a:pt x="931545" y="557480"/>
                  </a:lnTo>
                  <a:lnTo>
                    <a:pt x="932971" y="556822"/>
                  </a:lnTo>
                  <a:lnTo>
                    <a:pt x="932751" y="554410"/>
                  </a:lnTo>
                  <a:lnTo>
                    <a:pt x="933957" y="553424"/>
                  </a:lnTo>
                  <a:lnTo>
                    <a:pt x="933957" y="552108"/>
                  </a:lnTo>
                  <a:lnTo>
                    <a:pt x="932532" y="548819"/>
                  </a:lnTo>
                  <a:lnTo>
                    <a:pt x="934067" y="547284"/>
                  </a:lnTo>
                  <a:lnTo>
                    <a:pt x="933190" y="545311"/>
                  </a:lnTo>
                  <a:lnTo>
                    <a:pt x="930668" y="544763"/>
                  </a:lnTo>
                  <a:lnTo>
                    <a:pt x="930010" y="544105"/>
                  </a:lnTo>
                  <a:lnTo>
                    <a:pt x="929243" y="544105"/>
                  </a:lnTo>
                  <a:lnTo>
                    <a:pt x="928695" y="545092"/>
                  </a:lnTo>
                  <a:lnTo>
                    <a:pt x="927379" y="545092"/>
                  </a:lnTo>
                  <a:lnTo>
                    <a:pt x="926283" y="544105"/>
                  </a:lnTo>
                  <a:lnTo>
                    <a:pt x="925296" y="544434"/>
                  </a:lnTo>
                  <a:lnTo>
                    <a:pt x="924419" y="545420"/>
                  </a:lnTo>
                  <a:lnTo>
                    <a:pt x="922775" y="544982"/>
                  </a:lnTo>
                  <a:lnTo>
                    <a:pt x="922446" y="543995"/>
                  </a:lnTo>
                  <a:lnTo>
                    <a:pt x="923652" y="542241"/>
                  </a:lnTo>
                  <a:lnTo>
                    <a:pt x="923213" y="541693"/>
                  </a:lnTo>
                  <a:lnTo>
                    <a:pt x="921788" y="543337"/>
                  </a:lnTo>
                  <a:lnTo>
                    <a:pt x="917951" y="543118"/>
                  </a:lnTo>
                  <a:lnTo>
                    <a:pt x="917293" y="542351"/>
                  </a:lnTo>
                  <a:lnTo>
                    <a:pt x="916526" y="543228"/>
                  </a:lnTo>
                  <a:lnTo>
                    <a:pt x="914552" y="543228"/>
                  </a:lnTo>
                  <a:lnTo>
                    <a:pt x="912579" y="542241"/>
                  </a:lnTo>
                  <a:lnTo>
                    <a:pt x="911592" y="540268"/>
                  </a:lnTo>
                  <a:lnTo>
                    <a:pt x="909838" y="539171"/>
                  </a:lnTo>
                  <a:lnTo>
                    <a:pt x="908413" y="535992"/>
                  </a:lnTo>
                  <a:lnTo>
                    <a:pt x="908303" y="534348"/>
                  </a:lnTo>
                  <a:lnTo>
                    <a:pt x="907317" y="533471"/>
                  </a:lnTo>
                  <a:lnTo>
                    <a:pt x="904795" y="532813"/>
                  </a:lnTo>
                  <a:lnTo>
                    <a:pt x="903151" y="528099"/>
                  </a:lnTo>
                  <a:lnTo>
                    <a:pt x="901067" y="526454"/>
                  </a:lnTo>
                  <a:lnTo>
                    <a:pt x="899423" y="523823"/>
                  </a:lnTo>
                  <a:lnTo>
                    <a:pt x="898436" y="520424"/>
                  </a:lnTo>
                  <a:lnTo>
                    <a:pt x="897778" y="518451"/>
                  </a:lnTo>
                  <a:lnTo>
                    <a:pt x="897669" y="515272"/>
                  </a:lnTo>
                  <a:lnTo>
                    <a:pt x="896353" y="512202"/>
                  </a:lnTo>
                  <a:lnTo>
                    <a:pt x="895257" y="509022"/>
                  </a:lnTo>
                  <a:lnTo>
                    <a:pt x="894709" y="506391"/>
                  </a:lnTo>
                  <a:lnTo>
                    <a:pt x="895257" y="504966"/>
                  </a:lnTo>
                  <a:lnTo>
                    <a:pt x="892845" y="500033"/>
                  </a:lnTo>
                  <a:lnTo>
                    <a:pt x="891420" y="500142"/>
                  </a:lnTo>
                  <a:lnTo>
                    <a:pt x="890543" y="501019"/>
                  </a:lnTo>
                  <a:lnTo>
                    <a:pt x="889008" y="500252"/>
                  </a:lnTo>
                  <a:lnTo>
                    <a:pt x="888460" y="498498"/>
                  </a:lnTo>
                  <a:lnTo>
                    <a:pt x="886815" y="496195"/>
                  </a:lnTo>
                  <a:lnTo>
                    <a:pt x="885390" y="495318"/>
                  </a:lnTo>
                  <a:lnTo>
                    <a:pt x="882320" y="494332"/>
                  </a:lnTo>
                  <a:lnTo>
                    <a:pt x="880128" y="491372"/>
                  </a:lnTo>
                  <a:lnTo>
                    <a:pt x="877606" y="489727"/>
                  </a:lnTo>
                  <a:lnTo>
                    <a:pt x="876620" y="488083"/>
                  </a:lnTo>
                  <a:lnTo>
                    <a:pt x="876181" y="485890"/>
                  </a:lnTo>
                  <a:lnTo>
                    <a:pt x="875962" y="483369"/>
                  </a:lnTo>
                  <a:lnTo>
                    <a:pt x="875194" y="480299"/>
                  </a:lnTo>
                  <a:lnTo>
                    <a:pt x="874975" y="479202"/>
                  </a:lnTo>
                  <a:lnTo>
                    <a:pt x="876620" y="479751"/>
                  </a:lnTo>
                  <a:lnTo>
                    <a:pt x="876839" y="480847"/>
                  </a:lnTo>
                  <a:lnTo>
                    <a:pt x="877716" y="481834"/>
                  </a:lnTo>
                  <a:lnTo>
                    <a:pt x="878593" y="481943"/>
                  </a:lnTo>
                  <a:lnTo>
                    <a:pt x="879580" y="480847"/>
                  </a:lnTo>
                  <a:lnTo>
                    <a:pt x="878483" y="479970"/>
                  </a:lnTo>
                  <a:lnTo>
                    <a:pt x="877935" y="478983"/>
                  </a:lnTo>
                  <a:lnTo>
                    <a:pt x="876291" y="476791"/>
                  </a:lnTo>
                  <a:lnTo>
                    <a:pt x="874865" y="475694"/>
                  </a:lnTo>
                  <a:lnTo>
                    <a:pt x="874427" y="476242"/>
                  </a:lnTo>
                  <a:lnTo>
                    <a:pt x="873331" y="476462"/>
                  </a:lnTo>
                  <a:lnTo>
                    <a:pt x="871796" y="475365"/>
                  </a:lnTo>
                  <a:lnTo>
                    <a:pt x="871247" y="469116"/>
                  </a:lnTo>
                  <a:lnTo>
                    <a:pt x="870261" y="467581"/>
                  </a:lnTo>
                  <a:lnTo>
                    <a:pt x="871467" y="465060"/>
                  </a:lnTo>
                  <a:lnTo>
                    <a:pt x="870809" y="461881"/>
                  </a:lnTo>
                  <a:lnTo>
                    <a:pt x="870151" y="459907"/>
                  </a:lnTo>
                  <a:lnTo>
                    <a:pt x="868068" y="456070"/>
                  </a:lnTo>
                  <a:lnTo>
                    <a:pt x="866972" y="452014"/>
                  </a:lnTo>
                  <a:lnTo>
                    <a:pt x="865985" y="447848"/>
                  </a:lnTo>
                  <a:lnTo>
                    <a:pt x="868507" y="445545"/>
                  </a:lnTo>
                  <a:lnTo>
                    <a:pt x="870480" y="442695"/>
                  </a:lnTo>
                  <a:lnTo>
                    <a:pt x="870480" y="437213"/>
                  </a:lnTo>
                  <a:lnTo>
                    <a:pt x="869055" y="433705"/>
                  </a:lnTo>
                  <a:lnTo>
                    <a:pt x="869932" y="431513"/>
                  </a:lnTo>
                  <a:lnTo>
                    <a:pt x="872344" y="429539"/>
                  </a:lnTo>
                  <a:lnTo>
                    <a:pt x="872782" y="427127"/>
                  </a:lnTo>
                  <a:lnTo>
                    <a:pt x="873988" y="426140"/>
                  </a:lnTo>
                  <a:lnTo>
                    <a:pt x="874208" y="423948"/>
                  </a:lnTo>
                  <a:lnTo>
                    <a:pt x="873221" y="421207"/>
                  </a:lnTo>
                  <a:lnTo>
                    <a:pt x="873440" y="418686"/>
                  </a:lnTo>
                  <a:lnTo>
                    <a:pt x="869603" y="416054"/>
                  </a:lnTo>
                  <a:lnTo>
                    <a:pt x="867849" y="412546"/>
                  </a:lnTo>
                  <a:lnTo>
                    <a:pt x="866204" y="408709"/>
                  </a:lnTo>
                  <a:lnTo>
                    <a:pt x="866314" y="404543"/>
                  </a:lnTo>
                  <a:lnTo>
                    <a:pt x="865218" y="401583"/>
                  </a:lnTo>
                  <a:lnTo>
                    <a:pt x="863025" y="399938"/>
                  </a:lnTo>
                  <a:lnTo>
                    <a:pt x="862258" y="396320"/>
                  </a:lnTo>
                  <a:lnTo>
                    <a:pt x="863025" y="393580"/>
                  </a:lnTo>
                  <a:lnTo>
                    <a:pt x="860723" y="388756"/>
                  </a:lnTo>
                  <a:lnTo>
                    <a:pt x="860613" y="387002"/>
                  </a:lnTo>
                  <a:lnTo>
                    <a:pt x="858749" y="384919"/>
                  </a:lnTo>
                  <a:lnTo>
                    <a:pt x="859626" y="379327"/>
                  </a:lnTo>
                  <a:lnTo>
                    <a:pt x="861819" y="379547"/>
                  </a:lnTo>
                  <a:lnTo>
                    <a:pt x="861271" y="374613"/>
                  </a:lnTo>
                  <a:lnTo>
                    <a:pt x="860613" y="371544"/>
                  </a:lnTo>
                  <a:lnTo>
                    <a:pt x="859517" y="368035"/>
                  </a:lnTo>
                  <a:lnTo>
                    <a:pt x="856995" y="364856"/>
                  </a:lnTo>
                  <a:lnTo>
                    <a:pt x="853706" y="363541"/>
                  </a:lnTo>
                  <a:lnTo>
                    <a:pt x="851843" y="361238"/>
                  </a:lnTo>
                  <a:lnTo>
                    <a:pt x="851733" y="359703"/>
                  </a:lnTo>
                  <a:lnTo>
                    <a:pt x="853816" y="358826"/>
                  </a:lnTo>
                  <a:lnTo>
                    <a:pt x="853597" y="357620"/>
                  </a:lnTo>
                  <a:lnTo>
                    <a:pt x="852720" y="356414"/>
                  </a:lnTo>
                  <a:lnTo>
                    <a:pt x="850856" y="355647"/>
                  </a:lnTo>
                  <a:lnTo>
                    <a:pt x="846251" y="352577"/>
                  </a:lnTo>
                  <a:lnTo>
                    <a:pt x="844826" y="348302"/>
                  </a:lnTo>
                  <a:lnTo>
                    <a:pt x="845265" y="343807"/>
                  </a:lnTo>
                  <a:lnTo>
                    <a:pt x="844936" y="338106"/>
                  </a:lnTo>
                  <a:lnTo>
                    <a:pt x="847457" y="333721"/>
                  </a:lnTo>
                  <a:lnTo>
                    <a:pt x="847677" y="329555"/>
                  </a:lnTo>
                  <a:lnTo>
                    <a:pt x="848773" y="327691"/>
                  </a:lnTo>
                  <a:lnTo>
                    <a:pt x="850089" y="326923"/>
                  </a:lnTo>
                  <a:lnTo>
                    <a:pt x="847457" y="325389"/>
                  </a:lnTo>
                  <a:lnTo>
                    <a:pt x="846471" y="324292"/>
                  </a:lnTo>
                  <a:lnTo>
                    <a:pt x="846580" y="322538"/>
                  </a:lnTo>
                  <a:lnTo>
                    <a:pt x="844059" y="322977"/>
                  </a:lnTo>
                  <a:lnTo>
                    <a:pt x="843730" y="324073"/>
                  </a:lnTo>
                  <a:lnTo>
                    <a:pt x="842195" y="324621"/>
                  </a:lnTo>
                  <a:lnTo>
                    <a:pt x="838029" y="323634"/>
                  </a:lnTo>
                  <a:lnTo>
                    <a:pt x="833863" y="321990"/>
                  </a:lnTo>
                  <a:lnTo>
                    <a:pt x="829039" y="320236"/>
                  </a:lnTo>
                  <a:lnTo>
                    <a:pt x="825860" y="318153"/>
                  </a:lnTo>
                  <a:lnTo>
                    <a:pt x="824983" y="314206"/>
                  </a:lnTo>
                  <a:lnTo>
                    <a:pt x="826189" y="303352"/>
                  </a:lnTo>
                  <a:lnTo>
                    <a:pt x="825641" y="298200"/>
                  </a:lnTo>
                  <a:lnTo>
                    <a:pt x="825969" y="293376"/>
                  </a:lnTo>
                  <a:lnTo>
                    <a:pt x="826846" y="288004"/>
                  </a:lnTo>
                  <a:lnTo>
                    <a:pt x="824873" y="286908"/>
                  </a:lnTo>
                  <a:lnTo>
                    <a:pt x="824435" y="285373"/>
                  </a:lnTo>
                  <a:lnTo>
                    <a:pt x="822023" y="284386"/>
                  </a:lnTo>
                  <a:lnTo>
                    <a:pt x="817308" y="282413"/>
                  </a:lnTo>
                  <a:lnTo>
                    <a:pt x="817308" y="281207"/>
                  </a:lnTo>
                  <a:lnTo>
                    <a:pt x="814348" y="279781"/>
                  </a:lnTo>
                  <a:lnTo>
                    <a:pt x="813800" y="278356"/>
                  </a:lnTo>
                  <a:lnTo>
                    <a:pt x="809525" y="276821"/>
                  </a:lnTo>
                  <a:lnTo>
                    <a:pt x="809305" y="275396"/>
                  </a:lnTo>
                  <a:lnTo>
                    <a:pt x="807770" y="274081"/>
                  </a:lnTo>
                  <a:lnTo>
                    <a:pt x="806565" y="271888"/>
                  </a:lnTo>
                  <a:lnTo>
                    <a:pt x="805687" y="269257"/>
                  </a:lnTo>
                  <a:lnTo>
                    <a:pt x="803166" y="269695"/>
                  </a:lnTo>
                  <a:lnTo>
                    <a:pt x="795053" y="263666"/>
                  </a:lnTo>
                  <a:lnTo>
                    <a:pt x="793518" y="260157"/>
                  </a:lnTo>
                  <a:lnTo>
                    <a:pt x="790339" y="255443"/>
                  </a:lnTo>
                  <a:lnTo>
                    <a:pt x="785844" y="251387"/>
                  </a:lnTo>
                  <a:lnTo>
                    <a:pt x="781020" y="248536"/>
                  </a:lnTo>
                  <a:lnTo>
                    <a:pt x="780472" y="246673"/>
                  </a:lnTo>
                  <a:lnTo>
                    <a:pt x="775977" y="244041"/>
                  </a:lnTo>
                  <a:lnTo>
                    <a:pt x="774333" y="245247"/>
                  </a:lnTo>
                  <a:lnTo>
                    <a:pt x="772907" y="246892"/>
                  </a:lnTo>
                  <a:lnTo>
                    <a:pt x="769509" y="247550"/>
                  </a:lnTo>
                  <a:lnTo>
                    <a:pt x="769399" y="248975"/>
                  </a:lnTo>
                  <a:lnTo>
                    <a:pt x="770824" y="250290"/>
                  </a:lnTo>
                  <a:lnTo>
                    <a:pt x="770605" y="252702"/>
                  </a:lnTo>
                  <a:lnTo>
                    <a:pt x="771811" y="254237"/>
                  </a:lnTo>
                  <a:lnTo>
                    <a:pt x="772469" y="255662"/>
                  </a:lnTo>
                  <a:lnTo>
                    <a:pt x="772469" y="257526"/>
                  </a:lnTo>
                  <a:lnTo>
                    <a:pt x="773456" y="258842"/>
                  </a:lnTo>
                  <a:lnTo>
                    <a:pt x="774990" y="260596"/>
                  </a:lnTo>
                  <a:lnTo>
                    <a:pt x="774004" y="263227"/>
                  </a:lnTo>
                  <a:lnTo>
                    <a:pt x="775100" y="266735"/>
                  </a:lnTo>
                  <a:lnTo>
                    <a:pt x="775319" y="269695"/>
                  </a:lnTo>
                  <a:lnTo>
                    <a:pt x="776416" y="272436"/>
                  </a:lnTo>
                  <a:lnTo>
                    <a:pt x="776306" y="278466"/>
                  </a:lnTo>
                  <a:lnTo>
                    <a:pt x="776964" y="280220"/>
                  </a:lnTo>
                  <a:lnTo>
                    <a:pt x="776416" y="282084"/>
                  </a:lnTo>
                  <a:lnTo>
                    <a:pt x="776745" y="283838"/>
                  </a:lnTo>
                  <a:lnTo>
                    <a:pt x="778170" y="283619"/>
                  </a:lnTo>
                  <a:lnTo>
                    <a:pt x="780801" y="289210"/>
                  </a:lnTo>
                  <a:lnTo>
                    <a:pt x="786173" y="292280"/>
                  </a:lnTo>
                  <a:lnTo>
                    <a:pt x="788146" y="296007"/>
                  </a:lnTo>
                  <a:lnTo>
                    <a:pt x="790887" y="297432"/>
                  </a:lnTo>
                  <a:lnTo>
                    <a:pt x="796478" y="302475"/>
                  </a:lnTo>
                  <a:lnTo>
                    <a:pt x="800864" y="308286"/>
                  </a:lnTo>
                  <a:lnTo>
                    <a:pt x="803276" y="310369"/>
                  </a:lnTo>
                  <a:lnTo>
                    <a:pt x="803933" y="313000"/>
                  </a:lnTo>
                  <a:lnTo>
                    <a:pt x="796478" y="319688"/>
                  </a:lnTo>
                  <a:lnTo>
                    <a:pt x="792312" y="322319"/>
                  </a:lnTo>
                  <a:lnTo>
                    <a:pt x="787160" y="319249"/>
                  </a:lnTo>
                  <a:lnTo>
                    <a:pt x="782774" y="315302"/>
                  </a:lnTo>
                  <a:lnTo>
                    <a:pt x="780033" y="306312"/>
                  </a:lnTo>
                  <a:lnTo>
                    <a:pt x="777402" y="302695"/>
                  </a:lnTo>
                  <a:lnTo>
                    <a:pt x="774881" y="300283"/>
                  </a:lnTo>
                  <a:lnTo>
                    <a:pt x="771263" y="299186"/>
                  </a:lnTo>
                  <a:lnTo>
                    <a:pt x="770496" y="296884"/>
                  </a:lnTo>
                  <a:lnTo>
                    <a:pt x="770167" y="295020"/>
                  </a:lnTo>
                  <a:lnTo>
                    <a:pt x="769290" y="292060"/>
                  </a:lnTo>
                  <a:lnTo>
                    <a:pt x="767207" y="288552"/>
                  </a:lnTo>
                  <a:lnTo>
                    <a:pt x="762821" y="284605"/>
                  </a:lnTo>
                  <a:lnTo>
                    <a:pt x="760080" y="283838"/>
                  </a:lnTo>
                  <a:lnTo>
                    <a:pt x="759094" y="279562"/>
                  </a:lnTo>
                  <a:lnTo>
                    <a:pt x="762054" y="273313"/>
                  </a:lnTo>
                  <a:lnTo>
                    <a:pt x="764575" y="274738"/>
                  </a:lnTo>
                  <a:lnTo>
                    <a:pt x="764685" y="272546"/>
                  </a:lnTo>
                  <a:lnTo>
                    <a:pt x="765562" y="270353"/>
                  </a:lnTo>
                  <a:lnTo>
                    <a:pt x="767755" y="268709"/>
                  </a:lnTo>
                  <a:lnTo>
                    <a:pt x="767864" y="267283"/>
                  </a:lnTo>
                  <a:lnTo>
                    <a:pt x="767316" y="263994"/>
                  </a:lnTo>
                  <a:lnTo>
                    <a:pt x="765891" y="258951"/>
                  </a:lnTo>
                  <a:lnTo>
                    <a:pt x="758107" y="252154"/>
                  </a:lnTo>
                  <a:lnTo>
                    <a:pt x="757011" y="247879"/>
                  </a:lnTo>
                  <a:lnTo>
                    <a:pt x="751858" y="246015"/>
                  </a:lnTo>
                  <a:lnTo>
                    <a:pt x="749885" y="244809"/>
                  </a:lnTo>
                  <a:lnTo>
                    <a:pt x="748788" y="240643"/>
                  </a:lnTo>
                  <a:lnTo>
                    <a:pt x="746047" y="236915"/>
                  </a:lnTo>
                  <a:lnTo>
                    <a:pt x="745499" y="234942"/>
                  </a:lnTo>
                  <a:lnTo>
                    <a:pt x="743636" y="234065"/>
                  </a:lnTo>
                  <a:lnTo>
                    <a:pt x="740127" y="231543"/>
                  </a:lnTo>
                  <a:lnTo>
                    <a:pt x="737058" y="225733"/>
                  </a:lnTo>
                  <a:lnTo>
                    <a:pt x="737496" y="221347"/>
                  </a:lnTo>
                  <a:lnTo>
                    <a:pt x="738044" y="217839"/>
                  </a:lnTo>
                  <a:lnTo>
                    <a:pt x="739798" y="213125"/>
                  </a:lnTo>
                  <a:lnTo>
                    <a:pt x="743087" y="208630"/>
                  </a:lnTo>
                  <a:lnTo>
                    <a:pt x="746376" y="205999"/>
                  </a:lnTo>
                  <a:lnTo>
                    <a:pt x="748898" y="206766"/>
                  </a:lnTo>
                  <a:lnTo>
                    <a:pt x="751529" y="205670"/>
                  </a:lnTo>
                  <a:lnTo>
                    <a:pt x="751091" y="203587"/>
                  </a:lnTo>
                  <a:lnTo>
                    <a:pt x="749994" y="202271"/>
                  </a:lnTo>
                  <a:lnTo>
                    <a:pt x="750214" y="200517"/>
                  </a:lnTo>
                  <a:lnTo>
                    <a:pt x="748350" y="199969"/>
                  </a:lnTo>
                  <a:lnTo>
                    <a:pt x="741772" y="199860"/>
                  </a:lnTo>
                  <a:lnTo>
                    <a:pt x="738264" y="195365"/>
                  </a:lnTo>
                  <a:lnTo>
                    <a:pt x="729822" y="193830"/>
                  </a:lnTo>
                  <a:lnTo>
                    <a:pt x="727849" y="192843"/>
                  </a:lnTo>
                  <a:lnTo>
                    <a:pt x="727191" y="191637"/>
                  </a:lnTo>
                  <a:lnTo>
                    <a:pt x="723025" y="192185"/>
                  </a:lnTo>
                  <a:lnTo>
                    <a:pt x="717982" y="189883"/>
                  </a:lnTo>
                  <a:lnTo>
                    <a:pt x="714145" y="185936"/>
                  </a:lnTo>
                  <a:lnTo>
                    <a:pt x="709978" y="185498"/>
                  </a:lnTo>
                  <a:lnTo>
                    <a:pt x="708005" y="184401"/>
                  </a:lnTo>
                  <a:lnTo>
                    <a:pt x="707128" y="182428"/>
                  </a:lnTo>
                  <a:lnTo>
                    <a:pt x="704826" y="179906"/>
                  </a:lnTo>
                  <a:lnTo>
                    <a:pt x="701427" y="177275"/>
                  </a:lnTo>
                  <a:lnTo>
                    <a:pt x="697809" y="174754"/>
                  </a:lnTo>
                  <a:lnTo>
                    <a:pt x="698029" y="173000"/>
                  </a:lnTo>
                  <a:lnTo>
                    <a:pt x="698796" y="171355"/>
                  </a:lnTo>
                  <a:lnTo>
                    <a:pt x="699783" y="170369"/>
                  </a:lnTo>
                  <a:lnTo>
                    <a:pt x="701208" y="166093"/>
                  </a:lnTo>
                  <a:lnTo>
                    <a:pt x="698906" y="163681"/>
                  </a:lnTo>
                  <a:lnTo>
                    <a:pt x="696823" y="158747"/>
                  </a:lnTo>
                  <a:lnTo>
                    <a:pt x="694301" y="156993"/>
                  </a:lnTo>
                  <a:lnTo>
                    <a:pt x="693095" y="151731"/>
                  </a:lnTo>
                  <a:lnTo>
                    <a:pt x="691999" y="149100"/>
                  </a:lnTo>
                  <a:lnTo>
                    <a:pt x="688819" y="148223"/>
                  </a:lnTo>
                  <a:lnTo>
                    <a:pt x="687394" y="145701"/>
                  </a:lnTo>
                  <a:lnTo>
                    <a:pt x="686298" y="142303"/>
                  </a:lnTo>
                  <a:lnTo>
                    <a:pt x="683119" y="140439"/>
                  </a:lnTo>
                  <a:lnTo>
                    <a:pt x="681036" y="137040"/>
                  </a:lnTo>
                  <a:lnTo>
                    <a:pt x="680159" y="134409"/>
                  </a:lnTo>
                  <a:lnTo>
                    <a:pt x="680707" y="131668"/>
                  </a:lnTo>
                  <a:lnTo>
                    <a:pt x="678624" y="127831"/>
                  </a:lnTo>
                  <a:lnTo>
                    <a:pt x="676431" y="123117"/>
                  </a:lnTo>
                  <a:lnTo>
                    <a:pt x="676760" y="119718"/>
                  </a:lnTo>
                  <a:lnTo>
                    <a:pt x="675883" y="111935"/>
                  </a:lnTo>
                  <a:lnTo>
                    <a:pt x="674019" y="107111"/>
                  </a:lnTo>
                  <a:lnTo>
                    <a:pt x="670072" y="103274"/>
                  </a:lnTo>
                  <a:lnTo>
                    <a:pt x="669743" y="100314"/>
                  </a:lnTo>
                  <a:lnTo>
                    <a:pt x="666126" y="96586"/>
                  </a:lnTo>
                  <a:lnTo>
                    <a:pt x="660205" y="92968"/>
                  </a:lnTo>
                  <a:lnTo>
                    <a:pt x="657245" y="90885"/>
                  </a:lnTo>
                  <a:lnTo>
                    <a:pt x="649790" y="89131"/>
                  </a:lnTo>
                  <a:lnTo>
                    <a:pt x="647707" y="87377"/>
                  </a:lnTo>
                  <a:lnTo>
                    <a:pt x="645405" y="85623"/>
                  </a:lnTo>
                  <a:lnTo>
                    <a:pt x="644090" y="84307"/>
                  </a:lnTo>
                  <a:lnTo>
                    <a:pt x="641568" y="83320"/>
                  </a:lnTo>
                  <a:lnTo>
                    <a:pt x="638060" y="82334"/>
                  </a:lnTo>
                  <a:lnTo>
                    <a:pt x="635538" y="80580"/>
                  </a:lnTo>
                  <a:lnTo>
                    <a:pt x="632468" y="79703"/>
                  </a:lnTo>
                  <a:lnTo>
                    <a:pt x="627974" y="79593"/>
                  </a:lnTo>
                  <a:lnTo>
                    <a:pt x="621834" y="76743"/>
                  </a:lnTo>
                  <a:lnTo>
                    <a:pt x="621505" y="74002"/>
                  </a:lnTo>
                  <a:lnTo>
                    <a:pt x="617230" y="71480"/>
                  </a:lnTo>
                  <a:lnTo>
                    <a:pt x="616791" y="69397"/>
                  </a:lnTo>
                  <a:lnTo>
                    <a:pt x="614927" y="67862"/>
                  </a:lnTo>
                  <a:lnTo>
                    <a:pt x="614160" y="65670"/>
                  </a:lnTo>
                  <a:lnTo>
                    <a:pt x="612844" y="64245"/>
                  </a:lnTo>
                  <a:lnTo>
                    <a:pt x="611748" y="64245"/>
                  </a:lnTo>
                  <a:lnTo>
                    <a:pt x="609994" y="64683"/>
                  </a:lnTo>
                  <a:lnTo>
                    <a:pt x="608898" y="63258"/>
                  </a:lnTo>
                  <a:lnTo>
                    <a:pt x="607472" y="62600"/>
                  </a:lnTo>
                  <a:lnTo>
                    <a:pt x="605828" y="60188"/>
                  </a:lnTo>
                  <a:lnTo>
                    <a:pt x="603087" y="57118"/>
                  </a:lnTo>
                  <a:lnTo>
                    <a:pt x="601004" y="54378"/>
                  </a:lnTo>
                  <a:lnTo>
                    <a:pt x="600017" y="51637"/>
                  </a:lnTo>
                  <a:lnTo>
                    <a:pt x="600675" y="49444"/>
                  </a:lnTo>
                  <a:lnTo>
                    <a:pt x="598811" y="48019"/>
                  </a:lnTo>
                  <a:lnTo>
                    <a:pt x="598592" y="44401"/>
                  </a:lnTo>
                  <a:lnTo>
                    <a:pt x="599250" y="43085"/>
                  </a:lnTo>
                  <a:lnTo>
                    <a:pt x="597934" y="40235"/>
                  </a:lnTo>
                  <a:lnTo>
                    <a:pt x="597934" y="38700"/>
                  </a:lnTo>
                  <a:lnTo>
                    <a:pt x="596948" y="38481"/>
                  </a:lnTo>
                  <a:lnTo>
                    <a:pt x="596728" y="39577"/>
                  </a:lnTo>
                  <a:lnTo>
                    <a:pt x="594097" y="38042"/>
                  </a:lnTo>
                  <a:lnTo>
                    <a:pt x="593220" y="36288"/>
                  </a:lnTo>
                  <a:lnTo>
                    <a:pt x="590150" y="34315"/>
                  </a:lnTo>
                  <a:lnTo>
                    <a:pt x="587190" y="30368"/>
                  </a:lnTo>
                  <a:lnTo>
                    <a:pt x="588067" y="26750"/>
                  </a:lnTo>
                  <a:lnTo>
                    <a:pt x="588396" y="24448"/>
                  </a:lnTo>
                  <a:lnTo>
                    <a:pt x="589383" y="23790"/>
                  </a:lnTo>
                  <a:lnTo>
                    <a:pt x="589164" y="22146"/>
                  </a:lnTo>
                  <a:lnTo>
                    <a:pt x="589383" y="20720"/>
                  </a:lnTo>
                  <a:lnTo>
                    <a:pt x="589273" y="17980"/>
                  </a:lnTo>
                  <a:lnTo>
                    <a:pt x="588506" y="13923"/>
                  </a:lnTo>
                  <a:lnTo>
                    <a:pt x="590260" y="8442"/>
                  </a:lnTo>
                  <a:lnTo>
                    <a:pt x="590370" y="7236"/>
                  </a:lnTo>
                  <a:lnTo>
                    <a:pt x="589493" y="3727"/>
                  </a:lnTo>
                  <a:lnTo>
                    <a:pt x="589602" y="767"/>
                  </a:lnTo>
                  <a:lnTo>
                    <a:pt x="588944" y="439"/>
                  </a:lnTo>
                  <a:lnTo>
                    <a:pt x="555178" y="329"/>
                  </a:lnTo>
                  <a:lnTo>
                    <a:pt x="519767" y="219"/>
                  </a:lnTo>
                  <a:lnTo>
                    <a:pt x="484355" y="110"/>
                  </a:lnTo>
                  <a:lnTo>
                    <a:pt x="448944" y="0"/>
                  </a:lnTo>
                  <a:lnTo>
                    <a:pt x="413533" y="0"/>
                  </a:lnTo>
                  <a:lnTo>
                    <a:pt x="378122" y="0"/>
                  </a:lnTo>
                  <a:lnTo>
                    <a:pt x="342710" y="110"/>
                  </a:lnTo>
                  <a:lnTo>
                    <a:pt x="333282" y="110"/>
                  </a:lnTo>
                  <a:lnTo>
                    <a:pt x="332295" y="1206"/>
                  </a:lnTo>
                  <a:lnTo>
                    <a:pt x="331638" y="110"/>
                  </a:lnTo>
                  <a:lnTo>
                    <a:pt x="326266" y="110"/>
                  </a:lnTo>
                  <a:lnTo>
                    <a:pt x="326814" y="987"/>
                  </a:lnTo>
                  <a:lnTo>
                    <a:pt x="327581" y="5482"/>
                  </a:lnTo>
                  <a:lnTo>
                    <a:pt x="327033" y="9538"/>
                  </a:lnTo>
                  <a:lnTo>
                    <a:pt x="324621" y="16116"/>
                  </a:lnTo>
                  <a:lnTo>
                    <a:pt x="320017" y="8771"/>
                  </a:lnTo>
                  <a:lnTo>
                    <a:pt x="319907" y="6359"/>
                  </a:lnTo>
                  <a:lnTo>
                    <a:pt x="318262" y="2631"/>
                  </a:lnTo>
                  <a:lnTo>
                    <a:pt x="316508" y="110"/>
                  </a:lnTo>
                  <a:lnTo>
                    <a:pt x="304778" y="110"/>
                  </a:lnTo>
                  <a:lnTo>
                    <a:pt x="303901" y="1096"/>
                  </a:lnTo>
                  <a:lnTo>
                    <a:pt x="300831" y="4385"/>
                  </a:lnTo>
                  <a:lnTo>
                    <a:pt x="299515" y="7126"/>
                  </a:lnTo>
                  <a:lnTo>
                    <a:pt x="295569" y="10634"/>
                  </a:lnTo>
                  <a:lnTo>
                    <a:pt x="293924" y="12498"/>
                  </a:lnTo>
                  <a:lnTo>
                    <a:pt x="292170" y="15677"/>
                  </a:lnTo>
                  <a:lnTo>
                    <a:pt x="291512" y="18528"/>
                  </a:lnTo>
                  <a:lnTo>
                    <a:pt x="290964" y="21926"/>
                  </a:lnTo>
                  <a:lnTo>
                    <a:pt x="292718" y="25106"/>
                  </a:lnTo>
                  <a:lnTo>
                    <a:pt x="294911" y="24009"/>
                  </a:lnTo>
                  <a:lnTo>
                    <a:pt x="296665" y="22036"/>
                  </a:lnTo>
                  <a:lnTo>
                    <a:pt x="298309" y="19624"/>
                  </a:lnTo>
                  <a:lnTo>
                    <a:pt x="302037" y="17980"/>
                  </a:lnTo>
                  <a:lnTo>
                    <a:pt x="304339" y="18309"/>
                  </a:lnTo>
                  <a:lnTo>
                    <a:pt x="306422" y="17212"/>
                  </a:lnTo>
                  <a:lnTo>
                    <a:pt x="307847" y="15897"/>
                  </a:lnTo>
                  <a:lnTo>
                    <a:pt x="309492" y="15349"/>
                  </a:lnTo>
                  <a:lnTo>
                    <a:pt x="310259" y="13704"/>
                  </a:lnTo>
                  <a:lnTo>
                    <a:pt x="310369" y="12060"/>
                  </a:lnTo>
                  <a:lnTo>
                    <a:pt x="312123" y="10963"/>
                  </a:lnTo>
                  <a:lnTo>
                    <a:pt x="313439" y="11292"/>
                  </a:lnTo>
                  <a:lnTo>
                    <a:pt x="315083" y="12169"/>
                  </a:lnTo>
                  <a:lnTo>
                    <a:pt x="314973" y="14033"/>
                  </a:lnTo>
                  <a:lnTo>
                    <a:pt x="314206" y="15458"/>
                  </a:lnTo>
                  <a:lnTo>
                    <a:pt x="314973" y="16883"/>
                  </a:lnTo>
                  <a:lnTo>
                    <a:pt x="316070" y="17980"/>
                  </a:lnTo>
                  <a:lnTo>
                    <a:pt x="317824" y="18747"/>
                  </a:lnTo>
                  <a:lnTo>
                    <a:pt x="318591" y="19515"/>
                  </a:lnTo>
                  <a:lnTo>
                    <a:pt x="318262" y="20830"/>
                  </a:lnTo>
                  <a:lnTo>
                    <a:pt x="316947" y="21598"/>
                  </a:lnTo>
                  <a:lnTo>
                    <a:pt x="315522" y="22475"/>
                  </a:lnTo>
                  <a:lnTo>
                    <a:pt x="315851" y="23242"/>
                  </a:lnTo>
                  <a:lnTo>
                    <a:pt x="316837" y="23461"/>
                  </a:lnTo>
                  <a:lnTo>
                    <a:pt x="318591" y="23790"/>
                  </a:lnTo>
                  <a:lnTo>
                    <a:pt x="319359" y="24667"/>
                  </a:lnTo>
                  <a:lnTo>
                    <a:pt x="318701" y="27298"/>
                  </a:lnTo>
                  <a:lnTo>
                    <a:pt x="316399" y="30258"/>
                  </a:lnTo>
                  <a:lnTo>
                    <a:pt x="313329" y="34425"/>
                  </a:lnTo>
                  <a:lnTo>
                    <a:pt x="312342" y="36836"/>
                  </a:lnTo>
                  <a:lnTo>
                    <a:pt x="311027" y="38481"/>
                  </a:lnTo>
                  <a:lnTo>
                    <a:pt x="310698" y="40893"/>
                  </a:lnTo>
                  <a:lnTo>
                    <a:pt x="311027" y="43634"/>
                  </a:lnTo>
                  <a:lnTo>
                    <a:pt x="311136" y="46923"/>
                  </a:lnTo>
                  <a:lnTo>
                    <a:pt x="313219" y="50102"/>
                  </a:lnTo>
                  <a:lnTo>
                    <a:pt x="314864" y="52075"/>
                  </a:lnTo>
                  <a:lnTo>
                    <a:pt x="316289" y="54268"/>
                  </a:lnTo>
                  <a:lnTo>
                    <a:pt x="316947" y="57228"/>
                  </a:lnTo>
                  <a:lnTo>
                    <a:pt x="317276" y="59750"/>
                  </a:lnTo>
                  <a:lnTo>
                    <a:pt x="319030" y="61394"/>
                  </a:lnTo>
                  <a:lnTo>
                    <a:pt x="320345" y="63367"/>
                  </a:lnTo>
                  <a:lnTo>
                    <a:pt x="321990" y="64464"/>
                  </a:lnTo>
                  <a:lnTo>
                    <a:pt x="324402" y="64793"/>
                  </a:lnTo>
                  <a:lnTo>
                    <a:pt x="327033" y="63916"/>
                  </a:lnTo>
                  <a:lnTo>
                    <a:pt x="329335" y="62271"/>
                  </a:lnTo>
                  <a:lnTo>
                    <a:pt x="330761" y="60956"/>
                  </a:lnTo>
                  <a:lnTo>
                    <a:pt x="332734" y="60956"/>
                  </a:lnTo>
                  <a:lnTo>
                    <a:pt x="334049" y="61833"/>
                  </a:lnTo>
                  <a:lnTo>
                    <a:pt x="334817" y="62052"/>
                  </a:lnTo>
                  <a:lnTo>
                    <a:pt x="335036" y="60627"/>
                  </a:lnTo>
                  <a:lnTo>
                    <a:pt x="335365" y="59311"/>
                  </a:lnTo>
                  <a:lnTo>
                    <a:pt x="336790" y="59311"/>
                  </a:lnTo>
                  <a:lnTo>
                    <a:pt x="337448" y="57886"/>
                  </a:lnTo>
                  <a:lnTo>
                    <a:pt x="336681" y="55364"/>
                  </a:lnTo>
                  <a:lnTo>
                    <a:pt x="335365" y="53391"/>
                  </a:lnTo>
                  <a:lnTo>
                    <a:pt x="333721" y="52295"/>
                  </a:lnTo>
                  <a:lnTo>
                    <a:pt x="333830" y="49883"/>
                  </a:lnTo>
                  <a:lnTo>
                    <a:pt x="332186" y="46594"/>
                  </a:lnTo>
                  <a:lnTo>
                    <a:pt x="331418" y="44620"/>
                  </a:lnTo>
                  <a:lnTo>
                    <a:pt x="331966" y="43743"/>
                  </a:lnTo>
                  <a:lnTo>
                    <a:pt x="333392" y="44291"/>
                  </a:lnTo>
                  <a:lnTo>
                    <a:pt x="335146" y="46265"/>
                  </a:lnTo>
                  <a:lnTo>
                    <a:pt x="336132" y="48129"/>
                  </a:lnTo>
                  <a:lnTo>
                    <a:pt x="337777" y="51637"/>
                  </a:lnTo>
                  <a:lnTo>
                    <a:pt x="340079" y="55693"/>
                  </a:lnTo>
                  <a:lnTo>
                    <a:pt x="340847" y="56022"/>
                  </a:lnTo>
                  <a:lnTo>
                    <a:pt x="341943" y="55803"/>
                  </a:lnTo>
                  <a:lnTo>
                    <a:pt x="344355" y="55474"/>
                  </a:lnTo>
                  <a:lnTo>
                    <a:pt x="346109" y="55693"/>
                  </a:lnTo>
                  <a:lnTo>
                    <a:pt x="347425" y="54268"/>
                  </a:lnTo>
                  <a:lnTo>
                    <a:pt x="348192" y="54049"/>
                  </a:lnTo>
                  <a:lnTo>
                    <a:pt x="349617" y="55145"/>
                  </a:lnTo>
                  <a:lnTo>
                    <a:pt x="349946" y="56790"/>
                  </a:lnTo>
                  <a:lnTo>
                    <a:pt x="350933" y="57338"/>
                  </a:lnTo>
                  <a:lnTo>
                    <a:pt x="352906" y="57667"/>
                  </a:lnTo>
                  <a:lnTo>
                    <a:pt x="355866" y="59092"/>
                  </a:lnTo>
                  <a:lnTo>
                    <a:pt x="356634" y="60407"/>
                  </a:lnTo>
                  <a:lnTo>
                    <a:pt x="358717" y="60736"/>
                  </a:lnTo>
                  <a:lnTo>
                    <a:pt x="360800" y="62381"/>
                  </a:lnTo>
                  <a:lnTo>
                    <a:pt x="361567" y="64354"/>
                  </a:lnTo>
                  <a:lnTo>
                    <a:pt x="360909" y="67314"/>
                  </a:lnTo>
                  <a:lnTo>
                    <a:pt x="358278" y="69288"/>
                  </a:lnTo>
                  <a:lnTo>
                    <a:pt x="357292" y="71261"/>
                  </a:lnTo>
                  <a:lnTo>
                    <a:pt x="355976" y="73234"/>
                  </a:lnTo>
                  <a:lnTo>
                    <a:pt x="354551" y="75427"/>
                  </a:lnTo>
                  <a:lnTo>
                    <a:pt x="353893" y="76304"/>
                  </a:lnTo>
                  <a:lnTo>
                    <a:pt x="350933" y="76523"/>
                  </a:lnTo>
                  <a:lnTo>
                    <a:pt x="345671" y="75646"/>
                  </a:lnTo>
                  <a:lnTo>
                    <a:pt x="342272" y="74221"/>
                  </a:lnTo>
                  <a:lnTo>
                    <a:pt x="340627" y="72905"/>
                  </a:lnTo>
                  <a:lnTo>
                    <a:pt x="340518" y="71042"/>
                  </a:lnTo>
                  <a:lnTo>
                    <a:pt x="338764" y="70274"/>
                  </a:lnTo>
                  <a:lnTo>
                    <a:pt x="336352" y="71042"/>
                  </a:lnTo>
                  <a:lnTo>
                    <a:pt x="335584" y="69945"/>
                  </a:lnTo>
                  <a:lnTo>
                    <a:pt x="335255" y="68520"/>
                  </a:lnTo>
                  <a:lnTo>
                    <a:pt x="333940" y="67753"/>
                  </a:lnTo>
                  <a:lnTo>
                    <a:pt x="331638" y="68301"/>
                  </a:lnTo>
                  <a:lnTo>
                    <a:pt x="329993" y="68630"/>
                  </a:lnTo>
                  <a:lnTo>
                    <a:pt x="329006" y="69507"/>
                  </a:lnTo>
                  <a:lnTo>
                    <a:pt x="329335" y="70822"/>
                  </a:lnTo>
                  <a:lnTo>
                    <a:pt x="330651" y="71042"/>
                  </a:lnTo>
                  <a:lnTo>
                    <a:pt x="331966" y="70274"/>
                  </a:lnTo>
                  <a:lnTo>
                    <a:pt x="332295" y="71042"/>
                  </a:lnTo>
                  <a:lnTo>
                    <a:pt x="332953" y="71809"/>
                  </a:lnTo>
                  <a:lnTo>
                    <a:pt x="333392" y="73234"/>
                  </a:lnTo>
                  <a:lnTo>
                    <a:pt x="334817" y="72357"/>
                  </a:lnTo>
                  <a:lnTo>
                    <a:pt x="336132" y="73673"/>
                  </a:lnTo>
                  <a:lnTo>
                    <a:pt x="335365" y="76962"/>
                  </a:lnTo>
                  <a:lnTo>
                    <a:pt x="333611" y="79483"/>
                  </a:lnTo>
                  <a:lnTo>
                    <a:pt x="330212" y="82224"/>
                  </a:lnTo>
                  <a:lnTo>
                    <a:pt x="330103" y="83649"/>
                  </a:lnTo>
                  <a:lnTo>
                    <a:pt x="328677" y="85513"/>
                  </a:lnTo>
                  <a:lnTo>
                    <a:pt x="326375" y="86938"/>
                  </a:lnTo>
                  <a:lnTo>
                    <a:pt x="324621" y="88254"/>
                  </a:lnTo>
                  <a:lnTo>
                    <a:pt x="324073" y="86390"/>
                  </a:lnTo>
                  <a:lnTo>
                    <a:pt x="324621" y="83978"/>
                  </a:lnTo>
                  <a:lnTo>
                    <a:pt x="322867" y="83978"/>
                  </a:lnTo>
                  <a:lnTo>
                    <a:pt x="321222" y="82882"/>
                  </a:lnTo>
                  <a:lnTo>
                    <a:pt x="321442" y="80689"/>
                  </a:lnTo>
                  <a:lnTo>
                    <a:pt x="320126" y="79045"/>
                  </a:lnTo>
                  <a:lnTo>
                    <a:pt x="318153" y="75975"/>
                  </a:lnTo>
                  <a:lnTo>
                    <a:pt x="315193" y="73234"/>
                  </a:lnTo>
                  <a:lnTo>
                    <a:pt x="310150" y="71042"/>
                  </a:lnTo>
                  <a:lnTo>
                    <a:pt x="306422" y="68301"/>
                  </a:lnTo>
                  <a:lnTo>
                    <a:pt x="300941" y="67205"/>
                  </a:lnTo>
                  <a:lnTo>
                    <a:pt x="297652" y="65231"/>
                  </a:lnTo>
                  <a:lnTo>
                    <a:pt x="293376" y="60627"/>
                  </a:lnTo>
                  <a:lnTo>
                    <a:pt x="289320" y="58653"/>
                  </a:lnTo>
                  <a:lnTo>
                    <a:pt x="284934" y="52185"/>
                  </a:lnTo>
                  <a:lnTo>
                    <a:pt x="283509" y="48896"/>
                  </a:lnTo>
                  <a:lnTo>
                    <a:pt x="284276" y="46703"/>
                  </a:lnTo>
                  <a:lnTo>
                    <a:pt x="285592" y="43962"/>
                  </a:lnTo>
                  <a:lnTo>
                    <a:pt x="286688" y="40454"/>
                  </a:lnTo>
                  <a:lnTo>
                    <a:pt x="287675" y="36946"/>
                  </a:lnTo>
                  <a:lnTo>
                    <a:pt x="286908" y="32670"/>
                  </a:lnTo>
                  <a:lnTo>
                    <a:pt x="286469" y="30807"/>
                  </a:lnTo>
                  <a:lnTo>
                    <a:pt x="286359" y="29162"/>
                  </a:lnTo>
                  <a:lnTo>
                    <a:pt x="285263" y="28285"/>
                  </a:lnTo>
                  <a:lnTo>
                    <a:pt x="282851" y="27737"/>
                  </a:lnTo>
                  <a:lnTo>
                    <a:pt x="281536" y="27737"/>
                  </a:lnTo>
                  <a:lnTo>
                    <a:pt x="279782" y="28833"/>
                  </a:lnTo>
                  <a:lnTo>
                    <a:pt x="277698" y="30258"/>
                  </a:lnTo>
                  <a:lnTo>
                    <a:pt x="273752" y="32999"/>
                  </a:lnTo>
                  <a:lnTo>
                    <a:pt x="270572" y="36179"/>
                  </a:lnTo>
                  <a:lnTo>
                    <a:pt x="268051" y="37933"/>
                  </a:lnTo>
                  <a:lnTo>
                    <a:pt x="265968" y="40345"/>
                  </a:lnTo>
                  <a:lnTo>
                    <a:pt x="260486" y="44182"/>
                  </a:lnTo>
                  <a:lnTo>
                    <a:pt x="254456" y="46703"/>
                  </a:lnTo>
                  <a:lnTo>
                    <a:pt x="247440" y="49992"/>
                  </a:lnTo>
                  <a:lnTo>
                    <a:pt x="241191" y="47032"/>
                  </a:lnTo>
                  <a:lnTo>
                    <a:pt x="233188" y="48238"/>
                  </a:lnTo>
                  <a:lnTo>
                    <a:pt x="226720" y="49992"/>
                  </a:lnTo>
                  <a:lnTo>
                    <a:pt x="220032" y="48786"/>
                  </a:lnTo>
                  <a:lnTo>
                    <a:pt x="213893" y="46923"/>
                  </a:lnTo>
                  <a:lnTo>
                    <a:pt x="209507" y="46923"/>
                  </a:lnTo>
                  <a:lnTo>
                    <a:pt x="206109" y="46046"/>
                  </a:lnTo>
                  <a:lnTo>
                    <a:pt x="204135" y="44949"/>
                  </a:lnTo>
                  <a:lnTo>
                    <a:pt x="203258" y="42647"/>
                  </a:lnTo>
                  <a:lnTo>
                    <a:pt x="200079" y="42647"/>
                  </a:lnTo>
                  <a:lnTo>
                    <a:pt x="195255" y="41770"/>
                  </a:lnTo>
                  <a:lnTo>
                    <a:pt x="190979" y="40783"/>
                  </a:lnTo>
                  <a:lnTo>
                    <a:pt x="184511" y="42208"/>
                  </a:lnTo>
                  <a:lnTo>
                    <a:pt x="180455" y="41441"/>
                  </a:lnTo>
                  <a:lnTo>
                    <a:pt x="178920" y="38591"/>
                  </a:lnTo>
                  <a:lnTo>
                    <a:pt x="174754" y="37385"/>
                  </a:lnTo>
                  <a:lnTo>
                    <a:pt x="171684" y="37385"/>
                  </a:lnTo>
                  <a:lnTo>
                    <a:pt x="163900" y="36069"/>
                  </a:lnTo>
                  <a:lnTo>
                    <a:pt x="155459" y="38262"/>
                  </a:lnTo>
                  <a:lnTo>
                    <a:pt x="146030" y="37385"/>
                  </a:lnTo>
                  <a:lnTo>
                    <a:pt x="144386" y="34205"/>
                  </a:lnTo>
                  <a:lnTo>
                    <a:pt x="140768" y="31464"/>
                  </a:lnTo>
                  <a:lnTo>
                    <a:pt x="137917" y="30697"/>
                  </a:lnTo>
                  <a:lnTo>
                    <a:pt x="132436" y="32780"/>
                  </a:lnTo>
                  <a:lnTo>
                    <a:pt x="137808" y="38591"/>
                  </a:lnTo>
                  <a:lnTo>
                    <a:pt x="138575" y="39139"/>
                  </a:lnTo>
                  <a:lnTo>
                    <a:pt x="139233" y="42208"/>
                  </a:lnTo>
                  <a:lnTo>
                    <a:pt x="139891" y="45059"/>
                  </a:lnTo>
                  <a:lnTo>
                    <a:pt x="142193" y="48677"/>
                  </a:lnTo>
                  <a:lnTo>
                    <a:pt x="142412" y="53062"/>
                  </a:lnTo>
                  <a:lnTo>
                    <a:pt x="144605" y="57228"/>
                  </a:lnTo>
                  <a:lnTo>
                    <a:pt x="146907" y="59969"/>
                  </a:lnTo>
                  <a:lnTo>
                    <a:pt x="148771" y="62710"/>
                  </a:lnTo>
                  <a:lnTo>
                    <a:pt x="151293" y="60298"/>
                  </a:lnTo>
                  <a:lnTo>
                    <a:pt x="154143" y="60956"/>
                  </a:lnTo>
                  <a:lnTo>
                    <a:pt x="158748" y="62710"/>
                  </a:lnTo>
                  <a:lnTo>
                    <a:pt x="161050" y="66218"/>
                  </a:lnTo>
                  <a:lnTo>
                    <a:pt x="162475" y="71590"/>
                  </a:lnTo>
                  <a:lnTo>
                    <a:pt x="166422" y="73125"/>
                  </a:lnTo>
                  <a:lnTo>
                    <a:pt x="168834" y="74331"/>
                  </a:lnTo>
                  <a:lnTo>
                    <a:pt x="169272" y="71151"/>
                  </a:lnTo>
                  <a:lnTo>
                    <a:pt x="170259" y="69178"/>
                  </a:lnTo>
                  <a:lnTo>
                    <a:pt x="171355" y="67533"/>
                  </a:lnTo>
                  <a:lnTo>
                    <a:pt x="174096" y="67533"/>
                  </a:lnTo>
                  <a:lnTo>
                    <a:pt x="176289" y="68630"/>
                  </a:lnTo>
                  <a:lnTo>
                    <a:pt x="177933" y="70494"/>
                  </a:lnTo>
                  <a:lnTo>
                    <a:pt x="179029" y="72796"/>
                  </a:lnTo>
                  <a:lnTo>
                    <a:pt x="179687" y="75427"/>
                  </a:lnTo>
                  <a:lnTo>
                    <a:pt x="178810" y="79703"/>
                  </a:lnTo>
                  <a:lnTo>
                    <a:pt x="176946" y="80031"/>
                  </a:lnTo>
                  <a:lnTo>
                    <a:pt x="174206" y="77839"/>
                  </a:lnTo>
                  <a:lnTo>
                    <a:pt x="173438" y="79045"/>
                  </a:lnTo>
                  <a:lnTo>
                    <a:pt x="176179" y="81895"/>
                  </a:lnTo>
                  <a:lnTo>
                    <a:pt x="177385" y="83869"/>
                  </a:lnTo>
                  <a:lnTo>
                    <a:pt x="179468" y="85184"/>
                  </a:lnTo>
                  <a:lnTo>
                    <a:pt x="180674" y="82443"/>
                  </a:lnTo>
                  <a:lnTo>
                    <a:pt x="182318" y="81786"/>
                  </a:lnTo>
                  <a:lnTo>
                    <a:pt x="187142" y="83978"/>
                  </a:lnTo>
                  <a:lnTo>
                    <a:pt x="191856" y="88035"/>
                  </a:lnTo>
                  <a:lnTo>
                    <a:pt x="194268" y="94284"/>
                  </a:lnTo>
                  <a:lnTo>
                    <a:pt x="194926" y="95490"/>
                  </a:lnTo>
                  <a:lnTo>
                    <a:pt x="197667" y="99108"/>
                  </a:lnTo>
                  <a:lnTo>
                    <a:pt x="198325" y="100423"/>
                  </a:lnTo>
                  <a:lnTo>
                    <a:pt x="201175" y="106234"/>
                  </a:lnTo>
                  <a:lnTo>
                    <a:pt x="204793" y="106124"/>
                  </a:lnTo>
                  <a:lnTo>
                    <a:pt x="211590" y="109303"/>
                  </a:lnTo>
                  <a:lnTo>
                    <a:pt x="221238" y="113469"/>
                  </a:lnTo>
                  <a:lnTo>
                    <a:pt x="228145" y="115991"/>
                  </a:lnTo>
                  <a:lnTo>
                    <a:pt x="231214" y="121801"/>
                  </a:lnTo>
                  <a:lnTo>
                    <a:pt x="234723" y="122240"/>
                  </a:lnTo>
                  <a:lnTo>
                    <a:pt x="239766" y="125529"/>
                  </a:lnTo>
                  <a:lnTo>
                    <a:pt x="241520" y="127064"/>
                  </a:lnTo>
                  <a:lnTo>
                    <a:pt x="246015" y="131668"/>
                  </a:lnTo>
                  <a:lnTo>
                    <a:pt x="248975" y="141316"/>
                  </a:lnTo>
                  <a:lnTo>
                    <a:pt x="250400" y="149758"/>
                  </a:lnTo>
                  <a:lnTo>
                    <a:pt x="249962" y="159186"/>
                  </a:lnTo>
                  <a:lnTo>
                    <a:pt x="249852" y="168834"/>
                  </a:lnTo>
                  <a:lnTo>
                    <a:pt x="252154" y="173329"/>
                  </a:lnTo>
                  <a:lnTo>
                    <a:pt x="254676" y="172232"/>
                  </a:lnTo>
                  <a:lnTo>
                    <a:pt x="258403" y="173986"/>
                  </a:lnTo>
                  <a:lnTo>
                    <a:pt x="261254" y="175192"/>
                  </a:lnTo>
                  <a:lnTo>
                    <a:pt x="261144" y="177604"/>
                  </a:lnTo>
                  <a:lnTo>
                    <a:pt x="261583" y="179797"/>
                  </a:lnTo>
                  <a:lnTo>
                    <a:pt x="260267" y="182318"/>
                  </a:lnTo>
                  <a:lnTo>
                    <a:pt x="263008" y="184511"/>
                  </a:lnTo>
                  <a:lnTo>
                    <a:pt x="268161" y="180893"/>
                  </a:lnTo>
                  <a:lnTo>
                    <a:pt x="276931" y="184621"/>
                  </a:lnTo>
                  <a:lnTo>
                    <a:pt x="282961" y="189116"/>
                  </a:lnTo>
                  <a:lnTo>
                    <a:pt x="288114" y="193501"/>
                  </a:lnTo>
                  <a:lnTo>
                    <a:pt x="288881" y="188896"/>
                  </a:lnTo>
                  <a:lnTo>
                    <a:pt x="292060" y="188348"/>
                  </a:lnTo>
                  <a:lnTo>
                    <a:pt x="299406" y="187361"/>
                  </a:lnTo>
                  <a:lnTo>
                    <a:pt x="304778" y="189773"/>
                  </a:lnTo>
                  <a:lnTo>
                    <a:pt x="310150" y="190322"/>
                  </a:lnTo>
                  <a:lnTo>
                    <a:pt x="317057" y="193830"/>
                  </a:lnTo>
                  <a:lnTo>
                    <a:pt x="323525" y="197777"/>
                  </a:lnTo>
                  <a:lnTo>
                    <a:pt x="329445" y="204354"/>
                  </a:lnTo>
                  <a:lnTo>
                    <a:pt x="333501" y="209836"/>
                  </a:lnTo>
                  <a:lnTo>
                    <a:pt x="336242" y="217072"/>
                  </a:lnTo>
                  <a:lnTo>
                    <a:pt x="345013" y="225952"/>
                  </a:lnTo>
                  <a:lnTo>
                    <a:pt x="347205" y="227158"/>
                  </a:lnTo>
                  <a:lnTo>
                    <a:pt x="349179" y="226171"/>
                  </a:lnTo>
                  <a:lnTo>
                    <a:pt x="351262" y="225294"/>
                  </a:lnTo>
                  <a:lnTo>
                    <a:pt x="351042" y="222334"/>
                  </a:lnTo>
                  <a:lnTo>
                    <a:pt x="354003" y="221347"/>
                  </a:lnTo>
                  <a:lnTo>
                    <a:pt x="363869" y="222553"/>
                  </a:lnTo>
                  <a:lnTo>
                    <a:pt x="370009" y="224527"/>
                  </a:lnTo>
                  <a:lnTo>
                    <a:pt x="375381" y="227925"/>
                  </a:lnTo>
                  <a:lnTo>
                    <a:pt x="382288" y="232091"/>
                  </a:lnTo>
                  <a:lnTo>
                    <a:pt x="387221" y="238450"/>
                  </a:lnTo>
                  <a:lnTo>
                    <a:pt x="394567" y="251496"/>
                  </a:lnTo>
                  <a:lnTo>
                    <a:pt x="397856" y="258513"/>
                  </a:lnTo>
                  <a:lnTo>
                    <a:pt x="398513" y="261802"/>
                  </a:lnTo>
                  <a:lnTo>
                    <a:pt x="400267" y="264871"/>
                  </a:lnTo>
                  <a:lnTo>
                    <a:pt x="411998" y="271559"/>
                  </a:lnTo>
                  <a:lnTo>
                    <a:pt x="417699" y="281207"/>
                  </a:lnTo>
                  <a:lnTo>
                    <a:pt x="425483" y="284715"/>
                  </a:lnTo>
                  <a:lnTo>
                    <a:pt x="430087" y="285702"/>
                  </a:lnTo>
                  <a:lnTo>
                    <a:pt x="433924" y="282851"/>
                  </a:lnTo>
                  <a:lnTo>
                    <a:pt x="436227" y="282632"/>
                  </a:lnTo>
                  <a:lnTo>
                    <a:pt x="436336" y="277589"/>
                  </a:lnTo>
                  <a:lnTo>
                    <a:pt x="439406" y="275067"/>
                  </a:lnTo>
                  <a:lnTo>
                    <a:pt x="441051" y="271559"/>
                  </a:lnTo>
                  <a:lnTo>
                    <a:pt x="443901" y="266297"/>
                  </a:lnTo>
                  <a:lnTo>
                    <a:pt x="450369" y="263885"/>
                  </a:lnTo>
                  <a:lnTo>
                    <a:pt x="454864" y="263885"/>
                  </a:lnTo>
                  <a:lnTo>
                    <a:pt x="460565" y="263556"/>
                  </a:lnTo>
                  <a:lnTo>
                    <a:pt x="464183" y="264214"/>
                  </a:lnTo>
                  <a:lnTo>
                    <a:pt x="471528" y="265858"/>
                  </a:lnTo>
                  <a:lnTo>
                    <a:pt x="479203" y="269915"/>
                  </a:lnTo>
                  <a:lnTo>
                    <a:pt x="486986" y="275944"/>
                  </a:lnTo>
                  <a:lnTo>
                    <a:pt x="489947" y="275287"/>
                  </a:lnTo>
                  <a:lnTo>
                    <a:pt x="490933" y="273642"/>
                  </a:lnTo>
                  <a:lnTo>
                    <a:pt x="491262" y="270463"/>
                  </a:lnTo>
                  <a:lnTo>
                    <a:pt x="491481" y="267941"/>
                  </a:lnTo>
                  <a:lnTo>
                    <a:pt x="491152" y="266077"/>
                  </a:lnTo>
                  <a:lnTo>
                    <a:pt x="491262" y="264323"/>
                  </a:lnTo>
                  <a:lnTo>
                    <a:pt x="491262" y="262350"/>
                  </a:lnTo>
                  <a:lnTo>
                    <a:pt x="492468" y="259500"/>
                  </a:lnTo>
                  <a:lnTo>
                    <a:pt x="495099" y="256759"/>
                  </a:lnTo>
                  <a:lnTo>
                    <a:pt x="497511" y="258513"/>
                  </a:lnTo>
                  <a:lnTo>
                    <a:pt x="503102" y="253250"/>
                  </a:lnTo>
                  <a:lnTo>
                    <a:pt x="504637" y="246673"/>
                  </a:lnTo>
                  <a:lnTo>
                    <a:pt x="505405" y="233188"/>
                  </a:lnTo>
                  <a:lnTo>
                    <a:pt x="508036" y="228364"/>
                  </a:lnTo>
                  <a:lnTo>
                    <a:pt x="511106" y="226610"/>
                  </a:lnTo>
                  <a:lnTo>
                    <a:pt x="513956" y="227706"/>
                  </a:lnTo>
                  <a:lnTo>
                    <a:pt x="516806" y="230995"/>
                  </a:lnTo>
                  <a:lnTo>
                    <a:pt x="517793" y="234832"/>
                  </a:lnTo>
                  <a:lnTo>
                    <a:pt x="518122" y="246124"/>
                  </a:lnTo>
                  <a:lnTo>
                    <a:pt x="516806" y="248427"/>
                  </a:lnTo>
                  <a:lnTo>
                    <a:pt x="515710" y="252373"/>
                  </a:lnTo>
                  <a:lnTo>
                    <a:pt x="513956" y="254785"/>
                  </a:lnTo>
                  <a:lnTo>
                    <a:pt x="511215" y="256430"/>
                  </a:lnTo>
                  <a:lnTo>
                    <a:pt x="509461" y="259171"/>
                  </a:lnTo>
                  <a:lnTo>
                    <a:pt x="507159" y="261911"/>
                  </a:lnTo>
                  <a:lnTo>
                    <a:pt x="505514" y="263227"/>
                  </a:lnTo>
                  <a:lnTo>
                    <a:pt x="502554" y="265200"/>
                  </a:lnTo>
                  <a:lnTo>
                    <a:pt x="500910" y="266845"/>
                  </a:lnTo>
                  <a:lnTo>
                    <a:pt x="497182" y="267064"/>
                  </a:lnTo>
                  <a:lnTo>
                    <a:pt x="495867" y="268160"/>
                  </a:lnTo>
                  <a:lnTo>
                    <a:pt x="497182" y="269476"/>
                  </a:lnTo>
                  <a:lnTo>
                    <a:pt x="497511" y="272546"/>
                  </a:lnTo>
                  <a:lnTo>
                    <a:pt x="498607" y="275067"/>
                  </a:lnTo>
                  <a:lnTo>
                    <a:pt x="500252" y="277479"/>
                  </a:lnTo>
                  <a:lnTo>
                    <a:pt x="502225" y="278795"/>
                  </a:lnTo>
                  <a:lnTo>
                    <a:pt x="504857" y="277699"/>
                  </a:lnTo>
                  <a:lnTo>
                    <a:pt x="504966" y="276054"/>
                  </a:lnTo>
                  <a:lnTo>
                    <a:pt x="504199" y="274081"/>
                  </a:lnTo>
                  <a:lnTo>
                    <a:pt x="506282" y="273532"/>
                  </a:lnTo>
                  <a:lnTo>
                    <a:pt x="509242" y="272984"/>
                  </a:lnTo>
                  <a:lnTo>
                    <a:pt x="509900" y="270244"/>
                  </a:lnTo>
                  <a:lnTo>
                    <a:pt x="510557" y="267722"/>
                  </a:lnTo>
                  <a:lnTo>
                    <a:pt x="513298" y="266406"/>
                  </a:lnTo>
                  <a:lnTo>
                    <a:pt x="515929" y="265529"/>
                  </a:lnTo>
                  <a:lnTo>
                    <a:pt x="517574" y="265749"/>
                  </a:lnTo>
                  <a:lnTo>
                    <a:pt x="519328" y="266626"/>
                  </a:lnTo>
                  <a:lnTo>
                    <a:pt x="518012" y="267722"/>
                  </a:lnTo>
                  <a:lnTo>
                    <a:pt x="515052" y="269366"/>
                  </a:lnTo>
                  <a:lnTo>
                    <a:pt x="514504" y="271888"/>
                  </a:lnTo>
                  <a:lnTo>
                    <a:pt x="514504" y="274629"/>
                  </a:lnTo>
                  <a:lnTo>
                    <a:pt x="515601" y="276931"/>
                  </a:lnTo>
                  <a:lnTo>
                    <a:pt x="517683" y="280549"/>
                  </a:lnTo>
                  <a:lnTo>
                    <a:pt x="519767" y="283399"/>
                  </a:lnTo>
                  <a:lnTo>
                    <a:pt x="522178" y="285263"/>
                  </a:lnTo>
                  <a:lnTo>
                    <a:pt x="525248" y="289429"/>
                  </a:lnTo>
                  <a:lnTo>
                    <a:pt x="527331" y="292718"/>
                  </a:lnTo>
                  <a:lnTo>
                    <a:pt x="529962" y="296665"/>
                  </a:lnTo>
                  <a:lnTo>
                    <a:pt x="531278" y="298090"/>
                  </a:lnTo>
                  <a:lnTo>
                    <a:pt x="531388" y="300392"/>
                  </a:lnTo>
                  <a:lnTo>
                    <a:pt x="530620" y="302695"/>
                  </a:lnTo>
                  <a:lnTo>
                    <a:pt x="530949" y="306422"/>
                  </a:lnTo>
                  <a:lnTo>
                    <a:pt x="530620" y="309273"/>
                  </a:lnTo>
                  <a:lnTo>
                    <a:pt x="533909" y="312233"/>
                  </a:lnTo>
                  <a:lnTo>
                    <a:pt x="538952" y="316837"/>
                  </a:lnTo>
                  <a:lnTo>
                    <a:pt x="541803" y="320016"/>
                  </a:lnTo>
                  <a:lnTo>
                    <a:pt x="545092" y="321442"/>
                  </a:lnTo>
                  <a:lnTo>
                    <a:pt x="548929" y="321222"/>
                  </a:lnTo>
                  <a:lnTo>
                    <a:pt x="550025" y="321442"/>
                  </a:lnTo>
                  <a:lnTo>
                    <a:pt x="550683" y="322100"/>
                  </a:lnTo>
                  <a:lnTo>
                    <a:pt x="551012" y="323086"/>
                  </a:lnTo>
                  <a:lnTo>
                    <a:pt x="551121" y="324073"/>
                  </a:lnTo>
                  <a:lnTo>
                    <a:pt x="551231" y="324511"/>
                  </a:lnTo>
                  <a:lnTo>
                    <a:pt x="551779" y="326814"/>
                  </a:lnTo>
                  <a:lnTo>
                    <a:pt x="561646" y="332405"/>
                  </a:lnTo>
                  <a:lnTo>
                    <a:pt x="569540" y="338873"/>
                  </a:lnTo>
                  <a:lnTo>
                    <a:pt x="575898" y="345013"/>
                  </a:lnTo>
                  <a:lnTo>
                    <a:pt x="580832" y="348850"/>
                  </a:lnTo>
                  <a:lnTo>
                    <a:pt x="584669" y="351700"/>
                  </a:lnTo>
                  <a:lnTo>
                    <a:pt x="590808" y="355537"/>
                  </a:lnTo>
                  <a:lnTo>
                    <a:pt x="596071" y="359265"/>
                  </a:lnTo>
                  <a:lnTo>
                    <a:pt x="603854" y="369680"/>
                  </a:lnTo>
                  <a:lnTo>
                    <a:pt x="606376" y="370447"/>
                  </a:lnTo>
                  <a:lnTo>
                    <a:pt x="614818" y="370009"/>
                  </a:lnTo>
                  <a:lnTo>
                    <a:pt x="618107" y="370338"/>
                  </a:lnTo>
                  <a:lnTo>
                    <a:pt x="618984" y="371105"/>
                  </a:lnTo>
                  <a:lnTo>
                    <a:pt x="620519" y="375162"/>
                  </a:lnTo>
                  <a:lnTo>
                    <a:pt x="623369" y="377354"/>
                  </a:lnTo>
                  <a:lnTo>
                    <a:pt x="626658" y="376258"/>
                  </a:lnTo>
                  <a:lnTo>
                    <a:pt x="629289" y="374504"/>
                  </a:lnTo>
                  <a:lnTo>
                    <a:pt x="630386" y="376696"/>
                  </a:lnTo>
                  <a:lnTo>
                    <a:pt x="630166" y="379876"/>
                  </a:lnTo>
                  <a:lnTo>
                    <a:pt x="629947" y="380753"/>
                  </a:lnTo>
                  <a:lnTo>
                    <a:pt x="641458" y="388866"/>
                  </a:lnTo>
                  <a:lnTo>
                    <a:pt x="644857" y="388208"/>
                  </a:lnTo>
                  <a:lnTo>
                    <a:pt x="646611" y="386125"/>
                  </a:lnTo>
                  <a:lnTo>
                    <a:pt x="648036" y="383932"/>
                  </a:lnTo>
                  <a:lnTo>
                    <a:pt x="650448" y="382836"/>
                  </a:lnTo>
                  <a:lnTo>
                    <a:pt x="652422" y="383274"/>
                  </a:lnTo>
                  <a:lnTo>
                    <a:pt x="660315" y="387769"/>
                  </a:lnTo>
                  <a:lnTo>
                    <a:pt x="665029" y="392155"/>
                  </a:lnTo>
                  <a:lnTo>
                    <a:pt x="672046" y="401364"/>
                  </a:lnTo>
                  <a:lnTo>
                    <a:pt x="676431" y="411669"/>
                  </a:lnTo>
                  <a:lnTo>
                    <a:pt x="678076" y="418028"/>
                  </a:lnTo>
                  <a:lnTo>
                    <a:pt x="678843" y="425044"/>
                  </a:lnTo>
                  <a:lnTo>
                    <a:pt x="682022" y="429429"/>
                  </a:lnTo>
                  <a:lnTo>
                    <a:pt x="687723" y="428443"/>
                  </a:lnTo>
                  <a:lnTo>
                    <a:pt x="692766" y="431293"/>
                  </a:lnTo>
                  <a:lnTo>
                    <a:pt x="696384" y="436884"/>
                  </a:lnTo>
                  <a:lnTo>
                    <a:pt x="700769" y="441270"/>
                  </a:lnTo>
                  <a:lnTo>
                    <a:pt x="704607" y="449931"/>
                  </a:lnTo>
                  <a:lnTo>
                    <a:pt x="708444" y="463964"/>
                  </a:lnTo>
                  <a:lnTo>
                    <a:pt x="712390" y="471199"/>
                  </a:lnTo>
                  <a:lnTo>
                    <a:pt x="714145" y="480080"/>
                  </a:lnTo>
                  <a:lnTo>
                    <a:pt x="718530" y="487096"/>
                  </a:lnTo>
                  <a:lnTo>
                    <a:pt x="719845" y="499265"/>
                  </a:lnTo>
                  <a:lnTo>
                    <a:pt x="720284" y="528099"/>
                  </a:lnTo>
                  <a:lnTo>
                    <a:pt x="719407" y="540377"/>
                  </a:lnTo>
                  <a:lnTo>
                    <a:pt x="719188" y="545420"/>
                  </a:lnTo>
                  <a:lnTo>
                    <a:pt x="719407" y="547942"/>
                  </a:lnTo>
                  <a:lnTo>
                    <a:pt x="720942" y="546517"/>
                  </a:lnTo>
                  <a:lnTo>
                    <a:pt x="721709" y="538185"/>
                  </a:lnTo>
                  <a:lnTo>
                    <a:pt x="722696" y="528647"/>
                  </a:lnTo>
                  <a:lnTo>
                    <a:pt x="722367" y="505624"/>
                  </a:lnTo>
                  <a:lnTo>
                    <a:pt x="722148" y="502006"/>
                  </a:lnTo>
                  <a:lnTo>
                    <a:pt x="723682" y="500910"/>
                  </a:lnTo>
                  <a:lnTo>
                    <a:pt x="724779" y="502445"/>
                  </a:lnTo>
                  <a:lnTo>
                    <a:pt x="725766" y="508803"/>
                  </a:lnTo>
                  <a:lnTo>
                    <a:pt x="727300" y="521520"/>
                  </a:lnTo>
                  <a:lnTo>
                    <a:pt x="726971" y="528866"/>
                  </a:lnTo>
                  <a:lnTo>
                    <a:pt x="725546" y="533251"/>
                  </a:lnTo>
                  <a:lnTo>
                    <a:pt x="726533" y="537856"/>
                  </a:lnTo>
                  <a:lnTo>
                    <a:pt x="727191" y="545859"/>
                  </a:lnTo>
                  <a:lnTo>
                    <a:pt x="727410" y="549915"/>
                  </a:lnTo>
                  <a:lnTo>
                    <a:pt x="724998" y="551669"/>
                  </a:lnTo>
                  <a:lnTo>
                    <a:pt x="723134" y="552875"/>
                  </a:lnTo>
                  <a:lnTo>
                    <a:pt x="724121" y="555068"/>
                  </a:lnTo>
                  <a:lnTo>
                    <a:pt x="726533" y="554081"/>
                  </a:lnTo>
                  <a:lnTo>
                    <a:pt x="731466" y="553643"/>
                  </a:lnTo>
                  <a:lnTo>
                    <a:pt x="733769" y="554520"/>
                  </a:lnTo>
                  <a:lnTo>
                    <a:pt x="730260" y="556055"/>
                  </a:lnTo>
                  <a:lnTo>
                    <a:pt x="725108" y="558247"/>
                  </a:lnTo>
                  <a:lnTo>
                    <a:pt x="723354" y="560988"/>
                  </a:lnTo>
                  <a:lnTo>
                    <a:pt x="725766" y="561536"/>
                  </a:lnTo>
                  <a:lnTo>
                    <a:pt x="725766" y="563181"/>
                  </a:lnTo>
                  <a:lnTo>
                    <a:pt x="725437" y="566908"/>
                  </a:lnTo>
                  <a:lnTo>
                    <a:pt x="723792" y="568882"/>
                  </a:lnTo>
                  <a:lnTo>
                    <a:pt x="722586" y="572609"/>
                  </a:lnTo>
                  <a:lnTo>
                    <a:pt x="722696" y="575350"/>
                  </a:lnTo>
                  <a:lnTo>
                    <a:pt x="725108" y="576446"/>
                  </a:lnTo>
                  <a:lnTo>
                    <a:pt x="724998" y="582695"/>
                  </a:lnTo>
                  <a:lnTo>
                    <a:pt x="724560" y="594316"/>
                  </a:lnTo>
                  <a:lnTo>
                    <a:pt x="724340" y="601223"/>
                  </a:lnTo>
                  <a:lnTo>
                    <a:pt x="723134" y="604512"/>
                  </a:lnTo>
                  <a:lnTo>
                    <a:pt x="720065" y="608788"/>
                  </a:lnTo>
                  <a:lnTo>
                    <a:pt x="716556" y="614160"/>
                  </a:lnTo>
                  <a:lnTo>
                    <a:pt x="714035" y="620080"/>
                  </a:lnTo>
                  <a:lnTo>
                    <a:pt x="712500" y="626110"/>
                  </a:lnTo>
                  <a:lnTo>
                    <a:pt x="712171" y="630057"/>
                  </a:lnTo>
                  <a:lnTo>
                    <a:pt x="713048" y="633346"/>
                  </a:lnTo>
                  <a:lnTo>
                    <a:pt x="712500" y="635538"/>
                  </a:lnTo>
                  <a:lnTo>
                    <a:pt x="711623" y="638717"/>
                  </a:lnTo>
                  <a:lnTo>
                    <a:pt x="713596" y="640033"/>
                  </a:lnTo>
                  <a:lnTo>
                    <a:pt x="713706" y="641458"/>
                  </a:lnTo>
                  <a:lnTo>
                    <a:pt x="715679" y="641458"/>
                  </a:lnTo>
                  <a:lnTo>
                    <a:pt x="716008" y="643870"/>
                  </a:lnTo>
                  <a:lnTo>
                    <a:pt x="714583" y="647269"/>
                  </a:lnTo>
                  <a:lnTo>
                    <a:pt x="715460" y="649023"/>
                  </a:lnTo>
                  <a:lnTo>
                    <a:pt x="714035" y="655272"/>
                  </a:lnTo>
                  <a:lnTo>
                    <a:pt x="711733" y="659328"/>
                  </a:lnTo>
                  <a:lnTo>
                    <a:pt x="710417" y="661631"/>
                  </a:lnTo>
                  <a:lnTo>
                    <a:pt x="711842" y="663604"/>
                  </a:lnTo>
                  <a:lnTo>
                    <a:pt x="710746" y="665577"/>
                  </a:lnTo>
                  <a:lnTo>
                    <a:pt x="708115" y="665906"/>
                  </a:lnTo>
                  <a:lnTo>
                    <a:pt x="707018" y="667112"/>
                  </a:lnTo>
                  <a:lnTo>
                    <a:pt x="707567" y="669524"/>
                  </a:lnTo>
                  <a:lnTo>
                    <a:pt x="707786" y="670292"/>
                  </a:lnTo>
                  <a:lnTo>
                    <a:pt x="709430" y="671826"/>
                  </a:lnTo>
                  <a:lnTo>
                    <a:pt x="708663" y="677089"/>
                  </a:lnTo>
                  <a:lnTo>
                    <a:pt x="708005" y="680158"/>
                  </a:lnTo>
                  <a:lnTo>
                    <a:pt x="708992" y="683996"/>
                  </a:lnTo>
                  <a:lnTo>
                    <a:pt x="711184" y="684324"/>
                  </a:lnTo>
                  <a:lnTo>
                    <a:pt x="713377" y="680926"/>
                  </a:lnTo>
                  <a:lnTo>
                    <a:pt x="715460" y="676760"/>
                  </a:lnTo>
                  <a:lnTo>
                    <a:pt x="713816" y="672923"/>
                  </a:lnTo>
                  <a:lnTo>
                    <a:pt x="712610" y="668866"/>
                  </a:lnTo>
                  <a:lnTo>
                    <a:pt x="714035" y="666016"/>
                  </a:lnTo>
                  <a:lnTo>
                    <a:pt x="716008" y="663494"/>
                  </a:lnTo>
                  <a:lnTo>
                    <a:pt x="715899" y="659767"/>
                  </a:lnTo>
                  <a:lnTo>
                    <a:pt x="717872" y="656588"/>
                  </a:lnTo>
                  <a:lnTo>
                    <a:pt x="719078" y="655491"/>
                  </a:lnTo>
                  <a:lnTo>
                    <a:pt x="720503" y="657245"/>
                  </a:lnTo>
                  <a:lnTo>
                    <a:pt x="720722" y="658999"/>
                  </a:lnTo>
                  <a:lnTo>
                    <a:pt x="721161" y="661411"/>
                  </a:lnTo>
                  <a:lnTo>
                    <a:pt x="723134" y="664262"/>
                  </a:lnTo>
                  <a:lnTo>
                    <a:pt x="723463" y="665687"/>
                  </a:lnTo>
                  <a:lnTo>
                    <a:pt x="722696" y="667222"/>
                  </a:lnTo>
                  <a:lnTo>
                    <a:pt x="720065" y="669086"/>
                  </a:lnTo>
                  <a:lnTo>
                    <a:pt x="719297" y="670072"/>
                  </a:lnTo>
                  <a:lnTo>
                    <a:pt x="719188" y="671826"/>
                  </a:lnTo>
                  <a:lnTo>
                    <a:pt x="719845" y="672923"/>
                  </a:lnTo>
                  <a:lnTo>
                    <a:pt x="720613" y="673800"/>
                  </a:lnTo>
                  <a:lnTo>
                    <a:pt x="721928" y="678624"/>
                  </a:lnTo>
                  <a:lnTo>
                    <a:pt x="720832" y="680268"/>
                  </a:lnTo>
                  <a:lnTo>
                    <a:pt x="717324" y="683447"/>
                  </a:lnTo>
                  <a:lnTo>
                    <a:pt x="715241" y="684544"/>
                  </a:lnTo>
                  <a:lnTo>
                    <a:pt x="716666" y="688162"/>
                  </a:lnTo>
                  <a:lnTo>
                    <a:pt x="717872" y="688710"/>
                  </a:lnTo>
                  <a:lnTo>
                    <a:pt x="719297" y="689039"/>
                  </a:lnTo>
                  <a:lnTo>
                    <a:pt x="720394" y="690464"/>
                  </a:lnTo>
                  <a:lnTo>
                    <a:pt x="720832" y="692766"/>
                  </a:lnTo>
                  <a:lnTo>
                    <a:pt x="720394" y="699344"/>
                  </a:lnTo>
                  <a:lnTo>
                    <a:pt x="721051" y="703291"/>
                  </a:lnTo>
                  <a:lnTo>
                    <a:pt x="722257" y="706251"/>
                  </a:lnTo>
                  <a:lnTo>
                    <a:pt x="724231" y="708663"/>
                  </a:lnTo>
                  <a:lnTo>
                    <a:pt x="727081" y="710965"/>
                  </a:lnTo>
                  <a:lnTo>
                    <a:pt x="731137" y="710527"/>
                  </a:lnTo>
                  <a:lnTo>
                    <a:pt x="730260" y="708005"/>
                  </a:lnTo>
                  <a:lnTo>
                    <a:pt x="729932" y="703510"/>
                  </a:lnTo>
                  <a:lnTo>
                    <a:pt x="728945" y="696713"/>
                  </a:lnTo>
                  <a:lnTo>
                    <a:pt x="729603" y="693972"/>
                  </a:lnTo>
                  <a:lnTo>
                    <a:pt x="732672" y="691779"/>
                  </a:lnTo>
                  <a:lnTo>
                    <a:pt x="733769" y="694082"/>
                  </a:lnTo>
                  <a:lnTo>
                    <a:pt x="733878" y="696165"/>
                  </a:lnTo>
                  <a:lnTo>
                    <a:pt x="733001" y="697919"/>
                  </a:lnTo>
                  <a:lnTo>
                    <a:pt x="731137" y="699234"/>
                  </a:lnTo>
                  <a:lnTo>
                    <a:pt x="734646" y="710088"/>
                  </a:lnTo>
                  <a:lnTo>
                    <a:pt x="737387" y="713596"/>
                  </a:lnTo>
                  <a:lnTo>
                    <a:pt x="740676" y="709649"/>
                  </a:lnTo>
                  <a:lnTo>
                    <a:pt x="741553" y="711623"/>
                  </a:lnTo>
                  <a:lnTo>
                    <a:pt x="742868" y="712829"/>
                  </a:lnTo>
                  <a:lnTo>
                    <a:pt x="744403" y="713158"/>
                  </a:lnTo>
                  <a:lnTo>
                    <a:pt x="746157" y="712500"/>
                  </a:lnTo>
                  <a:lnTo>
                    <a:pt x="745061" y="711513"/>
                  </a:lnTo>
                  <a:lnTo>
                    <a:pt x="742978" y="708992"/>
                  </a:lnTo>
                  <a:lnTo>
                    <a:pt x="741881" y="708005"/>
                  </a:lnTo>
                  <a:lnTo>
                    <a:pt x="745061" y="705593"/>
                  </a:lnTo>
                  <a:lnTo>
                    <a:pt x="746157" y="705045"/>
                  </a:lnTo>
                  <a:lnTo>
                    <a:pt x="741991" y="701098"/>
                  </a:lnTo>
                  <a:lnTo>
                    <a:pt x="740347" y="696165"/>
                  </a:lnTo>
                  <a:lnTo>
                    <a:pt x="739579" y="690464"/>
                  </a:lnTo>
                  <a:lnTo>
                    <a:pt x="737935" y="684215"/>
                  </a:lnTo>
                  <a:lnTo>
                    <a:pt x="740456" y="686079"/>
                  </a:lnTo>
                  <a:lnTo>
                    <a:pt x="742649" y="690135"/>
                  </a:lnTo>
                  <a:lnTo>
                    <a:pt x="744184" y="694739"/>
                  </a:lnTo>
                  <a:lnTo>
                    <a:pt x="744732" y="698357"/>
                  </a:lnTo>
                  <a:lnTo>
                    <a:pt x="745938" y="701537"/>
                  </a:lnTo>
                  <a:lnTo>
                    <a:pt x="749008" y="705812"/>
                  </a:lnTo>
                  <a:lnTo>
                    <a:pt x="752954" y="709869"/>
                  </a:lnTo>
                  <a:lnTo>
                    <a:pt x="756901" y="712500"/>
                  </a:lnTo>
                  <a:lnTo>
                    <a:pt x="757011" y="714035"/>
                  </a:lnTo>
                  <a:lnTo>
                    <a:pt x="756243" y="714693"/>
                  </a:lnTo>
                  <a:lnTo>
                    <a:pt x="751858" y="711513"/>
                  </a:lnTo>
                  <a:lnTo>
                    <a:pt x="751200" y="712390"/>
                  </a:lnTo>
                  <a:lnTo>
                    <a:pt x="753612" y="715350"/>
                  </a:lnTo>
                  <a:lnTo>
                    <a:pt x="758107" y="718968"/>
                  </a:lnTo>
                  <a:lnTo>
                    <a:pt x="762163" y="724121"/>
                  </a:lnTo>
                  <a:lnTo>
                    <a:pt x="766110" y="728506"/>
                  </a:lnTo>
                  <a:lnTo>
                    <a:pt x="769509" y="731905"/>
                  </a:lnTo>
                  <a:lnTo>
                    <a:pt x="772250" y="738812"/>
                  </a:lnTo>
                  <a:lnTo>
                    <a:pt x="776196" y="749884"/>
                  </a:lnTo>
                  <a:lnTo>
                    <a:pt x="775429" y="755257"/>
                  </a:lnTo>
                  <a:lnTo>
                    <a:pt x="774990" y="757668"/>
                  </a:lnTo>
                  <a:lnTo>
                    <a:pt x="775210" y="761505"/>
                  </a:lnTo>
                  <a:lnTo>
                    <a:pt x="776525" y="763808"/>
                  </a:lnTo>
                  <a:lnTo>
                    <a:pt x="778828" y="762273"/>
                  </a:lnTo>
                  <a:lnTo>
                    <a:pt x="780801" y="761286"/>
                  </a:lnTo>
                  <a:lnTo>
                    <a:pt x="782884" y="762383"/>
                  </a:lnTo>
                  <a:lnTo>
                    <a:pt x="786721" y="761725"/>
                  </a:lnTo>
                  <a:lnTo>
                    <a:pt x="782665" y="759094"/>
                  </a:lnTo>
                  <a:lnTo>
                    <a:pt x="778608" y="755037"/>
                  </a:lnTo>
                  <a:lnTo>
                    <a:pt x="781568" y="755914"/>
                  </a:lnTo>
                  <a:lnTo>
                    <a:pt x="786063" y="756682"/>
                  </a:lnTo>
                  <a:lnTo>
                    <a:pt x="789352" y="755914"/>
                  </a:lnTo>
                  <a:lnTo>
                    <a:pt x="791655" y="754928"/>
                  </a:lnTo>
                  <a:lnTo>
                    <a:pt x="793847" y="756572"/>
                  </a:lnTo>
                  <a:lnTo>
                    <a:pt x="799219" y="757340"/>
                  </a:lnTo>
                  <a:lnTo>
                    <a:pt x="801741" y="752735"/>
                  </a:lnTo>
                  <a:lnTo>
                    <a:pt x="799877" y="749556"/>
                  </a:lnTo>
                  <a:lnTo>
                    <a:pt x="799767" y="746157"/>
                  </a:lnTo>
                  <a:lnTo>
                    <a:pt x="803056" y="746376"/>
                  </a:lnTo>
                  <a:lnTo>
                    <a:pt x="805249" y="748459"/>
                  </a:lnTo>
                  <a:lnTo>
                    <a:pt x="809305" y="751529"/>
                  </a:lnTo>
                  <a:lnTo>
                    <a:pt x="811827" y="754708"/>
                  </a:lnTo>
                  <a:lnTo>
                    <a:pt x="809525" y="754708"/>
                  </a:lnTo>
                  <a:lnTo>
                    <a:pt x="807990" y="753831"/>
                  </a:lnTo>
                  <a:lnTo>
                    <a:pt x="808757" y="756134"/>
                  </a:lnTo>
                  <a:lnTo>
                    <a:pt x="812704" y="763260"/>
                  </a:lnTo>
                  <a:lnTo>
                    <a:pt x="814568" y="770824"/>
                  </a:lnTo>
                  <a:lnTo>
                    <a:pt x="819282" y="777512"/>
                  </a:lnTo>
                  <a:lnTo>
                    <a:pt x="825202" y="782445"/>
                  </a:lnTo>
                  <a:lnTo>
                    <a:pt x="829916" y="783213"/>
                  </a:lnTo>
                  <a:lnTo>
                    <a:pt x="833644" y="785515"/>
                  </a:lnTo>
                  <a:lnTo>
                    <a:pt x="840770" y="792093"/>
                  </a:lnTo>
                  <a:lnTo>
                    <a:pt x="842414" y="796259"/>
                  </a:lnTo>
                  <a:lnTo>
                    <a:pt x="845813" y="798781"/>
                  </a:lnTo>
                  <a:lnTo>
                    <a:pt x="848883" y="799548"/>
                  </a:lnTo>
                  <a:lnTo>
                    <a:pt x="855351" y="802618"/>
                  </a:lnTo>
                  <a:lnTo>
                    <a:pt x="862806" y="806784"/>
                  </a:lnTo>
                  <a:lnTo>
                    <a:pt x="865656" y="810182"/>
                  </a:lnTo>
                  <a:lnTo>
                    <a:pt x="850417" y="802179"/>
                  </a:lnTo>
                  <a:lnTo>
                    <a:pt x="848006" y="801631"/>
                  </a:lnTo>
                  <a:lnTo>
                    <a:pt x="848992" y="802837"/>
                  </a:lnTo>
                  <a:lnTo>
                    <a:pt x="881224" y="820378"/>
                  </a:lnTo>
                  <a:lnTo>
                    <a:pt x="891749" y="825860"/>
                  </a:lnTo>
                  <a:lnTo>
                    <a:pt x="902273" y="833644"/>
                  </a:lnTo>
                  <a:lnTo>
                    <a:pt x="909290" y="837481"/>
                  </a:lnTo>
                  <a:lnTo>
                    <a:pt x="915429" y="840879"/>
                  </a:lnTo>
                  <a:lnTo>
                    <a:pt x="920363" y="844388"/>
                  </a:lnTo>
                  <a:lnTo>
                    <a:pt x="928804" y="850088"/>
                  </a:lnTo>
                  <a:lnTo>
                    <a:pt x="933299" y="854145"/>
                  </a:lnTo>
                  <a:lnTo>
                    <a:pt x="934615" y="857105"/>
                  </a:lnTo>
                  <a:lnTo>
                    <a:pt x="939110" y="860174"/>
                  </a:lnTo>
                  <a:lnTo>
                    <a:pt x="945688" y="865875"/>
                  </a:lnTo>
                  <a:lnTo>
                    <a:pt x="950073" y="869274"/>
                  </a:lnTo>
                  <a:lnTo>
                    <a:pt x="957418" y="877496"/>
                  </a:lnTo>
                  <a:lnTo>
                    <a:pt x="959611" y="879579"/>
                  </a:lnTo>
                  <a:lnTo>
                    <a:pt x="960050" y="882320"/>
                  </a:lnTo>
                  <a:lnTo>
                    <a:pt x="962242" y="882759"/>
                  </a:lnTo>
                  <a:lnTo>
                    <a:pt x="965751" y="885171"/>
                  </a:lnTo>
                  <a:lnTo>
                    <a:pt x="972767" y="891968"/>
                  </a:lnTo>
                  <a:lnTo>
                    <a:pt x="985046" y="906878"/>
                  </a:lnTo>
                  <a:lnTo>
                    <a:pt x="1005876" y="929353"/>
                  </a:lnTo>
                  <a:lnTo>
                    <a:pt x="1019690" y="940535"/>
                  </a:lnTo>
                  <a:lnTo>
                    <a:pt x="1030214" y="945469"/>
                  </a:lnTo>
                  <a:lnTo>
                    <a:pt x="1053785" y="956103"/>
                  </a:lnTo>
                  <a:lnTo>
                    <a:pt x="1063762" y="962023"/>
                  </a:lnTo>
                  <a:lnTo>
                    <a:pt x="1072971" y="970465"/>
                  </a:lnTo>
                  <a:lnTo>
                    <a:pt x="1078781" y="981757"/>
                  </a:lnTo>
                  <a:lnTo>
                    <a:pt x="1080974" y="983840"/>
                  </a:lnTo>
                  <a:lnTo>
                    <a:pt x="1087333" y="995022"/>
                  </a:lnTo>
                  <a:lnTo>
                    <a:pt x="1088319" y="999079"/>
                  </a:lnTo>
                  <a:lnTo>
                    <a:pt x="1090951" y="1001929"/>
                  </a:lnTo>
                  <a:lnTo>
                    <a:pt x="1092266" y="1005218"/>
                  </a:lnTo>
                  <a:lnTo>
                    <a:pt x="1096980" y="1013440"/>
                  </a:lnTo>
                  <a:lnTo>
                    <a:pt x="1098406" y="1015524"/>
                  </a:lnTo>
                  <a:lnTo>
                    <a:pt x="1100598" y="1017497"/>
                  </a:lnTo>
                  <a:lnTo>
                    <a:pt x="1101914" y="1023636"/>
                  </a:lnTo>
                  <a:lnTo>
                    <a:pt x="1103668" y="1037669"/>
                  </a:lnTo>
                  <a:lnTo>
                    <a:pt x="1112329" y="1069791"/>
                  </a:lnTo>
                  <a:lnTo>
                    <a:pt x="1112438" y="1075602"/>
                  </a:lnTo>
                  <a:lnTo>
                    <a:pt x="1114083" y="1082070"/>
                  </a:lnTo>
                  <a:lnTo>
                    <a:pt x="1115727" y="1083496"/>
                  </a:lnTo>
                  <a:lnTo>
                    <a:pt x="1117372" y="1087881"/>
                  </a:lnTo>
                  <a:lnTo>
                    <a:pt x="1118030" y="1089964"/>
                  </a:lnTo>
                  <a:lnTo>
                    <a:pt x="1121648" y="1096322"/>
                  </a:lnTo>
                  <a:lnTo>
                    <a:pt x="1124937" y="1100379"/>
                  </a:lnTo>
                  <a:lnTo>
                    <a:pt x="1128116" y="1103668"/>
                  </a:lnTo>
                  <a:lnTo>
                    <a:pt x="1133598" y="1108272"/>
                  </a:lnTo>
                  <a:lnTo>
                    <a:pt x="1137763" y="1111013"/>
                  </a:lnTo>
                  <a:lnTo>
                    <a:pt x="1140285" y="1111781"/>
                  </a:lnTo>
                  <a:lnTo>
                    <a:pt x="1142478" y="1113096"/>
                  </a:lnTo>
                  <a:lnTo>
                    <a:pt x="1146425" y="1113096"/>
                  </a:lnTo>
                  <a:lnTo>
                    <a:pt x="1154099" y="1112658"/>
                  </a:lnTo>
                  <a:lnTo>
                    <a:pt x="1152564" y="1111013"/>
                  </a:lnTo>
                  <a:lnTo>
                    <a:pt x="1152783" y="1109259"/>
                  </a:lnTo>
                  <a:lnTo>
                    <a:pt x="1156072" y="1107615"/>
                  </a:lnTo>
                  <a:lnTo>
                    <a:pt x="1161115" y="1107505"/>
                  </a:lnTo>
                  <a:lnTo>
                    <a:pt x="1162650" y="1107066"/>
                  </a:lnTo>
                  <a:lnTo>
                    <a:pt x="1165500" y="1104983"/>
                  </a:lnTo>
                  <a:lnTo>
                    <a:pt x="1168022" y="1102900"/>
                  </a:lnTo>
                  <a:lnTo>
                    <a:pt x="1171640" y="1099502"/>
                  </a:lnTo>
                  <a:lnTo>
                    <a:pt x="1172188" y="1095226"/>
                  </a:lnTo>
                  <a:lnTo>
                    <a:pt x="1180959" y="1089196"/>
                  </a:lnTo>
                  <a:lnTo>
                    <a:pt x="1186331" y="1088539"/>
                  </a:lnTo>
                  <a:lnTo>
                    <a:pt x="1190058" y="1084263"/>
                  </a:lnTo>
                  <a:lnTo>
                    <a:pt x="1189071" y="1082399"/>
                  </a:lnTo>
                  <a:lnTo>
                    <a:pt x="1189839" y="1079329"/>
                  </a:lnTo>
                  <a:lnTo>
                    <a:pt x="1193457" y="1077246"/>
                  </a:lnTo>
                  <a:lnTo>
                    <a:pt x="1197842" y="1073957"/>
                  </a:lnTo>
                  <a:lnTo>
                    <a:pt x="1206722" y="1070669"/>
                  </a:lnTo>
                  <a:lnTo>
                    <a:pt x="1210559" y="1068586"/>
                  </a:lnTo>
                  <a:lnTo>
                    <a:pt x="1216589" y="1068476"/>
                  </a:lnTo>
                  <a:lnTo>
                    <a:pt x="1218782" y="1065625"/>
                  </a:lnTo>
                  <a:lnTo>
                    <a:pt x="1225579" y="1062775"/>
                  </a:lnTo>
                  <a:lnTo>
                    <a:pt x="1226675" y="1059924"/>
                  </a:lnTo>
                  <a:lnTo>
                    <a:pt x="1228539" y="1059157"/>
                  </a:lnTo>
                  <a:lnTo>
                    <a:pt x="1230732" y="1054991"/>
                  </a:lnTo>
                  <a:lnTo>
                    <a:pt x="1232815" y="1053566"/>
                  </a:lnTo>
                  <a:lnTo>
                    <a:pt x="1236652" y="1047975"/>
                  </a:lnTo>
                  <a:lnTo>
                    <a:pt x="1238954" y="1044357"/>
                  </a:lnTo>
                  <a:lnTo>
                    <a:pt x="1240708" y="1042712"/>
                  </a:lnTo>
                  <a:lnTo>
                    <a:pt x="1241147" y="1040300"/>
                  </a:lnTo>
                  <a:lnTo>
                    <a:pt x="1243011" y="1036682"/>
                  </a:lnTo>
                  <a:lnTo>
                    <a:pt x="1243888" y="1034599"/>
                  </a:lnTo>
                  <a:lnTo>
                    <a:pt x="1244107" y="1032516"/>
                  </a:lnTo>
                  <a:lnTo>
                    <a:pt x="1243778" y="1028022"/>
                  </a:lnTo>
                  <a:lnTo>
                    <a:pt x="1243888" y="1025939"/>
                  </a:lnTo>
                  <a:lnTo>
                    <a:pt x="1244655" y="1025171"/>
                  </a:lnTo>
                  <a:lnTo>
                    <a:pt x="1246300" y="1022540"/>
                  </a:lnTo>
                  <a:lnTo>
                    <a:pt x="1246190" y="1019251"/>
                  </a:lnTo>
                  <a:lnTo>
                    <a:pt x="1246628" y="1014427"/>
                  </a:lnTo>
                  <a:lnTo>
                    <a:pt x="1245971" y="1012125"/>
                  </a:lnTo>
                  <a:lnTo>
                    <a:pt x="1246080" y="1008288"/>
                  </a:lnTo>
                  <a:lnTo>
                    <a:pt x="1245642" y="1005985"/>
                  </a:lnTo>
                  <a:lnTo>
                    <a:pt x="1247944" y="1004560"/>
                  </a:lnTo>
                  <a:lnTo>
                    <a:pt x="1249260" y="1002696"/>
                  </a:lnTo>
                  <a:close/>
                  <a:moveTo>
                    <a:pt x="990199" y="600894"/>
                  </a:moveTo>
                  <a:lnTo>
                    <a:pt x="991953" y="601004"/>
                  </a:lnTo>
                  <a:lnTo>
                    <a:pt x="993159" y="599908"/>
                  </a:lnTo>
                  <a:lnTo>
                    <a:pt x="994365" y="598373"/>
                  </a:lnTo>
                  <a:lnTo>
                    <a:pt x="995022" y="594536"/>
                  </a:lnTo>
                  <a:lnTo>
                    <a:pt x="996996" y="591576"/>
                  </a:lnTo>
                  <a:lnTo>
                    <a:pt x="997873" y="590370"/>
                  </a:lnTo>
                  <a:lnTo>
                    <a:pt x="997653" y="589383"/>
                  </a:lnTo>
                  <a:lnTo>
                    <a:pt x="996557" y="590589"/>
                  </a:lnTo>
                  <a:lnTo>
                    <a:pt x="994913" y="590808"/>
                  </a:lnTo>
                  <a:lnTo>
                    <a:pt x="992939" y="590808"/>
                  </a:lnTo>
                  <a:lnTo>
                    <a:pt x="989431" y="594755"/>
                  </a:lnTo>
                  <a:lnTo>
                    <a:pt x="989212" y="596948"/>
                  </a:lnTo>
                  <a:lnTo>
                    <a:pt x="990089" y="599469"/>
                  </a:lnTo>
                  <a:lnTo>
                    <a:pt x="990199" y="600894"/>
                  </a:lnTo>
                  <a:close/>
                  <a:moveTo>
                    <a:pt x="1054333" y="752406"/>
                  </a:moveTo>
                  <a:lnTo>
                    <a:pt x="1053456" y="754051"/>
                  </a:lnTo>
                  <a:lnTo>
                    <a:pt x="1053895" y="755695"/>
                  </a:lnTo>
                  <a:lnTo>
                    <a:pt x="1056088" y="755257"/>
                  </a:lnTo>
                  <a:lnTo>
                    <a:pt x="1055759" y="757668"/>
                  </a:lnTo>
                  <a:lnTo>
                    <a:pt x="1057951" y="758874"/>
                  </a:lnTo>
                  <a:lnTo>
                    <a:pt x="1059705" y="758546"/>
                  </a:lnTo>
                  <a:lnTo>
                    <a:pt x="1058390" y="759971"/>
                  </a:lnTo>
                  <a:lnTo>
                    <a:pt x="1055868" y="761067"/>
                  </a:lnTo>
                  <a:lnTo>
                    <a:pt x="1055649" y="762821"/>
                  </a:lnTo>
                  <a:lnTo>
                    <a:pt x="1057403" y="764027"/>
                  </a:lnTo>
                  <a:lnTo>
                    <a:pt x="1056526" y="765672"/>
                  </a:lnTo>
                  <a:lnTo>
                    <a:pt x="1057074" y="768961"/>
                  </a:lnTo>
                  <a:lnTo>
                    <a:pt x="1057951" y="770824"/>
                  </a:lnTo>
                  <a:lnTo>
                    <a:pt x="1059377" y="772030"/>
                  </a:lnTo>
                  <a:lnTo>
                    <a:pt x="1061021" y="772907"/>
                  </a:lnTo>
                  <a:lnTo>
                    <a:pt x="1061350" y="774113"/>
                  </a:lnTo>
                  <a:lnTo>
                    <a:pt x="1062666" y="774333"/>
                  </a:lnTo>
                  <a:lnTo>
                    <a:pt x="1062994" y="775429"/>
                  </a:lnTo>
                  <a:lnTo>
                    <a:pt x="1059596" y="776635"/>
                  </a:lnTo>
                  <a:lnTo>
                    <a:pt x="1060254" y="778389"/>
                  </a:lnTo>
                  <a:lnTo>
                    <a:pt x="1060692" y="780362"/>
                  </a:lnTo>
                  <a:lnTo>
                    <a:pt x="1062117" y="778937"/>
                  </a:lnTo>
                  <a:lnTo>
                    <a:pt x="1063762" y="779266"/>
                  </a:lnTo>
                  <a:lnTo>
                    <a:pt x="1064968" y="780472"/>
                  </a:lnTo>
                  <a:lnTo>
                    <a:pt x="1064200" y="782993"/>
                  </a:lnTo>
                  <a:lnTo>
                    <a:pt x="1064968" y="784419"/>
                  </a:lnTo>
                  <a:lnTo>
                    <a:pt x="1065077" y="786392"/>
                  </a:lnTo>
                  <a:lnTo>
                    <a:pt x="1069353" y="786721"/>
                  </a:lnTo>
                  <a:lnTo>
                    <a:pt x="1070120" y="783103"/>
                  </a:lnTo>
                  <a:lnTo>
                    <a:pt x="1071217" y="781239"/>
                  </a:lnTo>
                  <a:lnTo>
                    <a:pt x="1073081" y="779814"/>
                  </a:lnTo>
                  <a:lnTo>
                    <a:pt x="1072094" y="776854"/>
                  </a:lnTo>
                  <a:lnTo>
                    <a:pt x="1073300" y="774771"/>
                  </a:lnTo>
                  <a:lnTo>
                    <a:pt x="1076041" y="774442"/>
                  </a:lnTo>
                  <a:lnTo>
                    <a:pt x="1076918" y="771921"/>
                  </a:lnTo>
                  <a:lnTo>
                    <a:pt x="1075383" y="770386"/>
                  </a:lnTo>
                  <a:lnTo>
                    <a:pt x="1074067" y="767864"/>
                  </a:lnTo>
                  <a:lnTo>
                    <a:pt x="1073519" y="764794"/>
                  </a:lnTo>
                  <a:lnTo>
                    <a:pt x="1071546" y="764466"/>
                  </a:lnTo>
                  <a:lnTo>
                    <a:pt x="1069682" y="762054"/>
                  </a:lnTo>
                  <a:lnTo>
                    <a:pt x="1065516" y="758874"/>
                  </a:lnTo>
                  <a:lnTo>
                    <a:pt x="1062008" y="758436"/>
                  </a:lnTo>
                  <a:lnTo>
                    <a:pt x="1062666" y="755366"/>
                  </a:lnTo>
                  <a:lnTo>
                    <a:pt x="1062008" y="753173"/>
                  </a:lnTo>
                  <a:lnTo>
                    <a:pt x="1059925" y="751090"/>
                  </a:lnTo>
                  <a:lnTo>
                    <a:pt x="1058719" y="749336"/>
                  </a:lnTo>
                  <a:lnTo>
                    <a:pt x="1057513" y="746815"/>
                  </a:lnTo>
                  <a:lnTo>
                    <a:pt x="1055320" y="745938"/>
                  </a:lnTo>
                  <a:lnTo>
                    <a:pt x="1054772" y="748021"/>
                  </a:lnTo>
                  <a:lnTo>
                    <a:pt x="1051702" y="750542"/>
                  </a:lnTo>
                  <a:lnTo>
                    <a:pt x="1052360" y="752077"/>
                  </a:lnTo>
                  <a:lnTo>
                    <a:pt x="1054333" y="752406"/>
                  </a:lnTo>
                  <a:close/>
                  <a:moveTo>
                    <a:pt x="1149275" y="813362"/>
                  </a:moveTo>
                  <a:lnTo>
                    <a:pt x="1148727" y="815335"/>
                  </a:lnTo>
                  <a:lnTo>
                    <a:pt x="1150919" y="822023"/>
                  </a:lnTo>
                  <a:lnTo>
                    <a:pt x="1153441" y="829916"/>
                  </a:lnTo>
                  <a:lnTo>
                    <a:pt x="1156511" y="834740"/>
                  </a:lnTo>
                  <a:lnTo>
                    <a:pt x="1159142" y="838358"/>
                  </a:lnTo>
                  <a:lnTo>
                    <a:pt x="1158703" y="840112"/>
                  </a:lnTo>
                  <a:lnTo>
                    <a:pt x="1161006" y="841099"/>
                  </a:lnTo>
                  <a:lnTo>
                    <a:pt x="1167255" y="841866"/>
                  </a:lnTo>
                  <a:lnTo>
                    <a:pt x="1170434" y="842524"/>
                  </a:lnTo>
                  <a:lnTo>
                    <a:pt x="1172846" y="843291"/>
                  </a:lnTo>
                  <a:lnTo>
                    <a:pt x="1173723" y="839454"/>
                  </a:lnTo>
                  <a:lnTo>
                    <a:pt x="1171969" y="835946"/>
                  </a:lnTo>
                  <a:lnTo>
                    <a:pt x="1171640" y="833644"/>
                  </a:lnTo>
                  <a:lnTo>
                    <a:pt x="1168789" y="827833"/>
                  </a:lnTo>
                  <a:lnTo>
                    <a:pt x="1166268" y="824544"/>
                  </a:lnTo>
                  <a:lnTo>
                    <a:pt x="1164952" y="823338"/>
                  </a:lnTo>
                  <a:lnTo>
                    <a:pt x="1161883" y="817199"/>
                  </a:lnTo>
                  <a:lnTo>
                    <a:pt x="1159361" y="814348"/>
                  </a:lnTo>
                  <a:lnTo>
                    <a:pt x="1157059" y="809634"/>
                  </a:lnTo>
                  <a:lnTo>
                    <a:pt x="1155085" y="804920"/>
                  </a:lnTo>
                  <a:lnTo>
                    <a:pt x="1153551" y="802947"/>
                  </a:lnTo>
                  <a:lnTo>
                    <a:pt x="1152345" y="800973"/>
                  </a:lnTo>
                  <a:lnTo>
                    <a:pt x="1150042" y="798013"/>
                  </a:lnTo>
                  <a:lnTo>
                    <a:pt x="1149714" y="795053"/>
                  </a:lnTo>
                  <a:lnTo>
                    <a:pt x="1148288" y="792751"/>
                  </a:lnTo>
                  <a:lnTo>
                    <a:pt x="1146973" y="792422"/>
                  </a:lnTo>
                  <a:lnTo>
                    <a:pt x="1146753" y="795601"/>
                  </a:lnTo>
                  <a:lnTo>
                    <a:pt x="1146096" y="802947"/>
                  </a:lnTo>
                  <a:lnTo>
                    <a:pt x="1150152" y="811607"/>
                  </a:lnTo>
                  <a:lnTo>
                    <a:pt x="1149275" y="813362"/>
                  </a:lnTo>
                  <a:close/>
                  <a:moveTo>
                    <a:pt x="1021553" y="690902"/>
                  </a:moveTo>
                  <a:lnTo>
                    <a:pt x="1020457" y="691670"/>
                  </a:lnTo>
                  <a:lnTo>
                    <a:pt x="1018155" y="693424"/>
                  </a:lnTo>
                  <a:lnTo>
                    <a:pt x="1018045" y="694082"/>
                  </a:lnTo>
                  <a:lnTo>
                    <a:pt x="1019361" y="695726"/>
                  </a:lnTo>
                  <a:lnTo>
                    <a:pt x="1020567" y="695507"/>
                  </a:lnTo>
                  <a:lnTo>
                    <a:pt x="1021663" y="695507"/>
                  </a:lnTo>
                  <a:lnTo>
                    <a:pt x="1021663" y="697042"/>
                  </a:lnTo>
                  <a:lnTo>
                    <a:pt x="1022978" y="697042"/>
                  </a:lnTo>
                  <a:lnTo>
                    <a:pt x="1022978" y="695945"/>
                  </a:lnTo>
                  <a:lnTo>
                    <a:pt x="1022321" y="694630"/>
                  </a:lnTo>
                  <a:lnTo>
                    <a:pt x="1021773" y="693753"/>
                  </a:lnTo>
                  <a:lnTo>
                    <a:pt x="1022211" y="691450"/>
                  </a:lnTo>
                  <a:lnTo>
                    <a:pt x="1021553" y="690902"/>
                  </a:lnTo>
                  <a:close/>
                  <a:moveTo>
                    <a:pt x="995461" y="634880"/>
                  </a:moveTo>
                  <a:lnTo>
                    <a:pt x="994474" y="634551"/>
                  </a:lnTo>
                  <a:lnTo>
                    <a:pt x="994145" y="635209"/>
                  </a:lnTo>
                  <a:lnTo>
                    <a:pt x="993707" y="636744"/>
                  </a:lnTo>
                  <a:lnTo>
                    <a:pt x="993159" y="641129"/>
                  </a:lnTo>
                  <a:lnTo>
                    <a:pt x="993268" y="643980"/>
                  </a:lnTo>
                  <a:lnTo>
                    <a:pt x="992610" y="645734"/>
                  </a:lnTo>
                  <a:lnTo>
                    <a:pt x="992610" y="648804"/>
                  </a:lnTo>
                  <a:lnTo>
                    <a:pt x="993268" y="651106"/>
                  </a:lnTo>
                  <a:lnTo>
                    <a:pt x="994913" y="650996"/>
                  </a:lnTo>
                  <a:lnTo>
                    <a:pt x="996447" y="653189"/>
                  </a:lnTo>
                  <a:lnTo>
                    <a:pt x="999298" y="653079"/>
                  </a:lnTo>
                  <a:lnTo>
                    <a:pt x="1000614" y="655053"/>
                  </a:lnTo>
                  <a:lnTo>
                    <a:pt x="1000942" y="658013"/>
                  </a:lnTo>
                  <a:lnTo>
                    <a:pt x="1001162" y="659986"/>
                  </a:lnTo>
                  <a:lnTo>
                    <a:pt x="1002587" y="661740"/>
                  </a:lnTo>
                  <a:lnTo>
                    <a:pt x="1003683" y="663714"/>
                  </a:lnTo>
                  <a:lnTo>
                    <a:pt x="1003683" y="665577"/>
                  </a:lnTo>
                  <a:lnTo>
                    <a:pt x="1004780" y="669086"/>
                  </a:lnTo>
                  <a:lnTo>
                    <a:pt x="1006863" y="669853"/>
                  </a:lnTo>
                  <a:lnTo>
                    <a:pt x="1008398" y="673032"/>
                  </a:lnTo>
                  <a:lnTo>
                    <a:pt x="1007411" y="674458"/>
                  </a:lnTo>
                  <a:lnTo>
                    <a:pt x="1007301" y="675883"/>
                  </a:lnTo>
                  <a:lnTo>
                    <a:pt x="1009384" y="675664"/>
                  </a:lnTo>
                  <a:lnTo>
                    <a:pt x="1011686" y="675335"/>
                  </a:lnTo>
                  <a:lnTo>
                    <a:pt x="1013660" y="676540"/>
                  </a:lnTo>
                  <a:lnTo>
                    <a:pt x="1013660" y="677637"/>
                  </a:lnTo>
                  <a:lnTo>
                    <a:pt x="1016620" y="678952"/>
                  </a:lnTo>
                  <a:lnTo>
                    <a:pt x="1018813" y="680597"/>
                  </a:lnTo>
                  <a:lnTo>
                    <a:pt x="1020786" y="681693"/>
                  </a:lnTo>
                  <a:lnTo>
                    <a:pt x="1020786" y="683447"/>
                  </a:lnTo>
                  <a:lnTo>
                    <a:pt x="1019690" y="684982"/>
                  </a:lnTo>
                  <a:lnTo>
                    <a:pt x="1018813" y="686298"/>
                  </a:lnTo>
                  <a:lnTo>
                    <a:pt x="1019690" y="686846"/>
                  </a:lnTo>
                  <a:lnTo>
                    <a:pt x="1021115" y="684982"/>
                  </a:lnTo>
                  <a:lnTo>
                    <a:pt x="1022869" y="684653"/>
                  </a:lnTo>
                  <a:lnTo>
                    <a:pt x="1024733" y="684873"/>
                  </a:lnTo>
                  <a:lnTo>
                    <a:pt x="1028679" y="683996"/>
                  </a:lnTo>
                  <a:lnTo>
                    <a:pt x="1030324" y="683228"/>
                  </a:lnTo>
                  <a:lnTo>
                    <a:pt x="1028570" y="680926"/>
                  </a:lnTo>
                  <a:lnTo>
                    <a:pt x="1025719" y="676431"/>
                  </a:lnTo>
                  <a:lnTo>
                    <a:pt x="1024733" y="673361"/>
                  </a:lnTo>
                  <a:lnTo>
                    <a:pt x="1023527" y="671278"/>
                  </a:lnTo>
                  <a:lnTo>
                    <a:pt x="1021224" y="667003"/>
                  </a:lnTo>
                  <a:lnTo>
                    <a:pt x="1022211" y="661631"/>
                  </a:lnTo>
                  <a:lnTo>
                    <a:pt x="1021663" y="657903"/>
                  </a:lnTo>
                  <a:lnTo>
                    <a:pt x="1020238" y="656149"/>
                  </a:lnTo>
                  <a:lnTo>
                    <a:pt x="1020347" y="654066"/>
                  </a:lnTo>
                  <a:lnTo>
                    <a:pt x="1018593" y="652641"/>
                  </a:lnTo>
                  <a:lnTo>
                    <a:pt x="1017278" y="651873"/>
                  </a:lnTo>
                  <a:lnTo>
                    <a:pt x="1016730" y="650119"/>
                  </a:lnTo>
                  <a:lnTo>
                    <a:pt x="1012563" y="648475"/>
                  </a:lnTo>
                  <a:lnTo>
                    <a:pt x="1006972" y="646940"/>
                  </a:lnTo>
                  <a:lnTo>
                    <a:pt x="1001820" y="646172"/>
                  </a:lnTo>
                  <a:lnTo>
                    <a:pt x="998640" y="643322"/>
                  </a:lnTo>
                  <a:lnTo>
                    <a:pt x="996667" y="637292"/>
                  </a:lnTo>
                  <a:lnTo>
                    <a:pt x="995461" y="634880"/>
                  </a:lnTo>
                  <a:close/>
                  <a:moveTo>
                    <a:pt x="885938" y="485561"/>
                  </a:moveTo>
                  <a:lnTo>
                    <a:pt x="885829" y="487644"/>
                  </a:lnTo>
                  <a:lnTo>
                    <a:pt x="886925" y="489398"/>
                  </a:lnTo>
                  <a:lnTo>
                    <a:pt x="888350" y="491152"/>
                  </a:lnTo>
                  <a:lnTo>
                    <a:pt x="888898" y="490933"/>
                  </a:lnTo>
                  <a:lnTo>
                    <a:pt x="888898" y="489837"/>
                  </a:lnTo>
                  <a:lnTo>
                    <a:pt x="888131" y="488850"/>
                  </a:lnTo>
                  <a:lnTo>
                    <a:pt x="887912" y="487206"/>
                  </a:lnTo>
                  <a:lnTo>
                    <a:pt x="888569" y="486548"/>
                  </a:lnTo>
                  <a:lnTo>
                    <a:pt x="888350" y="486000"/>
                  </a:lnTo>
                  <a:lnTo>
                    <a:pt x="887583" y="484903"/>
                  </a:lnTo>
                  <a:lnTo>
                    <a:pt x="888021" y="483917"/>
                  </a:lnTo>
                  <a:lnTo>
                    <a:pt x="886925" y="483369"/>
                  </a:lnTo>
                  <a:lnTo>
                    <a:pt x="886596" y="481285"/>
                  </a:lnTo>
                  <a:lnTo>
                    <a:pt x="885938" y="480957"/>
                  </a:lnTo>
                  <a:lnTo>
                    <a:pt x="885500" y="481614"/>
                  </a:lnTo>
                  <a:lnTo>
                    <a:pt x="886157" y="483478"/>
                  </a:lnTo>
                  <a:lnTo>
                    <a:pt x="885938" y="485561"/>
                  </a:lnTo>
                  <a:close/>
                  <a:moveTo>
                    <a:pt x="725656" y="749117"/>
                  </a:moveTo>
                  <a:lnTo>
                    <a:pt x="725656" y="746705"/>
                  </a:lnTo>
                  <a:lnTo>
                    <a:pt x="724231" y="746815"/>
                  </a:lnTo>
                  <a:lnTo>
                    <a:pt x="720613" y="741991"/>
                  </a:lnTo>
                  <a:lnTo>
                    <a:pt x="719188" y="739798"/>
                  </a:lnTo>
                  <a:lnTo>
                    <a:pt x="712719" y="736400"/>
                  </a:lnTo>
                  <a:lnTo>
                    <a:pt x="711952" y="734097"/>
                  </a:lnTo>
                  <a:lnTo>
                    <a:pt x="711404" y="732782"/>
                  </a:lnTo>
                  <a:lnTo>
                    <a:pt x="712062" y="730809"/>
                  </a:lnTo>
                  <a:lnTo>
                    <a:pt x="713706" y="729164"/>
                  </a:lnTo>
                  <a:lnTo>
                    <a:pt x="714693" y="727739"/>
                  </a:lnTo>
                  <a:lnTo>
                    <a:pt x="716776" y="724340"/>
                  </a:lnTo>
                  <a:lnTo>
                    <a:pt x="715241" y="720503"/>
                  </a:lnTo>
                  <a:lnTo>
                    <a:pt x="714473" y="720613"/>
                  </a:lnTo>
                  <a:lnTo>
                    <a:pt x="713706" y="719955"/>
                  </a:lnTo>
                  <a:lnTo>
                    <a:pt x="713816" y="718639"/>
                  </a:lnTo>
                  <a:lnTo>
                    <a:pt x="713706" y="715899"/>
                  </a:lnTo>
                  <a:lnTo>
                    <a:pt x="712171" y="713816"/>
                  </a:lnTo>
                  <a:lnTo>
                    <a:pt x="707567" y="709101"/>
                  </a:lnTo>
                  <a:lnTo>
                    <a:pt x="706909" y="705703"/>
                  </a:lnTo>
                  <a:lnTo>
                    <a:pt x="704826" y="702962"/>
                  </a:lnTo>
                  <a:lnTo>
                    <a:pt x="704497" y="702414"/>
                  </a:lnTo>
                  <a:lnTo>
                    <a:pt x="705374" y="702085"/>
                  </a:lnTo>
                  <a:lnTo>
                    <a:pt x="705812" y="701646"/>
                  </a:lnTo>
                  <a:lnTo>
                    <a:pt x="704278" y="701427"/>
                  </a:lnTo>
                  <a:lnTo>
                    <a:pt x="703620" y="700550"/>
                  </a:lnTo>
                  <a:lnTo>
                    <a:pt x="702523" y="699125"/>
                  </a:lnTo>
                  <a:lnTo>
                    <a:pt x="700989" y="697919"/>
                  </a:lnTo>
                  <a:lnTo>
                    <a:pt x="698906" y="696713"/>
                  </a:lnTo>
                  <a:lnTo>
                    <a:pt x="698357" y="695397"/>
                  </a:lnTo>
                  <a:lnTo>
                    <a:pt x="697919" y="692108"/>
                  </a:lnTo>
                  <a:lnTo>
                    <a:pt x="697371" y="690245"/>
                  </a:lnTo>
                  <a:lnTo>
                    <a:pt x="698248" y="688600"/>
                  </a:lnTo>
                  <a:lnTo>
                    <a:pt x="698686" y="687394"/>
                  </a:lnTo>
                  <a:lnTo>
                    <a:pt x="699235" y="686079"/>
                  </a:lnTo>
                  <a:lnTo>
                    <a:pt x="700989" y="685969"/>
                  </a:lnTo>
                  <a:lnTo>
                    <a:pt x="703510" y="686298"/>
                  </a:lnTo>
                  <a:lnTo>
                    <a:pt x="704607" y="684873"/>
                  </a:lnTo>
                  <a:lnTo>
                    <a:pt x="703291" y="683338"/>
                  </a:lnTo>
                  <a:lnTo>
                    <a:pt x="701756" y="681145"/>
                  </a:lnTo>
                  <a:lnTo>
                    <a:pt x="700769" y="675664"/>
                  </a:lnTo>
                  <a:lnTo>
                    <a:pt x="702414" y="674238"/>
                  </a:lnTo>
                  <a:lnTo>
                    <a:pt x="702085" y="667660"/>
                  </a:lnTo>
                  <a:lnTo>
                    <a:pt x="702414" y="665687"/>
                  </a:lnTo>
                  <a:lnTo>
                    <a:pt x="703949" y="662836"/>
                  </a:lnTo>
                  <a:lnTo>
                    <a:pt x="705703" y="663933"/>
                  </a:lnTo>
                  <a:lnTo>
                    <a:pt x="707347" y="662946"/>
                  </a:lnTo>
                  <a:lnTo>
                    <a:pt x="707457" y="659986"/>
                  </a:lnTo>
                  <a:lnTo>
                    <a:pt x="706909" y="658122"/>
                  </a:lnTo>
                  <a:lnTo>
                    <a:pt x="705812" y="656149"/>
                  </a:lnTo>
                  <a:lnTo>
                    <a:pt x="706251" y="653299"/>
                  </a:lnTo>
                  <a:lnTo>
                    <a:pt x="705593" y="651106"/>
                  </a:lnTo>
                  <a:lnTo>
                    <a:pt x="703949" y="647817"/>
                  </a:lnTo>
                  <a:lnTo>
                    <a:pt x="705922" y="641678"/>
                  </a:lnTo>
                  <a:lnTo>
                    <a:pt x="708553" y="627096"/>
                  </a:lnTo>
                  <a:lnTo>
                    <a:pt x="711075" y="622382"/>
                  </a:lnTo>
                  <a:lnTo>
                    <a:pt x="714364" y="614050"/>
                  </a:lnTo>
                  <a:lnTo>
                    <a:pt x="715679" y="609884"/>
                  </a:lnTo>
                  <a:lnTo>
                    <a:pt x="714693" y="600017"/>
                  </a:lnTo>
                  <a:lnTo>
                    <a:pt x="712171" y="600127"/>
                  </a:lnTo>
                  <a:lnTo>
                    <a:pt x="711294" y="602320"/>
                  </a:lnTo>
                  <a:lnTo>
                    <a:pt x="710856" y="608240"/>
                  </a:lnTo>
                  <a:lnTo>
                    <a:pt x="707128" y="623698"/>
                  </a:lnTo>
                  <a:lnTo>
                    <a:pt x="701756" y="643870"/>
                  </a:lnTo>
                  <a:lnTo>
                    <a:pt x="698686" y="653627"/>
                  </a:lnTo>
                  <a:lnTo>
                    <a:pt x="688600" y="682461"/>
                  </a:lnTo>
                  <a:lnTo>
                    <a:pt x="685092" y="692218"/>
                  </a:lnTo>
                  <a:lnTo>
                    <a:pt x="682132" y="698028"/>
                  </a:lnTo>
                  <a:lnTo>
                    <a:pt x="680159" y="698577"/>
                  </a:lnTo>
                  <a:lnTo>
                    <a:pt x="679720" y="699125"/>
                  </a:lnTo>
                  <a:lnTo>
                    <a:pt x="679830" y="700112"/>
                  </a:lnTo>
                  <a:lnTo>
                    <a:pt x="679281" y="702414"/>
                  </a:lnTo>
                  <a:lnTo>
                    <a:pt x="685640" y="706580"/>
                  </a:lnTo>
                  <a:lnTo>
                    <a:pt x="686408" y="709759"/>
                  </a:lnTo>
                  <a:lnTo>
                    <a:pt x="688162" y="711623"/>
                  </a:lnTo>
                  <a:lnTo>
                    <a:pt x="688491" y="711184"/>
                  </a:lnTo>
                  <a:lnTo>
                    <a:pt x="687833" y="707238"/>
                  </a:lnTo>
                  <a:lnTo>
                    <a:pt x="687833" y="705703"/>
                  </a:lnTo>
                  <a:lnTo>
                    <a:pt x="688600" y="704168"/>
                  </a:lnTo>
                  <a:lnTo>
                    <a:pt x="689806" y="703291"/>
                  </a:lnTo>
                  <a:lnTo>
                    <a:pt x="690683" y="703072"/>
                  </a:lnTo>
                  <a:lnTo>
                    <a:pt x="692328" y="702962"/>
                  </a:lnTo>
                  <a:lnTo>
                    <a:pt x="694959" y="703181"/>
                  </a:lnTo>
                  <a:lnTo>
                    <a:pt x="697042" y="703839"/>
                  </a:lnTo>
                  <a:lnTo>
                    <a:pt x="698467" y="704387"/>
                  </a:lnTo>
                  <a:lnTo>
                    <a:pt x="701866" y="706141"/>
                  </a:lnTo>
                  <a:lnTo>
                    <a:pt x="704607" y="708444"/>
                  </a:lnTo>
                  <a:lnTo>
                    <a:pt x="706141" y="710198"/>
                  </a:lnTo>
                  <a:lnTo>
                    <a:pt x="708444" y="712829"/>
                  </a:lnTo>
                  <a:lnTo>
                    <a:pt x="710307" y="715241"/>
                  </a:lnTo>
                  <a:lnTo>
                    <a:pt x="711623" y="718968"/>
                  </a:lnTo>
                  <a:lnTo>
                    <a:pt x="712281" y="722586"/>
                  </a:lnTo>
                  <a:lnTo>
                    <a:pt x="711842" y="726423"/>
                  </a:lnTo>
                  <a:lnTo>
                    <a:pt x="710636" y="728506"/>
                  </a:lnTo>
                  <a:lnTo>
                    <a:pt x="709211" y="728616"/>
                  </a:lnTo>
                  <a:lnTo>
                    <a:pt x="707676" y="728177"/>
                  </a:lnTo>
                  <a:lnTo>
                    <a:pt x="706470" y="728506"/>
                  </a:lnTo>
                  <a:lnTo>
                    <a:pt x="706032" y="730589"/>
                  </a:lnTo>
                  <a:lnTo>
                    <a:pt x="704497" y="732234"/>
                  </a:lnTo>
                  <a:lnTo>
                    <a:pt x="705374" y="733769"/>
                  </a:lnTo>
                  <a:lnTo>
                    <a:pt x="707896" y="734536"/>
                  </a:lnTo>
                  <a:lnTo>
                    <a:pt x="710417" y="739798"/>
                  </a:lnTo>
                  <a:lnTo>
                    <a:pt x="712281" y="739689"/>
                  </a:lnTo>
                  <a:lnTo>
                    <a:pt x="714364" y="741224"/>
                  </a:lnTo>
                  <a:lnTo>
                    <a:pt x="716995" y="743964"/>
                  </a:lnTo>
                  <a:lnTo>
                    <a:pt x="718639" y="747253"/>
                  </a:lnTo>
                  <a:lnTo>
                    <a:pt x="719736" y="751419"/>
                  </a:lnTo>
                  <a:lnTo>
                    <a:pt x="719297" y="752516"/>
                  </a:lnTo>
                  <a:lnTo>
                    <a:pt x="721490" y="754160"/>
                  </a:lnTo>
                  <a:lnTo>
                    <a:pt x="725985" y="756134"/>
                  </a:lnTo>
                  <a:lnTo>
                    <a:pt x="727629" y="756572"/>
                  </a:lnTo>
                  <a:lnTo>
                    <a:pt x="728068" y="753722"/>
                  </a:lnTo>
                  <a:lnTo>
                    <a:pt x="726643" y="750652"/>
                  </a:lnTo>
                  <a:lnTo>
                    <a:pt x="725656" y="749117"/>
                  </a:lnTo>
                  <a:close/>
                  <a:moveTo>
                    <a:pt x="717324" y="569759"/>
                  </a:moveTo>
                  <a:lnTo>
                    <a:pt x="716447" y="579187"/>
                  </a:lnTo>
                  <a:lnTo>
                    <a:pt x="714912" y="586313"/>
                  </a:lnTo>
                  <a:lnTo>
                    <a:pt x="713158" y="589493"/>
                  </a:lnTo>
                  <a:lnTo>
                    <a:pt x="712390" y="592891"/>
                  </a:lnTo>
                  <a:lnTo>
                    <a:pt x="713816" y="594755"/>
                  </a:lnTo>
                  <a:lnTo>
                    <a:pt x="715460" y="596180"/>
                  </a:lnTo>
                  <a:lnTo>
                    <a:pt x="716556" y="595851"/>
                  </a:lnTo>
                  <a:lnTo>
                    <a:pt x="716337" y="592124"/>
                  </a:lnTo>
                  <a:lnTo>
                    <a:pt x="717433" y="589273"/>
                  </a:lnTo>
                  <a:lnTo>
                    <a:pt x="718859" y="586752"/>
                  </a:lnTo>
                  <a:lnTo>
                    <a:pt x="719188" y="583134"/>
                  </a:lnTo>
                  <a:lnTo>
                    <a:pt x="718201" y="578639"/>
                  </a:lnTo>
                  <a:lnTo>
                    <a:pt x="718749" y="572390"/>
                  </a:lnTo>
                  <a:lnTo>
                    <a:pt x="719845" y="568005"/>
                  </a:lnTo>
                  <a:lnTo>
                    <a:pt x="720065" y="563839"/>
                  </a:lnTo>
                  <a:lnTo>
                    <a:pt x="720503" y="558686"/>
                  </a:lnTo>
                  <a:lnTo>
                    <a:pt x="720284" y="555068"/>
                  </a:lnTo>
                  <a:lnTo>
                    <a:pt x="720503" y="552108"/>
                  </a:lnTo>
                  <a:lnTo>
                    <a:pt x="719516" y="551450"/>
                  </a:lnTo>
                  <a:lnTo>
                    <a:pt x="718859" y="552437"/>
                  </a:lnTo>
                  <a:lnTo>
                    <a:pt x="719516" y="557370"/>
                  </a:lnTo>
                  <a:lnTo>
                    <a:pt x="719078" y="561427"/>
                  </a:lnTo>
                  <a:lnTo>
                    <a:pt x="717324" y="569759"/>
                  </a:lnTo>
                  <a:close/>
                  <a:moveTo>
                    <a:pt x="799877" y="790668"/>
                  </a:moveTo>
                  <a:lnTo>
                    <a:pt x="797575" y="790997"/>
                  </a:lnTo>
                  <a:lnTo>
                    <a:pt x="794066" y="787488"/>
                  </a:lnTo>
                  <a:lnTo>
                    <a:pt x="788256" y="776525"/>
                  </a:lnTo>
                  <a:lnTo>
                    <a:pt x="783980" y="773346"/>
                  </a:lnTo>
                  <a:lnTo>
                    <a:pt x="779485" y="772907"/>
                  </a:lnTo>
                  <a:lnTo>
                    <a:pt x="775539" y="772140"/>
                  </a:lnTo>
                  <a:lnTo>
                    <a:pt x="774881" y="769289"/>
                  </a:lnTo>
                  <a:lnTo>
                    <a:pt x="773017" y="768083"/>
                  </a:lnTo>
                  <a:lnTo>
                    <a:pt x="771482" y="765123"/>
                  </a:lnTo>
                  <a:lnTo>
                    <a:pt x="771701" y="762383"/>
                  </a:lnTo>
                  <a:lnTo>
                    <a:pt x="769070" y="763040"/>
                  </a:lnTo>
                  <a:lnTo>
                    <a:pt x="766329" y="760738"/>
                  </a:lnTo>
                  <a:lnTo>
                    <a:pt x="763041" y="761396"/>
                  </a:lnTo>
                  <a:lnTo>
                    <a:pt x="758326" y="761177"/>
                  </a:lnTo>
                  <a:lnTo>
                    <a:pt x="747473" y="761286"/>
                  </a:lnTo>
                  <a:lnTo>
                    <a:pt x="745280" y="761286"/>
                  </a:lnTo>
                  <a:lnTo>
                    <a:pt x="741881" y="759313"/>
                  </a:lnTo>
                  <a:lnTo>
                    <a:pt x="738373" y="762163"/>
                  </a:lnTo>
                  <a:lnTo>
                    <a:pt x="739360" y="763917"/>
                  </a:lnTo>
                  <a:lnTo>
                    <a:pt x="744513" y="765781"/>
                  </a:lnTo>
                  <a:lnTo>
                    <a:pt x="751420" y="768851"/>
                  </a:lnTo>
                  <a:lnTo>
                    <a:pt x="754270" y="772140"/>
                  </a:lnTo>
                  <a:lnTo>
                    <a:pt x="756463" y="772907"/>
                  </a:lnTo>
                  <a:lnTo>
                    <a:pt x="757778" y="774442"/>
                  </a:lnTo>
                  <a:lnTo>
                    <a:pt x="765014" y="778389"/>
                  </a:lnTo>
                  <a:lnTo>
                    <a:pt x="770057" y="782993"/>
                  </a:lnTo>
                  <a:lnTo>
                    <a:pt x="777512" y="789133"/>
                  </a:lnTo>
                  <a:lnTo>
                    <a:pt x="787269" y="796259"/>
                  </a:lnTo>
                  <a:lnTo>
                    <a:pt x="791106" y="800096"/>
                  </a:lnTo>
                  <a:lnTo>
                    <a:pt x="797136" y="808318"/>
                  </a:lnTo>
                  <a:lnTo>
                    <a:pt x="796698" y="804372"/>
                  </a:lnTo>
                  <a:lnTo>
                    <a:pt x="798452" y="801631"/>
                  </a:lnTo>
                  <a:lnTo>
                    <a:pt x="799877" y="798013"/>
                  </a:lnTo>
                  <a:lnTo>
                    <a:pt x="798671" y="795601"/>
                  </a:lnTo>
                  <a:lnTo>
                    <a:pt x="800096" y="792422"/>
                  </a:lnTo>
                  <a:lnTo>
                    <a:pt x="799877" y="790668"/>
                  </a:lnTo>
                  <a:close/>
                  <a:moveTo>
                    <a:pt x="836275" y="794395"/>
                  </a:moveTo>
                  <a:lnTo>
                    <a:pt x="830355" y="792531"/>
                  </a:lnTo>
                  <a:lnTo>
                    <a:pt x="825969" y="791325"/>
                  </a:lnTo>
                  <a:lnTo>
                    <a:pt x="821803" y="791983"/>
                  </a:lnTo>
                  <a:lnTo>
                    <a:pt x="818405" y="791654"/>
                  </a:lnTo>
                  <a:lnTo>
                    <a:pt x="812814" y="792422"/>
                  </a:lnTo>
                  <a:lnTo>
                    <a:pt x="809415" y="792751"/>
                  </a:lnTo>
                  <a:lnTo>
                    <a:pt x="807113" y="791874"/>
                  </a:lnTo>
                  <a:lnTo>
                    <a:pt x="805578" y="793189"/>
                  </a:lnTo>
                  <a:lnTo>
                    <a:pt x="804043" y="795492"/>
                  </a:lnTo>
                  <a:lnTo>
                    <a:pt x="805687" y="796917"/>
                  </a:lnTo>
                  <a:lnTo>
                    <a:pt x="810950" y="796040"/>
                  </a:lnTo>
                  <a:lnTo>
                    <a:pt x="819063" y="794066"/>
                  </a:lnTo>
                  <a:lnTo>
                    <a:pt x="826189" y="794614"/>
                  </a:lnTo>
                  <a:lnTo>
                    <a:pt x="831780" y="795492"/>
                  </a:lnTo>
                  <a:lnTo>
                    <a:pt x="845594" y="801631"/>
                  </a:lnTo>
                  <a:lnTo>
                    <a:pt x="844826" y="800096"/>
                  </a:lnTo>
                  <a:lnTo>
                    <a:pt x="836275" y="794395"/>
                  </a:lnTo>
                  <a:close/>
                  <a:moveTo>
                    <a:pt x="0" y="667112"/>
                  </a:moveTo>
                  <a:lnTo>
                    <a:pt x="0" y="667331"/>
                  </a:lnTo>
                  <a:lnTo>
                    <a:pt x="110" y="667441"/>
                  </a:lnTo>
                  <a:lnTo>
                    <a:pt x="329" y="667441"/>
                  </a:lnTo>
                  <a:lnTo>
                    <a:pt x="329" y="667222"/>
                  </a:lnTo>
                  <a:lnTo>
                    <a:pt x="219" y="667112"/>
                  </a:lnTo>
                  <a:lnTo>
                    <a:pt x="0" y="667112"/>
                  </a:lnTo>
                  <a:close/>
                  <a:moveTo>
                    <a:pt x="763479" y="126735"/>
                  </a:moveTo>
                  <a:lnTo>
                    <a:pt x="767316" y="126296"/>
                  </a:lnTo>
                  <a:lnTo>
                    <a:pt x="767974" y="124542"/>
                  </a:lnTo>
                  <a:lnTo>
                    <a:pt x="766658" y="122678"/>
                  </a:lnTo>
                  <a:lnTo>
                    <a:pt x="763479" y="121253"/>
                  </a:lnTo>
                  <a:lnTo>
                    <a:pt x="759203" y="122130"/>
                  </a:lnTo>
                  <a:lnTo>
                    <a:pt x="758546" y="124652"/>
                  </a:lnTo>
                  <a:lnTo>
                    <a:pt x="760957" y="126516"/>
                  </a:lnTo>
                  <a:lnTo>
                    <a:pt x="763479" y="126735"/>
                  </a:lnTo>
                  <a:close/>
                  <a:moveTo>
                    <a:pt x="721490" y="176289"/>
                  </a:moveTo>
                  <a:lnTo>
                    <a:pt x="722477" y="180893"/>
                  </a:lnTo>
                  <a:lnTo>
                    <a:pt x="726643" y="181770"/>
                  </a:lnTo>
                  <a:lnTo>
                    <a:pt x="729383" y="178481"/>
                  </a:lnTo>
                  <a:lnTo>
                    <a:pt x="730809" y="173438"/>
                  </a:lnTo>
                  <a:lnTo>
                    <a:pt x="727081" y="167957"/>
                  </a:lnTo>
                  <a:lnTo>
                    <a:pt x="721928" y="163900"/>
                  </a:lnTo>
                  <a:lnTo>
                    <a:pt x="718201" y="168943"/>
                  </a:lnTo>
                  <a:lnTo>
                    <a:pt x="720503" y="171684"/>
                  </a:lnTo>
                  <a:lnTo>
                    <a:pt x="721490" y="176289"/>
                  </a:lnTo>
                  <a:close/>
                  <a:moveTo>
                    <a:pt x="513627" y="290525"/>
                  </a:moveTo>
                  <a:lnTo>
                    <a:pt x="510557" y="286030"/>
                  </a:lnTo>
                  <a:lnTo>
                    <a:pt x="508255" y="282632"/>
                  </a:lnTo>
                  <a:lnTo>
                    <a:pt x="507159" y="282084"/>
                  </a:lnTo>
                  <a:lnTo>
                    <a:pt x="505843" y="282413"/>
                  </a:lnTo>
                  <a:lnTo>
                    <a:pt x="504857" y="283290"/>
                  </a:lnTo>
                  <a:lnTo>
                    <a:pt x="504199" y="284057"/>
                  </a:lnTo>
                  <a:lnTo>
                    <a:pt x="502554" y="283290"/>
                  </a:lnTo>
                  <a:lnTo>
                    <a:pt x="502774" y="281974"/>
                  </a:lnTo>
                  <a:lnTo>
                    <a:pt x="501129" y="280878"/>
                  </a:lnTo>
                  <a:lnTo>
                    <a:pt x="499375" y="280110"/>
                  </a:lnTo>
                  <a:lnTo>
                    <a:pt x="497621" y="279781"/>
                  </a:lnTo>
                  <a:lnTo>
                    <a:pt x="494551" y="281645"/>
                  </a:lnTo>
                  <a:lnTo>
                    <a:pt x="491920" y="283070"/>
                  </a:lnTo>
                  <a:lnTo>
                    <a:pt x="490604" y="285044"/>
                  </a:lnTo>
                  <a:lnTo>
                    <a:pt x="491920" y="285921"/>
                  </a:lnTo>
                  <a:lnTo>
                    <a:pt x="494222" y="286688"/>
                  </a:lnTo>
                  <a:lnTo>
                    <a:pt x="499156" y="288004"/>
                  </a:lnTo>
                  <a:lnTo>
                    <a:pt x="505076" y="289868"/>
                  </a:lnTo>
                  <a:lnTo>
                    <a:pt x="510229" y="292060"/>
                  </a:lnTo>
                  <a:lnTo>
                    <a:pt x="512312" y="293485"/>
                  </a:lnTo>
                  <a:lnTo>
                    <a:pt x="513956" y="294801"/>
                  </a:lnTo>
                  <a:lnTo>
                    <a:pt x="515601" y="294801"/>
                  </a:lnTo>
                  <a:lnTo>
                    <a:pt x="515381" y="293157"/>
                  </a:lnTo>
                  <a:lnTo>
                    <a:pt x="513627" y="290525"/>
                  </a:lnTo>
                  <a:close/>
                  <a:moveTo>
                    <a:pt x="114785" y="28175"/>
                  </a:moveTo>
                  <a:lnTo>
                    <a:pt x="112154" y="26312"/>
                  </a:lnTo>
                  <a:lnTo>
                    <a:pt x="109742" y="24229"/>
                  </a:lnTo>
                  <a:lnTo>
                    <a:pt x="108317" y="24009"/>
                  </a:lnTo>
                  <a:lnTo>
                    <a:pt x="105576" y="23242"/>
                  </a:lnTo>
                  <a:lnTo>
                    <a:pt x="105137" y="24886"/>
                  </a:lnTo>
                  <a:lnTo>
                    <a:pt x="107330" y="25764"/>
                  </a:lnTo>
                  <a:lnTo>
                    <a:pt x="110400" y="26421"/>
                  </a:lnTo>
                  <a:lnTo>
                    <a:pt x="112702" y="29272"/>
                  </a:lnTo>
                  <a:lnTo>
                    <a:pt x="113469" y="33328"/>
                  </a:lnTo>
                  <a:lnTo>
                    <a:pt x="114566" y="33767"/>
                  </a:lnTo>
                  <a:lnTo>
                    <a:pt x="116210" y="33219"/>
                  </a:lnTo>
                  <a:lnTo>
                    <a:pt x="117307" y="31355"/>
                  </a:lnTo>
                  <a:lnTo>
                    <a:pt x="116649" y="29491"/>
                  </a:lnTo>
                  <a:lnTo>
                    <a:pt x="114785" y="28175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33" name="Freeform: Shape 36">
              <a:extLst>
                <a:ext uri="{FF2B5EF4-FFF2-40B4-BE49-F238E27FC236}">
                  <a16:creationId xmlns:a16="http://schemas.microsoft.com/office/drawing/2014/main" id="{2E264C2B-F7F3-04C1-9B96-EF47A82B59EB}"/>
                </a:ext>
              </a:extLst>
            </p:cNvPr>
            <p:cNvSpPr/>
            <p:nvPr/>
          </p:nvSpPr>
          <p:spPr>
            <a:xfrm>
              <a:off x="5511549" y="1992162"/>
              <a:ext cx="1140175" cy="1063433"/>
            </a:xfrm>
            <a:custGeom>
              <a:avLst/>
              <a:gdLst>
                <a:gd name="connsiteX0" fmla="*/ 27408 w 1140175"/>
                <a:gd name="connsiteY0" fmla="*/ 834411 h 1063432"/>
                <a:gd name="connsiteX1" fmla="*/ 23132 w 1140175"/>
                <a:gd name="connsiteY1" fmla="*/ 828162 h 1063432"/>
                <a:gd name="connsiteX2" fmla="*/ 20063 w 1140175"/>
                <a:gd name="connsiteY2" fmla="*/ 826189 h 1063432"/>
                <a:gd name="connsiteX3" fmla="*/ 17760 w 1140175"/>
                <a:gd name="connsiteY3" fmla="*/ 822132 h 1063432"/>
                <a:gd name="connsiteX4" fmla="*/ 16335 w 1140175"/>
                <a:gd name="connsiteY4" fmla="*/ 817637 h 1063432"/>
                <a:gd name="connsiteX5" fmla="*/ 16774 w 1140175"/>
                <a:gd name="connsiteY5" fmla="*/ 814129 h 1063432"/>
                <a:gd name="connsiteX6" fmla="*/ 19076 w 1140175"/>
                <a:gd name="connsiteY6" fmla="*/ 811169 h 1063432"/>
                <a:gd name="connsiteX7" fmla="*/ 22255 w 1140175"/>
                <a:gd name="connsiteY7" fmla="*/ 807661 h 1063432"/>
                <a:gd name="connsiteX8" fmla="*/ 18747 w 1140175"/>
                <a:gd name="connsiteY8" fmla="*/ 805687 h 1063432"/>
                <a:gd name="connsiteX9" fmla="*/ 14252 w 1140175"/>
                <a:gd name="connsiteY9" fmla="*/ 806455 h 1063432"/>
                <a:gd name="connsiteX10" fmla="*/ 11731 w 1140175"/>
                <a:gd name="connsiteY10" fmla="*/ 809744 h 1063432"/>
                <a:gd name="connsiteX11" fmla="*/ 6249 w 1140175"/>
                <a:gd name="connsiteY11" fmla="*/ 811717 h 1063432"/>
                <a:gd name="connsiteX12" fmla="*/ 2302 w 1140175"/>
                <a:gd name="connsiteY12" fmla="*/ 814787 h 1063432"/>
                <a:gd name="connsiteX13" fmla="*/ 658 w 1140175"/>
                <a:gd name="connsiteY13" fmla="*/ 818734 h 1063432"/>
                <a:gd name="connsiteX14" fmla="*/ 0 w 1140175"/>
                <a:gd name="connsiteY14" fmla="*/ 822571 h 1063432"/>
                <a:gd name="connsiteX15" fmla="*/ 987 w 1140175"/>
                <a:gd name="connsiteY15" fmla="*/ 826189 h 1063432"/>
                <a:gd name="connsiteX16" fmla="*/ 2083 w 1140175"/>
                <a:gd name="connsiteY16" fmla="*/ 829478 h 1063432"/>
                <a:gd name="connsiteX17" fmla="*/ 2631 w 1140175"/>
                <a:gd name="connsiteY17" fmla="*/ 833205 h 1063432"/>
                <a:gd name="connsiteX18" fmla="*/ 6578 w 1140175"/>
                <a:gd name="connsiteY18" fmla="*/ 836713 h 1063432"/>
                <a:gd name="connsiteX19" fmla="*/ 8880 w 1140175"/>
                <a:gd name="connsiteY19" fmla="*/ 839235 h 1063432"/>
                <a:gd name="connsiteX20" fmla="*/ 10854 w 1140175"/>
                <a:gd name="connsiteY20" fmla="*/ 842414 h 1063432"/>
                <a:gd name="connsiteX21" fmla="*/ 12717 w 1140175"/>
                <a:gd name="connsiteY21" fmla="*/ 848554 h 1063432"/>
                <a:gd name="connsiteX22" fmla="*/ 10415 w 1140175"/>
                <a:gd name="connsiteY22" fmla="*/ 852171 h 1063432"/>
                <a:gd name="connsiteX23" fmla="*/ 13594 w 1140175"/>
                <a:gd name="connsiteY23" fmla="*/ 855241 h 1063432"/>
                <a:gd name="connsiteX24" fmla="*/ 14800 w 1140175"/>
                <a:gd name="connsiteY24" fmla="*/ 859626 h 1063432"/>
                <a:gd name="connsiteX25" fmla="*/ 14143 w 1140175"/>
                <a:gd name="connsiteY25" fmla="*/ 863464 h 1063432"/>
                <a:gd name="connsiteX26" fmla="*/ 15129 w 1140175"/>
                <a:gd name="connsiteY26" fmla="*/ 866862 h 1063432"/>
                <a:gd name="connsiteX27" fmla="*/ 16883 w 1140175"/>
                <a:gd name="connsiteY27" fmla="*/ 872015 h 1063432"/>
                <a:gd name="connsiteX28" fmla="*/ 14691 w 1140175"/>
                <a:gd name="connsiteY28" fmla="*/ 872892 h 1063432"/>
                <a:gd name="connsiteX29" fmla="*/ 13923 w 1140175"/>
                <a:gd name="connsiteY29" fmla="*/ 875523 h 1063432"/>
                <a:gd name="connsiteX30" fmla="*/ 15787 w 1140175"/>
                <a:gd name="connsiteY30" fmla="*/ 877497 h 1063432"/>
                <a:gd name="connsiteX31" fmla="*/ 15677 w 1140175"/>
                <a:gd name="connsiteY31" fmla="*/ 875085 h 1063432"/>
                <a:gd name="connsiteX32" fmla="*/ 17103 w 1140175"/>
                <a:gd name="connsiteY32" fmla="*/ 875085 h 1063432"/>
                <a:gd name="connsiteX33" fmla="*/ 19405 w 1140175"/>
                <a:gd name="connsiteY33" fmla="*/ 873550 h 1063432"/>
                <a:gd name="connsiteX34" fmla="*/ 23132 w 1140175"/>
                <a:gd name="connsiteY34" fmla="*/ 873879 h 1063432"/>
                <a:gd name="connsiteX35" fmla="*/ 28175 w 1140175"/>
                <a:gd name="connsiteY35" fmla="*/ 867081 h 1063432"/>
                <a:gd name="connsiteX36" fmla="*/ 29053 w 1140175"/>
                <a:gd name="connsiteY36" fmla="*/ 857105 h 1063432"/>
                <a:gd name="connsiteX37" fmla="*/ 27518 w 1140175"/>
                <a:gd name="connsiteY37" fmla="*/ 848883 h 1063432"/>
                <a:gd name="connsiteX38" fmla="*/ 29162 w 1140175"/>
                <a:gd name="connsiteY38" fmla="*/ 844607 h 1063432"/>
                <a:gd name="connsiteX39" fmla="*/ 27408 w 1140175"/>
                <a:gd name="connsiteY39" fmla="*/ 834411 h 1063432"/>
                <a:gd name="connsiteX40" fmla="*/ 222005 w 1140175"/>
                <a:gd name="connsiteY40" fmla="*/ 71809 h 1063432"/>
                <a:gd name="connsiteX41" fmla="*/ 221348 w 1140175"/>
                <a:gd name="connsiteY41" fmla="*/ 69397 h 1063432"/>
                <a:gd name="connsiteX42" fmla="*/ 220799 w 1140175"/>
                <a:gd name="connsiteY42" fmla="*/ 68520 h 1063432"/>
                <a:gd name="connsiteX43" fmla="*/ 219593 w 1140175"/>
                <a:gd name="connsiteY43" fmla="*/ 67972 h 1063432"/>
                <a:gd name="connsiteX44" fmla="*/ 220142 w 1140175"/>
                <a:gd name="connsiteY44" fmla="*/ 70274 h 1063432"/>
                <a:gd name="connsiteX45" fmla="*/ 220690 w 1140175"/>
                <a:gd name="connsiteY45" fmla="*/ 71151 h 1063432"/>
                <a:gd name="connsiteX46" fmla="*/ 220909 w 1140175"/>
                <a:gd name="connsiteY46" fmla="*/ 72796 h 1063432"/>
                <a:gd name="connsiteX47" fmla="*/ 221676 w 1140175"/>
                <a:gd name="connsiteY47" fmla="*/ 75427 h 1063432"/>
                <a:gd name="connsiteX48" fmla="*/ 222444 w 1140175"/>
                <a:gd name="connsiteY48" fmla="*/ 75317 h 1063432"/>
                <a:gd name="connsiteX49" fmla="*/ 222444 w 1140175"/>
                <a:gd name="connsiteY49" fmla="*/ 73454 h 1063432"/>
                <a:gd name="connsiteX50" fmla="*/ 222005 w 1140175"/>
                <a:gd name="connsiteY50" fmla="*/ 71809 h 1063432"/>
                <a:gd name="connsiteX51" fmla="*/ 945140 w 1140175"/>
                <a:gd name="connsiteY51" fmla="*/ 758984 h 1063432"/>
                <a:gd name="connsiteX52" fmla="*/ 947332 w 1140175"/>
                <a:gd name="connsiteY52" fmla="*/ 761615 h 1063432"/>
                <a:gd name="connsiteX53" fmla="*/ 947771 w 1140175"/>
                <a:gd name="connsiteY53" fmla="*/ 763369 h 1063432"/>
                <a:gd name="connsiteX54" fmla="*/ 950731 w 1140175"/>
                <a:gd name="connsiteY54" fmla="*/ 766000 h 1063432"/>
                <a:gd name="connsiteX55" fmla="*/ 951608 w 1140175"/>
                <a:gd name="connsiteY55" fmla="*/ 768632 h 1063432"/>
                <a:gd name="connsiteX56" fmla="*/ 953143 w 1140175"/>
                <a:gd name="connsiteY56" fmla="*/ 769838 h 1063432"/>
                <a:gd name="connsiteX57" fmla="*/ 954568 w 1140175"/>
                <a:gd name="connsiteY57" fmla="*/ 773127 h 1063432"/>
                <a:gd name="connsiteX58" fmla="*/ 957090 w 1140175"/>
                <a:gd name="connsiteY58" fmla="*/ 774881 h 1063432"/>
                <a:gd name="connsiteX59" fmla="*/ 958515 w 1140175"/>
                <a:gd name="connsiteY59" fmla="*/ 777073 h 1063432"/>
                <a:gd name="connsiteX60" fmla="*/ 958844 w 1140175"/>
                <a:gd name="connsiteY60" fmla="*/ 781239 h 1063432"/>
                <a:gd name="connsiteX61" fmla="*/ 960269 w 1140175"/>
                <a:gd name="connsiteY61" fmla="*/ 784199 h 1063432"/>
                <a:gd name="connsiteX62" fmla="*/ 963010 w 1140175"/>
                <a:gd name="connsiteY62" fmla="*/ 785734 h 1063432"/>
                <a:gd name="connsiteX63" fmla="*/ 966299 w 1140175"/>
                <a:gd name="connsiteY63" fmla="*/ 785625 h 1063432"/>
                <a:gd name="connsiteX64" fmla="*/ 969259 w 1140175"/>
                <a:gd name="connsiteY64" fmla="*/ 785515 h 1063432"/>
                <a:gd name="connsiteX65" fmla="*/ 972328 w 1140175"/>
                <a:gd name="connsiteY65" fmla="*/ 788475 h 1063432"/>
                <a:gd name="connsiteX66" fmla="*/ 973754 w 1140175"/>
                <a:gd name="connsiteY66" fmla="*/ 791764 h 1063432"/>
                <a:gd name="connsiteX67" fmla="*/ 973096 w 1140175"/>
                <a:gd name="connsiteY67" fmla="*/ 793847 h 1063432"/>
                <a:gd name="connsiteX68" fmla="*/ 978139 w 1140175"/>
                <a:gd name="connsiteY68" fmla="*/ 800754 h 1063432"/>
                <a:gd name="connsiteX69" fmla="*/ 981757 w 1140175"/>
                <a:gd name="connsiteY69" fmla="*/ 804043 h 1063432"/>
                <a:gd name="connsiteX70" fmla="*/ 986690 w 1140175"/>
                <a:gd name="connsiteY70" fmla="*/ 806236 h 1063432"/>
                <a:gd name="connsiteX71" fmla="*/ 988116 w 1140175"/>
                <a:gd name="connsiteY71" fmla="*/ 809963 h 1063432"/>
                <a:gd name="connsiteX72" fmla="*/ 991843 w 1140175"/>
                <a:gd name="connsiteY72" fmla="*/ 812156 h 1063432"/>
                <a:gd name="connsiteX73" fmla="*/ 994584 w 1140175"/>
                <a:gd name="connsiteY73" fmla="*/ 813362 h 1063432"/>
                <a:gd name="connsiteX74" fmla="*/ 996228 w 1140175"/>
                <a:gd name="connsiteY74" fmla="*/ 815445 h 1063432"/>
                <a:gd name="connsiteX75" fmla="*/ 998531 w 1140175"/>
                <a:gd name="connsiteY75" fmla="*/ 815664 h 1063432"/>
                <a:gd name="connsiteX76" fmla="*/ 1000065 w 1140175"/>
                <a:gd name="connsiteY76" fmla="*/ 818295 h 1063432"/>
                <a:gd name="connsiteX77" fmla="*/ 1003354 w 1140175"/>
                <a:gd name="connsiteY77" fmla="*/ 821913 h 1063432"/>
                <a:gd name="connsiteX78" fmla="*/ 1005876 w 1140175"/>
                <a:gd name="connsiteY78" fmla="*/ 825092 h 1063432"/>
                <a:gd name="connsiteX79" fmla="*/ 1006863 w 1140175"/>
                <a:gd name="connsiteY79" fmla="*/ 828491 h 1063432"/>
                <a:gd name="connsiteX80" fmla="*/ 1008288 w 1140175"/>
                <a:gd name="connsiteY80" fmla="*/ 829806 h 1063432"/>
                <a:gd name="connsiteX81" fmla="*/ 1009713 w 1140175"/>
                <a:gd name="connsiteY81" fmla="*/ 832657 h 1063432"/>
                <a:gd name="connsiteX82" fmla="*/ 1012454 w 1140175"/>
                <a:gd name="connsiteY82" fmla="*/ 834850 h 1063432"/>
                <a:gd name="connsiteX83" fmla="*/ 1015085 w 1140175"/>
                <a:gd name="connsiteY83" fmla="*/ 835836 h 1063432"/>
                <a:gd name="connsiteX84" fmla="*/ 1018374 w 1140175"/>
                <a:gd name="connsiteY84" fmla="*/ 837810 h 1063432"/>
                <a:gd name="connsiteX85" fmla="*/ 1020128 w 1140175"/>
                <a:gd name="connsiteY85" fmla="*/ 841866 h 1063432"/>
                <a:gd name="connsiteX86" fmla="*/ 1026377 w 1140175"/>
                <a:gd name="connsiteY86" fmla="*/ 844388 h 1063432"/>
                <a:gd name="connsiteX87" fmla="*/ 1028789 w 1140175"/>
                <a:gd name="connsiteY87" fmla="*/ 847457 h 1063432"/>
                <a:gd name="connsiteX88" fmla="*/ 1030982 w 1140175"/>
                <a:gd name="connsiteY88" fmla="*/ 848334 h 1063432"/>
                <a:gd name="connsiteX89" fmla="*/ 1033394 w 1140175"/>
                <a:gd name="connsiteY89" fmla="*/ 851514 h 1063432"/>
                <a:gd name="connsiteX90" fmla="*/ 1035038 w 1140175"/>
                <a:gd name="connsiteY90" fmla="*/ 851952 h 1063432"/>
                <a:gd name="connsiteX91" fmla="*/ 1035148 w 1140175"/>
                <a:gd name="connsiteY91" fmla="*/ 845374 h 1063432"/>
                <a:gd name="connsiteX92" fmla="*/ 1034709 w 1140175"/>
                <a:gd name="connsiteY92" fmla="*/ 842633 h 1063432"/>
                <a:gd name="connsiteX93" fmla="*/ 1037560 w 1140175"/>
                <a:gd name="connsiteY93" fmla="*/ 836604 h 1063432"/>
                <a:gd name="connsiteX94" fmla="*/ 1034490 w 1140175"/>
                <a:gd name="connsiteY94" fmla="*/ 835946 h 1063432"/>
                <a:gd name="connsiteX95" fmla="*/ 1033065 w 1140175"/>
                <a:gd name="connsiteY95" fmla="*/ 834959 h 1063432"/>
                <a:gd name="connsiteX96" fmla="*/ 1030434 w 1140175"/>
                <a:gd name="connsiteY96" fmla="*/ 833973 h 1063432"/>
                <a:gd name="connsiteX97" fmla="*/ 1028460 w 1140175"/>
                <a:gd name="connsiteY97" fmla="*/ 833644 h 1063432"/>
                <a:gd name="connsiteX98" fmla="*/ 1026706 w 1140175"/>
                <a:gd name="connsiteY98" fmla="*/ 829806 h 1063432"/>
                <a:gd name="connsiteX99" fmla="*/ 1027254 w 1140175"/>
                <a:gd name="connsiteY99" fmla="*/ 827614 h 1063432"/>
                <a:gd name="connsiteX100" fmla="*/ 1026596 w 1140175"/>
                <a:gd name="connsiteY100" fmla="*/ 826079 h 1063432"/>
                <a:gd name="connsiteX101" fmla="*/ 1024185 w 1140175"/>
                <a:gd name="connsiteY101" fmla="*/ 821694 h 1063432"/>
                <a:gd name="connsiteX102" fmla="*/ 1023307 w 1140175"/>
                <a:gd name="connsiteY102" fmla="*/ 819611 h 1063432"/>
                <a:gd name="connsiteX103" fmla="*/ 1023417 w 1140175"/>
                <a:gd name="connsiteY103" fmla="*/ 813362 h 1063432"/>
                <a:gd name="connsiteX104" fmla="*/ 1023965 w 1140175"/>
                <a:gd name="connsiteY104" fmla="*/ 808538 h 1063432"/>
                <a:gd name="connsiteX105" fmla="*/ 1024952 w 1140175"/>
                <a:gd name="connsiteY105" fmla="*/ 806236 h 1063432"/>
                <a:gd name="connsiteX106" fmla="*/ 1023636 w 1140175"/>
                <a:gd name="connsiteY106" fmla="*/ 805030 h 1063432"/>
                <a:gd name="connsiteX107" fmla="*/ 1023636 w 1140175"/>
                <a:gd name="connsiteY107" fmla="*/ 802398 h 1063432"/>
                <a:gd name="connsiteX108" fmla="*/ 1023746 w 1140175"/>
                <a:gd name="connsiteY108" fmla="*/ 798013 h 1063432"/>
                <a:gd name="connsiteX109" fmla="*/ 1022430 w 1140175"/>
                <a:gd name="connsiteY109" fmla="*/ 795382 h 1063432"/>
                <a:gd name="connsiteX110" fmla="*/ 1022211 w 1140175"/>
                <a:gd name="connsiteY110" fmla="*/ 790558 h 1063432"/>
                <a:gd name="connsiteX111" fmla="*/ 1024185 w 1140175"/>
                <a:gd name="connsiteY111" fmla="*/ 786831 h 1063432"/>
                <a:gd name="connsiteX112" fmla="*/ 1021334 w 1140175"/>
                <a:gd name="connsiteY112" fmla="*/ 783761 h 1063432"/>
                <a:gd name="connsiteX113" fmla="*/ 1016730 w 1140175"/>
                <a:gd name="connsiteY113" fmla="*/ 784748 h 1063432"/>
                <a:gd name="connsiteX114" fmla="*/ 1013769 w 1140175"/>
                <a:gd name="connsiteY114" fmla="*/ 783871 h 1063432"/>
                <a:gd name="connsiteX115" fmla="*/ 1010481 w 1140175"/>
                <a:gd name="connsiteY115" fmla="*/ 783980 h 1063432"/>
                <a:gd name="connsiteX116" fmla="*/ 1006972 w 1140175"/>
                <a:gd name="connsiteY116" fmla="*/ 784638 h 1063432"/>
                <a:gd name="connsiteX117" fmla="*/ 1005328 w 1140175"/>
                <a:gd name="connsiteY117" fmla="*/ 783980 h 1063432"/>
                <a:gd name="connsiteX118" fmla="*/ 1002806 w 1140175"/>
                <a:gd name="connsiteY118" fmla="*/ 783871 h 1063432"/>
                <a:gd name="connsiteX119" fmla="*/ 1001162 w 1140175"/>
                <a:gd name="connsiteY119" fmla="*/ 785844 h 1063432"/>
                <a:gd name="connsiteX120" fmla="*/ 998750 w 1140175"/>
                <a:gd name="connsiteY120" fmla="*/ 785844 h 1063432"/>
                <a:gd name="connsiteX121" fmla="*/ 996996 w 1140175"/>
                <a:gd name="connsiteY121" fmla="*/ 783651 h 1063432"/>
                <a:gd name="connsiteX122" fmla="*/ 989321 w 1140175"/>
                <a:gd name="connsiteY122" fmla="*/ 782445 h 1063432"/>
                <a:gd name="connsiteX123" fmla="*/ 984498 w 1140175"/>
                <a:gd name="connsiteY123" fmla="*/ 779266 h 1063432"/>
                <a:gd name="connsiteX124" fmla="*/ 984059 w 1140175"/>
                <a:gd name="connsiteY124" fmla="*/ 773675 h 1063432"/>
                <a:gd name="connsiteX125" fmla="*/ 983401 w 1140175"/>
                <a:gd name="connsiteY125" fmla="*/ 771592 h 1063432"/>
                <a:gd name="connsiteX126" fmla="*/ 983949 w 1140175"/>
                <a:gd name="connsiteY126" fmla="*/ 767755 h 1063432"/>
                <a:gd name="connsiteX127" fmla="*/ 986361 w 1140175"/>
                <a:gd name="connsiteY127" fmla="*/ 764795 h 1063432"/>
                <a:gd name="connsiteX128" fmla="*/ 988554 w 1140175"/>
                <a:gd name="connsiteY128" fmla="*/ 762602 h 1063432"/>
                <a:gd name="connsiteX129" fmla="*/ 985923 w 1140175"/>
                <a:gd name="connsiteY129" fmla="*/ 760519 h 1063432"/>
                <a:gd name="connsiteX130" fmla="*/ 986361 w 1140175"/>
                <a:gd name="connsiteY130" fmla="*/ 758545 h 1063432"/>
                <a:gd name="connsiteX131" fmla="*/ 983949 w 1140175"/>
                <a:gd name="connsiteY131" fmla="*/ 754160 h 1063432"/>
                <a:gd name="connsiteX132" fmla="*/ 981428 w 1140175"/>
                <a:gd name="connsiteY132" fmla="*/ 751090 h 1063432"/>
                <a:gd name="connsiteX133" fmla="*/ 981538 w 1140175"/>
                <a:gd name="connsiteY133" fmla="*/ 749446 h 1063432"/>
                <a:gd name="connsiteX134" fmla="*/ 979674 w 1140175"/>
                <a:gd name="connsiteY134" fmla="*/ 747473 h 1063432"/>
                <a:gd name="connsiteX135" fmla="*/ 979564 w 1140175"/>
                <a:gd name="connsiteY135" fmla="*/ 745609 h 1063432"/>
                <a:gd name="connsiteX136" fmla="*/ 974850 w 1140175"/>
                <a:gd name="connsiteY136" fmla="*/ 743964 h 1063432"/>
                <a:gd name="connsiteX137" fmla="*/ 972219 w 1140175"/>
                <a:gd name="connsiteY137" fmla="*/ 738044 h 1063432"/>
                <a:gd name="connsiteX138" fmla="*/ 966189 w 1140175"/>
                <a:gd name="connsiteY138" fmla="*/ 732124 h 1063432"/>
                <a:gd name="connsiteX139" fmla="*/ 963558 w 1140175"/>
                <a:gd name="connsiteY139" fmla="*/ 729164 h 1063432"/>
                <a:gd name="connsiteX140" fmla="*/ 959063 w 1140175"/>
                <a:gd name="connsiteY140" fmla="*/ 728506 h 1063432"/>
                <a:gd name="connsiteX141" fmla="*/ 956870 w 1140175"/>
                <a:gd name="connsiteY141" fmla="*/ 727958 h 1063432"/>
                <a:gd name="connsiteX142" fmla="*/ 956870 w 1140175"/>
                <a:gd name="connsiteY142" fmla="*/ 725327 h 1063432"/>
                <a:gd name="connsiteX143" fmla="*/ 954349 w 1140175"/>
                <a:gd name="connsiteY143" fmla="*/ 725217 h 1063432"/>
                <a:gd name="connsiteX144" fmla="*/ 954349 w 1140175"/>
                <a:gd name="connsiteY144" fmla="*/ 726752 h 1063432"/>
                <a:gd name="connsiteX145" fmla="*/ 951937 w 1140175"/>
                <a:gd name="connsiteY145" fmla="*/ 727849 h 1063432"/>
                <a:gd name="connsiteX146" fmla="*/ 949306 w 1140175"/>
                <a:gd name="connsiteY146" fmla="*/ 728945 h 1063432"/>
                <a:gd name="connsiteX147" fmla="*/ 947442 w 1140175"/>
                <a:gd name="connsiteY147" fmla="*/ 727849 h 1063432"/>
                <a:gd name="connsiteX148" fmla="*/ 947113 w 1140175"/>
                <a:gd name="connsiteY148" fmla="*/ 726423 h 1063432"/>
                <a:gd name="connsiteX149" fmla="*/ 944920 w 1140175"/>
                <a:gd name="connsiteY149" fmla="*/ 727410 h 1063432"/>
                <a:gd name="connsiteX150" fmla="*/ 945359 w 1140175"/>
                <a:gd name="connsiteY150" fmla="*/ 730918 h 1063432"/>
                <a:gd name="connsiteX151" fmla="*/ 946236 w 1140175"/>
                <a:gd name="connsiteY151" fmla="*/ 734646 h 1063432"/>
                <a:gd name="connsiteX152" fmla="*/ 944482 w 1140175"/>
                <a:gd name="connsiteY152" fmla="*/ 741224 h 1063432"/>
                <a:gd name="connsiteX153" fmla="*/ 941522 w 1140175"/>
                <a:gd name="connsiteY153" fmla="*/ 746157 h 1063432"/>
                <a:gd name="connsiteX154" fmla="*/ 940535 w 1140175"/>
                <a:gd name="connsiteY154" fmla="*/ 751419 h 1063432"/>
                <a:gd name="connsiteX155" fmla="*/ 941412 w 1140175"/>
                <a:gd name="connsiteY155" fmla="*/ 756791 h 1063432"/>
                <a:gd name="connsiteX156" fmla="*/ 945140 w 1140175"/>
                <a:gd name="connsiteY156" fmla="*/ 758984 h 1063432"/>
                <a:gd name="connsiteX157" fmla="*/ 780582 w 1140175"/>
                <a:gd name="connsiteY157" fmla="*/ 632468 h 1063432"/>
                <a:gd name="connsiteX158" fmla="*/ 782994 w 1140175"/>
                <a:gd name="connsiteY158" fmla="*/ 632140 h 1063432"/>
                <a:gd name="connsiteX159" fmla="*/ 782007 w 1140175"/>
                <a:gd name="connsiteY159" fmla="*/ 630057 h 1063432"/>
                <a:gd name="connsiteX160" fmla="*/ 781678 w 1140175"/>
                <a:gd name="connsiteY160" fmla="*/ 626219 h 1063432"/>
                <a:gd name="connsiteX161" fmla="*/ 778389 w 1140175"/>
                <a:gd name="connsiteY161" fmla="*/ 626000 h 1063432"/>
                <a:gd name="connsiteX162" fmla="*/ 778937 w 1140175"/>
                <a:gd name="connsiteY162" fmla="*/ 628412 h 1063432"/>
                <a:gd name="connsiteX163" fmla="*/ 777731 w 1140175"/>
                <a:gd name="connsiteY163" fmla="*/ 630605 h 1063432"/>
                <a:gd name="connsiteX164" fmla="*/ 780582 w 1140175"/>
                <a:gd name="connsiteY164" fmla="*/ 632468 h 1063432"/>
                <a:gd name="connsiteX165" fmla="*/ 445107 w 1140175"/>
                <a:gd name="connsiteY165" fmla="*/ 510667 h 1063432"/>
                <a:gd name="connsiteX166" fmla="*/ 444120 w 1140175"/>
                <a:gd name="connsiteY166" fmla="*/ 510448 h 1063432"/>
                <a:gd name="connsiteX167" fmla="*/ 442476 w 1140175"/>
                <a:gd name="connsiteY167" fmla="*/ 511544 h 1063432"/>
                <a:gd name="connsiteX168" fmla="*/ 442476 w 1140175"/>
                <a:gd name="connsiteY168" fmla="*/ 512969 h 1063432"/>
                <a:gd name="connsiteX169" fmla="*/ 444011 w 1140175"/>
                <a:gd name="connsiteY169" fmla="*/ 513737 h 1063432"/>
                <a:gd name="connsiteX170" fmla="*/ 446094 w 1140175"/>
                <a:gd name="connsiteY170" fmla="*/ 513627 h 1063432"/>
                <a:gd name="connsiteX171" fmla="*/ 446094 w 1140175"/>
                <a:gd name="connsiteY171" fmla="*/ 512421 h 1063432"/>
                <a:gd name="connsiteX172" fmla="*/ 445107 w 1140175"/>
                <a:gd name="connsiteY172" fmla="*/ 510667 h 1063432"/>
                <a:gd name="connsiteX173" fmla="*/ 959063 w 1140175"/>
                <a:gd name="connsiteY173" fmla="*/ 840112 h 1063432"/>
                <a:gd name="connsiteX174" fmla="*/ 960927 w 1140175"/>
                <a:gd name="connsiteY174" fmla="*/ 840222 h 1063432"/>
                <a:gd name="connsiteX175" fmla="*/ 961036 w 1140175"/>
                <a:gd name="connsiteY175" fmla="*/ 839454 h 1063432"/>
                <a:gd name="connsiteX176" fmla="*/ 960050 w 1140175"/>
                <a:gd name="connsiteY176" fmla="*/ 838796 h 1063432"/>
                <a:gd name="connsiteX177" fmla="*/ 959940 w 1140175"/>
                <a:gd name="connsiteY177" fmla="*/ 837481 h 1063432"/>
                <a:gd name="connsiteX178" fmla="*/ 959063 w 1140175"/>
                <a:gd name="connsiteY178" fmla="*/ 837042 h 1063432"/>
                <a:gd name="connsiteX179" fmla="*/ 959282 w 1140175"/>
                <a:gd name="connsiteY179" fmla="*/ 835727 h 1063432"/>
                <a:gd name="connsiteX180" fmla="*/ 958186 w 1140175"/>
                <a:gd name="connsiteY180" fmla="*/ 834301 h 1063432"/>
                <a:gd name="connsiteX181" fmla="*/ 958296 w 1140175"/>
                <a:gd name="connsiteY181" fmla="*/ 832438 h 1063432"/>
                <a:gd name="connsiteX182" fmla="*/ 958624 w 1140175"/>
                <a:gd name="connsiteY182" fmla="*/ 831451 h 1063432"/>
                <a:gd name="connsiteX183" fmla="*/ 957638 w 1140175"/>
                <a:gd name="connsiteY183" fmla="*/ 830684 h 1063432"/>
                <a:gd name="connsiteX184" fmla="*/ 957857 w 1140175"/>
                <a:gd name="connsiteY184" fmla="*/ 829697 h 1063432"/>
                <a:gd name="connsiteX185" fmla="*/ 958624 w 1140175"/>
                <a:gd name="connsiteY185" fmla="*/ 828600 h 1063432"/>
                <a:gd name="connsiteX186" fmla="*/ 958515 w 1140175"/>
                <a:gd name="connsiteY186" fmla="*/ 827614 h 1063432"/>
                <a:gd name="connsiteX187" fmla="*/ 957090 w 1140175"/>
                <a:gd name="connsiteY187" fmla="*/ 826956 h 1063432"/>
                <a:gd name="connsiteX188" fmla="*/ 955664 w 1140175"/>
                <a:gd name="connsiteY188" fmla="*/ 826846 h 1063432"/>
                <a:gd name="connsiteX189" fmla="*/ 954020 w 1140175"/>
                <a:gd name="connsiteY189" fmla="*/ 827614 h 1063432"/>
                <a:gd name="connsiteX190" fmla="*/ 954897 w 1140175"/>
                <a:gd name="connsiteY190" fmla="*/ 829039 h 1063432"/>
                <a:gd name="connsiteX191" fmla="*/ 955226 w 1140175"/>
                <a:gd name="connsiteY191" fmla="*/ 830574 h 1063432"/>
                <a:gd name="connsiteX192" fmla="*/ 956432 w 1140175"/>
                <a:gd name="connsiteY192" fmla="*/ 831232 h 1063432"/>
                <a:gd name="connsiteX193" fmla="*/ 956322 w 1140175"/>
                <a:gd name="connsiteY193" fmla="*/ 832547 h 1063432"/>
                <a:gd name="connsiteX194" fmla="*/ 956651 w 1140175"/>
                <a:gd name="connsiteY194" fmla="*/ 834082 h 1063432"/>
                <a:gd name="connsiteX195" fmla="*/ 957418 w 1140175"/>
                <a:gd name="connsiteY195" fmla="*/ 834630 h 1063432"/>
                <a:gd name="connsiteX196" fmla="*/ 956870 w 1140175"/>
                <a:gd name="connsiteY196" fmla="*/ 835288 h 1063432"/>
                <a:gd name="connsiteX197" fmla="*/ 956432 w 1140175"/>
                <a:gd name="connsiteY197" fmla="*/ 836384 h 1063432"/>
                <a:gd name="connsiteX198" fmla="*/ 957528 w 1140175"/>
                <a:gd name="connsiteY198" fmla="*/ 837481 h 1063432"/>
                <a:gd name="connsiteX199" fmla="*/ 958296 w 1140175"/>
                <a:gd name="connsiteY199" fmla="*/ 838467 h 1063432"/>
                <a:gd name="connsiteX200" fmla="*/ 957857 w 1140175"/>
                <a:gd name="connsiteY200" fmla="*/ 839454 h 1063432"/>
                <a:gd name="connsiteX201" fmla="*/ 959063 w 1140175"/>
                <a:gd name="connsiteY201" fmla="*/ 840112 h 1063432"/>
                <a:gd name="connsiteX202" fmla="*/ 838358 w 1140175"/>
                <a:gd name="connsiteY202" fmla="*/ 1057951 h 1063432"/>
                <a:gd name="connsiteX203" fmla="*/ 837152 w 1140175"/>
                <a:gd name="connsiteY203" fmla="*/ 1052250 h 1063432"/>
                <a:gd name="connsiteX204" fmla="*/ 834301 w 1140175"/>
                <a:gd name="connsiteY204" fmla="*/ 1052689 h 1063432"/>
                <a:gd name="connsiteX205" fmla="*/ 830245 w 1140175"/>
                <a:gd name="connsiteY205" fmla="*/ 1057513 h 1063432"/>
                <a:gd name="connsiteX206" fmla="*/ 824215 w 1140175"/>
                <a:gd name="connsiteY206" fmla="*/ 1066393 h 1063432"/>
                <a:gd name="connsiteX207" fmla="*/ 820049 w 1140175"/>
                <a:gd name="connsiteY207" fmla="*/ 1071436 h 1063432"/>
                <a:gd name="connsiteX208" fmla="*/ 831780 w 1140175"/>
                <a:gd name="connsiteY208" fmla="*/ 1071436 h 1063432"/>
                <a:gd name="connsiteX209" fmla="*/ 831122 w 1140175"/>
                <a:gd name="connsiteY209" fmla="*/ 1070449 h 1063432"/>
                <a:gd name="connsiteX210" fmla="*/ 831341 w 1140175"/>
                <a:gd name="connsiteY210" fmla="*/ 1068476 h 1063432"/>
                <a:gd name="connsiteX211" fmla="*/ 831999 w 1140175"/>
                <a:gd name="connsiteY211" fmla="*/ 1066612 h 1063432"/>
                <a:gd name="connsiteX212" fmla="*/ 834082 w 1140175"/>
                <a:gd name="connsiteY212" fmla="*/ 1064529 h 1063432"/>
                <a:gd name="connsiteX213" fmla="*/ 837700 w 1140175"/>
                <a:gd name="connsiteY213" fmla="*/ 1061898 h 1063432"/>
                <a:gd name="connsiteX214" fmla="*/ 838358 w 1140175"/>
                <a:gd name="connsiteY214" fmla="*/ 1057951 h 1063432"/>
                <a:gd name="connsiteX215" fmla="*/ 1100050 w 1140175"/>
                <a:gd name="connsiteY215" fmla="*/ 1070669 h 1063432"/>
                <a:gd name="connsiteX216" fmla="*/ 1097309 w 1140175"/>
                <a:gd name="connsiteY216" fmla="*/ 1067489 h 1063432"/>
                <a:gd name="connsiteX217" fmla="*/ 1096103 w 1140175"/>
                <a:gd name="connsiteY217" fmla="*/ 1064200 h 1063432"/>
                <a:gd name="connsiteX218" fmla="*/ 1096432 w 1140175"/>
                <a:gd name="connsiteY218" fmla="*/ 1061131 h 1063432"/>
                <a:gd name="connsiteX219" fmla="*/ 1097748 w 1140175"/>
                <a:gd name="connsiteY219" fmla="*/ 1058390 h 1063432"/>
                <a:gd name="connsiteX220" fmla="*/ 1099173 w 1140175"/>
                <a:gd name="connsiteY220" fmla="*/ 1056307 h 1063432"/>
                <a:gd name="connsiteX221" fmla="*/ 1098844 w 1140175"/>
                <a:gd name="connsiteY221" fmla="*/ 1053895 h 1063432"/>
                <a:gd name="connsiteX222" fmla="*/ 1097419 w 1140175"/>
                <a:gd name="connsiteY222" fmla="*/ 1053127 h 1063432"/>
                <a:gd name="connsiteX223" fmla="*/ 1096871 w 1140175"/>
                <a:gd name="connsiteY223" fmla="*/ 1052141 h 1063432"/>
                <a:gd name="connsiteX224" fmla="*/ 1094897 w 1140175"/>
                <a:gd name="connsiteY224" fmla="*/ 1044576 h 1063432"/>
                <a:gd name="connsiteX225" fmla="*/ 1095665 w 1140175"/>
                <a:gd name="connsiteY225" fmla="*/ 1037779 h 1063432"/>
                <a:gd name="connsiteX226" fmla="*/ 1096432 w 1140175"/>
                <a:gd name="connsiteY226" fmla="*/ 1035148 h 1063432"/>
                <a:gd name="connsiteX227" fmla="*/ 1097419 w 1140175"/>
                <a:gd name="connsiteY227" fmla="*/ 1033832 h 1063432"/>
                <a:gd name="connsiteX228" fmla="*/ 1098077 w 1140175"/>
                <a:gd name="connsiteY228" fmla="*/ 1030433 h 1063432"/>
                <a:gd name="connsiteX229" fmla="*/ 1098406 w 1140175"/>
                <a:gd name="connsiteY229" fmla="*/ 1029008 h 1063432"/>
                <a:gd name="connsiteX230" fmla="*/ 1099831 w 1140175"/>
                <a:gd name="connsiteY230" fmla="*/ 1027693 h 1063432"/>
                <a:gd name="connsiteX231" fmla="*/ 1098734 w 1140175"/>
                <a:gd name="connsiteY231" fmla="*/ 1026487 h 1063432"/>
                <a:gd name="connsiteX232" fmla="*/ 1097090 w 1140175"/>
                <a:gd name="connsiteY232" fmla="*/ 1026048 h 1063432"/>
                <a:gd name="connsiteX233" fmla="*/ 1096213 w 1140175"/>
                <a:gd name="connsiteY233" fmla="*/ 1024513 h 1063432"/>
                <a:gd name="connsiteX234" fmla="*/ 1089745 w 1140175"/>
                <a:gd name="connsiteY234" fmla="*/ 1017168 h 1063432"/>
                <a:gd name="connsiteX235" fmla="*/ 1089525 w 1140175"/>
                <a:gd name="connsiteY235" fmla="*/ 1015195 h 1063432"/>
                <a:gd name="connsiteX236" fmla="*/ 1086785 w 1140175"/>
                <a:gd name="connsiteY236" fmla="*/ 1013550 h 1063432"/>
                <a:gd name="connsiteX237" fmla="*/ 1084482 w 1140175"/>
                <a:gd name="connsiteY237" fmla="*/ 1010919 h 1063432"/>
                <a:gd name="connsiteX238" fmla="*/ 1083057 w 1140175"/>
                <a:gd name="connsiteY238" fmla="*/ 1008288 h 1063432"/>
                <a:gd name="connsiteX239" fmla="*/ 1083715 w 1140175"/>
                <a:gd name="connsiteY239" fmla="*/ 1004779 h 1063432"/>
                <a:gd name="connsiteX240" fmla="*/ 1082618 w 1140175"/>
                <a:gd name="connsiteY240" fmla="*/ 1002916 h 1063432"/>
                <a:gd name="connsiteX241" fmla="*/ 1083386 w 1140175"/>
                <a:gd name="connsiteY241" fmla="*/ 997763 h 1063432"/>
                <a:gd name="connsiteX242" fmla="*/ 1086565 w 1140175"/>
                <a:gd name="connsiteY242" fmla="*/ 989321 h 1063432"/>
                <a:gd name="connsiteX243" fmla="*/ 1087442 w 1140175"/>
                <a:gd name="connsiteY243" fmla="*/ 986252 h 1063432"/>
                <a:gd name="connsiteX244" fmla="*/ 1086565 w 1140175"/>
                <a:gd name="connsiteY244" fmla="*/ 982743 h 1063432"/>
                <a:gd name="connsiteX245" fmla="*/ 1085688 w 1140175"/>
                <a:gd name="connsiteY245" fmla="*/ 981428 h 1063432"/>
                <a:gd name="connsiteX246" fmla="*/ 1087004 w 1140175"/>
                <a:gd name="connsiteY246" fmla="*/ 978468 h 1063432"/>
                <a:gd name="connsiteX247" fmla="*/ 1088319 w 1140175"/>
                <a:gd name="connsiteY247" fmla="*/ 977262 h 1063432"/>
                <a:gd name="connsiteX248" fmla="*/ 1087881 w 1140175"/>
                <a:gd name="connsiteY248" fmla="*/ 975508 h 1063432"/>
                <a:gd name="connsiteX249" fmla="*/ 1087991 w 1140175"/>
                <a:gd name="connsiteY249" fmla="*/ 973096 h 1063432"/>
                <a:gd name="connsiteX250" fmla="*/ 1085688 w 1140175"/>
                <a:gd name="connsiteY250" fmla="*/ 973096 h 1063432"/>
                <a:gd name="connsiteX251" fmla="*/ 1084811 w 1140175"/>
                <a:gd name="connsiteY251" fmla="*/ 974521 h 1063432"/>
                <a:gd name="connsiteX252" fmla="*/ 1083715 w 1140175"/>
                <a:gd name="connsiteY252" fmla="*/ 975069 h 1063432"/>
                <a:gd name="connsiteX253" fmla="*/ 1081303 w 1140175"/>
                <a:gd name="connsiteY253" fmla="*/ 974521 h 1063432"/>
                <a:gd name="connsiteX254" fmla="*/ 1080974 w 1140175"/>
                <a:gd name="connsiteY254" fmla="*/ 973973 h 1063432"/>
                <a:gd name="connsiteX255" fmla="*/ 1082180 w 1140175"/>
                <a:gd name="connsiteY255" fmla="*/ 972219 h 1063432"/>
                <a:gd name="connsiteX256" fmla="*/ 1082070 w 1140175"/>
                <a:gd name="connsiteY256" fmla="*/ 971013 h 1063432"/>
                <a:gd name="connsiteX257" fmla="*/ 1079878 w 1140175"/>
                <a:gd name="connsiteY257" fmla="*/ 969807 h 1063432"/>
                <a:gd name="connsiteX258" fmla="*/ 1080097 w 1140175"/>
                <a:gd name="connsiteY258" fmla="*/ 968162 h 1063432"/>
                <a:gd name="connsiteX259" fmla="*/ 1076808 w 1140175"/>
                <a:gd name="connsiteY259" fmla="*/ 965531 h 1063432"/>
                <a:gd name="connsiteX260" fmla="*/ 1071326 w 1140175"/>
                <a:gd name="connsiteY260" fmla="*/ 967505 h 1063432"/>
                <a:gd name="connsiteX261" fmla="*/ 1063323 w 1140175"/>
                <a:gd name="connsiteY261" fmla="*/ 969807 h 1063432"/>
                <a:gd name="connsiteX262" fmla="*/ 1057293 w 1140175"/>
                <a:gd name="connsiteY262" fmla="*/ 970026 h 1063432"/>
                <a:gd name="connsiteX263" fmla="*/ 1050496 w 1140175"/>
                <a:gd name="connsiteY263" fmla="*/ 967614 h 1063432"/>
                <a:gd name="connsiteX264" fmla="*/ 1049838 w 1140175"/>
                <a:gd name="connsiteY264" fmla="*/ 965422 h 1063432"/>
                <a:gd name="connsiteX265" fmla="*/ 1045234 w 1140175"/>
                <a:gd name="connsiteY265" fmla="*/ 964654 h 1063432"/>
                <a:gd name="connsiteX266" fmla="*/ 1041835 w 1140175"/>
                <a:gd name="connsiteY266" fmla="*/ 963119 h 1063432"/>
                <a:gd name="connsiteX267" fmla="*/ 1041506 w 1140175"/>
                <a:gd name="connsiteY267" fmla="*/ 961694 h 1063432"/>
                <a:gd name="connsiteX268" fmla="*/ 1037450 w 1140175"/>
                <a:gd name="connsiteY268" fmla="*/ 959173 h 1063432"/>
                <a:gd name="connsiteX269" fmla="*/ 1035257 w 1140175"/>
                <a:gd name="connsiteY269" fmla="*/ 953910 h 1063432"/>
                <a:gd name="connsiteX270" fmla="*/ 1035806 w 1140175"/>
                <a:gd name="connsiteY270" fmla="*/ 949963 h 1063432"/>
                <a:gd name="connsiteX271" fmla="*/ 1034928 w 1140175"/>
                <a:gd name="connsiteY271" fmla="*/ 945578 h 1063432"/>
                <a:gd name="connsiteX272" fmla="*/ 1034051 w 1140175"/>
                <a:gd name="connsiteY272" fmla="*/ 942618 h 1063432"/>
                <a:gd name="connsiteX273" fmla="*/ 1031968 w 1140175"/>
                <a:gd name="connsiteY273" fmla="*/ 936917 h 1063432"/>
                <a:gd name="connsiteX274" fmla="*/ 1032845 w 1140175"/>
                <a:gd name="connsiteY274" fmla="*/ 931764 h 1063432"/>
                <a:gd name="connsiteX275" fmla="*/ 1031749 w 1140175"/>
                <a:gd name="connsiteY275" fmla="*/ 928804 h 1063432"/>
                <a:gd name="connsiteX276" fmla="*/ 1027035 w 1140175"/>
                <a:gd name="connsiteY276" fmla="*/ 925187 h 1063432"/>
                <a:gd name="connsiteX277" fmla="*/ 1024294 w 1140175"/>
                <a:gd name="connsiteY277" fmla="*/ 917622 h 1063432"/>
                <a:gd name="connsiteX278" fmla="*/ 1023088 w 1140175"/>
                <a:gd name="connsiteY278" fmla="*/ 912688 h 1063432"/>
                <a:gd name="connsiteX279" fmla="*/ 1021882 w 1140175"/>
                <a:gd name="connsiteY279" fmla="*/ 912140 h 1063432"/>
                <a:gd name="connsiteX280" fmla="*/ 1019470 w 1140175"/>
                <a:gd name="connsiteY280" fmla="*/ 905782 h 1063432"/>
                <a:gd name="connsiteX281" fmla="*/ 1020238 w 1140175"/>
                <a:gd name="connsiteY281" fmla="*/ 902383 h 1063432"/>
                <a:gd name="connsiteX282" fmla="*/ 1020018 w 1140175"/>
                <a:gd name="connsiteY282" fmla="*/ 899423 h 1063432"/>
                <a:gd name="connsiteX283" fmla="*/ 1018374 w 1140175"/>
                <a:gd name="connsiteY283" fmla="*/ 897888 h 1063432"/>
                <a:gd name="connsiteX284" fmla="*/ 1019141 w 1140175"/>
                <a:gd name="connsiteY284" fmla="*/ 895147 h 1063432"/>
                <a:gd name="connsiteX285" fmla="*/ 1017826 w 1140175"/>
                <a:gd name="connsiteY285" fmla="*/ 893722 h 1063432"/>
                <a:gd name="connsiteX286" fmla="*/ 1015962 w 1140175"/>
                <a:gd name="connsiteY286" fmla="*/ 892735 h 1063432"/>
                <a:gd name="connsiteX287" fmla="*/ 1015524 w 1140175"/>
                <a:gd name="connsiteY287" fmla="*/ 889556 h 1063432"/>
                <a:gd name="connsiteX288" fmla="*/ 1014318 w 1140175"/>
                <a:gd name="connsiteY288" fmla="*/ 887912 h 1063432"/>
                <a:gd name="connsiteX289" fmla="*/ 1011577 w 1140175"/>
                <a:gd name="connsiteY289" fmla="*/ 885500 h 1063432"/>
                <a:gd name="connsiteX290" fmla="*/ 1006424 w 1140175"/>
                <a:gd name="connsiteY290" fmla="*/ 884513 h 1063432"/>
                <a:gd name="connsiteX291" fmla="*/ 1004780 w 1140175"/>
                <a:gd name="connsiteY291" fmla="*/ 886267 h 1063432"/>
                <a:gd name="connsiteX292" fmla="*/ 1001491 w 1140175"/>
                <a:gd name="connsiteY292" fmla="*/ 887692 h 1063432"/>
                <a:gd name="connsiteX293" fmla="*/ 1000394 w 1140175"/>
                <a:gd name="connsiteY293" fmla="*/ 889227 h 1063432"/>
                <a:gd name="connsiteX294" fmla="*/ 998202 w 1140175"/>
                <a:gd name="connsiteY294" fmla="*/ 891529 h 1063432"/>
                <a:gd name="connsiteX295" fmla="*/ 996667 w 1140175"/>
                <a:gd name="connsiteY295" fmla="*/ 893064 h 1063432"/>
                <a:gd name="connsiteX296" fmla="*/ 992282 w 1140175"/>
                <a:gd name="connsiteY296" fmla="*/ 893393 h 1063432"/>
                <a:gd name="connsiteX297" fmla="*/ 987896 w 1140175"/>
                <a:gd name="connsiteY297" fmla="*/ 893503 h 1063432"/>
                <a:gd name="connsiteX298" fmla="*/ 988444 w 1140175"/>
                <a:gd name="connsiteY298" fmla="*/ 889446 h 1063432"/>
                <a:gd name="connsiteX299" fmla="*/ 985813 w 1140175"/>
                <a:gd name="connsiteY299" fmla="*/ 888240 h 1063432"/>
                <a:gd name="connsiteX300" fmla="*/ 984717 w 1140175"/>
                <a:gd name="connsiteY300" fmla="*/ 885280 h 1063432"/>
                <a:gd name="connsiteX301" fmla="*/ 985375 w 1140175"/>
                <a:gd name="connsiteY301" fmla="*/ 883526 h 1063432"/>
                <a:gd name="connsiteX302" fmla="*/ 985375 w 1140175"/>
                <a:gd name="connsiteY302" fmla="*/ 880566 h 1063432"/>
                <a:gd name="connsiteX303" fmla="*/ 985594 w 1140175"/>
                <a:gd name="connsiteY303" fmla="*/ 878264 h 1063432"/>
                <a:gd name="connsiteX304" fmla="*/ 986910 w 1140175"/>
                <a:gd name="connsiteY304" fmla="*/ 877058 h 1063432"/>
                <a:gd name="connsiteX305" fmla="*/ 985265 w 1140175"/>
                <a:gd name="connsiteY305" fmla="*/ 875633 h 1063432"/>
                <a:gd name="connsiteX306" fmla="*/ 984388 w 1140175"/>
                <a:gd name="connsiteY306" fmla="*/ 873769 h 1063432"/>
                <a:gd name="connsiteX307" fmla="*/ 982853 w 1140175"/>
                <a:gd name="connsiteY307" fmla="*/ 872234 h 1063432"/>
                <a:gd name="connsiteX308" fmla="*/ 983072 w 1140175"/>
                <a:gd name="connsiteY308" fmla="*/ 870699 h 1063432"/>
                <a:gd name="connsiteX309" fmla="*/ 985265 w 1140175"/>
                <a:gd name="connsiteY309" fmla="*/ 870261 h 1063432"/>
                <a:gd name="connsiteX310" fmla="*/ 985375 w 1140175"/>
                <a:gd name="connsiteY310" fmla="*/ 869055 h 1063432"/>
                <a:gd name="connsiteX311" fmla="*/ 980112 w 1140175"/>
                <a:gd name="connsiteY311" fmla="*/ 867739 h 1063432"/>
                <a:gd name="connsiteX312" fmla="*/ 980770 w 1140175"/>
                <a:gd name="connsiteY312" fmla="*/ 864231 h 1063432"/>
                <a:gd name="connsiteX313" fmla="*/ 981647 w 1140175"/>
                <a:gd name="connsiteY313" fmla="*/ 863792 h 1063432"/>
                <a:gd name="connsiteX314" fmla="*/ 982415 w 1140175"/>
                <a:gd name="connsiteY314" fmla="*/ 862696 h 1063432"/>
                <a:gd name="connsiteX315" fmla="*/ 981428 w 1140175"/>
                <a:gd name="connsiteY315" fmla="*/ 861709 h 1063432"/>
                <a:gd name="connsiteX316" fmla="*/ 977920 w 1140175"/>
                <a:gd name="connsiteY316" fmla="*/ 863244 h 1063432"/>
                <a:gd name="connsiteX317" fmla="*/ 977810 w 1140175"/>
                <a:gd name="connsiteY317" fmla="*/ 864560 h 1063432"/>
                <a:gd name="connsiteX318" fmla="*/ 976494 w 1140175"/>
                <a:gd name="connsiteY318" fmla="*/ 865656 h 1063432"/>
                <a:gd name="connsiteX319" fmla="*/ 973425 w 1140175"/>
                <a:gd name="connsiteY319" fmla="*/ 862915 h 1063432"/>
                <a:gd name="connsiteX320" fmla="*/ 973973 w 1140175"/>
                <a:gd name="connsiteY320" fmla="*/ 859736 h 1063432"/>
                <a:gd name="connsiteX321" fmla="*/ 972328 w 1140175"/>
                <a:gd name="connsiteY321" fmla="*/ 857324 h 1063432"/>
                <a:gd name="connsiteX322" fmla="*/ 971232 w 1140175"/>
                <a:gd name="connsiteY322" fmla="*/ 859188 h 1063432"/>
                <a:gd name="connsiteX323" fmla="*/ 969259 w 1140175"/>
                <a:gd name="connsiteY323" fmla="*/ 861271 h 1063432"/>
                <a:gd name="connsiteX324" fmla="*/ 966847 w 1140175"/>
                <a:gd name="connsiteY324" fmla="*/ 860284 h 1063432"/>
                <a:gd name="connsiteX325" fmla="*/ 964654 w 1140175"/>
                <a:gd name="connsiteY325" fmla="*/ 860065 h 1063432"/>
                <a:gd name="connsiteX326" fmla="*/ 963558 w 1140175"/>
                <a:gd name="connsiteY326" fmla="*/ 860394 h 1063432"/>
                <a:gd name="connsiteX327" fmla="*/ 962681 w 1140175"/>
                <a:gd name="connsiteY327" fmla="*/ 861929 h 1063432"/>
                <a:gd name="connsiteX328" fmla="*/ 963119 w 1140175"/>
                <a:gd name="connsiteY328" fmla="*/ 863244 h 1063432"/>
                <a:gd name="connsiteX329" fmla="*/ 961694 w 1140175"/>
                <a:gd name="connsiteY329" fmla="*/ 863902 h 1063432"/>
                <a:gd name="connsiteX330" fmla="*/ 962681 w 1140175"/>
                <a:gd name="connsiteY330" fmla="*/ 865875 h 1063432"/>
                <a:gd name="connsiteX331" fmla="*/ 964873 w 1140175"/>
                <a:gd name="connsiteY331" fmla="*/ 867301 h 1063432"/>
                <a:gd name="connsiteX332" fmla="*/ 963558 w 1140175"/>
                <a:gd name="connsiteY332" fmla="*/ 870261 h 1063432"/>
                <a:gd name="connsiteX333" fmla="*/ 963887 w 1140175"/>
                <a:gd name="connsiteY333" fmla="*/ 871138 h 1063432"/>
                <a:gd name="connsiteX334" fmla="*/ 963010 w 1140175"/>
                <a:gd name="connsiteY334" fmla="*/ 872234 h 1063432"/>
                <a:gd name="connsiteX335" fmla="*/ 958405 w 1140175"/>
                <a:gd name="connsiteY335" fmla="*/ 873111 h 1063432"/>
                <a:gd name="connsiteX336" fmla="*/ 954458 w 1140175"/>
                <a:gd name="connsiteY336" fmla="*/ 872563 h 1063432"/>
                <a:gd name="connsiteX337" fmla="*/ 954239 w 1140175"/>
                <a:gd name="connsiteY337" fmla="*/ 870370 h 1063432"/>
                <a:gd name="connsiteX338" fmla="*/ 952704 w 1140175"/>
                <a:gd name="connsiteY338" fmla="*/ 869164 h 1063432"/>
                <a:gd name="connsiteX339" fmla="*/ 951389 w 1140175"/>
                <a:gd name="connsiteY339" fmla="*/ 866095 h 1063432"/>
                <a:gd name="connsiteX340" fmla="*/ 950183 w 1140175"/>
                <a:gd name="connsiteY340" fmla="*/ 863244 h 1063432"/>
                <a:gd name="connsiteX341" fmla="*/ 947880 w 1140175"/>
                <a:gd name="connsiteY341" fmla="*/ 859955 h 1063432"/>
                <a:gd name="connsiteX342" fmla="*/ 948319 w 1140175"/>
                <a:gd name="connsiteY342" fmla="*/ 858420 h 1063432"/>
                <a:gd name="connsiteX343" fmla="*/ 949963 w 1140175"/>
                <a:gd name="connsiteY343" fmla="*/ 857543 h 1063432"/>
                <a:gd name="connsiteX344" fmla="*/ 950402 w 1140175"/>
                <a:gd name="connsiteY344" fmla="*/ 853816 h 1063432"/>
                <a:gd name="connsiteX345" fmla="*/ 949415 w 1140175"/>
                <a:gd name="connsiteY345" fmla="*/ 849869 h 1063432"/>
                <a:gd name="connsiteX346" fmla="*/ 947003 w 1140175"/>
                <a:gd name="connsiteY346" fmla="*/ 848334 h 1063432"/>
                <a:gd name="connsiteX347" fmla="*/ 946675 w 1140175"/>
                <a:gd name="connsiteY347" fmla="*/ 845265 h 1063432"/>
                <a:gd name="connsiteX348" fmla="*/ 947003 w 1140175"/>
                <a:gd name="connsiteY348" fmla="*/ 843072 h 1063432"/>
                <a:gd name="connsiteX349" fmla="*/ 948100 w 1140175"/>
                <a:gd name="connsiteY349" fmla="*/ 842085 h 1063432"/>
                <a:gd name="connsiteX350" fmla="*/ 949306 w 1140175"/>
                <a:gd name="connsiteY350" fmla="*/ 839673 h 1063432"/>
                <a:gd name="connsiteX351" fmla="*/ 951389 w 1140175"/>
                <a:gd name="connsiteY351" fmla="*/ 839454 h 1063432"/>
                <a:gd name="connsiteX352" fmla="*/ 952156 w 1140175"/>
                <a:gd name="connsiteY352" fmla="*/ 836823 h 1063432"/>
                <a:gd name="connsiteX353" fmla="*/ 949854 w 1140175"/>
                <a:gd name="connsiteY353" fmla="*/ 833644 h 1063432"/>
                <a:gd name="connsiteX354" fmla="*/ 946565 w 1140175"/>
                <a:gd name="connsiteY354" fmla="*/ 827723 h 1063432"/>
                <a:gd name="connsiteX355" fmla="*/ 945249 w 1140175"/>
                <a:gd name="connsiteY355" fmla="*/ 822461 h 1063432"/>
                <a:gd name="connsiteX356" fmla="*/ 943605 w 1140175"/>
                <a:gd name="connsiteY356" fmla="*/ 819940 h 1063432"/>
                <a:gd name="connsiteX357" fmla="*/ 941303 w 1140175"/>
                <a:gd name="connsiteY357" fmla="*/ 819282 h 1063432"/>
                <a:gd name="connsiteX358" fmla="*/ 939110 w 1140175"/>
                <a:gd name="connsiteY358" fmla="*/ 816651 h 1063432"/>
                <a:gd name="connsiteX359" fmla="*/ 937794 w 1140175"/>
                <a:gd name="connsiteY359" fmla="*/ 813581 h 1063432"/>
                <a:gd name="connsiteX360" fmla="*/ 937794 w 1140175"/>
                <a:gd name="connsiteY360" fmla="*/ 811498 h 1063432"/>
                <a:gd name="connsiteX361" fmla="*/ 936698 w 1140175"/>
                <a:gd name="connsiteY361" fmla="*/ 811717 h 1063432"/>
                <a:gd name="connsiteX362" fmla="*/ 934615 w 1140175"/>
                <a:gd name="connsiteY362" fmla="*/ 811717 h 1063432"/>
                <a:gd name="connsiteX363" fmla="*/ 934505 w 1140175"/>
                <a:gd name="connsiteY363" fmla="*/ 810073 h 1063432"/>
                <a:gd name="connsiteX364" fmla="*/ 933738 w 1140175"/>
                <a:gd name="connsiteY364" fmla="*/ 808867 h 1063432"/>
                <a:gd name="connsiteX365" fmla="*/ 932971 w 1140175"/>
                <a:gd name="connsiteY365" fmla="*/ 809196 h 1063432"/>
                <a:gd name="connsiteX366" fmla="*/ 931216 w 1140175"/>
                <a:gd name="connsiteY366" fmla="*/ 806893 h 1063432"/>
                <a:gd name="connsiteX367" fmla="*/ 931765 w 1140175"/>
                <a:gd name="connsiteY367" fmla="*/ 803604 h 1063432"/>
                <a:gd name="connsiteX368" fmla="*/ 930449 w 1140175"/>
                <a:gd name="connsiteY368" fmla="*/ 802947 h 1063432"/>
                <a:gd name="connsiteX369" fmla="*/ 928585 w 1140175"/>
                <a:gd name="connsiteY369" fmla="*/ 801741 h 1063432"/>
                <a:gd name="connsiteX370" fmla="*/ 928366 w 1140175"/>
                <a:gd name="connsiteY370" fmla="*/ 799219 h 1063432"/>
                <a:gd name="connsiteX371" fmla="*/ 930230 w 1140175"/>
                <a:gd name="connsiteY371" fmla="*/ 797026 h 1063432"/>
                <a:gd name="connsiteX372" fmla="*/ 931984 w 1140175"/>
                <a:gd name="connsiteY372" fmla="*/ 794176 h 1063432"/>
                <a:gd name="connsiteX373" fmla="*/ 935053 w 1140175"/>
                <a:gd name="connsiteY373" fmla="*/ 791435 h 1063432"/>
                <a:gd name="connsiteX374" fmla="*/ 934725 w 1140175"/>
                <a:gd name="connsiteY374" fmla="*/ 790120 h 1063432"/>
                <a:gd name="connsiteX375" fmla="*/ 933409 w 1140175"/>
                <a:gd name="connsiteY375" fmla="*/ 788914 h 1063432"/>
                <a:gd name="connsiteX376" fmla="*/ 932532 w 1140175"/>
                <a:gd name="connsiteY376" fmla="*/ 784857 h 1063432"/>
                <a:gd name="connsiteX377" fmla="*/ 930120 w 1140175"/>
                <a:gd name="connsiteY377" fmla="*/ 782226 h 1063432"/>
                <a:gd name="connsiteX378" fmla="*/ 923761 w 1140175"/>
                <a:gd name="connsiteY378" fmla="*/ 777293 h 1063432"/>
                <a:gd name="connsiteX379" fmla="*/ 906001 w 1140175"/>
                <a:gd name="connsiteY379" fmla="*/ 756682 h 1063432"/>
                <a:gd name="connsiteX380" fmla="*/ 902712 w 1140175"/>
                <a:gd name="connsiteY380" fmla="*/ 755147 h 1063432"/>
                <a:gd name="connsiteX381" fmla="*/ 900848 w 1140175"/>
                <a:gd name="connsiteY381" fmla="*/ 754818 h 1063432"/>
                <a:gd name="connsiteX382" fmla="*/ 899423 w 1140175"/>
                <a:gd name="connsiteY382" fmla="*/ 753064 h 1063432"/>
                <a:gd name="connsiteX383" fmla="*/ 897559 w 1140175"/>
                <a:gd name="connsiteY383" fmla="*/ 752077 h 1063432"/>
                <a:gd name="connsiteX384" fmla="*/ 895257 w 1140175"/>
                <a:gd name="connsiteY384" fmla="*/ 751748 h 1063432"/>
                <a:gd name="connsiteX385" fmla="*/ 893722 w 1140175"/>
                <a:gd name="connsiteY385" fmla="*/ 750542 h 1063432"/>
                <a:gd name="connsiteX386" fmla="*/ 893832 w 1140175"/>
                <a:gd name="connsiteY386" fmla="*/ 747144 h 1063432"/>
                <a:gd name="connsiteX387" fmla="*/ 892516 w 1140175"/>
                <a:gd name="connsiteY387" fmla="*/ 745719 h 1063432"/>
                <a:gd name="connsiteX388" fmla="*/ 890214 w 1140175"/>
                <a:gd name="connsiteY388" fmla="*/ 745280 h 1063432"/>
                <a:gd name="connsiteX389" fmla="*/ 887363 w 1140175"/>
                <a:gd name="connsiteY389" fmla="*/ 744184 h 1063432"/>
                <a:gd name="connsiteX390" fmla="*/ 884403 w 1140175"/>
                <a:gd name="connsiteY390" fmla="*/ 741224 h 1063432"/>
                <a:gd name="connsiteX391" fmla="*/ 881005 w 1140175"/>
                <a:gd name="connsiteY391" fmla="*/ 739250 h 1063432"/>
                <a:gd name="connsiteX392" fmla="*/ 878374 w 1140175"/>
                <a:gd name="connsiteY392" fmla="*/ 735852 h 1063432"/>
                <a:gd name="connsiteX393" fmla="*/ 876071 w 1140175"/>
                <a:gd name="connsiteY393" fmla="*/ 733220 h 1063432"/>
                <a:gd name="connsiteX394" fmla="*/ 874537 w 1140175"/>
                <a:gd name="connsiteY394" fmla="*/ 731466 h 1063432"/>
                <a:gd name="connsiteX395" fmla="*/ 872015 w 1140175"/>
                <a:gd name="connsiteY395" fmla="*/ 730480 h 1063432"/>
                <a:gd name="connsiteX396" fmla="*/ 870261 w 1140175"/>
                <a:gd name="connsiteY396" fmla="*/ 727300 h 1063432"/>
                <a:gd name="connsiteX397" fmla="*/ 869055 w 1140175"/>
                <a:gd name="connsiteY397" fmla="*/ 726971 h 1063432"/>
                <a:gd name="connsiteX398" fmla="*/ 867630 w 1140175"/>
                <a:gd name="connsiteY398" fmla="*/ 725546 h 1063432"/>
                <a:gd name="connsiteX399" fmla="*/ 865876 w 1140175"/>
                <a:gd name="connsiteY399" fmla="*/ 723244 h 1063432"/>
                <a:gd name="connsiteX400" fmla="*/ 864450 w 1140175"/>
                <a:gd name="connsiteY400" fmla="*/ 720722 h 1063432"/>
                <a:gd name="connsiteX401" fmla="*/ 861929 w 1140175"/>
                <a:gd name="connsiteY401" fmla="*/ 718639 h 1063432"/>
                <a:gd name="connsiteX402" fmla="*/ 859736 w 1140175"/>
                <a:gd name="connsiteY402" fmla="*/ 718639 h 1063432"/>
                <a:gd name="connsiteX403" fmla="*/ 857872 w 1140175"/>
                <a:gd name="connsiteY403" fmla="*/ 718420 h 1063432"/>
                <a:gd name="connsiteX404" fmla="*/ 856338 w 1140175"/>
                <a:gd name="connsiteY404" fmla="*/ 717653 h 1063432"/>
                <a:gd name="connsiteX405" fmla="*/ 856228 w 1140175"/>
                <a:gd name="connsiteY405" fmla="*/ 716995 h 1063432"/>
                <a:gd name="connsiteX406" fmla="*/ 855351 w 1140175"/>
                <a:gd name="connsiteY406" fmla="*/ 716337 h 1063432"/>
                <a:gd name="connsiteX407" fmla="*/ 854803 w 1140175"/>
                <a:gd name="connsiteY407" fmla="*/ 715021 h 1063432"/>
                <a:gd name="connsiteX408" fmla="*/ 854364 w 1140175"/>
                <a:gd name="connsiteY408" fmla="*/ 714693 h 1063432"/>
                <a:gd name="connsiteX409" fmla="*/ 851623 w 1140175"/>
                <a:gd name="connsiteY409" fmla="*/ 714254 h 1063432"/>
                <a:gd name="connsiteX410" fmla="*/ 850856 w 1140175"/>
                <a:gd name="connsiteY410" fmla="*/ 712281 h 1063432"/>
                <a:gd name="connsiteX411" fmla="*/ 849650 w 1140175"/>
                <a:gd name="connsiteY411" fmla="*/ 710746 h 1063432"/>
                <a:gd name="connsiteX412" fmla="*/ 849102 w 1140175"/>
                <a:gd name="connsiteY412" fmla="*/ 709759 h 1063432"/>
                <a:gd name="connsiteX413" fmla="*/ 848444 w 1140175"/>
                <a:gd name="connsiteY413" fmla="*/ 706909 h 1063432"/>
                <a:gd name="connsiteX414" fmla="*/ 844607 w 1140175"/>
                <a:gd name="connsiteY414" fmla="*/ 704278 h 1063432"/>
                <a:gd name="connsiteX415" fmla="*/ 843072 w 1140175"/>
                <a:gd name="connsiteY415" fmla="*/ 703949 h 1063432"/>
                <a:gd name="connsiteX416" fmla="*/ 841647 w 1140175"/>
                <a:gd name="connsiteY416" fmla="*/ 702743 h 1063432"/>
                <a:gd name="connsiteX417" fmla="*/ 838906 w 1140175"/>
                <a:gd name="connsiteY417" fmla="*/ 701646 h 1063432"/>
                <a:gd name="connsiteX418" fmla="*/ 838687 w 1140175"/>
                <a:gd name="connsiteY418" fmla="*/ 700989 h 1063432"/>
                <a:gd name="connsiteX419" fmla="*/ 837481 w 1140175"/>
                <a:gd name="connsiteY419" fmla="*/ 699454 h 1063432"/>
                <a:gd name="connsiteX420" fmla="*/ 835946 w 1140175"/>
                <a:gd name="connsiteY420" fmla="*/ 697809 h 1063432"/>
                <a:gd name="connsiteX421" fmla="*/ 834850 w 1140175"/>
                <a:gd name="connsiteY421" fmla="*/ 697700 h 1063432"/>
                <a:gd name="connsiteX422" fmla="*/ 834740 w 1140175"/>
                <a:gd name="connsiteY422" fmla="*/ 696384 h 1063432"/>
                <a:gd name="connsiteX423" fmla="*/ 832986 w 1140175"/>
                <a:gd name="connsiteY423" fmla="*/ 694959 h 1063432"/>
                <a:gd name="connsiteX424" fmla="*/ 832767 w 1140175"/>
                <a:gd name="connsiteY424" fmla="*/ 693205 h 1063432"/>
                <a:gd name="connsiteX425" fmla="*/ 831232 w 1140175"/>
                <a:gd name="connsiteY425" fmla="*/ 692437 h 1063432"/>
                <a:gd name="connsiteX426" fmla="*/ 830903 w 1140175"/>
                <a:gd name="connsiteY426" fmla="*/ 692766 h 1063432"/>
                <a:gd name="connsiteX427" fmla="*/ 829807 w 1140175"/>
                <a:gd name="connsiteY427" fmla="*/ 693205 h 1063432"/>
                <a:gd name="connsiteX428" fmla="*/ 829258 w 1140175"/>
                <a:gd name="connsiteY428" fmla="*/ 692766 h 1063432"/>
                <a:gd name="connsiteX429" fmla="*/ 828381 w 1140175"/>
                <a:gd name="connsiteY429" fmla="*/ 691012 h 1063432"/>
                <a:gd name="connsiteX430" fmla="*/ 827395 w 1140175"/>
                <a:gd name="connsiteY430" fmla="*/ 690574 h 1063432"/>
                <a:gd name="connsiteX431" fmla="*/ 826408 w 1140175"/>
                <a:gd name="connsiteY431" fmla="*/ 690025 h 1063432"/>
                <a:gd name="connsiteX432" fmla="*/ 825750 w 1140175"/>
                <a:gd name="connsiteY432" fmla="*/ 689368 h 1063432"/>
                <a:gd name="connsiteX433" fmla="*/ 825202 w 1140175"/>
                <a:gd name="connsiteY433" fmla="*/ 688929 h 1063432"/>
                <a:gd name="connsiteX434" fmla="*/ 824873 w 1140175"/>
                <a:gd name="connsiteY434" fmla="*/ 688162 h 1063432"/>
                <a:gd name="connsiteX435" fmla="*/ 824106 w 1140175"/>
                <a:gd name="connsiteY435" fmla="*/ 687833 h 1063432"/>
                <a:gd name="connsiteX436" fmla="*/ 823448 w 1140175"/>
                <a:gd name="connsiteY436" fmla="*/ 686517 h 1063432"/>
                <a:gd name="connsiteX437" fmla="*/ 822352 w 1140175"/>
                <a:gd name="connsiteY437" fmla="*/ 686079 h 1063432"/>
                <a:gd name="connsiteX438" fmla="*/ 821584 w 1140175"/>
                <a:gd name="connsiteY438" fmla="*/ 684873 h 1063432"/>
                <a:gd name="connsiteX439" fmla="*/ 821036 w 1140175"/>
                <a:gd name="connsiteY439" fmla="*/ 682132 h 1063432"/>
                <a:gd name="connsiteX440" fmla="*/ 820049 w 1140175"/>
                <a:gd name="connsiteY440" fmla="*/ 681036 h 1063432"/>
                <a:gd name="connsiteX441" fmla="*/ 817747 w 1140175"/>
                <a:gd name="connsiteY441" fmla="*/ 680707 h 1063432"/>
                <a:gd name="connsiteX442" fmla="*/ 817637 w 1140175"/>
                <a:gd name="connsiteY442" fmla="*/ 680158 h 1063432"/>
                <a:gd name="connsiteX443" fmla="*/ 816322 w 1140175"/>
                <a:gd name="connsiteY443" fmla="*/ 679939 h 1063432"/>
                <a:gd name="connsiteX444" fmla="*/ 814677 w 1140175"/>
                <a:gd name="connsiteY444" fmla="*/ 677966 h 1063432"/>
                <a:gd name="connsiteX445" fmla="*/ 813142 w 1140175"/>
                <a:gd name="connsiteY445" fmla="*/ 676979 h 1063432"/>
                <a:gd name="connsiteX446" fmla="*/ 811059 w 1140175"/>
                <a:gd name="connsiteY446" fmla="*/ 677198 h 1063432"/>
                <a:gd name="connsiteX447" fmla="*/ 810402 w 1140175"/>
                <a:gd name="connsiteY447" fmla="*/ 677527 h 1063432"/>
                <a:gd name="connsiteX448" fmla="*/ 809853 w 1140175"/>
                <a:gd name="connsiteY448" fmla="*/ 676431 h 1063432"/>
                <a:gd name="connsiteX449" fmla="*/ 809305 w 1140175"/>
                <a:gd name="connsiteY449" fmla="*/ 676541 h 1063432"/>
                <a:gd name="connsiteX450" fmla="*/ 808867 w 1140175"/>
                <a:gd name="connsiteY450" fmla="*/ 675554 h 1063432"/>
                <a:gd name="connsiteX451" fmla="*/ 807770 w 1140175"/>
                <a:gd name="connsiteY451" fmla="*/ 674896 h 1063432"/>
                <a:gd name="connsiteX452" fmla="*/ 807332 w 1140175"/>
                <a:gd name="connsiteY452" fmla="*/ 675335 h 1063432"/>
                <a:gd name="connsiteX453" fmla="*/ 806345 w 1140175"/>
                <a:gd name="connsiteY453" fmla="*/ 675335 h 1063432"/>
                <a:gd name="connsiteX454" fmla="*/ 806016 w 1140175"/>
                <a:gd name="connsiteY454" fmla="*/ 675006 h 1063432"/>
                <a:gd name="connsiteX455" fmla="*/ 805578 w 1140175"/>
                <a:gd name="connsiteY455" fmla="*/ 675444 h 1063432"/>
                <a:gd name="connsiteX456" fmla="*/ 805139 w 1140175"/>
                <a:gd name="connsiteY456" fmla="*/ 676431 h 1063432"/>
                <a:gd name="connsiteX457" fmla="*/ 803714 w 1140175"/>
                <a:gd name="connsiteY457" fmla="*/ 676212 h 1063432"/>
                <a:gd name="connsiteX458" fmla="*/ 803495 w 1140175"/>
                <a:gd name="connsiteY458" fmla="*/ 677418 h 1063432"/>
                <a:gd name="connsiteX459" fmla="*/ 803824 w 1140175"/>
                <a:gd name="connsiteY459" fmla="*/ 678404 h 1063432"/>
                <a:gd name="connsiteX460" fmla="*/ 805030 w 1140175"/>
                <a:gd name="connsiteY460" fmla="*/ 678514 h 1063432"/>
                <a:gd name="connsiteX461" fmla="*/ 804701 w 1140175"/>
                <a:gd name="connsiteY461" fmla="*/ 679281 h 1063432"/>
                <a:gd name="connsiteX462" fmla="*/ 804482 w 1140175"/>
                <a:gd name="connsiteY462" fmla="*/ 680378 h 1063432"/>
                <a:gd name="connsiteX463" fmla="*/ 802837 w 1140175"/>
                <a:gd name="connsiteY463" fmla="*/ 681693 h 1063432"/>
                <a:gd name="connsiteX464" fmla="*/ 801412 w 1140175"/>
                <a:gd name="connsiteY464" fmla="*/ 681913 h 1063432"/>
                <a:gd name="connsiteX465" fmla="*/ 797794 w 1140175"/>
                <a:gd name="connsiteY465" fmla="*/ 682022 h 1063432"/>
                <a:gd name="connsiteX466" fmla="*/ 794395 w 1140175"/>
                <a:gd name="connsiteY466" fmla="*/ 681255 h 1063432"/>
                <a:gd name="connsiteX467" fmla="*/ 793189 w 1140175"/>
                <a:gd name="connsiteY467" fmla="*/ 679720 h 1063432"/>
                <a:gd name="connsiteX468" fmla="*/ 793189 w 1140175"/>
                <a:gd name="connsiteY468" fmla="*/ 678075 h 1063432"/>
                <a:gd name="connsiteX469" fmla="*/ 791764 w 1140175"/>
                <a:gd name="connsiteY469" fmla="*/ 675992 h 1063432"/>
                <a:gd name="connsiteX470" fmla="*/ 789791 w 1140175"/>
                <a:gd name="connsiteY470" fmla="*/ 675115 h 1063432"/>
                <a:gd name="connsiteX471" fmla="*/ 788256 w 1140175"/>
                <a:gd name="connsiteY471" fmla="*/ 675554 h 1063432"/>
                <a:gd name="connsiteX472" fmla="*/ 786283 w 1140175"/>
                <a:gd name="connsiteY472" fmla="*/ 674567 h 1063432"/>
                <a:gd name="connsiteX473" fmla="*/ 784090 w 1140175"/>
                <a:gd name="connsiteY473" fmla="*/ 672594 h 1063432"/>
                <a:gd name="connsiteX474" fmla="*/ 783432 w 1140175"/>
                <a:gd name="connsiteY474" fmla="*/ 669634 h 1063432"/>
                <a:gd name="connsiteX475" fmla="*/ 783432 w 1140175"/>
                <a:gd name="connsiteY475" fmla="*/ 667551 h 1063432"/>
                <a:gd name="connsiteX476" fmla="*/ 782994 w 1140175"/>
                <a:gd name="connsiteY476" fmla="*/ 666564 h 1063432"/>
                <a:gd name="connsiteX477" fmla="*/ 780801 w 1140175"/>
                <a:gd name="connsiteY477" fmla="*/ 665248 h 1063432"/>
                <a:gd name="connsiteX478" fmla="*/ 780911 w 1140175"/>
                <a:gd name="connsiteY478" fmla="*/ 663933 h 1063432"/>
                <a:gd name="connsiteX479" fmla="*/ 782007 w 1140175"/>
                <a:gd name="connsiteY479" fmla="*/ 662727 h 1063432"/>
                <a:gd name="connsiteX480" fmla="*/ 783322 w 1140175"/>
                <a:gd name="connsiteY480" fmla="*/ 662617 h 1063432"/>
                <a:gd name="connsiteX481" fmla="*/ 781349 w 1140175"/>
                <a:gd name="connsiteY481" fmla="*/ 660863 h 1063432"/>
                <a:gd name="connsiteX482" fmla="*/ 778937 w 1140175"/>
                <a:gd name="connsiteY482" fmla="*/ 655930 h 1063432"/>
                <a:gd name="connsiteX483" fmla="*/ 780143 w 1140175"/>
                <a:gd name="connsiteY483" fmla="*/ 650010 h 1063432"/>
                <a:gd name="connsiteX484" fmla="*/ 778608 w 1140175"/>
                <a:gd name="connsiteY484" fmla="*/ 647707 h 1063432"/>
                <a:gd name="connsiteX485" fmla="*/ 776416 w 1140175"/>
                <a:gd name="connsiteY485" fmla="*/ 644089 h 1063432"/>
                <a:gd name="connsiteX486" fmla="*/ 770167 w 1140175"/>
                <a:gd name="connsiteY486" fmla="*/ 643432 h 1063432"/>
                <a:gd name="connsiteX487" fmla="*/ 767535 w 1140175"/>
                <a:gd name="connsiteY487" fmla="*/ 641458 h 1063432"/>
                <a:gd name="connsiteX488" fmla="*/ 765891 w 1140175"/>
                <a:gd name="connsiteY488" fmla="*/ 635100 h 1063432"/>
                <a:gd name="connsiteX489" fmla="*/ 755695 w 1140175"/>
                <a:gd name="connsiteY489" fmla="*/ 630385 h 1063432"/>
                <a:gd name="connsiteX490" fmla="*/ 753502 w 1140175"/>
                <a:gd name="connsiteY490" fmla="*/ 625013 h 1063432"/>
                <a:gd name="connsiteX491" fmla="*/ 750762 w 1140175"/>
                <a:gd name="connsiteY491" fmla="*/ 619093 h 1063432"/>
                <a:gd name="connsiteX492" fmla="*/ 746157 w 1140175"/>
                <a:gd name="connsiteY492" fmla="*/ 611529 h 1063432"/>
                <a:gd name="connsiteX493" fmla="*/ 746376 w 1140175"/>
                <a:gd name="connsiteY493" fmla="*/ 606705 h 1063432"/>
                <a:gd name="connsiteX494" fmla="*/ 743197 w 1140175"/>
                <a:gd name="connsiteY494" fmla="*/ 602868 h 1063432"/>
                <a:gd name="connsiteX495" fmla="*/ 741662 w 1140175"/>
                <a:gd name="connsiteY495" fmla="*/ 598044 h 1063432"/>
                <a:gd name="connsiteX496" fmla="*/ 737715 w 1140175"/>
                <a:gd name="connsiteY496" fmla="*/ 596509 h 1063432"/>
                <a:gd name="connsiteX497" fmla="*/ 736509 w 1140175"/>
                <a:gd name="connsiteY497" fmla="*/ 593110 h 1063432"/>
                <a:gd name="connsiteX498" fmla="*/ 736509 w 1140175"/>
                <a:gd name="connsiteY498" fmla="*/ 590370 h 1063432"/>
                <a:gd name="connsiteX499" fmla="*/ 734207 w 1140175"/>
                <a:gd name="connsiteY499" fmla="*/ 587958 h 1063432"/>
                <a:gd name="connsiteX500" fmla="*/ 732124 w 1140175"/>
                <a:gd name="connsiteY500" fmla="*/ 583463 h 1063432"/>
                <a:gd name="connsiteX501" fmla="*/ 730589 w 1140175"/>
                <a:gd name="connsiteY501" fmla="*/ 581599 h 1063432"/>
                <a:gd name="connsiteX502" fmla="*/ 729493 w 1140175"/>
                <a:gd name="connsiteY502" fmla="*/ 577872 h 1063432"/>
                <a:gd name="connsiteX503" fmla="*/ 731576 w 1140175"/>
                <a:gd name="connsiteY503" fmla="*/ 574692 h 1063432"/>
                <a:gd name="connsiteX504" fmla="*/ 732343 w 1140175"/>
                <a:gd name="connsiteY504" fmla="*/ 571294 h 1063432"/>
                <a:gd name="connsiteX505" fmla="*/ 733659 w 1140175"/>
                <a:gd name="connsiteY505" fmla="*/ 566360 h 1063432"/>
                <a:gd name="connsiteX506" fmla="*/ 734536 w 1140175"/>
                <a:gd name="connsiteY506" fmla="*/ 563290 h 1063432"/>
                <a:gd name="connsiteX507" fmla="*/ 732453 w 1140175"/>
                <a:gd name="connsiteY507" fmla="*/ 560330 h 1063432"/>
                <a:gd name="connsiteX508" fmla="*/ 732124 w 1140175"/>
                <a:gd name="connsiteY508" fmla="*/ 557809 h 1063432"/>
                <a:gd name="connsiteX509" fmla="*/ 732343 w 1140175"/>
                <a:gd name="connsiteY509" fmla="*/ 555945 h 1063432"/>
                <a:gd name="connsiteX510" fmla="*/ 733878 w 1140175"/>
                <a:gd name="connsiteY510" fmla="*/ 551998 h 1063432"/>
                <a:gd name="connsiteX511" fmla="*/ 735632 w 1140175"/>
                <a:gd name="connsiteY511" fmla="*/ 540487 h 1063432"/>
                <a:gd name="connsiteX512" fmla="*/ 734536 w 1140175"/>
                <a:gd name="connsiteY512" fmla="*/ 538075 h 1063432"/>
                <a:gd name="connsiteX513" fmla="*/ 735742 w 1140175"/>
                <a:gd name="connsiteY513" fmla="*/ 533142 h 1063432"/>
                <a:gd name="connsiteX514" fmla="*/ 736729 w 1140175"/>
                <a:gd name="connsiteY514" fmla="*/ 526783 h 1063432"/>
                <a:gd name="connsiteX515" fmla="*/ 735303 w 1140175"/>
                <a:gd name="connsiteY515" fmla="*/ 522946 h 1063432"/>
                <a:gd name="connsiteX516" fmla="*/ 734975 w 1140175"/>
                <a:gd name="connsiteY516" fmla="*/ 518122 h 1063432"/>
                <a:gd name="connsiteX517" fmla="*/ 736619 w 1140175"/>
                <a:gd name="connsiteY517" fmla="*/ 513956 h 1063432"/>
                <a:gd name="connsiteX518" fmla="*/ 736509 w 1140175"/>
                <a:gd name="connsiteY518" fmla="*/ 510667 h 1063432"/>
                <a:gd name="connsiteX519" fmla="*/ 734646 w 1140175"/>
                <a:gd name="connsiteY519" fmla="*/ 506501 h 1063432"/>
                <a:gd name="connsiteX520" fmla="*/ 733659 w 1140175"/>
                <a:gd name="connsiteY520" fmla="*/ 503979 h 1063432"/>
                <a:gd name="connsiteX521" fmla="*/ 733549 w 1140175"/>
                <a:gd name="connsiteY521" fmla="*/ 501568 h 1063432"/>
                <a:gd name="connsiteX522" fmla="*/ 733111 w 1140175"/>
                <a:gd name="connsiteY522" fmla="*/ 499485 h 1063432"/>
                <a:gd name="connsiteX523" fmla="*/ 732892 w 1140175"/>
                <a:gd name="connsiteY523" fmla="*/ 497073 h 1063432"/>
                <a:gd name="connsiteX524" fmla="*/ 730480 w 1140175"/>
                <a:gd name="connsiteY524" fmla="*/ 492578 h 1063432"/>
                <a:gd name="connsiteX525" fmla="*/ 726094 w 1140175"/>
                <a:gd name="connsiteY525" fmla="*/ 485232 h 1063432"/>
                <a:gd name="connsiteX526" fmla="*/ 723354 w 1140175"/>
                <a:gd name="connsiteY526" fmla="*/ 478325 h 1063432"/>
                <a:gd name="connsiteX527" fmla="*/ 724669 w 1140175"/>
                <a:gd name="connsiteY527" fmla="*/ 470651 h 1063432"/>
                <a:gd name="connsiteX528" fmla="*/ 723792 w 1140175"/>
                <a:gd name="connsiteY528" fmla="*/ 466924 h 1063432"/>
                <a:gd name="connsiteX529" fmla="*/ 722038 w 1140175"/>
                <a:gd name="connsiteY529" fmla="*/ 461442 h 1063432"/>
                <a:gd name="connsiteX530" fmla="*/ 724340 w 1140175"/>
                <a:gd name="connsiteY530" fmla="*/ 455851 h 1063432"/>
                <a:gd name="connsiteX531" fmla="*/ 725656 w 1140175"/>
                <a:gd name="connsiteY531" fmla="*/ 453877 h 1063432"/>
                <a:gd name="connsiteX532" fmla="*/ 724121 w 1140175"/>
                <a:gd name="connsiteY532" fmla="*/ 450150 h 1063432"/>
                <a:gd name="connsiteX533" fmla="*/ 723025 w 1140175"/>
                <a:gd name="connsiteY533" fmla="*/ 447080 h 1063432"/>
                <a:gd name="connsiteX534" fmla="*/ 723792 w 1140175"/>
                <a:gd name="connsiteY534" fmla="*/ 436775 h 1063432"/>
                <a:gd name="connsiteX535" fmla="*/ 722367 w 1140175"/>
                <a:gd name="connsiteY535" fmla="*/ 433376 h 1063432"/>
                <a:gd name="connsiteX536" fmla="*/ 721380 w 1140175"/>
                <a:gd name="connsiteY536" fmla="*/ 431293 h 1063432"/>
                <a:gd name="connsiteX537" fmla="*/ 722257 w 1140175"/>
                <a:gd name="connsiteY537" fmla="*/ 428004 h 1063432"/>
                <a:gd name="connsiteX538" fmla="*/ 721599 w 1140175"/>
                <a:gd name="connsiteY538" fmla="*/ 424386 h 1063432"/>
                <a:gd name="connsiteX539" fmla="*/ 721380 w 1140175"/>
                <a:gd name="connsiteY539" fmla="*/ 421975 h 1063432"/>
                <a:gd name="connsiteX540" fmla="*/ 721161 w 1140175"/>
                <a:gd name="connsiteY540" fmla="*/ 414300 h 1063432"/>
                <a:gd name="connsiteX541" fmla="*/ 720284 w 1140175"/>
                <a:gd name="connsiteY541" fmla="*/ 411998 h 1063432"/>
                <a:gd name="connsiteX542" fmla="*/ 719955 w 1140175"/>
                <a:gd name="connsiteY542" fmla="*/ 410353 h 1063432"/>
                <a:gd name="connsiteX543" fmla="*/ 719297 w 1140175"/>
                <a:gd name="connsiteY543" fmla="*/ 409038 h 1063432"/>
                <a:gd name="connsiteX544" fmla="*/ 716118 w 1140175"/>
                <a:gd name="connsiteY544" fmla="*/ 407174 h 1063432"/>
                <a:gd name="connsiteX545" fmla="*/ 702852 w 1140175"/>
                <a:gd name="connsiteY545" fmla="*/ 400925 h 1063432"/>
                <a:gd name="connsiteX546" fmla="*/ 699235 w 1140175"/>
                <a:gd name="connsiteY546" fmla="*/ 398075 h 1063432"/>
                <a:gd name="connsiteX547" fmla="*/ 697152 w 1140175"/>
                <a:gd name="connsiteY547" fmla="*/ 394018 h 1063432"/>
                <a:gd name="connsiteX548" fmla="*/ 697042 w 1140175"/>
                <a:gd name="connsiteY548" fmla="*/ 389304 h 1063432"/>
                <a:gd name="connsiteX549" fmla="*/ 700221 w 1140175"/>
                <a:gd name="connsiteY549" fmla="*/ 385686 h 1063432"/>
                <a:gd name="connsiteX550" fmla="*/ 700550 w 1140175"/>
                <a:gd name="connsiteY550" fmla="*/ 384042 h 1063432"/>
                <a:gd name="connsiteX551" fmla="*/ 695726 w 1140175"/>
                <a:gd name="connsiteY551" fmla="*/ 380205 h 1063432"/>
                <a:gd name="connsiteX552" fmla="*/ 690683 w 1140175"/>
                <a:gd name="connsiteY552" fmla="*/ 374942 h 1063432"/>
                <a:gd name="connsiteX553" fmla="*/ 686736 w 1140175"/>
                <a:gd name="connsiteY553" fmla="*/ 367816 h 1063432"/>
                <a:gd name="connsiteX554" fmla="*/ 685859 w 1140175"/>
                <a:gd name="connsiteY554" fmla="*/ 358169 h 1063432"/>
                <a:gd name="connsiteX555" fmla="*/ 686846 w 1140175"/>
                <a:gd name="connsiteY555" fmla="*/ 353783 h 1063432"/>
                <a:gd name="connsiteX556" fmla="*/ 689039 w 1140175"/>
                <a:gd name="connsiteY556" fmla="*/ 333063 h 1063432"/>
                <a:gd name="connsiteX557" fmla="*/ 688491 w 1140175"/>
                <a:gd name="connsiteY557" fmla="*/ 320236 h 1063432"/>
                <a:gd name="connsiteX558" fmla="*/ 692985 w 1140175"/>
                <a:gd name="connsiteY558" fmla="*/ 306312 h 1063432"/>
                <a:gd name="connsiteX559" fmla="*/ 692876 w 1140175"/>
                <a:gd name="connsiteY559" fmla="*/ 274738 h 1063432"/>
                <a:gd name="connsiteX560" fmla="*/ 695178 w 1140175"/>
                <a:gd name="connsiteY560" fmla="*/ 265529 h 1063432"/>
                <a:gd name="connsiteX561" fmla="*/ 698577 w 1140175"/>
                <a:gd name="connsiteY561" fmla="*/ 257855 h 1063432"/>
                <a:gd name="connsiteX562" fmla="*/ 705484 w 1140175"/>
                <a:gd name="connsiteY562" fmla="*/ 249633 h 1063432"/>
                <a:gd name="connsiteX563" fmla="*/ 707018 w 1140175"/>
                <a:gd name="connsiteY563" fmla="*/ 245138 h 1063432"/>
                <a:gd name="connsiteX564" fmla="*/ 704607 w 1140175"/>
                <a:gd name="connsiteY564" fmla="*/ 239766 h 1063432"/>
                <a:gd name="connsiteX565" fmla="*/ 701756 w 1140175"/>
                <a:gd name="connsiteY565" fmla="*/ 235380 h 1063432"/>
                <a:gd name="connsiteX566" fmla="*/ 700112 w 1140175"/>
                <a:gd name="connsiteY566" fmla="*/ 230557 h 1063432"/>
                <a:gd name="connsiteX567" fmla="*/ 697700 w 1140175"/>
                <a:gd name="connsiteY567" fmla="*/ 214221 h 1063432"/>
                <a:gd name="connsiteX568" fmla="*/ 696274 w 1140175"/>
                <a:gd name="connsiteY568" fmla="*/ 211371 h 1063432"/>
                <a:gd name="connsiteX569" fmla="*/ 693424 w 1140175"/>
                <a:gd name="connsiteY569" fmla="*/ 210384 h 1063432"/>
                <a:gd name="connsiteX570" fmla="*/ 692108 w 1140175"/>
                <a:gd name="connsiteY570" fmla="*/ 206657 h 1063432"/>
                <a:gd name="connsiteX571" fmla="*/ 689368 w 1140175"/>
                <a:gd name="connsiteY571" fmla="*/ 202600 h 1063432"/>
                <a:gd name="connsiteX572" fmla="*/ 685640 w 1140175"/>
                <a:gd name="connsiteY572" fmla="*/ 198763 h 1063432"/>
                <a:gd name="connsiteX573" fmla="*/ 680816 w 1140175"/>
                <a:gd name="connsiteY573" fmla="*/ 197667 h 1063432"/>
                <a:gd name="connsiteX574" fmla="*/ 678843 w 1140175"/>
                <a:gd name="connsiteY574" fmla="*/ 194816 h 1063432"/>
                <a:gd name="connsiteX575" fmla="*/ 676321 w 1140175"/>
                <a:gd name="connsiteY575" fmla="*/ 192185 h 1063432"/>
                <a:gd name="connsiteX576" fmla="*/ 673361 w 1140175"/>
                <a:gd name="connsiteY576" fmla="*/ 189883 h 1063432"/>
                <a:gd name="connsiteX577" fmla="*/ 669963 w 1140175"/>
                <a:gd name="connsiteY577" fmla="*/ 188129 h 1063432"/>
                <a:gd name="connsiteX578" fmla="*/ 664810 w 1140175"/>
                <a:gd name="connsiteY578" fmla="*/ 187142 h 1063432"/>
                <a:gd name="connsiteX579" fmla="*/ 663275 w 1140175"/>
                <a:gd name="connsiteY579" fmla="*/ 186594 h 1063432"/>
                <a:gd name="connsiteX580" fmla="*/ 661302 w 1140175"/>
                <a:gd name="connsiteY580" fmla="*/ 185278 h 1063432"/>
                <a:gd name="connsiteX581" fmla="*/ 660425 w 1140175"/>
                <a:gd name="connsiteY581" fmla="*/ 184292 h 1063432"/>
                <a:gd name="connsiteX582" fmla="*/ 657574 w 1140175"/>
                <a:gd name="connsiteY582" fmla="*/ 179029 h 1063432"/>
                <a:gd name="connsiteX583" fmla="*/ 656807 w 1140175"/>
                <a:gd name="connsiteY583" fmla="*/ 176069 h 1063432"/>
                <a:gd name="connsiteX584" fmla="*/ 656697 w 1140175"/>
                <a:gd name="connsiteY584" fmla="*/ 173438 h 1063432"/>
                <a:gd name="connsiteX585" fmla="*/ 657794 w 1140175"/>
                <a:gd name="connsiteY585" fmla="*/ 172342 h 1063432"/>
                <a:gd name="connsiteX586" fmla="*/ 659438 w 1140175"/>
                <a:gd name="connsiteY586" fmla="*/ 173548 h 1063432"/>
                <a:gd name="connsiteX587" fmla="*/ 660096 w 1140175"/>
                <a:gd name="connsiteY587" fmla="*/ 176289 h 1063432"/>
                <a:gd name="connsiteX588" fmla="*/ 660425 w 1140175"/>
                <a:gd name="connsiteY588" fmla="*/ 179029 h 1063432"/>
                <a:gd name="connsiteX589" fmla="*/ 661192 w 1140175"/>
                <a:gd name="connsiteY589" fmla="*/ 180235 h 1063432"/>
                <a:gd name="connsiteX590" fmla="*/ 662398 w 1140175"/>
                <a:gd name="connsiteY590" fmla="*/ 180784 h 1063432"/>
                <a:gd name="connsiteX591" fmla="*/ 665249 w 1140175"/>
                <a:gd name="connsiteY591" fmla="*/ 183086 h 1063432"/>
                <a:gd name="connsiteX592" fmla="*/ 667222 w 1140175"/>
                <a:gd name="connsiteY592" fmla="*/ 183634 h 1063432"/>
                <a:gd name="connsiteX593" fmla="*/ 669743 w 1140175"/>
                <a:gd name="connsiteY593" fmla="*/ 183963 h 1063432"/>
                <a:gd name="connsiteX594" fmla="*/ 672155 w 1140175"/>
                <a:gd name="connsiteY594" fmla="*/ 184730 h 1063432"/>
                <a:gd name="connsiteX595" fmla="*/ 676541 w 1140175"/>
                <a:gd name="connsiteY595" fmla="*/ 186813 h 1063432"/>
                <a:gd name="connsiteX596" fmla="*/ 676541 w 1140175"/>
                <a:gd name="connsiteY596" fmla="*/ 186813 h 1063432"/>
                <a:gd name="connsiteX597" fmla="*/ 675883 w 1140175"/>
                <a:gd name="connsiteY597" fmla="*/ 181770 h 1063432"/>
                <a:gd name="connsiteX598" fmla="*/ 675992 w 1140175"/>
                <a:gd name="connsiteY598" fmla="*/ 176179 h 1063432"/>
                <a:gd name="connsiteX599" fmla="*/ 676431 w 1140175"/>
                <a:gd name="connsiteY599" fmla="*/ 170588 h 1063432"/>
                <a:gd name="connsiteX600" fmla="*/ 676650 w 1140175"/>
                <a:gd name="connsiteY600" fmla="*/ 164668 h 1063432"/>
                <a:gd name="connsiteX601" fmla="*/ 676431 w 1140175"/>
                <a:gd name="connsiteY601" fmla="*/ 161269 h 1063432"/>
                <a:gd name="connsiteX602" fmla="*/ 675883 w 1140175"/>
                <a:gd name="connsiteY602" fmla="*/ 158419 h 1063432"/>
                <a:gd name="connsiteX603" fmla="*/ 674787 w 1140175"/>
                <a:gd name="connsiteY603" fmla="*/ 155787 h 1063432"/>
                <a:gd name="connsiteX604" fmla="*/ 673032 w 1140175"/>
                <a:gd name="connsiteY604" fmla="*/ 152937 h 1063432"/>
                <a:gd name="connsiteX605" fmla="*/ 671826 w 1140175"/>
                <a:gd name="connsiteY605" fmla="*/ 151841 h 1063432"/>
                <a:gd name="connsiteX606" fmla="*/ 670182 w 1140175"/>
                <a:gd name="connsiteY606" fmla="*/ 150744 h 1063432"/>
                <a:gd name="connsiteX607" fmla="*/ 668647 w 1140175"/>
                <a:gd name="connsiteY607" fmla="*/ 149758 h 1063432"/>
                <a:gd name="connsiteX608" fmla="*/ 667660 w 1140175"/>
                <a:gd name="connsiteY608" fmla="*/ 148771 h 1063432"/>
                <a:gd name="connsiteX609" fmla="*/ 667441 w 1140175"/>
                <a:gd name="connsiteY609" fmla="*/ 145153 h 1063432"/>
                <a:gd name="connsiteX610" fmla="*/ 669415 w 1140175"/>
                <a:gd name="connsiteY610" fmla="*/ 141864 h 1063432"/>
                <a:gd name="connsiteX611" fmla="*/ 671607 w 1140175"/>
                <a:gd name="connsiteY611" fmla="*/ 138137 h 1063432"/>
                <a:gd name="connsiteX612" fmla="*/ 672265 w 1140175"/>
                <a:gd name="connsiteY612" fmla="*/ 133203 h 1063432"/>
                <a:gd name="connsiteX613" fmla="*/ 670182 w 1140175"/>
                <a:gd name="connsiteY613" fmla="*/ 124213 h 1063432"/>
                <a:gd name="connsiteX614" fmla="*/ 666783 w 1140175"/>
                <a:gd name="connsiteY614" fmla="*/ 116868 h 1063432"/>
                <a:gd name="connsiteX615" fmla="*/ 662179 w 1140175"/>
                <a:gd name="connsiteY615" fmla="*/ 110180 h 1063432"/>
                <a:gd name="connsiteX616" fmla="*/ 656697 w 1140175"/>
                <a:gd name="connsiteY616" fmla="*/ 103274 h 1063432"/>
                <a:gd name="connsiteX617" fmla="*/ 655711 w 1140175"/>
                <a:gd name="connsiteY617" fmla="*/ 101958 h 1063432"/>
                <a:gd name="connsiteX618" fmla="*/ 656368 w 1140175"/>
                <a:gd name="connsiteY618" fmla="*/ 98011 h 1063432"/>
                <a:gd name="connsiteX619" fmla="*/ 659657 w 1140175"/>
                <a:gd name="connsiteY619" fmla="*/ 93845 h 1063432"/>
                <a:gd name="connsiteX620" fmla="*/ 663714 w 1140175"/>
                <a:gd name="connsiteY620" fmla="*/ 90775 h 1063432"/>
                <a:gd name="connsiteX621" fmla="*/ 667332 w 1140175"/>
                <a:gd name="connsiteY621" fmla="*/ 86390 h 1063432"/>
                <a:gd name="connsiteX622" fmla="*/ 669305 w 1140175"/>
                <a:gd name="connsiteY622" fmla="*/ 81237 h 1063432"/>
                <a:gd name="connsiteX623" fmla="*/ 669743 w 1140175"/>
                <a:gd name="connsiteY623" fmla="*/ 76962 h 1063432"/>
                <a:gd name="connsiteX624" fmla="*/ 669634 w 1140175"/>
                <a:gd name="connsiteY624" fmla="*/ 73234 h 1063432"/>
                <a:gd name="connsiteX625" fmla="*/ 669963 w 1140175"/>
                <a:gd name="connsiteY625" fmla="*/ 69178 h 1063432"/>
                <a:gd name="connsiteX626" fmla="*/ 671607 w 1140175"/>
                <a:gd name="connsiteY626" fmla="*/ 63916 h 1063432"/>
                <a:gd name="connsiteX627" fmla="*/ 674567 w 1140175"/>
                <a:gd name="connsiteY627" fmla="*/ 58324 h 1063432"/>
                <a:gd name="connsiteX628" fmla="*/ 678295 w 1140175"/>
                <a:gd name="connsiteY628" fmla="*/ 53610 h 1063432"/>
                <a:gd name="connsiteX629" fmla="*/ 682351 w 1140175"/>
                <a:gd name="connsiteY629" fmla="*/ 51527 h 1063432"/>
                <a:gd name="connsiteX630" fmla="*/ 692547 w 1140175"/>
                <a:gd name="connsiteY630" fmla="*/ 52404 h 1063432"/>
                <a:gd name="connsiteX631" fmla="*/ 696713 w 1140175"/>
                <a:gd name="connsiteY631" fmla="*/ 51527 h 1063432"/>
                <a:gd name="connsiteX632" fmla="*/ 699344 w 1140175"/>
                <a:gd name="connsiteY632" fmla="*/ 49773 h 1063432"/>
                <a:gd name="connsiteX633" fmla="*/ 699344 w 1140175"/>
                <a:gd name="connsiteY633" fmla="*/ 49773 h 1063432"/>
                <a:gd name="connsiteX634" fmla="*/ 698796 w 1140175"/>
                <a:gd name="connsiteY634" fmla="*/ 49554 h 1063432"/>
                <a:gd name="connsiteX635" fmla="*/ 701318 w 1140175"/>
                <a:gd name="connsiteY635" fmla="*/ 46923 h 1063432"/>
                <a:gd name="connsiteX636" fmla="*/ 704058 w 1140175"/>
                <a:gd name="connsiteY636" fmla="*/ 37385 h 1063432"/>
                <a:gd name="connsiteX637" fmla="*/ 704278 w 1140175"/>
                <a:gd name="connsiteY637" fmla="*/ 32342 h 1063432"/>
                <a:gd name="connsiteX638" fmla="*/ 702633 w 1140175"/>
                <a:gd name="connsiteY638" fmla="*/ 27627 h 1063432"/>
                <a:gd name="connsiteX639" fmla="*/ 705703 w 1140175"/>
                <a:gd name="connsiteY639" fmla="*/ 21488 h 1063432"/>
                <a:gd name="connsiteX640" fmla="*/ 706799 w 1140175"/>
                <a:gd name="connsiteY640" fmla="*/ 19843 h 1063432"/>
                <a:gd name="connsiteX641" fmla="*/ 711294 w 1140175"/>
                <a:gd name="connsiteY641" fmla="*/ 15897 h 1063432"/>
                <a:gd name="connsiteX642" fmla="*/ 712829 w 1140175"/>
                <a:gd name="connsiteY642" fmla="*/ 14143 h 1063432"/>
                <a:gd name="connsiteX643" fmla="*/ 715131 w 1140175"/>
                <a:gd name="connsiteY643" fmla="*/ 10196 h 1063432"/>
                <a:gd name="connsiteX644" fmla="*/ 716776 w 1140175"/>
                <a:gd name="connsiteY644" fmla="*/ 6139 h 1063432"/>
                <a:gd name="connsiteX645" fmla="*/ 718201 w 1140175"/>
                <a:gd name="connsiteY645" fmla="*/ 329 h 1063432"/>
                <a:gd name="connsiteX646" fmla="*/ 718091 w 1140175"/>
                <a:gd name="connsiteY646" fmla="*/ 0 h 1063432"/>
                <a:gd name="connsiteX647" fmla="*/ 710088 w 1140175"/>
                <a:gd name="connsiteY647" fmla="*/ 767 h 1063432"/>
                <a:gd name="connsiteX648" fmla="*/ 695617 w 1140175"/>
                <a:gd name="connsiteY648" fmla="*/ 2083 h 1063432"/>
                <a:gd name="connsiteX649" fmla="*/ 681145 w 1140175"/>
                <a:gd name="connsiteY649" fmla="*/ 3399 h 1063432"/>
                <a:gd name="connsiteX650" fmla="*/ 666674 w 1140175"/>
                <a:gd name="connsiteY650" fmla="*/ 4714 h 1063432"/>
                <a:gd name="connsiteX651" fmla="*/ 652202 w 1140175"/>
                <a:gd name="connsiteY651" fmla="*/ 6030 h 1063432"/>
                <a:gd name="connsiteX652" fmla="*/ 637731 w 1140175"/>
                <a:gd name="connsiteY652" fmla="*/ 7345 h 1063432"/>
                <a:gd name="connsiteX653" fmla="*/ 623150 w 1140175"/>
                <a:gd name="connsiteY653" fmla="*/ 8551 h 1063432"/>
                <a:gd name="connsiteX654" fmla="*/ 608678 w 1140175"/>
                <a:gd name="connsiteY654" fmla="*/ 9867 h 1063432"/>
                <a:gd name="connsiteX655" fmla="*/ 594207 w 1140175"/>
                <a:gd name="connsiteY655" fmla="*/ 11182 h 1063432"/>
                <a:gd name="connsiteX656" fmla="*/ 579735 w 1140175"/>
                <a:gd name="connsiteY656" fmla="*/ 12498 h 1063432"/>
                <a:gd name="connsiteX657" fmla="*/ 565264 w 1140175"/>
                <a:gd name="connsiteY657" fmla="*/ 13814 h 1063432"/>
                <a:gd name="connsiteX658" fmla="*/ 550792 w 1140175"/>
                <a:gd name="connsiteY658" fmla="*/ 15129 h 1063432"/>
                <a:gd name="connsiteX659" fmla="*/ 536321 w 1140175"/>
                <a:gd name="connsiteY659" fmla="*/ 16445 h 1063432"/>
                <a:gd name="connsiteX660" fmla="*/ 521850 w 1140175"/>
                <a:gd name="connsiteY660" fmla="*/ 17760 h 1063432"/>
                <a:gd name="connsiteX661" fmla="*/ 507268 w 1140175"/>
                <a:gd name="connsiteY661" fmla="*/ 18857 h 1063432"/>
                <a:gd name="connsiteX662" fmla="*/ 492797 w 1140175"/>
                <a:gd name="connsiteY662" fmla="*/ 20172 h 1063432"/>
                <a:gd name="connsiteX663" fmla="*/ 478326 w 1140175"/>
                <a:gd name="connsiteY663" fmla="*/ 21488 h 1063432"/>
                <a:gd name="connsiteX664" fmla="*/ 463744 w 1140175"/>
                <a:gd name="connsiteY664" fmla="*/ 22804 h 1063432"/>
                <a:gd name="connsiteX665" fmla="*/ 449273 w 1140175"/>
                <a:gd name="connsiteY665" fmla="*/ 24119 h 1063432"/>
                <a:gd name="connsiteX666" fmla="*/ 434802 w 1140175"/>
                <a:gd name="connsiteY666" fmla="*/ 25435 h 1063432"/>
                <a:gd name="connsiteX667" fmla="*/ 420330 w 1140175"/>
                <a:gd name="connsiteY667" fmla="*/ 26750 h 1063432"/>
                <a:gd name="connsiteX668" fmla="*/ 405859 w 1140175"/>
                <a:gd name="connsiteY668" fmla="*/ 28066 h 1063432"/>
                <a:gd name="connsiteX669" fmla="*/ 391387 w 1140175"/>
                <a:gd name="connsiteY669" fmla="*/ 29381 h 1063432"/>
                <a:gd name="connsiteX670" fmla="*/ 376806 w 1140175"/>
                <a:gd name="connsiteY670" fmla="*/ 30587 h 1063432"/>
                <a:gd name="connsiteX671" fmla="*/ 362335 w 1140175"/>
                <a:gd name="connsiteY671" fmla="*/ 31903 h 1063432"/>
                <a:gd name="connsiteX672" fmla="*/ 347863 w 1140175"/>
                <a:gd name="connsiteY672" fmla="*/ 33219 h 1063432"/>
                <a:gd name="connsiteX673" fmla="*/ 333392 w 1140175"/>
                <a:gd name="connsiteY673" fmla="*/ 34534 h 1063432"/>
                <a:gd name="connsiteX674" fmla="*/ 318920 w 1140175"/>
                <a:gd name="connsiteY674" fmla="*/ 35850 h 1063432"/>
                <a:gd name="connsiteX675" fmla="*/ 304449 w 1140175"/>
                <a:gd name="connsiteY675" fmla="*/ 37056 h 1063432"/>
                <a:gd name="connsiteX676" fmla="*/ 289977 w 1140175"/>
                <a:gd name="connsiteY676" fmla="*/ 38371 h 1063432"/>
                <a:gd name="connsiteX677" fmla="*/ 275506 w 1140175"/>
                <a:gd name="connsiteY677" fmla="*/ 39687 h 1063432"/>
                <a:gd name="connsiteX678" fmla="*/ 261034 w 1140175"/>
                <a:gd name="connsiteY678" fmla="*/ 41002 h 1063432"/>
                <a:gd name="connsiteX679" fmla="*/ 245138 w 1140175"/>
                <a:gd name="connsiteY679" fmla="*/ 42318 h 1063432"/>
                <a:gd name="connsiteX680" fmla="*/ 245357 w 1140175"/>
                <a:gd name="connsiteY680" fmla="*/ 44072 h 1063432"/>
                <a:gd name="connsiteX681" fmla="*/ 245247 w 1140175"/>
                <a:gd name="connsiteY681" fmla="*/ 46703 h 1063432"/>
                <a:gd name="connsiteX682" fmla="*/ 245467 w 1140175"/>
                <a:gd name="connsiteY682" fmla="*/ 51856 h 1063432"/>
                <a:gd name="connsiteX683" fmla="*/ 245905 w 1140175"/>
                <a:gd name="connsiteY683" fmla="*/ 56241 h 1063432"/>
                <a:gd name="connsiteX684" fmla="*/ 246453 w 1140175"/>
                <a:gd name="connsiteY684" fmla="*/ 60298 h 1063432"/>
                <a:gd name="connsiteX685" fmla="*/ 248646 w 1140175"/>
                <a:gd name="connsiteY685" fmla="*/ 64244 h 1063432"/>
                <a:gd name="connsiteX686" fmla="*/ 252373 w 1140175"/>
                <a:gd name="connsiteY686" fmla="*/ 71809 h 1063432"/>
                <a:gd name="connsiteX687" fmla="*/ 255334 w 1140175"/>
                <a:gd name="connsiteY687" fmla="*/ 80032 h 1063432"/>
                <a:gd name="connsiteX688" fmla="*/ 264872 w 1140175"/>
                <a:gd name="connsiteY688" fmla="*/ 101519 h 1063432"/>
                <a:gd name="connsiteX689" fmla="*/ 267832 w 1140175"/>
                <a:gd name="connsiteY689" fmla="*/ 104260 h 1063432"/>
                <a:gd name="connsiteX690" fmla="*/ 276383 w 1140175"/>
                <a:gd name="connsiteY690" fmla="*/ 106234 h 1063432"/>
                <a:gd name="connsiteX691" fmla="*/ 280001 w 1140175"/>
                <a:gd name="connsiteY691" fmla="*/ 108426 h 1063432"/>
                <a:gd name="connsiteX692" fmla="*/ 282961 w 1140175"/>
                <a:gd name="connsiteY692" fmla="*/ 111496 h 1063432"/>
                <a:gd name="connsiteX693" fmla="*/ 285044 w 1140175"/>
                <a:gd name="connsiteY693" fmla="*/ 114785 h 1063432"/>
                <a:gd name="connsiteX694" fmla="*/ 288552 w 1140175"/>
                <a:gd name="connsiteY694" fmla="*/ 124323 h 1063432"/>
                <a:gd name="connsiteX695" fmla="*/ 292170 w 1140175"/>
                <a:gd name="connsiteY695" fmla="*/ 135067 h 1063432"/>
                <a:gd name="connsiteX696" fmla="*/ 293814 w 1140175"/>
                <a:gd name="connsiteY696" fmla="*/ 149648 h 1063432"/>
                <a:gd name="connsiteX697" fmla="*/ 294472 w 1140175"/>
                <a:gd name="connsiteY697" fmla="*/ 157651 h 1063432"/>
                <a:gd name="connsiteX698" fmla="*/ 296446 w 1140175"/>
                <a:gd name="connsiteY698" fmla="*/ 162585 h 1063432"/>
                <a:gd name="connsiteX699" fmla="*/ 301050 w 1140175"/>
                <a:gd name="connsiteY699" fmla="*/ 168724 h 1063432"/>
                <a:gd name="connsiteX700" fmla="*/ 308615 w 1140175"/>
                <a:gd name="connsiteY700" fmla="*/ 170478 h 1063432"/>
                <a:gd name="connsiteX701" fmla="*/ 315302 w 1140175"/>
                <a:gd name="connsiteY701" fmla="*/ 170697 h 1063432"/>
                <a:gd name="connsiteX702" fmla="*/ 317714 w 1140175"/>
                <a:gd name="connsiteY702" fmla="*/ 173657 h 1063432"/>
                <a:gd name="connsiteX703" fmla="*/ 318043 w 1140175"/>
                <a:gd name="connsiteY703" fmla="*/ 180674 h 1063432"/>
                <a:gd name="connsiteX704" fmla="*/ 318262 w 1140175"/>
                <a:gd name="connsiteY704" fmla="*/ 186375 h 1063432"/>
                <a:gd name="connsiteX705" fmla="*/ 322100 w 1140175"/>
                <a:gd name="connsiteY705" fmla="*/ 187800 h 1063432"/>
                <a:gd name="connsiteX706" fmla="*/ 325389 w 1140175"/>
                <a:gd name="connsiteY706" fmla="*/ 188348 h 1063432"/>
                <a:gd name="connsiteX707" fmla="*/ 330103 w 1140175"/>
                <a:gd name="connsiteY707" fmla="*/ 190870 h 1063432"/>
                <a:gd name="connsiteX708" fmla="*/ 333721 w 1140175"/>
                <a:gd name="connsiteY708" fmla="*/ 195803 h 1063432"/>
                <a:gd name="connsiteX709" fmla="*/ 337558 w 1140175"/>
                <a:gd name="connsiteY709" fmla="*/ 196900 h 1063432"/>
                <a:gd name="connsiteX710" fmla="*/ 344903 w 1140175"/>
                <a:gd name="connsiteY710" fmla="*/ 198325 h 1063432"/>
                <a:gd name="connsiteX711" fmla="*/ 346438 w 1140175"/>
                <a:gd name="connsiteY711" fmla="*/ 201723 h 1063432"/>
                <a:gd name="connsiteX712" fmla="*/ 346767 w 1140175"/>
                <a:gd name="connsiteY712" fmla="*/ 206438 h 1063432"/>
                <a:gd name="connsiteX713" fmla="*/ 346219 w 1140175"/>
                <a:gd name="connsiteY713" fmla="*/ 211371 h 1063432"/>
                <a:gd name="connsiteX714" fmla="*/ 344793 w 1140175"/>
                <a:gd name="connsiteY714" fmla="*/ 218168 h 1063432"/>
                <a:gd name="connsiteX715" fmla="*/ 342710 w 1140175"/>
                <a:gd name="connsiteY715" fmla="*/ 222553 h 1063432"/>
                <a:gd name="connsiteX716" fmla="*/ 340079 w 1140175"/>
                <a:gd name="connsiteY716" fmla="*/ 226829 h 1063432"/>
                <a:gd name="connsiteX717" fmla="*/ 336571 w 1140175"/>
                <a:gd name="connsiteY717" fmla="*/ 229351 h 1063432"/>
                <a:gd name="connsiteX718" fmla="*/ 333063 w 1140175"/>
                <a:gd name="connsiteY718" fmla="*/ 228474 h 1063432"/>
                <a:gd name="connsiteX719" fmla="*/ 327143 w 1140175"/>
                <a:gd name="connsiteY719" fmla="*/ 224527 h 1063432"/>
                <a:gd name="connsiteX720" fmla="*/ 318920 w 1140175"/>
                <a:gd name="connsiteY720" fmla="*/ 222663 h 1063432"/>
                <a:gd name="connsiteX721" fmla="*/ 320784 w 1140175"/>
                <a:gd name="connsiteY721" fmla="*/ 225842 h 1063432"/>
                <a:gd name="connsiteX722" fmla="*/ 325827 w 1140175"/>
                <a:gd name="connsiteY722" fmla="*/ 232201 h 1063432"/>
                <a:gd name="connsiteX723" fmla="*/ 330761 w 1140175"/>
                <a:gd name="connsiteY723" fmla="*/ 232859 h 1063432"/>
                <a:gd name="connsiteX724" fmla="*/ 333721 w 1140175"/>
                <a:gd name="connsiteY724" fmla="*/ 234174 h 1063432"/>
                <a:gd name="connsiteX725" fmla="*/ 335036 w 1140175"/>
                <a:gd name="connsiteY725" fmla="*/ 235490 h 1063432"/>
                <a:gd name="connsiteX726" fmla="*/ 337667 w 1140175"/>
                <a:gd name="connsiteY726" fmla="*/ 239875 h 1063432"/>
                <a:gd name="connsiteX727" fmla="*/ 339093 w 1140175"/>
                <a:gd name="connsiteY727" fmla="*/ 244261 h 1063432"/>
                <a:gd name="connsiteX728" fmla="*/ 337558 w 1140175"/>
                <a:gd name="connsiteY728" fmla="*/ 250400 h 1063432"/>
                <a:gd name="connsiteX729" fmla="*/ 336352 w 1140175"/>
                <a:gd name="connsiteY729" fmla="*/ 254128 h 1063432"/>
                <a:gd name="connsiteX730" fmla="*/ 335913 w 1140175"/>
                <a:gd name="connsiteY730" fmla="*/ 257636 h 1063432"/>
                <a:gd name="connsiteX731" fmla="*/ 339750 w 1140175"/>
                <a:gd name="connsiteY731" fmla="*/ 262569 h 1063432"/>
                <a:gd name="connsiteX732" fmla="*/ 335146 w 1140175"/>
                <a:gd name="connsiteY732" fmla="*/ 262460 h 1063432"/>
                <a:gd name="connsiteX733" fmla="*/ 332515 w 1140175"/>
                <a:gd name="connsiteY733" fmla="*/ 263117 h 1063432"/>
                <a:gd name="connsiteX734" fmla="*/ 333282 w 1140175"/>
                <a:gd name="connsiteY734" fmla="*/ 263008 h 1063432"/>
                <a:gd name="connsiteX735" fmla="*/ 332515 w 1140175"/>
                <a:gd name="connsiteY735" fmla="*/ 265639 h 1063432"/>
                <a:gd name="connsiteX736" fmla="*/ 333611 w 1140175"/>
                <a:gd name="connsiteY736" fmla="*/ 268818 h 1063432"/>
                <a:gd name="connsiteX737" fmla="*/ 338216 w 1140175"/>
                <a:gd name="connsiteY737" fmla="*/ 272217 h 1063432"/>
                <a:gd name="connsiteX738" fmla="*/ 339202 w 1140175"/>
                <a:gd name="connsiteY738" fmla="*/ 274410 h 1063432"/>
                <a:gd name="connsiteX739" fmla="*/ 346657 w 1140175"/>
                <a:gd name="connsiteY739" fmla="*/ 280659 h 1063432"/>
                <a:gd name="connsiteX740" fmla="*/ 348082 w 1140175"/>
                <a:gd name="connsiteY740" fmla="*/ 283070 h 1063432"/>
                <a:gd name="connsiteX741" fmla="*/ 348521 w 1140175"/>
                <a:gd name="connsiteY741" fmla="*/ 284715 h 1063432"/>
                <a:gd name="connsiteX742" fmla="*/ 349179 w 1140175"/>
                <a:gd name="connsiteY742" fmla="*/ 286140 h 1063432"/>
                <a:gd name="connsiteX743" fmla="*/ 351262 w 1140175"/>
                <a:gd name="connsiteY743" fmla="*/ 287675 h 1063432"/>
                <a:gd name="connsiteX744" fmla="*/ 353893 w 1140175"/>
                <a:gd name="connsiteY744" fmla="*/ 288662 h 1063432"/>
                <a:gd name="connsiteX745" fmla="*/ 357840 w 1140175"/>
                <a:gd name="connsiteY745" fmla="*/ 292060 h 1063432"/>
                <a:gd name="connsiteX746" fmla="*/ 360471 w 1140175"/>
                <a:gd name="connsiteY746" fmla="*/ 293157 h 1063432"/>
                <a:gd name="connsiteX747" fmla="*/ 362225 w 1140175"/>
                <a:gd name="connsiteY747" fmla="*/ 294801 h 1063432"/>
                <a:gd name="connsiteX748" fmla="*/ 365404 w 1140175"/>
                <a:gd name="connsiteY748" fmla="*/ 298857 h 1063432"/>
                <a:gd name="connsiteX749" fmla="*/ 366610 w 1140175"/>
                <a:gd name="connsiteY749" fmla="*/ 299625 h 1063432"/>
                <a:gd name="connsiteX750" fmla="*/ 368693 w 1140175"/>
                <a:gd name="connsiteY750" fmla="*/ 302475 h 1063432"/>
                <a:gd name="connsiteX751" fmla="*/ 377245 w 1140175"/>
                <a:gd name="connsiteY751" fmla="*/ 318153 h 1063432"/>
                <a:gd name="connsiteX752" fmla="*/ 399390 w 1140175"/>
                <a:gd name="connsiteY752" fmla="*/ 345451 h 1063432"/>
                <a:gd name="connsiteX753" fmla="*/ 405749 w 1140175"/>
                <a:gd name="connsiteY753" fmla="*/ 361677 h 1063432"/>
                <a:gd name="connsiteX754" fmla="*/ 403995 w 1140175"/>
                <a:gd name="connsiteY754" fmla="*/ 375162 h 1063432"/>
                <a:gd name="connsiteX755" fmla="*/ 402460 w 1140175"/>
                <a:gd name="connsiteY755" fmla="*/ 389414 h 1063432"/>
                <a:gd name="connsiteX756" fmla="*/ 399610 w 1140175"/>
                <a:gd name="connsiteY756" fmla="*/ 398184 h 1063432"/>
                <a:gd name="connsiteX757" fmla="*/ 400596 w 1140175"/>
                <a:gd name="connsiteY757" fmla="*/ 405749 h 1063432"/>
                <a:gd name="connsiteX758" fmla="*/ 406188 w 1140175"/>
                <a:gd name="connsiteY758" fmla="*/ 406297 h 1063432"/>
                <a:gd name="connsiteX759" fmla="*/ 413862 w 1140175"/>
                <a:gd name="connsiteY759" fmla="*/ 404104 h 1063432"/>
                <a:gd name="connsiteX760" fmla="*/ 417480 w 1140175"/>
                <a:gd name="connsiteY760" fmla="*/ 405749 h 1063432"/>
                <a:gd name="connsiteX761" fmla="*/ 422084 w 1140175"/>
                <a:gd name="connsiteY761" fmla="*/ 412656 h 1063432"/>
                <a:gd name="connsiteX762" fmla="*/ 423619 w 1140175"/>
                <a:gd name="connsiteY762" fmla="*/ 415725 h 1063432"/>
                <a:gd name="connsiteX763" fmla="*/ 427018 w 1140175"/>
                <a:gd name="connsiteY763" fmla="*/ 420659 h 1063432"/>
                <a:gd name="connsiteX764" fmla="*/ 432061 w 1140175"/>
                <a:gd name="connsiteY764" fmla="*/ 427785 h 1063432"/>
                <a:gd name="connsiteX765" fmla="*/ 436775 w 1140175"/>
                <a:gd name="connsiteY765" fmla="*/ 428333 h 1063432"/>
                <a:gd name="connsiteX766" fmla="*/ 445874 w 1140175"/>
                <a:gd name="connsiteY766" fmla="*/ 437213 h 1063432"/>
                <a:gd name="connsiteX767" fmla="*/ 453329 w 1140175"/>
                <a:gd name="connsiteY767" fmla="*/ 438529 h 1063432"/>
                <a:gd name="connsiteX768" fmla="*/ 455303 w 1140175"/>
                <a:gd name="connsiteY768" fmla="*/ 440941 h 1063432"/>
                <a:gd name="connsiteX769" fmla="*/ 455961 w 1140175"/>
                <a:gd name="connsiteY769" fmla="*/ 445217 h 1063432"/>
                <a:gd name="connsiteX770" fmla="*/ 459469 w 1140175"/>
                <a:gd name="connsiteY770" fmla="*/ 457386 h 1063432"/>
                <a:gd name="connsiteX771" fmla="*/ 460565 w 1140175"/>
                <a:gd name="connsiteY771" fmla="*/ 480847 h 1063432"/>
                <a:gd name="connsiteX772" fmla="*/ 456947 w 1140175"/>
                <a:gd name="connsiteY772" fmla="*/ 514394 h 1063432"/>
                <a:gd name="connsiteX773" fmla="*/ 460894 w 1140175"/>
                <a:gd name="connsiteY773" fmla="*/ 523165 h 1063432"/>
                <a:gd name="connsiteX774" fmla="*/ 464183 w 1140175"/>
                <a:gd name="connsiteY774" fmla="*/ 534348 h 1063432"/>
                <a:gd name="connsiteX775" fmla="*/ 465718 w 1140175"/>
                <a:gd name="connsiteY775" fmla="*/ 541912 h 1063432"/>
                <a:gd name="connsiteX776" fmla="*/ 470542 w 1140175"/>
                <a:gd name="connsiteY776" fmla="*/ 541912 h 1063432"/>
                <a:gd name="connsiteX777" fmla="*/ 468239 w 1140175"/>
                <a:gd name="connsiteY777" fmla="*/ 535225 h 1063432"/>
                <a:gd name="connsiteX778" fmla="*/ 467253 w 1140175"/>
                <a:gd name="connsiteY778" fmla="*/ 530182 h 1063432"/>
                <a:gd name="connsiteX779" fmla="*/ 465389 w 1140175"/>
                <a:gd name="connsiteY779" fmla="*/ 527550 h 1063432"/>
                <a:gd name="connsiteX780" fmla="*/ 463744 w 1140175"/>
                <a:gd name="connsiteY780" fmla="*/ 526673 h 1063432"/>
                <a:gd name="connsiteX781" fmla="*/ 463635 w 1140175"/>
                <a:gd name="connsiteY781" fmla="*/ 524700 h 1063432"/>
                <a:gd name="connsiteX782" fmla="*/ 464621 w 1140175"/>
                <a:gd name="connsiteY782" fmla="*/ 522617 h 1063432"/>
                <a:gd name="connsiteX783" fmla="*/ 466156 w 1140175"/>
                <a:gd name="connsiteY783" fmla="*/ 521301 h 1063432"/>
                <a:gd name="connsiteX784" fmla="*/ 468788 w 1140175"/>
                <a:gd name="connsiteY784" fmla="*/ 523384 h 1063432"/>
                <a:gd name="connsiteX785" fmla="*/ 469993 w 1140175"/>
                <a:gd name="connsiteY785" fmla="*/ 525029 h 1063432"/>
                <a:gd name="connsiteX786" fmla="*/ 472186 w 1140175"/>
                <a:gd name="connsiteY786" fmla="*/ 524481 h 1063432"/>
                <a:gd name="connsiteX787" fmla="*/ 474160 w 1140175"/>
                <a:gd name="connsiteY787" fmla="*/ 522617 h 1063432"/>
                <a:gd name="connsiteX788" fmla="*/ 473831 w 1140175"/>
                <a:gd name="connsiteY788" fmla="*/ 518889 h 1063432"/>
                <a:gd name="connsiteX789" fmla="*/ 472405 w 1140175"/>
                <a:gd name="connsiteY789" fmla="*/ 516149 h 1063432"/>
                <a:gd name="connsiteX790" fmla="*/ 470542 w 1140175"/>
                <a:gd name="connsiteY790" fmla="*/ 513517 h 1063432"/>
                <a:gd name="connsiteX791" fmla="*/ 468788 w 1140175"/>
                <a:gd name="connsiteY791" fmla="*/ 510119 h 1063432"/>
                <a:gd name="connsiteX792" fmla="*/ 472076 w 1140175"/>
                <a:gd name="connsiteY792" fmla="*/ 511215 h 1063432"/>
                <a:gd name="connsiteX793" fmla="*/ 475585 w 1140175"/>
                <a:gd name="connsiteY793" fmla="*/ 514285 h 1063432"/>
                <a:gd name="connsiteX794" fmla="*/ 478435 w 1140175"/>
                <a:gd name="connsiteY794" fmla="*/ 518012 h 1063432"/>
                <a:gd name="connsiteX795" fmla="*/ 479751 w 1140175"/>
                <a:gd name="connsiteY795" fmla="*/ 521082 h 1063432"/>
                <a:gd name="connsiteX796" fmla="*/ 479093 w 1140175"/>
                <a:gd name="connsiteY796" fmla="*/ 524371 h 1063432"/>
                <a:gd name="connsiteX797" fmla="*/ 477010 w 1140175"/>
                <a:gd name="connsiteY797" fmla="*/ 527002 h 1063432"/>
                <a:gd name="connsiteX798" fmla="*/ 471528 w 1140175"/>
                <a:gd name="connsiteY798" fmla="*/ 532045 h 1063432"/>
                <a:gd name="connsiteX799" fmla="*/ 479860 w 1140175"/>
                <a:gd name="connsiteY799" fmla="*/ 532265 h 1063432"/>
                <a:gd name="connsiteX800" fmla="*/ 486658 w 1140175"/>
                <a:gd name="connsiteY800" fmla="*/ 535334 h 1063432"/>
                <a:gd name="connsiteX801" fmla="*/ 493016 w 1140175"/>
                <a:gd name="connsiteY801" fmla="*/ 539391 h 1063432"/>
                <a:gd name="connsiteX802" fmla="*/ 498717 w 1140175"/>
                <a:gd name="connsiteY802" fmla="*/ 544434 h 1063432"/>
                <a:gd name="connsiteX803" fmla="*/ 500910 w 1140175"/>
                <a:gd name="connsiteY803" fmla="*/ 551012 h 1063432"/>
                <a:gd name="connsiteX804" fmla="*/ 504528 w 1140175"/>
                <a:gd name="connsiteY804" fmla="*/ 558686 h 1063432"/>
                <a:gd name="connsiteX805" fmla="*/ 506282 w 1140175"/>
                <a:gd name="connsiteY805" fmla="*/ 568662 h 1063432"/>
                <a:gd name="connsiteX806" fmla="*/ 506501 w 1140175"/>
                <a:gd name="connsiteY806" fmla="*/ 578749 h 1063432"/>
                <a:gd name="connsiteX807" fmla="*/ 505295 w 1140175"/>
                <a:gd name="connsiteY807" fmla="*/ 586204 h 1063432"/>
                <a:gd name="connsiteX808" fmla="*/ 505076 w 1140175"/>
                <a:gd name="connsiteY808" fmla="*/ 588835 h 1063432"/>
                <a:gd name="connsiteX809" fmla="*/ 505514 w 1140175"/>
                <a:gd name="connsiteY809" fmla="*/ 590699 h 1063432"/>
                <a:gd name="connsiteX810" fmla="*/ 507378 w 1140175"/>
                <a:gd name="connsiteY810" fmla="*/ 593768 h 1063432"/>
                <a:gd name="connsiteX811" fmla="*/ 507817 w 1140175"/>
                <a:gd name="connsiteY811" fmla="*/ 595084 h 1063432"/>
                <a:gd name="connsiteX812" fmla="*/ 509242 w 1140175"/>
                <a:gd name="connsiteY812" fmla="*/ 602100 h 1063432"/>
                <a:gd name="connsiteX813" fmla="*/ 507817 w 1140175"/>
                <a:gd name="connsiteY813" fmla="*/ 614489 h 1063432"/>
                <a:gd name="connsiteX814" fmla="*/ 503760 w 1140175"/>
                <a:gd name="connsiteY814" fmla="*/ 630385 h 1063432"/>
                <a:gd name="connsiteX815" fmla="*/ 504528 w 1140175"/>
                <a:gd name="connsiteY815" fmla="*/ 633017 h 1063432"/>
                <a:gd name="connsiteX816" fmla="*/ 513408 w 1140175"/>
                <a:gd name="connsiteY816" fmla="*/ 633565 h 1063432"/>
                <a:gd name="connsiteX817" fmla="*/ 517026 w 1140175"/>
                <a:gd name="connsiteY817" fmla="*/ 634990 h 1063432"/>
                <a:gd name="connsiteX818" fmla="*/ 520095 w 1140175"/>
                <a:gd name="connsiteY818" fmla="*/ 637840 h 1063432"/>
                <a:gd name="connsiteX819" fmla="*/ 521740 w 1140175"/>
                <a:gd name="connsiteY819" fmla="*/ 641129 h 1063432"/>
                <a:gd name="connsiteX820" fmla="*/ 525906 w 1140175"/>
                <a:gd name="connsiteY820" fmla="*/ 646282 h 1063432"/>
                <a:gd name="connsiteX821" fmla="*/ 526893 w 1140175"/>
                <a:gd name="connsiteY821" fmla="*/ 652750 h 1063432"/>
                <a:gd name="connsiteX822" fmla="*/ 527660 w 1140175"/>
                <a:gd name="connsiteY822" fmla="*/ 656697 h 1063432"/>
                <a:gd name="connsiteX823" fmla="*/ 528647 w 1140175"/>
                <a:gd name="connsiteY823" fmla="*/ 661521 h 1063432"/>
                <a:gd name="connsiteX824" fmla="*/ 528208 w 1140175"/>
                <a:gd name="connsiteY824" fmla="*/ 668099 h 1063432"/>
                <a:gd name="connsiteX825" fmla="*/ 526783 w 1140175"/>
                <a:gd name="connsiteY825" fmla="*/ 673690 h 1063432"/>
                <a:gd name="connsiteX826" fmla="*/ 526344 w 1140175"/>
                <a:gd name="connsiteY826" fmla="*/ 678514 h 1063432"/>
                <a:gd name="connsiteX827" fmla="*/ 541254 w 1140175"/>
                <a:gd name="connsiteY827" fmla="*/ 692218 h 1063432"/>
                <a:gd name="connsiteX828" fmla="*/ 546736 w 1140175"/>
                <a:gd name="connsiteY828" fmla="*/ 692657 h 1063432"/>
                <a:gd name="connsiteX829" fmla="*/ 550902 w 1140175"/>
                <a:gd name="connsiteY829" fmla="*/ 697919 h 1063432"/>
                <a:gd name="connsiteX830" fmla="*/ 555726 w 1140175"/>
                <a:gd name="connsiteY830" fmla="*/ 701427 h 1063432"/>
                <a:gd name="connsiteX831" fmla="*/ 558138 w 1140175"/>
                <a:gd name="connsiteY831" fmla="*/ 705593 h 1063432"/>
                <a:gd name="connsiteX832" fmla="*/ 561427 w 1140175"/>
                <a:gd name="connsiteY832" fmla="*/ 707347 h 1063432"/>
                <a:gd name="connsiteX833" fmla="*/ 565483 w 1140175"/>
                <a:gd name="connsiteY833" fmla="*/ 710965 h 1063432"/>
                <a:gd name="connsiteX834" fmla="*/ 569649 w 1140175"/>
                <a:gd name="connsiteY834" fmla="*/ 707567 h 1063432"/>
                <a:gd name="connsiteX835" fmla="*/ 574692 w 1140175"/>
                <a:gd name="connsiteY835" fmla="*/ 708992 h 1063432"/>
                <a:gd name="connsiteX836" fmla="*/ 580284 w 1140175"/>
                <a:gd name="connsiteY836" fmla="*/ 714473 h 1063432"/>
                <a:gd name="connsiteX837" fmla="*/ 590589 w 1140175"/>
                <a:gd name="connsiteY837" fmla="*/ 723244 h 1063432"/>
                <a:gd name="connsiteX838" fmla="*/ 607472 w 1140175"/>
                <a:gd name="connsiteY838" fmla="*/ 729383 h 1063432"/>
                <a:gd name="connsiteX839" fmla="*/ 617997 w 1140175"/>
                <a:gd name="connsiteY839" fmla="*/ 738373 h 1063432"/>
                <a:gd name="connsiteX840" fmla="*/ 626877 w 1140175"/>
                <a:gd name="connsiteY840" fmla="*/ 752187 h 1063432"/>
                <a:gd name="connsiteX841" fmla="*/ 643212 w 1140175"/>
                <a:gd name="connsiteY841" fmla="*/ 754379 h 1063432"/>
                <a:gd name="connsiteX842" fmla="*/ 669305 w 1140175"/>
                <a:gd name="connsiteY842" fmla="*/ 763589 h 1063432"/>
                <a:gd name="connsiteX843" fmla="*/ 678624 w 1140175"/>
                <a:gd name="connsiteY843" fmla="*/ 774113 h 1063432"/>
                <a:gd name="connsiteX844" fmla="*/ 687613 w 1140175"/>
                <a:gd name="connsiteY844" fmla="*/ 783871 h 1063432"/>
                <a:gd name="connsiteX845" fmla="*/ 693095 w 1140175"/>
                <a:gd name="connsiteY845" fmla="*/ 790449 h 1063432"/>
                <a:gd name="connsiteX846" fmla="*/ 697480 w 1140175"/>
                <a:gd name="connsiteY846" fmla="*/ 796478 h 1063432"/>
                <a:gd name="connsiteX847" fmla="*/ 706141 w 1140175"/>
                <a:gd name="connsiteY847" fmla="*/ 804920 h 1063432"/>
                <a:gd name="connsiteX848" fmla="*/ 712610 w 1140175"/>
                <a:gd name="connsiteY848" fmla="*/ 805249 h 1063432"/>
                <a:gd name="connsiteX849" fmla="*/ 714254 w 1140175"/>
                <a:gd name="connsiteY849" fmla="*/ 806455 h 1063432"/>
                <a:gd name="connsiteX850" fmla="*/ 715022 w 1140175"/>
                <a:gd name="connsiteY850" fmla="*/ 809196 h 1063432"/>
                <a:gd name="connsiteX851" fmla="*/ 716008 w 1140175"/>
                <a:gd name="connsiteY851" fmla="*/ 814568 h 1063432"/>
                <a:gd name="connsiteX852" fmla="*/ 717433 w 1140175"/>
                <a:gd name="connsiteY852" fmla="*/ 816979 h 1063432"/>
                <a:gd name="connsiteX853" fmla="*/ 718639 w 1140175"/>
                <a:gd name="connsiteY853" fmla="*/ 822242 h 1063432"/>
                <a:gd name="connsiteX854" fmla="*/ 722038 w 1140175"/>
                <a:gd name="connsiteY854" fmla="*/ 827066 h 1063432"/>
                <a:gd name="connsiteX855" fmla="*/ 725217 w 1140175"/>
                <a:gd name="connsiteY855" fmla="*/ 823229 h 1063432"/>
                <a:gd name="connsiteX856" fmla="*/ 731028 w 1140175"/>
                <a:gd name="connsiteY856" fmla="*/ 825531 h 1063432"/>
                <a:gd name="connsiteX857" fmla="*/ 736619 w 1140175"/>
                <a:gd name="connsiteY857" fmla="*/ 827395 h 1063432"/>
                <a:gd name="connsiteX858" fmla="*/ 738154 w 1140175"/>
                <a:gd name="connsiteY858" fmla="*/ 830574 h 1063432"/>
                <a:gd name="connsiteX859" fmla="*/ 739141 w 1140175"/>
                <a:gd name="connsiteY859" fmla="*/ 834521 h 1063432"/>
                <a:gd name="connsiteX860" fmla="*/ 741114 w 1140175"/>
                <a:gd name="connsiteY860" fmla="*/ 838248 h 1063432"/>
                <a:gd name="connsiteX861" fmla="*/ 742210 w 1140175"/>
                <a:gd name="connsiteY861" fmla="*/ 841756 h 1063432"/>
                <a:gd name="connsiteX862" fmla="*/ 741991 w 1140175"/>
                <a:gd name="connsiteY862" fmla="*/ 849102 h 1063432"/>
                <a:gd name="connsiteX863" fmla="*/ 744403 w 1140175"/>
                <a:gd name="connsiteY863" fmla="*/ 856338 h 1063432"/>
                <a:gd name="connsiteX864" fmla="*/ 747692 w 1140175"/>
                <a:gd name="connsiteY864" fmla="*/ 853268 h 1063432"/>
                <a:gd name="connsiteX865" fmla="*/ 750433 w 1140175"/>
                <a:gd name="connsiteY865" fmla="*/ 853049 h 1063432"/>
                <a:gd name="connsiteX866" fmla="*/ 751419 w 1140175"/>
                <a:gd name="connsiteY866" fmla="*/ 855351 h 1063432"/>
                <a:gd name="connsiteX867" fmla="*/ 752845 w 1140175"/>
                <a:gd name="connsiteY867" fmla="*/ 859517 h 1063432"/>
                <a:gd name="connsiteX868" fmla="*/ 754051 w 1140175"/>
                <a:gd name="connsiteY868" fmla="*/ 863354 h 1063432"/>
                <a:gd name="connsiteX869" fmla="*/ 756572 w 1140175"/>
                <a:gd name="connsiteY869" fmla="*/ 865327 h 1063432"/>
                <a:gd name="connsiteX870" fmla="*/ 757888 w 1140175"/>
                <a:gd name="connsiteY870" fmla="*/ 865327 h 1063432"/>
                <a:gd name="connsiteX871" fmla="*/ 759313 w 1140175"/>
                <a:gd name="connsiteY871" fmla="*/ 864341 h 1063432"/>
                <a:gd name="connsiteX872" fmla="*/ 762054 w 1140175"/>
                <a:gd name="connsiteY872" fmla="*/ 863683 h 1063432"/>
                <a:gd name="connsiteX873" fmla="*/ 767097 w 1140175"/>
                <a:gd name="connsiteY873" fmla="*/ 864450 h 1063432"/>
                <a:gd name="connsiteX874" fmla="*/ 770496 w 1140175"/>
                <a:gd name="connsiteY874" fmla="*/ 868616 h 1063432"/>
                <a:gd name="connsiteX875" fmla="*/ 774333 w 1140175"/>
                <a:gd name="connsiteY875" fmla="*/ 872234 h 1063432"/>
                <a:gd name="connsiteX876" fmla="*/ 774552 w 1140175"/>
                <a:gd name="connsiteY876" fmla="*/ 875742 h 1063432"/>
                <a:gd name="connsiteX877" fmla="*/ 778170 w 1140175"/>
                <a:gd name="connsiteY877" fmla="*/ 875523 h 1063432"/>
                <a:gd name="connsiteX878" fmla="*/ 781568 w 1140175"/>
                <a:gd name="connsiteY878" fmla="*/ 879579 h 1063432"/>
                <a:gd name="connsiteX879" fmla="*/ 780582 w 1140175"/>
                <a:gd name="connsiteY879" fmla="*/ 884074 h 1063432"/>
                <a:gd name="connsiteX880" fmla="*/ 783651 w 1140175"/>
                <a:gd name="connsiteY880" fmla="*/ 891529 h 1063432"/>
                <a:gd name="connsiteX881" fmla="*/ 787708 w 1140175"/>
                <a:gd name="connsiteY881" fmla="*/ 890104 h 1063432"/>
                <a:gd name="connsiteX882" fmla="*/ 789462 w 1140175"/>
                <a:gd name="connsiteY882" fmla="*/ 894161 h 1063432"/>
                <a:gd name="connsiteX883" fmla="*/ 789572 w 1140175"/>
                <a:gd name="connsiteY883" fmla="*/ 897998 h 1063432"/>
                <a:gd name="connsiteX884" fmla="*/ 792203 w 1140175"/>
                <a:gd name="connsiteY884" fmla="*/ 901067 h 1063432"/>
                <a:gd name="connsiteX885" fmla="*/ 792422 w 1140175"/>
                <a:gd name="connsiteY885" fmla="*/ 904356 h 1063432"/>
                <a:gd name="connsiteX886" fmla="*/ 792422 w 1140175"/>
                <a:gd name="connsiteY886" fmla="*/ 908413 h 1063432"/>
                <a:gd name="connsiteX887" fmla="*/ 798890 w 1140175"/>
                <a:gd name="connsiteY887" fmla="*/ 909509 h 1063432"/>
                <a:gd name="connsiteX888" fmla="*/ 801960 w 1140175"/>
                <a:gd name="connsiteY888" fmla="*/ 914552 h 1063432"/>
                <a:gd name="connsiteX889" fmla="*/ 806455 w 1140175"/>
                <a:gd name="connsiteY889" fmla="*/ 916197 h 1063432"/>
                <a:gd name="connsiteX890" fmla="*/ 807222 w 1140175"/>
                <a:gd name="connsiteY890" fmla="*/ 918828 h 1063432"/>
                <a:gd name="connsiteX891" fmla="*/ 807770 w 1140175"/>
                <a:gd name="connsiteY891" fmla="*/ 920911 h 1063432"/>
                <a:gd name="connsiteX892" fmla="*/ 807003 w 1140175"/>
                <a:gd name="connsiteY892" fmla="*/ 921349 h 1063432"/>
                <a:gd name="connsiteX893" fmla="*/ 807222 w 1140175"/>
                <a:gd name="connsiteY893" fmla="*/ 924529 h 1063432"/>
                <a:gd name="connsiteX894" fmla="*/ 812265 w 1140175"/>
                <a:gd name="connsiteY894" fmla="*/ 925735 h 1063432"/>
                <a:gd name="connsiteX895" fmla="*/ 814348 w 1140175"/>
                <a:gd name="connsiteY895" fmla="*/ 924200 h 1063432"/>
                <a:gd name="connsiteX896" fmla="*/ 819830 w 1140175"/>
                <a:gd name="connsiteY896" fmla="*/ 923871 h 1063432"/>
                <a:gd name="connsiteX897" fmla="*/ 824544 w 1140175"/>
                <a:gd name="connsiteY897" fmla="*/ 923761 h 1063432"/>
                <a:gd name="connsiteX898" fmla="*/ 826298 w 1140175"/>
                <a:gd name="connsiteY898" fmla="*/ 924638 h 1063432"/>
                <a:gd name="connsiteX899" fmla="*/ 828052 w 1140175"/>
                <a:gd name="connsiteY899" fmla="*/ 927050 h 1063432"/>
                <a:gd name="connsiteX900" fmla="*/ 829697 w 1140175"/>
                <a:gd name="connsiteY900" fmla="*/ 931764 h 1063432"/>
                <a:gd name="connsiteX901" fmla="*/ 830135 w 1140175"/>
                <a:gd name="connsiteY901" fmla="*/ 937246 h 1063432"/>
                <a:gd name="connsiteX902" fmla="*/ 829587 w 1140175"/>
                <a:gd name="connsiteY902" fmla="*/ 941412 h 1063432"/>
                <a:gd name="connsiteX903" fmla="*/ 829039 w 1140175"/>
                <a:gd name="connsiteY903" fmla="*/ 945030 h 1063432"/>
                <a:gd name="connsiteX904" fmla="*/ 831451 w 1140175"/>
                <a:gd name="connsiteY904" fmla="*/ 946236 h 1063432"/>
                <a:gd name="connsiteX905" fmla="*/ 835398 w 1140175"/>
                <a:gd name="connsiteY905" fmla="*/ 945797 h 1063432"/>
                <a:gd name="connsiteX906" fmla="*/ 838796 w 1140175"/>
                <a:gd name="connsiteY906" fmla="*/ 946017 h 1063432"/>
                <a:gd name="connsiteX907" fmla="*/ 841537 w 1140175"/>
                <a:gd name="connsiteY907" fmla="*/ 948209 h 1063432"/>
                <a:gd name="connsiteX908" fmla="*/ 843511 w 1140175"/>
                <a:gd name="connsiteY908" fmla="*/ 950621 h 1063432"/>
                <a:gd name="connsiteX909" fmla="*/ 844168 w 1140175"/>
                <a:gd name="connsiteY909" fmla="*/ 952704 h 1063432"/>
                <a:gd name="connsiteX910" fmla="*/ 845265 w 1140175"/>
                <a:gd name="connsiteY910" fmla="*/ 954568 h 1063432"/>
                <a:gd name="connsiteX911" fmla="*/ 847019 w 1140175"/>
                <a:gd name="connsiteY911" fmla="*/ 955884 h 1063432"/>
                <a:gd name="connsiteX912" fmla="*/ 846909 w 1140175"/>
                <a:gd name="connsiteY912" fmla="*/ 958953 h 1063432"/>
                <a:gd name="connsiteX913" fmla="*/ 846471 w 1140175"/>
                <a:gd name="connsiteY913" fmla="*/ 962790 h 1063432"/>
                <a:gd name="connsiteX914" fmla="*/ 847896 w 1140175"/>
                <a:gd name="connsiteY914" fmla="*/ 964435 h 1063432"/>
                <a:gd name="connsiteX915" fmla="*/ 850527 w 1140175"/>
                <a:gd name="connsiteY915" fmla="*/ 965641 h 1063432"/>
                <a:gd name="connsiteX916" fmla="*/ 852172 w 1140175"/>
                <a:gd name="connsiteY916" fmla="*/ 969149 h 1063432"/>
                <a:gd name="connsiteX917" fmla="*/ 850856 w 1140175"/>
                <a:gd name="connsiteY917" fmla="*/ 974960 h 1063432"/>
                <a:gd name="connsiteX918" fmla="*/ 848663 w 1140175"/>
                <a:gd name="connsiteY918" fmla="*/ 981209 h 1063432"/>
                <a:gd name="connsiteX919" fmla="*/ 844607 w 1140175"/>
                <a:gd name="connsiteY919" fmla="*/ 994913 h 1063432"/>
                <a:gd name="connsiteX920" fmla="*/ 840989 w 1140175"/>
                <a:gd name="connsiteY920" fmla="*/ 1002916 h 1063432"/>
                <a:gd name="connsiteX921" fmla="*/ 838796 w 1140175"/>
                <a:gd name="connsiteY921" fmla="*/ 1007520 h 1063432"/>
                <a:gd name="connsiteX922" fmla="*/ 837262 w 1140175"/>
                <a:gd name="connsiteY922" fmla="*/ 1011248 h 1063432"/>
                <a:gd name="connsiteX923" fmla="*/ 836056 w 1140175"/>
                <a:gd name="connsiteY923" fmla="*/ 1014318 h 1063432"/>
                <a:gd name="connsiteX924" fmla="*/ 837481 w 1140175"/>
                <a:gd name="connsiteY924" fmla="*/ 1015414 h 1063432"/>
                <a:gd name="connsiteX925" fmla="*/ 839016 w 1140175"/>
                <a:gd name="connsiteY925" fmla="*/ 1017387 h 1063432"/>
                <a:gd name="connsiteX926" fmla="*/ 841208 w 1140175"/>
                <a:gd name="connsiteY926" fmla="*/ 1018045 h 1063432"/>
                <a:gd name="connsiteX927" fmla="*/ 843182 w 1140175"/>
                <a:gd name="connsiteY927" fmla="*/ 1016291 h 1063432"/>
                <a:gd name="connsiteX928" fmla="*/ 845265 w 1140175"/>
                <a:gd name="connsiteY928" fmla="*/ 1016291 h 1063432"/>
                <a:gd name="connsiteX929" fmla="*/ 846909 w 1140175"/>
                <a:gd name="connsiteY929" fmla="*/ 1017935 h 1063432"/>
                <a:gd name="connsiteX930" fmla="*/ 847896 w 1140175"/>
                <a:gd name="connsiteY930" fmla="*/ 1021444 h 1063432"/>
                <a:gd name="connsiteX931" fmla="*/ 848554 w 1140175"/>
                <a:gd name="connsiteY931" fmla="*/ 1023965 h 1063432"/>
                <a:gd name="connsiteX932" fmla="*/ 849321 w 1140175"/>
                <a:gd name="connsiteY932" fmla="*/ 1025281 h 1063432"/>
                <a:gd name="connsiteX933" fmla="*/ 846909 w 1140175"/>
                <a:gd name="connsiteY933" fmla="*/ 1028131 h 1063432"/>
                <a:gd name="connsiteX934" fmla="*/ 845155 w 1140175"/>
                <a:gd name="connsiteY934" fmla="*/ 1031968 h 1063432"/>
                <a:gd name="connsiteX935" fmla="*/ 842853 w 1140175"/>
                <a:gd name="connsiteY935" fmla="*/ 1036463 h 1063432"/>
                <a:gd name="connsiteX936" fmla="*/ 839783 w 1140175"/>
                <a:gd name="connsiteY936" fmla="*/ 1041177 h 1063432"/>
                <a:gd name="connsiteX937" fmla="*/ 838906 w 1140175"/>
                <a:gd name="connsiteY937" fmla="*/ 1043260 h 1063432"/>
                <a:gd name="connsiteX938" fmla="*/ 838358 w 1140175"/>
                <a:gd name="connsiteY938" fmla="*/ 1044357 h 1063432"/>
                <a:gd name="connsiteX939" fmla="*/ 839783 w 1140175"/>
                <a:gd name="connsiteY939" fmla="*/ 1046330 h 1063432"/>
                <a:gd name="connsiteX940" fmla="*/ 840551 w 1140175"/>
                <a:gd name="connsiteY940" fmla="*/ 1049071 h 1063432"/>
                <a:gd name="connsiteX941" fmla="*/ 840660 w 1140175"/>
                <a:gd name="connsiteY941" fmla="*/ 1055320 h 1063432"/>
                <a:gd name="connsiteX942" fmla="*/ 840879 w 1140175"/>
                <a:gd name="connsiteY942" fmla="*/ 1058938 h 1063432"/>
                <a:gd name="connsiteX943" fmla="*/ 843620 w 1140175"/>
                <a:gd name="connsiteY943" fmla="*/ 1058499 h 1063432"/>
                <a:gd name="connsiteX944" fmla="*/ 846690 w 1140175"/>
                <a:gd name="connsiteY944" fmla="*/ 1058938 h 1063432"/>
                <a:gd name="connsiteX945" fmla="*/ 849102 w 1140175"/>
                <a:gd name="connsiteY945" fmla="*/ 1061898 h 1063432"/>
                <a:gd name="connsiteX946" fmla="*/ 851404 w 1140175"/>
                <a:gd name="connsiteY946" fmla="*/ 1062665 h 1063432"/>
                <a:gd name="connsiteX947" fmla="*/ 853158 w 1140175"/>
                <a:gd name="connsiteY947" fmla="*/ 1062885 h 1063432"/>
                <a:gd name="connsiteX948" fmla="*/ 852720 w 1140175"/>
                <a:gd name="connsiteY948" fmla="*/ 1064968 h 1063432"/>
                <a:gd name="connsiteX949" fmla="*/ 849650 w 1140175"/>
                <a:gd name="connsiteY949" fmla="*/ 1069463 h 1063432"/>
                <a:gd name="connsiteX950" fmla="*/ 848115 w 1140175"/>
                <a:gd name="connsiteY950" fmla="*/ 1070997 h 1063432"/>
                <a:gd name="connsiteX951" fmla="*/ 857543 w 1140175"/>
                <a:gd name="connsiteY951" fmla="*/ 1070997 h 1063432"/>
                <a:gd name="connsiteX952" fmla="*/ 892955 w 1140175"/>
                <a:gd name="connsiteY952" fmla="*/ 1070888 h 1063432"/>
                <a:gd name="connsiteX953" fmla="*/ 928366 w 1140175"/>
                <a:gd name="connsiteY953" fmla="*/ 1070888 h 1063432"/>
                <a:gd name="connsiteX954" fmla="*/ 963777 w 1140175"/>
                <a:gd name="connsiteY954" fmla="*/ 1070888 h 1063432"/>
                <a:gd name="connsiteX955" fmla="*/ 999188 w 1140175"/>
                <a:gd name="connsiteY955" fmla="*/ 1070997 h 1063432"/>
                <a:gd name="connsiteX956" fmla="*/ 1034600 w 1140175"/>
                <a:gd name="connsiteY956" fmla="*/ 1071107 h 1063432"/>
                <a:gd name="connsiteX957" fmla="*/ 1070011 w 1140175"/>
                <a:gd name="connsiteY957" fmla="*/ 1071217 h 1063432"/>
                <a:gd name="connsiteX958" fmla="*/ 1103778 w 1140175"/>
                <a:gd name="connsiteY958" fmla="*/ 1071326 h 1063432"/>
                <a:gd name="connsiteX959" fmla="*/ 1102791 w 1140175"/>
                <a:gd name="connsiteY959" fmla="*/ 1070778 h 1063432"/>
                <a:gd name="connsiteX960" fmla="*/ 1100050 w 1140175"/>
                <a:gd name="connsiteY960" fmla="*/ 1070669 h 1063432"/>
                <a:gd name="connsiteX961" fmla="*/ 1104435 w 1140175"/>
                <a:gd name="connsiteY961" fmla="*/ 937136 h 1063432"/>
                <a:gd name="connsiteX962" fmla="*/ 1101475 w 1140175"/>
                <a:gd name="connsiteY962" fmla="*/ 935492 h 1063432"/>
                <a:gd name="connsiteX963" fmla="*/ 1100598 w 1140175"/>
                <a:gd name="connsiteY963" fmla="*/ 933847 h 1063432"/>
                <a:gd name="connsiteX964" fmla="*/ 1098954 w 1140175"/>
                <a:gd name="connsiteY964" fmla="*/ 932642 h 1063432"/>
                <a:gd name="connsiteX965" fmla="*/ 1096213 w 1140175"/>
                <a:gd name="connsiteY965" fmla="*/ 929572 h 1063432"/>
                <a:gd name="connsiteX966" fmla="*/ 1085250 w 1140175"/>
                <a:gd name="connsiteY966" fmla="*/ 921678 h 1063432"/>
                <a:gd name="connsiteX967" fmla="*/ 1078781 w 1140175"/>
                <a:gd name="connsiteY967" fmla="*/ 920363 h 1063432"/>
                <a:gd name="connsiteX968" fmla="*/ 1080645 w 1140175"/>
                <a:gd name="connsiteY968" fmla="*/ 922007 h 1063432"/>
                <a:gd name="connsiteX969" fmla="*/ 1082070 w 1140175"/>
                <a:gd name="connsiteY969" fmla="*/ 923542 h 1063432"/>
                <a:gd name="connsiteX970" fmla="*/ 1083167 w 1140175"/>
                <a:gd name="connsiteY970" fmla="*/ 925296 h 1063432"/>
                <a:gd name="connsiteX971" fmla="*/ 1084482 w 1140175"/>
                <a:gd name="connsiteY971" fmla="*/ 926502 h 1063432"/>
                <a:gd name="connsiteX972" fmla="*/ 1083934 w 1140175"/>
                <a:gd name="connsiteY972" fmla="*/ 928037 h 1063432"/>
                <a:gd name="connsiteX973" fmla="*/ 1088868 w 1140175"/>
                <a:gd name="connsiteY973" fmla="*/ 928804 h 1063432"/>
                <a:gd name="connsiteX974" fmla="*/ 1091499 w 1140175"/>
                <a:gd name="connsiteY974" fmla="*/ 931984 h 1063432"/>
                <a:gd name="connsiteX975" fmla="*/ 1095226 w 1140175"/>
                <a:gd name="connsiteY975" fmla="*/ 933628 h 1063432"/>
                <a:gd name="connsiteX976" fmla="*/ 1097748 w 1140175"/>
                <a:gd name="connsiteY976" fmla="*/ 935492 h 1063432"/>
                <a:gd name="connsiteX977" fmla="*/ 1099502 w 1140175"/>
                <a:gd name="connsiteY977" fmla="*/ 940645 h 1063432"/>
                <a:gd name="connsiteX978" fmla="*/ 1100598 w 1140175"/>
                <a:gd name="connsiteY978" fmla="*/ 940864 h 1063432"/>
                <a:gd name="connsiteX979" fmla="*/ 1101146 w 1140175"/>
                <a:gd name="connsiteY979" fmla="*/ 941960 h 1063432"/>
                <a:gd name="connsiteX980" fmla="*/ 1102572 w 1140175"/>
                <a:gd name="connsiteY980" fmla="*/ 943166 h 1063432"/>
                <a:gd name="connsiteX981" fmla="*/ 1104874 w 1140175"/>
                <a:gd name="connsiteY981" fmla="*/ 941741 h 1063432"/>
                <a:gd name="connsiteX982" fmla="*/ 1106738 w 1140175"/>
                <a:gd name="connsiteY982" fmla="*/ 939658 h 1063432"/>
                <a:gd name="connsiteX983" fmla="*/ 1105203 w 1140175"/>
                <a:gd name="connsiteY983" fmla="*/ 938781 h 1063432"/>
                <a:gd name="connsiteX984" fmla="*/ 1104435 w 1140175"/>
                <a:gd name="connsiteY984" fmla="*/ 937136 h 1063432"/>
                <a:gd name="connsiteX985" fmla="*/ 1148179 w 1140175"/>
                <a:gd name="connsiteY985" fmla="*/ 912688 h 1063432"/>
                <a:gd name="connsiteX986" fmla="*/ 1147082 w 1140175"/>
                <a:gd name="connsiteY986" fmla="*/ 911483 h 1063432"/>
                <a:gd name="connsiteX987" fmla="*/ 1146863 w 1140175"/>
                <a:gd name="connsiteY987" fmla="*/ 908961 h 1063432"/>
                <a:gd name="connsiteX988" fmla="*/ 1144999 w 1140175"/>
                <a:gd name="connsiteY988" fmla="*/ 907755 h 1063432"/>
                <a:gd name="connsiteX989" fmla="*/ 1142587 w 1140175"/>
                <a:gd name="connsiteY989" fmla="*/ 908851 h 1063432"/>
                <a:gd name="connsiteX990" fmla="*/ 1137983 w 1140175"/>
                <a:gd name="connsiteY990" fmla="*/ 908084 h 1063432"/>
                <a:gd name="connsiteX991" fmla="*/ 1136558 w 1140175"/>
                <a:gd name="connsiteY991" fmla="*/ 909071 h 1063432"/>
                <a:gd name="connsiteX992" fmla="*/ 1134146 w 1140175"/>
                <a:gd name="connsiteY992" fmla="*/ 909509 h 1063432"/>
                <a:gd name="connsiteX993" fmla="*/ 1134365 w 1140175"/>
                <a:gd name="connsiteY993" fmla="*/ 914114 h 1063432"/>
                <a:gd name="connsiteX994" fmla="*/ 1136558 w 1140175"/>
                <a:gd name="connsiteY994" fmla="*/ 920472 h 1063432"/>
                <a:gd name="connsiteX995" fmla="*/ 1135900 w 1140175"/>
                <a:gd name="connsiteY995" fmla="*/ 922117 h 1063432"/>
                <a:gd name="connsiteX996" fmla="*/ 1137764 w 1140175"/>
                <a:gd name="connsiteY996" fmla="*/ 921349 h 1063432"/>
                <a:gd name="connsiteX997" fmla="*/ 1142258 w 1140175"/>
                <a:gd name="connsiteY997" fmla="*/ 922446 h 1063432"/>
                <a:gd name="connsiteX998" fmla="*/ 1145876 w 1140175"/>
                <a:gd name="connsiteY998" fmla="*/ 921569 h 1063432"/>
                <a:gd name="connsiteX999" fmla="*/ 1147521 w 1140175"/>
                <a:gd name="connsiteY999" fmla="*/ 918389 h 1063432"/>
                <a:gd name="connsiteX1000" fmla="*/ 1147521 w 1140175"/>
                <a:gd name="connsiteY1000" fmla="*/ 914991 h 1063432"/>
                <a:gd name="connsiteX1001" fmla="*/ 1148179 w 1140175"/>
                <a:gd name="connsiteY1001" fmla="*/ 912688 h 1063432"/>
                <a:gd name="connsiteX1002" fmla="*/ 632468 w 1140175"/>
                <a:gd name="connsiteY1002" fmla="*/ 1028460 h 1063432"/>
                <a:gd name="connsiteX1003" fmla="*/ 629837 w 1140175"/>
                <a:gd name="connsiteY1003" fmla="*/ 1024075 h 1063432"/>
                <a:gd name="connsiteX1004" fmla="*/ 629728 w 1140175"/>
                <a:gd name="connsiteY1004" fmla="*/ 1019251 h 1063432"/>
                <a:gd name="connsiteX1005" fmla="*/ 631701 w 1140175"/>
                <a:gd name="connsiteY1005" fmla="*/ 1013331 h 1063432"/>
                <a:gd name="connsiteX1006" fmla="*/ 630495 w 1140175"/>
                <a:gd name="connsiteY1006" fmla="*/ 1008068 h 1063432"/>
                <a:gd name="connsiteX1007" fmla="*/ 629070 w 1140175"/>
                <a:gd name="connsiteY1007" fmla="*/ 1004999 h 1063432"/>
                <a:gd name="connsiteX1008" fmla="*/ 629399 w 1140175"/>
                <a:gd name="connsiteY1008" fmla="*/ 1002806 h 1063432"/>
                <a:gd name="connsiteX1009" fmla="*/ 627425 w 1140175"/>
                <a:gd name="connsiteY1009" fmla="*/ 1001491 h 1063432"/>
                <a:gd name="connsiteX1010" fmla="*/ 625342 w 1140175"/>
                <a:gd name="connsiteY1010" fmla="*/ 995570 h 1063432"/>
                <a:gd name="connsiteX1011" fmla="*/ 625891 w 1140175"/>
                <a:gd name="connsiteY1011" fmla="*/ 991185 h 1063432"/>
                <a:gd name="connsiteX1012" fmla="*/ 621396 w 1140175"/>
                <a:gd name="connsiteY1012" fmla="*/ 987348 h 1063432"/>
                <a:gd name="connsiteX1013" fmla="*/ 617449 w 1140175"/>
                <a:gd name="connsiteY1013" fmla="*/ 989102 h 1063432"/>
                <a:gd name="connsiteX1014" fmla="*/ 614708 w 1140175"/>
                <a:gd name="connsiteY1014" fmla="*/ 991514 h 1063432"/>
                <a:gd name="connsiteX1015" fmla="*/ 613064 w 1140175"/>
                <a:gd name="connsiteY1015" fmla="*/ 998640 h 1063432"/>
                <a:gd name="connsiteX1016" fmla="*/ 611967 w 1140175"/>
                <a:gd name="connsiteY1016" fmla="*/ 1004999 h 1063432"/>
                <a:gd name="connsiteX1017" fmla="*/ 613392 w 1140175"/>
                <a:gd name="connsiteY1017" fmla="*/ 1012783 h 1063432"/>
                <a:gd name="connsiteX1018" fmla="*/ 616462 w 1140175"/>
                <a:gd name="connsiteY1018" fmla="*/ 1019580 h 1063432"/>
                <a:gd name="connsiteX1019" fmla="*/ 609775 w 1140175"/>
                <a:gd name="connsiteY1019" fmla="*/ 1029228 h 1063432"/>
                <a:gd name="connsiteX1020" fmla="*/ 597934 w 1140175"/>
                <a:gd name="connsiteY1020" fmla="*/ 1043589 h 1063432"/>
                <a:gd name="connsiteX1021" fmla="*/ 594316 w 1140175"/>
                <a:gd name="connsiteY1021" fmla="*/ 1045453 h 1063432"/>
                <a:gd name="connsiteX1022" fmla="*/ 593110 w 1140175"/>
                <a:gd name="connsiteY1022" fmla="*/ 1053018 h 1063432"/>
                <a:gd name="connsiteX1023" fmla="*/ 595413 w 1140175"/>
                <a:gd name="connsiteY1023" fmla="*/ 1055539 h 1063432"/>
                <a:gd name="connsiteX1024" fmla="*/ 597386 w 1140175"/>
                <a:gd name="connsiteY1024" fmla="*/ 1052579 h 1063432"/>
                <a:gd name="connsiteX1025" fmla="*/ 600346 w 1140175"/>
                <a:gd name="connsiteY1025" fmla="*/ 1052031 h 1063432"/>
                <a:gd name="connsiteX1026" fmla="*/ 603964 w 1140175"/>
                <a:gd name="connsiteY1026" fmla="*/ 1050277 h 1063432"/>
                <a:gd name="connsiteX1027" fmla="*/ 608569 w 1140175"/>
                <a:gd name="connsiteY1027" fmla="*/ 1051921 h 1063432"/>
                <a:gd name="connsiteX1028" fmla="*/ 612187 w 1140175"/>
                <a:gd name="connsiteY1028" fmla="*/ 1055759 h 1063432"/>
                <a:gd name="connsiteX1029" fmla="*/ 613721 w 1140175"/>
                <a:gd name="connsiteY1029" fmla="*/ 1062336 h 1063432"/>
                <a:gd name="connsiteX1030" fmla="*/ 615147 w 1140175"/>
                <a:gd name="connsiteY1030" fmla="*/ 1063762 h 1063432"/>
                <a:gd name="connsiteX1031" fmla="*/ 617778 w 1140175"/>
                <a:gd name="connsiteY1031" fmla="*/ 1063214 h 1063432"/>
                <a:gd name="connsiteX1032" fmla="*/ 618874 w 1140175"/>
                <a:gd name="connsiteY1032" fmla="*/ 1064968 h 1063432"/>
                <a:gd name="connsiteX1033" fmla="*/ 620847 w 1140175"/>
                <a:gd name="connsiteY1033" fmla="*/ 1064200 h 1063432"/>
                <a:gd name="connsiteX1034" fmla="*/ 623150 w 1140175"/>
                <a:gd name="connsiteY1034" fmla="*/ 1062775 h 1063432"/>
                <a:gd name="connsiteX1035" fmla="*/ 625452 w 1140175"/>
                <a:gd name="connsiteY1035" fmla="*/ 1063652 h 1063432"/>
                <a:gd name="connsiteX1036" fmla="*/ 626548 w 1140175"/>
                <a:gd name="connsiteY1036" fmla="*/ 1064419 h 1063432"/>
                <a:gd name="connsiteX1037" fmla="*/ 628083 w 1140175"/>
                <a:gd name="connsiteY1037" fmla="*/ 1065077 h 1063432"/>
                <a:gd name="connsiteX1038" fmla="*/ 627864 w 1140175"/>
                <a:gd name="connsiteY1038" fmla="*/ 1063433 h 1063432"/>
                <a:gd name="connsiteX1039" fmla="*/ 628631 w 1140175"/>
                <a:gd name="connsiteY1039" fmla="*/ 1062227 h 1063432"/>
                <a:gd name="connsiteX1040" fmla="*/ 626877 w 1140175"/>
                <a:gd name="connsiteY1040" fmla="*/ 1058719 h 1063432"/>
                <a:gd name="connsiteX1041" fmla="*/ 628083 w 1140175"/>
                <a:gd name="connsiteY1041" fmla="*/ 1055649 h 1063432"/>
                <a:gd name="connsiteX1042" fmla="*/ 626987 w 1140175"/>
                <a:gd name="connsiteY1042" fmla="*/ 1051921 h 1063432"/>
                <a:gd name="connsiteX1043" fmla="*/ 627974 w 1140175"/>
                <a:gd name="connsiteY1043" fmla="*/ 1050058 h 1063432"/>
                <a:gd name="connsiteX1044" fmla="*/ 627425 w 1140175"/>
                <a:gd name="connsiteY1044" fmla="*/ 1047646 h 1063432"/>
                <a:gd name="connsiteX1045" fmla="*/ 629289 w 1140175"/>
                <a:gd name="connsiteY1045" fmla="*/ 1045343 h 1063432"/>
                <a:gd name="connsiteX1046" fmla="*/ 629508 w 1140175"/>
                <a:gd name="connsiteY1046" fmla="*/ 1043589 h 1063432"/>
                <a:gd name="connsiteX1047" fmla="*/ 632030 w 1140175"/>
                <a:gd name="connsiteY1047" fmla="*/ 1042493 h 1063432"/>
                <a:gd name="connsiteX1048" fmla="*/ 633346 w 1140175"/>
                <a:gd name="connsiteY1048" fmla="*/ 1039972 h 1063432"/>
                <a:gd name="connsiteX1049" fmla="*/ 632578 w 1140175"/>
                <a:gd name="connsiteY1049" fmla="*/ 1037779 h 1063432"/>
                <a:gd name="connsiteX1050" fmla="*/ 633455 w 1140175"/>
                <a:gd name="connsiteY1050" fmla="*/ 1033284 h 1063432"/>
                <a:gd name="connsiteX1051" fmla="*/ 632468 w 1140175"/>
                <a:gd name="connsiteY1051" fmla="*/ 1028460 h 1063432"/>
                <a:gd name="connsiteX1052" fmla="*/ 842195 w 1140175"/>
                <a:gd name="connsiteY1052" fmla="*/ 1065954 h 1063432"/>
                <a:gd name="connsiteX1053" fmla="*/ 839454 w 1140175"/>
                <a:gd name="connsiteY1053" fmla="*/ 1064529 h 1063432"/>
                <a:gd name="connsiteX1054" fmla="*/ 836933 w 1140175"/>
                <a:gd name="connsiteY1054" fmla="*/ 1066283 h 1063432"/>
                <a:gd name="connsiteX1055" fmla="*/ 836494 w 1140175"/>
                <a:gd name="connsiteY1055" fmla="*/ 1067708 h 1063432"/>
                <a:gd name="connsiteX1056" fmla="*/ 837590 w 1140175"/>
                <a:gd name="connsiteY1056" fmla="*/ 1068914 h 1063432"/>
                <a:gd name="connsiteX1057" fmla="*/ 839673 w 1140175"/>
                <a:gd name="connsiteY1057" fmla="*/ 1068366 h 1063432"/>
                <a:gd name="connsiteX1058" fmla="*/ 841428 w 1140175"/>
                <a:gd name="connsiteY1058" fmla="*/ 1071326 h 1063432"/>
                <a:gd name="connsiteX1059" fmla="*/ 846800 w 1140175"/>
                <a:gd name="connsiteY1059" fmla="*/ 1071326 h 1063432"/>
                <a:gd name="connsiteX1060" fmla="*/ 845594 w 1140175"/>
                <a:gd name="connsiteY1060" fmla="*/ 1069353 h 1063432"/>
                <a:gd name="connsiteX1061" fmla="*/ 842195 w 1140175"/>
                <a:gd name="connsiteY1061" fmla="*/ 1065954 h 1063432"/>
                <a:gd name="connsiteX1062" fmla="*/ 549586 w 1140175"/>
                <a:gd name="connsiteY1062" fmla="*/ 1001491 h 1063432"/>
                <a:gd name="connsiteX1063" fmla="*/ 547832 w 1140175"/>
                <a:gd name="connsiteY1063" fmla="*/ 1002477 h 1063432"/>
                <a:gd name="connsiteX1064" fmla="*/ 546736 w 1140175"/>
                <a:gd name="connsiteY1064" fmla="*/ 1000833 h 1063432"/>
                <a:gd name="connsiteX1065" fmla="*/ 545311 w 1140175"/>
                <a:gd name="connsiteY1065" fmla="*/ 1001052 h 1063432"/>
                <a:gd name="connsiteX1066" fmla="*/ 544763 w 1140175"/>
                <a:gd name="connsiteY1066" fmla="*/ 1002368 h 1063432"/>
                <a:gd name="connsiteX1067" fmla="*/ 544982 w 1140175"/>
                <a:gd name="connsiteY1067" fmla="*/ 1003683 h 1063432"/>
                <a:gd name="connsiteX1068" fmla="*/ 547065 w 1140175"/>
                <a:gd name="connsiteY1068" fmla="*/ 1005218 h 1063432"/>
                <a:gd name="connsiteX1069" fmla="*/ 549696 w 1140175"/>
                <a:gd name="connsiteY1069" fmla="*/ 1004451 h 1063432"/>
                <a:gd name="connsiteX1070" fmla="*/ 550354 w 1140175"/>
                <a:gd name="connsiteY1070" fmla="*/ 1003025 h 1063432"/>
                <a:gd name="connsiteX1071" fmla="*/ 552547 w 1140175"/>
                <a:gd name="connsiteY1071" fmla="*/ 1003025 h 1063432"/>
                <a:gd name="connsiteX1072" fmla="*/ 551889 w 1140175"/>
                <a:gd name="connsiteY1072" fmla="*/ 1001600 h 1063432"/>
                <a:gd name="connsiteX1073" fmla="*/ 549586 w 1140175"/>
                <a:gd name="connsiteY1073" fmla="*/ 1001491 h 1063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</a:cxnLst>
              <a:rect l="l" t="t" r="r" b="b"/>
              <a:pathLst>
                <a:path w="1140175" h="1063432">
                  <a:moveTo>
                    <a:pt x="27408" y="834411"/>
                  </a:moveTo>
                  <a:lnTo>
                    <a:pt x="23132" y="828162"/>
                  </a:lnTo>
                  <a:lnTo>
                    <a:pt x="20063" y="826189"/>
                  </a:lnTo>
                  <a:lnTo>
                    <a:pt x="17760" y="822132"/>
                  </a:lnTo>
                  <a:lnTo>
                    <a:pt x="16335" y="817637"/>
                  </a:lnTo>
                  <a:lnTo>
                    <a:pt x="16774" y="814129"/>
                  </a:lnTo>
                  <a:lnTo>
                    <a:pt x="19076" y="811169"/>
                  </a:lnTo>
                  <a:lnTo>
                    <a:pt x="22255" y="807661"/>
                  </a:lnTo>
                  <a:lnTo>
                    <a:pt x="18747" y="805687"/>
                  </a:lnTo>
                  <a:lnTo>
                    <a:pt x="14252" y="806455"/>
                  </a:lnTo>
                  <a:lnTo>
                    <a:pt x="11731" y="809744"/>
                  </a:lnTo>
                  <a:lnTo>
                    <a:pt x="6249" y="811717"/>
                  </a:lnTo>
                  <a:lnTo>
                    <a:pt x="2302" y="814787"/>
                  </a:lnTo>
                  <a:lnTo>
                    <a:pt x="658" y="818734"/>
                  </a:lnTo>
                  <a:lnTo>
                    <a:pt x="0" y="822571"/>
                  </a:lnTo>
                  <a:lnTo>
                    <a:pt x="987" y="826189"/>
                  </a:lnTo>
                  <a:lnTo>
                    <a:pt x="2083" y="829478"/>
                  </a:lnTo>
                  <a:lnTo>
                    <a:pt x="2631" y="833205"/>
                  </a:lnTo>
                  <a:lnTo>
                    <a:pt x="6578" y="836713"/>
                  </a:lnTo>
                  <a:lnTo>
                    <a:pt x="8880" y="839235"/>
                  </a:lnTo>
                  <a:lnTo>
                    <a:pt x="10854" y="842414"/>
                  </a:lnTo>
                  <a:lnTo>
                    <a:pt x="12717" y="848554"/>
                  </a:lnTo>
                  <a:lnTo>
                    <a:pt x="10415" y="852171"/>
                  </a:lnTo>
                  <a:lnTo>
                    <a:pt x="13594" y="855241"/>
                  </a:lnTo>
                  <a:lnTo>
                    <a:pt x="14800" y="859626"/>
                  </a:lnTo>
                  <a:lnTo>
                    <a:pt x="14143" y="863464"/>
                  </a:lnTo>
                  <a:lnTo>
                    <a:pt x="15129" y="866862"/>
                  </a:lnTo>
                  <a:lnTo>
                    <a:pt x="16883" y="872015"/>
                  </a:lnTo>
                  <a:lnTo>
                    <a:pt x="14691" y="872892"/>
                  </a:lnTo>
                  <a:lnTo>
                    <a:pt x="13923" y="875523"/>
                  </a:lnTo>
                  <a:lnTo>
                    <a:pt x="15787" y="877497"/>
                  </a:lnTo>
                  <a:lnTo>
                    <a:pt x="15677" y="875085"/>
                  </a:lnTo>
                  <a:lnTo>
                    <a:pt x="17103" y="875085"/>
                  </a:lnTo>
                  <a:lnTo>
                    <a:pt x="19405" y="873550"/>
                  </a:lnTo>
                  <a:lnTo>
                    <a:pt x="23132" y="873879"/>
                  </a:lnTo>
                  <a:lnTo>
                    <a:pt x="28175" y="867081"/>
                  </a:lnTo>
                  <a:lnTo>
                    <a:pt x="29053" y="857105"/>
                  </a:lnTo>
                  <a:lnTo>
                    <a:pt x="27518" y="848883"/>
                  </a:lnTo>
                  <a:lnTo>
                    <a:pt x="29162" y="844607"/>
                  </a:lnTo>
                  <a:lnTo>
                    <a:pt x="27408" y="834411"/>
                  </a:lnTo>
                  <a:close/>
                  <a:moveTo>
                    <a:pt x="222005" y="71809"/>
                  </a:moveTo>
                  <a:lnTo>
                    <a:pt x="221348" y="69397"/>
                  </a:lnTo>
                  <a:lnTo>
                    <a:pt x="220799" y="68520"/>
                  </a:lnTo>
                  <a:lnTo>
                    <a:pt x="219593" y="67972"/>
                  </a:lnTo>
                  <a:lnTo>
                    <a:pt x="220142" y="70274"/>
                  </a:lnTo>
                  <a:lnTo>
                    <a:pt x="220690" y="71151"/>
                  </a:lnTo>
                  <a:lnTo>
                    <a:pt x="220909" y="72796"/>
                  </a:lnTo>
                  <a:lnTo>
                    <a:pt x="221676" y="75427"/>
                  </a:lnTo>
                  <a:lnTo>
                    <a:pt x="222444" y="75317"/>
                  </a:lnTo>
                  <a:lnTo>
                    <a:pt x="222444" y="73454"/>
                  </a:lnTo>
                  <a:lnTo>
                    <a:pt x="222005" y="71809"/>
                  </a:lnTo>
                  <a:close/>
                  <a:moveTo>
                    <a:pt x="945140" y="758984"/>
                  </a:moveTo>
                  <a:lnTo>
                    <a:pt x="947332" y="761615"/>
                  </a:lnTo>
                  <a:lnTo>
                    <a:pt x="947771" y="763369"/>
                  </a:lnTo>
                  <a:lnTo>
                    <a:pt x="950731" y="766000"/>
                  </a:lnTo>
                  <a:lnTo>
                    <a:pt x="951608" y="768632"/>
                  </a:lnTo>
                  <a:lnTo>
                    <a:pt x="953143" y="769838"/>
                  </a:lnTo>
                  <a:lnTo>
                    <a:pt x="954568" y="773127"/>
                  </a:lnTo>
                  <a:lnTo>
                    <a:pt x="957090" y="774881"/>
                  </a:lnTo>
                  <a:lnTo>
                    <a:pt x="958515" y="777073"/>
                  </a:lnTo>
                  <a:lnTo>
                    <a:pt x="958844" y="781239"/>
                  </a:lnTo>
                  <a:lnTo>
                    <a:pt x="960269" y="784199"/>
                  </a:lnTo>
                  <a:lnTo>
                    <a:pt x="963010" y="785734"/>
                  </a:lnTo>
                  <a:lnTo>
                    <a:pt x="966299" y="785625"/>
                  </a:lnTo>
                  <a:lnTo>
                    <a:pt x="969259" y="785515"/>
                  </a:lnTo>
                  <a:lnTo>
                    <a:pt x="972328" y="788475"/>
                  </a:lnTo>
                  <a:lnTo>
                    <a:pt x="973754" y="791764"/>
                  </a:lnTo>
                  <a:lnTo>
                    <a:pt x="973096" y="793847"/>
                  </a:lnTo>
                  <a:lnTo>
                    <a:pt x="978139" y="800754"/>
                  </a:lnTo>
                  <a:lnTo>
                    <a:pt x="981757" y="804043"/>
                  </a:lnTo>
                  <a:lnTo>
                    <a:pt x="986690" y="806236"/>
                  </a:lnTo>
                  <a:lnTo>
                    <a:pt x="988116" y="809963"/>
                  </a:lnTo>
                  <a:lnTo>
                    <a:pt x="991843" y="812156"/>
                  </a:lnTo>
                  <a:lnTo>
                    <a:pt x="994584" y="813362"/>
                  </a:lnTo>
                  <a:lnTo>
                    <a:pt x="996228" y="815445"/>
                  </a:lnTo>
                  <a:lnTo>
                    <a:pt x="998531" y="815664"/>
                  </a:lnTo>
                  <a:lnTo>
                    <a:pt x="1000065" y="818295"/>
                  </a:lnTo>
                  <a:lnTo>
                    <a:pt x="1003354" y="821913"/>
                  </a:lnTo>
                  <a:lnTo>
                    <a:pt x="1005876" y="825092"/>
                  </a:lnTo>
                  <a:lnTo>
                    <a:pt x="1006863" y="828491"/>
                  </a:lnTo>
                  <a:lnTo>
                    <a:pt x="1008288" y="829806"/>
                  </a:lnTo>
                  <a:lnTo>
                    <a:pt x="1009713" y="832657"/>
                  </a:lnTo>
                  <a:lnTo>
                    <a:pt x="1012454" y="834850"/>
                  </a:lnTo>
                  <a:lnTo>
                    <a:pt x="1015085" y="835836"/>
                  </a:lnTo>
                  <a:lnTo>
                    <a:pt x="1018374" y="837810"/>
                  </a:lnTo>
                  <a:lnTo>
                    <a:pt x="1020128" y="841866"/>
                  </a:lnTo>
                  <a:lnTo>
                    <a:pt x="1026377" y="844388"/>
                  </a:lnTo>
                  <a:lnTo>
                    <a:pt x="1028789" y="847457"/>
                  </a:lnTo>
                  <a:lnTo>
                    <a:pt x="1030982" y="848334"/>
                  </a:lnTo>
                  <a:lnTo>
                    <a:pt x="1033394" y="851514"/>
                  </a:lnTo>
                  <a:lnTo>
                    <a:pt x="1035038" y="851952"/>
                  </a:lnTo>
                  <a:lnTo>
                    <a:pt x="1035148" y="845374"/>
                  </a:lnTo>
                  <a:lnTo>
                    <a:pt x="1034709" y="842633"/>
                  </a:lnTo>
                  <a:lnTo>
                    <a:pt x="1037560" y="836604"/>
                  </a:lnTo>
                  <a:lnTo>
                    <a:pt x="1034490" y="835946"/>
                  </a:lnTo>
                  <a:lnTo>
                    <a:pt x="1033065" y="834959"/>
                  </a:lnTo>
                  <a:lnTo>
                    <a:pt x="1030434" y="833973"/>
                  </a:lnTo>
                  <a:lnTo>
                    <a:pt x="1028460" y="833644"/>
                  </a:lnTo>
                  <a:lnTo>
                    <a:pt x="1026706" y="829806"/>
                  </a:lnTo>
                  <a:lnTo>
                    <a:pt x="1027254" y="827614"/>
                  </a:lnTo>
                  <a:lnTo>
                    <a:pt x="1026596" y="826079"/>
                  </a:lnTo>
                  <a:lnTo>
                    <a:pt x="1024185" y="821694"/>
                  </a:lnTo>
                  <a:lnTo>
                    <a:pt x="1023307" y="819611"/>
                  </a:lnTo>
                  <a:lnTo>
                    <a:pt x="1023417" y="813362"/>
                  </a:lnTo>
                  <a:lnTo>
                    <a:pt x="1023965" y="808538"/>
                  </a:lnTo>
                  <a:lnTo>
                    <a:pt x="1024952" y="806236"/>
                  </a:lnTo>
                  <a:lnTo>
                    <a:pt x="1023636" y="805030"/>
                  </a:lnTo>
                  <a:lnTo>
                    <a:pt x="1023636" y="802398"/>
                  </a:lnTo>
                  <a:lnTo>
                    <a:pt x="1023746" y="798013"/>
                  </a:lnTo>
                  <a:lnTo>
                    <a:pt x="1022430" y="795382"/>
                  </a:lnTo>
                  <a:lnTo>
                    <a:pt x="1022211" y="790558"/>
                  </a:lnTo>
                  <a:lnTo>
                    <a:pt x="1024185" y="786831"/>
                  </a:lnTo>
                  <a:lnTo>
                    <a:pt x="1021334" y="783761"/>
                  </a:lnTo>
                  <a:lnTo>
                    <a:pt x="1016730" y="784748"/>
                  </a:lnTo>
                  <a:lnTo>
                    <a:pt x="1013769" y="783871"/>
                  </a:lnTo>
                  <a:lnTo>
                    <a:pt x="1010481" y="783980"/>
                  </a:lnTo>
                  <a:lnTo>
                    <a:pt x="1006972" y="784638"/>
                  </a:lnTo>
                  <a:lnTo>
                    <a:pt x="1005328" y="783980"/>
                  </a:lnTo>
                  <a:lnTo>
                    <a:pt x="1002806" y="783871"/>
                  </a:lnTo>
                  <a:lnTo>
                    <a:pt x="1001162" y="785844"/>
                  </a:lnTo>
                  <a:lnTo>
                    <a:pt x="998750" y="785844"/>
                  </a:lnTo>
                  <a:lnTo>
                    <a:pt x="996996" y="783651"/>
                  </a:lnTo>
                  <a:lnTo>
                    <a:pt x="989321" y="782445"/>
                  </a:lnTo>
                  <a:lnTo>
                    <a:pt x="984498" y="779266"/>
                  </a:lnTo>
                  <a:lnTo>
                    <a:pt x="984059" y="773675"/>
                  </a:lnTo>
                  <a:lnTo>
                    <a:pt x="983401" y="771592"/>
                  </a:lnTo>
                  <a:lnTo>
                    <a:pt x="983949" y="767755"/>
                  </a:lnTo>
                  <a:lnTo>
                    <a:pt x="986361" y="764795"/>
                  </a:lnTo>
                  <a:lnTo>
                    <a:pt x="988554" y="762602"/>
                  </a:lnTo>
                  <a:lnTo>
                    <a:pt x="985923" y="760519"/>
                  </a:lnTo>
                  <a:lnTo>
                    <a:pt x="986361" y="758545"/>
                  </a:lnTo>
                  <a:lnTo>
                    <a:pt x="983949" y="754160"/>
                  </a:lnTo>
                  <a:lnTo>
                    <a:pt x="981428" y="751090"/>
                  </a:lnTo>
                  <a:lnTo>
                    <a:pt x="981538" y="749446"/>
                  </a:lnTo>
                  <a:lnTo>
                    <a:pt x="979674" y="747473"/>
                  </a:lnTo>
                  <a:lnTo>
                    <a:pt x="979564" y="745609"/>
                  </a:lnTo>
                  <a:lnTo>
                    <a:pt x="974850" y="743964"/>
                  </a:lnTo>
                  <a:lnTo>
                    <a:pt x="972219" y="738044"/>
                  </a:lnTo>
                  <a:lnTo>
                    <a:pt x="966189" y="732124"/>
                  </a:lnTo>
                  <a:lnTo>
                    <a:pt x="963558" y="729164"/>
                  </a:lnTo>
                  <a:lnTo>
                    <a:pt x="959063" y="728506"/>
                  </a:lnTo>
                  <a:lnTo>
                    <a:pt x="956870" y="727958"/>
                  </a:lnTo>
                  <a:lnTo>
                    <a:pt x="956870" y="725327"/>
                  </a:lnTo>
                  <a:lnTo>
                    <a:pt x="954349" y="725217"/>
                  </a:lnTo>
                  <a:lnTo>
                    <a:pt x="954349" y="726752"/>
                  </a:lnTo>
                  <a:lnTo>
                    <a:pt x="951937" y="727849"/>
                  </a:lnTo>
                  <a:lnTo>
                    <a:pt x="949306" y="728945"/>
                  </a:lnTo>
                  <a:lnTo>
                    <a:pt x="947442" y="727849"/>
                  </a:lnTo>
                  <a:lnTo>
                    <a:pt x="947113" y="726423"/>
                  </a:lnTo>
                  <a:lnTo>
                    <a:pt x="944920" y="727410"/>
                  </a:lnTo>
                  <a:lnTo>
                    <a:pt x="945359" y="730918"/>
                  </a:lnTo>
                  <a:lnTo>
                    <a:pt x="946236" y="734646"/>
                  </a:lnTo>
                  <a:lnTo>
                    <a:pt x="944482" y="741224"/>
                  </a:lnTo>
                  <a:lnTo>
                    <a:pt x="941522" y="746157"/>
                  </a:lnTo>
                  <a:lnTo>
                    <a:pt x="940535" y="751419"/>
                  </a:lnTo>
                  <a:lnTo>
                    <a:pt x="941412" y="756791"/>
                  </a:lnTo>
                  <a:lnTo>
                    <a:pt x="945140" y="758984"/>
                  </a:lnTo>
                  <a:close/>
                  <a:moveTo>
                    <a:pt x="780582" y="632468"/>
                  </a:moveTo>
                  <a:lnTo>
                    <a:pt x="782994" y="632140"/>
                  </a:lnTo>
                  <a:lnTo>
                    <a:pt x="782007" y="630057"/>
                  </a:lnTo>
                  <a:lnTo>
                    <a:pt x="781678" y="626219"/>
                  </a:lnTo>
                  <a:lnTo>
                    <a:pt x="778389" y="626000"/>
                  </a:lnTo>
                  <a:lnTo>
                    <a:pt x="778937" y="628412"/>
                  </a:lnTo>
                  <a:lnTo>
                    <a:pt x="777731" y="630605"/>
                  </a:lnTo>
                  <a:lnTo>
                    <a:pt x="780582" y="632468"/>
                  </a:lnTo>
                  <a:close/>
                  <a:moveTo>
                    <a:pt x="445107" y="510667"/>
                  </a:moveTo>
                  <a:lnTo>
                    <a:pt x="444120" y="510448"/>
                  </a:lnTo>
                  <a:lnTo>
                    <a:pt x="442476" y="511544"/>
                  </a:lnTo>
                  <a:lnTo>
                    <a:pt x="442476" y="512969"/>
                  </a:lnTo>
                  <a:lnTo>
                    <a:pt x="444011" y="513737"/>
                  </a:lnTo>
                  <a:lnTo>
                    <a:pt x="446094" y="513627"/>
                  </a:lnTo>
                  <a:lnTo>
                    <a:pt x="446094" y="512421"/>
                  </a:lnTo>
                  <a:lnTo>
                    <a:pt x="445107" y="510667"/>
                  </a:lnTo>
                  <a:close/>
                  <a:moveTo>
                    <a:pt x="959063" y="840112"/>
                  </a:moveTo>
                  <a:lnTo>
                    <a:pt x="960927" y="840222"/>
                  </a:lnTo>
                  <a:lnTo>
                    <a:pt x="961036" y="839454"/>
                  </a:lnTo>
                  <a:lnTo>
                    <a:pt x="960050" y="838796"/>
                  </a:lnTo>
                  <a:lnTo>
                    <a:pt x="959940" y="837481"/>
                  </a:lnTo>
                  <a:lnTo>
                    <a:pt x="959063" y="837042"/>
                  </a:lnTo>
                  <a:lnTo>
                    <a:pt x="959282" y="835727"/>
                  </a:lnTo>
                  <a:lnTo>
                    <a:pt x="958186" y="834301"/>
                  </a:lnTo>
                  <a:lnTo>
                    <a:pt x="958296" y="832438"/>
                  </a:lnTo>
                  <a:lnTo>
                    <a:pt x="958624" y="831451"/>
                  </a:lnTo>
                  <a:lnTo>
                    <a:pt x="957638" y="830684"/>
                  </a:lnTo>
                  <a:lnTo>
                    <a:pt x="957857" y="829697"/>
                  </a:lnTo>
                  <a:lnTo>
                    <a:pt x="958624" y="828600"/>
                  </a:lnTo>
                  <a:lnTo>
                    <a:pt x="958515" y="827614"/>
                  </a:lnTo>
                  <a:lnTo>
                    <a:pt x="957090" y="826956"/>
                  </a:lnTo>
                  <a:lnTo>
                    <a:pt x="955664" y="826846"/>
                  </a:lnTo>
                  <a:lnTo>
                    <a:pt x="954020" y="827614"/>
                  </a:lnTo>
                  <a:lnTo>
                    <a:pt x="954897" y="829039"/>
                  </a:lnTo>
                  <a:lnTo>
                    <a:pt x="955226" y="830574"/>
                  </a:lnTo>
                  <a:lnTo>
                    <a:pt x="956432" y="831232"/>
                  </a:lnTo>
                  <a:lnTo>
                    <a:pt x="956322" y="832547"/>
                  </a:lnTo>
                  <a:lnTo>
                    <a:pt x="956651" y="834082"/>
                  </a:lnTo>
                  <a:lnTo>
                    <a:pt x="957418" y="834630"/>
                  </a:lnTo>
                  <a:lnTo>
                    <a:pt x="956870" y="835288"/>
                  </a:lnTo>
                  <a:lnTo>
                    <a:pt x="956432" y="836384"/>
                  </a:lnTo>
                  <a:lnTo>
                    <a:pt x="957528" y="837481"/>
                  </a:lnTo>
                  <a:lnTo>
                    <a:pt x="958296" y="838467"/>
                  </a:lnTo>
                  <a:lnTo>
                    <a:pt x="957857" y="839454"/>
                  </a:lnTo>
                  <a:lnTo>
                    <a:pt x="959063" y="840112"/>
                  </a:lnTo>
                  <a:close/>
                  <a:moveTo>
                    <a:pt x="838358" y="1057951"/>
                  </a:moveTo>
                  <a:lnTo>
                    <a:pt x="837152" y="1052250"/>
                  </a:lnTo>
                  <a:lnTo>
                    <a:pt x="834301" y="1052689"/>
                  </a:lnTo>
                  <a:lnTo>
                    <a:pt x="830245" y="1057513"/>
                  </a:lnTo>
                  <a:lnTo>
                    <a:pt x="824215" y="1066393"/>
                  </a:lnTo>
                  <a:lnTo>
                    <a:pt x="820049" y="1071436"/>
                  </a:lnTo>
                  <a:lnTo>
                    <a:pt x="831780" y="1071436"/>
                  </a:lnTo>
                  <a:lnTo>
                    <a:pt x="831122" y="1070449"/>
                  </a:lnTo>
                  <a:lnTo>
                    <a:pt x="831341" y="1068476"/>
                  </a:lnTo>
                  <a:lnTo>
                    <a:pt x="831999" y="1066612"/>
                  </a:lnTo>
                  <a:lnTo>
                    <a:pt x="834082" y="1064529"/>
                  </a:lnTo>
                  <a:lnTo>
                    <a:pt x="837700" y="1061898"/>
                  </a:lnTo>
                  <a:lnTo>
                    <a:pt x="838358" y="1057951"/>
                  </a:lnTo>
                  <a:close/>
                  <a:moveTo>
                    <a:pt x="1100050" y="1070669"/>
                  </a:moveTo>
                  <a:lnTo>
                    <a:pt x="1097309" y="1067489"/>
                  </a:lnTo>
                  <a:lnTo>
                    <a:pt x="1096103" y="1064200"/>
                  </a:lnTo>
                  <a:lnTo>
                    <a:pt x="1096432" y="1061131"/>
                  </a:lnTo>
                  <a:lnTo>
                    <a:pt x="1097748" y="1058390"/>
                  </a:lnTo>
                  <a:lnTo>
                    <a:pt x="1099173" y="1056307"/>
                  </a:lnTo>
                  <a:lnTo>
                    <a:pt x="1098844" y="1053895"/>
                  </a:lnTo>
                  <a:lnTo>
                    <a:pt x="1097419" y="1053127"/>
                  </a:lnTo>
                  <a:lnTo>
                    <a:pt x="1096871" y="1052141"/>
                  </a:lnTo>
                  <a:lnTo>
                    <a:pt x="1094897" y="1044576"/>
                  </a:lnTo>
                  <a:lnTo>
                    <a:pt x="1095665" y="1037779"/>
                  </a:lnTo>
                  <a:lnTo>
                    <a:pt x="1096432" y="1035148"/>
                  </a:lnTo>
                  <a:lnTo>
                    <a:pt x="1097419" y="1033832"/>
                  </a:lnTo>
                  <a:lnTo>
                    <a:pt x="1098077" y="1030433"/>
                  </a:lnTo>
                  <a:lnTo>
                    <a:pt x="1098406" y="1029008"/>
                  </a:lnTo>
                  <a:lnTo>
                    <a:pt x="1099831" y="1027693"/>
                  </a:lnTo>
                  <a:lnTo>
                    <a:pt x="1098734" y="1026487"/>
                  </a:lnTo>
                  <a:lnTo>
                    <a:pt x="1097090" y="1026048"/>
                  </a:lnTo>
                  <a:lnTo>
                    <a:pt x="1096213" y="1024513"/>
                  </a:lnTo>
                  <a:lnTo>
                    <a:pt x="1089745" y="1017168"/>
                  </a:lnTo>
                  <a:lnTo>
                    <a:pt x="1089525" y="1015195"/>
                  </a:lnTo>
                  <a:lnTo>
                    <a:pt x="1086785" y="1013550"/>
                  </a:lnTo>
                  <a:lnTo>
                    <a:pt x="1084482" y="1010919"/>
                  </a:lnTo>
                  <a:lnTo>
                    <a:pt x="1083057" y="1008288"/>
                  </a:lnTo>
                  <a:lnTo>
                    <a:pt x="1083715" y="1004779"/>
                  </a:lnTo>
                  <a:lnTo>
                    <a:pt x="1082618" y="1002916"/>
                  </a:lnTo>
                  <a:lnTo>
                    <a:pt x="1083386" y="997763"/>
                  </a:lnTo>
                  <a:lnTo>
                    <a:pt x="1086565" y="989321"/>
                  </a:lnTo>
                  <a:lnTo>
                    <a:pt x="1087442" y="986252"/>
                  </a:lnTo>
                  <a:lnTo>
                    <a:pt x="1086565" y="982743"/>
                  </a:lnTo>
                  <a:lnTo>
                    <a:pt x="1085688" y="981428"/>
                  </a:lnTo>
                  <a:lnTo>
                    <a:pt x="1087004" y="978468"/>
                  </a:lnTo>
                  <a:lnTo>
                    <a:pt x="1088319" y="977262"/>
                  </a:lnTo>
                  <a:lnTo>
                    <a:pt x="1087881" y="975508"/>
                  </a:lnTo>
                  <a:lnTo>
                    <a:pt x="1087991" y="973096"/>
                  </a:lnTo>
                  <a:lnTo>
                    <a:pt x="1085688" y="973096"/>
                  </a:lnTo>
                  <a:lnTo>
                    <a:pt x="1084811" y="974521"/>
                  </a:lnTo>
                  <a:lnTo>
                    <a:pt x="1083715" y="975069"/>
                  </a:lnTo>
                  <a:lnTo>
                    <a:pt x="1081303" y="974521"/>
                  </a:lnTo>
                  <a:lnTo>
                    <a:pt x="1080974" y="973973"/>
                  </a:lnTo>
                  <a:lnTo>
                    <a:pt x="1082180" y="972219"/>
                  </a:lnTo>
                  <a:lnTo>
                    <a:pt x="1082070" y="971013"/>
                  </a:lnTo>
                  <a:lnTo>
                    <a:pt x="1079878" y="969807"/>
                  </a:lnTo>
                  <a:lnTo>
                    <a:pt x="1080097" y="968162"/>
                  </a:lnTo>
                  <a:lnTo>
                    <a:pt x="1076808" y="965531"/>
                  </a:lnTo>
                  <a:lnTo>
                    <a:pt x="1071326" y="967505"/>
                  </a:lnTo>
                  <a:lnTo>
                    <a:pt x="1063323" y="969807"/>
                  </a:lnTo>
                  <a:lnTo>
                    <a:pt x="1057293" y="970026"/>
                  </a:lnTo>
                  <a:lnTo>
                    <a:pt x="1050496" y="967614"/>
                  </a:lnTo>
                  <a:lnTo>
                    <a:pt x="1049838" y="965422"/>
                  </a:lnTo>
                  <a:lnTo>
                    <a:pt x="1045234" y="964654"/>
                  </a:lnTo>
                  <a:lnTo>
                    <a:pt x="1041835" y="963119"/>
                  </a:lnTo>
                  <a:lnTo>
                    <a:pt x="1041506" y="961694"/>
                  </a:lnTo>
                  <a:lnTo>
                    <a:pt x="1037450" y="959173"/>
                  </a:lnTo>
                  <a:lnTo>
                    <a:pt x="1035257" y="953910"/>
                  </a:lnTo>
                  <a:lnTo>
                    <a:pt x="1035806" y="949963"/>
                  </a:lnTo>
                  <a:lnTo>
                    <a:pt x="1034928" y="945578"/>
                  </a:lnTo>
                  <a:lnTo>
                    <a:pt x="1034051" y="942618"/>
                  </a:lnTo>
                  <a:lnTo>
                    <a:pt x="1031968" y="936917"/>
                  </a:lnTo>
                  <a:lnTo>
                    <a:pt x="1032845" y="931764"/>
                  </a:lnTo>
                  <a:lnTo>
                    <a:pt x="1031749" y="928804"/>
                  </a:lnTo>
                  <a:lnTo>
                    <a:pt x="1027035" y="925187"/>
                  </a:lnTo>
                  <a:lnTo>
                    <a:pt x="1024294" y="917622"/>
                  </a:lnTo>
                  <a:lnTo>
                    <a:pt x="1023088" y="912688"/>
                  </a:lnTo>
                  <a:lnTo>
                    <a:pt x="1021882" y="912140"/>
                  </a:lnTo>
                  <a:lnTo>
                    <a:pt x="1019470" y="905782"/>
                  </a:lnTo>
                  <a:lnTo>
                    <a:pt x="1020238" y="902383"/>
                  </a:lnTo>
                  <a:lnTo>
                    <a:pt x="1020018" y="899423"/>
                  </a:lnTo>
                  <a:lnTo>
                    <a:pt x="1018374" y="897888"/>
                  </a:lnTo>
                  <a:lnTo>
                    <a:pt x="1019141" y="895147"/>
                  </a:lnTo>
                  <a:lnTo>
                    <a:pt x="1017826" y="893722"/>
                  </a:lnTo>
                  <a:lnTo>
                    <a:pt x="1015962" y="892735"/>
                  </a:lnTo>
                  <a:lnTo>
                    <a:pt x="1015524" y="889556"/>
                  </a:lnTo>
                  <a:lnTo>
                    <a:pt x="1014318" y="887912"/>
                  </a:lnTo>
                  <a:lnTo>
                    <a:pt x="1011577" y="885500"/>
                  </a:lnTo>
                  <a:lnTo>
                    <a:pt x="1006424" y="884513"/>
                  </a:lnTo>
                  <a:lnTo>
                    <a:pt x="1004780" y="886267"/>
                  </a:lnTo>
                  <a:lnTo>
                    <a:pt x="1001491" y="887692"/>
                  </a:lnTo>
                  <a:lnTo>
                    <a:pt x="1000394" y="889227"/>
                  </a:lnTo>
                  <a:lnTo>
                    <a:pt x="998202" y="891529"/>
                  </a:lnTo>
                  <a:lnTo>
                    <a:pt x="996667" y="893064"/>
                  </a:lnTo>
                  <a:lnTo>
                    <a:pt x="992282" y="893393"/>
                  </a:lnTo>
                  <a:lnTo>
                    <a:pt x="987896" y="893503"/>
                  </a:lnTo>
                  <a:lnTo>
                    <a:pt x="988444" y="889446"/>
                  </a:lnTo>
                  <a:lnTo>
                    <a:pt x="985813" y="888240"/>
                  </a:lnTo>
                  <a:lnTo>
                    <a:pt x="984717" y="885280"/>
                  </a:lnTo>
                  <a:lnTo>
                    <a:pt x="985375" y="883526"/>
                  </a:lnTo>
                  <a:lnTo>
                    <a:pt x="985375" y="880566"/>
                  </a:lnTo>
                  <a:lnTo>
                    <a:pt x="985594" y="878264"/>
                  </a:lnTo>
                  <a:lnTo>
                    <a:pt x="986910" y="877058"/>
                  </a:lnTo>
                  <a:lnTo>
                    <a:pt x="985265" y="875633"/>
                  </a:lnTo>
                  <a:lnTo>
                    <a:pt x="984388" y="873769"/>
                  </a:lnTo>
                  <a:lnTo>
                    <a:pt x="982853" y="872234"/>
                  </a:lnTo>
                  <a:lnTo>
                    <a:pt x="983072" y="870699"/>
                  </a:lnTo>
                  <a:lnTo>
                    <a:pt x="985265" y="870261"/>
                  </a:lnTo>
                  <a:lnTo>
                    <a:pt x="985375" y="869055"/>
                  </a:lnTo>
                  <a:lnTo>
                    <a:pt x="980112" y="867739"/>
                  </a:lnTo>
                  <a:lnTo>
                    <a:pt x="980770" y="864231"/>
                  </a:lnTo>
                  <a:lnTo>
                    <a:pt x="981647" y="863792"/>
                  </a:lnTo>
                  <a:lnTo>
                    <a:pt x="982415" y="862696"/>
                  </a:lnTo>
                  <a:lnTo>
                    <a:pt x="981428" y="861709"/>
                  </a:lnTo>
                  <a:lnTo>
                    <a:pt x="977920" y="863244"/>
                  </a:lnTo>
                  <a:lnTo>
                    <a:pt x="977810" y="864560"/>
                  </a:lnTo>
                  <a:lnTo>
                    <a:pt x="976494" y="865656"/>
                  </a:lnTo>
                  <a:lnTo>
                    <a:pt x="973425" y="862915"/>
                  </a:lnTo>
                  <a:lnTo>
                    <a:pt x="973973" y="859736"/>
                  </a:lnTo>
                  <a:lnTo>
                    <a:pt x="972328" y="857324"/>
                  </a:lnTo>
                  <a:lnTo>
                    <a:pt x="971232" y="859188"/>
                  </a:lnTo>
                  <a:lnTo>
                    <a:pt x="969259" y="861271"/>
                  </a:lnTo>
                  <a:lnTo>
                    <a:pt x="966847" y="860284"/>
                  </a:lnTo>
                  <a:lnTo>
                    <a:pt x="964654" y="860065"/>
                  </a:lnTo>
                  <a:lnTo>
                    <a:pt x="963558" y="860394"/>
                  </a:lnTo>
                  <a:lnTo>
                    <a:pt x="962681" y="861929"/>
                  </a:lnTo>
                  <a:lnTo>
                    <a:pt x="963119" y="863244"/>
                  </a:lnTo>
                  <a:lnTo>
                    <a:pt x="961694" y="863902"/>
                  </a:lnTo>
                  <a:lnTo>
                    <a:pt x="962681" y="865875"/>
                  </a:lnTo>
                  <a:lnTo>
                    <a:pt x="964873" y="867301"/>
                  </a:lnTo>
                  <a:lnTo>
                    <a:pt x="963558" y="870261"/>
                  </a:lnTo>
                  <a:lnTo>
                    <a:pt x="963887" y="871138"/>
                  </a:lnTo>
                  <a:lnTo>
                    <a:pt x="963010" y="872234"/>
                  </a:lnTo>
                  <a:lnTo>
                    <a:pt x="958405" y="873111"/>
                  </a:lnTo>
                  <a:lnTo>
                    <a:pt x="954458" y="872563"/>
                  </a:lnTo>
                  <a:lnTo>
                    <a:pt x="954239" y="870370"/>
                  </a:lnTo>
                  <a:lnTo>
                    <a:pt x="952704" y="869164"/>
                  </a:lnTo>
                  <a:lnTo>
                    <a:pt x="951389" y="866095"/>
                  </a:lnTo>
                  <a:lnTo>
                    <a:pt x="950183" y="863244"/>
                  </a:lnTo>
                  <a:lnTo>
                    <a:pt x="947880" y="859955"/>
                  </a:lnTo>
                  <a:lnTo>
                    <a:pt x="948319" y="858420"/>
                  </a:lnTo>
                  <a:lnTo>
                    <a:pt x="949963" y="857543"/>
                  </a:lnTo>
                  <a:lnTo>
                    <a:pt x="950402" y="853816"/>
                  </a:lnTo>
                  <a:lnTo>
                    <a:pt x="949415" y="849869"/>
                  </a:lnTo>
                  <a:lnTo>
                    <a:pt x="947003" y="848334"/>
                  </a:lnTo>
                  <a:lnTo>
                    <a:pt x="946675" y="845265"/>
                  </a:lnTo>
                  <a:lnTo>
                    <a:pt x="947003" y="843072"/>
                  </a:lnTo>
                  <a:lnTo>
                    <a:pt x="948100" y="842085"/>
                  </a:lnTo>
                  <a:lnTo>
                    <a:pt x="949306" y="839673"/>
                  </a:lnTo>
                  <a:lnTo>
                    <a:pt x="951389" y="839454"/>
                  </a:lnTo>
                  <a:lnTo>
                    <a:pt x="952156" y="836823"/>
                  </a:lnTo>
                  <a:lnTo>
                    <a:pt x="949854" y="833644"/>
                  </a:lnTo>
                  <a:lnTo>
                    <a:pt x="946565" y="827723"/>
                  </a:lnTo>
                  <a:lnTo>
                    <a:pt x="945249" y="822461"/>
                  </a:lnTo>
                  <a:lnTo>
                    <a:pt x="943605" y="819940"/>
                  </a:lnTo>
                  <a:lnTo>
                    <a:pt x="941303" y="819282"/>
                  </a:lnTo>
                  <a:lnTo>
                    <a:pt x="939110" y="816651"/>
                  </a:lnTo>
                  <a:lnTo>
                    <a:pt x="937794" y="813581"/>
                  </a:lnTo>
                  <a:lnTo>
                    <a:pt x="937794" y="811498"/>
                  </a:lnTo>
                  <a:lnTo>
                    <a:pt x="936698" y="811717"/>
                  </a:lnTo>
                  <a:lnTo>
                    <a:pt x="934615" y="811717"/>
                  </a:lnTo>
                  <a:lnTo>
                    <a:pt x="934505" y="810073"/>
                  </a:lnTo>
                  <a:lnTo>
                    <a:pt x="933738" y="808867"/>
                  </a:lnTo>
                  <a:lnTo>
                    <a:pt x="932971" y="809196"/>
                  </a:lnTo>
                  <a:lnTo>
                    <a:pt x="931216" y="806893"/>
                  </a:lnTo>
                  <a:lnTo>
                    <a:pt x="931765" y="803604"/>
                  </a:lnTo>
                  <a:lnTo>
                    <a:pt x="930449" y="802947"/>
                  </a:lnTo>
                  <a:lnTo>
                    <a:pt x="928585" y="801741"/>
                  </a:lnTo>
                  <a:lnTo>
                    <a:pt x="928366" y="799219"/>
                  </a:lnTo>
                  <a:lnTo>
                    <a:pt x="930230" y="797026"/>
                  </a:lnTo>
                  <a:lnTo>
                    <a:pt x="931984" y="794176"/>
                  </a:lnTo>
                  <a:lnTo>
                    <a:pt x="935053" y="791435"/>
                  </a:lnTo>
                  <a:lnTo>
                    <a:pt x="934725" y="790120"/>
                  </a:lnTo>
                  <a:lnTo>
                    <a:pt x="933409" y="788914"/>
                  </a:lnTo>
                  <a:lnTo>
                    <a:pt x="932532" y="784857"/>
                  </a:lnTo>
                  <a:lnTo>
                    <a:pt x="930120" y="782226"/>
                  </a:lnTo>
                  <a:lnTo>
                    <a:pt x="923761" y="777293"/>
                  </a:lnTo>
                  <a:lnTo>
                    <a:pt x="906001" y="756682"/>
                  </a:lnTo>
                  <a:lnTo>
                    <a:pt x="902712" y="755147"/>
                  </a:lnTo>
                  <a:lnTo>
                    <a:pt x="900848" y="754818"/>
                  </a:lnTo>
                  <a:lnTo>
                    <a:pt x="899423" y="753064"/>
                  </a:lnTo>
                  <a:lnTo>
                    <a:pt x="897559" y="752077"/>
                  </a:lnTo>
                  <a:lnTo>
                    <a:pt x="895257" y="751748"/>
                  </a:lnTo>
                  <a:lnTo>
                    <a:pt x="893722" y="750542"/>
                  </a:lnTo>
                  <a:lnTo>
                    <a:pt x="893832" y="747144"/>
                  </a:lnTo>
                  <a:lnTo>
                    <a:pt x="892516" y="745719"/>
                  </a:lnTo>
                  <a:lnTo>
                    <a:pt x="890214" y="745280"/>
                  </a:lnTo>
                  <a:lnTo>
                    <a:pt x="887363" y="744184"/>
                  </a:lnTo>
                  <a:lnTo>
                    <a:pt x="884403" y="741224"/>
                  </a:lnTo>
                  <a:lnTo>
                    <a:pt x="881005" y="739250"/>
                  </a:lnTo>
                  <a:lnTo>
                    <a:pt x="878374" y="735852"/>
                  </a:lnTo>
                  <a:lnTo>
                    <a:pt x="876071" y="733220"/>
                  </a:lnTo>
                  <a:lnTo>
                    <a:pt x="874537" y="731466"/>
                  </a:lnTo>
                  <a:lnTo>
                    <a:pt x="872015" y="730480"/>
                  </a:lnTo>
                  <a:lnTo>
                    <a:pt x="870261" y="727300"/>
                  </a:lnTo>
                  <a:lnTo>
                    <a:pt x="869055" y="726971"/>
                  </a:lnTo>
                  <a:lnTo>
                    <a:pt x="867630" y="725546"/>
                  </a:lnTo>
                  <a:lnTo>
                    <a:pt x="865876" y="723244"/>
                  </a:lnTo>
                  <a:lnTo>
                    <a:pt x="864450" y="720722"/>
                  </a:lnTo>
                  <a:lnTo>
                    <a:pt x="861929" y="718639"/>
                  </a:lnTo>
                  <a:lnTo>
                    <a:pt x="859736" y="718639"/>
                  </a:lnTo>
                  <a:lnTo>
                    <a:pt x="857872" y="718420"/>
                  </a:lnTo>
                  <a:lnTo>
                    <a:pt x="856338" y="717653"/>
                  </a:lnTo>
                  <a:lnTo>
                    <a:pt x="856228" y="716995"/>
                  </a:lnTo>
                  <a:lnTo>
                    <a:pt x="855351" y="716337"/>
                  </a:lnTo>
                  <a:lnTo>
                    <a:pt x="854803" y="715021"/>
                  </a:lnTo>
                  <a:lnTo>
                    <a:pt x="854364" y="714693"/>
                  </a:lnTo>
                  <a:lnTo>
                    <a:pt x="851623" y="714254"/>
                  </a:lnTo>
                  <a:lnTo>
                    <a:pt x="850856" y="712281"/>
                  </a:lnTo>
                  <a:lnTo>
                    <a:pt x="849650" y="710746"/>
                  </a:lnTo>
                  <a:lnTo>
                    <a:pt x="849102" y="709759"/>
                  </a:lnTo>
                  <a:lnTo>
                    <a:pt x="848444" y="706909"/>
                  </a:lnTo>
                  <a:lnTo>
                    <a:pt x="844607" y="704278"/>
                  </a:lnTo>
                  <a:lnTo>
                    <a:pt x="843072" y="703949"/>
                  </a:lnTo>
                  <a:lnTo>
                    <a:pt x="841647" y="702743"/>
                  </a:lnTo>
                  <a:lnTo>
                    <a:pt x="838906" y="701646"/>
                  </a:lnTo>
                  <a:lnTo>
                    <a:pt x="838687" y="700989"/>
                  </a:lnTo>
                  <a:lnTo>
                    <a:pt x="837481" y="699454"/>
                  </a:lnTo>
                  <a:lnTo>
                    <a:pt x="835946" y="697809"/>
                  </a:lnTo>
                  <a:lnTo>
                    <a:pt x="834850" y="697700"/>
                  </a:lnTo>
                  <a:lnTo>
                    <a:pt x="834740" y="696384"/>
                  </a:lnTo>
                  <a:lnTo>
                    <a:pt x="832986" y="694959"/>
                  </a:lnTo>
                  <a:lnTo>
                    <a:pt x="832767" y="693205"/>
                  </a:lnTo>
                  <a:lnTo>
                    <a:pt x="831232" y="692437"/>
                  </a:lnTo>
                  <a:lnTo>
                    <a:pt x="830903" y="692766"/>
                  </a:lnTo>
                  <a:lnTo>
                    <a:pt x="829807" y="693205"/>
                  </a:lnTo>
                  <a:lnTo>
                    <a:pt x="829258" y="692766"/>
                  </a:lnTo>
                  <a:lnTo>
                    <a:pt x="828381" y="691012"/>
                  </a:lnTo>
                  <a:lnTo>
                    <a:pt x="827395" y="690574"/>
                  </a:lnTo>
                  <a:lnTo>
                    <a:pt x="826408" y="690025"/>
                  </a:lnTo>
                  <a:lnTo>
                    <a:pt x="825750" y="689368"/>
                  </a:lnTo>
                  <a:lnTo>
                    <a:pt x="825202" y="688929"/>
                  </a:lnTo>
                  <a:lnTo>
                    <a:pt x="824873" y="688162"/>
                  </a:lnTo>
                  <a:lnTo>
                    <a:pt x="824106" y="687833"/>
                  </a:lnTo>
                  <a:lnTo>
                    <a:pt x="823448" y="686517"/>
                  </a:lnTo>
                  <a:lnTo>
                    <a:pt x="822352" y="686079"/>
                  </a:lnTo>
                  <a:lnTo>
                    <a:pt x="821584" y="684873"/>
                  </a:lnTo>
                  <a:lnTo>
                    <a:pt x="821036" y="682132"/>
                  </a:lnTo>
                  <a:lnTo>
                    <a:pt x="820049" y="681036"/>
                  </a:lnTo>
                  <a:lnTo>
                    <a:pt x="817747" y="680707"/>
                  </a:lnTo>
                  <a:lnTo>
                    <a:pt x="817637" y="680158"/>
                  </a:lnTo>
                  <a:lnTo>
                    <a:pt x="816322" y="679939"/>
                  </a:lnTo>
                  <a:lnTo>
                    <a:pt x="814677" y="677966"/>
                  </a:lnTo>
                  <a:lnTo>
                    <a:pt x="813142" y="676979"/>
                  </a:lnTo>
                  <a:lnTo>
                    <a:pt x="811059" y="677198"/>
                  </a:lnTo>
                  <a:lnTo>
                    <a:pt x="810402" y="677527"/>
                  </a:lnTo>
                  <a:lnTo>
                    <a:pt x="809853" y="676431"/>
                  </a:lnTo>
                  <a:lnTo>
                    <a:pt x="809305" y="676541"/>
                  </a:lnTo>
                  <a:lnTo>
                    <a:pt x="808867" y="675554"/>
                  </a:lnTo>
                  <a:lnTo>
                    <a:pt x="807770" y="674896"/>
                  </a:lnTo>
                  <a:lnTo>
                    <a:pt x="807332" y="675335"/>
                  </a:lnTo>
                  <a:lnTo>
                    <a:pt x="806345" y="675335"/>
                  </a:lnTo>
                  <a:lnTo>
                    <a:pt x="806016" y="675006"/>
                  </a:lnTo>
                  <a:lnTo>
                    <a:pt x="805578" y="675444"/>
                  </a:lnTo>
                  <a:lnTo>
                    <a:pt x="805139" y="676431"/>
                  </a:lnTo>
                  <a:lnTo>
                    <a:pt x="803714" y="676212"/>
                  </a:lnTo>
                  <a:lnTo>
                    <a:pt x="803495" y="677418"/>
                  </a:lnTo>
                  <a:lnTo>
                    <a:pt x="803824" y="678404"/>
                  </a:lnTo>
                  <a:lnTo>
                    <a:pt x="805030" y="678514"/>
                  </a:lnTo>
                  <a:lnTo>
                    <a:pt x="804701" y="679281"/>
                  </a:lnTo>
                  <a:lnTo>
                    <a:pt x="804482" y="680378"/>
                  </a:lnTo>
                  <a:lnTo>
                    <a:pt x="802837" y="681693"/>
                  </a:lnTo>
                  <a:lnTo>
                    <a:pt x="801412" y="681913"/>
                  </a:lnTo>
                  <a:lnTo>
                    <a:pt x="797794" y="682022"/>
                  </a:lnTo>
                  <a:lnTo>
                    <a:pt x="794395" y="681255"/>
                  </a:lnTo>
                  <a:lnTo>
                    <a:pt x="793189" y="679720"/>
                  </a:lnTo>
                  <a:lnTo>
                    <a:pt x="793189" y="678075"/>
                  </a:lnTo>
                  <a:lnTo>
                    <a:pt x="791764" y="675992"/>
                  </a:lnTo>
                  <a:lnTo>
                    <a:pt x="789791" y="675115"/>
                  </a:lnTo>
                  <a:lnTo>
                    <a:pt x="788256" y="675554"/>
                  </a:lnTo>
                  <a:lnTo>
                    <a:pt x="786283" y="674567"/>
                  </a:lnTo>
                  <a:lnTo>
                    <a:pt x="784090" y="672594"/>
                  </a:lnTo>
                  <a:lnTo>
                    <a:pt x="783432" y="669634"/>
                  </a:lnTo>
                  <a:lnTo>
                    <a:pt x="783432" y="667551"/>
                  </a:lnTo>
                  <a:lnTo>
                    <a:pt x="782994" y="666564"/>
                  </a:lnTo>
                  <a:lnTo>
                    <a:pt x="780801" y="665248"/>
                  </a:lnTo>
                  <a:lnTo>
                    <a:pt x="780911" y="663933"/>
                  </a:lnTo>
                  <a:lnTo>
                    <a:pt x="782007" y="662727"/>
                  </a:lnTo>
                  <a:lnTo>
                    <a:pt x="783322" y="662617"/>
                  </a:lnTo>
                  <a:lnTo>
                    <a:pt x="781349" y="660863"/>
                  </a:lnTo>
                  <a:lnTo>
                    <a:pt x="778937" y="655930"/>
                  </a:lnTo>
                  <a:lnTo>
                    <a:pt x="780143" y="650010"/>
                  </a:lnTo>
                  <a:lnTo>
                    <a:pt x="778608" y="647707"/>
                  </a:lnTo>
                  <a:lnTo>
                    <a:pt x="776416" y="644089"/>
                  </a:lnTo>
                  <a:lnTo>
                    <a:pt x="770167" y="643432"/>
                  </a:lnTo>
                  <a:lnTo>
                    <a:pt x="767535" y="641458"/>
                  </a:lnTo>
                  <a:lnTo>
                    <a:pt x="765891" y="635100"/>
                  </a:lnTo>
                  <a:lnTo>
                    <a:pt x="755695" y="630385"/>
                  </a:lnTo>
                  <a:lnTo>
                    <a:pt x="753502" y="625013"/>
                  </a:lnTo>
                  <a:lnTo>
                    <a:pt x="750762" y="619093"/>
                  </a:lnTo>
                  <a:lnTo>
                    <a:pt x="746157" y="611529"/>
                  </a:lnTo>
                  <a:lnTo>
                    <a:pt x="746376" y="606705"/>
                  </a:lnTo>
                  <a:lnTo>
                    <a:pt x="743197" y="602868"/>
                  </a:lnTo>
                  <a:lnTo>
                    <a:pt x="741662" y="598044"/>
                  </a:lnTo>
                  <a:lnTo>
                    <a:pt x="737715" y="596509"/>
                  </a:lnTo>
                  <a:lnTo>
                    <a:pt x="736509" y="593110"/>
                  </a:lnTo>
                  <a:lnTo>
                    <a:pt x="736509" y="590370"/>
                  </a:lnTo>
                  <a:lnTo>
                    <a:pt x="734207" y="587958"/>
                  </a:lnTo>
                  <a:lnTo>
                    <a:pt x="732124" y="583463"/>
                  </a:lnTo>
                  <a:lnTo>
                    <a:pt x="730589" y="581599"/>
                  </a:lnTo>
                  <a:lnTo>
                    <a:pt x="729493" y="577872"/>
                  </a:lnTo>
                  <a:lnTo>
                    <a:pt x="731576" y="574692"/>
                  </a:lnTo>
                  <a:lnTo>
                    <a:pt x="732343" y="571294"/>
                  </a:lnTo>
                  <a:lnTo>
                    <a:pt x="733659" y="566360"/>
                  </a:lnTo>
                  <a:lnTo>
                    <a:pt x="734536" y="563290"/>
                  </a:lnTo>
                  <a:lnTo>
                    <a:pt x="732453" y="560330"/>
                  </a:lnTo>
                  <a:lnTo>
                    <a:pt x="732124" y="557809"/>
                  </a:lnTo>
                  <a:lnTo>
                    <a:pt x="732343" y="555945"/>
                  </a:lnTo>
                  <a:lnTo>
                    <a:pt x="733878" y="551998"/>
                  </a:lnTo>
                  <a:lnTo>
                    <a:pt x="735632" y="540487"/>
                  </a:lnTo>
                  <a:lnTo>
                    <a:pt x="734536" y="538075"/>
                  </a:lnTo>
                  <a:lnTo>
                    <a:pt x="735742" y="533142"/>
                  </a:lnTo>
                  <a:lnTo>
                    <a:pt x="736729" y="526783"/>
                  </a:lnTo>
                  <a:lnTo>
                    <a:pt x="735303" y="522946"/>
                  </a:lnTo>
                  <a:lnTo>
                    <a:pt x="734975" y="518122"/>
                  </a:lnTo>
                  <a:lnTo>
                    <a:pt x="736619" y="513956"/>
                  </a:lnTo>
                  <a:lnTo>
                    <a:pt x="736509" y="510667"/>
                  </a:lnTo>
                  <a:lnTo>
                    <a:pt x="734646" y="506501"/>
                  </a:lnTo>
                  <a:lnTo>
                    <a:pt x="733659" y="503979"/>
                  </a:lnTo>
                  <a:lnTo>
                    <a:pt x="733549" y="501568"/>
                  </a:lnTo>
                  <a:lnTo>
                    <a:pt x="733111" y="499485"/>
                  </a:lnTo>
                  <a:lnTo>
                    <a:pt x="732892" y="497073"/>
                  </a:lnTo>
                  <a:lnTo>
                    <a:pt x="730480" y="492578"/>
                  </a:lnTo>
                  <a:lnTo>
                    <a:pt x="726094" y="485232"/>
                  </a:lnTo>
                  <a:lnTo>
                    <a:pt x="723354" y="478325"/>
                  </a:lnTo>
                  <a:lnTo>
                    <a:pt x="724669" y="470651"/>
                  </a:lnTo>
                  <a:lnTo>
                    <a:pt x="723792" y="466924"/>
                  </a:lnTo>
                  <a:lnTo>
                    <a:pt x="722038" y="461442"/>
                  </a:lnTo>
                  <a:lnTo>
                    <a:pt x="724340" y="455851"/>
                  </a:lnTo>
                  <a:lnTo>
                    <a:pt x="725656" y="453877"/>
                  </a:lnTo>
                  <a:lnTo>
                    <a:pt x="724121" y="450150"/>
                  </a:lnTo>
                  <a:lnTo>
                    <a:pt x="723025" y="447080"/>
                  </a:lnTo>
                  <a:lnTo>
                    <a:pt x="723792" y="436775"/>
                  </a:lnTo>
                  <a:lnTo>
                    <a:pt x="722367" y="433376"/>
                  </a:lnTo>
                  <a:lnTo>
                    <a:pt x="721380" y="431293"/>
                  </a:lnTo>
                  <a:lnTo>
                    <a:pt x="722257" y="428004"/>
                  </a:lnTo>
                  <a:lnTo>
                    <a:pt x="721599" y="424386"/>
                  </a:lnTo>
                  <a:lnTo>
                    <a:pt x="721380" y="421975"/>
                  </a:lnTo>
                  <a:lnTo>
                    <a:pt x="721161" y="414300"/>
                  </a:lnTo>
                  <a:lnTo>
                    <a:pt x="720284" y="411998"/>
                  </a:lnTo>
                  <a:lnTo>
                    <a:pt x="719955" y="410353"/>
                  </a:lnTo>
                  <a:lnTo>
                    <a:pt x="719297" y="409038"/>
                  </a:lnTo>
                  <a:lnTo>
                    <a:pt x="716118" y="407174"/>
                  </a:lnTo>
                  <a:lnTo>
                    <a:pt x="702852" y="400925"/>
                  </a:lnTo>
                  <a:lnTo>
                    <a:pt x="699235" y="398075"/>
                  </a:lnTo>
                  <a:lnTo>
                    <a:pt x="697152" y="394018"/>
                  </a:lnTo>
                  <a:lnTo>
                    <a:pt x="697042" y="389304"/>
                  </a:lnTo>
                  <a:lnTo>
                    <a:pt x="700221" y="385686"/>
                  </a:lnTo>
                  <a:lnTo>
                    <a:pt x="700550" y="384042"/>
                  </a:lnTo>
                  <a:lnTo>
                    <a:pt x="695726" y="380205"/>
                  </a:lnTo>
                  <a:lnTo>
                    <a:pt x="690683" y="374942"/>
                  </a:lnTo>
                  <a:lnTo>
                    <a:pt x="686736" y="367816"/>
                  </a:lnTo>
                  <a:lnTo>
                    <a:pt x="685859" y="358169"/>
                  </a:lnTo>
                  <a:lnTo>
                    <a:pt x="686846" y="353783"/>
                  </a:lnTo>
                  <a:lnTo>
                    <a:pt x="689039" y="333063"/>
                  </a:lnTo>
                  <a:lnTo>
                    <a:pt x="688491" y="320236"/>
                  </a:lnTo>
                  <a:lnTo>
                    <a:pt x="692985" y="306312"/>
                  </a:lnTo>
                  <a:lnTo>
                    <a:pt x="692876" y="274738"/>
                  </a:lnTo>
                  <a:lnTo>
                    <a:pt x="695178" y="265529"/>
                  </a:lnTo>
                  <a:lnTo>
                    <a:pt x="698577" y="257855"/>
                  </a:lnTo>
                  <a:lnTo>
                    <a:pt x="705484" y="249633"/>
                  </a:lnTo>
                  <a:lnTo>
                    <a:pt x="707018" y="245138"/>
                  </a:lnTo>
                  <a:lnTo>
                    <a:pt x="704607" y="239766"/>
                  </a:lnTo>
                  <a:lnTo>
                    <a:pt x="701756" y="235380"/>
                  </a:lnTo>
                  <a:lnTo>
                    <a:pt x="700112" y="230557"/>
                  </a:lnTo>
                  <a:lnTo>
                    <a:pt x="697700" y="214221"/>
                  </a:lnTo>
                  <a:lnTo>
                    <a:pt x="696274" y="211371"/>
                  </a:lnTo>
                  <a:lnTo>
                    <a:pt x="693424" y="210384"/>
                  </a:lnTo>
                  <a:lnTo>
                    <a:pt x="692108" y="206657"/>
                  </a:lnTo>
                  <a:lnTo>
                    <a:pt x="689368" y="202600"/>
                  </a:lnTo>
                  <a:lnTo>
                    <a:pt x="685640" y="198763"/>
                  </a:lnTo>
                  <a:lnTo>
                    <a:pt x="680816" y="197667"/>
                  </a:lnTo>
                  <a:lnTo>
                    <a:pt x="678843" y="194816"/>
                  </a:lnTo>
                  <a:lnTo>
                    <a:pt x="676321" y="192185"/>
                  </a:lnTo>
                  <a:lnTo>
                    <a:pt x="673361" y="189883"/>
                  </a:lnTo>
                  <a:lnTo>
                    <a:pt x="669963" y="188129"/>
                  </a:lnTo>
                  <a:lnTo>
                    <a:pt x="664810" y="187142"/>
                  </a:lnTo>
                  <a:lnTo>
                    <a:pt x="663275" y="186594"/>
                  </a:lnTo>
                  <a:lnTo>
                    <a:pt x="661302" y="185278"/>
                  </a:lnTo>
                  <a:lnTo>
                    <a:pt x="660425" y="184292"/>
                  </a:lnTo>
                  <a:lnTo>
                    <a:pt x="657574" y="179029"/>
                  </a:lnTo>
                  <a:lnTo>
                    <a:pt x="656807" y="176069"/>
                  </a:lnTo>
                  <a:lnTo>
                    <a:pt x="656697" y="173438"/>
                  </a:lnTo>
                  <a:lnTo>
                    <a:pt x="657794" y="172342"/>
                  </a:lnTo>
                  <a:lnTo>
                    <a:pt x="659438" y="173548"/>
                  </a:lnTo>
                  <a:lnTo>
                    <a:pt x="660096" y="176289"/>
                  </a:lnTo>
                  <a:lnTo>
                    <a:pt x="660425" y="179029"/>
                  </a:lnTo>
                  <a:lnTo>
                    <a:pt x="661192" y="180235"/>
                  </a:lnTo>
                  <a:lnTo>
                    <a:pt x="662398" y="180784"/>
                  </a:lnTo>
                  <a:lnTo>
                    <a:pt x="665249" y="183086"/>
                  </a:lnTo>
                  <a:lnTo>
                    <a:pt x="667222" y="183634"/>
                  </a:lnTo>
                  <a:lnTo>
                    <a:pt x="669743" y="183963"/>
                  </a:lnTo>
                  <a:lnTo>
                    <a:pt x="672155" y="184730"/>
                  </a:lnTo>
                  <a:lnTo>
                    <a:pt x="676541" y="186813"/>
                  </a:lnTo>
                  <a:lnTo>
                    <a:pt x="676541" y="186813"/>
                  </a:lnTo>
                  <a:lnTo>
                    <a:pt x="675883" y="181770"/>
                  </a:lnTo>
                  <a:lnTo>
                    <a:pt x="675992" y="176179"/>
                  </a:lnTo>
                  <a:lnTo>
                    <a:pt x="676431" y="170588"/>
                  </a:lnTo>
                  <a:lnTo>
                    <a:pt x="676650" y="164668"/>
                  </a:lnTo>
                  <a:lnTo>
                    <a:pt x="676431" y="161269"/>
                  </a:lnTo>
                  <a:lnTo>
                    <a:pt x="675883" y="158419"/>
                  </a:lnTo>
                  <a:lnTo>
                    <a:pt x="674787" y="155787"/>
                  </a:lnTo>
                  <a:lnTo>
                    <a:pt x="673032" y="152937"/>
                  </a:lnTo>
                  <a:lnTo>
                    <a:pt x="671826" y="151841"/>
                  </a:lnTo>
                  <a:lnTo>
                    <a:pt x="670182" y="150744"/>
                  </a:lnTo>
                  <a:lnTo>
                    <a:pt x="668647" y="149758"/>
                  </a:lnTo>
                  <a:lnTo>
                    <a:pt x="667660" y="148771"/>
                  </a:lnTo>
                  <a:lnTo>
                    <a:pt x="667441" y="145153"/>
                  </a:lnTo>
                  <a:lnTo>
                    <a:pt x="669415" y="141864"/>
                  </a:lnTo>
                  <a:lnTo>
                    <a:pt x="671607" y="138137"/>
                  </a:lnTo>
                  <a:lnTo>
                    <a:pt x="672265" y="133203"/>
                  </a:lnTo>
                  <a:lnTo>
                    <a:pt x="670182" y="124213"/>
                  </a:lnTo>
                  <a:lnTo>
                    <a:pt x="666783" y="116868"/>
                  </a:lnTo>
                  <a:lnTo>
                    <a:pt x="662179" y="110180"/>
                  </a:lnTo>
                  <a:lnTo>
                    <a:pt x="656697" y="103274"/>
                  </a:lnTo>
                  <a:lnTo>
                    <a:pt x="655711" y="101958"/>
                  </a:lnTo>
                  <a:lnTo>
                    <a:pt x="656368" y="98011"/>
                  </a:lnTo>
                  <a:lnTo>
                    <a:pt x="659657" y="93845"/>
                  </a:lnTo>
                  <a:lnTo>
                    <a:pt x="663714" y="90775"/>
                  </a:lnTo>
                  <a:lnTo>
                    <a:pt x="667332" y="86390"/>
                  </a:lnTo>
                  <a:lnTo>
                    <a:pt x="669305" y="81237"/>
                  </a:lnTo>
                  <a:lnTo>
                    <a:pt x="669743" y="76962"/>
                  </a:lnTo>
                  <a:lnTo>
                    <a:pt x="669634" y="73234"/>
                  </a:lnTo>
                  <a:lnTo>
                    <a:pt x="669963" y="69178"/>
                  </a:lnTo>
                  <a:lnTo>
                    <a:pt x="671607" y="63916"/>
                  </a:lnTo>
                  <a:lnTo>
                    <a:pt x="674567" y="58324"/>
                  </a:lnTo>
                  <a:lnTo>
                    <a:pt x="678295" y="53610"/>
                  </a:lnTo>
                  <a:lnTo>
                    <a:pt x="682351" y="51527"/>
                  </a:lnTo>
                  <a:lnTo>
                    <a:pt x="692547" y="52404"/>
                  </a:lnTo>
                  <a:lnTo>
                    <a:pt x="696713" y="51527"/>
                  </a:lnTo>
                  <a:lnTo>
                    <a:pt x="699344" y="49773"/>
                  </a:lnTo>
                  <a:lnTo>
                    <a:pt x="699344" y="49773"/>
                  </a:lnTo>
                  <a:lnTo>
                    <a:pt x="698796" y="49554"/>
                  </a:lnTo>
                  <a:lnTo>
                    <a:pt x="701318" y="46923"/>
                  </a:lnTo>
                  <a:lnTo>
                    <a:pt x="704058" y="37385"/>
                  </a:lnTo>
                  <a:lnTo>
                    <a:pt x="704278" y="32342"/>
                  </a:lnTo>
                  <a:lnTo>
                    <a:pt x="702633" y="27627"/>
                  </a:lnTo>
                  <a:lnTo>
                    <a:pt x="705703" y="21488"/>
                  </a:lnTo>
                  <a:lnTo>
                    <a:pt x="706799" y="19843"/>
                  </a:lnTo>
                  <a:lnTo>
                    <a:pt x="711294" y="15897"/>
                  </a:lnTo>
                  <a:lnTo>
                    <a:pt x="712829" y="14143"/>
                  </a:lnTo>
                  <a:lnTo>
                    <a:pt x="715131" y="10196"/>
                  </a:lnTo>
                  <a:lnTo>
                    <a:pt x="716776" y="6139"/>
                  </a:lnTo>
                  <a:lnTo>
                    <a:pt x="718201" y="329"/>
                  </a:lnTo>
                  <a:lnTo>
                    <a:pt x="718091" y="0"/>
                  </a:lnTo>
                  <a:lnTo>
                    <a:pt x="710088" y="767"/>
                  </a:lnTo>
                  <a:lnTo>
                    <a:pt x="695617" y="2083"/>
                  </a:lnTo>
                  <a:lnTo>
                    <a:pt x="681145" y="3399"/>
                  </a:lnTo>
                  <a:lnTo>
                    <a:pt x="666674" y="4714"/>
                  </a:lnTo>
                  <a:lnTo>
                    <a:pt x="652202" y="6030"/>
                  </a:lnTo>
                  <a:lnTo>
                    <a:pt x="637731" y="7345"/>
                  </a:lnTo>
                  <a:lnTo>
                    <a:pt x="623150" y="8551"/>
                  </a:lnTo>
                  <a:lnTo>
                    <a:pt x="608678" y="9867"/>
                  </a:lnTo>
                  <a:lnTo>
                    <a:pt x="594207" y="11182"/>
                  </a:lnTo>
                  <a:lnTo>
                    <a:pt x="579735" y="12498"/>
                  </a:lnTo>
                  <a:lnTo>
                    <a:pt x="565264" y="13814"/>
                  </a:lnTo>
                  <a:lnTo>
                    <a:pt x="550792" y="15129"/>
                  </a:lnTo>
                  <a:lnTo>
                    <a:pt x="536321" y="16445"/>
                  </a:lnTo>
                  <a:lnTo>
                    <a:pt x="521850" y="17760"/>
                  </a:lnTo>
                  <a:lnTo>
                    <a:pt x="507268" y="18857"/>
                  </a:lnTo>
                  <a:lnTo>
                    <a:pt x="492797" y="20172"/>
                  </a:lnTo>
                  <a:lnTo>
                    <a:pt x="478326" y="21488"/>
                  </a:lnTo>
                  <a:lnTo>
                    <a:pt x="463744" y="22804"/>
                  </a:lnTo>
                  <a:lnTo>
                    <a:pt x="449273" y="24119"/>
                  </a:lnTo>
                  <a:lnTo>
                    <a:pt x="434802" y="25435"/>
                  </a:lnTo>
                  <a:lnTo>
                    <a:pt x="420330" y="26750"/>
                  </a:lnTo>
                  <a:lnTo>
                    <a:pt x="405859" y="28066"/>
                  </a:lnTo>
                  <a:lnTo>
                    <a:pt x="391387" y="29381"/>
                  </a:lnTo>
                  <a:lnTo>
                    <a:pt x="376806" y="30587"/>
                  </a:lnTo>
                  <a:lnTo>
                    <a:pt x="362335" y="31903"/>
                  </a:lnTo>
                  <a:lnTo>
                    <a:pt x="347863" y="33219"/>
                  </a:lnTo>
                  <a:lnTo>
                    <a:pt x="333392" y="34534"/>
                  </a:lnTo>
                  <a:lnTo>
                    <a:pt x="318920" y="35850"/>
                  </a:lnTo>
                  <a:lnTo>
                    <a:pt x="304449" y="37056"/>
                  </a:lnTo>
                  <a:lnTo>
                    <a:pt x="289977" y="38371"/>
                  </a:lnTo>
                  <a:lnTo>
                    <a:pt x="275506" y="39687"/>
                  </a:lnTo>
                  <a:lnTo>
                    <a:pt x="261034" y="41002"/>
                  </a:lnTo>
                  <a:lnTo>
                    <a:pt x="245138" y="42318"/>
                  </a:lnTo>
                  <a:lnTo>
                    <a:pt x="245357" y="44072"/>
                  </a:lnTo>
                  <a:lnTo>
                    <a:pt x="245247" y="46703"/>
                  </a:lnTo>
                  <a:lnTo>
                    <a:pt x="245467" y="51856"/>
                  </a:lnTo>
                  <a:lnTo>
                    <a:pt x="245905" y="56241"/>
                  </a:lnTo>
                  <a:lnTo>
                    <a:pt x="246453" y="60298"/>
                  </a:lnTo>
                  <a:lnTo>
                    <a:pt x="248646" y="64244"/>
                  </a:lnTo>
                  <a:lnTo>
                    <a:pt x="252373" y="71809"/>
                  </a:lnTo>
                  <a:lnTo>
                    <a:pt x="255334" y="80032"/>
                  </a:lnTo>
                  <a:lnTo>
                    <a:pt x="264872" y="101519"/>
                  </a:lnTo>
                  <a:lnTo>
                    <a:pt x="267832" y="104260"/>
                  </a:lnTo>
                  <a:lnTo>
                    <a:pt x="276383" y="106234"/>
                  </a:lnTo>
                  <a:lnTo>
                    <a:pt x="280001" y="108426"/>
                  </a:lnTo>
                  <a:lnTo>
                    <a:pt x="282961" y="111496"/>
                  </a:lnTo>
                  <a:lnTo>
                    <a:pt x="285044" y="114785"/>
                  </a:lnTo>
                  <a:lnTo>
                    <a:pt x="288552" y="124323"/>
                  </a:lnTo>
                  <a:lnTo>
                    <a:pt x="292170" y="135067"/>
                  </a:lnTo>
                  <a:lnTo>
                    <a:pt x="293814" y="149648"/>
                  </a:lnTo>
                  <a:lnTo>
                    <a:pt x="294472" y="157651"/>
                  </a:lnTo>
                  <a:lnTo>
                    <a:pt x="296446" y="162585"/>
                  </a:lnTo>
                  <a:lnTo>
                    <a:pt x="301050" y="168724"/>
                  </a:lnTo>
                  <a:lnTo>
                    <a:pt x="308615" y="170478"/>
                  </a:lnTo>
                  <a:lnTo>
                    <a:pt x="315302" y="170697"/>
                  </a:lnTo>
                  <a:lnTo>
                    <a:pt x="317714" y="173657"/>
                  </a:lnTo>
                  <a:lnTo>
                    <a:pt x="318043" y="180674"/>
                  </a:lnTo>
                  <a:lnTo>
                    <a:pt x="318262" y="186375"/>
                  </a:lnTo>
                  <a:lnTo>
                    <a:pt x="322100" y="187800"/>
                  </a:lnTo>
                  <a:lnTo>
                    <a:pt x="325389" y="188348"/>
                  </a:lnTo>
                  <a:lnTo>
                    <a:pt x="330103" y="190870"/>
                  </a:lnTo>
                  <a:lnTo>
                    <a:pt x="333721" y="195803"/>
                  </a:lnTo>
                  <a:lnTo>
                    <a:pt x="337558" y="196900"/>
                  </a:lnTo>
                  <a:lnTo>
                    <a:pt x="344903" y="198325"/>
                  </a:lnTo>
                  <a:lnTo>
                    <a:pt x="346438" y="201723"/>
                  </a:lnTo>
                  <a:lnTo>
                    <a:pt x="346767" y="206438"/>
                  </a:lnTo>
                  <a:lnTo>
                    <a:pt x="346219" y="211371"/>
                  </a:lnTo>
                  <a:lnTo>
                    <a:pt x="344793" y="218168"/>
                  </a:lnTo>
                  <a:lnTo>
                    <a:pt x="342710" y="222553"/>
                  </a:lnTo>
                  <a:lnTo>
                    <a:pt x="340079" y="226829"/>
                  </a:lnTo>
                  <a:lnTo>
                    <a:pt x="336571" y="229351"/>
                  </a:lnTo>
                  <a:lnTo>
                    <a:pt x="333063" y="228474"/>
                  </a:lnTo>
                  <a:lnTo>
                    <a:pt x="327143" y="224527"/>
                  </a:lnTo>
                  <a:lnTo>
                    <a:pt x="318920" y="222663"/>
                  </a:lnTo>
                  <a:lnTo>
                    <a:pt x="320784" y="225842"/>
                  </a:lnTo>
                  <a:lnTo>
                    <a:pt x="325827" y="232201"/>
                  </a:lnTo>
                  <a:lnTo>
                    <a:pt x="330761" y="232859"/>
                  </a:lnTo>
                  <a:lnTo>
                    <a:pt x="333721" y="234174"/>
                  </a:lnTo>
                  <a:lnTo>
                    <a:pt x="335036" y="235490"/>
                  </a:lnTo>
                  <a:lnTo>
                    <a:pt x="337667" y="239875"/>
                  </a:lnTo>
                  <a:lnTo>
                    <a:pt x="339093" y="244261"/>
                  </a:lnTo>
                  <a:lnTo>
                    <a:pt x="337558" y="250400"/>
                  </a:lnTo>
                  <a:lnTo>
                    <a:pt x="336352" y="254128"/>
                  </a:lnTo>
                  <a:lnTo>
                    <a:pt x="335913" y="257636"/>
                  </a:lnTo>
                  <a:lnTo>
                    <a:pt x="339750" y="262569"/>
                  </a:lnTo>
                  <a:lnTo>
                    <a:pt x="335146" y="262460"/>
                  </a:lnTo>
                  <a:lnTo>
                    <a:pt x="332515" y="263117"/>
                  </a:lnTo>
                  <a:lnTo>
                    <a:pt x="333282" y="263008"/>
                  </a:lnTo>
                  <a:lnTo>
                    <a:pt x="332515" y="265639"/>
                  </a:lnTo>
                  <a:lnTo>
                    <a:pt x="333611" y="268818"/>
                  </a:lnTo>
                  <a:lnTo>
                    <a:pt x="338216" y="272217"/>
                  </a:lnTo>
                  <a:lnTo>
                    <a:pt x="339202" y="274410"/>
                  </a:lnTo>
                  <a:lnTo>
                    <a:pt x="346657" y="280659"/>
                  </a:lnTo>
                  <a:lnTo>
                    <a:pt x="348082" y="283070"/>
                  </a:lnTo>
                  <a:lnTo>
                    <a:pt x="348521" y="284715"/>
                  </a:lnTo>
                  <a:lnTo>
                    <a:pt x="349179" y="286140"/>
                  </a:lnTo>
                  <a:lnTo>
                    <a:pt x="351262" y="287675"/>
                  </a:lnTo>
                  <a:lnTo>
                    <a:pt x="353893" y="288662"/>
                  </a:lnTo>
                  <a:lnTo>
                    <a:pt x="357840" y="292060"/>
                  </a:lnTo>
                  <a:lnTo>
                    <a:pt x="360471" y="293157"/>
                  </a:lnTo>
                  <a:lnTo>
                    <a:pt x="362225" y="294801"/>
                  </a:lnTo>
                  <a:lnTo>
                    <a:pt x="365404" y="298857"/>
                  </a:lnTo>
                  <a:lnTo>
                    <a:pt x="366610" y="299625"/>
                  </a:lnTo>
                  <a:lnTo>
                    <a:pt x="368693" y="302475"/>
                  </a:lnTo>
                  <a:lnTo>
                    <a:pt x="377245" y="318153"/>
                  </a:lnTo>
                  <a:lnTo>
                    <a:pt x="399390" y="345451"/>
                  </a:lnTo>
                  <a:lnTo>
                    <a:pt x="405749" y="361677"/>
                  </a:lnTo>
                  <a:lnTo>
                    <a:pt x="403995" y="375162"/>
                  </a:lnTo>
                  <a:lnTo>
                    <a:pt x="402460" y="389414"/>
                  </a:lnTo>
                  <a:lnTo>
                    <a:pt x="399610" y="398184"/>
                  </a:lnTo>
                  <a:lnTo>
                    <a:pt x="400596" y="405749"/>
                  </a:lnTo>
                  <a:lnTo>
                    <a:pt x="406188" y="406297"/>
                  </a:lnTo>
                  <a:lnTo>
                    <a:pt x="413862" y="404104"/>
                  </a:lnTo>
                  <a:lnTo>
                    <a:pt x="417480" y="405749"/>
                  </a:lnTo>
                  <a:lnTo>
                    <a:pt x="422084" y="412656"/>
                  </a:lnTo>
                  <a:lnTo>
                    <a:pt x="423619" y="415725"/>
                  </a:lnTo>
                  <a:lnTo>
                    <a:pt x="427018" y="420659"/>
                  </a:lnTo>
                  <a:lnTo>
                    <a:pt x="432061" y="427785"/>
                  </a:lnTo>
                  <a:lnTo>
                    <a:pt x="436775" y="428333"/>
                  </a:lnTo>
                  <a:lnTo>
                    <a:pt x="445874" y="437213"/>
                  </a:lnTo>
                  <a:lnTo>
                    <a:pt x="453329" y="438529"/>
                  </a:lnTo>
                  <a:lnTo>
                    <a:pt x="455303" y="440941"/>
                  </a:lnTo>
                  <a:lnTo>
                    <a:pt x="455961" y="445217"/>
                  </a:lnTo>
                  <a:lnTo>
                    <a:pt x="459469" y="457386"/>
                  </a:lnTo>
                  <a:lnTo>
                    <a:pt x="460565" y="480847"/>
                  </a:lnTo>
                  <a:lnTo>
                    <a:pt x="456947" y="514394"/>
                  </a:lnTo>
                  <a:lnTo>
                    <a:pt x="460894" y="523165"/>
                  </a:lnTo>
                  <a:lnTo>
                    <a:pt x="464183" y="534348"/>
                  </a:lnTo>
                  <a:lnTo>
                    <a:pt x="465718" y="541912"/>
                  </a:lnTo>
                  <a:lnTo>
                    <a:pt x="470542" y="541912"/>
                  </a:lnTo>
                  <a:lnTo>
                    <a:pt x="468239" y="535225"/>
                  </a:lnTo>
                  <a:lnTo>
                    <a:pt x="467253" y="530182"/>
                  </a:lnTo>
                  <a:lnTo>
                    <a:pt x="465389" y="527550"/>
                  </a:lnTo>
                  <a:lnTo>
                    <a:pt x="463744" y="526673"/>
                  </a:lnTo>
                  <a:lnTo>
                    <a:pt x="463635" y="524700"/>
                  </a:lnTo>
                  <a:lnTo>
                    <a:pt x="464621" y="522617"/>
                  </a:lnTo>
                  <a:lnTo>
                    <a:pt x="466156" y="521301"/>
                  </a:lnTo>
                  <a:lnTo>
                    <a:pt x="468788" y="523384"/>
                  </a:lnTo>
                  <a:lnTo>
                    <a:pt x="469993" y="525029"/>
                  </a:lnTo>
                  <a:lnTo>
                    <a:pt x="472186" y="524481"/>
                  </a:lnTo>
                  <a:lnTo>
                    <a:pt x="474160" y="522617"/>
                  </a:lnTo>
                  <a:lnTo>
                    <a:pt x="473831" y="518889"/>
                  </a:lnTo>
                  <a:lnTo>
                    <a:pt x="472405" y="516149"/>
                  </a:lnTo>
                  <a:lnTo>
                    <a:pt x="470542" y="513517"/>
                  </a:lnTo>
                  <a:lnTo>
                    <a:pt x="468788" y="510119"/>
                  </a:lnTo>
                  <a:lnTo>
                    <a:pt x="472076" y="511215"/>
                  </a:lnTo>
                  <a:lnTo>
                    <a:pt x="475585" y="514285"/>
                  </a:lnTo>
                  <a:lnTo>
                    <a:pt x="478435" y="518012"/>
                  </a:lnTo>
                  <a:lnTo>
                    <a:pt x="479751" y="521082"/>
                  </a:lnTo>
                  <a:lnTo>
                    <a:pt x="479093" y="524371"/>
                  </a:lnTo>
                  <a:lnTo>
                    <a:pt x="477010" y="527002"/>
                  </a:lnTo>
                  <a:lnTo>
                    <a:pt x="471528" y="532045"/>
                  </a:lnTo>
                  <a:lnTo>
                    <a:pt x="479860" y="532265"/>
                  </a:lnTo>
                  <a:lnTo>
                    <a:pt x="486658" y="535334"/>
                  </a:lnTo>
                  <a:lnTo>
                    <a:pt x="493016" y="539391"/>
                  </a:lnTo>
                  <a:lnTo>
                    <a:pt x="498717" y="544434"/>
                  </a:lnTo>
                  <a:lnTo>
                    <a:pt x="500910" y="551012"/>
                  </a:lnTo>
                  <a:lnTo>
                    <a:pt x="504528" y="558686"/>
                  </a:lnTo>
                  <a:lnTo>
                    <a:pt x="506282" y="568662"/>
                  </a:lnTo>
                  <a:lnTo>
                    <a:pt x="506501" y="578749"/>
                  </a:lnTo>
                  <a:lnTo>
                    <a:pt x="505295" y="586204"/>
                  </a:lnTo>
                  <a:lnTo>
                    <a:pt x="505076" y="588835"/>
                  </a:lnTo>
                  <a:lnTo>
                    <a:pt x="505514" y="590699"/>
                  </a:lnTo>
                  <a:lnTo>
                    <a:pt x="507378" y="593768"/>
                  </a:lnTo>
                  <a:lnTo>
                    <a:pt x="507817" y="595084"/>
                  </a:lnTo>
                  <a:lnTo>
                    <a:pt x="509242" y="602100"/>
                  </a:lnTo>
                  <a:lnTo>
                    <a:pt x="507817" y="614489"/>
                  </a:lnTo>
                  <a:lnTo>
                    <a:pt x="503760" y="630385"/>
                  </a:lnTo>
                  <a:lnTo>
                    <a:pt x="504528" y="633017"/>
                  </a:lnTo>
                  <a:lnTo>
                    <a:pt x="513408" y="633565"/>
                  </a:lnTo>
                  <a:lnTo>
                    <a:pt x="517026" y="634990"/>
                  </a:lnTo>
                  <a:lnTo>
                    <a:pt x="520095" y="637840"/>
                  </a:lnTo>
                  <a:lnTo>
                    <a:pt x="521740" y="641129"/>
                  </a:lnTo>
                  <a:lnTo>
                    <a:pt x="525906" y="646282"/>
                  </a:lnTo>
                  <a:lnTo>
                    <a:pt x="526893" y="652750"/>
                  </a:lnTo>
                  <a:lnTo>
                    <a:pt x="527660" y="656697"/>
                  </a:lnTo>
                  <a:lnTo>
                    <a:pt x="528647" y="661521"/>
                  </a:lnTo>
                  <a:lnTo>
                    <a:pt x="528208" y="668099"/>
                  </a:lnTo>
                  <a:lnTo>
                    <a:pt x="526783" y="673690"/>
                  </a:lnTo>
                  <a:lnTo>
                    <a:pt x="526344" y="678514"/>
                  </a:lnTo>
                  <a:lnTo>
                    <a:pt x="541254" y="692218"/>
                  </a:lnTo>
                  <a:lnTo>
                    <a:pt x="546736" y="692657"/>
                  </a:lnTo>
                  <a:lnTo>
                    <a:pt x="550902" y="697919"/>
                  </a:lnTo>
                  <a:lnTo>
                    <a:pt x="555726" y="701427"/>
                  </a:lnTo>
                  <a:lnTo>
                    <a:pt x="558138" y="705593"/>
                  </a:lnTo>
                  <a:lnTo>
                    <a:pt x="561427" y="707347"/>
                  </a:lnTo>
                  <a:lnTo>
                    <a:pt x="565483" y="710965"/>
                  </a:lnTo>
                  <a:lnTo>
                    <a:pt x="569649" y="707567"/>
                  </a:lnTo>
                  <a:lnTo>
                    <a:pt x="574692" y="708992"/>
                  </a:lnTo>
                  <a:lnTo>
                    <a:pt x="580284" y="714473"/>
                  </a:lnTo>
                  <a:lnTo>
                    <a:pt x="590589" y="723244"/>
                  </a:lnTo>
                  <a:lnTo>
                    <a:pt x="607472" y="729383"/>
                  </a:lnTo>
                  <a:lnTo>
                    <a:pt x="617997" y="738373"/>
                  </a:lnTo>
                  <a:lnTo>
                    <a:pt x="626877" y="752187"/>
                  </a:lnTo>
                  <a:lnTo>
                    <a:pt x="643212" y="754379"/>
                  </a:lnTo>
                  <a:lnTo>
                    <a:pt x="669305" y="763589"/>
                  </a:lnTo>
                  <a:lnTo>
                    <a:pt x="678624" y="774113"/>
                  </a:lnTo>
                  <a:lnTo>
                    <a:pt x="687613" y="783871"/>
                  </a:lnTo>
                  <a:lnTo>
                    <a:pt x="693095" y="790449"/>
                  </a:lnTo>
                  <a:lnTo>
                    <a:pt x="697480" y="796478"/>
                  </a:lnTo>
                  <a:lnTo>
                    <a:pt x="706141" y="804920"/>
                  </a:lnTo>
                  <a:lnTo>
                    <a:pt x="712610" y="805249"/>
                  </a:lnTo>
                  <a:lnTo>
                    <a:pt x="714254" y="806455"/>
                  </a:lnTo>
                  <a:lnTo>
                    <a:pt x="715022" y="809196"/>
                  </a:lnTo>
                  <a:lnTo>
                    <a:pt x="716008" y="814568"/>
                  </a:lnTo>
                  <a:lnTo>
                    <a:pt x="717433" y="816979"/>
                  </a:lnTo>
                  <a:lnTo>
                    <a:pt x="718639" y="822242"/>
                  </a:lnTo>
                  <a:lnTo>
                    <a:pt x="722038" y="827066"/>
                  </a:lnTo>
                  <a:lnTo>
                    <a:pt x="725217" y="823229"/>
                  </a:lnTo>
                  <a:lnTo>
                    <a:pt x="731028" y="825531"/>
                  </a:lnTo>
                  <a:lnTo>
                    <a:pt x="736619" y="827395"/>
                  </a:lnTo>
                  <a:lnTo>
                    <a:pt x="738154" y="830574"/>
                  </a:lnTo>
                  <a:lnTo>
                    <a:pt x="739141" y="834521"/>
                  </a:lnTo>
                  <a:lnTo>
                    <a:pt x="741114" y="838248"/>
                  </a:lnTo>
                  <a:lnTo>
                    <a:pt x="742210" y="841756"/>
                  </a:lnTo>
                  <a:lnTo>
                    <a:pt x="741991" y="849102"/>
                  </a:lnTo>
                  <a:lnTo>
                    <a:pt x="744403" y="856338"/>
                  </a:lnTo>
                  <a:lnTo>
                    <a:pt x="747692" y="853268"/>
                  </a:lnTo>
                  <a:lnTo>
                    <a:pt x="750433" y="853049"/>
                  </a:lnTo>
                  <a:lnTo>
                    <a:pt x="751419" y="855351"/>
                  </a:lnTo>
                  <a:lnTo>
                    <a:pt x="752845" y="859517"/>
                  </a:lnTo>
                  <a:lnTo>
                    <a:pt x="754051" y="863354"/>
                  </a:lnTo>
                  <a:lnTo>
                    <a:pt x="756572" y="865327"/>
                  </a:lnTo>
                  <a:lnTo>
                    <a:pt x="757888" y="865327"/>
                  </a:lnTo>
                  <a:lnTo>
                    <a:pt x="759313" y="864341"/>
                  </a:lnTo>
                  <a:lnTo>
                    <a:pt x="762054" y="863683"/>
                  </a:lnTo>
                  <a:lnTo>
                    <a:pt x="767097" y="864450"/>
                  </a:lnTo>
                  <a:lnTo>
                    <a:pt x="770496" y="868616"/>
                  </a:lnTo>
                  <a:lnTo>
                    <a:pt x="774333" y="872234"/>
                  </a:lnTo>
                  <a:lnTo>
                    <a:pt x="774552" y="875742"/>
                  </a:lnTo>
                  <a:lnTo>
                    <a:pt x="778170" y="875523"/>
                  </a:lnTo>
                  <a:lnTo>
                    <a:pt x="781568" y="879579"/>
                  </a:lnTo>
                  <a:lnTo>
                    <a:pt x="780582" y="884074"/>
                  </a:lnTo>
                  <a:lnTo>
                    <a:pt x="783651" y="891529"/>
                  </a:lnTo>
                  <a:lnTo>
                    <a:pt x="787708" y="890104"/>
                  </a:lnTo>
                  <a:lnTo>
                    <a:pt x="789462" y="894161"/>
                  </a:lnTo>
                  <a:lnTo>
                    <a:pt x="789572" y="897998"/>
                  </a:lnTo>
                  <a:lnTo>
                    <a:pt x="792203" y="901067"/>
                  </a:lnTo>
                  <a:lnTo>
                    <a:pt x="792422" y="904356"/>
                  </a:lnTo>
                  <a:lnTo>
                    <a:pt x="792422" y="908413"/>
                  </a:lnTo>
                  <a:lnTo>
                    <a:pt x="798890" y="909509"/>
                  </a:lnTo>
                  <a:lnTo>
                    <a:pt x="801960" y="914552"/>
                  </a:lnTo>
                  <a:lnTo>
                    <a:pt x="806455" y="916197"/>
                  </a:lnTo>
                  <a:lnTo>
                    <a:pt x="807222" y="918828"/>
                  </a:lnTo>
                  <a:lnTo>
                    <a:pt x="807770" y="920911"/>
                  </a:lnTo>
                  <a:lnTo>
                    <a:pt x="807003" y="921349"/>
                  </a:lnTo>
                  <a:lnTo>
                    <a:pt x="807222" y="924529"/>
                  </a:lnTo>
                  <a:lnTo>
                    <a:pt x="812265" y="925735"/>
                  </a:lnTo>
                  <a:lnTo>
                    <a:pt x="814348" y="924200"/>
                  </a:lnTo>
                  <a:lnTo>
                    <a:pt x="819830" y="923871"/>
                  </a:lnTo>
                  <a:lnTo>
                    <a:pt x="824544" y="923761"/>
                  </a:lnTo>
                  <a:lnTo>
                    <a:pt x="826298" y="924638"/>
                  </a:lnTo>
                  <a:lnTo>
                    <a:pt x="828052" y="927050"/>
                  </a:lnTo>
                  <a:lnTo>
                    <a:pt x="829697" y="931764"/>
                  </a:lnTo>
                  <a:lnTo>
                    <a:pt x="830135" y="937246"/>
                  </a:lnTo>
                  <a:lnTo>
                    <a:pt x="829587" y="941412"/>
                  </a:lnTo>
                  <a:lnTo>
                    <a:pt x="829039" y="945030"/>
                  </a:lnTo>
                  <a:lnTo>
                    <a:pt x="831451" y="946236"/>
                  </a:lnTo>
                  <a:lnTo>
                    <a:pt x="835398" y="945797"/>
                  </a:lnTo>
                  <a:lnTo>
                    <a:pt x="838796" y="946017"/>
                  </a:lnTo>
                  <a:lnTo>
                    <a:pt x="841537" y="948209"/>
                  </a:lnTo>
                  <a:lnTo>
                    <a:pt x="843511" y="950621"/>
                  </a:lnTo>
                  <a:lnTo>
                    <a:pt x="844168" y="952704"/>
                  </a:lnTo>
                  <a:lnTo>
                    <a:pt x="845265" y="954568"/>
                  </a:lnTo>
                  <a:lnTo>
                    <a:pt x="847019" y="955884"/>
                  </a:lnTo>
                  <a:lnTo>
                    <a:pt x="846909" y="958953"/>
                  </a:lnTo>
                  <a:lnTo>
                    <a:pt x="846471" y="962790"/>
                  </a:lnTo>
                  <a:lnTo>
                    <a:pt x="847896" y="964435"/>
                  </a:lnTo>
                  <a:lnTo>
                    <a:pt x="850527" y="965641"/>
                  </a:lnTo>
                  <a:lnTo>
                    <a:pt x="852172" y="969149"/>
                  </a:lnTo>
                  <a:lnTo>
                    <a:pt x="850856" y="974960"/>
                  </a:lnTo>
                  <a:lnTo>
                    <a:pt x="848663" y="981209"/>
                  </a:lnTo>
                  <a:lnTo>
                    <a:pt x="844607" y="994913"/>
                  </a:lnTo>
                  <a:lnTo>
                    <a:pt x="840989" y="1002916"/>
                  </a:lnTo>
                  <a:lnTo>
                    <a:pt x="838796" y="1007520"/>
                  </a:lnTo>
                  <a:lnTo>
                    <a:pt x="837262" y="1011248"/>
                  </a:lnTo>
                  <a:lnTo>
                    <a:pt x="836056" y="1014318"/>
                  </a:lnTo>
                  <a:lnTo>
                    <a:pt x="837481" y="1015414"/>
                  </a:lnTo>
                  <a:lnTo>
                    <a:pt x="839016" y="1017387"/>
                  </a:lnTo>
                  <a:lnTo>
                    <a:pt x="841208" y="1018045"/>
                  </a:lnTo>
                  <a:lnTo>
                    <a:pt x="843182" y="1016291"/>
                  </a:lnTo>
                  <a:lnTo>
                    <a:pt x="845265" y="1016291"/>
                  </a:lnTo>
                  <a:lnTo>
                    <a:pt x="846909" y="1017935"/>
                  </a:lnTo>
                  <a:lnTo>
                    <a:pt x="847896" y="1021444"/>
                  </a:lnTo>
                  <a:lnTo>
                    <a:pt x="848554" y="1023965"/>
                  </a:lnTo>
                  <a:lnTo>
                    <a:pt x="849321" y="1025281"/>
                  </a:lnTo>
                  <a:lnTo>
                    <a:pt x="846909" y="1028131"/>
                  </a:lnTo>
                  <a:lnTo>
                    <a:pt x="845155" y="1031968"/>
                  </a:lnTo>
                  <a:lnTo>
                    <a:pt x="842853" y="1036463"/>
                  </a:lnTo>
                  <a:lnTo>
                    <a:pt x="839783" y="1041177"/>
                  </a:lnTo>
                  <a:lnTo>
                    <a:pt x="838906" y="1043260"/>
                  </a:lnTo>
                  <a:lnTo>
                    <a:pt x="838358" y="1044357"/>
                  </a:lnTo>
                  <a:lnTo>
                    <a:pt x="839783" y="1046330"/>
                  </a:lnTo>
                  <a:lnTo>
                    <a:pt x="840551" y="1049071"/>
                  </a:lnTo>
                  <a:lnTo>
                    <a:pt x="840660" y="1055320"/>
                  </a:lnTo>
                  <a:lnTo>
                    <a:pt x="840879" y="1058938"/>
                  </a:lnTo>
                  <a:lnTo>
                    <a:pt x="843620" y="1058499"/>
                  </a:lnTo>
                  <a:lnTo>
                    <a:pt x="846690" y="1058938"/>
                  </a:lnTo>
                  <a:lnTo>
                    <a:pt x="849102" y="1061898"/>
                  </a:lnTo>
                  <a:lnTo>
                    <a:pt x="851404" y="1062665"/>
                  </a:lnTo>
                  <a:lnTo>
                    <a:pt x="853158" y="1062885"/>
                  </a:lnTo>
                  <a:lnTo>
                    <a:pt x="852720" y="1064968"/>
                  </a:lnTo>
                  <a:lnTo>
                    <a:pt x="849650" y="1069463"/>
                  </a:lnTo>
                  <a:lnTo>
                    <a:pt x="848115" y="1070997"/>
                  </a:lnTo>
                  <a:lnTo>
                    <a:pt x="857543" y="1070997"/>
                  </a:lnTo>
                  <a:lnTo>
                    <a:pt x="892955" y="1070888"/>
                  </a:lnTo>
                  <a:lnTo>
                    <a:pt x="928366" y="1070888"/>
                  </a:lnTo>
                  <a:lnTo>
                    <a:pt x="963777" y="1070888"/>
                  </a:lnTo>
                  <a:lnTo>
                    <a:pt x="999188" y="1070997"/>
                  </a:lnTo>
                  <a:lnTo>
                    <a:pt x="1034600" y="1071107"/>
                  </a:lnTo>
                  <a:lnTo>
                    <a:pt x="1070011" y="1071217"/>
                  </a:lnTo>
                  <a:lnTo>
                    <a:pt x="1103778" y="1071326"/>
                  </a:lnTo>
                  <a:lnTo>
                    <a:pt x="1102791" y="1070778"/>
                  </a:lnTo>
                  <a:lnTo>
                    <a:pt x="1100050" y="1070669"/>
                  </a:lnTo>
                  <a:close/>
                  <a:moveTo>
                    <a:pt x="1104435" y="937136"/>
                  </a:moveTo>
                  <a:lnTo>
                    <a:pt x="1101475" y="935492"/>
                  </a:lnTo>
                  <a:lnTo>
                    <a:pt x="1100598" y="933847"/>
                  </a:lnTo>
                  <a:lnTo>
                    <a:pt x="1098954" y="932642"/>
                  </a:lnTo>
                  <a:lnTo>
                    <a:pt x="1096213" y="929572"/>
                  </a:lnTo>
                  <a:lnTo>
                    <a:pt x="1085250" y="921678"/>
                  </a:lnTo>
                  <a:lnTo>
                    <a:pt x="1078781" y="920363"/>
                  </a:lnTo>
                  <a:lnTo>
                    <a:pt x="1080645" y="922007"/>
                  </a:lnTo>
                  <a:lnTo>
                    <a:pt x="1082070" y="923542"/>
                  </a:lnTo>
                  <a:lnTo>
                    <a:pt x="1083167" y="925296"/>
                  </a:lnTo>
                  <a:lnTo>
                    <a:pt x="1084482" y="926502"/>
                  </a:lnTo>
                  <a:lnTo>
                    <a:pt x="1083934" y="928037"/>
                  </a:lnTo>
                  <a:lnTo>
                    <a:pt x="1088868" y="928804"/>
                  </a:lnTo>
                  <a:lnTo>
                    <a:pt x="1091499" y="931984"/>
                  </a:lnTo>
                  <a:lnTo>
                    <a:pt x="1095226" y="933628"/>
                  </a:lnTo>
                  <a:lnTo>
                    <a:pt x="1097748" y="935492"/>
                  </a:lnTo>
                  <a:lnTo>
                    <a:pt x="1099502" y="940645"/>
                  </a:lnTo>
                  <a:lnTo>
                    <a:pt x="1100598" y="940864"/>
                  </a:lnTo>
                  <a:lnTo>
                    <a:pt x="1101146" y="941960"/>
                  </a:lnTo>
                  <a:lnTo>
                    <a:pt x="1102572" y="943166"/>
                  </a:lnTo>
                  <a:lnTo>
                    <a:pt x="1104874" y="941741"/>
                  </a:lnTo>
                  <a:lnTo>
                    <a:pt x="1106738" y="939658"/>
                  </a:lnTo>
                  <a:lnTo>
                    <a:pt x="1105203" y="938781"/>
                  </a:lnTo>
                  <a:lnTo>
                    <a:pt x="1104435" y="937136"/>
                  </a:lnTo>
                  <a:close/>
                  <a:moveTo>
                    <a:pt x="1148179" y="912688"/>
                  </a:moveTo>
                  <a:lnTo>
                    <a:pt x="1147082" y="911483"/>
                  </a:lnTo>
                  <a:lnTo>
                    <a:pt x="1146863" y="908961"/>
                  </a:lnTo>
                  <a:lnTo>
                    <a:pt x="1144999" y="907755"/>
                  </a:lnTo>
                  <a:lnTo>
                    <a:pt x="1142587" y="908851"/>
                  </a:lnTo>
                  <a:lnTo>
                    <a:pt x="1137983" y="908084"/>
                  </a:lnTo>
                  <a:lnTo>
                    <a:pt x="1136558" y="909071"/>
                  </a:lnTo>
                  <a:lnTo>
                    <a:pt x="1134146" y="909509"/>
                  </a:lnTo>
                  <a:lnTo>
                    <a:pt x="1134365" y="914114"/>
                  </a:lnTo>
                  <a:lnTo>
                    <a:pt x="1136558" y="920472"/>
                  </a:lnTo>
                  <a:lnTo>
                    <a:pt x="1135900" y="922117"/>
                  </a:lnTo>
                  <a:lnTo>
                    <a:pt x="1137764" y="921349"/>
                  </a:lnTo>
                  <a:lnTo>
                    <a:pt x="1142258" y="922446"/>
                  </a:lnTo>
                  <a:lnTo>
                    <a:pt x="1145876" y="921569"/>
                  </a:lnTo>
                  <a:lnTo>
                    <a:pt x="1147521" y="918389"/>
                  </a:lnTo>
                  <a:lnTo>
                    <a:pt x="1147521" y="914991"/>
                  </a:lnTo>
                  <a:lnTo>
                    <a:pt x="1148179" y="912688"/>
                  </a:lnTo>
                  <a:close/>
                  <a:moveTo>
                    <a:pt x="632468" y="1028460"/>
                  </a:moveTo>
                  <a:lnTo>
                    <a:pt x="629837" y="1024075"/>
                  </a:lnTo>
                  <a:lnTo>
                    <a:pt x="629728" y="1019251"/>
                  </a:lnTo>
                  <a:lnTo>
                    <a:pt x="631701" y="1013331"/>
                  </a:lnTo>
                  <a:lnTo>
                    <a:pt x="630495" y="1008068"/>
                  </a:lnTo>
                  <a:lnTo>
                    <a:pt x="629070" y="1004999"/>
                  </a:lnTo>
                  <a:lnTo>
                    <a:pt x="629399" y="1002806"/>
                  </a:lnTo>
                  <a:lnTo>
                    <a:pt x="627425" y="1001491"/>
                  </a:lnTo>
                  <a:lnTo>
                    <a:pt x="625342" y="995570"/>
                  </a:lnTo>
                  <a:lnTo>
                    <a:pt x="625891" y="991185"/>
                  </a:lnTo>
                  <a:lnTo>
                    <a:pt x="621396" y="987348"/>
                  </a:lnTo>
                  <a:lnTo>
                    <a:pt x="617449" y="989102"/>
                  </a:lnTo>
                  <a:lnTo>
                    <a:pt x="614708" y="991514"/>
                  </a:lnTo>
                  <a:lnTo>
                    <a:pt x="613064" y="998640"/>
                  </a:lnTo>
                  <a:lnTo>
                    <a:pt x="611967" y="1004999"/>
                  </a:lnTo>
                  <a:lnTo>
                    <a:pt x="613392" y="1012783"/>
                  </a:lnTo>
                  <a:lnTo>
                    <a:pt x="616462" y="1019580"/>
                  </a:lnTo>
                  <a:lnTo>
                    <a:pt x="609775" y="1029228"/>
                  </a:lnTo>
                  <a:lnTo>
                    <a:pt x="597934" y="1043589"/>
                  </a:lnTo>
                  <a:lnTo>
                    <a:pt x="594316" y="1045453"/>
                  </a:lnTo>
                  <a:lnTo>
                    <a:pt x="593110" y="1053018"/>
                  </a:lnTo>
                  <a:lnTo>
                    <a:pt x="595413" y="1055539"/>
                  </a:lnTo>
                  <a:lnTo>
                    <a:pt x="597386" y="1052579"/>
                  </a:lnTo>
                  <a:lnTo>
                    <a:pt x="600346" y="1052031"/>
                  </a:lnTo>
                  <a:lnTo>
                    <a:pt x="603964" y="1050277"/>
                  </a:lnTo>
                  <a:lnTo>
                    <a:pt x="608569" y="1051921"/>
                  </a:lnTo>
                  <a:lnTo>
                    <a:pt x="612187" y="1055759"/>
                  </a:lnTo>
                  <a:lnTo>
                    <a:pt x="613721" y="1062336"/>
                  </a:lnTo>
                  <a:lnTo>
                    <a:pt x="615147" y="1063762"/>
                  </a:lnTo>
                  <a:lnTo>
                    <a:pt x="617778" y="1063214"/>
                  </a:lnTo>
                  <a:lnTo>
                    <a:pt x="618874" y="1064968"/>
                  </a:lnTo>
                  <a:lnTo>
                    <a:pt x="620847" y="1064200"/>
                  </a:lnTo>
                  <a:lnTo>
                    <a:pt x="623150" y="1062775"/>
                  </a:lnTo>
                  <a:lnTo>
                    <a:pt x="625452" y="1063652"/>
                  </a:lnTo>
                  <a:lnTo>
                    <a:pt x="626548" y="1064419"/>
                  </a:lnTo>
                  <a:lnTo>
                    <a:pt x="628083" y="1065077"/>
                  </a:lnTo>
                  <a:lnTo>
                    <a:pt x="627864" y="1063433"/>
                  </a:lnTo>
                  <a:lnTo>
                    <a:pt x="628631" y="1062227"/>
                  </a:lnTo>
                  <a:lnTo>
                    <a:pt x="626877" y="1058719"/>
                  </a:lnTo>
                  <a:lnTo>
                    <a:pt x="628083" y="1055649"/>
                  </a:lnTo>
                  <a:lnTo>
                    <a:pt x="626987" y="1051921"/>
                  </a:lnTo>
                  <a:lnTo>
                    <a:pt x="627974" y="1050058"/>
                  </a:lnTo>
                  <a:lnTo>
                    <a:pt x="627425" y="1047646"/>
                  </a:lnTo>
                  <a:lnTo>
                    <a:pt x="629289" y="1045343"/>
                  </a:lnTo>
                  <a:lnTo>
                    <a:pt x="629508" y="1043589"/>
                  </a:lnTo>
                  <a:lnTo>
                    <a:pt x="632030" y="1042493"/>
                  </a:lnTo>
                  <a:lnTo>
                    <a:pt x="633346" y="1039972"/>
                  </a:lnTo>
                  <a:lnTo>
                    <a:pt x="632578" y="1037779"/>
                  </a:lnTo>
                  <a:lnTo>
                    <a:pt x="633455" y="1033284"/>
                  </a:lnTo>
                  <a:lnTo>
                    <a:pt x="632468" y="1028460"/>
                  </a:lnTo>
                  <a:close/>
                  <a:moveTo>
                    <a:pt x="842195" y="1065954"/>
                  </a:moveTo>
                  <a:lnTo>
                    <a:pt x="839454" y="1064529"/>
                  </a:lnTo>
                  <a:lnTo>
                    <a:pt x="836933" y="1066283"/>
                  </a:lnTo>
                  <a:lnTo>
                    <a:pt x="836494" y="1067708"/>
                  </a:lnTo>
                  <a:lnTo>
                    <a:pt x="837590" y="1068914"/>
                  </a:lnTo>
                  <a:lnTo>
                    <a:pt x="839673" y="1068366"/>
                  </a:lnTo>
                  <a:lnTo>
                    <a:pt x="841428" y="1071326"/>
                  </a:lnTo>
                  <a:lnTo>
                    <a:pt x="846800" y="1071326"/>
                  </a:lnTo>
                  <a:lnTo>
                    <a:pt x="845594" y="1069353"/>
                  </a:lnTo>
                  <a:lnTo>
                    <a:pt x="842195" y="1065954"/>
                  </a:lnTo>
                  <a:close/>
                  <a:moveTo>
                    <a:pt x="549586" y="1001491"/>
                  </a:moveTo>
                  <a:lnTo>
                    <a:pt x="547832" y="1002477"/>
                  </a:lnTo>
                  <a:lnTo>
                    <a:pt x="546736" y="1000833"/>
                  </a:lnTo>
                  <a:lnTo>
                    <a:pt x="545311" y="1001052"/>
                  </a:lnTo>
                  <a:lnTo>
                    <a:pt x="544763" y="1002368"/>
                  </a:lnTo>
                  <a:lnTo>
                    <a:pt x="544982" y="1003683"/>
                  </a:lnTo>
                  <a:lnTo>
                    <a:pt x="547065" y="1005218"/>
                  </a:lnTo>
                  <a:lnTo>
                    <a:pt x="549696" y="1004451"/>
                  </a:lnTo>
                  <a:lnTo>
                    <a:pt x="550354" y="1003025"/>
                  </a:lnTo>
                  <a:lnTo>
                    <a:pt x="552547" y="1003025"/>
                  </a:lnTo>
                  <a:lnTo>
                    <a:pt x="551889" y="1001600"/>
                  </a:lnTo>
                  <a:lnTo>
                    <a:pt x="549586" y="1001491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  <p:sp>
          <p:nvSpPr>
            <p:cNvPr id="34" name="Freeform: Shape 37">
              <a:extLst>
                <a:ext uri="{FF2B5EF4-FFF2-40B4-BE49-F238E27FC236}">
                  <a16:creationId xmlns:a16="http://schemas.microsoft.com/office/drawing/2014/main" id="{C6850840-9761-A3D6-F5F6-151538A53160}"/>
                </a:ext>
              </a:extLst>
            </p:cNvPr>
            <p:cNvSpPr/>
            <p:nvPr/>
          </p:nvSpPr>
          <p:spPr>
            <a:xfrm>
              <a:off x="8568096" y="4263303"/>
              <a:ext cx="197338" cy="164448"/>
            </a:xfrm>
            <a:custGeom>
              <a:avLst/>
              <a:gdLst>
                <a:gd name="connsiteX0" fmla="*/ 196571 w 197338"/>
                <a:gd name="connsiteY0" fmla="*/ 90775 h 164448"/>
                <a:gd name="connsiteX1" fmla="*/ 193939 w 197338"/>
                <a:gd name="connsiteY1" fmla="*/ 87048 h 164448"/>
                <a:gd name="connsiteX2" fmla="*/ 191089 w 197338"/>
                <a:gd name="connsiteY2" fmla="*/ 83649 h 164448"/>
                <a:gd name="connsiteX3" fmla="*/ 187800 w 197338"/>
                <a:gd name="connsiteY3" fmla="*/ 80360 h 164448"/>
                <a:gd name="connsiteX4" fmla="*/ 182757 w 197338"/>
                <a:gd name="connsiteY4" fmla="*/ 77291 h 164448"/>
                <a:gd name="connsiteX5" fmla="*/ 177276 w 197338"/>
                <a:gd name="connsiteY5" fmla="*/ 75208 h 164448"/>
                <a:gd name="connsiteX6" fmla="*/ 172671 w 197338"/>
                <a:gd name="connsiteY6" fmla="*/ 72357 h 164448"/>
                <a:gd name="connsiteX7" fmla="*/ 170369 w 197338"/>
                <a:gd name="connsiteY7" fmla="*/ 67095 h 164448"/>
                <a:gd name="connsiteX8" fmla="*/ 170588 w 197338"/>
                <a:gd name="connsiteY8" fmla="*/ 60627 h 164448"/>
                <a:gd name="connsiteX9" fmla="*/ 171246 w 197338"/>
                <a:gd name="connsiteY9" fmla="*/ 52843 h 164448"/>
                <a:gd name="connsiteX10" fmla="*/ 171136 w 197338"/>
                <a:gd name="connsiteY10" fmla="*/ 45388 h 164448"/>
                <a:gd name="connsiteX11" fmla="*/ 168943 w 197338"/>
                <a:gd name="connsiteY11" fmla="*/ 40125 h 164448"/>
                <a:gd name="connsiteX12" fmla="*/ 165326 w 197338"/>
                <a:gd name="connsiteY12" fmla="*/ 38371 h 164448"/>
                <a:gd name="connsiteX13" fmla="*/ 161269 w 197338"/>
                <a:gd name="connsiteY13" fmla="*/ 38262 h 164448"/>
                <a:gd name="connsiteX14" fmla="*/ 157103 w 197338"/>
                <a:gd name="connsiteY14" fmla="*/ 38152 h 164448"/>
                <a:gd name="connsiteX15" fmla="*/ 153156 w 197338"/>
                <a:gd name="connsiteY15" fmla="*/ 36617 h 164448"/>
                <a:gd name="connsiteX16" fmla="*/ 150635 w 197338"/>
                <a:gd name="connsiteY16" fmla="*/ 33876 h 164448"/>
                <a:gd name="connsiteX17" fmla="*/ 148771 w 197338"/>
                <a:gd name="connsiteY17" fmla="*/ 31464 h 164448"/>
                <a:gd name="connsiteX18" fmla="*/ 146469 w 197338"/>
                <a:gd name="connsiteY18" fmla="*/ 29930 h 164448"/>
                <a:gd name="connsiteX19" fmla="*/ 142632 w 197338"/>
                <a:gd name="connsiteY19" fmla="*/ 30149 h 164448"/>
                <a:gd name="connsiteX20" fmla="*/ 140220 w 197338"/>
                <a:gd name="connsiteY20" fmla="*/ 27956 h 164448"/>
                <a:gd name="connsiteX21" fmla="*/ 139343 w 197338"/>
                <a:gd name="connsiteY21" fmla="*/ 24667 h 164448"/>
                <a:gd name="connsiteX22" fmla="*/ 138466 w 197338"/>
                <a:gd name="connsiteY22" fmla="*/ 21488 h 164448"/>
                <a:gd name="connsiteX23" fmla="*/ 135944 w 197338"/>
                <a:gd name="connsiteY23" fmla="*/ 19295 h 164448"/>
                <a:gd name="connsiteX24" fmla="*/ 134519 w 197338"/>
                <a:gd name="connsiteY24" fmla="*/ 19515 h 164448"/>
                <a:gd name="connsiteX25" fmla="*/ 133203 w 197338"/>
                <a:gd name="connsiteY25" fmla="*/ 20172 h 164448"/>
                <a:gd name="connsiteX26" fmla="*/ 132107 w 197338"/>
                <a:gd name="connsiteY26" fmla="*/ 20940 h 164448"/>
                <a:gd name="connsiteX27" fmla="*/ 131120 w 197338"/>
                <a:gd name="connsiteY27" fmla="*/ 22146 h 164448"/>
                <a:gd name="connsiteX28" fmla="*/ 127064 w 197338"/>
                <a:gd name="connsiteY28" fmla="*/ 23352 h 164448"/>
                <a:gd name="connsiteX29" fmla="*/ 123556 w 197338"/>
                <a:gd name="connsiteY29" fmla="*/ 20282 h 164448"/>
                <a:gd name="connsiteX30" fmla="*/ 120815 w 197338"/>
                <a:gd name="connsiteY30" fmla="*/ 15458 h 164448"/>
                <a:gd name="connsiteX31" fmla="*/ 118951 w 197338"/>
                <a:gd name="connsiteY31" fmla="*/ 11292 h 164448"/>
                <a:gd name="connsiteX32" fmla="*/ 117197 w 197338"/>
                <a:gd name="connsiteY32" fmla="*/ 6578 h 164448"/>
                <a:gd name="connsiteX33" fmla="*/ 114566 w 197338"/>
                <a:gd name="connsiteY33" fmla="*/ 1754 h 164448"/>
                <a:gd name="connsiteX34" fmla="*/ 111277 w 197338"/>
                <a:gd name="connsiteY34" fmla="*/ 0 h 164448"/>
                <a:gd name="connsiteX35" fmla="*/ 107659 w 197338"/>
                <a:gd name="connsiteY35" fmla="*/ 3947 h 164448"/>
                <a:gd name="connsiteX36" fmla="*/ 105905 w 197338"/>
                <a:gd name="connsiteY36" fmla="*/ 7674 h 164448"/>
                <a:gd name="connsiteX37" fmla="*/ 103603 w 197338"/>
                <a:gd name="connsiteY37" fmla="*/ 11621 h 164448"/>
                <a:gd name="connsiteX38" fmla="*/ 100642 w 197338"/>
                <a:gd name="connsiteY38" fmla="*/ 14362 h 164448"/>
                <a:gd name="connsiteX39" fmla="*/ 96915 w 197338"/>
                <a:gd name="connsiteY39" fmla="*/ 14252 h 164448"/>
                <a:gd name="connsiteX40" fmla="*/ 94394 w 197338"/>
                <a:gd name="connsiteY40" fmla="*/ 15348 h 164448"/>
                <a:gd name="connsiteX41" fmla="*/ 92749 w 197338"/>
                <a:gd name="connsiteY41" fmla="*/ 17431 h 164448"/>
                <a:gd name="connsiteX42" fmla="*/ 91104 w 197338"/>
                <a:gd name="connsiteY42" fmla="*/ 19624 h 164448"/>
                <a:gd name="connsiteX43" fmla="*/ 89021 w 197338"/>
                <a:gd name="connsiteY43" fmla="*/ 21378 h 164448"/>
                <a:gd name="connsiteX44" fmla="*/ 87158 w 197338"/>
                <a:gd name="connsiteY44" fmla="*/ 21926 h 164448"/>
                <a:gd name="connsiteX45" fmla="*/ 85294 w 197338"/>
                <a:gd name="connsiteY45" fmla="*/ 21817 h 164448"/>
                <a:gd name="connsiteX46" fmla="*/ 83321 w 197338"/>
                <a:gd name="connsiteY46" fmla="*/ 21488 h 164448"/>
                <a:gd name="connsiteX47" fmla="*/ 81457 w 197338"/>
                <a:gd name="connsiteY47" fmla="*/ 21378 h 164448"/>
                <a:gd name="connsiteX48" fmla="*/ 80799 w 197338"/>
                <a:gd name="connsiteY48" fmla="*/ 21488 h 164448"/>
                <a:gd name="connsiteX49" fmla="*/ 80141 w 197338"/>
                <a:gd name="connsiteY49" fmla="*/ 21598 h 164448"/>
                <a:gd name="connsiteX50" fmla="*/ 79483 w 197338"/>
                <a:gd name="connsiteY50" fmla="*/ 21926 h 164448"/>
                <a:gd name="connsiteX51" fmla="*/ 78826 w 197338"/>
                <a:gd name="connsiteY51" fmla="*/ 22255 h 164448"/>
                <a:gd name="connsiteX52" fmla="*/ 77400 w 197338"/>
                <a:gd name="connsiteY52" fmla="*/ 24229 h 164448"/>
                <a:gd name="connsiteX53" fmla="*/ 76523 w 197338"/>
                <a:gd name="connsiteY53" fmla="*/ 26750 h 164448"/>
                <a:gd name="connsiteX54" fmla="*/ 75866 w 197338"/>
                <a:gd name="connsiteY54" fmla="*/ 29382 h 164448"/>
                <a:gd name="connsiteX55" fmla="*/ 74440 w 197338"/>
                <a:gd name="connsiteY55" fmla="*/ 31684 h 164448"/>
                <a:gd name="connsiteX56" fmla="*/ 71590 w 197338"/>
                <a:gd name="connsiteY56" fmla="*/ 33219 h 164448"/>
                <a:gd name="connsiteX57" fmla="*/ 67972 w 197338"/>
                <a:gd name="connsiteY57" fmla="*/ 33767 h 164448"/>
                <a:gd name="connsiteX58" fmla="*/ 64245 w 197338"/>
                <a:gd name="connsiteY58" fmla="*/ 33657 h 164448"/>
                <a:gd name="connsiteX59" fmla="*/ 60956 w 197338"/>
                <a:gd name="connsiteY59" fmla="*/ 33219 h 164448"/>
                <a:gd name="connsiteX60" fmla="*/ 53829 w 197338"/>
                <a:gd name="connsiteY60" fmla="*/ 32890 h 164448"/>
                <a:gd name="connsiteX61" fmla="*/ 46375 w 197338"/>
                <a:gd name="connsiteY61" fmla="*/ 33438 h 164448"/>
                <a:gd name="connsiteX62" fmla="*/ 39797 w 197338"/>
                <a:gd name="connsiteY62" fmla="*/ 36508 h 164448"/>
                <a:gd name="connsiteX63" fmla="*/ 35411 w 197338"/>
                <a:gd name="connsiteY63" fmla="*/ 43195 h 164448"/>
                <a:gd name="connsiteX64" fmla="*/ 36069 w 197338"/>
                <a:gd name="connsiteY64" fmla="*/ 46703 h 164448"/>
                <a:gd name="connsiteX65" fmla="*/ 38810 w 197338"/>
                <a:gd name="connsiteY65" fmla="*/ 49663 h 164448"/>
                <a:gd name="connsiteX66" fmla="*/ 41003 w 197338"/>
                <a:gd name="connsiteY66" fmla="*/ 53281 h 164448"/>
                <a:gd name="connsiteX67" fmla="*/ 40125 w 197338"/>
                <a:gd name="connsiteY67" fmla="*/ 58763 h 164448"/>
                <a:gd name="connsiteX68" fmla="*/ 37494 w 197338"/>
                <a:gd name="connsiteY68" fmla="*/ 64135 h 164448"/>
                <a:gd name="connsiteX69" fmla="*/ 33876 w 197338"/>
                <a:gd name="connsiteY69" fmla="*/ 68739 h 164448"/>
                <a:gd name="connsiteX70" fmla="*/ 29820 w 197338"/>
                <a:gd name="connsiteY70" fmla="*/ 73125 h 164448"/>
                <a:gd name="connsiteX71" fmla="*/ 25654 w 197338"/>
                <a:gd name="connsiteY71" fmla="*/ 77291 h 164448"/>
                <a:gd name="connsiteX72" fmla="*/ 22146 w 197338"/>
                <a:gd name="connsiteY72" fmla="*/ 81895 h 164448"/>
                <a:gd name="connsiteX73" fmla="*/ 18857 w 197338"/>
                <a:gd name="connsiteY73" fmla="*/ 87048 h 164448"/>
                <a:gd name="connsiteX74" fmla="*/ 16007 w 197338"/>
                <a:gd name="connsiteY74" fmla="*/ 92420 h 164448"/>
                <a:gd name="connsiteX75" fmla="*/ 13046 w 197338"/>
                <a:gd name="connsiteY75" fmla="*/ 97463 h 164448"/>
                <a:gd name="connsiteX76" fmla="*/ 10525 w 197338"/>
                <a:gd name="connsiteY76" fmla="*/ 101300 h 164448"/>
                <a:gd name="connsiteX77" fmla="*/ 7674 w 197338"/>
                <a:gd name="connsiteY77" fmla="*/ 104918 h 164448"/>
                <a:gd name="connsiteX78" fmla="*/ 5043 w 197338"/>
                <a:gd name="connsiteY78" fmla="*/ 108536 h 164448"/>
                <a:gd name="connsiteX79" fmla="*/ 2851 w 197338"/>
                <a:gd name="connsiteY79" fmla="*/ 112483 h 164448"/>
                <a:gd name="connsiteX80" fmla="*/ 1316 w 197338"/>
                <a:gd name="connsiteY80" fmla="*/ 116758 h 164448"/>
                <a:gd name="connsiteX81" fmla="*/ 439 w 197338"/>
                <a:gd name="connsiteY81" fmla="*/ 121034 h 164448"/>
                <a:gd name="connsiteX82" fmla="*/ 0 w 197338"/>
                <a:gd name="connsiteY82" fmla="*/ 125419 h 164448"/>
                <a:gd name="connsiteX83" fmla="*/ 0 w 197338"/>
                <a:gd name="connsiteY83" fmla="*/ 129914 h 164448"/>
                <a:gd name="connsiteX84" fmla="*/ 1864 w 197338"/>
                <a:gd name="connsiteY84" fmla="*/ 138027 h 164448"/>
                <a:gd name="connsiteX85" fmla="*/ 6139 w 197338"/>
                <a:gd name="connsiteY85" fmla="*/ 143289 h 164448"/>
                <a:gd name="connsiteX86" fmla="*/ 12060 w 197338"/>
                <a:gd name="connsiteY86" fmla="*/ 147236 h 164448"/>
                <a:gd name="connsiteX87" fmla="*/ 18857 w 197338"/>
                <a:gd name="connsiteY87" fmla="*/ 151402 h 164448"/>
                <a:gd name="connsiteX88" fmla="*/ 24777 w 197338"/>
                <a:gd name="connsiteY88" fmla="*/ 149100 h 164448"/>
                <a:gd name="connsiteX89" fmla="*/ 31574 w 197338"/>
                <a:gd name="connsiteY89" fmla="*/ 146688 h 164448"/>
                <a:gd name="connsiteX90" fmla="*/ 38371 w 197338"/>
                <a:gd name="connsiteY90" fmla="*/ 145263 h 164448"/>
                <a:gd name="connsiteX91" fmla="*/ 44511 w 197338"/>
                <a:gd name="connsiteY91" fmla="*/ 146249 h 164448"/>
                <a:gd name="connsiteX92" fmla="*/ 52624 w 197338"/>
                <a:gd name="connsiteY92" fmla="*/ 150525 h 164448"/>
                <a:gd name="connsiteX93" fmla="*/ 59859 w 197338"/>
                <a:gd name="connsiteY93" fmla="*/ 155787 h 164448"/>
                <a:gd name="connsiteX94" fmla="*/ 67424 w 197338"/>
                <a:gd name="connsiteY94" fmla="*/ 160392 h 164448"/>
                <a:gd name="connsiteX95" fmla="*/ 76523 w 197338"/>
                <a:gd name="connsiteY95" fmla="*/ 162804 h 164448"/>
                <a:gd name="connsiteX96" fmla="*/ 82663 w 197338"/>
                <a:gd name="connsiteY96" fmla="*/ 163571 h 164448"/>
                <a:gd name="connsiteX97" fmla="*/ 88802 w 197338"/>
                <a:gd name="connsiteY97" fmla="*/ 164668 h 164448"/>
                <a:gd name="connsiteX98" fmla="*/ 94942 w 197338"/>
                <a:gd name="connsiteY98" fmla="*/ 165654 h 164448"/>
                <a:gd name="connsiteX99" fmla="*/ 101081 w 197338"/>
                <a:gd name="connsiteY99" fmla="*/ 166531 h 164448"/>
                <a:gd name="connsiteX100" fmla="*/ 106782 w 197338"/>
                <a:gd name="connsiteY100" fmla="*/ 167299 h 164448"/>
                <a:gd name="connsiteX101" fmla="*/ 112264 w 197338"/>
                <a:gd name="connsiteY101" fmla="*/ 167957 h 164448"/>
                <a:gd name="connsiteX102" fmla="*/ 117636 w 197338"/>
                <a:gd name="connsiteY102" fmla="*/ 167847 h 164448"/>
                <a:gd name="connsiteX103" fmla="*/ 123117 w 197338"/>
                <a:gd name="connsiteY103" fmla="*/ 166312 h 164448"/>
                <a:gd name="connsiteX104" fmla="*/ 127941 w 197338"/>
                <a:gd name="connsiteY104" fmla="*/ 163462 h 164448"/>
                <a:gd name="connsiteX105" fmla="*/ 131888 w 197338"/>
                <a:gd name="connsiteY105" fmla="*/ 159734 h 164448"/>
                <a:gd name="connsiteX106" fmla="*/ 135725 w 197338"/>
                <a:gd name="connsiteY106" fmla="*/ 155897 h 164448"/>
                <a:gd name="connsiteX107" fmla="*/ 140001 w 197338"/>
                <a:gd name="connsiteY107" fmla="*/ 152279 h 164448"/>
                <a:gd name="connsiteX108" fmla="*/ 144715 w 197338"/>
                <a:gd name="connsiteY108" fmla="*/ 150306 h 164448"/>
                <a:gd name="connsiteX109" fmla="*/ 149210 w 197338"/>
                <a:gd name="connsiteY109" fmla="*/ 149209 h 164448"/>
                <a:gd name="connsiteX110" fmla="*/ 152937 w 197338"/>
                <a:gd name="connsiteY110" fmla="*/ 147346 h 164448"/>
                <a:gd name="connsiteX111" fmla="*/ 155568 w 197338"/>
                <a:gd name="connsiteY111" fmla="*/ 142631 h 164448"/>
                <a:gd name="connsiteX112" fmla="*/ 156336 w 197338"/>
                <a:gd name="connsiteY112" fmla="*/ 137040 h 164448"/>
                <a:gd name="connsiteX113" fmla="*/ 157103 w 197338"/>
                <a:gd name="connsiteY113" fmla="*/ 131449 h 164448"/>
                <a:gd name="connsiteX114" fmla="*/ 158967 w 197338"/>
                <a:gd name="connsiteY114" fmla="*/ 126625 h 164448"/>
                <a:gd name="connsiteX115" fmla="*/ 163791 w 197338"/>
                <a:gd name="connsiteY115" fmla="*/ 123775 h 164448"/>
                <a:gd name="connsiteX116" fmla="*/ 169053 w 197338"/>
                <a:gd name="connsiteY116" fmla="*/ 122021 h 164448"/>
                <a:gd name="connsiteX117" fmla="*/ 172233 w 197338"/>
                <a:gd name="connsiteY117" fmla="*/ 118622 h 164448"/>
                <a:gd name="connsiteX118" fmla="*/ 175083 w 197338"/>
                <a:gd name="connsiteY118" fmla="*/ 115004 h 164448"/>
                <a:gd name="connsiteX119" fmla="*/ 179359 w 197338"/>
                <a:gd name="connsiteY119" fmla="*/ 112702 h 164448"/>
                <a:gd name="connsiteX120" fmla="*/ 185717 w 197338"/>
                <a:gd name="connsiteY120" fmla="*/ 110729 h 164448"/>
                <a:gd name="connsiteX121" fmla="*/ 189993 w 197338"/>
                <a:gd name="connsiteY121" fmla="*/ 107659 h 164448"/>
                <a:gd name="connsiteX122" fmla="*/ 193501 w 197338"/>
                <a:gd name="connsiteY122" fmla="*/ 103383 h 164448"/>
                <a:gd name="connsiteX123" fmla="*/ 197338 w 197338"/>
                <a:gd name="connsiteY123" fmla="*/ 97463 h 164448"/>
                <a:gd name="connsiteX124" fmla="*/ 197667 w 197338"/>
                <a:gd name="connsiteY124" fmla="*/ 96696 h 164448"/>
                <a:gd name="connsiteX125" fmla="*/ 198106 w 197338"/>
                <a:gd name="connsiteY125" fmla="*/ 96038 h 164448"/>
                <a:gd name="connsiteX126" fmla="*/ 198654 w 197338"/>
                <a:gd name="connsiteY126" fmla="*/ 95270 h 164448"/>
                <a:gd name="connsiteX127" fmla="*/ 199092 w 197338"/>
                <a:gd name="connsiteY127" fmla="*/ 94613 h 164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197338" h="164448">
                  <a:moveTo>
                    <a:pt x="196571" y="90775"/>
                  </a:moveTo>
                  <a:lnTo>
                    <a:pt x="193939" y="87048"/>
                  </a:lnTo>
                  <a:lnTo>
                    <a:pt x="191089" y="83649"/>
                  </a:lnTo>
                  <a:lnTo>
                    <a:pt x="187800" y="80360"/>
                  </a:lnTo>
                  <a:lnTo>
                    <a:pt x="182757" y="77291"/>
                  </a:lnTo>
                  <a:lnTo>
                    <a:pt x="177276" y="75208"/>
                  </a:lnTo>
                  <a:lnTo>
                    <a:pt x="172671" y="72357"/>
                  </a:lnTo>
                  <a:lnTo>
                    <a:pt x="170369" y="67095"/>
                  </a:lnTo>
                  <a:lnTo>
                    <a:pt x="170588" y="60627"/>
                  </a:lnTo>
                  <a:lnTo>
                    <a:pt x="171246" y="52843"/>
                  </a:lnTo>
                  <a:lnTo>
                    <a:pt x="171136" y="45388"/>
                  </a:lnTo>
                  <a:lnTo>
                    <a:pt x="168943" y="40125"/>
                  </a:lnTo>
                  <a:lnTo>
                    <a:pt x="165326" y="38371"/>
                  </a:lnTo>
                  <a:lnTo>
                    <a:pt x="161269" y="38262"/>
                  </a:lnTo>
                  <a:lnTo>
                    <a:pt x="157103" y="38152"/>
                  </a:lnTo>
                  <a:lnTo>
                    <a:pt x="153156" y="36617"/>
                  </a:lnTo>
                  <a:lnTo>
                    <a:pt x="150635" y="33876"/>
                  </a:lnTo>
                  <a:lnTo>
                    <a:pt x="148771" y="31464"/>
                  </a:lnTo>
                  <a:lnTo>
                    <a:pt x="146469" y="29930"/>
                  </a:lnTo>
                  <a:lnTo>
                    <a:pt x="142632" y="30149"/>
                  </a:lnTo>
                  <a:lnTo>
                    <a:pt x="140220" y="27956"/>
                  </a:lnTo>
                  <a:lnTo>
                    <a:pt x="139343" y="24667"/>
                  </a:lnTo>
                  <a:lnTo>
                    <a:pt x="138466" y="21488"/>
                  </a:lnTo>
                  <a:lnTo>
                    <a:pt x="135944" y="19295"/>
                  </a:lnTo>
                  <a:lnTo>
                    <a:pt x="134519" y="19515"/>
                  </a:lnTo>
                  <a:lnTo>
                    <a:pt x="133203" y="20172"/>
                  </a:lnTo>
                  <a:lnTo>
                    <a:pt x="132107" y="20940"/>
                  </a:lnTo>
                  <a:lnTo>
                    <a:pt x="131120" y="22146"/>
                  </a:lnTo>
                  <a:lnTo>
                    <a:pt x="127064" y="23352"/>
                  </a:lnTo>
                  <a:lnTo>
                    <a:pt x="123556" y="20282"/>
                  </a:lnTo>
                  <a:lnTo>
                    <a:pt x="120815" y="15458"/>
                  </a:lnTo>
                  <a:lnTo>
                    <a:pt x="118951" y="11292"/>
                  </a:lnTo>
                  <a:lnTo>
                    <a:pt x="117197" y="6578"/>
                  </a:lnTo>
                  <a:lnTo>
                    <a:pt x="114566" y="1754"/>
                  </a:lnTo>
                  <a:lnTo>
                    <a:pt x="111277" y="0"/>
                  </a:lnTo>
                  <a:lnTo>
                    <a:pt x="107659" y="3947"/>
                  </a:lnTo>
                  <a:lnTo>
                    <a:pt x="105905" y="7674"/>
                  </a:lnTo>
                  <a:lnTo>
                    <a:pt x="103603" y="11621"/>
                  </a:lnTo>
                  <a:lnTo>
                    <a:pt x="100642" y="14362"/>
                  </a:lnTo>
                  <a:lnTo>
                    <a:pt x="96915" y="14252"/>
                  </a:lnTo>
                  <a:lnTo>
                    <a:pt x="94394" y="15348"/>
                  </a:lnTo>
                  <a:lnTo>
                    <a:pt x="92749" y="17431"/>
                  </a:lnTo>
                  <a:lnTo>
                    <a:pt x="91104" y="19624"/>
                  </a:lnTo>
                  <a:lnTo>
                    <a:pt x="89021" y="21378"/>
                  </a:lnTo>
                  <a:lnTo>
                    <a:pt x="87158" y="21926"/>
                  </a:lnTo>
                  <a:lnTo>
                    <a:pt x="85294" y="21817"/>
                  </a:lnTo>
                  <a:lnTo>
                    <a:pt x="83321" y="21488"/>
                  </a:lnTo>
                  <a:lnTo>
                    <a:pt x="81457" y="21378"/>
                  </a:lnTo>
                  <a:lnTo>
                    <a:pt x="80799" y="21488"/>
                  </a:lnTo>
                  <a:lnTo>
                    <a:pt x="80141" y="21598"/>
                  </a:lnTo>
                  <a:lnTo>
                    <a:pt x="79483" y="21926"/>
                  </a:lnTo>
                  <a:lnTo>
                    <a:pt x="78826" y="22255"/>
                  </a:lnTo>
                  <a:lnTo>
                    <a:pt x="77400" y="24229"/>
                  </a:lnTo>
                  <a:lnTo>
                    <a:pt x="76523" y="26750"/>
                  </a:lnTo>
                  <a:lnTo>
                    <a:pt x="75866" y="29382"/>
                  </a:lnTo>
                  <a:lnTo>
                    <a:pt x="74440" y="31684"/>
                  </a:lnTo>
                  <a:lnTo>
                    <a:pt x="71590" y="33219"/>
                  </a:lnTo>
                  <a:lnTo>
                    <a:pt x="67972" y="33767"/>
                  </a:lnTo>
                  <a:lnTo>
                    <a:pt x="64245" y="33657"/>
                  </a:lnTo>
                  <a:lnTo>
                    <a:pt x="60956" y="33219"/>
                  </a:lnTo>
                  <a:lnTo>
                    <a:pt x="53829" y="32890"/>
                  </a:lnTo>
                  <a:lnTo>
                    <a:pt x="46375" y="33438"/>
                  </a:lnTo>
                  <a:lnTo>
                    <a:pt x="39797" y="36508"/>
                  </a:lnTo>
                  <a:lnTo>
                    <a:pt x="35411" y="43195"/>
                  </a:lnTo>
                  <a:lnTo>
                    <a:pt x="36069" y="46703"/>
                  </a:lnTo>
                  <a:lnTo>
                    <a:pt x="38810" y="49663"/>
                  </a:lnTo>
                  <a:lnTo>
                    <a:pt x="41003" y="53281"/>
                  </a:lnTo>
                  <a:lnTo>
                    <a:pt x="40125" y="58763"/>
                  </a:lnTo>
                  <a:lnTo>
                    <a:pt x="37494" y="64135"/>
                  </a:lnTo>
                  <a:lnTo>
                    <a:pt x="33876" y="68739"/>
                  </a:lnTo>
                  <a:lnTo>
                    <a:pt x="29820" y="73125"/>
                  </a:lnTo>
                  <a:lnTo>
                    <a:pt x="25654" y="77291"/>
                  </a:lnTo>
                  <a:lnTo>
                    <a:pt x="22146" y="81895"/>
                  </a:lnTo>
                  <a:lnTo>
                    <a:pt x="18857" y="87048"/>
                  </a:lnTo>
                  <a:lnTo>
                    <a:pt x="16007" y="92420"/>
                  </a:lnTo>
                  <a:lnTo>
                    <a:pt x="13046" y="97463"/>
                  </a:lnTo>
                  <a:lnTo>
                    <a:pt x="10525" y="101300"/>
                  </a:lnTo>
                  <a:lnTo>
                    <a:pt x="7674" y="104918"/>
                  </a:lnTo>
                  <a:lnTo>
                    <a:pt x="5043" y="108536"/>
                  </a:lnTo>
                  <a:lnTo>
                    <a:pt x="2851" y="112483"/>
                  </a:lnTo>
                  <a:lnTo>
                    <a:pt x="1316" y="116758"/>
                  </a:lnTo>
                  <a:lnTo>
                    <a:pt x="439" y="121034"/>
                  </a:lnTo>
                  <a:lnTo>
                    <a:pt x="0" y="125419"/>
                  </a:lnTo>
                  <a:lnTo>
                    <a:pt x="0" y="129914"/>
                  </a:lnTo>
                  <a:lnTo>
                    <a:pt x="1864" y="138027"/>
                  </a:lnTo>
                  <a:lnTo>
                    <a:pt x="6139" y="143289"/>
                  </a:lnTo>
                  <a:lnTo>
                    <a:pt x="12060" y="147236"/>
                  </a:lnTo>
                  <a:lnTo>
                    <a:pt x="18857" y="151402"/>
                  </a:lnTo>
                  <a:lnTo>
                    <a:pt x="24777" y="149100"/>
                  </a:lnTo>
                  <a:lnTo>
                    <a:pt x="31574" y="146688"/>
                  </a:lnTo>
                  <a:lnTo>
                    <a:pt x="38371" y="145263"/>
                  </a:lnTo>
                  <a:lnTo>
                    <a:pt x="44511" y="146249"/>
                  </a:lnTo>
                  <a:lnTo>
                    <a:pt x="52624" y="150525"/>
                  </a:lnTo>
                  <a:lnTo>
                    <a:pt x="59859" y="155787"/>
                  </a:lnTo>
                  <a:lnTo>
                    <a:pt x="67424" y="160392"/>
                  </a:lnTo>
                  <a:lnTo>
                    <a:pt x="76523" y="162804"/>
                  </a:lnTo>
                  <a:lnTo>
                    <a:pt x="82663" y="163571"/>
                  </a:lnTo>
                  <a:lnTo>
                    <a:pt x="88802" y="164668"/>
                  </a:lnTo>
                  <a:lnTo>
                    <a:pt x="94942" y="165654"/>
                  </a:lnTo>
                  <a:lnTo>
                    <a:pt x="101081" y="166531"/>
                  </a:lnTo>
                  <a:lnTo>
                    <a:pt x="106782" y="167299"/>
                  </a:lnTo>
                  <a:lnTo>
                    <a:pt x="112264" y="167957"/>
                  </a:lnTo>
                  <a:lnTo>
                    <a:pt x="117636" y="167847"/>
                  </a:lnTo>
                  <a:lnTo>
                    <a:pt x="123117" y="166312"/>
                  </a:lnTo>
                  <a:lnTo>
                    <a:pt x="127941" y="163462"/>
                  </a:lnTo>
                  <a:lnTo>
                    <a:pt x="131888" y="159734"/>
                  </a:lnTo>
                  <a:lnTo>
                    <a:pt x="135725" y="155897"/>
                  </a:lnTo>
                  <a:lnTo>
                    <a:pt x="140001" y="152279"/>
                  </a:lnTo>
                  <a:lnTo>
                    <a:pt x="144715" y="150306"/>
                  </a:lnTo>
                  <a:lnTo>
                    <a:pt x="149210" y="149209"/>
                  </a:lnTo>
                  <a:lnTo>
                    <a:pt x="152937" y="147346"/>
                  </a:lnTo>
                  <a:lnTo>
                    <a:pt x="155568" y="142631"/>
                  </a:lnTo>
                  <a:lnTo>
                    <a:pt x="156336" y="137040"/>
                  </a:lnTo>
                  <a:lnTo>
                    <a:pt x="157103" y="131449"/>
                  </a:lnTo>
                  <a:lnTo>
                    <a:pt x="158967" y="126625"/>
                  </a:lnTo>
                  <a:lnTo>
                    <a:pt x="163791" y="123775"/>
                  </a:lnTo>
                  <a:lnTo>
                    <a:pt x="169053" y="122021"/>
                  </a:lnTo>
                  <a:lnTo>
                    <a:pt x="172233" y="118622"/>
                  </a:lnTo>
                  <a:lnTo>
                    <a:pt x="175083" y="115004"/>
                  </a:lnTo>
                  <a:lnTo>
                    <a:pt x="179359" y="112702"/>
                  </a:lnTo>
                  <a:lnTo>
                    <a:pt x="185717" y="110729"/>
                  </a:lnTo>
                  <a:lnTo>
                    <a:pt x="189993" y="107659"/>
                  </a:lnTo>
                  <a:lnTo>
                    <a:pt x="193501" y="103383"/>
                  </a:lnTo>
                  <a:lnTo>
                    <a:pt x="197338" y="97463"/>
                  </a:lnTo>
                  <a:lnTo>
                    <a:pt x="197667" y="96696"/>
                  </a:lnTo>
                  <a:lnTo>
                    <a:pt x="198106" y="96038"/>
                  </a:lnTo>
                  <a:lnTo>
                    <a:pt x="198654" y="95270"/>
                  </a:lnTo>
                  <a:lnTo>
                    <a:pt x="199092" y="94613"/>
                  </a:lnTo>
                  <a:close/>
                </a:path>
              </a:pathLst>
            </a:custGeom>
            <a:grpFill/>
            <a:ln w="2737" cap="rnd">
              <a:solidFill>
                <a:schemeClr val="bg1"/>
              </a:solidFill>
              <a:prstDash val="solid"/>
              <a:round/>
            </a:ln>
          </p:spPr>
          <p:txBody>
            <a:bodyPr rtlCol="1" anchor="ctr"/>
            <a:lstStyle/>
            <a:p>
              <a:endParaRPr lang="ar-LY" sz="1800"/>
            </a:p>
          </p:txBody>
        </p:sp>
      </p:grpSp>
      <p:pic>
        <p:nvPicPr>
          <p:cNvPr id="35" name="Picture 91">
            <a:extLst>
              <a:ext uri="{FF2B5EF4-FFF2-40B4-BE49-F238E27FC236}">
                <a16:creationId xmlns:a16="http://schemas.microsoft.com/office/drawing/2014/main" id="{8877210B-090F-8122-A1A2-BA8C19C229E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6" y="665108"/>
            <a:ext cx="840331" cy="560702"/>
          </a:xfrm>
          <a:prstGeom prst="rect">
            <a:avLst/>
          </a:prstGeom>
          <a:effectLst>
            <a:outerShdw blurRad="63500" algn="ctr" rotWithShape="0">
              <a:prstClr val="black">
                <a:alpha val="15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79651290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urope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제목 1">
            <a:extLst>
              <a:ext uri="{FF2B5EF4-FFF2-40B4-BE49-F238E27FC236}">
                <a16:creationId xmlns:a16="http://schemas.microsoft.com/office/drawing/2014/main" id="{CDB90050-671D-57B0-573C-588D1DEE68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3" name="矩形 22">
            <a:extLst>
              <a:ext uri="{FF2B5EF4-FFF2-40B4-BE49-F238E27FC236}">
                <a16:creationId xmlns:a16="http://schemas.microsoft.com/office/drawing/2014/main" id="{3E58CF20-8B24-F4AD-045E-0765795B1B6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2511B6C-52AD-AED4-D9DB-6C411FFFB1CF}"/>
              </a:ext>
            </a:extLst>
          </p:cNvPr>
          <p:cNvSpPr txBox="1"/>
          <p:nvPr userDrawn="1"/>
        </p:nvSpPr>
        <p:spPr>
          <a:xfrm>
            <a:off x="117167" y="781165"/>
            <a:ext cx="1153504" cy="328593"/>
          </a:xfrm>
          <a:prstGeom prst="rect">
            <a:avLst/>
          </a:prstGeom>
        </p:spPr>
        <p:txBody>
          <a:bodyPr vert="horz" wrap="square" lIns="91440" tIns="45719" rIns="91440" bIns="45719" rtlCol="0" anchor="t">
            <a:noAutofit/>
          </a:bodyPr>
          <a:lstStyle/>
          <a:p>
            <a:pPr algn="ctr"/>
            <a:r>
              <a:rPr kumimoji="1" lang="en-US" altLang="ko-KR" sz="1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EUROPE</a:t>
            </a:r>
            <a:endParaRPr kumimoji="1" lang="ko-KR" altLang="en-US" sz="1800" dirty="0" err="1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" name="Graphic 1">
            <a:extLst>
              <a:ext uri="{FF2B5EF4-FFF2-40B4-BE49-F238E27FC236}">
                <a16:creationId xmlns:a16="http://schemas.microsoft.com/office/drawing/2014/main" id="{160D3B79-D45A-F8CD-9D25-F66CDF9391DB}"/>
              </a:ext>
            </a:extLst>
          </p:cNvPr>
          <p:cNvGrpSpPr/>
          <p:nvPr userDrawn="1"/>
        </p:nvGrpSpPr>
        <p:grpSpPr>
          <a:xfrm>
            <a:off x="6752776" y="778100"/>
            <a:ext cx="5437637" cy="5409955"/>
            <a:chOff x="5964723" y="0"/>
            <a:chExt cx="6216194" cy="6184547"/>
          </a:xfrm>
          <a:solidFill>
            <a:srgbClr val="CCCCCC"/>
          </a:solidFill>
        </p:grpSpPr>
        <p:grpSp>
          <p:nvGrpSpPr>
            <p:cNvPr id="3" name="Graphic 1">
              <a:extLst>
                <a:ext uri="{FF2B5EF4-FFF2-40B4-BE49-F238E27FC236}">
                  <a16:creationId xmlns:a16="http://schemas.microsoft.com/office/drawing/2014/main" id="{CC346BC3-4B57-CEF0-03EA-DB2E51CE3DF7}"/>
                </a:ext>
              </a:extLst>
            </p:cNvPr>
            <p:cNvGrpSpPr/>
            <p:nvPr/>
          </p:nvGrpSpPr>
          <p:grpSpPr>
            <a:xfrm>
              <a:off x="5964723" y="0"/>
              <a:ext cx="6216194" cy="6173317"/>
              <a:chOff x="5964723" y="0"/>
              <a:chExt cx="6216194" cy="6173317"/>
            </a:xfrm>
            <a:grpFill/>
          </p:grpSpPr>
          <p:sp>
            <p:nvSpPr>
              <p:cNvPr id="17" name="Freeform: Shape 531">
                <a:extLst>
                  <a:ext uri="{FF2B5EF4-FFF2-40B4-BE49-F238E27FC236}">
                    <a16:creationId xmlns:a16="http://schemas.microsoft.com/office/drawing/2014/main" id="{456AFD02-5F4E-7B27-F708-F1DDEBB8893A}"/>
                  </a:ext>
                </a:extLst>
              </p:cNvPr>
              <p:cNvSpPr/>
              <p:nvPr/>
            </p:nvSpPr>
            <p:spPr>
              <a:xfrm>
                <a:off x="9001213" y="2829254"/>
                <a:ext cx="1122952" cy="1050033"/>
              </a:xfrm>
              <a:custGeom>
                <a:avLst/>
                <a:gdLst>
                  <a:gd name="connsiteX0" fmla="*/ 1060970 w 1122951"/>
                  <a:gd name="connsiteY0" fmla="*/ 600560 h 1050032"/>
                  <a:gd name="connsiteX1" fmla="*/ 1047262 w 1122951"/>
                  <a:gd name="connsiteY1" fmla="*/ 552434 h 1050032"/>
                  <a:gd name="connsiteX2" fmla="*/ 1026698 w 1122951"/>
                  <a:gd name="connsiteY2" fmla="*/ 540913 h 1050032"/>
                  <a:gd name="connsiteX3" fmla="*/ 1012990 w 1122951"/>
                  <a:gd name="connsiteY3" fmla="*/ 469160 h 1050032"/>
                  <a:gd name="connsiteX4" fmla="*/ 988489 w 1122951"/>
                  <a:gd name="connsiteY4" fmla="*/ 466098 h 1050032"/>
                  <a:gd name="connsiteX5" fmla="*/ 976239 w 1122951"/>
                  <a:gd name="connsiteY5" fmla="*/ 449326 h 1050032"/>
                  <a:gd name="connsiteX6" fmla="*/ 980759 w 1122951"/>
                  <a:gd name="connsiteY6" fmla="*/ 417242 h 1050032"/>
                  <a:gd name="connsiteX7" fmla="*/ 1029615 w 1122951"/>
                  <a:gd name="connsiteY7" fmla="*/ 375970 h 1050032"/>
                  <a:gd name="connsiteX8" fmla="*/ 1006719 w 1122951"/>
                  <a:gd name="connsiteY8" fmla="*/ 298093 h 1050032"/>
                  <a:gd name="connsiteX9" fmla="*/ 965447 w 1122951"/>
                  <a:gd name="connsiteY9" fmla="*/ 255362 h 1050032"/>
                  <a:gd name="connsiteX10" fmla="*/ 931904 w 1122951"/>
                  <a:gd name="connsiteY10" fmla="*/ 192652 h 1050032"/>
                  <a:gd name="connsiteX11" fmla="*/ 941092 w 1122951"/>
                  <a:gd name="connsiteY11" fmla="*/ 177339 h 1050032"/>
                  <a:gd name="connsiteX12" fmla="*/ 943279 w 1122951"/>
                  <a:gd name="connsiteY12" fmla="*/ 177047 h 1050032"/>
                  <a:gd name="connsiteX13" fmla="*/ 928987 w 1122951"/>
                  <a:gd name="connsiteY13" fmla="*/ 143650 h 1050032"/>
                  <a:gd name="connsiteX14" fmla="*/ 877069 w 1122951"/>
                  <a:gd name="connsiteY14" fmla="*/ 126879 h 1050032"/>
                  <a:gd name="connsiteX15" fmla="*/ 851110 w 1122951"/>
                  <a:gd name="connsiteY15" fmla="*/ 108503 h 1050032"/>
                  <a:gd name="connsiteX16" fmla="*/ 829672 w 1122951"/>
                  <a:gd name="connsiteY16" fmla="*/ 91732 h 1050032"/>
                  <a:gd name="connsiteX17" fmla="*/ 832734 w 1122951"/>
                  <a:gd name="connsiteY17" fmla="*/ 65773 h 1050032"/>
                  <a:gd name="connsiteX18" fmla="*/ 838860 w 1122951"/>
                  <a:gd name="connsiteY18" fmla="*/ 47397 h 1050032"/>
                  <a:gd name="connsiteX19" fmla="*/ 826609 w 1122951"/>
                  <a:gd name="connsiteY19" fmla="*/ 22897 h 1050032"/>
                  <a:gd name="connsiteX20" fmla="*/ 805171 w 1122951"/>
                  <a:gd name="connsiteY20" fmla="*/ 24355 h 1050032"/>
                  <a:gd name="connsiteX21" fmla="*/ 741002 w 1122951"/>
                  <a:gd name="connsiteY21" fmla="*/ 22897 h 1050032"/>
                  <a:gd name="connsiteX22" fmla="*/ 675375 w 1122951"/>
                  <a:gd name="connsiteY22" fmla="*/ 0 h 1050032"/>
                  <a:gd name="connsiteX23" fmla="*/ 664729 w 1122951"/>
                  <a:gd name="connsiteY23" fmla="*/ 0 h 1050032"/>
                  <a:gd name="connsiteX24" fmla="*/ 666917 w 1122951"/>
                  <a:gd name="connsiteY24" fmla="*/ 59648 h 1050032"/>
                  <a:gd name="connsiteX25" fmla="*/ 650874 w 1122951"/>
                  <a:gd name="connsiteY25" fmla="*/ 59648 h 1050032"/>
                  <a:gd name="connsiteX26" fmla="*/ 570663 w 1122951"/>
                  <a:gd name="connsiteY26" fmla="*/ 55127 h 1050032"/>
                  <a:gd name="connsiteX27" fmla="*/ 563809 w 1122951"/>
                  <a:gd name="connsiteY27" fmla="*/ 68835 h 1050032"/>
                  <a:gd name="connsiteX28" fmla="*/ 547767 w 1122951"/>
                  <a:gd name="connsiteY28" fmla="*/ 80357 h 1050032"/>
                  <a:gd name="connsiteX29" fmla="*/ 554621 w 1122951"/>
                  <a:gd name="connsiteY29" fmla="*/ 114774 h 1050032"/>
                  <a:gd name="connsiteX30" fmla="*/ 572997 w 1122951"/>
                  <a:gd name="connsiteY30" fmla="*/ 128483 h 1050032"/>
                  <a:gd name="connsiteX31" fmla="*/ 540913 w 1122951"/>
                  <a:gd name="connsiteY31" fmla="*/ 183464 h 1050032"/>
                  <a:gd name="connsiteX32" fmla="*/ 513349 w 1122951"/>
                  <a:gd name="connsiteY32" fmla="*/ 206360 h 1050032"/>
                  <a:gd name="connsiteX33" fmla="*/ 492786 w 1122951"/>
                  <a:gd name="connsiteY33" fmla="*/ 204027 h 1050032"/>
                  <a:gd name="connsiteX34" fmla="*/ 483598 w 1122951"/>
                  <a:gd name="connsiteY34" fmla="*/ 197173 h 1050032"/>
                  <a:gd name="connsiteX35" fmla="*/ 428618 w 1122951"/>
                  <a:gd name="connsiteY35" fmla="*/ 194839 h 1050032"/>
                  <a:gd name="connsiteX36" fmla="*/ 403387 w 1122951"/>
                  <a:gd name="connsiteY36" fmla="*/ 183318 h 1050032"/>
                  <a:gd name="connsiteX37" fmla="*/ 405721 w 1122951"/>
                  <a:gd name="connsiteY37" fmla="*/ 162755 h 1050032"/>
                  <a:gd name="connsiteX38" fmla="*/ 419430 w 1122951"/>
                  <a:gd name="connsiteY38" fmla="*/ 144379 h 1050032"/>
                  <a:gd name="connsiteX39" fmla="*/ 421763 w 1122951"/>
                  <a:gd name="connsiteY39" fmla="*/ 135192 h 1050032"/>
                  <a:gd name="connsiteX40" fmla="*/ 412575 w 1122951"/>
                  <a:gd name="connsiteY40" fmla="*/ 132858 h 1050032"/>
                  <a:gd name="connsiteX41" fmla="*/ 355261 w 1122951"/>
                  <a:gd name="connsiteY41" fmla="*/ 128337 h 1050032"/>
                  <a:gd name="connsiteX42" fmla="*/ 297947 w 1122951"/>
                  <a:gd name="connsiteY42" fmla="*/ 142046 h 1050032"/>
                  <a:gd name="connsiteX43" fmla="*/ 226924 w 1122951"/>
                  <a:gd name="connsiteY43" fmla="*/ 194694 h 1050032"/>
                  <a:gd name="connsiteX44" fmla="*/ 89398 w 1122951"/>
                  <a:gd name="connsiteY44" fmla="*/ 302468 h 1050032"/>
                  <a:gd name="connsiteX45" fmla="*/ 41272 w 1122951"/>
                  <a:gd name="connsiteY45" fmla="*/ 327698 h 1050032"/>
                  <a:gd name="connsiteX46" fmla="*/ 36751 w 1122951"/>
                  <a:gd name="connsiteY46" fmla="*/ 364303 h 1050032"/>
                  <a:gd name="connsiteX47" fmla="*/ 20709 w 1122951"/>
                  <a:gd name="connsiteY47" fmla="*/ 380345 h 1050032"/>
                  <a:gd name="connsiteX48" fmla="*/ 1167 w 1122951"/>
                  <a:gd name="connsiteY48" fmla="*/ 373637 h 1050032"/>
                  <a:gd name="connsiteX49" fmla="*/ 4083 w 1122951"/>
                  <a:gd name="connsiteY49" fmla="*/ 404263 h 1050032"/>
                  <a:gd name="connsiteX50" fmla="*/ 28876 w 1122951"/>
                  <a:gd name="connsiteY50" fmla="*/ 443493 h 1050032"/>
                  <a:gd name="connsiteX51" fmla="*/ 26834 w 1122951"/>
                  <a:gd name="connsiteY51" fmla="*/ 470327 h 1050032"/>
                  <a:gd name="connsiteX52" fmla="*/ 0 w 1122951"/>
                  <a:gd name="connsiteY52" fmla="*/ 499203 h 1050032"/>
                  <a:gd name="connsiteX53" fmla="*/ 0 w 1122951"/>
                  <a:gd name="connsiteY53" fmla="*/ 519912 h 1050032"/>
                  <a:gd name="connsiteX54" fmla="*/ 35147 w 1122951"/>
                  <a:gd name="connsiteY54" fmla="*/ 542663 h 1050032"/>
                  <a:gd name="connsiteX55" fmla="*/ 64023 w 1122951"/>
                  <a:gd name="connsiteY55" fmla="*/ 559142 h 1050032"/>
                  <a:gd name="connsiteX56" fmla="*/ 74377 w 1122951"/>
                  <a:gd name="connsiteY56" fmla="*/ 621123 h 1050032"/>
                  <a:gd name="connsiteX57" fmla="*/ 82690 w 1122951"/>
                  <a:gd name="connsiteY57" fmla="*/ 660354 h 1050032"/>
                  <a:gd name="connsiteX58" fmla="*/ 86773 w 1122951"/>
                  <a:gd name="connsiteY58" fmla="*/ 705855 h 1050032"/>
                  <a:gd name="connsiteX59" fmla="*/ 115649 w 1122951"/>
                  <a:gd name="connsiteY59" fmla="*/ 736773 h 1050032"/>
                  <a:gd name="connsiteX60" fmla="*/ 128046 w 1122951"/>
                  <a:gd name="connsiteY60" fmla="*/ 751211 h 1050032"/>
                  <a:gd name="connsiteX61" fmla="*/ 113608 w 1122951"/>
                  <a:gd name="connsiteY61" fmla="*/ 842068 h 1050032"/>
                  <a:gd name="connsiteX62" fmla="*/ 132129 w 1122951"/>
                  <a:gd name="connsiteY62" fmla="*/ 844110 h 1050032"/>
                  <a:gd name="connsiteX63" fmla="*/ 134171 w 1122951"/>
                  <a:gd name="connsiteY63" fmla="*/ 829672 h 1050032"/>
                  <a:gd name="connsiteX64" fmla="*/ 158963 w 1122951"/>
                  <a:gd name="connsiteY64" fmla="*/ 827630 h 1050032"/>
                  <a:gd name="connsiteX65" fmla="*/ 173401 w 1122951"/>
                  <a:gd name="connsiteY65" fmla="*/ 860735 h 1050032"/>
                  <a:gd name="connsiteX66" fmla="*/ 291092 w 1122951"/>
                  <a:gd name="connsiteY66" fmla="*/ 869048 h 1050032"/>
                  <a:gd name="connsiteX67" fmla="*/ 291092 w 1122951"/>
                  <a:gd name="connsiteY67" fmla="*/ 879402 h 1050032"/>
                  <a:gd name="connsiteX68" fmla="*/ 274613 w 1122951"/>
                  <a:gd name="connsiteY68" fmla="*/ 897924 h 1050032"/>
                  <a:gd name="connsiteX69" fmla="*/ 315885 w 1122951"/>
                  <a:gd name="connsiteY69" fmla="*/ 933071 h 1050032"/>
                  <a:gd name="connsiteX70" fmla="*/ 334406 w 1122951"/>
                  <a:gd name="connsiteY70" fmla="*/ 951592 h 1050032"/>
                  <a:gd name="connsiteX71" fmla="*/ 363282 w 1122951"/>
                  <a:gd name="connsiteY71" fmla="*/ 941238 h 1050032"/>
                  <a:gd name="connsiteX72" fmla="*/ 359199 w 1122951"/>
                  <a:gd name="connsiteY72" fmla="*/ 918487 h 1050032"/>
                  <a:gd name="connsiteX73" fmla="*/ 338490 w 1122951"/>
                  <a:gd name="connsiteY73" fmla="*/ 893694 h 1050032"/>
                  <a:gd name="connsiteX74" fmla="*/ 363282 w 1122951"/>
                  <a:gd name="connsiteY74" fmla="*/ 891653 h 1050032"/>
                  <a:gd name="connsiteX75" fmla="*/ 388075 w 1122951"/>
                  <a:gd name="connsiteY75" fmla="*/ 897778 h 1050032"/>
                  <a:gd name="connsiteX76" fmla="*/ 406596 w 1122951"/>
                  <a:gd name="connsiteY76" fmla="*/ 920529 h 1050032"/>
                  <a:gd name="connsiteX77" fmla="*/ 423076 w 1122951"/>
                  <a:gd name="connsiteY77" fmla="*/ 914404 h 1050032"/>
                  <a:gd name="connsiteX78" fmla="*/ 445826 w 1122951"/>
                  <a:gd name="connsiteY78" fmla="*/ 920529 h 1050032"/>
                  <a:gd name="connsiteX79" fmla="*/ 449910 w 1122951"/>
                  <a:gd name="connsiteY79" fmla="*/ 939050 h 1050032"/>
                  <a:gd name="connsiteX80" fmla="*/ 462306 w 1122951"/>
                  <a:gd name="connsiteY80" fmla="*/ 955530 h 1050032"/>
                  <a:gd name="connsiteX81" fmla="*/ 491182 w 1122951"/>
                  <a:gd name="connsiteY81" fmla="*/ 957571 h 1050032"/>
                  <a:gd name="connsiteX82" fmla="*/ 513933 w 1122951"/>
                  <a:gd name="connsiteY82" fmla="*/ 951446 h 1050032"/>
                  <a:gd name="connsiteX83" fmla="*/ 540767 w 1122951"/>
                  <a:gd name="connsiteY83" fmla="*/ 955530 h 1050032"/>
                  <a:gd name="connsiteX84" fmla="*/ 561476 w 1122951"/>
                  <a:gd name="connsiteY84" fmla="*/ 957571 h 1050032"/>
                  <a:gd name="connsiteX85" fmla="*/ 567601 w 1122951"/>
                  <a:gd name="connsiteY85" fmla="*/ 988489 h 1050032"/>
                  <a:gd name="connsiteX86" fmla="*/ 604789 w 1122951"/>
                  <a:gd name="connsiteY86" fmla="*/ 1029761 h 1050032"/>
                  <a:gd name="connsiteX87" fmla="*/ 633666 w 1122951"/>
                  <a:gd name="connsiteY87" fmla="*/ 1031803 h 1050032"/>
                  <a:gd name="connsiteX88" fmla="*/ 654374 w 1122951"/>
                  <a:gd name="connsiteY88" fmla="*/ 994614 h 1050032"/>
                  <a:gd name="connsiteX89" fmla="*/ 697688 w 1122951"/>
                  <a:gd name="connsiteY89" fmla="*/ 1019407 h 1050032"/>
                  <a:gd name="connsiteX90" fmla="*/ 706001 w 1122951"/>
                  <a:gd name="connsiteY90" fmla="*/ 1050324 h 1050032"/>
                  <a:gd name="connsiteX91" fmla="*/ 730794 w 1122951"/>
                  <a:gd name="connsiteY91" fmla="*/ 1050324 h 1050032"/>
                  <a:gd name="connsiteX92" fmla="*/ 770024 w 1122951"/>
                  <a:gd name="connsiteY92" fmla="*/ 1009052 h 1050032"/>
                  <a:gd name="connsiteX93" fmla="*/ 893986 w 1122951"/>
                  <a:gd name="connsiteY93" fmla="*/ 994614 h 1050032"/>
                  <a:gd name="connsiteX94" fmla="*/ 943571 w 1122951"/>
                  <a:gd name="connsiteY94" fmla="*/ 982218 h 1050032"/>
                  <a:gd name="connsiteX95" fmla="*/ 989656 w 1122951"/>
                  <a:gd name="connsiteY95" fmla="*/ 1028303 h 1050032"/>
                  <a:gd name="connsiteX96" fmla="*/ 1017365 w 1122951"/>
                  <a:gd name="connsiteY96" fmla="*/ 1024073 h 1050032"/>
                  <a:gd name="connsiteX97" fmla="*/ 1051782 w 1122951"/>
                  <a:gd name="connsiteY97" fmla="*/ 1014886 h 1050032"/>
                  <a:gd name="connsiteX98" fmla="*/ 1040262 w 1122951"/>
                  <a:gd name="connsiteY98" fmla="*/ 991989 h 1050032"/>
                  <a:gd name="connsiteX99" fmla="*/ 1017365 w 1122951"/>
                  <a:gd name="connsiteY99" fmla="*/ 957571 h 1050032"/>
                  <a:gd name="connsiteX100" fmla="*/ 1017365 w 1122951"/>
                  <a:gd name="connsiteY100" fmla="*/ 918633 h 1050032"/>
                  <a:gd name="connsiteX101" fmla="*/ 1035741 w 1122951"/>
                  <a:gd name="connsiteY101" fmla="*/ 854464 h 1050032"/>
                  <a:gd name="connsiteX102" fmla="*/ 1077013 w 1122951"/>
                  <a:gd name="connsiteY102" fmla="*/ 790295 h 1050032"/>
                  <a:gd name="connsiteX103" fmla="*/ 1113618 w 1122951"/>
                  <a:gd name="connsiteY103" fmla="*/ 767399 h 1050032"/>
                  <a:gd name="connsiteX104" fmla="*/ 1125139 w 1122951"/>
                  <a:gd name="connsiteY104" fmla="*/ 744502 h 1050032"/>
                  <a:gd name="connsiteX105" fmla="*/ 1104576 w 1122951"/>
                  <a:gd name="connsiteY105" fmla="*/ 655104 h 1050032"/>
                  <a:gd name="connsiteX106" fmla="*/ 1060970 w 1122951"/>
                  <a:gd name="connsiteY106" fmla="*/ 600560 h 1050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1122951" h="1050032">
                    <a:moveTo>
                      <a:pt x="1060970" y="600560"/>
                    </a:moveTo>
                    <a:lnTo>
                      <a:pt x="1047262" y="552434"/>
                    </a:lnTo>
                    <a:lnTo>
                      <a:pt x="1026698" y="540913"/>
                    </a:lnTo>
                    <a:lnTo>
                      <a:pt x="1012990" y="469160"/>
                    </a:lnTo>
                    <a:cubicBezTo>
                      <a:pt x="1012990" y="469160"/>
                      <a:pt x="993156" y="467702"/>
                      <a:pt x="988489" y="466098"/>
                    </a:cubicBezTo>
                    <a:cubicBezTo>
                      <a:pt x="983968" y="464639"/>
                      <a:pt x="976239" y="449326"/>
                      <a:pt x="976239" y="449326"/>
                    </a:cubicBezTo>
                    <a:cubicBezTo>
                      <a:pt x="976239" y="449326"/>
                      <a:pt x="980759" y="421763"/>
                      <a:pt x="980759" y="417242"/>
                    </a:cubicBezTo>
                    <a:cubicBezTo>
                      <a:pt x="980759" y="412721"/>
                      <a:pt x="1029615" y="375970"/>
                      <a:pt x="1029615" y="375970"/>
                    </a:cubicBezTo>
                    <a:lnTo>
                      <a:pt x="1006719" y="298093"/>
                    </a:lnTo>
                    <a:lnTo>
                      <a:pt x="965447" y="255362"/>
                    </a:lnTo>
                    <a:lnTo>
                      <a:pt x="931904" y="192652"/>
                    </a:lnTo>
                    <a:lnTo>
                      <a:pt x="941092" y="177339"/>
                    </a:lnTo>
                    <a:lnTo>
                      <a:pt x="943279" y="177047"/>
                    </a:lnTo>
                    <a:cubicBezTo>
                      <a:pt x="935112" y="163484"/>
                      <a:pt x="928987" y="143650"/>
                      <a:pt x="928987" y="143650"/>
                    </a:cubicBezTo>
                    <a:cubicBezTo>
                      <a:pt x="928987" y="143650"/>
                      <a:pt x="886257" y="128337"/>
                      <a:pt x="877069" y="126879"/>
                    </a:cubicBezTo>
                    <a:cubicBezTo>
                      <a:pt x="867881" y="125421"/>
                      <a:pt x="851110" y="108503"/>
                      <a:pt x="851110" y="108503"/>
                    </a:cubicBezTo>
                    <a:lnTo>
                      <a:pt x="829672" y="91732"/>
                    </a:lnTo>
                    <a:cubicBezTo>
                      <a:pt x="829672" y="91732"/>
                      <a:pt x="831130" y="70294"/>
                      <a:pt x="832734" y="65773"/>
                    </a:cubicBezTo>
                    <a:cubicBezTo>
                      <a:pt x="834193" y="61252"/>
                      <a:pt x="838860" y="47397"/>
                      <a:pt x="838860" y="47397"/>
                    </a:cubicBezTo>
                    <a:cubicBezTo>
                      <a:pt x="838860" y="47397"/>
                      <a:pt x="832734" y="27563"/>
                      <a:pt x="826609" y="22897"/>
                    </a:cubicBezTo>
                    <a:cubicBezTo>
                      <a:pt x="820484" y="18375"/>
                      <a:pt x="805171" y="24355"/>
                      <a:pt x="805171" y="24355"/>
                    </a:cubicBezTo>
                    <a:cubicBezTo>
                      <a:pt x="805171" y="24355"/>
                      <a:pt x="745523" y="24355"/>
                      <a:pt x="741002" y="22897"/>
                    </a:cubicBezTo>
                    <a:cubicBezTo>
                      <a:pt x="736481" y="21438"/>
                      <a:pt x="675375" y="0"/>
                      <a:pt x="675375" y="0"/>
                    </a:cubicBezTo>
                    <a:lnTo>
                      <a:pt x="664729" y="0"/>
                    </a:lnTo>
                    <a:lnTo>
                      <a:pt x="666917" y="59648"/>
                    </a:lnTo>
                    <a:cubicBezTo>
                      <a:pt x="666917" y="59648"/>
                      <a:pt x="666917" y="59648"/>
                      <a:pt x="650874" y="59648"/>
                    </a:cubicBezTo>
                    <a:cubicBezTo>
                      <a:pt x="595748" y="59648"/>
                      <a:pt x="570663" y="55127"/>
                      <a:pt x="570663" y="55127"/>
                    </a:cubicBezTo>
                    <a:lnTo>
                      <a:pt x="563809" y="68835"/>
                    </a:lnTo>
                    <a:lnTo>
                      <a:pt x="547767" y="80357"/>
                    </a:lnTo>
                    <a:lnTo>
                      <a:pt x="554621" y="114774"/>
                    </a:lnTo>
                    <a:lnTo>
                      <a:pt x="572997" y="128483"/>
                    </a:lnTo>
                    <a:cubicBezTo>
                      <a:pt x="568476" y="144525"/>
                      <a:pt x="540913" y="183464"/>
                      <a:pt x="540913" y="183464"/>
                    </a:cubicBezTo>
                    <a:cubicBezTo>
                      <a:pt x="540913" y="183464"/>
                      <a:pt x="520349" y="206360"/>
                      <a:pt x="513349" y="206360"/>
                    </a:cubicBezTo>
                    <a:cubicBezTo>
                      <a:pt x="506495" y="206360"/>
                      <a:pt x="492786" y="204027"/>
                      <a:pt x="492786" y="204027"/>
                    </a:cubicBezTo>
                    <a:cubicBezTo>
                      <a:pt x="492786" y="204027"/>
                      <a:pt x="508828" y="197173"/>
                      <a:pt x="483598" y="197173"/>
                    </a:cubicBezTo>
                    <a:cubicBezTo>
                      <a:pt x="458368" y="197173"/>
                      <a:pt x="437805" y="197173"/>
                      <a:pt x="428618" y="194839"/>
                    </a:cubicBezTo>
                    <a:cubicBezTo>
                      <a:pt x="419430" y="192506"/>
                      <a:pt x="403387" y="183318"/>
                      <a:pt x="403387" y="183318"/>
                    </a:cubicBezTo>
                    <a:lnTo>
                      <a:pt x="405721" y="162755"/>
                    </a:lnTo>
                    <a:lnTo>
                      <a:pt x="419430" y="144379"/>
                    </a:lnTo>
                    <a:lnTo>
                      <a:pt x="421763" y="135192"/>
                    </a:lnTo>
                    <a:lnTo>
                      <a:pt x="412575" y="132858"/>
                    </a:lnTo>
                    <a:lnTo>
                      <a:pt x="355261" y="128337"/>
                    </a:lnTo>
                    <a:lnTo>
                      <a:pt x="297947" y="142046"/>
                    </a:lnTo>
                    <a:lnTo>
                      <a:pt x="226924" y="194694"/>
                    </a:lnTo>
                    <a:cubicBezTo>
                      <a:pt x="226924" y="194694"/>
                      <a:pt x="110107" y="302468"/>
                      <a:pt x="89398" y="302468"/>
                    </a:cubicBezTo>
                    <a:cubicBezTo>
                      <a:pt x="68835" y="302468"/>
                      <a:pt x="41272" y="327698"/>
                      <a:pt x="41272" y="327698"/>
                    </a:cubicBezTo>
                    <a:lnTo>
                      <a:pt x="36751" y="364303"/>
                    </a:lnTo>
                    <a:cubicBezTo>
                      <a:pt x="36751" y="364303"/>
                      <a:pt x="34418" y="384866"/>
                      <a:pt x="20709" y="380345"/>
                    </a:cubicBezTo>
                    <a:cubicBezTo>
                      <a:pt x="15313" y="378595"/>
                      <a:pt x="8021" y="375970"/>
                      <a:pt x="1167" y="373637"/>
                    </a:cubicBezTo>
                    <a:lnTo>
                      <a:pt x="4083" y="404263"/>
                    </a:lnTo>
                    <a:lnTo>
                      <a:pt x="28876" y="443493"/>
                    </a:lnTo>
                    <a:lnTo>
                      <a:pt x="26834" y="470327"/>
                    </a:lnTo>
                    <a:lnTo>
                      <a:pt x="0" y="499203"/>
                    </a:lnTo>
                    <a:lnTo>
                      <a:pt x="0" y="519912"/>
                    </a:lnTo>
                    <a:lnTo>
                      <a:pt x="35147" y="542663"/>
                    </a:lnTo>
                    <a:lnTo>
                      <a:pt x="64023" y="559142"/>
                    </a:lnTo>
                    <a:lnTo>
                      <a:pt x="74377" y="621123"/>
                    </a:lnTo>
                    <a:cubicBezTo>
                      <a:pt x="74377" y="621123"/>
                      <a:pt x="80502" y="654229"/>
                      <a:pt x="82690" y="660354"/>
                    </a:cubicBezTo>
                    <a:cubicBezTo>
                      <a:pt x="84732" y="666625"/>
                      <a:pt x="86773" y="705855"/>
                      <a:pt x="86773" y="705855"/>
                    </a:cubicBezTo>
                    <a:lnTo>
                      <a:pt x="115649" y="736773"/>
                    </a:lnTo>
                    <a:lnTo>
                      <a:pt x="128046" y="751211"/>
                    </a:lnTo>
                    <a:lnTo>
                      <a:pt x="113608" y="842068"/>
                    </a:lnTo>
                    <a:lnTo>
                      <a:pt x="132129" y="844110"/>
                    </a:lnTo>
                    <a:lnTo>
                      <a:pt x="134171" y="829672"/>
                    </a:lnTo>
                    <a:lnTo>
                      <a:pt x="158963" y="827630"/>
                    </a:lnTo>
                    <a:lnTo>
                      <a:pt x="173401" y="860735"/>
                    </a:lnTo>
                    <a:lnTo>
                      <a:pt x="291092" y="869048"/>
                    </a:lnTo>
                    <a:lnTo>
                      <a:pt x="291092" y="879402"/>
                    </a:lnTo>
                    <a:cubicBezTo>
                      <a:pt x="291092" y="879402"/>
                      <a:pt x="266300" y="889757"/>
                      <a:pt x="274613" y="897924"/>
                    </a:cubicBezTo>
                    <a:cubicBezTo>
                      <a:pt x="282925" y="906237"/>
                      <a:pt x="315885" y="933071"/>
                      <a:pt x="315885" y="933071"/>
                    </a:cubicBezTo>
                    <a:cubicBezTo>
                      <a:pt x="315885" y="933071"/>
                      <a:pt x="326239" y="953780"/>
                      <a:pt x="334406" y="951592"/>
                    </a:cubicBezTo>
                    <a:cubicBezTo>
                      <a:pt x="342719" y="949550"/>
                      <a:pt x="363282" y="955676"/>
                      <a:pt x="363282" y="941238"/>
                    </a:cubicBezTo>
                    <a:cubicBezTo>
                      <a:pt x="363282" y="926799"/>
                      <a:pt x="359199" y="918487"/>
                      <a:pt x="359199" y="918487"/>
                    </a:cubicBezTo>
                    <a:lnTo>
                      <a:pt x="338490" y="893694"/>
                    </a:lnTo>
                    <a:lnTo>
                      <a:pt x="363282" y="891653"/>
                    </a:lnTo>
                    <a:lnTo>
                      <a:pt x="388075" y="897778"/>
                    </a:lnTo>
                    <a:lnTo>
                      <a:pt x="406596" y="920529"/>
                    </a:lnTo>
                    <a:lnTo>
                      <a:pt x="423076" y="914404"/>
                    </a:lnTo>
                    <a:lnTo>
                      <a:pt x="445826" y="920529"/>
                    </a:lnTo>
                    <a:lnTo>
                      <a:pt x="449910" y="939050"/>
                    </a:lnTo>
                    <a:cubicBezTo>
                      <a:pt x="449910" y="939050"/>
                      <a:pt x="433430" y="953488"/>
                      <a:pt x="462306" y="955530"/>
                    </a:cubicBezTo>
                    <a:cubicBezTo>
                      <a:pt x="491182" y="957571"/>
                      <a:pt x="468431" y="963842"/>
                      <a:pt x="491182" y="957571"/>
                    </a:cubicBezTo>
                    <a:cubicBezTo>
                      <a:pt x="513933" y="951446"/>
                      <a:pt x="513933" y="951446"/>
                      <a:pt x="513933" y="951446"/>
                    </a:cubicBezTo>
                    <a:lnTo>
                      <a:pt x="540767" y="955530"/>
                    </a:lnTo>
                    <a:lnTo>
                      <a:pt x="561476" y="957571"/>
                    </a:lnTo>
                    <a:lnTo>
                      <a:pt x="567601" y="988489"/>
                    </a:lnTo>
                    <a:lnTo>
                      <a:pt x="604789" y="1029761"/>
                    </a:lnTo>
                    <a:lnTo>
                      <a:pt x="633666" y="1031803"/>
                    </a:lnTo>
                    <a:lnTo>
                      <a:pt x="654374" y="994614"/>
                    </a:lnTo>
                    <a:lnTo>
                      <a:pt x="697688" y="1019407"/>
                    </a:lnTo>
                    <a:lnTo>
                      <a:pt x="706001" y="1050324"/>
                    </a:lnTo>
                    <a:lnTo>
                      <a:pt x="730794" y="1050324"/>
                    </a:lnTo>
                    <a:lnTo>
                      <a:pt x="770024" y="1009052"/>
                    </a:lnTo>
                    <a:lnTo>
                      <a:pt x="893986" y="994614"/>
                    </a:lnTo>
                    <a:lnTo>
                      <a:pt x="943571" y="982218"/>
                    </a:lnTo>
                    <a:lnTo>
                      <a:pt x="989656" y="1028303"/>
                    </a:lnTo>
                    <a:lnTo>
                      <a:pt x="1017365" y="1024073"/>
                    </a:lnTo>
                    <a:lnTo>
                      <a:pt x="1051782" y="1014886"/>
                    </a:lnTo>
                    <a:lnTo>
                      <a:pt x="1040262" y="991989"/>
                    </a:lnTo>
                    <a:lnTo>
                      <a:pt x="1017365" y="957571"/>
                    </a:lnTo>
                    <a:lnTo>
                      <a:pt x="1017365" y="918633"/>
                    </a:lnTo>
                    <a:lnTo>
                      <a:pt x="1035741" y="854464"/>
                    </a:lnTo>
                    <a:lnTo>
                      <a:pt x="1077013" y="790295"/>
                    </a:lnTo>
                    <a:lnTo>
                      <a:pt x="1113618" y="767399"/>
                    </a:lnTo>
                    <a:cubicBezTo>
                      <a:pt x="1113618" y="767399"/>
                      <a:pt x="1125139" y="751357"/>
                      <a:pt x="1125139" y="744502"/>
                    </a:cubicBezTo>
                    <a:cubicBezTo>
                      <a:pt x="1125139" y="737648"/>
                      <a:pt x="1104576" y="655104"/>
                      <a:pt x="1104576" y="655104"/>
                    </a:cubicBezTo>
                    <a:lnTo>
                      <a:pt x="1060970" y="600560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8" name="Freeform: Shape 633">
                <a:extLst>
                  <a:ext uri="{FF2B5EF4-FFF2-40B4-BE49-F238E27FC236}">
                    <a16:creationId xmlns:a16="http://schemas.microsoft.com/office/drawing/2014/main" id="{C39CA660-CADD-F238-8B89-AA752853FE9B}"/>
                  </a:ext>
                </a:extLst>
              </p:cNvPr>
              <p:cNvSpPr/>
              <p:nvPr/>
            </p:nvSpPr>
            <p:spPr>
              <a:xfrm>
                <a:off x="9701381" y="4845900"/>
                <a:ext cx="277092" cy="320843"/>
              </a:xfrm>
              <a:custGeom>
                <a:avLst/>
                <a:gdLst>
                  <a:gd name="connsiteX0" fmla="*/ 226778 w 277091"/>
                  <a:gd name="connsiteY0" fmla="*/ 174276 h 320843"/>
                  <a:gd name="connsiteX1" fmla="*/ 213506 w 277091"/>
                  <a:gd name="connsiteY1" fmla="*/ 178943 h 320843"/>
                  <a:gd name="connsiteX2" fmla="*/ 209569 w 277091"/>
                  <a:gd name="connsiteY2" fmla="*/ 149046 h 320843"/>
                  <a:gd name="connsiteX3" fmla="*/ 217590 w 277091"/>
                  <a:gd name="connsiteY3" fmla="*/ 145546 h 320843"/>
                  <a:gd name="connsiteX4" fmla="*/ 235966 w 277091"/>
                  <a:gd name="connsiteY4" fmla="*/ 138692 h 320843"/>
                  <a:gd name="connsiteX5" fmla="*/ 245153 w 277091"/>
                  <a:gd name="connsiteY5" fmla="*/ 126150 h 320843"/>
                  <a:gd name="connsiteX6" fmla="*/ 250841 w 277091"/>
                  <a:gd name="connsiteY6" fmla="*/ 110107 h 320843"/>
                  <a:gd name="connsiteX7" fmla="*/ 182151 w 277091"/>
                  <a:gd name="connsiteY7" fmla="*/ 99753 h 320843"/>
                  <a:gd name="connsiteX8" fmla="*/ 67523 w 277091"/>
                  <a:gd name="connsiteY8" fmla="*/ 12688 h 320843"/>
                  <a:gd name="connsiteX9" fmla="*/ 45793 w 277091"/>
                  <a:gd name="connsiteY9" fmla="*/ 9188 h 320843"/>
                  <a:gd name="connsiteX10" fmla="*/ 12542 w 277091"/>
                  <a:gd name="connsiteY10" fmla="*/ 0 h 320843"/>
                  <a:gd name="connsiteX11" fmla="*/ 1021 w 277091"/>
                  <a:gd name="connsiteY11" fmla="*/ 17209 h 320843"/>
                  <a:gd name="connsiteX12" fmla="*/ 12542 w 277091"/>
                  <a:gd name="connsiteY12" fmla="*/ 54981 h 320843"/>
                  <a:gd name="connsiteX13" fmla="*/ 37772 w 277091"/>
                  <a:gd name="connsiteY13" fmla="*/ 85899 h 320843"/>
                  <a:gd name="connsiteX14" fmla="*/ 38939 w 277091"/>
                  <a:gd name="connsiteY14" fmla="*/ 104274 h 320843"/>
                  <a:gd name="connsiteX15" fmla="*/ 24063 w 277091"/>
                  <a:gd name="connsiteY15" fmla="*/ 112295 h 320843"/>
                  <a:gd name="connsiteX16" fmla="*/ 22897 w 277091"/>
                  <a:gd name="connsiteY16" fmla="*/ 139858 h 320843"/>
                  <a:gd name="connsiteX17" fmla="*/ 30918 w 277091"/>
                  <a:gd name="connsiteY17" fmla="*/ 155901 h 320843"/>
                  <a:gd name="connsiteX18" fmla="*/ 0 w 277091"/>
                  <a:gd name="connsiteY18" fmla="*/ 190318 h 320843"/>
                  <a:gd name="connsiteX19" fmla="*/ 3354 w 277091"/>
                  <a:gd name="connsiteY19" fmla="*/ 215840 h 320843"/>
                  <a:gd name="connsiteX20" fmla="*/ 39230 w 277091"/>
                  <a:gd name="connsiteY20" fmla="*/ 220215 h 320843"/>
                  <a:gd name="connsiteX21" fmla="*/ 56002 w 277091"/>
                  <a:gd name="connsiteY21" fmla="*/ 232466 h 320843"/>
                  <a:gd name="connsiteX22" fmla="*/ 92607 w 277091"/>
                  <a:gd name="connsiteY22" fmla="*/ 272134 h 320843"/>
                  <a:gd name="connsiteX23" fmla="*/ 127754 w 277091"/>
                  <a:gd name="connsiteY23" fmla="*/ 290509 h 320843"/>
                  <a:gd name="connsiteX24" fmla="*/ 159838 w 277091"/>
                  <a:gd name="connsiteY24" fmla="*/ 304218 h 320843"/>
                  <a:gd name="connsiteX25" fmla="*/ 177922 w 277091"/>
                  <a:gd name="connsiteY25" fmla="*/ 327260 h 320843"/>
                  <a:gd name="connsiteX26" fmla="*/ 249674 w 277091"/>
                  <a:gd name="connsiteY26" fmla="*/ 270529 h 320843"/>
                  <a:gd name="connsiteX27" fmla="*/ 279279 w 277091"/>
                  <a:gd name="connsiteY27" fmla="*/ 223715 h 320843"/>
                  <a:gd name="connsiteX28" fmla="*/ 247487 w 277091"/>
                  <a:gd name="connsiteY28" fmla="*/ 204173 h 320843"/>
                  <a:gd name="connsiteX29" fmla="*/ 226778 w 277091"/>
                  <a:gd name="connsiteY29" fmla="*/ 174276 h 320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77091" h="320843">
                    <a:moveTo>
                      <a:pt x="226778" y="174276"/>
                    </a:moveTo>
                    <a:lnTo>
                      <a:pt x="213506" y="178943"/>
                    </a:lnTo>
                    <a:lnTo>
                      <a:pt x="209569" y="149046"/>
                    </a:lnTo>
                    <a:lnTo>
                      <a:pt x="217590" y="145546"/>
                    </a:lnTo>
                    <a:lnTo>
                      <a:pt x="235966" y="138692"/>
                    </a:lnTo>
                    <a:lnTo>
                      <a:pt x="245153" y="126150"/>
                    </a:lnTo>
                    <a:lnTo>
                      <a:pt x="250841" y="110107"/>
                    </a:lnTo>
                    <a:lnTo>
                      <a:pt x="182151" y="99753"/>
                    </a:lnTo>
                    <a:lnTo>
                      <a:pt x="67523" y="12688"/>
                    </a:lnTo>
                    <a:lnTo>
                      <a:pt x="45793" y="9188"/>
                    </a:lnTo>
                    <a:lnTo>
                      <a:pt x="12542" y="0"/>
                    </a:lnTo>
                    <a:lnTo>
                      <a:pt x="1021" y="17209"/>
                    </a:lnTo>
                    <a:lnTo>
                      <a:pt x="12542" y="54981"/>
                    </a:lnTo>
                    <a:lnTo>
                      <a:pt x="37772" y="85899"/>
                    </a:lnTo>
                    <a:lnTo>
                      <a:pt x="38939" y="104274"/>
                    </a:lnTo>
                    <a:lnTo>
                      <a:pt x="24063" y="112295"/>
                    </a:lnTo>
                    <a:lnTo>
                      <a:pt x="22897" y="139858"/>
                    </a:lnTo>
                    <a:lnTo>
                      <a:pt x="30918" y="155901"/>
                    </a:lnTo>
                    <a:lnTo>
                      <a:pt x="0" y="190318"/>
                    </a:lnTo>
                    <a:lnTo>
                      <a:pt x="3354" y="215840"/>
                    </a:lnTo>
                    <a:lnTo>
                      <a:pt x="39230" y="220215"/>
                    </a:lnTo>
                    <a:lnTo>
                      <a:pt x="56002" y="232466"/>
                    </a:lnTo>
                    <a:lnTo>
                      <a:pt x="92607" y="272134"/>
                    </a:lnTo>
                    <a:cubicBezTo>
                      <a:pt x="92607" y="272134"/>
                      <a:pt x="121629" y="288905"/>
                      <a:pt x="127754" y="290509"/>
                    </a:cubicBezTo>
                    <a:cubicBezTo>
                      <a:pt x="133879" y="291967"/>
                      <a:pt x="159838" y="304218"/>
                      <a:pt x="159838" y="304218"/>
                    </a:cubicBezTo>
                    <a:cubicBezTo>
                      <a:pt x="165089" y="306405"/>
                      <a:pt x="173401" y="319385"/>
                      <a:pt x="177922" y="327260"/>
                    </a:cubicBezTo>
                    <a:lnTo>
                      <a:pt x="249674" y="270529"/>
                    </a:lnTo>
                    <a:lnTo>
                      <a:pt x="279279" y="223715"/>
                    </a:lnTo>
                    <a:lnTo>
                      <a:pt x="247487" y="204173"/>
                    </a:lnTo>
                    <a:lnTo>
                      <a:pt x="226778" y="174276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9" name="Freeform: Shape 8">
                <a:extLst>
                  <a:ext uri="{FF2B5EF4-FFF2-40B4-BE49-F238E27FC236}">
                    <a16:creationId xmlns:a16="http://schemas.microsoft.com/office/drawing/2014/main" id="{BA16D2AD-8A53-5BEE-448E-4221E26EA787}"/>
                  </a:ext>
                </a:extLst>
              </p:cNvPr>
              <p:cNvSpPr/>
              <p:nvPr/>
            </p:nvSpPr>
            <p:spPr>
              <a:xfrm>
                <a:off x="8994505" y="5822285"/>
                <a:ext cx="408346" cy="262508"/>
              </a:xfrm>
              <a:custGeom>
                <a:avLst/>
                <a:gdLst>
                  <a:gd name="connsiteX0" fmla="*/ 419138 w 408346"/>
                  <a:gd name="connsiteY0" fmla="*/ 0 h 262508"/>
                  <a:gd name="connsiteX1" fmla="*/ 361824 w 408346"/>
                  <a:gd name="connsiteY1" fmla="*/ 146713 h 262508"/>
                  <a:gd name="connsiteX2" fmla="*/ 400762 w 408346"/>
                  <a:gd name="connsiteY2" fmla="*/ 194839 h 262508"/>
                  <a:gd name="connsiteX3" fmla="*/ 380199 w 408346"/>
                  <a:gd name="connsiteY3" fmla="*/ 275050 h 262508"/>
                  <a:gd name="connsiteX4" fmla="*/ 293134 w 408346"/>
                  <a:gd name="connsiteY4" fmla="*/ 275050 h 262508"/>
                  <a:gd name="connsiteX5" fmla="*/ 256529 w 408346"/>
                  <a:gd name="connsiteY5" fmla="*/ 226924 h 262508"/>
                  <a:gd name="connsiteX6" fmla="*/ 208402 w 408346"/>
                  <a:gd name="connsiteY6" fmla="*/ 226924 h 262508"/>
                  <a:gd name="connsiteX7" fmla="*/ 155755 w 408346"/>
                  <a:gd name="connsiteY7" fmla="*/ 199360 h 262508"/>
                  <a:gd name="connsiteX8" fmla="*/ 68690 w 408346"/>
                  <a:gd name="connsiteY8" fmla="*/ 151234 h 262508"/>
                  <a:gd name="connsiteX9" fmla="*/ 27418 w 408346"/>
                  <a:gd name="connsiteY9" fmla="*/ 148900 h 262508"/>
                  <a:gd name="connsiteX10" fmla="*/ 4521 w 408346"/>
                  <a:gd name="connsiteY10" fmla="*/ 132858 h 262508"/>
                  <a:gd name="connsiteX11" fmla="*/ 0 w 408346"/>
                  <a:gd name="connsiteY11" fmla="*/ 89253 h 262508"/>
                  <a:gd name="connsiteX12" fmla="*/ 0 w 408346"/>
                  <a:gd name="connsiteY12" fmla="*/ 50314 h 262508"/>
                  <a:gd name="connsiteX13" fmla="*/ 34418 w 408346"/>
                  <a:gd name="connsiteY13" fmla="*/ 50314 h 262508"/>
                  <a:gd name="connsiteX14" fmla="*/ 59648 w 408346"/>
                  <a:gd name="connsiteY14" fmla="*/ 59502 h 262508"/>
                  <a:gd name="connsiteX15" fmla="*/ 80211 w 408346"/>
                  <a:gd name="connsiteY15" fmla="*/ 41126 h 262508"/>
                  <a:gd name="connsiteX16" fmla="*/ 96253 w 408346"/>
                  <a:gd name="connsiteY16" fmla="*/ 22751 h 262508"/>
                  <a:gd name="connsiteX17" fmla="*/ 128337 w 408346"/>
                  <a:gd name="connsiteY17" fmla="*/ 34272 h 262508"/>
                  <a:gd name="connsiteX18" fmla="*/ 158088 w 408346"/>
                  <a:gd name="connsiteY18" fmla="*/ 61835 h 262508"/>
                  <a:gd name="connsiteX19" fmla="*/ 219924 w 408346"/>
                  <a:gd name="connsiteY19" fmla="*/ 61835 h 262508"/>
                  <a:gd name="connsiteX20" fmla="*/ 268050 w 408346"/>
                  <a:gd name="connsiteY20" fmla="*/ 50314 h 262508"/>
                  <a:gd name="connsiteX21" fmla="*/ 327698 w 408346"/>
                  <a:gd name="connsiteY21" fmla="*/ 15896 h 262508"/>
                  <a:gd name="connsiteX22" fmla="*/ 352928 w 408346"/>
                  <a:gd name="connsiteY22" fmla="*/ 25084 h 262508"/>
                  <a:gd name="connsiteX23" fmla="*/ 378158 w 408346"/>
                  <a:gd name="connsiteY23" fmla="*/ 15896 h 262508"/>
                  <a:gd name="connsiteX24" fmla="*/ 419138 w 408346"/>
                  <a:gd name="connsiteY24" fmla="*/ 0 h 262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08346" h="262508">
                    <a:moveTo>
                      <a:pt x="419138" y="0"/>
                    </a:moveTo>
                    <a:lnTo>
                      <a:pt x="361824" y="146713"/>
                    </a:lnTo>
                    <a:lnTo>
                      <a:pt x="400762" y="194839"/>
                    </a:lnTo>
                    <a:lnTo>
                      <a:pt x="380199" y="275050"/>
                    </a:lnTo>
                    <a:lnTo>
                      <a:pt x="293134" y="275050"/>
                    </a:lnTo>
                    <a:lnTo>
                      <a:pt x="256529" y="226924"/>
                    </a:lnTo>
                    <a:lnTo>
                      <a:pt x="208402" y="226924"/>
                    </a:lnTo>
                    <a:lnTo>
                      <a:pt x="155755" y="199360"/>
                    </a:lnTo>
                    <a:lnTo>
                      <a:pt x="68690" y="151234"/>
                    </a:lnTo>
                    <a:lnTo>
                      <a:pt x="27418" y="148900"/>
                    </a:lnTo>
                    <a:cubicBezTo>
                      <a:pt x="27418" y="148900"/>
                      <a:pt x="4521" y="144379"/>
                      <a:pt x="4521" y="132858"/>
                    </a:cubicBezTo>
                    <a:cubicBezTo>
                      <a:pt x="4521" y="121337"/>
                      <a:pt x="0" y="89253"/>
                      <a:pt x="0" y="89253"/>
                    </a:cubicBezTo>
                    <a:lnTo>
                      <a:pt x="0" y="50314"/>
                    </a:lnTo>
                    <a:lnTo>
                      <a:pt x="34418" y="50314"/>
                    </a:lnTo>
                    <a:cubicBezTo>
                      <a:pt x="48127" y="57168"/>
                      <a:pt x="52793" y="66356"/>
                      <a:pt x="59648" y="59502"/>
                    </a:cubicBezTo>
                    <a:cubicBezTo>
                      <a:pt x="66502" y="52647"/>
                      <a:pt x="80211" y="41126"/>
                      <a:pt x="80211" y="41126"/>
                    </a:cubicBezTo>
                    <a:lnTo>
                      <a:pt x="96253" y="22751"/>
                    </a:lnTo>
                    <a:lnTo>
                      <a:pt x="128337" y="34272"/>
                    </a:lnTo>
                    <a:lnTo>
                      <a:pt x="158088" y="61835"/>
                    </a:lnTo>
                    <a:lnTo>
                      <a:pt x="219924" y="61835"/>
                    </a:lnTo>
                    <a:lnTo>
                      <a:pt x="268050" y="50314"/>
                    </a:lnTo>
                    <a:lnTo>
                      <a:pt x="327698" y="15896"/>
                    </a:lnTo>
                    <a:lnTo>
                      <a:pt x="352928" y="25084"/>
                    </a:lnTo>
                    <a:lnTo>
                      <a:pt x="378158" y="15896"/>
                    </a:lnTo>
                    <a:lnTo>
                      <a:pt x="419138" y="0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0" name="Freeform: Shape 15">
                <a:extLst>
                  <a:ext uri="{FF2B5EF4-FFF2-40B4-BE49-F238E27FC236}">
                    <a16:creationId xmlns:a16="http://schemas.microsoft.com/office/drawing/2014/main" id="{EDBD99E8-1C2F-1472-43A8-5C5831653036}"/>
                  </a:ext>
                </a:extLst>
              </p:cNvPr>
              <p:cNvSpPr/>
              <p:nvPr/>
            </p:nvSpPr>
            <p:spPr>
              <a:xfrm>
                <a:off x="8442071" y="5058970"/>
                <a:ext cx="116670" cy="262508"/>
              </a:xfrm>
              <a:custGeom>
                <a:avLst/>
                <a:gdLst>
                  <a:gd name="connsiteX0" fmla="*/ 82399 w 116670"/>
                  <a:gd name="connsiteY0" fmla="*/ 268342 h 262508"/>
                  <a:gd name="connsiteX1" fmla="*/ 27418 w 116670"/>
                  <a:gd name="connsiteY1" fmla="*/ 256820 h 262508"/>
                  <a:gd name="connsiteX2" fmla="*/ 20563 w 116670"/>
                  <a:gd name="connsiteY2" fmla="*/ 233924 h 262508"/>
                  <a:gd name="connsiteX3" fmla="*/ 16042 w 116670"/>
                  <a:gd name="connsiteY3" fmla="*/ 208694 h 262508"/>
                  <a:gd name="connsiteX4" fmla="*/ 20563 w 116670"/>
                  <a:gd name="connsiteY4" fmla="*/ 188131 h 262508"/>
                  <a:gd name="connsiteX5" fmla="*/ 4521 w 116670"/>
                  <a:gd name="connsiteY5" fmla="*/ 174422 h 262508"/>
                  <a:gd name="connsiteX6" fmla="*/ 0 w 116670"/>
                  <a:gd name="connsiteY6" fmla="*/ 156046 h 262508"/>
                  <a:gd name="connsiteX7" fmla="*/ 2333 w 116670"/>
                  <a:gd name="connsiteY7" fmla="*/ 80356 h 262508"/>
                  <a:gd name="connsiteX8" fmla="*/ 34418 w 116670"/>
                  <a:gd name="connsiteY8" fmla="*/ 55127 h 262508"/>
                  <a:gd name="connsiteX9" fmla="*/ 66502 w 116670"/>
                  <a:gd name="connsiteY9" fmla="*/ 36751 h 262508"/>
                  <a:gd name="connsiteX10" fmla="*/ 87065 w 116670"/>
                  <a:gd name="connsiteY10" fmla="*/ 43605 h 262508"/>
                  <a:gd name="connsiteX11" fmla="*/ 93920 w 116670"/>
                  <a:gd name="connsiteY11" fmla="*/ 0 h 262508"/>
                  <a:gd name="connsiteX12" fmla="*/ 119150 w 116670"/>
                  <a:gd name="connsiteY12" fmla="*/ 6854 h 262508"/>
                  <a:gd name="connsiteX13" fmla="*/ 119150 w 116670"/>
                  <a:gd name="connsiteY13" fmla="*/ 80211 h 262508"/>
                  <a:gd name="connsiteX14" fmla="*/ 123671 w 116670"/>
                  <a:gd name="connsiteY14" fmla="*/ 123816 h 262508"/>
                  <a:gd name="connsiteX15" fmla="*/ 112149 w 116670"/>
                  <a:gd name="connsiteY15" fmla="*/ 217736 h 262508"/>
                  <a:gd name="connsiteX16" fmla="*/ 82399 w 116670"/>
                  <a:gd name="connsiteY16" fmla="*/ 268342 h 262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6670" h="262508">
                    <a:moveTo>
                      <a:pt x="82399" y="268342"/>
                    </a:moveTo>
                    <a:lnTo>
                      <a:pt x="27418" y="256820"/>
                    </a:lnTo>
                    <a:cubicBezTo>
                      <a:pt x="27418" y="256820"/>
                      <a:pt x="20563" y="240778"/>
                      <a:pt x="20563" y="233924"/>
                    </a:cubicBezTo>
                    <a:cubicBezTo>
                      <a:pt x="20563" y="227069"/>
                      <a:pt x="16042" y="208694"/>
                      <a:pt x="16042" y="208694"/>
                    </a:cubicBezTo>
                    <a:lnTo>
                      <a:pt x="20563" y="188131"/>
                    </a:lnTo>
                    <a:lnTo>
                      <a:pt x="4521" y="174422"/>
                    </a:lnTo>
                    <a:lnTo>
                      <a:pt x="0" y="156046"/>
                    </a:lnTo>
                    <a:lnTo>
                      <a:pt x="2333" y="80356"/>
                    </a:lnTo>
                    <a:cubicBezTo>
                      <a:pt x="2333" y="80356"/>
                      <a:pt x="27563" y="61981"/>
                      <a:pt x="34418" y="55127"/>
                    </a:cubicBezTo>
                    <a:cubicBezTo>
                      <a:pt x="41272" y="48272"/>
                      <a:pt x="66502" y="36751"/>
                      <a:pt x="66502" y="36751"/>
                    </a:cubicBezTo>
                    <a:lnTo>
                      <a:pt x="87065" y="43605"/>
                    </a:lnTo>
                    <a:lnTo>
                      <a:pt x="93920" y="0"/>
                    </a:lnTo>
                    <a:lnTo>
                      <a:pt x="119150" y="6854"/>
                    </a:lnTo>
                    <a:lnTo>
                      <a:pt x="119150" y="80211"/>
                    </a:lnTo>
                    <a:cubicBezTo>
                      <a:pt x="119150" y="80211"/>
                      <a:pt x="123671" y="114628"/>
                      <a:pt x="123671" y="123816"/>
                    </a:cubicBezTo>
                    <a:cubicBezTo>
                      <a:pt x="123671" y="133004"/>
                      <a:pt x="112149" y="217736"/>
                      <a:pt x="112149" y="217736"/>
                    </a:cubicBezTo>
                    <a:lnTo>
                      <a:pt x="82399" y="268342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1" name="Freeform: Shape 26">
                <a:extLst>
                  <a:ext uri="{FF2B5EF4-FFF2-40B4-BE49-F238E27FC236}">
                    <a16:creationId xmlns:a16="http://schemas.microsoft.com/office/drawing/2014/main" id="{94ED28DF-723F-F1F8-D4A8-8D51533E5107}"/>
                  </a:ext>
                </a:extLst>
              </p:cNvPr>
              <p:cNvSpPr/>
              <p:nvPr/>
            </p:nvSpPr>
            <p:spPr>
              <a:xfrm>
                <a:off x="8389278" y="5361583"/>
                <a:ext cx="204173" cy="379178"/>
              </a:xfrm>
              <a:custGeom>
                <a:avLst/>
                <a:gdLst>
                  <a:gd name="connsiteX0" fmla="*/ 6854 w 204173"/>
                  <a:gd name="connsiteY0" fmla="*/ 55127 h 379178"/>
                  <a:gd name="connsiteX1" fmla="*/ 0 w 204173"/>
                  <a:gd name="connsiteY1" fmla="*/ 103253 h 379178"/>
                  <a:gd name="connsiteX2" fmla="*/ 48127 w 204173"/>
                  <a:gd name="connsiteY2" fmla="*/ 181130 h 379178"/>
                  <a:gd name="connsiteX3" fmla="*/ 45793 w 204173"/>
                  <a:gd name="connsiteY3" fmla="*/ 206360 h 379178"/>
                  <a:gd name="connsiteX4" fmla="*/ 59502 w 204173"/>
                  <a:gd name="connsiteY4" fmla="*/ 238445 h 379178"/>
                  <a:gd name="connsiteX5" fmla="*/ 34272 w 204173"/>
                  <a:gd name="connsiteY5" fmla="*/ 298092 h 379178"/>
                  <a:gd name="connsiteX6" fmla="*/ 47981 w 204173"/>
                  <a:gd name="connsiteY6" fmla="*/ 378303 h 379178"/>
                  <a:gd name="connsiteX7" fmla="*/ 80065 w 204173"/>
                  <a:gd name="connsiteY7" fmla="*/ 385157 h 379178"/>
                  <a:gd name="connsiteX8" fmla="*/ 109816 w 204173"/>
                  <a:gd name="connsiteY8" fmla="*/ 392012 h 379178"/>
                  <a:gd name="connsiteX9" fmla="*/ 114337 w 204173"/>
                  <a:gd name="connsiteY9" fmla="*/ 350740 h 379178"/>
                  <a:gd name="connsiteX10" fmla="*/ 162463 w 204173"/>
                  <a:gd name="connsiteY10" fmla="*/ 350740 h 379178"/>
                  <a:gd name="connsiteX11" fmla="*/ 173984 w 204173"/>
                  <a:gd name="connsiteY11" fmla="*/ 350740 h 379178"/>
                  <a:gd name="connsiteX12" fmla="*/ 203736 w 204173"/>
                  <a:gd name="connsiteY12" fmla="*/ 240778 h 379178"/>
                  <a:gd name="connsiteX13" fmla="*/ 215257 w 204173"/>
                  <a:gd name="connsiteY13" fmla="*/ 165088 h 379178"/>
                  <a:gd name="connsiteX14" fmla="*/ 201548 w 204173"/>
                  <a:gd name="connsiteY14" fmla="*/ 130671 h 379178"/>
                  <a:gd name="connsiteX15" fmla="*/ 206069 w 204173"/>
                  <a:gd name="connsiteY15" fmla="*/ 105440 h 379178"/>
                  <a:gd name="connsiteX16" fmla="*/ 183172 w 204173"/>
                  <a:gd name="connsiteY16" fmla="*/ 48126 h 379178"/>
                  <a:gd name="connsiteX17" fmla="*/ 141900 w 204173"/>
                  <a:gd name="connsiteY17" fmla="*/ 0 h 379178"/>
                  <a:gd name="connsiteX18" fmla="*/ 41126 w 204173"/>
                  <a:gd name="connsiteY18" fmla="*/ 71023 h 379178"/>
                  <a:gd name="connsiteX19" fmla="*/ 6854 w 204173"/>
                  <a:gd name="connsiteY19" fmla="*/ 55127 h 379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04173" h="379178">
                    <a:moveTo>
                      <a:pt x="6854" y="55127"/>
                    </a:moveTo>
                    <a:lnTo>
                      <a:pt x="0" y="103253"/>
                    </a:lnTo>
                    <a:lnTo>
                      <a:pt x="48127" y="181130"/>
                    </a:lnTo>
                    <a:cubicBezTo>
                      <a:pt x="48127" y="181130"/>
                      <a:pt x="41272" y="199506"/>
                      <a:pt x="45793" y="206360"/>
                    </a:cubicBezTo>
                    <a:cubicBezTo>
                      <a:pt x="50314" y="213215"/>
                      <a:pt x="59502" y="238445"/>
                      <a:pt x="59502" y="238445"/>
                    </a:cubicBezTo>
                    <a:cubicBezTo>
                      <a:pt x="59502" y="238445"/>
                      <a:pt x="29751" y="282050"/>
                      <a:pt x="34272" y="298092"/>
                    </a:cubicBezTo>
                    <a:cubicBezTo>
                      <a:pt x="38793" y="314134"/>
                      <a:pt x="47981" y="378303"/>
                      <a:pt x="47981" y="378303"/>
                    </a:cubicBezTo>
                    <a:cubicBezTo>
                      <a:pt x="47981" y="378303"/>
                      <a:pt x="68544" y="382824"/>
                      <a:pt x="80065" y="385157"/>
                    </a:cubicBezTo>
                    <a:cubicBezTo>
                      <a:pt x="91586" y="387491"/>
                      <a:pt x="109816" y="392012"/>
                      <a:pt x="109816" y="392012"/>
                    </a:cubicBezTo>
                    <a:lnTo>
                      <a:pt x="114337" y="350740"/>
                    </a:lnTo>
                    <a:lnTo>
                      <a:pt x="162463" y="350740"/>
                    </a:lnTo>
                    <a:cubicBezTo>
                      <a:pt x="162463" y="350740"/>
                      <a:pt x="166984" y="362261"/>
                      <a:pt x="173984" y="350740"/>
                    </a:cubicBezTo>
                    <a:cubicBezTo>
                      <a:pt x="180839" y="339219"/>
                      <a:pt x="201548" y="249966"/>
                      <a:pt x="203736" y="240778"/>
                    </a:cubicBezTo>
                    <a:cubicBezTo>
                      <a:pt x="206069" y="231590"/>
                      <a:pt x="219778" y="172089"/>
                      <a:pt x="215257" y="165088"/>
                    </a:cubicBezTo>
                    <a:cubicBezTo>
                      <a:pt x="210736" y="158234"/>
                      <a:pt x="201548" y="130671"/>
                      <a:pt x="201548" y="130671"/>
                    </a:cubicBezTo>
                    <a:lnTo>
                      <a:pt x="206069" y="105440"/>
                    </a:lnTo>
                    <a:lnTo>
                      <a:pt x="183172" y="48126"/>
                    </a:lnTo>
                    <a:lnTo>
                      <a:pt x="141900" y="0"/>
                    </a:lnTo>
                    <a:lnTo>
                      <a:pt x="41126" y="71023"/>
                    </a:lnTo>
                    <a:lnTo>
                      <a:pt x="6854" y="55127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2" name="Freeform: Shape 49">
                <a:extLst>
                  <a:ext uri="{FF2B5EF4-FFF2-40B4-BE49-F238E27FC236}">
                    <a16:creationId xmlns:a16="http://schemas.microsoft.com/office/drawing/2014/main" id="{6AE203D6-AA97-5CA2-43BB-D8E39E5D718D}"/>
                  </a:ext>
                </a:extLst>
              </p:cNvPr>
              <p:cNvSpPr/>
              <p:nvPr/>
            </p:nvSpPr>
            <p:spPr>
              <a:xfrm>
                <a:off x="6379923" y="2820067"/>
                <a:ext cx="597935" cy="583351"/>
              </a:xfrm>
              <a:custGeom>
                <a:avLst/>
                <a:gdLst>
                  <a:gd name="connsiteX0" fmla="*/ 59064 w 597935"/>
                  <a:gd name="connsiteY0" fmla="*/ 465369 h 583351"/>
                  <a:gd name="connsiteX1" fmla="*/ 8604 w 597935"/>
                  <a:gd name="connsiteY1" fmla="*/ 433284 h 583351"/>
                  <a:gd name="connsiteX2" fmla="*/ 10938 w 597935"/>
                  <a:gd name="connsiteY2" fmla="*/ 460848 h 583351"/>
                  <a:gd name="connsiteX3" fmla="*/ 38501 w 597935"/>
                  <a:gd name="connsiteY3" fmla="*/ 467702 h 583351"/>
                  <a:gd name="connsiteX4" fmla="*/ 45356 w 597935"/>
                  <a:gd name="connsiteY4" fmla="*/ 486078 h 583351"/>
                  <a:gd name="connsiteX5" fmla="*/ 38501 w 597935"/>
                  <a:gd name="connsiteY5" fmla="*/ 488411 h 583351"/>
                  <a:gd name="connsiteX6" fmla="*/ 4083 w 597935"/>
                  <a:gd name="connsiteY6" fmla="*/ 492932 h 583351"/>
                  <a:gd name="connsiteX7" fmla="*/ 4083 w 597935"/>
                  <a:gd name="connsiteY7" fmla="*/ 502120 h 583351"/>
                  <a:gd name="connsiteX8" fmla="*/ 20126 w 597935"/>
                  <a:gd name="connsiteY8" fmla="*/ 520495 h 583351"/>
                  <a:gd name="connsiteX9" fmla="*/ 31647 w 597935"/>
                  <a:gd name="connsiteY9" fmla="*/ 529683 h 583351"/>
                  <a:gd name="connsiteX10" fmla="*/ 45356 w 597935"/>
                  <a:gd name="connsiteY10" fmla="*/ 543392 h 583351"/>
                  <a:gd name="connsiteX11" fmla="*/ 29313 w 597935"/>
                  <a:gd name="connsiteY11" fmla="*/ 552580 h 583351"/>
                  <a:gd name="connsiteX12" fmla="*/ 49877 w 597935"/>
                  <a:gd name="connsiteY12" fmla="*/ 559434 h 583351"/>
                  <a:gd name="connsiteX13" fmla="*/ 68252 w 597935"/>
                  <a:gd name="connsiteY13" fmla="*/ 559434 h 583351"/>
                  <a:gd name="connsiteX14" fmla="*/ 56731 w 597935"/>
                  <a:gd name="connsiteY14" fmla="*/ 577810 h 583351"/>
                  <a:gd name="connsiteX15" fmla="*/ 65919 w 597935"/>
                  <a:gd name="connsiteY15" fmla="*/ 584664 h 583351"/>
                  <a:gd name="connsiteX16" fmla="*/ 185068 w 597935"/>
                  <a:gd name="connsiteY16" fmla="*/ 584664 h 583351"/>
                  <a:gd name="connsiteX17" fmla="*/ 203444 w 597935"/>
                  <a:gd name="connsiteY17" fmla="*/ 570955 h 583351"/>
                  <a:gd name="connsiteX18" fmla="*/ 233195 w 597935"/>
                  <a:gd name="connsiteY18" fmla="*/ 570955 h 583351"/>
                  <a:gd name="connsiteX19" fmla="*/ 308885 w 597935"/>
                  <a:gd name="connsiteY19" fmla="*/ 527350 h 583351"/>
                  <a:gd name="connsiteX20" fmla="*/ 411992 w 597935"/>
                  <a:gd name="connsiteY20" fmla="*/ 534204 h 583351"/>
                  <a:gd name="connsiteX21" fmla="*/ 501391 w 597935"/>
                  <a:gd name="connsiteY21" fmla="*/ 426430 h 583351"/>
                  <a:gd name="connsiteX22" fmla="*/ 499057 w 597935"/>
                  <a:gd name="connsiteY22" fmla="*/ 316468 h 583351"/>
                  <a:gd name="connsiteX23" fmla="*/ 501391 w 597935"/>
                  <a:gd name="connsiteY23" fmla="*/ 247779 h 583351"/>
                  <a:gd name="connsiteX24" fmla="*/ 505912 w 597935"/>
                  <a:gd name="connsiteY24" fmla="*/ 218028 h 583351"/>
                  <a:gd name="connsiteX25" fmla="*/ 528808 w 597935"/>
                  <a:gd name="connsiteY25" fmla="*/ 218028 h 583351"/>
                  <a:gd name="connsiteX26" fmla="*/ 547184 w 597935"/>
                  <a:gd name="connsiteY26" fmla="*/ 201986 h 583351"/>
                  <a:gd name="connsiteX27" fmla="*/ 570080 w 597935"/>
                  <a:gd name="connsiteY27" fmla="*/ 188277 h 583351"/>
                  <a:gd name="connsiteX28" fmla="*/ 592977 w 597935"/>
                  <a:gd name="connsiteY28" fmla="*/ 179089 h 583351"/>
                  <a:gd name="connsiteX29" fmla="*/ 602165 w 597935"/>
                  <a:gd name="connsiteY29" fmla="*/ 147005 h 583351"/>
                  <a:gd name="connsiteX30" fmla="*/ 565559 w 597935"/>
                  <a:gd name="connsiteY30" fmla="*/ 119441 h 583351"/>
                  <a:gd name="connsiteX31" fmla="*/ 565559 w 597935"/>
                  <a:gd name="connsiteY31" fmla="*/ 91878 h 583351"/>
                  <a:gd name="connsiteX32" fmla="*/ 549517 w 597935"/>
                  <a:gd name="connsiteY32" fmla="*/ 48272 h 583351"/>
                  <a:gd name="connsiteX33" fmla="*/ 537996 w 597935"/>
                  <a:gd name="connsiteY33" fmla="*/ 23042 h 583351"/>
                  <a:gd name="connsiteX34" fmla="*/ 501391 w 597935"/>
                  <a:gd name="connsiteY34" fmla="*/ 20709 h 583351"/>
                  <a:gd name="connsiteX35" fmla="*/ 441743 w 597935"/>
                  <a:gd name="connsiteY35" fmla="*/ 34418 h 583351"/>
                  <a:gd name="connsiteX36" fmla="*/ 450931 w 597935"/>
                  <a:gd name="connsiteY36" fmla="*/ 6854 h 583351"/>
                  <a:gd name="connsiteX37" fmla="*/ 414325 w 597935"/>
                  <a:gd name="connsiteY37" fmla="*/ 13709 h 583351"/>
                  <a:gd name="connsiteX38" fmla="*/ 398283 w 597935"/>
                  <a:gd name="connsiteY38" fmla="*/ 25230 h 583351"/>
                  <a:gd name="connsiteX39" fmla="*/ 391429 w 597935"/>
                  <a:gd name="connsiteY39" fmla="*/ 0 h 583351"/>
                  <a:gd name="connsiteX40" fmla="*/ 343302 w 597935"/>
                  <a:gd name="connsiteY40" fmla="*/ 2333 h 583351"/>
                  <a:gd name="connsiteX41" fmla="*/ 313551 w 597935"/>
                  <a:gd name="connsiteY41" fmla="*/ 43606 h 583351"/>
                  <a:gd name="connsiteX42" fmla="*/ 288322 w 597935"/>
                  <a:gd name="connsiteY42" fmla="*/ 57314 h 583351"/>
                  <a:gd name="connsiteX43" fmla="*/ 285988 w 597935"/>
                  <a:gd name="connsiteY43" fmla="*/ 73356 h 583351"/>
                  <a:gd name="connsiteX44" fmla="*/ 320406 w 597935"/>
                  <a:gd name="connsiteY44" fmla="*/ 96253 h 583351"/>
                  <a:gd name="connsiteX45" fmla="*/ 322739 w 597935"/>
                  <a:gd name="connsiteY45" fmla="*/ 109962 h 583351"/>
                  <a:gd name="connsiteX46" fmla="*/ 274613 w 597935"/>
                  <a:gd name="connsiteY46" fmla="*/ 123671 h 583351"/>
                  <a:gd name="connsiteX47" fmla="*/ 272279 w 597935"/>
                  <a:gd name="connsiteY47" fmla="*/ 139713 h 583351"/>
                  <a:gd name="connsiteX48" fmla="*/ 240195 w 597935"/>
                  <a:gd name="connsiteY48" fmla="*/ 151234 h 583351"/>
                  <a:gd name="connsiteX49" fmla="*/ 226486 w 597935"/>
                  <a:gd name="connsiteY49" fmla="*/ 142046 h 583351"/>
                  <a:gd name="connsiteX50" fmla="*/ 196735 w 597935"/>
                  <a:gd name="connsiteY50" fmla="*/ 155755 h 583351"/>
                  <a:gd name="connsiteX51" fmla="*/ 187548 w 597935"/>
                  <a:gd name="connsiteY51" fmla="*/ 119150 h 583351"/>
                  <a:gd name="connsiteX52" fmla="*/ 155463 w 597935"/>
                  <a:gd name="connsiteY52" fmla="*/ 114629 h 583351"/>
                  <a:gd name="connsiteX53" fmla="*/ 116524 w 597935"/>
                  <a:gd name="connsiteY53" fmla="*/ 114629 h 583351"/>
                  <a:gd name="connsiteX54" fmla="*/ 128046 w 597935"/>
                  <a:gd name="connsiteY54" fmla="*/ 133004 h 583351"/>
                  <a:gd name="connsiteX55" fmla="*/ 105149 w 597935"/>
                  <a:gd name="connsiteY55" fmla="*/ 139859 h 583351"/>
                  <a:gd name="connsiteX56" fmla="*/ 100628 w 597935"/>
                  <a:gd name="connsiteY56" fmla="*/ 155901 h 583351"/>
                  <a:gd name="connsiteX57" fmla="*/ 107483 w 597935"/>
                  <a:gd name="connsiteY57" fmla="*/ 167422 h 583351"/>
                  <a:gd name="connsiteX58" fmla="*/ 125858 w 597935"/>
                  <a:gd name="connsiteY58" fmla="*/ 171943 h 583351"/>
                  <a:gd name="connsiteX59" fmla="*/ 144234 w 597935"/>
                  <a:gd name="connsiteY59" fmla="*/ 185652 h 583351"/>
                  <a:gd name="connsiteX60" fmla="*/ 151088 w 597935"/>
                  <a:gd name="connsiteY60" fmla="*/ 206215 h 583351"/>
                  <a:gd name="connsiteX61" fmla="*/ 114483 w 597935"/>
                  <a:gd name="connsiteY61" fmla="*/ 222257 h 583351"/>
                  <a:gd name="connsiteX62" fmla="*/ 91586 w 597935"/>
                  <a:gd name="connsiteY62" fmla="*/ 240632 h 583351"/>
                  <a:gd name="connsiteX63" fmla="*/ 100774 w 597935"/>
                  <a:gd name="connsiteY63" fmla="*/ 261196 h 583351"/>
                  <a:gd name="connsiteX64" fmla="*/ 105295 w 597935"/>
                  <a:gd name="connsiteY64" fmla="*/ 279571 h 583351"/>
                  <a:gd name="connsiteX65" fmla="*/ 123671 w 597935"/>
                  <a:gd name="connsiteY65" fmla="*/ 272717 h 583351"/>
                  <a:gd name="connsiteX66" fmla="*/ 142046 w 597935"/>
                  <a:gd name="connsiteY66" fmla="*/ 272717 h 583351"/>
                  <a:gd name="connsiteX67" fmla="*/ 151234 w 597935"/>
                  <a:gd name="connsiteY67" fmla="*/ 297947 h 583351"/>
                  <a:gd name="connsiteX68" fmla="*/ 197027 w 597935"/>
                  <a:gd name="connsiteY68" fmla="*/ 302468 h 583351"/>
                  <a:gd name="connsiteX69" fmla="*/ 199360 w 597935"/>
                  <a:gd name="connsiteY69" fmla="*/ 325364 h 583351"/>
                  <a:gd name="connsiteX70" fmla="*/ 183318 w 597935"/>
                  <a:gd name="connsiteY70" fmla="*/ 325364 h 583351"/>
                  <a:gd name="connsiteX71" fmla="*/ 162755 w 597935"/>
                  <a:gd name="connsiteY71" fmla="*/ 334552 h 583351"/>
                  <a:gd name="connsiteX72" fmla="*/ 149046 w 597935"/>
                  <a:gd name="connsiteY72" fmla="*/ 332219 h 583351"/>
                  <a:gd name="connsiteX73" fmla="*/ 128483 w 597935"/>
                  <a:gd name="connsiteY73" fmla="*/ 384866 h 583351"/>
                  <a:gd name="connsiteX74" fmla="*/ 110108 w 597935"/>
                  <a:gd name="connsiteY74" fmla="*/ 389387 h 583351"/>
                  <a:gd name="connsiteX75" fmla="*/ 94065 w 597935"/>
                  <a:gd name="connsiteY75" fmla="*/ 396241 h 583351"/>
                  <a:gd name="connsiteX76" fmla="*/ 116962 w 597935"/>
                  <a:gd name="connsiteY76" fmla="*/ 405429 h 583351"/>
                  <a:gd name="connsiteX77" fmla="*/ 174276 w 597935"/>
                  <a:gd name="connsiteY77" fmla="*/ 403096 h 583351"/>
                  <a:gd name="connsiteX78" fmla="*/ 197173 w 597935"/>
                  <a:gd name="connsiteY78" fmla="*/ 409950 h 583351"/>
                  <a:gd name="connsiteX79" fmla="*/ 176610 w 597935"/>
                  <a:gd name="connsiteY79" fmla="*/ 425992 h 583351"/>
                  <a:gd name="connsiteX80" fmla="*/ 128483 w 597935"/>
                  <a:gd name="connsiteY80" fmla="*/ 425992 h 583351"/>
                  <a:gd name="connsiteX81" fmla="*/ 107920 w 597935"/>
                  <a:gd name="connsiteY81" fmla="*/ 419138 h 583351"/>
                  <a:gd name="connsiteX82" fmla="*/ 87357 w 597935"/>
                  <a:gd name="connsiteY82" fmla="*/ 430659 h 583351"/>
                  <a:gd name="connsiteX83" fmla="*/ 59064 w 597935"/>
                  <a:gd name="connsiteY83" fmla="*/ 465369 h 583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597935" h="583351">
                    <a:moveTo>
                      <a:pt x="59064" y="465369"/>
                    </a:moveTo>
                    <a:cubicBezTo>
                      <a:pt x="59064" y="465369"/>
                      <a:pt x="6417" y="424097"/>
                      <a:pt x="8604" y="433284"/>
                    </a:cubicBezTo>
                    <a:cubicBezTo>
                      <a:pt x="10938" y="442472"/>
                      <a:pt x="10938" y="460848"/>
                      <a:pt x="10938" y="460848"/>
                    </a:cubicBezTo>
                    <a:cubicBezTo>
                      <a:pt x="10938" y="460848"/>
                      <a:pt x="33834" y="460848"/>
                      <a:pt x="38501" y="467702"/>
                    </a:cubicBezTo>
                    <a:cubicBezTo>
                      <a:pt x="43022" y="474557"/>
                      <a:pt x="52210" y="483744"/>
                      <a:pt x="45356" y="486078"/>
                    </a:cubicBezTo>
                    <a:cubicBezTo>
                      <a:pt x="38501" y="488411"/>
                      <a:pt x="65919" y="488411"/>
                      <a:pt x="38501" y="488411"/>
                    </a:cubicBezTo>
                    <a:cubicBezTo>
                      <a:pt x="11084" y="488411"/>
                      <a:pt x="4083" y="492932"/>
                      <a:pt x="4083" y="492932"/>
                    </a:cubicBezTo>
                    <a:cubicBezTo>
                      <a:pt x="4083" y="492932"/>
                      <a:pt x="-5104" y="490599"/>
                      <a:pt x="4083" y="502120"/>
                    </a:cubicBezTo>
                    <a:cubicBezTo>
                      <a:pt x="13271" y="513641"/>
                      <a:pt x="20126" y="520495"/>
                      <a:pt x="20126" y="520495"/>
                    </a:cubicBezTo>
                    <a:cubicBezTo>
                      <a:pt x="31647" y="529683"/>
                      <a:pt x="31647" y="529683"/>
                      <a:pt x="31647" y="529683"/>
                    </a:cubicBezTo>
                    <a:lnTo>
                      <a:pt x="45356" y="543392"/>
                    </a:lnTo>
                    <a:lnTo>
                      <a:pt x="29313" y="552580"/>
                    </a:lnTo>
                    <a:lnTo>
                      <a:pt x="49877" y="559434"/>
                    </a:lnTo>
                    <a:lnTo>
                      <a:pt x="68252" y="559434"/>
                    </a:lnTo>
                    <a:lnTo>
                      <a:pt x="56731" y="577810"/>
                    </a:lnTo>
                    <a:lnTo>
                      <a:pt x="65919" y="584664"/>
                    </a:lnTo>
                    <a:lnTo>
                      <a:pt x="185068" y="584664"/>
                    </a:lnTo>
                    <a:lnTo>
                      <a:pt x="203444" y="570955"/>
                    </a:lnTo>
                    <a:cubicBezTo>
                      <a:pt x="203444" y="570955"/>
                      <a:pt x="226340" y="573289"/>
                      <a:pt x="233195" y="570955"/>
                    </a:cubicBezTo>
                    <a:cubicBezTo>
                      <a:pt x="240049" y="568622"/>
                      <a:pt x="308885" y="527350"/>
                      <a:pt x="308885" y="527350"/>
                    </a:cubicBezTo>
                    <a:cubicBezTo>
                      <a:pt x="308885" y="527350"/>
                      <a:pt x="402804" y="541059"/>
                      <a:pt x="411992" y="534204"/>
                    </a:cubicBezTo>
                    <a:cubicBezTo>
                      <a:pt x="421180" y="527350"/>
                      <a:pt x="501391" y="433430"/>
                      <a:pt x="501391" y="426430"/>
                    </a:cubicBezTo>
                    <a:cubicBezTo>
                      <a:pt x="501391" y="419430"/>
                      <a:pt x="499057" y="325656"/>
                      <a:pt x="499057" y="316468"/>
                    </a:cubicBezTo>
                    <a:cubicBezTo>
                      <a:pt x="499057" y="307280"/>
                      <a:pt x="501391" y="247779"/>
                      <a:pt x="501391" y="247779"/>
                    </a:cubicBezTo>
                    <a:lnTo>
                      <a:pt x="505912" y="218028"/>
                    </a:lnTo>
                    <a:lnTo>
                      <a:pt x="528808" y="218028"/>
                    </a:lnTo>
                    <a:lnTo>
                      <a:pt x="547184" y="201986"/>
                    </a:lnTo>
                    <a:lnTo>
                      <a:pt x="570080" y="188277"/>
                    </a:lnTo>
                    <a:lnTo>
                      <a:pt x="592977" y="179089"/>
                    </a:lnTo>
                    <a:lnTo>
                      <a:pt x="602165" y="147005"/>
                    </a:lnTo>
                    <a:lnTo>
                      <a:pt x="565559" y="119441"/>
                    </a:lnTo>
                    <a:lnTo>
                      <a:pt x="565559" y="91878"/>
                    </a:lnTo>
                    <a:lnTo>
                      <a:pt x="549517" y="48272"/>
                    </a:lnTo>
                    <a:lnTo>
                      <a:pt x="537996" y="23042"/>
                    </a:lnTo>
                    <a:lnTo>
                      <a:pt x="501391" y="20709"/>
                    </a:lnTo>
                    <a:lnTo>
                      <a:pt x="441743" y="34418"/>
                    </a:lnTo>
                    <a:lnTo>
                      <a:pt x="450931" y="6854"/>
                    </a:lnTo>
                    <a:lnTo>
                      <a:pt x="414325" y="13709"/>
                    </a:lnTo>
                    <a:lnTo>
                      <a:pt x="398283" y="25230"/>
                    </a:lnTo>
                    <a:lnTo>
                      <a:pt x="391429" y="0"/>
                    </a:lnTo>
                    <a:lnTo>
                      <a:pt x="343302" y="2333"/>
                    </a:lnTo>
                    <a:lnTo>
                      <a:pt x="313551" y="43606"/>
                    </a:lnTo>
                    <a:lnTo>
                      <a:pt x="288322" y="57314"/>
                    </a:lnTo>
                    <a:lnTo>
                      <a:pt x="285988" y="73356"/>
                    </a:lnTo>
                    <a:lnTo>
                      <a:pt x="320406" y="96253"/>
                    </a:lnTo>
                    <a:cubicBezTo>
                      <a:pt x="320406" y="96253"/>
                      <a:pt x="343302" y="103107"/>
                      <a:pt x="322739" y="109962"/>
                    </a:cubicBezTo>
                    <a:cubicBezTo>
                      <a:pt x="302176" y="116816"/>
                      <a:pt x="274613" y="123671"/>
                      <a:pt x="274613" y="123671"/>
                    </a:cubicBezTo>
                    <a:lnTo>
                      <a:pt x="272279" y="139713"/>
                    </a:lnTo>
                    <a:lnTo>
                      <a:pt x="240195" y="151234"/>
                    </a:lnTo>
                    <a:lnTo>
                      <a:pt x="226486" y="142046"/>
                    </a:lnTo>
                    <a:lnTo>
                      <a:pt x="196735" y="155755"/>
                    </a:lnTo>
                    <a:lnTo>
                      <a:pt x="187548" y="119150"/>
                    </a:lnTo>
                    <a:cubicBezTo>
                      <a:pt x="187548" y="119150"/>
                      <a:pt x="169172" y="114629"/>
                      <a:pt x="155463" y="114629"/>
                    </a:cubicBezTo>
                    <a:cubicBezTo>
                      <a:pt x="141754" y="114629"/>
                      <a:pt x="116524" y="114629"/>
                      <a:pt x="116524" y="114629"/>
                    </a:cubicBezTo>
                    <a:lnTo>
                      <a:pt x="128046" y="133004"/>
                    </a:lnTo>
                    <a:cubicBezTo>
                      <a:pt x="128046" y="133004"/>
                      <a:pt x="107483" y="130671"/>
                      <a:pt x="105149" y="139859"/>
                    </a:cubicBezTo>
                    <a:cubicBezTo>
                      <a:pt x="102816" y="149046"/>
                      <a:pt x="100628" y="155901"/>
                      <a:pt x="100628" y="155901"/>
                    </a:cubicBezTo>
                    <a:lnTo>
                      <a:pt x="107483" y="167422"/>
                    </a:lnTo>
                    <a:lnTo>
                      <a:pt x="125858" y="171943"/>
                    </a:lnTo>
                    <a:cubicBezTo>
                      <a:pt x="125858" y="171943"/>
                      <a:pt x="141900" y="176464"/>
                      <a:pt x="144234" y="185652"/>
                    </a:cubicBezTo>
                    <a:cubicBezTo>
                      <a:pt x="146567" y="194839"/>
                      <a:pt x="151088" y="206215"/>
                      <a:pt x="151088" y="206215"/>
                    </a:cubicBezTo>
                    <a:cubicBezTo>
                      <a:pt x="151088" y="206215"/>
                      <a:pt x="123525" y="215403"/>
                      <a:pt x="114483" y="222257"/>
                    </a:cubicBezTo>
                    <a:cubicBezTo>
                      <a:pt x="105295" y="229111"/>
                      <a:pt x="91586" y="240632"/>
                      <a:pt x="91586" y="240632"/>
                    </a:cubicBezTo>
                    <a:lnTo>
                      <a:pt x="100774" y="261196"/>
                    </a:lnTo>
                    <a:lnTo>
                      <a:pt x="105295" y="279571"/>
                    </a:lnTo>
                    <a:lnTo>
                      <a:pt x="123671" y="272717"/>
                    </a:lnTo>
                    <a:lnTo>
                      <a:pt x="142046" y="272717"/>
                    </a:lnTo>
                    <a:lnTo>
                      <a:pt x="151234" y="297947"/>
                    </a:lnTo>
                    <a:lnTo>
                      <a:pt x="197027" y="302468"/>
                    </a:lnTo>
                    <a:lnTo>
                      <a:pt x="199360" y="325364"/>
                    </a:lnTo>
                    <a:cubicBezTo>
                      <a:pt x="199360" y="325364"/>
                      <a:pt x="192506" y="318510"/>
                      <a:pt x="183318" y="325364"/>
                    </a:cubicBezTo>
                    <a:cubicBezTo>
                      <a:pt x="174130" y="332219"/>
                      <a:pt x="162755" y="334552"/>
                      <a:pt x="162755" y="334552"/>
                    </a:cubicBezTo>
                    <a:lnTo>
                      <a:pt x="149046" y="332219"/>
                    </a:lnTo>
                    <a:lnTo>
                      <a:pt x="128483" y="384866"/>
                    </a:lnTo>
                    <a:lnTo>
                      <a:pt x="110108" y="389387"/>
                    </a:lnTo>
                    <a:lnTo>
                      <a:pt x="94065" y="396241"/>
                    </a:lnTo>
                    <a:cubicBezTo>
                      <a:pt x="94065" y="396241"/>
                      <a:pt x="107774" y="405429"/>
                      <a:pt x="116962" y="405429"/>
                    </a:cubicBezTo>
                    <a:cubicBezTo>
                      <a:pt x="126150" y="405429"/>
                      <a:pt x="174276" y="403096"/>
                      <a:pt x="174276" y="403096"/>
                    </a:cubicBezTo>
                    <a:lnTo>
                      <a:pt x="197173" y="409950"/>
                    </a:lnTo>
                    <a:cubicBezTo>
                      <a:pt x="197173" y="409950"/>
                      <a:pt x="197173" y="425992"/>
                      <a:pt x="176610" y="425992"/>
                    </a:cubicBezTo>
                    <a:cubicBezTo>
                      <a:pt x="156046" y="425992"/>
                      <a:pt x="128483" y="425992"/>
                      <a:pt x="128483" y="425992"/>
                    </a:cubicBezTo>
                    <a:lnTo>
                      <a:pt x="107920" y="419138"/>
                    </a:lnTo>
                    <a:lnTo>
                      <a:pt x="87357" y="430659"/>
                    </a:lnTo>
                    <a:lnTo>
                      <a:pt x="59064" y="465369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3" name="Freeform: Shape 52">
                <a:extLst>
                  <a:ext uri="{FF2B5EF4-FFF2-40B4-BE49-F238E27FC236}">
                    <a16:creationId xmlns:a16="http://schemas.microsoft.com/office/drawing/2014/main" id="{F2A6CFEC-0677-AF65-E6C8-AA7541732F76}"/>
                  </a:ext>
                </a:extLst>
              </p:cNvPr>
              <p:cNvSpPr/>
              <p:nvPr/>
            </p:nvSpPr>
            <p:spPr>
              <a:xfrm>
                <a:off x="6817145" y="2294759"/>
                <a:ext cx="845860" cy="1458379"/>
              </a:xfrm>
              <a:custGeom>
                <a:avLst/>
                <a:gdLst>
                  <a:gd name="connsiteX0" fmla="*/ 0 w 845859"/>
                  <a:gd name="connsiteY0" fmla="*/ 1416815 h 1458378"/>
                  <a:gd name="connsiteX1" fmla="*/ 11521 w 845859"/>
                  <a:gd name="connsiteY1" fmla="*/ 1432857 h 1458378"/>
                  <a:gd name="connsiteX2" fmla="*/ 29897 w 845859"/>
                  <a:gd name="connsiteY2" fmla="*/ 1437378 h 1458378"/>
                  <a:gd name="connsiteX3" fmla="*/ 41418 w 845859"/>
                  <a:gd name="connsiteY3" fmla="*/ 1457941 h 1458378"/>
                  <a:gd name="connsiteX4" fmla="*/ 50606 w 845859"/>
                  <a:gd name="connsiteY4" fmla="*/ 1460275 h 1458378"/>
                  <a:gd name="connsiteX5" fmla="*/ 66648 w 845859"/>
                  <a:gd name="connsiteY5" fmla="*/ 1430524 h 1458378"/>
                  <a:gd name="connsiteX6" fmla="*/ 96399 w 845859"/>
                  <a:gd name="connsiteY6" fmla="*/ 1405294 h 1458378"/>
                  <a:gd name="connsiteX7" fmla="*/ 126150 w 845859"/>
                  <a:gd name="connsiteY7" fmla="*/ 1400773 h 1458378"/>
                  <a:gd name="connsiteX8" fmla="*/ 208694 w 845859"/>
                  <a:gd name="connsiteY8" fmla="*/ 1437378 h 1458378"/>
                  <a:gd name="connsiteX9" fmla="*/ 243112 w 845859"/>
                  <a:gd name="connsiteY9" fmla="*/ 1425857 h 1458378"/>
                  <a:gd name="connsiteX10" fmla="*/ 245445 w 845859"/>
                  <a:gd name="connsiteY10" fmla="*/ 1384585 h 1458378"/>
                  <a:gd name="connsiteX11" fmla="*/ 311947 w 845859"/>
                  <a:gd name="connsiteY11" fmla="*/ 1384585 h 1458378"/>
                  <a:gd name="connsiteX12" fmla="*/ 387637 w 845859"/>
                  <a:gd name="connsiteY12" fmla="*/ 1402960 h 1458378"/>
                  <a:gd name="connsiteX13" fmla="*/ 422055 w 845859"/>
                  <a:gd name="connsiteY13" fmla="*/ 1396106 h 1458378"/>
                  <a:gd name="connsiteX14" fmla="*/ 454139 w 845859"/>
                  <a:gd name="connsiteY14" fmla="*/ 1389251 h 1458378"/>
                  <a:gd name="connsiteX15" fmla="*/ 552726 w 845859"/>
                  <a:gd name="connsiteY15" fmla="*/ 1393772 h 1458378"/>
                  <a:gd name="connsiteX16" fmla="*/ 616894 w 845859"/>
                  <a:gd name="connsiteY16" fmla="*/ 1386918 h 1458378"/>
                  <a:gd name="connsiteX17" fmla="*/ 653500 w 845859"/>
                  <a:gd name="connsiteY17" fmla="*/ 1396106 h 1458378"/>
                  <a:gd name="connsiteX18" fmla="*/ 731377 w 845859"/>
                  <a:gd name="connsiteY18" fmla="*/ 1391585 h 1458378"/>
                  <a:gd name="connsiteX19" fmla="*/ 804733 w 845859"/>
                  <a:gd name="connsiteY19" fmla="*/ 1357167 h 1458378"/>
                  <a:gd name="connsiteX20" fmla="*/ 807067 w 845859"/>
                  <a:gd name="connsiteY20" fmla="*/ 1309041 h 1458378"/>
                  <a:gd name="connsiteX21" fmla="*/ 763461 w 845859"/>
                  <a:gd name="connsiteY21" fmla="*/ 1297520 h 1458378"/>
                  <a:gd name="connsiteX22" fmla="*/ 713001 w 845859"/>
                  <a:gd name="connsiteY22" fmla="*/ 1288332 h 1458378"/>
                  <a:gd name="connsiteX23" fmla="*/ 713001 w 845859"/>
                  <a:gd name="connsiteY23" fmla="*/ 1276810 h 1458378"/>
                  <a:gd name="connsiteX24" fmla="*/ 751940 w 845859"/>
                  <a:gd name="connsiteY24" fmla="*/ 1272289 h 1458378"/>
                  <a:gd name="connsiteX25" fmla="*/ 756461 w 845859"/>
                  <a:gd name="connsiteY25" fmla="*/ 1253914 h 1458378"/>
                  <a:gd name="connsiteX26" fmla="*/ 749607 w 845859"/>
                  <a:gd name="connsiteY26" fmla="*/ 1235538 h 1458378"/>
                  <a:gd name="connsiteX27" fmla="*/ 784024 w 845859"/>
                  <a:gd name="connsiteY27" fmla="*/ 1228684 h 1458378"/>
                  <a:gd name="connsiteX28" fmla="*/ 816109 w 845859"/>
                  <a:gd name="connsiteY28" fmla="*/ 1205787 h 1458378"/>
                  <a:gd name="connsiteX29" fmla="*/ 841339 w 845859"/>
                  <a:gd name="connsiteY29" fmla="*/ 1185224 h 1458378"/>
                  <a:gd name="connsiteX30" fmla="*/ 857381 w 845859"/>
                  <a:gd name="connsiteY30" fmla="*/ 1109534 h 1458378"/>
                  <a:gd name="connsiteX31" fmla="*/ 829817 w 845859"/>
                  <a:gd name="connsiteY31" fmla="*/ 1059075 h 1458378"/>
                  <a:gd name="connsiteX32" fmla="*/ 802254 w 845859"/>
                  <a:gd name="connsiteY32" fmla="*/ 1038511 h 1458378"/>
                  <a:gd name="connsiteX33" fmla="*/ 754128 w 845859"/>
                  <a:gd name="connsiteY33" fmla="*/ 1036178 h 1458378"/>
                  <a:gd name="connsiteX34" fmla="*/ 701480 w 845859"/>
                  <a:gd name="connsiteY34" fmla="*/ 1056741 h 1458378"/>
                  <a:gd name="connsiteX35" fmla="*/ 694626 w 845859"/>
                  <a:gd name="connsiteY35" fmla="*/ 1026990 h 1458378"/>
                  <a:gd name="connsiteX36" fmla="*/ 715189 w 845859"/>
                  <a:gd name="connsiteY36" fmla="*/ 988052 h 1458378"/>
                  <a:gd name="connsiteX37" fmla="*/ 715189 w 845859"/>
                  <a:gd name="connsiteY37" fmla="*/ 965155 h 1458378"/>
                  <a:gd name="connsiteX38" fmla="*/ 689959 w 845859"/>
                  <a:gd name="connsiteY38" fmla="*/ 930737 h 1458378"/>
                  <a:gd name="connsiteX39" fmla="*/ 648687 w 845859"/>
                  <a:gd name="connsiteY39" fmla="*/ 900986 h 1458378"/>
                  <a:gd name="connsiteX40" fmla="*/ 657875 w 845859"/>
                  <a:gd name="connsiteY40" fmla="*/ 884944 h 1458378"/>
                  <a:gd name="connsiteX41" fmla="*/ 680771 w 845859"/>
                  <a:gd name="connsiteY41" fmla="*/ 887278 h 1458378"/>
                  <a:gd name="connsiteX42" fmla="*/ 708335 w 845859"/>
                  <a:gd name="connsiteY42" fmla="*/ 900986 h 1458378"/>
                  <a:gd name="connsiteX43" fmla="*/ 708335 w 845859"/>
                  <a:gd name="connsiteY43" fmla="*/ 884944 h 1458378"/>
                  <a:gd name="connsiteX44" fmla="*/ 708335 w 845859"/>
                  <a:gd name="connsiteY44" fmla="*/ 873423 h 1458378"/>
                  <a:gd name="connsiteX45" fmla="*/ 692292 w 845859"/>
                  <a:gd name="connsiteY45" fmla="*/ 845860 h 1458378"/>
                  <a:gd name="connsiteX46" fmla="*/ 680771 w 845859"/>
                  <a:gd name="connsiteY46" fmla="*/ 809254 h 1458378"/>
                  <a:gd name="connsiteX47" fmla="*/ 639499 w 845859"/>
                  <a:gd name="connsiteY47" fmla="*/ 747419 h 1458378"/>
                  <a:gd name="connsiteX48" fmla="*/ 611936 w 845859"/>
                  <a:gd name="connsiteY48" fmla="*/ 740565 h 1458378"/>
                  <a:gd name="connsiteX49" fmla="*/ 595894 w 845859"/>
                  <a:gd name="connsiteY49" fmla="*/ 699293 h 1458378"/>
                  <a:gd name="connsiteX50" fmla="*/ 563809 w 845859"/>
                  <a:gd name="connsiteY50" fmla="*/ 552580 h 1458378"/>
                  <a:gd name="connsiteX51" fmla="*/ 488119 w 845859"/>
                  <a:gd name="connsiteY51" fmla="*/ 470035 h 1458378"/>
                  <a:gd name="connsiteX52" fmla="*/ 453702 w 845859"/>
                  <a:gd name="connsiteY52" fmla="*/ 476890 h 1458378"/>
                  <a:gd name="connsiteX53" fmla="*/ 433138 w 845859"/>
                  <a:gd name="connsiteY53" fmla="*/ 483744 h 1458378"/>
                  <a:gd name="connsiteX54" fmla="*/ 403388 w 845859"/>
                  <a:gd name="connsiteY54" fmla="*/ 476890 h 1458378"/>
                  <a:gd name="connsiteX55" fmla="*/ 389679 w 845859"/>
                  <a:gd name="connsiteY55" fmla="*/ 458514 h 1458378"/>
                  <a:gd name="connsiteX56" fmla="*/ 424097 w 845859"/>
                  <a:gd name="connsiteY56" fmla="*/ 451660 h 1458378"/>
                  <a:gd name="connsiteX57" fmla="*/ 476744 w 845859"/>
                  <a:gd name="connsiteY57" fmla="*/ 435618 h 1458378"/>
                  <a:gd name="connsiteX58" fmla="*/ 497307 w 845859"/>
                  <a:gd name="connsiteY58" fmla="*/ 424096 h 1458378"/>
                  <a:gd name="connsiteX59" fmla="*/ 492786 w 845859"/>
                  <a:gd name="connsiteY59" fmla="*/ 405721 h 1458378"/>
                  <a:gd name="connsiteX60" fmla="*/ 479077 w 845859"/>
                  <a:gd name="connsiteY60" fmla="*/ 401200 h 1458378"/>
                  <a:gd name="connsiteX61" fmla="*/ 524871 w 845859"/>
                  <a:gd name="connsiteY61" fmla="*/ 373637 h 1458378"/>
                  <a:gd name="connsiteX62" fmla="*/ 577518 w 845859"/>
                  <a:gd name="connsiteY62" fmla="*/ 268196 h 1458378"/>
                  <a:gd name="connsiteX63" fmla="*/ 605081 w 845859"/>
                  <a:gd name="connsiteY63" fmla="*/ 233778 h 1458378"/>
                  <a:gd name="connsiteX64" fmla="*/ 595894 w 845859"/>
                  <a:gd name="connsiteY64" fmla="*/ 206215 h 1458378"/>
                  <a:gd name="connsiteX65" fmla="*/ 527204 w 845859"/>
                  <a:gd name="connsiteY65" fmla="*/ 183318 h 1458378"/>
                  <a:gd name="connsiteX66" fmla="*/ 458514 w 845859"/>
                  <a:gd name="connsiteY66" fmla="*/ 169609 h 1458378"/>
                  <a:gd name="connsiteX67" fmla="*/ 417242 w 845859"/>
                  <a:gd name="connsiteY67" fmla="*/ 192506 h 1458378"/>
                  <a:gd name="connsiteX68" fmla="*/ 369116 w 845859"/>
                  <a:gd name="connsiteY68" fmla="*/ 199360 h 1458378"/>
                  <a:gd name="connsiteX69" fmla="*/ 369116 w 845859"/>
                  <a:gd name="connsiteY69" fmla="*/ 190172 h 1458378"/>
                  <a:gd name="connsiteX70" fmla="*/ 387491 w 845859"/>
                  <a:gd name="connsiteY70" fmla="*/ 178651 h 1458378"/>
                  <a:gd name="connsiteX71" fmla="*/ 408054 w 845859"/>
                  <a:gd name="connsiteY71" fmla="*/ 160276 h 1458378"/>
                  <a:gd name="connsiteX72" fmla="*/ 412575 w 845859"/>
                  <a:gd name="connsiteY72" fmla="*/ 151088 h 1458378"/>
                  <a:gd name="connsiteX73" fmla="*/ 401054 w 845859"/>
                  <a:gd name="connsiteY73" fmla="*/ 144234 h 1458378"/>
                  <a:gd name="connsiteX74" fmla="*/ 414763 w 845859"/>
                  <a:gd name="connsiteY74" fmla="*/ 123670 h 1458378"/>
                  <a:gd name="connsiteX75" fmla="*/ 444514 w 845859"/>
                  <a:gd name="connsiteY75" fmla="*/ 109962 h 1458378"/>
                  <a:gd name="connsiteX76" fmla="*/ 483453 w 845859"/>
                  <a:gd name="connsiteY76" fmla="*/ 71023 h 1458378"/>
                  <a:gd name="connsiteX77" fmla="*/ 501828 w 845859"/>
                  <a:gd name="connsiteY77" fmla="*/ 32084 h 1458378"/>
                  <a:gd name="connsiteX78" fmla="*/ 494974 w 845859"/>
                  <a:gd name="connsiteY78" fmla="*/ 18375 h 1458378"/>
                  <a:gd name="connsiteX79" fmla="*/ 485786 w 845859"/>
                  <a:gd name="connsiteY79" fmla="*/ 16042 h 1458378"/>
                  <a:gd name="connsiteX80" fmla="*/ 460556 w 845859"/>
                  <a:gd name="connsiteY80" fmla="*/ 25230 h 1458378"/>
                  <a:gd name="connsiteX81" fmla="*/ 391866 w 845859"/>
                  <a:gd name="connsiteY81" fmla="*/ 27563 h 1458378"/>
                  <a:gd name="connsiteX82" fmla="*/ 366636 w 845859"/>
                  <a:gd name="connsiteY82" fmla="*/ 18375 h 1458378"/>
                  <a:gd name="connsiteX83" fmla="*/ 350594 w 845859"/>
                  <a:gd name="connsiteY83" fmla="*/ 0 h 1458378"/>
                  <a:gd name="connsiteX84" fmla="*/ 332219 w 845859"/>
                  <a:gd name="connsiteY84" fmla="*/ 4521 h 1458378"/>
                  <a:gd name="connsiteX85" fmla="*/ 327698 w 845859"/>
                  <a:gd name="connsiteY85" fmla="*/ 59502 h 1458378"/>
                  <a:gd name="connsiteX86" fmla="*/ 302468 w 845859"/>
                  <a:gd name="connsiteY86" fmla="*/ 61835 h 1458378"/>
                  <a:gd name="connsiteX87" fmla="*/ 293280 w 845859"/>
                  <a:gd name="connsiteY87" fmla="*/ 61835 h 1458378"/>
                  <a:gd name="connsiteX88" fmla="*/ 286426 w 845859"/>
                  <a:gd name="connsiteY88" fmla="*/ 80211 h 1458378"/>
                  <a:gd name="connsiteX89" fmla="*/ 293280 w 845859"/>
                  <a:gd name="connsiteY89" fmla="*/ 109962 h 1458378"/>
                  <a:gd name="connsiteX90" fmla="*/ 293280 w 845859"/>
                  <a:gd name="connsiteY90" fmla="*/ 121483 h 1458378"/>
                  <a:gd name="connsiteX91" fmla="*/ 240632 w 845859"/>
                  <a:gd name="connsiteY91" fmla="*/ 123816 h 1458378"/>
                  <a:gd name="connsiteX92" fmla="*/ 236111 w 845859"/>
                  <a:gd name="connsiteY92" fmla="*/ 167422 h 1458378"/>
                  <a:gd name="connsiteX93" fmla="*/ 217736 w 845859"/>
                  <a:gd name="connsiteY93" fmla="*/ 167422 h 1458378"/>
                  <a:gd name="connsiteX94" fmla="*/ 224590 w 845859"/>
                  <a:gd name="connsiteY94" fmla="*/ 178943 h 1458378"/>
                  <a:gd name="connsiteX95" fmla="*/ 238299 w 845859"/>
                  <a:gd name="connsiteY95" fmla="*/ 199506 h 1458378"/>
                  <a:gd name="connsiteX96" fmla="*/ 238299 w 845859"/>
                  <a:gd name="connsiteY96" fmla="*/ 227069 h 1458378"/>
                  <a:gd name="connsiteX97" fmla="*/ 231445 w 845859"/>
                  <a:gd name="connsiteY97" fmla="*/ 236257 h 1458378"/>
                  <a:gd name="connsiteX98" fmla="*/ 213069 w 845859"/>
                  <a:gd name="connsiteY98" fmla="*/ 227069 h 1458378"/>
                  <a:gd name="connsiteX99" fmla="*/ 194694 w 845859"/>
                  <a:gd name="connsiteY99" fmla="*/ 206506 h 1458378"/>
                  <a:gd name="connsiteX100" fmla="*/ 180985 w 845859"/>
                  <a:gd name="connsiteY100" fmla="*/ 192798 h 1458378"/>
                  <a:gd name="connsiteX101" fmla="*/ 180985 w 845859"/>
                  <a:gd name="connsiteY101" fmla="*/ 169901 h 1458378"/>
                  <a:gd name="connsiteX102" fmla="*/ 180985 w 845859"/>
                  <a:gd name="connsiteY102" fmla="*/ 151526 h 1458378"/>
                  <a:gd name="connsiteX103" fmla="*/ 162609 w 845859"/>
                  <a:gd name="connsiteY103" fmla="*/ 151526 h 1458378"/>
                  <a:gd name="connsiteX104" fmla="*/ 162609 w 845859"/>
                  <a:gd name="connsiteY104" fmla="*/ 172089 h 1458378"/>
                  <a:gd name="connsiteX105" fmla="*/ 139713 w 845859"/>
                  <a:gd name="connsiteY105" fmla="*/ 172089 h 1458378"/>
                  <a:gd name="connsiteX106" fmla="*/ 139713 w 845859"/>
                  <a:gd name="connsiteY106" fmla="*/ 190464 h 1458378"/>
                  <a:gd name="connsiteX107" fmla="*/ 162609 w 845859"/>
                  <a:gd name="connsiteY107" fmla="*/ 208840 h 1458378"/>
                  <a:gd name="connsiteX108" fmla="*/ 176318 w 845859"/>
                  <a:gd name="connsiteY108" fmla="*/ 222549 h 1458378"/>
                  <a:gd name="connsiteX109" fmla="*/ 180839 w 845859"/>
                  <a:gd name="connsiteY109" fmla="*/ 240924 h 1458378"/>
                  <a:gd name="connsiteX110" fmla="*/ 199215 w 845859"/>
                  <a:gd name="connsiteY110" fmla="*/ 250112 h 1458378"/>
                  <a:gd name="connsiteX111" fmla="*/ 222111 w 845859"/>
                  <a:gd name="connsiteY111" fmla="*/ 263821 h 1458378"/>
                  <a:gd name="connsiteX112" fmla="*/ 203735 w 845859"/>
                  <a:gd name="connsiteY112" fmla="*/ 295905 h 1458378"/>
                  <a:gd name="connsiteX113" fmla="*/ 176172 w 845859"/>
                  <a:gd name="connsiteY113" fmla="*/ 295905 h 1458378"/>
                  <a:gd name="connsiteX114" fmla="*/ 176172 w 845859"/>
                  <a:gd name="connsiteY114" fmla="*/ 307426 h 1458378"/>
                  <a:gd name="connsiteX115" fmla="*/ 199069 w 845859"/>
                  <a:gd name="connsiteY115" fmla="*/ 337177 h 1458378"/>
                  <a:gd name="connsiteX116" fmla="*/ 224299 w 845859"/>
                  <a:gd name="connsiteY116" fmla="*/ 337177 h 1458378"/>
                  <a:gd name="connsiteX117" fmla="*/ 226632 w 845859"/>
                  <a:gd name="connsiteY117" fmla="*/ 353219 h 1458378"/>
                  <a:gd name="connsiteX118" fmla="*/ 217444 w 845859"/>
                  <a:gd name="connsiteY118" fmla="*/ 389825 h 1458378"/>
                  <a:gd name="connsiteX119" fmla="*/ 164797 w 845859"/>
                  <a:gd name="connsiteY119" fmla="*/ 525016 h 1458378"/>
                  <a:gd name="connsiteX120" fmla="*/ 194548 w 845859"/>
                  <a:gd name="connsiteY120" fmla="*/ 527350 h 1458378"/>
                  <a:gd name="connsiteX121" fmla="*/ 222111 w 845859"/>
                  <a:gd name="connsiteY121" fmla="*/ 440284 h 1458378"/>
                  <a:gd name="connsiteX122" fmla="*/ 240487 w 845859"/>
                  <a:gd name="connsiteY122" fmla="*/ 449472 h 1458378"/>
                  <a:gd name="connsiteX123" fmla="*/ 265717 w 845859"/>
                  <a:gd name="connsiteY123" fmla="*/ 444951 h 1458378"/>
                  <a:gd name="connsiteX124" fmla="*/ 263383 w 845859"/>
                  <a:gd name="connsiteY124" fmla="*/ 488557 h 1458378"/>
                  <a:gd name="connsiteX125" fmla="*/ 256529 w 845859"/>
                  <a:gd name="connsiteY125" fmla="*/ 511453 h 1458378"/>
                  <a:gd name="connsiteX126" fmla="*/ 270238 w 845859"/>
                  <a:gd name="connsiteY126" fmla="*/ 527496 h 1458378"/>
                  <a:gd name="connsiteX127" fmla="*/ 196881 w 845859"/>
                  <a:gd name="connsiteY127" fmla="*/ 637457 h 1458378"/>
                  <a:gd name="connsiteX128" fmla="*/ 210590 w 845859"/>
                  <a:gd name="connsiteY128" fmla="*/ 665021 h 1458378"/>
                  <a:gd name="connsiteX129" fmla="*/ 224299 w 845859"/>
                  <a:gd name="connsiteY129" fmla="*/ 648979 h 1458378"/>
                  <a:gd name="connsiteX130" fmla="*/ 249529 w 845859"/>
                  <a:gd name="connsiteY130" fmla="*/ 669541 h 1458378"/>
                  <a:gd name="connsiteX131" fmla="*/ 265571 w 845859"/>
                  <a:gd name="connsiteY131" fmla="*/ 676396 h 1458378"/>
                  <a:gd name="connsiteX132" fmla="*/ 274759 w 845859"/>
                  <a:gd name="connsiteY132" fmla="*/ 648833 h 1458378"/>
                  <a:gd name="connsiteX133" fmla="*/ 313697 w 845859"/>
                  <a:gd name="connsiteY133" fmla="*/ 658020 h 1458378"/>
                  <a:gd name="connsiteX134" fmla="*/ 334260 w 845859"/>
                  <a:gd name="connsiteY134" fmla="*/ 662541 h 1458378"/>
                  <a:gd name="connsiteX135" fmla="*/ 373199 w 845859"/>
                  <a:gd name="connsiteY135" fmla="*/ 637311 h 1458378"/>
                  <a:gd name="connsiteX136" fmla="*/ 402950 w 845859"/>
                  <a:gd name="connsiteY136" fmla="*/ 646499 h 1458378"/>
                  <a:gd name="connsiteX137" fmla="*/ 396096 w 845859"/>
                  <a:gd name="connsiteY137" fmla="*/ 669396 h 1458378"/>
                  <a:gd name="connsiteX138" fmla="*/ 347969 w 845859"/>
                  <a:gd name="connsiteY138" fmla="*/ 703813 h 1458378"/>
                  <a:gd name="connsiteX139" fmla="*/ 375532 w 845859"/>
                  <a:gd name="connsiteY139" fmla="*/ 804587 h 1458378"/>
                  <a:gd name="connsiteX140" fmla="*/ 432847 w 845859"/>
                  <a:gd name="connsiteY140" fmla="*/ 774836 h 1458378"/>
                  <a:gd name="connsiteX141" fmla="*/ 409950 w 845859"/>
                  <a:gd name="connsiteY141" fmla="*/ 820630 h 1458378"/>
                  <a:gd name="connsiteX142" fmla="*/ 403096 w 845859"/>
                  <a:gd name="connsiteY142" fmla="*/ 832151 h 1458378"/>
                  <a:gd name="connsiteX143" fmla="*/ 403096 w 845859"/>
                  <a:gd name="connsiteY143" fmla="*/ 877944 h 1458378"/>
                  <a:gd name="connsiteX144" fmla="*/ 377866 w 845859"/>
                  <a:gd name="connsiteY144" fmla="*/ 880277 h 1458378"/>
                  <a:gd name="connsiteX145" fmla="*/ 373345 w 845859"/>
                  <a:gd name="connsiteY145" fmla="*/ 916883 h 1458378"/>
                  <a:gd name="connsiteX146" fmla="*/ 368824 w 845859"/>
                  <a:gd name="connsiteY146" fmla="*/ 942112 h 1458378"/>
                  <a:gd name="connsiteX147" fmla="*/ 339073 w 845859"/>
                  <a:gd name="connsiteY147" fmla="*/ 928404 h 1458378"/>
                  <a:gd name="connsiteX148" fmla="*/ 325364 w 845859"/>
                  <a:gd name="connsiteY148" fmla="*/ 926070 h 1458378"/>
                  <a:gd name="connsiteX149" fmla="*/ 277238 w 845859"/>
                  <a:gd name="connsiteY149" fmla="*/ 926070 h 1458378"/>
                  <a:gd name="connsiteX150" fmla="*/ 226778 w 845859"/>
                  <a:gd name="connsiteY150" fmla="*/ 896319 h 1458378"/>
                  <a:gd name="connsiteX151" fmla="*/ 213069 w 845859"/>
                  <a:gd name="connsiteY151" fmla="*/ 907841 h 1458378"/>
                  <a:gd name="connsiteX152" fmla="*/ 231445 w 845859"/>
                  <a:gd name="connsiteY152" fmla="*/ 935404 h 1458378"/>
                  <a:gd name="connsiteX153" fmla="*/ 231445 w 845859"/>
                  <a:gd name="connsiteY153" fmla="*/ 960634 h 1458378"/>
                  <a:gd name="connsiteX154" fmla="*/ 203881 w 845859"/>
                  <a:gd name="connsiteY154" fmla="*/ 965155 h 1458378"/>
                  <a:gd name="connsiteX155" fmla="*/ 187839 w 845859"/>
                  <a:gd name="connsiteY155" fmla="*/ 988052 h 1458378"/>
                  <a:gd name="connsiteX156" fmla="*/ 210736 w 845859"/>
                  <a:gd name="connsiteY156" fmla="*/ 990385 h 1458378"/>
                  <a:gd name="connsiteX157" fmla="*/ 242820 w 845859"/>
                  <a:gd name="connsiteY157" fmla="*/ 990385 h 1458378"/>
                  <a:gd name="connsiteX158" fmla="*/ 249674 w 845859"/>
                  <a:gd name="connsiteY158" fmla="*/ 999573 h 1458378"/>
                  <a:gd name="connsiteX159" fmla="*/ 249674 w 845859"/>
                  <a:gd name="connsiteY159" fmla="*/ 1022469 h 1458378"/>
                  <a:gd name="connsiteX160" fmla="*/ 242820 w 845859"/>
                  <a:gd name="connsiteY160" fmla="*/ 1082117 h 1458378"/>
                  <a:gd name="connsiteX161" fmla="*/ 98441 w 845859"/>
                  <a:gd name="connsiteY161" fmla="*/ 1143952 h 1458378"/>
                  <a:gd name="connsiteX162" fmla="*/ 98441 w 845859"/>
                  <a:gd name="connsiteY162" fmla="*/ 1164515 h 1458378"/>
                  <a:gd name="connsiteX163" fmla="*/ 107628 w 845859"/>
                  <a:gd name="connsiteY163" fmla="*/ 1176037 h 1458378"/>
                  <a:gd name="connsiteX164" fmla="*/ 114483 w 845859"/>
                  <a:gd name="connsiteY164" fmla="*/ 1182891 h 1458378"/>
                  <a:gd name="connsiteX165" fmla="*/ 158088 w 845859"/>
                  <a:gd name="connsiteY165" fmla="*/ 1185224 h 1458378"/>
                  <a:gd name="connsiteX166" fmla="*/ 206215 w 845859"/>
                  <a:gd name="connsiteY166" fmla="*/ 1169182 h 1458378"/>
                  <a:gd name="connsiteX167" fmla="*/ 203881 w 845859"/>
                  <a:gd name="connsiteY167" fmla="*/ 1189745 h 1458378"/>
                  <a:gd name="connsiteX168" fmla="*/ 199360 w 845859"/>
                  <a:gd name="connsiteY168" fmla="*/ 1198933 h 1458378"/>
                  <a:gd name="connsiteX169" fmla="*/ 226924 w 845859"/>
                  <a:gd name="connsiteY169" fmla="*/ 1217309 h 1458378"/>
                  <a:gd name="connsiteX170" fmla="*/ 249820 w 845859"/>
                  <a:gd name="connsiteY170" fmla="*/ 1219642 h 1458378"/>
                  <a:gd name="connsiteX171" fmla="*/ 256675 w 845859"/>
                  <a:gd name="connsiteY171" fmla="*/ 1238018 h 1458378"/>
                  <a:gd name="connsiteX172" fmla="*/ 284238 w 845859"/>
                  <a:gd name="connsiteY172" fmla="*/ 1256393 h 1458378"/>
                  <a:gd name="connsiteX173" fmla="*/ 309468 w 845859"/>
                  <a:gd name="connsiteY173" fmla="*/ 1256393 h 1458378"/>
                  <a:gd name="connsiteX174" fmla="*/ 339219 w 845859"/>
                  <a:gd name="connsiteY174" fmla="*/ 1238018 h 1458378"/>
                  <a:gd name="connsiteX175" fmla="*/ 373637 w 845859"/>
                  <a:gd name="connsiteY175" fmla="*/ 1215121 h 1458378"/>
                  <a:gd name="connsiteX176" fmla="*/ 375970 w 845859"/>
                  <a:gd name="connsiteY176" fmla="*/ 1226642 h 1458378"/>
                  <a:gd name="connsiteX177" fmla="*/ 357594 w 845859"/>
                  <a:gd name="connsiteY177" fmla="*/ 1245018 h 1458378"/>
                  <a:gd name="connsiteX178" fmla="*/ 337031 w 845859"/>
                  <a:gd name="connsiteY178" fmla="*/ 1281623 h 1458378"/>
                  <a:gd name="connsiteX179" fmla="*/ 304947 w 845859"/>
                  <a:gd name="connsiteY179" fmla="*/ 1281623 h 1458378"/>
                  <a:gd name="connsiteX180" fmla="*/ 229257 w 845859"/>
                  <a:gd name="connsiteY180" fmla="*/ 1267914 h 1458378"/>
                  <a:gd name="connsiteX181" fmla="*/ 197173 w 845859"/>
                  <a:gd name="connsiteY181" fmla="*/ 1267914 h 1458378"/>
                  <a:gd name="connsiteX182" fmla="*/ 192652 w 845859"/>
                  <a:gd name="connsiteY182" fmla="*/ 1288477 h 1458378"/>
                  <a:gd name="connsiteX183" fmla="*/ 192652 w 845859"/>
                  <a:gd name="connsiteY183" fmla="*/ 1313707 h 1458378"/>
                  <a:gd name="connsiteX184" fmla="*/ 142192 w 845859"/>
                  <a:gd name="connsiteY184" fmla="*/ 1313707 h 1458378"/>
                  <a:gd name="connsiteX185" fmla="*/ 121629 w 845859"/>
                  <a:gd name="connsiteY185" fmla="*/ 1359501 h 1458378"/>
                  <a:gd name="connsiteX186" fmla="*/ 96399 w 845859"/>
                  <a:gd name="connsiteY186" fmla="*/ 1375543 h 1458378"/>
                  <a:gd name="connsiteX187" fmla="*/ 45939 w 845859"/>
                  <a:gd name="connsiteY187" fmla="*/ 1414481 h 1458378"/>
                  <a:gd name="connsiteX188" fmla="*/ 0 w 845859"/>
                  <a:gd name="connsiteY188" fmla="*/ 1416815 h 1458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</a:cxnLst>
                <a:rect l="l" t="t" r="r" b="b"/>
                <a:pathLst>
                  <a:path w="845859" h="1458378">
                    <a:moveTo>
                      <a:pt x="0" y="1416815"/>
                    </a:moveTo>
                    <a:lnTo>
                      <a:pt x="11521" y="1432857"/>
                    </a:lnTo>
                    <a:lnTo>
                      <a:pt x="29897" y="1437378"/>
                    </a:lnTo>
                    <a:lnTo>
                      <a:pt x="41418" y="1457941"/>
                    </a:lnTo>
                    <a:lnTo>
                      <a:pt x="50606" y="1460275"/>
                    </a:lnTo>
                    <a:lnTo>
                      <a:pt x="66648" y="1430524"/>
                    </a:lnTo>
                    <a:cubicBezTo>
                      <a:pt x="66648" y="1430524"/>
                      <a:pt x="82690" y="1405294"/>
                      <a:pt x="96399" y="1405294"/>
                    </a:cubicBezTo>
                    <a:cubicBezTo>
                      <a:pt x="110108" y="1405294"/>
                      <a:pt x="114774" y="1400773"/>
                      <a:pt x="126150" y="1400773"/>
                    </a:cubicBezTo>
                    <a:cubicBezTo>
                      <a:pt x="137671" y="1400773"/>
                      <a:pt x="208694" y="1437378"/>
                      <a:pt x="208694" y="1437378"/>
                    </a:cubicBezTo>
                    <a:lnTo>
                      <a:pt x="243112" y="1425857"/>
                    </a:lnTo>
                    <a:lnTo>
                      <a:pt x="245445" y="1384585"/>
                    </a:lnTo>
                    <a:cubicBezTo>
                      <a:pt x="245445" y="1384585"/>
                      <a:pt x="305093" y="1384585"/>
                      <a:pt x="311947" y="1384585"/>
                    </a:cubicBezTo>
                    <a:cubicBezTo>
                      <a:pt x="318802" y="1384585"/>
                      <a:pt x="387637" y="1402960"/>
                      <a:pt x="387637" y="1402960"/>
                    </a:cubicBezTo>
                    <a:lnTo>
                      <a:pt x="422055" y="1396106"/>
                    </a:lnTo>
                    <a:cubicBezTo>
                      <a:pt x="422055" y="1396106"/>
                      <a:pt x="431243" y="1389251"/>
                      <a:pt x="454139" y="1389251"/>
                    </a:cubicBezTo>
                    <a:cubicBezTo>
                      <a:pt x="477036" y="1389251"/>
                      <a:pt x="552726" y="1393772"/>
                      <a:pt x="552726" y="1393772"/>
                    </a:cubicBezTo>
                    <a:lnTo>
                      <a:pt x="616894" y="1386918"/>
                    </a:lnTo>
                    <a:cubicBezTo>
                      <a:pt x="616894" y="1386918"/>
                      <a:pt x="642124" y="1393772"/>
                      <a:pt x="653500" y="1396106"/>
                    </a:cubicBezTo>
                    <a:cubicBezTo>
                      <a:pt x="665021" y="1398439"/>
                      <a:pt x="724523" y="1396106"/>
                      <a:pt x="731377" y="1391585"/>
                    </a:cubicBezTo>
                    <a:cubicBezTo>
                      <a:pt x="738231" y="1387064"/>
                      <a:pt x="804733" y="1373209"/>
                      <a:pt x="804733" y="1357167"/>
                    </a:cubicBezTo>
                    <a:cubicBezTo>
                      <a:pt x="804733" y="1341125"/>
                      <a:pt x="807067" y="1309041"/>
                      <a:pt x="807067" y="1309041"/>
                    </a:cubicBezTo>
                    <a:lnTo>
                      <a:pt x="763461" y="1297520"/>
                    </a:lnTo>
                    <a:lnTo>
                      <a:pt x="713001" y="1288332"/>
                    </a:lnTo>
                    <a:lnTo>
                      <a:pt x="713001" y="1276810"/>
                    </a:lnTo>
                    <a:lnTo>
                      <a:pt x="751940" y="1272289"/>
                    </a:lnTo>
                    <a:lnTo>
                      <a:pt x="756461" y="1253914"/>
                    </a:lnTo>
                    <a:lnTo>
                      <a:pt x="749607" y="1235538"/>
                    </a:lnTo>
                    <a:lnTo>
                      <a:pt x="784024" y="1228684"/>
                    </a:lnTo>
                    <a:lnTo>
                      <a:pt x="816109" y="1205787"/>
                    </a:lnTo>
                    <a:lnTo>
                      <a:pt x="841339" y="1185224"/>
                    </a:lnTo>
                    <a:lnTo>
                      <a:pt x="857381" y="1109534"/>
                    </a:lnTo>
                    <a:lnTo>
                      <a:pt x="829817" y="1059075"/>
                    </a:lnTo>
                    <a:cubicBezTo>
                      <a:pt x="829817" y="1059075"/>
                      <a:pt x="811442" y="1038511"/>
                      <a:pt x="802254" y="1038511"/>
                    </a:cubicBezTo>
                    <a:cubicBezTo>
                      <a:pt x="793066" y="1038511"/>
                      <a:pt x="754128" y="1036178"/>
                      <a:pt x="754128" y="1036178"/>
                    </a:cubicBezTo>
                    <a:lnTo>
                      <a:pt x="701480" y="1056741"/>
                    </a:lnTo>
                    <a:lnTo>
                      <a:pt x="694626" y="1026990"/>
                    </a:lnTo>
                    <a:lnTo>
                      <a:pt x="715189" y="988052"/>
                    </a:lnTo>
                    <a:cubicBezTo>
                      <a:pt x="715189" y="988052"/>
                      <a:pt x="724377" y="976530"/>
                      <a:pt x="715189" y="965155"/>
                    </a:cubicBezTo>
                    <a:cubicBezTo>
                      <a:pt x="706001" y="953634"/>
                      <a:pt x="692292" y="939925"/>
                      <a:pt x="689959" y="930737"/>
                    </a:cubicBezTo>
                    <a:cubicBezTo>
                      <a:pt x="687626" y="921549"/>
                      <a:pt x="648687" y="900986"/>
                      <a:pt x="648687" y="900986"/>
                    </a:cubicBezTo>
                    <a:cubicBezTo>
                      <a:pt x="648687" y="900986"/>
                      <a:pt x="651020" y="884944"/>
                      <a:pt x="657875" y="884944"/>
                    </a:cubicBezTo>
                    <a:cubicBezTo>
                      <a:pt x="664729" y="884944"/>
                      <a:pt x="673917" y="882611"/>
                      <a:pt x="680771" y="887278"/>
                    </a:cubicBezTo>
                    <a:cubicBezTo>
                      <a:pt x="687626" y="891798"/>
                      <a:pt x="708335" y="907841"/>
                      <a:pt x="708335" y="900986"/>
                    </a:cubicBezTo>
                    <a:cubicBezTo>
                      <a:pt x="708335" y="894132"/>
                      <a:pt x="708335" y="896465"/>
                      <a:pt x="708335" y="884944"/>
                    </a:cubicBezTo>
                    <a:cubicBezTo>
                      <a:pt x="708335" y="873423"/>
                      <a:pt x="708335" y="873423"/>
                      <a:pt x="708335" y="873423"/>
                    </a:cubicBezTo>
                    <a:lnTo>
                      <a:pt x="692292" y="845860"/>
                    </a:lnTo>
                    <a:lnTo>
                      <a:pt x="680771" y="809254"/>
                    </a:lnTo>
                    <a:lnTo>
                      <a:pt x="639499" y="747419"/>
                    </a:lnTo>
                    <a:lnTo>
                      <a:pt x="611936" y="740565"/>
                    </a:lnTo>
                    <a:lnTo>
                      <a:pt x="595894" y="699293"/>
                    </a:lnTo>
                    <a:lnTo>
                      <a:pt x="563809" y="552580"/>
                    </a:lnTo>
                    <a:lnTo>
                      <a:pt x="488119" y="470035"/>
                    </a:lnTo>
                    <a:lnTo>
                      <a:pt x="453702" y="476890"/>
                    </a:lnTo>
                    <a:lnTo>
                      <a:pt x="433138" y="483744"/>
                    </a:lnTo>
                    <a:lnTo>
                      <a:pt x="403388" y="476890"/>
                    </a:lnTo>
                    <a:cubicBezTo>
                      <a:pt x="403388" y="476890"/>
                      <a:pt x="382824" y="458514"/>
                      <a:pt x="389679" y="458514"/>
                    </a:cubicBezTo>
                    <a:cubicBezTo>
                      <a:pt x="396533" y="458514"/>
                      <a:pt x="424097" y="451660"/>
                      <a:pt x="424097" y="451660"/>
                    </a:cubicBezTo>
                    <a:lnTo>
                      <a:pt x="476744" y="435618"/>
                    </a:lnTo>
                    <a:lnTo>
                      <a:pt x="497307" y="424096"/>
                    </a:lnTo>
                    <a:lnTo>
                      <a:pt x="492786" y="405721"/>
                    </a:lnTo>
                    <a:lnTo>
                      <a:pt x="479077" y="401200"/>
                    </a:lnTo>
                    <a:lnTo>
                      <a:pt x="524871" y="373637"/>
                    </a:lnTo>
                    <a:cubicBezTo>
                      <a:pt x="524871" y="373637"/>
                      <a:pt x="568476" y="275050"/>
                      <a:pt x="577518" y="268196"/>
                    </a:cubicBezTo>
                    <a:cubicBezTo>
                      <a:pt x="586706" y="261341"/>
                      <a:pt x="605081" y="240632"/>
                      <a:pt x="605081" y="233778"/>
                    </a:cubicBezTo>
                    <a:cubicBezTo>
                      <a:pt x="605081" y="226924"/>
                      <a:pt x="595894" y="206215"/>
                      <a:pt x="595894" y="206215"/>
                    </a:cubicBezTo>
                    <a:lnTo>
                      <a:pt x="527204" y="183318"/>
                    </a:lnTo>
                    <a:lnTo>
                      <a:pt x="458514" y="169609"/>
                    </a:lnTo>
                    <a:cubicBezTo>
                      <a:pt x="458514" y="169609"/>
                      <a:pt x="433284" y="187985"/>
                      <a:pt x="417242" y="192506"/>
                    </a:cubicBezTo>
                    <a:cubicBezTo>
                      <a:pt x="401200" y="197027"/>
                      <a:pt x="369116" y="199360"/>
                      <a:pt x="369116" y="199360"/>
                    </a:cubicBezTo>
                    <a:cubicBezTo>
                      <a:pt x="369116" y="199360"/>
                      <a:pt x="359928" y="197027"/>
                      <a:pt x="369116" y="190172"/>
                    </a:cubicBezTo>
                    <a:cubicBezTo>
                      <a:pt x="378303" y="183318"/>
                      <a:pt x="387491" y="178651"/>
                      <a:pt x="387491" y="178651"/>
                    </a:cubicBezTo>
                    <a:lnTo>
                      <a:pt x="408054" y="160276"/>
                    </a:lnTo>
                    <a:lnTo>
                      <a:pt x="412575" y="151088"/>
                    </a:lnTo>
                    <a:cubicBezTo>
                      <a:pt x="412575" y="151088"/>
                      <a:pt x="401054" y="151088"/>
                      <a:pt x="401054" y="144234"/>
                    </a:cubicBezTo>
                    <a:cubicBezTo>
                      <a:pt x="401054" y="137379"/>
                      <a:pt x="405575" y="130525"/>
                      <a:pt x="414763" y="123670"/>
                    </a:cubicBezTo>
                    <a:cubicBezTo>
                      <a:pt x="423951" y="116816"/>
                      <a:pt x="444514" y="109962"/>
                      <a:pt x="444514" y="109962"/>
                    </a:cubicBezTo>
                    <a:lnTo>
                      <a:pt x="483453" y="71023"/>
                    </a:lnTo>
                    <a:lnTo>
                      <a:pt x="501828" y="32084"/>
                    </a:lnTo>
                    <a:lnTo>
                      <a:pt x="494974" y="18375"/>
                    </a:lnTo>
                    <a:lnTo>
                      <a:pt x="485786" y="16042"/>
                    </a:lnTo>
                    <a:cubicBezTo>
                      <a:pt x="485786" y="16042"/>
                      <a:pt x="476598" y="22896"/>
                      <a:pt x="460556" y="25230"/>
                    </a:cubicBezTo>
                    <a:cubicBezTo>
                      <a:pt x="444514" y="27563"/>
                      <a:pt x="391866" y="27563"/>
                      <a:pt x="391866" y="27563"/>
                    </a:cubicBezTo>
                    <a:lnTo>
                      <a:pt x="366636" y="18375"/>
                    </a:lnTo>
                    <a:lnTo>
                      <a:pt x="350594" y="0"/>
                    </a:lnTo>
                    <a:lnTo>
                      <a:pt x="332219" y="4521"/>
                    </a:lnTo>
                    <a:lnTo>
                      <a:pt x="327698" y="59502"/>
                    </a:lnTo>
                    <a:lnTo>
                      <a:pt x="302468" y="61835"/>
                    </a:lnTo>
                    <a:cubicBezTo>
                      <a:pt x="302468" y="61835"/>
                      <a:pt x="295613" y="54981"/>
                      <a:pt x="293280" y="61835"/>
                    </a:cubicBezTo>
                    <a:cubicBezTo>
                      <a:pt x="290947" y="68690"/>
                      <a:pt x="286426" y="80211"/>
                      <a:pt x="286426" y="80211"/>
                    </a:cubicBezTo>
                    <a:lnTo>
                      <a:pt x="293280" y="109962"/>
                    </a:lnTo>
                    <a:cubicBezTo>
                      <a:pt x="293280" y="109962"/>
                      <a:pt x="300134" y="121483"/>
                      <a:pt x="293280" y="121483"/>
                    </a:cubicBezTo>
                    <a:cubicBezTo>
                      <a:pt x="286426" y="121483"/>
                      <a:pt x="240632" y="123816"/>
                      <a:pt x="240632" y="123816"/>
                    </a:cubicBezTo>
                    <a:lnTo>
                      <a:pt x="236111" y="167422"/>
                    </a:lnTo>
                    <a:lnTo>
                      <a:pt x="217736" y="167422"/>
                    </a:lnTo>
                    <a:lnTo>
                      <a:pt x="224590" y="178943"/>
                    </a:lnTo>
                    <a:lnTo>
                      <a:pt x="238299" y="199506"/>
                    </a:lnTo>
                    <a:lnTo>
                      <a:pt x="238299" y="227069"/>
                    </a:lnTo>
                    <a:cubicBezTo>
                      <a:pt x="238299" y="227069"/>
                      <a:pt x="240632" y="236257"/>
                      <a:pt x="231445" y="236257"/>
                    </a:cubicBezTo>
                    <a:cubicBezTo>
                      <a:pt x="222257" y="236257"/>
                      <a:pt x="219923" y="231736"/>
                      <a:pt x="213069" y="227069"/>
                    </a:cubicBezTo>
                    <a:cubicBezTo>
                      <a:pt x="206215" y="222403"/>
                      <a:pt x="194694" y="206506"/>
                      <a:pt x="194694" y="206506"/>
                    </a:cubicBezTo>
                    <a:lnTo>
                      <a:pt x="180985" y="192798"/>
                    </a:lnTo>
                    <a:lnTo>
                      <a:pt x="180985" y="169901"/>
                    </a:lnTo>
                    <a:lnTo>
                      <a:pt x="180985" y="151526"/>
                    </a:lnTo>
                    <a:lnTo>
                      <a:pt x="162609" y="151526"/>
                    </a:lnTo>
                    <a:lnTo>
                      <a:pt x="162609" y="172089"/>
                    </a:lnTo>
                    <a:lnTo>
                      <a:pt x="139713" y="172089"/>
                    </a:lnTo>
                    <a:lnTo>
                      <a:pt x="139713" y="190464"/>
                    </a:lnTo>
                    <a:lnTo>
                      <a:pt x="162609" y="208840"/>
                    </a:lnTo>
                    <a:lnTo>
                      <a:pt x="176318" y="222549"/>
                    </a:lnTo>
                    <a:lnTo>
                      <a:pt x="180839" y="240924"/>
                    </a:lnTo>
                    <a:lnTo>
                      <a:pt x="199215" y="250112"/>
                    </a:lnTo>
                    <a:lnTo>
                      <a:pt x="222111" y="263821"/>
                    </a:lnTo>
                    <a:lnTo>
                      <a:pt x="203735" y="295905"/>
                    </a:lnTo>
                    <a:lnTo>
                      <a:pt x="176172" y="295905"/>
                    </a:lnTo>
                    <a:cubicBezTo>
                      <a:pt x="176172" y="295905"/>
                      <a:pt x="171651" y="300426"/>
                      <a:pt x="176172" y="307426"/>
                    </a:cubicBezTo>
                    <a:cubicBezTo>
                      <a:pt x="180693" y="314280"/>
                      <a:pt x="199069" y="337177"/>
                      <a:pt x="199069" y="337177"/>
                    </a:cubicBezTo>
                    <a:lnTo>
                      <a:pt x="224299" y="337177"/>
                    </a:lnTo>
                    <a:lnTo>
                      <a:pt x="226632" y="353219"/>
                    </a:lnTo>
                    <a:lnTo>
                      <a:pt x="217444" y="389825"/>
                    </a:lnTo>
                    <a:lnTo>
                      <a:pt x="164797" y="525016"/>
                    </a:lnTo>
                    <a:lnTo>
                      <a:pt x="194548" y="527350"/>
                    </a:lnTo>
                    <a:lnTo>
                      <a:pt x="222111" y="440284"/>
                    </a:lnTo>
                    <a:cubicBezTo>
                      <a:pt x="222111" y="440284"/>
                      <a:pt x="222111" y="449472"/>
                      <a:pt x="240487" y="449472"/>
                    </a:cubicBezTo>
                    <a:cubicBezTo>
                      <a:pt x="258862" y="449472"/>
                      <a:pt x="265717" y="444951"/>
                      <a:pt x="265717" y="444951"/>
                    </a:cubicBezTo>
                    <a:cubicBezTo>
                      <a:pt x="270238" y="460993"/>
                      <a:pt x="263383" y="488557"/>
                      <a:pt x="263383" y="488557"/>
                    </a:cubicBezTo>
                    <a:lnTo>
                      <a:pt x="256529" y="511453"/>
                    </a:lnTo>
                    <a:lnTo>
                      <a:pt x="270238" y="527496"/>
                    </a:lnTo>
                    <a:lnTo>
                      <a:pt x="196881" y="637457"/>
                    </a:lnTo>
                    <a:lnTo>
                      <a:pt x="210590" y="665021"/>
                    </a:lnTo>
                    <a:lnTo>
                      <a:pt x="224299" y="648979"/>
                    </a:lnTo>
                    <a:lnTo>
                      <a:pt x="249529" y="669541"/>
                    </a:lnTo>
                    <a:cubicBezTo>
                      <a:pt x="249529" y="669541"/>
                      <a:pt x="258716" y="685584"/>
                      <a:pt x="265571" y="676396"/>
                    </a:cubicBezTo>
                    <a:cubicBezTo>
                      <a:pt x="272425" y="667208"/>
                      <a:pt x="263237" y="648833"/>
                      <a:pt x="274759" y="648833"/>
                    </a:cubicBezTo>
                    <a:cubicBezTo>
                      <a:pt x="286280" y="648833"/>
                      <a:pt x="313697" y="658020"/>
                      <a:pt x="313697" y="658020"/>
                    </a:cubicBezTo>
                    <a:cubicBezTo>
                      <a:pt x="313697" y="658020"/>
                      <a:pt x="322885" y="664875"/>
                      <a:pt x="334260" y="662541"/>
                    </a:cubicBezTo>
                    <a:cubicBezTo>
                      <a:pt x="345782" y="660208"/>
                      <a:pt x="373199" y="637311"/>
                      <a:pt x="373199" y="637311"/>
                    </a:cubicBezTo>
                    <a:lnTo>
                      <a:pt x="402950" y="646499"/>
                    </a:lnTo>
                    <a:lnTo>
                      <a:pt x="396096" y="669396"/>
                    </a:lnTo>
                    <a:lnTo>
                      <a:pt x="347969" y="703813"/>
                    </a:lnTo>
                    <a:lnTo>
                      <a:pt x="375532" y="804587"/>
                    </a:lnTo>
                    <a:lnTo>
                      <a:pt x="432847" y="774836"/>
                    </a:lnTo>
                    <a:lnTo>
                      <a:pt x="409950" y="820630"/>
                    </a:lnTo>
                    <a:lnTo>
                      <a:pt x="403096" y="832151"/>
                    </a:lnTo>
                    <a:lnTo>
                      <a:pt x="403096" y="877944"/>
                    </a:lnTo>
                    <a:lnTo>
                      <a:pt x="377866" y="880277"/>
                    </a:lnTo>
                    <a:lnTo>
                      <a:pt x="373345" y="916883"/>
                    </a:lnTo>
                    <a:lnTo>
                      <a:pt x="368824" y="942112"/>
                    </a:lnTo>
                    <a:lnTo>
                      <a:pt x="339073" y="928404"/>
                    </a:lnTo>
                    <a:cubicBezTo>
                      <a:pt x="339073" y="928404"/>
                      <a:pt x="341406" y="926070"/>
                      <a:pt x="325364" y="926070"/>
                    </a:cubicBezTo>
                    <a:cubicBezTo>
                      <a:pt x="309322" y="926070"/>
                      <a:pt x="286426" y="928404"/>
                      <a:pt x="277238" y="926070"/>
                    </a:cubicBezTo>
                    <a:cubicBezTo>
                      <a:pt x="268050" y="923737"/>
                      <a:pt x="226778" y="896319"/>
                      <a:pt x="226778" y="896319"/>
                    </a:cubicBezTo>
                    <a:lnTo>
                      <a:pt x="213069" y="907841"/>
                    </a:lnTo>
                    <a:lnTo>
                      <a:pt x="231445" y="935404"/>
                    </a:lnTo>
                    <a:cubicBezTo>
                      <a:pt x="231445" y="935404"/>
                      <a:pt x="242966" y="960634"/>
                      <a:pt x="231445" y="960634"/>
                    </a:cubicBezTo>
                    <a:cubicBezTo>
                      <a:pt x="219923" y="960634"/>
                      <a:pt x="210882" y="956113"/>
                      <a:pt x="203881" y="965155"/>
                    </a:cubicBezTo>
                    <a:cubicBezTo>
                      <a:pt x="197027" y="974343"/>
                      <a:pt x="187839" y="988052"/>
                      <a:pt x="187839" y="988052"/>
                    </a:cubicBezTo>
                    <a:lnTo>
                      <a:pt x="210736" y="990385"/>
                    </a:lnTo>
                    <a:lnTo>
                      <a:pt x="242820" y="990385"/>
                    </a:lnTo>
                    <a:lnTo>
                      <a:pt x="249674" y="999573"/>
                    </a:lnTo>
                    <a:lnTo>
                      <a:pt x="249674" y="1022469"/>
                    </a:lnTo>
                    <a:lnTo>
                      <a:pt x="242820" y="1082117"/>
                    </a:lnTo>
                    <a:lnTo>
                      <a:pt x="98441" y="1143952"/>
                    </a:lnTo>
                    <a:lnTo>
                      <a:pt x="98441" y="1164515"/>
                    </a:lnTo>
                    <a:cubicBezTo>
                      <a:pt x="98441" y="1164515"/>
                      <a:pt x="100774" y="1169036"/>
                      <a:pt x="107628" y="1176037"/>
                    </a:cubicBezTo>
                    <a:cubicBezTo>
                      <a:pt x="114483" y="1182891"/>
                      <a:pt x="114483" y="1182891"/>
                      <a:pt x="114483" y="1182891"/>
                    </a:cubicBezTo>
                    <a:lnTo>
                      <a:pt x="158088" y="1185224"/>
                    </a:lnTo>
                    <a:lnTo>
                      <a:pt x="206215" y="1169182"/>
                    </a:lnTo>
                    <a:cubicBezTo>
                      <a:pt x="206215" y="1169182"/>
                      <a:pt x="208548" y="1180703"/>
                      <a:pt x="203881" y="1189745"/>
                    </a:cubicBezTo>
                    <a:cubicBezTo>
                      <a:pt x="199360" y="1198933"/>
                      <a:pt x="199360" y="1198933"/>
                      <a:pt x="199360" y="1198933"/>
                    </a:cubicBezTo>
                    <a:lnTo>
                      <a:pt x="226924" y="1217309"/>
                    </a:lnTo>
                    <a:cubicBezTo>
                      <a:pt x="242966" y="1217309"/>
                      <a:pt x="249820" y="1219642"/>
                      <a:pt x="249820" y="1219642"/>
                    </a:cubicBezTo>
                    <a:lnTo>
                      <a:pt x="256675" y="1238018"/>
                    </a:lnTo>
                    <a:lnTo>
                      <a:pt x="284238" y="1256393"/>
                    </a:lnTo>
                    <a:cubicBezTo>
                      <a:pt x="284238" y="1256393"/>
                      <a:pt x="300280" y="1260914"/>
                      <a:pt x="309468" y="1256393"/>
                    </a:cubicBezTo>
                    <a:cubicBezTo>
                      <a:pt x="318656" y="1251872"/>
                      <a:pt x="339219" y="1238018"/>
                      <a:pt x="339219" y="1238018"/>
                    </a:cubicBezTo>
                    <a:lnTo>
                      <a:pt x="373637" y="1215121"/>
                    </a:lnTo>
                    <a:lnTo>
                      <a:pt x="375970" y="1226642"/>
                    </a:lnTo>
                    <a:lnTo>
                      <a:pt x="357594" y="1245018"/>
                    </a:lnTo>
                    <a:lnTo>
                      <a:pt x="337031" y="1281623"/>
                    </a:lnTo>
                    <a:cubicBezTo>
                      <a:pt x="337031" y="1281623"/>
                      <a:pt x="348552" y="1290811"/>
                      <a:pt x="304947" y="1281623"/>
                    </a:cubicBezTo>
                    <a:cubicBezTo>
                      <a:pt x="261341" y="1272435"/>
                      <a:pt x="238445" y="1267914"/>
                      <a:pt x="229257" y="1267914"/>
                    </a:cubicBezTo>
                    <a:cubicBezTo>
                      <a:pt x="220069" y="1267914"/>
                      <a:pt x="197173" y="1267914"/>
                      <a:pt x="197173" y="1267914"/>
                    </a:cubicBezTo>
                    <a:lnTo>
                      <a:pt x="192652" y="1288477"/>
                    </a:lnTo>
                    <a:cubicBezTo>
                      <a:pt x="192652" y="1288477"/>
                      <a:pt x="204173" y="1313707"/>
                      <a:pt x="192652" y="1313707"/>
                    </a:cubicBezTo>
                    <a:cubicBezTo>
                      <a:pt x="181131" y="1313707"/>
                      <a:pt x="142192" y="1313707"/>
                      <a:pt x="142192" y="1313707"/>
                    </a:cubicBezTo>
                    <a:cubicBezTo>
                      <a:pt x="142192" y="1313707"/>
                      <a:pt x="130671" y="1357313"/>
                      <a:pt x="121629" y="1359501"/>
                    </a:cubicBezTo>
                    <a:cubicBezTo>
                      <a:pt x="112441" y="1361834"/>
                      <a:pt x="123962" y="1366355"/>
                      <a:pt x="96399" y="1375543"/>
                    </a:cubicBezTo>
                    <a:cubicBezTo>
                      <a:pt x="68835" y="1384730"/>
                      <a:pt x="45939" y="1414481"/>
                      <a:pt x="45939" y="1414481"/>
                    </a:cubicBezTo>
                    <a:lnTo>
                      <a:pt x="0" y="1416815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4" name="Freeform: Shape 63">
                <a:extLst>
                  <a:ext uri="{FF2B5EF4-FFF2-40B4-BE49-F238E27FC236}">
                    <a16:creationId xmlns:a16="http://schemas.microsoft.com/office/drawing/2014/main" id="{41E0F091-88EB-7C6B-CECF-4116DFB8CB30}"/>
                  </a:ext>
                </a:extLst>
              </p:cNvPr>
              <p:cNvSpPr/>
              <p:nvPr/>
            </p:nvSpPr>
            <p:spPr>
              <a:xfrm>
                <a:off x="8532643" y="2902757"/>
                <a:ext cx="87503" cy="87503"/>
              </a:xfrm>
              <a:custGeom>
                <a:avLst/>
                <a:gdLst>
                  <a:gd name="connsiteX0" fmla="*/ 43744 w 87502"/>
                  <a:gd name="connsiteY0" fmla="*/ 2917 h 87502"/>
                  <a:gd name="connsiteX1" fmla="*/ 8597 w 87502"/>
                  <a:gd name="connsiteY1" fmla="*/ 12105 h 87502"/>
                  <a:gd name="connsiteX2" fmla="*/ 1014 w 87502"/>
                  <a:gd name="connsiteY2" fmla="*/ 21292 h 87502"/>
                  <a:gd name="connsiteX3" fmla="*/ 2472 w 87502"/>
                  <a:gd name="connsiteY3" fmla="*/ 51918 h 87502"/>
                  <a:gd name="connsiteX4" fmla="*/ 30036 w 87502"/>
                  <a:gd name="connsiteY4" fmla="*/ 77878 h 87502"/>
                  <a:gd name="connsiteX5" fmla="*/ 80496 w 87502"/>
                  <a:gd name="connsiteY5" fmla="*/ 100774 h 87502"/>
                  <a:gd name="connsiteX6" fmla="*/ 91142 w 87502"/>
                  <a:gd name="connsiteY6" fmla="*/ 67231 h 87502"/>
                  <a:gd name="connsiteX7" fmla="*/ 91142 w 87502"/>
                  <a:gd name="connsiteY7" fmla="*/ 35147 h 87502"/>
                  <a:gd name="connsiteX8" fmla="*/ 68245 w 87502"/>
                  <a:gd name="connsiteY8" fmla="*/ 0 h 87502"/>
                  <a:gd name="connsiteX9" fmla="*/ 43744 w 87502"/>
                  <a:gd name="connsiteY9" fmla="*/ 2917 h 87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7502" h="87502">
                    <a:moveTo>
                      <a:pt x="43744" y="2917"/>
                    </a:moveTo>
                    <a:lnTo>
                      <a:pt x="8597" y="12105"/>
                    </a:lnTo>
                    <a:lnTo>
                      <a:pt x="1014" y="21292"/>
                    </a:lnTo>
                    <a:cubicBezTo>
                      <a:pt x="1014" y="21292"/>
                      <a:pt x="-2049" y="45793"/>
                      <a:pt x="2472" y="51918"/>
                    </a:cubicBezTo>
                    <a:cubicBezTo>
                      <a:pt x="6993" y="58044"/>
                      <a:pt x="30036" y="77878"/>
                      <a:pt x="30036" y="77878"/>
                    </a:cubicBezTo>
                    <a:lnTo>
                      <a:pt x="80496" y="100774"/>
                    </a:lnTo>
                    <a:lnTo>
                      <a:pt x="91142" y="67231"/>
                    </a:lnTo>
                    <a:cubicBezTo>
                      <a:pt x="91142" y="67231"/>
                      <a:pt x="109517" y="64169"/>
                      <a:pt x="91142" y="35147"/>
                    </a:cubicBezTo>
                    <a:cubicBezTo>
                      <a:pt x="72766" y="6125"/>
                      <a:pt x="68245" y="0"/>
                      <a:pt x="68245" y="0"/>
                    </a:cubicBezTo>
                    <a:lnTo>
                      <a:pt x="43744" y="2917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5" name="Freeform: Shape 65">
                <a:extLst>
                  <a:ext uri="{FF2B5EF4-FFF2-40B4-BE49-F238E27FC236}">
                    <a16:creationId xmlns:a16="http://schemas.microsoft.com/office/drawing/2014/main" id="{B113554E-6EBF-DAEA-1E3D-B8191A5F4A61}"/>
                  </a:ext>
                </a:extLst>
              </p:cNvPr>
              <p:cNvSpPr/>
              <p:nvPr/>
            </p:nvSpPr>
            <p:spPr>
              <a:xfrm>
                <a:off x="8631369" y="2808696"/>
                <a:ext cx="160422" cy="189589"/>
              </a:xfrm>
              <a:custGeom>
                <a:avLst/>
                <a:gdLst>
                  <a:gd name="connsiteX0" fmla="*/ 70294 w 160421"/>
                  <a:gd name="connsiteY0" fmla="*/ 22163 h 189589"/>
                  <a:gd name="connsiteX1" fmla="*/ 51918 w 160421"/>
                  <a:gd name="connsiteY1" fmla="*/ 29747 h 189589"/>
                  <a:gd name="connsiteX2" fmla="*/ 51918 w 160421"/>
                  <a:gd name="connsiteY2" fmla="*/ 48122 h 189589"/>
                  <a:gd name="connsiteX3" fmla="*/ 33543 w 160421"/>
                  <a:gd name="connsiteY3" fmla="*/ 63435 h 189589"/>
                  <a:gd name="connsiteX4" fmla="*/ 0 w 160421"/>
                  <a:gd name="connsiteY4" fmla="*/ 67956 h 189589"/>
                  <a:gd name="connsiteX5" fmla="*/ 7583 w 160421"/>
                  <a:gd name="connsiteY5" fmla="*/ 87790 h 189589"/>
                  <a:gd name="connsiteX6" fmla="*/ 32084 w 160421"/>
                  <a:gd name="connsiteY6" fmla="*/ 98436 h 189589"/>
                  <a:gd name="connsiteX7" fmla="*/ 35147 w 160421"/>
                  <a:gd name="connsiteY7" fmla="*/ 138104 h 189589"/>
                  <a:gd name="connsiteX8" fmla="*/ 65773 w 160421"/>
                  <a:gd name="connsiteY8" fmla="*/ 153417 h 189589"/>
                  <a:gd name="connsiteX9" fmla="*/ 91732 w 160421"/>
                  <a:gd name="connsiteY9" fmla="*/ 174855 h 189589"/>
                  <a:gd name="connsiteX10" fmla="*/ 114629 w 160421"/>
                  <a:gd name="connsiteY10" fmla="*/ 190168 h 189589"/>
                  <a:gd name="connsiteX11" fmla="*/ 134463 w 160421"/>
                  <a:gd name="connsiteY11" fmla="*/ 188710 h 189589"/>
                  <a:gd name="connsiteX12" fmla="*/ 125275 w 160421"/>
                  <a:gd name="connsiteY12" fmla="*/ 156626 h 189589"/>
                  <a:gd name="connsiteX13" fmla="*/ 149775 w 160421"/>
                  <a:gd name="connsiteY13" fmla="*/ 142917 h 189589"/>
                  <a:gd name="connsiteX14" fmla="*/ 160422 w 160421"/>
                  <a:gd name="connsiteY14" fmla="*/ 132271 h 189589"/>
                  <a:gd name="connsiteX15" fmla="*/ 155901 w 160421"/>
                  <a:gd name="connsiteY15" fmla="*/ 115499 h 189589"/>
                  <a:gd name="connsiteX16" fmla="*/ 142192 w 160421"/>
                  <a:gd name="connsiteY16" fmla="*/ 101791 h 189589"/>
                  <a:gd name="connsiteX17" fmla="*/ 146713 w 160421"/>
                  <a:gd name="connsiteY17" fmla="*/ 78894 h 189589"/>
                  <a:gd name="connsiteX18" fmla="*/ 162026 w 160421"/>
                  <a:gd name="connsiteY18" fmla="*/ 65185 h 189589"/>
                  <a:gd name="connsiteX19" fmla="*/ 157505 w 160421"/>
                  <a:gd name="connsiteY19" fmla="*/ 10204 h 189589"/>
                  <a:gd name="connsiteX20" fmla="*/ 133004 w 160421"/>
                  <a:gd name="connsiteY20" fmla="*/ 5683 h 189589"/>
                  <a:gd name="connsiteX21" fmla="*/ 102378 w 160421"/>
                  <a:gd name="connsiteY21" fmla="*/ 2621 h 189589"/>
                  <a:gd name="connsiteX22" fmla="*/ 99316 w 160421"/>
                  <a:gd name="connsiteY22" fmla="*/ 51476 h 189589"/>
                  <a:gd name="connsiteX23" fmla="*/ 99316 w 160421"/>
                  <a:gd name="connsiteY23" fmla="*/ 74373 h 189589"/>
                  <a:gd name="connsiteX24" fmla="*/ 80940 w 160421"/>
                  <a:gd name="connsiteY24" fmla="*/ 66789 h 189589"/>
                  <a:gd name="connsiteX25" fmla="*/ 80940 w 160421"/>
                  <a:gd name="connsiteY25" fmla="*/ 59206 h 189589"/>
                  <a:gd name="connsiteX26" fmla="*/ 70294 w 160421"/>
                  <a:gd name="connsiteY26" fmla="*/ 22163 h 189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60421" h="189589">
                    <a:moveTo>
                      <a:pt x="70294" y="22163"/>
                    </a:moveTo>
                    <a:lnTo>
                      <a:pt x="51918" y="29747"/>
                    </a:lnTo>
                    <a:lnTo>
                      <a:pt x="51918" y="48122"/>
                    </a:lnTo>
                    <a:lnTo>
                      <a:pt x="33543" y="63435"/>
                    </a:lnTo>
                    <a:lnTo>
                      <a:pt x="0" y="67956"/>
                    </a:lnTo>
                    <a:cubicBezTo>
                      <a:pt x="0" y="67956"/>
                      <a:pt x="3062" y="86332"/>
                      <a:pt x="7583" y="87790"/>
                    </a:cubicBezTo>
                    <a:cubicBezTo>
                      <a:pt x="12104" y="89249"/>
                      <a:pt x="32084" y="98436"/>
                      <a:pt x="32084" y="98436"/>
                    </a:cubicBezTo>
                    <a:lnTo>
                      <a:pt x="35147" y="138104"/>
                    </a:lnTo>
                    <a:lnTo>
                      <a:pt x="65773" y="153417"/>
                    </a:lnTo>
                    <a:lnTo>
                      <a:pt x="91732" y="174855"/>
                    </a:lnTo>
                    <a:lnTo>
                      <a:pt x="114629" y="190168"/>
                    </a:lnTo>
                    <a:cubicBezTo>
                      <a:pt x="114629" y="190168"/>
                      <a:pt x="134463" y="196293"/>
                      <a:pt x="134463" y="188710"/>
                    </a:cubicBezTo>
                    <a:cubicBezTo>
                      <a:pt x="134463" y="181126"/>
                      <a:pt x="125275" y="156626"/>
                      <a:pt x="125275" y="156626"/>
                    </a:cubicBezTo>
                    <a:lnTo>
                      <a:pt x="149775" y="142917"/>
                    </a:lnTo>
                    <a:cubicBezTo>
                      <a:pt x="149775" y="142917"/>
                      <a:pt x="160422" y="141458"/>
                      <a:pt x="160422" y="132271"/>
                    </a:cubicBezTo>
                    <a:cubicBezTo>
                      <a:pt x="160422" y="123083"/>
                      <a:pt x="155901" y="115499"/>
                      <a:pt x="155901" y="115499"/>
                    </a:cubicBezTo>
                    <a:lnTo>
                      <a:pt x="142192" y="101791"/>
                    </a:lnTo>
                    <a:lnTo>
                      <a:pt x="146713" y="78894"/>
                    </a:lnTo>
                    <a:lnTo>
                      <a:pt x="162026" y="65185"/>
                    </a:lnTo>
                    <a:lnTo>
                      <a:pt x="157505" y="10204"/>
                    </a:lnTo>
                    <a:cubicBezTo>
                      <a:pt x="157505" y="10204"/>
                      <a:pt x="137671" y="8746"/>
                      <a:pt x="133004" y="5683"/>
                    </a:cubicBezTo>
                    <a:cubicBezTo>
                      <a:pt x="128483" y="2621"/>
                      <a:pt x="102378" y="-3504"/>
                      <a:pt x="102378" y="2621"/>
                    </a:cubicBezTo>
                    <a:cubicBezTo>
                      <a:pt x="102378" y="8746"/>
                      <a:pt x="99316" y="45351"/>
                      <a:pt x="99316" y="51476"/>
                    </a:cubicBezTo>
                    <a:cubicBezTo>
                      <a:pt x="99316" y="57602"/>
                      <a:pt x="106899" y="74373"/>
                      <a:pt x="99316" y="74373"/>
                    </a:cubicBezTo>
                    <a:cubicBezTo>
                      <a:pt x="91732" y="74373"/>
                      <a:pt x="80940" y="74373"/>
                      <a:pt x="80940" y="66789"/>
                    </a:cubicBezTo>
                    <a:cubicBezTo>
                      <a:pt x="80940" y="59206"/>
                      <a:pt x="82398" y="72915"/>
                      <a:pt x="80940" y="59206"/>
                    </a:cubicBezTo>
                    <a:cubicBezTo>
                      <a:pt x="79482" y="45497"/>
                      <a:pt x="70294" y="22163"/>
                      <a:pt x="70294" y="22163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6" name="Freeform: Shape 72">
                <a:extLst>
                  <a:ext uri="{FF2B5EF4-FFF2-40B4-BE49-F238E27FC236}">
                    <a16:creationId xmlns:a16="http://schemas.microsoft.com/office/drawing/2014/main" id="{7F048D8B-7AC1-A3AE-1AB0-8C3340B301B7}"/>
                  </a:ext>
                </a:extLst>
              </p:cNvPr>
              <p:cNvSpPr/>
              <p:nvPr/>
            </p:nvSpPr>
            <p:spPr>
              <a:xfrm>
                <a:off x="9163093" y="2551288"/>
                <a:ext cx="43751" cy="189589"/>
              </a:xfrm>
              <a:custGeom>
                <a:avLst/>
                <a:gdLst>
                  <a:gd name="connsiteX0" fmla="*/ 44335 w 43751"/>
                  <a:gd name="connsiteY0" fmla="*/ 0 h 189589"/>
                  <a:gd name="connsiteX1" fmla="*/ 29022 w 43751"/>
                  <a:gd name="connsiteY1" fmla="*/ 15313 h 189589"/>
                  <a:gd name="connsiteX2" fmla="*/ 15313 w 43751"/>
                  <a:gd name="connsiteY2" fmla="*/ 116087 h 189589"/>
                  <a:gd name="connsiteX3" fmla="*/ 0 w 43751"/>
                  <a:gd name="connsiteY3" fmla="*/ 195569 h 189589"/>
                  <a:gd name="connsiteX4" fmla="*/ 16771 w 43751"/>
                  <a:gd name="connsiteY4" fmla="*/ 194110 h 189589"/>
                  <a:gd name="connsiteX5" fmla="*/ 33543 w 43751"/>
                  <a:gd name="connsiteY5" fmla="*/ 143650 h 189589"/>
                  <a:gd name="connsiteX6" fmla="*/ 51918 w 43751"/>
                  <a:gd name="connsiteY6" fmla="*/ 65773 h 189589"/>
                  <a:gd name="connsiteX7" fmla="*/ 44335 w 43751"/>
                  <a:gd name="connsiteY7" fmla="*/ 0 h 189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751" h="189589">
                    <a:moveTo>
                      <a:pt x="44335" y="0"/>
                    </a:moveTo>
                    <a:lnTo>
                      <a:pt x="29022" y="15313"/>
                    </a:lnTo>
                    <a:lnTo>
                      <a:pt x="15313" y="116087"/>
                    </a:lnTo>
                    <a:lnTo>
                      <a:pt x="0" y="195569"/>
                    </a:lnTo>
                    <a:cubicBezTo>
                      <a:pt x="0" y="195569"/>
                      <a:pt x="13709" y="200090"/>
                      <a:pt x="16771" y="194110"/>
                    </a:cubicBezTo>
                    <a:cubicBezTo>
                      <a:pt x="19834" y="187985"/>
                      <a:pt x="33543" y="143650"/>
                      <a:pt x="33543" y="143650"/>
                    </a:cubicBezTo>
                    <a:cubicBezTo>
                      <a:pt x="33543" y="143650"/>
                      <a:pt x="51918" y="71898"/>
                      <a:pt x="51918" y="65773"/>
                    </a:cubicBezTo>
                    <a:cubicBezTo>
                      <a:pt x="51918" y="59502"/>
                      <a:pt x="44335" y="0"/>
                      <a:pt x="44335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7" name="Freeform: Shape 74">
                <a:extLst>
                  <a:ext uri="{FF2B5EF4-FFF2-40B4-BE49-F238E27FC236}">
                    <a16:creationId xmlns:a16="http://schemas.microsoft.com/office/drawing/2014/main" id="{2279C7AC-E688-5531-7F57-5BD28A3DE8EF}"/>
                  </a:ext>
                </a:extLst>
              </p:cNvPr>
              <p:cNvSpPr/>
              <p:nvPr/>
            </p:nvSpPr>
            <p:spPr>
              <a:xfrm>
                <a:off x="9296097" y="2420033"/>
                <a:ext cx="72919" cy="160422"/>
              </a:xfrm>
              <a:custGeom>
                <a:avLst/>
                <a:gdLst>
                  <a:gd name="connsiteX0" fmla="*/ 39668 w 72918"/>
                  <a:gd name="connsiteY0" fmla="*/ 21292 h 160421"/>
                  <a:gd name="connsiteX1" fmla="*/ 19834 w 72918"/>
                  <a:gd name="connsiteY1" fmla="*/ 50314 h 160421"/>
                  <a:gd name="connsiteX2" fmla="*/ 0 w 72918"/>
                  <a:gd name="connsiteY2" fmla="*/ 74815 h 160421"/>
                  <a:gd name="connsiteX3" fmla="*/ 7584 w 72918"/>
                  <a:gd name="connsiteY3" fmla="*/ 114483 h 160421"/>
                  <a:gd name="connsiteX4" fmla="*/ 16771 w 72918"/>
                  <a:gd name="connsiteY4" fmla="*/ 154151 h 160421"/>
                  <a:gd name="connsiteX5" fmla="*/ 44335 w 72918"/>
                  <a:gd name="connsiteY5" fmla="*/ 172526 h 160421"/>
                  <a:gd name="connsiteX6" fmla="*/ 71898 w 72918"/>
                  <a:gd name="connsiteY6" fmla="*/ 120608 h 160421"/>
                  <a:gd name="connsiteX7" fmla="*/ 68835 w 72918"/>
                  <a:gd name="connsiteY7" fmla="*/ 82398 h 160421"/>
                  <a:gd name="connsiteX8" fmla="*/ 67377 w 72918"/>
                  <a:gd name="connsiteY8" fmla="*/ 33543 h 160421"/>
                  <a:gd name="connsiteX9" fmla="*/ 79628 w 72918"/>
                  <a:gd name="connsiteY9" fmla="*/ 19834 h 160421"/>
                  <a:gd name="connsiteX10" fmla="*/ 46085 w 72918"/>
                  <a:gd name="connsiteY10" fmla="*/ 0 h 160421"/>
                  <a:gd name="connsiteX11" fmla="*/ 39668 w 72918"/>
                  <a:gd name="connsiteY11" fmla="*/ 21292 h 160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918" h="160421">
                    <a:moveTo>
                      <a:pt x="39668" y="21292"/>
                    </a:moveTo>
                    <a:lnTo>
                      <a:pt x="19834" y="50314"/>
                    </a:lnTo>
                    <a:cubicBezTo>
                      <a:pt x="19834" y="50314"/>
                      <a:pt x="0" y="70148"/>
                      <a:pt x="0" y="74815"/>
                    </a:cubicBezTo>
                    <a:cubicBezTo>
                      <a:pt x="0" y="79336"/>
                      <a:pt x="7584" y="114483"/>
                      <a:pt x="7584" y="114483"/>
                    </a:cubicBezTo>
                    <a:lnTo>
                      <a:pt x="16771" y="154151"/>
                    </a:lnTo>
                    <a:lnTo>
                      <a:pt x="44335" y="172526"/>
                    </a:lnTo>
                    <a:cubicBezTo>
                      <a:pt x="44335" y="172526"/>
                      <a:pt x="71898" y="126733"/>
                      <a:pt x="71898" y="120608"/>
                    </a:cubicBezTo>
                    <a:cubicBezTo>
                      <a:pt x="71898" y="114483"/>
                      <a:pt x="70440" y="93045"/>
                      <a:pt x="68835" y="82398"/>
                    </a:cubicBezTo>
                    <a:cubicBezTo>
                      <a:pt x="67377" y="71752"/>
                      <a:pt x="67377" y="38064"/>
                      <a:pt x="67377" y="33543"/>
                    </a:cubicBezTo>
                    <a:cubicBezTo>
                      <a:pt x="67377" y="29022"/>
                      <a:pt x="79628" y="19834"/>
                      <a:pt x="79628" y="19834"/>
                    </a:cubicBezTo>
                    <a:lnTo>
                      <a:pt x="46085" y="0"/>
                    </a:lnTo>
                    <a:lnTo>
                      <a:pt x="39668" y="21292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8" name="Freeform: Shape 80">
                <a:extLst>
                  <a:ext uri="{FF2B5EF4-FFF2-40B4-BE49-F238E27FC236}">
                    <a16:creationId xmlns:a16="http://schemas.microsoft.com/office/drawing/2014/main" id="{7C03618F-AA05-F08D-5A6D-1E1F910DCBD5}"/>
                  </a:ext>
                </a:extLst>
              </p:cNvPr>
              <p:cNvSpPr/>
              <p:nvPr/>
            </p:nvSpPr>
            <p:spPr>
              <a:xfrm>
                <a:off x="9606149" y="2242257"/>
                <a:ext cx="131254" cy="116670"/>
              </a:xfrm>
              <a:custGeom>
                <a:avLst/>
                <a:gdLst>
                  <a:gd name="connsiteX0" fmla="*/ 116087 w 131254"/>
                  <a:gd name="connsiteY0" fmla="*/ 15605 h 116670"/>
                  <a:gd name="connsiteX1" fmla="*/ 94649 w 131254"/>
                  <a:gd name="connsiteY1" fmla="*/ 3354 h 116670"/>
                  <a:gd name="connsiteX2" fmla="*/ 71752 w 131254"/>
                  <a:gd name="connsiteY2" fmla="*/ 3354 h 116670"/>
                  <a:gd name="connsiteX3" fmla="*/ 51918 w 131254"/>
                  <a:gd name="connsiteY3" fmla="*/ 10938 h 116670"/>
                  <a:gd name="connsiteX4" fmla="*/ 6125 w 131254"/>
                  <a:gd name="connsiteY4" fmla="*/ 33834 h 116670"/>
                  <a:gd name="connsiteX5" fmla="*/ 0 w 131254"/>
                  <a:gd name="connsiteY5" fmla="*/ 46085 h 116670"/>
                  <a:gd name="connsiteX6" fmla="*/ 7584 w 131254"/>
                  <a:gd name="connsiteY6" fmla="*/ 67523 h 116670"/>
                  <a:gd name="connsiteX7" fmla="*/ 32084 w 131254"/>
                  <a:gd name="connsiteY7" fmla="*/ 75106 h 116670"/>
                  <a:gd name="connsiteX8" fmla="*/ 41272 w 131254"/>
                  <a:gd name="connsiteY8" fmla="*/ 79628 h 116670"/>
                  <a:gd name="connsiteX9" fmla="*/ 41272 w 131254"/>
                  <a:gd name="connsiteY9" fmla="*/ 96399 h 116670"/>
                  <a:gd name="connsiteX10" fmla="*/ 30626 w 131254"/>
                  <a:gd name="connsiteY10" fmla="*/ 125421 h 116670"/>
                  <a:gd name="connsiteX11" fmla="*/ 47397 w 131254"/>
                  <a:gd name="connsiteY11" fmla="*/ 126879 h 116670"/>
                  <a:gd name="connsiteX12" fmla="*/ 53522 w 131254"/>
                  <a:gd name="connsiteY12" fmla="*/ 105441 h 116670"/>
                  <a:gd name="connsiteX13" fmla="*/ 59648 w 131254"/>
                  <a:gd name="connsiteY13" fmla="*/ 74815 h 116670"/>
                  <a:gd name="connsiteX14" fmla="*/ 94795 w 131254"/>
                  <a:gd name="connsiteY14" fmla="*/ 56439 h 116670"/>
                  <a:gd name="connsiteX15" fmla="*/ 111566 w 131254"/>
                  <a:gd name="connsiteY15" fmla="*/ 30480 h 116670"/>
                  <a:gd name="connsiteX16" fmla="*/ 133004 w 131254"/>
                  <a:gd name="connsiteY16" fmla="*/ 29022 h 116670"/>
                  <a:gd name="connsiteX17" fmla="*/ 137525 w 131254"/>
                  <a:gd name="connsiteY17" fmla="*/ 16771 h 116670"/>
                  <a:gd name="connsiteX18" fmla="*/ 123816 w 131254"/>
                  <a:gd name="connsiteY18" fmla="*/ 0 h 116670"/>
                  <a:gd name="connsiteX19" fmla="*/ 116087 w 131254"/>
                  <a:gd name="connsiteY19" fmla="*/ 15605 h 11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31254" h="116670">
                    <a:moveTo>
                      <a:pt x="116087" y="15605"/>
                    </a:moveTo>
                    <a:lnTo>
                      <a:pt x="94649" y="3354"/>
                    </a:lnTo>
                    <a:lnTo>
                      <a:pt x="71752" y="3354"/>
                    </a:lnTo>
                    <a:lnTo>
                      <a:pt x="51918" y="10938"/>
                    </a:lnTo>
                    <a:lnTo>
                      <a:pt x="6125" y="33834"/>
                    </a:lnTo>
                    <a:lnTo>
                      <a:pt x="0" y="46085"/>
                    </a:lnTo>
                    <a:cubicBezTo>
                      <a:pt x="0" y="46085"/>
                      <a:pt x="1458" y="65919"/>
                      <a:pt x="7584" y="67523"/>
                    </a:cubicBezTo>
                    <a:cubicBezTo>
                      <a:pt x="13709" y="68981"/>
                      <a:pt x="32084" y="75106"/>
                      <a:pt x="32084" y="75106"/>
                    </a:cubicBezTo>
                    <a:cubicBezTo>
                      <a:pt x="32084" y="75106"/>
                      <a:pt x="41272" y="75106"/>
                      <a:pt x="41272" y="79628"/>
                    </a:cubicBezTo>
                    <a:cubicBezTo>
                      <a:pt x="41272" y="84149"/>
                      <a:pt x="41272" y="96399"/>
                      <a:pt x="41272" y="96399"/>
                    </a:cubicBezTo>
                    <a:lnTo>
                      <a:pt x="30626" y="125421"/>
                    </a:lnTo>
                    <a:cubicBezTo>
                      <a:pt x="30626" y="125421"/>
                      <a:pt x="44335" y="131546"/>
                      <a:pt x="47397" y="126879"/>
                    </a:cubicBezTo>
                    <a:cubicBezTo>
                      <a:pt x="50460" y="122358"/>
                      <a:pt x="51918" y="114629"/>
                      <a:pt x="53522" y="105441"/>
                    </a:cubicBezTo>
                    <a:cubicBezTo>
                      <a:pt x="54981" y="96253"/>
                      <a:pt x="59648" y="74815"/>
                      <a:pt x="59648" y="74815"/>
                    </a:cubicBezTo>
                    <a:lnTo>
                      <a:pt x="94795" y="56439"/>
                    </a:lnTo>
                    <a:cubicBezTo>
                      <a:pt x="94795" y="56439"/>
                      <a:pt x="103982" y="30480"/>
                      <a:pt x="111566" y="30480"/>
                    </a:cubicBezTo>
                    <a:cubicBezTo>
                      <a:pt x="119149" y="30480"/>
                      <a:pt x="129942" y="35001"/>
                      <a:pt x="133004" y="29022"/>
                    </a:cubicBezTo>
                    <a:cubicBezTo>
                      <a:pt x="136067" y="22897"/>
                      <a:pt x="142192" y="21438"/>
                      <a:pt x="137525" y="16771"/>
                    </a:cubicBezTo>
                    <a:cubicBezTo>
                      <a:pt x="133004" y="12250"/>
                      <a:pt x="123816" y="0"/>
                      <a:pt x="123816" y="0"/>
                    </a:cubicBezTo>
                    <a:lnTo>
                      <a:pt x="116087" y="15605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29" name="Freeform: Shape 85">
                <a:extLst>
                  <a:ext uri="{FF2B5EF4-FFF2-40B4-BE49-F238E27FC236}">
                    <a16:creationId xmlns:a16="http://schemas.microsoft.com/office/drawing/2014/main" id="{8A0AD551-84D9-695C-2A2C-5EE5B2C70E1B}"/>
                  </a:ext>
                </a:extLst>
              </p:cNvPr>
              <p:cNvSpPr/>
              <p:nvPr/>
            </p:nvSpPr>
            <p:spPr>
              <a:xfrm>
                <a:off x="7598690" y="5563277"/>
                <a:ext cx="131254" cy="102087"/>
              </a:xfrm>
              <a:custGeom>
                <a:avLst/>
                <a:gdLst>
                  <a:gd name="connsiteX0" fmla="*/ 0 w 131254"/>
                  <a:gd name="connsiteY0" fmla="*/ 52793 h 102086"/>
                  <a:gd name="connsiteX1" fmla="*/ 13709 w 131254"/>
                  <a:gd name="connsiteY1" fmla="*/ 78023 h 102086"/>
                  <a:gd name="connsiteX2" fmla="*/ 57168 w 131254"/>
                  <a:gd name="connsiteY2" fmla="*/ 78023 h 102086"/>
                  <a:gd name="connsiteX3" fmla="*/ 89253 w 131254"/>
                  <a:gd name="connsiteY3" fmla="*/ 105441 h 102086"/>
                  <a:gd name="connsiteX4" fmla="*/ 139713 w 131254"/>
                  <a:gd name="connsiteY4" fmla="*/ 52793 h 102086"/>
                  <a:gd name="connsiteX5" fmla="*/ 119150 w 131254"/>
                  <a:gd name="connsiteY5" fmla="*/ 34418 h 102086"/>
                  <a:gd name="connsiteX6" fmla="*/ 112295 w 131254"/>
                  <a:gd name="connsiteY6" fmla="*/ 0 h 102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254" h="102086">
                    <a:moveTo>
                      <a:pt x="0" y="52793"/>
                    </a:moveTo>
                    <a:lnTo>
                      <a:pt x="13709" y="78023"/>
                    </a:lnTo>
                    <a:lnTo>
                      <a:pt x="57168" y="78023"/>
                    </a:lnTo>
                    <a:lnTo>
                      <a:pt x="89253" y="105441"/>
                    </a:lnTo>
                    <a:lnTo>
                      <a:pt x="139713" y="52793"/>
                    </a:lnTo>
                    <a:lnTo>
                      <a:pt x="119150" y="34418"/>
                    </a:lnTo>
                    <a:lnTo>
                      <a:pt x="112295" y="0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30" name="Freeform: Shape 88">
                <a:extLst>
                  <a:ext uri="{FF2B5EF4-FFF2-40B4-BE49-F238E27FC236}">
                    <a16:creationId xmlns:a16="http://schemas.microsoft.com/office/drawing/2014/main" id="{E57DDA83-7429-F564-F897-1AAF9AA0A88F}"/>
                  </a:ext>
                </a:extLst>
              </p:cNvPr>
              <p:cNvSpPr/>
              <p:nvPr/>
            </p:nvSpPr>
            <p:spPr>
              <a:xfrm>
                <a:off x="7802572" y="5551901"/>
                <a:ext cx="72919" cy="43751"/>
              </a:xfrm>
              <a:custGeom>
                <a:avLst/>
                <a:gdLst>
                  <a:gd name="connsiteX0" fmla="*/ 9188 w 72918"/>
                  <a:gd name="connsiteY0" fmla="*/ 2187 h 43751"/>
                  <a:gd name="connsiteX1" fmla="*/ 0 w 72918"/>
                  <a:gd name="connsiteY1" fmla="*/ 20563 h 43751"/>
                  <a:gd name="connsiteX2" fmla="*/ 59648 w 72918"/>
                  <a:gd name="connsiteY2" fmla="*/ 48126 h 43751"/>
                  <a:gd name="connsiteX3" fmla="*/ 82544 w 72918"/>
                  <a:gd name="connsiteY3" fmla="*/ 34272 h 43751"/>
                  <a:gd name="connsiteX4" fmla="*/ 54981 w 72918"/>
                  <a:gd name="connsiteY4" fmla="*/ 0 h 4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918" h="43751">
                    <a:moveTo>
                      <a:pt x="9188" y="2187"/>
                    </a:moveTo>
                    <a:lnTo>
                      <a:pt x="0" y="20563"/>
                    </a:lnTo>
                    <a:lnTo>
                      <a:pt x="59648" y="48126"/>
                    </a:lnTo>
                    <a:lnTo>
                      <a:pt x="82544" y="34272"/>
                    </a:lnTo>
                    <a:lnTo>
                      <a:pt x="54981" y="0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31" name="Freeform: Shape 96">
                <a:extLst>
                  <a:ext uri="{FF2B5EF4-FFF2-40B4-BE49-F238E27FC236}">
                    <a16:creationId xmlns:a16="http://schemas.microsoft.com/office/drawing/2014/main" id="{B4E02730-316F-B068-25F1-172ABE440B32}"/>
                  </a:ext>
                </a:extLst>
              </p:cNvPr>
              <p:cNvSpPr/>
              <p:nvPr/>
            </p:nvSpPr>
            <p:spPr>
              <a:xfrm>
                <a:off x="7424414" y="5689426"/>
                <a:ext cx="72919" cy="58335"/>
              </a:xfrm>
              <a:custGeom>
                <a:avLst/>
                <a:gdLst>
                  <a:gd name="connsiteX0" fmla="*/ 41272 w 72918"/>
                  <a:gd name="connsiteY0" fmla="*/ 0 h 58335"/>
                  <a:gd name="connsiteX1" fmla="*/ 6854 w 72918"/>
                  <a:gd name="connsiteY1" fmla="*/ 18376 h 58335"/>
                  <a:gd name="connsiteX2" fmla="*/ 0 w 72918"/>
                  <a:gd name="connsiteY2" fmla="*/ 43605 h 58335"/>
                  <a:gd name="connsiteX3" fmla="*/ 11521 w 72918"/>
                  <a:gd name="connsiteY3" fmla="*/ 64169 h 58335"/>
                  <a:gd name="connsiteX4" fmla="*/ 78023 w 72918"/>
                  <a:gd name="connsiteY4" fmla="*/ 11521 h 58335"/>
                  <a:gd name="connsiteX5" fmla="*/ 41272 w 72918"/>
                  <a:gd name="connsiteY5" fmla="*/ 0 h 5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918" h="58335">
                    <a:moveTo>
                      <a:pt x="41272" y="0"/>
                    </a:moveTo>
                    <a:lnTo>
                      <a:pt x="6854" y="18376"/>
                    </a:lnTo>
                    <a:lnTo>
                      <a:pt x="0" y="43605"/>
                    </a:lnTo>
                    <a:cubicBezTo>
                      <a:pt x="0" y="43605"/>
                      <a:pt x="2333" y="64169"/>
                      <a:pt x="11521" y="64169"/>
                    </a:cubicBezTo>
                    <a:cubicBezTo>
                      <a:pt x="20709" y="64169"/>
                      <a:pt x="78023" y="11521"/>
                      <a:pt x="78023" y="11521"/>
                    </a:cubicBezTo>
                    <a:lnTo>
                      <a:pt x="41272" y="0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32" name="Freeform: Shape 106">
                <a:extLst>
                  <a:ext uri="{FF2B5EF4-FFF2-40B4-BE49-F238E27FC236}">
                    <a16:creationId xmlns:a16="http://schemas.microsoft.com/office/drawing/2014/main" id="{B5F58889-9AA7-3A72-75C4-BD65B7C16282}"/>
                  </a:ext>
                </a:extLst>
              </p:cNvPr>
              <p:cNvSpPr/>
              <p:nvPr/>
            </p:nvSpPr>
            <p:spPr>
              <a:xfrm>
                <a:off x="10587054" y="6085814"/>
                <a:ext cx="393762" cy="87503"/>
              </a:xfrm>
              <a:custGeom>
                <a:avLst/>
                <a:gdLst>
                  <a:gd name="connsiteX0" fmla="*/ 36605 w 393762"/>
                  <a:gd name="connsiteY0" fmla="*/ 22897 h 87502"/>
                  <a:gd name="connsiteX1" fmla="*/ 29751 w 393762"/>
                  <a:gd name="connsiteY1" fmla="*/ 36605 h 87502"/>
                  <a:gd name="connsiteX2" fmla="*/ 0 w 393762"/>
                  <a:gd name="connsiteY2" fmla="*/ 41126 h 87502"/>
                  <a:gd name="connsiteX3" fmla="*/ 0 w 393762"/>
                  <a:gd name="connsiteY3" fmla="*/ 84732 h 87502"/>
                  <a:gd name="connsiteX4" fmla="*/ 135192 w 393762"/>
                  <a:gd name="connsiteY4" fmla="*/ 80211 h 87502"/>
                  <a:gd name="connsiteX5" fmla="*/ 183318 w 393762"/>
                  <a:gd name="connsiteY5" fmla="*/ 82544 h 87502"/>
                  <a:gd name="connsiteX6" fmla="*/ 187839 w 393762"/>
                  <a:gd name="connsiteY6" fmla="*/ 100920 h 87502"/>
                  <a:gd name="connsiteX7" fmla="*/ 368824 w 393762"/>
                  <a:gd name="connsiteY7" fmla="*/ 57315 h 87502"/>
                  <a:gd name="connsiteX8" fmla="*/ 389387 w 393762"/>
                  <a:gd name="connsiteY8" fmla="*/ 54981 h 87502"/>
                  <a:gd name="connsiteX9" fmla="*/ 407763 w 393762"/>
                  <a:gd name="connsiteY9" fmla="*/ 0 h 87502"/>
                  <a:gd name="connsiteX10" fmla="*/ 378012 w 393762"/>
                  <a:gd name="connsiteY10" fmla="*/ 0 h 87502"/>
                  <a:gd name="connsiteX11" fmla="*/ 368824 w 393762"/>
                  <a:gd name="connsiteY11" fmla="*/ 9188 h 87502"/>
                  <a:gd name="connsiteX12" fmla="*/ 320697 w 393762"/>
                  <a:gd name="connsiteY12" fmla="*/ 25230 h 87502"/>
                  <a:gd name="connsiteX13" fmla="*/ 309176 w 393762"/>
                  <a:gd name="connsiteY13" fmla="*/ 38939 h 87502"/>
                  <a:gd name="connsiteX14" fmla="*/ 297655 w 393762"/>
                  <a:gd name="connsiteY14" fmla="*/ 18376 h 87502"/>
                  <a:gd name="connsiteX15" fmla="*/ 249528 w 393762"/>
                  <a:gd name="connsiteY15" fmla="*/ 22897 h 87502"/>
                  <a:gd name="connsiteX16" fmla="*/ 187693 w 393762"/>
                  <a:gd name="connsiteY16" fmla="*/ 32085 h 87502"/>
                  <a:gd name="connsiteX17" fmla="*/ 114337 w 393762"/>
                  <a:gd name="connsiteY17" fmla="*/ 45793 h 87502"/>
                  <a:gd name="connsiteX18" fmla="*/ 79919 w 393762"/>
                  <a:gd name="connsiteY18" fmla="*/ 36605 h 87502"/>
                  <a:gd name="connsiteX19" fmla="*/ 36605 w 393762"/>
                  <a:gd name="connsiteY19" fmla="*/ 22897 h 87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93762" h="87502">
                    <a:moveTo>
                      <a:pt x="36605" y="22897"/>
                    </a:moveTo>
                    <a:lnTo>
                      <a:pt x="29751" y="36605"/>
                    </a:lnTo>
                    <a:lnTo>
                      <a:pt x="0" y="41126"/>
                    </a:lnTo>
                    <a:lnTo>
                      <a:pt x="0" y="84732"/>
                    </a:lnTo>
                    <a:lnTo>
                      <a:pt x="135192" y="80211"/>
                    </a:lnTo>
                    <a:lnTo>
                      <a:pt x="183318" y="82544"/>
                    </a:lnTo>
                    <a:lnTo>
                      <a:pt x="187839" y="100920"/>
                    </a:lnTo>
                    <a:lnTo>
                      <a:pt x="368824" y="57315"/>
                    </a:lnTo>
                    <a:lnTo>
                      <a:pt x="389387" y="54981"/>
                    </a:lnTo>
                    <a:lnTo>
                      <a:pt x="407763" y="0"/>
                    </a:lnTo>
                    <a:lnTo>
                      <a:pt x="378012" y="0"/>
                    </a:lnTo>
                    <a:lnTo>
                      <a:pt x="368824" y="9188"/>
                    </a:lnTo>
                    <a:lnTo>
                      <a:pt x="320697" y="25230"/>
                    </a:lnTo>
                    <a:cubicBezTo>
                      <a:pt x="320697" y="25230"/>
                      <a:pt x="316176" y="52794"/>
                      <a:pt x="309176" y="38939"/>
                    </a:cubicBezTo>
                    <a:cubicBezTo>
                      <a:pt x="302322" y="25230"/>
                      <a:pt x="297655" y="18376"/>
                      <a:pt x="297655" y="18376"/>
                    </a:cubicBezTo>
                    <a:lnTo>
                      <a:pt x="249528" y="22897"/>
                    </a:lnTo>
                    <a:lnTo>
                      <a:pt x="187693" y="32085"/>
                    </a:lnTo>
                    <a:lnTo>
                      <a:pt x="114337" y="45793"/>
                    </a:lnTo>
                    <a:lnTo>
                      <a:pt x="79919" y="36605"/>
                    </a:lnTo>
                    <a:lnTo>
                      <a:pt x="36605" y="22897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33" name="Graphic 1">
                <a:extLst>
                  <a:ext uri="{FF2B5EF4-FFF2-40B4-BE49-F238E27FC236}">
                    <a16:creationId xmlns:a16="http://schemas.microsoft.com/office/drawing/2014/main" id="{7A12113B-0E5C-6C39-42C1-64A4793BC5BA}"/>
                  </a:ext>
                </a:extLst>
              </p:cNvPr>
              <p:cNvGrpSpPr/>
              <p:nvPr/>
            </p:nvGrpSpPr>
            <p:grpSpPr>
              <a:xfrm>
                <a:off x="9988536" y="2966634"/>
                <a:ext cx="1910476" cy="1297957"/>
                <a:chOff x="9988536" y="2966634"/>
                <a:chExt cx="1910476" cy="1297957"/>
              </a:xfrm>
              <a:grpFill/>
            </p:grpSpPr>
            <p:sp>
              <p:nvSpPr>
                <p:cNvPr id="346" name="Freeform: Shape 155">
                  <a:extLst>
                    <a:ext uri="{FF2B5EF4-FFF2-40B4-BE49-F238E27FC236}">
                      <a16:creationId xmlns:a16="http://schemas.microsoft.com/office/drawing/2014/main" id="{D1B592DD-3E59-9742-4C7B-49F22216C9DE}"/>
                    </a:ext>
                  </a:extLst>
                </p:cNvPr>
                <p:cNvSpPr/>
                <p:nvPr/>
              </p:nvSpPr>
              <p:spPr>
                <a:xfrm>
                  <a:off x="9988536" y="2966634"/>
                  <a:ext cx="1910476" cy="1297957"/>
                </a:xfrm>
                <a:custGeom>
                  <a:avLst/>
                  <a:gdLst>
                    <a:gd name="connsiteX0" fmla="*/ 1758075 w 1910476"/>
                    <a:gd name="connsiteY0" fmla="*/ 1008469 h 1297956"/>
                    <a:gd name="connsiteX1" fmla="*/ 1725991 w 1910476"/>
                    <a:gd name="connsiteY1" fmla="*/ 1019990 h 1297956"/>
                    <a:gd name="connsiteX2" fmla="*/ 1707616 w 1910476"/>
                    <a:gd name="connsiteY2" fmla="*/ 1022323 h 1297956"/>
                    <a:gd name="connsiteX3" fmla="*/ 1689240 w 1910476"/>
                    <a:gd name="connsiteY3" fmla="*/ 1045220 h 1297956"/>
                    <a:gd name="connsiteX4" fmla="*/ 1680052 w 1910476"/>
                    <a:gd name="connsiteY4" fmla="*/ 1052074 h 1297956"/>
                    <a:gd name="connsiteX5" fmla="*/ 1654822 w 1910476"/>
                    <a:gd name="connsiteY5" fmla="*/ 1077304 h 1297956"/>
                    <a:gd name="connsiteX6" fmla="*/ 1647968 w 1910476"/>
                    <a:gd name="connsiteY6" fmla="*/ 1084159 h 1297956"/>
                    <a:gd name="connsiteX7" fmla="*/ 1637614 w 1910476"/>
                    <a:gd name="connsiteY7" fmla="*/ 1092471 h 1297956"/>
                    <a:gd name="connsiteX8" fmla="*/ 1622738 w 1910476"/>
                    <a:gd name="connsiteY8" fmla="*/ 1084159 h 1297956"/>
                    <a:gd name="connsiteX9" fmla="*/ 1599841 w 1910476"/>
                    <a:gd name="connsiteY9" fmla="*/ 1072638 h 1297956"/>
                    <a:gd name="connsiteX10" fmla="*/ 1579278 w 1910476"/>
                    <a:gd name="connsiteY10" fmla="*/ 1047407 h 1297956"/>
                    <a:gd name="connsiteX11" fmla="*/ 1570091 w 1910476"/>
                    <a:gd name="connsiteY11" fmla="*/ 1035887 h 1297956"/>
                    <a:gd name="connsiteX12" fmla="*/ 1556382 w 1910476"/>
                    <a:gd name="connsiteY12" fmla="*/ 1031366 h 1297956"/>
                    <a:gd name="connsiteX13" fmla="*/ 1526631 w 1910476"/>
                    <a:gd name="connsiteY13" fmla="*/ 1022178 h 1297956"/>
                    <a:gd name="connsiteX14" fmla="*/ 1519776 w 1910476"/>
                    <a:gd name="connsiteY14" fmla="*/ 1012990 h 1297956"/>
                    <a:gd name="connsiteX15" fmla="*/ 1464796 w 1910476"/>
                    <a:gd name="connsiteY15" fmla="*/ 1008469 h 1297956"/>
                    <a:gd name="connsiteX16" fmla="*/ 1439566 w 1910476"/>
                    <a:gd name="connsiteY16" fmla="*/ 1008469 h 1297956"/>
                    <a:gd name="connsiteX17" fmla="*/ 1414336 w 1910476"/>
                    <a:gd name="connsiteY17" fmla="*/ 999281 h 1297956"/>
                    <a:gd name="connsiteX18" fmla="*/ 1414336 w 1910476"/>
                    <a:gd name="connsiteY18" fmla="*/ 990093 h 1297956"/>
                    <a:gd name="connsiteX19" fmla="*/ 1466983 w 1910476"/>
                    <a:gd name="connsiteY19" fmla="*/ 990093 h 1297956"/>
                    <a:gd name="connsiteX20" fmla="*/ 1519630 w 1910476"/>
                    <a:gd name="connsiteY20" fmla="*/ 990093 h 1297956"/>
                    <a:gd name="connsiteX21" fmla="*/ 1531152 w 1910476"/>
                    <a:gd name="connsiteY21" fmla="*/ 985572 h 1297956"/>
                    <a:gd name="connsiteX22" fmla="*/ 1544861 w 1910476"/>
                    <a:gd name="connsiteY22" fmla="*/ 960342 h 1297956"/>
                    <a:gd name="connsiteX23" fmla="*/ 1547194 w 1910476"/>
                    <a:gd name="connsiteY23" fmla="*/ 946633 h 1297956"/>
                    <a:gd name="connsiteX24" fmla="*/ 1572424 w 1910476"/>
                    <a:gd name="connsiteY24" fmla="*/ 903028 h 1297956"/>
                    <a:gd name="connsiteX25" fmla="*/ 1556382 w 1910476"/>
                    <a:gd name="connsiteY25" fmla="*/ 873277 h 1297956"/>
                    <a:gd name="connsiteX26" fmla="*/ 1567903 w 1910476"/>
                    <a:gd name="connsiteY26" fmla="*/ 859568 h 1297956"/>
                    <a:gd name="connsiteX27" fmla="*/ 1595466 w 1910476"/>
                    <a:gd name="connsiteY27" fmla="*/ 873277 h 1297956"/>
                    <a:gd name="connsiteX28" fmla="*/ 1609175 w 1910476"/>
                    <a:gd name="connsiteY28" fmla="*/ 861756 h 1297956"/>
                    <a:gd name="connsiteX29" fmla="*/ 1609175 w 1910476"/>
                    <a:gd name="connsiteY29" fmla="*/ 843380 h 1297956"/>
                    <a:gd name="connsiteX30" fmla="*/ 1629738 w 1910476"/>
                    <a:gd name="connsiteY30" fmla="*/ 825005 h 1297956"/>
                    <a:gd name="connsiteX31" fmla="*/ 1696240 w 1910476"/>
                    <a:gd name="connsiteY31" fmla="*/ 790587 h 1297956"/>
                    <a:gd name="connsiteX32" fmla="*/ 1739846 w 1910476"/>
                    <a:gd name="connsiteY32" fmla="*/ 746982 h 1297956"/>
                    <a:gd name="connsiteX33" fmla="*/ 1762742 w 1910476"/>
                    <a:gd name="connsiteY33" fmla="*/ 724085 h 1297956"/>
                    <a:gd name="connsiteX34" fmla="*/ 1776451 w 1910476"/>
                    <a:gd name="connsiteY34" fmla="*/ 717231 h 1297956"/>
                    <a:gd name="connsiteX35" fmla="*/ 1774118 w 1910476"/>
                    <a:gd name="connsiteY35" fmla="*/ 687480 h 1297956"/>
                    <a:gd name="connsiteX36" fmla="*/ 1826765 w 1910476"/>
                    <a:gd name="connsiteY36" fmla="*/ 664583 h 1297956"/>
                    <a:gd name="connsiteX37" fmla="*/ 1813057 w 1910476"/>
                    <a:gd name="connsiteY37" fmla="*/ 670562 h 1297956"/>
                    <a:gd name="connsiteX38" fmla="*/ 1813057 w 1910476"/>
                    <a:gd name="connsiteY38" fmla="*/ 600414 h 1297956"/>
                    <a:gd name="connsiteX39" fmla="*/ 1854328 w 1910476"/>
                    <a:gd name="connsiteY39" fmla="*/ 540767 h 1297956"/>
                    <a:gd name="connsiteX40" fmla="*/ 1872704 w 1910476"/>
                    <a:gd name="connsiteY40" fmla="*/ 494974 h 1297956"/>
                    <a:gd name="connsiteX41" fmla="*/ 1913976 w 1910476"/>
                    <a:gd name="connsiteY41" fmla="*/ 439993 h 1297956"/>
                    <a:gd name="connsiteX42" fmla="*/ 1918497 w 1910476"/>
                    <a:gd name="connsiteY42" fmla="*/ 407909 h 1297956"/>
                    <a:gd name="connsiteX43" fmla="*/ 1868037 w 1910476"/>
                    <a:gd name="connsiteY43" fmla="*/ 302468 h 1297956"/>
                    <a:gd name="connsiteX44" fmla="*/ 1890934 w 1910476"/>
                    <a:gd name="connsiteY44" fmla="*/ 261196 h 1297956"/>
                    <a:gd name="connsiteX45" fmla="*/ 1895455 w 1910476"/>
                    <a:gd name="connsiteY45" fmla="*/ 215403 h 1297956"/>
                    <a:gd name="connsiteX46" fmla="*/ 1881746 w 1910476"/>
                    <a:gd name="connsiteY46" fmla="*/ 187839 h 1297956"/>
                    <a:gd name="connsiteX47" fmla="*/ 1771784 w 1910476"/>
                    <a:gd name="connsiteY47" fmla="*/ 187839 h 1297956"/>
                    <a:gd name="connsiteX48" fmla="*/ 1739700 w 1910476"/>
                    <a:gd name="connsiteY48" fmla="*/ 219924 h 1297956"/>
                    <a:gd name="connsiteX49" fmla="*/ 1661822 w 1910476"/>
                    <a:gd name="connsiteY49" fmla="*/ 219924 h 1297956"/>
                    <a:gd name="connsiteX50" fmla="*/ 1616029 w 1910476"/>
                    <a:gd name="connsiteY50" fmla="*/ 229111 h 1297956"/>
                    <a:gd name="connsiteX51" fmla="*/ 1565570 w 1910476"/>
                    <a:gd name="connsiteY51" fmla="*/ 242820 h 1297956"/>
                    <a:gd name="connsiteX52" fmla="*/ 1501401 w 1910476"/>
                    <a:gd name="connsiteY52" fmla="*/ 219924 h 1297956"/>
                    <a:gd name="connsiteX53" fmla="*/ 1473838 w 1910476"/>
                    <a:gd name="connsiteY53" fmla="*/ 247487 h 1297956"/>
                    <a:gd name="connsiteX54" fmla="*/ 1313416 w 1910476"/>
                    <a:gd name="connsiteY54" fmla="*/ 238299 h 1297956"/>
                    <a:gd name="connsiteX55" fmla="*/ 1295040 w 1910476"/>
                    <a:gd name="connsiteY55" fmla="*/ 210736 h 1297956"/>
                    <a:gd name="connsiteX56" fmla="*/ 1262956 w 1910476"/>
                    <a:gd name="connsiteY56" fmla="*/ 164943 h 1297956"/>
                    <a:gd name="connsiteX57" fmla="*/ 1217163 w 1910476"/>
                    <a:gd name="connsiteY57" fmla="*/ 155755 h 1297956"/>
                    <a:gd name="connsiteX58" fmla="*/ 1148473 w 1910476"/>
                    <a:gd name="connsiteY58" fmla="*/ 164943 h 1297956"/>
                    <a:gd name="connsiteX59" fmla="*/ 1134764 w 1910476"/>
                    <a:gd name="connsiteY59" fmla="*/ 132858 h 1297956"/>
                    <a:gd name="connsiteX60" fmla="*/ 1107201 w 1910476"/>
                    <a:gd name="connsiteY60" fmla="*/ 32084 h 1297956"/>
                    <a:gd name="connsiteX61" fmla="*/ 1098014 w 1910476"/>
                    <a:gd name="connsiteY61" fmla="*/ 13709 h 1297956"/>
                    <a:gd name="connsiteX62" fmla="*/ 1047553 w 1910476"/>
                    <a:gd name="connsiteY62" fmla="*/ 0 h 1297956"/>
                    <a:gd name="connsiteX63" fmla="*/ 1006281 w 1910476"/>
                    <a:gd name="connsiteY63" fmla="*/ 22897 h 1297956"/>
                    <a:gd name="connsiteX64" fmla="*/ 974197 w 1910476"/>
                    <a:gd name="connsiteY64" fmla="*/ 36605 h 1297956"/>
                    <a:gd name="connsiteX65" fmla="*/ 965009 w 1910476"/>
                    <a:gd name="connsiteY65" fmla="*/ 59502 h 1297956"/>
                    <a:gd name="connsiteX66" fmla="*/ 914549 w 1910476"/>
                    <a:gd name="connsiteY66" fmla="*/ 64023 h 1297956"/>
                    <a:gd name="connsiteX67" fmla="*/ 910028 w 1910476"/>
                    <a:gd name="connsiteY67" fmla="*/ 119004 h 1297956"/>
                    <a:gd name="connsiteX68" fmla="*/ 850381 w 1910476"/>
                    <a:gd name="connsiteY68" fmla="*/ 105295 h 1297956"/>
                    <a:gd name="connsiteX69" fmla="*/ 778628 w 1910476"/>
                    <a:gd name="connsiteY69" fmla="*/ 144963 h 1297956"/>
                    <a:gd name="connsiteX70" fmla="*/ 788545 w 1910476"/>
                    <a:gd name="connsiteY70" fmla="*/ 245008 h 1297956"/>
                    <a:gd name="connsiteX71" fmla="*/ 816109 w 1910476"/>
                    <a:gd name="connsiteY71" fmla="*/ 304655 h 1297956"/>
                    <a:gd name="connsiteX72" fmla="*/ 788545 w 1910476"/>
                    <a:gd name="connsiteY72" fmla="*/ 311510 h 1297956"/>
                    <a:gd name="connsiteX73" fmla="*/ 722043 w 1910476"/>
                    <a:gd name="connsiteY73" fmla="*/ 299989 h 1297956"/>
                    <a:gd name="connsiteX74" fmla="*/ 689959 w 1910476"/>
                    <a:gd name="connsiteY74" fmla="*/ 316031 h 1297956"/>
                    <a:gd name="connsiteX75" fmla="*/ 646354 w 1910476"/>
                    <a:gd name="connsiteY75" fmla="*/ 320552 h 1297956"/>
                    <a:gd name="connsiteX76" fmla="*/ 634832 w 1910476"/>
                    <a:gd name="connsiteY76" fmla="*/ 292988 h 1297956"/>
                    <a:gd name="connsiteX77" fmla="*/ 623311 w 1910476"/>
                    <a:gd name="connsiteY77" fmla="*/ 290655 h 1297956"/>
                    <a:gd name="connsiteX78" fmla="*/ 607269 w 1910476"/>
                    <a:gd name="connsiteY78" fmla="*/ 295176 h 1297956"/>
                    <a:gd name="connsiteX79" fmla="*/ 607269 w 1910476"/>
                    <a:gd name="connsiteY79" fmla="*/ 311218 h 1297956"/>
                    <a:gd name="connsiteX80" fmla="*/ 568330 w 1910476"/>
                    <a:gd name="connsiteY80" fmla="*/ 318072 h 1297956"/>
                    <a:gd name="connsiteX81" fmla="*/ 536246 w 1910476"/>
                    <a:gd name="connsiteY81" fmla="*/ 315739 h 1297956"/>
                    <a:gd name="connsiteX82" fmla="*/ 483598 w 1910476"/>
                    <a:gd name="connsiteY82" fmla="*/ 327260 h 1297956"/>
                    <a:gd name="connsiteX83" fmla="*/ 483598 w 1910476"/>
                    <a:gd name="connsiteY83" fmla="*/ 338781 h 1297956"/>
                    <a:gd name="connsiteX84" fmla="*/ 472077 w 1910476"/>
                    <a:gd name="connsiteY84" fmla="*/ 361678 h 1297956"/>
                    <a:gd name="connsiteX85" fmla="*/ 451514 w 1910476"/>
                    <a:gd name="connsiteY85" fmla="*/ 352490 h 1297956"/>
                    <a:gd name="connsiteX86" fmla="*/ 405721 w 1910476"/>
                    <a:gd name="connsiteY86" fmla="*/ 322739 h 1297956"/>
                    <a:gd name="connsiteX87" fmla="*/ 346073 w 1910476"/>
                    <a:gd name="connsiteY87" fmla="*/ 313551 h 1297956"/>
                    <a:gd name="connsiteX88" fmla="*/ 302468 w 1910476"/>
                    <a:gd name="connsiteY88" fmla="*/ 322739 h 1297956"/>
                    <a:gd name="connsiteX89" fmla="*/ 281904 w 1910476"/>
                    <a:gd name="connsiteY89" fmla="*/ 322739 h 1297956"/>
                    <a:gd name="connsiteX90" fmla="*/ 238299 w 1910476"/>
                    <a:gd name="connsiteY90" fmla="*/ 320406 h 1297956"/>
                    <a:gd name="connsiteX91" fmla="*/ 217736 w 1910476"/>
                    <a:gd name="connsiteY91" fmla="*/ 327260 h 1297956"/>
                    <a:gd name="connsiteX92" fmla="*/ 194839 w 1910476"/>
                    <a:gd name="connsiteY92" fmla="*/ 343302 h 1297956"/>
                    <a:gd name="connsiteX93" fmla="*/ 107774 w 1910476"/>
                    <a:gd name="connsiteY93" fmla="*/ 379908 h 1297956"/>
                    <a:gd name="connsiteX94" fmla="*/ 91732 w 1910476"/>
                    <a:gd name="connsiteY94" fmla="*/ 411992 h 1297956"/>
                    <a:gd name="connsiteX95" fmla="*/ 59648 w 1910476"/>
                    <a:gd name="connsiteY95" fmla="*/ 414325 h 1297956"/>
                    <a:gd name="connsiteX96" fmla="*/ 73356 w 1910476"/>
                    <a:gd name="connsiteY96" fmla="*/ 462452 h 1297956"/>
                    <a:gd name="connsiteX97" fmla="*/ 116962 w 1910476"/>
                    <a:gd name="connsiteY97" fmla="*/ 517433 h 1297956"/>
                    <a:gd name="connsiteX98" fmla="*/ 137525 w 1910476"/>
                    <a:gd name="connsiteY98" fmla="*/ 606831 h 1297956"/>
                    <a:gd name="connsiteX99" fmla="*/ 126004 w 1910476"/>
                    <a:gd name="connsiteY99" fmla="*/ 629728 h 1297956"/>
                    <a:gd name="connsiteX100" fmla="*/ 89399 w 1910476"/>
                    <a:gd name="connsiteY100" fmla="*/ 652624 h 1297956"/>
                    <a:gd name="connsiteX101" fmla="*/ 48126 w 1910476"/>
                    <a:gd name="connsiteY101" fmla="*/ 716793 h 1297956"/>
                    <a:gd name="connsiteX102" fmla="*/ 29751 w 1910476"/>
                    <a:gd name="connsiteY102" fmla="*/ 780962 h 1297956"/>
                    <a:gd name="connsiteX103" fmla="*/ 29751 w 1910476"/>
                    <a:gd name="connsiteY103" fmla="*/ 819901 h 1297956"/>
                    <a:gd name="connsiteX104" fmla="*/ 52647 w 1910476"/>
                    <a:gd name="connsiteY104" fmla="*/ 854318 h 1297956"/>
                    <a:gd name="connsiteX105" fmla="*/ 64169 w 1910476"/>
                    <a:gd name="connsiteY105" fmla="*/ 877215 h 1297956"/>
                    <a:gd name="connsiteX106" fmla="*/ 29751 w 1910476"/>
                    <a:gd name="connsiteY106" fmla="*/ 886403 h 1297956"/>
                    <a:gd name="connsiteX107" fmla="*/ 0 w 1910476"/>
                    <a:gd name="connsiteY107" fmla="*/ 890924 h 1297956"/>
                    <a:gd name="connsiteX108" fmla="*/ 9188 w 1910476"/>
                    <a:gd name="connsiteY108" fmla="*/ 1010073 h 1297956"/>
                    <a:gd name="connsiteX109" fmla="*/ 64169 w 1910476"/>
                    <a:gd name="connsiteY109" fmla="*/ 1044491 h 1297956"/>
                    <a:gd name="connsiteX110" fmla="*/ 96253 w 1910476"/>
                    <a:gd name="connsiteY110" fmla="*/ 1044491 h 1297956"/>
                    <a:gd name="connsiteX111" fmla="*/ 167276 w 1910476"/>
                    <a:gd name="connsiteY111" fmla="*/ 1044491 h 1297956"/>
                    <a:gd name="connsiteX112" fmla="*/ 229111 w 1910476"/>
                    <a:gd name="connsiteY112" fmla="*/ 1039970 h 1297956"/>
                    <a:gd name="connsiteX113" fmla="*/ 288759 w 1910476"/>
                    <a:gd name="connsiteY113" fmla="*/ 1030782 h 1297956"/>
                    <a:gd name="connsiteX114" fmla="*/ 316322 w 1910476"/>
                    <a:gd name="connsiteY114" fmla="*/ 1049157 h 1297956"/>
                    <a:gd name="connsiteX115" fmla="*/ 341552 w 1910476"/>
                    <a:gd name="connsiteY115" fmla="*/ 1053679 h 1297956"/>
                    <a:gd name="connsiteX116" fmla="*/ 359928 w 1910476"/>
                    <a:gd name="connsiteY116" fmla="*/ 1035303 h 1297956"/>
                    <a:gd name="connsiteX117" fmla="*/ 392012 w 1910476"/>
                    <a:gd name="connsiteY117" fmla="*/ 1003219 h 1297956"/>
                    <a:gd name="connsiteX118" fmla="*/ 412575 w 1910476"/>
                    <a:gd name="connsiteY118" fmla="*/ 991698 h 1297956"/>
                    <a:gd name="connsiteX119" fmla="*/ 451514 w 1910476"/>
                    <a:gd name="connsiteY119" fmla="*/ 991698 h 1297956"/>
                    <a:gd name="connsiteX120" fmla="*/ 480973 w 1910476"/>
                    <a:gd name="connsiteY120" fmla="*/ 986156 h 1297956"/>
                    <a:gd name="connsiteX121" fmla="*/ 488119 w 1910476"/>
                    <a:gd name="connsiteY121" fmla="*/ 968801 h 1297956"/>
                    <a:gd name="connsiteX122" fmla="*/ 515683 w 1910476"/>
                    <a:gd name="connsiteY122" fmla="*/ 904632 h 1297956"/>
                    <a:gd name="connsiteX123" fmla="*/ 598227 w 1910476"/>
                    <a:gd name="connsiteY123" fmla="*/ 868027 h 1297956"/>
                    <a:gd name="connsiteX124" fmla="*/ 701334 w 1910476"/>
                    <a:gd name="connsiteY124" fmla="*/ 879548 h 1297956"/>
                    <a:gd name="connsiteX125" fmla="*/ 726564 w 1910476"/>
                    <a:gd name="connsiteY125" fmla="*/ 886403 h 1297956"/>
                    <a:gd name="connsiteX126" fmla="*/ 779212 w 1910476"/>
                    <a:gd name="connsiteY126" fmla="*/ 877215 h 1297956"/>
                    <a:gd name="connsiteX127" fmla="*/ 813630 w 1910476"/>
                    <a:gd name="connsiteY127" fmla="*/ 888736 h 1297956"/>
                    <a:gd name="connsiteX128" fmla="*/ 836526 w 1910476"/>
                    <a:gd name="connsiteY128" fmla="*/ 918487 h 1297956"/>
                    <a:gd name="connsiteX129" fmla="*/ 852568 w 1910476"/>
                    <a:gd name="connsiteY129" fmla="*/ 973468 h 1297956"/>
                    <a:gd name="connsiteX130" fmla="*/ 864089 w 1910476"/>
                    <a:gd name="connsiteY130" fmla="*/ 984989 h 1297956"/>
                    <a:gd name="connsiteX131" fmla="*/ 893840 w 1910476"/>
                    <a:gd name="connsiteY131" fmla="*/ 994177 h 1297956"/>
                    <a:gd name="connsiteX132" fmla="*/ 946488 w 1910476"/>
                    <a:gd name="connsiteY132" fmla="*/ 1069867 h 1297956"/>
                    <a:gd name="connsiteX133" fmla="*/ 976239 w 1910476"/>
                    <a:gd name="connsiteY133" fmla="*/ 1085909 h 1297956"/>
                    <a:gd name="connsiteX134" fmla="*/ 987177 w 1910476"/>
                    <a:gd name="connsiteY134" fmla="*/ 1095097 h 1297956"/>
                    <a:gd name="connsiteX135" fmla="*/ 1010656 w 1910476"/>
                    <a:gd name="connsiteY135" fmla="*/ 1095097 h 1297956"/>
                    <a:gd name="connsiteX136" fmla="*/ 1035886 w 1910476"/>
                    <a:gd name="connsiteY136" fmla="*/ 1120326 h 1297956"/>
                    <a:gd name="connsiteX137" fmla="*/ 1045074 w 1910476"/>
                    <a:gd name="connsiteY137" fmla="*/ 1131848 h 1297956"/>
                    <a:gd name="connsiteX138" fmla="*/ 1054262 w 1910476"/>
                    <a:gd name="connsiteY138" fmla="*/ 1092909 h 1297956"/>
                    <a:gd name="connsiteX139" fmla="*/ 1054262 w 1910476"/>
                    <a:gd name="connsiteY139" fmla="*/ 1076867 h 1297956"/>
                    <a:gd name="connsiteX140" fmla="*/ 1063450 w 1910476"/>
                    <a:gd name="connsiteY140" fmla="*/ 1067679 h 1297956"/>
                    <a:gd name="connsiteX141" fmla="*/ 1104722 w 1910476"/>
                    <a:gd name="connsiteY141" fmla="*/ 1053970 h 1297956"/>
                    <a:gd name="connsiteX142" fmla="*/ 1148327 w 1910476"/>
                    <a:gd name="connsiteY142" fmla="*/ 1037928 h 1297956"/>
                    <a:gd name="connsiteX143" fmla="*/ 1162036 w 1910476"/>
                    <a:gd name="connsiteY143" fmla="*/ 994323 h 1297956"/>
                    <a:gd name="connsiteX144" fmla="*/ 1164370 w 1910476"/>
                    <a:gd name="connsiteY144" fmla="*/ 980614 h 1297956"/>
                    <a:gd name="connsiteX145" fmla="*/ 1184933 w 1910476"/>
                    <a:gd name="connsiteY145" fmla="*/ 948529 h 1297956"/>
                    <a:gd name="connsiteX146" fmla="*/ 1189454 w 1910476"/>
                    <a:gd name="connsiteY146" fmla="*/ 976093 h 1297956"/>
                    <a:gd name="connsiteX147" fmla="*/ 1193975 w 1910476"/>
                    <a:gd name="connsiteY147" fmla="*/ 987614 h 1297956"/>
                    <a:gd name="connsiteX148" fmla="*/ 1246622 w 1910476"/>
                    <a:gd name="connsiteY148" fmla="*/ 996802 h 1297956"/>
                    <a:gd name="connsiteX149" fmla="*/ 1253476 w 1910476"/>
                    <a:gd name="connsiteY149" fmla="*/ 1010510 h 1297956"/>
                    <a:gd name="connsiteX150" fmla="*/ 1246622 w 1910476"/>
                    <a:gd name="connsiteY150" fmla="*/ 1015031 h 1297956"/>
                    <a:gd name="connsiteX151" fmla="*/ 1216871 w 1910476"/>
                    <a:gd name="connsiteY151" fmla="*/ 1019552 h 1297956"/>
                    <a:gd name="connsiteX152" fmla="*/ 1173265 w 1910476"/>
                    <a:gd name="connsiteY152" fmla="*/ 1024074 h 1297956"/>
                    <a:gd name="connsiteX153" fmla="*/ 1173265 w 1910476"/>
                    <a:gd name="connsiteY153" fmla="*/ 1033261 h 1297956"/>
                    <a:gd name="connsiteX154" fmla="*/ 1214538 w 1910476"/>
                    <a:gd name="connsiteY154" fmla="*/ 1037782 h 1297956"/>
                    <a:gd name="connsiteX155" fmla="*/ 1219059 w 1910476"/>
                    <a:gd name="connsiteY155" fmla="*/ 1058345 h 1297956"/>
                    <a:gd name="connsiteX156" fmla="*/ 1237434 w 1910476"/>
                    <a:gd name="connsiteY156" fmla="*/ 1065200 h 1297956"/>
                    <a:gd name="connsiteX157" fmla="*/ 1271852 w 1910476"/>
                    <a:gd name="connsiteY157" fmla="*/ 1069721 h 1297956"/>
                    <a:gd name="connsiteX158" fmla="*/ 1324500 w 1910476"/>
                    <a:gd name="connsiteY158" fmla="*/ 1067387 h 1297956"/>
                    <a:gd name="connsiteX159" fmla="*/ 1345063 w 1910476"/>
                    <a:gd name="connsiteY159" fmla="*/ 1051345 h 1297956"/>
                    <a:gd name="connsiteX160" fmla="*/ 1372626 w 1910476"/>
                    <a:gd name="connsiteY160" fmla="*/ 1037637 h 1297956"/>
                    <a:gd name="connsiteX161" fmla="*/ 1393189 w 1910476"/>
                    <a:gd name="connsiteY161" fmla="*/ 1035303 h 1297956"/>
                    <a:gd name="connsiteX162" fmla="*/ 1413752 w 1910476"/>
                    <a:gd name="connsiteY162" fmla="*/ 1035303 h 1297956"/>
                    <a:gd name="connsiteX163" fmla="*/ 1413752 w 1910476"/>
                    <a:gd name="connsiteY163" fmla="*/ 1049012 h 1297956"/>
                    <a:gd name="connsiteX164" fmla="*/ 1402231 w 1910476"/>
                    <a:gd name="connsiteY164" fmla="*/ 1081096 h 1297956"/>
                    <a:gd name="connsiteX165" fmla="*/ 1319687 w 1910476"/>
                    <a:gd name="connsiteY165" fmla="*/ 1181870 h 1297956"/>
                    <a:gd name="connsiteX166" fmla="*/ 1328875 w 1910476"/>
                    <a:gd name="connsiteY166" fmla="*/ 1193391 h 1297956"/>
                    <a:gd name="connsiteX167" fmla="*/ 1360959 w 1910476"/>
                    <a:gd name="connsiteY167" fmla="*/ 1193391 h 1297956"/>
                    <a:gd name="connsiteX168" fmla="*/ 1372480 w 1910476"/>
                    <a:gd name="connsiteY168" fmla="*/ 1186537 h 1297956"/>
                    <a:gd name="connsiteX169" fmla="*/ 1393043 w 1910476"/>
                    <a:gd name="connsiteY169" fmla="*/ 1177349 h 1297956"/>
                    <a:gd name="connsiteX170" fmla="*/ 1406752 w 1910476"/>
                    <a:gd name="connsiteY170" fmla="*/ 1186537 h 1297956"/>
                    <a:gd name="connsiteX171" fmla="*/ 1425128 w 1910476"/>
                    <a:gd name="connsiteY171" fmla="*/ 1188870 h 1297956"/>
                    <a:gd name="connsiteX172" fmla="*/ 1438837 w 1910476"/>
                    <a:gd name="connsiteY172" fmla="*/ 1188870 h 1297956"/>
                    <a:gd name="connsiteX173" fmla="*/ 1466400 w 1910476"/>
                    <a:gd name="connsiteY173" fmla="*/ 1200392 h 1297956"/>
                    <a:gd name="connsiteX174" fmla="*/ 1477921 w 1910476"/>
                    <a:gd name="connsiteY174" fmla="*/ 1218767 h 1297956"/>
                    <a:gd name="connsiteX175" fmla="*/ 1471067 w 1910476"/>
                    <a:gd name="connsiteY175" fmla="*/ 1285269 h 1297956"/>
                    <a:gd name="connsiteX176" fmla="*/ 1512338 w 1910476"/>
                    <a:gd name="connsiteY176" fmla="*/ 1298978 h 1297956"/>
                    <a:gd name="connsiteX177" fmla="*/ 1551277 w 1910476"/>
                    <a:gd name="connsiteY177" fmla="*/ 1266894 h 1297956"/>
                    <a:gd name="connsiteX178" fmla="*/ 1574174 w 1910476"/>
                    <a:gd name="connsiteY178" fmla="*/ 1248518 h 1297956"/>
                    <a:gd name="connsiteX179" fmla="*/ 1581028 w 1910476"/>
                    <a:gd name="connsiteY179" fmla="*/ 1218767 h 1297956"/>
                    <a:gd name="connsiteX180" fmla="*/ 1610779 w 1910476"/>
                    <a:gd name="connsiteY180" fmla="*/ 1193537 h 1297956"/>
                    <a:gd name="connsiteX181" fmla="*/ 1640530 w 1910476"/>
                    <a:gd name="connsiteY181" fmla="*/ 1184349 h 1297956"/>
                    <a:gd name="connsiteX182" fmla="*/ 1647385 w 1910476"/>
                    <a:gd name="connsiteY182" fmla="*/ 1175162 h 1297956"/>
                    <a:gd name="connsiteX183" fmla="*/ 1649718 w 1910476"/>
                    <a:gd name="connsiteY183" fmla="*/ 1152265 h 1297956"/>
                    <a:gd name="connsiteX184" fmla="*/ 1656572 w 1910476"/>
                    <a:gd name="connsiteY184" fmla="*/ 1133890 h 1297956"/>
                    <a:gd name="connsiteX185" fmla="*/ 1672615 w 1910476"/>
                    <a:gd name="connsiteY185" fmla="*/ 1122368 h 1297956"/>
                    <a:gd name="connsiteX186" fmla="*/ 1681802 w 1910476"/>
                    <a:gd name="connsiteY186" fmla="*/ 1106326 h 1297956"/>
                    <a:gd name="connsiteX187" fmla="*/ 1704699 w 1910476"/>
                    <a:gd name="connsiteY187" fmla="*/ 1103993 h 1297956"/>
                    <a:gd name="connsiteX188" fmla="*/ 1739117 w 1910476"/>
                    <a:gd name="connsiteY188" fmla="*/ 1094805 h 1297956"/>
                    <a:gd name="connsiteX189" fmla="*/ 1768868 w 1910476"/>
                    <a:gd name="connsiteY189" fmla="*/ 1076429 h 1297956"/>
                    <a:gd name="connsiteX190" fmla="*/ 1773389 w 1910476"/>
                    <a:gd name="connsiteY190" fmla="*/ 1046678 h 1297956"/>
                    <a:gd name="connsiteX191" fmla="*/ 1782576 w 1910476"/>
                    <a:gd name="connsiteY191" fmla="*/ 1023782 h 1297956"/>
                    <a:gd name="connsiteX192" fmla="*/ 1782576 w 1910476"/>
                    <a:gd name="connsiteY192" fmla="*/ 1007740 h 1297956"/>
                    <a:gd name="connsiteX193" fmla="*/ 1758075 w 1910476"/>
                    <a:gd name="connsiteY193" fmla="*/ 1008469 h 1297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</a:cxnLst>
                  <a:rect l="l" t="t" r="r" b="b"/>
                  <a:pathLst>
                    <a:path w="1910476" h="1297956">
                      <a:moveTo>
                        <a:pt x="1758075" y="1008469"/>
                      </a:moveTo>
                      <a:cubicBezTo>
                        <a:pt x="1748888" y="1012990"/>
                        <a:pt x="1725991" y="1019990"/>
                        <a:pt x="1725991" y="1019990"/>
                      </a:cubicBezTo>
                      <a:lnTo>
                        <a:pt x="1707616" y="1022323"/>
                      </a:lnTo>
                      <a:lnTo>
                        <a:pt x="1689240" y="1045220"/>
                      </a:lnTo>
                      <a:lnTo>
                        <a:pt x="1680052" y="1052074"/>
                      </a:lnTo>
                      <a:cubicBezTo>
                        <a:pt x="1680052" y="1052074"/>
                        <a:pt x="1661677" y="1070450"/>
                        <a:pt x="1654822" y="1077304"/>
                      </a:cubicBezTo>
                      <a:cubicBezTo>
                        <a:pt x="1647968" y="1084159"/>
                        <a:pt x="1647968" y="1084159"/>
                        <a:pt x="1647968" y="1084159"/>
                      </a:cubicBezTo>
                      <a:lnTo>
                        <a:pt x="1637614" y="1092471"/>
                      </a:lnTo>
                      <a:cubicBezTo>
                        <a:pt x="1636155" y="1091305"/>
                        <a:pt x="1632217" y="1088971"/>
                        <a:pt x="1622738" y="1084159"/>
                      </a:cubicBezTo>
                      <a:cubicBezTo>
                        <a:pt x="1599841" y="1072638"/>
                        <a:pt x="1599841" y="1072638"/>
                        <a:pt x="1599841" y="1072638"/>
                      </a:cubicBezTo>
                      <a:lnTo>
                        <a:pt x="1579278" y="1047407"/>
                      </a:lnTo>
                      <a:lnTo>
                        <a:pt x="1570091" y="1035887"/>
                      </a:lnTo>
                      <a:cubicBezTo>
                        <a:pt x="1570091" y="1035887"/>
                        <a:pt x="1586133" y="1040407"/>
                        <a:pt x="1556382" y="1031366"/>
                      </a:cubicBezTo>
                      <a:cubicBezTo>
                        <a:pt x="1526631" y="1022178"/>
                        <a:pt x="1533485" y="1031366"/>
                        <a:pt x="1526631" y="1022178"/>
                      </a:cubicBezTo>
                      <a:cubicBezTo>
                        <a:pt x="1519776" y="1012990"/>
                        <a:pt x="1519776" y="1012990"/>
                        <a:pt x="1519776" y="1012990"/>
                      </a:cubicBezTo>
                      <a:lnTo>
                        <a:pt x="1464796" y="1008469"/>
                      </a:lnTo>
                      <a:lnTo>
                        <a:pt x="1439566" y="1008469"/>
                      </a:lnTo>
                      <a:lnTo>
                        <a:pt x="1414336" y="999281"/>
                      </a:lnTo>
                      <a:cubicBezTo>
                        <a:pt x="1414336" y="999281"/>
                        <a:pt x="1407481" y="990093"/>
                        <a:pt x="1414336" y="990093"/>
                      </a:cubicBezTo>
                      <a:cubicBezTo>
                        <a:pt x="1421190" y="990093"/>
                        <a:pt x="1466983" y="990093"/>
                        <a:pt x="1466983" y="990093"/>
                      </a:cubicBezTo>
                      <a:lnTo>
                        <a:pt x="1519630" y="990093"/>
                      </a:lnTo>
                      <a:lnTo>
                        <a:pt x="1531152" y="985572"/>
                      </a:lnTo>
                      <a:cubicBezTo>
                        <a:pt x="1531152" y="985572"/>
                        <a:pt x="1542673" y="974051"/>
                        <a:pt x="1544861" y="960342"/>
                      </a:cubicBezTo>
                      <a:cubicBezTo>
                        <a:pt x="1547194" y="946633"/>
                        <a:pt x="1547194" y="946633"/>
                        <a:pt x="1547194" y="946633"/>
                      </a:cubicBezTo>
                      <a:lnTo>
                        <a:pt x="1572424" y="903028"/>
                      </a:lnTo>
                      <a:cubicBezTo>
                        <a:pt x="1565570" y="889319"/>
                        <a:pt x="1556382" y="873277"/>
                        <a:pt x="1556382" y="873277"/>
                      </a:cubicBezTo>
                      <a:lnTo>
                        <a:pt x="1567903" y="859568"/>
                      </a:lnTo>
                      <a:lnTo>
                        <a:pt x="1595466" y="873277"/>
                      </a:lnTo>
                      <a:lnTo>
                        <a:pt x="1609175" y="861756"/>
                      </a:lnTo>
                      <a:lnTo>
                        <a:pt x="1609175" y="843380"/>
                      </a:lnTo>
                      <a:lnTo>
                        <a:pt x="1629738" y="825005"/>
                      </a:lnTo>
                      <a:cubicBezTo>
                        <a:pt x="1629738" y="825005"/>
                        <a:pt x="1696240" y="797442"/>
                        <a:pt x="1696240" y="790587"/>
                      </a:cubicBezTo>
                      <a:cubicBezTo>
                        <a:pt x="1696240" y="783733"/>
                        <a:pt x="1725991" y="758503"/>
                        <a:pt x="1739846" y="746982"/>
                      </a:cubicBezTo>
                      <a:cubicBezTo>
                        <a:pt x="1753554" y="735460"/>
                        <a:pt x="1762742" y="724085"/>
                        <a:pt x="1762742" y="724085"/>
                      </a:cubicBezTo>
                      <a:cubicBezTo>
                        <a:pt x="1762742" y="724085"/>
                        <a:pt x="1776451" y="730939"/>
                        <a:pt x="1776451" y="717231"/>
                      </a:cubicBezTo>
                      <a:cubicBezTo>
                        <a:pt x="1776451" y="703522"/>
                        <a:pt x="1774118" y="687480"/>
                        <a:pt x="1774118" y="687480"/>
                      </a:cubicBezTo>
                      <a:lnTo>
                        <a:pt x="1826765" y="664583"/>
                      </a:lnTo>
                      <a:lnTo>
                        <a:pt x="1813057" y="670562"/>
                      </a:lnTo>
                      <a:cubicBezTo>
                        <a:pt x="1813057" y="635999"/>
                        <a:pt x="1813057" y="605811"/>
                        <a:pt x="1813057" y="600414"/>
                      </a:cubicBezTo>
                      <a:cubicBezTo>
                        <a:pt x="1813057" y="586706"/>
                        <a:pt x="1854328" y="540767"/>
                        <a:pt x="1854328" y="540767"/>
                      </a:cubicBezTo>
                      <a:cubicBezTo>
                        <a:pt x="1854328" y="540767"/>
                        <a:pt x="1872704" y="508683"/>
                        <a:pt x="1872704" y="494974"/>
                      </a:cubicBezTo>
                      <a:cubicBezTo>
                        <a:pt x="1872704" y="481265"/>
                        <a:pt x="1913976" y="453702"/>
                        <a:pt x="1913976" y="439993"/>
                      </a:cubicBezTo>
                      <a:cubicBezTo>
                        <a:pt x="1913976" y="426284"/>
                        <a:pt x="1918497" y="407909"/>
                        <a:pt x="1918497" y="407909"/>
                      </a:cubicBezTo>
                      <a:lnTo>
                        <a:pt x="1868037" y="302468"/>
                      </a:lnTo>
                      <a:lnTo>
                        <a:pt x="1890934" y="261196"/>
                      </a:lnTo>
                      <a:lnTo>
                        <a:pt x="1895455" y="215403"/>
                      </a:lnTo>
                      <a:lnTo>
                        <a:pt x="1881746" y="187839"/>
                      </a:lnTo>
                      <a:lnTo>
                        <a:pt x="1771784" y="187839"/>
                      </a:lnTo>
                      <a:lnTo>
                        <a:pt x="1739700" y="219924"/>
                      </a:lnTo>
                      <a:lnTo>
                        <a:pt x="1661822" y="219924"/>
                      </a:lnTo>
                      <a:lnTo>
                        <a:pt x="1616029" y="229111"/>
                      </a:lnTo>
                      <a:lnTo>
                        <a:pt x="1565570" y="242820"/>
                      </a:lnTo>
                      <a:lnTo>
                        <a:pt x="1501401" y="219924"/>
                      </a:lnTo>
                      <a:lnTo>
                        <a:pt x="1473838" y="247487"/>
                      </a:lnTo>
                      <a:lnTo>
                        <a:pt x="1313416" y="238299"/>
                      </a:lnTo>
                      <a:cubicBezTo>
                        <a:pt x="1313416" y="238299"/>
                        <a:pt x="1299707" y="224590"/>
                        <a:pt x="1295040" y="210736"/>
                      </a:cubicBezTo>
                      <a:cubicBezTo>
                        <a:pt x="1290374" y="196881"/>
                        <a:pt x="1262956" y="164943"/>
                        <a:pt x="1262956" y="164943"/>
                      </a:cubicBezTo>
                      <a:lnTo>
                        <a:pt x="1217163" y="155755"/>
                      </a:lnTo>
                      <a:lnTo>
                        <a:pt x="1148473" y="164943"/>
                      </a:lnTo>
                      <a:cubicBezTo>
                        <a:pt x="1148473" y="164943"/>
                        <a:pt x="1139285" y="146567"/>
                        <a:pt x="1134764" y="132858"/>
                      </a:cubicBezTo>
                      <a:cubicBezTo>
                        <a:pt x="1130244" y="119150"/>
                        <a:pt x="1107201" y="32084"/>
                        <a:pt x="1107201" y="32084"/>
                      </a:cubicBezTo>
                      <a:lnTo>
                        <a:pt x="1098014" y="13709"/>
                      </a:lnTo>
                      <a:lnTo>
                        <a:pt x="1047553" y="0"/>
                      </a:lnTo>
                      <a:lnTo>
                        <a:pt x="1006281" y="22897"/>
                      </a:lnTo>
                      <a:lnTo>
                        <a:pt x="974197" y="36605"/>
                      </a:lnTo>
                      <a:lnTo>
                        <a:pt x="965009" y="59502"/>
                      </a:lnTo>
                      <a:lnTo>
                        <a:pt x="914549" y="64023"/>
                      </a:lnTo>
                      <a:cubicBezTo>
                        <a:pt x="914549" y="64023"/>
                        <a:pt x="914549" y="96107"/>
                        <a:pt x="910028" y="119004"/>
                      </a:cubicBezTo>
                      <a:cubicBezTo>
                        <a:pt x="905507" y="141900"/>
                        <a:pt x="850381" y="105295"/>
                        <a:pt x="850381" y="105295"/>
                      </a:cubicBezTo>
                      <a:lnTo>
                        <a:pt x="778628" y="144963"/>
                      </a:lnTo>
                      <a:lnTo>
                        <a:pt x="788545" y="245008"/>
                      </a:lnTo>
                      <a:lnTo>
                        <a:pt x="816109" y="304655"/>
                      </a:lnTo>
                      <a:lnTo>
                        <a:pt x="788545" y="311510"/>
                      </a:lnTo>
                      <a:cubicBezTo>
                        <a:pt x="788545" y="311510"/>
                        <a:pt x="728898" y="299989"/>
                        <a:pt x="722043" y="299989"/>
                      </a:cubicBezTo>
                      <a:cubicBezTo>
                        <a:pt x="715189" y="299989"/>
                        <a:pt x="689959" y="316031"/>
                        <a:pt x="689959" y="316031"/>
                      </a:cubicBezTo>
                      <a:lnTo>
                        <a:pt x="646354" y="320552"/>
                      </a:lnTo>
                      <a:lnTo>
                        <a:pt x="634832" y="292988"/>
                      </a:lnTo>
                      <a:lnTo>
                        <a:pt x="623311" y="290655"/>
                      </a:lnTo>
                      <a:lnTo>
                        <a:pt x="607269" y="295176"/>
                      </a:lnTo>
                      <a:lnTo>
                        <a:pt x="607269" y="311218"/>
                      </a:lnTo>
                      <a:cubicBezTo>
                        <a:pt x="600414" y="318072"/>
                        <a:pt x="568330" y="318072"/>
                        <a:pt x="568330" y="318072"/>
                      </a:cubicBezTo>
                      <a:cubicBezTo>
                        <a:pt x="568330" y="318072"/>
                        <a:pt x="554621" y="315739"/>
                        <a:pt x="536246" y="315739"/>
                      </a:cubicBezTo>
                      <a:cubicBezTo>
                        <a:pt x="517870" y="315739"/>
                        <a:pt x="483598" y="327260"/>
                        <a:pt x="483598" y="327260"/>
                      </a:cubicBezTo>
                      <a:lnTo>
                        <a:pt x="483598" y="338781"/>
                      </a:lnTo>
                      <a:lnTo>
                        <a:pt x="472077" y="361678"/>
                      </a:lnTo>
                      <a:lnTo>
                        <a:pt x="451514" y="352490"/>
                      </a:lnTo>
                      <a:lnTo>
                        <a:pt x="405721" y="322739"/>
                      </a:lnTo>
                      <a:lnTo>
                        <a:pt x="346073" y="313551"/>
                      </a:lnTo>
                      <a:lnTo>
                        <a:pt x="302468" y="322739"/>
                      </a:lnTo>
                      <a:lnTo>
                        <a:pt x="281904" y="322739"/>
                      </a:lnTo>
                      <a:lnTo>
                        <a:pt x="238299" y="320406"/>
                      </a:lnTo>
                      <a:lnTo>
                        <a:pt x="217736" y="327260"/>
                      </a:lnTo>
                      <a:lnTo>
                        <a:pt x="194839" y="343302"/>
                      </a:lnTo>
                      <a:lnTo>
                        <a:pt x="107774" y="379908"/>
                      </a:lnTo>
                      <a:lnTo>
                        <a:pt x="91732" y="411992"/>
                      </a:lnTo>
                      <a:lnTo>
                        <a:pt x="59648" y="414325"/>
                      </a:lnTo>
                      <a:lnTo>
                        <a:pt x="73356" y="462452"/>
                      </a:lnTo>
                      <a:lnTo>
                        <a:pt x="116962" y="517433"/>
                      </a:lnTo>
                      <a:cubicBezTo>
                        <a:pt x="116962" y="517433"/>
                        <a:pt x="137525" y="599977"/>
                        <a:pt x="137525" y="606831"/>
                      </a:cubicBezTo>
                      <a:cubicBezTo>
                        <a:pt x="137525" y="613686"/>
                        <a:pt x="126004" y="629728"/>
                        <a:pt x="126004" y="629728"/>
                      </a:cubicBezTo>
                      <a:lnTo>
                        <a:pt x="89399" y="652624"/>
                      </a:lnTo>
                      <a:lnTo>
                        <a:pt x="48126" y="716793"/>
                      </a:lnTo>
                      <a:lnTo>
                        <a:pt x="29751" y="780962"/>
                      </a:lnTo>
                      <a:lnTo>
                        <a:pt x="29751" y="819901"/>
                      </a:lnTo>
                      <a:lnTo>
                        <a:pt x="52647" y="854318"/>
                      </a:lnTo>
                      <a:lnTo>
                        <a:pt x="64169" y="877215"/>
                      </a:lnTo>
                      <a:lnTo>
                        <a:pt x="29751" y="886403"/>
                      </a:lnTo>
                      <a:lnTo>
                        <a:pt x="0" y="890924"/>
                      </a:lnTo>
                      <a:lnTo>
                        <a:pt x="9188" y="1010073"/>
                      </a:lnTo>
                      <a:lnTo>
                        <a:pt x="64169" y="1044491"/>
                      </a:lnTo>
                      <a:cubicBezTo>
                        <a:pt x="64169" y="1044491"/>
                        <a:pt x="77877" y="1044491"/>
                        <a:pt x="96253" y="1044491"/>
                      </a:cubicBezTo>
                      <a:cubicBezTo>
                        <a:pt x="114628" y="1044491"/>
                        <a:pt x="146713" y="1046824"/>
                        <a:pt x="167276" y="1044491"/>
                      </a:cubicBezTo>
                      <a:cubicBezTo>
                        <a:pt x="187839" y="1042157"/>
                        <a:pt x="229111" y="1039970"/>
                        <a:pt x="229111" y="1039970"/>
                      </a:cubicBezTo>
                      <a:lnTo>
                        <a:pt x="288759" y="1030782"/>
                      </a:lnTo>
                      <a:lnTo>
                        <a:pt x="316322" y="1049157"/>
                      </a:lnTo>
                      <a:cubicBezTo>
                        <a:pt x="316322" y="1049157"/>
                        <a:pt x="334698" y="1060679"/>
                        <a:pt x="341552" y="1053679"/>
                      </a:cubicBezTo>
                      <a:cubicBezTo>
                        <a:pt x="348406" y="1046824"/>
                        <a:pt x="350740" y="1046824"/>
                        <a:pt x="359928" y="1035303"/>
                      </a:cubicBezTo>
                      <a:cubicBezTo>
                        <a:pt x="369116" y="1023782"/>
                        <a:pt x="392012" y="1003219"/>
                        <a:pt x="392012" y="1003219"/>
                      </a:cubicBezTo>
                      <a:lnTo>
                        <a:pt x="412575" y="991698"/>
                      </a:lnTo>
                      <a:lnTo>
                        <a:pt x="451514" y="991698"/>
                      </a:lnTo>
                      <a:lnTo>
                        <a:pt x="480973" y="986156"/>
                      </a:lnTo>
                      <a:cubicBezTo>
                        <a:pt x="482723" y="981635"/>
                        <a:pt x="485057" y="975947"/>
                        <a:pt x="488119" y="968801"/>
                      </a:cubicBezTo>
                      <a:cubicBezTo>
                        <a:pt x="515683" y="904632"/>
                        <a:pt x="515683" y="904632"/>
                        <a:pt x="515683" y="904632"/>
                      </a:cubicBezTo>
                      <a:lnTo>
                        <a:pt x="598227" y="868027"/>
                      </a:lnTo>
                      <a:lnTo>
                        <a:pt x="701334" y="879548"/>
                      </a:lnTo>
                      <a:lnTo>
                        <a:pt x="726564" y="886403"/>
                      </a:lnTo>
                      <a:lnTo>
                        <a:pt x="779212" y="877215"/>
                      </a:lnTo>
                      <a:lnTo>
                        <a:pt x="813630" y="888736"/>
                      </a:lnTo>
                      <a:lnTo>
                        <a:pt x="836526" y="918487"/>
                      </a:lnTo>
                      <a:lnTo>
                        <a:pt x="852568" y="973468"/>
                      </a:lnTo>
                      <a:lnTo>
                        <a:pt x="864089" y="984989"/>
                      </a:lnTo>
                      <a:lnTo>
                        <a:pt x="893840" y="994177"/>
                      </a:lnTo>
                      <a:lnTo>
                        <a:pt x="946488" y="1069867"/>
                      </a:lnTo>
                      <a:lnTo>
                        <a:pt x="976239" y="1085909"/>
                      </a:lnTo>
                      <a:lnTo>
                        <a:pt x="987177" y="1095097"/>
                      </a:lnTo>
                      <a:lnTo>
                        <a:pt x="1010656" y="1095097"/>
                      </a:lnTo>
                      <a:lnTo>
                        <a:pt x="1035886" y="1120326"/>
                      </a:lnTo>
                      <a:lnTo>
                        <a:pt x="1045074" y="1131848"/>
                      </a:lnTo>
                      <a:lnTo>
                        <a:pt x="1054262" y="1092909"/>
                      </a:lnTo>
                      <a:lnTo>
                        <a:pt x="1054262" y="1076867"/>
                      </a:lnTo>
                      <a:cubicBezTo>
                        <a:pt x="1054262" y="1076867"/>
                        <a:pt x="1022178" y="1081388"/>
                        <a:pt x="1063450" y="1067679"/>
                      </a:cubicBezTo>
                      <a:cubicBezTo>
                        <a:pt x="1104722" y="1053970"/>
                        <a:pt x="1061117" y="1070013"/>
                        <a:pt x="1104722" y="1053970"/>
                      </a:cubicBezTo>
                      <a:cubicBezTo>
                        <a:pt x="1148327" y="1037928"/>
                        <a:pt x="1148327" y="1037928"/>
                        <a:pt x="1148327" y="1037928"/>
                      </a:cubicBezTo>
                      <a:lnTo>
                        <a:pt x="1162036" y="994323"/>
                      </a:lnTo>
                      <a:lnTo>
                        <a:pt x="1164370" y="980614"/>
                      </a:lnTo>
                      <a:lnTo>
                        <a:pt x="1184933" y="948529"/>
                      </a:lnTo>
                      <a:lnTo>
                        <a:pt x="1189454" y="976093"/>
                      </a:lnTo>
                      <a:lnTo>
                        <a:pt x="1193975" y="987614"/>
                      </a:lnTo>
                      <a:lnTo>
                        <a:pt x="1246622" y="996802"/>
                      </a:lnTo>
                      <a:cubicBezTo>
                        <a:pt x="1246622" y="996802"/>
                        <a:pt x="1260331" y="1005990"/>
                        <a:pt x="1253476" y="1010510"/>
                      </a:cubicBezTo>
                      <a:cubicBezTo>
                        <a:pt x="1246622" y="1015031"/>
                        <a:pt x="1260331" y="1010510"/>
                        <a:pt x="1246622" y="1015031"/>
                      </a:cubicBezTo>
                      <a:cubicBezTo>
                        <a:pt x="1232914" y="1019552"/>
                        <a:pt x="1230580" y="1019552"/>
                        <a:pt x="1216871" y="1019552"/>
                      </a:cubicBezTo>
                      <a:cubicBezTo>
                        <a:pt x="1203162" y="1019552"/>
                        <a:pt x="1173265" y="1024074"/>
                        <a:pt x="1173265" y="1024074"/>
                      </a:cubicBezTo>
                      <a:lnTo>
                        <a:pt x="1173265" y="1033261"/>
                      </a:lnTo>
                      <a:lnTo>
                        <a:pt x="1214538" y="1037782"/>
                      </a:lnTo>
                      <a:lnTo>
                        <a:pt x="1219059" y="1058345"/>
                      </a:lnTo>
                      <a:lnTo>
                        <a:pt x="1237434" y="1065200"/>
                      </a:lnTo>
                      <a:lnTo>
                        <a:pt x="1271852" y="1069721"/>
                      </a:lnTo>
                      <a:lnTo>
                        <a:pt x="1324500" y="1067387"/>
                      </a:lnTo>
                      <a:cubicBezTo>
                        <a:pt x="1324500" y="1067387"/>
                        <a:pt x="1317645" y="1065054"/>
                        <a:pt x="1345063" y="1051345"/>
                      </a:cubicBezTo>
                      <a:cubicBezTo>
                        <a:pt x="1372626" y="1037637"/>
                        <a:pt x="1372626" y="1037637"/>
                        <a:pt x="1372626" y="1037637"/>
                      </a:cubicBezTo>
                      <a:lnTo>
                        <a:pt x="1393189" y="1035303"/>
                      </a:lnTo>
                      <a:cubicBezTo>
                        <a:pt x="1393189" y="1035303"/>
                        <a:pt x="1413752" y="1021594"/>
                        <a:pt x="1413752" y="1035303"/>
                      </a:cubicBezTo>
                      <a:cubicBezTo>
                        <a:pt x="1413752" y="1049012"/>
                        <a:pt x="1425274" y="1016927"/>
                        <a:pt x="1413752" y="1049012"/>
                      </a:cubicBezTo>
                      <a:cubicBezTo>
                        <a:pt x="1402231" y="1081096"/>
                        <a:pt x="1402231" y="1081096"/>
                        <a:pt x="1402231" y="1081096"/>
                      </a:cubicBezTo>
                      <a:lnTo>
                        <a:pt x="1319687" y="1181870"/>
                      </a:lnTo>
                      <a:lnTo>
                        <a:pt x="1328875" y="1193391"/>
                      </a:lnTo>
                      <a:lnTo>
                        <a:pt x="1360959" y="1193391"/>
                      </a:lnTo>
                      <a:lnTo>
                        <a:pt x="1372480" y="1186537"/>
                      </a:lnTo>
                      <a:lnTo>
                        <a:pt x="1393043" y="1177349"/>
                      </a:lnTo>
                      <a:lnTo>
                        <a:pt x="1406752" y="1186537"/>
                      </a:lnTo>
                      <a:lnTo>
                        <a:pt x="1425128" y="1188870"/>
                      </a:lnTo>
                      <a:lnTo>
                        <a:pt x="1438837" y="1188870"/>
                      </a:lnTo>
                      <a:lnTo>
                        <a:pt x="1466400" y="1200392"/>
                      </a:lnTo>
                      <a:cubicBezTo>
                        <a:pt x="1466400" y="1200392"/>
                        <a:pt x="1484775" y="1152265"/>
                        <a:pt x="1477921" y="1218767"/>
                      </a:cubicBezTo>
                      <a:cubicBezTo>
                        <a:pt x="1471067" y="1285269"/>
                        <a:pt x="1455024" y="1278415"/>
                        <a:pt x="1471067" y="1285269"/>
                      </a:cubicBezTo>
                      <a:cubicBezTo>
                        <a:pt x="1512338" y="1298978"/>
                        <a:pt x="1491630" y="1298978"/>
                        <a:pt x="1512338" y="1298978"/>
                      </a:cubicBezTo>
                      <a:cubicBezTo>
                        <a:pt x="1532902" y="1298978"/>
                        <a:pt x="1542090" y="1273748"/>
                        <a:pt x="1551277" y="1266894"/>
                      </a:cubicBezTo>
                      <a:cubicBezTo>
                        <a:pt x="1560465" y="1260039"/>
                        <a:pt x="1574174" y="1248518"/>
                        <a:pt x="1574174" y="1248518"/>
                      </a:cubicBezTo>
                      <a:lnTo>
                        <a:pt x="1581028" y="1218767"/>
                      </a:lnTo>
                      <a:cubicBezTo>
                        <a:pt x="1581028" y="1218767"/>
                        <a:pt x="1601592" y="1195871"/>
                        <a:pt x="1610779" y="1193537"/>
                      </a:cubicBezTo>
                      <a:cubicBezTo>
                        <a:pt x="1619967" y="1191204"/>
                        <a:pt x="1633676" y="1193537"/>
                        <a:pt x="1640530" y="1184349"/>
                      </a:cubicBezTo>
                      <a:cubicBezTo>
                        <a:pt x="1647385" y="1175162"/>
                        <a:pt x="1647385" y="1175162"/>
                        <a:pt x="1647385" y="1175162"/>
                      </a:cubicBezTo>
                      <a:lnTo>
                        <a:pt x="1649718" y="1152265"/>
                      </a:lnTo>
                      <a:lnTo>
                        <a:pt x="1656572" y="1133890"/>
                      </a:lnTo>
                      <a:lnTo>
                        <a:pt x="1672615" y="1122368"/>
                      </a:lnTo>
                      <a:lnTo>
                        <a:pt x="1681802" y="1106326"/>
                      </a:lnTo>
                      <a:cubicBezTo>
                        <a:pt x="1695511" y="1103993"/>
                        <a:pt x="1704699" y="1103993"/>
                        <a:pt x="1704699" y="1103993"/>
                      </a:cubicBezTo>
                      <a:lnTo>
                        <a:pt x="1739117" y="1094805"/>
                      </a:lnTo>
                      <a:lnTo>
                        <a:pt x="1768868" y="1076429"/>
                      </a:lnTo>
                      <a:cubicBezTo>
                        <a:pt x="1773389" y="1058054"/>
                        <a:pt x="1773389" y="1046678"/>
                        <a:pt x="1773389" y="1046678"/>
                      </a:cubicBezTo>
                      <a:cubicBezTo>
                        <a:pt x="1773389" y="1046678"/>
                        <a:pt x="1782576" y="1032970"/>
                        <a:pt x="1782576" y="1023782"/>
                      </a:cubicBezTo>
                      <a:cubicBezTo>
                        <a:pt x="1782576" y="1014594"/>
                        <a:pt x="1782576" y="1007740"/>
                        <a:pt x="1782576" y="1007740"/>
                      </a:cubicBezTo>
                      <a:cubicBezTo>
                        <a:pt x="1782576" y="1007740"/>
                        <a:pt x="1767263" y="1003948"/>
                        <a:pt x="1758075" y="1008469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47" name="Freeform: Shape 162">
                  <a:extLst>
                    <a:ext uri="{FF2B5EF4-FFF2-40B4-BE49-F238E27FC236}">
                      <a16:creationId xmlns:a16="http://schemas.microsoft.com/office/drawing/2014/main" id="{3BD0902A-3361-92D4-AADA-27435BA465D6}"/>
                    </a:ext>
                  </a:extLst>
                </p:cNvPr>
                <p:cNvSpPr/>
                <p:nvPr/>
              </p:nvSpPr>
              <p:spPr>
                <a:xfrm>
                  <a:off x="11890990" y="4018708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8750 w 0"/>
                    <a:gd name="connsiteY1" fmla="*/ 9771 h 0"/>
                    <a:gd name="connsiteX2" fmla="*/ 8750 w 0"/>
                    <a:gd name="connsiteY2" fmla="*/ 9771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lnTo>
                        <a:pt x="8750" y="9771"/>
                      </a:lnTo>
                      <a:lnTo>
                        <a:pt x="8750" y="9771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grpSp>
            <p:nvGrpSpPr>
              <p:cNvPr id="34" name="Graphic 1">
                <a:extLst>
                  <a:ext uri="{FF2B5EF4-FFF2-40B4-BE49-F238E27FC236}">
                    <a16:creationId xmlns:a16="http://schemas.microsoft.com/office/drawing/2014/main" id="{BA892E50-FF94-05CC-B154-EB98C5B84658}"/>
                  </a:ext>
                </a:extLst>
              </p:cNvPr>
              <p:cNvGrpSpPr/>
              <p:nvPr/>
            </p:nvGrpSpPr>
            <p:grpSpPr>
              <a:xfrm>
                <a:off x="9150114" y="278550"/>
                <a:ext cx="1050033" cy="1735471"/>
                <a:chOff x="9150114" y="278550"/>
                <a:chExt cx="1050033" cy="1735471"/>
              </a:xfrm>
              <a:grpFill/>
            </p:grpSpPr>
            <p:sp>
              <p:nvSpPr>
                <p:cNvPr id="327" name="Freeform: Shape 173">
                  <a:extLst>
                    <a:ext uri="{FF2B5EF4-FFF2-40B4-BE49-F238E27FC236}">
                      <a16:creationId xmlns:a16="http://schemas.microsoft.com/office/drawing/2014/main" id="{22D80593-C898-B118-4C5D-2ECB38F9CFBE}"/>
                    </a:ext>
                  </a:extLst>
                </p:cNvPr>
                <p:cNvSpPr/>
                <p:nvPr/>
              </p:nvSpPr>
              <p:spPr>
                <a:xfrm>
                  <a:off x="10075892" y="1781701"/>
                  <a:ext cx="14584" cy="14584"/>
                </a:xfrm>
                <a:custGeom>
                  <a:avLst/>
                  <a:gdLst>
                    <a:gd name="connsiteX0" fmla="*/ 1167 w 0"/>
                    <a:gd name="connsiteY0" fmla="*/ 0 h 0"/>
                    <a:gd name="connsiteX1" fmla="*/ 0 w 0"/>
                    <a:gd name="connsiteY1" fmla="*/ 1021 h 0"/>
                    <a:gd name="connsiteX2" fmla="*/ 1167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167" y="0"/>
                      </a:moveTo>
                      <a:cubicBezTo>
                        <a:pt x="729" y="292"/>
                        <a:pt x="292" y="729"/>
                        <a:pt x="0" y="1021"/>
                      </a:cubicBezTo>
                      <a:cubicBezTo>
                        <a:pt x="292" y="583"/>
                        <a:pt x="729" y="292"/>
                        <a:pt x="1167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28" name="Freeform: Shape 177">
                  <a:extLst>
                    <a:ext uri="{FF2B5EF4-FFF2-40B4-BE49-F238E27FC236}">
                      <a16:creationId xmlns:a16="http://schemas.microsoft.com/office/drawing/2014/main" id="{660EAB49-C4F1-F739-E148-363F2E982353}"/>
                    </a:ext>
                  </a:extLst>
                </p:cNvPr>
                <p:cNvSpPr/>
                <p:nvPr/>
              </p:nvSpPr>
              <p:spPr>
                <a:xfrm>
                  <a:off x="10089747" y="1771930"/>
                  <a:ext cx="14584" cy="14584"/>
                </a:xfrm>
                <a:custGeom>
                  <a:avLst/>
                  <a:gdLst>
                    <a:gd name="connsiteX0" fmla="*/ 729 w 0"/>
                    <a:gd name="connsiteY0" fmla="*/ 0 h 0"/>
                    <a:gd name="connsiteX1" fmla="*/ 0 w 0"/>
                    <a:gd name="connsiteY1" fmla="*/ 437 h 0"/>
                    <a:gd name="connsiteX2" fmla="*/ 729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729" y="0"/>
                      </a:moveTo>
                      <a:cubicBezTo>
                        <a:pt x="437" y="146"/>
                        <a:pt x="292" y="292"/>
                        <a:pt x="0" y="437"/>
                      </a:cubicBezTo>
                      <a:cubicBezTo>
                        <a:pt x="146" y="292"/>
                        <a:pt x="437" y="146"/>
                        <a:pt x="729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29" name="Freeform: Shape 178">
                  <a:extLst>
                    <a:ext uri="{FF2B5EF4-FFF2-40B4-BE49-F238E27FC236}">
                      <a16:creationId xmlns:a16="http://schemas.microsoft.com/office/drawing/2014/main" id="{BCD8CBA5-CB22-5C46-2D09-08C18C83645C}"/>
                    </a:ext>
                  </a:extLst>
                </p:cNvPr>
                <p:cNvSpPr/>
                <p:nvPr/>
              </p:nvSpPr>
              <p:spPr>
                <a:xfrm>
                  <a:off x="10092810" y="1770763"/>
                  <a:ext cx="14584" cy="14584"/>
                </a:xfrm>
                <a:custGeom>
                  <a:avLst/>
                  <a:gdLst>
                    <a:gd name="connsiteX0" fmla="*/ 437 w 0"/>
                    <a:gd name="connsiteY0" fmla="*/ 0 h 0"/>
                    <a:gd name="connsiteX1" fmla="*/ 0 w 0"/>
                    <a:gd name="connsiteY1" fmla="*/ 146 h 0"/>
                    <a:gd name="connsiteX2" fmla="*/ 437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437" y="0"/>
                      </a:moveTo>
                      <a:cubicBezTo>
                        <a:pt x="292" y="0"/>
                        <a:pt x="146" y="146"/>
                        <a:pt x="0" y="146"/>
                      </a:cubicBezTo>
                      <a:cubicBezTo>
                        <a:pt x="146" y="0"/>
                        <a:pt x="292" y="0"/>
                        <a:pt x="437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30" name="Freeform: Shape 179">
                  <a:extLst>
                    <a:ext uri="{FF2B5EF4-FFF2-40B4-BE49-F238E27FC236}">
                      <a16:creationId xmlns:a16="http://schemas.microsoft.com/office/drawing/2014/main" id="{951CA13F-973F-A685-FB6E-0546F81D2CA8}"/>
                    </a:ext>
                  </a:extLst>
                </p:cNvPr>
                <p:cNvSpPr/>
                <p:nvPr/>
              </p:nvSpPr>
              <p:spPr>
                <a:xfrm>
                  <a:off x="10087851" y="1772951"/>
                  <a:ext cx="14584" cy="14584"/>
                </a:xfrm>
                <a:custGeom>
                  <a:avLst/>
                  <a:gdLst>
                    <a:gd name="connsiteX0" fmla="*/ 875 w 0"/>
                    <a:gd name="connsiteY0" fmla="*/ 0 h 0"/>
                    <a:gd name="connsiteX1" fmla="*/ 0 w 0"/>
                    <a:gd name="connsiteY1" fmla="*/ 583 h 0"/>
                    <a:gd name="connsiteX2" fmla="*/ 875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875" y="0"/>
                      </a:moveTo>
                      <a:cubicBezTo>
                        <a:pt x="583" y="146"/>
                        <a:pt x="292" y="292"/>
                        <a:pt x="0" y="583"/>
                      </a:cubicBezTo>
                      <a:cubicBezTo>
                        <a:pt x="292" y="437"/>
                        <a:pt x="583" y="292"/>
                        <a:pt x="875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31" name="Freeform: Shape 183">
                  <a:extLst>
                    <a:ext uri="{FF2B5EF4-FFF2-40B4-BE49-F238E27FC236}">
                      <a16:creationId xmlns:a16="http://schemas.microsoft.com/office/drawing/2014/main" id="{13ABC2E9-4705-7251-AE35-C472B3C24F49}"/>
                    </a:ext>
                  </a:extLst>
                </p:cNvPr>
                <p:cNvSpPr/>
                <p:nvPr/>
              </p:nvSpPr>
              <p:spPr>
                <a:xfrm>
                  <a:off x="10091351" y="1771201"/>
                  <a:ext cx="14584" cy="14584"/>
                </a:xfrm>
                <a:custGeom>
                  <a:avLst/>
                  <a:gdLst>
                    <a:gd name="connsiteX0" fmla="*/ 583 w 0"/>
                    <a:gd name="connsiteY0" fmla="*/ 0 h 0"/>
                    <a:gd name="connsiteX1" fmla="*/ 0 w 0"/>
                    <a:gd name="connsiteY1" fmla="*/ 292 h 0"/>
                    <a:gd name="connsiteX2" fmla="*/ 583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583" y="0"/>
                      </a:moveTo>
                      <a:cubicBezTo>
                        <a:pt x="437" y="146"/>
                        <a:pt x="146" y="146"/>
                        <a:pt x="0" y="292"/>
                      </a:cubicBezTo>
                      <a:cubicBezTo>
                        <a:pt x="146" y="146"/>
                        <a:pt x="437" y="146"/>
                        <a:pt x="583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32" name="Freeform: Shape 186">
                  <a:extLst>
                    <a:ext uri="{FF2B5EF4-FFF2-40B4-BE49-F238E27FC236}">
                      <a16:creationId xmlns:a16="http://schemas.microsoft.com/office/drawing/2014/main" id="{1E798661-9999-73CC-C945-FA376FBE86D8}"/>
                    </a:ext>
                  </a:extLst>
                </p:cNvPr>
                <p:cNvSpPr/>
                <p:nvPr/>
              </p:nvSpPr>
              <p:spPr>
                <a:xfrm>
                  <a:off x="10078517" y="1779514"/>
                  <a:ext cx="14584" cy="14584"/>
                </a:xfrm>
                <a:custGeom>
                  <a:avLst/>
                  <a:gdLst>
                    <a:gd name="connsiteX0" fmla="*/ 1167 w 0"/>
                    <a:gd name="connsiteY0" fmla="*/ 0 h 0"/>
                    <a:gd name="connsiteX1" fmla="*/ 0 w 0"/>
                    <a:gd name="connsiteY1" fmla="*/ 1021 h 0"/>
                    <a:gd name="connsiteX2" fmla="*/ 1167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167" y="0"/>
                      </a:moveTo>
                      <a:cubicBezTo>
                        <a:pt x="729" y="292"/>
                        <a:pt x="437" y="583"/>
                        <a:pt x="0" y="1021"/>
                      </a:cubicBezTo>
                      <a:cubicBezTo>
                        <a:pt x="437" y="729"/>
                        <a:pt x="875" y="292"/>
                        <a:pt x="1167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33" name="Freeform: Shape 201">
                  <a:extLst>
                    <a:ext uri="{FF2B5EF4-FFF2-40B4-BE49-F238E27FC236}">
                      <a16:creationId xmlns:a16="http://schemas.microsoft.com/office/drawing/2014/main" id="{97A1121A-BE07-2E0E-768F-C51AC0A41E2A}"/>
                    </a:ext>
                  </a:extLst>
                </p:cNvPr>
                <p:cNvSpPr/>
                <p:nvPr/>
              </p:nvSpPr>
              <p:spPr>
                <a:xfrm>
                  <a:off x="10080997" y="1777618"/>
                  <a:ext cx="14584" cy="14584"/>
                </a:xfrm>
                <a:custGeom>
                  <a:avLst/>
                  <a:gdLst>
                    <a:gd name="connsiteX0" fmla="*/ 1167 w 0"/>
                    <a:gd name="connsiteY0" fmla="*/ 0 h 0"/>
                    <a:gd name="connsiteX1" fmla="*/ 0 w 0"/>
                    <a:gd name="connsiteY1" fmla="*/ 875 h 0"/>
                    <a:gd name="connsiteX2" fmla="*/ 1167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167" y="0"/>
                      </a:moveTo>
                      <a:cubicBezTo>
                        <a:pt x="729" y="292"/>
                        <a:pt x="437" y="583"/>
                        <a:pt x="0" y="875"/>
                      </a:cubicBezTo>
                      <a:cubicBezTo>
                        <a:pt x="437" y="583"/>
                        <a:pt x="875" y="292"/>
                        <a:pt x="1167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34" name="Freeform: Shape 211">
                  <a:extLst>
                    <a:ext uri="{FF2B5EF4-FFF2-40B4-BE49-F238E27FC236}">
                      <a16:creationId xmlns:a16="http://schemas.microsoft.com/office/drawing/2014/main" id="{FDF924C5-B038-D0D9-935B-B2631FAAE9FD}"/>
                    </a:ext>
                  </a:extLst>
                </p:cNvPr>
                <p:cNvSpPr/>
                <p:nvPr/>
              </p:nvSpPr>
              <p:spPr>
                <a:xfrm>
                  <a:off x="10083476" y="1775868"/>
                  <a:ext cx="14584" cy="14584"/>
                </a:xfrm>
                <a:custGeom>
                  <a:avLst/>
                  <a:gdLst>
                    <a:gd name="connsiteX0" fmla="*/ 1021 w 0"/>
                    <a:gd name="connsiteY0" fmla="*/ 0 h 0"/>
                    <a:gd name="connsiteX1" fmla="*/ 0 w 0"/>
                    <a:gd name="connsiteY1" fmla="*/ 729 h 0"/>
                    <a:gd name="connsiteX2" fmla="*/ 1021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021" y="0"/>
                      </a:moveTo>
                      <a:cubicBezTo>
                        <a:pt x="729" y="292"/>
                        <a:pt x="292" y="438"/>
                        <a:pt x="0" y="729"/>
                      </a:cubicBezTo>
                      <a:cubicBezTo>
                        <a:pt x="437" y="438"/>
                        <a:pt x="729" y="292"/>
                        <a:pt x="1021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35" name="Freeform: Shape 243">
                  <a:extLst>
                    <a:ext uri="{FF2B5EF4-FFF2-40B4-BE49-F238E27FC236}">
                      <a16:creationId xmlns:a16="http://schemas.microsoft.com/office/drawing/2014/main" id="{B16FC382-67B9-E77D-541B-03AAD17397B2}"/>
                    </a:ext>
                  </a:extLst>
                </p:cNvPr>
                <p:cNvSpPr/>
                <p:nvPr/>
              </p:nvSpPr>
              <p:spPr>
                <a:xfrm>
                  <a:off x="10131603" y="1810140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0 w 0"/>
                    <a:gd name="connsiteY1" fmla="*/ 0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36" name="Freeform: Shape 247">
                  <a:extLst>
                    <a:ext uri="{FF2B5EF4-FFF2-40B4-BE49-F238E27FC236}">
                      <a16:creationId xmlns:a16="http://schemas.microsoft.com/office/drawing/2014/main" id="{A8365AD6-2D5F-0A61-CE77-9B375F797A9C}"/>
                    </a:ext>
                  </a:extLst>
                </p:cNvPr>
                <p:cNvSpPr/>
                <p:nvPr/>
              </p:nvSpPr>
              <p:spPr>
                <a:xfrm>
                  <a:off x="10085809" y="1774263"/>
                  <a:ext cx="14584" cy="14584"/>
                </a:xfrm>
                <a:custGeom>
                  <a:avLst/>
                  <a:gdLst>
                    <a:gd name="connsiteX0" fmla="*/ 875 w 0"/>
                    <a:gd name="connsiteY0" fmla="*/ 0 h 0"/>
                    <a:gd name="connsiteX1" fmla="*/ 0 w 0"/>
                    <a:gd name="connsiteY1" fmla="*/ 729 h 0"/>
                    <a:gd name="connsiteX2" fmla="*/ 875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875" y="0"/>
                      </a:moveTo>
                      <a:cubicBezTo>
                        <a:pt x="583" y="146"/>
                        <a:pt x="292" y="437"/>
                        <a:pt x="0" y="729"/>
                      </a:cubicBezTo>
                      <a:cubicBezTo>
                        <a:pt x="292" y="437"/>
                        <a:pt x="583" y="292"/>
                        <a:pt x="875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37" name="Freeform: Shape 298">
                  <a:extLst>
                    <a:ext uri="{FF2B5EF4-FFF2-40B4-BE49-F238E27FC236}">
                      <a16:creationId xmlns:a16="http://schemas.microsoft.com/office/drawing/2014/main" id="{3A197F04-F368-F423-204E-13FB9EB05060}"/>
                    </a:ext>
                  </a:extLst>
                </p:cNvPr>
                <p:cNvSpPr/>
                <p:nvPr/>
              </p:nvSpPr>
              <p:spPr>
                <a:xfrm>
                  <a:off x="10060288" y="179497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021 h 0"/>
                    <a:gd name="connsiteX1" fmla="*/ 1167 w 0"/>
                    <a:gd name="connsiteY1" fmla="*/ 0 h 0"/>
                    <a:gd name="connsiteX2" fmla="*/ 0 w 0"/>
                    <a:gd name="connsiteY2" fmla="*/ 1021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021"/>
                      </a:moveTo>
                      <a:cubicBezTo>
                        <a:pt x="437" y="729"/>
                        <a:pt x="729" y="437"/>
                        <a:pt x="1167" y="0"/>
                      </a:cubicBezTo>
                      <a:cubicBezTo>
                        <a:pt x="729" y="437"/>
                        <a:pt x="292" y="729"/>
                        <a:pt x="0" y="102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38" name="Freeform: Shape 330">
                  <a:extLst>
                    <a:ext uri="{FF2B5EF4-FFF2-40B4-BE49-F238E27FC236}">
                      <a16:creationId xmlns:a16="http://schemas.microsoft.com/office/drawing/2014/main" id="{A84E38AC-03D2-4B4E-A992-B8B36F6023D3}"/>
                    </a:ext>
                  </a:extLst>
                </p:cNvPr>
                <p:cNvSpPr/>
                <p:nvPr/>
              </p:nvSpPr>
              <p:spPr>
                <a:xfrm>
                  <a:off x="10063934" y="179147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313 h 0"/>
                    <a:gd name="connsiteX1" fmla="*/ 1458 w 0"/>
                    <a:gd name="connsiteY1" fmla="*/ 0 h 0"/>
                    <a:gd name="connsiteX2" fmla="*/ 0 w 0"/>
                    <a:gd name="connsiteY2" fmla="*/ 1313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313"/>
                      </a:moveTo>
                      <a:cubicBezTo>
                        <a:pt x="437" y="875"/>
                        <a:pt x="1021" y="438"/>
                        <a:pt x="1458" y="0"/>
                      </a:cubicBezTo>
                      <a:cubicBezTo>
                        <a:pt x="1021" y="438"/>
                        <a:pt x="583" y="875"/>
                        <a:pt x="0" y="1313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39" name="Freeform: Shape 374">
                  <a:extLst>
                    <a:ext uri="{FF2B5EF4-FFF2-40B4-BE49-F238E27FC236}">
                      <a16:creationId xmlns:a16="http://schemas.microsoft.com/office/drawing/2014/main" id="{20D1B460-E03C-0394-20E8-D51AA121444C}"/>
                    </a:ext>
                  </a:extLst>
                </p:cNvPr>
                <p:cNvSpPr/>
                <p:nvPr/>
              </p:nvSpPr>
              <p:spPr>
                <a:xfrm>
                  <a:off x="10056496" y="179818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167 h 0"/>
                    <a:gd name="connsiteX1" fmla="*/ 1312 w 0"/>
                    <a:gd name="connsiteY1" fmla="*/ 0 h 0"/>
                    <a:gd name="connsiteX2" fmla="*/ 0 w 0"/>
                    <a:gd name="connsiteY2" fmla="*/ 1167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167"/>
                      </a:moveTo>
                      <a:cubicBezTo>
                        <a:pt x="437" y="729"/>
                        <a:pt x="875" y="437"/>
                        <a:pt x="1312" y="0"/>
                      </a:cubicBezTo>
                      <a:cubicBezTo>
                        <a:pt x="875" y="437"/>
                        <a:pt x="437" y="729"/>
                        <a:pt x="0" y="1167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40" name="Freeform: Shape 470">
                  <a:extLst>
                    <a:ext uri="{FF2B5EF4-FFF2-40B4-BE49-F238E27FC236}">
                      <a16:creationId xmlns:a16="http://schemas.microsoft.com/office/drawing/2014/main" id="{E1195FB5-59E9-FD7F-B00E-5AF36B6E8006}"/>
                    </a:ext>
                  </a:extLst>
                </p:cNvPr>
                <p:cNvSpPr/>
                <p:nvPr/>
              </p:nvSpPr>
              <p:spPr>
                <a:xfrm>
                  <a:off x="10067142" y="178899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021 h 0"/>
                    <a:gd name="connsiteX1" fmla="*/ 1313 w 0"/>
                    <a:gd name="connsiteY1" fmla="*/ 0 h 0"/>
                    <a:gd name="connsiteX2" fmla="*/ 0 w 0"/>
                    <a:gd name="connsiteY2" fmla="*/ 1021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021"/>
                      </a:moveTo>
                      <a:cubicBezTo>
                        <a:pt x="437" y="583"/>
                        <a:pt x="875" y="292"/>
                        <a:pt x="1313" y="0"/>
                      </a:cubicBezTo>
                      <a:cubicBezTo>
                        <a:pt x="875" y="292"/>
                        <a:pt x="437" y="729"/>
                        <a:pt x="0" y="102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41" name="Freeform: Shape 471">
                  <a:extLst>
                    <a:ext uri="{FF2B5EF4-FFF2-40B4-BE49-F238E27FC236}">
                      <a16:creationId xmlns:a16="http://schemas.microsoft.com/office/drawing/2014/main" id="{94C01904-984A-ECFC-3523-0D918A04D1DC}"/>
                    </a:ext>
                  </a:extLst>
                </p:cNvPr>
                <p:cNvSpPr/>
                <p:nvPr/>
              </p:nvSpPr>
              <p:spPr>
                <a:xfrm>
                  <a:off x="10072976" y="1784035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021 h 0"/>
                    <a:gd name="connsiteX1" fmla="*/ 1312 w 0"/>
                    <a:gd name="connsiteY1" fmla="*/ 0 h 0"/>
                    <a:gd name="connsiteX2" fmla="*/ 0 w 0"/>
                    <a:gd name="connsiteY2" fmla="*/ 1021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021"/>
                      </a:moveTo>
                      <a:cubicBezTo>
                        <a:pt x="437" y="583"/>
                        <a:pt x="875" y="292"/>
                        <a:pt x="1312" y="0"/>
                      </a:cubicBezTo>
                      <a:cubicBezTo>
                        <a:pt x="875" y="292"/>
                        <a:pt x="437" y="583"/>
                        <a:pt x="0" y="102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42" name="Freeform: Shape 472">
                  <a:extLst>
                    <a:ext uri="{FF2B5EF4-FFF2-40B4-BE49-F238E27FC236}">
                      <a16:creationId xmlns:a16="http://schemas.microsoft.com/office/drawing/2014/main" id="{A2DC86CF-FEF5-C9F3-4A37-6141F6B6A9CC}"/>
                    </a:ext>
                  </a:extLst>
                </p:cNvPr>
                <p:cNvSpPr/>
                <p:nvPr/>
              </p:nvSpPr>
              <p:spPr>
                <a:xfrm>
                  <a:off x="10125915" y="1794243"/>
                  <a:ext cx="14584" cy="14584"/>
                </a:xfrm>
                <a:custGeom>
                  <a:avLst/>
                  <a:gdLst>
                    <a:gd name="connsiteX0" fmla="*/ 437 w 0"/>
                    <a:gd name="connsiteY0" fmla="*/ 1021 h 0"/>
                    <a:gd name="connsiteX1" fmla="*/ 0 w 0"/>
                    <a:gd name="connsiteY1" fmla="*/ 0 h 0"/>
                    <a:gd name="connsiteX2" fmla="*/ 437 w 0"/>
                    <a:gd name="connsiteY2" fmla="*/ 1021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437" y="1021"/>
                      </a:moveTo>
                      <a:cubicBezTo>
                        <a:pt x="292" y="729"/>
                        <a:pt x="146" y="292"/>
                        <a:pt x="0" y="0"/>
                      </a:cubicBezTo>
                      <a:cubicBezTo>
                        <a:pt x="292" y="292"/>
                        <a:pt x="292" y="729"/>
                        <a:pt x="437" y="102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43" name="Freeform: Shape 473">
                  <a:extLst>
                    <a:ext uri="{FF2B5EF4-FFF2-40B4-BE49-F238E27FC236}">
                      <a16:creationId xmlns:a16="http://schemas.microsoft.com/office/drawing/2014/main" id="{CDA15292-7E66-B3E0-25C5-453AEDB2B9A0}"/>
                    </a:ext>
                  </a:extLst>
                </p:cNvPr>
                <p:cNvSpPr/>
                <p:nvPr/>
              </p:nvSpPr>
              <p:spPr>
                <a:xfrm>
                  <a:off x="9150114" y="278550"/>
                  <a:ext cx="1050033" cy="1735471"/>
                </a:xfrm>
                <a:custGeom>
                  <a:avLst/>
                  <a:gdLst>
                    <a:gd name="connsiteX0" fmla="*/ 904195 w 1050032"/>
                    <a:gd name="connsiteY0" fmla="*/ 1522547 h 1735470"/>
                    <a:gd name="connsiteX1" fmla="*/ 1051783 w 1050032"/>
                    <a:gd name="connsiteY1" fmla="*/ 1120618 h 1735470"/>
                    <a:gd name="connsiteX2" fmla="*/ 1010511 w 1050032"/>
                    <a:gd name="connsiteY2" fmla="*/ 1033553 h 1735470"/>
                    <a:gd name="connsiteX3" fmla="*/ 946342 w 1050032"/>
                    <a:gd name="connsiteY3" fmla="*/ 978572 h 1735470"/>
                    <a:gd name="connsiteX4" fmla="*/ 877652 w 1050032"/>
                    <a:gd name="connsiteY4" fmla="*/ 923591 h 1735470"/>
                    <a:gd name="connsiteX5" fmla="*/ 877652 w 1050032"/>
                    <a:gd name="connsiteY5" fmla="*/ 873131 h 1735470"/>
                    <a:gd name="connsiteX6" fmla="*/ 799775 w 1050032"/>
                    <a:gd name="connsiteY6" fmla="*/ 767690 h 1735470"/>
                    <a:gd name="connsiteX7" fmla="*/ 758503 w 1050032"/>
                    <a:gd name="connsiteY7" fmla="*/ 735606 h 1735470"/>
                    <a:gd name="connsiteX8" fmla="*/ 758503 w 1050032"/>
                    <a:gd name="connsiteY8" fmla="*/ 653062 h 1735470"/>
                    <a:gd name="connsiteX9" fmla="*/ 625645 w 1050032"/>
                    <a:gd name="connsiteY9" fmla="*/ 488119 h 1735470"/>
                    <a:gd name="connsiteX10" fmla="*/ 639353 w 1050032"/>
                    <a:gd name="connsiteY10" fmla="*/ 355261 h 1735470"/>
                    <a:gd name="connsiteX11" fmla="*/ 520204 w 1050032"/>
                    <a:gd name="connsiteY11" fmla="*/ 259008 h 1735470"/>
                    <a:gd name="connsiteX12" fmla="*/ 492640 w 1050032"/>
                    <a:gd name="connsiteY12" fmla="*/ 208548 h 1735470"/>
                    <a:gd name="connsiteX13" fmla="*/ 497161 w 1050032"/>
                    <a:gd name="connsiteY13" fmla="*/ 153567 h 1735470"/>
                    <a:gd name="connsiteX14" fmla="*/ 465077 w 1050032"/>
                    <a:gd name="connsiteY14" fmla="*/ 112295 h 1735470"/>
                    <a:gd name="connsiteX15" fmla="*/ 467410 w 1050032"/>
                    <a:gd name="connsiteY15" fmla="*/ 48126 h 1735470"/>
                    <a:gd name="connsiteX16" fmla="*/ 419284 w 1050032"/>
                    <a:gd name="connsiteY16" fmla="*/ 34418 h 1735470"/>
                    <a:gd name="connsiteX17" fmla="*/ 384866 w 1050032"/>
                    <a:gd name="connsiteY17" fmla="*/ 0 h 1735470"/>
                    <a:gd name="connsiteX18" fmla="*/ 350448 w 1050032"/>
                    <a:gd name="connsiteY18" fmla="*/ 29751 h 1735470"/>
                    <a:gd name="connsiteX19" fmla="*/ 302322 w 1050032"/>
                    <a:gd name="connsiteY19" fmla="*/ 57314 h 1735470"/>
                    <a:gd name="connsiteX20" fmla="*/ 297801 w 1050032"/>
                    <a:gd name="connsiteY20" fmla="*/ 107774 h 1735470"/>
                    <a:gd name="connsiteX21" fmla="*/ 277238 w 1050032"/>
                    <a:gd name="connsiteY21" fmla="*/ 155901 h 1735470"/>
                    <a:gd name="connsiteX22" fmla="*/ 295613 w 1050032"/>
                    <a:gd name="connsiteY22" fmla="*/ 183464 h 1735470"/>
                    <a:gd name="connsiteX23" fmla="*/ 293280 w 1050032"/>
                    <a:gd name="connsiteY23" fmla="*/ 252154 h 1735470"/>
                    <a:gd name="connsiteX24" fmla="*/ 272717 w 1050032"/>
                    <a:gd name="connsiteY24" fmla="*/ 295759 h 1735470"/>
                    <a:gd name="connsiteX25" fmla="*/ 238299 w 1050032"/>
                    <a:gd name="connsiteY25" fmla="*/ 272863 h 1735470"/>
                    <a:gd name="connsiteX26" fmla="*/ 185652 w 1050032"/>
                    <a:gd name="connsiteY26" fmla="*/ 254487 h 1735470"/>
                    <a:gd name="connsiteX27" fmla="*/ 181131 w 1050032"/>
                    <a:gd name="connsiteY27" fmla="*/ 275050 h 1735470"/>
                    <a:gd name="connsiteX28" fmla="*/ 169610 w 1050032"/>
                    <a:gd name="connsiteY28" fmla="*/ 288759 h 1735470"/>
                    <a:gd name="connsiteX29" fmla="*/ 128337 w 1050032"/>
                    <a:gd name="connsiteY29" fmla="*/ 295613 h 1735470"/>
                    <a:gd name="connsiteX30" fmla="*/ 100774 w 1050032"/>
                    <a:gd name="connsiteY30" fmla="*/ 295613 h 1735470"/>
                    <a:gd name="connsiteX31" fmla="*/ 77877 w 1050032"/>
                    <a:gd name="connsiteY31" fmla="*/ 249820 h 1735470"/>
                    <a:gd name="connsiteX32" fmla="*/ 45793 w 1050032"/>
                    <a:gd name="connsiteY32" fmla="*/ 210882 h 1735470"/>
                    <a:gd name="connsiteX33" fmla="*/ 9188 w 1050032"/>
                    <a:gd name="connsiteY33" fmla="*/ 220069 h 1735470"/>
                    <a:gd name="connsiteX34" fmla="*/ 0 w 1050032"/>
                    <a:gd name="connsiteY34" fmla="*/ 236112 h 1735470"/>
                    <a:gd name="connsiteX35" fmla="*/ 16042 w 1050032"/>
                    <a:gd name="connsiteY35" fmla="*/ 249820 h 1735470"/>
                    <a:gd name="connsiteX36" fmla="*/ 20563 w 1050032"/>
                    <a:gd name="connsiteY36" fmla="*/ 284238 h 1735470"/>
                    <a:gd name="connsiteX37" fmla="*/ 32084 w 1050032"/>
                    <a:gd name="connsiteY37" fmla="*/ 311801 h 1735470"/>
                    <a:gd name="connsiteX38" fmla="*/ 151234 w 1050032"/>
                    <a:gd name="connsiteY38" fmla="*/ 357594 h 1735470"/>
                    <a:gd name="connsiteX39" fmla="*/ 201694 w 1050032"/>
                    <a:gd name="connsiteY39" fmla="*/ 378158 h 1735470"/>
                    <a:gd name="connsiteX40" fmla="*/ 217736 w 1050032"/>
                    <a:gd name="connsiteY40" fmla="*/ 483598 h 1735470"/>
                    <a:gd name="connsiteX41" fmla="*/ 233778 w 1050032"/>
                    <a:gd name="connsiteY41" fmla="*/ 488119 h 1735470"/>
                    <a:gd name="connsiteX42" fmla="*/ 240632 w 1050032"/>
                    <a:gd name="connsiteY42" fmla="*/ 545434 h 1735470"/>
                    <a:gd name="connsiteX43" fmla="*/ 254341 w 1050032"/>
                    <a:gd name="connsiteY43" fmla="*/ 570664 h 1735470"/>
                    <a:gd name="connsiteX44" fmla="*/ 281905 w 1050032"/>
                    <a:gd name="connsiteY44" fmla="*/ 616457 h 1735470"/>
                    <a:gd name="connsiteX45" fmla="*/ 281905 w 1050032"/>
                    <a:gd name="connsiteY45" fmla="*/ 694334 h 1735470"/>
                    <a:gd name="connsiteX46" fmla="*/ 328864 w 1050032"/>
                    <a:gd name="connsiteY46" fmla="*/ 760399 h 1735470"/>
                    <a:gd name="connsiteX47" fmla="*/ 332219 w 1050032"/>
                    <a:gd name="connsiteY47" fmla="*/ 758503 h 1735470"/>
                    <a:gd name="connsiteX48" fmla="*/ 341407 w 1050032"/>
                    <a:gd name="connsiteY48" fmla="*/ 751648 h 1735470"/>
                    <a:gd name="connsiteX49" fmla="*/ 378012 w 1050032"/>
                    <a:gd name="connsiteY49" fmla="*/ 740127 h 1735470"/>
                    <a:gd name="connsiteX50" fmla="*/ 394054 w 1050032"/>
                    <a:gd name="connsiteY50" fmla="*/ 749315 h 1735470"/>
                    <a:gd name="connsiteX51" fmla="*/ 400908 w 1050032"/>
                    <a:gd name="connsiteY51" fmla="*/ 763024 h 1735470"/>
                    <a:gd name="connsiteX52" fmla="*/ 419284 w 1050032"/>
                    <a:gd name="connsiteY52" fmla="*/ 769878 h 1735470"/>
                    <a:gd name="connsiteX53" fmla="*/ 435326 w 1050032"/>
                    <a:gd name="connsiteY53" fmla="*/ 776732 h 1735470"/>
                    <a:gd name="connsiteX54" fmla="*/ 444514 w 1050032"/>
                    <a:gd name="connsiteY54" fmla="*/ 806483 h 1735470"/>
                    <a:gd name="connsiteX55" fmla="*/ 444514 w 1050032"/>
                    <a:gd name="connsiteY55" fmla="*/ 843089 h 1735470"/>
                    <a:gd name="connsiteX56" fmla="*/ 444514 w 1050032"/>
                    <a:gd name="connsiteY56" fmla="*/ 865985 h 1735470"/>
                    <a:gd name="connsiteX57" fmla="*/ 423951 w 1050032"/>
                    <a:gd name="connsiteY57" fmla="*/ 886548 h 1735470"/>
                    <a:gd name="connsiteX58" fmla="*/ 414763 w 1050032"/>
                    <a:gd name="connsiteY58" fmla="*/ 902591 h 1735470"/>
                    <a:gd name="connsiteX59" fmla="*/ 428472 w 1050032"/>
                    <a:gd name="connsiteY59" fmla="*/ 943863 h 1735470"/>
                    <a:gd name="connsiteX60" fmla="*/ 414763 w 1050032"/>
                    <a:gd name="connsiteY60" fmla="*/ 987468 h 1735470"/>
                    <a:gd name="connsiteX61" fmla="*/ 385012 w 1050032"/>
                    <a:gd name="connsiteY61" fmla="*/ 1051637 h 1735470"/>
                    <a:gd name="connsiteX62" fmla="*/ 346073 w 1050032"/>
                    <a:gd name="connsiteY62" fmla="*/ 1115806 h 1735470"/>
                    <a:gd name="connsiteX63" fmla="*/ 297947 w 1050032"/>
                    <a:gd name="connsiteY63" fmla="*/ 1138702 h 1735470"/>
                    <a:gd name="connsiteX64" fmla="*/ 293426 w 1050032"/>
                    <a:gd name="connsiteY64" fmla="*/ 1163932 h 1735470"/>
                    <a:gd name="connsiteX65" fmla="*/ 307135 w 1050032"/>
                    <a:gd name="connsiteY65" fmla="*/ 1182308 h 1735470"/>
                    <a:gd name="connsiteX66" fmla="*/ 307135 w 1050032"/>
                    <a:gd name="connsiteY66" fmla="*/ 1198350 h 1735470"/>
                    <a:gd name="connsiteX67" fmla="*/ 293426 w 1050032"/>
                    <a:gd name="connsiteY67" fmla="*/ 1221246 h 1735470"/>
                    <a:gd name="connsiteX68" fmla="*/ 268196 w 1050032"/>
                    <a:gd name="connsiteY68" fmla="*/ 1225767 h 1735470"/>
                    <a:gd name="connsiteX69" fmla="*/ 240632 w 1050032"/>
                    <a:gd name="connsiteY69" fmla="*/ 1248664 h 1735470"/>
                    <a:gd name="connsiteX70" fmla="*/ 240632 w 1050032"/>
                    <a:gd name="connsiteY70" fmla="*/ 1292269 h 1735470"/>
                    <a:gd name="connsiteX71" fmla="*/ 281905 w 1050032"/>
                    <a:gd name="connsiteY71" fmla="*/ 1384001 h 1735470"/>
                    <a:gd name="connsiteX72" fmla="*/ 309468 w 1050032"/>
                    <a:gd name="connsiteY72" fmla="*/ 1455024 h 1735470"/>
                    <a:gd name="connsiteX73" fmla="*/ 337031 w 1050032"/>
                    <a:gd name="connsiteY73" fmla="*/ 1468733 h 1735470"/>
                    <a:gd name="connsiteX74" fmla="*/ 318656 w 1050032"/>
                    <a:gd name="connsiteY74" fmla="*/ 1560465 h 1735470"/>
                    <a:gd name="connsiteX75" fmla="*/ 330177 w 1050032"/>
                    <a:gd name="connsiteY75" fmla="*/ 1617779 h 1735470"/>
                    <a:gd name="connsiteX76" fmla="*/ 359928 w 1050032"/>
                    <a:gd name="connsiteY76" fmla="*/ 1663572 h 1735470"/>
                    <a:gd name="connsiteX77" fmla="*/ 405721 w 1050032"/>
                    <a:gd name="connsiteY77" fmla="*/ 1663572 h 1735470"/>
                    <a:gd name="connsiteX78" fmla="*/ 467556 w 1050032"/>
                    <a:gd name="connsiteY78" fmla="*/ 1675094 h 1735470"/>
                    <a:gd name="connsiteX79" fmla="*/ 451514 w 1050032"/>
                    <a:gd name="connsiteY79" fmla="*/ 1709512 h 1735470"/>
                    <a:gd name="connsiteX80" fmla="*/ 446993 w 1050032"/>
                    <a:gd name="connsiteY80" fmla="*/ 1725554 h 1735470"/>
                    <a:gd name="connsiteX81" fmla="*/ 485932 w 1050032"/>
                    <a:gd name="connsiteY81" fmla="*/ 1727887 h 1735470"/>
                    <a:gd name="connsiteX82" fmla="*/ 520350 w 1050032"/>
                    <a:gd name="connsiteY82" fmla="*/ 1723366 h 1735470"/>
                    <a:gd name="connsiteX83" fmla="*/ 527204 w 1050032"/>
                    <a:gd name="connsiteY83" fmla="*/ 1739408 h 1735470"/>
                    <a:gd name="connsiteX84" fmla="*/ 561622 w 1050032"/>
                    <a:gd name="connsiteY84" fmla="*/ 1734887 h 1735470"/>
                    <a:gd name="connsiteX85" fmla="*/ 591373 w 1050032"/>
                    <a:gd name="connsiteY85" fmla="*/ 1721178 h 1735470"/>
                    <a:gd name="connsiteX86" fmla="*/ 607415 w 1050032"/>
                    <a:gd name="connsiteY86" fmla="*/ 1695949 h 1735470"/>
                    <a:gd name="connsiteX87" fmla="*/ 630312 w 1050032"/>
                    <a:gd name="connsiteY87" fmla="*/ 1679906 h 1735470"/>
                    <a:gd name="connsiteX88" fmla="*/ 673917 w 1050032"/>
                    <a:gd name="connsiteY88" fmla="*/ 1670719 h 1735470"/>
                    <a:gd name="connsiteX89" fmla="*/ 701480 w 1050032"/>
                    <a:gd name="connsiteY89" fmla="*/ 1634113 h 1735470"/>
                    <a:gd name="connsiteX90" fmla="*/ 717522 w 1050032"/>
                    <a:gd name="connsiteY90" fmla="*/ 1611217 h 1735470"/>
                    <a:gd name="connsiteX91" fmla="*/ 754128 w 1050032"/>
                    <a:gd name="connsiteY91" fmla="*/ 1602029 h 1735470"/>
                    <a:gd name="connsiteX92" fmla="*/ 822817 w 1050032"/>
                    <a:gd name="connsiteY92" fmla="*/ 1560757 h 1735470"/>
                    <a:gd name="connsiteX93" fmla="*/ 866423 w 1050032"/>
                    <a:gd name="connsiteY93" fmla="*/ 1553902 h 1735470"/>
                    <a:gd name="connsiteX94" fmla="*/ 904633 w 1050032"/>
                    <a:gd name="connsiteY94" fmla="*/ 1522401 h 1735470"/>
                    <a:gd name="connsiteX95" fmla="*/ 904195 w 1050032"/>
                    <a:gd name="connsiteY95" fmla="*/ 1522547 h 1735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</a:cxnLst>
                  <a:rect l="l" t="t" r="r" b="b"/>
                  <a:pathLst>
                    <a:path w="1050032" h="1735470">
                      <a:moveTo>
                        <a:pt x="904195" y="1522547"/>
                      </a:moveTo>
                      <a:lnTo>
                        <a:pt x="1051783" y="1120618"/>
                      </a:lnTo>
                      <a:cubicBezTo>
                        <a:pt x="1051783" y="1120618"/>
                        <a:pt x="1024219" y="1033553"/>
                        <a:pt x="1010511" y="1033553"/>
                      </a:cubicBezTo>
                      <a:cubicBezTo>
                        <a:pt x="996802" y="1033553"/>
                        <a:pt x="946342" y="978572"/>
                        <a:pt x="946342" y="978572"/>
                      </a:cubicBezTo>
                      <a:lnTo>
                        <a:pt x="877652" y="923591"/>
                      </a:lnTo>
                      <a:lnTo>
                        <a:pt x="877652" y="873131"/>
                      </a:lnTo>
                      <a:cubicBezTo>
                        <a:pt x="877652" y="873131"/>
                        <a:pt x="841047" y="799775"/>
                        <a:pt x="799775" y="767690"/>
                      </a:cubicBezTo>
                      <a:cubicBezTo>
                        <a:pt x="758503" y="735606"/>
                        <a:pt x="758503" y="735606"/>
                        <a:pt x="758503" y="735606"/>
                      </a:cubicBezTo>
                      <a:lnTo>
                        <a:pt x="758503" y="653062"/>
                      </a:lnTo>
                      <a:lnTo>
                        <a:pt x="625645" y="488119"/>
                      </a:lnTo>
                      <a:lnTo>
                        <a:pt x="639353" y="355261"/>
                      </a:lnTo>
                      <a:cubicBezTo>
                        <a:pt x="639353" y="355261"/>
                        <a:pt x="552288" y="272717"/>
                        <a:pt x="520204" y="259008"/>
                      </a:cubicBezTo>
                      <a:cubicBezTo>
                        <a:pt x="488119" y="245299"/>
                        <a:pt x="492640" y="208548"/>
                        <a:pt x="492640" y="208548"/>
                      </a:cubicBezTo>
                      <a:lnTo>
                        <a:pt x="497161" y="153567"/>
                      </a:lnTo>
                      <a:lnTo>
                        <a:pt x="465077" y="112295"/>
                      </a:lnTo>
                      <a:lnTo>
                        <a:pt x="467410" y="48126"/>
                      </a:lnTo>
                      <a:lnTo>
                        <a:pt x="419284" y="34418"/>
                      </a:lnTo>
                      <a:lnTo>
                        <a:pt x="384866" y="0"/>
                      </a:lnTo>
                      <a:lnTo>
                        <a:pt x="350448" y="29751"/>
                      </a:lnTo>
                      <a:lnTo>
                        <a:pt x="302322" y="57314"/>
                      </a:lnTo>
                      <a:lnTo>
                        <a:pt x="297801" y="107774"/>
                      </a:lnTo>
                      <a:lnTo>
                        <a:pt x="277238" y="155901"/>
                      </a:lnTo>
                      <a:lnTo>
                        <a:pt x="295613" y="183464"/>
                      </a:lnTo>
                      <a:lnTo>
                        <a:pt x="293280" y="252154"/>
                      </a:lnTo>
                      <a:lnTo>
                        <a:pt x="272717" y="295759"/>
                      </a:lnTo>
                      <a:lnTo>
                        <a:pt x="238299" y="272863"/>
                      </a:lnTo>
                      <a:lnTo>
                        <a:pt x="185652" y="254487"/>
                      </a:lnTo>
                      <a:lnTo>
                        <a:pt x="181131" y="275050"/>
                      </a:lnTo>
                      <a:cubicBezTo>
                        <a:pt x="181131" y="275050"/>
                        <a:pt x="183464" y="286571"/>
                        <a:pt x="169610" y="288759"/>
                      </a:cubicBezTo>
                      <a:cubicBezTo>
                        <a:pt x="155901" y="291092"/>
                        <a:pt x="137525" y="295613"/>
                        <a:pt x="128337" y="295613"/>
                      </a:cubicBezTo>
                      <a:cubicBezTo>
                        <a:pt x="119150" y="295613"/>
                        <a:pt x="105441" y="304801"/>
                        <a:pt x="100774" y="295613"/>
                      </a:cubicBezTo>
                      <a:cubicBezTo>
                        <a:pt x="96253" y="286426"/>
                        <a:pt x="84732" y="259008"/>
                        <a:pt x="77877" y="249820"/>
                      </a:cubicBezTo>
                      <a:cubicBezTo>
                        <a:pt x="71023" y="240632"/>
                        <a:pt x="45793" y="210882"/>
                        <a:pt x="45793" y="210882"/>
                      </a:cubicBezTo>
                      <a:lnTo>
                        <a:pt x="9188" y="220069"/>
                      </a:lnTo>
                      <a:lnTo>
                        <a:pt x="0" y="236112"/>
                      </a:lnTo>
                      <a:lnTo>
                        <a:pt x="16042" y="249820"/>
                      </a:lnTo>
                      <a:lnTo>
                        <a:pt x="20563" y="284238"/>
                      </a:lnTo>
                      <a:lnTo>
                        <a:pt x="32084" y="311801"/>
                      </a:lnTo>
                      <a:lnTo>
                        <a:pt x="151234" y="357594"/>
                      </a:lnTo>
                      <a:lnTo>
                        <a:pt x="201694" y="378158"/>
                      </a:lnTo>
                      <a:lnTo>
                        <a:pt x="217736" y="483598"/>
                      </a:lnTo>
                      <a:lnTo>
                        <a:pt x="233778" y="488119"/>
                      </a:lnTo>
                      <a:lnTo>
                        <a:pt x="240632" y="545434"/>
                      </a:lnTo>
                      <a:cubicBezTo>
                        <a:pt x="240632" y="545434"/>
                        <a:pt x="247487" y="563809"/>
                        <a:pt x="254341" y="570664"/>
                      </a:cubicBezTo>
                      <a:cubicBezTo>
                        <a:pt x="261196" y="577518"/>
                        <a:pt x="281905" y="616457"/>
                        <a:pt x="281905" y="616457"/>
                      </a:cubicBezTo>
                      <a:lnTo>
                        <a:pt x="281905" y="694334"/>
                      </a:lnTo>
                      <a:lnTo>
                        <a:pt x="328864" y="760399"/>
                      </a:lnTo>
                      <a:cubicBezTo>
                        <a:pt x="330031" y="759815"/>
                        <a:pt x="331198" y="759232"/>
                        <a:pt x="332219" y="758503"/>
                      </a:cubicBezTo>
                      <a:cubicBezTo>
                        <a:pt x="341407" y="751648"/>
                        <a:pt x="341407" y="751648"/>
                        <a:pt x="341407" y="751648"/>
                      </a:cubicBezTo>
                      <a:lnTo>
                        <a:pt x="378012" y="740127"/>
                      </a:lnTo>
                      <a:cubicBezTo>
                        <a:pt x="378012" y="740127"/>
                        <a:pt x="391721" y="742461"/>
                        <a:pt x="394054" y="749315"/>
                      </a:cubicBezTo>
                      <a:cubicBezTo>
                        <a:pt x="396387" y="756169"/>
                        <a:pt x="391721" y="760836"/>
                        <a:pt x="400908" y="763024"/>
                      </a:cubicBezTo>
                      <a:cubicBezTo>
                        <a:pt x="410096" y="765357"/>
                        <a:pt x="419284" y="769878"/>
                        <a:pt x="419284" y="769878"/>
                      </a:cubicBezTo>
                      <a:lnTo>
                        <a:pt x="435326" y="776732"/>
                      </a:lnTo>
                      <a:lnTo>
                        <a:pt x="444514" y="806483"/>
                      </a:lnTo>
                      <a:lnTo>
                        <a:pt x="444514" y="843089"/>
                      </a:lnTo>
                      <a:cubicBezTo>
                        <a:pt x="444514" y="843089"/>
                        <a:pt x="446847" y="856797"/>
                        <a:pt x="444514" y="865985"/>
                      </a:cubicBezTo>
                      <a:cubicBezTo>
                        <a:pt x="442181" y="875173"/>
                        <a:pt x="423951" y="886548"/>
                        <a:pt x="423951" y="886548"/>
                      </a:cubicBezTo>
                      <a:lnTo>
                        <a:pt x="414763" y="902591"/>
                      </a:lnTo>
                      <a:lnTo>
                        <a:pt x="428472" y="943863"/>
                      </a:lnTo>
                      <a:lnTo>
                        <a:pt x="414763" y="987468"/>
                      </a:lnTo>
                      <a:lnTo>
                        <a:pt x="385012" y="1051637"/>
                      </a:lnTo>
                      <a:cubicBezTo>
                        <a:pt x="385012" y="1051637"/>
                        <a:pt x="355261" y="1111285"/>
                        <a:pt x="346073" y="1115806"/>
                      </a:cubicBezTo>
                      <a:cubicBezTo>
                        <a:pt x="336886" y="1120326"/>
                        <a:pt x="302468" y="1131848"/>
                        <a:pt x="297947" y="1138702"/>
                      </a:cubicBezTo>
                      <a:cubicBezTo>
                        <a:pt x="293426" y="1145556"/>
                        <a:pt x="291092" y="1157078"/>
                        <a:pt x="293426" y="1163932"/>
                      </a:cubicBezTo>
                      <a:cubicBezTo>
                        <a:pt x="295759" y="1170786"/>
                        <a:pt x="307135" y="1182308"/>
                        <a:pt x="307135" y="1182308"/>
                      </a:cubicBezTo>
                      <a:lnTo>
                        <a:pt x="307135" y="1198350"/>
                      </a:lnTo>
                      <a:lnTo>
                        <a:pt x="293426" y="1221246"/>
                      </a:lnTo>
                      <a:lnTo>
                        <a:pt x="268196" y="1225767"/>
                      </a:lnTo>
                      <a:lnTo>
                        <a:pt x="240632" y="1248664"/>
                      </a:lnTo>
                      <a:lnTo>
                        <a:pt x="240632" y="1292269"/>
                      </a:lnTo>
                      <a:lnTo>
                        <a:pt x="281905" y="1384001"/>
                      </a:lnTo>
                      <a:lnTo>
                        <a:pt x="309468" y="1455024"/>
                      </a:lnTo>
                      <a:lnTo>
                        <a:pt x="337031" y="1468733"/>
                      </a:lnTo>
                      <a:lnTo>
                        <a:pt x="318656" y="1560465"/>
                      </a:lnTo>
                      <a:lnTo>
                        <a:pt x="330177" y="1617779"/>
                      </a:lnTo>
                      <a:lnTo>
                        <a:pt x="359928" y="1663572"/>
                      </a:lnTo>
                      <a:lnTo>
                        <a:pt x="405721" y="1663572"/>
                      </a:lnTo>
                      <a:lnTo>
                        <a:pt x="467556" y="1675094"/>
                      </a:lnTo>
                      <a:cubicBezTo>
                        <a:pt x="467556" y="1675094"/>
                        <a:pt x="456035" y="1693469"/>
                        <a:pt x="451514" y="1709512"/>
                      </a:cubicBezTo>
                      <a:cubicBezTo>
                        <a:pt x="446993" y="1725554"/>
                        <a:pt x="435472" y="1723220"/>
                        <a:pt x="446993" y="1725554"/>
                      </a:cubicBezTo>
                      <a:cubicBezTo>
                        <a:pt x="458514" y="1727887"/>
                        <a:pt x="485932" y="1727887"/>
                        <a:pt x="485932" y="1727887"/>
                      </a:cubicBezTo>
                      <a:lnTo>
                        <a:pt x="520350" y="1723366"/>
                      </a:lnTo>
                      <a:lnTo>
                        <a:pt x="527204" y="1739408"/>
                      </a:lnTo>
                      <a:cubicBezTo>
                        <a:pt x="540913" y="1737075"/>
                        <a:pt x="561622" y="1734887"/>
                        <a:pt x="561622" y="1734887"/>
                      </a:cubicBezTo>
                      <a:lnTo>
                        <a:pt x="591373" y="1721178"/>
                      </a:lnTo>
                      <a:lnTo>
                        <a:pt x="607415" y="1695949"/>
                      </a:lnTo>
                      <a:lnTo>
                        <a:pt x="630312" y="1679906"/>
                      </a:lnTo>
                      <a:lnTo>
                        <a:pt x="673917" y="1670719"/>
                      </a:lnTo>
                      <a:lnTo>
                        <a:pt x="701480" y="1634113"/>
                      </a:lnTo>
                      <a:lnTo>
                        <a:pt x="717522" y="1611217"/>
                      </a:lnTo>
                      <a:cubicBezTo>
                        <a:pt x="717522" y="1611217"/>
                        <a:pt x="722043" y="1611217"/>
                        <a:pt x="754128" y="1602029"/>
                      </a:cubicBezTo>
                      <a:cubicBezTo>
                        <a:pt x="786212" y="1592841"/>
                        <a:pt x="822817" y="1560757"/>
                        <a:pt x="822817" y="1560757"/>
                      </a:cubicBezTo>
                      <a:cubicBezTo>
                        <a:pt x="822817" y="1560757"/>
                        <a:pt x="850381" y="1563090"/>
                        <a:pt x="866423" y="1553902"/>
                      </a:cubicBezTo>
                      <a:cubicBezTo>
                        <a:pt x="873861" y="1549673"/>
                        <a:pt x="889319" y="1535964"/>
                        <a:pt x="904633" y="1522401"/>
                      </a:cubicBezTo>
                      <a:cubicBezTo>
                        <a:pt x="904341" y="1522547"/>
                        <a:pt x="904341" y="1522547"/>
                        <a:pt x="904195" y="1522547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44" name="Freeform: Shape 474">
                  <a:extLst>
                    <a:ext uri="{FF2B5EF4-FFF2-40B4-BE49-F238E27FC236}">
                      <a16:creationId xmlns:a16="http://schemas.microsoft.com/office/drawing/2014/main" id="{D42F7295-4056-1739-9428-06B51735CBE9}"/>
                    </a:ext>
                  </a:extLst>
                </p:cNvPr>
                <p:cNvSpPr/>
                <p:nvPr/>
              </p:nvSpPr>
              <p:spPr>
                <a:xfrm>
                  <a:off x="10124019" y="1788993"/>
                  <a:ext cx="14584" cy="14584"/>
                </a:xfrm>
                <a:custGeom>
                  <a:avLst/>
                  <a:gdLst>
                    <a:gd name="connsiteX0" fmla="*/ 1312 w 0"/>
                    <a:gd name="connsiteY0" fmla="*/ 3354 h 0"/>
                    <a:gd name="connsiteX1" fmla="*/ 0 w 0"/>
                    <a:gd name="connsiteY1" fmla="*/ 0 h 0"/>
                    <a:gd name="connsiteX2" fmla="*/ 1312 w 0"/>
                    <a:gd name="connsiteY2" fmla="*/ 3354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312" y="3354"/>
                      </a:moveTo>
                      <a:cubicBezTo>
                        <a:pt x="875" y="2333"/>
                        <a:pt x="437" y="1167"/>
                        <a:pt x="0" y="0"/>
                      </a:cubicBezTo>
                      <a:cubicBezTo>
                        <a:pt x="437" y="1021"/>
                        <a:pt x="875" y="2188"/>
                        <a:pt x="1312" y="3354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45" name="Freeform: Shape 475">
                  <a:extLst>
                    <a:ext uri="{FF2B5EF4-FFF2-40B4-BE49-F238E27FC236}">
                      <a16:creationId xmlns:a16="http://schemas.microsoft.com/office/drawing/2014/main" id="{87100D41-0DC2-ECC7-4042-4F3862D6BD3B}"/>
                    </a:ext>
                  </a:extLst>
                </p:cNvPr>
                <p:cNvSpPr/>
                <p:nvPr/>
              </p:nvSpPr>
              <p:spPr>
                <a:xfrm>
                  <a:off x="10070059" y="1786514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021 h 0"/>
                    <a:gd name="connsiteX1" fmla="*/ 1312 w 0"/>
                    <a:gd name="connsiteY1" fmla="*/ 0 h 0"/>
                    <a:gd name="connsiteX2" fmla="*/ 0 w 0"/>
                    <a:gd name="connsiteY2" fmla="*/ 1021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021"/>
                      </a:moveTo>
                      <a:cubicBezTo>
                        <a:pt x="437" y="729"/>
                        <a:pt x="875" y="292"/>
                        <a:pt x="1312" y="0"/>
                      </a:cubicBezTo>
                      <a:cubicBezTo>
                        <a:pt x="875" y="292"/>
                        <a:pt x="437" y="583"/>
                        <a:pt x="0" y="102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grpSp>
            <p:nvGrpSpPr>
              <p:cNvPr id="35" name="Graphic 1">
                <a:extLst>
                  <a:ext uri="{FF2B5EF4-FFF2-40B4-BE49-F238E27FC236}">
                    <a16:creationId xmlns:a16="http://schemas.microsoft.com/office/drawing/2014/main" id="{99C8F509-DFB9-E9BD-1381-866A9F325F3D}"/>
                  </a:ext>
                </a:extLst>
              </p:cNvPr>
              <p:cNvGrpSpPr/>
              <p:nvPr/>
            </p:nvGrpSpPr>
            <p:grpSpPr>
              <a:xfrm>
                <a:off x="8068289" y="3354"/>
                <a:ext cx="4112628" cy="4098044"/>
                <a:chOff x="8068289" y="3354"/>
                <a:chExt cx="4112628" cy="4098044"/>
              </a:xfrm>
              <a:grpFill/>
            </p:grpSpPr>
            <p:sp>
              <p:nvSpPr>
                <p:cNvPr id="325" name="Freeform: Shape 479">
                  <a:extLst>
                    <a:ext uri="{FF2B5EF4-FFF2-40B4-BE49-F238E27FC236}">
                      <a16:creationId xmlns:a16="http://schemas.microsoft.com/office/drawing/2014/main" id="{77572B41-FE40-E133-4381-6233BDB4A29F}"/>
                    </a:ext>
                  </a:extLst>
                </p:cNvPr>
                <p:cNvSpPr/>
                <p:nvPr/>
              </p:nvSpPr>
              <p:spPr>
                <a:xfrm>
                  <a:off x="8068289" y="93396"/>
                  <a:ext cx="1618800" cy="2391741"/>
                </a:xfrm>
                <a:custGeom>
                  <a:avLst/>
                  <a:gdLst>
                    <a:gd name="connsiteX0" fmla="*/ 1579132 w 1618800"/>
                    <a:gd name="connsiteY0" fmla="*/ 338868 h 2391740"/>
                    <a:gd name="connsiteX1" fmla="*/ 1592841 w 1618800"/>
                    <a:gd name="connsiteY1" fmla="*/ 302262 h 2391740"/>
                    <a:gd name="connsiteX2" fmla="*/ 1574466 w 1618800"/>
                    <a:gd name="connsiteY2" fmla="*/ 260990 h 2391740"/>
                    <a:gd name="connsiteX3" fmla="*/ 1624926 w 1618800"/>
                    <a:gd name="connsiteY3" fmla="*/ 215197 h 2391740"/>
                    <a:gd name="connsiteX4" fmla="*/ 1624926 w 1618800"/>
                    <a:gd name="connsiteY4" fmla="*/ 164737 h 2391740"/>
                    <a:gd name="connsiteX5" fmla="*/ 1569945 w 1618800"/>
                    <a:gd name="connsiteY5" fmla="*/ 164737 h 2391740"/>
                    <a:gd name="connsiteX6" fmla="*/ 1547048 w 1618800"/>
                    <a:gd name="connsiteY6" fmla="*/ 183113 h 2391740"/>
                    <a:gd name="connsiteX7" fmla="*/ 1482879 w 1618800"/>
                    <a:gd name="connsiteY7" fmla="*/ 123465 h 2391740"/>
                    <a:gd name="connsiteX8" fmla="*/ 1560757 w 1618800"/>
                    <a:gd name="connsiteY8" fmla="*/ 91381 h 2391740"/>
                    <a:gd name="connsiteX9" fmla="*/ 1533193 w 1618800"/>
                    <a:gd name="connsiteY9" fmla="*/ 54776 h 2391740"/>
                    <a:gd name="connsiteX10" fmla="*/ 1423232 w 1618800"/>
                    <a:gd name="connsiteY10" fmla="*/ 18170 h 2391740"/>
                    <a:gd name="connsiteX11" fmla="*/ 1377439 w 1618800"/>
                    <a:gd name="connsiteY11" fmla="*/ 8983 h 2391740"/>
                    <a:gd name="connsiteX12" fmla="*/ 1340833 w 1618800"/>
                    <a:gd name="connsiteY12" fmla="*/ 31879 h 2391740"/>
                    <a:gd name="connsiteX13" fmla="*/ 1361396 w 1618800"/>
                    <a:gd name="connsiteY13" fmla="*/ 59442 h 2391740"/>
                    <a:gd name="connsiteX14" fmla="*/ 1345354 w 1618800"/>
                    <a:gd name="connsiteY14" fmla="*/ 114423 h 2391740"/>
                    <a:gd name="connsiteX15" fmla="*/ 1331646 w 1618800"/>
                    <a:gd name="connsiteY15" fmla="*/ 121278 h 2391740"/>
                    <a:gd name="connsiteX16" fmla="*/ 1315603 w 1618800"/>
                    <a:gd name="connsiteY16" fmla="*/ 100715 h 2391740"/>
                    <a:gd name="connsiteX17" fmla="*/ 1306416 w 1618800"/>
                    <a:gd name="connsiteY17" fmla="*/ 119090 h 2391740"/>
                    <a:gd name="connsiteX18" fmla="*/ 1299561 w 1618800"/>
                    <a:gd name="connsiteY18" fmla="*/ 158029 h 2391740"/>
                    <a:gd name="connsiteX19" fmla="*/ 1292707 w 1618800"/>
                    <a:gd name="connsiteY19" fmla="*/ 183259 h 2391740"/>
                    <a:gd name="connsiteX20" fmla="*/ 1265144 w 1618800"/>
                    <a:gd name="connsiteY20" fmla="*/ 183259 h 2391740"/>
                    <a:gd name="connsiteX21" fmla="*/ 1260622 w 1618800"/>
                    <a:gd name="connsiteY21" fmla="*/ 151174 h 2391740"/>
                    <a:gd name="connsiteX22" fmla="*/ 1260622 w 1618800"/>
                    <a:gd name="connsiteY22" fmla="*/ 128278 h 2391740"/>
                    <a:gd name="connsiteX23" fmla="*/ 1260622 w 1618800"/>
                    <a:gd name="connsiteY23" fmla="*/ 91673 h 2391740"/>
                    <a:gd name="connsiteX24" fmla="*/ 1262956 w 1618800"/>
                    <a:gd name="connsiteY24" fmla="*/ 68776 h 2391740"/>
                    <a:gd name="connsiteX25" fmla="*/ 1244580 w 1618800"/>
                    <a:gd name="connsiteY25" fmla="*/ 66443 h 2391740"/>
                    <a:gd name="connsiteX26" fmla="*/ 1230872 w 1618800"/>
                    <a:gd name="connsiteY26" fmla="*/ 70964 h 2391740"/>
                    <a:gd name="connsiteX27" fmla="*/ 1210308 w 1618800"/>
                    <a:gd name="connsiteY27" fmla="*/ 91527 h 2391740"/>
                    <a:gd name="connsiteX28" fmla="*/ 1210308 w 1618800"/>
                    <a:gd name="connsiteY28" fmla="*/ 137320 h 2391740"/>
                    <a:gd name="connsiteX29" fmla="*/ 1201121 w 1618800"/>
                    <a:gd name="connsiteY29" fmla="*/ 164883 h 2391740"/>
                    <a:gd name="connsiteX30" fmla="*/ 1162182 w 1618800"/>
                    <a:gd name="connsiteY30" fmla="*/ 162550 h 2391740"/>
                    <a:gd name="connsiteX31" fmla="*/ 1139285 w 1618800"/>
                    <a:gd name="connsiteY31" fmla="*/ 148841 h 2391740"/>
                    <a:gd name="connsiteX32" fmla="*/ 1100347 w 1618800"/>
                    <a:gd name="connsiteY32" fmla="*/ 160362 h 2391740"/>
                    <a:gd name="connsiteX33" fmla="*/ 1095826 w 1618800"/>
                    <a:gd name="connsiteY33" fmla="*/ 176404 h 2391740"/>
                    <a:gd name="connsiteX34" fmla="*/ 1116389 w 1618800"/>
                    <a:gd name="connsiteY34" fmla="*/ 183259 h 2391740"/>
                    <a:gd name="connsiteX35" fmla="*/ 1134764 w 1618800"/>
                    <a:gd name="connsiteY35" fmla="*/ 190113 h 2391740"/>
                    <a:gd name="connsiteX36" fmla="*/ 1157661 w 1618800"/>
                    <a:gd name="connsiteY36" fmla="*/ 196968 h 2391740"/>
                    <a:gd name="connsiteX37" fmla="*/ 1159994 w 1618800"/>
                    <a:gd name="connsiteY37" fmla="*/ 219864 h 2391740"/>
                    <a:gd name="connsiteX38" fmla="*/ 1164515 w 1618800"/>
                    <a:gd name="connsiteY38" fmla="*/ 247427 h 2391740"/>
                    <a:gd name="connsiteX39" fmla="*/ 1150807 w 1618800"/>
                    <a:gd name="connsiteY39" fmla="*/ 256615 h 2391740"/>
                    <a:gd name="connsiteX40" fmla="*/ 1130244 w 1618800"/>
                    <a:gd name="connsiteY40" fmla="*/ 256615 h 2391740"/>
                    <a:gd name="connsiteX41" fmla="*/ 1098159 w 1618800"/>
                    <a:gd name="connsiteY41" fmla="*/ 252094 h 2391740"/>
                    <a:gd name="connsiteX42" fmla="*/ 1077596 w 1618800"/>
                    <a:gd name="connsiteY42" fmla="*/ 252094 h 2391740"/>
                    <a:gd name="connsiteX43" fmla="*/ 1073075 w 1618800"/>
                    <a:gd name="connsiteY43" fmla="*/ 263615 h 2391740"/>
                    <a:gd name="connsiteX44" fmla="*/ 1073075 w 1618800"/>
                    <a:gd name="connsiteY44" fmla="*/ 284179 h 2391740"/>
                    <a:gd name="connsiteX45" fmla="*/ 1100638 w 1618800"/>
                    <a:gd name="connsiteY45" fmla="*/ 307075 h 2391740"/>
                    <a:gd name="connsiteX46" fmla="*/ 1068554 w 1618800"/>
                    <a:gd name="connsiteY46" fmla="*/ 304742 h 2391740"/>
                    <a:gd name="connsiteX47" fmla="*/ 1040991 w 1618800"/>
                    <a:gd name="connsiteY47" fmla="*/ 323117 h 2391740"/>
                    <a:gd name="connsiteX48" fmla="*/ 1034136 w 1618800"/>
                    <a:gd name="connsiteY48" fmla="*/ 352868 h 2391740"/>
                    <a:gd name="connsiteX49" fmla="*/ 1018094 w 1618800"/>
                    <a:gd name="connsiteY49" fmla="*/ 352868 h 2391740"/>
                    <a:gd name="connsiteX50" fmla="*/ 1011240 w 1618800"/>
                    <a:gd name="connsiteY50" fmla="*/ 313930 h 2391740"/>
                    <a:gd name="connsiteX51" fmla="*/ 979155 w 1618800"/>
                    <a:gd name="connsiteY51" fmla="*/ 320784 h 2391740"/>
                    <a:gd name="connsiteX52" fmla="*/ 979155 w 1618800"/>
                    <a:gd name="connsiteY52" fmla="*/ 339159 h 2391740"/>
                    <a:gd name="connsiteX53" fmla="*/ 953925 w 1618800"/>
                    <a:gd name="connsiteY53" fmla="*/ 336826 h 2391740"/>
                    <a:gd name="connsiteX54" fmla="*/ 937883 w 1618800"/>
                    <a:gd name="connsiteY54" fmla="*/ 320784 h 2391740"/>
                    <a:gd name="connsiteX55" fmla="*/ 935550 w 1618800"/>
                    <a:gd name="connsiteY55" fmla="*/ 311596 h 2391740"/>
                    <a:gd name="connsiteX56" fmla="*/ 921841 w 1618800"/>
                    <a:gd name="connsiteY56" fmla="*/ 325305 h 2391740"/>
                    <a:gd name="connsiteX57" fmla="*/ 931029 w 1618800"/>
                    <a:gd name="connsiteY57" fmla="*/ 350535 h 2391740"/>
                    <a:gd name="connsiteX58" fmla="*/ 947071 w 1618800"/>
                    <a:gd name="connsiteY58" fmla="*/ 368910 h 2391740"/>
                    <a:gd name="connsiteX59" fmla="*/ 924175 w 1618800"/>
                    <a:gd name="connsiteY59" fmla="*/ 371244 h 2391740"/>
                    <a:gd name="connsiteX60" fmla="*/ 887569 w 1618800"/>
                    <a:gd name="connsiteY60" fmla="*/ 373577 h 2391740"/>
                    <a:gd name="connsiteX61" fmla="*/ 901278 w 1618800"/>
                    <a:gd name="connsiteY61" fmla="*/ 401141 h 2391740"/>
                    <a:gd name="connsiteX62" fmla="*/ 935696 w 1618800"/>
                    <a:gd name="connsiteY62" fmla="*/ 426370 h 2391740"/>
                    <a:gd name="connsiteX63" fmla="*/ 903611 w 1618800"/>
                    <a:gd name="connsiteY63" fmla="*/ 435558 h 2391740"/>
                    <a:gd name="connsiteX64" fmla="*/ 850964 w 1618800"/>
                    <a:gd name="connsiteY64" fmla="*/ 431037 h 2391740"/>
                    <a:gd name="connsiteX65" fmla="*/ 834922 w 1618800"/>
                    <a:gd name="connsiteY65" fmla="*/ 433371 h 2391740"/>
                    <a:gd name="connsiteX66" fmla="*/ 828067 w 1618800"/>
                    <a:gd name="connsiteY66" fmla="*/ 474643 h 2391740"/>
                    <a:gd name="connsiteX67" fmla="*/ 832588 w 1618800"/>
                    <a:gd name="connsiteY67" fmla="*/ 486164 h 2391740"/>
                    <a:gd name="connsiteX68" fmla="*/ 860152 w 1618800"/>
                    <a:gd name="connsiteY68" fmla="*/ 493018 h 2391740"/>
                    <a:gd name="connsiteX69" fmla="*/ 862485 w 1618800"/>
                    <a:gd name="connsiteY69" fmla="*/ 525103 h 2391740"/>
                    <a:gd name="connsiteX70" fmla="*/ 857964 w 1618800"/>
                    <a:gd name="connsiteY70" fmla="*/ 538811 h 2391740"/>
                    <a:gd name="connsiteX71" fmla="*/ 816692 w 1618800"/>
                    <a:gd name="connsiteY71" fmla="*/ 538811 h 2391740"/>
                    <a:gd name="connsiteX72" fmla="*/ 798316 w 1618800"/>
                    <a:gd name="connsiteY72" fmla="*/ 518248 h 2391740"/>
                    <a:gd name="connsiteX73" fmla="*/ 766232 w 1618800"/>
                    <a:gd name="connsiteY73" fmla="*/ 509061 h 2391740"/>
                    <a:gd name="connsiteX74" fmla="*/ 722626 w 1618800"/>
                    <a:gd name="connsiteY74" fmla="*/ 509061 h 2391740"/>
                    <a:gd name="connsiteX75" fmla="*/ 747857 w 1618800"/>
                    <a:gd name="connsiteY75" fmla="*/ 527436 h 2391740"/>
                    <a:gd name="connsiteX76" fmla="*/ 770753 w 1618800"/>
                    <a:gd name="connsiteY76" fmla="*/ 527436 h 2391740"/>
                    <a:gd name="connsiteX77" fmla="*/ 782274 w 1618800"/>
                    <a:gd name="connsiteY77" fmla="*/ 534291 h 2391740"/>
                    <a:gd name="connsiteX78" fmla="*/ 750190 w 1618800"/>
                    <a:gd name="connsiteY78" fmla="*/ 559520 h 2391740"/>
                    <a:gd name="connsiteX79" fmla="*/ 674500 w 1618800"/>
                    <a:gd name="connsiteY79" fmla="*/ 559520 h 2391740"/>
                    <a:gd name="connsiteX80" fmla="*/ 706584 w 1618800"/>
                    <a:gd name="connsiteY80" fmla="*/ 587084 h 2391740"/>
                    <a:gd name="connsiteX81" fmla="*/ 715772 w 1618800"/>
                    <a:gd name="connsiteY81" fmla="*/ 591605 h 2391740"/>
                    <a:gd name="connsiteX82" fmla="*/ 736335 w 1618800"/>
                    <a:gd name="connsiteY82" fmla="*/ 612168 h 2391740"/>
                    <a:gd name="connsiteX83" fmla="*/ 752378 w 1618800"/>
                    <a:gd name="connsiteY83" fmla="*/ 602980 h 2391740"/>
                    <a:gd name="connsiteX84" fmla="*/ 786795 w 1618800"/>
                    <a:gd name="connsiteY84" fmla="*/ 584605 h 2391740"/>
                    <a:gd name="connsiteX85" fmla="*/ 793650 w 1618800"/>
                    <a:gd name="connsiteY85" fmla="*/ 570896 h 2391740"/>
                    <a:gd name="connsiteX86" fmla="*/ 841776 w 1618800"/>
                    <a:gd name="connsiteY86" fmla="*/ 568562 h 2391740"/>
                    <a:gd name="connsiteX87" fmla="*/ 880715 w 1618800"/>
                    <a:gd name="connsiteY87" fmla="*/ 580084 h 2391740"/>
                    <a:gd name="connsiteX88" fmla="*/ 869194 w 1618800"/>
                    <a:gd name="connsiteY88" fmla="*/ 600647 h 2391740"/>
                    <a:gd name="connsiteX89" fmla="*/ 839443 w 1618800"/>
                    <a:gd name="connsiteY89" fmla="*/ 614355 h 2391740"/>
                    <a:gd name="connsiteX90" fmla="*/ 798171 w 1618800"/>
                    <a:gd name="connsiteY90" fmla="*/ 623543 h 2391740"/>
                    <a:gd name="connsiteX91" fmla="*/ 800504 w 1618800"/>
                    <a:gd name="connsiteY91" fmla="*/ 676191 h 2391740"/>
                    <a:gd name="connsiteX92" fmla="*/ 743190 w 1618800"/>
                    <a:gd name="connsiteY92" fmla="*/ 692233 h 2391740"/>
                    <a:gd name="connsiteX93" fmla="*/ 731669 w 1618800"/>
                    <a:gd name="connsiteY93" fmla="*/ 712796 h 2391740"/>
                    <a:gd name="connsiteX94" fmla="*/ 740856 w 1618800"/>
                    <a:gd name="connsiteY94" fmla="*/ 724317 h 2391740"/>
                    <a:gd name="connsiteX95" fmla="*/ 772941 w 1618800"/>
                    <a:gd name="connsiteY95" fmla="*/ 721984 h 2391740"/>
                    <a:gd name="connsiteX96" fmla="*/ 763753 w 1618800"/>
                    <a:gd name="connsiteY96" fmla="*/ 733505 h 2391740"/>
                    <a:gd name="connsiteX97" fmla="*/ 763753 w 1618800"/>
                    <a:gd name="connsiteY97" fmla="*/ 754068 h 2391740"/>
                    <a:gd name="connsiteX98" fmla="*/ 715626 w 1618800"/>
                    <a:gd name="connsiteY98" fmla="*/ 779298 h 2391740"/>
                    <a:gd name="connsiteX99" fmla="*/ 715626 w 1618800"/>
                    <a:gd name="connsiteY99" fmla="*/ 811382 h 2391740"/>
                    <a:gd name="connsiteX100" fmla="*/ 734002 w 1618800"/>
                    <a:gd name="connsiteY100" fmla="*/ 818237 h 2391740"/>
                    <a:gd name="connsiteX101" fmla="*/ 740856 w 1618800"/>
                    <a:gd name="connsiteY101" fmla="*/ 845800 h 2391740"/>
                    <a:gd name="connsiteX102" fmla="*/ 692730 w 1618800"/>
                    <a:gd name="connsiteY102" fmla="*/ 861842 h 2391740"/>
                    <a:gd name="connsiteX103" fmla="*/ 653791 w 1618800"/>
                    <a:gd name="connsiteY103" fmla="*/ 898448 h 2391740"/>
                    <a:gd name="connsiteX104" fmla="*/ 624040 w 1618800"/>
                    <a:gd name="connsiteY104" fmla="*/ 939720 h 2391740"/>
                    <a:gd name="connsiteX105" fmla="*/ 628561 w 1618800"/>
                    <a:gd name="connsiteY105" fmla="*/ 964950 h 2391740"/>
                    <a:gd name="connsiteX106" fmla="*/ 642270 w 1618800"/>
                    <a:gd name="connsiteY106" fmla="*/ 987846 h 2391740"/>
                    <a:gd name="connsiteX107" fmla="*/ 628561 w 1618800"/>
                    <a:gd name="connsiteY107" fmla="*/ 994701 h 2391740"/>
                    <a:gd name="connsiteX108" fmla="*/ 589622 w 1618800"/>
                    <a:gd name="connsiteY108" fmla="*/ 1024452 h 2391740"/>
                    <a:gd name="connsiteX109" fmla="*/ 610186 w 1618800"/>
                    <a:gd name="connsiteY109" fmla="*/ 1049682 h 2391740"/>
                    <a:gd name="connsiteX110" fmla="*/ 610186 w 1618800"/>
                    <a:gd name="connsiteY110" fmla="*/ 1079432 h 2391740"/>
                    <a:gd name="connsiteX111" fmla="*/ 594143 w 1618800"/>
                    <a:gd name="connsiteY111" fmla="*/ 1106996 h 2391740"/>
                    <a:gd name="connsiteX112" fmla="*/ 594143 w 1618800"/>
                    <a:gd name="connsiteY112" fmla="*/ 1132226 h 2391740"/>
                    <a:gd name="connsiteX113" fmla="*/ 605665 w 1618800"/>
                    <a:gd name="connsiteY113" fmla="*/ 1150601 h 2391740"/>
                    <a:gd name="connsiteX114" fmla="*/ 610186 w 1618800"/>
                    <a:gd name="connsiteY114" fmla="*/ 1168977 h 2391740"/>
                    <a:gd name="connsiteX115" fmla="*/ 543684 w 1618800"/>
                    <a:gd name="connsiteY115" fmla="*/ 1189540 h 2391740"/>
                    <a:gd name="connsiteX116" fmla="*/ 516120 w 1618800"/>
                    <a:gd name="connsiteY116" fmla="*/ 1210103 h 2391740"/>
                    <a:gd name="connsiteX117" fmla="*/ 516120 w 1618800"/>
                    <a:gd name="connsiteY117" fmla="*/ 1226145 h 2391740"/>
                    <a:gd name="connsiteX118" fmla="*/ 529829 w 1618800"/>
                    <a:gd name="connsiteY118" fmla="*/ 1237666 h 2391740"/>
                    <a:gd name="connsiteX119" fmla="*/ 522975 w 1618800"/>
                    <a:gd name="connsiteY119" fmla="*/ 1274272 h 2391740"/>
                    <a:gd name="connsiteX120" fmla="*/ 511453 w 1618800"/>
                    <a:gd name="connsiteY120" fmla="*/ 1306356 h 2391740"/>
                    <a:gd name="connsiteX121" fmla="*/ 486223 w 1618800"/>
                    <a:gd name="connsiteY121" fmla="*/ 1308690 h 2391740"/>
                    <a:gd name="connsiteX122" fmla="*/ 467848 w 1618800"/>
                    <a:gd name="connsiteY122" fmla="*/ 1304169 h 2391740"/>
                    <a:gd name="connsiteX123" fmla="*/ 442618 w 1618800"/>
                    <a:gd name="connsiteY123" fmla="*/ 1345441 h 2391740"/>
                    <a:gd name="connsiteX124" fmla="*/ 433430 w 1618800"/>
                    <a:gd name="connsiteY124" fmla="*/ 1386713 h 2391740"/>
                    <a:gd name="connsiteX125" fmla="*/ 426576 w 1618800"/>
                    <a:gd name="connsiteY125" fmla="*/ 1407276 h 2391740"/>
                    <a:gd name="connsiteX126" fmla="*/ 408200 w 1618800"/>
                    <a:gd name="connsiteY126" fmla="*/ 1411797 h 2391740"/>
                    <a:gd name="connsiteX127" fmla="*/ 405867 w 1618800"/>
                    <a:gd name="connsiteY127" fmla="*/ 1423318 h 2391740"/>
                    <a:gd name="connsiteX128" fmla="*/ 444806 w 1618800"/>
                    <a:gd name="connsiteY128" fmla="*/ 1448548 h 2391740"/>
                    <a:gd name="connsiteX129" fmla="*/ 486078 w 1618800"/>
                    <a:gd name="connsiteY129" fmla="*/ 1444027 h 2391740"/>
                    <a:gd name="connsiteX130" fmla="*/ 476890 w 1618800"/>
                    <a:gd name="connsiteY130" fmla="*/ 1464590 h 2391740"/>
                    <a:gd name="connsiteX131" fmla="*/ 435618 w 1618800"/>
                    <a:gd name="connsiteY131" fmla="*/ 1478299 h 2391740"/>
                    <a:gd name="connsiteX132" fmla="*/ 421909 w 1618800"/>
                    <a:gd name="connsiteY132" fmla="*/ 1478299 h 2391740"/>
                    <a:gd name="connsiteX133" fmla="*/ 401346 w 1618800"/>
                    <a:gd name="connsiteY133" fmla="*/ 1459923 h 2391740"/>
                    <a:gd name="connsiteX134" fmla="*/ 399012 w 1618800"/>
                    <a:gd name="connsiteY134" fmla="*/ 1446215 h 2391740"/>
                    <a:gd name="connsiteX135" fmla="*/ 364595 w 1618800"/>
                    <a:gd name="connsiteY135" fmla="*/ 1443881 h 2391740"/>
                    <a:gd name="connsiteX136" fmla="*/ 362261 w 1618800"/>
                    <a:gd name="connsiteY136" fmla="*/ 1469111 h 2391740"/>
                    <a:gd name="connsiteX137" fmla="*/ 350740 w 1618800"/>
                    <a:gd name="connsiteY137" fmla="*/ 1487487 h 2391740"/>
                    <a:gd name="connsiteX138" fmla="*/ 341552 w 1618800"/>
                    <a:gd name="connsiteY138" fmla="*/ 1487487 h 2391740"/>
                    <a:gd name="connsiteX139" fmla="*/ 325510 w 1618800"/>
                    <a:gd name="connsiteY139" fmla="*/ 1485153 h 2391740"/>
                    <a:gd name="connsiteX140" fmla="*/ 302614 w 1618800"/>
                    <a:gd name="connsiteY140" fmla="*/ 1498862 h 2391740"/>
                    <a:gd name="connsiteX141" fmla="*/ 300280 w 1618800"/>
                    <a:gd name="connsiteY141" fmla="*/ 1510383 h 2391740"/>
                    <a:gd name="connsiteX142" fmla="*/ 295759 w 1618800"/>
                    <a:gd name="connsiteY142" fmla="*/ 1553989 h 2391740"/>
                    <a:gd name="connsiteX143" fmla="*/ 268196 w 1618800"/>
                    <a:gd name="connsiteY143" fmla="*/ 1553989 h 2391740"/>
                    <a:gd name="connsiteX144" fmla="*/ 240632 w 1618800"/>
                    <a:gd name="connsiteY144" fmla="*/ 1551655 h 2391740"/>
                    <a:gd name="connsiteX145" fmla="*/ 222257 w 1618800"/>
                    <a:gd name="connsiteY145" fmla="*/ 1551655 h 2391740"/>
                    <a:gd name="connsiteX146" fmla="*/ 192506 w 1618800"/>
                    <a:gd name="connsiteY146" fmla="*/ 1556176 h 2391740"/>
                    <a:gd name="connsiteX147" fmla="*/ 183318 w 1618800"/>
                    <a:gd name="connsiteY147" fmla="*/ 1569885 h 2391740"/>
                    <a:gd name="connsiteX148" fmla="*/ 190172 w 1618800"/>
                    <a:gd name="connsiteY148" fmla="*/ 1592782 h 2391740"/>
                    <a:gd name="connsiteX149" fmla="*/ 213069 w 1618800"/>
                    <a:gd name="connsiteY149" fmla="*/ 1604303 h 2391740"/>
                    <a:gd name="connsiteX150" fmla="*/ 217590 w 1618800"/>
                    <a:gd name="connsiteY150" fmla="*/ 1622678 h 2391740"/>
                    <a:gd name="connsiteX151" fmla="*/ 215257 w 1618800"/>
                    <a:gd name="connsiteY151" fmla="*/ 1636387 h 2391740"/>
                    <a:gd name="connsiteX152" fmla="*/ 185506 w 1618800"/>
                    <a:gd name="connsiteY152" fmla="*/ 1636387 h 2391740"/>
                    <a:gd name="connsiteX153" fmla="*/ 167130 w 1618800"/>
                    <a:gd name="connsiteY153" fmla="*/ 1638721 h 2391740"/>
                    <a:gd name="connsiteX154" fmla="*/ 144234 w 1618800"/>
                    <a:gd name="connsiteY154" fmla="*/ 1638721 h 2391740"/>
                    <a:gd name="connsiteX155" fmla="*/ 135046 w 1618800"/>
                    <a:gd name="connsiteY155" fmla="*/ 1652429 h 2391740"/>
                    <a:gd name="connsiteX156" fmla="*/ 137379 w 1618800"/>
                    <a:gd name="connsiteY156" fmla="*/ 1684514 h 2391740"/>
                    <a:gd name="connsiteX157" fmla="*/ 125858 w 1618800"/>
                    <a:gd name="connsiteY157" fmla="*/ 1698222 h 2391740"/>
                    <a:gd name="connsiteX158" fmla="*/ 102962 w 1618800"/>
                    <a:gd name="connsiteY158" fmla="*/ 1698222 h 2391740"/>
                    <a:gd name="connsiteX159" fmla="*/ 54835 w 1618800"/>
                    <a:gd name="connsiteY159" fmla="*/ 1693702 h 2391740"/>
                    <a:gd name="connsiteX160" fmla="*/ 34272 w 1618800"/>
                    <a:gd name="connsiteY160" fmla="*/ 1689181 h 2391740"/>
                    <a:gd name="connsiteX161" fmla="*/ 25084 w 1618800"/>
                    <a:gd name="connsiteY161" fmla="*/ 1696035 h 2391740"/>
                    <a:gd name="connsiteX162" fmla="*/ 25084 w 1618800"/>
                    <a:gd name="connsiteY162" fmla="*/ 1716598 h 2391740"/>
                    <a:gd name="connsiteX163" fmla="*/ 41126 w 1618800"/>
                    <a:gd name="connsiteY163" fmla="*/ 1728119 h 2391740"/>
                    <a:gd name="connsiteX164" fmla="*/ 66356 w 1618800"/>
                    <a:gd name="connsiteY164" fmla="*/ 1746495 h 2391740"/>
                    <a:gd name="connsiteX165" fmla="*/ 29751 w 1618800"/>
                    <a:gd name="connsiteY165" fmla="*/ 1753349 h 2391740"/>
                    <a:gd name="connsiteX166" fmla="*/ 25230 w 1618800"/>
                    <a:gd name="connsiteY166" fmla="*/ 1780913 h 2391740"/>
                    <a:gd name="connsiteX167" fmla="*/ 25230 w 1618800"/>
                    <a:gd name="connsiteY167" fmla="*/ 1790100 h 2391740"/>
                    <a:gd name="connsiteX168" fmla="*/ 34418 w 1618800"/>
                    <a:gd name="connsiteY168" fmla="*/ 1806143 h 2391740"/>
                    <a:gd name="connsiteX169" fmla="*/ 38939 w 1618800"/>
                    <a:gd name="connsiteY169" fmla="*/ 1822185 h 2391740"/>
                    <a:gd name="connsiteX170" fmla="*/ 0 w 1618800"/>
                    <a:gd name="connsiteY170" fmla="*/ 1826706 h 2391740"/>
                    <a:gd name="connsiteX171" fmla="*/ 4521 w 1618800"/>
                    <a:gd name="connsiteY171" fmla="*/ 1854269 h 2391740"/>
                    <a:gd name="connsiteX172" fmla="*/ 48126 w 1618800"/>
                    <a:gd name="connsiteY172" fmla="*/ 1861123 h 2391740"/>
                    <a:gd name="connsiteX173" fmla="*/ 68690 w 1618800"/>
                    <a:gd name="connsiteY173" fmla="*/ 1888687 h 2391740"/>
                    <a:gd name="connsiteX174" fmla="*/ 13709 w 1618800"/>
                    <a:gd name="connsiteY174" fmla="*/ 1888687 h 2391740"/>
                    <a:gd name="connsiteX175" fmla="*/ 13709 w 1618800"/>
                    <a:gd name="connsiteY175" fmla="*/ 1911583 h 2391740"/>
                    <a:gd name="connsiteX176" fmla="*/ 4521 w 1618800"/>
                    <a:gd name="connsiteY176" fmla="*/ 1936813 h 2391740"/>
                    <a:gd name="connsiteX177" fmla="*/ 2187 w 1618800"/>
                    <a:gd name="connsiteY177" fmla="*/ 1955189 h 2391740"/>
                    <a:gd name="connsiteX178" fmla="*/ 15896 w 1618800"/>
                    <a:gd name="connsiteY178" fmla="*/ 1959710 h 2391740"/>
                    <a:gd name="connsiteX179" fmla="*/ 41126 w 1618800"/>
                    <a:gd name="connsiteY179" fmla="*/ 1952855 h 2391740"/>
                    <a:gd name="connsiteX180" fmla="*/ 45647 w 1618800"/>
                    <a:gd name="connsiteY180" fmla="*/ 1971231 h 2391740"/>
                    <a:gd name="connsiteX181" fmla="*/ 29605 w 1618800"/>
                    <a:gd name="connsiteY181" fmla="*/ 1982752 h 2391740"/>
                    <a:gd name="connsiteX182" fmla="*/ 25084 w 1618800"/>
                    <a:gd name="connsiteY182" fmla="*/ 2003315 h 2391740"/>
                    <a:gd name="connsiteX183" fmla="*/ 29605 w 1618800"/>
                    <a:gd name="connsiteY183" fmla="*/ 2017024 h 2391740"/>
                    <a:gd name="connsiteX184" fmla="*/ 54835 w 1618800"/>
                    <a:gd name="connsiteY184" fmla="*/ 2028545 h 2391740"/>
                    <a:gd name="connsiteX185" fmla="*/ 66356 w 1618800"/>
                    <a:gd name="connsiteY185" fmla="*/ 2035400 h 2391740"/>
                    <a:gd name="connsiteX186" fmla="*/ 86919 w 1618800"/>
                    <a:gd name="connsiteY186" fmla="*/ 2049108 h 2391740"/>
                    <a:gd name="connsiteX187" fmla="*/ 112149 w 1618800"/>
                    <a:gd name="connsiteY187" fmla="*/ 2028545 h 2391740"/>
                    <a:gd name="connsiteX188" fmla="*/ 114483 w 1618800"/>
                    <a:gd name="connsiteY188" fmla="*/ 2046921 h 2391740"/>
                    <a:gd name="connsiteX189" fmla="*/ 100774 w 1618800"/>
                    <a:gd name="connsiteY189" fmla="*/ 2053775 h 2391740"/>
                    <a:gd name="connsiteX190" fmla="*/ 84732 w 1618800"/>
                    <a:gd name="connsiteY190" fmla="*/ 2065296 h 2391740"/>
                    <a:gd name="connsiteX191" fmla="*/ 73210 w 1618800"/>
                    <a:gd name="connsiteY191" fmla="*/ 2079005 h 2391740"/>
                    <a:gd name="connsiteX192" fmla="*/ 70877 w 1618800"/>
                    <a:gd name="connsiteY192" fmla="*/ 2088193 h 2391740"/>
                    <a:gd name="connsiteX193" fmla="*/ 73210 w 1618800"/>
                    <a:gd name="connsiteY193" fmla="*/ 2097381 h 2391740"/>
                    <a:gd name="connsiteX194" fmla="*/ 73210 w 1618800"/>
                    <a:gd name="connsiteY194" fmla="*/ 2111090 h 2391740"/>
                    <a:gd name="connsiteX195" fmla="*/ 64023 w 1618800"/>
                    <a:gd name="connsiteY195" fmla="*/ 2120277 h 2391740"/>
                    <a:gd name="connsiteX196" fmla="*/ 27417 w 1618800"/>
                    <a:gd name="connsiteY196" fmla="*/ 2133986 h 2391740"/>
                    <a:gd name="connsiteX197" fmla="*/ 27417 w 1618800"/>
                    <a:gd name="connsiteY197" fmla="*/ 2175258 h 2391740"/>
                    <a:gd name="connsiteX198" fmla="*/ 36605 w 1618800"/>
                    <a:gd name="connsiteY198" fmla="*/ 2184446 h 2391740"/>
                    <a:gd name="connsiteX199" fmla="*/ 66356 w 1618800"/>
                    <a:gd name="connsiteY199" fmla="*/ 2182113 h 2391740"/>
                    <a:gd name="connsiteX200" fmla="*/ 107628 w 1618800"/>
                    <a:gd name="connsiteY200" fmla="*/ 2175258 h 2391740"/>
                    <a:gd name="connsiteX201" fmla="*/ 107628 w 1618800"/>
                    <a:gd name="connsiteY201" fmla="*/ 2198155 h 2391740"/>
                    <a:gd name="connsiteX202" fmla="*/ 107628 w 1618800"/>
                    <a:gd name="connsiteY202" fmla="*/ 2234760 h 2391740"/>
                    <a:gd name="connsiteX203" fmla="*/ 103107 w 1618800"/>
                    <a:gd name="connsiteY203" fmla="*/ 2253136 h 2391740"/>
                    <a:gd name="connsiteX204" fmla="*/ 54981 w 1618800"/>
                    <a:gd name="connsiteY204" fmla="*/ 2241614 h 2391740"/>
                    <a:gd name="connsiteX205" fmla="*/ 32084 w 1618800"/>
                    <a:gd name="connsiteY205" fmla="*/ 2230093 h 2391740"/>
                    <a:gd name="connsiteX206" fmla="*/ 34418 w 1618800"/>
                    <a:gd name="connsiteY206" fmla="*/ 2266699 h 2391740"/>
                    <a:gd name="connsiteX207" fmla="*/ 48126 w 1618800"/>
                    <a:gd name="connsiteY207" fmla="*/ 2289595 h 2391740"/>
                    <a:gd name="connsiteX208" fmla="*/ 73356 w 1618800"/>
                    <a:gd name="connsiteY208" fmla="*/ 2307971 h 2391740"/>
                    <a:gd name="connsiteX209" fmla="*/ 100920 w 1618800"/>
                    <a:gd name="connsiteY209" fmla="*/ 2330867 h 2391740"/>
                    <a:gd name="connsiteX210" fmla="*/ 119295 w 1618800"/>
                    <a:gd name="connsiteY210" fmla="*/ 2349243 h 2391740"/>
                    <a:gd name="connsiteX211" fmla="*/ 126150 w 1618800"/>
                    <a:gd name="connsiteY211" fmla="*/ 2376806 h 2391740"/>
                    <a:gd name="connsiteX212" fmla="*/ 126150 w 1618800"/>
                    <a:gd name="connsiteY212" fmla="*/ 2385994 h 2391740"/>
                    <a:gd name="connsiteX213" fmla="*/ 162755 w 1618800"/>
                    <a:gd name="connsiteY213" fmla="*/ 2390515 h 2391740"/>
                    <a:gd name="connsiteX214" fmla="*/ 197173 w 1618800"/>
                    <a:gd name="connsiteY214" fmla="*/ 2395036 h 2391740"/>
                    <a:gd name="connsiteX215" fmla="*/ 224736 w 1618800"/>
                    <a:gd name="connsiteY215" fmla="*/ 2397369 h 2391740"/>
                    <a:gd name="connsiteX216" fmla="*/ 256821 w 1618800"/>
                    <a:gd name="connsiteY216" fmla="*/ 2392848 h 2391740"/>
                    <a:gd name="connsiteX217" fmla="*/ 298092 w 1618800"/>
                    <a:gd name="connsiteY217" fmla="*/ 2376806 h 2391740"/>
                    <a:gd name="connsiteX218" fmla="*/ 337031 w 1618800"/>
                    <a:gd name="connsiteY218" fmla="*/ 2337868 h 2391740"/>
                    <a:gd name="connsiteX219" fmla="*/ 378303 w 1618800"/>
                    <a:gd name="connsiteY219" fmla="*/ 2253136 h 2391740"/>
                    <a:gd name="connsiteX220" fmla="*/ 426430 w 1618800"/>
                    <a:gd name="connsiteY220" fmla="*/ 2234760 h 2391740"/>
                    <a:gd name="connsiteX221" fmla="*/ 488265 w 1618800"/>
                    <a:gd name="connsiteY221" fmla="*/ 2218718 h 2391740"/>
                    <a:gd name="connsiteX222" fmla="*/ 488265 w 1618800"/>
                    <a:gd name="connsiteY222" fmla="*/ 2184300 h 2391740"/>
                    <a:gd name="connsiteX223" fmla="*/ 488265 w 1618800"/>
                    <a:gd name="connsiteY223" fmla="*/ 2154549 h 2391740"/>
                    <a:gd name="connsiteX224" fmla="*/ 488265 w 1618800"/>
                    <a:gd name="connsiteY224" fmla="*/ 2117944 h 2391740"/>
                    <a:gd name="connsiteX225" fmla="*/ 499786 w 1618800"/>
                    <a:gd name="connsiteY225" fmla="*/ 2113423 h 2391740"/>
                    <a:gd name="connsiteX226" fmla="*/ 522683 w 1618800"/>
                    <a:gd name="connsiteY226" fmla="*/ 2140986 h 2391740"/>
                    <a:gd name="connsiteX227" fmla="*/ 527204 w 1618800"/>
                    <a:gd name="connsiteY227" fmla="*/ 2184592 h 2391740"/>
                    <a:gd name="connsiteX228" fmla="*/ 538725 w 1618800"/>
                    <a:gd name="connsiteY228" fmla="*/ 2200634 h 2391740"/>
                    <a:gd name="connsiteX229" fmla="*/ 557101 w 1618800"/>
                    <a:gd name="connsiteY229" fmla="*/ 2214343 h 2391740"/>
                    <a:gd name="connsiteX230" fmla="*/ 579997 w 1618800"/>
                    <a:gd name="connsiteY230" fmla="*/ 2221197 h 2391740"/>
                    <a:gd name="connsiteX231" fmla="*/ 598373 w 1618800"/>
                    <a:gd name="connsiteY231" fmla="*/ 2237239 h 2391740"/>
                    <a:gd name="connsiteX232" fmla="*/ 628124 w 1618800"/>
                    <a:gd name="connsiteY232" fmla="*/ 2198301 h 2391740"/>
                    <a:gd name="connsiteX233" fmla="*/ 614415 w 1618800"/>
                    <a:gd name="connsiteY233" fmla="*/ 2163883 h 2391740"/>
                    <a:gd name="connsiteX234" fmla="*/ 609894 w 1618800"/>
                    <a:gd name="connsiteY234" fmla="*/ 2111235 h 2391740"/>
                    <a:gd name="connsiteX235" fmla="*/ 625936 w 1618800"/>
                    <a:gd name="connsiteY235" fmla="*/ 2074630 h 2391740"/>
                    <a:gd name="connsiteX236" fmla="*/ 644312 w 1618800"/>
                    <a:gd name="connsiteY236" fmla="*/ 2058588 h 2391740"/>
                    <a:gd name="connsiteX237" fmla="*/ 669542 w 1618800"/>
                    <a:gd name="connsiteY237" fmla="*/ 1960002 h 2391740"/>
                    <a:gd name="connsiteX238" fmla="*/ 646645 w 1618800"/>
                    <a:gd name="connsiteY238" fmla="*/ 1918729 h 2391740"/>
                    <a:gd name="connsiteX239" fmla="*/ 630603 w 1618800"/>
                    <a:gd name="connsiteY239" fmla="*/ 1879791 h 2391740"/>
                    <a:gd name="connsiteX240" fmla="*/ 658166 w 1618800"/>
                    <a:gd name="connsiteY240" fmla="*/ 1879791 h 2391740"/>
                    <a:gd name="connsiteX241" fmla="*/ 671875 w 1618800"/>
                    <a:gd name="connsiteY241" fmla="*/ 1820143 h 2391740"/>
                    <a:gd name="connsiteX242" fmla="*/ 671875 w 1618800"/>
                    <a:gd name="connsiteY242" fmla="*/ 1788059 h 2391740"/>
                    <a:gd name="connsiteX243" fmla="*/ 612227 w 1618800"/>
                    <a:gd name="connsiteY243" fmla="*/ 1749120 h 2391740"/>
                    <a:gd name="connsiteX244" fmla="*/ 625936 w 1618800"/>
                    <a:gd name="connsiteY244" fmla="*/ 1719369 h 2391740"/>
                    <a:gd name="connsiteX245" fmla="*/ 589331 w 1618800"/>
                    <a:gd name="connsiteY245" fmla="*/ 1529196 h 2391740"/>
                    <a:gd name="connsiteX246" fmla="*/ 600852 w 1618800"/>
                    <a:gd name="connsiteY246" fmla="*/ 1467361 h 2391740"/>
                    <a:gd name="connsiteX247" fmla="*/ 607706 w 1618800"/>
                    <a:gd name="connsiteY247" fmla="*/ 1412380 h 2391740"/>
                    <a:gd name="connsiteX248" fmla="*/ 623748 w 1618800"/>
                    <a:gd name="connsiteY248" fmla="*/ 1382629 h 2391740"/>
                    <a:gd name="connsiteX249" fmla="*/ 658166 w 1618800"/>
                    <a:gd name="connsiteY249" fmla="*/ 1366587 h 2391740"/>
                    <a:gd name="connsiteX250" fmla="*/ 752086 w 1618800"/>
                    <a:gd name="connsiteY250" fmla="*/ 1366587 h 2391740"/>
                    <a:gd name="connsiteX251" fmla="*/ 754419 w 1618800"/>
                    <a:gd name="connsiteY251" fmla="*/ 1304752 h 2391740"/>
                    <a:gd name="connsiteX252" fmla="*/ 731523 w 1618800"/>
                    <a:gd name="connsiteY252" fmla="*/ 1286376 h 2391740"/>
                    <a:gd name="connsiteX253" fmla="*/ 710960 w 1618800"/>
                    <a:gd name="connsiteY253" fmla="*/ 1247438 h 2391740"/>
                    <a:gd name="connsiteX254" fmla="*/ 761419 w 1618800"/>
                    <a:gd name="connsiteY254" fmla="*/ 1141997 h 2391740"/>
                    <a:gd name="connsiteX255" fmla="*/ 731669 w 1618800"/>
                    <a:gd name="connsiteY255" fmla="*/ 1018181 h 2391740"/>
                    <a:gd name="connsiteX256" fmla="*/ 777462 w 1618800"/>
                    <a:gd name="connsiteY256" fmla="*/ 999805 h 2391740"/>
                    <a:gd name="connsiteX257" fmla="*/ 802692 w 1618800"/>
                    <a:gd name="connsiteY257" fmla="*/ 990617 h 2391740"/>
                    <a:gd name="connsiteX258" fmla="*/ 802692 w 1618800"/>
                    <a:gd name="connsiteY258" fmla="*/ 972242 h 2391740"/>
                    <a:gd name="connsiteX259" fmla="*/ 786649 w 1618800"/>
                    <a:gd name="connsiteY259" fmla="*/ 956199 h 2391740"/>
                    <a:gd name="connsiteX260" fmla="*/ 788983 w 1618800"/>
                    <a:gd name="connsiteY260" fmla="*/ 928636 h 2391740"/>
                    <a:gd name="connsiteX261" fmla="*/ 827921 w 1618800"/>
                    <a:gd name="connsiteY261" fmla="*/ 892031 h 2391740"/>
                    <a:gd name="connsiteX262" fmla="*/ 843964 w 1618800"/>
                    <a:gd name="connsiteY262" fmla="*/ 853092 h 2391740"/>
                    <a:gd name="connsiteX263" fmla="*/ 841630 w 1618800"/>
                    <a:gd name="connsiteY263" fmla="*/ 827862 h 2391740"/>
                    <a:gd name="connsiteX264" fmla="*/ 823255 w 1618800"/>
                    <a:gd name="connsiteY264" fmla="*/ 770548 h 2391740"/>
                    <a:gd name="connsiteX265" fmla="*/ 857673 w 1618800"/>
                    <a:gd name="connsiteY265" fmla="*/ 681149 h 2391740"/>
                    <a:gd name="connsiteX266" fmla="*/ 901278 w 1618800"/>
                    <a:gd name="connsiteY266" fmla="*/ 667440 h 2391740"/>
                    <a:gd name="connsiteX267" fmla="*/ 937883 w 1618800"/>
                    <a:gd name="connsiteY267" fmla="*/ 665107 h 2391740"/>
                    <a:gd name="connsiteX268" fmla="*/ 937883 w 1618800"/>
                    <a:gd name="connsiteY268" fmla="*/ 651398 h 2391740"/>
                    <a:gd name="connsiteX269" fmla="*/ 937883 w 1618800"/>
                    <a:gd name="connsiteY269" fmla="*/ 605605 h 2391740"/>
                    <a:gd name="connsiteX270" fmla="*/ 949404 w 1618800"/>
                    <a:gd name="connsiteY270" fmla="*/ 571187 h 2391740"/>
                    <a:gd name="connsiteX271" fmla="*/ 983822 w 1618800"/>
                    <a:gd name="connsiteY271" fmla="*/ 571187 h 2391740"/>
                    <a:gd name="connsiteX272" fmla="*/ 1043470 w 1618800"/>
                    <a:gd name="connsiteY272" fmla="*/ 580375 h 2391740"/>
                    <a:gd name="connsiteX273" fmla="*/ 1057179 w 1618800"/>
                    <a:gd name="connsiteY273" fmla="*/ 571187 h 2391740"/>
                    <a:gd name="connsiteX274" fmla="*/ 1052658 w 1618800"/>
                    <a:gd name="connsiteY274" fmla="*/ 525394 h 2391740"/>
                    <a:gd name="connsiteX275" fmla="*/ 1034282 w 1618800"/>
                    <a:gd name="connsiteY275" fmla="*/ 493310 h 2391740"/>
                    <a:gd name="connsiteX276" fmla="*/ 1025094 w 1618800"/>
                    <a:gd name="connsiteY276" fmla="*/ 456705 h 2391740"/>
                    <a:gd name="connsiteX277" fmla="*/ 1080075 w 1618800"/>
                    <a:gd name="connsiteY277" fmla="*/ 449850 h 2391740"/>
                    <a:gd name="connsiteX278" fmla="*/ 1102972 w 1618800"/>
                    <a:gd name="connsiteY278" fmla="*/ 470414 h 2391740"/>
                    <a:gd name="connsiteX279" fmla="*/ 1098451 w 1618800"/>
                    <a:gd name="connsiteY279" fmla="*/ 435996 h 2391740"/>
                    <a:gd name="connsiteX280" fmla="*/ 1082409 w 1618800"/>
                    <a:gd name="connsiteY280" fmla="*/ 422287 h 2391740"/>
                    <a:gd name="connsiteX281" fmla="*/ 1091596 w 1618800"/>
                    <a:gd name="connsiteY281" fmla="*/ 406245 h 2391740"/>
                    <a:gd name="connsiteX282" fmla="*/ 1128202 w 1618800"/>
                    <a:gd name="connsiteY282" fmla="*/ 397057 h 2391740"/>
                    <a:gd name="connsiteX283" fmla="*/ 1160286 w 1618800"/>
                    <a:gd name="connsiteY283" fmla="*/ 435996 h 2391740"/>
                    <a:gd name="connsiteX284" fmla="*/ 1183183 w 1618800"/>
                    <a:gd name="connsiteY284" fmla="*/ 481789 h 2391740"/>
                    <a:gd name="connsiteX285" fmla="*/ 1210746 w 1618800"/>
                    <a:gd name="connsiteY285" fmla="*/ 481789 h 2391740"/>
                    <a:gd name="connsiteX286" fmla="*/ 1252018 w 1618800"/>
                    <a:gd name="connsiteY286" fmla="*/ 474935 h 2391740"/>
                    <a:gd name="connsiteX287" fmla="*/ 1263539 w 1618800"/>
                    <a:gd name="connsiteY287" fmla="*/ 461226 h 2391740"/>
                    <a:gd name="connsiteX288" fmla="*/ 1268060 w 1618800"/>
                    <a:gd name="connsiteY288" fmla="*/ 440663 h 2391740"/>
                    <a:gd name="connsiteX289" fmla="*/ 1320708 w 1618800"/>
                    <a:gd name="connsiteY289" fmla="*/ 459038 h 2391740"/>
                    <a:gd name="connsiteX290" fmla="*/ 1355126 w 1618800"/>
                    <a:gd name="connsiteY290" fmla="*/ 481935 h 2391740"/>
                    <a:gd name="connsiteX291" fmla="*/ 1375689 w 1618800"/>
                    <a:gd name="connsiteY291" fmla="*/ 438329 h 2391740"/>
                    <a:gd name="connsiteX292" fmla="*/ 1378022 w 1618800"/>
                    <a:gd name="connsiteY292" fmla="*/ 369640 h 2391740"/>
                    <a:gd name="connsiteX293" fmla="*/ 1359646 w 1618800"/>
                    <a:gd name="connsiteY293" fmla="*/ 342076 h 2391740"/>
                    <a:gd name="connsiteX294" fmla="*/ 1380210 w 1618800"/>
                    <a:gd name="connsiteY294" fmla="*/ 293950 h 2391740"/>
                    <a:gd name="connsiteX295" fmla="*/ 1384731 w 1618800"/>
                    <a:gd name="connsiteY295" fmla="*/ 243490 h 2391740"/>
                    <a:gd name="connsiteX296" fmla="*/ 1432857 w 1618800"/>
                    <a:gd name="connsiteY296" fmla="*/ 215926 h 2391740"/>
                    <a:gd name="connsiteX297" fmla="*/ 1467275 w 1618800"/>
                    <a:gd name="connsiteY297" fmla="*/ 186176 h 2391740"/>
                    <a:gd name="connsiteX298" fmla="*/ 1501693 w 1618800"/>
                    <a:gd name="connsiteY298" fmla="*/ 220593 h 2391740"/>
                    <a:gd name="connsiteX299" fmla="*/ 1549819 w 1618800"/>
                    <a:gd name="connsiteY299" fmla="*/ 234302 h 2391740"/>
                    <a:gd name="connsiteX300" fmla="*/ 1547486 w 1618800"/>
                    <a:gd name="connsiteY300" fmla="*/ 298471 h 2391740"/>
                    <a:gd name="connsiteX301" fmla="*/ 1579132 w 1618800"/>
                    <a:gd name="connsiteY301" fmla="*/ 338868 h 2391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</a:cxnLst>
                  <a:rect l="l" t="t" r="r" b="b"/>
                  <a:pathLst>
                    <a:path w="1618800" h="2391740">
                      <a:moveTo>
                        <a:pt x="1579132" y="338868"/>
                      </a:moveTo>
                      <a:lnTo>
                        <a:pt x="1592841" y="302262"/>
                      </a:lnTo>
                      <a:lnTo>
                        <a:pt x="1574466" y="260990"/>
                      </a:lnTo>
                      <a:lnTo>
                        <a:pt x="1624926" y="215197"/>
                      </a:lnTo>
                      <a:lnTo>
                        <a:pt x="1624926" y="164737"/>
                      </a:lnTo>
                      <a:lnTo>
                        <a:pt x="1569945" y="164737"/>
                      </a:lnTo>
                      <a:cubicBezTo>
                        <a:pt x="1569945" y="164737"/>
                        <a:pt x="1560757" y="196822"/>
                        <a:pt x="1547048" y="183113"/>
                      </a:cubicBezTo>
                      <a:cubicBezTo>
                        <a:pt x="1533339" y="169404"/>
                        <a:pt x="1482879" y="123465"/>
                        <a:pt x="1482879" y="123465"/>
                      </a:cubicBezTo>
                      <a:lnTo>
                        <a:pt x="1560757" y="91381"/>
                      </a:lnTo>
                      <a:cubicBezTo>
                        <a:pt x="1560757" y="91381"/>
                        <a:pt x="1556236" y="59297"/>
                        <a:pt x="1533193" y="54776"/>
                      </a:cubicBezTo>
                      <a:cubicBezTo>
                        <a:pt x="1510297" y="50255"/>
                        <a:pt x="1455316" y="22691"/>
                        <a:pt x="1423232" y="18170"/>
                      </a:cubicBezTo>
                      <a:cubicBezTo>
                        <a:pt x="1391147" y="13649"/>
                        <a:pt x="1414044" y="-13914"/>
                        <a:pt x="1377439" y="8983"/>
                      </a:cubicBezTo>
                      <a:cubicBezTo>
                        <a:pt x="1340833" y="31879"/>
                        <a:pt x="1340833" y="31879"/>
                        <a:pt x="1340833" y="31879"/>
                      </a:cubicBezTo>
                      <a:cubicBezTo>
                        <a:pt x="1340833" y="31879"/>
                        <a:pt x="1361396" y="52442"/>
                        <a:pt x="1361396" y="59442"/>
                      </a:cubicBezTo>
                      <a:cubicBezTo>
                        <a:pt x="1361396" y="66297"/>
                        <a:pt x="1345354" y="114423"/>
                        <a:pt x="1345354" y="114423"/>
                      </a:cubicBezTo>
                      <a:lnTo>
                        <a:pt x="1331646" y="121278"/>
                      </a:lnTo>
                      <a:lnTo>
                        <a:pt x="1315603" y="100715"/>
                      </a:lnTo>
                      <a:lnTo>
                        <a:pt x="1306416" y="119090"/>
                      </a:lnTo>
                      <a:cubicBezTo>
                        <a:pt x="1306416" y="119090"/>
                        <a:pt x="1301895" y="146653"/>
                        <a:pt x="1299561" y="158029"/>
                      </a:cubicBezTo>
                      <a:cubicBezTo>
                        <a:pt x="1297228" y="169550"/>
                        <a:pt x="1301895" y="183259"/>
                        <a:pt x="1292707" y="183259"/>
                      </a:cubicBezTo>
                      <a:cubicBezTo>
                        <a:pt x="1283519" y="183259"/>
                        <a:pt x="1269810" y="206155"/>
                        <a:pt x="1265144" y="183259"/>
                      </a:cubicBezTo>
                      <a:cubicBezTo>
                        <a:pt x="1260622" y="160362"/>
                        <a:pt x="1260622" y="151174"/>
                        <a:pt x="1260622" y="151174"/>
                      </a:cubicBezTo>
                      <a:lnTo>
                        <a:pt x="1260622" y="128278"/>
                      </a:lnTo>
                      <a:lnTo>
                        <a:pt x="1260622" y="91673"/>
                      </a:lnTo>
                      <a:lnTo>
                        <a:pt x="1262956" y="68776"/>
                      </a:lnTo>
                      <a:lnTo>
                        <a:pt x="1244580" y="66443"/>
                      </a:lnTo>
                      <a:lnTo>
                        <a:pt x="1230872" y="70964"/>
                      </a:lnTo>
                      <a:lnTo>
                        <a:pt x="1210308" y="91527"/>
                      </a:lnTo>
                      <a:lnTo>
                        <a:pt x="1210308" y="137320"/>
                      </a:lnTo>
                      <a:lnTo>
                        <a:pt x="1201121" y="164883"/>
                      </a:lnTo>
                      <a:cubicBezTo>
                        <a:pt x="1201121" y="164883"/>
                        <a:pt x="1169036" y="167217"/>
                        <a:pt x="1162182" y="162550"/>
                      </a:cubicBezTo>
                      <a:cubicBezTo>
                        <a:pt x="1155328" y="158029"/>
                        <a:pt x="1148473" y="148841"/>
                        <a:pt x="1139285" y="148841"/>
                      </a:cubicBezTo>
                      <a:cubicBezTo>
                        <a:pt x="1130098" y="148841"/>
                        <a:pt x="1100347" y="160362"/>
                        <a:pt x="1100347" y="160362"/>
                      </a:cubicBezTo>
                      <a:cubicBezTo>
                        <a:pt x="1100347" y="160362"/>
                        <a:pt x="1088825" y="171883"/>
                        <a:pt x="1095826" y="176404"/>
                      </a:cubicBezTo>
                      <a:cubicBezTo>
                        <a:pt x="1102680" y="180925"/>
                        <a:pt x="1116389" y="183259"/>
                        <a:pt x="1116389" y="183259"/>
                      </a:cubicBezTo>
                      <a:lnTo>
                        <a:pt x="1134764" y="190113"/>
                      </a:lnTo>
                      <a:lnTo>
                        <a:pt x="1157661" y="196968"/>
                      </a:lnTo>
                      <a:cubicBezTo>
                        <a:pt x="1157661" y="196968"/>
                        <a:pt x="1155328" y="210676"/>
                        <a:pt x="1159994" y="219864"/>
                      </a:cubicBezTo>
                      <a:cubicBezTo>
                        <a:pt x="1164515" y="229052"/>
                        <a:pt x="1164515" y="247427"/>
                        <a:pt x="1164515" y="247427"/>
                      </a:cubicBezTo>
                      <a:cubicBezTo>
                        <a:pt x="1164515" y="247427"/>
                        <a:pt x="1157661" y="256615"/>
                        <a:pt x="1150807" y="256615"/>
                      </a:cubicBezTo>
                      <a:cubicBezTo>
                        <a:pt x="1143952" y="256615"/>
                        <a:pt x="1141619" y="256615"/>
                        <a:pt x="1130244" y="256615"/>
                      </a:cubicBezTo>
                      <a:cubicBezTo>
                        <a:pt x="1118722" y="256615"/>
                        <a:pt x="1098159" y="252094"/>
                        <a:pt x="1098159" y="252094"/>
                      </a:cubicBezTo>
                      <a:lnTo>
                        <a:pt x="1077596" y="252094"/>
                      </a:lnTo>
                      <a:lnTo>
                        <a:pt x="1073075" y="263615"/>
                      </a:lnTo>
                      <a:lnTo>
                        <a:pt x="1073075" y="284179"/>
                      </a:lnTo>
                      <a:lnTo>
                        <a:pt x="1100638" y="307075"/>
                      </a:lnTo>
                      <a:cubicBezTo>
                        <a:pt x="1100638" y="307075"/>
                        <a:pt x="1075408" y="300221"/>
                        <a:pt x="1068554" y="304742"/>
                      </a:cubicBezTo>
                      <a:cubicBezTo>
                        <a:pt x="1061700" y="309263"/>
                        <a:pt x="1040991" y="313930"/>
                        <a:pt x="1040991" y="323117"/>
                      </a:cubicBezTo>
                      <a:cubicBezTo>
                        <a:pt x="1040991" y="332305"/>
                        <a:pt x="1034136" y="352868"/>
                        <a:pt x="1034136" y="352868"/>
                      </a:cubicBezTo>
                      <a:lnTo>
                        <a:pt x="1018094" y="352868"/>
                      </a:lnTo>
                      <a:lnTo>
                        <a:pt x="1011240" y="313930"/>
                      </a:lnTo>
                      <a:cubicBezTo>
                        <a:pt x="995198" y="316263"/>
                        <a:pt x="979155" y="313930"/>
                        <a:pt x="979155" y="320784"/>
                      </a:cubicBezTo>
                      <a:cubicBezTo>
                        <a:pt x="979155" y="327638"/>
                        <a:pt x="986010" y="339159"/>
                        <a:pt x="979155" y="339159"/>
                      </a:cubicBezTo>
                      <a:cubicBezTo>
                        <a:pt x="972301" y="339159"/>
                        <a:pt x="963113" y="346014"/>
                        <a:pt x="953925" y="336826"/>
                      </a:cubicBezTo>
                      <a:cubicBezTo>
                        <a:pt x="944738" y="327638"/>
                        <a:pt x="937883" y="320784"/>
                        <a:pt x="937883" y="320784"/>
                      </a:cubicBezTo>
                      <a:lnTo>
                        <a:pt x="935550" y="311596"/>
                      </a:lnTo>
                      <a:cubicBezTo>
                        <a:pt x="935550" y="311596"/>
                        <a:pt x="921841" y="316117"/>
                        <a:pt x="921841" y="325305"/>
                      </a:cubicBezTo>
                      <a:cubicBezTo>
                        <a:pt x="921841" y="334493"/>
                        <a:pt x="931029" y="350535"/>
                        <a:pt x="931029" y="350535"/>
                      </a:cubicBezTo>
                      <a:cubicBezTo>
                        <a:pt x="931029" y="350535"/>
                        <a:pt x="953925" y="368910"/>
                        <a:pt x="947071" y="368910"/>
                      </a:cubicBezTo>
                      <a:cubicBezTo>
                        <a:pt x="940217" y="368910"/>
                        <a:pt x="935550" y="371244"/>
                        <a:pt x="924175" y="371244"/>
                      </a:cubicBezTo>
                      <a:cubicBezTo>
                        <a:pt x="912653" y="371244"/>
                        <a:pt x="887569" y="366723"/>
                        <a:pt x="887569" y="373577"/>
                      </a:cubicBezTo>
                      <a:cubicBezTo>
                        <a:pt x="887569" y="380432"/>
                        <a:pt x="901278" y="401141"/>
                        <a:pt x="901278" y="401141"/>
                      </a:cubicBezTo>
                      <a:lnTo>
                        <a:pt x="935696" y="426370"/>
                      </a:lnTo>
                      <a:cubicBezTo>
                        <a:pt x="935696" y="426370"/>
                        <a:pt x="919654" y="435558"/>
                        <a:pt x="903611" y="435558"/>
                      </a:cubicBezTo>
                      <a:cubicBezTo>
                        <a:pt x="887569" y="435558"/>
                        <a:pt x="850964" y="431037"/>
                        <a:pt x="850964" y="431037"/>
                      </a:cubicBezTo>
                      <a:cubicBezTo>
                        <a:pt x="850964" y="431037"/>
                        <a:pt x="834922" y="424183"/>
                        <a:pt x="834922" y="433371"/>
                      </a:cubicBezTo>
                      <a:cubicBezTo>
                        <a:pt x="834922" y="442558"/>
                        <a:pt x="828067" y="474643"/>
                        <a:pt x="828067" y="474643"/>
                      </a:cubicBezTo>
                      <a:cubicBezTo>
                        <a:pt x="828067" y="474643"/>
                        <a:pt x="825734" y="486164"/>
                        <a:pt x="832588" y="486164"/>
                      </a:cubicBezTo>
                      <a:cubicBezTo>
                        <a:pt x="839443" y="486164"/>
                        <a:pt x="860152" y="493018"/>
                        <a:pt x="860152" y="493018"/>
                      </a:cubicBezTo>
                      <a:cubicBezTo>
                        <a:pt x="860152" y="493018"/>
                        <a:pt x="862485" y="518248"/>
                        <a:pt x="862485" y="525103"/>
                      </a:cubicBezTo>
                      <a:cubicBezTo>
                        <a:pt x="862485" y="531957"/>
                        <a:pt x="857964" y="538811"/>
                        <a:pt x="857964" y="538811"/>
                      </a:cubicBezTo>
                      <a:lnTo>
                        <a:pt x="816692" y="538811"/>
                      </a:lnTo>
                      <a:cubicBezTo>
                        <a:pt x="816692" y="538811"/>
                        <a:pt x="802983" y="525103"/>
                        <a:pt x="798316" y="518248"/>
                      </a:cubicBezTo>
                      <a:cubicBezTo>
                        <a:pt x="793795" y="511394"/>
                        <a:pt x="775420" y="509061"/>
                        <a:pt x="766232" y="509061"/>
                      </a:cubicBezTo>
                      <a:cubicBezTo>
                        <a:pt x="757044" y="509061"/>
                        <a:pt x="722626" y="509061"/>
                        <a:pt x="722626" y="509061"/>
                      </a:cubicBezTo>
                      <a:cubicBezTo>
                        <a:pt x="722626" y="509061"/>
                        <a:pt x="738669" y="527436"/>
                        <a:pt x="747857" y="527436"/>
                      </a:cubicBezTo>
                      <a:cubicBezTo>
                        <a:pt x="757044" y="527436"/>
                        <a:pt x="770753" y="527436"/>
                        <a:pt x="770753" y="527436"/>
                      </a:cubicBezTo>
                      <a:lnTo>
                        <a:pt x="782274" y="534291"/>
                      </a:lnTo>
                      <a:lnTo>
                        <a:pt x="750190" y="559520"/>
                      </a:lnTo>
                      <a:lnTo>
                        <a:pt x="674500" y="559520"/>
                      </a:lnTo>
                      <a:lnTo>
                        <a:pt x="706584" y="587084"/>
                      </a:lnTo>
                      <a:cubicBezTo>
                        <a:pt x="706584" y="587084"/>
                        <a:pt x="711105" y="571042"/>
                        <a:pt x="715772" y="591605"/>
                      </a:cubicBezTo>
                      <a:cubicBezTo>
                        <a:pt x="720293" y="612168"/>
                        <a:pt x="736335" y="612168"/>
                        <a:pt x="736335" y="612168"/>
                      </a:cubicBezTo>
                      <a:lnTo>
                        <a:pt x="752378" y="602980"/>
                      </a:lnTo>
                      <a:lnTo>
                        <a:pt x="786795" y="584605"/>
                      </a:lnTo>
                      <a:lnTo>
                        <a:pt x="793650" y="570896"/>
                      </a:lnTo>
                      <a:lnTo>
                        <a:pt x="841776" y="568562"/>
                      </a:lnTo>
                      <a:lnTo>
                        <a:pt x="880715" y="580084"/>
                      </a:lnTo>
                      <a:lnTo>
                        <a:pt x="869194" y="600647"/>
                      </a:lnTo>
                      <a:lnTo>
                        <a:pt x="839443" y="614355"/>
                      </a:lnTo>
                      <a:lnTo>
                        <a:pt x="798171" y="623543"/>
                      </a:lnTo>
                      <a:cubicBezTo>
                        <a:pt x="798171" y="623543"/>
                        <a:pt x="809692" y="674003"/>
                        <a:pt x="800504" y="676191"/>
                      </a:cubicBezTo>
                      <a:cubicBezTo>
                        <a:pt x="791316" y="678524"/>
                        <a:pt x="747857" y="685379"/>
                        <a:pt x="743190" y="692233"/>
                      </a:cubicBezTo>
                      <a:cubicBezTo>
                        <a:pt x="738669" y="699087"/>
                        <a:pt x="731669" y="712796"/>
                        <a:pt x="731669" y="712796"/>
                      </a:cubicBezTo>
                      <a:lnTo>
                        <a:pt x="740856" y="724317"/>
                      </a:lnTo>
                      <a:lnTo>
                        <a:pt x="772941" y="721984"/>
                      </a:lnTo>
                      <a:lnTo>
                        <a:pt x="763753" y="733505"/>
                      </a:lnTo>
                      <a:lnTo>
                        <a:pt x="763753" y="754068"/>
                      </a:lnTo>
                      <a:lnTo>
                        <a:pt x="715626" y="779298"/>
                      </a:lnTo>
                      <a:cubicBezTo>
                        <a:pt x="715626" y="779298"/>
                        <a:pt x="711105" y="804528"/>
                        <a:pt x="715626" y="811382"/>
                      </a:cubicBezTo>
                      <a:cubicBezTo>
                        <a:pt x="720147" y="818237"/>
                        <a:pt x="734002" y="818237"/>
                        <a:pt x="734002" y="818237"/>
                      </a:cubicBezTo>
                      <a:cubicBezTo>
                        <a:pt x="740856" y="829758"/>
                        <a:pt x="763753" y="841133"/>
                        <a:pt x="740856" y="845800"/>
                      </a:cubicBezTo>
                      <a:cubicBezTo>
                        <a:pt x="717960" y="850467"/>
                        <a:pt x="692730" y="861842"/>
                        <a:pt x="692730" y="861842"/>
                      </a:cubicBezTo>
                      <a:lnTo>
                        <a:pt x="653791" y="898448"/>
                      </a:lnTo>
                      <a:cubicBezTo>
                        <a:pt x="653791" y="898448"/>
                        <a:pt x="624040" y="932865"/>
                        <a:pt x="624040" y="939720"/>
                      </a:cubicBezTo>
                      <a:cubicBezTo>
                        <a:pt x="624040" y="946574"/>
                        <a:pt x="621707" y="955762"/>
                        <a:pt x="628561" y="964950"/>
                      </a:cubicBezTo>
                      <a:cubicBezTo>
                        <a:pt x="635416" y="974137"/>
                        <a:pt x="642270" y="987846"/>
                        <a:pt x="642270" y="987846"/>
                      </a:cubicBezTo>
                      <a:cubicBezTo>
                        <a:pt x="642270" y="987846"/>
                        <a:pt x="667500" y="983325"/>
                        <a:pt x="628561" y="994701"/>
                      </a:cubicBezTo>
                      <a:cubicBezTo>
                        <a:pt x="589622" y="1006222"/>
                        <a:pt x="589622" y="1024452"/>
                        <a:pt x="589622" y="1024452"/>
                      </a:cubicBezTo>
                      <a:lnTo>
                        <a:pt x="610186" y="1049682"/>
                      </a:lnTo>
                      <a:lnTo>
                        <a:pt x="610186" y="1079432"/>
                      </a:lnTo>
                      <a:lnTo>
                        <a:pt x="594143" y="1106996"/>
                      </a:lnTo>
                      <a:lnTo>
                        <a:pt x="594143" y="1132226"/>
                      </a:lnTo>
                      <a:lnTo>
                        <a:pt x="605665" y="1150601"/>
                      </a:lnTo>
                      <a:cubicBezTo>
                        <a:pt x="605665" y="1150601"/>
                        <a:pt x="649270" y="1155122"/>
                        <a:pt x="610186" y="1168977"/>
                      </a:cubicBezTo>
                      <a:cubicBezTo>
                        <a:pt x="571247" y="1182686"/>
                        <a:pt x="543684" y="1189540"/>
                        <a:pt x="543684" y="1189540"/>
                      </a:cubicBezTo>
                      <a:lnTo>
                        <a:pt x="516120" y="1210103"/>
                      </a:lnTo>
                      <a:lnTo>
                        <a:pt x="516120" y="1226145"/>
                      </a:lnTo>
                      <a:lnTo>
                        <a:pt x="529829" y="1237666"/>
                      </a:lnTo>
                      <a:lnTo>
                        <a:pt x="522975" y="1274272"/>
                      </a:lnTo>
                      <a:lnTo>
                        <a:pt x="511453" y="1306356"/>
                      </a:lnTo>
                      <a:lnTo>
                        <a:pt x="486223" y="1308690"/>
                      </a:lnTo>
                      <a:lnTo>
                        <a:pt x="467848" y="1304169"/>
                      </a:lnTo>
                      <a:lnTo>
                        <a:pt x="442618" y="1345441"/>
                      </a:lnTo>
                      <a:lnTo>
                        <a:pt x="433430" y="1386713"/>
                      </a:lnTo>
                      <a:cubicBezTo>
                        <a:pt x="433430" y="1386713"/>
                        <a:pt x="444951" y="1402755"/>
                        <a:pt x="426576" y="1407276"/>
                      </a:cubicBezTo>
                      <a:cubicBezTo>
                        <a:pt x="408200" y="1411797"/>
                        <a:pt x="408200" y="1411797"/>
                        <a:pt x="408200" y="1411797"/>
                      </a:cubicBezTo>
                      <a:cubicBezTo>
                        <a:pt x="408200" y="1411797"/>
                        <a:pt x="378449" y="1404943"/>
                        <a:pt x="405867" y="1423318"/>
                      </a:cubicBezTo>
                      <a:cubicBezTo>
                        <a:pt x="433430" y="1441694"/>
                        <a:pt x="444806" y="1448548"/>
                        <a:pt x="444806" y="1448548"/>
                      </a:cubicBezTo>
                      <a:lnTo>
                        <a:pt x="486078" y="1444027"/>
                      </a:lnTo>
                      <a:cubicBezTo>
                        <a:pt x="486078" y="1444027"/>
                        <a:pt x="488411" y="1460069"/>
                        <a:pt x="476890" y="1464590"/>
                      </a:cubicBezTo>
                      <a:cubicBezTo>
                        <a:pt x="465368" y="1469111"/>
                        <a:pt x="435618" y="1478299"/>
                        <a:pt x="435618" y="1478299"/>
                      </a:cubicBezTo>
                      <a:lnTo>
                        <a:pt x="421909" y="1478299"/>
                      </a:lnTo>
                      <a:lnTo>
                        <a:pt x="401346" y="1459923"/>
                      </a:lnTo>
                      <a:lnTo>
                        <a:pt x="399012" y="1446215"/>
                      </a:lnTo>
                      <a:lnTo>
                        <a:pt x="364595" y="1443881"/>
                      </a:lnTo>
                      <a:lnTo>
                        <a:pt x="362261" y="1469111"/>
                      </a:lnTo>
                      <a:lnTo>
                        <a:pt x="350740" y="1487487"/>
                      </a:lnTo>
                      <a:lnTo>
                        <a:pt x="341552" y="1487487"/>
                      </a:lnTo>
                      <a:lnTo>
                        <a:pt x="325510" y="1485153"/>
                      </a:lnTo>
                      <a:lnTo>
                        <a:pt x="302614" y="1498862"/>
                      </a:lnTo>
                      <a:cubicBezTo>
                        <a:pt x="302614" y="1498862"/>
                        <a:pt x="300280" y="1501196"/>
                        <a:pt x="300280" y="1510383"/>
                      </a:cubicBezTo>
                      <a:cubicBezTo>
                        <a:pt x="300280" y="1519571"/>
                        <a:pt x="295759" y="1553989"/>
                        <a:pt x="295759" y="1553989"/>
                      </a:cubicBezTo>
                      <a:cubicBezTo>
                        <a:pt x="279717" y="1556322"/>
                        <a:pt x="275196" y="1553989"/>
                        <a:pt x="268196" y="1553989"/>
                      </a:cubicBezTo>
                      <a:cubicBezTo>
                        <a:pt x="261341" y="1553989"/>
                        <a:pt x="252154" y="1551655"/>
                        <a:pt x="240632" y="1551655"/>
                      </a:cubicBezTo>
                      <a:cubicBezTo>
                        <a:pt x="229111" y="1551655"/>
                        <a:pt x="222257" y="1551655"/>
                        <a:pt x="222257" y="1551655"/>
                      </a:cubicBezTo>
                      <a:lnTo>
                        <a:pt x="192506" y="1556176"/>
                      </a:lnTo>
                      <a:lnTo>
                        <a:pt x="183318" y="1569885"/>
                      </a:lnTo>
                      <a:lnTo>
                        <a:pt x="190172" y="1592782"/>
                      </a:lnTo>
                      <a:lnTo>
                        <a:pt x="213069" y="1604303"/>
                      </a:lnTo>
                      <a:lnTo>
                        <a:pt x="217590" y="1622678"/>
                      </a:lnTo>
                      <a:lnTo>
                        <a:pt x="215257" y="1636387"/>
                      </a:lnTo>
                      <a:lnTo>
                        <a:pt x="185506" y="1636387"/>
                      </a:lnTo>
                      <a:lnTo>
                        <a:pt x="167130" y="1638721"/>
                      </a:lnTo>
                      <a:lnTo>
                        <a:pt x="144234" y="1638721"/>
                      </a:lnTo>
                      <a:lnTo>
                        <a:pt x="135046" y="1652429"/>
                      </a:lnTo>
                      <a:lnTo>
                        <a:pt x="137379" y="1684514"/>
                      </a:lnTo>
                      <a:lnTo>
                        <a:pt x="125858" y="1698222"/>
                      </a:lnTo>
                      <a:lnTo>
                        <a:pt x="102962" y="1698222"/>
                      </a:lnTo>
                      <a:lnTo>
                        <a:pt x="54835" y="1693702"/>
                      </a:lnTo>
                      <a:lnTo>
                        <a:pt x="34272" y="1689181"/>
                      </a:lnTo>
                      <a:lnTo>
                        <a:pt x="25084" y="1696035"/>
                      </a:lnTo>
                      <a:lnTo>
                        <a:pt x="25084" y="1716598"/>
                      </a:lnTo>
                      <a:lnTo>
                        <a:pt x="41126" y="1728119"/>
                      </a:lnTo>
                      <a:lnTo>
                        <a:pt x="66356" y="1746495"/>
                      </a:lnTo>
                      <a:cubicBezTo>
                        <a:pt x="29751" y="1753349"/>
                        <a:pt x="29751" y="1753349"/>
                        <a:pt x="29751" y="1753349"/>
                      </a:cubicBezTo>
                      <a:lnTo>
                        <a:pt x="25230" y="1780913"/>
                      </a:lnTo>
                      <a:lnTo>
                        <a:pt x="25230" y="1790100"/>
                      </a:lnTo>
                      <a:lnTo>
                        <a:pt x="34418" y="1806143"/>
                      </a:lnTo>
                      <a:lnTo>
                        <a:pt x="38939" y="1822185"/>
                      </a:lnTo>
                      <a:lnTo>
                        <a:pt x="0" y="1826706"/>
                      </a:lnTo>
                      <a:lnTo>
                        <a:pt x="4521" y="1854269"/>
                      </a:lnTo>
                      <a:lnTo>
                        <a:pt x="48126" y="1861123"/>
                      </a:lnTo>
                      <a:lnTo>
                        <a:pt x="68690" y="1888687"/>
                      </a:lnTo>
                      <a:lnTo>
                        <a:pt x="13709" y="1888687"/>
                      </a:lnTo>
                      <a:cubicBezTo>
                        <a:pt x="13709" y="1888687"/>
                        <a:pt x="13709" y="1900208"/>
                        <a:pt x="13709" y="1911583"/>
                      </a:cubicBezTo>
                      <a:cubicBezTo>
                        <a:pt x="13709" y="1922959"/>
                        <a:pt x="4521" y="1936813"/>
                        <a:pt x="4521" y="1936813"/>
                      </a:cubicBezTo>
                      <a:lnTo>
                        <a:pt x="2187" y="1955189"/>
                      </a:lnTo>
                      <a:lnTo>
                        <a:pt x="15896" y="1959710"/>
                      </a:lnTo>
                      <a:lnTo>
                        <a:pt x="41126" y="1952855"/>
                      </a:lnTo>
                      <a:lnTo>
                        <a:pt x="45647" y="1971231"/>
                      </a:lnTo>
                      <a:lnTo>
                        <a:pt x="29605" y="1982752"/>
                      </a:lnTo>
                      <a:lnTo>
                        <a:pt x="25084" y="2003315"/>
                      </a:lnTo>
                      <a:lnTo>
                        <a:pt x="29605" y="2017024"/>
                      </a:lnTo>
                      <a:cubicBezTo>
                        <a:pt x="29605" y="2017024"/>
                        <a:pt x="43314" y="2021545"/>
                        <a:pt x="54835" y="2028545"/>
                      </a:cubicBezTo>
                      <a:cubicBezTo>
                        <a:pt x="66356" y="2035400"/>
                        <a:pt x="45647" y="2021691"/>
                        <a:pt x="66356" y="2035400"/>
                      </a:cubicBezTo>
                      <a:cubicBezTo>
                        <a:pt x="86919" y="2049108"/>
                        <a:pt x="86919" y="2049108"/>
                        <a:pt x="86919" y="2049108"/>
                      </a:cubicBezTo>
                      <a:cubicBezTo>
                        <a:pt x="86919" y="2049108"/>
                        <a:pt x="109816" y="2021545"/>
                        <a:pt x="112149" y="2028545"/>
                      </a:cubicBezTo>
                      <a:cubicBezTo>
                        <a:pt x="114483" y="2035400"/>
                        <a:pt x="114483" y="2046921"/>
                        <a:pt x="114483" y="2046921"/>
                      </a:cubicBezTo>
                      <a:lnTo>
                        <a:pt x="100774" y="2053775"/>
                      </a:lnTo>
                      <a:lnTo>
                        <a:pt x="84732" y="2065296"/>
                      </a:lnTo>
                      <a:lnTo>
                        <a:pt x="73210" y="2079005"/>
                      </a:lnTo>
                      <a:lnTo>
                        <a:pt x="70877" y="2088193"/>
                      </a:lnTo>
                      <a:lnTo>
                        <a:pt x="73210" y="2097381"/>
                      </a:lnTo>
                      <a:lnTo>
                        <a:pt x="73210" y="2111090"/>
                      </a:lnTo>
                      <a:lnTo>
                        <a:pt x="64023" y="2120277"/>
                      </a:lnTo>
                      <a:lnTo>
                        <a:pt x="27417" y="2133986"/>
                      </a:lnTo>
                      <a:lnTo>
                        <a:pt x="27417" y="2175258"/>
                      </a:lnTo>
                      <a:lnTo>
                        <a:pt x="36605" y="2184446"/>
                      </a:lnTo>
                      <a:lnTo>
                        <a:pt x="66356" y="2182113"/>
                      </a:lnTo>
                      <a:lnTo>
                        <a:pt x="107628" y="2175258"/>
                      </a:lnTo>
                      <a:lnTo>
                        <a:pt x="107628" y="2198155"/>
                      </a:lnTo>
                      <a:lnTo>
                        <a:pt x="107628" y="2234760"/>
                      </a:lnTo>
                      <a:lnTo>
                        <a:pt x="103107" y="2253136"/>
                      </a:lnTo>
                      <a:lnTo>
                        <a:pt x="54981" y="2241614"/>
                      </a:lnTo>
                      <a:lnTo>
                        <a:pt x="32084" y="2230093"/>
                      </a:lnTo>
                      <a:lnTo>
                        <a:pt x="34418" y="2266699"/>
                      </a:lnTo>
                      <a:lnTo>
                        <a:pt x="48126" y="2289595"/>
                      </a:lnTo>
                      <a:lnTo>
                        <a:pt x="73356" y="2307971"/>
                      </a:lnTo>
                      <a:lnTo>
                        <a:pt x="100920" y="2330867"/>
                      </a:lnTo>
                      <a:lnTo>
                        <a:pt x="119295" y="2349243"/>
                      </a:lnTo>
                      <a:lnTo>
                        <a:pt x="126150" y="2376806"/>
                      </a:lnTo>
                      <a:cubicBezTo>
                        <a:pt x="126150" y="2376806"/>
                        <a:pt x="110107" y="2383661"/>
                        <a:pt x="126150" y="2385994"/>
                      </a:cubicBezTo>
                      <a:cubicBezTo>
                        <a:pt x="142192" y="2388327"/>
                        <a:pt x="146713" y="2390515"/>
                        <a:pt x="162755" y="2390515"/>
                      </a:cubicBezTo>
                      <a:cubicBezTo>
                        <a:pt x="178797" y="2390515"/>
                        <a:pt x="197173" y="2395036"/>
                        <a:pt x="197173" y="2395036"/>
                      </a:cubicBezTo>
                      <a:lnTo>
                        <a:pt x="224736" y="2397369"/>
                      </a:lnTo>
                      <a:cubicBezTo>
                        <a:pt x="224736" y="2397369"/>
                        <a:pt x="236257" y="2399703"/>
                        <a:pt x="256821" y="2392848"/>
                      </a:cubicBezTo>
                      <a:cubicBezTo>
                        <a:pt x="277383" y="2385994"/>
                        <a:pt x="298092" y="2376806"/>
                        <a:pt x="298092" y="2376806"/>
                      </a:cubicBezTo>
                      <a:lnTo>
                        <a:pt x="337031" y="2337868"/>
                      </a:lnTo>
                      <a:cubicBezTo>
                        <a:pt x="337031" y="2337868"/>
                        <a:pt x="364595" y="2257657"/>
                        <a:pt x="378303" y="2253136"/>
                      </a:cubicBezTo>
                      <a:cubicBezTo>
                        <a:pt x="392012" y="2248615"/>
                        <a:pt x="403533" y="2239427"/>
                        <a:pt x="426430" y="2234760"/>
                      </a:cubicBezTo>
                      <a:cubicBezTo>
                        <a:pt x="449326" y="2230239"/>
                        <a:pt x="488265" y="2218718"/>
                        <a:pt x="488265" y="2218718"/>
                      </a:cubicBezTo>
                      <a:lnTo>
                        <a:pt x="488265" y="2184300"/>
                      </a:lnTo>
                      <a:lnTo>
                        <a:pt x="488265" y="2154549"/>
                      </a:lnTo>
                      <a:lnTo>
                        <a:pt x="488265" y="2117944"/>
                      </a:lnTo>
                      <a:lnTo>
                        <a:pt x="499786" y="2113423"/>
                      </a:lnTo>
                      <a:cubicBezTo>
                        <a:pt x="499786" y="2113423"/>
                        <a:pt x="520349" y="2127132"/>
                        <a:pt x="522683" y="2140986"/>
                      </a:cubicBezTo>
                      <a:cubicBezTo>
                        <a:pt x="525016" y="2154695"/>
                        <a:pt x="527204" y="2184592"/>
                        <a:pt x="527204" y="2184592"/>
                      </a:cubicBezTo>
                      <a:lnTo>
                        <a:pt x="538725" y="2200634"/>
                      </a:lnTo>
                      <a:cubicBezTo>
                        <a:pt x="547913" y="2209822"/>
                        <a:pt x="554767" y="2205155"/>
                        <a:pt x="557101" y="2214343"/>
                      </a:cubicBezTo>
                      <a:lnTo>
                        <a:pt x="579997" y="2221197"/>
                      </a:lnTo>
                      <a:lnTo>
                        <a:pt x="598373" y="2237239"/>
                      </a:lnTo>
                      <a:lnTo>
                        <a:pt x="628124" y="2198301"/>
                      </a:lnTo>
                      <a:lnTo>
                        <a:pt x="614415" y="2163883"/>
                      </a:lnTo>
                      <a:lnTo>
                        <a:pt x="609894" y="2111235"/>
                      </a:lnTo>
                      <a:cubicBezTo>
                        <a:pt x="609894" y="2111235"/>
                        <a:pt x="623603" y="2081484"/>
                        <a:pt x="625936" y="2074630"/>
                      </a:cubicBezTo>
                      <a:cubicBezTo>
                        <a:pt x="628270" y="2067776"/>
                        <a:pt x="644312" y="2058588"/>
                        <a:pt x="644312" y="2058588"/>
                      </a:cubicBezTo>
                      <a:cubicBezTo>
                        <a:pt x="644312" y="2058588"/>
                        <a:pt x="674063" y="1966856"/>
                        <a:pt x="669542" y="1960002"/>
                      </a:cubicBezTo>
                      <a:cubicBezTo>
                        <a:pt x="665021" y="1953147"/>
                        <a:pt x="646645" y="1918729"/>
                        <a:pt x="646645" y="1918729"/>
                      </a:cubicBezTo>
                      <a:lnTo>
                        <a:pt x="630603" y="1879791"/>
                      </a:lnTo>
                      <a:lnTo>
                        <a:pt x="658166" y="1879791"/>
                      </a:lnTo>
                      <a:lnTo>
                        <a:pt x="671875" y="1820143"/>
                      </a:lnTo>
                      <a:lnTo>
                        <a:pt x="671875" y="1788059"/>
                      </a:lnTo>
                      <a:lnTo>
                        <a:pt x="612227" y="1749120"/>
                      </a:lnTo>
                      <a:lnTo>
                        <a:pt x="625936" y="1719369"/>
                      </a:lnTo>
                      <a:lnTo>
                        <a:pt x="589331" y="1529196"/>
                      </a:lnTo>
                      <a:lnTo>
                        <a:pt x="600852" y="1467361"/>
                      </a:lnTo>
                      <a:lnTo>
                        <a:pt x="607706" y="1412380"/>
                      </a:lnTo>
                      <a:lnTo>
                        <a:pt x="623748" y="1382629"/>
                      </a:lnTo>
                      <a:lnTo>
                        <a:pt x="658166" y="1366587"/>
                      </a:lnTo>
                      <a:lnTo>
                        <a:pt x="752086" y="1366587"/>
                      </a:lnTo>
                      <a:cubicBezTo>
                        <a:pt x="752086" y="1366587"/>
                        <a:pt x="756607" y="1318461"/>
                        <a:pt x="754419" y="1304752"/>
                      </a:cubicBezTo>
                      <a:cubicBezTo>
                        <a:pt x="752086" y="1291043"/>
                        <a:pt x="731523" y="1286376"/>
                        <a:pt x="731523" y="1286376"/>
                      </a:cubicBezTo>
                      <a:lnTo>
                        <a:pt x="710960" y="1247438"/>
                      </a:lnTo>
                      <a:lnTo>
                        <a:pt x="761419" y="1141997"/>
                      </a:lnTo>
                      <a:lnTo>
                        <a:pt x="731669" y="1018181"/>
                      </a:lnTo>
                      <a:lnTo>
                        <a:pt x="777462" y="999805"/>
                      </a:lnTo>
                      <a:cubicBezTo>
                        <a:pt x="777462" y="999805"/>
                        <a:pt x="795837" y="992951"/>
                        <a:pt x="802692" y="990617"/>
                      </a:cubicBezTo>
                      <a:cubicBezTo>
                        <a:pt x="809546" y="988284"/>
                        <a:pt x="802692" y="972242"/>
                        <a:pt x="802692" y="972242"/>
                      </a:cubicBezTo>
                      <a:lnTo>
                        <a:pt x="786649" y="956199"/>
                      </a:lnTo>
                      <a:lnTo>
                        <a:pt x="788983" y="928636"/>
                      </a:lnTo>
                      <a:lnTo>
                        <a:pt x="827921" y="892031"/>
                      </a:lnTo>
                      <a:cubicBezTo>
                        <a:pt x="827921" y="892031"/>
                        <a:pt x="843964" y="859946"/>
                        <a:pt x="843964" y="853092"/>
                      </a:cubicBezTo>
                      <a:cubicBezTo>
                        <a:pt x="843964" y="846238"/>
                        <a:pt x="843964" y="837050"/>
                        <a:pt x="841630" y="827862"/>
                      </a:cubicBezTo>
                      <a:cubicBezTo>
                        <a:pt x="839297" y="818674"/>
                        <a:pt x="823255" y="770548"/>
                        <a:pt x="823255" y="770548"/>
                      </a:cubicBezTo>
                      <a:lnTo>
                        <a:pt x="857673" y="681149"/>
                      </a:lnTo>
                      <a:lnTo>
                        <a:pt x="901278" y="667440"/>
                      </a:lnTo>
                      <a:cubicBezTo>
                        <a:pt x="901278" y="667440"/>
                        <a:pt x="931029" y="667440"/>
                        <a:pt x="937883" y="665107"/>
                      </a:cubicBezTo>
                      <a:cubicBezTo>
                        <a:pt x="944738" y="662774"/>
                        <a:pt x="937883" y="651398"/>
                        <a:pt x="937883" y="651398"/>
                      </a:cubicBezTo>
                      <a:lnTo>
                        <a:pt x="937883" y="605605"/>
                      </a:lnTo>
                      <a:cubicBezTo>
                        <a:pt x="937883" y="605605"/>
                        <a:pt x="944738" y="585042"/>
                        <a:pt x="949404" y="571187"/>
                      </a:cubicBezTo>
                      <a:cubicBezTo>
                        <a:pt x="953925" y="557479"/>
                        <a:pt x="983822" y="571187"/>
                        <a:pt x="983822" y="571187"/>
                      </a:cubicBezTo>
                      <a:lnTo>
                        <a:pt x="1043470" y="580375"/>
                      </a:lnTo>
                      <a:lnTo>
                        <a:pt x="1057179" y="571187"/>
                      </a:lnTo>
                      <a:lnTo>
                        <a:pt x="1052658" y="525394"/>
                      </a:lnTo>
                      <a:lnTo>
                        <a:pt x="1034282" y="493310"/>
                      </a:lnTo>
                      <a:lnTo>
                        <a:pt x="1025094" y="456705"/>
                      </a:lnTo>
                      <a:lnTo>
                        <a:pt x="1080075" y="449850"/>
                      </a:lnTo>
                      <a:lnTo>
                        <a:pt x="1102972" y="470414"/>
                      </a:lnTo>
                      <a:lnTo>
                        <a:pt x="1098451" y="435996"/>
                      </a:lnTo>
                      <a:lnTo>
                        <a:pt x="1082409" y="422287"/>
                      </a:lnTo>
                      <a:lnTo>
                        <a:pt x="1091596" y="406245"/>
                      </a:lnTo>
                      <a:lnTo>
                        <a:pt x="1128202" y="397057"/>
                      </a:lnTo>
                      <a:cubicBezTo>
                        <a:pt x="1128202" y="397057"/>
                        <a:pt x="1153432" y="426808"/>
                        <a:pt x="1160286" y="435996"/>
                      </a:cubicBezTo>
                      <a:cubicBezTo>
                        <a:pt x="1167141" y="445184"/>
                        <a:pt x="1178662" y="472601"/>
                        <a:pt x="1183183" y="481789"/>
                      </a:cubicBezTo>
                      <a:cubicBezTo>
                        <a:pt x="1187703" y="490977"/>
                        <a:pt x="1201558" y="481789"/>
                        <a:pt x="1210746" y="481789"/>
                      </a:cubicBezTo>
                      <a:cubicBezTo>
                        <a:pt x="1219934" y="481789"/>
                        <a:pt x="1238309" y="477268"/>
                        <a:pt x="1252018" y="474935"/>
                      </a:cubicBezTo>
                      <a:cubicBezTo>
                        <a:pt x="1265727" y="472601"/>
                        <a:pt x="1263539" y="461226"/>
                        <a:pt x="1263539" y="461226"/>
                      </a:cubicBezTo>
                      <a:lnTo>
                        <a:pt x="1268060" y="440663"/>
                      </a:lnTo>
                      <a:lnTo>
                        <a:pt x="1320708" y="459038"/>
                      </a:lnTo>
                      <a:lnTo>
                        <a:pt x="1355126" y="481935"/>
                      </a:lnTo>
                      <a:lnTo>
                        <a:pt x="1375689" y="438329"/>
                      </a:lnTo>
                      <a:lnTo>
                        <a:pt x="1378022" y="369640"/>
                      </a:lnTo>
                      <a:lnTo>
                        <a:pt x="1359646" y="342076"/>
                      </a:lnTo>
                      <a:lnTo>
                        <a:pt x="1380210" y="293950"/>
                      </a:lnTo>
                      <a:lnTo>
                        <a:pt x="1384731" y="243490"/>
                      </a:lnTo>
                      <a:lnTo>
                        <a:pt x="1432857" y="215926"/>
                      </a:lnTo>
                      <a:lnTo>
                        <a:pt x="1467275" y="186176"/>
                      </a:lnTo>
                      <a:lnTo>
                        <a:pt x="1501693" y="220593"/>
                      </a:lnTo>
                      <a:lnTo>
                        <a:pt x="1549819" y="234302"/>
                      </a:lnTo>
                      <a:lnTo>
                        <a:pt x="1547486" y="298471"/>
                      </a:lnTo>
                      <a:lnTo>
                        <a:pt x="1579132" y="338868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26" name="Freeform: Shape 481">
                  <a:extLst>
                    <a:ext uri="{FF2B5EF4-FFF2-40B4-BE49-F238E27FC236}">
                      <a16:creationId xmlns:a16="http://schemas.microsoft.com/office/drawing/2014/main" id="{BACD54F6-11B9-D80A-200F-CE7447DF62B4}"/>
                    </a:ext>
                  </a:extLst>
                </p:cNvPr>
                <p:cNvSpPr/>
                <p:nvPr/>
              </p:nvSpPr>
              <p:spPr>
                <a:xfrm>
                  <a:off x="9642681" y="3354"/>
                  <a:ext cx="2537579" cy="4098044"/>
                </a:xfrm>
                <a:custGeom>
                  <a:avLst/>
                  <a:gdLst>
                    <a:gd name="connsiteX0" fmla="*/ 73 w 2537578"/>
                    <a:gd name="connsiteY0" fmla="*/ 350886 h 4098043"/>
                    <a:gd name="connsiteX1" fmla="*/ 18448 w 2537578"/>
                    <a:gd name="connsiteY1" fmla="*/ 392158 h 4098043"/>
                    <a:gd name="connsiteX2" fmla="*/ 4739 w 2537578"/>
                    <a:gd name="connsiteY2" fmla="*/ 428763 h 4098043"/>
                    <a:gd name="connsiteX3" fmla="*/ 219 w 2537578"/>
                    <a:gd name="connsiteY3" fmla="*/ 483744 h 4098043"/>
                    <a:gd name="connsiteX4" fmla="*/ 27782 w 2537578"/>
                    <a:gd name="connsiteY4" fmla="*/ 534204 h 4098043"/>
                    <a:gd name="connsiteX5" fmla="*/ 146931 w 2537578"/>
                    <a:gd name="connsiteY5" fmla="*/ 630457 h 4098043"/>
                    <a:gd name="connsiteX6" fmla="*/ 133222 w 2537578"/>
                    <a:gd name="connsiteY6" fmla="*/ 763315 h 4098043"/>
                    <a:gd name="connsiteX7" fmla="*/ 266081 w 2537578"/>
                    <a:gd name="connsiteY7" fmla="*/ 928258 h 4098043"/>
                    <a:gd name="connsiteX8" fmla="*/ 266081 w 2537578"/>
                    <a:gd name="connsiteY8" fmla="*/ 1010802 h 4098043"/>
                    <a:gd name="connsiteX9" fmla="*/ 307353 w 2537578"/>
                    <a:gd name="connsiteY9" fmla="*/ 1042887 h 4098043"/>
                    <a:gd name="connsiteX10" fmla="*/ 385230 w 2537578"/>
                    <a:gd name="connsiteY10" fmla="*/ 1148327 h 4098043"/>
                    <a:gd name="connsiteX11" fmla="*/ 385230 w 2537578"/>
                    <a:gd name="connsiteY11" fmla="*/ 1198787 h 4098043"/>
                    <a:gd name="connsiteX12" fmla="*/ 453920 w 2537578"/>
                    <a:gd name="connsiteY12" fmla="*/ 1253768 h 4098043"/>
                    <a:gd name="connsiteX13" fmla="*/ 518089 w 2537578"/>
                    <a:gd name="connsiteY13" fmla="*/ 1308749 h 4098043"/>
                    <a:gd name="connsiteX14" fmla="*/ 559361 w 2537578"/>
                    <a:gd name="connsiteY14" fmla="*/ 1395814 h 4098043"/>
                    <a:gd name="connsiteX15" fmla="*/ 411773 w 2537578"/>
                    <a:gd name="connsiteY15" fmla="*/ 1797743 h 4098043"/>
                    <a:gd name="connsiteX16" fmla="*/ 451733 w 2537578"/>
                    <a:gd name="connsiteY16" fmla="*/ 1767117 h 4098043"/>
                    <a:gd name="connsiteX17" fmla="*/ 481483 w 2537578"/>
                    <a:gd name="connsiteY17" fmla="*/ 1785493 h 4098043"/>
                    <a:gd name="connsiteX18" fmla="*/ 497526 w 2537578"/>
                    <a:gd name="connsiteY18" fmla="*/ 1817577 h 4098043"/>
                    <a:gd name="connsiteX19" fmla="*/ 506713 w 2537578"/>
                    <a:gd name="connsiteY19" fmla="*/ 1824432 h 4098043"/>
                    <a:gd name="connsiteX20" fmla="*/ 547985 w 2537578"/>
                    <a:gd name="connsiteY20" fmla="*/ 1824432 h 4098043"/>
                    <a:gd name="connsiteX21" fmla="*/ 593779 w 2537578"/>
                    <a:gd name="connsiteY21" fmla="*/ 1824432 h 4098043"/>
                    <a:gd name="connsiteX22" fmla="*/ 623530 w 2537578"/>
                    <a:gd name="connsiteY22" fmla="*/ 1842807 h 4098043"/>
                    <a:gd name="connsiteX23" fmla="*/ 543319 w 2537578"/>
                    <a:gd name="connsiteY23" fmla="*/ 1872558 h 4098043"/>
                    <a:gd name="connsiteX24" fmla="*/ 479150 w 2537578"/>
                    <a:gd name="connsiteY24" fmla="*/ 1900122 h 4098043"/>
                    <a:gd name="connsiteX25" fmla="*/ 456254 w 2537578"/>
                    <a:gd name="connsiteY25" fmla="*/ 1934539 h 4098043"/>
                    <a:gd name="connsiteX26" fmla="*/ 433357 w 2537578"/>
                    <a:gd name="connsiteY26" fmla="*/ 1955102 h 4098043"/>
                    <a:gd name="connsiteX27" fmla="*/ 437878 w 2537578"/>
                    <a:gd name="connsiteY27" fmla="*/ 1980332 h 4098043"/>
                    <a:gd name="connsiteX28" fmla="*/ 486004 w 2537578"/>
                    <a:gd name="connsiteY28" fmla="*/ 1987187 h 4098043"/>
                    <a:gd name="connsiteX29" fmla="*/ 486004 w 2537578"/>
                    <a:gd name="connsiteY29" fmla="*/ 2010083 h 4098043"/>
                    <a:gd name="connsiteX30" fmla="*/ 449399 w 2537578"/>
                    <a:gd name="connsiteY30" fmla="*/ 2051355 h 4098043"/>
                    <a:gd name="connsiteX31" fmla="*/ 431024 w 2537578"/>
                    <a:gd name="connsiteY31" fmla="*/ 2152129 h 4098043"/>
                    <a:gd name="connsiteX32" fmla="*/ 518089 w 2537578"/>
                    <a:gd name="connsiteY32" fmla="*/ 2252903 h 4098043"/>
                    <a:gd name="connsiteX33" fmla="*/ 508901 w 2537578"/>
                    <a:gd name="connsiteY33" fmla="*/ 2312551 h 4098043"/>
                    <a:gd name="connsiteX34" fmla="*/ 540985 w 2537578"/>
                    <a:gd name="connsiteY34" fmla="*/ 2340114 h 4098043"/>
                    <a:gd name="connsiteX35" fmla="*/ 540985 w 2537578"/>
                    <a:gd name="connsiteY35" fmla="*/ 2372199 h 4098043"/>
                    <a:gd name="connsiteX36" fmla="*/ 540985 w 2537578"/>
                    <a:gd name="connsiteY36" fmla="*/ 2408804 h 4098043"/>
                    <a:gd name="connsiteX37" fmla="*/ 568549 w 2537578"/>
                    <a:gd name="connsiteY37" fmla="*/ 2417992 h 4098043"/>
                    <a:gd name="connsiteX38" fmla="*/ 600633 w 2537578"/>
                    <a:gd name="connsiteY38" fmla="*/ 2422513 h 4098043"/>
                    <a:gd name="connsiteX39" fmla="*/ 600633 w 2537578"/>
                    <a:gd name="connsiteY39" fmla="*/ 2472973 h 4098043"/>
                    <a:gd name="connsiteX40" fmla="*/ 614342 w 2537578"/>
                    <a:gd name="connsiteY40" fmla="*/ 2523433 h 4098043"/>
                    <a:gd name="connsiteX41" fmla="*/ 660135 w 2537578"/>
                    <a:gd name="connsiteY41" fmla="*/ 2541808 h 4098043"/>
                    <a:gd name="connsiteX42" fmla="*/ 692219 w 2537578"/>
                    <a:gd name="connsiteY42" fmla="*/ 2528099 h 4098043"/>
                    <a:gd name="connsiteX43" fmla="*/ 710595 w 2537578"/>
                    <a:gd name="connsiteY43" fmla="*/ 2532620 h 4098043"/>
                    <a:gd name="connsiteX44" fmla="*/ 733491 w 2537578"/>
                    <a:gd name="connsiteY44" fmla="*/ 2546329 h 4098043"/>
                    <a:gd name="connsiteX45" fmla="*/ 747200 w 2537578"/>
                    <a:gd name="connsiteY45" fmla="*/ 2518766 h 4098043"/>
                    <a:gd name="connsiteX46" fmla="*/ 770097 w 2537578"/>
                    <a:gd name="connsiteY46" fmla="*/ 2518766 h 4098043"/>
                    <a:gd name="connsiteX47" fmla="*/ 806702 w 2537578"/>
                    <a:gd name="connsiteY47" fmla="*/ 2555371 h 4098043"/>
                    <a:gd name="connsiteX48" fmla="*/ 852495 w 2537578"/>
                    <a:gd name="connsiteY48" fmla="*/ 2518766 h 4098043"/>
                    <a:gd name="connsiteX49" fmla="*/ 916663 w 2537578"/>
                    <a:gd name="connsiteY49" fmla="*/ 2527954 h 4098043"/>
                    <a:gd name="connsiteX50" fmla="*/ 944227 w 2537578"/>
                    <a:gd name="connsiteY50" fmla="*/ 2541662 h 4098043"/>
                    <a:gd name="connsiteX51" fmla="*/ 921330 w 2537578"/>
                    <a:gd name="connsiteY51" fmla="*/ 2587455 h 4098043"/>
                    <a:gd name="connsiteX52" fmla="*/ 939706 w 2537578"/>
                    <a:gd name="connsiteY52" fmla="*/ 2619540 h 4098043"/>
                    <a:gd name="connsiteX53" fmla="*/ 944227 w 2537578"/>
                    <a:gd name="connsiteY53" fmla="*/ 2656145 h 4098043"/>
                    <a:gd name="connsiteX54" fmla="*/ 1003875 w 2537578"/>
                    <a:gd name="connsiteY54" fmla="*/ 2679041 h 4098043"/>
                    <a:gd name="connsiteX55" fmla="*/ 1026771 w 2537578"/>
                    <a:gd name="connsiteY55" fmla="*/ 2734022 h 4098043"/>
                    <a:gd name="connsiteX56" fmla="*/ 1068043 w 2537578"/>
                    <a:gd name="connsiteY56" fmla="*/ 2747731 h 4098043"/>
                    <a:gd name="connsiteX57" fmla="*/ 1090940 w 2537578"/>
                    <a:gd name="connsiteY57" fmla="*/ 2779815 h 4098043"/>
                    <a:gd name="connsiteX58" fmla="*/ 1113837 w 2537578"/>
                    <a:gd name="connsiteY58" fmla="*/ 2807379 h 4098043"/>
                    <a:gd name="connsiteX59" fmla="*/ 1136733 w 2537578"/>
                    <a:gd name="connsiteY59" fmla="*/ 2811900 h 4098043"/>
                    <a:gd name="connsiteX60" fmla="*/ 1164296 w 2537578"/>
                    <a:gd name="connsiteY60" fmla="*/ 2793524 h 4098043"/>
                    <a:gd name="connsiteX61" fmla="*/ 1210090 w 2537578"/>
                    <a:gd name="connsiteY61" fmla="*/ 2816421 h 4098043"/>
                    <a:gd name="connsiteX62" fmla="*/ 1210090 w 2537578"/>
                    <a:gd name="connsiteY62" fmla="*/ 2862214 h 4098043"/>
                    <a:gd name="connsiteX63" fmla="*/ 1168817 w 2537578"/>
                    <a:gd name="connsiteY63" fmla="*/ 2880590 h 4098043"/>
                    <a:gd name="connsiteX64" fmla="*/ 1132212 w 2537578"/>
                    <a:gd name="connsiteY64" fmla="*/ 2894298 h 4098043"/>
                    <a:gd name="connsiteX65" fmla="*/ 1141400 w 2537578"/>
                    <a:gd name="connsiteY65" fmla="*/ 2972176 h 4098043"/>
                    <a:gd name="connsiteX66" fmla="*/ 1196381 w 2537578"/>
                    <a:gd name="connsiteY66" fmla="*/ 3068429 h 4098043"/>
                    <a:gd name="connsiteX67" fmla="*/ 1256029 w 2537578"/>
                    <a:gd name="connsiteY67" fmla="*/ 3082138 h 4098043"/>
                    <a:gd name="connsiteX68" fmla="*/ 1260549 w 2537578"/>
                    <a:gd name="connsiteY68" fmla="*/ 3027157 h 4098043"/>
                    <a:gd name="connsiteX69" fmla="*/ 1311009 w 2537578"/>
                    <a:gd name="connsiteY69" fmla="*/ 3022636 h 4098043"/>
                    <a:gd name="connsiteX70" fmla="*/ 1320197 w 2537578"/>
                    <a:gd name="connsiteY70" fmla="*/ 2999739 h 4098043"/>
                    <a:gd name="connsiteX71" fmla="*/ 1352282 w 2537578"/>
                    <a:gd name="connsiteY71" fmla="*/ 2986030 h 4098043"/>
                    <a:gd name="connsiteX72" fmla="*/ 1393554 w 2537578"/>
                    <a:gd name="connsiteY72" fmla="*/ 2963134 h 4098043"/>
                    <a:gd name="connsiteX73" fmla="*/ 1444013 w 2537578"/>
                    <a:gd name="connsiteY73" fmla="*/ 2976843 h 4098043"/>
                    <a:gd name="connsiteX74" fmla="*/ 1453201 w 2537578"/>
                    <a:gd name="connsiteY74" fmla="*/ 2995218 h 4098043"/>
                    <a:gd name="connsiteX75" fmla="*/ 1480765 w 2537578"/>
                    <a:gd name="connsiteY75" fmla="*/ 3095992 h 4098043"/>
                    <a:gd name="connsiteX76" fmla="*/ 1494474 w 2537578"/>
                    <a:gd name="connsiteY76" fmla="*/ 3128076 h 4098043"/>
                    <a:gd name="connsiteX77" fmla="*/ 1563163 w 2537578"/>
                    <a:gd name="connsiteY77" fmla="*/ 3118889 h 4098043"/>
                    <a:gd name="connsiteX78" fmla="*/ 1608956 w 2537578"/>
                    <a:gd name="connsiteY78" fmla="*/ 3128076 h 4098043"/>
                    <a:gd name="connsiteX79" fmla="*/ 1641040 w 2537578"/>
                    <a:gd name="connsiteY79" fmla="*/ 3173869 h 4098043"/>
                    <a:gd name="connsiteX80" fmla="*/ 1659416 w 2537578"/>
                    <a:gd name="connsiteY80" fmla="*/ 3201433 h 4098043"/>
                    <a:gd name="connsiteX81" fmla="*/ 1819838 w 2537578"/>
                    <a:gd name="connsiteY81" fmla="*/ 3210621 h 4098043"/>
                    <a:gd name="connsiteX82" fmla="*/ 1847401 w 2537578"/>
                    <a:gd name="connsiteY82" fmla="*/ 3183057 h 4098043"/>
                    <a:gd name="connsiteX83" fmla="*/ 1911569 w 2537578"/>
                    <a:gd name="connsiteY83" fmla="*/ 3205954 h 4098043"/>
                    <a:gd name="connsiteX84" fmla="*/ 1962030 w 2537578"/>
                    <a:gd name="connsiteY84" fmla="*/ 3192245 h 4098043"/>
                    <a:gd name="connsiteX85" fmla="*/ 2007823 w 2537578"/>
                    <a:gd name="connsiteY85" fmla="*/ 3183057 h 4098043"/>
                    <a:gd name="connsiteX86" fmla="*/ 2085700 w 2537578"/>
                    <a:gd name="connsiteY86" fmla="*/ 3183057 h 4098043"/>
                    <a:gd name="connsiteX87" fmla="*/ 2117784 w 2537578"/>
                    <a:gd name="connsiteY87" fmla="*/ 3150973 h 4098043"/>
                    <a:gd name="connsiteX88" fmla="*/ 2227746 w 2537578"/>
                    <a:gd name="connsiteY88" fmla="*/ 3150973 h 4098043"/>
                    <a:gd name="connsiteX89" fmla="*/ 2241455 w 2537578"/>
                    <a:gd name="connsiteY89" fmla="*/ 3178536 h 4098043"/>
                    <a:gd name="connsiteX90" fmla="*/ 2236934 w 2537578"/>
                    <a:gd name="connsiteY90" fmla="*/ 3224329 h 4098043"/>
                    <a:gd name="connsiteX91" fmla="*/ 2214038 w 2537578"/>
                    <a:gd name="connsiteY91" fmla="*/ 3265601 h 4098043"/>
                    <a:gd name="connsiteX92" fmla="*/ 2264497 w 2537578"/>
                    <a:gd name="connsiteY92" fmla="*/ 3371042 h 4098043"/>
                    <a:gd name="connsiteX93" fmla="*/ 2259976 w 2537578"/>
                    <a:gd name="connsiteY93" fmla="*/ 3403127 h 4098043"/>
                    <a:gd name="connsiteX94" fmla="*/ 2218704 w 2537578"/>
                    <a:gd name="connsiteY94" fmla="*/ 3458108 h 4098043"/>
                    <a:gd name="connsiteX95" fmla="*/ 2200329 w 2537578"/>
                    <a:gd name="connsiteY95" fmla="*/ 3503901 h 4098043"/>
                    <a:gd name="connsiteX96" fmla="*/ 2159056 w 2537578"/>
                    <a:gd name="connsiteY96" fmla="*/ 3563548 h 4098043"/>
                    <a:gd name="connsiteX97" fmla="*/ 2159056 w 2537578"/>
                    <a:gd name="connsiteY97" fmla="*/ 3633696 h 4098043"/>
                    <a:gd name="connsiteX98" fmla="*/ 2172765 w 2537578"/>
                    <a:gd name="connsiteY98" fmla="*/ 3627717 h 4098043"/>
                    <a:gd name="connsiteX99" fmla="*/ 2255309 w 2537578"/>
                    <a:gd name="connsiteY99" fmla="*/ 3581924 h 4098043"/>
                    <a:gd name="connsiteX100" fmla="*/ 2266831 w 2537578"/>
                    <a:gd name="connsiteY100" fmla="*/ 3552173 h 4098043"/>
                    <a:gd name="connsiteX101" fmla="*/ 2296582 w 2537578"/>
                    <a:gd name="connsiteY101" fmla="*/ 3542985 h 4098043"/>
                    <a:gd name="connsiteX102" fmla="*/ 2305769 w 2537578"/>
                    <a:gd name="connsiteY102" fmla="*/ 3549839 h 4098043"/>
                    <a:gd name="connsiteX103" fmla="*/ 2312624 w 2537578"/>
                    <a:gd name="connsiteY103" fmla="*/ 3563548 h 4098043"/>
                    <a:gd name="connsiteX104" fmla="*/ 2312624 w 2537578"/>
                    <a:gd name="connsiteY104" fmla="*/ 3572736 h 4098043"/>
                    <a:gd name="connsiteX105" fmla="*/ 2303436 w 2537578"/>
                    <a:gd name="connsiteY105" fmla="*/ 3581924 h 4098043"/>
                    <a:gd name="connsiteX106" fmla="*/ 2246122 w 2537578"/>
                    <a:gd name="connsiteY106" fmla="*/ 3652947 h 4098043"/>
                    <a:gd name="connsiteX107" fmla="*/ 2252976 w 2537578"/>
                    <a:gd name="connsiteY107" fmla="*/ 3675843 h 4098043"/>
                    <a:gd name="connsiteX108" fmla="*/ 2218559 w 2537578"/>
                    <a:gd name="connsiteY108" fmla="*/ 3682698 h 4098043"/>
                    <a:gd name="connsiteX109" fmla="*/ 2195662 w 2537578"/>
                    <a:gd name="connsiteY109" fmla="*/ 3687219 h 4098043"/>
                    <a:gd name="connsiteX110" fmla="*/ 2181953 w 2537578"/>
                    <a:gd name="connsiteY110" fmla="*/ 3703261 h 4098043"/>
                    <a:gd name="connsiteX111" fmla="*/ 2188807 w 2537578"/>
                    <a:gd name="connsiteY111" fmla="*/ 3721636 h 4098043"/>
                    <a:gd name="connsiteX112" fmla="*/ 2211704 w 2537578"/>
                    <a:gd name="connsiteY112" fmla="*/ 3742199 h 4098043"/>
                    <a:gd name="connsiteX113" fmla="*/ 2230079 w 2537578"/>
                    <a:gd name="connsiteY113" fmla="*/ 3744533 h 4098043"/>
                    <a:gd name="connsiteX114" fmla="*/ 2246122 w 2537578"/>
                    <a:gd name="connsiteY114" fmla="*/ 3740012 h 4098043"/>
                    <a:gd name="connsiteX115" fmla="*/ 2275873 w 2537578"/>
                    <a:gd name="connsiteY115" fmla="*/ 3746866 h 4098043"/>
                    <a:gd name="connsiteX116" fmla="*/ 2298769 w 2537578"/>
                    <a:gd name="connsiteY116" fmla="*/ 3753721 h 4098043"/>
                    <a:gd name="connsiteX117" fmla="*/ 2298769 w 2537578"/>
                    <a:gd name="connsiteY117" fmla="*/ 3762909 h 4098043"/>
                    <a:gd name="connsiteX118" fmla="*/ 2280394 w 2537578"/>
                    <a:gd name="connsiteY118" fmla="*/ 3774430 h 4098043"/>
                    <a:gd name="connsiteX119" fmla="*/ 2243788 w 2537578"/>
                    <a:gd name="connsiteY119" fmla="*/ 3774430 h 4098043"/>
                    <a:gd name="connsiteX120" fmla="*/ 2227746 w 2537578"/>
                    <a:gd name="connsiteY120" fmla="*/ 3797326 h 4098043"/>
                    <a:gd name="connsiteX121" fmla="*/ 2236934 w 2537578"/>
                    <a:gd name="connsiteY121" fmla="*/ 3808847 h 4098043"/>
                    <a:gd name="connsiteX122" fmla="*/ 2239267 w 2537578"/>
                    <a:gd name="connsiteY122" fmla="*/ 3829411 h 4098043"/>
                    <a:gd name="connsiteX123" fmla="*/ 2234746 w 2537578"/>
                    <a:gd name="connsiteY123" fmla="*/ 3927997 h 4098043"/>
                    <a:gd name="connsiteX124" fmla="*/ 2209517 w 2537578"/>
                    <a:gd name="connsiteY124" fmla="*/ 3939518 h 4098043"/>
                    <a:gd name="connsiteX125" fmla="*/ 2163723 w 2537578"/>
                    <a:gd name="connsiteY125" fmla="*/ 3951039 h 4098043"/>
                    <a:gd name="connsiteX126" fmla="*/ 2143160 w 2537578"/>
                    <a:gd name="connsiteY126" fmla="*/ 3969415 h 4098043"/>
                    <a:gd name="connsiteX127" fmla="*/ 2154681 w 2537578"/>
                    <a:gd name="connsiteY127" fmla="*/ 3976269 h 4098043"/>
                    <a:gd name="connsiteX128" fmla="*/ 2159202 w 2537578"/>
                    <a:gd name="connsiteY128" fmla="*/ 3989978 h 4098043"/>
                    <a:gd name="connsiteX129" fmla="*/ 2152348 w 2537578"/>
                    <a:gd name="connsiteY129" fmla="*/ 3999166 h 4098043"/>
                    <a:gd name="connsiteX130" fmla="*/ 2159202 w 2537578"/>
                    <a:gd name="connsiteY130" fmla="*/ 4012875 h 4098043"/>
                    <a:gd name="connsiteX131" fmla="*/ 2175245 w 2537578"/>
                    <a:gd name="connsiteY131" fmla="*/ 4015208 h 4098043"/>
                    <a:gd name="connsiteX132" fmla="*/ 2204996 w 2537578"/>
                    <a:gd name="connsiteY132" fmla="*/ 4015208 h 4098043"/>
                    <a:gd name="connsiteX133" fmla="*/ 2248601 w 2537578"/>
                    <a:gd name="connsiteY133" fmla="*/ 4015208 h 4098043"/>
                    <a:gd name="connsiteX134" fmla="*/ 2269164 w 2537578"/>
                    <a:gd name="connsiteY134" fmla="*/ 4038105 h 4098043"/>
                    <a:gd name="connsiteX135" fmla="*/ 2298915 w 2537578"/>
                    <a:gd name="connsiteY135" fmla="*/ 4044959 h 4098043"/>
                    <a:gd name="connsiteX136" fmla="*/ 2317291 w 2537578"/>
                    <a:gd name="connsiteY136" fmla="*/ 4035771 h 4098043"/>
                    <a:gd name="connsiteX137" fmla="*/ 2349375 w 2537578"/>
                    <a:gd name="connsiteY137" fmla="*/ 4038105 h 4098043"/>
                    <a:gd name="connsiteX138" fmla="*/ 2351709 w 2537578"/>
                    <a:gd name="connsiteY138" fmla="*/ 4047292 h 4098043"/>
                    <a:gd name="connsiteX139" fmla="*/ 2383793 w 2537578"/>
                    <a:gd name="connsiteY139" fmla="*/ 4056480 h 4098043"/>
                    <a:gd name="connsiteX140" fmla="*/ 2420398 w 2537578"/>
                    <a:gd name="connsiteY140" fmla="*/ 4049626 h 4098043"/>
                    <a:gd name="connsiteX141" fmla="*/ 2461670 w 2537578"/>
                    <a:gd name="connsiteY141" fmla="*/ 4049626 h 4098043"/>
                    <a:gd name="connsiteX142" fmla="*/ 2548444 w 2537578"/>
                    <a:gd name="connsiteY142" fmla="*/ 4100086 h 4098043"/>
                    <a:gd name="connsiteX143" fmla="*/ 2548735 w 2537578"/>
                    <a:gd name="connsiteY143" fmla="*/ 146 h 4098043"/>
                    <a:gd name="connsiteX144" fmla="*/ 1204110 w 2537578"/>
                    <a:gd name="connsiteY144" fmla="*/ 0 h 4098043"/>
                    <a:gd name="connsiteX145" fmla="*/ 1259237 w 2537578"/>
                    <a:gd name="connsiteY145" fmla="*/ 43606 h 4098043"/>
                    <a:gd name="connsiteX146" fmla="*/ 1219569 w 2537578"/>
                    <a:gd name="connsiteY146" fmla="*/ 86336 h 4098043"/>
                    <a:gd name="connsiteX147" fmla="*/ 1268425 w 2537578"/>
                    <a:gd name="connsiteY147" fmla="*/ 190173 h 4098043"/>
                    <a:gd name="connsiteX148" fmla="*/ 1233278 w 2537578"/>
                    <a:gd name="connsiteY148" fmla="*/ 213069 h 4098043"/>
                    <a:gd name="connsiteX149" fmla="*/ 1205714 w 2537578"/>
                    <a:gd name="connsiteY149" fmla="*/ 235966 h 4098043"/>
                    <a:gd name="connsiteX150" fmla="*/ 1182818 w 2537578"/>
                    <a:gd name="connsiteY150" fmla="*/ 235966 h 4098043"/>
                    <a:gd name="connsiteX151" fmla="*/ 1104940 w 2537578"/>
                    <a:gd name="connsiteY151" fmla="*/ 240487 h 4098043"/>
                    <a:gd name="connsiteX152" fmla="*/ 1077377 w 2537578"/>
                    <a:gd name="connsiteY152" fmla="*/ 212923 h 4098043"/>
                    <a:gd name="connsiteX153" fmla="*/ 1072856 w 2537578"/>
                    <a:gd name="connsiteY153" fmla="*/ 176318 h 4098043"/>
                    <a:gd name="connsiteX154" fmla="*/ 1072856 w 2537578"/>
                    <a:gd name="connsiteY154" fmla="*/ 139713 h 4098043"/>
                    <a:gd name="connsiteX155" fmla="*/ 1104940 w 2537578"/>
                    <a:gd name="connsiteY155" fmla="*/ 103107 h 4098043"/>
                    <a:gd name="connsiteX156" fmla="*/ 1008687 w 2537578"/>
                    <a:gd name="connsiteY156" fmla="*/ 11375 h 4098043"/>
                    <a:gd name="connsiteX157" fmla="*/ 953706 w 2537578"/>
                    <a:gd name="connsiteY157" fmla="*/ 43460 h 4098043"/>
                    <a:gd name="connsiteX158" fmla="*/ 926143 w 2537578"/>
                    <a:gd name="connsiteY158" fmla="*/ 80065 h 4098043"/>
                    <a:gd name="connsiteX159" fmla="*/ 848265 w 2537578"/>
                    <a:gd name="connsiteY159" fmla="*/ 89253 h 4098043"/>
                    <a:gd name="connsiteX160" fmla="*/ 875829 w 2537578"/>
                    <a:gd name="connsiteY160" fmla="*/ 107628 h 4098043"/>
                    <a:gd name="connsiteX161" fmla="*/ 926289 w 2537578"/>
                    <a:gd name="connsiteY161" fmla="*/ 112149 h 4098043"/>
                    <a:gd name="connsiteX162" fmla="*/ 967561 w 2537578"/>
                    <a:gd name="connsiteY162" fmla="*/ 199215 h 4098043"/>
                    <a:gd name="connsiteX163" fmla="*/ 1013354 w 2537578"/>
                    <a:gd name="connsiteY163" fmla="*/ 277092 h 4098043"/>
                    <a:gd name="connsiteX164" fmla="*/ 1036251 w 2537578"/>
                    <a:gd name="connsiteY164" fmla="*/ 286280 h 4098043"/>
                    <a:gd name="connsiteX165" fmla="*/ 1082044 w 2537578"/>
                    <a:gd name="connsiteY165" fmla="*/ 290801 h 4098043"/>
                    <a:gd name="connsiteX166" fmla="*/ 1109607 w 2537578"/>
                    <a:gd name="connsiteY166" fmla="*/ 322885 h 4098043"/>
                    <a:gd name="connsiteX167" fmla="*/ 1146213 w 2537578"/>
                    <a:gd name="connsiteY167" fmla="*/ 396241 h 4098043"/>
                    <a:gd name="connsiteX168" fmla="*/ 1150734 w 2537578"/>
                    <a:gd name="connsiteY168" fmla="*/ 423805 h 4098043"/>
                    <a:gd name="connsiteX169" fmla="*/ 1150734 w 2537578"/>
                    <a:gd name="connsiteY169" fmla="*/ 469598 h 4098043"/>
                    <a:gd name="connsiteX170" fmla="*/ 1127837 w 2537578"/>
                    <a:gd name="connsiteY170" fmla="*/ 474119 h 4098043"/>
                    <a:gd name="connsiteX171" fmla="*/ 1086565 w 2537578"/>
                    <a:gd name="connsiteY171" fmla="*/ 451222 h 4098043"/>
                    <a:gd name="connsiteX172" fmla="*/ 1086565 w 2537578"/>
                    <a:gd name="connsiteY172" fmla="*/ 428326 h 4098043"/>
                    <a:gd name="connsiteX173" fmla="*/ 976603 w 2537578"/>
                    <a:gd name="connsiteY173" fmla="*/ 423805 h 4098043"/>
                    <a:gd name="connsiteX174" fmla="*/ 985791 w 2537578"/>
                    <a:gd name="connsiteY174" fmla="*/ 442180 h 4098043"/>
                    <a:gd name="connsiteX175" fmla="*/ 985791 w 2537578"/>
                    <a:gd name="connsiteY175" fmla="*/ 474265 h 4098043"/>
                    <a:gd name="connsiteX176" fmla="*/ 994979 w 2537578"/>
                    <a:gd name="connsiteY176" fmla="*/ 501828 h 4098043"/>
                    <a:gd name="connsiteX177" fmla="*/ 972082 w 2537578"/>
                    <a:gd name="connsiteY177" fmla="*/ 556809 h 4098043"/>
                    <a:gd name="connsiteX178" fmla="*/ 944519 w 2537578"/>
                    <a:gd name="connsiteY178" fmla="*/ 616457 h 4098043"/>
                    <a:gd name="connsiteX179" fmla="*/ 907914 w 2537578"/>
                    <a:gd name="connsiteY179" fmla="*/ 694334 h 4098043"/>
                    <a:gd name="connsiteX180" fmla="*/ 944519 w 2537578"/>
                    <a:gd name="connsiteY180" fmla="*/ 730939 h 4098043"/>
                    <a:gd name="connsiteX181" fmla="*/ 1031584 w 2537578"/>
                    <a:gd name="connsiteY181" fmla="*/ 744648 h 4098043"/>
                    <a:gd name="connsiteX182" fmla="*/ 1059147 w 2537578"/>
                    <a:gd name="connsiteY182" fmla="*/ 781253 h 4098043"/>
                    <a:gd name="connsiteX183" fmla="*/ 1086711 w 2537578"/>
                    <a:gd name="connsiteY183" fmla="*/ 817859 h 4098043"/>
                    <a:gd name="connsiteX184" fmla="*/ 1031730 w 2537578"/>
                    <a:gd name="connsiteY184" fmla="*/ 831568 h 4098043"/>
                    <a:gd name="connsiteX185" fmla="*/ 885017 w 2537578"/>
                    <a:gd name="connsiteY185" fmla="*/ 845276 h 4098043"/>
                    <a:gd name="connsiteX186" fmla="*/ 761201 w 2537578"/>
                    <a:gd name="connsiteY186" fmla="*/ 804004 h 4098043"/>
                    <a:gd name="connsiteX187" fmla="*/ 756679 w 2537578"/>
                    <a:gd name="connsiteY187" fmla="*/ 831568 h 4098043"/>
                    <a:gd name="connsiteX188" fmla="*/ 756679 w 2537578"/>
                    <a:gd name="connsiteY188" fmla="*/ 854464 h 4098043"/>
                    <a:gd name="connsiteX189" fmla="*/ 825369 w 2537578"/>
                    <a:gd name="connsiteY189" fmla="*/ 918633 h 4098043"/>
                    <a:gd name="connsiteX190" fmla="*/ 871162 w 2537578"/>
                    <a:gd name="connsiteY190" fmla="*/ 904924 h 4098043"/>
                    <a:gd name="connsiteX191" fmla="*/ 926143 w 2537578"/>
                    <a:gd name="connsiteY191" fmla="*/ 904924 h 4098043"/>
                    <a:gd name="connsiteX192" fmla="*/ 939852 w 2537578"/>
                    <a:gd name="connsiteY192" fmla="*/ 964572 h 4098043"/>
                    <a:gd name="connsiteX193" fmla="*/ 930664 w 2537578"/>
                    <a:gd name="connsiteY193" fmla="*/ 1005844 h 4098043"/>
                    <a:gd name="connsiteX194" fmla="*/ 898580 w 2537578"/>
                    <a:gd name="connsiteY194" fmla="*/ 1037928 h 4098043"/>
                    <a:gd name="connsiteX195" fmla="*/ 793139 w 2537578"/>
                    <a:gd name="connsiteY195" fmla="*/ 1037928 h 4098043"/>
                    <a:gd name="connsiteX196" fmla="*/ 779430 w 2537578"/>
                    <a:gd name="connsiteY196" fmla="*/ 987468 h 4098043"/>
                    <a:gd name="connsiteX197" fmla="*/ 738158 w 2537578"/>
                    <a:gd name="connsiteY197" fmla="*/ 987468 h 4098043"/>
                    <a:gd name="connsiteX198" fmla="*/ 706074 w 2537578"/>
                    <a:gd name="connsiteY198" fmla="*/ 991989 h 4098043"/>
                    <a:gd name="connsiteX199" fmla="*/ 641905 w 2537578"/>
                    <a:gd name="connsiteY199" fmla="*/ 895736 h 4098043"/>
                    <a:gd name="connsiteX200" fmla="*/ 586924 w 2537578"/>
                    <a:gd name="connsiteY200" fmla="*/ 859131 h 4098043"/>
                    <a:gd name="connsiteX201" fmla="*/ 596112 w 2537578"/>
                    <a:gd name="connsiteY201" fmla="*/ 781253 h 4098043"/>
                    <a:gd name="connsiteX202" fmla="*/ 559507 w 2537578"/>
                    <a:gd name="connsiteY202" fmla="*/ 749169 h 4098043"/>
                    <a:gd name="connsiteX203" fmla="*/ 481629 w 2537578"/>
                    <a:gd name="connsiteY203" fmla="*/ 744648 h 4098043"/>
                    <a:gd name="connsiteX204" fmla="*/ 408273 w 2537578"/>
                    <a:gd name="connsiteY204" fmla="*/ 721752 h 4098043"/>
                    <a:gd name="connsiteX205" fmla="*/ 339583 w 2537578"/>
                    <a:gd name="connsiteY205" fmla="*/ 657583 h 4098043"/>
                    <a:gd name="connsiteX206" fmla="*/ 330395 w 2537578"/>
                    <a:gd name="connsiteY206" fmla="*/ 625499 h 4098043"/>
                    <a:gd name="connsiteX207" fmla="*/ 422128 w 2537578"/>
                    <a:gd name="connsiteY207" fmla="*/ 625499 h 4098043"/>
                    <a:gd name="connsiteX208" fmla="*/ 422128 w 2537578"/>
                    <a:gd name="connsiteY208" fmla="*/ 653062 h 4098043"/>
                    <a:gd name="connsiteX209" fmla="*/ 509192 w 2537578"/>
                    <a:gd name="connsiteY209" fmla="*/ 685146 h 4098043"/>
                    <a:gd name="connsiteX210" fmla="*/ 577882 w 2537578"/>
                    <a:gd name="connsiteY210" fmla="*/ 662250 h 4098043"/>
                    <a:gd name="connsiteX211" fmla="*/ 687844 w 2537578"/>
                    <a:gd name="connsiteY211" fmla="*/ 662250 h 4098043"/>
                    <a:gd name="connsiteX212" fmla="*/ 811660 w 2537578"/>
                    <a:gd name="connsiteY212" fmla="*/ 648541 h 4098043"/>
                    <a:gd name="connsiteX213" fmla="*/ 903393 w 2537578"/>
                    <a:gd name="connsiteY213" fmla="*/ 570664 h 4098043"/>
                    <a:gd name="connsiteX214" fmla="*/ 917101 w 2537578"/>
                    <a:gd name="connsiteY214" fmla="*/ 387345 h 4098043"/>
                    <a:gd name="connsiteX215" fmla="*/ 857453 w 2537578"/>
                    <a:gd name="connsiteY215" fmla="*/ 341552 h 4098043"/>
                    <a:gd name="connsiteX216" fmla="*/ 811660 w 2537578"/>
                    <a:gd name="connsiteY216" fmla="*/ 286571 h 4098043"/>
                    <a:gd name="connsiteX217" fmla="*/ 687844 w 2537578"/>
                    <a:gd name="connsiteY217" fmla="*/ 291092 h 4098043"/>
                    <a:gd name="connsiteX218" fmla="*/ 587070 w 2537578"/>
                    <a:gd name="connsiteY218" fmla="*/ 286571 h 4098043"/>
                    <a:gd name="connsiteX219" fmla="*/ 490817 w 2537578"/>
                    <a:gd name="connsiteY219" fmla="*/ 226924 h 4098043"/>
                    <a:gd name="connsiteX220" fmla="*/ 325875 w 2537578"/>
                    <a:gd name="connsiteY220" fmla="*/ 226924 h 4098043"/>
                    <a:gd name="connsiteX221" fmla="*/ 270893 w 2537578"/>
                    <a:gd name="connsiteY221" fmla="*/ 254487 h 4098043"/>
                    <a:gd name="connsiteX222" fmla="*/ 170119 w 2537578"/>
                    <a:gd name="connsiteY222" fmla="*/ 263675 h 4098043"/>
                    <a:gd name="connsiteX223" fmla="*/ 151744 w 2537578"/>
                    <a:gd name="connsiteY223" fmla="*/ 240778 h 4098043"/>
                    <a:gd name="connsiteX224" fmla="*/ 156265 w 2537578"/>
                    <a:gd name="connsiteY224" fmla="*/ 199506 h 4098043"/>
                    <a:gd name="connsiteX225" fmla="*/ 92096 w 2537578"/>
                    <a:gd name="connsiteY225" fmla="*/ 199506 h 4098043"/>
                    <a:gd name="connsiteX226" fmla="*/ 92096 w 2537578"/>
                    <a:gd name="connsiteY226" fmla="*/ 222403 h 4098043"/>
                    <a:gd name="connsiteX227" fmla="*/ 92096 w 2537578"/>
                    <a:gd name="connsiteY227" fmla="*/ 254487 h 4098043"/>
                    <a:gd name="connsiteX228" fmla="*/ 50824 w 2537578"/>
                    <a:gd name="connsiteY228" fmla="*/ 254487 h 4098043"/>
                    <a:gd name="connsiteX229" fmla="*/ 50824 w 2537578"/>
                    <a:gd name="connsiteY229" fmla="*/ 304947 h 4098043"/>
                    <a:gd name="connsiteX230" fmla="*/ 73 w 2537578"/>
                    <a:gd name="connsiteY230" fmla="*/ 350886 h 4098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</a:cxnLst>
                  <a:rect l="l" t="t" r="r" b="b"/>
                  <a:pathLst>
                    <a:path w="2537578" h="4098043">
                      <a:moveTo>
                        <a:pt x="73" y="350886"/>
                      </a:moveTo>
                      <a:lnTo>
                        <a:pt x="18448" y="392158"/>
                      </a:lnTo>
                      <a:lnTo>
                        <a:pt x="4739" y="428763"/>
                      </a:lnTo>
                      <a:lnTo>
                        <a:pt x="219" y="483744"/>
                      </a:lnTo>
                      <a:cubicBezTo>
                        <a:pt x="219" y="483744"/>
                        <a:pt x="-4303" y="520349"/>
                        <a:pt x="27782" y="534204"/>
                      </a:cubicBezTo>
                      <a:cubicBezTo>
                        <a:pt x="59866" y="547913"/>
                        <a:pt x="146931" y="630457"/>
                        <a:pt x="146931" y="630457"/>
                      </a:cubicBezTo>
                      <a:lnTo>
                        <a:pt x="133222" y="763315"/>
                      </a:lnTo>
                      <a:lnTo>
                        <a:pt x="266081" y="928258"/>
                      </a:lnTo>
                      <a:lnTo>
                        <a:pt x="266081" y="1010802"/>
                      </a:lnTo>
                      <a:cubicBezTo>
                        <a:pt x="266081" y="1010802"/>
                        <a:pt x="266081" y="1010802"/>
                        <a:pt x="307353" y="1042887"/>
                      </a:cubicBezTo>
                      <a:cubicBezTo>
                        <a:pt x="348625" y="1074971"/>
                        <a:pt x="385230" y="1148327"/>
                        <a:pt x="385230" y="1148327"/>
                      </a:cubicBezTo>
                      <a:lnTo>
                        <a:pt x="385230" y="1198787"/>
                      </a:lnTo>
                      <a:lnTo>
                        <a:pt x="453920" y="1253768"/>
                      </a:lnTo>
                      <a:cubicBezTo>
                        <a:pt x="453920" y="1253768"/>
                        <a:pt x="504380" y="1308749"/>
                        <a:pt x="518089" y="1308749"/>
                      </a:cubicBezTo>
                      <a:cubicBezTo>
                        <a:pt x="531798" y="1308749"/>
                        <a:pt x="559361" y="1395814"/>
                        <a:pt x="559361" y="1395814"/>
                      </a:cubicBezTo>
                      <a:lnTo>
                        <a:pt x="411773" y="1797743"/>
                      </a:lnTo>
                      <a:cubicBezTo>
                        <a:pt x="429420" y="1782285"/>
                        <a:pt x="446774" y="1767117"/>
                        <a:pt x="451733" y="1767117"/>
                      </a:cubicBezTo>
                      <a:cubicBezTo>
                        <a:pt x="460920" y="1767117"/>
                        <a:pt x="474629" y="1767117"/>
                        <a:pt x="481483" y="1785493"/>
                      </a:cubicBezTo>
                      <a:cubicBezTo>
                        <a:pt x="488338" y="1803869"/>
                        <a:pt x="488338" y="1810723"/>
                        <a:pt x="497526" y="1817577"/>
                      </a:cubicBezTo>
                      <a:cubicBezTo>
                        <a:pt x="506713" y="1824432"/>
                        <a:pt x="493005" y="1824432"/>
                        <a:pt x="506713" y="1824432"/>
                      </a:cubicBezTo>
                      <a:cubicBezTo>
                        <a:pt x="520422" y="1824432"/>
                        <a:pt x="538798" y="1824432"/>
                        <a:pt x="547985" y="1824432"/>
                      </a:cubicBezTo>
                      <a:cubicBezTo>
                        <a:pt x="557173" y="1824432"/>
                        <a:pt x="586924" y="1824432"/>
                        <a:pt x="593779" y="1824432"/>
                      </a:cubicBezTo>
                      <a:cubicBezTo>
                        <a:pt x="600633" y="1824432"/>
                        <a:pt x="623530" y="1842807"/>
                        <a:pt x="623530" y="1842807"/>
                      </a:cubicBezTo>
                      <a:cubicBezTo>
                        <a:pt x="612008" y="1851995"/>
                        <a:pt x="543319" y="1872558"/>
                        <a:pt x="543319" y="1872558"/>
                      </a:cubicBezTo>
                      <a:lnTo>
                        <a:pt x="479150" y="1900122"/>
                      </a:lnTo>
                      <a:lnTo>
                        <a:pt x="456254" y="1934539"/>
                      </a:lnTo>
                      <a:lnTo>
                        <a:pt x="433357" y="1955102"/>
                      </a:lnTo>
                      <a:lnTo>
                        <a:pt x="437878" y="1980332"/>
                      </a:lnTo>
                      <a:lnTo>
                        <a:pt x="486004" y="1987187"/>
                      </a:lnTo>
                      <a:lnTo>
                        <a:pt x="486004" y="2010083"/>
                      </a:lnTo>
                      <a:lnTo>
                        <a:pt x="449399" y="2051355"/>
                      </a:lnTo>
                      <a:lnTo>
                        <a:pt x="431024" y="2152129"/>
                      </a:lnTo>
                      <a:lnTo>
                        <a:pt x="518089" y="2252903"/>
                      </a:lnTo>
                      <a:lnTo>
                        <a:pt x="508901" y="2312551"/>
                      </a:lnTo>
                      <a:lnTo>
                        <a:pt x="540985" y="2340114"/>
                      </a:lnTo>
                      <a:cubicBezTo>
                        <a:pt x="540985" y="2340114"/>
                        <a:pt x="540985" y="2358490"/>
                        <a:pt x="540985" y="2372199"/>
                      </a:cubicBezTo>
                      <a:cubicBezTo>
                        <a:pt x="540985" y="2385908"/>
                        <a:pt x="540985" y="2408804"/>
                        <a:pt x="540985" y="2408804"/>
                      </a:cubicBezTo>
                      <a:lnTo>
                        <a:pt x="568549" y="2417992"/>
                      </a:lnTo>
                      <a:lnTo>
                        <a:pt x="600633" y="2422513"/>
                      </a:lnTo>
                      <a:cubicBezTo>
                        <a:pt x="600633" y="2422513"/>
                        <a:pt x="586924" y="2422513"/>
                        <a:pt x="600633" y="2472973"/>
                      </a:cubicBezTo>
                      <a:cubicBezTo>
                        <a:pt x="614342" y="2523433"/>
                        <a:pt x="614342" y="2523433"/>
                        <a:pt x="614342" y="2523433"/>
                      </a:cubicBezTo>
                      <a:lnTo>
                        <a:pt x="660135" y="2541808"/>
                      </a:lnTo>
                      <a:lnTo>
                        <a:pt x="692219" y="2528099"/>
                      </a:lnTo>
                      <a:lnTo>
                        <a:pt x="710595" y="2532620"/>
                      </a:lnTo>
                      <a:lnTo>
                        <a:pt x="733491" y="2546329"/>
                      </a:lnTo>
                      <a:lnTo>
                        <a:pt x="747200" y="2518766"/>
                      </a:lnTo>
                      <a:cubicBezTo>
                        <a:pt x="747200" y="2518766"/>
                        <a:pt x="756388" y="2505057"/>
                        <a:pt x="770097" y="2518766"/>
                      </a:cubicBezTo>
                      <a:cubicBezTo>
                        <a:pt x="783805" y="2532475"/>
                        <a:pt x="806702" y="2555371"/>
                        <a:pt x="806702" y="2555371"/>
                      </a:cubicBezTo>
                      <a:lnTo>
                        <a:pt x="852495" y="2518766"/>
                      </a:lnTo>
                      <a:lnTo>
                        <a:pt x="916663" y="2527954"/>
                      </a:lnTo>
                      <a:lnTo>
                        <a:pt x="944227" y="2541662"/>
                      </a:lnTo>
                      <a:lnTo>
                        <a:pt x="921330" y="2587455"/>
                      </a:lnTo>
                      <a:lnTo>
                        <a:pt x="939706" y="2619540"/>
                      </a:lnTo>
                      <a:lnTo>
                        <a:pt x="944227" y="2656145"/>
                      </a:lnTo>
                      <a:lnTo>
                        <a:pt x="1003875" y="2679041"/>
                      </a:lnTo>
                      <a:lnTo>
                        <a:pt x="1026771" y="2734022"/>
                      </a:lnTo>
                      <a:lnTo>
                        <a:pt x="1068043" y="2747731"/>
                      </a:lnTo>
                      <a:lnTo>
                        <a:pt x="1090940" y="2779815"/>
                      </a:lnTo>
                      <a:lnTo>
                        <a:pt x="1113837" y="2807379"/>
                      </a:lnTo>
                      <a:lnTo>
                        <a:pt x="1136733" y="2811900"/>
                      </a:lnTo>
                      <a:lnTo>
                        <a:pt x="1164296" y="2793524"/>
                      </a:lnTo>
                      <a:cubicBezTo>
                        <a:pt x="1164296" y="2793524"/>
                        <a:pt x="1210090" y="2798045"/>
                        <a:pt x="1210090" y="2816421"/>
                      </a:cubicBezTo>
                      <a:cubicBezTo>
                        <a:pt x="1210090" y="2834796"/>
                        <a:pt x="1210090" y="2862214"/>
                        <a:pt x="1210090" y="2862214"/>
                      </a:cubicBezTo>
                      <a:lnTo>
                        <a:pt x="1168817" y="2880590"/>
                      </a:lnTo>
                      <a:lnTo>
                        <a:pt x="1132212" y="2894298"/>
                      </a:lnTo>
                      <a:lnTo>
                        <a:pt x="1141400" y="2972176"/>
                      </a:lnTo>
                      <a:lnTo>
                        <a:pt x="1196381" y="3068429"/>
                      </a:lnTo>
                      <a:cubicBezTo>
                        <a:pt x="1196381" y="3068429"/>
                        <a:pt x="1251362" y="3105034"/>
                        <a:pt x="1256029" y="3082138"/>
                      </a:cubicBezTo>
                      <a:cubicBezTo>
                        <a:pt x="1260549" y="3059241"/>
                        <a:pt x="1260549" y="3027157"/>
                        <a:pt x="1260549" y="3027157"/>
                      </a:cubicBezTo>
                      <a:lnTo>
                        <a:pt x="1311009" y="3022636"/>
                      </a:lnTo>
                      <a:lnTo>
                        <a:pt x="1320197" y="2999739"/>
                      </a:lnTo>
                      <a:lnTo>
                        <a:pt x="1352282" y="2986030"/>
                      </a:lnTo>
                      <a:lnTo>
                        <a:pt x="1393554" y="2963134"/>
                      </a:lnTo>
                      <a:lnTo>
                        <a:pt x="1444013" y="2976843"/>
                      </a:lnTo>
                      <a:lnTo>
                        <a:pt x="1453201" y="2995218"/>
                      </a:lnTo>
                      <a:cubicBezTo>
                        <a:pt x="1453201" y="2995218"/>
                        <a:pt x="1476098" y="3082283"/>
                        <a:pt x="1480765" y="3095992"/>
                      </a:cubicBezTo>
                      <a:cubicBezTo>
                        <a:pt x="1485286" y="3109701"/>
                        <a:pt x="1494474" y="3128076"/>
                        <a:pt x="1494474" y="3128076"/>
                      </a:cubicBezTo>
                      <a:lnTo>
                        <a:pt x="1563163" y="3118889"/>
                      </a:lnTo>
                      <a:lnTo>
                        <a:pt x="1608956" y="3128076"/>
                      </a:lnTo>
                      <a:cubicBezTo>
                        <a:pt x="1608956" y="3128076"/>
                        <a:pt x="1636519" y="3160161"/>
                        <a:pt x="1641040" y="3173869"/>
                      </a:cubicBezTo>
                      <a:cubicBezTo>
                        <a:pt x="1645561" y="3187578"/>
                        <a:pt x="1659416" y="3201433"/>
                        <a:pt x="1659416" y="3201433"/>
                      </a:cubicBezTo>
                      <a:lnTo>
                        <a:pt x="1819838" y="3210621"/>
                      </a:lnTo>
                      <a:lnTo>
                        <a:pt x="1847401" y="3183057"/>
                      </a:lnTo>
                      <a:lnTo>
                        <a:pt x="1911569" y="3205954"/>
                      </a:lnTo>
                      <a:lnTo>
                        <a:pt x="1962030" y="3192245"/>
                      </a:lnTo>
                      <a:lnTo>
                        <a:pt x="2007823" y="3183057"/>
                      </a:lnTo>
                      <a:lnTo>
                        <a:pt x="2085700" y="3183057"/>
                      </a:lnTo>
                      <a:lnTo>
                        <a:pt x="2117784" y="3150973"/>
                      </a:lnTo>
                      <a:lnTo>
                        <a:pt x="2227746" y="3150973"/>
                      </a:lnTo>
                      <a:lnTo>
                        <a:pt x="2241455" y="3178536"/>
                      </a:lnTo>
                      <a:lnTo>
                        <a:pt x="2236934" y="3224329"/>
                      </a:lnTo>
                      <a:lnTo>
                        <a:pt x="2214038" y="3265601"/>
                      </a:lnTo>
                      <a:lnTo>
                        <a:pt x="2264497" y="3371042"/>
                      </a:lnTo>
                      <a:cubicBezTo>
                        <a:pt x="2264497" y="3371042"/>
                        <a:pt x="2259976" y="3389418"/>
                        <a:pt x="2259976" y="3403127"/>
                      </a:cubicBezTo>
                      <a:cubicBezTo>
                        <a:pt x="2259976" y="3416835"/>
                        <a:pt x="2218704" y="3444399"/>
                        <a:pt x="2218704" y="3458108"/>
                      </a:cubicBezTo>
                      <a:cubicBezTo>
                        <a:pt x="2218704" y="3471816"/>
                        <a:pt x="2200329" y="3503901"/>
                        <a:pt x="2200329" y="3503901"/>
                      </a:cubicBezTo>
                      <a:cubicBezTo>
                        <a:pt x="2200329" y="3503901"/>
                        <a:pt x="2159056" y="3549694"/>
                        <a:pt x="2159056" y="3563548"/>
                      </a:cubicBezTo>
                      <a:cubicBezTo>
                        <a:pt x="2159056" y="3568944"/>
                        <a:pt x="2159056" y="3599133"/>
                        <a:pt x="2159056" y="3633696"/>
                      </a:cubicBezTo>
                      <a:lnTo>
                        <a:pt x="2172765" y="3627717"/>
                      </a:lnTo>
                      <a:lnTo>
                        <a:pt x="2255309" y="3581924"/>
                      </a:lnTo>
                      <a:lnTo>
                        <a:pt x="2266831" y="3552173"/>
                      </a:lnTo>
                      <a:lnTo>
                        <a:pt x="2296582" y="3542985"/>
                      </a:lnTo>
                      <a:lnTo>
                        <a:pt x="2305769" y="3549839"/>
                      </a:lnTo>
                      <a:cubicBezTo>
                        <a:pt x="2305769" y="3549839"/>
                        <a:pt x="2312624" y="3554360"/>
                        <a:pt x="2312624" y="3563548"/>
                      </a:cubicBezTo>
                      <a:cubicBezTo>
                        <a:pt x="2312624" y="3572736"/>
                        <a:pt x="2321812" y="3563548"/>
                        <a:pt x="2312624" y="3572736"/>
                      </a:cubicBezTo>
                      <a:cubicBezTo>
                        <a:pt x="2303436" y="3581924"/>
                        <a:pt x="2319478" y="3577257"/>
                        <a:pt x="2303436" y="3581924"/>
                      </a:cubicBezTo>
                      <a:cubicBezTo>
                        <a:pt x="2287394" y="3586445"/>
                        <a:pt x="2246122" y="3652947"/>
                        <a:pt x="2246122" y="3652947"/>
                      </a:cubicBezTo>
                      <a:lnTo>
                        <a:pt x="2252976" y="3675843"/>
                      </a:lnTo>
                      <a:cubicBezTo>
                        <a:pt x="2230079" y="3680364"/>
                        <a:pt x="2241455" y="3678177"/>
                        <a:pt x="2218559" y="3682698"/>
                      </a:cubicBezTo>
                      <a:cubicBezTo>
                        <a:pt x="2195662" y="3687219"/>
                        <a:pt x="2195662" y="3687219"/>
                        <a:pt x="2195662" y="3687219"/>
                      </a:cubicBezTo>
                      <a:lnTo>
                        <a:pt x="2181953" y="3703261"/>
                      </a:lnTo>
                      <a:lnTo>
                        <a:pt x="2188807" y="3721636"/>
                      </a:lnTo>
                      <a:lnTo>
                        <a:pt x="2211704" y="3742199"/>
                      </a:lnTo>
                      <a:lnTo>
                        <a:pt x="2230079" y="3744533"/>
                      </a:lnTo>
                      <a:lnTo>
                        <a:pt x="2246122" y="3740012"/>
                      </a:lnTo>
                      <a:lnTo>
                        <a:pt x="2275873" y="3746866"/>
                      </a:lnTo>
                      <a:lnTo>
                        <a:pt x="2298769" y="3753721"/>
                      </a:lnTo>
                      <a:lnTo>
                        <a:pt x="2298769" y="3762909"/>
                      </a:lnTo>
                      <a:lnTo>
                        <a:pt x="2280394" y="3774430"/>
                      </a:lnTo>
                      <a:lnTo>
                        <a:pt x="2243788" y="3774430"/>
                      </a:lnTo>
                      <a:lnTo>
                        <a:pt x="2227746" y="3797326"/>
                      </a:lnTo>
                      <a:lnTo>
                        <a:pt x="2236934" y="3808847"/>
                      </a:lnTo>
                      <a:lnTo>
                        <a:pt x="2239267" y="3829411"/>
                      </a:lnTo>
                      <a:lnTo>
                        <a:pt x="2234746" y="3927997"/>
                      </a:lnTo>
                      <a:cubicBezTo>
                        <a:pt x="2234746" y="3927997"/>
                        <a:pt x="2227892" y="3937185"/>
                        <a:pt x="2209517" y="3939518"/>
                      </a:cubicBezTo>
                      <a:cubicBezTo>
                        <a:pt x="2191141" y="3941851"/>
                        <a:pt x="2163723" y="3951039"/>
                        <a:pt x="2163723" y="3951039"/>
                      </a:cubicBezTo>
                      <a:cubicBezTo>
                        <a:pt x="2152202" y="3957894"/>
                        <a:pt x="2143160" y="3962561"/>
                        <a:pt x="2143160" y="3969415"/>
                      </a:cubicBezTo>
                      <a:lnTo>
                        <a:pt x="2154681" y="3976269"/>
                      </a:lnTo>
                      <a:cubicBezTo>
                        <a:pt x="2154681" y="3976269"/>
                        <a:pt x="2166203" y="3980790"/>
                        <a:pt x="2159202" y="3989978"/>
                      </a:cubicBezTo>
                      <a:cubicBezTo>
                        <a:pt x="2152348" y="3999166"/>
                        <a:pt x="2152348" y="3999166"/>
                        <a:pt x="2152348" y="3999166"/>
                      </a:cubicBezTo>
                      <a:lnTo>
                        <a:pt x="2159202" y="4012875"/>
                      </a:lnTo>
                      <a:lnTo>
                        <a:pt x="2175245" y="4015208"/>
                      </a:lnTo>
                      <a:lnTo>
                        <a:pt x="2204996" y="4015208"/>
                      </a:lnTo>
                      <a:lnTo>
                        <a:pt x="2248601" y="4015208"/>
                      </a:lnTo>
                      <a:lnTo>
                        <a:pt x="2269164" y="4038105"/>
                      </a:lnTo>
                      <a:lnTo>
                        <a:pt x="2298915" y="4044959"/>
                      </a:lnTo>
                      <a:cubicBezTo>
                        <a:pt x="2298915" y="4044959"/>
                        <a:pt x="2305769" y="4035771"/>
                        <a:pt x="2317291" y="4035771"/>
                      </a:cubicBezTo>
                      <a:cubicBezTo>
                        <a:pt x="2328812" y="4035771"/>
                        <a:pt x="2349375" y="4038105"/>
                        <a:pt x="2349375" y="4038105"/>
                      </a:cubicBezTo>
                      <a:cubicBezTo>
                        <a:pt x="2349375" y="4038105"/>
                        <a:pt x="2342521" y="4042625"/>
                        <a:pt x="2351709" y="4047292"/>
                      </a:cubicBezTo>
                      <a:cubicBezTo>
                        <a:pt x="2360896" y="4051813"/>
                        <a:pt x="2376938" y="4056480"/>
                        <a:pt x="2383793" y="4056480"/>
                      </a:cubicBezTo>
                      <a:cubicBezTo>
                        <a:pt x="2390647" y="4056480"/>
                        <a:pt x="2411356" y="4049626"/>
                        <a:pt x="2420398" y="4049626"/>
                      </a:cubicBezTo>
                      <a:cubicBezTo>
                        <a:pt x="2429586" y="4049626"/>
                        <a:pt x="2443295" y="4045105"/>
                        <a:pt x="2461670" y="4049626"/>
                      </a:cubicBezTo>
                      <a:cubicBezTo>
                        <a:pt x="2480046" y="4054147"/>
                        <a:pt x="2548444" y="4100086"/>
                        <a:pt x="2548444" y="4100086"/>
                      </a:cubicBezTo>
                      <a:lnTo>
                        <a:pt x="2548735" y="146"/>
                      </a:lnTo>
                      <a:lnTo>
                        <a:pt x="1204110" y="0"/>
                      </a:lnTo>
                      <a:lnTo>
                        <a:pt x="1259237" y="43606"/>
                      </a:lnTo>
                      <a:lnTo>
                        <a:pt x="1219569" y="86336"/>
                      </a:lnTo>
                      <a:lnTo>
                        <a:pt x="1268425" y="190173"/>
                      </a:lnTo>
                      <a:lnTo>
                        <a:pt x="1233278" y="213069"/>
                      </a:lnTo>
                      <a:lnTo>
                        <a:pt x="1205714" y="235966"/>
                      </a:lnTo>
                      <a:lnTo>
                        <a:pt x="1182818" y="235966"/>
                      </a:lnTo>
                      <a:lnTo>
                        <a:pt x="1104940" y="240487"/>
                      </a:lnTo>
                      <a:cubicBezTo>
                        <a:pt x="1082044" y="231299"/>
                        <a:pt x="1077377" y="212923"/>
                        <a:pt x="1077377" y="212923"/>
                      </a:cubicBezTo>
                      <a:lnTo>
                        <a:pt x="1072856" y="176318"/>
                      </a:lnTo>
                      <a:cubicBezTo>
                        <a:pt x="1072856" y="176318"/>
                        <a:pt x="1040772" y="176318"/>
                        <a:pt x="1072856" y="139713"/>
                      </a:cubicBezTo>
                      <a:cubicBezTo>
                        <a:pt x="1104940" y="103107"/>
                        <a:pt x="1104940" y="103107"/>
                        <a:pt x="1104940" y="103107"/>
                      </a:cubicBezTo>
                      <a:lnTo>
                        <a:pt x="1008687" y="11375"/>
                      </a:lnTo>
                      <a:lnTo>
                        <a:pt x="953706" y="43460"/>
                      </a:lnTo>
                      <a:lnTo>
                        <a:pt x="926143" y="80065"/>
                      </a:lnTo>
                      <a:lnTo>
                        <a:pt x="848265" y="89253"/>
                      </a:lnTo>
                      <a:lnTo>
                        <a:pt x="875829" y="107628"/>
                      </a:lnTo>
                      <a:lnTo>
                        <a:pt x="926289" y="112149"/>
                      </a:lnTo>
                      <a:lnTo>
                        <a:pt x="967561" y="199215"/>
                      </a:lnTo>
                      <a:lnTo>
                        <a:pt x="1013354" y="277092"/>
                      </a:lnTo>
                      <a:lnTo>
                        <a:pt x="1036251" y="286280"/>
                      </a:lnTo>
                      <a:lnTo>
                        <a:pt x="1082044" y="290801"/>
                      </a:lnTo>
                      <a:lnTo>
                        <a:pt x="1109607" y="322885"/>
                      </a:lnTo>
                      <a:lnTo>
                        <a:pt x="1146213" y="396241"/>
                      </a:lnTo>
                      <a:lnTo>
                        <a:pt x="1150734" y="423805"/>
                      </a:lnTo>
                      <a:lnTo>
                        <a:pt x="1150734" y="469598"/>
                      </a:lnTo>
                      <a:lnTo>
                        <a:pt x="1127837" y="474119"/>
                      </a:lnTo>
                      <a:lnTo>
                        <a:pt x="1086565" y="451222"/>
                      </a:lnTo>
                      <a:lnTo>
                        <a:pt x="1086565" y="428326"/>
                      </a:lnTo>
                      <a:lnTo>
                        <a:pt x="976603" y="423805"/>
                      </a:lnTo>
                      <a:lnTo>
                        <a:pt x="985791" y="442180"/>
                      </a:lnTo>
                      <a:lnTo>
                        <a:pt x="985791" y="474265"/>
                      </a:lnTo>
                      <a:cubicBezTo>
                        <a:pt x="985791" y="474265"/>
                        <a:pt x="994979" y="483453"/>
                        <a:pt x="994979" y="501828"/>
                      </a:cubicBezTo>
                      <a:cubicBezTo>
                        <a:pt x="994979" y="520204"/>
                        <a:pt x="972082" y="556809"/>
                        <a:pt x="972082" y="556809"/>
                      </a:cubicBezTo>
                      <a:lnTo>
                        <a:pt x="944519" y="616457"/>
                      </a:lnTo>
                      <a:lnTo>
                        <a:pt x="907914" y="694334"/>
                      </a:lnTo>
                      <a:lnTo>
                        <a:pt x="944519" y="730939"/>
                      </a:lnTo>
                      <a:lnTo>
                        <a:pt x="1031584" y="744648"/>
                      </a:lnTo>
                      <a:lnTo>
                        <a:pt x="1059147" y="781253"/>
                      </a:lnTo>
                      <a:lnTo>
                        <a:pt x="1086711" y="817859"/>
                      </a:lnTo>
                      <a:cubicBezTo>
                        <a:pt x="1086711" y="817859"/>
                        <a:pt x="1045439" y="831568"/>
                        <a:pt x="1031730" y="831568"/>
                      </a:cubicBezTo>
                      <a:cubicBezTo>
                        <a:pt x="1018021" y="831568"/>
                        <a:pt x="885017" y="845276"/>
                        <a:pt x="885017" y="845276"/>
                      </a:cubicBezTo>
                      <a:lnTo>
                        <a:pt x="761201" y="804004"/>
                      </a:lnTo>
                      <a:lnTo>
                        <a:pt x="756679" y="831568"/>
                      </a:lnTo>
                      <a:cubicBezTo>
                        <a:pt x="756679" y="831568"/>
                        <a:pt x="750554" y="842214"/>
                        <a:pt x="756679" y="854464"/>
                      </a:cubicBezTo>
                      <a:cubicBezTo>
                        <a:pt x="770388" y="882027"/>
                        <a:pt x="825369" y="918633"/>
                        <a:pt x="825369" y="918633"/>
                      </a:cubicBezTo>
                      <a:lnTo>
                        <a:pt x="871162" y="904924"/>
                      </a:lnTo>
                      <a:lnTo>
                        <a:pt x="926143" y="904924"/>
                      </a:lnTo>
                      <a:lnTo>
                        <a:pt x="939852" y="964572"/>
                      </a:lnTo>
                      <a:cubicBezTo>
                        <a:pt x="939852" y="964572"/>
                        <a:pt x="944373" y="996656"/>
                        <a:pt x="930664" y="1005844"/>
                      </a:cubicBezTo>
                      <a:cubicBezTo>
                        <a:pt x="916955" y="1015032"/>
                        <a:pt x="944373" y="1037928"/>
                        <a:pt x="898580" y="1037928"/>
                      </a:cubicBezTo>
                      <a:cubicBezTo>
                        <a:pt x="852787" y="1037928"/>
                        <a:pt x="793139" y="1037928"/>
                        <a:pt x="793139" y="1037928"/>
                      </a:cubicBezTo>
                      <a:lnTo>
                        <a:pt x="779430" y="987468"/>
                      </a:lnTo>
                      <a:lnTo>
                        <a:pt x="738158" y="987468"/>
                      </a:lnTo>
                      <a:lnTo>
                        <a:pt x="706074" y="991989"/>
                      </a:lnTo>
                      <a:lnTo>
                        <a:pt x="641905" y="895736"/>
                      </a:lnTo>
                      <a:lnTo>
                        <a:pt x="586924" y="859131"/>
                      </a:lnTo>
                      <a:lnTo>
                        <a:pt x="596112" y="781253"/>
                      </a:lnTo>
                      <a:lnTo>
                        <a:pt x="559507" y="749169"/>
                      </a:lnTo>
                      <a:lnTo>
                        <a:pt x="481629" y="744648"/>
                      </a:lnTo>
                      <a:cubicBezTo>
                        <a:pt x="481629" y="744648"/>
                        <a:pt x="426649" y="735460"/>
                        <a:pt x="408273" y="721752"/>
                      </a:cubicBezTo>
                      <a:cubicBezTo>
                        <a:pt x="389897" y="708043"/>
                        <a:pt x="339583" y="657583"/>
                        <a:pt x="339583" y="657583"/>
                      </a:cubicBezTo>
                      <a:cubicBezTo>
                        <a:pt x="339583" y="657583"/>
                        <a:pt x="312020" y="625499"/>
                        <a:pt x="330395" y="625499"/>
                      </a:cubicBezTo>
                      <a:cubicBezTo>
                        <a:pt x="348771" y="625499"/>
                        <a:pt x="422128" y="625499"/>
                        <a:pt x="422128" y="625499"/>
                      </a:cubicBezTo>
                      <a:cubicBezTo>
                        <a:pt x="422128" y="625499"/>
                        <a:pt x="394564" y="639207"/>
                        <a:pt x="422128" y="653062"/>
                      </a:cubicBezTo>
                      <a:cubicBezTo>
                        <a:pt x="449691" y="666771"/>
                        <a:pt x="490817" y="694334"/>
                        <a:pt x="509192" y="685146"/>
                      </a:cubicBezTo>
                      <a:cubicBezTo>
                        <a:pt x="527568" y="675959"/>
                        <a:pt x="550465" y="662250"/>
                        <a:pt x="577882" y="662250"/>
                      </a:cubicBezTo>
                      <a:cubicBezTo>
                        <a:pt x="605446" y="662250"/>
                        <a:pt x="687844" y="662250"/>
                        <a:pt x="687844" y="662250"/>
                      </a:cubicBezTo>
                      <a:lnTo>
                        <a:pt x="811660" y="648541"/>
                      </a:lnTo>
                      <a:lnTo>
                        <a:pt x="903393" y="570664"/>
                      </a:lnTo>
                      <a:lnTo>
                        <a:pt x="917101" y="387345"/>
                      </a:lnTo>
                      <a:lnTo>
                        <a:pt x="857453" y="341552"/>
                      </a:lnTo>
                      <a:lnTo>
                        <a:pt x="811660" y="286571"/>
                      </a:lnTo>
                      <a:lnTo>
                        <a:pt x="687844" y="291092"/>
                      </a:lnTo>
                      <a:lnTo>
                        <a:pt x="587070" y="286571"/>
                      </a:lnTo>
                      <a:lnTo>
                        <a:pt x="490817" y="226924"/>
                      </a:lnTo>
                      <a:lnTo>
                        <a:pt x="325875" y="226924"/>
                      </a:lnTo>
                      <a:lnTo>
                        <a:pt x="270893" y="254487"/>
                      </a:lnTo>
                      <a:lnTo>
                        <a:pt x="170119" y="263675"/>
                      </a:lnTo>
                      <a:cubicBezTo>
                        <a:pt x="170119" y="263675"/>
                        <a:pt x="151744" y="254487"/>
                        <a:pt x="151744" y="240778"/>
                      </a:cubicBezTo>
                      <a:cubicBezTo>
                        <a:pt x="151744" y="227070"/>
                        <a:pt x="156265" y="199506"/>
                        <a:pt x="156265" y="199506"/>
                      </a:cubicBezTo>
                      <a:lnTo>
                        <a:pt x="92096" y="199506"/>
                      </a:lnTo>
                      <a:lnTo>
                        <a:pt x="92096" y="222403"/>
                      </a:lnTo>
                      <a:cubicBezTo>
                        <a:pt x="92096" y="222403"/>
                        <a:pt x="110472" y="254487"/>
                        <a:pt x="92096" y="254487"/>
                      </a:cubicBezTo>
                      <a:cubicBezTo>
                        <a:pt x="73721" y="254487"/>
                        <a:pt x="50824" y="254487"/>
                        <a:pt x="50824" y="254487"/>
                      </a:cubicBezTo>
                      <a:lnTo>
                        <a:pt x="50824" y="304947"/>
                      </a:lnTo>
                      <a:lnTo>
                        <a:pt x="73" y="350886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sp>
            <p:nvSpPr>
              <p:cNvPr id="36" name="Freeform: Shape 482">
                <a:extLst>
                  <a:ext uri="{FF2B5EF4-FFF2-40B4-BE49-F238E27FC236}">
                    <a16:creationId xmlns:a16="http://schemas.microsoft.com/office/drawing/2014/main" id="{8DA3D1EA-7435-810B-ADD7-7500D3E8CD22}"/>
                  </a:ext>
                </a:extLst>
              </p:cNvPr>
              <p:cNvSpPr/>
              <p:nvPr/>
            </p:nvSpPr>
            <p:spPr>
              <a:xfrm>
                <a:off x="8519802" y="2320572"/>
                <a:ext cx="14584" cy="14584"/>
              </a:xfrm>
              <a:custGeom>
                <a:avLst/>
                <a:gdLst>
                  <a:gd name="connsiteX0" fmla="*/ 3792 w 0"/>
                  <a:gd name="connsiteY0" fmla="*/ 0 h 0"/>
                  <a:gd name="connsiteX1" fmla="*/ 0 w 0"/>
                  <a:gd name="connsiteY1" fmla="*/ 1021 h 0"/>
                  <a:gd name="connsiteX2" fmla="*/ 3792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3792" y="0"/>
                    </a:moveTo>
                    <a:cubicBezTo>
                      <a:pt x="2479" y="292"/>
                      <a:pt x="1312" y="729"/>
                      <a:pt x="0" y="1021"/>
                    </a:cubicBezTo>
                    <a:cubicBezTo>
                      <a:pt x="1312" y="583"/>
                      <a:pt x="2479" y="292"/>
                      <a:pt x="3792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37" name="Freeform: Shape 483">
                <a:extLst>
                  <a:ext uri="{FF2B5EF4-FFF2-40B4-BE49-F238E27FC236}">
                    <a16:creationId xmlns:a16="http://schemas.microsoft.com/office/drawing/2014/main" id="{7DDB37D6-ABDC-B331-9E2E-77DFEAF38DC6}"/>
                  </a:ext>
                </a:extLst>
              </p:cNvPr>
              <p:cNvSpPr/>
              <p:nvPr/>
            </p:nvSpPr>
            <p:spPr>
              <a:xfrm>
                <a:off x="8525199" y="2319259"/>
                <a:ext cx="14584" cy="14584"/>
              </a:xfrm>
              <a:custGeom>
                <a:avLst/>
                <a:gdLst>
                  <a:gd name="connsiteX0" fmla="*/ 3500 w 0"/>
                  <a:gd name="connsiteY0" fmla="*/ 0 h 0"/>
                  <a:gd name="connsiteX1" fmla="*/ 0 w 0"/>
                  <a:gd name="connsiteY1" fmla="*/ 875 h 0"/>
                  <a:gd name="connsiteX2" fmla="*/ 350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3500" y="0"/>
                    </a:moveTo>
                    <a:cubicBezTo>
                      <a:pt x="2333" y="292"/>
                      <a:pt x="1167" y="583"/>
                      <a:pt x="0" y="875"/>
                    </a:cubicBezTo>
                    <a:cubicBezTo>
                      <a:pt x="1021" y="583"/>
                      <a:pt x="2333" y="292"/>
                      <a:pt x="350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38" name="Freeform: Shape 484">
                <a:extLst>
                  <a:ext uri="{FF2B5EF4-FFF2-40B4-BE49-F238E27FC236}">
                    <a16:creationId xmlns:a16="http://schemas.microsoft.com/office/drawing/2014/main" id="{93B948E9-860E-F464-EE4B-47B6C48269EE}"/>
                  </a:ext>
                </a:extLst>
              </p:cNvPr>
              <p:cNvSpPr/>
              <p:nvPr/>
            </p:nvSpPr>
            <p:spPr>
              <a:xfrm>
                <a:off x="8529720" y="2317801"/>
                <a:ext cx="14584" cy="14584"/>
              </a:xfrm>
              <a:custGeom>
                <a:avLst/>
                <a:gdLst>
                  <a:gd name="connsiteX0" fmla="*/ 3937 w 0"/>
                  <a:gd name="connsiteY0" fmla="*/ 0 h 0"/>
                  <a:gd name="connsiteX1" fmla="*/ 0 w 0"/>
                  <a:gd name="connsiteY1" fmla="*/ 1021 h 0"/>
                  <a:gd name="connsiteX2" fmla="*/ 3937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3937" y="0"/>
                    </a:moveTo>
                    <a:cubicBezTo>
                      <a:pt x="2625" y="292"/>
                      <a:pt x="1312" y="729"/>
                      <a:pt x="0" y="1021"/>
                    </a:cubicBezTo>
                    <a:cubicBezTo>
                      <a:pt x="1312" y="729"/>
                      <a:pt x="2625" y="438"/>
                      <a:pt x="3937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39" name="Freeform: Shape 485">
                <a:extLst>
                  <a:ext uri="{FF2B5EF4-FFF2-40B4-BE49-F238E27FC236}">
                    <a16:creationId xmlns:a16="http://schemas.microsoft.com/office/drawing/2014/main" id="{FBC1B5C1-AE07-B811-9F7D-4837BAD4C0BA}"/>
                  </a:ext>
                </a:extLst>
              </p:cNvPr>
              <p:cNvSpPr/>
              <p:nvPr/>
            </p:nvSpPr>
            <p:spPr>
              <a:xfrm>
                <a:off x="8519073" y="2321739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0 w 0"/>
                  <a:gd name="connsiteY1" fmla="*/ 0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40" name="Freeform: Shape 486">
                <a:extLst>
                  <a:ext uri="{FF2B5EF4-FFF2-40B4-BE49-F238E27FC236}">
                    <a16:creationId xmlns:a16="http://schemas.microsoft.com/office/drawing/2014/main" id="{8DF28BEB-D693-978F-3034-2A2429009712}"/>
                  </a:ext>
                </a:extLst>
              </p:cNvPr>
              <p:cNvSpPr/>
              <p:nvPr/>
            </p:nvSpPr>
            <p:spPr>
              <a:xfrm>
                <a:off x="8535115" y="2316634"/>
                <a:ext cx="14584" cy="14584"/>
              </a:xfrm>
              <a:custGeom>
                <a:avLst/>
                <a:gdLst>
                  <a:gd name="connsiteX0" fmla="*/ 2917 w 0"/>
                  <a:gd name="connsiteY0" fmla="*/ 0 h 0"/>
                  <a:gd name="connsiteX1" fmla="*/ 0 w 0"/>
                  <a:gd name="connsiteY1" fmla="*/ 875 h 0"/>
                  <a:gd name="connsiteX2" fmla="*/ 2917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917" y="0"/>
                    </a:moveTo>
                    <a:cubicBezTo>
                      <a:pt x="1896" y="292"/>
                      <a:pt x="1021" y="583"/>
                      <a:pt x="0" y="875"/>
                    </a:cubicBezTo>
                    <a:cubicBezTo>
                      <a:pt x="1021" y="583"/>
                      <a:pt x="1896" y="292"/>
                      <a:pt x="2917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41" name="Freeform: Shape 487">
                <a:extLst>
                  <a:ext uri="{FF2B5EF4-FFF2-40B4-BE49-F238E27FC236}">
                    <a16:creationId xmlns:a16="http://schemas.microsoft.com/office/drawing/2014/main" id="{B774CC56-5A6D-DE5F-A915-98695585FCE9}"/>
                  </a:ext>
                </a:extLst>
              </p:cNvPr>
              <p:cNvSpPr/>
              <p:nvPr/>
            </p:nvSpPr>
            <p:spPr>
              <a:xfrm>
                <a:off x="8556262" y="2311384"/>
                <a:ext cx="14584" cy="14584"/>
              </a:xfrm>
              <a:custGeom>
                <a:avLst/>
                <a:gdLst>
                  <a:gd name="connsiteX0" fmla="*/ 292 w 0"/>
                  <a:gd name="connsiteY0" fmla="*/ 0 h 0"/>
                  <a:gd name="connsiteX1" fmla="*/ 0 w 0"/>
                  <a:gd name="connsiteY1" fmla="*/ 146 h 0"/>
                  <a:gd name="connsiteX2" fmla="*/ 292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92" y="0"/>
                    </a:moveTo>
                    <a:cubicBezTo>
                      <a:pt x="292" y="0"/>
                      <a:pt x="146" y="0"/>
                      <a:pt x="0" y="146"/>
                    </a:cubicBezTo>
                    <a:cubicBezTo>
                      <a:pt x="146" y="0"/>
                      <a:pt x="292" y="0"/>
                      <a:pt x="292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42" name="Freeform: Shape 488">
                <a:extLst>
                  <a:ext uri="{FF2B5EF4-FFF2-40B4-BE49-F238E27FC236}">
                    <a16:creationId xmlns:a16="http://schemas.microsoft.com/office/drawing/2014/main" id="{246A9569-A44A-2989-F0B7-6A5941F79F7F}"/>
                  </a:ext>
                </a:extLst>
              </p:cNvPr>
              <p:cNvSpPr/>
              <p:nvPr/>
            </p:nvSpPr>
            <p:spPr>
              <a:xfrm>
                <a:off x="8554949" y="2311530"/>
                <a:ext cx="14584" cy="14584"/>
              </a:xfrm>
              <a:custGeom>
                <a:avLst/>
                <a:gdLst>
                  <a:gd name="connsiteX0" fmla="*/ 1021 w 0"/>
                  <a:gd name="connsiteY0" fmla="*/ 0 h 0"/>
                  <a:gd name="connsiteX1" fmla="*/ 0 w 0"/>
                  <a:gd name="connsiteY1" fmla="*/ 292 h 0"/>
                  <a:gd name="connsiteX2" fmla="*/ 1021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021" y="0"/>
                    </a:moveTo>
                    <a:cubicBezTo>
                      <a:pt x="729" y="0"/>
                      <a:pt x="437" y="146"/>
                      <a:pt x="0" y="292"/>
                    </a:cubicBezTo>
                    <a:cubicBezTo>
                      <a:pt x="583" y="146"/>
                      <a:pt x="875" y="146"/>
                      <a:pt x="1021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43" name="Freeform: Shape 489">
                <a:extLst>
                  <a:ext uri="{FF2B5EF4-FFF2-40B4-BE49-F238E27FC236}">
                    <a16:creationId xmlns:a16="http://schemas.microsoft.com/office/drawing/2014/main" id="{14AC6614-BF58-AE2C-C707-1C5A11A62164}"/>
                  </a:ext>
                </a:extLst>
              </p:cNvPr>
              <p:cNvSpPr/>
              <p:nvPr/>
            </p:nvSpPr>
            <p:spPr>
              <a:xfrm>
                <a:off x="8553199" y="2311968"/>
                <a:ext cx="14584" cy="14584"/>
              </a:xfrm>
              <a:custGeom>
                <a:avLst/>
                <a:gdLst>
                  <a:gd name="connsiteX0" fmla="*/ 1604 w 0"/>
                  <a:gd name="connsiteY0" fmla="*/ 0 h 0"/>
                  <a:gd name="connsiteX1" fmla="*/ 0 w 0"/>
                  <a:gd name="connsiteY1" fmla="*/ 437 h 0"/>
                  <a:gd name="connsiteX2" fmla="*/ 1604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604" y="0"/>
                    </a:moveTo>
                    <a:cubicBezTo>
                      <a:pt x="1167" y="146"/>
                      <a:pt x="583" y="292"/>
                      <a:pt x="0" y="437"/>
                    </a:cubicBezTo>
                    <a:cubicBezTo>
                      <a:pt x="583" y="292"/>
                      <a:pt x="1167" y="146"/>
                      <a:pt x="1604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44" name="Freeform: Shape 490">
                <a:extLst>
                  <a:ext uri="{FF2B5EF4-FFF2-40B4-BE49-F238E27FC236}">
                    <a16:creationId xmlns:a16="http://schemas.microsoft.com/office/drawing/2014/main" id="{F5D52B11-7AE6-F5A4-DE5F-B7AEDC3EC5D8}"/>
                  </a:ext>
                </a:extLst>
              </p:cNvPr>
              <p:cNvSpPr/>
              <p:nvPr/>
            </p:nvSpPr>
            <p:spPr>
              <a:xfrm>
                <a:off x="8550574" y="2312551"/>
                <a:ext cx="14584" cy="14584"/>
              </a:xfrm>
              <a:custGeom>
                <a:avLst/>
                <a:gdLst>
                  <a:gd name="connsiteX0" fmla="*/ 1750 w 0"/>
                  <a:gd name="connsiteY0" fmla="*/ 0 h 0"/>
                  <a:gd name="connsiteX1" fmla="*/ 0 w 0"/>
                  <a:gd name="connsiteY1" fmla="*/ 437 h 0"/>
                  <a:gd name="connsiteX2" fmla="*/ 175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750" y="0"/>
                    </a:moveTo>
                    <a:cubicBezTo>
                      <a:pt x="1167" y="146"/>
                      <a:pt x="583" y="292"/>
                      <a:pt x="0" y="437"/>
                    </a:cubicBezTo>
                    <a:cubicBezTo>
                      <a:pt x="729" y="437"/>
                      <a:pt x="1312" y="146"/>
                      <a:pt x="175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45" name="Freeform: Shape 492">
                <a:extLst>
                  <a:ext uri="{FF2B5EF4-FFF2-40B4-BE49-F238E27FC236}">
                    <a16:creationId xmlns:a16="http://schemas.microsoft.com/office/drawing/2014/main" id="{ACBED800-9830-5BDA-AAE7-E7A0F0C28A03}"/>
                  </a:ext>
                </a:extLst>
              </p:cNvPr>
              <p:cNvSpPr/>
              <p:nvPr/>
            </p:nvSpPr>
            <p:spPr>
              <a:xfrm>
                <a:off x="8543866" y="2314447"/>
                <a:ext cx="14584" cy="14584"/>
              </a:xfrm>
              <a:custGeom>
                <a:avLst/>
                <a:gdLst>
                  <a:gd name="connsiteX0" fmla="*/ 2187 w 0"/>
                  <a:gd name="connsiteY0" fmla="*/ 0 h 0"/>
                  <a:gd name="connsiteX1" fmla="*/ 0 w 0"/>
                  <a:gd name="connsiteY1" fmla="*/ 583 h 0"/>
                  <a:gd name="connsiteX2" fmla="*/ 2187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187" y="0"/>
                    </a:moveTo>
                    <a:cubicBezTo>
                      <a:pt x="1458" y="146"/>
                      <a:pt x="729" y="437"/>
                      <a:pt x="0" y="583"/>
                    </a:cubicBezTo>
                    <a:cubicBezTo>
                      <a:pt x="729" y="292"/>
                      <a:pt x="1458" y="146"/>
                      <a:pt x="2187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46" name="Freeform: Shape 493">
                <a:extLst>
                  <a:ext uri="{FF2B5EF4-FFF2-40B4-BE49-F238E27FC236}">
                    <a16:creationId xmlns:a16="http://schemas.microsoft.com/office/drawing/2014/main" id="{4C077E98-8049-03E8-ACA8-52C9439EFE6D}"/>
                  </a:ext>
                </a:extLst>
              </p:cNvPr>
              <p:cNvSpPr/>
              <p:nvPr/>
            </p:nvSpPr>
            <p:spPr>
              <a:xfrm>
                <a:off x="8547074" y="2313280"/>
                <a:ext cx="14584" cy="14584"/>
              </a:xfrm>
              <a:custGeom>
                <a:avLst/>
                <a:gdLst>
                  <a:gd name="connsiteX0" fmla="*/ 2771 w 0"/>
                  <a:gd name="connsiteY0" fmla="*/ 0 h 0"/>
                  <a:gd name="connsiteX1" fmla="*/ 0 w 0"/>
                  <a:gd name="connsiteY1" fmla="*/ 729 h 0"/>
                  <a:gd name="connsiteX2" fmla="*/ 2771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771" y="0"/>
                    </a:moveTo>
                    <a:cubicBezTo>
                      <a:pt x="1896" y="292"/>
                      <a:pt x="1021" y="437"/>
                      <a:pt x="0" y="729"/>
                    </a:cubicBezTo>
                    <a:cubicBezTo>
                      <a:pt x="1021" y="583"/>
                      <a:pt x="2042" y="292"/>
                      <a:pt x="2771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47" name="Freeform: Shape 497">
                <a:extLst>
                  <a:ext uri="{FF2B5EF4-FFF2-40B4-BE49-F238E27FC236}">
                    <a16:creationId xmlns:a16="http://schemas.microsoft.com/office/drawing/2014/main" id="{17A3EBA4-7F49-7F5A-55F1-8EBDCA186530}"/>
                  </a:ext>
                </a:extLst>
              </p:cNvPr>
              <p:cNvSpPr/>
              <p:nvPr/>
            </p:nvSpPr>
            <p:spPr>
              <a:xfrm>
                <a:off x="8539053" y="2315322"/>
                <a:ext cx="14584" cy="14584"/>
              </a:xfrm>
              <a:custGeom>
                <a:avLst/>
                <a:gdLst>
                  <a:gd name="connsiteX0" fmla="*/ 3500 w 0"/>
                  <a:gd name="connsiteY0" fmla="*/ 0 h 0"/>
                  <a:gd name="connsiteX1" fmla="*/ 0 w 0"/>
                  <a:gd name="connsiteY1" fmla="*/ 1021 h 0"/>
                  <a:gd name="connsiteX2" fmla="*/ 350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3500" y="0"/>
                    </a:moveTo>
                    <a:cubicBezTo>
                      <a:pt x="2333" y="292"/>
                      <a:pt x="1167" y="583"/>
                      <a:pt x="0" y="1021"/>
                    </a:cubicBezTo>
                    <a:cubicBezTo>
                      <a:pt x="1312" y="729"/>
                      <a:pt x="2479" y="437"/>
                      <a:pt x="350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48" name="Graphic 1">
                <a:extLst>
                  <a:ext uri="{FF2B5EF4-FFF2-40B4-BE49-F238E27FC236}">
                    <a16:creationId xmlns:a16="http://schemas.microsoft.com/office/drawing/2014/main" id="{C028D3E5-DAD0-9406-040B-A1BEF95A6866}"/>
                  </a:ext>
                </a:extLst>
              </p:cNvPr>
              <p:cNvGrpSpPr/>
              <p:nvPr/>
            </p:nvGrpSpPr>
            <p:grpSpPr>
              <a:xfrm>
                <a:off x="8624806" y="494536"/>
                <a:ext cx="904195" cy="2420908"/>
                <a:chOff x="8624806" y="494536"/>
                <a:chExt cx="904195" cy="2420908"/>
              </a:xfrm>
              <a:grpFill/>
            </p:grpSpPr>
            <p:sp>
              <p:nvSpPr>
                <p:cNvPr id="307" name="Freeform: Shape 499">
                  <a:extLst>
                    <a:ext uri="{FF2B5EF4-FFF2-40B4-BE49-F238E27FC236}">
                      <a16:creationId xmlns:a16="http://schemas.microsoft.com/office/drawing/2014/main" id="{D294E67E-2030-E233-4708-89C000091B15}"/>
                    </a:ext>
                  </a:extLst>
                </p:cNvPr>
                <p:cNvSpPr/>
                <p:nvPr/>
              </p:nvSpPr>
              <p:spPr>
                <a:xfrm>
                  <a:off x="9226679" y="526766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312 w 0"/>
                    <a:gd name="connsiteY1" fmla="*/ 1750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437" y="583"/>
                        <a:pt x="1021" y="1167"/>
                        <a:pt x="1312" y="1750"/>
                      </a:cubicBezTo>
                      <a:cubicBezTo>
                        <a:pt x="1021" y="1167"/>
                        <a:pt x="437" y="583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08" name="Freeform: Shape 500">
                  <a:extLst>
                    <a:ext uri="{FF2B5EF4-FFF2-40B4-BE49-F238E27FC236}">
                      <a16:creationId xmlns:a16="http://schemas.microsoft.com/office/drawing/2014/main" id="{97DCCC87-003D-C655-03C5-A6460545F22D}"/>
                    </a:ext>
                  </a:extLst>
                </p:cNvPr>
                <p:cNvSpPr/>
                <p:nvPr/>
              </p:nvSpPr>
              <p:spPr>
                <a:xfrm>
                  <a:off x="9222595" y="521516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896 w 0"/>
                    <a:gd name="connsiteY1" fmla="*/ 2479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729" y="875"/>
                        <a:pt x="1312" y="1604"/>
                        <a:pt x="1896" y="2479"/>
                      </a:cubicBezTo>
                      <a:cubicBezTo>
                        <a:pt x="1312" y="1604"/>
                        <a:pt x="583" y="875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09" name="Freeform: Shape 501">
                  <a:extLst>
                    <a:ext uri="{FF2B5EF4-FFF2-40B4-BE49-F238E27FC236}">
                      <a16:creationId xmlns:a16="http://schemas.microsoft.com/office/drawing/2014/main" id="{866893FD-332F-97F2-9BFD-BCBF53D8A86A}"/>
                    </a:ext>
                  </a:extLst>
                </p:cNvPr>
                <p:cNvSpPr/>
                <p:nvPr/>
              </p:nvSpPr>
              <p:spPr>
                <a:xfrm>
                  <a:off x="9331099" y="550684"/>
                  <a:ext cx="14584" cy="14584"/>
                </a:xfrm>
                <a:custGeom>
                  <a:avLst/>
                  <a:gdLst>
                    <a:gd name="connsiteX0" fmla="*/ 729 w 0"/>
                    <a:gd name="connsiteY0" fmla="*/ 0 h 0"/>
                    <a:gd name="connsiteX1" fmla="*/ 0 w 0"/>
                    <a:gd name="connsiteY1" fmla="*/ 2917 h 0"/>
                    <a:gd name="connsiteX2" fmla="*/ 729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729" y="0"/>
                      </a:moveTo>
                      <a:lnTo>
                        <a:pt x="0" y="2917"/>
                      </a:lnTo>
                      <a:lnTo>
                        <a:pt x="729" y="0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10" name="Freeform: Shape 502">
                  <a:extLst>
                    <a:ext uri="{FF2B5EF4-FFF2-40B4-BE49-F238E27FC236}">
                      <a16:creationId xmlns:a16="http://schemas.microsoft.com/office/drawing/2014/main" id="{CDEAFD72-C903-4527-AC0E-A4C3DB457F7D}"/>
                    </a:ext>
                  </a:extLst>
                </p:cNvPr>
                <p:cNvSpPr/>
                <p:nvPr/>
              </p:nvSpPr>
              <p:spPr>
                <a:xfrm>
                  <a:off x="9224929" y="52457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312 w 0"/>
                    <a:gd name="connsiteY1" fmla="*/ 1604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437" y="583"/>
                        <a:pt x="875" y="1021"/>
                        <a:pt x="1312" y="1604"/>
                      </a:cubicBezTo>
                      <a:cubicBezTo>
                        <a:pt x="875" y="1021"/>
                        <a:pt x="437" y="437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11" name="Freeform: Shape 503">
                  <a:extLst>
                    <a:ext uri="{FF2B5EF4-FFF2-40B4-BE49-F238E27FC236}">
                      <a16:creationId xmlns:a16="http://schemas.microsoft.com/office/drawing/2014/main" id="{7FCEE45F-9574-2DCC-EA5B-87ADA2FF96FD}"/>
                    </a:ext>
                  </a:extLst>
                </p:cNvPr>
                <p:cNvSpPr/>
                <p:nvPr/>
              </p:nvSpPr>
              <p:spPr>
                <a:xfrm>
                  <a:off x="9528417" y="101896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583 w 0"/>
                    <a:gd name="connsiteY1" fmla="*/ 146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0"/>
                        <a:pt x="292" y="0"/>
                        <a:pt x="583" y="146"/>
                      </a:cubicBezTo>
                      <a:cubicBezTo>
                        <a:pt x="437" y="0"/>
                        <a:pt x="146" y="0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12" name="Freeform: Shape 506">
                  <a:extLst>
                    <a:ext uri="{FF2B5EF4-FFF2-40B4-BE49-F238E27FC236}">
                      <a16:creationId xmlns:a16="http://schemas.microsoft.com/office/drawing/2014/main" id="{796937A8-3ECB-1727-CEE2-A9547D761CC6}"/>
                    </a:ext>
                  </a:extLst>
                </p:cNvPr>
                <p:cNvSpPr/>
                <p:nvPr/>
              </p:nvSpPr>
              <p:spPr>
                <a:xfrm>
                  <a:off x="9478978" y="1037199"/>
                  <a:ext cx="14584" cy="14584"/>
                </a:xfrm>
                <a:custGeom>
                  <a:avLst/>
                  <a:gdLst>
                    <a:gd name="connsiteX0" fmla="*/ 3354 w 0"/>
                    <a:gd name="connsiteY0" fmla="*/ 0 h 0"/>
                    <a:gd name="connsiteX1" fmla="*/ 0 w 0"/>
                    <a:gd name="connsiteY1" fmla="*/ 1896 h 0"/>
                    <a:gd name="connsiteX2" fmla="*/ 3354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3354" y="0"/>
                      </a:moveTo>
                      <a:cubicBezTo>
                        <a:pt x="2333" y="729"/>
                        <a:pt x="1167" y="1458"/>
                        <a:pt x="0" y="1896"/>
                      </a:cubicBezTo>
                      <a:cubicBezTo>
                        <a:pt x="1167" y="1458"/>
                        <a:pt x="2333" y="729"/>
                        <a:pt x="3354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13" name="Freeform: Shape 507">
                  <a:extLst>
                    <a:ext uri="{FF2B5EF4-FFF2-40B4-BE49-F238E27FC236}">
                      <a16:creationId xmlns:a16="http://schemas.microsoft.com/office/drawing/2014/main" id="{1D0E0C67-7168-5C16-6DB8-F5B6529651C4}"/>
                    </a:ext>
                  </a:extLst>
                </p:cNvPr>
                <p:cNvSpPr/>
                <p:nvPr/>
              </p:nvSpPr>
              <p:spPr>
                <a:xfrm>
                  <a:off x="9529146" y="1019115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8604 w 0"/>
                    <a:gd name="connsiteY1" fmla="*/ 2917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604" y="292"/>
                        <a:pt x="5250" y="1167"/>
                        <a:pt x="8604" y="2917"/>
                      </a:cubicBezTo>
                      <a:cubicBezTo>
                        <a:pt x="5250" y="1167"/>
                        <a:pt x="1604" y="29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14" name="Freeform: Shape 508">
                  <a:extLst>
                    <a:ext uri="{FF2B5EF4-FFF2-40B4-BE49-F238E27FC236}">
                      <a16:creationId xmlns:a16="http://schemas.microsoft.com/office/drawing/2014/main" id="{AA4C0C72-2F2A-9654-D38D-B86FAB8697A2}"/>
                    </a:ext>
                  </a:extLst>
                </p:cNvPr>
                <p:cNvSpPr/>
                <p:nvPr/>
              </p:nvSpPr>
              <p:spPr>
                <a:xfrm>
                  <a:off x="9528271" y="101882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0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146" y="0"/>
                        <a:pt x="29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15" name="Freeform: Shape 509">
                  <a:extLst>
                    <a:ext uri="{FF2B5EF4-FFF2-40B4-BE49-F238E27FC236}">
                      <a16:creationId xmlns:a16="http://schemas.microsoft.com/office/drawing/2014/main" id="{1F340BF5-452A-D25E-37E5-EAF99232FF12}"/>
                    </a:ext>
                  </a:extLst>
                </p:cNvPr>
                <p:cNvSpPr/>
                <p:nvPr/>
              </p:nvSpPr>
              <p:spPr>
                <a:xfrm>
                  <a:off x="9200282" y="494536"/>
                  <a:ext cx="14584" cy="14584"/>
                </a:xfrm>
                <a:custGeom>
                  <a:avLst/>
                  <a:gdLst>
                    <a:gd name="connsiteX0" fmla="*/ 1604 w 0"/>
                    <a:gd name="connsiteY0" fmla="*/ 1896 h 0"/>
                    <a:gd name="connsiteX1" fmla="*/ 0 w 0"/>
                    <a:gd name="connsiteY1" fmla="*/ 0 h 0"/>
                    <a:gd name="connsiteX2" fmla="*/ 0 w 0"/>
                    <a:gd name="connsiteY2" fmla="*/ 0 h 0"/>
                    <a:gd name="connsiteX3" fmla="*/ 1604 w 0"/>
                    <a:gd name="connsiteY3" fmla="*/ 1896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>
                      <a:moveTo>
                        <a:pt x="1604" y="1896"/>
                      </a:moveTo>
                      <a:cubicBezTo>
                        <a:pt x="1021" y="1313"/>
                        <a:pt x="583" y="583"/>
                        <a:pt x="0" y="0"/>
                      </a:cubicBezTo>
                      <a:lnTo>
                        <a:pt x="0" y="0"/>
                      </a:lnTo>
                      <a:cubicBezTo>
                        <a:pt x="437" y="729"/>
                        <a:pt x="1021" y="1313"/>
                        <a:pt x="1604" y="1896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16" name="Freeform: Shape 510">
                  <a:extLst>
                    <a:ext uri="{FF2B5EF4-FFF2-40B4-BE49-F238E27FC236}">
                      <a16:creationId xmlns:a16="http://schemas.microsoft.com/office/drawing/2014/main" id="{24874031-1236-2772-FA14-58D67103AE40}"/>
                    </a:ext>
                  </a:extLst>
                </p:cNvPr>
                <p:cNvSpPr/>
                <p:nvPr/>
              </p:nvSpPr>
              <p:spPr>
                <a:xfrm>
                  <a:off x="9220408" y="51889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042 w 0"/>
                    <a:gd name="connsiteY1" fmla="*/ 2479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729" y="875"/>
                        <a:pt x="1312" y="1604"/>
                        <a:pt x="2042" y="2479"/>
                      </a:cubicBezTo>
                      <a:cubicBezTo>
                        <a:pt x="1312" y="1604"/>
                        <a:pt x="583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17" name="Freeform: Shape 511">
                  <a:extLst>
                    <a:ext uri="{FF2B5EF4-FFF2-40B4-BE49-F238E27FC236}">
                      <a16:creationId xmlns:a16="http://schemas.microsoft.com/office/drawing/2014/main" id="{239C1AAB-19E6-02B6-06B0-88C5684C3243}"/>
                    </a:ext>
                  </a:extLst>
                </p:cNvPr>
                <p:cNvSpPr/>
                <p:nvPr/>
              </p:nvSpPr>
              <p:spPr>
                <a:xfrm>
                  <a:off x="9202469" y="49730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313 w 0"/>
                    <a:gd name="connsiteY1" fmla="*/ 1604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437" y="438"/>
                        <a:pt x="875" y="1021"/>
                        <a:pt x="1313" y="1604"/>
                      </a:cubicBezTo>
                      <a:cubicBezTo>
                        <a:pt x="875" y="1021"/>
                        <a:pt x="437" y="438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18" name="Freeform: Shape 512">
                  <a:extLst>
                    <a:ext uri="{FF2B5EF4-FFF2-40B4-BE49-F238E27FC236}">
                      <a16:creationId xmlns:a16="http://schemas.microsoft.com/office/drawing/2014/main" id="{8E878B8B-5C99-D5DB-27FC-740987EA351A}"/>
                    </a:ext>
                  </a:extLst>
                </p:cNvPr>
                <p:cNvSpPr/>
                <p:nvPr/>
              </p:nvSpPr>
              <p:spPr>
                <a:xfrm>
                  <a:off x="8624806" y="542517"/>
                  <a:ext cx="845860" cy="2362573"/>
                </a:xfrm>
                <a:custGeom>
                  <a:avLst/>
                  <a:gdLst>
                    <a:gd name="connsiteX0" fmla="*/ 733856 w 845859"/>
                    <a:gd name="connsiteY0" fmla="*/ 519912 h 2362573"/>
                    <a:gd name="connsiteX1" fmla="*/ 745377 w 845859"/>
                    <a:gd name="connsiteY1" fmla="*/ 497015 h 2362573"/>
                    <a:gd name="connsiteX2" fmla="*/ 795837 w 845859"/>
                    <a:gd name="connsiteY2" fmla="*/ 490161 h 2362573"/>
                    <a:gd name="connsiteX3" fmla="*/ 832443 w 845859"/>
                    <a:gd name="connsiteY3" fmla="*/ 497015 h 2362573"/>
                    <a:gd name="connsiteX4" fmla="*/ 854173 w 845859"/>
                    <a:gd name="connsiteY4" fmla="*/ 496724 h 2362573"/>
                    <a:gd name="connsiteX5" fmla="*/ 807213 w 845859"/>
                    <a:gd name="connsiteY5" fmla="*/ 430659 h 2362573"/>
                    <a:gd name="connsiteX6" fmla="*/ 807213 w 845859"/>
                    <a:gd name="connsiteY6" fmla="*/ 352782 h 2362573"/>
                    <a:gd name="connsiteX7" fmla="*/ 779649 w 845859"/>
                    <a:gd name="connsiteY7" fmla="*/ 306989 h 2362573"/>
                    <a:gd name="connsiteX8" fmla="*/ 765941 w 845859"/>
                    <a:gd name="connsiteY8" fmla="*/ 281759 h 2362573"/>
                    <a:gd name="connsiteX9" fmla="*/ 759086 w 845859"/>
                    <a:gd name="connsiteY9" fmla="*/ 224444 h 2362573"/>
                    <a:gd name="connsiteX10" fmla="*/ 743044 w 845859"/>
                    <a:gd name="connsiteY10" fmla="*/ 219923 h 2362573"/>
                    <a:gd name="connsiteX11" fmla="*/ 727002 w 845859"/>
                    <a:gd name="connsiteY11" fmla="*/ 114483 h 2362573"/>
                    <a:gd name="connsiteX12" fmla="*/ 676542 w 845859"/>
                    <a:gd name="connsiteY12" fmla="*/ 93920 h 2362573"/>
                    <a:gd name="connsiteX13" fmla="*/ 557392 w 845859"/>
                    <a:gd name="connsiteY13" fmla="*/ 48126 h 2362573"/>
                    <a:gd name="connsiteX14" fmla="*/ 545871 w 845859"/>
                    <a:gd name="connsiteY14" fmla="*/ 20563 h 2362573"/>
                    <a:gd name="connsiteX15" fmla="*/ 522975 w 845859"/>
                    <a:gd name="connsiteY15" fmla="*/ 0 h 2362573"/>
                    <a:gd name="connsiteX16" fmla="*/ 467994 w 845859"/>
                    <a:gd name="connsiteY16" fmla="*/ 6854 h 2362573"/>
                    <a:gd name="connsiteX17" fmla="*/ 477182 w 845859"/>
                    <a:gd name="connsiteY17" fmla="*/ 43460 h 2362573"/>
                    <a:gd name="connsiteX18" fmla="*/ 495557 w 845859"/>
                    <a:gd name="connsiteY18" fmla="*/ 75544 h 2362573"/>
                    <a:gd name="connsiteX19" fmla="*/ 500078 w 845859"/>
                    <a:gd name="connsiteY19" fmla="*/ 121337 h 2362573"/>
                    <a:gd name="connsiteX20" fmla="*/ 486369 w 845859"/>
                    <a:gd name="connsiteY20" fmla="*/ 130525 h 2362573"/>
                    <a:gd name="connsiteX21" fmla="*/ 426722 w 845859"/>
                    <a:gd name="connsiteY21" fmla="*/ 121337 h 2362573"/>
                    <a:gd name="connsiteX22" fmla="*/ 392304 w 845859"/>
                    <a:gd name="connsiteY22" fmla="*/ 121337 h 2362573"/>
                    <a:gd name="connsiteX23" fmla="*/ 380783 w 845859"/>
                    <a:gd name="connsiteY23" fmla="*/ 155755 h 2362573"/>
                    <a:gd name="connsiteX24" fmla="*/ 380783 w 845859"/>
                    <a:gd name="connsiteY24" fmla="*/ 201548 h 2362573"/>
                    <a:gd name="connsiteX25" fmla="*/ 380783 w 845859"/>
                    <a:gd name="connsiteY25" fmla="*/ 215257 h 2362573"/>
                    <a:gd name="connsiteX26" fmla="*/ 344177 w 845859"/>
                    <a:gd name="connsiteY26" fmla="*/ 217590 h 2362573"/>
                    <a:gd name="connsiteX27" fmla="*/ 300572 w 845859"/>
                    <a:gd name="connsiteY27" fmla="*/ 231299 h 2362573"/>
                    <a:gd name="connsiteX28" fmla="*/ 266154 w 845859"/>
                    <a:gd name="connsiteY28" fmla="*/ 320697 h 2362573"/>
                    <a:gd name="connsiteX29" fmla="*/ 284530 w 845859"/>
                    <a:gd name="connsiteY29" fmla="*/ 378012 h 2362573"/>
                    <a:gd name="connsiteX30" fmla="*/ 286863 w 845859"/>
                    <a:gd name="connsiteY30" fmla="*/ 403242 h 2362573"/>
                    <a:gd name="connsiteX31" fmla="*/ 270821 w 845859"/>
                    <a:gd name="connsiteY31" fmla="*/ 442180 h 2362573"/>
                    <a:gd name="connsiteX32" fmla="*/ 231882 w 845859"/>
                    <a:gd name="connsiteY32" fmla="*/ 478786 h 2362573"/>
                    <a:gd name="connsiteX33" fmla="*/ 229549 w 845859"/>
                    <a:gd name="connsiteY33" fmla="*/ 506349 h 2362573"/>
                    <a:gd name="connsiteX34" fmla="*/ 245591 w 845859"/>
                    <a:gd name="connsiteY34" fmla="*/ 522391 h 2362573"/>
                    <a:gd name="connsiteX35" fmla="*/ 245591 w 845859"/>
                    <a:gd name="connsiteY35" fmla="*/ 540767 h 2362573"/>
                    <a:gd name="connsiteX36" fmla="*/ 220361 w 845859"/>
                    <a:gd name="connsiteY36" fmla="*/ 549955 h 2362573"/>
                    <a:gd name="connsiteX37" fmla="*/ 174568 w 845859"/>
                    <a:gd name="connsiteY37" fmla="*/ 568330 h 2362573"/>
                    <a:gd name="connsiteX38" fmla="*/ 204319 w 845859"/>
                    <a:gd name="connsiteY38" fmla="*/ 692147 h 2362573"/>
                    <a:gd name="connsiteX39" fmla="*/ 153859 w 845859"/>
                    <a:gd name="connsiteY39" fmla="*/ 797587 h 2362573"/>
                    <a:gd name="connsiteX40" fmla="*/ 174422 w 845859"/>
                    <a:gd name="connsiteY40" fmla="*/ 836526 h 2362573"/>
                    <a:gd name="connsiteX41" fmla="*/ 197319 w 845859"/>
                    <a:gd name="connsiteY41" fmla="*/ 854902 h 2362573"/>
                    <a:gd name="connsiteX42" fmla="*/ 194985 w 845859"/>
                    <a:gd name="connsiteY42" fmla="*/ 916737 h 2362573"/>
                    <a:gd name="connsiteX43" fmla="*/ 101066 w 845859"/>
                    <a:gd name="connsiteY43" fmla="*/ 916737 h 2362573"/>
                    <a:gd name="connsiteX44" fmla="*/ 66648 w 845859"/>
                    <a:gd name="connsiteY44" fmla="*/ 932779 h 2362573"/>
                    <a:gd name="connsiteX45" fmla="*/ 50606 w 845859"/>
                    <a:gd name="connsiteY45" fmla="*/ 962530 h 2362573"/>
                    <a:gd name="connsiteX46" fmla="*/ 43751 w 845859"/>
                    <a:gd name="connsiteY46" fmla="*/ 1017511 h 2362573"/>
                    <a:gd name="connsiteX47" fmla="*/ 32230 w 845859"/>
                    <a:gd name="connsiteY47" fmla="*/ 1079346 h 2362573"/>
                    <a:gd name="connsiteX48" fmla="*/ 68835 w 845859"/>
                    <a:gd name="connsiteY48" fmla="*/ 1269519 h 2362573"/>
                    <a:gd name="connsiteX49" fmla="*/ 55127 w 845859"/>
                    <a:gd name="connsiteY49" fmla="*/ 1299270 h 2362573"/>
                    <a:gd name="connsiteX50" fmla="*/ 114775 w 845859"/>
                    <a:gd name="connsiteY50" fmla="*/ 1338208 h 2362573"/>
                    <a:gd name="connsiteX51" fmla="*/ 114775 w 845859"/>
                    <a:gd name="connsiteY51" fmla="*/ 1370293 h 2362573"/>
                    <a:gd name="connsiteX52" fmla="*/ 101066 w 845859"/>
                    <a:gd name="connsiteY52" fmla="*/ 1429940 h 2362573"/>
                    <a:gd name="connsiteX53" fmla="*/ 73502 w 845859"/>
                    <a:gd name="connsiteY53" fmla="*/ 1429940 h 2362573"/>
                    <a:gd name="connsiteX54" fmla="*/ 89544 w 845859"/>
                    <a:gd name="connsiteY54" fmla="*/ 1468879 h 2362573"/>
                    <a:gd name="connsiteX55" fmla="*/ 112441 w 845859"/>
                    <a:gd name="connsiteY55" fmla="*/ 1510151 h 2362573"/>
                    <a:gd name="connsiteX56" fmla="*/ 87211 w 845859"/>
                    <a:gd name="connsiteY56" fmla="*/ 1608737 h 2362573"/>
                    <a:gd name="connsiteX57" fmla="*/ 68835 w 845859"/>
                    <a:gd name="connsiteY57" fmla="*/ 1624780 h 2362573"/>
                    <a:gd name="connsiteX58" fmla="*/ 52793 w 845859"/>
                    <a:gd name="connsiteY58" fmla="*/ 1661385 h 2362573"/>
                    <a:gd name="connsiteX59" fmla="*/ 57314 w 845859"/>
                    <a:gd name="connsiteY59" fmla="*/ 1714032 h 2362573"/>
                    <a:gd name="connsiteX60" fmla="*/ 71023 w 845859"/>
                    <a:gd name="connsiteY60" fmla="*/ 1748450 h 2362573"/>
                    <a:gd name="connsiteX61" fmla="*/ 41272 w 845859"/>
                    <a:gd name="connsiteY61" fmla="*/ 1787389 h 2362573"/>
                    <a:gd name="connsiteX62" fmla="*/ 22897 w 845859"/>
                    <a:gd name="connsiteY62" fmla="*/ 1771347 h 2362573"/>
                    <a:gd name="connsiteX63" fmla="*/ 0 w 845859"/>
                    <a:gd name="connsiteY63" fmla="*/ 1764492 h 2362573"/>
                    <a:gd name="connsiteX64" fmla="*/ 9188 w 845859"/>
                    <a:gd name="connsiteY64" fmla="*/ 1796577 h 2362573"/>
                    <a:gd name="connsiteX65" fmla="*/ 20709 w 845859"/>
                    <a:gd name="connsiteY65" fmla="*/ 1883642 h 2362573"/>
                    <a:gd name="connsiteX66" fmla="*/ 55127 w 845859"/>
                    <a:gd name="connsiteY66" fmla="*/ 1883642 h 2362573"/>
                    <a:gd name="connsiteX67" fmla="*/ 91732 w 845859"/>
                    <a:gd name="connsiteY67" fmla="*/ 1879121 h 2362573"/>
                    <a:gd name="connsiteX68" fmla="*/ 71169 w 845859"/>
                    <a:gd name="connsiteY68" fmla="*/ 1982228 h 2362573"/>
                    <a:gd name="connsiteX69" fmla="*/ 78023 w 845859"/>
                    <a:gd name="connsiteY69" fmla="*/ 2000604 h 2362573"/>
                    <a:gd name="connsiteX70" fmla="*/ 110108 w 845859"/>
                    <a:gd name="connsiteY70" fmla="*/ 2016646 h 2362573"/>
                    <a:gd name="connsiteX71" fmla="*/ 105587 w 845859"/>
                    <a:gd name="connsiteY71" fmla="*/ 2039543 h 2362573"/>
                    <a:gd name="connsiteX72" fmla="*/ 105587 w 845859"/>
                    <a:gd name="connsiteY72" fmla="*/ 2053251 h 2362573"/>
                    <a:gd name="connsiteX73" fmla="*/ 133150 w 845859"/>
                    <a:gd name="connsiteY73" fmla="*/ 2071627 h 2362573"/>
                    <a:gd name="connsiteX74" fmla="*/ 156047 w 845859"/>
                    <a:gd name="connsiteY74" fmla="*/ 2131275 h 2362573"/>
                    <a:gd name="connsiteX75" fmla="*/ 199652 w 845859"/>
                    <a:gd name="connsiteY75" fmla="*/ 2161026 h 2362573"/>
                    <a:gd name="connsiteX76" fmla="*/ 199652 w 845859"/>
                    <a:gd name="connsiteY76" fmla="*/ 2188589 h 2362573"/>
                    <a:gd name="connsiteX77" fmla="*/ 185943 w 845859"/>
                    <a:gd name="connsiteY77" fmla="*/ 2227528 h 2362573"/>
                    <a:gd name="connsiteX78" fmla="*/ 153859 w 845859"/>
                    <a:gd name="connsiteY78" fmla="*/ 2236715 h 2362573"/>
                    <a:gd name="connsiteX79" fmla="*/ 160713 w 845859"/>
                    <a:gd name="connsiteY79" fmla="*/ 2261945 h 2362573"/>
                    <a:gd name="connsiteX80" fmla="*/ 190464 w 845859"/>
                    <a:gd name="connsiteY80" fmla="*/ 2282509 h 2362573"/>
                    <a:gd name="connsiteX81" fmla="*/ 238591 w 845859"/>
                    <a:gd name="connsiteY81" fmla="*/ 2328302 h 2362573"/>
                    <a:gd name="connsiteX82" fmla="*/ 220215 w 845859"/>
                    <a:gd name="connsiteY82" fmla="*/ 2364907 h 2362573"/>
                    <a:gd name="connsiteX83" fmla="*/ 323323 w 845859"/>
                    <a:gd name="connsiteY83" fmla="*/ 2376428 h 2362573"/>
                    <a:gd name="connsiteX84" fmla="*/ 355407 w 845859"/>
                    <a:gd name="connsiteY84" fmla="*/ 2358052 h 2362573"/>
                    <a:gd name="connsiteX85" fmla="*/ 355407 w 845859"/>
                    <a:gd name="connsiteY85" fmla="*/ 2335156 h 2362573"/>
                    <a:gd name="connsiteX86" fmla="*/ 339365 w 845859"/>
                    <a:gd name="connsiteY86" fmla="*/ 2300738 h 2362573"/>
                    <a:gd name="connsiteX87" fmla="*/ 343886 w 845859"/>
                    <a:gd name="connsiteY87" fmla="*/ 2275508 h 2362573"/>
                    <a:gd name="connsiteX88" fmla="*/ 366782 w 845859"/>
                    <a:gd name="connsiteY88" fmla="*/ 2261799 h 2362573"/>
                    <a:gd name="connsiteX89" fmla="*/ 380491 w 845859"/>
                    <a:gd name="connsiteY89" fmla="*/ 2238903 h 2362573"/>
                    <a:gd name="connsiteX90" fmla="*/ 385012 w 845859"/>
                    <a:gd name="connsiteY90" fmla="*/ 2222861 h 2362573"/>
                    <a:gd name="connsiteX91" fmla="*/ 412575 w 845859"/>
                    <a:gd name="connsiteY91" fmla="*/ 2209152 h 2362573"/>
                    <a:gd name="connsiteX92" fmla="*/ 479078 w 845859"/>
                    <a:gd name="connsiteY92" fmla="*/ 2209152 h 2362573"/>
                    <a:gd name="connsiteX93" fmla="*/ 499641 w 845859"/>
                    <a:gd name="connsiteY93" fmla="*/ 2232049 h 2362573"/>
                    <a:gd name="connsiteX94" fmla="*/ 524871 w 845859"/>
                    <a:gd name="connsiteY94" fmla="*/ 2126608 h 2362573"/>
                    <a:gd name="connsiteX95" fmla="*/ 545434 w 845859"/>
                    <a:gd name="connsiteY95" fmla="*/ 2028021 h 2362573"/>
                    <a:gd name="connsiteX96" fmla="*/ 533912 w 845859"/>
                    <a:gd name="connsiteY96" fmla="*/ 1975374 h 2362573"/>
                    <a:gd name="connsiteX97" fmla="*/ 527058 w 845859"/>
                    <a:gd name="connsiteY97" fmla="*/ 1888309 h 2362573"/>
                    <a:gd name="connsiteX98" fmla="*/ 524725 w 845859"/>
                    <a:gd name="connsiteY98" fmla="*/ 1805764 h 2362573"/>
                    <a:gd name="connsiteX99" fmla="*/ 522391 w 845859"/>
                    <a:gd name="connsiteY99" fmla="*/ 1780534 h 2362573"/>
                    <a:gd name="connsiteX100" fmla="*/ 575039 w 845859"/>
                    <a:gd name="connsiteY100" fmla="*/ 1746117 h 2362573"/>
                    <a:gd name="connsiteX101" fmla="*/ 595602 w 845859"/>
                    <a:gd name="connsiteY101" fmla="*/ 1720887 h 2362573"/>
                    <a:gd name="connsiteX102" fmla="*/ 613978 w 845859"/>
                    <a:gd name="connsiteY102" fmla="*/ 1727741 h 2362573"/>
                    <a:gd name="connsiteX103" fmla="*/ 630020 w 845859"/>
                    <a:gd name="connsiteY103" fmla="*/ 1714032 h 2362573"/>
                    <a:gd name="connsiteX104" fmla="*/ 655250 w 845859"/>
                    <a:gd name="connsiteY104" fmla="*/ 1688802 h 2362573"/>
                    <a:gd name="connsiteX105" fmla="*/ 662104 w 845859"/>
                    <a:gd name="connsiteY105" fmla="*/ 1677281 h 2362573"/>
                    <a:gd name="connsiteX106" fmla="*/ 662104 w 845859"/>
                    <a:gd name="connsiteY106" fmla="*/ 1654385 h 2362573"/>
                    <a:gd name="connsiteX107" fmla="*/ 627686 w 845859"/>
                    <a:gd name="connsiteY107" fmla="*/ 1652051 h 2362573"/>
                    <a:gd name="connsiteX108" fmla="*/ 604790 w 845859"/>
                    <a:gd name="connsiteY108" fmla="*/ 1668094 h 2362573"/>
                    <a:gd name="connsiteX109" fmla="*/ 570372 w 845859"/>
                    <a:gd name="connsiteY109" fmla="*/ 1677281 h 2362573"/>
                    <a:gd name="connsiteX110" fmla="*/ 551996 w 845859"/>
                    <a:gd name="connsiteY110" fmla="*/ 1679615 h 2362573"/>
                    <a:gd name="connsiteX111" fmla="*/ 533621 w 845859"/>
                    <a:gd name="connsiteY111" fmla="*/ 1659052 h 2362573"/>
                    <a:gd name="connsiteX112" fmla="*/ 517579 w 845859"/>
                    <a:gd name="connsiteY112" fmla="*/ 1656718 h 2362573"/>
                    <a:gd name="connsiteX113" fmla="*/ 460265 w 845859"/>
                    <a:gd name="connsiteY113" fmla="*/ 1649864 h 2362573"/>
                    <a:gd name="connsiteX114" fmla="*/ 437368 w 845859"/>
                    <a:gd name="connsiteY114" fmla="*/ 1649864 h 2362573"/>
                    <a:gd name="connsiteX115" fmla="*/ 444222 w 845859"/>
                    <a:gd name="connsiteY115" fmla="*/ 1631488 h 2362573"/>
                    <a:gd name="connsiteX116" fmla="*/ 490015 w 845859"/>
                    <a:gd name="connsiteY116" fmla="*/ 1631488 h 2362573"/>
                    <a:gd name="connsiteX117" fmla="*/ 554184 w 845859"/>
                    <a:gd name="connsiteY117" fmla="*/ 1631488 h 2362573"/>
                    <a:gd name="connsiteX118" fmla="*/ 583935 w 845859"/>
                    <a:gd name="connsiteY118" fmla="*/ 1597071 h 2362573"/>
                    <a:gd name="connsiteX119" fmla="*/ 593123 w 845859"/>
                    <a:gd name="connsiteY119" fmla="*/ 1603925 h 2362573"/>
                    <a:gd name="connsiteX120" fmla="*/ 599977 w 845859"/>
                    <a:gd name="connsiteY120" fmla="*/ 1636009 h 2362573"/>
                    <a:gd name="connsiteX121" fmla="*/ 673334 w 845859"/>
                    <a:gd name="connsiteY121" fmla="*/ 1587883 h 2362573"/>
                    <a:gd name="connsiteX122" fmla="*/ 682521 w 845859"/>
                    <a:gd name="connsiteY122" fmla="*/ 1564986 h 2362573"/>
                    <a:gd name="connsiteX123" fmla="*/ 661958 w 845859"/>
                    <a:gd name="connsiteY123" fmla="*/ 1519193 h 2362573"/>
                    <a:gd name="connsiteX124" fmla="*/ 625353 w 845859"/>
                    <a:gd name="connsiteY124" fmla="*/ 1510005 h 2362573"/>
                    <a:gd name="connsiteX125" fmla="*/ 606977 w 845859"/>
                    <a:gd name="connsiteY125" fmla="*/ 1493963 h 2362573"/>
                    <a:gd name="connsiteX126" fmla="*/ 593269 w 845859"/>
                    <a:gd name="connsiteY126" fmla="*/ 1477921 h 2362573"/>
                    <a:gd name="connsiteX127" fmla="*/ 542809 w 845859"/>
                    <a:gd name="connsiteY127" fmla="*/ 1455024 h 2362573"/>
                    <a:gd name="connsiteX128" fmla="*/ 508391 w 845859"/>
                    <a:gd name="connsiteY128" fmla="*/ 1443503 h 2362573"/>
                    <a:gd name="connsiteX129" fmla="*/ 499203 w 845859"/>
                    <a:gd name="connsiteY129" fmla="*/ 1425128 h 2362573"/>
                    <a:gd name="connsiteX130" fmla="*/ 487682 w 845859"/>
                    <a:gd name="connsiteY130" fmla="*/ 1285269 h 2362573"/>
                    <a:gd name="connsiteX131" fmla="*/ 487682 w 845859"/>
                    <a:gd name="connsiteY131" fmla="*/ 1248664 h 2362573"/>
                    <a:gd name="connsiteX132" fmla="*/ 485348 w 845859"/>
                    <a:gd name="connsiteY132" fmla="*/ 1234955 h 2362573"/>
                    <a:gd name="connsiteX133" fmla="*/ 499057 w 845859"/>
                    <a:gd name="connsiteY133" fmla="*/ 1216580 h 2362573"/>
                    <a:gd name="connsiteX134" fmla="*/ 487536 w 845859"/>
                    <a:gd name="connsiteY134" fmla="*/ 1198204 h 2362573"/>
                    <a:gd name="connsiteX135" fmla="*/ 476015 w 845859"/>
                    <a:gd name="connsiteY135" fmla="*/ 1184495 h 2362573"/>
                    <a:gd name="connsiteX136" fmla="*/ 462306 w 845859"/>
                    <a:gd name="connsiteY136" fmla="*/ 1163932 h 2362573"/>
                    <a:gd name="connsiteX137" fmla="*/ 469161 w 845859"/>
                    <a:gd name="connsiteY137" fmla="*/ 1127327 h 2362573"/>
                    <a:gd name="connsiteX138" fmla="*/ 494391 w 845859"/>
                    <a:gd name="connsiteY138" fmla="*/ 1127327 h 2362573"/>
                    <a:gd name="connsiteX139" fmla="*/ 519620 w 845859"/>
                    <a:gd name="connsiteY139" fmla="*/ 1124993 h 2362573"/>
                    <a:gd name="connsiteX140" fmla="*/ 524141 w 845859"/>
                    <a:gd name="connsiteY140" fmla="*/ 1035595 h 2362573"/>
                    <a:gd name="connsiteX141" fmla="*/ 558559 w 845859"/>
                    <a:gd name="connsiteY141" fmla="*/ 1024073 h 2362573"/>
                    <a:gd name="connsiteX142" fmla="*/ 565414 w 845859"/>
                    <a:gd name="connsiteY142" fmla="*/ 1010365 h 2362573"/>
                    <a:gd name="connsiteX143" fmla="*/ 572268 w 845859"/>
                    <a:gd name="connsiteY143" fmla="*/ 973759 h 2362573"/>
                    <a:gd name="connsiteX144" fmla="*/ 618061 w 845859"/>
                    <a:gd name="connsiteY144" fmla="*/ 966905 h 2362573"/>
                    <a:gd name="connsiteX145" fmla="*/ 657000 w 845859"/>
                    <a:gd name="connsiteY145" fmla="*/ 861464 h 2362573"/>
                    <a:gd name="connsiteX146" fmla="*/ 711981 w 845859"/>
                    <a:gd name="connsiteY146" fmla="*/ 822526 h 2362573"/>
                    <a:gd name="connsiteX147" fmla="*/ 723502 w 845859"/>
                    <a:gd name="connsiteY147" fmla="*/ 783587 h 2362573"/>
                    <a:gd name="connsiteX148" fmla="*/ 728023 w 845859"/>
                    <a:gd name="connsiteY148" fmla="*/ 726273 h 2362573"/>
                    <a:gd name="connsiteX149" fmla="*/ 686751 w 845859"/>
                    <a:gd name="connsiteY149" fmla="*/ 701043 h 2362573"/>
                    <a:gd name="connsiteX150" fmla="*/ 691272 w 845859"/>
                    <a:gd name="connsiteY150" fmla="*/ 668958 h 2362573"/>
                    <a:gd name="connsiteX151" fmla="*/ 702793 w 845859"/>
                    <a:gd name="connsiteY151" fmla="*/ 627686 h 2362573"/>
                    <a:gd name="connsiteX152" fmla="*/ 705126 w 845859"/>
                    <a:gd name="connsiteY152" fmla="*/ 597935 h 2362573"/>
                    <a:gd name="connsiteX153" fmla="*/ 730356 w 845859"/>
                    <a:gd name="connsiteY153" fmla="*/ 575039 h 2362573"/>
                    <a:gd name="connsiteX154" fmla="*/ 750919 w 845859"/>
                    <a:gd name="connsiteY154" fmla="*/ 563517 h 2362573"/>
                    <a:gd name="connsiteX155" fmla="*/ 733856 w 845859"/>
                    <a:gd name="connsiteY155" fmla="*/ 519912 h 2362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</a:cxnLst>
                  <a:rect l="l" t="t" r="r" b="b"/>
                  <a:pathLst>
                    <a:path w="845859" h="2362573">
                      <a:moveTo>
                        <a:pt x="733856" y="519912"/>
                      </a:moveTo>
                      <a:cubicBezTo>
                        <a:pt x="733856" y="510724"/>
                        <a:pt x="694918" y="503870"/>
                        <a:pt x="745377" y="497015"/>
                      </a:cubicBezTo>
                      <a:cubicBezTo>
                        <a:pt x="795837" y="490161"/>
                        <a:pt x="770607" y="483307"/>
                        <a:pt x="795837" y="490161"/>
                      </a:cubicBezTo>
                      <a:cubicBezTo>
                        <a:pt x="821067" y="497015"/>
                        <a:pt x="832443" y="497015"/>
                        <a:pt x="832443" y="497015"/>
                      </a:cubicBezTo>
                      <a:cubicBezTo>
                        <a:pt x="832443" y="497015"/>
                        <a:pt x="844985" y="500515"/>
                        <a:pt x="854173" y="496724"/>
                      </a:cubicBezTo>
                      <a:lnTo>
                        <a:pt x="807213" y="430659"/>
                      </a:lnTo>
                      <a:lnTo>
                        <a:pt x="807213" y="352782"/>
                      </a:lnTo>
                      <a:cubicBezTo>
                        <a:pt x="807213" y="352782"/>
                        <a:pt x="786650" y="313843"/>
                        <a:pt x="779649" y="306989"/>
                      </a:cubicBezTo>
                      <a:cubicBezTo>
                        <a:pt x="772795" y="300134"/>
                        <a:pt x="765941" y="281759"/>
                        <a:pt x="765941" y="281759"/>
                      </a:cubicBezTo>
                      <a:lnTo>
                        <a:pt x="759086" y="224444"/>
                      </a:lnTo>
                      <a:lnTo>
                        <a:pt x="743044" y="219923"/>
                      </a:lnTo>
                      <a:lnTo>
                        <a:pt x="727002" y="114483"/>
                      </a:lnTo>
                      <a:lnTo>
                        <a:pt x="676542" y="93920"/>
                      </a:lnTo>
                      <a:lnTo>
                        <a:pt x="557392" y="48126"/>
                      </a:lnTo>
                      <a:lnTo>
                        <a:pt x="545871" y="20563"/>
                      </a:lnTo>
                      <a:lnTo>
                        <a:pt x="522975" y="0"/>
                      </a:lnTo>
                      <a:lnTo>
                        <a:pt x="467994" y="6854"/>
                      </a:lnTo>
                      <a:lnTo>
                        <a:pt x="477182" y="43460"/>
                      </a:lnTo>
                      <a:lnTo>
                        <a:pt x="495557" y="75544"/>
                      </a:lnTo>
                      <a:lnTo>
                        <a:pt x="500078" y="121337"/>
                      </a:lnTo>
                      <a:lnTo>
                        <a:pt x="486369" y="130525"/>
                      </a:lnTo>
                      <a:lnTo>
                        <a:pt x="426722" y="121337"/>
                      </a:lnTo>
                      <a:cubicBezTo>
                        <a:pt x="426722" y="121337"/>
                        <a:pt x="396971" y="107628"/>
                        <a:pt x="392304" y="121337"/>
                      </a:cubicBezTo>
                      <a:cubicBezTo>
                        <a:pt x="387783" y="135046"/>
                        <a:pt x="380783" y="155755"/>
                        <a:pt x="380783" y="155755"/>
                      </a:cubicBezTo>
                      <a:lnTo>
                        <a:pt x="380783" y="201548"/>
                      </a:lnTo>
                      <a:cubicBezTo>
                        <a:pt x="380783" y="201548"/>
                        <a:pt x="387637" y="213069"/>
                        <a:pt x="380783" y="215257"/>
                      </a:cubicBezTo>
                      <a:cubicBezTo>
                        <a:pt x="373928" y="217590"/>
                        <a:pt x="344177" y="217590"/>
                        <a:pt x="344177" y="217590"/>
                      </a:cubicBezTo>
                      <a:lnTo>
                        <a:pt x="300572" y="231299"/>
                      </a:lnTo>
                      <a:lnTo>
                        <a:pt x="266154" y="320697"/>
                      </a:lnTo>
                      <a:cubicBezTo>
                        <a:pt x="266154" y="320697"/>
                        <a:pt x="282196" y="368824"/>
                        <a:pt x="284530" y="378012"/>
                      </a:cubicBezTo>
                      <a:cubicBezTo>
                        <a:pt x="286863" y="387200"/>
                        <a:pt x="286863" y="396387"/>
                        <a:pt x="286863" y="403242"/>
                      </a:cubicBezTo>
                      <a:cubicBezTo>
                        <a:pt x="286863" y="410096"/>
                        <a:pt x="270821" y="442180"/>
                        <a:pt x="270821" y="442180"/>
                      </a:cubicBezTo>
                      <a:lnTo>
                        <a:pt x="231882" y="478786"/>
                      </a:lnTo>
                      <a:lnTo>
                        <a:pt x="229549" y="506349"/>
                      </a:lnTo>
                      <a:lnTo>
                        <a:pt x="245591" y="522391"/>
                      </a:lnTo>
                      <a:cubicBezTo>
                        <a:pt x="245591" y="522391"/>
                        <a:pt x="252446" y="538433"/>
                        <a:pt x="245591" y="540767"/>
                      </a:cubicBezTo>
                      <a:cubicBezTo>
                        <a:pt x="238737" y="543100"/>
                        <a:pt x="220361" y="549955"/>
                        <a:pt x="220361" y="549955"/>
                      </a:cubicBezTo>
                      <a:lnTo>
                        <a:pt x="174568" y="568330"/>
                      </a:lnTo>
                      <a:lnTo>
                        <a:pt x="204319" y="692147"/>
                      </a:lnTo>
                      <a:lnTo>
                        <a:pt x="153859" y="797587"/>
                      </a:lnTo>
                      <a:lnTo>
                        <a:pt x="174422" y="836526"/>
                      </a:lnTo>
                      <a:cubicBezTo>
                        <a:pt x="174422" y="836526"/>
                        <a:pt x="194985" y="841047"/>
                        <a:pt x="197319" y="854902"/>
                      </a:cubicBezTo>
                      <a:cubicBezTo>
                        <a:pt x="199652" y="868610"/>
                        <a:pt x="194985" y="916737"/>
                        <a:pt x="194985" y="916737"/>
                      </a:cubicBezTo>
                      <a:lnTo>
                        <a:pt x="101066" y="916737"/>
                      </a:lnTo>
                      <a:lnTo>
                        <a:pt x="66648" y="932779"/>
                      </a:lnTo>
                      <a:lnTo>
                        <a:pt x="50606" y="962530"/>
                      </a:lnTo>
                      <a:lnTo>
                        <a:pt x="43751" y="1017511"/>
                      </a:lnTo>
                      <a:lnTo>
                        <a:pt x="32230" y="1079346"/>
                      </a:lnTo>
                      <a:lnTo>
                        <a:pt x="68835" y="1269519"/>
                      </a:lnTo>
                      <a:lnTo>
                        <a:pt x="55127" y="1299270"/>
                      </a:lnTo>
                      <a:lnTo>
                        <a:pt x="114775" y="1338208"/>
                      </a:lnTo>
                      <a:lnTo>
                        <a:pt x="114775" y="1370293"/>
                      </a:lnTo>
                      <a:lnTo>
                        <a:pt x="101066" y="1429940"/>
                      </a:lnTo>
                      <a:lnTo>
                        <a:pt x="73502" y="1429940"/>
                      </a:lnTo>
                      <a:lnTo>
                        <a:pt x="89544" y="1468879"/>
                      </a:lnTo>
                      <a:cubicBezTo>
                        <a:pt x="89544" y="1468879"/>
                        <a:pt x="107920" y="1503297"/>
                        <a:pt x="112441" y="1510151"/>
                      </a:cubicBezTo>
                      <a:cubicBezTo>
                        <a:pt x="116962" y="1517005"/>
                        <a:pt x="87211" y="1608737"/>
                        <a:pt x="87211" y="1608737"/>
                      </a:cubicBezTo>
                      <a:cubicBezTo>
                        <a:pt x="87211" y="1608737"/>
                        <a:pt x="71169" y="1617925"/>
                        <a:pt x="68835" y="1624780"/>
                      </a:cubicBezTo>
                      <a:cubicBezTo>
                        <a:pt x="66502" y="1631634"/>
                        <a:pt x="52793" y="1661385"/>
                        <a:pt x="52793" y="1661385"/>
                      </a:cubicBezTo>
                      <a:lnTo>
                        <a:pt x="57314" y="1714032"/>
                      </a:lnTo>
                      <a:lnTo>
                        <a:pt x="71023" y="1748450"/>
                      </a:lnTo>
                      <a:lnTo>
                        <a:pt x="41272" y="1787389"/>
                      </a:lnTo>
                      <a:lnTo>
                        <a:pt x="22897" y="1771347"/>
                      </a:lnTo>
                      <a:lnTo>
                        <a:pt x="0" y="1764492"/>
                      </a:lnTo>
                      <a:cubicBezTo>
                        <a:pt x="2333" y="1773680"/>
                        <a:pt x="9188" y="1796577"/>
                        <a:pt x="9188" y="1796577"/>
                      </a:cubicBezTo>
                      <a:lnTo>
                        <a:pt x="20709" y="1883642"/>
                      </a:lnTo>
                      <a:lnTo>
                        <a:pt x="55127" y="1883642"/>
                      </a:lnTo>
                      <a:lnTo>
                        <a:pt x="91732" y="1879121"/>
                      </a:lnTo>
                      <a:lnTo>
                        <a:pt x="71169" y="1982228"/>
                      </a:lnTo>
                      <a:lnTo>
                        <a:pt x="78023" y="2000604"/>
                      </a:lnTo>
                      <a:lnTo>
                        <a:pt x="110108" y="2016646"/>
                      </a:lnTo>
                      <a:lnTo>
                        <a:pt x="105587" y="2039543"/>
                      </a:lnTo>
                      <a:lnTo>
                        <a:pt x="105587" y="2053251"/>
                      </a:lnTo>
                      <a:lnTo>
                        <a:pt x="133150" y="2071627"/>
                      </a:lnTo>
                      <a:cubicBezTo>
                        <a:pt x="133150" y="2071627"/>
                        <a:pt x="151526" y="2122087"/>
                        <a:pt x="156047" y="2131275"/>
                      </a:cubicBezTo>
                      <a:cubicBezTo>
                        <a:pt x="160568" y="2140462"/>
                        <a:pt x="199652" y="2161026"/>
                        <a:pt x="199652" y="2161026"/>
                      </a:cubicBezTo>
                      <a:cubicBezTo>
                        <a:pt x="199652" y="2161026"/>
                        <a:pt x="199652" y="2177068"/>
                        <a:pt x="199652" y="2188589"/>
                      </a:cubicBezTo>
                      <a:cubicBezTo>
                        <a:pt x="199652" y="2200110"/>
                        <a:pt x="185943" y="2227528"/>
                        <a:pt x="185943" y="2227528"/>
                      </a:cubicBezTo>
                      <a:cubicBezTo>
                        <a:pt x="185943" y="2227528"/>
                        <a:pt x="153859" y="2227528"/>
                        <a:pt x="153859" y="2236715"/>
                      </a:cubicBezTo>
                      <a:cubicBezTo>
                        <a:pt x="153859" y="2245903"/>
                        <a:pt x="160713" y="2261945"/>
                        <a:pt x="160713" y="2261945"/>
                      </a:cubicBezTo>
                      <a:cubicBezTo>
                        <a:pt x="160713" y="2261945"/>
                        <a:pt x="185943" y="2275654"/>
                        <a:pt x="190464" y="2282509"/>
                      </a:cubicBezTo>
                      <a:cubicBezTo>
                        <a:pt x="194985" y="2289363"/>
                        <a:pt x="238591" y="2321447"/>
                        <a:pt x="238591" y="2328302"/>
                      </a:cubicBezTo>
                      <a:cubicBezTo>
                        <a:pt x="238591" y="2335156"/>
                        <a:pt x="201986" y="2358052"/>
                        <a:pt x="220215" y="2364907"/>
                      </a:cubicBezTo>
                      <a:cubicBezTo>
                        <a:pt x="238591" y="2371761"/>
                        <a:pt x="323323" y="2376428"/>
                        <a:pt x="323323" y="2376428"/>
                      </a:cubicBezTo>
                      <a:cubicBezTo>
                        <a:pt x="323323" y="2376428"/>
                        <a:pt x="355407" y="2367240"/>
                        <a:pt x="355407" y="2358052"/>
                      </a:cubicBezTo>
                      <a:cubicBezTo>
                        <a:pt x="355407" y="2348865"/>
                        <a:pt x="359928" y="2348865"/>
                        <a:pt x="355407" y="2335156"/>
                      </a:cubicBezTo>
                      <a:cubicBezTo>
                        <a:pt x="350886" y="2321447"/>
                        <a:pt x="339365" y="2300738"/>
                        <a:pt x="339365" y="2300738"/>
                      </a:cubicBezTo>
                      <a:lnTo>
                        <a:pt x="343886" y="2275508"/>
                      </a:lnTo>
                      <a:lnTo>
                        <a:pt x="366782" y="2261799"/>
                      </a:lnTo>
                      <a:lnTo>
                        <a:pt x="380491" y="2238903"/>
                      </a:lnTo>
                      <a:lnTo>
                        <a:pt x="385012" y="2222861"/>
                      </a:lnTo>
                      <a:lnTo>
                        <a:pt x="412575" y="2209152"/>
                      </a:lnTo>
                      <a:lnTo>
                        <a:pt x="479078" y="2209152"/>
                      </a:lnTo>
                      <a:cubicBezTo>
                        <a:pt x="479078" y="2209152"/>
                        <a:pt x="499641" y="2250424"/>
                        <a:pt x="499641" y="2232049"/>
                      </a:cubicBezTo>
                      <a:cubicBezTo>
                        <a:pt x="499641" y="2213673"/>
                        <a:pt x="520204" y="2135795"/>
                        <a:pt x="524871" y="2126608"/>
                      </a:cubicBezTo>
                      <a:cubicBezTo>
                        <a:pt x="529392" y="2117420"/>
                        <a:pt x="547767" y="2039543"/>
                        <a:pt x="545434" y="2028021"/>
                      </a:cubicBezTo>
                      <a:cubicBezTo>
                        <a:pt x="543100" y="2016500"/>
                        <a:pt x="533912" y="1975374"/>
                        <a:pt x="533912" y="1975374"/>
                      </a:cubicBezTo>
                      <a:cubicBezTo>
                        <a:pt x="533912" y="1975374"/>
                        <a:pt x="527058" y="1895163"/>
                        <a:pt x="527058" y="1888309"/>
                      </a:cubicBezTo>
                      <a:cubicBezTo>
                        <a:pt x="527058" y="1881454"/>
                        <a:pt x="524725" y="1805764"/>
                        <a:pt x="524725" y="1805764"/>
                      </a:cubicBezTo>
                      <a:lnTo>
                        <a:pt x="522391" y="1780534"/>
                      </a:lnTo>
                      <a:lnTo>
                        <a:pt x="575039" y="1746117"/>
                      </a:lnTo>
                      <a:lnTo>
                        <a:pt x="595602" y="1720887"/>
                      </a:lnTo>
                      <a:lnTo>
                        <a:pt x="613978" y="1727741"/>
                      </a:lnTo>
                      <a:cubicBezTo>
                        <a:pt x="613978" y="1727741"/>
                        <a:pt x="620832" y="1723220"/>
                        <a:pt x="630020" y="1714032"/>
                      </a:cubicBezTo>
                      <a:cubicBezTo>
                        <a:pt x="639207" y="1704845"/>
                        <a:pt x="655250" y="1688802"/>
                        <a:pt x="655250" y="1688802"/>
                      </a:cubicBezTo>
                      <a:lnTo>
                        <a:pt x="662104" y="1677281"/>
                      </a:lnTo>
                      <a:lnTo>
                        <a:pt x="662104" y="1654385"/>
                      </a:lnTo>
                      <a:lnTo>
                        <a:pt x="627686" y="1652051"/>
                      </a:lnTo>
                      <a:cubicBezTo>
                        <a:pt x="627686" y="1652051"/>
                        <a:pt x="613978" y="1663573"/>
                        <a:pt x="604790" y="1668094"/>
                      </a:cubicBezTo>
                      <a:cubicBezTo>
                        <a:pt x="595602" y="1672614"/>
                        <a:pt x="579560" y="1674948"/>
                        <a:pt x="570372" y="1677281"/>
                      </a:cubicBezTo>
                      <a:cubicBezTo>
                        <a:pt x="561184" y="1679615"/>
                        <a:pt x="551996" y="1679615"/>
                        <a:pt x="551996" y="1679615"/>
                      </a:cubicBezTo>
                      <a:lnTo>
                        <a:pt x="533621" y="1659052"/>
                      </a:lnTo>
                      <a:lnTo>
                        <a:pt x="517579" y="1656718"/>
                      </a:lnTo>
                      <a:lnTo>
                        <a:pt x="460265" y="1649864"/>
                      </a:lnTo>
                      <a:lnTo>
                        <a:pt x="437368" y="1649864"/>
                      </a:lnTo>
                      <a:cubicBezTo>
                        <a:pt x="437368" y="1649864"/>
                        <a:pt x="432847" y="1631488"/>
                        <a:pt x="444222" y="1631488"/>
                      </a:cubicBezTo>
                      <a:cubicBezTo>
                        <a:pt x="455598" y="1631488"/>
                        <a:pt x="490015" y="1631488"/>
                        <a:pt x="490015" y="1631488"/>
                      </a:cubicBezTo>
                      <a:lnTo>
                        <a:pt x="554184" y="1631488"/>
                      </a:lnTo>
                      <a:cubicBezTo>
                        <a:pt x="554184" y="1631488"/>
                        <a:pt x="577081" y="1597071"/>
                        <a:pt x="583935" y="1597071"/>
                      </a:cubicBezTo>
                      <a:cubicBezTo>
                        <a:pt x="590789" y="1597071"/>
                        <a:pt x="593123" y="1603925"/>
                        <a:pt x="593123" y="1603925"/>
                      </a:cubicBezTo>
                      <a:lnTo>
                        <a:pt x="599977" y="1636009"/>
                      </a:lnTo>
                      <a:lnTo>
                        <a:pt x="673334" y="1587883"/>
                      </a:lnTo>
                      <a:lnTo>
                        <a:pt x="682521" y="1564986"/>
                      </a:lnTo>
                      <a:lnTo>
                        <a:pt x="661958" y="1519193"/>
                      </a:lnTo>
                      <a:lnTo>
                        <a:pt x="625353" y="1510005"/>
                      </a:lnTo>
                      <a:lnTo>
                        <a:pt x="606977" y="1493963"/>
                      </a:lnTo>
                      <a:lnTo>
                        <a:pt x="593269" y="1477921"/>
                      </a:lnTo>
                      <a:lnTo>
                        <a:pt x="542809" y="1455024"/>
                      </a:lnTo>
                      <a:lnTo>
                        <a:pt x="508391" y="1443503"/>
                      </a:lnTo>
                      <a:lnTo>
                        <a:pt x="499203" y="1425128"/>
                      </a:lnTo>
                      <a:lnTo>
                        <a:pt x="487682" y="1285269"/>
                      </a:lnTo>
                      <a:lnTo>
                        <a:pt x="487682" y="1248664"/>
                      </a:lnTo>
                      <a:lnTo>
                        <a:pt x="485348" y="1234955"/>
                      </a:lnTo>
                      <a:lnTo>
                        <a:pt x="499057" y="1216580"/>
                      </a:lnTo>
                      <a:lnTo>
                        <a:pt x="487536" y="1198204"/>
                      </a:lnTo>
                      <a:cubicBezTo>
                        <a:pt x="487536" y="1198204"/>
                        <a:pt x="485203" y="1198204"/>
                        <a:pt x="476015" y="1184495"/>
                      </a:cubicBezTo>
                      <a:cubicBezTo>
                        <a:pt x="466827" y="1170786"/>
                        <a:pt x="462306" y="1172974"/>
                        <a:pt x="462306" y="1163932"/>
                      </a:cubicBezTo>
                      <a:cubicBezTo>
                        <a:pt x="462306" y="1154744"/>
                        <a:pt x="469161" y="1127327"/>
                        <a:pt x="469161" y="1127327"/>
                      </a:cubicBezTo>
                      <a:lnTo>
                        <a:pt x="494391" y="1127327"/>
                      </a:lnTo>
                      <a:lnTo>
                        <a:pt x="519620" y="1124993"/>
                      </a:lnTo>
                      <a:lnTo>
                        <a:pt x="524141" y="1035595"/>
                      </a:lnTo>
                      <a:lnTo>
                        <a:pt x="558559" y="1024073"/>
                      </a:lnTo>
                      <a:lnTo>
                        <a:pt x="565414" y="1010365"/>
                      </a:lnTo>
                      <a:lnTo>
                        <a:pt x="572268" y="973759"/>
                      </a:lnTo>
                      <a:lnTo>
                        <a:pt x="618061" y="966905"/>
                      </a:lnTo>
                      <a:cubicBezTo>
                        <a:pt x="618061" y="966905"/>
                        <a:pt x="645624" y="868319"/>
                        <a:pt x="657000" y="861464"/>
                      </a:cubicBezTo>
                      <a:cubicBezTo>
                        <a:pt x="668521" y="854610"/>
                        <a:pt x="705126" y="843089"/>
                        <a:pt x="711981" y="822526"/>
                      </a:cubicBezTo>
                      <a:cubicBezTo>
                        <a:pt x="718835" y="801962"/>
                        <a:pt x="723502" y="783587"/>
                        <a:pt x="723502" y="783587"/>
                      </a:cubicBezTo>
                      <a:lnTo>
                        <a:pt x="728023" y="726273"/>
                      </a:lnTo>
                      <a:cubicBezTo>
                        <a:pt x="728023" y="726273"/>
                        <a:pt x="686751" y="707897"/>
                        <a:pt x="686751" y="701043"/>
                      </a:cubicBezTo>
                      <a:cubicBezTo>
                        <a:pt x="686751" y="694188"/>
                        <a:pt x="691272" y="668958"/>
                        <a:pt x="691272" y="668958"/>
                      </a:cubicBezTo>
                      <a:lnTo>
                        <a:pt x="702793" y="627686"/>
                      </a:lnTo>
                      <a:lnTo>
                        <a:pt x="705126" y="597935"/>
                      </a:lnTo>
                      <a:lnTo>
                        <a:pt x="730356" y="575039"/>
                      </a:lnTo>
                      <a:cubicBezTo>
                        <a:pt x="730356" y="575039"/>
                        <a:pt x="753253" y="572705"/>
                        <a:pt x="750919" y="563517"/>
                      </a:cubicBezTo>
                      <a:cubicBezTo>
                        <a:pt x="749899" y="554330"/>
                        <a:pt x="733856" y="529100"/>
                        <a:pt x="733856" y="519912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19" name="Freeform: Shape 513">
                  <a:extLst>
                    <a:ext uri="{FF2B5EF4-FFF2-40B4-BE49-F238E27FC236}">
                      <a16:creationId xmlns:a16="http://schemas.microsoft.com/office/drawing/2014/main" id="{F412CCB5-01DA-E3D8-BD4A-1E62D9739C5F}"/>
                    </a:ext>
                  </a:extLst>
                </p:cNvPr>
                <p:cNvSpPr/>
                <p:nvPr/>
              </p:nvSpPr>
              <p:spPr>
                <a:xfrm>
                  <a:off x="9206845" y="50241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333 w 0"/>
                    <a:gd name="connsiteY1" fmla="*/ 2917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729" y="875"/>
                        <a:pt x="1604" y="1896"/>
                        <a:pt x="2333" y="2917"/>
                      </a:cubicBezTo>
                      <a:cubicBezTo>
                        <a:pt x="1604" y="1896"/>
                        <a:pt x="729" y="1021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20" name="Freeform: Shape 514">
                  <a:extLst>
                    <a:ext uri="{FF2B5EF4-FFF2-40B4-BE49-F238E27FC236}">
                      <a16:creationId xmlns:a16="http://schemas.microsoft.com/office/drawing/2014/main" id="{E38CBA70-71BC-3CC9-915A-80A0C298C4AB}"/>
                    </a:ext>
                  </a:extLst>
                </p:cNvPr>
                <p:cNvSpPr/>
                <p:nvPr/>
              </p:nvSpPr>
              <p:spPr>
                <a:xfrm>
                  <a:off x="9204803" y="49993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604 w 0"/>
                    <a:gd name="connsiteY1" fmla="*/ 1896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583" y="583"/>
                        <a:pt x="1021" y="1313"/>
                        <a:pt x="1604" y="1896"/>
                      </a:cubicBezTo>
                      <a:cubicBezTo>
                        <a:pt x="1021" y="1313"/>
                        <a:pt x="437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21" name="Freeform: Shape 515">
                  <a:extLst>
                    <a:ext uri="{FF2B5EF4-FFF2-40B4-BE49-F238E27FC236}">
                      <a16:creationId xmlns:a16="http://schemas.microsoft.com/office/drawing/2014/main" id="{1F0E5374-8474-58C6-426B-5E266020F678}"/>
                    </a:ext>
                  </a:extLst>
                </p:cNvPr>
                <p:cNvSpPr/>
                <p:nvPr/>
              </p:nvSpPr>
              <p:spPr>
                <a:xfrm>
                  <a:off x="9214866" y="51218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479 w 0"/>
                    <a:gd name="connsiteY1" fmla="*/ 2917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875" y="1021"/>
                        <a:pt x="1604" y="1896"/>
                        <a:pt x="2479" y="2917"/>
                      </a:cubicBezTo>
                      <a:cubicBezTo>
                        <a:pt x="1604" y="1896"/>
                        <a:pt x="875" y="1021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22" name="Freeform: Shape 516">
                  <a:extLst>
                    <a:ext uri="{FF2B5EF4-FFF2-40B4-BE49-F238E27FC236}">
                      <a16:creationId xmlns:a16="http://schemas.microsoft.com/office/drawing/2014/main" id="{6AA60E99-ABE1-AF62-9E73-DE4B5D9E2450}"/>
                    </a:ext>
                  </a:extLst>
                </p:cNvPr>
                <p:cNvSpPr/>
                <p:nvPr/>
              </p:nvSpPr>
              <p:spPr>
                <a:xfrm>
                  <a:off x="9217928" y="515828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750 w 0"/>
                    <a:gd name="connsiteY1" fmla="*/ 2188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583" y="729"/>
                        <a:pt x="1167" y="1458"/>
                        <a:pt x="1750" y="2188"/>
                      </a:cubicBezTo>
                      <a:cubicBezTo>
                        <a:pt x="1167" y="1458"/>
                        <a:pt x="583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23" name="Freeform: Shape 517">
                  <a:extLst>
                    <a:ext uri="{FF2B5EF4-FFF2-40B4-BE49-F238E27FC236}">
                      <a16:creationId xmlns:a16="http://schemas.microsoft.com/office/drawing/2014/main" id="{3BCC9EEC-51C8-A069-19CF-09501A3A3BE0}"/>
                    </a:ext>
                  </a:extLst>
                </p:cNvPr>
                <p:cNvSpPr/>
                <p:nvPr/>
              </p:nvSpPr>
              <p:spPr>
                <a:xfrm>
                  <a:off x="9212387" y="509120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187 w 0"/>
                    <a:gd name="connsiteY1" fmla="*/ 2625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729" y="875"/>
                        <a:pt x="1458" y="1750"/>
                        <a:pt x="2187" y="2625"/>
                      </a:cubicBezTo>
                      <a:cubicBezTo>
                        <a:pt x="1458" y="1750"/>
                        <a:pt x="729" y="875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24" name="Freeform: Shape 518">
                  <a:extLst>
                    <a:ext uri="{FF2B5EF4-FFF2-40B4-BE49-F238E27FC236}">
                      <a16:creationId xmlns:a16="http://schemas.microsoft.com/office/drawing/2014/main" id="{C3D7A010-40AD-B365-E633-65B5D44A17E1}"/>
                    </a:ext>
                  </a:extLst>
                </p:cNvPr>
                <p:cNvSpPr/>
                <p:nvPr/>
              </p:nvSpPr>
              <p:spPr>
                <a:xfrm>
                  <a:off x="9209761" y="50605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896 w 0"/>
                    <a:gd name="connsiteY1" fmla="*/ 2333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583" y="729"/>
                        <a:pt x="1313" y="1604"/>
                        <a:pt x="1896" y="2333"/>
                      </a:cubicBezTo>
                      <a:cubicBezTo>
                        <a:pt x="1313" y="1458"/>
                        <a:pt x="729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grpSp>
            <p:nvGrpSpPr>
              <p:cNvPr id="49" name="Graphic 1">
                <a:extLst>
                  <a:ext uri="{FF2B5EF4-FFF2-40B4-BE49-F238E27FC236}">
                    <a16:creationId xmlns:a16="http://schemas.microsoft.com/office/drawing/2014/main" id="{3E1B7162-C5B4-D5B8-FD02-9B3986559E7A}"/>
                  </a:ext>
                </a:extLst>
              </p:cNvPr>
              <p:cNvGrpSpPr/>
              <p:nvPr/>
            </p:nvGrpSpPr>
            <p:grpSpPr>
              <a:xfrm>
                <a:off x="9932388" y="2516902"/>
                <a:ext cx="1122952" cy="860443"/>
                <a:chOff x="9932388" y="2516902"/>
                <a:chExt cx="1122952" cy="860443"/>
              </a:xfrm>
              <a:grpFill/>
            </p:grpSpPr>
            <p:sp>
              <p:nvSpPr>
                <p:cNvPr id="305" name="Freeform: Shape 520">
                  <a:extLst>
                    <a:ext uri="{FF2B5EF4-FFF2-40B4-BE49-F238E27FC236}">
                      <a16:creationId xmlns:a16="http://schemas.microsoft.com/office/drawing/2014/main" id="{D9F4801E-CBD9-C702-311C-0371AED3E94D}"/>
                    </a:ext>
                  </a:extLst>
                </p:cNvPr>
                <p:cNvSpPr/>
                <p:nvPr/>
              </p:nvSpPr>
              <p:spPr>
                <a:xfrm>
                  <a:off x="11036235" y="2966779"/>
                  <a:ext cx="29168" cy="14584"/>
                </a:xfrm>
                <a:custGeom>
                  <a:avLst/>
                  <a:gdLst>
                    <a:gd name="connsiteX0" fmla="*/ 31793 w 29167"/>
                    <a:gd name="connsiteY0" fmla="*/ 8750 h 0"/>
                    <a:gd name="connsiteX1" fmla="*/ 0 w 29167"/>
                    <a:gd name="connsiteY1" fmla="*/ 0 h 0"/>
                    <a:gd name="connsiteX2" fmla="*/ 31793 w 29167"/>
                    <a:gd name="connsiteY2" fmla="*/ 875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9167">
                      <a:moveTo>
                        <a:pt x="31793" y="8750"/>
                      </a:moveTo>
                      <a:lnTo>
                        <a:pt x="0" y="0"/>
                      </a:lnTo>
                      <a:lnTo>
                        <a:pt x="31793" y="8750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06" name="Freeform: Shape 521">
                  <a:extLst>
                    <a:ext uri="{FF2B5EF4-FFF2-40B4-BE49-F238E27FC236}">
                      <a16:creationId xmlns:a16="http://schemas.microsoft.com/office/drawing/2014/main" id="{59F0C835-CB12-3A5D-7E5C-F3457126591B}"/>
                    </a:ext>
                  </a:extLst>
                </p:cNvPr>
                <p:cNvSpPr/>
                <p:nvPr/>
              </p:nvSpPr>
              <p:spPr>
                <a:xfrm>
                  <a:off x="9932388" y="2516902"/>
                  <a:ext cx="918779" cy="860443"/>
                </a:xfrm>
                <a:custGeom>
                  <a:avLst/>
                  <a:gdLst>
                    <a:gd name="connsiteX0" fmla="*/ 81669 w 918778"/>
                    <a:gd name="connsiteY0" fmla="*/ 781513 h 860443"/>
                    <a:gd name="connsiteX1" fmla="*/ 95378 w 918778"/>
                    <a:gd name="connsiteY1" fmla="*/ 853265 h 860443"/>
                    <a:gd name="connsiteX2" fmla="*/ 115941 w 918778"/>
                    <a:gd name="connsiteY2" fmla="*/ 864786 h 860443"/>
                    <a:gd name="connsiteX3" fmla="*/ 148025 w 918778"/>
                    <a:gd name="connsiteY3" fmla="*/ 862453 h 860443"/>
                    <a:gd name="connsiteX4" fmla="*/ 164068 w 918778"/>
                    <a:gd name="connsiteY4" fmla="*/ 830368 h 860443"/>
                    <a:gd name="connsiteX5" fmla="*/ 251133 w 918778"/>
                    <a:gd name="connsiteY5" fmla="*/ 793763 h 860443"/>
                    <a:gd name="connsiteX6" fmla="*/ 274029 w 918778"/>
                    <a:gd name="connsiteY6" fmla="*/ 777721 h 860443"/>
                    <a:gd name="connsiteX7" fmla="*/ 294593 w 918778"/>
                    <a:gd name="connsiteY7" fmla="*/ 770867 h 860443"/>
                    <a:gd name="connsiteX8" fmla="*/ 338198 w 918778"/>
                    <a:gd name="connsiteY8" fmla="*/ 773200 h 860443"/>
                    <a:gd name="connsiteX9" fmla="*/ 358761 w 918778"/>
                    <a:gd name="connsiteY9" fmla="*/ 773200 h 860443"/>
                    <a:gd name="connsiteX10" fmla="*/ 402367 w 918778"/>
                    <a:gd name="connsiteY10" fmla="*/ 764012 h 860443"/>
                    <a:gd name="connsiteX11" fmla="*/ 462014 w 918778"/>
                    <a:gd name="connsiteY11" fmla="*/ 773200 h 860443"/>
                    <a:gd name="connsiteX12" fmla="*/ 507808 w 918778"/>
                    <a:gd name="connsiteY12" fmla="*/ 802951 h 860443"/>
                    <a:gd name="connsiteX13" fmla="*/ 528371 w 918778"/>
                    <a:gd name="connsiteY13" fmla="*/ 812139 h 860443"/>
                    <a:gd name="connsiteX14" fmla="*/ 539892 w 918778"/>
                    <a:gd name="connsiteY14" fmla="*/ 789242 h 860443"/>
                    <a:gd name="connsiteX15" fmla="*/ 539892 w 918778"/>
                    <a:gd name="connsiteY15" fmla="*/ 777721 h 860443"/>
                    <a:gd name="connsiteX16" fmla="*/ 592539 w 918778"/>
                    <a:gd name="connsiteY16" fmla="*/ 766200 h 860443"/>
                    <a:gd name="connsiteX17" fmla="*/ 624624 w 918778"/>
                    <a:gd name="connsiteY17" fmla="*/ 768533 h 860443"/>
                    <a:gd name="connsiteX18" fmla="*/ 663562 w 918778"/>
                    <a:gd name="connsiteY18" fmla="*/ 761679 h 860443"/>
                    <a:gd name="connsiteX19" fmla="*/ 663562 w 918778"/>
                    <a:gd name="connsiteY19" fmla="*/ 745637 h 860443"/>
                    <a:gd name="connsiteX20" fmla="*/ 679605 w 918778"/>
                    <a:gd name="connsiteY20" fmla="*/ 741116 h 860443"/>
                    <a:gd name="connsiteX21" fmla="*/ 691126 w 918778"/>
                    <a:gd name="connsiteY21" fmla="*/ 743449 h 860443"/>
                    <a:gd name="connsiteX22" fmla="*/ 702647 w 918778"/>
                    <a:gd name="connsiteY22" fmla="*/ 771012 h 860443"/>
                    <a:gd name="connsiteX23" fmla="*/ 746253 w 918778"/>
                    <a:gd name="connsiteY23" fmla="*/ 766491 h 860443"/>
                    <a:gd name="connsiteX24" fmla="*/ 778337 w 918778"/>
                    <a:gd name="connsiteY24" fmla="*/ 750449 h 860443"/>
                    <a:gd name="connsiteX25" fmla="*/ 844839 w 918778"/>
                    <a:gd name="connsiteY25" fmla="*/ 761970 h 860443"/>
                    <a:gd name="connsiteX26" fmla="*/ 872402 w 918778"/>
                    <a:gd name="connsiteY26" fmla="*/ 755116 h 860443"/>
                    <a:gd name="connsiteX27" fmla="*/ 844839 w 918778"/>
                    <a:gd name="connsiteY27" fmla="*/ 695468 h 860443"/>
                    <a:gd name="connsiteX28" fmla="*/ 834922 w 918778"/>
                    <a:gd name="connsiteY28" fmla="*/ 595424 h 860443"/>
                    <a:gd name="connsiteX29" fmla="*/ 906674 w 918778"/>
                    <a:gd name="connsiteY29" fmla="*/ 555756 h 860443"/>
                    <a:gd name="connsiteX30" fmla="*/ 851693 w 918778"/>
                    <a:gd name="connsiteY30" fmla="*/ 459503 h 860443"/>
                    <a:gd name="connsiteX31" fmla="*/ 842505 w 918778"/>
                    <a:gd name="connsiteY31" fmla="*/ 381625 h 860443"/>
                    <a:gd name="connsiteX32" fmla="*/ 879111 w 918778"/>
                    <a:gd name="connsiteY32" fmla="*/ 367917 h 860443"/>
                    <a:gd name="connsiteX33" fmla="*/ 920383 w 918778"/>
                    <a:gd name="connsiteY33" fmla="*/ 349541 h 860443"/>
                    <a:gd name="connsiteX34" fmla="*/ 920383 w 918778"/>
                    <a:gd name="connsiteY34" fmla="*/ 303748 h 860443"/>
                    <a:gd name="connsiteX35" fmla="*/ 874590 w 918778"/>
                    <a:gd name="connsiteY35" fmla="*/ 280851 h 860443"/>
                    <a:gd name="connsiteX36" fmla="*/ 847027 w 918778"/>
                    <a:gd name="connsiteY36" fmla="*/ 299227 h 860443"/>
                    <a:gd name="connsiteX37" fmla="*/ 824130 w 918778"/>
                    <a:gd name="connsiteY37" fmla="*/ 294706 h 860443"/>
                    <a:gd name="connsiteX38" fmla="*/ 801233 w 918778"/>
                    <a:gd name="connsiteY38" fmla="*/ 267142 h 860443"/>
                    <a:gd name="connsiteX39" fmla="*/ 778337 w 918778"/>
                    <a:gd name="connsiteY39" fmla="*/ 235058 h 860443"/>
                    <a:gd name="connsiteX40" fmla="*/ 737065 w 918778"/>
                    <a:gd name="connsiteY40" fmla="*/ 221349 h 860443"/>
                    <a:gd name="connsiteX41" fmla="*/ 714168 w 918778"/>
                    <a:gd name="connsiteY41" fmla="*/ 166369 h 860443"/>
                    <a:gd name="connsiteX42" fmla="*/ 654520 w 918778"/>
                    <a:gd name="connsiteY42" fmla="*/ 143472 h 860443"/>
                    <a:gd name="connsiteX43" fmla="*/ 650000 w 918778"/>
                    <a:gd name="connsiteY43" fmla="*/ 106867 h 860443"/>
                    <a:gd name="connsiteX44" fmla="*/ 631624 w 918778"/>
                    <a:gd name="connsiteY44" fmla="*/ 74783 h 860443"/>
                    <a:gd name="connsiteX45" fmla="*/ 654520 w 918778"/>
                    <a:gd name="connsiteY45" fmla="*/ 28989 h 860443"/>
                    <a:gd name="connsiteX46" fmla="*/ 626957 w 918778"/>
                    <a:gd name="connsiteY46" fmla="*/ 15281 h 860443"/>
                    <a:gd name="connsiteX47" fmla="*/ 562788 w 918778"/>
                    <a:gd name="connsiteY47" fmla="*/ 6093 h 860443"/>
                    <a:gd name="connsiteX48" fmla="*/ 516995 w 918778"/>
                    <a:gd name="connsiteY48" fmla="*/ 42698 h 860443"/>
                    <a:gd name="connsiteX49" fmla="*/ 480390 w 918778"/>
                    <a:gd name="connsiteY49" fmla="*/ 6093 h 860443"/>
                    <a:gd name="connsiteX50" fmla="*/ 457493 w 918778"/>
                    <a:gd name="connsiteY50" fmla="*/ 6093 h 860443"/>
                    <a:gd name="connsiteX51" fmla="*/ 443785 w 918778"/>
                    <a:gd name="connsiteY51" fmla="*/ 33656 h 860443"/>
                    <a:gd name="connsiteX52" fmla="*/ 420888 w 918778"/>
                    <a:gd name="connsiteY52" fmla="*/ 19947 h 860443"/>
                    <a:gd name="connsiteX53" fmla="*/ 402513 w 918778"/>
                    <a:gd name="connsiteY53" fmla="*/ 15426 h 860443"/>
                    <a:gd name="connsiteX54" fmla="*/ 370428 w 918778"/>
                    <a:gd name="connsiteY54" fmla="*/ 29135 h 860443"/>
                    <a:gd name="connsiteX55" fmla="*/ 353803 w 918778"/>
                    <a:gd name="connsiteY55" fmla="*/ 22573 h 860443"/>
                    <a:gd name="connsiteX56" fmla="*/ 327552 w 918778"/>
                    <a:gd name="connsiteY56" fmla="*/ 42990 h 860443"/>
                    <a:gd name="connsiteX57" fmla="*/ 321427 w 918778"/>
                    <a:gd name="connsiteY57" fmla="*/ 73616 h 860443"/>
                    <a:gd name="connsiteX58" fmla="*/ 321427 w 918778"/>
                    <a:gd name="connsiteY58" fmla="*/ 87325 h 860443"/>
                    <a:gd name="connsiteX59" fmla="*/ 289342 w 918778"/>
                    <a:gd name="connsiteY59" fmla="*/ 79741 h 860443"/>
                    <a:gd name="connsiteX60" fmla="*/ 269509 w 918778"/>
                    <a:gd name="connsiteY60" fmla="*/ 99575 h 860443"/>
                    <a:gd name="connsiteX61" fmla="*/ 228236 w 918778"/>
                    <a:gd name="connsiteY61" fmla="*/ 143910 h 860443"/>
                    <a:gd name="connsiteX62" fmla="*/ 232757 w 918778"/>
                    <a:gd name="connsiteY62" fmla="*/ 179057 h 860443"/>
                    <a:gd name="connsiteX63" fmla="*/ 245007 w 918778"/>
                    <a:gd name="connsiteY63" fmla="*/ 186640 h 860443"/>
                    <a:gd name="connsiteX64" fmla="*/ 258716 w 918778"/>
                    <a:gd name="connsiteY64" fmla="*/ 192765 h 860443"/>
                    <a:gd name="connsiteX65" fmla="*/ 258716 w 918778"/>
                    <a:gd name="connsiteY65" fmla="*/ 209537 h 860443"/>
                    <a:gd name="connsiteX66" fmla="*/ 196006 w 918778"/>
                    <a:gd name="connsiteY66" fmla="*/ 290477 h 860443"/>
                    <a:gd name="connsiteX67" fmla="*/ 197465 w 918778"/>
                    <a:gd name="connsiteY67" fmla="*/ 377542 h 860443"/>
                    <a:gd name="connsiteX68" fmla="*/ 223424 w 918778"/>
                    <a:gd name="connsiteY68" fmla="*/ 383667 h 860443"/>
                    <a:gd name="connsiteX69" fmla="*/ 201986 w 918778"/>
                    <a:gd name="connsiteY69" fmla="*/ 423335 h 860443"/>
                    <a:gd name="connsiteX70" fmla="*/ 180547 w 918778"/>
                    <a:gd name="connsiteY70" fmla="*/ 403501 h 860443"/>
                    <a:gd name="connsiteX71" fmla="*/ 162172 w 918778"/>
                    <a:gd name="connsiteY71" fmla="*/ 394313 h 860443"/>
                    <a:gd name="connsiteX72" fmla="*/ 111712 w 918778"/>
                    <a:gd name="connsiteY72" fmla="*/ 482983 h 860443"/>
                    <a:gd name="connsiteX73" fmla="*/ 84148 w 918778"/>
                    <a:gd name="connsiteY73" fmla="*/ 481524 h 860443"/>
                    <a:gd name="connsiteX74" fmla="*/ 56585 w 918778"/>
                    <a:gd name="connsiteY74" fmla="*/ 480066 h 860443"/>
                    <a:gd name="connsiteX75" fmla="*/ 38209 w 918778"/>
                    <a:gd name="connsiteY75" fmla="*/ 487649 h 860443"/>
                    <a:gd name="connsiteX76" fmla="*/ 9188 w 918778"/>
                    <a:gd name="connsiteY76" fmla="*/ 490712 h 860443"/>
                    <a:gd name="connsiteX77" fmla="*/ 0 w 918778"/>
                    <a:gd name="connsiteY77" fmla="*/ 506025 h 860443"/>
                    <a:gd name="connsiteX78" fmla="*/ 33543 w 918778"/>
                    <a:gd name="connsiteY78" fmla="*/ 568735 h 860443"/>
                    <a:gd name="connsiteX79" fmla="*/ 74815 w 918778"/>
                    <a:gd name="connsiteY79" fmla="*/ 611466 h 860443"/>
                    <a:gd name="connsiteX80" fmla="*/ 97712 w 918778"/>
                    <a:gd name="connsiteY80" fmla="*/ 689343 h 860443"/>
                    <a:gd name="connsiteX81" fmla="*/ 48856 w 918778"/>
                    <a:gd name="connsiteY81" fmla="*/ 730615 h 860443"/>
                    <a:gd name="connsiteX82" fmla="*/ 44335 w 918778"/>
                    <a:gd name="connsiteY82" fmla="*/ 762700 h 860443"/>
                    <a:gd name="connsiteX83" fmla="*/ 56585 w 918778"/>
                    <a:gd name="connsiteY83" fmla="*/ 779471 h 860443"/>
                    <a:gd name="connsiteX84" fmla="*/ 81669 w 918778"/>
                    <a:gd name="connsiteY84" fmla="*/ 781513 h 860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918778" h="860443">
                      <a:moveTo>
                        <a:pt x="81669" y="781513"/>
                      </a:moveTo>
                      <a:lnTo>
                        <a:pt x="95378" y="853265"/>
                      </a:lnTo>
                      <a:lnTo>
                        <a:pt x="115941" y="864786"/>
                      </a:lnTo>
                      <a:lnTo>
                        <a:pt x="148025" y="862453"/>
                      </a:lnTo>
                      <a:lnTo>
                        <a:pt x="164068" y="830368"/>
                      </a:lnTo>
                      <a:lnTo>
                        <a:pt x="251133" y="793763"/>
                      </a:lnTo>
                      <a:lnTo>
                        <a:pt x="274029" y="777721"/>
                      </a:lnTo>
                      <a:lnTo>
                        <a:pt x="294593" y="770867"/>
                      </a:lnTo>
                      <a:lnTo>
                        <a:pt x="338198" y="773200"/>
                      </a:lnTo>
                      <a:lnTo>
                        <a:pt x="358761" y="773200"/>
                      </a:lnTo>
                      <a:lnTo>
                        <a:pt x="402367" y="764012"/>
                      </a:lnTo>
                      <a:lnTo>
                        <a:pt x="462014" y="773200"/>
                      </a:lnTo>
                      <a:lnTo>
                        <a:pt x="507808" y="802951"/>
                      </a:lnTo>
                      <a:lnTo>
                        <a:pt x="528371" y="812139"/>
                      </a:lnTo>
                      <a:lnTo>
                        <a:pt x="539892" y="789242"/>
                      </a:lnTo>
                      <a:lnTo>
                        <a:pt x="539892" y="777721"/>
                      </a:lnTo>
                      <a:cubicBezTo>
                        <a:pt x="539892" y="777721"/>
                        <a:pt x="574310" y="766200"/>
                        <a:pt x="592539" y="766200"/>
                      </a:cubicBezTo>
                      <a:cubicBezTo>
                        <a:pt x="610915" y="766200"/>
                        <a:pt x="624624" y="768533"/>
                        <a:pt x="624624" y="768533"/>
                      </a:cubicBezTo>
                      <a:cubicBezTo>
                        <a:pt x="624624" y="768533"/>
                        <a:pt x="656708" y="768533"/>
                        <a:pt x="663562" y="761679"/>
                      </a:cubicBezTo>
                      <a:lnTo>
                        <a:pt x="663562" y="745637"/>
                      </a:lnTo>
                      <a:lnTo>
                        <a:pt x="679605" y="741116"/>
                      </a:lnTo>
                      <a:lnTo>
                        <a:pt x="691126" y="743449"/>
                      </a:lnTo>
                      <a:lnTo>
                        <a:pt x="702647" y="771012"/>
                      </a:lnTo>
                      <a:lnTo>
                        <a:pt x="746253" y="766491"/>
                      </a:lnTo>
                      <a:cubicBezTo>
                        <a:pt x="746253" y="766491"/>
                        <a:pt x="771482" y="750449"/>
                        <a:pt x="778337" y="750449"/>
                      </a:cubicBezTo>
                      <a:cubicBezTo>
                        <a:pt x="785191" y="750449"/>
                        <a:pt x="844839" y="761970"/>
                        <a:pt x="844839" y="761970"/>
                      </a:cubicBezTo>
                      <a:lnTo>
                        <a:pt x="872402" y="755116"/>
                      </a:lnTo>
                      <a:lnTo>
                        <a:pt x="844839" y="695468"/>
                      </a:lnTo>
                      <a:lnTo>
                        <a:pt x="834922" y="595424"/>
                      </a:lnTo>
                      <a:lnTo>
                        <a:pt x="906674" y="555756"/>
                      </a:lnTo>
                      <a:lnTo>
                        <a:pt x="851693" y="459503"/>
                      </a:lnTo>
                      <a:lnTo>
                        <a:pt x="842505" y="381625"/>
                      </a:lnTo>
                      <a:lnTo>
                        <a:pt x="879111" y="367917"/>
                      </a:lnTo>
                      <a:lnTo>
                        <a:pt x="920383" y="349541"/>
                      </a:lnTo>
                      <a:cubicBezTo>
                        <a:pt x="920383" y="349541"/>
                        <a:pt x="920383" y="321978"/>
                        <a:pt x="920383" y="303748"/>
                      </a:cubicBezTo>
                      <a:cubicBezTo>
                        <a:pt x="920383" y="285372"/>
                        <a:pt x="874590" y="280851"/>
                        <a:pt x="874590" y="280851"/>
                      </a:cubicBezTo>
                      <a:lnTo>
                        <a:pt x="847027" y="299227"/>
                      </a:lnTo>
                      <a:lnTo>
                        <a:pt x="824130" y="294706"/>
                      </a:lnTo>
                      <a:lnTo>
                        <a:pt x="801233" y="267142"/>
                      </a:lnTo>
                      <a:lnTo>
                        <a:pt x="778337" y="235058"/>
                      </a:lnTo>
                      <a:lnTo>
                        <a:pt x="737065" y="221349"/>
                      </a:lnTo>
                      <a:lnTo>
                        <a:pt x="714168" y="166369"/>
                      </a:lnTo>
                      <a:lnTo>
                        <a:pt x="654520" y="143472"/>
                      </a:lnTo>
                      <a:lnTo>
                        <a:pt x="650000" y="106867"/>
                      </a:lnTo>
                      <a:lnTo>
                        <a:pt x="631624" y="74783"/>
                      </a:lnTo>
                      <a:lnTo>
                        <a:pt x="654520" y="28989"/>
                      </a:lnTo>
                      <a:lnTo>
                        <a:pt x="626957" y="15281"/>
                      </a:lnTo>
                      <a:lnTo>
                        <a:pt x="562788" y="6093"/>
                      </a:lnTo>
                      <a:lnTo>
                        <a:pt x="516995" y="42698"/>
                      </a:lnTo>
                      <a:cubicBezTo>
                        <a:pt x="516995" y="42698"/>
                        <a:pt x="494099" y="19802"/>
                        <a:pt x="480390" y="6093"/>
                      </a:cubicBezTo>
                      <a:cubicBezTo>
                        <a:pt x="466681" y="-7616"/>
                        <a:pt x="457493" y="6093"/>
                        <a:pt x="457493" y="6093"/>
                      </a:cubicBezTo>
                      <a:lnTo>
                        <a:pt x="443785" y="33656"/>
                      </a:lnTo>
                      <a:lnTo>
                        <a:pt x="420888" y="19947"/>
                      </a:lnTo>
                      <a:lnTo>
                        <a:pt x="402513" y="15426"/>
                      </a:lnTo>
                      <a:lnTo>
                        <a:pt x="370428" y="29135"/>
                      </a:lnTo>
                      <a:lnTo>
                        <a:pt x="353803" y="22573"/>
                      </a:lnTo>
                      <a:lnTo>
                        <a:pt x="327552" y="42990"/>
                      </a:lnTo>
                      <a:lnTo>
                        <a:pt x="321427" y="73616"/>
                      </a:lnTo>
                      <a:lnTo>
                        <a:pt x="321427" y="87325"/>
                      </a:lnTo>
                      <a:lnTo>
                        <a:pt x="289342" y="79741"/>
                      </a:lnTo>
                      <a:lnTo>
                        <a:pt x="269509" y="99575"/>
                      </a:lnTo>
                      <a:lnTo>
                        <a:pt x="228236" y="143910"/>
                      </a:lnTo>
                      <a:lnTo>
                        <a:pt x="232757" y="179057"/>
                      </a:lnTo>
                      <a:lnTo>
                        <a:pt x="245007" y="186640"/>
                      </a:lnTo>
                      <a:lnTo>
                        <a:pt x="258716" y="192765"/>
                      </a:lnTo>
                      <a:lnTo>
                        <a:pt x="258716" y="209537"/>
                      </a:lnTo>
                      <a:lnTo>
                        <a:pt x="196006" y="290477"/>
                      </a:lnTo>
                      <a:lnTo>
                        <a:pt x="197465" y="377542"/>
                      </a:lnTo>
                      <a:cubicBezTo>
                        <a:pt x="197465" y="377542"/>
                        <a:pt x="223424" y="379000"/>
                        <a:pt x="223424" y="383667"/>
                      </a:cubicBezTo>
                      <a:cubicBezTo>
                        <a:pt x="223424" y="388188"/>
                        <a:pt x="201986" y="423335"/>
                        <a:pt x="201986" y="423335"/>
                      </a:cubicBezTo>
                      <a:cubicBezTo>
                        <a:pt x="201986" y="423335"/>
                        <a:pt x="186672" y="408022"/>
                        <a:pt x="180547" y="403501"/>
                      </a:cubicBezTo>
                      <a:cubicBezTo>
                        <a:pt x="174422" y="398980"/>
                        <a:pt x="162172" y="394313"/>
                        <a:pt x="162172" y="394313"/>
                      </a:cubicBezTo>
                      <a:lnTo>
                        <a:pt x="111712" y="482983"/>
                      </a:lnTo>
                      <a:lnTo>
                        <a:pt x="84148" y="481524"/>
                      </a:lnTo>
                      <a:lnTo>
                        <a:pt x="56585" y="480066"/>
                      </a:lnTo>
                      <a:lnTo>
                        <a:pt x="38209" y="487649"/>
                      </a:lnTo>
                      <a:lnTo>
                        <a:pt x="9188" y="490712"/>
                      </a:lnTo>
                      <a:lnTo>
                        <a:pt x="0" y="506025"/>
                      </a:lnTo>
                      <a:lnTo>
                        <a:pt x="33543" y="568735"/>
                      </a:lnTo>
                      <a:lnTo>
                        <a:pt x="74815" y="611466"/>
                      </a:lnTo>
                      <a:lnTo>
                        <a:pt x="97712" y="689343"/>
                      </a:lnTo>
                      <a:cubicBezTo>
                        <a:pt x="97712" y="689343"/>
                        <a:pt x="48856" y="725949"/>
                        <a:pt x="48856" y="730615"/>
                      </a:cubicBezTo>
                      <a:cubicBezTo>
                        <a:pt x="48856" y="735282"/>
                        <a:pt x="44335" y="762700"/>
                        <a:pt x="44335" y="762700"/>
                      </a:cubicBezTo>
                      <a:cubicBezTo>
                        <a:pt x="44335" y="762700"/>
                        <a:pt x="51918" y="778013"/>
                        <a:pt x="56585" y="779471"/>
                      </a:cubicBezTo>
                      <a:cubicBezTo>
                        <a:pt x="61835" y="779908"/>
                        <a:pt x="81669" y="781513"/>
                        <a:pt x="81669" y="781513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sp>
            <p:nvSpPr>
              <p:cNvPr id="50" name="Freeform: Shape 522">
                <a:extLst>
                  <a:ext uri="{FF2B5EF4-FFF2-40B4-BE49-F238E27FC236}">
                    <a16:creationId xmlns:a16="http://schemas.microsoft.com/office/drawing/2014/main" id="{D58FB9FF-974A-8131-40BF-CD9B785714C1}"/>
                  </a:ext>
                </a:extLst>
              </p:cNvPr>
              <p:cNvSpPr/>
              <p:nvPr/>
            </p:nvSpPr>
            <p:spPr>
              <a:xfrm>
                <a:off x="9713923" y="1983832"/>
                <a:ext cx="437514" cy="379178"/>
              </a:xfrm>
              <a:custGeom>
                <a:avLst/>
                <a:gdLst>
                  <a:gd name="connsiteX0" fmla="*/ 359782 w 437513"/>
                  <a:gd name="connsiteY0" fmla="*/ 171797 h 379178"/>
                  <a:gd name="connsiteX1" fmla="*/ 378158 w 437513"/>
                  <a:gd name="connsiteY1" fmla="*/ 71023 h 379178"/>
                  <a:gd name="connsiteX2" fmla="*/ 414763 w 437513"/>
                  <a:gd name="connsiteY2" fmla="*/ 29751 h 379178"/>
                  <a:gd name="connsiteX3" fmla="*/ 414763 w 437513"/>
                  <a:gd name="connsiteY3" fmla="*/ 15605 h 379178"/>
                  <a:gd name="connsiteX4" fmla="*/ 407909 w 437513"/>
                  <a:gd name="connsiteY4" fmla="*/ 5833 h 379178"/>
                  <a:gd name="connsiteX5" fmla="*/ 366637 w 437513"/>
                  <a:gd name="connsiteY5" fmla="*/ 0 h 379178"/>
                  <a:gd name="connsiteX6" fmla="*/ 341407 w 437513"/>
                  <a:gd name="connsiteY6" fmla="*/ 18375 h 379178"/>
                  <a:gd name="connsiteX7" fmla="*/ 279571 w 437513"/>
                  <a:gd name="connsiteY7" fmla="*/ 16042 h 379178"/>
                  <a:gd name="connsiteX8" fmla="*/ 224591 w 437513"/>
                  <a:gd name="connsiteY8" fmla="*/ 13709 h 379178"/>
                  <a:gd name="connsiteX9" fmla="*/ 167276 w 437513"/>
                  <a:gd name="connsiteY9" fmla="*/ 16042 h 379178"/>
                  <a:gd name="connsiteX10" fmla="*/ 164943 w 437513"/>
                  <a:gd name="connsiteY10" fmla="*/ 41272 h 379178"/>
                  <a:gd name="connsiteX11" fmla="*/ 121337 w 437513"/>
                  <a:gd name="connsiteY11" fmla="*/ 61835 h 379178"/>
                  <a:gd name="connsiteX12" fmla="*/ 89253 w 437513"/>
                  <a:gd name="connsiteY12" fmla="*/ 73356 h 379178"/>
                  <a:gd name="connsiteX13" fmla="*/ 82399 w 437513"/>
                  <a:gd name="connsiteY13" fmla="*/ 103107 h 379178"/>
                  <a:gd name="connsiteX14" fmla="*/ 50314 w 437513"/>
                  <a:gd name="connsiteY14" fmla="*/ 128337 h 379178"/>
                  <a:gd name="connsiteX15" fmla="*/ 29751 w 437513"/>
                  <a:gd name="connsiteY15" fmla="*/ 142046 h 379178"/>
                  <a:gd name="connsiteX16" fmla="*/ 0 w 437513"/>
                  <a:gd name="connsiteY16" fmla="*/ 174130 h 379178"/>
                  <a:gd name="connsiteX17" fmla="*/ 25230 w 437513"/>
                  <a:gd name="connsiteY17" fmla="*/ 219924 h 379178"/>
                  <a:gd name="connsiteX18" fmla="*/ 48127 w 437513"/>
                  <a:gd name="connsiteY18" fmla="*/ 261196 h 379178"/>
                  <a:gd name="connsiteX19" fmla="*/ 73356 w 437513"/>
                  <a:gd name="connsiteY19" fmla="*/ 290946 h 379178"/>
                  <a:gd name="connsiteX20" fmla="*/ 109962 w 437513"/>
                  <a:gd name="connsiteY20" fmla="*/ 290946 h 379178"/>
                  <a:gd name="connsiteX21" fmla="*/ 130525 w 437513"/>
                  <a:gd name="connsiteY21" fmla="*/ 277238 h 379178"/>
                  <a:gd name="connsiteX22" fmla="*/ 139713 w 437513"/>
                  <a:gd name="connsiteY22" fmla="*/ 293280 h 379178"/>
                  <a:gd name="connsiteX23" fmla="*/ 144234 w 437513"/>
                  <a:gd name="connsiteY23" fmla="*/ 364303 h 379178"/>
                  <a:gd name="connsiteX24" fmla="*/ 144234 w 437513"/>
                  <a:gd name="connsiteY24" fmla="*/ 381074 h 379178"/>
                  <a:gd name="connsiteX25" fmla="*/ 185506 w 437513"/>
                  <a:gd name="connsiteY25" fmla="*/ 336740 h 379178"/>
                  <a:gd name="connsiteX26" fmla="*/ 219924 w 437513"/>
                  <a:gd name="connsiteY26" fmla="*/ 318364 h 379178"/>
                  <a:gd name="connsiteX27" fmla="*/ 297801 w 437513"/>
                  <a:gd name="connsiteY27" fmla="*/ 318364 h 379178"/>
                  <a:gd name="connsiteX28" fmla="*/ 318364 w 437513"/>
                  <a:gd name="connsiteY28" fmla="*/ 350448 h 379178"/>
                  <a:gd name="connsiteX29" fmla="*/ 341261 w 437513"/>
                  <a:gd name="connsiteY29" fmla="*/ 352782 h 379178"/>
                  <a:gd name="connsiteX30" fmla="*/ 437514 w 437513"/>
                  <a:gd name="connsiteY30" fmla="*/ 332219 h 379178"/>
                  <a:gd name="connsiteX31" fmla="*/ 446701 w 437513"/>
                  <a:gd name="connsiteY31" fmla="*/ 272571 h 379178"/>
                  <a:gd name="connsiteX32" fmla="*/ 359782 w 437513"/>
                  <a:gd name="connsiteY32" fmla="*/ 171797 h 379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7513" h="379178">
                    <a:moveTo>
                      <a:pt x="359782" y="171797"/>
                    </a:moveTo>
                    <a:lnTo>
                      <a:pt x="378158" y="71023"/>
                    </a:lnTo>
                    <a:lnTo>
                      <a:pt x="414763" y="29751"/>
                    </a:lnTo>
                    <a:lnTo>
                      <a:pt x="414763" y="15605"/>
                    </a:lnTo>
                    <a:lnTo>
                      <a:pt x="407909" y="5833"/>
                    </a:lnTo>
                    <a:lnTo>
                      <a:pt x="366637" y="0"/>
                    </a:lnTo>
                    <a:lnTo>
                      <a:pt x="341407" y="18375"/>
                    </a:lnTo>
                    <a:lnTo>
                      <a:pt x="279571" y="16042"/>
                    </a:lnTo>
                    <a:lnTo>
                      <a:pt x="224591" y="13709"/>
                    </a:lnTo>
                    <a:cubicBezTo>
                      <a:pt x="224591" y="13709"/>
                      <a:pt x="167276" y="9188"/>
                      <a:pt x="167276" y="16042"/>
                    </a:cubicBezTo>
                    <a:cubicBezTo>
                      <a:pt x="167276" y="22897"/>
                      <a:pt x="178797" y="34418"/>
                      <a:pt x="164943" y="41272"/>
                    </a:cubicBezTo>
                    <a:cubicBezTo>
                      <a:pt x="151088" y="48127"/>
                      <a:pt x="132859" y="57314"/>
                      <a:pt x="121337" y="61835"/>
                    </a:cubicBezTo>
                    <a:cubicBezTo>
                      <a:pt x="109816" y="66356"/>
                      <a:pt x="89253" y="73356"/>
                      <a:pt x="89253" y="73356"/>
                    </a:cubicBezTo>
                    <a:cubicBezTo>
                      <a:pt x="89253" y="73356"/>
                      <a:pt x="89253" y="93920"/>
                      <a:pt x="82399" y="103107"/>
                    </a:cubicBezTo>
                    <a:cubicBezTo>
                      <a:pt x="75544" y="112295"/>
                      <a:pt x="59502" y="123670"/>
                      <a:pt x="50314" y="128337"/>
                    </a:cubicBezTo>
                    <a:cubicBezTo>
                      <a:pt x="41126" y="133004"/>
                      <a:pt x="34272" y="135192"/>
                      <a:pt x="29751" y="142046"/>
                    </a:cubicBezTo>
                    <a:cubicBezTo>
                      <a:pt x="25230" y="148901"/>
                      <a:pt x="0" y="174130"/>
                      <a:pt x="0" y="174130"/>
                    </a:cubicBezTo>
                    <a:lnTo>
                      <a:pt x="25230" y="219924"/>
                    </a:lnTo>
                    <a:lnTo>
                      <a:pt x="48127" y="261196"/>
                    </a:lnTo>
                    <a:lnTo>
                      <a:pt x="73356" y="290946"/>
                    </a:lnTo>
                    <a:lnTo>
                      <a:pt x="109962" y="290946"/>
                    </a:lnTo>
                    <a:lnTo>
                      <a:pt x="130525" y="277238"/>
                    </a:lnTo>
                    <a:lnTo>
                      <a:pt x="139713" y="293280"/>
                    </a:lnTo>
                    <a:lnTo>
                      <a:pt x="144234" y="364303"/>
                    </a:lnTo>
                    <a:lnTo>
                      <a:pt x="144234" y="381074"/>
                    </a:lnTo>
                    <a:lnTo>
                      <a:pt x="185506" y="336740"/>
                    </a:lnTo>
                    <a:lnTo>
                      <a:pt x="219924" y="318364"/>
                    </a:lnTo>
                    <a:lnTo>
                      <a:pt x="297801" y="318364"/>
                    </a:lnTo>
                    <a:lnTo>
                      <a:pt x="318364" y="350448"/>
                    </a:lnTo>
                    <a:lnTo>
                      <a:pt x="341261" y="352782"/>
                    </a:lnTo>
                    <a:lnTo>
                      <a:pt x="437514" y="332219"/>
                    </a:lnTo>
                    <a:lnTo>
                      <a:pt x="446701" y="272571"/>
                    </a:lnTo>
                    <a:lnTo>
                      <a:pt x="359782" y="171797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51" name="Freeform: Shape 523">
                <a:extLst>
                  <a:ext uri="{FF2B5EF4-FFF2-40B4-BE49-F238E27FC236}">
                    <a16:creationId xmlns:a16="http://schemas.microsoft.com/office/drawing/2014/main" id="{04E8275B-5CFD-A41B-7E41-AAD0E5E7EA90}"/>
                  </a:ext>
                </a:extLst>
              </p:cNvPr>
              <p:cNvSpPr/>
              <p:nvPr/>
            </p:nvSpPr>
            <p:spPr>
              <a:xfrm>
                <a:off x="9596961" y="2301905"/>
                <a:ext cx="685438" cy="408346"/>
              </a:xfrm>
              <a:custGeom>
                <a:avLst/>
                <a:gdLst>
                  <a:gd name="connsiteX0" fmla="*/ 381949 w 685437"/>
                  <a:gd name="connsiteY0" fmla="*/ 246320 h 408346"/>
                  <a:gd name="connsiteX1" fmla="*/ 423221 w 685437"/>
                  <a:gd name="connsiteY1" fmla="*/ 292113 h 408346"/>
                  <a:gd name="connsiteX2" fmla="*/ 455306 w 685437"/>
                  <a:gd name="connsiteY2" fmla="*/ 293572 h 408346"/>
                  <a:gd name="connsiteX3" fmla="*/ 473682 w 685437"/>
                  <a:gd name="connsiteY3" fmla="*/ 281321 h 408346"/>
                  <a:gd name="connsiteX4" fmla="*/ 495120 w 685437"/>
                  <a:gd name="connsiteY4" fmla="*/ 298093 h 408346"/>
                  <a:gd name="connsiteX5" fmla="*/ 528662 w 685437"/>
                  <a:gd name="connsiteY5" fmla="*/ 327114 h 408346"/>
                  <a:gd name="connsiteX6" fmla="*/ 563809 w 685437"/>
                  <a:gd name="connsiteY6" fmla="*/ 357740 h 408346"/>
                  <a:gd name="connsiteX7" fmla="*/ 605081 w 685437"/>
                  <a:gd name="connsiteY7" fmla="*/ 313406 h 408346"/>
                  <a:gd name="connsiteX8" fmla="*/ 624915 w 685437"/>
                  <a:gd name="connsiteY8" fmla="*/ 293572 h 408346"/>
                  <a:gd name="connsiteX9" fmla="*/ 656999 w 685437"/>
                  <a:gd name="connsiteY9" fmla="*/ 301155 h 408346"/>
                  <a:gd name="connsiteX10" fmla="*/ 656999 w 685437"/>
                  <a:gd name="connsiteY10" fmla="*/ 287447 h 408346"/>
                  <a:gd name="connsiteX11" fmla="*/ 663125 w 685437"/>
                  <a:gd name="connsiteY11" fmla="*/ 256820 h 408346"/>
                  <a:gd name="connsiteX12" fmla="*/ 689375 w 685437"/>
                  <a:gd name="connsiteY12" fmla="*/ 236403 h 408346"/>
                  <a:gd name="connsiteX13" fmla="*/ 660062 w 685437"/>
                  <a:gd name="connsiteY13" fmla="*/ 224736 h 408346"/>
                  <a:gd name="connsiteX14" fmla="*/ 646354 w 685437"/>
                  <a:gd name="connsiteY14" fmla="*/ 174276 h 408346"/>
                  <a:gd name="connsiteX15" fmla="*/ 646354 w 685437"/>
                  <a:gd name="connsiteY15" fmla="*/ 123816 h 408346"/>
                  <a:gd name="connsiteX16" fmla="*/ 614269 w 685437"/>
                  <a:gd name="connsiteY16" fmla="*/ 119295 h 408346"/>
                  <a:gd name="connsiteX17" fmla="*/ 586706 w 685437"/>
                  <a:gd name="connsiteY17" fmla="*/ 110108 h 408346"/>
                  <a:gd name="connsiteX18" fmla="*/ 586706 w 685437"/>
                  <a:gd name="connsiteY18" fmla="*/ 73502 h 408346"/>
                  <a:gd name="connsiteX19" fmla="*/ 586706 w 685437"/>
                  <a:gd name="connsiteY19" fmla="*/ 41418 h 408346"/>
                  <a:gd name="connsiteX20" fmla="*/ 554621 w 685437"/>
                  <a:gd name="connsiteY20" fmla="*/ 13855 h 408346"/>
                  <a:gd name="connsiteX21" fmla="*/ 458368 w 685437"/>
                  <a:gd name="connsiteY21" fmla="*/ 34418 h 408346"/>
                  <a:gd name="connsiteX22" fmla="*/ 435472 w 685437"/>
                  <a:gd name="connsiteY22" fmla="*/ 32084 h 408346"/>
                  <a:gd name="connsiteX23" fmla="*/ 414909 w 685437"/>
                  <a:gd name="connsiteY23" fmla="*/ 0 h 408346"/>
                  <a:gd name="connsiteX24" fmla="*/ 337032 w 685437"/>
                  <a:gd name="connsiteY24" fmla="*/ 0 h 408346"/>
                  <a:gd name="connsiteX25" fmla="*/ 302614 w 685437"/>
                  <a:gd name="connsiteY25" fmla="*/ 18376 h 408346"/>
                  <a:gd name="connsiteX26" fmla="*/ 261342 w 685437"/>
                  <a:gd name="connsiteY26" fmla="*/ 62710 h 408346"/>
                  <a:gd name="connsiteX27" fmla="*/ 261342 w 685437"/>
                  <a:gd name="connsiteY27" fmla="*/ 75690 h 408346"/>
                  <a:gd name="connsiteX28" fmla="*/ 270529 w 685437"/>
                  <a:gd name="connsiteY28" fmla="*/ 89399 h 408346"/>
                  <a:gd name="connsiteX29" fmla="*/ 284238 w 685437"/>
                  <a:gd name="connsiteY29" fmla="*/ 119150 h 408346"/>
                  <a:gd name="connsiteX30" fmla="*/ 272717 w 685437"/>
                  <a:gd name="connsiteY30" fmla="*/ 174130 h 408346"/>
                  <a:gd name="connsiteX31" fmla="*/ 261196 w 685437"/>
                  <a:gd name="connsiteY31" fmla="*/ 197027 h 408346"/>
                  <a:gd name="connsiteX32" fmla="*/ 210736 w 685437"/>
                  <a:gd name="connsiteY32" fmla="*/ 199360 h 408346"/>
                  <a:gd name="connsiteX33" fmla="*/ 197027 w 685437"/>
                  <a:gd name="connsiteY33" fmla="*/ 192506 h 408346"/>
                  <a:gd name="connsiteX34" fmla="*/ 187839 w 685437"/>
                  <a:gd name="connsiteY34" fmla="*/ 178797 h 408346"/>
                  <a:gd name="connsiteX35" fmla="*/ 178651 w 685437"/>
                  <a:gd name="connsiteY35" fmla="*/ 139858 h 408346"/>
                  <a:gd name="connsiteX36" fmla="*/ 158088 w 685437"/>
                  <a:gd name="connsiteY36" fmla="*/ 135338 h 408346"/>
                  <a:gd name="connsiteX37" fmla="*/ 132859 w 685437"/>
                  <a:gd name="connsiteY37" fmla="*/ 135338 h 408346"/>
                  <a:gd name="connsiteX38" fmla="*/ 109962 w 685437"/>
                  <a:gd name="connsiteY38" fmla="*/ 105587 h 408346"/>
                  <a:gd name="connsiteX39" fmla="*/ 84732 w 685437"/>
                  <a:gd name="connsiteY39" fmla="*/ 94065 h 408346"/>
                  <a:gd name="connsiteX40" fmla="*/ 38939 w 685437"/>
                  <a:gd name="connsiteY40" fmla="*/ 126150 h 408346"/>
                  <a:gd name="connsiteX41" fmla="*/ 22897 w 685437"/>
                  <a:gd name="connsiteY41" fmla="*/ 162755 h 408346"/>
                  <a:gd name="connsiteX42" fmla="*/ 0 w 685437"/>
                  <a:gd name="connsiteY42" fmla="*/ 279571 h 408346"/>
                  <a:gd name="connsiteX43" fmla="*/ 2333 w 685437"/>
                  <a:gd name="connsiteY43" fmla="*/ 352928 h 408346"/>
                  <a:gd name="connsiteX44" fmla="*/ 27563 w 685437"/>
                  <a:gd name="connsiteY44" fmla="*/ 407909 h 408346"/>
                  <a:gd name="connsiteX45" fmla="*/ 29897 w 685437"/>
                  <a:gd name="connsiteY45" fmla="*/ 412429 h 408346"/>
                  <a:gd name="connsiteX46" fmla="*/ 85607 w 685437"/>
                  <a:gd name="connsiteY46" fmla="*/ 334698 h 408346"/>
                  <a:gd name="connsiteX47" fmla="*/ 261342 w 685437"/>
                  <a:gd name="connsiteY47" fmla="*/ 295030 h 408346"/>
                  <a:gd name="connsiteX48" fmla="*/ 279717 w 685437"/>
                  <a:gd name="connsiteY48" fmla="*/ 317927 h 408346"/>
                  <a:gd name="connsiteX49" fmla="*/ 337761 w 685437"/>
                  <a:gd name="connsiteY49" fmla="*/ 296488 h 408346"/>
                  <a:gd name="connsiteX50" fmla="*/ 381949 w 685437"/>
                  <a:gd name="connsiteY50" fmla="*/ 246320 h 408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685437" h="408346">
                    <a:moveTo>
                      <a:pt x="381949" y="246320"/>
                    </a:moveTo>
                    <a:lnTo>
                      <a:pt x="423221" y="292113"/>
                    </a:lnTo>
                    <a:lnTo>
                      <a:pt x="455306" y="293572"/>
                    </a:lnTo>
                    <a:lnTo>
                      <a:pt x="473682" y="281321"/>
                    </a:lnTo>
                    <a:lnTo>
                      <a:pt x="495120" y="298093"/>
                    </a:lnTo>
                    <a:lnTo>
                      <a:pt x="528662" y="327114"/>
                    </a:lnTo>
                    <a:lnTo>
                      <a:pt x="563809" y="357740"/>
                    </a:lnTo>
                    <a:lnTo>
                      <a:pt x="605081" y="313406"/>
                    </a:lnTo>
                    <a:lnTo>
                      <a:pt x="624915" y="293572"/>
                    </a:lnTo>
                    <a:lnTo>
                      <a:pt x="656999" y="301155"/>
                    </a:lnTo>
                    <a:lnTo>
                      <a:pt x="656999" y="287447"/>
                    </a:lnTo>
                    <a:lnTo>
                      <a:pt x="663125" y="256820"/>
                    </a:lnTo>
                    <a:lnTo>
                      <a:pt x="689375" y="236403"/>
                    </a:lnTo>
                    <a:lnTo>
                      <a:pt x="660062" y="224736"/>
                    </a:lnTo>
                    <a:cubicBezTo>
                      <a:pt x="660062" y="224736"/>
                      <a:pt x="660062" y="224736"/>
                      <a:pt x="646354" y="174276"/>
                    </a:cubicBezTo>
                    <a:cubicBezTo>
                      <a:pt x="632645" y="123816"/>
                      <a:pt x="646354" y="123816"/>
                      <a:pt x="646354" y="123816"/>
                    </a:cubicBezTo>
                    <a:lnTo>
                      <a:pt x="614269" y="119295"/>
                    </a:lnTo>
                    <a:lnTo>
                      <a:pt x="586706" y="110108"/>
                    </a:lnTo>
                    <a:cubicBezTo>
                      <a:pt x="586706" y="110108"/>
                      <a:pt x="586706" y="87211"/>
                      <a:pt x="586706" y="73502"/>
                    </a:cubicBezTo>
                    <a:cubicBezTo>
                      <a:pt x="586706" y="59794"/>
                      <a:pt x="586706" y="41418"/>
                      <a:pt x="586706" y="41418"/>
                    </a:cubicBezTo>
                    <a:lnTo>
                      <a:pt x="554621" y="13855"/>
                    </a:lnTo>
                    <a:lnTo>
                      <a:pt x="458368" y="34418"/>
                    </a:lnTo>
                    <a:lnTo>
                      <a:pt x="435472" y="32084"/>
                    </a:lnTo>
                    <a:lnTo>
                      <a:pt x="414909" y="0"/>
                    </a:lnTo>
                    <a:lnTo>
                      <a:pt x="337032" y="0"/>
                    </a:lnTo>
                    <a:lnTo>
                      <a:pt x="302614" y="18376"/>
                    </a:lnTo>
                    <a:lnTo>
                      <a:pt x="261342" y="62710"/>
                    </a:lnTo>
                    <a:lnTo>
                      <a:pt x="261342" y="75690"/>
                    </a:lnTo>
                    <a:lnTo>
                      <a:pt x="270529" y="89399"/>
                    </a:lnTo>
                    <a:lnTo>
                      <a:pt x="284238" y="119150"/>
                    </a:lnTo>
                    <a:cubicBezTo>
                      <a:pt x="284238" y="119150"/>
                      <a:pt x="272717" y="167276"/>
                      <a:pt x="272717" y="174130"/>
                    </a:cubicBezTo>
                    <a:cubicBezTo>
                      <a:pt x="272717" y="180985"/>
                      <a:pt x="272717" y="197027"/>
                      <a:pt x="261196" y="197027"/>
                    </a:cubicBezTo>
                    <a:cubicBezTo>
                      <a:pt x="249674" y="197027"/>
                      <a:pt x="210736" y="199360"/>
                      <a:pt x="210736" y="199360"/>
                    </a:cubicBezTo>
                    <a:cubicBezTo>
                      <a:pt x="210736" y="199360"/>
                      <a:pt x="203882" y="197027"/>
                      <a:pt x="197027" y="192506"/>
                    </a:cubicBezTo>
                    <a:cubicBezTo>
                      <a:pt x="190173" y="187985"/>
                      <a:pt x="190173" y="187985"/>
                      <a:pt x="187839" y="178797"/>
                    </a:cubicBezTo>
                    <a:cubicBezTo>
                      <a:pt x="185506" y="169610"/>
                      <a:pt x="185506" y="142192"/>
                      <a:pt x="178651" y="139858"/>
                    </a:cubicBezTo>
                    <a:cubicBezTo>
                      <a:pt x="171797" y="137525"/>
                      <a:pt x="158088" y="135338"/>
                      <a:pt x="158088" y="135338"/>
                    </a:cubicBezTo>
                    <a:lnTo>
                      <a:pt x="132859" y="135338"/>
                    </a:lnTo>
                    <a:lnTo>
                      <a:pt x="109962" y="105587"/>
                    </a:lnTo>
                    <a:lnTo>
                      <a:pt x="84732" y="94065"/>
                    </a:lnTo>
                    <a:lnTo>
                      <a:pt x="38939" y="126150"/>
                    </a:lnTo>
                    <a:lnTo>
                      <a:pt x="22897" y="162755"/>
                    </a:lnTo>
                    <a:lnTo>
                      <a:pt x="0" y="279571"/>
                    </a:lnTo>
                    <a:lnTo>
                      <a:pt x="2333" y="352928"/>
                    </a:lnTo>
                    <a:lnTo>
                      <a:pt x="27563" y="407909"/>
                    </a:lnTo>
                    <a:cubicBezTo>
                      <a:pt x="27563" y="407909"/>
                      <a:pt x="28438" y="409659"/>
                      <a:pt x="29897" y="412429"/>
                    </a:cubicBezTo>
                    <a:lnTo>
                      <a:pt x="85607" y="334698"/>
                    </a:lnTo>
                    <a:lnTo>
                      <a:pt x="261342" y="295030"/>
                    </a:lnTo>
                    <a:cubicBezTo>
                      <a:pt x="261342" y="295030"/>
                      <a:pt x="275050" y="317927"/>
                      <a:pt x="279717" y="317927"/>
                    </a:cubicBezTo>
                    <a:cubicBezTo>
                      <a:pt x="284238" y="317927"/>
                      <a:pt x="337761" y="296488"/>
                      <a:pt x="337761" y="296488"/>
                    </a:cubicBezTo>
                    <a:lnTo>
                      <a:pt x="381949" y="246320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52" name="Freeform: Shape 524">
                <a:extLst>
                  <a:ext uri="{FF2B5EF4-FFF2-40B4-BE49-F238E27FC236}">
                    <a16:creationId xmlns:a16="http://schemas.microsoft.com/office/drawing/2014/main" id="{1C424781-4F49-5DB5-671A-5DF131FDC2DC}"/>
                  </a:ext>
                </a:extLst>
              </p:cNvPr>
              <p:cNvSpPr/>
              <p:nvPr/>
            </p:nvSpPr>
            <p:spPr>
              <a:xfrm>
                <a:off x="9627295" y="2548371"/>
                <a:ext cx="554184" cy="452097"/>
              </a:xfrm>
              <a:custGeom>
                <a:avLst/>
                <a:gdLst>
                  <a:gd name="connsiteX0" fmla="*/ 344032 w 554183"/>
                  <a:gd name="connsiteY0" fmla="*/ 455160 h 452097"/>
                  <a:gd name="connsiteX1" fmla="*/ 362407 w 554183"/>
                  <a:gd name="connsiteY1" fmla="*/ 447576 h 452097"/>
                  <a:gd name="connsiteX2" fmla="*/ 389971 w 554183"/>
                  <a:gd name="connsiteY2" fmla="*/ 449035 h 452097"/>
                  <a:gd name="connsiteX3" fmla="*/ 417534 w 554183"/>
                  <a:gd name="connsiteY3" fmla="*/ 450493 h 452097"/>
                  <a:gd name="connsiteX4" fmla="*/ 467994 w 554183"/>
                  <a:gd name="connsiteY4" fmla="*/ 361824 h 452097"/>
                  <a:gd name="connsiteX5" fmla="*/ 486369 w 554183"/>
                  <a:gd name="connsiteY5" fmla="*/ 371011 h 452097"/>
                  <a:gd name="connsiteX6" fmla="*/ 507807 w 554183"/>
                  <a:gd name="connsiteY6" fmla="*/ 390845 h 452097"/>
                  <a:gd name="connsiteX7" fmla="*/ 529246 w 554183"/>
                  <a:gd name="connsiteY7" fmla="*/ 351178 h 452097"/>
                  <a:gd name="connsiteX8" fmla="*/ 503286 w 554183"/>
                  <a:gd name="connsiteY8" fmla="*/ 345052 h 452097"/>
                  <a:gd name="connsiteX9" fmla="*/ 501828 w 554183"/>
                  <a:gd name="connsiteY9" fmla="*/ 257987 h 452097"/>
                  <a:gd name="connsiteX10" fmla="*/ 564539 w 554183"/>
                  <a:gd name="connsiteY10" fmla="*/ 177047 h 452097"/>
                  <a:gd name="connsiteX11" fmla="*/ 564539 w 554183"/>
                  <a:gd name="connsiteY11" fmla="*/ 160276 h 452097"/>
                  <a:gd name="connsiteX12" fmla="*/ 550830 w 554183"/>
                  <a:gd name="connsiteY12" fmla="*/ 154151 h 452097"/>
                  <a:gd name="connsiteX13" fmla="*/ 538579 w 554183"/>
                  <a:gd name="connsiteY13" fmla="*/ 146567 h 452097"/>
                  <a:gd name="connsiteX14" fmla="*/ 534058 w 554183"/>
                  <a:gd name="connsiteY14" fmla="*/ 111420 h 452097"/>
                  <a:gd name="connsiteX15" fmla="*/ 498911 w 554183"/>
                  <a:gd name="connsiteY15" fmla="*/ 80794 h 452097"/>
                  <a:gd name="connsiteX16" fmla="*/ 465368 w 554183"/>
                  <a:gd name="connsiteY16" fmla="*/ 51772 h 452097"/>
                  <a:gd name="connsiteX17" fmla="*/ 443930 w 554183"/>
                  <a:gd name="connsiteY17" fmla="*/ 35001 h 452097"/>
                  <a:gd name="connsiteX18" fmla="*/ 425555 w 554183"/>
                  <a:gd name="connsiteY18" fmla="*/ 47251 h 452097"/>
                  <a:gd name="connsiteX19" fmla="*/ 393471 w 554183"/>
                  <a:gd name="connsiteY19" fmla="*/ 45793 h 452097"/>
                  <a:gd name="connsiteX20" fmla="*/ 352199 w 554183"/>
                  <a:gd name="connsiteY20" fmla="*/ 0 h 452097"/>
                  <a:gd name="connsiteX21" fmla="*/ 307864 w 554183"/>
                  <a:gd name="connsiteY21" fmla="*/ 50460 h 452097"/>
                  <a:gd name="connsiteX22" fmla="*/ 249820 w 554183"/>
                  <a:gd name="connsiteY22" fmla="*/ 71898 h 452097"/>
                  <a:gd name="connsiteX23" fmla="*/ 231445 w 554183"/>
                  <a:gd name="connsiteY23" fmla="*/ 49002 h 452097"/>
                  <a:gd name="connsiteX24" fmla="*/ 55710 w 554183"/>
                  <a:gd name="connsiteY24" fmla="*/ 88669 h 452097"/>
                  <a:gd name="connsiteX25" fmla="*/ 0 w 554183"/>
                  <a:gd name="connsiteY25" fmla="*/ 166401 h 452097"/>
                  <a:gd name="connsiteX26" fmla="*/ 0 w 554183"/>
                  <a:gd name="connsiteY26" fmla="*/ 166401 h 452097"/>
                  <a:gd name="connsiteX27" fmla="*/ 20563 w 554183"/>
                  <a:gd name="connsiteY27" fmla="*/ 212340 h 452097"/>
                  <a:gd name="connsiteX28" fmla="*/ 22897 w 554183"/>
                  <a:gd name="connsiteY28" fmla="*/ 260466 h 452097"/>
                  <a:gd name="connsiteX29" fmla="*/ 38939 w 554183"/>
                  <a:gd name="connsiteY29" fmla="*/ 278842 h 452097"/>
                  <a:gd name="connsiteX30" fmla="*/ 39085 w 554183"/>
                  <a:gd name="connsiteY30" fmla="*/ 281175 h 452097"/>
                  <a:gd name="connsiteX31" fmla="*/ 49731 w 554183"/>
                  <a:gd name="connsiteY31" fmla="*/ 281175 h 452097"/>
                  <a:gd name="connsiteX32" fmla="*/ 115358 w 554183"/>
                  <a:gd name="connsiteY32" fmla="*/ 304072 h 452097"/>
                  <a:gd name="connsiteX33" fmla="*/ 179527 w 554183"/>
                  <a:gd name="connsiteY33" fmla="*/ 305530 h 452097"/>
                  <a:gd name="connsiteX34" fmla="*/ 200965 w 554183"/>
                  <a:gd name="connsiteY34" fmla="*/ 304072 h 452097"/>
                  <a:gd name="connsiteX35" fmla="*/ 213215 w 554183"/>
                  <a:gd name="connsiteY35" fmla="*/ 328573 h 452097"/>
                  <a:gd name="connsiteX36" fmla="*/ 207090 w 554183"/>
                  <a:gd name="connsiteY36" fmla="*/ 346948 h 452097"/>
                  <a:gd name="connsiteX37" fmla="*/ 204027 w 554183"/>
                  <a:gd name="connsiteY37" fmla="*/ 372907 h 452097"/>
                  <a:gd name="connsiteX38" fmla="*/ 225465 w 554183"/>
                  <a:gd name="connsiteY38" fmla="*/ 389679 h 452097"/>
                  <a:gd name="connsiteX39" fmla="*/ 251425 w 554183"/>
                  <a:gd name="connsiteY39" fmla="*/ 408054 h 452097"/>
                  <a:gd name="connsiteX40" fmla="*/ 303343 w 554183"/>
                  <a:gd name="connsiteY40" fmla="*/ 424826 h 452097"/>
                  <a:gd name="connsiteX41" fmla="*/ 317635 w 554183"/>
                  <a:gd name="connsiteY41" fmla="*/ 458223 h 452097"/>
                  <a:gd name="connsiteX42" fmla="*/ 344032 w 554183"/>
                  <a:gd name="connsiteY42" fmla="*/ 455160 h 452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554183" h="452097">
                    <a:moveTo>
                      <a:pt x="344032" y="455160"/>
                    </a:moveTo>
                    <a:lnTo>
                      <a:pt x="362407" y="447576"/>
                    </a:lnTo>
                    <a:lnTo>
                      <a:pt x="389971" y="449035"/>
                    </a:lnTo>
                    <a:lnTo>
                      <a:pt x="417534" y="450493"/>
                    </a:lnTo>
                    <a:lnTo>
                      <a:pt x="467994" y="361824"/>
                    </a:lnTo>
                    <a:cubicBezTo>
                      <a:pt x="467994" y="361824"/>
                      <a:pt x="480244" y="366345"/>
                      <a:pt x="486369" y="371011"/>
                    </a:cubicBezTo>
                    <a:cubicBezTo>
                      <a:pt x="492495" y="375533"/>
                      <a:pt x="507807" y="390845"/>
                      <a:pt x="507807" y="390845"/>
                    </a:cubicBezTo>
                    <a:cubicBezTo>
                      <a:pt x="507807" y="390845"/>
                      <a:pt x="529246" y="355699"/>
                      <a:pt x="529246" y="351178"/>
                    </a:cubicBezTo>
                    <a:cubicBezTo>
                      <a:pt x="529246" y="346656"/>
                      <a:pt x="503286" y="345052"/>
                      <a:pt x="503286" y="345052"/>
                    </a:cubicBezTo>
                    <a:lnTo>
                      <a:pt x="501828" y="257987"/>
                    </a:lnTo>
                    <a:lnTo>
                      <a:pt x="564539" y="177047"/>
                    </a:lnTo>
                    <a:lnTo>
                      <a:pt x="564539" y="160276"/>
                    </a:lnTo>
                    <a:lnTo>
                      <a:pt x="550830" y="154151"/>
                    </a:lnTo>
                    <a:lnTo>
                      <a:pt x="538579" y="146567"/>
                    </a:lnTo>
                    <a:lnTo>
                      <a:pt x="534058" y="111420"/>
                    </a:lnTo>
                    <a:lnTo>
                      <a:pt x="498911" y="80794"/>
                    </a:lnTo>
                    <a:lnTo>
                      <a:pt x="465368" y="51772"/>
                    </a:lnTo>
                    <a:lnTo>
                      <a:pt x="443930" y="35001"/>
                    </a:lnTo>
                    <a:lnTo>
                      <a:pt x="425555" y="47251"/>
                    </a:lnTo>
                    <a:lnTo>
                      <a:pt x="393471" y="45793"/>
                    </a:lnTo>
                    <a:lnTo>
                      <a:pt x="352199" y="0"/>
                    </a:lnTo>
                    <a:lnTo>
                      <a:pt x="307864" y="50460"/>
                    </a:lnTo>
                    <a:cubicBezTo>
                      <a:pt x="307864" y="50460"/>
                      <a:pt x="254341" y="71898"/>
                      <a:pt x="249820" y="71898"/>
                    </a:cubicBezTo>
                    <a:cubicBezTo>
                      <a:pt x="245299" y="71898"/>
                      <a:pt x="231445" y="49002"/>
                      <a:pt x="231445" y="49002"/>
                    </a:cubicBezTo>
                    <a:lnTo>
                      <a:pt x="55710" y="88669"/>
                    </a:lnTo>
                    <a:lnTo>
                      <a:pt x="0" y="166401"/>
                    </a:lnTo>
                    <a:cubicBezTo>
                      <a:pt x="0" y="166401"/>
                      <a:pt x="0" y="166401"/>
                      <a:pt x="0" y="166401"/>
                    </a:cubicBezTo>
                    <a:cubicBezTo>
                      <a:pt x="5833" y="177630"/>
                      <a:pt x="20563" y="206798"/>
                      <a:pt x="20563" y="212340"/>
                    </a:cubicBezTo>
                    <a:cubicBezTo>
                      <a:pt x="20563" y="219194"/>
                      <a:pt x="22897" y="260466"/>
                      <a:pt x="22897" y="260466"/>
                    </a:cubicBezTo>
                    <a:lnTo>
                      <a:pt x="38939" y="278842"/>
                    </a:lnTo>
                    <a:lnTo>
                      <a:pt x="39085" y="281175"/>
                    </a:lnTo>
                    <a:lnTo>
                      <a:pt x="49731" y="281175"/>
                    </a:lnTo>
                    <a:cubicBezTo>
                      <a:pt x="49731" y="281175"/>
                      <a:pt x="110837" y="302614"/>
                      <a:pt x="115358" y="304072"/>
                    </a:cubicBezTo>
                    <a:cubicBezTo>
                      <a:pt x="119879" y="305530"/>
                      <a:pt x="179527" y="305530"/>
                      <a:pt x="179527" y="305530"/>
                    </a:cubicBezTo>
                    <a:cubicBezTo>
                      <a:pt x="179527" y="305530"/>
                      <a:pt x="194839" y="299405"/>
                      <a:pt x="200965" y="304072"/>
                    </a:cubicBezTo>
                    <a:cubicBezTo>
                      <a:pt x="207090" y="308593"/>
                      <a:pt x="213215" y="328573"/>
                      <a:pt x="213215" y="328573"/>
                    </a:cubicBezTo>
                    <a:cubicBezTo>
                      <a:pt x="213215" y="328573"/>
                      <a:pt x="208694" y="342281"/>
                      <a:pt x="207090" y="346948"/>
                    </a:cubicBezTo>
                    <a:cubicBezTo>
                      <a:pt x="205631" y="351469"/>
                      <a:pt x="204027" y="372907"/>
                      <a:pt x="204027" y="372907"/>
                    </a:cubicBezTo>
                    <a:lnTo>
                      <a:pt x="225465" y="389679"/>
                    </a:lnTo>
                    <a:cubicBezTo>
                      <a:pt x="225465" y="389679"/>
                      <a:pt x="242237" y="406450"/>
                      <a:pt x="251425" y="408054"/>
                    </a:cubicBezTo>
                    <a:cubicBezTo>
                      <a:pt x="260612" y="409513"/>
                      <a:pt x="303343" y="424826"/>
                      <a:pt x="303343" y="424826"/>
                    </a:cubicBezTo>
                    <a:cubicBezTo>
                      <a:pt x="303343" y="424826"/>
                      <a:pt x="309468" y="444660"/>
                      <a:pt x="317635" y="458223"/>
                    </a:cubicBezTo>
                    <a:lnTo>
                      <a:pt x="344032" y="455160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53" name="Graphic 1">
                <a:extLst>
                  <a:ext uri="{FF2B5EF4-FFF2-40B4-BE49-F238E27FC236}">
                    <a16:creationId xmlns:a16="http://schemas.microsoft.com/office/drawing/2014/main" id="{2AF676CF-D3A3-CA7A-253E-7E307C275D08}"/>
                  </a:ext>
                </a:extLst>
              </p:cNvPr>
              <p:cNvGrpSpPr/>
              <p:nvPr/>
            </p:nvGrpSpPr>
            <p:grpSpPr>
              <a:xfrm>
                <a:off x="9649171" y="2800379"/>
                <a:ext cx="14876" cy="19396"/>
                <a:chOff x="9649171" y="2800379"/>
                <a:chExt cx="14876" cy="19396"/>
              </a:xfrm>
              <a:grpFill/>
            </p:grpSpPr>
            <p:sp>
              <p:nvSpPr>
                <p:cNvPr id="302" name="Freeform: Shape 526">
                  <a:extLst>
                    <a:ext uri="{FF2B5EF4-FFF2-40B4-BE49-F238E27FC236}">
                      <a16:creationId xmlns:a16="http://schemas.microsoft.com/office/drawing/2014/main" id="{0D360E24-78C6-72A4-211D-AFFFC3898708}"/>
                    </a:ext>
                  </a:extLst>
                </p:cNvPr>
                <p:cNvSpPr/>
                <p:nvPr/>
              </p:nvSpPr>
              <p:spPr>
                <a:xfrm>
                  <a:off x="9649463" y="280519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46 w 0"/>
                    <a:gd name="connsiteY1" fmla="*/ 3062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58"/>
                        <a:pt x="146" y="2479"/>
                        <a:pt x="146" y="3062"/>
                      </a:cubicBezTo>
                      <a:cubicBezTo>
                        <a:pt x="146" y="2479"/>
                        <a:pt x="146" y="131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03" name="Freeform: Shape 527">
                  <a:extLst>
                    <a:ext uri="{FF2B5EF4-FFF2-40B4-BE49-F238E27FC236}">
                      <a16:creationId xmlns:a16="http://schemas.microsoft.com/office/drawing/2014/main" id="{C2CD31A2-FDEB-FD18-B2F7-C982846E3393}"/>
                    </a:ext>
                  </a:extLst>
                </p:cNvPr>
                <p:cNvSpPr/>
                <p:nvPr/>
              </p:nvSpPr>
              <p:spPr>
                <a:xfrm>
                  <a:off x="9649317" y="2802274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46 w 0"/>
                    <a:gd name="connsiteY1" fmla="*/ 2188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0" y="729"/>
                        <a:pt x="146" y="1604"/>
                        <a:pt x="146" y="2188"/>
                      </a:cubicBezTo>
                      <a:cubicBezTo>
                        <a:pt x="146" y="1604"/>
                        <a:pt x="0" y="875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04" name="Freeform: Shape 528">
                  <a:extLst>
                    <a:ext uri="{FF2B5EF4-FFF2-40B4-BE49-F238E27FC236}">
                      <a16:creationId xmlns:a16="http://schemas.microsoft.com/office/drawing/2014/main" id="{56322955-F722-74DF-3E6C-DC66F1243AA1}"/>
                    </a:ext>
                  </a:extLst>
                </p:cNvPr>
                <p:cNvSpPr/>
                <p:nvPr/>
              </p:nvSpPr>
              <p:spPr>
                <a:xfrm>
                  <a:off x="9649171" y="280037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0 w 0"/>
                    <a:gd name="connsiteY1" fmla="*/ 1021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0" y="292"/>
                        <a:pt x="0" y="729"/>
                        <a:pt x="0" y="1021"/>
                      </a:cubicBezTo>
                      <a:cubicBezTo>
                        <a:pt x="146" y="729"/>
                        <a:pt x="146" y="29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sp>
            <p:nvSpPr>
              <p:cNvPr id="54" name="Freeform: Shape 530">
                <a:extLst>
                  <a:ext uri="{FF2B5EF4-FFF2-40B4-BE49-F238E27FC236}">
                    <a16:creationId xmlns:a16="http://schemas.microsoft.com/office/drawing/2014/main" id="{095B4ADA-6CE0-15C1-D88F-904AB79F8C3E}"/>
                  </a:ext>
                </a:extLst>
              </p:cNvPr>
              <p:cNvSpPr/>
              <p:nvPr/>
            </p:nvSpPr>
            <p:spPr>
              <a:xfrm>
                <a:off x="6739997" y="2840776"/>
                <a:ext cx="233341" cy="204173"/>
              </a:xfrm>
              <a:custGeom>
                <a:avLst/>
                <a:gdLst>
                  <a:gd name="connsiteX0" fmla="*/ 205486 w 233340"/>
                  <a:gd name="connsiteY0" fmla="*/ 71023 h 204173"/>
                  <a:gd name="connsiteX1" fmla="*/ 189443 w 233340"/>
                  <a:gd name="connsiteY1" fmla="*/ 27563 h 204173"/>
                  <a:gd name="connsiteX2" fmla="*/ 177922 w 233340"/>
                  <a:gd name="connsiteY2" fmla="*/ 2333 h 204173"/>
                  <a:gd name="connsiteX3" fmla="*/ 141317 w 233340"/>
                  <a:gd name="connsiteY3" fmla="*/ 0 h 204173"/>
                  <a:gd name="connsiteX4" fmla="*/ 100628 w 233340"/>
                  <a:gd name="connsiteY4" fmla="*/ 9334 h 204173"/>
                  <a:gd name="connsiteX5" fmla="*/ 91732 w 233340"/>
                  <a:gd name="connsiteY5" fmla="*/ 20563 h 204173"/>
                  <a:gd name="connsiteX6" fmla="*/ 30626 w 233340"/>
                  <a:gd name="connsiteY6" fmla="*/ 45064 h 204173"/>
                  <a:gd name="connsiteX7" fmla="*/ 15313 w 233340"/>
                  <a:gd name="connsiteY7" fmla="*/ 81669 h 204173"/>
                  <a:gd name="connsiteX8" fmla="*/ 0 w 233340"/>
                  <a:gd name="connsiteY8" fmla="*/ 109233 h 204173"/>
                  <a:gd name="connsiteX9" fmla="*/ 18376 w 233340"/>
                  <a:gd name="connsiteY9" fmla="*/ 158088 h 204173"/>
                  <a:gd name="connsiteX10" fmla="*/ 33543 w 233340"/>
                  <a:gd name="connsiteY10" fmla="*/ 161151 h 204173"/>
                  <a:gd name="connsiteX11" fmla="*/ 67231 w 233340"/>
                  <a:gd name="connsiteY11" fmla="*/ 158088 h 204173"/>
                  <a:gd name="connsiteX12" fmla="*/ 125275 w 233340"/>
                  <a:gd name="connsiteY12" fmla="*/ 191777 h 204173"/>
                  <a:gd name="connsiteX13" fmla="*/ 144671 w 233340"/>
                  <a:gd name="connsiteY13" fmla="*/ 205486 h 204173"/>
                  <a:gd name="connsiteX14" fmla="*/ 145838 w 233340"/>
                  <a:gd name="connsiteY14" fmla="*/ 197027 h 204173"/>
                  <a:gd name="connsiteX15" fmla="*/ 168880 w 233340"/>
                  <a:gd name="connsiteY15" fmla="*/ 197027 h 204173"/>
                  <a:gd name="connsiteX16" fmla="*/ 187110 w 233340"/>
                  <a:gd name="connsiteY16" fmla="*/ 180985 h 204173"/>
                  <a:gd name="connsiteX17" fmla="*/ 210007 w 233340"/>
                  <a:gd name="connsiteY17" fmla="*/ 167276 h 204173"/>
                  <a:gd name="connsiteX18" fmla="*/ 233049 w 233340"/>
                  <a:gd name="connsiteY18" fmla="*/ 158088 h 204173"/>
                  <a:gd name="connsiteX19" fmla="*/ 242091 w 233340"/>
                  <a:gd name="connsiteY19" fmla="*/ 126004 h 204173"/>
                  <a:gd name="connsiteX20" fmla="*/ 205486 w 233340"/>
                  <a:gd name="connsiteY20" fmla="*/ 98587 h 20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3340" h="204173">
                    <a:moveTo>
                      <a:pt x="205486" y="71023"/>
                    </a:moveTo>
                    <a:lnTo>
                      <a:pt x="189443" y="27563"/>
                    </a:lnTo>
                    <a:lnTo>
                      <a:pt x="177922" y="2333"/>
                    </a:lnTo>
                    <a:lnTo>
                      <a:pt x="141317" y="0"/>
                    </a:lnTo>
                    <a:lnTo>
                      <a:pt x="100628" y="9334"/>
                    </a:lnTo>
                    <a:lnTo>
                      <a:pt x="91732" y="20563"/>
                    </a:lnTo>
                    <a:lnTo>
                      <a:pt x="30626" y="45064"/>
                    </a:lnTo>
                    <a:lnTo>
                      <a:pt x="15313" y="81669"/>
                    </a:lnTo>
                    <a:lnTo>
                      <a:pt x="0" y="109233"/>
                    </a:lnTo>
                    <a:lnTo>
                      <a:pt x="18376" y="158088"/>
                    </a:lnTo>
                    <a:lnTo>
                      <a:pt x="33543" y="161151"/>
                    </a:lnTo>
                    <a:lnTo>
                      <a:pt x="67231" y="158088"/>
                    </a:lnTo>
                    <a:lnTo>
                      <a:pt x="125275" y="191777"/>
                    </a:lnTo>
                    <a:lnTo>
                      <a:pt x="144671" y="205486"/>
                    </a:lnTo>
                    <a:lnTo>
                      <a:pt x="145838" y="197027"/>
                    </a:lnTo>
                    <a:lnTo>
                      <a:pt x="168880" y="197027"/>
                    </a:lnTo>
                    <a:lnTo>
                      <a:pt x="187110" y="180985"/>
                    </a:lnTo>
                    <a:lnTo>
                      <a:pt x="210007" y="167276"/>
                    </a:lnTo>
                    <a:lnTo>
                      <a:pt x="233049" y="158088"/>
                    </a:lnTo>
                    <a:lnTo>
                      <a:pt x="242091" y="126004"/>
                    </a:lnTo>
                    <a:lnTo>
                      <a:pt x="205486" y="98587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55" name="Freeform: Shape 532">
                <a:extLst>
                  <a:ext uri="{FF2B5EF4-FFF2-40B4-BE49-F238E27FC236}">
                    <a16:creationId xmlns:a16="http://schemas.microsoft.com/office/drawing/2014/main" id="{FBB64ECF-EDBB-6A32-059A-B481A9454C75}"/>
                  </a:ext>
                </a:extLst>
              </p:cNvPr>
              <p:cNvSpPr/>
              <p:nvPr/>
            </p:nvSpPr>
            <p:spPr>
              <a:xfrm>
                <a:off x="10824624" y="4085356"/>
                <a:ext cx="189589" cy="233341"/>
              </a:xfrm>
              <a:custGeom>
                <a:avLst/>
                <a:gdLst>
                  <a:gd name="connsiteX0" fmla="*/ 0 w 189589"/>
                  <a:gd name="connsiteY0" fmla="*/ 226778 h 233340"/>
                  <a:gd name="connsiteX1" fmla="*/ 40835 w 189589"/>
                  <a:gd name="connsiteY1" fmla="*/ 246320 h 233340"/>
                  <a:gd name="connsiteX2" fmla="*/ 81669 w 189589"/>
                  <a:gd name="connsiteY2" fmla="*/ 203736 h 233340"/>
                  <a:gd name="connsiteX3" fmla="*/ 152547 w 189589"/>
                  <a:gd name="connsiteY3" fmla="*/ 168297 h 233340"/>
                  <a:gd name="connsiteX4" fmla="*/ 173401 w 189589"/>
                  <a:gd name="connsiteY4" fmla="*/ 178359 h 233340"/>
                  <a:gd name="connsiteX5" fmla="*/ 170339 w 189589"/>
                  <a:gd name="connsiteY5" fmla="*/ 164797 h 233340"/>
                  <a:gd name="connsiteX6" fmla="*/ 135921 w 189589"/>
                  <a:gd name="connsiteY6" fmla="*/ 146421 h 233340"/>
                  <a:gd name="connsiteX7" fmla="*/ 135921 w 189589"/>
                  <a:gd name="connsiteY7" fmla="*/ 125858 h 233340"/>
                  <a:gd name="connsiteX8" fmla="*/ 135921 w 189589"/>
                  <a:gd name="connsiteY8" fmla="*/ 105295 h 233340"/>
                  <a:gd name="connsiteX9" fmla="*/ 145109 w 189589"/>
                  <a:gd name="connsiteY9" fmla="*/ 98441 h 233340"/>
                  <a:gd name="connsiteX10" fmla="*/ 165672 w 189589"/>
                  <a:gd name="connsiteY10" fmla="*/ 93920 h 233340"/>
                  <a:gd name="connsiteX11" fmla="*/ 197756 w 189589"/>
                  <a:gd name="connsiteY11" fmla="*/ 48126 h 233340"/>
                  <a:gd name="connsiteX12" fmla="*/ 197756 w 189589"/>
                  <a:gd name="connsiteY12" fmla="*/ 34418 h 233340"/>
                  <a:gd name="connsiteX13" fmla="*/ 181714 w 189589"/>
                  <a:gd name="connsiteY13" fmla="*/ 18376 h 233340"/>
                  <a:gd name="connsiteX14" fmla="*/ 149630 w 189589"/>
                  <a:gd name="connsiteY14" fmla="*/ 0 h 233340"/>
                  <a:gd name="connsiteX15" fmla="*/ 99170 w 189589"/>
                  <a:gd name="connsiteY15" fmla="*/ 30043 h 233340"/>
                  <a:gd name="connsiteX16" fmla="*/ 49585 w 189589"/>
                  <a:gd name="connsiteY16" fmla="*/ 26543 h 233340"/>
                  <a:gd name="connsiteX17" fmla="*/ 37189 w 189589"/>
                  <a:gd name="connsiteY17" fmla="*/ 40689 h 233340"/>
                  <a:gd name="connsiteX18" fmla="*/ 37189 w 189589"/>
                  <a:gd name="connsiteY18" fmla="*/ 93920 h 233340"/>
                  <a:gd name="connsiteX19" fmla="*/ 28293 w 189589"/>
                  <a:gd name="connsiteY19" fmla="*/ 143504 h 233340"/>
                  <a:gd name="connsiteX20" fmla="*/ 17647 w 189589"/>
                  <a:gd name="connsiteY20" fmla="*/ 193089 h 233340"/>
                  <a:gd name="connsiteX21" fmla="*/ 0 w 189589"/>
                  <a:gd name="connsiteY21" fmla="*/ 226778 h 23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89589" h="233340">
                    <a:moveTo>
                      <a:pt x="0" y="226778"/>
                    </a:moveTo>
                    <a:lnTo>
                      <a:pt x="40835" y="246320"/>
                    </a:lnTo>
                    <a:lnTo>
                      <a:pt x="81669" y="203736"/>
                    </a:lnTo>
                    <a:lnTo>
                      <a:pt x="152547" y="168297"/>
                    </a:lnTo>
                    <a:lnTo>
                      <a:pt x="173401" y="178359"/>
                    </a:lnTo>
                    <a:cubicBezTo>
                      <a:pt x="171360" y="170922"/>
                      <a:pt x="170339" y="164797"/>
                      <a:pt x="170339" y="164797"/>
                    </a:cubicBezTo>
                    <a:lnTo>
                      <a:pt x="135921" y="146421"/>
                    </a:lnTo>
                    <a:cubicBezTo>
                      <a:pt x="135921" y="146421"/>
                      <a:pt x="135921" y="132713"/>
                      <a:pt x="135921" y="125858"/>
                    </a:cubicBezTo>
                    <a:cubicBezTo>
                      <a:pt x="135921" y="119004"/>
                      <a:pt x="135921" y="105295"/>
                      <a:pt x="135921" y="105295"/>
                    </a:cubicBezTo>
                    <a:lnTo>
                      <a:pt x="145109" y="98441"/>
                    </a:lnTo>
                    <a:lnTo>
                      <a:pt x="165672" y="93920"/>
                    </a:lnTo>
                    <a:lnTo>
                      <a:pt x="197756" y="48126"/>
                    </a:lnTo>
                    <a:cubicBezTo>
                      <a:pt x="197756" y="48126"/>
                      <a:pt x="206944" y="43605"/>
                      <a:pt x="197756" y="34418"/>
                    </a:cubicBezTo>
                    <a:cubicBezTo>
                      <a:pt x="188569" y="25230"/>
                      <a:pt x="181714" y="18376"/>
                      <a:pt x="181714" y="18376"/>
                    </a:cubicBezTo>
                    <a:lnTo>
                      <a:pt x="149630" y="0"/>
                    </a:lnTo>
                    <a:lnTo>
                      <a:pt x="99170" y="30043"/>
                    </a:lnTo>
                    <a:lnTo>
                      <a:pt x="49585" y="26543"/>
                    </a:lnTo>
                    <a:lnTo>
                      <a:pt x="37189" y="40689"/>
                    </a:lnTo>
                    <a:lnTo>
                      <a:pt x="37189" y="93920"/>
                    </a:lnTo>
                    <a:lnTo>
                      <a:pt x="28293" y="143504"/>
                    </a:lnTo>
                    <a:lnTo>
                      <a:pt x="17647" y="193089"/>
                    </a:lnTo>
                    <a:lnTo>
                      <a:pt x="0" y="226778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56" name="Graphic 1">
                <a:extLst>
                  <a:ext uri="{FF2B5EF4-FFF2-40B4-BE49-F238E27FC236}">
                    <a16:creationId xmlns:a16="http://schemas.microsoft.com/office/drawing/2014/main" id="{873ED2ED-32A6-CCDD-C84D-DC77B0360B85}"/>
                  </a:ext>
                </a:extLst>
              </p:cNvPr>
              <p:cNvGrpSpPr/>
              <p:nvPr/>
            </p:nvGrpSpPr>
            <p:grpSpPr>
              <a:xfrm>
                <a:off x="10503052" y="3835244"/>
                <a:ext cx="554184" cy="466681"/>
                <a:chOff x="10503052" y="3835244"/>
                <a:chExt cx="554184" cy="466681"/>
              </a:xfrm>
              <a:grpFill/>
            </p:grpSpPr>
            <p:sp>
              <p:nvSpPr>
                <p:cNvPr id="296" name="Freeform: Shape 534">
                  <a:extLst>
                    <a:ext uri="{FF2B5EF4-FFF2-40B4-BE49-F238E27FC236}">
                      <a16:creationId xmlns:a16="http://schemas.microsoft.com/office/drawing/2014/main" id="{EE4FEDF5-CE16-024A-D666-62C2D753BF83}"/>
                    </a:ext>
                  </a:extLst>
                </p:cNvPr>
                <p:cNvSpPr/>
                <p:nvPr/>
              </p:nvSpPr>
              <p:spPr>
                <a:xfrm>
                  <a:off x="11063652" y="403066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292 h 0"/>
                    <a:gd name="connsiteX1" fmla="*/ 729 w 0"/>
                    <a:gd name="connsiteY1" fmla="*/ 0 h 0"/>
                    <a:gd name="connsiteX2" fmla="*/ 0 w 0"/>
                    <a:gd name="connsiteY2" fmla="*/ 292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292"/>
                      </a:moveTo>
                      <a:cubicBezTo>
                        <a:pt x="292" y="146"/>
                        <a:pt x="583" y="146"/>
                        <a:pt x="729" y="0"/>
                      </a:cubicBezTo>
                      <a:cubicBezTo>
                        <a:pt x="583" y="146"/>
                        <a:pt x="292" y="292"/>
                        <a:pt x="0" y="292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97" name="Freeform: Shape 535">
                  <a:extLst>
                    <a:ext uri="{FF2B5EF4-FFF2-40B4-BE49-F238E27FC236}">
                      <a16:creationId xmlns:a16="http://schemas.microsoft.com/office/drawing/2014/main" id="{51AD2A45-B0A0-9185-AAAD-5415F554CE61}"/>
                    </a:ext>
                  </a:extLst>
                </p:cNvPr>
                <p:cNvSpPr/>
                <p:nvPr/>
              </p:nvSpPr>
              <p:spPr>
                <a:xfrm>
                  <a:off x="11065402" y="403008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292 h 0"/>
                    <a:gd name="connsiteX1" fmla="*/ 729 w 0"/>
                    <a:gd name="connsiteY1" fmla="*/ 0 h 0"/>
                    <a:gd name="connsiteX2" fmla="*/ 0 w 0"/>
                    <a:gd name="connsiteY2" fmla="*/ 292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292"/>
                      </a:moveTo>
                      <a:cubicBezTo>
                        <a:pt x="292" y="146"/>
                        <a:pt x="583" y="146"/>
                        <a:pt x="729" y="0"/>
                      </a:cubicBezTo>
                      <a:cubicBezTo>
                        <a:pt x="583" y="146"/>
                        <a:pt x="292" y="292"/>
                        <a:pt x="0" y="292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98" name="Freeform: Shape 536">
                  <a:extLst>
                    <a:ext uri="{FF2B5EF4-FFF2-40B4-BE49-F238E27FC236}">
                      <a16:creationId xmlns:a16="http://schemas.microsoft.com/office/drawing/2014/main" id="{96F14351-1B40-1A18-E28C-2130AD04A91B}"/>
                    </a:ext>
                  </a:extLst>
                </p:cNvPr>
                <p:cNvSpPr/>
                <p:nvPr/>
              </p:nvSpPr>
              <p:spPr>
                <a:xfrm>
                  <a:off x="10503052" y="3835244"/>
                  <a:ext cx="466681" cy="466681"/>
                </a:xfrm>
                <a:custGeom>
                  <a:avLst/>
                  <a:gdLst>
                    <a:gd name="connsiteX0" fmla="*/ 432263 w 466681"/>
                    <a:gd name="connsiteY0" fmla="*/ 201840 h 466681"/>
                    <a:gd name="connsiteX1" fmla="*/ 379616 w 466681"/>
                    <a:gd name="connsiteY1" fmla="*/ 126150 h 466681"/>
                    <a:gd name="connsiteX2" fmla="*/ 349865 w 466681"/>
                    <a:gd name="connsiteY2" fmla="*/ 116962 h 466681"/>
                    <a:gd name="connsiteX3" fmla="*/ 338344 w 466681"/>
                    <a:gd name="connsiteY3" fmla="*/ 105440 h 466681"/>
                    <a:gd name="connsiteX4" fmla="*/ 322302 w 466681"/>
                    <a:gd name="connsiteY4" fmla="*/ 50460 h 466681"/>
                    <a:gd name="connsiteX5" fmla="*/ 299405 w 466681"/>
                    <a:gd name="connsiteY5" fmla="*/ 20709 h 466681"/>
                    <a:gd name="connsiteX6" fmla="*/ 264987 w 466681"/>
                    <a:gd name="connsiteY6" fmla="*/ 9187 h 466681"/>
                    <a:gd name="connsiteX7" fmla="*/ 212340 w 466681"/>
                    <a:gd name="connsiteY7" fmla="*/ 18375 h 466681"/>
                    <a:gd name="connsiteX8" fmla="*/ 187110 w 466681"/>
                    <a:gd name="connsiteY8" fmla="*/ 11521 h 466681"/>
                    <a:gd name="connsiteX9" fmla="*/ 84003 w 466681"/>
                    <a:gd name="connsiteY9" fmla="*/ 0 h 466681"/>
                    <a:gd name="connsiteX10" fmla="*/ 1458 w 466681"/>
                    <a:gd name="connsiteY10" fmla="*/ 36605 h 466681"/>
                    <a:gd name="connsiteX11" fmla="*/ 0 w 466681"/>
                    <a:gd name="connsiteY11" fmla="*/ 39959 h 466681"/>
                    <a:gd name="connsiteX12" fmla="*/ 48710 w 466681"/>
                    <a:gd name="connsiteY12" fmla="*/ 41272 h 466681"/>
                    <a:gd name="connsiteX13" fmla="*/ 173547 w 466681"/>
                    <a:gd name="connsiteY13" fmla="*/ 196152 h 466681"/>
                    <a:gd name="connsiteX14" fmla="*/ 201402 w 466681"/>
                    <a:gd name="connsiteY14" fmla="*/ 208402 h 466681"/>
                    <a:gd name="connsiteX15" fmla="*/ 238153 w 466681"/>
                    <a:gd name="connsiteY15" fmla="*/ 209569 h 466681"/>
                    <a:gd name="connsiteX16" fmla="*/ 279425 w 466681"/>
                    <a:gd name="connsiteY16" fmla="*/ 434743 h 466681"/>
                    <a:gd name="connsiteX17" fmla="*/ 290509 w 466681"/>
                    <a:gd name="connsiteY17" fmla="*/ 463764 h 466681"/>
                    <a:gd name="connsiteX18" fmla="*/ 321427 w 466681"/>
                    <a:gd name="connsiteY18" fmla="*/ 476598 h 466681"/>
                    <a:gd name="connsiteX19" fmla="*/ 339219 w 466681"/>
                    <a:gd name="connsiteY19" fmla="*/ 442910 h 466681"/>
                    <a:gd name="connsiteX20" fmla="*/ 349865 w 466681"/>
                    <a:gd name="connsiteY20" fmla="*/ 393325 h 466681"/>
                    <a:gd name="connsiteX21" fmla="*/ 358761 w 466681"/>
                    <a:gd name="connsiteY21" fmla="*/ 343740 h 466681"/>
                    <a:gd name="connsiteX22" fmla="*/ 358761 w 466681"/>
                    <a:gd name="connsiteY22" fmla="*/ 290509 h 466681"/>
                    <a:gd name="connsiteX23" fmla="*/ 371158 w 466681"/>
                    <a:gd name="connsiteY23" fmla="*/ 276362 h 466681"/>
                    <a:gd name="connsiteX24" fmla="*/ 420742 w 466681"/>
                    <a:gd name="connsiteY24" fmla="*/ 279863 h 466681"/>
                    <a:gd name="connsiteX25" fmla="*/ 471202 w 466681"/>
                    <a:gd name="connsiteY25" fmla="*/ 249820 h 466681"/>
                    <a:gd name="connsiteX26" fmla="*/ 471202 w 466681"/>
                    <a:gd name="connsiteY26" fmla="*/ 226924 h 466681"/>
                    <a:gd name="connsiteX27" fmla="*/ 472952 w 466681"/>
                    <a:gd name="connsiteY27" fmla="*/ 226924 h 466681"/>
                    <a:gd name="connsiteX28" fmla="*/ 462014 w 466681"/>
                    <a:gd name="connsiteY28" fmla="*/ 217736 h 466681"/>
                    <a:gd name="connsiteX29" fmla="*/ 432263 w 466681"/>
                    <a:gd name="connsiteY29" fmla="*/ 201840 h 466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66681" h="466681">
                      <a:moveTo>
                        <a:pt x="432263" y="201840"/>
                      </a:moveTo>
                      <a:lnTo>
                        <a:pt x="379616" y="126150"/>
                      </a:lnTo>
                      <a:lnTo>
                        <a:pt x="349865" y="116962"/>
                      </a:lnTo>
                      <a:lnTo>
                        <a:pt x="338344" y="105440"/>
                      </a:lnTo>
                      <a:lnTo>
                        <a:pt x="322302" y="50460"/>
                      </a:lnTo>
                      <a:lnTo>
                        <a:pt x="299405" y="20709"/>
                      </a:lnTo>
                      <a:lnTo>
                        <a:pt x="264987" y="9187"/>
                      </a:lnTo>
                      <a:lnTo>
                        <a:pt x="212340" y="18375"/>
                      </a:lnTo>
                      <a:lnTo>
                        <a:pt x="187110" y="11521"/>
                      </a:lnTo>
                      <a:lnTo>
                        <a:pt x="84003" y="0"/>
                      </a:lnTo>
                      <a:lnTo>
                        <a:pt x="1458" y="36605"/>
                      </a:lnTo>
                      <a:cubicBezTo>
                        <a:pt x="1458" y="36605"/>
                        <a:pt x="1458" y="36605"/>
                        <a:pt x="0" y="39959"/>
                      </a:cubicBezTo>
                      <a:lnTo>
                        <a:pt x="48710" y="41272"/>
                      </a:lnTo>
                      <a:lnTo>
                        <a:pt x="173547" y="196152"/>
                      </a:lnTo>
                      <a:cubicBezTo>
                        <a:pt x="173547" y="196152"/>
                        <a:pt x="194694" y="208402"/>
                        <a:pt x="201402" y="208402"/>
                      </a:cubicBezTo>
                      <a:cubicBezTo>
                        <a:pt x="208110" y="208402"/>
                        <a:pt x="238153" y="209569"/>
                        <a:pt x="238153" y="209569"/>
                      </a:cubicBezTo>
                      <a:lnTo>
                        <a:pt x="279425" y="434743"/>
                      </a:lnTo>
                      <a:lnTo>
                        <a:pt x="290509" y="463764"/>
                      </a:lnTo>
                      <a:lnTo>
                        <a:pt x="321427" y="476598"/>
                      </a:lnTo>
                      <a:lnTo>
                        <a:pt x="339219" y="442910"/>
                      </a:lnTo>
                      <a:lnTo>
                        <a:pt x="349865" y="393325"/>
                      </a:lnTo>
                      <a:lnTo>
                        <a:pt x="358761" y="343740"/>
                      </a:lnTo>
                      <a:lnTo>
                        <a:pt x="358761" y="290509"/>
                      </a:lnTo>
                      <a:lnTo>
                        <a:pt x="371158" y="276362"/>
                      </a:lnTo>
                      <a:lnTo>
                        <a:pt x="420742" y="279863"/>
                      </a:lnTo>
                      <a:lnTo>
                        <a:pt x="471202" y="249820"/>
                      </a:lnTo>
                      <a:lnTo>
                        <a:pt x="471202" y="226924"/>
                      </a:lnTo>
                      <a:lnTo>
                        <a:pt x="472952" y="226924"/>
                      </a:lnTo>
                      <a:lnTo>
                        <a:pt x="462014" y="217736"/>
                      </a:lnTo>
                      <a:lnTo>
                        <a:pt x="432263" y="201840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99" name="Freeform: Shape 537">
                  <a:extLst>
                    <a:ext uri="{FF2B5EF4-FFF2-40B4-BE49-F238E27FC236}">
                      <a16:creationId xmlns:a16="http://schemas.microsoft.com/office/drawing/2014/main" id="{83F6AF8A-0BF5-B259-E8C4-94505572D55A}"/>
                    </a:ext>
                  </a:extLst>
                </p:cNvPr>
                <p:cNvSpPr/>
                <p:nvPr/>
              </p:nvSpPr>
              <p:spPr>
                <a:xfrm>
                  <a:off x="11055340" y="403329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437 h 0"/>
                    <a:gd name="connsiteX1" fmla="*/ 1167 w 0"/>
                    <a:gd name="connsiteY1" fmla="*/ 0 h 0"/>
                    <a:gd name="connsiteX2" fmla="*/ 0 w 0"/>
                    <a:gd name="connsiteY2" fmla="*/ 437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437"/>
                      </a:moveTo>
                      <a:cubicBezTo>
                        <a:pt x="437" y="292"/>
                        <a:pt x="875" y="146"/>
                        <a:pt x="1167" y="0"/>
                      </a:cubicBezTo>
                      <a:cubicBezTo>
                        <a:pt x="729" y="146"/>
                        <a:pt x="437" y="292"/>
                        <a:pt x="0" y="437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00" name="Freeform: Shape 538">
                  <a:extLst>
                    <a:ext uri="{FF2B5EF4-FFF2-40B4-BE49-F238E27FC236}">
                      <a16:creationId xmlns:a16="http://schemas.microsoft.com/office/drawing/2014/main" id="{298912F2-ADBE-61E4-185C-B01F390A58F9}"/>
                    </a:ext>
                  </a:extLst>
                </p:cNvPr>
                <p:cNvSpPr/>
                <p:nvPr/>
              </p:nvSpPr>
              <p:spPr>
                <a:xfrm>
                  <a:off x="11061611" y="403154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46 h 0"/>
                    <a:gd name="connsiteX1" fmla="*/ 729 w 0"/>
                    <a:gd name="connsiteY1" fmla="*/ 0 h 0"/>
                    <a:gd name="connsiteX2" fmla="*/ 0 w 0"/>
                    <a:gd name="connsiteY2" fmla="*/ 146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46"/>
                      </a:moveTo>
                      <a:cubicBezTo>
                        <a:pt x="292" y="0"/>
                        <a:pt x="437" y="0"/>
                        <a:pt x="729" y="0"/>
                      </a:cubicBezTo>
                      <a:cubicBezTo>
                        <a:pt x="437" y="0"/>
                        <a:pt x="146" y="0"/>
                        <a:pt x="0" y="146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301" name="Freeform: Shape 539">
                  <a:extLst>
                    <a:ext uri="{FF2B5EF4-FFF2-40B4-BE49-F238E27FC236}">
                      <a16:creationId xmlns:a16="http://schemas.microsoft.com/office/drawing/2014/main" id="{37B5F009-90AE-16FF-2142-A563C60DA807}"/>
                    </a:ext>
                  </a:extLst>
                </p:cNvPr>
                <p:cNvSpPr/>
                <p:nvPr/>
              </p:nvSpPr>
              <p:spPr>
                <a:xfrm>
                  <a:off x="11058257" y="403241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292 h 0"/>
                    <a:gd name="connsiteX1" fmla="*/ 1021 w 0"/>
                    <a:gd name="connsiteY1" fmla="*/ 0 h 0"/>
                    <a:gd name="connsiteX2" fmla="*/ 0 w 0"/>
                    <a:gd name="connsiteY2" fmla="*/ 292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292"/>
                      </a:moveTo>
                      <a:cubicBezTo>
                        <a:pt x="292" y="146"/>
                        <a:pt x="729" y="0"/>
                        <a:pt x="1021" y="0"/>
                      </a:cubicBezTo>
                      <a:cubicBezTo>
                        <a:pt x="729" y="146"/>
                        <a:pt x="437" y="146"/>
                        <a:pt x="0" y="292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sp>
            <p:nvSpPr>
              <p:cNvPr id="57" name="Freeform: Shape 540">
                <a:extLst>
                  <a:ext uri="{FF2B5EF4-FFF2-40B4-BE49-F238E27FC236}">
                    <a16:creationId xmlns:a16="http://schemas.microsoft.com/office/drawing/2014/main" id="{049D82FB-ACBF-32F6-D10F-4EAC1656931F}"/>
                  </a:ext>
                </a:extLst>
              </p:cNvPr>
              <p:cNvSpPr/>
              <p:nvPr/>
            </p:nvSpPr>
            <p:spPr>
              <a:xfrm>
                <a:off x="10994963" y="4250445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0 w 0"/>
                  <a:gd name="connsiteY1" fmla="*/ 0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58" name="Graphic 1">
                <a:extLst>
                  <a:ext uri="{FF2B5EF4-FFF2-40B4-BE49-F238E27FC236}">
                    <a16:creationId xmlns:a16="http://schemas.microsoft.com/office/drawing/2014/main" id="{CE57727F-A48C-1C2A-C95C-E9E3480E6924}"/>
                  </a:ext>
                </a:extLst>
              </p:cNvPr>
              <p:cNvGrpSpPr/>
              <p:nvPr/>
            </p:nvGrpSpPr>
            <p:grpSpPr>
              <a:xfrm>
                <a:off x="9858594" y="3872032"/>
                <a:ext cx="1137535" cy="845860"/>
                <a:chOff x="9858594" y="3872032"/>
                <a:chExt cx="1137535" cy="845860"/>
              </a:xfrm>
              <a:grpFill/>
            </p:grpSpPr>
            <p:sp>
              <p:nvSpPr>
                <p:cNvPr id="294" name="Freeform: Shape 542">
                  <a:extLst>
                    <a:ext uri="{FF2B5EF4-FFF2-40B4-BE49-F238E27FC236}">
                      <a16:creationId xmlns:a16="http://schemas.microsoft.com/office/drawing/2014/main" id="{B3E0A351-09D4-A617-9D94-2BC1B5765FC0}"/>
                    </a:ext>
                  </a:extLst>
                </p:cNvPr>
                <p:cNvSpPr/>
                <p:nvPr/>
              </p:nvSpPr>
              <p:spPr>
                <a:xfrm>
                  <a:off x="9858594" y="3872287"/>
                  <a:ext cx="1137535" cy="845860"/>
                </a:xfrm>
                <a:custGeom>
                  <a:avLst/>
                  <a:gdLst>
                    <a:gd name="connsiteX0" fmla="*/ 1139431 w 1137535"/>
                    <a:gd name="connsiteY0" fmla="*/ 391429 h 845859"/>
                    <a:gd name="connsiteX1" fmla="*/ 1139431 w 1137535"/>
                    <a:gd name="connsiteY1" fmla="*/ 391429 h 845859"/>
                    <a:gd name="connsiteX2" fmla="*/ 1118577 w 1137535"/>
                    <a:gd name="connsiteY2" fmla="*/ 381366 h 845859"/>
                    <a:gd name="connsiteX3" fmla="*/ 1047699 w 1137535"/>
                    <a:gd name="connsiteY3" fmla="*/ 416805 h 845859"/>
                    <a:gd name="connsiteX4" fmla="*/ 1006865 w 1137535"/>
                    <a:gd name="connsiteY4" fmla="*/ 459389 h 845859"/>
                    <a:gd name="connsiteX5" fmla="*/ 966030 w 1137535"/>
                    <a:gd name="connsiteY5" fmla="*/ 439847 h 845859"/>
                    <a:gd name="connsiteX6" fmla="*/ 935112 w 1137535"/>
                    <a:gd name="connsiteY6" fmla="*/ 427013 h 845859"/>
                    <a:gd name="connsiteX7" fmla="*/ 924029 w 1137535"/>
                    <a:gd name="connsiteY7" fmla="*/ 397992 h 845859"/>
                    <a:gd name="connsiteX8" fmla="*/ 882757 w 1137535"/>
                    <a:gd name="connsiteY8" fmla="*/ 172818 h 845859"/>
                    <a:gd name="connsiteX9" fmla="*/ 846006 w 1137535"/>
                    <a:gd name="connsiteY9" fmla="*/ 171651 h 845859"/>
                    <a:gd name="connsiteX10" fmla="*/ 818151 w 1137535"/>
                    <a:gd name="connsiteY10" fmla="*/ 159401 h 845859"/>
                    <a:gd name="connsiteX11" fmla="*/ 693313 w 1137535"/>
                    <a:gd name="connsiteY11" fmla="*/ 4521 h 845859"/>
                    <a:gd name="connsiteX12" fmla="*/ 644604 w 1137535"/>
                    <a:gd name="connsiteY12" fmla="*/ 3208 h 845859"/>
                    <a:gd name="connsiteX13" fmla="*/ 646062 w 1137535"/>
                    <a:gd name="connsiteY13" fmla="*/ 0 h 845859"/>
                    <a:gd name="connsiteX14" fmla="*/ 618644 w 1137535"/>
                    <a:gd name="connsiteY14" fmla="*/ 64023 h 845859"/>
                    <a:gd name="connsiteX15" fmla="*/ 611498 w 1137535"/>
                    <a:gd name="connsiteY15" fmla="*/ 81378 h 845859"/>
                    <a:gd name="connsiteX16" fmla="*/ 582039 w 1137535"/>
                    <a:gd name="connsiteY16" fmla="*/ 86920 h 845859"/>
                    <a:gd name="connsiteX17" fmla="*/ 543100 w 1137535"/>
                    <a:gd name="connsiteY17" fmla="*/ 86920 h 845859"/>
                    <a:gd name="connsiteX18" fmla="*/ 522537 w 1137535"/>
                    <a:gd name="connsiteY18" fmla="*/ 98441 h 845859"/>
                    <a:gd name="connsiteX19" fmla="*/ 490453 w 1137535"/>
                    <a:gd name="connsiteY19" fmla="*/ 130525 h 845859"/>
                    <a:gd name="connsiteX20" fmla="*/ 472077 w 1137535"/>
                    <a:gd name="connsiteY20" fmla="*/ 148901 h 845859"/>
                    <a:gd name="connsiteX21" fmla="*/ 446847 w 1137535"/>
                    <a:gd name="connsiteY21" fmla="*/ 144380 h 845859"/>
                    <a:gd name="connsiteX22" fmla="*/ 419284 w 1137535"/>
                    <a:gd name="connsiteY22" fmla="*/ 126004 h 845859"/>
                    <a:gd name="connsiteX23" fmla="*/ 359636 w 1137535"/>
                    <a:gd name="connsiteY23" fmla="*/ 135192 h 845859"/>
                    <a:gd name="connsiteX24" fmla="*/ 297801 w 1137535"/>
                    <a:gd name="connsiteY24" fmla="*/ 139713 h 845859"/>
                    <a:gd name="connsiteX25" fmla="*/ 226778 w 1137535"/>
                    <a:gd name="connsiteY25" fmla="*/ 139713 h 845859"/>
                    <a:gd name="connsiteX26" fmla="*/ 194694 w 1137535"/>
                    <a:gd name="connsiteY26" fmla="*/ 139713 h 845859"/>
                    <a:gd name="connsiteX27" fmla="*/ 222257 w 1137535"/>
                    <a:gd name="connsiteY27" fmla="*/ 197027 h 845859"/>
                    <a:gd name="connsiteX28" fmla="*/ 144379 w 1137535"/>
                    <a:gd name="connsiteY28" fmla="*/ 242820 h 845859"/>
                    <a:gd name="connsiteX29" fmla="*/ 151234 w 1137535"/>
                    <a:gd name="connsiteY29" fmla="*/ 263383 h 845859"/>
                    <a:gd name="connsiteX30" fmla="*/ 144379 w 1137535"/>
                    <a:gd name="connsiteY30" fmla="*/ 304656 h 845859"/>
                    <a:gd name="connsiteX31" fmla="*/ 84732 w 1137535"/>
                    <a:gd name="connsiteY31" fmla="*/ 494828 h 845859"/>
                    <a:gd name="connsiteX32" fmla="*/ 38939 w 1137535"/>
                    <a:gd name="connsiteY32" fmla="*/ 506349 h 845859"/>
                    <a:gd name="connsiteX33" fmla="*/ 25230 w 1137535"/>
                    <a:gd name="connsiteY33" fmla="*/ 517870 h 845859"/>
                    <a:gd name="connsiteX34" fmla="*/ 13709 w 1137535"/>
                    <a:gd name="connsiteY34" fmla="*/ 527058 h 845859"/>
                    <a:gd name="connsiteX35" fmla="*/ 0 w 1137535"/>
                    <a:gd name="connsiteY35" fmla="*/ 543101 h 845859"/>
                    <a:gd name="connsiteX36" fmla="*/ 43605 w 1137535"/>
                    <a:gd name="connsiteY36" fmla="*/ 579706 h 845859"/>
                    <a:gd name="connsiteX37" fmla="*/ 73356 w 1137535"/>
                    <a:gd name="connsiteY37" fmla="*/ 588893 h 845859"/>
                    <a:gd name="connsiteX38" fmla="*/ 87065 w 1137535"/>
                    <a:gd name="connsiteY38" fmla="*/ 632499 h 845859"/>
                    <a:gd name="connsiteX39" fmla="*/ 130671 w 1137535"/>
                    <a:gd name="connsiteY39" fmla="*/ 650874 h 845859"/>
                    <a:gd name="connsiteX40" fmla="*/ 165089 w 1137535"/>
                    <a:gd name="connsiteY40" fmla="*/ 687480 h 845859"/>
                    <a:gd name="connsiteX41" fmla="*/ 174276 w 1137535"/>
                    <a:gd name="connsiteY41" fmla="*/ 735606 h 845859"/>
                    <a:gd name="connsiteX42" fmla="*/ 236112 w 1137535"/>
                    <a:gd name="connsiteY42" fmla="*/ 763170 h 845859"/>
                    <a:gd name="connsiteX43" fmla="*/ 259008 w 1137535"/>
                    <a:gd name="connsiteY43" fmla="*/ 763170 h 845859"/>
                    <a:gd name="connsiteX44" fmla="*/ 291092 w 1137535"/>
                    <a:gd name="connsiteY44" fmla="*/ 733419 h 845859"/>
                    <a:gd name="connsiteX45" fmla="*/ 316322 w 1137535"/>
                    <a:gd name="connsiteY45" fmla="*/ 731085 h 845859"/>
                    <a:gd name="connsiteX46" fmla="*/ 323177 w 1137535"/>
                    <a:gd name="connsiteY46" fmla="*/ 742607 h 845859"/>
                    <a:gd name="connsiteX47" fmla="*/ 313989 w 1137535"/>
                    <a:gd name="connsiteY47" fmla="*/ 754128 h 845859"/>
                    <a:gd name="connsiteX48" fmla="*/ 304801 w 1137535"/>
                    <a:gd name="connsiteY48" fmla="*/ 767837 h 845859"/>
                    <a:gd name="connsiteX49" fmla="*/ 325364 w 1137535"/>
                    <a:gd name="connsiteY49" fmla="*/ 797587 h 845859"/>
                    <a:gd name="connsiteX50" fmla="*/ 371158 w 1137535"/>
                    <a:gd name="connsiteY50" fmla="*/ 809109 h 845859"/>
                    <a:gd name="connsiteX51" fmla="*/ 371158 w 1137535"/>
                    <a:gd name="connsiteY51" fmla="*/ 829672 h 845859"/>
                    <a:gd name="connsiteX52" fmla="*/ 453701 w 1137535"/>
                    <a:gd name="connsiteY52" fmla="*/ 848048 h 845859"/>
                    <a:gd name="connsiteX53" fmla="*/ 572851 w 1137535"/>
                    <a:gd name="connsiteY53" fmla="*/ 834339 h 845859"/>
                    <a:gd name="connsiteX54" fmla="*/ 648541 w 1137535"/>
                    <a:gd name="connsiteY54" fmla="*/ 820630 h 845859"/>
                    <a:gd name="connsiteX55" fmla="*/ 717231 w 1137535"/>
                    <a:gd name="connsiteY55" fmla="*/ 827484 h 845859"/>
                    <a:gd name="connsiteX56" fmla="*/ 735606 w 1137535"/>
                    <a:gd name="connsiteY56" fmla="*/ 815963 h 845859"/>
                    <a:gd name="connsiteX57" fmla="*/ 767691 w 1137535"/>
                    <a:gd name="connsiteY57" fmla="*/ 760982 h 845859"/>
                    <a:gd name="connsiteX58" fmla="*/ 820338 w 1137535"/>
                    <a:gd name="connsiteY58" fmla="*/ 710522 h 845859"/>
                    <a:gd name="connsiteX59" fmla="*/ 905070 w 1137535"/>
                    <a:gd name="connsiteY59" fmla="*/ 676105 h 845859"/>
                    <a:gd name="connsiteX60" fmla="*/ 992135 w 1137535"/>
                    <a:gd name="connsiteY60" fmla="*/ 701334 h 845859"/>
                    <a:gd name="connsiteX61" fmla="*/ 1079638 w 1137535"/>
                    <a:gd name="connsiteY61" fmla="*/ 712418 h 845859"/>
                    <a:gd name="connsiteX62" fmla="*/ 1074679 w 1137535"/>
                    <a:gd name="connsiteY62" fmla="*/ 699147 h 845859"/>
                    <a:gd name="connsiteX63" fmla="*/ 1065491 w 1137535"/>
                    <a:gd name="connsiteY63" fmla="*/ 669396 h 845859"/>
                    <a:gd name="connsiteX64" fmla="*/ 1053970 w 1137535"/>
                    <a:gd name="connsiteY64" fmla="*/ 596040 h 845859"/>
                    <a:gd name="connsiteX65" fmla="*/ 1053970 w 1137535"/>
                    <a:gd name="connsiteY65" fmla="*/ 547913 h 845859"/>
                    <a:gd name="connsiteX66" fmla="*/ 1051637 w 1137535"/>
                    <a:gd name="connsiteY66" fmla="*/ 497453 h 845859"/>
                    <a:gd name="connsiteX67" fmla="*/ 1058491 w 1137535"/>
                    <a:gd name="connsiteY67" fmla="*/ 476890 h 845859"/>
                    <a:gd name="connsiteX68" fmla="*/ 1083721 w 1137535"/>
                    <a:gd name="connsiteY68" fmla="*/ 481411 h 845859"/>
                    <a:gd name="connsiteX69" fmla="*/ 1083721 w 1137535"/>
                    <a:gd name="connsiteY69" fmla="*/ 501974 h 845859"/>
                    <a:gd name="connsiteX70" fmla="*/ 1092909 w 1137535"/>
                    <a:gd name="connsiteY70" fmla="*/ 508829 h 845859"/>
                    <a:gd name="connsiteX71" fmla="*/ 1141035 w 1137535"/>
                    <a:gd name="connsiteY71" fmla="*/ 485932 h 845859"/>
                    <a:gd name="connsiteX72" fmla="*/ 1141035 w 1137535"/>
                    <a:gd name="connsiteY72" fmla="*/ 433285 h 845859"/>
                    <a:gd name="connsiteX73" fmla="*/ 1143369 w 1137535"/>
                    <a:gd name="connsiteY73" fmla="*/ 403534 h 845859"/>
                    <a:gd name="connsiteX74" fmla="*/ 1139431 w 1137535"/>
                    <a:gd name="connsiteY74" fmla="*/ 391429 h 845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1137535" h="845859">
                      <a:moveTo>
                        <a:pt x="1139431" y="391429"/>
                      </a:moveTo>
                      <a:cubicBezTo>
                        <a:pt x="1139431" y="391429"/>
                        <a:pt x="1139431" y="391429"/>
                        <a:pt x="1139431" y="391429"/>
                      </a:cubicBezTo>
                      <a:lnTo>
                        <a:pt x="1118577" y="381366"/>
                      </a:lnTo>
                      <a:lnTo>
                        <a:pt x="1047699" y="416805"/>
                      </a:lnTo>
                      <a:lnTo>
                        <a:pt x="1006865" y="459389"/>
                      </a:lnTo>
                      <a:lnTo>
                        <a:pt x="966030" y="439847"/>
                      </a:lnTo>
                      <a:lnTo>
                        <a:pt x="935112" y="427013"/>
                      </a:lnTo>
                      <a:lnTo>
                        <a:pt x="924029" y="397992"/>
                      </a:lnTo>
                      <a:lnTo>
                        <a:pt x="882757" y="172818"/>
                      </a:lnTo>
                      <a:cubicBezTo>
                        <a:pt x="882757" y="172818"/>
                        <a:pt x="852714" y="171651"/>
                        <a:pt x="846006" y="171651"/>
                      </a:cubicBezTo>
                      <a:cubicBezTo>
                        <a:pt x="839297" y="171651"/>
                        <a:pt x="818151" y="159401"/>
                        <a:pt x="818151" y="159401"/>
                      </a:cubicBezTo>
                      <a:lnTo>
                        <a:pt x="693313" y="4521"/>
                      </a:lnTo>
                      <a:lnTo>
                        <a:pt x="644604" y="3208"/>
                      </a:lnTo>
                      <a:cubicBezTo>
                        <a:pt x="645624" y="875"/>
                        <a:pt x="645916" y="146"/>
                        <a:pt x="646062" y="0"/>
                      </a:cubicBezTo>
                      <a:cubicBezTo>
                        <a:pt x="645770" y="729"/>
                        <a:pt x="642999" y="7146"/>
                        <a:pt x="618644" y="64023"/>
                      </a:cubicBezTo>
                      <a:cubicBezTo>
                        <a:pt x="615582" y="71169"/>
                        <a:pt x="613248" y="76857"/>
                        <a:pt x="611498" y="81378"/>
                      </a:cubicBezTo>
                      <a:lnTo>
                        <a:pt x="582039" y="86920"/>
                      </a:lnTo>
                      <a:lnTo>
                        <a:pt x="543100" y="86920"/>
                      </a:lnTo>
                      <a:lnTo>
                        <a:pt x="522537" y="98441"/>
                      </a:lnTo>
                      <a:cubicBezTo>
                        <a:pt x="522537" y="98441"/>
                        <a:pt x="499641" y="119004"/>
                        <a:pt x="490453" y="130525"/>
                      </a:cubicBezTo>
                      <a:cubicBezTo>
                        <a:pt x="481265" y="142046"/>
                        <a:pt x="478932" y="142046"/>
                        <a:pt x="472077" y="148901"/>
                      </a:cubicBezTo>
                      <a:cubicBezTo>
                        <a:pt x="465223" y="155755"/>
                        <a:pt x="446847" y="144380"/>
                        <a:pt x="446847" y="144380"/>
                      </a:cubicBezTo>
                      <a:lnTo>
                        <a:pt x="419284" y="126004"/>
                      </a:lnTo>
                      <a:lnTo>
                        <a:pt x="359636" y="135192"/>
                      </a:lnTo>
                      <a:cubicBezTo>
                        <a:pt x="359636" y="135192"/>
                        <a:pt x="318364" y="137525"/>
                        <a:pt x="297801" y="139713"/>
                      </a:cubicBezTo>
                      <a:cubicBezTo>
                        <a:pt x="277238" y="142046"/>
                        <a:pt x="245153" y="139713"/>
                        <a:pt x="226778" y="139713"/>
                      </a:cubicBezTo>
                      <a:cubicBezTo>
                        <a:pt x="208402" y="139713"/>
                        <a:pt x="194694" y="139713"/>
                        <a:pt x="194694" y="139713"/>
                      </a:cubicBezTo>
                      <a:lnTo>
                        <a:pt x="222257" y="197027"/>
                      </a:lnTo>
                      <a:lnTo>
                        <a:pt x="144379" y="242820"/>
                      </a:lnTo>
                      <a:lnTo>
                        <a:pt x="151234" y="263383"/>
                      </a:lnTo>
                      <a:lnTo>
                        <a:pt x="144379" y="304656"/>
                      </a:lnTo>
                      <a:lnTo>
                        <a:pt x="84732" y="494828"/>
                      </a:lnTo>
                      <a:lnTo>
                        <a:pt x="38939" y="506349"/>
                      </a:lnTo>
                      <a:lnTo>
                        <a:pt x="25230" y="517870"/>
                      </a:lnTo>
                      <a:cubicBezTo>
                        <a:pt x="25230" y="517870"/>
                        <a:pt x="22897" y="520204"/>
                        <a:pt x="13709" y="527058"/>
                      </a:cubicBezTo>
                      <a:cubicBezTo>
                        <a:pt x="4521" y="533913"/>
                        <a:pt x="0" y="543101"/>
                        <a:pt x="0" y="543101"/>
                      </a:cubicBezTo>
                      <a:lnTo>
                        <a:pt x="43605" y="579706"/>
                      </a:lnTo>
                      <a:lnTo>
                        <a:pt x="73356" y="588893"/>
                      </a:lnTo>
                      <a:lnTo>
                        <a:pt x="87065" y="632499"/>
                      </a:lnTo>
                      <a:lnTo>
                        <a:pt x="130671" y="650874"/>
                      </a:lnTo>
                      <a:lnTo>
                        <a:pt x="165089" y="687480"/>
                      </a:lnTo>
                      <a:cubicBezTo>
                        <a:pt x="165089" y="687480"/>
                        <a:pt x="165089" y="731085"/>
                        <a:pt x="174276" y="735606"/>
                      </a:cubicBezTo>
                      <a:cubicBezTo>
                        <a:pt x="183464" y="740127"/>
                        <a:pt x="236112" y="763170"/>
                        <a:pt x="236112" y="763170"/>
                      </a:cubicBezTo>
                      <a:lnTo>
                        <a:pt x="259008" y="763170"/>
                      </a:lnTo>
                      <a:lnTo>
                        <a:pt x="291092" y="733419"/>
                      </a:lnTo>
                      <a:lnTo>
                        <a:pt x="316322" y="731085"/>
                      </a:lnTo>
                      <a:lnTo>
                        <a:pt x="323177" y="742607"/>
                      </a:lnTo>
                      <a:lnTo>
                        <a:pt x="313989" y="754128"/>
                      </a:lnTo>
                      <a:lnTo>
                        <a:pt x="304801" y="767837"/>
                      </a:lnTo>
                      <a:lnTo>
                        <a:pt x="325364" y="797587"/>
                      </a:lnTo>
                      <a:lnTo>
                        <a:pt x="371158" y="809109"/>
                      </a:lnTo>
                      <a:lnTo>
                        <a:pt x="371158" y="829672"/>
                      </a:lnTo>
                      <a:cubicBezTo>
                        <a:pt x="371158" y="829672"/>
                        <a:pt x="426138" y="848048"/>
                        <a:pt x="453701" y="848048"/>
                      </a:cubicBezTo>
                      <a:cubicBezTo>
                        <a:pt x="481265" y="848048"/>
                        <a:pt x="572851" y="834339"/>
                        <a:pt x="572851" y="834339"/>
                      </a:cubicBezTo>
                      <a:cubicBezTo>
                        <a:pt x="572851" y="834339"/>
                        <a:pt x="607269" y="818296"/>
                        <a:pt x="648541" y="820630"/>
                      </a:cubicBezTo>
                      <a:cubicBezTo>
                        <a:pt x="689813" y="822963"/>
                        <a:pt x="717231" y="827484"/>
                        <a:pt x="717231" y="827484"/>
                      </a:cubicBezTo>
                      <a:lnTo>
                        <a:pt x="735606" y="815963"/>
                      </a:lnTo>
                      <a:lnTo>
                        <a:pt x="767691" y="760982"/>
                      </a:lnTo>
                      <a:cubicBezTo>
                        <a:pt x="767691" y="760982"/>
                        <a:pt x="783733" y="726564"/>
                        <a:pt x="820338" y="710522"/>
                      </a:cubicBezTo>
                      <a:cubicBezTo>
                        <a:pt x="856943" y="694480"/>
                        <a:pt x="886840" y="676105"/>
                        <a:pt x="905070" y="676105"/>
                      </a:cubicBezTo>
                      <a:cubicBezTo>
                        <a:pt x="923446" y="676105"/>
                        <a:pt x="973759" y="694480"/>
                        <a:pt x="992135" y="701334"/>
                      </a:cubicBezTo>
                      <a:cubicBezTo>
                        <a:pt x="1007156" y="707022"/>
                        <a:pt x="1060825" y="711106"/>
                        <a:pt x="1079638" y="712418"/>
                      </a:cubicBezTo>
                      <a:cubicBezTo>
                        <a:pt x="1078617" y="707897"/>
                        <a:pt x="1077013" y="703085"/>
                        <a:pt x="1074679" y="699147"/>
                      </a:cubicBezTo>
                      <a:cubicBezTo>
                        <a:pt x="1067825" y="687626"/>
                        <a:pt x="1070158" y="687626"/>
                        <a:pt x="1065491" y="669396"/>
                      </a:cubicBezTo>
                      <a:cubicBezTo>
                        <a:pt x="1060971" y="651020"/>
                        <a:pt x="1053970" y="596040"/>
                        <a:pt x="1053970" y="596040"/>
                      </a:cubicBezTo>
                      <a:lnTo>
                        <a:pt x="1053970" y="547913"/>
                      </a:lnTo>
                      <a:lnTo>
                        <a:pt x="1051637" y="497453"/>
                      </a:lnTo>
                      <a:lnTo>
                        <a:pt x="1058491" y="476890"/>
                      </a:lnTo>
                      <a:cubicBezTo>
                        <a:pt x="1070012" y="474557"/>
                        <a:pt x="1083721" y="474557"/>
                        <a:pt x="1083721" y="481411"/>
                      </a:cubicBezTo>
                      <a:cubicBezTo>
                        <a:pt x="1083721" y="488265"/>
                        <a:pt x="1083721" y="501974"/>
                        <a:pt x="1083721" y="501974"/>
                      </a:cubicBezTo>
                      <a:lnTo>
                        <a:pt x="1092909" y="508829"/>
                      </a:lnTo>
                      <a:lnTo>
                        <a:pt x="1141035" y="485932"/>
                      </a:lnTo>
                      <a:cubicBezTo>
                        <a:pt x="1141035" y="485932"/>
                        <a:pt x="1141035" y="444660"/>
                        <a:pt x="1141035" y="433285"/>
                      </a:cubicBezTo>
                      <a:cubicBezTo>
                        <a:pt x="1141035" y="421763"/>
                        <a:pt x="1147890" y="414909"/>
                        <a:pt x="1143369" y="403534"/>
                      </a:cubicBezTo>
                      <a:cubicBezTo>
                        <a:pt x="1141619" y="399304"/>
                        <a:pt x="1140452" y="395221"/>
                        <a:pt x="1139431" y="391429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95" name="Freeform: Shape 543">
                  <a:extLst>
                    <a:ext uri="{FF2B5EF4-FFF2-40B4-BE49-F238E27FC236}">
                      <a16:creationId xmlns:a16="http://schemas.microsoft.com/office/drawing/2014/main" id="{8E3B6E4D-DA43-C34C-1DDC-0EBAC85BE557}"/>
                    </a:ext>
                  </a:extLst>
                </p:cNvPr>
                <p:cNvSpPr/>
                <p:nvPr/>
              </p:nvSpPr>
              <p:spPr>
                <a:xfrm>
                  <a:off x="10504510" y="387203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09 h 0"/>
                    <a:gd name="connsiteX1" fmla="*/ 0 w 0"/>
                    <a:gd name="connsiteY1" fmla="*/ 109 h 0"/>
                    <a:gd name="connsiteX2" fmla="*/ 0 w 0"/>
                    <a:gd name="connsiteY2" fmla="*/ 109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09"/>
                      </a:moveTo>
                      <a:cubicBezTo>
                        <a:pt x="0" y="-36"/>
                        <a:pt x="0" y="-36"/>
                        <a:pt x="0" y="109"/>
                      </a:cubicBezTo>
                      <a:cubicBezTo>
                        <a:pt x="0" y="-36"/>
                        <a:pt x="0" y="-36"/>
                        <a:pt x="0" y="109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grpSp>
            <p:nvGrpSpPr>
              <p:cNvPr id="59" name="Graphic 1">
                <a:extLst>
                  <a:ext uri="{FF2B5EF4-FFF2-40B4-BE49-F238E27FC236}">
                    <a16:creationId xmlns:a16="http://schemas.microsoft.com/office/drawing/2014/main" id="{C7292ECC-B117-119D-9568-725981622E7D}"/>
                  </a:ext>
                </a:extLst>
              </p:cNvPr>
              <p:cNvGrpSpPr/>
              <p:nvPr/>
            </p:nvGrpSpPr>
            <p:grpSpPr>
              <a:xfrm>
                <a:off x="10168062" y="4491223"/>
                <a:ext cx="758357" cy="656270"/>
                <a:chOff x="10168062" y="4491223"/>
                <a:chExt cx="758357" cy="656270"/>
              </a:xfrm>
              <a:grpFill/>
            </p:grpSpPr>
            <p:sp>
              <p:nvSpPr>
                <p:cNvPr id="276" name="Freeform: Shape 545">
                  <a:extLst>
                    <a:ext uri="{FF2B5EF4-FFF2-40B4-BE49-F238E27FC236}">
                      <a16:creationId xmlns:a16="http://schemas.microsoft.com/office/drawing/2014/main" id="{1214C0B0-949C-987C-BC26-8373CE6560B3}"/>
                    </a:ext>
                  </a:extLst>
                </p:cNvPr>
                <p:cNvSpPr/>
                <p:nvPr/>
              </p:nvSpPr>
              <p:spPr>
                <a:xfrm>
                  <a:off x="10921461" y="452914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1750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583"/>
                        <a:pt x="146" y="1167"/>
                        <a:pt x="292" y="1750"/>
                      </a:cubicBezTo>
                      <a:cubicBezTo>
                        <a:pt x="146" y="1167"/>
                        <a:pt x="0" y="583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77" name="Freeform: Shape 546">
                  <a:extLst>
                    <a:ext uri="{FF2B5EF4-FFF2-40B4-BE49-F238E27FC236}">
                      <a16:creationId xmlns:a16="http://schemas.microsoft.com/office/drawing/2014/main" id="{A7A761AC-B66C-A339-F993-DD2321440DAA}"/>
                    </a:ext>
                  </a:extLst>
                </p:cNvPr>
                <p:cNvSpPr/>
                <p:nvPr/>
              </p:nvSpPr>
              <p:spPr>
                <a:xfrm>
                  <a:off x="10921898" y="453205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1604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583"/>
                        <a:pt x="146" y="1021"/>
                        <a:pt x="292" y="1604"/>
                      </a:cubicBezTo>
                      <a:cubicBezTo>
                        <a:pt x="292" y="1021"/>
                        <a:pt x="146" y="437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78" name="Freeform: Shape 547">
                  <a:extLst>
                    <a:ext uri="{FF2B5EF4-FFF2-40B4-BE49-F238E27FC236}">
                      <a16:creationId xmlns:a16="http://schemas.microsoft.com/office/drawing/2014/main" id="{9E1CD48C-22D0-3F8E-8B6D-E3124479F790}"/>
                    </a:ext>
                  </a:extLst>
                </p:cNvPr>
                <p:cNvSpPr/>
                <p:nvPr/>
              </p:nvSpPr>
              <p:spPr>
                <a:xfrm>
                  <a:off x="10920877" y="4526078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2041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729"/>
                        <a:pt x="292" y="1312"/>
                        <a:pt x="292" y="2041"/>
                      </a:cubicBezTo>
                      <a:cubicBezTo>
                        <a:pt x="146" y="1458"/>
                        <a:pt x="146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79" name="Freeform: Shape 548">
                  <a:extLst>
                    <a:ext uri="{FF2B5EF4-FFF2-40B4-BE49-F238E27FC236}">
                      <a16:creationId xmlns:a16="http://schemas.microsoft.com/office/drawing/2014/main" id="{7EC29BB7-3784-FC31-C8AB-1E2C370F5609}"/>
                    </a:ext>
                  </a:extLst>
                </p:cNvPr>
                <p:cNvSpPr/>
                <p:nvPr/>
              </p:nvSpPr>
              <p:spPr>
                <a:xfrm>
                  <a:off x="10920294" y="4522870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437 w 0"/>
                    <a:gd name="connsiteY1" fmla="*/ 2333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729"/>
                        <a:pt x="292" y="1604"/>
                        <a:pt x="437" y="2333"/>
                      </a:cubicBezTo>
                      <a:cubicBezTo>
                        <a:pt x="292" y="1604"/>
                        <a:pt x="146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80" name="Freeform: Shape 549">
                  <a:extLst>
                    <a:ext uri="{FF2B5EF4-FFF2-40B4-BE49-F238E27FC236}">
                      <a16:creationId xmlns:a16="http://schemas.microsoft.com/office/drawing/2014/main" id="{B10A0D85-81BD-209A-6AEF-C4640D2BA407}"/>
                    </a:ext>
                  </a:extLst>
                </p:cNvPr>
                <p:cNvSpPr/>
                <p:nvPr/>
              </p:nvSpPr>
              <p:spPr>
                <a:xfrm>
                  <a:off x="10919711" y="451893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583 w 0"/>
                    <a:gd name="connsiteY1" fmla="*/ 3208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021"/>
                        <a:pt x="292" y="2042"/>
                        <a:pt x="583" y="3208"/>
                      </a:cubicBezTo>
                      <a:cubicBezTo>
                        <a:pt x="292" y="2188"/>
                        <a:pt x="146" y="1021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81" name="Freeform: Shape 550">
                  <a:extLst>
                    <a:ext uri="{FF2B5EF4-FFF2-40B4-BE49-F238E27FC236}">
                      <a16:creationId xmlns:a16="http://schemas.microsoft.com/office/drawing/2014/main" id="{FAA8A2A5-A1EB-22E8-E91F-D80BF77527E1}"/>
                    </a:ext>
                  </a:extLst>
                </p:cNvPr>
                <p:cNvSpPr/>
                <p:nvPr/>
              </p:nvSpPr>
              <p:spPr>
                <a:xfrm>
                  <a:off x="10923357" y="453920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437 w 0"/>
                    <a:gd name="connsiteY1" fmla="*/ 1896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729"/>
                        <a:pt x="292" y="1312"/>
                        <a:pt x="437" y="1896"/>
                      </a:cubicBezTo>
                      <a:cubicBezTo>
                        <a:pt x="437" y="1458"/>
                        <a:pt x="146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82" name="Freeform: Shape 551">
                  <a:extLst>
                    <a:ext uri="{FF2B5EF4-FFF2-40B4-BE49-F238E27FC236}">
                      <a16:creationId xmlns:a16="http://schemas.microsoft.com/office/drawing/2014/main" id="{E631BEC5-597B-8CE3-D36F-E2BE9AC01231}"/>
                    </a:ext>
                  </a:extLst>
                </p:cNvPr>
                <p:cNvSpPr/>
                <p:nvPr/>
              </p:nvSpPr>
              <p:spPr>
                <a:xfrm>
                  <a:off x="10915481" y="449122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0 w 0"/>
                    <a:gd name="connsiteY1" fmla="*/ 0 h 0"/>
                    <a:gd name="connsiteX2" fmla="*/ 1458 w 0"/>
                    <a:gd name="connsiteY2" fmla="*/ 9917 h 0"/>
                    <a:gd name="connsiteX3" fmla="*/ 0 w 0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37" y="3208"/>
                        <a:pt x="875" y="6563"/>
                        <a:pt x="1458" y="9917"/>
                      </a:cubicBezTo>
                      <a:cubicBezTo>
                        <a:pt x="1021" y="6563"/>
                        <a:pt x="437" y="3208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83" name="Freeform: Shape 552">
                  <a:extLst>
                    <a:ext uri="{FF2B5EF4-FFF2-40B4-BE49-F238E27FC236}">
                      <a16:creationId xmlns:a16="http://schemas.microsoft.com/office/drawing/2014/main" id="{3CEF1355-AD18-04CC-43B8-62C5BFDC72E2}"/>
                    </a:ext>
                  </a:extLst>
                </p:cNvPr>
                <p:cNvSpPr/>
                <p:nvPr/>
              </p:nvSpPr>
              <p:spPr>
                <a:xfrm>
                  <a:off x="10922482" y="453468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1458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583"/>
                        <a:pt x="146" y="1021"/>
                        <a:pt x="292" y="1458"/>
                      </a:cubicBezTo>
                      <a:cubicBezTo>
                        <a:pt x="146" y="1021"/>
                        <a:pt x="0" y="437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84" name="Freeform: Shape 553">
                  <a:extLst>
                    <a:ext uri="{FF2B5EF4-FFF2-40B4-BE49-F238E27FC236}">
                      <a16:creationId xmlns:a16="http://schemas.microsoft.com/office/drawing/2014/main" id="{10808544-46F9-A286-C1E6-9A4D350D4CE2}"/>
                    </a:ext>
                  </a:extLst>
                </p:cNvPr>
                <p:cNvSpPr/>
                <p:nvPr/>
              </p:nvSpPr>
              <p:spPr>
                <a:xfrm>
                  <a:off x="10922919" y="4537016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1458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437"/>
                        <a:pt x="146" y="1021"/>
                        <a:pt x="292" y="1458"/>
                      </a:cubicBezTo>
                      <a:cubicBezTo>
                        <a:pt x="292" y="1021"/>
                        <a:pt x="146" y="583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85" name="Freeform: Shape 554">
                  <a:extLst>
                    <a:ext uri="{FF2B5EF4-FFF2-40B4-BE49-F238E27FC236}">
                      <a16:creationId xmlns:a16="http://schemas.microsoft.com/office/drawing/2014/main" id="{1CEFAD0F-C64D-400E-BF10-EE6E40660BA5}"/>
                    </a:ext>
                  </a:extLst>
                </p:cNvPr>
                <p:cNvSpPr/>
                <p:nvPr/>
              </p:nvSpPr>
              <p:spPr>
                <a:xfrm>
                  <a:off x="10917085" y="4502015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2479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875"/>
                        <a:pt x="292" y="1604"/>
                        <a:pt x="292" y="2479"/>
                      </a:cubicBezTo>
                      <a:cubicBezTo>
                        <a:pt x="146" y="1604"/>
                        <a:pt x="146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86" name="Freeform: Shape 555">
                  <a:extLst>
                    <a:ext uri="{FF2B5EF4-FFF2-40B4-BE49-F238E27FC236}">
                      <a16:creationId xmlns:a16="http://schemas.microsoft.com/office/drawing/2014/main" id="{D783E362-E982-0A67-91B1-A97B80E96686}"/>
                    </a:ext>
                  </a:extLst>
                </p:cNvPr>
                <p:cNvSpPr/>
                <p:nvPr/>
              </p:nvSpPr>
              <p:spPr>
                <a:xfrm>
                  <a:off x="10936044" y="457755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896 w 0"/>
                    <a:gd name="connsiteY1" fmla="*/ 6708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729" y="2187"/>
                        <a:pt x="1458" y="4521"/>
                        <a:pt x="1896" y="6708"/>
                      </a:cubicBezTo>
                      <a:cubicBezTo>
                        <a:pt x="1458" y="4521"/>
                        <a:pt x="875" y="2187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87" name="Freeform: Shape 556">
                  <a:extLst>
                    <a:ext uri="{FF2B5EF4-FFF2-40B4-BE49-F238E27FC236}">
                      <a16:creationId xmlns:a16="http://schemas.microsoft.com/office/drawing/2014/main" id="{D3DA3780-E1C0-E009-9C53-D04664D837C8}"/>
                    </a:ext>
                  </a:extLst>
                </p:cNvPr>
                <p:cNvSpPr/>
                <p:nvPr/>
              </p:nvSpPr>
              <p:spPr>
                <a:xfrm>
                  <a:off x="10919127" y="4515724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437 w 0"/>
                    <a:gd name="connsiteY1" fmla="*/ 2479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875"/>
                        <a:pt x="292" y="1604"/>
                        <a:pt x="437" y="2479"/>
                      </a:cubicBezTo>
                      <a:cubicBezTo>
                        <a:pt x="292" y="1604"/>
                        <a:pt x="146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88" name="Freeform: Shape 557">
                  <a:extLst>
                    <a:ext uri="{FF2B5EF4-FFF2-40B4-BE49-F238E27FC236}">
                      <a16:creationId xmlns:a16="http://schemas.microsoft.com/office/drawing/2014/main" id="{765F9874-1469-F294-7975-E748F782B028}"/>
                    </a:ext>
                  </a:extLst>
                </p:cNvPr>
                <p:cNvSpPr/>
                <p:nvPr/>
              </p:nvSpPr>
              <p:spPr>
                <a:xfrm>
                  <a:off x="10932982" y="4570996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458 w 0"/>
                    <a:gd name="connsiteY1" fmla="*/ 2771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583" y="875"/>
                        <a:pt x="1021" y="1896"/>
                        <a:pt x="1458" y="2771"/>
                      </a:cubicBezTo>
                      <a:cubicBezTo>
                        <a:pt x="1021" y="1896"/>
                        <a:pt x="583" y="875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89" name="Freeform: Shape 558">
                  <a:extLst>
                    <a:ext uri="{FF2B5EF4-FFF2-40B4-BE49-F238E27FC236}">
                      <a16:creationId xmlns:a16="http://schemas.microsoft.com/office/drawing/2014/main" id="{12A57450-C220-EA22-BC0D-BC4BA5B00BA9}"/>
                    </a:ext>
                  </a:extLst>
                </p:cNvPr>
                <p:cNvSpPr/>
                <p:nvPr/>
              </p:nvSpPr>
              <p:spPr>
                <a:xfrm>
                  <a:off x="10168062" y="4548099"/>
                  <a:ext cx="758357" cy="597935"/>
                </a:xfrm>
                <a:custGeom>
                  <a:avLst/>
                  <a:gdLst>
                    <a:gd name="connsiteX0" fmla="*/ 739836 w 758356"/>
                    <a:gd name="connsiteY0" fmla="*/ 105441 h 597935"/>
                    <a:gd name="connsiteX1" fmla="*/ 758211 w 758356"/>
                    <a:gd name="connsiteY1" fmla="*/ 100920 h 597935"/>
                    <a:gd name="connsiteX2" fmla="*/ 771920 w 758356"/>
                    <a:gd name="connsiteY2" fmla="*/ 52794 h 597935"/>
                    <a:gd name="connsiteX3" fmla="*/ 770024 w 758356"/>
                    <a:gd name="connsiteY3" fmla="*/ 36314 h 597935"/>
                    <a:gd name="connsiteX4" fmla="*/ 682521 w 758356"/>
                    <a:gd name="connsiteY4" fmla="*/ 25230 h 597935"/>
                    <a:gd name="connsiteX5" fmla="*/ 595456 w 758356"/>
                    <a:gd name="connsiteY5" fmla="*/ 0 h 597935"/>
                    <a:gd name="connsiteX6" fmla="*/ 510724 w 758356"/>
                    <a:gd name="connsiteY6" fmla="*/ 34418 h 597935"/>
                    <a:gd name="connsiteX7" fmla="*/ 458077 w 758356"/>
                    <a:gd name="connsiteY7" fmla="*/ 84878 h 597935"/>
                    <a:gd name="connsiteX8" fmla="*/ 425992 w 758356"/>
                    <a:gd name="connsiteY8" fmla="*/ 139859 h 597935"/>
                    <a:gd name="connsiteX9" fmla="*/ 407617 w 758356"/>
                    <a:gd name="connsiteY9" fmla="*/ 151380 h 597935"/>
                    <a:gd name="connsiteX10" fmla="*/ 338927 w 758356"/>
                    <a:gd name="connsiteY10" fmla="*/ 144525 h 597935"/>
                    <a:gd name="connsiteX11" fmla="*/ 263237 w 758356"/>
                    <a:gd name="connsiteY11" fmla="*/ 158234 h 597935"/>
                    <a:gd name="connsiteX12" fmla="*/ 144088 w 758356"/>
                    <a:gd name="connsiteY12" fmla="*/ 171943 h 597935"/>
                    <a:gd name="connsiteX13" fmla="*/ 61544 w 758356"/>
                    <a:gd name="connsiteY13" fmla="*/ 153568 h 597935"/>
                    <a:gd name="connsiteX14" fmla="*/ 61544 w 758356"/>
                    <a:gd name="connsiteY14" fmla="*/ 133005 h 597935"/>
                    <a:gd name="connsiteX15" fmla="*/ 15750 w 758356"/>
                    <a:gd name="connsiteY15" fmla="*/ 121483 h 597935"/>
                    <a:gd name="connsiteX16" fmla="*/ 13855 w 758356"/>
                    <a:gd name="connsiteY16" fmla="*/ 118858 h 597935"/>
                    <a:gd name="connsiteX17" fmla="*/ 7438 w 758356"/>
                    <a:gd name="connsiteY17" fmla="*/ 178506 h 597935"/>
                    <a:gd name="connsiteX18" fmla="*/ 0 w 758356"/>
                    <a:gd name="connsiteY18" fmla="*/ 200965 h 597935"/>
                    <a:gd name="connsiteX19" fmla="*/ 13125 w 758356"/>
                    <a:gd name="connsiteY19" fmla="*/ 223424 h 597935"/>
                    <a:gd name="connsiteX20" fmla="*/ 26251 w 758356"/>
                    <a:gd name="connsiteY20" fmla="*/ 245883 h 597935"/>
                    <a:gd name="connsiteX21" fmla="*/ 61835 w 758356"/>
                    <a:gd name="connsiteY21" fmla="*/ 279571 h 597935"/>
                    <a:gd name="connsiteX22" fmla="*/ 106753 w 758356"/>
                    <a:gd name="connsiteY22" fmla="*/ 296489 h 597935"/>
                    <a:gd name="connsiteX23" fmla="*/ 52356 w 758356"/>
                    <a:gd name="connsiteY23" fmla="*/ 380783 h 597935"/>
                    <a:gd name="connsiteX24" fmla="*/ 43022 w 758356"/>
                    <a:gd name="connsiteY24" fmla="*/ 427597 h 597935"/>
                    <a:gd name="connsiteX25" fmla="*/ 52356 w 758356"/>
                    <a:gd name="connsiteY25" fmla="*/ 472515 h 597935"/>
                    <a:gd name="connsiteX26" fmla="*/ 104857 w 758356"/>
                    <a:gd name="connsiteY26" fmla="*/ 494974 h 597935"/>
                    <a:gd name="connsiteX27" fmla="*/ 133004 w 758356"/>
                    <a:gd name="connsiteY27" fmla="*/ 511891 h 597935"/>
                    <a:gd name="connsiteX28" fmla="*/ 155463 w 758356"/>
                    <a:gd name="connsiteY28" fmla="*/ 611207 h 597935"/>
                    <a:gd name="connsiteX29" fmla="*/ 267904 w 758356"/>
                    <a:gd name="connsiteY29" fmla="*/ 586852 h 597935"/>
                    <a:gd name="connsiteX30" fmla="*/ 303489 w 758356"/>
                    <a:gd name="connsiteY30" fmla="*/ 538142 h 597935"/>
                    <a:gd name="connsiteX31" fmla="*/ 346656 w 758356"/>
                    <a:gd name="connsiteY31" fmla="*/ 538142 h 597935"/>
                    <a:gd name="connsiteX32" fmla="*/ 367220 w 758356"/>
                    <a:gd name="connsiteY32" fmla="*/ 560601 h 597935"/>
                    <a:gd name="connsiteX33" fmla="*/ 419721 w 758356"/>
                    <a:gd name="connsiteY33" fmla="*/ 560601 h 597935"/>
                    <a:gd name="connsiteX34" fmla="*/ 462889 w 758356"/>
                    <a:gd name="connsiteY34" fmla="*/ 564393 h 597935"/>
                    <a:gd name="connsiteX35" fmla="*/ 515391 w 758356"/>
                    <a:gd name="connsiteY35" fmla="*/ 549371 h 597935"/>
                    <a:gd name="connsiteX36" fmla="*/ 562205 w 758356"/>
                    <a:gd name="connsiteY36" fmla="*/ 517579 h 597935"/>
                    <a:gd name="connsiteX37" fmla="*/ 562205 w 758356"/>
                    <a:gd name="connsiteY37" fmla="*/ 470765 h 597935"/>
                    <a:gd name="connsiteX38" fmla="*/ 593998 w 758356"/>
                    <a:gd name="connsiteY38" fmla="*/ 433285 h 597935"/>
                    <a:gd name="connsiteX39" fmla="*/ 612811 w 758356"/>
                    <a:gd name="connsiteY39" fmla="*/ 384575 h 597935"/>
                    <a:gd name="connsiteX40" fmla="*/ 676542 w 758356"/>
                    <a:gd name="connsiteY40" fmla="*/ 362116 h 597935"/>
                    <a:gd name="connsiteX41" fmla="*/ 695355 w 758356"/>
                    <a:gd name="connsiteY41" fmla="*/ 369554 h 597935"/>
                    <a:gd name="connsiteX42" fmla="*/ 721606 w 758356"/>
                    <a:gd name="connsiteY42" fmla="*/ 369554 h 597935"/>
                    <a:gd name="connsiteX43" fmla="*/ 763315 w 758356"/>
                    <a:gd name="connsiteY43" fmla="*/ 343302 h 597935"/>
                    <a:gd name="connsiteX44" fmla="*/ 739981 w 758356"/>
                    <a:gd name="connsiteY44" fmla="*/ 309322 h 597935"/>
                    <a:gd name="connsiteX45" fmla="*/ 707897 w 758356"/>
                    <a:gd name="connsiteY45" fmla="*/ 284092 h 597935"/>
                    <a:gd name="connsiteX46" fmla="*/ 691855 w 758356"/>
                    <a:gd name="connsiteY46" fmla="*/ 281759 h 597935"/>
                    <a:gd name="connsiteX47" fmla="*/ 710231 w 758356"/>
                    <a:gd name="connsiteY47" fmla="*/ 240487 h 597935"/>
                    <a:gd name="connsiteX48" fmla="*/ 707897 w 758356"/>
                    <a:gd name="connsiteY48" fmla="*/ 171797 h 597935"/>
                    <a:gd name="connsiteX49" fmla="*/ 707897 w 758356"/>
                    <a:gd name="connsiteY49" fmla="*/ 132859 h 597935"/>
                    <a:gd name="connsiteX50" fmla="*/ 739836 w 758356"/>
                    <a:gd name="connsiteY50" fmla="*/ 105441 h 597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</a:cxnLst>
                  <a:rect l="l" t="t" r="r" b="b"/>
                  <a:pathLst>
                    <a:path w="758356" h="597935">
                      <a:moveTo>
                        <a:pt x="739836" y="105441"/>
                      </a:moveTo>
                      <a:lnTo>
                        <a:pt x="758211" y="100920"/>
                      </a:lnTo>
                      <a:lnTo>
                        <a:pt x="771920" y="52794"/>
                      </a:lnTo>
                      <a:cubicBezTo>
                        <a:pt x="771920" y="52794"/>
                        <a:pt x="771920" y="44918"/>
                        <a:pt x="770024" y="36314"/>
                      </a:cubicBezTo>
                      <a:cubicBezTo>
                        <a:pt x="751357" y="35001"/>
                        <a:pt x="697688" y="30918"/>
                        <a:pt x="682521" y="25230"/>
                      </a:cubicBezTo>
                      <a:cubicBezTo>
                        <a:pt x="664146" y="18376"/>
                        <a:pt x="613832" y="0"/>
                        <a:pt x="595456" y="0"/>
                      </a:cubicBezTo>
                      <a:cubicBezTo>
                        <a:pt x="577081" y="0"/>
                        <a:pt x="547330" y="18376"/>
                        <a:pt x="510724" y="34418"/>
                      </a:cubicBezTo>
                      <a:cubicBezTo>
                        <a:pt x="474119" y="50460"/>
                        <a:pt x="458077" y="84878"/>
                        <a:pt x="458077" y="84878"/>
                      </a:cubicBezTo>
                      <a:lnTo>
                        <a:pt x="425992" y="139859"/>
                      </a:lnTo>
                      <a:lnTo>
                        <a:pt x="407617" y="151380"/>
                      </a:lnTo>
                      <a:cubicBezTo>
                        <a:pt x="407617" y="151380"/>
                        <a:pt x="380053" y="146859"/>
                        <a:pt x="338927" y="144525"/>
                      </a:cubicBezTo>
                      <a:cubicBezTo>
                        <a:pt x="297655" y="142192"/>
                        <a:pt x="263237" y="158234"/>
                        <a:pt x="263237" y="158234"/>
                      </a:cubicBezTo>
                      <a:cubicBezTo>
                        <a:pt x="263237" y="158234"/>
                        <a:pt x="171505" y="171943"/>
                        <a:pt x="144088" y="171943"/>
                      </a:cubicBezTo>
                      <a:cubicBezTo>
                        <a:pt x="116524" y="171943"/>
                        <a:pt x="61544" y="153568"/>
                        <a:pt x="61544" y="153568"/>
                      </a:cubicBezTo>
                      <a:lnTo>
                        <a:pt x="61544" y="133005"/>
                      </a:lnTo>
                      <a:lnTo>
                        <a:pt x="15750" y="121483"/>
                      </a:lnTo>
                      <a:lnTo>
                        <a:pt x="13855" y="118858"/>
                      </a:lnTo>
                      <a:lnTo>
                        <a:pt x="7438" y="178506"/>
                      </a:lnTo>
                      <a:lnTo>
                        <a:pt x="0" y="200965"/>
                      </a:lnTo>
                      <a:lnTo>
                        <a:pt x="13125" y="223424"/>
                      </a:lnTo>
                      <a:cubicBezTo>
                        <a:pt x="13125" y="223424"/>
                        <a:pt x="24355" y="238445"/>
                        <a:pt x="26251" y="245883"/>
                      </a:cubicBezTo>
                      <a:cubicBezTo>
                        <a:pt x="28147" y="253321"/>
                        <a:pt x="61835" y="279571"/>
                        <a:pt x="61835" y="279571"/>
                      </a:cubicBezTo>
                      <a:lnTo>
                        <a:pt x="106753" y="296489"/>
                      </a:lnTo>
                      <a:lnTo>
                        <a:pt x="52356" y="380783"/>
                      </a:lnTo>
                      <a:lnTo>
                        <a:pt x="43022" y="427597"/>
                      </a:lnTo>
                      <a:cubicBezTo>
                        <a:pt x="43022" y="427597"/>
                        <a:pt x="44918" y="466973"/>
                        <a:pt x="52356" y="472515"/>
                      </a:cubicBezTo>
                      <a:cubicBezTo>
                        <a:pt x="59794" y="478057"/>
                        <a:pt x="104857" y="494974"/>
                        <a:pt x="104857" y="494974"/>
                      </a:cubicBezTo>
                      <a:lnTo>
                        <a:pt x="133004" y="511891"/>
                      </a:lnTo>
                      <a:lnTo>
                        <a:pt x="155463" y="611207"/>
                      </a:lnTo>
                      <a:lnTo>
                        <a:pt x="267904" y="586852"/>
                      </a:lnTo>
                      <a:lnTo>
                        <a:pt x="303489" y="538142"/>
                      </a:lnTo>
                      <a:lnTo>
                        <a:pt x="346656" y="538142"/>
                      </a:lnTo>
                      <a:lnTo>
                        <a:pt x="367220" y="560601"/>
                      </a:lnTo>
                      <a:lnTo>
                        <a:pt x="419721" y="560601"/>
                      </a:lnTo>
                      <a:lnTo>
                        <a:pt x="462889" y="564393"/>
                      </a:lnTo>
                      <a:cubicBezTo>
                        <a:pt x="462889" y="564393"/>
                        <a:pt x="506058" y="556955"/>
                        <a:pt x="515391" y="549371"/>
                      </a:cubicBezTo>
                      <a:cubicBezTo>
                        <a:pt x="524725" y="541934"/>
                        <a:pt x="562205" y="528808"/>
                        <a:pt x="562205" y="517579"/>
                      </a:cubicBezTo>
                      <a:cubicBezTo>
                        <a:pt x="562205" y="506349"/>
                        <a:pt x="562205" y="470765"/>
                        <a:pt x="562205" y="470765"/>
                      </a:cubicBezTo>
                      <a:lnTo>
                        <a:pt x="593998" y="433285"/>
                      </a:lnTo>
                      <a:cubicBezTo>
                        <a:pt x="593998" y="433285"/>
                        <a:pt x="599685" y="388366"/>
                        <a:pt x="612811" y="384575"/>
                      </a:cubicBezTo>
                      <a:cubicBezTo>
                        <a:pt x="625936" y="380783"/>
                        <a:pt x="676542" y="362116"/>
                        <a:pt x="676542" y="362116"/>
                      </a:cubicBezTo>
                      <a:lnTo>
                        <a:pt x="695355" y="369554"/>
                      </a:lnTo>
                      <a:lnTo>
                        <a:pt x="721606" y="369554"/>
                      </a:lnTo>
                      <a:lnTo>
                        <a:pt x="763315" y="343302"/>
                      </a:lnTo>
                      <a:cubicBezTo>
                        <a:pt x="756898" y="332365"/>
                        <a:pt x="744940" y="312531"/>
                        <a:pt x="739981" y="309322"/>
                      </a:cubicBezTo>
                      <a:cubicBezTo>
                        <a:pt x="733127" y="304801"/>
                        <a:pt x="717085" y="286426"/>
                        <a:pt x="707897" y="284092"/>
                      </a:cubicBezTo>
                      <a:cubicBezTo>
                        <a:pt x="698709" y="281759"/>
                        <a:pt x="691855" y="281759"/>
                        <a:pt x="691855" y="281759"/>
                      </a:cubicBezTo>
                      <a:cubicBezTo>
                        <a:pt x="691855" y="281759"/>
                        <a:pt x="705564" y="249675"/>
                        <a:pt x="710231" y="240487"/>
                      </a:cubicBezTo>
                      <a:cubicBezTo>
                        <a:pt x="714752" y="231299"/>
                        <a:pt x="707897" y="171797"/>
                        <a:pt x="707897" y="171797"/>
                      </a:cubicBezTo>
                      <a:lnTo>
                        <a:pt x="707897" y="132859"/>
                      </a:lnTo>
                      <a:lnTo>
                        <a:pt x="739836" y="105441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90" name="Freeform: Shape 559">
                  <a:extLst>
                    <a:ext uri="{FF2B5EF4-FFF2-40B4-BE49-F238E27FC236}">
                      <a16:creationId xmlns:a16="http://schemas.microsoft.com/office/drawing/2014/main" id="{72F505B2-B3A4-4D09-F783-A5558AD6F76B}"/>
                    </a:ext>
                  </a:extLst>
                </p:cNvPr>
                <p:cNvSpPr/>
                <p:nvPr/>
              </p:nvSpPr>
              <p:spPr>
                <a:xfrm>
                  <a:off x="10934877" y="457464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021 w 0"/>
                    <a:gd name="connsiteY1" fmla="*/ 2625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437" y="875"/>
                        <a:pt x="729" y="1750"/>
                        <a:pt x="1021" y="2625"/>
                      </a:cubicBezTo>
                      <a:cubicBezTo>
                        <a:pt x="729" y="1604"/>
                        <a:pt x="292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91" name="Freeform: Shape 560">
                  <a:extLst>
                    <a:ext uri="{FF2B5EF4-FFF2-40B4-BE49-F238E27FC236}">
                      <a16:creationId xmlns:a16="http://schemas.microsoft.com/office/drawing/2014/main" id="{13435827-96A1-F21D-00EE-CC7336648EE1}"/>
                    </a:ext>
                  </a:extLst>
                </p:cNvPr>
                <p:cNvSpPr/>
                <p:nvPr/>
              </p:nvSpPr>
              <p:spPr>
                <a:xfrm>
                  <a:off x="10917523" y="450566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2187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729"/>
                        <a:pt x="146" y="1458"/>
                        <a:pt x="292" y="2187"/>
                      </a:cubicBezTo>
                      <a:cubicBezTo>
                        <a:pt x="292" y="1458"/>
                        <a:pt x="146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92" name="Freeform: Shape 561">
                  <a:extLst>
                    <a:ext uri="{FF2B5EF4-FFF2-40B4-BE49-F238E27FC236}">
                      <a16:creationId xmlns:a16="http://schemas.microsoft.com/office/drawing/2014/main" id="{7B3B67BF-483E-9D3B-001A-176B44A67EA7}"/>
                    </a:ext>
                  </a:extLst>
                </p:cNvPr>
                <p:cNvSpPr/>
                <p:nvPr/>
              </p:nvSpPr>
              <p:spPr>
                <a:xfrm>
                  <a:off x="10918544" y="451236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2187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729"/>
                        <a:pt x="292" y="1458"/>
                        <a:pt x="292" y="2187"/>
                      </a:cubicBezTo>
                      <a:cubicBezTo>
                        <a:pt x="292" y="1458"/>
                        <a:pt x="146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93" name="Freeform: Shape 562">
                  <a:extLst>
                    <a:ext uri="{FF2B5EF4-FFF2-40B4-BE49-F238E27FC236}">
                      <a16:creationId xmlns:a16="http://schemas.microsoft.com/office/drawing/2014/main" id="{BF14F57E-8023-2A90-6C8B-79AEC0A9B45D}"/>
                    </a:ext>
                  </a:extLst>
                </p:cNvPr>
                <p:cNvSpPr/>
                <p:nvPr/>
              </p:nvSpPr>
              <p:spPr>
                <a:xfrm>
                  <a:off x="10918106" y="4509015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2042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729"/>
                        <a:pt x="146" y="1458"/>
                        <a:pt x="292" y="2042"/>
                      </a:cubicBezTo>
                      <a:cubicBezTo>
                        <a:pt x="146" y="1458"/>
                        <a:pt x="146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grpSp>
            <p:nvGrpSpPr>
              <p:cNvPr id="60" name="Graphic 1">
                <a:extLst>
                  <a:ext uri="{FF2B5EF4-FFF2-40B4-BE49-F238E27FC236}">
                    <a16:creationId xmlns:a16="http://schemas.microsoft.com/office/drawing/2014/main" id="{43B92FCD-C5C4-2B11-DC8B-99E120D69B96}"/>
                  </a:ext>
                </a:extLst>
              </p:cNvPr>
              <p:cNvGrpSpPr/>
              <p:nvPr/>
            </p:nvGrpSpPr>
            <p:grpSpPr>
              <a:xfrm>
                <a:off x="10735080" y="4825483"/>
                <a:ext cx="350011" cy="437514"/>
                <a:chOff x="10735080" y="4825483"/>
                <a:chExt cx="350011" cy="437514"/>
              </a:xfrm>
              <a:grpFill/>
            </p:grpSpPr>
            <p:sp>
              <p:nvSpPr>
                <p:cNvPr id="263" name="Freeform: Shape 564">
                  <a:extLst>
                    <a:ext uri="{FF2B5EF4-FFF2-40B4-BE49-F238E27FC236}">
                      <a16:creationId xmlns:a16="http://schemas.microsoft.com/office/drawing/2014/main" id="{2FEB21F0-D4FE-68DD-A0EA-EFCFE333F67D}"/>
                    </a:ext>
                  </a:extLst>
                </p:cNvPr>
                <p:cNvSpPr/>
                <p:nvPr/>
              </p:nvSpPr>
              <p:spPr>
                <a:xfrm>
                  <a:off x="10925981" y="4882797"/>
                  <a:ext cx="14584" cy="14584"/>
                </a:xfrm>
                <a:custGeom>
                  <a:avLst/>
                  <a:gdLst>
                    <a:gd name="connsiteX0" fmla="*/ 729 w 0"/>
                    <a:gd name="connsiteY0" fmla="*/ 1312 h 0"/>
                    <a:gd name="connsiteX1" fmla="*/ 0 w 0"/>
                    <a:gd name="connsiteY1" fmla="*/ 0 h 0"/>
                    <a:gd name="connsiteX2" fmla="*/ 729 w 0"/>
                    <a:gd name="connsiteY2" fmla="*/ 1312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729" y="1312"/>
                      </a:moveTo>
                      <a:cubicBezTo>
                        <a:pt x="437" y="875"/>
                        <a:pt x="292" y="437"/>
                        <a:pt x="0" y="0"/>
                      </a:cubicBezTo>
                      <a:cubicBezTo>
                        <a:pt x="292" y="437"/>
                        <a:pt x="583" y="875"/>
                        <a:pt x="729" y="1312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64" name="Freeform: Shape 565">
                  <a:extLst>
                    <a:ext uri="{FF2B5EF4-FFF2-40B4-BE49-F238E27FC236}">
                      <a16:creationId xmlns:a16="http://schemas.microsoft.com/office/drawing/2014/main" id="{0975A1DD-1BC2-B657-E8A5-DA57824004AB}"/>
                    </a:ext>
                  </a:extLst>
                </p:cNvPr>
                <p:cNvSpPr/>
                <p:nvPr/>
              </p:nvSpPr>
              <p:spPr>
                <a:xfrm>
                  <a:off x="10927877" y="4885860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896 w 0"/>
                    <a:gd name="connsiteY1" fmla="*/ 3063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583" y="1021"/>
                        <a:pt x="1312" y="2042"/>
                        <a:pt x="1896" y="3063"/>
                      </a:cubicBezTo>
                      <a:cubicBezTo>
                        <a:pt x="1167" y="2188"/>
                        <a:pt x="583" y="1021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65" name="Freeform: Shape 566">
                  <a:extLst>
                    <a:ext uri="{FF2B5EF4-FFF2-40B4-BE49-F238E27FC236}">
                      <a16:creationId xmlns:a16="http://schemas.microsoft.com/office/drawing/2014/main" id="{6E014B22-8AD4-8801-21CC-F98E876FEB8A}"/>
                    </a:ext>
                  </a:extLst>
                </p:cNvPr>
                <p:cNvSpPr/>
                <p:nvPr/>
              </p:nvSpPr>
              <p:spPr>
                <a:xfrm>
                  <a:off x="10929919" y="4889360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167 w 0"/>
                    <a:gd name="connsiteY1" fmla="*/ 2041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437" y="729"/>
                        <a:pt x="875" y="1458"/>
                        <a:pt x="1167" y="2041"/>
                      </a:cubicBezTo>
                      <a:cubicBezTo>
                        <a:pt x="875" y="1458"/>
                        <a:pt x="437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66" name="Freeform: Shape 567">
                  <a:extLst>
                    <a:ext uri="{FF2B5EF4-FFF2-40B4-BE49-F238E27FC236}">
                      <a16:creationId xmlns:a16="http://schemas.microsoft.com/office/drawing/2014/main" id="{333A1455-DE9B-FB8B-9DBB-CA56A8626777}"/>
                    </a:ext>
                  </a:extLst>
                </p:cNvPr>
                <p:cNvSpPr/>
                <p:nvPr/>
              </p:nvSpPr>
              <p:spPr>
                <a:xfrm>
                  <a:off x="10859771" y="4825483"/>
                  <a:ext cx="14584" cy="14584"/>
                </a:xfrm>
                <a:custGeom>
                  <a:avLst/>
                  <a:gdLst>
                    <a:gd name="connsiteX0" fmla="*/ 1896 w 0"/>
                    <a:gd name="connsiteY0" fmla="*/ 0 h 0"/>
                    <a:gd name="connsiteX1" fmla="*/ 0 w 0"/>
                    <a:gd name="connsiteY1" fmla="*/ 4375 h 0"/>
                    <a:gd name="connsiteX2" fmla="*/ 1896 w 0"/>
                    <a:gd name="connsiteY2" fmla="*/ 0 h 0"/>
                    <a:gd name="connsiteX3" fmla="*/ 1896 w 0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>
                      <a:moveTo>
                        <a:pt x="1896" y="0"/>
                      </a:moveTo>
                      <a:cubicBezTo>
                        <a:pt x="729" y="2771"/>
                        <a:pt x="0" y="4375"/>
                        <a:pt x="0" y="4375"/>
                      </a:cubicBezTo>
                      <a:cubicBezTo>
                        <a:pt x="0" y="4375"/>
                        <a:pt x="729" y="2771"/>
                        <a:pt x="1896" y="0"/>
                      </a:cubicBezTo>
                      <a:lnTo>
                        <a:pt x="1896" y="0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67" name="Freeform: Shape 568">
                  <a:extLst>
                    <a:ext uri="{FF2B5EF4-FFF2-40B4-BE49-F238E27FC236}">
                      <a16:creationId xmlns:a16="http://schemas.microsoft.com/office/drawing/2014/main" id="{8638DA8F-F46C-C62E-D785-228582076DF9}"/>
                    </a:ext>
                  </a:extLst>
                </p:cNvPr>
                <p:cNvSpPr/>
                <p:nvPr/>
              </p:nvSpPr>
              <p:spPr>
                <a:xfrm>
                  <a:off x="10924086" y="487958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583 w 0"/>
                    <a:gd name="connsiteY1" fmla="*/ 875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292"/>
                        <a:pt x="437" y="583"/>
                        <a:pt x="583" y="875"/>
                      </a:cubicBezTo>
                      <a:cubicBezTo>
                        <a:pt x="292" y="583"/>
                        <a:pt x="146" y="29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68" name="Freeform: Shape 569">
                  <a:extLst>
                    <a:ext uri="{FF2B5EF4-FFF2-40B4-BE49-F238E27FC236}">
                      <a16:creationId xmlns:a16="http://schemas.microsoft.com/office/drawing/2014/main" id="{DA55316B-6FE1-232E-7925-DDB514AA32B6}"/>
                    </a:ext>
                  </a:extLst>
                </p:cNvPr>
                <p:cNvSpPr/>
                <p:nvPr/>
              </p:nvSpPr>
              <p:spPr>
                <a:xfrm>
                  <a:off x="10909064" y="4858588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437 w 0"/>
                    <a:gd name="connsiteY1" fmla="*/ 437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6"/>
                        <a:pt x="292" y="292"/>
                        <a:pt x="437" y="437"/>
                      </a:cubicBezTo>
                      <a:cubicBezTo>
                        <a:pt x="292" y="292"/>
                        <a:pt x="146" y="146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69" name="Freeform: Shape 570">
                  <a:extLst>
                    <a:ext uri="{FF2B5EF4-FFF2-40B4-BE49-F238E27FC236}">
                      <a16:creationId xmlns:a16="http://schemas.microsoft.com/office/drawing/2014/main" id="{6A4E2507-0B61-0250-F3EC-D0F5E31262FA}"/>
                    </a:ext>
                  </a:extLst>
                </p:cNvPr>
                <p:cNvSpPr/>
                <p:nvPr/>
              </p:nvSpPr>
              <p:spPr>
                <a:xfrm>
                  <a:off x="10917231" y="486908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0 w 0"/>
                    <a:gd name="connsiteY1" fmla="*/ 0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70" name="Freeform: Shape 571">
                  <a:extLst>
                    <a:ext uri="{FF2B5EF4-FFF2-40B4-BE49-F238E27FC236}">
                      <a16:creationId xmlns:a16="http://schemas.microsoft.com/office/drawing/2014/main" id="{641F577C-50FC-EF97-C443-E0AD9E8F8F0D}"/>
                    </a:ext>
                  </a:extLst>
                </p:cNvPr>
                <p:cNvSpPr/>
                <p:nvPr/>
              </p:nvSpPr>
              <p:spPr>
                <a:xfrm>
                  <a:off x="10910814" y="4860338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437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6"/>
                        <a:pt x="292" y="292"/>
                        <a:pt x="292" y="437"/>
                      </a:cubicBezTo>
                      <a:cubicBezTo>
                        <a:pt x="146" y="292"/>
                        <a:pt x="0" y="146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71" name="Freeform: Shape 572">
                  <a:extLst>
                    <a:ext uri="{FF2B5EF4-FFF2-40B4-BE49-F238E27FC236}">
                      <a16:creationId xmlns:a16="http://schemas.microsoft.com/office/drawing/2014/main" id="{03E24DD9-369D-8CC5-CBA8-033CF865B516}"/>
                    </a:ext>
                  </a:extLst>
                </p:cNvPr>
                <p:cNvSpPr/>
                <p:nvPr/>
              </p:nvSpPr>
              <p:spPr>
                <a:xfrm>
                  <a:off x="10735080" y="4891548"/>
                  <a:ext cx="350011" cy="364595"/>
                </a:xfrm>
                <a:custGeom>
                  <a:avLst/>
                  <a:gdLst>
                    <a:gd name="connsiteX0" fmla="*/ 356136 w 350010"/>
                    <a:gd name="connsiteY0" fmla="*/ 78169 h 364594"/>
                    <a:gd name="connsiteX1" fmla="*/ 285113 w 350010"/>
                    <a:gd name="connsiteY1" fmla="*/ 75835 h 364594"/>
                    <a:gd name="connsiteX2" fmla="*/ 243841 w 350010"/>
                    <a:gd name="connsiteY2" fmla="*/ 43751 h 364594"/>
                    <a:gd name="connsiteX3" fmla="*/ 200235 w 350010"/>
                    <a:gd name="connsiteY3" fmla="*/ 7146 h 364594"/>
                    <a:gd name="connsiteX4" fmla="*/ 196006 w 350010"/>
                    <a:gd name="connsiteY4" fmla="*/ 0 h 364594"/>
                    <a:gd name="connsiteX5" fmla="*/ 154296 w 350010"/>
                    <a:gd name="connsiteY5" fmla="*/ 26251 h 364594"/>
                    <a:gd name="connsiteX6" fmla="*/ 128046 w 350010"/>
                    <a:gd name="connsiteY6" fmla="*/ 26251 h 364594"/>
                    <a:gd name="connsiteX7" fmla="*/ 109232 w 350010"/>
                    <a:gd name="connsiteY7" fmla="*/ 18813 h 364594"/>
                    <a:gd name="connsiteX8" fmla="*/ 45501 w 350010"/>
                    <a:gd name="connsiteY8" fmla="*/ 41272 h 364594"/>
                    <a:gd name="connsiteX9" fmla="*/ 26688 w 350010"/>
                    <a:gd name="connsiteY9" fmla="*/ 89982 h 364594"/>
                    <a:gd name="connsiteX10" fmla="*/ 16188 w 350010"/>
                    <a:gd name="connsiteY10" fmla="*/ 102378 h 364594"/>
                    <a:gd name="connsiteX11" fmla="*/ 38063 w 350010"/>
                    <a:gd name="connsiteY11" fmla="*/ 116379 h 364594"/>
                    <a:gd name="connsiteX12" fmla="*/ 39522 w 350010"/>
                    <a:gd name="connsiteY12" fmla="*/ 140879 h 364594"/>
                    <a:gd name="connsiteX13" fmla="*/ 13563 w 350010"/>
                    <a:gd name="connsiteY13" fmla="*/ 171505 h 364594"/>
                    <a:gd name="connsiteX14" fmla="*/ 18084 w 350010"/>
                    <a:gd name="connsiteY14" fmla="*/ 206652 h 364594"/>
                    <a:gd name="connsiteX15" fmla="*/ 0 w 350010"/>
                    <a:gd name="connsiteY15" fmla="*/ 265133 h 364594"/>
                    <a:gd name="connsiteX16" fmla="*/ 11959 w 350010"/>
                    <a:gd name="connsiteY16" fmla="*/ 278550 h 364594"/>
                    <a:gd name="connsiteX17" fmla="*/ 34855 w 350010"/>
                    <a:gd name="connsiteY17" fmla="*/ 284675 h 364594"/>
                    <a:gd name="connsiteX18" fmla="*/ 62419 w 350010"/>
                    <a:gd name="connsiteY18" fmla="*/ 280154 h 364594"/>
                    <a:gd name="connsiteX19" fmla="*/ 93045 w 350010"/>
                    <a:gd name="connsiteY19" fmla="*/ 272571 h 364594"/>
                    <a:gd name="connsiteX20" fmla="*/ 106753 w 350010"/>
                    <a:gd name="connsiteY20" fmla="*/ 269509 h 364594"/>
                    <a:gd name="connsiteX21" fmla="*/ 102232 w 350010"/>
                    <a:gd name="connsiteY21" fmla="*/ 286280 h 364594"/>
                    <a:gd name="connsiteX22" fmla="*/ 74669 w 350010"/>
                    <a:gd name="connsiteY22" fmla="*/ 293863 h 364594"/>
                    <a:gd name="connsiteX23" fmla="*/ 65481 w 350010"/>
                    <a:gd name="connsiteY23" fmla="*/ 309176 h 364594"/>
                    <a:gd name="connsiteX24" fmla="*/ 34855 w 350010"/>
                    <a:gd name="connsiteY24" fmla="*/ 356573 h 364594"/>
                    <a:gd name="connsiteX25" fmla="*/ 51627 w 350010"/>
                    <a:gd name="connsiteY25" fmla="*/ 376407 h 364594"/>
                    <a:gd name="connsiteX26" fmla="*/ 94357 w 350010"/>
                    <a:gd name="connsiteY26" fmla="*/ 306114 h 364594"/>
                    <a:gd name="connsiteX27" fmla="*/ 138692 w 350010"/>
                    <a:gd name="connsiteY27" fmla="*/ 275487 h 364594"/>
                    <a:gd name="connsiteX28" fmla="*/ 158526 w 350010"/>
                    <a:gd name="connsiteY28" fmla="*/ 247924 h 364594"/>
                    <a:gd name="connsiteX29" fmla="*/ 170776 w 350010"/>
                    <a:gd name="connsiteY29" fmla="*/ 202131 h 364594"/>
                    <a:gd name="connsiteX30" fmla="*/ 175297 w 350010"/>
                    <a:gd name="connsiteY30" fmla="*/ 191485 h 364594"/>
                    <a:gd name="connsiteX31" fmla="*/ 261633 w 350010"/>
                    <a:gd name="connsiteY31" fmla="*/ 151817 h 364594"/>
                    <a:gd name="connsiteX32" fmla="*/ 296051 w 350010"/>
                    <a:gd name="connsiteY32" fmla="*/ 140296 h 364594"/>
                    <a:gd name="connsiteX33" fmla="*/ 344177 w 350010"/>
                    <a:gd name="connsiteY33" fmla="*/ 142629 h 364594"/>
                    <a:gd name="connsiteX34" fmla="*/ 360219 w 350010"/>
                    <a:gd name="connsiteY34" fmla="*/ 122066 h 364594"/>
                    <a:gd name="connsiteX35" fmla="*/ 356136 w 350010"/>
                    <a:gd name="connsiteY35" fmla="*/ 78169 h 364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50010" h="364594">
                      <a:moveTo>
                        <a:pt x="356136" y="78169"/>
                      </a:moveTo>
                      <a:lnTo>
                        <a:pt x="285113" y="75835"/>
                      </a:lnTo>
                      <a:cubicBezTo>
                        <a:pt x="285113" y="75835"/>
                        <a:pt x="253029" y="50606"/>
                        <a:pt x="243841" y="43751"/>
                      </a:cubicBezTo>
                      <a:cubicBezTo>
                        <a:pt x="234653" y="36897"/>
                        <a:pt x="200235" y="7146"/>
                        <a:pt x="200235" y="7146"/>
                      </a:cubicBezTo>
                      <a:cubicBezTo>
                        <a:pt x="200235" y="7146"/>
                        <a:pt x="198631" y="4229"/>
                        <a:pt x="196006" y="0"/>
                      </a:cubicBezTo>
                      <a:lnTo>
                        <a:pt x="154296" y="26251"/>
                      </a:lnTo>
                      <a:lnTo>
                        <a:pt x="128046" y="26251"/>
                      </a:lnTo>
                      <a:lnTo>
                        <a:pt x="109232" y="18813"/>
                      </a:lnTo>
                      <a:cubicBezTo>
                        <a:pt x="109232" y="18813"/>
                        <a:pt x="58627" y="37626"/>
                        <a:pt x="45501" y="41272"/>
                      </a:cubicBezTo>
                      <a:cubicBezTo>
                        <a:pt x="32376" y="45064"/>
                        <a:pt x="26688" y="89982"/>
                        <a:pt x="26688" y="89982"/>
                      </a:cubicBezTo>
                      <a:lnTo>
                        <a:pt x="16188" y="102378"/>
                      </a:lnTo>
                      <a:lnTo>
                        <a:pt x="38063" y="116379"/>
                      </a:lnTo>
                      <a:lnTo>
                        <a:pt x="39522" y="140879"/>
                      </a:lnTo>
                      <a:lnTo>
                        <a:pt x="13563" y="171505"/>
                      </a:lnTo>
                      <a:lnTo>
                        <a:pt x="18084" y="206652"/>
                      </a:lnTo>
                      <a:cubicBezTo>
                        <a:pt x="18084" y="206652"/>
                        <a:pt x="8167" y="237862"/>
                        <a:pt x="0" y="265133"/>
                      </a:cubicBezTo>
                      <a:cubicBezTo>
                        <a:pt x="1167" y="267321"/>
                        <a:pt x="7875" y="278550"/>
                        <a:pt x="11959" y="278550"/>
                      </a:cubicBezTo>
                      <a:cubicBezTo>
                        <a:pt x="16480" y="278550"/>
                        <a:pt x="27272" y="284675"/>
                        <a:pt x="34855" y="284675"/>
                      </a:cubicBezTo>
                      <a:cubicBezTo>
                        <a:pt x="42439" y="284675"/>
                        <a:pt x="62419" y="280154"/>
                        <a:pt x="62419" y="280154"/>
                      </a:cubicBezTo>
                      <a:lnTo>
                        <a:pt x="93045" y="272571"/>
                      </a:lnTo>
                      <a:lnTo>
                        <a:pt x="106753" y="269509"/>
                      </a:lnTo>
                      <a:cubicBezTo>
                        <a:pt x="106753" y="269509"/>
                        <a:pt x="125129" y="281759"/>
                        <a:pt x="102232" y="286280"/>
                      </a:cubicBezTo>
                      <a:cubicBezTo>
                        <a:pt x="79336" y="290801"/>
                        <a:pt x="79336" y="286280"/>
                        <a:pt x="74669" y="293863"/>
                      </a:cubicBezTo>
                      <a:cubicBezTo>
                        <a:pt x="70148" y="301447"/>
                        <a:pt x="68544" y="304510"/>
                        <a:pt x="65481" y="309176"/>
                      </a:cubicBezTo>
                      <a:cubicBezTo>
                        <a:pt x="62419" y="313697"/>
                        <a:pt x="34855" y="356573"/>
                        <a:pt x="34855" y="356573"/>
                      </a:cubicBezTo>
                      <a:lnTo>
                        <a:pt x="51627" y="376407"/>
                      </a:lnTo>
                      <a:cubicBezTo>
                        <a:pt x="51627" y="376407"/>
                        <a:pt x="88232" y="307718"/>
                        <a:pt x="94357" y="306114"/>
                      </a:cubicBezTo>
                      <a:cubicBezTo>
                        <a:pt x="100482" y="304655"/>
                        <a:pt x="138692" y="275487"/>
                        <a:pt x="138692" y="275487"/>
                      </a:cubicBezTo>
                      <a:lnTo>
                        <a:pt x="158526" y="247924"/>
                      </a:lnTo>
                      <a:lnTo>
                        <a:pt x="170776" y="202131"/>
                      </a:lnTo>
                      <a:lnTo>
                        <a:pt x="175297" y="191485"/>
                      </a:lnTo>
                      <a:lnTo>
                        <a:pt x="261633" y="151817"/>
                      </a:lnTo>
                      <a:cubicBezTo>
                        <a:pt x="261633" y="151817"/>
                        <a:pt x="289196" y="140296"/>
                        <a:pt x="296051" y="140296"/>
                      </a:cubicBezTo>
                      <a:cubicBezTo>
                        <a:pt x="302905" y="140296"/>
                        <a:pt x="337323" y="144817"/>
                        <a:pt x="344177" y="142629"/>
                      </a:cubicBezTo>
                      <a:cubicBezTo>
                        <a:pt x="351032" y="140296"/>
                        <a:pt x="360219" y="133442"/>
                        <a:pt x="360219" y="122066"/>
                      </a:cubicBezTo>
                      <a:cubicBezTo>
                        <a:pt x="360657" y="110253"/>
                        <a:pt x="356136" y="78169"/>
                        <a:pt x="356136" y="78169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72" name="Freeform: Shape 573">
                  <a:extLst>
                    <a:ext uri="{FF2B5EF4-FFF2-40B4-BE49-F238E27FC236}">
                      <a16:creationId xmlns:a16="http://schemas.microsoft.com/office/drawing/2014/main" id="{522AA9DC-352F-B829-E498-DF4EFC6389A7}"/>
                    </a:ext>
                  </a:extLst>
                </p:cNvPr>
                <p:cNvSpPr/>
                <p:nvPr/>
              </p:nvSpPr>
              <p:spPr>
                <a:xfrm>
                  <a:off x="10912856" y="4862964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437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6"/>
                        <a:pt x="146" y="292"/>
                        <a:pt x="292" y="437"/>
                      </a:cubicBezTo>
                      <a:cubicBezTo>
                        <a:pt x="146" y="146"/>
                        <a:pt x="146" y="0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73" name="Freeform: Shape 574">
                  <a:extLst>
                    <a:ext uri="{FF2B5EF4-FFF2-40B4-BE49-F238E27FC236}">
                      <a16:creationId xmlns:a16="http://schemas.microsoft.com/office/drawing/2014/main" id="{1AC600B0-A74C-D9BC-3F5F-9CEEC84BA12C}"/>
                    </a:ext>
                  </a:extLst>
                </p:cNvPr>
                <p:cNvSpPr/>
                <p:nvPr/>
              </p:nvSpPr>
              <p:spPr>
                <a:xfrm>
                  <a:off x="10921607" y="487565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437 w 0"/>
                    <a:gd name="connsiteY1" fmla="*/ 729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292"/>
                        <a:pt x="292" y="437"/>
                        <a:pt x="437" y="729"/>
                      </a:cubicBezTo>
                      <a:cubicBezTo>
                        <a:pt x="292" y="583"/>
                        <a:pt x="146" y="29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74" name="Freeform: Shape 575">
                  <a:extLst>
                    <a:ext uri="{FF2B5EF4-FFF2-40B4-BE49-F238E27FC236}">
                      <a16:creationId xmlns:a16="http://schemas.microsoft.com/office/drawing/2014/main" id="{24D3FFA1-BEB1-92C6-DCA9-01B771DF2B6A}"/>
                    </a:ext>
                  </a:extLst>
                </p:cNvPr>
                <p:cNvSpPr/>
                <p:nvPr/>
              </p:nvSpPr>
              <p:spPr>
                <a:xfrm>
                  <a:off x="10914752" y="486558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437 w 0"/>
                    <a:gd name="connsiteY1" fmla="*/ 729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6"/>
                        <a:pt x="292" y="437"/>
                        <a:pt x="437" y="729"/>
                      </a:cubicBezTo>
                      <a:cubicBezTo>
                        <a:pt x="292" y="437"/>
                        <a:pt x="146" y="146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75" name="Freeform: Shape 576">
                  <a:extLst>
                    <a:ext uri="{FF2B5EF4-FFF2-40B4-BE49-F238E27FC236}">
                      <a16:creationId xmlns:a16="http://schemas.microsoft.com/office/drawing/2014/main" id="{488C3B6F-0A61-4620-918A-FFE21B216D38}"/>
                    </a:ext>
                  </a:extLst>
                </p:cNvPr>
                <p:cNvSpPr/>
                <p:nvPr/>
              </p:nvSpPr>
              <p:spPr>
                <a:xfrm>
                  <a:off x="10919419" y="487229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437 w 0"/>
                    <a:gd name="connsiteY1" fmla="*/ 729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292"/>
                        <a:pt x="292" y="437"/>
                        <a:pt x="437" y="729"/>
                      </a:cubicBezTo>
                      <a:cubicBezTo>
                        <a:pt x="292" y="437"/>
                        <a:pt x="146" y="29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sp>
            <p:nvSpPr>
              <p:cNvPr id="61" name="Freeform: Shape 577">
                <a:extLst>
                  <a:ext uri="{FF2B5EF4-FFF2-40B4-BE49-F238E27FC236}">
                    <a16:creationId xmlns:a16="http://schemas.microsoft.com/office/drawing/2014/main" id="{4D1FF3FD-D6FF-60AB-BA53-B3C307388881}"/>
                  </a:ext>
                </a:extLst>
              </p:cNvPr>
              <p:cNvSpPr/>
              <p:nvPr/>
            </p:nvSpPr>
            <p:spPr>
              <a:xfrm>
                <a:off x="10736392" y="5158285"/>
                <a:ext cx="14584" cy="14584"/>
              </a:xfrm>
              <a:custGeom>
                <a:avLst/>
                <a:gdLst>
                  <a:gd name="connsiteX0" fmla="*/ 146 w 0"/>
                  <a:gd name="connsiteY0" fmla="*/ 146 h 0"/>
                  <a:gd name="connsiteX1" fmla="*/ 0 w 0"/>
                  <a:gd name="connsiteY1" fmla="*/ 0 h 0"/>
                  <a:gd name="connsiteX2" fmla="*/ 146 w 0"/>
                  <a:gd name="connsiteY2" fmla="*/ 146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46" y="146"/>
                    </a:moveTo>
                    <a:cubicBezTo>
                      <a:pt x="146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46" y="146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62" name="Freeform: Shape 578">
                <a:extLst>
                  <a:ext uri="{FF2B5EF4-FFF2-40B4-BE49-F238E27FC236}">
                    <a16:creationId xmlns:a16="http://schemas.microsoft.com/office/drawing/2014/main" id="{FC14FF8C-93B5-ACE0-3B7A-6C5BB8F92CD3}"/>
                  </a:ext>
                </a:extLst>
              </p:cNvPr>
              <p:cNvSpPr/>
              <p:nvPr/>
            </p:nvSpPr>
            <p:spPr>
              <a:xfrm>
                <a:off x="10737121" y="5159306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0 w 0"/>
                  <a:gd name="connsiteY1" fmla="*/ 0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63" name="Freeform: Shape 579">
                <a:extLst>
                  <a:ext uri="{FF2B5EF4-FFF2-40B4-BE49-F238E27FC236}">
                    <a16:creationId xmlns:a16="http://schemas.microsoft.com/office/drawing/2014/main" id="{5964F042-7C02-79A8-FCF1-BBABADFE9D19}"/>
                  </a:ext>
                </a:extLst>
              </p:cNvPr>
              <p:cNvSpPr/>
              <p:nvPr/>
            </p:nvSpPr>
            <p:spPr>
              <a:xfrm>
                <a:off x="10735809" y="5157264"/>
                <a:ext cx="14584" cy="14584"/>
              </a:xfrm>
              <a:custGeom>
                <a:avLst/>
                <a:gdLst>
                  <a:gd name="connsiteX0" fmla="*/ 146 w 0"/>
                  <a:gd name="connsiteY0" fmla="*/ 292 h 0"/>
                  <a:gd name="connsiteX1" fmla="*/ 0 w 0"/>
                  <a:gd name="connsiteY1" fmla="*/ 0 h 0"/>
                  <a:gd name="connsiteX2" fmla="*/ 146 w 0"/>
                  <a:gd name="connsiteY2" fmla="*/ 29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46" y="292"/>
                    </a:moveTo>
                    <a:cubicBezTo>
                      <a:pt x="146" y="146"/>
                      <a:pt x="0" y="146"/>
                      <a:pt x="0" y="0"/>
                    </a:cubicBezTo>
                    <a:cubicBezTo>
                      <a:pt x="0" y="0"/>
                      <a:pt x="146" y="146"/>
                      <a:pt x="146" y="292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64" name="Freeform: Shape 580">
                <a:extLst>
                  <a:ext uri="{FF2B5EF4-FFF2-40B4-BE49-F238E27FC236}">
                    <a16:creationId xmlns:a16="http://schemas.microsoft.com/office/drawing/2014/main" id="{41007E49-56F6-AE57-C20A-D84410E6B27E}"/>
                  </a:ext>
                </a:extLst>
              </p:cNvPr>
              <p:cNvSpPr/>
              <p:nvPr/>
            </p:nvSpPr>
            <p:spPr>
              <a:xfrm>
                <a:off x="10740476" y="5164119"/>
                <a:ext cx="14584" cy="14584"/>
              </a:xfrm>
              <a:custGeom>
                <a:avLst/>
                <a:gdLst>
                  <a:gd name="connsiteX0" fmla="*/ 146 w 0"/>
                  <a:gd name="connsiteY0" fmla="*/ 292 h 0"/>
                  <a:gd name="connsiteX1" fmla="*/ 0 w 0"/>
                  <a:gd name="connsiteY1" fmla="*/ 0 h 0"/>
                  <a:gd name="connsiteX2" fmla="*/ 146 w 0"/>
                  <a:gd name="connsiteY2" fmla="*/ 29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46" y="292"/>
                    </a:moveTo>
                    <a:cubicBezTo>
                      <a:pt x="146" y="146"/>
                      <a:pt x="0" y="146"/>
                      <a:pt x="0" y="0"/>
                    </a:cubicBezTo>
                    <a:cubicBezTo>
                      <a:pt x="146" y="146"/>
                      <a:pt x="146" y="292"/>
                      <a:pt x="146" y="292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65" name="Freeform: Shape 581">
                <a:extLst>
                  <a:ext uri="{FF2B5EF4-FFF2-40B4-BE49-F238E27FC236}">
                    <a16:creationId xmlns:a16="http://schemas.microsoft.com/office/drawing/2014/main" id="{C48CFD0E-3653-E6AB-8514-F72144C59384}"/>
                  </a:ext>
                </a:extLst>
              </p:cNvPr>
              <p:cNvSpPr/>
              <p:nvPr/>
            </p:nvSpPr>
            <p:spPr>
              <a:xfrm>
                <a:off x="10735517" y="5156681"/>
                <a:ext cx="14584" cy="14584"/>
              </a:xfrm>
              <a:custGeom>
                <a:avLst/>
                <a:gdLst>
                  <a:gd name="connsiteX0" fmla="*/ 146 w 0"/>
                  <a:gd name="connsiteY0" fmla="*/ 292 h 0"/>
                  <a:gd name="connsiteX1" fmla="*/ 0 w 0"/>
                  <a:gd name="connsiteY1" fmla="*/ 0 h 0"/>
                  <a:gd name="connsiteX2" fmla="*/ 146 w 0"/>
                  <a:gd name="connsiteY2" fmla="*/ 29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46" y="292"/>
                    </a:moveTo>
                    <a:cubicBezTo>
                      <a:pt x="0" y="146"/>
                      <a:pt x="0" y="0"/>
                      <a:pt x="0" y="0"/>
                    </a:cubicBezTo>
                    <a:cubicBezTo>
                      <a:pt x="0" y="0"/>
                      <a:pt x="0" y="146"/>
                      <a:pt x="146" y="292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66" name="Freeform: Shape 582">
                <a:extLst>
                  <a:ext uri="{FF2B5EF4-FFF2-40B4-BE49-F238E27FC236}">
                    <a16:creationId xmlns:a16="http://schemas.microsoft.com/office/drawing/2014/main" id="{04C6C4E7-A55C-070C-AE5C-9DEE276394D4}"/>
                  </a:ext>
                </a:extLst>
              </p:cNvPr>
              <p:cNvSpPr/>
              <p:nvPr/>
            </p:nvSpPr>
            <p:spPr>
              <a:xfrm>
                <a:off x="10739601" y="5163098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0 w 0"/>
                  <a:gd name="connsiteY1" fmla="*/ 0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67" name="Freeform: Shape 583">
                <a:extLst>
                  <a:ext uri="{FF2B5EF4-FFF2-40B4-BE49-F238E27FC236}">
                    <a16:creationId xmlns:a16="http://schemas.microsoft.com/office/drawing/2014/main" id="{55726F32-11EE-9E91-998A-4EBD7D0C06A3}"/>
                  </a:ext>
                </a:extLst>
              </p:cNvPr>
              <p:cNvSpPr/>
              <p:nvPr/>
            </p:nvSpPr>
            <p:spPr>
              <a:xfrm>
                <a:off x="10745434" y="5169223"/>
                <a:ext cx="14584" cy="14584"/>
              </a:xfrm>
              <a:custGeom>
                <a:avLst/>
                <a:gdLst>
                  <a:gd name="connsiteX0" fmla="*/ 292 w 0"/>
                  <a:gd name="connsiteY0" fmla="*/ 146 h 0"/>
                  <a:gd name="connsiteX1" fmla="*/ 0 w 0"/>
                  <a:gd name="connsiteY1" fmla="*/ 0 h 0"/>
                  <a:gd name="connsiteX2" fmla="*/ 292 w 0"/>
                  <a:gd name="connsiteY2" fmla="*/ 146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92" y="146"/>
                    </a:moveTo>
                    <a:cubicBezTo>
                      <a:pt x="146" y="146"/>
                      <a:pt x="0" y="0"/>
                      <a:pt x="0" y="0"/>
                    </a:cubicBezTo>
                    <a:cubicBezTo>
                      <a:pt x="0" y="0"/>
                      <a:pt x="146" y="0"/>
                      <a:pt x="292" y="146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68" name="Freeform: Shape 584">
                <a:extLst>
                  <a:ext uri="{FF2B5EF4-FFF2-40B4-BE49-F238E27FC236}">
                    <a16:creationId xmlns:a16="http://schemas.microsoft.com/office/drawing/2014/main" id="{AA40103D-7979-8433-49CE-5E770CACB712}"/>
                  </a:ext>
                </a:extLst>
              </p:cNvPr>
              <p:cNvSpPr/>
              <p:nvPr/>
            </p:nvSpPr>
            <p:spPr>
              <a:xfrm>
                <a:off x="10741351" y="5165431"/>
                <a:ext cx="14584" cy="14584"/>
              </a:xfrm>
              <a:custGeom>
                <a:avLst/>
                <a:gdLst>
                  <a:gd name="connsiteX0" fmla="*/ 292 w 0"/>
                  <a:gd name="connsiteY0" fmla="*/ 292 h 0"/>
                  <a:gd name="connsiteX1" fmla="*/ 0 w 0"/>
                  <a:gd name="connsiteY1" fmla="*/ 0 h 0"/>
                  <a:gd name="connsiteX2" fmla="*/ 292 w 0"/>
                  <a:gd name="connsiteY2" fmla="*/ 29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92" y="292"/>
                    </a:moveTo>
                    <a:cubicBezTo>
                      <a:pt x="146" y="146"/>
                      <a:pt x="146" y="146"/>
                      <a:pt x="0" y="0"/>
                    </a:cubicBezTo>
                    <a:cubicBezTo>
                      <a:pt x="146" y="146"/>
                      <a:pt x="292" y="146"/>
                      <a:pt x="292" y="292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69" name="Freeform: Shape 585">
                <a:extLst>
                  <a:ext uri="{FF2B5EF4-FFF2-40B4-BE49-F238E27FC236}">
                    <a16:creationId xmlns:a16="http://schemas.microsoft.com/office/drawing/2014/main" id="{CE193103-5E08-3F4B-F653-D0DA335A2E07}"/>
                  </a:ext>
                </a:extLst>
              </p:cNvPr>
              <p:cNvSpPr/>
              <p:nvPr/>
            </p:nvSpPr>
            <p:spPr>
              <a:xfrm>
                <a:off x="10749372" y="5170244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292 w 0"/>
                  <a:gd name="connsiteY1" fmla="*/ 146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146" y="0"/>
                      <a:pt x="146" y="0"/>
                      <a:pt x="292" y="146"/>
                    </a:cubicBezTo>
                    <a:cubicBezTo>
                      <a:pt x="146" y="0"/>
                      <a:pt x="146" y="0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70" name="Freeform: Shape 586">
                <a:extLst>
                  <a:ext uri="{FF2B5EF4-FFF2-40B4-BE49-F238E27FC236}">
                    <a16:creationId xmlns:a16="http://schemas.microsoft.com/office/drawing/2014/main" id="{9C20F59C-90F1-C7AE-6A4B-B74AEDD7CCB0}"/>
                  </a:ext>
                </a:extLst>
              </p:cNvPr>
              <p:cNvSpPr/>
              <p:nvPr/>
            </p:nvSpPr>
            <p:spPr>
              <a:xfrm>
                <a:off x="10746309" y="5169661"/>
                <a:ext cx="14584" cy="14584"/>
              </a:xfrm>
              <a:custGeom>
                <a:avLst/>
                <a:gdLst>
                  <a:gd name="connsiteX0" fmla="*/ 292 w 0"/>
                  <a:gd name="connsiteY0" fmla="*/ 146 h 0"/>
                  <a:gd name="connsiteX1" fmla="*/ 0 w 0"/>
                  <a:gd name="connsiteY1" fmla="*/ 0 h 0"/>
                  <a:gd name="connsiteX2" fmla="*/ 292 w 0"/>
                  <a:gd name="connsiteY2" fmla="*/ 146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92" y="146"/>
                    </a:moveTo>
                    <a:cubicBezTo>
                      <a:pt x="146" y="146"/>
                      <a:pt x="146" y="0"/>
                      <a:pt x="0" y="0"/>
                    </a:cubicBezTo>
                    <a:cubicBezTo>
                      <a:pt x="0" y="0"/>
                      <a:pt x="146" y="146"/>
                      <a:pt x="292" y="146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71" name="Freeform: Shape 587">
                <a:extLst>
                  <a:ext uri="{FF2B5EF4-FFF2-40B4-BE49-F238E27FC236}">
                    <a16:creationId xmlns:a16="http://schemas.microsoft.com/office/drawing/2014/main" id="{32D70CFC-AC77-8FDF-C0A3-84F00A955D53}"/>
                  </a:ext>
                </a:extLst>
              </p:cNvPr>
              <p:cNvSpPr/>
              <p:nvPr/>
            </p:nvSpPr>
            <p:spPr>
              <a:xfrm>
                <a:off x="10742372" y="5166598"/>
                <a:ext cx="14584" cy="14584"/>
              </a:xfrm>
              <a:custGeom>
                <a:avLst/>
                <a:gdLst>
                  <a:gd name="connsiteX0" fmla="*/ 292 w 0"/>
                  <a:gd name="connsiteY0" fmla="*/ 292 h 0"/>
                  <a:gd name="connsiteX1" fmla="*/ 0 w 0"/>
                  <a:gd name="connsiteY1" fmla="*/ 0 h 0"/>
                  <a:gd name="connsiteX2" fmla="*/ 292 w 0"/>
                  <a:gd name="connsiteY2" fmla="*/ 29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92" y="292"/>
                    </a:moveTo>
                    <a:cubicBezTo>
                      <a:pt x="146" y="146"/>
                      <a:pt x="146" y="0"/>
                      <a:pt x="0" y="0"/>
                    </a:cubicBezTo>
                    <a:cubicBezTo>
                      <a:pt x="146" y="0"/>
                      <a:pt x="292" y="146"/>
                      <a:pt x="292" y="292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72" name="Freeform: Shape 588">
                <a:extLst>
                  <a:ext uri="{FF2B5EF4-FFF2-40B4-BE49-F238E27FC236}">
                    <a16:creationId xmlns:a16="http://schemas.microsoft.com/office/drawing/2014/main" id="{43958F79-C8F1-A9B6-1008-9395F3BFBA85}"/>
                  </a:ext>
                </a:extLst>
              </p:cNvPr>
              <p:cNvSpPr/>
              <p:nvPr/>
            </p:nvSpPr>
            <p:spPr>
              <a:xfrm>
                <a:off x="10744413" y="5168494"/>
                <a:ext cx="14584" cy="14584"/>
              </a:xfrm>
              <a:custGeom>
                <a:avLst/>
                <a:gdLst>
                  <a:gd name="connsiteX0" fmla="*/ 292 w 0"/>
                  <a:gd name="connsiteY0" fmla="*/ 292 h 0"/>
                  <a:gd name="connsiteX1" fmla="*/ 0 w 0"/>
                  <a:gd name="connsiteY1" fmla="*/ 0 h 0"/>
                  <a:gd name="connsiteX2" fmla="*/ 292 w 0"/>
                  <a:gd name="connsiteY2" fmla="*/ 29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92" y="292"/>
                    </a:moveTo>
                    <a:cubicBezTo>
                      <a:pt x="146" y="146"/>
                      <a:pt x="0" y="146"/>
                      <a:pt x="0" y="0"/>
                    </a:cubicBezTo>
                    <a:cubicBezTo>
                      <a:pt x="0" y="0"/>
                      <a:pt x="146" y="146"/>
                      <a:pt x="292" y="292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97" name="Freeform: Shape 589">
                <a:extLst>
                  <a:ext uri="{FF2B5EF4-FFF2-40B4-BE49-F238E27FC236}">
                    <a16:creationId xmlns:a16="http://schemas.microsoft.com/office/drawing/2014/main" id="{82618FF3-9E3C-B865-76ED-042C0FBEAFE1}"/>
                  </a:ext>
                </a:extLst>
              </p:cNvPr>
              <p:cNvSpPr/>
              <p:nvPr/>
            </p:nvSpPr>
            <p:spPr>
              <a:xfrm>
                <a:off x="10743393" y="5167619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292 w 0"/>
                  <a:gd name="connsiteY1" fmla="*/ 292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146" y="146"/>
                      <a:pt x="292" y="292"/>
                      <a:pt x="292" y="292"/>
                    </a:cubicBezTo>
                    <a:cubicBezTo>
                      <a:pt x="146" y="146"/>
                      <a:pt x="146" y="0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98" name="Freeform: Shape 590">
                <a:extLst>
                  <a:ext uri="{FF2B5EF4-FFF2-40B4-BE49-F238E27FC236}">
                    <a16:creationId xmlns:a16="http://schemas.microsoft.com/office/drawing/2014/main" id="{E97968DE-A59C-C5EE-20BC-4B7DA6342F8B}"/>
                  </a:ext>
                </a:extLst>
              </p:cNvPr>
              <p:cNvSpPr/>
              <p:nvPr/>
            </p:nvSpPr>
            <p:spPr>
              <a:xfrm>
                <a:off x="10012015" y="4993926"/>
                <a:ext cx="758357" cy="1006281"/>
              </a:xfrm>
              <a:custGeom>
                <a:avLst/>
                <a:gdLst>
                  <a:gd name="connsiteX0" fmla="*/ 761420 w 758356"/>
                  <a:gd name="connsiteY0" fmla="*/ 14001 h 1006281"/>
                  <a:gd name="connsiteX1" fmla="*/ 739544 w 758356"/>
                  <a:gd name="connsiteY1" fmla="*/ 0 h 1006281"/>
                  <a:gd name="connsiteX2" fmla="*/ 718252 w 758356"/>
                  <a:gd name="connsiteY2" fmla="*/ 25084 h 1006281"/>
                  <a:gd name="connsiteX3" fmla="*/ 718252 w 758356"/>
                  <a:gd name="connsiteY3" fmla="*/ 71898 h 1006281"/>
                  <a:gd name="connsiteX4" fmla="*/ 671438 w 758356"/>
                  <a:gd name="connsiteY4" fmla="*/ 103691 h 1006281"/>
                  <a:gd name="connsiteX5" fmla="*/ 618936 w 758356"/>
                  <a:gd name="connsiteY5" fmla="*/ 118712 h 1006281"/>
                  <a:gd name="connsiteX6" fmla="*/ 575768 w 758356"/>
                  <a:gd name="connsiteY6" fmla="*/ 114920 h 1006281"/>
                  <a:gd name="connsiteX7" fmla="*/ 523266 w 758356"/>
                  <a:gd name="connsiteY7" fmla="*/ 114920 h 1006281"/>
                  <a:gd name="connsiteX8" fmla="*/ 502703 w 758356"/>
                  <a:gd name="connsiteY8" fmla="*/ 92461 h 1006281"/>
                  <a:gd name="connsiteX9" fmla="*/ 459535 w 758356"/>
                  <a:gd name="connsiteY9" fmla="*/ 92461 h 1006281"/>
                  <a:gd name="connsiteX10" fmla="*/ 423951 w 758356"/>
                  <a:gd name="connsiteY10" fmla="*/ 141171 h 1006281"/>
                  <a:gd name="connsiteX11" fmla="*/ 311510 w 758356"/>
                  <a:gd name="connsiteY11" fmla="*/ 165526 h 1006281"/>
                  <a:gd name="connsiteX12" fmla="*/ 283217 w 758356"/>
                  <a:gd name="connsiteY12" fmla="*/ 185068 h 1006281"/>
                  <a:gd name="connsiteX13" fmla="*/ 277092 w 758356"/>
                  <a:gd name="connsiteY13" fmla="*/ 203444 h 1006281"/>
                  <a:gd name="connsiteX14" fmla="*/ 240487 w 758356"/>
                  <a:gd name="connsiteY14" fmla="*/ 223278 h 1006281"/>
                  <a:gd name="connsiteX15" fmla="*/ 200819 w 758356"/>
                  <a:gd name="connsiteY15" fmla="*/ 220215 h 1006281"/>
                  <a:gd name="connsiteX16" fmla="*/ 170193 w 758356"/>
                  <a:gd name="connsiteY16" fmla="*/ 249237 h 1006281"/>
                  <a:gd name="connsiteX17" fmla="*/ 156484 w 758356"/>
                  <a:gd name="connsiteY17" fmla="*/ 281321 h 1006281"/>
                  <a:gd name="connsiteX18" fmla="*/ 116816 w 758356"/>
                  <a:gd name="connsiteY18" fmla="*/ 284384 h 1006281"/>
                  <a:gd name="connsiteX19" fmla="*/ 77148 w 758356"/>
                  <a:gd name="connsiteY19" fmla="*/ 299697 h 1006281"/>
                  <a:gd name="connsiteX20" fmla="*/ 78607 w 758356"/>
                  <a:gd name="connsiteY20" fmla="*/ 347094 h 1006281"/>
                  <a:gd name="connsiteX21" fmla="*/ 66357 w 758356"/>
                  <a:gd name="connsiteY21" fmla="*/ 406742 h 1006281"/>
                  <a:gd name="connsiteX22" fmla="*/ 60231 w 758356"/>
                  <a:gd name="connsiteY22" fmla="*/ 432701 h 1006281"/>
                  <a:gd name="connsiteX23" fmla="*/ 35730 w 758356"/>
                  <a:gd name="connsiteY23" fmla="*/ 444951 h 1006281"/>
                  <a:gd name="connsiteX24" fmla="*/ 0 w 758356"/>
                  <a:gd name="connsiteY24" fmla="*/ 525746 h 1006281"/>
                  <a:gd name="connsiteX25" fmla="*/ 3646 w 758356"/>
                  <a:gd name="connsiteY25" fmla="*/ 530558 h 1006281"/>
                  <a:gd name="connsiteX26" fmla="*/ 61690 w 758356"/>
                  <a:gd name="connsiteY26" fmla="*/ 584081 h 1006281"/>
                  <a:gd name="connsiteX27" fmla="*/ 115212 w 758356"/>
                  <a:gd name="connsiteY27" fmla="*/ 599394 h 1006281"/>
                  <a:gd name="connsiteX28" fmla="*/ 133588 w 758356"/>
                  <a:gd name="connsiteY28" fmla="*/ 594873 h 1006281"/>
                  <a:gd name="connsiteX29" fmla="*/ 156484 w 758356"/>
                  <a:gd name="connsiteY29" fmla="*/ 613248 h 1006281"/>
                  <a:gd name="connsiteX30" fmla="*/ 155026 w 758356"/>
                  <a:gd name="connsiteY30" fmla="*/ 622436 h 1006281"/>
                  <a:gd name="connsiteX31" fmla="*/ 121483 w 758356"/>
                  <a:gd name="connsiteY31" fmla="*/ 622436 h 1006281"/>
                  <a:gd name="connsiteX32" fmla="*/ 107774 w 758356"/>
                  <a:gd name="connsiteY32" fmla="*/ 622436 h 1006281"/>
                  <a:gd name="connsiteX33" fmla="*/ 98587 w 758356"/>
                  <a:gd name="connsiteY33" fmla="*/ 628561 h 1006281"/>
                  <a:gd name="connsiteX34" fmla="*/ 100045 w 758356"/>
                  <a:gd name="connsiteY34" fmla="*/ 645333 h 1006281"/>
                  <a:gd name="connsiteX35" fmla="*/ 116816 w 758356"/>
                  <a:gd name="connsiteY35" fmla="*/ 651458 h 1006281"/>
                  <a:gd name="connsiteX36" fmla="*/ 141317 w 758356"/>
                  <a:gd name="connsiteY36" fmla="*/ 672896 h 1006281"/>
                  <a:gd name="connsiteX37" fmla="*/ 156630 w 758356"/>
                  <a:gd name="connsiteY37" fmla="*/ 708043 h 1006281"/>
                  <a:gd name="connsiteX38" fmla="*/ 170339 w 758356"/>
                  <a:gd name="connsiteY38" fmla="*/ 712564 h 1006281"/>
                  <a:gd name="connsiteX39" fmla="*/ 197902 w 758356"/>
                  <a:gd name="connsiteY39" fmla="*/ 697251 h 1006281"/>
                  <a:gd name="connsiteX40" fmla="*/ 237570 w 758356"/>
                  <a:gd name="connsiteY40" fmla="*/ 698709 h 1006281"/>
                  <a:gd name="connsiteX41" fmla="*/ 275779 w 758356"/>
                  <a:gd name="connsiteY41" fmla="*/ 698709 h 1006281"/>
                  <a:gd name="connsiteX42" fmla="*/ 281905 w 758356"/>
                  <a:gd name="connsiteY42" fmla="*/ 688063 h 1006281"/>
                  <a:gd name="connsiteX43" fmla="*/ 298676 w 758356"/>
                  <a:gd name="connsiteY43" fmla="*/ 683542 h 1006281"/>
                  <a:gd name="connsiteX44" fmla="*/ 317052 w 758356"/>
                  <a:gd name="connsiteY44" fmla="*/ 686605 h 1006281"/>
                  <a:gd name="connsiteX45" fmla="*/ 332365 w 758356"/>
                  <a:gd name="connsiteY45" fmla="*/ 682084 h 1006281"/>
                  <a:gd name="connsiteX46" fmla="*/ 338490 w 758356"/>
                  <a:gd name="connsiteY46" fmla="*/ 672896 h 1006281"/>
                  <a:gd name="connsiteX47" fmla="*/ 369116 w 758356"/>
                  <a:gd name="connsiteY47" fmla="*/ 671438 h 1006281"/>
                  <a:gd name="connsiteX48" fmla="*/ 407326 w 758356"/>
                  <a:gd name="connsiteY48" fmla="*/ 682084 h 1006281"/>
                  <a:gd name="connsiteX49" fmla="*/ 422638 w 758356"/>
                  <a:gd name="connsiteY49" fmla="*/ 683542 h 1006281"/>
                  <a:gd name="connsiteX50" fmla="*/ 433285 w 758356"/>
                  <a:gd name="connsiteY50" fmla="*/ 697251 h 1006281"/>
                  <a:gd name="connsiteX51" fmla="*/ 427159 w 758356"/>
                  <a:gd name="connsiteY51" fmla="*/ 703376 h 1006281"/>
                  <a:gd name="connsiteX52" fmla="*/ 413450 w 758356"/>
                  <a:gd name="connsiteY52" fmla="*/ 707897 h 1006281"/>
                  <a:gd name="connsiteX53" fmla="*/ 417971 w 758356"/>
                  <a:gd name="connsiteY53" fmla="*/ 720147 h 1006281"/>
                  <a:gd name="connsiteX54" fmla="*/ 419430 w 758356"/>
                  <a:gd name="connsiteY54" fmla="*/ 727731 h 1006281"/>
                  <a:gd name="connsiteX55" fmla="*/ 407180 w 758356"/>
                  <a:gd name="connsiteY55" fmla="*/ 738377 h 1006281"/>
                  <a:gd name="connsiteX56" fmla="*/ 394929 w 758356"/>
                  <a:gd name="connsiteY56" fmla="*/ 741440 h 1006281"/>
                  <a:gd name="connsiteX57" fmla="*/ 344469 w 758356"/>
                  <a:gd name="connsiteY57" fmla="*/ 732252 h 1006281"/>
                  <a:gd name="connsiteX58" fmla="*/ 309322 w 758356"/>
                  <a:gd name="connsiteY58" fmla="*/ 716939 h 1006281"/>
                  <a:gd name="connsiteX59" fmla="*/ 295614 w 758356"/>
                  <a:gd name="connsiteY59" fmla="*/ 712418 h 1006281"/>
                  <a:gd name="connsiteX60" fmla="*/ 271113 w 758356"/>
                  <a:gd name="connsiteY60" fmla="*/ 710960 h 1006281"/>
                  <a:gd name="connsiteX61" fmla="*/ 260467 w 758356"/>
                  <a:gd name="connsiteY61" fmla="*/ 710960 h 1006281"/>
                  <a:gd name="connsiteX62" fmla="*/ 242091 w 758356"/>
                  <a:gd name="connsiteY62" fmla="*/ 730794 h 1006281"/>
                  <a:gd name="connsiteX63" fmla="*/ 223715 w 758356"/>
                  <a:gd name="connsiteY63" fmla="*/ 739982 h 1006281"/>
                  <a:gd name="connsiteX64" fmla="*/ 190173 w 758356"/>
                  <a:gd name="connsiteY64" fmla="*/ 739982 h 1006281"/>
                  <a:gd name="connsiteX65" fmla="*/ 185652 w 758356"/>
                  <a:gd name="connsiteY65" fmla="*/ 784316 h 1006281"/>
                  <a:gd name="connsiteX66" fmla="*/ 175005 w 758356"/>
                  <a:gd name="connsiteY66" fmla="*/ 785774 h 1006281"/>
                  <a:gd name="connsiteX67" fmla="*/ 162755 w 758356"/>
                  <a:gd name="connsiteY67" fmla="*/ 794962 h 1006281"/>
                  <a:gd name="connsiteX68" fmla="*/ 236112 w 758356"/>
                  <a:gd name="connsiteY68" fmla="*/ 820921 h 1006281"/>
                  <a:gd name="connsiteX69" fmla="*/ 243695 w 758356"/>
                  <a:gd name="connsiteY69" fmla="*/ 859131 h 1006281"/>
                  <a:gd name="connsiteX70" fmla="*/ 262071 w 758356"/>
                  <a:gd name="connsiteY70" fmla="*/ 889757 h 1006281"/>
                  <a:gd name="connsiteX71" fmla="*/ 257550 w 758356"/>
                  <a:gd name="connsiteY71" fmla="*/ 918779 h 1006281"/>
                  <a:gd name="connsiteX72" fmla="*/ 260613 w 758356"/>
                  <a:gd name="connsiteY72" fmla="*/ 934092 h 1006281"/>
                  <a:gd name="connsiteX73" fmla="*/ 301885 w 758356"/>
                  <a:gd name="connsiteY73" fmla="*/ 963113 h 1006281"/>
                  <a:gd name="connsiteX74" fmla="*/ 309468 w 758356"/>
                  <a:gd name="connsiteY74" fmla="*/ 963113 h 1006281"/>
                  <a:gd name="connsiteX75" fmla="*/ 315593 w 758356"/>
                  <a:gd name="connsiteY75" fmla="*/ 944738 h 1006281"/>
                  <a:gd name="connsiteX76" fmla="*/ 315593 w 758356"/>
                  <a:gd name="connsiteY76" fmla="*/ 912654 h 1006281"/>
                  <a:gd name="connsiteX77" fmla="*/ 344615 w 758356"/>
                  <a:gd name="connsiteY77" fmla="*/ 915716 h 1006281"/>
                  <a:gd name="connsiteX78" fmla="*/ 349136 w 758356"/>
                  <a:gd name="connsiteY78" fmla="*/ 937154 h 1006281"/>
                  <a:gd name="connsiteX79" fmla="*/ 372033 w 758356"/>
                  <a:gd name="connsiteY79" fmla="*/ 949405 h 1006281"/>
                  <a:gd name="connsiteX80" fmla="*/ 373491 w 758356"/>
                  <a:gd name="connsiteY80" fmla="*/ 998260 h 1006281"/>
                  <a:gd name="connsiteX81" fmla="*/ 399450 w 758356"/>
                  <a:gd name="connsiteY81" fmla="*/ 1010511 h 1006281"/>
                  <a:gd name="connsiteX82" fmla="*/ 399450 w 758356"/>
                  <a:gd name="connsiteY82" fmla="*/ 958592 h 1006281"/>
                  <a:gd name="connsiteX83" fmla="*/ 410096 w 758356"/>
                  <a:gd name="connsiteY83" fmla="*/ 937154 h 1006281"/>
                  <a:gd name="connsiteX84" fmla="*/ 425409 w 758356"/>
                  <a:gd name="connsiteY84" fmla="*/ 938613 h 1006281"/>
                  <a:gd name="connsiteX85" fmla="*/ 434597 w 758356"/>
                  <a:gd name="connsiteY85" fmla="*/ 952322 h 1006281"/>
                  <a:gd name="connsiteX86" fmla="*/ 451368 w 758356"/>
                  <a:gd name="connsiteY86" fmla="*/ 973760 h 1006281"/>
                  <a:gd name="connsiteX87" fmla="*/ 483453 w 758356"/>
                  <a:gd name="connsiteY87" fmla="*/ 982947 h 1006281"/>
                  <a:gd name="connsiteX88" fmla="*/ 478932 w 758356"/>
                  <a:gd name="connsiteY88" fmla="*/ 967634 h 1006281"/>
                  <a:gd name="connsiteX89" fmla="*/ 474411 w 758356"/>
                  <a:gd name="connsiteY89" fmla="*/ 923299 h 1006281"/>
                  <a:gd name="connsiteX90" fmla="*/ 446847 w 758356"/>
                  <a:gd name="connsiteY90" fmla="*/ 878965 h 1006281"/>
                  <a:gd name="connsiteX91" fmla="*/ 402513 w 758356"/>
                  <a:gd name="connsiteY91" fmla="*/ 823984 h 1006281"/>
                  <a:gd name="connsiteX92" fmla="*/ 411700 w 758356"/>
                  <a:gd name="connsiteY92" fmla="*/ 798025 h 1006281"/>
                  <a:gd name="connsiteX93" fmla="*/ 439264 w 758356"/>
                  <a:gd name="connsiteY93" fmla="*/ 810275 h 1006281"/>
                  <a:gd name="connsiteX94" fmla="*/ 454577 w 758356"/>
                  <a:gd name="connsiteY94" fmla="*/ 817859 h 1006281"/>
                  <a:gd name="connsiteX95" fmla="*/ 456035 w 758356"/>
                  <a:gd name="connsiteY95" fmla="*/ 834630 h 1006281"/>
                  <a:gd name="connsiteX96" fmla="*/ 481994 w 758356"/>
                  <a:gd name="connsiteY96" fmla="*/ 828505 h 1006281"/>
                  <a:gd name="connsiteX97" fmla="*/ 520204 w 758356"/>
                  <a:gd name="connsiteY97" fmla="*/ 807067 h 1006281"/>
                  <a:gd name="connsiteX98" fmla="*/ 494245 w 758356"/>
                  <a:gd name="connsiteY98" fmla="*/ 787233 h 1006281"/>
                  <a:gd name="connsiteX99" fmla="*/ 481994 w 758356"/>
                  <a:gd name="connsiteY99" fmla="*/ 791754 h 1006281"/>
                  <a:gd name="connsiteX100" fmla="*/ 480536 w 758356"/>
                  <a:gd name="connsiteY100" fmla="*/ 797879 h 1006281"/>
                  <a:gd name="connsiteX101" fmla="*/ 463765 w 758356"/>
                  <a:gd name="connsiteY101" fmla="*/ 794816 h 1006281"/>
                  <a:gd name="connsiteX102" fmla="*/ 460702 w 758356"/>
                  <a:gd name="connsiteY102" fmla="*/ 788691 h 1006281"/>
                  <a:gd name="connsiteX103" fmla="*/ 453118 w 758356"/>
                  <a:gd name="connsiteY103" fmla="*/ 767253 h 1006281"/>
                  <a:gd name="connsiteX104" fmla="*/ 453118 w 758356"/>
                  <a:gd name="connsiteY104" fmla="*/ 755003 h 1006281"/>
                  <a:gd name="connsiteX105" fmla="*/ 434743 w 758356"/>
                  <a:gd name="connsiteY105" fmla="*/ 751940 h 1006281"/>
                  <a:gd name="connsiteX106" fmla="*/ 434743 w 758356"/>
                  <a:gd name="connsiteY106" fmla="*/ 732106 h 1006281"/>
                  <a:gd name="connsiteX107" fmla="*/ 465369 w 758356"/>
                  <a:gd name="connsiteY107" fmla="*/ 716793 h 1006281"/>
                  <a:gd name="connsiteX108" fmla="*/ 482140 w 758356"/>
                  <a:gd name="connsiteY108" fmla="*/ 706147 h 1006281"/>
                  <a:gd name="connsiteX109" fmla="*/ 511162 w 758356"/>
                  <a:gd name="connsiteY109" fmla="*/ 718397 h 1006281"/>
                  <a:gd name="connsiteX110" fmla="*/ 524871 w 758356"/>
                  <a:gd name="connsiteY110" fmla="*/ 733710 h 1006281"/>
                  <a:gd name="connsiteX111" fmla="*/ 558413 w 758356"/>
                  <a:gd name="connsiteY111" fmla="*/ 739836 h 1006281"/>
                  <a:gd name="connsiteX112" fmla="*/ 570664 w 758356"/>
                  <a:gd name="connsiteY112" fmla="*/ 745961 h 1006281"/>
                  <a:gd name="connsiteX113" fmla="*/ 556955 w 758356"/>
                  <a:gd name="connsiteY113" fmla="*/ 716939 h 1006281"/>
                  <a:gd name="connsiteX114" fmla="*/ 541642 w 758356"/>
                  <a:gd name="connsiteY114" fmla="*/ 687917 h 1006281"/>
                  <a:gd name="connsiteX115" fmla="*/ 547767 w 758356"/>
                  <a:gd name="connsiteY115" fmla="*/ 666479 h 1006281"/>
                  <a:gd name="connsiteX116" fmla="*/ 524871 w 758356"/>
                  <a:gd name="connsiteY116" fmla="*/ 652770 h 1006281"/>
                  <a:gd name="connsiteX117" fmla="*/ 503433 w 758356"/>
                  <a:gd name="connsiteY117" fmla="*/ 640520 h 1006281"/>
                  <a:gd name="connsiteX118" fmla="*/ 503287 w 758356"/>
                  <a:gd name="connsiteY118" fmla="*/ 640228 h 1006281"/>
                  <a:gd name="connsiteX119" fmla="*/ 540913 w 758356"/>
                  <a:gd name="connsiteY119" fmla="*/ 631332 h 1006281"/>
                  <a:gd name="connsiteX120" fmla="*/ 563809 w 758356"/>
                  <a:gd name="connsiteY120" fmla="*/ 681792 h 1006281"/>
                  <a:gd name="connsiteX121" fmla="*/ 607415 w 758356"/>
                  <a:gd name="connsiteY121" fmla="*/ 688646 h 1006281"/>
                  <a:gd name="connsiteX122" fmla="*/ 627978 w 758356"/>
                  <a:gd name="connsiteY122" fmla="*/ 684125 h 1006281"/>
                  <a:gd name="connsiteX123" fmla="*/ 623457 w 758356"/>
                  <a:gd name="connsiteY123" fmla="*/ 668083 h 1006281"/>
                  <a:gd name="connsiteX124" fmla="*/ 579852 w 758356"/>
                  <a:gd name="connsiteY124" fmla="*/ 656562 h 1006281"/>
                  <a:gd name="connsiteX125" fmla="*/ 559288 w 758356"/>
                  <a:gd name="connsiteY125" fmla="*/ 587872 h 1006281"/>
                  <a:gd name="connsiteX126" fmla="*/ 538725 w 758356"/>
                  <a:gd name="connsiteY126" fmla="*/ 574164 h 1006281"/>
                  <a:gd name="connsiteX127" fmla="*/ 465369 w 758356"/>
                  <a:gd name="connsiteY127" fmla="*/ 567309 h 1006281"/>
                  <a:gd name="connsiteX128" fmla="*/ 465369 w 758356"/>
                  <a:gd name="connsiteY128" fmla="*/ 551267 h 1006281"/>
                  <a:gd name="connsiteX129" fmla="*/ 417242 w 758356"/>
                  <a:gd name="connsiteY129" fmla="*/ 546746 h 1006281"/>
                  <a:gd name="connsiteX130" fmla="*/ 389679 w 758356"/>
                  <a:gd name="connsiteY130" fmla="*/ 581164 h 1006281"/>
                  <a:gd name="connsiteX131" fmla="*/ 419430 w 758356"/>
                  <a:gd name="connsiteY131" fmla="*/ 583497 h 1006281"/>
                  <a:gd name="connsiteX132" fmla="*/ 490453 w 758356"/>
                  <a:gd name="connsiteY132" fmla="*/ 615582 h 1006281"/>
                  <a:gd name="connsiteX133" fmla="*/ 494828 w 758356"/>
                  <a:gd name="connsiteY133" fmla="*/ 631624 h 1006281"/>
                  <a:gd name="connsiteX134" fmla="*/ 466681 w 758356"/>
                  <a:gd name="connsiteY134" fmla="*/ 631624 h 1006281"/>
                  <a:gd name="connsiteX135" fmla="*/ 456035 w 758356"/>
                  <a:gd name="connsiteY135" fmla="*/ 631624 h 1006281"/>
                  <a:gd name="connsiteX136" fmla="*/ 440722 w 758356"/>
                  <a:gd name="connsiteY136" fmla="*/ 614852 h 1006281"/>
                  <a:gd name="connsiteX137" fmla="*/ 431534 w 758356"/>
                  <a:gd name="connsiteY137" fmla="*/ 608728 h 1006281"/>
                  <a:gd name="connsiteX138" fmla="*/ 423951 w 758356"/>
                  <a:gd name="connsiteY138" fmla="*/ 617915 h 1006281"/>
                  <a:gd name="connsiteX139" fmla="*/ 411700 w 758356"/>
                  <a:gd name="connsiteY139" fmla="*/ 617915 h 1006281"/>
                  <a:gd name="connsiteX140" fmla="*/ 404117 w 758356"/>
                  <a:gd name="connsiteY140" fmla="*/ 602602 h 1006281"/>
                  <a:gd name="connsiteX141" fmla="*/ 396533 w 758356"/>
                  <a:gd name="connsiteY141" fmla="*/ 599540 h 1006281"/>
                  <a:gd name="connsiteX142" fmla="*/ 355261 w 758356"/>
                  <a:gd name="connsiteY142" fmla="*/ 602602 h 1006281"/>
                  <a:gd name="connsiteX143" fmla="*/ 333823 w 758356"/>
                  <a:gd name="connsiteY143" fmla="*/ 598081 h 1006281"/>
                  <a:gd name="connsiteX144" fmla="*/ 333823 w 758356"/>
                  <a:gd name="connsiteY144" fmla="*/ 588893 h 1006281"/>
                  <a:gd name="connsiteX145" fmla="*/ 364449 w 758356"/>
                  <a:gd name="connsiteY145" fmla="*/ 565997 h 1006281"/>
                  <a:gd name="connsiteX146" fmla="*/ 376699 w 758356"/>
                  <a:gd name="connsiteY146" fmla="*/ 555351 h 1006281"/>
                  <a:gd name="connsiteX147" fmla="*/ 370574 w 758356"/>
                  <a:gd name="connsiteY147" fmla="*/ 527787 h 1006281"/>
                  <a:gd name="connsiteX148" fmla="*/ 367512 w 758356"/>
                  <a:gd name="connsiteY148" fmla="*/ 507954 h 1006281"/>
                  <a:gd name="connsiteX149" fmla="*/ 384283 w 758356"/>
                  <a:gd name="connsiteY149" fmla="*/ 495703 h 1006281"/>
                  <a:gd name="connsiteX150" fmla="*/ 397992 w 758356"/>
                  <a:gd name="connsiteY150" fmla="*/ 498766 h 1006281"/>
                  <a:gd name="connsiteX151" fmla="*/ 404117 w 758356"/>
                  <a:gd name="connsiteY151" fmla="*/ 515537 h 1006281"/>
                  <a:gd name="connsiteX152" fmla="*/ 402659 w 758356"/>
                  <a:gd name="connsiteY152" fmla="*/ 527787 h 1006281"/>
                  <a:gd name="connsiteX153" fmla="*/ 410242 w 758356"/>
                  <a:gd name="connsiteY153" fmla="*/ 527787 h 1006281"/>
                  <a:gd name="connsiteX154" fmla="*/ 427013 w 758356"/>
                  <a:gd name="connsiteY154" fmla="*/ 514078 h 1006281"/>
                  <a:gd name="connsiteX155" fmla="*/ 416367 w 758356"/>
                  <a:gd name="connsiteY155" fmla="*/ 486515 h 1006281"/>
                  <a:gd name="connsiteX156" fmla="*/ 387345 w 758356"/>
                  <a:gd name="connsiteY156" fmla="*/ 474265 h 1006281"/>
                  <a:gd name="connsiteX157" fmla="*/ 333823 w 758356"/>
                  <a:gd name="connsiteY157" fmla="*/ 431534 h 1006281"/>
                  <a:gd name="connsiteX158" fmla="*/ 295614 w 758356"/>
                  <a:gd name="connsiteY158" fmla="*/ 388804 h 1006281"/>
                  <a:gd name="connsiteX159" fmla="*/ 300135 w 758356"/>
                  <a:gd name="connsiteY159" fmla="*/ 304801 h 1006281"/>
                  <a:gd name="connsiteX160" fmla="*/ 319968 w 758356"/>
                  <a:gd name="connsiteY160" fmla="*/ 280300 h 1006281"/>
                  <a:gd name="connsiteX161" fmla="*/ 326094 w 758356"/>
                  <a:gd name="connsiteY161" fmla="*/ 280300 h 1006281"/>
                  <a:gd name="connsiteX162" fmla="*/ 333677 w 758356"/>
                  <a:gd name="connsiteY162" fmla="*/ 294009 h 1006281"/>
                  <a:gd name="connsiteX163" fmla="*/ 321427 w 758356"/>
                  <a:gd name="connsiteY163" fmla="*/ 312385 h 1006281"/>
                  <a:gd name="connsiteX164" fmla="*/ 335136 w 758356"/>
                  <a:gd name="connsiteY164" fmla="*/ 319968 h 1006281"/>
                  <a:gd name="connsiteX165" fmla="*/ 376408 w 758356"/>
                  <a:gd name="connsiteY165" fmla="*/ 333677 h 1006281"/>
                  <a:gd name="connsiteX166" fmla="*/ 409950 w 758356"/>
                  <a:gd name="connsiteY166" fmla="*/ 376407 h 1006281"/>
                  <a:gd name="connsiteX167" fmla="*/ 440577 w 758356"/>
                  <a:gd name="connsiteY167" fmla="*/ 379470 h 1006281"/>
                  <a:gd name="connsiteX168" fmla="*/ 454285 w 758356"/>
                  <a:gd name="connsiteY168" fmla="*/ 380928 h 1006281"/>
                  <a:gd name="connsiteX169" fmla="*/ 446701 w 758356"/>
                  <a:gd name="connsiteY169" fmla="*/ 371741 h 1006281"/>
                  <a:gd name="connsiteX170" fmla="*/ 422201 w 758356"/>
                  <a:gd name="connsiteY170" fmla="*/ 359490 h 1006281"/>
                  <a:gd name="connsiteX171" fmla="*/ 413013 w 758356"/>
                  <a:gd name="connsiteY171" fmla="*/ 356428 h 1006281"/>
                  <a:gd name="connsiteX172" fmla="*/ 397700 w 758356"/>
                  <a:gd name="connsiteY172" fmla="*/ 339657 h 1006281"/>
                  <a:gd name="connsiteX173" fmla="*/ 400763 w 758356"/>
                  <a:gd name="connsiteY173" fmla="*/ 325948 h 1006281"/>
                  <a:gd name="connsiteX174" fmla="*/ 411409 w 758356"/>
                  <a:gd name="connsiteY174" fmla="*/ 321427 h 1006281"/>
                  <a:gd name="connsiteX175" fmla="*/ 435910 w 758356"/>
                  <a:gd name="connsiteY175" fmla="*/ 325948 h 1006281"/>
                  <a:gd name="connsiteX176" fmla="*/ 452681 w 758356"/>
                  <a:gd name="connsiteY176" fmla="*/ 338198 h 1006281"/>
                  <a:gd name="connsiteX177" fmla="*/ 472515 w 758356"/>
                  <a:gd name="connsiteY177" fmla="*/ 359636 h 1006281"/>
                  <a:gd name="connsiteX178" fmla="*/ 481702 w 758356"/>
                  <a:gd name="connsiteY178" fmla="*/ 353511 h 1006281"/>
                  <a:gd name="connsiteX179" fmla="*/ 484765 w 758356"/>
                  <a:gd name="connsiteY179" fmla="*/ 342865 h 1006281"/>
                  <a:gd name="connsiteX180" fmla="*/ 466390 w 758356"/>
                  <a:gd name="connsiteY180" fmla="*/ 321427 h 1006281"/>
                  <a:gd name="connsiteX181" fmla="*/ 446556 w 758356"/>
                  <a:gd name="connsiteY181" fmla="*/ 309176 h 1006281"/>
                  <a:gd name="connsiteX182" fmla="*/ 452681 w 758356"/>
                  <a:gd name="connsiteY182" fmla="*/ 298530 h 1006281"/>
                  <a:gd name="connsiteX183" fmla="*/ 480244 w 758356"/>
                  <a:gd name="connsiteY183" fmla="*/ 299989 h 1006281"/>
                  <a:gd name="connsiteX184" fmla="*/ 510870 w 758356"/>
                  <a:gd name="connsiteY184" fmla="*/ 318364 h 1006281"/>
                  <a:gd name="connsiteX185" fmla="*/ 527642 w 758356"/>
                  <a:gd name="connsiteY185" fmla="*/ 325948 h 1006281"/>
                  <a:gd name="connsiteX186" fmla="*/ 532163 w 758356"/>
                  <a:gd name="connsiteY186" fmla="*/ 309176 h 1006281"/>
                  <a:gd name="connsiteX187" fmla="*/ 524579 w 758356"/>
                  <a:gd name="connsiteY187" fmla="*/ 301593 h 1006281"/>
                  <a:gd name="connsiteX188" fmla="*/ 513933 w 758356"/>
                  <a:gd name="connsiteY188" fmla="*/ 292405 h 1006281"/>
                  <a:gd name="connsiteX189" fmla="*/ 481848 w 758356"/>
                  <a:gd name="connsiteY189" fmla="*/ 281759 h 1006281"/>
                  <a:gd name="connsiteX190" fmla="*/ 455889 w 758356"/>
                  <a:gd name="connsiteY190" fmla="*/ 275633 h 1006281"/>
                  <a:gd name="connsiteX191" fmla="*/ 436056 w 758356"/>
                  <a:gd name="connsiteY191" fmla="*/ 261925 h 1006281"/>
                  <a:gd name="connsiteX192" fmla="*/ 426868 w 758356"/>
                  <a:gd name="connsiteY192" fmla="*/ 242091 h 1006281"/>
                  <a:gd name="connsiteX193" fmla="*/ 423805 w 758356"/>
                  <a:gd name="connsiteY193" fmla="*/ 231445 h 1006281"/>
                  <a:gd name="connsiteX194" fmla="*/ 468140 w 758356"/>
                  <a:gd name="connsiteY194" fmla="*/ 234508 h 1006281"/>
                  <a:gd name="connsiteX195" fmla="*/ 495703 w 758356"/>
                  <a:gd name="connsiteY195" fmla="*/ 200965 h 1006281"/>
                  <a:gd name="connsiteX196" fmla="*/ 526329 w 758356"/>
                  <a:gd name="connsiteY196" fmla="*/ 182589 h 1006281"/>
                  <a:gd name="connsiteX197" fmla="*/ 538580 w 758356"/>
                  <a:gd name="connsiteY197" fmla="*/ 193235 h 1006281"/>
                  <a:gd name="connsiteX198" fmla="*/ 556955 w 758356"/>
                  <a:gd name="connsiteY198" fmla="*/ 190173 h 1006281"/>
                  <a:gd name="connsiteX199" fmla="*/ 595164 w 758356"/>
                  <a:gd name="connsiteY199" fmla="*/ 161151 h 1006281"/>
                  <a:gd name="connsiteX200" fmla="*/ 723502 w 758356"/>
                  <a:gd name="connsiteY200" fmla="*/ 162609 h 1006281"/>
                  <a:gd name="connsiteX201" fmla="*/ 723648 w 758356"/>
                  <a:gd name="connsiteY201" fmla="*/ 163047 h 1006281"/>
                  <a:gd name="connsiteX202" fmla="*/ 741732 w 758356"/>
                  <a:gd name="connsiteY202" fmla="*/ 104566 h 1006281"/>
                  <a:gd name="connsiteX203" fmla="*/ 737211 w 758356"/>
                  <a:gd name="connsiteY203" fmla="*/ 69419 h 1006281"/>
                  <a:gd name="connsiteX204" fmla="*/ 763170 w 758356"/>
                  <a:gd name="connsiteY204" fmla="*/ 38793 h 1006281"/>
                  <a:gd name="connsiteX205" fmla="*/ 761420 w 758356"/>
                  <a:gd name="connsiteY205" fmla="*/ 14001 h 100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</a:cxnLst>
                <a:rect l="l" t="t" r="r" b="b"/>
                <a:pathLst>
                  <a:path w="758356" h="1006281">
                    <a:moveTo>
                      <a:pt x="761420" y="14001"/>
                    </a:moveTo>
                    <a:lnTo>
                      <a:pt x="739544" y="0"/>
                    </a:lnTo>
                    <a:lnTo>
                      <a:pt x="718252" y="25084"/>
                    </a:lnTo>
                    <a:cubicBezTo>
                      <a:pt x="718252" y="25084"/>
                      <a:pt x="718252" y="60669"/>
                      <a:pt x="718252" y="71898"/>
                    </a:cubicBezTo>
                    <a:cubicBezTo>
                      <a:pt x="718252" y="83128"/>
                      <a:pt x="680772" y="96253"/>
                      <a:pt x="671438" y="103691"/>
                    </a:cubicBezTo>
                    <a:cubicBezTo>
                      <a:pt x="662104" y="111128"/>
                      <a:pt x="618936" y="118712"/>
                      <a:pt x="618936" y="118712"/>
                    </a:cubicBezTo>
                    <a:lnTo>
                      <a:pt x="575768" y="114920"/>
                    </a:lnTo>
                    <a:lnTo>
                      <a:pt x="523266" y="114920"/>
                    </a:lnTo>
                    <a:lnTo>
                      <a:pt x="502703" y="92461"/>
                    </a:lnTo>
                    <a:lnTo>
                      <a:pt x="459535" y="92461"/>
                    </a:lnTo>
                    <a:lnTo>
                      <a:pt x="423951" y="141171"/>
                    </a:lnTo>
                    <a:lnTo>
                      <a:pt x="311510" y="165526"/>
                    </a:lnTo>
                    <a:lnTo>
                      <a:pt x="283217" y="185068"/>
                    </a:lnTo>
                    <a:lnTo>
                      <a:pt x="277092" y="203444"/>
                    </a:lnTo>
                    <a:lnTo>
                      <a:pt x="240487" y="223278"/>
                    </a:lnTo>
                    <a:lnTo>
                      <a:pt x="200819" y="220215"/>
                    </a:lnTo>
                    <a:lnTo>
                      <a:pt x="170193" y="249237"/>
                    </a:lnTo>
                    <a:cubicBezTo>
                      <a:pt x="170193" y="249237"/>
                      <a:pt x="162610" y="279863"/>
                      <a:pt x="156484" y="281321"/>
                    </a:cubicBezTo>
                    <a:cubicBezTo>
                      <a:pt x="150359" y="282780"/>
                      <a:pt x="116816" y="284384"/>
                      <a:pt x="116816" y="284384"/>
                    </a:cubicBezTo>
                    <a:lnTo>
                      <a:pt x="77148" y="299697"/>
                    </a:lnTo>
                    <a:lnTo>
                      <a:pt x="78607" y="347094"/>
                    </a:lnTo>
                    <a:lnTo>
                      <a:pt x="66357" y="406742"/>
                    </a:lnTo>
                    <a:lnTo>
                      <a:pt x="60231" y="432701"/>
                    </a:lnTo>
                    <a:lnTo>
                      <a:pt x="35730" y="444951"/>
                    </a:lnTo>
                    <a:lnTo>
                      <a:pt x="0" y="525746"/>
                    </a:lnTo>
                    <a:cubicBezTo>
                      <a:pt x="1312" y="527787"/>
                      <a:pt x="2625" y="529392"/>
                      <a:pt x="3646" y="530558"/>
                    </a:cubicBezTo>
                    <a:cubicBezTo>
                      <a:pt x="8167" y="535079"/>
                      <a:pt x="61690" y="584081"/>
                      <a:pt x="61690" y="584081"/>
                    </a:cubicBezTo>
                    <a:lnTo>
                      <a:pt x="115212" y="599394"/>
                    </a:lnTo>
                    <a:lnTo>
                      <a:pt x="133588" y="594873"/>
                    </a:lnTo>
                    <a:cubicBezTo>
                      <a:pt x="133588" y="594873"/>
                      <a:pt x="156484" y="608582"/>
                      <a:pt x="156484" y="613248"/>
                    </a:cubicBezTo>
                    <a:cubicBezTo>
                      <a:pt x="156484" y="617769"/>
                      <a:pt x="161005" y="622436"/>
                      <a:pt x="155026" y="622436"/>
                    </a:cubicBezTo>
                    <a:cubicBezTo>
                      <a:pt x="148901" y="622436"/>
                      <a:pt x="121483" y="622436"/>
                      <a:pt x="121483" y="622436"/>
                    </a:cubicBezTo>
                    <a:lnTo>
                      <a:pt x="107774" y="622436"/>
                    </a:lnTo>
                    <a:lnTo>
                      <a:pt x="98587" y="628561"/>
                    </a:lnTo>
                    <a:cubicBezTo>
                      <a:pt x="98587" y="628561"/>
                      <a:pt x="83274" y="639208"/>
                      <a:pt x="100045" y="645333"/>
                    </a:cubicBezTo>
                    <a:cubicBezTo>
                      <a:pt x="116816" y="651458"/>
                      <a:pt x="116816" y="651458"/>
                      <a:pt x="116816" y="651458"/>
                    </a:cubicBezTo>
                    <a:cubicBezTo>
                      <a:pt x="116816" y="651458"/>
                      <a:pt x="139713" y="666771"/>
                      <a:pt x="141317" y="672896"/>
                    </a:cubicBezTo>
                    <a:cubicBezTo>
                      <a:pt x="142775" y="679021"/>
                      <a:pt x="156630" y="708043"/>
                      <a:pt x="156630" y="708043"/>
                    </a:cubicBezTo>
                    <a:lnTo>
                      <a:pt x="170339" y="712564"/>
                    </a:lnTo>
                    <a:cubicBezTo>
                      <a:pt x="170339" y="712564"/>
                      <a:pt x="187110" y="697251"/>
                      <a:pt x="197902" y="697251"/>
                    </a:cubicBezTo>
                    <a:cubicBezTo>
                      <a:pt x="208548" y="697251"/>
                      <a:pt x="231445" y="698709"/>
                      <a:pt x="237570" y="698709"/>
                    </a:cubicBezTo>
                    <a:cubicBezTo>
                      <a:pt x="243695" y="698709"/>
                      <a:pt x="272717" y="703230"/>
                      <a:pt x="275779" y="698709"/>
                    </a:cubicBezTo>
                    <a:cubicBezTo>
                      <a:pt x="278842" y="694188"/>
                      <a:pt x="281905" y="688063"/>
                      <a:pt x="281905" y="688063"/>
                    </a:cubicBezTo>
                    <a:lnTo>
                      <a:pt x="298676" y="683542"/>
                    </a:lnTo>
                    <a:lnTo>
                      <a:pt x="317052" y="686605"/>
                    </a:lnTo>
                    <a:lnTo>
                      <a:pt x="332365" y="682084"/>
                    </a:lnTo>
                    <a:lnTo>
                      <a:pt x="338490" y="672896"/>
                    </a:lnTo>
                    <a:lnTo>
                      <a:pt x="369116" y="671438"/>
                    </a:lnTo>
                    <a:lnTo>
                      <a:pt x="407326" y="682084"/>
                    </a:lnTo>
                    <a:lnTo>
                      <a:pt x="422638" y="683542"/>
                    </a:lnTo>
                    <a:lnTo>
                      <a:pt x="433285" y="697251"/>
                    </a:lnTo>
                    <a:lnTo>
                      <a:pt x="427159" y="703376"/>
                    </a:lnTo>
                    <a:lnTo>
                      <a:pt x="413450" y="707897"/>
                    </a:lnTo>
                    <a:lnTo>
                      <a:pt x="417971" y="720147"/>
                    </a:lnTo>
                    <a:lnTo>
                      <a:pt x="419430" y="727731"/>
                    </a:lnTo>
                    <a:lnTo>
                      <a:pt x="407180" y="738377"/>
                    </a:lnTo>
                    <a:lnTo>
                      <a:pt x="394929" y="741440"/>
                    </a:lnTo>
                    <a:lnTo>
                      <a:pt x="344469" y="732252"/>
                    </a:lnTo>
                    <a:lnTo>
                      <a:pt x="309322" y="716939"/>
                    </a:lnTo>
                    <a:cubicBezTo>
                      <a:pt x="309322" y="716939"/>
                      <a:pt x="300135" y="712418"/>
                      <a:pt x="295614" y="712418"/>
                    </a:cubicBezTo>
                    <a:cubicBezTo>
                      <a:pt x="291093" y="712418"/>
                      <a:pt x="271113" y="710960"/>
                      <a:pt x="271113" y="710960"/>
                    </a:cubicBezTo>
                    <a:cubicBezTo>
                      <a:pt x="271113" y="710960"/>
                      <a:pt x="268050" y="703376"/>
                      <a:pt x="260467" y="710960"/>
                    </a:cubicBezTo>
                    <a:cubicBezTo>
                      <a:pt x="252883" y="718543"/>
                      <a:pt x="252883" y="724668"/>
                      <a:pt x="242091" y="730794"/>
                    </a:cubicBezTo>
                    <a:cubicBezTo>
                      <a:pt x="231445" y="736919"/>
                      <a:pt x="229841" y="739982"/>
                      <a:pt x="223715" y="739982"/>
                    </a:cubicBezTo>
                    <a:cubicBezTo>
                      <a:pt x="217590" y="739982"/>
                      <a:pt x="190173" y="735460"/>
                      <a:pt x="190173" y="739982"/>
                    </a:cubicBezTo>
                    <a:cubicBezTo>
                      <a:pt x="190173" y="744503"/>
                      <a:pt x="185652" y="784316"/>
                      <a:pt x="185652" y="784316"/>
                    </a:cubicBezTo>
                    <a:lnTo>
                      <a:pt x="175005" y="785774"/>
                    </a:lnTo>
                    <a:lnTo>
                      <a:pt x="162755" y="794962"/>
                    </a:lnTo>
                    <a:lnTo>
                      <a:pt x="236112" y="820921"/>
                    </a:lnTo>
                    <a:lnTo>
                      <a:pt x="243695" y="859131"/>
                    </a:lnTo>
                    <a:lnTo>
                      <a:pt x="262071" y="889757"/>
                    </a:lnTo>
                    <a:lnTo>
                      <a:pt x="257550" y="918779"/>
                    </a:lnTo>
                    <a:cubicBezTo>
                      <a:pt x="257550" y="918779"/>
                      <a:pt x="243841" y="918779"/>
                      <a:pt x="260613" y="934092"/>
                    </a:cubicBezTo>
                    <a:cubicBezTo>
                      <a:pt x="277384" y="949405"/>
                      <a:pt x="301885" y="963113"/>
                      <a:pt x="301885" y="963113"/>
                    </a:cubicBezTo>
                    <a:cubicBezTo>
                      <a:pt x="301885" y="963113"/>
                      <a:pt x="304947" y="969239"/>
                      <a:pt x="309468" y="963113"/>
                    </a:cubicBezTo>
                    <a:cubicBezTo>
                      <a:pt x="313989" y="956988"/>
                      <a:pt x="315593" y="955530"/>
                      <a:pt x="315593" y="944738"/>
                    </a:cubicBezTo>
                    <a:cubicBezTo>
                      <a:pt x="315593" y="934092"/>
                      <a:pt x="315593" y="912654"/>
                      <a:pt x="315593" y="912654"/>
                    </a:cubicBezTo>
                    <a:lnTo>
                      <a:pt x="344615" y="915716"/>
                    </a:lnTo>
                    <a:cubicBezTo>
                      <a:pt x="344615" y="915716"/>
                      <a:pt x="343157" y="934092"/>
                      <a:pt x="349136" y="937154"/>
                    </a:cubicBezTo>
                    <a:cubicBezTo>
                      <a:pt x="355261" y="940217"/>
                      <a:pt x="372033" y="949405"/>
                      <a:pt x="372033" y="949405"/>
                    </a:cubicBezTo>
                    <a:cubicBezTo>
                      <a:pt x="372033" y="949405"/>
                      <a:pt x="367512" y="995198"/>
                      <a:pt x="373491" y="998260"/>
                    </a:cubicBezTo>
                    <a:cubicBezTo>
                      <a:pt x="379616" y="1001323"/>
                      <a:pt x="399450" y="1022761"/>
                      <a:pt x="399450" y="1010511"/>
                    </a:cubicBezTo>
                    <a:cubicBezTo>
                      <a:pt x="399450" y="998260"/>
                      <a:pt x="399450" y="958592"/>
                      <a:pt x="399450" y="958592"/>
                    </a:cubicBezTo>
                    <a:lnTo>
                      <a:pt x="410096" y="937154"/>
                    </a:lnTo>
                    <a:lnTo>
                      <a:pt x="425409" y="938613"/>
                    </a:lnTo>
                    <a:lnTo>
                      <a:pt x="434597" y="952322"/>
                    </a:lnTo>
                    <a:cubicBezTo>
                      <a:pt x="434597" y="952322"/>
                      <a:pt x="439118" y="970697"/>
                      <a:pt x="451368" y="973760"/>
                    </a:cubicBezTo>
                    <a:cubicBezTo>
                      <a:pt x="463619" y="976822"/>
                      <a:pt x="489578" y="990531"/>
                      <a:pt x="483453" y="982947"/>
                    </a:cubicBezTo>
                    <a:cubicBezTo>
                      <a:pt x="477328" y="975364"/>
                      <a:pt x="478932" y="967634"/>
                      <a:pt x="478932" y="967634"/>
                    </a:cubicBezTo>
                    <a:lnTo>
                      <a:pt x="474411" y="923299"/>
                    </a:lnTo>
                    <a:cubicBezTo>
                      <a:pt x="474411" y="923299"/>
                      <a:pt x="452972" y="883632"/>
                      <a:pt x="446847" y="878965"/>
                    </a:cubicBezTo>
                    <a:cubicBezTo>
                      <a:pt x="440722" y="874444"/>
                      <a:pt x="404117" y="828505"/>
                      <a:pt x="402513" y="823984"/>
                    </a:cubicBezTo>
                    <a:cubicBezTo>
                      <a:pt x="401054" y="819463"/>
                      <a:pt x="411700" y="798025"/>
                      <a:pt x="411700" y="798025"/>
                    </a:cubicBezTo>
                    <a:lnTo>
                      <a:pt x="439264" y="810275"/>
                    </a:lnTo>
                    <a:cubicBezTo>
                      <a:pt x="439264" y="810275"/>
                      <a:pt x="452972" y="807213"/>
                      <a:pt x="454577" y="817859"/>
                    </a:cubicBezTo>
                    <a:cubicBezTo>
                      <a:pt x="456035" y="828505"/>
                      <a:pt x="456035" y="834630"/>
                      <a:pt x="456035" y="834630"/>
                    </a:cubicBezTo>
                    <a:lnTo>
                      <a:pt x="481994" y="828505"/>
                    </a:lnTo>
                    <a:lnTo>
                      <a:pt x="520204" y="807067"/>
                    </a:lnTo>
                    <a:lnTo>
                      <a:pt x="494245" y="787233"/>
                    </a:lnTo>
                    <a:lnTo>
                      <a:pt x="481994" y="791754"/>
                    </a:lnTo>
                    <a:cubicBezTo>
                      <a:pt x="481994" y="791754"/>
                      <a:pt x="488119" y="797879"/>
                      <a:pt x="480536" y="797879"/>
                    </a:cubicBezTo>
                    <a:cubicBezTo>
                      <a:pt x="472953" y="797879"/>
                      <a:pt x="463765" y="794816"/>
                      <a:pt x="463765" y="794816"/>
                    </a:cubicBezTo>
                    <a:cubicBezTo>
                      <a:pt x="463765" y="794816"/>
                      <a:pt x="460702" y="794816"/>
                      <a:pt x="460702" y="788691"/>
                    </a:cubicBezTo>
                    <a:cubicBezTo>
                      <a:pt x="460702" y="782566"/>
                      <a:pt x="453118" y="767253"/>
                      <a:pt x="453118" y="767253"/>
                    </a:cubicBezTo>
                    <a:lnTo>
                      <a:pt x="453118" y="755003"/>
                    </a:lnTo>
                    <a:lnTo>
                      <a:pt x="434743" y="751940"/>
                    </a:lnTo>
                    <a:lnTo>
                      <a:pt x="434743" y="732106"/>
                    </a:lnTo>
                    <a:lnTo>
                      <a:pt x="465369" y="716793"/>
                    </a:lnTo>
                    <a:lnTo>
                      <a:pt x="482140" y="706147"/>
                    </a:lnTo>
                    <a:lnTo>
                      <a:pt x="511162" y="718397"/>
                    </a:lnTo>
                    <a:cubicBezTo>
                      <a:pt x="511162" y="718397"/>
                      <a:pt x="509704" y="730648"/>
                      <a:pt x="524871" y="733710"/>
                    </a:cubicBezTo>
                    <a:cubicBezTo>
                      <a:pt x="540184" y="736773"/>
                      <a:pt x="553892" y="738231"/>
                      <a:pt x="558413" y="739836"/>
                    </a:cubicBezTo>
                    <a:cubicBezTo>
                      <a:pt x="562934" y="741294"/>
                      <a:pt x="570664" y="745961"/>
                      <a:pt x="570664" y="745961"/>
                    </a:cubicBezTo>
                    <a:lnTo>
                      <a:pt x="556955" y="716939"/>
                    </a:lnTo>
                    <a:lnTo>
                      <a:pt x="541642" y="687917"/>
                    </a:lnTo>
                    <a:lnTo>
                      <a:pt x="547767" y="666479"/>
                    </a:lnTo>
                    <a:lnTo>
                      <a:pt x="524871" y="652770"/>
                    </a:lnTo>
                    <a:lnTo>
                      <a:pt x="503433" y="640520"/>
                    </a:lnTo>
                    <a:lnTo>
                      <a:pt x="503287" y="640228"/>
                    </a:lnTo>
                    <a:lnTo>
                      <a:pt x="540913" y="631332"/>
                    </a:lnTo>
                    <a:lnTo>
                      <a:pt x="563809" y="681792"/>
                    </a:lnTo>
                    <a:lnTo>
                      <a:pt x="607415" y="688646"/>
                    </a:lnTo>
                    <a:lnTo>
                      <a:pt x="627978" y="684125"/>
                    </a:lnTo>
                    <a:lnTo>
                      <a:pt x="623457" y="668083"/>
                    </a:lnTo>
                    <a:lnTo>
                      <a:pt x="579852" y="656562"/>
                    </a:lnTo>
                    <a:lnTo>
                      <a:pt x="559288" y="587872"/>
                    </a:lnTo>
                    <a:lnTo>
                      <a:pt x="538725" y="574164"/>
                    </a:lnTo>
                    <a:cubicBezTo>
                      <a:pt x="538725" y="574164"/>
                      <a:pt x="474557" y="569643"/>
                      <a:pt x="465369" y="567309"/>
                    </a:cubicBezTo>
                    <a:cubicBezTo>
                      <a:pt x="456181" y="564976"/>
                      <a:pt x="465369" y="551267"/>
                      <a:pt x="465369" y="551267"/>
                    </a:cubicBezTo>
                    <a:lnTo>
                      <a:pt x="417242" y="546746"/>
                    </a:lnTo>
                    <a:lnTo>
                      <a:pt x="389679" y="581164"/>
                    </a:lnTo>
                    <a:cubicBezTo>
                      <a:pt x="389679" y="581164"/>
                      <a:pt x="412575" y="583497"/>
                      <a:pt x="419430" y="583497"/>
                    </a:cubicBezTo>
                    <a:cubicBezTo>
                      <a:pt x="426284" y="583497"/>
                      <a:pt x="481265" y="613248"/>
                      <a:pt x="490453" y="615582"/>
                    </a:cubicBezTo>
                    <a:cubicBezTo>
                      <a:pt x="495411" y="616748"/>
                      <a:pt x="495703" y="624624"/>
                      <a:pt x="494828" y="631624"/>
                    </a:cubicBezTo>
                    <a:lnTo>
                      <a:pt x="466681" y="631624"/>
                    </a:lnTo>
                    <a:lnTo>
                      <a:pt x="456035" y="631624"/>
                    </a:lnTo>
                    <a:lnTo>
                      <a:pt x="440722" y="614852"/>
                    </a:lnTo>
                    <a:lnTo>
                      <a:pt x="431534" y="608728"/>
                    </a:lnTo>
                    <a:lnTo>
                      <a:pt x="423951" y="617915"/>
                    </a:lnTo>
                    <a:lnTo>
                      <a:pt x="411700" y="617915"/>
                    </a:lnTo>
                    <a:cubicBezTo>
                      <a:pt x="405575" y="607269"/>
                      <a:pt x="404117" y="602602"/>
                      <a:pt x="404117" y="602602"/>
                    </a:cubicBezTo>
                    <a:cubicBezTo>
                      <a:pt x="404117" y="602602"/>
                      <a:pt x="402659" y="599540"/>
                      <a:pt x="396533" y="599540"/>
                    </a:cubicBezTo>
                    <a:cubicBezTo>
                      <a:pt x="390408" y="599540"/>
                      <a:pt x="355261" y="602602"/>
                      <a:pt x="355261" y="602602"/>
                    </a:cubicBezTo>
                    <a:lnTo>
                      <a:pt x="333823" y="598081"/>
                    </a:lnTo>
                    <a:cubicBezTo>
                      <a:pt x="333823" y="598081"/>
                      <a:pt x="329302" y="590498"/>
                      <a:pt x="333823" y="588893"/>
                    </a:cubicBezTo>
                    <a:cubicBezTo>
                      <a:pt x="338344" y="587435"/>
                      <a:pt x="364449" y="565997"/>
                      <a:pt x="364449" y="565997"/>
                    </a:cubicBezTo>
                    <a:lnTo>
                      <a:pt x="376699" y="555351"/>
                    </a:lnTo>
                    <a:cubicBezTo>
                      <a:pt x="376699" y="555351"/>
                      <a:pt x="373637" y="532454"/>
                      <a:pt x="370574" y="527787"/>
                    </a:cubicBezTo>
                    <a:cubicBezTo>
                      <a:pt x="367512" y="523266"/>
                      <a:pt x="356865" y="517141"/>
                      <a:pt x="367512" y="507954"/>
                    </a:cubicBezTo>
                    <a:cubicBezTo>
                      <a:pt x="378158" y="498766"/>
                      <a:pt x="384283" y="495703"/>
                      <a:pt x="384283" y="495703"/>
                    </a:cubicBezTo>
                    <a:cubicBezTo>
                      <a:pt x="384283" y="495703"/>
                      <a:pt x="393471" y="494245"/>
                      <a:pt x="397992" y="498766"/>
                    </a:cubicBezTo>
                    <a:cubicBezTo>
                      <a:pt x="402513" y="503287"/>
                      <a:pt x="404117" y="515537"/>
                      <a:pt x="404117" y="515537"/>
                    </a:cubicBezTo>
                    <a:lnTo>
                      <a:pt x="402659" y="527787"/>
                    </a:lnTo>
                    <a:cubicBezTo>
                      <a:pt x="402659" y="527787"/>
                      <a:pt x="405721" y="529246"/>
                      <a:pt x="410242" y="527787"/>
                    </a:cubicBezTo>
                    <a:cubicBezTo>
                      <a:pt x="414763" y="526329"/>
                      <a:pt x="427013" y="514078"/>
                      <a:pt x="427013" y="514078"/>
                    </a:cubicBezTo>
                    <a:lnTo>
                      <a:pt x="416367" y="486515"/>
                    </a:lnTo>
                    <a:cubicBezTo>
                      <a:pt x="416367" y="486515"/>
                      <a:pt x="396533" y="477327"/>
                      <a:pt x="387345" y="474265"/>
                    </a:cubicBezTo>
                    <a:cubicBezTo>
                      <a:pt x="378158" y="471202"/>
                      <a:pt x="333823" y="431534"/>
                      <a:pt x="333823" y="431534"/>
                    </a:cubicBezTo>
                    <a:lnTo>
                      <a:pt x="295614" y="388804"/>
                    </a:lnTo>
                    <a:lnTo>
                      <a:pt x="300135" y="304801"/>
                    </a:lnTo>
                    <a:cubicBezTo>
                      <a:pt x="300135" y="304801"/>
                      <a:pt x="313843" y="280300"/>
                      <a:pt x="319968" y="280300"/>
                    </a:cubicBezTo>
                    <a:cubicBezTo>
                      <a:pt x="326094" y="280300"/>
                      <a:pt x="326094" y="280300"/>
                      <a:pt x="326094" y="280300"/>
                    </a:cubicBezTo>
                    <a:lnTo>
                      <a:pt x="333677" y="294009"/>
                    </a:lnTo>
                    <a:cubicBezTo>
                      <a:pt x="333677" y="294009"/>
                      <a:pt x="316906" y="307718"/>
                      <a:pt x="321427" y="312385"/>
                    </a:cubicBezTo>
                    <a:cubicBezTo>
                      <a:pt x="325948" y="316906"/>
                      <a:pt x="329010" y="319968"/>
                      <a:pt x="335136" y="319968"/>
                    </a:cubicBezTo>
                    <a:cubicBezTo>
                      <a:pt x="341261" y="319968"/>
                      <a:pt x="376408" y="333677"/>
                      <a:pt x="376408" y="333677"/>
                    </a:cubicBezTo>
                    <a:cubicBezTo>
                      <a:pt x="376408" y="333677"/>
                      <a:pt x="403971" y="374949"/>
                      <a:pt x="409950" y="376407"/>
                    </a:cubicBezTo>
                    <a:cubicBezTo>
                      <a:pt x="416075" y="377866"/>
                      <a:pt x="440577" y="379470"/>
                      <a:pt x="440577" y="379470"/>
                    </a:cubicBezTo>
                    <a:lnTo>
                      <a:pt x="454285" y="380928"/>
                    </a:lnTo>
                    <a:lnTo>
                      <a:pt x="446701" y="371741"/>
                    </a:lnTo>
                    <a:lnTo>
                      <a:pt x="422201" y="359490"/>
                    </a:lnTo>
                    <a:lnTo>
                      <a:pt x="413013" y="356428"/>
                    </a:lnTo>
                    <a:lnTo>
                      <a:pt x="397700" y="339657"/>
                    </a:lnTo>
                    <a:lnTo>
                      <a:pt x="400763" y="325948"/>
                    </a:lnTo>
                    <a:lnTo>
                      <a:pt x="411409" y="321427"/>
                    </a:lnTo>
                    <a:lnTo>
                      <a:pt x="435910" y="325948"/>
                    </a:lnTo>
                    <a:lnTo>
                      <a:pt x="452681" y="338198"/>
                    </a:lnTo>
                    <a:lnTo>
                      <a:pt x="472515" y="359636"/>
                    </a:lnTo>
                    <a:lnTo>
                      <a:pt x="481702" y="353511"/>
                    </a:lnTo>
                    <a:cubicBezTo>
                      <a:pt x="481702" y="353511"/>
                      <a:pt x="490890" y="353511"/>
                      <a:pt x="484765" y="342865"/>
                    </a:cubicBezTo>
                    <a:cubicBezTo>
                      <a:pt x="478640" y="332219"/>
                      <a:pt x="472515" y="324489"/>
                      <a:pt x="466390" y="321427"/>
                    </a:cubicBezTo>
                    <a:cubicBezTo>
                      <a:pt x="460264" y="318364"/>
                      <a:pt x="446556" y="309176"/>
                      <a:pt x="446556" y="309176"/>
                    </a:cubicBezTo>
                    <a:cubicBezTo>
                      <a:pt x="446556" y="309176"/>
                      <a:pt x="443493" y="298530"/>
                      <a:pt x="452681" y="298530"/>
                    </a:cubicBezTo>
                    <a:cubicBezTo>
                      <a:pt x="461869" y="298530"/>
                      <a:pt x="474119" y="297072"/>
                      <a:pt x="480244" y="299989"/>
                    </a:cubicBezTo>
                    <a:cubicBezTo>
                      <a:pt x="486369" y="303051"/>
                      <a:pt x="501683" y="312239"/>
                      <a:pt x="510870" y="318364"/>
                    </a:cubicBezTo>
                    <a:cubicBezTo>
                      <a:pt x="520058" y="324489"/>
                      <a:pt x="524579" y="330615"/>
                      <a:pt x="527642" y="325948"/>
                    </a:cubicBezTo>
                    <a:cubicBezTo>
                      <a:pt x="530704" y="321427"/>
                      <a:pt x="532163" y="309176"/>
                      <a:pt x="532163" y="309176"/>
                    </a:cubicBezTo>
                    <a:cubicBezTo>
                      <a:pt x="532163" y="309176"/>
                      <a:pt x="530704" y="304656"/>
                      <a:pt x="524579" y="301593"/>
                    </a:cubicBezTo>
                    <a:cubicBezTo>
                      <a:pt x="518454" y="298530"/>
                      <a:pt x="513933" y="292405"/>
                      <a:pt x="513933" y="292405"/>
                    </a:cubicBezTo>
                    <a:lnTo>
                      <a:pt x="481848" y="281759"/>
                    </a:lnTo>
                    <a:lnTo>
                      <a:pt x="455889" y="275633"/>
                    </a:lnTo>
                    <a:lnTo>
                      <a:pt x="436056" y="261925"/>
                    </a:lnTo>
                    <a:lnTo>
                      <a:pt x="426868" y="242091"/>
                    </a:lnTo>
                    <a:lnTo>
                      <a:pt x="423805" y="231445"/>
                    </a:lnTo>
                    <a:lnTo>
                      <a:pt x="468140" y="234508"/>
                    </a:lnTo>
                    <a:lnTo>
                      <a:pt x="495703" y="200965"/>
                    </a:lnTo>
                    <a:lnTo>
                      <a:pt x="526329" y="182589"/>
                    </a:lnTo>
                    <a:cubicBezTo>
                      <a:pt x="526329" y="182589"/>
                      <a:pt x="533913" y="193235"/>
                      <a:pt x="538580" y="193235"/>
                    </a:cubicBezTo>
                    <a:cubicBezTo>
                      <a:pt x="543101" y="193235"/>
                      <a:pt x="556955" y="190173"/>
                      <a:pt x="556955" y="190173"/>
                    </a:cubicBezTo>
                    <a:cubicBezTo>
                      <a:pt x="556955" y="190173"/>
                      <a:pt x="587581" y="161151"/>
                      <a:pt x="595164" y="161151"/>
                    </a:cubicBezTo>
                    <a:cubicBezTo>
                      <a:pt x="602748" y="161151"/>
                      <a:pt x="723502" y="162609"/>
                      <a:pt x="723502" y="162609"/>
                    </a:cubicBezTo>
                    <a:cubicBezTo>
                      <a:pt x="723502" y="162609"/>
                      <a:pt x="723648" y="162755"/>
                      <a:pt x="723648" y="163047"/>
                    </a:cubicBezTo>
                    <a:cubicBezTo>
                      <a:pt x="731815" y="135775"/>
                      <a:pt x="741732" y="104566"/>
                      <a:pt x="741732" y="104566"/>
                    </a:cubicBezTo>
                    <a:lnTo>
                      <a:pt x="737211" y="69419"/>
                    </a:lnTo>
                    <a:lnTo>
                      <a:pt x="763170" y="38793"/>
                    </a:lnTo>
                    <a:lnTo>
                      <a:pt x="761420" y="14001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99" name="Graphic 1">
                <a:extLst>
                  <a:ext uri="{FF2B5EF4-FFF2-40B4-BE49-F238E27FC236}">
                    <a16:creationId xmlns:a16="http://schemas.microsoft.com/office/drawing/2014/main" id="{08177C42-DE04-9CED-430C-7ED1C06AE6CE}"/>
                  </a:ext>
                </a:extLst>
              </p:cNvPr>
              <p:cNvGrpSpPr/>
              <p:nvPr/>
            </p:nvGrpSpPr>
            <p:grpSpPr>
              <a:xfrm>
                <a:off x="10000349" y="5010259"/>
                <a:ext cx="364595" cy="277092"/>
                <a:chOff x="10000349" y="5010259"/>
                <a:chExt cx="364595" cy="277092"/>
              </a:xfrm>
              <a:grpFill/>
            </p:grpSpPr>
            <p:sp>
              <p:nvSpPr>
                <p:cNvPr id="261" name="Freeform: Shape 592">
                  <a:extLst>
                    <a:ext uri="{FF2B5EF4-FFF2-40B4-BE49-F238E27FC236}">
                      <a16:creationId xmlns:a16="http://schemas.microsoft.com/office/drawing/2014/main" id="{B4B88C48-1CE1-7996-EC39-79F94A45471C}"/>
                    </a:ext>
                  </a:extLst>
                </p:cNvPr>
                <p:cNvSpPr/>
                <p:nvPr/>
              </p:nvSpPr>
              <p:spPr>
                <a:xfrm>
                  <a:off x="10000349" y="5010259"/>
                  <a:ext cx="320843" cy="277092"/>
                </a:xfrm>
                <a:custGeom>
                  <a:avLst/>
                  <a:gdLst>
                    <a:gd name="connsiteX0" fmla="*/ 272571 w 320843"/>
                    <a:gd name="connsiteY0" fmla="*/ 33105 h 277091"/>
                    <a:gd name="connsiteX1" fmla="*/ 220069 w 320843"/>
                    <a:gd name="connsiteY1" fmla="*/ 10646 h 277091"/>
                    <a:gd name="connsiteX2" fmla="*/ 215111 w 320843"/>
                    <a:gd name="connsiteY2" fmla="*/ 0 h 277091"/>
                    <a:gd name="connsiteX3" fmla="*/ 198631 w 320843"/>
                    <a:gd name="connsiteY3" fmla="*/ 9917 h 277091"/>
                    <a:gd name="connsiteX4" fmla="*/ 172672 w 320843"/>
                    <a:gd name="connsiteY4" fmla="*/ 9917 h 277091"/>
                    <a:gd name="connsiteX5" fmla="*/ 152838 w 320843"/>
                    <a:gd name="connsiteY5" fmla="*/ 729 h 277091"/>
                    <a:gd name="connsiteX6" fmla="*/ 129942 w 320843"/>
                    <a:gd name="connsiteY6" fmla="*/ 9917 h 277091"/>
                    <a:gd name="connsiteX7" fmla="*/ 117691 w 320843"/>
                    <a:gd name="connsiteY7" fmla="*/ 40543 h 277091"/>
                    <a:gd name="connsiteX8" fmla="*/ 68835 w 320843"/>
                    <a:gd name="connsiteY8" fmla="*/ 61981 h 277091"/>
                    <a:gd name="connsiteX9" fmla="*/ 59648 w 320843"/>
                    <a:gd name="connsiteY9" fmla="*/ 91003 h 277091"/>
                    <a:gd name="connsiteX10" fmla="*/ 50460 w 320843"/>
                    <a:gd name="connsiteY10" fmla="*/ 115504 h 277091"/>
                    <a:gd name="connsiteX11" fmla="*/ 3062 w 320843"/>
                    <a:gd name="connsiteY11" fmla="*/ 123087 h 277091"/>
                    <a:gd name="connsiteX12" fmla="*/ 0 w 320843"/>
                    <a:gd name="connsiteY12" fmla="*/ 150651 h 277091"/>
                    <a:gd name="connsiteX13" fmla="*/ 9188 w 320843"/>
                    <a:gd name="connsiteY13" fmla="*/ 181277 h 277091"/>
                    <a:gd name="connsiteX14" fmla="*/ 16771 w 320843"/>
                    <a:gd name="connsiteY14" fmla="*/ 220945 h 277091"/>
                    <a:gd name="connsiteX15" fmla="*/ 25959 w 320843"/>
                    <a:gd name="connsiteY15" fmla="*/ 249966 h 277091"/>
                    <a:gd name="connsiteX16" fmla="*/ 88669 w 320843"/>
                    <a:gd name="connsiteY16" fmla="*/ 284092 h 277091"/>
                    <a:gd name="connsiteX17" fmla="*/ 88669 w 320843"/>
                    <a:gd name="connsiteY17" fmla="*/ 283655 h 277091"/>
                    <a:gd name="connsiteX18" fmla="*/ 128337 w 320843"/>
                    <a:gd name="connsiteY18" fmla="*/ 268342 h 277091"/>
                    <a:gd name="connsiteX19" fmla="*/ 168005 w 320843"/>
                    <a:gd name="connsiteY19" fmla="*/ 265279 h 277091"/>
                    <a:gd name="connsiteX20" fmla="*/ 181714 w 320843"/>
                    <a:gd name="connsiteY20" fmla="*/ 233195 h 277091"/>
                    <a:gd name="connsiteX21" fmla="*/ 212340 w 320843"/>
                    <a:gd name="connsiteY21" fmla="*/ 204173 h 277091"/>
                    <a:gd name="connsiteX22" fmla="*/ 252008 w 320843"/>
                    <a:gd name="connsiteY22" fmla="*/ 207236 h 277091"/>
                    <a:gd name="connsiteX23" fmla="*/ 288613 w 320843"/>
                    <a:gd name="connsiteY23" fmla="*/ 187402 h 277091"/>
                    <a:gd name="connsiteX24" fmla="*/ 294738 w 320843"/>
                    <a:gd name="connsiteY24" fmla="*/ 169026 h 277091"/>
                    <a:gd name="connsiteX25" fmla="*/ 323031 w 320843"/>
                    <a:gd name="connsiteY25" fmla="*/ 149484 h 277091"/>
                    <a:gd name="connsiteX26" fmla="*/ 300572 w 320843"/>
                    <a:gd name="connsiteY26" fmla="*/ 50168 h 277091"/>
                    <a:gd name="connsiteX27" fmla="*/ 272571 w 320843"/>
                    <a:gd name="connsiteY27" fmla="*/ 33105 h 277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20843" h="277091">
                      <a:moveTo>
                        <a:pt x="272571" y="33105"/>
                      </a:moveTo>
                      <a:cubicBezTo>
                        <a:pt x="272571" y="33105"/>
                        <a:pt x="227653" y="16188"/>
                        <a:pt x="220069" y="10646"/>
                      </a:cubicBezTo>
                      <a:cubicBezTo>
                        <a:pt x="218028" y="9188"/>
                        <a:pt x="216423" y="5104"/>
                        <a:pt x="215111" y="0"/>
                      </a:cubicBezTo>
                      <a:lnTo>
                        <a:pt x="198631" y="9917"/>
                      </a:lnTo>
                      <a:lnTo>
                        <a:pt x="172672" y="9917"/>
                      </a:lnTo>
                      <a:lnTo>
                        <a:pt x="152838" y="729"/>
                      </a:lnTo>
                      <a:lnTo>
                        <a:pt x="129942" y="9917"/>
                      </a:lnTo>
                      <a:lnTo>
                        <a:pt x="117691" y="40543"/>
                      </a:lnTo>
                      <a:lnTo>
                        <a:pt x="68835" y="61981"/>
                      </a:lnTo>
                      <a:lnTo>
                        <a:pt x="59648" y="91003"/>
                      </a:lnTo>
                      <a:lnTo>
                        <a:pt x="50460" y="115504"/>
                      </a:lnTo>
                      <a:lnTo>
                        <a:pt x="3062" y="123087"/>
                      </a:lnTo>
                      <a:lnTo>
                        <a:pt x="0" y="150651"/>
                      </a:lnTo>
                      <a:lnTo>
                        <a:pt x="9188" y="181277"/>
                      </a:lnTo>
                      <a:lnTo>
                        <a:pt x="16771" y="220945"/>
                      </a:lnTo>
                      <a:cubicBezTo>
                        <a:pt x="16771" y="220945"/>
                        <a:pt x="21292" y="245445"/>
                        <a:pt x="25959" y="249966"/>
                      </a:cubicBezTo>
                      <a:cubicBezTo>
                        <a:pt x="28876" y="252883"/>
                        <a:pt x="64315" y="271405"/>
                        <a:pt x="88669" y="284092"/>
                      </a:cubicBezTo>
                      <a:lnTo>
                        <a:pt x="88669" y="283655"/>
                      </a:lnTo>
                      <a:lnTo>
                        <a:pt x="128337" y="268342"/>
                      </a:lnTo>
                      <a:cubicBezTo>
                        <a:pt x="128337" y="268342"/>
                        <a:pt x="161880" y="266884"/>
                        <a:pt x="168005" y="265279"/>
                      </a:cubicBezTo>
                      <a:cubicBezTo>
                        <a:pt x="174130" y="263821"/>
                        <a:pt x="181714" y="233195"/>
                        <a:pt x="181714" y="233195"/>
                      </a:cubicBezTo>
                      <a:lnTo>
                        <a:pt x="212340" y="204173"/>
                      </a:lnTo>
                      <a:lnTo>
                        <a:pt x="252008" y="207236"/>
                      </a:lnTo>
                      <a:lnTo>
                        <a:pt x="288613" y="187402"/>
                      </a:lnTo>
                      <a:lnTo>
                        <a:pt x="294738" y="169026"/>
                      </a:lnTo>
                      <a:lnTo>
                        <a:pt x="323031" y="149484"/>
                      </a:lnTo>
                      <a:lnTo>
                        <a:pt x="300572" y="50168"/>
                      </a:lnTo>
                      <a:lnTo>
                        <a:pt x="272571" y="33105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62" name="Freeform: Shape 593">
                  <a:extLst>
                    <a:ext uri="{FF2B5EF4-FFF2-40B4-BE49-F238E27FC236}">
                      <a16:creationId xmlns:a16="http://schemas.microsoft.com/office/drawing/2014/main" id="{A258CA53-48FC-EEA0-ADC8-3102AEA6CCE5}"/>
                    </a:ext>
                  </a:extLst>
                </p:cNvPr>
                <p:cNvSpPr/>
                <p:nvPr/>
              </p:nvSpPr>
              <p:spPr>
                <a:xfrm>
                  <a:off x="10323525" y="5149243"/>
                  <a:ext cx="43751" cy="14584"/>
                </a:xfrm>
                <a:custGeom>
                  <a:avLst/>
                  <a:gdLst>
                    <a:gd name="connsiteX0" fmla="*/ 0 w 43751"/>
                    <a:gd name="connsiteY0" fmla="*/ 10355 h 0"/>
                    <a:gd name="connsiteX1" fmla="*/ 47397 w 43751"/>
                    <a:gd name="connsiteY1" fmla="*/ 0 h 0"/>
                    <a:gd name="connsiteX2" fmla="*/ 47397 w 43751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751">
                      <a:moveTo>
                        <a:pt x="0" y="10355"/>
                      </a:moveTo>
                      <a:lnTo>
                        <a:pt x="47397" y="0"/>
                      </a:lnTo>
                      <a:lnTo>
                        <a:pt x="47397" y="0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grpSp>
            <p:nvGrpSpPr>
              <p:cNvPr id="100" name="Graphic 1">
                <a:extLst>
                  <a:ext uri="{FF2B5EF4-FFF2-40B4-BE49-F238E27FC236}">
                    <a16:creationId xmlns:a16="http://schemas.microsoft.com/office/drawing/2014/main" id="{3886A52B-6631-B916-3371-0BCA20EA99C8}"/>
                  </a:ext>
                </a:extLst>
              </p:cNvPr>
              <p:cNvGrpSpPr/>
              <p:nvPr/>
            </p:nvGrpSpPr>
            <p:grpSpPr>
              <a:xfrm>
                <a:off x="9840218" y="5014051"/>
                <a:ext cx="247924" cy="563226"/>
                <a:chOff x="9840218" y="5014051"/>
                <a:chExt cx="247924" cy="563226"/>
              </a:xfrm>
              <a:grpFill/>
            </p:grpSpPr>
            <p:sp>
              <p:nvSpPr>
                <p:cNvPr id="245" name="Freeform: Shape 595">
                  <a:extLst>
                    <a:ext uri="{FF2B5EF4-FFF2-40B4-BE49-F238E27FC236}">
                      <a16:creationId xmlns:a16="http://schemas.microsoft.com/office/drawing/2014/main" id="{593F7437-E3AA-1D49-B92E-6470CFB34297}"/>
                    </a:ext>
                  </a:extLst>
                </p:cNvPr>
                <p:cNvSpPr/>
                <p:nvPr/>
              </p:nvSpPr>
              <p:spPr>
                <a:xfrm>
                  <a:off x="10034037" y="554154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167 w 0"/>
                    <a:gd name="connsiteY1" fmla="*/ 1021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437" y="292"/>
                        <a:pt x="729" y="729"/>
                        <a:pt x="1167" y="1021"/>
                      </a:cubicBezTo>
                      <a:cubicBezTo>
                        <a:pt x="875" y="729"/>
                        <a:pt x="437" y="437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46" name="Freeform: Shape 596">
                  <a:extLst>
                    <a:ext uri="{FF2B5EF4-FFF2-40B4-BE49-F238E27FC236}">
                      <a16:creationId xmlns:a16="http://schemas.microsoft.com/office/drawing/2014/main" id="{ABB17D6B-94DC-7393-06FE-30B7F2614BB1}"/>
                    </a:ext>
                  </a:extLst>
                </p:cNvPr>
                <p:cNvSpPr/>
                <p:nvPr/>
              </p:nvSpPr>
              <p:spPr>
                <a:xfrm>
                  <a:off x="10031412" y="5539068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583 w 0"/>
                    <a:gd name="connsiteY1" fmla="*/ 583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6"/>
                        <a:pt x="437" y="292"/>
                        <a:pt x="583" y="583"/>
                      </a:cubicBezTo>
                      <a:cubicBezTo>
                        <a:pt x="437" y="292"/>
                        <a:pt x="146" y="146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47" name="Freeform: Shape 597">
                  <a:extLst>
                    <a:ext uri="{FF2B5EF4-FFF2-40B4-BE49-F238E27FC236}">
                      <a16:creationId xmlns:a16="http://schemas.microsoft.com/office/drawing/2014/main" id="{66873B0B-5DF8-0E0F-6CD7-84460B64BADF}"/>
                    </a:ext>
                  </a:extLst>
                </p:cNvPr>
                <p:cNvSpPr/>
                <p:nvPr/>
              </p:nvSpPr>
              <p:spPr>
                <a:xfrm>
                  <a:off x="10027766" y="553571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604 w 0"/>
                    <a:gd name="connsiteY1" fmla="*/ 1458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583" y="437"/>
                        <a:pt x="1021" y="1021"/>
                        <a:pt x="1604" y="1458"/>
                      </a:cubicBezTo>
                      <a:cubicBezTo>
                        <a:pt x="1021" y="1021"/>
                        <a:pt x="437" y="437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48" name="Freeform: Shape 598">
                  <a:extLst>
                    <a:ext uri="{FF2B5EF4-FFF2-40B4-BE49-F238E27FC236}">
                      <a16:creationId xmlns:a16="http://schemas.microsoft.com/office/drawing/2014/main" id="{4C9CD336-6E51-BD65-1AD4-E75482D99F30}"/>
                    </a:ext>
                  </a:extLst>
                </p:cNvPr>
                <p:cNvSpPr/>
                <p:nvPr/>
              </p:nvSpPr>
              <p:spPr>
                <a:xfrm>
                  <a:off x="10037245" y="5544464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875 w 0"/>
                    <a:gd name="connsiteY1" fmla="*/ 875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292" y="292"/>
                        <a:pt x="583" y="583"/>
                        <a:pt x="875" y="875"/>
                      </a:cubicBezTo>
                      <a:cubicBezTo>
                        <a:pt x="583" y="583"/>
                        <a:pt x="292" y="29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49" name="Freeform: Shape 599">
                  <a:extLst>
                    <a:ext uri="{FF2B5EF4-FFF2-40B4-BE49-F238E27FC236}">
                      <a16:creationId xmlns:a16="http://schemas.microsoft.com/office/drawing/2014/main" id="{0B4E8170-7B71-70B2-E3D8-58CE442C03D6}"/>
                    </a:ext>
                  </a:extLst>
                </p:cNvPr>
                <p:cNvSpPr/>
                <p:nvPr/>
              </p:nvSpPr>
              <p:spPr>
                <a:xfrm>
                  <a:off x="9840218" y="5014051"/>
                  <a:ext cx="247924" cy="495849"/>
                </a:xfrm>
                <a:custGeom>
                  <a:avLst/>
                  <a:gdLst>
                    <a:gd name="connsiteX0" fmla="*/ 171651 w 247924"/>
                    <a:gd name="connsiteY0" fmla="*/ 505474 h 495848"/>
                    <a:gd name="connsiteX1" fmla="*/ 207381 w 247924"/>
                    <a:gd name="connsiteY1" fmla="*/ 424680 h 495848"/>
                    <a:gd name="connsiteX2" fmla="*/ 231883 w 247924"/>
                    <a:gd name="connsiteY2" fmla="*/ 412429 h 495848"/>
                    <a:gd name="connsiteX3" fmla="*/ 238008 w 247924"/>
                    <a:gd name="connsiteY3" fmla="*/ 386470 h 495848"/>
                    <a:gd name="connsiteX4" fmla="*/ 250258 w 247924"/>
                    <a:gd name="connsiteY4" fmla="*/ 326823 h 495848"/>
                    <a:gd name="connsiteX5" fmla="*/ 248799 w 247924"/>
                    <a:gd name="connsiteY5" fmla="*/ 279863 h 495848"/>
                    <a:gd name="connsiteX6" fmla="*/ 186089 w 247924"/>
                    <a:gd name="connsiteY6" fmla="*/ 245737 h 495848"/>
                    <a:gd name="connsiteX7" fmla="*/ 176901 w 247924"/>
                    <a:gd name="connsiteY7" fmla="*/ 216715 h 495848"/>
                    <a:gd name="connsiteX8" fmla="*/ 169318 w 247924"/>
                    <a:gd name="connsiteY8" fmla="*/ 177047 h 495848"/>
                    <a:gd name="connsiteX9" fmla="*/ 160130 w 247924"/>
                    <a:gd name="connsiteY9" fmla="*/ 146421 h 495848"/>
                    <a:gd name="connsiteX10" fmla="*/ 163193 w 247924"/>
                    <a:gd name="connsiteY10" fmla="*/ 118858 h 495848"/>
                    <a:gd name="connsiteX11" fmla="*/ 163630 w 247924"/>
                    <a:gd name="connsiteY11" fmla="*/ 89399 h 495848"/>
                    <a:gd name="connsiteX12" fmla="*/ 153276 w 247924"/>
                    <a:gd name="connsiteY12" fmla="*/ 63002 h 495848"/>
                    <a:gd name="connsiteX13" fmla="*/ 108649 w 247924"/>
                    <a:gd name="connsiteY13" fmla="*/ 35438 h 495848"/>
                    <a:gd name="connsiteX14" fmla="*/ 88086 w 247924"/>
                    <a:gd name="connsiteY14" fmla="*/ 5688 h 495848"/>
                    <a:gd name="connsiteX15" fmla="*/ 52502 w 247924"/>
                    <a:gd name="connsiteY15" fmla="*/ 18230 h 495848"/>
                    <a:gd name="connsiteX16" fmla="*/ 36459 w 247924"/>
                    <a:gd name="connsiteY16" fmla="*/ 13709 h 495848"/>
                    <a:gd name="connsiteX17" fmla="*/ 28439 w 247924"/>
                    <a:gd name="connsiteY17" fmla="*/ 0 h 495848"/>
                    <a:gd name="connsiteX18" fmla="*/ 19251 w 247924"/>
                    <a:gd name="connsiteY18" fmla="*/ 36605 h 495848"/>
                    <a:gd name="connsiteX19" fmla="*/ 2042 w 247924"/>
                    <a:gd name="connsiteY19" fmla="*/ 59502 h 495848"/>
                    <a:gd name="connsiteX20" fmla="*/ 3208 w 247924"/>
                    <a:gd name="connsiteY20" fmla="*/ 82398 h 495848"/>
                    <a:gd name="connsiteX21" fmla="*/ 0 w 247924"/>
                    <a:gd name="connsiteY21" fmla="*/ 126004 h 495848"/>
                    <a:gd name="connsiteX22" fmla="*/ 21147 w 247924"/>
                    <a:gd name="connsiteY22" fmla="*/ 135484 h 495848"/>
                    <a:gd name="connsiteX23" fmla="*/ 42585 w 247924"/>
                    <a:gd name="connsiteY23" fmla="*/ 164505 h 495848"/>
                    <a:gd name="connsiteX24" fmla="*/ 36459 w 247924"/>
                    <a:gd name="connsiteY24" fmla="*/ 184339 h 495848"/>
                    <a:gd name="connsiteX25" fmla="*/ 36459 w 247924"/>
                    <a:gd name="connsiteY25" fmla="*/ 207235 h 495848"/>
                    <a:gd name="connsiteX26" fmla="*/ 40980 w 247924"/>
                    <a:gd name="connsiteY26" fmla="*/ 219486 h 495848"/>
                    <a:gd name="connsiteX27" fmla="*/ 47106 w 247924"/>
                    <a:gd name="connsiteY27" fmla="*/ 225611 h 495848"/>
                    <a:gd name="connsiteX28" fmla="*/ 53231 w 247924"/>
                    <a:gd name="connsiteY28" fmla="*/ 247049 h 495848"/>
                    <a:gd name="connsiteX29" fmla="*/ 42585 w 247924"/>
                    <a:gd name="connsiteY29" fmla="*/ 273009 h 495848"/>
                    <a:gd name="connsiteX30" fmla="*/ 42585 w 247924"/>
                    <a:gd name="connsiteY30" fmla="*/ 285259 h 495848"/>
                    <a:gd name="connsiteX31" fmla="*/ 47106 w 247924"/>
                    <a:gd name="connsiteY31" fmla="*/ 300572 h 495848"/>
                    <a:gd name="connsiteX32" fmla="*/ 47106 w 247924"/>
                    <a:gd name="connsiteY32" fmla="*/ 308155 h 495848"/>
                    <a:gd name="connsiteX33" fmla="*/ 30335 w 247924"/>
                    <a:gd name="connsiteY33" fmla="*/ 340240 h 495848"/>
                    <a:gd name="connsiteX34" fmla="*/ 39522 w 247924"/>
                    <a:gd name="connsiteY34" fmla="*/ 357011 h 495848"/>
                    <a:gd name="connsiteX35" fmla="*/ 51773 w 247924"/>
                    <a:gd name="connsiteY35" fmla="*/ 364595 h 495848"/>
                    <a:gd name="connsiteX36" fmla="*/ 57898 w 247924"/>
                    <a:gd name="connsiteY36" fmla="*/ 378303 h 495848"/>
                    <a:gd name="connsiteX37" fmla="*/ 47252 w 247924"/>
                    <a:gd name="connsiteY37" fmla="*/ 382824 h 495848"/>
                    <a:gd name="connsiteX38" fmla="*/ 41126 w 247924"/>
                    <a:gd name="connsiteY38" fmla="*/ 388950 h 495848"/>
                    <a:gd name="connsiteX39" fmla="*/ 57898 w 247924"/>
                    <a:gd name="connsiteY39" fmla="*/ 405721 h 495848"/>
                    <a:gd name="connsiteX40" fmla="*/ 74669 w 247924"/>
                    <a:gd name="connsiteY40" fmla="*/ 407180 h 495848"/>
                    <a:gd name="connsiteX41" fmla="*/ 111274 w 247924"/>
                    <a:gd name="connsiteY41" fmla="*/ 417825 h 495848"/>
                    <a:gd name="connsiteX42" fmla="*/ 121921 w 247924"/>
                    <a:gd name="connsiteY42" fmla="*/ 430076 h 495848"/>
                    <a:gd name="connsiteX43" fmla="*/ 149484 w 247924"/>
                    <a:gd name="connsiteY43" fmla="*/ 475869 h 495848"/>
                    <a:gd name="connsiteX44" fmla="*/ 154005 w 247924"/>
                    <a:gd name="connsiteY44" fmla="*/ 489578 h 495848"/>
                    <a:gd name="connsiteX45" fmla="*/ 163193 w 247924"/>
                    <a:gd name="connsiteY45" fmla="*/ 489578 h 495848"/>
                    <a:gd name="connsiteX46" fmla="*/ 173693 w 247924"/>
                    <a:gd name="connsiteY46" fmla="*/ 507370 h 495848"/>
                    <a:gd name="connsiteX47" fmla="*/ 171651 w 247924"/>
                    <a:gd name="connsiteY47" fmla="*/ 505474 h 495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247924" h="495848">
                      <a:moveTo>
                        <a:pt x="171651" y="505474"/>
                      </a:moveTo>
                      <a:lnTo>
                        <a:pt x="207381" y="424680"/>
                      </a:lnTo>
                      <a:lnTo>
                        <a:pt x="231883" y="412429"/>
                      </a:lnTo>
                      <a:lnTo>
                        <a:pt x="238008" y="386470"/>
                      </a:lnTo>
                      <a:lnTo>
                        <a:pt x="250258" y="326823"/>
                      </a:lnTo>
                      <a:lnTo>
                        <a:pt x="248799" y="279863"/>
                      </a:lnTo>
                      <a:cubicBezTo>
                        <a:pt x="224445" y="267321"/>
                        <a:pt x="189152" y="248799"/>
                        <a:pt x="186089" y="245737"/>
                      </a:cubicBezTo>
                      <a:cubicBezTo>
                        <a:pt x="181568" y="241216"/>
                        <a:pt x="176901" y="216715"/>
                        <a:pt x="176901" y="216715"/>
                      </a:cubicBezTo>
                      <a:lnTo>
                        <a:pt x="169318" y="177047"/>
                      </a:lnTo>
                      <a:lnTo>
                        <a:pt x="160130" y="146421"/>
                      </a:lnTo>
                      <a:lnTo>
                        <a:pt x="163193" y="118858"/>
                      </a:lnTo>
                      <a:lnTo>
                        <a:pt x="163630" y="89399"/>
                      </a:lnTo>
                      <a:lnTo>
                        <a:pt x="153276" y="63002"/>
                      </a:lnTo>
                      <a:lnTo>
                        <a:pt x="108649" y="35438"/>
                      </a:lnTo>
                      <a:lnTo>
                        <a:pt x="88086" y="5688"/>
                      </a:lnTo>
                      <a:lnTo>
                        <a:pt x="52502" y="18230"/>
                      </a:lnTo>
                      <a:lnTo>
                        <a:pt x="36459" y="13709"/>
                      </a:lnTo>
                      <a:lnTo>
                        <a:pt x="28439" y="0"/>
                      </a:lnTo>
                      <a:lnTo>
                        <a:pt x="19251" y="36605"/>
                      </a:lnTo>
                      <a:lnTo>
                        <a:pt x="2042" y="59502"/>
                      </a:lnTo>
                      <a:lnTo>
                        <a:pt x="3208" y="82398"/>
                      </a:lnTo>
                      <a:lnTo>
                        <a:pt x="0" y="126004"/>
                      </a:lnTo>
                      <a:cubicBezTo>
                        <a:pt x="9480" y="130088"/>
                        <a:pt x="21147" y="135484"/>
                        <a:pt x="21147" y="135484"/>
                      </a:cubicBezTo>
                      <a:cubicBezTo>
                        <a:pt x="28730" y="138546"/>
                        <a:pt x="42585" y="164505"/>
                        <a:pt x="42585" y="164505"/>
                      </a:cubicBezTo>
                      <a:cubicBezTo>
                        <a:pt x="42585" y="164505"/>
                        <a:pt x="36459" y="176755"/>
                        <a:pt x="36459" y="184339"/>
                      </a:cubicBezTo>
                      <a:cubicBezTo>
                        <a:pt x="36459" y="191923"/>
                        <a:pt x="36459" y="207235"/>
                        <a:pt x="36459" y="207235"/>
                      </a:cubicBezTo>
                      <a:lnTo>
                        <a:pt x="40980" y="219486"/>
                      </a:lnTo>
                      <a:lnTo>
                        <a:pt x="47106" y="225611"/>
                      </a:lnTo>
                      <a:lnTo>
                        <a:pt x="53231" y="247049"/>
                      </a:lnTo>
                      <a:lnTo>
                        <a:pt x="42585" y="273009"/>
                      </a:lnTo>
                      <a:lnTo>
                        <a:pt x="42585" y="285259"/>
                      </a:lnTo>
                      <a:lnTo>
                        <a:pt x="47106" y="300572"/>
                      </a:lnTo>
                      <a:lnTo>
                        <a:pt x="47106" y="308155"/>
                      </a:lnTo>
                      <a:lnTo>
                        <a:pt x="30335" y="340240"/>
                      </a:lnTo>
                      <a:cubicBezTo>
                        <a:pt x="30335" y="340240"/>
                        <a:pt x="34855" y="355553"/>
                        <a:pt x="39522" y="357011"/>
                      </a:cubicBezTo>
                      <a:cubicBezTo>
                        <a:pt x="44043" y="358470"/>
                        <a:pt x="51773" y="364595"/>
                        <a:pt x="51773" y="364595"/>
                      </a:cubicBezTo>
                      <a:cubicBezTo>
                        <a:pt x="51773" y="364595"/>
                        <a:pt x="68544" y="373783"/>
                        <a:pt x="57898" y="378303"/>
                      </a:cubicBezTo>
                      <a:cubicBezTo>
                        <a:pt x="47252" y="382824"/>
                        <a:pt x="53377" y="376845"/>
                        <a:pt x="47252" y="382824"/>
                      </a:cubicBezTo>
                      <a:cubicBezTo>
                        <a:pt x="41126" y="388950"/>
                        <a:pt x="36605" y="381366"/>
                        <a:pt x="41126" y="388950"/>
                      </a:cubicBezTo>
                      <a:cubicBezTo>
                        <a:pt x="45647" y="396533"/>
                        <a:pt x="57898" y="405721"/>
                        <a:pt x="57898" y="405721"/>
                      </a:cubicBezTo>
                      <a:lnTo>
                        <a:pt x="74669" y="407180"/>
                      </a:lnTo>
                      <a:lnTo>
                        <a:pt x="111274" y="417825"/>
                      </a:lnTo>
                      <a:lnTo>
                        <a:pt x="121921" y="430076"/>
                      </a:lnTo>
                      <a:lnTo>
                        <a:pt x="149484" y="475869"/>
                      </a:lnTo>
                      <a:lnTo>
                        <a:pt x="154005" y="489578"/>
                      </a:lnTo>
                      <a:lnTo>
                        <a:pt x="163193" y="489578"/>
                      </a:lnTo>
                      <a:cubicBezTo>
                        <a:pt x="163193" y="489578"/>
                        <a:pt x="169026" y="501391"/>
                        <a:pt x="173693" y="507370"/>
                      </a:cubicBezTo>
                      <a:cubicBezTo>
                        <a:pt x="172964" y="507370"/>
                        <a:pt x="172380" y="506495"/>
                        <a:pt x="171651" y="505474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50" name="Freeform: Shape 600">
                  <a:extLst>
                    <a:ext uri="{FF2B5EF4-FFF2-40B4-BE49-F238E27FC236}">
                      <a16:creationId xmlns:a16="http://schemas.microsoft.com/office/drawing/2014/main" id="{60B2701F-94E9-6CF4-F88E-BDE62C149585}"/>
                    </a:ext>
                  </a:extLst>
                </p:cNvPr>
                <p:cNvSpPr/>
                <p:nvPr/>
              </p:nvSpPr>
              <p:spPr>
                <a:xfrm>
                  <a:off x="10040016" y="554694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187 w 0"/>
                    <a:gd name="connsiteY1" fmla="*/ 1896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729" y="583"/>
                        <a:pt x="1458" y="1312"/>
                        <a:pt x="2187" y="1896"/>
                      </a:cubicBezTo>
                      <a:cubicBezTo>
                        <a:pt x="1312" y="1312"/>
                        <a:pt x="583" y="72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51" name="Freeform: Shape 601">
                  <a:extLst>
                    <a:ext uri="{FF2B5EF4-FFF2-40B4-BE49-F238E27FC236}">
                      <a16:creationId xmlns:a16="http://schemas.microsoft.com/office/drawing/2014/main" id="{E03FDF66-6CA0-A671-7156-655FBA56B792}"/>
                    </a:ext>
                  </a:extLst>
                </p:cNvPr>
                <p:cNvSpPr/>
                <p:nvPr/>
              </p:nvSpPr>
              <p:spPr>
                <a:xfrm>
                  <a:off x="10013911" y="5522296"/>
                  <a:ext cx="14584" cy="14584"/>
                </a:xfrm>
                <a:custGeom>
                  <a:avLst/>
                  <a:gdLst>
                    <a:gd name="connsiteX0" fmla="*/ 1750 w 0"/>
                    <a:gd name="connsiteY0" fmla="*/ 2041 h 0"/>
                    <a:gd name="connsiteX1" fmla="*/ 0 w 0"/>
                    <a:gd name="connsiteY1" fmla="*/ 0 h 0"/>
                    <a:gd name="connsiteX2" fmla="*/ 1750 w 0"/>
                    <a:gd name="connsiteY2" fmla="*/ 2041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750" y="2041"/>
                      </a:moveTo>
                      <a:cubicBezTo>
                        <a:pt x="1167" y="1458"/>
                        <a:pt x="583" y="729"/>
                        <a:pt x="0" y="0"/>
                      </a:cubicBezTo>
                      <a:cubicBezTo>
                        <a:pt x="583" y="875"/>
                        <a:pt x="1167" y="1458"/>
                        <a:pt x="1750" y="204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52" name="Freeform: Shape 602">
                  <a:extLst>
                    <a:ext uri="{FF2B5EF4-FFF2-40B4-BE49-F238E27FC236}">
                      <a16:creationId xmlns:a16="http://schemas.microsoft.com/office/drawing/2014/main" id="{20133BD3-CADA-D526-3E20-29ECAAF73CBB}"/>
                    </a:ext>
                  </a:extLst>
                </p:cNvPr>
                <p:cNvSpPr/>
                <p:nvPr/>
              </p:nvSpPr>
              <p:spPr>
                <a:xfrm>
                  <a:off x="10047454" y="555379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583 w 0"/>
                    <a:gd name="connsiteY1" fmla="*/ 583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6"/>
                        <a:pt x="437" y="437"/>
                        <a:pt x="583" y="583"/>
                      </a:cubicBezTo>
                      <a:cubicBezTo>
                        <a:pt x="437" y="437"/>
                        <a:pt x="292" y="29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53" name="Freeform: Shape 603">
                  <a:extLst>
                    <a:ext uri="{FF2B5EF4-FFF2-40B4-BE49-F238E27FC236}">
                      <a16:creationId xmlns:a16="http://schemas.microsoft.com/office/drawing/2014/main" id="{5D9317B8-5E94-1AB6-F801-306790E3E859}"/>
                    </a:ext>
                  </a:extLst>
                </p:cNvPr>
                <p:cNvSpPr/>
                <p:nvPr/>
              </p:nvSpPr>
              <p:spPr>
                <a:xfrm>
                  <a:off x="10025433" y="5533526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729 w 0"/>
                    <a:gd name="connsiteY1" fmla="*/ 583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292" y="146"/>
                        <a:pt x="437" y="437"/>
                        <a:pt x="729" y="583"/>
                      </a:cubicBezTo>
                      <a:cubicBezTo>
                        <a:pt x="437" y="437"/>
                        <a:pt x="292" y="29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54" name="Freeform: Shape 604">
                  <a:extLst>
                    <a:ext uri="{FF2B5EF4-FFF2-40B4-BE49-F238E27FC236}">
                      <a16:creationId xmlns:a16="http://schemas.microsoft.com/office/drawing/2014/main" id="{43A247AB-DF7F-4F77-7223-E429F1A9EF2D}"/>
                    </a:ext>
                  </a:extLst>
                </p:cNvPr>
                <p:cNvSpPr/>
                <p:nvPr/>
              </p:nvSpPr>
              <p:spPr>
                <a:xfrm>
                  <a:off x="10023099" y="5531338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729 w 0"/>
                    <a:gd name="connsiteY1" fmla="*/ 583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292" y="146"/>
                        <a:pt x="437" y="437"/>
                        <a:pt x="729" y="583"/>
                      </a:cubicBezTo>
                      <a:cubicBezTo>
                        <a:pt x="437" y="437"/>
                        <a:pt x="146" y="29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55" name="Freeform: Shape 605">
                  <a:extLst>
                    <a:ext uri="{FF2B5EF4-FFF2-40B4-BE49-F238E27FC236}">
                      <a16:creationId xmlns:a16="http://schemas.microsoft.com/office/drawing/2014/main" id="{0A215671-F98E-6111-D0F8-9E5669EF491F}"/>
                    </a:ext>
                  </a:extLst>
                </p:cNvPr>
                <p:cNvSpPr/>
                <p:nvPr/>
              </p:nvSpPr>
              <p:spPr>
                <a:xfrm>
                  <a:off x="10016245" y="552506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292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6"/>
                        <a:pt x="146" y="146"/>
                        <a:pt x="292" y="292"/>
                      </a:cubicBezTo>
                      <a:cubicBezTo>
                        <a:pt x="292" y="146"/>
                        <a:pt x="146" y="0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56" name="Freeform: Shape 606">
                  <a:extLst>
                    <a:ext uri="{FF2B5EF4-FFF2-40B4-BE49-F238E27FC236}">
                      <a16:creationId xmlns:a16="http://schemas.microsoft.com/office/drawing/2014/main" id="{B9BB852F-E076-E01B-D07F-4D5BB8384BBB}"/>
                    </a:ext>
                  </a:extLst>
                </p:cNvPr>
                <p:cNvSpPr/>
                <p:nvPr/>
              </p:nvSpPr>
              <p:spPr>
                <a:xfrm>
                  <a:off x="10049642" y="5555985"/>
                  <a:ext cx="14584" cy="14584"/>
                </a:xfrm>
                <a:custGeom>
                  <a:avLst/>
                  <a:gdLst>
                    <a:gd name="connsiteX0" fmla="*/ 2479 w 0"/>
                    <a:gd name="connsiteY0" fmla="*/ 2187 h 0"/>
                    <a:gd name="connsiteX1" fmla="*/ 0 w 0"/>
                    <a:gd name="connsiteY1" fmla="*/ 0 h 0"/>
                    <a:gd name="connsiteX2" fmla="*/ 2479 w 0"/>
                    <a:gd name="connsiteY2" fmla="*/ 2187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2479" y="2187"/>
                      </a:moveTo>
                      <a:cubicBezTo>
                        <a:pt x="1604" y="1458"/>
                        <a:pt x="875" y="729"/>
                        <a:pt x="0" y="0"/>
                      </a:cubicBezTo>
                      <a:cubicBezTo>
                        <a:pt x="875" y="583"/>
                        <a:pt x="1604" y="1312"/>
                        <a:pt x="2479" y="2187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57" name="Freeform: Shape 607">
                  <a:extLst>
                    <a:ext uri="{FF2B5EF4-FFF2-40B4-BE49-F238E27FC236}">
                      <a16:creationId xmlns:a16="http://schemas.microsoft.com/office/drawing/2014/main" id="{81F700EB-075A-FE8F-2710-B9A6A3C57ADA}"/>
                    </a:ext>
                  </a:extLst>
                </p:cNvPr>
                <p:cNvSpPr/>
                <p:nvPr/>
              </p:nvSpPr>
              <p:spPr>
                <a:xfrm>
                  <a:off x="10057079" y="556269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292 h 0"/>
                    <a:gd name="connsiteX2" fmla="*/ 292 w 0"/>
                    <a:gd name="connsiteY2" fmla="*/ 292 h 0"/>
                    <a:gd name="connsiteX3" fmla="*/ 0 w 0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6"/>
                        <a:pt x="146" y="146"/>
                        <a:pt x="292" y="292"/>
                      </a:cubicBezTo>
                      <a:lnTo>
                        <a:pt x="292" y="292"/>
                      </a:lnTo>
                      <a:cubicBezTo>
                        <a:pt x="146" y="146"/>
                        <a:pt x="146" y="0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58" name="Freeform: Shape 608">
                  <a:extLst>
                    <a:ext uri="{FF2B5EF4-FFF2-40B4-BE49-F238E27FC236}">
                      <a16:creationId xmlns:a16="http://schemas.microsoft.com/office/drawing/2014/main" id="{BE6F09D0-3FCD-344F-6A35-E3F4CAD19611}"/>
                    </a:ext>
                  </a:extLst>
                </p:cNvPr>
                <p:cNvSpPr/>
                <p:nvPr/>
              </p:nvSpPr>
              <p:spPr>
                <a:xfrm>
                  <a:off x="10020912" y="552944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583 w 0"/>
                    <a:gd name="connsiteY1" fmla="*/ 583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6"/>
                        <a:pt x="437" y="437"/>
                        <a:pt x="583" y="583"/>
                      </a:cubicBezTo>
                      <a:cubicBezTo>
                        <a:pt x="437" y="437"/>
                        <a:pt x="292" y="146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59" name="Freeform: Shape 609">
                  <a:extLst>
                    <a:ext uri="{FF2B5EF4-FFF2-40B4-BE49-F238E27FC236}">
                      <a16:creationId xmlns:a16="http://schemas.microsoft.com/office/drawing/2014/main" id="{CDA1792A-91CD-8F35-6FE2-D2F48B60176D}"/>
                    </a:ext>
                  </a:extLst>
                </p:cNvPr>
                <p:cNvSpPr/>
                <p:nvPr/>
              </p:nvSpPr>
              <p:spPr>
                <a:xfrm>
                  <a:off x="10017412" y="5526088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292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6"/>
                        <a:pt x="292" y="146"/>
                        <a:pt x="292" y="292"/>
                      </a:cubicBezTo>
                      <a:cubicBezTo>
                        <a:pt x="292" y="292"/>
                        <a:pt x="146" y="146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60" name="Freeform: Shape 610">
                  <a:extLst>
                    <a:ext uri="{FF2B5EF4-FFF2-40B4-BE49-F238E27FC236}">
                      <a16:creationId xmlns:a16="http://schemas.microsoft.com/office/drawing/2014/main" id="{CBCD25B4-2DDD-690E-AA7A-E8CE422CFB5E}"/>
                    </a:ext>
                  </a:extLst>
                </p:cNvPr>
                <p:cNvSpPr/>
                <p:nvPr/>
              </p:nvSpPr>
              <p:spPr>
                <a:xfrm>
                  <a:off x="10019016" y="5527546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292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6"/>
                        <a:pt x="146" y="146"/>
                        <a:pt x="292" y="292"/>
                      </a:cubicBezTo>
                      <a:cubicBezTo>
                        <a:pt x="146" y="146"/>
                        <a:pt x="0" y="146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sp>
            <p:nvSpPr>
              <p:cNvPr id="101" name="Freeform: Shape 611">
                <a:extLst>
                  <a:ext uri="{FF2B5EF4-FFF2-40B4-BE49-F238E27FC236}">
                    <a16:creationId xmlns:a16="http://schemas.microsoft.com/office/drawing/2014/main" id="{A58A8309-2F0F-B237-472D-A59624523875}"/>
                  </a:ext>
                </a:extLst>
              </p:cNvPr>
              <p:cNvSpPr/>
              <p:nvPr/>
            </p:nvSpPr>
            <p:spPr>
              <a:xfrm>
                <a:off x="10370339" y="4714063"/>
                <a:ext cx="14584" cy="14584"/>
              </a:xfrm>
              <a:custGeom>
                <a:avLst/>
                <a:gdLst>
                  <a:gd name="connsiteX0" fmla="*/ 4375 w 0"/>
                  <a:gd name="connsiteY0" fmla="*/ 0 h 0"/>
                  <a:gd name="connsiteX1" fmla="*/ 0 w 0"/>
                  <a:gd name="connsiteY1" fmla="*/ 583 h 0"/>
                  <a:gd name="connsiteX2" fmla="*/ 4375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4375" y="0"/>
                    </a:moveTo>
                    <a:cubicBezTo>
                      <a:pt x="2917" y="146"/>
                      <a:pt x="1458" y="437"/>
                      <a:pt x="0" y="583"/>
                    </a:cubicBezTo>
                    <a:cubicBezTo>
                      <a:pt x="1458" y="292"/>
                      <a:pt x="2917" y="146"/>
                      <a:pt x="4375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02" name="Freeform: Shape 612">
                <a:extLst>
                  <a:ext uri="{FF2B5EF4-FFF2-40B4-BE49-F238E27FC236}">
                    <a16:creationId xmlns:a16="http://schemas.microsoft.com/office/drawing/2014/main" id="{E8BC8A56-EE2E-FFD4-B12C-140D533821C4}"/>
                  </a:ext>
                </a:extLst>
              </p:cNvPr>
              <p:cNvSpPr/>
              <p:nvPr/>
            </p:nvSpPr>
            <p:spPr>
              <a:xfrm>
                <a:off x="10360568" y="4715375"/>
                <a:ext cx="14584" cy="14584"/>
              </a:xfrm>
              <a:custGeom>
                <a:avLst/>
                <a:gdLst>
                  <a:gd name="connsiteX0" fmla="*/ 3791 w 0"/>
                  <a:gd name="connsiteY0" fmla="*/ 0 h 0"/>
                  <a:gd name="connsiteX1" fmla="*/ 0 w 0"/>
                  <a:gd name="connsiteY1" fmla="*/ 437 h 0"/>
                  <a:gd name="connsiteX2" fmla="*/ 3791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3791" y="0"/>
                    </a:moveTo>
                    <a:cubicBezTo>
                      <a:pt x="2479" y="146"/>
                      <a:pt x="1312" y="292"/>
                      <a:pt x="0" y="437"/>
                    </a:cubicBezTo>
                    <a:cubicBezTo>
                      <a:pt x="1312" y="292"/>
                      <a:pt x="2625" y="146"/>
                      <a:pt x="3791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03" name="Freeform: Shape 613">
                <a:extLst>
                  <a:ext uri="{FF2B5EF4-FFF2-40B4-BE49-F238E27FC236}">
                    <a16:creationId xmlns:a16="http://schemas.microsoft.com/office/drawing/2014/main" id="{B8128D0D-D120-A7A9-C000-50ABFF248A3A}"/>
                  </a:ext>
                </a:extLst>
              </p:cNvPr>
              <p:cNvSpPr/>
              <p:nvPr/>
            </p:nvSpPr>
            <p:spPr>
              <a:xfrm>
                <a:off x="10365527" y="4714646"/>
                <a:ext cx="14584" cy="14584"/>
              </a:xfrm>
              <a:custGeom>
                <a:avLst/>
                <a:gdLst>
                  <a:gd name="connsiteX0" fmla="*/ 3937 w 0"/>
                  <a:gd name="connsiteY0" fmla="*/ 0 h 0"/>
                  <a:gd name="connsiteX1" fmla="*/ 0 w 0"/>
                  <a:gd name="connsiteY1" fmla="*/ 437 h 0"/>
                  <a:gd name="connsiteX2" fmla="*/ 3937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3937" y="0"/>
                    </a:moveTo>
                    <a:cubicBezTo>
                      <a:pt x="2625" y="146"/>
                      <a:pt x="1312" y="292"/>
                      <a:pt x="0" y="437"/>
                    </a:cubicBezTo>
                    <a:cubicBezTo>
                      <a:pt x="1312" y="437"/>
                      <a:pt x="2625" y="146"/>
                      <a:pt x="3937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04" name="Freeform: Shape 614">
                <a:extLst>
                  <a:ext uri="{FF2B5EF4-FFF2-40B4-BE49-F238E27FC236}">
                    <a16:creationId xmlns:a16="http://schemas.microsoft.com/office/drawing/2014/main" id="{DA8FA92C-4F57-1134-23A9-4028C9123E75}"/>
                  </a:ext>
                </a:extLst>
              </p:cNvPr>
              <p:cNvSpPr/>
              <p:nvPr/>
            </p:nvSpPr>
            <p:spPr>
              <a:xfrm>
                <a:off x="10341609" y="4717563"/>
                <a:ext cx="14584" cy="14584"/>
              </a:xfrm>
              <a:custGeom>
                <a:avLst/>
                <a:gdLst>
                  <a:gd name="connsiteX0" fmla="*/ 2917 w 0"/>
                  <a:gd name="connsiteY0" fmla="*/ 0 h 0"/>
                  <a:gd name="connsiteX1" fmla="*/ 0 w 0"/>
                  <a:gd name="connsiteY1" fmla="*/ 292 h 0"/>
                  <a:gd name="connsiteX2" fmla="*/ 2917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917" y="0"/>
                    </a:moveTo>
                    <a:cubicBezTo>
                      <a:pt x="1896" y="146"/>
                      <a:pt x="1021" y="146"/>
                      <a:pt x="0" y="292"/>
                    </a:cubicBezTo>
                    <a:cubicBezTo>
                      <a:pt x="875" y="292"/>
                      <a:pt x="1896" y="146"/>
                      <a:pt x="2917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05" name="Freeform: Shape 615">
                <a:extLst>
                  <a:ext uri="{FF2B5EF4-FFF2-40B4-BE49-F238E27FC236}">
                    <a16:creationId xmlns:a16="http://schemas.microsoft.com/office/drawing/2014/main" id="{5E510AA8-42FE-A67C-80F4-50110610C8FA}"/>
                  </a:ext>
                </a:extLst>
              </p:cNvPr>
              <p:cNvSpPr/>
              <p:nvPr/>
            </p:nvSpPr>
            <p:spPr>
              <a:xfrm>
                <a:off x="10355755" y="4715959"/>
                <a:ext cx="14584" cy="14584"/>
              </a:xfrm>
              <a:custGeom>
                <a:avLst/>
                <a:gdLst>
                  <a:gd name="connsiteX0" fmla="*/ 3646 w 0"/>
                  <a:gd name="connsiteY0" fmla="*/ 0 h 0"/>
                  <a:gd name="connsiteX1" fmla="*/ 0 w 0"/>
                  <a:gd name="connsiteY1" fmla="*/ 437 h 0"/>
                  <a:gd name="connsiteX2" fmla="*/ 3646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3646" y="0"/>
                    </a:moveTo>
                    <a:cubicBezTo>
                      <a:pt x="2479" y="146"/>
                      <a:pt x="1167" y="292"/>
                      <a:pt x="0" y="437"/>
                    </a:cubicBezTo>
                    <a:cubicBezTo>
                      <a:pt x="1167" y="292"/>
                      <a:pt x="2333" y="146"/>
                      <a:pt x="3646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06" name="Freeform: Shape 616">
                <a:extLst>
                  <a:ext uri="{FF2B5EF4-FFF2-40B4-BE49-F238E27FC236}">
                    <a16:creationId xmlns:a16="http://schemas.microsoft.com/office/drawing/2014/main" id="{D18B4C4A-8DF4-7DCB-C7EA-896D8BB5F7D7}"/>
                  </a:ext>
                </a:extLst>
              </p:cNvPr>
              <p:cNvSpPr/>
              <p:nvPr/>
            </p:nvSpPr>
            <p:spPr>
              <a:xfrm>
                <a:off x="10346276" y="4716980"/>
                <a:ext cx="14584" cy="14584"/>
              </a:xfrm>
              <a:custGeom>
                <a:avLst/>
                <a:gdLst>
                  <a:gd name="connsiteX0" fmla="*/ 3208 w 0"/>
                  <a:gd name="connsiteY0" fmla="*/ 0 h 0"/>
                  <a:gd name="connsiteX1" fmla="*/ 0 w 0"/>
                  <a:gd name="connsiteY1" fmla="*/ 292 h 0"/>
                  <a:gd name="connsiteX2" fmla="*/ 3208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3208" y="0"/>
                    </a:moveTo>
                    <a:cubicBezTo>
                      <a:pt x="2187" y="146"/>
                      <a:pt x="1021" y="292"/>
                      <a:pt x="0" y="292"/>
                    </a:cubicBezTo>
                    <a:cubicBezTo>
                      <a:pt x="1021" y="292"/>
                      <a:pt x="2041" y="146"/>
                      <a:pt x="3208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07" name="Freeform: Shape 617">
                <a:extLst>
                  <a:ext uri="{FF2B5EF4-FFF2-40B4-BE49-F238E27FC236}">
                    <a16:creationId xmlns:a16="http://schemas.microsoft.com/office/drawing/2014/main" id="{6E643139-48F2-B4A8-7A2F-F872B8AAC27C}"/>
                  </a:ext>
                </a:extLst>
              </p:cNvPr>
              <p:cNvSpPr/>
              <p:nvPr/>
            </p:nvSpPr>
            <p:spPr>
              <a:xfrm>
                <a:off x="10375006" y="4713334"/>
                <a:ext cx="14584" cy="14584"/>
              </a:xfrm>
              <a:custGeom>
                <a:avLst/>
                <a:gdLst>
                  <a:gd name="connsiteX0" fmla="*/ 4667 w 0"/>
                  <a:gd name="connsiteY0" fmla="*/ 0 h 0"/>
                  <a:gd name="connsiteX1" fmla="*/ 0 w 0"/>
                  <a:gd name="connsiteY1" fmla="*/ 583 h 0"/>
                  <a:gd name="connsiteX2" fmla="*/ 4667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4667" y="0"/>
                    </a:moveTo>
                    <a:cubicBezTo>
                      <a:pt x="3062" y="146"/>
                      <a:pt x="1604" y="437"/>
                      <a:pt x="0" y="583"/>
                    </a:cubicBezTo>
                    <a:cubicBezTo>
                      <a:pt x="1604" y="437"/>
                      <a:pt x="3208" y="292"/>
                      <a:pt x="4667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08" name="Freeform: Shape 618">
                <a:extLst>
                  <a:ext uri="{FF2B5EF4-FFF2-40B4-BE49-F238E27FC236}">
                    <a16:creationId xmlns:a16="http://schemas.microsoft.com/office/drawing/2014/main" id="{E2697ED2-EF18-8146-460A-3F5F833F1A55}"/>
                  </a:ext>
                </a:extLst>
              </p:cNvPr>
              <p:cNvSpPr/>
              <p:nvPr/>
            </p:nvSpPr>
            <p:spPr>
              <a:xfrm>
                <a:off x="10350943" y="4716542"/>
                <a:ext cx="14584" cy="14584"/>
              </a:xfrm>
              <a:custGeom>
                <a:avLst/>
                <a:gdLst>
                  <a:gd name="connsiteX0" fmla="*/ 3500 w 0"/>
                  <a:gd name="connsiteY0" fmla="*/ 0 h 0"/>
                  <a:gd name="connsiteX1" fmla="*/ 0 w 0"/>
                  <a:gd name="connsiteY1" fmla="*/ 437 h 0"/>
                  <a:gd name="connsiteX2" fmla="*/ 350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3500" y="0"/>
                    </a:moveTo>
                    <a:cubicBezTo>
                      <a:pt x="2333" y="146"/>
                      <a:pt x="1167" y="292"/>
                      <a:pt x="0" y="437"/>
                    </a:cubicBezTo>
                    <a:cubicBezTo>
                      <a:pt x="1167" y="146"/>
                      <a:pt x="2333" y="146"/>
                      <a:pt x="350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09" name="Freeform: Shape 619">
                <a:extLst>
                  <a:ext uri="{FF2B5EF4-FFF2-40B4-BE49-F238E27FC236}">
                    <a16:creationId xmlns:a16="http://schemas.microsoft.com/office/drawing/2014/main" id="{0DB42813-F00F-F452-1D8B-7E61EC34DF2F}"/>
                  </a:ext>
                </a:extLst>
              </p:cNvPr>
              <p:cNvSpPr/>
              <p:nvPr/>
            </p:nvSpPr>
            <p:spPr>
              <a:xfrm>
                <a:off x="10328630" y="4719021"/>
                <a:ext cx="14584" cy="14584"/>
              </a:xfrm>
              <a:custGeom>
                <a:avLst/>
                <a:gdLst>
                  <a:gd name="connsiteX0" fmla="*/ 0 w 0"/>
                  <a:gd name="connsiteY0" fmla="*/ 146 h 0"/>
                  <a:gd name="connsiteX1" fmla="*/ 2187 w 0"/>
                  <a:gd name="connsiteY1" fmla="*/ 0 h 0"/>
                  <a:gd name="connsiteX2" fmla="*/ 0 w 0"/>
                  <a:gd name="connsiteY2" fmla="*/ 146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146"/>
                    </a:moveTo>
                    <a:cubicBezTo>
                      <a:pt x="729" y="146"/>
                      <a:pt x="1458" y="0"/>
                      <a:pt x="2187" y="0"/>
                    </a:cubicBezTo>
                    <a:cubicBezTo>
                      <a:pt x="1458" y="0"/>
                      <a:pt x="729" y="0"/>
                      <a:pt x="0" y="146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10" name="Freeform: Shape 620">
                <a:extLst>
                  <a:ext uri="{FF2B5EF4-FFF2-40B4-BE49-F238E27FC236}">
                    <a16:creationId xmlns:a16="http://schemas.microsoft.com/office/drawing/2014/main" id="{A5444284-0F41-6D9B-D2FC-BD0710317AFC}"/>
                  </a:ext>
                </a:extLst>
              </p:cNvPr>
              <p:cNvSpPr/>
              <p:nvPr/>
            </p:nvSpPr>
            <p:spPr>
              <a:xfrm>
                <a:off x="10317837" y="4719751"/>
                <a:ext cx="14584" cy="14584"/>
              </a:xfrm>
              <a:custGeom>
                <a:avLst/>
                <a:gdLst>
                  <a:gd name="connsiteX0" fmla="*/ 0 w 0"/>
                  <a:gd name="connsiteY0" fmla="*/ 146 h 0"/>
                  <a:gd name="connsiteX1" fmla="*/ 1458 w 0"/>
                  <a:gd name="connsiteY1" fmla="*/ 0 h 0"/>
                  <a:gd name="connsiteX2" fmla="*/ 0 w 0"/>
                  <a:gd name="connsiteY2" fmla="*/ 146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146"/>
                    </a:moveTo>
                    <a:cubicBezTo>
                      <a:pt x="437" y="146"/>
                      <a:pt x="875" y="146"/>
                      <a:pt x="1458" y="0"/>
                    </a:cubicBezTo>
                    <a:cubicBezTo>
                      <a:pt x="875" y="0"/>
                      <a:pt x="437" y="0"/>
                      <a:pt x="0" y="146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11" name="Freeform: Shape 621">
                <a:extLst>
                  <a:ext uri="{FF2B5EF4-FFF2-40B4-BE49-F238E27FC236}">
                    <a16:creationId xmlns:a16="http://schemas.microsoft.com/office/drawing/2014/main" id="{6E1EE39C-59A7-1E7A-D8CA-913813424C8C}"/>
                  </a:ext>
                </a:extLst>
              </p:cNvPr>
              <p:cNvSpPr/>
              <p:nvPr/>
            </p:nvSpPr>
            <p:spPr>
              <a:xfrm>
                <a:off x="10314775" y="4719897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1021 w 0"/>
                  <a:gd name="connsiteY1" fmla="*/ 0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292" y="0"/>
                      <a:pt x="729" y="0"/>
                      <a:pt x="1021" y="0"/>
                    </a:cubicBezTo>
                    <a:cubicBezTo>
                      <a:pt x="583" y="0"/>
                      <a:pt x="292" y="0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12" name="Freeform: Shape 622">
                <a:extLst>
                  <a:ext uri="{FF2B5EF4-FFF2-40B4-BE49-F238E27FC236}">
                    <a16:creationId xmlns:a16="http://schemas.microsoft.com/office/drawing/2014/main" id="{D4BEB3AB-1599-4036-5AFE-3689AD336573}"/>
                  </a:ext>
                </a:extLst>
              </p:cNvPr>
              <p:cNvSpPr/>
              <p:nvPr/>
            </p:nvSpPr>
            <p:spPr>
              <a:xfrm>
                <a:off x="10337088" y="4718001"/>
                <a:ext cx="14584" cy="14584"/>
              </a:xfrm>
              <a:custGeom>
                <a:avLst/>
                <a:gdLst>
                  <a:gd name="connsiteX0" fmla="*/ 0 w 0"/>
                  <a:gd name="connsiteY0" fmla="*/ 292 h 0"/>
                  <a:gd name="connsiteX1" fmla="*/ 2771 w 0"/>
                  <a:gd name="connsiteY1" fmla="*/ 0 h 0"/>
                  <a:gd name="connsiteX2" fmla="*/ 0 w 0"/>
                  <a:gd name="connsiteY2" fmla="*/ 29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292"/>
                    </a:moveTo>
                    <a:cubicBezTo>
                      <a:pt x="875" y="146"/>
                      <a:pt x="1750" y="146"/>
                      <a:pt x="2771" y="0"/>
                    </a:cubicBezTo>
                    <a:cubicBezTo>
                      <a:pt x="1896" y="146"/>
                      <a:pt x="1021" y="292"/>
                      <a:pt x="0" y="292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13" name="Freeform: Shape 623">
                <a:extLst>
                  <a:ext uri="{FF2B5EF4-FFF2-40B4-BE49-F238E27FC236}">
                    <a16:creationId xmlns:a16="http://schemas.microsoft.com/office/drawing/2014/main" id="{CD703077-5A89-9A0F-5FEE-B11BBA7B848C}"/>
                  </a:ext>
                </a:extLst>
              </p:cNvPr>
              <p:cNvSpPr/>
              <p:nvPr/>
            </p:nvSpPr>
            <p:spPr>
              <a:xfrm>
                <a:off x="10332859" y="4718438"/>
                <a:ext cx="14584" cy="14584"/>
              </a:xfrm>
              <a:custGeom>
                <a:avLst/>
                <a:gdLst>
                  <a:gd name="connsiteX0" fmla="*/ 0 w 0"/>
                  <a:gd name="connsiteY0" fmla="*/ 292 h 0"/>
                  <a:gd name="connsiteX1" fmla="*/ 2333 w 0"/>
                  <a:gd name="connsiteY1" fmla="*/ 0 h 0"/>
                  <a:gd name="connsiteX2" fmla="*/ 0 w 0"/>
                  <a:gd name="connsiteY2" fmla="*/ 29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292"/>
                    </a:moveTo>
                    <a:cubicBezTo>
                      <a:pt x="729" y="292"/>
                      <a:pt x="1604" y="146"/>
                      <a:pt x="2333" y="0"/>
                    </a:cubicBezTo>
                    <a:cubicBezTo>
                      <a:pt x="1604" y="146"/>
                      <a:pt x="729" y="292"/>
                      <a:pt x="0" y="292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14" name="Freeform: Shape 624">
                <a:extLst>
                  <a:ext uri="{FF2B5EF4-FFF2-40B4-BE49-F238E27FC236}">
                    <a16:creationId xmlns:a16="http://schemas.microsoft.com/office/drawing/2014/main" id="{B744F7D7-C127-AB10-0232-CF6607588EA8}"/>
                  </a:ext>
                </a:extLst>
              </p:cNvPr>
              <p:cNvSpPr/>
              <p:nvPr/>
            </p:nvSpPr>
            <p:spPr>
              <a:xfrm>
                <a:off x="10321192" y="4719459"/>
                <a:ext cx="14584" cy="14584"/>
              </a:xfrm>
              <a:custGeom>
                <a:avLst/>
                <a:gdLst>
                  <a:gd name="connsiteX0" fmla="*/ 0 w 0"/>
                  <a:gd name="connsiteY0" fmla="*/ 146 h 0"/>
                  <a:gd name="connsiteX1" fmla="*/ 1750 w 0"/>
                  <a:gd name="connsiteY1" fmla="*/ 0 h 0"/>
                  <a:gd name="connsiteX2" fmla="*/ 0 w 0"/>
                  <a:gd name="connsiteY2" fmla="*/ 146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146"/>
                    </a:moveTo>
                    <a:cubicBezTo>
                      <a:pt x="583" y="146"/>
                      <a:pt x="1167" y="0"/>
                      <a:pt x="1750" y="0"/>
                    </a:cubicBezTo>
                    <a:cubicBezTo>
                      <a:pt x="1021" y="146"/>
                      <a:pt x="437" y="146"/>
                      <a:pt x="0" y="146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15" name="Freeform: Shape 625">
                <a:extLst>
                  <a:ext uri="{FF2B5EF4-FFF2-40B4-BE49-F238E27FC236}">
                    <a16:creationId xmlns:a16="http://schemas.microsoft.com/office/drawing/2014/main" id="{27683FB7-905D-5B22-035F-CE98499DA84C}"/>
                  </a:ext>
                </a:extLst>
              </p:cNvPr>
              <p:cNvSpPr/>
              <p:nvPr/>
            </p:nvSpPr>
            <p:spPr>
              <a:xfrm>
                <a:off x="10324838" y="4719313"/>
                <a:ext cx="14584" cy="14584"/>
              </a:xfrm>
              <a:custGeom>
                <a:avLst/>
                <a:gdLst>
                  <a:gd name="connsiteX0" fmla="*/ 0 w 0"/>
                  <a:gd name="connsiteY0" fmla="*/ 146 h 0"/>
                  <a:gd name="connsiteX1" fmla="*/ 1896 w 0"/>
                  <a:gd name="connsiteY1" fmla="*/ 0 h 0"/>
                  <a:gd name="connsiteX2" fmla="*/ 0 w 0"/>
                  <a:gd name="connsiteY2" fmla="*/ 146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146"/>
                    </a:moveTo>
                    <a:cubicBezTo>
                      <a:pt x="583" y="146"/>
                      <a:pt x="1312" y="0"/>
                      <a:pt x="1896" y="0"/>
                    </a:cubicBezTo>
                    <a:cubicBezTo>
                      <a:pt x="1312" y="0"/>
                      <a:pt x="583" y="0"/>
                      <a:pt x="0" y="146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116" name="Graphic 1">
                <a:extLst>
                  <a:ext uri="{FF2B5EF4-FFF2-40B4-BE49-F238E27FC236}">
                    <a16:creationId xmlns:a16="http://schemas.microsoft.com/office/drawing/2014/main" id="{C66E5C4C-A63E-3078-100D-1C49AD671796}"/>
                  </a:ext>
                </a:extLst>
              </p:cNvPr>
              <p:cNvGrpSpPr/>
              <p:nvPr/>
            </p:nvGrpSpPr>
            <p:grpSpPr>
              <a:xfrm>
                <a:off x="9691172" y="4404887"/>
                <a:ext cx="583351" cy="641687"/>
                <a:chOff x="9691172" y="4404887"/>
                <a:chExt cx="583351" cy="641687"/>
              </a:xfrm>
              <a:grpFill/>
            </p:grpSpPr>
            <p:sp>
              <p:nvSpPr>
                <p:cNvPr id="241" name="Freeform: Shape 627">
                  <a:extLst>
                    <a:ext uri="{FF2B5EF4-FFF2-40B4-BE49-F238E27FC236}">
                      <a16:creationId xmlns:a16="http://schemas.microsoft.com/office/drawing/2014/main" id="{EAE6E8CD-6511-9EC7-F27D-23E5BB8E4FEE}"/>
                    </a:ext>
                  </a:extLst>
                </p:cNvPr>
                <p:cNvSpPr/>
                <p:nvPr/>
              </p:nvSpPr>
              <p:spPr>
                <a:xfrm>
                  <a:off x="9691172" y="4404887"/>
                  <a:ext cx="583351" cy="641687"/>
                </a:xfrm>
                <a:custGeom>
                  <a:avLst/>
                  <a:gdLst>
                    <a:gd name="connsiteX0" fmla="*/ 299988 w 583351"/>
                    <a:gd name="connsiteY0" fmla="*/ 475577 h 641686"/>
                    <a:gd name="connsiteX1" fmla="*/ 356136 w 583351"/>
                    <a:gd name="connsiteY1" fmla="*/ 538579 h 641686"/>
                    <a:gd name="connsiteX2" fmla="*/ 425993 w 583351"/>
                    <a:gd name="connsiteY2" fmla="*/ 569497 h 641686"/>
                    <a:gd name="connsiteX3" fmla="*/ 429492 w 583351"/>
                    <a:gd name="connsiteY3" fmla="*/ 584372 h 641686"/>
                    <a:gd name="connsiteX4" fmla="*/ 408929 w 583351"/>
                    <a:gd name="connsiteY4" fmla="*/ 631332 h 641686"/>
                    <a:gd name="connsiteX5" fmla="*/ 407471 w 583351"/>
                    <a:gd name="connsiteY5" fmla="*/ 654374 h 641686"/>
                    <a:gd name="connsiteX6" fmla="*/ 426868 w 583351"/>
                    <a:gd name="connsiteY6" fmla="*/ 645916 h 641686"/>
                    <a:gd name="connsiteX7" fmla="*/ 439118 w 583351"/>
                    <a:gd name="connsiteY7" fmla="*/ 615290 h 641686"/>
                    <a:gd name="connsiteX8" fmla="*/ 462014 w 583351"/>
                    <a:gd name="connsiteY8" fmla="*/ 606102 h 641686"/>
                    <a:gd name="connsiteX9" fmla="*/ 481848 w 583351"/>
                    <a:gd name="connsiteY9" fmla="*/ 615290 h 641686"/>
                    <a:gd name="connsiteX10" fmla="*/ 507807 w 583351"/>
                    <a:gd name="connsiteY10" fmla="*/ 615290 h 641686"/>
                    <a:gd name="connsiteX11" fmla="*/ 524287 w 583351"/>
                    <a:gd name="connsiteY11" fmla="*/ 605373 h 641686"/>
                    <a:gd name="connsiteX12" fmla="*/ 519766 w 583351"/>
                    <a:gd name="connsiteY12" fmla="*/ 570955 h 641686"/>
                    <a:gd name="connsiteX13" fmla="*/ 529100 w 583351"/>
                    <a:gd name="connsiteY13" fmla="*/ 524141 h 641686"/>
                    <a:gd name="connsiteX14" fmla="*/ 583497 w 583351"/>
                    <a:gd name="connsiteY14" fmla="*/ 439847 h 641686"/>
                    <a:gd name="connsiteX15" fmla="*/ 538579 w 583351"/>
                    <a:gd name="connsiteY15" fmla="*/ 422930 h 641686"/>
                    <a:gd name="connsiteX16" fmla="*/ 502995 w 583351"/>
                    <a:gd name="connsiteY16" fmla="*/ 389241 h 641686"/>
                    <a:gd name="connsiteX17" fmla="*/ 489869 w 583351"/>
                    <a:gd name="connsiteY17" fmla="*/ 366782 h 641686"/>
                    <a:gd name="connsiteX18" fmla="*/ 476744 w 583351"/>
                    <a:gd name="connsiteY18" fmla="*/ 344323 h 641686"/>
                    <a:gd name="connsiteX19" fmla="*/ 484182 w 583351"/>
                    <a:gd name="connsiteY19" fmla="*/ 321864 h 641686"/>
                    <a:gd name="connsiteX20" fmla="*/ 490599 w 583351"/>
                    <a:gd name="connsiteY20" fmla="*/ 262216 h 641686"/>
                    <a:gd name="connsiteX21" fmla="*/ 492495 w 583351"/>
                    <a:gd name="connsiteY21" fmla="*/ 264842 h 641686"/>
                    <a:gd name="connsiteX22" fmla="*/ 471931 w 583351"/>
                    <a:gd name="connsiteY22" fmla="*/ 235091 h 641686"/>
                    <a:gd name="connsiteX23" fmla="*/ 481119 w 583351"/>
                    <a:gd name="connsiteY23" fmla="*/ 221382 h 641686"/>
                    <a:gd name="connsiteX24" fmla="*/ 490307 w 583351"/>
                    <a:gd name="connsiteY24" fmla="*/ 209860 h 641686"/>
                    <a:gd name="connsiteX25" fmla="*/ 483453 w 583351"/>
                    <a:gd name="connsiteY25" fmla="*/ 198340 h 641686"/>
                    <a:gd name="connsiteX26" fmla="*/ 458223 w 583351"/>
                    <a:gd name="connsiteY26" fmla="*/ 200673 h 641686"/>
                    <a:gd name="connsiteX27" fmla="*/ 426138 w 583351"/>
                    <a:gd name="connsiteY27" fmla="*/ 230424 h 641686"/>
                    <a:gd name="connsiteX28" fmla="*/ 403242 w 583351"/>
                    <a:gd name="connsiteY28" fmla="*/ 230424 h 641686"/>
                    <a:gd name="connsiteX29" fmla="*/ 341406 w 583351"/>
                    <a:gd name="connsiteY29" fmla="*/ 202861 h 641686"/>
                    <a:gd name="connsiteX30" fmla="*/ 332218 w 583351"/>
                    <a:gd name="connsiteY30" fmla="*/ 154734 h 641686"/>
                    <a:gd name="connsiteX31" fmla="*/ 297801 w 583351"/>
                    <a:gd name="connsiteY31" fmla="*/ 118129 h 641686"/>
                    <a:gd name="connsiteX32" fmla="*/ 254196 w 583351"/>
                    <a:gd name="connsiteY32" fmla="*/ 99753 h 641686"/>
                    <a:gd name="connsiteX33" fmla="*/ 240487 w 583351"/>
                    <a:gd name="connsiteY33" fmla="*/ 56148 h 641686"/>
                    <a:gd name="connsiteX34" fmla="*/ 210736 w 583351"/>
                    <a:gd name="connsiteY34" fmla="*/ 46960 h 641686"/>
                    <a:gd name="connsiteX35" fmla="*/ 167130 w 583351"/>
                    <a:gd name="connsiteY35" fmla="*/ 10354 h 641686"/>
                    <a:gd name="connsiteX36" fmla="*/ 73211 w 583351"/>
                    <a:gd name="connsiteY36" fmla="*/ 0 h 641686"/>
                    <a:gd name="connsiteX37" fmla="*/ 60668 w 583351"/>
                    <a:gd name="connsiteY37" fmla="*/ 19542 h 641686"/>
                    <a:gd name="connsiteX38" fmla="*/ 28584 w 583351"/>
                    <a:gd name="connsiteY38" fmla="*/ 29897 h 641686"/>
                    <a:gd name="connsiteX39" fmla="*/ 0 w 583351"/>
                    <a:gd name="connsiteY39" fmla="*/ 70002 h 641686"/>
                    <a:gd name="connsiteX40" fmla="*/ 18375 w 583351"/>
                    <a:gd name="connsiteY40" fmla="*/ 137671 h 641686"/>
                    <a:gd name="connsiteX41" fmla="*/ 32084 w 583351"/>
                    <a:gd name="connsiteY41" fmla="*/ 148025 h 641686"/>
                    <a:gd name="connsiteX42" fmla="*/ 65335 w 583351"/>
                    <a:gd name="connsiteY42" fmla="*/ 165234 h 641686"/>
                    <a:gd name="connsiteX43" fmla="*/ 65335 w 583351"/>
                    <a:gd name="connsiteY43" fmla="*/ 173255 h 641686"/>
                    <a:gd name="connsiteX44" fmla="*/ 48127 w 583351"/>
                    <a:gd name="connsiteY44" fmla="*/ 182443 h 641686"/>
                    <a:gd name="connsiteX45" fmla="*/ 52647 w 583351"/>
                    <a:gd name="connsiteY45" fmla="*/ 211027 h 641686"/>
                    <a:gd name="connsiteX46" fmla="*/ 72190 w 583351"/>
                    <a:gd name="connsiteY46" fmla="*/ 237424 h 641686"/>
                    <a:gd name="connsiteX47" fmla="*/ 72190 w 583351"/>
                    <a:gd name="connsiteY47" fmla="*/ 254633 h 641686"/>
                    <a:gd name="connsiteX48" fmla="*/ 61835 w 583351"/>
                    <a:gd name="connsiteY48" fmla="*/ 269508 h 641686"/>
                    <a:gd name="connsiteX49" fmla="*/ 50314 w 583351"/>
                    <a:gd name="connsiteY49" fmla="*/ 303926 h 641686"/>
                    <a:gd name="connsiteX50" fmla="*/ 68690 w 583351"/>
                    <a:gd name="connsiteY50" fmla="*/ 310780 h 641686"/>
                    <a:gd name="connsiteX51" fmla="*/ 101941 w 583351"/>
                    <a:gd name="connsiteY51" fmla="*/ 341698 h 641686"/>
                    <a:gd name="connsiteX52" fmla="*/ 104274 w 583351"/>
                    <a:gd name="connsiteY52" fmla="*/ 366928 h 641686"/>
                    <a:gd name="connsiteX53" fmla="*/ 99753 w 583351"/>
                    <a:gd name="connsiteY53" fmla="*/ 376116 h 641686"/>
                    <a:gd name="connsiteX54" fmla="*/ 94065 w 583351"/>
                    <a:gd name="connsiteY54" fmla="*/ 377282 h 641686"/>
                    <a:gd name="connsiteX55" fmla="*/ 80357 w 583351"/>
                    <a:gd name="connsiteY55" fmla="*/ 372762 h 641686"/>
                    <a:gd name="connsiteX56" fmla="*/ 65481 w 583351"/>
                    <a:gd name="connsiteY56" fmla="*/ 373928 h 641686"/>
                    <a:gd name="connsiteX57" fmla="*/ 73502 w 583351"/>
                    <a:gd name="connsiteY57" fmla="*/ 400325 h 641686"/>
                    <a:gd name="connsiteX58" fmla="*/ 81523 w 583351"/>
                    <a:gd name="connsiteY58" fmla="*/ 426721 h 641686"/>
                    <a:gd name="connsiteX59" fmla="*/ 68981 w 583351"/>
                    <a:gd name="connsiteY59" fmla="*/ 434743 h 641686"/>
                    <a:gd name="connsiteX60" fmla="*/ 68981 w 583351"/>
                    <a:gd name="connsiteY60" fmla="*/ 447284 h 641686"/>
                    <a:gd name="connsiteX61" fmla="*/ 192797 w 583351"/>
                    <a:gd name="connsiteY61" fmla="*/ 541204 h 641686"/>
                    <a:gd name="connsiteX62" fmla="*/ 261487 w 583351"/>
                    <a:gd name="connsiteY62" fmla="*/ 551558 h 641686"/>
                    <a:gd name="connsiteX63" fmla="*/ 285551 w 583351"/>
                    <a:gd name="connsiteY63" fmla="*/ 519474 h 641686"/>
                    <a:gd name="connsiteX64" fmla="*/ 271842 w 583351"/>
                    <a:gd name="connsiteY64" fmla="*/ 504599 h 641686"/>
                    <a:gd name="connsiteX65" fmla="*/ 283363 w 583351"/>
                    <a:gd name="connsiteY65" fmla="*/ 490890 h 641686"/>
                    <a:gd name="connsiteX66" fmla="*/ 299988 w 583351"/>
                    <a:gd name="connsiteY66" fmla="*/ 475577 h 641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583351" h="641686">
                      <a:moveTo>
                        <a:pt x="299988" y="475577"/>
                      </a:moveTo>
                      <a:lnTo>
                        <a:pt x="356136" y="538579"/>
                      </a:lnTo>
                      <a:lnTo>
                        <a:pt x="425993" y="569497"/>
                      </a:lnTo>
                      <a:lnTo>
                        <a:pt x="429492" y="584372"/>
                      </a:lnTo>
                      <a:lnTo>
                        <a:pt x="408929" y="631332"/>
                      </a:lnTo>
                      <a:lnTo>
                        <a:pt x="407471" y="654374"/>
                      </a:lnTo>
                      <a:lnTo>
                        <a:pt x="426868" y="645916"/>
                      </a:lnTo>
                      <a:lnTo>
                        <a:pt x="439118" y="615290"/>
                      </a:lnTo>
                      <a:lnTo>
                        <a:pt x="462014" y="606102"/>
                      </a:lnTo>
                      <a:lnTo>
                        <a:pt x="481848" y="615290"/>
                      </a:lnTo>
                      <a:lnTo>
                        <a:pt x="507807" y="615290"/>
                      </a:lnTo>
                      <a:lnTo>
                        <a:pt x="524287" y="605373"/>
                      </a:lnTo>
                      <a:cubicBezTo>
                        <a:pt x="520787" y="591810"/>
                        <a:pt x="519766" y="570955"/>
                        <a:pt x="519766" y="570955"/>
                      </a:cubicBezTo>
                      <a:lnTo>
                        <a:pt x="529100" y="524141"/>
                      </a:lnTo>
                      <a:lnTo>
                        <a:pt x="583497" y="439847"/>
                      </a:lnTo>
                      <a:lnTo>
                        <a:pt x="538579" y="422930"/>
                      </a:lnTo>
                      <a:cubicBezTo>
                        <a:pt x="538579" y="422930"/>
                        <a:pt x="504891" y="396679"/>
                        <a:pt x="502995" y="389241"/>
                      </a:cubicBezTo>
                      <a:cubicBezTo>
                        <a:pt x="501099" y="381803"/>
                        <a:pt x="489869" y="366782"/>
                        <a:pt x="489869" y="366782"/>
                      </a:cubicBezTo>
                      <a:lnTo>
                        <a:pt x="476744" y="344323"/>
                      </a:lnTo>
                      <a:lnTo>
                        <a:pt x="484182" y="321864"/>
                      </a:lnTo>
                      <a:lnTo>
                        <a:pt x="490599" y="262216"/>
                      </a:lnTo>
                      <a:lnTo>
                        <a:pt x="492495" y="264842"/>
                      </a:lnTo>
                      <a:lnTo>
                        <a:pt x="471931" y="235091"/>
                      </a:lnTo>
                      <a:lnTo>
                        <a:pt x="481119" y="221382"/>
                      </a:lnTo>
                      <a:lnTo>
                        <a:pt x="490307" y="209860"/>
                      </a:lnTo>
                      <a:lnTo>
                        <a:pt x="483453" y="198340"/>
                      </a:lnTo>
                      <a:lnTo>
                        <a:pt x="458223" y="200673"/>
                      </a:lnTo>
                      <a:lnTo>
                        <a:pt x="426138" y="230424"/>
                      </a:lnTo>
                      <a:lnTo>
                        <a:pt x="403242" y="230424"/>
                      </a:lnTo>
                      <a:cubicBezTo>
                        <a:pt x="403242" y="230424"/>
                        <a:pt x="350594" y="207527"/>
                        <a:pt x="341406" y="202861"/>
                      </a:cubicBezTo>
                      <a:cubicBezTo>
                        <a:pt x="332218" y="198340"/>
                        <a:pt x="332218" y="154734"/>
                        <a:pt x="332218" y="154734"/>
                      </a:cubicBezTo>
                      <a:lnTo>
                        <a:pt x="297801" y="118129"/>
                      </a:lnTo>
                      <a:lnTo>
                        <a:pt x="254196" y="99753"/>
                      </a:lnTo>
                      <a:lnTo>
                        <a:pt x="240487" y="56148"/>
                      </a:lnTo>
                      <a:lnTo>
                        <a:pt x="210736" y="46960"/>
                      </a:lnTo>
                      <a:lnTo>
                        <a:pt x="167130" y="10354"/>
                      </a:lnTo>
                      <a:lnTo>
                        <a:pt x="73211" y="0"/>
                      </a:lnTo>
                      <a:lnTo>
                        <a:pt x="60668" y="19542"/>
                      </a:lnTo>
                      <a:lnTo>
                        <a:pt x="28584" y="29897"/>
                      </a:lnTo>
                      <a:lnTo>
                        <a:pt x="0" y="70002"/>
                      </a:lnTo>
                      <a:cubicBezTo>
                        <a:pt x="0" y="70002"/>
                        <a:pt x="16042" y="130671"/>
                        <a:pt x="18375" y="137671"/>
                      </a:cubicBezTo>
                      <a:cubicBezTo>
                        <a:pt x="20709" y="144525"/>
                        <a:pt x="32084" y="148025"/>
                        <a:pt x="32084" y="148025"/>
                      </a:cubicBezTo>
                      <a:cubicBezTo>
                        <a:pt x="32084" y="148025"/>
                        <a:pt x="61835" y="161734"/>
                        <a:pt x="65335" y="165234"/>
                      </a:cubicBezTo>
                      <a:cubicBezTo>
                        <a:pt x="68835" y="168734"/>
                        <a:pt x="65335" y="169755"/>
                        <a:pt x="65335" y="173255"/>
                      </a:cubicBezTo>
                      <a:cubicBezTo>
                        <a:pt x="65335" y="176755"/>
                        <a:pt x="52793" y="178943"/>
                        <a:pt x="48127" y="182443"/>
                      </a:cubicBezTo>
                      <a:cubicBezTo>
                        <a:pt x="43606" y="185943"/>
                        <a:pt x="52647" y="211027"/>
                        <a:pt x="52647" y="211027"/>
                      </a:cubicBezTo>
                      <a:cubicBezTo>
                        <a:pt x="52647" y="211027"/>
                        <a:pt x="71023" y="232757"/>
                        <a:pt x="72190" y="237424"/>
                      </a:cubicBezTo>
                      <a:cubicBezTo>
                        <a:pt x="73356" y="241945"/>
                        <a:pt x="72190" y="254633"/>
                        <a:pt x="72190" y="254633"/>
                      </a:cubicBezTo>
                      <a:lnTo>
                        <a:pt x="61835" y="269508"/>
                      </a:lnTo>
                      <a:lnTo>
                        <a:pt x="50314" y="303926"/>
                      </a:lnTo>
                      <a:lnTo>
                        <a:pt x="68690" y="310780"/>
                      </a:lnTo>
                      <a:lnTo>
                        <a:pt x="101941" y="341698"/>
                      </a:lnTo>
                      <a:lnTo>
                        <a:pt x="104274" y="366928"/>
                      </a:lnTo>
                      <a:lnTo>
                        <a:pt x="99753" y="376116"/>
                      </a:lnTo>
                      <a:lnTo>
                        <a:pt x="94065" y="377282"/>
                      </a:lnTo>
                      <a:lnTo>
                        <a:pt x="80357" y="372762"/>
                      </a:lnTo>
                      <a:lnTo>
                        <a:pt x="65481" y="373928"/>
                      </a:lnTo>
                      <a:lnTo>
                        <a:pt x="73502" y="400325"/>
                      </a:lnTo>
                      <a:lnTo>
                        <a:pt x="81523" y="426721"/>
                      </a:lnTo>
                      <a:lnTo>
                        <a:pt x="68981" y="434743"/>
                      </a:lnTo>
                      <a:lnTo>
                        <a:pt x="68981" y="447284"/>
                      </a:lnTo>
                      <a:lnTo>
                        <a:pt x="192797" y="541204"/>
                      </a:lnTo>
                      <a:lnTo>
                        <a:pt x="261487" y="551558"/>
                      </a:lnTo>
                      <a:lnTo>
                        <a:pt x="285551" y="519474"/>
                      </a:lnTo>
                      <a:lnTo>
                        <a:pt x="271842" y="504599"/>
                      </a:lnTo>
                      <a:lnTo>
                        <a:pt x="283363" y="490890"/>
                      </a:lnTo>
                      <a:lnTo>
                        <a:pt x="299988" y="475577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42" name="Freeform: Shape 628">
                  <a:extLst>
                    <a:ext uri="{FF2B5EF4-FFF2-40B4-BE49-F238E27FC236}">
                      <a16:creationId xmlns:a16="http://schemas.microsoft.com/office/drawing/2014/main" id="{7D435246-6C7B-EA5F-D2C2-66A7763B250B}"/>
                    </a:ext>
                  </a:extLst>
                </p:cNvPr>
                <p:cNvSpPr/>
                <p:nvPr/>
              </p:nvSpPr>
              <p:spPr>
                <a:xfrm>
                  <a:off x="10218668" y="5018864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437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146"/>
                        <a:pt x="146" y="292"/>
                        <a:pt x="292" y="437"/>
                      </a:cubicBezTo>
                      <a:cubicBezTo>
                        <a:pt x="146" y="292"/>
                        <a:pt x="146" y="146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43" name="Freeform: Shape 629">
                  <a:extLst>
                    <a:ext uri="{FF2B5EF4-FFF2-40B4-BE49-F238E27FC236}">
                      <a16:creationId xmlns:a16="http://schemas.microsoft.com/office/drawing/2014/main" id="{19D3A97A-C409-8E81-2E6B-4D093635BBA2}"/>
                    </a:ext>
                  </a:extLst>
                </p:cNvPr>
                <p:cNvSpPr/>
                <p:nvPr/>
              </p:nvSpPr>
              <p:spPr>
                <a:xfrm>
                  <a:off x="10216480" y="5013614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0 w 0"/>
                    <a:gd name="connsiteY1" fmla="*/ 292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0" y="146"/>
                        <a:pt x="0" y="146"/>
                        <a:pt x="0" y="292"/>
                      </a:cubicBezTo>
                      <a:cubicBezTo>
                        <a:pt x="0" y="146"/>
                        <a:pt x="0" y="146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44" name="Freeform: Shape 630">
                  <a:extLst>
                    <a:ext uri="{FF2B5EF4-FFF2-40B4-BE49-F238E27FC236}">
                      <a16:creationId xmlns:a16="http://schemas.microsoft.com/office/drawing/2014/main" id="{4683EF8D-CE33-5F4F-F455-9992ED351E47}"/>
                    </a:ext>
                  </a:extLst>
                </p:cNvPr>
                <p:cNvSpPr/>
                <p:nvPr/>
              </p:nvSpPr>
              <p:spPr>
                <a:xfrm>
                  <a:off x="10217501" y="501653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46 w 0"/>
                    <a:gd name="connsiteY1" fmla="*/ 437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0" y="146"/>
                        <a:pt x="146" y="292"/>
                        <a:pt x="146" y="437"/>
                      </a:cubicBezTo>
                      <a:cubicBezTo>
                        <a:pt x="146" y="292"/>
                        <a:pt x="0" y="146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sp>
            <p:nvSpPr>
              <p:cNvPr id="117" name="Freeform: Shape 631">
                <a:extLst>
                  <a:ext uri="{FF2B5EF4-FFF2-40B4-BE49-F238E27FC236}">
                    <a16:creationId xmlns:a16="http://schemas.microsoft.com/office/drawing/2014/main" id="{E2D540A3-F1B8-C59C-F05F-CE22E7B1FDDB}"/>
                  </a:ext>
                </a:extLst>
              </p:cNvPr>
              <p:cNvSpPr/>
              <p:nvPr/>
            </p:nvSpPr>
            <p:spPr>
              <a:xfrm>
                <a:off x="10000349" y="5160764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1312 w 0"/>
                  <a:gd name="connsiteY1" fmla="*/ 4229 h 0"/>
                  <a:gd name="connsiteX2" fmla="*/ 1312 w 0"/>
                  <a:gd name="connsiteY2" fmla="*/ 4229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lnTo>
                      <a:pt x="1312" y="4229"/>
                    </a:lnTo>
                    <a:lnTo>
                      <a:pt x="1312" y="4229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18" name="Freeform: Shape 632">
                <a:extLst>
                  <a:ext uri="{FF2B5EF4-FFF2-40B4-BE49-F238E27FC236}">
                    <a16:creationId xmlns:a16="http://schemas.microsoft.com/office/drawing/2014/main" id="{34C910E0-0426-1EAB-A2AC-9B186440A942}"/>
                  </a:ext>
                </a:extLst>
              </p:cNvPr>
              <p:cNvSpPr/>
              <p:nvPr/>
            </p:nvSpPr>
            <p:spPr>
              <a:xfrm>
                <a:off x="9910950" y="4880464"/>
                <a:ext cx="204173" cy="247924"/>
              </a:xfrm>
              <a:custGeom>
                <a:avLst/>
                <a:gdLst>
                  <a:gd name="connsiteX0" fmla="*/ 189006 w 204173"/>
                  <a:gd name="connsiteY0" fmla="*/ 155755 h 247924"/>
                  <a:gd name="connsiteX1" fmla="*/ 209715 w 204173"/>
                  <a:gd name="connsiteY1" fmla="*/ 108795 h 247924"/>
                  <a:gd name="connsiteX2" fmla="*/ 206215 w 204173"/>
                  <a:gd name="connsiteY2" fmla="*/ 93920 h 247924"/>
                  <a:gd name="connsiteX3" fmla="*/ 136359 w 204173"/>
                  <a:gd name="connsiteY3" fmla="*/ 63002 h 247924"/>
                  <a:gd name="connsiteX4" fmla="*/ 80211 w 204173"/>
                  <a:gd name="connsiteY4" fmla="*/ 0 h 247924"/>
                  <a:gd name="connsiteX5" fmla="*/ 63002 w 204173"/>
                  <a:gd name="connsiteY5" fmla="*/ 14876 h 247924"/>
                  <a:gd name="connsiteX6" fmla="*/ 51627 w 204173"/>
                  <a:gd name="connsiteY6" fmla="*/ 28584 h 247924"/>
                  <a:gd name="connsiteX7" fmla="*/ 65336 w 204173"/>
                  <a:gd name="connsiteY7" fmla="*/ 43460 h 247924"/>
                  <a:gd name="connsiteX8" fmla="*/ 41272 w 204173"/>
                  <a:gd name="connsiteY8" fmla="*/ 75544 h 247924"/>
                  <a:gd name="connsiteX9" fmla="*/ 35584 w 204173"/>
                  <a:gd name="connsiteY9" fmla="*/ 91586 h 247924"/>
                  <a:gd name="connsiteX10" fmla="*/ 26397 w 204173"/>
                  <a:gd name="connsiteY10" fmla="*/ 104274 h 247924"/>
                  <a:gd name="connsiteX11" fmla="*/ 8021 w 204173"/>
                  <a:gd name="connsiteY11" fmla="*/ 111128 h 247924"/>
                  <a:gd name="connsiteX12" fmla="*/ 0 w 204173"/>
                  <a:gd name="connsiteY12" fmla="*/ 114483 h 247924"/>
                  <a:gd name="connsiteX13" fmla="*/ 3937 w 204173"/>
                  <a:gd name="connsiteY13" fmla="*/ 144379 h 247924"/>
                  <a:gd name="connsiteX14" fmla="*/ 17209 w 204173"/>
                  <a:gd name="connsiteY14" fmla="*/ 139713 h 247924"/>
                  <a:gd name="connsiteX15" fmla="*/ 37772 w 204173"/>
                  <a:gd name="connsiteY15" fmla="*/ 169464 h 247924"/>
                  <a:gd name="connsiteX16" fmla="*/ 82544 w 204173"/>
                  <a:gd name="connsiteY16" fmla="*/ 197027 h 247924"/>
                  <a:gd name="connsiteX17" fmla="*/ 92753 w 204173"/>
                  <a:gd name="connsiteY17" fmla="*/ 223424 h 247924"/>
                  <a:gd name="connsiteX18" fmla="*/ 92461 w 204173"/>
                  <a:gd name="connsiteY18" fmla="*/ 252737 h 247924"/>
                  <a:gd name="connsiteX19" fmla="*/ 139858 w 204173"/>
                  <a:gd name="connsiteY19" fmla="*/ 245153 h 247924"/>
                  <a:gd name="connsiteX20" fmla="*/ 148900 w 204173"/>
                  <a:gd name="connsiteY20" fmla="*/ 220653 h 247924"/>
                  <a:gd name="connsiteX21" fmla="*/ 158088 w 204173"/>
                  <a:gd name="connsiteY21" fmla="*/ 191631 h 247924"/>
                  <a:gd name="connsiteX22" fmla="*/ 206944 w 204173"/>
                  <a:gd name="connsiteY22" fmla="*/ 170339 h 247924"/>
                  <a:gd name="connsiteX23" fmla="*/ 187548 w 204173"/>
                  <a:gd name="connsiteY23" fmla="*/ 178797 h 247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04173" h="247924">
                    <a:moveTo>
                      <a:pt x="189006" y="155755"/>
                    </a:moveTo>
                    <a:lnTo>
                      <a:pt x="209715" y="108795"/>
                    </a:lnTo>
                    <a:lnTo>
                      <a:pt x="206215" y="93920"/>
                    </a:lnTo>
                    <a:lnTo>
                      <a:pt x="136359" y="63002"/>
                    </a:lnTo>
                    <a:lnTo>
                      <a:pt x="80211" y="0"/>
                    </a:lnTo>
                    <a:lnTo>
                      <a:pt x="63002" y="14876"/>
                    </a:lnTo>
                    <a:lnTo>
                      <a:pt x="51627" y="28584"/>
                    </a:lnTo>
                    <a:lnTo>
                      <a:pt x="65336" y="43460"/>
                    </a:lnTo>
                    <a:lnTo>
                      <a:pt x="41272" y="75544"/>
                    </a:lnTo>
                    <a:lnTo>
                      <a:pt x="35584" y="91586"/>
                    </a:lnTo>
                    <a:lnTo>
                      <a:pt x="26397" y="104274"/>
                    </a:lnTo>
                    <a:lnTo>
                      <a:pt x="8021" y="111128"/>
                    </a:lnTo>
                    <a:lnTo>
                      <a:pt x="0" y="114483"/>
                    </a:lnTo>
                    <a:lnTo>
                      <a:pt x="3937" y="144379"/>
                    </a:lnTo>
                    <a:lnTo>
                      <a:pt x="17209" y="139713"/>
                    </a:lnTo>
                    <a:lnTo>
                      <a:pt x="37772" y="169464"/>
                    </a:lnTo>
                    <a:lnTo>
                      <a:pt x="82544" y="197027"/>
                    </a:lnTo>
                    <a:lnTo>
                      <a:pt x="92753" y="223424"/>
                    </a:lnTo>
                    <a:lnTo>
                      <a:pt x="92461" y="252737"/>
                    </a:lnTo>
                    <a:lnTo>
                      <a:pt x="139858" y="245153"/>
                    </a:lnTo>
                    <a:lnTo>
                      <a:pt x="148900" y="220653"/>
                    </a:lnTo>
                    <a:lnTo>
                      <a:pt x="158088" y="191631"/>
                    </a:lnTo>
                    <a:lnTo>
                      <a:pt x="206944" y="170339"/>
                    </a:lnTo>
                    <a:lnTo>
                      <a:pt x="187548" y="178797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119" name="Graphic 1">
                <a:extLst>
                  <a:ext uri="{FF2B5EF4-FFF2-40B4-BE49-F238E27FC236}">
                    <a16:creationId xmlns:a16="http://schemas.microsoft.com/office/drawing/2014/main" id="{8440DE3E-A74D-C95F-678D-0000608A184B}"/>
                  </a:ext>
                </a:extLst>
              </p:cNvPr>
              <p:cNvGrpSpPr/>
              <p:nvPr/>
            </p:nvGrpSpPr>
            <p:grpSpPr>
              <a:xfrm>
                <a:off x="9333870" y="4611976"/>
                <a:ext cx="495849" cy="422930"/>
                <a:chOff x="9333870" y="4611976"/>
                <a:chExt cx="495849" cy="422930"/>
              </a:xfrm>
              <a:grpFill/>
            </p:grpSpPr>
            <p:sp>
              <p:nvSpPr>
                <p:cNvPr id="239" name="Freeform: Shape 635">
                  <a:extLst>
                    <a:ext uri="{FF2B5EF4-FFF2-40B4-BE49-F238E27FC236}">
                      <a16:creationId xmlns:a16="http://schemas.microsoft.com/office/drawing/2014/main" id="{040A5B12-1E5D-A3A9-C44F-E829D641A01D}"/>
                    </a:ext>
                  </a:extLst>
                </p:cNvPr>
                <p:cNvSpPr/>
                <p:nvPr/>
              </p:nvSpPr>
              <p:spPr>
                <a:xfrm>
                  <a:off x="9333870" y="4611976"/>
                  <a:ext cx="452097" cy="422930"/>
                </a:xfrm>
                <a:custGeom>
                  <a:avLst/>
                  <a:gdLst>
                    <a:gd name="connsiteX0" fmla="*/ 413159 w 452097"/>
                    <a:gd name="connsiteY0" fmla="*/ 243258 h 422929"/>
                    <a:gd name="connsiteX1" fmla="*/ 434888 w 452097"/>
                    <a:gd name="connsiteY1" fmla="*/ 246758 h 422929"/>
                    <a:gd name="connsiteX2" fmla="*/ 425701 w 452097"/>
                    <a:gd name="connsiteY2" fmla="*/ 239757 h 422929"/>
                    <a:gd name="connsiteX3" fmla="*/ 425701 w 452097"/>
                    <a:gd name="connsiteY3" fmla="*/ 227216 h 422929"/>
                    <a:gd name="connsiteX4" fmla="*/ 438243 w 452097"/>
                    <a:gd name="connsiteY4" fmla="*/ 219194 h 422929"/>
                    <a:gd name="connsiteX5" fmla="*/ 430222 w 452097"/>
                    <a:gd name="connsiteY5" fmla="*/ 192798 h 422929"/>
                    <a:gd name="connsiteX6" fmla="*/ 422201 w 452097"/>
                    <a:gd name="connsiteY6" fmla="*/ 166401 h 422929"/>
                    <a:gd name="connsiteX7" fmla="*/ 437076 w 452097"/>
                    <a:gd name="connsiteY7" fmla="*/ 165235 h 422929"/>
                    <a:gd name="connsiteX8" fmla="*/ 450785 w 452097"/>
                    <a:gd name="connsiteY8" fmla="*/ 169755 h 422929"/>
                    <a:gd name="connsiteX9" fmla="*/ 456473 w 452097"/>
                    <a:gd name="connsiteY9" fmla="*/ 168589 h 422929"/>
                    <a:gd name="connsiteX10" fmla="*/ 460994 w 452097"/>
                    <a:gd name="connsiteY10" fmla="*/ 159401 h 422929"/>
                    <a:gd name="connsiteX11" fmla="*/ 458660 w 452097"/>
                    <a:gd name="connsiteY11" fmla="*/ 134171 h 422929"/>
                    <a:gd name="connsiteX12" fmla="*/ 425409 w 452097"/>
                    <a:gd name="connsiteY12" fmla="*/ 103253 h 422929"/>
                    <a:gd name="connsiteX13" fmla="*/ 407033 w 452097"/>
                    <a:gd name="connsiteY13" fmla="*/ 96399 h 422929"/>
                    <a:gd name="connsiteX14" fmla="*/ 418555 w 452097"/>
                    <a:gd name="connsiteY14" fmla="*/ 61981 h 422929"/>
                    <a:gd name="connsiteX15" fmla="*/ 428909 w 452097"/>
                    <a:gd name="connsiteY15" fmla="*/ 47106 h 422929"/>
                    <a:gd name="connsiteX16" fmla="*/ 428909 w 452097"/>
                    <a:gd name="connsiteY16" fmla="*/ 29897 h 422929"/>
                    <a:gd name="connsiteX17" fmla="*/ 413159 w 452097"/>
                    <a:gd name="connsiteY17" fmla="*/ 8021 h 422929"/>
                    <a:gd name="connsiteX18" fmla="*/ 368240 w 452097"/>
                    <a:gd name="connsiteY18" fmla="*/ 35147 h 422929"/>
                    <a:gd name="connsiteX19" fmla="*/ 352928 w 452097"/>
                    <a:gd name="connsiteY19" fmla="*/ 7584 h 422929"/>
                    <a:gd name="connsiteX20" fmla="*/ 253612 w 452097"/>
                    <a:gd name="connsiteY20" fmla="*/ 0 h 422929"/>
                    <a:gd name="connsiteX21" fmla="*/ 241362 w 452097"/>
                    <a:gd name="connsiteY21" fmla="*/ 16772 h 422929"/>
                    <a:gd name="connsiteX22" fmla="*/ 178797 w 452097"/>
                    <a:gd name="connsiteY22" fmla="*/ 7584 h 422929"/>
                    <a:gd name="connsiteX23" fmla="*/ 131400 w 452097"/>
                    <a:gd name="connsiteY23" fmla="*/ 0 h 422929"/>
                    <a:gd name="connsiteX24" fmla="*/ 105441 w 452097"/>
                    <a:gd name="connsiteY24" fmla="*/ 0 h 422929"/>
                    <a:gd name="connsiteX25" fmla="*/ 91732 w 452097"/>
                    <a:gd name="connsiteY25" fmla="*/ 13709 h 422929"/>
                    <a:gd name="connsiteX26" fmla="*/ 68835 w 452097"/>
                    <a:gd name="connsiteY26" fmla="*/ 16772 h 422929"/>
                    <a:gd name="connsiteX27" fmla="*/ 47397 w 452097"/>
                    <a:gd name="connsiteY27" fmla="*/ 36605 h 422929"/>
                    <a:gd name="connsiteX28" fmla="*/ 30626 w 452097"/>
                    <a:gd name="connsiteY28" fmla="*/ 22897 h 422929"/>
                    <a:gd name="connsiteX29" fmla="*/ 12250 w 452097"/>
                    <a:gd name="connsiteY29" fmla="*/ 16772 h 422929"/>
                    <a:gd name="connsiteX30" fmla="*/ 0 w 452097"/>
                    <a:gd name="connsiteY30" fmla="*/ 80940 h 422929"/>
                    <a:gd name="connsiteX31" fmla="*/ 25959 w 452097"/>
                    <a:gd name="connsiteY31" fmla="*/ 106899 h 422929"/>
                    <a:gd name="connsiteX32" fmla="*/ 64169 w 452097"/>
                    <a:gd name="connsiteY32" fmla="*/ 174130 h 422929"/>
                    <a:gd name="connsiteX33" fmla="*/ 181860 w 452097"/>
                    <a:gd name="connsiteY33" fmla="*/ 285696 h 422929"/>
                    <a:gd name="connsiteX34" fmla="*/ 207819 w 452097"/>
                    <a:gd name="connsiteY34" fmla="*/ 285696 h 422929"/>
                    <a:gd name="connsiteX35" fmla="*/ 236841 w 452097"/>
                    <a:gd name="connsiteY35" fmla="*/ 308593 h 422929"/>
                    <a:gd name="connsiteX36" fmla="*/ 275050 w 452097"/>
                    <a:gd name="connsiteY36" fmla="*/ 337615 h 422929"/>
                    <a:gd name="connsiteX37" fmla="*/ 273592 w 452097"/>
                    <a:gd name="connsiteY37" fmla="*/ 360511 h 422929"/>
                    <a:gd name="connsiteX38" fmla="*/ 287301 w 452097"/>
                    <a:gd name="connsiteY38" fmla="*/ 377282 h 422929"/>
                    <a:gd name="connsiteX39" fmla="*/ 331635 w 452097"/>
                    <a:gd name="connsiteY39" fmla="*/ 387929 h 422929"/>
                    <a:gd name="connsiteX40" fmla="*/ 367220 w 452097"/>
                    <a:gd name="connsiteY40" fmla="*/ 423805 h 422929"/>
                    <a:gd name="connsiteX41" fmla="*/ 398137 w 452097"/>
                    <a:gd name="connsiteY41" fmla="*/ 389387 h 422929"/>
                    <a:gd name="connsiteX42" fmla="*/ 390116 w 452097"/>
                    <a:gd name="connsiteY42" fmla="*/ 373345 h 422929"/>
                    <a:gd name="connsiteX43" fmla="*/ 391283 w 452097"/>
                    <a:gd name="connsiteY43" fmla="*/ 345782 h 422929"/>
                    <a:gd name="connsiteX44" fmla="*/ 406158 w 452097"/>
                    <a:gd name="connsiteY44" fmla="*/ 337761 h 422929"/>
                    <a:gd name="connsiteX45" fmla="*/ 404992 w 452097"/>
                    <a:gd name="connsiteY45" fmla="*/ 319385 h 422929"/>
                    <a:gd name="connsiteX46" fmla="*/ 379762 w 452097"/>
                    <a:gd name="connsiteY46" fmla="*/ 288467 h 422929"/>
                    <a:gd name="connsiteX47" fmla="*/ 368240 w 452097"/>
                    <a:gd name="connsiteY47" fmla="*/ 250695 h 422929"/>
                    <a:gd name="connsiteX48" fmla="*/ 379762 w 452097"/>
                    <a:gd name="connsiteY48" fmla="*/ 233487 h 422929"/>
                    <a:gd name="connsiteX49" fmla="*/ 413159 w 452097"/>
                    <a:gd name="connsiteY49" fmla="*/ 243258 h 422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452097" h="422929">
                      <a:moveTo>
                        <a:pt x="413159" y="243258"/>
                      </a:moveTo>
                      <a:lnTo>
                        <a:pt x="434888" y="246758"/>
                      </a:lnTo>
                      <a:lnTo>
                        <a:pt x="425701" y="239757"/>
                      </a:lnTo>
                      <a:lnTo>
                        <a:pt x="425701" y="227216"/>
                      </a:lnTo>
                      <a:lnTo>
                        <a:pt x="438243" y="219194"/>
                      </a:lnTo>
                      <a:lnTo>
                        <a:pt x="430222" y="192798"/>
                      </a:lnTo>
                      <a:lnTo>
                        <a:pt x="422201" y="166401"/>
                      </a:lnTo>
                      <a:lnTo>
                        <a:pt x="437076" y="165235"/>
                      </a:lnTo>
                      <a:lnTo>
                        <a:pt x="450785" y="169755"/>
                      </a:lnTo>
                      <a:lnTo>
                        <a:pt x="456473" y="168589"/>
                      </a:lnTo>
                      <a:lnTo>
                        <a:pt x="460994" y="159401"/>
                      </a:lnTo>
                      <a:lnTo>
                        <a:pt x="458660" y="134171"/>
                      </a:lnTo>
                      <a:lnTo>
                        <a:pt x="425409" y="103253"/>
                      </a:lnTo>
                      <a:lnTo>
                        <a:pt x="407033" y="96399"/>
                      </a:lnTo>
                      <a:lnTo>
                        <a:pt x="418555" y="61981"/>
                      </a:lnTo>
                      <a:lnTo>
                        <a:pt x="428909" y="47106"/>
                      </a:lnTo>
                      <a:cubicBezTo>
                        <a:pt x="428909" y="47106"/>
                        <a:pt x="430076" y="34564"/>
                        <a:pt x="428909" y="29897"/>
                      </a:cubicBezTo>
                      <a:cubicBezTo>
                        <a:pt x="428034" y="26689"/>
                        <a:pt x="418555" y="14730"/>
                        <a:pt x="413159" y="8021"/>
                      </a:cubicBezTo>
                      <a:lnTo>
                        <a:pt x="368240" y="35147"/>
                      </a:lnTo>
                      <a:lnTo>
                        <a:pt x="352928" y="7584"/>
                      </a:lnTo>
                      <a:lnTo>
                        <a:pt x="253612" y="0"/>
                      </a:lnTo>
                      <a:lnTo>
                        <a:pt x="241362" y="16772"/>
                      </a:lnTo>
                      <a:lnTo>
                        <a:pt x="178797" y="7584"/>
                      </a:lnTo>
                      <a:lnTo>
                        <a:pt x="131400" y="0"/>
                      </a:lnTo>
                      <a:lnTo>
                        <a:pt x="105441" y="0"/>
                      </a:lnTo>
                      <a:lnTo>
                        <a:pt x="91732" y="13709"/>
                      </a:lnTo>
                      <a:lnTo>
                        <a:pt x="68835" y="16772"/>
                      </a:lnTo>
                      <a:lnTo>
                        <a:pt x="47397" y="36605"/>
                      </a:lnTo>
                      <a:lnTo>
                        <a:pt x="30626" y="22897"/>
                      </a:lnTo>
                      <a:lnTo>
                        <a:pt x="12250" y="16772"/>
                      </a:lnTo>
                      <a:lnTo>
                        <a:pt x="0" y="80940"/>
                      </a:lnTo>
                      <a:lnTo>
                        <a:pt x="25959" y="106899"/>
                      </a:lnTo>
                      <a:lnTo>
                        <a:pt x="64169" y="174130"/>
                      </a:lnTo>
                      <a:lnTo>
                        <a:pt x="181860" y="285696"/>
                      </a:lnTo>
                      <a:lnTo>
                        <a:pt x="207819" y="285696"/>
                      </a:lnTo>
                      <a:lnTo>
                        <a:pt x="236841" y="308593"/>
                      </a:lnTo>
                      <a:lnTo>
                        <a:pt x="275050" y="337615"/>
                      </a:lnTo>
                      <a:lnTo>
                        <a:pt x="273592" y="360511"/>
                      </a:lnTo>
                      <a:cubicBezTo>
                        <a:pt x="273592" y="360511"/>
                        <a:pt x="270529" y="372762"/>
                        <a:pt x="287301" y="377282"/>
                      </a:cubicBezTo>
                      <a:cubicBezTo>
                        <a:pt x="304072" y="381804"/>
                        <a:pt x="317927" y="378741"/>
                        <a:pt x="331635" y="387929"/>
                      </a:cubicBezTo>
                      <a:cubicBezTo>
                        <a:pt x="345344" y="397117"/>
                        <a:pt x="367220" y="423805"/>
                        <a:pt x="367220" y="423805"/>
                      </a:cubicBezTo>
                      <a:lnTo>
                        <a:pt x="398137" y="389387"/>
                      </a:lnTo>
                      <a:lnTo>
                        <a:pt x="390116" y="373345"/>
                      </a:lnTo>
                      <a:lnTo>
                        <a:pt x="391283" y="345782"/>
                      </a:lnTo>
                      <a:lnTo>
                        <a:pt x="406158" y="337761"/>
                      </a:lnTo>
                      <a:lnTo>
                        <a:pt x="404992" y="319385"/>
                      </a:lnTo>
                      <a:lnTo>
                        <a:pt x="379762" y="288467"/>
                      </a:lnTo>
                      <a:lnTo>
                        <a:pt x="368240" y="250695"/>
                      </a:lnTo>
                      <a:lnTo>
                        <a:pt x="379762" y="233487"/>
                      </a:lnTo>
                      <a:lnTo>
                        <a:pt x="413159" y="243258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40" name="Freeform: Shape 636">
                  <a:extLst>
                    <a:ext uri="{FF2B5EF4-FFF2-40B4-BE49-F238E27FC236}">
                      <a16:creationId xmlns:a16="http://schemas.microsoft.com/office/drawing/2014/main" id="{54E10516-BE3C-5749-A256-F9865B51B645}"/>
                    </a:ext>
                  </a:extLst>
                </p:cNvPr>
                <p:cNvSpPr/>
                <p:nvPr/>
              </p:nvSpPr>
              <p:spPr>
                <a:xfrm>
                  <a:off x="9788155" y="4873318"/>
                  <a:ext cx="43751" cy="29168"/>
                </a:xfrm>
                <a:custGeom>
                  <a:avLst/>
                  <a:gdLst>
                    <a:gd name="connsiteX0" fmla="*/ 0 w 43751"/>
                    <a:gd name="connsiteY0" fmla="*/ 0 h 29167"/>
                    <a:gd name="connsiteX1" fmla="*/ 44918 w 43751"/>
                    <a:gd name="connsiteY1" fmla="*/ 34126 h 29167"/>
                    <a:gd name="connsiteX2" fmla="*/ 44918 w 43751"/>
                    <a:gd name="connsiteY2" fmla="*/ 34126 h 29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751" h="29167">
                      <a:moveTo>
                        <a:pt x="0" y="0"/>
                      </a:moveTo>
                      <a:lnTo>
                        <a:pt x="44918" y="34126"/>
                      </a:lnTo>
                      <a:lnTo>
                        <a:pt x="44918" y="34126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grpSp>
            <p:nvGrpSpPr>
              <p:cNvPr id="120" name="Graphic 1">
                <a:extLst>
                  <a:ext uri="{FF2B5EF4-FFF2-40B4-BE49-F238E27FC236}">
                    <a16:creationId xmlns:a16="http://schemas.microsoft.com/office/drawing/2014/main" id="{B1D3D07C-9962-B756-D4D1-5E978D564DEF}"/>
                  </a:ext>
                </a:extLst>
              </p:cNvPr>
              <p:cNvGrpSpPr/>
              <p:nvPr/>
            </p:nvGrpSpPr>
            <p:grpSpPr>
              <a:xfrm>
                <a:off x="9035424" y="4406053"/>
                <a:ext cx="714606" cy="641687"/>
                <a:chOff x="9035424" y="4406053"/>
                <a:chExt cx="714606" cy="641687"/>
              </a:xfrm>
              <a:grpFill/>
            </p:grpSpPr>
            <p:sp>
              <p:nvSpPr>
                <p:cNvPr id="224" name="Freeform: Shape 638">
                  <a:extLst>
                    <a:ext uri="{FF2B5EF4-FFF2-40B4-BE49-F238E27FC236}">
                      <a16:creationId xmlns:a16="http://schemas.microsoft.com/office/drawing/2014/main" id="{DB22D98F-19B6-DE02-D143-C7911952E971}"/>
                    </a:ext>
                  </a:extLst>
                </p:cNvPr>
                <p:cNvSpPr/>
                <p:nvPr/>
              </p:nvSpPr>
              <p:spPr>
                <a:xfrm>
                  <a:off x="9763508" y="464581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0 w 0"/>
                    <a:gd name="connsiteY1" fmla="*/ 1604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0" y="583"/>
                        <a:pt x="0" y="1021"/>
                        <a:pt x="0" y="1604"/>
                      </a:cubicBezTo>
                      <a:cubicBezTo>
                        <a:pt x="146" y="1021"/>
                        <a:pt x="146" y="583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25" name="Freeform: Shape 639">
                  <a:extLst>
                    <a:ext uri="{FF2B5EF4-FFF2-40B4-BE49-F238E27FC236}">
                      <a16:creationId xmlns:a16="http://schemas.microsoft.com/office/drawing/2014/main" id="{D4B888CC-71B5-D5A3-C655-89D1B98897FC}"/>
                    </a:ext>
                  </a:extLst>
                </p:cNvPr>
                <p:cNvSpPr/>
                <p:nvPr/>
              </p:nvSpPr>
              <p:spPr>
                <a:xfrm>
                  <a:off x="9763070" y="464201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1458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437"/>
                        <a:pt x="146" y="875"/>
                        <a:pt x="292" y="1458"/>
                      </a:cubicBezTo>
                      <a:cubicBezTo>
                        <a:pt x="292" y="875"/>
                        <a:pt x="146" y="437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26" name="Freeform: Shape 640">
                  <a:extLst>
                    <a:ext uri="{FF2B5EF4-FFF2-40B4-BE49-F238E27FC236}">
                      <a16:creationId xmlns:a16="http://schemas.microsoft.com/office/drawing/2014/main" id="{89A265C1-E125-8C74-7219-59DABEBC7A43}"/>
                    </a:ext>
                  </a:extLst>
                </p:cNvPr>
                <p:cNvSpPr/>
                <p:nvPr/>
              </p:nvSpPr>
              <p:spPr>
                <a:xfrm>
                  <a:off x="9762487" y="4640561"/>
                  <a:ext cx="14584" cy="14584"/>
                </a:xfrm>
                <a:custGeom>
                  <a:avLst/>
                  <a:gdLst>
                    <a:gd name="connsiteX0" fmla="*/ 583 w 0"/>
                    <a:gd name="connsiteY0" fmla="*/ 1458 h 0"/>
                    <a:gd name="connsiteX1" fmla="*/ 0 w 0"/>
                    <a:gd name="connsiteY1" fmla="*/ 0 h 0"/>
                    <a:gd name="connsiteX2" fmla="*/ 583 w 0"/>
                    <a:gd name="connsiteY2" fmla="*/ 1458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583" y="1458"/>
                      </a:moveTo>
                      <a:cubicBezTo>
                        <a:pt x="437" y="1021"/>
                        <a:pt x="292" y="583"/>
                        <a:pt x="0" y="0"/>
                      </a:cubicBezTo>
                      <a:cubicBezTo>
                        <a:pt x="292" y="583"/>
                        <a:pt x="583" y="1167"/>
                        <a:pt x="583" y="1458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27" name="Freeform: Shape 641">
                  <a:extLst>
                    <a:ext uri="{FF2B5EF4-FFF2-40B4-BE49-F238E27FC236}">
                      <a16:creationId xmlns:a16="http://schemas.microsoft.com/office/drawing/2014/main" id="{67C541E3-2174-7AA6-AE03-C1E805C0E3FE}"/>
                    </a:ext>
                  </a:extLst>
                </p:cNvPr>
                <p:cNvSpPr/>
                <p:nvPr/>
              </p:nvSpPr>
              <p:spPr>
                <a:xfrm>
                  <a:off x="9763654" y="465033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0 w 0"/>
                    <a:gd name="connsiteY1" fmla="*/ 1750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0" y="583"/>
                        <a:pt x="0" y="1167"/>
                        <a:pt x="0" y="1750"/>
                      </a:cubicBezTo>
                      <a:cubicBezTo>
                        <a:pt x="0" y="1167"/>
                        <a:pt x="0" y="583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28" name="Freeform: Shape 642">
                  <a:extLst>
                    <a:ext uri="{FF2B5EF4-FFF2-40B4-BE49-F238E27FC236}">
                      <a16:creationId xmlns:a16="http://schemas.microsoft.com/office/drawing/2014/main" id="{B615A487-994A-558E-52B1-22E00F604E21}"/>
                    </a:ext>
                  </a:extLst>
                </p:cNvPr>
                <p:cNvSpPr/>
                <p:nvPr/>
              </p:nvSpPr>
              <p:spPr>
                <a:xfrm>
                  <a:off x="9763216" y="465456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3208 h 0"/>
                    <a:gd name="connsiteX1" fmla="*/ 0 w 0"/>
                    <a:gd name="connsiteY1" fmla="*/ 3208 h 0"/>
                    <a:gd name="connsiteX2" fmla="*/ 146 w 0"/>
                    <a:gd name="connsiteY2" fmla="*/ 0 h 0"/>
                    <a:gd name="connsiteX3" fmla="*/ 0 w 0"/>
                    <a:gd name="connsiteY3" fmla="*/ 3208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>
                      <a:moveTo>
                        <a:pt x="0" y="3208"/>
                      </a:moveTo>
                      <a:lnTo>
                        <a:pt x="0" y="3208"/>
                      </a:lnTo>
                      <a:cubicBezTo>
                        <a:pt x="0" y="2333"/>
                        <a:pt x="146" y="1312"/>
                        <a:pt x="146" y="0"/>
                      </a:cubicBezTo>
                      <a:cubicBezTo>
                        <a:pt x="146" y="1312"/>
                        <a:pt x="146" y="2333"/>
                        <a:pt x="0" y="3208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29" name="Freeform: Shape 643">
                  <a:extLst>
                    <a:ext uri="{FF2B5EF4-FFF2-40B4-BE49-F238E27FC236}">
                      <a16:creationId xmlns:a16="http://schemas.microsoft.com/office/drawing/2014/main" id="{4DBE08E1-908B-3C73-3A95-371E5A9749C3}"/>
                    </a:ext>
                  </a:extLst>
                </p:cNvPr>
                <p:cNvSpPr/>
                <p:nvPr/>
              </p:nvSpPr>
              <p:spPr>
                <a:xfrm>
                  <a:off x="9763362" y="4652228"/>
                  <a:ext cx="14584" cy="14584"/>
                </a:xfrm>
                <a:custGeom>
                  <a:avLst/>
                  <a:gdLst>
                    <a:gd name="connsiteX0" fmla="*/ 146 w 0"/>
                    <a:gd name="connsiteY0" fmla="*/ 0 h 0"/>
                    <a:gd name="connsiteX1" fmla="*/ 0 w 0"/>
                    <a:gd name="connsiteY1" fmla="*/ 1896 h 0"/>
                    <a:gd name="connsiteX2" fmla="*/ 146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46" y="0"/>
                      </a:moveTo>
                      <a:cubicBezTo>
                        <a:pt x="146" y="583"/>
                        <a:pt x="146" y="1312"/>
                        <a:pt x="0" y="1896"/>
                      </a:cubicBezTo>
                      <a:cubicBezTo>
                        <a:pt x="146" y="1312"/>
                        <a:pt x="146" y="729"/>
                        <a:pt x="146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30" name="Freeform: Shape 644">
                  <a:extLst>
                    <a:ext uri="{FF2B5EF4-FFF2-40B4-BE49-F238E27FC236}">
                      <a16:creationId xmlns:a16="http://schemas.microsoft.com/office/drawing/2014/main" id="{D9FCD8AA-98EB-B30A-D0B9-AE67F470E9E6}"/>
                    </a:ext>
                  </a:extLst>
                </p:cNvPr>
                <p:cNvSpPr/>
                <p:nvPr/>
              </p:nvSpPr>
              <p:spPr>
                <a:xfrm>
                  <a:off x="9763654" y="464785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0 w 0"/>
                    <a:gd name="connsiteY1" fmla="*/ 1896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0" y="583"/>
                        <a:pt x="0" y="1312"/>
                        <a:pt x="0" y="1896"/>
                      </a:cubicBezTo>
                      <a:cubicBezTo>
                        <a:pt x="0" y="1312"/>
                        <a:pt x="0" y="583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31" name="Freeform: Shape 645">
                  <a:extLst>
                    <a:ext uri="{FF2B5EF4-FFF2-40B4-BE49-F238E27FC236}">
                      <a16:creationId xmlns:a16="http://schemas.microsoft.com/office/drawing/2014/main" id="{4CA95497-BAC2-B3A4-E2F4-C235D15776AD}"/>
                    </a:ext>
                  </a:extLst>
                </p:cNvPr>
                <p:cNvSpPr/>
                <p:nvPr/>
              </p:nvSpPr>
              <p:spPr>
                <a:xfrm>
                  <a:off x="9763362" y="464376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46 w 0"/>
                    <a:gd name="connsiteY1" fmla="*/ 1604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0" y="583"/>
                        <a:pt x="146" y="1021"/>
                        <a:pt x="146" y="1604"/>
                      </a:cubicBezTo>
                      <a:cubicBezTo>
                        <a:pt x="146" y="1167"/>
                        <a:pt x="146" y="583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32" name="Freeform: Shape 646">
                  <a:extLst>
                    <a:ext uri="{FF2B5EF4-FFF2-40B4-BE49-F238E27FC236}">
                      <a16:creationId xmlns:a16="http://schemas.microsoft.com/office/drawing/2014/main" id="{A6CE262B-26A6-C37D-616B-F05B2DE16C06}"/>
                    </a:ext>
                  </a:extLst>
                </p:cNvPr>
                <p:cNvSpPr/>
                <p:nvPr/>
              </p:nvSpPr>
              <p:spPr>
                <a:xfrm>
                  <a:off x="9035424" y="4406053"/>
                  <a:ext cx="714606" cy="641687"/>
                </a:xfrm>
                <a:custGeom>
                  <a:avLst/>
                  <a:gdLst>
                    <a:gd name="connsiteX0" fmla="*/ 630373 w 714605"/>
                    <a:gd name="connsiteY0" fmla="*/ 594289 h 641686"/>
                    <a:gd name="connsiteX1" fmla="*/ 586038 w 714605"/>
                    <a:gd name="connsiteY1" fmla="*/ 583643 h 641686"/>
                    <a:gd name="connsiteX2" fmla="*/ 572329 w 714605"/>
                    <a:gd name="connsiteY2" fmla="*/ 566872 h 641686"/>
                    <a:gd name="connsiteX3" fmla="*/ 573788 w 714605"/>
                    <a:gd name="connsiteY3" fmla="*/ 543976 h 641686"/>
                    <a:gd name="connsiteX4" fmla="*/ 535578 w 714605"/>
                    <a:gd name="connsiteY4" fmla="*/ 514953 h 641686"/>
                    <a:gd name="connsiteX5" fmla="*/ 506556 w 714605"/>
                    <a:gd name="connsiteY5" fmla="*/ 492057 h 641686"/>
                    <a:gd name="connsiteX6" fmla="*/ 480597 w 714605"/>
                    <a:gd name="connsiteY6" fmla="*/ 492057 h 641686"/>
                    <a:gd name="connsiteX7" fmla="*/ 362906 w 714605"/>
                    <a:gd name="connsiteY7" fmla="*/ 380491 h 641686"/>
                    <a:gd name="connsiteX8" fmla="*/ 324697 w 714605"/>
                    <a:gd name="connsiteY8" fmla="*/ 313260 h 641686"/>
                    <a:gd name="connsiteX9" fmla="*/ 298737 w 714605"/>
                    <a:gd name="connsiteY9" fmla="*/ 287301 h 641686"/>
                    <a:gd name="connsiteX10" fmla="*/ 310988 w 714605"/>
                    <a:gd name="connsiteY10" fmla="*/ 223132 h 641686"/>
                    <a:gd name="connsiteX11" fmla="*/ 329364 w 714605"/>
                    <a:gd name="connsiteY11" fmla="*/ 229257 h 641686"/>
                    <a:gd name="connsiteX12" fmla="*/ 346135 w 714605"/>
                    <a:gd name="connsiteY12" fmla="*/ 242966 h 641686"/>
                    <a:gd name="connsiteX13" fmla="*/ 367573 w 714605"/>
                    <a:gd name="connsiteY13" fmla="*/ 223132 h 641686"/>
                    <a:gd name="connsiteX14" fmla="*/ 390470 w 714605"/>
                    <a:gd name="connsiteY14" fmla="*/ 220069 h 641686"/>
                    <a:gd name="connsiteX15" fmla="*/ 404178 w 714605"/>
                    <a:gd name="connsiteY15" fmla="*/ 206360 h 641686"/>
                    <a:gd name="connsiteX16" fmla="*/ 430138 w 714605"/>
                    <a:gd name="connsiteY16" fmla="*/ 206360 h 641686"/>
                    <a:gd name="connsiteX17" fmla="*/ 477535 w 714605"/>
                    <a:gd name="connsiteY17" fmla="*/ 213944 h 641686"/>
                    <a:gd name="connsiteX18" fmla="*/ 540099 w 714605"/>
                    <a:gd name="connsiteY18" fmla="*/ 223132 h 641686"/>
                    <a:gd name="connsiteX19" fmla="*/ 552350 w 714605"/>
                    <a:gd name="connsiteY19" fmla="*/ 206360 h 641686"/>
                    <a:gd name="connsiteX20" fmla="*/ 651665 w 714605"/>
                    <a:gd name="connsiteY20" fmla="*/ 213944 h 641686"/>
                    <a:gd name="connsiteX21" fmla="*/ 666978 w 714605"/>
                    <a:gd name="connsiteY21" fmla="*/ 241507 h 641686"/>
                    <a:gd name="connsiteX22" fmla="*/ 711896 w 714605"/>
                    <a:gd name="connsiteY22" fmla="*/ 214382 h 641686"/>
                    <a:gd name="connsiteX23" fmla="*/ 708104 w 714605"/>
                    <a:gd name="connsiteY23" fmla="*/ 209861 h 641686"/>
                    <a:gd name="connsiteX24" fmla="*/ 703583 w 714605"/>
                    <a:gd name="connsiteY24" fmla="*/ 181276 h 641686"/>
                    <a:gd name="connsiteX25" fmla="*/ 720793 w 714605"/>
                    <a:gd name="connsiteY25" fmla="*/ 172089 h 641686"/>
                    <a:gd name="connsiteX26" fmla="*/ 720793 w 714605"/>
                    <a:gd name="connsiteY26" fmla="*/ 164068 h 641686"/>
                    <a:gd name="connsiteX27" fmla="*/ 687542 w 714605"/>
                    <a:gd name="connsiteY27" fmla="*/ 146859 h 641686"/>
                    <a:gd name="connsiteX28" fmla="*/ 673833 w 714605"/>
                    <a:gd name="connsiteY28" fmla="*/ 136504 h 641686"/>
                    <a:gd name="connsiteX29" fmla="*/ 655457 w 714605"/>
                    <a:gd name="connsiteY29" fmla="*/ 68835 h 641686"/>
                    <a:gd name="connsiteX30" fmla="*/ 624102 w 714605"/>
                    <a:gd name="connsiteY30" fmla="*/ 70294 h 641686"/>
                    <a:gd name="connsiteX31" fmla="*/ 601205 w 714605"/>
                    <a:gd name="connsiteY31" fmla="*/ 96253 h 641686"/>
                    <a:gd name="connsiteX32" fmla="*/ 506411 w 714605"/>
                    <a:gd name="connsiteY32" fmla="*/ 84003 h 641686"/>
                    <a:gd name="connsiteX33" fmla="*/ 494160 w 714605"/>
                    <a:gd name="connsiteY33" fmla="*/ 68690 h 641686"/>
                    <a:gd name="connsiteX34" fmla="*/ 440638 w 714605"/>
                    <a:gd name="connsiteY34" fmla="*/ 71752 h 641686"/>
                    <a:gd name="connsiteX35" fmla="*/ 348906 w 714605"/>
                    <a:gd name="connsiteY35" fmla="*/ 0 h 641686"/>
                    <a:gd name="connsiteX36" fmla="*/ 332134 w 714605"/>
                    <a:gd name="connsiteY36" fmla="*/ 0 h 641686"/>
                    <a:gd name="connsiteX37" fmla="*/ 318426 w 714605"/>
                    <a:gd name="connsiteY37" fmla="*/ 24501 h 641686"/>
                    <a:gd name="connsiteX38" fmla="*/ 280216 w 714605"/>
                    <a:gd name="connsiteY38" fmla="*/ 38209 h 641686"/>
                    <a:gd name="connsiteX39" fmla="*/ 274091 w 714605"/>
                    <a:gd name="connsiteY39" fmla="*/ 108503 h 641686"/>
                    <a:gd name="connsiteX40" fmla="*/ 243465 w 714605"/>
                    <a:gd name="connsiteY40" fmla="*/ 120754 h 641686"/>
                    <a:gd name="connsiteX41" fmla="*/ 238944 w 714605"/>
                    <a:gd name="connsiteY41" fmla="*/ 166547 h 641686"/>
                    <a:gd name="connsiteX42" fmla="*/ 226694 w 714605"/>
                    <a:gd name="connsiteY42" fmla="*/ 180256 h 641686"/>
                    <a:gd name="connsiteX43" fmla="*/ 176234 w 714605"/>
                    <a:gd name="connsiteY43" fmla="*/ 180256 h 641686"/>
                    <a:gd name="connsiteX44" fmla="*/ 151733 w 714605"/>
                    <a:gd name="connsiteY44" fmla="*/ 174130 h 641686"/>
                    <a:gd name="connsiteX45" fmla="*/ 147212 w 714605"/>
                    <a:gd name="connsiteY45" fmla="*/ 160422 h 641686"/>
                    <a:gd name="connsiteX46" fmla="*/ 122711 w 714605"/>
                    <a:gd name="connsiteY46" fmla="*/ 171068 h 641686"/>
                    <a:gd name="connsiteX47" fmla="*/ 102877 w 714605"/>
                    <a:gd name="connsiteY47" fmla="*/ 187839 h 641686"/>
                    <a:gd name="connsiteX48" fmla="*/ 6478 w 714605"/>
                    <a:gd name="connsiteY48" fmla="*/ 202423 h 641686"/>
                    <a:gd name="connsiteX49" fmla="*/ 499 w 714605"/>
                    <a:gd name="connsiteY49" fmla="*/ 218319 h 641686"/>
                    <a:gd name="connsiteX50" fmla="*/ 12749 w 714605"/>
                    <a:gd name="connsiteY50" fmla="*/ 245883 h 641686"/>
                    <a:gd name="connsiteX51" fmla="*/ 38709 w 714605"/>
                    <a:gd name="connsiteY51" fmla="*/ 288613 h 641686"/>
                    <a:gd name="connsiteX52" fmla="*/ 47896 w 714605"/>
                    <a:gd name="connsiteY52" fmla="*/ 305385 h 641686"/>
                    <a:gd name="connsiteX53" fmla="*/ 54022 w 714605"/>
                    <a:gd name="connsiteY53" fmla="*/ 305385 h 641686"/>
                    <a:gd name="connsiteX54" fmla="*/ 76918 w 714605"/>
                    <a:gd name="connsiteY54" fmla="*/ 302322 h 641686"/>
                    <a:gd name="connsiteX55" fmla="*/ 83043 w 714605"/>
                    <a:gd name="connsiteY55" fmla="*/ 285551 h 641686"/>
                    <a:gd name="connsiteX56" fmla="*/ 87564 w 714605"/>
                    <a:gd name="connsiteY56" fmla="*/ 257987 h 641686"/>
                    <a:gd name="connsiteX57" fmla="*/ 87564 w 714605"/>
                    <a:gd name="connsiteY57" fmla="*/ 219778 h 641686"/>
                    <a:gd name="connsiteX58" fmla="*/ 102877 w 714605"/>
                    <a:gd name="connsiteY58" fmla="*/ 212194 h 641686"/>
                    <a:gd name="connsiteX59" fmla="*/ 156400 w 714605"/>
                    <a:gd name="connsiteY59" fmla="*/ 247341 h 641686"/>
                    <a:gd name="connsiteX60" fmla="*/ 188484 w 714605"/>
                    <a:gd name="connsiteY60" fmla="*/ 268779 h 641686"/>
                    <a:gd name="connsiteX61" fmla="*/ 182359 w 714605"/>
                    <a:gd name="connsiteY61" fmla="*/ 305385 h 641686"/>
                    <a:gd name="connsiteX62" fmla="*/ 214443 w 714605"/>
                    <a:gd name="connsiteY62" fmla="*/ 348115 h 641686"/>
                    <a:gd name="connsiteX63" fmla="*/ 229756 w 714605"/>
                    <a:gd name="connsiteY63" fmla="*/ 377137 h 641686"/>
                    <a:gd name="connsiteX64" fmla="*/ 245069 w 714605"/>
                    <a:gd name="connsiteY64" fmla="*/ 377137 h 641686"/>
                    <a:gd name="connsiteX65" fmla="*/ 254257 w 714605"/>
                    <a:gd name="connsiteY65" fmla="*/ 390846 h 641686"/>
                    <a:gd name="connsiteX66" fmla="*/ 242007 w 714605"/>
                    <a:gd name="connsiteY66" fmla="*/ 407617 h 641686"/>
                    <a:gd name="connsiteX67" fmla="*/ 237486 w 714605"/>
                    <a:gd name="connsiteY67" fmla="*/ 433576 h 641686"/>
                    <a:gd name="connsiteX68" fmla="*/ 255861 w 714605"/>
                    <a:gd name="connsiteY68" fmla="*/ 445826 h 641686"/>
                    <a:gd name="connsiteX69" fmla="*/ 287946 w 714605"/>
                    <a:gd name="connsiteY69" fmla="*/ 462598 h 641686"/>
                    <a:gd name="connsiteX70" fmla="*/ 326155 w 714605"/>
                    <a:gd name="connsiteY70" fmla="*/ 480973 h 641686"/>
                    <a:gd name="connsiteX71" fmla="*/ 330676 w 714605"/>
                    <a:gd name="connsiteY71" fmla="*/ 497745 h 641686"/>
                    <a:gd name="connsiteX72" fmla="*/ 339864 w 714605"/>
                    <a:gd name="connsiteY72" fmla="*/ 508391 h 641686"/>
                    <a:gd name="connsiteX73" fmla="*/ 356635 w 714605"/>
                    <a:gd name="connsiteY73" fmla="*/ 509849 h 641686"/>
                    <a:gd name="connsiteX74" fmla="*/ 384198 w 714605"/>
                    <a:gd name="connsiteY74" fmla="*/ 503724 h 641686"/>
                    <a:gd name="connsiteX75" fmla="*/ 428533 w 714605"/>
                    <a:gd name="connsiteY75" fmla="*/ 503724 h 641686"/>
                    <a:gd name="connsiteX76" fmla="*/ 437721 w 714605"/>
                    <a:gd name="connsiteY76" fmla="*/ 506787 h 641686"/>
                    <a:gd name="connsiteX77" fmla="*/ 506411 w 714605"/>
                    <a:gd name="connsiteY77" fmla="*/ 551121 h 641686"/>
                    <a:gd name="connsiteX78" fmla="*/ 539953 w 714605"/>
                    <a:gd name="connsiteY78" fmla="*/ 569497 h 641686"/>
                    <a:gd name="connsiteX79" fmla="*/ 561392 w 714605"/>
                    <a:gd name="connsiteY79" fmla="*/ 587872 h 641686"/>
                    <a:gd name="connsiteX80" fmla="*/ 565913 w 714605"/>
                    <a:gd name="connsiteY80" fmla="*/ 600123 h 641686"/>
                    <a:gd name="connsiteX81" fmla="*/ 587351 w 714605"/>
                    <a:gd name="connsiteY81" fmla="*/ 606248 h 641686"/>
                    <a:gd name="connsiteX82" fmla="*/ 611851 w 714605"/>
                    <a:gd name="connsiteY82" fmla="*/ 615436 h 641686"/>
                    <a:gd name="connsiteX83" fmla="*/ 645394 w 714605"/>
                    <a:gd name="connsiteY83" fmla="*/ 642999 h 641686"/>
                    <a:gd name="connsiteX84" fmla="*/ 666832 w 714605"/>
                    <a:gd name="connsiteY84" fmla="*/ 655249 h 641686"/>
                    <a:gd name="connsiteX85" fmla="*/ 669020 w 714605"/>
                    <a:gd name="connsiteY85" fmla="*/ 655541 h 641686"/>
                    <a:gd name="connsiteX86" fmla="*/ 665666 w 714605"/>
                    <a:gd name="connsiteY86" fmla="*/ 630020 h 641686"/>
                    <a:gd name="connsiteX87" fmla="*/ 630373 w 714605"/>
                    <a:gd name="connsiteY87" fmla="*/ 594289 h 641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</a:cxnLst>
                  <a:rect l="l" t="t" r="r" b="b"/>
                  <a:pathLst>
                    <a:path w="714605" h="641686">
                      <a:moveTo>
                        <a:pt x="630373" y="594289"/>
                      </a:moveTo>
                      <a:cubicBezTo>
                        <a:pt x="616664" y="585101"/>
                        <a:pt x="602810" y="588164"/>
                        <a:pt x="586038" y="583643"/>
                      </a:cubicBezTo>
                      <a:cubicBezTo>
                        <a:pt x="569267" y="579122"/>
                        <a:pt x="572329" y="566872"/>
                        <a:pt x="572329" y="566872"/>
                      </a:cubicBezTo>
                      <a:lnTo>
                        <a:pt x="573788" y="543976"/>
                      </a:lnTo>
                      <a:lnTo>
                        <a:pt x="535578" y="514953"/>
                      </a:lnTo>
                      <a:lnTo>
                        <a:pt x="506556" y="492057"/>
                      </a:lnTo>
                      <a:lnTo>
                        <a:pt x="480597" y="492057"/>
                      </a:lnTo>
                      <a:lnTo>
                        <a:pt x="362906" y="380491"/>
                      </a:lnTo>
                      <a:lnTo>
                        <a:pt x="324697" y="313260"/>
                      </a:lnTo>
                      <a:lnTo>
                        <a:pt x="298737" y="287301"/>
                      </a:lnTo>
                      <a:lnTo>
                        <a:pt x="310988" y="223132"/>
                      </a:lnTo>
                      <a:lnTo>
                        <a:pt x="329364" y="229257"/>
                      </a:lnTo>
                      <a:lnTo>
                        <a:pt x="346135" y="242966"/>
                      </a:lnTo>
                      <a:lnTo>
                        <a:pt x="367573" y="223132"/>
                      </a:lnTo>
                      <a:lnTo>
                        <a:pt x="390470" y="220069"/>
                      </a:lnTo>
                      <a:lnTo>
                        <a:pt x="404178" y="206360"/>
                      </a:lnTo>
                      <a:lnTo>
                        <a:pt x="430138" y="206360"/>
                      </a:lnTo>
                      <a:lnTo>
                        <a:pt x="477535" y="213944"/>
                      </a:lnTo>
                      <a:lnTo>
                        <a:pt x="540099" y="223132"/>
                      </a:lnTo>
                      <a:lnTo>
                        <a:pt x="552350" y="206360"/>
                      </a:lnTo>
                      <a:lnTo>
                        <a:pt x="651665" y="213944"/>
                      </a:lnTo>
                      <a:lnTo>
                        <a:pt x="666978" y="241507"/>
                      </a:lnTo>
                      <a:lnTo>
                        <a:pt x="711896" y="214382"/>
                      </a:lnTo>
                      <a:cubicBezTo>
                        <a:pt x="709709" y="211757"/>
                        <a:pt x="708104" y="209861"/>
                        <a:pt x="708104" y="209861"/>
                      </a:cubicBezTo>
                      <a:cubicBezTo>
                        <a:pt x="708104" y="209861"/>
                        <a:pt x="698917" y="184631"/>
                        <a:pt x="703583" y="181276"/>
                      </a:cubicBezTo>
                      <a:cubicBezTo>
                        <a:pt x="708104" y="177776"/>
                        <a:pt x="720793" y="175589"/>
                        <a:pt x="720793" y="172089"/>
                      </a:cubicBezTo>
                      <a:cubicBezTo>
                        <a:pt x="720793" y="168589"/>
                        <a:pt x="724293" y="167568"/>
                        <a:pt x="720793" y="164068"/>
                      </a:cubicBezTo>
                      <a:cubicBezTo>
                        <a:pt x="717292" y="160568"/>
                        <a:pt x="687542" y="146859"/>
                        <a:pt x="687542" y="146859"/>
                      </a:cubicBezTo>
                      <a:cubicBezTo>
                        <a:pt x="687542" y="146859"/>
                        <a:pt x="676020" y="143359"/>
                        <a:pt x="673833" y="136504"/>
                      </a:cubicBezTo>
                      <a:cubicBezTo>
                        <a:pt x="671499" y="129650"/>
                        <a:pt x="655457" y="68835"/>
                        <a:pt x="655457" y="68835"/>
                      </a:cubicBezTo>
                      <a:lnTo>
                        <a:pt x="624102" y="70294"/>
                      </a:lnTo>
                      <a:lnTo>
                        <a:pt x="601205" y="96253"/>
                      </a:lnTo>
                      <a:lnTo>
                        <a:pt x="506411" y="84003"/>
                      </a:lnTo>
                      <a:lnTo>
                        <a:pt x="494160" y="68690"/>
                      </a:lnTo>
                      <a:lnTo>
                        <a:pt x="440638" y="71752"/>
                      </a:lnTo>
                      <a:lnTo>
                        <a:pt x="348906" y="0"/>
                      </a:lnTo>
                      <a:lnTo>
                        <a:pt x="332134" y="0"/>
                      </a:lnTo>
                      <a:lnTo>
                        <a:pt x="318426" y="24501"/>
                      </a:lnTo>
                      <a:lnTo>
                        <a:pt x="280216" y="38209"/>
                      </a:lnTo>
                      <a:lnTo>
                        <a:pt x="274091" y="108503"/>
                      </a:lnTo>
                      <a:lnTo>
                        <a:pt x="243465" y="120754"/>
                      </a:lnTo>
                      <a:lnTo>
                        <a:pt x="238944" y="166547"/>
                      </a:lnTo>
                      <a:lnTo>
                        <a:pt x="226694" y="180256"/>
                      </a:lnTo>
                      <a:lnTo>
                        <a:pt x="176234" y="180256"/>
                      </a:lnTo>
                      <a:lnTo>
                        <a:pt x="151733" y="174130"/>
                      </a:lnTo>
                      <a:lnTo>
                        <a:pt x="147212" y="160422"/>
                      </a:lnTo>
                      <a:lnTo>
                        <a:pt x="122711" y="171068"/>
                      </a:lnTo>
                      <a:lnTo>
                        <a:pt x="102877" y="187839"/>
                      </a:lnTo>
                      <a:lnTo>
                        <a:pt x="6478" y="202423"/>
                      </a:lnTo>
                      <a:cubicBezTo>
                        <a:pt x="3124" y="206944"/>
                        <a:pt x="-1543" y="214236"/>
                        <a:pt x="499" y="218319"/>
                      </a:cubicBezTo>
                      <a:cubicBezTo>
                        <a:pt x="3562" y="224445"/>
                        <a:pt x="12749" y="245883"/>
                        <a:pt x="12749" y="245883"/>
                      </a:cubicBezTo>
                      <a:cubicBezTo>
                        <a:pt x="12749" y="245883"/>
                        <a:pt x="35646" y="284092"/>
                        <a:pt x="38709" y="288613"/>
                      </a:cubicBezTo>
                      <a:cubicBezTo>
                        <a:pt x="41771" y="293134"/>
                        <a:pt x="41771" y="305385"/>
                        <a:pt x="47896" y="305385"/>
                      </a:cubicBezTo>
                      <a:cubicBezTo>
                        <a:pt x="54022" y="305385"/>
                        <a:pt x="54022" y="305385"/>
                        <a:pt x="54022" y="305385"/>
                      </a:cubicBezTo>
                      <a:cubicBezTo>
                        <a:pt x="54022" y="305385"/>
                        <a:pt x="73855" y="308447"/>
                        <a:pt x="76918" y="302322"/>
                      </a:cubicBezTo>
                      <a:cubicBezTo>
                        <a:pt x="79981" y="296197"/>
                        <a:pt x="83043" y="291676"/>
                        <a:pt x="83043" y="285551"/>
                      </a:cubicBezTo>
                      <a:cubicBezTo>
                        <a:pt x="83043" y="279425"/>
                        <a:pt x="87564" y="257987"/>
                        <a:pt x="87564" y="257987"/>
                      </a:cubicBezTo>
                      <a:lnTo>
                        <a:pt x="87564" y="219778"/>
                      </a:lnTo>
                      <a:cubicBezTo>
                        <a:pt x="87564" y="219778"/>
                        <a:pt x="83043" y="201402"/>
                        <a:pt x="102877" y="212194"/>
                      </a:cubicBezTo>
                      <a:cubicBezTo>
                        <a:pt x="122711" y="222840"/>
                        <a:pt x="156400" y="247341"/>
                        <a:pt x="156400" y="247341"/>
                      </a:cubicBezTo>
                      <a:lnTo>
                        <a:pt x="188484" y="268779"/>
                      </a:lnTo>
                      <a:cubicBezTo>
                        <a:pt x="188484" y="268779"/>
                        <a:pt x="177838" y="293280"/>
                        <a:pt x="182359" y="305385"/>
                      </a:cubicBezTo>
                      <a:cubicBezTo>
                        <a:pt x="186880" y="317635"/>
                        <a:pt x="212985" y="343594"/>
                        <a:pt x="214443" y="348115"/>
                      </a:cubicBezTo>
                      <a:cubicBezTo>
                        <a:pt x="215902" y="352636"/>
                        <a:pt x="229756" y="377137"/>
                        <a:pt x="229756" y="377137"/>
                      </a:cubicBezTo>
                      <a:lnTo>
                        <a:pt x="245069" y="377137"/>
                      </a:lnTo>
                      <a:lnTo>
                        <a:pt x="254257" y="390846"/>
                      </a:lnTo>
                      <a:lnTo>
                        <a:pt x="242007" y="407617"/>
                      </a:lnTo>
                      <a:lnTo>
                        <a:pt x="237486" y="433576"/>
                      </a:lnTo>
                      <a:lnTo>
                        <a:pt x="255861" y="445826"/>
                      </a:lnTo>
                      <a:cubicBezTo>
                        <a:pt x="255861" y="445826"/>
                        <a:pt x="281820" y="459535"/>
                        <a:pt x="287946" y="462598"/>
                      </a:cubicBezTo>
                      <a:cubicBezTo>
                        <a:pt x="294071" y="465660"/>
                        <a:pt x="326155" y="480973"/>
                        <a:pt x="326155" y="480973"/>
                      </a:cubicBezTo>
                      <a:lnTo>
                        <a:pt x="330676" y="497745"/>
                      </a:lnTo>
                      <a:lnTo>
                        <a:pt x="339864" y="508391"/>
                      </a:lnTo>
                      <a:lnTo>
                        <a:pt x="356635" y="509849"/>
                      </a:lnTo>
                      <a:lnTo>
                        <a:pt x="384198" y="503724"/>
                      </a:lnTo>
                      <a:cubicBezTo>
                        <a:pt x="384198" y="503724"/>
                        <a:pt x="419345" y="500662"/>
                        <a:pt x="428533" y="503724"/>
                      </a:cubicBezTo>
                      <a:cubicBezTo>
                        <a:pt x="437721" y="506787"/>
                        <a:pt x="437721" y="506787"/>
                        <a:pt x="437721" y="506787"/>
                      </a:cubicBezTo>
                      <a:cubicBezTo>
                        <a:pt x="437721" y="506787"/>
                        <a:pt x="497369" y="548059"/>
                        <a:pt x="506411" y="551121"/>
                      </a:cubicBezTo>
                      <a:cubicBezTo>
                        <a:pt x="515599" y="554184"/>
                        <a:pt x="539953" y="569497"/>
                        <a:pt x="539953" y="569497"/>
                      </a:cubicBezTo>
                      <a:lnTo>
                        <a:pt x="561392" y="587872"/>
                      </a:lnTo>
                      <a:lnTo>
                        <a:pt x="565913" y="600123"/>
                      </a:lnTo>
                      <a:lnTo>
                        <a:pt x="587351" y="606248"/>
                      </a:lnTo>
                      <a:lnTo>
                        <a:pt x="611851" y="615436"/>
                      </a:lnTo>
                      <a:lnTo>
                        <a:pt x="645394" y="642999"/>
                      </a:lnTo>
                      <a:lnTo>
                        <a:pt x="666832" y="655249"/>
                      </a:lnTo>
                      <a:lnTo>
                        <a:pt x="669020" y="655541"/>
                      </a:lnTo>
                      <a:lnTo>
                        <a:pt x="665666" y="630020"/>
                      </a:lnTo>
                      <a:cubicBezTo>
                        <a:pt x="665811" y="630165"/>
                        <a:pt x="644082" y="603477"/>
                        <a:pt x="630373" y="594289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33" name="Freeform: Shape 647">
                  <a:extLst>
                    <a:ext uri="{FF2B5EF4-FFF2-40B4-BE49-F238E27FC236}">
                      <a16:creationId xmlns:a16="http://schemas.microsoft.com/office/drawing/2014/main" id="{BACA012B-3035-9C3B-928F-51D93AE0108F}"/>
                    </a:ext>
                  </a:extLst>
                </p:cNvPr>
                <p:cNvSpPr/>
                <p:nvPr/>
              </p:nvSpPr>
              <p:spPr>
                <a:xfrm>
                  <a:off x="9761175" y="4638519"/>
                  <a:ext cx="14584" cy="14584"/>
                </a:xfrm>
                <a:custGeom>
                  <a:avLst/>
                  <a:gdLst>
                    <a:gd name="connsiteX0" fmla="*/ 1021 w 0"/>
                    <a:gd name="connsiteY0" fmla="*/ 1604 h 0"/>
                    <a:gd name="connsiteX1" fmla="*/ 0 w 0"/>
                    <a:gd name="connsiteY1" fmla="*/ 0 h 0"/>
                    <a:gd name="connsiteX2" fmla="*/ 1021 w 0"/>
                    <a:gd name="connsiteY2" fmla="*/ 1604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021" y="1604"/>
                      </a:moveTo>
                      <a:cubicBezTo>
                        <a:pt x="729" y="1167"/>
                        <a:pt x="437" y="583"/>
                        <a:pt x="0" y="0"/>
                      </a:cubicBezTo>
                      <a:cubicBezTo>
                        <a:pt x="437" y="583"/>
                        <a:pt x="729" y="1167"/>
                        <a:pt x="1021" y="1604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34" name="Freeform: Shape 648">
                  <a:extLst>
                    <a:ext uri="{FF2B5EF4-FFF2-40B4-BE49-F238E27FC236}">
                      <a16:creationId xmlns:a16="http://schemas.microsoft.com/office/drawing/2014/main" id="{72242B74-688C-B12B-4F8A-2C5E981B8932}"/>
                    </a:ext>
                  </a:extLst>
                </p:cNvPr>
                <p:cNvSpPr/>
                <p:nvPr/>
              </p:nvSpPr>
              <p:spPr>
                <a:xfrm>
                  <a:off x="9747466" y="462028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4375 w 0"/>
                    <a:gd name="connsiteY1" fmla="*/ 5396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312" y="1604"/>
                        <a:pt x="2771" y="3500"/>
                        <a:pt x="4375" y="5396"/>
                      </a:cubicBezTo>
                      <a:cubicBezTo>
                        <a:pt x="2771" y="3354"/>
                        <a:pt x="1167" y="1458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35" name="Freeform: Shape 649">
                  <a:extLst>
                    <a:ext uri="{FF2B5EF4-FFF2-40B4-BE49-F238E27FC236}">
                      <a16:creationId xmlns:a16="http://schemas.microsoft.com/office/drawing/2014/main" id="{AFDB2CBA-9D38-CBEC-C076-591D24EB9A7C}"/>
                    </a:ext>
                  </a:extLst>
                </p:cNvPr>
                <p:cNvSpPr/>
                <p:nvPr/>
              </p:nvSpPr>
              <p:spPr>
                <a:xfrm>
                  <a:off x="9757383" y="4632831"/>
                  <a:ext cx="14584" cy="14584"/>
                </a:xfrm>
                <a:custGeom>
                  <a:avLst/>
                  <a:gdLst>
                    <a:gd name="connsiteX0" fmla="*/ 1458 w 0"/>
                    <a:gd name="connsiteY0" fmla="*/ 2041 h 0"/>
                    <a:gd name="connsiteX1" fmla="*/ 0 w 0"/>
                    <a:gd name="connsiteY1" fmla="*/ 0 h 0"/>
                    <a:gd name="connsiteX2" fmla="*/ 1458 w 0"/>
                    <a:gd name="connsiteY2" fmla="*/ 2041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458" y="2041"/>
                      </a:moveTo>
                      <a:cubicBezTo>
                        <a:pt x="1021" y="1312"/>
                        <a:pt x="437" y="729"/>
                        <a:pt x="0" y="0"/>
                      </a:cubicBezTo>
                      <a:cubicBezTo>
                        <a:pt x="437" y="729"/>
                        <a:pt x="1021" y="1458"/>
                        <a:pt x="1458" y="204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36" name="Freeform: Shape 650">
                  <a:extLst>
                    <a:ext uri="{FF2B5EF4-FFF2-40B4-BE49-F238E27FC236}">
                      <a16:creationId xmlns:a16="http://schemas.microsoft.com/office/drawing/2014/main" id="{50237DE9-911F-64C7-D575-2DE1B2BABB4B}"/>
                    </a:ext>
                  </a:extLst>
                </p:cNvPr>
                <p:cNvSpPr/>
                <p:nvPr/>
              </p:nvSpPr>
              <p:spPr>
                <a:xfrm>
                  <a:off x="9754612" y="4629331"/>
                  <a:ext cx="14584" cy="14584"/>
                </a:xfrm>
                <a:custGeom>
                  <a:avLst/>
                  <a:gdLst>
                    <a:gd name="connsiteX0" fmla="*/ 2187 w 0"/>
                    <a:gd name="connsiteY0" fmla="*/ 2771 h 0"/>
                    <a:gd name="connsiteX1" fmla="*/ 0 w 0"/>
                    <a:gd name="connsiteY1" fmla="*/ 0 h 0"/>
                    <a:gd name="connsiteX2" fmla="*/ 2187 w 0"/>
                    <a:gd name="connsiteY2" fmla="*/ 2771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2187" y="2771"/>
                      </a:moveTo>
                      <a:cubicBezTo>
                        <a:pt x="1458" y="1896"/>
                        <a:pt x="729" y="875"/>
                        <a:pt x="0" y="0"/>
                      </a:cubicBezTo>
                      <a:cubicBezTo>
                        <a:pt x="729" y="875"/>
                        <a:pt x="1458" y="1750"/>
                        <a:pt x="2187" y="277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37" name="Freeform: Shape 651">
                  <a:extLst>
                    <a:ext uri="{FF2B5EF4-FFF2-40B4-BE49-F238E27FC236}">
                      <a16:creationId xmlns:a16="http://schemas.microsoft.com/office/drawing/2014/main" id="{3DCE042C-20E3-B275-51F1-78871BA54CA6}"/>
                    </a:ext>
                  </a:extLst>
                </p:cNvPr>
                <p:cNvSpPr/>
                <p:nvPr/>
              </p:nvSpPr>
              <p:spPr>
                <a:xfrm>
                  <a:off x="9759425" y="4635748"/>
                  <a:ext cx="14584" cy="14584"/>
                </a:xfrm>
                <a:custGeom>
                  <a:avLst/>
                  <a:gdLst>
                    <a:gd name="connsiteX0" fmla="*/ 1604 w 0"/>
                    <a:gd name="connsiteY0" fmla="*/ 2333 h 0"/>
                    <a:gd name="connsiteX1" fmla="*/ 0 w 0"/>
                    <a:gd name="connsiteY1" fmla="*/ 0 h 0"/>
                    <a:gd name="connsiteX2" fmla="*/ 1604 w 0"/>
                    <a:gd name="connsiteY2" fmla="*/ 2333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604" y="2333"/>
                      </a:moveTo>
                      <a:cubicBezTo>
                        <a:pt x="1167" y="1604"/>
                        <a:pt x="583" y="729"/>
                        <a:pt x="0" y="0"/>
                      </a:cubicBezTo>
                      <a:cubicBezTo>
                        <a:pt x="583" y="729"/>
                        <a:pt x="1021" y="1604"/>
                        <a:pt x="1604" y="2333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38" name="Freeform: Shape 652">
                  <a:extLst>
                    <a:ext uri="{FF2B5EF4-FFF2-40B4-BE49-F238E27FC236}">
                      <a16:creationId xmlns:a16="http://schemas.microsoft.com/office/drawing/2014/main" id="{ECFB7777-34CC-7F13-B2E7-1EAC3CB4BB7C}"/>
                    </a:ext>
                  </a:extLst>
                </p:cNvPr>
                <p:cNvSpPr/>
                <p:nvPr/>
              </p:nvSpPr>
              <p:spPr>
                <a:xfrm>
                  <a:off x="9752278" y="4626269"/>
                  <a:ext cx="14584" cy="14584"/>
                </a:xfrm>
                <a:custGeom>
                  <a:avLst/>
                  <a:gdLst>
                    <a:gd name="connsiteX0" fmla="*/ 1896 w 0"/>
                    <a:gd name="connsiteY0" fmla="*/ 2479 h 0"/>
                    <a:gd name="connsiteX1" fmla="*/ 0 w 0"/>
                    <a:gd name="connsiteY1" fmla="*/ 0 h 0"/>
                    <a:gd name="connsiteX2" fmla="*/ 1896 w 0"/>
                    <a:gd name="connsiteY2" fmla="*/ 2479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896" y="2479"/>
                      </a:moveTo>
                      <a:cubicBezTo>
                        <a:pt x="1312" y="1604"/>
                        <a:pt x="583" y="729"/>
                        <a:pt x="0" y="0"/>
                      </a:cubicBezTo>
                      <a:cubicBezTo>
                        <a:pt x="583" y="875"/>
                        <a:pt x="1312" y="1604"/>
                        <a:pt x="1896" y="2479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sp>
            <p:nvSpPr>
              <p:cNvPr id="121" name="Freeform: Shape 653">
                <a:extLst>
                  <a:ext uri="{FF2B5EF4-FFF2-40B4-BE49-F238E27FC236}">
                    <a16:creationId xmlns:a16="http://schemas.microsoft.com/office/drawing/2014/main" id="{78030E15-7768-BAF7-698B-A591DF2CC523}"/>
                  </a:ext>
                </a:extLst>
              </p:cNvPr>
              <p:cNvSpPr/>
              <p:nvPr/>
            </p:nvSpPr>
            <p:spPr>
              <a:xfrm>
                <a:off x="9014776" y="4351218"/>
                <a:ext cx="364595" cy="247924"/>
              </a:xfrm>
              <a:custGeom>
                <a:avLst/>
                <a:gdLst>
                  <a:gd name="connsiteX0" fmla="*/ 26105 w 364594"/>
                  <a:gd name="connsiteY0" fmla="*/ 152547 h 247924"/>
                  <a:gd name="connsiteX1" fmla="*/ 23042 w 364594"/>
                  <a:gd name="connsiteY1" fmla="*/ 170922 h 247924"/>
                  <a:gd name="connsiteX2" fmla="*/ 43460 w 364594"/>
                  <a:gd name="connsiteY2" fmla="*/ 209132 h 247924"/>
                  <a:gd name="connsiteX3" fmla="*/ 47397 w 364594"/>
                  <a:gd name="connsiteY3" fmla="*/ 209132 h 247924"/>
                  <a:gd name="connsiteX4" fmla="*/ 53522 w 364594"/>
                  <a:gd name="connsiteY4" fmla="*/ 227507 h 247924"/>
                  <a:gd name="connsiteX5" fmla="*/ 53522 w 364594"/>
                  <a:gd name="connsiteY5" fmla="*/ 235091 h 247924"/>
                  <a:gd name="connsiteX6" fmla="*/ 30626 w 364594"/>
                  <a:gd name="connsiteY6" fmla="*/ 253466 h 247924"/>
                  <a:gd name="connsiteX7" fmla="*/ 27418 w 364594"/>
                  <a:gd name="connsiteY7" fmla="*/ 257404 h 247924"/>
                  <a:gd name="connsiteX8" fmla="*/ 123816 w 364594"/>
                  <a:gd name="connsiteY8" fmla="*/ 242820 h 247924"/>
                  <a:gd name="connsiteX9" fmla="*/ 143650 w 364594"/>
                  <a:gd name="connsiteY9" fmla="*/ 226049 h 247924"/>
                  <a:gd name="connsiteX10" fmla="*/ 168151 w 364594"/>
                  <a:gd name="connsiteY10" fmla="*/ 215403 h 247924"/>
                  <a:gd name="connsiteX11" fmla="*/ 172672 w 364594"/>
                  <a:gd name="connsiteY11" fmla="*/ 229112 h 247924"/>
                  <a:gd name="connsiteX12" fmla="*/ 197173 w 364594"/>
                  <a:gd name="connsiteY12" fmla="*/ 235237 h 247924"/>
                  <a:gd name="connsiteX13" fmla="*/ 247633 w 364594"/>
                  <a:gd name="connsiteY13" fmla="*/ 235237 h 247924"/>
                  <a:gd name="connsiteX14" fmla="*/ 259883 w 364594"/>
                  <a:gd name="connsiteY14" fmla="*/ 221528 h 247924"/>
                  <a:gd name="connsiteX15" fmla="*/ 264404 w 364594"/>
                  <a:gd name="connsiteY15" fmla="*/ 175735 h 247924"/>
                  <a:gd name="connsiteX16" fmla="*/ 295030 w 364594"/>
                  <a:gd name="connsiteY16" fmla="*/ 163485 h 247924"/>
                  <a:gd name="connsiteX17" fmla="*/ 301155 w 364594"/>
                  <a:gd name="connsiteY17" fmla="*/ 93191 h 247924"/>
                  <a:gd name="connsiteX18" fmla="*/ 339365 w 364594"/>
                  <a:gd name="connsiteY18" fmla="*/ 79482 h 247924"/>
                  <a:gd name="connsiteX19" fmla="*/ 353074 w 364594"/>
                  <a:gd name="connsiteY19" fmla="*/ 54981 h 247924"/>
                  <a:gd name="connsiteX20" fmla="*/ 369845 w 364594"/>
                  <a:gd name="connsiteY20" fmla="*/ 54981 h 247924"/>
                  <a:gd name="connsiteX21" fmla="*/ 369845 w 364594"/>
                  <a:gd name="connsiteY21" fmla="*/ 42731 h 247924"/>
                  <a:gd name="connsiteX22" fmla="*/ 333240 w 364594"/>
                  <a:gd name="connsiteY22" fmla="*/ 0 h 247924"/>
                  <a:gd name="connsiteX23" fmla="*/ 302614 w 364594"/>
                  <a:gd name="connsiteY23" fmla="*/ 0 h 247924"/>
                  <a:gd name="connsiteX24" fmla="*/ 302614 w 364594"/>
                  <a:gd name="connsiteY24" fmla="*/ 18376 h 247924"/>
                  <a:gd name="connsiteX25" fmla="*/ 307135 w 364594"/>
                  <a:gd name="connsiteY25" fmla="*/ 25960 h 247924"/>
                  <a:gd name="connsiteX26" fmla="*/ 287301 w 364594"/>
                  <a:gd name="connsiteY26" fmla="*/ 32085 h 247924"/>
                  <a:gd name="connsiteX27" fmla="*/ 267467 w 364594"/>
                  <a:gd name="connsiteY27" fmla="*/ 32085 h 247924"/>
                  <a:gd name="connsiteX28" fmla="*/ 249091 w 364594"/>
                  <a:gd name="connsiteY28" fmla="*/ 50460 h 247924"/>
                  <a:gd name="connsiteX29" fmla="*/ 183464 w 364594"/>
                  <a:gd name="connsiteY29" fmla="*/ 49002 h 247924"/>
                  <a:gd name="connsiteX30" fmla="*/ 139129 w 364594"/>
                  <a:gd name="connsiteY30" fmla="*/ 93337 h 247924"/>
                  <a:gd name="connsiteX31" fmla="*/ 79482 w 364594"/>
                  <a:gd name="connsiteY31" fmla="*/ 88816 h 247924"/>
                  <a:gd name="connsiteX32" fmla="*/ 35147 w 364594"/>
                  <a:gd name="connsiteY32" fmla="*/ 85753 h 247924"/>
                  <a:gd name="connsiteX33" fmla="*/ 0 w 364594"/>
                  <a:gd name="connsiteY33" fmla="*/ 134609 h 247924"/>
                  <a:gd name="connsiteX34" fmla="*/ 22897 w 364594"/>
                  <a:gd name="connsiteY34" fmla="*/ 143796 h 247924"/>
                  <a:gd name="connsiteX35" fmla="*/ 26105 w 364594"/>
                  <a:gd name="connsiteY35" fmla="*/ 152547 h 247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364594" h="247924">
                    <a:moveTo>
                      <a:pt x="26105" y="152547"/>
                    </a:moveTo>
                    <a:lnTo>
                      <a:pt x="23042" y="170922"/>
                    </a:lnTo>
                    <a:lnTo>
                      <a:pt x="43460" y="209132"/>
                    </a:lnTo>
                    <a:lnTo>
                      <a:pt x="47397" y="209132"/>
                    </a:lnTo>
                    <a:lnTo>
                      <a:pt x="53522" y="227507"/>
                    </a:lnTo>
                    <a:cubicBezTo>
                      <a:pt x="53522" y="227507"/>
                      <a:pt x="58043" y="228966"/>
                      <a:pt x="53522" y="235091"/>
                    </a:cubicBezTo>
                    <a:cubicBezTo>
                      <a:pt x="49002" y="241216"/>
                      <a:pt x="30626" y="253466"/>
                      <a:pt x="30626" y="253466"/>
                    </a:cubicBezTo>
                    <a:cubicBezTo>
                      <a:pt x="30626" y="253466"/>
                      <a:pt x="29168" y="255071"/>
                      <a:pt x="27418" y="257404"/>
                    </a:cubicBezTo>
                    <a:lnTo>
                      <a:pt x="123816" y="242820"/>
                    </a:lnTo>
                    <a:lnTo>
                      <a:pt x="143650" y="226049"/>
                    </a:lnTo>
                    <a:lnTo>
                      <a:pt x="168151" y="215403"/>
                    </a:lnTo>
                    <a:lnTo>
                      <a:pt x="172672" y="229112"/>
                    </a:lnTo>
                    <a:lnTo>
                      <a:pt x="197173" y="235237"/>
                    </a:lnTo>
                    <a:lnTo>
                      <a:pt x="247633" y="235237"/>
                    </a:lnTo>
                    <a:lnTo>
                      <a:pt x="259883" y="221528"/>
                    </a:lnTo>
                    <a:lnTo>
                      <a:pt x="264404" y="175735"/>
                    </a:lnTo>
                    <a:lnTo>
                      <a:pt x="295030" y="163485"/>
                    </a:lnTo>
                    <a:lnTo>
                      <a:pt x="301155" y="93191"/>
                    </a:lnTo>
                    <a:lnTo>
                      <a:pt x="339365" y="79482"/>
                    </a:lnTo>
                    <a:lnTo>
                      <a:pt x="353074" y="54981"/>
                    </a:lnTo>
                    <a:lnTo>
                      <a:pt x="369845" y="54981"/>
                    </a:lnTo>
                    <a:lnTo>
                      <a:pt x="369845" y="42731"/>
                    </a:lnTo>
                    <a:lnTo>
                      <a:pt x="333240" y="0"/>
                    </a:lnTo>
                    <a:lnTo>
                      <a:pt x="302614" y="0"/>
                    </a:lnTo>
                    <a:lnTo>
                      <a:pt x="302614" y="18376"/>
                    </a:lnTo>
                    <a:lnTo>
                      <a:pt x="307135" y="25960"/>
                    </a:lnTo>
                    <a:lnTo>
                      <a:pt x="287301" y="32085"/>
                    </a:lnTo>
                    <a:lnTo>
                      <a:pt x="267467" y="32085"/>
                    </a:lnTo>
                    <a:lnTo>
                      <a:pt x="249091" y="50460"/>
                    </a:lnTo>
                    <a:lnTo>
                      <a:pt x="183464" y="49002"/>
                    </a:lnTo>
                    <a:lnTo>
                      <a:pt x="139129" y="93337"/>
                    </a:lnTo>
                    <a:lnTo>
                      <a:pt x="79482" y="88816"/>
                    </a:lnTo>
                    <a:lnTo>
                      <a:pt x="35147" y="85753"/>
                    </a:lnTo>
                    <a:lnTo>
                      <a:pt x="0" y="134609"/>
                    </a:lnTo>
                    <a:lnTo>
                      <a:pt x="22897" y="143796"/>
                    </a:lnTo>
                    <a:lnTo>
                      <a:pt x="26105" y="152547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22" name="Freeform: Shape 654">
                <a:extLst>
                  <a:ext uri="{FF2B5EF4-FFF2-40B4-BE49-F238E27FC236}">
                    <a16:creationId xmlns:a16="http://schemas.microsoft.com/office/drawing/2014/main" id="{A0D2C5B7-3F30-809E-D3FF-BD8E8A0473A1}"/>
                  </a:ext>
                </a:extLst>
              </p:cNvPr>
              <p:cNvSpPr/>
              <p:nvPr/>
            </p:nvSpPr>
            <p:spPr>
              <a:xfrm>
                <a:off x="10088726" y="4011854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2333 w 0"/>
                  <a:gd name="connsiteY1" fmla="*/ 0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729" y="0"/>
                      <a:pt x="1458" y="0"/>
                      <a:pt x="2333" y="0"/>
                    </a:cubicBezTo>
                    <a:cubicBezTo>
                      <a:pt x="1604" y="0"/>
                      <a:pt x="729" y="0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123" name="Graphic 1">
                <a:extLst>
                  <a:ext uri="{FF2B5EF4-FFF2-40B4-BE49-F238E27FC236}">
                    <a16:creationId xmlns:a16="http://schemas.microsoft.com/office/drawing/2014/main" id="{C1C41852-1116-C3AE-8406-0AFD0A1F4B26}"/>
                  </a:ext>
                </a:extLst>
              </p:cNvPr>
              <p:cNvGrpSpPr/>
              <p:nvPr/>
            </p:nvGrpSpPr>
            <p:grpSpPr>
              <a:xfrm>
                <a:off x="9338390" y="3964456"/>
                <a:ext cx="729189" cy="525016"/>
                <a:chOff x="9338390" y="3964456"/>
                <a:chExt cx="729189" cy="525016"/>
              </a:xfrm>
              <a:grpFill/>
            </p:grpSpPr>
            <p:sp>
              <p:nvSpPr>
                <p:cNvPr id="222" name="Freeform: Shape 656">
                  <a:extLst>
                    <a:ext uri="{FF2B5EF4-FFF2-40B4-BE49-F238E27FC236}">
                      <a16:creationId xmlns:a16="http://schemas.microsoft.com/office/drawing/2014/main" id="{C24EC0B7-5CD9-24A5-A251-BDA2D223B702}"/>
                    </a:ext>
                  </a:extLst>
                </p:cNvPr>
                <p:cNvSpPr/>
                <p:nvPr/>
              </p:nvSpPr>
              <p:spPr>
                <a:xfrm>
                  <a:off x="9364641" y="440605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5542 h 0"/>
                    <a:gd name="connsiteX1" fmla="*/ 0 w 0"/>
                    <a:gd name="connsiteY1" fmla="*/ 5542 h 0"/>
                    <a:gd name="connsiteX2" fmla="*/ 3208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5542"/>
                      </a:moveTo>
                      <a:lnTo>
                        <a:pt x="0" y="5542"/>
                      </a:lnTo>
                      <a:lnTo>
                        <a:pt x="3208" y="0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23" name="Freeform: Shape 657">
                  <a:extLst>
                    <a:ext uri="{FF2B5EF4-FFF2-40B4-BE49-F238E27FC236}">
                      <a16:creationId xmlns:a16="http://schemas.microsoft.com/office/drawing/2014/main" id="{FFB37982-52B0-359F-7FCC-3CE6A4393375}"/>
                    </a:ext>
                  </a:extLst>
                </p:cNvPr>
                <p:cNvSpPr/>
                <p:nvPr/>
              </p:nvSpPr>
              <p:spPr>
                <a:xfrm>
                  <a:off x="9338390" y="3964456"/>
                  <a:ext cx="729189" cy="525016"/>
                </a:xfrm>
                <a:custGeom>
                  <a:avLst/>
                  <a:gdLst>
                    <a:gd name="connsiteX0" fmla="*/ 742169 w 729189"/>
                    <a:gd name="connsiteY0" fmla="*/ 104711 h 525016"/>
                    <a:gd name="connsiteX1" fmla="*/ 714605 w 729189"/>
                    <a:gd name="connsiteY1" fmla="*/ 47397 h 525016"/>
                    <a:gd name="connsiteX2" fmla="*/ 659625 w 729189"/>
                    <a:gd name="connsiteY2" fmla="*/ 12980 h 525016"/>
                    <a:gd name="connsiteX3" fmla="*/ 610040 w 729189"/>
                    <a:gd name="connsiteY3" fmla="*/ 32085 h 525016"/>
                    <a:gd name="connsiteX4" fmla="*/ 585539 w 729189"/>
                    <a:gd name="connsiteY4" fmla="*/ 0 h 525016"/>
                    <a:gd name="connsiteX5" fmla="*/ 539746 w 729189"/>
                    <a:gd name="connsiteY5" fmla="*/ 21438 h 525016"/>
                    <a:gd name="connsiteX6" fmla="*/ 481702 w 729189"/>
                    <a:gd name="connsiteY6" fmla="*/ 21438 h 525016"/>
                    <a:gd name="connsiteX7" fmla="*/ 463327 w 729189"/>
                    <a:gd name="connsiteY7" fmla="*/ 16917 h 525016"/>
                    <a:gd name="connsiteX8" fmla="*/ 414471 w 729189"/>
                    <a:gd name="connsiteY8" fmla="*/ 100920 h 525016"/>
                    <a:gd name="connsiteX9" fmla="*/ 396095 w 729189"/>
                    <a:gd name="connsiteY9" fmla="*/ 97857 h 525016"/>
                    <a:gd name="connsiteX10" fmla="*/ 376262 w 729189"/>
                    <a:gd name="connsiteY10" fmla="*/ 84148 h 525016"/>
                    <a:gd name="connsiteX11" fmla="*/ 368678 w 729189"/>
                    <a:gd name="connsiteY11" fmla="*/ 88670 h 525016"/>
                    <a:gd name="connsiteX12" fmla="*/ 358032 w 729189"/>
                    <a:gd name="connsiteY12" fmla="*/ 133004 h 525016"/>
                    <a:gd name="connsiteX13" fmla="*/ 295322 w 729189"/>
                    <a:gd name="connsiteY13" fmla="*/ 139129 h 525016"/>
                    <a:gd name="connsiteX14" fmla="*/ 270821 w 729189"/>
                    <a:gd name="connsiteY14" fmla="*/ 178797 h 525016"/>
                    <a:gd name="connsiteX15" fmla="*/ 202131 w 729189"/>
                    <a:gd name="connsiteY15" fmla="*/ 197173 h 525016"/>
                    <a:gd name="connsiteX16" fmla="*/ 166984 w 729189"/>
                    <a:gd name="connsiteY16" fmla="*/ 206360 h 525016"/>
                    <a:gd name="connsiteX17" fmla="*/ 118129 w 729189"/>
                    <a:gd name="connsiteY17" fmla="*/ 168151 h 525016"/>
                    <a:gd name="connsiteX18" fmla="*/ 75398 w 729189"/>
                    <a:gd name="connsiteY18" fmla="*/ 166693 h 525016"/>
                    <a:gd name="connsiteX19" fmla="*/ 84586 w 729189"/>
                    <a:gd name="connsiteY19" fmla="*/ 229403 h 525016"/>
                    <a:gd name="connsiteX20" fmla="*/ 37189 w 729189"/>
                    <a:gd name="connsiteY20" fmla="*/ 229403 h 525016"/>
                    <a:gd name="connsiteX21" fmla="*/ 26542 w 729189"/>
                    <a:gd name="connsiteY21" fmla="*/ 244716 h 525016"/>
                    <a:gd name="connsiteX22" fmla="*/ 46376 w 729189"/>
                    <a:gd name="connsiteY22" fmla="*/ 255362 h 525016"/>
                    <a:gd name="connsiteX23" fmla="*/ 32668 w 729189"/>
                    <a:gd name="connsiteY23" fmla="*/ 273738 h 525016"/>
                    <a:gd name="connsiteX24" fmla="*/ 20417 w 729189"/>
                    <a:gd name="connsiteY24" fmla="*/ 292113 h 525016"/>
                    <a:gd name="connsiteX25" fmla="*/ 37189 w 729189"/>
                    <a:gd name="connsiteY25" fmla="*/ 333386 h 525016"/>
                    <a:gd name="connsiteX26" fmla="*/ 37189 w 729189"/>
                    <a:gd name="connsiteY26" fmla="*/ 350157 h 525016"/>
                    <a:gd name="connsiteX27" fmla="*/ 6563 w 729189"/>
                    <a:gd name="connsiteY27" fmla="*/ 362407 h 525016"/>
                    <a:gd name="connsiteX28" fmla="*/ 0 w 729189"/>
                    <a:gd name="connsiteY28" fmla="*/ 386908 h 525016"/>
                    <a:gd name="connsiteX29" fmla="*/ 9625 w 729189"/>
                    <a:gd name="connsiteY29" fmla="*/ 386908 h 525016"/>
                    <a:gd name="connsiteX30" fmla="*/ 46231 w 729189"/>
                    <a:gd name="connsiteY30" fmla="*/ 429638 h 525016"/>
                    <a:gd name="connsiteX31" fmla="*/ 46231 w 729189"/>
                    <a:gd name="connsiteY31" fmla="*/ 441889 h 525016"/>
                    <a:gd name="connsiteX32" fmla="*/ 137963 w 729189"/>
                    <a:gd name="connsiteY32" fmla="*/ 513641 h 525016"/>
                    <a:gd name="connsiteX33" fmla="*/ 191485 w 729189"/>
                    <a:gd name="connsiteY33" fmla="*/ 510579 h 525016"/>
                    <a:gd name="connsiteX34" fmla="*/ 203736 w 729189"/>
                    <a:gd name="connsiteY34" fmla="*/ 525891 h 525016"/>
                    <a:gd name="connsiteX35" fmla="*/ 298530 w 729189"/>
                    <a:gd name="connsiteY35" fmla="*/ 538142 h 525016"/>
                    <a:gd name="connsiteX36" fmla="*/ 321427 w 729189"/>
                    <a:gd name="connsiteY36" fmla="*/ 512183 h 525016"/>
                    <a:gd name="connsiteX37" fmla="*/ 352782 w 729189"/>
                    <a:gd name="connsiteY37" fmla="*/ 510724 h 525016"/>
                    <a:gd name="connsiteX38" fmla="*/ 381366 w 729189"/>
                    <a:gd name="connsiteY38" fmla="*/ 470619 h 525016"/>
                    <a:gd name="connsiteX39" fmla="*/ 413450 w 729189"/>
                    <a:gd name="connsiteY39" fmla="*/ 460264 h 525016"/>
                    <a:gd name="connsiteX40" fmla="*/ 425993 w 729189"/>
                    <a:gd name="connsiteY40" fmla="*/ 440722 h 525016"/>
                    <a:gd name="connsiteX41" fmla="*/ 519912 w 729189"/>
                    <a:gd name="connsiteY41" fmla="*/ 451076 h 525016"/>
                    <a:gd name="connsiteX42" fmla="*/ 533621 w 729189"/>
                    <a:gd name="connsiteY42" fmla="*/ 435035 h 525016"/>
                    <a:gd name="connsiteX43" fmla="*/ 545142 w 729189"/>
                    <a:gd name="connsiteY43" fmla="*/ 425847 h 525016"/>
                    <a:gd name="connsiteX44" fmla="*/ 558851 w 729189"/>
                    <a:gd name="connsiteY44" fmla="*/ 414325 h 525016"/>
                    <a:gd name="connsiteX45" fmla="*/ 604644 w 729189"/>
                    <a:gd name="connsiteY45" fmla="*/ 402804 h 525016"/>
                    <a:gd name="connsiteX46" fmla="*/ 664292 w 729189"/>
                    <a:gd name="connsiteY46" fmla="*/ 212632 h 525016"/>
                    <a:gd name="connsiteX47" fmla="*/ 671146 w 729189"/>
                    <a:gd name="connsiteY47" fmla="*/ 171359 h 525016"/>
                    <a:gd name="connsiteX48" fmla="*/ 664292 w 729189"/>
                    <a:gd name="connsiteY48" fmla="*/ 150796 h 525016"/>
                    <a:gd name="connsiteX49" fmla="*/ 742169 w 729189"/>
                    <a:gd name="connsiteY49" fmla="*/ 104711 h 525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729189" h="525016">
                      <a:moveTo>
                        <a:pt x="742169" y="104711"/>
                      </a:moveTo>
                      <a:lnTo>
                        <a:pt x="714605" y="47397"/>
                      </a:lnTo>
                      <a:lnTo>
                        <a:pt x="659625" y="12980"/>
                      </a:lnTo>
                      <a:lnTo>
                        <a:pt x="610040" y="32085"/>
                      </a:lnTo>
                      <a:lnTo>
                        <a:pt x="585539" y="0"/>
                      </a:lnTo>
                      <a:lnTo>
                        <a:pt x="539746" y="21438"/>
                      </a:lnTo>
                      <a:lnTo>
                        <a:pt x="481702" y="21438"/>
                      </a:lnTo>
                      <a:lnTo>
                        <a:pt x="463327" y="16917"/>
                      </a:lnTo>
                      <a:cubicBezTo>
                        <a:pt x="463327" y="16917"/>
                        <a:pt x="420597" y="103982"/>
                        <a:pt x="414471" y="100920"/>
                      </a:cubicBezTo>
                      <a:cubicBezTo>
                        <a:pt x="408346" y="97857"/>
                        <a:pt x="396095" y="97857"/>
                        <a:pt x="396095" y="97857"/>
                      </a:cubicBezTo>
                      <a:lnTo>
                        <a:pt x="376262" y="84148"/>
                      </a:lnTo>
                      <a:lnTo>
                        <a:pt x="368678" y="88670"/>
                      </a:lnTo>
                      <a:lnTo>
                        <a:pt x="358032" y="133004"/>
                      </a:lnTo>
                      <a:lnTo>
                        <a:pt x="295322" y="139129"/>
                      </a:lnTo>
                      <a:lnTo>
                        <a:pt x="270821" y="178797"/>
                      </a:lnTo>
                      <a:lnTo>
                        <a:pt x="202131" y="197173"/>
                      </a:lnTo>
                      <a:lnTo>
                        <a:pt x="166984" y="206360"/>
                      </a:lnTo>
                      <a:lnTo>
                        <a:pt x="118129" y="168151"/>
                      </a:lnTo>
                      <a:lnTo>
                        <a:pt x="75398" y="166693"/>
                      </a:lnTo>
                      <a:lnTo>
                        <a:pt x="84586" y="229403"/>
                      </a:lnTo>
                      <a:lnTo>
                        <a:pt x="37189" y="229403"/>
                      </a:lnTo>
                      <a:lnTo>
                        <a:pt x="26542" y="244716"/>
                      </a:lnTo>
                      <a:lnTo>
                        <a:pt x="46376" y="255362"/>
                      </a:lnTo>
                      <a:lnTo>
                        <a:pt x="32668" y="273738"/>
                      </a:lnTo>
                      <a:lnTo>
                        <a:pt x="20417" y="292113"/>
                      </a:lnTo>
                      <a:lnTo>
                        <a:pt x="37189" y="333386"/>
                      </a:lnTo>
                      <a:lnTo>
                        <a:pt x="37189" y="350157"/>
                      </a:lnTo>
                      <a:lnTo>
                        <a:pt x="6563" y="362407"/>
                      </a:lnTo>
                      <a:lnTo>
                        <a:pt x="0" y="386908"/>
                      </a:lnTo>
                      <a:lnTo>
                        <a:pt x="9625" y="386908"/>
                      </a:lnTo>
                      <a:lnTo>
                        <a:pt x="46231" y="429638"/>
                      </a:lnTo>
                      <a:lnTo>
                        <a:pt x="46231" y="441889"/>
                      </a:lnTo>
                      <a:lnTo>
                        <a:pt x="137963" y="513641"/>
                      </a:lnTo>
                      <a:lnTo>
                        <a:pt x="191485" y="510579"/>
                      </a:lnTo>
                      <a:lnTo>
                        <a:pt x="203736" y="525891"/>
                      </a:lnTo>
                      <a:lnTo>
                        <a:pt x="298530" y="538142"/>
                      </a:lnTo>
                      <a:lnTo>
                        <a:pt x="321427" y="512183"/>
                      </a:lnTo>
                      <a:lnTo>
                        <a:pt x="352782" y="510724"/>
                      </a:lnTo>
                      <a:lnTo>
                        <a:pt x="381366" y="470619"/>
                      </a:lnTo>
                      <a:lnTo>
                        <a:pt x="413450" y="460264"/>
                      </a:lnTo>
                      <a:lnTo>
                        <a:pt x="425993" y="440722"/>
                      </a:lnTo>
                      <a:lnTo>
                        <a:pt x="519912" y="451076"/>
                      </a:lnTo>
                      <a:cubicBezTo>
                        <a:pt x="519912" y="451076"/>
                        <a:pt x="524433" y="441889"/>
                        <a:pt x="533621" y="435035"/>
                      </a:cubicBezTo>
                      <a:cubicBezTo>
                        <a:pt x="542808" y="428180"/>
                        <a:pt x="545142" y="425847"/>
                        <a:pt x="545142" y="425847"/>
                      </a:cubicBezTo>
                      <a:lnTo>
                        <a:pt x="558851" y="414325"/>
                      </a:lnTo>
                      <a:lnTo>
                        <a:pt x="604644" y="402804"/>
                      </a:lnTo>
                      <a:lnTo>
                        <a:pt x="664292" y="212632"/>
                      </a:lnTo>
                      <a:lnTo>
                        <a:pt x="671146" y="171359"/>
                      </a:lnTo>
                      <a:lnTo>
                        <a:pt x="664292" y="150796"/>
                      </a:lnTo>
                      <a:lnTo>
                        <a:pt x="742169" y="104711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sp>
            <p:nvSpPr>
              <p:cNvPr id="124" name="Freeform: Shape 658">
                <a:extLst>
                  <a:ext uri="{FF2B5EF4-FFF2-40B4-BE49-F238E27FC236}">
                    <a16:creationId xmlns:a16="http://schemas.microsoft.com/office/drawing/2014/main" id="{ED7F781C-15D7-E4AE-F7F8-8127378C86A0}"/>
                  </a:ext>
                </a:extLst>
              </p:cNvPr>
              <p:cNvSpPr/>
              <p:nvPr/>
            </p:nvSpPr>
            <p:spPr>
              <a:xfrm>
                <a:off x="9392788" y="3811910"/>
                <a:ext cx="612519" cy="350011"/>
              </a:xfrm>
              <a:custGeom>
                <a:avLst/>
                <a:gdLst>
                  <a:gd name="connsiteX0" fmla="*/ 63585 w 612519"/>
                  <a:gd name="connsiteY0" fmla="*/ 320697 h 350010"/>
                  <a:gd name="connsiteX1" fmla="*/ 112441 w 612519"/>
                  <a:gd name="connsiteY1" fmla="*/ 358907 h 350010"/>
                  <a:gd name="connsiteX2" fmla="*/ 147588 w 612519"/>
                  <a:gd name="connsiteY2" fmla="*/ 349719 h 350010"/>
                  <a:gd name="connsiteX3" fmla="*/ 216278 w 612519"/>
                  <a:gd name="connsiteY3" fmla="*/ 331344 h 350010"/>
                  <a:gd name="connsiteX4" fmla="*/ 240778 w 612519"/>
                  <a:gd name="connsiteY4" fmla="*/ 291676 h 350010"/>
                  <a:gd name="connsiteX5" fmla="*/ 303489 w 612519"/>
                  <a:gd name="connsiteY5" fmla="*/ 285550 h 350010"/>
                  <a:gd name="connsiteX6" fmla="*/ 314135 w 612519"/>
                  <a:gd name="connsiteY6" fmla="*/ 241216 h 350010"/>
                  <a:gd name="connsiteX7" fmla="*/ 321718 w 612519"/>
                  <a:gd name="connsiteY7" fmla="*/ 236695 h 350010"/>
                  <a:gd name="connsiteX8" fmla="*/ 341553 w 612519"/>
                  <a:gd name="connsiteY8" fmla="*/ 250403 h 350010"/>
                  <a:gd name="connsiteX9" fmla="*/ 359928 w 612519"/>
                  <a:gd name="connsiteY9" fmla="*/ 253466 h 350010"/>
                  <a:gd name="connsiteX10" fmla="*/ 408784 w 612519"/>
                  <a:gd name="connsiteY10" fmla="*/ 169464 h 350010"/>
                  <a:gd name="connsiteX11" fmla="*/ 427159 w 612519"/>
                  <a:gd name="connsiteY11" fmla="*/ 173984 h 350010"/>
                  <a:gd name="connsiteX12" fmla="*/ 485202 w 612519"/>
                  <a:gd name="connsiteY12" fmla="*/ 173984 h 350010"/>
                  <a:gd name="connsiteX13" fmla="*/ 530996 w 612519"/>
                  <a:gd name="connsiteY13" fmla="*/ 152546 h 350010"/>
                  <a:gd name="connsiteX14" fmla="*/ 555496 w 612519"/>
                  <a:gd name="connsiteY14" fmla="*/ 184631 h 350010"/>
                  <a:gd name="connsiteX15" fmla="*/ 605081 w 612519"/>
                  <a:gd name="connsiteY15" fmla="*/ 165526 h 350010"/>
                  <a:gd name="connsiteX16" fmla="*/ 595894 w 612519"/>
                  <a:gd name="connsiteY16" fmla="*/ 46376 h 350010"/>
                  <a:gd name="connsiteX17" fmla="*/ 624478 w 612519"/>
                  <a:gd name="connsiteY17" fmla="*/ 42001 h 350010"/>
                  <a:gd name="connsiteX18" fmla="*/ 597935 w 612519"/>
                  <a:gd name="connsiteY18" fmla="*/ 46085 h 350010"/>
                  <a:gd name="connsiteX19" fmla="*/ 551850 w 612519"/>
                  <a:gd name="connsiteY19" fmla="*/ 0 h 350010"/>
                  <a:gd name="connsiteX20" fmla="*/ 502266 w 612519"/>
                  <a:gd name="connsiteY20" fmla="*/ 12396 h 350010"/>
                  <a:gd name="connsiteX21" fmla="*/ 378303 w 612519"/>
                  <a:gd name="connsiteY21" fmla="*/ 26834 h 350010"/>
                  <a:gd name="connsiteX22" fmla="*/ 339073 w 612519"/>
                  <a:gd name="connsiteY22" fmla="*/ 68106 h 350010"/>
                  <a:gd name="connsiteX23" fmla="*/ 314280 w 612519"/>
                  <a:gd name="connsiteY23" fmla="*/ 68106 h 350010"/>
                  <a:gd name="connsiteX24" fmla="*/ 305968 w 612519"/>
                  <a:gd name="connsiteY24" fmla="*/ 37188 h 350010"/>
                  <a:gd name="connsiteX25" fmla="*/ 262654 w 612519"/>
                  <a:gd name="connsiteY25" fmla="*/ 12396 h 350010"/>
                  <a:gd name="connsiteX26" fmla="*/ 241945 w 612519"/>
                  <a:gd name="connsiteY26" fmla="*/ 49585 h 350010"/>
                  <a:gd name="connsiteX27" fmla="*/ 213069 w 612519"/>
                  <a:gd name="connsiteY27" fmla="*/ 47543 h 350010"/>
                  <a:gd name="connsiteX28" fmla="*/ 187985 w 612519"/>
                  <a:gd name="connsiteY28" fmla="*/ 19688 h 350010"/>
                  <a:gd name="connsiteX29" fmla="*/ 187693 w 612519"/>
                  <a:gd name="connsiteY29" fmla="*/ 19834 h 350010"/>
                  <a:gd name="connsiteX30" fmla="*/ 157797 w 612519"/>
                  <a:gd name="connsiteY30" fmla="*/ 53960 h 350010"/>
                  <a:gd name="connsiteX31" fmla="*/ 119441 w 612519"/>
                  <a:gd name="connsiteY31" fmla="*/ 81669 h 350010"/>
                  <a:gd name="connsiteX32" fmla="*/ 103399 w 612519"/>
                  <a:gd name="connsiteY32" fmla="*/ 152984 h 350010"/>
                  <a:gd name="connsiteX33" fmla="*/ 20271 w 612519"/>
                  <a:gd name="connsiteY33" fmla="*/ 187110 h 350010"/>
                  <a:gd name="connsiteX34" fmla="*/ 1021 w 612519"/>
                  <a:gd name="connsiteY34" fmla="*/ 208402 h 350010"/>
                  <a:gd name="connsiteX35" fmla="*/ 0 w 612519"/>
                  <a:gd name="connsiteY35" fmla="*/ 270238 h 350010"/>
                  <a:gd name="connsiteX36" fmla="*/ 25668 w 612519"/>
                  <a:gd name="connsiteY36" fmla="*/ 319385 h 350010"/>
                  <a:gd name="connsiteX37" fmla="*/ 63585 w 612519"/>
                  <a:gd name="connsiteY37" fmla="*/ 320697 h 350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612519" h="350010">
                    <a:moveTo>
                      <a:pt x="63585" y="320697"/>
                    </a:moveTo>
                    <a:lnTo>
                      <a:pt x="112441" y="358907"/>
                    </a:lnTo>
                    <a:lnTo>
                      <a:pt x="147588" y="349719"/>
                    </a:lnTo>
                    <a:lnTo>
                      <a:pt x="216278" y="331344"/>
                    </a:lnTo>
                    <a:lnTo>
                      <a:pt x="240778" y="291676"/>
                    </a:lnTo>
                    <a:lnTo>
                      <a:pt x="303489" y="285550"/>
                    </a:lnTo>
                    <a:lnTo>
                      <a:pt x="314135" y="241216"/>
                    </a:lnTo>
                    <a:lnTo>
                      <a:pt x="321718" y="236695"/>
                    </a:lnTo>
                    <a:lnTo>
                      <a:pt x="341553" y="250403"/>
                    </a:lnTo>
                    <a:cubicBezTo>
                      <a:pt x="341553" y="250403"/>
                      <a:pt x="353803" y="250403"/>
                      <a:pt x="359928" y="253466"/>
                    </a:cubicBezTo>
                    <a:cubicBezTo>
                      <a:pt x="366053" y="256529"/>
                      <a:pt x="408784" y="169464"/>
                      <a:pt x="408784" y="169464"/>
                    </a:cubicBezTo>
                    <a:lnTo>
                      <a:pt x="427159" y="173984"/>
                    </a:lnTo>
                    <a:lnTo>
                      <a:pt x="485202" y="173984"/>
                    </a:lnTo>
                    <a:lnTo>
                      <a:pt x="530996" y="152546"/>
                    </a:lnTo>
                    <a:lnTo>
                      <a:pt x="555496" y="184631"/>
                    </a:lnTo>
                    <a:lnTo>
                      <a:pt x="605081" y="165526"/>
                    </a:lnTo>
                    <a:lnTo>
                      <a:pt x="595894" y="46376"/>
                    </a:lnTo>
                    <a:lnTo>
                      <a:pt x="624478" y="42001"/>
                    </a:lnTo>
                    <a:lnTo>
                      <a:pt x="597935" y="46085"/>
                    </a:lnTo>
                    <a:lnTo>
                      <a:pt x="551850" y="0"/>
                    </a:lnTo>
                    <a:lnTo>
                      <a:pt x="502266" y="12396"/>
                    </a:lnTo>
                    <a:lnTo>
                      <a:pt x="378303" y="26834"/>
                    </a:lnTo>
                    <a:lnTo>
                      <a:pt x="339073" y="68106"/>
                    </a:lnTo>
                    <a:lnTo>
                      <a:pt x="314280" y="68106"/>
                    </a:lnTo>
                    <a:lnTo>
                      <a:pt x="305968" y="37188"/>
                    </a:lnTo>
                    <a:lnTo>
                      <a:pt x="262654" y="12396"/>
                    </a:lnTo>
                    <a:lnTo>
                      <a:pt x="241945" y="49585"/>
                    </a:lnTo>
                    <a:lnTo>
                      <a:pt x="213069" y="47543"/>
                    </a:lnTo>
                    <a:lnTo>
                      <a:pt x="187985" y="19688"/>
                    </a:lnTo>
                    <a:lnTo>
                      <a:pt x="187693" y="19834"/>
                    </a:lnTo>
                    <a:lnTo>
                      <a:pt x="157797" y="53960"/>
                    </a:lnTo>
                    <a:lnTo>
                      <a:pt x="119441" y="81669"/>
                    </a:lnTo>
                    <a:lnTo>
                      <a:pt x="103399" y="152984"/>
                    </a:lnTo>
                    <a:lnTo>
                      <a:pt x="20271" y="187110"/>
                    </a:lnTo>
                    <a:lnTo>
                      <a:pt x="1021" y="208402"/>
                    </a:lnTo>
                    <a:lnTo>
                      <a:pt x="0" y="270238"/>
                    </a:lnTo>
                    <a:lnTo>
                      <a:pt x="25668" y="319385"/>
                    </a:lnTo>
                    <a:lnTo>
                      <a:pt x="63585" y="320697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25" name="Freeform: Shape 659">
                <a:extLst>
                  <a:ext uri="{FF2B5EF4-FFF2-40B4-BE49-F238E27FC236}">
                    <a16:creationId xmlns:a16="http://schemas.microsoft.com/office/drawing/2014/main" id="{06B3CC67-6782-6F1F-77F8-2D590B0821E7}"/>
                  </a:ext>
                </a:extLst>
              </p:cNvPr>
              <p:cNvSpPr/>
              <p:nvPr/>
            </p:nvSpPr>
            <p:spPr>
              <a:xfrm>
                <a:off x="8810603" y="3657322"/>
                <a:ext cx="758357" cy="408346"/>
              </a:xfrm>
              <a:custGeom>
                <a:avLst/>
                <a:gdLst>
                  <a:gd name="connsiteX0" fmla="*/ 583789 w 758356"/>
                  <a:gd name="connsiteY0" fmla="*/ 362991 h 408346"/>
                  <a:gd name="connsiteX1" fmla="*/ 603040 w 758356"/>
                  <a:gd name="connsiteY1" fmla="*/ 341698 h 408346"/>
                  <a:gd name="connsiteX2" fmla="*/ 686167 w 758356"/>
                  <a:gd name="connsiteY2" fmla="*/ 307572 h 408346"/>
                  <a:gd name="connsiteX3" fmla="*/ 702209 w 758356"/>
                  <a:gd name="connsiteY3" fmla="*/ 236258 h 408346"/>
                  <a:gd name="connsiteX4" fmla="*/ 740565 w 758356"/>
                  <a:gd name="connsiteY4" fmla="*/ 208548 h 408346"/>
                  <a:gd name="connsiteX5" fmla="*/ 770462 w 758356"/>
                  <a:gd name="connsiteY5" fmla="*/ 174422 h 408346"/>
                  <a:gd name="connsiteX6" fmla="*/ 770753 w 758356"/>
                  <a:gd name="connsiteY6" fmla="*/ 174276 h 408346"/>
                  <a:gd name="connsiteX7" fmla="*/ 758649 w 758356"/>
                  <a:gd name="connsiteY7" fmla="*/ 160859 h 408346"/>
                  <a:gd name="connsiteX8" fmla="*/ 752524 w 758356"/>
                  <a:gd name="connsiteY8" fmla="*/ 129942 h 408346"/>
                  <a:gd name="connsiteX9" fmla="*/ 731815 w 758356"/>
                  <a:gd name="connsiteY9" fmla="*/ 127900 h 408346"/>
                  <a:gd name="connsiteX10" fmla="*/ 704980 w 758356"/>
                  <a:gd name="connsiteY10" fmla="*/ 123816 h 408346"/>
                  <a:gd name="connsiteX11" fmla="*/ 682230 w 758356"/>
                  <a:gd name="connsiteY11" fmla="*/ 129942 h 408346"/>
                  <a:gd name="connsiteX12" fmla="*/ 653354 w 758356"/>
                  <a:gd name="connsiteY12" fmla="*/ 127900 h 408346"/>
                  <a:gd name="connsiteX13" fmla="*/ 640957 w 758356"/>
                  <a:gd name="connsiteY13" fmla="*/ 111420 h 408346"/>
                  <a:gd name="connsiteX14" fmla="*/ 636874 w 758356"/>
                  <a:gd name="connsiteY14" fmla="*/ 92899 h 408346"/>
                  <a:gd name="connsiteX15" fmla="*/ 614123 w 758356"/>
                  <a:gd name="connsiteY15" fmla="*/ 86774 h 408346"/>
                  <a:gd name="connsiteX16" fmla="*/ 597644 w 758356"/>
                  <a:gd name="connsiteY16" fmla="*/ 92899 h 408346"/>
                  <a:gd name="connsiteX17" fmla="*/ 579122 w 758356"/>
                  <a:gd name="connsiteY17" fmla="*/ 70148 h 408346"/>
                  <a:gd name="connsiteX18" fmla="*/ 554330 w 758356"/>
                  <a:gd name="connsiteY18" fmla="*/ 64023 h 408346"/>
                  <a:gd name="connsiteX19" fmla="*/ 529537 w 758356"/>
                  <a:gd name="connsiteY19" fmla="*/ 66065 h 408346"/>
                  <a:gd name="connsiteX20" fmla="*/ 550246 w 758356"/>
                  <a:gd name="connsiteY20" fmla="*/ 90857 h 408346"/>
                  <a:gd name="connsiteX21" fmla="*/ 554330 w 758356"/>
                  <a:gd name="connsiteY21" fmla="*/ 113608 h 408346"/>
                  <a:gd name="connsiteX22" fmla="*/ 525454 w 758356"/>
                  <a:gd name="connsiteY22" fmla="*/ 123962 h 408346"/>
                  <a:gd name="connsiteX23" fmla="*/ 506932 w 758356"/>
                  <a:gd name="connsiteY23" fmla="*/ 105441 h 408346"/>
                  <a:gd name="connsiteX24" fmla="*/ 465660 w 758356"/>
                  <a:gd name="connsiteY24" fmla="*/ 70294 h 408346"/>
                  <a:gd name="connsiteX25" fmla="*/ 482140 w 758356"/>
                  <a:gd name="connsiteY25" fmla="*/ 51772 h 408346"/>
                  <a:gd name="connsiteX26" fmla="*/ 482140 w 758356"/>
                  <a:gd name="connsiteY26" fmla="*/ 41418 h 408346"/>
                  <a:gd name="connsiteX27" fmla="*/ 364449 w 758356"/>
                  <a:gd name="connsiteY27" fmla="*/ 33105 h 408346"/>
                  <a:gd name="connsiteX28" fmla="*/ 350011 w 758356"/>
                  <a:gd name="connsiteY28" fmla="*/ 0 h 408346"/>
                  <a:gd name="connsiteX29" fmla="*/ 325219 w 758356"/>
                  <a:gd name="connsiteY29" fmla="*/ 2042 h 408346"/>
                  <a:gd name="connsiteX30" fmla="*/ 323177 w 758356"/>
                  <a:gd name="connsiteY30" fmla="*/ 16480 h 408346"/>
                  <a:gd name="connsiteX31" fmla="*/ 304655 w 758356"/>
                  <a:gd name="connsiteY31" fmla="*/ 14438 h 408346"/>
                  <a:gd name="connsiteX32" fmla="*/ 296634 w 758356"/>
                  <a:gd name="connsiteY32" fmla="*/ 23772 h 408346"/>
                  <a:gd name="connsiteX33" fmla="*/ 275633 w 758356"/>
                  <a:gd name="connsiteY33" fmla="*/ 29022 h 408346"/>
                  <a:gd name="connsiteX34" fmla="*/ 273009 w 758356"/>
                  <a:gd name="connsiteY34" fmla="*/ 14584 h 408346"/>
                  <a:gd name="connsiteX35" fmla="*/ 273009 w 758356"/>
                  <a:gd name="connsiteY35" fmla="*/ 4083 h 408346"/>
                  <a:gd name="connsiteX36" fmla="*/ 233632 w 758356"/>
                  <a:gd name="connsiteY36" fmla="*/ 10646 h 408346"/>
                  <a:gd name="connsiteX37" fmla="*/ 234945 w 758356"/>
                  <a:gd name="connsiteY37" fmla="*/ 21146 h 408346"/>
                  <a:gd name="connsiteX38" fmla="*/ 233632 w 758356"/>
                  <a:gd name="connsiteY38" fmla="*/ 30334 h 408346"/>
                  <a:gd name="connsiteX39" fmla="*/ 204756 w 758356"/>
                  <a:gd name="connsiteY39" fmla="*/ 51335 h 408346"/>
                  <a:gd name="connsiteX40" fmla="*/ 185068 w 758356"/>
                  <a:gd name="connsiteY40" fmla="*/ 55273 h 408346"/>
                  <a:gd name="connsiteX41" fmla="*/ 177193 w 758356"/>
                  <a:gd name="connsiteY41" fmla="*/ 71023 h 408346"/>
                  <a:gd name="connsiteX42" fmla="*/ 158817 w 758356"/>
                  <a:gd name="connsiteY42" fmla="*/ 84148 h 408346"/>
                  <a:gd name="connsiteX43" fmla="*/ 140442 w 758356"/>
                  <a:gd name="connsiteY43" fmla="*/ 84148 h 408346"/>
                  <a:gd name="connsiteX44" fmla="*/ 131254 w 758356"/>
                  <a:gd name="connsiteY44" fmla="*/ 94649 h 408346"/>
                  <a:gd name="connsiteX45" fmla="*/ 114191 w 758356"/>
                  <a:gd name="connsiteY45" fmla="*/ 106461 h 408346"/>
                  <a:gd name="connsiteX46" fmla="*/ 93190 w 758356"/>
                  <a:gd name="connsiteY46" fmla="*/ 111712 h 408346"/>
                  <a:gd name="connsiteX47" fmla="*/ 90565 w 758356"/>
                  <a:gd name="connsiteY47" fmla="*/ 127462 h 408346"/>
                  <a:gd name="connsiteX48" fmla="*/ 49877 w 758356"/>
                  <a:gd name="connsiteY48" fmla="*/ 127462 h 408346"/>
                  <a:gd name="connsiteX49" fmla="*/ 38064 w 758356"/>
                  <a:gd name="connsiteY49" fmla="*/ 143213 h 408346"/>
                  <a:gd name="connsiteX50" fmla="*/ 30189 w 758356"/>
                  <a:gd name="connsiteY50" fmla="*/ 161588 h 408346"/>
                  <a:gd name="connsiteX51" fmla="*/ 15751 w 758356"/>
                  <a:gd name="connsiteY51" fmla="*/ 152401 h 408346"/>
                  <a:gd name="connsiteX52" fmla="*/ 5250 w 758356"/>
                  <a:gd name="connsiteY52" fmla="*/ 147150 h 408346"/>
                  <a:gd name="connsiteX53" fmla="*/ 0 w 758356"/>
                  <a:gd name="connsiteY53" fmla="*/ 165526 h 408346"/>
                  <a:gd name="connsiteX54" fmla="*/ 22313 w 758356"/>
                  <a:gd name="connsiteY54" fmla="*/ 190464 h 408346"/>
                  <a:gd name="connsiteX55" fmla="*/ 36751 w 758356"/>
                  <a:gd name="connsiteY55" fmla="*/ 204902 h 408346"/>
                  <a:gd name="connsiteX56" fmla="*/ 48564 w 758356"/>
                  <a:gd name="connsiteY56" fmla="*/ 229841 h 408346"/>
                  <a:gd name="connsiteX57" fmla="*/ 44626 w 758356"/>
                  <a:gd name="connsiteY57" fmla="*/ 246903 h 408346"/>
                  <a:gd name="connsiteX58" fmla="*/ 68252 w 758356"/>
                  <a:gd name="connsiteY58" fmla="*/ 296780 h 408346"/>
                  <a:gd name="connsiteX59" fmla="*/ 101066 w 758356"/>
                  <a:gd name="connsiteY59" fmla="*/ 305968 h 408346"/>
                  <a:gd name="connsiteX60" fmla="*/ 131254 w 758356"/>
                  <a:gd name="connsiteY60" fmla="*/ 317781 h 408346"/>
                  <a:gd name="connsiteX61" fmla="*/ 148317 w 758356"/>
                  <a:gd name="connsiteY61" fmla="*/ 350594 h 408346"/>
                  <a:gd name="connsiteX62" fmla="*/ 187693 w 758356"/>
                  <a:gd name="connsiteY62" fmla="*/ 366345 h 408346"/>
                  <a:gd name="connsiteX63" fmla="*/ 228382 w 758356"/>
                  <a:gd name="connsiteY63" fmla="*/ 391283 h 408346"/>
                  <a:gd name="connsiteX64" fmla="*/ 259883 w 758356"/>
                  <a:gd name="connsiteY64" fmla="*/ 422784 h 408346"/>
                  <a:gd name="connsiteX65" fmla="*/ 336010 w 758356"/>
                  <a:gd name="connsiteY65" fmla="*/ 422784 h 408346"/>
                  <a:gd name="connsiteX66" fmla="*/ 359636 w 758356"/>
                  <a:gd name="connsiteY66" fmla="*/ 366345 h 408346"/>
                  <a:gd name="connsiteX67" fmla="*/ 368824 w 758356"/>
                  <a:gd name="connsiteY67" fmla="*/ 347969 h 408346"/>
                  <a:gd name="connsiteX68" fmla="*/ 451514 w 758356"/>
                  <a:gd name="connsiteY68" fmla="*/ 351907 h 408346"/>
                  <a:gd name="connsiteX69" fmla="*/ 481702 w 758356"/>
                  <a:gd name="connsiteY69" fmla="*/ 370283 h 408346"/>
                  <a:gd name="connsiteX70" fmla="*/ 511891 w 758356"/>
                  <a:gd name="connsiteY70" fmla="*/ 365032 h 408346"/>
                  <a:gd name="connsiteX71" fmla="*/ 539454 w 758356"/>
                  <a:gd name="connsiteY71" fmla="*/ 361095 h 408346"/>
                  <a:gd name="connsiteX72" fmla="*/ 584372 w 758356"/>
                  <a:gd name="connsiteY72" fmla="*/ 370574 h 408346"/>
                  <a:gd name="connsiteX73" fmla="*/ 583789 w 758356"/>
                  <a:gd name="connsiteY73" fmla="*/ 362991 h 408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758356" h="408346">
                    <a:moveTo>
                      <a:pt x="583789" y="362991"/>
                    </a:moveTo>
                    <a:lnTo>
                      <a:pt x="603040" y="341698"/>
                    </a:lnTo>
                    <a:lnTo>
                      <a:pt x="686167" y="307572"/>
                    </a:lnTo>
                    <a:lnTo>
                      <a:pt x="702209" y="236258"/>
                    </a:lnTo>
                    <a:lnTo>
                      <a:pt x="740565" y="208548"/>
                    </a:lnTo>
                    <a:lnTo>
                      <a:pt x="770462" y="174422"/>
                    </a:lnTo>
                    <a:lnTo>
                      <a:pt x="770753" y="174276"/>
                    </a:lnTo>
                    <a:lnTo>
                      <a:pt x="758649" y="160859"/>
                    </a:lnTo>
                    <a:lnTo>
                      <a:pt x="752524" y="129942"/>
                    </a:lnTo>
                    <a:lnTo>
                      <a:pt x="731815" y="127900"/>
                    </a:lnTo>
                    <a:lnTo>
                      <a:pt x="704980" y="123816"/>
                    </a:lnTo>
                    <a:cubicBezTo>
                      <a:pt x="704980" y="123816"/>
                      <a:pt x="704980" y="123816"/>
                      <a:pt x="682230" y="129942"/>
                    </a:cubicBezTo>
                    <a:cubicBezTo>
                      <a:pt x="659479" y="136067"/>
                      <a:pt x="682230" y="129942"/>
                      <a:pt x="653354" y="127900"/>
                    </a:cubicBezTo>
                    <a:cubicBezTo>
                      <a:pt x="624478" y="125858"/>
                      <a:pt x="640957" y="111420"/>
                      <a:pt x="640957" y="111420"/>
                    </a:cubicBezTo>
                    <a:lnTo>
                      <a:pt x="636874" y="92899"/>
                    </a:lnTo>
                    <a:lnTo>
                      <a:pt x="614123" y="86774"/>
                    </a:lnTo>
                    <a:lnTo>
                      <a:pt x="597644" y="92899"/>
                    </a:lnTo>
                    <a:lnTo>
                      <a:pt x="579122" y="70148"/>
                    </a:lnTo>
                    <a:lnTo>
                      <a:pt x="554330" y="64023"/>
                    </a:lnTo>
                    <a:lnTo>
                      <a:pt x="529537" y="66065"/>
                    </a:lnTo>
                    <a:lnTo>
                      <a:pt x="550246" y="90857"/>
                    </a:lnTo>
                    <a:cubicBezTo>
                      <a:pt x="550246" y="90857"/>
                      <a:pt x="554330" y="99170"/>
                      <a:pt x="554330" y="113608"/>
                    </a:cubicBezTo>
                    <a:cubicBezTo>
                      <a:pt x="554330" y="128046"/>
                      <a:pt x="533621" y="121921"/>
                      <a:pt x="525454" y="123962"/>
                    </a:cubicBezTo>
                    <a:cubicBezTo>
                      <a:pt x="517141" y="126004"/>
                      <a:pt x="506932" y="105441"/>
                      <a:pt x="506932" y="105441"/>
                    </a:cubicBezTo>
                    <a:cubicBezTo>
                      <a:pt x="506932" y="105441"/>
                      <a:pt x="473827" y="78607"/>
                      <a:pt x="465660" y="70294"/>
                    </a:cubicBezTo>
                    <a:cubicBezTo>
                      <a:pt x="457348" y="61981"/>
                      <a:pt x="482140" y="51772"/>
                      <a:pt x="482140" y="51772"/>
                    </a:cubicBezTo>
                    <a:lnTo>
                      <a:pt x="482140" y="41418"/>
                    </a:lnTo>
                    <a:lnTo>
                      <a:pt x="364449" y="33105"/>
                    </a:lnTo>
                    <a:lnTo>
                      <a:pt x="350011" y="0"/>
                    </a:lnTo>
                    <a:lnTo>
                      <a:pt x="325219" y="2042"/>
                    </a:lnTo>
                    <a:lnTo>
                      <a:pt x="323177" y="16480"/>
                    </a:lnTo>
                    <a:lnTo>
                      <a:pt x="304655" y="14438"/>
                    </a:lnTo>
                    <a:lnTo>
                      <a:pt x="296634" y="23772"/>
                    </a:lnTo>
                    <a:lnTo>
                      <a:pt x="275633" y="29022"/>
                    </a:lnTo>
                    <a:lnTo>
                      <a:pt x="273009" y="14584"/>
                    </a:lnTo>
                    <a:lnTo>
                      <a:pt x="273009" y="4083"/>
                    </a:lnTo>
                    <a:lnTo>
                      <a:pt x="233632" y="10646"/>
                    </a:lnTo>
                    <a:lnTo>
                      <a:pt x="234945" y="21146"/>
                    </a:lnTo>
                    <a:cubicBezTo>
                      <a:pt x="234945" y="21146"/>
                      <a:pt x="237570" y="25084"/>
                      <a:pt x="233632" y="30334"/>
                    </a:cubicBezTo>
                    <a:cubicBezTo>
                      <a:pt x="229695" y="35584"/>
                      <a:pt x="204756" y="51335"/>
                      <a:pt x="204756" y="51335"/>
                    </a:cubicBezTo>
                    <a:cubicBezTo>
                      <a:pt x="204756" y="51335"/>
                      <a:pt x="185068" y="51335"/>
                      <a:pt x="185068" y="55273"/>
                    </a:cubicBezTo>
                    <a:cubicBezTo>
                      <a:pt x="185068" y="59210"/>
                      <a:pt x="177193" y="71023"/>
                      <a:pt x="177193" y="71023"/>
                    </a:cubicBezTo>
                    <a:lnTo>
                      <a:pt x="158817" y="84148"/>
                    </a:lnTo>
                    <a:lnTo>
                      <a:pt x="140442" y="84148"/>
                    </a:lnTo>
                    <a:cubicBezTo>
                      <a:pt x="140442" y="84148"/>
                      <a:pt x="133879" y="90711"/>
                      <a:pt x="131254" y="94649"/>
                    </a:cubicBezTo>
                    <a:cubicBezTo>
                      <a:pt x="128629" y="98587"/>
                      <a:pt x="114191" y="106461"/>
                      <a:pt x="114191" y="106461"/>
                    </a:cubicBezTo>
                    <a:lnTo>
                      <a:pt x="93190" y="111712"/>
                    </a:lnTo>
                    <a:cubicBezTo>
                      <a:pt x="93190" y="111712"/>
                      <a:pt x="95816" y="127462"/>
                      <a:pt x="90565" y="127462"/>
                    </a:cubicBezTo>
                    <a:cubicBezTo>
                      <a:pt x="85315" y="127462"/>
                      <a:pt x="49877" y="127462"/>
                      <a:pt x="49877" y="127462"/>
                    </a:cubicBezTo>
                    <a:cubicBezTo>
                      <a:pt x="49877" y="127462"/>
                      <a:pt x="39376" y="139275"/>
                      <a:pt x="38064" y="143213"/>
                    </a:cubicBezTo>
                    <a:cubicBezTo>
                      <a:pt x="36751" y="147150"/>
                      <a:pt x="30189" y="161588"/>
                      <a:pt x="30189" y="161588"/>
                    </a:cubicBezTo>
                    <a:lnTo>
                      <a:pt x="15751" y="152401"/>
                    </a:lnTo>
                    <a:lnTo>
                      <a:pt x="5250" y="147150"/>
                    </a:lnTo>
                    <a:lnTo>
                      <a:pt x="0" y="165526"/>
                    </a:lnTo>
                    <a:lnTo>
                      <a:pt x="22313" y="190464"/>
                    </a:lnTo>
                    <a:lnTo>
                      <a:pt x="36751" y="204902"/>
                    </a:lnTo>
                    <a:lnTo>
                      <a:pt x="48564" y="229841"/>
                    </a:lnTo>
                    <a:lnTo>
                      <a:pt x="44626" y="246903"/>
                    </a:lnTo>
                    <a:lnTo>
                      <a:pt x="68252" y="296780"/>
                    </a:lnTo>
                    <a:lnTo>
                      <a:pt x="101066" y="305968"/>
                    </a:lnTo>
                    <a:lnTo>
                      <a:pt x="131254" y="317781"/>
                    </a:lnTo>
                    <a:lnTo>
                      <a:pt x="148317" y="350594"/>
                    </a:lnTo>
                    <a:lnTo>
                      <a:pt x="187693" y="366345"/>
                    </a:lnTo>
                    <a:lnTo>
                      <a:pt x="228382" y="391283"/>
                    </a:lnTo>
                    <a:cubicBezTo>
                      <a:pt x="228382" y="391283"/>
                      <a:pt x="254633" y="422784"/>
                      <a:pt x="259883" y="422784"/>
                    </a:cubicBezTo>
                    <a:cubicBezTo>
                      <a:pt x="265133" y="422784"/>
                      <a:pt x="336010" y="422784"/>
                      <a:pt x="336010" y="422784"/>
                    </a:cubicBezTo>
                    <a:lnTo>
                      <a:pt x="359636" y="366345"/>
                    </a:lnTo>
                    <a:lnTo>
                      <a:pt x="368824" y="347969"/>
                    </a:lnTo>
                    <a:lnTo>
                      <a:pt x="451514" y="351907"/>
                    </a:lnTo>
                    <a:lnTo>
                      <a:pt x="481702" y="370283"/>
                    </a:lnTo>
                    <a:cubicBezTo>
                      <a:pt x="481702" y="370283"/>
                      <a:pt x="498765" y="367657"/>
                      <a:pt x="511891" y="365032"/>
                    </a:cubicBezTo>
                    <a:cubicBezTo>
                      <a:pt x="525016" y="362407"/>
                      <a:pt x="534204" y="361095"/>
                      <a:pt x="539454" y="361095"/>
                    </a:cubicBezTo>
                    <a:cubicBezTo>
                      <a:pt x="543684" y="361095"/>
                      <a:pt x="568476" y="366928"/>
                      <a:pt x="584372" y="370574"/>
                    </a:cubicBezTo>
                    <a:lnTo>
                      <a:pt x="583789" y="362991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chemeClr val="accent3">
                      <a:shade val="30000"/>
                      <a:satMod val="115000"/>
                    </a:schemeClr>
                  </a:gs>
                  <a:gs pos="50000">
                    <a:schemeClr val="accent3">
                      <a:shade val="67500"/>
                      <a:satMod val="115000"/>
                    </a:schemeClr>
                  </a:gs>
                  <a:gs pos="100000">
                    <a:schemeClr val="accent3">
                      <a:shade val="100000"/>
                      <a:satMod val="115000"/>
                    </a:schemeClr>
                  </a:gs>
                </a:gsLst>
                <a:path path="circle">
                  <a:fillToRect l="100000" b="100000"/>
                </a:path>
                <a:tileRect t="-100000" r="-100000"/>
              </a:gradFill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26" name="Freeform: Shape 660">
                <a:extLst>
                  <a:ext uri="{FF2B5EF4-FFF2-40B4-BE49-F238E27FC236}">
                    <a16:creationId xmlns:a16="http://schemas.microsoft.com/office/drawing/2014/main" id="{392AEEFD-1728-53B3-EEB2-98ACAA483C92}"/>
                  </a:ext>
                </a:extLst>
              </p:cNvPr>
              <p:cNvSpPr/>
              <p:nvPr/>
            </p:nvSpPr>
            <p:spPr>
              <a:xfrm>
                <a:off x="8538032" y="4004708"/>
                <a:ext cx="875027" cy="437514"/>
              </a:xfrm>
              <a:custGeom>
                <a:avLst/>
                <a:gdLst>
                  <a:gd name="connsiteX0" fmla="*/ 884798 w 875027"/>
                  <a:gd name="connsiteY0" fmla="*/ 189006 h 437513"/>
                  <a:gd name="connsiteX1" fmla="*/ 875611 w 875027"/>
                  <a:gd name="connsiteY1" fmla="*/ 126296 h 437513"/>
                  <a:gd name="connsiteX2" fmla="*/ 881007 w 875027"/>
                  <a:gd name="connsiteY2" fmla="*/ 126441 h 437513"/>
                  <a:gd name="connsiteX3" fmla="*/ 855339 w 875027"/>
                  <a:gd name="connsiteY3" fmla="*/ 77294 h 437513"/>
                  <a:gd name="connsiteX4" fmla="*/ 856214 w 875027"/>
                  <a:gd name="connsiteY4" fmla="*/ 22605 h 437513"/>
                  <a:gd name="connsiteX5" fmla="*/ 811296 w 875027"/>
                  <a:gd name="connsiteY5" fmla="*/ 13125 h 437513"/>
                  <a:gd name="connsiteX6" fmla="*/ 783733 w 875027"/>
                  <a:gd name="connsiteY6" fmla="*/ 17063 h 437513"/>
                  <a:gd name="connsiteX7" fmla="*/ 753544 w 875027"/>
                  <a:gd name="connsiteY7" fmla="*/ 22313 h 437513"/>
                  <a:gd name="connsiteX8" fmla="*/ 723356 w 875027"/>
                  <a:gd name="connsiteY8" fmla="*/ 3937 h 437513"/>
                  <a:gd name="connsiteX9" fmla="*/ 640666 w 875027"/>
                  <a:gd name="connsiteY9" fmla="*/ 0 h 437513"/>
                  <a:gd name="connsiteX10" fmla="*/ 631478 w 875027"/>
                  <a:gd name="connsiteY10" fmla="*/ 18375 h 437513"/>
                  <a:gd name="connsiteX11" fmla="*/ 607852 w 875027"/>
                  <a:gd name="connsiteY11" fmla="*/ 74815 h 437513"/>
                  <a:gd name="connsiteX12" fmla="*/ 531725 w 875027"/>
                  <a:gd name="connsiteY12" fmla="*/ 74815 h 437513"/>
                  <a:gd name="connsiteX13" fmla="*/ 500224 w 875027"/>
                  <a:gd name="connsiteY13" fmla="*/ 43314 h 437513"/>
                  <a:gd name="connsiteX14" fmla="*/ 491328 w 875027"/>
                  <a:gd name="connsiteY14" fmla="*/ 37772 h 437513"/>
                  <a:gd name="connsiteX15" fmla="*/ 481265 w 875027"/>
                  <a:gd name="connsiteY15" fmla="*/ 91878 h 437513"/>
                  <a:gd name="connsiteX16" fmla="*/ 460702 w 875027"/>
                  <a:gd name="connsiteY16" fmla="*/ 85023 h 437513"/>
                  <a:gd name="connsiteX17" fmla="*/ 451514 w 875027"/>
                  <a:gd name="connsiteY17" fmla="*/ 80502 h 437513"/>
                  <a:gd name="connsiteX18" fmla="*/ 433138 w 875027"/>
                  <a:gd name="connsiteY18" fmla="*/ 87357 h 437513"/>
                  <a:gd name="connsiteX19" fmla="*/ 435472 w 875027"/>
                  <a:gd name="connsiteY19" fmla="*/ 123962 h 437513"/>
                  <a:gd name="connsiteX20" fmla="*/ 391867 w 875027"/>
                  <a:gd name="connsiteY20" fmla="*/ 140004 h 437513"/>
                  <a:gd name="connsiteX21" fmla="*/ 380345 w 875027"/>
                  <a:gd name="connsiteY21" fmla="*/ 167568 h 437513"/>
                  <a:gd name="connsiteX22" fmla="*/ 419284 w 875027"/>
                  <a:gd name="connsiteY22" fmla="*/ 206506 h 437513"/>
                  <a:gd name="connsiteX23" fmla="*/ 439847 w 875027"/>
                  <a:gd name="connsiteY23" fmla="*/ 236257 h 437513"/>
                  <a:gd name="connsiteX24" fmla="*/ 414617 w 875027"/>
                  <a:gd name="connsiteY24" fmla="*/ 256820 h 437513"/>
                  <a:gd name="connsiteX25" fmla="*/ 378012 w 875027"/>
                  <a:gd name="connsiteY25" fmla="*/ 233924 h 437513"/>
                  <a:gd name="connsiteX26" fmla="*/ 327552 w 875027"/>
                  <a:gd name="connsiteY26" fmla="*/ 233924 h 437513"/>
                  <a:gd name="connsiteX27" fmla="*/ 311510 w 875027"/>
                  <a:gd name="connsiteY27" fmla="*/ 259154 h 437513"/>
                  <a:gd name="connsiteX28" fmla="*/ 256529 w 875027"/>
                  <a:gd name="connsiteY28" fmla="*/ 284384 h 437513"/>
                  <a:gd name="connsiteX29" fmla="*/ 171797 w 875027"/>
                  <a:gd name="connsiteY29" fmla="*/ 302759 h 437513"/>
                  <a:gd name="connsiteX30" fmla="*/ 162609 w 875027"/>
                  <a:gd name="connsiteY30" fmla="*/ 279863 h 437513"/>
                  <a:gd name="connsiteX31" fmla="*/ 91586 w 875027"/>
                  <a:gd name="connsiteY31" fmla="*/ 277529 h 437513"/>
                  <a:gd name="connsiteX32" fmla="*/ 87065 w 875027"/>
                  <a:gd name="connsiteY32" fmla="*/ 307280 h 437513"/>
                  <a:gd name="connsiteX33" fmla="*/ 54981 w 875027"/>
                  <a:gd name="connsiteY33" fmla="*/ 286717 h 437513"/>
                  <a:gd name="connsiteX34" fmla="*/ 38939 w 875027"/>
                  <a:gd name="connsiteY34" fmla="*/ 266154 h 437513"/>
                  <a:gd name="connsiteX35" fmla="*/ 0 w 875027"/>
                  <a:gd name="connsiteY35" fmla="*/ 273009 h 437513"/>
                  <a:gd name="connsiteX36" fmla="*/ 4521 w 875027"/>
                  <a:gd name="connsiteY36" fmla="*/ 302759 h 437513"/>
                  <a:gd name="connsiteX37" fmla="*/ 9042 w 875027"/>
                  <a:gd name="connsiteY37" fmla="*/ 339365 h 437513"/>
                  <a:gd name="connsiteX38" fmla="*/ 6709 w 875027"/>
                  <a:gd name="connsiteY38" fmla="*/ 355407 h 437513"/>
                  <a:gd name="connsiteX39" fmla="*/ 31939 w 875027"/>
                  <a:gd name="connsiteY39" fmla="*/ 382970 h 437513"/>
                  <a:gd name="connsiteX40" fmla="*/ 73211 w 875027"/>
                  <a:gd name="connsiteY40" fmla="*/ 394491 h 437513"/>
                  <a:gd name="connsiteX41" fmla="*/ 105295 w 875027"/>
                  <a:gd name="connsiteY41" fmla="*/ 380782 h 437513"/>
                  <a:gd name="connsiteX42" fmla="*/ 119004 w 875027"/>
                  <a:gd name="connsiteY42" fmla="*/ 399158 h 437513"/>
                  <a:gd name="connsiteX43" fmla="*/ 162609 w 875027"/>
                  <a:gd name="connsiteY43" fmla="*/ 410679 h 437513"/>
                  <a:gd name="connsiteX44" fmla="*/ 187839 w 875027"/>
                  <a:gd name="connsiteY44" fmla="*/ 394637 h 437513"/>
                  <a:gd name="connsiteX45" fmla="*/ 210736 w 875027"/>
                  <a:gd name="connsiteY45" fmla="*/ 367074 h 437513"/>
                  <a:gd name="connsiteX46" fmla="*/ 256529 w 875027"/>
                  <a:gd name="connsiteY46" fmla="*/ 367074 h 437513"/>
                  <a:gd name="connsiteX47" fmla="*/ 316177 w 875027"/>
                  <a:gd name="connsiteY47" fmla="*/ 339511 h 437513"/>
                  <a:gd name="connsiteX48" fmla="*/ 316177 w 875027"/>
                  <a:gd name="connsiteY48" fmla="*/ 362407 h 437513"/>
                  <a:gd name="connsiteX49" fmla="*/ 339073 w 875027"/>
                  <a:gd name="connsiteY49" fmla="*/ 392158 h 437513"/>
                  <a:gd name="connsiteX50" fmla="*/ 378012 w 875027"/>
                  <a:gd name="connsiteY50" fmla="*/ 419721 h 437513"/>
                  <a:gd name="connsiteX51" fmla="*/ 511745 w 875027"/>
                  <a:gd name="connsiteY51" fmla="*/ 431972 h 437513"/>
                  <a:gd name="connsiteX52" fmla="*/ 556080 w 875027"/>
                  <a:gd name="connsiteY52" fmla="*/ 435034 h 437513"/>
                  <a:gd name="connsiteX53" fmla="*/ 615728 w 875027"/>
                  <a:gd name="connsiteY53" fmla="*/ 439555 h 437513"/>
                  <a:gd name="connsiteX54" fmla="*/ 660062 w 875027"/>
                  <a:gd name="connsiteY54" fmla="*/ 395221 h 437513"/>
                  <a:gd name="connsiteX55" fmla="*/ 725689 w 875027"/>
                  <a:gd name="connsiteY55" fmla="*/ 396679 h 437513"/>
                  <a:gd name="connsiteX56" fmla="*/ 744065 w 875027"/>
                  <a:gd name="connsiteY56" fmla="*/ 378303 h 437513"/>
                  <a:gd name="connsiteX57" fmla="*/ 763899 w 875027"/>
                  <a:gd name="connsiteY57" fmla="*/ 378303 h 437513"/>
                  <a:gd name="connsiteX58" fmla="*/ 783733 w 875027"/>
                  <a:gd name="connsiteY58" fmla="*/ 372178 h 437513"/>
                  <a:gd name="connsiteX59" fmla="*/ 779212 w 875027"/>
                  <a:gd name="connsiteY59" fmla="*/ 364595 h 437513"/>
                  <a:gd name="connsiteX60" fmla="*/ 779212 w 875027"/>
                  <a:gd name="connsiteY60" fmla="*/ 346219 h 437513"/>
                  <a:gd name="connsiteX61" fmla="*/ 800067 w 875027"/>
                  <a:gd name="connsiteY61" fmla="*/ 346219 h 437513"/>
                  <a:gd name="connsiteX62" fmla="*/ 806629 w 875027"/>
                  <a:gd name="connsiteY62" fmla="*/ 321718 h 437513"/>
                  <a:gd name="connsiteX63" fmla="*/ 837255 w 875027"/>
                  <a:gd name="connsiteY63" fmla="*/ 309468 h 437513"/>
                  <a:gd name="connsiteX64" fmla="*/ 837255 w 875027"/>
                  <a:gd name="connsiteY64" fmla="*/ 292697 h 437513"/>
                  <a:gd name="connsiteX65" fmla="*/ 820484 w 875027"/>
                  <a:gd name="connsiteY65" fmla="*/ 251424 h 437513"/>
                  <a:gd name="connsiteX66" fmla="*/ 832734 w 875027"/>
                  <a:gd name="connsiteY66" fmla="*/ 233049 h 437513"/>
                  <a:gd name="connsiteX67" fmla="*/ 846443 w 875027"/>
                  <a:gd name="connsiteY67" fmla="*/ 214673 h 437513"/>
                  <a:gd name="connsiteX68" fmla="*/ 826609 w 875027"/>
                  <a:gd name="connsiteY68" fmla="*/ 204027 h 437513"/>
                  <a:gd name="connsiteX69" fmla="*/ 837255 w 875027"/>
                  <a:gd name="connsiteY69" fmla="*/ 188714 h 437513"/>
                  <a:gd name="connsiteX70" fmla="*/ 884798 w 875027"/>
                  <a:gd name="connsiteY70" fmla="*/ 188714 h 437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875027" h="437513">
                    <a:moveTo>
                      <a:pt x="884798" y="189006"/>
                    </a:moveTo>
                    <a:lnTo>
                      <a:pt x="875611" y="126296"/>
                    </a:lnTo>
                    <a:lnTo>
                      <a:pt x="881007" y="126441"/>
                    </a:lnTo>
                    <a:lnTo>
                      <a:pt x="855339" y="77294"/>
                    </a:lnTo>
                    <a:lnTo>
                      <a:pt x="856214" y="22605"/>
                    </a:lnTo>
                    <a:cubicBezTo>
                      <a:pt x="840318" y="18959"/>
                      <a:pt x="815380" y="13125"/>
                      <a:pt x="811296" y="13125"/>
                    </a:cubicBezTo>
                    <a:cubicBezTo>
                      <a:pt x="806046" y="13125"/>
                      <a:pt x="796858" y="14438"/>
                      <a:pt x="783733" y="17063"/>
                    </a:cubicBezTo>
                    <a:cubicBezTo>
                      <a:pt x="770607" y="19688"/>
                      <a:pt x="753544" y="22313"/>
                      <a:pt x="753544" y="22313"/>
                    </a:cubicBezTo>
                    <a:lnTo>
                      <a:pt x="723356" y="3937"/>
                    </a:lnTo>
                    <a:lnTo>
                      <a:pt x="640666" y="0"/>
                    </a:lnTo>
                    <a:lnTo>
                      <a:pt x="631478" y="18375"/>
                    </a:lnTo>
                    <a:lnTo>
                      <a:pt x="607852" y="74815"/>
                    </a:lnTo>
                    <a:cubicBezTo>
                      <a:pt x="607852" y="74815"/>
                      <a:pt x="536975" y="74815"/>
                      <a:pt x="531725" y="74815"/>
                    </a:cubicBezTo>
                    <a:cubicBezTo>
                      <a:pt x="526475" y="74815"/>
                      <a:pt x="500224" y="43314"/>
                      <a:pt x="500224" y="43314"/>
                    </a:cubicBezTo>
                    <a:lnTo>
                      <a:pt x="491328" y="37772"/>
                    </a:lnTo>
                    <a:lnTo>
                      <a:pt x="481265" y="91878"/>
                    </a:lnTo>
                    <a:lnTo>
                      <a:pt x="460702" y="85023"/>
                    </a:lnTo>
                    <a:lnTo>
                      <a:pt x="451514" y="80502"/>
                    </a:lnTo>
                    <a:lnTo>
                      <a:pt x="433138" y="87357"/>
                    </a:lnTo>
                    <a:lnTo>
                      <a:pt x="435472" y="123962"/>
                    </a:lnTo>
                    <a:lnTo>
                      <a:pt x="391867" y="140004"/>
                    </a:lnTo>
                    <a:lnTo>
                      <a:pt x="380345" y="167568"/>
                    </a:lnTo>
                    <a:lnTo>
                      <a:pt x="419284" y="206506"/>
                    </a:lnTo>
                    <a:lnTo>
                      <a:pt x="439847" y="236257"/>
                    </a:lnTo>
                    <a:lnTo>
                      <a:pt x="414617" y="256820"/>
                    </a:lnTo>
                    <a:lnTo>
                      <a:pt x="378012" y="233924"/>
                    </a:lnTo>
                    <a:lnTo>
                      <a:pt x="327552" y="233924"/>
                    </a:lnTo>
                    <a:lnTo>
                      <a:pt x="311510" y="259154"/>
                    </a:lnTo>
                    <a:lnTo>
                      <a:pt x="256529" y="284384"/>
                    </a:lnTo>
                    <a:lnTo>
                      <a:pt x="171797" y="302759"/>
                    </a:lnTo>
                    <a:lnTo>
                      <a:pt x="162609" y="279863"/>
                    </a:lnTo>
                    <a:lnTo>
                      <a:pt x="91586" y="277529"/>
                    </a:lnTo>
                    <a:lnTo>
                      <a:pt x="87065" y="307280"/>
                    </a:lnTo>
                    <a:cubicBezTo>
                      <a:pt x="87065" y="307280"/>
                      <a:pt x="61835" y="293572"/>
                      <a:pt x="54981" y="286717"/>
                    </a:cubicBezTo>
                    <a:cubicBezTo>
                      <a:pt x="48127" y="279863"/>
                      <a:pt x="38939" y="266154"/>
                      <a:pt x="38939" y="266154"/>
                    </a:cubicBezTo>
                    <a:lnTo>
                      <a:pt x="0" y="273009"/>
                    </a:lnTo>
                    <a:lnTo>
                      <a:pt x="4521" y="302759"/>
                    </a:lnTo>
                    <a:lnTo>
                      <a:pt x="9042" y="339365"/>
                    </a:lnTo>
                    <a:cubicBezTo>
                      <a:pt x="9042" y="339365"/>
                      <a:pt x="4521" y="348552"/>
                      <a:pt x="6709" y="355407"/>
                    </a:cubicBezTo>
                    <a:cubicBezTo>
                      <a:pt x="9042" y="362261"/>
                      <a:pt x="31939" y="382970"/>
                      <a:pt x="31939" y="382970"/>
                    </a:cubicBezTo>
                    <a:lnTo>
                      <a:pt x="73211" y="394491"/>
                    </a:lnTo>
                    <a:lnTo>
                      <a:pt x="105295" y="380782"/>
                    </a:lnTo>
                    <a:lnTo>
                      <a:pt x="119004" y="399158"/>
                    </a:lnTo>
                    <a:lnTo>
                      <a:pt x="162609" y="410679"/>
                    </a:lnTo>
                    <a:lnTo>
                      <a:pt x="187839" y="394637"/>
                    </a:lnTo>
                    <a:cubicBezTo>
                      <a:pt x="187839" y="394637"/>
                      <a:pt x="203881" y="367074"/>
                      <a:pt x="210736" y="367074"/>
                    </a:cubicBezTo>
                    <a:cubicBezTo>
                      <a:pt x="217590" y="367074"/>
                      <a:pt x="256529" y="367074"/>
                      <a:pt x="256529" y="367074"/>
                    </a:cubicBezTo>
                    <a:lnTo>
                      <a:pt x="316177" y="339511"/>
                    </a:lnTo>
                    <a:lnTo>
                      <a:pt x="316177" y="362407"/>
                    </a:lnTo>
                    <a:lnTo>
                      <a:pt x="339073" y="392158"/>
                    </a:lnTo>
                    <a:lnTo>
                      <a:pt x="378012" y="419721"/>
                    </a:lnTo>
                    <a:lnTo>
                      <a:pt x="511745" y="431972"/>
                    </a:lnTo>
                    <a:lnTo>
                      <a:pt x="556080" y="435034"/>
                    </a:lnTo>
                    <a:lnTo>
                      <a:pt x="615728" y="439555"/>
                    </a:lnTo>
                    <a:lnTo>
                      <a:pt x="660062" y="395221"/>
                    </a:lnTo>
                    <a:lnTo>
                      <a:pt x="725689" y="396679"/>
                    </a:lnTo>
                    <a:lnTo>
                      <a:pt x="744065" y="378303"/>
                    </a:lnTo>
                    <a:lnTo>
                      <a:pt x="763899" y="378303"/>
                    </a:lnTo>
                    <a:lnTo>
                      <a:pt x="783733" y="372178"/>
                    </a:lnTo>
                    <a:lnTo>
                      <a:pt x="779212" y="364595"/>
                    </a:lnTo>
                    <a:lnTo>
                      <a:pt x="779212" y="346219"/>
                    </a:lnTo>
                    <a:lnTo>
                      <a:pt x="800067" y="346219"/>
                    </a:lnTo>
                    <a:lnTo>
                      <a:pt x="806629" y="321718"/>
                    </a:lnTo>
                    <a:lnTo>
                      <a:pt x="837255" y="309468"/>
                    </a:lnTo>
                    <a:lnTo>
                      <a:pt x="837255" y="292697"/>
                    </a:lnTo>
                    <a:lnTo>
                      <a:pt x="820484" y="251424"/>
                    </a:lnTo>
                    <a:lnTo>
                      <a:pt x="832734" y="233049"/>
                    </a:lnTo>
                    <a:lnTo>
                      <a:pt x="846443" y="214673"/>
                    </a:lnTo>
                    <a:lnTo>
                      <a:pt x="826609" y="204027"/>
                    </a:lnTo>
                    <a:lnTo>
                      <a:pt x="837255" y="188714"/>
                    </a:lnTo>
                    <a:lnTo>
                      <a:pt x="884798" y="188714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127" name="Graphic 1">
                <a:extLst>
                  <a:ext uri="{FF2B5EF4-FFF2-40B4-BE49-F238E27FC236}">
                    <a16:creationId xmlns:a16="http://schemas.microsoft.com/office/drawing/2014/main" id="{E8742B6C-2BDB-E0FA-DE4B-64160768FC6E}"/>
                  </a:ext>
                </a:extLst>
              </p:cNvPr>
              <p:cNvGrpSpPr/>
              <p:nvPr/>
            </p:nvGrpSpPr>
            <p:grpSpPr>
              <a:xfrm>
                <a:off x="8191813" y="4343926"/>
                <a:ext cx="1575049" cy="1516714"/>
                <a:chOff x="8191813" y="4343926"/>
                <a:chExt cx="1575049" cy="1516714"/>
              </a:xfrm>
              <a:grpFill/>
            </p:grpSpPr>
            <p:sp>
              <p:nvSpPr>
                <p:cNvPr id="220" name="Freeform: Shape 662">
                  <a:extLst>
                    <a:ext uri="{FF2B5EF4-FFF2-40B4-BE49-F238E27FC236}">
                      <a16:creationId xmlns:a16="http://schemas.microsoft.com/office/drawing/2014/main" id="{9B150778-6CF2-5093-F5DE-F70CFFA292B0}"/>
                    </a:ext>
                  </a:extLst>
                </p:cNvPr>
                <p:cNvSpPr/>
                <p:nvPr/>
              </p:nvSpPr>
              <p:spPr>
                <a:xfrm>
                  <a:off x="9050069" y="4436533"/>
                  <a:ext cx="14584" cy="14584"/>
                </a:xfrm>
                <a:custGeom>
                  <a:avLst/>
                  <a:gdLst>
                    <a:gd name="connsiteX0" fmla="*/ 25230 w 14583"/>
                    <a:gd name="connsiteY0" fmla="*/ 1750 h 0"/>
                    <a:gd name="connsiteX1" fmla="*/ 0 w 14583"/>
                    <a:gd name="connsiteY1" fmla="*/ 0 h 0"/>
                    <a:gd name="connsiteX2" fmla="*/ 25230 w 14583"/>
                    <a:gd name="connsiteY2" fmla="*/ 175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83">
                      <a:moveTo>
                        <a:pt x="25230" y="1750"/>
                      </a:moveTo>
                      <a:lnTo>
                        <a:pt x="0" y="0"/>
                      </a:lnTo>
                      <a:lnTo>
                        <a:pt x="25230" y="1750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21" name="Freeform: Shape 663">
                  <a:extLst>
                    <a:ext uri="{FF2B5EF4-FFF2-40B4-BE49-F238E27FC236}">
                      <a16:creationId xmlns:a16="http://schemas.microsoft.com/office/drawing/2014/main" id="{98688E53-B476-3D46-3836-6A216D14E986}"/>
                    </a:ext>
                  </a:extLst>
                </p:cNvPr>
                <p:cNvSpPr/>
                <p:nvPr/>
              </p:nvSpPr>
              <p:spPr>
                <a:xfrm>
                  <a:off x="8191813" y="4343926"/>
                  <a:ext cx="1575049" cy="1516714"/>
                </a:xfrm>
                <a:custGeom>
                  <a:avLst/>
                  <a:gdLst>
                    <a:gd name="connsiteX0" fmla="*/ 1568632 w 1575048"/>
                    <a:gd name="connsiteY0" fmla="*/ 1090284 h 1516713"/>
                    <a:gd name="connsiteX1" fmla="*/ 1551861 w 1575048"/>
                    <a:gd name="connsiteY1" fmla="*/ 1074971 h 1516713"/>
                    <a:gd name="connsiteX2" fmla="*/ 1487692 w 1575048"/>
                    <a:gd name="connsiteY2" fmla="*/ 1035303 h 1516713"/>
                    <a:gd name="connsiteX3" fmla="*/ 1444961 w 1575048"/>
                    <a:gd name="connsiteY3" fmla="*/ 1007740 h 1516713"/>
                    <a:gd name="connsiteX4" fmla="*/ 1350167 w 1575048"/>
                    <a:gd name="connsiteY4" fmla="*/ 980177 h 1516713"/>
                    <a:gd name="connsiteX5" fmla="*/ 1260039 w 1575048"/>
                    <a:gd name="connsiteY5" fmla="*/ 946634 h 1516713"/>
                    <a:gd name="connsiteX6" fmla="*/ 1223434 w 1575048"/>
                    <a:gd name="connsiteY6" fmla="*/ 925195 h 1516713"/>
                    <a:gd name="connsiteX7" fmla="*/ 1209725 w 1575048"/>
                    <a:gd name="connsiteY7" fmla="*/ 908424 h 1516713"/>
                    <a:gd name="connsiteX8" fmla="*/ 1229559 w 1575048"/>
                    <a:gd name="connsiteY8" fmla="*/ 888590 h 1516713"/>
                    <a:gd name="connsiteX9" fmla="*/ 1238747 w 1575048"/>
                    <a:gd name="connsiteY9" fmla="*/ 874882 h 1516713"/>
                    <a:gd name="connsiteX10" fmla="*/ 1232622 w 1575048"/>
                    <a:gd name="connsiteY10" fmla="*/ 850381 h 1516713"/>
                    <a:gd name="connsiteX11" fmla="*/ 1179099 w 1575048"/>
                    <a:gd name="connsiteY11" fmla="*/ 844256 h 1516713"/>
                    <a:gd name="connsiteX12" fmla="*/ 1131702 w 1575048"/>
                    <a:gd name="connsiteY12" fmla="*/ 844256 h 1516713"/>
                    <a:gd name="connsiteX13" fmla="*/ 1113326 w 1575048"/>
                    <a:gd name="connsiteY13" fmla="*/ 847318 h 1516713"/>
                    <a:gd name="connsiteX14" fmla="*/ 1098013 w 1575048"/>
                    <a:gd name="connsiteY14" fmla="*/ 850381 h 1516713"/>
                    <a:gd name="connsiteX15" fmla="*/ 1052220 w 1575048"/>
                    <a:gd name="connsiteY15" fmla="*/ 832005 h 1516713"/>
                    <a:gd name="connsiteX16" fmla="*/ 968218 w 1575048"/>
                    <a:gd name="connsiteY16" fmla="*/ 767837 h 1516713"/>
                    <a:gd name="connsiteX17" fmla="*/ 910174 w 1575048"/>
                    <a:gd name="connsiteY17" fmla="*/ 638041 h 1516713"/>
                    <a:gd name="connsiteX18" fmla="*/ 868902 w 1575048"/>
                    <a:gd name="connsiteY18" fmla="*/ 583060 h 1516713"/>
                    <a:gd name="connsiteX19" fmla="*/ 708480 w 1575048"/>
                    <a:gd name="connsiteY19" fmla="*/ 491328 h 1516713"/>
                    <a:gd name="connsiteX20" fmla="*/ 700897 w 1575048"/>
                    <a:gd name="connsiteY20" fmla="*/ 414909 h 1516713"/>
                    <a:gd name="connsiteX21" fmla="*/ 707022 w 1575048"/>
                    <a:gd name="connsiteY21" fmla="*/ 382824 h 1516713"/>
                    <a:gd name="connsiteX22" fmla="*/ 720731 w 1575048"/>
                    <a:gd name="connsiteY22" fmla="*/ 382824 h 1516713"/>
                    <a:gd name="connsiteX23" fmla="*/ 722189 w 1575048"/>
                    <a:gd name="connsiteY23" fmla="*/ 367512 h 1516713"/>
                    <a:gd name="connsiteX24" fmla="*/ 720731 w 1575048"/>
                    <a:gd name="connsiteY24" fmla="*/ 352199 h 1516713"/>
                    <a:gd name="connsiteX25" fmla="*/ 690105 w 1575048"/>
                    <a:gd name="connsiteY25" fmla="*/ 301739 h 1516713"/>
                    <a:gd name="connsiteX26" fmla="*/ 705418 w 1575048"/>
                    <a:gd name="connsiteY26" fmla="*/ 278842 h 1516713"/>
                    <a:gd name="connsiteX27" fmla="*/ 717668 w 1575048"/>
                    <a:gd name="connsiteY27" fmla="*/ 271259 h 1516713"/>
                    <a:gd name="connsiteX28" fmla="*/ 720731 w 1575048"/>
                    <a:gd name="connsiteY28" fmla="*/ 288030 h 1516713"/>
                    <a:gd name="connsiteX29" fmla="*/ 731377 w 1575048"/>
                    <a:gd name="connsiteY29" fmla="*/ 288030 h 1516713"/>
                    <a:gd name="connsiteX30" fmla="*/ 745086 w 1575048"/>
                    <a:gd name="connsiteY30" fmla="*/ 274321 h 1516713"/>
                    <a:gd name="connsiteX31" fmla="*/ 780233 w 1575048"/>
                    <a:gd name="connsiteY31" fmla="*/ 251425 h 1516713"/>
                    <a:gd name="connsiteX32" fmla="*/ 800067 w 1575048"/>
                    <a:gd name="connsiteY32" fmla="*/ 231591 h 1516713"/>
                    <a:gd name="connsiteX33" fmla="*/ 800067 w 1575048"/>
                    <a:gd name="connsiteY33" fmla="*/ 222403 h 1516713"/>
                    <a:gd name="connsiteX34" fmla="*/ 821505 w 1575048"/>
                    <a:gd name="connsiteY34" fmla="*/ 222403 h 1516713"/>
                    <a:gd name="connsiteX35" fmla="*/ 838276 w 1575048"/>
                    <a:gd name="connsiteY35" fmla="*/ 225466 h 1516713"/>
                    <a:gd name="connsiteX36" fmla="*/ 844401 w 1575048"/>
                    <a:gd name="connsiteY36" fmla="*/ 216278 h 1516713"/>
                    <a:gd name="connsiteX37" fmla="*/ 866423 w 1575048"/>
                    <a:gd name="connsiteY37" fmla="*/ 216278 h 1516713"/>
                    <a:gd name="connsiteX38" fmla="*/ 846005 w 1575048"/>
                    <a:gd name="connsiteY38" fmla="*/ 178068 h 1516713"/>
                    <a:gd name="connsiteX39" fmla="*/ 849068 w 1575048"/>
                    <a:gd name="connsiteY39" fmla="*/ 159693 h 1516713"/>
                    <a:gd name="connsiteX40" fmla="*/ 846005 w 1575048"/>
                    <a:gd name="connsiteY40" fmla="*/ 150505 h 1516713"/>
                    <a:gd name="connsiteX41" fmla="*/ 823109 w 1575048"/>
                    <a:gd name="connsiteY41" fmla="*/ 141317 h 1516713"/>
                    <a:gd name="connsiteX42" fmla="*/ 858256 w 1575048"/>
                    <a:gd name="connsiteY42" fmla="*/ 92462 h 1516713"/>
                    <a:gd name="connsiteX43" fmla="*/ 724522 w 1575048"/>
                    <a:gd name="connsiteY43" fmla="*/ 80211 h 1516713"/>
                    <a:gd name="connsiteX44" fmla="*/ 685584 w 1575048"/>
                    <a:gd name="connsiteY44" fmla="*/ 52648 h 1516713"/>
                    <a:gd name="connsiteX45" fmla="*/ 662687 w 1575048"/>
                    <a:gd name="connsiteY45" fmla="*/ 22897 h 1516713"/>
                    <a:gd name="connsiteX46" fmla="*/ 662687 w 1575048"/>
                    <a:gd name="connsiteY46" fmla="*/ 0 h 1516713"/>
                    <a:gd name="connsiteX47" fmla="*/ 603039 w 1575048"/>
                    <a:gd name="connsiteY47" fmla="*/ 27564 h 1516713"/>
                    <a:gd name="connsiteX48" fmla="*/ 557246 w 1575048"/>
                    <a:gd name="connsiteY48" fmla="*/ 27564 h 1516713"/>
                    <a:gd name="connsiteX49" fmla="*/ 534350 w 1575048"/>
                    <a:gd name="connsiteY49" fmla="*/ 55127 h 1516713"/>
                    <a:gd name="connsiteX50" fmla="*/ 509120 w 1575048"/>
                    <a:gd name="connsiteY50" fmla="*/ 71169 h 1516713"/>
                    <a:gd name="connsiteX51" fmla="*/ 465514 w 1575048"/>
                    <a:gd name="connsiteY51" fmla="*/ 59648 h 1516713"/>
                    <a:gd name="connsiteX52" fmla="*/ 460410 w 1575048"/>
                    <a:gd name="connsiteY52" fmla="*/ 83419 h 1516713"/>
                    <a:gd name="connsiteX53" fmla="*/ 469014 w 1575048"/>
                    <a:gd name="connsiteY53" fmla="*/ 99753 h 1516713"/>
                    <a:gd name="connsiteX54" fmla="*/ 457785 w 1575048"/>
                    <a:gd name="connsiteY54" fmla="*/ 110108 h 1516713"/>
                    <a:gd name="connsiteX55" fmla="*/ 438826 w 1575048"/>
                    <a:gd name="connsiteY55" fmla="*/ 117837 h 1516713"/>
                    <a:gd name="connsiteX56" fmla="*/ 438826 w 1575048"/>
                    <a:gd name="connsiteY56" fmla="*/ 98003 h 1516713"/>
                    <a:gd name="connsiteX57" fmla="*/ 426867 w 1575048"/>
                    <a:gd name="connsiteY57" fmla="*/ 107483 h 1516713"/>
                    <a:gd name="connsiteX58" fmla="*/ 414909 w 1575048"/>
                    <a:gd name="connsiteY58" fmla="*/ 117837 h 1516713"/>
                    <a:gd name="connsiteX59" fmla="*/ 427742 w 1575048"/>
                    <a:gd name="connsiteY59" fmla="*/ 145400 h 1516713"/>
                    <a:gd name="connsiteX60" fmla="*/ 431242 w 1575048"/>
                    <a:gd name="connsiteY60" fmla="*/ 160860 h 1516713"/>
                    <a:gd name="connsiteX61" fmla="*/ 424388 w 1575048"/>
                    <a:gd name="connsiteY61" fmla="*/ 165089 h 1516713"/>
                    <a:gd name="connsiteX62" fmla="*/ 414034 w 1575048"/>
                    <a:gd name="connsiteY62" fmla="*/ 161589 h 1516713"/>
                    <a:gd name="connsiteX63" fmla="*/ 406304 w 1575048"/>
                    <a:gd name="connsiteY63" fmla="*/ 147005 h 1516713"/>
                    <a:gd name="connsiteX64" fmla="*/ 387345 w 1575048"/>
                    <a:gd name="connsiteY64" fmla="*/ 144380 h 1516713"/>
                    <a:gd name="connsiteX65" fmla="*/ 365032 w 1575048"/>
                    <a:gd name="connsiteY65" fmla="*/ 156338 h 1516713"/>
                    <a:gd name="connsiteX66" fmla="*/ 338344 w 1575048"/>
                    <a:gd name="connsiteY66" fmla="*/ 157214 h 1516713"/>
                    <a:gd name="connsiteX67" fmla="*/ 338344 w 1575048"/>
                    <a:gd name="connsiteY67" fmla="*/ 129650 h 1516713"/>
                    <a:gd name="connsiteX68" fmla="*/ 317781 w 1575048"/>
                    <a:gd name="connsiteY68" fmla="*/ 129650 h 1516713"/>
                    <a:gd name="connsiteX69" fmla="*/ 312676 w 1575048"/>
                    <a:gd name="connsiteY69" fmla="*/ 163193 h 1516713"/>
                    <a:gd name="connsiteX70" fmla="*/ 294592 w 1575048"/>
                    <a:gd name="connsiteY70" fmla="*/ 198486 h 1516713"/>
                    <a:gd name="connsiteX71" fmla="*/ 297217 w 1575048"/>
                    <a:gd name="connsiteY71" fmla="*/ 217444 h 1516713"/>
                    <a:gd name="connsiteX72" fmla="*/ 299843 w 1575048"/>
                    <a:gd name="connsiteY72" fmla="*/ 227799 h 1516713"/>
                    <a:gd name="connsiteX73" fmla="*/ 278404 w 1575048"/>
                    <a:gd name="connsiteY73" fmla="*/ 234654 h 1516713"/>
                    <a:gd name="connsiteX74" fmla="*/ 260320 w 1575048"/>
                    <a:gd name="connsiteY74" fmla="*/ 208840 h 1516713"/>
                    <a:gd name="connsiteX75" fmla="*/ 257695 w 1575048"/>
                    <a:gd name="connsiteY75" fmla="*/ 192506 h 1516713"/>
                    <a:gd name="connsiteX76" fmla="*/ 226778 w 1575048"/>
                    <a:gd name="connsiteY76" fmla="*/ 174422 h 1516713"/>
                    <a:gd name="connsiteX77" fmla="*/ 221674 w 1575048"/>
                    <a:gd name="connsiteY77" fmla="*/ 134900 h 1516713"/>
                    <a:gd name="connsiteX78" fmla="*/ 193381 w 1575048"/>
                    <a:gd name="connsiteY78" fmla="*/ 144380 h 1516713"/>
                    <a:gd name="connsiteX79" fmla="*/ 183026 w 1575048"/>
                    <a:gd name="connsiteY79" fmla="*/ 164943 h 1516713"/>
                    <a:gd name="connsiteX80" fmla="*/ 187256 w 1575048"/>
                    <a:gd name="connsiteY80" fmla="*/ 187256 h 1516713"/>
                    <a:gd name="connsiteX81" fmla="*/ 157213 w 1575048"/>
                    <a:gd name="connsiteY81" fmla="*/ 221674 h 1516713"/>
                    <a:gd name="connsiteX82" fmla="*/ 134900 w 1575048"/>
                    <a:gd name="connsiteY82" fmla="*/ 221674 h 1516713"/>
                    <a:gd name="connsiteX83" fmla="*/ 119441 w 1575048"/>
                    <a:gd name="connsiteY83" fmla="*/ 219924 h 1516713"/>
                    <a:gd name="connsiteX84" fmla="*/ 93628 w 1575048"/>
                    <a:gd name="connsiteY84" fmla="*/ 229403 h 1516713"/>
                    <a:gd name="connsiteX85" fmla="*/ 43751 w 1575048"/>
                    <a:gd name="connsiteY85" fmla="*/ 224299 h 1516713"/>
                    <a:gd name="connsiteX86" fmla="*/ 26542 w 1575048"/>
                    <a:gd name="connsiteY86" fmla="*/ 255216 h 1516713"/>
                    <a:gd name="connsiteX87" fmla="*/ 62710 w 1575048"/>
                    <a:gd name="connsiteY87" fmla="*/ 324781 h 1516713"/>
                    <a:gd name="connsiteX88" fmla="*/ 46376 w 1575048"/>
                    <a:gd name="connsiteY88" fmla="*/ 350594 h 1516713"/>
                    <a:gd name="connsiteX89" fmla="*/ 0 w 1575048"/>
                    <a:gd name="connsiteY89" fmla="*/ 355699 h 1516713"/>
                    <a:gd name="connsiteX90" fmla="*/ 875 w 1575048"/>
                    <a:gd name="connsiteY90" fmla="*/ 369408 h 1516713"/>
                    <a:gd name="connsiteX91" fmla="*/ 40397 w 1575048"/>
                    <a:gd name="connsiteY91" fmla="*/ 421034 h 1516713"/>
                    <a:gd name="connsiteX92" fmla="*/ 41272 w 1575048"/>
                    <a:gd name="connsiteY92" fmla="*/ 461431 h 1516713"/>
                    <a:gd name="connsiteX93" fmla="*/ 29313 w 1575048"/>
                    <a:gd name="connsiteY93" fmla="*/ 488119 h 1516713"/>
                    <a:gd name="connsiteX94" fmla="*/ 64606 w 1575048"/>
                    <a:gd name="connsiteY94" fmla="*/ 520787 h 1516713"/>
                    <a:gd name="connsiteX95" fmla="*/ 135046 w 1575048"/>
                    <a:gd name="connsiteY95" fmla="*/ 519912 h 1516713"/>
                    <a:gd name="connsiteX96" fmla="*/ 135046 w 1575048"/>
                    <a:gd name="connsiteY96" fmla="*/ 543101 h 1516713"/>
                    <a:gd name="connsiteX97" fmla="*/ 122358 w 1575048"/>
                    <a:gd name="connsiteY97" fmla="*/ 587143 h 1516713"/>
                    <a:gd name="connsiteX98" fmla="*/ 128921 w 1575048"/>
                    <a:gd name="connsiteY98" fmla="*/ 586706 h 1516713"/>
                    <a:gd name="connsiteX99" fmla="*/ 167859 w 1575048"/>
                    <a:gd name="connsiteY99" fmla="*/ 577518 h 1516713"/>
                    <a:gd name="connsiteX100" fmla="*/ 204465 w 1575048"/>
                    <a:gd name="connsiteY100" fmla="*/ 552288 h 1516713"/>
                    <a:gd name="connsiteX101" fmla="*/ 202131 w 1575048"/>
                    <a:gd name="connsiteY101" fmla="*/ 520204 h 1516713"/>
                    <a:gd name="connsiteX102" fmla="*/ 229695 w 1575048"/>
                    <a:gd name="connsiteY102" fmla="*/ 511016 h 1516713"/>
                    <a:gd name="connsiteX103" fmla="*/ 259445 w 1575048"/>
                    <a:gd name="connsiteY103" fmla="*/ 474411 h 1516713"/>
                    <a:gd name="connsiteX104" fmla="*/ 287009 w 1575048"/>
                    <a:gd name="connsiteY104" fmla="*/ 474411 h 1516713"/>
                    <a:gd name="connsiteX105" fmla="*/ 325948 w 1575048"/>
                    <a:gd name="connsiteY105" fmla="*/ 485932 h 1516713"/>
                    <a:gd name="connsiteX106" fmla="*/ 371741 w 1575048"/>
                    <a:gd name="connsiteY106" fmla="*/ 520350 h 1516713"/>
                    <a:gd name="connsiteX107" fmla="*/ 408346 w 1575048"/>
                    <a:gd name="connsiteY107" fmla="*/ 529538 h 1516713"/>
                    <a:gd name="connsiteX108" fmla="*/ 431242 w 1575048"/>
                    <a:gd name="connsiteY108" fmla="*/ 534059 h 1516713"/>
                    <a:gd name="connsiteX109" fmla="*/ 456472 w 1575048"/>
                    <a:gd name="connsiteY109" fmla="*/ 570664 h 1516713"/>
                    <a:gd name="connsiteX110" fmla="*/ 456472 w 1575048"/>
                    <a:gd name="connsiteY110" fmla="*/ 607269 h 1516713"/>
                    <a:gd name="connsiteX111" fmla="*/ 484036 w 1575048"/>
                    <a:gd name="connsiteY111" fmla="*/ 646208 h 1516713"/>
                    <a:gd name="connsiteX112" fmla="*/ 500078 w 1575048"/>
                    <a:gd name="connsiteY112" fmla="*/ 692001 h 1516713"/>
                    <a:gd name="connsiteX113" fmla="*/ 511599 w 1575048"/>
                    <a:gd name="connsiteY113" fmla="*/ 737794 h 1516713"/>
                    <a:gd name="connsiteX114" fmla="*/ 555205 w 1575048"/>
                    <a:gd name="connsiteY114" fmla="*/ 774399 h 1516713"/>
                    <a:gd name="connsiteX115" fmla="*/ 566726 w 1575048"/>
                    <a:gd name="connsiteY115" fmla="*/ 813338 h 1516713"/>
                    <a:gd name="connsiteX116" fmla="*/ 603331 w 1575048"/>
                    <a:gd name="connsiteY116" fmla="*/ 815672 h 1516713"/>
                    <a:gd name="connsiteX117" fmla="*/ 786649 w 1575048"/>
                    <a:gd name="connsiteY117" fmla="*/ 955530 h 1516713"/>
                    <a:gd name="connsiteX118" fmla="*/ 839297 w 1575048"/>
                    <a:gd name="connsiteY118" fmla="*/ 985281 h 1516713"/>
                    <a:gd name="connsiteX119" fmla="*/ 919508 w 1575048"/>
                    <a:gd name="connsiteY119" fmla="*/ 980760 h 1516713"/>
                    <a:gd name="connsiteX120" fmla="*/ 981343 w 1575048"/>
                    <a:gd name="connsiteY120" fmla="*/ 1031220 h 1516713"/>
                    <a:gd name="connsiteX121" fmla="*/ 1011094 w 1575048"/>
                    <a:gd name="connsiteY121" fmla="*/ 1051783 h 1516713"/>
                    <a:gd name="connsiteX122" fmla="*/ 1024803 w 1575048"/>
                    <a:gd name="connsiteY122" fmla="*/ 1074679 h 1516713"/>
                    <a:gd name="connsiteX123" fmla="*/ 1020282 w 1575048"/>
                    <a:gd name="connsiteY123" fmla="*/ 1102243 h 1516713"/>
                    <a:gd name="connsiteX124" fmla="*/ 1050033 w 1575048"/>
                    <a:gd name="connsiteY124" fmla="*/ 1102243 h 1516713"/>
                    <a:gd name="connsiteX125" fmla="*/ 1079784 w 1575048"/>
                    <a:gd name="connsiteY125" fmla="*/ 1077013 h 1516713"/>
                    <a:gd name="connsiteX126" fmla="*/ 1109534 w 1575048"/>
                    <a:gd name="connsiteY126" fmla="*/ 1099909 h 1516713"/>
                    <a:gd name="connsiteX127" fmla="*/ 1116389 w 1575048"/>
                    <a:gd name="connsiteY127" fmla="*/ 1113618 h 1516713"/>
                    <a:gd name="connsiteX128" fmla="*/ 1109534 w 1575048"/>
                    <a:gd name="connsiteY128" fmla="*/ 1136515 h 1516713"/>
                    <a:gd name="connsiteX129" fmla="*/ 1110264 w 1575048"/>
                    <a:gd name="connsiteY129" fmla="*/ 1154015 h 1516713"/>
                    <a:gd name="connsiteX130" fmla="*/ 1154598 w 1575048"/>
                    <a:gd name="connsiteY130" fmla="*/ 1181579 h 1516713"/>
                    <a:gd name="connsiteX131" fmla="*/ 1186683 w 1575048"/>
                    <a:gd name="connsiteY131" fmla="*/ 1173995 h 1516713"/>
                    <a:gd name="connsiteX132" fmla="*/ 1214246 w 1575048"/>
                    <a:gd name="connsiteY132" fmla="*/ 1187704 h 1516713"/>
                    <a:gd name="connsiteX133" fmla="*/ 1237143 w 1575048"/>
                    <a:gd name="connsiteY133" fmla="*/ 1225914 h 1516713"/>
                    <a:gd name="connsiteX134" fmla="*/ 1278415 w 1575048"/>
                    <a:gd name="connsiteY134" fmla="*/ 1280894 h 1516713"/>
                    <a:gd name="connsiteX135" fmla="*/ 1299853 w 1575048"/>
                    <a:gd name="connsiteY135" fmla="*/ 1360376 h 1516713"/>
                    <a:gd name="connsiteX136" fmla="*/ 1299853 w 1575048"/>
                    <a:gd name="connsiteY136" fmla="*/ 1396981 h 1516713"/>
                    <a:gd name="connsiteX137" fmla="*/ 1284540 w 1575048"/>
                    <a:gd name="connsiteY137" fmla="*/ 1400044 h 1516713"/>
                    <a:gd name="connsiteX138" fmla="*/ 1266164 w 1575048"/>
                    <a:gd name="connsiteY138" fmla="*/ 1410690 h 1516713"/>
                    <a:gd name="connsiteX139" fmla="*/ 1264706 w 1575048"/>
                    <a:gd name="connsiteY139" fmla="*/ 1458087 h 1516713"/>
                    <a:gd name="connsiteX140" fmla="*/ 1240205 w 1575048"/>
                    <a:gd name="connsiteY140" fmla="*/ 1474858 h 1516713"/>
                    <a:gd name="connsiteX141" fmla="*/ 1244726 w 1575048"/>
                    <a:gd name="connsiteY141" fmla="*/ 1511464 h 1516713"/>
                    <a:gd name="connsiteX142" fmla="*/ 1258435 w 1575048"/>
                    <a:gd name="connsiteY142" fmla="*/ 1526777 h 1516713"/>
                    <a:gd name="connsiteX143" fmla="*/ 1290519 w 1575048"/>
                    <a:gd name="connsiteY143" fmla="*/ 1529840 h 1516713"/>
                    <a:gd name="connsiteX144" fmla="*/ 1299707 w 1575048"/>
                    <a:gd name="connsiteY144" fmla="*/ 1491630 h 1516713"/>
                    <a:gd name="connsiteX145" fmla="*/ 1339375 w 1575048"/>
                    <a:gd name="connsiteY145" fmla="*/ 1450358 h 1516713"/>
                    <a:gd name="connsiteX146" fmla="*/ 1362271 w 1575048"/>
                    <a:gd name="connsiteY146" fmla="*/ 1427461 h 1516713"/>
                    <a:gd name="connsiteX147" fmla="*/ 1348563 w 1575048"/>
                    <a:gd name="connsiteY147" fmla="*/ 1378606 h 1516713"/>
                    <a:gd name="connsiteX148" fmla="*/ 1362271 w 1575048"/>
                    <a:gd name="connsiteY148" fmla="*/ 1352646 h 1516713"/>
                    <a:gd name="connsiteX149" fmla="*/ 1385168 w 1575048"/>
                    <a:gd name="connsiteY149" fmla="*/ 1338938 h 1516713"/>
                    <a:gd name="connsiteX150" fmla="*/ 1408065 w 1575048"/>
                    <a:gd name="connsiteY150" fmla="*/ 1335875 h 1516713"/>
                    <a:gd name="connsiteX151" fmla="*/ 1421773 w 1575048"/>
                    <a:gd name="connsiteY151" fmla="*/ 1335875 h 1516713"/>
                    <a:gd name="connsiteX152" fmla="*/ 1427898 w 1575048"/>
                    <a:gd name="connsiteY152" fmla="*/ 1332812 h 1516713"/>
                    <a:gd name="connsiteX153" fmla="*/ 1423378 w 1575048"/>
                    <a:gd name="connsiteY153" fmla="*/ 1314437 h 1516713"/>
                    <a:gd name="connsiteX154" fmla="*/ 1418857 w 1575048"/>
                    <a:gd name="connsiteY154" fmla="*/ 1296061 h 1516713"/>
                    <a:gd name="connsiteX155" fmla="*/ 1417398 w 1575048"/>
                    <a:gd name="connsiteY155" fmla="*/ 1276227 h 1516713"/>
                    <a:gd name="connsiteX156" fmla="*/ 1417398 w 1575048"/>
                    <a:gd name="connsiteY156" fmla="*/ 1263977 h 1516713"/>
                    <a:gd name="connsiteX157" fmla="*/ 1377730 w 1575048"/>
                    <a:gd name="connsiteY157" fmla="*/ 1236414 h 1516713"/>
                    <a:gd name="connsiteX158" fmla="*/ 1338063 w 1575048"/>
                    <a:gd name="connsiteY158" fmla="*/ 1222705 h 1516713"/>
                    <a:gd name="connsiteX159" fmla="*/ 1331937 w 1575048"/>
                    <a:gd name="connsiteY159" fmla="*/ 1193683 h 1516713"/>
                    <a:gd name="connsiteX160" fmla="*/ 1336458 w 1575048"/>
                    <a:gd name="connsiteY160" fmla="*/ 1152411 h 1516713"/>
                    <a:gd name="connsiteX161" fmla="*/ 1362417 w 1575048"/>
                    <a:gd name="connsiteY161" fmla="*/ 1085180 h 1516713"/>
                    <a:gd name="connsiteX162" fmla="*/ 1391439 w 1575048"/>
                    <a:gd name="connsiteY162" fmla="*/ 1069867 h 1516713"/>
                    <a:gd name="connsiteX163" fmla="*/ 1426586 w 1575048"/>
                    <a:gd name="connsiteY163" fmla="*/ 1069867 h 1516713"/>
                    <a:gd name="connsiteX164" fmla="*/ 1408210 w 1575048"/>
                    <a:gd name="connsiteY164" fmla="*/ 1079055 h 1516713"/>
                    <a:gd name="connsiteX165" fmla="*/ 1408210 w 1575048"/>
                    <a:gd name="connsiteY165" fmla="*/ 1088243 h 1516713"/>
                    <a:gd name="connsiteX166" fmla="*/ 1414336 w 1575048"/>
                    <a:gd name="connsiteY166" fmla="*/ 1088243 h 1516713"/>
                    <a:gd name="connsiteX167" fmla="*/ 1435774 w 1575048"/>
                    <a:gd name="connsiteY167" fmla="*/ 1089701 h 1516713"/>
                    <a:gd name="connsiteX168" fmla="*/ 1472379 w 1575048"/>
                    <a:gd name="connsiteY168" fmla="*/ 1091159 h 1516713"/>
                    <a:gd name="connsiteX169" fmla="*/ 1499942 w 1575048"/>
                    <a:gd name="connsiteY169" fmla="*/ 1094222 h 1516713"/>
                    <a:gd name="connsiteX170" fmla="*/ 1513651 w 1575048"/>
                    <a:gd name="connsiteY170" fmla="*/ 1110993 h 1516713"/>
                    <a:gd name="connsiteX171" fmla="*/ 1516714 w 1575048"/>
                    <a:gd name="connsiteY171" fmla="*/ 1132431 h 1516713"/>
                    <a:gd name="connsiteX172" fmla="*/ 1521235 w 1575048"/>
                    <a:gd name="connsiteY172" fmla="*/ 1149203 h 1516713"/>
                    <a:gd name="connsiteX173" fmla="*/ 1550257 w 1575048"/>
                    <a:gd name="connsiteY173" fmla="*/ 1170641 h 1516713"/>
                    <a:gd name="connsiteX174" fmla="*/ 1571695 w 1575048"/>
                    <a:gd name="connsiteY174" fmla="*/ 1181287 h 1516713"/>
                    <a:gd name="connsiteX175" fmla="*/ 1583945 w 1575048"/>
                    <a:gd name="connsiteY175" fmla="*/ 1181287 h 1516713"/>
                    <a:gd name="connsiteX176" fmla="*/ 1585404 w 1575048"/>
                    <a:gd name="connsiteY176" fmla="*/ 1130827 h 1516713"/>
                    <a:gd name="connsiteX177" fmla="*/ 1568632 w 1575048"/>
                    <a:gd name="connsiteY177" fmla="*/ 1090284 h 1516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</a:cxnLst>
                  <a:rect l="l" t="t" r="r" b="b"/>
                  <a:pathLst>
                    <a:path w="1575048" h="1516713">
                      <a:moveTo>
                        <a:pt x="1568632" y="1090284"/>
                      </a:moveTo>
                      <a:lnTo>
                        <a:pt x="1551861" y="1074971"/>
                      </a:lnTo>
                      <a:lnTo>
                        <a:pt x="1487692" y="1035303"/>
                      </a:lnTo>
                      <a:cubicBezTo>
                        <a:pt x="1487692" y="1035303"/>
                        <a:pt x="1451087" y="1009344"/>
                        <a:pt x="1444961" y="1007740"/>
                      </a:cubicBezTo>
                      <a:cubicBezTo>
                        <a:pt x="1438836" y="1006281"/>
                        <a:pt x="1350167" y="980177"/>
                        <a:pt x="1350167" y="980177"/>
                      </a:cubicBezTo>
                      <a:lnTo>
                        <a:pt x="1260039" y="946634"/>
                      </a:lnTo>
                      <a:lnTo>
                        <a:pt x="1223434" y="925195"/>
                      </a:lnTo>
                      <a:lnTo>
                        <a:pt x="1209725" y="908424"/>
                      </a:lnTo>
                      <a:lnTo>
                        <a:pt x="1229559" y="888590"/>
                      </a:lnTo>
                      <a:cubicBezTo>
                        <a:pt x="1229559" y="888590"/>
                        <a:pt x="1238747" y="881007"/>
                        <a:pt x="1238747" y="874882"/>
                      </a:cubicBezTo>
                      <a:cubicBezTo>
                        <a:pt x="1238747" y="868756"/>
                        <a:pt x="1232622" y="850381"/>
                        <a:pt x="1232622" y="850381"/>
                      </a:cubicBezTo>
                      <a:lnTo>
                        <a:pt x="1179099" y="844256"/>
                      </a:lnTo>
                      <a:lnTo>
                        <a:pt x="1131702" y="844256"/>
                      </a:lnTo>
                      <a:lnTo>
                        <a:pt x="1113326" y="847318"/>
                      </a:lnTo>
                      <a:cubicBezTo>
                        <a:pt x="1113326" y="847318"/>
                        <a:pt x="1102680" y="850381"/>
                        <a:pt x="1098013" y="850381"/>
                      </a:cubicBezTo>
                      <a:cubicBezTo>
                        <a:pt x="1093492" y="850381"/>
                        <a:pt x="1052220" y="832005"/>
                        <a:pt x="1052220" y="832005"/>
                      </a:cubicBezTo>
                      <a:lnTo>
                        <a:pt x="968218" y="767837"/>
                      </a:lnTo>
                      <a:lnTo>
                        <a:pt x="910174" y="638041"/>
                      </a:lnTo>
                      <a:lnTo>
                        <a:pt x="868902" y="583060"/>
                      </a:lnTo>
                      <a:lnTo>
                        <a:pt x="708480" y="491328"/>
                      </a:lnTo>
                      <a:cubicBezTo>
                        <a:pt x="708480" y="491328"/>
                        <a:pt x="699293" y="422638"/>
                        <a:pt x="700897" y="414909"/>
                      </a:cubicBezTo>
                      <a:cubicBezTo>
                        <a:pt x="702355" y="407325"/>
                        <a:pt x="699438" y="382824"/>
                        <a:pt x="707022" y="382824"/>
                      </a:cubicBezTo>
                      <a:cubicBezTo>
                        <a:pt x="714606" y="382824"/>
                        <a:pt x="720731" y="382824"/>
                        <a:pt x="720731" y="382824"/>
                      </a:cubicBezTo>
                      <a:lnTo>
                        <a:pt x="722189" y="367512"/>
                      </a:lnTo>
                      <a:lnTo>
                        <a:pt x="720731" y="352199"/>
                      </a:lnTo>
                      <a:lnTo>
                        <a:pt x="690105" y="301739"/>
                      </a:lnTo>
                      <a:lnTo>
                        <a:pt x="705418" y="278842"/>
                      </a:lnTo>
                      <a:lnTo>
                        <a:pt x="717668" y="271259"/>
                      </a:lnTo>
                      <a:lnTo>
                        <a:pt x="720731" y="288030"/>
                      </a:lnTo>
                      <a:lnTo>
                        <a:pt x="731377" y="288030"/>
                      </a:lnTo>
                      <a:cubicBezTo>
                        <a:pt x="731377" y="288030"/>
                        <a:pt x="731377" y="283509"/>
                        <a:pt x="745086" y="274321"/>
                      </a:cubicBezTo>
                      <a:cubicBezTo>
                        <a:pt x="758794" y="265134"/>
                        <a:pt x="780233" y="251425"/>
                        <a:pt x="780233" y="251425"/>
                      </a:cubicBezTo>
                      <a:lnTo>
                        <a:pt x="800067" y="231591"/>
                      </a:lnTo>
                      <a:lnTo>
                        <a:pt x="800067" y="222403"/>
                      </a:lnTo>
                      <a:lnTo>
                        <a:pt x="821505" y="222403"/>
                      </a:lnTo>
                      <a:lnTo>
                        <a:pt x="838276" y="225466"/>
                      </a:lnTo>
                      <a:lnTo>
                        <a:pt x="844401" y="216278"/>
                      </a:lnTo>
                      <a:lnTo>
                        <a:pt x="866423" y="216278"/>
                      </a:lnTo>
                      <a:lnTo>
                        <a:pt x="846005" y="178068"/>
                      </a:lnTo>
                      <a:lnTo>
                        <a:pt x="849068" y="159693"/>
                      </a:lnTo>
                      <a:lnTo>
                        <a:pt x="846005" y="150505"/>
                      </a:lnTo>
                      <a:lnTo>
                        <a:pt x="823109" y="141317"/>
                      </a:lnTo>
                      <a:lnTo>
                        <a:pt x="858256" y="92462"/>
                      </a:lnTo>
                      <a:lnTo>
                        <a:pt x="724522" y="80211"/>
                      </a:lnTo>
                      <a:lnTo>
                        <a:pt x="685584" y="52648"/>
                      </a:lnTo>
                      <a:lnTo>
                        <a:pt x="662687" y="22897"/>
                      </a:lnTo>
                      <a:lnTo>
                        <a:pt x="662687" y="0"/>
                      </a:lnTo>
                      <a:lnTo>
                        <a:pt x="603039" y="27564"/>
                      </a:lnTo>
                      <a:cubicBezTo>
                        <a:pt x="603039" y="27564"/>
                        <a:pt x="564101" y="27564"/>
                        <a:pt x="557246" y="27564"/>
                      </a:cubicBezTo>
                      <a:cubicBezTo>
                        <a:pt x="550392" y="27564"/>
                        <a:pt x="534350" y="55127"/>
                        <a:pt x="534350" y="55127"/>
                      </a:cubicBezTo>
                      <a:lnTo>
                        <a:pt x="509120" y="71169"/>
                      </a:lnTo>
                      <a:lnTo>
                        <a:pt x="465514" y="59648"/>
                      </a:lnTo>
                      <a:lnTo>
                        <a:pt x="460410" y="83419"/>
                      </a:lnTo>
                      <a:lnTo>
                        <a:pt x="469014" y="99753"/>
                      </a:lnTo>
                      <a:cubicBezTo>
                        <a:pt x="469014" y="99753"/>
                        <a:pt x="463910" y="107483"/>
                        <a:pt x="457785" y="110108"/>
                      </a:cubicBezTo>
                      <a:cubicBezTo>
                        <a:pt x="451806" y="112733"/>
                        <a:pt x="438826" y="117837"/>
                        <a:pt x="438826" y="117837"/>
                      </a:cubicBezTo>
                      <a:lnTo>
                        <a:pt x="438826" y="98003"/>
                      </a:lnTo>
                      <a:lnTo>
                        <a:pt x="426867" y="107483"/>
                      </a:lnTo>
                      <a:lnTo>
                        <a:pt x="414909" y="117837"/>
                      </a:lnTo>
                      <a:lnTo>
                        <a:pt x="427742" y="145400"/>
                      </a:lnTo>
                      <a:lnTo>
                        <a:pt x="431242" y="160860"/>
                      </a:lnTo>
                      <a:lnTo>
                        <a:pt x="424388" y="165089"/>
                      </a:lnTo>
                      <a:lnTo>
                        <a:pt x="414034" y="161589"/>
                      </a:lnTo>
                      <a:lnTo>
                        <a:pt x="406304" y="147005"/>
                      </a:lnTo>
                      <a:lnTo>
                        <a:pt x="387345" y="144380"/>
                      </a:lnTo>
                      <a:lnTo>
                        <a:pt x="365032" y="156338"/>
                      </a:lnTo>
                      <a:lnTo>
                        <a:pt x="338344" y="157214"/>
                      </a:lnTo>
                      <a:lnTo>
                        <a:pt x="338344" y="129650"/>
                      </a:lnTo>
                      <a:lnTo>
                        <a:pt x="317781" y="129650"/>
                      </a:lnTo>
                      <a:lnTo>
                        <a:pt x="312676" y="163193"/>
                      </a:lnTo>
                      <a:lnTo>
                        <a:pt x="294592" y="198486"/>
                      </a:lnTo>
                      <a:lnTo>
                        <a:pt x="297217" y="217444"/>
                      </a:lnTo>
                      <a:lnTo>
                        <a:pt x="299843" y="227799"/>
                      </a:lnTo>
                      <a:cubicBezTo>
                        <a:pt x="299843" y="227799"/>
                        <a:pt x="282634" y="239028"/>
                        <a:pt x="278404" y="234654"/>
                      </a:cubicBezTo>
                      <a:cubicBezTo>
                        <a:pt x="274175" y="230424"/>
                        <a:pt x="260320" y="208840"/>
                        <a:pt x="260320" y="208840"/>
                      </a:cubicBezTo>
                      <a:cubicBezTo>
                        <a:pt x="260320" y="208840"/>
                        <a:pt x="261195" y="194256"/>
                        <a:pt x="257695" y="192506"/>
                      </a:cubicBezTo>
                      <a:cubicBezTo>
                        <a:pt x="254195" y="190756"/>
                        <a:pt x="226778" y="174422"/>
                        <a:pt x="226778" y="174422"/>
                      </a:cubicBezTo>
                      <a:lnTo>
                        <a:pt x="221674" y="134900"/>
                      </a:lnTo>
                      <a:lnTo>
                        <a:pt x="193381" y="144380"/>
                      </a:lnTo>
                      <a:lnTo>
                        <a:pt x="183026" y="164943"/>
                      </a:lnTo>
                      <a:lnTo>
                        <a:pt x="187256" y="187256"/>
                      </a:lnTo>
                      <a:lnTo>
                        <a:pt x="157213" y="221674"/>
                      </a:lnTo>
                      <a:lnTo>
                        <a:pt x="134900" y="221674"/>
                      </a:lnTo>
                      <a:lnTo>
                        <a:pt x="119441" y="219924"/>
                      </a:lnTo>
                      <a:lnTo>
                        <a:pt x="93628" y="229403"/>
                      </a:lnTo>
                      <a:lnTo>
                        <a:pt x="43751" y="224299"/>
                      </a:lnTo>
                      <a:lnTo>
                        <a:pt x="26542" y="255216"/>
                      </a:lnTo>
                      <a:lnTo>
                        <a:pt x="62710" y="324781"/>
                      </a:lnTo>
                      <a:lnTo>
                        <a:pt x="46376" y="350594"/>
                      </a:lnTo>
                      <a:lnTo>
                        <a:pt x="0" y="355699"/>
                      </a:lnTo>
                      <a:lnTo>
                        <a:pt x="875" y="369408"/>
                      </a:lnTo>
                      <a:lnTo>
                        <a:pt x="40397" y="421034"/>
                      </a:lnTo>
                      <a:lnTo>
                        <a:pt x="41272" y="461431"/>
                      </a:lnTo>
                      <a:lnTo>
                        <a:pt x="29313" y="488119"/>
                      </a:lnTo>
                      <a:lnTo>
                        <a:pt x="64606" y="520787"/>
                      </a:lnTo>
                      <a:lnTo>
                        <a:pt x="135046" y="519912"/>
                      </a:lnTo>
                      <a:lnTo>
                        <a:pt x="135046" y="543101"/>
                      </a:lnTo>
                      <a:lnTo>
                        <a:pt x="122358" y="587143"/>
                      </a:lnTo>
                      <a:cubicBezTo>
                        <a:pt x="124691" y="586852"/>
                        <a:pt x="127025" y="586706"/>
                        <a:pt x="128921" y="586706"/>
                      </a:cubicBezTo>
                      <a:cubicBezTo>
                        <a:pt x="144963" y="586706"/>
                        <a:pt x="167859" y="577518"/>
                        <a:pt x="167859" y="577518"/>
                      </a:cubicBezTo>
                      <a:lnTo>
                        <a:pt x="204465" y="552288"/>
                      </a:lnTo>
                      <a:lnTo>
                        <a:pt x="202131" y="520204"/>
                      </a:lnTo>
                      <a:lnTo>
                        <a:pt x="229695" y="511016"/>
                      </a:lnTo>
                      <a:cubicBezTo>
                        <a:pt x="229695" y="511016"/>
                        <a:pt x="250258" y="474411"/>
                        <a:pt x="259445" y="474411"/>
                      </a:cubicBezTo>
                      <a:cubicBezTo>
                        <a:pt x="268633" y="474411"/>
                        <a:pt x="270967" y="472078"/>
                        <a:pt x="287009" y="474411"/>
                      </a:cubicBezTo>
                      <a:cubicBezTo>
                        <a:pt x="303051" y="476744"/>
                        <a:pt x="325948" y="485932"/>
                        <a:pt x="325948" y="485932"/>
                      </a:cubicBezTo>
                      <a:lnTo>
                        <a:pt x="371741" y="520350"/>
                      </a:lnTo>
                      <a:lnTo>
                        <a:pt x="408346" y="529538"/>
                      </a:lnTo>
                      <a:lnTo>
                        <a:pt x="431242" y="534059"/>
                      </a:lnTo>
                      <a:lnTo>
                        <a:pt x="456472" y="570664"/>
                      </a:lnTo>
                      <a:lnTo>
                        <a:pt x="456472" y="607269"/>
                      </a:lnTo>
                      <a:lnTo>
                        <a:pt x="484036" y="646208"/>
                      </a:lnTo>
                      <a:lnTo>
                        <a:pt x="500078" y="692001"/>
                      </a:lnTo>
                      <a:lnTo>
                        <a:pt x="511599" y="737794"/>
                      </a:lnTo>
                      <a:cubicBezTo>
                        <a:pt x="511599" y="737794"/>
                        <a:pt x="552871" y="767545"/>
                        <a:pt x="555205" y="774399"/>
                      </a:cubicBezTo>
                      <a:cubicBezTo>
                        <a:pt x="557538" y="781254"/>
                        <a:pt x="552871" y="813338"/>
                        <a:pt x="566726" y="813338"/>
                      </a:cubicBezTo>
                      <a:cubicBezTo>
                        <a:pt x="580435" y="813338"/>
                        <a:pt x="603331" y="815672"/>
                        <a:pt x="603331" y="815672"/>
                      </a:cubicBezTo>
                      <a:lnTo>
                        <a:pt x="786649" y="955530"/>
                      </a:lnTo>
                      <a:cubicBezTo>
                        <a:pt x="786649" y="955530"/>
                        <a:pt x="821067" y="985281"/>
                        <a:pt x="839297" y="985281"/>
                      </a:cubicBezTo>
                      <a:cubicBezTo>
                        <a:pt x="857673" y="985281"/>
                        <a:pt x="896611" y="969239"/>
                        <a:pt x="919508" y="980760"/>
                      </a:cubicBezTo>
                      <a:cubicBezTo>
                        <a:pt x="942404" y="992281"/>
                        <a:pt x="981343" y="1031220"/>
                        <a:pt x="981343" y="1031220"/>
                      </a:cubicBezTo>
                      <a:lnTo>
                        <a:pt x="1011094" y="1051783"/>
                      </a:lnTo>
                      <a:cubicBezTo>
                        <a:pt x="1011094" y="1051783"/>
                        <a:pt x="1029469" y="1047262"/>
                        <a:pt x="1024803" y="1074679"/>
                      </a:cubicBezTo>
                      <a:cubicBezTo>
                        <a:pt x="1020282" y="1102243"/>
                        <a:pt x="1020282" y="1102243"/>
                        <a:pt x="1020282" y="1102243"/>
                      </a:cubicBezTo>
                      <a:cubicBezTo>
                        <a:pt x="1020282" y="1102243"/>
                        <a:pt x="1040845" y="1106764"/>
                        <a:pt x="1050033" y="1102243"/>
                      </a:cubicBezTo>
                      <a:cubicBezTo>
                        <a:pt x="1059220" y="1097722"/>
                        <a:pt x="1079784" y="1077013"/>
                        <a:pt x="1079784" y="1077013"/>
                      </a:cubicBezTo>
                      <a:lnTo>
                        <a:pt x="1109534" y="1099909"/>
                      </a:lnTo>
                      <a:lnTo>
                        <a:pt x="1116389" y="1113618"/>
                      </a:lnTo>
                      <a:lnTo>
                        <a:pt x="1109534" y="1136515"/>
                      </a:lnTo>
                      <a:lnTo>
                        <a:pt x="1110264" y="1154015"/>
                      </a:lnTo>
                      <a:lnTo>
                        <a:pt x="1154598" y="1181579"/>
                      </a:lnTo>
                      <a:lnTo>
                        <a:pt x="1186683" y="1173995"/>
                      </a:lnTo>
                      <a:lnTo>
                        <a:pt x="1214246" y="1187704"/>
                      </a:lnTo>
                      <a:lnTo>
                        <a:pt x="1237143" y="1225914"/>
                      </a:lnTo>
                      <a:lnTo>
                        <a:pt x="1278415" y="1280894"/>
                      </a:lnTo>
                      <a:lnTo>
                        <a:pt x="1299853" y="1360376"/>
                      </a:lnTo>
                      <a:lnTo>
                        <a:pt x="1299853" y="1396981"/>
                      </a:lnTo>
                      <a:lnTo>
                        <a:pt x="1284540" y="1400044"/>
                      </a:lnTo>
                      <a:lnTo>
                        <a:pt x="1266164" y="1410690"/>
                      </a:lnTo>
                      <a:lnTo>
                        <a:pt x="1264706" y="1458087"/>
                      </a:lnTo>
                      <a:lnTo>
                        <a:pt x="1240205" y="1474858"/>
                      </a:lnTo>
                      <a:lnTo>
                        <a:pt x="1244726" y="1511464"/>
                      </a:lnTo>
                      <a:lnTo>
                        <a:pt x="1258435" y="1526777"/>
                      </a:lnTo>
                      <a:lnTo>
                        <a:pt x="1290519" y="1529840"/>
                      </a:lnTo>
                      <a:lnTo>
                        <a:pt x="1299707" y="1491630"/>
                      </a:lnTo>
                      <a:lnTo>
                        <a:pt x="1339375" y="1450358"/>
                      </a:lnTo>
                      <a:cubicBezTo>
                        <a:pt x="1339375" y="1450358"/>
                        <a:pt x="1365334" y="1444233"/>
                        <a:pt x="1362271" y="1427461"/>
                      </a:cubicBezTo>
                      <a:cubicBezTo>
                        <a:pt x="1359209" y="1410690"/>
                        <a:pt x="1348563" y="1378606"/>
                        <a:pt x="1348563" y="1378606"/>
                      </a:cubicBezTo>
                      <a:lnTo>
                        <a:pt x="1362271" y="1352646"/>
                      </a:lnTo>
                      <a:lnTo>
                        <a:pt x="1385168" y="1338938"/>
                      </a:lnTo>
                      <a:lnTo>
                        <a:pt x="1408065" y="1335875"/>
                      </a:lnTo>
                      <a:lnTo>
                        <a:pt x="1421773" y="1335875"/>
                      </a:lnTo>
                      <a:lnTo>
                        <a:pt x="1427898" y="1332812"/>
                      </a:lnTo>
                      <a:lnTo>
                        <a:pt x="1423378" y="1314437"/>
                      </a:lnTo>
                      <a:lnTo>
                        <a:pt x="1418857" y="1296061"/>
                      </a:lnTo>
                      <a:lnTo>
                        <a:pt x="1417398" y="1276227"/>
                      </a:lnTo>
                      <a:lnTo>
                        <a:pt x="1417398" y="1263977"/>
                      </a:lnTo>
                      <a:lnTo>
                        <a:pt x="1377730" y="1236414"/>
                      </a:lnTo>
                      <a:lnTo>
                        <a:pt x="1338063" y="1222705"/>
                      </a:lnTo>
                      <a:cubicBezTo>
                        <a:pt x="1338063" y="1222705"/>
                        <a:pt x="1331937" y="1210454"/>
                        <a:pt x="1331937" y="1193683"/>
                      </a:cubicBezTo>
                      <a:cubicBezTo>
                        <a:pt x="1331937" y="1176912"/>
                        <a:pt x="1336458" y="1152411"/>
                        <a:pt x="1336458" y="1152411"/>
                      </a:cubicBezTo>
                      <a:lnTo>
                        <a:pt x="1362417" y="1085180"/>
                      </a:lnTo>
                      <a:lnTo>
                        <a:pt x="1391439" y="1069867"/>
                      </a:lnTo>
                      <a:lnTo>
                        <a:pt x="1426586" y="1069867"/>
                      </a:lnTo>
                      <a:lnTo>
                        <a:pt x="1408210" y="1079055"/>
                      </a:lnTo>
                      <a:lnTo>
                        <a:pt x="1408210" y="1088243"/>
                      </a:lnTo>
                      <a:lnTo>
                        <a:pt x="1414336" y="1088243"/>
                      </a:lnTo>
                      <a:lnTo>
                        <a:pt x="1435774" y="1089701"/>
                      </a:lnTo>
                      <a:lnTo>
                        <a:pt x="1472379" y="1091159"/>
                      </a:lnTo>
                      <a:lnTo>
                        <a:pt x="1499942" y="1094222"/>
                      </a:lnTo>
                      <a:cubicBezTo>
                        <a:pt x="1499942" y="1094222"/>
                        <a:pt x="1510589" y="1098743"/>
                        <a:pt x="1513651" y="1110993"/>
                      </a:cubicBezTo>
                      <a:cubicBezTo>
                        <a:pt x="1516714" y="1123244"/>
                        <a:pt x="1513651" y="1126306"/>
                        <a:pt x="1516714" y="1132431"/>
                      </a:cubicBezTo>
                      <a:cubicBezTo>
                        <a:pt x="1519777" y="1138556"/>
                        <a:pt x="1516714" y="1147744"/>
                        <a:pt x="1521235" y="1149203"/>
                      </a:cubicBezTo>
                      <a:cubicBezTo>
                        <a:pt x="1525756" y="1150661"/>
                        <a:pt x="1542673" y="1167578"/>
                        <a:pt x="1550257" y="1170641"/>
                      </a:cubicBezTo>
                      <a:cubicBezTo>
                        <a:pt x="1557840" y="1173703"/>
                        <a:pt x="1571695" y="1181287"/>
                        <a:pt x="1571695" y="1181287"/>
                      </a:cubicBezTo>
                      <a:cubicBezTo>
                        <a:pt x="1571695" y="1181287"/>
                        <a:pt x="1583945" y="1194996"/>
                        <a:pt x="1583945" y="1181287"/>
                      </a:cubicBezTo>
                      <a:cubicBezTo>
                        <a:pt x="1583945" y="1167578"/>
                        <a:pt x="1585404" y="1130827"/>
                        <a:pt x="1585404" y="1130827"/>
                      </a:cubicBezTo>
                      <a:lnTo>
                        <a:pt x="1568632" y="1090284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sp>
            <p:nvSpPr>
              <p:cNvPr id="128" name="Freeform: Shape 664">
                <a:extLst>
                  <a:ext uri="{FF2B5EF4-FFF2-40B4-BE49-F238E27FC236}">
                    <a16:creationId xmlns:a16="http://schemas.microsoft.com/office/drawing/2014/main" id="{9BB4F64F-5803-181A-1B1E-9699AD4E3340}"/>
                  </a:ext>
                </a:extLst>
              </p:cNvPr>
              <p:cNvSpPr/>
              <p:nvPr/>
            </p:nvSpPr>
            <p:spPr>
              <a:xfrm>
                <a:off x="8345964" y="2533933"/>
                <a:ext cx="262508" cy="495849"/>
              </a:xfrm>
              <a:custGeom>
                <a:avLst/>
                <a:gdLst>
                  <a:gd name="connsiteX0" fmla="*/ 169318 w 262508"/>
                  <a:gd name="connsiteY0" fmla="*/ 503870 h 495848"/>
                  <a:gd name="connsiteX1" fmla="*/ 166984 w 262508"/>
                  <a:gd name="connsiteY1" fmla="*/ 474119 h 495848"/>
                  <a:gd name="connsiteX2" fmla="*/ 144088 w 262508"/>
                  <a:gd name="connsiteY2" fmla="*/ 451222 h 495848"/>
                  <a:gd name="connsiteX3" fmla="*/ 153276 w 262508"/>
                  <a:gd name="connsiteY3" fmla="*/ 435180 h 495848"/>
                  <a:gd name="connsiteX4" fmla="*/ 162463 w 262508"/>
                  <a:gd name="connsiteY4" fmla="*/ 425992 h 495848"/>
                  <a:gd name="connsiteX5" fmla="*/ 162463 w 262508"/>
                  <a:gd name="connsiteY5" fmla="*/ 403096 h 495848"/>
                  <a:gd name="connsiteX6" fmla="*/ 162463 w 262508"/>
                  <a:gd name="connsiteY6" fmla="*/ 371012 h 495848"/>
                  <a:gd name="connsiteX7" fmla="*/ 206069 w 262508"/>
                  <a:gd name="connsiteY7" fmla="*/ 316031 h 495848"/>
                  <a:gd name="connsiteX8" fmla="*/ 215257 w 262508"/>
                  <a:gd name="connsiteY8" fmla="*/ 270238 h 495848"/>
                  <a:gd name="connsiteX9" fmla="*/ 235820 w 262508"/>
                  <a:gd name="connsiteY9" fmla="*/ 256529 h 495848"/>
                  <a:gd name="connsiteX10" fmla="*/ 263383 w 262508"/>
                  <a:gd name="connsiteY10" fmla="*/ 270238 h 495848"/>
                  <a:gd name="connsiteX11" fmla="*/ 267904 w 262508"/>
                  <a:gd name="connsiteY11" fmla="*/ 224444 h 495848"/>
                  <a:gd name="connsiteX12" fmla="*/ 270238 w 262508"/>
                  <a:gd name="connsiteY12" fmla="*/ 210736 h 495848"/>
                  <a:gd name="connsiteX13" fmla="*/ 245008 w 262508"/>
                  <a:gd name="connsiteY13" fmla="*/ 197027 h 495848"/>
                  <a:gd name="connsiteX14" fmla="*/ 224444 w 262508"/>
                  <a:gd name="connsiteY14" fmla="*/ 180985 h 495848"/>
                  <a:gd name="connsiteX15" fmla="*/ 212923 w 262508"/>
                  <a:gd name="connsiteY15" fmla="*/ 151234 h 495848"/>
                  <a:gd name="connsiteX16" fmla="*/ 219778 w 262508"/>
                  <a:gd name="connsiteY16" fmla="*/ 132858 h 495848"/>
                  <a:gd name="connsiteX17" fmla="*/ 235820 w 262508"/>
                  <a:gd name="connsiteY17" fmla="*/ 112295 h 495848"/>
                  <a:gd name="connsiteX18" fmla="*/ 231299 w 262508"/>
                  <a:gd name="connsiteY18" fmla="*/ 87065 h 495848"/>
                  <a:gd name="connsiteX19" fmla="*/ 235820 w 262508"/>
                  <a:gd name="connsiteY19" fmla="*/ 43460 h 495848"/>
                  <a:gd name="connsiteX20" fmla="*/ 247341 w 262508"/>
                  <a:gd name="connsiteY20" fmla="*/ 13709 h 495848"/>
                  <a:gd name="connsiteX21" fmla="*/ 249674 w 262508"/>
                  <a:gd name="connsiteY21" fmla="*/ 0 h 495848"/>
                  <a:gd name="connsiteX22" fmla="*/ 224444 w 262508"/>
                  <a:gd name="connsiteY22" fmla="*/ 0 h 495848"/>
                  <a:gd name="connsiteX23" fmla="*/ 224444 w 262508"/>
                  <a:gd name="connsiteY23" fmla="*/ 20563 h 495848"/>
                  <a:gd name="connsiteX24" fmla="*/ 215257 w 262508"/>
                  <a:gd name="connsiteY24" fmla="*/ 25084 h 495848"/>
                  <a:gd name="connsiteX25" fmla="*/ 178651 w 262508"/>
                  <a:gd name="connsiteY25" fmla="*/ 31939 h 495848"/>
                  <a:gd name="connsiteX26" fmla="*/ 162609 w 262508"/>
                  <a:gd name="connsiteY26" fmla="*/ 43460 h 495848"/>
                  <a:gd name="connsiteX27" fmla="*/ 153422 w 262508"/>
                  <a:gd name="connsiteY27" fmla="*/ 64023 h 495848"/>
                  <a:gd name="connsiteX28" fmla="*/ 116816 w 262508"/>
                  <a:gd name="connsiteY28" fmla="*/ 114483 h 495848"/>
                  <a:gd name="connsiteX29" fmla="*/ 77877 w 262508"/>
                  <a:gd name="connsiteY29" fmla="*/ 121337 h 495848"/>
                  <a:gd name="connsiteX30" fmla="*/ 45793 w 262508"/>
                  <a:gd name="connsiteY30" fmla="*/ 121337 h 495848"/>
                  <a:gd name="connsiteX31" fmla="*/ 38939 w 262508"/>
                  <a:gd name="connsiteY31" fmla="*/ 130525 h 495848"/>
                  <a:gd name="connsiteX32" fmla="*/ 16042 w 262508"/>
                  <a:gd name="connsiteY32" fmla="*/ 185506 h 495848"/>
                  <a:gd name="connsiteX33" fmla="*/ 16042 w 262508"/>
                  <a:gd name="connsiteY33" fmla="*/ 231299 h 495848"/>
                  <a:gd name="connsiteX34" fmla="*/ 4521 w 262508"/>
                  <a:gd name="connsiteY34" fmla="*/ 297801 h 495848"/>
                  <a:gd name="connsiteX35" fmla="*/ 4521 w 262508"/>
                  <a:gd name="connsiteY35" fmla="*/ 336740 h 495848"/>
                  <a:gd name="connsiteX36" fmla="*/ 0 w 262508"/>
                  <a:gd name="connsiteY36" fmla="*/ 368824 h 495848"/>
                  <a:gd name="connsiteX37" fmla="*/ 36605 w 262508"/>
                  <a:gd name="connsiteY37" fmla="*/ 396387 h 495848"/>
                  <a:gd name="connsiteX38" fmla="*/ 59502 w 262508"/>
                  <a:gd name="connsiteY38" fmla="*/ 416950 h 495848"/>
                  <a:gd name="connsiteX39" fmla="*/ 57460 w 262508"/>
                  <a:gd name="connsiteY39" fmla="*/ 484619 h 495848"/>
                  <a:gd name="connsiteX40" fmla="*/ 93045 w 262508"/>
                  <a:gd name="connsiteY40" fmla="*/ 494099 h 495848"/>
                  <a:gd name="connsiteX41" fmla="*/ 155609 w 262508"/>
                  <a:gd name="connsiteY41" fmla="*/ 506349 h 495848"/>
                  <a:gd name="connsiteX42" fmla="*/ 173255 w 262508"/>
                  <a:gd name="connsiteY42" fmla="*/ 506349 h 495848"/>
                  <a:gd name="connsiteX43" fmla="*/ 169318 w 262508"/>
                  <a:gd name="connsiteY43" fmla="*/ 503870 h 495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262508" h="495848">
                    <a:moveTo>
                      <a:pt x="169318" y="503870"/>
                    </a:moveTo>
                    <a:cubicBezTo>
                      <a:pt x="166984" y="492349"/>
                      <a:pt x="166984" y="474119"/>
                      <a:pt x="166984" y="474119"/>
                    </a:cubicBezTo>
                    <a:lnTo>
                      <a:pt x="144088" y="451222"/>
                    </a:lnTo>
                    <a:lnTo>
                      <a:pt x="153276" y="435180"/>
                    </a:lnTo>
                    <a:lnTo>
                      <a:pt x="162463" y="425992"/>
                    </a:lnTo>
                    <a:cubicBezTo>
                      <a:pt x="162463" y="425992"/>
                      <a:pt x="160130" y="428326"/>
                      <a:pt x="162463" y="403096"/>
                    </a:cubicBezTo>
                    <a:cubicBezTo>
                      <a:pt x="164797" y="377866"/>
                      <a:pt x="162463" y="371012"/>
                      <a:pt x="162463" y="371012"/>
                    </a:cubicBezTo>
                    <a:cubicBezTo>
                      <a:pt x="162463" y="371012"/>
                      <a:pt x="201402" y="329739"/>
                      <a:pt x="206069" y="316031"/>
                    </a:cubicBezTo>
                    <a:cubicBezTo>
                      <a:pt x="210590" y="302322"/>
                      <a:pt x="215257" y="277092"/>
                      <a:pt x="215257" y="270238"/>
                    </a:cubicBezTo>
                    <a:cubicBezTo>
                      <a:pt x="215257" y="263383"/>
                      <a:pt x="228965" y="256529"/>
                      <a:pt x="235820" y="256529"/>
                    </a:cubicBezTo>
                    <a:cubicBezTo>
                      <a:pt x="242674" y="256529"/>
                      <a:pt x="263383" y="284092"/>
                      <a:pt x="263383" y="270238"/>
                    </a:cubicBezTo>
                    <a:cubicBezTo>
                      <a:pt x="263383" y="256529"/>
                      <a:pt x="267904" y="224444"/>
                      <a:pt x="267904" y="224444"/>
                    </a:cubicBezTo>
                    <a:lnTo>
                      <a:pt x="270238" y="210736"/>
                    </a:lnTo>
                    <a:lnTo>
                      <a:pt x="245008" y="197027"/>
                    </a:lnTo>
                    <a:lnTo>
                      <a:pt x="224444" y="180985"/>
                    </a:lnTo>
                    <a:lnTo>
                      <a:pt x="212923" y="151234"/>
                    </a:lnTo>
                    <a:lnTo>
                      <a:pt x="219778" y="132858"/>
                    </a:lnTo>
                    <a:lnTo>
                      <a:pt x="235820" y="112295"/>
                    </a:lnTo>
                    <a:lnTo>
                      <a:pt x="231299" y="87065"/>
                    </a:lnTo>
                    <a:lnTo>
                      <a:pt x="235820" y="43460"/>
                    </a:lnTo>
                    <a:lnTo>
                      <a:pt x="247341" y="13709"/>
                    </a:lnTo>
                    <a:lnTo>
                      <a:pt x="249674" y="0"/>
                    </a:lnTo>
                    <a:lnTo>
                      <a:pt x="224444" y="0"/>
                    </a:lnTo>
                    <a:cubicBezTo>
                      <a:pt x="224444" y="0"/>
                      <a:pt x="233632" y="16042"/>
                      <a:pt x="224444" y="20563"/>
                    </a:cubicBezTo>
                    <a:cubicBezTo>
                      <a:pt x="215257" y="25084"/>
                      <a:pt x="242820" y="22897"/>
                      <a:pt x="215257" y="25084"/>
                    </a:cubicBezTo>
                    <a:cubicBezTo>
                      <a:pt x="187693" y="27418"/>
                      <a:pt x="185506" y="29605"/>
                      <a:pt x="178651" y="31939"/>
                    </a:cubicBezTo>
                    <a:cubicBezTo>
                      <a:pt x="171797" y="34272"/>
                      <a:pt x="162609" y="43460"/>
                      <a:pt x="162609" y="43460"/>
                    </a:cubicBezTo>
                    <a:lnTo>
                      <a:pt x="153422" y="64023"/>
                    </a:lnTo>
                    <a:lnTo>
                      <a:pt x="116816" y="114483"/>
                    </a:lnTo>
                    <a:cubicBezTo>
                      <a:pt x="116816" y="114483"/>
                      <a:pt x="96253" y="121337"/>
                      <a:pt x="77877" y="121337"/>
                    </a:cubicBezTo>
                    <a:cubicBezTo>
                      <a:pt x="59502" y="121337"/>
                      <a:pt x="45793" y="121337"/>
                      <a:pt x="45793" y="121337"/>
                    </a:cubicBezTo>
                    <a:cubicBezTo>
                      <a:pt x="45793" y="121337"/>
                      <a:pt x="45793" y="121337"/>
                      <a:pt x="38939" y="130525"/>
                    </a:cubicBezTo>
                    <a:cubicBezTo>
                      <a:pt x="32084" y="139713"/>
                      <a:pt x="16042" y="185506"/>
                      <a:pt x="16042" y="185506"/>
                    </a:cubicBezTo>
                    <a:lnTo>
                      <a:pt x="16042" y="231299"/>
                    </a:lnTo>
                    <a:lnTo>
                      <a:pt x="4521" y="297801"/>
                    </a:lnTo>
                    <a:lnTo>
                      <a:pt x="4521" y="336740"/>
                    </a:lnTo>
                    <a:cubicBezTo>
                      <a:pt x="4521" y="336740"/>
                      <a:pt x="0" y="361970"/>
                      <a:pt x="0" y="368824"/>
                    </a:cubicBezTo>
                    <a:cubicBezTo>
                      <a:pt x="0" y="375678"/>
                      <a:pt x="36605" y="396387"/>
                      <a:pt x="36605" y="396387"/>
                    </a:cubicBezTo>
                    <a:cubicBezTo>
                      <a:pt x="50314" y="403242"/>
                      <a:pt x="59502" y="416950"/>
                      <a:pt x="59502" y="416950"/>
                    </a:cubicBezTo>
                    <a:lnTo>
                      <a:pt x="57460" y="484619"/>
                    </a:lnTo>
                    <a:lnTo>
                      <a:pt x="93045" y="494099"/>
                    </a:lnTo>
                    <a:lnTo>
                      <a:pt x="155609" y="506349"/>
                    </a:lnTo>
                    <a:lnTo>
                      <a:pt x="173255" y="506349"/>
                    </a:lnTo>
                    <a:lnTo>
                      <a:pt x="169318" y="503870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29" name="Freeform: Shape 667">
                <a:extLst>
                  <a:ext uri="{FF2B5EF4-FFF2-40B4-BE49-F238E27FC236}">
                    <a16:creationId xmlns:a16="http://schemas.microsoft.com/office/drawing/2014/main" id="{393D10B4-1F20-95D1-3B7F-95C01D41E4DD}"/>
                  </a:ext>
                </a:extLst>
              </p:cNvPr>
              <p:cNvSpPr/>
              <p:nvPr/>
            </p:nvSpPr>
            <p:spPr>
              <a:xfrm>
                <a:off x="8490052" y="2982384"/>
                <a:ext cx="14584" cy="14584"/>
              </a:xfrm>
              <a:custGeom>
                <a:avLst/>
                <a:gdLst>
                  <a:gd name="connsiteX0" fmla="*/ 1604 w 0"/>
                  <a:gd name="connsiteY0" fmla="*/ 0 h 0"/>
                  <a:gd name="connsiteX1" fmla="*/ 0 w 0"/>
                  <a:gd name="connsiteY1" fmla="*/ 2771 h 0"/>
                  <a:gd name="connsiteX2" fmla="*/ 1604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604" y="0"/>
                    </a:moveTo>
                    <a:lnTo>
                      <a:pt x="0" y="2771"/>
                    </a:lnTo>
                    <a:lnTo>
                      <a:pt x="1604" y="0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30" name="Freeform: Shape 668">
                <a:extLst>
                  <a:ext uri="{FF2B5EF4-FFF2-40B4-BE49-F238E27FC236}">
                    <a16:creationId xmlns:a16="http://schemas.microsoft.com/office/drawing/2014/main" id="{51AAD2C6-6754-3E6B-8BE4-F3CAE7AB3578}"/>
                  </a:ext>
                </a:extLst>
              </p:cNvPr>
              <p:cNvSpPr/>
              <p:nvPr/>
            </p:nvSpPr>
            <p:spPr>
              <a:xfrm>
                <a:off x="9125321" y="3109847"/>
                <a:ext cx="14584" cy="14584"/>
              </a:xfrm>
              <a:custGeom>
                <a:avLst/>
                <a:gdLst>
                  <a:gd name="connsiteX0" fmla="*/ 0 w 0"/>
                  <a:gd name="connsiteY0" fmla="*/ 1750 h 0"/>
                  <a:gd name="connsiteX1" fmla="*/ 2333 w 0"/>
                  <a:gd name="connsiteY1" fmla="*/ 0 h 0"/>
                  <a:gd name="connsiteX2" fmla="*/ 0 w 0"/>
                  <a:gd name="connsiteY2" fmla="*/ 175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1750"/>
                    </a:moveTo>
                    <a:cubicBezTo>
                      <a:pt x="729" y="1167"/>
                      <a:pt x="1458" y="583"/>
                      <a:pt x="2333" y="0"/>
                    </a:cubicBezTo>
                    <a:cubicBezTo>
                      <a:pt x="1458" y="583"/>
                      <a:pt x="729" y="1167"/>
                      <a:pt x="0" y="175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31" name="Freeform: Shape 669">
                <a:extLst>
                  <a:ext uri="{FF2B5EF4-FFF2-40B4-BE49-F238E27FC236}">
                    <a16:creationId xmlns:a16="http://schemas.microsoft.com/office/drawing/2014/main" id="{3CFD6BB9-0883-F394-8E27-519D32A5DDCB}"/>
                  </a:ext>
                </a:extLst>
              </p:cNvPr>
              <p:cNvSpPr/>
              <p:nvPr/>
            </p:nvSpPr>
            <p:spPr>
              <a:xfrm>
                <a:off x="9109717" y="3121659"/>
                <a:ext cx="14584" cy="14584"/>
              </a:xfrm>
              <a:custGeom>
                <a:avLst/>
                <a:gdLst>
                  <a:gd name="connsiteX0" fmla="*/ 0 w 0"/>
                  <a:gd name="connsiteY0" fmla="*/ 875 h 0"/>
                  <a:gd name="connsiteX1" fmla="*/ 1313 w 0"/>
                  <a:gd name="connsiteY1" fmla="*/ 0 h 0"/>
                  <a:gd name="connsiteX2" fmla="*/ 0 w 0"/>
                  <a:gd name="connsiteY2" fmla="*/ 875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875"/>
                    </a:moveTo>
                    <a:cubicBezTo>
                      <a:pt x="437" y="583"/>
                      <a:pt x="875" y="292"/>
                      <a:pt x="1313" y="0"/>
                    </a:cubicBezTo>
                    <a:cubicBezTo>
                      <a:pt x="875" y="437"/>
                      <a:pt x="437" y="583"/>
                      <a:pt x="0" y="875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32" name="Freeform: Shape 670">
                <a:extLst>
                  <a:ext uri="{FF2B5EF4-FFF2-40B4-BE49-F238E27FC236}">
                    <a16:creationId xmlns:a16="http://schemas.microsoft.com/office/drawing/2014/main" id="{FEBCE6D9-54E5-A07E-A132-5B725150C41F}"/>
                  </a:ext>
                </a:extLst>
              </p:cNvPr>
              <p:cNvSpPr/>
              <p:nvPr/>
            </p:nvSpPr>
            <p:spPr>
              <a:xfrm>
                <a:off x="9115550" y="3118013"/>
                <a:ext cx="14584" cy="14584"/>
              </a:xfrm>
              <a:custGeom>
                <a:avLst/>
                <a:gdLst>
                  <a:gd name="connsiteX0" fmla="*/ 0 w 0"/>
                  <a:gd name="connsiteY0" fmla="*/ 729 h 0"/>
                  <a:gd name="connsiteX1" fmla="*/ 1021 w 0"/>
                  <a:gd name="connsiteY1" fmla="*/ 0 h 0"/>
                  <a:gd name="connsiteX2" fmla="*/ 0 w 0"/>
                  <a:gd name="connsiteY2" fmla="*/ 729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729"/>
                    </a:moveTo>
                    <a:cubicBezTo>
                      <a:pt x="292" y="437"/>
                      <a:pt x="729" y="146"/>
                      <a:pt x="1021" y="0"/>
                    </a:cubicBezTo>
                    <a:cubicBezTo>
                      <a:pt x="729" y="146"/>
                      <a:pt x="292" y="437"/>
                      <a:pt x="0" y="729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33" name="Freeform: Shape 671">
                <a:extLst>
                  <a:ext uri="{FF2B5EF4-FFF2-40B4-BE49-F238E27FC236}">
                    <a16:creationId xmlns:a16="http://schemas.microsoft.com/office/drawing/2014/main" id="{18FFBB1B-1876-5AFF-9766-C5ACCA57F426}"/>
                  </a:ext>
                </a:extLst>
              </p:cNvPr>
              <p:cNvSpPr/>
              <p:nvPr/>
            </p:nvSpPr>
            <p:spPr>
              <a:xfrm>
                <a:off x="9120217" y="3113784"/>
                <a:ext cx="14584" cy="14584"/>
              </a:xfrm>
              <a:custGeom>
                <a:avLst/>
                <a:gdLst>
                  <a:gd name="connsiteX0" fmla="*/ 0 w 0"/>
                  <a:gd name="connsiteY0" fmla="*/ 1458 h 0"/>
                  <a:gd name="connsiteX1" fmla="*/ 2042 w 0"/>
                  <a:gd name="connsiteY1" fmla="*/ 0 h 0"/>
                  <a:gd name="connsiteX2" fmla="*/ 0 w 0"/>
                  <a:gd name="connsiteY2" fmla="*/ 1458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1458"/>
                    </a:moveTo>
                    <a:cubicBezTo>
                      <a:pt x="729" y="1021"/>
                      <a:pt x="1313" y="437"/>
                      <a:pt x="2042" y="0"/>
                    </a:cubicBezTo>
                    <a:cubicBezTo>
                      <a:pt x="1458" y="583"/>
                      <a:pt x="729" y="1021"/>
                      <a:pt x="0" y="1458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34" name="Freeform: Shape 672">
                <a:extLst>
                  <a:ext uri="{FF2B5EF4-FFF2-40B4-BE49-F238E27FC236}">
                    <a16:creationId xmlns:a16="http://schemas.microsoft.com/office/drawing/2014/main" id="{9A382AD2-D7FA-E6F8-1DAD-CF4579A63185}"/>
                  </a:ext>
                </a:extLst>
              </p:cNvPr>
              <p:cNvSpPr/>
              <p:nvPr/>
            </p:nvSpPr>
            <p:spPr>
              <a:xfrm>
                <a:off x="9146759" y="3092638"/>
                <a:ext cx="14584" cy="14584"/>
              </a:xfrm>
              <a:custGeom>
                <a:avLst/>
                <a:gdLst>
                  <a:gd name="connsiteX0" fmla="*/ 0 w 0"/>
                  <a:gd name="connsiteY0" fmla="*/ 2188 h 0"/>
                  <a:gd name="connsiteX1" fmla="*/ 2625 w 0"/>
                  <a:gd name="connsiteY1" fmla="*/ 0 h 0"/>
                  <a:gd name="connsiteX2" fmla="*/ 0 w 0"/>
                  <a:gd name="connsiteY2" fmla="*/ 2188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2188"/>
                    </a:moveTo>
                    <a:cubicBezTo>
                      <a:pt x="875" y="1458"/>
                      <a:pt x="1750" y="729"/>
                      <a:pt x="2625" y="0"/>
                    </a:cubicBezTo>
                    <a:cubicBezTo>
                      <a:pt x="1750" y="729"/>
                      <a:pt x="875" y="1458"/>
                      <a:pt x="0" y="2188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35" name="Freeform: Shape 673">
                <a:extLst>
                  <a:ext uri="{FF2B5EF4-FFF2-40B4-BE49-F238E27FC236}">
                    <a16:creationId xmlns:a16="http://schemas.microsoft.com/office/drawing/2014/main" id="{F0AFC834-48C7-BFEE-1C32-0DA58B9676D7}"/>
                  </a:ext>
                </a:extLst>
              </p:cNvPr>
              <p:cNvSpPr/>
              <p:nvPr/>
            </p:nvSpPr>
            <p:spPr>
              <a:xfrm>
                <a:off x="9141218" y="3097159"/>
                <a:ext cx="14584" cy="14584"/>
              </a:xfrm>
              <a:custGeom>
                <a:avLst/>
                <a:gdLst>
                  <a:gd name="connsiteX0" fmla="*/ 0 w 0"/>
                  <a:gd name="connsiteY0" fmla="*/ 2042 h 0"/>
                  <a:gd name="connsiteX1" fmla="*/ 2625 w 0"/>
                  <a:gd name="connsiteY1" fmla="*/ 0 h 0"/>
                  <a:gd name="connsiteX2" fmla="*/ 0 w 0"/>
                  <a:gd name="connsiteY2" fmla="*/ 204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2042"/>
                    </a:moveTo>
                    <a:cubicBezTo>
                      <a:pt x="875" y="1313"/>
                      <a:pt x="1750" y="583"/>
                      <a:pt x="2625" y="0"/>
                    </a:cubicBezTo>
                    <a:cubicBezTo>
                      <a:pt x="1750" y="729"/>
                      <a:pt x="875" y="1458"/>
                      <a:pt x="0" y="2042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36" name="Freeform: Shape 674">
                <a:extLst>
                  <a:ext uri="{FF2B5EF4-FFF2-40B4-BE49-F238E27FC236}">
                    <a16:creationId xmlns:a16="http://schemas.microsoft.com/office/drawing/2014/main" id="{728DEAEE-55C2-FA07-3BE3-F7422BDF0ED7}"/>
                  </a:ext>
                </a:extLst>
              </p:cNvPr>
              <p:cNvSpPr/>
              <p:nvPr/>
            </p:nvSpPr>
            <p:spPr>
              <a:xfrm>
                <a:off x="9130426" y="3105763"/>
                <a:ext cx="14584" cy="14584"/>
              </a:xfrm>
              <a:custGeom>
                <a:avLst/>
                <a:gdLst>
                  <a:gd name="connsiteX0" fmla="*/ 0 w 0"/>
                  <a:gd name="connsiteY0" fmla="*/ 1896 h 0"/>
                  <a:gd name="connsiteX1" fmla="*/ 2479 w 0"/>
                  <a:gd name="connsiteY1" fmla="*/ 0 h 0"/>
                  <a:gd name="connsiteX2" fmla="*/ 0 w 0"/>
                  <a:gd name="connsiteY2" fmla="*/ 1896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1896"/>
                    </a:moveTo>
                    <a:cubicBezTo>
                      <a:pt x="875" y="1312"/>
                      <a:pt x="1604" y="583"/>
                      <a:pt x="2479" y="0"/>
                    </a:cubicBezTo>
                    <a:cubicBezTo>
                      <a:pt x="1604" y="729"/>
                      <a:pt x="875" y="1312"/>
                      <a:pt x="0" y="1896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37" name="Freeform: Shape 675">
                <a:extLst>
                  <a:ext uri="{FF2B5EF4-FFF2-40B4-BE49-F238E27FC236}">
                    <a16:creationId xmlns:a16="http://schemas.microsoft.com/office/drawing/2014/main" id="{1E20036E-0C97-B552-E6EA-32F80B5502D8}"/>
                  </a:ext>
                </a:extLst>
              </p:cNvPr>
              <p:cNvSpPr/>
              <p:nvPr/>
            </p:nvSpPr>
            <p:spPr>
              <a:xfrm>
                <a:off x="9135822" y="3101534"/>
                <a:ext cx="14584" cy="14584"/>
              </a:xfrm>
              <a:custGeom>
                <a:avLst/>
                <a:gdLst>
                  <a:gd name="connsiteX0" fmla="*/ 0 w 0"/>
                  <a:gd name="connsiteY0" fmla="*/ 2042 h 0"/>
                  <a:gd name="connsiteX1" fmla="*/ 2479 w 0"/>
                  <a:gd name="connsiteY1" fmla="*/ 0 h 0"/>
                  <a:gd name="connsiteX2" fmla="*/ 0 w 0"/>
                  <a:gd name="connsiteY2" fmla="*/ 204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2042"/>
                    </a:moveTo>
                    <a:cubicBezTo>
                      <a:pt x="875" y="1458"/>
                      <a:pt x="1750" y="729"/>
                      <a:pt x="2479" y="0"/>
                    </a:cubicBezTo>
                    <a:cubicBezTo>
                      <a:pt x="1604" y="729"/>
                      <a:pt x="729" y="1312"/>
                      <a:pt x="0" y="2042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38" name="Freeform: Shape 676">
                <a:extLst>
                  <a:ext uri="{FF2B5EF4-FFF2-40B4-BE49-F238E27FC236}">
                    <a16:creationId xmlns:a16="http://schemas.microsoft.com/office/drawing/2014/main" id="{96816813-A9C4-3492-2C1F-B9F346E5C2A1}"/>
                  </a:ext>
                </a:extLst>
              </p:cNvPr>
              <p:cNvSpPr/>
              <p:nvPr/>
            </p:nvSpPr>
            <p:spPr>
              <a:xfrm>
                <a:off x="9092654" y="3131285"/>
                <a:ext cx="14584" cy="14584"/>
              </a:xfrm>
              <a:custGeom>
                <a:avLst/>
                <a:gdLst>
                  <a:gd name="connsiteX0" fmla="*/ 0 w 0"/>
                  <a:gd name="connsiteY0" fmla="*/ 292 h 0"/>
                  <a:gd name="connsiteX1" fmla="*/ 875 w 0"/>
                  <a:gd name="connsiteY1" fmla="*/ 0 h 0"/>
                  <a:gd name="connsiteX2" fmla="*/ 0 w 0"/>
                  <a:gd name="connsiteY2" fmla="*/ 29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292"/>
                    </a:moveTo>
                    <a:cubicBezTo>
                      <a:pt x="292" y="292"/>
                      <a:pt x="583" y="146"/>
                      <a:pt x="875" y="0"/>
                    </a:cubicBezTo>
                    <a:cubicBezTo>
                      <a:pt x="437" y="146"/>
                      <a:pt x="146" y="146"/>
                      <a:pt x="0" y="292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39" name="Freeform: Shape 677">
                <a:extLst>
                  <a:ext uri="{FF2B5EF4-FFF2-40B4-BE49-F238E27FC236}">
                    <a16:creationId xmlns:a16="http://schemas.microsoft.com/office/drawing/2014/main" id="{19E3C244-9105-B509-E754-E6A14E7EFEA9}"/>
                  </a:ext>
                </a:extLst>
              </p:cNvPr>
              <p:cNvSpPr/>
              <p:nvPr/>
            </p:nvSpPr>
            <p:spPr>
              <a:xfrm>
                <a:off x="9007339" y="3204787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292 w 0"/>
                  <a:gd name="connsiteY1" fmla="*/ 146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146" y="0"/>
                      <a:pt x="146" y="0"/>
                      <a:pt x="292" y="146"/>
                    </a:cubicBezTo>
                    <a:cubicBezTo>
                      <a:pt x="146" y="0"/>
                      <a:pt x="146" y="0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40" name="Freeform: Shape 678">
                <a:extLst>
                  <a:ext uri="{FF2B5EF4-FFF2-40B4-BE49-F238E27FC236}">
                    <a16:creationId xmlns:a16="http://schemas.microsoft.com/office/drawing/2014/main" id="{AB49448B-39A0-52BB-E134-1B87914ABF88}"/>
                  </a:ext>
                </a:extLst>
              </p:cNvPr>
              <p:cNvSpPr/>
              <p:nvPr/>
            </p:nvSpPr>
            <p:spPr>
              <a:xfrm>
                <a:off x="9012297" y="3206537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292 w 0"/>
                  <a:gd name="connsiteY1" fmla="*/ 146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146" y="0"/>
                      <a:pt x="146" y="0"/>
                      <a:pt x="292" y="146"/>
                    </a:cubicBezTo>
                    <a:cubicBezTo>
                      <a:pt x="146" y="0"/>
                      <a:pt x="146" y="0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41" name="Freeform: Shape 679">
                <a:extLst>
                  <a:ext uri="{FF2B5EF4-FFF2-40B4-BE49-F238E27FC236}">
                    <a16:creationId xmlns:a16="http://schemas.microsoft.com/office/drawing/2014/main" id="{CE712A9A-73C7-4A8A-772E-3066EE0F4BCF}"/>
                  </a:ext>
                </a:extLst>
              </p:cNvPr>
              <p:cNvSpPr/>
              <p:nvPr/>
            </p:nvSpPr>
            <p:spPr>
              <a:xfrm>
                <a:off x="9016964" y="3208141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875 w 0"/>
                  <a:gd name="connsiteY1" fmla="*/ 292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292" y="146"/>
                      <a:pt x="583" y="146"/>
                      <a:pt x="875" y="292"/>
                    </a:cubicBezTo>
                    <a:cubicBezTo>
                      <a:pt x="583" y="146"/>
                      <a:pt x="292" y="0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42" name="Freeform: Shape 680">
                <a:extLst>
                  <a:ext uri="{FF2B5EF4-FFF2-40B4-BE49-F238E27FC236}">
                    <a16:creationId xmlns:a16="http://schemas.microsoft.com/office/drawing/2014/main" id="{86DB80E8-C79E-AB73-1614-C93C66AA638B}"/>
                  </a:ext>
                </a:extLst>
              </p:cNvPr>
              <p:cNvSpPr/>
              <p:nvPr/>
            </p:nvSpPr>
            <p:spPr>
              <a:xfrm>
                <a:off x="9095133" y="3130264"/>
                <a:ext cx="14584" cy="14584"/>
              </a:xfrm>
              <a:custGeom>
                <a:avLst/>
                <a:gdLst>
                  <a:gd name="connsiteX0" fmla="*/ 0 w 0"/>
                  <a:gd name="connsiteY0" fmla="*/ 437 h 0"/>
                  <a:gd name="connsiteX1" fmla="*/ 1167 w 0"/>
                  <a:gd name="connsiteY1" fmla="*/ 0 h 0"/>
                  <a:gd name="connsiteX2" fmla="*/ 0 w 0"/>
                  <a:gd name="connsiteY2" fmla="*/ 437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437"/>
                    </a:moveTo>
                    <a:cubicBezTo>
                      <a:pt x="292" y="292"/>
                      <a:pt x="729" y="146"/>
                      <a:pt x="1167" y="0"/>
                    </a:cubicBezTo>
                    <a:cubicBezTo>
                      <a:pt x="729" y="146"/>
                      <a:pt x="437" y="292"/>
                      <a:pt x="0" y="437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43" name="Freeform: Shape 681">
                <a:extLst>
                  <a:ext uri="{FF2B5EF4-FFF2-40B4-BE49-F238E27FC236}">
                    <a16:creationId xmlns:a16="http://schemas.microsoft.com/office/drawing/2014/main" id="{10658F2F-FEFA-0521-6DBD-C4838699A805}"/>
                  </a:ext>
                </a:extLst>
              </p:cNvPr>
              <p:cNvSpPr/>
              <p:nvPr/>
            </p:nvSpPr>
            <p:spPr>
              <a:xfrm>
                <a:off x="9105342" y="3124430"/>
                <a:ext cx="14584" cy="14584"/>
              </a:xfrm>
              <a:custGeom>
                <a:avLst/>
                <a:gdLst>
                  <a:gd name="connsiteX0" fmla="*/ 0 w 0"/>
                  <a:gd name="connsiteY0" fmla="*/ 875 h 0"/>
                  <a:gd name="connsiteX1" fmla="*/ 1458 w 0"/>
                  <a:gd name="connsiteY1" fmla="*/ 0 h 0"/>
                  <a:gd name="connsiteX2" fmla="*/ 0 w 0"/>
                  <a:gd name="connsiteY2" fmla="*/ 875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875"/>
                    </a:moveTo>
                    <a:cubicBezTo>
                      <a:pt x="437" y="583"/>
                      <a:pt x="1021" y="292"/>
                      <a:pt x="1458" y="0"/>
                    </a:cubicBezTo>
                    <a:cubicBezTo>
                      <a:pt x="1021" y="292"/>
                      <a:pt x="583" y="583"/>
                      <a:pt x="0" y="875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44" name="Freeform: Shape 682">
                <a:extLst>
                  <a:ext uri="{FF2B5EF4-FFF2-40B4-BE49-F238E27FC236}">
                    <a16:creationId xmlns:a16="http://schemas.microsoft.com/office/drawing/2014/main" id="{7FCBDEF4-0864-F8F4-1CDF-7A84647F6FD4}"/>
                  </a:ext>
                </a:extLst>
              </p:cNvPr>
              <p:cNvSpPr/>
              <p:nvPr/>
            </p:nvSpPr>
            <p:spPr>
              <a:xfrm>
                <a:off x="9101550" y="3126764"/>
                <a:ext cx="14584" cy="14584"/>
              </a:xfrm>
              <a:custGeom>
                <a:avLst/>
                <a:gdLst>
                  <a:gd name="connsiteX0" fmla="*/ 0 w 0"/>
                  <a:gd name="connsiteY0" fmla="*/ 875 h 0"/>
                  <a:gd name="connsiteX1" fmla="*/ 1458 w 0"/>
                  <a:gd name="connsiteY1" fmla="*/ 0 h 0"/>
                  <a:gd name="connsiteX2" fmla="*/ 0 w 0"/>
                  <a:gd name="connsiteY2" fmla="*/ 875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875"/>
                    </a:moveTo>
                    <a:cubicBezTo>
                      <a:pt x="437" y="583"/>
                      <a:pt x="1021" y="292"/>
                      <a:pt x="1458" y="0"/>
                    </a:cubicBezTo>
                    <a:cubicBezTo>
                      <a:pt x="1021" y="292"/>
                      <a:pt x="437" y="583"/>
                      <a:pt x="0" y="875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45" name="Freeform: Shape 683">
                <a:extLst>
                  <a:ext uri="{FF2B5EF4-FFF2-40B4-BE49-F238E27FC236}">
                    <a16:creationId xmlns:a16="http://schemas.microsoft.com/office/drawing/2014/main" id="{CA5998CC-3F33-4896-1F5D-3831312969CB}"/>
                  </a:ext>
                </a:extLst>
              </p:cNvPr>
              <p:cNvSpPr/>
              <p:nvPr/>
            </p:nvSpPr>
            <p:spPr>
              <a:xfrm>
                <a:off x="9098195" y="3128660"/>
                <a:ext cx="14584" cy="14584"/>
              </a:xfrm>
              <a:custGeom>
                <a:avLst/>
                <a:gdLst>
                  <a:gd name="connsiteX0" fmla="*/ 0 w 0"/>
                  <a:gd name="connsiteY0" fmla="*/ 729 h 0"/>
                  <a:gd name="connsiteX1" fmla="*/ 1312 w 0"/>
                  <a:gd name="connsiteY1" fmla="*/ 0 h 0"/>
                  <a:gd name="connsiteX2" fmla="*/ 0 w 0"/>
                  <a:gd name="connsiteY2" fmla="*/ 729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729"/>
                    </a:moveTo>
                    <a:cubicBezTo>
                      <a:pt x="437" y="583"/>
                      <a:pt x="875" y="292"/>
                      <a:pt x="1312" y="0"/>
                    </a:cubicBezTo>
                    <a:cubicBezTo>
                      <a:pt x="875" y="292"/>
                      <a:pt x="437" y="583"/>
                      <a:pt x="0" y="729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146" name="Graphic 1">
                <a:extLst>
                  <a:ext uri="{FF2B5EF4-FFF2-40B4-BE49-F238E27FC236}">
                    <a16:creationId xmlns:a16="http://schemas.microsoft.com/office/drawing/2014/main" id="{8D81C053-6D9A-91DE-BD7A-015892A75A9D}"/>
                  </a:ext>
                </a:extLst>
              </p:cNvPr>
              <p:cNvGrpSpPr/>
              <p:nvPr/>
            </p:nvGrpSpPr>
            <p:grpSpPr>
              <a:xfrm>
                <a:off x="8128811" y="3017969"/>
                <a:ext cx="1168599" cy="1283373"/>
                <a:chOff x="8128811" y="3017969"/>
                <a:chExt cx="1168599" cy="1283373"/>
              </a:xfrm>
              <a:grpFill/>
            </p:grpSpPr>
            <p:sp>
              <p:nvSpPr>
                <p:cNvPr id="207" name="Freeform: Shape 685">
                  <a:extLst>
                    <a:ext uri="{FF2B5EF4-FFF2-40B4-BE49-F238E27FC236}">
                      <a16:creationId xmlns:a16="http://schemas.microsoft.com/office/drawing/2014/main" id="{49001DAF-F337-A6D1-2ECB-D51145246576}"/>
                    </a:ext>
                  </a:extLst>
                </p:cNvPr>
                <p:cNvSpPr/>
                <p:nvPr/>
              </p:nvSpPr>
              <p:spPr>
                <a:xfrm>
                  <a:off x="9274513" y="3725574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167 w 0"/>
                    <a:gd name="connsiteY1" fmla="*/ 1750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292" y="583"/>
                        <a:pt x="583" y="1167"/>
                        <a:pt x="1167" y="1750"/>
                      </a:cubicBezTo>
                      <a:cubicBezTo>
                        <a:pt x="729" y="1167"/>
                        <a:pt x="292" y="583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08" name="Freeform: Shape 686">
                  <a:extLst>
                    <a:ext uri="{FF2B5EF4-FFF2-40B4-BE49-F238E27FC236}">
                      <a16:creationId xmlns:a16="http://schemas.microsoft.com/office/drawing/2014/main" id="{DA5D589D-2B82-74F0-6E88-A5506E34768A}"/>
                    </a:ext>
                  </a:extLst>
                </p:cNvPr>
                <p:cNvSpPr/>
                <p:nvPr/>
              </p:nvSpPr>
              <p:spPr>
                <a:xfrm>
                  <a:off x="9275680" y="3727178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1896 w 0"/>
                    <a:gd name="connsiteY1" fmla="*/ 1750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583" y="583"/>
                        <a:pt x="1167" y="1167"/>
                        <a:pt x="1896" y="1750"/>
                      </a:cubicBezTo>
                      <a:cubicBezTo>
                        <a:pt x="1167" y="1167"/>
                        <a:pt x="583" y="583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09" name="Freeform: Shape 687">
                  <a:extLst>
                    <a:ext uri="{FF2B5EF4-FFF2-40B4-BE49-F238E27FC236}">
                      <a16:creationId xmlns:a16="http://schemas.microsoft.com/office/drawing/2014/main" id="{A4905C64-0A95-8B93-AE97-99EB2A0BC4C7}"/>
                    </a:ext>
                  </a:extLst>
                </p:cNvPr>
                <p:cNvSpPr/>
                <p:nvPr/>
              </p:nvSpPr>
              <p:spPr>
                <a:xfrm>
                  <a:off x="9274222" y="3722074"/>
                  <a:ext cx="14584" cy="14584"/>
                </a:xfrm>
                <a:custGeom>
                  <a:avLst/>
                  <a:gdLst>
                    <a:gd name="connsiteX0" fmla="*/ 146 w 0"/>
                    <a:gd name="connsiteY0" fmla="*/ 0 h 0"/>
                    <a:gd name="connsiteX1" fmla="*/ 0 w 0"/>
                    <a:gd name="connsiteY1" fmla="*/ 1021 h 0"/>
                    <a:gd name="connsiteX2" fmla="*/ 146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46" y="0"/>
                      </a:moveTo>
                      <a:cubicBezTo>
                        <a:pt x="0" y="292"/>
                        <a:pt x="0" y="729"/>
                        <a:pt x="0" y="1021"/>
                      </a:cubicBezTo>
                      <a:cubicBezTo>
                        <a:pt x="0" y="729"/>
                        <a:pt x="0" y="292"/>
                        <a:pt x="146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10" name="Freeform: Shape 688">
                  <a:extLst>
                    <a:ext uri="{FF2B5EF4-FFF2-40B4-BE49-F238E27FC236}">
                      <a16:creationId xmlns:a16="http://schemas.microsoft.com/office/drawing/2014/main" id="{E307742F-45EE-E44B-B073-0AEB330A57B3}"/>
                    </a:ext>
                  </a:extLst>
                </p:cNvPr>
                <p:cNvSpPr/>
                <p:nvPr/>
              </p:nvSpPr>
              <p:spPr>
                <a:xfrm>
                  <a:off x="9275680" y="3718574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021 h 0"/>
                    <a:gd name="connsiteX1" fmla="*/ 875 w 0"/>
                    <a:gd name="connsiteY1" fmla="*/ 0 h 0"/>
                    <a:gd name="connsiteX2" fmla="*/ 0 w 0"/>
                    <a:gd name="connsiteY2" fmla="*/ 1021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021"/>
                      </a:moveTo>
                      <a:cubicBezTo>
                        <a:pt x="292" y="729"/>
                        <a:pt x="583" y="292"/>
                        <a:pt x="875" y="0"/>
                      </a:cubicBezTo>
                      <a:cubicBezTo>
                        <a:pt x="437" y="437"/>
                        <a:pt x="146" y="729"/>
                        <a:pt x="0" y="102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11" name="Freeform: Shape 689">
                  <a:extLst>
                    <a:ext uri="{FF2B5EF4-FFF2-40B4-BE49-F238E27FC236}">
                      <a16:creationId xmlns:a16="http://schemas.microsoft.com/office/drawing/2014/main" id="{3B83CA12-15A1-8B79-BFE0-3EACAE8C2145}"/>
                    </a:ext>
                  </a:extLst>
                </p:cNvPr>
                <p:cNvSpPr/>
                <p:nvPr/>
              </p:nvSpPr>
              <p:spPr>
                <a:xfrm>
                  <a:off x="9274513" y="3720324"/>
                  <a:ext cx="14584" cy="14584"/>
                </a:xfrm>
                <a:custGeom>
                  <a:avLst/>
                  <a:gdLst>
                    <a:gd name="connsiteX0" fmla="*/ 583 w 0"/>
                    <a:gd name="connsiteY0" fmla="*/ 0 h 0"/>
                    <a:gd name="connsiteX1" fmla="*/ 0 w 0"/>
                    <a:gd name="connsiteY1" fmla="*/ 1021 h 0"/>
                    <a:gd name="connsiteX2" fmla="*/ 583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583" y="0"/>
                      </a:moveTo>
                      <a:cubicBezTo>
                        <a:pt x="437" y="292"/>
                        <a:pt x="146" y="729"/>
                        <a:pt x="0" y="1021"/>
                      </a:cubicBezTo>
                      <a:cubicBezTo>
                        <a:pt x="292" y="729"/>
                        <a:pt x="437" y="437"/>
                        <a:pt x="583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12" name="Freeform: Shape 690">
                  <a:extLst>
                    <a:ext uri="{FF2B5EF4-FFF2-40B4-BE49-F238E27FC236}">
                      <a16:creationId xmlns:a16="http://schemas.microsoft.com/office/drawing/2014/main" id="{8926ED6D-379F-1B2F-E929-74B326DE678C}"/>
                    </a:ext>
                  </a:extLst>
                </p:cNvPr>
                <p:cNvSpPr/>
                <p:nvPr/>
              </p:nvSpPr>
              <p:spPr>
                <a:xfrm>
                  <a:off x="9274076" y="3723824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1167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0" y="437"/>
                        <a:pt x="146" y="729"/>
                        <a:pt x="292" y="1167"/>
                      </a:cubicBezTo>
                      <a:cubicBezTo>
                        <a:pt x="146" y="729"/>
                        <a:pt x="0" y="437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13" name="Freeform: Shape 691">
                  <a:extLst>
                    <a:ext uri="{FF2B5EF4-FFF2-40B4-BE49-F238E27FC236}">
                      <a16:creationId xmlns:a16="http://schemas.microsoft.com/office/drawing/2014/main" id="{84D022DC-3136-7441-9F96-684B3F5FB86A}"/>
                    </a:ext>
                  </a:extLst>
                </p:cNvPr>
                <p:cNvSpPr/>
                <p:nvPr/>
              </p:nvSpPr>
              <p:spPr>
                <a:xfrm>
                  <a:off x="9278159" y="3729512"/>
                  <a:ext cx="14584" cy="14584"/>
                </a:xfrm>
                <a:custGeom>
                  <a:avLst/>
                  <a:gdLst>
                    <a:gd name="connsiteX0" fmla="*/ 1896 w 0"/>
                    <a:gd name="connsiteY0" fmla="*/ 1750 h 0"/>
                    <a:gd name="connsiteX1" fmla="*/ 0 w 0"/>
                    <a:gd name="connsiteY1" fmla="*/ 0 h 0"/>
                    <a:gd name="connsiteX2" fmla="*/ 1896 w 0"/>
                    <a:gd name="connsiteY2" fmla="*/ 175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896" y="1750"/>
                      </a:moveTo>
                      <a:cubicBezTo>
                        <a:pt x="1167" y="1167"/>
                        <a:pt x="583" y="583"/>
                        <a:pt x="0" y="0"/>
                      </a:cubicBezTo>
                      <a:cubicBezTo>
                        <a:pt x="583" y="437"/>
                        <a:pt x="1167" y="1021"/>
                        <a:pt x="1896" y="175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14" name="Freeform: Shape 692">
                  <a:extLst>
                    <a:ext uri="{FF2B5EF4-FFF2-40B4-BE49-F238E27FC236}">
                      <a16:creationId xmlns:a16="http://schemas.microsoft.com/office/drawing/2014/main" id="{DA58EC54-046F-35B6-279D-598D496D38FC}"/>
                    </a:ext>
                  </a:extLst>
                </p:cNvPr>
                <p:cNvSpPr/>
                <p:nvPr/>
              </p:nvSpPr>
              <p:spPr>
                <a:xfrm>
                  <a:off x="9282826" y="373374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3208 w 0"/>
                    <a:gd name="connsiteY1" fmla="*/ 2771 h 0"/>
                    <a:gd name="connsiteX2" fmla="*/ 3208 w 0"/>
                    <a:gd name="connsiteY2" fmla="*/ 2771 h 0"/>
                    <a:gd name="connsiteX3" fmla="*/ 0 w 0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021" y="875"/>
                        <a:pt x="2042" y="1750"/>
                        <a:pt x="3208" y="2771"/>
                      </a:cubicBezTo>
                      <a:lnTo>
                        <a:pt x="3208" y="2771"/>
                      </a:lnTo>
                      <a:cubicBezTo>
                        <a:pt x="2042" y="1750"/>
                        <a:pt x="1021" y="875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15" name="Freeform: Shape 693">
                  <a:extLst>
                    <a:ext uri="{FF2B5EF4-FFF2-40B4-BE49-F238E27FC236}">
                      <a16:creationId xmlns:a16="http://schemas.microsoft.com/office/drawing/2014/main" id="{9D630921-C490-60D6-8CCA-726A7669FDAF}"/>
                    </a:ext>
                  </a:extLst>
                </p:cNvPr>
                <p:cNvSpPr/>
                <p:nvPr/>
              </p:nvSpPr>
              <p:spPr>
                <a:xfrm>
                  <a:off x="9280201" y="3731407"/>
                  <a:ext cx="14584" cy="14584"/>
                </a:xfrm>
                <a:custGeom>
                  <a:avLst/>
                  <a:gdLst>
                    <a:gd name="connsiteX0" fmla="*/ 2625 w 0"/>
                    <a:gd name="connsiteY0" fmla="*/ 2333 h 0"/>
                    <a:gd name="connsiteX1" fmla="*/ 0 w 0"/>
                    <a:gd name="connsiteY1" fmla="*/ 0 h 0"/>
                    <a:gd name="connsiteX2" fmla="*/ 2625 w 0"/>
                    <a:gd name="connsiteY2" fmla="*/ 2333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2625" y="2333"/>
                      </a:moveTo>
                      <a:cubicBezTo>
                        <a:pt x="1750" y="1604"/>
                        <a:pt x="875" y="729"/>
                        <a:pt x="0" y="0"/>
                      </a:cubicBezTo>
                      <a:cubicBezTo>
                        <a:pt x="875" y="729"/>
                        <a:pt x="1750" y="1458"/>
                        <a:pt x="2625" y="2333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16" name="Freeform: Shape 694">
                  <a:extLst>
                    <a:ext uri="{FF2B5EF4-FFF2-40B4-BE49-F238E27FC236}">
                      <a16:creationId xmlns:a16="http://schemas.microsoft.com/office/drawing/2014/main" id="{8B9C5F70-2A47-A60F-A090-CCCC8620F642}"/>
                    </a:ext>
                  </a:extLst>
                </p:cNvPr>
                <p:cNvSpPr/>
                <p:nvPr/>
              </p:nvSpPr>
              <p:spPr>
                <a:xfrm>
                  <a:off x="8128811" y="3017969"/>
                  <a:ext cx="991698" cy="1283373"/>
                </a:xfrm>
                <a:custGeom>
                  <a:avLst/>
                  <a:gdLst>
                    <a:gd name="connsiteX0" fmla="*/ 868902 w 991697"/>
                    <a:gd name="connsiteY0" fmla="*/ 1005260 h 1283373"/>
                    <a:gd name="connsiteX1" fmla="*/ 829526 w 991697"/>
                    <a:gd name="connsiteY1" fmla="*/ 989510 h 1283373"/>
                    <a:gd name="connsiteX2" fmla="*/ 812463 w 991697"/>
                    <a:gd name="connsiteY2" fmla="*/ 956696 h 1283373"/>
                    <a:gd name="connsiteX3" fmla="*/ 782274 w 991697"/>
                    <a:gd name="connsiteY3" fmla="*/ 944884 h 1283373"/>
                    <a:gd name="connsiteX4" fmla="*/ 749461 w 991697"/>
                    <a:gd name="connsiteY4" fmla="*/ 935696 h 1283373"/>
                    <a:gd name="connsiteX5" fmla="*/ 725835 w 991697"/>
                    <a:gd name="connsiteY5" fmla="*/ 885819 h 1283373"/>
                    <a:gd name="connsiteX6" fmla="*/ 729773 w 991697"/>
                    <a:gd name="connsiteY6" fmla="*/ 868756 h 1283373"/>
                    <a:gd name="connsiteX7" fmla="*/ 717960 w 991697"/>
                    <a:gd name="connsiteY7" fmla="*/ 843818 h 1283373"/>
                    <a:gd name="connsiteX8" fmla="*/ 703522 w 991697"/>
                    <a:gd name="connsiteY8" fmla="*/ 829380 h 1283373"/>
                    <a:gd name="connsiteX9" fmla="*/ 681209 w 991697"/>
                    <a:gd name="connsiteY9" fmla="*/ 804442 h 1283373"/>
                    <a:gd name="connsiteX10" fmla="*/ 686459 w 991697"/>
                    <a:gd name="connsiteY10" fmla="*/ 786066 h 1283373"/>
                    <a:gd name="connsiteX11" fmla="*/ 696959 w 991697"/>
                    <a:gd name="connsiteY11" fmla="*/ 791316 h 1283373"/>
                    <a:gd name="connsiteX12" fmla="*/ 711397 w 991697"/>
                    <a:gd name="connsiteY12" fmla="*/ 800504 h 1283373"/>
                    <a:gd name="connsiteX13" fmla="*/ 719273 w 991697"/>
                    <a:gd name="connsiteY13" fmla="*/ 782129 h 1283373"/>
                    <a:gd name="connsiteX14" fmla="*/ 731085 w 991697"/>
                    <a:gd name="connsiteY14" fmla="*/ 766378 h 1283373"/>
                    <a:gd name="connsiteX15" fmla="*/ 771774 w 991697"/>
                    <a:gd name="connsiteY15" fmla="*/ 766378 h 1283373"/>
                    <a:gd name="connsiteX16" fmla="*/ 774399 w 991697"/>
                    <a:gd name="connsiteY16" fmla="*/ 750628 h 1283373"/>
                    <a:gd name="connsiteX17" fmla="*/ 795400 w 991697"/>
                    <a:gd name="connsiteY17" fmla="*/ 745377 h 1283373"/>
                    <a:gd name="connsiteX18" fmla="*/ 812463 w 991697"/>
                    <a:gd name="connsiteY18" fmla="*/ 733564 h 1283373"/>
                    <a:gd name="connsiteX19" fmla="*/ 821651 w 991697"/>
                    <a:gd name="connsiteY19" fmla="*/ 723064 h 1283373"/>
                    <a:gd name="connsiteX20" fmla="*/ 840172 w 991697"/>
                    <a:gd name="connsiteY20" fmla="*/ 723064 h 1283373"/>
                    <a:gd name="connsiteX21" fmla="*/ 858547 w 991697"/>
                    <a:gd name="connsiteY21" fmla="*/ 709939 h 1283373"/>
                    <a:gd name="connsiteX22" fmla="*/ 866423 w 991697"/>
                    <a:gd name="connsiteY22" fmla="*/ 694188 h 1283373"/>
                    <a:gd name="connsiteX23" fmla="*/ 886111 w 991697"/>
                    <a:gd name="connsiteY23" fmla="*/ 690251 h 1283373"/>
                    <a:gd name="connsiteX24" fmla="*/ 914987 w 991697"/>
                    <a:gd name="connsiteY24" fmla="*/ 669250 h 1283373"/>
                    <a:gd name="connsiteX25" fmla="*/ 916299 w 991697"/>
                    <a:gd name="connsiteY25" fmla="*/ 660062 h 1283373"/>
                    <a:gd name="connsiteX26" fmla="*/ 914987 w 991697"/>
                    <a:gd name="connsiteY26" fmla="*/ 649562 h 1283373"/>
                    <a:gd name="connsiteX27" fmla="*/ 954363 w 991697"/>
                    <a:gd name="connsiteY27" fmla="*/ 642999 h 1283373"/>
                    <a:gd name="connsiteX28" fmla="*/ 954363 w 991697"/>
                    <a:gd name="connsiteY28" fmla="*/ 653499 h 1283373"/>
                    <a:gd name="connsiteX29" fmla="*/ 956988 w 991697"/>
                    <a:gd name="connsiteY29" fmla="*/ 667937 h 1283373"/>
                    <a:gd name="connsiteX30" fmla="*/ 977989 w 991697"/>
                    <a:gd name="connsiteY30" fmla="*/ 662687 h 1283373"/>
                    <a:gd name="connsiteX31" fmla="*/ 986010 w 991697"/>
                    <a:gd name="connsiteY31" fmla="*/ 653354 h 1283373"/>
                    <a:gd name="connsiteX32" fmla="*/ 1000448 w 991697"/>
                    <a:gd name="connsiteY32" fmla="*/ 562497 h 1283373"/>
                    <a:gd name="connsiteX33" fmla="*/ 988052 w 991697"/>
                    <a:gd name="connsiteY33" fmla="*/ 548059 h 1283373"/>
                    <a:gd name="connsiteX34" fmla="*/ 959176 w 991697"/>
                    <a:gd name="connsiteY34" fmla="*/ 517141 h 1283373"/>
                    <a:gd name="connsiteX35" fmla="*/ 955092 w 991697"/>
                    <a:gd name="connsiteY35" fmla="*/ 471640 h 1283373"/>
                    <a:gd name="connsiteX36" fmla="*/ 946779 w 991697"/>
                    <a:gd name="connsiteY36" fmla="*/ 432409 h 1283373"/>
                    <a:gd name="connsiteX37" fmla="*/ 936425 w 991697"/>
                    <a:gd name="connsiteY37" fmla="*/ 370428 h 1283373"/>
                    <a:gd name="connsiteX38" fmla="*/ 907549 w 991697"/>
                    <a:gd name="connsiteY38" fmla="*/ 353949 h 1283373"/>
                    <a:gd name="connsiteX39" fmla="*/ 872402 w 991697"/>
                    <a:gd name="connsiteY39" fmla="*/ 331198 h 1283373"/>
                    <a:gd name="connsiteX40" fmla="*/ 872402 w 991697"/>
                    <a:gd name="connsiteY40" fmla="*/ 310489 h 1283373"/>
                    <a:gd name="connsiteX41" fmla="*/ 899236 w 991697"/>
                    <a:gd name="connsiteY41" fmla="*/ 281613 h 1283373"/>
                    <a:gd name="connsiteX42" fmla="*/ 901278 w 991697"/>
                    <a:gd name="connsiteY42" fmla="*/ 254779 h 1283373"/>
                    <a:gd name="connsiteX43" fmla="*/ 876486 w 991697"/>
                    <a:gd name="connsiteY43" fmla="*/ 215548 h 1283373"/>
                    <a:gd name="connsiteX44" fmla="*/ 873569 w 991697"/>
                    <a:gd name="connsiteY44" fmla="*/ 184922 h 1283373"/>
                    <a:gd name="connsiteX45" fmla="*/ 854027 w 991697"/>
                    <a:gd name="connsiteY45" fmla="*/ 177922 h 1283373"/>
                    <a:gd name="connsiteX46" fmla="*/ 831130 w 991697"/>
                    <a:gd name="connsiteY46" fmla="*/ 157359 h 1283373"/>
                    <a:gd name="connsiteX47" fmla="*/ 812754 w 991697"/>
                    <a:gd name="connsiteY47" fmla="*/ 129796 h 1283373"/>
                    <a:gd name="connsiteX48" fmla="*/ 773816 w 991697"/>
                    <a:gd name="connsiteY48" fmla="*/ 111420 h 1283373"/>
                    <a:gd name="connsiteX49" fmla="*/ 714168 w 991697"/>
                    <a:gd name="connsiteY49" fmla="*/ 99899 h 1283373"/>
                    <a:gd name="connsiteX50" fmla="*/ 695793 w 991697"/>
                    <a:gd name="connsiteY50" fmla="*/ 72335 h 1283373"/>
                    <a:gd name="connsiteX51" fmla="*/ 695793 w 991697"/>
                    <a:gd name="connsiteY51" fmla="*/ 63148 h 1283373"/>
                    <a:gd name="connsiteX52" fmla="*/ 679750 w 991697"/>
                    <a:gd name="connsiteY52" fmla="*/ 74669 h 1283373"/>
                    <a:gd name="connsiteX53" fmla="*/ 652187 w 991697"/>
                    <a:gd name="connsiteY53" fmla="*/ 111274 h 1283373"/>
                    <a:gd name="connsiteX54" fmla="*/ 606394 w 991697"/>
                    <a:gd name="connsiteY54" fmla="*/ 118129 h 1283373"/>
                    <a:gd name="connsiteX55" fmla="*/ 592685 w 991697"/>
                    <a:gd name="connsiteY55" fmla="*/ 141025 h 1283373"/>
                    <a:gd name="connsiteX56" fmla="*/ 569789 w 991697"/>
                    <a:gd name="connsiteY56" fmla="*/ 166255 h 1283373"/>
                    <a:gd name="connsiteX57" fmla="*/ 535371 w 991697"/>
                    <a:gd name="connsiteY57" fmla="*/ 163922 h 1283373"/>
                    <a:gd name="connsiteX58" fmla="*/ 507808 w 991697"/>
                    <a:gd name="connsiteY58" fmla="*/ 147880 h 1283373"/>
                    <a:gd name="connsiteX59" fmla="*/ 514662 w 991697"/>
                    <a:gd name="connsiteY59" fmla="*/ 122650 h 1283373"/>
                    <a:gd name="connsiteX60" fmla="*/ 519183 w 991697"/>
                    <a:gd name="connsiteY60" fmla="*/ 95086 h 1283373"/>
                    <a:gd name="connsiteX61" fmla="*/ 519183 w 991697"/>
                    <a:gd name="connsiteY61" fmla="*/ 76711 h 1283373"/>
                    <a:gd name="connsiteX62" fmla="*/ 496286 w 991697"/>
                    <a:gd name="connsiteY62" fmla="*/ 81232 h 1283373"/>
                    <a:gd name="connsiteX63" fmla="*/ 475723 w 991697"/>
                    <a:gd name="connsiteY63" fmla="*/ 83565 h 1283373"/>
                    <a:gd name="connsiteX64" fmla="*/ 450493 w 991697"/>
                    <a:gd name="connsiteY64" fmla="*/ 83565 h 1283373"/>
                    <a:gd name="connsiteX65" fmla="*/ 425263 w 991697"/>
                    <a:gd name="connsiteY65" fmla="*/ 83565 h 1283373"/>
                    <a:gd name="connsiteX66" fmla="*/ 416075 w 991697"/>
                    <a:gd name="connsiteY66" fmla="*/ 74377 h 1283373"/>
                    <a:gd name="connsiteX67" fmla="*/ 413742 w 991697"/>
                    <a:gd name="connsiteY67" fmla="*/ 35438 h 1283373"/>
                    <a:gd name="connsiteX68" fmla="*/ 390116 w 991697"/>
                    <a:gd name="connsiteY68" fmla="*/ 21730 h 1283373"/>
                    <a:gd name="connsiteX69" fmla="*/ 372470 w 991697"/>
                    <a:gd name="connsiteY69" fmla="*/ 21730 h 1283373"/>
                    <a:gd name="connsiteX70" fmla="*/ 309905 w 991697"/>
                    <a:gd name="connsiteY70" fmla="*/ 9479 h 1283373"/>
                    <a:gd name="connsiteX71" fmla="*/ 274321 w 991697"/>
                    <a:gd name="connsiteY71" fmla="*/ 0 h 1283373"/>
                    <a:gd name="connsiteX72" fmla="*/ 274029 w 991697"/>
                    <a:gd name="connsiteY72" fmla="*/ 10354 h 1283373"/>
                    <a:gd name="connsiteX73" fmla="*/ 308447 w 991697"/>
                    <a:gd name="connsiteY73" fmla="*/ 67669 h 1283373"/>
                    <a:gd name="connsiteX74" fmla="*/ 317635 w 991697"/>
                    <a:gd name="connsiteY74" fmla="*/ 81378 h 1283373"/>
                    <a:gd name="connsiteX75" fmla="*/ 292405 w 991697"/>
                    <a:gd name="connsiteY75" fmla="*/ 101941 h 1283373"/>
                    <a:gd name="connsiteX76" fmla="*/ 310780 w 991697"/>
                    <a:gd name="connsiteY76" fmla="*/ 113462 h 1283373"/>
                    <a:gd name="connsiteX77" fmla="*/ 319968 w 991697"/>
                    <a:gd name="connsiteY77" fmla="*/ 127171 h 1283373"/>
                    <a:gd name="connsiteX78" fmla="*/ 315447 w 991697"/>
                    <a:gd name="connsiteY78" fmla="*/ 138692 h 1283373"/>
                    <a:gd name="connsiteX79" fmla="*/ 306260 w 991697"/>
                    <a:gd name="connsiteY79" fmla="*/ 143213 h 1283373"/>
                    <a:gd name="connsiteX80" fmla="*/ 315447 w 991697"/>
                    <a:gd name="connsiteY80" fmla="*/ 152401 h 1283373"/>
                    <a:gd name="connsiteX81" fmla="*/ 333823 w 991697"/>
                    <a:gd name="connsiteY81" fmla="*/ 159255 h 1283373"/>
                    <a:gd name="connsiteX82" fmla="*/ 354386 w 991697"/>
                    <a:gd name="connsiteY82" fmla="*/ 168443 h 1283373"/>
                    <a:gd name="connsiteX83" fmla="*/ 377283 w 991697"/>
                    <a:gd name="connsiteY83" fmla="*/ 182151 h 1283373"/>
                    <a:gd name="connsiteX84" fmla="*/ 397846 w 991697"/>
                    <a:gd name="connsiteY84" fmla="*/ 223423 h 1283373"/>
                    <a:gd name="connsiteX85" fmla="*/ 381804 w 991697"/>
                    <a:gd name="connsiteY85" fmla="*/ 223423 h 1283373"/>
                    <a:gd name="connsiteX86" fmla="*/ 361240 w 991697"/>
                    <a:gd name="connsiteY86" fmla="*/ 223423 h 1283373"/>
                    <a:gd name="connsiteX87" fmla="*/ 349719 w 991697"/>
                    <a:gd name="connsiteY87" fmla="*/ 209715 h 1283373"/>
                    <a:gd name="connsiteX88" fmla="*/ 322156 w 991697"/>
                    <a:gd name="connsiteY88" fmla="*/ 198194 h 1283373"/>
                    <a:gd name="connsiteX89" fmla="*/ 312968 w 991697"/>
                    <a:gd name="connsiteY89" fmla="*/ 193673 h 1283373"/>
                    <a:gd name="connsiteX90" fmla="*/ 287738 w 991697"/>
                    <a:gd name="connsiteY90" fmla="*/ 193673 h 1283373"/>
                    <a:gd name="connsiteX91" fmla="*/ 285405 w 991697"/>
                    <a:gd name="connsiteY91" fmla="*/ 205194 h 1283373"/>
                    <a:gd name="connsiteX92" fmla="*/ 271696 w 991697"/>
                    <a:gd name="connsiteY92" fmla="*/ 239612 h 1283373"/>
                    <a:gd name="connsiteX93" fmla="*/ 244133 w 991697"/>
                    <a:gd name="connsiteY93" fmla="*/ 239612 h 1283373"/>
                    <a:gd name="connsiteX94" fmla="*/ 221236 w 991697"/>
                    <a:gd name="connsiteY94" fmla="*/ 262508 h 1283373"/>
                    <a:gd name="connsiteX95" fmla="*/ 216715 w 991697"/>
                    <a:gd name="connsiteY95" fmla="*/ 223569 h 1283373"/>
                    <a:gd name="connsiteX96" fmla="*/ 182297 w 991697"/>
                    <a:gd name="connsiteY96" fmla="*/ 216715 h 1283373"/>
                    <a:gd name="connsiteX97" fmla="*/ 145692 w 991697"/>
                    <a:gd name="connsiteY97" fmla="*/ 223569 h 1283373"/>
                    <a:gd name="connsiteX98" fmla="*/ 131983 w 991697"/>
                    <a:gd name="connsiteY98" fmla="*/ 241945 h 1283373"/>
                    <a:gd name="connsiteX99" fmla="*/ 131983 w 991697"/>
                    <a:gd name="connsiteY99" fmla="*/ 260320 h 1283373"/>
                    <a:gd name="connsiteX100" fmla="*/ 159547 w 991697"/>
                    <a:gd name="connsiteY100" fmla="*/ 280884 h 1283373"/>
                    <a:gd name="connsiteX101" fmla="*/ 129212 w 991697"/>
                    <a:gd name="connsiteY101" fmla="*/ 296926 h 1283373"/>
                    <a:gd name="connsiteX102" fmla="*/ 129796 w 991697"/>
                    <a:gd name="connsiteY102" fmla="*/ 298384 h 1283373"/>
                    <a:gd name="connsiteX103" fmla="*/ 128337 w 991697"/>
                    <a:gd name="connsiteY103" fmla="*/ 316760 h 1283373"/>
                    <a:gd name="connsiteX104" fmla="*/ 142046 w 991697"/>
                    <a:gd name="connsiteY104" fmla="*/ 332073 h 1283373"/>
                    <a:gd name="connsiteX105" fmla="*/ 120608 w 991697"/>
                    <a:gd name="connsiteY105" fmla="*/ 393179 h 1283373"/>
                    <a:gd name="connsiteX106" fmla="*/ 80940 w 991697"/>
                    <a:gd name="connsiteY106" fmla="*/ 399304 h 1283373"/>
                    <a:gd name="connsiteX107" fmla="*/ 90128 w 991697"/>
                    <a:gd name="connsiteY107" fmla="*/ 423805 h 1283373"/>
                    <a:gd name="connsiteX108" fmla="*/ 123670 w 991697"/>
                    <a:gd name="connsiteY108" fmla="*/ 429930 h 1283373"/>
                    <a:gd name="connsiteX109" fmla="*/ 108358 w 991697"/>
                    <a:gd name="connsiteY109" fmla="*/ 475723 h 1283373"/>
                    <a:gd name="connsiteX110" fmla="*/ 85461 w 991697"/>
                    <a:gd name="connsiteY110" fmla="*/ 503286 h 1283373"/>
                    <a:gd name="connsiteX111" fmla="*/ 84003 w 991697"/>
                    <a:gd name="connsiteY111" fmla="*/ 521662 h 1283373"/>
                    <a:gd name="connsiteX112" fmla="*/ 4521 w 991697"/>
                    <a:gd name="connsiteY112" fmla="*/ 524725 h 1283373"/>
                    <a:gd name="connsiteX113" fmla="*/ 16771 w 991697"/>
                    <a:gd name="connsiteY113" fmla="*/ 570518 h 1283373"/>
                    <a:gd name="connsiteX114" fmla="*/ 38209 w 991697"/>
                    <a:gd name="connsiteY114" fmla="*/ 608727 h 1283373"/>
                    <a:gd name="connsiteX115" fmla="*/ 22897 w 991697"/>
                    <a:gd name="connsiteY115" fmla="*/ 642270 h 1283373"/>
                    <a:gd name="connsiteX116" fmla="*/ 0 w 991697"/>
                    <a:gd name="connsiteY116" fmla="*/ 688063 h 1283373"/>
                    <a:gd name="connsiteX117" fmla="*/ 12250 w 991697"/>
                    <a:gd name="connsiteY117" fmla="*/ 697251 h 1283373"/>
                    <a:gd name="connsiteX118" fmla="*/ 12250 w 991697"/>
                    <a:gd name="connsiteY118" fmla="*/ 720147 h 1283373"/>
                    <a:gd name="connsiteX119" fmla="*/ 10792 w 991697"/>
                    <a:gd name="connsiteY119" fmla="*/ 739981 h 1283373"/>
                    <a:gd name="connsiteX120" fmla="*/ 16917 w 991697"/>
                    <a:gd name="connsiteY120" fmla="*/ 765940 h 1283373"/>
                    <a:gd name="connsiteX121" fmla="*/ 27563 w 991697"/>
                    <a:gd name="connsiteY121" fmla="*/ 784316 h 1283373"/>
                    <a:gd name="connsiteX122" fmla="*/ 49002 w 991697"/>
                    <a:gd name="connsiteY122" fmla="*/ 796566 h 1283373"/>
                    <a:gd name="connsiteX123" fmla="*/ 44481 w 991697"/>
                    <a:gd name="connsiteY123" fmla="*/ 805754 h 1283373"/>
                    <a:gd name="connsiteX124" fmla="*/ 15459 w 991697"/>
                    <a:gd name="connsiteY124" fmla="*/ 831713 h 1283373"/>
                    <a:gd name="connsiteX125" fmla="*/ 27709 w 991697"/>
                    <a:gd name="connsiteY125" fmla="*/ 871381 h 1283373"/>
                    <a:gd name="connsiteX126" fmla="*/ 53668 w 991697"/>
                    <a:gd name="connsiteY126" fmla="*/ 888153 h 1283373"/>
                    <a:gd name="connsiteX127" fmla="*/ 21584 w 991697"/>
                    <a:gd name="connsiteY127" fmla="*/ 940071 h 1283373"/>
                    <a:gd name="connsiteX128" fmla="*/ 68981 w 991697"/>
                    <a:gd name="connsiteY128" fmla="*/ 991989 h 1283373"/>
                    <a:gd name="connsiteX129" fmla="*/ 240049 w 991697"/>
                    <a:gd name="connsiteY129" fmla="*/ 1027136 h 1283373"/>
                    <a:gd name="connsiteX130" fmla="*/ 191193 w 991697"/>
                    <a:gd name="connsiteY130" fmla="*/ 1103555 h 1283373"/>
                    <a:gd name="connsiteX131" fmla="*/ 191193 w 991697"/>
                    <a:gd name="connsiteY131" fmla="*/ 1189162 h 1283373"/>
                    <a:gd name="connsiteX132" fmla="*/ 180547 w 991697"/>
                    <a:gd name="connsiteY132" fmla="*/ 1239622 h 1283373"/>
                    <a:gd name="connsiteX133" fmla="*/ 180547 w 991697"/>
                    <a:gd name="connsiteY133" fmla="*/ 1255081 h 1283373"/>
                    <a:gd name="connsiteX134" fmla="*/ 197319 w 991697"/>
                    <a:gd name="connsiteY134" fmla="*/ 1261206 h 1283373"/>
                    <a:gd name="connsiteX135" fmla="*/ 227945 w 991697"/>
                    <a:gd name="connsiteY135" fmla="*/ 1264268 h 1283373"/>
                    <a:gd name="connsiteX136" fmla="*/ 296634 w 991697"/>
                    <a:gd name="connsiteY136" fmla="*/ 1265727 h 1283373"/>
                    <a:gd name="connsiteX137" fmla="*/ 289051 w 991697"/>
                    <a:gd name="connsiteY137" fmla="*/ 1239768 h 1283373"/>
                    <a:gd name="connsiteX138" fmla="*/ 298238 w 991697"/>
                    <a:gd name="connsiteY138" fmla="*/ 1230580 h 1283373"/>
                    <a:gd name="connsiteX139" fmla="*/ 345636 w 991697"/>
                    <a:gd name="connsiteY139" fmla="*/ 1236705 h 1283373"/>
                    <a:gd name="connsiteX140" fmla="*/ 405283 w 991697"/>
                    <a:gd name="connsiteY140" fmla="*/ 1273310 h 1283373"/>
                    <a:gd name="connsiteX141" fmla="*/ 412575 w 991697"/>
                    <a:gd name="connsiteY141" fmla="*/ 1277540 h 1283373"/>
                    <a:gd name="connsiteX142" fmla="*/ 409805 w 991697"/>
                    <a:gd name="connsiteY142" fmla="*/ 1259602 h 1283373"/>
                    <a:gd name="connsiteX143" fmla="*/ 448743 w 991697"/>
                    <a:gd name="connsiteY143" fmla="*/ 1252747 h 1283373"/>
                    <a:gd name="connsiteX144" fmla="*/ 464785 w 991697"/>
                    <a:gd name="connsiteY144" fmla="*/ 1273310 h 1283373"/>
                    <a:gd name="connsiteX145" fmla="*/ 496870 w 991697"/>
                    <a:gd name="connsiteY145" fmla="*/ 1293874 h 1283373"/>
                    <a:gd name="connsiteX146" fmla="*/ 501391 w 991697"/>
                    <a:gd name="connsiteY146" fmla="*/ 1264123 h 1283373"/>
                    <a:gd name="connsiteX147" fmla="*/ 572414 w 991697"/>
                    <a:gd name="connsiteY147" fmla="*/ 1266456 h 1283373"/>
                    <a:gd name="connsiteX148" fmla="*/ 581602 w 991697"/>
                    <a:gd name="connsiteY148" fmla="*/ 1289353 h 1283373"/>
                    <a:gd name="connsiteX149" fmla="*/ 666333 w 991697"/>
                    <a:gd name="connsiteY149" fmla="*/ 1270977 h 1283373"/>
                    <a:gd name="connsiteX150" fmla="*/ 721314 w 991697"/>
                    <a:gd name="connsiteY150" fmla="*/ 1245747 h 1283373"/>
                    <a:gd name="connsiteX151" fmla="*/ 737356 w 991697"/>
                    <a:gd name="connsiteY151" fmla="*/ 1220517 h 1283373"/>
                    <a:gd name="connsiteX152" fmla="*/ 787816 w 991697"/>
                    <a:gd name="connsiteY152" fmla="*/ 1220517 h 1283373"/>
                    <a:gd name="connsiteX153" fmla="*/ 824421 w 991697"/>
                    <a:gd name="connsiteY153" fmla="*/ 1243414 h 1283373"/>
                    <a:gd name="connsiteX154" fmla="*/ 849651 w 991697"/>
                    <a:gd name="connsiteY154" fmla="*/ 1222851 h 1283373"/>
                    <a:gd name="connsiteX155" fmla="*/ 829088 w 991697"/>
                    <a:gd name="connsiteY155" fmla="*/ 1193100 h 1283373"/>
                    <a:gd name="connsiteX156" fmla="*/ 790150 w 991697"/>
                    <a:gd name="connsiteY156" fmla="*/ 1154161 h 1283373"/>
                    <a:gd name="connsiteX157" fmla="*/ 801671 w 991697"/>
                    <a:gd name="connsiteY157" fmla="*/ 1126598 h 1283373"/>
                    <a:gd name="connsiteX158" fmla="*/ 845276 w 991697"/>
                    <a:gd name="connsiteY158" fmla="*/ 1110555 h 1283373"/>
                    <a:gd name="connsiteX159" fmla="*/ 842943 w 991697"/>
                    <a:gd name="connsiteY159" fmla="*/ 1073950 h 1283373"/>
                    <a:gd name="connsiteX160" fmla="*/ 861318 w 991697"/>
                    <a:gd name="connsiteY160" fmla="*/ 1067095 h 1283373"/>
                    <a:gd name="connsiteX161" fmla="*/ 870506 w 991697"/>
                    <a:gd name="connsiteY161" fmla="*/ 1071617 h 1283373"/>
                    <a:gd name="connsiteX162" fmla="*/ 891069 w 991697"/>
                    <a:gd name="connsiteY162" fmla="*/ 1078471 h 1283373"/>
                    <a:gd name="connsiteX163" fmla="*/ 901132 w 991697"/>
                    <a:gd name="connsiteY163" fmla="*/ 1024365 h 1283373"/>
                    <a:gd name="connsiteX164" fmla="*/ 868902 w 991697"/>
                    <a:gd name="connsiteY164" fmla="*/ 1005260 h 1283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</a:cxnLst>
                  <a:rect l="l" t="t" r="r" b="b"/>
                  <a:pathLst>
                    <a:path w="991697" h="1283373">
                      <a:moveTo>
                        <a:pt x="868902" y="1005260"/>
                      </a:moveTo>
                      <a:lnTo>
                        <a:pt x="829526" y="989510"/>
                      </a:lnTo>
                      <a:lnTo>
                        <a:pt x="812463" y="956696"/>
                      </a:lnTo>
                      <a:lnTo>
                        <a:pt x="782274" y="944884"/>
                      </a:lnTo>
                      <a:lnTo>
                        <a:pt x="749461" y="935696"/>
                      </a:lnTo>
                      <a:lnTo>
                        <a:pt x="725835" y="885819"/>
                      </a:lnTo>
                      <a:lnTo>
                        <a:pt x="729773" y="868756"/>
                      </a:lnTo>
                      <a:lnTo>
                        <a:pt x="717960" y="843818"/>
                      </a:lnTo>
                      <a:lnTo>
                        <a:pt x="703522" y="829380"/>
                      </a:lnTo>
                      <a:lnTo>
                        <a:pt x="681209" y="804442"/>
                      </a:lnTo>
                      <a:lnTo>
                        <a:pt x="686459" y="786066"/>
                      </a:lnTo>
                      <a:lnTo>
                        <a:pt x="696959" y="791316"/>
                      </a:lnTo>
                      <a:lnTo>
                        <a:pt x="711397" y="800504"/>
                      </a:lnTo>
                      <a:cubicBezTo>
                        <a:pt x="711397" y="800504"/>
                        <a:pt x="717960" y="786066"/>
                        <a:pt x="719273" y="782129"/>
                      </a:cubicBezTo>
                      <a:cubicBezTo>
                        <a:pt x="720585" y="778191"/>
                        <a:pt x="731085" y="766378"/>
                        <a:pt x="731085" y="766378"/>
                      </a:cubicBezTo>
                      <a:cubicBezTo>
                        <a:pt x="731085" y="766378"/>
                        <a:pt x="766524" y="766378"/>
                        <a:pt x="771774" y="766378"/>
                      </a:cubicBezTo>
                      <a:cubicBezTo>
                        <a:pt x="777024" y="766378"/>
                        <a:pt x="774399" y="750628"/>
                        <a:pt x="774399" y="750628"/>
                      </a:cubicBezTo>
                      <a:lnTo>
                        <a:pt x="795400" y="745377"/>
                      </a:lnTo>
                      <a:cubicBezTo>
                        <a:pt x="795400" y="745377"/>
                        <a:pt x="809838" y="737502"/>
                        <a:pt x="812463" y="733564"/>
                      </a:cubicBezTo>
                      <a:cubicBezTo>
                        <a:pt x="815088" y="729627"/>
                        <a:pt x="821651" y="723064"/>
                        <a:pt x="821651" y="723064"/>
                      </a:cubicBezTo>
                      <a:lnTo>
                        <a:pt x="840172" y="723064"/>
                      </a:lnTo>
                      <a:lnTo>
                        <a:pt x="858547" y="709939"/>
                      </a:lnTo>
                      <a:cubicBezTo>
                        <a:pt x="858547" y="709939"/>
                        <a:pt x="866423" y="698126"/>
                        <a:pt x="866423" y="694188"/>
                      </a:cubicBezTo>
                      <a:cubicBezTo>
                        <a:pt x="866423" y="690251"/>
                        <a:pt x="886111" y="690251"/>
                        <a:pt x="886111" y="690251"/>
                      </a:cubicBezTo>
                      <a:cubicBezTo>
                        <a:pt x="886111" y="690251"/>
                        <a:pt x="911049" y="674500"/>
                        <a:pt x="914987" y="669250"/>
                      </a:cubicBezTo>
                      <a:cubicBezTo>
                        <a:pt x="918924" y="664000"/>
                        <a:pt x="916299" y="660062"/>
                        <a:pt x="916299" y="660062"/>
                      </a:cubicBezTo>
                      <a:lnTo>
                        <a:pt x="914987" y="649562"/>
                      </a:lnTo>
                      <a:lnTo>
                        <a:pt x="954363" y="642999"/>
                      </a:lnTo>
                      <a:lnTo>
                        <a:pt x="954363" y="653499"/>
                      </a:lnTo>
                      <a:lnTo>
                        <a:pt x="956988" y="667937"/>
                      </a:lnTo>
                      <a:lnTo>
                        <a:pt x="977989" y="662687"/>
                      </a:lnTo>
                      <a:lnTo>
                        <a:pt x="986010" y="653354"/>
                      </a:lnTo>
                      <a:lnTo>
                        <a:pt x="1000448" y="562497"/>
                      </a:lnTo>
                      <a:lnTo>
                        <a:pt x="988052" y="548059"/>
                      </a:lnTo>
                      <a:lnTo>
                        <a:pt x="959176" y="517141"/>
                      </a:lnTo>
                      <a:cubicBezTo>
                        <a:pt x="959176" y="517141"/>
                        <a:pt x="957134" y="477911"/>
                        <a:pt x="955092" y="471640"/>
                      </a:cubicBezTo>
                      <a:cubicBezTo>
                        <a:pt x="953051" y="465514"/>
                        <a:pt x="946779" y="432409"/>
                        <a:pt x="946779" y="432409"/>
                      </a:cubicBezTo>
                      <a:lnTo>
                        <a:pt x="936425" y="370428"/>
                      </a:lnTo>
                      <a:lnTo>
                        <a:pt x="907549" y="353949"/>
                      </a:lnTo>
                      <a:lnTo>
                        <a:pt x="872402" y="331198"/>
                      </a:lnTo>
                      <a:lnTo>
                        <a:pt x="872402" y="310489"/>
                      </a:lnTo>
                      <a:lnTo>
                        <a:pt x="899236" y="281613"/>
                      </a:lnTo>
                      <a:lnTo>
                        <a:pt x="901278" y="254779"/>
                      </a:lnTo>
                      <a:lnTo>
                        <a:pt x="876486" y="215548"/>
                      </a:lnTo>
                      <a:lnTo>
                        <a:pt x="873569" y="184922"/>
                      </a:lnTo>
                      <a:cubicBezTo>
                        <a:pt x="863214" y="181276"/>
                        <a:pt x="854027" y="177922"/>
                        <a:pt x="854027" y="177922"/>
                      </a:cubicBezTo>
                      <a:cubicBezTo>
                        <a:pt x="854027" y="177922"/>
                        <a:pt x="833463" y="164213"/>
                        <a:pt x="831130" y="157359"/>
                      </a:cubicBezTo>
                      <a:cubicBezTo>
                        <a:pt x="828797" y="150505"/>
                        <a:pt x="840318" y="145838"/>
                        <a:pt x="812754" y="129796"/>
                      </a:cubicBezTo>
                      <a:cubicBezTo>
                        <a:pt x="785191" y="113754"/>
                        <a:pt x="773816" y="111420"/>
                        <a:pt x="773816" y="111420"/>
                      </a:cubicBezTo>
                      <a:lnTo>
                        <a:pt x="714168" y="99899"/>
                      </a:lnTo>
                      <a:lnTo>
                        <a:pt x="695793" y="72335"/>
                      </a:lnTo>
                      <a:lnTo>
                        <a:pt x="695793" y="63148"/>
                      </a:lnTo>
                      <a:lnTo>
                        <a:pt x="679750" y="74669"/>
                      </a:lnTo>
                      <a:lnTo>
                        <a:pt x="652187" y="111274"/>
                      </a:lnTo>
                      <a:cubicBezTo>
                        <a:pt x="652187" y="111274"/>
                        <a:pt x="610915" y="111274"/>
                        <a:pt x="606394" y="118129"/>
                      </a:cubicBezTo>
                      <a:cubicBezTo>
                        <a:pt x="601873" y="124983"/>
                        <a:pt x="592685" y="141025"/>
                        <a:pt x="592685" y="141025"/>
                      </a:cubicBezTo>
                      <a:lnTo>
                        <a:pt x="569789" y="166255"/>
                      </a:lnTo>
                      <a:lnTo>
                        <a:pt x="535371" y="163922"/>
                      </a:lnTo>
                      <a:cubicBezTo>
                        <a:pt x="535371" y="163922"/>
                        <a:pt x="507808" y="154734"/>
                        <a:pt x="507808" y="147880"/>
                      </a:cubicBezTo>
                      <a:cubicBezTo>
                        <a:pt x="507808" y="141025"/>
                        <a:pt x="514662" y="122650"/>
                        <a:pt x="514662" y="122650"/>
                      </a:cubicBezTo>
                      <a:lnTo>
                        <a:pt x="519183" y="95086"/>
                      </a:lnTo>
                      <a:lnTo>
                        <a:pt x="519183" y="76711"/>
                      </a:lnTo>
                      <a:cubicBezTo>
                        <a:pt x="519183" y="76711"/>
                        <a:pt x="503141" y="81232"/>
                        <a:pt x="496286" y="81232"/>
                      </a:cubicBezTo>
                      <a:cubicBezTo>
                        <a:pt x="489432" y="81232"/>
                        <a:pt x="475723" y="83565"/>
                        <a:pt x="475723" y="83565"/>
                      </a:cubicBezTo>
                      <a:lnTo>
                        <a:pt x="450493" y="83565"/>
                      </a:lnTo>
                      <a:lnTo>
                        <a:pt x="425263" y="83565"/>
                      </a:lnTo>
                      <a:cubicBezTo>
                        <a:pt x="425263" y="83565"/>
                        <a:pt x="416075" y="83565"/>
                        <a:pt x="416075" y="74377"/>
                      </a:cubicBezTo>
                      <a:cubicBezTo>
                        <a:pt x="416075" y="65190"/>
                        <a:pt x="413742" y="35438"/>
                        <a:pt x="413742" y="35438"/>
                      </a:cubicBezTo>
                      <a:lnTo>
                        <a:pt x="390116" y="21730"/>
                      </a:lnTo>
                      <a:lnTo>
                        <a:pt x="372470" y="21730"/>
                      </a:lnTo>
                      <a:lnTo>
                        <a:pt x="309905" y="9479"/>
                      </a:lnTo>
                      <a:lnTo>
                        <a:pt x="274321" y="0"/>
                      </a:lnTo>
                      <a:lnTo>
                        <a:pt x="274029" y="10354"/>
                      </a:lnTo>
                      <a:lnTo>
                        <a:pt x="308447" y="67669"/>
                      </a:lnTo>
                      <a:lnTo>
                        <a:pt x="317635" y="81378"/>
                      </a:lnTo>
                      <a:lnTo>
                        <a:pt x="292405" y="101941"/>
                      </a:lnTo>
                      <a:lnTo>
                        <a:pt x="310780" y="113462"/>
                      </a:lnTo>
                      <a:lnTo>
                        <a:pt x="319968" y="127171"/>
                      </a:lnTo>
                      <a:lnTo>
                        <a:pt x="315447" y="138692"/>
                      </a:lnTo>
                      <a:lnTo>
                        <a:pt x="306260" y="143213"/>
                      </a:lnTo>
                      <a:lnTo>
                        <a:pt x="315447" y="152401"/>
                      </a:lnTo>
                      <a:cubicBezTo>
                        <a:pt x="315447" y="152401"/>
                        <a:pt x="313114" y="150067"/>
                        <a:pt x="333823" y="159255"/>
                      </a:cubicBezTo>
                      <a:cubicBezTo>
                        <a:pt x="354386" y="168443"/>
                        <a:pt x="354386" y="168443"/>
                        <a:pt x="354386" y="168443"/>
                      </a:cubicBezTo>
                      <a:lnTo>
                        <a:pt x="377283" y="182151"/>
                      </a:lnTo>
                      <a:lnTo>
                        <a:pt x="397846" y="223423"/>
                      </a:lnTo>
                      <a:lnTo>
                        <a:pt x="381804" y="223423"/>
                      </a:lnTo>
                      <a:lnTo>
                        <a:pt x="361240" y="223423"/>
                      </a:lnTo>
                      <a:lnTo>
                        <a:pt x="349719" y="209715"/>
                      </a:lnTo>
                      <a:lnTo>
                        <a:pt x="322156" y="198194"/>
                      </a:lnTo>
                      <a:cubicBezTo>
                        <a:pt x="322156" y="198194"/>
                        <a:pt x="338198" y="193673"/>
                        <a:pt x="312968" y="193673"/>
                      </a:cubicBezTo>
                      <a:cubicBezTo>
                        <a:pt x="287738" y="193673"/>
                        <a:pt x="290072" y="182151"/>
                        <a:pt x="287738" y="193673"/>
                      </a:cubicBezTo>
                      <a:cubicBezTo>
                        <a:pt x="285405" y="205194"/>
                        <a:pt x="285405" y="205194"/>
                        <a:pt x="285405" y="205194"/>
                      </a:cubicBezTo>
                      <a:lnTo>
                        <a:pt x="271696" y="239612"/>
                      </a:lnTo>
                      <a:cubicBezTo>
                        <a:pt x="271696" y="239612"/>
                        <a:pt x="244133" y="216715"/>
                        <a:pt x="244133" y="239612"/>
                      </a:cubicBezTo>
                      <a:cubicBezTo>
                        <a:pt x="244133" y="262508"/>
                        <a:pt x="221236" y="262508"/>
                        <a:pt x="221236" y="262508"/>
                      </a:cubicBezTo>
                      <a:lnTo>
                        <a:pt x="216715" y="223569"/>
                      </a:lnTo>
                      <a:lnTo>
                        <a:pt x="182297" y="216715"/>
                      </a:lnTo>
                      <a:lnTo>
                        <a:pt x="145692" y="223569"/>
                      </a:lnTo>
                      <a:cubicBezTo>
                        <a:pt x="145692" y="223569"/>
                        <a:pt x="131983" y="235091"/>
                        <a:pt x="131983" y="241945"/>
                      </a:cubicBezTo>
                      <a:cubicBezTo>
                        <a:pt x="131983" y="248799"/>
                        <a:pt x="111420" y="244278"/>
                        <a:pt x="131983" y="260320"/>
                      </a:cubicBezTo>
                      <a:cubicBezTo>
                        <a:pt x="152547" y="276363"/>
                        <a:pt x="159547" y="280884"/>
                        <a:pt x="159547" y="280884"/>
                      </a:cubicBezTo>
                      <a:lnTo>
                        <a:pt x="129212" y="296926"/>
                      </a:lnTo>
                      <a:lnTo>
                        <a:pt x="129796" y="298384"/>
                      </a:lnTo>
                      <a:lnTo>
                        <a:pt x="128337" y="316760"/>
                      </a:lnTo>
                      <a:lnTo>
                        <a:pt x="142046" y="332073"/>
                      </a:lnTo>
                      <a:lnTo>
                        <a:pt x="120608" y="393179"/>
                      </a:lnTo>
                      <a:cubicBezTo>
                        <a:pt x="120608" y="393179"/>
                        <a:pt x="79336" y="388658"/>
                        <a:pt x="80940" y="399304"/>
                      </a:cubicBezTo>
                      <a:cubicBezTo>
                        <a:pt x="82544" y="409950"/>
                        <a:pt x="90128" y="423805"/>
                        <a:pt x="90128" y="423805"/>
                      </a:cubicBezTo>
                      <a:lnTo>
                        <a:pt x="123670" y="429930"/>
                      </a:lnTo>
                      <a:lnTo>
                        <a:pt x="108358" y="475723"/>
                      </a:lnTo>
                      <a:lnTo>
                        <a:pt x="85461" y="503286"/>
                      </a:lnTo>
                      <a:lnTo>
                        <a:pt x="84003" y="521662"/>
                      </a:lnTo>
                      <a:lnTo>
                        <a:pt x="4521" y="524725"/>
                      </a:lnTo>
                      <a:lnTo>
                        <a:pt x="16771" y="570518"/>
                      </a:lnTo>
                      <a:lnTo>
                        <a:pt x="38209" y="608727"/>
                      </a:lnTo>
                      <a:lnTo>
                        <a:pt x="22897" y="642270"/>
                      </a:lnTo>
                      <a:lnTo>
                        <a:pt x="0" y="688063"/>
                      </a:lnTo>
                      <a:cubicBezTo>
                        <a:pt x="0" y="688063"/>
                        <a:pt x="12250" y="691126"/>
                        <a:pt x="12250" y="697251"/>
                      </a:cubicBezTo>
                      <a:cubicBezTo>
                        <a:pt x="12250" y="703376"/>
                        <a:pt x="12250" y="720147"/>
                        <a:pt x="12250" y="720147"/>
                      </a:cubicBezTo>
                      <a:cubicBezTo>
                        <a:pt x="12250" y="720147"/>
                        <a:pt x="3063" y="736919"/>
                        <a:pt x="10792" y="739981"/>
                      </a:cubicBezTo>
                      <a:cubicBezTo>
                        <a:pt x="18375" y="743044"/>
                        <a:pt x="16917" y="765940"/>
                        <a:pt x="16917" y="765940"/>
                      </a:cubicBezTo>
                      <a:cubicBezTo>
                        <a:pt x="16917" y="765940"/>
                        <a:pt x="23042" y="782712"/>
                        <a:pt x="27563" y="784316"/>
                      </a:cubicBezTo>
                      <a:cubicBezTo>
                        <a:pt x="32084" y="785774"/>
                        <a:pt x="49002" y="796566"/>
                        <a:pt x="49002" y="796566"/>
                      </a:cubicBezTo>
                      <a:lnTo>
                        <a:pt x="44481" y="805754"/>
                      </a:lnTo>
                      <a:lnTo>
                        <a:pt x="15459" y="831713"/>
                      </a:lnTo>
                      <a:lnTo>
                        <a:pt x="27709" y="871381"/>
                      </a:lnTo>
                      <a:lnTo>
                        <a:pt x="53668" y="888153"/>
                      </a:lnTo>
                      <a:lnTo>
                        <a:pt x="21584" y="940071"/>
                      </a:lnTo>
                      <a:cubicBezTo>
                        <a:pt x="21584" y="940071"/>
                        <a:pt x="62856" y="990531"/>
                        <a:pt x="68981" y="991989"/>
                      </a:cubicBezTo>
                      <a:cubicBezTo>
                        <a:pt x="75106" y="993447"/>
                        <a:pt x="240049" y="1027136"/>
                        <a:pt x="240049" y="1027136"/>
                      </a:cubicBezTo>
                      <a:lnTo>
                        <a:pt x="191193" y="1103555"/>
                      </a:lnTo>
                      <a:cubicBezTo>
                        <a:pt x="191193" y="1103555"/>
                        <a:pt x="191193" y="1181433"/>
                        <a:pt x="191193" y="1189162"/>
                      </a:cubicBezTo>
                      <a:cubicBezTo>
                        <a:pt x="191193" y="1196745"/>
                        <a:pt x="180547" y="1239622"/>
                        <a:pt x="180547" y="1239622"/>
                      </a:cubicBezTo>
                      <a:lnTo>
                        <a:pt x="180547" y="1255081"/>
                      </a:lnTo>
                      <a:cubicBezTo>
                        <a:pt x="180547" y="1255081"/>
                        <a:pt x="192798" y="1259602"/>
                        <a:pt x="197319" y="1261206"/>
                      </a:cubicBezTo>
                      <a:cubicBezTo>
                        <a:pt x="201840" y="1262810"/>
                        <a:pt x="223278" y="1264268"/>
                        <a:pt x="227945" y="1264268"/>
                      </a:cubicBezTo>
                      <a:cubicBezTo>
                        <a:pt x="232466" y="1264268"/>
                        <a:pt x="296634" y="1265727"/>
                        <a:pt x="296634" y="1265727"/>
                      </a:cubicBezTo>
                      <a:lnTo>
                        <a:pt x="289051" y="1239768"/>
                      </a:lnTo>
                      <a:lnTo>
                        <a:pt x="298238" y="1230580"/>
                      </a:lnTo>
                      <a:lnTo>
                        <a:pt x="345636" y="1236705"/>
                      </a:lnTo>
                      <a:cubicBezTo>
                        <a:pt x="345636" y="1236705"/>
                        <a:pt x="396096" y="1268789"/>
                        <a:pt x="405283" y="1273310"/>
                      </a:cubicBezTo>
                      <a:cubicBezTo>
                        <a:pt x="406888" y="1274185"/>
                        <a:pt x="409367" y="1275644"/>
                        <a:pt x="412575" y="1277540"/>
                      </a:cubicBezTo>
                      <a:lnTo>
                        <a:pt x="409805" y="1259602"/>
                      </a:lnTo>
                      <a:lnTo>
                        <a:pt x="448743" y="1252747"/>
                      </a:lnTo>
                      <a:cubicBezTo>
                        <a:pt x="448743" y="1252747"/>
                        <a:pt x="457931" y="1266456"/>
                        <a:pt x="464785" y="1273310"/>
                      </a:cubicBezTo>
                      <a:cubicBezTo>
                        <a:pt x="471640" y="1280165"/>
                        <a:pt x="496870" y="1293874"/>
                        <a:pt x="496870" y="1293874"/>
                      </a:cubicBezTo>
                      <a:lnTo>
                        <a:pt x="501391" y="1264123"/>
                      </a:lnTo>
                      <a:lnTo>
                        <a:pt x="572414" y="1266456"/>
                      </a:lnTo>
                      <a:lnTo>
                        <a:pt x="581602" y="1289353"/>
                      </a:lnTo>
                      <a:lnTo>
                        <a:pt x="666333" y="1270977"/>
                      </a:lnTo>
                      <a:lnTo>
                        <a:pt x="721314" y="1245747"/>
                      </a:lnTo>
                      <a:lnTo>
                        <a:pt x="737356" y="1220517"/>
                      </a:lnTo>
                      <a:lnTo>
                        <a:pt x="787816" y="1220517"/>
                      </a:lnTo>
                      <a:lnTo>
                        <a:pt x="824421" y="1243414"/>
                      </a:lnTo>
                      <a:lnTo>
                        <a:pt x="849651" y="1222851"/>
                      </a:lnTo>
                      <a:lnTo>
                        <a:pt x="829088" y="1193100"/>
                      </a:lnTo>
                      <a:lnTo>
                        <a:pt x="790150" y="1154161"/>
                      </a:lnTo>
                      <a:lnTo>
                        <a:pt x="801671" y="1126598"/>
                      </a:lnTo>
                      <a:lnTo>
                        <a:pt x="845276" y="1110555"/>
                      </a:lnTo>
                      <a:lnTo>
                        <a:pt x="842943" y="1073950"/>
                      </a:lnTo>
                      <a:lnTo>
                        <a:pt x="861318" y="1067095"/>
                      </a:lnTo>
                      <a:lnTo>
                        <a:pt x="870506" y="1071617"/>
                      </a:lnTo>
                      <a:lnTo>
                        <a:pt x="891069" y="1078471"/>
                      </a:lnTo>
                      <a:lnTo>
                        <a:pt x="901132" y="1024365"/>
                      </a:lnTo>
                      <a:lnTo>
                        <a:pt x="868902" y="1005260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17" name="Freeform: Shape 695">
                  <a:extLst>
                    <a:ext uri="{FF2B5EF4-FFF2-40B4-BE49-F238E27FC236}">
                      <a16:creationId xmlns:a16="http://schemas.microsoft.com/office/drawing/2014/main" id="{5CCC93F7-1B0A-97CB-D8A8-FBC9C5C3B131}"/>
                    </a:ext>
                  </a:extLst>
                </p:cNvPr>
                <p:cNvSpPr/>
                <p:nvPr/>
              </p:nvSpPr>
              <p:spPr>
                <a:xfrm>
                  <a:off x="9278743" y="3715074"/>
                  <a:ext cx="14584" cy="14584"/>
                </a:xfrm>
                <a:custGeom>
                  <a:avLst/>
                  <a:gdLst>
                    <a:gd name="connsiteX0" fmla="*/ 1750 w 0"/>
                    <a:gd name="connsiteY0" fmla="*/ 0 h 0"/>
                    <a:gd name="connsiteX1" fmla="*/ 0 w 0"/>
                    <a:gd name="connsiteY1" fmla="*/ 1312 h 0"/>
                    <a:gd name="connsiteX2" fmla="*/ 175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750" y="0"/>
                      </a:moveTo>
                      <a:cubicBezTo>
                        <a:pt x="1167" y="437"/>
                        <a:pt x="583" y="875"/>
                        <a:pt x="0" y="1312"/>
                      </a:cubicBezTo>
                      <a:cubicBezTo>
                        <a:pt x="583" y="875"/>
                        <a:pt x="1167" y="437"/>
                        <a:pt x="175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18" name="Freeform: Shape 696">
                  <a:extLst>
                    <a:ext uri="{FF2B5EF4-FFF2-40B4-BE49-F238E27FC236}">
                      <a16:creationId xmlns:a16="http://schemas.microsoft.com/office/drawing/2014/main" id="{1BE41065-F50C-DA88-AF42-13924715E985}"/>
                    </a:ext>
                  </a:extLst>
                </p:cNvPr>
                <p:cNvSpPr/>
                <p:nvPr/>
              </p:nvSpPr>
              <p:spPr>
                <a:xfrm>
                  <a:off x="9277139" y="3716969"/>
                  <a:ext cx="14584" cy="14584"/>
                </a:xfrm>
                <a:custGeom>
                  <a:avLst/>
                  <a:gdLst>
                    <a:gd name="connsiteX0" fmla="*/ 1167 w 0"/>
                    <a:gd name="connsiteY0" fmla="*/ 0 h 0"/>
                    <a:gd name="connsiteX1" fmla="*/ 0 w 0"/>
                    <a:gd name="connsiteY1" fmla="*/ 1021 h 0"/>
                    <a:gd name="connsiteX2" fmla="*/ 1167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1167" y="0"/>
                      </a:moveTo>
                      <a:cubicBezTo>
                        <a:pt x="729" y="292"/>
                        <a:pt x="292" y="729"/>
                        <a:pt x="0" y="1021"/>
                      </a:cubicBezTo>
                      <a:cubicBezTo>
                        <a:pt x="292" y="729"/>
                        <a:pt x="729" y="292"/>
                        <a:pt x="1167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19" name="Freeform: Shape 697">
                  <a:extLst>
                    <a:ext uri="{FF2B5EF4-FFF2-40B4-BE49-F238E27FC236}">
                      <a16:creationId xmlns:a16="http://schemas.microsoft.com/office/drawing/2014/main" id="{DAFF80FF-1FCA-1811-2F0B-11F1382145C3}"/>
                    </a:ext>
                  </a:extLst>
                </p:cNvPr>
                <p:cNvSpPr/>
                <p:nvPr/>
              </p:nvSpPr>
              <p:spPr>
                <a:xfrm>
                  <a:off x="9280785" y="371346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458 h 0"/>
                    <a:gd name="connsiteX1" fmla="*/ 2187 w 0"/>
                    <a:gd name="connsiteY1" fmla="*/ 0 h 0"/>
                    <a:gd name="connsiteX2" fmla="*/ 0 w 0"/>
                    <a:gd name="connsiteY2" fmla="*/ 1458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458"/>
                      </a:moveTo>
                      <a:cubicBezTo>
                        <a:pt x="729" y="1021"/>
                        <a:pt x="1458" y="437"/>
                        <a:pt x="2187" y="0"/>
                      </a:cubicBezTo>
                      <a:cubicBezTo>
                        <a:pt x="1458" y="437"/>
                        <a:pt x="729" y="875"/>
                        <a:pt x="0" y="1458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sp>
            <p:nvSpPr>
              <p:cNvPr id="147" name="Freeform: Shape 698">
                <a:extLst>
                  <a:ext uri="{FF2B5EF4-FFF2-40B4-BE49-F238E27FC236}">
                    <a16:creationId xmlns:a16="http://schemas.microsoft.com/office/drawing/2014/main" id="{F3A46DFC-5539-751B-FD8D-AFB675072E54}"/>
                  </a:ext>
                </a:extLst>
              </p:cNvPr>
              <p:cNvSpPr/>
              <p:nvPr/>
            </p:nvSpPr>
            <p:spPr>
              <a:xfrm>
                <a:off x="8108685" y="4248549"/>
                <a:ext cx="539600" cy="320843"/>
              </a:xfrm>
              <a:custGeom>
                <a:avLst/>
                <a:gdLst>
                  <a:gd name="connsiteX0" fmla="*/ 548642 w 539600"/>
                  <a:gd name="connsiteY0" fmla="*/ 155171 h 320843"/>
                  <a:gd name="connsiteX1" fmla="*/ 534933 w 539600"/>
                  <a:gd name="connsiteY1" fmla="*/ 136796 h 320843"/>
                  <a:gd name="connsiteX2" fmla="*/ 502849 w 539600"/>
                  <a:gd name="connsiteY2" fmla="*/ 150505 h 320843"/>
                  <a:gd name="connsiteX3" fmla="*/ 461577 w 539600"/>
                  <a:gd name="connsiteY3" fmla="*/ 138983 h 320843"/>
                  <a:gd name="connsiteX4" fmla="*/ 436347 w 539600"/>
                  <a:gd name="connsiteY4" fmla="*/ 111420 h 320843"/>
                  <a:gd name="connsiteX5" fmla="*/ 438680 w 539600"/>
                  <a:gd name="connsiteY5" fmla="*/ 95378 h 320843"/>
                  <a:gd name="connsiteX6" fmla="*/ 434159 w 539600"/>
                  <a:gd name="connsiteY6" fmla="*/ 58773 h 320843"/>
                  <a:gd name="connsiteX7" fmla="*/ 432263 w 539600"/>
                  <a:gd name="connsiteY7" fmla="*/ 46960 h 320843"/>
                  <a:gd name="connsiteX8" fmla="*/ 424972 w 539600"/>
                  <a:gd name="connsiteY8" fmla="*/ 42730 h 320843"/>
                  <a:gd name="connsiteX9" fmla="*/ 365324 w 539600"/>
                  <a:gd name="connsiteY9" fmla="*/ 6125 h 320843"/>
                  <a:gd name="connsiteX10" fmla="*/ 317927 w 539600"/>
                  <a:gd name="connsiteY10" fmla="*/ 0 h 320843"/>
                  <a:gd name="connsiteX11" fmla="*/ 308739 w 539600"/>
                  <a:gd name="connsiteY11" fmla="*/ 9188 h 320843"/>
                  <a:gd name="connsiteX12" fmla="*/ 316322 w 539600"/>
                  <a:gd name="connsiteY12" fmla="*/ 35147 h 320843"/>
                  <a:gd name="connsiteX13" fmla="*/ 247633 w 539600"/>
                  <a:gd name="connsiteY13" fmla="*/ 33689 h 320843"/>
                  <a:gd name="connsiteX14" fmla="*/ 217007 w 539600"/>
                  <a:gd name="connsiteY14" fmla="*/ 30626 h 320843"/>
                  <a:gd name="connsiteX15" fmla="*/ 200236 w 539600"/>
                  <a:gd name="connsiteY15" fmla="*/ 24501 h 320843"/>
                  <a:gd name="connsiteX16" fmla="*/ 184923 w 539600"/>
                  <a:gd name="connsiteY16" fmla="*/ 44334 h 320843"/>
                  <a:gd name="connsiteX17" fmla="*/ 183464 w 539600"/>
                  <a:gd name="connsiteY17" fmla="*/ 62710 h 320843"/>
                  <a:gd name="connsiteX18" fmla="*/ 137671 w 539600"/>
                  <a:gd name="connsiteY18" fmla="*/ 42876 h 320843"/>
                  <a:gd name="connsiteX19" fmla="*/ 131546 w 539600"/>
                  <a:gd name="connsiteY19" fmla="*/ 52064 h 320843"/>
                  <a:gd name="connsiteX20" fmla="*/ 139129 w 539600"/>
                  <a:gd name="connsiteY20" fmla="*/ 68835 h 320843"/>
                  <a:gd name="connsiteX21" fmla="*/ 87211 w 539600"/>
                  <a:gd name="connsiteY21" fmla="*/ 137525 h 320843"/>
                  <a:gd name="connsiteX22" fmla="*/ 24501 w 539600"/>
                  <a:gd name="connsiteY22" fmla="*/ 210881 h 320843"/>
                  <a:gd name="connsiteX23" fmla="*/ 0 w 539600"/>
                  <a:gd name="connsiteY23" fmla="*/ 276508 h 320843"/>
                  <a:gd name="connsiteX24" fmla="*/ 30626 w 539600"/>
                  <a:gd name="connsiteY24" fmla="*/ 277967 h 320843"/>
                  <a:gd name="connsiteX25" fmla="*/ 38210 w 539600"/>
                  <a:gd name="connsiteY25" fmla="*/ 239757 h 320843"/>
                  <a:gd name="connsiteX26" fmla="*/ 102378 w 539600"/>
                  <a:gd name="connsiteY26" fmla="*/ 226049 h 320843"/>
                  <a:gd name="connsiteX27" fmla="*/ 114629 w 539600"/>
                  <a:gd name="connsiteY27" fmla="*/ 267321 h 320843"/>
                  <a:gd name="connsiteX28" fmla="*/ 123816 w 539600"/>
                  <a:gd name="connsiteY28" fmla="*/ 314718 h 320843"/>
                  <a:gd name="connsiteX29" fmla="*/ 128775 w 539600"/>
                  <a:gd name="connsiteY29" fmla="*/ 319968 h 320843"/>
                  <a:gd name="connsiteX30" fmla="*/ 176464 w 539600"/>
                  <a:gd name="connsiteY30" fmla="*/ 324927 h 320843"/>
                  <a:gd name="connsiteX31" fmla="*/ 202277 w 539600"/>
                  <a:gd name="connsiteY31" fmla="*/ 315447 h 320843"/>
                  <a:gd name="connsiteX32" fmla="*/ 217736 w 539600"/>
                  <a:gd name="connsiteY32" fmla="*/ 317197 h 320843"/>
                  <a:gd name="connsiteX33" fmla="*/ 240049 w 539600"/>
                  <a:gd name="connsiteY33" fmla="*/ 317197 h 320843"/>
                  <a:gd name="connsiteX34" fmla="*/ 270092 w 539600"/>
                  <a:gd name="connsiteY34" fmla="*/ 282779 h 320843"/>
                  <a:gd name="connsiteX35" fmla="*/ 265863 w 539600"/>
                  <a:gd name="connsiteY35" fmla="*/ 260466 h 320843"/>
                  <a:gd name="connsiteX36" fmla="*/ 276217 w 539600"/>
                  <a:gd name="connsiteY36" fmla="*/ 239903 h 320843"/>
                  <a:gd name="connsiteX37" fmla="*/ 304510 w 539600"/>
                  <a:gd name="connsiteY37" fmla="*/ 230424 h 320843"/>
                  <a:gd name="connsiteX38" fmla="*/ 309614 w 539600"/>
                  <a:gd name="connsiteY38" fmla="*/ 269946 h 320843"/>
                  <a:gd name="connsiteX39" fmla="*/ 340532 w 539600"/>
                  <a:gd name="connsiteY39" fmla="*/ 288030 h 320843"/>
                  <a:gd name="connsiteX40" fmla="*/ 343157 w 539600"/>
                  <a:gd name="connsiteY40" fmla="*/ 304364 h 320843"/>
                  <a:gd name="connsiteX41" fmla="*/ 361240 w 539600"/>
                  <a:gd name="connsiteY41" fmla="*/ 330177 h 320843"/>
                  <a:gd name="connsiteX42" fmla="*/ 382679 w 539600"/>
                  <a:gd name="connsiteY42" fmla="*/ 323322 h 320843"/>
                  <a:gd name="connsiteX43" fmla="*/ 380054 w 539600"/>
                  <a:gd name="connsiteY43" fmla="*/ 312968 h 320843"/>
                  <a:gd name="connsiteX44" fmla="*/ 377428 w 539600"/>
                  <a:gd name="connsiteY44" fmla="*/ 294009 h 320843"/>
                  <a:gd name="connsiteX45" fmla="*/ 395512 w 539600"/>
                  <a:gd name="connsiteY45" fmla="*/ 258716 h 320843"/>
                  <a:gd name="connsiteX46" fmla="*/ 400617 w 539600"/>
                  <a:gd name="connsiteY46" fmla="*/ 225174 h 320843"/>
                  <a:gd name="connsiteX47" fmla="*/ 421180 w 539600"/>
                  <a:gd name="connsiteY47" fmla="*/ 225174 h 320843"/>
                  <a:gd name="connsiteX48" fmla="*/ 421180 w 539600"/>
                  <a:gd name="connsiteY48" fmla="*/ 252737 h 320843"/>
                  <a:gd name="connsiteX49" fmla="*/ 447868 w 539600"/>
                  <a:gd name="connsiteY49" fmla="*/ 251862 h 320843"/>
                  <a:gd name="connsiteX50" fmla="*/ 470181 w 539600"/>
                  <a:gd name="connsiteY50" fmla="*/ 239903 h 320843"/>
                  <a:gd name="connsiteX51" fmla="*/ 489140 w 539600"/>
                  <a:gd name="connsiteY51" fmla="*/ 242528 h 320843"/>
                  <a:gd name="connsiteX52" fmla="*/ 496870 w 539600"/>
                  <a:gd name="connsiteY52" fmla="*/ 257112 h 320843"/>
                  <a:gd name="connsiteX53" fmla="*/ 507224 w 539600"/>
                  <a:gd name="connsiteY53" fmla="*/ 260612 h 320843"/>
                  <a:gd name="connsiteX54" fmla="*/ 514079 w 539600"/>
                  <a:gd name="connsiteY54" fmla="*/ 256383 h 320843"/>
                  <a:gd name="connsiteX55" fmla="*/ 510579 w 539600"/>
                  <a:gd name="connsiteY55" fmla="*/ 240924 h 320843"/>
                  <a:gd name="connsiteX56" fmla="*/ 497745 w 539600"/>
                  <a:gd name="connsiteY56" fmla="*/ 213361 h 320843"/>
                  <a:gd name="connsiteX57" fmla="*/ 509704 w 539600"/>
                  <a:gd name="connsiteY57" fmla="*/ 203006 h 320843"/>
                  <a:gd name="connsiteX58" fmla="*/ 521662 w 539600"/>
                  <a:gd name="connsiteY58" fmla="*/ 193527 h 320843"/>
                  <a:gd name="connsiteX59" fmla="*/ 521662 w 539600"/>
                  <a:gd name="connsiteY59" fmla="*/ 213361 h 320843"/>
                  <a:gd name="connsiteX60" fmla="*/ 540621 w 539600"/>
                  <a:gd name="connsiteY60" fmla="*/ 205631 h 320843"/>
                  <a:gd name="connsiteX61" fmla="*/ 551851 w 539600"/>
                  <a:gd name="connsiteY61" fmla="*/ 195277 h 320843"/>
                  <a:gd name="connsiteX62" fmla="*/ 543246 w 539600"/>
                  <a:gd name="connsiteY62" fmla="*/ 178943 h 320843"/>
                  <a:gd name="connsiteX63" fmla="*/ 548642 w 539600"/>
                  <a:gd name="connsiteY63" fmla="*/ 155171 h 320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39600" h="320843">
                    <a:moveTo>
                      <a:pt x="548642" y="155171"/>
                    </a:moveTo>
                    <a:lnTo>
                      <a:pt x="534933" y="136796"/>
                    </a:lnTo>
                    <a:lnTo>
                      <a:pt x="502849" y="150505"/>
                    </a:lnTo>
                    <a:lnTo>
                      <a:pt x="461577" y="138983"/>
                    </a:lnTo>
                    <a:cubicBezTo>
                      <a:pt x="461577" y="138983"/>
                      <a:pt x="438680" y="118420"/>
                      <a:pt x="436347" y="111420"/>
                    </a:cubicBezTo>
                    <a:cubicBezTo>
                      <a:pt x="434014" y="104565"/>
                      <a:pt x="438680" y="95378"/>
                      <a:pt x="438680" y="95378"/>
                    </a:cubicBezTo>
                    <a:lnTo>
                      <a:pt x="434159" y="58773"/>
                    </a:lnTo>
                    <a:lnTo>
                      <a:pt x="432263" y="46960"/>
                    </a:lnTo>
                    <a:cubicBezTo>
                      <a:pt x="429055" y="45064"/>
                      <a:pt x="426576" y="43605"/>
                      <a:pt x="424972" y="42730"/>
                    </a:cubicBezTo>
                    <a:cubicBezTo>
                      <a:pt x="415784" y="38209"/>
                      <a:pt x="365324" y="6125"/>
                      <a:pt x="365324" y="6125"/>
                    </a:cubicBezTo>
                    <a:lnTo>
                      <a:pt x="317927" y="0"/>
                    </a:lnTo>
                    <a:lnTo>
                      <a:pt x="308739" y="9188"/>
                    </a:lnTo>
                    <a:lnTo>
                      <a:pt x="316322" y="35147"/>
                    </a:lnTo>
                    <a:cubicBezTo>
                      <a:pt x="316322" y="35147"/>
                      <a:pt x="252154" y="33689"/>
                      <a:pt x="247633" y="33689"/>
                    </a:cubicBezTo>
                    <a:cubicBezTo>
                      <a:pt x="243112" y="33689"/>
                      <a:pt x="221674" y="32230"/>
                      <a:pt x="217007" y="30626"/>
                    </a:cubicBezTo>
                    <a:cubicBezTo>
                      <a:pt x="212340" y="29022"/>
                      <a:pt x="200236" y="24501"/>
                      <a:pt x="200236" y="24501"/>
                    </a:cubicBezTo>
                    <a:lnTo>
                      <a:pt x="184923" y="44334"/>
                    </a:lnTo>
                    <a:lnTo>
                      <a:pt x="183464" y="62710"/>
                    </a:lnTo>
                    <a:lnTo>
                      <a:pt x="137671" y="42876"/>
                    </a:lnTo>
                    <a:lnTo>
                      <a:pt x="131546" y="52064"/>
                    </a:lnTo>
                    <a:lnTo>
                      <a:pt x="139129" y="68835"/>
                    </a:lnTo>
                    <a:lnTo>
                      <a:pt x="87211" y="137525"/>
                    </a:lnTo>
                    <a:lnTo>
                      <a:pt x="24501" y="210881"/>
                    </a:lnTo>
                    <a:lnTo>
                      <a:pt x="0" y="276508"/>
                    </a:lnTo>
                    <a:lnTo>
                      <a:pt x="30626" y="277967"/>
                    </a:lnTo>
                    <a:lnTo>
                      <a:pt x="38210" y="239757"/>
                    </a:lnTo>
                    <a:lnTo>
                      <a:pt x="102378" y="226049"/>
                    </a:lnTo>
                    <a:lnTo>
                      <a:pt x="114629" y="267321"/>
                    </a:lnTo>
                    <a:lnTo>
                      <a:pt x="123816" y="314718"/>
                    </a:lnTo>
                    <a:lnTo>
                      <a:pt x="128775" y="319968"/>
                    </a:lnTo>
                    <a:lnTo>
                      <a:pt x="176464" y="324927"/>
                    </a:lnTo>
                    <a:lnTo>
                      <a:pt x="202277" y="315447"/>
                    </a:lnTo>
                    <a:lnTo>
                      <a:pt x="217736" y="317197"/>
                    </a:lnTo>
                    <a:lnTo>
                      <a:pt x="240049" y="317197"/>
                    </a:lnTo>
                    <a:lnTo>
                      <a:pt x="270092" y="282779"/>
                    </a:lnTo>
                    <a:lnTo>
                      <a:pt x="265863" y="260466"/>
                    </a:lnTo>
                    <a:lnTo>
                      <a:pt x="276217" y="239903"/>
                    </a:lnTo>
                    <a:lnTo>
                      <a:pt x="304510" y="230424"/>
                    </a:lnTo>
                    <a:lnTo>
                      <a:pt x="309614" y="269946"/>
                    </a:lnTo>
                    <a:cubicBezTo>
                      <a:pt x="309614" y="269946"/>
                      <a:pt x="337177" y="286280"/>
                      <a:pt x="340532" y="288030"/>
                    </a:cubicBezTo>
                    <a:cubicBezTo>
                      <a:pt x="344032" y="289780"/>
                      <a:pt x="343157" y="304364"/>
                      <a:pt x="343157" y="304364"/>
                    </a:cubicBezTo>
                    <a:cubicBezTo>
                      <a:pt x="343157" y="304364"/>
                      <a:pt x="356865" y="325802"/>
                      <a:pt x="361240" y="330177"/>
                    </a:cubicBezTo>
                    <a:cubicBezTo>
                      <a:pt x="365470" y="334406"/>
                      <a:pt x="382679" y="323322"/>
                      <a:pt x="382679" y="323322"/>
                    </a:cubicBezTo>
                    <a:lnTo>
                      <a:pt x="380054" y="312968"/>
                    </a:lnTo>
                    <a:lnTo>
                      <a:pt x="377428" y="294009"/>
                    </a:lnTo>
                    <a:lnTo>
                      <a:pt x="395512" y="258716"/>
                    </a:lnTo>
                    <a:lnTo>
                      <a:pt x="400617" y="225174"/>
                    </a:lnTo>
                    <a:lnTo>
                      <a:pt x="421180" y="225174"/>
                    </a:lnTo>
                    <a:lnTo>
                      <a:pt x="421180" y="252737"/>
                    </a:lnTo>
                    <a:lnTo>
                      <a:pt x="447868" y="251862"/>
                    </a:lnTo>
                    <a:lnTo>
                      <a:pt x="470181" y="239903"/>
                    </a:lnTo>
                    <a:lnTo>
                      <a:pt x="489140" y="242528"/>
                    </a:lnTo>
                    <a:lnTo>
                      <a:pt x="496870" y="257112"/>
                    </a:lnTo>
                    <a:lnTo>
                      <a:pt x="507224" y="260612"/>
                    </a:lnTo>
                    <a:lnTo>
                      <a:pt x="514079" y="256383"/>
                    </a:lnTo>
                    <a:lnTo>
                      <a:pt x="510579" y="240924"/>
                    </a:lnTo>
                    <a:lnTo>
                      <a:pt x="497745" y="213361"/>
                    </a:lnTo>
                    <a:lnTo>
                      <a:pt x="509704" y="203006"/>
                    </a:lnTo>
                    <a:lnTo>
                      <a:pt x="521662" y="193527"/>
                    </a:lnTo>
                    <a:lnTo>
                      <a:pt x="521662" y="213361"/>
                    </a:lnTo>
                    <a:cubicBezTo>
                      <a:pt x="521662" y="213361"/>
                      <a:pt x="534496" y="208256"/>
                      <a:pt x="540621" y="205631"/>
                    </a:cubicBezTo>
                    <a:cubicBezTo>
                      <a:pt x="546601" y="203006"/>
                      <a:pt x="551851" y="195277"/>
                      <a:pt x="551851" y="195277"/>
                    </a:cubicBezTo>
                    <a:lnTo>
                      <a:pt x="543246" y="178943"/>
                    </a:lnTo>
                    <a:lnTo>
                      <a:pt x="548642" y="155171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48" name="Freeform: Shape 699">
                <a:extLst>
                  <a:ext uri="{FF2B5EF4-FFF2-40B4-BE49-F238E27FC236}">
                    <a16:creationId xmlns:a16="http://schemas.microsoft.com/office/drawing/2014/main" id="{26E9A7AE-E443-2B49-6E45-B778F531F183}"/>
                  </a:ext>
                </a:extLst>
              </p:cNvPr>
              <p:cNvSpPr/>
              <p:nvPr/>
            </p:nvSpPr>
            <p:spPr>
              <a:xfrm>
                <a:off x="7839761" y="3285290"/>
                <a:ext cx="437514" cy="437514"/>
              </a:xfrm>
              <a:custGeom>
                <a:avLst/>
                <a:gdLst>
                  <a:gd name="connsiteX0" fmla="*/ 301301 w 437513"/>
                  <a:gd name="connsiteY0" fmla="*/ 430222 h 437513"/>
                  <a:gd name="connsiteX1" fmla="*/ 289051 w 437513"/>
                  <a:gd name="connsiteY1" fmla="*/ 421034 h 437513"/>
                  <a:gd name="connsiteX2" fmla="*/ 311947 w 437513"/>
                  <a:gd name="connsiteY2" fmla="*/ 375241 h 437513"/>
                  <a:gd name="connsiteX3" fmla="*/ 327260 w 437513"/>
                  <a:gd name="connsiteY3" fmla="*/ 341698 h 437513"/>
                  <a:gd name="connsiteX4" fmla="*/ 305822 w 437513"/>
                  <a:gd name="connsiteY4" fmla="*/ 303489 h 437513"/>
                  <a:gd name="connsiteX5" fmla="*/ 293571 w 437513"/>
                  <a:gd name="connsiteY5" fmla="*/ 257695 h 437513"/>
                  <a:gd name="connsiteX6" fmla="*/ 373053 w 437513"/>
                  <a:gd name="connsiteY6" fmla="*/ 254633 h 437513"/>
                  <a:gd name="connsiteX7" fmla="*/ 374512 w 437513"/>
                  <a:gd name="connsiteY7" fmla="*/ 236257 h 437513"/>
                  <a:gd name="connsiteX8" fmla="*/ 397408 w 437513"/>
                  <a:gd name="connsiteY8" fmla="*/ 208694 h 437513"/>
                  <a:gd name="connsiteX9" fmla="*/ 412721 w 437513"/>
                  <a:gd name="connsiteY9" fmla="*/ 162901 h 437513"/>
                  <a:gd name="connsiteX10" fmla="*/ 379178 w 437513"/>
                  <a:gd name="connsiteY10" fmla="*/ 156776 h 437513"/>
                  <a:gd name="connsiteX11" fmla="*/ 369991 w 437513"/>
                  <a:gd name="connsiteY11" fmla="*/ 132275 h 437513"/>
                  <a:gd name="connsiteX12" fmla="*/ 409659 w 437513"/>
                  <a:gd name="connsiteY12" fmla="*/ 126150 h 437513"/>
                  <a:gd name="connsiteX13" fmla="*/ 431097 w 437513"/>
                  <a:gd name="connsiteY13" fmla="*/ 65044 h 437513"/>
                  <a:gd name="connsiteX14" fmla="*/ 417388 w 437513"/>
                  <a:gd name="connsiteY14" fmla="*/ 49731 h 437513"/>
                  <a:gd name="connsiteX15" fmla="*/ 418846 w 437513"/>
                  <a:gd name="connsiteY15" fmla="*/ 31355 h 437513"/>
                  <a:gd name="connsiteX16" fmla="*/ 418263 w 437513"/>
                  <a:gd name="connsiteY16" fmla="*/ 29897 h 437513"/>
                  <a:gd name="connsiteX17" fmla="*/ 448597 w 437513"/>
                  <a:gd name="connsiteY17" fmla="*/ 13855 h 437513"/>
                  <a:gd name="connsiteX18" fmla="*/ 409659 w 437513"/>
                  <a:gd name="connsiteY18" fmla="*/ 34418 h 437513"/>
                  <a:gd name="connsiteX19" fmla="*/ 384428 w 437513"/>
                  <a:gd name="connsiteY19" fmla="*/ 0 h 437513"/>
                  <a:gd name="connsiteX20" fmla="*/ 333969 w 437513"/>
                  <a:gd name="connsiteY20" fmla="*/ 4521 h 437513"/>
                  <a:gd name="connsiteX21" fmla="*/ 297363 w 437513"/>
                  <a:gd name="connsiteY21" fmla="*/ 6854 h 437513"/>
                  <a:gd name="connsiteX22" fmla="*/ 285842 w 437513"/>
                  <a:gd name="connsiteY22" fmla="*/ 6854 h 437513"/>
                  <a:gd name="connsiteX23" fmla="*/ 256091 w 437513"/>
                  <a:gd name="connsiteY23" fmla="*/ 27417 h 437513"/>
                  <a:gd name="connsiteX24" fmla="*/ 226340 w 437513"/>
                  <a:gd name="connsiteY24" fmla="*/ 47981 h 437513"/>
                  <a:gd name="connsiteX25" fmla="*/ 226340 w 437513"/>
                  <a:gd name="connsiteY25" fmla="*/ 70877 h 437513"/>
                  <a:gd name="connsiteX26" fmla="*/ 242382 w 437513"/>
                  <a:gd name="connsiteY26" fmla="*/ 84586 h 437513"/>
                  <a:gd name="connsiteX27" fmla="*/ 260758 w 437513"/>
                  <a:gd name="connsiteY27" fmla="*/ 86919 h 437513"/>
                  <a:gd name="connsiteX28" fmla="*/ 265279 w 437513"/>
                  <a:gd name="connsiteY28" fmla="*/ 96107 h 437513"/>
                  <a:gd name="connsiteX29" fmla="*/ 260758 w 437513"/>
                  <a:gd name="connsiteY29" fmla="*/ 141900 h 437513"/>
                  <a:gd name="connsiteX30" fmla="*/ 258425 w 437513"/>
                  <a:gd name="connsiteY30" fmla="*/ 153421 h 437513"/>
                  <a:gd name="connsiteX31" fmla="*/ 198777 w 437513"/>
                  <a:gd name="connsiteY31" fmla="*/ 185506 h 437513"/>
                  <a:gd name="connsiteX32" fmla="*/ 187256 w 437513"/>
                  <a:gd name="connsiteY32" fmla="*/ 151088 h 437513"/>
                  <a:gd name="connsiteX33" fmla="*/ 196443 w 437513"/>
                  <a:gd name="connsiteY33" fmla="*/ 121337 h 437513"/>
                  <a:gd name="connsiteX34" fmla="*/ 207965 w 437513"/>
                  <a:gd name="connsiteY34" fmla="*/ 116816 h 437513"/>
                  <a:gd name="connsiteX35" fmla="*/ 198777 w 437513"/>
                  <a:gd name="connsiteY35" fmla="*/ 98441 h 437513"/>
                  <a:gd name="connsiteX36" fmla="*/ 194256 w 437513"/>
                  <a:gd name="connsiteY36" fmla="*/ 75544 h 437513"/>
                  <a:gd name="connsiteX37" fmla="*/ 169026 w 437513"/>
                  <a:gd name="connsiteY37" fmla="*/ 75544 h 437513"/>
                  <a:gd name="connsiteX38" fmla="*/ 157505 w 437513"/>
                  <a:gd name="connsiteY38" fmla="*/ 114483 h 437513"/>
                  <a:gd name="connsiteX39" fmla="*/ 150650 w 437513"/>
                  <a:gd name="connsiteY39" fmla="*/ 162609 h 437513"/>
                  <a:gd name="connsiteX40" fmla="*/ 141463 w 437513"/>
                  <a:gd name="connsiteY40" fmla="*/ 192360 h 437513"/>
                  <a:gd name="connsiteX41" fmla="*/ 113899 w 437513"/>
                  <a:gd name="connsiteY41" fmla="*/ 233632 h 437513"/>
                  <a:gd name="connsiteX42" fmla="*/ 84148 w 437513"/>
                  <a:gd name="connsiteY42" fmla="*/ 238153 h 437513"/>
                  <a:gd name="connsiteX43" fmla="*/ 93336 w 437513"/>
                  <a:gd name="connsiteY43" fmla="*/ 249674 h 437513"/>
                  <a:gd name="connsiteX44" fmla="*/ 123087 w 437513"/>
                  <a:gd name="connsiteY44" fmla="*/ 270238 h 437513"/>
                  <a:gd name="connsiteX45" fmla="*/ 129941 w 437513"/>
                  <a:gd name="connsiteY45" fmla="*/ 279425 h 437513"/>
                  <a:gd name="connsiteX46" fmla="*/ 116233 w 437513"/>
                  <a:gd name="connsiteY46" fmla="*/ 297801 h 437513"/>
                  <a:gd name="connsiteX47" fmla="*/ 74961 w 437513"/>
                  <a:gd name="connsiteY47" fmla="*/ 313843 h 437513"/>
                  <a:gd name="connsiteX48" fmla="*/ 49731 w 437513"/>
                  <a:gd name="connsiteY48" fmla="*/ 302322 h 437513"/>
                  <a:gd name="connsiteX49" fmla="*/ 36022 w 437513"/>
                  <a:gd name="connsiteY49" fmla="*/ 288613 h 437513"/>
                  <a:gd name="connsiteX50" fmla="*/ 17646 w 437513"/>
                  <a:gd name="connsiteY50" fmla="*/ 286280 h 437513"/>
                  <a:gd name="connsiteX51" fmla="*/ 10792 w 437513"/>
                  <a:gd name="connsiteY51" fmla="*/ 302322 h 437513"/>
                  <a:gd name="connsiteX52" fmla="*/ 26834 w 437513"/>
                  <a:gd name="connsiteY52" fmla="*/ 309176 h 437513"/>
                  <a:gd name="connsiteX53" fmla="*/ 45210 w 437513"/>
                  <a:gd name="connsiteY53" fmla="*/ 316031 h 437513"/>
                  <a:gd name="connsiteX54" fmla="*/ 68106 w 437513"/>
                  <a:gd name="connsiteY54" fmla="*/ 322885 h 437513"/>
                  <a:gd name="connsiteX55" fmla="*/ 81815 w 437513"/>
                  <a:gd name="connsiteY55" fmla="*/ 322885 h 437513"/>
                  <a:gd name="connsiteX56" fmla="*/ 111566 w 437513"/>
                  <a:gd name="connsiteY56" fmla="*/ 329739 h 437513"/>
                  <a:gd name="connsiteX57" fmla="*/ 111566 w 437513"/>
                  <a:gd name="connsiteY57" fmla="*/ 338927 h 437513"/>
                  <a:gd name="connsiteX58" fmla="*/ 111566 w 437513"/>
                  <a:gd name="connsiteY58" fmla="*/ 352636 h 437513"/>
                  <a:gd name="connsiteX59" fmla="*/ 104711 w 437513"/>
                  <a:gd name="connsiteY59" fmla="*/ 354969 h 437513"/>
                  <a:gd name="connsiteX60" fmla="*/ 91003 w 437513"/>
                  <a:gd name="connsiteY60" fmla="*/ 350448 h 437513"/>
                  <a:gd name="connsiteX61" fmla="*/ 74961 w 437513"/>
                  <a:gd name="connsiteY61" fmla="*/ 336740 h 437513"/>
                  <a:gd name="connsiteX62" fmla="*/ 36022 w 437513"/>
                  <a:gd name="connsiteY62" fmla="*/ 336740 h 437513"/>
                  <a:gd name="connsiteX63" fmla="*/ 13125 w 437513"/>
                  <a:gd name="connsiteY63" fmla="*/ 336740 h 437513"/>
                  <a:gd name="connsiteX64" fmla="*/ 0 w 437513"/>
                  <a:gd name="connsiteY64" fmla="*/ 336885 h 437513"/>
                  <a:gd name="connsiteX65" fmla="*/ 3208 w 437513"/>
                  <a:gd name="connsiteY65" fmla="*/ 341261 h 437513"/>
                  <a:gd name="connsiteX66" fmla="*/ 29168 w 437513"/>
                  <a:gd name="connsiteY66" fmla="*/ 368824 h 437513"/>
                  <a:gd name="connsiteX67" fmla="*/ 76565 w 437513"/>
                  <a:gd name="connsiteY67" fmla="*/ 379470 h 437513"/>
                  <a:gd name="connsiteX68" fmla="*/ 131546 w 437513"/>
                  <a:gd name="connsiteY68" fmla="*/ 374949 h 437513"/>
                  <a:gd name="connsiteX69" fmla="*/ 131546 w 437513"/>
                  <a:gd name="connsiteY69" fmla="*/ 342865 h 437513"/>
                  <a:gd name="connsiteX70" fmla="*/ 180401 w 437513"/>
                  <a:gd name="connsiteY70" fmla="*/ 339802 h 437513"/>
                  <a:gd name="connsiteX71" fmla="*/ 195714 w 437513"/>
                  <a:gd name="connsiteY71" fmla="*/ 355115 h 437513"/>
                  <a:gd name="connsiteX72" fmla="*/ 238445 w 437513"/>
                  <a:gd name="connsiteY72" fmla="*/ 356574 h 437513"/>
                  <a:gd name="connsiteX73" fmla="*/ 250695 w 437513"/>
                  <a:gd name="connsiteY73" fmla="*/ 367220 h 437513"/>
                  <a:gd name="connsiteX74" fmla="*/ 272133 w 437513"/>
                  <a:gd name="connsiteY74" fmla="*/ 387054 h 437513"/>
                  <a:gd name="connsiteX75" fmla="*/ 259883 w 437513"/>
                  <a:gd name="connsiteY75" fmla="*/ 437514 h 437513"/>
                  <a:gd name="connsiteX76" fmla="*/ 276654 w 437513"/>
                  <a:gd name="connsiteY76" fmla="*/ 448160 h 437513"/>
                  <a:gd name="connsiteX77" fmla="*/ 301155 w 437513"/>
                  <a:gd name="connsiteY77" fmla="*/ 449035 h 437513"/>
                  <a:gd name="connsiteX78" fmla="*/ 301301 w 437513"/>
                  <a:gd name="connsiteY78" fmla="*/ 430222 h 437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437513" h="437513">
                    <a:moveTo>
                      <a:pt x="301301" y="430222"/>
                    </a:moveTo>
                    <a:cubicBezTo>
                      <a:pt x="301301" y="424097"/>
                      <a:pt x="289051" y="421034"/>
                      <a:pt x="289051" y="421034"/>
                    </a:cubicBezTo>
                    <a:lnTo>
                      <a:pt x="311947" y="375241"/>
                    </a:lnTo>
                    <a:lnTo>
                      <a:pt x="327260" y="341698"/>
                    </a:lnTo>
                    <a:lnTo>
                      <a:pt x="305822" y="303489"/>
                    </a:lnTo>
                    <a:lnTo>
                      <a:pt x="293571" y="257695"/>
                    </a:lnTo>
                    <a:lnTo>
                      <a:pt x="373053" y="254633"/>
                    </a:lnTo>
                    <a:lnTo>
                      <a:pt x="374512" y="236257"/>
                    </a:lnTo>
                    <a:lnTo>
                      <a:pt x="397408" y="208694"/>
                    </a:lnTo>
                    <a:lnTo>
                      <a:pt x="412721" y="162901"/>
                    </a:lnTo>
                    <a:lnTo>
                      <a:pt x="379178" y="156776"/>
                    </a:lnTo>
                    <a:cubicBezTo>
                      <a:pt x="379178" y="156776"/>
                      <a:pt x="371595" y="143067"/>
                      <a:pt x="369991" y="132275"/>
                    </a:cubicBezTo>
                    <a:cubicBezTo>
                      <a:pt x="368386" y="121483"/>
                      <a:pt x="409659" y="126150"/>
                      <a:pt x="409659" y="126150"/>
                    </a:cubicBezTo>
                    <a:lnTo>
                      <a:pt x="431097" y="65044"/>
                    </a:lnTo>
                    <a:lnTo>
                      <a:pt x="417388" y="49731"/>
                    </a:lnTo>
                    <a:lnTo>
                      <a:pt x="418846" y="31355"/>
                    </a:lnTo>
                    <a:lnTo>
                      <a:pt x="418263" y="29897"/>
                    </a:lnTo>
                    <a:lnTo>
                      <a:pt x="448597" y="13855"/>
                    </a:lnTo>
                    <a:lnTo>
                      <a:pt x="409659" y="34418"/>
                    </a:lnTo>
                    <a:lnTo>
                      <a:pt x="384428" y="0"/>
                    </a:lnTo>
                    <a:lnTo>
                      <a:pt x="333969" y="4521"/>
                    </a:lnTo>
                    <a:lnTo>
                      <a:pt x="297363" y="6854"/>
                    </a:lnTo>
                    <a:lnTo>
                      <a:pt x="285842" y="6854"/>
                    </a:lnTo>
                    <a:lnTo>
                      <a:pt x="256091" y="27417"/>
                    </a:lnTo>
                    <a:lnTo>
                      <a:pt x="226340" y="47981"/>
                    </a:lnTo>
                    <a:lnTo>
                      <a:pt x="226340" y="70877"/>
                    </a:lnTo>
                    <a:lnTo>
                      <a:pt x="242382" y="84586"/>
                    </a:lnTo>
                    <a:lnTo>
                      <a:pt x="260758" y="86919"/>
                    </a:lnTo>
                    <a:lnTo>
                      <a:pt x="265279" y="96107"/>
                    </a:lnTo>
                    <a:lnTo>
                      <a:pt x="260758" y="141900"/>
                    </a:lnTo>
                    <a:lnTo>
                      <a:pt x="258425" y="153421"/>
                    </a:lnTo>
                    <a:lnTo>
                      <a:pt x="198777" y="185506"/>
                    </a:lnTo>
                    <a:lnTo>
                      <a:pt x="187256" y="151088"/>
                    </a:lnTo>
                    <a:lnTo>
                      <a:pt x="196443" y="121337"/>
                    </a:lnTo>
                    <a:lnTo>
                      <a:pt x="207965" y="116816"/>
                    </a:lnTo>
                    <a:cubicBezTo>
                      <a:pt x="207965" y="116816"/>
                      <a:pt x="198777" y="109962"/>
                      <a:pt x="198777" y="98441"/>
                    </a:cubicBezTo>
                    <a:cubicBezTo>
                      <a:pt x="198777" y="86919"/>
                      <a:pt x="194256" y="75544"/>
                      <a:pt x="194256" y="75544"/>
                    </a:cubicBezTo>
                    <a:lnTo>
                      <a:pt x="169026" y="75544"/>
                    </a:lnTo>
                    <a:lnTo>
                      <a:pt x="157505" y="114483"/>
                    </a:lnTo>
                    <a:lnTo>
                      <a:pt x="150650" y="162609"/>
                    </a:lnTo>
                    <a:lnTo>
                      <a:pt x="141463" y="192360"/>
                    </a:lnTo>
                    <a:cubicBezTo>
                      <a:pt x="141463" y="192360"/>
                      <a:pt x="125420" y="231299"/>
                      <a:pt x="113899" y="233632"/>
                    </a:cubicBezTo>
                    <a:cubicBezTo>
                      <a:pt x="102378" y="235966"/>
                      <a:pt x="84148" y="238153"/>
                      <a:pt x="84148" y="238153"/>
                    </a:cubicBezTo>
                    <a:lnTo>
                      <a:pt x="93336" y="249674"/>
                    </a:lnTo>
                    <a:lnTo>
                      <a:pt x="123087" y="270238"/>
                    </a:lnTo>
                    <a:cubicBezTo>
                      <a:pt x="123087" y="270238"/>
                      <a:pt x="129941" y="272571"/>
                      <a:pt x="129941" y="279425"/>
                    </a:cubicBezTo>
                    <a:cubicBezTo>
                      <a:pt x="129941" y="286280"/>
                      <a:pt x="125420" y="295467"/>
                      <a:pt x="116233" y="297801"/>
                    </a:cubicBezTo>
                    <a:cubicBezTo>
                      <a:pt x="107045" y="300134"/>
                      <a:pt x="74961" y="313843"/>
                      <a:pt x="74961" y="313843"/>
                    </a:cubicBezTo>
                    <a:lnTo>
                      <a:pt x="49731" y="302322"/>
                    </a:lnTo>
                    <a:lnTo>
                      <a:pt x="36022" y="288613"/>
                    </a:lnTo>
                    <a:cubicBezTo>
                      <a:pt x="36022" y="288613"/>
                      <a:pt x="24501" y="277092"/>
                      <a:pt x="17646" y="286280"/>
                    </a:cubicBezTo>
                    <a:cubicBezTo>
                      <a:pt x="10792" y="295467"/>
                      <a:pt x="10792" y="302322"/>
                      <a:pt x="10792" y="302322"/>
                    </a:cubicBezTo>
                    <a:lnTo>
                      <a:pt x="26834" y="309176"/>
                    </a:lnTo>
                    <a:lnTo>
                      <a:pt x="45210" y="316031"/>
                    </a:lnTo>
                    <a:lnTo>
                      <a:pt x="68106" y="322885"/>
                    </a:lnTo>
                    <a:lnTo>
                      <a:pt x="81815" y="322885"/>
                    </a:lnTo>
                    <a:lnTo>
                      <a:pt x="111566" y="329739"/>
                    </a:lnTo>
                    <a:cubicBezTo>
                      <a:pt x="111566" y="329739"/>
                      <a:pt x="111566" y="332073"/>
                      <a:pt x="111566" y="338927"/>
                    </a:cubicBezTo>
                    <a:cubicBezTo>
                      <a:pt x="111566" y="345781"/>
                      <a:pt x="118420" y="350448"/>
                      <a:pt x="111566" y="352636"/>
                    </a:cubicBezTo>
                    <a:cubicBezTo>
                      <a:pt x="104711" y="354969"/>
                      <a:pt x="104711" y="354969"/>
                      <a:pt x="104711" y="354969"/>
                    </a:cubicBezTo>
                    <a:lnTo>
                      <a:pt x="91003" y="350448"/>
                    </a:lnTo>
                    <a:cubicBezTo>
                      <a:pt x="91003" y="350448"/>
                      <a:pt x="91003" y="336740"/>
                      <a:pt x="74961" y="336740"/>
                    </a:cubicBezTo>
                    <a:cubicBezTo>
                      <a:pt x="58918" y="336740"/>
                      <a:pt x="42876" y="336740"/>
                      <a:pt x="36022" y="336740"/>
                    </a:cubicBezTo>
                    <a:cubicBezTo>
                      <a:pt x="29168" y="336740"/>
                      <a:pt x="13125" y="336740"/>
                      <a:pt x="13125" y="336740"/>
                    </a:cubicBezTo>
                    <a:cubicBezTo>
                      <a:pt x="13125" y="336740"/>
                      <a:pt x="15313" y="341115"/>
                      <a:pt x="0" y="336885"/>
                    </a:cubicBezTo>
                    <a:lnTo>
                      <a:pt x="3208" y="341261"/>
                    </a:lnTo>
                    <a:lnTo>
                      <a:pt x="29168" y="368824"/>
                    </a:lnTo>
                    <a:lnTo>
                      <a:pt x="76565" y="379470"/>
                    </a:lnTo>
                    <a:lnTo>
                      <a:pt x="131546" y="374949"/>
                    </a:lnTo>
                    <a:lnTo>
                      <a:pt x="131546" y="342865"/>
                    </a:lnTo>
                    <a:lnTo>
                      <a:pt x="180401" y="339802"/>
                    </a:lnTo>
                    <a:lnTo>
                      <a:pt x="195714" y="355115"/>
                    </a:lnTo>
                    <a:lnTo>
                      <a:pt x="238445" y="356574"/>
                    </a:lnTo>
                    <a:lnTo>
                      <a:pt x="250695" y="367220"/>
                    </a:lnTo>
                    <a:lnTo>
                      <a:pt x="272133" y="387054"/>
                    </a:lnTo>
                    <a:lnTo>
                      <a:pt x="259883" y="437514"/>
                    </a:lnTo>
                    <a:lnTo>
                      <a:pt x="276654" y="448160"/>
                    </a:lnTo>
                    <a:lnTo>
                      <a:pt x="301155" y="449035"/>
                    </a:lnTo>
                    <a:cubicBezTo>
                      <a:pt x="301301" y="444076"/>
                      <a:pt x="301301" y="434451"/>
                      <a:pt x="301301" y="430222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149" name="Graphic 1">
                <a:extLst>
                  <a:ext uri="{FF2B5EF4-FFF2-40B4-BE49-F238E27FC236}">
                    <a16:creationId xmlns:a16="http://schemas.microsoft.com/office/drawing/2014/main" id="{69604D03-E736-2DDA-05C6-50DC686FBCE8}"/>
                  </a:ext>
                </a:extLst>
              </p:cNvPr>
              <p:cNvGrpSpPr/>
              <p:nvPr/>
            </p:nvGrpSpPr>
            <p:grpSpPr>
              <a:xfrm>
                <a:off x="7746278" y="3622102"/>
                <a:ext cx="422930" cy="320843"/>
                <a:chOff x="7746278" y="3622102"/>
                <a:chExt cx="422930" cy="320843"/>
              </a:xfrm>
              <a:grpFill/>
            </p:grpSpPr>
            <p:sp>
              <p:nvSpPr>
                <p:cNvPr id="205" name="Freeform: Shape 701">
                  <a:extLst>
                    <a:ext uri="{FF2B5EF4-FFF2-40B4-BE49-F238E27FC236}">
                      <a16:creationId xmlns:a16="http://schemas.microsoft.com/office/drawing/2014/main" id="{A9686738-F665-E2B6-5579-5B82183FE062}"/>
                    </a:ext>
                  </a:extLst>
                </p:cNvPr>
                <p:cNvSpPr/>
                <p:nvPr/>
              </p:nvSpPr>
              <p:spPr>
                <a:xfrm>
                  <a:off x="7839906" y="362246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0 w 0"/>
                    <a:gd name="connsiteY1" fmla="*/ 0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06" name="Freeform: Shape 702">
                  <a:extLst>
                    <a:ext uri="{FF2B5EF4-FFF2-40B4-BE49-F238E27FC236}">
                      <a16:creationId xmlns:a16="http://schemas.microsoft.com/office/drawing/2014/main" id="{32203178-AFD9-D9E2-5933-3497D0960E62}"/>
                    </a:ext>
                  </a:extLst>
                </p:cNvPr>
                <p:cNvSpPr/>
                <p:nvPr/>
              </p:nvSpPr>
              <p:spPr>
                <a:xfrm>
                  <a:off x="7746278" y="3622102"/>
                  <a:ext cx="422930" cy="320843"/>
                </a:xfrm>
                <a:custGeom>
                  <a:avLst/>
                  <a:gdLst>
                    <a:gd name="connsiteX0" fmla="*/ 435909 w 422929"/>
                    <a:gd name="connsiteY0" fmla="*/ 284311 h 320843"/>
                    <a:gd name="connsiteX1" fmla="*/ 409950 w 422929"/>
                    <a:gd name="connsiteY1" fmla="*/ 267540 h 320843"/>
                    <a:gd name="connsiteX2" fmla="*/ 397700 w 422929"/>
                    <a:gd name="connsiteY2" fmla="*/ 227872 h 320843"/>
                    <a:gd name="connsiteX3" fmla="*/ 426722 w 422929"/>
                    <a:gd name="connsiteY3" fmla="*/ 201913 h 320843"/>
                    <a:gd name="connsiteX4" fmla="*/ 431242 w 422929"/>
                    <a:gd name="connsiteY4" fmla="*/ 192725 h 320843"/>
                    <a:gd name="connsiteX5" fmla="*/ 409804 w 422929"/>
                    <a:gd name="connsiteY5" fmla="*/ 180475 h 320843"/>
                    <a:gd name="connsiteX6" fmla="*/ 399158 w 422929"/>
                    <a:gd name="connsiteY6" fmla="*/ 162099 h 320843"/>
                    <a:gd name="connsiteX7" fmla="*/ 393033 w 422929"/>
                    <a:gd name="connsiteY7" fmla="*/ 136140 h 320843"/>
                    <a:gd name="connsiteX8" fmla="*/ 394491 w 422929"/>
                    <a:gd name="connsiteY8" fmla="*/ 116306 h 320843"/>
                    <a:gd name="connsiteX9" fmla="*/ 394491 w 422929"/>
                    <a:gd name="connsiteY9" fmla="*/ 112660 h 320843"/>
                    <a:gd name="connsiteX10" fmla="*/ 369991 w 422929"/>
                    <a:gd name="connsiteY10" fmla="*/ 111785 h 320843"/>
                    <a:gd name="connsiteX11" fmla="*/ 353219 w 422929"/>
                    <a:gd name="connsiteY11" fmla="*/ 101139 h 320843"/>
                    <a:gd name="connsiteX12" fmla="*/ 365470 w 422929"/>
                    <a:gd name="connsiteY12" fmla="*/ 50679 h 320843"/>
                    <a:gd name="connsiteX13" fmla="*/ 344031 w 422929"/>
                    <a:gd name="connsiteY13" fmla="*/ 30845 h 320843"/>
                    <a:gd name="connsiteX14" fmla="*/ 331781 w 422929"/>
                    <a:gd name="connsiteY14" fmla="*/ 20199 h 320843"/>
                    <a:gd name="connsiteX15" fmla="*/ 289051 w 422929"/>
                    <a:gd name="connsiteY15" fmla="*/ 18740 h 320843"/>
                    <a:gd name="connsiteX16" fmla="*/ 273738 w 422929"/>
                    <a:gd name="connsiteY16" fmla="*/ 3428 h 320843"/>
                    <a:gd name="connsiteX17" fmla="*/ 224882 w 422929"/>
                    <a:gd name="connsiteY17" fmla="*/ 6490 h 320843"/>
                    <a:gd name="connsiteX18" fmla="*/ 224882 w 422929"/>
                    <a:gd name="connsiteY18" fmla="*/ 38574 h 320843"/>
                    <a:gd name="connsiteX19" fmla="*/ 169901 w 422929"/>
                    <a:gd name="connsiteY19" fmla="*/ 43096 h 320843"/>
                    <a:gd name="connsiteX20" fmla="*/ 122504 w 422929"/>
                    <a:gd name="connsiteY20" fmla="*/ 32449 h 320843"/>
                    <a:gd name="connsiteX21" fmla="*/ 96545 w 422929"/>
                    <a:gd name="connsiteY21" fmla="*/ 4886 h 320843"/>
                    <a:gd name="connsiteX22" fmla="*/ 93336 w 422929"/>
                    <a:gd name="connsiteY22" fmla="*/ 511 h 320843"/>
                    <a:gd name="connsiteX23" fmla="*/ 92753 w 422929"/>
                    <a:gd name="connsiteY23" fmla="*/ 365 h 320843"/>
                    <a:gd name="connsiteX24" fmla="*/ 12542 w 422929"/>
                    <a:gd name="connsiteY24" fmla="*/ 36970 h 320843"/>
                    <a:gd name="connsiteX25" fmla="*/ 0 w 422929"/>
                    <a:gd name="connsiteY25" fmla="*/ 41929 h 320843"/>
                    <a:gd name="connsiteX26" fmla="*/ 20126 w 422929"/>
                    <a:gd name="connsiteY26" fmla="*/ 98222 h 320843"/>
                    <a:gd name="connsiteX27" fmla="*/ 56731 w 422929"/>
                    <a:gd name="connsiteY27" fmla="*/ 104347 h 320843"/>
                    <a:gd name="connsiteX28" fmla="*/ 73502 w 422929"/>
                    <a:gd name="connsiteY28" fmla="*/ 150140 h 320843"/>
                    <a:gd name="connsiteX29" fmla="*/ 165234 w 422929"/>
                    <a:gd name="connsiteY29" fmla="*/ 179162 h 320843"/>
                    <a:gd name="connsiteX30" fmla="*/ 185068 w 422929"/>
                    <a:gd name="connsiteY30" fmla="*/ 244789 h 320843"/>
                    <a:gd name="connsiteX31" fmla="*/ 211027 w 422929"/>
                    <a:gd name="connsiteY31" fmla="*/ 250914 h 320843"/>
                    <a:gd name="connsiteX32" fmla="*/ 255362 w 422929"/>
                    <a:gd name="connsiteY32" fmla="*/ 223351 h 320843"/>
                    <a:gd name="connsiteX33" fmla="*/ 258425 w 422929"/>
                    <a:gd name="connsiteY33" fmla="*/ 267686 h 320843"/>
                    <a:gd name="connsiteX34" fmla="*/ 310343 w 422929"/>
                    <a:gd name="connsiteY34" fmla="*/ 304291 h 320843"/>
                    <a:gd name="connsiteX35" fmla="*/ 360803 w 422929"/>
                    <a:gd name="connsiteY35" fmla="*/ 324125 h 320843"/>
                    <a:gd name="connsiteX36" fmla="*/ 410388 w 422929"/>
                    <a:gd name="connsiteY36" fmla="*/ 325292 h 320843"/>
                    <a:gd name="connsiteX37" fmla="*/ 435909 w 422929"/>
                    <a:gd name="connsiteY37" fmla="*/ 284311 h 320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422929" h="320843">
                      <a:moveTo>
                        <a:pt x="435909" y="284311"/>
                      </a:moveTo>
                      <a:lnTo>
                        <a:pt x="409950" y="267540"/>
                      </a:lnTo>
                      <a:lnTo>
                        <a:pt x="397700" y="227872"/>
                      </a:lnTo>
                      <a:lnTo>
                        <a:pt x="426722" y="201913"/>
                      </a:lnTo>
                      <a:lnTo>
                        <a:pt x="431242" y="192725"/>
                      </a:lnTo>
                      <a:cubicBezTo>
                        <a:pt x="431242" y="192725"/>
                        <a:pt x="414471" y="182079"/>
                        <a:pt x="409804" y="180475"/>
                      </a:cubicBezTo>
                      <a:cubicBezTo>
                        <a:pt x="405283" y="179017"/>
                        <a:pt x="399158" y="162099"/>
                        <a:pt x="399158" y="162099"/>
                      </a:cubicBezTo>
                      <a:cubicBezTo>
                        <a:pt x="399158" y="162099"/>
                        <a:pt x="400617" y="139203"/>
                        <a:pt x="393033" y="136140"/>
                      </a:cubicBezTo>
                      <a:cubicBezTo>
                        <a:pt x="385449" y="133077"/>
                        <a:pt x="394491" y="116306"/>
                        <a:pt x="394491" y="116306"/>
                      </a:cubicBezTo>
                      <a:cubicBezTo>
                        <a:pt x="394491" y="116306"/>
                        <a:pt x="394491" y="114847"/>
                        <a:pt x="394491" y="112660"/>
                      </a:cubicBezTo>
                      <a:lnTo>
                        <a:pt x="369991" y="111785"/>
                      </a:lnTo>
                      <a:lnTo>
                        <a:pt x="353219" y="101139"/>
                      </a:lnTo>
                      <a:lnTo>
                        <a:pt x="365470" y="50679"/>
                      </a:lnTo>
                      <a:lnTo>
                        <a:pt x="344031" y="30845"/>
                      </a:lnTo>
                      <a:lnTo>
                        <a:pt x="331781" y="20199"/>
                      </a:lnTo>
                      <a:lnTo>
                        <a:pt x="289051" y="18740"/>
                      </a:lnTo>
                      <a:lnTo>
                        <a:pt x="273738" y="3428"/>
                      </a:lnTo>
                      <a:lnTo>
                        <a:pt x="224882" y="6490"/>
                      </a:lnTo>
                      <a:lnTo>
                        <a:pt x="224882" y="38574"/>
                      </a:lnTo>
                      <a:lnTo>
                        <a:pt x="169901" y="43096"/>
                      </a:lnTo>
                      <a:lnTo>
                        <a:pt x="122504" y="32449"/>
                      </a:lnTo>
                      <a:lnTo>
                        <a:pt x="96545" y="4886"/>
                      </a:lnTo>
                      <a:lnTo>
                        <a:pt x="93336" y="511"/>
                      </a:lnTo>
                      <a:cubicBezTo>
                        <a:pt x="93044" y="511"/>
                        <a:pt x="92899" y="365"/>
                        <a:pt x="92753" y="365"/>
                      </a:cubicBezTo>
                      <a:cubicBezTo>
                        <a:pt x="76711" y="-4156"/>
                        <a:pt x="21730" y="34783"/>
                        <a:pt x="12542" y="36970"/>
                      </a:cubicBezTo>
                      <a:cubicBezTo>
                        <a:pt x="10209" y="37554"/>
                        <a:pt x="5688" y="39450"/>
                        <a:pt x="0" y="41929"/>
                      </a:cubicBezTo>
                      <a:lnTo>
                        <a:pt x="20126" y="98222"/>
                      </a:lnTo>
                      <a:lnTo>
                        <a:pt x="56731" y="104347"/>
                      </a:lnTo>
                      <a:lnTo>
                        <a:pt x="73502" y="150140"/>
                      </a:lnTo>
                      <a:lnTo>
                        <a:pt x="165234" y="179162"/>
                      </a:lnTo>
                      <a:lnTo>
                        <a:pt x="185068" y="244789"/>
                      </a:lnTo>
                      <a:lnTo>
                        <a:pt x="211027" y="250914"/>
                      </a:lnTo>
                      <a:lnTo>
                        <a:pt x="255362" y="223351"/>
                      </a:lnTo>
                      <a:lnTo>
                        <a:pt x="258425" y="267686"/>
                      </a:lnTo>
                      <a:cubicBezTo>
                        <a:pt x="258425" y="267686"/>
                        <a:pt x="296634" y="299770"/>
                        <a:pt x="310343" y="304291"/>
                      </a:cubicBezTo>
                      <a:cubicBezTo>
                        <a:pt x="324052" y="308812"/>
                        <a:pt x="324052" y="322666"/>
                        <a:pt x="360803" y="324125"/>
                      </a:cubicBezTo>
                      <a:cubicBezTo>
                        <a:pt x="373782" y="324708"/>
                        <a:pt x="392158" y="325000"/>
                        <a:pt x="410388" y="325292"/>
                      </a:cubicBezTo>
                      <a:lnTo>
                        <a:pt x="435909" y="284311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sp>
            <p:nvSpPr>
              <p:cNvPr id="150" name="Freeform: Shape 703">
                <a:extLst>
                  <a:ext uri="{FF2B5EF4-FFF2-40B4-BE49-F238E27FC236}">
                    <a16:creationId xmlns:a16="http://schemas.microsoft.com/office/drawing/2014/main" id="{DCF27441-460E-19F3-879C-940F208A95E8}"/>
                  </a:ext>
                </a:extLst>
              </p:cNvPr>
              <p:cNvSpPr/>
              <p:nvPr/>
            </p:nvSpPr>
            <p:spPr>
              <a:xfrm>
                <a:off x="8431862" y="4835692"/>
                <a:ext cx="14584" cy="14584"/>
              </a:xfrm>
              <a:custGeom>
                <a:avLst/>
                <a:gdLst>
                  <a:gd name="connsiteX0" fmla="*/ 1750 w 0"/>
                  <a:gd name="connsiteY0" fmla="*/ 0 h 0"/>
                  <a:gd name="connsiteX1" fmla="*/ 0 w 0"/>
                  <a:gd name="connsiteY1" fmla="*/ 2625 h 0"/>
                  <a:gd name="connsiteX2" fmla="*/ 175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750" y="0"/>
                    </a:moveTo>
                    <a:cubicBezTo>
                      <a:pt x="1167" y="875"/>
                      <a:pt x="583" y="1750"/>
                      <a:pt x="0" y="2625"/>
                    </a:cubicBezTo>
                    <a:cubicBezTo>
                      <a:pt x="583" y="1750"/>
                      <a:pt x="1167" y="875"/>
                      <a:pt x="175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51" name="Freeform: Shape 704">
                <a:extLst>
                  <a:ext uri="{FF2B5EF4-FFF2-40B4-BE49-F238E27FC236}">
                    <a16:creationId xmlns:a16="http://schemas.microsoft.com/office/drawing/2014/main" id="{C77BC23E-72A8-A0BF-78AB-D4F3EA32D2FE}"/>
                  </a:ext>
                </a:extLst>
              </p:cNvPr>
              <p:cNvSpPr/>
              <p:nvPr/>
            </p:nvSpPr>
            <p:spPr>
              <a:xfrm>
                <a:off x="8421508" y="4854651"/>
                <a:ext cx="14584" cy="14584"/>
              </a:xfrm>
              <a:custGeom>
                <a:avLst/>
                <a:gdLst>
                  <a:gd name="connsiteX0" fmla="*/ 146 w 0"/>
                  <a:gd name="connsiteY0" fmla="*/ 0 h 0"/>
                  <a:gd name="connsiteX1" fmla="*/ 0 w 0"/>
                  <a:gd name="connsiteY1" fmla="*/ 292 h 0"/>
                  <a:gd name="connsiteX2" fmla="*/ 146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46" y="0"/>
                    </a:moveTo>
                    <a:cubicBezTo>
                      <a:pt x="0" y="146"/>
                      <a:pt x="0" y="146"/>
                      <a:pt x="0" y="292"/>
                    </a:cubicBezTo>
                    <a:cubicBezTo>
                      <a:pt x="0" y="292"/>
                      <a:pt x="0" y="146"/>
                      <a:pt x="146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52" name="Freeform: Shape 705">
                <a:extLst>
                  <a:ext uri="{FF2B5EF4-FFF2-40B4-BE49-F238E27FC236}">
                    <a16:creationId xmlns:a16="http://schemas.microsoft.com/office/drawing/2014/main" id="{35E6CD40-C877-5F1B-43AC-EF2341D67120}"/>
                  </a:ext>
                </a:extLst>
              </p:cNvPr>
              <p:cNvSpPr/>
              <p:nvPr/>
            </p:nvSpPr>
            <p:spPr>
              <a:xfrm>
                <a:off x="8422820" y="4851151"/>
                <a:ext cx="14584" cy="14584"/>
              </a:xfrm>
              <a:custGeom>
                <a:avLst/>
                <a:gdLst>
                  <a:gd name="connsiteX0" fmla="*/ 875 w 0"/>
                  <a:gd name="connsiteY0" fmla="*/ 0 h 0"/>
                  <a:gd name="connsiteX1" fmla="*/ 0 w 0"/>
                  <a:gd name="connsiteY1" fmla="*/ 1312 h 0"/>
                  <a:gd name="connsiteX2" fmla="*/ 875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875" y="0"/>
                    </a:moveTo>
                    <a:cubicBezTo>
                      <a:pt x="583" y="437"/>
                      <a:pt x="292" y="1021"/>
                      <a:pt x="0" y="1312"/>
                    </a:cubicBezTo>
                    <a:cubicBezTo>
                      <a:pt x="292" y="875"/>
                      <a:pt x="583" y="437"/>
                      <a:pt x="875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53" name="Freeform: Shape 706">
                <a:extLst>
                  <a:ext uri="{FF2B5EF4-FFF2-40B4-BE49-F238E27FC236}">
                    <a16:creationId xmlns:a16="http://schemas.microsoft.com/office/drawing/2014/main" id="{98ED5AEA-BA8E-EEB9-1A65-DD4DADC21E8D}"/>
                  </a:ext>
                </a:extLst>
              </p:cNvPr>
              <p:cNvSpPr/>
              <p:nvPr/>
            </p:nvSpPr>
            <p:spPr>
              <a:xfrm>
                <a:off x="8434487" y="4833067"/>
                <a:ext cx="14584" cy="14584"/>
              </a:xfrm>
              <a:custGeom>
                <a:avLst/>
                <a:gdLst>
                  <a:gd name="connsiteX0" fmla="*/ 0 w 0"/>
                  <a:gd name="connsiteY0" fmla="*/ 1458 h 0"/>
                  <a:gd name="connsiteX1" fmla="*/ 1021 w 0"/>
                  <a:gd name="connsiteY1" fmla="*/ 0 h 0"/>
                  <a:gd name="connsiteX2" fmla="*/ 1021 w 0"/>
                  <a:gd name="connsiteY2" fmla="*/ 0 h 0"/>
                  <a:gd name="connsiteX3" fmla="*/ 0 w 0"/>
                  <a:gd name="connsiteY3" fmla="*/ 1458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>
                    <a:moveTo>
                      <a:pt x="0" y="1458"/>
                    </a:moveTo>
                    <a:cubicBezTo>
                      <a:pt x="292" y="1021"/>
                      <a:pt x="729" y="437"/>
                      <a:pt x="1021" y="0"/>
                    </a:cubicBezTo>
                    <a:lnTo>
                      <a:pt x="1021" y="0"/>
                    </a:lnTo>
                    <a:cubicBezTo>
                      <a:pt x="729" y="437"/>
                      <a:pt x="292" y="875"/>
                      <a:pt x="0" y="1458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54" name="Freeform: Shape 707">
                <a:extLst>
                  <a:ext uri="{FF2B5EF4-FFF2-40B4-BE49-F238E27FC236}">
                    <a16:creationId xmlns:a16="http://schemas.microsoft.com/office/drawing/2014/main" id="{11E38D9B-076E-BD11-908F-AA90699B437C}"/>
                  </a:ext>
                </a:extLst>
              </p:cNvPr>
              <p:cNvSpPr/>
              <p:nvPr/>
            </p:nvSpPr>
            <p:spPr>
              <a:xfrm>
                <a:off x="8422091" y="4853338"/>
                <a:ext cx="14584" cy="14584"/>
              </a:xfrm>
              <a:custGeom>
                <a:avLst/>
                <a:gdLst>
                  <a:gd name="connsiteX0" fmla="*/ 292 w 0"/>
                  <a:gd name="connsiteY0" fmla="*/ 0 h 0"/>
                  <a:gd name="connsiteX1" fmla="*/ 0 w 0"/>
                  <a:gd name="connsiteY1" fmla="*/ 583 h 0"/>
                  <a:gd name="connsiteX2" fmla="*/ 292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92" y="0"/>
                    </a:moveTo>
                    <a:cubicBezTo>
                      <a:pt x="146" y="292"/>
                      <a:pt x="0" y="437"/>
                      <a:pt x="0" y="583"/>
                    </a:cubicBezTo>
                    <a:cubicBezTo>
                      <a:pt x="146" y="437"/>
                      <a:pt x="146" y="146"/>
                      <a:pt x="292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55" name="Freeform: Shape 708">
                <a:extLst>
                  <a:ext uri="{FF2B5EF4-FFF2-40B4-BE49-F238E27FC236}">
                    <a16:creationId xmlns:a16="http://schemas.microsoft.com/office/drawing/2014/main" id="{65FA62EF-67EB-EB8C-C966-3E739B7B76EB}"/>
                  </a:ext>
                </a:extLst>
              </p:cNvPr>
              <p:cNvSpPr/>
              <p:nvPr/>
            </p:nvSpPr>
            <p:spPr>
              <a:xfrm>
                <a:off x="8427779" y="4842692"/>
                <a:ext cx="14584" cy="14584"/>
              </a:xfrm>
              <a:custGeom>
                <a:avLst/>
                <a:gdLst>
                  <a:gd name="connsiteX0" fmla="*/ 1167 w 0"/>
                  <a:gd name="connsiteY0" fmla="*/ 0 h 0"/>
                  <a:gd name="connsiteX1" fmla="*/ 0 w 0"/>
                  <a:gd name="connsiteY1" fmla="*/ 1750 h 0"/>
                  <a:gd name="connsiteX2" fmla="*/ 1167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167" y="0"/>
                    </a:moveTo>
                    <a:cubicBezTo>
                      <a:pt x="729" y="583"/>
                      <a:pt x="437" y="1167"/>
                      <a:pt x="0" y="1750"/>
                    </a:cubicBezTo>
                    <a:cubicBezTo>
                      <a:pt x="437" y="1167"/>
                      <a:pt x="729" y="583"/>
                      <a:pt x="1167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56" name="Freeform: Shape 709">
                <a:extLst>
                  <a:ext uri="{FF2B5EF4-FFF2-40B4-BE49-F238E27FC236}">
                    <a16:creationId xmlns:a16="http://schemas.microsoft.com/office/drawing/2014/main" id="{6C757442-0CEC-1070-D80A-0D1B39F59D33}"/>
                  </a:ext>
                </a:extLst>
              </p:cNvPr>
              <p:cNvSpPr/>
              <p:nvPr/>
            </p:nvSpPr>
            <p:spPr>
              <a:xfrm>
                <a:off x="8429237" y="4839192"/>
                <a:ext cx="14584" cy="14584"/>
              </a:xfrm>
              <a:custGeom>
                <a:avLst/>
                <a:gdLst>
                  <a:gd name="connsiteX0" fmla="*/ 2042 w 0"/>
                  <a:gd name="connsiteY0" fmla="*/ 0 h 0"/>
                  <a:gd name="connsiteX1" fmla="*/ 0 w 0"/>
                  <a:gd name="connsiteY1" fmla="*/ 3062 h 0"/>
                  <a:gd name="connsiteX2" fmla="*/ 2042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042" y="0"/>
                    </a:moveTo>
                    <a:cubicBezTo>
                      <a:pt x="1312" y="1021"/>
                      <a:pt x="729" y="2041"/>
                      <a:pt x="0" y="3062"/>
                    </a:cubicBezTo>
                    <a:cubicBezTo>
                      <a:pt x="583" y="2041"/>
                      <a:pt x="1312" y="1021"/>
                      <a:pt x="2042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58" name="Freeform: Shape 710">
                <a:extLst>
                  <a:ext uri="{FF2B5EF4-FFF2-40B4-BE49-F238E27FC236}">
                    <a16:creationId xmlns:a16="http://schemas.microsoft.com/office/drawing/2014/main" id="{BBA8F849-BC00-0443-690D-B59F6B08AE51}"/>
                  </a:ext>
                </a:extLst>
              </p:cNvPr>
              <p:cNvSpPr/>
              <p:nvPr/>
            </p:nvSpPr>
            <p:spPr>
              <a:xfrm>
                <a:off x="8425737" y="4844588"/>
                <a:ext cx="14584" cy="14584"/>
              </a:xfrm>
              <a:custGeom>
                <a:avLst/>
                <a:gdLst>
                  <a:gd name="connsiteX0" fmla="*/ 1896 w 0"/>
                  <a:gd name="connsiteY0" fmla="*/ 0 h 0"/>
                  <a:gd name="connsiteX1" fmla="*/ 0 w 0"/>
                  <a:gd name="connsiteY1" fmla="*/ 3062 h 0"/>
                  <a:gd name="connsiteX2" fmla="*/ 1896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896" y="0"/>
                    </a:moveTo>
                    <a:cubicBezTo>
                      <a:pt x="1167" y="1021"/>
                      <a:pt x="583" y="2187"/>
                      <a:pt x="0" y="3062"/>
                    </a:cubicBezTo>
                    <a:cubicBezTo>
                      <a:pt x="583" y="2187"/>
                      <a:pt x="1312" y="1167"/>
                      <a:pt x="1896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59" name="Freeform: Shape 711">
                <a:extLst>
                  <a:ext uri="{FF2B5EF4-FFF2-40B4-BE49-F238E27FC236}">
                    <a16:creationId xmlns:a16="http://schemas.microsoft.com/office/drawing/2014/main" id="{B63BFD9A-8AC9-2035-4721-FF3FFB19AD22}"/>
                  </a:ext>
                </a:extLst>
              </p:cNvPr>
              <p:cNvSpPr/>
              <p:nvPr/>
            </p:nvSpPr>
            <p:spPr>
              <a:xfrm>
                <a:off x="8424133" y="4848234"/>
                <a:ext cx="14584" cy="14584"/>
              </a:xfrm>
              <a:custGeom>
                <a:avLst/>
                <a:gdLst>
                  <a:gd name="connsiteX0" fmla="*/ 1312 w 0"/>
                  <a:gd name="connsiteY0" fmla="*/ 0 h 0"/>
                  <a:gd name="connsiteX1" fmla="*/ 0 w 0"/>
                  <a:gd name="connsiteY1" fmla="*/ 2333 h 0"/>
                  <a:gd name="connsiteX2" fmla="*/ 1312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312" y="0"/>
                    </a:moveTo>
                    <a:cubicBezTo>
                      <a:pt x="875" y="875"/>
                      <a:pt x="292" y="1604"/>
                      <a:pt x="0" y="2333"/>
                    </a:cubicBezTo>
                    <a:cubicBezTo>
                      <a:pt x="292" y="1604"/>
                      <a:pt x="875" y="875"/>
                      <a:pt x="1312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60" name="Freeform: Shape 712">
                <a:extLst>
                  <a:ext uri="{FF2B5EF4-FFF2-40B4-BE49-F238E27FC236}">
                    <a16:creationId xmlns:a16="http://schemas.microsoft.com/office/drawing/2014/main" id="{F8FDC21C-03B7-2A8A-9C1D-C449066A95C6}"/>
                  </a:ext>
                </a:extLst>
              </p:cNvPr>
              <p:cNvSpPr/>
              <p:nvPr/>
            </p:nvSpPr>
            <p:spPr>
              <a:xfrm>
                <a:off x="8418591" y="4518640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729 w 0"/>
                  <a:gd name="connsiteY1" fmla="*/ 437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292" y="146"/>
                      <a:pt x="729" y="437"/>
                    </a:cubicBezTo>
                    <a:cubicBezTo>
                      <a:pt x="292" y="146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61" name="Freeform: Shape 713">
                <a:extLst>
                  <a:ext uri="{FF2B5EF4-FFF2-40B4-BE49-F238E27FC236}">
                    <a16:creationId xmlns:a16="http://schemas.microsoft.com/office/drawing/2014/main" id="{12F7B1EF-CDE4-CE13-9253-C293E3D50FC7}"/>
                  </a:ext>
                </a:extLst>
              </p:cNvPr>
              <p:cNvSpPr/>
              <p:nvPr/>
            </p:nvSpPr>
            <p:spPr>
              <a:xfrm>
                <a:off x="8421654" y="4520390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875 w 0"/>
                  <a:gd name="connsiteY1" fmla="*/ 437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292" y="146"/>
                      <a:pt x="583" y="292"/>
                      <a:pt x="875" y="437"/>
                    </a:cubicBezTo>
                    <a:cubicBezTo>
                      <a:pt x="583" y="437"/>
                      <a:pt x="292" y="146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62" name="Freeform: Shape 714">
                <a:extLst>
                  <a:ext uri="{FF2B5EF4-FFF2-40B4-BE49-F238E27FC236}">
                    <a16:creationId xmlns:a16="http://schemas.microsoft.com/office/drawing/2014/main" id="{9F1745EA-1347-AA23-E2A3-D705B8679914}"/>
                  </a:ext>
                </a:extLst>
              </p:cNvPr>
              <p:cNvSpPr/>
              <p:nvPr/>
            </p:nvSpPr>
            <p:spPr>
              <a:xfrm>
                <a:off x="8420195" y="4519515"/>
                <a:ext cx="14584" cy="14584"/>
              </a:xfrm>
              <a:custGeom>
                <a:avLst/>
                <a:gdLst>
                  <a:gd name="connsiteX0" fmla="*/ 0 w 0"/>
                  <a:gd name="connsiteY0" fmla="*/ 0 h 0"/>
                  <a:gd name="connsiteX1" fmla="*/ 437 w 0"/>
                  <a:gd name="connsiteY1" fmla="*/ 292 h 0"/>
                  <a:gd name="connsiteX2" fmla="*/ 0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0" y="0"/>
                    </a:moveTo>
                    <a:cubicBezTo>
                      <a:pt x="146" y="146"/>
                      <a:pt x="292" y="146"/>
                      <a:pt x="437" y="292"/>
                    </a:cubicBezTo>
                    <a:cubicBezTo>
                      <a:pt x="146" y="146"/>
                      <a:pt x="0" y="146"/>
                      <a:pt x="0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grpSp>
            <p:nvGrpSpPr>
              <p:cNvPr id="163" name="Graphic 1">
                <a:extLst>
                  <a:ext uri="{FF2B5EF4-FFF2-40B4-BE49-F238E27FC236}">
                    <a16:creationId xmlns:a16="http://schemas.microsoft.com/office/drawing/2014/main" id="{9CC58EFD-7AAF-E313-C9A3-0FC0C155F480}"/>
                  </a:ext>
                </a:extLst>
              </p:cNvPr>
              <p:cNvGrpSpPr/>
              <p:nvPr/>
            </p:nvGrpSpPr>
            <p:grpSpPr>
              <a:xfrm>
                <a:off x="6865272" y="3651634"/>
                <a:ext cx="1502130" cy="1502130"/>
                <a:chOff x="6865272" y="3651634"/>
                <a:chExt cx="1502130" cy="1502130"/>
              </a:xfrm>
              <a:grpFill/>
            </p:grpSpPr>
            <p:sp>
              <p:nvSpPr>
                <p:cNvPr id="195" name="Freeform: Shape 716">
                  <a:extLst>
                    <a:ext uri="{FF2B5EF4-FFF2-40B4-BE49-F238E27FC236}">
                      <a16:creationId xmlns:a16="http://schemas.microsoft.com/office/drawing/2014/main" id="{3E70C34E-D1FD-5B18-D1D7-80E89968A1C9}"/>
                    </a:ext>
                  </a:extLst>
                </p:cNvPr>
                <p:cNvSpPr/>
                <p:nvPr/>
              </p:nvSpPr>
              <p:spPr>
                <a:xfrm>
                  <a:off x="7766258" y="365455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021 h 0"/>
                    <a:gd name="connsiteX1" fmla="*/ 1750 w 0"/>
                    <a:gd name="connsiteY1" fmla="*/ 0 h 0"/>
                    <a:gd name="connsiteX2" fmla="*/ 0 w 0"/>
                    <a:gd name="connsiteY2" fmla="*/ 1021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021"/>
                      </a:moveTo>
                      <a:cubicBezTo>
                        <a:pt x="583" y="729"/>
                        <a:pt x="1167" y="437"/>
                        <a:pt x="1750" y="0"/>
                      </a:cubicBezTo>
                      <a:cubicBezTo>
                        <a:pt x="1167" y="292"/>
                        <a:pt x="583" y="729"/>
                        <a:pt x="0" y="102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96" name="Freeform: Shape 717">
                  <a:extLst>
                    <a:ext uri="{FF2B5EF4-FFF2-40B4-BE49-F238E27FC236}">
                      <a16:creationId xmlns:a16="http://schemas.microsoft.com/office/drawing/2014/main" id="{325F3084-6D32-C0BD-0FF8-5482B2E6B27A}"/>
                    </a:ext>
                  </a:extLst>
                </p:cNvPr>
                <p:cNvSpPr/>
                <p:nvPr/>
              </p:nvSpPr>
              <p:spPr>
                <a:xfrm>
                  <a:off x="7770050" y="365294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437 h 0"/>
                    <a:gd name="connsiteX1" fmla="*/ 729 w 0"/>
                    <a:gd name="connsiteY1" fmla="*/ 0 h 0"/>
                    <a:gd name="connsiteX2" fmla="*/ 0 w 0"/>
                    <a:gd name="connsiteY2" fmla="*/ 437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437"/>
                      </a:moveTo>
                      <a:cubicBezTo>
                        <a:pt x="292" y="292"/>
                        <a:pt x="583" y="146"/>
                        <a:pt x="729" y="0"/>
                      </a:cubicBezTo>
                      <a:cubicBezTo>
                        <a:pt x="583" y="146"/>
                        <a:pt x="292" y="292"/>
                        <a:pt x="0" y="437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97" name="Freeform: Shape 718">
                  <a:extLst>
                    <a:ext uri="{FF2B5EF4-FFF2-40B4-BE49-F238E27FC236}">
                      <a16:creationId xmlns:a16="http://schemas.microsoft.com/office/drawing/2014/main" id="{A152AC9B-52A0-387D-977E-17447FD6B73C}"/>
                    </a:ext>
                  </a:extLst>
                </p:cNvPr>
                <p:cNvSpPr/>
                <p:nvPr/>
              </p:nvSpPr>
              <p:spPr>
                <a:xfrm>
                  <a:off x="7764216" y="365586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729 h 0"/>
                    <a:gd name="connsiteX1" fmla="*/ 1313 w 0"/>
                    <a:gd name="connsiteY1" fmla="*/ 0 h 0"/>
                    <a:gd name="connsiteX2" fmla="*/ 0 w 0"/>
                    <a:gd name="connsiteY2" fmla="*/ 729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729"/>
                      </a:moveTo>
                      <a:cubicBezTo>
                        <a:pt x="437" y="583"/>
                        <a:pt x="875" y="292"/>
                        <a:pt x="1313" y="0"/>
                      </a:cubicBezTo>
                      <a:cubicBezTo>
                        <a:pt x="729" y="292"/>
                        <a:pt x="292" y="583"/>
                        <a:pt x="0" y="729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98" name="Freeform: Shape 719">
                  <a:extLst>
                    <a:ext uri="{FF2B5EF4-FFF2-40B4-BE49-F238E27FC236}">
                      <a16:creationId xmlns:a16="http://schemas.microsoft.com/office/drawing/2014/main" id="{FAABA502-23C1-8FA2-5B07-A700747DB322}"/>
                    </a:ext>
                  </a:extLst>
                </p:cNvPr>
                <p:cNvSpPr/>
                <p:nvPr/>
              </p:nvSpPr>
              <p:spPr>
                <a:xfrm>
                  <a:off x="7773113" y="3651634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0 w 0"/>
                    <a:gd name="connsiteY1" fmla="*/ 0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146" y="0"/>
                        <a:pt x="0" y="0"/>
                      </a:cubicBezTo>
                      <a:cubicBezTo>
                        <a:pt x="146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99" name="Freeform: Shape 720">
                  <a:extLst>
                    <a:ext uri="{FF2B5EF4-FFF2-40B4-BE49-F238E27FC236}">
                      <a16:creationId xmlns:a16="http://schemas.microsoft.com/office/drawing/2014/main" id="{2E81A8BD-D199-5A2B-5E68-67A10AE6D5EA}"/>
                    </a:ext>
                  </a:extLst>
                </p:cNvPr>
                <p:cNvSpPr/>
                <p:nvPr/>
              </p:nvSpPr>
              <p:spPr>
                <a:xfrm>
                  <a:off x="7758966" y="365848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437 h 0"/>
                    <a:gd name="connsiteX1" fmla="*/ 1167 w 0"/>
                    <a:gd name="connsiteY1" fmla="*/ 0 h 0"/>
                    <a:gd name="connsiteX2" fmla="*/ 0 w 0"/>
                    <a:gd name="connsiteY2" fmla="*/ 437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437"/>
                      </a:moveTo>
                      <a:cubicBezTo>
                        <a:pt x="292" y="292"/>
                        <a:pt x="729" y="292"/>
                        <a:pt x="1167" y="0"/>
                      </a:cubicBezTo>
                      <a:cubicBezTo>
                        <a:pt x="729" y="146"/>
                        <a:pt x="437" y="292"/>
                        <a:pt x="0" y="437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00" name="Freeform: Shape 721">
                  <a:extLst>
                    <a:ext uri="{FF2B5EF4-FFF2-40B4-BE49-F238E27FC236}">
                      <a16:creationId xmlns:a16="http://schemas.microsoft.com/office/drawing/2014/main" id="{565211B9-958B-0167-55AF-4A22B63E4EFD}"/>
                    </a:ext>
                  </a:extLst>
                </p:cNvPr>
                <p:cNvSpPr/>
                <p:nvPr/>
              </p:nvSpPr>
              <p:spPr>
                <a:xfrm>
                  <a:off x="7746716" y="3662134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604 h 0"/>
                    <a:gd name="connsiteX1" fmla="*/ 3792 w 0"/>
                    <a:gd name="connsiteY1" fmla="*/ 0 h 0"/>
                    <a:gd name="connsiteX2" fmla="*/ 0 w 0"/>
                    <a:gd name="connsiteY2" fmla="*/ 1604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604"/>
                      </a:moveTo>
                      <a:cubicBezTo>
                        <a:pt x="1312" y="1021"/>
                        <a:pt x="2625" y="437"/>
                        <a:pt x="3792" y="0"/>
                      </a:cubicBezTo>
                      <a:cubicBezTo>
                        <a:pt x="2625" y="437"/>
                        <a:pt x="1312" y="1021"/>
                        <a:pt x="0" y="1604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01" name="Freeform: Shape 722">
                  <a:extLst>
                    <a:ext uri="{FF2B5EF4-FFF2-40B4-BE49-F238E27FC236}">
                      <a16:creationId xmlns:a16="http://schemas.microsoft.com/office/drawing/2014/main" id="{4708DA22-54D9-514E-8578-44C1E9994562}"/>
                    </a:ext>
                  </a:extLst>
                </p:cNvPr>
                <p:cNvSpPr/>
                <p:nvPr/>
              </p:nvSpPr>
              <p:spPr>
                <a:xfrm>
                  <a:off x="6865272" y="3663739"/>
                  <a:ext cx="1502130" cy="1487546"/>
                </a:xfrm>
                <a:custGeom>
                  <a:avLst/>
                  <a:gdLst>
                    <a:gd name="connsiteX0" fmla="*/ 1427024 w 1502130"/>
                    <a:gd name="connsiteY0" fmla="*/ 647520 h 1487546"/>
                    <a:gd name="connsiteX1" fmla="*/ 1428482 w 1502130"/>
                    <a:gd name="connsiteY1" fmla="*/ 629144 h 1487546"/>
                    <a:gd name="connsiteX2" fmla="*/ 1443795 w 1502130"/>
                    <a:gd name="connsiteY2" fmla="*/ 609311 h 1487546"/>
                    <a:gd name="connsiteX3" fmla="*/ 1443795 w 1502130"/>
                    <a:gd name="connsiteY3" fmla="*/ 593998 h 1487546"/>
                    <a:gd name="connsiteX4" fmla="*/ 1454441 w 1502130"/>
                    <a:gd name="connsiteY4" fmla="*/ 543538 h 1487546"/>
                    <a:gd name="connsiteX5" fmla="*/ 1454441 w 1502130"/>
                    <a:gd name="connsiteY5" fmla="*/ 457931 h 1487546"/>
                    <a:gd name="connsiteX6" fmla="*/ 1503297 w 1502130"/>
                    <a:gd name="connsiteY6" fmla="*/ 381512 h 1487546"/>
                    <a:gd name="connsiteX7" fmla="*/ 1332229 w 1502130"/>
                    <a:gd name="connsiteY7" fmla="*/ 346365 h 1487546"/>
                    <a:gd name="connsiteX8" fmla="*/ 1284832 w 1502130"/>
                    <a:gd name="connsiteY8" fmla="*/ 294447 h 1487546"/>
                    <a:gd name="connsiteX9" fmla="*/ 1291686 w 1502130"/>
                    <a:gd name="connsiteY9" fmla="*/ 283363 h 1487546"/>
                    <a:gd name="connsiteX10" fmla="*/ 1242101 w 1502130"/>
                    <a:gd name="connsiteY10" fmla="*/ 282196 h 1487546"/>
                    <a:gd name="connsiteX11" fmla="*/ 1191641 w 1502130"/>
                    <a:gd name="connsiteY11" fmla="*/ 262362 h 1487546"/>
                    <a:gd name="connsiteX12" fmla="*/ 1139723 w 1502130"/>
                    <a:gd name="connsiteY12" fmla="*/ 225757 h 1487546"/>
                    <a:gd name="connsiteX13" fmla="*/ 1136660 w 1502130"/>
                    <a:gd name="connsiteY13" fmla="*/ 181422 h 1487546"/>
                    <a:gd name="connsiteX14" fmla="*/ 1092326 w 1502130"/>
                    <a:gd name="connsiteY14" fmla="*/ 208985 h 1487546"/>
                    <a:gd name="connsiteX15" fmla="*/ 1066366 w 1502130"/>
                    <a:gd name="connsiteY15" fmla="*/ 202861 h 1487546"/>
                    <a:gd name="connsiteX16" fmla="*/ 1046532 w 1502130"/>
                    <a:gd name="connsiteY16" fmla="*/ 137233 h 1487546"/>
                    <a:gd name="connsiteX17" fmla="*/ 954801 w 1502130"/>
                    <a:gd name="connsiteY17" fmla="*/ 108212 h 1487546"/>
                    <a:gd name="connsiteX18" fmla="*/ 938029 w 1502130"/>
                    <a:gd name="connsiteY18" fmla="*/ 62419 h 1487546"/>
                    <a:gd name="connsiteX19" fmla="*/ 901424 w 1502130"/>
                    <a:gd name="connsiteY19" fmla="*/ 56293 h 1487546"/>
                    <a:gd name="connsiteX20" fmla="*/ 881298 w 1502130"/>
                    <a:gd name="connsiteY20" fmla="*/ 0 h 1487546"/>
                    <a:gd name="connsiteX21" fmla="*/ 832005 w 1502130"/>
                    <a:gd name="connsiteY21" fmla="*/ 20271 h 1487546"/>
                    <a:gd name="connsiteX22" fmla="*/ 790733 w 1502130"/>
                    <a:gd name="connsiteY22" fmla="*/ 24792 h 1487546"/>
                    <a:gd name="connsiteX23" fmla="*/ 767836 w 1502130"/>
                    <a:gd name="connsiteY23" fmla="*/ 148609 h 1487546"/>
                    <a:gd name="connsiteX24" fmla="*/ 609748 w 1502130"/>
                    <a:gd name="connsiteY24" fmla="*/ 240341 h 1487546"/>
                    <a:gd name="connsiteX25" fmla="*/ 600560 w 1502130"/>
                    <a:gd name="connsiteY25" fmla="*/ 258716 h 1487546"/>
                    <a:gd name="connsiteX26" fmla="*/ 572997 w 1502130"/>
                    <a:gd name="connsiteY26" fmla="*/ 272425 h 1487546"/>
                    <a:gd name="connsiteX27" fmla="*/ 451514 w 1502130"/>
                    <a:gd name="connsiteY27" fmla="*/ 258716 h 1487546"/>
                    <a:gd name="connsiteX28" fmla="*/ 435472 w 1502130"/>
                    <a:gd name="connsiteY28" fmla="*/ 217444 h 1487546"/>
                    <a:gd name="connsiteX29" fmla="*/ 423951 w 1502130"/>
                    <a:gd name="connsiteY29" fmla="*/ 199069 h 1487546"/>
                    <a:gd name="connsiteX30" fmla="*/ 385012 w 1502130"/>
                    <a:gd name="connsiteY30" fmla="*/ 194548 h 1487546"/>
                    <a:gd name="connsiteX31" fmla="*/ 357449 w 1502130"/>
                    <a:gd name="connsiteY31" fmla="*/ 206069 h 1487546"/>
                    <a:gd name="connsiteX32" fmla="*/ 382679 w 1502130"/>
                    <a:gd name="connsiteY32" fmla="*/ 283946 h 1487546"/>
                    <a:gd name="connsiteX33" fmla="*/ 385012 w 1502130"/>
                    <a:gd name="connsiteY33" fmla="*/ 377866 h 1487546"/>
                    <a:gd name="connsiteX34" fmla="*/ 233778 w 1502130"/>
                    <a:gd name="connsiteY34" fmla="*/ 384720 h 1487546"/>
                    <a:gd name="connsiteX35" fmla="*/ 197173 w 1502130"/>
                    <a:gd name="connsiteY35" fmla="*/ 325073 h 1487546"/>
                    <a:gd name="connsiteX36" fmla="*/ 100920 w 1502130"/>
                    <a:gd name="connsiteY36" fmla="*/ 327406 h 1487546"/>
                    <a:gd name="connsiteX37" fmla="*/ 50460 w 1502130"/>
                    <a:gd name="connsiteY37" fmla="*/ 327406 h 1487546"/>
                    <a:gd name="connsiteX38" fmla="*/ 27563 w 1502130"/>
                    <a:gd name="connsiteY38" fmla="*/ 347969 h 1487546"/>
                    <a:gd name="connsiteX39" fmla="*/ 0 w 1502130"/>
                    <a:gd name="connsiteY39" fmla="*/ 375533 h 1487546"/>
                    <a:gd name="connsiteX40" fmla="*/ 52647 w 1502130"/>
                    <a:gd name="connsiteY40" fmla="*/ 403096 h 1487546"/>
                    <a:gd name="connsiteX41" fmla="*/ 22897 w 1502130"/>
                    <a:gd name="connsiteY41" fmla="*/ 423659 h 1487546"/>
                    <a:gd name="connsiteX42" fmla="*/ 197027 w 1502130"/>
                    <a:gd name="connsiteY42" fmla="*/ 522245 h 1487546"/>
                    <a:gd name="connsiteX43" fmla="*/ 274904 w 1502130"/>
                    <a:gd name="connsiteY43" fmla="*/ 597935 h 1487546"/>
                    <a:gd name="connsiteX44" fmla="*/ 268050 w 1502130"/>
                    <a:gd name="connsiteY44" fmla="*/ 675813 h 1487546"/>
                    <a:gd name="connsiteX45" fmla="*/ 368824 w 1502130"/>
                    <a:gd name="connsiteY45" fmla="*/ 781254 h 1487546"/>
                    <a:gd name="connsiteX46" fmla="*/ 389387 w 1502130"/>
                    <a:gd name="connsiteY46" fmla="*/ 911924 h 1487546"/>
                    <a:gd name="connsiteX47" fmla="*/ 361824 w 1502130"/>
                    <a:gd name="connsiteY47" fmla="*/ 1017365 h 1487546"/>
                    <a:gd name="connsiteX48" fmla="*/ 247195 w 1502130"/>
                    <a:gd name="connsiteY48" fmla="*/ 1264852 h 1487546"/>
                    <a:gd name="connsiteX49" fmla="*/ 265571 w 1502130"/>
                    <a:gd name="connsiteY49" fmla="*/ 1294603 h 1487546"/>
                    <a:gd name="connsiteX50" fmla="*/ 293134 w 1502130"/>
                    <a:gd name="connsiteY50" fmla="*/ 1296936 h 1487546"/>
                    <a:gd name="connsiteX51" fmla="*/ 297655 w 1502130"/>
                    <a:gd name="connsiteY51" fmla="*/ 1324500 h 1487546"/>
                    <a:gd name="connsiteX52" fmla="*/ 480973 w 1502130"/>
                    <a:gd name="connsiteY52" fmla="*/ 1404710 h 1487546"/>
                    <a:gd name="connsiteX53" fmla="*/ 545142 w 1502130"/>
                    <a:gd name="connsiteY53" fmla="*/ 1404710 h 1487546"/>
                    <a:gd name="connsiteX54" fmla="*/ 561184 w 1502130"/>
                    <a:gd name="connsiteY54" fmla="*/ 1395523 h 1487546"/>
                    <a:gd name="connsiteX55" fmla="*/ 597789 w 1502130"/>
                    <a:gd name="connsiteY55" fmla="*/ 1397856 h 1487546"/>
                    <a:gd name="connsiteX56" fmla="*/ 691709 w 1502130"/>
                    <a:gd name="connsiteY56" fmla="*/ 1439128 h 1487546"/>
                    <a:gd name="connsiteX57" fmla="*/ 696230 w 1502130"/>
                    <a:gd name="connsiteY57" fmla="*/ 1466692 h 1487546"/>
                    <a:gd name="connsiteX58" fmla="*/ 739836 w 1502130"/>
                    <a:gd name="connsiteY58" fmla="*/ 1480400 h 1487546"/>
                    <a:gd name="connsiteX59" fmla="*/ 790295 w 1502130"/>
                    <a:gd name="connsiteY59" fmla="*/ 1468879 h 1487546"/>
                    <a:gd name="connsiteX60" fmla="*/ 817859 w 1502130"/>
                    <a:gd name="connsiteY60" fmla="*/ 1496442 h 1487546"/>
                    <a:gd name="connsiteX61" fmla="*/ 883194 w 1502130"/>
                    <a:gd name="connsiteY61" fmla="*/ 1483317 h 1487546"/>
                    <a:gd name="connsiteX62" fmla="*/ 863798 w 1502130"/>
                    <a:gd name="connsiteY62" fmla="*/ 1457358 h 1487546"/>
                    <a:gd name="connsiteX63" fmla="*/ 875319 w 1502130"/>
                    <a:gd name="connsiteY63" fmla="*/ 1411565 h 1487546"/>
                    <a:gd name="connsiteX64" fmla="*/ 863798 w 1502130"/>
                    <a:gd name="connsiteY64" fmla="*/ 1388668 h 1487546"/>
                    <a:gd name="connsiteX65" fmla="*/ 902736 w 1502130"/>
                    <a:gd name="connsiteY65" fmla="*/ 1326833 h 1487546"/>
                    <a:gd name="connsiteX66" fmla="*/ 930300 w 1502130"/>
                    <a:gd name="connsiteY66" fmla="*/ 1331354 h 1487546"/>
                    <a:gd name="connsiteX67" fmla="*/ 996802 w 1502130"/>
                    <a:gd name="connsiteY67" fmla="*/ 1280894 h 1487546"/>
                    <a:gd name="connsiteX68" fmla="*/ 1058637 w 1502130"/>
                    <a:gd name="connsiteY68" fmla="*/ 1310645 h 1487546"/>
                    <a:gd name="connsiteX69" fmla="*/ 1077013 w 1502130"/>
                    <a:gd name="connsiteY69" fmla="*/ 1326687 h 1487546"/>
                    <a:gd name="connsiteX70" fmla="*/ 1120618 w 1502130"/>
                    <a:gd name="connsiteY70" fmla="*/ 1296936 h 1487546"/>
                    <a:gd name="connsiteX71" fmla="*/ 1141181 w 1502130"/>
                    <a:gd name="connsiteY71" fmla="*/ 1306124 h 1487546"/>
                    <a:gd name="connsiteX72" fmla="*/ 1134327 w 1502130"/>
                    <a:gd name="connsiteY72" fmla="*/ 1319833 h 1487546"/>
                    <a:gd name="connsiteX73" fmla="*/ 1127473 w 1502130"/>
                    <a:gd name="connsiteY73" fmla="*/ 1329021 h 1487546"/>
                    <a:gd name="connsiteX74" fmla="*/ 1143515 w 1502130"/>
                    <a:gd name="connsiteY74" fmla="*/ 1333541 h 1487546"/>
                    <a:gd name="connsiteX75" fmla="*/ 1159557 w 1502130"/>
                    <a:gd name="connsiteY75" fmla="*/ 1349584 h 1487546"/>
                    <a:gd name="connsiteX76" fmla="*/ 1187120 w 1502130"/>
                    <a:gd name="connsiteY76" fmla="*/ 1377147 h 1487546"/>
                    <a:gd name="connsiteX77" fmla="*/ 1248956 w 1502130"/>
                    <a:gd name="connsiteY77" fmla="*/ 1379480 h 1487546"/>
                    <a:gd name="connsiteX78" fmla="*/ 1308603 w 1502130"/>
                    <a:gd name="connsiteY78" fmla="*/ 1372626 h 1487546"/>
                    <a:gd name="connsiteX79" fmla="*/ 1320125 w 1502130"/>
                    <a:gd name="connsiteY79" fmla="*/ 1347396 h 1487546"/>
                    <a:gd name="connsiteX80" fmla="*/ 1361397 w 1502130"/>
                    <a:gd name="connsiteY80" fmla="*/ 1310791 h 1487546"/>
                    <a:gd name="connsiteX81" fmla="*/ 1384293 w 1502130"/>
                    <a:gd name="connsiteY81" fmla="*/ 1308457 h 1487546"/>
                    <a:gd name="connsiteX82" fmla="*/ 1407190 w 1502130"/>
                    <a:gd name="connsiteY82" fmla="*/ 1278706 h 1487546"/>
                    <a:gd name="connsiteX83" fmla="*/ 1448753 w 1502130"/>
                    <a:gd name="connsiteY83" fmla="*/ 1267768 h 1487546"/>
                    <a:gd name="connsiteX84" fmla="*/ 1461441 w 1502130"/>
                    <a:gd name="connsiteY84" fmla="*/ 1223726 h 1487546"/>
                    <a:gd name="connsiteX85" fmla="*/ 1461441 w 1502130"/>
                    <a:gd name="connsiteY85" fmla="*/ 1200537 h 1487546"/>
                    <a:gd name="connsiteX86" fmla="*/ 1391002 w 1502130"/>
                    <a:gd name="connsiteY86" fmla="*/ 1201412 h 1487546"/>
                    <a:gd name="connsiteX87" fmla="*/ 1355709 w 1502130"/>
                    <a:gd name="connsiteY87" fmla="*/ 1168744 h 1487546"/>
                    <a:gd name="connsiteX88" fmla="*/ 1367668 w 1502130"/>
                    <a:gd name="connsiteY88" fmla="*/ 1142056 h 1487546"/>
                    <a:gd name="connsiteX89" fmla="*/ 1366793 w 1502130"/>
                    <a:gd name="connsiteY89" fmla="*/ 1101659 h 1487546"/>
                    <a:gd name="connsiteX90" fmla="*/ 1327270 w 1502130"/>
                    <a:gd name="connsiteY90" fmla="*/ 1050033 h 1487546"/>
                    <a:gd name="connsiteX91" fmla="*/ 1326395 w 1502130"/>
                    <a:gd name="connsiteY91" fmla="*/ 1036324 h 1487546"/>
                    <a:gd name="connsiteX92" fmla="*/ 1372772 w 1502130"/>
                    <a:gd name="connsiteY92" fmla="*/ 1031219 h 1487546"/>
                    <a:gd name="connsiteX93" fmla="*/ 1389106 w 1502130"/>
                    <a:gd name="connsiteY93" fmla="*/ 1005406 h 1487546"/>
                    <a:gd name="connsiteX94" fmla="*/ 1352938 w 1502130"/>
                    <a:gd name="connsiteY94" fmla="*/ 935842 h 1487546"/>
                    <a:gd name="connsiteX95" fmla="*/ 1370147 w 1502130"/>
                    <a:gd name="connsiteY95" fmla="*/ 904924 h 1487546"/>
                    <a:gd name="connsiteX96" fmla="*/ 1420023 w 1502130"/>
                    <a:gd name="connsiteY96" fmla="*/ 910028 h 1487546"/>
                    <a:gd name="connsiteX97" fmla="*/ 1372334 w 1502130"/>
                    <a:gd name="connsiteY97" fmla="*/ 905070 h 1487546"/>
                    <a:gd name="connsiteX98" fmla="*/ 1367376 w 1502130"/>
                    <a:gd name="connsiteY98" fmla="*/ 899820 h 1487546"/>
                    <a:gd name="connsiteX99" fmla="*/ 1358188 w 1502130"/>
                    <a:gd name="connsiteY99" fmla="*/ 852422 h 1487546"/>
                    <a:gd name="connsiteX100" fmla="*/ 1345938 w 1502130"/>
                    <a:gd name="connsiteY100" fmla="*/ 811150 h 1487546"/>
                    <a:gd name="connsiteX101" fmla="*/ 1281769 w 1502130"/>
                    <a:gd name="connsiteY101" fmla="*/ 824859 h 1487546"/>
                    <a:gd name="connsiteX102" fmla="*/ 1274185 w 1502130"/>
                    <a:gd name="connsiteY102" fmla="*/ 863068 h 1487546"/>
                    <a:gd name="connsiteX103" fmla="*/ 1243560 w 1502130"/>
                    <a:gd name="connsiteY103" fmla="*/ 861610 h 1487546"/>
                    <a:gd name="connsiteX104" fmla="*/ 1268060 w 1502130"/>
                    <a:gd name="connsiteY104" fmla="*/ 795983 h 1487546"/>
                    <a:gd name="connsiteX105" fmla="*/ 1330771 w 1502130"/>
                    <a:gd name="connsiteY105" fmla="*/ 722626 h 1487546"/>
                    <a:gd name="connsiteX106" fmla="*/ 1382689 w 1502130"/>
                    <a:gd name="connsiteY106" fmla="*/ 653937 h 1487546"/>
                    <a:gd name="connsiteX107" fmla="*/ 1375105 w 1502130"/>
                    <a:gd name="connsiteY107" fmla="*/ 637166 h 1487546"/>
                    <a:gd name="connsiteX108" fmla="*/ 1381231 w 1502130"/>
                    <a:gd name="connsiteY108" fmla="*/ 627978 h 1487546"/>
                    <a:gd name="connsiteX109" fmla="*/ 1427024 w 1502130"/>
                    <a:gd name="connsiteY109" fmla="*/ 647520 h 1487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</a:cxnLst>
                  <a:rect l="l" t="t" r="r" b="b"/>
                  <a:pathLst>
                    <a:path w="1502130" h="1487546">
                      <a:moveTo>
                        <a:pt x="1427024" y="647520"/>
                      </a:moveTo>
                      <a:lnTo>
                        <a:pt x="1428482" y="629144"/>
                      </a:lnTo>
                      <a:lnTo>
                        <a:pt x="1443795" y="609311"/>
                      </a:lnTo>
                      <a:lnTo>
                        <a:pt x="1443795" y="593998"/>
                      </a:lnTo>
                      <a:cubicBezTo>
                        <a:pt x="1443795" y="593998"/>
                        <a:pt x="1454441" y="551267"/>
                        <a:pt x="1454441" y="543538"/>
                      </a:cubicBezTo>
                      <a:cubicBezTo>
                        <a:pt x="1454441" y="535954"/>
                        <a:pt x="1454441" y="457931"/>
                        <a:pt x="1454441" y="457931"/>
                      </a:cubicBezTo>
                      <a:lnTo>
                        <a:pt x="1503297" y="381512"/>
                      </a:lnTo>
                      <a:cubicBezTo>
                        <a:pt x="1503297" y="381512"/>
                        <a:pt x="1338354" y="347969"/>
                        <a:pt x="1332229" y="346365"/>
                      </a:cubicBezTo>
                      <a:cubicBezTo>
                        <a:pt x="1326104" y="344906"/>
                        <a:pt x="1284832" y="294447"/>
                        <a:pt x="1284832" y="294447"/>
                      </a:cubicBezTo>
                      <a:lnTo>
                        <a:pt x="1291686" y="283363"/>
                      </a:lnTo>
                      <a:cubicBezTo>
                        <a:pt x="1273456" y="283071"/>
                        <a:pt x="1255081" y="282779"/>
                        <a:pt x="1242101" y="282196"/>
                      </a:cubicBezTo>
                      <a:cubicBezTo>
                        <a:pt x="1205496" y="280738"/>
                        <a:pt x="1205496" y="266883"/>
                        <a:pt x="1191641" y="262362"/>
                      </a:cubicBezTo>
                      <a:cubicBezTo>
                        <a:pt x="1177787" y="257841"/>
                        <a:pt x="1139723" y="225757"/>
                        <a:pt x="1139723" y="225757"/>
                      </a:cubicBezTo>
                      <a:lnTo>
                        <a:pt x="1136660" y="181422"/>
                      </a:lnTo>
                      <a:lnTo>
                        <a:pt x="1092326" y="208985"/>
                      </a:lnTo>
                      <a:lnTo>
                        <a:pt x="1066366" y="202861"/>
                      </a:lnTo>
                      <a:lnTo>
                        <a:pt x="1046532" y="137233"/>
                      </a:lnTo>
                      <a:lnTo>
                        <a:pt x="954801" y="108212"/>
                      </a:lnTo>
                      <a:lnTo>
                        <a:pt x="938029" y="62419"/>
                      </a:lnTo>
                      <a:lnTo>
                        <a:pt x="901424" y="56293"/>
                      </a:lnTo>
                      <a:lnTo>
                        <a:pt x="881298" y="0"/>
                      </a:lnTo>
                      <a:cubicBezTo>
                        <a:pt x="864235" y="7438"/>
                        <a:pt x="837109" y="20271"/>
                        <a:pt x="832005" y="20271"/>
                      </a:cubicBezTo>
                      <a:cubicBezTo>
                        <a:pt x="825151" y="20271"/>
                        <a:pt x="790733" y="24792"/>
                        <a:pt x="790733" y="24792"/>
                      </a:cubicBezTo>
                      <a:lnTo>
                        <a:pt x="767836" y="148609"/>
                      </a:lnTo>
                      <a:lnTo>
                        <a:pt x="609748" y="240341"/>
                      </a:lnTo>
                      <a:lnTo>
                        <a:pt x="600560" y="258716"/>
                      </a:lnTo>
                      <a:lnTo>
                        <a:pt x="572997" y="272425"/>
                      </a:lnTo>
                      <a:lnTo>
                        <a:pt x="451514" y="258716"/>
                      </a:lnTo>
                      <a:lnTo>
                        <a:pt x="435472" y="217444"/>
                      </a:lnTo>
                      <a:lnTo>
                        <a:pt x="423951" y="199069"/>
                      </a:lnTo>
                      <a:lnTo>
                        <a:pt x="385012" y="194548"/>
                      </a:lnTo>
                      <a:lnTo>
                        <a:pt x="357449" y="206069"/>
                      </a:lnTo>
                      <a:lnTo>
                        <a:pt x="382679" y="283946"/>
                      </a:lnTo>
                      <a:cubicBezTo>
                        <a:pt x="382679" y="283946"/>
                        <a:pt x="417096" y="377866"/>
                        <a:pt x="385012" y="377866"/>
                      </a:cubicBezTo>
                      <a:cubicBezTo>
                        <a:pt x="352928" y="377866"/>
                        <a:pt x="233778" y="384720"/>
                        <a:pt x="233778" y="384720"/>
                      </a:cubicBezTo>
                      <a:lnTo>
                        <a:pt x="197173" y="325073"/>
                      </a:lnTo>
                      <a:lnTo>
                        <a:pt x="100920" y="327406"/>
                      </a:lnTo>
                      <a:lnTo>
                        <a:pt x="50460" y="327406"/>
                      </a:lnTo>
                      <a:cubicBezTo>
                        <a:pt x="50460" y="327406"/>
                        <a:pt x="41272" y="338927"/>
                        <a:pt x="27563" y="347969"/>
                      </a:cubicBezTo>
                      <a:cubicBezTo>
                        <a:pt x="13855" y="357157"/>
                        <a:pt x="0" y="375533"/>
                        <a:pt x="0" y="375533"/>
                      </a:cubicBezTo>
                      <a:lnTo>
                        <a:pt x="52647" y="403096"/>
                      </a:lnTo>
                      <a:lnTo>
                        <a:pt x="22897" y="423659"/>
                      </a:lnTo>
                      <a:lnTo>
                        <a:pt x="197027" y="522245"/>
                      </a:lnTo>
                      <a:lnTo>
                        <a:pt x="274904" y="597935"/>
                      </a:lnTo>
                      <a:lnTo>
                        <a:pt x="268050" y="675813"/>
                      </a:lnTo>
                      <a:lnTo>
                        <a:pt x="368824" y="781254"/>
                      </a:lnTo>
                      <a:lnTo>
                        <a:pt x="389387" y="911924"/>
                      </a:lnTo>
                      <a:lnTo>
                        <a:pt x="361824" y="1017365"/>
                      </a:lnTo>
                      <a:lnTo>
                        <a:pt x="247195" y="1264852"/>
                      </a:lnTo>
                      <a:lnTo>
                        <a:pt x="265571" y="1294603"/>
                      </a:lnTo>
                      <a:lnTo>
                        <a:pt x="293134" y="1296936"/>
                      </a:lnTo>
                      <a:lnTo>
                        <a:pt x="297655" y="1324500"/>
                      </a:lnTo>
                      <a:lnTo>
                        <a:pt x="480973" y="1404710"/>
                      </a:lnTo>
                      <a:lnTo>
                        <a:pt x="545142" y="1404710"/>
                      </a:lnTo>
                      <a:lnTo>
                        <a:pt x="561184" y="1395523"/>
                      </a:lnTo>
                      <a:lnTo>
                        <a:pt x="597789" y="1397856"/>
                      </a:lnTo>
                      <a:lnTo>
                        <a:pt x="691709" y="1439128"/>
                      </a:lnTo>
                      <a:cubicBezTo>
                        <a:pt x="691709" y="1439128"/>
                        <a:pt x="682521" y="1462025"/>
                        <a:pt x="696230" y="1466692"/>
                      </a:cubicBezTo>
                      <a:cubicBezTo>
                        <a:pt x="709939" y="1471212"/>
                        <a:pt x="739836" y="1480400"/>
                        <a:pt x="739836" y="1480400"/>
                      </a:cubicBezTo>
                      <a:lnTo>
                        <a:pt x="790295" y="1468879"/>
                      </a:lnTo>
                      <a:lnTo>
                        <a:pt x="817859" y="1496442"/>
                      </a:lnTo>
                      <a:lnTo>
                        <a:pt x="883194" y="1483317"/>
                      </a:lnTo>
                      <a:cubicBezTo>
                        <a:pt x="874590" y="1474129"/>
                        <a:pt x="863798" y="1461587"/>
                        <a:pt x="863798" y="1457358"/>
                      </a:cubicBezTo>
                      <a:cubicBezTo>
                        <a:pt x="863798" y="1450503"/>
                        <a:pt x="875319" y="1411565"/>
                        <a:pt x="875319" y="1411565"/>
                      </a:cubicBezTo>
                      <a:lnTo>
                        <a:pt x="863798" y="1388668"/>
                      </a:lnTo>
                      <a:lnTo>
                        <a:pt x="902736" y="1326833"/>
                      </a:lnTo>
                      <a:cubicBezTo>
                        <a:pt x="902736" y="1326833"/>
                        <a:pt x="916445" y="1338354"/>
                        <a:pt x="930300" y="1331354"/>
                      </a:cubicBezTo>
                      <a:cubicBezTo>
                        <a:pt x="944009" y="1324500"/>
                        <a:pt x="996802" y="1280894"/>
                        <a:pt x="996802" y="1280894"/>
                      </a:cubicBezTo>
                      <a:cubicBezTo>
                        <a:pt x="996802" y="1280894"/>
                        <a:pt x="1051783" y="1308457"/>
                        <a:pt x="1058637" y="1310645"/>
                      </a:cubicBezTo>
                      <a:cubicBezTo>
                        <a:pt x="1065491" y="1312978"/>
                        <a:pt x="1077013" y="1326687"/>
                        <a:pt x="1077013" y="1326687"/>
                      </a:cubicBezTo>
                      <a:lnTo>
                        <a:pt x="1120618" y="1296936"/>
                      </a:lnTo>
                      <a:lnTo>
                        <a:pt x="1141181" y="1306124"/>
                      </a:lnTo>
                      <a:lnTo>
                        <a:pt x="1134327" y="1319833"/>
                      </a:lnTo>
                      <a:lnTo>
                        <a:pt x="1127473" y="1329021"/>
                      </a:lnTo>
                      <a:lnTo>
                        <a:pt x="1143515" y="1333541"/>
                      </a:lnTo>
                      <a:cubicBezTo>
                        <a:pt x="1143515" y="1333541"/>
                        <a:pt x="1157224" y="1342729"/>
                        <a:pt x="1159557" y="1349584"/>
                      </a:cubicBezTo>
                      <a:cubicBezTo>
                        <a:pt x="1161890" y="1356438"/>
                        <a:pt x="1187120" y="1377147"/>
                        <a:pt x="1187120" y="1377147"/>
                      </a:cubicBezTo>
                      <a:lnTo>
                        <a:pt x="1248956" y="1379480"/>
                      </a:lnTo>
                      <a:lnTo>
                        <a:pt x="1308603" y="1372626"/>
                      </a:lnTo>
                      <a:lnTo>
                        <a:pt x="1320125" y="1347396"/>
                      </a:lnTo>
                      <a:lnTo>
                        <a:pt x="1361397" y="1310791"/>
                      </a:lnTo>
                      <a:cubicBezTo>
                        <a:pt x="1361397" y="1310791"/>
                        <a:pt x="1375105" y="1319979"/>
                        <a:pt x="1384293" y="1308457"/>
                      </a:cubicBezTo>
                      <a:cubicBezTo>
                        <a:pt x="1393481" y="1296936"/>
                        <a:pt x="1407190" y="1278706"/>
                        <a:pt x="1407190" y="1278706"/>
                      </a:cubicBezTo>
                      <a:cubicBezTo>
                        <a:pt x="1407190" y="1278706"/>
                        <a:pt x="1431836" y="1269956"/>
                        <a:pt x="1448753" y="1267768"/>
                      </a:cubicBezTo>
                      <a:lnTo>
                        <a:pt x="1461441" y="1223726"/>
                      </a:lnTo>
                      <a:lnTo>
                        <a:pt x="1461441" y="1200537"/>
                      </a:lnTo>
                      <a:lnTo>
                        <a:pt x="1391002" y="1201412"/>
                      </a:lnTo>
                      <a:lnTo>
                        <a:pt x="1355709" y="1168744"/>
                      </a:lnTo>
                      <a:lnTo>
                        <a:pt x="1367668" y="1142056"/>
                      </a:lnTo>
                      <a:lnTo>
                        <a:pt x="1366793" y="1101659"/>
                      </a:lnTo>
                      <a:lnTo>
                        <a:pt x="1327270" y="1050033"/>
                      </a:lnTo>
                      <a:lnTo>
                        <a:pt x="1326395" y="1036324"/>
                      </a:lnTo>
                      <a:lnTo>
                        <a:pt x="1372772" y="1031219"/>
                      </a:lnTo>
                      <a:lnTo>
                        <a:pt x="1389106" y="1005406"/>
                      </a:lnTo>
                      <a:lnTo>
                        <a:pt x="1352938" y="935842"/>
                      </a:lnTo>
                      <a:lnTo>
                        <a:pt x="1370147" y="904924"/>
                      </a:lnTo>
                      <a:lnTo>
                        <a:pt x="1420023" y="910028"/>
                      </a:lnTo>
                      <a:lnTo>
                        <a:pt x="1372334" y="905070"/>
                      </a:lnTo>
                      <a:lnTo>
                        <a:pt x="1367376" y="899820"/>
                      </a:lnTo>
                      <a:lnTo>
                        <a:pt x="1358188" y="852422"/>
                      </a:lnTo>
                      <a:lnTo>
                        <a:pt x="1345938" y="811150"/>
                      </a:lnTo>
                      <a:lnTo>
                        <a:pt x="1281769" y="824859"/>
                      </a:lnTo>
                      <a:lnTo>
                        <a:pt x="1274185" y="863068"/>
                      </a:lnTo>
                      <a:lnTo>
                        <a:pt x="1243560" y="861610"/>
                      </a:lnTo>
                      <a:lnTo>
                        <a:pt x="1268060" y="795983"/>
                      </a:lnTo>
                      <a:lnTo>
                        <a:pt x="1330771" y="722626"/>
                      </a:lnTo>
                      <a:lnTo>
                        <a:pt x="1382689" y="653937"/>
                      </a:lnTo>
                      <a:lnTo>
                        <a:pt x="1375105" y="637166"/>
                      </a:lnTo>
                      <a:lnTo>
                        <a:pt x="1381231" y="627978"/>
                      </a:lnTo>
                      <a:lnTo>
                        <a:pt x="1427024" y="647520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02" name="Freeform: Shape 723">
                  <a:extLst>
                    <a:ext uri="{FF2B5EF4-FFF2-40B4-BE49-F238E27FC236}">
                      <a16:creationId xmlns:a16="http://schemas.microsoft.com/office/drawing/2014/main" id="{87BB12EF-F2B8-90BE-E5AE-7E7BCB9C1165}"/>
                    </a:ext>
                  </a:extLst>
                </p:cNvPr>
                <p:cNvSpPr/>
                <p:nvPr/>
              </p:nvSpPr>
              <p:spPr>
                <a:xfrm>
                  <a:off x="7762321" y="3657030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583 h 0"/>
                    <a:gd name="connsiteX1" fmla="*/ 1167 w 0"/>
                    <a:gd name="connsiteY1" fmla="*/ 0 h 0"/>
                    <a:gd name="connsiteX2" fmla="*/ 0 w 0"/>
                    <a:gd name="connsiteY2" fmla="*/ 583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583"/>
                      </a:moveTo>
                      <a:cubicBezTo>
                        <a:pt x="292" y="437"/>
                        <a:pt x="729" y="292"/>
                        <a:pt x="1167" y="0"/>
                      </a:cubicBezTo>
                      <a:cubicBezTo>
                        <a:pt x="729" y="146"/>
                        <a:pt x="292" y="437"/>
                        <a:pt x="0" y="583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03" name="Freeform: Shape 724">
                  <a:extLst>
                    <a:ext uri="{FF2B5EF4-FFF2-40B4-BE49-F238E27FC236}">
                      <a16:creationId xmlns:a16="http://schemas.microsoft.com/office/drawing/2014/main" id="{7E48AF73-DF72-B762-D3DE-3A8EC912B40B}"/>
                    </a:ext>
                  </a:extLst>
                </p:cNvPr>
                <p:cNvSpPr/>
                <p:nvPr/>
              </p:nvSpPr>
              <p:spPr>
                <a:xfrm>
                  <a:off x="7751383" y="365950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2188 h 0"/>
                    <a:gd name="connsiteX1" fmla="*/ 5542 w 0"/>
                    <a:gd name="connsiteY1" fmla="*/ 0 h 0"/>
                    <a:gd name="connsiteX2" fmla="*/ 0 w 0"/>
                    <a:gd name="connsiteY2" fmla="*/ 2188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2188"/>
                      </a:moveTo>
                      <a:cubicBezTo>
                        <a:pt x="2188" y="1313"/>
                        <a:pt x="4083" y="583"/>
                        <a:pt x="5542" y="0"/>
                      </a:cubicBezTo>
                      <a:cubicBezTo>
                        <a:pt x="4083" y="583"/>
                        <a:pt x="2188" y="1313"/>
                        <a:pt x="0" y="2188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204" name="Freeform: Shape 725">
                  <a:extLst>
                    <a:ext uri="{FF2B5EF4-FFF2-40B4-BE49-F238E27FC236}">
                      <a16:creationId xmlns:a16="http://schemas.microsoft.com/office/drawing/2014/main" id="{5847643F-61D9-6A59-5D9C-F2E784787799}"/>
                    </a:ext>
                  </a:extLst>
                </p:cNvPr>
                <p:cNvSpPr/>
                <p:nvPr/>
              </p:nvSpPr>
              <p:spPr>
                <a:xfrm>
                  <a:off x="7760571" y="3657905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437 h 0"/>
                    <a:gd name="connsiteX1" fmla="*/ 1021 w 0"/>
                    <a:gd name="connsiteY1" fmla="*/ 0 h 0"/>
                    <a:gd name="connsiteX2" fmla="*/ 0 w 0"/>
                    <a:gd name="connsiteY2" fmla="*/ 437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437"/>
                      </a:moveTo>
                      <a:cubicBezTo>
                        <a:pt x="292" y="292"/>
                        <a:pt x="583" y="146"/>
                        <a:pt x="1021" y="0"/>
                      </a:cubicBezTo>
                      <a:cubicBezTo>
                        <a:pt x="729" y="146"/>
                        <a:pt x="437" y="292"/>
                        <a:pt x="0" y="437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grpSp>
            <p:nvGrpSpPr>
              <p:cNvPr id="164" name="Graphic 1">
                <a:extLst>
                  <a:ext uri="{FF2B5EF4-FFF2-40B4-BE49-F238E27FC236}">
                    <a16:creationId xmlns:a16="http://schemas.microsoft.com/office/drawing/2014/main" id="{6E19065F-1285-9C95-9783-5AB5DCD03065}"/>
                  </a:ext>
                </a:extLst>
              </p:cNvPr>
              <p:cNvGrpSpPr/>
              <p:nvPr/>
            </p:nvGrpSpPr>
            <p:grpSpPr>
              <a:xfrm>
                <a:off x="5964723" y="0"/>
                <a:ext cx="1867746" cy="6091415"/>
                <a:chOff x="5964723" y="0"/>
                <a:chExt cx="1867746" cy="6091415"/>
              </a:xfrm>
              <a:grpFill/>
            </p:grpSpPr>
            <p:sp>
              <p:nvSpPr>
                <p:cNvPr id="181" name="Freeform: Shape 727">
                  <a:extLst>
                    <a:ext uri="{FF2B5EF4-FFF2-40B4-BE49-F238E27FC236}">
                      <a16:creationId xmlns:a16="http://schemas.microsoft.com/office/drawing/2014/main" id="{61A831E0-BD9D-8328-0DAF-76CCC394E96C}"/>
                    </a:ext>
                  </a:extLst>
                </p:cNvPr>
                <p:cNvSpPr/>
                <p:nvPr/>
              </p:nvSpPr>
              <p:spPr>
                <a:xfrm>
                  <a:off x="6157375" y="4749707"/>
                  <a:ext cx="1589633" cy="1341708"/>
                </a:xfrm>
                <a:custGeom>
                  <a:avLst/>
                  <a:gdLst>
                    <a:gd name="connsiteX0" fmla="*/ 1591383 w 1589632"/>
                    <a:gd name="connsiteY0" fmla="*/ 397203 h 1341708"/>
                    <a:gd name="connsiteX1" fmla="*/ 1526047 w 1589632"/>
                    <a:gd name="connsiteY1" fmla="*/ 410328 h 1341708"/>
                    <a:gd name="connsiteX2" fmla="*/ 1498484 w 1589632"/>
                    <a:gd name="connsiteY2" fmla="*/ 382764 h 1341708"/>
                    <a:gd name="connsiteX3" fmla="*/ 1448024 w 1589632"/>
                    <a:gd name="connsiteY3" fmla="*/ 394286 h 1341708"/>
                    <a:gd name="connsiteX4" fmla="*/ 1404419 w 1589632"/>
                    <a:gd name="connsiteY4" fmla="*/ 380577 h 1341708"/>
                    <a:gd name="connsiteX5" fmla="*/ 1399898 w 1589632"/>
                    <a:gd name="connsiteY5" fmla="*/ 353014 h 1341708"/>
                    <a:gd name="connsiteX6" fmla="*/ 1305978 w 1589632"/>
                    <a:gd name="connsiteY6" fmla="*/ 311741 h 1341708"/>
                    <a:gd name="connsiteX7" fmla="*/ 1269373 w 1589632"/>
                    <a:gd name="connsiteY7" fmla="*/ 309408 h 1341708"/>
                    <a:gd name="connsiteX8" fmla="*/ 1253331 w 1589632"/>
                    <a:gd name="connsiteY8" fmla="*/ 318596 h 1341708"/>
                    <a:gd name="connsiteX9" fmla="*/ 1189162 w 1589632"/>
                    <a:gd name="connsiteY9" fmla="*/ 318596 h 1341708"/>
                    <a:gd name="connsiteX10" fmla="*/ 1005844 w 1589632"/>
                    <a:gd name="connsiteY10" fmla="*/ 238385 h 1341708"/>
                    <a:gd name="connsiteX11" fmla="*/ 1001323 w 1589632"/>
                    <a:gd name="connsiteY11" fmla="*/ 210822 h 1341708"/>
                    <a:gd name="connsiteX12" fmla="*/ 973760 w 1589632"/>
                    <a:gd name="connsiteY12" fmla="*/ 208488 h 1341708"/>
                    <a:gd name="connsiteX13" fmla="*/ 955384 w 1589632"/>
                    <a:gd name="connsiteY13" fmla="*/ 178737 h 1341708"/>
                    <a:gd name="connsiteX14" fmla="*/ 868319 w 1589632"/>
                    <a:gd name="connsiteY14" fmla="*/ 176404 h 1341708"/>
                    <a:gd name="connsiteX15" fmla="*/ 817859 w 1589632"/>
                    <a:gd name="connsiteY15" fmla="*/ 153507 h 1341708"/>
                    <a:gd name="connsiteX16" fmla="*/ 762878 w 1589632"/>
                    <a:gd name="connsiteY16" fmla="*/ 155841 h 1341708"/>
                    <a:gd name="connsiteX17" fmla="*/ 728460 w 1589632"/>
                    <a:gd name="connsiteY17" fmla="*/ 142132 h 1341708"/>
                    <a:gd name="connsiteX18" fmla="*/ 648249 w 1589632"/>
                    <a:gd name="connsiteY18" fmla="*/ 121569 h 1341708"/>
                    <a:gd name="connsiteX19" fmla="*/ 563518 w 1589632"/>
                    <a:gd name="connsiteY19" fmla="*/ 117048 h 1341708"/>
                    <a:gd name="connsiteX20" fmla="*/ 462744 w 1589632"/>
                    <a:gd name="connsiteY20" fmla="*/ 64401 h 1341708"/>
                    <a:gd name="connsiteX21" fmla="*/ 359636 w 1589632"/>
                    <a:gd name="connsiteY21" fmla="*/ 48358 h 1341708"/>
                    <a:gd name="connsiteX22" fmla="*/ 290947 w 1589632"/>
                    <a:gd name="connsiteY22" fmla="*/ 48358 h 1341708"/>
                    <a:gd name="connsiteX23" fmla="*/ 229111 w 1589632"/>
                    <a:gd name="connsiteY23" fmla="*/ 13941 h 1341708"/>
                    <a:gd name="connsiteX24" fmla="*/ 208548 w 1589632"/>
                    <a:gd name="connsiteY24" fmla="*/ 232 h 1341708"/>
                    <a:gd name="connsiteX25" fmla="*/ 109962 w 1589632"/>
                    <a:gd name="connsiteY25" fmla="*/ 59880 h 1341708"/>
                    <a:gd name="connsiteX26" fmla="*/ 0 w 1589632"/>
                    <a:gd name="connsiteY26" fmla="*/ 89630 h 1341708"/>
                    <a:gd name="connsiteX27" fmla="*/ 29751 w 1589632"/>
                    <a:gd name="connsiteY27" fmla="*/ 190404 h 1341708"/>
                    <a:gd name="connsiteX28" fmla="*/ 34272 w 1589632"/>
                    <a:gd name="connsiteY28" fmla="*/ 224822 h 1341708"/>
                    <a:gd name="connsiteX29" fmla="*/ 9042 w 1589632"/>
                    <a:gd name="connsiteY29" fmla="*/ 252385 h 1341708"/>
                    <a:gd name="connsiteX30" fmla="*/ 9042 w 1589632"/>
                    <a:gd name="connsiteY30" fmla="*/ 295991 h 1341708"/>
                    <a:gd name="connsiteX31" fmla="*/ 8313 w 1589632"/>
                    <a:gd name="connsiteY31" fmla="*/ 306783 h 1341708"/>
                    <a:gd name="connsiteX32" fmla="*/ 11375 w 1589632"/>
                    <a:gd name="connsiteY32" fmla="*/ 307366 h 1341708"/>
                    <a:gd name="connsiteX33" fmla="*/ 77877 w 1589632"/>
                    <a:gd name="connsiteY33" fmla="*/ 268428 h 1341708"/>
                    <a:gd name="connsiteX34" fmla="*/ 107628 w 1589632"/>
                    <a:gd name="connsiteY34" fmla="*/ 270761 h 1341708"/>
                    <a:gd name="connsiteX35" fmla="*/ 96107 w 1589632"/>
                    <a:gd name="connsiteY35" fmla="*/ 295991 h 1341708"/>
                    <a:gd name="connsiteX36" fmla="*/ 98441 w 1589632"/>
                    <a:gd name="connsiteY36" fmla="*/ 318887 h 1341708"/>
                    <a:gd name="connsiteX37" fmla="*/ 164943 w 1589632"/>
                    <a:gd name="connsiteY37" fmla="*/ 337263 h 1341708"/>
                    <a:gd name="connsiteX38" fmla="*/ 254341 w 1589632"/>
                    <a:gd name="connsiteY38" fmla="*/ 332742 h 1341708"/>
                    <a:gd name="connsiteX39" fmla="*/ 306989 w 1589632"/>
                    <a:gd name="connsiteY39" fmla="*/ 341930 h 1341708"/>
                    <a:gd name="connsiteX40" fmla="*/ 313843 w 1589632"/>
                    <a:gd name="connsiteY40" fmla="*/ 367160 h 1341708"/>
                    <a:gd name="connsiteX41" fmla="*/ 332219 w 1589632"/>
                    <a:gd name="connsiteY41" fmla="*/ 390056 h 1341708"/>
                    <a:gd name="connsiteX42" fmla="*/ 332219 w 1589632"/>
                    <a:gd name="connsiteY42" fmla="*/ 447370 h 1341708"/>
                    <a:gd name="connsiteX43" fmla="*/ 233632 w 1589632"/>
                    <a:gd name="connsiteY43" fmla="*/ 488643 h 1341708"/>
                    <a:gd name="connsiteX44" fmla="*/ 240487 w 1589632"/>
                    <a:gd name="connsiteY44" fmla="*/ 610126 h 1341708"/>
                    <a:gd name="connsiteX45" fmla="*/ 185506 w 1589632"/>
                    <a:gd name="connsiteY45" fmla="*/ 630689 h 1341708"/>
                    <a:gd name="connsiteX46" fmla="*/ 201548 w 1589632"/>
                    <a:gd name="connsiteY46" fmla="*/ 658252 h 1341708"/>
                    <a:gd name="connsiteX47" fmla="*/ 173985 w 1589632"/>
                    <a:gd name="connsiteY47" fmla="*/ 726942 h 1341708"/>
                    <a:gd name="connsiteX48" fmla="*/ 123525 w 1589632"/>
                    <a:gd name="connsiteY48" fmla="*/ 715421 h 1341708"/>
                    <a:gd name="connsiteX49" fmla="*/ 121191 w 1589632"/>
                    <a:gd name="connsiteY49" fmla="*/ 747505 h 1341708"/>
                    <a:gd name="connsiteX50" fmla="*/ 134900 w 1589632"/>
                    <a:gd name="connsiteY50" fmla="*/ 804819 h 1341708"/>
                    <a:gd name="connsiteX51" fmla="*/ 146421 w 1589632"/>
                    <a:gd name="connsiteY51" fmla="*/ 811674 h 1341708"/>
                    <a:gd name="connsiteX52" fmla="*/ 98295 w 1589632"/>
                    <a:gd name="connsiteY52" fmla="*/ 901072 h 1341708"/>
                    <a:gd name="connsiteX53" fmla="*/ 116670 w 1589632"/>
                    <a:gd name="connsiteY53" fmla="*/ 940011 h 1341708"/>
                    <a:gd name="connsiteX54" fmla="*/ 135046 w 1589632"/>
                    <a:gd name="connsiteY54" fmla="*/ 962907 h 1341708"/>
                    <a:gd name="connsiteX55" fmla="*/ 54835 w 1589632"/>
                    <a:gd name="connsiteY55" fmla="*/ 1045452 h 1341708"/>
                    <a:gd name="connsiteX56" fmla="*/ 31938 w 1589632"/>
                    <a:gd name="connsiteY56" fmla="*/ 1059160 h 1341708"/>
                    <a:gd name="connsiteX57" fmla="*/ 51918 w 1589632"/>
                    <a:gd name="connsiteY57" fmla="*/ 1116329 h 1341708"/>
                    <a:gd name="connsiteX58" fmla="*/ 96107 w 1589632"/>
                    <a:gd name="connsiteY58" fmla="*/ 1111954 h 1341708"/>
                    <a:gd name="connsiteX59" fmla="*/ 157942 w 1589632"/>
                    <a:gd name="connsiteY59" fmla="*/ 1150893 h 1341708"/>
                    <a:gd name="connsiteX60" fmla="*/ 178506 w 1589632"/>
                    <a:gd name="connsiteY60" fmla="*/ 1194498 h 1341708"/>
                    <a:gd name="connsiteX61" fmla="*/ 173985 w 1589632"/>
                    <a:gd name="connsiteY61" fmla="*/ 1261000 h 1341708"/>
                    <a:gd name="connsiteX62" fmla="*/ 272571 w 1589632"/>
                    <a:gd name="connsiteY62" fmla="*/ 1350399 h 1341708"/>
                    <a:gd name="connsiteX63" fmla="*/ 343594 w 1589632"/>
                    <a:gd name="connsiteY63" fmla="*/ 1290751 h 1341708"/>
                    <a:gd name="connsiteX64" fmla="*/ 410096 w 1589632"/>
                    <a:gd name="connsiteY64" fmla="*/ 1297605 h 1341708"/>
                    <a:gd name="connsiteX65" fmla="*/ 446701 w 1589632"/>
                    <a:gd name="connsiteY65" fmla="*/ 1261000 h 1341708"/>
                    <a:gd name="connsiteX66" fmla="*/ 586560 w 1589632"/>
                    <a:gd name="connsiteY66" fmla="*/ 1274709 h 1341708"/>
                    <a:gd name="connsiteX67" fmla="*/ 657583 w 1589632"/>
                    <a:gd name="connsiteY67" fmla="*/ 1290751 h 1341708"/>
                    <a:gd name="connsiteX68" fmla="*/ 708043 w 1589632"/>
                    <a:gd name="connsiteY68" fmla="*/ 1290751 h 1341708"/>
                    <a:gd name="connsiteX69" fmla="*/ 728606 w 1589632"/>
                    <a:gd name="connsiteY69" fmla="*/ 1279230 h 1341708"/>
                    <a:gd name="connsiteX70" fmla="*/ 760690 w 1589632"/>
                    <a:gd name="connsiteY70" fmla="*/ 1295272 h 1341708"/>
                    <a:gd name="connsiteX71" fmla="*/ 859277 w 1589632"/>
                    <a:gd name="connsiteY71" fmla="*/ 1180644 h 1341708"/>
                    <a:gd name="connsiteX72" fmla="*/ 976093 w 1589632"/>
                    <a:gd name="connsiteY72" fmla="*/ 1180644 h 1341708"/>
                    <a:gd name="connsiteX73" fmla="*/ 996656 w 1589632"/>
                    <a:gd name="connsiteY73" fmla="*/ 1157747 h 1341708"/>
                    <a:gd name="connsiteX74" fmla="*/ 1019553 w 1589632"/>
                    <a:gd name="connsiteY74" fmla="*/ 1054640 h 1341708"/>
                    <a:gd name="connsiteX75" fmla="*/ 1136369 w 1589632"/>
                    <a:gd name="connsiteY75" fmla="*/ 1011034 h 1341708"/>
                    <a:gd name="connsiteX76" fmla="*/ 1095097 w 1589632"/>
                    <a:gd name="connsiteY76" fmla="*/ 896405 h 1341708"/>
                    <a:gd name="connsiteX77" fmla="*/ 1076721 w 1589632"/>
                    <a:gd name="connsiteY77" fmla="*/ 855133 h 1341708"/>
                    <a:gd name="connsiteX78" fmla="*/ 1248664 w 1589632"/>
                    <a:gd name="connsiteY78" fmla="*/ 642064 h 1341708"/>
                    <a:gd name="connsiteX79" fmla="*/ 1486963 w 1589632"/>
                    <a:gd name="connsiteY79" fmla="*/ 554999 h 1341708"/>
                    <a:gd name="connsiteX80" fmla="*/ 1551132 w 1589632"/>
                    <a:gd name="connsiteY80" fmla="*/ 509206 h 1341708"/>
                    <a:gd name="connsiteX81" fmla="*/ 1592404 w 1589632"/>
                    <a:gd name="connsiteY81" fmla="*/ 454225 h 1341708"/>
                    <a:gd name="connsiteX82" fmla="*/ 1601592 w 1589632"/>
                    <a:gd name="connsiteY82" fmla="*/ 408432 h 1341708"/>
                    <a:gd name="connsiteX83" fmla="*/ 1591383 w 1589632"/>
                    <a:gd name="connsiteY83" fmla="*/ 397203 h 1341708"/>
                    <a:gd name="connsiteX84" fmla="*/ 1591383 w 1589632"/>
                    <a:gd name="connsiteY84" fmla="*/ 397203 h 134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1589632" h="1341708">
                      <a:moveTo>
                        <a:pt x="1591383" y="397203"/>
                      </a:moveTo>
                      <a:lnTo>
                        <a:pt x="1526047" y="410328"/>
                      </a:lnTo>
                      <a:lnTo>
                        <a:pt x="1498484" y="382764"/>
                      </a:lnTo>
                      <a:lnTo>
                        <a:pt x="1448024" y="394286"/>
                      </a:lnTo>
                      <a:cubicBezTo>
                        <a:pt x="1448024" y="394286"/>
                        <a:pt x="1418273" y="385098"/>
                        <a:pt x="1404419" y="380577"/>
                      </a:cubicBezTo>
                      <a:cubicBezTo>
                        <a:pt x="1390710" y="376056"/>
                        <a:pt x="1399898" y="353014"/>
                        <a:pt x="1399898" y="353014"/>
                      </a:cubicBezTo>
                      <a:lnTo>
                        <a:pt x="1305978" y="311741"/>
                      </a:lnTo>
                      <a:lnTo>
                        <a:pt x="1269373" y="309408"/>
                      </a:lnTo>
                      <a:lnTo>
                        <a:pt x="1253331" y="318596"/>
                      </a:lnTo>
                      <a:lnTo>
                        <a:pt x="1189162" y="318596"/>
                      </a:lnTo>
                      <a:lnTo>
                        <a:pt x="1005844" y="238385"/>
                      </a:lnTo>
                      <a:lnTo>
                        <a:pt x="1001323" y="210822"/>
                      </a:lnTo>
                      <a:lnTo>
                        <a:pt x="973760" y="208488"/>
                      </a:lnTo>
                      <a:lnTo>
                        <a:pt x="955384" y="178737"/>
                      </a:lnTo>
                      <a:lnTo>
                        <a:pt x="868319" y="176404"/>
                      </a:lnTo>
                      <a:cubicBezTo>
                        <a:pt x="868319" y="176404"/>
                        <a:pt x="836234" y="153507"/>
                        <a:pt x="817859" y="153507"/>
                      </a:cubicBezTo>
                      <a:cubicBezTo>
                        <a:pt x="799483" y="153507"/>
                        <a:pt x="772066" y="155841"/>
                        <a:pt x="762878" y="155841"/>
                      </a:cubicBezTo>
                      <a:cubicBezTo>
                        <a:pt x="753690" y="155841"/>
                        <a:pt x="728460" y="142132"/>
                        <a:pt x="728460" y="142132"/>
                      </a:cubicBezTo>
                      <a:cubicBezTo>
                        <a:pt x="728460" y="142132"/>
                        <a:pt x="689521" y="121569"/>
                        <a:pt x="648249" y="121569"/>
                      </a:cubicBezTo>
                      <a:cubicBezTo>
                        <a:pt x="606977" y="121569"/>
                        <a:pt x="577226" y="119235"/>
                        <a:pt x="563518" y="117048"/>
                      </a:cubicBezTo>
                      <a:cubicBezTo>
                        <a:pt x="549809" y="114860"/>
                        <a:pt x="462744" y="64401"/>
                        <a:pt x="462744" y="64401"/>
                      </a:cubicBezTo>
                      <a:cubicBezTo>
                        <a:pt x="462744" y="64401"/>
                        <a:pt x="368824" y="48358"/>
                        <a:pt x="359636" y="48358"/>
                      </a:cubicBezTo>
                      <a:cubicBezTo>
                        <a:pt x="350448" y="48358"/>
                        <a:pt x="304655" y="52879"/>
                        <a:pt x="290947" y="48358"/>
                      </a:cubicBezTo>
                      <a:cubicBezTo>
                        <a:pt x="277238" y="43837"/>
                        <a:pt x="229111" y="13941"/>
                        <a:pt x="229111" y="13941"/>
                      </a:cubicBezTo>
                      <a:cubicBezTo>
                        <a:pt x="229111" y="13941"/>
                        <a:pt x="217590" y="-2102"/>
                        <a:pt x="208548" y="232"/>
                      </a:cubicBezTo>
                      <a:cubicBezTo>
                        <a:pt x="199360" y="2565"/>
                        <a:pt x="109962" y="59880"/>
                        <a:pt x="109962" y="59880"/>
                      </a:cubicBezTo>
                      <a:lnTo>
                        <a:pt x="0" y="89630"/>
                      </a:lnTo>
                      <a:lnTo>
                        <a:pt x="29751" y="190404"/>
                      </a:lnTo>
                      <a:lnTo>
                        <a:pt x="34272" y="224822"/>
                      </a:lnTo>
                      <a:cubicBezTo>
                        <a:pt x="34272" y="224822"/>
                        <a:pt x="9042" y="245385"/>
                        <a:pt x="9042" y="252385"/>
                      </a:cubicBezTo>
                      <a:cubicBezTo>
                        <a:pt x="9042" y="259386"/>
                        <a:pt x="9042" y="295991"/>
                        <a:pt x="9042" y="295991"/>
                      </a:cubicBezTo>
                      <a:lnTo>
                        <a:pt x="8313" y="306783"/>
                      </a:lnTo>
                      <a:lnTo>
                        <a:pt x="11375" y="307366"/>
                      </a:lnTo>
                      <a:lnTo>
                        <a:pt x="77877" y="268428"/>
                      </a:lnTo>
                      <a:lnTo>
                        <a:pt x="107628" y="270761"/>
                      </a:lnTo>
                      <a:lnTo>
                        <a:pt x="96107" y="295991"/>
                      </a:lnTo>
                      <a:lnTo>
                        <a:pt x="98441" y="318887"/>
                      </a:lnTo>
                      <a:lnTo>
                        <a:pt x="164943" y="337263"/>
                      </a:lnTo>
                      <a:lnTo>
                        <a:pt x="254341" y="332742"/>
                      </a:lnTo>
                      <a:lnTo>
                        <a:pt x="306989" y="341930"/>
                      </a:lnTo>
                      <a:lnTo>
                        <a:pt x="313843" y="367160"/>
                      </a:lnTo>
                      <a:lnTo>
                        <a:pt x="332219" y="390056"/>
                      </a:lnTo>
                      <a:lnTo>
                        <a:pt x="332219" y="447370"/>
                      </a:lnTo>
                      <a:lnTo>
                        <a:pt x="233632" y="488643"/>
                      </a:lnTo>
                      <a:lnTo>
                        <a:pt x="240487" y="610126"/>
                      </a:lnTo>
                      <a:lnTo>
                        <a:pt x="185506" y="630689"/>
                      </a:lnTo>
                      <a:lnTo>
                        <a:pt x="201548" y="658252"/>
                      </a:lnTo>
                      <a:lnTo>
                        <a:pt x="173985" y="726942"/>
                      </a:lnTo>
                      <a:lnTo>
                        <a:pt x="123525" y="715421"/>
                      </a:lnTo>
                      <a:lnTo>
                        <a:pt x="121191" y="747505"/>
                      </a:lnTo>
                      <a:lnTo>
                        <a:pt x="134900" y="804819"/>
                      </a:lnTo>
                      <a:lnTo>
                        <a:pt x="146421" y="811674"/>
                      </a:lnTo>
                      <a:lnTo>
                        <a:pt x="98295" y="901072"/>
                      </a:lnTo>
                      <a:lnTo>
                        <a:pt x="116670" y="940011"/>
                      </a:lnTo>
                      <a:cubicBezTo>
                        <a:pt x="116670" y="940011"/>
                        <a:pt x="135046" y="953720"/>
                        <a:pt x="135046" y="962907"/>
                      </a:cubicBezTo>
                      <a:cubicBezTo>
                        <a:pt x="135046" y="972095"/>
                        <a:pt x="54835" y="1045452"/>
                        <a:pt x="54835" y="1045452"/>
                      </a:cubicBezTo>
                      <a:lnTo>
                        <a:pt x="31938" y="1059160"/>
                      </a:lnTo>
                      <a:lnTo>
                        <a:pt x="51918" y="1116329"/>
                      </a:lnTo>
                      <a:lnTo>
                        <a:pt x="96107" y="1111954"/>
                      </a:lnTo>
                      <a:lnTo>
                        <a:pt x="157942" y="1150893"/>
                      </a:lnTo>
                      <a:lnTo>
                        <a:pt x="178506" y="1194498"/>
                      </a:lnTo>
                      <a:cubicBezTo>
                        <a:pt x="178506" y="1194498"/>
                        <a:pt x="157942" y="1249479"/>
                        <a:pt x="173985" y="1261000"/>
                      </a:cubicBezTo>
                      <a:cubicBezTo>
                        <a:pt x="190027" y="1272521"/>
                        <a:pt x="272571" y="1350399"/>
                        <a:pt x="272571" y="1350399"/>
                      </a:cubicBezTo>
                      <a:lnTo>
                        <a:pt x="343594" y="1290751"/>
                      </a:lnTo>
                      <a:lnTo>
                        <a:pt x="410096" y="1297605"/>
                      </a:lnTo>
                      <a:lnTo>
                        <a:pt x="446701" y="1261000"/>
                      </a:lnTo>
                      <a:lnTo>
                        <a:pt x="586560" y="1274709"/>
                      </a:lnTo>
                      <a:cubicBezTo>
                        <a:pt x="586560" y="1274709"/>
                        <a:pt x="650729" y="1290751"/>
                        <a:pt x="657583" y="1290751"/>
                      </a:cubicBezTo>
                      <a:cubicBezTo>
                        <a:pt x="664437" y="1290751"/>
                        <a:pt x="701189" y="1295272"/>
                        <a:pt x="708043" y="1290751"/>
                      </a:cubicBezTo>
                      <a:cubicBezTo>
                        <a:pt x="714897" y="1286230"/>
                        <a:pt x="728606" y="1279230"/>
                        <a:pt x="728606" y="1279230"/>
                      </a:cubicBezTo>
                      <a:cubicBezTo>
                        <a:pt x="728606" y="1279230"/>
                        <a:pt x="753836" y="1295272"/>
                        <a:pt x="760690" y="1295272"/>
                      </a:cubicBezTo>
                      <a:cubicBezTo>
                        <a:pt x="767545" y="1295272"/>
                        <a:pt x="859277" y="1180644"/>
                        <a:pt x="859277" y="1180644"/>
                      </a:cubicBezTo>
                      <a:lnTo>
                        <a:pt x="976093" y="1180644"/>
                      </a:lnTo>
                      <a:lnTo>
                        <a:pt x="996656" y="1157747"/>
                      </a:lnTo>
                      <a:cubicBezTo>
                        <a:pt x="996656" y="1157747"/>
                        <a:pt x="1008177" y="1056973"/>
                        <a:pt x="1019553" y="1054640"/>
                      </a:cubicBezTo>
                      <a:cubicBezTo>
                        <a:pt x="1031074" y="1052306"/>
                        <a:pt x="1136369" y="1011034"/>
                        <a:pt x="1136369" y="1011034"/>
                      </a:cubicBezTo>
                      <a:cubicBezTo>
                        <a:pt x="1136369" y="1011034"/>
                        <a:pt x="1101951" y="903260"/>
                        <a:pt x="1095097" y="896405"/>
                      </a:cubicBezTo>
                      <a:cubicBezTo>
                        <a:pt x="1088242" y="889551"/>
                        <a:pt x="1076721" y="855133"/>
                        <a:pt x="1076721" y="855133"/>
                      </a:cubicBezTo>
                      <a:lnTo>
                        <a:pt x="1248664" y="642064"/>
                      </a:lnTo>
                      <a:lnTo>
                        <a:pt x="1486963" y="554999"/>
                      </a:lnTo>
                      <a:cubicBezTo>
                        <a:pt x="1486963" y="554999"/>
                        <a:pt x="1544277" y="516060"/>
                        <a:pt x="1551132" y="509206"/>
                      </a:cubicBezTo>
                      <a:cubicBezTo>
                        <a:pt x="1557986" y="502352"/>
                        <a:pt x="1590070" y="470267"/>
                        <a:pt x="1592404" y="454225"/>
                      </a:cubicBezTo>
                      <a:cubicBezTo>
                        <a:pt x="1594737" y="438183"/>
                        <a:pt x="1601592" y="408432"/>
                        <a:pt x="1601592" y="408432"/>
                      </a:cubicBezTo>
                      <a:cubicBezTo>
                        <a:pt x="1601592" y="408432"/>
                        <a:pt x="1596925" y="403328"/>
                        <a:pt x="1591383" y="397203"/>
                      </a:cubicBezTo>
                      <a:cubicBezTo>
                        <a:pt x="1591383" y="397203"/>
                        <a:pt x="1591383" y="397203"/>
                        <a:pt x="1591383" y="397203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82" name="Freeform: Shape 728">
                  <a:extLst>
                    <a:ext uri="{FF2B5EF4-FFF2-40B4-BE49-F238E27FC236}">
                      <a16:creationId xmlns:a16="http://schemas.microsoft.com/office/drawing/2014/main" id="{C8A11D40-361C-4D49-730A-5F95F5E3512E}"/>
                    </a:ext>
                  </a:extLst>
                </p:cNvPr>
                <p:cNvSpPr/>
                <p:nvPr/>
              </p:nvSpPr>
              <p:spPr>
                <a:xfrm>
                  <a:off x="7729653" y="5122846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2 w 0"/>
                    <a:gd name="connsiteY1" fmla="*/ 729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292"/>
                        <a:pt x="292" y="437"/>
                        <a:pt x="292" y="729"/>
                      </a:cubicBezTo>
                      <a:cubicBezTo>
                        <a:pt x="292" y="437"/>
                        <a:pt x="146" y="146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83" name="Freeform: Shape 729">
                  <a:extLst>
                    <a:ext uri="{FF2B5EF4-FFF2-40B4-BE49-F238E27FC236}">
                      <a16:creationId xmlns:a16="http://schemas.microsoft.com/office/drawing/2014/main" id="{D763F8DB-1F7B-4686-46D6-88BD5DE5C03C}"/>
                    </a:ext>
                  </a:extLst>
                </p:cNvPr>
                <p:cNvSpPr/>
                <p:nvPr/>
              </p:nvSpPr>
              <p:spPr>
                <a:xfrm>
                  <a:off x="7732716" y="512795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729 w 0"/>
                    <a:gd name="connsiteY1" fmla="*/ 1021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292" y="292"/>
                        <a:pt x="437" y="729"/>
                        <a:pt x="729" y="1021"/>
                      </a:cubicBezTo>
                      <a:cubicBezTo>
                        <a:pt x="583" y="729"/>
                        <a:pt x="292" y="437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84" name="Freeform: Shape 730">
                  <a:extLst>
                    <a:ext uri="{FF2B5EF4-FFF2-40B4-BE49-F238E27FC236}">
                      <a16:creationId xmlns:a16="http://schemas.microsoft.com/office/drawing/2014/main" id="{85E0A361-1E6E-D445-0F91-44FCFBB3E5E6}"/>
                    </a:ext>
                  </a:extLst>
                </p:cNvPr>
                <p:cNvSpPr/>
                <p:nvPr/>
              </p:nvSpPr>
              <p:spPr>
                <a:xfrm>
                  <a:off x="7730820" y="5125180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583 w 0"/>
                    <a:gd name="connsiteY1" fmla="*/ 1021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6" y="292"/>
                        <a:pt x="437" y="583"/>
                        <a:pt x="583" y="1021"/>
                      </a:cubicBezTo>
                      <a:cubicBezTo>
                        <a:pt x="437" y="583"/>
                        <a:pt x="292" y="29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85" name="Freeform: Shape 731">
                  <a:extLst>
                    <a:ext uri="{FF2B5EF4-FFF2-40B4-BE49-F238E27FC236}">
                      <a16:creationId xmlns:a16="http://schemas.microsoft.com/office/drawing/2014/main" id="{E3522BCC-88F1-C883-7D57-09F35175B80D}"/>
                    </a:ext>
                  </a:extLst>
                </p:cNvPr>
                <p:cNvSpPr/>
                <p:nvPr/>
              </p:nvSpPr>
              <p:spPr>
                <a:xfrm>
                  <a:off x="7735341" y="513145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729 w 0"/>
                    <a:gd name="connsiteY1" fmla="*/ 875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292" y="292"/>
                        <a:pt x="437" y="583"/>
                        <a:pt x="729" y="875"/>
                      </a:cubicBezTo>
                      <a:cubicBezTo>
                        <a:pt x="292" y="583"/>
                        <a:pt x="146" y="29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86" name="Freeform: Shape 732">
                  <a:extLst>
                    <a:ext uri="{FF2B5EF4-FFF2-40B4-BE49-F238E27FC236}">
                      <a16:creationId xmlns:a16="http://schemas.microsoft.com/office/drawing/2014/main" id="{F1EA20CD-4F0C-8BB0-68F2-CD9D704B7070}"/>
                    </a:ext>
                  </a:extLst>
                </p:cNvPr>
                <p:cNvSpPr/>
                <p:nvPr/>
              </p:nvSpPr>
              <p:spPr>
                <a:xfrm>
                  <a:off x="7741903" y="5139472"/>
                  <a:ext cx="14584" cy="14584"/>
                </a:xfrm>
                <a:custGeom>
                  <a:avLst/>
                  <a:gdLst>
                    <a:gd name="connsiteX0" fmla="*/ 583 w 0"/>
                    <a:gd name="connsiteY0" fmla="*/ 583 h 0"/>
                    <a:gd name="connsiteX1" fmla="*/ 0 w 0"/>
                    <a:gd name="connsiteY1" fmla="*/ 0 h 0"/>
                    <a:gd name="connsiteX2" fmla="*/ 583 w 0"/>
                    <a:gd name="connsiteY2" fmla="*/ 583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583" y="583"/>
                      </a:moveTo>
                      <a:cubicBezTo>
                        <a:pt x="437" y="437"/>
                        <a:pt x="292" y="146"/>
                        <a:pt x="0" y="0"/>
                      </a:cubicBezTo>
                      <a:cubicBezTo>
                        <a:pt x="146" y="146"/>
                        <a:pt x="292" y="292"/>
                        <a:pt x="583" y="583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87" name="Freeform: Shape 733">
                  <a:extLst>
                    <a:ext uri="{FF2B5EF4-FFF2-40B4-BE49-F238E27FC236}">
                      <a16:creationId xmlns:a16="http://schemas.microsoft.com/office/drawing/2014/main" id="{6CEEA02A-5239-2B38-BF59-C0A539CDFF6A}"/>
                    </a:ext>
                  </a:extLst>
                </p:cNvPr>
                <p:cNvSpPr/>
                <p:nvPr/>
              </p:nvSpPr>
              <p:spPr>
                <a:xfrm>
                  <a:off x="5964723" y="0"/>
                  <a:ext cx="14584" cy="14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/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88" name="Freeform: Shape 734">
                  <a:extLst>
                    <a:ext uri="{FF2B5EF4-FFF2-40B4-BE49-F238E27FC236}">
                      <a16:creationId xmlns:a16="http://schemas.microsoft.com/office/drawing/2014/main" id="{3B5309E6-5C24-A410-F7F5-EA237750A96E}"/>
                    </a:ext>
                  </a:extLst>
                </p:cNvPr>
                <p:cNvSpPr/>
                <p:nvPr/>
              </p:nvSpPr>
              <p:spPr>
                <a:xfrm>
                  <a:off x="7801113" y="4991301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437 h 0"/>
                    <a:gd name="connsiteX1" fmla="*/ 583 w 0"/>
                    <a:gd name="connsiteY1" fmla="*/ 0 h 0"/>
                    <a:gd name="connsiteX2" fmla="*/ 0 w 0"/>
                    <a:gd name="connsiteY2" fmla="*/ 437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437"/>
                      </a:moveTo>
                      <a:cubicBezTo>
                        <a:pt x="146" y="292"/>
                        <a:pt x="437" y="146"/>
                        <a:pt x="583" y="0"/>
                      </a:cubicBezTo>
                      <a:cubicBezTo>
                        <a:pt x="437" y="146"/>
                        <a:pt x="146" y="292"/>
                        <a:pt x="0" y="437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89" name="Freeform: Shape 735">
                  <a:extLst>
                    <a:ext uri="{FF2B5EF4-FFF2-40B4-BE49-F238E27FC236}">
                      <a16:creationId xmlns:a16="http://schemas.microsoft.com/office/drawing/2014/main" id="{1F4DCC93-D905-285E-DA04-8958DCA0B379}"/>
                    </a:ext>
                  </a:extLst>
                </p:cNvPr>
                <p:cNvSpPr/>
                <p:nvPr/>
              </p:nvSpPr>
              <p:spPr>
                <a:xfrm>
                  <a:off x="7798051" y="4993343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292 h 0"/>
                    <a:gd name="connsiteX1" fmla="*/ 437 w 0"/>
                    <a:gd name="connsiteY1" fmla="*/ 0 h 0"/>
                    <a:gd name="connsiteX2" fmla="*/ 0 w 0"/>
                    <a:gd name="connsiteY2" fmla="*/ 292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292"/>
                      </a:moveTo>
                      <a:cubicBezTo>
                        <a:pt x="146" y="146"/>
                        <a:pt x="292" y="146"/>
                        <a:pt x="437" y="0"/>
                      </a:cubicBezTo>
                      <a:cubicBezTo>
                        <a:pt x="292" y="146"/>
                        <a:pt x="146" y="292"/>
                        <a:pt x="0" y="292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90" name="Freeform: Shape 736">
                  <a:extLst>
                    <a:ext uri="{FF2B5EF4-FFF2-40B4-BE49-F238E27FC236}">
                      <a16:creationId xmlns:a16="http://schemas.microsoft.com/office/drawing/2014/main" id="{BF7119E4-F78A-9D6B-7334-F582F1C0F26F}"/>
                    </a:ext>
                  </a:extLst>
                </p:cNvPr>
                <p:cNvSpPr/>
                <p:nvPr/>
              </p:nvSpPr>
              <p:spPr>
                <a:xfrm>
                  <a:off x="7804905" y="498896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292 h 0"/>
                    <a:gd name="connsiteX1" fmla="*/ 437 w 0"/>
                    <a:gd name="connsiteY1" fmla="*/ 0 h 0"/>
                    <a:gd name="connsiteX2" fmla="*/ 0 w 0"/>
                    <a:gd name="connsiteY2" fmla="*/ 292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292"/>
                      </a:moveTo>
                      <a:cubicBezTo>
                        <a:pt x="146" y="146"/>
                        <a:pt x="292" y="146"/>
                        <a:pt x="437" y="0"/>
                      </a:cubicBezTo>
                      <a:cubicBezTo>
                        <a:pt x="292" y="0"/>
                        <a:pt x="146" y="146"/>
                        <a:pt x="0" y="292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91" name="Freeform: Shape 737">
                  <a:extLst>
                    <a:ext uri="{FF2B5EF4-FFF2-40B4-BE49-F238E27FC236}">
                      <a16:creationId xmlns:a16="http://schemas.microsoft.com/office/drawing/2014/main" id="{DE9CE71A-2218-0C18-B7E4-25400024BF06}"/>
                    </a:ext>
                  </a:extLst>
                </p:cNvPr>
                <p:cNvSpPr/>
                <p:nvPr/>
              </p:nvSpPr>
              <p:spPr>
                <a:xfrm>
                  <a:off x="7808843" y="4986196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146 h 0"/>
                    <a:gd name="connsiteX1" fmla="*/ 292 w 0"/>
                    <a:gd name="connsiteY1" fmla="*/ 0 h 0"/>
                    <a:gd name="connsiteX2" fmla="*/ 0 w 0"/>
                    <a:gd name="connsiteY2" fmla="*/ 146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146"/>
                      </a:moveTo>
                      <a:cubicBezTo>
                        <a:pt x="146" y="146"/>
                        <a:pt x="146" y="0"/>
                        <a:pt x="292" y="0"/>
                      </a:cubicBezTo>
                      <a:cubicBezTo>
                        <a:pt x="146" y="0"/>
                        <a:pt x="146" y="146"/>
                        <a:pt x="0" y="146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92" name="Freeform: Shape 738">
                  <a:extLst>
                    <a:ext uri="{FF2B5EF4-FFF2-40B4-BE49-F238E27FC236}">
                      <a16:creationId xmlns:a16="http://schemas.microsoft.com/office/drawing/2014/main" id="{45CC5050-8372-EC46-D8D8-EC8A88EA8151}"/>
                    </a:ext>
                  </a:extLst>
                </p:cNvPr>
                <p:cNvSpPr/>
                <p:nvPr/>
              </p:nvSpPr>
              <p:spPr>
                <a:xfrm>
                  <a:off x="7817885" y="497934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292 h 0"/>
                    <a:gd name="connsiteX1" fmla="*/ 437 w 0"/>
                    <a:gd name="connsiteY1" fmla="*/ 0 h 0"/>
                    <a:gd name="connsiteX2" fmla="*/ 0 w 0"/>
                    <a:gd name="connsiteY2" fmla="*/ 292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292"/>
                      </a:moveTo>
                      <a:cubicBezTo>
                        <a:pt x="146" y="146"/>
                        <a:pt x="292" y="146"/>
                        <a:pt x="437" y="0"/>
                      </a:cubicBezTo>
                      <a:cubicBezTo>
                        <a:pt x="292" y="146"/>
                        <a:pt x="146" y="292"/>
                        <a:pt x="0" y="292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93" name="Freeform: Shape 739">
                  <a:extLst>
                    <a:ext uri="{FF2B5EF4-FFF2-40B4-BE49-F238E27FC236}">
                      <a16:creationId xmlns:a16="http://schemas.microsoft.com/office/drawing/2014/main" id="{3D0AEEBF-2D62-1512-D28A-B44355E7D299}"/>
                    </a:ext>
                  </a:extLst>
                </p:cNvPr>
                <p:cNvSpPr/>
                <p:nvPr/>
              </p:nvSpPr>
              <p:spPr>
                <a:xfrm>
                  <a:off x="7813218" y="4982842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437 h 0"/>
                    <a:gd name="connsiteX1" fmla="*/ 437 w 0"/>
                    <a:gd name="connsiteY1" fmla="*/ 0 h 0"/>
                    <a:gd name="connsiteX2" fmla="*/ 0 w 0"/>
                    <a:gd name="connsiteY2" fmla="*/ 437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437"/>
                      </a:moveTo>
                      <a:cubicBezTo>
                        <a:pt x="146" y="292"/>
                        <a:pt x="292" y="146"/>
                        <a:pt x="437" y="0"/>
                      </a:cubicBezTo>
                      <a:cubicBezTo>
                        <a:pt x="292" y="146"/>
                        <a:pt x="146" y="292"/>
                        <a:pt x="0" y="437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94" name="Freeform: Shape 740">
                  <a:extLst>
                    <a:ext uri="{FF2B5EF4-FFF2-40B4-BE49-F238E27FC236}">
                      <a16:creationId xmlns:a16="http://schemas.microsoft.com/office/drawing/2014/main" id="{55044866-528C-0155-AAA0-BC07EE604362}"/>
                    </a:ext>
                  </a:extLst>
                </p:cNvPr>
                <p:cNvSpPr/>
                <p:nvPr/>
              </p:nvSpPr>
              <p:spPr>
                <a:xfrm>
                  <a:off x="7745257" y="5143118"/>
                  <a:ext cx="14584" cy="14584"/>
                </a:xfrm>
                <a:custGeom>
                  <a:avLst/>
                  <a:gdLst>
                    <a:gd name="connsiteX0" fmla="*/ 438 w 0"/>
                    <a:gd name="connsiteY0" fmla="*/ 437 h 0"/>
                    <a:gd name="connsiteX1" fmla="*/ 0 w 0"/>
                    <a:gd name="connsiteY1" fmla="*/ 0 h 0"/>
                    <a:gd name="connsiteX2" fmla="*/ 438 w 0"/>
                    <a:gd name="connsiteY2" fmla="*/ 437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438" y="437"/>
                      </a:moveTo>
                      <a:cubicBezTo>
                        <a:pt x="292" y="292"/>
                        <a:pt x="146" y="146"/>
                        <a:pt x="0" y="0"/>
                      </a:cubicBezTo>
                      <a:cubicBezTo>
                        <a:pt x="146" y="146"/>
                        <a:pt x="292" y="292"/>
                        <a:pt x="438" y="437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  <p:grpSp>
            <p:nvGrpSpPr>
              <p:cNvPr id="165" name="Graphic 1">
                <a:extLst>
                  <a:ext uri="{FF2B5EF4-FFF2-40B4-BE49-F238E27FC236}">
                    <a16:creationId xmlns:a16="http://schemas.microsoft.com/office/drawing/2014/main" id="{A51280B3-EF71-D7A4-E1AD-9A400CFF3B07}"/>
                  </a:ext>
                </a:extLst>
              </p:cNvPr>
              <p:cNvGrpSpPr/>
              <p:nvPr/>
            </p:nvGrpSpPr>
            <p:grpSpPr>
              <a:xfrm>
                <a:off x="5969244" y="5017843"/>
                <a:ext cx="510433" cy="1050033"/>
                <a:chOff x="5969244" y="5017843"/>
                <a:chExt cx="510433" cy="1050033"/>
              </a:xfrm>
              <a:grpFill/>
            </p:grpSpPr>
            <p:sp>
              <p:nvSpPr>
                <p:cNvPr id="166" name="Freeform: Shape 742">
                  <a:extLst>
                    <a:ext uri="{FF2B5EF4-FFF2-40B4-BE49-F238E27FC236}">
                      <a16:creationId xmlns:a16="http://schemas.microsoft.com/office/drawing/2014/main" id="{BBAA49BC-C36D-E41F-DE13-1651E2923A70}"/>
                    </a:ext>
                  </a:extLst>
                </p:cNvPr>
                <p:cNvSpPr/>
                <p:nvPr/>
              </p:nvSpPr>
              <p:spPr>
                <a:xfrm>
                  <a:off x="6381528" y="605445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5104 w 0"/>
                    <a:gd name="connsiteY1" fmla="*/ 4813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750" y="1604"/>
                        <a:pt x="3500" y="3208"/>
                        <a:pt x="5104" y="4813"/>
                      </a:cubicBezTo>
                      <a:cubicBezTo>
                        <a:pt x="3354" y="3208"/>
                        <a:pt x="1604" y="1604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67" name="Freeform: Shape 743">
                  <a:extLst>
                    <a:ext uri="{FF2B5EF4-FFF2-40B4-BE49-F238E27FC236}">
                      <a16:creationId xmlns:a16="http://schemas.microsoft.com/office/drawing/2014/main" id="{748CFF75-7E7A-CE7E-BCB3-FB7A0B739B63}"/>
                    </a:ext>
                  </a:extLst>
                </p:cNvPr>
                <p:cNvSpPr/>
                <p:nvPr/>
              </p:nvSpPr>
              <p:spPr>
                <a:xfrm>
                  <a:off x="6376277" y="6049646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3938 w 0"/>
                    <a:gd name="connsiteY1" fmla="*/ 3646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313" y="1167"/>
                        <a:pt x="2625" y="2479"/>
                        <a:pt x="3938" y="3646"/>
                      </a:cubicBezTo>
                      <a:cubicBezTo>
                        <a:pt x="2625" y="2333"/>
                        <a:pt x="1313" y="1167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68" name="Freeform: Shape 744">
                  <a:extLst>
                    <a:ext uri="{FF2B5EF4-FFF2-40B4-BE49-F238E27FC236}">
                      <a16:creationId xmlns:a16="http://schemas.microsoft.com/office/drawing/2014/main" id="{3BD71D3A-D786-9AF7-264C-7C6F584A34C9}"/>
                    </a:ext>
                  </a:extLst>
                </p:cNvPr>
                <p:cNvSpPr/>
                <p:nvPr/>
              </p:nvSpPr>
              <p:spPr>
                <a:xfrm>
                  <a:off x="6369715" y="604366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4958 w 0"/>
                    <a:gd name="connsiteY1" fmla="*/ 4521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604" y="1458"/>
                        <a:pt x="3354" y="3062"/>
                        <a:pt x="4958" y="4521"/>
                      </a:cubicBezTo>
                      <a:cubicBezTo>
                        <a:pt x="3354" y="3062"/>
                        <a:pt x="1604" y="1458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69" name="Freeform: Shape 745">
                  <a:extLst>
                    <a:ext uri="{FF2B5EF4-FFF2-40B4-BE49-F238E27FC236}">
                      <a16:creationId xmlns:a16="http://schemas.microsoft.com/office/drawing/2014/main" id="{3DA81660-99FA-2E2E-D5FC-7AB49897E1CE}"/>
                    </a:ext>
                  </a:extLst>
                </p:cNvPr>
                <p:cNvSpPr/>
                <p:nvPr/>
              </p:nvSpPr>
              <p:spPr>
                <a:xfrm>
                  <a:off x="5969244" y="5017843"/>
                  <a:ext cx="510433" cy="860443"/>
                </a:xfrm>
                <a:custGeom>
                  <a:avLst/>
                  <a:gdLst>
                    <a:gd name="connsiteX0" fmla="*/ 219924 w 510432"/>
                    <a:gd name="connsiteY0" fmla="*/ 790733 h 860443"/>
                    <a:gd name="connsiteX1" fmla="*/ 242820 w 510432"/>
                    <a:gd name="connsiteY1" fmla="*/ 777024 h 860443"/>
                    <a:gd name="connsiteX2" fmla="*/ 323031 w 510432"/>
                    <a:gd name="connsiteY2" fmla="*/ 694480 h 860443"/>
                    <a:gd name="connsiteX3" fmla="*/ 304655 w 510432"/>
                    <a:gd name="connsiteY3" fmla="*/ 671583 h 860443"/>
                    <a:gd name="connsiteX4" fmla="*/ 286280 w 510432"/>
                    <a:gd name="connsiteY4" fmla="*/ 632645 h 860443"/>
                    <a:gd name="connsiteX5" fmla="*/ 334406 w 510432"/>
                    <a:gd name="connsiteY5" fmla="*/ 543246 h 860443"/>
                    <a:gd name="connsiteX6" fmla="*/ 322885 w 510432"/>
                    <a:gd name="connsiteY6" fmla="*/ 536392 h 860443"/>
                    <a:gd name="connsiteX7" fmla="*/ 309176 w 510432"/>
                    <a:gd name="connsiteY7" fmla="*/ 479077 h 860443"/>
                    <a:gd name="connsiteX8" fmla="*/ 311510 w 510432"/>
                    <a:gd name="connsiteY8" fmla="*/ 446993 h 860443"/>
                    <a:gd name="connsiteX9" fmla="*/ 361970 w 510432"/>
                    <a:gd name="connsiteY9" fmla="*/ 458514 h 860443"/>
                    <a:gd name="connsiteX10" fmla="*/ 389533 w 510432"/>
                    <a:gd name="connsiteY10" fmla="*/ 389824 h 860443"/>
                    <a:gd name="connsiteX11" fmla="*/ 373491 w 510432"/>
                    <a:gd name="connsiteY11" fmla="*/ 362261 h 860443"/>
                    <a:gd name="connsiteX12" fmla="*/ 428472 w 510432"/>
                    <a:gd name="connsiteY12" fmla="*/ 341698 h 860443"/>
                    <a:gd name="connsiteX13" fmla="*/ 421617 w 510432"/>
                    <a:gd name="connsiteY13" fmla="*/ 220215 h 860443"/>
                    <a:gd name="connsiteX14" fmla="*/ 520204 w 510432"/>
                    <a:gd name="connsiteY14" fmla="*/ 178943 h 860443"/>
                    <a:gd name="connsiteX15" fmla="*/ 520204 w 510432"/>
                    <a:gd name="connsiteY15" fmla="*/ 121629 h 860443"/>
                    <a:gd name="connsiteX16" fmla="*/ 501828 w 510432"/>
                    <a:gd name="connsiteY16" fmla="*/ 98732 h 860443"/>
                    <a:gd name="connsiteX17" fmla="*/ 494974 w 510432"/>
                    <a:gd name="connsiteY17" fmla="*/ 73502 h 860443"/>
                    <a:gd name="connsiteX18" fmla="*/ 442326 w 510432"/>
                    <a:gd name="connsiteY18" fmla="*/ 64315 h 860443"/>
                    <a:gd name="connsiteX19" fmla="*/ 352928 w 510432"/>
                    <a:gd name="connsiteY19" fmla="*/ 68835 h 860443"/>
                    <a:gd name="connsiteX20" fmla="*/ 286426 w 510432"/>
                    <a:gd name="connsiteY20" fmla="*/ 50460 h 860443"/>
                    <a:gd name="connsiteX21" fmla="*/ 284092 w 510432"/>
                    <a:gd name="connsiteY21" fmla="*/ 27563 h 860443"/>
                    <a:gd name="connsiteX22" fmla="*/ 295613 w 510432"/>
                    <a:gd name="connsiteY22" fmla="*/ 2333 h 860443"/>
                    <a:gd name="connsiteX23" fmla="*/ 265862 w 510432"/>
                    <a:gd name="connsiteY23" fmla="*/ 0 h 860443"/>
                    <a:gd name="connsiteX24" fmla="*/ 199360 w 510432"/>
                    <a:gd name="connsiteY24" fmla="*/ 38938 h 860443"/>
                    <a:gd name="connsiteX25" fmla="*/ 196298 w 510432"/>
                    <a:gd name="connsiteY25" fmla="*/ 38355 h 860443"/>
                    <a:gd name="connsiteX26" fmla="*/ 183318 w 510432"/>
                    <a:gd name="connsiteY26" fmla="*/ 213215 h 860443"/>
                    <a:gd name="connsiteX27" fmla="*/ 59502 w 510432"/>
                    <a:gd name="connsiteY27" fmla="*/ 430951 h 860443"/>
                    <a:gd name="connsiteX28" fmla="*/ 38939 w 510432"/>
                    <a:gd name="connsiteY28" fmla="*/ 430951 h 860443"/>
                    <a:gd name="connsiteX29" fmla="*/ 6854 w 510432"/>
                    <a:gd name="connsiteY29" fmla="*/ 472223 h 860443"/>
                    <a:gd name="connsiteX30" fmla="*/ 2333 w 510432"/>
                    <a:gd name="connsiteY30" fmla="*/ 527204 h 860443"/>
                    <a:gd name="connsiteX31" fmla="*/ 0 w 510432"/>
                    <a:gd name="connsiteY31" fmla="*/ 543246 h 860443"/>
                    <a:gd name="connsiteX32" fmla="*/ 93920 w 510432"/>
                    <a:gd name="connsiteY32" fmla="*/ 506641 h 860443"/>
                    <a:gd name="connsiteX33" fmla="*/ 57314 w 510432"/>
                    <a:gd name="connsiteY33" fmla="*/ 552434 h 860443"/>
                    <a:gd name="connsiteX34" fmla="*/ 20709 w 510432"/>
                    <a:gd name="connsiteY34" fmla="*/ 577664 h 860443"/>
                    <a:gd name="connsiteX35" fmla="*/ 29897 w 510432"/>
                    <a:gd name="connsiteY35" fmla="*/ 589185 h 860443"/>
                    <a:gd name="connsiteX36" fmla="*/ 48272 w 510432"/>
                    <a:gd name="connsiteY36" fmla="*/ 596039 h 860443"/>
                    <a:gd name="connsiteX37" fmla="*/ 110108 w 510432"/>
                    <a:gd name="connsiteY37" fmla="*/ 582330 h 860443"/>
                    <a:gd name="connsiteX38" fmla="*/ 68835 w 510432"/>
                    <a:gd name="connsiteY38" fmla="*/ 628124 h 860443"/>
                    <a:gd name="connsiteX39" fmla="*/ 71169 w 510432"/>
                    <a:gd name="connsiteY39" fmla="*/ 710668 h 860443"/>
                    <a:gd name="connsiteX40" fmla="*/ 16188 w 510432"/>
                    <a:gd name="connsiteY40" fmla="*/ 813775 h 860443"/>
                    <a:gd name="connsiteX41" fmla="*/ 18521 w 510432"/>
                    <a:gd name="connsiteY41" fmla="*/ 845860 h 860443"/>
                    <a:gd name="connsiteX42" fmla="*/ 34564 w 510432"/>
                    <a:gd name="connsiteY42" fmla="*/ 845860 h 860443"/>
                    <a:gd name="connsiteX43" fmla="*/ 57460 w 510432"/>
                    <a:gd name="connsiteY43" fmla="*/ 827484 h 860443"/>
                    <a:gd name="connsiteX44" fmla="*/ 91878 w 510432"/>
                    <a:gd name="connsiteY44" fmla="*/ 829817 h 860443"/>
                    <a:gd name="connsiteX45" fmla="*/ 121629 w 510432"/>
                    <a:gd name="connsiteY45" fmla="*/ 843526 h 860443"/>
                    <a:gd name="connsiteX46" fmla="*/ 165234 w 510432"/>
                    <a:gd name="connsiteY46" fmla="*/ 868756 h 860443"/>
                    <a:gd name="connsiteX47" fmla="*/ 201840 w 510432"/>
                    <a:gd name="connsiteY47" fmla="*/ 852714 h 860443"/>
                    <a:gd name="connsiteX48" fmla="*/ 238445 w 510432"/>
                    <a:gd name="connsiteY48" fmla="*/ 848193 h 860443"/>
                    <a:gd name="connsiteX49" fmla="*/ 284238 w 510432"/>
                    <a:gd name="connsiteY49" fmla="*/ 843672 h 860443"/>
                    <a:gd name="connsiteX50" fmla="*/ 240049 w 510432"/>
                    <a:gd name="connsiteY50" fmla="*/ 848047 h 860443"/>
                    <a:gd name="connsiteX51" fmla="*/ 219924 w 510432"/>
                    <a:gd name="connsiteY51" fmla="*/ 790733 h 860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510432" h="860443">
                      <a:moveTo>
                        <a:pt x="219924" y="790733"/>
                      </a:moveTo>
                      <a:lnTo>
                        <a:pt x="242820" y="777024"/>
                      </a:lnTo>
                      <a:cubicBezTo>
                        <a:pt x="242820" y="777024"/>
                        <a:pt x="323031" y="703668"/>
                        <a:pt x="323031" y="694480"/>
                      </a:cubicBezTo>
                      <a:cubicBezTo>
                        <a:pt x="323031" y="685292"/>
                        <a:pt x="304655" y="671583"/>
                        <a:pt x="304655" y="671583"/>
                      </a:cubicBezTo>
                      <a:lnTo>
                        <a:pt x="286280" y="632645"/>
                      </a:lnTo>
                      <a:lnTo>
                        <a:pt x="334406" y="543246"/>
                      </a:lnTo>
                      <a:lnTo>
                        <a:pt x="322885" y="536392"/>
                      </a:lnTo>
                      <a:lnTo>
                        <a:pt x="309176" y="479077"/>
                      </a:lnTo>
                      <a:lnTo>
                        <a:pt x="311510" y="446993"/>
                      </a:lnTo>
                      <a:lnTo>
                        <a:pt x="361970" y="458514"/>
                      </a:lnTo>
                      <a:lnTo>
                        <a:pt x="389533" y="389824"/>
                      </a:lnTo>
                      <a:lnTo>
                        <a:pt x="373491" y="362261"/>
                      </a:lnTo>
                      <a:lnTo>
                        <a:pt x="428472" y="341698"/>
                      </a:lnTo>
                      <a:lnTo>
                        <a:pt x="421617" y="220215"/>
                      </a:lnTo>
                      <a:lnTo>
                        <a:pt x="520204" y="178943"/>
                      </a:lnTo>
                      <a:lnTo>
                        <a:pt x="520204" y="121629"/>
                      </a:lnTo>
                      <a:lnTo>
                        <a:pt x="501828" y="98732"/>
                      </a:lnTo>
                      <a:lnTo>
                        <a:pt x="494974" y="73502"/>
                      </a:lnTo>
                      <a:lnTo>
                        <a:pt x="442326" y="64315"/>
                      </a:lnTo>
                      <a:lnTo>
                        <a:pt x="352928" y="68835"/>
                      </a:lnTo>
                      <a:lnTo>
                        <a:pt x="286426" y="50460"/>
                      </a:lnTo>
                      <a:lnTo>
                        <a:pt x="284092" y="27563"/>
                      </a:lnTo>
                      <a:lnTo>
                        <a:pt x="295613" y="2333"/>
                      </a:lnTo>
                      <a:lnTo>
                        <a:pt x="265862" y="0"/>
                      </a:lnTo>
                      <a:lnTo>
                        <a:pt x="199360" y="38938"/>
                      </a:lnTo>
                      <a:lnTo>
                        <a:pt x="196298" y="38355"/>
                      </a:lnTo>
                      <a:lnTo>
                        <a:pt x="183318" y="213215"/>
                      </a:lnTo>
                      <a:lnTo>
                        <a:pt x="59502" y="430951"/>
                      </a:lnTo>
                      <a:lnTo>
                        <a:pt x="38939" y="430951"/>
                      </a:lnTo>
                      <a:cubicBezTo>
                        <a:pt x="38939" y="430951"/>
                        <a:pt x="6854" y="460702"/>
                        <a:pt x="6854" y="472223"/>
                      </a:cubicBezTo>
                      <a:cubicBezTo>
                        <a:pt x="6854" y="483744"/>
                        <a:pt x="2333" y="527204"/>
                        <a:pt x="2333" y="527204"/>
                      </a:cubicBezTo>
                      <a:lnTo>
                        <a:pt x="0" y="543246"/>
                      </a:lnTo>
                      <a:lnTo>
                        <a:pt x="93920" y="506641"/>
                      </a:lnTo>
                      <a:lnTo>
                        <a:pt x="57314" y="552434"/>
                      </a:lnTo>
                      <a:lnTo>
                        <a:pt x="20709" y="577664"/>
                      </a:lnTo>
                      <a:lnTo>
                        <a:pt x="29897" y="589185"/>
                      </a:lnTo>
                      <a:cubicBezTo>
                        <a:pt x="29897" y="589185"/>
                        <a:pt x="36751" y="600706"/>
                        <a:pt x="48272" y="596039"/>
                      </a:cubicBezTo>
                      <a:cubicBezTo>
                        <a:pt x="59794" y="591518"/>
                        <a:pt x="110108" y="582330"/>
                        <a:pt x="110108" y="582330"/>
                      </a:cubicBezTo>
                      <a:lnTo>
                        <a:pt x="68835" y="628124"/>
                      </a:lnTo>
                      <a:cubicBezTo>
                        <a:pt x="68835" y="628124"/>
                        <a:pt x="71169" y="701480"/>
                        <a:pt x="71169" y="710668"/>
                      </a:cubicBezTo>
                      <a:cubicBezTo>
                        <a:pt x="71169" y="719855"/>
                        <a:pt x="16188" y="813775"/>
                        <a:pt x="16188" y="813775"/>
                      </a:cubicBezTo>
                      <a:lnTo>
                        <a:pt x="18521" y="845860"/>
                      </a:lnTo>
                      <a:lnTo>
                        <a:pt x="34564" y="845860"/>
                      </a:lnTo>
                      <a:lnTo>
                        <a:pt x="57460" y="827484"/>
                      </a:lnTo>
                      <a:lnTo>
                        <a:pt x="91878" y="829817"/>
                      </a:lnTo>
                      <a:lnTo>
                        <a:pt x="121629" y="843526"/>
                      </a:lnTo>
                      <a:lnTo>
                        <a:pt x="165234" y="868756"/>
                      </a:lnTo>
                      <a:lnTo>
                        <a:pt x="201840" y="852714"/>
                      </a:lnTo>
                      <a:lnTo>
                        <a:pt x="238445" y="848193"/>
                      </a:lnTo>
                      <a:lnTo>
                        <a:pt x="284238" y="843672"/>
                      </a:lnTo>
                      <a:lnTo>
                        <a:pt x="240049" y="848047"/>
                      </a:lnTo>
                      <a:lnTo>
                        <a:pt x="219924" y="790733"/>
                      </a:ln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70" name="Freeform: Shape 746">
                  <a:extLst>
                    <a:ext uri="{FF2B5EF4-FFF2-40B4-BE49-F238E27FC236}">
                      <a16:creationId xmlns:a16="http://schemas.microsoft.com/office/drawing/2014/main" id="{938F2D40-22DF-439B-78BA-BC79FF546B34}"/>
                    </a:ext>
                  </a:extLst>
                </p:cNvPr>
                <p:cNvSpPr/>
                <p:nvPr/>
              </p:nvSpPr>
              <p:spPr>
                <a:xfrm>
                  <a:off x="6359652" y="6034479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3354 w 0"/>
                    <a:gd name="connsiteY1" fmla="*/ 3062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167" y="1021"/>
                        <a:pt x="2333" y="2042"/>
                        <a:pt x="3354" y="3062"/>
                      </a:cubicBezTo>
                      <a:cubicBezTo>
                        <a:pt x="2188" y="2042"/>
                        <a:pt x="1167" y="1021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71" name="Freeform: Shape 747">
                  <a:extLst>
                    <a:ext uri="{FF2B5EF4-FFF2-40B4-BE49-F238E27FC236}">
                      <a16:creationId xmlns:a16="http://schemas.microsoft.com/office/drawing/2014/main" id="{99561361-6FE9-8FB7-C973-635013ED297D}"/>
                    </a:ext>
                  </a:extLst>
                </p:cNvPr>
                <p:cNvSpPr/>
                <p:nvPr/>
              </p:nvSpPr>
              <p:spPr>
                <a:xfrm>
                  <a:off x="6393049" y="6065105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4083 w 0"/>
                    <a:gd name="connsiteY1" fmla="*/ 3792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458" y="1312"/>
                        <a:pt x="2771" y="2625"/>
                        <a:pt x="4083" y="3792"/>
                      </a:cubicBezTo>
                      <a:cubicBezTo>
                        <a:pt x="2771" y="2625"/>
                        <a:pt x="1313" y="1312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72" name="Freeform: Shape 748">
                  <a:extLst>
                    <a:ext uri="{FF2B5EF4-FFF2-40B4-BE49-F238E27FC236}">
                      <a16:creationId xmlns:a16="http://schemas.microsoft.com/office/drawing/2014/main" id="{299C108C-BA33-A4EB-8AB6-4CEF509593EF}"/>
                    </a:ext>
                  </a:extLst>
                </p:cNvPr>
                <p:cNvSpPr/>
                <p:nvPr/>
              </p:nvSpPr>
              <p:spPr>
                <a:xfrm>
                  <a:off x="6386778" y="605941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5104 w 0"/>
                    <a:gd name="connsiteY1" fmla="*/ 4667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750" y="1604"/>
                        <a:pt x="3354" y="3063"/>
                        <a:pt x="5104" y="4667"/>
                      </a:cubicBezTo>
                      <a:cubicBezTo>
                        <a:pt x="3354" y="3063"/>
                        <a:pt x="1750" y="1458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73" name="Freeform: Shape 749">
                  <a:extLst>
                    <a:ext uri="{FF2B5EF4-FFF2-40B4-BE49-F238E27FC236}">
                      <a16:creationId xmlns:a16="http://schemas.microsoft.com/office/drawing/2014/main" id="{31A111DF-2069-82AA-92FE-BBD7E4CF8B47}"/>
                    </a:ext>
                  </a:extLst>
                </p:cNvPr>
                <p:cNvSpPr/>
                <p:nvPr/>
              </p:nvSpPr>
              <p:spPr>
                <a:xfrm>
                  <a:off x="6364610" y="6039146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4958 w 0"/>
                    <a:gd name="connsiteY1" fmla="*/ 4521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604" y="1458"/>
                        <a:pt x="3208" y="2916"/>
                        <a:pt x="4958" y="4521"/>
                      </a:cubicBezTo>
                      <a:cubicBezTo>
                        <a:pt x="3354" y="2916"/>
                        <a:pt x="1604" y="1458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74" name="Freeform: Shape 750">
                  <a:extLst>
                    <a:ext uri="{FF2B5EF4-FFF2-40B4-BE49-F238E27FC236}">
                      <a16:creationId xmlns:a16="http://schemas.microsoft.com/office/drawing/2014/main" id="{A171F39E-C8D3-EDC6-303B-0F0383A17788}"/>
                    </a:ext>
                  </a:extLst>
                </p:cNvPr>
                <p:cNvSpPr/>
                <p:nvPr/>
              </p:nvSpPr>
              <p:spPr>
                <a:xfrm>
                  <a:off x="6334130" y="6012457"/>
                  <a:ext cx="14584" cy="14584"/>
                </a:xfrm>
                <a:custGeom>
                  <a:avLst/>
                  <a:gdLst>
                    <a:gd name="connsiteX0" fmla="*/ 2042 w 0"/>
                    <a:gd name="connsiteY0" fmla="*/ 1604 h 0"/>
                    <a:gd name="connsiteX1" fmla="*/ 0 w 0"/>
                    <a:gd name="connsiteY1" fmla="*/ 0 h 0"/>
                    <a:gd name="connsiteX2" fmla="*/ 2042 w 0"/>
                    <a:gd name="connsiteY2" fmla="*/ 1604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2042" y="1604"/>
                      </a:moveTo>
                      <a:cubicBezTo>
                        <a:pt x="1313" y="1021"/>
                        <a:pt x="729" y="437"/>
                        <a:pt x="0" y="0"/>
                      </a:cubicBezTo>
                      <a:cubicBezTo>
                        <a:pt x="583" y="437"/>
                        <a:pt x="1313" y="1021"/>
                        <a:pt x="2042" y="1604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75" name="Freeform: Shape 751">
                  <a:extLst>
                    <a:ext uri="{FF2B5EF4-FFF2-40B4-BE49-F238E27FC236}">
                      <a16:creationId xmlns:a16="http://schemas.microsoft.com/office/drawing/2014/main" id="{1479E7E2-1434-09AD-1A94-6E6BFE75D3EC}"/>
                    </a:ext>
                  </a:extLst>
                </p:cNvPr>
                <p:cNvSpPr/>
                <p:nvPr/>
              </p:nvSpPr>
              <p:spPr>
                <a:xfrm>
                  <a:off x="6331359" y="6010270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188 w 0"/>
                    <a:gd name="connsiteY1" fmla="*/ 1604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583" y="437"/>
                        <a:pt x="1313" y="1021"/>
                        <a:pt x="2188" y="1604"/>
                      </a:cubicBezTo>
                      <a:cubicBezTo>
                        <a:pt x="1313" y="875"/>
                        <a:pt x="583" y="437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76" name="Freeform: Shape 752">
                  <a:extLst>
                    <a:ext uri="{FF2B5EF4-FFF2-40B4-BE49-F238E27FC236}">
                      <a16:creationId xmlns:a16="http://schemas.microsoft.com/office/drawing/2014/main" id="{16AD3111-4DC4-BE13-B4CD-209792ADA690}"/>
                    </a:ext>
                  </a:extLst>
                </p:cNvPr>
                <p:cNvSpPr/>
                <p:nvPr/>
              </p:nvSpPr>
              <p:spPr>
                <a:xfrm>
                  <a:off x="6398153" y="6069917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9771 w 0"/>
                    <a:gd name="connsiteY1" fmla="*/ 9188 h 0"/>
                    <a:gd name="connsiteX2" fmla="*/ 9771 w 0"/>
                    <a:gd name="connsiteY2" fmla="*/ 9188 h 0"/>
                    <a:gd name="connsiteX3" fmla="*/ 0 w 0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3500" y="3208"/>
                        <a:pt x="6709" y="6271"/>
                        <a:pt x="9771" y="9188"/>
                      </a:cubicBezTo>
                      <a:lnTo>
                        <a:pt x="9771" y="9188"/>
                      </a:lnTo>
                      <a:cubicBezTo>
                        <a:pt x="6709" y="6271"/>
                        <a:pt x="3354" y="3208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77" name="Freeform: Shape 753">
                  <a:extLst>
                    <a:ext uri="{FF2B5EF4-FFF2-40B4-BE49-F238E27FC236}">
                      <a16:creationId xmlns:a16="http://schemas.microsoft.com/office/drawing/2014/main" id="{4246C18F-42EB-6CA1-09D5-781BBB4A4FC2}"/>
                    </a:ext>
                  </a:extLst>
                </p:cNvPr>
                <p:cNvSpPr/>
                <p:nvPr/>
              </p:nvSpPr>
              <p:spPr>
                <a:xfrm>
                  <a:off x="6349152" y="6025146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8896 w 0"/>
                    <a:gd name="connsiteY1" fmla="*/ 8021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2771" y="2479"/>
                        <a:pt x="5834" y="5104"/>
                        <a:pt x="8896" y="8021"/>
                      </a:cubicBezTo>
                      <a:cubicBezTo>
                        <a:pt x="5834" y="5250"/>
                        <a:pt x="2771" y="2479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78" name="Freeform: Shape 754">
                  <a:extLst>
                    <a:ext uri="{FF2B5EF4-FFF2-40B4-BE49-F238E27FC236}">
                      <a16:creationId xmlns:a16="http://schemas.microsoft.com/office/drawing/2014/main" id="{46626AA6-8257-4B74-D1D9-380A3E216632}"/>
                    </a:ext>
                  </a:extLst>
                </p:cNvPr>
                <p:cNvSpPr/>
                <p:nvPr/>
              </p:nvSpPr>
              <p:spPr>
                <a:xfrm>
                  <a:off x="6344922" y="6021500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2917 w 0"/>
                    <a:gd name="connsiteY1" fmla="*/ 2625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021" y="875"/>
                        <a:pt x="1896" y="1750"/>
                        <a:pt x="2917" y="2625"/>
                      </a:cubicBezTo>
                      <a:cubicBezTo>
                        <a:pt x="2042" y="1750"/>
                        <a:pt x="1021" y="875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79" name="Freeform: Shape 755">
                  <a:extLst>
                    <a:ext uri="{FF2B5EF4-FFF2-40B4-BE49-F238E27FC236}">
                      <a16:creationId xmlns:a16="http://schemas.microsoft.com/office/drawing/2014/main" id="{EE93C540-4DAD-59C9-6231-290CBE8298FA}"/>
                    </a:ext>
                  </a:extLst>
                </p:cNvPr>
                <p:cNvSpPr/>
                <p:nvPr/>
              </p:nvSpPr>
              <p:spPr>
                <a:xfrm>
                  <a:off x="6337047" y="6014645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3208 w 0"/>
                    <a:gd name="connsiteY1" fmla="*/ 2625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021" y="875"/>
                        <a:pt x="2042" y="1750"/>
                        <a:pt x="3208" y="2625"/>
                      </a:cubicBezTo>
                      <a:cubicBezTo>
                        <a:pt x="2042" y="1750"/>
                        <a:pt x="875" y="875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  <p:sp>
              <p:nvSpPr>
                <p:cNvPr id="180" name="Freeform: Shape 756">
                  <a:extLst>
                    <a:ext uri="{FF2B5EF4-FFF2-40B4-BE49-F238E27FC236}">
                      <a16:creationId xmlns:a16="http://schemas.microsoft.com/office/drawing/2014/main" id="{A644FA1F-A463-4320-D4A6-7323C395690F}"/>
                    </a:ext>
                  </a:extLst>
                </p:cNvPr>
                <p:cNvSpPr/>
                <p:nvPr/>
              </p:nvSpPr>
              <p:spPr>
                <a:xfrm>
                  <a:off x="6340256" y="6017416"/>
                  <a:ext cx="14584" cy="14584"/>
                </a:xfrm>
                <a:custGeom>
                  <a:avLst/>
                  <a:gdLst>
                    <a:gd name="connsiteX0" fmla="*/ 0 w 0"/>
                    <a:gd name="connsiteY0" fmla="*/ 0 h 0"/>
                    <a:gd name="connsiteX1" fmla="*/ 3646 w 0"/>
                    <a:gd name="connsiteY1" fmla="*/ 3063 h 0"/>
                    <a:gd name="connsiteX2" fmla="*/ 0 w 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>
                      <a:moveTo>
                        <a:pt x="0" y="0"/>
                      </a:moveTo>
                      <a:cubicBezTo>
                        <a:pt x="1167" y="1021"/>
                        <a:pt x="2333" y="2042"/>
                        <a:pt x="3646" y="3063"/>
                      </a:cubicBezTo>
                      <a:cubicBezTo>
                        <a:pt x="2333" y="2042"/>
                        <a:pt x="1021" y="875"/>
                        <a:pt x="0" y="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1" anchor="ctr"/>
                <a:lstStyle/>
                <a:p>
                  <a:endParaRPr lang="ar-LY" sz="1800"/>
                </a:p>
              </p:txBody>
            </p:sp>
          </p:grpSp>
        </p:grpSp>
        <p:grpSp>
          <p:nvGrpSpPr>
            <p:cNvPr id="4" name="Graphic 1">
              <a:extLst>
                <a:ext uri="{FF2B5EF4-FFF2-40B4-BE49-F238E27FC236}">
                  <a16:creationId xmlns:a16="http://schemas.microsoft.com/office/drawing/2014/main" id="{02D5A4C8-11E0-5221-DC9E-D29150A4F8FB}"/>
                </a:ext>
              </a:extLst>
            </p:cNvPr>
            <p:cNvGrpSpPr/>
            <p:nvPr/>
          </p:nvGrpSpPr>
          <p:grpSpPr>
            <a:xfrm>
              <a:off x="6376127" y="2235694"/>
              <a:ext cx="4615627" cy="3948853"/>
              <a:chOff x="6376127" y="2235694"/>
              <a:chExt cx="4615627" cy="3948853"/>
            </a:xfrm>
            <a:grpFill/>
          </p:grpSpPr>
          <p:sp>
            <p:nvSpPr>
              <p:cNvPr id="5" name="Freeform: Shape 758">
                <a:extLst>
                  <a:ext uri="{FF2B5EF4-FFF2-40B4-BE49-F238E27FC236}">
                    <a16:creationId xmlns:a16="http://schemas.microsoft.com/office/drawing/2014/main" id="{EC19308E-52D8-9E9A-1820-7DC7404EBDFA}"/>
                  </a:ext>
                </a:extLst>
              </p:cNvPr>
              <p:cNvSpPr/>
              <p:nvPr/>
            </p:nvSpPr>
            <p:spPr>
              <a:xfrm>
                <a:off x="8990567" y="5815722"/>
                <a:ext cx="422930" cy="277092"/>
              </a:xfrm>
              <a:custGeom>
                <a:avLst/>
                <a:gdLst>
                  <a:gd name="connsiteX0" fmla="*/ 380637 w 422929"/>
                  <a:gd name="connsiteY0" fmla="*/ 19105 h 277091"/>
                  <a:gd name="connsiteX1" fmla="*/ 356720 w 422929"/>
                  <a:gd name="connsiteY1" fmla="*/ 27855 h 277091"/>
                  <a:gd name="connsiteX2" fmla="*/ 331198 w 422929"/>
                  <a:gd name="connsiteY2" fmla="*/ 18521 h 277091"/>
                  <a:gd name="connsiteX3" fmla="*/ 270529 w 422929"/>
                  <a:gd name="connsiteY3" fmla="*/ 53523 h 277091"/>
                  <a:gd name="connsiteX4" fmla="*/ 223715 w 422929"/>
                  <a:gd name="connsiteY4" fmla="*/ 64752 h 277091"/>
                  <a:gd name="connsiteX5" fmla="*/ 163193 w 422929"/>
                  <a:gd name="connsiteY5" fmla="*/ 64752 h 277091"/>
                  <a:gd name="connsiteX6" fmla="*/ 134463 w 422929"/>
                  <a:gd name="connsiteY6" fmla="*/ 38209 h 277091"/>
                  <a:gd name="connsiteX7" fmla="*/ 98732 w 422929"/>
                  <a:gd name="connsiteY7" fmla="*/ 25084 h 277091"/>
                  <a:gd name="connsiteX8" fmla="*/ 81524 w 422929"/>
                  <a:gd name="connsiteY8" fmla="*/ 44918 h 277091"/>
                  <a:gd name="connsiteX9" fmla="*/ 60669 w 422929"/>
                  <a:gd name="connsiteY9" fmla="*/ 63440 h 277091"/>
                  <a:gd name="connsiteX10" fmla="*/ 51335 w 422929"/>
                  <a:gd name="connsiteY10" fmla="*/ 60815 h 277091"/>
                  <a:gd name="connsiteX11" fmla="*/ 39668 w 422929"/>
                  <a:gd name="connsiteY11" fmla="*/ 53523 h 277091"/>
                  <a:gd name="connsiteX12" fmla="*/ 0 w 422929"/>
                  <a:gd name="connsiteY12" fmla="*/ 53085 h 277091"/>
                  <a:gd name="connsiteX13" fmla="*/ 0 w 422929"/>
                  <a:gd name="connsiteY13" fmla="*/ 96253 h 277091"/>
                  <a:gd name="connsiteX14" fmla="*/ 4521 w 422929"/>
                  <a:gd name="connsiteY14" fmla="*/ 139275 h 277091"/>
                  <a:gd name="connsiteX15" fmla="*/ 30918 w 422929"/>
                  <a:gd name="connsiteY15" fmla="*/ 158963 h 277091"/>
                  <a:gd name="connsiteX16" fmla="*/ 71315 w 422929"/>
                  <a:gd name="connsiteY16" fmla="*/ 161151 h 277091"/>
                  <a:gd name="connsiteX17" fmla="*/ 157797 w 422929"/>
                  <a:gd name="connsiteY17" fmla="*/ 208985 h 277091"/>
                  <a:gd name="connsiteX18" fmla="*/ 210444 w 422929"/>
                  <a:gd name="connsiteY18" fmla="*/ 236549 h 277091"/>
                  <a:gd name="connsiteX19" fmla="*/ 258425 w 422929"/>
                  <a:gd name="connsiteY19" fmla="*/ 236987 h 277091"/>
                  <a:gd name="connsiteX20" fmla="*/ 295030 w 422929"/>
                  <a:gd name="connsiteY20" fmla="*/ 285113 h 277091"/>
                  <a:gd name="connsiteX21" fmla="*/ 386762 w 422929"/>
                  <a:gd name="connsiteY21" fmla="*/ 285113 h 277091"/>
                  <a:gd name="connsiteX22" fmla="*/ 408492 w 422929"/>
                  <a:gd name="connsiteY22" fmla="*/ 200381 h 277091"/>
                  <a:gd name="connsiteX23" fmla="*/ 369699 w 422929"/>
                  <a:gd name="connsiteY23" fmla="*/ 152401 h 277091"/>
                  <a:gd name="connsiteX24" fmla="*/ 429201 w 422929"/>
                  <a:gd name="connsiteY24" fmla="*/ 0 h 277091"/>
                  <a:gd name="connsiteX25" fmla="*/ 380637 w 422929"/>
                  <a:gd name="connsiteY25" fmla="*/ 19105 h 277091"/>
                  <a:gd name="connsiteX26" fmla="*/ 400763 w 422929"/>
                  <a:gd name="connsiteY26" fmla="*/ 202277 h 277091"/>
                  <a:gd name="connsiteX27" fmla="*/ 381366 w 422929"/>
                  <a:gd name="connsiteY27" fmla="*/ 277967 h 277091"/>
                  <a:gd name="connsiteX28" fmla="*/ 298968 w 422929"/>
                  <a:gd name="connsiteY28" fmla="*/ 277967 h 277091"/>
                  <a:gd name="connsiteX29" fmla="*/ 262362 w 422929"/>
                  <a:gd name="connsiteY29" fmla="*/ 229841 h 277091"/>
                  <a:gd name="connsiteX30" fmla="*/ 213361 w 422929"/>
                  <a:gd name="connsiteY30" fmla="*/ 229841 h 277091"/>
                  <a:gd name="connsiteX31" fmla="*/ 161588 w 422929"/>
                  <a:gd name="connsiteY31" fmla="*/ 202861 h 277091"/>
                  <a:gd name="connsiteX32" fmla="*/ 74523 w 422929"/>
                  <a:gd name="connsiteY32" fmla="*/ 154734 h 277091"/>
                  <a:gd name="connsiteX33" fmla="*/ 32230 w 422929"/>
                  <a:gd name="connsiteY33" fmla="*/ 152109 h 277091"/>
                  <a:gd name="connsiteX34" fmla="*/ 12251 w 422929"/>
                  <a:gd name="connsiteY34" fmla="*/ 139712 h 277091"/>
                  <a:gd name="connsiteX35" fmla="*/ 7729 w 422929"/>
                  <a:gd name="connsiteY35" fmla="*/ 96107 h 277091"/>
                  <a:gd name="connsiteX36" fmla="*/ 7729 w 422929"/>
                  <a:gd name="connsiteY36" fmla="*/ 60815 h 277091"/>
                  <a:gd name="connsiteX37" fmla="*/ 37626 w 422929"/>
                  <a:gd name="connsiteY37" fmla="*/ 60815 h 277091"/>
                  <a:gd name="connsiteX38" fmla="*/ 47543 w 422929"/>
                  <a:gd name="connsiteY38" fmla="*/ 67086 h 277091"/>
                  <a:gd name="connsiteX39" fmla="*/ 66356 w 422929"/>
                  <a:gd name="connsiteY39" fmla="*/ 68981 h 277091"/>
                  <a:gd name="connsiteX40" fmla="*/ 87211 w 422929"/>
                  <a:gd name="connsiteY40" fmla="*/ 50460 h 277091"/>
                  <a:gd name="connsiteX41" fmla="*/ 101649 w 422929"/>
                  <a:gd name="connsiteY41" fmla="*/ 33980 h 277091"/>
                  <a:gd name="connsiteX42" fmla="*/ 130671 w 422929"/>
                  <a:gd name="connsiteY42" fmla="*/ 44335 h 277091"/>
                  <a:gd name="connsiteX43" fmla="*/ 161005 w 422929"/>
                  <a:gd name="connsiteY43" fmla="*/ 72335 h 277091"/>
                  <a:gd name="connsiteX44" fmla="*/ 225174 w 422929"/>
                  <a:gd name="connsiteY44" fmla="*/ 72190 h 277091"/>
                  <a:gd name="connsiteX45" fmla="*/ 273300 w 422929"/>
                  <a:gd name="connsiteY45" fmla="*/ 60669 h 277091"/>
                  <a:gd name="connsiteX46" fmla="*/ 332365 w 422929"/>
                  <a:gd name="connsiteY46" fmla="*/ 26688 h 277091"/>
                  <a:gd name="connsiteX47" fmla="*/ 357157 w 422929"/>
                  <a:gd name="connsiteY47" fmla="*/ 35730 h 277091"/>
                  <a:gd name="connsiteX48" fmla="*/ 383699 w 422929"/>
                  <a:gd name="connsiteY48" fmla="*/ 26105 h 277091"/>
                  <a:gd name="connsiteX49" fmla="*/ 417242 w 422929"/>
                  <a:gd name="connsiteY49" fmla="*/ 13125 h 277091"/>
                  <a:gd name="connsiteX50" fmla="*/ 362990 w 422929"/>
                  <a:gd name="connsiteY50" fmla="*/ 152109 h 277091"/>
                  <a:gd name="connsiteX51" fmla="*/ 362261 w 422929"/>
                  <a:gd name="connsiteY51" fmla="*/ 154005 h 277091"/>
                  <a:gd name="connsiteX52" fmla="*/ 400763 w 422929"/>
                  <a:gd name="connsiteY52" fmla="*/ 202277 h 27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422929" h="277091">
                    <a:moveTo>
                      <a:pt x="380637" y="19105"/>
                    </a:moveTo>
                    <a:lnTo>
                      <a:pt x="356720" y="27855"/>
                    </a:lnTo>
                    <a:lnTo>
                      <a:pt x="331198" y="18521"/>
                    </a:lnTo>
                    <a:lnTo>
                      <a:pt x="270529" y="53523"/>
                    </a:lnTo>
                    <a:lnTo>
                      <a:pt x="223715" y="64752"/>
                    </a:lnTo>
                    <a:lnTo>
                      <a:pt x="163193" y="64752"/>
                    </a:lnTo>
                    <a:lnTo>
                      <a:pt x="134463" y="38209"/>
                    </a:lnTo>
                    <a:lnTo>
                      <a:pt x="98732" y="25084"/>
                    </a:lnTo>
                    <a:lnTo>
                      <a:pt x="81524" y="44918"/>
                    </a:lnTo>
                    <a:cubicBezTo>
                      <a:pt x="80940" y="45356"/>
                      <a:pt x="67523" y="56585"/>
                      <a:pt x="60669" y="63440"/>
                    </a:cubicBezTo>
                    <a:cubicBezTo>
                      <a:pt x="58627" y="65481"/>
                      <a:pt x="58044" y="65773"/>
                      <a:pt x="51335" y="60815"/>
                    </a:cubicBezTo>
                    <a:cubicBezTo>
                      <a:pt x="48272" y="58627"/>
                      <a:pt x="44626" y="56002"/>
                      <a:pt x="39668" y="53523"/>
                    </a:cubicBezTo>
                    <a:lnTo>
                      <a:pt x="0" y="53085"/>
                    </a:lnTo>
                    <a:lnTo>
                      <a:pt x="0" y="96253"/>
                    </a:lnTo>
                    <a:cubicBezTo>
                      <a:pt x="0" y="96545"/>
                      <a:pt x="4521" y="128192"/>
                      <a:pt x="4521" y="139275"/>
                    </a:cubicBezTo>
                    <a:cubicBezTo>
                      <a:pt x="4521" y="153276"/>
                      <a:pt x="27709" y="158380"/>
                      <a:pt x="30918" y="158963"/>
                    </a:cubicBezTo>
                    <a:lnTo>
                      <a:pt x="71315" y="161151"/>
                    </a:lnTo>
                    <a:lnTo>
                      <a:pt x="157797" y="208985"/>
                    </a:lnTo>
                    <a:lnTo>
                      <a:pt x="210444" y="236549"/>
                    </a:lnTo>
                    <a:lnTo>
                      <a:pt x="258425" y="236987"/>
                    </a:lnTo>
                    <a:lnTo>
                      <a:pt x="295030" y="285113"/>
                    </a:lnTo>
                    <a:lnTo>
                      <a:pt x="386762" y="285113"/>
                    </a:lnTo>
                    <a:lnTo>
                      <a:pt x="408492" y="200381"/>
                    </a:lnTo>
                    <a:lnTo>
                      <a:pt x="369699" y="152401"/>
                    </a:lnTo>
                    <a:lnTo>
                      <a:pt x="429201" y="0"/>
                    </a:lnTo>
                    <a:lnTo>
                      <a:pt x="380637" y="19105"/>
                    </a:lnTo>
                    <a:close/>
                    <a:moveTo>
                      <a:pt x="400763" y="202277"/>
                    </a:moveTo>
                    <a:lnTo>
                      <a:pt x="381366" y="277967"/>
                    </a:lnTo>
                    <a:lnTo>
                      <a:pt x="298968" y="277967"/>
                    </a:lnTo>
                    <a:lnTo>
                      <a:pt x="262362" y="229841"/>
                    </a:lnTo>
                    <a:lnTo>
                      <a:pt x="213361" y="229841"/>
                    </a:lnTo>
                    <a:lnTo>
                      <a:pt x="161588" y="202861"/>
                    </a:lnTo>
                    <a:lnTo>
                      <a:pt x="74523" y="154734"/>
                    </a:lnTo>
                    <a:lnTo>
                      <a:pt x="32230" y="152109"/>
                    </a:lnTo>
                    <a:cubicBezTo>
                      <a:pt x="25668" y="150796"/>
                      <a:pt x="12251" y="145984"/>
                      <a:pt x="12251" y="139712"/>
                    </a:cubicBezTo>
                    <a:cubicBezTo>
                      <a:pt x="12251" y="128192"/>
                      <a:pt x="7875" y="96982"/>
                      <a:pt x="7729" y="96107"/>
                    </a:cubicBezTo>
                    <a:lnTo>
                      <a:pt x="7729" y="60815"/>
                    </a:lnTo>
                    <a:lnTo>
                      <a:pt x="37626" y="60815"/>
                    </a:lnTo>
                    <a:cubicBezTo>
                      <a:pt x="41564" y="62856"/>
                      <a:pt x="44772" y="65044"/>
                      <a:pt x="47543" y="67086"/>
                    </a:cubicBezTo>
                    <a:cubicBezTo>
                      <a:pt x="53522" y="71315"/>
                      <a:pt x="59648" y="75690"/>
                      <a:pt x="66356" y="68981"/>
                    </a:cubicBezTo>
                    <a:cubicBezTo>
                      <a:pt x="73065" y="62273"/>
                      <a:pt x="86628" y="51043"/>
                      <a:pt x="87211" y="50460"/>
                    </a:cubicBezTo>
                    <a:lnTo>
                      <a:pt x="101649" y="33980"/>
                    </a:lnTo>
                    <a:lnTo>
                      <a:pt x="130671" y="44335"/>
                    </a:lnTo>
                    <a:lnTo>
                      <a:pt x="161005" y="72335"/>
                    </a:lnTo>
                    <a:lnTo>
                      <a:pt x="225174" y="72190"/>
                    </a:lnTo>
                    <a:lnTo>
                      <a:pt x="273300" y="60669"/>
                    </a:lnTo>
                    <a:lnTo>
                      <a:pt x="332365" y="26688"/>
                    </a:lnTo>
                    <a:lnTo>
                      <a:pt x="357157" y="35730"/>
                    </a:lnTo>
                    <a:lnTo>
                      <a:pt x="383699" y="26105"/>
                    </a:lnTo>
                    <a:lnTo>
                      <a:pt x="417242" y="13125"/>
                    </a:lnTo>
                    <a:lnTo>
                      <a:pt x="362990" y="152109"/>
                    </a:lnTo>
                    <a:lnTo>
                      <a:pt x="362261" y="154005"/>
                    </a:lnTo>
                    <a:lnTo>
                      <a:pt x="400763" y="202277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6" name="Freeform: Shape 759">
                <a:extLst>
                  <a:ext uri="{FF2B5EF4-FFF2-40B4-BE49-F238E27FC236}">
                    <a16:creationId xmlns:a16="http://schemas.microsoft.com/office/drawing/2014/main" id="{97740FDF-19DC-0D19-6C2D-45A55FB13259}"/>
                  </a:ext>
                </a:extLst>
              </p:cNvPr>
              <p:cNvSpPr/>
              <p:nvPr/>
            </p:nvSpPr>
            <p:spPr>
              <a:xfrm>
                <a:off x="8438279" y="5054594"/>
                <a:ext cx="116670" cy="262508"/>
              </a:xfrm>
              <a:custGeom>
                <a:avLst/>
                <a:gdLst>
                  <a:gd name="connsiteX0" fmla="*/ 94649 w 116670"/>
                  <a:gd name="connsiteY0" fmla="*/ 0 h 262508"/>
                  <a:gd name="connsiteX1" fmla="*/ 87794 w 116670"/>
                  <a:gd name="connsiteY1" fmla="*/ 43314 h 262508"/>
                  <a:gd name="connsiteX2" fmla="*/ 69856 w 116670"/>
                  <a:gd name="connsiteY2" fmla="*/ 37334 h 262508"/>
                  <a:gd name="connsiteX3" fmla="*/ 68544 w 116670"/>
                  <a:gd name="connsiteY3" fmla="*/ 37918 h 262508"/>
                  <a:gd name="connsiteX4" fmla="*/ 35438 w 116670"/>
                  <a:gd name="connsiteY4" fmla="*/ 57023 h 262508"/>
                  <a:gd name="connsiteX5" fmla="*/ 3792 w 116670"/>
                  <a:gd name="connsiteY5" fmla="*/ 81815 h 262508"/>
                  <a:gd name="connsiteX6" fmla="*/ 2333 w 116670"/>
                  <a:gd name="connsiteY6" fmla="*/ 82836 h 262508"/>
                  <a:gd name="connsiteX7" fmla="*/ 0 w 116670"/>
                  <a:gd name="connsiteY7" fmla="*/ 160713 h 262508"/>
                  <a:gd name="connsiteX8" fmla="*/ 4958 w 116670"/>
                  <a:gd name="connsiteY8" fmla="*/ 180693 h 262508"/>
                  <a:gd name="connsiteX9" fmla="*/ 20271 w 116670"/>
                  <a:gd name="connsiteY9" fmla="*/ 193819 h 262508"/>
                  <a:gd name="connsiteX10" fmla="*/ 16042 w 116670"/>
                  <a:gd name="connsiteY10" fmla="*/ 213215 h 262508"/>
                  <a:gd name="connsiteX11" fmla="*/ 16188 w 116670"/>
                  <a:gd name="connsiteY11" fmla="*/ 214090 h 262508"/>
                  <a:gd name="connsiteX12" fmla="*/ 20709 w 116670"/>
                  <a:gd name="connsiteY12" fmla="*/ 238445 h 262508"/>
                  <a:gd name="connsiteX13" fmla="*/ 27855 w 116670"/>
                  <a:gd name="connsiteY13" fmla="*/ 262800 h 262508"/>
                  <a:gd name="connsiteX14" fmla="*/ 28584 w 116670"/>
                  <a:gd name="connsiteY14" fmla="*/ 264550 h 262508"/>
                  <a:gd name="connsiteX15" fmla="*/ 87940 w 116670"/>
                  <a:gd name="connsiteY15" fmla="*/ 276946 h 262508"/>
                  <a:gd name="connsiteX16" fmla="*/ 119004 w 116670"/>
                  <a:gd name="connsiteY16" fmla="*/ 224299 h 262508"/>
                  <a:gd name="connsiteX17" fmla="*/ 119441 w 116670"/>
                  <a:gd name="connsiteY17" fmla="*/ 222986 h 262508"/>
                  <a:gd name="connsiteX18" fmla="*/ 130962 w 116670"/>
                  <a:gd name="connsiteY18" fmla="*/ 128483 h 262508"/>
                  <a:gd name="connsiteX19" fmla="*/ 126441 w 116670"/>
                  <a:gd name="connsiteY19" fmla="*/ 84878 h 262508"/>
                  <a:gd name="connsiteX20" fmla="*/ 126441 w 116670"/>
                  <a:gd name="connsiteY20" fmla="*/ 8750 h 262508"/>
                  <a:gd name="connsiteX21" fmla="*/ 94649 w 116670"/>
                  <a:gd name="connsiteY21" fmla="*/ 0 h 262508"/>
                  <a:gd name="connsiteX22" fmla="*/ 112441 w 116670"/>
                  <a:gd name="connsiteY22" fmla="*/ 221090 h 262508"/>
                  <a:gd name="connsiteX23" fmla="*/ 84294 w 116670"/>
                  <a:gd name="connsiteY23" fmla="*/ 268634 h 262508"/>
                  <a:gd name="connsiteX24" fmla="*/ 33689 w 116670"/>
                  <a:gd name="connsiteY24" fmla="*/ 258133 h 262508"/>
                  <a:gd name="connsiteX25" fmla="*/ 27855 w 116670"/>
                  <a:gd name="connsiteY25" fmla="*/ 238445 h 262508"/>
                  <a:gd name="connsiteX26" fmla="*/ 23334 w 116670"/>
                  <a:gd name="connsiteY26" fmla="*/ 213215 h 262508"/>
                  <a:gd name="connsiteX27" fmla="*/ 28147 w 116670"/>
                  <a:gd name="connsiteY27" fmla="*/ 191339 h 262508"/>
                  <a:gd name="connsiteX28" fmla="*/ 11375 w 116670"/>
                  <a:gd name="connsiteY28" fmla="*/ 176901 h 262508"/>
                  <a:gd name="connsiteX29" fmla="*/ 7146 w 116670"/>
                  <a:gd name="connsiteY29" fmla="*/ 160130 h 262508"/>
                  <a:gd name="connsiteX30" fmla="*/ 9334 w 116670"/>
                  <a:gd name="connsiteY30" fmla="*/ 86774 h 262508"/>
                  <a:gd name="connsiteX31" fmla="*/ 40397 w 116670"/>
                  <a:gd name="connsiteY31" fmla="*/ 62273 h 262508"/>
                  <a:gd name="connsiteX32" fmla="*/ 70148 w 116670"/>
                  <a:gd name="connsiteY32" fmla="*/ 45210 h 262508"/>
                  <a:gd name="connsiteX33" fmla="*/ 93482 w 116670"/>
                  <a:gd name="connsiteY33" fmla="*/ 52939 h 262508"/>
                  <a:gd name="connsiteX34" fmla="*/ 100337 w 116670"/>
                  <a:gd name="connsiteY34" fmla="*/ 9188 h 262508"/>
                  <a:gd name="connsiteX35" fmla="*/ 118858 w 116670"/>
                  <a:gd name="connsiteY35" fmla="*/ 14292 h 262508"/>
                  <a:gd name="connsiteX36" fmla="*/ 118858 w 116670"/>
                  <a:gd name="connsiteY36" fmla="*/ 85315 h 262508"/>
                  <a:gd name="connsiteX37" fmla="*/ 123379 w 116670"/>
                  <a:gd name="connsiteY37" fmla="*/ 128338 h 262508"/>
                  <a:gd name="connsiteX38" fmla="*/ 112441 w 116670"/>
                  <a:gd name="connsiteY38" fmla="*/ 221090 h 262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16670" h="262508">
                    <a:moveTo>
                      <a:pt x="94649" y="0"/>
                    </a:moveTo>
                    <a:lnTo>
                      <a:pt x="87794" y="43314"/>
                    </a:lnTo>
                    <a:lnTo>
                      <a:pt x="69856" y="37334"/>
                    </a:lnTo>
                    <a:lnTo>
                      <a:pt x="68544" y="37918"/>
                    </a:lnTo>
                    <a:cubicBezTo>
                      <a:pt x="65919" y="39084"/>
                      <a:pt x="42585" y="49877"/>
                      <a:pt x="35438" y="57023"/>
                    </a:cubicBezTo>
                    <a:cubicBezTo>
                      <a:pt x="28876" y="63586"/>
                      <a:pt x="4083" y="81669"/>
                      <a:pt x="3792" y="81815"/>
                    </a:cubicBezTo>
                    <a:lnTo>
                      <a:pt x="2333" y="82836"/>
                    </a:lnTo>
                    <a:lnTo>
                      <a:pt x="0" y="160713"/>
                    </a:lnTo>
                    <a:lnTo>
                      <a:pt x="4958" y="180693"/>
                    </a:lnTo>
                    <a:lnTo>
                      <a:pt x="20271" y="193819"/>
                    </a:lnTo>
                    <a:lnTo>
                      <a:pt x="16042" y="213215"/>
                    </a:lnTo>
                    <a:lnTo>
                      <a:pt x="16188" y="214090"/>
                    </a:lnTo>
                    <a:cubicBezTo>
                      <a:pt x="17501" y="219048"/>
                      <a:pt x="20709" y="233195"/>
                      <a:pt x="20709" y="238445"/>
                    </a:cubicBezTo>
                    <a:cubicBezTo>
                      <a:pt x="20709" y="245883"/>
                      <a:pt x="27126" y="261050"/>
                      <a:pt x="27855" y="262800"/>
                    </a:cubicBezTo>
                    <a:lnTo>
                      <a:pt x="28584" y="264550"/>
                    </a:lnTo>
                    <a:lnTo>
                      <a:pt x="87940" y="276946"/>
                    </a:lnTo>
                    <a:lnTo>
                      <a:pt x="119004" y="224299"/>
                    </a:lnTo>
                    <a:lnTo>
                      <a:pt x="119441" y="222986"/>
                    </a:lnTo>
                    <a:cubicBezTo>
                      <a:pt x="119879" y="219486"/>
                      <a:pt x="130962" y="137817"/>
                      <a:pt x="130962" y="128483"/>
                    </a:cubicBezTo>
                    <a:cubicBezTo>
                      <a:pt x="130962" y="119150"/>
                      <a:pt x="126587" y="85899"/>
                      <a:pt x="126441" y="84878"/>
                    </a:cubicBezTo>
                    <a:lnTo>
                      <a:pt x="126441" y="8750"/>
                    </a:lnTo>
                    <a:lnTo>
                      <a:pt x="94649" y="0"/>
                    </a:lnTo>
                    <a:close/>
                    <a:moveTo>
                      <a:pt x="112441" y="221090"/>
                    </a:moveTo>
                    <a:lnTo>
                      <a:pt x="84294" y="268634"/>
                    </a:lnTo>
                    <a:lnTo>
                      <a:pt x="33689" y="258133"/>
                    </a:lnTo>
                    <a:cubicBezTo>
                      <a:pt x="31209" y="252008"/>
                      <a:pt x="27855" y="242382"/>
                      <a:pt x="27855" y="238445"/>
                    </a:cubicBezTo>
                    <a:cubicBezTo>
                      <a:pt x="27855" y="232028"/>
                      <a:pt x="24355" y="217007"/>
                      <a:pt x="23334" y="213215"/>
                    </a:cubicBezTo>
                    <a:lnTo>
                      <a:pt x="28147" y="191339"/>
                    </a:lnTo>
                    <a:lnTo>
                      <a:pt x="11375" y="176901"/>
                    </a:lnTo>
                    <a:lnTo>
                      <a:pt x="7146" y="160130"/>
                    </a:lnTo>
                    <a:lnTo>
                      <a:pt x="9334" y="86774"/>
                    </a:lnTo>
                    <a:cubicBezTo>
                      <a:pt x="14876" y="82690"/>
                      <a:pt x="34272" y="68398"/>
                      <a:pt x="40397" y="62273"/>
                    </a:cubicBezTo>
                    <a:cubicBezTo>
                      <a:pt x="45356" y="57314"/>
                      <a:pt x="62419" y="48856"/>
                      <a:pt x="70148" y="45210"/>
                    </a:cubicBezTo>
                    <a:lnTo>
                      <a:pt x="93482" y="52939"/>
                    </a:lnTo>
                    <a:lnTo>
                      <a:pt x="100337" y="9188"/>
                    </a:lnTo>
                    <a:lnTo>
                      <a:pt x="118858" y="14292"/>
                    </a:lnTo>
                    <a:lnTo>
                      <a:pt x="118858" y="85315"/>
                    </a:lnTo>
                    <a:cubicBezTo>
                      <a:pt x="118858" y="85607"/>
                      <a:pt x="123379" y="119587"/>
                      <a:pt x="123379" y="128338"/>
                    </a:cubicBezTo>
                    <a:cubicBezTo>
                      <a:pt x="123816" y="135338"/>
                      <a:pt x="116379" y="191631"/>
                      <a:pt x="112441" y="221090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7" name="Freeform: Shape 761">
                <a:extLst>
                  <a:ext uri="{FF2B5EF4-FFF2-40B4-BE49-F238E27FC236}">
                    <a16:creationId xmlns:a16="http://schemas.microsoft.com/office/drawing/2014/main" id="{5D42CBF0-664B-B483-8F99-380C1A736BFA}"/>
                  </a:ext>
                </a:extLst>
              </p:cNvPr>
              <p:cNvSpPr/>
              <p:nvPr/>
            </p:nvSpPr>
            <p:spPr>
              <a:xfrm>
                <a:off x="6376127" y="2816421"/>
                <a:ext cx="597935" cy="583351"/>
              </a:xfrm>
              <a:custGeom>
                <a:avLst/>
                <a:gdLst>
                  <a:gd name="connsiteX0" fmla="*/ 345203 w 597935"/>
                  <a:gd name="connsiteY0" fmla="*/ 2479 h 583351"/>
                  <a:gd name="connsiteX1" fmla="*/ 314869 w 597935"/>
                  <a:gd name="connsiteY1" fmla="*/ 44481 h 583351"/>
                  <a:gd name="connsiteX2" fmla="*/ 288764 w 597935"/>
                  <a:gd name="connsiteY2" fmla="*/ 58773 h 583351"/>
                  <a:gd name="connsiteX3" fmla="*/ 285847 w 597935"/>
                  <a:gd name="connsiteY3" fmla="*/ 78898 h 583351"/>
                  <a:gd name="connsiteX4" fmla="*/ 322160 w 597935"/>
                  <a:gd name="connsiteY4" fmla="*/ 103107 h 583351"/>
                  <a:gd name="connsiteX5" fmla="*/ 323181 w 597935"/>
                  <a:gd name="connsiteY5" fmla="*/ 103545 h 583351"/>
                  <a:gd name="connsiteX6" fmla="*/ 331640 w 597935"/>
                  <a:gd name="connsiteY6" fmla="*/ 107191 h 583351"/>
                  <a:gd name="connsiteX7" fmla="*/ 325369 w 597935"/>
                  <a:gd name="connsiteY7" fmla="*/ 110399 h 583351"/>
                  <a:gd name="connsiteX8" fmla="*/ 277534 w 597935"/>
                  <a:gd name="connsiteY8" fmla="*/ 124108 h 583351"/>
                  <a:gd name="connsiteX9" fmla="*/ 275201 w 597935"/>
                  <a:gd name="connsiteY9" fmla="*/ 124691 h 583351"/>
                  <a:gd name="connsiteX10" fmla="*/ 272867 w 597935"/>
                  <a:gd name="connsiteY10" fmla="*/ 141025 h 583351"/>
                  <a:gd name="connsiteX11" fmla="*/ 244575 w 597935"/>
                  <a:gd name="connsiteY11" fmla="*/ 151088 h 583351"/>
                  <a:gd name="connsiteX12" fmla="*/ 230720 w 597935"/>
                  <a:gd name="connsiteY12" fmla="*/ 141754 h 583351"/>
                  <a:gd name="connsiteX13" fmla="*/ 203011 w 597935"/>
                  <a:gd name="connsiteY13" fmla="*/ 154588 h 583351"/>
                  <a:gd name="connsiteX14" fmla="*/ 194407 w 597935"/>
                  <a:gd name="connsiteY14" fmla="*/ 120025 h 583351"/>
                  <a:gd name="connsiteX15" fmla="*/ 192219 w 597935"/>
                  <a:gd name="connsiteY15" fmla="*/ 119441 h 583351"/>
                  <a:gd name="connsiteX16" fmla="*/ 159260 w 597935"/>
                  <a:gd name="connsiteY16" fmla="*/ 114775 h 583351"/>
                  <a:gd name="connsiteX17" fmla="*/ 113612 w 597935"/>
                  <a:gd name="connsiteY17" fmla="*/ 114775 h 583351"/>
                  <a:gd name="connsiteX18" fmla="*/ 124842 w 597935"/>
                  <a:gd name="connsiteY18" fmla="*/ 132858 h 583351"/>
                  <a:gd name="connsiteX19" fmla="*/ 105154 w 597935"/>
                  <a:gd name="connsiteY19" fmla="*/ 142775 h 583351"/>
                  <a:gd name="connsiteX20" fmla="*/ 100633 w 597935"/>
                  <a:gd name="connsiteY20" fmla="*/ 158526 h 583351"/>
                  <a:gd name="connsiteX21" fmla="*/ 100049 w 597935"/>
                  <a:gd name="connsiteY21" fmla="*/ 160130 h 583351"/>
                  <a:gd name="connsiteX22" fmla="*/ 108508 w 597935"/>
                  <a:gd name="connsiteY22" fmla="*/ 174276 h 583351"/>
                  <a:gd name="connsiteX23" fmla="*/ 128196 w 597935"/>
                  <a:gd name="connsiteY23" fmla="*/ 179235 h 583351"/>
                  <a:gd name="connsiteX24" fmla="*/ 143947 w 597935"/>
                  <a:gd name="connsiteY24" fmla="*/ 190318 h 583351"/>
                  <a:gd name="connsiteX25" fmla="*/ 149634 w 597935"/>
                  <a:gd name="connsiteY25" fmla="*/ 207819 h 583351"/>
                  <a:gd name="connsiteX26" fmla="*/ 115508 w 597935"/>
                  <a:gd name="connsiteY26" fmla="*/ 223132 h 583351"/>
                  <a:gd name="connsiteX27" fmla="*/ 92466 w 597935"/>
                  <a:gd name="connsiteY27" fmla="*/ 241653 h 583351"/>
                  <a:gd name="connsiteX28" fmla="*/ 90278 w 597935"/>
                  <a:gd name="connsiteY28" fmla="*/ 243403 h 583351"/>
                  <a:gd name="connsiteX29" fmla="*/ 100341 w 597935"/>
                  <a:gd name="connsiteY29" fmla="*/ 266008 h 583351"/>
                  <a:gd name="connsiteX30" fmla="*/ 105883 w 597935"/>
                  <a:gd name="connsiteY30" fmla="*/ 288322 h 583351"/>
                  <a:gd name="connsiteX31" fmla="*/ 127467 w 597935"/>
                  <a:gd name="connsiteY31" fmla="*/ 280300 h 583351"/>
                  <a:gd name="connsiteX32" fmla="*/ 142780 w 597935"/>
                  <a:gd name="connsiteY32" fmla="*/ 280300 h 583351"/>
                  <a:gd name="connsiteX33" fmla="*/ 151822 w 597935"/>
                  <a:gd name="connsiteY33" fmla="*/ 305239 h 583351"/>
                  <a:gd name="connsiteX34" fmla="*/ 197032 w 597935"/>
                  <a:gd name="connsiteY34" fmla="*/ 309760 h 583351"/>
                  <a:gd name="connsiteX35" fmla="*/ 198344 w 597935"/>
                  <a:gd name="connsiteY35" fmla="*/ 323031 h 583351"/>
                  <a:gd name="connsiteX36" fmla="*/ 184344 w 597935"/>
                  <a:gd name="connsiteY36" fmla="*/ 326385 h 583351"/>
                  <a:gd name="connsiteX37" fmla="*/ 165822 w 597935"/>
                  <a:gd name="connsiteY37" fmla="*/ 334698 h 583351"/>
                  <a:gd name="connsiteX38" fmla="*/ 149926 w 597935"/>
                  <a:gd name="connsiteY38" fmla="*/ 332073 h 583351"/>
                  <a:gd name="connsiteX39" fmla="*/ 128925 w 597935"/>
                  <a:gd name="connsiteY39" fmla="*/ 385741 h 583351"/>
                  <a:gd name="connsiteX40" fmla="*/ 111862 w 597935"/>
                  <a:gd name="connsiteY40" fmla="*/ 390116 h 583351"/>
                  <a:gd name="connsiteX41" fmla="*/ 89695 w 597935"/>
                  <a:gd name="connsiteY41" fmla="*/ 399596 h 583351"/>
                  <a:gd name="connsiteX42" fmla="*/ 95237 w 597935"/>
                  <a:gd name="connsiteY42" fmla="*/ 403388 h 583351"/>
                  <a:gd name="connsiteX43" fmla="*/ 120175 w 597935"/>
                  <a:gd name="connsiteY43" fmla="*/ 413159 h 583351"/>
                  <a:gd name="connsiteX44" fmla="*/ 177052 w 597935"/>
                  <a:gd name="connsiteY44" fmla="*/ 410825 h 583351"/>
                  <a:gd name="connsiteX45" fmla="*/ 196302 w 597935"/>
                  <a:gd name="connsiteY45" fmla="*/ 416659 h 583351"/>
                  <a:gd name="connsiteX46" fmla="*/ 179677 w 597935"/>
                  <a:gd name="connsiteY46" fmla="*/ 426430 h 583351"/>
                  <a:gd name="connsiteX47" fmla="*/ 132134 w 597935"/>
                  <a:gd name="connsiteY47" fmla="*/ 426430 h 583351"/>
                  <a:gd name="connsiteX48" fmla="*/ 110550 w 597935"/>
                  <a:gd name="connsiteY48" fmla="*/ 419284 h 583351"/>
                  <a:gd name="connsiteX49" fmla="*/ 88528 w 597935"/>
                  <a:gd name="connsiteY49" fmla="*/ 431534 h 583351"/>
                  <a:gd name="connsiteX50" fmla="*/ 62132 w 597935"/>
                  <a:gd name="connsiteY50" fmla="*/ 464056 h 583351"/>
                  <a:gd name="connsiteX51" fmla="*/ 10505 w 597935"/>
                  <a:gd name="connsiteY51" fmla="*/ 432847 h 583351"/>
                  <a:gd name="connsiteX52" fmla="*/ 8755 w 597935"/>
                  <a:gd name="connsiteY52" fmla="*/ 437951 h 583351"/>
                  <a:gd name="connsiteX53" fmla="*/ 10942 w 597935"/>
                  <a:gd name="connsiteY53" fmla="*/ 464639 h 583351"/>
                  <a:gd name="connsiteX54" fmla="*/ 10942 w 597935"/>
                  <a:gd name="connsiteY54" fmla="*/ 468285 h 583351"/>
                  <a:gd name="connsiteX55" fmla="*/ 14588 w 597935"/>
                  <a:gd name="connsiteY55" fmla="*/ 468285 h 583351"/>
                  <a:gd name="connsiteX56" fmla="*/ 39089 w 597935"/>
                  <a:gd name="connsiteY56" fmla="*/ 473536 h 583351"/>
                  <a:gd name="connsiteX57" fmla="*/ 42443 w 597935"/>
                  <a:gd name="connsiteY57" fmla="*/ 478202 h 583351"/>
                  <a:gd name="connsiteX58" fmla="*/ 47839 w 597935"/>
                  <a:gd name="connsiteY58" fmla="*/ 486369 h 583351"/>
                  <a:gd name="connsiteX59" fmla="*/ 44777 w 597935"/>
                  <a:gd name="connsiteY59" fmla="*/ 488411 h 583351"/>
                  <a:gd name="connsiteX60" fmla="*/ 42152 w 597935"/>
                  <a:gd name="connsiteY60" fmla="*/ 488411 h 583351"/>
                  <a:gd name="connsiteX61" fmla="*/ 7151 w 597935"/>
                  <a:gd name="connsiteY61" fmla="*/ 492786 h 583351"/>
                  <a:gd name="connsiteX62" fmla="*/ 880 w 597935"/>
                  <a:gd name="connsiteY62" fmla="*/ 495265 h 583351"/>
                  <a:gd name="connsiteX63" fmla="*/ 4963 w 597935"/>
                  <a:gd name="connsiteY63" fmla="*/ 507953 h 583351"/>
                  <a:gd name="connsiteX64" fmla="*/ 21589 w 597935"/>
                  <a:gd name="connsiteY64" fmla="*/ 526912 h 583351"/>
                  <a:gd name="connsiteX65" fmla="*/ 32818 w 597935"/>
                  <a:gd name="connsiteY65" fmla="*/ 535808 h 583351"/>
                  <a:gd name="connsiteX66" fmla="*/ 43173 w 597935"/>
                  <a:gd name="connsiteY66" fmla="*/ 546163 h 583351"/>
                  <a:gd name="connsiteX67" fmla="*/ 24214 w 597935"/>
                  <a:gd name="connsiteY67" fmla="*/ 556955 h 583351"/>
                  <a:gd name="connsiteX68" fmla="*/ 52506 w 597935"/>
                  <a:gd name="connsiteY68" fmla="*/ 566434 h 583351"/>
                  <a:gd name="connsiteX69" fmla="*/ 65486 w 597935"/>
                  <a:gd name="connsiteY69" fmla="*/ 566580 h 583351"/>
                  <a:gd name="connsiteX70" fmla="*/ 55715 w 597935"/>
                  <a:gd name="connsiteY70" fmla="*/ 582185 h 583351"/>
                  <a:gd name="connsiteX71" fmla="*/ 68548 w 597935"/>
                  <a:gd name="connsiteY71" fmla="*/ 591810 h 583351"/>
                  <a:gd name="connsiteX72" fmla="*/ 190177 w 597935"/>
                  <a:gd name="connsiteY72" fmla="*/ 591810 h 583351"/>
                  <a:gd name="connsiteX73" fmla="*/ 208407 w 597935"/>
                  <a:gd name="connsiteY73" fmla="*/ 578247 h 583351"/>
                  <a:gd name="connsiteX74" fmla="*/ 238304 w 597935"/>
                  <a:gd name="connsiteY74" fmla="*/ 577956 h 583351"/>
                  <a:gd name="connsiteX75" fmla="*/ 313556 w 597935"/>
                  <a:gd name="connsiteY75" fmla="*/ 534787 h 583351"/>
                  <a:gd name="connsiteX76" fmla="*/ 418122 w 597935"/>
                  <a:gd name="connsiteY76" fmla="*/ 540767 h 583351"/>
                  <a:gd name="connsiteX77" fmla="*/ 508979 w 597935"/>
                  <a:gd name="connsiteY77" fmla="*/ 430076 h 583351"/>
                  <a:gd name="connsiteX78" fmla="*/ 507958 w 597935"/>
                  <a:gd name="connsiteY78" fmla="*/ 381366 h 583351"/>
                  <a:gd name="connsiteX79" fmla="*/ 506645 w 597935"/>
                  <a:gd name="connsiteY79" fmla="*/ 320114 h 583351"/>
                  <a:gd name="connsiteX80" fmla="*/ 508833 w 597935"/>
                  <a:gd name="connsiteY80" fmla="*/ 251862 h 583351"/>
                  <a:gd name="connsiteX81" fmla="*/ 512916 w 597935"/>
                  <a:gd name="connsiteY81" fmla="*/ 225174 h 583351"/>
                  <a:gd name="connsiteX82" fmla="*/ 534063 w 597935"/>
                  <a:gd name="connsiteY82" fmla="*/ 225174 h 583351"/>
                  <a:gd name="connsiteX83" fmla="*/ 552876 w 597935"/>
                  <a:gd name="connsiteY83" fmla="*/ 208548 h 583351"/>
                  <a:gd name="connsiteX84" fmla="*/ 575335 w 597935"/>
                  <a:gd name="connsiteY84" fmla="*/ 195131 h 583351"/>
                  <a:gd name="connsiteX85" fmla="*/ 599836 w 597935"/>
                  <a:gd name="connsiteY85" fmla="*/ 185360 h 583351"/>
                  <a:gd name="connsiteX86" fmla="*/ 610190 w 597935"/>
                  <a:gd name="connsiteY86" fmla="*/ 149192 h 583351"/>
                  <a:gd name="connsiteX87" fmla="*/ 573002 w 597935"/>
                  <a:gd name="connsiteY87" fmla="*/ 121337 h 583351"/>
                  <a:gd name="connsiteX88" fmla="*/ 573002 w 597935"/>
                  <a:gd name="connsiteY88" fmla="*/ 95670 h 583351"/>
                  <a:gd name="connsiteX89" fmla="*/ 556668 w 597935"/>
                  <a:gd name="connsiteY89" fmla="*/ 50606 h 583351"/>
                  <a:gd name="connsiteX90" fmla="*/ 544272 w 597935"/>
                  <a:gd name="connsiteY90" fmla="*/ 23334 h 583351"/>
                  <a:gd name="connsiteX91" fmla="*/ 504895 w 597935"/>
                  <a:gd name="connsiteY91" fmla="*/ 20855 h 583351"/>
                  <a:gd name="connsiteX92" fmla="*/ 462456 w 597935"/>
                  <a:gd name="connsiteY92" fmla="*/ 30626 h 583351"/>
                  <a:gd name="connsiteX93" fmla="*/ 462456 w 597935"/>
                  <a:gd name="connsiteY93" fmla="*/ 30626 h 583351"/>
                  <a:gd name="connsiteX94" fmla="*/ 451081 w 597935"/>
                  <a:gd name="connsiteY94" fmla="*/ 33251 h 583351"/>
                  <a:gd name="connsiteX95" fmla="*/ 460123 w 597935"/>
                  <a:gd name="connsiteY95" fmla="*/ 5979 h 583351"/>
                  <a:gd name="connsiteX96" fmla="*/ 417393 w 597935"/>
                  <a:gd name="connsiteY96" fmla="*/ 14001 h 583351"/>
                  <a:gd name="connsiteX97" fmla="*/ 404121 w 597935"/>
                  <a:gd name="connsiteY97" fmla="*/ 23042 h 583351"/>
                  <a:gd name="connsiteX98" fmla="*/ 397850 w 597935"/>
                  <a:gd name="connsiteY98" fmla="*/ 0 h 583351"/>
                  <a:gd name="connsiteX99" fmla="*/ 345203 w 597935"/>
                  <a:gd name="connsiteY99" fmla="*/ 2479 h 583351"/>
                  <a:gd name="connsiteX100" fmla="*/ 466540 w 597935"/>
                  <a:gd name="connsiteY100" fmla="*/ 37043 h 583351"/>
                  <a:gd name="connsiteX101" fmla="*/ 505479 w 597935"/>
                  <a:gd name="connsiteY101" fmla="*/ 28001 h 583351"/>
                  <a:gd name="connsiteX102" fmla="*/ 539459 w 597935"/>
                  <a:gd name="connsiteY102" fmla="*/ 30189 h 583351"/>
                  <a:gd name="connsiteX103" fmla="*/ 549959 w 597935"/>
                  <a:gd name="connsiteY103" fmla="*/ 53085 h 583351"/>
                  <a:gd name="connsiteX104" fmla="*/ 565710 w 597935"/>
                  <a:gd name="connsiteY104" fmla="*/ 95961 h 583351"/>
                  <a:gd name="connsiteX105" fmla="*/ 565710 w 597935"/>
                  <a:gd name="connsiteY105" fmla="*/ 124691 h 583351"/>
                  <a:gd name="connsiteX106" fmla="*/ 601878 w 597935"/>
                  <a:gd name="connsiteY106" fmla="*/ 151817 h 583351"/>
                  <a:gd name="connsiteX107" fmla="*/ 593856 w 597935"/>
                  <a:gd name="connsiteY107" fmla="*/ 179818 h 583351"/>
                  <a:gd name="connsiteX108" fmla="*/ 572127 w 597935"/>
                  <a:gd name="connsiteY108" fmla="*/ 188568 h 583351"/>
                  <a:gd name="connsiteX109" fmla="*/ 548647 w 597935"/>
                  <a:gd name="connsiteY109" fmla="*/ 202715 h 583351"/>
                  <a:gd name="connsiteX110" fmla="*/ 531292 w 597935"/>
                  <a:gd name="connsiteY110" fmla="*/ 217882 h 583351"/>
                  <a:gd name="connsiteX111" fmla="*/ 506645 w 597935"/>
                  <a:gd name="connsiteY111" fmla="*/ 217882 h 583351"/>
                  <a:gd name="connsiteX112" fmla="*/ 505770 w 597935"/>
                  <a:gd name="connsiteY112" fmla="*/ 223569 h 583351"/>
                  <a:gd name="connsiteX113" fmla="*/ 491041 w 597935"/>
                  <a:gd name="connsiteY113" fmla="*/ 213069 h 583351"/>
                  <a:gd name="connsiteX114" fmla="*/ 431976 w 597935"/>
                  <a:gd name="connsiteY114" fmla="*/ 178943 h 583351"/>
                  <a:gd name="connsiteX115" fmla="*/ 397704 w 597935"/>
                  <a:gd name="connsiteY115" fmla="*/ 182006 h 583351"/>
                  <a:gd name="connsiteX116" fmla="*/ 384871 w 597935"/>
                  <a:gd name="connsiteY116" fmla="*/ 179526 h 583351"/>
                  <a:gd name="connsiteX117" fmla="*/ 367808 w 597935"/>
                  <a:gd name="connsiteY117" fmla="*/ 134171 h 583351"/>
                  <a:gd name="connsiteX118" fmla="*/ 382392 w 597935"/>
                  <a:gd name="connsiteY118" fmla="*/ 107774 h 583351"/>
                  <a:gd name="connsiteX119" fmla="*/ 397121 w 597935"/>
                  <a:gd name="connsiteY119" fmla="*/ 72481 h 583351"/>
                  <a:gd name="connsiteX120" fmla="*/ 457644 w 597935"/>
                  <a:gd name="connsiteY120" fmla="*/ 48272 h 583351"/>
                  <a:gd name="connsiteX121" fmla="*/ 466540 w 597935"/>
                  <a:gd name="connsiteY121" fmla="*/ 37043 h 583351"/>
                  <a:gd name="connsiteX122" fmla="*/ 419580 w 597935"/>
                  <a:gd name="connsiteY122" fmla="*/ 20855 h 583351"/>
                  <a:gd name="connsiteX123" fmla="*/ 449331 w 597935"/>
                  <a:gd name="connsiteY123" fmla="*/ 15313 h 583351"/>
                  <a:gd name="connsiteX124" fmla="*/ 440143 w 597935"/>
                  <a:gd name="connsiteY124" fmla="*/ 43168 h 583351"/>
                  <a:gd name="connsiteX125" fmla="*/ 455165 w 597935"/>
                  <a:gd name="connsiteY125" fmla="*/ 39668 h 583351"/>
                  <a:gd name="connsiteX126" fmla="*/ 453269 w 597935"/>
                  <a:gd name="connsiteY126" fmla="*/ 42001 h 583351"/>
                  <a:gd name="connsiteX127" fmla="*/ 391579 w 597935"/>
                  <a:gd name="connsiteY127" fmla="*/ 66648 h 583351"/>
                  <a:gd name="connsiteX128" fmla="*/ 375829 w 597935"/>
                  <a:gd name="connsiteY128" fmla="*/ 104420 h 583351"/>
                  <a:gd name="connsiteX129" fmla="*/ 359787 w 597935"/>
                  <a:gd name="connsiteY129" fmla="*/ 133442 h 583351"/>
                  <a:gd name="connsiteX130" fmla="*/ 379475 w 597935"/>
                  <a:gd name="connsiteY130" fmla="*/ 185798 h 583351"/>
                  <a:gd name="connsiteX131" fmla="*/ 397267 w 597935"/>
                  <a:gd name="connsiteY131" fmla="*/ 189298 h 583351"/>
                  <a:gd name="connsiteX132" fmla="*/ 430226 w 597935"/>
                  <a:gd name="connsiteY132" fmla="*/ 186235 h 583351"/>
                  <a:gd name="connsiteX133" fmla="*/ 486957 w 597935"/>
                  <a:gd name="connsiteY133" fmla="*/ 219049 h 583351"/>
                  <a:gd name="connsiteX134" fmla="*/ 504458 w 597935"/>
                  <a:gd name="connsiteY134" fmla="*/ 231591 h 583351"/>
                  <a:gd name="connsiteX135" fmla="*/ 501395 w 597935"/>
                  <a:gd name="connsiteY135" fmla="*/ 251133 h 583351"/>
                  <a:gd name="connsiteX136" fmla="*/ 499062 w 597935"/>
                  <a:gd name="connsiteY136" fmla="*/ 319968 h 583351"/>
                  <a:gd name="connsiteX137" fmla="*/ 500374 w 597935"/>
                  <a:gd name="connsiteY137" fmla="*/ 381366 h 583351"/>
                  <a:gd name="connsiteX138" fmla="*/ 501395 w 597935"/>
                  <a:gd name="connsiteY138" fmla="*/ 429347 h 583351"/>
                  <a:gd name="connsiteX139" fmla="*/ 413455 w 597935"/>
                  <a:gd name="connsiteY139" fmla="*/ 534642 h 583351"/>
                  <a:gd name="connsiteX140" fmla="*/ 312973 w 597935"/>
                  <a:gd name="connsiteY140" fmla="*/ 527058 h 583351"/>
                  <a:gd name="connsiteX141" fmla="*/ 311660 w 597935"/>
                  <a:gd name="connsiteY141" fmla="*/ 526912 h 583351"/>
                  <a:gd name="connsiteX142" fmla="*/ 310493 w 597935"/>
                  <a:gd name="connsiteY142" fmla="*/ 527642 h 583351"/>
                  <a:gd name="connsiteX143" fmla="*/ 235533 w 597935"/>
                  <a:gd name="connsiteY143" fmla="*/ 570809 h 583351"/>
                  <a:gd name="connsiteX144" fmla="*/ 207240 w 597935"/>
                  <a:gd name="connsiteY144" fmla="*/ 570664 h 583351"/>
                  <a:gd name="connsiteX145" fmla="*/ 205782 w 597935"/>
                  <a:gd name="connsiteY145" fmla="*/ 570518 h 583351"/>
                  <a:gd name="connsiteX146" fmla="*/ 187260 w 597935"/>
                  <a:gd name="connsiteY146" fmla="*/ 584372 h 583351"/>
                  <a:gd name="connsiteX147" fmla="*/ 70590 w 597935"/>
                  <a:gd name="connsiteY147" fmla="*/ 584372 h 583351"/>
                  <a:gd name="connsiteX148" fmla="*/ 65048 w 597935"/>
                  <a:gd name="connsiteY148" fmla="*/ 580289 h 583351"/>
                  <a:gd name="connsiteX149" fmla="*/ 78174 w 597935"/>
                  <a:gd name="connsiteY149" fmla="*/ 559288 h 583351"/>
                  <a:gd name="connsiteX150" fmla="*/ 53819 w 597935"/>
                  <a:gd name="connsiteY150" fmla="*/ 559288 h 583351"/>
                  <a:gd name="connsiteX151" fmla="*/ 41423 w 597935"/>
                  <a:gd name="connsiteY151" fmla="*/ 555205 h 583351"/>
                  <a:gd name="connsiteX152" fmla="*/ 54548 w 597935"/>
                  <a:gd name="connsiteY152" fmla="*/ 547767 h 583351"/>
                  <a:gd name="connsiteX153" fmla="*/ 37193 w 597935"/>
                  <a:gd name="connsiteY153" fmla="*/ 530412 h 583351"/>
                  <a:gd name="connsiteX154" fmla="*/ 25964 w 597935"/>
                  <a:gd name="connsiteY154" fmla="*/ 521516 h 583351"/>
                  <a:gd name="connsiteX155" fmla="*/ 10213 w 597935"/>
                  <a:gd name="connsiteY155" fmla="*/ 503432 h 583351"/>
                  <a:gd name="connsiteX156" fmla="*/ 8026 w 597935"/>
                  <a:gd name="connsiteY156" fmla="*/ 500370 h 583351"/>
                  <a:gd name="connsiteX157" fmla="*/ 9338 w 597935"/>
                  <a:gd name="connsiteY157" fmla="*/ 499641 h 583351"/>
                  <a:gd name="connsiteX158" fmla="*/ 41860 w 597935"/>
                  <a:gd name="connsiteY158" fmla="*/ 495557 h 583351"/>
                  <a:gd name="connsiteX159" fmla="*/ 58048 w 597935"/>
                  <a:gd name="connsiteY159" fmla="*/ 492057 h 583351"/>
                  <a:gd name="connsiteX160" fmla="*/ 54694 w 597935"/>
                  <a:gd name="connsiteY160" fmla="*/ 488265 h 583351"/>
                  <a:gd name="connsiteX161" fmla="*/ 48131 w 597935"/>
                  <a:gd name="connsiteY161" fmla="*/ 473682 h 583351"/>
                  <a:gd name="connsiteX162" fmla="*/ 44923 w 597935"/>
                  <a:gd name="connsiteY162" fmla="*/ 469306 h 583351"/>
                  <a:gd name="connsiteX163" fmla="*/ 17943 w 597935"/>
                  <a:gd name="connsiteY163" fmla="*/ 460848 h 583351"/>
                  <a:gd name="connsiteX164" fmla="*/ 16484 w 597935"/>
                  <a:gd name="connsiteY164" fmla="*/ 440868 h 583351"/>
                  <a:gd name="connsiteX165" fmla="*/ 60236 w 597935"/>
                  <a:gd name="connsiteY165" fmla="*/ 471931 h 583351"/>
                  <a:gd name="connsiteX166" fmla="*/ 63007 w 597935"/>
                  <a:gd name="connsiteY166" fmla="*/ 474119 h 583351"/>
                  <a:gd name="connsiteX167" fmla="*/ 92320 w 597935"/>
                  <a:gd name="connsiteY167" fmla="*/ 437514 h 583351"/>
                  <a:gd name="connsiteX168" fmla="*/ 110841 w 597935"/>
                  <a:gd name="connsiteY168" fmla="*/ 427159 h 583351"/>
                  <a:gd name="connsiteX169" fmla="*/ 129946 w 597935"/>
                  <a:gd name="connsiteY169" fmla="*/ 433576 h 583351"/>
                  <a:gd name="connsiteX170" fmla="*/ 179239 w 597935"/>
                  <a:gd name="connsiteY170" fmla="*/ 433722 h 583351"/>
                  <a:gd name="connsiteX171" fmla="*/ 203448 w 597935"/>
                  <a:gd name="connsiteY171" fmla="*/ 414034 h 583351"/>
                  <a:gd name="connsiteX172" fmla="*/ 203448 w 597935"/>
                  <a:gd name="connsiteY172" fmla="*/ 411263 h 583351"/>
                  <a:gd name="connsiteX173" fmla="*/ 177343 w 597935"/>
                  <a:gd name="connsiteY173" fmla="*/ 403388 h 583351"/>
                  <a:gd name="connsiteX174" fmla="*/ 176760 w 597935"/>
                  <a:gd name="connsiteY174" fmla="*/ 403388 h 583351"/>
                  <a:gd name="connsiteX175" fmla="*/ 119592 w 597935"/>
                  <a:gd name="connsiteY175" fmla="*/ 405721 h 583351"/>
                  <a:gd name="connsiteX176" fmla="*/ 104716 w 597935"/>
                  <a:gd name="connsiteY176" fmla="*/ 400763 h 583351"/>
                  <a:gd name="connsiteX177" fmla="*/ 113612 w 597935"/>
                  <a:gd name="connsiteY177" fmla="*/ 396971 h 583351"/>
                  <a:gd name="connsiteX178" fmla="*/ 133738 w 597935"/>
                  <a:gd name="connsiteY178" fmla="*/ 391866 h 583351"/>
                  <a:gd name="connsiteX179" fmla="*/ 154009 w 597935"/>
                  <a:gd name="connsiteY179" fmla="*/ 340094 h 583351"/>
                  <a:gd name="connsiteX180" fmla="*/ 165531 w 597935"/>
                  <a:gd name="connsiteY180" fmla="*/ 341990 h 583351"/>
                  <a:gd name="connsiteX181" fmla="*/ 166114 w 597935"/>
                  <a:gd name="connsiteY181" fmla="*/ 341844 h 583351"/>
                  <a:gd name="connsiteX182" fmla="*/ 188281 w 597935"/>
                  <a:gd name="connsiteY182" fmla="*/ 332073 h 583351"/>
                  <a:gd name="connsiteX183" fmla="*/ 199511 w 597935"/>
                  <a:gd name="connsiteY183" fmla="*/ 331781 h 583351"/>
                  <a:gd name="connsiteX184" fmla="*/ 206803 w 597935"/>
                  <a:gd name="connsiteY184" fmla="*/ 339073 h 583351"/>
                  <a:gd name="connsiteX185" fmla="*/ 203157 w 597935"/>
                  <a:gd name="connsiteY185" fmla="*/ 303051 h 583351"/>
                  <a:gd name="connsiteX186" fmla="*/ 156635 w 597935"/>
                  <a:gd name="connsiteY186" fmla="*/ 298384 h 583351"/>
                  <a:gd name="connsiteX187" fmla="*/ 147447 w 597935"/>
                  <a:gd name="connsiteY187" fmla="*/ 272863 h 583351"/>
                  <a:gd name="connsiteX188" fmla="*/ 126592 w 597935"/>
                  <a:gd name="connsiteY188" fmla="*/ 272863 h 583351"/>
                  <a:gd name="connsiteX189" fmla="*/ 110841 w 597935"/>
                  <a:gd name="connsiteY189" fmla="*/ 278550 h 583351"/>
                  <a:gd name="connsiteX190" fmla="*/ 107050 w 597935"/>
                  <a:gd name="connsiteY190" fmla="*/ 263529 h 583351"/>
                  <a:gd name="connsiteX191" fmla="*/ 99029 w 597935"/>
                  <a:gd name="connsiteY191" fmla="*/ 245445 h 583351"/>
                  <a:gd name="connsiteX192" fmla="*/ 119737 w 597935"/>
                  <a:gd name="connsiteY192" fmla="*/ 228966 h 583351"/>
                  <a:gd name="connsiteX193" fmla="*/ 155322 w 597935"/>
                  <a:gd name="connsiteY193" fmla="*/ 213507 h 583351"/>
                  <a:gd name="connsiteX194" fmla="*/ 158968 w 597935"/>
                  <a:gd name="connsiteY194" fmla="*/ 212340 h 583351"/>
                  <a:gd name="connsiteX195" fmla="*/ 157509 w 597935"/>
                  <a:gd name="connsiteY195" fmla="*/ 208694 h 583351"/>
                  <a:gd name="connsiteX196" fmla="*/ 150801 w 597935"/>
                  <a:gd name="connsiteY196" fmla="*/ 188568 h 583351"/>
                  <a:gd name="connsiteX197" fmla="*/ 129800 w 597935"/>
                  <a:gd name="connsiteY197" fmla="*/ 172089 h 583351"/>
                  <a:gd name="connsiteX198" fmla="*/ 112883 w 597935"/>
                  <a:gd name="connsiteY198" fmla="*/ 167860 h 583351"/>
                  <a:gd name="connsiteX199" fmla="*/ 107633 w 597935"/>
                  <a:gd name="connsiteY199" fmla="*/ 159109 h 583351"/>
                  <a:gd name="connsiteX200" fmla="*/ 111716 w 597935"/>
                  <a:gd name="connsiteY200" fmla="*/ 144380 h 583351"/>
                  <a:gd name="connsiteX201" fmla="*/ 130675 w 597935"/>
                  <a:gd name="connsiteY201" fmla="*/ 140296 h 583351"/>
                  <a:gd name="connsiteX202" fmla="*/ 138113 w 597935"/>
                  <a:gd name="connsiteY202" fmla="*/ 141171 h 583351"/>
                  <a:gd name="connsiteX203" fmla="*/ 126154 w 597935"/>
                  <a:gd name="connsiteY203" fmla="*/ 122066 h 583351"/>
                  <a:gd name="connsiteX204" fmla="*/ 158530 w 597935"/>
                  <a:gd name="connsiteY204" fmla="*/ 122066 h 583351"/>
                  <a:gd name="connsiteX205" fmla="*/ 187552 w 597935"/>
                  <a:gd name="connsiteY205" fmla="*/ 126004 h 583351"/>
                  <a:gd name="connsiteX206" fmla="*/ 197323 w 597935"/>
                  <a:gd name="connsiteY206" fmla="*/ 164797 h 583351"/>
                  <a:gd name="connsiteX207" fmla="*/ 229262 w 597935"/>
                  <a:gd name="connsiteY207" fmla="*/ 150067 h 583351"/>
                  <a:gd name="connsiteX208" fmla="*/ 242825 w 597935"/>
                  <a:gd name="connsiteY208" fmla="*/ 159109 h 583351"/>
                  <a:gd name="connsiteX209" fmla="*/ 278701 w 597935"/>
                  <a:gd name="connsiteY209" fmla="*/ 146275 h 583351"/>
                  <a:gd name="connsiteX210" fmla="*/ 280888 w 597935"/>
                  <a:gd name="connsiteY210" fmla="*/ 130525 h 583351"/>
                  <a:gd name="connsiteX211" fmla="*/ 326973 w 597935"/>
                  <a:gd name="connsiteY211" fmla="*/ 117254 h 583351"/>
                  <a:gd name="connsiteX212" fmla="*/ 338057 w 597935"/>
                  <a:gd name="connsiteY212" fmla="*/ 107483 h 583351"/>
                  <a:gd name="connsiteX213" fmla="*/ 325077 w 597935"/>
                  <a:gd name="connsiteY213" fmla="*/ 96691 h 583351"/>
                  <a:gd name="connsiteX214" fmla="*/ 292993 w 597935"/>
                  <a:gd name="connsiteY214" fmla="*/ 75398 h 583351"/>
                  <a:gd name="connsiteX215" fmla="*/ 294743 w 597935"/>
                  <a:gd name="connsiteY215" fmla="*/ 63440 h 583351"/>
                  <a:gd name="connsiteX216" fmla="*/ 318369 w 597935"/>
                  <a:gd name="connsiteY216" fmla="*/ 50606 h 583351"/>
                  <a:gd name="connsiteX217" fmla="*/ 348411 w 597935"/>
                  <a:gd name="connsiteY217" fmla="*/ 9771 h 583351"/>
                  <a:gd name="connsiteX218" fmla="*/ 391871 w 597935"/>
                  <a:gd name="connsiteY218" fmla="*/ 7729 h 583351"/>
                  <a:gd name="connsiteX219" fmla="*/ 399309 w 597935"/>
                  <a:gd name="connsiteY219" fmla="*/ 35147 h 583351"/>
                  <a:gd name="connsiteX220" fmla="*/ 419580 w 597935"/>
                  <a:gd name="connsiteY220" fmla="*/ 20855 h 583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597935" h="583351">
                    <a:moveTo>
                      <a:pt x="345203" y="2479"/>
                    </a:moveTo>
                    <a:lnTo>
                      <a:pt x="314869" y="44481"/>
                    </a:lnTo>
                    <a:lnTo>
                      <a:pt x="288764" y="58773"/>
                    </a:lnTo>
                    <a:lnTo>
                      <a:pt x="285847" y="78898"/>
                    </a:lnTo>
                    <a:lnTo>
                      <a:pt x="322160" y="103107"/>
                    </a:lnTo>
                    <a:lnTo>
                      <a:pt x="323181" y="103545"/>
                    </a:lnTo>
                    <a:cubicBezTo>
                      <a:pt x="326827" y="104712"/>
                      <a:pt x="331057" y="106899"/>
                      <a:pt x="331640" y="107191"/>
                    </a:cubicBezTo>
                    <a:cubicBezTo>
                      <a:pt x="331640" y="107191"/>
                      <a:pt x="330765" y="108503"/>
                      <a:pt x="325369" y="110399"/>
                    </a:cubicBezTo>
                    <a:cubicBezTo>
                      <a:pt x="305097" y="117108"/>
                      <a:pt x="277826" y="123962"/>
                      <a:pt x="277534" y="124108"/>
                    </a:cubicBezTo>
                    <a:lnTo>
                      <a:pt x="275201" y="124691"/>
                    </a:lnTo>
                    <a:lnTo>
                      <a:pt x="272867" y="141025"/>
                    </a:lnTo>
                    <a:lnTo>
                      <a:pt x="244575" y="151088"/>
                    </a:lnTo>
                    <a:lnTo>
                      <a:pt x="230720" y="141754"/>
                    </a:lnTo>
                    <a:lnTo>
                      <a:pt x="203011" y="154588"/>
                    </a:lnTo>
                    <a:lnTo>
                      <a:pt x="194407" y="120025"/>
                    </a:lnTo>
                    <a:lnTo>
                      <a:pt x="192219" y="119441"/>
                    </a:lnTo>
                    <a:cubicBezTo>
                      <a:pt x="191490" y="119295"/>
                      <a:pt x="173260" y="114775"/>
                      <a:pt x="159260" y="114775"/>
                    </a:cubicBezTo>
                    <a:lnTo>
                      <a:pt x="113612" y="114775"/>
                    </a:lnTo>
                    <a:lnTo>
                      <a:pt x="124842" y="132858"/>
                    </a:lnTo>
                    <a:cubicBezTo>
                      <a:pt x="117550" y="133004"/>
                      <a:pt x="107195" y="134754"/>
                      <a:pt x="105154" y="142775"/>
                    </a:cubicBezTo>
                    <a:cubicBezTo>
                      <a:pt x="102966" y="151672"/>
                      <a:pt x="100633" y="158526"/>
                      <a:pt x="100633" y="158526"/>
                    </a:cubicBezTo>
                    <a:lnTo>
                      <a:pt x="100049" y="160130"/>
                    </a:lnTo>
                    <a:lnTo>
                      <a:pt x="108508" y="174276"/>
                    </a:lnTo>
                    <a:lnTo>
                      <a:pt x="128196" y="179235"/>
                    </a:lnTo>
                    <a:cubicBezTo>
                      <a:pt x="131842" y="180256"/>
                      <a:pt x="142488" y="184485"/>
                      <a:pt x="143947" y="190318"/>
                    </a:cubicBezTo>
                    <a:cubicBezTo>
                      <a:pt x="145551" y="196590"/>
                      <a:pt x="148030" y="203590"/>
                      <a:pt x="149634" y="207819"/>
                    </a:cubicBezTo>
                    <a:cubicBezTo>
                      <a:pt x="141759" y="210590"/>
                      <a:pt x="123092" y="217444"/>
                      <a:pt x="115508" y="223132"/>
                    </a:cubicBezTo>
                    <a:cubicBezTo>
                      <a:pt x="106320" y="229986"/>
                      <a:pt x="92612" y="241507"/>
                      <a:pt x="92466" y="241653"/>
                    </a:cubicBezTo>
                    <a:lnTo>
                      <a:pt x="90278" y="243403"/>
                    </a:lnTo>
                    <a:lnTo>
                      <a:pt x="100341" y="266008"/>
                    </a:lnTo>
                    <a:lnTo>
                      <a:pt x="105883" y="288322"/>
                    </a:lnTo>
                    <a:lnTo>
                      <a:pt x="127467" y="280300"/>
                    </a:lnTo>
                    <a:lnTo>
                      <a:pt x="142780" y="280300"/>
                    </a:lnTo>
                    <a:lnTo>
                      <a:pt x="151822" y="305239"/>
                    </a:lnTo>
                    <a:lnTo>
                      <a:pt x="197032" y="309760"/>
                    </a:lnTo>
                    <a:lnTo>
                      <a:pt x="198344" y="323031"/>
                    </a:lnTo>
                    <a:cubicBezTo>
                      <a:pt x="194552" y="322156"/>
                      <a:pt x="189594" y="322448"/>
                      <a:pt x="184344" y="326385"/>
                    </a:cubicBezTo>
                    <a:cubicBezTo>
                      <a:pt x="177198" y="331781"/>
                      <a:pt x="168156" y="334260"/>
                      <a:pt x="165822" y="334698"/>
                    </a:cubicBezTo>
                    <a:lnTo>
                      <a:pt x="149926" y="332073"/>
                    </a:lnTo>
                    <a:lnTo>
                      <a:pt x="128925" y="385741"/>
                    </a:lnTo>
                    <a:lnTo>
                      <a:pt x="111862" y="390116"/>
                    </a:lnTo>
                    <a:lnTo>
                      <a:pt x="89695" y="399596"/>
                    </a:lnTo>
                    <a:lnTo>
                      <a:pt x="95237" y="403388"/>
                    </a:lnTo>
                    <a:cubicBezTo>
                      <a:pt x="96695" y="404409"/>
                      <a:pt x="110112" y="413159"/>
                      <a:pt x="120175" y="413159"/>
                    </a:cubicBezTo>
                    <a:cubicBezTo>
                      <a:pt x="128925" y="413159"/>
                      <a:pt x="171072" y="411117"/>
                      <a:pt x="177052" y="410825"/>
                    </a:cubicBezTo>
                    <a:lnTo>
                      <a:pt x="196302" y="416659"/>
                    </a:lnTo>
                    <a:cubicBezTo>
                      <a:pt x="195282" y="420305"/>
                      <a:pt x="191781" y="426430"/>
                      <a:pt x="179677" y="426430"/>
                    </a:cubicBezTo>
                    <a:lnTo>
                      <a:pt x="132134" y="426430"/>
                    </a:lnTo>
                    <a:lnTo>
                      <a:pt x="110550" y="419284"/>
                    </a:lnTo>
                    <a:lnTo>
                      <a:pt x="88528" y="431534"/>
                    </a:lnTo>
                    <a:lnTo>
                      <a:pt x="62132" y="464056"/>
                    </a:lnTo>
                    <a:cubicBezTo>
                      <a:pt x="16776" y="428763"/>
                      <a:pt x="12838" y="431388"/>
                      <a:pt x="10505" y="432847"/>
                    </a:cubicBezTo>
                    <a:cubicBezTo>
                      <a:pt x="9192" y="433722"/>
                      <a:pt x="8026" y="435472"/>
                      <a:pt x="8755" y="437951"/>
                    </a:cubicBezTo>
                    <a:cubicBezTo>
                      <a:pt x="10942" y="446556"/>
                      <a:pt x="10942" y="464348"/>
                      <a:pt x="10942" y="464639"/>
                    </a:cubicBezTo>
                    <a:lnTo>
                      <a:pt x="10942" y="468285"/>
                    </a:lnTo>
                    <a:lnTo>
                      <a:pt x="14588" y="468285"/>
                    </a:lnTo>
                    <a:cubicBezTo>
                      <a:pt x="23339" y="468285"/>
                      <a:pt x="36756" y="470181"/>
                      <a:pt x="39089" y="473536"/>
                    </a:cubicBezTo>
                    <a:cubicBezTo>
                      <a:pt x="40110" y="474994"/>
                      <a:pt x="41277" y="476598"/>
                      <a:pt x="42443" y="478202"/>
                    </a:cubicBezTo>
                    <a:cubicBezTo>
                      <a:pt x="44339" y="480682"/>
                      <a:pt x="47839" y="485348"/>
                      <a:pt x="47839" y="486369"/>
                    </a:cubicBezTo>
                    <a:cubicBezTo>
                      <a:pt x="46235" y="486953"/>
                      <a:pt x="45360" y="487682"/>
                      <a:pt x="44777" y="488411"/>
                    </a:cubicBezTo>
                    <a:cubicBezTo>
                      <a:pt x="43902" y="488411"/>
                      <a:pt x="43027" y="488411"/>
                      <a:pt x="42152" y="488411"/>
                    </a:cubicBezTo>
                    <a:cubicBezTo>
                      <a:pt x="19984" y="488411"/>
                      <a:pt x="10505" y="491328"/>
                      <a:pt x="7151" y="492786"/>
                    </a:cubicBezTo>
                    <a:cubicBezTo>
                      <a:pt x="4817" y="492640"/>
                      <a:pt x="2192" y="493078"/>
                      <a:pt x="880" y="495265"/>
                    </a:cubicBezTo>
                    <a:cubicBezTo>
                      <a:pt x="-1600" y="499057"/>
                      <a:pt x="1609" y="503870"/>
                      <a:pt x="4963" y="507953"/>
                    </a:cubicBezTo>
                    <a:cubicBezTo>
                      <a:pt x="14151" y="519475"/>
                      <a:pt x="21005" y="526329"/>
                      <a:pt x="21589" y="526912"/>
                    </a:cubicBezTo>
                    <a:lnTo>
                      <a:pt x="32818" y="535808"/>
                    </a:lnTo>
                    <a:lnTo>
                      <a:pt x="43173" y="546163"/>
                    </a:lnTo>
                    <a:lnTo>
                      <a:pt x="24214" y="556955"/>
                    </a:lnTo>
                    <a:lnTo>
                      <a:pt x="52506" y="566434"/>
                    </a:lnTo>
                    <a:lnTo>
                      <a:pt x="65486" y="566580"/>
                    </a:lnTo>
                    <a:lnTo>
                      <a:pt x="55715" y="582185"/>
                    </a:lnTo>
                    <a:lnTo>
                      <a:pt x="68548" y="591810"/>
                    </a:lnTo>
                    <a:lnTo>
                      <a:pt x="190177" y="591810"/>
                    </a:lnTo>
                    <a:lnTo>
                      <a:pt x="208407" y="578247"/>
                    </a:lnTo>
                    <a:cubicBezTo>
                      <a:pt x="213949" y="578831"/>
                      <a:pt x="231741" y="580143"/>
                      <a:pt x="238304" y="577956"/>
                    </a:cubicBezTo>
                    <a:cubicBezTo>
                      <a:pt x="245012" y="575768"/>
                      <a:pt x="302618" y="541204"/>
                      <a:pt x="313556" y="534787"/>
                    </a:cubicBezTo>
                    <a:cubicBezTo>
                      <a:pt x="337328" y="538288"/>
                      <a:pt x="408642" y="547913"/>
                      <a:pt x="418122" y="540767"/>
                    </a:cubicBezTo>
                    <a:cubicBezTo>
                      <a:pt x="423955" y="536392"/>
                      <a:pt x="508979" y="439993"/>
                      <a:pt x="508979" y="430076"/>
                    </a:cubicBezTo>
                    <a:cubicBezTo>
                      <a:pt x="508979" y="426867"/>
                      <a:pt x="508541" y="404846"/>
                      <a:pt x="507958" y="381366"/>
                    </a:cubicBezTo>
                    <a:cubicBezTo>
                      <a:pt x="507375" y="354970"/>
                      <a:pt x="506645" y="324927"/>
                      <a:pt x="506645" y="320114"/>
                    </a:cubicBezTo>
                    <a:cubicBezTo>
                      <a:pt x="506645" y="311072"/>
                      <a:pt x="508979" y="252154"/>
                      <a:pt x="508833" y="251862"/>
                    </a:cubicBezTo>
                    <a:lnTo>
                      <a:pt x="512916" y="225174"/>
                    </a:lnTo>
                    <a:lnTo>
                      <a:pt x="534063" y="225174"/>
                    </a:lnTo>
                    <a:lnTo>
                      <a:pt x="552876" y="208548"/>
                    </a:lnTo>
                    <a:lnTo>
                      <a:pt x="575335" y="195131"/>
                    </a:lnTo>
                    <a:lnTo>
                      <a:pt x="599836" y="185360"/>
                    </a:lnTo>
                    <a:lnTo>
                      <a:pt x="610190" y="149192"/>
                    </a:lnTo>
                    <a:lnTo>
                      <a:pt x="573002" y="121337"/>
                    </a:lnTo>
                    <a:lnTo>
                      <a:pt x="573002" y="95670"/>
                    </a:lnTo>
                    <a:lnTo>
                      <a:pt x="556668" y="50606"/>
                    </a:lnTo>
                    <a:lnTo>
                      <a:pt x="544272" y="23334"/>
                    </a:lnTo>
                    <a:lnTo>
                      <a:pt x="504895" y="20855"/>
                    </a:lnTo>
                    <a:lnTo>
                      <a:pt x="462456" y="30626"/>
                    </a:lnTo>
                    <a:lnTo>
                      <a:pt x="462456" y="30626"/>
                    </a:lnTo>
                    <a:lnTo>
                      <a:pt x="451081" y="33251"/>
                    </a:lnTo>
                    <a:lnTo>
                      <a:pt x="460123" y="5979"/>
                    </a:lnTo>
                    <a:lnTo>
                      <a:pt x="417393" y="14001"/>
                    </a:lnTo>
                    <a:lnTo>
                      <a:pt x="404121" y="23042"/>
                    </a:lnTo>
                    <a:lnTo>
                      <a:pt x="397850" y="0"/>
                    </a:lnTo>
                    <a:lnTo>
                      <a:pt x="345203" y="2479"/>
                    </a:lnTo>
                    <a:close/>
                    <a:moveTo>
                      <a:pt x="466540" y="37043"/>
                    </a:moveTo>
                    <a:lnTo>
                      <a:pt x="505479" y="28001"/>
                    </a:lnTo>
                    <a:lnTo>
                      <a:pt x="539459" y="30189"/>
                    </a:lnTo>
                    <a:lnTo>
                      <a:pt x="549959" y="53085"/>
                    </a:lnTo>
                    <a:lnTo>
                      <a:pt x="565710" y="95961"/>
                    </a:lnTo>
                    <a:lnTo>
                      <a:pt x="565710" y="124691"/>
                    </a:lnTo>
                    <a:lnTo>
                      <a:pt x="601878" y="151817"/>
                    </a:lnTo>
                    <a:lnTo>
                      <a:pt x="593856" y="179818"/>
                    </a:lnTo>
                    <a:lnTo>
                      <a:pt x="572127" y="188568"/>
                    </a:lnTo>
                    <a:lnTo>
                      <a:pt x="548647" y="202715"/>
                    </a:lnTo>
                    <a:lnTo>
                      <a:pt x="531292" y="217882"/>
                    </a:lnTo>
                    <a:lnTo>
                      <a:pt x="506645" y="217882"/>
                    </a:lnTo>
                    <a:lnTo>
                      <a:pt x="505770" y="223569"/>
                    </a:lnTo>
                    <a:lnTo>
                      <a:pt x="491041" y="213069"/>
                    </a:lnTo>
                    <a:lnTo>
                      <a:pt x="431976" y="178943"/>
                    </a:lnTo>
                    <a:lnTo>
                      <a:pt x="397704" y="182006"/>
                    </a:lnTo>
                    <a:lnTo>
                      <a:pt x="384871" y="179526"/>
                    </a:lnTo>
                    <a:lnTo>
                      <a:pt x="367808" y="134171"/>
                    </a:lnTo>
                    <a:lnTo>
                      <a:pt x="382392" y="107774"/>
                    </a:lnTo>
                    <a:lnTo>
                      <a:pt x="397121" y="72481"/>
                    </a:lnTo>
                    <a:lnTo>
                      <a:pt x="457644" y="48272"/>
                    </a:lnTo>
                    <a:lnTo>
                      <a:pt x="466540" y="37043"/>
                    </a:lnTo>
                    <a:close/>
                    <a:moveTo>
                      <a:pt x="419580" y="20855"/>
                    </a:moveTo>
                    <a:lnTo>
                      <a:pt x="449331" y="15313"/>
                    </a:lnTo>
                    <a:lnTo>
                      <a:pt x="440143" y="43168"/>
                    </a:lnTo>
                    <a:lnTo>
                      <a:pt x="455165" y="39668"/>
                    </a:lnTo>
                    <a:lnTo>
                      <a:pt x="453269" y="42001"/>
                    </a:lnTo>
                    <a:lnTo>
                      <a:pt x="391579" y="66648"/>
                    </a:lnTo>
                    <a:lnTo>
                      <a:pt x="375829" y="104420"/>
                    </a:lnTo>
                    <a:lnTo>
                      <a:pt x="359787" y="133442"/>
                    </a:lnTo>
                    <a:lnTo>
                      <a:pt x="379475" y="185798"/>
                    </a:lnTo>
                    <a:lnTo>
                      <a:pt x="397267" y="189298"/>
                    </a:lnTo>
                    <a:lnTo>
                      <a:pt x="430226" y="186235"/>
                    </a:lnTo>
                    <a:lnTo>
                      <a:pt x="486957" y="219049"/>
                    </a:lnTo>
                    <a:lnTo>
                      <a:pt x="504458" y="231591"/>
                    </a:lnTo>
                    <a:lnTo>
                      <a:pt x="501395" y="251133"/>
                    </a:lnTo>
                    <a:cubicBezTo>
                      <a:pt x="501249" y="253612"/>
                      <a:pt x="499062" y="310926"/>
                      <a:pt x="499062" y="319968"/>
                    </a:cubicBezTo>
                    <a:cubicBezTo>
                      <a:pt x="499062" y="324927"/>
                      <a:pt x="499645" y="353657"/>
                      <a:pt x="500374" y="381366"/>
                    </a:cubicBezTo>
                    <a:cubicBezTo>
                      <a:pt x="500958" y="404846"/>
                      <a:pt x="501395" y="426722"/>
                      <a:pt x="501395" y="429347"/>
                    </a:cubicBezTo>
                    <a:cubicBezTo>
                      <a:pt x="498478" y="438680"/>
                      <a:pt x="421622" y="528517"/>
                      <a:pt x="413455" y="534642"/>
                    </a:cubicBezTo>
                    <a:cubicBezTo>
                      <a:pt x="407767" y="538288"/>
                      <a:pt x="357891" y="533621"/>
                      <a:pt x="312973" y="527058"/>
                    </a:cubicBezTo>
                    <a:lnTo>
                      <a:pt x="311660" y="526912"/>
                    </a:lnTo>
                    <a:lnTo>
                      <a:pt x="310493" y="527642"/>
                    </a:lnTo>
                    <a:cubicBezTo>
                      <a:pt x="284097" y="543538"/>
                      <a:pt x="240345" y="569205"/>
                      <a:pt x="235533" y="570809"/>
                    </a:cubicBezTo>
                    <a:cubicBezTo>
                      <a:pt x="231012" y="572268"/>
                      <a:pt x="215845" y="571539"/>
                      <a:pt x="207240" y="570664"/>
                    </a:cubicBezTo>
                    <a:lnTo>
                      <a:pt x="205782" y="570518"/>
                    </a:lnTo>
                    <a:lnTo>
                      <a:pt x="187260" y="584372"/>
                    </a:lnTo>
                    <a:lnTo>
                      <a:pt x="70590" y="584372"/>
                    </a:lnTo>
                    <a:lnTo>
                      <a:pt x="65048" y="580289"/>
                    </a:lnTo>
                    <a:lnTo>
                      <a:pt x="78174" y="559288"/>
                    </a:lnTo>
                    <a:lnTo>
                      <a:pt x="53819" y="559288"/>
                    </a:lnTo>
                    <a:lnTo>
                      <a:pt x="41423" y="555205"/>
                    </a:lnTo>
                    <a:lnTo>
                      <a:pt x="54548" y="547767"/>
                    </a:lnTo>
                    <a:lnTo>
                      <a:pt x="37193" y="530412"/>
                    </a:lnTo>
                    <a:lnTo>
                      <a:pt x="25964" y="521516"/>
                    </a:lnTo>
                    <a:cubicBezTo>
                      <a:pt x="25964" y="521516"/>
                      <a:pt x="19109" y="514662"/>
                      <a:pt x="10213" y="503432"/>
                    </a:cubicBezTo>
                    <a:cubicBezTo>
                      <a:pt x="9192" y="502120"/>
                      <a:pt x="8463" y="501099"/>
                      <a:pt x="8026" y="500370"/>
                    </a:cubicBezTo>
                    <a:lnTo>
                      <a:pt x="9338" y="499641"/>
                    </a:lnTo>
                    <a:cubicBezTo>
                      <a:pt x="9338" y="499641"/>
                      <a:pt x="16484" y="495557"/>
                      <a:pt x="41860" y="495557"/>
                    </a:cubicBezTo>
                    <a:cubicBezTo>
                      <a:pt x="57756" y="495557"/>
                      <a:pt x="57756" y="495557"/>
                      <a:pt x="58048" y="492057"/>
                    </a:cubicBezTo>
                    <a:cubicBezTo>
                      <a:pt x="58194" y="489432"/>
                      <a:pt x="56152" y="488557"/>
                      <a:pt x="54694" y="488265"/>
                    </a:cubicBezTo>
                    <a:cubicBezTo>
                      <a:pt x="55715" y="483890"/>
                      <a:pt x="51923" y="478932"/>
                      <a:pt x="48131" y="473682"/>
                    </a:cubicBezTo>
                    <a:cubicBezTo>
                      <a:pt x="46964" y="472223"/>
                      <a:pt x="45944" y="470765"/>
                      <a:pt x="44923" y="469306"/>
                    </a:cubicBezTo>
                    <a:cubicBezTo>
                      <a:pt x="40548" y="462598"/>
                      <a:pt x="25526" y="461139"/>
                      <a:pt x="17943" y="460848"/>
                    </a:cubicBezTo>
                    <a:cubicBezTo>
                      <a:pt x="17797" y="456181"/>
                      <a:pt x="17505" y="447722"/>
                      <a:pt x="16484" y="440868"/>
                    </a:cubicBezTo>
                    <a:cubicBezTo>
                      <a:pt x="24943" y="445535"/>
                      <a:pt x="44048" y="459244"/>
                      <a:pt x="60236" y="471931"/>
                    </a:cubicBezTo>
                    <a:lnTo>
                      <a:pt x="63007" y="474119"/>
                    </a:lnTo>
                    <a:lnTo>
                      <a:pt x="92320" y="437514"/>
                    </a:lnTo>
                    <a:lnTo>
                      <a:pt x="110841" y="427159"/>
                    </a:lnTo>
                    <a:lnTo>
                      <a:pt x="129946" y="433576"/>
                    </a:lnTo>
                    <a:lnTo>
                      <a:pt x="179239" y="433722"/>
                    </a:lnTo>
                    <a:cubicBezTo>
                      <a:pt x="203303" y="433722"/>
                      <a:pt x="203448" y="414180"/>
                      <a:pt x="203448" y="414034"/>
                    </a:cubicBezTo>
                    <a:lnTo>
                      <a:pt x="203448" y="411263"/>
                    </a:lnTo>
                    <a:lnTo>
                      <a:pt x="177343" y="403388"/>
                    </a:lnTo>
                    <a:lnTo>
                      <a:pt x="176760" y="403388"/>
                    </a:lnTo>
                    <a:cubicBezTo>
                      <a:pt x="176323" y="403388"/>
                      <a:pt x="128634" y="405721"/>
                      <a:pt x="119592" y="405721"/>
                    </a:cubicBezTo>
                    <a:cubicBezTo>
                      <a:pt x="115362" y="405721"/>
                      <a:pt x="109383" y="403096"/>
                      <a:pt x="104716" y="400763"/>
                    </a:cubicBezTo>
                    <a:lnTo>
                      <a:pt x="113612" y="396971"/>
                    </a:lnTo>
                    <a:lnTo>
                      <a:pt x="133738" y="391866"/>
                    </a:lnTo>
                    <a:lnTo>
                      <a:pt x="154009" y="340094"/>
                    </a:lnTo>
                    <a:lnTo>
                      <a:pt x="165531" y="341990"/>
                    </a:lnTo>
                    <a:lnTo>
                      <a:pt x="166114" y="341844"/>
                    </a:lnTo>
                    <a:cubicBezTo>
                      <a:pt x="166551" y="341698"/>
                      <a:pt x="178510" y="339365"/>
                      <a:pt x="188281" y="332073"/>
                    </a:cubicBezTo>
                    <a:cubicBezTo>
                      <a:pt x="194407" y="327406"/>
                      <a:pt x="198782" y="331052"/>
                      <a:pt x="199511" y="331781"/>
                    </a:cubicBezTo>
                    <a:lnTo>
                      <a:pt x="206803" y="339073"/>
                    </a:lnTo>
                    <a:lnTo>
                      <a:pt x="203157" y="303051"/>
                    </a:lnTo>
                    <a:lnTo>
                      <a:pt x="156635" y="298384"/>
                    </a:lnTo>
                    <a:lnTo>
                      <a:pt x="147447" y="272863"/>
                    </a:lnTo>
                    <a:lnTo>
                      <a:pt x="126592" y="272863"/>
                    </a:lnTo>
                    <a:lnTo>
                      <a:pt x="110841" y="278550"/>
                    </a:lnTo>
                    <a:lnTo>
                      <a:pt x="107050" y="263529"/>
                    </a:lnTo>
                    <a:lnTo>
                      <a:pt x="99029" y="245445"/>
                    </a:lnTo>
                    <a:cubicBezTo>
                      <a:pt x="103258" y="241945"/>
                      <a:pt x="112883" y="234070"/>
                      <a:pt x="119737" y="228966"/>
                    </a:cubicBezTo>
                    <a:cubicBezTo>
                      <a:pt x="128342" y="222549"/>
                      <a:pt x="155030" y="213507"/>
                      <a:pt x="155322" y="213507"/>
                    </a:cubicBezTo>
                    <a:lnTo>
                      <a:pt x="158968" y="212340"/>
                    </a:lnTo>
                    <a:lnTo>
                      <a:pt x="157509" y="208694"/>
                    </a:lnTo>
                    <a:cubicBezTo>
                      <a:pt x="157509" y="208548"/>
                      <a:pt x="152989" y="197319"/>
                      <a:pt x="150801" y="188568"/>
                    </a:cubicBezTo>
                    <a:cubicBezTo>
                      <a:pt x="148030" y="177631"/>
                      <a:pt x="131842" y="172672"/>
                      <a:pt x="129800" y="172089"/>
                    </a:cubicBezTo>
                    <a:lnTo>
                      <a:pt x="112883" y="167860"/>
                    </a:lnTo>
                    <a:lnTo>
                      <a:pt x="107633" y="159109"/>
                    </a:lnTo>
                    <a:cubicBezTo>
                      <a:pt x="108508" y="156484"/>
                      <a:pt x="110112" y="151088"/>
                      <a:pt x="111716" y="144380"/>
                    </a:cubicBezTo>
                    <a:cubicBezTo>
                      <a:pt x="112737" y="140442"/>
                      <a:pt x="123383" y="139421"/>
                      <a:pt x="130675" y="140296"/>
                    </a:cubicBezTo>
                    <a:lnTo>
                      <a:pt x="138113" y="141171"/>
                    </a:lnTo>
                    <a:lnTo>
                      <a:pt x="126154" y="122066"/>
                    </a:lnTo>
                    <a:lnTo>
                      <a:pt x="158530" y="122066"/>
                    </a:lnTo>
                    <a:cubicBezTo>
                      <a:pt x="169031" y="122066"/>
                      <a:pt x="182448" y="124837"/>
                      <a:pt x="187552" y="126004"/>
                    </a:cubicBezTo>
                    <a:lnTo>
                      <a:pt x="197323" y="164797"/>
                    </a:lnTo>
                    <a:lnTo>
                      <a:pt x="229262" y="150067"/>
                    </a:lnTo>
                    <a:lnTo>
                      <a:pt x="242825" y="159109"/>
                    </a:lnTo>
                    <a:lnTo>
                      <a:pt x="278701" y="146275"/>
                    </a:lnTo>
                    <a:lnTo>
                      <a:pt x="280888" y="130525"/>
                    </a:lnTo>
                    <a:cubicBezTo>
                      <a:pt x="288034" y="128629"/>
                      <a:pt x="309910" y="122941"/>
                      <a:pt x="326973" y="117254"/>
                    </a:cubicBezTo>
                    <a:cubicBezTo>
                      <a:pt x="331786" y="115650"/>
                      <a:pt x="338203" y="112879"/>
                      <a:pt x="338057" y="107483"/>
                    </a:cubicBezTo>
                    <a:cubicBezTo>
                      <a:pt x="337911" y="101503"/>
                      <a:pt x="329307" y="98003"/>
                      <a:pt x="325077" y="96691"/>
                    </a:cubicBezTo>
                    <a:lnTo>
                      <a:pt x="292993" y="75398"/>
                    </a:lnTo>
                    <a:lnTo>
                      <a:pt x="294743" y="63440"/>
                    </a:lnTo>
                    <a:lnTo>
                      <a:pt x="318369" y="50606"/>
                    </a:lnTo>
                    <a:lnTo>
                      <a:pt x="348411" y="9771"/>
                    </a:lnTo>
                    <a:lnTo>
                      <a:pt x="391871" y="7729"/>
                    </a:lnTo>
                    <a:lnTo>
                      <a:pt x="399309" y="35147"/>
                    </a:lnTo>
                    <a:lnTo>
                      <a:pt x="419580" y="20855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8" name="Freeform: Shape 763">
                <a:extLst>
                  <a:ext uri="{FF2B5EF4-FFF2-40B4-BE49-F238E27FC236}">
                    <a16:creationId xmlns:a16="http://schemas.microsoft.com/office/drawing/2014/main" id="{609896A6-F0AE-F877-9C5F-AAD3E32608D7}"/>
                  </a:ext>
                </a:extLst>
              </p:cNvPr>
              <p:cNvSpPr/>
              <p:nvPr/>
            </p:nvSpPr>
            <p:spPr>
              <a:xfrm>
                <a:off x="8528972" y="2898673"/>
                <a:ext cx="102087" cy="102087"/>
              </a:xfrm>
              <a:custGeom>
                <a:avLst/>
                <a:gdLst>
                  <a:gd name="connsiteX0" fmla="*/ 74834 w 102086"/>
                  <a:gd name="connsiteY0" fmla="*/ 1750 h 102086"/>
                  <a:gd name="connsiteX1" fmla="*/ 73521 w 102086"/>
                  <a:gd name="connsiteY1" fmla="*/ 0 h 102086"/>
                  <a:gd name="connsiteX2" fmla="*/ 46978 w 102086"/>
                  <a:gd name="connsiteY2" fmla="*/ 3354 h 102086"/>
                  <a:gd name="connsiteX3" fmla="*/ 10227 w 102086"/>
                  <a:gd name="connsiteY3" fmla="*/ 12834 h 102086"/>
                  <a:gd name="connsiteX4" fmla="*/ 1185 w 102086"/>
                  <a:gd name="connsiteY4" fmla="*/ 23772 h 102086"/>
                  <a:gd name="connsiteX5" fmla="*/ 1039 w 102086"/>
                  <a:gd name="connsiteY5" fmla="*/ 24793 h 102086"/>
                  <a:gd name="connsiteX6" fmla="*/ 3227 w 102086"/>
                  <a:gd name="connsiteY6" fmla="*/ 58044 h 102086"/>
                  <a:gd name="connsiteX7" fmla="*/ 31228 w 102086"/>
                  <a:gd name="connsiteY7" fmla="*/ 84586 h 102086"/>
                  <a:gd name="connsiteX8" fmla="*/ 86209 w 102086"/>
                  <a:gd name="connsiteY8" fmla="*/ 109816 h 102086"/>
                  <a:gd name="connsiteX9" fmla="*/ 97584 w 102086"/>
                  <a:gd name="connsiteY9" fmla="*/ 74086 h 102086"/>
                  <a:gd name="connsiteX10" fmla="*/ 105168 w 102086"/>
                  <a:gd name="connsiteY10" fmla="*/ 66940 h 102086"/>
                  <a:gd name="connsiteX11" fmla="*/ 97730 w 102086"/>
                  <a:gd name="connsiteY11" fmla="*/ 37189 h 102086"/>
                  <a:gd name="connsiteX12" fmla="*/ 74834 w 102086"/>
                  <a:gd name="connsiteY12" fmla="*/ 1750 h 102086"/>
                  <a:gd name="connsiteX13" fmla="*/ 98605 w 102086"/>
                  <a:gd name="connsiteY13" fmla="*/ 63877 h 102086"/>
                  <a:gd name="connsiteX14" fmla="*/ 94230 w 102086"/>
                  <a:gd name="connsiteY14" fmla="*/ 67523 h 102086"/>
                  <a:gd name="connsiteX15" fmla="*/ 92042 w 102086"/>
                  <a:gd name="connsiteY15" fmla="*/ 67815 h 102086"/>
                  <a:gd name="connsiteX16" fmla="*/ 81834 w 102086"/>
                  <a:gd name="connsiteY16" fmla="*/ 99607 h 102086"/>
                  <a:gd name="connsiteX17" fmla="*/ 35603 w 102086"/>
                  <a:gd name="connsiteY17" fmla="*/ 78607 h 102086"/>
                  <a:gd name="connsiteX18" fmla="*/ 9061 w 102086"/>
                  <a:gd name="connsiteY18" fmla="*/ 53522 h 102086"/>
                  <a:gd name="connsiteX19" fmla="*/ 8040 w 102086"/>
                  <a:gd name="connsiteY19" fmla="*/ 26688 h 102086"/>
                  <a:gd name="connsiteX20" fmla="*/ 14165 w 102086"/>
                  <a:gd name="connsiteY20" fmla="*/ 19251 h 102086"/>
                  <a:gd name="connsiteX21" fmla="*/ 47999 w 102086"/>
                  <a:gd name="connsiteY21" fmla="*/ 10500 h 102086"/>
                  <a:gd name="connsiteX22" fmla="*/ 70021 w 102086"/>
                  <a:gd name="connsiteY22" fmla="*/ 7729 h 102086"/>
                  <a:gd name="connsiteX23" fmla="*/ 91605 w 102086"/>
                  <a:gd name="connsiteY23" fmla="*/ 40981 h 102086"/>
                  <a:gd name="connsiteX24" fmla="*/ 98605 w 102086"/>
                  <a:gd name="connsiteY24" fmla="*/ 63877 h 102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02086" h="102086">
                    <a:moveTo>
                      <a:pt x="74834" y="1750"/>
                    </a:moveTo>
                    <a:lnTo>
                      <a:pt x="73521" y="0"/>
                    </a:lnTo>
                    <a:lnTo>
                      <a:pt x="46978" y="3354"/>
                    </a:lnTo>
                    <a:lnTo>
                      <a:pt x="10227" y="12834"/>
                    </a:lnTo>
                    <a:lnTo>
                      <a:pt x="1185" y="23772"/>
                    </a:lnTo>
                    <a:lnTo>
                      <a:pt x="1039" y="24793"/>
                    </a:lnTo>
                    <a:cubicBezTo>
                      <a:pt x="456" y="29168"/>
                      <a:pt x="-1877" y="51043"/>
                      <a:pt x="3227" y="58044"/>
                    </a:cubicBezTo>
                    <a:cubicBezTo>
                      <a:pt x="7894" y="64315"/>
                      <a:pt x="28894" y="82544"/>
                      <a:pt x="31228" y="84586"/>
                    </a:cubicBezTo>
                    <a:lnTo>
                      <a:pt x="86209" y="109816"/>
                    </a:lnTo>
                    <a:lnTo>
                      <a:pt x="97584" y="74086"/>
                    </a:lnTo>
                    <a:cubicBezTo>
                      <a:pt x="100209" y="73065"/>
                      <a:pt x="103418" y="70877"/>
                      <a:pt x="105168" y="66940"/>
                    </a:cubicBezTo>
                    <a:cubicBezTo>
                      <a:pt x="108376" y="59939"/>
                      <a:pt x="105897" y="49877"/>
                      <a:pt x="97730" y="37189"/>
                    </a:cubicBezTo>
                    <a:cubicBezTo>
                      <a:pt x="79646" y="8313"/>
                      <a:pt x="74979" y="2042"/>
                      <a:pt x="74834" y="1750"/>
                    </a:cubicBezTo>
                    <a:close/>
                    <a:moveTo>
                      <a:pt x="98605" y="63877"/>
                    </a:moveTo>
                    <a:cubicBezTo>
                      <a:pt x="97292" y="66940"/>
                      <a:pt x="94230" y="67523"/>
                      <a:pt x="94230" y="67523"/>
                    </a:cubicBezTo>
                    <a:lnTo>
                      <a:pt x="92042" y="67815"/>
                    </a:lnTo>
                    <a:lnTo>
                      <a:pt x="81834" y="99607"/>
                    </a:lnTo>
                    <a:lnTo>
                      <a:pt x="35603" y="78607"/>
                    </a:lnTo>
                    <a:cubicBezTo>
                      <a:pt x="29040" y="72919"/>
                      <a:pt x="12561" y="58189"/>
                      <a:pt x="9061" y="53522"/>
                    </a:cubicBezTo>
                    <a:cubicBezTo>
                      <a:pt x="6873" y="50606"/>
                      <a:pt x="6873" y="37480"/>
                      <a:pt x="8040" y="26688"/>
                    </a:cubicBezTo>
                    <a:lnTo>
                      <a:pt x="14165" y="19251"/>
                    </a:lnTo>
                    <a:lnTo>
                      <a:pt x="47999" y="10500"/>
                    </a:lnTo>
                    <a:lnTo>
                      <a:pt x="70021" y="7729"/>
                    </a:lnTo>
                    <a:cubicBezTo>
                      <a:pt x="72354" y="11084"/>
                      <a:pt x="78479" y="20126"/>
                      <a:pt x="91605" y="40981"/>
                    </a:cubicBezTo>
                    <a:cubicBezTo>
                      <a:pt x="100355" y="54835"/>
                      <a:pt x="99772" y="61252"/>
                      <a:pt x="98605" y="63877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9" name="Freeform: Shape 764">
                <a:extLst>
                  <a:ext uri="{FF2B5EF4-FFF2-40B4-BE49-F238E27FC236}">
                    <a16:creationId xmlns:a16="http://schemas.microsoft.com/office/drawing/2014/main" id="{3BA53EE1-C4DC-9B6B-A8B8-9C94357F0415}"/>
                  </a:ext>
                </a:extLst>
              </p:cNvPr>
              <p:cNvSpPr/>
              <p:nvPr/>
            </p:nvSpPr>
            <p:spPr>
              <a:xfrm>
                <a:off x="8627285" y="2804570"/>
                <a:ext cx="160422" cy="189589"/>
              </a:xfrm>
              <a:custGeom>
                <a:avLst/>
                <a:gdLst>
                  <a:gd name="connsiteX0" fmla="*/ 88669 w 160421"/>
                  <a:gd name="connsiteY0" fmla="*/ 62602 h 189589"/>
                  <a:gd name="connsiteX1" fmla="*/ 77731 w 160421"/>
                  <a:gd name="connsiteY1" fmla="*/ 24976 h 189589"/>
                  <a:gd name="connsiteX2" fmla="*/ 76419 w 160421"/>
                  <a:gd name="connsiteY2" fmla="*/ 21476 h 189589"/>
                  <a:gd name="connsiteX3" fmla="*/ 52502 w 160421"/>
                  <a:gd name="connsiteY3" fmla="*/ 31393 h 189589"/>
                  <a:gd name="connsiteX4" fmla="*/ 52502 w 160421"/>
                  <a:gd name="connsiteY4" fmla="*/ 50498 h 189589"/>
                  <a:gd name="connsiteX5" fmla="*/ 36313 w 160421"/>
                  <a:gd name="connsiteY5" fmla="*/ 64061 h 189589"/>
                  <a:gd name="connsiteX6" fmla="*/ 0 w 160421"/>
                  <a:gd name="connsiteY6" fmla="*/ 69019 h 189589"/>
                  <a:gd name="connsiteX7" fmla="*/ 583 w 160421"/>
                  <a:gd name="connsiteY7" fmla="*/ 72665 h 189589"/>
                  <a:gd name="connsiteX8" fmla="*/ 10646 w 160421"/>
                  <a:gd name="connsiteY8" fmla="*/ 95416 h 189589"/>
                  <a:gd name="connsiteX9" fmla="*/ 32814 w 160421"/>
                  <a:gd name="connsiteY9" fmla="*/ 105041 h 189589"/>
                  <a:gd name="connsiteX10" fmla="*/ 35876 w 160421"/>
                  <a:gd name="connsiteY10" fmla="*/ 144709 h 189589"/>
                  <a:gd name="connsiteX11" fmla="*/ 67523 w 160421"/>
                  <a:gd name="connsiteY11" fmla="*/ 160459 h 189589"/>
                  <a:gd name="connsiteX12" fmla="*/ 93774 w 160421"/>
                  <a:gd name="connsiteY12" fmla="*/ 182043 h 189589"/>
                  <a:gd name="connsiteX13" fmla="*/ 116670 w 160421"/>
                  <a:gd name="connsiteY13" fmla="*/ 197356 h 189589"/>
                  <a:gd name="connsiteX14" fmla="*/ 117691 w 160421"/>
                  <a:gd name="connsiteY14" fmla="*/ 197794 h 189589"/>
                  <a:gd name="connsiteX15" fmla="*/ 131837 w 160421"/>
                  <a:gd name="connsiteY15" fmla="*/ 200273 h 189589"/>
                  <a:gd name="connsiteX16" fmla="*/ 139567 w 160421"/>
                  <a:gd name="connsiteY16" fmla="*/ 198377 h 189589"/>
                  <a:gd name="connsiteX17" fmla="*/ 142338 w 160421"/>
                  <a:gd name="connsiteY17" fmla="*/ 192835 h 189589"/>
                  <a:gd name="connsiteX18" fmla="*/ 134025 w 160421"/>
                  <a:gd name="connsiteY18" fmla="*/ 162355 h 189589"/>
                  <a:gd name="connsiteX19" fmla="*/ 155171 w 160421"/>
                  <a:gd name="connsiteY19" fmla="*/ 150397 h 189589"/>
                  <a:gd name="connsiteX20" fmla="*/ 168297 w 160421"/>
                  <a:gd name="connsiteY20" fmla="*/ 136250 h 189589"/>
                  <a:gd name="connsiteX21" fmla="*/ 162609 w 160421"/>
                  <a:gd name="connsiteY21" fmla="*/ 116854 h 189589"/>
                  <a:gd name="connsiteX22" fmla="*/ 150213 w 160421"/>
                  <a:gd name="connsiteY22" fmla="*/ 104458 h 189589"/>
                  <a:gd name="connsiteX23" fmla="*/ 154151 w 160421"/>
                  <a:gd name="connsiteY23" fmla="*/ 84624 h 189589"/>
                  <a:gd name="connsiteX24" fmla="*/ 169901 w 160421"/>
                  <a:gd name="connsiteY24" fmla="*/ 70477 h 189589"/>
                  <a:gd name="connsiteX25" fmla="*/ 164943 w 160421"/>
                  <a:gd name="connsiteY25" fmla="*/ 10538 h 189589"/>
                  <a:gd name="connsiteX26" fmla="*/ 161880 w 160421"/>
                  <a:gd name="connsiteY26" fmla="*/ 10246 h 189589"/>
                  <a:gd name="connsiteX27" fmla="*/ 139129 w 160421"/>
                  <a:gd name="connsiteY27" fmla="*/ 6309 h 189589"/>
                  <a:gd name="connsiteX28" fmla="*/ 106024 w 160421"/>
                  <a:gd name="connsiteY28" fmla="*/ 1204 h 189589"/>
                  <a:gd name="connsiteX29" fmla="*/ 102816 w 160421"/>
                  <a:gd name="connsiteY29" fmla="*/ 6163 h 189589"/>
                  <a:gd name="connsiteX30" fmla="*/ 101357 w 160421"/>
                  <a:gd name="connsiteY30" fmla="*/ 30372 h 189589"/>
                  <a:gd name="connsiteX31" fmla="*/ 99753 w 160421"/>
                  <a:gd name="connsiteY31" fmla="*/ 55019 h 189589"/>
                  <a:gd name="connsiteX32" fmla="*/ 101357 w 160421"/>
                  <a:gd name="connsiteY32" fmla="*/ 63769 h 189589"/>
                  <a:gd name="connsiteX33" fmla="*/ 103399 w 160421"/>
                  <a:gd name="connsiteY33" fmla="*/ 74269 h 189589"/>
                  <a:gd name="connsiteX34" fmla="*/ 88961 w 160421"/>
                  <a:gd name="connsiteY34" fmla="*/ 71207 h 189589"/>
                  <a:gd name="connsiteX35" fmla="*/ 88669 w 160421"/>
                  <a:gd name="connsiteY35" fmla="*/ 62602 h 189589"/>
                  <a:gd name="connsiteX36" fmla="*/ 103399 w 160421"/>
                  <a:gd name="connsiteY36" fmla="*/ 81853 h 189589"/>
                  <a:gd name="connsiteX37" fmla="*/ 108795 w 160421"/>
                  <a:gd name="connsiteY37" fmla="*/ 79374 h 189589"/>
                  <a:gd name="connsiteX38" fmla="*/ 108503 w 160421"/>
                  <a:gd name="connsiteY38" fmla="*/ 62311 h 189589"/>
                  <a:gd name="connsiteX39" fmla="*/ 107045 w 160421"/>
                  <a:gd name="connsiteY39" fmla="*/ 55310 h 189589"/>
                  <a:gd name="connsiteX40" fmla="*/ 108503 w 160421"/>
                  <a:gd name="connsiteY40" fmla="*/ 31101 h 189589"/>
                  <a:gd name="connsiteX41" fmla="*/ 109962 w 160421"/>
                  <a:gd name="connsiteY41" fmla="*/ 7621 h 189589"/>
                  <a:gd name="connsiteX42" fmla="*/ 134900 w 160421"/>
                  <a:gd name="connsiteY42" fmla="*/ 12580 h 189589"/>
                  <a:gd name="connsiteX43" fmla="*/ 157942 w 160421"/>
                  <a:gd name="connsiteY43" fmla="*/ 17538 h 189589"/>
                  <a:gd name="connsiteX44" fmla="*/ 162172 w 160421"/>
                  <a:gd name="connsiteY44" fmla="*/ 67706 h 189589"/>
                  <a:gd name="connsiteX45" fmla="*/ 147296 w 160421"/>
                  <a:gd name="connsiteY45" fmla="*/ 81124 h 189589"/>
                  <a:gd name="connsiteX46" fmla="*/ 142046 w 160421"/>
                  <a:gd name="connsiteY46" fmla="*/ 107083 h 189589"/>
                  <a:gd name="connsiteX47" fmla="*/ 156630 w 160421"/>
                  <a:gd name="connsiteY47" fmla="*/ 121521 h 189589"/>
                  <a:gd name="connsiteX48" fmla="*/ 160713 w 160421"/>
                  <a:gd name="connsiteY48" fmla="*/ 136396 h 189589"/>
                  <a:gd name="connsiteX49" fmla="*/ 153130 w 160421"/>
                  <a:gd name="connsiteY49" fmla="*/ 143542 h 189589"/>
                  <a:gd name="connsiteX50" fmla="*/ 124691 w 160421"/>
                  <a:gd name="connsiteY50" fmla="*/ 159293 h 189589"/>
                  <a:gd name="connsiteX51" fmla="*/ 125858 w 160421"/>
                  <a:gd name="connsiteY51" fmla="*/ 162209 h 189589"/>
                  <a:gd name="connsiteX52" fmla="*/ 135046 w 160421"/>
                  <a:gd name="connsiteY52" fmla="*/ 192690 h 189589"/>
                  <a:gd name="connsiteX53" fmla="*/ 120170 w 160421"/>
                  <a:gd name="connsiteY53" fmla="*/ 191231 h 189589"/>
                  <a:gd name="connsiteX54" fmla="*/ 98003 w 160421"/>
                  <a:gd name="connsiteY54" fmla="*/ 176502 h 189589"/>
                  <a:gd name="connsiteX55" fmla="*/ 71315 w 160421"/>
                  <a:gd name="connsiteY55" fmla="*/ 154626 h 189589"/>
                  <a:gd name="connsiteX56" fmla="*/ 42585 w 160421"/>
                  <a:gd name="connsiteY56" fmla="*/ 140334 h 189589"/>
                  <a:gd name="connsiteX57" fmla="*/ 39522 w 160421"/>
                  <a:gd name="connsiteY57" fmla="*/ 100520 h 189589"/>
                  <a:gd name="connsiteX58" fmla="*/ 37626 w 160421"/>
                  <a:gd name="connsiteY58" fmla="*/ 99645 h 189589"/>
                  <a:gd name="connsiteX59" fmla="*/ 13125 w 160421"/>
                  <a:gd name="connsiteY59" fmla="*/ 88999 h 189589"/>
                  <a:gd name="connsiteX60" fmla="*/ 8313 w 160421"/>
                  <a:gd name="connsiteY60" fmla="*/ 75582 h 189589"/>
                  <a:gd name="connsiteX61" fmla="*/ 39084 w 160421"/>
                  <a:gd name="connsiteY61" fmla="*/ 71352 h 189589"/>
                  <a:gd name="connsiteX62" fmla="*/ 59502 w 160421"/>
                  <a:gd name="connsiteY62" fmla="*/ 54289 h 189589"/>
                  <a:gd name="connsiteX63" fmla="*/ 59502 w 160421"/>
                  <a:gd name="connsiteY63" fmla="*/ 36643 h 189589"/>
                  <a:gd name="connsiteX64" fmla="*/ 72190 w 160421"/>
                  <a:gd name="connsiteY64" fmla="*/ 31393 h 189589"/>
                  <a:gd name="connsiteX65" fmla="*/ 81377 w 160421"/>
                  <a:gd name="connsiteY65" fmla="*/ 63623 h 189589"/>
                  <a:gd name="connsiteX66" fmla="*/ 81815 w 160421"/>
                  <a:gd name="connsiteY66" fmla="*/ 67123 h 189589"/>
                  <a:gd name="connsiteX67" fmla="*/ 81377 w 160421"/>
                  <a:gd name="connsiteY67" fmla="*/ 70769 h 189589"/>
                  <a:gd name="connsiteX68" fmla="*/ 103399 w 160421"/>
                  <a:gd name="connsiteY68" fmla="*/ 81853 h 189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60421" h="189589">
                    <a:moveTo>
                      <a:pt x="88669" y="62602"/>
                    </a:moveTo>
                    <a:cubicBezTo>
                      <a:pt x="87065" y="48456"/>
                      <a:pt x="78169" y="25997"/>
                      <a:pt x="77731" y="24976"/>
                    </a:cubicBezTo>
                    <a:lnTo>
                      <a:pt x="76419" y="21476"/>
                    </a:lnTo>
                    <a:lnTo>
                      <a:pt x="52502" y="31393"/>
                    </a:lnTo>
                    <a:lnTo>
                      <a:pt x="52502" y="50498"/>
                    </a:lnTo>
                    <a:lnTo>
                      <a:pt x="36313" y="64061"/>
                    </a:lnTo>
                    <a:lnTo>
                      <a:pt x="0" y="69019"/>
                    </a:lnTo>
                    <a:lnTo>
                      <a:pt x="583" y="72665"/>
                    </a:lnTo>
                    <a:cubicBezTo>
                      <a:pt x="2187" y="81999"/>
                      <a:pt x="5104" y="93520"/>
                      <a:pt x="10646" y="95416"/>
                    </a:cubicBezTo>
                    <a:cubicBezTo>
                      <a:pt x="13855" y="96437"/>
                      <a:pt x="26251" y="102124"/>
                      <a:pt x="32814" y="105041"/>
                    </a:cubicBezTo>
                    <a:lnTo>
                      <a:pt x="35876" y="144709"/>
                    </a:lnTo>
                    <a:lnTo>
                      <a:pt x="67523" y="160459"/>
                    </a:lnTo>
                    <a:lnTo>
                      <a:pt x="93774" y="182043"/>
                    </a:lnTo>
                    <a:lnTo>
                      <a:pt x="116670" y="197356"/>
                    </a:lnTo>
                    <a:lnTo>
                      <a:pt x="117691" y="197794"/>
                    </a:lnTo>
                    <a:cubicBezTo>
                      <a:pt x="120170" y="198523"/>
                      <a:pt x="126295" y="200273"/>
                      <a:pt x="131837" y="200273"/>
                    </a:cubicBezTo>
                    <a:cubicBezTo>
                      <a:pt x="134754" y="200273"/>
                      <a:pt x="137525" y="199836"/>
                      <a:pt x="139567" y="198377"/>
                    </a:cubicBezTo>
                    <a:cubicBezTo>
                      <a:pt x="141317" y="197065"/>
                      <a:pt x="142338" y="195023"/>
                      <a:pt x="142338" y="192835"/>
                    </a:cubicBezTo>
                    <a:cubicBezTo>
                      <a:pt x="142338" y="186127"/>
                      <a:pt x="136504" y="169355"/>
                      <a:pt x="134025" y="162355"/>
                    </a:cubicBezTo>
                    <a:lnTo>
                      <a:pt x="155171" y="150397"/>
                    </a:lnTo>
                    <a:cubicBezTo>
                      <a:pt x="160130" y="149522"/>
                      <a:pt x="168297" y="145438"/>
                      <a:pt x="168297" y="136250"/>
                    </a:cubicBezTo>
                    <a:cubicBezTo>
                      <a:pt x="168297" y="126188"/>
                      <a:pt x="163484" y="117875"/>
                      <a:pt x="162609" y="116854"/>
                    </a:cubicBezTo>
                    <a:lnTo>
                      <a:pt x="150213" y="104458"/>
                    </a:lnTo>
                    <a:lnTo>
                      <a:pt x="154151" y="84624"/>
                    </a:lnTo>
                    <a:lnTo>
                      <a:pt x="169901" y="70477"/>
                    </a:lnTo>
                    <a:lnTo>
                      <a:pt x="164943" y="10538"/>
                    </a:lnTo>
                    <a:lnTo>
                      <a:pt x="161880" y="10246"/>
                    </a:lnTo>
                    <a:cubicBezTo>
                      <a:pt x="152838" y="9517"/>
                      <a:pt x="141463" y="7767"/>
                      <a:pt x="139129" y="6309"/>
                    </a:cubicBezTo>
                    <a:cubicBezTo>
                      <a:pt x="135046" y="3538"/>
                      <a:pt x="113170" y="-2587"/>
                      <a:pt x="106024" y="1204"/>
                    </a:cubicBezTo>
                    <a:cubicBezTo>
                      <a:pt x="103982" y="2225"/>
                      <a:pt x="102816" y="4121"/>
                      <a:pt x="102816" y="6163"/>
                    </a:cubicBezTo>
                    <a:cubicBezTo>
                      <a:pt x="102816" y="9080"/>
                      <a:pt x="102087" y="19872"/>
                      <a:pt x="101357" y="30372"/>
                    </a:cubicBezTo>
                    <a:cubicBezTo>
                      <a:pt x="100628" y="41456"/>
                      <a:pt x="99753" y="51956"/>
                      <a:pt x="99753" y="55019"/>
                    </a:cubicBezTo>
                    <a:cubicBezTo>
                      <a:pt x="99753" y="57352"/>
                      <a:pt x="100482" y="60415"/>
                      <a:pt x="101357" y="63769"/>
                    </a:cubicBezTo>
                    <a:cubicBezTo>
                      <a:pt x="102087" y="66831"/>
                      <a:pt x="103691" y="73103"/>
                      <a:pt x="103399" y="74269"/>
                    </a:cubicBezTo>
                    <a:cubicBezTo>
                      <a:pt x="96690" y="74269"/>
                      <a:pt x="90128" y="73978"/>
                      <a:pt x="88961" y="71207"/>
                    </a:cubicBezTo>
                    <a:cubicBezTo>
                      <a:pt x="89544" y="70186"/>
                      <a:pt x="89253" y="67706"/>
                      <a:pt x="88669" y="62602"/>
                    </a:cubicBezTo>
                    <a:close/>
                    <a:moveTo>
                      <a:pt x="103399" y="81853"/>
                    </a:moveTo>
                    <a:cubicBezTo>
                      <a:pt x="106316" y="81853"/>
                      <a:pt x="107920" y="80540"/>
                      <a:pt x="108795" y="79374"/>
                    </a:cubicBezTo>
                    <a:cubicBezTo>
                      <a:pt x="111712" y="75582"/>
                      <a:pt x="110107" y="69165"/>
                      <a:pt x="108503" y="62311"/>
                    </a:cubicBezTo>
                    <a:cubicBezTo>
                      <a:pt x="107774" y="59540"/>
                      <a:pt x="107045" y="56769"/>
                      <a:pt x="107045" y="55310"/>
                    </a:cubicBezTo>
                    <a:cubicBezTo>
                      <a:pt x="107045" y="52393"/>
                      <a:pt x="107774" y="41602"/>
                      <a:pt x="108503" y="31101"/>
                    </a:cubicBezTo>
                    <a:cubicBezTo>
                      <a:pt x="109232" y="21184"/>
                      <a:pt x="109816" y="11705"/>
                      <a:pt x="109962" y="7621"/>
                    </a:cubicBezTo>
                    <a:cubicBezTo>
                      <a:pt x="114774" y="6455"/>
                      <a:pt x="131546" y="10246"/>
                      <a:pt x="134900" y="12580"/>
                    </a:cubicBezTo>
                    <a:cubicBezTo>
                      <a:pt x="139129" y="15351"/>
                      <a:pt x="151380" y="16809"/>
                      <a:pt x="157942" y="17538"/>
                    </a:cubicBezTo>
                    <a:lnTo>
                      <a:pt x="162172" y="67706"/>
                    </a:lnTo>
                    <a:lnTo>
                      <a:pt x="147296" y="81124"/>
                    </a:lnTo>
                    <a:lnTo>
                      <a:pt x="142046" y="107083"/>
                    </a:lnTo>
                    <a:lnTo>
                      <a:pt x="156630" y="121521"/>
                    </a:lnTo>
                    <a:cubicBezTo>
                      <a:pt x="156630" y="121521"/>
                      <a:pt x="160713" y="128521"/>
                      <a:pt x="160713" y="136396"/>
                    </a:cubicBezTo>
                    <a:cubicBezTo>
                      <a:pt x="160713" y="142084"/>
                      <a:pt x="153859" y="143396"/>
                      <a:pt x="153130" y="143542"/>
                    </a:cubicBezTo>
                    <a:lnTo>
                      <a:pt x="124691" y="159293"/>
                    </a:lnTo>
                    <a:lnTo>
                      <a:pt x="125858" y="162209"/>
                    </a:lnTo>
                    <a:cubicBezTo>
                      <a:pt x="129358" y="171397"/>
                      <a:pt x="134754" y="187877"/>
                      <a:pt x="135046" y="192690"/>
                    </a:cubicBezTo>
                    <a:cubicBezTo>
                      <a:pt x="133587" y="193856"/>
                      <a:pt x="126587" y="192981"/>
                      <a:pt x="120170" y="191231"/>
                    </a:cubicBezTo>
                    <a:lnTo>
                      <a:pt x="98003" y="176502"/>
                    </a:lnTo>
                    <a:lnTo>
                      <a:pt x="71315" y="154626"/>
                    </a:lnTo>
                    <a:lnTo>
                      <a:pt x="42585" y="140334"/>
                    </a:lnTo>
                    <a:lnTo>
                      <a:pt x="39522" y="100520"/>
                    </a:lnTo>
                    <a:lnTo>
                      <a:pt x="37626" y="99645"/>
                    </a:lnTo>
                    <a:cubicBezTo>
                      <a:pt x="36751" y="99208"/>
                      <a:pt x="17501" y="90311"/>
                      <a:pt x="13125" y="88999"/>
                    </a:cubicBezTo>
                    <a:cubicBezTo>
                      <a:pt x="11813" y="87978"/>
                      <a:pt x="9771" y="82145"/>
                      <a:pt x="8313" y="75582"/>
                    </a:cubicBezTo>
                    <a:lnTo>
                      <a:pt x="39084" y="71352"/>
                    </a:lnTo>
                    <a:lnTo>
                      <a:pt x="59502" y="54289"/>
                    </a:lnTo>
                    <a:lnTo>
                      <a:pt x="59502" y="36643"/>
                    </a:lnTo>
                    <a:lnTo>
                      <a:pt x="72190" y="31393"/>
                    </a:lnTo>
                    <a:cubicBezTo>
                      <a:pt x="74815" y="38247"/>
                      <a:pt x="80211" y="53706"/>
                      <a:pt x="81377" y="63623"/>
                    </a:cubicBezTo>
                    <a:cubicBezTo>
                      <a:pt x="81523" y="65081"/>
                      <a:pt x="81669" y="66248"/>
                      <a:pt x="81815" y="67123"/>
                    </a:cubicBezTo>
                    <a:cubicBezTo>
                      <a:pt x="81377" y="68290"/>
                      <a:pt x="81377" y="69748"/>
                      <a:pt x="81377" y="70769"/>
                    </a:cubicBezTo>
                    <a:cubicBezTo>
                      <a:pt x="81523" y="81853"/>
                      <a:pt x="95232" y="81853"/>
                      <a:pt x="103399" y="81853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0" name="Freeform: Shape 765">
                <a:extLst>
                  <a:ext uri="{FF2B5EF4-FFF2-40B4-BE49-F238E27FC236}">
                    <a16:creationId xmlns:a16="http://schemas.microsoft.com/office/drawing/2014/main" id="{1F14CFA0-027D-908A-2149-7F476DCB3BBF}"/>
                  </a:ext>
                </a:extLst>
              </p:cNvPr>
              <p:cNvSpPr/>
              <p:nvPr/>
            </p:nvSpPr>
            <p:spPr>
              <a:xfrm>
                <a:off x="9159010" y="2543412"/>
                <a:ext cx="58335" cy="204173"/>
              </a:xfrm>
              <a:custGeom>
                <a:avLst/>
                <a:gdLst>
                  <a:gd name="connsiteX0" fmla="*/ 24209 w 58335"/>
                  <a:gd name="connsiteY0" fmla="*/ 203444 h 204173"/>
                  <a:gd name="connsiteX1" fmla="*/ 41272 w 58335"/>
                  <a:gd name="connsiteY1" fmla="*/ 152255 h 204173"/>
                  <a:gd name="connsiteX2" fmla="*/ 59794 w 58335"/>
                  <a:gd name="connsiteY2" fmla="*/ 73502 h 204173"/>
                  <a:gd name="connsiteX3" fmla="*/ 52064 w 58335"/>
                  <a:gd name="connsiteY3" fmla="*/ 7292 h 204173"/>
                  <a:gd name="connsiteX4" fmla="*/ 51189 w 58335"/>
                  <a:gd name="connsiteY4" fmla="*/ 0 h 204173"/>
                  <a:gd name="connsiteX5" fmla="*/ 29751 w 58335"/>
                  <a:gd name="connsiteY5" fmla="*/ 21438 h 204173"/>
                  <a:gd name="connsiteX6" fmla="*/ 15896 w 58335"/>
                  <a:gd name="connsiteY6" fmla="*/ 123233 h 204173"/>
                  <a:gd name="connsiteX7" fmla="*/ 0 w 58335"/>
                  <a:gd name="connsiteY7" fmla="*/ 205777 h 204173"/>
                  <a:gd name="connsiteX8" fmla="*/ 3063 w 58335"/>
                  <a:gd name="connsiteY8" fmla="*/ 206798 h 204173"/>
                  <a:gd name="connsiteX9" fmla="*/ 13709 w 58335"/>
                  <a:gd name="connsiteY9" fmla="*/ 208694 h 204173"/>
                  <a:gd name="connsiteX10" fmla="*/ 24209 w 58335"/>
                  <a:gd name="connsiteY10" fmla="*/ 203444 h 204173"/>
                  <a:gd name="connsiteX11" fmla="*/ 23042 w 58335"/>
                  <a:gd name="connsiteY11" fmla="*/ 124400 h 204173"/>
                  <a:gd name="connsiteX12" fmla="*/ 36605 w 58335"/>
                  <a:gd name="connsiteY12" fmla="*/ 24793 h 204173"/>
                  <a:gd name="connsiteX13" fmla="*/ 45793 w 58335"/>
                  <a:gd name="connsiteY13" fmla="*/ 15605 h 204173"/>
                  <a:gd name="connsiteX14" fmla="*/ 52502 w 58335"/>
                  <a:gd name="connsiteY14" fmla="*/ 73502 h 204173"/>
                  <a:gd name="connsiteX15" fmla="*/ 34272 w 58335"/>
                  <a:gd name="connsiteY15" fmla="*/ 150359 h 204173"/>
                  <a:gd name="connsiteX16" fmla="*/ 17646 w 58335"/>
                  <a:gd name="connsiteY16" fmla="*/ 200236 h 204173"/>
                  <a:gd name="connsiteX17" fmla="*/ 8313 w 58335"/>
                  <a:gd name="connsiteY17" fmla="*/ 200819 h 204173"/>
                  <a:gd name="connsiteX18" fmla="*/ 23042 w 58335"/>
                  <a:gd name="connsiteY18" fmla="*/ 124400 h 20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8335" h="204173">
                    <a:moveTo>
                      <a:pt x="24209" y="203444"/>
                    </a:moveTo>
                    <a:cubicBezTo>
                      <a:pt x="27272" y="197319"/>
                      <a:pt x="39814" y="157067"/>
                      <a:pt x="41272" y="152255"/>
                    </a:cubicBezTo>
                    <a:cubicBezTo>
                      <a:pt x="44335" y="140150"/>
                      <a:pt x="59794" y="79628"/>
                      <a:pt x="59794" y="73502"/>
                    </a:cubicBezTo>
                    <a:cubicBezTo>
                      <a:pt x="59794" y="67377"/>
                      <a:pt x="52939" y="13417"/>
                      <a:pt x="52064" y="7292"/>
                    </a:cubicBezTo>
                    <a:lnTo>
                      <a:pt x="51189" y="0"/>
                    </a:lnTo>
                    <a:lnTo>
                      <a:pt x="29751" y="21438"/>
                    </a:lnTo>
                    <a:lnTo>
                      <a:pt x="15896" y="123233"/>
                    </a:lnTo>
                    <a:lnTo>
                      <a:pt x="0" y="205777"/>
                    </a:lnTo>
                    <a:lnTo>
                      <a:pt x="3063" y="206798"/>
                    </a:lnTo>
                    <a:cubicBezTo>
                      <a:pt x="4521" y="207236"/>
                      <a:pt x="9042" y="208694"/>
                      <a:pt x="13709" y="208694"/>
                    </a:cubicBezTo>
                    <a:cubicBezTo>
                      <a:pt x="17792" y="208694"/>
                      <a:pt x="22167" y="207527"/>
                      <a:pt x="24209" y="203444"/>
                    </a:cubicBezTo>
                    <a:close/>
                    <a:moveTo>
                      <a:pt x="23042" y="124400"/>
                    </a:moveTo>
                    <a:lnTo>
                      <a:pt x="36605" y="24793"/>
                    </a:lnTo>
                    <a:lnTo>
                      <a:pt x="45793" y="15605"/>
                    </a:lnTo>
                    <a:cubicBezTo>
                      <a:pt x="48710" y="39085"/>
                      <a:pt x="52502" y="69565"/>
                      <a:pt x="52502" y="73502"/>
                    </a:cubicBezTo>
                    <a:cubicBezTo>
                      <a:pt x="52502" y="77878"/>
                      <a:pt x="41272" y="123087"/>
                      <a:pt x="34272" y="150359"/>
                    </a:cubicBezTo>
                    <a:cubicBezTo>
                      <a:pt x="30480" y="162609"/>
                      <a:pt x="20126" y="195423"/>
                      <a:pt x="17646" y="200236"/>
                    </a:cubicBezTo>
                    <a:cubicBezTo>
                      <a:pt x="16917" y="201694"/>
                      <a:pt x="12542" y="201694"/>
                      <a:pt x="8313" y="200819"/>
                    </a:cubicBezTo>
                    <a:lnTo>
                      <a:pt x="23042" y="124400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1" name="Freeform: Shape 766">
                <a:extLst>
                  <a:ext uri="{FF2B5EF4-FFF2-40B4-BE49-F238E27FC236}">
                    <a16:creationId xmlns:a16="http://schemas.microsoft.com/office/drawing/2014/main" id="{8A20DB91-9040-15B0-2A83-A7A90336A47A}"/>
                  </a:ext>
                </a:extLst>
              </p:cNvPr>
              <p:cNvSpPr/>
              <p:nvPr/>
            </p:nvSpPr>
            <p:spPr>
              <a:xfrm>
                <a:off x="9292160" y="2414346"/>
                <a:ext cx="87503" cy="175005"/>
              </a:xfrm>
              <a:custGeom>
                <a:avLst/>
                <a:gdLst>
                  <a:gd name="connsiteX0" fmla="*/ 85461 w 87502"/>
                  <a:gd name="connsiteY0" fmla="*/ 28293 h 175005"/>
                  <a:gd name="connsiteX1" fmla="*/ 89836 w 87502"/>
                  <a:gd name="connsiteY1" fmla="*/ 25084 h 175005"/>
                  <a:gd name="connsiteX2" fmla="*/ 47397 w 87502"/>
                  <a:gd name="connsiteY2" fmla="*/ 0 h 175005"/>
                  <a:gd name="connsiteX3" fmla="*/ 40105 w 87502"/>
                  <a:gd name="connsiteY3" fmla="*/ 25376 h 175005"/>
                  <a:gd name="connsiteX4" fmla="*/ 21001 w 87502"/>
                  <a:gd name="connsiteY4" fmla="*/ 53377 h 175005"/>
                  <a:gd name="connsiteX5" fmla="*/ 0 w 87502"/>
                  <a:gd name="connsiteY5" fmla="*/ 80357 h 175005"/>
                  <a:gd name="connsiteX6" fmla="*/ 7729 w 87502"/>
                  <a:gd name="connsiteY6" fmla="*/ 120899 h 175005"/>
                  <a:gd name="connsiteX7" fmla="*/ 17209 w 87502"/>
                  <a:gd name="connsiteY7" fmla="*/ 162026 h 175005"/>
                  <a:gd name="connsiteX8" fmla="*/ 49147 w 87502"/>
                  <a:gd name="connsiteY8" fmla="*/ 183318 h 175005"/>
                  <a:gd name="connsiteX9" fmla="*/ 51189 w 87502"/>
                  <a:gd name="connsiteY9" fmla="*/ 179964 h 175005"/>
                  <a:gd name="connsiteX10" fmla="*/ 79190 w 87502"/>
                  <a:gd name="connsiteY10" fmla="*/ 126150 h 175005"/>
                  <a:gd name="connsiteX11" fmla="*/ 76127 w 87502"/>
                  <a:gd name="connsiteY11" fmla="*/ 87503 h 175005"/>
                  <a:gd name="connsiteX12" fmla="*/ 74669 w 87502"/>
                  <a:gd name="connsiteY12" fmla="*/ 39230 h 175005"/>
                  <a:gd name="connsiteX13" fmla="*/ 85461 w 87502"/>
                  <a:gd name="connsiteY13" fmla="*/ 28293 h 175005"/>
                  <a:gd name="connsiteX14" fmla="*/ 67377 w 87502"/>
                  <a:gd name="connsiteY14" fmla="*/ 39084 h 175005"/>
                  <a:gd name="connsiteX15" fmla="*/ 68981 w 87502"/>
                  <a:gd name="connsiteY15" fmla="*/ 88523 h 175005"/>
                  <a:gd name="connsiteX16" fmla="*/ 72044 w 87502"/>
                  <a:gd name="connsiteY16" fmla="*/ 126150 h 175005"/>
                  <a:gd name="connsiteX17" fmla="*/ 46960 w 87502"/>
                  <a:gd name="connsiteY17" fmla="*/ 172964 h 175005"/>
                  <a:gd name="connsiteX18" fmla="*/ 23917 w 87502"/>
                  <a:gd name="connsiteY18" fmla="*/ 157505 h 175005"/>
                  <a:gd name="connsiteX19" fmla="*/ 15021 w 87502"/>
                  <a:gd name="connsiteY19" fmla="*/ 119295 h 175005"/>
                  <a:gd name="connsiteX20" fmla="*/ 7438 w 87502"/>
                  <a:gd name="connsiteY20" fmla="*/ 80648 h 175005"/>
                  <a:gd name="connsiteX21" fmla="*/ 26688 w 87502"/>
                  <a:gd name="connsiteY21" fmla="*/ 57898 h 175005"/>
                  <a:gd name="connsiteX22" fmla="*/ 46522 w 87502"/>
                  <a:gd name="connsiteY22" fmla="*/ 28876 h 175005"/>
                  <a:gd name="connsiteX23" fmla="*/ 51772 w 87502"/>
                  <a:gd name="connsiteY23" fmla="*/ 10938 h 175005"/>
                  <a:gd name="connsiteX24" fmla="*/ 76711 w 87502"/>
                  <a:gd name="connsiteY24" fmla="*/ 25667 h 175005"/>
                  <a:gd name="connsiteX25" fmla="*/ 67377 w 87502"/>
                  <a:gd name="connsiteY25" fmla="*/ 39084 h 175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87502" h="175005">
                    <a:moveTo>
                      <a:pt x="85461" y="28293"/>
                    </a:moveTo>
                    <a:lnTo>
                      <a:pt x="89836" y="25084"/>
                    </a:lnTo>
                    <a:lnTo>
                      <a:pt x="47397" y="0"/>
                    </a:lnTo>
                    <a:lnTo>
                      <a:pt x="40105" y="25376"/>
                    </a:lnTo>
                    <a:lnTo>
                      <a:pt x="21001" y="53377"/>
                    </a:lnTo>
                    <a:cubicBezTo>
                      <a:pt x="7146" y="67231"/>
                      <a:pt x="0" y="76419"/>
                      <a:pt x="0" y="80357"/>
                    </a:cubicBezTo>
                    <a:cubicBezTo>
                      <a:pt x="0" y="85024"/>
                      <a:pt x="6417" y="114920"/>
                      <a:pt x="7729" y="120899"/>
                    </a:cubicBezTo>
                    <a:lnTo>
                      <a:pt x="17209" y="162026"/>
                    </a:lnTo>
                    <a:lnTo>
                      <a:pt x="49147" y="183318"/>
                    </a:lnTo>
                    <a:lnTo>
                      <a:pt x="51189" y="179964"/>
                    </a:lnTo>
                    <a:cubicBezTo>
                      <a:pt x="59648" y="165963"/>
                      <a:pt x="79190" y="132567"/>
                      <a:pt x="79190" y="126150"/>
                    </a:cubicBezTo>
                    <a:cubicBezTo>
                      <a:pt x="79190" y="119879"/>
                      <a:pt x="77586" y="98295"/>
                      <a:pt x="76127" y="87503"/>
                    </a:cubicBezTo>
                    <a:cubicBezTo>
                      <a:pt x="74815" y="77877"/>
                      <a:pt x="74669" y="47981"/>
                      <a:pt x="74669" y="39230"/>
                    </a:cubicBezTo>
                    <a:cubicBezTo>
                      <a:pt x="74961" y="37480"/>
                      <a:pt x="80211" y="32230"/>
                      <a:pt x="85461" y="28293"/>
                    </a:cubicBezTo>
                    <a:close/>
                    <a:moveTo>
                      <a:pt x="67377" y="39084"/>
                    </a:moveTo>
                    <a:cubicBezTo>
                      <a:pt x="67377" y="50606"/>
                      <a:pt x="67523" y="78607"/>
                      <a:pt x="68981" y="88523"/>
                    </a:cubicBezTo>
                    <a:cubicBezTo>
                      <a:pt x="70440" y="99024"/>
                      <a:pt x="72044" y="120170"/>
                      <a:pt x="72044" y="126150"/>
                    </a:cubicBezTo>
                    <a:cubicBezTo>
                      <a:pt x="71606" y="129942"/>
                      <a:pt x="59356" y="152401"/>
                      <a:pt x="46960" y="172964"/>
                    </a:cubicBezTo>
                    <a:lnTo>
                      <a:pt x="23917" y="157505"/>
                    </a:lnTo>
                    <a:lnTo>
                      <a:pt x="15021" y="119295"/>
                    </a:lnTo>
                    <a:cubicBezTo>
                      <a:pt x="11375" y="102378"/>
                      <a:pt x="7438" y="83128"/>
                      <a:pt x="7438" y="80648"/>
                    </a:cubicBezTo>
                    <a:cubicBezTo>
                      <a:pt x="8167" y="77877"/>
                      <a:pt x="17792" y="66940"/>
                      <a:pt x="26688" y="57898"/>
                    </a:cubicBezTo>
                    <a:lnTo>
                      <a:pt x="46522" y="28876"/>
                    </a:lnTo>
                    <a:lnTo>
                      <a:pt x="51772" y="10938"/>
                    </a:lnTo>
                    <a:lnTo>
                      <a:pt x="76711" y="25667"/>
                    </a:lnTo>
                    <a:cubicBezTo>
                      <a:pt x="72335" y="29751"/>
                      <a:pt x="67377" y="35001"/>
                      <a:pt x="67377" y="39084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2" name="Freeform: Shape 767">
                <a:extLst>
                  <a:ext uri="{FF2B5EF4-FFF2-40B4-BE49-F238E27FC236}">
                    <a16:creationId xmlns:a16="http://schemas.microsoft.com/office/drawing/2014/main" id="{F1A3F095-5282-10A5-2A8B-415C2871ACEA}"/>
                  </a:ext>
                </a:extLst>
              </p:cNvPr>
              <p:cNvSpPr/>
              <p:nvPr/>
            </p:nvSpPr>
            <p:spPr>
              <a:xfrm>
                <a:off x="9602357" y="2235694"/>
                <a:ext cx="145838" cy="131254"/>
              </a:xfrm>
              <a:custGeom>
                <a:avLst/>
                <a:gdLst>
                  <a:gd name="connsiteX0" fmla="*/ 29751 w 145837"/>
                  <a:gd name="connsiteY0" fmla="*/ 134171 h 131254"/>
                  <a:gd name="connsiteX1" fmla="*/ 32814 w 145837"/>
                  <a:gd name="connsiteY1" fmla="*/ 135629 h 131254"/>
                  <a:gd name="connsiteX2" fmla="*/ 46522 w 145837"/>
                  <a:gd name="connsiteY2" fmla="*/ 139129 h 131254"/>
                  <a:gd name="connsiteX3" fmla="*/ 54106 w 145837"/>
                  <a:gd name="connsiteY3" fmla="*/ 135775 h 131254"/>
                  <a:gd name="connsiteX4" fmla="*/ 60815 w 145837"/>
                  <a:gd name="connsiteY4" fmla="*/ 113024 h 131254"/>
                  <a:gd name="connsiteX5" fmla="*/ 66502 w 145837"/>
                  <a:gd name="connsiteY5" fmla="*/ 84294 h 131254"/>
                  <a:gd name="connsiteX6" fmla="*/ 101358 w 145837"/>
                  <a:gd name="connsiteY6" fmla="*/ 66065 h 131254"/>
                  <a:gd name="connsiteX7" fmla="*/ 101795 w 145837"/>
                  <a:gd name="connsiteY7" fmla="*/ 64752 h 131254"/>
                  <a:gd name="connsiteX8" fmla="*/ 115212 w 145837"/>
                  <a:gd name="connsiteY8" fmla="*/ 41272 h 131254"/>
                  <a:gd name="connsiteX9" fmla="*/ 122066 w 145837"/>
                  <a:gd name="connsiteY9" fmla="*/ 42001 h 131254"/>
                  <a:gd name="connsiteX10" fmla="*/ 139858 w 145837"/>
                  <a:gd name="connsiteY10" fmla="*/ 37626 h 131254"/>
                  <a:gd name="connsiteX11" fmla="*/ 143067 w 145837"/>
                  <a:gd name="connsiteY11" fmla="*/ 33397 h 131254"/>
                  <a:gd name="connsiteX12" fmla="*/ 143796 w 145837"/>
                  <a:gd name="connsiteY12" fmla="*/ 21146 h 131254"/>
                  <a:gd name="connsiteX13" fmla="*/ 130379 w 145837"/>
                  <a:gd name="connsiteY13" fmla="*/ 4667 h 131254"/>
                  <a:gd name="connsiteX14" fmla="*/ 126879 w 145837"/>
                  <a:gd name="connsiteY14" fmla="*/ 0 h 131254"/>
                  <a:gd name="connsiteX15" fmla="*/ 118275 w 145837"/>
                  <a:gd name="connsiteY15" fmla="*/ 17063 h 131254"/>
                  <a:gd name="connsiteX16" fmla="*/ 99462 w 145837"/>
                  <a:gd name="connsiteY16" fmla="*/ 6271 h 131254"/>
                  <a:gd name="connsiteX17" fmla="*/ 75544 w 145837"/>
                  <a:gd name="connsiteY17" fmla="*/ 6271 h 131254"/>
                  <a:gd name="connsiteX18" fmla="*/ 54106 w 145837"/>
                  <a:gd name="connsiteY18" fmla="*/ 14292 h 131254"/>
                  <a:gd name="connsiteX19" fmla="*/ 7146 w 145837"/>
                  <a:gd name="connsiteY19" fmla="*/ 37772 h 131254"/>
                  <a:gd name="connsiteX20" fmla="*/ 0 w 145837"/>
                  <a:gd name="connsiteY20" fmla="*/ 51918 h 131254"/>
                  <a:gd name="connsiteX21" fmla="*/ 146 w 145837"/>
                  <a:gd name="connsiteY21" fmla="*/ 52939 h 131254"/>
                  <a:gd name="connsiteX22" fmla="*/ 10500 w 145837"/>
                  <a:gd name="connsiteY22" fmla="*/ 77586 h 131254"/>
                  <a:gd name="connsiteX23" fmla="*/ 34709 w 145837"/>
                  <a:gd name="connsiteY23" fmla="*/ 85169 h 131254"/>
                  <a:gd name="connsiteX24" fmla="*/ 35876 w 145837"/>
                  <a:gd name="connsiteY24" fmla="*/ 85315 h 131254"/>
                  <a:gd name="connsiteX25" fmla="*/ 41418 w 145837"/>
                  <a:gd name="connsiteY25" fmla="*/ 86190 h 131254"/>
                  <a:gd name="connsiteX26" fmla="*/ 41418 w 145837"/>
                  <a:gd name="connsiteY26" fmla="*/ 102378 h 131254"/>
                  <a:gd name="connsiteX27" fmla="*/ 29751 w 145837"/>
                  <a:gd name="connsiteY27" fmla="*/ 134171 h 131254"/>
                  <a:gd name="connsiteX28" fmla="*/ 36459 w 145837"/>
                  <a:gd name="connsiteY28" fmla="*/ 78169 h 131254"/>
                  <a:gd name="connsiteX29" fmla="*/ 12396 w 145837"/>
                  <a:gd name="connsiteY29" fmla="*/ 70585 h 131254"/>
                  <a:gd name="connsiteX30" fmla="*/ 7584 w 145837"/>
                  <a:gd name="connsiteY30" fmla="*/ 53377 h 131254"/>
                  <a:gd name="connsiteX31" fmla="*/ 12688 w 145837"/>
                  <a:gd name="connsiteY31" fmla="*/ 43168 h 131254"/>
                  <a:gd name="connsiteX32" fmla="*/ 57169 w 145837"/>
                  <a:gd name="connsiteY32" fmla="*/ 21001 h 131254"/>
                  <a:gd name="connsiteX33" fmla="*/ 76419 w 145837"/>
                  <a:gd name="connsiteY33" fmla="*/ 13563 h 131254"/>
                  <a:gd name="connsiteX34" fmla="*/ 97712 w 145837"/>
                  <a:gd name="connsiteY34" fmla="*/ 13563 h 131254"/>
                  <a:gd name="connsiteX35" fmla="*/ 121629 w 145837"/>
                  <a:gd name="connsiteY35" fmla="*/ 27272 h 131254"/>
                  <a:gd name="connsiteX36" fmla="*/ 128338 w 145837"/>
                  <a:gd name="connsiteY36" fmla="*/ 13709 h 131254"/>
                  <a:gd name="connsiteX37" fmla="*/ 138838 w 145837"/>
                  <a:gd name="connsiteY37" fmla="*/ 26251 h 131254"/>
                  <a:gd name="connsiteX38" fmla="*/ 139275 w 145837"/>
                  <a:gd name="connsiteY38" fmla="*/ 26688 h 131254"/>
                  <a:gd name="connsiteX39" fmla="*/ 137817 w 145837"/>
                  <a:gd name="connsiteY39" fmla="*/ 28293 h 131254"/>
                  <a:gd name="connsiteX40" fmla="*/ 133588 w 145837"/>
                  <a:gd name="connsiteY40" fmla="*/ 34126 h 131254"/>
                  <a:gd name="connsiteX41" fmla="*/ 123525 w 145837"/>
                  <a:gd name="connsiteY41" fmla="*/ 34564 h 131254"/>
                  <a:gd name="connsiteX42" fmla="*/ 115504 w 145837"/>
                  <a:gd name="connsiteY42" fmla="*/ 33689 h 131254"/>
                  <a:gd name="connsiteX43" fmla="*/ 95816 w 145837"/>
                  <a:gd name="connsiteY43" fmla="*/ 60669 h 131254"/>
                  <a:gd name="connsiteX44" fmla="*/ 60377 w 145837"/>
                  <a:gd name="connsiteY44" fmla="*/ 79190 h 131254"/>
                  <a:gd name="connsiteX45" fmla="*/ 60085 w 145837"/>
                  <a:gd name="connsiteY45" fmla="*/ 80940 h 131254"/>
                  <a:gd name="connsiteX46" fmla="*/ 53960 w 145837"/>
                  <a:gd name="connsiteY46" fmla="*/ 111712 h 131254"/>
                  <a:gd name="connsiteX47" fmla="*/ 48564 w 145837"/>
                  <a:gd name="connsiteY47" fmla="*/ 131546 h 131254"/>
                  <a:gd name="connsiteX48" fmla="*/ 39376 w 145837"/>
                  <a:gd name="connsiteY48" fmla="*/ 130087 h 131254"/>
                  <a:gd name="connsiteX49" fmla="*/ 48856 w 145837"/>
                  <a:gd name="connsiteY49" fmla="*/ 104420 h 131254"/>
                  <a:gd name="connsiteX50" fmla="*/ 49148 w 145837"/>
                  <a:gd name="connsiteY50" fmla="*/ 86336 h 131254"/>
                  <a:gd name="connsiteX51" fmla="*/ 36459 w 145837"/>
                  <a:gd name="connsiteY51" fmla="*/ 78169 h 131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45837" h="131254">
                    <a:moveTo>
                      <a:pt x="29751" y="134171"/>
                    </a:moveTo>
                    <a:lnTo>
                      <a:pt x="32814" y="135629"/>
                    </a:lnTo>
                    <a:cubicBezTo>
                      <a:pt x="35876" y="136942"/>
                      <a:pt x="41564" y="139129"/>
                      <a:pt x="46522" y="139129"/>
                    </a:cubicBezTo>
                    <a:cubicBezTo>
                      <a:pt x="49585" y="139129"/>
                      <a:pt x="52502" y="138254"/>
                      <a:pt x="54106" y="135775"/>
                    </a:cubicBezTo>
                    <a:cubicBezTo>
                      <a:pt x="57606" y="130525"/>
                      <a:pt x="59210" y="122358"/>
                      <a:pt x="60815" y="113024"/>
                    </a:cubicBezTo>
                    <a:cubicBezTo>
                      <a:pt x="62127" y="105586"/>
                      <a:pt x="65481" y="89544"/>
                      <a:pt x="66502" y="84294"/>
                    </a:cubicBezTo>
                    <a:lnTo>
                      <a:pt x="101358" y="66065"/>
                    </a:lnTo>
                    <a:lnTo>
                      <a:pt x="101795" y="64752"/>
                    </a:lnTo>
                    <a:cubicBezTo>
                      <a:pt x="106024" y="52939"/>
                      <a:pt x="112441" y="41564"/>
                      <a:pt x="115212" y="41272"/>
                    </a:cubicBezTo>
                    <a:cubicBezTo>
                      <a:pt x="117400" y="41272"/>
                      <a:pt x="119733" y="41710"/>
                      <a:pt x="122066" y="42001"/>
                    </a:cubicBezTo>
                    <a:cubicBezTo>
                      <a:pt x="128483" y="43022"/>
                      <a:pt x="136504" y="44335"/>
                      <a:pt x="139858" y="37626"/>
                    </a:cubicBezTo>
                    <a:cubicBezTo>
                      <a:pt x="140733" y="35876"/>
                      <a:pt x="141900" y="34709"/>
                      <a:pt x="143067" y="33397"/>
                    </a:cubicBezTo>
                    <a:cubicBezTo>
                      <a:pt x="145255" y="31063"/>
                      <a:pt x="149192" y="26688"/>
                      <a:pt x="143796" y="21146"/>
                    </a:cubicBezTo>
                    <a:cubicBezTo>
                      <a:pt x="139421" y="16771"/>
                      <a:pt x="130525" y="4813"/>
                      <a:pt x="130379" y="4667"/>
                    </a:cubicBezTo>
                    <a:lnTo>
                      <a:pt x="126879" y="0"/>
                    </a:lnTo>
                    <a:lnTo>
                      <a:pt x="118275" y="17063"/>
                    </a:lnTo>
                    <a:lnTo>
                      <a:pt x="99462" y="6271"/>
                    </a:lnTo>
                    <a:lnTo>
                      <a:pt x="75544" y="6271"/>
                    </a:lnTo>
                    <a:lnTo>
                      <a:pt x="54106" y="14292"/>
                    </a:lnTo>
                    <a:lnTo>
                      <a:pt x="7146" y="37772"/>
                    </a:lnTo>
                    <a:lnTo>
                      <a:pt x="0" y="51918"/>
                    </a:lnTo>
                    <a:lnTo>
                      <a:pt x="146" y="52939"/>
                    </a:lnTo>
                    <a:cubicBezTo>
                      <a:pt x="729" y="59648"/>
                      <a:pt x="2771" y="75690"/>
                      <a:pt x="10500" y="77586"/>
                    </a:cubicBezTo>
                    <a:cubicBezTo>
                      <a:pt x="16480" y="79044"/>
                      <a:pt x="34564" y="85024"/>
                      <a:pt x="34709" y="85169"/>
                    </a:cubicBezTo>
                    <a:lnTo>
                      <a:pt x="35876" y="85315"/>
                    </a:lnTo>
                    <a:cubicBezTo>
                      <a:pt x="38210" y="85315"/>
                      <a:pt x="40981" y="85898"/>
                      <a:pt x="41418" y="86190"/>
                    </a:cubicBezTo>
                    <a:lnTo>
                      <a:pt x="41418" y="102378"/>
                    </a:lnTo>
                    <a:lnTo>
                      <a:pt x="29751" y="134171"/>
                    </a:lnTo>
                    <a:close/>
                    <a:moveTo>
                      <a:pt x="36459" y="78169"/>
                    </a:moveTo>
                    <a:cubicBezTo>
                      <a:pt x="33397" y="77148"/>
                      <a:pt x="17938" y="72044"/>
                      <a:pt x="12396" y="70585"/>
                    </a:cubicBezTo>
                    <a:cubicBezTo>
                      <a:pt x="10500" y="69710"/>
                      <a:pt x="8313" y="61544"/>
                      <a:pt x="7584" y="53377"/>
                    </a:cubicBezTo>
                    <a:lnTo>
                      <a:pt x="12688" y="43168"/>
                    </a:lnTo>
                    <a:lnTo>
                      <a:pt x="57169" y="21001"/>
                    </a:lnTo>
                    <a:lnTo>
                      <a:pt x="76419" y="13563"/>
                    </a:lnTo>
                    <a:lnTo>
                      <a:pt x="97712" y="13563"/>
                    </a:lnTo>
                    <a:lnTo>
                      <a:pt x="121629" y="27272"/>
                    </a:lnTo>
                    <a:lnTo>
                      <a:pt x="128338" y="13709"/>
                    </a:lnTo>
                    <a:cubicBezTo>
                      <a:pt x="131400" y="17792"/>
                      <a:pt x="135921" y="23334"/>
                      <a:pt x="138838" y="26251"/>
                    </a:cubicBezTo>
                    <a:cubicBezTo>
                      <a:pt x="139129" y="26542"/>
                      <a:pt x="139275" y="26688"/>
                      <a:pt x="139275" y="26688"/>
                    </a:cubicBezTo>
                    <a:cubicBezTo>
                      <a:pt x="138983" y="27126"/>
                      <a:pt x="138400" y="27855"/>
                      <a:pt x="137817" y="28293"/>
                    </a:cubicBezTo>
                    <a:cubicBezTo>
                      <a:pt x="136504" y="29751"/>
                      <a:pt x="134755" y="31647"/>
                      <a:pt x="133588" y="34126"/>
                    </a:cubicBezTo>
                    <a:cubicBezTo>
                      <a:pt x="132713" y="36022"/>
                      <a:pt x="127754" y="35147"/>
                      <a:pt x="123525" y="34564"/>
                    </a:cubicBezTo>
                    <a:cubicBezTo>
                      <a:pt x="120900" y="34126"/>
                      <a:pt x="118129" y="33689"/>
                      <a:pt x="115504" y="33689"/>
                    </a:cubicBezTo>
                    <a:cubicBezTo>
                      <a:pt x="106753" y="33689"/>
                      <a:pt x="99024" y="51627"/>
                      <a:pt x="95816" y="60669"/>
                    </a:cubicBezTo>
                    <a:lnTo>
                      <a:pt x="60377" y="79190"/>
                    </a:lnTo>
                    <a:lnTo>
                      <a:pt x="60085" y="80940"/>
                    </a:lnTo>
                    <a:cubicBezTo>
                      <a:pt x="59939" y="81815"/>
                      <a:pt x="55418" y="102524"/>
                      <a:pt x="53960" y="111712"/>
                    </a:cubicBezTo>
                    <a:cubicBezTo>
                      <a:pt x="52647" y="119879"/>
                      <a:pt x="51189" y="127608"/>
                      <a:pt x="48564" y="131546"/>
                    </a:cubicBezTo>
                    <a:cubicBezTo>
                      <a:pt x="47397" y="132275"/>
                      <a:pt x="43460" y="131546"/>
                      <a:pt x="39376" y="130087"/>
                    </a:cubicBezTo>
                    <a:lnTo>
                      <a:pt x="48856" y="104420"/>
                    </a:lnTo>
                    <a:lnTo>
                      <a:pt x="49148" y="86336"/>
                    </a:lnTo>
                    <a:cubicBezTo>
                      <a:pt x="48710" y="80503"/>
                      <a:pt x="42293" y="78315"/>
                      <a:pt x="36459" y="78169"/>
                    </a:cubicBez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3" name="Freeform: Shape 768">
                <a:extLst>
                  <a:ext uri="{FF2B5EF4-FFF2-40B4-BE49-F238E27FC236}">
                    <a16:creationId xmlns:a16="http://schemas.microsoft.com/office/drawing/2014/main" id="{D48C20E6-1B0A-DC86-7916-6B8D9B714BC5}"/>
                  </a:ext>
                </a:extLst>
              </p:cNvPr>
              <p:cNvSpPr/>
              <p:nvPr/>
            </p:nvSpPr>
            <p:spPr>
              <a:xfrm>
                <a:off x="7593586" y="5558026"/>
                <a:ext cx="145838" cy="102087"/>
              </a:xfrm>
              <a:custGeom>
                <a:avLst/>
                <a:gdLst>
                  <a:gd name="connsiteX0" fmla="*/ 120025 w 145837"/>
                  <a:gd name="connsiteY0" fmla="*/ 0 h 102086"/>
                  <a:gd name="connsiteX1" fmla="*/ 0 w 145837"/>
                  <a:gd name="connsiteY1" fmla="*/ 56294 h 102086"/>
                  <a:gd name="connsiteX2" fmla="*/ 16626 w 145837"/>
                  <a:gd name="connsiteY2" fmla="*/ 86774 h 102086"/>
                  <a:gd name="connsiteX3" fmla="*/ 60960 w 145837"/>
                  <a:gd name="connsiteY3" fmla="*/ 86774 h 102086"/>
                  <a:gd name="connsiteX4" fmla="*/ 94649 w 145837"/>
                  <a:gd name="connsiteY4" fmla="*/ 115650 h 102086"/>
                  <a:gd name="connsiteX5" fmla="*/ 150067 w 145837"/>
                  <a:gd name="connsiteY5" fmla="*/ 57752 h 102086"/>
                  <a:gd name="connsiteX6" fmla="*/ 127462 w 145837"/>
                  <a:gd name="connsiteY6" fmla="*/ 37772 h 102086"/>
                  <a:gd name="connsiteX7" fmla="*/ 120025 w 145837"/>
                  <a:gd name="connsiteY7" fmla="*/ 0 h 102086"/>
                  <a:gd name="connsiteX8" fmla="*/ 94211 w 145837"/>
                  <a:gd name="connsiteY8" fmla="*/ 105732 h 102086"/>
                  <a:gd name="connsiteX9" fmla="*/ 63731 w 145837"/>
                  <a:gd name="connsiteY9" fmla="*/ 79628 h 102086"/>
                  <a:gd name="connsiteX10" fmla="*/ 21001 w 145837"/>
                  <a:gd name="connsiteY10" fmla="*/ 79628 h 102086"/>
                  <a:gd name="connsiteX11" fmla="*/ 10209 w 145837"/>
                  <a:gd name="connsiteY11" fmla="*/ 59648 h 102086"/>
                  <a:gd name="connsiteX12" fmla="*/ 114774 w 145837"/>
                  <a:gd name="connsiteY12" fmla="*/ 10500 h 102086"/>
                  <a:gd name="connsiteX13" fmla="*/ 121045 w 145837"/>
                  <a:gd name="connsiteY13" fmla="*/ 41564 h 102086"/>
                  <a:gd name="connsiteX14" fmla="*/ 139713 w 145837"/>
                  <a:gd name="connsiteY14" fmla="*/ 58190 h 102086"/>
                  <a:gd name="connsiteX15" fmla="*/ 94211 w 145837"/>
                  <a:gd name="connsiteY15" fmla="*/ 105732 h 102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837" h="102086">
                    <a:moveTo>
                      <a:pt x="120025" y="0"/>
                    </a:moveTo>
                    <a:lnTo>
                      <a:pt x="0" y="56294"/>
                    </a:lnTo>
                    <a:lnTo>
                      <a:pt x="16626" y="86774"/>
                    </a:lnTo>
                    <a:lnTo>
                      <a:pt x="60960" y="86774"/>
                    </a:lnTo>
                    <a:lnTo>
                      <a:pt x="94649" y="115650"/>
                    </a:lnTo>
                    <a:lnTo>
                      <a:pt x="150067" y="57752"/>
                    </a:lnTo>
                    <a:lnTo>
                      <a:pt x="127462" y="37772"/>
                    </a:lnTo>
                    <a:lnTo>
                      <a:pt x="120025" y="0"/>
                    </a:lnTo>
                    <a:close/>
                    <a:moveTo>
                      <a:pt x="94211" y="105732"/>
                    </a:moveTo>
                    <a:lnTo>
                      <a:pt x="63731" y="79628"/>
                    </a:lnTo>
                    <a:lnTo>
                      <a:pt x="21001" y="79628"/>
                    </a:lnTo>
                    <a:lnTo>
                      <a:pt x="10209" y="59648"/>
                    </a:lnTo>
                    <a:lnTo>
                      <a:pt x="114774" y="10500"/>
                    </a:lnTo>
                    <a:lnTo>
                      <a:pt x="121045" y="41564"/>
                    </a:lnTo>
                    <a:lnTo>
                      <a:pt x="139713" y="58190"/>
                    </a:lnTo>
                    <a:lnTo>
                      <a:pt x="94211" y="105732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4" name="Freeform: Shape 769">
                <a:extLst>
                  <a:ext uri="{FF2B5EF4-FFF2-40B4-BE49-F238E27FC236}">
                    <a16:creationId xmlns:a16="http://schemas.microsoft.com/office/drawing/2014/main" id="{BA956BA2-9852-889D-8BB5-49EF8079ACEA}"/>
                  </a:ext>
                </a:extLst>
              </p:cNvPr>
              <p:cNvSpPr/>
              <p:nvPr/>
            </p:nvSpPr>
            <p:spPr>
              <a:xfrm>
                <a:off x="7797613" y="5548110"/>
                <a:ext cx="87503" cy="43751"/>
              </a:xfrm>
              <a:custGeom>
                <a:avLst/>
                <a:gdLst>
                  <a:gd name="connsiteX0" fmla="*/ 11813 w 87502"/>
                  <a:gd name="connsiteY0" fmla="*/ 2479 h 43751"/>
                  <a:gd name="connsiteX1" fmla="*/ 0 w 87502"/>
                  <a:gd name="connsiteY1" fmla="*/ 26105 h 43751"/>
                  <a:gd name="connsiteX2" fmla="*/ 64752 w 87502"/>
                  <a:gd name="connsiteY2" fmla="*/ 56002 h 43751"/>
                  <a:gd name="connsiteX3" fmla="*/ 92899 w 87502"/>
                  <a:gd name="connsiteY3" fmla="*/ 39084 h 43751"/>
                  <a:gd name="connsiteX4" fmla="*/ 61689 w 87502"/>
                  <a:gd name="connsiteY4" fmla="*/ 0 h 43751"/>
                  <a:gd name="connsiteX5" fmla="*/ 11813 w 87502"/>
                  <a:gd name="connsiteY5" fmla="*/ 2479 h 43751"/>
                  <a:gd name="connsiteX6" fmla="*/ 64314 w 87502"/>
                  <a:gd name="connsiteY6" fmla="*/ 47835 h 43751"/>
                  <a:gd name="connsiteX7" fmla="*/ 9917 w 87502"/>
                  <a:gd name="connsiteY7" fmla="*/ 22751 h 43751"/>
                  <a:gd name="connsiteX8" fmla="*/ 16480 w 87502"/>
                  <a:gd name="connsiteY8" fmla="*/ 9625 h 43751"/>
                  <a:gd name="connsiteX9" fmla="*/ 58335 w 87502"/>
                  <a:gd name="connsiteY9" fmla="*/ 7584 h 43751"/>
                  <a:gd name="connsiteX10" fmla="*/ 82107 w 87502"/>
                  <a:gd name="connsiteY10" fmla="*/ 37189 h 43751"/>
                  <a:gd name="connsiteX11" fmla="*/ 64314 w 87502"/>
                  <a:gd name="connsiteY11" fmla="*/ 47835 h 4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7502" h="43751">
                    <a:moveTo>
                      <a:pt x="11813" y="2479"/>
                    </a:moveTo>
                    <a:lnTo>
                      <a:pt x="0" y="26105"/>
                    </a:lnTo>
                    <a:lnTo>
                      <a:pt x="64752" y="56002"/>
                    </a:lnTo>
                    <a:lnTo>
                      <a:pt x="92899" y="39084"/>
                    </a:lnTo>
                    <a:lnTo>
                      <a:pt x="61689" y="0"/>
                    </a:lnTo>
                    <a:lnTo>
                      <a:pt x="11813" y="2479"/>
                    </a:lnTo>
                    <a:close/>
                    <a:moveTo>
                      <a:pt x="64314" y="47835"/>
                    </a:moveTo>
                    <a:lnTo>
                      <a:pt x="9917" y="22751"/>
                    </a:lnTo>
                    <a:lnTo>
                      <a:pt x="16480" y="9625"/>
                    </a:lnTo>
                    <a:lnTo>
                      <a:pt x="58335" y="7584"/>
                    </a:lnTo>
                    <a:lnTo>
                      <a:pt x="82107" y="37189"/>
                    </a:lnTo>
                    <a:lnTo>
                      <a:pt x="64314" y="47835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5" name="Freeform: Shape 770">
                <a:extLst>
                  <a:ext uri="{FF2B5EF4-FFF2-40B4-BE49-F238E27FC236}">
                    <a16:creationId xmlns:a16="http://schemas.microsoft.com/office/drawing/2014/main" id="{8EA5AC5C-4746-CB84-739C-27DE51E42473}"/>
                  </a:ext>
                </a:extLst>
              </p:cNvPr>
              <p:cNvSpPr/>
              <p:nvPr/>
            </p:nvSpPr>
            <p:spPr>
              <a:xfrm>
                <a:off x="7420768" y="5685489"/>
                <a:ext cx="87503" cy="58335"/>
              </a:xfrm>
              <a:custGeom>
                <a:avLst/>
                <a:gdLst>
                  <a:gd name="connsiteX0" fmla="*/ 7438 w 87502"/>
                  <a:gd name="connsiteY0" fmla="*/ 19688 h 58335"/>
                  <a:gd name="connsiteX1" fmla="*/ 0 w 87502"/>
                  <a:gd name="connsiteY1" fmla="*/ 47105 h 58335"/>
                  <a:gd name="connsiteX2" fmla="*/ 146 w 87502"/>
                  <a:gd name="connsiteY2" fmla="*/ 47835 h 58335"/>
                  <a:gd name="connsiteX3" fmla="*/ 15167 w 87502"/>
                  <a:gd name="connsiteY3" fmla="*/ 71752 h 58335"/>
                  <a:gd name="connsiteX4" fmla="*/ 84149 w 87502"/>
                  <a:gd name="connsiteY4" fmla="*/ 18084 h 58335"/>
                  <a:gd name="connsiteX5" fmla="*/ 88815 w 87502"/>
                  <a:gd name="connsiteY5" fmla="*/ 13854 h 58335"/>
                  <a:gd name="connsiteX6" fmla="*/ 44626 w 87502"/>
                  <a:gd name="connsiteY6" fmla="*/ 0 h 58335"/>
                  <a:gd name="connsiteX7" fmla="*/ 7438 w 87502"/>
                  <a:gd name="connsiteY7" fmla="*/ 19688 h 58335"/>
                  <a:gd name="connsiteX8" fmla="*/ 74523 w 87502"/>
                  <a:gd name="connsiteY8" fmla="*/ 16917 h 58335"/>
                  <a:gd name="connsiteX9" fmla="*/ 15167 w 87502"/>
                  <a:gd name="connsiteY9" fmla="*/ 64460 h 58335"/>
                  <a:gd name="connsiteX10" fmla="*/ 7438 w 87502"/>
                  <a:gd name="connsiteY10" fmla="*/ 47689 h 58335"/>
                  <a:gd name="connsiteX11" fmla="*/ 13709 w 87502"/>
                  <a:gd name="connsiteY11" fmla="*/ 24647 h 58335"/>
                  <a:gd name="connsiteX12" fmla="*/ 45356 w 87502"/>
                  <a:gd name="connsiteY12" fmla="*/ 7729 h 58335"/>
                  <a:gd name="connsiteX13" fmla="*/ 74523 w 87502"/>
                  <a:gd name="connsiteY13" fmla="*/ 16917 h 58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7502" h="58335">
                    <a:moveTo>
                      <a:pt x="7438" y="19688"/>
                    </a:moveTo>
                    <a:lnTo>
                      <a:pt x="0" y="47105"/>
                    </a:lnTo>
                    <a:lnTo>
                      <a:pt x="146" y="47835"/>
                    </a:lnTo>
                    <a:cubicBezTo>
                      <a:pt x="583" y="51772"/>
                      <a:pt x="3354" y="71752"/>
                      <a:pt x="15167" y="71752"/>
                    </a:cubicBezTo>
                    <a:cubicBezTo>
                      <a:pt x="24793" y="71752"/>
                      <a:pt x="66502" y="34272"/>
                      <a:pt x="84149" y="18084"/>
                    </a:cubicBezTo>
                    <a:lnTo>
                      <a:pt x="88815" y="13854"/>
                    </a:lnTo>
                    <a:lnTo>
                      <a:pt x="44626" y="0"/>
                    </a:lnTo>
                    <a:lnTo>
                      <a:pt x="7438" y="19688"/>
                    </a:lnTo>
                    <a:close/>
                    <a:moveTo>
                      <a:pt x="74523" y="16917"/>
                    </a:moveTo>
                    <a:cubicBezTo>
                      <a:pt x="48710" y="40397"/>
                      <a:pt x="20563" y="63731"/>
                      <a:pt x="15167" y="64460"/>
                    </a:cubicBezTo>
                    <a:cubicBezTo>
                      <a:pt x="11521" y="64460"/>
                      <a:pt x="8313" y="54835"/>
                      <a:pt x="7438" y="47689"/>
                    </a:cubicBezTo>
                    <a:lnTo>
                      <a:pt x="13709" y="24647"/>
                    </a:lnTo>
                    <a:lnTo>
                      <a:pt x="45356" y="7729"/>
                    </a:lnTo>
                    <a:lnTo>
                      <a:pt x="74523" y="16917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  <p:sp>
            <p:nvSpPr>
              <p:cNvPr id="16" name="Freeform: Shape 771">
                <a:extLst>
                  <a:ext uri="{FF2B5EF4-FFF2-40B4-BE49-F238E27FC236}">
                    <a16:creationId xmlns:a16="http://schemas.microsoft.com/office/drawing/2014/main" id="{7D96EF52-F8AA-4BD7-BF23-8CF7092F61DA}"/>
                  </a:ext>
                </a:extLst>
              </p:cNvPr>
              <p:cNvSpPr/>
              <p:nvPr/>
            </p:nvSpPr>
            <p:spPr>
              <a:xfrm>
                <a:off x="10583408" y="6082460"/>
                <a:ext cx="408346" cy="102087"/>
              </a:xfrm>
              <a:custGeom>
                <a:avLst/>
                <a:gdLst>
                  <a:gd name="connsiteX0" fmla="*/ 370574 w 408346"/>
                  <a:gd name="connsiteY0" fmla="*/ 9333 h 102086"/>
                  <a:gd name="connsiteX1" fmla="*/ 321135 w 408346"/>
                  <a:gd name="connsiteY1" fmla="*/ 25813 h 102086"/>
                  <a:gd name="connsiteX2" fmla="*/ 320843 w 408346"/>
                  <a:gd name="connsiteY2" fmla="*/ 28001 h 102086"/>
                  <a:gd name="connsiteX3" fmla="*/ 316760 w 408346"/>
                  <a:gd name="connsiteY3" fmla="*/ 41709 h 102086"/>
                  <a:gd name="connsiteX4" fmla="*/ 316176 w 408346"/>
                  <a:gd name="connsiteY4" fmla="*/ 40688 h 102086"/>
                  <a:gd name="connsiteX5" fmla="*/ 304509 w 408346"/>
                  <a:gd name="connsiteY5" fmla="*/ 19688 h 102086"/>
                  <a:gd name="connsiteX6" fmla="*/ 303343 w 408346"/>
                  <a:gd name="connsiteY6" fmla="*/ 17938 h 102086"/>
                  <a:gd name="connsiteX7" fmla="*/ 252883 w 408346"/>
                  <a:gd name="connsiteY7" fmla="*/ 22751 h 102086"/>
                  <a:gd name="connsiteX8" fmla="*/ 190902 w 408346"/>
                  <a:gd name="connsiteY8" fmla="*/ 31939 h 102086"/>
                  <a:gd name="connsiteX9" fmla="*/ 118420 w 408346"/>
                  <a:gd name="connsiteY9" fmla="*/ 45501 h 102086"/>
                  <a:gd name="connsiteX10" fmla="*/ 85023 w 408346"/>
                  <a:gd name="connsiteY10" fmla="*/ 36605 h 102086"/>
                  <a:gd name="connsiteX11" fmla="*/ 38501 w 408346"/>
                  <a:gd name="connsiteY11" fmla="*/ 21876 h 102086"/>
                  <a:gd name="connsiteX12" fmla="*/ 31063 w 408346"/>
                  <a:gd name="connsiteY12" fmla="*/ 36751 h 102086"/>
                  <a:gd name="connsiteX13" fmla="*/ 0 w 408346"/>
                  <a:gd name="connsiteY13" fmla="*/ 41564 h 102086"/>
                  <a:gd name="connsiteX14" fmla="*/ 0 w 408346"/>
                  <a:gd name="connsiteY14" fmla="*/ 92024 h 102086"/>
                  <a:gd name="connsiteX15" fmla="*/ 138692 w 408346"/>
                  <a:gd name="connsiteY15" fmla="*/ 87357 h 102086"/>
                  <a:gd name="connsiteX16" fmla="*/ 184047 w 408346"/>
                  <a:gd name="connsiteY16" fmla="*/ 89544 h 102086"/>
                  <a:gd name="connsiteX17" fmla="*/ 188860 w 408346"/>
                  <a:gd name="connsiteY17" fmla="*/ 108795 h 102086"/>
                  <a:gd name="connsiteX18" fmla="*/ 372907 w 408346"/>
                  <a:gd name="connsiteY18" fmla="*/ 64460 h 102086"/>
                  <a:gd name="connsiteX19" fmla="*/ 395804 w 408346"/>
                  <a:gd name="connsiteY19" fmla="*/ 61981 h 102086"/>
                  <a:gd name="connsiteX20" fmla="*/ 416513 w 408346"/>
                  <a:gd name="connsiteY20" fmla="*/ 0 h 102086"/>
                  <a:gd name="connsiteX21" fmla="*/ 380199 w 408346"/>
                  <a:gd name="connsiteY21" fmla="*/ 0 h 102086"/>
                  <a:gd name="connsiteX22" fmla="*/ 370574 w 408346"/>
                  <a:gd name="connsiteY22" fmla="*/ 9333 h 102086"/>
                  <a:gd name="connsiteX23" fmla="*/ 406450 w 408346"/>
                  <a:gd name="connsiteY23" fmla="*/ 7000 h 102086"/>
                  <a:gd name="connsiteX24" fmla="*/ 390408 w 408346"/>
                  <a:gd name="connsiteY24" fmla="*/ 54981 h 102086"/>
                  <a:gd name="connsiteX25" fmla="*/ 371595 w 408346"/>
                  <a:gd name="connsiteY25" fmla="*/ 57023 h 102086"/>
                  <a:gd name="connsiteX26" fmla="*/ 194110 w 408346"/>
                  <a:gd name="connsiteY26" fmla="*/ 99753 h 102086"/>
                  <a:gd name="connsiteX27" fmla="*/ 189735 w 408346"/>
                  <a:gd name="connsiteY27" fmla="*/ 82252 h 102086"/>
                  <a:gd name="connsiteX28" fmla="*/ 138546 w 408346"/>
                  <a:gd name="connsiteY28" fmla="*/ 79773 h 102086"/>
                  <a:gd name="connsiteX29" fmla="*/ 7146 w 408346"/>
                  <a:gd name="connsiteY29" fmla="*/ 84294 h 102086"/>
                  <a:gd name="connsiteX30" fmla="*/ 7146 w 408346"/>
                  <a:gd name="connsiteY30" fmla="*/ 47689 h 102086"/>
                  <a:gd name="connsiteX31" fmla="*/ 35730 w 408346"/>
                  <a:gd name="connsiteY31" fmla="*/ 43314 h 102086"/>
                  <a:gd name="connsiteX32" fmla="*/ 42001 w 408346"/>
                  <a:gd name="connsiteY32" fmla="*/ 30626 h 102086"/>
                  <a:gd name="connsiteX33" fmla="*/ 82690 w 408346"/>
                  <a:gd name="connsiteY33" fmla="*/ 43459 h 102086"/>
                  <a:gd name="connsiteX34" fmla="*/ 117837 w 408346"/>
                  <a:gd name="connsiteY34" fmla="*/ 52793 h 102086"/>
                  <a:gd name="connsiteX35" fmla="*/ 191922 w 408346"/>
                  <a:gd name="connsiteY35" fmla="*/ 38938 h 102086"/>
                  <a:gd name="connsiteX36" fmla="*/ 253612 w 408346"/>
                  <a:gd name="connsiteY36" fmla="*/ 29751 h 102086"/>
                  <a:gd name="connsiteX37" fmla="*/ 299551 w 408346"/>
                  <a:gd name="connsiteY37" fmla="*/ 25376 h 102086"/>
                  <a:gd name="connsiteX38" fmla="*/ 309614 w 408346"/>
                  <a:gd name="connsiteY38" fmla="*/ 43751 h 102086"/>
                  <a:gd name="connsiteX39" fmla="*/ 317489 w 408346"/>
                  <a:gd name="connsiteY39" fmla="*/ 49585 h 102086"/>
                  <a:gd name="connsiteX40" fmla="*/ 327552 w 408346"/>
                  <a:gd name="connsiteY40" fmla="*/ 31209 h 102086"/>
                  <a:gd name="connsiteX41" fmla="*/ 373637 w 408346"/>
                  <a:gd name="connsiteY41" fmla="*/ 15896 h 102086"/>
                  <a:gd name="connsiteX42" fmla="*/ 383116 w 408346"/>
                  <a:gd name="connsiteY42" fmla="*/ 6854 h 102086"/>
                  <a:gd name="connsiteX43" fmla="*/ 406450 w 408346"/>
                  <a:gd name="connsiteY43" fmla="*/ 6854 h 102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408346" h="102086">
                    <a:moveTo>
                      <a:pt x="370574" y="9333"/>
                    </a:moveTo>
                    <a:lnTo>
                      <a:pt x="321135" y="25813"/>
                    </a:lnTo>
                    <a:lnTo>
                      <a:pt x="320843" y="28001"/>
                    </a:lnTo>
                    <a:cubicBezTo>
                      <a:pt x="319968" y="33543"/>
                      <a:pt x="318218" y="39376"/>
                      <a:pt x="316760" y="41709"/>
                    </a:cubicBezTo>
                    <a:cubicBezTo>
                      <a:pt x="316614" y="41418"/>
                      <a:pt x="316468" y="41126"/>
                      <a:pt x="316176" y="40688"/>
                    </a:cubicBezTo>
                    <a:cubicBezTo>
                      <a:pt x="309322" y="26980"/>
                      <a:pt x="304655" y="19980"/>
                      <a:pt x="304509" y="19688"/>
                    </a:cubicBezTo>
                    <a:lnTo>
                      <a:pt x="303343" y="17938"/>
                    </a:lnTo>
                    <a:lnTo>
                      <a:pt x="252883" y="22751"/>
                    </a:lnTo>
                    <a:lnTo>
                      <a:pt x="190902" y="31939"/>
                    </a:lnTo>
                    <a:lnTo>
                      <a:pt x="118420" y="45501"/>
                    </a:lnTo>
                    <a:lnTo>
                      <a:pt x="85023" y="36605"/>
                    </a:lnTo>
                    <a:lnTo>
                      <a:pt x="38501" y="21876"/>
                    </a:lnTo>
                    <a:lnTo>
                      <a:pt x="31063" y="36751"/>
                    </a:lnTo>
                    <a:lnTo>
                      <a:pt x="0" y="41564"/>
                    </a:lnTo>
                    <a:lnTo>
                      <a:pt x="0" y="92024"/>
                    </a:lnTo>
                    <a:lnTo>
                      <a:pt x="138692" y="87357"/>
                    </a:lnTo>
                    <a:lnTo>
                      <a:pt x="184047" y="89544"/>
                    </a:lnTo>
                    <a:lnTo>
                      <a:pt x="188860" y="108795"/>
                    </a:lnTo>
                    <a:lnTo>
                      <a:pt x="372907" y="64460"/>
                    </a:lnTo>
                    <a:lnTo>
                      <a:pt x="395804" y="61981"/>
                    </a:lnTo>
                    <a:lnTo>
                      <a:pt x="416513" y="0"/>
                    </a:lnTo>
                    <a:lnTo>
                      <a:pt x="380199" y="0"/>
                    </a:lnTo>
                    <a:lnTo>
                      <a:pt x="370574" y="9333"/>
                    </a:lnTo>
                    <a:close/>
                    <a:moveTo>
                      <a:pt x="406450" y="7000"/>
                    </a:moveTo>
                    <a:lnTo>
                      <a:pt x="390408" y="54981"/>
                    </a:lnTo>
                    <a:lnTo>
                      <a:pt x="371595" y="57023"/>
                    </a:lnTo>
                    <a:lnTo>
                      <a:pt x="194110" y="99753"/>
                    </a:lnTo>
                    <a:lnTo>
                      <a:pt x="189735" y="82252"/>
                    </a:lnTo>
                    <a:lnTo>
                      <a:pt x="138546" y="79773"/>
                    </a:lnTo>
                    <a:lnTo>
                      <a:pt x="7146" y="84294"/>
                    </a:lnTo>
                    <a:lnTo>
                      <a:pt x="7146" y="47689"/>
                    </a:lnTo>
                    <a:lnTo>
                      <a:pt x="35730" y="43314"/>
                    </a:lnTo>
                    <a:lnTo>
                      <a:pt x="42001" y="30626"/>
                    </a:lnTo>
                    <a:lnTo>
                      <a:pt x="82690" y="43459"/>
                    </a:lnTo>
                    <a:lnTo>
                      <a:pt x="117837" y="52793"/>
                    </a:lnTo>
                    <a:lnTo>
                      <a:pt x="191922" y="38938"/>
                    </a:lnTo>
                    <a:lnTo>
                      <a:pt x="253612" y="29751"/>
                    </a:lnTo>
                    <a:lnTo>
                      <a:pt x="299551" y="25376"/>
                    </a:lnTo>
                    <a:cubicBezTo>
                      <a:pt x="301301" y="28293"/>
                      <a:pt x="304947" y="34418"/>
                      <a:pt x="309614" y="43751"/>
                    </a:cubicBezTo>
                    <a:cubicBezTo>
                      <a:pt x="311801" y="48126"/>
                      <a:pt x="314572" y="50022"/>
                      <a:pt x="317489" y="49585"/>
                    </a:cubicBezTo>
                    <a:cubicBezTo>
                      <a:pt x="322885" y="48710"/>
                      <a:pt x="325947" y="39522"/>
                      <a:pt x="327552" y="31209"/>
                    </a:cubicBezTo>
                    <a:lnTo>
                      <a:pt x="373637" y="15896"/>
                    </a:lnTo>
                    <a:lnTo>
                      <a:pt x="383116" y="6854"/>
                    </a:lnTo>
                    <a:lnTo>
                      <a:pt x="406450" y="6854"/>
                    </a:lnTo>
                    <a:close/>
                  </a:path>
                </a:pathLst>
              </a:custGeom>
              <a:grpFill/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1" anchor="ctr"/>
              <a:lstStyle/>
              <a:p>
                <a:endParaRPr lang="ar-LY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6582231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zech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제목 1">
            <a:extLst>
              <a:ext uri="{FF2B5EF4-FFF2-40B4-BE49-F238E27FC236}">
                <a16:creationId xmlns:a16="http://schemas.microsoft.com/office/drawing/2014/main" id="{CDB90050-671D-57B0-573C-588D1DEE68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3" name="矩形 22">
            <a:extLst>
              <a:ext uri="{FF2B5EF4-FFF2-40B4-BE49-F238E27FC236}">
                <a16:creationId xmlns:a16="http://schemas.microsoft.com/office/drawing/2014/main" id="{3E58CF20-8B24-F4AD-045E-0765795B1B6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2511B6C-52AD-AED4-D9DB-6C411FFFB1CF}"/>
              </a:ext>
            </a:extLst>
          </p:cNvPr>
          <p:cNvSpPr txBox="1"/>
          <p:nvPr userDrawn="1"/>
        </p:nvSpPr>
        <p:spPr>
          <a:xfrm>
            <a:off x="957497" y="781165"/>
            <a:ext cx="1249277" cy="328593"/>
          </a:xfrm>
          <a:prstGeom prst="rect">
            <a:avLst/>
          </a:prstGeom>
        </p:spPr>
        <p:txBody>
          <a:bodyPr vert="horz" wrap="square" lIns="91440" tIns="45719" rIns="91440" bIns="45719" rtlCol="0" anchor="t">
            <a:noAutofit/>
          </a:bodyPr>
          <a:lstStyle/>
          <a:p>
            <a:pPr algn="ctr"/>
            <a:r>
              <a:rPr kumimoji="1" lang="en-US" altLang="ko-KR" sz="1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CZECH</a:t>
            </a:r>
            <a:endParaRPr kumimoji="1" lang="ko-KR" altLang="en-US" sz="1800" dirty="0" err="1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36" name="Flag">
            <a:extLst>
              <a:ext uri="{FF2B5EF4-FFF2-40B4-BE49-F238E27FC236}">
                <a16:creationId xmlns:a16="http://schemas.microsoft.com/office/drawing/2014/main" id="{9411007D-8FCB-5024-1447-8468527AC479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117165" y="665108"/>
            <a:ext cx="840331" cy="560702"/>
            <a:chOff x="9831388" y="936625"/>
            <a:chExt cx="1427163" cy="952500"/>
          </a:xfrm>
        </p:grpSpPr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5C31B9B2-E319-31AF-2506-5ED8A3BB0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1388" y="936625"/>
              <a:ext cx="1423988" cy="476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38" name="Rectangle 11">
              <a:extLst>
                <a:ext uri="{FF2B5EF4-FFF2-40B4-BE49-F238E27FC236}">
                  <a16:creationId xmlns:a16="http://schemas.microsoft.com/office/drawing/2014/main" id="{41B52AC6-0953-9B02-DD1D-14DD0EB28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1388" y="1412875"/>
              <a:ext cx="1423988" cy="476250"/>
            </a:xfrm>
            <a:prstGeom prst="rect">
              <a:avLst/>
            </a:prstGeom>
            <a:solidFill>
              <a:srgbClr val="D71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39" name="Freeform 12">
              <a:extLst>
                <a:ext uri="{FF2B5EF4-FFF2-40B4-BE49-F238E27FC236}">
                  <a16:creationId xmlns:a16="http://schemas.microsoft.com/office/drawing/2014/main" id="{46C584F1-19D5-D5D0-9ADC-D5DAAABF5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1388" y="936625"/>
              <a:ext cx="642938" cy="952500"/>
            </a:xfrm>
            <a:custGeom>
              <a:avLst/>
              <a:gdLst>
                <a:gd name="T0" fmla="*/ 0 w 405"/>
                <a:gd name="T1" fmla="*/ 0 h 600"/>
                <a:gd name="T2" fmla="*/ 1020664869 w 405"/>
                <a:gd name="T3" fmla="*/ 756046875 h 600"/>
                <a:gd name="T4" fmla="*/ 0 w 405"/>
                <a:gd name="T5" fmla="*/ 1512093750 h 600"/>
                <a:gd name="T6" fmla="*/ 0 w 405"/>
                <a:gd name="T7" fmla="*/ 0 h 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5" h="600">
                  <a:moveTo>
                    <a:pt x="0" y="0"/>
                  </a:moveTo>
                  <a:lnTo>
                    <a:pt x="405" y="300"/>
                  </a:lnTo>
                  <a:lnTo>
                    <a:pt x="0" y="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145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40" name="Rectangle 13">
              <a:extLst>
                <a:ext uri="{FF2B5EF4-FFF2-40B4-BE49-F238E27FC236}">
                  <a16:creationId xmlns:a16="http://schemas.microsoft.com/office/drawing/2014/main" id="{F4CAB2BA-E95F-2780-2DCA-BC218FDE2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1388" y="936625"/>
              <a:ext cx="1427163" cy="952500"/>
            </a:xfrm>
            <a:prstGeom prst="rect">
              <a:avLst/>
            </a:prstGeom>
            <a:noFill/>
            <a:ln w="15875">
              <a:solidFill>
                <a:srgbClr val="D1D3D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DC3BE45D-2A79-5B6B-0C21-CE37F580D01E}"/>
              </a:ext>
            </a:extLst>
          </p:cNvPr>
          <p:cNvGrpSpPr/>
          <p:nvPr userDrawn="1"/>
        </p:nvGrpSpPr>
        <p:grpSpPr>
          <a:xfrm>
            <a:off x="694606" y="1772816"/>
            <a:ext cx="6515100" cy="3763962"/>
            <a:chOff x="596900" y="1897063"/>
            <a:chExt cx="6515100" cy="3763962"/>
          </a:xfrm>
        </p:grpSpPr>
        <p:sp>
          <p:nvSpPr>
            <p:cNvPr id="42" name="Freeform 14">
              <a:extLst>
                <a:ext uri="{FF2B5EF4-FFF2-40B4-BE49-F238E27FC236}">
                  <a16:creationId xmlns:a16="http://schemas.microsoft.com/office/drawing/2014/main" id="{8E5ADE15-145A-E458-F41F-587209A92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900" y="2746375"/>
              <a:ext cx="1150938" cy="792163"/>
            </a:xfrm>
            <a:custGeom>
              <a:avLst/>
              <a:gdLst>
                <a:gd name="T0" fmla="*/ 2147483646 w 302"/>
                <a:gd name="T1" fmla="*/ 435133613 h 208"/>
                <a:gd name="T2" fmla="*/ 2147483646 w 302"/>
                <a:gd name="T3" fmla="*/ 478649259 h 208"/>
                <a:gd name="T4" fmla="*/ 2147483646 w 302"/>
                <a:gd name="T5" fmla="*/ 696216065 h 208"/>
                <a:gd name="T6" fmla="*/ 2147483646 w 302"/>
                <a:gd name="T7" fmla="*/ 1131349678 h 208"/>
                <a:gd name="T8" fmla="*/ 2147483646 w 302"/>
                <a:gd name="T9" fmla="*/ 1711529097 h 208"/>
                <a:gd name="T10" fmla="*/ 2147483646 w 302"/>
                <a:gd name="T11" fmla="*/ 1871077581 h 208"/>
                <a:gd name="T12" fmla="*/ 2147483646 w 302"/>
                <a:gd name="T13" fmla="*/ 2147483646 h 208"/>
                <a:gd name="T14" fmla="*/ 2147483646 w 302"/>
                <a:gd name="T15" fmla="*/ 2147483646 h 208"/>
                <a:gd name="T16" fmla="*/ 2147483646 w 302"/>
                <a:gd name="T17" fmla="*/ 2147483646 h 208"/>
                <a:gd name="T18" fmla="*/ 2147483646 w 302"/>
                <a:gd name="T19" fmla="*/ 2147483646 h 208"/>
                <a:gd name="T20" fmla="*/ 2147483646 w 302"/>
                <a:gd name="T21" fmla="*/ 2147483646 h 208"/>
                <a:gd name="T22" fmla="*/ 2147483646 w 302"/>
                <a:gd name="T23" fmla="*/ 2147483646 h 208"/>
                <a:gd name="T24" fmla="*/ 2147483646 w 302"/>
                <a:gd name="T25" fmla="*/ 2147483646 h 208"/>
                <a:gd name="T26" fmla="*/ 2147483646 w 302"/>
                <a:gd name="T27" fmla="*/ 2147483646 h 208"/>
                <a:gd name="T28" fmla="*/ 2147483646 w 302"/>
                <a:gd name="T29" fmla="*/ 2147483646 h 208"/>
                <a:gd name="T30" fmla="*/ 2047899807 w 302"/>
                <a:gd name="T31" fmla="*/ 2147483646 h 208"/>
                <a:gd name="T32" fmla="*/ 1742893615 w 302"/>
                <a:gd name="T33" fmla="*/ 2147483646 h 208"/>
                <a:gd name="T34" fmla="*/ 1466935269 w 302"/>
                <a:gd name="T35" fmla="*/ 2147483646 h 208"/>
                <a:gd name="T36" fmla="*/ 1292648194 w 302"/>
                <a:gd name="T37" fmla="*/ 2147483646 h 208"/>
                <a:gd name="T38" fmla="*/ 1161929077 w 302"/>
                <a:gd name="T39" fmla="*/ 2147483646 h 208"/>
                <a:gd name="T40" fmla="*/ 1002165925 w 302"/>
                <a:gd name="T41" fmla="*/ 2147483646 h 208"/>
                <a:gd name="T42" fmla="*/ 740731501 w 302"/>
                <a:gd name="T43" fmla="*/ 2147483646 h 208"/>
                <a:gd name="T44" fmla="*/ 435725309 w 302"/>
                <a:gd name="T45" fmla="*/ 1929095903 h 208"/>
                <a:gd name="T46" fmla="*/ 363101884 w 302"/>
                <a:gd name="T47" fmla="*/ 1624501613 h 208"/>
                <a:gd name="T48" fmla="*/ 334054038 w 302"/>
                <a:gd name="T49" fmla="*/ 1305404646 h 208"/>
                <a:gd name="T50" fmla="*/ 130715306 w 302"/>
                <a:gd name="T51" fmla="*/ 1087837840 h 208"/>
                <a:gd name="T52" fmla="*/ 159766963 w 302"/>
                <a:gd name="T53" fmla="*/ 855764549 h 208"/>
                <a:gd name="T54" fmla="*/ 319530115 w 302"/>
                <a:gd name="T55" fmla="*/ 623691257 h 208"/>
                <a:gd name="T56" fmla="*/ 406673652 w 302"/>
                <a:gd name="T57" fmla="*/ 870271033 h 208"/>
                <a:gd name="T58" fmla="*/ 580964538 w 302"/>
                <a:gd name="T59" fmla="*/ 1044322193 h 208"/>
                <a:gd name="T60" fmla="*/ 653584153 w 302"/>
                <a:gd name="T61" fmla="*/ 1334413807 h 208"/>
                <a:gd name="T62" fmla="*/ 871446808 w 302"/>
                <a:gd name="T63" fmla="*/ 1392432130 h 208"/>
                <a:gd name="T64" fmla="*/ 1031213771 w 302"/>
                <a:gd name="T65" fmla="*/ 855764549 h 208"/>
                <a:gd name="T66" fmla="*/ 1220024768 w 302"/>
                <a:gd name="T67" fmla="*/ 638197742 h 208"/>
                <a:gd name="T68" fmla="*/ 1437887423 w 302"/>
                <a:gd name="T69" fmla="*/ 464142774 h 208"/>
                <a:gd name="T70" fmla="*/ 1626702232 w 302"/>
                <a:gd name="T71" fmla="*/ 261082453 h 208"/>
                <a:gd name="T72" fmla="*/ 1946232347 w 302"/>
                <a:gd name="T73" fmla="*/ 203064130 h 208"/>
                <a:gd name="T74" fmla="*/ 2147483646 w 302"/>
                <a:gd name="T75" fmla="*/ 246575968 h 208"/>
                <a:gd name="T76" fmla="*/ 2147483646 w 302"/>
                <a:gd name="T77" fmla="*/ 87027484 h 208"/>
                <a:gd name="T78" fmla="*/ 2147483646 w 302"/>
                <a:gd name="T79" fmla="*/ 14502676 h 208"/>
                <a:gd name="T80" fmla="*/ 2147483646 w 302"/>
                <a:gd name="T81" fmla="*/ 246575968 h 208"/>
                <a:gd name="T82" fmla="*/ 2147483646 w 302"/>
                <a:gd name="T83" fmla="*/ 232073291 h 208"/>
                <a:gd name="T84" fmla="*/ 2147483646 w 302"/>
                <a:gd name="T85" fmla="*/ 275585129 h 20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2" h="208">
                  <a:moveTo>
                    <a:pt x="249" y="19"/>
                  </a:moveTo>
                  <a:cubicBezTo>
                    <a:pt x="250" y="20"/>
                    <a:pt x="251" y="21"/>
                    <a:pt x="252" y="22"/>
                  </a:cubicBezTo>
                  <a:cubicBezTo>
                    <a:pt x="254" y="24"/>
                    <a:pt x="254" y="27"/>
                    <a:pt x="254" y="30"/>
                  </a:cubicBezTo>
                  <a:cubicBezTo>
                    <a:pt x="256" y="35"/>
                    <a:pt x="259" y="33"/>
                    <a:pt x="263" y="33"/>
                  </a:cubicBezTo>
                  <a:cubicBezTo>
                    <a:pt x="265" y="33"/>
                    <a:pt x="268" y="32"/>
                    <a:pt x="270" y="33"/>
                  </a:cubicBezTo>
                  <a:cubicBezTo>
                    <a:pt x="273" y="33"/>
                    <a:pt x="275" y="35"/>
                    <a:pt x="278" y="33"/>
                  </a:cubicBezTo>
                  <a:cubicBezTo>
                    <a:pt x="280" y="32"/>
                    <a:pt x="281" y="31"/>
                    <a:pt x="283" y="34"/>
                  </a:cubicBezTo>
                  <a:cubicBezTo>
                    <a:pt x="284" y="36"/>
                    <a:pt x="284" y="39"/>
                    <a:pt x="283" y="41"/>
                  </a:cubicBezTo>
                  <a:cubicBezTo>
                    <a:pt x="282" y="42"/>
                    <a:pt x="282" y="46"/>
                    <a:pt x="283" y="48"/>
                  </a:cubicBezTo>
                  <a:cubicBezTo>
                    <a:pt x="283" y="51"/>
                    <a:pt x="284" y="52"/>
                    <a:pt x="282" y="55"/>
                  </a:cubicBezTo>
                  <a:cubicBezTo>
                    <a:pt x="279" y="59"/>
                    <a:pt x="280" y="63"/>
                    <a:pt x="283" y="67"/>
                  </a:cubicBezTo>
                  <a:cubicBezTo>
                    <a:pt x="286" y="70"/>
                    <a:pt x="284" y="74"/>
                    <a:pt x="286" y="78"/>
                  </a:cubicBezTo>
                  <a:cubicBezTo>
                    <a:pt x="289" y="82"/>
                    <a:pt x="286" y="86"/>
                    <a:pt x="288" y="91"/>
                  </a:cubicBezTo>
                  <a:cubicBezTo>
                    <a:pt x="292" y="92"/>
                    <a:pt x="291" y="96"/>
                    <a:pt x="293" y="99"/>
                  </a:cubicBezTo>
                  <a:cubicBezTo>
                    <a:pt x="300" y="104"/>
                    <a:pt x="292" y="113"/>
                    <a:pt x="288" y="118"/>
                  </a:cubicBezTo>
                  <a:cubicBezTo>
                    <a:pt x="285" y="122"/>
                    <a:pt x="286" y="124"/>
                    <a:pt x="291" y="125"/>
                  </a:cubicBezTo>
                  <a:cubicBezTo>
                    <a:pt x="293" y="124"/>
                    <a:pt x="295" y="125"/>
                    <a:pt x="297" y="127"/>
                  </a:cubicBezTo>
                  <a:cubicBezTo>
                    <a:pt x="298" y="128"/>
                    <a:pt x="298" y="128"/>
                    <a:pt x="299" y="129"/>
                  </a:cubicBezTo>
                  <a:cubicBezTo>
                    <a:pt x="300" y="131"/>
                    <a:pt x="302" y="134"/>
                    <a:pt x="301" y="137"/>
                  </a:cubicBezTo>
                  <a:cubicBezTo>
                    <a:pt x="300" y="138"/>
                    <a:pt x="299" y="140"/>
                    <a:pt x="297" y="141"/>
                  </a:cubicBezTo>
                  <a:cubicBezTo>
                    <a:pt x="294" y="144"/>
                    <a:pt x="297" y="146"/>
                    <a:pt x="299" y="149"/>
                  </a:cubicBezTo>
                  <a:cubicBezTo>
                    <a:pt x="300" y="152"/>
                    <a:pt x="296" y="153"/>
                    <a:pt x="293" y="154"/>
                  </a:cubicBezTo>
                  <a:cubicBezTo>
                    <a:pt x="291" y="155"/>
                    <a:pt x="289" y="156"/>
                    <a:pt x="286" y="157"/>
                  </a:cubicBezTo>
                  <a:cubicBezTo>
                    <a:pt x="284" y="158"/>
                    <a:pt x="282" y="160"/>
                    <a:pt x="283" y="162"/>
                  </a:cubicBezTo>
                  <a:cubicBezTo>
                    <a:pt x="282" y="166"/>
                    <a:pt x="282" y="169"/>
                    <a:pt x="281" y="173"/>
                  </a:cubicBezTo>
                  <a:cubicBezTo>
                    <a:pt x="279" y="178"/>
                    <a:pt x="273" y="173"/>
                    <a:pt x="269" y="171"/>
                  </a:cubicBezTo>
                  <a:cubicBezTo>
                    <a:pt x="268" y="171"/>
                    <a:pt x="267" y="170"/>
                    <a:pt x="267" y="169"/>
                  </a:cubicBezTo>
                  <a:cubicBezTo>
                    <a:pt x="266" y="168"/>
                    <a:pt x="266" y="167"/>
                    <a:pt x="265" y="166"/>
                  </a:cubicBezTo>
                  <a:cubicBezTo>
                    <a:pt x="264" y="165"/>
                    <a:pt x="262" y="166"/>
                    <a:pt x="260" y="166"/>
                  </a:cubicBezTo>
                  <a:cubicBezTo>
                    <a:pt x="258" y="164"/>
                    <a:pt x="255" y="163"/>
                    <a:pt x="252" y="163"/>
                  </a:cubicBezTo>
                  <a:cubicBezTo>
                    <a:pt x="249" y="161"/>
                    <a:pt x="246" y="159"/>
                    <a:pt x="243" y="164"/>
                  </a:cubicBezTo>
                  <a:cubicBezTo>
                    <a:pt x="242" y="165"/>
                    <a:pt x="241" y="166"/>
                    <a:pt x="239" y="167"/>
                  </a:cubicBezTo>
                  <a:cubicBezTo>
                    <a:pt x="238" y="169"/>
                    <a:pt x="236" y="171"/>
                    <a:pt x="234" y="171"/>
                  </a:cubicBezTo>
                  <a:cubicBezTo>
                    <a:pt x="233" y="171"/>
                    <a:pt x="233" y="171"/>
                    <a:pt x="233" y="172"/>
                  </a:cubicBezTo>
                  <a:cubicBezTo>
                    <a:pt x="230" y="175"/>
                    <a:pt x="226" y="176"/>
                    <a:pt x="222" y="178"/>
                  </a:cubicBezTo>
                  <a:cubicBezTo>
                    <a:pt x="223" y="179"/>
                    <a:pt x="218" y="180"/>
                    <a:pt x="217" y="180"/>
                  </a:cubicBezTo>
                  <a:cubicBezTo>
                    <a:pt x="213" y="181"/>
                    <a:pt x="211" y="182"/>
                    <a:pt x="209" y="186"/>
                  </a:cubicBezTo>
                  <a:cubicBezTo>
                    <a:pt x="213" y="190"/>
                    <a:pt x="213" y="193"/>
                    <a:pt x="209" y="197"/>
                  </a:cubicBezTo>
                  <a:cubicBezTo>
                    <a:pt x="209" y="197"/>
                    <a:pt x="208" y="198"/>
                    <a:pt x="208" y="198"/>
                  </a:cubicBezTo>
                  <a:cubicBezTo>
                    <a:pt x="204" y="199"/>
                    <a:pt x="202" y="203"/>
                    <a:pt x="198" y="200"/>
                  </a:cubicBezTo>
                  <a:cubicBezTo>
                    <a:pt x="195" y="197"/>
                    <a:pt x="193" y="196"/>
                    <a:pt x="190" y="199"/>
                  </a:cubicBezTo>
                  <a:cubicBezTo>
                    <a:pt x="187" y="201"/>
                    <a:pt x="186" y="200"/>
                    <a:pt x="183" y="199"/>
                  </a:cubicBezTo>
                  <a:cubicBezTo>
                    <a:pt x="180" y="197"/>
                    <a:pt x="177" y="198"/>
                    <a:pt x="174" y="196"/>
                  </a:cubicBezTo>
                  <a:cubicBezTo>
                    <a:pt x="171" y="194"/>
                    <a:pt x="169" y="192"/>
                    <a:pt x="165" y="195"/>
                  </a:cubicBezTo>
                  <a:cubicBezTo>
                    <a:pt x="165" y="196"/>
                    <a:pt x="164" y="196"/>
                    <a:pt x="163" y="196"/>
                  </a:cubicBezTo>
                  <a:cubicBezTo>
                    <a:pt x="161" y="195"/>
                    <a:pt x="159" y="193"/>
                    <a:pt x="156" y="196"/>
                  </a:cubicBezTo>
                  <a:cubicBezTo>
                    <a:pt x="154" y="200"/>
                    <a:pt x="149" y="197"/>
                    <a:pt x="147" y="201"/>
                  </a:cubicBezTo>
                  <a:cubicBezTo>
                    <a:pt x="145" y="203"/>
                    <a:pt x="143" y="204"/>
                    <a:pt x="141" y="206"/>
                  </a:cubicBezTo>
                  <a:cubicBezTo>
                    <a:pt x="139" y="208"/>
                    <a:pt x="137" y="205"/>
                    <a:pt x="136" y="204"/>
                  </a:cubicBezTo>
                  <a:cubicBezTo>
                    <a:pt x="134" y="202"/>
                    <a:pt x="131" y="200"/>
                    <a:pt x="128" y="201"/>
                  </a:cubicBezTo>
                  <a:cubicBezTo>
                    <a:pt x="125" y="202"/>
                    <a:pt x="123" y="205"/>
                    <a:pt x="120" y="206"/>
                  </a:cubicBezTo>
                  <a:cubicBezTo>
                    <a:pt x="117" y="208"/>
                    <a:pt x="113" y="207"/>
                    <a:pt x="110" y="205"/>
                  </a:cubicBezTo>
                  <a:cubicBezTo>
                    <a:pt x="109" y="204"/>
                    <a:pt x="108" y="204"/>
                    <a:pt x="107" y="204"/>
                  </a:cubicBezTo>
                  <a:cubicBezTo>
                    <a:pt x="105" y="203"/>
                    <a:pt x="103" y="201"/>
                    <a:pt x="101" y="200"/>
                  </a:cubicBezTo>
                  <a:cubicBezTo>
                    <a:pt x="98" y="199"/>
                    <a:pt x="93" y="201"/>
                    <a:pt x="91" y="198"/>
                  </a:cubicBezTo>
                  <a:cubicBezTo>
                    <a:pt x="90" y="197"/>
                    <a:pt x="90" y="196"/>
                    <a:pt x="89" y="195"/>
                  </a:cubicBezTo>
                  <a:cubicBezTo>
                    <a:pt x="87" y="193"/>
                    <a:pt x="87" y="191"/>
                    <a:pt x="89" y="189"/>
                  </a:cubicBezTo>
                  <a:cubicBezTo>
                    <a:pt x="90" y="186"/>
                    <a:pt x="96" y="185"/>
                    <a:pt x="93" y="180"/>
                  </a:cubicBezTo>
                  <a:cubicBezTo>
                    <a:pt x="92" y="180"/>
                    <a:pt x="91" y="180"/>
                    <a:pt x="90" y="180"/>
                  </a:cubicBezTo>
                  <a:cubicBezTo>
                    <a:pt x="87" y="178"/>
                    <a:pt x="84" y="176"/>
                    <a:pt x="80" y="175"/>
                  </a:cubicBezTo>
                  <a:cubicBezTo>
                    <a:pt x="79" y="174"/>
                    <a:pt x="79" y="171"/>
                    <a:pt x="76" y="170"/>
                  </a:cubicBezTo>
                  <a:cubicBezTo>
                    <a:pt x="74" y="169"/>
                    <a:pt x="71" y="170"/>
                    <a:pt x="71" y="167"/>
                  </a:cubicBezTo>
                  <a:cubicBezTo>
                    <a:pt x="70" y="166"/>
                    <a:pt x="69" y="166"/>
                    <a:pt x="69" y="165"/>
                  </a:cubicBezTo>
                  <a:cubicBezTo>
                    <a:pt x="67" y="163"/>
                    <a:pt x="65" y="164"/>
                    <a:pt x="62" y="163"/>
                  </a:cubicBezTo>
                  <a:cubicBezTo>
                    <a:pt x="60" y="162"/>
                    <a:pt x="59" y="159"/>
                    <a:pt x="58" y="157"/>
                  </a:cubicBezTo>
                  <a:cubicBezTo>
                    <a:pt x="56" y="155"/>
                    <a:pt x="53" y="154"/>
                    <a:pt x="51" y="152"/>
                  </a:cubicBezTo>
                  <a:cubicBezTo>
                    <a:pt x="49" y="148"/>
                    <a:pt x="46" y="148"/>
                    <a:pt x="43" y="147"/>
                  </a:cubicBezTo>
                  <a:cubicBezTo>
                    <a:pt x="36" y="148"/>
                    <a:pt x="39" y="141"/>
                    <a:pt x="36" y="138"/>
                  </a:cubicBezTo>
                  <a:cubicBezTo>
                    <a:pt x="34" y="136"/>
                    <a:pt x="30" y="137"/>
                    <a:pt x="30" y="133"/>
                  </a:cubicBezTo>
                  <a:cubicBezTo>
                    <a:pt x="28" y="132"/>
                    <a:pt x="27" y="130"/>
                    <a:pt x="26" y="127"/>
                  </a:cubicBezTo>
                  <a:cubicBezTo>
                    <a:pt x="23" y="125"/>
                    <a:pt x="24" y="121"/>
                    <a:pt x="23" y="117"/>
                  </a:cubicBezTo>
                  <a:cubicBezTo>
                    <a:pt x="23" y="115"/>
                    <a:pt x="24" y="113"/>
                    <a:pt x="25" y="112"/>
                  </a:cubicBezTo>
                  <a:cubicBezTo>
                    <a:pt x="25" y="111"/>
                    <a:pt x="25" y="111"/>
                    <a:pt x="25" y="111"/>
                  </a:cubicBezTo>
                  <a:cubicBezTo>
                    <a:pt x="26" y="107"/>
                    <a:pt x="29" y="104"/>
                    <a:pt x="26" y="100"/>
                  </a:cubicBezTo>
                  <a:cubicBezTo>
                    <a:pt x="24" y="97"/>
                    <a:pt x="23" y="94"/>
                    <a:pt x="23" y="90"/>
                  </a:cubicBezTo>
                  <a:cubicBezTo>
                    <a:pt x="23" y="87"/>
                    <a:pt x="19" y="88"/>
                    <a:pt x="17" y="86"/>
                  </a:cubicBezTo>
                  <a:cubicBezTo>
                    <a:pt x="15" y="85"/>
                    <a:pt x="16" y="82"/>
                    <a:pt x="15" y="80"/>
                  </a:cubicBezTo>
                  <a:cubicBezTo>
                    <a:pt x="13" y="79"/>
                    <a:pt x="11" y="76"/>
                    <a:pt x="9" y="75"/>
                  </a:cubicBezTo>
                  <a:cubicBezTo>
                    <a:pt x="6" y="74"/>
                    <a:pt x="3" y="75"/>
                    <a:pt x="2" y="72"/>
                  </a:cubicBezTo>
                  <a:cubicBezTo>
                    <a:pt x="1" y="69"/>
                    <a:pt x="0" y="65"/>
                    <a:pt x="3" y="63"/>
                  </a:cubicBezTo>
                  <a:cubicBezTo>
                    <a:pt x="6" y="62"/>
                    <a:pt x="9" y="62"/>
                    <a:pt x="11" y="59"/>
                  </a:cubicBezTo>
                  <a:cubicBezTo>
                    <a:pt x="13" y="53"/>
                    <a:pt x="6" y="48"/>
                    <a:pt x="3" y="45"/>
                  </a:cubicBezTo>
                  <a:cubicBezTo>
                    <a:pt x="3" y="41"/>
                    <a:pt x="8" y="41"/>
                    <a:pt x="10" y="41"/>
                  </a:cubicBezTo>
                  <a:cubicBezTo>
                    <a:pt x="14" y="41"/>
                    <a:pt x="18" y="40"/>
                    <a:pt x="22" y="43"/>
                  </a:cubicBezTo>
                  <a:cubicBezTo>
                    <a:pt x="23" y="44"/>
                    <a:pt x="24" y="46"/>
                    <a:pt x="25" y="47"/>
                  </a:cubicBezTo>
                  <a:cubicBezTo>
                    <a:pt x="26" y="50"/>
                    <a:pt x="27" y="52"/>
                    <a:pt x="28" y="55"/>
                  </a:cubicBezTo>
                  <a:cubicBezTo>
                    <a:pt x="28" y="56"/>
                    <a:pt x="27" y="58"/>
                    <a:pt x="28" y="60"/>
                  </a:cubicBezTo>
                  <a:cubicBezTo>
                    <a:pt x="30" y="63"/>
                    <a:pt x="38" y="60"/>
                    <a:pt x="41" y="63"/>
                  </a:cubicBezTo>
                  <a:cubicBezTo>
                    <a:pt x="42" y="63"/>
                    <a:pt x="42" y="63"/>
                    <a:pt x="42" y="64"/>
                  </a:cubicBezTo>
                  <a:cubicBezTo>
                    <a:pt x="44" y="67"/>
                    <a:pt x="41" y="70"/>
                    <a:pt x="40" y="72"/>
                  </a:cubicBezTo>
                  <a:cubicBezTo>
                    <a:pt x="41" y="74"/>
                    <a:pt x="41" y="75"/>
                    <a:pt x="42" y="76"/>
                  </a:cubicBezTo>
                  <a:cubicBezTo>
                    <a:pt x="43" y="78"/>
                    <a:pt x="44" y="81"/>
                    <a:pt x="45" y="83"/>
                  </a:cubicBezTo>
                  <a:cubicBezTo>
                    <a:pt x="46" y="86"/>
                    <a:pt x="45" y="89"/>
                    <a:pt x="45" y="92"/>
                  </a:cubicBezTo>
                  <a:cubicBezTo>
                    <a:pt x="45" y="94"/>
                    <a:pt x="45" y="97"/>
                    <a:pt x="47" y="99"/>
                  </a:cubicBezTo>
                  <a:cubicBezTo>
                    <a:pt x="48" y="100"/>
                    <a:pt x="50" y="102"/>
                    <a:pt x="52" y="102"/>
                  </a:cubicBezTo>
                  <a:cubicBezTo>
                    <a:pt x="56" y="104"/>
                    <a:pt x="60" y="100"/>
                    <a:pt x="60" y="96"/>
                  </a:cubicBezTo>
                  <a:cubicBezTo>
                    <a:pt x="60" y="92"/>
                    <a:pt x="54" y="90"/>
                    <a:pt x="56" y="85"/>
                  </a:cubicBezTo>
                  <a:cubicBezTo>
                    <a:pt x="57" y="80"/>
                    <a:pt x="62" y="79"/>
                    <a:pt x="65" y="76"/>
                  </a:cubicBezTo>
                  <a:cubicBezTo>
                    <a:pt x="66" y="70"/>
                    <a:pt x="64" y="63"/>
                    <a:pt x="71" y="59"/>
                  </a:cubicBezTo>
                  <a:cubicBezTo>
                    <a:pt x="72" y="59"/>
                    <a:pt x="74" y="58"/>
                    <a:pt x="75" y="57"/>
                  </a:cubicBezTo>
                  <a:cubicBezTo>
                    <a:pt x="77" y="53"/>
                    <a:pt x="76" y="49"/>
                    <a:pt x="79" y="46"/>
                  </a:cubicBezTo>
                  <a:cubicBezTo>
                    <a:pt x="80" y="45"/>
                    <a:pt x="82" y="45"/>
                    <a:pt x="84" y="44"/>
                  </a:cubicBezTo>
                  <a:cubicBezTo>
                    <a:pt x="87" y="43"/>
                    <a:pt x="89" y="41"/>
                    <a:pt x="92" y="39"/>
                  </a:cubicBezTo>
                  <a:cubicBezTo>
                    <a:pt x="92" y="39"/>
                    <a:pt x="93" y="38"/>
                    <a:pt x="93" y="38"/>
                  </a:cubicBezTo>
                  <a:cubicBezTo>
                    <a:pt x="95" y="36"/>
                    <a:pt x="96" y="33"/>
                    <a:pt x="99" y="32"/>
                  </a:cubicBezTo>
                  <a:cubicBezTo>
                    <a:pt x="100" y="32"/>
                    <a:pt x="102" y="32"/>
                    <a:pt x="103" y="31"/>
                  </a:cubicBezTo>
                  <a:cubicBezTo>
                    <a:pt x="104" y="29"/>
                    <a:pt x="104" y="27"/>
                    <a:pt x="104" y="25"/>
                  </a:cubicBezTo>
                  <a:cubicBezTo>
                    <a:pt x="105" y="21"/>
                    <a:pt x="109" y="20"/>
                    <a:pt x="112" y="18"/>
                  </a:cubicBezTo>
                  <a:cubicBezTo>
                    <a:pt x="114" y="16"/>
                    <a:pt x="116" y="15"/>
                    <a:pt x="119" y="15"/>
                  </a:cubicBezTo>
                  <a:cubicBezTo>
                    <a:pt x="123" y="16"/>
                    <a:pt x="127" y="16"/>
                    <a:pt x="131" y="15"/>
                  </a:cubicBezTo>
                  <a:cubicBezTo>
                    <a:pt x="132" y="15"/>
                    <a:pt x="133" y="15"/>
                    <a:pt x="134" y="14"/>
                  </a:cubicBezTo>
                  <a:cubicBezTo>
                    <a:pt x="135" y="14"/>
                    <a:pt x="137" y="14"/>
                    <a:pt x="139" y="14"/>
                  </a:cubicBezTo>
                  <a:cubicBezTo>
                    <a:pt x="143" y="14"/>
                    <a:pt x="146" y="16"/>
                    <a:pt x="150" y="14"/>
                  </a:cubicBezTo>
                  <a:cubicBezTo>
                    <a:pt x="153" y="14"/>
                    <a:pt x="154" y="16"/>
                    <a:pt x="155" y="17"/>
                  </a:cubicBezTo>
                  <a:cubicBezTo>
                    <a:pt x="159" y="21"/>
                    <a:pt x="159" y="16"/>
                    <a:pt x="161" y="14"/>
                  </a:cubicBezTo>
                  <a:cubicBezTo>
                    <a:pt x="162" y="13"/>
                    <a:pt x="163" y="11"/>
                    <a:pt x="165" y="10"/>
                  </a:cubicBezTo>
                  <a:cubicBezTo>
                    <a:pt x="166" y="9"/>
                    <a:pt x="168" y="7"/>
                    <a:pt x="170" y="6"/>
                  </a:cubicBezTo>
                  <a:cubicBezTo>
                    <a:pt x="173" y="6"/>
                    <a:pt x="175" y="4"/>
                    <a:pt x="177" y="2"/>
                  </a:cubicBezTo>
                  <a:cubicBezTo>
                    <a:pt x="180" y="0"/>
                    <a:pt x="182" y="2"/>
                    <a:pt x="184" y="3"/>
                  </a:cubicBezTo>
                  <a:cubicBezTo>
                    <a:pt x="186" y="4"/>
                    <a:pt x="187" y="1"/>
                    <a:pt x="190" y="1"/>
                  </a:cubicBezTo>
                  <a:cubicBezTo>
                    <a:pt x="191" y="1"/>
                    <a:pt x="193" y="3"/>
                    <a:pt x="194" y="4"/>
                  </a:cubicBezTo>
                  <a:cubicBezTo>
                    <a:pt x="197" y="7"/>
                    <a:pt x="201" y="8"/>
                    <a:pt x="204" y="10"/>
                  </a:cubicBezTo>
                  <a:cubicBezTo>
                    <a:pt x="207" y="12"/>
                    <a:pt x="209" y="15"/>
                    <a:pt x="211" y="17"/>
                  </a:cubicBezTo>
                  <a:cubicBezTo>
                    <a:pt x="213" y="19"/>
                    <a:pt x="215" y="21"/>
                    <a:pt x="218" y="20"/>
                  </a:cubicBezTo>
                  <a:cubicBezTo>
                    <a:pt x="220" y="20"/>
                    <a:pt x="220" y="19"/>
                    <a:pt x="222" y="18"/>
                  </a:cubicBezTo>
                  <a:cubicBezTo>
                    <a:pt x="223" y="17"/>
                    <a:pt x="225" y="17"/>
                    <a:pt x="227" y="16"/>
                  </a:cubicBezTo>
                  <a:cubicBezTo>
                    <a:pt x="228" y="16"/>
                    <a:pt x="230" y="17"/>
                    <a:pt x="231" y="17"/>
                  </a:cubicBezTo>
                  <a:cubicBezTo>
                    <a:pt x="233" y="16"/>
                    <a:pt x="235" y="15"/>
                    <a:pt x="238" y="15"/>
                  </a:cubicBezTo>
                  <a:cubicBezTo>
                    <a:pt x="242" y="15"/>
                    <a:pt x="246" y="16"/>
                    <a:pt x="249" y="19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43" name="Freeform 15">
              <a:extLst>
                <a:ext uri="{FF2B5EF4-FFF2-40B4-BE49-F238E27FC236}">
                  <a16:creationId xmlns:a16="http://schemas.microsoft.com/office/drawing/2014/main" id="{4A60B374-1EFB-3658-9796-96132970D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325" y="2563813"/>
              <a:ext cx="2041525" cy="1638300"/>
            </a:xfrm>
            <a:custGeom>
              <a:avLst/>
              <a:gdLst>
                <a:gd name="T0" fmla="*/ 2147483646 w 536"/>
                <a:gd name="T1" fmla="*/ 2147483646 h 430"/>
                <a:gd name="T2" fmla="*/ 2147483646 w 536"/>
                <a:gd name="T3" fmla="*/ 2147483646 h 430"/>
                <a:gd name="T4" fmla="*/ 2147483646 w 536"/>
                <a:gd name="T5" fmla="*/ 2147483646 h 430"/>
                <a:gd name="T6" fmla="*/ 2147483646 w 536"/>
                <a:gd name="T7" fmla="*/ 2147483646 h 430"/>
                <a:gd name="T8" fmla="*/ 2147483646 w 536"/>
                <a:gd name="T9" fmla="*/ 2003221800 h 430"/>
                <a:gd name="T10" fmla="*/ 2147483646 w 536"/>
                <a:gd name="T11" fmla="*/ 1916125200 h 430"/>
                <a:gd name="T12" fmla="*/ 2147483646 w 536"/>
                <a:gd name="T13" fmla="*/ 1611287100 h 430"/>
                <a:gd name="T14" fmla="*/ 2147483646 w 536"/>
                <a:gd name="T15" fmla="*/ 1161288000 h 430"/>
                <a:gd name="T16" fmla="*/ 2147483646 w 536"/>
                <a:gd name="T17" fmla="*/ 769353300 h 430"/>
                <a:gd name="T18" fmla="*/ 2147483646 w 536"/>
                <a:gd name="T19" fmla="*/ 522579600 h 430"/>
                <a:gd name="T20" fmla="*/ 2147483646 w 536"/>
                <a:gd name="T21" fmla="*/ 290322000 h 430"/>
                <a:gd name="T22" fmla="*/ 2147483646 w 536"/>
                <a:gd name="T23" fmla="*/ 72580500 h 430"/>
                <a:gd name="T24" fmla="*/ 2147483646 w 536"/>
                <a:gd name="T25" fmla="*/ 304838100 h 430"/>
                <a:gd name="T26" fmla="*/ 2147483646 w 536"/>
                <a:gd name="T27" fmla="*/ 537095700 h 430"/>
                <a:gd name="T28" fmla="*/ 2147483646 w 536"/>
                <a:gd name="T29" fmla="*/ 696772800 h 430"/>
                <a:gd name="T30" fmla="*/ 2147483646 w 536"/>
                <a:gd name="T31" fmla="*/ 522579600 h 430"/>
                <a:gd name="T32" fmla="*/ 2147483646 w 536"/>
                <a:gd name="T33" fmla="*/ 551611800 h 430"/>
                <a:gd name="T34" fmla="*/ 2147483646 w 536"/>
                <a:gd name="T35" fmla="*/ 493547400 h 430"/>
                <a:gd name="T36" fmla="*/ 2147483646 w 536"/>
                <a:gd name="T37" fmla="*/ 899998200 h 430"/>
                <a:gd name="T38" fmla="*/ 2147483646 w 536"/>
                <a:gd name="T39" fmla="*/ 958062600 h 430"/>
                <a:gd name="T40" fmla="*/ 2147483646 w 536"/>
                <a:gd name="T41" fmla="*/ 1175804100 h 430"/>
                <a:gd name="T42" fmla="*/ 2147483646 w 536"/>
                <a:gd name="T43" fmla="*/ 1393545600 h 430"/>
                <a:gd name="T44" fmla="*/ 2147483646 w 536"/>
                <a:gd name="T45" fmla="*/ 1466126100 h 430"/>
                <a:gd name="T46" fmla="*/ 2147483646 w 536"/>
                <a:gd name="T47" fmla="*/ 1422577800 h 430"/>
                <a:gd name="T48" fmla="*/ 2001978071 w 536"/>
                <a:gd name="T49" fmla="*/ 1799996400 h 430"/>
                <a:gd name="T50" fmla="*/ 1827892359 w 536"/>
                <a:gd name="T51" fmla="*/ 1930641300 h 430"/>
                <a:gd name="T52" fmla="*/ 1595779346 w 536"/>
                <a:gd name="T53" fmla="*/ 1785480300 h 430"/>
                <a:gd name="T54" fmla="*/ 1320143000 w 536"/>
                <a:gd name="T55" fmla="*/ 1988705700 h 430"/>
                <a:gd name="T56" fmla="*/ 899440306 w 536"/>
                <a:gd name="T57" fmla="*/ 2061286200 h 430"/>
                <a:gd name="T58" fmla="*/ 435210471 w 536"/>
                <a:gd name="T59" fmla="*/ 2147483646 h 430"/>
                <a:gd name="T60" fmla="*/ 72535079 w 536"/>
                <a:gd name="T61" fmla="*/ 2147483646 h 430"/>
                <a:gd name="T62" fmla="*/ 43519524 w 536"/>
                <a:gd name="T63" fmla="*/ 2147483646 h 430"/>
                <a:gd name="T64" fmla="*/ 449718249 w 536"/>
                <a:gd name="T65" fmla="*/ 2147483646 h 430"/>
                <a:gd name="T66" fmla="*/ 623803961 w 536"/>
                <a:gd name="T67" fmla="*/ 2147483646 h 430"/>
                <a:gd name="T68" fmla="*/ 1088029987 w 536"/>
                <a:gd name="T69" fmla="*/ 2147483646 h 430"/>
                <a:gd name="T70" fmla="*/ 1552256013 w 536"/>
                <a:gd name="T71" fmla="*/ 2147483646 h 430"/>
                <a:gd name="T72" fmla="*/ 1407185856 w 536"/>
                <a:gd name="T73" fmla="*/ 2147483646 h 430"/>
                <a:gd name="T74" fmla="*/ 1436201411 w 536"/>
                <a:gd name="T75" fmla="*/ 2147483646 h 430"/>
                <a:gd name="T76" fmla="*/ 1262115699 w 536"/>
                <a:gd name="T77" fmla="*/ 2147483646 h 430"/>
                <a:gd name="T78" fmla="*/ 1030002686 w 536"/>
                <a:gd name="T79" fmla="*/ 2147483646 h 430"/>
                <a:gd name="T80" fmla="*/ 1160565066 w 536"/>
                <a:gd name="T81" fmla="*/ 2147483646 h 430"/>
                <a:gd name="T82" fmla="*/ 1204088398 w 536"/>
                <a:gd name="T83" fmla="*/ 2147483646 h 430"/>
                <a:gd name="T84" fmla="*/ 1987470293 w 536"/>
                <a:gd name="T85" fmla="*/ 2147483646 h 430"/>
                <a:gd name="T86" fmla="*/ 2147483646 w 536"/>
                <a:gd name="T87" fmla="*/ 2147483646 h 430"/>
                <a:gd name="T88" fmla="*/ 2147483646 w 536"/>
                <a:gd name="T89" fmla="*/ 2147483646 h 430"/>
                <a:gd name="T90" fmla="*/ 2147483646 w 536"/>
                <a:gd name="T91" fmla="*/ 2147483646 h 430"/>
                <a:gd name="T92" fmla="*/ 2147483646 w 536"/>
                <a:gd name="T93" fmla="*/ 2147483646 h 430"/>
                <a:gd name="T94" fmla="*/ 2147483646 w 536"/>
                <a:gd name="T95" fmla="*/ 2147483646 h 430"/>
                <a:gd name="T96" fmla="*/ 2147483646 w 536"/>
                <a:gd name="T97" fmla="*/ 2147483646 h 430"/>
                <a:gd name="T98" fmla="*/ 2147483646 w 536"/>
                <a:gd name="T99" fmla="*/ 2147483646 h 430"/>
                <a:gd name="T100" fmla="*/ 2147483646 w 536"/>
                <a:gd name="T101" fmla="*/ 2147483646 h 430"/>
                <a:gd name="T102" fmla="*/ 2147483646 w 536"/>
                <a:gd name="T103" fmla="*/ 2147483646 h 430"/>
                <a:gd name="T104" fmla="*/ 2147483646 w 536"/>
                <a:gd name="T105" fmla="*/ 2147483646 h 430"/>
                <a:gd name="T106" fmla="*/ 2147483646 w 536"/>
                <a:gd name="T107" fmla="*/ 2147483646 h 430"/>
                <a:gd name="T108" fmla="*/ 2147483646 w 536"/>
                <a:gd name="T109" fmla="*/ 2147483646 h 430"/>
                <a:gd name="T110" fmla="*/ 2147483646 w 536"/>
                <a:gd name="T111" fmla="*/ 2147483646 h 430"/>
                <a:gd name="T112" fmla="*/ 2147483646 w 536"/>
                <a:gd name="T113" fmla="*/ 2147483646 h 430"/>
                <a:gd name="T114" fmla="*/ 2147483646 w 536"/>
                <a:gd name="T115" fmla="*/ 2147483646 h 430"/>
                <a:gd name="T116" fmla="*/ 2147483646 w 536"/>
                <a:gd name="T117" fmla="*/ 2147483646 h 430"/>
                <a:gd name="T118" fmla="*/ 2147483646 w 536"/>
                <a:gd name="T119" fmla="*/ 2147483646 h 430"/>
                <a:gd name="T120" fmla="*/ 2147483646 w 536"/>
                <a:gd name="T121" fmla="*/ 2147483646 h 4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536" h="430">
                  <a:moveTo>
                    <a:pt x="532" y="258"/>
                  </a:moveTo>
                  <a:cubicBezTo>
                    <a:pt x="530" y="255"/>
                    <a:pt x="527" y="255"/>
                    <a:pt x="524" y="253"/>
                  </a:cubicBezTo>
                  <a:cubicBezTo>
                    <a:pt x="521" y="251"/>
                    <a:pt x="522" y="248"/>
                    <a:pt x="520" y="246"/>
                  </a:cubicBezTo>
                  <a:cubicBezTo>
                    <a:pt x="517" y="245"/>
                    <a:pt x="513" y="246"/>
                    <a:pt x="511" y="244"/>
                  </a:cubicBezTo>
                  <a:cubicBezTo>
                    <a:pt x="510" y="243"/>
                    <a:pt x="509" y="241"/>
                    <a:pt x="507" y="240"/>
                  </a:cubicBezTo>
                  <a:cubicBezTo>
                    <a:pt x="506" y="239"/>
                    <a:pt x="504" y="239"/>
                    <a:pt x="502" y="239"/>
                  </a:cubicBezTo>
                  <a:cubicBezTo>
                    <a:pt x="501" y="239"/>
                    <a:pt x="500" y="238"/>
                    <a:pt x="499" y="237"/>
                  </a:cubicBezTo>
                  <a:cubicBezTo>
                    <a:pt x="499" y="234"/>
                    <a:pt x="495" y="232"/>
                    <a:pt x="494" y="229"/>
                  </a:cubicBezTo>
                  <a:cubicBezTo>
                    <a:pt x="496" y="226"/>
                    <a:pt x="502" y="228"/>
                    <a:pt x="503" y="223"/>
                  </a:cubicBezTo>
                  <a:cubicBezTo>
                    <a:pt x="503" y="222"/>
                    <a:pt x="503" y="222"/>
                    <a:pt x="502" y="222"/>
                  </a:cubicBezTo>
                  <a:cubicBezTo>
                    <a:pt x="500" y="221"/>
                    <a:pt x="498" y="220"/>
                    <a:pt x="501" y="218"/>
                  </a:cubicBezTo>
                  <a:cubicBezTo>
                    <a:pt x="504" y="215"/>
                    <a:pt x="507" y="212"/>
                    <a:pt x="503" y="208"/>
                  </a:cubicBezTo>
                  <a:cubicBezTo>
                    <a:pt x="503" y="208"/>
                    <a:pt x="504" y="207"/>
                    <a:pt x="504" y="206"/>
                  </a:cubicBezTo>
                  <a:cubicBezTo>
                    <a:pt x="506" y="203"/>
                    <a:pt x="509" y="205"/>
                    <a:pt x="512" y="205"/>
                  </a:cubicBezTo>
                  <a:cubicBezTo>
                    <a:pt x="514" y="204"/>
                    <a:pt x="515" y="202"/>
                    <a:pt x="516" y="200"/>
                  </a:cubicBezTo>
                  <a:cubicBezTo>
                    <a:pt x="513" y="198"/>
                    <a:pt x="512" y="194"/>
                    <a:pt x="508" y="194"/>
                  </a:cubicBezTo>
                  <a:cubicBezTo>
                    <a:pt x="501" y="189"/>
                    <a:pt x="500" y="183"/>
                    <a:pt x="503" y="177"/>
                  </a:cubicBezTo>
                  <a:cubicBezTo>
                    <a:pt x="506" y="172"/>
                    <a:pt x="509" y="168"/>
                    <a:pt x="508" y="162"/>
                  </a:cubicBezTo>
                  <a:cubicBezTo>
                    <a:pt x="507" y="159"/>
                    <a:pt x="504" y="158"/>
                    <a:pt x="503" y="155"/>
                  </a:cubicBezTo>
                  <a:cubicBezTo>
                    <a:pt x="502" y="149"/>
                    <a:pt x="504" y="144"/>
                    <a:pt x="504" y="138"/>
                  </a:cubicBezTo>
                  <a:cubicBezTo>
                    <a:pt x="506" y="129"/>
                    <a:pt x="506" y="129"/>
                    <a:pt x="497" y="129"/>
                  </a:cubicBezTo>
                  <a:cubicBezTo>
                    <a:pt x="494" y="131"/>
                    <a:pt x="490" y="132"/>
                    <a:pt x="486" y="131"/>
                  </a:cubicBezTo>
                  <a:cubicBezTo>
                    <a:pt x="482" y="130"/>
                    <a:pt x="480" y="129"/>
                    <a:pt x="476" y="129"/>
                  </a:cubicBezTo>
                  <a:cubicBezTo>
                    <a:pt x="472" y="132"/>
                    <a:pt x="466" y="133"/>
                    <a:pt x="462" y="132"/>
                  </a:cubicBezTo>
                  <a:cubicBezTo>
                    <a:pt x="458" y="130"/>
                    <a:pt x="460" y="127"/>
                    <a:pt x="461" y="125"/>
                  </a:cubicBezTo>
                  <a:cubicBezTo>
                    <a:pt x="462" y="121"/>
                    <a:pt x="463" y="118"/>
                    <a:pt x="459" y="117"/>
                  </a:cubicBezTo>
                  <a:cubicBezTo>
                    <a:pt x="457" y="116"/>
                    <a:pt x="456" y="117"/>
                    <a:pt x="454" y="115"/>
                  </a:cubicBezTo>
                  <a:cubicBezTo>
                    <a:pt x="453" y="113"/>
                    <a:pt x="451" y="112"/>
                    <a:pt x="449" y="111"/>
                  </a:cubicBezTo>
                  <a:cubicBezTo>
                    <a:pt x="445" y="109"/>
                    <a:pt x="442" y="106"/>
                    <a:pt x="439" y="102"/>
                  </a:cubicBezTo>
                  <a:cubicBezTo>
                    <a:pt x="435" y="98"/>
                    <a:pt x="431" y="94"/>
                    <a:pt x="437" y="88"/>
                  </a:cubicBezTo>
                  <a:cubicBezTo>
                    <a:pt x="440" y="87"/>
                    <a:pt x="443" y="87"/>
                    <a:pt x="445" y="84"/>
                  </a:cubicBezTo>
                  <a:cubicBezTo>
                    <a:pt x="446" y="83"/>
                    <a:pt x="448" y="82"/>
                    <a:pt x="449" y="80"/>
                  </a:cubicBezTo>
                  <a:cubicBezTo>
                    <a:pt x="449" y="77"/>
                    <a:pt x="450" y="74"/>
                    <a:pt x="448" y="71"/>
                  </a:cubicBezTo>
                  <a:cubicBezTo>
                    <a:pt x="448" y="71"/>
                    <a:pt x="448" y="71"/>
                    <a:pt x="448" y="71"/>
                  </a:cubicBezTo>
                  <a:cubicBezTo>
                    <a:pt x="447" y="69"/>
                    <a:pt x="448" y="67"/>
                    <a:pt x="447" y="65"/>
                  </a:cubicBezTo>
                  <a:cubicBezTo>
                    <a:pt x="447" y="61"/>
                    <a:pt x="446" y="57"/>
                    <a:pt x="446" y="53"/>
                  </a:cubicBezTo>
                  <a:cubicBezTo>
                    <a:pt x="446" y="50"/>
                    <a:pt x="445" y="47"/>
                    <a:pt x="446" y="43"/>
                  </a:cubicBezTo>
                  <a:cubicBezTo>
                    <a:pt x="446" y="42"/>
                    <a:pt x="446" y="40"/>
                    <a:pt x="446" y="39"/>
                  </a:cubicBezTo>
                  <a:cubicBezTo>
                    <a:pt x="446" y="39"/>
                    <a:pt x="445" y="39"/>
                    <a:pt x="445" y="39"/>
                  </a:cubicBezTo>
                  <a:cubicBezTo>
                    <a:pt x="443" y="37"/>
                    <a:pt x="440" y="37"/>
                    <a:pt x="438" y="36"/>
                  </a:cubicBezTo>
                  <a:cubicBezTo>
                    <a:pt x="438" y="35"/>
                    <a:pt x="438" y="35"/>
                    <a:pt x="438" y="35"/>
                  </a:cubicBezTo>
                  <a:cubicBezTo>
                    <a:pt x="435" y="32"/>
                    <a:pt x="437" y="28"/>
                    <a:pt x="435" y="24"/>
                  </a:cubicBezTo>
                  <a:cubicBezTo>
                    <a:pt x="434" y="21"/>
                    <a:pt x="431" y="20"/>
                    <a:pt x="428" y="21"/>
                  </a:cubicBezTo>
                  <a:cubicBezTo>
                    <a:pt x="426" y="21"/>
                    <a:pt x="424" y="20"/>
                    <a:pt x="422" y="20"/>
                  </a:cubicBezTo>
                  <a:cubicBezTo>
                    <a:pt x="419" y="18"/>
                    <a:pt x="418" y="16"/>
                    <a:pt x="417" y="13"/>
                  </a:cubicBezTo>
                  <a:cubicBezTo>
                    <a:pt x="416" y="11"/>
                    <a:pt x="415" y="10"/>
                    <a:pt x="413" y="8"/>
                  </a:cubicBezTo>
                  <a:cubicBezTo>
                    <a:pt x="411" y="6"/>
                    <a:pt x="409" y="5"/>
                    <a:pt x="406" y="6"/>
                  </a:cubicBezTo>
                  <a:cubicBezTo>
                    <a:pt x="402" y="7"/>
                    <a:pt x="399" y="7"/>
                    <a:pt x="396" y="5"/>
                  </a:cubicBezTo>
                  <a:cubicBezTo>
                    <a:pt x="394" y="4"/>
                    <a:pt x="393" y="0"/>
                    <a:pt x="390" y="0"/>
                  </a:cubicBezTo>
                  <a:cubicBezTo>
                    <a:pt x="388" y="2"/>
                    <a:pt x="387" y="4"/>
                    <a:pt x="386" y="6"/>
                  </a:cubicBezTo>
                  <a:cubicBezTo>
                    <a:pt x="383" y="10"/>
                    <a:pt x="380" y="12"/>
                    <a:pt x="376" y="13"/>
                  </a:cubicBezTo>
                  <a:cubicBezTo>
                    <a:pt x="373" y="15"/>
                    <a:pt x="371" y="18"/>
                    <a:pt x="371" y="21"/>
                  </a:cubicBezTo>
                  <a:cubicBezTo>
                    <a:pt x="370" y="24"/>
                    <a:pt x="369" y="27"/>
                    <a:pt x="367" y="29"/>
                  </a:cubicBezTo>
                  <a:cubicBezTo>
                    <a:pt x="365" y="31"/>
                    <a:pt x="363" y="32"/>
                    <a:pt x="360" y="33"/>
                  </a:cubicBezTo>
                  <a:cubicBezTo>
                    <a:pt x="359" y="34"/>
                    <a:pt x="358" y="34"/>
                    <a:pt x="357" y="35"/>
                  </a:cubicBezTo>
                  <a:cubicBezTo>
                    <a:pt x="352" y="44"/>
                    <a:pt x="344" y="33"/>
                    <a:pt x="337" y="37"/>
                  </a:cubicBezTo>
                  <a:cubicBezTo>
                    <a:pt x="335" y="38"/>
                    <a:pt x="334" y="41"/>
                    <a:pt x="332" y="43"/>
                  </a:cubicBezTo>
                  <a:cubicBezTo>
                    <a:pt x="331" y="43"/>
                    <a:pt x="330" y="43"/>
                    <a:pt x="329" y="43"/>
                  </a:cubicBezTo>
                  <a:cubicBezTo>
                    <a:pt x="326" y="42"/>
                    <a:pt x="324" y="43"/>
                    <a:pt x="322" y="44"/>
                  </a:cubicBezTo>
                  <a:cubicBezTo>
                    <a:pt x="318" y="44"/>
                    <a:pt x="316" y="47"/>
                    <a:pt x="313" y="48"/>
                  </a:cubicBezTo>
                  <a:cubicBezTo>
                    <a:pt x="311" y="49"/>
                    <a:pt x="309" y="49"/>
                    <a:pt x="307" y="48"/>
                  </a:cubicBezTo>
                  <a:cubicBezTo>
                    <a:pt x="303" y="46"/>
                    <a:pt x="303" y="41"/>
                    <a:pt x="302" y="38"/>
                  </a:cubicBezTo>
                  <a:cubicBezTo>
                    <a:pt x="301" y="36"/>
                    <a:pt x="300" y="36"/>
                    <a:pt x="299" y="35"/>
                  </a:cubicBezTo>
                  <a:cubicBezTo>
                    <a:pt x="298" y="34"/>
                    <a:pt x="297" y="35"/>
                    <a:pt x="297" y="36"/>
                  </a:cubicBezTo>
                  <a:cubicBezTo>
                    <a:pt x="297" y="36"/>
                    <a:pt x="297" y="37"/>
                    <a:pt x="296" y="37"/>
                  </a:cubicBezTo>
                  <a:cubicBezTo>
                    <a:pt x="295" y="37"/>
                    <a:pt x="295" y="38"/>
                    <a:pt x="294" y="38"/>
                  </a:cubicBezTo>
                  <a:cubicBezTo>
                    <a:pt x="293" y="38"/>
                    <a:pt x="292" y="37"/>
                    <a:pt x="291" y="37"/>
                  </a:cubicBezTo>
                  <a:cubicBezTo>
                    <a:pt x="290" y="37"/>
                    <a:pt x="290" y="37"/>
                    <a:pt x="289" y="38"/>
                  </a:cubicBezTo>
                  <a:cubicBezTo>
                    <a:pt x="288" y="39"/>
                    <a:pt x="287" y="41"/>
                    <a:pt x="285" y="42"/>
                  </a:cubicBezTo>
                  <a:cubicBezTo>
                    <a:pt x="284" y="43"/>
                    <a:pt x="283" y="42"/>
                    <a:pt x="283" y="42"/>
                  </a:cubicBezTo>
                  <a:cubicBezTo>
                    <a:pt x="280" y="40"/>
                    <a:pt x="279" y="37"/>
                    <a:pt x="277" y="34"/>
                  </a:cubicBezTo>
                  <a:cubicBezTo>
                    <a:pt x="277" y="34"/>
                    <a:pt x="276" y="34"/>
                    <a:pt x="276" y="34"/>
                  </a:cubicBezTo>
                  <a:cubicBezTo>
                    <a:pt x="275" y="37"/>
                    <a:pt x="273" y="38"/>
                    <a:pt x="273" y="41"/>
                  </a:cubicBezTo>
                  <a:cubicBezTo>
                    <a:pt x="274" y="44"/>
                    <a:pt x="276" y="46"/>
                    <a:pt x="277" y="49"/>
                  </a:cubicBezTo>
                  <a:cubicBezTo>
                    <a:pt x="277" y="51"/>
                    <a:pt x="277" y="52"/>
                    <a:pt x="277" y="54"/>
                  </a:cubicBezTo>
                  <a:cubicBezTo>
                    <a:pt x="276" y="57"/>
                    <a:pt x="275" y="60"/>
                    <a:pt x="272" y="62"/>
                  </a:cubicBezTo>
                  <a:cubicBezTo>
                    <a:pt x="271" y="63"/>
                    <a:pt x="271" y="63"/>
                    <a:pt x="270" y="63"/>
                  </a:cubicBezTo>
                  <a:cubicBezTo>
                    <a:pt x="267" y="62"/>
                    <a:pt x="265" y="63"/>
                    <a:pt x="264" y="66"/>
                  </a:cubicBezTo>
                  <a:cubicBezTo>
                    <a:pt x="264" y="67"/>
                    <a:pt x="263" y="67"/>
                    <a:pt x="263" y="68"/>
                  </a:cubicBezTo>
                  <a:cubicBezTo>
                    <a:pt x="260" y="69"/>
                    <a:pt x="257" y="68"/>
                    <a:pt x="254" y="66"/>
                  </a:cubicBezTo>
                  <a:cubicBezTo>
                    <a:pt x="253" y="65"/>
                    <a:pt x="251" y="63"/>
                    <a:pt x="249" y="65"/>
                  </a:cubicBezTo>
                  <a:cubicBezTo>
                    <a:pt x="248" y="66"/>
                    <a:pt x="248" y="68"/>
                    <a:pt x="247" y="69"/>
                  </a:cubicBezTo>
                  <a:cubicBezTo>
                    <a:pt x="244" y="74"/>
                    <a:pt x="250" y="75"/>
                    <a:pt x="251" y="79"/>
                  </a:cubicBezTo>
                  <a:cubicBezTo>
                    <a:pt x="252" y="79"/>
                    <a:pt x="252" y="80"/>
                    <a:pt x="252" y="81"/>
                  </a:cubicBezTo>
                  <a:cubicBezTo>
                    <a:pt x="249" y="84"/>
                    <a:pt x="251" y="88"/>
                    <a:pt x="250" y="92"/>
                  </a:cubicBezTo>
                  <a:cubicBezTo>
                    <a:pt x="250" y="92"/>
                    <a:pt x="250" y="93"/>
                    <a:pt x="250" y="93"/>
                  </a:cubicBezTo>
                  <a:cubicBezTo>
                    <a:pt x="250" y="94"/>
                    <a:pt x="250" y="94"/>
                    <a:pt x="249" y="95"/>
                  </a:cubicBezTo>
                  <a:cubicBezTo>
                    <a:pt x="248" y="95"/>
                    <a:pt x="247" y="96"/>
                    <a:pt x="246" y="96"/>
                  </a:cubicBezTo>
                  <a:cubicBezTo>
                    <a:pt x="240" y="95"/>
                    <a:pt x="234" y="94"/>
                    <a:pt x="228" y="96"/>
                  </a:cubicBezTo>
                  <a:cubicBezTo>
                    <a:pt x="225" y="98"/>
                    <a:pt x="225" y="103"/>
                    <a:pt x="220" y="104"/>
                  </a:cubicBezTo>
                  <a:cubicBezTo>
                    <a:pt x="216" y="104"/>
                    <a:pt x="213" y="102"/>
                    <a:pt x="209" y="100"/>
                  </a:cubicBezTo>
                  <a:cubicBezTo>
                    <a:pt x="204" y="98"/>
                    <a:pt x="200" y="100"/>
                    <a:pt x="195" y="101"/>
                  </a:cubicBezTo>
                  <a:cubicBezTo>
                    <a:pt x="193" y="102"/>
                    <a:pt x="190" y="102"/>
                    <a:pt x="188" y="103"/>
                  </a:cubicBezTo>
                  <a:cubicBezTo>
                    <a:pt x="185" y="103"/>
                    <a:pt x="182" y="103"/>
                    <a:pt x="179" y="103"/>
                  </a:cubicBezTo>
                  <a:cubicBezTo>
                    <a:pt x="178" y="103"/>
                    <a:pt x="178" y="103"/>
                    <a:pt x="177" y="102"/>
                  </a:cubicBezTo>
                  <a:cubicBezTo>
                    <a:pt x="174" y="100"/>
                    <a:pt x="171" y="98"/>
                    <a:pt x="166" y="98"/>
                  </a:cubicBezTo>
                  <a:cubicBezTo>
                    <a:pt x="163" y="96"/>
                    <a:pt x="159" y="96"/>
                    <a:pt x="155" y="98"/>
                  </a:cubicBezTo>
                  <a:cubicBezTo>
                    <a:pt x="151" y="99"/>
                    <a:pt x="152" y="103"/>
                    <a:pt x="151" y="106"/>
                  </a:cubicBezTo>
                  <a:cubicBezTo>
                    <a:pt x="150" y="110"/>
                    <a:pt x="148" y="114"/>
                    <a:pt x="146" y="117"/>
                  </a:cubicBezTo>
                  <a:cubicBezTo>
                    <a:pt x="143" y="120"/>
                    <a:pt x="142" y="123"/>
                    <a:pt x="138" y="124"/>
                  </a:cubicBezTo>
                  <a:cubicBezTo>
                    <a:pt x="136" y="125"/>
                    <a:pt x="133" y="125"/>
                    <a:pt x="131" y="127"/>
                  </a:cubicBezTo>
                  <a:cubicBezTo>
                    <a:pt x="129" y="129"/>
                    <a:pt x="129" y="131"/>
                    <a:pt x="127" y="133"/>
                  </a:cubicBezTo>
                  <a:cubicBezTo>
                    <a:pt x="127" y="133"/>
                    <a:pt x="127" y="133"/>
                    <a:pt x="126" y="133"/>
                  </a:cubicBezTo>
                  <a:cubicBezTo>
                    <a:pt x="126" y="133"/>
                    <a:pt x="126" y="133"/>
                    <a:pt x="126" y="133"/>
                  </a:cubicBezTo>
                  <a:cubicBezTo>
                    <a:pt x="125" y="134"/>
                    <a:pt x="124" y="134"/>
                    <a:pt x="123" y="133"/>
                  </a:cubicBezTo>
                  <a:cubicBezTo>
                    <a:pt x="120" y="131"/>
                    <a:pt x="119" y="128"/>
                    <a:pt x="116" y="126"/>
                  </a:cubicBezTo>
                  <a:cubicBezTo>
                    <a:pt x="116" y="126"/>
                    <a:pt x="115" y="125"/>
                    <a:pt x="115" y="125"/>
                  </a:cubicBezTo>
                  <a:cubicBezTo>
                    <a:pt x="113" y="124"/>
                    <a:pt x="112" y="123"/>
                    <a:pt x="110" y="123"/>
                  </a:cubicBezTo>
                  <a:cubicBezTo>
                    <a:pt x="108" y="122"/>
                    <a:pt x="106" y="123"/>
                    <a:pt x="106" y="125"/>
                  </a:cubicBezTo>
                  <a:cubicBezTo>
                    <a:pt x="105" y="128"/>
                    <a:pt x="104" y="131"/>
                    <a:pt x="101" y="132"/>
                  </a:cubicBezTo>
                  <a:cubicBezTo>
                    <a:pt x="98" y="133"/>
                    <a:pt x="96" y="134"/>
                    <a:pt x="93" y="136"/>
                  </a:cubicBezTo>
                  <a:cubicBezTo>
                    <a:pt x="93" y="136"/>
                    <a:pt x="92" y="136"/>
                    <a:pt x="91" y="137"/>
                  </a:cubicBezTo>
                  <a:cubicBezTo>
                    <a:pt x="87" y="138"/>
                    <a:pt x="82" y="139"/>
                    <a:pt x="77" y="139"/>
                  </a:cubicBezTo>
                  <a:cubicBezTo>
                    <a:pt x="77" y="138"/>
                    <a:pt x="76" y="138"/>
                    <a:pt x="76" y="137"/>
                  </a:cubicBezTo>
                  <a:cubicBezTo>
                    <a:pt x="70" y="131"/>
                    <a:pt x="68" y="138"/>
                    <a:pt x="64" y="140"/>
                  </a:cubicBezTo>
                  <a:cubicBezTo>
                    <a:pt x="64" y="141"/>
                    <a:pt x="63" y="141"/>
                    <a:pt x="62" y="142"/>
                  </a:cubicBezTo>
                  <a:cubicBezTo>
                    <a:pt x="57" y="144"/>
                    <a:pt x="53" y="149"/>
                    <a:pt x="47" y="150"/>
                  </a:cubicBezTo>
                  <a:cubicBezTo>
                    <a:pt x="44" y="151"/>
                    <a:pt x="41" y="150"/>
                    <a:pt x="39" y="151"/>
                  </a:cubicBezTo>
                  <a:cubicBezTo>
                    <a:pt x="37" y="152"/>
                    <a:pt x="36" y="153"/>
                    <a:pt x="35" y="155"/>
                  </a:cubicBezTo>
                  <a:cubicBezTo>
                    <a:pt x="33" y="156"/>
                    <a:pt x="31" y="157"/>
                    <a:pt x="30" y="159"/>
                  </a:cubicBezTo>
                  <a:cubicBezTo>
                    <a:pt x="25" y="163"/>
                    <a:pt x="28" y="170"/>
                    <a:pt x="24" y="174"/>
                  </a:cubicBezTo>
                  <a:cubicBezTo>
                    <a:pt x="23" y="175"/>
                    <a:pt x="23" y="176"/>
                    <a:pt x="22" y="176"/>
                  </a:cubicBezTo>
                  <a:cubicBezTo>
                    <a:pt x="18" y="179"/>
                    <a:pt x="15" y="181"/>
                    <a:pt x="10" y="183"/>
                  </a:cubicBezTo>
                  <a:cubicBezTo>
                    <a:pt x="8" y="183"/>
                    <a:pt x="6" y="184"/>
                    <a:pt x="5" y="185"/>
                  </a:cubicBezTo>
                  <a:cubicBezTo>
                    <a:pt x="4" y="186"/>
                    <a:pt x="3" y="187"/>
                    <a:pt x="2" y="188"/>
                  </a:cubicBezTo>
                  <a:cubicBezTo>
                    <a:pt x="2" y="189"/>
                    <a:pt x="2" y="190"/>
                    <a:pt x="3" y="191"/>
                  </a:cubicBezTo>
                  <a:cubicBezTo>
                    <a:pt x="3" y="191"/>
                    <a:pt x="4" y="191"/>
                    <a:pt x="4" y="191"/>
                  </a:cubicBezTo>
                  <a:cubicBezTo>
                    <a:pt x="9" y="197"/>
                    <a:pt x="0" y="201"/>
                    <a:pt x="3" y="206"/>
                  </a:cubicBezTo>
                  <a:cubicBezTo>
                    <a:pt x="4" y="207"/>
                    <a:pt x="5" y="208"/>
                    <a:pt x="6" y="208"/>
                  </a:cubicBezTo>
                  <a:cubicBezTo>
                    <a:pt x="10" y="205"/>
                    <a:pt x="14" y="204"/>
                    <a:pt x="18" y="205"/>
                  </a:cubicBezTo>
                  <a:cubicBezTo>
                    <a:pt x="20" y="204"/>
                    <a:pt x="23" y="204"/>
                    <a:pt x="25" y="204"/>
                  </a:cubicBezTo>
                  <a:cubicBezTo>
                    <a:pt x="27" y="204"/>
                    <a:pt x="29" y="204"/>
                    <a:pt x="31" y="205"/>
                  </a:cubicBezTo>
                  <a:cubicBezTo>
                    <a:pt x="32" y="205"/>
                    <a:pt x="32" y="206"/>
                    <a:pt x="32" y="207"/>
                  </a:cubicBezTo>
                  <a:cubicBezTo>
                    <a:pt x="32" y="210"/>
                    <a:pt x="27" y="212"/>
                    <a:pt x="29" y="215"/>
                  </a:cubicBezTo>
                  <a:cubicBezTo>
                    <a:pt x="31" y="217"/>
                    <a:pt x="34" y="217"/>
                    <a:pt x="37" y="218"/>
                  </a:cubicBezTo>
                  <a:cubicBezTo>
                    <a:pt x="40" y="219"/>
                    <a:pt x="40" y="224"/>
                    <a:pt x="43" y="225"/>
                  </a:cubicBezTo>
                  <a:cubicBezTo>
                    <a:pt x="46" y="227"/>
                    <a:pt x="49" y="227"/>
                    <a:pt x="52" y="227"/>
                  </a:cubicBezTo>
                  <a:cubicBezTo>
                    <a:pt x="56" y="227"/>
                    <a:pt x="60" y="228"/>
                    <a:pt x="64" y="230"/>
                  </a:cubicBezTo>
                  <a:cubicBezTo>
                    <a:pt x="67" y="233"/>
                    <a:pt x="70" y="234"/>
                    <a:pt x="73" y="237"/>
                  </a:cubicBezTo>
                  <a:cubicBezTo>
                    <a:pt x="74" y="238"/>
                    <a:pt x="75" y="239"/>
                    <a:pt x="75" y="239"/>
                  </a:cubicBezTo>
                  <a:cubicBezTo>
                    <a:pt x="80" y="241"/>
                    <a:pt x="86" y="239"/>
                    <a:pt x="87" y="246"/>
                  </a:cubicBezTo>
                  <a:cubicBezTo>
                    <a:pt x="87" y="248"/>
                    <a:pt x="86" y="250"/>
                    <a:pt x="89" y="252"/>
                  </a:cubicBezTo>
                  <a:cubicBezTo>
                    <a:pt x="93" y="252"/>
                    <a:pt x="98" y="253"/>
                    <a:pt x="102" y="255"/>
                  </a:cubicBezTo>
                  <a:cubicBezTo>
                    <a:pt x="109" y="260"/>
                    <a:pt x="106" y="267"/>
                    <a:pt x="107" y="273"/>
                  </a:cubicBezTo>
                  <a:cubicBezTo>
                    <a:pt x="108" y="277"/>
                    <a:pt x="104" y="279"/>
                    <a:pt x="103" y="282"/>
                  </a:cubicBezTo>
                  <a:cubicBezTo>
                    <a:pt x="101" y="285"/>
                    <a:pt x="99" y="287"/>
                    <a:pt x="97" y="289"/>
                  </a:cubicBezTo>
                  <a:cubicBezTo>
                    <a:pt x="94" y="294"/>
                    <a:pt x="98" y="300"/>
                    <a:pt x="96" y="305"/>
                  </a:cubicBezTo>
                  <a:cubicBezTo>
                    <a:pt x="97" y="307"/>
                    <a:pt x="97" y="309"/>
                    <a:pt x="97" y="312"/>
                  </a:cubicBezTo>
                  <a:cubicBezTo>
                    <a:pt x="96" y="317"/>
                    <a:pt x="98" y="321"/>
                    <a:pt x="99" y="325"/>
                  </a:cubicBezTo>
                  <a:cubicBezTo>
                    <a:pt x="99" y="325"/>
                    <a:pt x="99" y="325"/>
                    <a:pt x="99" y="325"/>
                  </a:cubicBezTo>
                  <a:cubicBezTo>
                    <a:pt x="99" y="326"/>
                    <a:pt x="99" y="326"/>
                    <a:pt x="99" y="326"/>
                  </a:cubicBezTo>
                  <a:cubicBezTo>
                    <a:pt x="99" y="326"/>
                    <a:pt x="99" y="326"/>
                    <a:pt x="99" y="327"/>
                  </a:cubicBezTo>
                  <a:cubicBezTo>
                    <a:pt x="99" y="327"/>
                    <a:pt x="98" y="328"/>
                    <a:pt x="98" y="329"/>
                  </a:cubicBezTo>
                  <a:cubicBezTo>
                    <a:pt x="92" y="330"/>
                    <a:pt x="94" y="337"/>
                    <a:pt x="89" y="340"/>
                  </a:cubicBezTo>
                  <a:cubicBezTo>
                    <a:pt x="89" y="340"/>
                    <a:pt x="89" y="340"/>
                    <a:pt x="89" y="339"/>
                  </a:cubicBezTo>
                  <a:cubicBezTo>
                    <a:pt x="88" y="340"/>
                    <a:pt x="88" y="339"/>
                    <a:pt x="87" y="339"/>
                  </a:cubicBezTo>
                  <a:cubicBezTo>
                    <a:pt x="84" y="338"/>
                    <a:pt x="81" y="334"/>
                    <a:pt x="76" y="337"/>
                  </a:cubicBezTo>
                  <a:cubicBezTo>
                    <a:pt x="71" y="338"/>
                    <a:pt x="64" y="341"/>
                    <a:pt x="62" y="346"/>
                  </a:cubicBezTo>
                  <a:cubicBezTo>
                    <a:pt x="60" y="349"/>
                    <a:pt x="61" y="352"/>
                    <a:pt x="63" y="355"/>
                  </a:cubicBezTo>
                  <a:cubicBezTo>
                    <a:pt x="66" y="359"/>
                    <a:pt x="67" y="364"/>
                    <a:pt x="71" y="367"/>
                  </a:cubicBezTo>
                  <a:cubicBezTo>
                    <a:pt x="72" y="369"/>
                    <a:pt x="72" y="371"/>
                    <a:pt x="70" y="373"/>
                  </a:cubicBezTo>
                  <a:cubicBezTo>
                    <a:pt x="70" y="374"/>
                    <a:pt x="66" y="377"/>
                    <a:pt x="68" y="378"/>
                  </a:cubicBezTo>
                  <a:cubicBezTo>
                    <a:pt x="69" y="379"/>
                    <a:pt x="73" y="377"/>
                    <a:pt x="74" y="377"/>
                  </a:cubicBezTo>
                  <a:cubicBezTo>
                    <a:pt x="79" y="378"/>
                    <a:pt x="79" y="383"/>
                    <a:pt x="80" y="386"/>
                  </a:cubicBezTo>
                  <a:cubicBezTo>
                    <a:pt x="80" y="388"/>
                    <a:pt x="80" y="390"/>
                    <a:pt x="80" y="391"/>
                  </a:cubicBezTo>
                  <a:cubicBezTo>
                    <a:pt x="78" y="395"/>
                    <a:pt x="77" y="398"/>
                    <a:pt x="80" y="401"/>
                  </a:cubicBezTo>
                  <a:cubicBezTo>
                    <a:pt x="83" y="406"/>
                    <a:pt x="83" y="412"/>
                    <a:pt x="82" y="417"/>
                  </a:cubicBezTo>
                  <a:cubicBezTo>
                    <a:pt x="82" y="417"/>
                    <a:pt x="83" y="418"/>
                    <a:pt x="83" y="418"/>
                  </a:cubicBezTo>
                  <a:cubicBezTo>
                    <a:pt x="89" y="418"/>
                    <a:pt x="94" y="416"/>
                    <a:pt x="99" y="415"/>
                  </a:cubicBezTo>
                  <a:cubicBezTo>
                    <a:pt x="103" y="414"/>
                    <a:pt x="107" y="414"/>
                    <a:pt x="110" y="417"/>
                  </a:cubicBezTo>
                  <a:cubicBezTo>
                    <a:pt x="115" y="421"/>
                    <a:pt x="120" y="429"/>
                    <a:pt x="128" y="424"/>
                  </a:cubicBezTo>
                  <a:cubicBezTo>
                    <a:pt x="131" y="422"/>
                    <a:pt x="134" y="423"/>
                    <a:pt x="137" y="422"/>
                  </a:cubicBezTo>
                  <a:cubicBezTo>
                    <a:pt x="139" y="421"/>
                    <a:pt x="140" y="418"/>
                    <a:pt x="142" y="416"/>
                  </a:cubicBezTo>
                  <a:cubicBezTo>
                    <a:pt x="143" y="414"/>
                    <a:pt x="145" y="412"/>
                    <a:pt x="147" y="410"/>
                  </a:cubicBezTo>
                  <a:cubicBezTo>
                    <a:pt x="149" y="409"/>
                    <a:pt x="150" y="407"/>
                    <a:pt x="152" y="407"/>
                  </a:cubicBezTo>
                  <a:cubicBezTo>
                    <a:pt x="156" y="408"/>
                    <a:pt x="156" y="412"/>
                    <a:pt x="159" y="414"/>
                  </a:cubicBezTo>
                  <a:cubicBezTo>
                    <a:pt x="162" y="417"/>
                    <a:pt x="167" y="416"/>
                    <a:pt x="171" y="414"/>
                  </a:cubicBezTo>
                  <a:cubicBezTo>
                    <a:pt x="178" y="413"/>
                    <a:pt x="186" y="416"/>
                    <a:pt x="193" y="412"/>
                  </a:cubicBezTo>
                  <a:cubicBezTo>
                    <a:pt x="202" y="404"/>
                    <a:pt x="210" y="404"/>
                    <a:pt x="216" y="411"/>
                  </a:cubicBezTo>
                  <a:cubicBezTo>
                    <a:pt x="216" y="416"/>
                    <a:pt x="221" y="412"/>
                    <a:pt x="222" y="415"/>
                  </a:cubicBezTo>
                  <a:cubicBezTo>
                    <a:pt x="224" y="417"/>
                    <a:pt x="226" y="419"/>
                    <a:pt x="229" y="418"/>
                  </a:cubicBezTo>
                  <a:cubicBezTo>
                    <a:pt x="234" y="418"/>
                    <a:pt x="237" y="414"/>
                    <a:pt x="241" y="412"/>
                  </a:cubicBezTo>
                  <a:cubicBezTo>
                    <a:pt x="244" y="410"/>
                    <a:pt x="248" y="410"/>
                    <a:pt x="251" y="411"/>
                  </a:cubicBezTo>
                  <a:cubicBezTo>
                    <a:pt x="254" y="412"/>
                    <a:pt x="255" y="415"/>
                    <a:pt x="258" y="416"/>
                  </a:cubicBezTo>
                  <a:cubicBezTo>
                    <a:pt x="262" y="417"/>
                    <a:pt x="264" y="418"/>
                    <a:pt x="268" y="417"/>
                  </a:cubicBezTo>
                  <a:cubicBezTo>
                    <a:pt x="271" y="417"/>
                    <a:pt x="275" y="416"/>
                    <a:pt x="278" y="418"/>
                  </a:cubicBezTo>
                  <a:cubicBezTo>
                    <a:pt x="279" y="418"/>
                    <a:pt x="279" y="418"/>
                    <a:pt x="280" y="419"/>
                  </a:cubicBezTo>
                  <a:cubicBezTo>
                    <a:pt x="283" y="420"/>
                    <a:pt x="286" y="419"/>
                    <a:pt x="288" y="421"/>
                  </a:cubicBezTo>
                  <a:cubicBezTo>
                    <a:pt x="290" y="422"/>
                    <a:pt x="291" y="425"/>
                    <a:pt x="293" y="426"/>
                  </a:cubicBezTo>
                  <a:cubicBezTo>
                    <a:pt x="296" y="426"/>
                    <a:pt x="298" y="426"/>
                    <a:pt x="300" y="427"/>
                  </a:cubicBezTo>
                  <a:cubicBezTo>
                    <a:pt x="305" y="430"/>
                    <a:pt x="309" y="428"/>
                    <a:pt x="313" y="427"/>
                  </a:cubicBezTo>
                  <a:cubicBezTo>
                    <a:pt x="316" y="425"/>
                    <a:pt x="316" y="422"/>
                    <a:pt x="317" y="420"/>
                  </a:cubicBezTo>
                  <a:cubicBezTo>
                    <a:pt x="320" y="417"/>
                    <a:pt x="324" y="418"/>
                    <a:pt x="326" y="416"/>
                  </a:cubicBezTo>
                  <a:cubicBezTo>
                    <a:pt x="330" y="412"/>
                    <a:pt x="323" y="409"/>
                    <a:pt x="326" y="405"/>
                  </a:cubicBezTo>
                  <a:cubicBezTo>
                    <a:pt x="329" y="402"/>
                    <a:pt x="332" y="399"/>
                    <a:pt x="334" y="396"/>
                  </a:cubicBezTo>
                  <a:cubicBezTo>
                    <a:pt x="335" y="394"/>
                    <a:pt x="336" y="393"/>
                    <a:pt x="338" y="393"/>
                  </a:cubicBezTo>
                  <a:cubicBezTo>
                    <a:pt x="339" y="392"/>
                    <a:pt x="340" y="392"/>
                    <a:pt x="341" y="393"/>
                  </a:cubicBezTo>
                  <a:cubicBezTo>
                    <a:pt x="344" y="393"/>
                    <a:pt x="347" y="394"/>
                    <a:pt x="349" y="394"/>
                  </a:cubicBezTo>
                  <a:cubicBezTo>
                    <a:pt x="351" y="395"/>
                    <a:pt x="352" y="397"/>
                    <a:pt x="353" y="399"/>
                  </a:cubicBezTo>
                  <a:cubicBezTo>
                    <a:pt x="354" y="401"/>
                    <a:pt x="356" y="404"/>
                    <a:pt x="358" y="403"/>
                  </a:cubicBezTo>
                  <a:cubicBezTo>
                    <a:pt x="361" y="402"/>
                    <a:pt x="363" y="401"/>
                    <a:pt x="366" y="401"/>
                  </a:cubicBezTo>
                  <a:cubicBezTo>
                    <a:pt x="371" y="402"/>
                    <a:pt x="373" y="407"/>
                    <a:pt x="376" y="410"/>
                  </a:cubicBezTo>
                  <a:cubicBezTo>
                    <a:pt x="377" y="414"/>
                    <a:pt x="379" y="416"/>
                    <a:pt x="383" y="417"/>
                  </a:cubicBezTo>
                  <a:cubicBezTo>
                    <a:pt x="384" y="417"/>
                    <a:pt x="384" y="417"/>
                    <a:pt x="385" y="417"/>
                  </a:cubicBezTo>
                  <a:cubicBezTo>
                    <a:pt x="385" y="418"/>
                    <a:pt x="385" y="418"/>
                    <a:pt x="386" y="418"/>
                  </a:cubicBezTo>
                  <a:cubicBezTo>
                    <a:pt x="387" y="418"/>
                    <a:pt x="387" y="418"/>
                    <a:pt x="388" y="418"/>
                  </a:cubicBezTo>
                  <a:cubicBezTo>
                    <a:pt x="389" y="417"/>
                    <a:pt x="390" y="416"/>
                    <a:pt x="391" y="415"/>
                  </a:cubicBezTo>
                  <a:cubicBezTo>
                    <a:pt x="392" y="412"/>
                    <a:pt x="395" y="411"/>
                    <a:pt x="398" y="410"/>
                  </a:cubicBezTo>
                  <a:cubicBezTo>
                    <a:pt x="402" y="411"/>
                    <a:pt x="398" y="406"/>
                    <a:pt x="398" y="404"/>
                  </a:cubicBezTo>
                  <a:cubicBezTo>
                    <a:pt x="398" y="403"/>
                    <a:pt x="398" y="401"/>
                    <a:pt x="400" y="400"/>
                  </a:cubicBezTo>
                  <a:cubicBezTo>
                    <a:pt x="401" y="398"/>
                    <a:pt x="404" y="400"/>
                    <a:pt x="406" y="400"/>
                  </a:cubicBezTo>
                  <a:cubicBezTo>
                    <a:pt x="412" y="400"/>
                    <a:pt x="418" y="402"/>
                    <a:pt x="423" y="396"/>
                  </a:cubicBezTo>
                  <a:cubicBezTo>
                    <a:pt x="426" y="395"/>
                    <a:pt x="428" y="397"/>
                    <a:pt x="430" y="398"/>
                  </a:cubicBezTo>
                  <a:cubicBezTo>
                    <a:pt x="433" y="399"/>
                    <a:pt x="437" y="399"/>
                    <a:pt x="439" y="401"/>
                  </a:cubicBezTo>
                  <a:cubicBezTo>
                    <a:pt x="443" y="401"/>
                    <a:pt x="442" y="397"/>
                    <a:pt x="443" y="396"/>
                  </a:cubicBezTo>
                  <a:cubicBezTo>
                    <a:pt x="445" y="390"/>
                    <a:pt x="447" y="390"/>
                    <a:pt x="451" y="393"/>
                  </a:cubicBezTo>
                  <a:cubicBezTo>
                    <a:pt x="457" y="396"/>
                    <a:pt x="465" y="391"/>
                    <a:pt x="461" y="384"/>
                  </a:cubicBezTo>
                  <a:cubicBezTo>
                    <a:pt x="460" y="382"/>
                    <a:pt x="456" y="381"/>
                    <a:pt x="459" y="378"/>
                  </a:cubicBezTo>
                  <a:cubicBezTo>
                    <a:pt x="460" y="377"/>
                    <a:pt x="460" y="376"/>
                    <a:pt x="459" y="374"/>
                  </a:cubicBezTo>
                  <a:cubicBezTo>
                    <a:pt x="455" y="372"/>
                    <a:pt x="449" y="375"/>
                    <a:pt x="445" y="373"/>
                  </a:cubicBezTo>
                  <a:cubicBezTo>
                    <a:pt x="444" y="371"/>
                    <a:pt x="444" y="369"/>
                    <a:pt x="444" y="367"/>
                  </a:cubicBezTo>
                  <a:cubicBezTo>
                    <a:pt x="447" y="360"/>
                    <a:pt x="452" y="356"/>
                    <a:pt x="458" y="352"/>
                  </a:cubicBezTo>
                  <a:cubicBezTo>
                    <a:pt x="460" y="350"/>
                    <a:pt x="462" y="348"/>
                    <a:pt x="465" y="346"/>
                  </a:cubicBezTo>
                  <a:cubicBezTo>
                    <a:pt x="468" y="345"/>
                    <a:pt x="470" y="341"/>
                    <a:pt x="473" y="340"/>
                  </a:cubicBezTo>
                  <a:cubicBezTo>
                    <a:pt x="476" y="340"/>
                    <a:pt x="478" y="338"/>
                    <a:pt x="481" y="339"/>
                  </a:cubicBezTo>
                  <a:cubicBezTo>
                    <a:pt x="482" y="339"/>
                    <a:pt x="483" y="339"/>
                    <a:pt x="484" y="339"/>
                  </a:cubicBezTo>
                  <a:cubicBezTo>
                    <a:pt x="485" y="339"/>
                    <a:pt x="485" y="339"/>
                    <a:pt x="486" y="339"/>
                  </a:cubicBezTo>
                  <a:cubicBezTo>
                    <a:pt x="486" y="338"/>
                    <a:pt x="486" y="338"/>
                    <a:pt x="487" y="337"/>
                  </a:cubicBezTo>
                  <a:cubicBezTo>
                    <a:pt x="487" y="336"/>
                    <a:pt x="487" y="334"/>
                    <a:pt x="489" y="334"/>
                  </a:cubicBezTo>
                  <a:cubicBezTo>
                    <a:pt x="490" y="334"/>
                    <a:pt x="490" y="334"/>
                    <a:pt x="491" y="334"/>
                  </a:cubicBezTo>
                  <a:cubicBezTo>
                    <a:pt x="493" y="332"/>
                    <a:pt x="494" y="328"/>
                    <a:pt x="497" y="326"/>
                  </a:cubicBezTo>
                  <a:cubicBezTo>
                    <a:pt x="499" y="325"/>
                    <a:pt x="504" y="326"/>
                    <a:pt x="504" y="329"/>
                  </a:cubicBezTo>
                  <a:cubicBezTo>
                    <a:pt x="507" y="330"/>
                    <a:pt x="511" y="330"/>
                    <a:pt x="514" y="328"/>
                  </a:cubicBezTo>
                  <a:cubicBezTo>
                    <a:pt x="515" y="327"/>
                    <a:pt x="517" y="326"/>
                    <a:pt x="517" y="324"/>
                  </a:cubicBezTo>
                  <a:cubicBezTo>
                    <a:pt x="517" y="324"/>
                    <a:pt x="517" y="324"/>
                    <a:pt x="517" y="324"/>
                  </a:cubicBezTo>
                  <a:cubicBezTo>
                    <a:pt x="517" y="323"/>
                    <a:pt x="516" y="322"/>
                    <a:pt x="514" y="321"/>
                  </a:cubicBezTo>
                  <a:cubicBezTo>
                    <a:pt x="512" y="319"/>
                    <a:pt x="512" y="317"/>
                    <a:pt x="514" y="315"/>
                  </a:cubicBezTo>
                  <a:cubicBezTo>
                    <a:pt x="516" y="313"/>
                    <a:pt x="518" y="312"/>
                    <a:pt x="521" y="311"/>
                  </a:cubicBezTo>
                  <a:cubicBezTo>
                    <a:pt x="524" y="310"/>
                    <a:pt x="524" y="306"/>
                    <a:pt x="527" y="304"/>
                  </a:cubicBezTo>
                  <a:cubicBezTo>
                    <a:pt x="527" y="304"/>
                    <a:pt x="527" y="304"/>
                    <a:pt x="527" y="303"/>
                  </a:cubicBezTo>
                  <a:cubicBezTo>
                    <a:pt x="527" y="302"/>
                    <a:pt x="527" y="301"/>
                    <a:pt x="527" y="299"/>
                  </a:cubicBezTo>
                  <a:cubicBezTo>
                    <a:pt x="528" y="297"/>
                    <a:pt x="530" y="294"/>
                    <a:pt x="528" y="291"/>
                  </a:cubicBezTo>
                  <a:cubicBezTo>
                    <a:pt x="527" y="289"/>
                    <a:pt x="528" y="287"/>
                    <a:pt x="530" y="285"/>
                  </a:cubicBezTo>
                  <a:cubicBezTo>
                    <a:pt x="534" y="282"/>
                    <a:pt x="532" y="277"/>
                    <a:pt x="535" y="274"/>
                  </a:cubicBezTo>
                  <a:cubicBezTo>
                    <a:pt x="536" y="272"/>
                    <a:pt x="536" y="270"/>
                    <a:pt x="535" y="268"/>
                  </a:cubicBezTo>
                  <a:cubicBezTo>
                    <a:pt x="533" y="265"/>
                    <a:pt x="532" y="262"/>
                    <a:pt x="532" y="258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44" name="Freeform 16">
              <a:extLst>
                <a:ext uri="{FF2B5EF4-FFF2-40B4-BE49-F238E27FC236}">
                  <a16:creationId xmlns:a16="http://schemas.microsoft.com/office/drawing/2014/main" id="{3D055896-F7BB-B402-904D-F3CE3966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600" y="3200400"/>
              <a:ext cx="422275" cy="334963"/>
            </a:xfrm>
            <a:custGeom>
              <a:avLst/>
              <a:gdLst>
                <a:gd name="T0" fmla="*/ 897296332 w 111"/>
                <a:gd name="T1" fmla="*/ 1115628529 h 88"/>
                <a:gd name="T2" fmla="*/ 853878093 w 111"/>
                <a:gd name="T3" fmla="*/ 1144602829 h 88"/>
                <a:gd name="T4" fmla="*/ 752573940 w 111"/>
                <a:gd name="T5" fmla="*/ 1159093785 h 88"/>
                <a:gd name="T6" fmla="*/ 564429504 w 111"/>
                <a:gd name="T7" fmla="*/ 1202559040 h 88"/>
                <a:gd name="T8" fmla="*/ 390760350 w 111"/>
                <a:gd name="T9" fmla="*/ 1260515252 h 88"/>
                <a:gd name="T10" fmla="*/ 303923872 w 111"/>
                <a:gd name="T11" fmla="*/ 1231537146 h 88"/>
                <a:gd name="T12" fmla="*/ 318395350 w 111"/>
                <a:gd name="T13" fmla="*/ 1115628529 h 88"/>
                <a:gd name="T14" fmla="*/ 318395350 w 111"/>
                <a:gd name="T15" fmla="*/ 1014207062 h 88"/>
                <a:gd name="T16" fmla="*/ 246034154 w 111"/>
                <a:gd name="T17" fmla="*/ 985228956 h 88"/>
                <a:gd name="T18" fmla="*/ 173669153 w 111"/>
                <a:gd name="T19" fmla="*/ 825855083 h 88"/>
                <a:gd name="T20" fmla="*/ 144726197 w 111"/>
                <a:gd name="T21" fmla="*/ 796876977 h 88"/>
                <a:gd name="T22" fmla="*/ 101307957 w 111"/>
                <a:gd name="T23" fmla="*/ 709942659 h 88"/>
                <a:gd name="T24" fmla="*/ 86836479 w 111"/>
                <a:gd name="T25" fmla="*/ 680968360 h 88"/>
                <a:gd name="T26" fmla="*/ 144726197 w 111"/>
                <a:gd name="T27" fmla="*/ 536081637 h 88"/>
                <a:gd name="T28" fmla="*/ 144726197 w 111"/>
                <a:gd name="T29" fmla="*/ 492616381 h 88"/>
                <a:gd name="T30" fmla="*/ 28946761 w 111"/>
                <a:gd name="T31" fmla="*/ 376703957 h 88"/>
                <a:gd name="T32" fmla="*/ 144726197 w 111"/>
                <a:gd name="T33" fmla="*/ 318751552 h 88"/>
                <a:gd name="T34" fmla="*/ 274977111 w 111"/>
                <a:gd name="T35" fmla="*/ 275286296 h 88"/>
                <a:gd name="T36" fmla="*/ 405231829 w 111"/>
                <a:gd name="T37" fmla="*/ 188351979 h 88"/>
                <a:gd name="T38" fmla="*/ 434174786 w 111"/>
                <a:gd name="T39" fmla="*/ 144886723 h 88"/>
                <a:gd name="T40" fmla="*/ 549958025 w 111"/>
                <a:gd name="T41" fmla="*/ 130399573 h 88"/>
                <a:gd name="T42" fmla="*/ 694680418 w 111"/>
                <a:gd name="T43" fmla="*/ 115908617 h 88"/>
                <a:gd name="T44" fmla="*/ 709155700 w 111"/>
                <a:gd name="T45" fmla="*/ 86930511 h 88"/>
                <a:gd name="T46" fmla="*/ 998604289 w 111"/>
                <a:gd name="T47" fmla="*/ 14487150 h 88"/>
                <a:gd name="T48" fmla="*/ 1143330486 w 111"/>
                <a:gd name="T49" fmla="*/ 72443362 h 88"/>
                <a:gd name="T50" fmla="*/ 1316999639 w 111"/>
                <a:gd name="T51" fmla="*/ 101421467 h 88"/>
                <a:gd name="T52" fmla="*/ 1389364640 w 111"/>
                <a:gd name="T53" fmla="*/ 260795340 h 88"/>
                <a:gd name="T54" fmla="*/ 1490672597 w 111"/>
                <a:gd name="T55" fmla="*/ 289773446 h 88"/>
                <a:gd name="T56" fmla="*/ 1591980554 w 111"/>
                <a:gd name="T57" fmla="*/ 362216808 h 88"/>
                <a:gd name="T58" fmla="*/ 1548562315 w 111"/>
                <a:gd name="T59" fmla="*/ 492616381 h 88"/>
                <a:gd name="T60" fmla="*/ 1403836118 w 111"/>
                <a:gd name="T61" fmla="*/ 565059743 h 88"/>
                <a:gd name="T62" fmla="*/ 1403836118 w 111"/>
                <a:gd name="T63" fmla="*/ 680968360 h 88"/>
                <a:gd name="T64" fmla="*/ 1505144075 w 111"/>
                <a:gd name="T65" fmla="*/ 825855083 h 88"/>
                <a:gd name="T66" fmla="*/ 1534090836 w 111"/>
                <a:gd name="T67" fmla="*/ 970741806 h 88"/>
                <a:gd name="T68" fmla="*/ 1476197314 w 111"/>
                <a:gd name="T69" fmla="*/ 1057672317 h 88"/>
                <a:gd name="T70" fmla="*/ 1374893161 w 111"/>
                <a:gd name="T71" fmla="*/ 1072159467 h 88"/>
                <a:gd name="T72" fmla="*/ 1128859008 w 111"/>
                <a:gd name="T73" fmla="*/ 1014207062 h 88"/>
                <a:gd name="T74" fmla="*/ 998604289 w 111"/>
                <a:gd name="T75" fmla="*/ 1057672317 h 88"/>
                <a:gd name="T76" fmla="*/ 897296332 w 111"/>
                <a:gd name="T77" fmla="*/ 1115628529 h 8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1" h="88">
                  <a:moveTo>
                    <a:pt x="62" y="77"/>
                  </a:moveTo>
                  <a:cubicBezTo>
                    <a:pt x="61" y="78"/>
                    <a:pt x="60" y="78"/>
                    <a:pt x="59" y="79"/>
                  </a:cubicBezTo>
                  <a:cubicBezTo>
                    <a:pt x="57" y="81"/>
                    <a:pt x="54" y="82"/>
                    <a:pt x="52" y="80"/>
                  </a:cubicBezTo>
                  <a:cubicBezTo>
                    <a:pt x="47" y="78"/>
                    <a:pt x="42" y="81"/>
                    <a:pt x="39" y="83"/>
                  </a:cubicBezTo>
                  <a:cubicBezTo>
                    <a:pt x="34" y="86"/>
                    <a:pt x="33" y="88"/>
                    <a:pt x="27" y="87"/>
                  </a:cubicBezTo>
                  <a:cubicBezTo>
                    <a:pt x="25" y="87"/>
                    <a:pt x="22" y="87"/>
                    <a:pt x="21" y="85"/>
                  </a:cubicBezTo>
                  <a:cubicBezTo>
                    <a:pt x="19" y="83"/>
                    <a:pt x="21" y="79"/>
                    <a:pt x="22" y="77"/>
                  </a:cubicBezTo>
                  <a:cubicBezTo>
                    <a:pt x="22" y="74"/>
                    <a:pt x="23" y="72"/>
                    <a:pt x="22" y="70"/>
                  </a:cubicBezTo>
                  <a:cubicBezTo>
                    <a:pt x="20" y="69"/>
                    <a:pt x="18" y="68"/>
                    <a:pt x="17" y="68"/>
                  </a:cubicBezTo>
                  <a:cubicBezTo>
                    <a:pt x="13" y="65"/>
                    <a:pt x="15" y="60"/>
                    <a:pt x="12" y="57"/>
                  </a:cubicBezTo>
                  <a:cubicBezTo>
                    <a:pt x="11" y="56"/>
                    <a:pt x="10" y="56"/>
                    <a:pt x="10" y="55"/>
                  </a:cubicBezTo>
                  <a:cubicBezTo>
                    <a:pt x="8" y="53"/>
                    <a:pt x="9" y="51"/>
                    <a:pt x="7" y="49"/>
                  </a:cubicBezTo>
                  <a:cubicBezTo>
                    <a:pt x="6" y="48"/>
                    <a:pt x="6" y="48"/>
                    <a:pt x="6" y="47"/>
                  </a:cubicBezTo>
                  <a:cubicBezTo>
                    <a:pt x="1" y="42"/>
                    <a:pt x="5" y="39"/>
                    <a:pt x="10" y="37"/>
                  </a:cubicBezTo>
                  <a:cubicBezTo>
                    <a:pt x="12" y="36"/>
                    <a:pt x="10" y="35"/>
                    <a:pt x="10" y="34"/>
                  </a:cubicBezTo>
                  <a:cubicBezTo>
                    <a:pt x="8" y="30"/>
                    <a:pt x="0" y="33"/>
                    <a:pt x="2" y="26"/>
                  </a:cubicBezTo>
                  <a:cubicBezTo>
                    <a:pt x="4" y="23"/>
                    <a:pt x="8" y="24"/>
                    <a:pt x="10" y="22"/>
                  </a:cubicBezTo>
                  <a:cubicBezTo>
                    <a:pt x="12" y="18"/>
                    <a:pt x="14" y="16"/>
                    <a:pt x="19" y="19"/>
                  </a:cubicBezTo>
                  <a:cubicBezTo>
                    <a:pt x="25" y="21"/>
                    <a:pt x="27" y="18"/>
                    <a:pt x="28" y="13"/>
                  </a:cubicBezTo>
                  <a:cubicBezTo>
                    <a:pt x="29" y="12"/>
                    <a:pt x="29" y="11"/>
                    <a:pt x="30" y="10"/>
                  </a:cubicBezTo>
                  <a:cubicBezTo>
                    <a:pt x="33" y="8"/>
                    <a:pt x="35" y="6"/>
                    <a:pt x="38" y="9"/>
                  </a:cubicBezTo>
                  <a:cubicBezTo>
                    <a:pt x="42" y="13"/>
                    <a:pt x="45" y="11"/>
                    <a:pt x="48" y="8"/>
                  </a:cubicBezTo>
                  <a:cubicBezTo>
                    <a:pt x="48" y="7"/>
                    <a:pt x="48" y="7"/>
                    <a:pt x="49" y="6"/>
                  </a:cubicBezTo>
                  <a:cubicBezTo>
                    <a:pt x="55" y="3"/>
                    <a:pt x="63" y="4"/>
                    <a:pt x="69" y="1"/>
                  </a:cubicBezTo>
                  <a:cubicBezTo>
                    <a:pt x="74" y="0"/>
                    <a:pt x="76" y="3"/>
                    <a:pt x="79" y="5"/>
                  </a:cubicBezTo>
                  <a:cubicBezTo>
                    <a:pt x="82" y="10"/>
                    <a:pt x="87" y="5"/>
                    <a:pt x="91" y="7"/>
                  </a:cubicBezTo>
                  <a:cubicBezTo>
                    <a:pt x="96" y="9"/>
                    <a:pt x="93" y="15"/>
                    <a:pt x="96" y="18"/>
                  </a:cubicBezTo>
                  <a:cubicBezTo>
                    <a:pt x="98" y="19"/>
                    <a:pt x="101" y="20"/>
                    <a:pt x="103" y="20"/>
                  </a:cubicBezTo>
                  <a:cubicBezTo>
                    <a:pt x="106" y="21"/>
                    <a:pt x="109" y="22"/>
                    <a:pt x="110" y="25"/>
                  </a:cubicBezTo>
                  <a:cubicBezTo>
                    <a:pt x="111" y="28"/>
                    <a:pt x="109" y="32"/>
                    <a:pt x="107" y="34"/>
                  </a:cubicBezTo>
                  <a:cubicBezTo>
                    <a:pt x="104" y="37"/>
                    <a:pt x="100" y="37"/>
                    <a:pt x="97" y="39"/>
                  </a:cubicBezTo>
                  <a:cubicBezTo>
                    <a:pt x="93" y="42"/>
                    <a:pt x="95" y="45"/>
                    <a:pt x="97" y="47"/>
                  </a:cubicBezTo>
                  <a:cubicBezTo>
                    <a:pt x="99" y="51"/>
                    <a:pt x="102" y="54"/>
                    <a:pt x="104" y="57"/>
                  </a:cubicBezTo>
                  <a:cubicBezTo>
                    <a:pt x="108" y="60"/>
                    <a:pt x="107" y="63"/>
                    <a:pt x="106" y="67"/>
                  </a:cubicBezTo>
                  <a:cubicBezTo>
                    <a:pt x="105" y="69"/>
                    <a:pt x="103" y="71"/>
                    <a:pt x="102" y="73"/>
                  </a:cubicBezTo>
                  <a:cubicBezTo>
                    <a:pt x="100" y="74"/>
                    <a:pt x="97" y="74"/>
                    <a:pt x="95" y="74"/>
                  </a:cubicBezTo>
                  <a:cubicBezTo>
                    <a:pt x="89" y="70"/>
                    <a:pt x="85" y="66"/>
                    <a:pt x="78" y="70"/>
                  </a:cubicBezTo>
                  <a:cubicBezTo>
                    <a:pt x="75" y="73"/>
                    <a:pt x="72" y="72"/>
                    <a:pt x="69" y="73"/>
                  </a:cubicBezTo>
                  <a:cubicBezTo>
                    <a:pt x="66" y="73"/>
                    <a:pt x="62" y="73"/>
                    <a:pt x="62" y="77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45" name="Freeform 17">
              <a:extLst>
                <a:ext uri="{FF2B5EF4-FFF2-40B4-BE49-F238E27FC236}">
                  <a16:creationId xmlns:a16="http://schemas.microsoft.com/office/drawing/2014/main" id="{41792DC1-2662-4154-2543-6F903BFB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725" y="3257550"/>
              <a:ext cx="1406525" cy="1774825"/>
            </a:xfrm>
            <a:custGeom>
              <a:avLst/>
              <a:gdLst>
                <a:gd name="T0" fmla="*/ 2147483646 w 369"/>
                <a:gd name="T1" fmla="*/ 1058919248 h 466"/>
                <a:gd name="T2" fmla="*/ 2147483646 w 369"/>
                <a:gd name="T3" fmla="*/ 826824697 h 466"/>
                <a:gd name="T4" fmla="*/ 2147483646 w 369"/>
                <a:gd name="T5" fmla="*/ 652758545 h 466"/>
                <a:gd name="T6" fmla="*/ 2147483646 w 369"/>
                <a:gd name="T7" fmla="*/ 406160703 h 466"/>
                <a:gd name="T8" fmla="*/ 2147483646 w 369"/>
                <a:gd name="T9" fmla="*/ 333632822 h 466"/>
                <a:gd name="T10" fmla="*/ 2147483646 w 369"/>
                <a:gd name="T11" fmla="*/ 130552471 h 466"/>
                <a:gd name="T12" fmla="*/ 2147483646 w 369"/>
                <a:gd name="T13" fmla="*/ 58024590 h 466"/>
                <a:gd name="T14" fmla="*/ 2147483646 w 369"/>
                <a:gd name="T15" fmla="*/ 101538271 h 466"/>
                <a:gd name="T16" fmla="*/ 2147483646 w 369"/>
                <a:gd name="T17" fmla="*/ 406160703 h 466"/>
                <a:gd name="T18" fmla="*/ 2147483646 w 369"/>
                <a:gd name="T19" fmla="*/ 580226855 h 466"/>
                <a:gd name="T20" fmla="*/ 2147483646 w 369"/>
                <a:gd name="T21" fmla="*/ 420663994 h 466"/>
                <a:gd name="T22" fmla="*/ 2147483646 w 369"/>
                <a:gd name="T23" fmla="*/ 536713174 h 466"/>
                <a:gd name="T24" fmla="*/ 2147483646 w 369"/>
                <a:gd name="T25" fmla="*/ 667261836 h 466"/>
                <a:gd name="T26" fmla="*/ 1917855919 w 369"/>
                <a:gd name="T27" fmla="*/ 957377168 h 466"/>
                <a:gd name="T28" fmla="*/ 1670860219 w 369"/>
                <a:gd name="T29" fmla="*/ 928366777 h 466"/>
                <a:gd name="T30" fmla="*/ 1409334238 w 369"/>
                <a:gd name="T31" fmla="*/ 899356387 h 466"/>
                <a:gd name="T32" fmla="*/ 1046103922 w 369"/>
                <a:gd name="T33" fmla="*/ 1058919248 h 466"/>
                <a:gd name="T34" fmla="*/ 639286577 w 369"/>
                <a:gd name="T35" fmla="*/ 1029905049 h 466"/>
                <a:gd name="T36" fmla="*/ 552108709 w 369"/>
                <a:gd name="T37" fmla="*/ 1145950420 h 466"/>
                <a:gd name="T38" fmla="*/ 392287065 w 369"/>
                <a:gd name="T39" fmla="*/ 1392548262 h 466"/>
                <a:gd name="T40" fmla="*/ 261525980 w 369"/>
                <a:gd name="T41" fmla="*/ 1552111123 h 466"/>
                <a:gd name="T42" fmla="*/ 43587028 w 369"/>
                <a:gd name="T43" fmla="*/ 1914754336 h 466"/>
                <a:gd name="T44" fmla="*/ 87174056 w 369"/>
                <a:gd name="T45" fmla="*/ 2147483646 h 466"/>
                <a:gd name="T46" fmla="*/ 435877905 w 369"/>
                <a:gd name="T47" fmla="*/ 2147483646 h 466"/>
                <a:gd name="T48" fmla="*/ 566638989 w 369"/>
                <a:gd name="T49" fmla="*/ 2147483646 h 466"/>
                <a:gd name="T50" fmla="*/ 755517381 w 369"/>
                <a:gd name="T51" fmla="*/ 2147483646 h 466"/>
                <a:gd name="T52" fmla="*/ 813634689 w 369"/>
                <a:gd name="T53" fmla="*/ 2147483646 h 466"/>
                <a:gd name="T54" fmla="*/ 1075160670 w 369"/>
                <a:gd name="T55" fmla="*/ 2147483646 h 466"/>
                <a:gd name="T56" fmla="*/ 1249512594 w 369"/>
                <a:gd name="T57" fmla="*/ 2147483646 h 466"/>
                <a:gd name="T58" fmla="*/ 1569155883 w 369"/>
                <a:gd name="T59" fmla="*/ 2147483646 h 466"/>
                <a:gd name="T60" fmla="*/ 1787094835 w 369"/>
                <a:gd name="T61" fmla="*/ 2147483646 h 466"/>
                <a:gd name="T62" fmla="*/ 2048620815 w 369"/>
                <a:gd name="T63" fmla="*/ 2147483646 h 466"/>
                <a:gd name="T64" fmla="*/ 2147483646 w 369"/>
                <a:gd name="T65" fmla="*/ 2147483646 h 466"/>
                <a:gd name="T66" fmla="*/ 2147483646 w 369"/>
                <a:gd name="T67" fmla="*/ 2147483646 h 466"/>
                <a:gd name="T68" fmla="*/ 2147483646 w 369"/>
                <a:gd name="T69" fmla="*/ 2147483646 h 466"/>
                <a:gd name="T70" fmla="*/ 2147483646 w 369"/>
                <a:gd name="T71" fmla="*/ 2147483646 h 466"/>
                <a:gd name="T72" fmla="*/ 2147483646 w 369"/>
                <a:gd name="T73" fmla="*/ 2147483646 h 466"/>
                <a:gd name="T74" fmla="*/ 2147483646 w 369"/>
                <a:gd name="T75" fmla="*/ 2147483646 h 466"/>
                <a:gd name="T76" fmla="*/ 2147483646 w 369"/>
                <a:gd name="T77" fmla="*/ 2147483646 h 466"/>
                <a:gd name="T78" fmla="*/ 2147483646 w 369"/>
                <a:gd name="T79" fmla="*/ 2147483646 h 466"/>
                <a:gd name="T80" fmla="*/ 2147483646 w 369"/>
                <a:gd name="T81" fmla="*/ 2147483646 h 466"/>
                <a:gd name="T82" fmla="*/ 2147483646 w 369"/>
                <a:gd name="T83" fmla="*/ 2147483646 h 466"/>
                <a:gd name="T84" fmla="*/ 2147483646 w 369"/>
                <a:gd name="T85" fmla="*/ 2147483646 h 466"/>
                <a:gd name="T86" fmla="*/ 2147483646 w 369"/>
                <a:gd name="T87" fmla="*/ 2147483646 h 466"/>
                <a:gd name="T88" fmla="*/ 2147483646 w 369"/>
                <a:gd name="T89" fmla="*/ 2147483646 h 466"/>
                <a:gd name="T90" fmla="*/ 2147483646 w 369"/>
                <a:gd name="T91" fmla="*/ 2147483646 h 466"/>
                <a:gd name="T92" fmla="*/ 2147483646 w 369"/>
                <a:gd name="T93" fmla="*/ 2147483646 h 466"/>
                <a:gd name="T94" fmla="*/ 2147483646 w 369"/>
                <a:gd name="T95" fmla="*/ 2147483646 h 466"/>
                <a:gd name="T96" fmla="*/ 2147483646 w 369"/>
                <a:gd name="T97" fmla="*/ 2147483646 h 466"/>
                <a:gd name="T98" fmla="*/ 2147483646 w 369"/>
                <a:gd name="T99" fmla="*/ 2147483646 h 466"/>
                <a:gd name="T100" fmla="*/ 2147483646 w 369"/>
                <a:gd name="T101" fmla="*/ 2147483646 h 466"/>
                <a:gd name="T102" fmla="*/ 2147483646 w 369"/>
                <a:gd name="T103" fmla="*/ 2147483646 h 466"/>
                <a:gd name="T104" fmla="*/ 2147483646 w 369"/>
                <a:gd name="T105" fmla="*/ 2147483646 h 466"/>
                <a:gd name="T106" fmla="*/ 2147483646 w 369"/>
                <a:gd name="T107" fmla="*/ 2147483646 h 466"/>
                <a:gd name="T108" fmla="*/ 2147483646 w 369"/>
                <a:gd name="T109" fmla="*/ 2147483646 h 466"/>
                <a:gd name="T110" fmla="*/ 2147483646 w 369"/>
                <a:gd name="T111" fmla="*/ 2103327588 h 466"/>
                <a:gd name="T112" fmla="*/ 2147483646 w 369"/>
                <a:gd name="T113" fmla="*/ 1552111123 h 46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69" h="466">
                  <a:moveTo>
                    <a:pt x="363" y="100"/>
                  </a:moveTo>
                  <a:cubicBezTo>
                    <a:pt x="364" y="97"/>
                    <a:pt x="368" y="95"/>
                    <a:pt x="367" y="91"/>
                  </a:cubicBezTo>
                  <a:cubicBezTo>
                    <a:pt x="366" y="85"/>
                    <a:pt x="369" y="78"/>
                    <a:pt x="362" y="73"/>
                  </a:cubicBezTo>
                  <a:cubicBezTo>
                    <a:pt x="358" y="71"/>
                    <a:pt x="353" y="70"/>
                    <a:pt x="349" y="70"/>
                  </a:cubicBezTo>
                  <a:cubicBezTo>
                    <a:pt x="346" y="68"/>
                    <a:pt x="347" y="66"/>
                    <a:pt x="347" y="64"/>
                  </a:cubicBezTo>
                  <a:cubicBezTo>
                    <a:pt x="346" y="57"/>
                    <a:pt x="340" y="59"/>
                    <a:pt x="335" y="57"/>
                  </a:cubicBezTo>
                  <a:cubicBezTo>
                    <a:pt x="335" y="57"/>
                    <a:pt x="334" y="56"/>
                    <a:pt x="333" y="55"/>
                  </a:cubicBezTo>
                  <a:cubicBezTo>
                    <a:pt x="330" y="52"/>
                    <a:pt x="327" y="51"/>
                    <a:pt x="324" y="48"/>
                  </a:cubicBezTo>
                  <a:cubicBezTo>
                    <a:pt x="320" y="46"/>
                    <a:pt x="316" y="45"/>
                    <a:pt x="312" y="45"/>
                  </a:cubicBezTo>
                  <a:cubicBezTo>
                    <a:pt x="309" y="45"/>
                    <a:pt x="306" y="45"/>
                    <a:pt x="303" y="43"/>
                  </a:cubicBezTo>
                  <a:cubicBezTo>
                    <a:pt x="300" y="42"/>
                    <a:pt x="300" y="37"/>
                    <a:pt x="297" y="36"/>
                  </a:cubicBezTo>
                  <a:cubicBezTo>
                    <a:pt x="293" y="35"/>
                    <a:pt x="286" y="34"/>
                    <a:pt x="290" y="28"/>
                  </a:cubicBezTo>
                  <a:cubicBezTo>
                    <a:pt x="291" y="26"/>
                    <a:pt x="293" y="24"/>
                    <a:pt x="289" y="22"/>
                  </a:cubicBezTo>
                  <a:cubicBezTo>
                    <a:pt x="288" y="21"/>
                    <a:pt x="286" y="22"/>
                    <a:pt x="284" y="22"/>
                  </a:cubicBezTo>
                  <a:cubicBezTo>
                    <a:pt x="282" y="23"/>
                    <a:pt x="280" y="22"/>
                    <a:pt x="278" y="23"/>
                  </a:cubicBezTo>
                  <a:cubicBezTo>
                    <a:pt x="274" y="22"/>
                    <a:pt x="270" y="23"/>
                    <a:pt x="266" y="26"/>
                  </a:cubicBezTo>
                  <a:cubicBezTo>
                    <a:pt x="265" y="26"/>
                    <a:pt x="264" y="25"/>
                    <a:pt x="263" y="24"/>
                  </a:cubicBezTo>
                  <a:cubicBezTo>
                    <a:pt x="260" y="19"/>
                    <a:pt x="269" y="15"/>
                    <a:pt x="264" y="9"/>
                  </a:cubicBezTo>
                  <a:cubicBezTo>
                    <a:pt x="262" y="8"/>
                    <a:pt x="261" y="7"/>
                    <a:pt x="259" y="7"/>
                  </a:cubicBezTo>
                  <a:cubicBezTo>
                    <a:pt x="257" y="7"/>
                    <a:pt x="256" y="8"/>
                    <a:pt x="254" y="8"/>
                  </a:cubicBezTo>
                  <a:cubicBezTo>
                    <a:pt x="251" y="8"/>
                    <a:pt x="251" y="5"/>
                    <a:pt x="249" y="4"/>
                  </a:cubicBezTo>
                  <a:cubicBezTo>
                    <a:pt x="245" y="3"/>
                    <a:pt x="241" y="0"/>
                    <a:pt x="237" y="0"/>
                  </a:cubicBezTo>
                  <a:cubicBezTo>
                    <a:pt x="236" y="1"/>
                    <a:pt x="235" y="1"/>
                    <a:pt x="235" y="1"/>
                  </a:cubicBezTo>
                  <a:cubicBezTo>
                    <a:pt x="235" y="3"/>
                    <a:pt x="233" y="6"/>
                    <a:pt x="231" y="7"/>
                  </a:cubicBezTo>
                  <a:cubicBezTo>
                    <a:pt x="228" y="10"/>
                    <a:pt x="231" y="13"/>
                    <a:pt x="233" y="16"/>
                  </a:cubicBezTo>
                  <a:cubicBezTo>
                    <a:pt x="232" y="19"/>
                    <a:pt x="226" y="21"/>
                    <a:pt x="223" y="22"/>
                  </a:cubicBezTo>
                  <a:cubicBezTo>
                    <a:pt x="220" y="23"/>
                    <a:pt x="217" y="23"/>
                    <a:pt x="217" y="28"/>
                  </a:cubicBezTo>
                  <a:cubicBezTo>
                    <a:pt x="217" y="28"/>
                    <a:pt x="217" y="28"/>
                    <a:pt x="217" y="28"/>
                  </a:cubicBezTo>
                  <a:cubicBezTo>
                    <a:pt x="216" y="32"/>
                    <a:pt x="216" y="35"/>
                    <a:pt x="215" y="39"/>
                  </a:cubicBezTo>
                  <a:cubicBezTo>
                    <a:pt x="214" y="42"/>
                    <a:pt x="211" y="41"/>
                    <a:pt x="208" y="40"/>
                  </a:cubicBezTo>
                  <a:cubicBezTo>
                    <a:pt x="206" y="38"/>
                    <a:pt x="202" y="37"/>
                    <a:pt x="200" y="34"/>
                  </a:cubicBezTo>
                  <a:cubicBezTo>
                    <a:pt x="200" y="30"/>
                    <a:pt x="196" y="33"/>
                    <a:pt x="194" y="32"/>
                  </a:cubicBezTo>
                  <a:cubicBezTo>
                    <a:pt x="192" y="30"/>
                    <a:pt x="189" y="29"/>
                    <a:pt x="186" y="29"/>
                  </a:cubicBezTo>
                  <a:cubicBezTo>
                    <a:pt x="183" y="27"/>
                    <a:pt x="180" y="25"/>
                    <a:pt x="177" y="30"/>
                  </a:cubicBezTo>
                  <a:cubicBezTo>
                    <a:pt x="176" y="31"/>
                    <a:pt x="175" y="32"/>
                    <a:pt x="173" y="33"/>
                  </a:cubicBezTo>
                  <a:cubicBezTo>
                    <a:pt x="172" y="35"/>
                    <a:pt x="170" y="37"/>
                    <a:pt x="168" y="37"/>
                  </a:cubicBezTo>
                  <a:cubicBezTo>
                    <a:pt x="167" y="37"/>
                    <a:pt x="167" y="37"/>
                    <a:pt x="167" y="38"/>
                  </a:cubicBezTo>
                  <a:cubicBezTo>
                    <a:pt x="164" y="41"/>
                    <a:pt x="160" y="42"/>
                    <a:pt x="156" y="44"/>
                  </a:cubicBezTo>
                  <a:cubicBezTo>
                    <a:pt x="157" y="45"/>
                    <a:pt x="152" y="46"/>
                    <a:pt x="151" y="46"/>
                  </a:cubicBezTo>
                  <a:cubicBezTo>
                    <a:pt x="147" y="47"/>
                    <a:pt x="145" y="48"/>
                    <a:pt x="143" y="52"/>
                  </a:cubicBezTo>
                  <a:cubicBezTo>
                    <a:pt x="147" y="56"/>
                    <a:pt x="145" y="61"/>
                    <a:pt x="142" y="64"/>
                  </a:cubicBezTo>
                  <a:cubicBezTo>
                    <a:pt x="138" y="65"/>
                    <a:pt x="136" y="69"/>
                    <a:pt x="132" y="66"/>
                  </a:cubicBezTo>
                  <a:cubicBezTo>
                    <a:pt x="130" y="64"/>
                    <a:pt x="128" y="62"/>
                    <a:pt x="125" y="64"/>
                  </a:cubicBezTo>
                  <a:cubicBezTo>
                    <a:pt x="124" y="65"/>
                    <a:pt x="123" y="66"/>
                    <a:pt x="121" y="66"/>
                  </a:cubicBezTo>
                  <a:cubicBezTo>
                    <a:pt x="119" y="67"/>
                    <a:pt x="117" y="65"/>
                    <a:pt x="115" y="64"/>
                  </a:cubicBezTo>
                  <a:cubicBezTo>
                    <a:pt x="112" y="63"/>
                    <a:pt x="110" y="64"/>
                    <a:pt x="108" y="62"/>
                  </a:cubicBezTo>
                  <a:cubicBezTo>
                    <a:pt x="105" y="59"/>
                    <a:pt x="102" y="58"/>
                    <a:pt x="99" y="61"/>
                  </a:cubicBezTo>
                  <a:cubicBezTo>
                    <a:pt x="99" y="62"/>
                    <a:pt x="98" y="62"/>
                    <a:pt x="97" y="62"/>
                  </a:cubicBezTo>
                  <a:cubicBezTo>
                    <a:pt x="95" y="61"/>
                    <a:pt x="93" y="59"/>
                    <a:pt x="90" y="62"/>
                  </a:cubicBezTo>
                  <a:cubicBezTo>
                    <a:pt x="88" y="66"/>
                    <a:pt x="83" y="63"/>
                    <a:pt x="81" y="67"/>
                  </a:cubicBezTo>
                  <a:cubicBezTo>
                    <a:pt x="79" y="69"/>
                    <a:pt x="75" y="74"/>
                    <a:pt x="72" y="73"/>
                  </a:cubicBezTo>
                  <a:cubicBezTo>
                    <a:pt x="69" y="71"/>
                    <a:pt x="68" y="68"/>
                    <a:pt x="65" y="67"/>
                  </a:cubicBezTo>
                  <a:cubicBezTo>
                    <a:pt x="61" y="66"/>
                    <a:pt x="59" y="70"/>
                    <a:pt x="56" y="72"/>
                  </a:cubicBezTo>
                  <a:cubicBezTo>
                    <a:pt x="52" y="74"/>
                    <a:pt x="48" y="73"/>
                    <a:pt x="44" y="71"/>
                  </a:cubicBezTo>
                  <a:cubicBezTo>
                    <a:pt x="43" y="70"/>
                    <a:pt x="43" y="70"/>
                    <a:pt x="42" y="70"/>
                  </a:cubicBezTo>
                  <a:cubicBezTo>
                    <a:pt x="41" y="72"/>
                    <a:pt x="41" y="73"/>
                    <a:pt x="40" y="75"/>
                  </a:cubicBezTo>
                  <a:cubicBezTo>
                    <a:pt x="40" y="77"/>
                    <a:pt x="39" y="78"/>
                    <a:pt x="38" y="79"/>
                  </a:cubicBezTo>
                  <a:cubicBezTo>
                    <a:pt x="37" y="80"/>
                    <a:pt x="34" y="84"/>
                    <a:pt x="35" y="85"/>
                  </a:cubicBezTo>
                  <a:cubicBezTo>
                    <a:pt x="33" y="87"/>
                    <a:pt x="33" y="90"/>
                    <a:pt x="31" y="92"/>
                  </a:cubicBezTo>
                  <a:cubicBezTo>
                    <a:pt x="30" y="93"/>
                    <a:pt x="28" y="94"/>
                    <a:pt x="27" y="96"/>
                  </a:cubicBezTo>
                  <a:cubicBezTo>
                    <a:pt x="27" y="98"/>
                    <a:pt x="26" y="100"/>
                    <a:pt x="24" y="102"/>
                  </a:cubicBezTo>
                  <a:cubicBezTo>
                    <a:pt x="23" y="103"/>
                    <a:pt x="21" y="105"/>
                    <a:pt x="20" y="105"/>
                  </a:cubicBezTo>
                  <a:cubicBezTo>
                    <a:pt x="19" y="105"/>
                    <a:pt x="19" y="106"/>
                    <a:pt x="18" y="107"/>
                  </a:cubicBezTo>
                  <a:cubicBezTo>
                    <a:pt x="17" y="111"/>
                    <a:pt x="19" y="116"/>
                    <a:pt x="17" y="121"/>
                  </a:cubicBezTo>
                  <a:cubicBezTo>
                    <a:pt x="14" y="125"/>
                    <a:pt x="11" y="126"/>
                    <a:pt x="8" y="128"/>
                  </a:cubicBezTo>
                  <a:cubicBezTo>
                    <a:pt x="5" y="128"/>
                    <a:pt x="3" y="129"/>
                    <a:pt x="3" y="132"/>
                  </a:cubicBezTo>
                  <a:cubicBezTo>
                    <a:pt x="2" y="133"/>
                    <a:pt x="0" y="135"/>
                    <a:pt x="0" y="136"/>
                  </a:cubicBezTo>
                  <a:cubicBezTo>
                    <a:pt x="0" y="139"/>
                    <a:pt x="1" y="140"/>
                    <a:pt x="2" y="142"/>
                  </a:cubicBezTo>
                  <a:cubicBezTo>
                    <a:pt x="4" y="145"/>
                    <a:pt x="4" y="150"/>
                    <a:pt x="6" y="153"/>
                  </a:cubicBezTo>
                  <a:cubicBezTo>
                    <a:pt x="6" y="157"/>
                    <a:pt x="13" y="157"/>
                    <a:pt x="16" y="158"/>
                  </a:cubicBezTo>
                  <a:cubicBezTo>
                    <a:pt x="18" y="160"/>
                    <a:pt x="19" y="163"/>
                    <a:pt x="22" y="163"/>
                  </a:cubicBezTo>
                  <a:cubicBezTo>
                    <a:pt x="25" y="164"/>
                    <a:pt x="28" y="164"/>
                    <a:pt x="30" y="168"/>
                  </a:cubicBezTo>
                  <a:cubicBezTo>
                    <a:pt x="33" y="176"/>
                    <a:pt x="25" y="182"/>
                    <a:pt x="29" y="189"/>
                  </a:cubicBezTo>
                  <a:cubicBezTo>
                    <a:pt x="33" y="190"/>
                    <a:pt x="37" y="192"/>
                    <a:pt x="38" y="196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2" y="199"/>
                    <a:pt x="41" y="202"/>
                    <a:pt x="40" y="205"/>
                  </a:cubicBezTo>
                  <a:cubicBezTo>
                    <a:pt x="40" y="209"/>
                    <a:pt x="41" y="212"/>
                    <a:pt x="43" y="215"/>
                  </a:cubicBezTo>
                  <a:cubicBezTo>
                    <a:pt x="44" y="220"/>
                    <a:pt x="43" y="228"/>
                    <a:pt x="52" y="226"/>
                  </a:cubicBezTo>
                  <a:cubicBezTo>
                    <a:pt x="54" y="227"/>
                    <a:pt x="56" y="227"/>
                    <a:pt x="56" y="229"/>
                  </a:cubicBezTo>
                  <a:cubicBezTo>
                    <a:pt x="57" y="232"/>
                    <a:pt x="57" y="235"/>
                    <a:pt x="57" y="238"/>
                  </a:cubicBezTo>
                  <a:cubicBezTo>
                    <a:pt x="57" y="242"/>
                    <a:pt x="57" y="245"/>
                    <a:pt x="56" y="248"/>
                  </a:cubicBezTo>
                  <a:cubicBezTo>
                    <a:pt x="55" y="251"/>
                    <a:pt x="58" y="253"/>
                    <a:pt x="60" y="255"/>
                  </a:cubicBezTo>
                  <a:cubicBezTo>
                    <a:pt x="62" y="258"/>
                    <a:pt x="60" y="262"/>
                    <a:pt x="62" y="265"/>
                  </a:cubicBezTo>
                  <a:cubicBezTo>
                    <a:pt x="64" y="272"/>
                    <a:pt x="70" y="267"/>
                    <a:pt x="74" y="270"/>
                  </a:cubicBezTo>
                  <a:cubicBezTo>
                    <a:pt x="77" y="273"/>
                    <a:pt x="80" y="276"/>
                    <a:pt x="82" y="280"/>
                  </a:cubicBezTo>
                  <a:cubicBezTo>
                    <a:pt x="85" y="282"/>
                    <a:pt x="85" y="285"/>
                    <a:pt x="85" y="288"/>
                  </a:cubicBezTo>
                  <a:cubicBezTo>
                    <a:pt x="86" y="289"/>
                    <a:pt x="85" y="291"/>
                    <a:pt x="86" y="293"/>
                  </a:cubicBezTo>
                  <a:cubicBezTo>
                    <a:pt x="86" y="296"/>
                    <a:pt x="88" y="297"/>
                    <a:pt x="90" y="299"/>
                  </a:cubicBezTo>
                  <a:cubicBezTo>
                    <a:pt x="95" y="301"/>
                    <a:pt x="99" y="300"/>
                    <a:pt x="104" y="301"/>
                  </a:cubicBezTo>
                  <a:cubicBezTo>
                    <a:pt x="106" y="301"/>
                    <a:pt x="107" y="303"/>
                    <a:pt x="108" y="304"/>
                  </a:cubicBezTo>
                  <a:cubicBezTo>
                    <a:pt x="108" y="304"/>
                    <a:pt x="109" y="305"/>
                    <a:pt x="109" y="305"/>
                  </a:cubicBezTo>
                  <a:cubicBezTo>
                    <a:pt x="114" y="309"/>
                    <a:pt x="115" y="305"/>
                    <a:pt x="115" y="301"/>
                  </a:cubicBezTo>
                  <a:cubicBezTo>
                    <a:pt x="117" y="296"/>
                    <a:pt x="120" y="298"/>
                    <a:pt x="123" y="299"/>
                  </a:cubicBezTo>
                  <a:cubicBezTo>
                    <a:pt x="125" y="300"/>
                    <a:pt x="128" y="300"/>
                    <a:pt x="131" y="301"/>
                  </a:cubicBezTo>
                  <a:cubicBezTo>
                    <a:pt x="134" y="302"/>
                    <a:pt x="136" y="304"/>
                    <a:pt x="137" y="307"/>
                  </a:cubicBezTo>
                  <a:cubicBezTo>
                    <a:pt x="138" y="309"/>
                    <a:pt x="140" y="310"/>
                    <a:pt x="141" y="311"/>
                  </a:cubicBezTo>
                  <a:cubicBezTo>
                    <a:pt x="143" y="313"/>
                    <a:pt x="145" y="318"/>
                    <a:pt x="148" y="319"/>
                  </a:cubicBezTo>
                  <a:cubicBezTo>
                    <a:pt x="151" y="321"/>
                    <a:pt x="151" y="325"/>
                    <a:pt x="151" y="328"/>
                  </a:cubicBezTo>
                  <a:cubicBezTo>
                    <a:pt x="152" y="331"/>
                    <a:pt x="151" y="335"/>
                    <a:pt x="153" y="337"/>
                  </a:cubicBezTo>
                  <a:cubicBezTo>
                    <a:pt x="156" y="340"/>
                    <a:pt x="159" y="342"/>
                    <a:pt x="162" y="344"/>
                  </a:cubicBezTo>
                  <a:cubicBezTo>
                    <a:pt x="166" y="345"/>
                    <a:pt x="163" y="350"/>
                    <a:pt x="166" y="352"/>
                  </a:cubicBezTo>
                  <a:cubicBezTo>
                    <a:pt x="169" y="354"/>
                    <a:pt x="171" y="356"/>
                    <a:pt x="172" y="359"/>
                  </a:cubicBezTo>
                  <a:cubicBezTo>
                    <a:pt x="173" y="362"/>
                    <a:pt x="172" y="366"/>
                    <a:pt x="175" y="368"/>
                  </a:cubicBezTo>
                  <a:cubicBezTo>
                    <a:pt x="176" y="368"/>
                    <a:pt x="176" y="368"/>
                    <a:pt x="177" y="368"/>
                  </a:cubicBezTo>
                  <a:cubicBezTo>
                    <a:pt x="180" y="370"/>
                    <a:pt x="183" y="373"/>
                    <a:pt x="185" y="376"/>
                  </a:cubicBezTo>
                  <a:cubicBezTo>
                    <a:pt x="185" y="377"/>
                    <a:pt x="185" y="378"/>
                    <a:pt x="185" y="379"/>
                  </a:cubicBezTo>
                  <a:cubicBezTo>
                    <a:pt x="188" y="385"/>
                    <a:pt x="188" y="394"/>
                    <a:pt x="195" y="397"/>
                  </a:cubicBezTo>
                  <a:cubicBezTo>
                    <a:pt x="197" y="398"/>
                    <a:pt x="200" y="397"/>
                    <a:pt x="202" y="397"/>
                  </a:cubicBezTo>
                  <a:cubicBezTo>
                    <a:pt x="203" y="397"/>
                    <a:pt x="204" y="397"/>
                    <a:pt x="204" y="397"/>
                  </a:cubicBezTo>
                  <a:cubicBezTo>
                    <a:pt x="207" y="397"/>
                    <a:pt x="209" y="396"/>
                    <a:pt x="212" y="397"/>
                  </a:cubicBezTo>
                  <a:cubicBezTo>
                    <a:pt x="212" y="398"/>
                    <a:pt x="213" y="399"/>
                    <a:pt x="214" y="399"/>
                  </a:cubicBezTo>
                  <a:cubicBezTo>
                    <a:pt x="216" y="401"/>
                    <a:pt x="218" y="402"/>
                    <a:pt x="221" y="402"/>
                  </a:cubicBezTo>
                  <a:cubicBezTo>
                    <a:pt x="222" y="403"/>
                    <a:pt x="223" y="404"/>
                    <a:pt x="225" y="404"/>
                  </a:cubicBezTo>
                  <a:cubicBezTo>
                    <a:pt x="226" y="404"/>
                    <a:pt x="227" y="405"/>
                    <a:pt x="227" y="406"/>
                  </a:cubicBezTo>
                  <a:cubicBezTo>
                    <a:pt x="230" y="408"/>
                    <a:pt x="229" y="412"/>
                    <a:pt x="231" y="413"/>
                  </a:cubicBezTo>
                  <a:cubicBezTo>
                    <a:pt x="232" y="414"/>
                    <a:pt x="234" y="415"/>
                    <a:pt x="235" y="415"/>
                  </a:cubicBezTo>
                  <a:cubicBezTo>
                    <a:pt x="237" y="417"/>
                    <a:pt x="240" y="417"/>
                    <a:pt x="242" y="420"/>
                  </a:cubicBezTo>
                  <a:cubicBezTo>
                    <a:pt x="243" y="422"/>
                    <a:pt x="242" y="425"/>
                    <a:pt x="244" y="428"/>
                  </a:cubicBezTo>
                  <a:cubicBezTo>
                    <a:pt x="243" y="433"/>
                    <a:pt x="246" y="438"/>
                    <a:pt x="245" y="444"/>
                  </a:cubicBezTo>
                  <a:cubicBezTo>
                    <a:pt x="240" y="450"/>
                    <a:pt x="248" y="451"/>
                    <a:pt x="250" y="454"/>
                  </a:cubicBezTo>
                  <a:cubicBezTo>
                    <a:pt x="251" y="455"/>
                    <a:pt x="253" y="456"/>
                    <a:pt x="254" y="457"/>
                  </a:cubicBezTo>
                  <a:cubicBezTo>
                    <a:pt x="257" y="459"/>
                    <a:pt x="262" y="466"/>
                    <a:pt x="267" y="464"/>
                  </a:cubicBezTo>
                  <a:cubicBezTo>
                    <a:pt x="269" y="462"/>
                    <a:pt x="268" y="458"/>
                    <a:pt x="271" y="456"/>
                  </a:cubicBezTo>
                  <a:cubicBezTo>
                    <a:pt x="271" y="456"/>
                    <a:pt x="271" y="455"/>
                    <a:pt x="271" y="454"/>
                  </a:cubicBezTo>
                  <a:cubicBezTo>
                    <a:pt x="272" y="450"/>
                    <a:pt x="271" y="447"/>
                    <a:pt x="271" y="443"/>
                  </a:cubicBezTo>
                  <a:cubicBezTo>
                    <a:pt x="271" y="440"/>
                    <a:pt x="272" y="437"/>
                    <a:pt x="272" y="434"/>
                  </a:cubicBezTo>
                  <a:cubicBezTo>
                    <a:pt x="272" y="429"/>
                    <a:pt x="271" y="425"/>
                    <a:pt x="276" y="422"/>
                  </a:cubicBezTo>
                  <a:cubicBezTo>
                    <a:pt x="279" y="421"/>
                    <a:pt x="281" y="420"/>
                    <a:pt x="283" y="419"/>
                  </a:cubicBezTo>
                  <a:cubicBezTo>
                    <a:pt x="286" y="416"/>
                    <a:pt x="288" y="413"/>
                    <a:pt x="287" y="409"/>
                  </a:cubicBezTo>
                  <a:cubicBezTo>
                    <a:pt x="286" y="405"/>
                    <a:pt x="283" y="401"/>
                    <a:pt x="287" y="396"/>
                  </a:cubicBezTo>
                  <a:cubicBezTo>
                    <a:pt x="287" y="393"/>
                    <a:pt x="288" y="391"/>
                    <a:pt x="287" y="388"/>
                  </a:cubicBezTo>
                  <a:cubicBezTo>
                    <a:pt x="286" y="386"/>
                    <a:pt x="285" y="384"/>
                    <a:pt x="286" y="383"/>
                  </a:cubicBezTo>
                  <a:cubicBezTo>
                    <a:pt x="288" y="381"/>
                    <a:pt x="290" y="385"/>
                    <a:pt x="291" y="386"/>
                  </a:cubicBezTo>
                  <a:cubicBezTo>
                    <a:pt x="292" y="388"/>
                    <a:pt x="295" y="389"/>
                    <a:pt x="297" y="387"/>
                  </a:cubicBezTo>
                  <a:cubicBezTo>
                    <a:pt x="300" y="387"/>
                    <a:pt x="301" y="383"/>
                    <a:pt x="303" y="381"/>
                  </a:cubicBezTo>
                  <a:cubicBezTo>
                    <a:pt x="305" y="379"/>
                    <a:pt x="310" y="377"/>
                    <a:pt x="311" y="374"/>
                  </a:cubicBezTo>
                  <a:cubicBezTo>
                    <a:pt x="313" y="371"/>
                    <a:pt x="311" y="368"/>
                    <a:pt x="314" y="366"/>
                  </a:cubicBezTo>
                  <a:cubicBezTo>
                    <a:pt x="317" y="364"/>
                    <a:pt x="320" y="363"/>
                    <a:pt x="321" y="359"/>
                  </a:cubicBezTo>
                  <a:cubicBezTo>
                    <a:pt x="321" y="357"/>
                    <a:pt x="321" y="355"/>
                    <a:pt x="321" y="353"/>
                  </a:cubicBezTo>
                  <a:cubicBezTo>
                    <a:pt x="321" y="350"/>
                    <a:pt x="325" y="348"/>
                    <a:pt x="325" y="344"/>
                  </a:cubicBezTo>
                  <a:cubicBezTo>
                    <a:pt x="326" y="340"/>
                    <a:pt x="321" y="338"/>
                    <a:pt x="324" y="335"/>
                  </a:cubicBezTo>
                  <a:cubicBezTo>
                    <a:pt x="326" y="333"/>
                    <a:pt x="328" y="333"/>
                    <a:pt x="328" y="331"/>
                  </a:cubicBezTo>
                  <a:cubicBezTo>
                    <a:pt x="327" y="327"/>
                    <a:pt x="326" y="321"/>
                    <a:pt x="328" y="318"/>
                  </a:cubicBezTo>
                  <a:cubicBezTo>
                    <a:pt x="330" y="316"/>
                    <a:pt x="332" y="317"/>
                    <a:pt x="334" y="316"/>
                  </a:cubicBezTo>
                  <a:cubicBezTo>
                    <a:pt x="339" y="315"/>
                    <a:pt x="338" y="310"/>
                    <a:pt x="339" y="306"/>
                  </a:cubicBezTo>
                  <a:cubicBezTo>
                    <a:pt x="340" y="304"/>
                    <a:pt x="343" y="303"/>
                    <a:pt x="343" y="300"/>
                  </a:cubicBezTo>
                  <a:cubicBezTo>
                    <a:pt x="347" y="295"/>
                    <a:pt x="342" y="292"/>
                    <a:pt x="339" y="288"/>
                  </a:cubicBezTo>
                  <a:cubicBezTo>
                    <a:pt x="339" y="288"/>
                    <a:pt x="339" y="288"/>
                    <a:pt x="339" y="288"/>
                  </a:cubicBezTo>
                  <a:cubicBezTo>
                    <a:pt x="338" y="284"/>
                    <a:pt x="336" y="281"/>
                    <a:pt x="338" y="277"/>
                  </a:cubicBezTo>
                  <a:cubicBezTo>
                    <a:pt x="338" y="274"/>
                    <a:pt x="340" y="273"/>
                    <a:pt x="341" y="270"/>
                  </a:cubicBezTo>
                  <a:cubicBezTo>
                    <a:pt x="341" y="268"/>
                    <a:pt x="340" y="268"/>
                    <a:pt x="339" y="266"/>
                  </a:cubicBezTo>
                  <a:cubicBezTo>
                    <a:pt x="339" y="266"/>
                    <a:pt x="339" y="266"/>
                    <a:pt x="339" y="265"/>
                  </a:cubicBezTo>
                  <a:cubicBezTo>
                    <a:pt x="337" y="261"/>
                    <a:pt x="338" y="258"/>
                    <a:pt x="339" y="255"/>
                  </a:cubicBezTo>
                  <a:cubicBezTo>
                    <a:pt x="340" y="251"/>
                    <a:pt x="336" y="249"/>
                    <a:pt x="335" y="246"/>
                  </a:cubicBezTo>
                  <a:cubicBezTo>
                    <a:pt x="334" y="241"/>
                    <a:pt x="340" y="239"/>
                    <a:pt x="342" y="235"/>
                  </a:cubicBezTo>
                  <a:cubicBezTo>
                    <a:pt x="344" y="230"/>
                    <a:pt x="343" y="224"/>
                    <a:pt x="340" y="219"/>
                  </a:cubicBezTo>
                  <a:cubicBezTo>
                    <a:pt x="337" y="216"/>
                    <a:pt x="338" y="213"/>
                    <a:pt x="340" y="209"/>
                  </a:cubicBezTo>
                  <a:cubicBezTo>
                    <a:pt x="340" y="208"/>
                    <a:pt x="340" y="206"/>
                    <a:pt x="340" y="204"/>
                  </a:cubicBezTo>
                  <a:cubicBezTo>
                    <a:pt x="339" y="201"/>
                    <a:pt x="339" y="196"/>
                    <a:pt x="334" y="195"/>
                  </a:cubicBezTo>
                  <a:cubicBezTo>
                    <a:pt x="333" y="195"/>
                    <a:pt x="330" y="196"/>
                    <a:pt x="328" y="196"/>
                  </a:cubicBezTo>
                  <a:cubicBezTo>
                    <a:pt x="326" y="195"/>
                    <a:pt x="330" y="192"/>
                    <a:pt x="330" y="191"/>
                  </a:cubicBezTo>
                  <a:cubicBezTo>
                    <a:pt x="332" y="189"/>
                    <a:pt x="332" y="187"/>
                    <a:pt x="331" y="185"/>
                  </a:cubicBezTo>
                  <a:cubicBezTo>
                    <a:pt x="327" y="182"/>
                    <a:pt x="326" y="177"/>
                    <a:pt x="323" y="173"/>
                  </a:cubicBezTo>
                  <a:cubicBezTo>
                    <a:pt x="321" y="170"/>
                    <a:pt x="320" y="167"/>
                    <a:pt x="322" y="164"/>
                  </a:cubicBezTo>
                  <a:cubicBezTo>
                    <a:pt x="324" y="159"/>
                    <a:pt x="331" y="156"/>
                    <a:pt x="336" y="155"/>
                  </a:cubicBezTo>
                  <a:cubicBezTo>
                    <a:pt x="341" y="151"/>
                    <a:pt x="345" y="158"/>
                    <a:pt x="349" y="158"/>
                  </a:cubicBezTo>
                  <a:cubicBezTo>
                    <a:pt x="354" y="155"/>
                    <a:pt x="352" y="148"/>
                    <a:pt x="358" y="147"/>
                  </a:cubicBezTo>
                  <a:cubicBezTo>
                    <a:pt x="358" y="146"/>
                    <a:pt x="359" y="145"/>
                    <a:pt x="359" y="145"/>
                  </a:cubicBezTo>
                  <a:cubicBezTo>
                    <a:pt x="359" y="140"/>
                    <a:pt x="355" y="135"/>
                    <a:pt x="357" y="130"/>
                  </a:cubicBezTo>
                  <a:cubicBezTo>
                    <a:pt x="357" y="127"/>
                    <a:pt x="357" y="125"/>
                    <a:pt x="356" y="123"/>
                  </a:cubicBezTo>
                  <a:cubicBezTo>
                    <a:pt x="358" y="118"/>
                    <a:pt x="354" y="112"/>
                    <a:pt x="357" y="107"/>
                  </a:cubicBezTo>
                  <a:cubicBezTo>
                    <a:pt x="359" y="105"/>
                    <a:pt x="361" y="103"/>
                    <a:pt x="363" y="100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46" name="Freeform 18">
              <a:extLst>
                <a:ext uri="{FF2B5EF4-FFF2-40B4-BE49-F238E27FC236}">
                  <a16:creationId xmlns:a16="http://schemas.microsoft.com/office/drawing/2014/main" id="{5E83201C-2639-8FDE-38EC-69558D32C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188" y="4049712"/>
              <a:ext cx="2036763" cy="1611313"/>
            </a:xfrm>
            <a:custGeom>
              <a:avLst/>
              <a:gdLst>
                <a:gd name="T0" fmla="*/ 2147483646 w 535"/>
                <a:gd name="T1" fmla="*/ 2147483646 h 423"/>
                <a:gd name="T2" fmla="*/ 2147483646 w 535"/>
                <a:gd name="T3" fmla="*/ 2147483646 h 423"/>
                <a:gd name="T4" fmla="*/ 2147483646 w 535"/>
                <a:gd name="T5" fmla="*/ 2147483646 h 423"/>
                <a:gd name="T6" fmla="*/ 2147483646 w 535"/>
                <a:gd name="T7" fmla="*/ 2147483646 h 423"/>
                <a:gd name="T8" fmla="*/ 2147483646 w 535"/>
                <a:gd name="T9" fmla="*/ 2060476974 h 423"/>
                <a:gd name="T10" fmla="*/ 2147483646 w 535"/>
                <a:gd name="T11" fmla="*/ 1929880627 h 423"/>
                <a:gd name="T12" fmla="*/ 2147483646 w 535"/>
                <a:gd name="T13" fmla="*/ 1639672871 h 423"/>
                <a:gd name="T14" fmla="*/ 2147483646 w 535"/>
                <a:gd name="T15" fmla="*/ 1204363141 h 423"/>
                <a:gd name="T16" fmla="*/ 2147483646 w 535"/>
                <a:gd name="T17" fmla="*/ 638457064 h 423"/>
                <a:gd name="T18" fmla="*/ 2147483646 w 535"/>
                <a:gd name="T19" fmla="*/ 391781423 h 423"/>
                <a:gd name="T20" fmla="*/ 2147483646 w 535"/>
                <a:gd name="T21" fmla="*/ 130592538 h 423"/>
                <a:gd name="T22" fmla="*/ 2147483646 w 535"/>
                <a:gd name="T23" fmla="*/ 377271988 h 423"/>
                <a:gd name="T24" fmla="*/ 2147483646 w 535"/>
                <a:gd name="T25" fmla="*/ 522373961 h 423"/>
                <a:gd name="T26" fmla="*/ 2147483646 w 535"/>
                <a:gd name="T27" fmla="*/ 391781423 h 423"/>
                <a:gd name="T28" fmla="*/ 2147483646 w 535"/>
                <a:gd name="T29" fmla="*/ 406290859 h 423"/>
                <a:gd name="T30" fmla="*/ 2147483646 w 535"/>
                <a:gd name="T31" fmla="*/ 348249308 h 423"/>
                <a:gd name="T32" fmla="*/ 1898647626 w 535"/>
                <a:gd name="T33" fmla="*/ 377271988 h 423"/>
                <a:gd name="T34" fmla="*/ 1275428605 w 535"/>
                <a:gd name="T35" fmla="*/ 362758743 h 423"/>
                <a:gd name="T36" fmla="*/ 985557256 w 535"/>
                <a:gd name="T37" fmla="*/ 681989180 h 423"/>
                <a:gd name="T38" fmla="*/ 971063879 w 535"/>
                <a:gd name="T39" fmla="*/ 1001215807 h 423"/>
                <a:gd name="T40" fmla="*/ 985557256 w 535"/>
                <a:gd name="T41" fmla="*/ 1422019910 h 423"/>
                <a:gd name="T42" fmla="*/ 768156600 w 535"/>
                <a:gd name="T43" fmla="*/ 1842820205 h 423"/>
                <a:gd name="T44" fmla="*/ 637712399 w 535"/>
                <a:gd name="T45" fmla="*/ 2147483646 h 423"/>
                <a:gd name="T46" fmla="*/ 289871349 w 535"/>
                <a:gd name="T47" fmla="*/ 2147483646 h 423"/>
                <a:gd name="T48" fmla="*/ 231897840 w 535"/>
                <a:gd name="T49" fmla="*/ 2147483646 h 423"/>
                <a:gd name="T50" fmla="*/ 14493377 w 535"/>
                <a:gd name="T51" fmla="*/ 2147483646 h 423"/>
                <a:gd name="T52" fmla="*/ 43480131 w 535"/>
                <a:gd name="T53" fmla="*/ 2147483646 h 423"/>
                <a:gd name="T54" fmla="*/ 434805120 w 535"/>
                <a:gd name="T55" fmla="*/ 2147483646 h 423"/>
                <a:gd name="T56" fmla="*/ 869610239 w 535"/>
                <a:gd name="T57" fmla="*/ 2147483646 h 423"/>
                <a:gd name="T58" fmla="*/ 1058024141 w 535"/>
                <a:gd name="T59" fmla="*/ 2147483646 h 423"/>
                <a:gd name="T60" fmla="*/ 1739220478 w 535"/>
                <a:gd name="T61" fmla="*/ 2147483646 h 423"/>
                <a:gd name="T62" fmla="*/ 1927634381 w 535"/>
                <a:gd name="T63" fmla="*/ 2147483646 h 423"/>
                <a:gd name="T64" fmla="*/ 1898647626 w 535"/>
                <a:gd name="T65" fmla="*/ 2147483646 h 423"/>
                <a:gd name="T66" fmla="*/ 2147483646 w 535"/>
                <a:gd name="T67" fmla="*/ 2147483646 h 423"/>
                <a:gd name="T68" fmla="*/ 2147483646 w 535"/>
                <a:gd name="T69" fmla="*/ 2147483646 h 423"/>
                <a:gd name="T70" fmla="*/ 2147483646 w 535"/>
                <a:gd name="T71" fmla="*/ 2147483646 h 423"/>
                <a:gd name="T72" fmla="*/ 2147483646 w 535"/>
                <a:gd name="T73" fmla="*/ 2147483646 h 423"/>
                <a:gd name="T74" fmla="*/ 2147483646 w 535"/>
                <a:gd name="T75" fmla="*/ 2147483646 h 423"/>
                <a:gd name="T76" fmla="*/ 2147483646 w 535"/>
                <a:gd name="T77" fmla="*/ 2147483646 h 423"/>
                <a:gd name="T78" fmla="*/ 2147483646 w 535"/>
                <a:gd name="T79" fmla="*/ 2147483646 h 423"/>
                <a:gd name="T80" fmla="*/ 2147483646 w 535"/>
                <a:gd name="T81" fmla="*/ 2147483646 h 423"/>
                <a:gd name="T82" fmla="*/ 2147483646 w 535"/>
                <a:gd name="T83" fmla="*/ 2147483646 h 423"/>
                <a:gd name="T84" fmla="*/ 2147483646 w 535"/>
                <a:gd name="T85" fmla="*/ 2147483646 h 423"/>
                <a:gd name="T86" fmla="*/ 2147483646 w 535"/>
                <a:gd name="T87" fmla="*/ 2147483646 h 423"/>
                <a:gd name="T88" fmla="*/ 2147483646 w 535"/>
                <a:gd name="T89" fmla="*/ 2147483646 h 423"/>
                <a:gd name="T90" fmla="*/ 2147483646 w 535"/>
                <a:gd name="T91" fmla="*/ 2147483646 h 423"/>
                <a:gd name="T92" fmla="*/ 2147483646 w 535"/>
                <a:gd name="T93" fmla="*/ 2147483646 h 423"/>
                <a:gd name="T94" fmla="*/ 2147483646 w 535"/>
                <a:gd name="T95" fmla="*/ 2147483646 h 423"/>
                <a:gd name="T96" fmla="*/ 2147483646 w 535"/>
                <a:gd name="T97" fmla="*/ 2147483646 h 423"/>
                <a:gd name="T98" fmla="*/ 2147483646 w 535"/>
                <a:gd name="T99" fmla="*/ 2147483646 h 423"/>
                <a:gd name="T100" fmla="*/ 2147483646 w 535"/>
                <a:gd name="T101" fmla="*/ 2147483646 h 42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35" h="423">
                  <a:moveTo>
                    <a:pt x="535" y="216"/>
                  </a:moveTo>
                  <a:cubicBezTo>
                    <a:pt x="533" y="213"/>
                    <a:pt x="530" y="212"/>
                    <a:pt x="528" y="209"/>
                  </a:cubicBezTo>
                  <a:cubicBezTo>
                    <a:pt x="526" y="208"/>
                    <a:pt x="526" y="206"/>
                    <a:pt x="525" y="204"/>
                  </a:cubicBezTo>
                  <a:cubicBezTo>
                    <a:pt x="524" y="200"/>
                    <a:pt x="522" y="196"/>
                    <a:pt x="517" y="197"/>
                  </a:cubicBezTo>
                  <a:cubicBezTo>
                    <a:pt x="516" y="197"/>
                    <a:pt x="515" y="198"/>
                    <a:pt x="514" y="198"/>
                  </a:cubicBezTo>
                  <a:cubicBezTo>
                    <a:pt x="512" y="199"/>
                    <a:pt x="510" y="200"/>
                    <a:pt x="508" y="199"/>
                  </a:cubicBezTo>
                  <a:cubicBezTo>
                    <a:pt x="507" y="198"/>
                    <a:pt x="506" y="198"/>
                    <a:pt x="505" y="197"/>
                  </a:cubicBezTo>
                  <a:cubicBezTo>
                    <a:pt x="501" y="196"/>
                    <a:pt x="498" y="196"/>
                    <a:pt x="494" y="197"/>
                  </a:cubicBezTo>
                  <a:cubicBezTo>
                    <a:pt x="489" y="197"/>
                    <a:pt x="486" y="192"/>
                    <a:pt x="481" y="192"/>
                  </a:cubicBezTo>
                  <a:cubicBezTo>
                    <a:pt x="475" y="191"/>
                    <a:pt x="479" y="187"/>
                    <a:pt x="479" y="185"/>
                  </a:cubicBezTo>
                  <a:cubicBezTo>
                    <a:pt x="479" y="182"/>
                    <a:pt x="479" y="178"/>
                    <a:pt x="479" y="175"/>
                  </a:cubicBezTo>
                  <a:cubicBezTo>
                    <a:pt x="479" y="172"/>
                    <a:pt x="479" y="170"/>
                    <a:pt x="478" y="167"/>
                  </a:cubicBezTo>
                  <a:cubicBezTo>
                    <a:pt x="474" y="161"/>
                    <a:pt x="469" y="164"/>
                    <a:pt x="464" y="165"/>
                  </a:cubicBezTo>
                  <a:cubicBezTo>
                    <a:pt x="461" y="166"/>
                    <a:pt x="459" y="165"/>
                    <a:pt x="457" y="163"/>
                  </a:cubicBezTo>
                  <a:cubicBezTo>
                    <a:pt x="453" y="161"/>
                    <a:pt x="450" y="160"/>
                    <a:pt x="446" y="158"/>
                  </a:cubicBezTo>
                  <a:cubicBezTo>
                    <a:pt x="444" y="157"/>
                    <a:pt x="441" y="156"/>
                    <a:pt x="438" y="158"/>
                  </a:cubicBezTo>
                  <a:cubicBezTo>
                    <a:pt x="436" y="158"/>
                    <a:pt x="434" y="161"/>
                    <a:pt x="432" y="161"/>
                  </a:cubicBezTo>
                  <a:cubicBezTo>
                    <a:pt x="428" y="161"/>
                    <a:pt x="427" y="158"/>
                    <a:pt x="426" y="156"/>
                  </a:cubicBezTo>
                  <a:cubicBezTo>
                    <a:pt x="424" y="152"/>
                    <a:pt x="419" y="153"/>
                    <a:pt x="417" y="151"/>
                  </a:cubicBezTo>
                  <a:cubicBezTo>
                    <a:pt x="414" y="148"/>
                    <a:pt x="419" y="145"/>
                    <a:pt x="417" y="142"/>
                  </a:cubicBezTo>
                  <a:cubicBezTo>
                    <a:pt x="416" y="141"/>
                    <a:pt x="414" y="140"/>
                    <a:pt x="412" y="140"/>
                  </a:cubicBezTo>
                  <a:cubicBezTo>
                    <a:pt x="409" y="139"/>
                    <a:pt x="406" y="137"/>
                    <a:pt x="404" y="135"/>
                  </a:cubicBezTo>
                  <a:cubicBezTo>
                    <a:pt x="402" y="132"/>
                    <a:pt x="399" y="131"/>
                    <a:pt x="396" y="131"/>
                  </a:cubicBezTo>
                  <a:cubicBezTo>
                    <a:pt x="395" y="132"/>
                    <a:pt x="394" y="132"/>
                    <a:pt x="393" y="133"/>
                  </a:cubicBezTo>
                  <a:cubicBezTo>
                    <a:pt x="391" y="135"/>
                    <a:pt x="389" y="138"/>
                    <a:pt x="386" y="136"/>
                  </a:cubicBezTo>
                  <a:cubicBezTo>
                    <a:pt x="385" y="136"/>
                    <a:pt x="385" y="135"/>
                    <a:pt x="384" y="135"/>
                  </a:cubicBezTo>
                  <a:cubicBezTo>
                    <a:pt x="380" y="130"/>
                    <a:pt x="375" y="126"/>
                    <a:pt x="372" y="121"/>
                  </a:cubicBezTo>
                  <a:cubicBezTo>
                    <a:pt x="369" y="118"/>
                    <a:pt x="369" y="116"/>
                    <a:pt x="372" y="113"/>
                  </a:cubicBezTo>
                  <a:cubicBezTo>
                    <a:pt x="374" y="110"/>
                    <a:pt x="376" y="107"/>
                    <a:pt x="373" y="103"/>
                  </a:cubicBezTo>
                  <a:cubicBezTo>
                    <a:pt x="373" y="102"/>
                    <a:pt x="370" y="101"/>
                    <a:pt x="369" y="100"/>
                  </a:cubicBezTo>
                  <a:cubicBezTo>
                    <a:pt x="367" y="98"/>
                    <a:pt x="367" y="97"/>
                    <a:pt x="367" y="94"/>
                  </a:cubicBezTo>
                  <a:cubicBezTo>
                    <a:pt x="368" y="90"/>
                    <a:pt x="370" y="87"/>
                    <a:pt x="370" y="83"/>
                  </a:cubicBezTo>
                  <a:cubicBezTo>
                    <a:pt x="371" y="80"/>
                    <a:pt x="370" y="77"/>
                    <a:pt x="373" y="75"/>
                  </a:cubicBezTo>
                  <a:cubicBezTo>
                    <a:pt x="376" y="72"/>
                    <a:pt x="377" y="70"/>
                    <a:pt x="376" y="66"/>
                  </a:cubicBezTo>
                  <a:cubicBezTo>
                    <a:pt x="373" y="61"/>
                    <a:pt x="379" y="57"/>
                    <a:pt x="377" y="52"/>
                  </a:cubicBezTo>
                  <a:cubicBezTo>
                    <a:pt x="376" y="49"/>
                    <a:pt x="372" y="47"/>
                    <a:pt x="372" y="44"/>
                  </a:cubicBezTo>
                  <a:cubicBezTo>
                    <a:pt x="374" y="41"/>
                    <a:pt x="377" y="43"/>
                    <a:pt x="379" y="41"/>
                  </a:cubicBezTo>
                  <a:cubicBezTo>
                    <a:pt x="382" y="40"/>
                    <a:pt x="382" y="37"/>
                    <a:pt x="381" y="35"/>
                  </a:cubicBezTo>
                  <a:cubicBezTo>
                    <a:pt x="380" y="32"/>
                    <a:pt x="377" y="29"/>
                    <a:pt x="374" y="27"/>
                  </a:cubicBezTo>
                  <a:cubicBezTo>
                    <a:pt x="373" y="27"/>
                    <a:pt x="373" y="27"/>
                    <a:pt x="372" y="27"/>
                  </a:cubicBezTo>
                  <a:cubicBezTo>
                    <a:pt x="368" y="26"/>
                    <a:pt x="366" y="24"/>
                    <a:pt x="365" y="20"/>
                  </a:cubicBezTo>
                  <a:cubicBezTo>
                    <a:pt x="362" y="17"/>
                    <a:pt x="360" y="12"/>
                    <a:pt x="355" y="11"/>
                  </a:cubicBezTo>
                  <a:cubicBezTo>
                    <a:pt x="352" y="11"/>
                    <a:pt x="350" y="12"/>
                    <a:pt x="348" y="13"/>
                  </a:cubicBezTo>
                  <a:cubicBezTo>
                    <a:pt x="345" y="14"/>
                    <a:pt x="343" y="12"/>
                    <a:pt x="342" y="9"/>
                  </a:cubicBezTo>
                  <a:cubicBezTo>
                    <a:pt x="341" y="7"/>
                    <a:pt x="340" y="5"/>
                    <a:pt x="338" y="4"/>
                  </a:cubicBezTo>
                  <a:cubicBezTo>
                    <a:pt x="333" y="4"/>
                    <a:pt x="328" y="0"/>
                    <a:pt x="323" y="6"/>
                  </a:cubicBezTo>
                  <a:cubicBezTo>
                    <a:pt x="321" y="9"/>
                    <a:pt x="318" y="12"/>
                    <a:pt x="315" y="15"/>
                  </a:cubicBezTo>
                  <a:cubicBezTo>
                    <a:pt x="312" y="19"/>
                    <a:pt x="319" y="22"/>
                    <a:pt x="315" y="26"/>
                  </a:cubicBezTo>
                  <a:cubicBezTo>
                    <a:pt x="313" y="28"/>
                    <a:pt x="309" y="27"/>
                    <a:pt x="306" y="30"/>
                  </a:cubicBezTo>
                  <a:cubicBezTo>
                    <a:pt x="305" y="32"/>
                    <a:pt x="305" y="35"/>
                    <a:pt x="302" y="37"/>
                  </a:cubicBezTo>
                  <a:cubicBezTo>
                    <a:pt x="298" y="38"/>
                    <a:pt x="294" y="40"/>
                    <a:pt x="289" y="37"/>
                  </a:cubicBezTo>
                  <a:cubicBezTo>
                    <a:pt x="287" y="36"/>
                    <a:pt x="285" y="36"/>
                    <a:pt x="282" y="36"/>
                  </a:cubicBezTo>
                  <a:cubicBezTo>
                    <a:pt x="280" y="35"/>
                    <a:pt x="279" y="32"/>
                    <a:pt x="277" y="31"/>
                  </a:cubicBezTo>
                  <a:cubicBezTo>
                    <a:pt x="275" y="29"/>
                    <a:pt x="272" y="30"/>
                    <a:pt x="269" y="29"/>
                  </a:cubicBezTo>
                  <a:cubicBezTo>
                    <a:pt x="268" y="28"/>
                    <a:pt x="268" y="28"/>
                    <a:pt x="267" y="28"/>
                  </a:cubicBezTo>
                  <a:cubicBezTo>
                    <a:pt x="264" y="26"/>
                    <a:pt x="260" y="27"/>
                    <a:pt x="257" y="27"/>
                  </a:cubicBezTo>
                  <a:cubicBezTo>
                    <a:pt x="253" y="28"/>
                    <a:pt x="250" y="27"/>
                    <a:pt x="247" y="26"/>
                  </a:cubicBezTo>
                  <a:cubicBezTo>
                    <a:pt x="244" y="25"/>
                    <a:pt x="243" y="22"/>
                    <a:pt x="240" y="21"/>
                  </a:cubicBezTo>
                  <a:cubicBezTo>
                    <a:pt x="237" y="20"/>
                    <a:pt x="233" y="20"/>
                    <a:pt x="230" y="22"/>
                  </a:cubicBezTo>
                  <a:cubicBezTo>
                    <a:pt x="226" y="24"/>
                    <a:pt x="223" y="28"/>
                    <a:pt x="218" y="28"/>
                  </a:cubicBezTo>
                  <a:cubicBezTo>
                    <a:pt x="215" y="29"/>
                    <a:pt x="213" y="27"/>
                    <a:pt x="211" y="25"/>
                  </a:cubicBezTo>
                  <a:cubicBezTo>
                    <a:pt x="210" y="22"/>
                    <a:pt x="205" y="26"/>
                    <a:pt x="205" y="21"/>
                  </a:cubicBezTo>
                  <a:cubicBezTo>
                    <a:pt x="199" y="14"/>
                    <a:pt x="191" y="14"/>
                    <a:pt x="182" y="22"/>
                  </a:cubicBezTo>
                  <a:cubicBezTo>
                    <a:pt x="175" y="26"/>
                    <a:pt x="167" y="23"/>
                    <a:pt x="160" y="24"/>
                  </a:cubicBezTo>
                  <a:cubicBezTo>
                    <a:pt x="156" y="26"/>
                    <a:pt x="151" y="27"/>
                    <a:pt x="148" y="24"/>
                  </a:cubicBezTo>
                  <a:cubicBezTo>
                    <a:pt x="145" y="22"/>
                    <a:pt x="145" y="18"/>
                    <a:pt x="141" y="17"/>
                  </a:cubicBezTo>
                  <a:cubicBezTo>
                    <a:pt x="139" y="17"/>
                    <a:pt x="138" y="19"/>
                    <a:pt x="136" y="20"/>
                  </a:cubicBezTo>
                  <a:cubicBezTo>
                    <a:pt x="134" y="22"/>
                    <a:pt x="132" y="24"/>
                    <a:pt x="131" y="26"/>
                  </a:cubicBezTo>
                  <a:cubicBezTo>
                    <a:pt x="129" y="28"/>
                    <a:pt x="128" y="31"/>
                    <a:pt x="126" y="32"/>
                  </a:cubicBezTo>
                  <a:cubicBezTo>
                    <a:pt x="123" y="33"/>
                    <a:pt x="120" y="32"/>
                    <a:pt x="117" y="34"/>
                  </a:cubicBezTo>
                  <a:cubicBezTo>
                    <a:pt x="109" y="39"/>
                    <a:pt x="104" y="31"/>
                    <a:pt x="99" y="27"/>
                  </a:cubicBezTo>
                  <a:cubicBezTo>
                    <a:pt x="96" y="24"/>
                    <a:pt x="92" y="24"/>
                    <a:pt x="88" y="25"/>
                  </a:cubicBezTo>
                  <a:cubicBezTo>
                    <a:pt x="83" y="26"/>
                    <a:pt x="77" y="28"/>
                    <a:pt x="72" y="28"/>
                  </a:cubicBezTo>
                  <a:cubicBezTo>
                    <a:pt x="71" y="28"/>
                    <a:pt x="71" y="28"/>
                    <a:pt x="70" y="28"/>
                  </a:cubicBezTo>
                  <a:cubicBezTo>
                    <a:pt x="68" y="31"/>
                    <a:pt x="63" y="34"/>
                    <a:pt x="64" y="38"/>
                  </a:cubicBezTo>
                  <a:cubicBezTo>
                    <a:pt x="65" y="41"/>
                    <a:pt x="69" y="43"/>
                    <a:pt x="68" y="47"/>
                  </a:cubicBezTo>
                  <a:cubicBezTo>
                    <a:pt x="67" y="50"/>
                    <a:pt x="66" y="53"/>
                    <a:pt x="68" y="57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69" y="60"/>
                    <a:pt x="70" y="60"/>
                    <a:pt x="70" y="62"/>
                  </a:cubicBezTo>
                  <a:cubicBezTo>
                    <a:pt x="69" y="65"/>
                    <a:pt x="67" y="66"/>
                    <a:pt x="67" y="69"/>
                  </a:cubicBezTo>
                  <a:cubicBezTo>
                    <a:pt x="65" y="73"/>
                    <a:pt x="67" y="76"/>
                    <a:pt x="68" y="80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71" y="84"/>
                    <a:pt x="76" y="87"/>
                    <a:pt x="72" y="92"/>
                  </a:cubicBezTo>
                  <a:cubicBezTo>
                    <a:pt x="72" y="95"/>
                    <a:pt x="69" y="96"/>
                    <a:pt x="68" y="98"/>
                  </a:cubicBezTo>
                  <a:cubicBezTo>
                    <a:pt x="67" y="102"/>
                    <a:pt x="68" y="107"/>
                    <a:pt x="63" y="108"/>
                  </a:cubicBezTo>
                  <a:cubicBezTo>
                    <a:pt x="61" y="109"/>
                    <a:pt x="59" y="108"/>
                    <a:pt x="57" y="110"/>
                  </a:cubicBezTo>
                  <a:cubicBezTo>
                    <a:pt x="55" y="113"/>
                    <a:pt x="56" y="119"/>
                    <a:pt x="57" y="123"/>
                  </a:cubicBezTo>
                  <a:cubicBezTo>
                    <a:pt x="57" y="125"/>
                    <a:pt x="55" y="125"/>
                    <a:pt x="53" y="127"/>
                  </a:cubicBezTo>
                  <a:cubicBezTo>
                    <a:pt x="50" y="130"/>
                    <a:pt x="55" y="132"/>
                    <a:pt x="54" y="136"/>
                  </a:cubicBezTo>
                  <a:cubicBezTo>
                    <a:pt x="54" y="140"/>
                    <a:pt x="50" y="142"/>
                    <a:pt x="50" y="145"/>
                  </a:cubicBezTo>
                  <a:cubicBezTo>
                    <a:pt x="50" y="147"/>
                    <a:pt x="50" y="149"/>
                    <a:pt x="50" y="151"/>
                  </a:cubicBezTo>
                  <a:cubicBezTo>
                    <a:pt x="49" y="155"/>
                    <a:pt x="46" y="156"/>
                    <a:pt x="44" y="158"/>
                  </a:cubicBezTo>
                  <a:cubicBezTo>
                    <a:pt x="40" y="160"/>
                    <a:pt x="42" y="163"/>
                    <a:pt x="40" y="166"/>
                  </a:cubicBezTo>
                  <a:cubicBezTo>
                    <a:pt x="39" y="169"/>
                    <a:pt x="35" y="171"/>
                    <a:pt x="32" y="173"/>
                  </a:cubicBezTo>
                  <a:cubicBezTo>
                    <a:pt x="30" y="175"/>
                    <a:pt x="29" y="179"/>
                    <a:pt x="26" y="179"/>
                  </a:cubicBezTo>
                  <a:cubicBezTo>
                    <a:pt x="24" y="181"/>
                    <a:pt x="22" y="181"/>
                    <a:pt x="20" y="179"/>
                  </a:cubicBezTo>
                  <a:cubicBezTo>
                    <a:pt x="19" y="178"/>
                    <a:pt x="19" y="175"/>
                    <a:pt x="17" y="175"/>
                  </a:cubicBezTo>
                  <a:cubicBezTo>
                    <a:pt x="16" y="175"/>
                    <a:pt x="15" y="176"/>
                    <a:pt x="15" y="176"/>
                  </a:cubicBezTo>
                  <a:cubicBezTo>
                    <a:pt x="15" y="178"/>
                    <a:pt x="16" y="180"/>
                    <a:pt x="16" y="182"/>
                  </a:cubicBezTo>
                  <a:cubicBezTo>
                    <a:pt x="16" y="184"/>
                    <a:pt x="16" y="186"/>
                    <a:pt x="16" y="188"/>
                  </a:cubicBezTo>
                  <a:cubicBezTo>
                    <a:pt x="12" y="193"/>
                    <a:pt x="15" y="197"/>
                    <a:pt x="16" y="201"/>
                  </a:cubicBezTo>
                  <a:cubicBezTo>
                    <a:pt x="17" y="205"/>
                    <a:pt x="15" y="208"/>
                    <a:pt x="12" y="211"/>
                  </a:cubicBezTo>
                  <a:cubicBezTo>
                    <a:pt x="10" y="212"/>
                    <a:pt x="8" y="213"/>
                    <a:pt x="5" y="214"/>
                  </a:cubicBezTo>
                  <a:cubicBezTo>
                    <a:pt x="0" y="216"/>
                    <a:pt x="1" y="221"/>
                    <a:pt x="1" y="226"/>
                  </a:cubicBezTo>
                  <a:cubicBezTo>
                    <a:pt x="1" y="228"/>
                    <a:pt x="1" y="231"/>
                    <a:pt x="0" y="233"/>
                  </a:cubicBezTo>
                  <a:cubicBezTo>
                    <a:pt x="0" y="237"/>
                    <a:pt x="0" y="241"/>
                    <a:pt x="0" y="244"/>
                  </a:cubicBezTo>
                  <a:cubicBezTo>
                    <a:pt x="0" y="245"/>
                    <a:pt x="1" y="245"/>
                    <a:pt x="1" y="246"/>
                  </a:cubicBezTo>
                  <a:cubicBezTo>
                    <a:pt x="1" y="246"/>
                    <a:pt x="2" y="247"/>
                    <a:pt x="3" y="247"/>
                  </a:cubicBezTo>
                  <a:cubicBezTo>
                    <a:pt x="7" y="249"/>
                    <a:pt x="13" y="246"/>
                    <a:pt x="17" y="250"/>
                  </a:cubicBezTo>
                  <a:cubicBezTo>
                    <a:pt x="17" y="252"/>
                    <a:pt x="17" y="254"/>
                    <a:pt x="18" y="255"/>
                  </a:cubicBezTo>
                  <a:cubicBezTo>
                    <a:pt x="20" y="257"/>
                    <a:pt x="22" y="256"/>
                    <a:pt x="24" y="257"/>
                  </a:cubicBezTo>
                  <a:cubicBezTo>
                    <a:pt x="28" y="258"/>
                    <a:pt x="28" y="263"/>
                    <a:pt x="30" y="267"/>
                  </a:cubicBezTo>
                  <a:cubicBezTo>
                    <a:pt x="32" y="270"/>
                    <a:pt x="35" y="273"/>
                    <a:pt x="36" y="278"/>
                  </a:cubicBezTo>
                  <a:cubicBezTo>
                    <a:pt x="36" y="282"/>
                    <a:pt x="36" y="286"/>
                    <a:pt x="41" y="286"/>
                  </a:cubicBezTo>
                  <a:cubicBezTo>
                    <a:pt x="46" y="286"/>
                    <a:pt x="51" y="283"/>
                    <a:pt x="56" y="285"/>
                  </a:cubicBezTo>
                  <a:cubicBezTo>
                    <a:pt x="61" y="287"/>
                    <a:pt x="57" y="292"/>
                    <a:pt x="60" y="295"/>
                  </a:cubicBezTo>
                  <a:cubicBezTo>
                    <a:pt x="61" y="297"/>
                    <a:pt x="63" y="298"/>
                    <a:pt x="65" y="300"/>
                  </a:cubicBezTo>
                  <a:cubicBezTo>
                    <a:pt x="66" y="303"/>
                    <a:pt x="67" y="306"/>
                    <a:pt x="67" y="308"/>
                  </a:cubicBezTo>
                  <a:cubicBezTo>
                    <a:pt x="69" y="311"/>
                    <a:pt x="71" y="313"/>
                    <a:pt x="72" y="316"/>
                  </a:cubicBezTo>
                  <a:cubicBezTo>
                    <a:pt x="73" y="318"/>
                    <a:pt x="73" y="321"/>
                    <a:pt x="73" y="323"/>
                  </a:cubicBezTo>
                  <a:cubicBezTo>
                    <a:pt x="75" y="329"/>
                    <a:pt x="80" y="328"/>
                    <a:pt x="84" y="329"/>
                  </a:cubicBezTo>
                  <a:cubicBezTo>
                    <a:pt x="91" y="332"/>
                    <a:pt x="97" y="338"/>
                    <a:pt x="101" y="344"/>
                  </a:cubicBezTo>
                  <a:cubicBezTo>
                    <a:pt x="102" y="346"/>
                    <a:pt x="108" y="355"/>
                    <a:pt x="111" y="354"/>
                  </a:cubicBezTo>
                  <a:cubicBezTo>
                    <a:pt x="114" y="355"/>
                    <a:pt x="118" y="353"/>
                    <a:pt x="120" y="357"/>
                  </a:cubicBezTo>
                  <a:cubicBezTo>
                    <a:pt x="122" y="358"/>
                    <a:pt x="122" y="360"/>
                    <a:pt x="123" y="362"/>
                  </a:cubicBezTo>
                  <a:cubicBezTo>
                    <a:pt x="125" y="364"/>
                    <a:pt x="128" y="366"/>
                    <a:pt x="131" y="368"/>
                  </a:cubicBezTo>
                  <a:cubicBezTo>
                    <a:pt x="133" y="369"/>
                    <a:pt x="136" y="371"/>
                    <a:pt x="136" y="374"/>
                  </a:cubicBezTo>
                  <a:cubicBezTo>
                    <a:pt x="137" y="377"/>
                    <a:pt x="135" y="378"/>
                    <a:pt x="133" y="379"/>
                  </a:cubicBezTo>
                  <a:cubicBezTo>
                    <a:pt x="132" y="379"/>
                    <a:pt x="131" y="380"/>
                    <a:pt x="130" y="380"/>
                  </a:cubicBezTo>
                  <a:cubicBezTo>
                    <a:pt x="128" y="380"/>
                    <a:pt x="126" y="380"/>
                    <a:pt x="125" y="381"/>
                  </a:cubicBezTo>
                  <a:cubicBezTo>
                    <a:pt x="122" y="386"/>
                    <a:pt x="126" y="387"/>
                    <a:pt x="129" y="389"/>
                  </a:cubicBezTo>
                  <a:cubicBezTo>
                    <a:pt x="129" y="390"/>
                    <a:pt x="130" y="391"/>
                    <a:pt x="131" y="391"/>
                  </a:cubicBezTo>
                  <a:cubicBezTo>
                    <a:pt x="134" y="393"/>
                    <a:pt x="132" y="396"/>
                    <a:pt x="134" y="399"/>
                  </a:cubicBezTo>
                  <a:cubicBezTo>
                    <a:pt x="136" y="402"/>
                    <a:pt x="140" y="401"/>
                    <a:pt x="143" y="403"/>
                  </a:cubicBezTo>
                  <a:cubicBezTo>
                    <a:pt x="146" y="403"/>
                    <a:pt x="150" y="404"/>
                    <a:pt x="154" y="405"/>
                  </a:cubicBezTo>
                  <a:cubicBezTo>
                    <a:pt x="157" y="405"/>
                    <a:pt x="161" y="404"/>
                    <a:pt x="164" y="405"/>
                  </a:cubicBezTo>
                  <a:cubicBezTo>
                    <a:pt x="171" y="406"/>
                    <a:pt x="177" y="407"/>
                    <a:pt x="182" y="410"/>
                  </a:cubicBezTo>
                  <a:cubicBezTo>
                    <a:pt x="184" y="411"/>
                    <a:pt x="187" y="410"/>
                    <a:pt x="189" y="411"/>
                  </a:cubicBezTo>
                  <a:cubicBezTo>
                    <a:pt x="191" y="412"/>
                    <a:pt x="192" y="414"/>
                    <a:pt x="193" y="415"/>
                  </a:cubicBezTo>
                  <a:cubicBezTo>
                    <a:pt x="195" y="417"/>
                    <a:pt x="196" y="418"/>
                    <a:pt x="198" y="419"/>
                  </a:cubicBezTo>
                  <a:cubicBezTo>
                    <a:pt x="200" y="420"/>
                    <a:pt x="202" y="422"/>
                    <a:pt x="204" y="423"/>
                  </a:cubicBezTo>
                  <a:cubicBezTo>
                    <a:pt x="206" y="423"/>
                    <a:pt x="207" y="423"/>
                    <a:pt x="208" y="422"/>
                  </a:cubicBezTo>
                  <a:cubicBezTo>
                    <a:pt x="210" y="418"/>
                    <a:pt x="210" y="414"/>
                    <a:pt x="216" y="415"/>
                  </a:cubicBezTo>
                  <a:cubicBezTo>
                    <a:pt x="220" y="413"/>
                    <a:pt x="221" y="406"/>
                    <a:pt x="227" y="411"/>
                  </a:cubicBezTo>
                  <a:cubicBezTo>
                    <a:pt x="230" y="410"/>
                    <a:pt x="231" y="408"/>
                    <a:pt x="232" y="405"/>
                  </a:cubicBezTo>
                  <a:cubicBezTo>
                    <a:pt x="233" y="401"/>
                    <a:pt x="235" y="397"/>
                    <a:pt x="235" y="392"/>
                  </a:cubicBezTo>
                  <a:cubicBezTo>
                    <a:pt x="235" y="389"/>
                    <a:pt x="237" y="386"/>
                    <a:pt x="240" y="386"/>
                  </a:cubicBezTo>
                  <a:cubicBezTo>
                    <a:pt x="244" y="386"/>
                    <a:pt x="245" y="390"/>
                    <a:pt x="247" y="393"/>
                  </a:cubicBezTo>
                  <a:cubicBezTo>
                    <a:pt x="249" y="394"/>
                    <a:pt x="250" y="395"/>
                    <a:pt x="251" y="397"/>
                  </a:cubicBezTo>
                  <a:cubicBezTo>
                    <a:pt x="252" y="399"/>
                    <a:pt x="252" y="400"/>
                    <a:pt x="254" y="402"/>
                  </a:cubicBezTo>
                  <a:cubicBezTo>
                    <a:pt x="261" y="406"/>
                    <a:pt x="270" y="405"/>
                    <a:pt x="276" y="399"/>
                  </a:cubicBezTo>
                  <a:cubicBezTo>
                    <a:pt x="278" y="397"/>
                    <a:pt x="280" y="396"/>
                    <a:pt x="282" y="399"/>
                  </a:cubicBezTo>
                  <a:cubicBezTo>
                    <a:pt x="283" y="401"/>
                    <a:pt x="283" y="402"/>
                    <a:pt x="283" y="404"/>
                  </a:cubicBezTo>
                  <a:cubicBezTo>
                    <a:pt x="284" y="405"/>
                    <a:pt x="286" y="407"/>
                    <a:pt x="287" y="408"/>
                  </a:cubicBezTo>
                  <a:cubicBezTo>
                    <a:pt x="291" y="409"/>
                    <a:pt x="294" y="412"/>
                    <a:pt x="297" y="414"/>
                  </a:cubicBezTo>
                  <a:cubicBezTo>
                    <a:pt x="299" y="416"/>
                    <a:pt x="303" y="419"/>
                    <a:pt x="303" y="414"/>
                  </a:cubicBezTo>
                  <a:cubicBezTo>
                    <a:pt x="303" y="414"/>
                    <a:pt x="303" y="413"/>
                    <a:pt x="303" y="412"/>
                  </a:cubicBezTo>
                  <a:cubicBezTo>
                    <a:pt x="302" y="409"/>
                    <a:pt x="302" y="407"/>
                    <a:pt x="303" y="404"/>
                  </a:cubicBezTo>
                  <a:cubicBezTo>
                    <a:pt x="303" y="403"/>
                    <a:pt x="304" y="403"/>
                    <a:pt x="304" y="402"/>
                  </a:cubicBezTo>
                  <a:cubicBezTo>
                    <a:pt x="305" y="397"/>
                    <a:pt x="304" y="392"/>
                    <a:pt x="304" y="387"/>
                  </a:cubicBezTo>
                  <a:cubicBezTo>
                    <a:pt x="304" y="384"/>
                    <a:pt x="306" y="379"/>
                    <a:pt x="308" y="376"/>
                  </a:cubicBezTo>
                  <a:cubicBezTo>
                    <a:pt x="312" y="368"/>
                    <a:pt x="320" y="363"/>
                    <a:pt x="326" y="356"/>
                  </a:cubicBezTo>
                  <a:cubicBezTo>
                    <a:pt x="328" y="354"/>
                    <a:pt x="328" y="351"/>
                    <a:pt x="329" y="349"/>
                  </a:cubicBezTo>
                  <a:cubicBezTo>
                    <a:pt x="330" y="346"/>
                    <a:pt x="331" y="343"/>
                    <a:pt x="331" y="340"/>
                  </a:cubicBezTo>
                  <a:cubicBezTo>
                    <a:pt x="331" y="338"/>
                    <a:pt x="331" y="336"/>
                    <a:pt x="333" y="335"/>
                  </a:cubicBezTo>
                  <a:cubicBezTo>
                    <a:pt x="335" y="333"/>
                    <a:pt x="340" y="336"/>
                    <a:pt x="342" y="336"/>
                  </a:cubicBezTo>
                  <a:cubicBezTo>
                    <a:pt x="349" y="339"/>
                    <a:pt x="376" y="354"/>
                    <a:pt x="375" y="337"/>
                  </a:cubicBezTo>
                  <a:cubicBezTo>
                    <a:pt x="367" y="327"/>
                    <a:pt x="367" y="327"/>
                    <a:pt x="373" y="320"/>
                  </a:cubicBezTo>
                  <a:cubicBezTo>
                    <a:pt x="373" y="320"/>
                    <a:pt x="373" y="319"/>
                    <a:pt x="374" y="319"/>
                  </a:cubicBezTo>
                  <a:cubicBezTo>
                    <a:pt x="371" y="310"/>
                    <a:pt x="375" y="303"/>
                    <a:pt x="379" y="296"/>
                  </a:cubicBezTo>
                  <a:cubicBezTo>
                    <a:pt x="380" y="294"/>
                    <a:pt x="381" y="293"/>
                    <a:pt x="382" y="291"/>
                  </a:cubicBezTo>
                  <a:cubicBezTo>
                    <a:pt x="382" y="288"/>
                    <a:pt x="382" y="284"/>
                    <a:pt x="381" y="280"/>
                  </a:cubicBezTo>
                  <a:cubicBezTo>
                    <a:pt x="380" y="277"/>
                    <a:pt x="380" y="274"/>
                    <a:pt x="379" y="271"/>
                  </a:cubicBezTo>
                  <a:cubicBezTo>
                    <a:pt x="378" y="268"/>
                    <a:pt x="376" y="266"/>
                    <a:pt x="375" y="264"/>
                  </a:cubicBezTo>
                  <a:cubicBezTo>
                    <a:pt x="374" y="260"/>
                    <a:pt x="377" y="259"/>
                    <a:pt x="380" y="257"/>
                  </a:cubicBezTo>
                  <a:cubicBezTo>
                    <a:pt x="384" y="253"/>
                    <a:pt x="375" y="247"/>
                    <a:pt x="380" y="244"/>
                  </a:cubicBezTo>
                  <a:cubicBezTo>
                    <a:pt x="384" y="241"/>
                    <a:pt x="390" y="245"/>
                    <a:pt x="394" y="247"/>
                  </a:cubicBezTo>
                  <a:cubicBezTo>
                    <a:pt x="399" y="247"/>
                    <a:pt x="401" y="252"/>
                    <a:pt x="406" y="254"/>
                  </a:cubicBezTo>
                  <a:cubicBezTo>
                    <a:pt x="408" y="255"/>
                    <a:pt x="411" y="254"/>
                    <a:pt x="414" y="255"/>
                  </a:cubicBezTo>
                  <a:cubicBezTo>
                    <a:pt x="417" y="256"/>
                    <a:pt x="420" y="253"/>
                    <a:pt x="423" y="256"/>
                  </a:cubicBezTo>
                  <a:cubicBezTo>
                    <a:pt x="425" y="258"/>
                    <a:pt x="425" y="262"/>
                    <a:pt x="426" y="265"/>
                  </a:cubicBezTo>
                  <a:cubicBezTo>
                    <a:pt x="427" y="266"/>
                    <a:pt x="427" y="269"/>
                    <a:pt x="428" y="270"/>
                  </a:cubicBezTo>
                  <a:cubicBezTo>
                    <a:pt x="430" y="273"/>
                    <a:pt x="435" y="271"/>
                    <a:pt x="437" y="270"/>
                  </a:cubicBezTo>
                  <a:cubicBezTo>
                    <a:pt x="442" y="269"/>
                    <a:pt x="447" y="270"/>
                    <a:pt x="451" y="270"/>
                  </a:cubicBezTo>
                  <a:cubicBezTo>
                    <a:pt x="454" y="267"/>
                    <a:pt x="453" y="264"/>
                    <a:pt x="454" y="261"/>
                  </a:cubicBezTo>
                  <a:cubicBezTo>
                    <a:pt x="454" y="257"/>
                    <a:pt x="456" y="257"/>
                    <a:pt x="459" y="258"/>
                  </a:cubicBezTo>
                  <a:cubicBezTo>
                    <a:pt x="461" y="260"/>
                    <a:pt x="463" y="262"/>
                    <a:pt x="466" y="261"/>
                  </a:cubicBezTo>
                  <a:cubicBezTo>
                    <a:pt x="468" y="260"/>
                    <a:pt x="470" y="259"/>
                    <a:pt x="473" y="260"/>
                  </a:cubicBezTo>
                  <a:cubicBezTo>
                    <a:pt x="478" y="260"/>
                    <a:pt x="482" y="263"/>
                    <a:pt x="484" y="267"/>
                  </a:cubicBezTo>
                  <a:cubicBezTo>
                    <a:pt x="487" y="268"/>
                    <a:pt x="490" y="269"/>
                    <a:pt x="492" y="270"/>
                  </a:cubicBezTo>
                  <a:cubicBezTo>
                    <a:pt x="494" y="271"/>
                    <a:pt x="496" y="273"/>
                    <a:pt x="498" y="273"/>
                  </a:cubicBezTo>
                  <a:cubicBezTo>
                    <a:pt x="502" y="274"/>
                    <a:pt x="504" y="269"/>
                    <a:pt x="508" y="271"/>
                  </a:cubicBezTo>
                  <a:cubicBezTo>
                    <a:pt x="511" y="276"/>
                    <a:pt x="510" y="283"/>
                    <a:pt x="515" y="287"/>
                  </a:cubicBezTo>
                  <a:cubicBezTo>
                    <a:pt x="517" y="288"/>
                    <a:pt x="518" y="287"/>
                    <a:pt x="519" y="286"/>
                  </a:cubicBezTo>
                  <a:cubicBezTo>
                    <a:pt x="521" y="281"/>
                    <a:pt x="525" y="278"/>
                    <a:pt x="528" y="275"/>
                  </a:cubicBezTo>
                  <a:cubicBezTo>
                    <a:pt x="530" y="273"/>
                    <a:pt x="531" y="270"/>
                    <a:pt x="530" y="268"/>
                  </a:cubicBezTo>
                  <a:cubicBezTo>
                    <a:pt x="528" y="262"/>
                    <a:pt x="523" y="264"/>
                    <a:pt x="519" y="261"/>
                  </a:cubicBezTo>
                  <a:cubicBezTo>
                    <a:pt x="517" y="260"/>
                    <a:pt x="516" y="258"/>
                    <a:pt x="514" y="257"/>
                  </a:cubicBezTo>
                  <a:cubicBezTo>
                    <a:pt x="514" y="257"/>
                    <a:pt x="513" y="256"/>
                    <a:pt x="512" y="256"/>
                  </a:cubicBezTo>
                  <a:cubicBezTo>
                    <a:pt x="506" y="253"/>
                    <a:pt x="515" y="247"/>
                    <a:pt x="516" y="244"/>
                  </a:cubicBezTo>
                  <a:cubicBezTo>
                    <a:pt x="517" y="241"/>
                    <a:pt x="519" y="238"/>
                    <a:pt x="521" y="236"/>
                  </a:cubicBezTo>
                  <a:cubicBezTo>
                    <a:pt x="522" y="234"/>
                    <a:pt x="522" y="233"/>
                    <a:pt x="522" y="231"/>
                  </a:cubicBezTo>
                  <a:cubicBezTo>
                    <a:pt x="521" y="228"/>
                    <a:pt x="520" y="225"/>
                    <a:pt x="524" y="224"/>
                  </a:cubicBezTo>
                  <a:cubicBezTo>
                    <a:pt x="526" y="223"/>
                    <a:pt x="528" y="224"/>
                    <a:pt x="530" y="224"/>
                  </a:cubicBezTo>
                  <a:cubicBezTo>
                    <a:pt x="532" y="223"/>
                    <a:pt x="534" y="221"/>
                    <a:pt x="535" y="219"/>
                  </a:cubicBezTo>
                  <a:cubicBezTo>
                    <a:pt x="535" y="218"/>
                    <a:pt x="535" y="217"/>
                    <a:pt x="535" y="216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47" name="Freeform 19">
              <a:extLst>
                <a:ext uri="{FF2B5EF4-FFF2-40B4-BE49-F238E27FC236}">
                  <a16:creationId xmlns:a16="http://schemas.microsoft.com/office/drawing/2014/main" id="{1EFD7D78-E394-1C5D-54BE-16C511274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263" y="1897063"/>
              <a:ext cx="1617663" cy="1390650"/>
            </a:xfrm>
            <a:custGeom>
              <a:avLst/>
              <a:gdLst>
                <a:gd name="T0" fmla="*/ 2147483646 w 425"/>
                <a:gd name="T1" fmla="*/ 812901600 h 365"/>
                <a:gd name="T2" fmla="*/ 2147483646 w 425"/>
                <a:gd name="T3" fmla="*/ 580644000 h 365"/>
                <a:gd name="T4" fmla="*/ 2147483646 w 425"/>
                <a:gd name="T5" fmla="*/ 275805900 h 365"/>
                <a:gd name="T6" fmla="*/ 2147483646 w 425"/>
                <a:gd name="T7" fmla="*/ 159677100 h 365"/>
                <a:gd name="T8" fmla="*/ 2147483646 w 425"/>
                <a:gd name="T9" fmla="*/ 203225400 h 365"/>
                <a:gd name="T10" fmla="*/ 2147483646 w 425"/>
                <a:gd name="T11" fmla="*/ 43548300 h 365"/>
                <a:gd name="T12" fmla="*/ 2147483646 w 425"/>
                <a:gd name="T13" fmla="*/ 188709300 h 365"/>
                <a:gd name="T14" fmla="*/ 2147483646 w 425"/>
                <a:gd name="T15" fmla="*/ 420966900 h 365"/>
                <a:gd name="T16" fmla="*/ 2147483646 w 425"/>
                <a:gd name="T17" fmla="*/ 638708400 h 365"/>
                <a:gd name="T18" fmla="*/ 2147483646 w 425"/>
                <a:gd name="T19" fmla="*/ 929030400 h 365"/>
                <a:gd name="T20" fmla="*/ 2147483646 w 425"/>
                <a:gd name="T21" fmla="*/ 987094800 h 365"/>
                <a:gd name="T22" fmla="*/ 2147483646 w 425"/>
                <a:gd name="T23" fmla="*/ 1190320200 h 365"/>
                <a:gd name="T24" fmla="*/ 2147483646 w 425"/>
                <a:gd name="T25" fmla="*/ 1291932900 h 365"/>
                <a:gd name="T26" fmla="*/ 2147483646 w 425"/>
                <a:gd name="T27" fmla="*/ 1379029500 h 365"/>
                <a:gd name="T28" fmla="*/ 2147483646 w 425"/>
                <a:gd name="T29" fmla="*/ 1437093900 h 365"/>
                <a:gd name="T30" fmla="*/ 2147483646 w 425"/>
                <a:gd name="T31" fmla="*/ 1625803200 h 365"/>
                <a:gd name="T32" fmla="*/ 2147483646 w 425"/>
                <a:gd name="T33" fmla="*/ 1799996400 h 365"/>
                <a:gd name="T34" fmla="*/ 2147483646 w 425"/>
                <a:gd name="T35" fmla="*/ 1858060800 h 365"/>
                <a:gd name="T36" fmla="*/ 1955834499 w 425"/>
                <a:gd name="T37" fmla="*/ 2133866700 h 365"/>
                <a:gd name="T38" fmla="*/ 1897884101 w 425"/>
                <a:gd name="T39" fmla="*/ 2147483646 h 365"/>
                <a:gd name="T40" fmla="*/ 1608132110 w 425"/>
                <a:gd name="T41" fmla="*/ 2147483646 h 365"/>
                <a:gd name="T42" fmla="*/ 1405303814 w 425"/>
                <a:gd name="T43" fmla="*/ 2147483646 h 365"/>
                <a:gd name="T44" fmla="*/ 1187988870 w 425"/>
                <a:gd name="T45" fmla="*/ 2147483646 h 365"/>
                <a:gd name="T46" fmla="*/ 999647221 w 425"/>
                <a:gd name="T47" fmla="*/ 2147483646 h 365"/>
                <a:gd name="T48" fmla="*/ 825796027 w 425"/>
                <a:gd name="T49" fmla="*/ 2147483646 h 365"/>
                <a:gd name="T50" fmla="*/ 593994435 w 425"/>
                <a:gd name="T51" fmla="*/ 2147483646 h 365"/>
                <a:gd name="T52" fmla="*/ 275265342 w 425"/>
                <a:gd name="T53" fmla="*/ 2147483646 h 365"/>
                <a:gd name="T54" fmla="*/ 101414148 w 425"/>
                <a:gd name="T55" fmla="*/ 2147483646 h 365"/>
                <a:gd name="T56" fmla="*/ 304242445 w 425"/>
                <a:gd name="T57" fmla="*/ 2147483646 h 365"/>
                <a:gd name="T58" fmla="*/ 622967731 w 425"/>
                <a:gd name="T59" fmla="*/ 2147483646 h 365"/>
                <a:gd name="T60" fmla="*/ 796822731 w 425"/>
                <a:gd name="T61" fmla="*/ 2147483646 h 365"/>
                <a:gd name="T62" fmla="*/ 840282675 w 425"/>
                <a:gd name="T63" fmla="*/ 2147483646 h 365"/>
                <a:gd name="T64" fmla="*/ 956187277 w 425"/>
                <a:gd name="T65" fmla="*/ 2147483646 h 365"/>
                <a:gd name="T66" fmla="*/ 999647221 w 425"/>
                <a:gd name="T67" fmla="*/ 2147483646 h 365"/>
                <a:gd name="T68" fmla="*/ 1072088073 w 425"/>
                <a:gd name="T69" fmla="*/ 2147483646 h 365"/>
                <a:gd name="T70" fmla="*/ 1332862962 w 425"/>
                <a:gd name="T71" fmla="*/ 2147483646 h 365"/>
                <a:gd name="T72" fmla="*/ 1492227508 w 425"/>
                <a:gd name="T73" fmla="*/ 2147483646 h 365"/>
                <a:gd name="T74" fmla="*/ 1767492850 w 425"/>
                <a:gd name="T75" fmla="*/ 2147483646 h 365"/>
                <a:gd name="T76" fmla="*/ 1984807794 w 425"/>
                <a:gd name="T77" fmla="*/ 2147483646 h 365"/>
                <a:gd name="T78" fmla="*/ 2147483646 w 425"/>
                <a:gd name="T79" fmla="*/ 2147483646 h 365"/>
                <a:gd name="T80" fmla="*/ 2147483646 w 425"/>
                <a:gd name="T81" fmla="*/ 2147483646 h 365"/>
                <a:gd name="T82" fmla="*/ 2147483646 w 425"/>
                <a:gd name="T83" fmla="*/ 2147483646 h 365"/>
                <a:gd name="T84" fmla="*/ 2147483646 w 425"/>
                <a:gd name="T85" fmla="*/ 2147483646 h 365"/>
                <a:gd name="T86" fmla="*/ 2147483646 w 425"/>
                <a:gd name="T87" fmla="*/ 2147483646 h 365"/>
                <a:gd name="T88" fmla="*/ 2147483646 w 425"/>
                <a:gd name="T89" fmla="*/ 2147483646 h 365"/>
                <a:gd name="T90" fmla="*/ 2147483646 w 425"/>
                <a:gd name="T91" fmla="*/ 2147483646 h 365"/>
                <a:gd name="T92" fmla="*/ 2147483646 w 425"/>
                <a:gd name="T93" fmla="*/ 2147483646 h 365"/>
                <a:gd name="T94" fmla="*/ 2147483646 w 425"/>
                <a:gd name="T95" fmla="*/ 2147483646 h 365"/>
                <a:gd name="T96" fmla="*/ 2147483646 w 425"/>
                <a:gd name="T97" fmla="*/ 2147483646 h 365"/>
                <a:gd name="T98" fmla="*/ 2147483646 w 425"/>
                <a:gd name="T99" fmla="*/ 2147483646 h 365"/>
                <a:gd name="T100" fmla="*/ 2147483646 w 425"/>
                <a:gd name="T101" fmla="*/ 2147483646 h 365"/>
                <a:gd name="T102" fmla="*/ 2147483646 w 425"/>
                <a:gd name="T103" fmla="*/ 2147483646 h 365"/>
                <a:gd name="T104" fmla="*/ 2147483646 w 425"/>
                <a:gd name="T105" fmla="*/ 2147483646 h 365"/>
                <a:gd name="T106" fmla="*/ 2147483646 w 425"/>
                <a:gd name="T107" fmla="*/ 2147483646 h 365"/>
                <a:gd name="T108" fmla="*/ 2147483646 w 425"/>
                <a:gd name="T109" fmla="*/ 2147483646 h 365"/>
                <a:gd name="T110" fmla="*/ 2147483646 w 425"/>
                <a:gd name="T111" fmla="*/ 1829028600 h 365"/>
                <a:gd name="T112" fmla="*/ 2147483646 w 425"/>
                <a:gd name="T113" fmla="*/ 1640319300 h 365"/>
                <a:gd name="T114" fmla="*/ 2147483646 w 425"/>
                <a:gd name="T115" fmla="*/ 1349997300 h 365"/>
                <a:gd name="T116" fmla="*/ 2147483646 w 425"/>
                <a:gd name="T117" fmla="*/ 1219352400 h 365"/>
                <a:gd name="T118" fmla="*/ 2147483646 w 425"/>
                <a:gd name="T119" fmla="*/ 1045159200 h 36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25" h="365">
                  <a:moveTo>
                    <a:pt x="424" y="56"/>
                  </a:moveTo>
                  <a:cubicBezTo>
                    <a:pt x="420" y="52"/>
                    <a:pt x="416" y="55"/>
                    <a:pt x="412" y="55"/>
                  </a:cubicBezTo>
                  <a:cubicBezTo>
                    <a:pt x="412" y="55"/>
                    <a:pt x="412" y="56"/>
                    <a:pt x="411" y="56"/>
                  </a:cubicBezTo>
                  <a:cubicBezTo>
                    <a:pt x="409" y="57"/>
                    <a:pt x="406" y="59"/>
                    <a:pt x="402" y="57"/>
                  </a:cubicBezTo>
                  <a:cubicBezTo>
                    <a:pt x="401" y="53"/>
                    <a:pt x="404" y="50"/>
                    <a:pt x="405" y="46"/>
                  </a:cubicBezTo>
                  <a:cubicBezTo>
                    <a:pt x="406" y="45"/>
                    <a:pt x="407" y="41"/>
                    <a:pt x="408" y="40"/>
                  </a:cubicBezTo>
                  <a:cubicBezTo>
                    <a:pt x="410" y="37"/>
                    <a:pt x="410" y="32"/>
                    <a:pt x="408" y="29"/>
                  </a:cubicBezTo>
                  <a:cubicBezTo>
                    <a:pt x="407" y="26"/>
                    <a:pt x="404" y="25"/>
                    <a:pt x="403" y="22"/>
                  </a:cubicBezTo>
                  <a:cubicBezTo>
                    <a:pt x="401" y="19"/>
                    <a:pt x="399" y="19"/>
                    <a:pt x="397" y="19"/>
                  </a:cubicBezTo>
                  <a:cubicBezTo>
                    <a:pt x="394" y="19"/>
                    <a:pt x="393" y="18"/>
                    <a:pt x="392" y="16"/>
                  </a:cubicBezTo>
                  <a:cubicBezTo>
                    <a:pt x="391" y="15"/>
                    <a:pt x="391" y="15"/>
                    <a:pt x="390" y="14"/>
                  </a:cubicBezTo>
                  <a:cubicBezTo>
                    <a:pt x="387" y="14"/>
                    <a:pt x="386" y="12"/>
                    <a:pt x="385" y="11"/>
                  </a:cubicBezTo>
                  <a:cubicBezTo>
                    <a:pt x="382" y="10"/>
                    <a:pt x="380" y="14"/>
                    <a:pt x="376" y="12"/>
                  </a:cubicBezTo>
                  <a:cubicBezTo>
                    <a:pt x="373" y="8"/>
                    <a:pt x="370" y="13"/>
                    <a:pt x="368" y="14"/>
                  </a:cubicBezTo>
                  <a:cubicBezTo>
                    <a:pt x="365" y="14"/>
                    <a:pt x="363" y="15"/>
                    <a:pt x="360" y="14"/>
                  </a:cubicBezTo>
                  <a:cubicBezTo>
                    <a:pt x="357" y="12"/>
                    <a:pt x="357" y="7"/>
                    <a:pt x="354" y="5"/>
                  </a:cubicBezTo>
                  <a:cubicBezTo>
                    <a:pt x="352" y="5"/>
                    <a:pt x="351" y="5"/>
                    <a:pt x="349" y="5"/>
                  </a:cubicBezTo>
                  <a:cubicBezTo>
                    <a:pt x="346" y="8"/>
                    <a:pt x="344" y="5"/>
                    <a:pt x="342" y="3"/>
                  </a:cubicBezTo>
                  <a:cubicBezTo>
                    <a:pt x="340" y="0"/>
                    <a:pt x="337" y="1"/>
                    <a:pt x="334" y="3"/>
                  </a:cubicBezTo>
                  <a:cubicBezTo>
                    <a:pt x="332" y="5"/>
                    <a:pt x="332" y="8"/>
                    <a:pt x="330" y="10"/>
                  </a:cubicBezTo>
                  <a:cubicBezTo>
                    <a:pt x="330" y="12"/>
                    <a:pt x="330" y="13"/>
                    <a:pt x="332" y="13"/>
                  </a:cubicBezTo>
                  <a:cubicBezTo>
                    <a:pt x="330" y="16"/>
                    <a:pt x="329" y="18"/>
                    <a:pt x="327" y="21"/>
                  </a:cubicBezTo>
                  <a:cubicBezTo>
                    <a:pt x="327" y="23"/>
                    <a:pt x="327" y="25"/>
                    <a:pt x="327" y="27"/>
                  </a:cubicBezTo>
                  <a:cubicBezTo>
                    <a:pt x="330" y="32"/>
                    <a:pt x="334" y="28"/>
                    <a:pt x="338" y="29"/>
                  </a:cubicBezTo>
                  <a:cubicBezTo>
                    <a:pt x="342" y="29"/>
                    <a:pt x="345" y="33"/>
                    <a:pt x="341" y="36"/>
                  </a:cubicBezTo>
                  <a:cubicBezTo>
                    <a:pt x="339" y="37"/>
                    <a:pt x="338" y="37"/>
                    <a:pt x="337" y="39"/>
                  </a:cubicBezTo>
                  <a:cubicBezTo>
                    <a:pt x="336" y="41"/>
                    <a:pt x="337" y="43"/>
                    <a:pt x="339" y="44"/>
                  </a:cubicBezTo>
                  <a:cubicBezTo>
                    <a:pt x="342" y="47"/>
                    <a:pt x="348" y="44"/>
                    <a:pt x="351" y="48"/>
                  </a:cubicBezTo>
                  <a:cubicBezTo>
                    <a:pt x="355" y="51"/>
                    <a:pt x="362" y="53"/>
                    <a:pt x="356" y="59"/>
                  </a:cubicBezTo>
                  <a:cubicBezTo>
                    <a:pt x="353" y="62"/>
                    <a:pt x="350" y="62"/>
                    <a:pt x="347" y="64"/>
                  </a:cubicBezTo>
                  <a:cubicBezTo>
                    <a:pt x="345" y="65"/>
                    <a:pt x="342" y="67"/>
                    <a:pt x="340" y="67"/>
                  </a:cubicBezTo>
                  <a:cubicBezTo>
                    <a:pt x="336" y="69"/>
                    <a:pt x="333" y="67"/>
                    <a:pt x="330" y="67"/>
                  </a:cubicBezTo>
                  <a:cubicBezTo>
                    <a:pt x="326" y="68"/>
                    <a:pt x="323" y="65"/>
                    <a:pt x="319" y="68"/>
                  </a:cubicBezTo>
                  <a:cubicBezTo>
                    <a:pt x="319" y="69"/>
                    <a:pt x="319" y="69"/>
                    <a:pt x="319" y="69"/>
                  </a:cubicBezTo>
                  <a:cubicBezTo>
                    <a:pt x="317" y="72"/>
                    <a:pt x="316" y="74"/>
                    <a:pt x="315" y="76"/>
                  </a:cubicBezTo>
                  <a:cubicBezTo>
                    <a:pt x="311" y="79"/>
                    <a:pt x="306" y="79"/>
                    <a:pt x="303" y="82"/>
                  </a:cubicBezTo>
                  <a:cubicBezTo>
                    <a:pt x="302" y="82"/>
                    <a:pt x="302" y="83"/>
                    <a:pt x="301" y="83"/>
                  </a:cubicBezTo>
                  <a:cubicBezTo>
                    <a:pt x="298" y="83"/>
                    <a:pt x="296" y="85"/>
                    <a:pt x="293" y="86"/>
                  </a:cubicBezTo>
                  <a:cubicBezTo>
                    <a:pt x="290" y="87"/>
                    <a:pt x="287" y="88"/>
                    <a:pt x="284" y="89"/>
                  </a:cubicBezTo>
                  <a:cubicBezTo>
                    <a:pt x="282" y="90"/>
                    <a:pt x="279" y="90"/>
                    <a:pt x="277" y="92"/>
                  </a:cubicBezTo>
                  <a:cubicBezTo>
                    <a:pt x="276" y="93"/>
                    <a:pt x="276" y="93"/>
                    <a:pt x="276" y="94"/>
                  </a:cubicBezTo>
                  <a:cubicBezTo>
                    <a:pt x="270" y="97"/>
                    <a:pt x="264" y="97"/>
                    <a:pt x="258" y="95"/>
                  </a:cubicBezTo>
                  <a:cubicBezTo>
                    <a:pt x="257" y="94"/>
                    <a:pt x="255" y="93"/>
                    <a:pt x="254" y="92"/>
                  </a:cubicBezTo>
                  <a:cubicBezTo>
                    <a:pt x="251" y="92"/>
                    <a:pt x="249" y="92"/>
                    <a:pt x="246" y="93"/>
                  </a:cubicBezTo>
                  <a:cubicBezTo>
                    <a:pt x="245" y="95"/>
                    <a:pt x="244" y="97"/>
                    <a:pt x="242" y="99"/>
                  </a:cubicBezTo>
                  <a:cubicBezTo>
                    <a:pt x="239" y="101"/>
                    <a:pt x="236" y="100"/>
                    <a:pt x="233" y="100"/>
                  </a:cubicBezTo>
                  <a:cubicBezTo>
                    <a:pt x="233" y="100"/>
                    <a:pt x="232" y="100"/>
                    <a:pt x="232" y="100"/>
                  </a:cubicBezTo>
                  <a:cubicBezTo>
                    <a:pt x="229" y="103"/>
                    <a:pt x="225" y="107"/>
                    <a:pt x="228" y="112"/>
                  </a:cubicBezTo>
                  <a:cubicBezTo>
                    <a:pt x="231" y="119"/>
                    <a:pt x="227" y="120"/>
                    <a:pt x="221" y="120"/>
                  </a:cubicBezTo>
                  <a:cubicBezTo>
                    <a:pt x="219" y="120"/>
                    <a:pt x="217" y="122"/>
                    <a:pt x="215" y="123"/>
                  </a:cubicBezTo>
                  <a:cubicBezTo>
                    <a:pt x="211" y="125"/>
                    <a:pt x="205" y="124"/>
                    <a:pt x="201" y="124"/>
                  </a:cubicBezTo>
                  <a:cubicBezTo>
                    <a:pt x="196" y="121"/>
                    <a:pt x="186" y="123"/>
                    <a:pt x="182" y="126"/>
                  </a:cubicBezTo>
                  <a:cubicBezTo>
                    <a:pt x="178" y="129"/>
                    <a:pt x="175" y="128"/>
                    <a:pt x="172" y="126"/>
                  </a:cubicBezTo>
                  <a:cubicBezTo>
                    <a:pt x="167" y="121"/>
                    <a:pt x="163" y="126"/>
                    <a:pt x="159" y="128"/>
                  </a:cubicBezTo>
                  <a:cubicBezTo>
                    <a:pt x="153" y="130"/>
                    <a:pt x="145" y="127"/>
                    <a:pt x="139" y="131"/>
                  </a:cubicBezTo>
                  <a:cubicBezTo>
                    <a:pt x="136" y="136"/>
                    <a:pt x="140" y="142"/>
                    <a:pt x="136" y="146"/>
                  </a:cubicBezTo>
                  <a:cubicBezTo>
                    <a:pt x="135" y="146"/>
                    <a:pt x="135" y="147"/>
                    <a:pt x="135" y="147"/>
                  </a:cubicBezTo>
                  <a:cubicBezTo>
                    <a:pt x="134" y="148"/>
                    <a:pt x="134" y="148"/>
                    <a:pt x="133" y="149"/>
                  </a:cubicBezTo>
                  <a:cubicBezTo>
                    <a:pt x="132" y="152"/>
                    <a:pt x="133" y="155"/>
                    <a:pt x="133" y="158"/>
                  </a:cubicBezTo>
                  <a:cubicBezTo>
                    <a:pt x="132" y="158"/>
                    <a:pt x="132" y="159"/>
                    <a:pt x="131" y="159"/>
                  </a:cubicBezTo>
                  <a:cubicBezTo>
                    <a:pt x="130" y="160"/>
                    <a:pt x="128" y="162"/>
                    <a:pt x="127" y="163"/>
                  </a:cubicBezTo>
                  <a:cubicBezTo>
                    <a:pt x="125" y="163"/>
                    <a:pt x="123" y="165"/>
                    <a:pt x="121" y="166"/>
                  </a:cubicBezTo>
                  <a:cubicBezTo>
                    <a:pt x="118" y="170"/>
                    <a:pt x="115" y="168"/>
                    <a:pt x="111" y="167"/>
                  </a:cubicBezTo>
                  <a:cubicBezTo>
                    <a:pt x="108" y="165"/>
                    <a:pt x="107" y="161"/>
                    <a:pt x="105" y="158"/>
                  </a:cubicBezTo>
                  <a:cubicBezTo>
                    <a:pt x="105" y="156"/>
                    <a:pt x="104" y="154"/>
                    <a:pt x="102" y="154"/>
                  </a:cubicBezTo>
                  <a:cubicBezTo>
                    <a:pt x="98" y="153"/>
                    <a:pt x="98" y="156"/>
                    <a:pt x="97" y="159"/>
                  </a:cubicBezTo>
                  <a:cubicBezTo>
                    <a:pt x="96" y="162"/>
                    <a:pt x="94" y="164"/>
                    <a:pt x="92" y="166"/>
                  </a:cubicBezTo>
                  <a:cubicBezTo>
                    <a:pt x="89" y="166"/>
                    <a:pt x="86" y="167"/>
                    <a:pt x="85" y="170"/>
                  </a:cubicBezTo>
                  <a:cubicBezTo>
                    <a:pt x="85" y="171"/>
                    <a:pt x="84" y="179"/>
                    <a:pt x="82" y="178"/>
                  </a:cubicBezTo>
                  <a:cubicBezTo>
                    <a:pt x="79" y="180"/>
                    <a:pt x="77" y="177"/>
                    <a:pt x="76" y="174"/>
                  </a:cubicBezTo>
                  <a:cubicBezTo>
                    <a:pt x="75" y="174"/>
                    <a:pt x="75" y="173"/>
                    <a:pt x="74" y="173"/>
                  </a:cubicBezTo>
                  <a:cubicBezTo>
                    <a:pt x="73" y="172"/>
                    <a:pt x="71" y="171"/>
                    <a:pt x="69" y="171"/>
                  </a:cubicBezTo>
                  <a:cubicBezTo>
                    <a:pt x="68" y="171"/>
                    <a:pt x="67" y="172"/>
                    <a:pt x="66" y="171"/>
                  </a:cubicBezTo>
                  <a:cubicBezTo>
                    <a:pt x="64" y="175"/>
                    <a:pt x="63" y="179"/>
                    <a:pt x="61" y="183"/>
                  </a:cubicBezTo>
                  <a:cubicBezTo>
                    <a:pt x="60" y="186"/>
                    <a:pt x="61" y="191"/>
                    <a:pt x="57" y="194"/>
                  </a:cubicBezTo>
                  <a:cubicBezTo>
                    <a:pt x="57" y="194"/>
                    <a:pt x="57" y="194"/>
                    <a:pt x="57" y="194"/>
                  </a:cubicBezTo>
                  <a:cubicBezTo>
                    <a:pt x="54" y="197"/>
                    <a:pt x="55" y="201"/>
                    <a:pt x="53" y="204"/>
                  </a:cubicBezTo>
                  <a:cubicBezTo>
                    <a:pt x="49" y="208"/>
                    <a:pt x="46" y="207"/>
                    <a:pt x="41" y="205"/>
                  </a:cubicBezTo>
                  <a:cubicBezTo>
                    <a:pt x="40" y="204"/>
                    <a:pt x="39" y="203"/>
                    <a:pt x="37" y="202"/>
                  </a:cubicBezTo>
                  <a:cubicBezTo>
                    <a:pt x="34" y="199"/>
                    <a:pt x="32" y="203"/>
                    <a:pt x="29" y="204"/>
                  </a:cubicBezTo>
                  <a:cubicBezTo>
                    <a:pt x="26" y="206"/>
                    <a:pt x="22" y="206"/>
                    <a:pt x="19" y="205"/>
                  </a:cubicBezTo>
                  <a:cubicBezTo>
                    <a:pt x="16" y="205"/>
                    <a:pt x="13" y="203"/>
                    <a:pt x="11" y="206"/>
                  </a:cubicBezTo>
                  <a:cubicBezTo>
                    <a:pt x="11" y="211"/>
                    <a:pt x="10" y="216"/>
                    <a:pt x="10" y="221"/>
                  </a:cubicBezTo>
                  <a:cubicBezTo>
                    <a:pt x="10" y="224"/>
                    <a:pt x="9" y="227"/>
                    <a:pt x="7" y="230"/>
                  </a:cubicBezTo>
                  <a:cubicBezTo>
                    <a:pt x="6" y="234"/>
                    <a:pt x="0" y="235"/>
                    <a:pt x="1" y="240"/>
                  </a:cubicBezTo>
                  <a:cubicBezTo>
                    <a:pt x="4" y="241"/>
                    <a:pt x="8" y="238"/>
                    <a:pt x="11" y="238"/>
                  </a:cubicBezTo>
                  <a:cubicBezTo>
                    <a:pt x="15" y="238"/>
                    <a:pt x="18" y="240"/>
                    <a:pt x="21" y="242"/>
                  </a:cubicBezTo>
                  <a:cubicBezTo>
                    <a:pt x="22" y="243"/>
                    <a:pt x="23" y="244"/>
                    <a:pt x="24" y="245"/>
                  </a:cubicBezTo>
                  <a:cubicBezTo>
                    <a:pt x="26" y="247"/>
                    <a:pt x="26" y="250"/>
                    <a:pt x="26" y="253"/>
                  </a:cubicBezTo>
                  <a:cubicBezTo>
                    <a:pt x="29" y="261"/>
                    <a:pt x="38" y="253"/>
                    <a:pt x="43" y="256"/>
                  </a:cubicBezTo>
                  <a:cubicBezTo>
                    <a:pt x="46" y="257"/>
                    <a:pt x="48" y="258"/>
                    <a:pt x="50" y="256"/>
                  </a:cubicBezTo>
                  <a:cubicBezTo>
                    <a:pt x="55" y="254"/>
                    <a:pt x="56" y="260"/>
                    <a:pt x="55" y="264"/>
                  </a:cubicBezTo>
                  <a:cubicBezTo>
                    <a:pt x="53" y="266"/>
                    <a:pt x="55" y="268"/>
                    <a:pt x="55" y="271"/>
                  </a:cubicBezTo>
                  <a:cubicBezTo>
                    <a:pt x="56" y="273"/>
                    <a:pt x="55" y="275"/>
                    <a:pt x="54" y="278"/>
                  </a:cubicBezTo>
                  <a:cubicBezTo>
                    <a:pt x="51" y="282"/>
                    <a:pt x="52" y="286"/>
                    <a:pt x="55" y="290"/>
                  </a:cubicBezTo>
                  <a:cubicBezTo>
                    <a:pt x="58" y="293"/>
                    <a:pt x="56" y="297"/>
                    <a:pt x="58" y="301"/>
                  </a:cubicBezTo>
                  <a:cubicBezTo>
                    <a:pt x="61" y="305"/>
                    <a:pt x="58" y="309"/>
                    <a:pt x="60" y="314"/>
                  </a:cubicBezTo>
                  <a:cubicBezTo>
                    <a:pt x="64" y="315"/>
                    <a:pt x="63" y="319"/>
                    <a:pt x="65" y="322"/>
                  </a:cubicBezTo>
                  <a:cubicBezTo>
                    <a:pt x="69" y="324"/>
                    <a:pt x="68" y="330"/>
                    <a:pt x="66" y="333"/>
                  </a:cubicBezTo>
                  <a:cubicBezTo>
                    <a:pt x="64" y="336"/>
                    <a:pt x="62" y="338"/>
                    <a:pt x="60" y="341"/>
                  </a:cubicBezTo>
                  <a:cubicBezTo>
                    <a:pt x="57" y="345"/>
                    <a:pt x="58" y="347"/>
                    <a:pt x="63" y="348"/>
                  </a:cubicBezTo>
                  <a:cubicBezTo>
                    <a:pt x="65" y="347"/>
                    <a:pt x="67" y="348"/>
                    <a:pt x="69" y="350"/>
                  </a:cubicBezTo>
                  <a:cubicBezTo>
                    <a:pt x="70" y="351"/>
                    <a:pt x="70" y="351"/>
                    <a:pt x="71" y="352"/>
                  </a:cubicBezTo>
                  <a:cubicBezTo>
                    <a:pt x="72" y="353"/>
                    <a:pt x="73" y="355"/>
                    <a:pt x="73" y="357"/>
                  </a:cubicBezTo>
                  <a:cubicBezTo>
                    <a:pt x="73" y="357"/>
                    <a:pt x="74" y="358"/>
                    <a:pt x="74" y="358"/>
                  </a:cubicBezTo>
                  <a:cubicBezTo>
                    <a:pt x="75" y="358"/>
                    <a:pt x="75" y="358"/>
                    <a:pt x="75" y="357"/>
                  </a:cubicBezTo>
                  <a:cubicBezTo>
                    <a:pt x="79" y="357"/>
                    <a:pt x="83" y="360"/>
                    <a:pt x="87" y="361"/>
                  </a:cubicBezTo>
                  <a:cubicBezTo>
                    <a:pt x="89" y="362"/>
                    <a:pt x="89" y="365"/>
                    <a:pt x="92" y="365"/>
                  </a:cubicBezTo>
                  <a:cubicBezTo>
                    <a:pt x="94" y="365"/>
                    <a:pt x="95" y="364"/>
                    <a:pt x="97" y="364"/>
                  </a:cubicBezTo>
                  <a:cubicBezTo>
                    <a:pt x="97" y="364"/>
                    <a:pt x="98" y="364"/>
                    <a:pt x="98" y="364"/>
                  </a:cubicBezTo>
                  <a:cubicBezTo>
                    <a:pt x="100" y="363"/>
                    <a:pt x="102" y="362"/>
                    <a:pt x="103" y="360"/>
                  </a:cubicBezTo>
                  <a:cubicBezTo>
                    <a:pt x="104" y="359"/>
                    <a:pt x="106" y="358"/>
                    <a:pt x="108" y="358"/>
                  </a:cubicBezTo>
                  <a:cubicBezTo>
                    <a:pt x="113" y="356"/>
                    <a:pt x="116" y="354"/>
                    <a:pt x="120" y="351"/>
                  </a:cubicBezTo>
                  <a:cubicBezTo>
                    <a:pt x="121" y="351"/>
                    <a:pt x="121" y="350"/>
                    <a:pt x="122" y="349"/>
                  </a:cubicBezTo>
                  <a:cubicBezTo>
                    <a:pt x="126" y="345"/>
                    <a:pt x="123" y="338"/>
                    <a:pt x="128" y="334"/>
                  </a:cubicBezTo>
                  <a:cubicBezTo>
                    <a:pt x="129" y="332"/>
                    <a:pt x="131" y="331"/>
                    <a:pt x="133" y="330"/>
                  </a:cubicBezTo>
                  <a:cubicBezTo>
                    <a:pt x="134" y="328"/>
                    <a:pt x="134" y="327"/>
                    <a:pt x="137" y="326"/>
                  </a:cubicBezTo>
                  <a:cubicBezTo>
                    <a:pt x="139" y="325"/>
                    <a:pt x="142" y="326"/>
                    <a:pt x="145" y="325"/>
                  </a:cubicBezTo>
                  <a:cubicBezTo>
                    <a:pt x="151" y="324"/>
                    <a:pt x="155" y="319"/>
                    <a:pt x="160" y="317"/>
                  </a:cubicBezTo>
                  <a:cubicBezTo>
                    <a:pt x="161" y="316"/>
                    <a:pt x="162" y="316"/>
                    <a:pt x="162" y="315"/>
                  </a:cubicBezTo>
                  <a:cubicBezTo>
                    <a:pt x="166" y="313"/>
                    <a:pt x="168" y="306"/>
                    <a:pt x="174" y="312"/>
                  </a:cubicBezTo>
                  <a:cubicBezTo>
                    <a:pt x="174" y="313"/>
                    <a:pt x="175" y="313"/>
                    <a:pt x="175" y="314"/>
                  </a:cubicBezTo>
                  <a:cubicBezTo>
                    <a:pt x="180" y="314"/>
                    <a:pt x="185" y="313"/>
                    <a:pt x="189" y="312"/>
                  </a:cubicBezTo>
                  <a:cubicBezTo>
                    <a:pt x="190" y="311"/>
                    <a:pt x="191" y="311"/>
                    <a:pt x="191" y="311"/>
                  </a:cubicBezTo>
                  <a:cubicBezTo>
                    <a:pt x="194" y="309"/>
                    <a:pt x="196" y="308"/>
                    <a:pt x="199" y="307"/>
                  </a:cubicBezTo>
                  <a:cubicBezTo>
                    <a:pt x="202" y="306"/>
                    <a:pt x="203" y="303"/>
                    <a:pt x="204" y="300"/>
                  </a:cubicBezTo>
                  <a:cubicBezTo>
                    <a:pt x="204" y="298"/>
                    <a:pt x="206" y="297"/>
                    <a:pt x="208" y="298"/>
                  </a:cubicBezTo>
                  <a:cubicBezTo>
                    <a:pt x="210" y="298"/>
                    <a:pt x="211" y="299"/>
                    <a:pt x="213" y="300"/>
                  </a:cubicBezTo>
                  <a:cubicBezTo>
                    <a:pt x="213" y="300"/>
                    <a:pt x="214" y="301"/>
                    <a:pt x="214" y="301"/>
                  </a:cubicBezTo>
                  <a:cubicBezTo>
                    <a:pt x="217" y="303"/>
                    <a:pt x="218" y="306"/>
                    <a:pt x="221" y="308"/>
                  </a:cubicBezTo>
                  <a:cubicBezTo>
                    <a:pt x="224" y="310"/>
                    <a:pt x="226" y="307"/>
                    <a:pt x="227" y="304"/>
                  </a:cubicBezTo>
                  <a:cubicBezTo>
                    <a:pt x="229" y="301"/>
                    <a:pt x="232" y="300"/>
                    <a:pt x="236" y="299"/>
                  </a:cubicBezTo>
                  <a:cubicBezTo>
                    <a:pt x="240" y="298"/>
                    <a:pt x="241" y="295"/>
                    <a:pt x="244" y="292"/>
                  </a:cubicBezTo>
                  <a:cubicBezTo>
                    <a:pt x="246" y="289"/>
                    <a:pt x="248" y="285"/>
                    <a:pt x="249" y="281"/>
                  </a:cubicBezTo>
                  <a:cubicBezTo>
                    <a:pt x="250" y="278"/>
                    <a:pt x="249" y="274"/>
                    <a:pt x="253" y="273"/>
                  </a:cubicBezTo>
                  <a:cubicBezTo>
                    <a:pt x="257" y="271"/>
                    <a:pt x="261" y="271"/>
                    <a:pt x="264" y="273"/>
                  </a:cubicBezTo>
                  <a:cubicBezTo>
                    <a:pt x="269" y="273"/>
                    <a:pt x="272" y="275"/>
                    <a:pt x="275" y="277"/>
                  </a:cubicBezTo>
                  <a:cubicBezTo>
                    <a:pt x="276" y="278"/>
                    <a:pt x="276" y="278"/>
                    <a:pt x="277" y="278"/>
                  </a:cubicBezTo>
                  <a:cubicBezTo>
                    <a:pt x="280" y="278"/>
                    <a:pt x="283" y="278"/>
                    <a:pt x="286" y="278"/>
                  </a:cubicBezTo>
                  <a:cubicBezTo>
                    <a:pt x="288" y="277"/>
                    <a:pt x="291" y="277"/>
                    <a:pt x="293" y="276"/>
                  </a:cubicBezTo>
                  <a:cubicBezTo>
                    <a:pt x="298" y="275"/>
                    <a:pt x="302" y="273"/>
                    <a:pt x="307" y="275"/>
                  </a:cubicBezTo>
                  <a:cubicBezTo>
                    <a:pt x="311" y="277"/>
                    <a:pt x="314" y="279"/>
                    <a:pt x="318" y="279"/>
                  </a:cubicBezTo>
                  <a:cubicBezTo>
                    <a:pt x="323" y="278"/>
                    <a:pt x="323" y="273"/>
                    <a:pt x="326" y="271"/>
                  </a:cubicBezTo>
                  <a:cubicBezTo>
                    <a:pt x="332" y="269"/>
                    <a:pt x="338" y="270"/>
                    <a:pt x="344" y="271"/>
                  </a:cubicBezTo>
                  <a:cubicBezTo>
                    <a:pt x="345" y="271"/>
                    <a:pt x="346" y="270"/>
                    <a:pt x="347" y="270"/>
                  </a:cubicBezTo>
                  <a:cubicBezTo>
                    <a:pt x="350" y="265"/>
                    <a:pt x="346" y="260"/>
                    <a:pt x="350" y="256"/>
                  </a:cubicBezTo>
                  <a:cubicBezTo>
                    <a:pt x="350" y="255"/>
                    <a:pt x="350" y="254"/>
                    <a:pt x="349" y="254"/>
                  </a:cubicBezTo>
                  <a:cubicBezTo>
                    <a:pt x="348" y="250"/>
                    <a:pt x="342" y="249"/>
                    <a:pt x="345" y="244"/>
                  </a:cubicBezTo>
                  <a:cubicBezTo>
                    <a:pt x="346" y="243"/>
                    <a:pt x="346" y="241"/>
                    <a:pt x="347" y="240"/>
                  </a:cubicBezTo>
                  <a:cubicBezTo>
                    <a:pt x="349" y="238"/>
                    <a:pt x="351" y="240"/>
                    <a:pt x="352" y="241"/>
                  </a:cubicBezTo>
                  <a:cubicBezTo>
                    <a:pt x="355" y="243"/>
                    <a:pt x="358" y="244"/>
                    <a:pt x="361" y="243"/>
                  </a:cubicBezTo>
                  <a:cubicBezTo>
                    <a:pt x="361" y="242"/>
                    <a:pt x="362" y="242"/>
                    <a:pt x="362" y="241"/>
                  </a:cubicBezTo>
                  <a:cubicBezTo>
                    <a:pt x="363" y="238"/>
                    <a:pt x="365" y="237"/>
                    <a:pt x="368" y="238"/>
                  </a:cubicBezTo>
                  <a:cubicBezTo>
                    <a:pt x="369" y="238"/>
                    <a:pt x="369" y="238"/>
                    <a:pt x="370" y="237"/>
                  </a:cubicBezTo>
                  <a:cubicBezTo>
                    <a:pt x="373" y="235"/>
                    <a:pt x="374" y="232"/>
                    <a:pt x="375" y="229"/>
                  </a:cubicBezTo>
                  <a:cubicBezTo>
                    <a:pt x="375" y="227"/>
                    <a:pt x="375" y="226"/>
                    <a:pt x="375" y="224"/>
                  </a:cubicBezTo>
                  <a:cubicBezTo>
                    <a:pt x="374" y="221"/>
                    <a:pt x="372" y="219"/>
                    <a:pt x="371" y="216"/>
                  </a:cubicBezTo>
                  <a:cubicBezTo>
                    <a:pt x="371" y="213"/>
                    <a:pt x="373" y="212"/>
                    <a:pt x="374" y="209"/>
                  </a:cubicBezTo>
                  <a:cubicBezTo>
                    <a:pt x="376" y="205"/>
                    <a:pt x="374" y="201"/>
                    <a:pt x="371" y="198"/>
                  </a:cubicBezTo>
                  <a:cubicBezTo>
                    <a:pt x="369" y="195"/>
                    <a:pt x="367" y="193"/>
                    <a:pt x="364" y="190"/>
                  </a:cubicBezTo>
                  <a:cubicBezTo>
                    <a:pt x="362" y="189"/>
                    <a:pt x="361" y="186"/>
                    <a:pt x="360" y="184"/>
                  </a:cubicBezTo>
                  <a:cubicBezTo>
                    <a:pt x="359" y="182"/>
                    <a:pt x="357" y="179"/>
                    <a:pt x="356" y="177"/>
                  </a:cubicBezTo>
                  <a:cubicBezTo>
                    <a:pt x="355" y="174"/>
                    <a:pt x="354" y="172"/>
                    <a:pt x="353" y="170"/>
                  </a:cubicBezTo>
                  <a:cubicBezTo>
                    <a:pt x="353" y="168"/>
                    <a:pt x="352" y="165"/>
                    <a:pt x="351" y="163"/>
                  </a:cubicBezTo>
                  <a:cubicBezTo>
                    <a:pt x="349" y="160"/>
                    <a:pt x="350" y="156"/>
                    <a:pt x="348" y="152"/>
                  </a:cubicBezTo>
                  <a:cubicBezTo>
                    <a:pt x="346" y="149"/>
                    <a:pt x="344" y="146"/>
                    <a:pt x="348" y="143"/>
                  </a:cubicBezTo>
                  <a:cubicBezTo>
                    <a:pt x="349" y="142"/>
                    <a:pt x="350" y="141"/>
                    <a:pt x="350" y="139"/>
                  </a:cubicBezTo>
                  <a:cubicBezTo>
                    <a:pt x="351" y="134"/>
                    <a:pt x="350" y="129"/>
                    <a:pt x="355" y="126"/>
                  </a:cubicBezTo>
                  <a:cubicBezTo>
                    <a:pt x="356" y="125"/>
                    <a:pt x="357" y="124"/>
                    <a:pt x="358" y="123"/>
                  </a:cubicBezTo>
                  <a:cubicBezTo>
                    <a:pt x="362" y="121"/>
                    <a:pt x="364" y="117"/>
                    <a:pt x="367" y="114"/>
                  </a:cubicBezTo>
                  <a:cubicBezTo>
                    <a:pt x="368" y="114"/>
                    <a:pt x="368" y="113"/>
                    <a:pt x="369" y="113"/>
                  </a:cubicBezTo>
                  <a:cubicBezTo>
                    <a:pt x="372" y="108"/>
                    <a:pt x="374" y="105"/>
                    <a:pt x="373" y="99"/>
                  </a:cubicBezTo>
                  <a:cubicBezTo>
                    <a:pt x="372" y="96"/>
                    <a:pt x="368" y="92"/>
                    <a:pt x="375" y="90"/>
                  </a:cubicBezTo>
                  <a:cubicBezTo>
                    <a:pt x="377" y="90"/>
                    <a:pt x="380" y="90"/>
                    <a:pt x="382" y="93"/>
                  </a:cubicBezTo>
                  <a:cubicBezTo>
                    <a:pt x="383" y="94"/>
                    <a:pt x="384" y="94"/>
                    <a:pt x="385" y="95"/>
                  </a:cubicBezTo>
                  <a:cubicBezTo>
                    <a:pt x="388" y="96"/>
                    <a:pt x="391" y="98"/>
                    <a:pt x="394" y="98"/>
                  </a:cubicBezTo>
                  <a:cubicBezTo>
                    <a:pt x="402" y="98"/>
                    <a:pt x="398" y="88"/>
                    <a:pt x="402" y="84"/>
                  </a:cubicBezTo>
                  <a:cubicBezTo>
                    <a:pt x="405" y="81"/>
                    <a:pt x="409" y="83"/>
                    <a:pt x="412" y="80"/>
                  </a:cubicBezTo>
                  <a:cubicBezTo>
                    <a:pt x="415" y="78"/>
                    <a:pt x="414" y="75"/>
                    <a:pt x="416" y="73"/>
                  </a:cubicBezTo>
                  <a:cubicBezTo>
                    <a:pt x="417" y="73"/>
                    <a:pt x="417" y="72"/>
                    <a:pt x="417" y="72"/>
                  </a:cubicBezTo>
                  <a:cubicBezTo>
                    <a:pt x="419" y="69"/>
                    <a:pt x="421" y="66"/>
                    <a:pt x="422" y="63"/>
                  </a:cubicBezTo>
                  <a:cubicBezTo>
                    <a:pt x="423" y="61"/>
                    <a:pt x="425" y="59"/>
                    <a:pt x="424" y="56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48" name="Freeform 20">
              <a:extLst>
                <a:ext uri="{FF2B5EF4-FFF2-40B4-BE49-F238E27FC236}">
                  <a16:creationId xmlns:a16="http://schemas.microsoft.com/office/drawing/2014/main" id="{5D5FF818-4C43-27BA-36B0-22C7C977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037" y="4076699"/>
              <a:ext cx="2095500" cy="1538288"/>
            </a:xfrm>
            <a:custGeom>
              <a:avLst/>
              <a:gdLst>
                <a:gd name="T0" fmla="*/ 2147483646 w 550"/>
                <a:gd name="T1" fmla="*/ 2147483646 h 404"/>
                <a:gd name="T2" fmla="*/ 2147483646 w 550"/>
                <a:gd name="T3" fmla="*/ 2147483646 h 404"/>
                <a:gd name="T4" fmla="*/ 2147483646 w 550"/>
                <a:gd name="T5" fmla="*/ 2147483646 h 404"/>
                <a:gd name="T6" fmla="*/ 2147483646 w 550"/>
                <a:gd name="T7" fmla="*/ 2147483646 h 404"/>
                <a:gd name="T8" fmla="*/ 2147483646 w 550"/>
                <a:gd name="T9" fmla="*/ 2147483646 h 404"/>
                <a:gd name="T10" fmla="*/ 2147483646 w 550"/>
                <a:gd name="T11" fmla="*/ 2087734774 h 404"/>
                <a:gd name="T12" fmla="*/ 2147483646 w 550"/>
                <a:gd name="T13" fmla="*/ 1652787650 h 404"/>
                <a:gd name="T14" fmla="*/ 2147483646 w 550"/>
                <a:gd name="T15" fmla="*/ 1420818388 h 404"/>
                <a:gd name="T16" fmla="*/ 2147483646 w 550"/>
                <a:gd name="T17" fmla="*/ 1188849127 h 404"/>
                <a:gd name="T18" fmla="*/ 2147483646 w 550"/>
                <a:gd name="T19" fmla="*/ 898885647 h 404"/>
                <a:gd name="T20" fmla="*/ 2147483646 w 550"/>
                <a:gd name="T21" fmla="*/ 1116359209 h 404"/>
                <a:gd name="T22" fmla="*/ 2147483646 w 550"/>
                <a:gd name="T23" fmla="*/ 1377323676 h 404"/>
                <a:gd name="T24" fmla="*/ 2147483646 w 550"/>
                <a:gd name="T25" fmla="*/ 1188849127 h 404"/>
                <a:gd name="T26" fmla="*/ 2147483646 w 550"/>
                <a:gd name="T27" fmla="*/ 782901016 h 404"/>
                <a:gd name="T28" fmla="*/ 2147483646 w 550"/>
                <a:gd name="T29" fmla="*/ 420447618 h 404"/>
                <a:gd name="T30" fmla="*/ 2147483646 w 550"/>
                <a:gd name="T31" fmla="*/ 130484137 h 404"/>
                <a:gd name="T32" fmla="*/ 2147483646 w 550"/>
                <a:gd name="T33" fmla="*/ 0 h 404"/>
                <a:gd name="T34" fmla="*/ 2147483646 w 550"/>
                <a:gd name="T35" fmla="*/ 188474549 h 404"/>
                <a:gd name="T36" fmla="*/ 2147483646 w 550"/>
                <a:gd name="T37" fmla="*/ 492937536 h 404"/>
                <a:gd name="T38" fmla="*/ 2147483646 w 550"/>
                <a:gd name="T39" fmla="*/ 1014870277 h 404"/>
                <a:gd name="T40" fmla="*/ 2147483646 w 550"/>
                <a:gd name="T41" fmla="*/ 1435317895 h 404"/>
                <a:gd name="T42" fmla="*/ 2147483646 w 550"/>
                <a:gd name="T43" fmla="*/ 1725281375 h 404"/>
                <a:gd name="T44" fmla="*/ 2147483646 w 550"/>
                <a:gd name="T45" fmla="*/ 2087734774 h 404"/>
                <a:gd name="T46" fmla="*/ 2147483646 w 550"/>
                <a:gd name="T47" fmla="*/ 2147483646 h 404"/>
                <a:gd name="T48" fmla="*/ 2147483646 w 550"/>
                <a:gd name="T49" fmla="*/ 2147483646 h 404"/>
                <a:gd name="T50" fmla="*/ 2147483646 w 550"/>
                <a:gd name="T51" fmla="*/ 2147483646 h 404"/>
                <a:gd name="T52" fmla="*/ 2032254000 w 550"/>
                <a:gd name="T53" fmla="*/ 2147483646 h 404"/>
                <a:gd name="T54" fmla="*/ 1567738800 w 550"/>
                <a:gd name="T55" fmla="*/ 2147483646 h 404"/>
                <a:gd name="T56" fmla="*/ 1379029500 w 550"/>
                <a:gd name="T57" fmla="*/ 2147483646 h 404"/>
                <a:gd name="T58" fmla="*/ 1001610900 w 550"/>
                <a:gd name="T59" fmla="*/ 2147483646 h 404"/>
                <a:gd name="T60" fmla="*/ 638708400 w 550"/>
                <a:gd name="T61" fmla="*/ 2147483646 h 404"/>
                <a:gd name="T62" fmla="*/ 391934700 w 550"/>
                <a:gd name="T63" fmla="*/ 2147483646 h 404"/>
                <a:gd name="T64" fmla="*/ 0 w 550"/>
                <a:gd name="T65" fmla="*/ 2147483646 h 404"/>
                <a:gd name="T66" fmla="*/ 275805900 w 550"/>
                <a:gd name="T67" fmla="*/ 2147483646 h 404"/>
                <a:gd name="T68" fmla="*/ 537095700 w 550"/>
                <a:gd name="T69" fmla="*/ 2147483646 h 404"/>
                <a:gd name="T70" fmla="*/ 958062600 w 550"/>
                <a:gd name="T71" fmla="*/ 2147483646 h 404"/>
                <a:gd name="T72" fmla="*/ 1495158300 w 550"/>
                <a:gd name="T73" fmla="*/ 2147483646 h 404"/>
                <a:gd name="T74" fmla="*/ 1698383700 w 550"/>
                <a:gd name="T75" fmla="*/ 2147483646 h 404"/>
                <a:gd name="T76" fmla="*/ 2133866700 w 550"/>
                <a:gd name="T77" fmla="*/ 2147483646 h 404"/>
                <a:gd name="T78" fmla="*/ 2147483646 w 550"/>
                <a:gd name="T79" fmla="*/ 2147483646 h 404"/>
                <a:gd name="T80" fmla="*/ 2147483646 w 550"/>
                <a:gd name="T81" fmla="*/ 2147483646 h 404"/>
                <a:gd name="T82" fmla="*/ 2147483646 w 550"/>
                <a:gd name="T83" fmla="*/ 2147483646 h 404"/>
                <a:gd name="T84" fmla="*/ 2147483646 w 550"/>
                <a:gd name="T85" fmla="*/ 2147483646 h 404"/>
                <a:gd name="T86" fmla="*/ 2147483646 w 550"/>
                <a:gd name="T87" fmla="*/ 2147483646 h 404"/>
                <a:gd name="T88" fmla="*/ 2147483646 w 550"/>
                <a:gd name="T89" fmla="*/ 2147483646 h 404"/>
                <a:gd name="T90" fmla="*/ 2147483646 w 550"/>
                <a:gd name="T91" fmla="*/ 2147483646 h 404"/>
                <a:gd name="T92" fmla="*/ 2147483646 w 550"/>
                <a:gd name="T93" fmla="*/ 2147483646 h 404"/>
                <a:gd name="T94" fmla="*/ 2147483646 w 550"/>
                <a:gd name="T95" fmla="*/ 2147483646 h 404"/>
                <a:gd name="T96" fmla="*/ 2147483646 w 550"/>
                <a:gd name="T97" fmla="*/ 2147483646 h 404"/>
                <a:gd name="T98" fmla="*/ 2147483646 w 550"/>
                <a:gd name="T99" fmla="*/ 2147483646 h 404"/>
                <a:gd name="T100" fmla="*/ 2147483646 w 550"/>
                <a:gd name="T101" fmla="*/ 2147483646 h 404"/>
                <a:gd name="T102" fmla="*/ 2147483646 w 550"/>
                <a:gd name="T103" fmla="*/ 2147483646 h 404"/>
                <a:gd name="T104" fmla="*/ 2147483646 w 550"/>
                <a:gd name="T105" fmla="*/ 2147483646 h 404"/>
                <a:gd name="T106" fmla="*/ 2147483646 w 550"/>
                <a:gd name="T107" fmla="*/ 2147483646 h 404"/>
                <a:gd name="T108" fmla="*/ 2147483646 w 550"/>
                <a:gd name="T109" fmla="*/ 2147483646 h 4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50" h="404">
                  <a:moveTo>
                    <a:pt x="534" y="283"/>
                  </a:moveTo>
                  <a:cubicBezTo>
                    <a:pt x="531" y="281"/>
                    <a:pt x="527" y="279"/>
                    <a:pt x="525" y="276"/>
                  </a:cubicBezTo>
                  <a:cubicBezTo>
                    <a:pt x="523" y="273"/>
                    <a:pt x="524" y="269"/>
                    <a:pt x="520" y="267"/>
                  </a:cubicBezTo>
                  <a:cubicBezTo>
                    <a:pt x="515" y="267"/>
                    <a:pt x="512" y="263"/>
                    <a:pt x="507" y="264"/>
                  </a:cubicBezTo>
                  <a:cubicBezTo>
                    <a:pt x="506" y="264"/>
                    <a:pt x="505" y="264"/>
                    <a:pt x="504" y="264"/>
                  </a:cubicBezTo>
                  <a:cubicBezTo>
                    <a:pt x="501" y="264"/>
                    <a:pt x="498" y="266"/>
                    <a:pt x="495" y="264"/>
                  </a:cubicBezTo>
                  <a:cubicBezTo>
                    <a:pt x="493" y="264"/>
                    <a:pt x="492" y="263"/>
                    <a:pt x="490" y="262"/>
                  </a:cubicBezTo>
                  <a:cubicBezTo>
                    <a:pt x="488" y="262"/>
                    <a:pt x="488" y="260"/>
                    <a:pt x="486" y="259"/>
                  </a:cubicBezTo>
                  <a:cubicBezTo>
                    <a:pt x="484" y="256"/>
                    <a:pt x="480" y="256"/>
                    <a:pt x="477" y="257"/>
                  </a:cubicBezTo>
                  <a:cubicBezTo>
                    <a:pt x="474" y="256"/>
                    <a:pt x="475" y="252"/>
                    <a:pt x="474" y="249"/>
                  </a:cubicBezTo>
                  <a:cubicBezTo>
                    <a:pt x="473" y="246"/>
                    <a:pt x="470" y="245"/>
                    <a:pt x="468" y="244"/>
                  </a:cubicBezTo>
                  <a:cubicBezTo>
                    <a:pt x="461" y="242"/>
                    <a:pt x="454" y="243"/>
                    <a:pt x="450" y="236"/>
                  </a:cubicBezTo>
                  <a:cubicBezTo>
                    <a:pt x="449" y="235"/>
                    <a:pt x="447" y="234"/>
                    <a:pt x="445" y="233"/>
                  </a:cubicBezTo>
                  <a:cubicBezTo>
                    <a:pt x="438" y="234"/>
                    <a:pt x="442" y="227"/>
                    <a:pt x="441" y="222"/>
                  </a:cubicBezTo>
                  <a:cubicBezTo>
                    <a:pt x="440" y="217"/>
                    <a:pt x="436" y="214"/>
                    <a:pt x="430" y="215"/>
                  </a:cubicBezTo>
                  <a:cubicBezTo>
                    <a:pt x="430" y="215"/>
                    <a:pt x="429" y="215"/>
                    <a:pt x="428" y="216"/>
                  </a:cubicBezTo>
                  <a:cubicBezTo>
                    <a:pt x="425" y="217"/>
                    <a:pt x="421" y="220"/>
                    <a:pt x="417" y="219"/>
                  </a:cubicBezTo>
                  <a:cubicBezTo>
                    <a:pt x="415" y="218"/>
                    <a:pt x="414" y="217"/>
                    <a:pt x="413" y="215"/>
                  </a:cubicBezTo>
                  <a:cubicBezTo>
                    <a:pt x="412" y="210"/>
                    <a:pt x="420" y="209"/>
                    <a:pt x="420" y="204"/>
                  </a:cubicBezTo>
                  <a:cubicBezTo>
                    <a:pt x="421" y="199"/>
                    <a:pt x="425" y="198"/>
                    <a:pt x="429" y="196"/>
                  </a:cubicBezTo>
                  <a:cubicBezTo>
                    <a:pt x="432" y="192"/>
                    <a:pt x="435" y="185"/>
                    <a:pt x="432" y="180"/>
                  </a:cubicBezTo>
                  <a:cubicBezTo>
                    <a:pt x="429" y="178"/>
                    <a:pt x="421" y="182"/>
                    <a:pt x="423" y="175"/>
                  </a:cubicBezTo>
                  <a:cubicBezTo>
                    <a:pt x="421" y="168"/>
                    <a:pt x="419" y="160"/>
                    <a:pt x="419" y="153"/>
                  </a:cubicBezTo>
                  <a:cubicBezTo>
                    <a:pt x="420" y="150"/>
                    <a:pt x="422" y="147"/>
                    <a:pt x="423" y="144"/>
                  </a:cubicBezTo>
                  <a:cubicBezTo>
                    <a:pt x="423" y="140"/>
                    <a:pt x="422" y="137"/>
                    <a:pt x="421" y="134"/>
                  </a:cubicBezTo>
                  <a:cubicBezTo>
                    <a:pt x="420" y="131"/>
                    <a:pt x="420" y="127"/>
                    <a:pt x="419" y="124"/>
                  </a:cubicBezTo>
                  <a:cubicBezTo>
                    <a:pt x="418" y="121"/>
                    <a:pt x="414" y="120"/>
                    <a:pt x="412" y="118"/>
                  </a:cubicBezTo>
                  <a:cubicBezTo>
                    <a:pt x="410" y="116"/>
                    <a:pt x="408" y="115"/>
                    <a:pt x="405" y="114"/>
                  </a:cubicBezTo>
                  <a:cubicBezTo>
                    <a:pt x="402" y="113"/>
                    <a:pt x="400" y="113"/>
                    <a:pt x="398" y="111"/>
                  </a:cubicBezTo>
                  <a:cubicBezTo>
                    <a:pt x="397" y="111"/>
                    <a:pt x="397" y="111"/>
                    <a:pt x="396" y="110"/>
                  </a:cubicBezTo>
                  <a:cubicBezTo>
                    <a:pt x="393" y="108"/>
                    <a:pt x="397" y="104"/>
                    <a:pt x="396" y="101"/>
                  </a:cubicBezTo>
                  <a:cubicBezTo>
                    <a:pt x="396" y="100"/>
                    <a:pt x="396" y="99"/>
                    <a:pt x="395" y="98"/>
                  </a:cubicBezTo>
                  <a:cubicBezTo>
                    <a:pt x="393" y="97"/>
                    <a:pt x="389" y="97"/>
                    <a:pt x="388" y="95"/>
                  </a:cubicBezTo>
                  <a:cubicBezTo>
                    <a:pt x="386" y="93"/>
                    <a:pt x="387" y="91"/>
                    <a:pt x="387" y="89"/>
                  </a:cubicBezTo>
                  <a:cubicBezTo>
                    <a:pt x="387" y="88"/>
                    <a:pt x="387" y="87"/>
                    <a:pt x="387" y="87"/>
                  </a:cubicBezTo>
                  <a:cubicBezTo>
                    <a:pt x="386" y="84"/>
                    <a:pt x="383" y="84"/>
                    <a:pt x="381" y="82"/>
                  </a:cubicBezTo>
                  <a:cubicBezTo>
                    <a:pt x="381" y="82"/>
                    <a:pt x="381" y="81"/>
                    <a:pt x="381" y="80"/>
                  </a:cubicBezTo>
                  <a:cubicBezTo>
                    <a:pt x="379" y="78"/>
                    <a:pt x="379" y="76"/>
                    <a:pt x="379" y="73"/>
                  </a:cubicBezTo>
                  <a:cubicBezTo>
                    <a:pt x="378" y="70"/>
                    <a:pt x="377" y="68"/>
                    <a:pt x="375" y="66"/>
                  </a:cubicBezTo>
                  <a:cubicBezTo>
                    <a:pt x="373" y="65"/>
                    <a:pt x="372" y="64"/>
                    <a:pt x="371" y="62"/>
                  </a:cubicBezTo>
                  <a:cubicBezTo>
                    <a:pt x="370" y="60"/>
                    <a:pt x="369" y="58"/>
                    <a:pt x="367" y="57"/>
                  </a:cubicBezTo>
                  <a:cubicBezTo>
                    <a:pt x="363" y="54"/>
                    <a:pt x="358" y="51"/>
                    <a:pt x="352" y="56"/>
                  </a:cubicBezTo>
                  <a:cubicBezTo>
                    <a:pt x="348" y="60"/>
                    <a:pt x="347" y="66"/>
                    <a:pt x="351" y="71"/>
                  </a:cubicBezTo>
                  <a:cubicBezTo>
                    <a:pt x="353" y="73"/>
                    <a:pt x="354" y="75"/>
                    <a:pt x="354" y="77"/>
                  </a:cubicBezTo>
                  <a:cubicBezTo>
                    <a:pt x="355" y="79"/>
                    <a:pt x="357" y="81"/>
                    <a:pt x="356" y="83"/>
                  </a:cubicBezTo>
                  <a:cubicBezTo>
                    <a:pt x="355" y="85"/>
                    <a:pt x="353" y="87"/>
                    <a:pt x="353" y="89"/>
                  </a:cubicBezTo>
                  <a:cubicBezTo>
                    <a:pt x="353" y="89"/>
                    <a:pt x="352" y="90"/>
                    <a:pt x="352" y="91"/>
                  </a:cubicBezTo>
                  <a:cubicBezTo>
                    <a:pt x="351" y="92"/>
                    <a:pt x="349" y="94"/>
                    <a:pt x="348" y="95"/>
                  </a:cubicBezTo>
                  <a:cubicBezTo>
                    <a:pt x="346" y="97"/>
                    <a:pt x="345" y="100"/>
                    <a:pt x="342" y="97"/>
                  </a:cubicBezTo>
                  <a:cubicBezTo>
                    <a:pt x="341" y="96"/>
                    <a:pt x="340" y="95"/>
                    <a:pt x="338" y="94"/>
                  </a:cubicBezTo>
                  <a:cubicBezTo>
                    <a:pt x="336" y="92"/>
                    <a:pt x="333" y="91"/>
                    <a:pt x="331" y="89"/>
                  </a:cubicBezTo>
                  <a:cubicBezTo>
                    <a:pt x="330" y="86"/>
                    <a:pt x="331" y="83"/>
                    <a:pt x="334" y="82"/>
                  </a:cubicBezTo>
                  <a:cubicBezTo>
                    <a:pt x="336" y="80"/>
                    <a:pt x="337" y="79"/>
                    <a:pt x="337" y="77"/>
                  </a:cubicBezTo>
                  <a:cubicBezTo>
                    <a:pt x="336" y="74"/>
                    <a:pt x="334" y="73"/>
                    <a:pt x="332" y="72"/>
                  </a:cubicBezTo>
                  <a:cubicBezTo>
                    <a:pt x="328" y="69"/>
                    <a:pt x="331" y="64"/>
                    <a:pt x="329" y="61"/>
                  </a:cubicBezTo>
                  <a:cubicBezTo>
                    <a:pt x="328" y="59"/>
                    <a:pt x="328" y="56"/>
                    <a:pt x="329" y="54"/>
                  </a:cubicBezTo>
                  <a:cubicBezTo>
                    <a:pt x="331" y="49"/>
                    <a:pt x="337" y="45"/>
                    <a:pt x="337" y="39"/>
                  </a:cubicBezTo>
                  <a:cubicBezTo>
                    <a:pt x="333" y="36"/>
                    <a:pt x="328" y="38"/>
                    <a:pt x="324" y="36"/>
                  </a:cubicBezTo>
                  <a:cubicBezTo>
                    <a:pt x="322" y="35"/>
                    <a:pt x="318" y="38"/>
                    <a:pt x="318" y="33"/>
                  </a:cubicBezTo>
                  <a:cubicBezTo>
                    <a:pt x="319" y="31"/>
                    <a:pt x="319" y="30"/>
                    <a:pt x="319" y="29"/>
                  </a:cubicBezTo>
                  <a:cubicBezTo>
                    <a:pt x="318" y="26"/>
                    <a:pt x="318" y="24"/>
                    <a:pt x="322" y="24"/>
                  </a:cubicBezTo>
                  <a:cubicBezTo>
                    <a:pt x="330" y="26"/>
                    <a:pt x="330" y="26"/>
                    <a:pt x="331" y="16"/>
                  </a:cubicBezTo>
                  <a:cubicBezTo>
                    <a:pt x="330" y="15"/>
                    <a:pt x="330" y="14"/>
                    <a:pt x="329" y="13"/>
                  </a:cubicBezTo>
                  <a:cubicBezTo>
                    <a:pt x="325" y="11"/>
                    <a:pt x="320" y="12"/>
                    <a:pt x="316" y="9"/>
                  </a:cubicBezTo>
                  <a:cubicBezTo>
                    <a:pt x="314" y="7"/>
                    <a:pt x="311" y="5"/>
                    <a:pt x="308" y="4"/>
                  </a:cubicBezTo>
                  <a:cubicBezTo>
                    <a:pt x="305" y="3"/>
                    <a:pt x="301" y="4"/>
                    <a:pt x="297" y="3"/>
                  </a:cubicBezTo>
                  <a:cubicBezTo>
                    <a:pt x="294" y="2"/>
                    <a:pt x="291" y="2"/>
                    <a:pt x="288" y="1"/>
                  </a:cubicBezTo>
                  <a:cubicBezTo>
                    <a:pt x="284" y="0"/>
                    <a:pt x="281" y="0"/>
                    <a:pt x="277" y="0"/>
                  </a:cubicBezTo>
                  <a:cubicBezTo>
                    <a:pt x="274" y="0"/>
                    <a:pt x="270" y="0"/>
                    <a:pt x="266" y="3"/>
                  </a:cubicBezTo>
                  <a:cubicBezTo>
                    <a:pt x="263" y="6"/>
                    <a:pt x="263" y="10"/>
                    <a:pt x="261" y="13"/>
                  </a:cubicBezTo>
                  <a:cubicBezTo>
                    <a:pt x="259" y="17"/>
                    <a:pt x="256" y="16"/>
                    <a:pt x="253" y="14"/>
                  </a:cubicBezTo>
                  <a:cubicBezTo>
                    <a:pt x="252" y="13"/>
                    <a:pt x="250" y="13"/>
                    <a:pt x="248" y="13"/>
                  </a:cubicBezTo>
                  <a:cubicBezTo>
                    <a:pt x="245" y="15"/>
                    <a:pt x="242" y="15"/>
                    <a:pt x="239" y="14"/>
                  </a:cubicBezTo>
                  <a:cubicBezTo>
                    <a:pt x="237" y="14"/>
                    <a:pt x="234" y="15"/>
                    <a:pt x="231" y="15"/>
                  </a:cubicBezTo>
                  <a:cubicBezTo>
                    <a:pt x="230" y="16"/>
                    <a:pt x="228" y="18"/>
                    <a:pt x="227" y="20"/>
                  </a:cubicBezTo>
                  <a:cubicBezTo>
                    <a:pt x="226" y="25"/>
                    <a:pt x="220" y="29"/>
                    <a:pt x="225" y="34"/>
                  </a:cubicBezTo>
                  <a:cubicBezTo>
                    <a:pt x="228" y="37"/>
                    <a:pt x="233" y="39"/>
                    <a:pt x="228" y="44"/>
                  </a:cubicBezTo>
                  <a:cubicBezTo>
                    <a:pt x="226" y="45"/>
                    <a:pt x="225" y="48"/>
                    <a:pt x="223" y="49"/>
                  </a:cubicBezTo>
                  <a:cubicBezTo>
                    <a:pt x="221" y="52"/>
                    <a:pt x="217" y="51"/>
                    <a:pt x="217" y="55"/>
                  </a:cubicBezTo>
                  <a:cubicBezTo>
                    <a:pt x="219" y="60"/>
                    <a:pt x="223" y="64"/>
                    <a:pt x="220" y="70"/>
                  </a:cubicBezTo>
                  <a:cubicBezTo>
                    <a:pt x="219" y="73"/>
                    <a:pt x="218" y="75"/>
                    <a:pt x="219" y="78"/>
                  </a:cubicBezTo>
                  <a:cubicBezTo>
                    <a:pt x="219" y="79"/>
                    <a:pt x="219" y="80"/>
                    <a:pt x="219" y="80"/>
                  </a:cubicBezTo>
                  <a:cubicBezTo>
                    <a:pt x="222" y="83"/>
                    <a:pt x="222" y="87"/>
                    <a:pt x="220" y="90"/>
                  </a:cubicBezTo>
                  <a:cubicBezTo>
                    <a:pt x="220" y="93"/>
                    <a:pt x="220" y="96"/>
                    <a:pt x="220" y="99"/>
                  </a:cubicBezTo>
                  <a:cubicBezTo>
                    <a:pt x="221" y="101"/>
                    <a:pt x="222" y="103"/>
                    <a:pt x="221" y="105"/>
                  </a:cubicBezTo>
                  <a:cubicBezTo>
                    <a:pt x="220" y="107"/>
                    <a:pt x="218" y="109"/>
                    <a:pt x="217" y="110"/>
                  </a:cubicBezTo>
                  <a:cubicBezTo>
                    <a:pt x="214" y="113"/>
                    <a:pt x="211" y="113"/>
                    <a:pt x="208" y="113"/>
                  </a:cubicBezTo>
                  <a:cubicBezTo>
                    <a:pt x="205" y="114"/>
                    <a:pt x="202" y="116"/>
                    <a:pt x="200" y="119"/>
                  </a:cubicBezTo>
                  <a:cubicBezTo>
                    <a:pt x="199" y="121"/>
                    <a:pt x="199" y="125"/>
                    <a:pt x="196" y="126"/>
                  </a:cubicBezTo>
                  <a:cubicBezTo>
                    <a:pt x="193" y="128"/>
                    <a:pt x="190" y="130"/>
                    <a:pt x="190" y="134"/>
                  </a:cubicBezTo>
                  <a:cubicBezTo>
                    <a:pt x="190" y="137"/>
                    <a:pt x="192" y="140"/>
                    <a:pt x="194" y="142"/>
                  </a:cubicBezTo>
                  <a:cubicBezTo>
                    <a:pt x="194" y="143"/>
                    <a:pt x="194" y="143"/>
                    <a:pt x="194" y="144"/>
                  </a:cubicBezTo>
                  <a:cubicBezTo>
                    <a:pt x="193" y="146"/>
                    <a:pt x="190" y="145"/>
                    <a:pt x="188" y="147"/>
                  </a:cubicBezTo>
                  <a:cubicBezTo>
                    <a:pt x="185" y="149"/>
                    <a:pt x="184" y="152"/>
                    <a:pt x="183" y="156"/>
                  </a:cubicBezTo>
                  <a:cubicBezTo>
                    <a:pt x="183" y="158"/>
                    <a:pt x="182" y="161"/>
                    <a:pt x="183" y="164"/>
                  </a:cubicBezTo>
                  <a:cubicBezTo>
                    <a:pt x="183" y="165"/>
                    <a:pt x="183" y="165"/>
                    <a:pt x="184" y="166"/>
                  </a:cubicBezTo>
                  <a:cubicBezTo>
                    <a:pt x="187" y="168"/>
                    <a:pt x="191" y="167"/>
                    <a:pt x="192" y="170"/>
                  </a:cubicBezTo>
                  <a:cubicBezTo>
                    <a:pt x="193" y="172"/>
                    <a:pt x="193" y="174"/>
                    <a:pt x="192" y="176"/>
                  </a:cubicBezTo>
                  <a:cubicBezTo>
                    <a:pt x="190" y="178"/>
                    <a:pt x="188" y="176"/>
                    <a:pt x="186" y="177"/>
                  </a:cubicBezTo>
                  <a:cubicBezTo>
                    <a:pt x="180" y="178"/>
                    <a:pt x="178" y="180"/>
                    <a:pt x="181" y="186"/>
                  </a:cubicBezTo>
                  <a:cubicBezTo>
                    <a:pt x="185" y="189"/>
                    <a:pt x="195" y="196"/>
                    <a:pt x="189" y="202"/>
                  </a:cubicBezTo>
                  <a:cubicBezTo>
                    <a:pt x="189" y="203"/>
                    <a:pt x="188" y="203"/>
                    <a:pt x="187" y="204"/>
                  </a:cubicBezTo>
                  <a:cubicBezTo>
                    <a:pt x="183" y="205"/>
                    <a:pt x="180" y="209"/>
                    <a:pt x="178" y="212"/>
                  </a:cubicBezTo>
                  <a:cubicBezTo>
                    <a:pt x="173" y="217"/>
                    <a:pt x="166" y="216"/>
                    <a:pt x="160" y="217"/>
                  </a:cubicBezTo>
                  <a:cubicBezTo>
                    <a:pt x="157" y="219"/>
                    <a:pt x="156" y="222"/>
                    <a:pt x="155" y="226"/>
                  </a:cubicBezTo>
                  <a:cubicBezTo>
                    <a:pt x="155" y="227"/>
                    <a:pt x="154" y="228"/>
                    <a:pt x="153" y="229"/>
                  </a:cubicBezTo>
                  <a:cubicBezTo>
                    <a:pt x="151" y="230"/>
                    <a:pt x="149" y="231"/>
                    <a:pt x="147" y="232"/>
                  </a:cubicBezTo>
                  <a:cubicBezTo>
                    <a:pt x="145" y="232"/>
                    <a:pt x="143" y="232"/>
                    <a:pt x="140" y="230"/>
                  </a:cubicBezTo>
                  <a:cubicBezTo>
                    <a:pt x="136" y="228"/>
                    <a:pt x="133" y="229"/>
                    <a:pt x="129" y="231"/>
                  </a:cubicBezTo>
                  <a:cubicBezTo>
                    <a:pt x="126" y="232"/>
                    <a:pt x="124" y="234"/>
                    <a:pt x="121" y="233"/>
                  </a:cubicBezTo>
                  <a:cubicBezTo>
                    <a:pt x="119" y="232"/>
                    <a:pt x="117" y="229"/>
                    <a:pt x="115" y="227"/>
                  </a:cubicBezTo>
                  <a:cubicBezTo>
                    <a:pt x="113" y="225"/>
                    <a:pt x="111" y="223"/>
                    <a:pt x="108" y="223"/>
                  </a:cubicBezTo>
                  <a:cubicBezTo>
                    <a:pt x="106" y="225"/>
                    <a:pt x="105" y="227"/>
                    <a:pt x="104" y="229"/>
                  </a:cubicBezTo>
                  <a:cubicBezTo>
                    <a:pt x="103" y="229"/>
                    <a:pt x="103" y="230"/>
                    <a:pt x="102" y="230"/>
                  </a:cubicBezTo>
                  <a:cubicBezTo>
                    <a:pt x="101" y="232"/>
                    <a:pt x="99" y="232"/>
                    <a:pt x="97" y="231"/>
                  </a:cubicBezTo>
                  <a:cubicBezTo>
                    <a:pt x="96" y="231"/>
                    <a:pt x="95" y="230"/>
                    <a:pt x="95" y="230"/>
                  </a:cubicBezTo>
                  <a:cubicBezTo>
                    <a:pt x="88" y="231"/>
                    <a:pt x="92" y="237"/>
                    <a:pt x="89" y="240"/>
                  </a:cubicBezTo>
                  <a:cubicBezTo>
                    <a:pt x="87" y="242"/>
                    <a:pt x="85" y="239"/>
                    <a:pt x="83" y="239"/>
                  </a:cubicBezTo>
                  <a:cubicBezTo>
                    <a:pt x="78" y="238"/>
                    <a:pt x="74" y="240"/>
                    <a:pt x="70" y="244"/>
                  </a:cubicBezTo>
                  <a:cubicBezTo>
                    <a:pt x="70" y="244"/>
                    <a:pt x="69" y="245"/>
                    <a:pt x="69" y="246"/>
                  </a:cubicBezTo>
                  <a:cubicBezTo>
                    <a:pt x="68" y="247"/>
                    <a:pt x="68" y="249"/>
                    <a:pt x="66" y="250"/>
                  </a:cubicBezTo>
                  <a:cubicBezTo>
                    <a:pt x="60" y="252"/>
                    <a:pt x="58" y="256"/>
                    <a:pt x="54" y="261"/>
                  </a:cubicBezTo>
                  <a:cubicBezTo>
                    <a:pt x="53" y="262"/>
                    <a:pt x="52" y="260"/>
                    <a:pt x="51" y="259"/>
                  </a:cubicBezTo>
                  <a:cubicBezTo>
                    <a:pt x="50" y="257"/>
                    <a:pt x="47" y="256"/>
                    <a:pt x="44" y="256"/>
                  </a:cubicBezTo>
                  <a:cubicBezTo>
                    <a:pt x="41" y="257"/>
                    <a:pt x="37" y="257"/>
                    <a:pt x="35" y="259"/>
                  </a:cubicBezTo>
                  <a:cubicBezTo>
                    <a:pt x="33" y="260"/>
                    <a:pt x="33" y="263"/>
                    <a:pt x="31" y="264"/>
                  </a:cubicBezTo>
                  <a:cubicBezTo>
                    <a:pt x="31" y="265"/>
                    <a:pt x="30" y="265"/>
                    <a:pt x="30" y="265"/>
                  </a:cubicBezTo>
                  <a:cubicBezTo>
                    <a:pt x="28" y="266"/>
                    <a:pt x="28" y="265"/>
                    <a:pt x="27" y="264"/>
                  </a:cubicBezTo>
                  <a:cubicBezTo>
                    <a:pt x="24" y="262"/>
                    <a:pt x="21" y="260"/>
                    <a:pt x="18" y="261"/>
                  </a:cubicBezTo>
                  <a:cubicBezTo>
                    <a:pt x="16" y="262"/>
                    <a:pt x="13" y="261"/>
                    <a:pt x="11" y="262"/>
                  </a:cubicBezTo>
                  <a:cubicBezTo>
                    <a:pt x="11" y="264"/>
                    <a:pt x="10" y="266"/>
                    <a:pt x="9" y="268"/>
                  </a:cubicBezTo>
                  <a:cubicBezTo>
                    <a:pt x="6" y="271"/>
                    <a:pt x="2" y="274"/>
                    <a:pt x="0" y="279"/>
                  </a:cubicBezTo>
                  <a:cubicBezTo>
                    <a:pt x="0" y="279"/>
                    <a:pt x="0" y="279"/>
                    <a:pt x="0" y="279"/>
                  </a:cubicBezTo>
                  <a:cubicBezTo>
                    <a:pt x="1" y="281"/>
                    <a:pt x="2" y="282"/>
                    <a:pt x="5" y="285"/>
                  </a:cubicBezTo>
                  <a:cubicBezTo>
                    <a:pt x="6" y="285"/>
                    <a:pt x="7" y="285"/>
                    <a:pt x="8" y="285"/>
                  </a:cubicBezTo>
                  <a:cubicBezTo>
                    <a:pt x="11" y="286"/>
                    <a:pt x="15" y="286"/>
                    <a:pt x="19" y="287"/>
                  </a:cubicBezTo>
                  <a:cubicBezTo>
                    <a:pt x="19" y="287"/>
                    <a:pt x="20" y="288"/>
                    <a:pt x="21" y="288"/>
                  </a:cubicBezTo>
                  <a:cubicBezTo>
                    <a:pt x="24" y="288"/>
                    <a:pt x="24" y="291"/>
                    <a:pt x="26" y="292"/>
                  </a:cubicBezTo>
                  <a:cubicBezTo>
                    <a:pt x="28" y="294"/>
                    <a:pt x="30" y="293"/>
                    <a:pt x="31" y="295"/>
                  </a:cubicBezTo>
                  <a:cubicBezTo>
                    <a:pt x="34" y="296"/>
                    <a:pt x="35" y="298"/>
                    <a:pt x="37" y="300"/>
                  </a:cubicBezTo>
                  <a:cubicBezTo>
                    <a:pt x="38" y="301"/>
                    <a:pt x="40" y="302"/>
                    <a:pt x="41" y="303"/>
                  </a:cubicBezTo>
                  <a:cubicBezTo>
                    <a:pt x="44" y="303"/>
                    <a:pt x="47" y="305"/>
                    <a:pt x="50" y="306"/>
                  </a:cubicBezTo>
                  <a:cubicBezTo>
                    <a:pt x="53" y="306"/>
                    <a:pt x="56" y="306"/>
                    <a:pt x="59" y="305"/>
                  </a:cubicBezTo>
                  <a:cubicBezTo>
                    <a:pt x="62" y="303"/>
                    <a:pt x="64" y="301"/>
                    <a:pt x="66" y="299"/>
                  </a:cubicBezTo>
                  <a:cubicBezTo>
                    <a:pt x="70" y="296"/>
                    <a:pt x="75" y="295"/>
                    <a:pt x="80" y="298"/>
                  </a:cubicBezTo>
                  <a:cubicBezTo>
                    <a:pt x="82" y="300"/>
                    <a:pt x="81" y="304"/>
                    <a:pt x="84" y="306"/>
                  </a:cubicBezTo>
                  <a:cubicBezTo>
                    <a:pt x="85" y="307"/>
                    <a:pt x="87" y="306"/>
                    <a:pt x="88" y="306"/>
                  </a:cubicBezTo>
                  <a:cubicBezTo>
                    <a:pt x="93" y="310"/>
                    <a:pt x="98" y="312"/>
                    <a:pt x="103" y="315"/>
                  </a:cubicBezTo>
                  <a:cubicBezTo>
                    <a:pt x="105" y="318"/>
                    <a:pt x="107" y="318"/>
                    <a:pt x="109" y="319"/>
                  </a:cubicBezTo>
                  <a:cubicBezTo>
                    <a:pt x="110" y="320"/>
                    <a:pt x="110" y="320"/>
                    <a:pt x="111" y="321"/>
                  </a:cubicBezTo>
                  <a:cubicBezTo>
                    <a:pt x="111" y="324"/>
                    <a:pt x="112" y="327"/>
                    <a:pt x="114" y="329"/>
                  </a:cubicBezTo>
                  <a:cubicBezTo>
                    <a:pt x="115" y="331"/>
                    <a:pt x="115" y="332"/>
                    <a:pt x="117" y="332"/>
                  </a:cubicBezTo>
                  <a:cubicBezTo>
                    <a:pt x="121" y="332"/>
                    <a:pt x="122" y="337"/>
                    <a:pt x="125" y="338"/>
                  </a:cubicBezTo>
                  <a:cubicBezTo>
                    <a:pt x="126" y="339"/>
                    <a:pt x="126" y="339"/>
                    <a:pt x="127" y="340"/>
                  </a:cubicBezTo>
                  <a:cubicBezTo>
                    <a:pt x="132" y="343"/>
                    <a:pt x="140" y="343"/>
                    <a:pt x="145" y="347"/>
                  </a:cubicBezTo>
                  <a:cubicBezTo>
                    <a:pt x="146" y="347"/>
                    <a:pt x="146" y="348"/>
                    <a:pt x="147" y="349"/>
                  </a:cubicBezTo>
                  <a:cubicBezTo>
                    <a:pt x="148" y="350"/>
                    <a:pt x="149" y="349"/>
                    <a:pt x="151" y="350"/>
                  </a:cubicBezTo>
                  <a:cubicBezTo>
                    <a:pt x="156" y="347"/>
                    <a:pt x="160" y="348"/>
                    <a:pt x="164" y="350"/>
                  </a:cubicBezTo>
                  <a:cubicBezTo>
                    <a:pt x="169" y="351"/>
                    <a:pt x="174" y="350"/>
                    <a:pt x="178" y="351"/>
                  </a:cubicBezTo>
                  <a:cubicBezTo>
                    <a:pt x="180" y="352"/>
                    <a:pt x="181" y="353"/>
                    <a:pt x="183" y="353"/>
                  </a:cubicBezTo>
                  <a:cubicBezTo>
                    <a:pt x="186" y="354"/>
                    <a:pt x="191" y="353"/>
                    <a:pt x="194" y="355"/>
                  </a:cubicBezTo>
                  <a:cubicBezTo>
                    <a:pt x="198" y="354"/>
                    <a:pt x="203" y="356"/>
                    <a:pt x="207" y="354"/>
                  </a:cubicBezTo>
                  <a:cubicBezTo>
                    <a:pt x="210" y="350"/>
                    <a:pt x="212" y="348"/>
                    <a:pt x="217" y="351"/>
                  </a:cubicBezTo>
                  <a:cubicBezTo>
                    <a:pt x="220" y="354"/>
                    <a:pt x="224" y="354"/>
                    <a:pt x="227" y="350"/>
                  </a:cubicBezTo>
                  <a:cubicBezTo>
                    <a:pt x="230" y="347"/>
                    <a:pt x="233" y="345"/>
                    <a:pt x="234" y="341"/>
                  </a:cubicBezTo>
                  <a:cubicBezTo>
                    <a:pt x="236" y="337"/>
                    <a:pt x="237" y="333"/>
                    <a:pt x="239" y="329"/>
                  </a:cubicBezTo>
                  <a:cubicBezTo>
                    <a:pt x="239" y="328"/>
                    <a:pt x="239" y="327"/>
                    <a:pt x="239" y="326"/>
                  </a:cubicBezTo>
                  <a:cubicBezTo>
                    <a:pt x="243" y="321"/>
                    <a:pt x="246" y="328"/>
                    <a:pt x="249" y="328"/>
                  </a:cubicBezTo>
                  <a:cubicBezTo>
                    <a:pt x="254" y="329"/>
                    <a:pt x="256" y="324"/>
                    <a:pt x="261" y="325"/>
                  </a:cubicBezTo>
                  <a:cubicBezTo>
                    <a:pt x="263" y="325"/>
                    <a:pt x="264" y="327"/>
                    <a:pt x="265" y="329"/>
                  </a:cubicBezTo>
                  <a:cubicBezTo>
                    <a:pt x="267" y="330"/>
                    <a:pt x="268" y="331"/>
                    <a:pt x="270" y="332"/>
                  </a:cubicBezTo>
                  <a:cubicBezTo>
                    <a:pt x="274" y="334"/>
                    <a:pt x="278" y="338"/>
                    <a:pt x="282" y="336"/>
                  </a:cubicBezTo>
                  <a:cubicBezTo>
                    <a:pt x="284" y="336"/>
                    <a:pt x="287" y="335"/>
                    <a:pt x="289" y="335"/>
                  </a:cubicBezTo>
                  <a:cubicBezTo>
                    <a:pt x="291" y="336"/>
                    <a:pt x="292" y="338"/>
                    <a:pt x="294" y="339"/>
                  </a:cubicBezTo>
                  <a:cubicBezTo>
                    <a:pt x="297" y="342"/>
                    <a:pt x="298" y="344"/>
                    <a:pt x="296" y="348"/>
                  </a:cubicBezTo>
                  <a:cubicBezTo>
                    <a:pt x="295" y="350"/>
                    <a:pt x="295" y="352"/>
                    <a:pt x="296" y="354"/>
                  </a:cubicBezTo>
                  <a:cubicBezTo>
                    <a:pt x="298" y="356"/>
                    <a:pt x="300" y="357"/>
                    <a:pt x="303" y="356"/>
                  </a:cubicBezTo>
                  <a:cubicBezTo>
                    <a:pt x="307" y="355"/>
                    <a:pt x="311" y="353"/>
                    <a:pt x="315" y="357"/>
                  </a:cubicBezTo>
                  <a:cubicBezTo>
                    <a:pt x="317" y="359"/>
                    <a:pt x="319" y="363"/>
                    <a:pt x="321" y="364"/>
                  </a:cubicBezTo>
                  <a:cubicBezTo>
                    <a:pt x="324" y="365"/>
                    <a:pt x="328" y="366"/>
                    <a:pt x="331" y="364"/>
                  </a:cubicBezTo>
                  <a:cubicBezTo>
                    <a:pt x="334" y="362"/>
                    <a:pt x="337" y="363"/>
                    <a:pt x="340" y="363"/>
                  </a:cubicBezTo>
                  <a:cubicBezTo>
                    <a:pt x="342" y="362"/>
                    <a:pt x="344" y="363"/>
                    <a:pt x="346" y="363"/>
                  </a:cubicBezTo>
                  <a:cubicBezTo>
                    <a:pt x="350" y="362"/>
                    <a:pt x="354" y="358"/>
                    <a:pt x="357" y="363"/>
                  </a:cubicBezTo>
                  <a:cubicBezTo>
                    <a:pt x="358" y="364"/>
                    <a:pt x="359" y="365"/>
                    <a:pt x="359" y="365"/>
                  </a:cubicBezTo>
                  <a:cubicBezTo>
                    <a:pt x="362" y="369"/>
                    <a:pt x="360" y="374"/>
                    <a:pt x="362" y="378"/>
                  </a:cubicBezTo>
                  <a:cubicBezTo>
                    <a:pt x="362" y="380"/>
                    <a:pt x="362" y="383"/>
                    <a:pt x="362" y="385"/>
                  </a:cubicBezTo>
                  <a:cubicBezTo>
                    <a:pt x="363" y="389"/>
                    <a:pt x="364" y="393"/>
                    <a:pt x="362" y="396"/>
                  </a:cubicBezTo>
                  <a:cubicBezTo>
                    <a:pt x="361" y="399"/>
                    <a:pt x="361" y="401"/>
                    <a:pt x="364" y="403"/>
                  </a:cubicBezTo>
                  <a:cubicBezTo>
                    <a:pt x="367" y="404"/>
                    <a:pt x="369" y="401"/>
                    <a:pt x="371" y="399"/>
                  </a:cubicBezTo>
                  <a:cubicBezTo>
                    <a:pt x="372" y="397"/>
                    <a:pt x="374" y="396"/>
                    <a:pt x="376" y="394"/>
                  </a:cubicBezTo>
                  <a:cubicBezTo>
                    <a:pt x="376" y="389"/>
                    <a:pt x="378" y="385"/>
                    <a:pt x="378" y="381"/>
                  </a:cubicBezTo>
                  <a:cubicBezTo>
                    <a:pt x="378" y="378"/>
                    <a:pt x="380" y="376"/>
                    <a:pt x="381" y="374"/>
                  </a:cubicBezTo>
                  <a:cubicBezTo>
                    <a:pt x="383" y="371"/>
                    <a:pt x="384" y="368"/>
                    <a:pt x="385" y="366"/>
                  </a:cubicBezTo>
                  <a:cubicBezTo>
                    <a:pt x="386" y="361"/>
                    <a:pt x="388" y="357"/>
                    <a:pt x="390" y="353"/>
                  </a:cubicBezTo>
                  <a:cubicBezTo>
                    <a:pt x="391" y="349"/>
                    <a:pt x="393" y="346"/>
                    <a:pt x="396" y="343"/>
                  </a:cubicBezTo>
                  <a:cubicBezTo>
                    <a:pt x="397" y="343"/>
                    <a:pt x="397" y="342"/>
                    <a:pt x="398" y="341"/>
                  </a:cubicBezTo>
                  <a:cubicBezTo>
                    <a:pt x="399" y="339"/>
                    <a:pt x="402" y="338"/>
                    <a:pt x="404" y="337"/>
                  </a:cubicBezTo>
                  <a:cubicBezTo>
                    <a:pt x="407" y="335"/>
                    <a:pt x="408" y="332"/>
                    <a:pt x="409" y="329"/>
                  </a:cubicBezTo>
                  <a:cubicBezTo>
                    <a:pt x="410" y="325"/>
                    <a:pt x="409" y="322"/>
                    <a:pt x="412" y="319"/>
                  </a:cubicBezTo>
                  <a:cubicBezTo>
                    <a:pt x="414" y="317"/>
                    <a:pt x="415" y="315"/>
                    <a:pt x="418" y="314"/>
                  </a:cubicBezTo>
                  <a:cubicBezTo>
                    <a:pt x="421" y="312"/>
                    <a:pt x="425" y="313"/>
                    <a:pt x="428" y="310"/>
                  </a:cubicBezTo>
                  <a:cubicBezTo>
                    <a:pt x="430" y="308"/>
                    <a:pt x="430" y="305"/>
                    <a:pt x="432" y="302"/>
                  </a:cubicBezTo>
                  <a:cubicBezTo>
                    <a:pt x="433" y="302"/>
                    <a:pt x="433" y="301"/>
                    <a:pt x="434" y="300"/>
                  </a:cubicBezTo>
                  <a:cubicBezTo>
                    <a:pt x="437" y="299"/>
                    <a:pt x="440" y="300"/>
                    <a:pt x="442" y="302"/>
                  </a:cubicBezTo>
                  <a:cubicBezTo>
                    <a:pt x="444" y="303"/>
                    <a:pt x="447" y="304"/>
                    <a:pt x="449" y="305"/>
                  </a:cubicBezTo>
                  <a:cubicBezTo>
                    <a:pt x="452" y="305"/>
                    <a:pt x="455" y="308"/>
                    <a:pt x="455" y="310"/>
                  </a:cubicBezTo>
                  <a:cubicBezTo>
                    <a:pt x="456" y="310"/>
                    <a:pt x="457" y="311"/>
                    <a:pt x="457" y="310"/>
                  </a:cubicBezTo>
                  <a:cubicBezTo>
                    <a:pt x="460" y="310"/>
                    <a:pt x="463" y="310"/>
                    <a:pt x="466" y="310"/>
                  </a:cubicBezTo>
                  <a:cubicBezTo>
                    <a:pt x="470" y="312"/>
                    <a:pt x="472" y="316"/>
                    <a:pt x="474" y="318"/>
                  </a:cubicBezTo>
                  <a:cubicBezTo>
                    <a:pt x="478" y="321"/>
                    <a:pt x="482" y="319"/>
                    <a:pt x="486" y="318"/>
                  </a:cubicBezTo>
                  <a:cubicBezTo>
                    <a:pt x="489" y="316"/>
                    <a:pt x="491" y="314"/>
                    <a:pt x="492" y="311"/>
                  </a:cubicBezTo>
                  <a:cubicBezTo>
                    <a:pt x="493" y="310"/>
                    <a:pt x="494" y="310"/>
                    <a:pt x="494" y="309"/>
                  </a:cubicBezTo>
                  <a:cubicBezTo>
                    <a:pt x="494" y="306"/>
                    <a:pt x="499" y="308"/>
                    <a:pt x="500" y="309"/>
                  </a:cubicBezTo>
                  <a:cubicBezTo>
                    <a:pt x="503" y="310"/>
                    <a:pt x="505" y="312"/>
                    <a:pt x="508" y="313"/>
                  </a:cubicBezTo>
                  <a:cubicBezTo>
                    <a:pt x="509" y="315"/>
                    <a:pt x="511" y="319"/>
                    <a:pt x="513" y="322"/>
                  </a:cubicBezTo>
                  <a:cubicBezTo>
                    <a:pt x="516" y="323"/>
                    <a:pt x="518" y="324"/>
                    <a:pt x="520" y="322"/>
                  </a:cubicBezTo>
                  <a:cubicBezTo>
                    <a:pt x="522" y="321"/>
                    <a:pt x="523" y="319"/>
                    <a:pt x="525" y="318"/>
                  </a:cubicBezTo>
                  <a:cubicBezTo>
                    <a:pt x="527" y="317"/>
                    <a:pt x="530" y="317"/>
                    <a:pt x="532" y="316"/>
                  </a:cubicBezTo>
                  <a:cubicBezTo>
                    <a:pt x="534" y="315"/>
                    <a:pt x="536" y="313"/>
                    <a:pt x="538" y="313"/>
                  </a:cubicBezTo>
                  <a:cubicBezTo>
                    <a:pt x="540" y="312"/>
                    <a:pt x="542" y="312"/>
                    <a:pt x="544" y="310"/>
                  </a:cubicBezTo>
                  <a:cubicBezTo>
                    <a:pt x="545" y="309"/>
                    <a:pt x="548" y="309"/>
                    <a:pt x="549" y="307"/>
                  </a:cubicBezTo>
                  <a:cubicBezTo>
                    <a:pt x="550" y="305"/>
                    <a:pt x="549" y="300"/>
                    <a:pt x="548" y="297"/>
                  </a:cubicBezTo>
                  <a:cubicBezTo>
                    <a:pt x="545" y="291"/>
                    <a:pt x="540" y="286"/>
                    <a:pt x="534" y="283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49" name="Freeform 21">
              <a:extLst>
                <a:ext uri="{FF2B5EF4-FFF2-40B4-BE49-F238E27FC236}">
                  <a16:creationId xmlns:a16="http://schemas.microsoft.com/office/drawing/2014/main" id="{490D4B7E-3BC9-17C1-7132-33D7661A1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6074" y="4216399"/>
              <a:ext cx="1271588" cy="1041400"/>
            </a:xfrm>
            <a:custGeom>
              <a:avLst/>
              <a:gdLst>
                <a:gd name="T0" fmla="*/ 2147483646 w 334"/>
                <a:gd name="T1" fmla="*/ 843991758 h 273"/>
                <a:gd name="T2" fmla="*/ 2147483646 w 334"/>
                <a:gd name="T3" fmla="*/ 785783983 h 273"/>
                <a:gd name="T4" fmla="*/ 2147483646 w 334"/>
                <a:gd name="T5" fmla="*/ 509305634 h 273"/>
                <a:gd name="T6" fmla="*/ 2147483646 w 334"/>
                <a:gd name="T7" fmla="*/ 421995879 h 273"/>
                <a:gd name="T8" fmla="*/ 2147483646 w 334"/>
                <a:gd name="T9" fmla="*/ 247376368 h 273"/>
                <a:gd name="T10" fmla="*/ 2147483646 w 334"/>
                <a:gd name="T11" fmla="*/ 261929266 h 273"/>
                <a:gd name="T12" fmla="*/ 2147483646 w 334"/>
                <a:gd name="T13" fmla="*/ 145517530 h 273"/>
                <a:gd name="T14" fmla="*/ 2147483646 w 334"/>
                <a:gd name="T15" fmla="*/ 145517530 h 273"/>
                <a:gd name="T16" fmla="*/ 2147483646 w 334"/>
                <a:gd name="T17" fmla="*/ 58207775 h 273"/>
                <a:gd name="T18" fmla="*/ 2147483646 w 334"/>
                <a:gd name="T19" fmla="*/ 0 h 273"/>
                <a:gd name="T20" fmla="*/ 2147483646 w 334"/>
                <a:gd name="T21" fmla="*/ 145517530 h 273"/>
                <a:gd name="T22" fmla="*/ 2147483646 w 334"/>
                <a:gd name="T23" fmla="*/ 174619511 h 273"/>
                <a:gd name="T24" fmla="*/ 2147483646 w 334"/>
                <a:gd name="T25" fmla="*/ 247376368 h 273"/>
                <a:gd name="T26" fmla="*/ 2147483646 w 334"/>
                <a:gd name="T27" fmla="*/ 392893899 h 273"/>
                <a:gd name="T28" fmla="*/ 2147483646 w 334"/>
                <a:gd name="T29" fmla="*/ 567509595 h 273"/>
                <a:gd name="T30" fmla="*/ 1840787337 w 334"/>
                <a:gd name="T31" fmla="*/ 625717370 h 273"/>
                <a:gd name="T32" fmla="*/ 1710339160 w 334"/>
                <a:gd name="T33" fmla="*/ 771234900 h 273"/>
                <a:gd name="T34" fmla="*/ 1536405719 w 334"/>
                <a:gd name="T35" fmla="*/ 843991758 h 273"/>
                <a:gd name="T36" fmla="*/ 1405957542 w 334"/>
                <a:gd name="T37" fmla="*/ 916748616 h 273"/>
                <a:gd name="T38" fmla="*/ 1333484640 w 334"/>
                <a:gd name="T39" fmla="*/ 1033160352 h 273"/>
                <a:gd name="T40" fmla="*/ 1029103021 w 334"/>
                <a:gd name="T41" fmla="*/ 974956391 h 273"/>
                <a:gd name="T42" fmla="*/ 985617757 w 334"/>
                <a:gd name="T43" fmla="*/ 902195719 h 273"/>
                <a:gd name="T44" fmla="*/ 811684316 w 334"/>
                <a:gd name="T45" fmla="*/ 873093738 h 273"/>
                <a:gd name="T46" fmla="*/ 855169580 w 334"/>
                <a:gd name="T47" fmla="*/ 1076815229 h 273"/>
                <a:gd name="T48" fmla="*/ 724717596 w 334"/>
                <a:gd name="T49" fmla="*/ 1236881842 h 273"/>
                <a:gd name="T50" fmla="*/ 637754682 w 334"/>
                <a:gd name="T51" fmla="*/ 1396952270 h 273"/>
                <a:gd name="T52" fmla="*/ 347866882 w 334"/>
                <a:gd name="T53" fmla="*/ 1440607148 h 273"/>
                <a:gd name="T54" fmla="*/ 231908717 w 334"/>
                <a:gd name="T55" fmla="*/ 1513364006 h 273"/>
                <a:gd name="T56" fmla="*/ 159439622 w 334"/>
                <a:gd name="T57" fmla="*/ 1557018884 h 273"/>
                <a:gd name="T58" fmla="*/ 159439622 w 334"/>
                <a:gd name="T59" fmla="*/ 2008116743 h 273"/>
                <a:gd name="T60" fmla="*/ 246406343 w 334"/>
                <a:gd name="T61" fmla="*/ 2147483646 h 273"/>
                <a:gd name="T62" fmla="*/ 14493819 w 334"/>
                <a:gd name="T63" fmla="*/ 2147483646 h 273"/>
                <a:gd name="T64" fmla="*/ 231908717 w 334"/>
                <a:gd name="T65" fmla="*/ 2147483646 h 273"/>
                <a:gd name="T66" fmla="*/ 289887800 w 334"/>
                <a:gd name="T67" fmla="*/ 2147483646 h 273"/>
                <a:gd name="T68" fmla="*/ 420335977 w 334"/>
                <a:gd name="T69" fmla="*/ 2147483646 h 273"/>
                <a:gd name="T70" fmla="*/ 550787961 w 334"/>
                <a:gd name="T71" fmla="*/ 2147483646 h 273"/>
                <a:gd name="T72" fmla="*/ 884157218 w 334"/>
                <a:gd name="T73" fmla="*/ 2147483646 h 273"/>
                <a:gd name="T74" fmla="*/ 1072584478 w 334"/>
                <a:gd name="T75" fmla="*/ 2147483646 h 273"/>
                <a:gd name="T76" fmla="*/ 1203032655 w 334"/>
                <a:gd name="T77" fmla="*/ 2147483646 h 273"/>
                <a:gd name="T78" fmla="*/ 1376966097 w 334"/>
                <a:gd name="T79" fmla="*/ 2147483646 h 273"/>
                <a:gd name="T80" fmla="*/ 1652360077 w 334"/>
                <a:gd name="T81" fmla="*/ 2147483646 h 273"/>
                <a:gd name="T82" fmla="*/ 1942247877 w 334"/>
                <a:gd name="T83" fmla="*/ 2147483646 h 273"/>
                <a:gd name="T84" fmla="*/ 2130675137 w 334"/>
                <a:gd name="T85" fmla="*/ 2147483646 h 273"/>
                <a:gd name="T86" fmla="*/ 2147483646 w 334"/>
                <a:gd name="T87" fmla="*/ 2147483646 h 273"/>
                <a:gd name="T88" fmla="*/ 2147483646 w 334"/>
                <a:gd name="T89" fmla="*/ 2147483646 h 273"/>
                <a:gd name="T90" fmla="*/ 2147483646 w 334"/>
                <a:gd name="T91" fmla="*/ 2147483646 h 273"/>
                <a:gd name="T92" fmla="*/ 2147483646 w 334"/>
                <a:gd name="T93" fmla="*/ 2147483646 h 273"/>
                <a:gd name="T94" fmla="*/ 2147483646 w 334"/>
                <a:gd name="T95" fmla="*/ 2147483646 h 273"/>
                <a:gd name="T96" fmla="*/ 2147483646 w 334"/>
                <a:gd name="T97" fmla="*/ 2147483646 h 273"/>
                <a:gd name="T98" fmla="*/ 2147483646 w 334"/>
                <a:gd name="T99" fmla="*/ 2147483646 h 273"/>
                <a:gd name="T100" fmla="*/ 2147483646 w 334"/>
                <a:gd name="T101" fmla="*/ 2147483646 h 273"/>
                <a:gd name="T102" fmla="*/ 2147483646 w 334"/>
                <a:gd name="T103" fmla="*/ 2147483646 h 273"/>
                <a:gd name="T104" fmla="*/ 2147483646 w 334"/>
                <a:gd name="T105" fmla="*/ 2147483646 h 273"/>
                <a:gd name="T106" fmla="*/ 2147483646 w 334"/>
                <a:gd name="T107" fmla="*/ 2147483646 h 273"/>
                <a:gd name="T108" fmla="*/ 2147483646 w 334"/>
                <a:gd name="T109" fmla="*/ 2095426498 h 273"/>
                <a:gd name="T110" fmla="*/ 2147483646 w 334"/>
                <a:gd name="T111" fmla="*/ 1891705007 h 273"/>
                <a:gd name="T112" fmla="*/ 2147483646 w 334"/>
                <a:gd name="T113" fmla="*/ 1673430619 h 273"/>
                <a:gd name="T114" fmla="*/ 2147483646 w 334"/>
                <a:gd name="T115" fmla="*/ 1440607148 h 273"/>
                <a:gd name="T116" fmla="*/ 2147483646 w 334"/>
                <a:gd name="T117" fmla="*/ 1367846475 h 273"/>
                <a:gd name="T118" fmla="*/ 2147483646 w 334"/>
                <a:gd name="T119" fmla="*/ 1193226965 h 273"/>
                <a:gd name="T120" fmla="*/ 2147483646 w 334"/>
                <a:gd name="T121" fmla="*/ 989505474 h 27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34" h="273">
                  <a:moveTo>
                    <a:pt x="333" y="68"/>
                  </a:moveTo>
                  <a:cubicBezTo>
                    <a:pt x="332" y="65"/>
                    <a:pt x="332" y="62"/>
                    <a:pt x="333" y="58"/>
                  </a:cubicBezTo>
                  <a:cubicBezTo>
                    <a:pt x="333" y="57"/>
                    <a:pt x="333" y="56"/>
                    <a:pt x="332" y="55"/>
                  </a:cubicBezTo>
                  <a:cubicBezTo>
                    <a:pt x="330" y="55"/>
                    <a:pt x="328" y="54"/>
                    <a:pt x="327" y="54"/>
                  </a:cubicBezTo>
                  <a:cubicBezTo>
                    <a:pt x="325" y="53"/>
                    <a:pt x="324" y="52"/>
                    <a:pt x="322" y="51"/>
                  </a:cubicBezTo>
                  <a:cubicBezTo>
                    <a:pt x="320" y="45"/>
                    <a:pt x="321" y="38"/>
                    <a:pt x="313" y="35"/>
                  </a:cubicBezTo>
                  <a:cubicBezTo>
                    <a:pt x="313" y="35"/>
                    <a:pt x="313" y="35"/>
                    <a:pt x="312" y="35"/>
                  </a:cubicBezTo>
                  <a:cubicBezTo>
                    <a:pt x="310" y="33"/>
                    <a:pt x="306" y="33"/>
                    <a:pt x="305" y="29"/>
                  </a:cubicBezTo>
                  <a:cubicBezTo>
                    <a:pt x="303" y="27"/>
                    <a:pt x="305" y="24"/>
                    <a:pt x="304" y="21"/>
                  </a:cubicBezTo>
                  <a:cubicBezTo>
                    <a:pt x="302" y="19"/>
                    <a:pt x="299" y="17"/>
                    <a:pt x="295" y="17"/>
                  </a:cubicBezTo>
                  <a:cubicBezTo>
                    <a:pt x="293" y="18"/>
                    <a:pt x="292" y="21"/>
                    <a:pt x="289" y="21"/>
                  </a:cubicBezTo>
                  <a:cubicBezTo>
                    <a:pt x="285" y="21"/>
                    <a:pt x="282" y="16"/>
                    <a:pt x="277" y="18"/>
                  </a:cubicBezTo>
                  <a:cubicBezTo>
                    <a:pt x="274" y="18"/>
                    <a:pt x="274" y="16"/>
                    <a:pt x="272" y="14"/>
                  </a:cubicBezTo>
                  <a:cubicBezTo>
                    <a:pt x="271" y="12"/>
                    <a:pt x="269" y="11"/>
                    <a:pt x="266" y="10"/>
                  </a:cubicBezTo>
                  <a:cubicBezTo>
                    <a:pt x="262" y="8"/>
                    <a:pt x="257" y="9"/>
                    <a:pt x="253" y="8"/>
                  </a:cubicBezTo>
                  <a:cubicBezTo>
                    <a:pt x="248" y="10"/>
                    <a:pt x="242" y="7"/>
                    <a:pt x="238" y="10"/>
                  </a:cubicBezTo>
                  <a:cubicBezTo>
                    <a:pt x="233" y="11"/>
                    <a:pt x="229" y="16"/>
                    <a:pt x="223" y="12"/>
                  </a:cubicBezTo>
                  <a:cubicBezTo>
                    <a:pt x="223" y="9"/>
                    <a:pt x="224" y="6"/>
                    <a:pt x="221" y="4"/>
                  </a:cubicBezTo>
                  <a:cubicBezTo>
                    <a:pt x="221" y="4"/>
                    <a:pt x="221" y="4"/>
                    <a:pt x="220" y="3"/>
                  </a:cubicBezTo>
                  <a:cubicBezTo>
                    <a:pt x="217" y="1"/>
                    <a:pt x="213" y="0"/>
                    <a:pt x="209" y="0"/>
                  </a:cubicBezTo>
                  <a:cubicBezTo>
                    <a:pt x="208" y="0"/>
                    <a:pt x="203" y="0"/>
                    <a:pt x="202" y="2"/>
                  </a:cubicBezTo>
                  <a:cubicBezTo>
                    <a:pt x="203" y="8"/>
                    <a:pt x="201" y="11"/>
                    <a:pt x="195" y="10"/>
                  </a:cubicBezTo>
                  <a:cubicBezTo>
                    <a:pt x="195" y="10"/>
                    <a:pt x="194" y="10"/>
                    <a:pt x="194" y="9"/>
                  </a:cubicBezTo>
                  <a:cubicBezTo>
                    <a:pt x="190" y="7"/>
                    <a:pt x="186" y="6"/>
                    <a:pt x="185" y="12"/>
                  </a:cubicBezTo>
                  <a:cubicBezTo>
                    <a:pt x="182" y="15"/>
                    <a:pt x="177" y="13"/>
                    <a:pt x="175" y="17"/>
                  </a:cubicBezTo>
                  <a:cubicBezTo>
                    <a:pt x="175" y="17"/>
                    <a:pt x="175" y="17"/>
                    <a:pt x="175" y="17"/>
                  </a:cubicBezTo>
                  <a:cubicBezTo>
                    <a:pt x="173" y="20"/>
                    <a:pt x="171" y="22"/>
                    <a:pt x="173" y="25"/>
                  </a:cubicBezTo>
                  <a:cubicBezTo>
                    <a:pt x="173" y="26"/>
                    <a:pt x="172" y="26"/>
                    <a:pt x="172" y="27"/>
                  </a:cubicBezTo>
                  <a:cubicBezTo>
                    <a:pt x="168" y="29"/>
                    <a:pt x="169" y="34"/>
                    <a:pt x="167" y="37"/>
                  </a:cubicBezTo>
                  <a:cubicBezTo>
                    <a:pt x="163" y="41"/>
                    <a:pt x="157" y="38"/>
                    <a:pt x="152" y="39"/>
                  </a:cubicBezTo>
                  <a:cubicBezTo>
                    <a:pt x="146" y="37"/>
                    <a:pt x="142" y="29"/>
                    <a:pt x="135" y="35"/>
                  </a:cubicBezTo>
                  <a:cubicBezTo>
                    <a:pt x="134" y="40"/>
                    <a:pt x="125" y="37"/>
                    <a:pt x="127" y="43"/>
                  </a:cubicBezTo>
                  <a:cubicBezTo>
                    <a:pt x="131" y="46"/>
                    <a:pt x="135" y="48"/>
                    <a:pt x="130" y="54"/>
                  </a:cubicBezTo>
                  <a:cubicBezTo>
                    <a:pt x="126" y="57"/>
                    <a:pt x="122" y="54"/>
                    <a:pt x="118" y="53"/>
                  </a:cubicBezTo>
                  <a:cubicBezTo>
                    <a:pt x="114" y="52"/>
                    <a:pt x="111" y="53"/>
                    <a:pt x="108" y="55"/>
                  </a:cubicBezTo>
                  <a:cubicBezTo>
                    <a:pt x="107" y="56"/>
                    <a:pt x="107" y="57"/>
                    <a:pt x="106" y="58"/>
                  </a:cubicBezTo>
                  <a:cubicBezTo>
                    <a:pt x="104" y="61"/>
                    <a:pt x="100" y="57"/>
                    <a:pt x="98" y="59"/>
                  </a:cubicBezTo>
                  <a:cubicBezTo>
                    <a:pt x="97" y="60"/>
                    <a:pt x="97" y="61"/>
                    <a:pt x="97" y="63"/>
                  </a:cubicBezTo>
                  <a:cubicBezTo>
                    <a:pt x="97" y="65"/>
                    <a:pt x="100" y="68"/>
                    <a:pt x="97" y="71"/>
                  </a:cubicBezTo>
                  <a:cubicBezTo>
                    <a:pt x="95" y="74"/>
                    <a:pt x="93" y="72"/>
                    <a:pt x="92" y="71"/>
                  </a:cubicBezTo>
                  <a:cubicBezTo>
                    <a:pt x="91" y="69"/>
                    <a:pt x="90" y="68"/>
                    <a:pt x="89" y="67"/>
                  </a:cubicBezTo>
                  <a:cubicBezTo>
                    <a:pt x="83" y="66"/>
                    <a:pt x="77" y="65"/>
                    <a:pt x="71" y="67"/>
                  </a:cubicBezTo>
                  <a:cubicBezTo>
                    <a:pt x="71" y="67"/>
                    <a:pt x="70" y="67"/>
                    <a:pt x="69" y="67"/>
                  </a:cubicBezTo>
                  <a:cubicBezTo>
                    <a:pt x="67" y="66"/>
                    <a:pt x="68" y="63"/>
                    <a:pt x="68" y="62"/>
                  </a:cubicBezTo>
                  <a:cubicBezTo>
                    <a:pt x="66" y="58"/>
                    <a:pt x="66" y="54"/>
                    <a:pt x="61" y="55"/>
                  </a:cubicBezTo>
                  <a:cubicBezTo>
                    <a:pt x="58" y="56"/>
                    <a:pt x="58" y="59"/>
                    <a:pt x="56" y="60"/>
                  </a:cubicBezTo>
                  <a:cubicBezTo>
                    <a:pt x="53" y="63"/>
                    <a:pt x="51" y="66"/>
                    <a:pt x="53" y="70"/>
                  </a:cubicBezTo>
                  <a:cubicBezTo>
                    <a:pt x="54" y="72"/>
                    <a:pt x="57" y="72"/>
                    <a:pt x="59" y="74"/>
                  </a:cubicBezTo>
                  <a:cubicBezTo>
                    <a:pt x="60" y="76"/>
                    <a:pt x="60" y="78"/>
                    <a:pt x="58" y="80"/>
                  </a:cubicBezTo>
                  <a:cubicBezTo>
                    <a:pt x="55" y="82"/>
                    <a:pt x="52" y="83"/>
                    <a:pt x="50" y="85"/>
                  </a:cubicBezTo>
                  <a:cubicBezTo>
                    <a:pt x="47" y="87"/>
                    <a:pt x="48" y="91"/>
                    <a:pt x="45" y="93"/>
                  </a:cubicBezTo>
                  <a:cubicBezTo>
                    <a:pt x="45" y="94"/>
                    <a:pt x="44" y="95"/>
                    <a:pt x="44" y="96"/>
                  </a:cubicBezTo>
                  <a:cubicBezTo>
                    <a:pt x="41" y="98"/>
                    <a:pt x="37" y="97"/>
                    <a:pt x="34" y="97"/>
                  </a:cubicBezTo>
                  <a:cubicBezTo>
                    <a:pt x="30" y="97"/>
                    <a:pt x="26" y="96"/>
                    <a:pt x="24" y="99"/>
                  </a:cubicBezTo>
                  <a:cubicBezTo>
                    <a:pt x="22" y="99"/>
                    <a:pt x="20" y="99"/>
                    <a:pt x="19" y="99"/>
                  </a:cubicBezTo>
                  <a:cubicBezTo>
                    <a:pt x="16" y="101"/>
                    <a:pt x="17" y="102"/>
                    <a:pt x="16" y="104"/>
                  </a:cubicBezTo>
                  <a:cubicBezTo>
                    <a:pt x="15" y="105"/>
                    <a:pt x="12" y="105"/>
                    <a:pt x="11" y="106"/>
                  </a:cubicBezTo>
                  <a:cubicBezTo>
                    <a:pt x="11" y="106"/>
                    <a:pt x="11" y="107"/>
                    <a:pt x="11" y="107"/>
                  </a:cubicBezTo>
                  <a:cubicBezTo>
                    <a:pt x="10" y="110"/>
                    <a:pt x="8" y="113"/>
                    <a:pt x="7" y="116"/>
                  </a:cubicBezTo>
                  <a:cubicBezTo>
                    <a:pt x="7" y="123"/>
                    <a:pt x="9" y="131"/>
                    <a:pt x="11" y="138"/>
                  </a:cubicBezTo>
                  <a:cubicBezTo>
                    <a:pt x="9" y="145"/>
                    <a:pt x="17" y="141"/>
                    <a:pt x="20" y="143"/>
                  </a:cubicBezTo>
                  <a:cubicBezTo>
                    <a:pt x="23" y="148"/>
                    <a:pt x="20" y="155"/>
                    <a:pt x="17" y="159"/>
                  </a:cubicBezTo>
                  <a:cubicBezTo>
                    <a:pt x="13" y="161"/>
                    <a:pt x="9" y="162"/>
                    <a:pt x="8" y="167"/>
                  </a:cubicBezTo>
                  <a:cubicBezTo>
                    <a:pt x="8" y="172"/>
                    <a:pt x="0" y="173"/>
                    <a:pt x="1" y="178"/>
                  </a:cubicBezTo>
                  <a:cubicBezTo>
                    <a:pt x="2" y="180"/>
                    <a:pt x="3" y="181"/>
                    <a:pt x="5" y="182"/>
                  </a:cubicBezTo>
                  <a:cubicBezTo>
                    <a:pt x="9" y="183"/>
                    <a:pt x="13" y="180"/>
                    <a:pt x="16" y="179"/>
                  </a:cubicBezTo>
                  <a:cubicBezTo>
                    <a:pt x="17" y="178"/>
                    <a:pt x="18" y="178"/>
                    <a:pt x="18" y="178"/>
                  </a:cubicBezTo>
                  <a:cubicBezTo>
                    <a:pt x="19" y="178"/>
                    <a:pt x="20" y="178"/>
                    <a:pt x="20" y="178"/>
                  </a:cubicBezTo>
                  <a:cubicBezTo>
                    <a:pt x="21" y="177"/>
                    <a:pt x="24" y="177"/>
                    <a:pt x="25" y="179"/>
                  </a:cubicBezTo>
                  <a:cubicBezTo>
                    <a:pt x="29" y="181"/>
                    <a:pt x="30" y="186"/>
                    <a:pt x="29" y="190"/>
                  </a:cubicBezTo>
                  <a:cubicBezTo>
                    <a:pt x="29" y="194"/>
                    <a:pt x="28" y="197"/>
                    <a:pt x="33" y="196"/>
                  </a:cubicBezTo>
                  <a:cubicBezTo>
                    <a:pt x="35" y="197"/>
                    <a:pt x="37" y="198"/>
                    <a:pt x="38" y="199"/>
                  </a:cubicBezTo>
                  <a:cubicBezTo>
                    <a:pt x="43" y="207"/>
                    <a:pt x="52" y="204"/>
                    <a:pt x="58" y="208"/>
                  </a:cubicBezTo>
                  <a:cubicBezTo>
                    <a:pt x="60" y="209"/>
                    <a:pt x="61" y="210"/>
                    <a:pt x="61" y="211"/>
                  </a:cubicBezTo>
                  <a:cubicBezTo>
                    <a:pt x="63" y="213"/>
                    <a:pt x="62" y="219"/>
                    <a:pt x="65" y="220"/>
                  </a:cubicBezTo>
                  <a:cubicBezTo>
                    <a:pt x="68" y="219"/>
                    <a:pt x="72" y="219"/>
                    <a:pt x="74" y="222"/>
                  </a:cubicBezTo>
                  <a:cubicBezTo>
                    <a:pt x="75" y="223"/>
                    <a:pt x="76" y="224"/>
                    <a:pt x="78" y="225"/>
                  </a:cubicBezTo>
                  <a:cubicBezTo>
                    <a:pt x="79" y="226"/>
                    <a:pt x="81" y="226"/>
                    <a:pt x="83" y="227"/>
                  </a:cubicBezTo>
                  <a:cubicBezTo>
                    <a:pt x="86" y="229"/>
                    <a:pt x="89" y="227"/>
                    <a:pt x="92" y="227"/>
                  </a:cubicBezTo>
                  <a:cubicBezTo>
                    <a:pt x="93" y="227"/>
                    <a:pt x="94" y="227"/>
                    <a:pt x="95" y="227"/>
                  </a:cubicBezTo>
                  <a:cubicBezTo>
                    <a:pt x="100" y="226"/>
                    <a:pt x="103" y="230"/>
                    <a:pt x="108" y="230"/>
                  </a:cubicBezTo>
                  <a:cubicBezTo>
                    <a:pt x="112" y="232"/>
                    <a:pt x="111" y="237"/>
                    <a:pt x="114" y="240"/>
                  </a:cubicBezTo>
                  <a:cubicBezTo>
                    <a:pt x="117" y="243"/>
                    <a:pt x="121" y="245"/>
                    <a:pt x="125" y="247"/>
                  </a:cubicBezTo>
                  <a:cubicBezTo>
                    <a:pt x="128" y="250"/>
                    <a:pt x="132" y="253"/>
                    <a:pt x="134" y="257"/>
                  </a:cubicBezTo>
                  <a:cubicBezTo>
                    <a:pt x="136" y="260"/>
                    <a:pt x="138" y="266"/>
                    <a:pt x="137" y="270"/>
                  </a:cubicBezTo>
                  <a:cubicBezTo>
                    <a:pt x="140" y="272"/>
                    <a:pt x="143" y="273"/>
                    <a:pt x="147" y="272"/>
                  </a:cubicBezTo>
                  <a:cubicBezTo>
                    <a:pt x="150" y="271"/>
                    <a:pt x="154" y="270"/>
                    <a:pt x="156" y="268"/>
                  </a:cubicBezTo>
                  <a:cubicBezTo>
                    <a:pt x="156" y="267"/>
                    <a:pt x="157" y="267"/>
                    <a:pt x="156" y="267"/>
                  </a:cubicBezTo>
                  <a:cubicBezTo>
                    <a:pt x="159" y="264"/>
                    <a:pt x="164" y="263"/>
                    <a:pt x="165" y="259"/>
                  </a:cubicBezTo>
                  <a:cubicBezTo>
                    <a:pt x="165" y="258"/>
                    <a:pt x="166" y="256"/>
                    <a:pt x="167" y="254"/>
                  </a:cubicBezTo>
                  <a:cubicBezTo>
                    <a:pt x="167" y="253"/>
                    <a:pt x="169" y="252"/>
                    <a:pt x="170" y="251"/>
                  </a:cubicBezTo>
                  <a:cubicBezTo>
                    <a:pt x="172" y="247"/>
                    <a:pt x="172" y="244"/>
                    <a:pt x="177" y="243"/>
                  </a:cubicBezTo>
                  <a:cubicBezTo>
                    <a:pt x="182" y="242"/>
                    <a:pt x="188" y="243"/>
                    <a:pt x="193" y="244"/>
                  </a:cubicBezTo>
                  <a:cubicBezTo>
                    <a:pt x="196" y="244"/>
                    <a:pt x="199" y="244"/>
                    <a:pt x="200" y="240"/>
                  </a:cubicBezTo>
                  <a:cubicBezTo>
                    <a:pt x="200" y="238"/>
                    <a:pt x="199" y="236"/>
                    <a:pt x="200" y="234"/>
                  </a:cubicBezTo>
                  <a:cubicBezTo>
                    <a:pt x="201" y="231"/>
                    <a:pt x="202" y="229"/>
                    <a:pt x="203" y="226"/>
                  </a:cubicBezTo>
                  <a:cubicBezTo>
                    <a:pt x="204" y="221"/>
                    <a:pt x="204" y="215"/>
                    <a:pt x="206" y="210"/>
                  </a:cubicBezTo>
                  <a:cubicBezTo>
                    <a:pt x="207" y="208"/>
                    <a:pt x="208" y="207"/>
                    <a:pt x="209" y="206"/>
                  </a:cubicBezTo>
                  <a:cubicBezTo>
                    <a:pt x="213" y="203"/>
                    <a:pt x="218" y="205"/>
                    <a:pt x="222" y="204"/>
                  </a:cubicBezTo>
                  <a:cubicBezTo>
                    <a:pt x="224" y="203"/>
                    <a:pt x="227" y="203"/>
                    <a:pt x="229" y="204"/>
                  </a:cubicBezTo>
                  <a:cubicBezTo>
                    <a:pt x="233" y="204"/>
                    <a:pt x="234" y="205"/>
                    <a:pt x="237" y="204"/>
                  </a:cubicBezTo>
                  <a:cubicBezTo>
                    <a:pt x="240" y="203"/>
                    <a:pt x="243" y="202"/>
                    <a:pt x="245" y="200"/>
                  </a:cubicBezTo>
                  <a:cubicBezTo>
                    <a:pt x="246" y="198"/>
                    <a:pt x="244" y="196"/>
                    <a:pt x="246" y="194"/>
                  </a:cubicBezTo>
                  <a:cubicBezTo>
                    <a:pt x="249" y="193"/>
                    <a:pt x="248" y="191"/>
                    <a:pt x="249" y="189"/>
                  </a:cubicBezTo>
                  <a:cubicBezTo>
                    <a:pt x="251" y="187"/>
                    <a:pt x="254" y="185"/>
                    <a:pt x="256" y="183"/>
                  </a:cubicBezTo>
                  <a:cubicBezTo>
                    <a:pt x="257" y="182"/>
                    <a:pt x="258" y="181"/>
                    <a:pt x="259" y="180"/>
                  </a:cubicBezTo>
                  <a:cubicBezTo>
                    <a:pt x="261" y="176"/>
                    <a:pt x="259" y="171"/>
                    <a:pt x="262" y="168"/>
                  </a:cubicBezTo>
                  <a:cubicBezTo>
                    <a:pt x="267" y="164"/>
                    <a:pt x="263" y="158"/>
                    <a:pt x="265" y="153"/>
                  </a:cubicBezTo>
                  <a:cubicBezTo>
                    <a:pt x="266" y="152"/>
                    <a:pt x="266" y="152"/>
                    <a:pt x="266" y="151"/>
                  </a:cubicBezTo>
                  <a:cubicBezTo>
                    <a:pt x="266" y="149"/>
                    <a:pt x="266" y="146"/>
                    <a:pt x="267" y="144"/>
                  </a:cubicBezTo>
                  <a:cubicBezTo>
                    <a:pt x="267" y="142"/>
                    <a:pt x="268" y="139"/>
                    <a:pt x="269" y="137"/>
                  </a:cubicBezTo>
                  <a:cubicBezTo>
                    <a:pt x="270" y="135"/>
                    <a:pt x="270" y="132"/>
                    <a:pt x="271" y="130"/>
                  </a:cubicBezTo>
                  <a:cubicBezTo>
                    <a:pt x="275" y="125"/>
                    <a:pt x="271" y="121"/>
                    <a:pt x="269" y="117"/>
                  </a:cubicBezTo>
                  <a:cubicBezTo>
                    <a:pt x="270" y="116"/>
                    <a:pt x="271" y="116"/>
                    <a:pt x="271" y="115"/>
                  </a:cubicBezTo>
                  <a:cubicBezTo>
                    <a:pt x="273" y="111"/>
                    <a:pt x="274" y="107"/>
                    <a:pt x="276" y="103"/>
                  </a:cubicBezTo>
                  <a:cubicBezTo>
                    <a:pt x="278" y="100"/>
                    <a:pt x="282" y="100"/>
                    <a:pt x="286" y="99"/>
                  </a:cubicBezTo>
                  <a:cubicBezTo>
                    <a:pt x="287" y="97"/>
                    <a:pt x="290" y="98"/>
                    <a:pt x="291" y="97"/>
                  </a:cubicBezTo>
                  <a:cubicBezTo>
                    <a:pt x="294" y="94"/>
                    <a:pt x="299" y="96"/>
                    <a:pt x="302" y="94"/>
                  </a:cubicBezTo>
                  <a:cubicBezTo>
                    <a:pt x="305" y="93"/>
                    <a:pt x="308" y="91"/>
                    <a:pt x="309" y="89"/>
                  </a:cubicBezTo>
                  <a:cubicBezTo>
                    <a:pt x="314" y="87"/>
                    <a:pt x="320" y="86"/>
                    <a:pt x="324" y="82"/>
                  </a:cubicBezTo>
                  <a:cubicBezTo>
                    <a:pt x="326" y="81"/>
                    <a:pt x="327" y="80"/>
                    <a:pt x="329" y="78"/>
                  </a:cubicBezTo>
                  <a:cubicBezTo>
                    <a:pt x="332" y="75"/>
                    <a:pt x="334" y="72"/>
                    <a:pt x="333" y="68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50" name="Freeform 22">
              <a:extLst>
                <a:ext uri="{FF2B5EF4-FFF2-40B4-BE49-F238E27FC236}">
                  <a16:creationId xmlns:a16="http://schemas.microsoft.com/office/drawing/2014/main" id="{8ED1F807-1BDC-20E2-8D9D-1FC713AB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188" y="3721100"/>
              <a:ext cx="1470025" cy="1368425"/>
            </a:xfrm>
            <a:custGeom>
              <a:avLst/>
              <a:gdLst>
                <a:gd name="T0" fmla="*/ 2147483646 w 386"/>
                <a:gd name="T1" fmla="*/ 2147483646 h 359"/>
                <a:gd name="T2" fmla="*/ 2147483646 w 386"/>
                <a:gd name="T3" fmla="*/ 2147483646 h 359"/>
                <a:gd name="T4" fmla="*/ 2147483646 w 386"/>
                <a:gd name="T5" fmla="*/ 2147483646 h 359"/>
                <a:gd name="T6" fmla="*/ 2147483646 w 386"/>
                <a:gd name="T7" fmla="*/ 2147483646 h 359"/>
                <a:gd name="T8" fmla="*/ 2147483646 w 386"/>
                <a:gd name="T9" fmla="*/ 2147483646 h 359"/>
                <a:gd name="T10" fmla="*/ 2147483646 w 386"/>
                <a:gd name="T11" fmla="*/ 2147483646 h 359"/>
                <a:gd name="T12" fmla="*/ 2147483646 w 386"/>
                <a:gd name="T13" fmla="*/ 2147483646 h 359"/>
                <a:gd name="T14" fmla="*/ 2147483646 w 386"/>
                <a:gd name="T15" fmla="*/ 2147483646 h 359"/>
                <a:gd name="T16" fmla="*/ 2147483646 w 386"/>
                <a:gd name="T17" fmla="*/ 2147483646 h 359"/>
                <a:gd name="T18" fmla="*/ 2147483646 w 386"/>
                <a:gd name="T19" fmla="*/ 2147483646 h 359"/>
                <a:gd name="T20" fmla="*/ 2147483646 w 386"/>
                <a:gd name="T21" fmla="*/ 2147483646 h 359"/>
                <a:gd name="T22" fmla="*/ 2147483646 w 386"/>
                <a:gd name="T23" fmla="*/ 2147483646 h 359"/>
                <a:gd name="T24" fmla="*/ 2147483646 w 386"/>
                <a:gd name="T25" fmla="*/ 2147483646 h 359"/>
                <a:gd name="T26" fmla="*/ 2147483646 w 386"/>
                <a:gd name="T27" fmla="*/ 2147483646 h 359"/>
                <a:gd name="T28" fmla="*/ 2147483646 w 386"/>
                <a:gd name="T29" fmla="*/ 2147483646 h 359"/>
                <a:gd name="T30" fmla="*/ 2147483646 w 386"/>
                <a:gd name="T31" fmla="*/ 2147483646 h 359"/>
                <a:gd name="T32" fmla="*/ 2147483646 w 386"/>
                <a:gd name="T33" fmla="*/ 2147483646 h 359"/>
                <a:gd name="T34" fmla="*/ 2147483646 w 386"/>
                <a:gd name="T35" fmla="*/ 2147483646 h 359"/>
                <a:gd name="T36" fmla="*/ 2147483646 w 386"/>
                <a:gd name="T37" fmla="*/ 2121317950 h 359"/>
                <a:gd name="T38" fmla="*/ 2147483646 w 386"/>
                <a:gd name="T39" fmla="*/ 1830727756 h 359"/>
                <a:gd name="T40" fmla="*/ 2147483646 w 386"/>
                <a:gd name="T41" fmla="*/ 1569194675 h 359"/>
                <a:gd name="T42" fmla="*/ 2147483646 w 386"/>
                <a:gd name="T43" fmla="*/ 1322192056 h 359"/>
                <a:gd name="T44" fmla="*/ 2147483646 w 386"/>
                <a:gd name="T45" fmla="*/ 1104246551 h 359"/>
                <a:gd name="T46" fmla="*/ 2147483646 w 386"/>
                <a:gd name="T47" fmla="*/ 944422897 h 359"/>
                <a:gd name="T48" fmla="*/ 2147483646 w 386"/>
                <a:gd name="T49" fmla="*/ 813656357 h 359"/>
                <a:gd name="T50" fmla="*/ 2147483646 w 386"/>
                <a:gd name="T51" fmla="*/ 871774396 h 359"/>
                <a:gd name="T52" fmla="*/ 2147483646 w 386"/>
                <a:gd name="T53" fmla="*/ 915361972 h 359"/>
                <a:gd name="T54" fmla="*/ 2147483646 w 386"/>
                <a:gd name="T55" fmla="*/ 682889816 h 359"/>
                <a:gd name="T56" fmla="*/ 2147483646 w 386"/>
                <a:gd name="T57" fmla="*/ 537592813 h 359"/>
                <a:gd name="T58" fmla="*/ 2147483646 w 386"/>
                <a:gd name="T59" fmla="*/ 348708234 h 359"/>
                <a:gd name="T60" fmla="*/ 2147483646 w 386"/>
                <a:gd name="T61" fmla="*/ 261533081 h 359"/>
                <a:gd name="T62" fmla="*/ 2147483646 w 386"/>
                <a:gd name="T63" fmla="*/ 29060925 h 359"/>
                <a:gd name="T64" fmla="*/ 1972484115 w 386"/>
                <a:gd name="T65" fmla="*/ 159823654 h 359"/>
                <a:gd name="T66" fmla="*/ 1827450535 w 386"/>
                <a:gd name="T67" fmla="*/ 363238696 h 359"/>
                <a:gd name="T68" fmla="*/ 1609894451 w 386"/>
                <a:gd name="T69" fmla="*/ 435887198 h 359"/>
                <a:gd name="T70" fmla="*/ 1377839961 w 386"/>
                <a:gd name="T71" fmla="*/ 523066162 h 359"/>
                <a:gd name="T72" fmla="*/ 957233818 w 386"/>
                <a:gd name="T73" fmla="*/ 915361972 h 359"/>
                <a:gd name="T74" fmla="*/ 1174789901 w 386"/>
                <a:gd name="T75" fmla="*/ 1075189438 h 359"/>
                <a:gd name="T76" fmla="*/ 942731603 w 386"/>
                <a:gd name="T77" fmla="*/ 1336722519 h 359"/>
                <a:gd name="T78" fmla="*/ 652660633 w 386"/>
                <a:gd name="T79" fmla="*/ 1336722519 h 359"/>
                <a:gd name="T80" fmla="*/ 290070969 w 386"/>
                <a:gd name="T81" fmla="*/ 1452958597 h 359"/>
                <a:gd name="T82" fmla="*/ 145037389 w 386"/>
                <a:gd name="T83" fmla="*/ 1685430752 h 359"/>
                <a:gd name="T84" fmla="*/ 203050059 w 386"/>
                <a:gd name="T85" fmla="*/ 1830727756 h 359"/>
                <a:gd name="T86" fmla="*/ 130531365 w 386"/>
                <a:gd name="T87" fmla="*/ 2147483646 h 359"/>
                <a:gd name="T88" fmla="*/ 0 w 386"/>
                <a:gd name="T89" fmla="*/ 2147483646 h 359"/>
                <a:gd name="T90" fmla="*/ 72518694 w 386"/>
                <a:gd name="T91" fmla="*/ 2147483646 h 359"/>
                <a:gd name="T92" fmla="*/ 275568754 w 386"/>
                <a:gd name="T93" fmla="*/ 2147483646 h 359"/>
                <a:gd name="T94" fmla="*/ 478618813 w 386"/>
                <a:gd name="T95" fmla="*/ 2147483646 h 359"/>
                <a:gd name="T96" fmla="*/ 652660633 w 386"/>
                <a:gd name="T97" fmla="*/ 2147483646 h 359"/>
                <a:gd name="T98" fmla="*/ 739681543 w 386"/>
                <a:gd name="T99" fmla="*/ 2147483646 h 359"/>
                <a:gd name="T100" fmla="*/ 855710693 w 386"/>
                <a:gd name="T101" fmla="*/ 2147483646 h 359"/>
                <a:gd name="T102" fmla="*/ 1145781662 w 386"/>
                <a:gd name="T103" fmla="*/ 2147483646 h 359"/>
                <a:gd name="T104" fmla="*/ 1609894451 w 386"/>
                <a:gd name="T105" fmla="*/ 2147483646 h 359"/>
                <a:gd name="T106" fmla="*/ 1653404906 w 386"/>
                <a:gd name="T107" fmla="*/ 2147483646 h 359"/>
                <a:gd name="T108" fmla="*/ 2045002809 w 386"/>
                <a:gd name="T109" fmla="*/ 2147483646 h 359"/>
                <a:gd name="T110" fmla="*/ 2147483646 w 386"/>
                <a:gd name="T111" fmla="*/ 2147483646 h 359"/>
                <a:gd name="T112" fmla="*/ 2147483646 w 386"/>
                <a:gd name="T113" fmla="*/ 2147483646 h 359"/>
                <a:gd name="T114" fmla="*/ 2147483646 w 386"/>
                <a:gd name="T115" fmla="*/ 2147483646 h 359"/>
                <a:gd name="T116" fmla="*/ 2147483646 w 386"/>
                <a:gd name="T117" fmla="*/ 2147483646 h 359"/>
                <a:gd name="T118" fmla="*/ 2147483646 w 386"/>
                <a:gd name="T119" fmla="*/ 2147483646 h 35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86" h="359">
                  <a:moveTo>
                    <a:pt x="163" y="354"/>
                  </a:moveTo>
                  <a:cubicBezTo>
                    <a:pt x="163" y="354"/>
                    <a:pt x="163" y="355"/>
                    <a:pt x="163" y="355"/>
                  </a:cubicBezTo>
                  <a:cubicBezTo>
                    <a:pt x="165" y="354"/>
                    <a:pt x="168" y="355"/>
                    <a:pt x="170" y="354"/>
                  </a:cubicBezTo>
                  <a:cubicBezTo>
                    <a:pt x="173" y="353"/>
                    <a:pt x="176" y="355"/>
                    <a:pt x="179" y="357"/>
                  </a:cubicBezTo>
                  <a:cubicBezTo>
                    <a:pt x="180" y="358"/>
                    <a:pt x="180" y="359"/>
                    <a:pt x="182" y="358"/>
                  </a:cubicBezTo>
                  <a:cubicBezTo>
                    <a:pt x="182" y="358"/>
                    <a:pt x="183" y="358"/>
                    <a:pt x="183" y="357"/>
                  </a:cubicBezTo>
                  <a:cubicBezTo>
                    <a:pt x="185" y="356"/>
                    <a:pt x="185" y="353"/>
                    <a:pt x="187" y="352"/>
                  </a:cubicBezTo>
                  <a:cubicBezTo>
                    <a:pt x="189" y="350"/>
                    <a:pt x="193" y="350"/>
                    <a:pt x="196" y="349"/>
                  </a:cubicBezTo>
                  <a:cubicBezTo>
                    <a:pt x="199" y="349"/>
                    <a:pt x="202" y="350"/>
                    <a:pt x="203" y="352"/>
                  </a:cubicBezTo>
                  <a:cubicBezTo>
                    <a:pt x="204" y="353"/>
                    <a:pt x="205" y="355"/>
                    <a:pt x="206" y="354"/>
                  </a:cubicBezTo>
                  <a:cubicBezTo>
                    <a:pt x="210" y="349"/>
                    <a:pt x="212" y="345"/>
                    <a:pt x="218" y="343"/>
                  </a:cubicBezTo>
                  <a:cubicBezTo>
                    <a:pt x="220" y="342"/>
                    <a:pt x="220" y="340"/>
                    <a:pt x="221" y="339"/>
                  </a:cubicBezTo>
                  <a:cubicBezTo>
                    <a:pt x="221" y="338"/>
                    <a:pt x="222" y="337"/>
                    <a:pt x="222" y="337"/>
                  </a:cubicBezTo>
                  <a:cubicBezTo>
                    <a:pt x="226" y="333"/>
                    <a:pt x="230" y="331"/>
                    <a:pt x="235" y="332"/>
                  </a:cubicBezTo>
                  <a:cubicBezTo>
                    <a:pt x="237" y="332"/>
                    <a:pt x="239" y="335"/>
                    <a:pt x="241" y="333"/>
                  </a:cubicBezTo>
                  <a:cubicBezTo>
                    <a:pt x="243" y="331"/>
                    <a:pt x="241" y="326"/>
                    <a:pt x="244" y="324"/>
                  </a:cubicBezTo>
                  <a:cubicBezTo>
                    <a:pt x="244" y="324"/>
                    <a:pt x="245" y="323"/>
                    <a:pt x="246" y="323"/>
                  </a:cubicBezTo>
                  <a:cubicBezTo>
                    <a:pt x="246" y="323"/>
                    <a:pt x="246" y="323"/>
                    <a:pt x="247" y="323"/>
                  </a:cubicBezTo>
                  <a:cubicBezTo>
                    <a:pt x="247" y="323"/>
                    <a:pt x="248" y="324"/>
                    <a:pt x="249" y="324"/>
                  </a:cubicBezTo>
                  <a:cubicBezTo>
                    <a:pt x="251" y="325"/>
                    <a:pt x="253" y="325"/>
                    <a:pt x="254" y="323"/>
                  </a:cubicBezTo>
                  <a:cubicBezTo>
                    <a:pt x="255" y="323"/>
                    <a:pt x="255" y="322"/>
                    <a:pt x="256" y="322"/>
                  </a:cubicBezTo>
                  <a:cubicBezTo>
                    <a:pt x="257" y="320"/>
                    <a:pt x="258" y="318"/>
                    <a:pt x="260" y="316"/>
                  </a:cubicBezTo>
                  <a:cubicBezTo>
                    <a:pt x="263" y="316"/>
                    <a:pt x="265" y="318"/>
                    <a:pt x="267" y="320"/>
                  </a:cubicBezTo>
                  <a:cubicBezTo>
                    <a:pt x="269" y="322"/>
                    <a:pt x="271" y="325"/>
                    <a:pt x="273" y="326"/>
                  </a:cubicBezTo>
                  <a:cubicBezTo>
                    <a:pt x="276" y="327"/>
                    <a:pt x="278" y="325"/>
                    <a:pt x="281" y="324"/>
                  </a:cubicBezTo>
                  <a:cubicBezTo>
                    <a:pt x="285" y="322"/>
                    <a:pt x="288" y="321"/>
                    <a:pt x="292" y="323"/>
                  </a:cubicBezTo>
                  <a:cubicBezTo>
                    <a:pt x="295" y="325"/>
                    <a:pt x="297" y="325"/>
                    <a:pt x="299" y="325"/>
                  </a:cubicBezTo>
                  <a:cubicBezTo>
                    <a:pt x="301" y="324"/>
                    <a:pt x="303" y="323"/>
                    <a:pt x="305" y="322"/>
                  </a:cubicBezTo>
                  <a:cubicBezTo>
                    <a:pt x="306" y="321"/>
                    <a:pt x="307" y="320"/>
                    <a:pt x="307" y="319"/>
                  </a:cubicBezTo>
                  <a:cubicBezTo>
                    <a:pt x="308" y="315"/>
                    <a:pt x="309" y="312"/>
                    <a:pt x="312" y="310"/>
                  </a:cubicBezTo>
                  <a:cubicBezTo>
                    <a:pt x="318" y="309"/>
                    <a:pt x="325" y="310"/>
                    <a:pt x="330" y="305"/>
                  </a:cubicBezTo>
                  <a:cubicBezTo>
                    <a:pt x="332" y="302"/>
                    <a:pt x="335" y="298"/>
                    <a:pt x="339" y="297"/>
                  </a:cubicBezTo>
                  <a:cubicBezTo>
                    <a:pt x="340" y="296"/>
                    <a:pt x="341" y="296"/>
                    <a:pt x="341" y="295"/>
                  </a:cubicBezTo>
                  <a:cubicBezTo>
                    <a:pt x="347" y="289"/>
                    <a:pt x="337" y="282"/>
                    <a:pt x="333" y="279"/>
                  </a:cubicBezTo>
                  <a:cubicBezTo>
                    <a:pt x="330" y="273"/>
                    <a:pt x="332" y="271"/>
                    <a:pt x="338" y="270"/>
                  </a:cubicBezTo>
                  <a:cubicBezTo>
                    <a:pt x="340" y="269"/>
                    <a:pt x="342" y="271"/>
                    <a:pt x="344" y="269"/>
                  </a:cubicBezTo>
                  <a:cubicBezTo>
                    <a:pt x="345" y="267"/>
                    <a:pt x="345" y="265"/>
                    <a:pt x="344" y="263"/>
                  </a:cubicBezTo>
                  <a:cubicBezTo>
                    <a:pt x="343" y="260"/>
                    <a:pt x="339" y="261"/>
                    <a:pt x="336" y="259"/>
                  </a:cubicBezTo>
                  <a:cubicBezTo>
                    <a:pt x="335" y="258"/>
                    <a:pt x="335" y="258"/>
                    <a:pt x="335" y="257"/>
                  </a:cubicBezTo>
                  <a:cubicBezTo>
                    <a:pt x="334" y="254"/>
                    <a:pt x="335" y="251"/>
                    <a:pt x="335" y="249"/>
                  </a:cubicBezTo>
                  <a:cubicBezTo>
                    <a:pt x="336" y="245"/>
                    <a:pt x="337" y="242"/>
                    <a:pt x="340" y="240"/>
                  </a:cubicBezTo>
                  <a:cubicBezTo>
                    <a:pt x="342" y="238"/>
                    <a:pt x="345" y="239"/>
                    <a:pt x="346" y="237"/>
                  </a:cubicBezTo>
                  <a:cubicBezTo>
                    <a:pt x="346" y="236"/>
                    <a:pt x="346" y="236"/>
                    <a:pt x="346" y="235"/>
                  </a:cubicBezTo>
                  <a:cubicBezTo>
                    <a:pt x="344" y="233"/>
                    <a:pt x="342" y="230"/>
                    <a:pt x="342" y="227"/>
                  </a:cubicBezTo>
                  <a:cubicBezTo>
                    <a:pt x="342" y="223"/>
                    <a:pt x="345" y="221"/>
                    <a:pt x="348" y="219"/>
                  </a:cubicBezTo>
                  <a:cubicBezTo>
                    <a:pt x="351" y="218"/>
                    <a:pt x="351" y="214"/>
                    <a:pt x="352" y="212"/>
                  </a:cubicBezTo>
                  <a:cubicBezTo>
                    <a:pt x="354" y="209"/>
                    <a:pt x="357" y="207"/>
                    <a:pt x="360" y="206"/>
                  </a:cubicBezTo>
                  <a:cubicBezTo>
                    <a:pt x="363" y="206"/>
                    <a:pt x="366" y="206"/>
                    <a:pt x="369" y="203"/>
                  </a:cubicBezTo>
                  <a:cubicBezTo>
                    <a:pt x="370" y="202"/>
                    <a:pt x="372" y="200"/>
                    <a:pt x="373" y="198"/>
                  </a:cubicBezTo>
                  <a:cubicBezTo>
                    <a:pt x="374" y="196"/>
                    <a:pt x="373" y="194"/>
                    <a:pt x="372" y="192"/>
                  </a:cubicBezTo>
                  <a:cubicBezTo>
                    <a:pt x="372" y="189"/>
                    <a:pt x="372" y="186"/>
                    <a:pt x="372" y="183"/>
                  </a:cubicBezTo>
                  <a:cubicBezTo>
                    <a:pt x="374" y="180"/>
                    <a:pt x="374" y="176"/>
                    <a:pt x="371" y="173"/>
                  </a:cubicBezTo>
                  <a:cubicBezTo>
                    <a:pt x="371" y="173"/>
                    <a:pt x="371" y="172"/>
                    <a:pt x="371" y="171"/>
                  </a:cubicBezTo>
                  <a:cubicBezTo>
                    <a:pt x="370" y="168"/>
                    <a:pt x="371" y="166"/>
                    <a:pt x="372" y="163"/>
                  </a:cubicBezTo>
                  <a:cubicBezTo>
                    <a:pt x="375" y="157"/>
                    <a:pt x="371" y="153"/>
                    <a:pt x="369" y="148"/>
                  </a:cubicBezTo>
                  <a:cubicBezTo>
                    <a:pt x="369" y="147"/>
                    <a:pt x="369" y="147"/>
                    <a:pt x="369" y="146"/>
                  </a:cubicBezTo>
                  <a:cubicBezTo>
                    <a:pt x="370" y="146"/>
                    <a:pt x="370" y="146"/>
                    <a:pt x="370" y="146"/>
                  </a:cubicBezTo>
                  <a:cubicBezTo>
                    <a:pt x="372" y="144"/>
                    <a:pt x="374" y="144"/>
                    <a:pt x="375" y="142"/>
                  </a:cubicBezTo>
                  <a:cubicBezTo>
                    <a:pt x="377" y="141"/>
                    <a:pt x="378" y="138"/>
                    <a:pt x="380" y="137"/>
                  </a:cubicBezTo>
                  <a:cubicBezTo>
                    <a:pt x="386" y="131"/>
                    <a:pt x="378" y="130"/>
                    <a:pt x="376" y="126"/>
                  </a:cubicBezTo>
                  <a:cubicBezTo>
                    <a:pt x="375" y="125"/>
                    <a:pt x="375" y="124"/>
                    <a:pt x="375" y="123"/>
                  </a:cubicBezTo>
                  <a:cubicBezTo>
                    <a:pt x="375" y="121"/>
                    <a:pt x="376" y="119"/>
                    <a:pt x="377" y="116"/>
                  </a:cubicBezTo>
                  <a:cubicBezTo>
                    <a:pt x="377" y="113"/>
                    <a:pt x="373" y="111"/>
                    <a:pt x="371" y="108"/>
                  </a:cubicBezTo>
                  <a:cubicBezTo>
                    <a:pt x="370" y="107"/>
                    <a:pt x="369" y="106"/>
                    <a:pt x="368" y="105"/>
                  </a:cubicBezTo>
                  <a:cubicBezTo>
                    <a:pt x="365" y="101"/>
                    <a:pt x="360" y="100"/>
                    <a:pt x="356" y="100"/>
                  </a:cubicBezTo>
                  <a:cubicBezTo>
                    <a:pt x="350" y="100"/>
                    <a:pt x="349" y="96"/>
                    <a:pt x="347" y="91"/>
                  </a:cubicBezTo>
                  <a:cubicBezTo>
                    <a:pt x="345" y="88"/>
                    <a:pt x="342" y="86"/>
                    <a:pt x="337" y="86"/>
                  </a:cubicBezTo>
                  <a:cubicBezTo>
                    <a:pt x="337" y="84"/>
                    <a:pt x="336" y="82"/>
                    <a:pt x="335" y="81"/>
                  </a:cubicBezTo>
                  <a:cubicBezTo>
                    <a:pt x="332" y="79"/>
                    <a:pt x="330" y="75"/>
                    <a:pt x="326" y="76"/>
                  </a:cubicBezTo>
                  <a:cubicBezTo>
                    <a:pt x="321" y="72"/>
                    <a:pt x="317" y="67"/>
                    <a:pt x="310" y="65"/>
                  </a:cubicBezTo>
                  <a:cubicBezTo>
                    <a:pt x="309" y="65"/>
                    <a:pt x="309" y="66"/>
                    <a:pt x="309" y="66"/>
                  </a:cubicBezTo>
                  <a:cubicBezTo>
                    <a:pt x="306" y="69"/>
                    <a:pt x="303" y="69"/>
                    <a:pt x="301" y="65"/>
                  </a:cubicBezTo>
                  <a:cubicBezTo>
                    <a:pt x="299" y="63"/>
                    <a:pt x="297" y="61"/>
                    <a:pt x="295" y="58"/>
                  </a:cubicBezTo>
                  <a:cubicBezTo>
                    <a:pt x="294" y="56"/>
                    <a:pt x="290" y="56"/>
                    <a:pt x="287" y="56"/>
                  </a:cubicBezTo>
                  <a:cubicBezTo>
                    <a:pt x="284" y="57"/>
                    <a:pt x="281" y="60"/>
                    <a:pt x="278" y="56"/>
                  </a:cubicBezTo>
                  <a:cubicBezTo>
                    <a:pt x="278" y="55"/>
                    <a:pt x="278" y="55"/>
                    <a:pt x="277" y="55"/>
                  </a:cubicBezTo>
                  <a:cubicBezTo>
                    <a:pt x="276" y="54"/>
                    <a:pt x="274" y="54"/>
                    <a:pt x="272" y="54"/>
                  </a:cubicBezTo>
                  <a:cubicBezTo>
                    <a:pt x="270" y="56"/>
                    <a:pt x="270" y="58"/>
                    <a:pt x="270" y="60"/>
                  </a:cubicBezTo>
                  <a:cubicBezTo>
                    <a:pt x="269" y="62"/>
                    <a:pt x="268" y="63"/>
                    <a:pt x="266" y="65"/>
                  </a:cubicBezTo>
                  <a:cubicBezTo>
                    <a:pt x="265" y="68"/>
                    <a:pt x="262" y="70"/>
                    <a:pt x="258" y="69"/>
                  </a:cubicBezTo>
                  <a:cubicBezTo>
                    <a:pt x="255" y="68"/>
                    <a:pt x="253" y="64"/>
                    <a:pt x="250" y="63"/>
                  </a:cubicBezTo>
                  <a:cubicBezTo>
                    <a:pt x="248" y="61"/>
                    <a:pt x="245" y="62"/>
                    <a:pt x="243" y="62"/>
                  </a:cubicBezTo>
                  <a:cubicBezTo>
                    <a:pt x="240" y="59"/>
                    <a:pt x="238" y="57"/>
                    <a:pt x="242" y="53"/>
                  </a:cubicBezTo>
                  <a:cubicBezTo>
                    <a:pt x="246" y="49"/>
                    <a:pt x="242" y="48"/>
                    <a:pt x="239" y="47"/>
                  </a:cubicBezTo>
                  <a:cubicBezTo>
                    <a:pt x="239" y="47"/>
                    <a:pt x="238" y="47"/>
                    <a:pt x="238" y="47"/>
                  </a:cubicBezTo>
                  <a:cubicBezTo>
                    <a:pt x="235" y="43"/>
                    <a:pt x="229" y="47"/>
                    <a:pt x="226" y="44"/>
                  </a:cubicBezTo>
                  <a:cubicBezTo>
                    <a:pt x="224" y="42"/>
                    <a:pt x="221" y="41"/>
                    <a:pt x="221" y="37"/>
                  </a:cubicBezTo>
                  <a:cubicBezTo>
                    <a:pt x="220" y="35"/>
                    <a:pt x="224" y="33"/>
                    <a:pt x="220" y="31"/>
                  </a:cubicBezTo>
                  <a:cubicBezTo>
                    <a:pt x="217" y="30"/>
                    <a:pt x="213" y="32"/>
                    <a:pt x="210" y="30"/>
                  </a:cubicBezTo>
                  <a:cubicBezTo>
                    <a:pt x="207" y="27"/>
                    <a:pt x="203" y="28"/>
                    <a:pt x="201" y="24"/>
                  </a:cubicBezTo>
                  <a:cubicBezTo>
                    <a:pt x="198" y="19"/>
                    <a:pt x="192" y="22"/>
                    <a:pt x="188" y="20"/>
                  </a:cubicBezTo>
                  <a:cubicBezTo>
                    <a:pt x="185" y="18"/>
                    <a:pt x="180" y="20"/>
                    <a:pt x="176" y="18"/>
                  </a:cubicBezTo>
                  <a:cubicBezTo>
                    <a:pt x="176" y="18"/>
                    <a:pt x="175" y="18"/>
                    <a:pt x="174" y="18"/>
                  </a:cubicBezTo>
                  <a:cubicBezTo>
                    <a:pt x="172" y="17"/>
                    <a:pt x="172" y="15"/>
                    <a:pt x="171" y="14"/>
                  </a:cubicBezTo>
                  <a:cubicBezTo>
                    <a:pt x="170" y="12"/>
                    <a:pt x="169" y="11"/>
                    <a:pt x="168" y="10"/>
                  </a:cubicBezTo>
                  <a:cubicBezTo>
                    <a:pt x="163" y="9"/>
                    <a:pt x="160" y="5"/>
                    <a:pt x="158" y="2"/>
                  </a:cubicBezTo>
                  <a:cubicBezTo>
                    <a:pt x="155" y="1"/>
                    <a:pt x="152" y="0"/>
                    <a:pt x="149" y="0"/>
                  </a:cubicBezTo>
                  <a:cubicBezTo>
                    <a:pt x="146" y="2"/>
                    <a:pt x="146" y="6"/>
                    <a:pt x="143" y="7"/>
                  </a:cubicBezTo>
                  <a:cubicBezTo>
                    <a:pt x="140" y="8"/>
                    <a:pt x="138" y="9"/>
                    <a:pt x="136" y="11"/>
                  </a:cubicBezTo>
                  <a:cubicBezTo>
                    <a:pt x="134" y="13"/>
                    <a:pt x="134" y="15"/>
                    <a:pt x="136" y="17"/>
                  </a:cubicBezTo>
                  <a:cubicBezTo>
                    <a:pt x="141" y="20"/>
                    <a:pt x="139" y="22"/>
                    <a:pt x="136" y="24"/>
                  </a:cubicBezTo>
                  <a:cubicBezTo>
                    <a:pt x="133" y="26"/>
                    <a:pt x="129" y="26"/>
                    <a:pt x="126" y="25"/>
                  </a:cubicBezTo>
                  <a:cubicBezTo>
                    <a:pt x="126" y="22"/>
                    <a:pt x="121" y="21"/>
                    <a:pt x="119" y="22"/>
                  </a:cubicBezTo>
                  <a:cubicBezTo>
                    <a:pt x="116" y="24"/>
                    <a:pt x="115" y="28"/>
                    <a:pt x="113" y="30"/>
                  </a:cubicBezTo>
                  <a:cubicBezTo>
                    <a:pt x="112" y="30"/>
                    <a:pt x="112" y="30"/>
                    <a:pt x="111" y="30"/>
                  </a:cubicBezTo>
                  <a:cubicBezTo>
                    <a:pt x="108" y="30"/>
                    <a:pt x="110" y="36"/>
                    <a:pt x="106" y="35"/>
                  </a:cubicBezTo>
                  <a:cubicBezTo>
                    <a:pt x="105" y="35"/>
                    <a:pt x="104" y="35"/>
                    <a:pt x="103" y="35"/>
                  </a:cubicBezTo>
                  <a:cubicBezTo>
                    <a:pt x="100" y="34"/>
                    <a:pt x="98" y="36"/>
                    <a:pt x="95" y="36"/>
                  </a:cubicBezTo>
                  <a:cubicBezTo>
                    <a:pt x="92" y="37"/>
                    <a:pt x="90" y="41"/>
                    <a:pt x="87" y="42"/>
                  </a:cubicBezTo>
                  <a:cubicBezTo>
                    <a:pt x="84" y="44"/>
                    <a:pt x="82" y="46"/>
                    <a:pt x="80" y="48"/>
                  </a:cubicBezTo>
                  <a:cubicBezTo>
                    <a:pt x="74" y="52"/>
                    <a:pt x="69" y="56"/>
                    <a:pt x="66" y="63"/>
                  </a:cubicBezTo>
                  <a:cubicBezTo>
                    <a:pt x="66" y="65"/>
                    <a:pt x="66" y="67"/>
                    <a:pt x="67" y="69"/>
                  </a:cubicBezTo>
                  <a:cubicBezTo>
                    <a:pt x="71" y="71"/>
                    <a:pt x="77" y="68"/>
                    <a:pt x="81" y="70"/>
                  </a:cubicBezTo>
                  <a:cubicBezTo>
                    <a:pt x="82" y="72"/>
                    <a:pt x="82" y="73"/>
                    <a:pt x="81" y="74"/>
                  </a:cubicBezTo>
                  <a:cubicBezTo>
                    <a:pt x="78" y="77"/>
                    <a:pt x="82" y="78"/>
                    <a:pt x="83" y="80"/>
                  </a:cubicBezTo>
                  <a:cubicBezTo>
                    <a:pt x="87" y="87"/>
                    <a:pt x="79" y="92"/>
                    <a:pt x="73" y="89"/>
                  </a:cubicBezTo>
                  <a:cubicBezTo>
                    <a:pt x="69" y="86"/>
                    <a:pt x="67" y="86"/>
                    <a:pt x="65" y="92"/>
                  </a:cubicBezTo>
                  <a:cubicBezTo>
                    <a:pt x="64" y="93"/>
                    <a:pt x="65" y="97"/>
                    <a:pt x="61" y="97"/>
                  </a:cubicBezTo>
                  <a:cubicBezTo>
                    <a:pt x="59" y="95"/>
                    <a:pt x="55" y="95"/>
                    <a:pt x="52" y="94"/>
                  </a:cubicBezTo>
                  <a:cubicBezTo>
                    <a:pt x="50" y="93"/>
                    <a:pt x="48" y="91"/>
                    <a:pt x="45" y="92"/>
                  </a:cubicBezTo>
                  <a:cubicBezTo>
                    <a:pt x="40" y="98"/>
                    <a:pt x="34" y="96"/>
                    <a:pt x="28" y="96"/>
                  </a:cubicBezTo>
                  <a:cubicBezTo>
                    <a:pt x="26" y="96"/>
                    <a:pt x="23" y="95"/>
                    <a:pt x="22" y="96"/>
                  </a:cubicBezTo>
                  <a:cubicBezTo>
                    <a:pt x="20" y="97"/>
                    <a:pt x="20" y="99"/>
                    <a:pt x="20" y="100"/>
                  </a:cubicBezTo>
                  <a:cubicBezTo>
                    <a:pt x="20" y="102"/>
                    <a:pt x="24" y="107"/>
                    <a:pt x="20" y="106"/>
                  </a:cubicBezTo>
                  <a:cubicBezTo>
                    <a:pt x="17" y="107"/>
                    <a:pt x="14" y="108"/>
                    <a:pt x="13" y="111"/>
                  </a:cubicBezTo>
                  <a:cubicBezTo>
                    <a:pt x="11" y="112"/>
                    <a:pt x="10" y="114"/>
                    <a:pt x="10" y="116"/>
                  </a:cubicBezTo>
                  <a:cubicBezTo>
                    <a:pt x="11" y="117"/>
                    <a:pt x="13" y="119"/>
                    <a:pt x="14" y="121"/>
                  </a:cubicBezTo>
                  <a:cubicBezTo>
                    <a:pt x="14" y="122"/>
                    <a:pt x="14" y="124"/>
                    <a:pt x="14" y="125"/>
                  </a:cubicBezTo>
                  <a:cubicBezTo>
                    <a:pt x="14" y="125"/>
                    <a:pt x="14" y="125"/>
                    <a:pt x="14" y="126"/>
                  </a:cubicBezTo>
                  <a:cubicBezTo>
                    <a:pt x="12" y="129"/>
                    <a:pt x="7" y="127"/>
                    <a:pt x="5" y="130"/>
                  </a:cubicBezTo>
                  <a:cubicBezTo>
                    <a:pt x="5" y="133"/>
                    <a:pt x="9" y="135"/>
                    <a:pt x="10" y="138"/>
                  </a:cubicBezTo>
                  <a:cubicBezTo>
                    <a:pt x="12" y="143"/>
                    <a:pt x="6" y="147"/>
                    <a:pt x="9" y="152"/>
                  </a:cubicBezTo>
                  <a:cubicBezTo>
                    <a:pt x="10" y="156"/>
                    <a:pt x="9" y="158"/>
                    <a:pt x="6" y="161"/>
                  </a:cubicBezTo>
                  <a:cubicBezTo>
                    <a:pt x="4" y="163"/>
                    <a:pt x="4" y="166"/>
                    <a:pt x="3" y="169"/>
                  </a:cubicBezTo>
                  <a:cubicBezTo>
                    <a:pt x="3" y="173"/>
                    <a:pt x="1" y="176"/>
                    <a:pt x="0" y="180"/>
                  </a:cubicBezTo>
                  <a:cubicBezTo>
                    <a:pt x="0" y="182"/>
                    <a:pt x="0" y="184"/>
                    <a:pt x="2" y="186"/>
                  </a:cubicBezTo>
                  <a:cubicBezTo>
                    <a:pt x="3" y="187"/>
                    <a:pt x="5" y="187"/>
                    <a:pt x="6" y="189"/>
                  </a:cubicBezTo>
                  <a:cubicBezTo>
                    <a:pt x="9" y="193"/>
                    <a:pt x="7" y="196"/>
                    <a:pt x="5" y="199"/>
                  </a:cubicBezTo>
                  <a:cubicBezTo>
                    <a:pt x="2" y="202"/>
                    <a:pt x="2" y="204"/>
                    <a:pt x="5" y="207"/>
                  </a:cubicBezTo>
                  <a:cubicBezTo>
                    <a:pt x="8" y="212"/>
                    <a:pt x="13" y="216"/>
                    <a:pt x="17" y="221"/>
                  </a:cubicBezTo>
                  <a:cubicBezTo>
                    <a:pt x="18" y="221"/>
                    <a:pt x="18" y="222"/>
                    <a:pt x="19" y="222"/>
                  </a:cubicBezTo>
                  <a:cubicBezTo>
                    <a:pt x="22" y="224"/>
                    <a:pt x="24" y="221"/>
                    <a:pt x="26" y="219"/>
                  </a:cubicBezTo>
                  <a:cubicBezTo>
                    <a:pt x="27" y="218"/>
                    <a:pt x="28" y="218"/>
                    <a:pt x="29" y="217"/>
                  </a:cubicBezTo>
                  <a:cubicBezTo>
                    <a:pt x="31" y="217"/>
                    <a:pt x="32" y="217"/>
                    <a:pt x="33" y="218"/>
                  </a:cubicBezTo>
                  <a:cubicBezTo>
                    <a:pt x="34" y="218"/>
                    <a:pt x="35" y="218"/>
                    <a:pt x="35" y="219"/>
                  </a:cubicBezTo>
                  <a:cubicBezTo>
                    <a:pt x="37" y="220"/>
                    <a:pt x="38" y="222"/>
                    <a:pt x="39" y="223"/>
                  </a:cubicBezTo>
                  <a:cubicBezTo>
                    <a:pt x="41" y="224"/>
                    <a:pt x="43" y="225"/>
                    <a:pt x="45" y="226"/>
                  </a:cubicBezTo>
                  <a:cubicBezTo>
                    <a:pt x="47" y="226"/>
                    <a:pt x="49" y="227"/>
                    <a:pt x="50" y="228"/>
                  </a:cubicBezTo>
                  <a:cubicBezTo>
                    <a:pt x="50" y="228"/>
                    <a:pt x="50" y="228"/>
                    <a:pt x="50" y="229"/>
                  </a:cubicBezTo>
                  <a:cubicBezTo>
                    <a:pt x="51" y="229"/>
                    <a:pt x="51" y="229"/>
                    <a:pt x="51" y="230"/>
                  </a:cubicBezTo>
                  <a:cubicBezTo>
                    <a:pt x="51" y="230"/>
                    <a:pt x="51" y="231"/>
                    <a:pt x="50" y="231"/>
                  </a:cubicBezTo>
                  <a:cubicBezTo>
                    <a:pt x="49" y="234"/>
                    <a:pt x="48" y="237"/>
                    <a:pt x="52" y="238"/>
                  </a:cubicBezTo>
                  <a:cubicBezTo>
                    <a:pt x="55" y="239"/>
                    <a:pt x="57" y="239"/>
                    <a:pt x="59" y="242"/>
                  </a:cubicBezTo>
                  <a:cubicBezTo>
                    <a:pt x="60" y="244"/>
                    <a:pt x="61" y="247"/>
                    <a:pt x="65" y="247"/>
                  </a:cubicBezTo>
                  <a:cubicBezTo>
                    <a:pt x="67" y="247"/>
                    <a:pt x="69" y="244"/>
                    <a:pt x="71" y="244"/>
                  </a:cubicBezTo>
                  <a:cubicBezTo>
                    <a:pt x="74" y="243"/>
                    <a:pt x="77" y="243"/>
                    <a:pt x="79" y="244"/>
                  </a:cubicBezTo>
                  <a:cubicBezTo>
                    <a:pt x="83" y="246"/>
                    <a:pt x="86" y="247"/>
                    <a:pt x="90" y="249"/>
                  </a:cubicBezTo>
                  <a:cubicBezTo>
                    <a:pt x="92" y="251"/>
                    <a:pt x="94" y="252"/>
                    <a:pt x="97" y="251"/>
                  </a:cubicBezTo>
                  <a:cubicBezTo>
                    <a:pt x="102" y="250"/>
                    <a:pt x="107" y="247"/>
                    <a:pt x="111" y="253"/>
                  </a:cubicBezTo>
                  <a:cubicBezTo>
                    <a:pt x="112" y="256"/>
                    <a:pt x="112" y="258"/>
                    <a:pt x="112" y="261"/>
                  </a:cubicBezTo>
                  <a:cubicBezTo>
                    <a:pt x="112" y="264"/>
                    <a:pt x="112" y="268"/>
                    <a:pt x="112" y="271"/>
                  </a:cubicBezTo>
                  <a:cubicBezTo>
                    <a:pt x="112" y="273"/>
                    <a:pt x="108" y="277"/>
                    <a:pt x="114" y="278"/>
                  </a:cubicBezTo>
                  <a:cubicBezTo>
                    <a:pt x="119" y="278"/>
                    <a:pt x="122" y="283"/>
                    <a:pt x="127" y="283"/>
                  </a:cubicBezTo>
                  <a:cubicBezTo>
                    <a:pt x="131" y="282"/>
                    <a:pt x="134" y="282"/>
                    <a:pt x="138" y="283"/>
                  </a:cubicBezTo>
                  <a:cubicBezTo>
                    <a:pt x="139" y="284"/>
                    <a:pt x="140" y="284"/>
                    <a:pt x="141" y="285"/>
                  </a:cubicBezTo>
                  <a:cubicBezTo>
                    <a:pt x="143" y="286"/>
                    <a:pt x="145" y="285"/>
                    <a:pt x="147" y="284"/>
                  </a:cubicBezTo>
                  <a:cubicBezTo>
                    <a:pt x="148" y="284"/>
                    <a:pt x="149" y="283"/>
                    <a:pt x="150" y="283"/>
                  </a:cubicBezTo>
                  <a:cubicBezTo>
                    <a:pt x="151" y="283"/>
                    <a:pt x="152" y="283"/>
                    <a:pt x="153" y="283"/>
                  </a:cubicBezTo>
                  <a:cubicBezTo>
                    <a:pt x="153" y="283"/>
                    <a:pt x="154" y="283"/>
                    <a:pt x="154" y="284"/>
                  </a:cubicBezTo>
                  <a:cubicBezTo>
                    <a:pt x="158" y="286"/>
                    <a:pt x="158" y="290"/>
                    <a:pt x="159" y="293"/>
                  </a:cubicBezTo>
                  <a:cubicBezTo>
                    <a:pt x="161" y="297"/>
                    <a:pt x="165" y="298"/>
                    <a:pt x="168" y="302"/>
                  </a:cubicBezTo>
                  <a:cubicBezTo>
                    <a:pt x="168" y="303"/>
                    <a:pt x="168" y="304"/>
                    <a:pt x="168" y="305"/>
                  </a:cubicBezTo>
                  <a:cubicBezTo>
                    <a:pt x="167" y="307"/>
                    <a:pt x="165" y="309"/>
                    <a:pt x="163" y="310"/>
                  </a:cubicBezTo>
                  <a:cubicBezTo>
                    <a:pt x="161" y="310"/>
                    <a:pt x="159" y="309"/>
                    <a:pt x="157" y="310"/>
                  </a:cubicBezTo>
                  <a:cubicBezTo>
                    <a:pt x="153" y="311"/>
                    <a:pt x="154" y="314"/>
                    <a:pt x="155" y="317"/>
                  </a:cubicBezTo>
                  <a:cubicBezTo>
                    <a:pt x="155" y="319"/>
                    <a:pt x="155" y="320"/>
                    <a:pt x="154" y="322"/>
                  </a:cubicBezTo>
                  <a:cubicBezTo>
                    <a:pt x="152" y="324"/>
                    <a:pt x="150" y="327"/>
                    <a:pt x="149" y="330"/>
                  </a:cubicBezTo>
                  <a:cubicBezTo>
                    <a:pt x="148" y="333"/>
                    <a:pt x="139" y="339"/>
                    <a:pt x="145" y="342"/>
                  </a:cubicBezTo>
                  <a:cubicBezTo>
                    <a:pt x="146" y="342"/>
                    <a:pt x="147" y="343"/>
                    <a:pt x="147" y="343"/>
                  </a:cubicBezTo>
                  <a:cubicBezTo>
                    <a:pt x="149" y="344"/>
                    <a:pt x="150" y="346"/>
                    <a:pt x="152" y="347"/>
                  </a:cubicBezTo>
                  <a:cubicBezTo>
                    <a:pt x="156" y="350"/>
                    <a:pt x="161" y="348"/>
                    <a:pt x="163" y="354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51" name="Freeform 23">
              <a:extLst>
                <a:ext uri="{FF2B5EF4-FFF2-40B4-BE49-F238E27FC236}">
                  <a16:creationId xmlns:a16="http://schemas.microsoft.com/office/drawing/2014/main" id="{75277AAD-BB32-BDA1-6DEE-2260B6136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187" y="3032125"/>
              <a:ext cx="1674813" cy="1401763"/>
            </a:xfrm>
            <a:custGeom>
              <a:avLst/>
              <a:gdLst>
                <a:gd name="T0" fmla="*/ 2147483646 w 440"/>
                <a:gd name="T1" fmla="*/ 2147483646 h 368"/>
                <a:gd name="T2" fmla="*/ 2147483646 w 440"/>
                <a:gd name="T3" fmla="*/ 2147483646 h 368"/>
                <a:gd name="T4" fmla="*/ 2147483646 w 440"/>
                <a:gd name="T5" fmla="*/ 2147483646 h 368"/>
                <a:gd name="T6" fmla="*/ 2147483646 w 440"/>
                <a:gd name="T7" fmla="*/ 2147483646 h 368"/>
                <a:gd name="T8" fmla="*/ 2147483646 w 440"/>
                <a:gd name="T9" fmla="*/ 2147483646 h 368"/>
                <a:gd name="T10" fmla="*/ 2147483646 w 440"/>
                <a:gd name="T11" fmla="*/ 2147483646 h 368"/>
                <a:gd name="T12" fmla="*/ 2147483646 w 440"/>
                <a:gd name="T13" fmla="*/ 2147483646 h 368"/>
                <a:gd name="T14" fmla="*/ 2147483646 w 440"/>
                <a:gd name="T15" fmla="*/ 2147483646 h 368"/>
                <a:gd name="T16" fmla="*/ 2147483646 w 440"/>
                <a:gd name="T17" fmla="*/ 2147483646 h 368"/>
                <a:gd name="T18" fmla="*/ 2147483646 w 440"/>
                <a:gd name="T19" fmla="*/ 2147483646 h 368"/>
                <a:gd name="T20" fmla="*/ 2147483646 w 440"/>
                <a:gd name="T21" fmla="*/ 2147413306 h 368"/>
                <a:gd name="T22" fmla="*/ 2147483646 w 440"/>
                <a:gd name="T23" fmla="*/ 2147483646 h 368"/>
                <a:gd name="T24" fmla="*/ 2147483646 w 440"/>
                <a:gd name="T25" fmla="*/ 2045846435 h 368"/>
                <a:gd name="T26" fmla="*/ 2147483646 w 440"/>
                <a:gd name="T27" fmla="*/ 1900748727 h 368"/>
                <a:gd name="T28" fmla="*/ 2147483646 w 440"/>
                <a:gd name="T29" fmla="*/ 1842712692 h 368"/>
                <a:gd name="T30" fmla="*/ 2147483646 w 440"/>
                <a:gd name="T31" fmla="*/ 1596048114 h 368"/>
                <a:gd name="T32" fmla="*/ 2147483646 w 440"/>
                <a:gd name="T33" fmla="*/ 1668596967 h 368"/>
                <a:gd name="T34" fmla="*/ 2147483646 w 440"/>
                <a:gd name="T35" fmla="*/ 1828199874 h 368"/>
                <a:gd name="T36" fmla="*/ 2147483646 w 440"/>
                <a:gd name="T37" fmla="*/ 2002315599 h 368"/>
                <a:gd name="T38" fmla="*/ 2147483646 w 440"/>
                <a:gd name="T39" fmla="*/ 1958788572 h 368"/>
                <a:gd name="T40" fmla="*/ 2147483646 w 440"/>
                <a:gd name="T41" fmla="*/ 1596048114 h 368"/>
                <a:gd name="T42" fmla="*/ 2129829241 w 440"/>
                <a:gd name="T43" fmla="*/ 1262329482 h 368"/>
                <a:gd name="T44" fmla="*/ 1753125733 w 440"/>
                <a:gd name="T45" fmla="*/ 1088213757 h 368"/>
                <a:gd name="T46" fmla="*/ 1912499416 w 440"/>
                <a:gd name="T47" fmla="*/ 899592833 h 368"/>
                <a:gd name="T48" fmla="*/ 2115338302 w 440"/>
                <a:gd name="T49" fmla="*/ 725477108 h 368"/>
                <a:gd name="T50" fmla="*/ 2144316373 w 440"/>
                <a:gd name="T51" fmla="*/ 449794512 h 368"/>
                <a:gd name="T52" fmla="*/ 1984942691 w 440"/>
                <a:gd name="T53" fmla="*/ 72548854 h 368"/>
                <a:gd name="T54" fmla="*/ 1767612866 w 440"/>
                <a:gd name="T55" fmla="*/ 333718632 h 368"/>
                <a:gd name="T56" fmla="*/ 1361931287 w 440"/>
                <a:gd name="T57" fmla="*/ 304700614 h 368"/>
                <a:gd name="T58" fmla="*/ 1072158187 w 440"/>
                <a:gd name="T59" fmla="*/ 478816339 h 368"/>
                <a:gd name="T60" fmla="*/ 883806433 w 440"/>
                <a:gd name="T61" fmla="*/ 623910237 h 368"/>
                <a:gd name="T62" fmla="*/ 695454679 w 440"/>
                <a:gd name="T63" fmla="*/ 812534970 h 368"/>
                <a:gd name="T64" fmla="*/ 391194446 w 440"/>
                <a:gd name="T65" fmla="*/ 1131744593 h 368"/>
                <a:gd name="T66" fmla="*/ 318751171 w 440"/>
                <a:gd name="T67" fmla="*/ 1378405362 h 368"/>
                <a:gd name="T68" fmla="*/ 217329825 w 440"/>
                <a:gd name="T69" fmla="*/ 1683105976 h 368"/>
                <a:gd name="T70" fmla="*/ 173864621 w 440"/>
                <a:gd name="T71" fmla="*/ 2147413306 h 368"/>
                <a:gd name="T72" fmla="*/ 72443275 w 440"/>
                <a:gd name="T73" fmla="*/ 2147483646 h 368"/>
                <a:gd name="T74" fmla="*/ 275282161 w 440"/>
                <a:gd name="T75" fmla="*/ 2147483646 h 368"/>
                <a:gd name="T76" fmla="*/ 347725436 w 440"/>
                <a:gd name="T77" fmla="*/ 2147483646 h 368"/>
                <a:gd name="T78" fmla="*/ 796876025 w 440"/>
                <a:gd name="T79" fmla="*/ 2147483646 h 368"/>
                <a:gd name="T80" fmla="*/ 1014205851 w 440"/>
                <a:gd name="T81" fmla="*/ 2147483646 h 368"/>
                <a:gd name="T82" fmla="*/ 1318466083 w 440"/>
                <a:gd name="T83" fmla="*/ 2147483646 h 368"/>
                <a:gd name="T84" fmla="*/ 1593748244 w 440"/>
                <a:gd name="T85" fmla="*/ 2147483646 h 368"/>
                <a:gd name="T86" fmla="*/ 2013920762 w 440"/>
                <a:gd name="T87" fmla="*/ 2147483646 h 368"/>
                <a:gd name="T88" fmla="*/ 2057385966 w 440"/>
                <a:gd name="T89" fmla="*/ 2147483646 h 368"/>
                <a:gd name="T90" fmla="*/ 2147483646 w 440"/>
                <a:gd name="T91" fmla="*/ 2147483646 h 368"/>
                <a:gd name="T92" fmla="*/ 2147483646 w 440"/>
                <a:gd name="T93" fmla="*/ 2147483646 h 368"/>
                <a:gd name="T94" fmla="*/ 2147483646 w 440"/>
                <a:gd name="T95" fmla="*/ 2147483646 h 368"/>
                <a:gd name="T96" fmla="*/ 2147483646 w 440"/>
                <a:gd name="T97" fmla="*/ 2147483646 h 368"/>
                <a:gd name="T98" fmla="*/ 2147483646 w 440"/>
                <a:gd name="T99" fmla="*/ 2147483646 h 368"/>
                <a:gd name="T100" fmla="*/ 2147483646 w 440"/>
                <a:gd name="T101" fmla="*/ 2147483646 h 368"/>
                <a:gd name="T102" fmla="*/ 2147483646 w 440"/>
                <a:gd name="T103" fmla="*/ 2147483646 h 368"/>
                <a:gd name="T104" fmla="*/ 2147483646 w 440"/>
                <a:gd name="T105" fmla="*/ 2147483646 h 368"/>
                <a:gd name="T106" fmla="*/ 2147483646 w 440"/>
                <a:gd name="T107" fmla="*/ 2147483646 h 368"/>
                <a:gd name="T108" fmla="*/ 2147483646 w 440"/>
                <a:gd name="T109" fmla="*/ 2147483646 h 368"/>
                <a:gd name="T110" fmla="*/ 2147483646 w 440"/>
                <a:gd name="T111" fmla="*/ 2147483646 h 368"/>
                <a:gd name="T112" fmla="*/ 2147483646 w 440"/>
                <a:gd name="T113" fmla="*/ 2147483646 h 368"/>
                <a:gd name="T114" fmla="*/ 2147483646 w 440"/>
                <a:gd name="T115" fmla="*/ 2147483646 h 368"/>
                <a:gd name="T116" fmla="*/ 2147483646 w 440"/>
                <a:gd name="T117" fmla="*/ 2147483646 h 368"/>
                <a:gd name="T118" fmla="*/ 2147483646 w 440"/>
                <a:gd name="T119" fmla="*/ 2147483646 h 3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40" h="368">
                  <a:moveTo>
                    <a:pt x="436" y="300"/>
                  </a:moveTo>
                  <a:cubicBezTo>
                    <a:pt x="435" y="299"/>
                    <a:pt x="434" y="297"/>
                    <a:pt x="434" y="296"/>
                  </a:cubicBezTo>
                  <a:cubicBezTo>
                    <a:pt x="429" y="292"/>
                    <a:pt x="432" y="288"/>
                    <a:pt x="434" y="284"/>
                  </a:cubicBezTo>
                  <a:cubicBezTo>
                    <a:pt x="432" y="283"/>
                    <a:pt x="431" y="282"/>
                    <a:pt x="429" y="280"/>
                  </a:cubicBezTo>
                  <a:cubicBezTo>
                    <a:pt x="427" y="276"/>
                    <a:pt x="425" y="271"/>
                    <a:pt x="424" y="266"/>
                  </a:cubicBezTo>
                  <a:cubicBezTo>
                    <a:pt x="424" y="261"/>
                    <a:pt x="427" y="257"/>
                    <a:pt x="422" y="254"/>
                  </a:cubicBezTo>
                  <a:cubicBezTo>
                    <a:pt x="419" y="253"/>
                    <a:pt x="416" y="253"/>
                    <a:pt x="413" y="253"/>
                  </a:cubicBezTo>
                  <a:cubicBezTo>
                    <a:pt x="409" y="254"/>
                    <a:pt x="406" y="254"/>
                    <a:pt x="403" y="251"/>
                  </a:cubicBezTo>
                  <a:cubicBezTo>
                    <a:pt x="403" y="250"/>
                    <a:pt x="403" y="250"/>
                    <a:pt x="403" y="250"/>
                  </a:cubicBezTo>
                  <a:cubicBezTo>
                    <a:pt x="400" y="249"/>
                    <a:pt x="400" y="246"/>
                    <a:pt x="398" y="244"/>
                  </a:cubicBezTo>
                  <a:cubicBezTo>
                    <a:pt x="396" y="243"/>
                    <a:pt x="395" y="243"/>
                    <a:pt x="394" y="244"/>
                  </a:cubicBezTo>
                  <a:cubicBezTo>
                    <a:pt x="390" y="245"/>
                    <a:pt x="387" y="245"/>
                    <a:pt x="384" y="242"/>
                  </a:cubicBezTo>
                  <a:cubicBezTo>
                    <a:pt x="382" y="240"/>
                    <a:pt x="381" y="238"/>
                    <a:pt x="380" y="235"/>
                  </a:cubicBezTo>
                  <a:cubicBezTo>
                    <a:pt x="379" y="232"/>
                    <a:pt x="378" y="229"/>
                    <a:pt x="377" y="225"/>
                  </a:cubicBezTo>
                  <a:cubicBezTo>
                    <a:pt x="376" y="222"/>
                    <a:pt x="377" y="218"/>
                    <a:pt x="375" y="215"/>
                  </a:cubicBezTo>
                  <a:cubicBezTo>
                    <a:pt x="375" y="215"/>
                    <a:pt x="375" y="214"/>
                    <a:pt x="374" y="214"/>
                  </a:cubicBezTo>
                  <a:cubicBezTo>
                    <a:pt x="371" y="210"/>
                    <a:pt x="370" y="205"/>
                    <a:pt x="368" y="201"/>
                  </a:cubicBezTo>
                  <a:cubicBezTo>
                    <a:pt x="367" y="199"/>
                    <a:pt x="365" y="197"/>
                    <a:pt x="365" y="194"/>
                  </a:cubicBezTo>
                  <a:cubicBezTo>
                    <a:pt x="365" y="191"/>
                    <a:pt x="367" y="189"/>
                    <a:pt x="367" y="186"/>
                  </a:cubicBezTo>
                  <a:cubicBezTo>
                    <a:pt x="369" y="184"/>
                    <a:pt x="372" y="181"/>
                    <a:pt x="368" y="178"/>
                  </a:cubicBezTo>
                  <a:cubicBezTo>
                    <a:pt x="367" y="177"/>
                    <a:pt x="367" y="177"/>
                    <a:pt x="366" y="176"/>
                  </a:cubicBezTo>
                  <a:cubicBezTo>
                    <a:pt x="364" y="173"/>
                    <a:pt x="365" y="169"/>
                    <a:pt x="365" y="166"/>
                  </a:cubicBezTo>
                  <a:cubicBezTo>
                    <a:pt x="367" y="163"/>
                    <a:pt x="364" y="160"/>
                    <a:pt x="361" y="159"/>
                  </a:cubicBezTo>
                  <a:cubicBezTo>
                    <a:pt x="360" y="158"/>
                    <a:pt x="358" y="158"/>
                    <a:pt x="357" y="159"/>
                  </a:cubicBezTo>
                  <a:cubicBezTo>
                    <a:pt x="355" y="160"/>
                    <a:pt x="355" y="161"/>
                    <a:pt x="354" y="163"/>
                  </a:cubicBezTo>
                  <a:cubicBezTo>
                    <a:pt x="351" y="165"/>
                    <a:pt x="348" y="165"/>
                    <a:pt x="345" y="163"/>
                  </a:cubicBezTo>
                  <a:cubicBezTo>
                    <a:pt x="343" y="161"/>
                    <a:pt x="341" y="159"/>
                    <a:pt x="338" y="158"/>
                  </a:cubicBezTo>
                  <a:cubicBezTo>
                    <a:pt x="336" y="156"/>
                    <a:pt x="334" y="155"/>
                    <a:pt x="332" y="153"/>
                  </a:cubicBezTo>
                  <a:cubicBezTo>
                    <a:pt x="331" y="154"/>
                    <a:pt x="330" y="154"/>
                    <a:pt x="330" y="155"/>
                  </a:cubicBezTo>
                  <a:cubicBezTo>
                    <a:pt x="328" y="153"/>
                    <a:pt x="325" y="151"/>
                    <a:pt x="322" y="151"/>
                  </a:cubicBezTo>
                  <a:cubicBezTo>
                    <a:pt x="320" y="151"/>
                    <a:pt x="318" y="151"/>
                    <a:pt x="317" y="151"/>
                  </a:cubicBezTo>
                  <a:cubicBezTo>
                    <a:pt x="315" y="151"/>
                    <a:pt x="313" y="151"/>
                    <a:pt x="312" y="151"/>
                  </a:cubicBezTo>
                  <a:cubicBezTo>
                    <a:pt x="310" y="150"/>
                    <a:pt x="307" y="147"/>
                    <a:pt x="304" y="148"/>
                  </a:cubicBezTo>
                  <a:cubicBezTo>
                    <a:pt x="300" y="150"/>
                    <a:pt x="302" y="154"/>
                    <a:pt x="300" y="157"/>
                  </a:cubicBezTo>
                  <a:cubicBezTo>
                    <a:pt x="298" y="159"/>
                    <a:pt x="294" y="157"/>
                    <a:pt x="293" y="155"/>
                  </a:cubicBezTo>
                  <a:cubicBezTo>
                    <a:pt x="292" y="154"/>
                    <a:pt x="291" y="153"/>
                    <a:pt x="290" y="152"/>
                  </a:cubicBezTo>
                  <a:cubicBezTo>
                    <a:pt x="288" y="150"/>
                    <a:pt x="289" y="147"/>
                    <a:pt x="287" y="145"/>
                  </a:cubicBezTo>
                  <a:cubicBezTo>
                    <a:pt x="286" y="143"/>
                    <a:pt x="284" y="142"/>
                    <a:pt x="282" y="141"/>
                  </a:cubicBezTo>
                  <a:cubicBezTo>
                    <a:pt x="280" y="141"/>
                    <a:pt x="278" y="141"/>
                    <a:pt x="276" y="141"/>
                  </a:cubicBezTo>
                  <a:cubicBezTo>
                    <a:pt x="274" y="140"/>
                    <a:pt x="273" y="139"/>
                    <a:pt x="272" y="137"/>
                  </a:cubicBezTo>
                  <a:cubicBezTo>
                    <a:pt x="271" y="135"/>
                    <a:pt x="272" y="132"/>
                    <a:pt x="270" y="131"/>
                  </a:cubicBezTo>
                  <a:cubicBezTo>
                    <a:pt x="267" y="128"/>
                    <a:pt x="264" y="128"/>
                    <a:pt x="261" y="131"/>
                  </a:cubicBezTo>
                  <a:cubicBezTo>
                    <a:pt x="259" y="134"/>
                    <a:pt x="256" y="134"/>
                    <a:pt x="253" y="132"/>
                  </a:cubicBezTo>
                  <a:cubicBezTo>
                    <a:pt x="251" y="131"/>
                    <a:pt x="249" y="130"/>
                    <a:pt x="247" y="128"/>
                  </a:cubicBezTo>
                  <a:cubicBezTo>
                    <a:pt x="246" y="128"/>
                    <a:pt x="245" y="127"/>
                    <a:pt x="245" y="127"/>
                  </a:cubicBezTo>
                  <a:cubicBezTo>
                    <a:pt x="243" y="125"/>
                    <a:pt x="242" y="123"/>
                    <a:pt x="242" y="120"/>
                  </a:cubicBezTo>
                  <a:cubicBezTo>
                    <a:pt x="241" y="118"/>
                    <a:pt x="242" y="116"/>
                    <a:pt x="241" y="114"/>
                  </a:cubicBezTo>
                  <a:cubicBezTo>
                    <a:pt x="240" y="112"/>
                    <a:pt x="237" y="111"/>
                    <a:pt x="236" y="110"/>
                  </a:cubicBezTo>
                  <a:cubicBezTo>
                    <a:pt x="233" y="108"/>
                    <a:pt x="231" y="106"/>
                    <a:pt x="229" y="104"/>
                  </a:cubicBezTo>
                  <a:cubicBezTo>
                    <a:pt x="223" y="102"/>
                    <a:pt x="216" y="108"/>
                    <a:pt x="219" y="114"/>
                  </a:cubicBezTo>
                  <a:cubicBezTo>
                    <a:pt x="221" y="117"/>
                    <a:pt x="223" y="115"/>
                    <a:pt x="226" y="115"/>
                  </a:cubicBezTo>
                  <a:cubicBezTo>
                    <a:pt x="229" y="116"/>
                    <a:pt x="230" y="119"/>
                    <a:pt x="230" y="122"/>
                  </a:cubicBezTo>
                  <a:cubicBezTo>
                    <a:pt x="230" y="126"/>
                    <a:pt x="227" y="127"/>
                    <a:pt x="223" y="126"/>
                  </a:cubicBezTo>
                  <a:cubicBezTo>
                    <a:pt x="218" y="123"/>
                    <a:pt x="212" y="122"/>
                    <a:pt x="207" y="126"/>
                  </a:cubicBezTo>
                  <a:cubicBezTo>
                    <a:pt x="207" y="127"/>
                    <a:pt x="206" y="127"/>
                    <a:pt x="206" y="128"/>
                  </a:cubicBezTo>
                  <a:cubicBezTo>
                    <a:pt x="202" y="129"/>
                    <a:pt x="200" y="131"/>
                    <a:pt x="198" y="134"/>
                  </a:cubicBezTo>
                  <a:cubicBezTo>
                    <a:pt x="197" y="137"/>
                    <a:pt x="194" y="139"/>
                    <a:pt x="190" y="138"/>
                  </a:cubicBezTo>
                  <a:cubicBezTo>
                    <a:pt x="188" y="137"/>
                    <a:pt x="187" y="136"/>
                    <a:pt x="185" y="136"/>
                  </a:cubicBezTo>
                  <a:cubicBezTo>
                    <a:pt x="182" y="135"/>
                    <a:pt x="180" y="136"/>
                    <a:pt x="177" y="135"/>
                  </a:cubicBezTo>
                  <a:cubicBezTo>
                    <a:pt x="177" y="135"/>
                    <a:pt x="176" y="135"/>
                    <a:pt x="175" y="135"/>
                  </a:cubicBezTo>
                  <a:cubicBezTo>
                    <a:pt x="173" y="133"/>
                    <a:pt x="172" y="131"/>
                    <a:pt x="170" y="129"/>
                  </a:cubicBezTo>
                  <a:cubicBezTo>
                    <a:pt x="168" y="127"/>
                    <a:pt x="168" y="124"/>
                    <a:pt x="165" y="122"/>
                  </a:cubicBezTo>
                  <a:cubicBezTo>
                    <a:pt x="161" y="120"/>
                    <a:pt x="158" y="114"/>
                    <a:pt x="158" y="110"/>
                  </a:cubicBezTo>
                  <a:cubicBezTo>
                    <a:pt x="157" y="108"/>
                    <a:pt x="156" y="106"/>
                    <a:pt x="155" y="104"/>
                  </a:cubicBezTo>
                  <a:cubicBezTo>
                    <a:pt x="154" y="102"/>
                    <a:pt x="151" y="101"/>
                    <a:pt x="151" y="98"/>
                  </a:cubicBezTo>
                  <a:cubicBezTo>
                    <a:pt x="149" y="95"/>
                    <a:pt x="150" y="90"/>
                    <a:pt x="147" y="87"/>
                  </a:cubicBezTo>
                  <a:cubicBezTo>
                    <a:pt x="144" y="85"/>
                    <a:pt x="140" y="81"/>
                    <a:pt x="136" y="85"/>
                  </a:cubicBezTo>
                  <a:cubicBezTo>
                    <a:pt x="132" y="86"/>
                    <a:pt x="129" y="87"/>
                    <a:pt x="127" y="83"/>
                  </a:cubicBezTo>
                  <a:cubicBezTo>
                    <a:pt x="127" y="80"/>
                    <a:pt x="123" y="78"/>
                    <a:pt x="121" y="75"/>
                  </a:cubicBezTo>
                  <a:cubicBezTo>
                    <a:pt x="120" y="74"/>
                    <a:pt x="120" y="74"/>
                    <a:pt x="119" y="73"/>
                  </a:cubicBezTo>
                  <a:cubicBezTo>
                    <a:pt x="116" y="70"/>
                    <a:pt x="116" y="66"/>
                    <a:pt x="118" y="64"/>
                  </a:cubicBezTo>
                  <a:cubicBezTo>
                    <a:pt x="122" y="61"/>
                    <a:pt x="127" y="63"/>
                    <a:pt x="132" y="62"/>
                  </a:cubicBezTo>
                  <a:cubicBezTo>
                    <a:pt x="134" y="61"/>
                    <a:pt x="135" y="60"/>
                    <a:pt x="137" y="59"/>
                  </a:cubicBezTo>
                  <a:cubicBezTo>
                    <a:pt x="139" y="59"/>
                    <a:pt x="141" y="58"/>
                    <a:pt x="142" y="56"/>
                  </a:cubicBezTo>
                  <a:cubicBezTo>
                    <a:pt x="144" y="55"/>
                    <a:pt x="143" y="51"/>
                    <a:pt x="146" y="50"/>
                  </a:cubicBezTo>
                  <a:cubicBezTo>
                    <a:pt x="149" y="49"/>
                    <a:pt x="152" y="52"/>
                    <a:pt x="155" y="48"/>
                  </a:cubicBezTo>
                  <a:cubicBezTo>
                    <a:pt x="155" y="44"/>
                    <a:pt x="156" y="40"/>
                    <a:pt x="153" y="36"/>
                  </a:cubicBezTo>
                  <a:cubicBezTo>
                    <a:pt x="152" y="34"/>
                    <a:pt x="150" y="32"/>
                    <a:pt x="148" y="31"/>
                  </a:cubicBezTo>
                  <a:cubicBezTo>
                    <a:pt x="145" y="26"/>
                    <a:pt x="148" y="22"/>
                    <a:pt x="150" y="18"/>
                  </a:cubicBezTo>
                  <a:cubicBezTo>
                    <a:pt x="153" y="14"/>
                    <a:pt x="150" y="11"/>
                    <a:pt x="147" y="8"/>
                  </a:cubicBezTo>
                  <a:cubicBezTo>
                    <a:pt x="143" y="5"/>
                    <a:pt x="142" y="0"/>
                    <a:pt x="137" y="5"/>
                  </a:cubicBezTo>
                  <a:cubicBezTo>
                    <a:pt x="137" y="5"/>
                    <a:pt x="137" y="6"/>
                    <a:pt x="137" y="7"/>
                  </a:cubicBezTo>
                  <a:cubicBezTo>
                    <a:pt x="136" y="12"/>
                    <a:pt x="134" y="17"/>
                    <a:pt x="129" y="20"/>
                  </a:cubicBezTo>
                  <a:cubicBezTo>
                    <a:pt x="127" y="21"/>
                    <a:pt x="124" y="23"/>
                    <a:pt x="122" y="23"/>
                  </a:cubicBezTo>
                  <a:cubicBezTo>
                    <a:pt x="119" y="24"/>
                    <a:pt x="116" y="22"/>
                    <a:pt x="114" y="21"/>
                  </a:cubicBezTo>
                  <a:cubicBezTo>
                    <a:pt x="111" y="20"/>
                    <a:pt x="109" y="20"/>
                    <a:pt x="106" y="21"/>
                  </a:cubicBezTo>
                  <a:cubicBezTo>
                    <a:pt x="102" y="22"/>
                    <a:pt x="98" y="22"/>
                    <a:pt x="94" y="21"/>
                  </a:cubicBezTo>
                  <a:cubicBezTo>
                    <a:pt x="89" y="20"/>
                    <a:pt x="85" y="22"/>
                    <a:pt x="83" y="27"/>
                  </a:cubicBezTo>
                  <a:cubicBezTo>
                    <a:pt x="82" y="27"/>
                    <a:pt x="82" y="28"/>
                    <a:pt x="82" y="28"/>
                  </a:cubicBezTo>
                  <a:cubicBezTo>
                    <a:pt x="80" y="30"/>
                    <a:pt x="76" y="31"/>
                    <a:pt x="74" y="33"/>
                  </a:cubicBezTo>
                  <a:cubicBezTo>
                    <a:pt x="73" y="36"/>
                    <a:pt x="74" y="41"/>
                    <a:pt x="73" y="44"/>
                  </a:cubicBezTo>
                  <a:cubicBezTo>
                    <a:pt x="71" y="46"/>
                    <a:pt x="68" y="48"/>
                    <a:pt x="66" y="45"/>
                  </a:cubicBezTo>
                  <a:cubicBezTo>
                    <a:pt x="65" y="43"/>
                    <a:pt x="63" y="42"/>
                    <a:pt x="61" y="43"/>
                  </a:cubicBezTo>
                  <a:cubicBezTo>
                    <a:pt x="60" y="43"/>
                    <a:pt x="59" y="44"/>
                    <a:pt x="58" y="45"/>
                  </a:cubicBezTo>
                  <a:cubicBezTo>
                    <a:pt x="57" y="47"/>
                    <a:pt x="56" y="49"/>
                    <a:pt x="54" y="51"/>
                  </a:cubicBezTo>
                  <a:cubicBezTo>
                    <a:pt x="53" y="53"/>
                    <a:pt x="52" y="56"/>
                    <a:pt x="48" y="56"/>
                  </a:cubicBezTo>
                  <a:cubicBezTo>
                    <a:pt x="42" y="56"/>
                    <a:pt x="40" y="61"/>
                    <a:pt x="36" y="65"/>
                  </a:cubicBezTo>
                  <a:cubicBezTo>
                    <a:pt x="34" y="68"/>
                    <a:pt x="31" y="71"/>
                    <a:pt x="29" y="73"/>
                  </a:cubicBezTo>
                  <a:cubicBezTo>
                    <a:pt x="28" y="75"/>
                    <a:pt x="28" y="76"/>
                    <a:pt x="27" y="78"/>
                  </a:cubicBezTo>
                  <a:cubicBezTo>
                    <a:pt x="28" y="80"/>
                    <a:pt x="28" y="82"/>
                    <a:pt x="26" y="84"/>
                  </a:cubicBezTo>
                  <a:cubicBezTo>
                    <a:pt x="26" y="84"/>
                    <a:pt x="25" y="85"/>
                    <a:pt x="25" y="86"/>
                  </a:cubicBezTo>
                  <a:cubicBezTo>
                    <a:pt x="22" y="88"/>
                    <a:pt x="22" y="91"/>
                    <a:pt x="22" y="95"/>
                  </a:cubicBezTo>
                  <a:cubicBezTo>
                    <a:pt x="23" y="98"/>
                    <a:pt x="25" y="102"/>
                    <a:pt x="23" y="105"/>
                  </a:cubicBezTo>
                  <a:cubicBezTo>
                    <a:pt x="22" y="107"/>
                    <a:pt x="20" y="109"/>
                    <a:pt x="19" y="111"/>
                  </a:cubicBezTo>
                  <a:cubicBezTo>
                    <a:pt x="18" y="113"/>
                    <a:pt x="16" y="114"/>
                    <a:pt x="15" y="116"/>
                  </a:cubicBezTo>
                  <a:cubicBezTo>
                    <a:pt x="13" y="118"/>
                    <a:pt x="12" y="120"/>
                    <a:pt x="11" y="123"/>
                  </a:cubicBezTo>
                  <a:cubicBezTo>
                    <a:pt x="9" y="127"/>
                    <a:pt x="10" y="132"/>
                    <a:pt x="7" y="136"/>
                  </a:cubicBezTo>
                  <a:cubicBezTo>
                    <a:pt x="6" y="142"/>
                    <a:pt x="10" y="143"/>
                    <a:pt x="12" y="148"/>
                  </a:cubicBezTo>
                  <a:cubicBezTo>
                    <a:pt x="13" y="152"/>
                    <a:pt x="11" y="156"/>
                    <a:pt x="9" y="160"/>
                  </a:cubicBezTo>
                  <a:cubicBezTo>
                    <a:pt x="8" y="163"/>
                    <a:pt x="9" y="166"/>
                    <a:pt x="11" y="168"/>
                  </a:cubicBezTo>
                  <a:cubicBezTo>
                    <a:pt x="13" y="176"/>
                    <a:pt x="0" y="177"/>
                    <a:pt x="5" y="186"/>
                  </a:cubicBezTo>
                  <a:cubicBezTo>
                    <a:pt x="6" y="187"/>
                    <a:pt x="7" y="188"/>
                    <a:pt x="7" y="188"/>
                  </a:cubicBezTo>
                  <a:cubicBezTo>
                    <a:pt x="10" y="190"/>
                    <a:pt x="11" y="192"/>
                    <a:pt x="13" y="193"/>
                  </a:cubicBezTo>
                  <a:cubicBezTo>
                    <a:pt x="16" y="193"/>
                    <a:pt x="17" y="192"/>
                    <a:pt x="19" y="190"/>
                  </a:cubicBezTo>
                  <a:cubicBezTo>
                    <a:pt x="21" y="189"/>
                    <a:pt x="23" y="188"/>
                    <a:pt x="21" y="191"/>
                  </a:cubicBezTo>
                  <a:cubicBezTo>
                    <a:pt x="20" y="193"/>
                    <a:pt x="20" y="195"/>
                    <a:pt x="20" y="197"/>
                  </a:cubicBezTo>
                  <a:cubicBezTo>
                    <a:pt x="21" y="199"/>
                    <a:pt x="22" y="200"/>
                    <a:pt x="24" y="201"/>
                  </a:cubicBezTo>
                  <a:cubicBezTo>
                    <a:pt x="25" y="201"/>
                    <a:pt x="27" y="202"/>
                    <a:pt x="28" y="202"/>
                  </a:cubicBezTo>
                  <a:cubicBezTo>
                    <a:pt x="33" y="201"/>
                    <a:pt x="36" y="205"/>
                    <a:pt x="40" y="207"/>
                  </a:cubicBezTo>
                  <a:cubicBezTo>
                    <a:pt x="45" y="210"/>
                    <a:pt x="50" y="206"/>
                    <a:pt x="55" y="208"/>
                  </a:cubicBezTo>
                  <a:cubicBezTo>
                    <a:pt x="56" y="209"/>
                    <a:pt x="57" y="209"/>
                    <a:pt x="57" y="209"/>
                  </a:cubicBezTo>
                  <a:cubicBezTo>
                    <a:pt x="60" y="211"/>
                    <a:pt x="62" y="213"/>
                    <a:pt x="63" y="215"/>
                  </a:cubicBezTo>
                  <a:cubicBezTo>
                    <a:pt x="66" y="218"/>
                    <a:pt x="68" y="221"/>
                    <a:pt x="70" y="224"/>
                  </a:cubicBezTo>
                  <a:cubicBezTo>
                    <a:pt x="72" y="225"/>
                    <a:pt x="74" y="226"/>
                    <a:pt x="76" y="226"/>
                  </a:cubicBezTo>
                  <a:cubicBezTo>
                    <a:pt x="78" y="226"/>
                    <a:pt x="80" y="226"/>
                    <a:pt x="82" y="227"/>
                  </a:cubicBezTo>
                  <a:cubicBezTo>
                    <a:pt x="85" y="228"/>
                    <a:pt x="89" y="227"/>
                    <a:pt x="91" y="230"/>
                  </a:cubicBezTo>
                  <a:cubicBezTo>
                    <a:pt x="92" y="231"/>
                    <a:pt x="93" y="232"/>
                    <a:pt x="94" y="232"/>
                  </a:cubicBezTo>
                  <a:cubicBezTo>
                    <a:pt x="97" y="233"/>
                    <a:pt x="100" y="232"/>
                    <a:pt x="102" y="230"/>
                  </a:cubicBezTo>
                  <a:cubicBezTo>
                    <a:pt x="105" y="228"/>
                    <a:pt x="107" y="228"/>
                    <a:pt x="110" y="230"/>
                  </a:cubicBezTo>
                  <a:cubicBezTo>
                    <a:pt x="113" y="234"/>
                    <a:pt x="117" y="237"/>
                    <a:pt x="122" y="234"/>
                  </a:cubicBezTo>
                  <a:cubicBezTo>
                    <a:pt x="124" y="232"/>
                    <a:pt x="127" y="230"/>
                    <a:pt x="130" y="231"/>
                  </a:cubicBezTo>
                  <a:cubicBezTo>
                    <a:pt x="133" y="231"/>
                    <a:pt x="136" y="234"/>
                    <a:pt x="139" y="236"/>
                  </a:cubicBezTo>
                  <a:cubicBezTo>
                    <a:pt x="142" y="237"/>
                    <a:pt x="142" y="239"/>
                    <a:pt x="140" y="242"/>
                  </a:cubicBezTo>
                  <a:cubicBezTo>
                    <a:pt x="139" y="244"/>
                    <a:pt x="139" y="247"/>
                    <a:pt x="140" y="250"/>
                  </a:cubicBezTo>
                  <a:cubicBezTo>
                    <a:pt x="141" y="253"/>
                    <a:pt x="141" y="256"/>
                    <a:pt x="142" y="259"/>
                  </a:cubicBezTo>
                  <a:cubicBezTo>
                    <a:pt x="143" y="260"/>
                    <a:pt x="143" y="260"/>
                    <a:pt x="144" y="261"/>
                  </a:cubicBezTo>
                  <a:cubicBezTo>
                    <a:pt x="146" y="261"/>
                    <a:pt x="148" y="261"/>
                    <a:pt x="151" y="261"/>
                  </a:cubicBezTo>
                  <a:cubicBezTo>
                    <a:pt x="153" y="259"/>
                    <a:pt x="156" y="257"/>
                    <a:pt x="158" y="262"/>
                  </a:cubicBezTo>
                  <a:cubicBezTo>
                    <a:pt x="160" y="265"/>
                    <a:pt x="161" y="269"/>
                    <a:pt x="163" y="272"/>
                  </a:cubicBezTo>
                  <a:cubicBezTo>
                    <a:pt x="164" y="275"/>
                    <a:pt x="168" y="275"/>
                    <a:pt x="170" y="277"/>
                  </a:cubicBezTo>
                  <a:cubicBezTo>
                    <a:pt x="173" y="279"/>
                    <a:pt x="176" y="281"/>
                    <a:pt x="177" y="284"/>
                  </a:cubicBezTo>
                  <a:cubicBezTo>
                    <a:pt x="178" y="287"/>
                    <a:pt x="179" y="289"/>
                    <a:pt x="181" y="291"/>
                  </a:cubicBezTo>
                  <a:cubicBezTo>
                    <a:pt x="184" y="293"/>
                    <a:pt x="185" y="297"/>
                    <a:pt x="186" y="300"/>
                  </a:cubicBezTo>
                  <a:cubicBezTo>
                    <a:pt x="189" y="304"/>
                    <a:pt x="193" y="300"/>
                    <a:pt x="196" y="303"/>
                  </a:cubicBezTo>
                  <a:cubicBezTo>
                    <a:pt x="199" y="305"/>
                    <a:pt x="198" y="310"/>
                    <a:pt x="201" y="312"/>
                  </a:cubicBezTo>
                  <a:cubicBezTo>
                    <a:pt x="206" y="310"/>
                    <a:pt x="213" y="311"/>
                    <a:pt x="217" y="314"/>
                  </a:cubicBezTo>
                  <a:cubicBezTo>
                    <a:pt x="218" y="315"/>
                    <a:pt x="218" y="315"/>
                    <a:pt x="218" y="315"/>
                  </a:cubicBezTo>
                  <a:cubicBezTo>
                    <a:pt x="221" y="317"/>
                    <a:pt x="220" y="320"/>
                    <a:pt x="220" y="323"/>
                  </a:cubicBezTo>
                  <a:cubicBezTo>
                    <a:pt x="226" y="327"/>
                    <a:pt x="230" y="322"/>
                    <a:pt x="235" y="321"/>
                  </a:cubicBezTo>
                  <a:cubicBezTo>
                    <a:pt x="239" y="318"/>
                    <a:pt x="245" y="321"/>
                    <a:pt x="250" y="319"/>
                  </a:cubicBezTo>
                  <a:cubicBezTo>
                    <a:pt x="254" y="320"/>
                    <a:pt x="259" y="319"/>
                    <a:pt x="263" y="321"/>
                  </a:cubicBezTo>
                  <a:cubicBezTo>
                    <a:pt x="266" y="322"/>
                    <a:pt x="268" y="323"/>
                    <a:pt x="269" y="325"/>
                  </a:cubicBezTo>
                  <a:cubicBezTo>
                    <a:pt x="271" y="327"/>
                    <a:pt x="271" y="329"/>
                    <a:pt x="274" y="329"/>
                  </a:cubicBezTo>
                  <a:cubicBezTo>
                    <a:pt x="279" y="327"/>
                    <a:pt x="282" y="332"/>
                    <a:pt x="286" y="332"/>
                  </a:cubicBezTo>
                  <a:cubicBezTo>
                    <a:pt x="289" y="332"/>
                    <a:pt x="290" y="329"/>
                    <a:pt x="292" y="328"/>
                  </a:cubicBezTo>
                  <a:cubicBezTo>
                    <a:pt x="296" y="328"/>
                    <a:pt x="299" y="330"/>
                    <a:pt x="301" y="332"/>
                  </a:cubicBezTo>
                  <a:cubicBezTo>
                    <a:pt x="302" y="335"/>
                    <a:pt x="300" y="338"/>
                    <a:pt x="302" y="340"/>
                  </a:cubicBezTo>
                  <a:cubicBezTo>
                    <a:pt x="303" y="344"/>
                    <a:pt x="307" y="344"/>
                    <a:pt x="309" y="346"/>
                  </a:cubicBezTo>
                  <a:cubicBezTo>
                    <a:pt x="310" y="346"/>
                    <a:pt x="310" y="346"/>
                    <a:pt x="310" y="346"/>
                  </a:cubicBezTo>
                  <a:cubicBezTo>
                    <a:pt x="318" y="349"/>
                    <a:pt x="317" y="356"/>
                    <a:pt x="319" y="362"/>
                  </a:cubicBezTo>
                  <a:cubicBezTo>
                    <a:pt x="321" y="363"/>
                    <a:pt x="322" y="364"/>
                    <a:pt x="324" y="365"/>
                  </a:cubicBezTo>
                  <a:cubicBezTo>
                    <a:pt x="325" y="365"/>
                    <a:pt x="327" y="366"/>
                    <a:pt x="329" y="366"/>
                  </a:cubicBezTo>
                  <a:cubicBezTo>
                    <a:pt x="330" y="366"/>
                    <a:pt x="330" y="367"/>
                    <a:pt x="330" y="367"/>
                  </a:cubicBezTo>
                  <a:cubicBezTo>
                    <a:pt x="330" y="367"/>
                    <a:pt x="331" y="367"/>
                    <a:pt x="331" y="368"/>
                  </a:cubicBezTo>
                  <a:cubicBezTo>
                    <a:pt x="332" y="367"/>
                    <a:pt x="334" y="367"/>
                    <a:pt x="336" y="366"/>
                  </a:cubicBezTo>
                  <a:cubicBezTo>
                    <a:pt x="337" y="366"/>
                    <a:pt x="339" y="365"/>
                    <a:pt x="341" y="364"/>
                  </a:cubicBezTo>
                  <a:cubicBezTo>
                    <a:pt x="345" y="362"/>
                    <a:pt x="347" y="359"/>
                    <a:pt x="348" y="355"/>
                  </a:cubicBezTo>
                  <a:cubicBezTo>
                    <a:pt x="351" y="351"/>
                    <a:pt x="355" y="350"/>
                    <a:pt x="358" y="348"/>
                  </a:cubicBezTo>
                  <a:cubicBezTo>
                    <a:pt x="360" y="347"/>
                    <a:pt x="362" y="346"/>
                    <a:pt x="363" y="344"/>
                  </a:cubicBezTo>
                  <a:cubicBezTo>
                    <a:pt x="363" y="341"/>
                    <a:pt x="363" y="339"/>
                    <a:pt x="363" y="336"/>
                  </a:cubicBezTo>
                  <a:cubicBezTo>
                    <a:pt x="364" y="334"/>
                    <a:pt x="365" y="332"/>
                    <a:pt x="367" y="330"/>
                  </a:cubicBezTo>
                  <a:cubicBezTo>
                    <a:pt x="370" y="326"/>
                    <a:pt x="372" y="329"/>
                    <a:pt x="376" y="331"/>
                  </a:cubicBezTo>
                  <a:cubicBezTo>
                    <a:pt x="379" y="331"/>
                    <a:pt x="381" y="329"/>
                    <a:pt x="383" y="327"/>
                  </a:cubicBezTo>
                  <a:cubicBezTo>
                    <a:pt x="384" y="327"/>
                    <a:pt x="385" y="327"/>
                    <a:pt x="386" y="327"/>
                  </a:cubicBezTo>
                  <a:cubicBezTo>
                    <a:pt x="389" y="325"/>
                    <a:pt x="392" y="325"/>
                    <a:pt x="395" y="327"/>
                  </a:cubicBezTo>
                  <a:cubicBezTo>
                    <a:pt x="398" y="329"/>
                    <a:pt x="403" y="327"/>
                    <a:pt x="405" y="331"/>
                  </a:cubicBezTo>
                  <a:cubicBezTo>
                    <a:pt x="405" y="331"/>
                    <a:pt x="406" y="332"/>
                    <a:pt x="407" y="331"/>
                  </a:cubicBezTo>
                  <a:cubicBezTo>
                    <a:pt x="412" y="331"/>
                    <a:pt x="417" y="331"/>
                    <a:pt x="421" y="327"/>
                  </a:cubicBezTo>
                  <a:cubicBezTo>
                    <a:pt x="423" y="324"/>
                    <a:pt x="425" y="321"/>
                    <a:pt x="430" y="321"/>
                  </a:cubicBezTo>
                  <a:cubicBezTo>
                    <a:pt x="432" y="319"/>
                    <a:pt x="435" y="318"/>
                    <a:pt x="436" y="315"/>
                  </a:cubicBezTo>
                  <a:cubicBezTo>
                    <a:pt x="437" y="313"/>
                    <a:pt x="438" y="311"/>
                    <a:pt x="438" y="309"/>
                  </a:cubicBezTo>
                  <a:cubicBezTo>
                    <a:pt x="437" y="306"/>
                    <a:pt x="440" y="302"/>
                    <a:pt x="436" y="30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52" name="Freeform 24">
              <a:extLst>
                <a:ext uri="{FF2B5EF4-FFF2-40B4-BE49-F238E27FC236}">
                  <a16:creationId xmlns:a16="http://schemas.microsoft.com/office/drawing/2014/main" id="{DC341921-CB14-50C3-5C8B-521D20384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199" y="2860675"/>
              <a:ext cx="1173163" cy="1760538"/>
            </a:xfrm>
            <a:custGeom>
              <a:avLst/>
              <a:gdLst>
                <a:gd name="T0" fmla="*/ 2147483646 w 308"/>
                <a:gd name="T1" fmla="*/ 2147483646 h 462"/>
                <a:gd name="T2" fmla="*/ 2147483646 w 308"/>
                <a:gd name="T3" fmla="*/ 2147483646 h 462"/>
                <a:gd name="T4" fmla="*/ 2147483646 w 308"/>
                <a:gd name="T5" fmla="*/ 2147483646 h 462"/>
                <a:gd name="T6" fmla="*/ 2147483646 w 308"/>
                <a:gd name="T7" fmla="*/ 2147483646 h 462"/>
                <a:gd name="T8" fmla="*/ 2147483646 w 308"/>
                <a:gd name="T9" fmla="*/ 2147483646 h 462"/>
                <a:gd name="T10" fmla="*/ 2147483646 w 308"/>
                <a:gd name="T11" fmla="*/ 2147483646 h 462"/>
                <a:gd name="T12" fmla="*/ 1900581195 w 308"/>
                <a:gd name="T13" fmla="*/ 2147483646 h 462"/>
                <a:gd name="T14" fmla="*/ 1857056085 w 308"/>
                <a:gd name="T15" fmla="*/ 2147483646 h 462"/>
                <a:gd name="T16" fmla="*/ 1624925979 w 308"/>
                <a:gd name="T17" fmla="*/ 2147483646 h 462"/>
                <a:gd name="T18" fmla="*/ 1653942719 w 308"/>
                <a:gd name="T19" fmla="*/ 2147483646 h 462"/>
                <a:gd name="T20" fmla="*/ 1886072825 w 308"/>
                <a:gd name="T21" fmla="*/ 2147483646 h 462"/>
                <a:gd name="T22" fmla="*/ 1944106304 w 308"/>
                <a:gd name="T23" fmla="*/ 1786126772 h 462"/>
                <a:gd name="T24" fmla="*/ 2147483646 w 308"/>
                <a:gd name="T25" fmla="*/ 1394048862 h 462"/>
                <a:gd name="T26" fmla="*/ 2147483646 w 308"/>
                <a:gd name="T27" fmla="*/ 1292398752 h 462"/>
                <a:gd name="T28" fmla="*/ 2147483646 w 308"/>
                <a:gd name="T29" fmla="*/ 929365908 h 462"/>
                <a:gd name="T30" fmla="*/ 2147483646 w 308"/>
                <a:gd name="T31" fmla="*/ 885802119 h 462"/>
                <a:gd name="T32" fmla="*/ 2147483646 w 308"/>
                <a:gd name="T33" fmla="*/ 697024431 h 462"/>
                <a:gd name="T34" fmla="*/ 1770005867 w 308"/>
                <a:gd name="T35" fmla="*/ 464682954 h 462"/>
                <a:gd name="T36" fmla="*/ 1276725107 w 308"/>
                <a:gd name="T37" fmla="*/ 217818944 h 462"/>
                <a:gd name="T38" fmla="*/ 797952715 w 308"/>
                <a:gd name="T39" fmla="*/ 29041256 h 462"/>
                <a:gd name="T40" fmla="*/ 754427606 w 308"/>
                <a:gd name="T41" fmla="*/ 537287999 h 462"/>
                <a:gd name="T42" fmla="*/ 1030086631 w 308"/>
                <a:gd name="T43" fmla="*/ 827715797 h 462"/>
                <a:gd name="T44" fmla="*/ 986561522 w 308"/>
                <a:gd name="T45" fmla="*/ 1292398752 h 462"/>
                <a:gd name="T46" fmla="*/ 652872827 w 308"/>
                <a:gd name="T47" fmla="*/ 1321443818 h 462"/>
                <a:gd name="T48" fmla="*/ 507789130 w 308"/>
                <a:gd name="T49" fmla="*/ 1684476661 h 462"/>
                <a:gd name="T50" fmla="*/ 348197064 w 308"/>
                <a:gd name="T51" fmla="*/ 2032986972 h 462"/>
                <a:gd name="T52" fmla="*/ 217625545 w 308"/>
                <a:gd name="T53" fmla="*/ 2147483646 h 462"/>
                <a:gd name="T54" fmla="*/ 101558588 w 308"/>
                <a:gd name="T55" fmla="*/ 2147483646 h 462"/>
                <a:gd name="T56" fmla="*/ 130575327 w 308"/>
                <a:gd name="T57" fmla="*/ 2147483646 h 462"/>
                <a:gd name="T58" fmla="*/ 217625545 w 308"/>
                <a:gd name="T59" fmla="*/ 2147483646 h 462"/>
                <a:gd name="T60" fmla="*/ 420738912 w 308"/>
                <a:gd name="T61" fmla="*/ 2147483646 h 462"/>
                <a:gd name="T62" fmla="*/ 348197064 w 308"/>
                <a:gd name="T63" fmla="*/ 2147483646 h 462"/>
                <a:gd name="T64" fmla="*/ 290163585 w 308"/>
                <a:gd name="T65" fmla="*/ 2147483646 h 462"/>
                <a:gd name="T66" fmla="*/ 261146846 w 308"/>
                <a:gd name="T67" fmla="*/ 2147483646 h 462"/>
                <a:gd name="T68" fmla="*/ 232133915 w 308"/>
                <a:gd name="T69" fmla="*/ 2147483646 h 462"/>
                <a:gd name="T70" fmla="*/ 304671955 w 308"/>
                <a:gd name="T71" fmla="*/ 2147483646 h 462"/>
                <a:gd name="T72" fmla="*/ 377213803 w 308"/>
                <a:gd name="T73" fmla="*/ 2147483646 h 462"/>
                <a:gd name="T74" fmla="*/ 580330979 w 308"/>
                <a:gd name="T75" fmla="*/ 2147483646 h 462"/>
                <a:gd name="T76" fmla="*/ 667381197 w 308"/>
                <a:gd name="T77" fmla="*/ 2147483646 h 462"/>
                <a:gd name="T78" fmla="*/ 914019673 w 308"/>
                <a:gd name="T79" fmla="*/ 2147483646 h 462"/>
                <a:gd name="T80" fmla="*/ 1059103370 w 308"/>
                <a:gd name="T81" fmla="*/ 2147483646 h 462"/>
                <a:gd name="T82" fmla="*/ 1262216737 w 308"/>
                <a:gd name="T83" fmla="*/ 2147483646 h 462"/>
                <a:gd name="T84" fmla="*/ 1407300434 w 308"/>
                <a:gd name="T85" fmla="*/ 2147483646 h 462"/>
                <a:gd name="T86" fmla="*/ 1668451088 w 308"/>
                <a:gd name="T87" fmla="*/ 2147483646 h 462"/>
                <a:gd name="T88" fmla="*/ 2002139782 w 308"/>
                <a:gd name="T89" fmla="*/ 2147483646 h 462"/>
                <a:gd name="T90" fmla="*/ 2147483646 w 308"/>
                <a:gd name="T91" fmla="*/ 2147483646 h 462"/>
                <a:gd name="T92" fmla="*/ 2147483646 w 308"/>
                <a:gd name="T93" fmla="*/ 2147483646 h 462"/>
                <a:gd name="T94" fmla="*/ 2147483646 w 308"/>
                <a:gd name="T95" fmla="*/ 2147483646 h 462"/>
                <a:gd name="T96" fmla="*/ 2147483646 w 308"/>
                <a:gd name="T97" fmla="*/ 2147483646 h 462"/>
                <a:gd name="T98" fmla="*/ 2147483646 w 308"/>
                <a:gd name="T99" fmla="*/ 2147483646 h 462"/>
                <a:gd name="T100" fmla="*/ 2147483646 w 308"/>
                <a:gd name="T101" fmla="*/ 2147483646 h 462"/>
                <a:gd name="T102" fmla="*/ 2147483646 w 308"/>
                <a:gd name="T103" fmla="*/ 2147483646 h 462"/>
                <a:gd name="T104" fmla="*/ 2147483646 w 308"/>
                <a:gd name="T105" fmla="*/ 2147483646 h 4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08" h="462">
                  <a:moveTo>
                    <a:pt x="303" y="348"/>
                  </a:moveTo>
                  <a:cubicBezTo>
                    <a:pt x="300" y="345"/>
                    <a:pt x="296" y="349"/>
                    <a:pt x="293" y="345"/>
                  </a:cubicBezTo>
                  <a:cubicBezTo>
                    <a:pt x="292" y="342"/>
                    <a:pt x="291" y="338"/>
                    <a:pt x="288" y="336"/>
                  </a:cubicBezTo>
                  <a:cubicBezTo>
                    <a:pt x="286" y="334"/>
                    <a:pt x="285" y="332"/>
                    <a:pt x="284" y="329"/>
                  </a:cubicBezTo>
                  <a:cubicBezTo>
                    <a:pt x="283" y="326"/>
                    <a:pt x="280" y="324"/>
                    <a:pt x="277" y="322"/>
                  </a:cubicBezTo>
                  <a:cubicBezTo>
                    <a:pt x="275" y="320"/>
                    <a:pt x="271" y="320"/>
                    <a:pt x="270" y="317"/>
                  </a:cubicBezTo>
                  <a:cubicBezTo>
                    <a:pt x="268" y="314"/>
                    <a:pt x="267" y="310"/>
                    <a:pt x="265" y="307"/>
                  </a:cubicBezTo>
                  <a:cubicBezTo>
                    <a:pt x="263" y="302"/>
                    <a:pt x="260" y="304"/>
                    <a:pt x="258" y="306"/>
                  </a:cubicBezTo>
                  <a:cubicBezTo>
                    <a:pt x="255" y="306"/>
                    <a:pt x="253" y="306"/>
                    <a:pt x="251" y="306"/>
                  </a:cubicBezTo>
                  <a:cubicBezTo>
                    <a:pt x="250" y="305"/>
                    <a:pt x="250" y="305"/>
                    <a:pt x="249" y="304"/>
                  </a:cubicBezTo>
                  <a:cubicBezTo>
                    <a:pt x="248" y="301"/>
                    <a:pt x="248" y="298"/>
                    <a:pt x="247" y="295"/>
                  </a:cubicBezTo>
                  <a:cubicBezTo>
                    <a:pt x="246" y="292"/>
                    <a:pt x="246" y="289"/>
                    <a:pt x="247" y="287"/>
                  </a:cubicBezTo>
                  <a:cubicBezTo>
                    <a:pt x="249" y="284"/>
                    <a:pt x="249" y="282"/>
                    <a:pt x="246" y="281"/>
                  </a:cubicBezTo>
                  <a:cubicBezTo>
                    <a:pt x="243" y="279"/>
                    <a:pt x="240" y="276"/>
                    <a:pt x="237" y="276"/>
                  </a:cubicBezTo>
                  <a:cubicBezTo>
                    <a:pt x="234" y="275"/>
                    <a:pt x="231" y="277"/>
                    <a:pt x="229" y="279"/>
                  </a:cubicBezTo>
                  <a:cubicBezTo>
                    <a:pt x="224" y="282"/>
                    <a:pt x="220" y="279"/>
                    <a:pt x="217" y="275"/>
                  </a:cubicBezTo>
                  <a:cubicBezTo>
                    <a:pt x="214" y="273"/>
                    <a:pt x="212" y="273"/>
                    <a:pt x="209" y="275"/>
                  </a:cubicBezTo>
                  <a:cubicBezTo>
                    <a:pt x="207" y="277"/>
                    <a:pt x="204" y="278"/>
                    <a:pt x="201" y="277"/>
                  </a:cubicBezTo>
                  <a:cubicBezTo>
                    <a:pt x="200" y="277"/>
                    <a:pt x="199" y="276"/>
                    <a:pt x="198" y="275"/>
                  </a:cubicBezTo>
                  <a:cubicBezTo>
                    <a:pt x="196" y="272"/>
                    <a:pt x="192" y="273"/>
                    <a:pt x="189" y="272"/>
                  </a:cubicBezTo>
                  <a:cubicBezTo>
                    <a:pt x="187" y="271"/>
                    <a:pt x="185" y="271"/>
                    <a:pt x="183" y="271"/>
                  </a:cubicBezTo>
                  <a:cubicBezTo>
                    <a:pt x="181" y="271"/>
                    <a:pt x="179" y="270"/>
                    <a:pt x="177" y="269"/>
                  </a:cubicBezTo>
                  <a:cubicBezTo>
                    <a:pt x="175" y="266"/>
                    <a:pt x="173" y="263"/>
                    <a:pt x="170" y="260"/>
                  </a:cubicBezTo>
                  <a:cubicBezTo>
                    <a:pt x="169" y="258"/>
                    <a:pt x="167" y="256"/>
                    <a:pt x="164" y="254"/>
                  </a:cubicBezTo>
                  <a:cubicBezTo>
                    <a:pt x="164" y="254"/>
                    <a:pt x="163" y="254"/>
                    <a:pt x="162" y="253"/>
                  </a:cubicBezTo>
                  <a:cubicBezTo>
                    <a:pt x="157" y="251"/>
                    <a:pt x="152" y="255"/>
                    <a:pt x="147" y="252"/>
                  </a:cubicBezTo>
                  <a:cubicBezTo>
                    <a:pt x="143" y="250"/>
                    <a:pt x="140" y="246"/>
                    <a:pt x="135" y="247"/>
                  </a:cubicBezTo>
                  <a:cubicBezTo>
                    <a:pt x="134" y="247"/>
                    <a:pt x="132" y="246"/>
                    <a:pt x="131" y="246"/>
                  </a:cubicBezTo>
                  <a:cubicBezTo>
                    <a:pt x="130" y="246"/>
                    <a:pt x="130" y="245"/>
                    <a:pt x="129" y="245"/>
                  </a:cubicBezTo>
                  <a:cubicBezTo>
                    <a:pt x="128" y="245"/>
                    <a:pt x="128" y="244"/>
                    <a:pt x="128" y="244"/>
                  </a:cubicBezTo>
                  <a:cubicBezTo>
                    <a:pt x="128" y="243"/>
                    <a:pt x="127" y="242"/>
                    <a:pt x="127" y="242"/>
                  </a:cubicBezTo>
                  <a:cubicBezTo>
                    <a:pt x="127" y="240"/>
                    <a:pt x="127" y="238"/>
                    <a:pt x="128" y="236"/>
                  </a:cubicBezTo>
                  <a:cubicBezTo>
                    <a:pt x="130" y="233"/>
                    <a:pt x="128" y="234"/>
                    <a:pt x="126" y="235"/>
                  </a:cubicBezTo>
                  <a:cubicBezTo>
                    <a:pt x="124" y="237"/>
                    <a:pt x="123" y="238"/>
                    <a:pt x="120" y="238"/>
                  </a:cubicBezTo>
                  <a:cubicBezTo>
                    <a:pt x="118" y="237"/>
                    <a:pt x="117" y="235"/>
                    <a:pt x="114" y="233"/>
                  </a:cubicBezTo>
                  <a:cubicBezTo>
                    <a:pt x="114" y="233"/>
                    <a:pt x="113" y="232"/>
                    <a:pt x="112" y="231"/>
                  </a:cubicBezTo>
                  <a:cubicBezTo>
                    <a:pt x="107" y="222"/>
                    <a:pt x="120" y="221"/>
                    <a:pt x="118" y="213"/>
                  </a:cubicBezTo>
                  <a:cubicBezTo>
                    <a:pt x="116" y="211"/>
                    <a:pt x="115" y="208"/>
                    <a:pt x="116" y="205"/>
                  </a:cubicBezTo>
                  <a:cubicBezTo>
                    <a:pt x="118" y="201"/>
                    <a:pt x="120" y="197"/>
                    <a:pt x="119" y="193"/>
                  </a:cubicBezTo>
                  <a:cubicBezTo>
                    <a:pt x="117" y="188"/>
                    <a:pt x="113" y="187"/>
                    <a:pt x="114" y="181"/>
                  </a:cubicBezTo>
                  <a:cubicBezTo>
                    <a:pt x="117" y="177"/>
                    <a:pt x="116" y="172"/>
                    <a:pt x="118" y="168"/>
                  </a:cubicBezTo>
                  <a:cubicBezTo>
                    <a:pt x="119" y="165"/>
                    <a:pt x="120" y="163"/>
                    <a:pt x="122" y="161"/>
                  </a:cubicBezTo>
                  <a:cubicBezTo>
                    <a:pt x="123" y="159"/>
                    <a:pt x="125" y="158"/>
                    <a:pt x="126" y="156"/>
                  </a:cubicBezTo>
                  <a:cubicBezTo>
                    <a:pt x="127" y="154"/>
                    <a:pt x="129" y="152"/>
                    <a:pt x="130" y="150"/>
                  </a:cubicBezTo>
                  <a:cubicBezTo>
                    <a:pt x="132" y="147"/>
                    <a:pt x="130" y="143"/>
                    <a:pt x="129" y="140"/>
                  </a:cubicBezTo>
                  <a:cubicBezTo>
                    <a:pt x="129" y="136"/>
                    <a:pt x="129" y="133"/>
                    <a:pt x="132" y="131"/>
                  </a:cubicBezTo>
                  <a:cubicBezTo>
                    <a:pt x="132" y="130"/>
                    <a:pt x="133" y="129"/>
                    <a:pt x="133" y="129"/>
                  </a:cubicBezTo>
                  <a:cubicBezTo>
                    <a:pt x="135" y="127"/>
                    <a:pt x="135" y="125"/>
                    <a:pt x="134" y="123"/>
                  </a:cubicBezTo>
                  <a:cubicBezTo>
                    <a:pt x="135" y="121"/>
                    <a:pt x="135" y="120"/>
                    <a:pt x="136" y="118"/>
                  </a:cubicBezTo>
                  <a:cubicBezTo>
                    <a:pt x="138" y="116"/>
                    <a:pt x="141" y="113"/>
                    <a:pt x="143" y="110"/>
                  </a:cubicBezTo>
                  <a:cubicBezTo>
                    <a:pt x="147" y="106"/>
                    <a:pt x="149" y="101"/>
                    <a:pt x="155" y="101"/>
                  </a:cubicBezTo>
                  <a:cubicBezTo>
                    <a:pt x="159" y="101"/>
                    <a:pt x="160" y="98"/>
                    <a:pt x="161" y="96"/>
                  </a:cubicBezTo>
                  <a:cubicBezTo>
                    <a:pt x="163" y="94"/>
                    <a:pt x="164" y="92"/>
                    <a:pt x="165" y="90"/>
                  </a:cubicBezTo>
                  <a:cubicBezTo>
                    <a:pt x="166" y="89"/>
                    <a:pt x="167" y="88"/>
                    <a:pt x="168" y="88"/>
                  </a:cubicBezTo>
                  <a:cubicBezTo>
                    <a:pt x="170" y="87"/>
                    <a:pt x="172" y="88"/>
                    <a:pt x="173" y="90"/>
                  </a:cubicBezTo>
                  <a:cubicBezTo>
                    <a:pt x="175" y="93"/>
                    <a:pt x="178" y="91"/>
                    <a:pt x="180" y="89"/>
                  </a:cubicBezTo>
                  <a:cubicBezTo>
                    <a:pt x="181" y="86"/>
                    <a:pt x="180" y="81"/>
                    <a:pt x="181" y="78"/>
                  </a:cubicBezTo>
                  <a:cubicBezTo>
                    <a:pt x="182" y="78"/>
                    <a:pt x="182" y="78"/>
                    <a:pt x="181" y="77"/>
                  </a:cubicBezTo>
                  <a:cubicBezTo>
                    <a:pt x="181" y="74"/>
                    <a:pt x="180" y="71"/>
                    <a:pt x="178" y="68"/>
                  </a:cubicBezTo>
                  <a:cubicBezTo>
                    <a:pt x="178" y="66"/>
                    <a:pt x="177" y="65"/>
                    <a:pt x="176" y="64"/>
                  </a:cubicBezTo>
                  <a:cubicBezTo>
                    <a:pt x="174" y="63"/>
                    <a:pt x="172" y="62"/>
                    <a:pt x="169" y="63"/>
                  </a:cubicBezTo>
                  <a:cubicBezTo>
                    <a:pt x="168" y="64"/>
                    <a:pt x="167" y="67"/>
                    <a:pt x="165" y="68"/>
                  </a:cubicBezTo>
                  <a:cubicBezTo>
                    <a:pt x="163" y="69"/>
                    <a:pt x="161" y="68"/>
                    <a:pt x="160" y="66"/>
                  </a:cubicBezTo>
                  <a:cubicBezTo>
                    <a:pt x="159" y="65"/>
                    <a:pt x="158" y="63"/>
                    <a:pt x="158" y="61"/>
                  </a:cubicBezTo>
                  <a:cubicBezTo>
                    <a:pt x="159" y="60"/>
                    <a:pt x="161" y="59"/>
                    <a:pt x="161" y="58"/>
                  </a:cubicBezTo>
                  <a:cubicBezTo>
                    <a:pt x="161" y="56"/>
                    <a:pt x="160" y="55"/>
                    <a:pt x="159" y="54"/>
                  </a:cubicBezTo>
                  <a:cubicBezTo>
                    <a:pt x="158" y="52"/>
                    <a:pt x="157" y="50"/>
                    <a:pt x="157" y="48"/>
                  </a:cubicBezTo>
                  <a:cubicBezTo>
                    <a:pt x="155" y="44"/>
                    <a:pt x="152" y="47"/>
                    <a:pt x="149" y="48"/>
                  </a:cubicBezTo>
                  <a:cubicBezTo>
                    <a:pt x="148" y="51"/>
                    <a:pt x="142" y="51"/>
                    <a:pt x="140" y="49"/>
                  </a:cubicBezTo>
                  <a:cubicBezTo>
                    <a:pt x="138" y="46"/>
                    <a:pt x="135" y="45"/>
                    <a:pt x="132" y="43"/>
                  </a:cubicBezTo>
                  <a:cubicBezTo>
                    <a:pt x="131" y="41"/>
                    <a:pt x="130" y="39"/>
                    <a:pt x="128" y="38"/>
                  </a:cubicBezTo>
                  <a:cubicBezTo>
                    <a:pt x="126" y="36"/>
                    <a:pt x="124" y="34"/>
                    <a:pt x="122" y="32"/>
                  </a:cubicBezTo>
                  <a:cubicBezTo>
                    <a:pt x="122" y="29"/>
                    <a:pt x="121" y="26"/>
                    <a:pt x="118" y="25"/>
                  </a:cubicBezTo>
                  <a:cubicBezTo>
                    <a:pt x="114" y="25"/>
                    <a:pt x="111" y="27"/>
                    <a:pt x="108" y="24"/>
                  </a:cubicBezTo>
                  <a:cubicBezTo>
                    <a:pt x="104" y="24"/>
                    <a:pt x="102" y="21"/>
                    <a:pt x="99" y="18"/>
                  </a:cubicBezTo>
                  <a:cubicBezTo>
                    <a:pt x="96" y="16"/>
                    <a:pt x="92" y="16"/>
                    <a:pt x="88" y="15"/>
                  </a:cubicBezTo>
                  <a:cubicBezTo>
                    <a:pt x="86" y="14"/>
                    <a:pt x="83" y="14"/>
                    <a:pt x="80" y="13"/>
                  </a:cubicBezTo>
                  <a:cubicBezTo>
                    <a:pt x="78" y="12"/>
                    <a:pt x="76" y="11"/>
                    <a:pt x="73" y="10"/>
                  </a:cubicBezTo>
                  <a:cubicBezTo>
                    <a:pt x="69" y="8"/>
                    <a:pt x="65" y="11"/>
                    <a:pt x="61" y="8"/>
                  </a:cubicBezTo>
                  <a:cubicBezTo>
                    <a:pt x="58" y="6"/>
                    <a:pt x="58" y="3"/>
                    <a:pt x="55" y="2"/>
                  </a:cubicBezTo>
                  <a:cubicBezTo>
                    <a:pt x="49" y="0"/>
                    <a:pt x="44" y="1"/>
                    <a:pt x="40" y="7"/>
                  </a:cubicBezTo>
                  <a:cubicBezTo>
                    <a:pt x="39" y="11"/>
                    <a:pt x="39" y="15"/>
                    <a:pt x="41" y="18"/>
                  </a:cubicBezTo>
                  <a:cubicBezTo>
                    <a:pt x="43" y="22"/>
                    <a:pt x="46" y="25"/>
                    <a:pt x="49" y="28"/>
                  </a:cubicBezTo>
                  <a:cubicBezTo>
                    <a:pt x="50" y="31"/>
                    <a:pt x="50" y="34"/>
                    <a:pt x="52" y="37"/>
                  </a:cubicBezTo>
                  <a:cubicBezTo>
                    <a:pt x="54" y="39"/>
                    <a:pt x="54" y="43"/>
                    <a:pt x="56" y="45"/>
                  </a:cubicBezTo>
                  <a:cubicBezTo>
                    <a:pt x="56" y="46"/>
                    <a:pt x="56" y="47"/>
                    <a:pt x="57" y="48"/>
                  </a:cubicBezTo>
                  <a:cubicBezTo>
                    <a:pt x="58" y="50"/>
                    <a:pt x="58" y="52"/>
                    <a:pt x="60" y="53"/>
                  </a:cubicBezTo>
                  <a:cubicBezTo>
                    <a:pt x="63" y="55"/>
                    <a:pt x="69" y="53"/>
                    <a:pt x="71" y="57"/>
                  </a:cubicBezTo>
                  <a:cubicBezTo>
                    <a:pt x="71" y="62"/>
                    <a:pt x="78" y="65"/>
                    <a:pt x="76" y="70"/>
                  </a:cubicBezTo>
                  <a:cubicBezTo>
                    <a:pt x="75" y="71"/>
                    <a:pt x="74" y="74"/>
                    <a:pt x="74" y="75"/>
                  </a:cubicBezTo>
                  <a:cubicBezTo>
                    <a:pt x="74" y="78"/>
                    <a:pt x="76" y="80"/>
                    <a:pt x="77" y="83"/>
                  </a:cubicBezTo>
                  <a:cubicBezTo>
                    <a:pt x="79" y="88"/>
                    <a:pt x="72" y="92"/>
                    <a:pt x="68" y="89"/>
                  </a:cubicBezTo>
                  <a:cubicBezTo>
                    <a:pt x="66" y="89"/>
                    <a:pt x="67" y="82"/>
                    <a:pt x="62" y="84"/>
                  </a:cubicBezTo>
                  <a:cubicBezTo>
                    <a:pt x="62" y="84"/>
                    <a:pt x="61" y="84"/>
                    <a:pt x="61" y="85"/>
                  </a:cubicBezTo>
                  <a:cubicBezTo>
                    <a:pt x="59" y="88"/>
                    <a:pt x="56" y="90"/>
                    <a:pt x="52" y="86"/>
                  </a:cubicBezTo>
                  <a:cubicBezTo>
                    <a:pt x="49" y="88"/>
                    <a:pt x="47" y="89"/>
                    <a:pt x="45" y="91"/>
                  </a:cubicBezTo>
                  <a:cubicBezTo>
                    <a:pt x="44" y="93"/>
                    <a:pt x="43" y="95"/>
                    <a:pt x="42" y="97"/>
                  </a:cubicBezTo>
                  <a:cubicBezTo>
                    <a:pt x="42" y="100"/>
                    <a:pt x="43" y="103"/>
                    <a:pt x="41" y="106"/>
                  </a:cubicBezTo>
                  <a:cubicBezTo>
                    <a:pt x="40" y="106"/>
                    <a:pt x="40" y="107"/>
                    <a:pt x="39" y="107"/>
                  </a:cubicBezTo>
                  <a:cubicBezTo>
                    <a:pt x="37" y="110"/>
                    <a:pt x="35" y="113"/>
                    <a:pt x="35" y="116"/>
                  </a:cubicBezTo>
                  <a:cubicBezTo>
                    <a:pt x="35" y="117"/>
                    <a:pt x="34" y="118"/>
                    <a:pt x="34" y="120"/>
                  </a:cubicBezTo>
                  <a:cubicBezTo>
                    <a:pt x="32" y="124"/>
                    <a:pt x="28" y="126"/>
                    <a:pt x="26" y="130"/>
                  </a:cubicBezTo>
                  <a:cubicBezTo>
                    <a:pt x="26" y="132"/>
                    <a:pt x="26" y="134"/>
                    <a:pt x="26" y="136"/>
                  </a:cubicBezTo>
                  <a:cubicBezTo>
                    <a:pt x="27" y="138"/>
                    <a:pt x="26" y="139"/>
                    <a:pt x="24" y="140"/>
                  </a:cubicBezTo>
                  <a:cubicBezTo>
                    <a:pt x="22" y="142"/>
                    <a:pt x="20" y="145"/>
                    <a:pt x="20" y="148"/>
                  </a:cubicBezTo>
                  <a:cubicBezTo>
                    <a:pt x="22" y="151"/>
                    <a:pt x="26" y="153"/>
                    <a:pt x="26" y="157"/>
                  </a:cubicBezTo>
                  <a:cubicBezTo>
                    <a:pt x="26" y="160"/>
                    <a:pt x="25" y="163"/>
                    <a:pt x="22" y="165"/>
                  </a:cubicBezTo>
                  <a:cubicBezTo>
                    <a:pt x="20" y="166"/>
                    <a:pt x="16" y="167"/>
                    <a:pt x="15" y="169"/>
                  </a:cubicBezTo>
                  <a:cubicBezTo>
                    <a:pt x="14" y="174"/>
                    <a:pt x="11" y="177"/>
                    <a:pt x="6" y="175"/>
                  </a:cubicBezTo>
                  <a:cubicBezTo>
                    <a:pt x="5" y="175"/>
                    <a:pt x="4" y="175"/>
                    <a:pt x="3" y="176"/>
                  </a:cubicBezTo>
                  <a:cubicBezTo>
                    <a:pt x="0" y="180"/>
                    <a:pt x="0" y="184"/>
                    <a:pt x="4" y="187"/>
                  </a:cubicBezTo>
                  <a:cubicBezTo>
                    <a:pt x="5" y="188"/>
                    <a:pt x="7" y="189"/>
                    <a:pt x="7" y="191"/>
                  </a:cubicBezTo>
                  <a:cubicBezTo>
                    <a:pt x="7" y="193"/>
                    <a:pt x="7" y="195"/>
                    <a:pt x="7" y="197"/>
                  </a:cubicBezTo>
                  <a:cubicBezTo>
                    <a:pt x="8" y="198"/>
                    <a:pt x="8" y="198"/>
                    <a:pt x="9" y="199"/>
                  </a:cubicBezTo>
                  <a:cubicBezTo>
                    <a:pt x="14" y="204"/>
                    <a:pt x="11" y="211"/>
                    <a:pt x="12" y="217"/>
                  </a:cubicBezTo>
                  <a:cubicBezTo>
                    <a:pt x="12" y="220"/>
                    <a:pt x="10" y="221"/>
                    <a:pt x="9" y="223"/>
                  </a:cubicBezTo>
                  <a:cubicBezTo>
                    <a:pt x="6" y="225"/>
                    <a:pt x="3" y="228"/>
                    <a:pt x="4" y="232"/>
                  </a:cubicBezTo>
                  <a:cubicBezTo>
                    <a:pt x="5" y="234"/>
                    <a:pt x="6" y="236"/>
                    <a:pt x="7" y="238"/>
                  </a:cubicBezTo>
                  <a:cubicBezTo>
                    <a:pt x="9" y="241"/>
                    <a:pt x="8" y="244"/>
                    <a:pt x="9" y="246"/>
                  </a:cubicBezTo>
                  <a:cubicBezTo>
                    <a:pt x="14" y="250"/>
                    <a:pt x="13" y="256"/>
                    <a:pt x="15" y="261"/>
                  </a:cubicBezTo>
                  <a:cubicBezTo>
                    <a:pt x="17" y="263"/>
                    <a:pt x="18" y="265"/>
                    <a:pt x="19" y="268"/>
                  </a:cubicBezTo>
                  <a:cubicBezTo>
                    <a:pt x="19" y="269"/>
                    <a:pt x="19" y="269"/>
                    <a:pt x="19" y="270"/>
                  </a:cubicBezTo>
                  <a:cubicBezTo>
                    <a:pt x="21" y="274"/>
                    <a:pt x="20" y="279"/>
                    <a:pt x="24" y="282"/>
                  </a:cubicBezTo>
                  <a:cubicBezTo>
                    <a:pt x="25" y="283"/>
                    <a:pt x="28" y="283"/>
                    <a:pt x="29" y="285"/>
                  </a:cubicBezTo>
                  <a:cubicBezTo>
                    <a:pt x="30" y="285"/>
                    <a:pt x="30" y="286"/>
                    <a:pt x="31" y="286"/>
                  </a:cubicBezTo>
                  <a:cubicBezTo>
                    <a:pt x="34" y="291"/>
                    <a:pt x="31" y="297"/>
                    <a:pt x="31" y="302"/>
                  </a:cubicBezTo>
                  <a:cubicBezTo>
                    <a:pt x="31" y="303"/>
                    <a:pt x="31" y="303"/>
                    <a:pt x="30" y="304"/>
                  </a:cubicBezTo>
                  <a:cubicBezTo>
                    <a:pt x="28" y="306"/>
                    <a:pt x="26" y="307"/>
                    <a:pt x="24" y="308"/>
                  </a:cubicBezTo>
                  <a:cubicBezTo>
                    <a:pt x="23" y="309"/>
                    <a:pt x="21" y="310"/>
                    <a:pt x="20" y="312"/>
                  </a:cubicBezTo>
                  <a:cubicBezTo>
                    <a:pt x="18" y="315"/>
                    <a:pt x="19" y="318"/>
                    <a:pt x="20" y="321"/>
                  </a:cubicBezTo>
                  <a:cubicBezTo>
                    <a:pt x="22" y="324"/>
                    <a:pt x="21" y="328"/>
                    <a:pt x="20" y="331"/>
                  </a:cubicBezTo>
                  <a:cubicBezTo>
                    <a:pt x="20" y="331"/>
                    <a:pt x="20" y="331"/>
                    <a:pt x="20" y="331"/>
                  </a:cubicBezTo>
                  <a:cubicBezTo>
                    <a:pt x="20" y="331"/>
                    <a:pt x="21" y="332"/>
                    <a:pt x="21" y="332"/>
                  </a:cubicBezTo>
                  <a:cubicBezTo>
                    <a:pt x="22" y="333"/>
                    <a:pt x="22" y="334"/>
                    <a:pt x="23" y="335"/>
                  </a:cubicBezTo>
                  <a:cubicBezTo>
                    <a:pt x="22" y="341"/>
                    <a:pt x="22" y="343"/>
                    <a:pt x="21" y="344"/>
                  </a:cubicBezTo>
                  <a:cubicBezTo>
                    <a:pt x="20" y="345"/>
                    <a:pt x="19" y="345"/>
                    <a:pt x="18" y="344"/>
                  </a:cubicBezTo>
                  <a:cubicBezTo>
                    <a:pt x="17" y="344"/>
                    <a:pt x="15" y="344"/>
                    <a:pt x="14" y="343"/>
                  </a:cubicBezTo>
                  <a:cubicBezTo>
                    <a:pt x="10" y="343"/>
                    <a:pt x="10" y="345"/>
                    <a:pt x="11" y="348"/>
                  </a:cubicBezTo>
                  <a:cubicBezTo>
                    <a:pt x="11" y="349"/>
                    <a:pt x="11" y="350"/>
                    <a:pt x="10" y="352"/>
                  </a:cubicBezTo>
                  <a:cubicBezTo>
                    <a:pt x="10" y="357"/>
                    <a:pt x="14" y="354"/>
                    <a:pt x="16" y="355"/>
                  </a:cubicBezTo>
                  <a:cubicBezTo>
                    <a:pt x="20" y="357"/>
                    <a:pt x="25" y="355"/>
                    <a:pt x="29" y="358"/>
                  </a:cubicBezTo>
                  <a:cubicBezTo>
                    <a:pt x="29" y="358"/>
                    <a:pt x="29" y="358"/>
                    <a:pt x="29" y="358"/>
                  </a:cubicBezTo>
                  <a:cubicBezTo>
                    <a:pt x="29" y="359"/>
                    <a:pt x="29" y="360"/>
                    <a:pt x="28" y="361"/>
                  </a:cubicBezTo>
                  <a:cubicBezTo>
                    <a:pt x="27" y="365"/>
                    <a:pt x="23" y="368"/>
                    <a:pt x="21" y="373"/>
                  </a:cubicBezTo>
                  <a:cubicBezTo>
                    <a:pt x="20" y="375"/>
                    <a:pt x="20" y="378"/>
                    <a:pt x="21" y="380"/>
                  </a:cubicBezTo>
                  <a:cubicBezTo>
                    <a:pt x="23" y="383"/>
                    <a:pt x="20" y="388"/>
                    <a:pt x="24" y="391"/>
                  </a:cubicBezTo>
                  <a:cubicBezTo>
                    <a:pt x="26" y="392"/>
                    <a:pt x="28" y="393"/>
                    <a:pt x="29" y="396"/>
                  </a:cubicBezTo>
                  <a:cubicBezTo>
                    <a:pt x="29" y="398"/>
                    <a:pt x="28" y="399"/>
                    <a:pt x="26" y="401"/>
                  </a:cubicBezTo>
                  <a:cubicBezTo>
                    <a:pt x="23" y="402"/>
                    <a:pt x="22" y="405"/>
                    <a:pt x="23" y="408"/>
                  </a:cubicBezTo>
                  <a:cubicBezTo>
                    <a:pt x="25" y="410"/>
                    <a:pt x="28" y="411"/>
                    <a:pt x="30" y="413"/>
                  </a:cubicBezTo>
                  <a:cubicBezTo>
                    <a:pt x="32" y="414"/>
                    <a:pt x="33" y="415"/>
                    <a:pt x="34" y="416"/>
                  </a:cubicBezTo>
                  <a:cubicBezTo>
                    <a:pt x="37" y="419"/>
                    <a:pt x="38" y="416"/>
                    <a:pt x="40" y="414"/>
                  </a:cubicBezTo>
                  <a:cubicBezTo>
                    <a:pt x="41" y="413"/>
                    <a:pt x="43" y="411"/>
                    <a:pt x="44" y="410"/>
                  </a:cubicBezTo>
                  <a:cubicBezTo>
                    <a:pt x="44" y="409"/>
                    <a:pt x="45" y="408"/>
                    <a:pt x="45" y="408"/>
                  </a:cubicBezTo>
                  <a:cubicBezTo>
                    <a:pt x="45" y="406"/>
                    <a:pt x="47" y="404"/>
                    <a:pt x="48" y="402"/>
                  </a:cubicBezTo>
                  <a:cubicBezTo>
                    <a:pt x="49" y="400"/>
                    <a:pt x="47" y="398"/>
                    <a:pt x="46" y="396"/>
                  </a:cubicBezTo>
                  <a:cubicBezTo>
                    <a:pt x="46" y="394"/>
                    <a:pt x="45" y="392"/>
                    <a:pt x="43" y="390"/>
                  </a:cubicBezTo>
                  <a:cubicBezTo>
                    <a:pt x="39" y="385"/>
                    <a:pt x="40" y="379"/>
                    <a:pt x="44" y="375"/>
                  </a:cubicBezTo>
                  <a:cubicBezTo>
                    <a:pt x="50" y="370"/>
                    <a:pt x="55" y="373"/>
                    <a:pt x="59" y="376"/>
                  </a:cubicBezTo>
                  <a:cubicBezTo>
                    <a:pt x="61" y="377"/>
                    <a:pt x="62" y="379"/>
                    <a:pt x="63" y="380"/>
                  </a:cubicBezTo>
                  <a:cubicBezTo>
                    <a:pt x="64" y="383"/>
                    <a:pt x="65" y="384"/>
                    <a:pt x="67" y="385"/>
                  </a:cubicBezTo>
                  <a:cubicBezTo>
                    <a:pt x="69" y="387"/>
                    <a:pt x="70" y="389"/>
                    <a:pt x="71" y="392"/>
                  </a:cubicBezTo>
                  <a:cubicBezTo>
                    <a:pt x="72" y="394"/>
                    <a:pt x="71" y="397"/>
                    <a:pt x="73" y="399"/>
                  </a:cubicBezTo>
                  <a:cubicBezTo>
                    <a:pt x="73" y="400"/>
                    <a:pt x="73" y="401"/>
                    <a:pt x="73" y="401"/>
                  </a:cubicBezTo>
                  <a:cubicBezTo>
                    <a:pt x="75" y="403"/>
                    <a:pt x="78" y="403"/>
                    <a:pt x="79" y="406"/>
                  </a:cubicBezTo>
                  <a:cubicBezTo>
                    <a:pt x="79" y="406"/>
                    <a:pt x="79" y="407"/>
                    <a:pt x="79" y="408"/>
                  </a:cubicBezTo>
                  <a:cubicBezTo>
                    <a:pt x="79" y="410"/>
                    <a:pt x="78" y="412"/>
                    <a:pt x="80" y="414"/>
                  </a:cubicBezTo>
                  <a:cubicBezTo>
                    <a:pt x="81" y="416"/>
                    <a:pt x="85" y="416"/>
                    <a:pt x="87" y="417"/>
                  </a:cubicBezTo>
                  <a:cubicBezTo>
                    <a:pt x="88" y="418"/>
                    <a:pt x="88" y="419"/>
                    <a:pt x="88" y="420"/>
                  </a:cubicBezTo>
                  <a:cubicBezTo>
                    <a:pt x="89" y="423"/>
                    <a:pt x="85" y="427"/>
                    <a:pt x="88" y="429"/>
                  </a:cubicBezTo>
                  <a:cubicBezTo>
                    <a:pt x="89" y="430"/>
                    <a:pt x="89" y="430"/>
                    <a:pt x="90" y="430"/>
                  </a:cubicBezTo>
                  <a:cubicBezTo>
                    <a:pt x="92" y="432"/>
                    <a:pt x="94" y="432"/>
                    <a:pt x="97" y="433"/>
                  </a:cubicBezTo>
                  <a:cubicBezTo>
                    <a:pt x="100" y="434"/>
                    <a:pt x="102" y="435"/>
                    <a:pt x="104" y="437"/>
                  </a:cubicBezTo>
                  <a:cubicBezTo>
                    <a:pt x="106" y="439"/>
                    <a:pt x="110" y="440"/>
                    <a:pt x="111" y="443"/>
                  </a:cubicBezTo>
                  <a:cubicBezTo>
                    <a:pt x="112" y="446"/>
                    <a:pt x="112" y="450"/>
                    <a:pt x="113" y="453"/>
                  </a:cubicBezTo>
                  <a:cubicBezTo>
                    <a:pt x="114" y="456"/>
                    <a:pt x="115" y="459"/>
                    <a:pt x="115" y="462"/>
                  </a:cubicBezTo>
                  <a:cubicBezTo>
                    <a:pt x="117" y="461"/>
                    <a:pt x="119" y="461"/>
                    <a:pt x="120" y="460"/>
                  </a:cubicBezTo>
                  <a:cubicBezTo>
                    <a:pt x="121" y="458"/>
                    <a:pt x="120" y="457"/>
                    <a:pt x="123" y="455"/>
                  </a:cubicBezTo>
                  <a:cubicBezTo>
                    <a:pt x="124" y="455"/>
                    <a:pt x="126" y="455"/>
                    <a:pt x="128" y="455"/>
                  </a:cubicBezTo>
                  <a:cubicBezTo>
                    <a:pt x="130" y="452"/>
                    <a:pt x="134" y="453"/>
                    <a:pt x="138" y="453"/>
                  </a:cubicBezTo>
                  <a:cubicBezTo>
                    <a:pt x="141" y="453"/>
                    <a:pt x="145" y="454"/>
                    <a:pt x="148" y="452"/>
                  </a:cubicBezTo>
                  <a:cubicBezTo>
                    <a:pt x="148" y="451"/>
                    <a:pt x="149" y="450"/>
                    <a:pt x="149" y="449"/>
                  </a:cubicBezTo>
                  <a:cubicBezTo>
                    <a:pt x="152" y="447"/>
                    <a:pt x="151" y="443"/>
                    <a:pt x="154" y="441"/>
                  </a:cubicBezTo>
                  <a:cubicBezTo>
                    <a:pt x="156" y="439"/>
                    <a:pt x="159" y="438"/>
                    <a:pt x="162" y="436"/>
                  </a:cubicBezTo>
                  <a:cubicBezTo>
                    <a:pt x="164" y="434"/>
                    <a:pt x="164" y="432"/>
                    <a:pt x="163" y="430"/>
                  </a:cubicBezTo>
                  <a:cubicBezTo>
                    <a:pt x="161" y="428"/>
                    <a:pt x="158" y="428"/>
                    <a:pt x="157" y="426"/>
                  </a:cubicBezTo>
                  <a:cubicBezTo>
                    <a:pt x="155" y="422"/>
                    <a:pt x="157" y="419"/>
                    <a:pt x="160" y="416"/>
                  </a:cubicBezTo>
                  <a:cubicBezTo>
                    <a:pt x="162" y="415"/>
                    <a:pt x="162" y="412"/>
                    <a:pt x="165" y="411"/>
                  </a:cubicBezTo>
                  <a:cubicBezTo>
                    <a:pt x="170" y="410"/>
                    <a:pt x="170" y="414"/>
                    <a:pt x="172" y="418"/>
                  </a:cubicBezTo>
                  <a:cubicBezTo>
                    <a:pt x="172" y="419"/>
                    <a:pt x="171" y="422"/>
                    <a:pt x="173" y="423"/>
                  </a:cubicBezTo>
                  <a:cubicBezTo>
                    <a:pt x="174" y="423"/>
                    <a:pt x="175" y="423"/>
                    <a:pt x="175" y="423"/>
                  </a:cubicBezTo>
                  <a:cubicBezTo>
                    <a:pt x="181" y="421"/>
                    <a:pt x="187" y="422"/>
                    <a:pt x="193" y="423"/>
                  </a:cubicBezTo>
                  <a:cubicBezTo>
                    <a:pt x="194" y="424"/>
                    <a:pt x="195" y="425"/>
                    <a:pt x="196" y="427"/>
                  </a:cubicBezTo>
                  <a:cubicBezTo>
                    <a:pt x="197" y="428"/>
                    <a:pt x="199" y="430"/>
                    <a:pt x="201" y="427"/>
                  </a:cubicBezTo>
                  <a:cubicBezTo>
                    <a:pt x="204" y="424"/>
                    <a:pt x="201" y="421"/>
                    <a:pt x="201" y="419"/>
                  </a:cubicBezTo>
                  <a:cubicBezTo>
                    <a:pt x="201" y="417"/>
                    <a:pt x="201" y="416"/>
                    <a:pt x="202" y="415"/>
                  </a:cubicBezTo>
                  <a:cubicBezTo>
                    <a:pt x="204" y="413"/>
                    <a:pt x="208" y="417"/>
                    <a:pt x="210" y="414"/>
                  </a:cubicBezTo>
                  <a:cubicBezTo>
                    <a:pt x="211" y="413"/>
                    <a:pt x="211" y="412"/>
                    <a:pt x="212" y="411"/>
                  </a:cubicBezTo>
                  <a:cubicBezTo>
                    <a:pt x="215" y="409"/>
                    <a:pt x="218" y="408"/>
                    <a:pt x="222" y="409"/>
                  </a:cubicBezTo>
                  <a:cubicBezTo>
                    <a:pt x="226" y="410"/>
                    <a:pt x="230" y="413"/>
                    <a:pt x="234" y="410"/>
                  </a:cubicBezTo>
                  <a:cubicBezTo>
                    <a:pt x="239" y="404"/>
                    <a:pt x="235" y="402"/>
                    <a:pt x="231" y="399"/>
                  </a:cubicBezTo>
                  <a:cubicBezTo>
                    <a:pt x="229" y="393"/>
                    <a:pt x="238" y="396"/>
                    <a:pt x="239" y="391"/>
                  </a:cubicBezTo>
                  <a:cubicBezTo>
                    <a:pt x="246" y="385"/>
                    <a:pt x="250" y="393"/>
                    <a:pt x="256" y="395"/>
                  </a:cubicBezTo>
                  <a:cubicBezTo>
                    <a:pt x="261" y="394"/>
                    <a:pt x="267" y="397"/>
                    <a:pt x="271" y="393"/>
                  </a:cubicBezTo>
                  <a:cubicBezTo>
                    <a:pt x="273" y="390"/>
                    <a:pt x="272" y="385"/>
                    <a:pt x="276" y="383"/>
                  </a:cubicBezTo>
                  <a:cubicBezTo>
                    <a:pt x="276" y="382"/>
                    <a:pt x="277" y="382"/>
                    <a:pt x="277" y="381"/>
                  </a:cubicBezTo>
                  <a:cubicBezTo>
                    <a:pt x="275" y="378"/>
                    <a:pt x="277" y="376"/>
                    <a:pt x="279" y="373"/>
                  </a:cubicBezTo>
                  <a:cubicBezTo>
                    <a:pt x="279" y="373"/>
                    <a:pt x="279" y="373"/>
                    <a:pt x="279" y="373"/>
                  </a:cubicBezTo>
                  <a:cubicBezTo>
                    <a:pt x="281" y="369"/>
                    <a:pt x="286" y="371"/>
                    <a:pt x="289" y="368"/>
                  </a:cubicBezTo>
                  <a:cubicBezTo>
                    <a:pt x="290" y="362"/>
                    <a:pt x="294" y="363"/>
                    <a:pt x="298" y="365"/>
                  </a:cubicBezTo>
                  <a:cubicBezTo>
                    <a:pt x="298" y="366"/>
                    <a:pt x="299" y="366"/>
                    <a:pt x="299" y="366"/>
                  </a:cubicBezTo>
                  <a:cubicBezTo>
                    <a:pt x="305" y="367"/>
                    <a:pt x="307" y="364"/>
                    <a:pt x="306" y="358"/>
                  </a:cubicBezTo>
                  <a:cubicBezTo>
                    <a:pt x="306" y="358"/>
                    <a:pt x="307" y="357"/>
                    <a:pt x="308" y="357"/>
                  </a:cubicBezTo>
                  <a:cubicBezTo>
                    <a:pt x="305" y="355"/>
                    <a:pt x="306" y="350"/>
                    <a:pt x="303" y="348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53" name="Freeform 25">
              <a:extLst>
                <a:ext uri="{FF2B5EF4-FFF2-40B4-BE49-F238E27FC236}">
                  <a16:creationId xmlns:a16="http://schemas.microsoft.com/office/drawing/2014/main" id="{7364988C-85A9-C25D-D3E9-755290CD3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950" y="1962150"/>
              <a:ext cx="1233488" cy="819150"/>
            </a:xfrm>
            <a:custGeom>
              <a:avLst/>
              <a:gdLst>
                <a:gd name="T0" fmla="*/ 2147483646 w 324"/>
                <a:gd name="T1" fmla="*/ 2147483646 h 215"/>
                <a:gd name="T2" fmla="*/ 2147483646 w 324"/>
                <a:gd name="T3" fmla="*/ 2119350600 h 215"/>
                <a:gd name="T4" fmla="*/ 2147483646 w 324"/>
                <a:gd name="T5" fmla="*/ 1727415900 h 215"/>
                <a:gd name="T6" fmla="*/ 2147483646 w 324"/>
                <a:gd name="T7" fmla="*/ 1451610000 h 215"/>
                <a:gd name="T8" fmla="*/ 2147483646 w 324"/>
                <a:gd name="T9" fmla="*/ 1291932900 h 215"/>
                <a:gd name="T10" fmla="*/ 2147483646 w 324"/>
                <a:gd name="T11" fmla="*/ 1393545600 h 215"/>
                <a:gd name="T12" fmla="*/ 2147483646 w 324"/>
                <a:gd name="T13" fmla="*/ 1001610900 h 215"/>
                <a:gd name="T14" fmla="*/ 2147483646 w 324"/>
                <a:gd name="T15" fmla="*/ 682256700 h 215"/>
                <a:gd name="T16" fmla="*/ 2147483646 w 324"/>
                <a:gd name="T17" fmla="*/ 362902500 h 215"/>
                <a:gd name="T18" fmla="*/ 2147483646 w 324"/>
                <a:gd name="T19" fmla="*/ 174193200 h 215"/>
                <a:gd name="T20" fmla="*/ 2147483646 w 324"/>
                <a:gd name="T21" fmla="*/ 203225400 h 215"/>
                <a:gd name="T22" fmla="*/ 2147483646 w 324"/>
                <a:gd name="T23" fmla="*/ 58064400 h 215"/>
                <a:gd name="T24" fmla="*/ 2147483646 w 324"/>
                <a:gd name="T25" fmla="*/ 29032200 h 215"/>
                <a:gd name="T26" fmla="*/ 2147483646 w 324"/>
                <a:gd name="T27" fmla="*/ 420966900 h 215"/>
                <a:gd name="T28" fmla="*/ 2147483646 w 324"/>
                <a:gd name="T29" fmla="*/ 566127900 h 215"/>
                <a:gd name="T30" fmla="*/ 2147483646 w 324"/>
                <a:gd name="T31" fmla="*/ 899998200 h 215"/>
                <a:gd name="T32" fmla="*/ 1739244729 w 324"/>
                <a:gd name="T33" fmla="*/ 987094800 h 215"/>
                <a:gd name="T34" fmla="*/ 1536335953 w 324"/>
                <a:gd name="T35" fmla="*/ 1103223600 h 215"/>
                <a:gd name="T36" fmla="*/ 1318929886 w 324"/>
                <a:gd name="T37" fmla="*/ 1045159200 h 215"/>
                <a:gd name="T38" fmla="*/ 1000065624 w 324"/>
                <a:gd name="T39" fmla="*/ 899998200 h 215"/>
                <a:gd name="T40" fmla="*/ 724685621 w 324"/>
                <a:gd name="T41" fmla="*/ 1175804100 h 215"/>
                <a:gd name="T42" fmla="*/ 449305618 w 324"/>
                <a:gd name="T43" fmla="*/ 1059675300 h 215"/>
                <a:gd name="T44" fmla="*/ 333353939 w 324"/>
                <a:gd name="T45" fmla="*/ 1408061700 h 215"/>
                <a:gd name="T46" fmla="*/ 86960904 w 324"/>
                <a:gd name="T47" fmla="*/ 1770964200 h 215"/>
                <a:gd name="T48" fmla="*/ 101454388 w 324"/>
                <a:gd name="T49" fmla="*/ 2119350600 h 215"/>
                <a:gd name="T50" fmla="*/ 231899551 w 324"/>
                <a:gd name="T51" fmla="*/ 2147483646 h 215"/>
                <a:gd name="T52" fmla="*/ 449305618 w 324"/>
                <a:gd name="T53" fmla="*/ 2147483646 h 215"/>
                <a:gd name="T54" fmla="*/ 565253490 w 324"/>
                <a:gd name="T55" fmla="*/ 2147483646 h 215"/>
                <a:gd name="T56" fmla="*/ 724685621 w 324"/>
                <a:gd name="T57" fmla="*/ 2147483646 h 215"/>
                <a:gd name="T58" fmla="*/ 884117752 w 324"/>
                <a:gd name="T59" fmla="*/ 2147483646 h 215"/>
                <a:gd name="T60" fmla="*/ 1202978207 w 324"/>
                <a:gd name="T61" fmla="*/ 2147483646 h 215"/>
                <a:gd name="T62" fmla="*/ 1608803373 w 324"/>
                <a:gd name="T63" fmla="*/ 2147483646 h 215"/>
                <a:gd name="T64" fmla="*/ 1811715956 w 324"/>
                <a:gd name="T65" fmla="*/ 2147483646 h 215"/>
                <a:gd name="T66" fmla="*/ 2087095960 w 324"/>
                <a:gd name="T67" fmla="*/ 2147483646 h 215"/>
                <a:gd name="T68" fmla="*/ 2147483646 w 324"/>
                <a:gd name="T69" fmla="*/ 2147483646 h 215"/>
                <a:gd name="T70" fmla="*/ 2147483646 w 324"/>
                <a:gd name="T71" fmla="*/ 2147483646 h 215"/>
                <a:gd name="T72" fmla="*/ 2147483646 w 324"/>
                <a:gd name="T73" fmla="*/ 2147483646 h 215"/>
                <a:gd name="T74" fmla="*/ 2147483646 w 324"/>
                <a:gd name="T75" fmla="*/ 2147483646 h 215"/>
                <a:gd name="T76" fmla="*/ 2147483646 w 324"/>
                <a:gd name="T77" fmla="*/ 2147483646 h 215"/>
                <a:gd name="T78" fmla="*/ 2147483646 w 324"/>
                <a:gd name="T79" fmla="*/ 2147483646 h 215"/>
                <a:gd name="T80" fmla="*/ 2147483646 w 324"/>
                <a:gd name="T81" fmla="*/ 2147483646 h 215"/>
                <a:gd name="T82" fmla="*/ 2147483646 w 324"/>
                <a:gd name="T83" fmla="*/ 2147483646 h 215"/>
                <a:gd name="T84" fmla="*/ 2147483646 w 324"/>
                <a:gd name="T85" fmla="*/ 2147483646 h 215"/>
                <a:gd name="T86" fmla="*/ 2147483646 w 324"/>
                <a:gd name="T87" fmla="*/ 2147483646 h 21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24" h="215">
                  <a:moveTo>
                    <a:pt x="321" y="191"/>
                  </a:moveTo>
                  <a:cubicBezTo>
                    <a:pt x="319" y="189"/>
                    <a:pt x="318" y="186"/>
                    <a:pt x="316" y="184"/>
                  </a:cubicBezTo>
                  <a:cubicBezTo>
                    <a:pt x="314" y="180"/>
                    <a:pt x="309" y="178"/>
                    <a:pt x="309" y="173"/>
                  </a:cubicBezTo>
                  <a:cubicBezTo>
                    <a:pt x="312" y="171"/>
                    <a:pt x="313" y="168"/>
                    <a:pt x="315" y="166"/>
                  </a:cubicBezTo>
                  <a:cubicBezTo>
                    <a:pt x="316" y="163"/>
                    <a:pt x="315" y="161"/>
                    <a:pt x="313" y="159"/>
                  </a:cubicBezTo>
                  <a:cubicBezTo>
                    <a:pt x="309" y="156"/>
                    <a:pt x="312" y="150"/>
                    <a:pt x="309" y="146"/>
                  </a:cubicBezTo>
                  <a:cubicBezTo>
                    <a:pt x="307" y="142"/>
                    <a:pt x="301" y="140"/>
                    <a:pt x="304" y="134"/>
                  </a:cubicBezTo>
                  <a:cubicBezTo>
                    <a:pt x="306" y="132"/>
                    <a:pt x="310" y="130"/>
                    <a:pt x="306" y="126"/>
                  </a:cubicBezTo>
                  <a:cubicBezTo>
                    <a:pt x="304" y="122"/>
                    <a:pt x="309" y="121"/>
                    <a:pt x="309" y="119"/>
                  </a:cubicBezTo>
                  <a:cubicBezTo>
                    <a:pt x="310" y="116"/>
                    <a:pt x="311" y="112"/>
                    <a:pt x="307" y="111"/>
                  </a:cubicBezTo>
                  <a:cubicBezTo>
                    <a:pt x="305" y="109"/>
                    <a:pt x="304" y="108"/>
                    <a:pt x="303" y="107"/>
                  </a:cubicBezTo>
                  <a:cubicBezTo>
                    <a:pt x="300" y="105"/>
                    <a:pt x="302" y="102"/>
                    <a:pt x="301" y="100"/>
                  </a:cubicBezTo>
                  <a:cubicBezTo>
                    <a:pt x="300" y="100"/>
                    <a:pt x="300" y="99"/>
                    <a:pt x="299" y="99"/>
                  </a:cubicBezTo>
                  <a:cubicBezTo>
                    <a:pt x="294" y="97"/>
                    <a:pt x="289" y="96"/>
                    <a:pt x="285" y="91"/>
                  </a:cubicBezTo>
                  <a:cubicBezTo>
                    <a:pt x="282" y="91"/>
                    <a:pt x="280" y="89"/>
                    <a:pt x="277" y="89"/>
                  </a:cubicBezTo>
                  <a:cubicBezTo>
                    <a:pt x="276" y="89"/>
                    <a:pt x="276" y="89"/>
                    <a:pt x="275" y="89"/>
                  </a:cubicBezTo>
                  <a:cubicBezTo>
                    <a:pt x="273" y="92"/>
                    <a:pt x="270" y="94"/>
                    <a:pt x="268" y="96"/>
                  </a:cubicBezTo>
                  <a:cubicBezTo>
                    <a:pt x="265" y="97"/>
                    <a:pt x="263" y="98"/>
                    <a:pt x="261" y="96"/>
                  </a:cubicBezTo>
                  <a:cubicBezTo>
                    <a:pt x="259" y="92"/>
                    <a:pt x="263" y="88"/>
                    <a:pt x="261" y="84"/>
                  </a:cubicBezTo>
                  <a:cubicBezTo>
                    <a:pt x="259" y="79"/>
                    <a:pt x="262" y="75"/>
                    <a:pt x="257" y="72"/>
                  </a:cubicBezTo>
                  <a:cubicBezTo>
                    <a:pt x="255" y="71"/>
                    <a:pt x="253" y="70"/>
                    <a:pt x="252" y="69"/>
                  </a:cubicBezTo>
                  <a:cubicBezTo>
                    <a:pt x="249" y="67"/>
                    <a:pt x="247" y="67"/>
                    <a:pt x="244" y="66"/>
                  </a:cubicBezTo>
                  <a:cubicBezTo>
                    <a:pt x="240" y="61"/>
                    <a:pt x="239" y="54"/>
                    <a:pt x="236" y="49"/>
                  </a:cubicBezTo>
                  <a:cubicBezTo>
                    <a:pt x="236" y="48"/>
                    <a:pt x="236" y="48"/>
                    <a:pt x="236" y="47"/>
                  </a:cubicBezTo>
                  <a:cubicBezTo>
                    <a:pt x="232" y="40"/>
                    <a:pt x="236" y="36"/>
                    <a:pt x="242" y="33"/>
                  </a:cubicBezTo>
                  <a:cubicBezTo>
                    <a:pt x="243" y="31"/>
                    <a:pt x="244" y="30"/>
                    <a:pt x="244" y="28"/>
                  </a:cubicBezTo>
                  <a:cubicBezTo>
                    <a:pt x="243" y="26"/>
                    <a:pt x="241" y="27"/>
                    <a:pt x="239" y="25"/>
                  </a:cubicBezTo>
                  <a:cubicBezTo>
                    <a:pt x="237" y="24"/>
                    <a:pt x="239" y="22"/>
                    <a:pt x="238" y="20"/>
                  </a:cubicBezTo>
                  <a:cubicBezTo>
                    <a:pt x="237" y="16"/>
                    <a:pt x="231" y="17"/>
                    <a:pt x="230" y="13"/>
                  </a:cubicBezTo>
                  <a:cubicBezTo>
                    <a:pt x="227" y="11"/>
                    <a:pt x="225" y="10"/>
                    <a:pt x="222" y="12"/>
                  </a:cubicBezTo>
                  <a:cubicBezTo>
                    <a:pt x="219" y="13"/>
                    <a:pt x="216" y="17"/>
                    <a:pt x="212" y="13"/>
                  </a:cubicBezTo>
                  <a:cubicBezTo>
                    <a:pt x="208" y="11"/>
                    <a:pt x="215" y="3"/>
                    <a:pt x="207" y="5"/>
                  </a:cubicBezTo>
                  <a:cubicBezTo>
                    <a:pt x="203" y="7"/>
                    <a:pt x="204" y="12"/>
                    <a:pt x="200" y="14"/>
                  </a:cubicBezTo>
                  <a:cubicBezTo>
                    <a:pt x="198" y="15"/>
                    <a:pt x="197" y="14"/>
                    <a:pt x="196" y="12"/>
                  </a:cubicBezTo>
                  <a:cubicBezTo>
                    <a:pt x="194" y="10"/>
                    <a:pt x="193" y="7"/>
                    <a:pt x="191" y="5"/>
                  </a:cubicBezTo>
                  <a:cubicBezTo>
                    <a:pt x="188" y="2"/>
                    <a:pt x="185" y="4"/>
                    <a:pt x="181" y="4"/>
                  </a:cubicBezTo>
                  <a:cubicBezTo>
                    <a:pt x="180" y="4"/>
                    <a:pt x="180" y="5"/>
                    <a:pt x="180" y="6"/>
                  </a:cubicBezTo>
                  <a:cubicBezTo>
                    <a:pt x="177" y="5"/>
                    <a:pt x="177" y="1"/>
                    <a:pt x="174" y="0"/>
                  </a:cubicBezTo>
                  <a:cubicBezTo>
                    <a:pt x="173" y="0"/>
                    <a:pt x="172" y="1"/>
                    <a:pt x="171" y="2"/>
                  </a:cubicBezTo>
                  <a:cubicBezTo>
                    <a:pt x="169" y="6"/>
                    <a:pt x="161" y="7"/>
                    <a:pt x="162" y="13"/>
                  </a:cubicBezTo>
                  <a:cubicBezTo>
                    <a:pt x="164" y="17"/>
                    <a:pt x="169" y="15"/>
                    <a:pt x="171" y="19"/>
                  </a:cubicBezTo>
                  <a:cubicBezTo>
                    <a:pt x="173" y="22"/>
                    <a:pt x="172" y="25"/>
                    <a:pt x="172" y="29"/>
                  </a:cubicBezTo>
                  <a:cubicBezTo>
                    <a:pt x="172" y="29"/>
                    <a:pt x="172" y="29"/>
                    <a:pt x="172" y="30"/>
                  </a:cubicBezTo>
                  <a:cubicBezTo>
                    <a:pt x="173" y="31"/>
                    <a:pt x="173" y="32"/>
                    <a:pt x="174" y="33"/>
                  </a:cubicBezTo>
                  <a:cubicBezTo>
                    <a:pt x="173" y="36"/>
                    <a:pt x="169" y="37"/>
                    <a:pt x="167" y="39"/>
                  </a:cubicBezTo>
                  <a:cubicBezTo>
                    <a:pt x="165" y="39"/>
                    <a:pt x="165" y="42"/>
                    <a:pt x="164" y="44"/>
                  </a:cubicBezTo>
                  <a:cubicBezTo>
                    <a:pt x="168" y="46"/>
                    <a:pt x="168" y="50"/>
                    <a:pt x="167" y="54"/>
                  </a:cubicBezTo>
                  <a:cubicBezTo>
                    <a:pt x="168" y="57"/>
                    <a:pt x="172" y="59"/>
                    <a:pt x="168" y="62"/>
                  </a:cubicBezTo>
                  <a:cubicBezTo>
                    <a:pt x="162" y="62"/>
                    <a:pt x="157" y="67"/>
                    <a:pt x="151" y="62"/>
                  </a:cubicBezTo>
                  <a:cubicBezTo>
                    <a:pt x="145" y="62"/>
                    <a:pt x="138" y="59"/>
                    <a:pt x="131" y="60"/>
                  </a:cubicBezTo>
                  <a:cubicBezTo>
                    <a:pt x="127" y="63"/>
                    <a:pt x="122" y="63"/>
                    <a:pt x="120" y="68"/>
                  </a:cubicBezTo>
                  <a:cubicBezTo>
                    <a:pt x="120" y="70"/>
                    <a:pt x="120" y="71"/>
                    <a:pt x="119" y="73"/>
                  </a:cubicBezTo>
                  <a:cubicBezTo>
                    <a:pt x="119" y="75"/>
                    <a:pt x="118" y="77"/>
                    <a:pt x="115" y="78"/>
                  </a:cubicBezTo>
                  <a:cubicBezTo>
                    <a:pt x="111" y="81"/>
                    <a:pt x="109" y="78"/>
                    <a:pt x="106" y="76"/>
                  </a:cubicBezTo>
                  <a:cubicBezTo>
                    <a:pt x="104" y="76"/>
                    <a:pt x="103" y="76"/>
                    <a:pt x="101" y="76"/>
                  </a:cubicBezTo>
                  <a:cubicBezTo>
                    <a:pt x="95" y="81"/>
                    <a:pt x="96" y="72"/>
                    <a:pt x="93" y="72"/>
                  </a:cubicBezTo>
                  <a:cubicBezTo>
                    <a:pt x="92" y="71"/>
                    <a:pt x="92" y="71"/>
                    <a:pt x="91" y="72"/>
                  </a:cubicBezTo>
                  <a:cubicBezTo>
                    <a:pt x="88" y="69"/>
                    <a:pt x="85" y="69"/>
                    <a:pt x="81" y="68"/>
                  </a:cubicBezTo>
                  <a:cubicBezTo>
                    <a:pt x="78" y="67"/>
                    <a:pt x="75" y="66"/>
                    <a:pt x="73" y="64"/>
                  </a:cubicBezTo>
                  <a:cubicBezTo>
                    <a:pt x="72" y="63"/>
                    <a:pt x="71" y="62"/>
                    <a:pt x="69" y="62"/>
                  </a:cubicBezTo>
                  <a:cubicBezTo>
                    <a:pt x="69" y="63"/>
                    <a:pt x="69" y="63"/>
                    <a:pt x="68" y="63"/>
                  </a:cubicBezTo>
                  <a:cubicBezTo>
                    <a:pt x="65" y="66"/>
                    <a:pt x="61" y="64"/>
                    <a:pt x="58" y="67"/>
                  </a:cubicBezTo>
                  <a:cubicBezTo>
                    <a:pt x="54" y="71"/>
                    <a:pt x="58" y="81"/>
                    <a:pt x="50" y="81"/>
                  </a:cubicBezTo>
                  <a:cubicBezTo>
                    <a:pt x="47" y="81"/>
                    <a:pt x="44" y="79"/>
                    <a:pt x="41" y="78"/>
                  </a:cubicBezTo>
                  <a:cubicBezTo>
                    <a:pt x="40" y="77"/>
                    <a:pt x="39" y="77"/>
                    <a:pt x="38" y="76"/>
                  </a:cubicBezTo>
                  <a:cubicBezTo>
                    <a:pt x="36" y="73"/>
                    <a:pt x="33" y="73"/>
                    <a:pt x="31" y="73"/>
                  </a:cubicBezTo>
                  <a:cubicBezTo>
                    <a:pt x="24" y="75"/>
                    <a:pt x="28" y="79"/>
                    <a:pt x="29" y="82"/>
                  </a:cubicBezTo>
                  <a:cubicBezTo>
                    <a:pt x="30" y="88"/>
                    <a:pt x="28" y="91"/>
                    <a:pt x="25" y="96"/>
                  </a:cubicBezTo>
                  <a:cubicBezTo>
                    <a:pt x="24" y="96"/>
                    <a:pt x="24" y="97"/>
                    <a:pt x="23" y="97"/>
                  </a:cubicBezTo>
                  <a:cubicBezTo>
                    <a:pt x="20" y="100"/>
                    <a:pt x="18" y="104"/>
                    <a:pt x="14" y="106"/>
                  </a:cubicBezTo>
                  <a:cubicBezTo>
                    <a:pt x="13" y="107"/>
                    <a:pt x="12" y="108"/>
                    <a:pt x="11" y="109"/>
                  </a:cubicBezTo>
                  <a:cubicBezTo>
                    <a:pt x="6" y="112"/>
                    <a:pt x="7" y="117"/>
                    <a:pt x="6" y="122"/>
                  </a:cubicBezTo>
                  <a:cubicBezTo>
                    <a:pt x="6" y="124"/>
                    <a:pt x="5" y="125"/>
                    <a:pt x="4" y="126"/>
                  </a:cubicBezTo>
                  <a:cubicBezTo>
                    <a:pt x="0" y="129"/>
                    <a:pt x="2" y="132"/>
                    <a:pt x="4" y="135"/>
                  </a:cubicBezTo>
                  <a:cubicBezTo>
                    <a:pt x="6" y="139"/>
                    <a:pt x="5" y="143"/>
                    <a:pt x="7" y="146"/>
                  </a:cubicBezTo>
                  <a:cubicBezTo>
                    <a:pt x="8" y="148"/>
                    <a:pt x="9" y="151"/>
                    <a:pt x="9" y="153"/>
                  </a:cubicBezTo>
                  <a:cubicBezTo>
                    <a:pt x="10" y="155"/>
                    <a:pt x="11" y="157"/>
                    <a:pt x="12" y="160"/>
                  </a:cubicBezTo>
                  <a:cubicBezTo>
                    <a:pt x="13" y="162"/>
                    <a:pt x="15" y="165"/>
                    <a:pt x="16" y="167"/>
                  </a:cubicBezTo>
                  <a:cubicBezTo>
                    <a:pt x="17" y="169"/>
                    <a:pt x="18" y="172"/>
                    <a:pt x="20" y="173"/>
                  </a:cubicBezTo>
                  <a:cubicBezTo>
                    <a:pt x="23" y="176"/>
                    <a:pt x="25" y="178"/>
                    <a:pt x="27" y="181"/>
                  </a:cubicBezTo>
                  <a:cubicBezTo>
                    <a:pt x="30" y="184"/>
                    <a:pt x="31" y="187"/>
                    <a:pt x="31" y="191"/>
                  </a:cubicBezTo>
                  <a:cubicBezTo>
                    <a:pt x="31" y="191"/>
                    <a:pt x="31" y="191"/>
                    <a:pt x="31" y="191"/>
                  </a:cubicBezTo>
                  <a:cubicBezTo>
                    <a:pt x="32" y="194"/>
                    <a:pt x="34" y="198"/>
                    <a:pt x="37" y="200"/>
                  </a:cubicBezTo>
                  <a:cubicBezTo>
                    <a:pt x="37" y="200"/>
                    <a:pt x="38" y="201"/>
                    <a:pt x="39" y="200"/>
                  </a:cubicBezTo>
                  <a:cubicBezTo>
                    <a:pt x="41" y="199"/>
                    <a:pt x="42" y="197"/>
                    <a:pt x="43" y="196"/>
                  </a:cubicBezTo>
                  <a:cubicBezTo>
                    <a:pt x="44" y="195"/>
                    <a:pt x="44" y="195"/>
                    <a:pt x="45" y="195"/>
                  </a:cubicBezTo>
                  <a:cubicBezTo>
                    <a:pt x="47" y="196"/>
                    <a:pt x="48" y="196"/>
                    <a:pt x="50" y="195"/>
                  </a:cubicBezTo>
                  <a:cubicBezTo>
                    <a:pt x="51" y="195"/>
                    <a:pt x="51" y="192"/>
                    <a:pt x="53" y="193"/>
                  </a:cubicBezTo>
                  <a:cubicBezTo>
                    <a:pt x="54" y="194"/>
                    <a:pt x="55" y="194"/>
                    <a:pt x="56" y="196"/>
                  </a:cubicBezTo>
                  <a:cubicBezTo>
                    <a:pt x="57" y="199"/>
                    <a:pt x="57" y="204"/>
                    <a:pt x="61" y="206"/>
                  </a:cubicBezTo>
                  <a:cubicBezTo>
                    <a:pt x="63" y="207"/>
                    <a:pt x="65" y="207"/>
                    <a:pt x="67" y="206"/>
                  </a:cubicBezTo>
                  <a:cubicBezTo>
                    <a:pt x="70" y="205"/>
                    <a:pt x="72" y="202"/>
                    <a:pt x="76" y="202"/>
                  </a:cubicBezTo>
                  <a:cubicBezTo>
                    <a:pt x="78" y="201"/>
                    <a:pt x="80" y="200"/>
                    <a:pt x="83" y="201"/>
                  </a:cubicBezTo>
                  <a:cubicBezTo>
                    <a:pt x="84" y="201"/>
                    <a:pt x="85" y="201"/>
                    <a:pt x="86" y="201"/>
                  </a:cubicBezTo>
                  <a:cubicBezTo>
                    <a:pt x="88" y="199"/>
                    <a:pt x="89" y="196"/>
                    <a:pt x="91" y="195"/>
                  </a:cubicBezTo>
                  <a:cubicBezTo>
                    <a:pt x="98" y="191"/>
                    <a:pt x="106" y="202"/>
                    <a:pt x="111" y="193"/>
                  </a:cubicBezTo>
                  <a:cubicBezTo>
                    <a:pt x="112" y="192"/>
                    <a:pt x="113" y="192"/>
                    <a:pt x="114" y="191"/>
                  </a:cubicBezTo>
                  <a:cubicBezTo>
                    <a:pt x="117" y="190"/>
                    <a:pt x="119" y="189"/>
                    <a:pt x="121" y="187"/>
                  </a:cubicBezTo>
                  <a:cubicBezTo>
                    <a:pt x="123" y="185"/>
                    <a:pt x="124" y="182"/>
                    <a:pt x="125" y="179"/>
                  </a:cubicBezTo>
                  <a:cubicBezTo>
                    <a:pt x="125" y="176"/>
                    <a:pt x="127" y="173"/>
                    <a:pt x="130" y="171"/>
                  </a:cubicBezTo>
                  <a:cubicBezTo>
                    <a:pt x="134" y="170"/>
                    <a:pt x="137" y="168"/>
                    <a:pt x="140" y="164"/>
                  </a:cubicBezTo>
                  <a:cubicBezTo>
                    <a:pt x="141" y="162"/>
                    <a:pt x="142" y="160"/>
                    <a:pt x="144" y="158"/>
                  </a:cubicBezTo>
                  <a:cubicBezTo>
                    <a:pt x="147" y="158"/>
                    <a:pt x="148" y="162"/>
                    <a:pt x="150" y="163"/>
                  </a:cubicBezTo>
                  <a:cubicBezTo>
                    <a:pt x="153" y="165"/>
                    <a:pt x="156" y="165"/>
                    <a:pt x="160" y="164"/>
                  </a:cubicBezTo>
                  <a:cubicBezTo>
                    <a:pt x="163" y="163"/>
                    <a:pt x="165" y="164"/>
                    <a:pt x="167" y="166"/>
                  </a:cubicBezTo>
                  <a:cubicBezTo>
                    <a:pt x="169" y="168"/>
                    <a:pt x="170" y="169"/>
                    <a:pt x="171" y="171"/>
                  </a:cubicBezTo>
                  <a:cubicBezTo>
                    <a:pt x="172" y="174"/>
                    <a:pt x="173" y="176"/>
                    <a:pt x="176" y="178"/>
                  </a:cubicBezTo>
                  <a:cubicBezTo>
                    <a:pt x="178" y="178"/>
                    <a:pt x="180" y="179"/>
                    <a:pt x="182" y="179"/>
                  </a:cubicBezTo>
                  <a:cubicBezTo>
                    <a:pt x="185" y="178"/>
                    <a:pt x="188" y="179"/>
                    <a:pt x="189" y="182"/>
                  </a:cubicBezTo>
                  <a:cubicBezTo>
                    <a:pt x="191" y="186"/>
                    <a:pt x="189" y="190"/>
                    <a:pt x="192" y="193"/>
                  </a:cubicBezTo>
                  <a:cubicBezTo>
                    <a:pt x="194" y="196"/>
                    <a:pt x="197" y="195"/>
                    <a:pt x="199" y="197"/>
                  </a:cubicBezTo>
                  <a:cubicBezTo>
                    <a:pt x="200" y="197"/>
                    <a:pt x="202" y="197"/>
                    <a:pt x="203" y="197"/>
                  </a:cubicBezTo>
                  <a:cubicBezTo>
                    <a:pt x="205" y="198"/>
                    <a:pt x="206" y="199"/>
                    <a:pt x="207" y="200"/>
                  </a:cubicBezTo>
                  <a:cubicBezTo>
                    <a:pt x="213" y="202"/>
                    <a:pt x="217" y="209"/>
                    <a:pt x="225" y="205"/>
                  </a:cubicBezTo>
                  <a:cubicBezTo>
                    <a:pt x="226" y="203"/>
                    <a:pt x="226" y="199"/>
                    <a:pt x="229" y="197"/>
                  </a:cubicBezTo>
                  <a:cubicBezTo>
                    <a:pt x="231" y="196"/>
                    <a:pt x="234" y="195"/>
                    <a:pt x="236" y="198"/>
                  </a:cubicBezTo>
                  <a:cubicBezTo>
                    <a:pt x="237" y="199"/>
                    <a:pt x="238" y="199"/>
                    <a:pt x="239" y="200"/>
                  </a:cubicBezTo>
                  <a:cubicBezTo>
                    <a:pt x="245" y="200"/>
                    <a:pt x="251" y="200"/>
                    <a:pt x="255" y="207"/>
                  </a:cubicBezTo>
                  <a:cubicBezTo>
                    <a:pt x="257" y="208"/>
                    <a:pt x="261" y="202"/>
                    <a:pt x="262" y="206"/>
                  </a:cubicBezTo>
                  <a:cubicBezTo>
                    <a:pt x="263" y="208"/>
                    <a:pt x="262" y="211"/>
                    <a:pt x="263" y="213"/>
                  </a:cubicBezTo>
                  <a:cubicBezTo>
                    <a:pt x="265" y="215"/>
                    <a:pt x="267" y="215"/>
                    <a:pt x="269" y="214"/>
                  </a:cubicBezTo>
                  <a:cubicBezTo>
                    <a:pt x="271" y="213"/>
                    <a:pt x="274" y="212"/>
                    <a:pt x="275" y="210"/>
                  </a:cubicBezTo>
                  <a:cubicBezTo>
                    <a:pt x="277" y="207"/>
                    <a:pt x="275" y="205"/>
                    <a:pt x="274" y="202"/>
                  </a:cubicBezTo>
                  <a:cubicBezTo>
                    <a:pt x="274" y="199"/>
                    <a:pt x="276" y="197"/>
                    <a:pt x="278" y="196"/>
                  </a:cubicBezTo>
                  <a:cubicBezTo>
                    <a:pt x="279" y="196"/>
                    <a:pt x="279" y="195"/>
                    <a:pt x="280" y="195"/>
                  </a:cubicBezTo>
                  <a:cubicBezTo>
                    <a:pt x="283" y="195"/>
                    <a:pt x="282" y="188"/>
                    <a:pt x="287" y="190"/>
                  </a:cubicBezTo>
                  <a:cubicBezTo>
                    <a:pt x="288" y="190"/>
                    <a:pt x="288" y="190"/>
                    <a:pt x="288" y="190"/>
                  </a:cubicBezTo>
                  <a:cubicBezTo>
                    <a:pt x="290" y="193"/>
                    <a:pt x="290" y="196"/>
                    <a:pt x="292" y="199"/>
                  </a:cubicBezTo>
                  <a:cubicBezTo>
                    <a:pt x="295" y="201"/>
                    <a:pt x="297" y="201"/>
                    <a:pt x="300" y="200"/>
                  </a:cubicBezTo>
                  <a:cubicBezTo>
                    <a:pt x="301" y="199"/>
                    <a:pt x="302" y="199"/>
                    <a:pt x="302" y="198"/>
                  </a:cubicBezTo>
                  <a:cubicBezTo>
                    <a:pt x="306" y="195"/>
                    <a:pt x="309" y="197"/>
                    <a:pt x="312" y="199"/>
                  </a:cubicBezTo>
                  <a:cubicBezTo>
                    <a:pt x="317" y="200"/>
                    <a:pt x="320" y="199"/>
                    <a:pt x="324" y="196"/>
                  </a:cubicBezTo>
                  <a:cubicBezTo>
                    <a:pt x="324" y="194"/>
                    <a:pt x="322" y="192"/>
                    <a:pt x="321" y="191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54" name="Freeform 26">
              <a:extLst>
                <a:ext uri="{FF2B5EF4-FFF2-40B4-BE49-F238E27FC236}">
                  <a16:creationId xmlns:a16="http://schemas.microsoft.com/office/drawing/2014/main" id="{FA03393A-6D88-D204-8298-B9363C164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2343150"/>
              <a:ext cx="1427163" cy="1130300"/>
            </a:xfrm>
            <a:custGeom>
              <a:avLst/>
              <a:gdLst>
                <a:gd name="T0" fmla="*/ 2147483646 w 375"/>
                <a:gd name="T1" fmla="*/ 2147483646 h 297"/>
                <a:gd name="T2" fmla="*/ 2147483646 w 375"/>
                <a:gd name="T3" fmla="*/ 2147483646 h 297"/>
                <a:gd name="T4" fmla="*/ 2147483646 w 375"/>
                <a:gd name="T5" fmla="*/ 2147483646 h 297"/>
                <a:gd name="T6" fmla="*/ 2147483646 w 375"/>
                <a:gd name="T7" fmla="*/ 2147483646 h 297"/>
                <a:gd name="T8" fmla="*/ 2147483646 w 375"/>
                <a:gd name="T9" fmla="*/ 1969758968 h 297"/>
                <a:gd name="T10" fmla="*/ 2147483646 w 375"/>
                <a:gd name="T11" fmla="*/ 1781474583 h 297"/>
                <a:gd name="T12" fmla="*/ 2147483646 w 375"/>
                <a:gd name="T13" fmla="*/ 1636640148 h 297"/>
                <a:gd name="T14" fmla="*/ 2147483646 w 375"/>
                <a:gd name="T15" fmla="*/ 1274552159 h 297"/>
                <a:gd name="T16" fmla="*/ 2147483646 w 375"/>
                <a:gd name="T17" fmla="*/ 724175979 h 297"/>
                <a:gd name="T18" fmla="*/ 2147483646 w 375"/>
                <a:gd name="T19" fmla="*/ 709691394 h 297"/>
                <a:gd name="T20" fmla="*/ 2147483646 w 375"/>
                <a:gd name="T21" fmla="*/ 941429534 h 297"/>
                <a:gd name="T22" fmla="*/ 2147483646 w 375"/>
                <a:gd name="T23" fmla="*/ 782110514 h 297"/>
                <a:gd name="T24" fmla="*/ 2147483646 w 375"/>
                <a:gd name="T25" fmla="*/ 1042814019 h 297"/>
                <a:gd name="T26" fmla="*/ 2147483646 w 375"/>
                <a:gd name="T27" fmla="*/ 840045049 h 297"/>
                <a:gd name="T28" fmla="*/ 2147483646 w 375"/>
                <a:gd name="T29" fmla="*/ 579341544 h 297"/>
                <a:gd name="T30" fmla="*/ 2147483646 w 375"/>
                <a:gd name="T31" fmla="*/ 173803605 h 297"/>
                <a:gd name="T32" fmla="*/ 2013258884 w 375"/>
                <a:gd name="T33" fmla="*/ 72419120 h 297"/>
                <a:gd name="T34" fmla="*/ 1680128593 w 375"/>
                <a:gd name="T35" fmla="*/ 43449950 h 297"/>
                <a:gd name="T36" fmla="*/ 1795999006 w 375"/>
                <a:gd name="T37" fmla="*/ 275188090 h 297"/>
                <a:gd name="T38" fmla="*/ 1795999006 w 375"/>
                <a:gd name="T39" fmla="*/ 666241444 h 297"/>
                <a:gd name="T40" fmla="*/ 1795999006 w 375"/>
                <a:gd name="T41" fmla="*/ 1057298604 h 297"/>
                <a:gd name="T42" fmla="*/ 2013258884 w 375"/>
                <a:gd name="T43" fmla="*/ 1390417423 h 297"/>
                <a:gd name="T44" fmla="*/ 1665643840 w 375"/>
                <a:gd name="T45" fmla="*/ 1448351958 h 297"/>
                <a:gd name="T46" fmla="*/ 1477353468 w 375"/>
                <a:gd name="T47" fmla="*/ 1303517524 h 297"/>
                <a:gd name="T48" fmla="*/ 1289063097 w 375"/>
                <a:gd name="T49" fmla="*/ 1477321129 h 297"/>
                <a:gd name="T50" fmla="*/ 1129742231 w 375"/>
                <a:gd name="T51" fmla="*/ 1636640148 h 297"/>
                <a:gd name="T52" fmla="*/ 782127187 w 375"/>
                <a:gd name="T53" fmla="*/ 1448351958 h 297"/>
                <a:gd name="T54" fmla="*/ 579355868 w 375"/>
                <a:gd name="T55" fmla="*/ 1520771078 h 297"/>
                <a:gd name="T56" fmla="*/ 217259878 w 375"/>
                <a:gd name="T57" fmla="*/ 1433871179 h 297"/>
                <a:gd name="T58" fmla="*/ 231740825 w 375"/>
                <a:gd name="T59" fmla="*/ 1781474583 h 297"/>
                <a:gd name="T60" fmla="*/ 260710331 w 375"/>
                <a:gd name="T61" fmla="*/ 1998728138 h 297"/>
                <a:gd name="T62" fmla="*/ 115870413 w 375"/>
                <a:gd name="T63" fmla="*/ 2147483646 h 297"/>
                <a:gd name="T64" fmla="*/ 405550250 w 375"/>
                <a:gd name="T65" fmla="*/ 2147483646 h 297"/>
                <a:gd name="T66" fmla="*/ 651775828 w 375"/>
                <a:gd name="T67" fmla="*/ 2147483646 h 297"/>
                <a:gd name="T68" fmla="*/ 1057322272 w 375"/>
                <a:gd name="T69" fmla="*/ 2147483646 h 297"/>
                <a:gd name="T70" fmla="*/ 1042837519 w 375"/>
                <a:gd name="T71" fmla="*/ 2147483646 h 297"/>
                <a:gd name="T72" fmla="*/ 1202162190 w 375"/>
                <a:gd name="T73" fmla="*/ 2147483646 h 297"/>
                <a:gd name="T74" fmla="*/ 2147483646 w 375"/>
                <a:gd name="T75" fmla="*/ 2147483646 h 297"/>
                <a:gd name="T76" fmla="*/ 2147483646 w 375"/>
                <a:gd name="T77" fmla="*/ 2147483646 h 297"/>
                <a:gd name="T78" fmla="*/ 2147483646 w 375"/>
                <a:gd name="T79" fmla="*/ 2147483646 h 297"/>
                <a:gd name="T80" fmla="*/ 2147483646 w 375"/>
                <a:gd name="T81" fmla="*/ 2147483646 h 297"/>
                <a:gd name="T82" fmla="*/ 2147483646 w 375"/>
                <a:gd name="T83" fmla="*/ 2147483646 h 297"/>
                <a:gd name="T84" fmla="*/ 2147483646 w 375"/>
                <a:gd name="T85" fmla="*/ 2147483646 h 297"/>
                <a:gd name="T86" fmla="*/ 2147483646 w 375"/>
                <a:gd name="T87" fmla="*/ 2147483646 h 297"/>
                <a:gd name="T88" fmla="*/ 2147483646 w 375"/>
                <a:gd name="T89" fmla="*/ 2147483646 h 297"/>
                <a:gd name="T90" fmla="*/ 2147483646 w 375"/>
                <a:gd name="T91" fmla="*/ 2147483646 h 297"/>
                <a:gd name="T92" fmla="*/ 2147483646 w 375"/>
                <a:gd name="T93" fmla="*/ 2147483646 h 2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75" h="297">
                  <a:moveTo>
                    <a:pt x="369" y="246"/>
                  </a:moveTo>
                  <a:cubicBezTo>
                    <a:pt x="367" y="244"/>
                    <a:pt x="367" y="241"/>
                    <a:pt x="367" y="238"/>
                  </a:cubicBezTo>
                  <a:cubicBezTo>
                    <a:pt x="364" y="233"/>
                    <a:pt x="369" y="227"/>
                    <a:pt x="365" y="221"/>
                  </a:cubicBezTo>
                  <a:cubicBezTo>
                    <a:pt x="365" y="221"/>
                    <a:pt x="364" y="220"/>
                    <a:pt x="363" y="220"/>
                  </a:cubicBezTo>
                  <a:cubicBezTo>
                    <a:pt x="357" y="216"/>
                    <a:pt x="352" y="211"/>
                    <a:pt x="348" y="204"/>
                  </a:cubicBezTo>
                  <a:cubicBezTo>
                    <a:pt x="344" y="198"/>
                    <a:pt x="339" y="192"/>
                    <a:pt x="333" y="187"/>
                  </a:cubicBezTo>
                  <a:cubicBezTo>
                    <a:pt x="326" y="184"/>
                    <a:pt x="319" y="181"/>
                    <a:pt x="318" y="173"/>
                  </a:cubicBezTo>
                  <a:cubicBezTo>
                    <a:pt x="317" y="170"/>
                    <a:pt x="317" y="167"/>
                    <a:pt x="315" y="164"/>
                  </a:cubicBezTo>
                  <a:cubicBezTo>
                    <a:pt x="313" y="162"/>
                    <a:pt x="310" y="161"/>
                    <a:pt x="307" y="161"/>
                  </a:cubicBezTo>
                  <a:cubicBezTo>
                    <a:pt x="303" y="161"/>
                    <a:pt x="300" y="163"/>
                    <a:pt x="297" y="163"/>
                  </a:cubicBezTo>
                  <a:cubicBezTo>
                    <a:pt x="294" y="164"/>
                    <a:pt x="292" y="161"/>
                    <a:pt x="291" y="159"/>
                  </a:cubicBezTo>
                  <a:cubicBezTo>
                    <a:pt x="290" y="156"/>
                    <a:pt x="290" y="153"/>
                    <a:pt x="288" y="151"/>
                  </a:cubicBezTo>
                  <a:cubicBezTo>
                    <a:pt x="286" y="149"/>
                    <a:pt x="283" y="149"/>
                    <a:pt x="281" y="148"/>
                  </a:cubicBezTo>
                  <a:cubicBezTo>
                    <a:pt x="279" y="146"/>
                    <a:pt x="278" y="143"/>
                    <a:pt x="278" y="140"/>
                  </a:cubicBezTo>
                  <a:cubicBezTo>
                    <a:pt x="280" y="139"/>
                    <a:pt x="282" y="138"/>
                    <a:pt x="283" y="136"/>
                  </a:cubicBezTo>
                  <a:cubicBezTo>
                    <a:pt x="284" y="134"/>
                    <a:pt x="283" y="132"/>
                    <a:pt x="283" y="130"/>
                  </a:cubicBezTo>
                  <a:cubicBezTo>
                    <a:pt x="284" y="128"/>
                    <a:pt x="285" y="128"/>
                    <a:pt x="287" y="127"/>
                  </a:cubicBezTo>
                  <a:cubicBezTo>
                    <a:pt x="289" y="126"/>
                    <a:pt x="291" y="125"/>
                    <a:pt x="293" y="123"/>
                  </a:cubicBezTo>
                  <a:cubicBezTo>
                    <a:pt x="295" y="120"/>
                    <a:pt x="300" y="125"/>
                    <a:pt x="302" y="120"/>
                  </a:cubicBezTo>
                  <a:cubicBezTo>
                    <a:pt x="304" y="117"/>
                    <a:pt x="302" y="112"/>
                    <a:pt x="307" y="113"/>
                  </a:cubicBezTo>
                  <a:cubicBezTo>
                    <a:pt x="311" y="113"/>
                    <a:pt x="314" y="114"/>
                    <a:pt x="317" y="113"/>
                  </a:cubicBezTo>
                  <a:cubicBezTo>
                    <a:pt x="320" y="113"/>
                    <a:pt x="322" y="111"/>
                    <a:pt x="325" y="109"/>
                  </a:cubicBezTo>
                  <a:cubicBezTo>
                    <a:pt x="327" y="104"/>
                    <a:pt x="325" y="97"/>
                    <a:pt x="330" y="92"/>
                  </a:cubicBezTo>
                  <a:cubicBezTo>
                    <a:pt x="331" y="90"/>
                    <a:pt x="333" y="89"/>
                    <a:pt x="336" y="88"/>
                  </a:cubicBezTo>
                  <a:cubicBezTo>
                    <a:pt x="338" y="87"/>
                    <a:pt x="339" y="84"/>
                    <a:pt x="339" y="81"/>
                  </a:cubicBezTo>
                  <a:cubicBezTo>
                    <a:pt x="338" y="78"/>
                    <a:pt x="336" y="76"/>
                    <a:pt x="334" y="73"/>
                  </a:cubicBezTo>
                  <a:cubicBezTo>
                    <a:pt x="325" y="67"/>
                    <a:pt x="318" y="59"/>
                    <a:pt x="312" y="50"/>
                  </a:cubicBezTo>
                  <a:cubicBezTo>
                    <a:pt x="309" y="50"/>
                    <a:pt x="307" y="49"/>
                    <a:pt x="304" y="50"/>
                  </a:cubicBezTo>
                  <a:cubicBezTo>
                    <a:pt x="302" y="50"/>
                    <a:pt x="300" y="51"/>
                    <a:pt x="299" y="51"/>
                  </a:cubicBezTo>
                  <a:cubicBezTo>
                    <a:pt x="297" y="51"/>
                    <a:pt x="296" y="50"/>
                    <a:pt x="295" y="49"/>
                  </a:cubicBezTo>
                  <a:cubicBezTo>
                    <a:pt x="293" y="48"/>
                    <a:pt x="289" y="47"/>
                    <a:pt x="287" y="48"/>
                  </a:cubicBezTo>
                  <a:cubicBezTo>
                    <a:pt x="283" y="49"/>
                    <a:pt x="284" y="53"/>
                    <a:pt x="284" y="57"/>
                  </a:cubicBezTo>
                  <a:cubicBezTo>
                    <a:pt x="283" y="60"/>
                    <a:pt x="280" y="62"/>
                    <a:pt x="279" y="65"/>
                  </a:cubicBezTo>
                  <a:cubicBezTo>
                    <a:pt x="274" y="69"/>
                    <a:pt x="271" y="61"/>
                    <a:pt x="269" y="58"/>
                  </a:cubicBezTo>
                  <a:cubicBezTo>
                    <a:pt x="265" y="52"/>
                    <a:pt x="259" y="52"/>
                    <a:pt x="252" y="53"/>
                  </a:cubicBezTo>
                  <a:cubicBezTo>
                    <a:pt x="252" y="53"/>
                    <a:pt x="252" y="53"/>
                    <a:pt x="252" y="54"/>
                  </a:cubicBezTo>
                  <a:cubicBezTo>
                    <a:pt x="249" y="57"/>
                    <a:pt x="246" y="59"/>
                    <a:pt x="244" y="62"/>
                  </a:cubicBezTo>
                  <a:cubicBezTo>
                    <a:pt x="243" y="65"/>
                    <a:pt x="248" y="69"/>
                    <a:pt x="242" y="71"/>
                  </a:cubicBezTo>
                  <a:cubicBezTo>
                    <a:pt x="238" y="71"/>
                    <a:pt x="232" y="75"/>
                    <a:pt x="227" y="72"/>
                  </a:cubicBezTo>
                  <a:cubicBezTo>
                    <a:pt x="224" y="70"/>
                    <a:pt x="225" y="64"/>
                    <a:pt x="229" y="63"/>
                  </a:cubicBezTo>
                  <a:cubicBezTo>
                    <a:pt x="229" y="63"/>
                    <a:pt x="229" y="63"/>
                    <a:pt x="229" y="63"/>
                  </a:cubicBezTo>
                  <a:cubicBezTo>
                    <a:pt x="230" y="61"/>
                    <a:pt x="232" y="60"/>
                    <a:pt x="231" y="58"/>
                  </a:cubicBezTo>
                  <a:cubicBezTo>
                    <a:pt x="226" y="52"/>
                    <a:pt x="231" y="44"/>
                    <a:pt x="226" y="39"/>
                  </a:cubicBezTo>
                  <a:cubicBezTo>
                    <a:pt x="225" y="38"/>
                    <a:pt x="223" y="36"/>
                    <a:pt x="221" y="37"/>
                  </a:cubicBezTo>
                  <a:cubicBezTo>
                    <a:pt x="217" y="39"/>
                    <a:pt x="211" y="38"/>
                    <a:pt x="207" y="40"/>
                  </a:cubicBezTo>
                  <a:cubicBezTo>
                    <a:pt x="201" y="44"/>
                    <a:pt x="193" y="44"/>
                    <a:pt x="192" y="36"/>
                  </a:cubicBezTo>
                  <a:cubicBezTo>
                    <a:pt x="191" y="32"/>
                    <a:pt x="190" y="28"/>
                    <a:pt x="188" y="24"/>
                  </a:cubicBezTo>
                  <a:cubicBezTo>
                    <a:pt x="187" y="20"/>
                    <a:pt x="185" y="16"/>
                    <a:pt x="185" y="12"/>
                  </a:cubicBezTo>
                  <a:cubicBezTo>
                    <a:pt x="180" y="10"/>
                    <a:pt x="177" y="14"/>
                    <a:pt x="173" y="16"/>
                  </a:cubicBezTo>
                  <a:cubicBezTo>
                    <a:pt x="168" y="19"/>
                    <a:pt x="161" y="18"/>
                    <a:pt x="156" y="17"/>
                  </a:cubicBezTo>
                  <a:cubicBezTo>
                    <a:pt x="151" y="11"/>
                    <a:pt x="145" y="9"/>
                    <a:pt x="139" y="5"/>
                  </a:cubicBezTo>
                  <a:cubicBezTo>
                    <a:pt x="137" y="3"/>
                    <a:pt x="136" y="1"/>
                    <a:pt x="133" y="0"/>
                  </a:cubicBezTo>
                  <a:cubicBezTo>
                    <a:pt x="128" y="0"/>
                    <a:pt x="123" y="0"/>
                    <a:pt x="119" y="0"/>
                  </a:cubicBezTo>
                  <a:cubicBezTo>
                    <a:pt x="118" y="1"/>
                    <a:pt x="117" y="2"/>
                    <a:pt x="116" y="3"/>
                  </a:cubicBezTo>
                  <a:cubicBezTo>
                    <a:pt x="116" y="4"/>
                    <a:pt x="116" y="6"/>
                    <a:pt x="118" y="7"/>
                  </a:cubicBezTo>
                  <a:cubicBezTo>
                    <a:pt x="119" y="8"/>
                    <a:pt x="120" y="9"/>
                    <a:pt x="122" y="11"/>
                  </a:cubicBezTo>
                  <a:cubicBezTo>
                    <a:pt x="126" y="12"/>
                    <a:pt x="125" y="16"/>
                    <a:pt x="124" y="19"/>
                  </a:cubicBezTo>
                  <a:cubicBezTo>
                    <a:pt x="124" y="21"/>
                    <a:pt x="119" y="22"/>
                    <a:pt x="121" y="26"/>
                  </a:cubicBezTo>
                  <a:cubicBezTo>
                    <a:pt x="125" y="30"/>
                    <a:pt x="121" y="32"/>
                    <a:pt x="119" y="34"/>
                  </a:cubicBezTo>
                  <a:cubicBezTo>
                    <a:pt x="116" y="40"/>
                    <a:pt x="122" y="42"/>
                    <a:pt x="124" y="46"/>
                  </a:cubicBezTo>
                  <a:cubicBezTo>
                    <a:pt x="127" y="50"/>
                    <a:pt x="124" y="56"/>
                    <a:pt x="128" y="59"/>
                  </a:cubicBezTo>
                  <a:cubicBezTo>
                    <a:pt x="130" y="61"/>
                    <a:pt x="131" y="63"/>
                    <a:pt x="130" y="66"/>
                  </a:cubicBezTo>
                  <a:cubicBezTo>
                    <a:pt x="128" y="68"/>
                    <a:pt x="127" y="71"/>
                    <a:pt x="124" y="73"/>
                  </a:cubicBezTo>
                  <a:cubicBezTo>
                    <a:pt x="124" y="78"/>
                    <a:pt x="129" y="80"/>
                    <a:pt x="131" y="84"/>
                  </a:cubicBezTo>
                  <a:cubicBezTo>
                    <a:pt x="133" y="86"/>
                    <a:pt x="133" y="88"/>
                    <a:pt x="135" y="90"/>
                  </a:cubicBezTo>
                  <a:cubicBezTo>
                    <a:pt x="137" y="92"/>
                    <a:pt x="139" y="93"/>
                    <a:pt x="139" y="96"/>
                  </a:cubicBezTo>
                  <a:cubicBezTo>
                    <a:pt x="135" y="99"/>
                    <a:pt x="132" y="100"/>
                    <a:pt x="127" y="99"/>
                  </a:cubicBezTo>
                  <a:cubicBezTo>
                    <a:pt x="124" y="97"/>
                    <a:pt x="121" y="95"/>
                    <a:pt x="117" y="98"/>
                  </a:cubicBezTo>
                  <a:cubicBezTo>
                    <a:pt x="117" y="99"/>
                    <a:pt x="116" y="99"/>
                    <a:pt x="115" y="100"/>
                  </a:cubicBezTo>
                  <a:cubicBezTo>
                    <a:pt x="112" y="101"/>
                    <a:pt x="110" y="101"/>
                    <a:pt x="107" y="99"/>
                  </a:cubicBezTo>
                  <a:cubicBezTo>
                    <a:pt x="105" y="96"/>
                    <a:pt x="105" y="93"/>
                    <a:pt x="103" y="90"/>
                  </a:cubicBezTo>
                  <a:cubicBezTo>
                    <a:pt x="103" y="90"/>
                    <a:pt x="103" y="90"/>
                    <a:pt x="102" y="90"/>
                  </a:cubicBezTo>
                  <a:cubicBezTo>
                    <a:pt x="97" y="88"/>
                    <a:pt x="98" y="95"/>
                    <a:pt x="95" y="95"/>
                  </a:cubicBezTo>
                  <a:cubicBezTo>
                    <a:pt x="94" y="95"/>
                    <a:pt x="94" y="96"/>
                    <a:pt x="93" y="96"/>
                  </a:cubicBezTo>
                  <a:cubicBezTo>
                    <a:pt x="91" y="97"/>
                    <a:pt x="89" y="99"/>
                    <a:pt x="89" y="102"/>
                  </a:cubicBezTo>
                  <a:cubicBezTo>
                    <a:pt x="90" y="105"/>
                    <a:pt x="92" y="107"/>
                    <a:pt x="90" y="110"/>
                  </a:cubicBezTo>
                  <a:cubicBezTo>
                    <a:pt x="89" y="112"/>
                    <a:pt x="86" y="113"/>
                    <a:pt x="84" y="114"/>
                  </a:cubicBezTo>
                  <a:cubicBezTo>
                    <a:pt x="82" y="115"/>
                    <a:pt x="80" y="115"/>
                    <a:pt x="78" y="113"/>
                  </a:cubicBezTo>
                  <a:cubicBezTo>
                    <a:pt x="77" y="111"/>
                    <a:pt x="78" y="108"/>
                    <a:pt x="77" y="106"/>
                  </a:cubicBezTo>
                  <a:cubicBezTo>
                    <a:pt x="76" y="102"/>
                    <a:pt x="72" y="108"/>
                    <a:pt x="70" y="107"/>
                  </a:cubicBezTo>
                  <a:cubicBezTo>
                    <a:pt x="66" y="100"/>
                    <a:pt x="60" y="100"/>
                    <a:pt x="54" y="100"/>
                  </a:cubicBezTo>
                  <a:cubicBezTo>
                    <a:pt x="53" y="99"/>
                    <a:pt x="52" y="99"/>
                    <a:pt x="51" y="98"/>
                  </a:cubicBezTo>
                  <a:cubicBezTo>
                    <a:pt x="49" y="95"/>
                    <a:pt x="46" y="96"/>
                    <a:pt x="44" y="97"/>
                  </a:cubicBezTo>
                  <a:cubicBezTo>
                    <a:pt x="41" y="99"/>
                    <a:pt x="41" y="103"/>
                    <a:pt x="40" y="105"/>
                  </a:cubicBezTo>
                  <a:cubicBezTo>
                    <a:pt x="32" y="109"/>
                    <a:pt x="28" y="102"/>
                    <a:pt x="22" y="100"/>
                  </a:cubicBezTo>
                  <a:cubicBezTo>
                    <a:pt x="20" y="98"/>
                    <a:pt x="19" y="97"/>
                    <a:pt x="17" y="97"/>
                  </a:cubicBezTo>
                  <a:cubicBezTo>
                    <a:pt x="16" y="98"/>
                    <a:pt x="16" y="98"/>
                    <a:pt x="15" y="99"/>
                  </a:cubicBezTo>
                  <a:cubicBezTo>
                    <a:pt x="15" y="99"/>
                    <a:pt x="15" y="100"/>
                    <a:pt x="15" y="101"/>
                  </a:cubicBezTo>
                  <a:cubicBezTo>
                    <a:pt x="14" y="105"/>
                    <a:pt x="15" y="108"/>
                    <a:pt x="15" y="111"/>
                  </a:cubicBezTo>
                  <a:cubicBezTo>
                    <a:pt x="15" y="115"/>
                    <a:pt x="16" y="119"/>
                    <a:pt x="16" y="123"/>
                  </a:cubicBezTo>
                  <a:cubicBezTo>
                    <a:pt x="17" y="125"/>
                    <a:pt x="16" y="127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9" y="132"/>
                    <a:pt x="18" y="135"/>
                    <a:pt x="18" y="138"/>
                  </a:cubicBezTo>
                  <a:cubicBezTo>
                    <a:pt x="17" y="140"/>
                    <a:pt x="15" y="141"/>
                    <a:pt x="14" y="142"/>
                  </a:cubicBezTo>
                  <a:cubicBezTo>
                    <a:pt x="12" y="145"/>
                    <a:pt x="9" y="145"/>
                    <a:pt x="6" y="146"/>
                  </a:cubicBezTo>
                  <a:cubicBezTo>
                    <a:pt x="0" y="152"/>
                    <a:pt x="4" y="156"/>
                    <a:pt x="8" y="160"/>
                  </a:cubicBezTo>
                  <a:cubicBezTo>
                    <a:pt x="11" y="164"/>
                    <a:pt x="14" y="167"/>
                    <a:pt x="18" y="169"/>
                  </a:cubicBezTo>
                  <a:cubicBezTo>
                    <a:pt x="20" y="170"/>
                    <a:pt x="22" y="171"/>
                    <a:pt x="23" y="173"/>
                  </a:cubicBezTo>
                  <a:cubicBezTo>
                    <a:pt x="25" y="175"/>
                    <a:pt x="26" y="174"/>
                    <a:pt x="28" y="175"/>
                  </a:cubicBezTo>
                  <a:cubicBezTo>
                    <a:pt x="32" y="176"/>
                    <a:pt x="31" y="179"/>
                    <a:pt x="30" y="183"/>
                  </a:cubicBezTo>
                  <a:cubicBezTo>
                    <a:pt x="29" y="185"/>
                    <a:pt x="27" y="188"/>
                    <a:pt x="31" y="190"/>
                  </a:cubicBezTo>
                  <a:cubicBezTo>
                    <a:pt x="35" y="191"/>
                    <a:pt x="41" y="190"/>
                    <a:pt x="45" y="187"/>
                  </a:cubicBezTo>
                  <a:cubicBezTo>
                    <a:pt x="49" y="187"/>
                    <a:pt x="51" y="188"/>
                    <a:pt x="55" y="189"/>
                  </a:cubicBezTo>
                  <a:cubicBezTo>
                    <a:pt x="59" y="190"/>
                    <a:pt x="63" y="189"/>
                    <a:pt x="66" y="187"/>
                  </a:cubicBezTo>
                  <a:cubicBezTo>
                    <a:pt x="75" y="187"/>
                    <a:pt x="75" y="187"/>
                    <a:pt x="73" y="196"/>
                  </a:cubicBezTo>
                  <a:cubicBezTo>
                    <a:pt x="73" y="202"/>
                    <a:pt x="71" y="207"/>
                    <a:pt x="72" y="213"/>
                  </a:cubicBezTo>
                  <a:cubicBezTo>
                    <a:pt x="73" y="216"/>
                    <a:pt x="76" y="217"/>
                    <a:pt x="77" y="220"/>
                  </a:cubicBezTo>
                  <a:cubicBezTo>
                    <a:pt x="78" y="226"/>
                    <a:pt x="75" y="230"/>
                    <a:pt x="72" y="235"/>
                  </a:cubicBezTo>
                  <a:cubicBezTo>
                    <a:pt x="69" y="241"/>
                    <a:pt x="70" y="247"/>
                    <a:pt x="77" y="252"/>
                  </a:cubicBezTo>
                  <a:cubicBezTo>
                    <a:pt x="81" y="252"/>
                    <a:pt x="82" y="256"/>
                    <a:pt x="85" y="258"/>
                  </a:cubicBezTo>
                  <a:cubicBezTo>
                    <a:pt x="84" y="259"/>
                    <a:pt x="84" y="261"/>
                    <a:pt x="83" y="262"/>
                  </a:cubicBezTo>
                  <a:cubicBezTo>
                    <a:pt x="87" y="277"/>
                    <a:pt x="104" y="265"/>
                    <a:pt x="108" y="256"/>
                  </a:cubicBezTo>
                  <a:cubicBezTo>
                    <a:pt x="121" y="251"/>
                    <a:pt x="133" y="258"/>
                    <a:pt x="146" y="258"/>
                  </a:cubicBezTo>
                  <a:cubicBezTo>
                    <a:pt x="148" y="259"/>
                    <a:pt x="150" y="258"/>
                    <a:pt x="153" y="257"/>
                  </a:cubicBezTo>
                  <a:cubicBezTo>
                    <a:pt x="160" y="258"/>
                    <a:pt x="163" y="253"/>
                    <a:pt x="165" y="247"/>
                  </a:cubicBezTo>
                  <a:cubicBezTo>
                    <a:pt x="166" y="245"/>
                    <a:pt x="168" y="244"/>
                    <a:pt x="170" y="244"/>
                  </a:cubicBezTo>
                  <a:cubicBezTo>
                    <a:pt x="173" y="244"/>
                    <a:pt x="175" y="245"/>
                    <a:pt x="177" y="247"/>
                  </a:cubicBezTo>
                  <a:cubicBezTo>
                    <a:pt x="180" y="249"/>
                    <a:pt x="178" y="254"/>
                    <a:pt x="181" y="256"/>
                  </a:cubicBezTo>
                  <a:cubicBezTo>
                    <a:pt x="183" y="258"/>
                    <a:pt x="187" y="257"/>
                    <a:pt x="189" y="256"/>
                  </a:cubicBezTo>
                  <a:cubicBezTo>
                    <a:pt x="194" y="252"/>
                    <a:pt x="199" y="249"/>
                    <a:pt x="204" y="246"/>
                  </a:cubicBezTo>
                  <a:cubicBezTo>
                    <a:pt x="209" y="244"/>
                    <a:pt x="214" y="247"/>
                    <a:pt x="219" y="249"/>
                  </a:cubicBezTo>
                  <a:cubicBezTo>
                    <a:pt x="221" y="249"/>
                    <a:pt x="224" y="250"/>
                    <a:pt x="226" y="252"/>
                  </a:cubicBezTo>
                  <a:cubicBezTo>
                    <a:pt x="229" y="254"/>
                    <a:pt x="228" y="257"/>
                    <a:pt x="229" y="260"/>
                  </a:cubicBezTo>
                  <a:cubicBezTo>
                    <a:pt x="231" y="266"/>
                    <a:pt x="236" y="268"/>
                    <a:pt x="241" y="270"/>
                  </a:cubicBezTo>
                  <a:cubicBezTo>
                    <a:pt x="244" y="272"/>
                    <a:pt x="247" y="276"/>
                    <a:pt x="251" y="277"/>
                  </a:cubicBezTo>
                  <a:cubicBezTo>
                    <a:pt x="256" y="276"/>
                    <a:pt x="261" y="278"/>
                    <a:pt x="265" y="282"/>
                  </a:cubicBezTo>
                  <a:cubicBezTo>
                    <a:pt x="269" y="286"/>
                    <a:pt x="271" y="291"/>
                    <a:pt x="276" y="295"/>
                  </a:cubicBezTo>
                  <a:cubicBezTo>
                    <a:pt x="279" y="297"/>
                    <a:pt x="282" y="296"/>
                    <a:pt x="286" y="294"/>
                  </a:cubicBezTo>
                  <a:cubicBezTo>
                    <a:pt x="290" y="293"/>
                    <a:pt x="293" y="295"/>
                    <a:pt x="298" y="294"/>
                  </a:cubicBezTo>
                  <a:cubicBezTo>
                    <a:pt x="301" y="293"/>
                    <a:pt x="305" y="295"/>
                    <a:pt x="308" y="293"/>
                  </a:cubicBezTo>
                  <a:cubicBezTo>
                    <a:pt x="308" y="293"/>
                    <a:pt x="309" y="292"/>
                    <a:pt x="309" y="291"/>
                  </a:cubicBezTo>
                  <a:cubicBezTo>
                    <a:pt x="309" y="290"/>
                    <a:pt x="308" y="288"/>
                    <a:pt x="310" y="287"/>
                  </a:cubicBezTo>
                  <a:cubicBezTo>
                    <a:pt x="312" y="285"/>
                    <a:pt x="316" y="284"/>
                    <a:pt x="317" y="281"/>
                  </a:cubicBezTo>
                  <a:cubicBezTo>
                    <a:pt x="317" y="280"/>
                    <a:pt x="317" y="279"/>
                    <a:pt x="317" y="278"/>
                  </a:cubicBezTo>
                  <a:cubicBezTo>
                    <a:pt x="316" y="271"/>
                    <a:pt x="323" y="273"/>
                    <a:pt x="326" y="270"/>
                  </a:cubicBezTo>
                  <a:cubicBezTo>
                    <a:pt x="329" y="266"/>
                    <a:pt x="334" y="265"/>
                    <a:pt x="338" y="263"/>
                  </a:cubicBezTo>
                  <a:cubicBezTo>
                    <a:pt x="344" y="262"/>
                    <a:pt x="348" y="258"/>
                    <a:pt x="350" y="253"/>
                  </a:cubicBezTo>
                  <a:cubicBezTo>
                    <a:pt x="351" y="252"/>
                    <a:pt x="351" y="251"/>
                    <a:pt x="352" y="250"/>
                  </a:cubicBezTo>
                  <a:cubicBezTo>
                    <a:pt x="353" y="248"/>
                    <a:pt x="355" y="249"/>
                    <a:pt x="357" y="250"/>
                  </a:cubicBezTo>
                  <a:cubicBezTo>
                    <a:pt x="360" y="252"/>
                    <a:pt x="362" y="255"/>
                    <a:pt x="365" y="256"/>
                  </a:cubicBezTo>
                  <a:cubicBezTo>
                    <a:pt x="366" y="257"/>
                    <a:pt x="367" y="257"/>
                    <a:pt x="368" y="257"/>
                  </a:cubicBezTo>
                  <a:cubicBezTo>
                    <a:pt x="370" y="257"/>
                    <a:pt x="372" y="257"/>
                    <a:pt x="374" y="256"/>
                  </a:cubicBezTo>
                  <a:cubicBezTo>
                    <a:pt x="375" y="251"/>
                    <a:pt x="370" y="250"/>
                    <a:pt x="369" y="246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55" name="Freeform 27">
              <a:extLst>
                <a:ext uri="{FF2B5EF4-FFF2-40B4-BE49-F238E27FC236}">
                  <a16:creationId xmlns:a16="http://schemas.microsoft.com/office/drawing/2014/main" id="{D6A7AB4B-1F91-A235-B9FA-6B4E0C95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513" y="3219450"/>
              <a:ext cx="1470025" cy="939800"/>
            </a:xfrm>
            <a:custGeom>
              <a:avLst/>
              <a:gdLst>
                <a:gd name="T0" fmla="*/ 2147483646 w 386"/>
                <a:gd name="T1" fmla="*/ 115816082 h 247"/>
                <a:gd name="T2" fmla="*/ 2147483646 w 386"/>
                <a:gd name="T3" fmla="*/ 361921926 h 247"/>
                <a:gd name="T4" fmla="*/ 2147483646 w 386"/>
                <a:gd name="T5" fmla="*/ 622509062 h 247"/>
                <a:gd name="T6" fmla="*/ 2147483646 w 386"/>
                <a:gd name="T7" fmla="*/ 376399412 h 247"/>
                <a:gd name="T8" fmla="*/ 2147483646 w 386"/>
                <a:gd name="T9" fmla="*/ 390876898 h 247"/>
                <a:gd name="T10" fmla="*/ 2147483646 w 386"/>
                <a:gd name="T11" fmla="*/ 289538302 h 247"/>
                <a:gd name="T12" fmla="*/ 2147483646 w 386"/>
                <a:gd name="T13" fmla="*/ 579076604 h 247"/>
                <a:gd name="T14" fmla="*/ 2147483646 w 386"/>
                <a:gd name="T15" fmla="*/ 825186253 h 247"/>
                <a:gd name="T16" fmla="*/ 2147483646 w 386"/>
                <a:gd name="T17" fmla="*/ 926524849 h 247"/>
                <a:gd name="T18" fmla="*/ 2147483646 w 386"/>
                <a:gd name="T19" fmla="*/ 752802629 h 247"/>
                <a:gd name="T20" fmla="*/ 2147483646 w 386"/>
                <a:gd name="T21" fmla="*/ 521170466 h 247"/>
                <a:gd name="T22" fmla="*/ 2147483646 w 386"/>
                <a:gd name="T23" fmla="*/ 275060816 h 247"/>
                <a:gd name="T24" fmla="*/ 1798442295 w 386"/>
                <a:gd name="T25" fmla="*/ 376399412 h 247"/>
                <a:gd name="T26" fmla="*/ 1551881781 w 386"/>
                <a:gd name="T27" fmla="*/ 202677192 h 247"/>
                <a:gd name="T28" fmla="*/ 1203794332 w 386"/>
                <a:gd name="T29" fmla="*/ 405354384 h 247"/>
                <a:gd name="T30" fmla="*/ 275568754 w 386"/>
                <a:gd name="T31" fmla="*/ 463260522 h 247"/>
                <a:gd name="T32" fmla="*/ 130531365 w 386"/>
                <a:gd name="T33" fmla="*/ 521170466 h 247"/>
                <a:gd name="T34" fmla="*/ 130531365 w 386"/>
                <a:gd name="T35" fmla="*/ 738325143 h 247"/>
                <a:gd name="T36" fmla="*/ 116029149 w 386"/>
                <a:gd name="T37" fmla="*/ 969957307 h 247"/>
                <a:gd name="T38" fmla="*/ 435108358 w 386"/>
                <a:gd name="T39" fmla="*/ 1172634499 h 247"/>
                <a:gd name="T40" fmla="*/ 594647963 w 386"/>
                <a:gd name="T41" fmla="*/ 1476650287 h 247"/>
                <a:gd name="T42" fmla="*/ 478618813 w 386"/>
                <a:gd name="T43" fmla="*/ 1838572213 h 247"/>
                <a:gd name="T44" fmla="*/ 609150178 w 386"/>
                <a:gd name="T45" fmla="*/ 1939910809 h 247"/>
                <a:gd name="T46" fmla="*/ 841208477 w 386"/>
                <a:gd name="T47" fmla="*/ 2147483646 h 247"/>
                <a:gd name="T48" fmla="*/ 1232802572 w 386"/>
                <a:gd name="T49" fmla="*/ 2147483646 h 247"/>
                <a:gd name="T50" fmla="*/ 1522873541 w 386"/>
                <a:gd name="T51" fmla="*/ 2147483646 h 247"/>
                <a:gd name="T52" fmla="*/ 1783940080 w 386"/>
                <a:gd name="T53" fmla="*/ 2147483646 h 247"/>
                <a:gd name="T54" fmla="*/ 1943479684 w 386"/>
                <a:gd name="T55" fmla="*/ 2147483646 h 247"/>
                <a:gd name="T56" fmla="*/ 2147483646 w 386"/>
                <a:gd name="T57" fmla="*/ 2147483646 h 247"/>
                <a:gd name="T58" fmla="*/ 2147483646 w 386"/>
                <a:gd name="T59" fmla="*/ 2147483646 h 247"/>
                <a:gd name="T60" fmla="*/ 2147483646 w 386"/>
                <a:gd name="T61" fmla="*/ 2147483646 h 247"/>
                <a:gd name="T62" fmla="*/ 2147483646 w 386"/>
                <a:gd name="T63" fmla="*/ 2147483646 h 247"/>
                <a:gd name="T64" fmla="*/ 2147483646 w 386"/>
                <a:gd name="T65" fmla="*/ 2147483646 h 247"/>
                <a:gd name="T66" fmla="*/ 2147483646 w 386"/>
                <a:gd name="T67" fmla="*/ 2147483646 h 247"/>
                <a:gd name="T68" fmla="*/ 2147483646 w 386"/>
                <a:gd name="T69" fmla="*/ 2147483646 h 247"/>
                <a:gd name="T70" fmla="*/ 2147483646 w 386"/>
                <a:gd name="T71" fmla="*/ 2147483646 h 247"/>
                <a:gd name="T72" fmla="*/ 2147483646 w 386"/>
                <a:gd name="T73" fmla="*/ 2147483646 h 247"/>
                <a:gd name="T74" fmla="*/ 2147483646 w 386"/>
                <a:gd name="T75" fmla="*/ 2147483646 h 247"/>
                <a:gd name="T76" fmla="*/ 2147483646 w 386"/>
                <a:gd name="T77" fmla="*/ 2147483646 h 247"/>
                <a:gd name="T78" fmla="*/ 2147483646 w 386"/>
                <a:gd name="T79" fmla="*/ 2147483646 h 247"/>
                <a:gd name="T80" fmla="*/ 2147483646 w 386"/>
                <a:gd name="T81" fmla="*/ 2147483646 h 247"/>
                <a:gd name="T82" fmla="*/ 2147483646 w 386"/>
                <a:gd name="T83" fmla="*/ 2147483646 h 247"/>
                <a:gd name="T84" fmla="*/ 2147483646 w 386"/>
                <a:gd name="T85" fmla="*/ 2147483646 h 247"/>
                <a:gd name="T86" fmla="*/ 2147483646 w 386"/>
                <a:gd name="T87" fmla="*/ 1997816947 h 247"/>
                <a:gd name="T88" fmla="*/ 2147483646 w 386"/>
                <a:gd name="T89" fmla="*/ 1520078939 h 247"/>
                <a:gd name="T90" fmla="*/ 2147483646 w 386"/>
                <a:gd name="T91" fmla="*/ 1346356719 h 247"/>
                <a:gd name="T92" fmla="*/ 2147483646 w 386"/>
                <a:gd name="T93" fmla="*/ 1085769584 h 247"/>
                <a:gd name="T94" fmla="*/ 2147483646 w 386"/>
                <a:gd name="T95" fmla="*/ 781753796 h 247"/>
                <a:gd name="T96" fmla="*/ 2147483646 w 386"/>
                <a:gd name="T97" fmla="*/ 521170466 h 247"/>
                <a:gd name="T98" fmla="*/ 2147483646 w 386"/>
                <a:gd name="T99" fmla="*/ 188199706 h 247"/>
                <a:gd name="T100" fmla="*/ 2147483646 w 386"/>
                <a:gd name="T101" fmla="*/ 43432457 h 24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86" h="247">
                  <a:moveTo>
                    <a:pt x="381" y="3"/>
                  </a:moveTo>
                  <a:cubicBezTo>
                    <a:pt x="379" y="2"/>
                    <a:pt x="378" y="0"/>
                    <a:pt x="376" y="1"/>
                  </a:cubicBezTo>
                  <a:cubicBezTo>
                    <a:pt x="373" y="3"/>
                    <a:pt x="370" y="5"/>
                    <a:pt x="368" y="8"/>
                  </a:cubicBezTo>
                  <a:cubicBezTo>
                    <a:pt x="366" y="10"/>
                    <a:pt x="364" y="13"/>
                    <a:pt x="362" y="15"/>
                  </a:cubicBezTo>
                  <a:cubicBezTo>
                    <a:pt x="361" y="17"/>
                    <a:pt x="362" y="19"/>
                    <a:pt x="361" y="21"/>
                  </a:cubicBezTo>
                  <a:cubicBezTo>
                    <a:pt x="360" y="23"/>
                    <a:pt x="358" y="24"/>
                    <a:pt x="356" y="25"/>
                  </a:cubicBezTo>
                  <a:cubicBezTo>
                    <a:pt x="354" y="28"/>
                    <a:pt x="353" y="30"/>
                    <a:pt x="350" y="30"/>
                  </a:cubicBezTo>
                  <a:cubicBezTo>
                    <a:pt x="347" y="34"/>
                    <a:pt x="345" y="38"/>
                    <a:pt x="344" y="42"/>
                  </a:cubicBezTo>
                  <a:cubicBezTo>
                    <a:pt x="344" y="47"/>
                    <a:pt x="341" y="47"/>
                    <a:pt x="338" y="43"/>
                  </a:cubicBezTo>
                  <a:cubicBezTo>
                    <a:pt x="337" y="42"/>
                    <a:pt x="336" y="42"/>
                    <a:pt x="334" y="41"/>
                  </a:cubicBezTo>
                  <a:cubicBezTo>
                    <a:pt x="330" y="40"/>
                    <a:pt x="329" y="36"/>
                    <a:pt x="325" y="34"/>
                  </a:cubicBezTo>
                  <a:cubicBezTo>
                    <a:pt x="321" y="32"/>
                    <a:pt x="317" y="29"/>
                    <a:pt x="314" y="26"/>
                  </a:cubicBezTo>
                  <a:cubicBezTo>
                    <a:pt x="314" y="26"/>
                    <a:pt x="313" y="26"/>
                    <a:pt x="312" y="26"/>
                  </a:cubicBezTo>
                  <a:cubicBezTo>
                    <a:pt x="311" y="27"/>
                    <a:pt x="310" y="27"/>
                    <a:pt x="309" y="27"/>
                  </a:cubicBezTo>
                  <a:cubicBezTo>
                    <a:pt x="308" y="27"/>
                    <a:pt x="306" y="27"/>
                    <a:pt x="305" y="27"/>
                  </a:cubicBezTo>
                  <a:cubicBezTo>
                    <a:pt x="304" y="27"/>
                    <a:pt x="303" y="27"/>
                    <a:pt x="302" y="26"/>
                  </a:cubicBezTo>
                  <a:cubicBezTo>
                    <a:pt x="299" y="25"/>
                    <a:pt x="297" y="22"/>
                    <a:pt x="294" y="20"/>
                  </a:cubicBezTo>
                  <a:cubicBezTo>
                    <a:pt x="292" y="19"/>
                    <a:pt x="290" y="18"/>
                    <a:pt x="289" y="20"/>
                  </a:cubicBezTo>
                  <a:cubicBezTo>
                    <a:pt x="288" y="21"/>
                    <a:pt x="288" y="22"/>
                    <a:pt x="287" y="23"/>
                  </a:cubicBezTo>
                  <a:cubicBezTo>
                    <a:pt x="285" y="28"/>
                    <a:pt x="281" y="32"/>
                    <a:pt x="275" y="33"/>
                  </a:cubicBezTo>
                  <a:cubicBezTo>
                    <a:pt x="271" y="35"/>
                    <a:pt x="266" y="36"/>
                    <a:pt x="263" y="40"/>
                  </a:cubicBezTo>
                  <a:cubicBezTo>
                    <a:pt x="260" y="43"/>
                    <a:pt x="253" y="41"/>
                    <a:pt x="254" y="48"/>
                  </a:cubicBezTo>
                  <a:cubicBezTo>
                    <a:pt x="254" y="49"/>
                    <a:pt x="254" y="50"/>
                    <a:pt x="254" y="51"/>
                  </a:cubicBezTo>
                  <a:cubicBezTo>
                    <a:pt x="253" y="54"/>
                    <a:pt x="249" y="55"/>
                    <a:pt x="247" y="57"/>
                  </a:cubicBezTo>
                  <a:cubicBezTo>
                    <a:pt x="246" y="58"/>
                    <a:pt x="246" y="59"/>
                    <a:pt x="246" y="61"/>
                  </a:cubicBezTo>
                  <a:cubicBezTo>
                    <a:pt x="247" y="63"/>
                    <a:pt x="245" y="64"/>
                    <a:pt x="243" y="64"/>
                  </a:cubicBezTo>
                  <a:cubicBezTo>
                    <a:pt x="240" y="65"/>
                    <a:pt x="238" y="64"/>
                    <a:pt x="235" y="64"/>
                  </a:cubicBezTo>
                  <a:cubicBezTo>
                    <a:pt x="230" y="65"/>
                    <a:pt x="227" y="63"/>
                    <a:pt x="223" y="64"/>
                  </a:cubicBezTo>
                  <a:cubicBezTo>
                    <a:pt x="219" y="66"/>
                    <a:pt x="216" y="67"/>
                    <a:pt x="213" y="65"/>
                  </a:cubicBezTo>
                  <a:cubicBezTo>
                    <a:pt x="208" y="61"/>
                    <a:pt x="206" y="56"/>
                    <a:pt x="202" y="52"/>
                  </a:cubicBezTo>
                  <a:cubicBezTo>
                    <a:pt x="198" y="48"/>
                    <a:pt x="193" y="46"/>
                    <a:pt x="188" y="47"/>
                  </a:cubicBezTo>
                  <a:cubicBezTo>
                    <a:pt x="184" y="46"/>
                    <a:pt x="181" y="42"/>
                    <a:pt x="178" y="40"/>
                  </a:cubicBezTo>
                  <a:cubicBezTo>
                    <a:pt x="175" y="39"/>
                    <a:pt x="172" y="38"/>
                    <a:pt x="170" y="36"/>
                  </a:cubicBezTo>
                  <a:cubicBezTo>
                    <a:pt x="169" y="35"/>
                    <a:pt x="168" y="35"/>
                    <a:pt x="168" y="34"/>
                  </a:cubicBezTo>
                  <a:cubicBezTo>
                    <a:pt x="166" y="31"/>
                    <a:pt x="166" y="27"/>
                    <a:pt x="165" y="24"/>
                  </a:cubicBezTo>
                  <a:cubicBezTo>
                    <a:pt x="163" y="21"/>
                    <a:pt x="159" y="19"/>
                    <a:pt x="156" y="19"/>
                  </a:cubicBezTo>
                  <a:cubicBezTo>
                    <a:pt x="151" y="17"/>
                    <a:pt x="146" y="14"/>
                    <a:pt x="141" y="16"/>
                  </a:cubicBezTo>
                  <a:cubicBezTo>
                    <a:pt x="136" y="19"/>
                    <a:pt x="131" y="22"/>
                    <a:pt x="126" y="26"/>
                  </a:cubicBezTo>
                  <a:cubicBezTo>
                    <a:pt x="126" y="26"/>
                    <a:pt x="125" y="26"/>
                    <a:pt x="124" y="26"/>
                  </a:cubicBezTo>
                  <a:cubicBezTo>
                    <a:pt x="123" y="27"/>
                    <a:pt x="122" y="27"/>
                    <a:pt x="121" y="27"/>
                  </a:cubicBezTo>
                  <a:cubicBezTo>
                    <a:pt x="115" y="28"/>
                    <a:pt x="117" y="20"/>
                    <a:pt x="114" y="17"/>
                  </a:cubicBezTo>
                  <a:cubicBezTo>
                    <a:pt x="112" y="15"/>
                    <a:pt x="110" y="14"/>
                    <a:pt x="107" y="14"/>
                  </a:cubicBezTo>
                  <a:cubicBezTo>
                    <a:pt x="105" y="14"/>
                    <a:pt x="103" y="15"/>
                    <a:pt x="102" y="17"/>
                  </a:cubicBezTo>
                  <a:cubicBezTo>
                    <a:pt x="100" y="23"/>
                    <a:pt x="97" y="28"/>
                    <a:pt x="90" y="27"/>
                  </a:cubicBezTo>
                  <a:cubicBezTo>
                    <a:pt x="87" y="28"/>
                    <a:pt x="85" y="29"/>
                    <a:pt x="83" y="28"/>
                  </a:cubicBezTo>
                  <a:cubicBezTo>
                    <a:pt x="70" y="28"/>
                    <a:pt x="58" y="21"/>
                    <a:pt x="45" y="26"/>
                  </a:cubicBezTo>
                  <a:cubicBezTo>
                    <a:pt x="41" y="34"/>
                    <a:pt x="25" y="47"/>
                    <a:pt x="20" y="33"/>
                  </a:cubicBezTo>
                  <a:cubicBezTo>
                    <a:pt x="20" y="33"/>
                    <a:pt x="19" y="32"/>
                    <a:pt x="19" y="32"/>
                  </a:cubicBezTo>
                  <a:cubicBezTo>
                    <a:pt x="19" y="32"/>
                    <a:pt x="18" y="33"/>
                    <a:pt x="18" y="33"/>
                  </a:cubicBezTo>
                  <a:cubicBezTo>
                    <a:pt x="15" y="33"/>
                    <a:pt x="12" y="31"/>
                    <a:pt x="10" y="34"/>
                  </a:cubicBezTo>
                  <a:cubicBezTo>
                    <a:pt x="10" y="35"/>
                    <a:pt x="9" y="36"/>
                    <a:pt x="9" y="36"/>
                  </a:cubicBezTo>
                  <a:cubicBezTo>
                    <a:pt x="13" y="40"/>
                    <a:pt x="10" y="43"/>
                    <a:pt x="7" y="46"/>
                  </a:cubicBezTo>
                  <a:cubicBezTo>
                    <a:pt x="4" y="48"/>
                    <a:pt x="6" y="49"/>
                    <a:pt x="8" y="50"/>
                  </a:cubicBezTo>
                  <a:cubicBezTo>
                    <a:pt x="9" y="50"/>
                    <a:pt x="9" y="50"/>
                    <a:pt x="9" y="51"/>
                  </a:cubicBezTo>
                  <a:cubicBezTo>
                    <a:pt x="8" y="56"/>
                    <a:pt x="2" y="54"/>
                    <a:pt x="0" y="57"/>
                  </a:cubicBezTo>
                  <a:cubicBezTo>
                    <a:pt x="1" y="60"/>
                    <a:pt x="5" y="62"/>
                    <a:pt x="5" y="65"/>
                  </a:cubicBezTo>
                  <a:cubicBezTo>
                    <a:pt x="6" y="66"/>
                    <a:pt x="7" y="67"/>
                    <a:pt x="8" y="67"/>
                  </a:cubicBezTo>
                  <a:cubicBezTo>
                    <a:pt x="12" y="67"/>
                    <a:pt x="14" y="69"/>
                    <a:pt x="17" y="72"/>
                  </a:cubicBezTo>
                  <a:cubicBezTo>
                    <a:pt x="19" y="74"/>
                    <a:pt x="23" y="73"/>
                    <a:pt x="26" y="74"/>
                  </a:cubicBezTo>
                  <a:cubicBezTo>
                    <a:pt x="28" y="76"/>
                    <a:pt x="27" y="79"/>
                    <a:pt x="30" y="81"/>
                  </a:cubicBezTo>
                  <a:cubicBezTo>
                    <a:pt x="32" y="83"/>
                    <a:pt x="36" y="83"/>
                    <a:pt x="38" y="86"/>
                  </a:cubicBezTo>
                  <a:cubicBezTo>
                    <a:pt x="38" y="90"/>
                    <a:pt x="39" y="93"/>
                    <a:pt x="41" y="96"/>
                  </a:cubicBezTo>
                  <a:cubicBezTo>
                    <a:pt x="42" y="98"/>
                    <a:pt x="42" y="100"/>
                    <a:pt x="41" y="102"/>
                  </a:cubicBezTo>
                  <a:cubicBezTo>
                    <a:pt x="38" y="105"/>
                    <a:pt x="40" y="110"/>
                    <a:pt x="36" y="113"/>
                  </a:cubicBezTo>
                  <a:cubicBezTo>
                    <a:pt x="34" y="115"/>
                    <a:pt x="33" y="117"/>
                    <a:pt x="34" y="119"/>
                  </a:cubicBezTo>
                  <a:cubicBezTo>
                    <a:pt x="36" y="122"/>
                    <a:pt x="34" y="125"/>
                    <a:pt x="33" y="127"/>
                  </a:cubicBezTo>
                  <a:cubicBezTo>
                    <a:pt x="33" y="129"/>
                    <a:pt x="33" y="130"/>
                    <a:pt x="33" y="131"/>
                  </a:cubicBezTo>
                  <a:cubicBezTo>
                    <a:pt x="33" y="132"/>
                    <a:pt x="34" y="132"/>
                    <a:pt x="34" y="132"/>
                  </a:cubicBezTo>
                  <a:cubicBezTo>
                    <a:pt x="37" y="132"/>
                    <a:pt x="39" y="133"/>
                    <a:pt x="42" y="134"/>
                  </a:cubicBezTo>
                  <a:cubicBezTo>
                    <a:pt x="44" y="137"/>
                    <a:pt x="47" y="141"/>
                    <a:pt x="52" y="142"/>
                  </a:cubicBezTo>
                  <a:cubicBezTo>
                    <a:pt x="53" y="143"/>
                    <a:pt x="54" y="144"/>
                    <a:pt x="55" y="146"/>
                  </a:cubicBezTo>
                  <a:cubicBezTo>
                    <a:pt x="56" y="147"/>
                    <a:pt x="56" y="149"/>
                    <a:pt x="58" y="150"/>
                  </a:cubicBezTo>
                  <a:cubicBezTo>
                    <a:pt x="59" y="150"/>
                    <a:pt x="60" y="150"/>
                    <a:pt x="60" y="150"/>
                  </a:cubicBezTo>
                  <a:cubicBezTo>
                    <a:pt x="64" y="152"/>
                    <a:pt x="69" y="150"/>
                    <a:pt x="72" y="152"/>
                  </a:cubicBezTo>
                  <a:cubicBezTo>
                    <a:pt x="76" y="154"/>
                    <a:pt x="82" y="151"/>
                    <a:pt x="85" y="156"/>
                  </a:cubicBezTo>
                  <a:cubicBezTo>
                    <a:pt x="87" y="160"/>
                    <a:pt x="91" y="159"/>
                    <a:pt x="94" y="162"/>
                  </a:cubicBezTo>
                  <a:cubicBezTo>
                    <a:pt x="97" y="164"/>
                    <a:pt x="101" y="162"/>
                    <a:pt x="104" y="163"/>
                  </a:cubicBezTo>
                  <a:cubicBezTo>
                    <a:pt x="108" y="165"/>
                    <a:pt x="104" y="167"/>
                    <a:pt x="105" y="169"/>
                  </a:cubicBezTo>
                  <a:cubicBezTo>
                    <a:pt x="105" y="173"/>
                    <a:pt x="108" y="174"/>
                    <a:pt x="110" y="176"/>
                  </a:cubicBezTo>
                  <a:cubicBezTo>
                    <a:pt x="113" y="179"/>
                    <a:pt x="119" y="175"/>
                    <a:pt x="122" y="179"/>
                  </a:cubicBezTo>
                  <a:cubicBezTo>
                    <a:pt x="122" y="179"/>
                    <a:pt x="123" y="179"/>
                    <a:pt x="123" y="179"/>
                  </a:cubicBezTo>
                  <a:cubicBezTo>
                    <a:pt x="126" y="180"/>
                    <a:pt x="130" y="181"/>
                    <a:pt x="126" y="185"/>
                  </a:cubicBezTo>
                  <a:cubicBezTo>
                    <a:pt x="122" y="189"/>
                    <a:pt x="124" y="191"/>
                    <a:pt x="127" y="194"/>
                  </a:cubicBezTo>
                  <a:cubicBezTo>
                    <a:pt x="129" y="194"/>
                    <a:pt x="132" y="193"/>
                    <a:pt x="134" y="195"/>
                  </a:cubicBezTo>
                  <a:cubicBezTo>
                    <a:pt x="137" y="196"/>
                    <a:pt x="139" y="200"/>
                    <a:pt x="142" y="201"/>
                  </a:cubicBezTo>
                  <a:cubicBezTo>
                    <a:pt x="146" y="202"/>
                    <a:pt x="149" y="200"/>
                    <a:pt x="150" y="197"/>
                  </a:cubicBezTo>
                  <a:cubicBezTo>
                    <a:pt x="152" y="195"/>
                    <a:pt x="153" y="194"/>
                    <a:pt x="154" y="192"/>
                  </a:cubicBezTo>
                  <a:cubicBezTo>
                    <a:pt x="154" y="190"/>
                    <a:pt x="154" y="188"/>
                    <a:pt x="156" y="186"/>
                  </a:cubicBezTo>
                  <a:cubicBezTo>
                    <a:pt x="158" y="186"/>
                    <a:pt x="160" y="186"/>
                    <a:pt x="161" y="187"/>
                  </a:cubicBezTo>
                  <a:cubicBezTo>
                    <a:pt x="162" y="187"/>
                    <a:pt x="162" y="187"/>
                    <a:pt x="162" y="188"/>
                  </a:cubicBezTo>
                  <a:cubicBezTo>
                    <a:pt x="165" y="192"/>
                    <a:pt x="168" y="189"/>
                    <a:pt x="171" y="188"/>
                  </a:cubicBezTo>
                  <a:cubicBezTo>
                    <a:pt x="174" y="188"/>
                    <a:pt x="178" y="188"/>
                    <a:pt x="179" y="190"/>
                  </a:cubicBezTo>
                  <a:cubicBezTo>
                    <a:pt x="181" y="193"/>
                    <a:pt x="183" y="195"/>
                    <a:pt x="185" y="197"/>
                  </a:cubicBezTo>
                  <a:cubicBezTo>
                    <a:pt x="187" y="201"/>
                    <a:pt x="190" y="201"/>
                    <a:pt x="193" y="198"/>
                  </a:cubicBezTo>
                  <a:cubicBezTo>
                    <a:pt x="193" y="198"/>
                    <a:pt x="193" y="197"/>
                    <a:pt x="194" y="197"/>
                  </a:cubicBezTo>
                  <a:cubicBezTo>
                    <a:pt x="201" y="199"/>
                    <a:pt x="205" y="204"/>
                    <a:pt x="210" y="208"/>
                  </a:cubicBezTo>
                  <a:cubicBezTo>
                    <a:pt x="214" y="207"/>
                    <a:pt x="216" y="211"/>
                    <a:pt x="219" y="213"/>
                  </a:cubicBezTo>
                  <a:cubicBezTo>
                    <a:pt x="220" y="214"/>
                    <a:pt x="221" y="216"/>
                    <a:pt x="221" y="218"/>
                  </a:cubicBezTo>
                  <a:cubicBezTo>
                    <a:pt x="226" y="218"/>
                    <a:pt x="229" y="220"/>
                    <a:pt x="231" y="223"/>
                  </a:cubicBezTo>
                  <a:cubicBezTo>
                    <a:pt x="233" y="228"/>
                    <a:pt x="234" y="232"/>
                    <a:pt x="240" y="232"/>
                  </a:cubicBezTo>
                  <a:cubicBezTo>
                    <a:pt x="244" y="232"/>
                    <a:pt x="249" y="233"/>
                    <a:pt x="252" y="237"/>
                  </a:cubicBezTo>
                  <a:cubicBezTo>
                    <a:pt x="253" y="238"/>
                    <a:pt x="254" y="239"/>
                    <a:pt x="255" y="240"/>
                  </a:cubicBezTo>
                  <a:cubicBezTo>
                    <a:pt x="256" y="243"/>
                    <a:pt x="259" y="244"/>
                    <a:pt x="261" y="246"/>
                  </a:cubicBezTo>
                  <a:cubicBezTo>
                    <a:pt x="261" y="247"/>
                    <a:pt x="262" y="247"/>
                    <a:pt x="262" y="247"/>
                  </a:cubicBezTo>
                  <a:cubicBezTo>
                    <a:pt x="263" y="246"/>
                    <a:pt x="263" y="245"/>
                    <a:pt x="263" y="245"/>
                  </a:cubicBezTo>
                  <a:cubicBezTo>
                    <a:pt x="264" y="243"/>
                    <a:pt x="266" y="241"/>
                    <a:pt x="267" y="240"/>
                  </a:cubicBezTo>
                  <a:cubicBezTo>
                    <a:pt x="270" y="240"/>
                    <a:pt x="273" y="239"/>
                    <a:pt x="275" y="239"/>
                  </a:cubicBezTo>
                  <a:cubicBezTo>
                    <a:pt x="278" y="240"/>
                    <a:pt x="281" y="240"/>
                    <a:pt x="284" y="238"/>
                  </a:cubicBezTo>
                  <a:cubicBezTo>
                    <a:pt x="286" y="238"/>
                    <a:pt x="288" y="238"/>
                    <a:pt x="289" y="239"/>
                  </a:cubicBezTo>
                  <a:cubicBezTo>
                    <a:pt x="292" y="241"/>
                    <a:pt x="295" y="242"/>
                    <a:pt x="297" y="238"/>
                  </a:cubicBezTo>
                  <a:cubicBezTo>
                    <a:pt x="299" y="235"/>
                    <a:pt x="299" y="231"/>
                    <a:pt x="302" y="228"/>
                  </a:cubicBezTo>
                  <a:cubicBezTo>
                    <a:pt x="306" y="225"/>
                    <a:pt x="310" y="225"/>
                    <a:pt x="313" y="225"/>
                  </a:cubicBezTo>
                  <a:cubicBezTo>
                    <a:pt x="317" y="225"/>
                    <a:pt x="320" y="225"/>
                    <a:pt x="324" y="226"/>
                  </a:cubicBezTo>
                  <a:cubicBezTo>
                    <a:pt x="327" y="227"/>
                    <a:pt x="330" y="227"/>
                    <a:pt x="333" y="228"/>
                  </a:cubicBezTo>
                  <a:cubicBezTo>
                    <a:pt x="337" y="229"/>
                    <a:pt x="341" y="228"/>
                    <a:pt x="344" y="229"/>
                  </a:cubicBezTo>
                  <a:cubicBezTo>
                    <a:pt x="347" y="230"/>
                    <a:pt x="350" y="232"/>
                    <a:pt x="352" y="234"/>
                  </a:cubicBezTo>
                  <a:cubicBezTo>
                    <a:pt x="355" y="236"/>
                    <a:pt x="359" y="236"/>
                    <a:pt x="363" y="237"/>
                  </a:cubicBezTo>
                  <a:cubicBezTo>
                    <a:pt x="363" y="237"/>
                    <a:pt x="363" y="237"/>
                    <a:pt x="364" y="237"/>
                  </a:cubicBezTo>
                  <a:cubicBezTo>
                    <a:pt x="365" y="233"/>
                    <a:pt x="366" y="230"/>
                    <a:pt x="364" y="227"/>
                  </a:cubicBezTo>
                  <a:cubicBezTo>
                    <a:pt x="363" y="224"/>
                    <a:pt x="362" y="221"/>
                    <a:pt x="364" y="218"/>
                  </a:cubicBezTo>
                  <a:cubicBezTo>
                    <a:pt x="365" y="216"/>
                    <a:pt x="367" y="215"/>
                    <a:pt x="368" y="214"/>
                  </a:cubicBezTo>
                  <a:cubicBezTo>
                    <a:pt x="370" y="213"/>
                    <a:pt x="372" y="212"/>
                    <a:pt x="374" y="210"/>
                  </a:cubicBezTo>
                  <a:cubicBezTo>
                    <a:pt x="375" y="209"/>
                    <a:pt x="375" y="209"/>
                    <a:pt x="375" y="208"/>
                  </a:cubicBezTo>
                  <a:cubicBezTo>
                    <a:pt x="375" y="203"/>
                    <a:pt x="378" y="197"/>
                    <a:pt x="375" y="192"/>
                  </a:cubicBezTo>
                  <a:cubicBezTo>
                    <a:pt x="374" y="192"/>
                    <a:pt x="374" y="191"/>
                    <a:pt x="373" y="191"/>
                  </a:cubicBezTo>
                  <a:cubicBezTo>
                    <a:pt x="372" y="189"/>
                    <a:pt x="369" y="189"/>
                    <a:pt x="368" y="188"/>
                  </a:cubicBezTo>
                  <a:cubicBezTo>
                    <a:pt x="364" y="185"/>
                    <a:pt x="365" y="180"/>
                    <a:pt x="363" y="176"/>
                  </a:cubicBezTo>
                  <a:cubicBezTo>
                    <a:pt x="363" y="175"/>
                    <a:pt x="363" y="175"/>
                    <a:pt x="363" y="174"/>
                  </a:cubicBezTo>
                  <a:cubicBezTo>
                    <a:pt x="362" y="171"/>
                    <a:pt x="361" y="169"/>
                    <a:pt x="359" y="167"/>
                  </a:cubicBezTo>
                  <a:cubicBezTo>
                    <a:pt x="357" y="162"/>
                    <a:pt x="358" y="156"/>
                    <a:pt x="353" y="152"/>
                  </a:cubicBezTo>
                  <a:cubicBezTo>
                    <a:pt x="352" y="150"/>
                    <a:pt x="353" y="147"/>
                    <a:pt x="351" y="144"/>
                  </a:cubicBezTo>
                  <a:cubicBezTo>
                    <a:pt x="350" y="142"/>
                    <a:pt x="349" y="140"/>
                    <a:pt x="348" y="138"/>
                  </a:cubicBezTo>
                  <a:cubicBezTo>
                    <a:pt x="347" y="134"/>
                    <a:pt x="350" y="131"/>
                    <a:pt x="353" y="129"/>
                  </a:cubicBezTo>
                  <a:cubicBezTo>
                    <a:pt x="354" y="127"/>
                    <a:pt x="356" y="126"/>
                    <a:pt x="356" y="123"/>
                  </a:cubicBezTo>
                  <a:cubicBezTo>
                    <a:pt x="355" y="117"/>
                    <a:pt x="358" y="110"/>
                    <a:pt x="353" y="105"/>
                  </a:cubicBezTo>
                  <a:cubicBezTo>
                    <a:pt x="352" y="104"/>
                    <a:pt x="352" y="104"/>
                    <a:pt x="351" y="103"/>
                  </a:cubicBezTo>
                  <a:cubicBezTo>
                    <a:pt x="351" y="101"/>
                    <a:pt x="351" y="99"/>
                    <a:pt x="351" y="97"/>
                  </a:cubicBezTo>
                  <a:cubicBezTo>
                    <a:pt x="351" y="95"/>
                    <a:pt x="349" y="94"/>
                    <a:pt x="348" y="93"/>
                  </a:cubicBezTo>
                  <a:cubicBezTo>
                    <a:pt x="344" y="90"/>
                    <a:pt x="344" y="86"/>
                    <a:pt x="347" y="82"/>
                  </a:cubicBezTo>
                  <a:cubicBezTo>
                    <a:pt x="348" y="81"/>
                    <a:pt x="349" y="81"/>
                    <a:pt x="350" y="81"/>
                  </a:cubicBezTo>
                  <a:cubicBezTo>
                    <a:pt x="355" y="83"/>
                    <a:pt x="358" y="80"/>
                    <a:pt x="359" y="75"/>
                  </a:cubicBezTo>
                  <a:cubicBezTo>
                    <a:pt x="360" y="73"/>
                    <a:pt x="364" y="72"/>
                    <a:pt x="366" y="71"/>
                  </a:cubicBezTo>
                  <a:cubicBezTo>
                    <a:pt x="369" y="69"/>
                    <a:pt x="370" y="66"/>
                    <a:pt x="370" y="63"/>
                  </a:cubicBezTo>
                  <a:cubicBezTo>
                    <a:pt x="370" y="59"/>
                    <a:pt x="366" y="57"/>
                    <a:pt x="364" y="54"/>
                  </a:cubicBezTo>
                  <a:cubicBezTo>
                    <a:pt x="364" y="51"/>
                    <a:pt x="366" y="48"/>
                    <a:pt x="368" y="46"/>
                  </a:cubicBezTo>
                  <a:cubicBezTo>
                    <a:pt x="370" y="45"/>
                    <a:pt x="371" y="44"/>
                    <a:pt x="370" y="42"/>
                  </a:cubicBezTo>
                  <a:cubicBezTo>
                    <a:pt x="370" y="40"/>
                    <a:pt x="370" y="38"/>
                    <a:pt x="370" y="36"/>
                  </a:cubicBezTo>
                  <a:cubicBezTo>
                    <a:pt x="372" y="32"/>
                    <a:pt x="376" y="30"/>
                    <a:pt x="378" y="26"/>
                  </a:cubicBezTo>
                  <a:cubicBezTo>
                    <a:pt x="378" y="24"/>
                    <a:pt x="379" y="23"/>
                    <a:pt x="379" y="22"/>
                  </a:cubicBezTo>
                  <a:cubicBezTo>
                    <a:pt x="379" y="19"/>
                    <a:pt x="381" y="16"/>
                    <a:pt x="383" y="13"/>
                  </a:cubicBezTo>
                  <a:cubicBezTo>
                    <a:pt x="384" y="13"/>
                    <a:pt x="384" y="12"/>
                    <a:pt x="385" y="12"/>
                  </a:cubicBezTo>
                  <a:cubicBezTo>
                    <a:pt x="386" y="10"/>
                    <a:pt x="386" y="8"/>
                    <a:pt x="386" y="6"/>
                  </a:cubicBezTo>
                  <a:cubicBezTo>
                    <a:pt x="385" y="5"/>
                    <a:pt x="384" y="3"/>
                    <a:pt x="381" y="3"/>
                  </a:cubicBezTo>
                  <a:close/>
                </a:path>
              </a:pathLst>
            </a:custGeom>
            <a:solidFill>
              <a:srgbClr val="CCCCCC"/>
            </a:solidFill>
            <a:ln w="7938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</p:grpSp>
    </p:spTree>
    <p:extLst>
      <p:ext uri="{BB962C8B-B14F-4D97-AF65-F5344CB8AC3E}">
        <p14:creationId xmlns:p14="http://schemas.microsoft.com/office/powerpoint/2010/main" val="9908306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ovakia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제목 1">
            <a:extLst>
              <a:ext uri="{FF2B5EF4-FFF2-40B4-BE49-F238E27FC236}">
                <a16:creationId xmlns:a16="http://schemas.microsoft.com/office/drawing/2014/main" id="{CDB90050-671D-57B0-573C-588D1DEE68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7167" y="87112"/>
            <a:ext cx="11882697" cy="490066"/>
          </a:xfrm>
        </p:spPr>
        <p:txBody>
          <a:bodyPr>
            <a:noAutofit/>
          </a:bodyPr>
          <a:lstStyle>
            <a:lvl1pPr algn="l">
              <a:defRPr sz="2400" b="1" baseline="0">
                <a:solidFill>
                  <a:srgbClr val="0056B9"/>
                </a:solidFill>
              </a:defRPr>
            </a:lvl1pPr>
          </a:lstStyle>
          <a:p>
            <a:r>
              <a:rPr lang="en-US" altLang="ko-KR" dirty="0"/>
              <a:t>Title (</a:t>
            </a:r>
            <a:r>
              <a:rPr lang="ko-KR" altLang="en-US" dirty="0" err="1"/>
              <a:t>맑은고딕</a:t>
            </a:r>
            <a:r>
              <a:rPr lang="en-US" altLang="ko-KR" dirty="0"/>
              <a:t>) -24pt</a:t>
            </a:r>
            <a:endParaRPr lang="ko-KR" altLang="en-US" dirty="0"/>
          </a:p>
        </p:txBody>
      </p:sp>
      <p:sp>
        <p:nvSpPr>
          <p:cNvPr id="93" name="矩形 22">
            <a:extLst>
              <a:ext uri="{FF2B5EF4-FFF2-40B4-BE49-F238E27FC236}">
                <a16:creationId xmlns:a16="http://schemas.microsoft.com/office/drawing/2014/main" id="{3E58CF20-8B24-F4AD-045E-0765795B1B6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-7937" y="104134"/>
            <a:ext cx="69842" cy="461962"/>
          </a:xfrm>
          <a:prstGeom prst="rect">
            <a:avLst/>
          </a:prstGeom>
          <a:solidFill>
            <a:srgbClr val="0056B9"/>
          </a:solidFill>
          <a:ln>
            <a:noFill/>
          </a:ln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en-US" sz="1800" dirty="0"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2511B6C-52AD-AED4-D9DB-6C411FFFB1CF}"/>
              </a:ext>
            </a:extLst>
          </p:cNvPr>
          <p:cNvSpPr txBox="1"/>
          <p:nvPr userDrawn="1"/>
        </p:nvSpPr>
        <p:spPr>
          <a:xfrm>
            <a:off x="957497" y="781165"/>
            <a:ext cx="1249277" cy="328593"/>
          </a:xfrm>
          <a:prstGeom prst="rect">
            <a:avLst/>
          </a:prstGeom>
        </p:spPr>
        <p:txBody>
          <a:bodyPr vert="horz" wrap="square" lIns="91440" tIns="45719" rIns="91440" bIns="45719" rtlCol="0" anchor="t">
            <a:noAutofit/>
          </a:bodyPr>
          <a:lstStyle/>
          <a:p>
            <a:pPr algn="ctr"/>
            <a:r>
              <a:rPr kumimoji="1" lang="en-US" altLang="ko-KR" sz="1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SLOVAKIA</a:t>
            </a:r>
            <a:endParaRPr kumimoji="1" lang="ko-KR" altLang="en-US" sz="1800" dirty="0" err="1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31E79331-1034-328C-F39F-FBA3BF82B43A}"/>
              </a:ext>
            </a:extLst>
          </p:cNvPr>
          <p:cNvGrpSpPr/>
          <p:nvPr userDrawn="1"/>
        </p:nvGrpSpPr>
        <p:grpSpPr>
          <a:xfrm>
            <a:off x="1582136" y="2492896"/>
            <a:ext cx="5424314" cy="2545075"/>
            <a:chOff x="5172075" y="2592388"/>
            <a:chExt cx="6648450" cy="3119437"/>
          </a:xfrm>
        </p:grpSpPr>
        <p:sp>
          <p:nvSpPr>
            <p:cNvPr id="3" name="Freeform 10">
              <a:extLst>
                <a:ext uri="{FF2B5EF4-FFF2-40B4-BE49-F238E27FC236}">
                  <a16:creationId xmlns:a16="http://schemas.microsoft.com/office/drawing/2014/main" id="{0BD9507F-ADAE-8237-9649-05479E769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8" y="2592388"/>
              <a:ext cx="1985963" cy="1439862"/>
            </a:xfrm>
            <a:custGeom>
              <a:avLst/>
              <a:gdLst>
                <a:gd name="T0" fmla="*/ 622401565 w 522"/>
                <a:gd name="T1" fmla="*/ 2147483646 h 378"/>
                <a:gd name="T2" fmla="*/ 1027682589 w 522"/>
                <a:gd name="T3" fmla="*/ 2147483646 h 378"/>
                <a:gd name="T4" fmla="*/ 1129004747 w 522"/>
                <a:gd name="T5" fmla="*/ 2147483646 h 378"/>
                <a:gd name="T6" fmla="*/ 723719919 w 522"/>
                <a:gd name="T7" fmla="*/ 2147483646 h 378"/>
                <a:gd name="T8" fmla="*/ 578976696 w 522"/>
                <a:gd name="T9" fmla="*/ 2147483646 h 378"/>
                <a:gd name="T10" fmla="*/ 1071107458 w 522"/>
                <a:gd name="T11" fmla="*/ 2147483646 h 378"/>
                <a:gd name="T12" fmla="*/ 1215850681 w 522"/>
                <a:gd name="T13" fmla="*/ 2147483646 h 378"/>
                <a:gd name="T14" fmla="*/ 1606659285 w 522"/>
                <a:gd name="T15" fmla="*/ 2147483646 h 378"/>
                <a:gd name="T16" fmla="*/ 1577710641 w 522"/>
                <a:gd name="T17" fmla="*/ 2147483646 h 378"/>
                <a:gd name="T18" fmla="*/ 1954046825 w 522"/>
                <a:gd name="T19" fmla="*/ 2147483646 h 378"/>
                <a:gd name="T20" fmla="*/ 2147483646 w 522"/>
                <a:gd name="T21" fmla="*/ 2147483646 h 378"/>
                <a:gd name="T22" fmla="*/ 2147483646 w 522"/>
                <a:gd name="T23" fmla="*/ 2147483646 h 378"/>
                <a:gd name="T24" fmla="*/ 2147483646 w 522"/>
                <a:gd name="T25" fmla="*/ 2147483646 h 378"/>
                <a:gd name="T26" fmla="*/ 2147483646 w 522"/>
                <a:gd name="T27" fmla="*/ 2147483646 h 378"/>
                <a:gd name="T28" fmla="*/ 2147483646 w 522"/>
                <a:gd name="T29" fmla="*/ 2147483646 h 378"/>
                <a:gd name="T30" fmla="*/ 2147483646 w 522"/>
                <a:gd name="T31" fmla="*/ 2147483646 h 378"/>
                <a:gd name="T32" fmla="*/ 2147483646 w 522"/>
                <a:gd name="T33" fmla="*/ 2147483646 h 378"/>
                <a:gd name="T34" fmla="*/ 2147483646 w 522"/>
                <a:gd name="T35" fmla="*/ 2147483646 h 378"/>
                <a:gd name="T36" fmla="*/ 2147483646 w 522"/>
                <a:gd name="T37" fmla="*/ 2147483646 h 378"/>
                <a:gd name="T38" fmla="*/ 2147483646 w 522"/>
                <a:gd name="T39" fmla="*/ 2147483646 h 378"/>
                <a:gd name="T40" fmla="*/ 2147483646 w 522"/>
                <a:gd name="T41" fmla="*/ 2147483646 h 378"/>
                <a:gd name="T42" fmla="*/ 2147483646 w 522"/>
                <a:gd name="T43" fmla="*/ 2147483646 h 378"/>
                <a:gd name="T44" fmla="*/ 2147483646 w 522"/>
                <a:gd name="T45" fmla="*/ 2147483646 h 378"/>
                <a:gd name="T46" fmla="*/ 2147483646 w 522"/>
                <a:gd name="T47" fmla="*/ 2147483646 h 378"/>
                <a:gd name="T48" fmla="*/ 2147483646 w 522"/>
                <a:gd name="T49" fmla="*/ 2147483646 h 378"/>
                <a:gd name="T50" fmla="*/ 2147483646 w 522"/>
                <a:gd name="T51" fmla="*/ 2147483646 h 378"/>
                <a:gd name="T52" fmla="*/ 2147483646 w 522"/>
                <a:gd name="T53" fmla="*/ 2147483646 h 378"/>
                <a:gd name="T54" fmla="*/ 2147483646 w 522"/>
                <a:gd name="T55" fmla="*/ 2074886852 h 378"/>
                <a:gd name="T56" fmla="*/ 2147483646 w 522"/>
                <a:gd name="T57" fmla="*/ 1799202798 h 378"/>
                <a:gd name="T58" fmla="*/ 2147483646 w 522"/>
                <a:gd name="T59" fmla="*/ 1436460421 h 378"/>
                <a:gd name="T60" fmla="*/ 2147483646 w 522"/>
                <a:gd name="T61" fmla="*/ 1305871033 h 378"/>
                <a:gd name="T62" fmla="*/ 2147483646 w 522"/>
                <a:gd name="T63" fmla="*/ 1276852861 h 378"/>
                <a:gd name="T64" fmla="*/ 2147483646 w 522"/>
                <a:gd name="T65" fmla="*/ 986659722 h 378"/>
                <a:gd name="T66" fmla="*/ 2147483646 w 522"/>
                <a:gd name="T67" fmla="*/ 914110485 h 378"/>
                <a:gd name="T68" fmla="*/ 2147483646 w 522"/>
                <a:gd name="T69" fmla="*/ 319211311 h 378"/>
                <a:gd name="T70" fmla="*/ 2147483646 w 522"/>
                <a:gd name="T71" fmla="*/ 0 h 378"/>
                <a:gd name="T72" fmla="*/ 2147483646 w 522"/>
                <a:gd name="T73" fmla="*/ 377251462 h 378"/>
                <a:gd name="T74" fmla="*/ 2147483646 w 522"/>
                <a:gd name="T75" fmla="*/ 406269634 h 378"/>
                <a:gd name="T76" fmla="*/ 2147483646 w 522"/>
                <a:gd name="T77" fmla="*/ 638426431 h 378"/>
                <a:gd name="T78" fmla="*/ 2147483646 w 522"/>
                <a:gd name="T79" fmla="*/ 899601399 h 378"/>
                <a:gd name="T80" fmla="*/ 2147483646 w 522"/>
                <a:gd name="T81" fmla="*/ 1146267282 h 378"/>
                <a:gd name="T82" fmla="*/ 2147483646 w 522"/>
                <a:gd name="T83" fmla="*/ 1160776367 h 378"/>
                <a:gd name="T84" fmla="*/ 2147483646 w 522"/>
                <a:gd name="T85" fmla="*/ 1175285453 h 378"/>
                <a:gd name="T86" fmla="*/ 2147483646 w 522"/>
                <a:gd name="T87" fmla="*/ 1160776367 h 378"/>
                <a:gd name="T88" fmla="*/ 2147483646 w 522"/>
                <a:gd name="T89" fmla="*/ 1247834690 h 378"/>
                <a:gd name="T90" fmla="*/ 2147483646 w 522"/>
                <a:gd name="T91" fmla="*/ 1204303624 h 378"/>
                <a:gd name="T92" fmla="*/ 2147483646 w 522"/>
                <a:gd name="T93" fmla="*/ 841561247 h 378"/>
                <a:gd name="T94" fmla="*/ 2147483646 w 522"/>
                <a:gd name="T95" fmla="*/ 580386279 h 378"/>
                <a:gd name="T96" fmla="*/ 2147483646 w 522"/>
                <a:gd name="T97" fmla="*/ 493327956 h 378"/>
                <a:gd name="T98" fmla="*/ 1751406312 w 522"/>
                <a:gd name="T99" fmla="*/ 623917345 h 378"/>
                <a:gd name="T100" fmla="*/ 853990722 w 522"/>
                <a:gd name="T101" fmla="*/ 783524905 h 378"/>
                <a:gd name="T102" fmla="*/ 260537801 w 522"/>
                <a:gd name="T103" fmla="*/ 1436460421 h 37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22" h="378">
                  <a:moveTo>
                    <a:pt x="28" y="153"/>
                  </a:moveTo>
                  <a:cubicBezTo>
                    <a:pt x="31" y="157"/>
                    <a:pt x="34" y="161"/>
                    <a:pt x="36" y="166"/>
                  </a:cubicBezTo>
                  <a:cubicBezTo>
                    <a:pt x="38" y="171"/>
                    <a:pt x="39" y="176"/>
                    <a:pt x="43" y="181"/>
                  </a:cubicBezTo>
                  <a:cubicBezTo>
                    <a:pt x="46" y="184"/>
                    <a:pt x="49" y="187"/>
                    <a:pt x="53" y="190"/>
                  </a:cubicBezTo>
                  <a:cubicBezTo>
                    <a:pt x="57" y="192"/>
                    <a:pt x="62" y="193"/>
                    <a:pt x="66" y="196"/>
                  </a:cubicBezTo>
                  <a:cubicBezTo>
                    <a:pt x="69" y="198"/>
                    <a:pt x="68" y="200"/>
                    <a:pt x="71" y="204"/>
                  </a:cubicBezTo>
                  <a:cubicBezTo>
                    <a:pt x="73" y="207"/>
                    <a:pt x="72" y="207"/>
                    <a:pt x="71" y="211"/>
                  </a:cubicBezTo>
                  <a:cubicBezTo>
                    <a:pt x="67" y="218"/>
                    <a:pt x="67" y="222"/>
                    <a:pt x="72" y="228"/>
                  </a:cubicBezTo>
                  <a:cubicBezTo>
                    <a:pt x="75" y="231"/>
                    <a:pt x="77" y="233"/>
                    <a:pt x="78" y="237"/>
                  </a:cubicBezTo>
                  <a:cubicBezTo>
                    <a:pt x="78" y="242"/>
                    <a:pt x="79" y="248"/>
                    <a:pt x="78" y="252"/>
                  </a:cubicBezTo>
                  <a:cubicBezTo>
                    <a:pt x="76" y="260"/>
                    <a:pt x="66" y="265"/>
                    <a:pt x="58" y="266"/>
                  </a:cubicBezTo>
                  <a:cubicBezTo>
                    <a:pt x="54" y="267"/>
                    <a:pt x="52" y="267"/>
                    <a:pt x="50" y="272"/>
                  </a:cubicBezTo>
                  <a:cubicBezTo>
                    <a:pt x="48" y="276"/>
                    <a:pt x="48" y="277"/>
                    <a:pt x="44" y="277"/>
                  </a:cubicBezTo>
                  <a:cubicBezTo>
                    <a:pt x="42" y="278"/>
                    <a:pt x="39" y="277"/>
                    <a:pt x="37" y="279"/>
                  </a:cubicBezTo>
                  <a:cubicBezTo>
                    <a:pt x="36" y="282"/>
                    <a:pt x="38" y="284"/>
                    <a:pt x="40" y="285"/>
                  </a:cubicBezTo>
                  <a:cubicBezTo>
                    <a:pt x="45" y="288"/>
                    <a:pt x="56" y="288"/>
                    <a:pt x="62" y="286"/>
                  </a:cubicBezTo>
                  <a:cubicBezTo>
                    <a:pt x="66" y="285"/>
                    <a:pt x="66" y="283"/>
                    <a:pt x="67" y="279"/>
                  </a:cubicBezTo>
                  <a:cubicBezTo>
                    <a:pt x="67" y="275"/>
                    <a:pt x="70" y="271"/>
                    <a:pt x="74" y="274"/>
                  </a:cubicBezTo>
                  <a:cubicBezTo>
                    <a:pt x="75" y="276"/>
                    <a:pt x="74" y="278"/>
                    <a:pt x="74" y="280"/>
                  </a:cubicBezTo>
                  <a:cubicBezTo>
                    <a:pt x="75" y="280"/>
                    <a:pt x="75" y="280"/>
                    <a:pt x="75" y="280"/>
                  </a:cubicBezTo>
                  <a:cubicBezTo>
                    <a:pt x="78" y="281"/>
                    <a:pt x="81" y="277"/>
                    <a:pt x="84" y="277"/>
                  </a:cubicBezTo>
                  <a:cubicBezTo>
                    <a:pt x="88" y="277"/>
                    <a:pt x="91" y="281"/>
                    <a:pt x="93" y="282"/>
                  </a:cubicBezTo>
                  <a:cubicBezTo>
                    <a:pt x="98" y="285"/>
                    <a:pt x="104" y="281"/>
                    <a:pt x="109" y="283"/>
                  </a:cubicBezTo>
                  <a:cubicBezTo>
                    <a:pt x="117" y="287"/>
                    <a:pt x="113" y="291"/>
                    <a:pt x="111" y="296"/>
                  </a:cubicBezTo>
                  <a:cubicBezTo>
                    <a:pt x="110" y="300"/>
                    <a:pt x="110" y="305"/>
                    <a:pt x="111" y="308"/>
                  </a:cubicBezTo>
                  <a:cubicBezTo>
                    <a:pt x="112" y="312"/>
                    <a:pt x="113" y="311"/>
                    <a:pt x="111" y="315"/>
                  </a:cubicBezTo>
                  <a:cubicBezTo>
                    <a:pt x="109" y="319"/>
                    <a:pt x="106" y="327"/>
                    <a:pt x="109" y="331"/>
                  </a:cubicBezTo>
                  <a:cubicBezTo>
                    <a:pt x="111" y="334"/>
                    <a:pt x="117" y="335"/>
                    <a:pt x="119" y="336"/>
                  </a:cubicBezTo>
                  <a:cubicBezTo>
                    <a:pt x="122" y="338"/>
                    <a:pt x="126" y="341"/>
                    <a:pt x="128" y="343"/>
                  </a:cubicBezTo>
                  <a:cubicBezTo>
                    <a:pt x="132" y="349"/>
                    <a:pt x="130" y="357"/>
                    <a:pt x="135" y="362"/>
                  </a:cubicBezTo>
                  <a:cubicBezTo>
                    <a:pt x="138" y="364"/>
                    <a:pt x="149" y="368"/>
                    <a:pt x="149" y="371"/>
                  </a:cubicBezTo>
                  <a:cubicBezTo>
                    <a:pt x="157" y="368"/>
                    <a:pt x="159" y="358"/>
                    <a:pt x="166" y="368"/>
                  </a:cubicBezTo>
                  <a:cubicBezTo>
                    <a:pt x="171" y="374"/>
                    <a:pt x="174" y="378"/>
                    <a:pt x="183" y="376"/>
                  </a:cubicBezTo>
                  <a:cubicBezTo>
                    <a:pt x="188" y="374"/>
                    <a:pt x="200" y="372"/>
                    <a:pt x="202" y="368"/>
                  </a:cubicBezTo>
                  <a:cubicBezTo>
                    <a:pt x="206" y="358"/>
                    <a:pt x="195" y="353"/>
                    <a:pt x="196" y="346"/>
                  </a:cubicBezTo>
                  <a:cubicBezTo>
                    <a:pt x="196" y="343"/>
                    <a:pt x="201" y="341"/>
                    <a:pt x="201" y="339"/>
                  </a:cubicBezTo>
                  <a:cubicBezTo>
                    <a:pt x="200" y="336"/>
                    <a:pt x="195" y="336"/>
                    <a:pt x="197" y="331"/>
                  </a:cubicBezTo>
                  <a:cubicBezTo>
                    <a:pt x="198" y="327"/>
                    <a:pt x="205" y="321"/>
                    <a:pt x="209" y="318"/>
                  </a:cubicBezTo>
                  <a:cubicBezTo>
                    <a:pt x="214" y="313"/>
                    <a:pt x="220" y="317"/>
                    <a:pt x="227" y="317"/>
                  </a:cubicBezTo>
                  <a:cubicBezTo>
                    <a:pt x="236" y="317"/>
                    <a:pt x="245" y="315"/>
                    <a:pt x="254" y="312"/>
                  </a:cubicBezTo>
                  <a:cubicBezTo>
                    <a:pt x="259" y="310"/>
                    <a:pt x="269" y="306"/>
                    <a:pt x="274" y="312"/>
                  </a:cubicBezTo>
                  <a:cubicBezTo>
                    <a:pt x="278" y="316"/>
                    <a:pt x="270" y="324"/>
                    <a:pt x="280" y="325"/>
                  </a:cubicBezTo>
                  <a:cubicBezTo>
                    <a:pt x="284" y="325"/>
                    <a:pt x="291" y="323"/>
                    <a:pt x="294" y="321"/>
                  </a:cubicBezTo>
                  <a:cubicBezTo>
                    <a:pt x="296" y="319"/>
                    <a:pt x="297" y="317"/>
                    <a:pt x="298" y="315"/>
                  </a:cubicBezTo>
                  <a:cubicBezTo>
                    <a:pt x="299" y="310"/>
                    <a:pt x="302" y="308"/>
                    <a:pt x="307" y="305"/>
                  </a:cubicBezTo>
                  <a:cubicBezTo>
                    <a:pt x="314" y="302"/>
                    <a:pt x="318" y="297"/>
                    <a:pt x="327" y="296"/>
                  </a:cubicBezTo>
                  <a:cubicBezTo>
                    <a:pt x="329" y="296"/>
                    <a:pt x="332" y="296"/>
                    <a:pt x="334" y="296"/>
                  </a:cubicBezTo>
                  <a:cubicBezTo>
                    <a:pt x="339" y="295"/>
                    <a:pt x="344" y="292"/>
                    <a:pt x="349" y="291"/>
                  </a:cubicBezTo>
                  <a:cubicBezTo>
                    <a:pt x="359" y="290"/>
                    <a:pt x="369" y="288"/>
                    <a:pt x="379" y="288"/>
                  </a:cubicBezTo>
                  <a:cubicBezTo>
                    <a:pt x="384" y="288"/>
                    <a:pt x="389" y="288"/>
                    <a:pt x="393" y="291"/>
                  </a:cubicBezTo>
                  <a:cubicBezTo>
                    <a:pt x="397" y="295"/>
                    <a:pt x="398" y="298"/>
                    <a:pt x="404" y="298"/>
                  </a:cubicBezTo>
                  <a:cubicBezTo>
                    <a:pt x="408" y="298"/>
                    <a:pt x="409" y="297"/>
                    <a:pt x="413" y="300"/>
                  </a:cubicBezTo>
                  <a:cubicBezTo>
                    <a:pt x="416" y="303"/>
                    <a:pt x="419" y="307"/>
                    <a:pt x="423" y="308"/>
                  </a:cubicBezTo>
                  <a:cubicBezTo>
                    <a:pt x="431" y="308"/>
                    <a:pt x="436" y="300"/>
                    <a:pt x="444" y="300"/>
                  </a:cubicBezTo>
                  <a:cubicBezTo>
                    <a:pt x="447" y="299"/>
                    <a:pt x="448" y="301"/>
                    <a:pt x="451" y="303"/>
                  </a:cubicBezTo>
                  <a:cubicBezTo>
                    <a:pt x="454" y="304"/>
                    <a:pt x="457" y="304"/>
                    <a:pt x="461" y="304"/>
                  </a:cubicBezTo>
                  <a:cubicBezTo>
                    <a:pt x="468" y="303"/>
                    <a:pt x="476" y="307"/>
                    <a:pt x="483" y="306"/>
                  </a:cubicBezTo>
                  <a:cubicBezTo>
                    <a:pt x="486" y="306"/>
                    <a:pt x="495" y="307"/>
                    <a:pt x="495" y="303"/>
                  </a:cubicBezTo>
                  <a:cubicBezTo>
                    <a:pt x="495" y="302"/>
                    <a:pt x="495" y="302"/>
                    <a:pt x="495" y="302"/>
                  </a:cubicBezTo>
                  <a:cubicBezTo>
                    <a:pt x="502" y="304"/>
                    <a:pt x="504" y="310"/>
                    <a:pt x="511" y="305"/>
                  </a:cubicBezTo>
                  <a:cubicBezTo>
                    <a:pt x="515" y="303"/>
                    <a:pt x="522" y="299"/>
                    <a:pt x="518" y="295"/>
                  </a:cubicBezTo>
                  <a:cubicBezTo>
                    <a:pt x="515" y="293"/>
                    <a:pt x="512" y="294"/>
                    <a:pt x="510" y="291"/>
                  </a:cubicBezTo>
                  <a:cubicBezTo>
                    <a:pt x="508" y="289"/>
                    <a:pt x="509" y="285"/>
                    <a:pt x="508" y="283"/>
                  </a:cubicBezTo>
                  <a:cubicBezTo>
                    <a:pt x="506" y="279"/>
                    <a:pt x="502" y="273"/>
                    <a:pt x="500" y="270"/>
                  </a:cubicBezTo>
                  <a:cubicBezTo>
                    <a:pt x="496" y="267"/>
                    <a:pt x="494" y="263"/>
                    <a:pt x="491" y="259"/>
                  </a:cubicBezTo>
                  <a:cubicBezTo>
                    <a:pt x="496" y="257"/>
                    <a:pt x="503" y="258"/>
                    <a:pt x="506" y="253"/>
                  </a:cubicBezTo>
                  <a:cubicBezTo>
                    <a:pt x="508" y="250"/>
                    <a:pt x="508" y="246"/>
                    <a:pt x="508" y="243"/>
                  </a:cubicBezTo>
                  <a:cubicBezTo>
                    <a:pt x="508" y="239"/>
                    <a:pt x="507" y="234"/>
                    <a:pt x="508" y="230"/>
                  </a:cubicBezTo>
                  <a:cubicBezTo>
                    <a:pt x="509" y="227"/>
                    <a:pt x="510" y="220"/>
                    <a:pt x="510" y="217"/>
                  </a:cubicBezTo>
                  <a:cubicBezTo>
                    <a:pt x="510" y="212"/>
                    <a:pt x="508" y="213"/>
                    <a:pt x="503" y="213"/>
                  </a:cubicBezTo>
                  <a:cubicBezTo>
                    <a:pt x="499" y="212"/>
                    <a:pt x="493" y="212"/>
                    <a:pt x="489" y="210"/>
                  </a:cubicBezTo>
                  <a:cubicBezTo>
                    <a:pt x="486" y="207"/>
                    <a:pt x="485" y="202"/>
                    <a:pt x="481" y="201"/>
                  </a:cubicBezTo>
                  <a:cubicBezTo>
                    <a:pt x="477" y="200"/>
                    <a:pt x="475" y="206"/>
                    <a:pt x="471" y="206"/>
                  </a:cubicBezTo>
                  <a:cubicBezTo>
                    <a:pt x="468" y="203"/>
                    <a:pt x="469" y="195"/>
                    <a:pt x="469" y="191"/>
                  </a:cubicBezTo>
                  <a:cubicBezTo>
                    <a:pt x="468" y="184"/>
                    <a:pt x="463" y="180"/>
                    <a:pt x="462" y="173"/>
                  </a:cubicBezTo>
                  <a:cubicBezTo>
                    <a:pt x="457" y="176"/>
                    <a:pt x="456" y="177"/>
                    <a:pt x="452" y="180"/>
                  </a:cubicBezTo>
                  <a:cubicBezTo>
                    <a:pt x="450" y="178"/>
                    <a:pt x="444" y="177"/>
                    <a:pt x="441" y="176"/>
                  </a:cubicBezTo>
                  <a:cubicBezTo>
                    <a:pt x="440" y="177"/>
                    <a:pt x="438" y="178"/>
                    <a:pt x="436" y="179"/>
                  </a:cubicBezTo>
                  <a:cubicBezTo>
                    <a:pt x="435" y="176"/>
                    <a:pt x="431" y="175"/>
                    <a:pt x="429" y="175"/>
                  </a:cubicBezTo>
                  <a:cubicBezTo>
                    <a:pt x="428" y="172"/>
                    <a:pt x="428" y="172"/>
                    <a:pt x="428" y="172"/>
                  </a:cubicBezTo>
                  <a:cubicBezTo>
                    <a:pt x="430" y="167"/>
                    <a:pt x="429" y="162"/>
                    <a:pt x="433" y="158"/>
                  </a:cubicBezTo>
                  <a:cubicBezTo>
                    <a:pt x="435" y="155"/>
                    <a:pt x="436" y="154"/>
                    <a:pt x="436" y="150"/>
                  </a:cubicBezTo>
                  <a:cubicBezTo>
                    <a:pt x="438" y="148"/>
                    <a:pt x="441" y="145"/>
                    <a:pt x="444" y="145"/>
                  </a:cubicBezTo>
                  <a:cubicBezTo>
                    <a:pt x="446" y="143"/>
                    <a:pt x="446" y="143"/>
                    <a:pt x="446" y="143"/>
                  </a:cubicBezTo>
                  <a:cubicBezTo>
                    <a:pt x="445" y="141"/>
                    <a:pt x="444" y="138"/>
                    <a:pt x="442" y="136"/>
                  </a:cubicBezTo>
                  <a:cubicBezTo>
                    <a:pt x="438" y="136"/>
                    <a:pt x="438" y="136"/>
                    <a:pt x="438" y="136"/>
                  </a:cubicBezTo>
                  <a:cubicBezTo>
                    <a:pt x="437" y="132"/>
                    <a:pt x="440" y="127"/>
                    <a:pt x="441" y="124"/>
                  </a:cubicBezTo>
                  <a:cubicBezTo>
                    <a:pt x="440" y="120"/>
                    <a:pt x="439" y="120"/>
                    <a:pt x="440" y="116"/>
                  </a:cubicBezTo>
                  <a:cubicBezTo>
                    <a:pt x="440" y="112"/>
                    <a:pt x="441" y="111"/>
                    <a:pt x="440" y="107"/>
                  </a:cubicBezTo>
                  <a:cubicBezTo>
                    <a:pt x="439" y="104"/>
                    <a:pt x="438" y="102"/>
                    <a:pt x="437" y="99"/>
                  </a:cubicBezTo>
                  <a:cubicBezTo>
                    <a:pt x="437" y="97"/>
                    <a:pt x="438" y="94"/>
                    <a:pt x="438" y="91"/>
                  </a:cubicBezTo>
                  <a:cubicBezTo>
                    <a:pt x="436" y="90"/>
                    <a:pt x="433" y="88"/>
                    <a:pt x="431" y="88"/>
                  </a:cubicBezTo>
                  <a:cubicBezTo>
                    <a:pt x="424" y="90"/>
                    <a:pt x="424" y="90"/>
                    <a:pt x="424" y="90"/>
                  </a:cubicBezTo>
                  <a:cubicBezTo>
                    <a:pt x="422" y="93"/>
                    <a:pt x="419" y="98"/>
                    <a:pt x="415" y="98"/>
                  </a:cubicBezTo>
                  <a:cubicBezTo>
                    <a:pt x="414" y="91"/>
                    <a:pt x="405" y="90"/>
                    <a:pt x="400" y="89"/>
                  </a:cubicBezTo>
                  <a:cubicBezTo>
                    <a:pt x="393" y="88"/>
                    <a:pt x="393" y="88"/>
                    <a:pt x="393" y="88"/>
                  </a:cubicBezTo>
                  <a:cubicBezTo>
                    <a:pt x="395" y="85"/>
                    <a:pt x="396" y="81"/>
                    <a:pt x="398" y="78"/>
                  </a:cubicBezTo>
                  <a:cubicBezTo>
                    <a:pt x="395" y="74"/>
                    <a:pt x="396" y="72"/>
                    <a:pt x="396" y="68"/>
                  </a:cubicBezTo>
                  <a:cubicBezTo>
                    <a:pt x="395" y="68"/>
                    <a:pt x="395" y="68"/>
                    <a:pt x="395" y="68"/>
                  </a:cubicBezTo>
                  <a:cubicBezTo>
                    <a:pt x="393" y="68"/>
                    <a:pt x="390" y="71"/>
                    <a:pt x="388" y="71"/>
                  </a:cubicBezTo>
                  <a:cubicBezTo>
                    <a:pt x="386" y="70"/>
                    <a:pt x="384" y="66"/>
                    <a:pt x="384" y="64"/>
                  </a:cubicBezTo>
                  <a:cubicBezTo>
                    <a:pt x="382" y="63"/>
                    <a:pt x="382" y="63"/>
                    <a:pt x="382" y="63"/>
                  </a:cubicBezTo>
                  <a:cubicBezTo>
                    <a:pt x="380" y="63"/>
                    <a:pt x="380" y="63"/>
                    <a:pt x="380" y="63"/>
                  </a:cubicBezTo>
                  <a:cubicBezTo>
                    <a:pt x="374" y="58"/>
                    <a:pt x="371" y="49"/>
                    <a:pt x="368" y="42"/>
                  </a:cubicBezTo>
                  <a:cubicBezTo>
                    <a:pt x="366" y="35"/>
                    <a:pt x="363" y="29"/>
                    <a:pt x="362" y="22"/>
                  </a:cubicBezTo>
                  <a:cubicBezTo>
                    <a:pt x="361" y="15"/>
                    <a:pt x="357" y="11"/>
                    <a:pt x="351" y="8"/>
                  </a:cubicBezTo>
                  <a:cubicBezTo>
                    <a:pt x="349" y="7"/>
                    <a:pt x="347" y="7"/>
                    <a:pt x="345" y="6"/>
                  </a:cubicBezTo>
                  <a:cubicBezTo>
                    <a:pt x="343" y="4"/>
                    <a:pt x="343" y="0"/>
                    <a:pt x="340" y="0"/>
                  </a:cubicBezTo>
                  <a:cubicBezTo>
                    <a:pt x="337" y="0"/>
                    <a:pt x="326" y="2"/>
                    <a:pt x="324" y="4"/>
                  </a:cubicBezTo>
                  <a:cubicBezTo>
                    <a:pt x="323" y="10"/>
                    <a:pt x="320" y="12"/>
                    <a:pt x="314" y="13"/>
                  </a:cubicBezTo>
                  <a:cubicBezTo>
                    <a:pt x="311" y="14"/>
                    <a:pt x="313" y="23"/>
                    <a:pt x="313" y="26"/>
                  </a:cubicBezTo>
                  <a:cubicBezTo>
                    <a:pt x="310" y="28"/>
                    <a:pt x="303" y="29"/>
                    <a:pt x="300" y="30"/>
                  </a:cubicBezTo>
                  <a:cubicBezTo>
                    <a:pt x="299" y="30"/>
                    <a:pt x="298" y="29"/>
                    <a:pt x="298" y="28"/>
                  </a:cubicBezTo>
                  <a:cubicBezTo>
                    <a:pt x="295" y="26"/>
                    <a:pt x="291" y="29"/>
                    <a:pt x="288" y="28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79" y="26"/>
                    <a:pt x="276" y="37"/>
                    <a:pt x="269" y="38"/>
                  </a:cubicBezTo>
                  <a:cubicBezTo>
                    <a:pt x="268" y="39"/>
                    <a:pt x="269" y="43"/>
                    <a:pt x="269" y="44"/>
                  </a:cubicBezTo>
                  <a:cubicBezTo>
                    <a:pt x="267" y="45"/>
                    <a:pt x="261" y="50"/>
                    <a:pt x="261" y="53"/>
                  </a:cubicBezTo>
                  <a:cubicBezTo>
                    <a:pt x="264" y="56"/>
                    <a:pt x="263" y="59"/>
                    <a:pt x="262" y="62"/>
                  </a:cubicBezTo>
                  <a:cubicBezTo>
                    <a:pt x="260" y="62"/>
                    <a:pt x="259" y="62"/>
                    <a:pt x="257" y="62"/>
                  </a:cubicBezTo>
                  <a:cubicBezTo>
                    <a:pt x="255" y="64"/>
                    <a:pt x="252" y="67"/>
                    <a:pt x="251" y="69"/>
                  </a:cubicBezTo>
                  <a:cubicBezTo>
                    <a:pt x="253" y="72"/>
                    <a:pt x="255" y="74"/>
                    <a:pt x="254" y="78"/>
                  </a:cubicBezTo>
                  <a:cubicBezTo>
                    <a:pt x="253" y="79"/>
                    <a:pt x="253" y="79"/>
                    <a:pt x="253" y="79"/>
                  </a:cubicBezTo>
                  <a:cubicBezTo>
                    <a:pt x="251" y="79"/>
                    <a:pt x="249" y="79"/>
                    <a:pt x="248" y="79"/>
                  </a:cubicBezTo>
                  <a:cubicBezTo>
                    <a:pt x="246" y="80"/>
                    <a:pt x="243" y="82"/>
                    <a:pt x="241" y="82"/>
                  </a:cubicBezTo>
                  <a:cubicBezTo>
                    <a:pt x="240" y="81"/>
                    <a:pt x="239" y="80"/>
                    <a:pt x="238" y="80"/>
                  </a:cubicBezTo>
                  <a:cubicBezTo>
                    <a:pt x="236" y="82"/>
                    <a:pt x="234" y="83"/>
                    <a:pt x="232" y="84"/>
                  </a:cubicBezTo>
                  <a:cubicBezTo>
                    <a:pt x="230" y="84"/>
                    <a:pt x="228" y="82"/>
                    <a:pt x="226" y="81"/>
                  </a:cubicBezTo>
                  <a:cubicBezTo>
                    <a:pt x="224" y="81"/>
                    <a:pt x="224" y="81"/>
                    <a:pt x="224" y="81"/>
                  </a:cubicBezTo>
                  <a:cubicBezTo>
                    <a:pt x="224" y="80"/>
                    <a:pt x="223" y="78"/>
                    <a:pt x="222" y="78"/>
                  </a:cubicBezTo>
                  <a:cubicBezTo>
                    <a:pt x="217" y="77"/>
                    <a:pt x="217" y="77"/>
                    <a:pt x="217" y="77"/>
                  </a:cubicBezTo>
                  <a:cubicBezTo>
                    <a:pt x="217" y="78"/>
                    <a:pt x="215" y="80"/>
                    <a:pt x="214" y="80"/>
                  </a:cubicBezTo>
                  <a:cubicBezTo>
                    <a:pt x="212" y="79"/>
                    <a:pt x="212" y="79"/>
                    <a:pt x="212" y="79"/>
                  </a:cubicBezTo>
                  <a:cubicBezTo>
                    <a:pt x="210" y="80"/>
                    <a:pt x="210" y="80"/>
                    <a:pt x="210" y="80"/>
                  </a:cubicBezTo>
                  <a:cubicBezTo>
                    <a:pt x="209" y="82"/>
                    <a:pt x="208" y="84"/>
                    <a:pt x="206" y="86"/>
                  </a:cubicBezTo>
                  <a:cubicBezTo>
                    <a:pt x="203" y="88"/>
                    <a:pt x="201" y="87"/>
                    <a:pt x="198" y="86"/>
                  </a:cubicBezTo>
                  <a:cubicBezTo>
                    <a:pt x="194" y="86"/>
                    <a:pt x="191" y="88"/>
                    <a:pt x="188" y="86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4" y="77"/>
                    <a:pt x="189" y="77"/>
                    <a:pt x="190" y="73"/>
                  </a:cubicBezTo>
                  <a:cubicBezTo>
                    <a:pt x="189" y="69"/>
                    <a:pt x="188" y="62"/>
                    <a:pt x="186" y="59"/>
                  </a:cubicBezTo>
                  <a:cubicBezTo>
                    <a:pt x="185" y="58"/>
                    <a:pt x="185" y="58"/>
                    <a:pt x="185" y="58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84" y="55"/>
                    <a:pt x="185" y="53"/>
                    <a:pt x="185" y="51"/>
                  </a:cubicBezTo>
                  <a:cubicBezTo>
                    <a:pt x="181" y="42"/>
                    <a:pt x="189" y="46"/>
                    <a:pt x="189" y="40"/>
                  </a:cubicBezTo>
                  <a:cubicBezTo>
                    <a:pt x="188" y="36"/>
                    <a:pt x="187" y="35"/>
                    <a:pt x="184" y="34"/>
                  </a:cubicBezTo>
                  <a:cubicBezTo>
                    <a:pt x="180" y="32"/>
                    <a:pt x="180" y="32"/>
                    <a:pt x="180" y="32"/>
                  </a:cubicBezTo>
                  <a:cubicBezTo>
                    <a:pt x="174" y="31"/>
                    <a:pt x="169" y="35"/>
                    <a:pt x="163" y="34"/>
                  </a:cubicBezTo>
                  <a:cubicBezTo>
                    <a:pt x="159" y="33"/>
                    <a:pt x="158" y="32"/>
                    <a:pt x="154" y="33"/>
                  </a:cubicBezTo>
                  <a:cubicBezTo>
                    <a:pt x="152" y="32"/>
                    <a:pt x="152" y="32"/>
                    <a:pt x="152" y="32"/>
                  </a:cubicBezTo>
                  <a:cubicBezTo>
                    <a:pt x="143" y="36"/>
                    <a:pt x="131" y="39"/>
                    <a:pt x="121" y="43"/>
                  </a:cubicBezTo>
                  <a:cubicBezTo>
                    <a:pt x="117" y="44"/>
                    <a:pt x="112" y="46"/>
                    <a:pt x="107" y="47"/>
                  </a:cubicBezTo>
                  <a:cubicBezTo>
                    <a:pt x="98" y="48"/>
                    <a:pt x="86" y="48"/>
                    <a:pt x="78" y="45"/>
                  </a:cubicBezTo>
                  <a:cubicBezTo>
                    <a:pt x="71" y="47"/>
                    <a:pt x="64" y="48"/>
                    <a:pt x="59" y="54"/>
                  </a:cubicBezTo>
                  <a:cubicBezTo>
                    <a:pt x="52" y="62"/>
                    <a:pt x="41" y="68"/>
                    <a:pt x="34" y="76"/>
                  </a:cubicBezTo>
                  <a:cubicBezTo>
                    <a:pt x="30" y="79"/>
                    <a:pt x="27" y="82"/>
                    <a:pt x="23" y="85"/>
                  </a:cubicBezTo>
                  <a:cubicBezTo>
                    <a:pt x="19" y="89"/>
                    <a:pt x="19" y="93"/>
                    <a:pt x="18" y="99"/>
                  </a:cubicBezTo>
                  <a:cubicBezTo>
                    <a:pt x="16" y="109"/>
                    <a:pt x="9" y="114"/>
                    <a:pt x="0" y="119"/>
                  </a:cubicBezTo>
                  <a:cubicBezTo>
                    <a:pt x="8" y="128"/>
                    <a:pt x="20" y="143"/>
                    <a:pt x="28" y="15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shade val="30000"/>
                    <a:satMod val="115000"/>
                  </a:schemeClr>
                </a:gs>
                <a:gs pos="50000">
                  <a:schemeClr val="accent3">
                    <a:shade val="67500"/>
                    <a:satMod val="115000"/>
                  </a:schemeClr>
                </a:gs>
                <a:gs pos="100000">
                  <a:schemeClr val="accent3">
                    <a:shade val="100000"/>
                    <a:satMod val="115000"/>
                  </a:schemeClr>
                </a:gs>
              </a:gsLst>
              <a:lin ang="5400000" scaled="1"/>
              <a:tileRect/>
            </a:gradFill>
            <a:ln w="7938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4" name="Freeform 11">
              <a:extLst>
                <a:ext uri="{FF2B5EF4-FFF2-40B4-BE49-F238E27FC236}">
                  <a16:creationId xmlns:a16="http://schemas.microsoft.com/office/drawing/2014/main" id="{355FC24B-DBB7-4D8F-9B69-ABFCED5B1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688" y="3044825"/>
              <a:ext cx="1735138" cy="1406525"/>
            </a:xfrm>
            <a:custGeom>
              <a:avLst/>
              <a:gdLst>
                <a:gd name="T0" fmla="*/ 159267404 w 456"/>
                <a:gd name="T1" fmla="*/ 2147483646 h 369"/>
                <a:gd name="T2" fmla="*/ 390931158 w 456"/>
                <a:gd name="T3" fmla="*/ 2147483646 h 369"/>
                <a:gd name="T4" fmla="*/ 622594911 w 456"/>
                <a:gd name="T5" fmla="*/ 2147483646 h 369"/>
                <a:gd name="T6" fmla="*/ 579159384 w 456"/>
                <a:gd name="T7" fmla="*/ 2147483646 h 369"/>
                <a:gd name="T8" fmla="*/ 781866120 w 456"/>
                <a:gd name="T9" fmla="*/ 2147483646 h 369"/>
                <a:gd name="T10" fmla="*/ 970094347 w 456"/>
                <a:gd name="T11" fmla="*/ 2147483646 h 369"/>
                <a:gd name="T12" fmla="*/ 1317589978 w 456"/>
                <a:gd name="T13" fmla="*/ 2147483646 h 369"/>
                <a:gd name="T14" fmla="*/ 1708521135 w 456"/>
                <a:gd name="T15" fmla="*/ 2147483646 h 369"/>
                <a:gd name="T16" fmla="*/ 2142891625 w 456"/>
                <a:gd name="T17" fmla="*/ 2147483646 h 369"/>
                <a:gd name="T18" fmla="*/ 2147483646 w 456"/>
                <a:gd name="T19" fmla="*/ 2147483646 h 369"/>
                <a:gd name="T20" fmla="*/ 2147483646 w 456"/>
                <a:gd name="T21" fmla="*/ 2147483646 h 369"/>
                <a:gd name="T22" fmla="*/ 2147483646 w 456"/>
                <a:gd name="T23" fmla="*/ 2147483646 h 369"/>
                <a:gd name="T24" fmla="*/ 2147483646 w 456"/>
                <a:gd name="T25" fmla="*/ 2147483646 h 369"/>
                <a:gd name="T26" fmla="*/ 2147483646 w 456"/>
                <a:gd name="T27" fmla="*/ 2147483646 h 369"/>
                <a:gd name="T28" fmla="*/ 2147483646 w 456"/>
                <a:gd name="T29" fmla="*/ 2147483646 h 369"/>
                <a:gd name="T30" fmla="*/ 2147483646 w 456"/>
                <a:gd name="T31" fmla="*/ 2147483646 h 369"/>
                <a:gd name="T32" fmla="*/ 2147483646 w 456"/>
                <a:gd name="T33" fmla="*/ 2147483646 h 369"/>
                <a:gd name="T34" fmla="*/ 2147483646 w 456"/>
                <a:gd name="T35" fmla="*/ 2147483646 h 369"/>
                <a:gd name="T36" fmla="*/ 2147483646 w 456"/>
                <a:gd name="T37" fmla="*/ 2147483646 h 369"/>
                <a:gd name="T38" fmla="*/ 2147483646 w 456"/>
                <a:gd name="T39" fmla="*/ 2147483646 h 369"/>
                <a:gd name="T40" fmla="*/ 2147483646 w 456"/>
                <a:gd name="T41" fmla="*/ 2147483646 h 369"/>
                <a:gd name="T42" fmla="*/ 2147483646 w 456"/>
                <a:gd name="T43" fmla="*/ 2147483646 h 369"/>
                <a:gd name="T44" fmla="*/ 2147483646 w 456"/>
                <a:gd name="T45" fmla="*/ 2147483646 h 369"/>
                <a:gd name="T46" fmla="*/ 2147483646 w 456"/>
                <a:gd name="T47" fmla="*/ 2147483646 h 369"/>
                <a:gd name="T48" fmla="*/ 2147483646 w 456"/>
                <a:gd name="T49" fmla="*/ 2147483646 h 369"/>
                <a:gd name="T50" fmla="*/ 2147483646 w 456"/>
                <a:gd name="T51" fmla="*/ 2147483646 h 369"/>
                <a:gd name="T52" fmla="*/ 2147483646 w 456"/>
                <a:gd name="T53" fmla="*/ 2147483646 h 369"/>
                <a:gd name="T54" fmla="*/ 2147483646 w 456"/>
                <a:gd name="T55" fmla="*/ 2147483646 h 369"/>
                <a:gd name="T56" fmla="*/ 2147483646 w 456"/>
                <a:gd name="T57" fmla="*/ 2147483646 h 369"/>
                <a:gd name="T58" fmla="*/ 2147483646 w 456"/>
                <a:gd name="T59" fmla="*/ 2147483646 h 369"/>
                <a:gd name="T60" fmla="*/ 2147483646 w 456"/>
                <a:gd name="T61" fmla="*/ 2147483646 h 369"/>
                <a:gd name="T62" fmla="*/ 2147483646 w 456"/>
                <a:gd name="T63" fmla="*/ 2147483646 h 369"/>
                <a:gd name="T64" fmla="*/ 2147483646 w 456"/>
                <a:gd name="T65" fmla="*/ 2147483646 h 369"/>
                <a:gd name="T66" fmla="*/ 2147483646 w 456"/>
                <a:gd name="T67" fmla="*/ 2147483646 h 369"/>
                <a:gd name="T68" fmla="*/ 2147483646 w 456"/>
                <a:gd name="T69" fmla="*/ 2147483646 h 369"/>
                <a:gd name="T70" fmla="*/ 2147483646 w 456"/>
                <a:gd name="T71" fmla="*/ 2019560255 h 369"/>
                <a:gd name="T72" fmla="*/ 2147483646 w 456"/>
                <a:gd name="T73" fmla="*/ 1612742911 h 369"/>
                <a:gd name="T74" fmla="*/ 2147483646 w 456"/>
                <a:gd name="T75" fmla="*/ 1336686650 h 369"/>
                <a:gd name="T76" fmla="*/ 2147483646 w 456"/>
                <a:gd name="T77" fmla="*/ 1104221230 h 369"/>
                <a:gd name="T78" fmla="*/ 2147483646 w 456"/>
                <a:gd name="T79" fmla="*/ 537582241 h 369"/>
                <a:gd name="T80" fmla="*/ 2147483646 w 456"/>
                <a:gd name="T81" fmla="*/ 261525980 h 369"/>
                <a:gd name="T82" fmla="*/ 2147483646 w 456"/>
                <a:gd name="T83" fmla="*/ 755517381 h 369"/>
                <a:gd name="T84" fmla="*/ 2147483646 w 456"/>
                <a:gd name="T85" fmla="*/ 1104221230 h 369"/>
                <a:gd name="T86" fmla="*/ 2147483646 w 456"/>
                <a:gd name="T87" fmla="*/ 1569155883 h 369"/>
                <a:gd name="T88" fmla="*/ 2147483646 w 456"/>
                <a:gd name="T89" fmla="*/ 1932386199 h 369"/>
                <a:gd name="T90" fmla="*/ 2147483646 w 456"/>
                <a:gd name="T91" fmla="*/ 2019560255 h 369"/>
                <a:gd name="T92" fmla="*/ 2128413116 w 456"/>
                <a:gd name="T93" fmla="*/ 2147483646 h 369"/>
                <a:gd name="T94" fmla="*/ 1621646276 w 456"/>
                <a:gd name="T95" fmla="*/ 2147483646 h 369"/>
                <a:gd name="T96" fmla="*/ 1056965401 w 456"/>
                <a:gd name="T97" fmla="*/ 2147483646 h 369"/>
                <a:gd name="T98" fmla="*/ 289581595 w 456"/>
                <a:gd name="T99" fmla="*/ 2147483646 h 369"/>
                <a:gd name="T100" fmla="*/ 43435527 w 456"/>
                <a:gd name="T101" fmla="*/ 2147483646 h 3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56" h="369">
                  <a:moveTo>
                    <a:pt x="3" y="234"/>
                  </a:moveTo>
                  <a:cubicBezTo>
                    <a:pt x="0" y="238"/>
                    <a:pt x="8" y="238"/>
                    <a:pt x="11" y="237"/>
                  </a:cubicBezTo>
                  <a:cubicBezTo>
                    <a:pt x="14" y="235"/>
                    <a:pt x="18" y="228"/>
                    <a:pt x="22" y="229"/>
                  </a:cubicBezTo>
                  <a:cubicBezTo>
                    <a:pt x="26" y="229"/>
                    <a:pt x="26" y="234"/>
                    <a:pt x="27" y="237"/>
                  </a:cubicBezTo>
                  <a:cubicBezTo>
                    <a:pt x="29" y="240"/>
                    <a:pt x="34" y="242"/>
                    <a:pt x="37" y="245"/>
                  </a:cubicBezTo>
                  <a:cubicBezTo>
                    <a:pt x="39" y="247"/>
                    <a:pt x="44" y="251"/>
                    <a:pt x="43" y="254"/>
                  </a:cubicBezTo>
                  <a:cubicBezTo>
                    <a:pt x="43" y="255"/>
                    <a:pt x="41" y="256"/>
                    <a:pt x="40" y="257"/>
                  </a:cubicBezTo>
                  <a:cubicBezTo>
                    <a:pt x="38" y="260"/>
                    <a:pt x="40" y="271"/>
                    <a:pt x="40" y="274"/>
                  </a:cubicBezTo>
                  <a:cubicBezTo>
                    <a:pt x="41" y="279"/>
                    <a:pt x="43" y="282"/>
                    <a:pt x="46" y="286"/>
                  </a:cubicBezTo>
                  <a:cubicBezTo>
                    <a:pt x="49" y="291"/>
                    <a:pt x="51" y="296"/>
                    <a:pt x="54" y="302"/>
                  </a:cubicBezTo>
                  <a:cubicBezTo>
                    <a:pt x="55" y="304"/>
                    <a:pt x="56" y="309"/>
                    <a:pt x="59" y="309"/>
                  </a:cubicBezTo>
                  <a:cubicBezTo>
                    <a:pt x="62" y="309"/>
                    <a:pt x="64" y="304"/>
                    <a:pt x="67" y="304"/>
                  </a:cubicBezTo>
                  <a:cubicBezTo>
                    <a:pt x="73" y="302"/>
                    <a:pt x="77" y="306"/>
                    <a:pt x="82" y="301"/>
                  </a:cubicBezTo>
                  <a:cubicBezTo>
                    <a:pt x="87" y="296"/>
                    <a:pt x="83" y="290"/>
                    <a:pt x="91" y="289"/>
                  </a:cubicBezTo>
                  <a:cubicBezTo>
                    <a:pt x="97" y="289"/>
                    <a:pt x="100" y="290"/>
                    <a:pt x="105" y="287"/>
                  </a:cubicBezTo>
                  <a:cubicBezTo>
                    <a:pt x="110" y="285"/>
                    <a:pt x="114" y="282"/>
                    <a:pt x="118" y="287"/>
                  </a:cubicBezTo>
                  <a:cubicBezTo>
                    <a:pt x="123" y="295"/>
                    <a:pt x="125" y="301"/>
                    <a:pt x="136" y="302"/>
                  </a:cubicBezTo>
                  <a:cubicBezTo>
                    <a:pt x="142" y="302"/>
                    <a:pt x="144" y="302"/>
                    <a:pt x="148" y="300"/>
                  </a:cubicBezTo>
                  <a:cubicBezTo>
                    <a:pt x="151" y="300"/>
                    <a:pt x="151" y="301"/>
                    <a:pt x="153" y="302"/>
                  </a:cubicBezTo>
                  <a:cubicBezTo>
                    <a:pt x="156" y="304"/>
                    <a:pt x="159" y="306"/>
                    <a:pt x="162" y="307"/>
                  </a:cubicBezTo>
                  <a:cubicBezTo>
                    <a:pt x="166" y="309"/>
                    <a:pt x="169" y="309"/>
                    <a:pt x="172" y="310"/>
                  </a:cubicBezTo>
                  <a:cubicBezTo>
                    <a:pt x="176" y="311"/>
                    <a:pt x="178" y="314"/>
                    <a:pt x="182" y="315"/>
                  </a:cubicBezTo>
                  <a:cubicBezTo>
                    <a:pt x="184" y="316"/>
                    <a:pt x="195" y="316"/>
                    <a:pt x="196" y="319"/>
                  </a:cubicBezTo>
                  <a:cubicBezTo>
                    <a:pt x="208" y="315"/>
                    <a:pt x="211" y="307"/>
                    <a:pt x="208" y="295"/>
                  </a:cubicBezTo>
                  <a:cubicBezTo>
                    <a:pt x="207" y="291"/>
                    <a:pt x="201" y="284"/>
                    <a:pt x="200" y="280"/>
                  </a:cubicBezTo>
                  <a:cubicBezTo>
                    <a:pt x="198" y="274"/>
                    <a:pt x="201" y="268"/>
                    <a:pt x="208" y="271"/>
                  </a:cubicBezTo>
                  <a:cubicBezTo>
                    <a:pt x="215" y="274"/>
                    <a:pt x="223" y="276"/>
                    <a:pt x="232" y="277"/>
                  </a:cubicBezTo>
                  <a:cubicBezTo>
                    <a:pt x="238" y="279"/>
                    <a:pt x="237" y="280"/>
                    <a:pt x="240" y="285"/>
                  </a:cubicBezTo>
                  <a:cubicBezTo>
                    <a:pt x="242" y="289"/>
                    <a:pt x="245" y="294"/>
                    <a:pt x="248" y="297"/>
                  </a:cubicBezTo>
                  <a:cubicBezTo>
                    <a:pt x="255" y="304"/>
                    <a:pt x="266" y="305"/>
                    <a:pt x="273" y="312"/>
                  </a:cubicBezTo>
                  <a:cubicBezTo>
                    <a:pt x="277" y="315"/>
                    <a:pt x="274" y="318"/>
                    <a:pt x="271" y="321"/>
                  </a:cubicBezTo>
                  <a:cubicBezTo>
                    <a:pt x="267" y="325"/>
                    <a:pt x="267" y="327"/>
                    <a:pt x="268" y="333"/>
                  </a:cubicBezTo>
                  <a:cubicBezTo>
                    <a:pt x="269" y="339"/>
                    <a:pt x="270" y="338"/>
                    <a:pt x="276" y="339"/>
                  </a:cubicBezTo>
                  <a:cubicBezTo>
                    <a:pt x="283" y="339"/>
                    <a:pt x="286" y="342"/>
                    <a:pt x="288" y="348"/>
                  </a:cubicBezTo>
                  <a:cubicBezTo>
                    <a:pt x="290" y="353"/>
                    <a:pt x="291" y="359"/>
                    <a:pt x="295" y="363"/>
                  </a:cubicBezTo>
                  <a:cubicBezTo>
                    <a:pt x="300" y="369"/>
                    <a:pt x="300" y="361"/>
                    <a:pt x="305" y="362"/>
                  </a:cubicBezTo>
                  <a:cubicBezTo>
                    <a:pt x="308" y="362"/>
                    <a:pt x="309" y="366"/>
                    <a:pt x="311" y="366"/>
                  </a:cubicBezTo>
                  <a:cubicBezTo>
                    <a:pt x="315" y="366"/>
                    <a:pt x="314" y="363"/>
                    <a:pt x="316" y="361"/>
                  </a:cubicBezTo>
                  <a:cubicBezTo>
                    <a:pt x="318" y="358"/>
                    <a:pt x="321" y="352"/>
                    <a:pt x="324" y="349"/>
                  </a:cubicBezTo>
                  <a:cubicBezTo>
                    <a:pt x="329" y="345"/>
                    <a:pt x="343" y="329"/>
                    <a:pt x="347" y="340"/>
                  </a:cubicBezTo>
                  <a:cubicBezTo>
                    <a:pt x="352" y="331"/>
                    <a:pt x="354" y="329"/>
                    <a:pt x="365" y="329"/>
                  </a:cubicBezTo>
                  <a:cubicBezTo>
                    <a:pt x="368" y="330"/>
                    <a:pt x="372" y="330"/>
                    <a:pt x="375" y="329"/>
                  </a:cubicBezTo>
                  <a:cubicBezTo>
                    <a:pt x="380" y="329"/>
                    <a:pt x="380" y="328"/>
                    <a:pt x="381" y="324"/>
                  </a:cubicBezTo>
                  <a:cubicBezTo>
                    <a:pt x="383" y="319"/>
                    <a:pt x="388" y="321"/>
                    <a:pt x="391" y="318"/>
                  </a:cubicBezTo>
                  <a:cubicBezTo>
                    <a:pt x="393" y="315"/>
                    <a:pt x="394" y="312"/>
                    <a:pt x="396" y="308"/>
                  </a:cubicBezTo>
                  <a:cubicBezTo>
                    <a:pt x="401" y="302"/>
                    <a:pt x="407" y="304"/>
                    <a:pt x="413" y="308"/>
                  </a:cubicBezTo>
                  <a:cubicBezTo>
                    <a:pt x="418" y="311"/>
                    <a:pt x="420" y="311"/>
                    <a:pt x="423" y="304"/>
                  </a:cubicBezTo>
                  <a:cubicBezTo>
                    <a:pt x="425" y="298"/>
                    <a:pt x="425" y="291"/>
                    <a:pt x="428" y="285"/>
                  </a:cubicBezTo>
                  <a:cubicBezTo>
                    <a:pt x="430" y="282"/>
                    <a:pt x="433" y="281"/>
                    <a:pt x="436" y="280"/>
                  </a:cubicBezTo>
                  <a:cubicBezTo>
                    <a:pt x="441" y="278"/>
                    <a:pt x="442" y="277"/>
                    <a:pt x="444" y="272"/>
                  </a:cubicBezTo>
                  <a:cubicBezTo>
                    <a:pt x="445" y="268"/>
                    <a:pt x="447" y="266"/>
                    <a:pt x="450" y="263"/>
                  </a:cubicBezTo>
                  <a:cubicBezTo>
                    <a:pt x="453" y="260"/>
                    <a:pt x="454" y="256"/>
                    <a:pt x="456" y="252"/>
                  </a:cubicBezTo>
                  <a:cubicBezTo>
                    <a:pt x="456" y="249"/>
                    <a:pt x="445" y="246"/>
                    <a:pt x="443" y="244"/>
                  </a:cubicBezTo>
                  <a:cubicBezTo>
                    <a:pt x="437" y="239"/>
                    <a:pt x="439" y="231"/>
                    <a:pt x="435" y="225"/>
                  </a:cubicBezTo>
                  <a:cubicBezTo>
                    <a:pt x="433" y="222"/>
                    <a:pt x="430" y="219"/>
                    <a:pt x="426" y="217"/>
                  </a:cubicBezTo>
                  <a:cubicBezTo>
                    <a:pt x="424" y="216"/>
                    <a:pt x="419" y="215"/>
                    <a:pt x="417" y="213"/>
                  </a:cubicBezTo>
                  <a:cubicBezTo>
                    <a:pt x="413" y="208"/>
                    <a:pt x="416" y="201"/>
                    <a:pt x="418" y="196"/>
                  </a:cubicBezTo>
                  <a:cubicBezTo>
                    <a:pt x="421" y="190"/>
                    <a:pt x="415" y="185"/>
                    <a:pt x="418" y="178"/>
                  </a:cubicBezTo>
                  <a:cubicBezTo>
                    <a:pt x="419" y="173"/>
                    <a:pt x="424" y="168"/>
                    <a:pt x="416" y="164"/>
                  </a:cubicBezTo>
                  <a:cubicBezTo>
                    <a:pt x="412" y="162"/>
                    <a:pt x="406" y="166"/>
                    <a:pt x="401" y="164"/>
                  </a:cubicBezTo>
                  <a:cubicBezTo>
                    <a:pt x="398" y="163"/>
                    <a:pt x="395" y="158"/>
                    <a:pt x="391" y="158"/>
                  </a:cubicBezTo>
                  <a:cubicBezTo>
                    <a:pt x="388" y="158"/>
                    <a:pt x="385" y="162"/>
                    <a:pt x="382" y="161"/>
                  </a:cubicBezTo>
                  <a:cubicBezTo>
                    <a:pt x="381" y="161"/>
                    <a:pt x="381" y="161"/>
                    <a:pt x="381" y="161"/>
                  </a:cubicBezTo>
                  <a:cubicBezTo>
                    <a:pt x="381" y="159"/>
                    <a:pt x="382" y="157"/>
                    <a:pt x="381" y="155"/>
                  </a:cubicBezTo>
                  <a:cubicBezTo>
                    <a:pt x="377" y="152"/>
                    <a:pt x="375" y="155"/>
                    <a:pt x="374" y="159"/>
                  </a:cubicBezTo>
                  <a:cubicBezTo>
                    <a:pt x="373" y="163"/>
                    <a:pt x="373" y="165"/>
                    <a:pt x="369" y="167"/>
                  </a:cubicBezTo>
                  <a:cubicBezTo>
                    <a:pt x="364" y="170"/>
                    <a:pt x="353" y="169"/>
                    <a:pt x="348" y="167"/>
                  </a:cubicBezTo>
                  <a:cubicBezTo>
                    <a:pt x="346" y="166"/>
                    <a:pt x="343" y="164"/>
                    <a:pt x="344" y="161"/>
                  </a:cubicBezTo>
                  <a:cubicBezTo>
                    <a:pt x="346" y="158"/>
                    <a:pt x="349" y="159"/>
                    <a:pt x="352" y="158"/>
                  </a:cubicBezTo>
                  <a:cubicBezTo>
                    <a:pt x="357" y="157"/>
                    <a:pt x="356" y="155"/>
                    <a:pt x="358" y="151"/>
                  </a:cubicBezTo>
                  <a:cubicBezTo>
                    <a:pt x="361" y="146"/>
                    <a:pt x="364" y="148"/>
                    <a:pt x="369" y="146"/>
                  </a:cubicBezTo>
                  <a:cubicBezTo>
                    <a:pt x="373" y="145"/>
                    <a:pt x="378" y="142"/>
                    <a:pt x="381" y="139"/>
                  </a:cubicBezTo>
                  <a:cubicBezTo>
                    <a:pt x="386" y="135"/>
                    <a:pt x="385" y="130"/>
                    <a:pt x="385" y="124"/>
                  </a:cubicBezTo>
                  <a:cubicBezTo>
                    <a:pt x="384" y="119"/>
                    <a:pt x="385" y="115"/>
                    <a:pt x="382" y="111"/>
                  </a:cubicBezTo>
                  <a:cubicBezTo>
                    <a:pt x="379" y="108"/>
                    <a:pt x="374" y="105"/>
                    <a:pt x="375" y="99"/>
                  </a:cubicBezTo>
                  <a:cubicBezTo>
                    <a:pt x="375" y="97"/>
                    <a:pt x="377" y="94"/>
                    <a:pt x="378" y="92"/>
                  </a:cubicBezTo>
                  <a:cubicBezTo>
                    <a:pt x="379" y="89"/>
                    <a:pt x="380" y="88"/>
                    <a:pt x="378" y="85"/>
                  </a:cubicBezTo>
                  <a:cubicBezTo>
                    <a:pt x="375" y="81"/>
                    <a:pt x="376" y="79"/>
                    <a:pt x="372" y="76"/>
                  </a:cubicBezTo>
                  <a:cubicBezTo>
                    <a:pt x="367" y="73"/>
                    <a:pt x="362" y="72"/>
                    <a:pt x="357" y="69"/>
                  </a:cubicBezTo>
                  <a:cubicBezTo>
                    <a:pt x="346" y="60"/>
                    <a:pt x="346" y="48"/>
                    <a:pt x="337" y="37"/>
                  </a:cubicBezTo>
                  <a:cubicBezTo>
                    <a:pt x="329" y="26"/>
                    <a:pt x="316" y="10"/>
                    <a:pt x="307" y="0"/>
                  </a:cubicBezTo>
                  <a:cubicBezTo>
                    <a:pt x="292" y="7"/>
                    <a:pt x="281" y="12"/>
                    <a:pt x="265" y="18"/>
                  </a:cubicBezTo>
                  <a:cubicBezTo>
                    <a:pt x="259" y="21"/>
                    <a:pt x="256" y="25"/>
                    <a:pt x="253" y="31"/>
                  </a:cubicBezTo>
                  <a:cubicBezTo>
                    <a:pt x="251" y="36"/>
                    <a:pt x="247" y="47"/>
                    <a:pt x="251" y="52"/>
                  </a:cubicBezTo>
                  <a:cubicBezTo>
                    <a:pt x="249" y="57"/>
                    <a:pt x="248" y="63"/>
                    <a:pt x="245" y="68"/>
                  </a:cubicBezTo>
                  <a:cubicBezTo>
                    <a:pt x="244" y="71"/>
                    <a:pt x="241" y="73"/>
                    <a:pt x="239" y="76"/>
                  </a:cubicBezTo>
                  <a:cubicBezTo>
                    <a:pt x="236" y="80"/>
                    <a:pt x="235" y="84"/>
                    <a:pt x="234" y="88"/>
                  </a:cubicBezTo>
                  <a:cubicBezTo>
                    <a:pt x="233" y="94"/>
                    <a:pt x="233" y="101"/>
                    <a:pt x="230" y="108"/>
                  </a:cubicBezTo>
                  <a:cubicBezTo>
                    <a:pt x="226" y="116"/>
                    <a:pt x="218" y="124"/>
                    <a:pt x="211" y="130"/>
                  </a:cubicBezTo>
                  <a:cubicBezTo>
                    <a:pt x="208" y="130"/>
                    <a:pt x="206" y="132"/>
                    <a:pt x="203" y="133"/>
                  </a:cubicBezTo>
                  <a:cubicBezTo>
                    <a:pt x="200" y="134"/>
                    <a:pt x="197" y="135"/>
                    <a:pt x="193" y="135"/>
                  </a:cubicBezTo>
                  <a:cubicBezTo>
                    <a:pt x="189" y="136"/>
                    <a:pt x="187" y="137"/>
                    <a:pt x="184" y="139"/>
                  </a:cubicBezTo>
                  <a:cubicBezTo>
                    <a:pt x="177" y="145"/>
                    <a:pt x="171" y="152"/>
                    <a:pt x="166" y="159"/>
                  </a:cubicBezTo>
                  <a:cubicBezTo>
                    <a:pt x="160" y="165"/>
                    <a:pt x="156" y="171"/>
                    <a:pt x="147" y="173"/>
                  </a:cubicBezTo>
                  <a:cubicBezTo>
                    <a:pt x="141" y="175"/>
                    <a:pt x="135" y="175"/>
                    <a:pt x="128" y="174"/>
                  </a:cubicBezTo>
                  <a:cubicBezTo>
                    <a:pt x="118" y="178"/>
                    <a:pt x="116" y="189"/>
                    <a:pt x="112" y="197"/>
                  </a:cubicBezTo>
                  <a:cubicBezTo>
                    <a:pt x="108" y="205"/>
                    <a:pt x="104" y="208"/>
                    <a:pt x="95" y="210"/>
                  </a:cubicBezTo>
                  <a:cubicBezTo>
                    <a:pt x="86" y="212"/>
                    <a:pt x="81" y="216"/>
                    <a:pt x="73" y="220"/>
                  </a:cubicBezTo>
                  <a:cubicBezTo>
                    <a:pt x="61" y="227"/>
                    <a:pt x="53" y="213"/>
                    <a:pt x="43" y="206"/>
                  </a:cubicBezTo>
                  <a:cubicBezTo>
                    <a:pt x="32" y="204"/>
                    <a:pt x="28" y="210"/>
                    <a:pt x="20" y="214"/>
                  </a:cubicBezTo>
                  <a:cubicBezTo>
                    <a:pt x="19" y="218"/>
                    <a:pt x="18" y="223"/>
                    <a:pt x="14" y="226"/>
                  </a:cubicBezTo>
                  <a:cubicBezTo>
                    <a:pt x="10" y="229"/>
                    <a:pt x="5" y="230"/>
                    <a:pt x="3" y="234"/>
                  </a:cubicBezTo>
                  <a:close/>
                </a:path>
              </a:pathLst>
            </a:custGeom>
            <a:solidFill>
              <a:srgbClr val="CCCCCC"/>
            </a:solidFill>
            <a:ln w="7938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5" name="Freeform 12">
              <a:extLst>
                <a:ext uri="{FF2B5EF4-FFF2-40B4-BE49-F238E27FC236}">
                  <a16:creationId xmlns:a16="http://schemas.microsoft.com/office/drawing/2014/main" id="{1829F106-3EF5-263F-E399-951820D13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3810000"/>
              <a:ext cx="1236663" cy="1852612"/>
            </a:xfrm>
            <a:custGeom>
              <a:avLst/>
              <a:gdLst>
                <a:gd name="T0" fmla="*/ 2147483646 w 325"/>
                <a:gd name="T1" fmla="*/ 2147483646 h 486"/>
                <a:gd name="T2" fmla="*/ 2147483646 w 325"/>
                <a:gd name="T3" fmla="*/ 2147483646 h 486"/>
                <a:gd name="T4" fmla="*/ 2147483646 w 325"/>
                <a:gd name="T5" fmla="*/ 2147483646 h 486"/>
                <a:gd name="T6" fmla="*/ 2147483646 w 325"/>
                <a:gd name="T7" fmla="*/ 2147483646 h 486"/>
                <a:gd name="T8" fmla="*/ 2147483646 w 325"/>
                <a:gd name="T9" fmla="*/ 2147483646 h 486"/>
                <a:gd name="T10" fmla="*/ 2147483646 w 325"/>
                <a:gd name="T11" fmla="*/ 2147483646 h 486"/>
                <a:gd name="T12" fmla="*/ 2147483646 w 325"/>
                <a:gd name="T13" fmla="*/ 2147483646 h 486"/>
                <a:gd name="T14" fmla="*/ 2147483646 w 325"/>
                <a:gd name="T15" fmla="*/ 2147483646 h 486"/>
                <a:gd name="T16" fmla="*/ 2147483646 w 325"/>
                <a:gd name="T17" fmla="*/ 2147483646 h 486"/>
                <a:gd name="T18" fmla="*/ 2147483646 w 325"/>
                <a:gd name="T19" fmla="*/ 2147483646 h 486"/>
                <a:gd name="T20" fmla="*/ 2147483646 w 325"/>
                <a:gd name="T21" fmla="*/ 2147483646 h 486"/>
                <a:gd name="T22" fmla="*/ 2147483646 w 325"/>
                <a:gd name="T23" fmla="*/ 2147483646 h 486"/>
                <a:gd name="T24" fmla="*/ 2147483646 w 325"/>
                <a:gd name="T25" fmla="*/ 2147483646 h 486"/>
                <a:gd name="T26" fmla="*/ 2147483646 w 325"/>
                <a:gd name="T27" fmla="*/ 2147483646 h 486"/>
                <a:gd name="T28" fmla="*/ 2147483646 w 325"/>
                <a:gd name="T29" fmla="*/ 2147483646 h 486"/>
                <a:gd name="T30" fmla="*/ 2147483646 w 325"/>
                <a:gd name="T31" fmla="*/ 2147483646 h 486"/>
                <a:gd name="T32" fmla="*/ 2147483646 w 325"/>
                <a:gd name="T33" fmla="*/ 2005280952 h 486"/>
                <a:gd name="T34" fmla="*/ 2147483646 w 325"/>
                <a:gd name="T35" fmla="*/ 1903566454 h 486"/>
                <a:gd name="T36" fmla="*/ 2147483646 w 325"/>
                <a:gd name="T37" fmla="*/ 1714661021 h 486"/>
                <a:gd name="T38" fmla="*/ 2147483646 w 325"/>
                <a:gd name="T39" fmla="*/ 1598411524 h 486"/>
                <a:gd name="T40" fmla="*/ 2147483646 w 325"/>
                <a:gd name="T41" fmla="*/ 1496697026 h 486"/>
                <a:gd name="T42" fmla="*/ 2147483646 w 325"/>
                <a:gd name="T43" fmla="*/ 1467634652 h 486"/>
                <a:gd name="T44" fmla="*/ 2147483646 w 325"/>
                <a:gd name="T45" fmla="*/ 1249666845 h 486"/>
                <a:gd name="T46" fmla="*/ 2147483646 w 325"/>
                <a:gd name="T47" fmla="*/ 1482165839 h 486"/>
                <a:gd name="T48" fmla="*/ 2147483646 w 325"/>
                <a:gd name="T49" fmla="*/ 1554821775 h 486"/>
                <a:gd name="T50" fmla="*/ 2147483646 w 325"/>
                <a:gd name="T51" fmla="*/ 813738855 h 486"/>
                <a:gd name="T52" fmla="*/ 2147483646 w 325"/>
                <a:gd name="T53" fmla="*/ 566708674 h 486"/>
                <a:gd name="T54" fmla="*/ 1983611257 w 325"/>
                <a:gd name="T55" fmla="*/ 523118925 h 486"/>
                <a:gd name="T56" fmla="*/ 1954654317 w 325"/>
                <a:gd name="T57" fmla="*/ 406869428 h 486"/>
                <a:gd name="T58" fmla="*/ 1433414181 w 325"/>
                <a:gd name="T59" fmla="*/ 87187123 h 486"/>
                <a:gd name="T60" fmla="*/ 709467855 w 325"/>
                <a:gd name="T61" fmla="*/ 435931802 h 486"/>
                <a:gd name="T62" fmla="*/ 361973163 w 325"/>
                <a:gd name="T63" fmla="*/ 973578102 h 486"/>
                <a:gd name="T64" fmla="*/ 202706189 w 325"/>
                <a:gd name="T65" fmla="*/ 1264198032 h 486"/>
                <a:gd name="T66" fmla="*/ 57913880 w 325"/>
                <a:gd name="T67" fmla="*/ 1583884149 h 486"/>
                <a:gd name="T68" fmla="*/ 0 w 325"/>
                <a:gd name="T69" fmla="*/ 1685598647 h 486"/>
                <a:gd name="T70" fmla="*/ 43435410 w 325"/>
                <a:gd name="T71" fmla="*/ 1932628828 h 486"/>
                <a:gd name="T72" fmla="*/ 43435410 w 325"/>
                <a:gd name="T73" fmla="*/ 2147483646 h 486"/>
                <a:gd name="T74" fmla="*/ 883213299 w 325"/>
                <a:gd name="T75" fmla="*/ 2005280952 h 486"/>
                <a:gd name="T76" fmla="*/ 1187272582 w 325"/>
                <a:gd name="T77" fmla="*/ 2005280952 h 486"/>
                <a:gd name="T78" fmla="*/ 1650595034 w 325"/>
                <a:gd name="T79" fmla="*/ 1787316957 h 486"/>
                <a:gd name="T80" fmla="*/ 1838822753 w 325"/>
                <a:gd name="T81" fmla="*/ 1598411524 h 486"/>
                <a:gd name="T82" fmla="*/ 1998089727 w 325"/>
                <a:gd name="T83" fmla="*/ 1845441705 h 486"/>
                <a:gd name="T84" fmla="*/ 1824344283 w 325"/>
                <a:gd name="T85" fmla="*/ 1990749765 h 486"/>
                <a:gd name="T86" fmla="*/ 1780905068 w 325"/>
                <a:gd name="T87" fmla="*/ 2147483646 h 486"/>
                <a:gd name="T88" fmla="*/ 1780905068 w 325"/>
                <a:gd name="T89" fmla="*/ 2147483646 h 486"/>
                <a:gd name="T90" fmla="*/ 1940175847 w 325"/>
                <a:gd name="T91" fmla="*/ 2147483646 h 486"/>
                <a:gd name="T92" fmla="*/ 2070485882 w 325"/>
                <a:gd name="T93" fmla="*/ 2147483646 h 486"/>
                <a:gd name="T94" fmla="*/ 2147483646 w 325"/>
                <a:gd name="T95" fmla="*/ 2147483646 h 486"/>
                <a:gd name="T96" fmla="*/ 2147483646 w 325"/>
                <a:gd name="T97" fmla="*/ 2147483646 h 486"/>
                <a:gd name="T98" fmla="*/ 2147483646 w 325"/>
                <a:gd name="T99" fmla="*/ 2147483646 h 486"/>
                <a:gd name="T100" fmla="*/ 2147483646 w 325"/>
                <a:gd name="T101" fmla="*/ 2147483646 h 486"/>
                <a:gd name="T102" fmla="*/ 2147483646 w 325"/>
                <a:gd name="T103" fmla="*/ 2147483646 h 486"/>
                <a:gd name="T104" fmla="*/ 2147483646 w 325"/>
                <a:gd name="T105" fmla="*/ 2147483646 h 486"/>
                <a:gd name="T106" fmla="*/ 2099442821 w 325"/>
                <a:gd name="T107" fmla="*/ 2147483646 h 486"/>
                <a:gd name="T108" fmla="*/ 1737469659 w 325"/>
                <a:gd name="T109" fmla="*/ 2147483646 h 486"/>
                <a:gd name="T110" fmla="*/ 1722991189 w 325"/>
                <a:gd name="T111" fmla="*/ 2147483646 h 486"/>
                <a:gd name="T112" fmla="*/ 1462371121 w 325"/>
                <a:gd name="T113" fmla="*/ 2147483646 h 486"/>
                <a:gd name="T114" fmla="*/ 1751948129 w 325"/>
                <a:gd name="T115" fmla="*/ 2147483646 h 486"/>
                <a:gd name="T116" fmla="*/ 2147483646 w 325"/>
                <a:gd name="T117" fmla="*/ 2147483646 h 486"/>
                <a:gd name="T118" fmla="*/ 2147483646 w 325"/>
                <a:gd name="T119" fmla="*/ 2147483646 h 486"/>
                <a:gd name="T120" fmla="*/ 2147483646 w 325"/>
                <a:gd name="T121" fmla="*/ 2147483646 h 486"/>
                <a:gd name="T122" fmla="*/ 2147483646 w 325"/>
                <a:gd name="T123" fmla="*/ 2147483646 h 48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25" h="486">
                  <a:moveTo>
                    <a:pt x="246" y="459"/>
                  </a:moveTo>
                  <a:cubicBezTo>
                    <a:pt x="249" y="454"/>
                    <a:pt x="253" y="463"/>
                    <a:pt x="257" y="462"/>
                  </a:cubicBezTo>
                  <a:cubicBezTo>
                    <a:pt x="261" y="460"/>
                    <a:pt x="264" y="454"/>
                    <a:pt x="264" y="451"/>
                  </a:cubicBezTo>
                  <a:cubicBezTo>
                    <a:pt x="265" y="444"/>
                    <a:pt x="267" y="439"/>
                    <a:pt x="274" y="435"/>
                  </a:cubicBezTo>
                  <a:cubicBezTo>
                    <a:pt x="279" y="432"/>
                    <a:pt x="285" y="430"/>
                    <a:pt x="288" y="425"/>
                  </a:cubicBezTo>
                  <a:cubicBezTo>
                    <a:pt x="290" y="422"/>
                    <a:pt x="292" y="417"/>
                    <a:pt x="290" y="413"/>
                  </a:cubicBezTo>
                  <a:cubicBezTo>
                    <a:pt x="289" y="411"/>
                    <a:pt x="287" y="411"/>
                    <a:pt x="288" y="409"/>
                  </a:cubicBezTo>
                  <a:cubicBezTo>
                    <a:pt x="289" y="407"/>
                    <a:pt x="293" y="406"/>
                    <a:pt x="294" y="404"/>
                  </a:cubicBezTo>
                  <a:cubicBezTo>
                    <a:pt x="297" y="400"/>
                    <a:pt x="291" y="395"/>
                    <a:pt x="291" y="390"/>
                  </a:cubicBezTo>
                  <a:cubicBezTo>
                    <a:pt x="291" y="382"/>
                    <a:pt x="293" y="374"/>
                    <a:pt x="292" y="366"/>
                  </a:cubicBezTo>
                  <a:cubicBezTo>
                    <a:pt x="291" y="356"/>
                    <a:pt x="291" y="356"/>
                    <a:pt x="291" y="356"/>
                  </a:cubicBezTo>
                  <a:cubicBezTo>
                    <a:pt x="291" y="354"/>
                    <a:pt x="288" y="354"/>
                    <a:pt x="287" y="352"/>
                  </a:cubicBezTo>
                  <a:cubicBezTo>
                    <a:pt x="286" y="351"/>
                    <a:pt x="286" y="348"/>
                    <a:pt x="285" y="347"/>
                  </a:cubicBezTo>
                  <a:cubicBezTo>
                    <a:pt x="282" y="344"/>
                    <a:pt x="279" y="346"/>
                    <a:pt x="275" y="346"/>
                  </a:cubicBezTo>
                  <a:cubicBezTo>
                    <a:pt x="266" y="348"/>
                    <a:pt x="271" y="339"/>
                    <a:pt x="272" y="334"/>
                  </a:cubicBezTo>
                  <a:cubicBezTo>
                    <a:pt x="272" y="329"/>
                    <a:pt x="267" y="326"/>
                    <a:pt x="265" y="323"/>
                  </a:cubicBezTo>
                  <a:cubicBezTo>
                    <a:pt x="263" y="321"/>
                    <a:pt x="261" y="319"/>
                    <a:pt x="258" y="316"/>
                  </a:cubicBezTo>
                  <a:cubicBezTo>
                    <a:pt x="251" y="309"/>
                    <a:pt x="265" y="313"/>
                    <a:pt x="269" y="312"/>
                  </a:cubicBezTo>
                  <a:cubicBezTo>
                    <a:pt x="280" y="311"/>
                    <a:pt x="266" y="302"/>
                    <a:pt x="269" y="297"/>
                  </a:cubicBezTo>
                  <a:cubicBezTo>
                    <a:pt x="272" y="293"/>
                    <a:pt x="279" y="299"/>
                    <a:pt x="283" y="299"/>
                  </a:cubicBezTo>
                  <a:cubicBezTo>
                    <a:pt x="291" y="297"/>
                    <a:pt x="294" y="286"/>
                    <a:pt x="289" y="281"/>
                  </a:cubicBezTo>
                  <a:cubicBezTo>
                    <a:pt x="288" y="279"/>
                    <a:pt x="285" y="278"/>
                    <a:pt x="284" y="275"/>
                  </a:cubicBezTo>
                  <a:cubicBezTo>
                    <a:pt x="282" y="271"/>
                    <a:pt x="286" y="263"/>
                    <a:pt x="287" y="258"/>
                  </a:cubicBezTo>
                  <a:cubicBezTo>
                    <a:pt x="283" y="255"/>
                    <a:pt x="280" y="252"/>
                    <a:pt x="280" y="247"/>
                  </a:cubicBezTo>
                  <a:cubicBezTo>
                    <a:pt x="280" y="243"/>
                    <a:pt x="283" y="240"/>
                    <a:pt x="285" y="236"/>
                  </a:cubicBezTo>
                  <a:cubicBezTo>
                    <a:pt x="287" y="232"/>
                    <a:pt x="288" y="227"/>
                    <a:pt x="290" y="222"/>
                  </a:cubicBezTo>
                  <a:cubicBezTo>
                    <a:pt x="292" y="217"/>
                    <a:pt x="295" y="212"/>
                    <a:pt x="299" y="208"/>
                  </a:cubicBezTo>
                  <a:cubicBezTo>
                    <a:pt x="302" y="203"/>
                    <a:pt x="304" y="199"/>
                    <a:pt x="308" y="194"/>
                  </a:cubicBezTo>
                  <a:cubicBezTo>
                    <a:pt x="311" y="190"/>
                    <a:pt x="315" y="186"/>
                    <a:pt x="318" y="182"/>
                  </a:cubicBezTo>
                  <a:cubicBezTo>
                    <a:pt x="321" y="176"/>
                    <a:pt x="314" y="171"/>
                    <a:pt x="309" y="168"/>
                  </a:cubicBezTo>
                  <a:cubicBezTo>
                    <a:pt x="306" y="166"/>
                    <a:pt x="303" y="166"/>
                    <a:pt x="300" y="163"/>
                  </a:cubicBezTo>
                  <a:cubicBezTo>
                    <a:pt x="297" y="161"/>
                    <a:pt x="295" y="159"/>
                    <a:pt x="291" y="157"/>
                  </a:cubicBezTo>
                  <a:cubicBezTo>
                    <a:pt x="285" y="154"/>
                    <a:pt x="287" y="153"/>
                    <a:pt x="288" y="147"/>
                  </a:cubicBezTo>
                  <a:cubicBezTo>
                    <a:pt x="289" y="143"/>
                    <a:pt x="288" y="142"/>
                    <a:pt x="291" y="138"/>
                  </a:cubicBezTo>
                  <a:cubicBezTo>
                    <a:pt x="292" y="136"/>
                    <a:pt x="297" y="133"/>
                    <a:pt x="299" y="131"/>
                  </a:cubicBezTo>
                  <a:cubicBezTo>
                    <a:pt x="303" y="128"/>
                    <a:pt x="306" y="130"/>
                    <a:pt x="310" y="131"/>
                  </a:cubicBezTo>
                  <a:cubicBezTo>
                    <a:pt x="314" y="133"/>
                    <a:pt x="316" y="133"/>
                    <a:pt x="319" y="130"/>
                  </a:cubicBezTo>
                  <a:cubicBezTo>
                    <a:pt x="321" y="127"/>
                    <a:pt x="325" y="121"/>
                    <a:pt x="323" y="118"/>
                  </a:cubicBezTo>
                  <a:cubicBezTo>
                    <a:pt x="322" y="115"/>
                    <a:pt x="313" y="116"/>
                    <a:pt x="311" y="115"/>
                  </a:cubicBezTo>
                  <a:cubicBezTo>
                    <a:pt x="308" y="114"/>
                    <a:pt x="306" y="112"/>
                    <a:pt x="303" y="110"/>
                  </a:cubicBezTo>
                  <a:cubicBezTo>
                    <a:pt x="299" y="109"/>
                    <a:pt x="295" y="109"/>
                    <a:pt x="292" y="107"/>
                  </a:cubicBezTo>
                  <a:cubicBezTo>
                    <a:pt x="289" y="106"/>
                    <a:pt x="285" y="105"/>
                    <a:pt x="282" y="103"/>
                  </a:cubicBezTo>
                  <a:cubicBezTo>
                    <a:pt x="281" y="102"/>
                    <a:pt x="279" y="99"/>
                    <a:pt x="277" y="99"/>
                  </a:cubicBezTo>
                  <a:cubicBezTo>
                    <a:pt x="274" y="99"/>
                    <a:pt x="270" y="100"/>
                    <a:pt x="267" y="101"/>
                  </a:cubicBezTo>
                  <a:cubicBezTo>
                    <a:pt x="256" y="104"/>
                    <a:pt x="249" y="95"/>
                    <a:pt x="245" y="87"/>
                  </a:cubicBezTo>
                  <a:cubicBezTo>
                    <a:pt x="241" y="81"/>
                    <a:pt x="237" y="84"/>
                    <a:pt x="232" y="86"/>
                  </a:cubicBezTo>
                  <a:cubicBezTo>
                    <a:pt x="226" y="89"/>
                    <a:pt x="222" y="87"/>
                    <a:pt x="217" y="88"/>
                  </a:cubicBezTo>
                  <a:cubicBezTo>
                    <a:pt x="209" y="90"/>
                    <a:pt x="213" y="98"/>
                    <a:pt x="207" y="102"/>
                  </a:cubicBezTo>
                  <a:cubicBezTo>
                    <a:pt x="202" y="105"/>
                    <a:pt x="196" y="100"/>
                    <a:pt x="190" y="104"/>
                  </a:cubicBezTo>
                  <a:cubicBezTo>
                    <a:pt x="188" y="106"/>
                    <a:pt x="187" y="109"/>
                    <a:pt x="184" y="107"/>
                  </a:cubicBezTo>
                  <a:cubicBezTo>
                    <a:pt x="180" y="105"/>
                    <a:pt x="178" y="95"/>
                    <a:pt x="177" y="92"/>
                  </a:cubicBezTo>
                  <a:cubicBezTo>
                    <a:pt x="173" y="83"/>
                    <a:pt x="159" y="66"/>
                    <a:pt x="168" y="56"/>
                  </a:cubicBezTo>
                  <a:cubicBezTo>
                    <a:pt x="171" y="52"/>
                    <a:pt x="170" y="51"/>
                    <a:pt x="167" y="47"/>
                  </a:cubicBezTo>
                  <a:cubicBezTo>
                    <a:pt x="163" y="43"/>
                    <a:pt x="160" y="42"/>
                    <a:pt x="156" y="39"/>
                  </a:cubicBezTo>
                  <a:cubicBezTo>
                    <a:pt x="153" y="36"/>
                    <a:pt x="154" y="28"/>
                    <a:pt x="149" y="28"/>
                  </a:cubicBezTo>
                  <a:cubicBezTo>
                    <a:pt x="144" y="27"/>
                    <a:pt x="141" y="35"/>
                    <a:pt x="137" y="36"/>
                  </a:cubicBezTo>
                  <a:cubicBezTo>
                    <a:pt x="134" y="37"/>
                    <a:pt x="130" y="37"/>
                    <a:pt x="130" y="35"/>
                  </a:cubicBezTo>
                  <a:cubicBezTo>
                    <a:pt x="129" y="32"/>
                    <a:pt x="133" y="29"/>
                    <a:pt x="135" y="28"/>
                  </a:cubicBezTo>
                  <a:cubicBezTo>
                    <a:pt x="142" y="23"/>
                    <a:pt x="144" y="21"/>
                    <a:pt x="147" y="13"/>
                  </a:cubicBezTo>
                  <a:cubicBezTo>
                    <a:pt x="128" y="22"/>
                    <a:pt x="115" y="13"/>
                    <a:pt x="99" y="6"/>
                  </a:cubicBezTo>
                  <a:cubicBezTo>
                    <a:pt x="85" y="0"/>
                    <a:pt x="67" y="10"/>
                    <a:pt x="58" y="20"/>
                  </a:cubicBezTo>
                  <a:cubicBezTo>
                    <a:pt x="54" y="23"/>
                    <a:pt x="52" y="27"/>
                    <a:pt x="49" y="30"/>
                  </a:cubicBezTo>
                  <a:cubicBezTo>
                    <a:pt x="46" y="34"/>
                    <a:pt x="42" y="36"/>
                    <a:pt x="38" y="40"/>
                  </a:cubicBezTo>
                  <a:cubicBezTo>
                    <a:pt x="31" y="47"/>
                    <a:pt x="27" y="57"/>
                    <a:pt x="25" y="67"/>
                  </a:cubicBezTo>
                  <a:cubicBezTo>
                    <a:pt x="24" y="71"/>
                    <a:pt x="22" y="73"/>
                    <a:pt x="19" y="76"/>
                  </a:cubicBezTo>
                  <a:cubicBezTo>
                    <a:pt x="16" y="79"/>
                    <a:pt x="15" y="82"/>
                    <a:pt x="14" y="87"/>
                  </a:cubicBezTo>
                  <a:cubicBezTo>
                    <a:pt x="13" y="95"/>
                    <a:pt x="4" y="101"/>
                    <a:pt x="0" y="108"/>
                  </a:cubicBezTo>
                  <a:cubicBezTo>
                    <a:pt x="4" y="109"/>
                    <a:pt x="4" y="109"/>
                    <a:pt x="4" y="109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20"/>
                    <a:pt x="0" y="124"/>
                    <a:pt x="1" y="128"/>
                  </a:cubicBezTo>
                  <a:cubicBezTo>
                    <a:pt x="1" y="130"/>
                    <a:pt x="2" y="131"/>
                    <a:pt x="3" y="133"/>
                  </a:cubicBezTo>
                  <a:cubicBezTo>
                    <a:pt x="4" y="136"/>
                    <a:pt x="4" y="139"/>
                    <a:pt x="5" y="141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14" y="146"/>
                    <a:pt x="22" y="141"/>
                    <a:pt x="33" y="138"/>
                  </a:cubicBezTo>
                  <a:cubicBezTo>
                    <a:pt x="40" y="136"/>
                    <a:pt x="54" y="133"/>
                    <a:pt x="61" y="138"/>
                  </a:cubicBezTo>
                  <a:cubicBezTo>
                    <a:pt x="65" y="142"/>
                    <a:pt x="66" y="145"/>
                    <a:pt x="73" y="142"/>
                  </a:cubicBezTo>
                  <a:cubicBezTo>
                    <a:pt x="76" y="141"/>
                    <a:pt x="79" y="139"/>
                    <a:pt x="82" y="138"/>
                  </a:cubicBezTo>
                  <a:cubicBezTo>
                    <a:pt x="86" y="137"/>
                    <a:pt x="94" y="141"/>
                    <a:pt x="98" y="138"/>
                  </a:cubicBezTo>
                  <a:cubicBezTo>
                    <a:pt x="105" y="132"/>
                    <a:pt x="104" y="125"/>
                    <a:pt x="114" y="123"/>
                  </a:cubicBezTo>
                  <a:cubicBezTo>
                    <a:pt x="119" y="122"/>
                    <a:pt x="119" y="121"/>
                    <a:pt x="122" y="118"/>
                  </a:cubicBezTo>
                  <a:cubicBezTo>
                    <a:pt x="124" y="115"/>
                    <a:pt x="125" y="112"/>
                    <a:pt x="127" y="110"/>
                  </a:cubicBezTo>
                  <a:cubicBezTo>
                    <a:pt x="132" y="104"/>
                    <a:pt x="135" y="101"/>
                    <a:pt x="140" y="108"/>
                  </a:cubicBezTo>
                  <a:cubicBezTo>
                    <a:pt x="145" y="113"/>
                    <a:pt x="146" y="123"/>
                    <a:pt x="138" y="127"/>
                  </a:cubicBezTo>
                  <a:cubicBezTo>
                    <a:pt x="136" y="128"/>
                    <a:pt x="132" y="127"/>
                    <a:pt x="130" y="129"/>
                  </a:cubicBezTo>
                  <a:cubicBezTo>
                    <a:pt x="127" y="130"/>
                    <a:pt x="127" y="135"/>
                    <a:pt x="126" y="137"/>
                  </a:cubicBezTo>
                  <a:cubicBezTo>
                    <a:pt x="124" y="140"/>
                    <a:pt x="118" y="143"/>
                    <a:pt x="118" y="146"/>
                  </a:cubicBezTo>
                  <a:cubicBezTo>
                    <a:pt x="117" y="150"/>
                    <a:pt x="120" y="150"/>
                    <a:pt x="123" y="152"/>
                  </a:cubicBezTo>
                  <a:cubicBezTo>
                    <a:pt x="127" y="155"/>
                    <a:pt x="129" y="155"/>
                    <a:pt x="128" y="160"/>
                  </a:cubicBezTo>
                  <a:cubicBezTo>
                    <a:pt x="127" y="163"/>
                    <a:pt x="126" y="165"/>
                    <a:pt x="123" y="167"/>
                  </a:cubicBezTo>
                  <a:cubicBezTo>
                    <a:pt x="118" y="172"/>
                    <a:pt x="114" y="178"/>
                    <a:pt x="123" y="183"/>
                  </a:cubicBezTo>
                  <a:cubicBezTo>
                    <a:pt x="126" y="185"/>
                    <a:pt x="130" y="186"/>
                    <a:pt x="134" y="188"/>
                  </a:cubicBezTo>
                  <a:cubicBezTo>
                    <a:pt x="135" y="189"/>
                    <a:pt x="138" y="189"/>
                    <a:pt x="140" y="190"/>
                  </a:cubicBezTo>
                  <a:cubicBezTo>
                    <a:pt x="142" y="192"/>
                    <a:pt x="142" y="193"/>
                    <a:pt x="143" y="195"/>
                  </a:cubicBezTo>
                  <a:cubicBezTo>
                    <a:pt x="146" y="201"/>
                    <a:pt x="151" y="205"/>
                    <a:pt x="153" y="211"/>
                  </a:cubicBezTo>
                  <a:cubicBezTo>
                    <a:pt x="156" y="219"/>
                    <a:pt x="167" y="216"/>
                    <a:pt x="170" y="224"/>
                  </a:cubicBezTo>
                  <a:cubicBezTo>
                    <a:pt x="170" y="226"/>
                    <a:pt x="168" y="230"/>
                    <a:pt x="167" y="233"/>
                  </a:cubicBezTo>
                  <a:cubicBezTo>
                    <a:pt x="165" y="237"/>
                    <a:pt x="164" y="240"/>
                    <a:pt x="164" y="245"/>
                  </a:cubicBezTo>
                  <a:cubicBezTo>
                    <a:pt x="164" y="257"/>
                    <a:pt x="176" y="250"/>
                    <a:pt x="181" y="258"/>
                  </a:cubicBezTo>
                  <a:cubicBezTo>
                    <a:pt x="184" y="263"/>
                    <a:pt x="173" y="268"/>
                    <a:pt x="171" y="272"/>
                  </a:cubicBezTo>
                  <a:cubicBezTo>
                    <a:pt x="164" y="281"/>
                    <a:pt x="176" y="279"/>
                    <a:pt x="180" y="281"/>
                  </a:cubicBezTo>
                  <a:cubicBezTo>
                    <a:pt x="184" y="284"/>
                    <a:pt x="179" y="285"/>
                    <a:pt x="178" y="288"/>
                  </a:cubicBezTo>
                  <a:cubicBezTo>
                    <a:pt x="178" y="292"/>
                    <a:pt x="183" y="293"/>
                    <a:pt x="185" y="296"/>
                  </a:cubicBezTo>
                  <a:cubicBezTo>
                    <a:pt x="183" y="299"/>
                    <a:pt x="178" y="302"/>
                    <a:pt x="175" y="304"/>
                  </a:cubicBezTo>
                  <a:cubicBezTo>
                    <a:pt x="171" y="306"/>
                    <a:pt x="168" y="308"/>
                    <a:pt x="165" y="311"/>
                  </a:cubicBezTo>
                  <a:cubicBezTo>
                    <a:pt x="163" y="312"/>
                    <a:pt x="161" y="316"/>
                    <a:pt x="158" y="316"/>
                  </a:cubicBezTo>
                  <a:cubicBezTo>
                    <a:pt x="155" y="316"/>
                    <a:pt x="143" y="296"/>
                    <a:pt x="141" y="305"/>
                  </a:cubicBezTo>
                  <a:cubicBezTo>
                    <a:pt x="141" y="310"/>
                    <a:pt x="146" y="315"/>
                    <a:pt x="145" y="320"/>
                  </a:cubicBezTo>
                  <a:cubicBezTo>
                    <a:pt x="144" y="325"/>
                    <a:pt x="137" y="325"/>
                    <a:pt x="132" y="325"/>
                  </a:cubicBezTo>
                  <a:cubicBezTo>
                    <a:pt x="129" y="326"/>
                    <a:pt x="122" y="324"/>
                    <a:pt x="120" y="328"/>
                  </a:cubicBezTo>
                  <a:cubicBezTo>
                    <a:pt x="115" y="335"/>
                    <a:pt x="126" y="337"/>
                    <a:pt x="130" y="339"/>
                  </a:cubicBezTo>
                  <a:cubicBezTo>
                    <a:pt x="133" y="343"/>
                    <a:pt x="122" y="349"/>
                    <a:pt x="119" y="352"/>
                  </a:cubicBezTo>
                  <a:cubicBezTo>
                    <a:pt x="116" y="355"/>
                    <a:pt x="114" y="358"/>
                    <a:pt x="110" y="362"/>
                  </a:cubicBezTo>
                  <a:cubicBezTo>
                    <a:pt x="107" y="365"/>
                    <a:pt x="103" y="366"/>
                    <a:pt x="101" y="371"/>
                  </a:cubicBezTo>
                  <a:cubicBezTo>
                    <a:pt x="104" y="376"/>
                    <a:pt x="107" y="380"/>
                    <a:pt x="109" y="385"/>
                  </a:cubicBezTo>
                  <a:cubicBezTo>
                    <a:pt x="121" y="384"/>
                    <a:pt x="121" y="384"/>
                    <a:pt x="121" y="384"/>
                  </a:cubicBezTo>
                  <a:cubicBezTo>
                    <a:pt x="126" y="389"/>
                    <a:pt x="130" y="390"/>
                    <a:pt x="137" y="390"/>
                  </a:cubicBezTo>
                  <a:cubicBezTo>
                    <a:pt x="143" y="397"/>
                    <a:pt x="149" y="404"/>
                    <a:pt x="156" y="410"/>
                  </a:cubicBezTo>
                  <a:cubicBezTo>
                    <a:pt x="162" y="415"/>
                    <a:pt x="164" y="421"/>
                    <a:pt x="169" y="427"/>
                  </a:cubicBezTo>
                  <a:cubicBezTo>
                    <a:pt x="172" y="433"/>
                    <a:pt x="179" y="436"/>
                    <a:pt x="183" y="441"/>
                  </a:cubicBezTo>
                  <a:cubicBezTo>
                    <a:pt x="189" y="448"/>
                    <a:pt x="195" y="454"/>
                    <a:pt x="200" y="461"/>
                  </a:cubicBezTo>
                  <a:cubicBezTo>
                    <a:pt x="210" y="460"/>
                    <a:pt x="210" y="460"/>
                    <a:pt x="210" y="460"/>
                  </a:cubicBezTo>
                  <a:cubicBezTo>
                    <a:pt x="216" y="462"/>
                    <a:pt x="222" y="468"/>
                    <a:pt x="228" y="472"/>
                  </a:cubicBezTo>
                  <a:cubicBezTo>
                    <a:pt x="234" y="476"/>
                    <a:pt x="239" y="479"/>
                    <a:pt x="242" y="486"/>
                  </a:cubicBezTo>
                  <a:cubicBezTo>
                    <a:pt x="248" y="476"/>
                    <a:pt x="242" y="465"/>
                    <a:pt x="246" y="459"/>
                  </a:cubicBezTo>
                  <a:close/>
                </a:path>
              </a:pathLst>
            </a:custGeom>
            <a:solidFill>
              <a:srgbClr val="CCCCCC"/>
            </a:solidFill>
            <a:ln w="7938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6" name="Freeform 13">
              <a:extLst>
                <a:ext uri="{FF2B5EF4-FFF2-40B4-BE49-F238E27FC236}">
                  <a16:creationId xmlns:a16="http://schemas.microsoft.com/office/drawing/2014/main" id="{8DC9455E-0399-875C-9B31-71F0A55B4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0450" y="2820988"/>
              <a:ext cx="3140075" cy="1179512"/>
            </a:xfrm>
            <a:custGeom>
              <a:avLst/>
              <a:gdLst>
                <a:gd name="T0" fmla="*/ 2147483646 w 825"/>
                <a:gd name="T1" fmla="*/ 2147483646 h 310"/>
                <a:gd name="T2" fmla="*/ 2147483646 w 825"/>
                <a:gd name="T3" fmla="*/ 1968883284 h 310"/>
                <a:gd name="T4" fmla="*/ 2147483646 w 825"/>
                <a:gd name="T5" fmla="*/ 1766205074 h 310"/>
                <a:gd name="T6" fmla="*/ 2147483646 w 825"/>
                <a:gd name="T7" fmla="*/ 1158166638 h 310"/>
                <a:gd name="T8" fmla="*/ 2147483646 w 825"/>
                <a:gd name="T9" fmla="*/ 608038436 h 310"/>
                <a:gd name="T10" fmla="*/ 2147483646 w 825"/>
                <a:gd name="T11" fmla="*/ 347449991 h 310"/>
                <a:gd name="T12" fmla="*/ 2147483646 w 825"/>
                <a:gd name="T13" fmla="*/ 550128202 h 310"/>
                <a:gd name="T14" fmla="*/ 2147483646 w 825"/>
                <a:gd name="T15" fmla="*/ 304017316 h 310"/>
                <a:gd name="T16" fmla="*/ 2147483646 w 825"/>
                <a:gd name="T17" fmla="*/ 115816664 h 310"/>
                <a:gd name="T18" fmla="*/ 2147483646 w 825"/>
                <a:gd name="T19" fmla="*/ 173726898 h 310"/>
                <a:gd name="T20" fmla="*/ 2147483646 w 825"/>
                <a:gd name="T21" fmla="*/ 188200652 h 310"/>
                <a:gd name="T22" fmla="*/ 2147483646 w 825"/>
                <a:gd name="T23" fmla="*/ 130294222 h 310"/>
                <a:gd name="T24" fmla="*/ 2147483646 w 825"/>
                <a:gd name="T25" fmla="*/ 0 h 310"/>
                <a:gd name="T26" fmla="*/ 2147483646 w 825"/>
                <a:gd name="T27" fmla="*/ 260588445 h 310"/>
                <a:gd name="T28" fmla="*/ 2147483646 w 825"/>
                <a:gd name="T29" fmla="*/ 159249340 h 310"/>
                <a:gd name="T30" fmla="*/ 2147483646 w 825"/>
                <a:gd name="T31" fmla="*/ 521176889 h 310"/>
                <a:gd name="T32" fmla="*/ 2147483646 w 825"/>
                <a:gd name="T33" fmla="*/ 709377541 h 310"/>
                <a:gd name="T34" fmla="*/ 2147483646 w 825"/>
                <a:gd name="T35" fmla="*/ 984443544 h 310"/>
                <a:gd name="T36" fmla="*/ 2147483646 w 825"/>
                <a:gd name="T37" fmla="*/ 781761529 h 310"/>
                <a:gd name="T38" fmla="*/ 2147483646 w 825"/>
                <a:gd name="T39" fmla="*/ 608038436 h 310"/>
                <a:gd name="T40" fmla="*/ 2147483646 w 825"/>
                <a:gd name="T41" fmla="*/ 564605760 h 310"/>
                <a:gd name="T42" fmla="*/ 2147483646 w 825"/>
                <a:gd name="T43" fmla="*/ 347449991 h 310"/>
                <a:gd name="T44" fmla="*/ 2147483646 w 825"/>
                <a:gd name="T45" fmla="*/ 173726898 h 310"/>
                <a:gd name="T46" fmla="*/ 2147483646 w 825"/>
                <a:gd name="T47" fmla="*/ 304017316 h 310"/>
                <a:gd name="T48" fmla="*/ 2147483646 w 825"/>
                <a:gd name="T49" fmla="*/ 304017316 h 310"/>
                <a:gd name="T50" fmla="*/ 2147483646 w 825"/>
                <a:gd name="T51" fmla="*/ 463266655 h 310"/>
                <a:gd name="T52" fmla="*/ 2147483646 w 825"/>
                <a:gd name="T53" fmla="*/ 260588445 h 310"/>
                <a:gd name="T54" fmla="*/ 2147483646 w 825"/>
                <a:gd name="T55" fmla="*/ 332972433 h 310"/>
                <a:gd name="T56" fmla="*/ 2147483646 w 825"/>
                <a:gd name="T57" fmla="*/ 347449991 h 310"/>
                <a:gd name="T58" fmla="*/ 2147483646 w 825"/>
                <a:gd name="T59" fmla="*/ 419833979 h 310"/>
                <a:gd name="T60" fmla="*/ 1970204852 w 825"/>
                <a:gd name="T61" fmla="*/ 347449991 h 310"/>
                <a:gd name="T62" fmla="*/ 1926742408 w 825"/>
                <a:gd name="T63" fmla="*/ 752810217 h 310"/>
                <a:gd name="T64" fmla="*/ 1289322407 w 825"/>
                <a:gd name="T65" fmla="*/ 897578193 h 310"/>
                <a:gd name="T66" fmla="*/ 970614310 w 825"/>
                <a:gd name="T67" fmla="*/ 1404277524 h 310"/>
                <a:gd name="T68" fmla="*/ 883693228 w 825"/>
                <a:gd name="T69" fmla="*/ 1780682632 h 310"/>
                <a:gd name="T70" fmla="*/ 217300802 w 825"/>
                <a:gd name="T71" fmla="*/ 1418755082 h 310"/>
                <a:gd name="T72" fmla="*/ 376656754 w 825"/>
                <a:gd name="T73" fmla="*/ 2147483646 h 310"/>
                <a:gd name="T74" fmla="*/ 637420000 w 825"/>
                <a:gd name="T75" fmla="*/ 2147483646 h 310"/>
                <a:gd name="T76" fmla="*/ 767799721 w 825"/>
                <a:gd name="T77" fmla="*/ 2147483646 h 310"/>
                <a:gd name="T78" fmla="*/ 1332784851 w 825"/>
                <a:gd name="T79" fmla="*/ 2147483646 h 310"/>
                <a:gd name="T80" fmla="*/ 1868797557 w 825"/>
                <a:gd name="T81" fmla="*/ 2147483646 h 310"/>
                <a:gd name="T82" fmla="*/ 2147483646 w 825"/>
                <a:gd name="T83" fmla="*/ 2147483646 h 310"/>
                <a:gd name="T84" fmla="*/ 2147483646 w 825"/>
                <a:gd name="T85" fmla="*/ 2147483646 h 310"/>
                <a:gd name="T86" fmla="*/ 2147483646 w 825"/>
                <a:gd name="T87" fmla="*/ 2147483646 h 310"/>
                <a:gd name="T88" fmla="*/ 2147483646 w 825"/>
                <a:gd name="T89" fmla="*/ 2147483646 h 310"/>
                <a:gd name="T90" fmla="*/ 2147483646 w 825"/>
                <a:gd name="T91" fmla="*/ 2147483646 h 310"/>
                <a:gd name="T92" fmla="*/ 2147483646 w 825"/>
                <a:gd name="T93" fmla="*/ 2147483646 h 310"/>
                <a:gd name="T94" fmla="*/ 2147483646 w 825"/>
                <a:gd name="T95" fmla="*/ 2147483646 h 310"/>
                <a:gd name="T96" fmla="*/ 2147483646 w 825"/>
                <a:gd name="T97" fmla="*/ 2147483646 h 310"/>
                <a:gd name="T98" fmla="*/ 2147483646 w 825"/>
                <a:gd name="T99" fmla="*/ 2147483646 h 310"/>
                <a:gd name="T100" fmla="*/ 2147483646 w 825"/>
                <a:gd name="T101" fmla="*/ 2147483646 h 310"/>
                <a:gd name="T102" fmla="*/ 2147483646 w 825"/>
                <a:gd name="T103" fmla="*/ 2147483646 h 310"/>
                <a:gd name="T104" fmla="*/ 2147483646 w 825"/>
                <a:gd name="T105" fmla="*/ 2147483646 h 310"/>
                <a:gd name="T106" fmla="*/ 2147483646 w 825"/>
                <a:gd name="T107" fmla="*/ 2147483646 h 310"/>
                <a:gd name="T108" fmla="*/ 2147483646 w 825"/>
                <a:gd name="T109" fmla="*/ 2147483646 h 310"/>
                <a:gd name="T110" fmla="*/ 2147483646 w 825"/>
                <a:gd name="T111" fmla="*/ 2147483646 h 3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25" h="310">
                  <a:moveTo>
                    <a:pt x="825" y="165"/>
                  </a:moveTo>
                  <a:cubicBezTo>
                    <a:pt x="825" y="163"/>
                    <a:pt x="825" y="163"/>
                    <a:pt x="825" y="163"/>
                  </a:cubicBezTo>
                  <a:cubicBezTo>
                    <a:pt x="822" y="159"/>
                    <a:pt x="808" y="158"/>
                    <a:pt x="805" y="162"/>
                  </a:cubicBezTo>
                  <a:cubicBezTo>
                    <a:pt x="802" y="161"/>
                    <a:pt x="798" y="158"/>
                    <a:pt x="796" y="156"/>
                  </a:cubicBezTo>
                  <a:cubicBezTo>
                    <a:pt x="790" y="156"/>
                    <a:pt x="783" y="158"/>
                    <a:pt x="778" y="154"/>
                  </a:cubicBezTo>
                  <a:cubicBezTo>
                    <a:pt x="776" y="152"/>
                    <a:pt x="775" y="148"/>
                    <a:pt x="773" y="145"/>
                  </a:cubicBezTo>
                  <a:cubicBezTo>
                    <a:pt x="771" y="142"/>
                    <a:pt x="769" y="140"/>
                    <a:pt x="767" y="137"/>
                  </a:cubicBezTo>
                  <a:cubicBezTo>
                    <a:pt x="756" y="137"/>
                    <a:pt x="756" y="137"/>
                    <a:pt x="756" y="137"/>
                  </a:cubicBezTo>
                  <a:cubicBezTo>
                    <a:pt x="750" y="141"/>
                    <a:pt x="750" y="141"/>
                    <a:pt x="750" y="141"/>
                  </a:cubicBezTo>
                  <a:cubicBezTo>
                    <a:pt x="745" y="139"/>
                    <a:pt x="740" y="137"/>
                    <a:pt x="735" y="136"/>
                  </a:cubicBezTo>
                  <a:cubicBezTo>
                    <a:pt x="732" y="135"/>
                    <a:pt x="727" y="136"/>
                    <a:pt x="724" y="134"/>
                  </a:cubicBezTo>
                  <a:cubicBezTo>
                    <a:pt x="724" y="131"/>
                    <a:pt x="727" y="126"/>
                    <a:pt x="725" y="123"/>
                  </a:cubicBezTo>
                  <a:cubicBezTo>
                    <a:pt x="724" y="122"/>
                    <a:pt x="722" y="120"/>
                    <a:pt x="720" y="120"/>
                  </a:cubicBezTo>
                  <a:cubicBezTo>
                    <a:pt x="717" y="121"/>
                    <a:pt x="706" y="126"/>
                    <a:pt x="703" y="127"/>
                  </a:cubicBezTo>
                  <a:cubicBezTo>
                    <a:pt x="701" y="123"/>
                    <a:pt x="694" y="122"/>
                    <a:pt x="690" y="122"/>
                  </a:cubicBezTo>
                  <a:cubicBezTo>
                    <a:pt x="687" y="115"/>
                    <a:pt x="687" y="115"/>
                    <a:pt x="687" y="115"/>
                  </a:cubicBezTo>
                  <a:cubicBezTo>
                    <a:pt x="678" y="115"/>
                    <a:pt x="678" y="115"/>
                    <a:pt x="678" y="115"/>
                  </a:cubicBezTo>
                  <a:cubicBezTo>
                    <a:pt x="673" y="110"/>
                    <a:pt x="662" y="112"/>
                    <a:pt x="657" y="106"/>
                  </a:cubicBezTo>
                  <a:cubicBezTo>
                    <a:pt x="654" y="100"/>
                    <a:pt x="659" y="85"/>
                    <a:pt x="657" y="81"/>
                  </a:cubicBezTo>
                  <a:cubicBezTo>
                    <a:pt x="656" y="80"/>
                    <a:pt x="656" y="80"/>
                    <a:pt x="656" y="80"/>
                  </a:cubicBezTo>
                  <a:cubicBezTo>
                    <a:pt x="655" y="78"/>
                    <a:pt x="655" y="78"/>
                    <a:pt x="655" y="78"/>
                  </a:cubicBezTo>
                  <a:cubicBezTo>
                    <a:pt x="659" y="73"/>
                    <a:pt x="649" y="67"/>
                    <a:pt x="646" y="64"/>
                  </a:cubicBezTo>
                  <a:cubicBezTo>
                    <a:pt x="643" y="61"/>
                    <a:pt x="641" y="58"/>
                    <a:pt x="640" y="54"/>
                  </a:cubicBezTo>
                  <a:cubicBezTo>
                    <a:pt x="638" y="51"/>
                    <a:pt x="638" y="47"/>
                    <a:pt x="635" y="44"/>
                  </a:cubicBezTo>
                  <a:cubicBezTo>
                    <a:pt x="632" y="42"/>
                    <a:pt x="632" y="42"/>
                    <a:pt x="632" y="42"/>
                  </a:cubicBezTo>
                  <a:cubicBezTo>
                    <a:pt x="627" y="43"/>
                    <a:pt x="627" y="43"/>
                    <a:pt x="627" y="43"/>
                  </a:cubicBezTo>
                  <a:cubicBezTo>
                    <a:pt x="624" y="40"/>
                    <a:pt x="620" y="40"/>
                    <a:pt x="616" y="40"/>
                  </a:cubicBezTo>
                  <a:cubicBezTo>
                    <a:pt x="614" y="38"/>
                    <a:pt x="612" y="36"/>
                    <a:pt x="612" y="34"/>
                  </a:cubicBezTo>
                  <a:cubicBezTo>
                    <a:pt x="610" y="33"/>
                    <a:pt x="605" y="32"/>
                    <a:pt x="603" y="32"/>
                  </a:cubicBezTo>
                  <a:cubicBezTo>
                    <a:pt x="602" y="29"/>
                    <a:pt x="600" y="26"/>
                    <a:pt x="598" y="24"/>
                  </a:cubicBezTo>
                  <a:cubicBezTo>
                    <a:pt x="596" y="24"/>
                    <a:pt x="596" y="24"/>
                    <a:pt x="596" y="24"/>
                  </a:cubicBezTo>
                  <a:cubicBezTo>
                    <a:pt x="593" y="26"/>
                    <a:pt x="589" y="27"/>
                    <a:pt x="586" y="29"/>
                  </a:cubicBezTo>
                  <a:cubicBezTo>
                    <a:pt x="581" y="33"/>
                    <a:pt x="584" y="36"/>
                    <a:pt x="581" y="40"/>
                  </a:cubicBezTo>
                  <a:cubicBezTo>
                    <a:pt x="580" y="40"/>
                    <a:pt x="580" y="40"/>
                    <a:pt x="580" y="40"/>
                  </a:cubicBezTo>
                  <a:cubicBezTo>
                    <a:pt x="579" y="38"/>
                    <a:pt x="579" y="38"/>
                    <a:pt x="579" y="38"/>
                  </a:cubicBezTo>
                  <a:cubicBezTo>
                    <a:pt x="575" y="37"/>
                    <a:pt x="575" y="37"/>
                    <a:pt x="575" y="37"/>
                  </a:cubicBezTo>
                  <a:cubicBezTo>
                    <a:pt x="575" y="34"/>
                    <a:pt x="574" y="31"/>
                    <a:pt x="574" y="28"/>
                  </a:cubicBezTo>
                  <a:cubicBezTo>
                    <a:pt x="571" y="25"/>
                    <a:pt x="563" y="22"/>
                    <a:pt x="562" y="19"/>
                  </a:cubicBezTo>
                  <a:cubicBezTo>
                    <a:pt x="562" y="15"/>
                    <a:pt x="562" y="15"/>
                    <a:pt x="562" y="15"/>
                  </a:cubicBezTo>
                  <a:cubicBezTo>
                    <a:pt x="559" y="14"/>
                    <a:pt x="556" y="21"/>
                    <a:pt x="553" y="21"/>
                  </a:cubicBezTo>
                  <a:cubicBezTo>
                    <a:pt x="549" y="22"/>
                    <a:pt x="549" y="22"/>
                    <a:pt x="549" y="22"/>
                  </a:cubicBezTo>
                  <a:cubicBezTo>
                    <a:pt x="538" y="22"/>
                    <a:pt x="542" y="9"/>
                    <a:pt x="536" y="4"/>
                  </a:cubicBezTo>
                  <a:cubicBezTo>
                    <a:pt x="534" y="4"/>
                    <a:pt x="534" y="4"/>
                    <a:pt x="534" y="4"/>
                  </a:cubicBezTo>
                  <a:cubicBezTo>
                    <a:pt x="530" y="5"/>
                    <a:pt x="526" y="7"/>
                    <a:pt x="522" y="9"/>
                  </a:cubicBezTo>
                  <a:cubicBezTo>
                    <a:pt x="518" y="8"/>
                    <a:pt x="518" y="8"/>
                    <a:pt x="518" y="8"/>
                  </a:cubicBezTo>
                  <a:cubicBezTo>
                    <a:pt x="516" y="6"/>
                    <a:pt x="516" y="6"/>
                    <a:pt x="516" y="6"/>
                  </a:cubicBezTo>
                  <a:cubicBezTo>
                    <a:pt x="514" y="5"/>
                    <a:pt x="514" y="5"/>
                    <a:pt x="514" y="5"/>
                  </a:cubicBezTo>
                  <a:cubicBezTo>
                    <a:pt x="512" y="7"/>
                    <a:pt x="510" y="8"/>
                    <a:pt x="508" y="10"/>
                  </a:cubicBezTo>
                  <a:cubicBezTo>
                    <a:pt x="507" y="9"/>
                    <a:pt x="505" y="10"/>
                    <a:pt x="504" y="10"/>
                  </a:cubicBezTo>
                  <a:cubicBezTo>
                    <a:pt x="503" y="12"/>
                    <a:pt x="503" y="12"/>
                    <a:pt x="503" y="12"/>
                  </a:cubicBezTo>
                  <a:cubicBezTo>
                    <a:pt x="503" y="15"/>
                    <a:pt x="503" y="15"/>
                    <a:pt x="503" y="15"/>
                  </a:cubicBezTo>
                  <a:cubicBezTo>
                    <a:pt x="501" y="16"/>
                    <a:pt x="501" y="16"/>
                    <a:pt x="501" y="16"/>
                  </a:cubicBezTo>
                  <a:cubicBezTo>
                    <a:pt x="498" y="15"/>
                    <a:pt x="498" y="15"/>
                    <a:pt x="498" y="15"/>
                  </a:cubicBezTo>
                  <a:cubicBezTo>
                    <a:pt x="497" y="14"/>
                    <a:pt x="495" y="13"/>
                    <a:pt x="493" y="12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0" y="16"/>
                    <a:pt x="490" y="16"/>
                    <a:pt x="490" y="16"/>
                  </a:cubicBezTo>
                  <a:cubicBezTo>
                    <a:pt x="487" y="17"/>
                    <a:pt x="487" y="17"/>
                    <a:pt x="487" y="17"/>
                  </a:cubicBezTo>
                  <a:cubicBezTo>
                    <a:pt x="486" y="17"/>
                    <a:pt x="484" y="17"/>
                    <a:pt x="482" y="17"/>
                  </a:cubicBezTo>
                  <a:cubicBezTo>
                    <a:pt x="480" y="18"/>
                    <a:pt x="478" y="18"/>
                    <a:pt x="477" y="18"/>
                  </a:cubicBezTo>
                  <a:cubicBezTo>
                    <a:pt x="472" y="16"/>
                    <a:pt x="469" y="12"/>
                    <a:pt x="465" y="9"/>
                  </a:cubicBezTo>
                  <a:cubicBezTo>
                    <a:pt x="463" y="10"/>
                    <a:pt x="461" y="11"/>
                    <a:pt x="459" y="11"/>
                  </a:cubicBezTo>
                  <a:cubicBezTo>
                    <a:pt x="455" y="10"/>
                    <a:pt x="455" y="10"/>
                    <a:pt x="455" y="10"/>
                  </a:cubicBezTo>
                  <a:cubicBezTo>
                    <a:pt x="453" y="7"/>
                    <a:pt x="450" y="6"/>
                    <a:pt x="447" y="4"/>
                  </a:cubicBezTo>
                  <a:cubicBezTo>
                    <a:pt x="444" y="3"/>
                    <a:pt x="441" y="4"/>
                    <a:pt x="438" y="3"/>
                  </a:cubicBezTo>
                  <a:cubicBezTo>
                    <a:pt x="434" y="3"/>
                    <a:pt x="432" y="1"/>
                    <a:pt x="428" y="0"/>
                  </a:cubicBezTo>
                  <a:cubicBezTo>
                    <a:pt x="426" y="0"/>
                    <a:pt x="424" y="0"/>
                    <a:pt x="423" y="1"/>
                  </a:cubicBezTo>
                  <a:cubicBezTo>
                    <a:pt x="424" y="4"/>
                    <a:pt x="424" y="4"/>
                    <a:pt x="424" y="4"/>
                  </a:cubicBezTo>
                  <a:cubicBezTo>
                    <a:pt x="420" y="9"/>
                    <a:pt x="411" y="3"/>
                    <a:pt x="409" y="7"/>
                  </a:cubicBezTo>
                  <a:cubicBezTo>
                    <a:pt x="410" y="8"/>
                    <a:pt x="410" y="10"/>
                    <a:pt x="411" y="11"/>
                  </a:cubicBezTo>
                  <a:cubicBezTo>
                    <a:pt x="409" y="14"/>
                    <a:pt x="407" y="15"/>
                    <a:pt x="406" y="18"/>
                  </a:cubicBezTo>
                  <a:cubicBezTo>
                    <a:pt x="404" y="18"/>
                    <a:pt x="400" y="22"/>
                    <a:pt x="398" y="23"/>
                  </a:cubicBezTo>
                  <a:cubicBezTo>
                    <a:pt x="396" y="20"/>
                    <a:pt x="393" y="18"/>
                    <a:pt x="390" y="17"/>
                  </a:cubicBezTo>
                  <a:cubicBezTo>
                    <a:pt x="389" y="13"/>
                    <a:pt x="384" y="8"/>
                    <a:pt x="379" y="8"/>
                  </a:cubicBezTo>
                  <a:cubicBezTo>
                    <a:pt x="377" y="9"/>
                    <a:pt x="374" y="10"/>
                    <a:pt x="373" y="12"/>
                  </a:cubicBezTo>
                  <a:cubicBezTo>
                    <a:pt x="369" y="11"/>
                    <a:pt x="369" y="11"/>
                    <a:pt x="369" y="11"/>
                  </a:cubicBezTo>
                  <a:cubicBezTo>
                    <a:pt x="366" y="12"/>
                    <a:pt x="358" y="12"/>
                    <a:pt x="356" y="15"/>
                  </a:cubicBezTo>
                  <a:cubicBezTo>
                    <a:pt x="355" y="18"/>
                    <a:pt x="355" y="18"/>
                    <a:pt x="355" y="18"/>
                  </a:cubicBezTo>
                  <a:cubicBezTo>
                    <a:pt x="359" y="23"/>
                    <a:pt x="364" y="29"/>
                    <a:pt x="370" y="33"/>
                  </a:cubicBezTo>
                  <a:cubicBezTo>
                    <a:pt x="369" y="36"/>
                    <a:pt x="369" y="36"/>
                    <a:pt x="369" y="36"/>
                  </a:cubicBezTo>
                  <a:cubicBezTo>
                    <a:pt x="367" y="39"/>
                    <a:pt x="364" y="34"/>
                    <a:pt x="361" y="36"/>
                  </a:cubicBezTo>
                  <a:cubicBezTo>
                    <a:pt x="360" y="35"/>
                    <a:pt x="360" y="35"/>
                    <a:pt x="360" y="35"/>
                  </a:cubicBezTo>
                  <a:cubicBezTo>
                    <a:pt x="359" y="35"/>
                    <a:pt x="358" y="35"/>
                    <a:pt x="356" y="36"/>
                  </a:cubicBezTo>
                  <a:cubicBezTo>
                    <a:pt x="353" y="35"/>
                    <a:pt x="353" y="35"/>
                    <a:pt x="353" y="35"/>
                  </a:cubicBezTo>
                  <a:cubicBezTo>
                    <a:pt x="350" y="37"/>
                    <a:pt x="347" y="40"/>
                    <a:pt x="343" y="43"/>
                  </a:cubicBezTo>
                  <a:cubicBezTo>
                    <a:pt x="343" y="45"/>
                    <a:pt x="342" y="47"/>
                    <a:pt x="341" y="49"/>
                  </a:cubicBezTo>
                  <a:cubicBezTo>
                    <a:pt x="340" y="50"/>
                    <a:pt x="338" y="56"/>
                    <a:pt x="337" y="58"/>
                  </a:cubicBezTo>
                  <a:cubicBezTo>
                    <a:pt x="338" y="60"/>
                    <a:pt x="338" y="64"/>
                    <a:pt x="338" y="66"/>
                  </a:cubicBezTo>
                  <a:cubicBezTo>
                    <a:pt x="336" y="65"/>
                    <a:pt x="334" y="64"/>
                    <a:pt x="332" y="64"/>
                  </a:cubicBezTo>
                  <a:cubicBezTo>
                    <a:pt x="328" y="66"/>
                    <a:pt x="324" y="68"/>
                    <a:pt x="320" y="70"/>
                  </a:cubicBezTo>
                  <a:cubicBezTo>
                    <a:pt x="320" y="68"/>
                    <a:pt x="320" y="68"/>
                    <a:pt x="320" y="68"/>
                  </a:cubicBezTo>
                  <a:cubicBezTo>
                    <a:pt x="317" y="66"/>
                    <a:pt x="315" y="65"/>
                    <a:pt x="314" y="62"/>
                  </a:cubicBezTo>
                  <a:cubicBezTo>
                    <a:pt x="312" y="59"/>
                    <a:pt x="308" y="51"/>
                    <a:pt x="310" y="48"/>
                  </a:cubicBezTo>
                  <a:cubicBezTo>
                    <a:pt x="308" y="47"/>
                    <a:pt x="308" y="47"/>
                    <a:pt x="308" y="47"/>
                  </a:cubicBezTo>
                  <a:cubicBezTo>
                    <a:pt x="304" y="49"/>
                    <a:pt x="303" y="53"/>
                    <a:pt x="299" y="53"/>
                  </a:cubicBezTo>
                  <a:cubicBezTo>
                    <a:pt x="297" y="55"/>
                    <a:pt x="290" y="56"/>
                    <a:pt x="287" y="54"/>
                  </a:cubicBezTo>
                  <a:cubicBezTo>
                    <a:pt x="283" y="50"/>
                    <a:pt x="283" y="50"/>
                    <a:pt x="283" y="50"/>
                  </a:cubicBezTo>
                  <a:cubicBezTo>
                    <a:pt x="280" y="50"/>
                    <a:pt x="280" y="50"/>
                    <a:pt x="280" y="50"/>
                  </a:cubicBezTo>
                  <a:cubicBezTo>
                    <a:pt x="278" y="46"/>
                    <a:pt x="278" y="46"/>
                    <a:pt x="278" y="46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0" y="42"/>
                    <a:pt x="280" y="42"/>
                    <a:pt x="280" y="42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77" y="42"/>
                    <a:pt x="274" y="43"/>
                    <a:pt x="273" y="42"/>
                  </a:cubicBezTo>
                  <a:cubicBezTo>
                    <a:pt x="272" y="41"/>
                    <a:pt x="272" y="41"/>
                    <a:pt x="272" y="41"/>
                  </a:cubicBezTo>
                  <a:cubicBezTo>
                    <a:pt x="274" y="38"/>
                    <a:pt x="274" y="38"/>
                    <a:pt x="274" y="38"/>
                  </a:cubicBezTo>
                  <a:cubicBezTo>
                    <a:pt x="272" y="38"/>
                    <a:pt x="269" y="39"/>
                    <a:pt x="268" y="39"/>
                  </a:cubicBezTo>
                  <a:cubicBezTo>
                    <a:pt x="267" y="38"/>
                    <a:pt x="266" y="37"/>
                    <a:pt x="265" y="36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5" y="32"/>
                    <a:pt x="263" y="30"/>
                    <a:pt x="262" y="29"/>
                  </a:cubicBezTo>
                  <a:cubicBezTo>
                    <a:pt x="262" y="27"/>
                    <a:pt x="264" y="26"/>
                    <a:pt x="265" y="25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62" y="20"/>
                    <a:pt x="262" y="20"/>
                    <a:pt x="262" y="20"/>
                  </a:cubicBezTo>
                  <a:cubicBezTo>
                    <a:pt x="261" y="20"/>
                    <a:pt x="261" y="20"/>
                    <a:pt x="261" y="20"/>
                  </a:cubicBezTo>
                  <a:cubicBezTo>
                    <a:pt x="257" y="19"/>
                    <a:pt x="257" y="19"/>
                    <a:pt x="257" y="19"/>
                  </a:cubicBezTo>
                  <a:cubicBezTo>
                    <a:pt x="255" y="18"/>
                    <a:pt x="255" y="18"/>
                    <a:pt x="255" y="18"/>
                  </a:cubicBezTo>
                  <a:cubicBezTo>
                    <a:pt x="256" y="16"/>
                    <a:pt x="256" y="14"/>
                    <a:pt x="256" y="12"/>
                  </a:cubicBezTo>
                  <a:cubicBezTo>
                    <a:pt x="255" y="11"/>
                    <a:pt x="255" y="11"/>
                    <a:pt x="255" y="11"/>
                  </a:cubicBezTo>
                  <a:cubicBezTo>
                    <a:pt x="252" y="16"/>
                    <a:pt x="252" y="16"/>
                    <a:pt x="252" y="16"/>
                  </a:cubicBezTo>
                  <a:cubicBezTo>
                    <a:pt x="249" y="15"/>
                    <a:pt x="240" y="22"/>
                    <a:pt x="236" y="23"/>
                  </a:cubicBezTo>
                  <a:cubicBezTo>
                    <a:pt x="234" y="22"/>
                    <a:pt x="234" y="22"/>
                    <a:pt x="234" y="22"/>
                  </a:cubicBezTo>
                  <a:cubicBezTo>
                    <a:pt x="233" y="21"/>
                    <a:pt x="233" y="21"/>
                    <a:pt x="233" y="21"/>
                  </a:cubicBezTo>
                  <a:cubicBezTo>
                    <a:pt x="230" y="25"/>
                    <a:pt x="230" y="25"/>
                    <a:pt x="230" y="25"/>
                  </a:cubicBezTo>
                  <a:cubicBezTo>
                    <a:pt x="230" y="24"/>
                    <a:pt x="228" y="18"/>
                    <a:pt x="226" y="18"/>
                  </a:cubicBezTo>
                  <a:cubicBezTo>
                    <a:pt x="225" y="18"/>
                    <a:pt x="225" y="18"/>
                    <a:pt x="225" y="18"/>
                  </a:cubicBezTo>
                  <a:cubicBezTo>
                    <a:pt x="224" y="19"/>
                    <a:pt x="224" y="19"/>
                    <a:pt x="224" y="19"/>
                  </a:cubicBezTo>
                  <a:cubicBezTo>
                    <a:pt x="223" y="21"/>
                    <a:pt x="223" y="21"/>
                    <a:pt x="223" y="21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3" y="24"/>
                    <a:pt x="222" y="26"/>
                    <a:pt x="221" y="27"/>
                  </a:cubicBezTo>
                  <a:cubicBezTo>
                    <a:pt x="221" y="30"/>
                    <a:pt x="221" y="30"/>
                    <a:pt x="221" y="30"/>
                  </a:cubicBezTo>
                  <a:cubicBezTo>
                    <a:pt x="220" y="32"/>
                    <a:pt x="220" y="32"/>
                    <a:pt x="220" y="32"/>
                  </a:cubicBezTo>
                  <a:cubicBezTo>
                    <a:pt x="217" y="32"/>
                    <a:pt x="217" y="32"/>
                    <a:pt x="217" y="32"/>
                  </a:cubicBezTo>
                  <a:cubicBezTo>
                    <a:pt x="215" y="33"/>
                    <a:pt x="213" y="34"/>
                    <a:pt x="211" y="35"/>
                  </a:cubicBezTo>
                  <a:cubicBezTo>
                    <a:pt x="205" y="33"/>
                    <a:pt x="199" y="31"/>
                    <a:pt x="193" y="28"/>
                  </a:cubicBezTo>
                  <a:cubicBezTo>
                    <a:pt x="193" y="26"/>
                    <a:pt x="193" y="26"/>
                    <a:pt x="193" y="26"/>
                  </a:cubicBezTo>
                  <a:cubicBezTo>
                    <a:pt x="189" y="25"/>
                    <a:pt x="184" y="23"/>
                    <a:pt x="183" y="20"/>
                  </a:cubicBezTo>
                  <a:cubicBezTo>
                    <a:pt x="181" y="19"/>
                    <a:pt x="176" y="18"/>
                    <a:pt x="174" y="18"/>
                  </a:cubicBezTo>
                  <a:cubicBezTo>
                    <a:pt x="173" y="20"/>
                    <a:pt x="173" y="20"/>
                    <a:pt x="173" y="20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69" y="19"/>
                    <a:pt x="169" y="19"/>
                    <a:pt x="169" y="19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70" y="23"/>
                    <a:pt x="170" y="23"/>
                    <a:pt x="170" y="23"/>
                  </a:cubicBezTo>
                  <a:cubicBezTo>
                    <a:pt x="170" y="24"/>
                    <a:pt x="170" y="24"/>
                    <a:pt x="170" y="24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164" y="26"/>
                    <a:pt x="164" y="26"/>
                    <a:pt x="164" y="26"/>
                  </a:cubicBezTo>
                  <a:cubicBezTo>
                    <a:pt x="164" y="26"/>
                    <a:pt x="163" y="27"/>
                    <a:pt x="163" y="28"/>
                  </a:cubicBezTo>
                  <a:cubicBezTo>
                    <a:pt x="160" y="30"/>
                    <a:pt x="157" y="31"/>
                    <a:pt x="154" y="31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0" y="25"/>
                    <a:pt x="150" y="25"/>
                    <a:pt x="150" y="25"/>
                  </a:cubicBezTo>
                  <a:cubicBezTo>
                    <a:pt x="146" y="27"/>
                    <a:pt x="145" y="27"/>
                    <a:pt x="141" y="25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36" y="24"/>
                    <a:pt x="136" y="24"/>
                    <a:pt x="136" y="24"/>
                  </a:cubicBezTo>
                  <a:cubicBezTo>
                    <a:pt x="134" y="27"/>
                    <a:pt x="134" y="27"/>
                    <a:pt x="134" y="27"/>
                  </a:cubicBezTo>
                  <a:cubicBezTo>
                    <a:pt x="134" y="28"/>
                    <a:pt x="135" y="31"/>
                    <a:pt x="136" y="31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36" y="38"/>
                    <a:pt x="136" y="43"/>
                    <a:pt x="134" y="47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28" y="51"/>
                    <a:pt x="122" y="45"/>
                    <a:pt x="117" y="46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11" y="46"/>
                    <a:pt x="106" y="48"/>
                    <a:pt x="102" y="45"/>
                  </a:cubicBezTo>
                  <a:cubicBezTo>
                    <a:pt x="101" y="47"/>
                    <a:pt x="97" y="49"/>
                    <a:pt x="95" y="50"/>
                  </a:cubicBezTo>
                  <a:cubicBezTo>
                    <a:pt x="93" y="55"/>
                    <a:pt x="88" y="56"/>
                    <a:pt x="89" y="62"/>
                  </a:cubicBezTo>
                  <a:cubicBezTo>
                    <a:pt x="87" y="63"/>
                    <a:pt x="86" y="64"/>
                    <a:pt x="84" y="65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77" y="64"/>
                    <a:pt x="75" y="72"/>
                    <a:pt x="74" y="78"/>
                  </a:cubicBezTo>
                  <a:cubicBezTo>
                    <a:pt x="73" y="81"/>
                    <a:pt x="73" y="87"/>
                    <a:pt x="71" y="90"/>
                  </a:cubicBezTo>
                  <a:cubicBezTo>
                    <a:pt x="69" y="93"/>
                    <a:pt x="67" y="92"/>
                    <a:pt x="67" y="97"/>
                  </a:cubicBezTo>
                  <a:cubicBezTo>
                    <a:pt x="69" y="101"/>
                    <a:pt x="69" y="101"/>
                    <a:pt x="69" y="101"/>
                  </a:cubicBezTo>
                  <a:cubicBezTo>
                    <a:pt x="66" y="106"/>
                    <a:pt x="62" y="111"/>
                    <a:pt x="62" y="116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64" y="121"/>
                    <a:pt x="64" y="121"/>
                    <a:pt x="64" y="121"/>
                  </a:cubicBezTo>
                  <a:cubicBezTo>
                    <a:pt x="61" y="123"/>
                    <a:pt x="61" y="123"/>
                    <a:pt x="61" y="123"/>
                  </a:cubicBezTo>
                  <a:cubicBezTo>
                    <a:pt x="59" y="122"/>
                    <a:pt x="43" y="113"/>
                    <a:pt x="41" y="112"/>
                  </a:cubicBezTo>
                  <a:cubicBezTo>
                    <a:pt x="41" y="110"/>
                    <a:pt x="40" y="107"/>
                    <a:pt x="39" y="105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5" y="102"/>
                    <a:pt x="34" y="101"/>
                    <a:pt x="32" y="100"/>
                  </a:cubicBezTo>
                  <a:cubicBezTo>
                    <a:pt x="26" y="101"/>
                    <a:pt x="22" y="97"/>
                    <a:pt x="15" y="98"/>
                  </a:cubicBezTo>
                  <a:cubicBezTo>
                    <a:pt x="7" y="101"/>
                    <a:pt x="6" y="109"/>
                    <a:pt x="0" y="113"/>
                  </a:cubicBezTo>
                  <a:cubicBezTo>
                    <a:pt x="1" y="120"/>
                    <a:pt x="6" y="124"/>
                    <a:pt x="7" y="131"/>
                  </a:cubicBezTo>
                  <a:cubicBezTo>
                    <a:pt x="7" y="134"/>
                    <a:pt x="6" y="143"/>
                    <a:pt x="9" y="146"/>
                  </a:cubicBezTo>
                  <a:cubicBezTo>
                    <a:pt x="13" y="146"/>
                    <a:pt x="15" y="140"/>
                    <a:pt x="19" y="141"/>
                  </a:cubicBezTo>
                  <a:cubicBezTo>
                    <a:pt x="23" y="142"/>
                    <a:pt x="24" y="147"/>
                    <a:pt x="26" y="149"/>
                  </a:cubicBezTo>
                  <a:cubicBezTo>
                    <a:pt x="30" y="152"/>
                    <a:pt x="37" y="152"/>
                    <a:pt x="41" y="153"/>
                  </a:cubicBezTo>
                  <a:cubicBezTo>
                    <a:pt x="46" y="153"/>
                    <a:pt x="48" y="152"/>
                    <a:pt x="48" y="157"/>
                  </a:cubicBezTo>
                  <a:cubicBezTo>
                    <a:pt x="48" y="160"/>
                    <a:pt x="47" y="167"/>
                    <a:pt x="46" y="170"/>
                  </a:cubicBezTo>
                  <a:cubicBezTo>
                    <a:pt x="46" y="174"/>
                    <a:pt x="46" y="178"/>
                    <a:pt x="46" y="182"/>
                  </a:cubicBezTo>
                  <a:cubicBezTo>
                    <a:pt x="46" y="185"/>
                    <a:pt x="46" y="190"/>
                    <a:pt x="44" y="193"/>
                  </a:cubicBezTo>
                  <a:cubicBezTo>
                    <a:pt x="41" y="198"/>
                    <a:pt x="34" y="197"/>
                    <a:pt x="29" y="199"/>
                  </a:cubicBezTo>
                  <a:cubicBezTo>
                    <a:pt x="32" y="203"/>
                    <a:pt x="33" y="206"/>
                    <a:pt x="36" y="209"/>
                  </a:cubicBezTo>
                  <a:cubicBezTo>
                    <a:pt x="39" y="212"/>
                    <a:pt x="43" y="218"/>
                    <a:pt x="45" y="221"/>
                  </a:cubicBezTo>
                  <a:cubicBezTo>
                    <a:pt x="48" y="227"/>
                    <a:pt x="46" y="231"/>
                    <a:pt x="53" y="234"/>
                  </a:cubicBezTo>
                  <a:cubicBezTo>
                    <a:pt x="59" y="237"/>
                    <a:pt x="57" y="238"/>
                    <a:pt x="53" y="242"/>
                  </a:cubicBezTo>
                  <a:cubicBezTo>
                    <a:pt x="50" y="245"/>
                    <a:pt x="47" y="247"/>
                    <a:pt x="44" y="247"/>
                  </a:cubicBezTo>
                  <a:cubicBezTo>
                    <a:pt x="46" y="251"/>
                    <a:pt x="55" y="252"/>
                    <a:pt x="60" y="252"/>
                  </a:cubicBezTo>
                  <a:cubicBezTo>
                    <a:pt x="65" y="252"/>
                    <a:pt x="70" y="248"/>
                    <a:pt x="75" y="248"/>
                  </a:cubicBezTo>
                  <a:cubicBezTo>
                    <a:pt x="79" y="249"/>
                    <a:pt x="85" y="251"/>
                    <a:pt x="88" y="249"/>
                  </a:cubicBezTo>
                  <a:cubicBezTo>
                    <a:pt x="90" y="248"/>
                    <a:pt x="91" y="245"/>
                    <a:pt x="92" y="245"/>
                  </a:cubicBezTo>
                  <a:cubicBezTo>
                    <a:pt x="95" y="244"/>
                    <a:pt x="98" y="247"/>
                    <a:pt x="99" y="248"/>
                  </a:cubicBezTo>
                  <a:cubicBezTo>
                    <a:pt x="102" y="249"/>
                    <a:pt x="104" y="251"/>
                    <a:pt x="107" y="253"/>
                  </a:cubicBezTo>
                  <a:cubicBezTo>
                    <a:pt x="110" y="256"/>
                    <a:pt x="115" y="257"/>
                    <a:pt x="118" y="260"/>
                  </a:cubicBezTo>
                  <a:cubicBezTo>
                    <a:pt x="118" y="260"/>
                    <a:pt x="118" y="260"/>
                    <a:pt x="118" y="260"/>
                  </a:cubicBezTo>
                  <a:cubicBezTo>
                    <a:pt x="126" y="257"/>
                    <a:pt x="125" y="253"/>
                    <a:pt x="129" y="247"/>
                  </a:cubicBezTo>
                  <a:cubicBezTo>
                    <a:pt x="132" y="243"/>
                    <a:pt x="142" y="242"/>
                    <a:pt x="143" y="236"/>
                  </a:cubicBezTo>
                  <a:cubicBezTo>
                    <a:pt x="144" y="230"/>
                    <a:pt x="135" y="233"/>
                    <a:pt x="132" y="230"/>
                  </a:cubicBezTo>
                  <a:cubicBezTo>
                    <a:pt x="126" y="224"/>
                    <a:pt x="143" y="219"/>
                    <a:pt x="146" y="217"/>
                  </a:cubicBezTo>
                  <a:cubicBezTo>
                    <a:pt x="151" y="215"/>
                    <a:pt x="155" y="212"/>
                    <a:pt x="160" y="209"/>
                  </a:cubicBezTo>
                  <a:cubicBezTo>
                    <a:pt x="164" y="207"/>
                    <a:pt x="170" y="201"/>
                    <a:pt x="175" y="204"/>
                  </a:cubicBezTo>
                  <a:cubicBezTo>
                    <a:pt x="179" y="206"/>
                    <a:pt x="179" y="215"/>
                    <a:pt x="184" y="216"/>
                  </a:cubicBezTo>
                  <a:cubicBezTo>
                    <a:pt x="187" y="216"/>
                    <a:pt x="188" y="212"/>
                    <a:pt x="188" y="210"/>
                  </a:cubicBezTo>
                  <a:cubicBezTo>
                    <a:pt x="190" y="207"/>
                    <a:pt x="188" y="207"/>
                    <a:pt x="187" y="204"/>
                  </a:cubicBezTo>
                  <a:cubicBezTo>
                    <a:pt x="189" y="201"/>
                    <a:pt x="197" y="204"/>
                    <a:pt x="200" y="205"/>
                  </a:cubicBezTo>
                  <a:cubicBezTo>
                    <a:pt x="205" y="207"/>
                    <a:pt x="206" y="212"/>
                    <a:pt x="210" y="214"/>
                  </a:cubicBezTo>
                  <a:cubicBezTo>
                    <a:pt x="214" y="215"/>
                    <a:pt x="218" y="212"/>
                    <a:pt x="222" y="213"/>
                  </a:cubicBezTo>
                  <a:cubicBezTo>
                    <a:pt x="225" y="214"/>
                    <a:pt x="225" y="217"/>
                    <a:pt x="226" y="220"/>
                  </a:cubicBezTo>
                  <a:cubicBezTo>
                    <a:pt x="227" y="229"/>
                    <a:pt x="234" y="229"/>
                    <a:pt x="241" y="224"/>
                  </a:cubicBezTo>
                  <a:cubicBezTo>
                    <a:pt x="244" y="222"/>
                    <a:pt x="247" y="220"/>
                    <a:pt x="248" y="217"/>
                  </a:cubicBezTo>
                  <a:cubicBezTo>
                    <a:pt x="250" y="213"/>
                    <a:pt x="251" y="208"/>
                    <a:pt x="256" y="209"/>
                  </a:cubicBezTo>
                  <a:cubicBezTo>
                    <a:pt x="260" y="210"/>
                    <a:pt x="260" y="215"/>
                    <a:pt x="263" y="216"/>
                  </a:cubicBezTo>
                  <a:cubicBezTo>
                    <a:pt x="266" y="219"/>
                    <a:pt x="274" y="219"/>
                    <a:pt x="276" y="216"/>
                  </a:cubicBezTo>
                  <a:cubicBezTo>
                    <a:pt x="277" y="213"/>
                    <a:pt x="274" y="208"/>
                    <a:pt x="275" y="205"/>
                  </a:cubicBezTo>
                  <a:cubicBezTo>
                    <a:pt x="278" y="202"/>
                    <a:pt x="283" y="205"/>
                    <a:pt x="285" y="207"/>
                  </a:cubicBezTo>
                  <a:cubicBezTo>
                    <a:pt x="286" y="208"/>
                    <a:pt x="285" y="209"/>
                    <a:pt x="287" y="210"/>
                  </a:cubicBezTo>
                  <a:cubicBezTo>
                    <a:pt x="289" y="210"/>
                    <a:pt x="292" y="208"/>
                    <a:pt x="293" y="208"/>
                  </a:cubicBezTo>
                  <a:cubicBezTo>
                    <a:pt x="295" y="210"/>
                    <a:pt x="293" y="215"/>
                    <a:pt x="295" y="217"/>
                  </a:cubicBezTo>
                  <a:cubicBezTo>
                    <a:pt x="298" y="219"/>
                    <a:pt x="306" y="217"/>
                    <a:pt x="309" y="218"/>
                  </a:cubicBezTo>
                  <a:cubicBezTo>
                    <a:pt x="313" y="219"/>
                    <a:pt x="314" y="221"/>
                    <a:pt x="317" y="222"/>
                  </a:cubicBezTo>
                  <a:cubicBezTo>
                    <a:pt x="322" y="225"/>
                    <a:pt x="327" y="224"/>
                    <a:pt x="332" y="223"/>
                  </a:cubicBezTo>
                  <a:cubicBezTo>
                    <a:pt x="339" y="222"/>
                    <a:pt x="338" y="225"/>
                    <a:pt x="341" y="230"/>
                  </a:cubicBezTo>
                  <a:cubicBezTo>
                    <a:pt x="343" y="233"/>
                    <a:pt x="345" y="234"/>
                    <a:pt x="347" y="238"/>
                  </a:cubicBezTo>
                  <a:cubicBezTo>
                    <a:pt x="349" y="242"/>
                    <a:pt x="352" y="245"/>
                    <a:pt x="356" y="248"/>
                  </a:cubicBezTo>
                  <a:cubicBezTo>
                    <a:pt x="362" y="247"/>
                    <a:pt x="364" y="246"/>
                    <a:pt x="369" y="249"/>
                  </a:cubicBezTo>
                  <a:cubicBezTo>
                    <a:pt x="374" y="252"/>
                    <a:pt x="375" y="252"/>
                    <a:pt x="380" y="251"/>
                  </a:cubicBezTo>
                  <a:cubicBezTo>
                    <a:pt x="384" y="249"/>
                    <a:pt x="387" y="246"/>
                    <a:pt x="391" y="249"/>
                  </a:cubicBezTo>
                  <a:cubicBezTo>
                    <a:pt x="394" y="251"/>
                    <a:pt x="394" y="255"/>
                    <a:pt x="397" y="257"/>
                  </a:cubicBezTo>
                  <a:cubicBezTo>
                    <a:pt x="401" y="262"/>
                    <a:pt x="401" y="257"/>
                    <a:pt x="405" y="255"/>
                  </a:cubicBezTo>
                  <a:cubicBezTo>
                    <a:pt x="408" y="254"/>
                    <a:pt x="414" y="257"/>
                    <a:pt x="417" y="258"/>
                  </a:cubicBezTo>
                  <a:cubicBezTo>
                    <a:pt x="423" y="260"/>
                    <a:pt x="421" y="262"/>
                    <a:pt x="418" y="266"/>
                  </a:cubicBezTo>
                  <a:cubicBezTo>
                    <a:pt x="415" y="269"/>
                    <a:pt x="413" y="272"/>
                    <a:pt x="415" y="276"/>
                  </a:cubicBezTo>
                  <a:cubicBezTo>
                    <a:pt x="418" y="281"/>
                    <a:pt x="433" y="289"/>
                    <a:pt x="436" y="281"/>
                  </a:cubicBezTo>
                  <a:cubicBezTo>
                    <a:pt x="437" y="277"/>
                    <a:pt x="434" y="275"/>
                    <a:pt x="439" y="274"/>
                  </a:cubicBezTo>
                  <a:cubicBezTo>
                    <a:pt x="444" y="272"/>
                    <a:pt x="450" y="275"/>
                    <a:pt x="454" y="273"/>
                  </a:cubicBezTo>
                  <a:cubicBezTo>
                    <a:pt x="464" y="267"/>
                    <a:pt x="450" y="244"/>
                    <a:pt x="469" y="256"/>
                  </a:cubicBezTo>
                  <a:cubicBezTo>
                    <a:pt x="469" y="248"/>
                    <a:pt x="473" y="251"/>
                    <a:pt x="476" y="255"/>
                  </a:cubicBezTo>
                  <a:cubicBezTo>
                    <a:pt x="480" y="258"/>
                    <a:pt x="480" y="256"/>
                    <a:pt x="484" y="255"/>
                  </a:cubicBezTo>
                  <a:cubicBezTo>
                    <a:pt x="495" y="250"/>
                    <a:pt x="492" y="268"/>
                    <a:pt x="497" y="273"/>
                  </a:cubicBezTo>
                  <a:cubicBezTo>
                    <a:pt x="502" y="278"/>
                    <a:pt x="504" y="277"/>
                    <a:pt x="504" y="284"/>
                  </a:cubicBezTo>
                  <a:cubicBezTo>
                    <a:pt x="504" y="290"/>
                    <a:pt x="506" y="291"/>
                    <a:pt x="512" y="292"/>
                  </a:cubicBezTo>
                  <a:cubicBezTo>
                    <a:pt x="517" y="293"/>
                    <a:pt x="519" y="295"/>
                    <a:pt x="523" y="297"/>
                  </a:cubicBezTo>
                  <a:cubicBezTo>
                    <a:pt x="527" y="299"/>
                    <a:pt x="530" y="298"/>
                    <a:pt x="535" y="298"/>
                  </a:cubicBezTo>
                  <a:cubicBezTo>
                    <a:pt x="547" y="298"/>
                    <a:pt x="553" y="310"/>
                    <a:pt x="566" y="304"/>
                  </a:cubicBezTo>
                  <a:cubicBezTo>
                    <a:pt x="570" y="301"/>
                    <a:pt x="574" y="297"/>
                    <a:pt x="579" y="295"/>
                  </a:cubicBezTo>
                  <a:cubicBezTo>
                    <a:pt x="582" y="294"/>
                    <a:pt x="588" y="296"/>
                    <a:pt x="590" y="292"/>
                  </a:cubicBezTo>
                  <a:cubicBezTo>
                    <a:pt x="592" y="288"/>
                    <a:pt x="588" y="285"/>
                    <a:pt x="586" y="282"/>
                  </a:cubicBezTo>
                  <a:cubicBezTo>
                    <a:pt x="584" y="277"/>
                    <a:pt x="586" y="271"/>
                    <a:pt x="586" y="266"/>
                  </a:cubicBezTo>
                  <a:cubicBezTo>
                    <a:pt x="586" y="260"/>
                    <a:pt x="574" y="247"/>
                    <a:pt x="587" y="246"/>
                  </a:cubicBezTo>
                  <a:cubicBezTo>
                    <a:pt x="589" y="242"/>
                    <a:pt x="617" y="252"/>
                    <a:pt x="621" y="254"/>
                  </a:cubicBezTo>
                  <a:cubicBezTo>
                    <a:pt x="631" y="260"/>
                    <a:pt x="631" y="272"/>
                    <a:pt x="644" y="272"/>
                  </a:cubicBezTo>
                  <a:cubicBezTo>
                    <a:pt x="647" y="272"/>
                    <a:pt x="650" y="271"/>
                    <a:pt x="653" y="271"/>
                  </a:cubicBezTo>
                  <a:cubicBezTo>
                    <a:pt x="656" y="271"/>
                    <a:pt x="659" y="272"/>
                    <a:pt x="662" y="272"/>
                  </a:cubicBezTo>
                  <a:cubicBezTo>
                    <a:pt x="667" y="272"/>
                    <a:pt x="672" y="269"/>
                    <a:pt x="677" y="269"/>
                  </a:cubicBezTo>
                  <a:cubicBezTo>
                    <a:pt x="683" y="268"/>
                    <a:pt x="687" y="276"/>
                    <a:pt x="687" y="270"/>
                  </a:cubicBezTo>
                  <a:cubicBezTo>
                    <a:pt x="688" y="266"/>
                    <a:pt x="686" y="261"/>
                    <a:pt x="688" y="257"/>
                  </a:cubicBezTo>
                  <a:cubicBezTo>
                    <a:pt x="690" y="252"/>
                    <a:pt x="695" y="253"/>
                    <a:pt x="699" y="250"/>
                  </a:cubicBezTo>
                  <a:cubicBezTo>
                    <a:pt x="703" y="248"/>
                    <a:pt x="704" y="243"/>
                    <a:pt x="708" y="240"/>
                  </a:cubicBezTo>
                  <a:cubicBezTo>
                    <a:pt x="710" y="237"/>
                    <a:pt x="718" y="229"/>
                    <a:pt x="721" y="232"/>
                  </a:cubicBezTo>
                  <a:cubicBezTo>
                    <a:pt x="725" y="234"/>
                    <a:pt x="723" y="243"/>
                    <a:pt x="723" y="246"/>
                  </a:cubicBezTo>
                  <a:cubicBezTo>
                    <a:pt x="721" y="252"/>
                    <a:pt x="721" y="265"/>
                    <a:pt x="729" y="266"/>
                  </a:cubicBezTo>
                  <a:cubicBezTo>
                    <a:pt x="733" y="267"/>
                    <a:pt x="739" y="264"/>
                    <a:pt x="744" y="263"/>
                  </a:cubicBezTo>
                  <a:cubicBezTo>
                    <a:pt x="751" y="263"/>
                    <a:pt x="759" y="263"/>
                    <a:pt x="766" y="265"/>
                  </a:cubicBezTo>
                  <a:cubicBezTo>
                    <a:pt x="769" y="262"/>
                    <a:pt x="771" y="260"/>
                    <a:pt x="773" y="257"/>
                  </a:cubicBezTo>
                  <a:cubicBezTo>
                    <a:pt x="774" y="249"/>
                    <a:pt x="774" y="249"/>
                    <a:pt x="774" y="249"/>
                  </a:cubicBezTo>
                  <a:cubicBezTo>
                    <a:pt x="775" y="249"/>
                    <a:pt x="776" y="247"/>
                    <a:pt x="777" y="246"/>
                  </a:cubicBezTo>
                  <a:cubicBezTo>
                    <a:pt x="772" y="238"/>
                    <a:pt x="791" y="222"/>
                    <a:pt x="794" y="216"/>
                  </a:cubicBezTo>
                  <a:cubicBezTo>
                    <a:pt x="799" y="212"/>
                    <a:pt x="799" y="212"/>
                    <a:pt x="799" y="212"/>
                  </a:cubicBezTo>
                  <a:cubicBezTo>
                    <a:pt x="800" y="209"/>
                    <a:pt x="800" y="206"/>
                    <a:pt x="802" y="203"/>
                  </a:cubicBezTo>
                  <a:cubicBezTo>
                    <a:pt x="805" y="200"/>
                    <a:pt x="805" y="200"/>
                    <a:pt x="805" y="200"/>
                  </a:cubicBezTo>
                  <a:cubicBezTo>
                    <a:pt x="808" y="199"/>
                    <a:pt x="811" y="203"/>
                    <a:pt x="814" y="202"/>
                  </a:cubicBezTo>
                  <a:cubicBezTo>
                    <a:pt x="816" y="201"/>
                    <a:pt x="818" y="198"/>
                    <a:pt x="819" y="196"/>
                  </a:cubicBezTo>
                  <a:cubicBezTo>
                    <a:pt x="818" y="192"/>
                    <a:pt x="821" y="189"/>
                    <a:pt x="822" y="184"/>
                  </a:cubicBezTo>
                  <a:cubicBezTo>
                    <a:pt x="823" y="179"/>
                    <a:pt x="822" y="172"/>
                    <a:pt x="822" y="167"/>
                  </a:cubicBezTo>
                  <a:lnTo>
                    <a:pt x="825" y="165"/>
                  </a:lnTo>
                  <a:close/>
                </a:path>
              </a:pathLst>
            </a:custGeom>
            <a:solidFill>
              <a:srgbClr val="CCCCCC"/>
            </a:solidFill>
            <a:ln w="7938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7" name="Freeform 14">
              <a:extLst>
                <a:ext uri="{FF2B5EF4-FFF2-40B4-BE49-F238E27FC236}">
                  <a16:creationId xmlns:a16="http://schemas.microsoft.com/office/drawing/2014/main" id="{08D93E05-C348-2DBA-64CF-1A9329A51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250" y="4057650"/>
              <a:ext cx="1576388" cy="1654175"/>
            </a:xfrm>
            <a:custGeom>
              <a:avLst/>
              <a:gdLst>
                <a:gd name="T0" fmla="*/ 2147483646 w 414"/>
                <a:gd name="T1" fmla="*/ 2147483646 h 434"/>
                <a:gd name="T2" fmla="*/ 2147483646 w 414"/>
                <a:gd name="T3" fmla="*/ 2147483646 h 434"/>
                <a:gd name="T4" fmla="*/ 2147483646 w 414"/>
                <a:gd name="T5" fmla="*/ 2147483646 h 434"/>
                <a:gd name="T6" fmla="*/ 2147483646 w 414"/>
                <a:gd name="T7" fmla="*/ 2147483646 h 434"/>
                <a:gd name="T8" fmla="*/ 2147483646 w 414"/>
                <a:gd name="T9" fmla="*/ 2147483646 h 434"/>
                <a:gd name="T10" fmla="*/ 2147483646 w 414"/>
                <a:gd name="T11" fmla="*/ 2147483646 h 434"/>
                <a:gd name="T12" fmla="*/ 2147483646 w 414"/>
                <a:gd name="T13" fmla="*/ 2147483646 h 434"/>
                <a:gd name="T14" fmla="*/ 2147483646 w 414"/>
                <a:gd name="T15" fmla="*/ 2147483646 h 434"/>
                <a:gd name="T16" fmla="*/ 2147483646 w 414"/>
                <a:gd name="T17" fmla="*/ 2147483646 h 434"/>
                <a:gd name="T18" fmla="*/ 2147483646 w 414"/>
                <a:gd name="T19" fmla="*/ 2120980136 h 434"/>
                <a:gd name="T20" fmla="*/ 2147483646 w 414"/>
                <a:gd name="T21" fmla="*/ 1656107412 h 434"/>
                <a:gd name="T22" fmla="*/ 2147483646 w 414"/>
                <a:gd name="T23" fmla="*/ 1263869741 h 434"/>
                <a:gd name="T24" fmla="*/ 2147483646 w 414"/>
                <a:gd name="T25" fmla="*/ 1075015554 h 434"/>
                <a:gd name="T26" fmla="*/ 2147483646 w 414"/>
                <a:gd name="T27" fmla="*/ 1438198442 h 434"/>
                <a:gd name="T28" fmla="*/ 2147483646 w 414"/>
                <a:gd name="T29" fmla="*/ 1307453822 h 434"/>
                <a:gd name="T30" fmla="*/ 2147483646 w 414"/>
                <a:gd name="T31" fmla="*/ 886161367 h 434"/>
                <a:gd name="T32" fmla="*/ 1884815547 w 414"/>
                <a:gd name="T33" fmla="*/ 392237671 h 434"/>
                <a:gd name="T34" fmla="*/ 1623839563 w 414"/>
                <a:gd name="T35" fmla="*/ 159799403 h 434"/>
                <a:gd name="T36" fmla="*/ 1290372578 w 414"/>
                <a:gd name="T37" fmla="*/ 305073321 h 434"/>
                <a:gd name="T38" fmla="*/ 985905040 w 414"/>
                <a:gd name="T39" fmla="*/ 958800232 h 434"/>
                <a:gd name="T40" fmla="*/ 724929056 w 414"/>
                <a:gd name="T41" fmla="*/ 1060490068 h 434"/>
                <a:gd name="T42" fmla="*/ 826419505 w 414"/>
                <a:gd name="T43" fmla="*/ 1423669144 h 434"/>
                <a:gd name="T44" fmla="*/ 956905593 w 414"/>
                <a:gd name="T45" fmla="*/ 1874016382 h 434"/>
                <a:gd name="T46" fmla="*/ 623438608 w 414"/>
                <a:gd name="T47" fmla="*/ 2147483646 h 434"/>
                <a:gd name="T48" fmla="*/ 608938884 w 414"/>
                <a:gd name="T49" fmla="*/ 2147483646 h 434"/>
                <a:gd name="T50" fmla="*/ 391462071 w 414"/>
                <a:gd name="T51" fmla="*/ 2147483646 h 434"/>
                <a:gd name="T52" fmla="*/ 333466985 w 414"/>
                <a:gd name="T53" fmla="*/ 2147483646 h 434"/>
                <a:gd name="T54" fmla="*/ 623438608 w 414"/>
                <a:gd name="T55" fmla="*/ 2147483646 h 434"/>
                <a:gd name="T56" fmla="*/ 724929056 w 414"/>
                <a:gd name="T57" fmla="*/ 2147483646 h 434"/>
                <a:gd name="T58" fmla="*/ 695933417 w 414"/>
                <a:gd name="T59" fmla="*/ 2147483646 h 434"/>
                <a:gd name="T60" fmla="*/ 318967262 w 414"/>
                <a:gd name="T61" fmla="*/ 2147483646 h 434"/>
                <a:gd name="T62" fmla="*/ 0 w 414"/>
                <a:gd name="T63" fmla="*/ 2147483646 h 434"/>
                <a:gd name="T64" fmla="*/ 304471346 w 414"/>
                <a:gd name="T65" fmla="*/ 2147483646 h 434"/>
                <a:gd name="T66" fmla="*/ 811919782 w 414"/>
                <a:gd name="T67" fmla="*/ 2147483646 h 434"/>
                <a:gd name="T68" fmla="*/ 1304872302 w 414"/>
                <a:gd name="T69" fmla="*/ 2147483646 h 434"/>
                <a:gd name="T70" fmla="*/ 1986305996 w 414"/>
                <a:gd name="T71" fmla="*/ 2147483646 h 434"/>
                <a:gd name="T72" fmla="*/ 2147483646 w 414"/>
                <a:gd name="T73" fmla="*/ 2147483646 h 434"/>
                <a:gd name="T74" fmla="*/ 2147483646 w 414"/>
                <a:gd name="T75" fmla="*/ 2147483646 h 434"/>
                <a:gd name="T76" fmla="*/ 2147483646 w 414"/>
                <a:gd name="T77" fmla="*/ 2147483646 h 434"/>
                <a:gd name="T78" fmla="*/ 2147483646 w 414"/>
                <a:gd name="T79" fmla="*/ 2147483646 h 434"/>
                <a:gd name="T80" fmla="*/ 2147483646 w 414"/>
                <a:gd name="T81" fmla="*/ 2147483646 h 434"/>
                <a:gd name="T82" fmla="*/ 2147483646 w 414"/>
                <a:gd name="T83" fmla="*/ 2147483646 h 434"/>
                <a:gd name="T84" fmla="*/ 2147483646 w 414"/>
                <a:gd name="T85" fmla="*/ 2147483646 h 434"/>
                <a:gd name="T86" fmla="*/ 2147483646 w 414"/>
                <a:gd name="T87" fmla="*/ 2147483646 h 434"/>
                <a:gd name="T88" fmla="*/ 2147483646 w 414"/>
                <a:gd name="T89" fmla="*/ 2147483646 h 434"/>
                <a:gd name="T90" fmla="*/ 2147483646 w 414"/>
                <a:gd name="T91" fmla="*/ 2147483646 h 434"/>
                <a:gd name="T92" fmla="*/ 2147483646 w 414"/>
                <a:gd name="T93" fmla="*/ 2147483646 h 434"/>
                <a:gd name="T94" fmla="*/ 2147483646 w 414"/>
                <a:gd name="T95" fmla="*/ 2147483646 h 43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14" h="434">
                  <a:moveTo>
                    <a:pt x="392" y="273"/>
                  </a:moveTo>
                  <a:cubicBezTo>
                    <a:pt x="392" y="267"/>
                    <a:pt x="402" y="263"/>
                    <a:pt x="406" y="259"/>
                  </a:cubicBezTo>
                  <a:cubicBezTo>
                    <a:pt x="414" y="252"/>
                    <a:pt x="405" y="247"/>
                    <a:pt x="405" y="239"/>
                  </a:cubicBezTo>
                  <a:cubicBezTo>
                    <a:pt x="404" y="235"/>
                    <a:pt x="408" y="233"/>
                    <a:pt x="409" y="230"/>
                  </a:cubicBezTo>
                  <a:cubicBezTo>
                    <a:pt x="410" y="225"/>
                    <a:pt x="405" y="224"/>
                    <a:pt x="401" y="225"/>
                  </a:cubicBezTo>
                  <a:cubicBezTo>
                    <a:pt x="398" y="227"/>
                    <a:pt x="397" y="230"/>
                    <a:pt x="393" y="231"/>
                  </a:cubicBezTo>
                  <a:cubicBezTo>
                    <a:pt x="388" y="231"/>
                    <a:pt x="384" y="230"/>
                    <a:pt x="379" y="231"/>
                  </a:cubicBezTo>
                  <a:cubicBezTo>
                    <a:pt x="371" y="235"/>
                    <a:pt x="370" y="246"/>
                    <a:pt x="359" y="245"/>
                  </a:cubicBezTo>
                  <a:cubicBezTo>
                    <a:pt x="351" y="245"/>
                    <a:pt x="346" y="239"/>
                    <a:pt x="339" y="237"/>
                  </a:cubicBezTo>
                  <a:cubicBezTo>
                    <a:pt x="337" y="236"/>
                    <a:pt x="335" y="236"/>
                    <a:pt x="333" y="237"/>
                  </a:cubicBezTo>
                  <a:cubicBezTo>
                    <a:pt x="331" y="237"/>
                    <a:pt x="329" y="239"/>
                    <a:pt x="328" y="240"/>
                  </a:cubicBezTo>
                  <a:cubicBezTo>
                    <a:pt x="324" y="240"/>
                    <a:pt x="327" y="241"/>
                    <a:pt x="326" y="240"/>
                  </a:cubicBezTo>
                  <a:cubicBezTo>
                    <a:pt x="325" y="239"/>
                    <a:pt x="326" y="236"/>
                    <a:pt x="326" y="234"/>
                  </a:cubicBezTo>
                  <a:cubicBezTo>
                    <a:pt x="327" y="230"/>
                    <a:pt x="332" y="229"/>
                    <a:pt x="334" y="225"/>
                  </a:cubicBezTo>
                  <a:cubicBezTo>
                    <a:pt x="335" y="222"/>
                    <a:pt x="335" y="217"/>
                    <a:pt x="335" y="213"/>
                  </a:cubicBezTo>
                  <a:cubicBezTo>
                    <a:pt x="334" y="197"/>
                    <a:pt x="334" y="197"/>
                    <a:pt x="334" y="197"/>
                  </a:cubicBezTo>
                  <a:cubicBezTo>
                    <a:pt x="333" y="194"/>
                    <a:pt x="341" y="194"/>
                    <a:pt x="342" y="192"/>
                  </a:cubicBezTo>
                  <a:cubicBezTo>
                    <a:pt x="344" y="189"/>
                    <a:pt x="345" y="182"/>
                    <a:pt x="344" y="179"/>
                  </a:cubicBezTo>
                  <a:cubicBezTo>
                    <a:pt x="343" y="174"/>
                    <a:pt x="338" y="174"/>
                    <a:pt x="337" y="170"/>
                  </a:cubicBezTo>
                  <a:cubicBezTo>
                    <a:pt x="336" y="168"/>
                    <a:pt x="336" y="166"/>
                    <a:pt x="336" y="165"/>
                  </a:cubicBezTo>
                  <a:cubicBezTo>
                    <a:pt x="335" y="161"/>
                    <a:pt x="333" y="160"/>
                    <a:pt x="331" y="157"/>
                  </a:cubicBezTo>
                  <a:cubicBezTo>
                    <a:pt x="327" y="153"/>
                    <a:pt x="323" y="149"/>
                    <a:pt x="320" y="145"/>
                  </a:cubicBezTo>
                  <a:cubicBezTo>
                    <a:pt x="318" y="141"/>
                    <a:pt x="315" y="133"/>
                    <a:pt x="312" y="131"/>
                  </a:cubicBezTo>
                  <a:cubicBezTo>
                    <a:pt x="303" y="126"/>
                    <a:pt x="290" y="143"/>
                    <a:pt x="290" y="150"/>
                  </a:cubicBezTo>
                  <a:cubicBezTo>
                    <a:pt x="290" y="155"/>
                    <a:pt x="291" y="160"/>
                    <a:pt x="286" y="163"/>
                  </a:cubicBezTo>
                  <a:cubicBezTo>
                    <a:pt x="281" y="165"/>
                    <a:pt x="275" y="162"/>
                    <a:pt x="270" y="162"/>
                  </a:cubicBezTo>
                  <a:cubicBezTo>
                    <a:pt x="264" y="161"/>
                    <a:pt x="260" y="165"/>
                    <a:pt x="256" y="169"/>
                  </a:cubicBezTo>
                  <a:cubicBezTo>
                    <a:pt x="254" y="172"/>
                    <a:pt x="245" y="178"/>
                    <a:pt x="245" y="171"/>
                  </a:cubicBezTo>
                  <a:cubicBezTo>
                    <a:pt x="245" y="166"/>
                    <a:pt x="252" y="162"/>
                    <a:pt x="255" y="160"/>
                  </a:cubicBezTo>
                  <a:cubicBezTo>
                    <a:pt x="260" y="155"/>
                    <a:pt x="260" y="152"/>
                    <a:pt x="260" y="146"/>
                  </a:cubicBezTo>
                  <a:cubicBezTo>
                    <a:pt x="259" y="141"/>
                    <a:pt x="258" y="137"/>
                    <a:pt x="254" y="133"/>
                  </a:cubicBezTo>
                  <a:cubicBezTo>
                    <a:pt x="252" y="131"/>
                    <a:pt x="249" y="129"/>
                    <a:pt x="248" y="127"/>
                  </a:cubicBezTo>
                  <a:cubicBezTo>
                    <a:pt x="246" y="124"/>
                    <a:pt x="247" y="118"/>
                    <a:pt x="246" y="114"/>
                  </a:cubicBezTo>
                  <a:cubicBezTo>
                    <a:pt x="245" y="112"/>
                    <a:pt x="244" y="112"/>
                    <a:pt x="244" y="109"/>
                  </a:cubicBezTo>
                  <a:cubicBezTo>
                    <a:pt x="245" y="106"/>
                    <a:pt x="247" y="104"/>
                    <a:pt x="247" y="101"/>
                  </a:cubicBezTo>
                  <a:cubicBezTo>
                    <a:pt x="247" y="97"/>
                    <a:pt x="246" y="88"/>
                    <a:pt x="241" y="87"/>
                  </a:cubicBezTo>
                  <a:cubicBezTo>
                    <a:pt x="238" y="86"/>
                    <a:pt x="235" y="89"/>
                    <a:pt x="233" y="90"/>
                  </a:cubicBezTo>
                  <a:cubicBezTo>
                    <a:pt x="230" y="91"/>
                    <a:pt x="229" y="92"/>
                    <a:pt x="229" y="89"/>
                  </a:cubicBezTo>
                  <a:cubicBezTo>
                    <a:pt x="229" y="83"/>
                    <a:pt x="235" y="81"/>
                    <a:pt x="232" y="74"/>
                  </a:cubicBezTo>
                  <a:cubicBezTo>
                    <a:pt x="228" y="64"/>
                    <a:pt x="216" y="75"/>
                    <a:pt x="212" y="79"/>
                  </a:cubicBezTo>
                  <a:cubicBezTo>
                    <a:pt x="209" y="82"/>
                    <a:pt x="206" y="88"/>
                    <a:pt x="203" y="91"/>
                  </a:cubicBezTo>
                  <a:cubicBezTo>
                    <a:pt x="200" y="94"/>
                    <a:pt x="199" y="100"/>
                    <a:pt x="196" y="99"/>
                  </a:cubicBezTo>
                  <a:cubicBezTo>
                    <a:pt x="194" y="99"/>
                    <a:pt x="193" y="96"/>
                    <a:pt x="191" y="96"/>
                  </a:cubicBezTo>
                  <a:cubicBezTo>
                    <a:pt x="188" y="95"/>
                    <a:pt x="188" y="97"/>
                    <a:pt x="186" y="99"/>
                  </a:cubicBezTo>
                  <a:cubicBezTo>
                    <a:pt x="180" y="101"/>
                    <a:pt x="177" y="95"/>
                    <a:pt x="176" y="90"/>
                  </a:cubicBezTo>
                  <a:cubicBezTo>
                    <a:pt x="174" y="85"/>
                    <a:pt x="173" y="80"/>
                    <a:pt x="170" y="76"/>
                  </a:cubicBezTo>
                  <a:cubicBezTo>
                    <a:pt x="165" y="71"/>
                    <a:pt x="160" y="75"/>
                    <a:pt x="155" y="72"/>
                  </a:cubicBezTo>
                  <a:cubicBezTo>
                    <a:pt x="152" y="71"/>
                    <a:pt x="151" y="64"/>
                    <a:pt x="151" y="61"/>
                  </a:cubicBezTo>
                  <a:cubicBezTo>
                    <a:pt x="152" y="57"/>
                    <a:pt x="159" y="55"/>
                    <a:pt x="160" y="50"/>
                  </a:cubicBezTo>
                  <a:cubicBezTo>
                    <a:pt x="161" y="43"/>
                    <a:pt x="143" y="38"/>
                    <a:pt x="138" y="35"/>
                  </a:cubicBezTo>
                  <a:cubicBezTo>
                    <a:pt x="135" y="33"/>
                    <a:pt x="132" y="30"/>
                    <a:pt x="130" y="27"/>
                  </a:cubicBezTo>
                  <a:cubicBezTo>
                    <a:pt x="129" y="25"/>
                    <a:pt x="127" y="23"/>
                    <a:pt x="126" y="20"/>
                  </a:cubicBezTo>
                  <a:cubicBezTo>
                    <a:pt x="125" y="18"/>
                    <a:pt x="124" y="14"/>
                    <a:pt x="122" y="13"/>
                  </a:cubicBezTo>
                  <a:cubicBezTo>
                    <a:pt x="120" y="11"/>
                    <a:pt x="115" y="11"/>
                    <a:pt x="112" y="11"/>
                  </a:cubicBezTo>
                  <a:cubicBezTo>
                    <a:pt x="107" y="10"/>
                    <a:pt x="102" y="9"/>
                    <a:pt x="98" y="7"/>
                  </a:cubicBezTo>
                  <a:cubicBezTo>
                    <a:pt x="93" y="6"/>
                    <a:pt x="88" y="0"/>
                    <a:pt x="85" y="7"/>
                  </a:cubicBezTo>
                  <a:cubicBezTo>
                    <a:pt x="82" y="12"/>
                    <a:pt x="86" y="17"/>
                    <a:pt x="89" y="21"/>
                  </a:cubicBezTo>
                  <a:cubicBezTo>
                    <a:pt x="95" y="34"/>
                    <a:pt x="94" y="48"/>
                    <a:pt x="81" y="53"/>
                  </a:cubicBezTo>
                  <a:cubicBezTo>
                    <a:pt x="83" y="56"/>
                    <a:pt x="79" y="63"/>
                    <a:pt x="77" y="65"/>
                  </a:cubicBezTo>
                  <a:cubicBezTo>
                    <a:pt x="74" y="68"/>
                    <a:pt x="72" y="68"/>
                    <a:pt x="68" y="66"/>
                  </a:cubicBezTo>
                  <a:cubicBezTo>
                    <a:pt x="64" y="65"/>
                    <a:pt x="61" y="64"/>
                    <a:pt x="58" y="66"/>
                  </a:cubicBezTo>
                  <a:cubicBezTo>
                    <a:pt x="56" y="66"/>
                    <a:pt x="55" y="69"/>
                    <a:pt x="54" y="70"/>
                  </a:cubicBezTo>
                  <a:cubicBezTo>
                    <a:pt x="53" y="71"/>
                    <a:pt x="51" y="71"/>
                    <a:pt x="50" y="73"/>
                  </a:cubicBezTo>
                  <a:cubicBezTo>
                    <a:pt x="46" y="77"/>
                    <a:pt x="47" y="77"/>
                    <a:pt x="46" y="82"/>
                  </a:cubicBezTo>
                  <a:cubicBezTo>
                    <a:pt x="45" y="87"/>
                    <a:pt x="43" y="88"/>
                    <a:pt x="48" y="91"/>
                  </a:cubicBezTo>
                  <a:cubicBezTo>
                    <a:pt x="52" y="93"/>
                    <a:pt x="54" y="95"/>
                    <a:pt x="57" y="98"/>
                  </a:cubicBezTo>
                  <a:cubicBezTo>
                    <a:pt x="60" y="100"/>
                    <a:pt x="64" y="101"/>
                    <a:pt x="67" y="103"/>
                  </a:cubicBezTo>
                  <a:cubicBezTo>
                    <a:pt x="72" y="106"/>
                    <a:pt x="78" y="110"/>
                    <a:pt x="76" y="116"/>
                  </a:cubicBezTo>
                  <a:cubicBezTo>
                    <a:pt x="75" y="121"/>
                    <a:pt x="69" y="126"/>
                    <a:pt x="66" y="129"/>
                  </a:cubicBezTo>
                  <a:cubicBezTo>
                    <a:pt x="63" y="133"/>
                    <a:pt x="60" y="137"/>
                    <a:pt x="58" y="142"/>
                  </a:cubicBezTo>
                  <a:cubicBezTo>
                    <a:pt x="54" y="146"/>
                    <a:pt x="51" y="150"/>
                    <a:pt x="48" y="156"/>
                  </a:cubicBezTo>
                  <a:cubicBezTo>
                    <a:pt x="47" y="161"/>
                    <a:pt x="46" y="166"/>
                    <a:pt x="43" y="171"/>
                  </a:cubicBezTo>
                  <a:cubicBezTo>
                    <a:pt x="41" y="175"/>
                    <a:pt x="38" y="178"/>
                    <a:pt x="38" y="182"/>
                  </a:cubicBezTo>
                  <a:cubicBezTo>
                    <a:pt x="38" y="187"/>
                    <a:pt x="41" y="190"/>
                    <a:pt x="45" y="193"/>
                  </a:cubicBezTo>
                  <a:cubicBezTo>
                    <a:pt x="44" y="198"/>
                    <a:pt x="40" y="206"/>
                    <a:pt x="42" y="210"/>
                  </a:cubicBezTo>
                  <a:cubicBezTo>
                    <a:pt x="43" y="213"/>
                    <a:pt x="46" y="214"/>
                    <a:pt x="47" y="216"/>
                  </a:cubicBezTo>
                  <a:cubicBezTo>
                    <a:pt x="52" y="221"/>
                    <a:pt x="49" y="232"/>
                    <a:pt x="42" y="234"/>
                  </a:cubicBezTo>
                  <a:cubicBezTo>
                    <a:pt x="38" y="235"/>
                    <a:pt x="30" y="228"/>
                    <a:pt x="27" y="232"/>
                  </a:cubicBezTo>
                  <a:cubicBezTo>
                    <a:pt x="24" y="237"/>
                    <a:pt x="38" y="246"/>
                    <a:pt x="27" y="247"/>
                  </a:cubicBezTo>
                  <a:cubicBezTo>
                    <a:pt x="23" y="248"/>
                    <a:pt x="9" y="244"/>
                    <a:pt x="16" y="251"/>
                  </a:cubicBezTo>
                  <a:cubicBezTo>
                    <a:pt x="19" y="254"/>
                    <a:pt x="21" y="256"/>
                    <a:pt x="23" y="258"/>
                  </a:cubicBezTo>
                  <a:cubicBezTo>
                    <a:pt x="25" y="261"/>
                    <a:pt x="30" y="264"/>
                    <a:pt x="30" y="268"/>
                  </a:cubicBezTo>
                  <a:cubicBezTo>
                    <a:pt x="30" y="274"/>
                    <a:pt x="24" y="283"/>
                    <a:pt x="33" y="281"/>
                  </a:cubicBezTo>
                  <a:cubicBezTo>
                    <a:pt x="37" y="281"/>
                    <a:pt x="40" y="279"/>
                    <a:pt x="43" y="282"/>
                  </a:cubicBezTo>
                  <a:cubicBezTo>
                    <a:pt x="44" y="283"/>
                    <a:pt x="44" y="286"/>
                    <a:pt x="45" y="287"/>
                  </a:cubicBezTo>
                  <a:cubicBezTo>
                    <a:pt x="46" y="289"/>
                    <a:pt x="49" y="289"/>
                    <a:pt x="49" y="291"/>
                  </a:cubicBezTo>
                  <a:cubicBezTo>
                    <a:pt x="50" y="301"/>
                    <a:pt x="50" y="301"/>
                    <a:pt x="50" y="301"/>
                  </a:cubicBezTo>
                  <a:cubicBezTo>
                    <a:pt x="51" y="310"/>
                    <a:pt x="48" y="319"/>
                    <a:pt x="50" y="327"/>
                  </a:cubicBezTo>
                  <a:cubicBezTo>
                    <a:pt x="50" y="330"/>
                    <a:pt x="53" y="333"/>
                    <a:pt x="53" y="336"/>
                  </a:cubicBezTo>
                  <a:cubicBezTo>
                    <a:pt x="53" y="339"/>
                    <a:pt x="50" y="340"/>
                    <a:pt x="48" y="342"/>
                  </a:cubicBezTo>
                  <a:cubicBezTo>
                    <a:pt x="44" y="347"/>
                    <a:pt x="50" y="348"/>
                    <a:pt x="49" y="354"/>
                  </a:cubicBezTo>
                  <a:cubicBezTo>
                    <a:pt x="47" y="361"/>
                    <a:pt x="43" y="364"/>
                    <a:pt x="36" y="367"/>
                  </a:cubicBezTo>
                  <a:cubicBezTo>
                    <a:pt x="29" y="371"/>
                    <a:pt x="24" y="375"/>
                    <a:pt x="22" y="383"/>
                  </a:cubicBezTo>
                  <a:cubicBezTo>
                    <a:pt x="22" y="387"/>
                    <a:pt x="20" y="396"/>
                    <a:pt x="14" y="397"/>
                  </a:cubicBezTo>
                  <a:cubicBezTo>
                    <a:pt x="9" y="398"/>
                    <a:pt x="5" y="387"/>
                    <a:pt x="2" y="397"/>
                  </a:cubicBezTo>
                  <a:cubicBezTo>
                    <a:pt x="0" y="405"/>
                    <a:pt x="5" y="413"/>
                    <a:pt x="0" y="421"/>
                  </a:cubicBezTo>
                  <a:cubicBezTo>
                    <a:pt x="0" y="421"/>
                    <a:pt x="0" y="422"/>
                    <a:pt x="1" y="423"/>
                  </a:cubicBezTo>
                  <a:cubicBezTo>
                    <a:pt x="6" y="424"/>
                    <a:pt x="10" y="425"/>
                    <a:pt x="16" y="426"/>
                  </a:cubicBezTo>
                  <a:cubicBezTo>
                    <a:pt x="21" y="430"/>
                    <a:pt x="21" y="430"/>
                    <a:pt x="21" y="430"/>
                  </a:cubicBezTo>
                  <a:cubicBezTo>
                    <a:pt x="27" y="428"/>
                    <a:pt x="33" y="429"/>
                    <a:pt x="39" y="429"/>
                  </a:cubicBezTo>
                  <a:cubicBezTo>
                    <a:pt x="43" y="428"/>
                    <a:pt x="45" y="428"/>
                    <a:pt x="48" y="429"/>
                  </a:cubicBezTo>
                  <a:cubicBezTo>
                    <a:pt x="51" y="429"/>
                    <a:pt x="53" y="431"/>
                    <a:pt x="56" y="431"/>
                  </a:cubicBezTo>
                  <a:cubicBezTo>
                    <a:pt x="61" y="428"/>
                    <a:pt x="63" y="429"/>
                    <a:pt x="68" y="429"/>
                  </a:cubicBezTo>
                  <a:cubicBezTo>
                    <a:pt x="74" y="421"/>
                    <a:pt x="74" y="421"/>
                    <a:pt x="74" y="421"/>
                  </a:cubicBezTo>
                  <a:cubicBezTo>
                    <a:pt x="79" y="423"/>
                    <a:pt x="85" y="428"/>
                    <a:pt x="90" y="426"/>
                  </a:cubicBezTo>
                  <a:cubicBezTo>
                    <a:pt x="91" y="426"/>
                    <a:pt x="93" y="424"/>
                    <a:pt x="95" y="423"/>
                  </a:cubicBezTo>
                  <a:cubicBezTo>
                    <a:pt x="97" y="422"/>
                    <a:pt x="99" y="422"/>
                    <a:pt x="101" y="422"/>
                  </a:cubicBezTo>
                  <a:cubicBezTo>
                    <a:pt x="114" y="421"/>
                    <a:pt x="125" y="425"/>
                    <a:pt x="137" y="428"/>
                  </a:cubicBezTo>
                  <a:cubicBezTo>
                    <a:pt x="144" y="430"/>
                    <a:pt x="144" y="430"/>
                    <a:pt x="144" y="430"/>
                  </a:cubicBezTo>
                  <a:cubicBezTo>
                    <a:pt x="150" y="431"/>
                    <a:pt x="156" y="429"/>
                    <a:pt x="162" y="430"/>
                  </a:cubicBezTo>
                  <a:cubicBezTo>
                    <a:pt x="169" y="431"/>
                    <a:pt x="175" y="434"/>
                    <a:pt x="181" y="432"/>
                  </a:cubicBezTo>
                  <a:cubicBezTo>
                    <a:pt x="188" y="431"/>
                    <a:pt x="194" y="429"/>
                    <a:pt x="201" y="428"/>
                  </a:cubicBezTo>
                  <a:cubicBezTo>
                    <a:pt x="208" y="427"/>
                    <a:pt x="213" y="424"/>
                    <a:pt x="219" y="420"/>
                  </a:cubicBezTo>
                  <a:cubicBezTo>
                    <a:pt x="221" y="419"/>
                    <a:pt x="221" y="419"/>
                    <a:pt x="221" y="419"/>
                  </a:cubicBezTo>
                  <a:cubicBezTo>
                    <a:pt x="230" y="419"/>
                    <a:pt x="230" y="419"/>
                    <a:pt x="230" y="419"/>
                  </a:cubicBezTo>
                  <a:cubicBezTo>
                    <a:pt x="236" y="424"/>
                    <a:pt x="236" y="424"/>
                    <a:pt x="236" y="424"/>
                  </a:cubicBezTo>
                  <a:cubicBezTo>
                    <a:pt x="241" y="425"/>
                    <a:pt x="244" y="421"/>
                    <a:pt x="248" y="420"/>
                  </a:cubicBezTo>
                  <a:cubicBezTo>
                    <a:pt x="255" y="418"/>
                    <a:pt x="255" y="418"/>
                    <a:pt x="255" y="418"/>
                  </a:cubicBezTo>
                  <a:cubicBezTo>
                    <a:pt x="261" y="416"/>
                    <a:pt x="266" y="418"/>
                    <a:pt x="272" y="420"/>
                  </a:cubicBezTo>
                  <a:cubicBezTo>
                    <a:pt x="279" y="423"/>
                    <a:pt x="284" y="423"/>
                    <a:pt x="292" y="422"/>
                  </a:cubicBezTo>
                  <a:cubicBezTo>
                    <a:pt x="297" y="417"/>
                    <a:pt x="302" y="412"/>
                    <a:pt x="309" y="408"/>
                  </a:cubicBezTo>
                  <a:cubicBezTo>
                    <a:pt x="311" y="399"/>
                    <a:pt x="311" y="399"/>
                    <a:pt x="311" y="399"/>
                  </a:cubicBezTo>
                  <a:cubicBezTo>
                    <a:pt x="323" y="392"/>
                    <a:pt x="336" y="395"/>
                    <a:pt x="349" y="398"/>
                  </a:cubicBezTo>
                  <a:cubicBezTo>
                    <a:pt x="351" y="395"/>
                    <a:pt x="348" y="389"/>
                    <a:pt x="346" y="387"/>
                  </a:cubicBezTo>
                  <a:cubicBezTo>
                    <a:pt x="341" y="385"/>
                    <a:pt x="337" y="387"/>
                    <a:pt x="336" y="379"/>
                  </a:cubicBezTo>
                  <a:cubicBezTo>
                    <a:pt x="335" y="377"/>
                    <a:pt x="331" y="377"/>
                    <a:pt x="329" y="374"/>
                  </a:cubicBezTo>
                  <a:cubicBezTo>
                    <a:pt x="328" y="372"/>
                    <a:pt x="325" y="369"/>
                    <a:pt x="324" y="366"/>
                  </a:cubicBezTo>
                  <a:cubicBezTo>
                    <a:pt x="323" y="362"/>
                    <a:pt x="323" y="357"/>
                    <a:pt x="323" y="353"/>
                  </a:cubicBezTo>
                  <a:cubicBezTo>
                    <a:pt x="324" y="342"/>
                    <a:pt x="325" y="332"/>
                    <a:pt x="326" y="322"/>
                  </a:cubicBezTo>
                  <a:cubicBezTo>
                    <a:pt x="328" y="319"/>
                    <a:pt x="333" y="321"/>
                    <a:pt x="335" y="317"/>
                  </a:cubicBezTo>
                  <a:cubicBezTo>
                    <a:pt x="336" y="316"/>
                    <a:pt x="336" y="316"/>
                    <a:pt x="336" y="316"/>
                  </a:cubicBezTo>
                  <a:cubicBezTo>
                    <a:pt x="337" y="314"/>
                    <a:pt x="337" y="314"/>
                    <a:pt x="337" y="314"/>
                  </a:cubicBezTo>
                  <a:cubicBezTo>
                    <a:pt x="338" y="311"/>
                    <a:pt x="336" y="307"/>
                    <a:pt x="336" y="305"/>
                  </a:cubicBezTo>
                  <a:cubicBezTo>
                    <a:pt x="338" y="305"/>
                    <a:pt x="339" y="303"/>
                    <a:pt x="339" y="302"/>
                  </a:cubicBezTo>
                  <a:cubicBezTo>
                    <a:pt x="339" y="300"/>
                    <a:pt x="337" y="298"/>
                    <a:pt x="336" y="297"/>
                  </a:cubicBezTo>
                  <a:cubicBezTo>
                    <a:pt x="339" y="292"/>
                    <a:pt x="346" y="292"/>
                    <a:pt x="352" y="293"/>
                  </a:cubicBezTo>
                  <a:cubicBezTo>
                    <a:pt x="360" y="289"/>
                    <a:pt x="361" y="287"/>
                    <a:pt x="367" y="281"/>
                  </a:cubicBezTo>
                  <a:cubicBezTo>
                    <a:pt x="369" y="281"/>
                    <a:pt x="370" y="281"/>
                    <a:pt x="372" y="281"/>
                  </a:cubicBezTo>
                  <a:cubicBezTo>
                    <a:pt x="375" y="280"/>
                    <a:pt x="375" y="280"/>
                    <a:pt x="375" y="280"/>
                  </a:cubicBezTo>
                  <a:cubicBezTo>
                    <a:pt x="376" y="280"/>
                    <a:pt x="376" y="280"/>
                    <a:pt x="376" y="280"/>
                  </a:cubicBezTo>
                  <a:cubicBezTo>
                    <a:pt x="377" y="282"/>
                    <a:pt x="378" y="283"/>
                    <a:pt x="380" y="285"/>
                  </a:cubicBezTo>
                  <a:cubicBezTo>
                    <a:pt x="383" y="285"/>
                    <a:pt x="383" y="285"/>
                    <a:pt x="383" y="285"/>
                  </a:cubicBezTo>
                  <a:cubicBezTo>
                    <a:pt x="385" y="287"/>
                    <a:pt x="387" y="288"/>
                    <a:pt x="389" y="289"/>
                  </a:cubicBezTo>
                  <a:cubicBezTo>
                    <a:pt x="396" y="285"/>
                    <a:pt x="396" y="285"/>
                    <a:pt x="396" y="285"/>
                  </a:cubicBezTo>
                  <a:cubicBezTo>
                    <a:pt x="393" y="280"/>
                    <a:pt x="392" y="280"/>
                    <a:pt x="392" y="273"/>
                  </a:cubicBezTo>
                  <a:close/>
                </a:path>
              </a:pathLst>
            </a:custGeom>
            <a:solidFill>
              <a:srgbClr val="CCCCCC"/>
            </a:solidFill>
            <a:ln w="7938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8" name="Freeform 15">
              <a:extLst>
                <a:ext uri="{FF2B5EF4-FFF2-40B4-BE49-F238E27FC236}">
                  <a16:creationId xmlns:a16="http://schemas.microsoft.com/office/drawing/2014/main" id="{30E44A9C-6242-6D55-EC40-3FA70FD89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1288" y="3586163"/>
              <a:ext cx="2565400" cy="1119187"/>
            </a:xfrm>
            <a:custGeom>
              <a:avLst/>
              <a:gdLst>
                <a:gd name="T0" fmla="*/ 2147483646 w 674"/>
                <a:gd name="T1" fmla="*/ 826009494 h 294"/>
                <a:gd name="T2" fmla="*/ 2147483646 w 674"/>
                <a:gd name="T3" fmla="*/ 681097618 h 294"/>
                <a:gd name="T4" fmla="*/ 2147483646 w 674"/>
                <a:gd name="T5" fmla="*/ 1072363870 h 294"/>
                <a:gd name="T6" fmla="*/ 2147483646 w 674"/>
                <a:gd name="T7" fmla="*/ 1014398359 h 294"/>
                <a:gd name="T8" fmla="*/ 2147483646 w 674"/>
                <a:gd name="T9" fmla="*/ 753551653 h 294"/>
                <a:gd name="T10" fmla="*/ 2147483646 w 674"/>
                <a:gd name="T11" fmla="*/ 1173802564 h 294"/>
                <a:gd name="T12" fmla="*/ 2147483646 w 674"/>
                <a:gd name="T13" fmla="*/ 1492614782 h 294"/>
                <a:gd name="T14" fmla="*/ 2147483646 w 674"/>
                <a:gd name="T15" fmla="*/ 1318718247 h 294"/>
                <a:gd name="T16" fmla="*/ 2147483646 w 674"/>
                <a:gd name="T17" fmla="*/ 782536312 h 294"/>
                <a:gd name="T18" fmla="*/ 2147483646 w 674"/>
                <a:gd name="T19" fmla="*/ 1043383018 h 294"/>
                <a:gd name="T20" fmla="*/ 2147483646 w 674"/>
                <a:gd name="T21" fmla="*/ 1086856200 h 294"/>
                <a:gd name="T22" fmla="*/ 2147483646 w 674"/>
                <a:gd name="T23" fmla="*/ 782536312 h 294"/>
                <a:gd name="T24" fmla="*/ 2147483646 w 674"/>
                <a:gd name="T25" fmla="*/ 724570800 h 294"/>
                <a:gd name="T26" fmla="*/ 2147483646 w 674"/>
                <a:gd name="T27" fmla="*/ 550674265 h 294"/>
                <a:gd name="T28" fmla="*/ 2147483646 w 674"/>
                <a:gd name="T29" fmla="*/ 318812218 h 294"/>
                <a:gd name="T30" fmla="*/ 2147483646 w 674"/>
                <a:gd name="T31" fmla="*/ 173896535 h 294"/>
                <a:gd name="T32" fmla="*/ 2147483646 w 674"/>
                <a:gd name="T33" fmla="*/ 130423353 h 294"/>
                <a:gd name="T34" fmla="*/ 2147483646 w 674"/>
                <a:gd name="T35" fmla="*/ 260846706 h 294"/>
                <a:gd name="T36" fmla="*/ 1752975121 w 674"/>
                <a:gd name="T37" fmla="*/ 188388865 h 294"/>
                <a:gd name="T38" fmla="*/ 1390789361 w 674"/>
                <a:gd name="T39" fmla="*/ 130423353 h 294"/>
                <a:gd name="T40" fmla="*/ 985144050 w 674"/>
                <a:gd name="T41" fmla="*/ 115931023 h 294"/>
                <a:gd name="T42" fmla="*/ 738858037 w 674"/>
                <a:gd name="T43" fmla="*/ 507201083 h 294"/>
                <a:gd name="T44" fmla="*/ 376672277 w 674"/>
                <a:gd name="T45" fmla="*/ 869486483 h 294"/>
                <a:gd name="T46" fmla="*/ 159363105 w 674"/>
                <a:gd name="T47" fmla="*/ 1144821712 h 294"/>
                <a:gd name="T48" fmla="*/ 28973034 w 674"/>
                <a:gd name="T49" fmla="*/ 1738969159 h 294"/>
                <a:gd name="T50" fmla="*/ 565008416 w 674"/>
                <a:gd name="T51" fmla="*/ 2147483646 h 294"/>
                <a:gd name="T52" fmla="*/ 811294428 w 674"/>
                <a:gd name="T53" fmla="*/ 2147483646 h 294"/>
                <a:gd name="T54" fmla="*/ 796807911 w 674"/>
                <a:gd name="T55" fmla="*/ 2147483646 h 294"/>
                <a:gd name="T56" fmla="*/ 1318352970 w 674"/>
                <a:gd name="T57" fmla="*/ 2147483646 h 294"/>
                <a:gd name="T58" fmla="*/ 1448739235 w 674"/>
                <a:gd name="T59" fmla="*/ 2147483646 h 294"/>
                <a:gd name="T60" fmla="*/ 1579125499 w 674"/>
                <a:gd name="T61" fmla="*/ 2147483646 h 294"/>
                <a:gd name="T62" fmla="*/ 1825411512 w 674"/>
                <a:gd name="T63" fmla="*/ 2147483646 h 294"/>
                <a:gd name="T64" fmla="*/ 2057211007 w 674"/>
                <a:gd name="T65" fmla="*/ 2147483646 h 294"/>
                <a:gd name="T66" fmla="*/ 2147483646 w 674"/>
                <a:gd name="T67" fmla="*/ 2147483646 h 294"/>
                <a:gd name="T68" fmla="*/ 2147483646 w 674"/>
                <a:gd name="T69" fmla="*/ 2147483646 h 294"/>
                <a:gd name="T70" fmla="*/ 2147483646 w 674"/>
                <a:gd name="T71" fmla="*/ 2147483646 h 294"/>
                <a:gd name="T72" fmla="*/ 2147483646 w 674"/>
                <a:gd name="T73" fmla="*/ 2147483646 h 294"/>
                <a:gd name="T74" fmla="*/ 2147483646 w 674"/>
                <a:gd name="T75" fmla="*/ 2147483646 h 294"/>
                <a:gd name="T76" fmla="*/ 2147483646 w 674"/>
                <a:gd name="T77" fmla="*/ 2147483646 h 294"/>
                <a:gd name="T78" fmla="*/ 2147483646 w 674"/>
                <a:gd name="T79" fmla="*/ 2147483646 h 294"/>
                <a:gd name="T80" fmla="*/ 2147483646 w 674"/>
                <a:gd name="T81" fmla="*/ 2147483646 h 294"/>
                <a:gd name="T82" fmla="*/ 2147483646 w 674"/>
                <a:gd name="T83" fmla="*/ 2147483646 h 294"/>
                <a:gd name="T84" fmla="*/ 2147483646 w 674"/>
                <a:gd name="T85" fmla="*/ 2147483646 h 294"/>
                <a:gd name="T86" fmla="*/ 2147483646 w 674"/>
                <a:gd name="T87" fmla="*/ 2147483646 h 294"/>
                <a:gd name="T88" fmla="*/ 2147483646 w 674"/>
                <a:gd name="T89" fmla="*/ 2147483646 h 294"/>
                <a:gd name="T90" fmla="*/ 2147483646 w 674"/>
                <a:gd name="T91" fmla="*/ 2147483646 h 294"/>
                <a:gd name="T92" fmla="*/ 2147483646 w 674"/>
                <a:gd name="T93" fmla="*/ 2147483646 h 294"/>
                <a:gd name="T94" fmla="*/ 2147483646 w 674"/>
                <a:gd name="T95" fmla="*/ 2147483646 h 294"/>
                <a:gd name="T96" fmla="*/ 2147483646 w 674"/>
                <a:gd name="T97" fmla="*/ 2147483646 h 294"/>
                <a:gd name="T98" fmla="*/ 2147483646 w 674"/>
                <a:gd name="T99" fmla="*/ 2147483646 h 294"/>
                <a:gd name="T100" fmla="*/ 2147483646 w 674"/>
                <a:gd name="T101" fmla="*/ 2147483646 h 294"/>
                <a:gd name="T102" fmla="*/ 2147483646 w 674"/>
                <a:gd name="T103" fmla="*/ 2147483646 h 294"/>
                <a:gd name="T104" fmla="*/ 2147483646 w 674"/>
                <a:gd name="T105" fmla="*/ 2147483646 h 294"/>
                <a:gd name="T106" fmla="*/ 2147483646 w 674"/>
                <a:gd name="T107" fmla="*/ 2147483646 h 294"/>
                <a:gd name="T108" fmla="*/ 2147483646 w 674"/>
                <a:gd name="T109" fmla="*/ 2147483646 h 294"/>
                <a:gd name="T110" fmla="*/ 2147483646 w 674"/>
                <a:gd name="T111" fmla="*/ 2147483646 h 294"/>
                <a:gd name="T112" fmla="*/ 2147483646 w 674"/>
                <a:gd name="T113" fmla="*/ 2147483646 h 294"/>
                <a:gd name="T114" fmla="*/ 2147483646 w 674"/>
                <a:gd name="T115" fmla="*/ 1709988306 h 294"/>
                <a:gd name="T116" fmla="*/ 2147483646 w 674"/>
                <a:gd name="T117" fmla="*/ 927451994 h 29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74" h="294">
                  <a:moveTo>
                    <a:pt x="646" y="63"/>
                  </a:moveTo>
                  <a:cubicBezTo>
                    <a:pt x="643" y="64"/>
                    <a:pt x="638" y="66"/>
                    <a:pt x="635" y="65"/>
                  </a:cubicBezTo>
                  <a:cubicBezTo>
                    <a:pt x="632" y="64"/>
                    <a:pt x="631" y="59"/>
                    <a:pt x="630" y="57"/>
                  </a:cubicBezTo>
                  <a:cubicBezTo>
                    <a:pt x="629" y="52"/>
                    <a:pt x="634" y="35"/>
                    <a:pt x="630" y="31"/>
                  </a:cubicBezTo>
                  <a:cubicBezTo>
                    <a:pt x="628" y="29"/>
                    <a:pt x="621" y="30"/>
                    <a:pt x="618" y="32"/>
                  </a:cubicBezTo>
                  <a:cubicBezTo>
                    <a:pt x="614" y="34"/>
                    <a:pt x="613" y="44"/>
                    <a:pt x="610" y="47"/>
                  </a:cubicBezTo>
                  <a:cubicBezTo>
                    <a:pt x="606" y="51"/>
                    <a:pt x="604" y="50"/>
                    <a:pt x="600" y="52"/>
                  </a:cubicBezTo>
                  <a:cubicBezTo>
                    <a:pt x="595" y="54"/>
                    <a:pt x="595" y="60"/>
                    <a:pt x="595" y="64"/>
                  </a:cubicBezTo>
                  <a:cubicBezTo>
                    <a:pt x="596" y="68"/>
                    <a:pt x="596" y="72"/>
                    <a:pt x="592" y="74"/>
                  </a:cubicBezTo>
                  <a:cubicBezTo>
                    <a:pt x="590" y="74"/>
                    <a:pt x="588" y="67"/>
                    <a:pt x="585" y="68"/>
                  </a:cubicBezTo>
                  <a:cubicBezTo>
                    <a:pt x="583" y="68"/>
                    <a:pt x="580" y="69"/>
                    <a:pt x="578" y="70"/>
                  </a:cubicBezTo>
                  <a:cubicBezTo>
                    <a:pt x="572" y="71"/>
                    <a:pt x="567" y="70"/>
                    <a:pt x="562" y="70"/>
                  </a:cubicBezTo>
                  <a:cubicBezTo>
                    <a:pt x="557" y="70"/>
                    <a:pt x="552" y="72"/>
                    <a:pt x="546" y="70"/>
                  </a:cubicBezTo>
                  <a:cubicBezTo>
                    <a:pt x="541" y="68"/>
                    <a:pt x="541" y="65"/>
                    <a:pt x="538" y="61"/>
                  </a:cubicBezTo>
                  <a:cubicBezTo>
                    <a:pt x="535" y="57"/>
                    <a:pt x="531" y="54"/>
                    <a:pt x="526" y="52"/>
                  </a:cubicBezTo>
                  <a:cubicBezTo>
                    <a:pt x="523" y="51"/>
                    <a:pt x="496" y="42"/>
                    <a:pt x="495" y="45"/>
                  </a:cubicBezTo>
                  <a:cubicBezTo>
                    <a:pt x="482" y="46"/>
                    <a:pt x="494" y="59"/>
                    <a:pt x="494" y="65"/>
                  </a:cubicBezTo>
                  <a:cubicBezTo>
                    <a:pt x="494" y="70"/>
                    <a:pt x="492" y="76"/>
                    <a:pt x="494" y="81"/>
                  </a:cubicBezTo>
                  <a:cubicBezTo>
                    <a:pt x="496" y="84"/>
                    <a:pt x="500" y="87"/>
                    <a:pt x="498" y="91"/>
                  </a:cubicBezTo>
                  <a:cubicBezTo>
                    <a:pt x="496" y="95"/>
                    <a:pt x="490" y="93"/>
                    <a:pt x="487" y="94"/>
                  </a:cubicBezTo>
                  <a:cubicBezTo>
                    <a:pt x="482" y="96"/>
                    <a:pt x="478" y="100"/>
                    <a:pt x="474" y="103"/>
                  </a:cubicBezTo>
                  <a:cubicBezTo>
                    <a:pt x="461" y="109"/>
                    <a:pt x="455" y="97"/>
                    <a:pt x="443" y="97"/>
                  </a:cubicBezTo>
                  <a:cubicBezTo>
                    <a:pt x="438" y="97"/>
                    <a:pt x="435" y="98"/>
                    <a:pt x="431" y="96"/>
                  </a:cubicBezTo>
                  <a:cubicBezTo>
                    <a:pt x="427" y="94"/>
                    <a:pt x="425" y="92"/>
                    <a:pt x="420" y="91"/>
                  </a:cubicBezTo>
                  <a:cubicBezTo>
                    <a:pt x="414" y="90"/>
                    <a:pt x="412" y="89"/>
                    <a:pt x="412" y="83"/>
                  </a:cubicBezTo>
                  <a:cubicBezTo>
                    <a:pt x="412" y="76"/>
                    <a:pt x="410" y="77"/>
                    <a:pt x="405" y="72"/>
                  </a:cubicBezTo>
                  <a:cubicBezTo>
                    <a:pt x="400" y="67"/>
                    <a:pt x="403" y="49"/>
                    <a:pt x="392" y="54"/>
                  </a:cubicBezTo>
                  <a:cubicBezTo>
                    <a:pt x="388" y="55"/>
                    <a:pt x="388" y="57"/>
                    <a:pt x="384" y="54"/>
                  </a:cubicBezTo>
                  <a:cubicBezTo>
                    <a:pt x="381" y="50"/>
                    <a:pt x="377" y="47"/>
                    <a:pt x="377" y="55"/>
                  </a:cubicBezTo>
                  <a:cubicBezTo>
                    <a:pt x="358" y="43"/>
                    <a:pt x="372" y="66"/>
                    <a:pt x="362" y="72"/>
                  </a:cubicBezTo>
                  <a:cubicBezTo>
                    <a:pt x="358" y="74"/>
                    <a:pt x="352" y="71"/>
                    <a:pt x="347" y="73"/>
                  </a:cubicBezTo>
                  <a:cubicBezTo>
                    <a:pt x="342" y="74"/>
                    <a:pt x="345" y="76"/>
                    <a:pt x="344" y="80"/>
                  </a:cubicBezTo>
                  <a:cubicBezTo>
                    <a:pt x="341" y="88"/>
                    <a:pt x="326" y="80"/>
                    <a:pt x="323" y="75"/>
                  </a:cubicBezTo>
                  <a:cubicBezTo>
                    <a:pt x="322" y="71"/>
                    <a:pt x="323" y="68"/>
                    <a:pt x="325" y="65"/>
                  </a:cubicBezTo>
                  <a:cubicBezTo>
                    <a:pt x="328" y="62"/>
                    <a:pt x="331" y="59"/>
                    <a:pt x="325" y="57"/>
                  </a:cubicBezTo>
                  <a:cubicBezTo>
                    <a:pt x="323" y="56"/>
                    <a:pt x="316" y="53"/>
                    <a:pt x="313" y="54"/>
                  </a:cubicBezTo>
                  <a:cubicBezTo>
                    <a:pt x="309" y="56"/>
                    <a:pt x="309" y="61"/>
                    <a:pt x="305" y="56"/>
                  </a:cubicBezTo>
                  <a:cubicBezTo>
                    <a:pt x="302" y="54"/>
                    <a:pt x="302" y="50"/>
                    <a:pt x="299" y="48"/>
                  </a:cubicBezTo>
                  <a:cubicBezTo>
                    <a:pt x="295" y="45"/>
                    <a:pt x="292" y="48"/>
                    <a:pt x="288" y="50"/>
                  </a:cubicBezTo>
                  <a:cubicBezTo>
                    <a:pt x="284" y="51"/>
                    <a:pt x="282" y="51"/>
                    <a:pt x="277" y="48"/>
                  </a:cubicBezTo>
                  <a:cubicBezTo>
                    <a:pt x="272" y="45"/>
                    <a:pt x="270" y="46"/>
                    <a:pt x="264" y="47"/>
                  </a:cubicBezTo>
                  <a:cubicBezTo>
                    <a:pt x="261" y="45"/>
                    <a:pt x="257" y="42"/>
                    <a:pt x="255" y="38"/>
                  </a:cubicBezTo>
                  <a:cubicBezTo>
                    <a:pt x="254" y="35"/>
                    <a:pt x="254" y="34"/>
                    <a:pt x="252" y="32"/>
                  </a:cubicBezTo>
                  <a:cubicBezTo>
                    <a:pt x="251" y="30"/>
                    <a:pt x="249" y="29"/>
                    <a:pt x="248" y="26"/>
                  </a:cubicBezTo>
                  <a:cubicBezTo>
                    <a:pt x="247" y="24"/>
                    <a:pt x="247" y="23"/>
                    <a:pt x="244" y="22"/>
                  </a:cubicBezTo>
                  <a:cubicBezTo>
                    <a:pt x="240" y="21"/>
                    <a:pt x="236" y="24"/>
                    <a:pt x="232" y="23"/>
                  </a:cubicBezTo>
                  <a:cubicBezTo>
                    <a:pt x="223" y="22"/>
                    <a:pt x="220" y="16"/>
                    <a:pt x="210" y="16"/>
                  </a:cubicBezTo>
                  <a:cubicBezTo>
                    <a:pt x="205" y="17"/>
                    <a:pt x="203" y="17"/>
                    <a:pt x="202" y="12"/>
                  </a:cubicBezTo>
                  <a:cubicBezTo>
                    <a:pt x="200" y="5"/>
                    <a:pt x="201" y="10"/>
                    <a:pt x="195" y="9"/>
                  </a:cubicBezTo>
                  <a:cubicBezTo>
                    <a:pt x="192" y="8"/>
                    <a:pt x="193" y="4"/>
                    <a:pt x="189" y="3"/>
                  </a:cubicBezTo>
                  <a:cubicBezTo>
                    <a:pt x="183" y="1"/>
                    <a:pt x="183" y="5"/>
                    <a:pt x="184" y="9"/>
                  </a:cubicBezTo>
                  <a:cubicBezTo>
                    <a:pt x="184" y="13"/>
                    <a:pt x="185" y="16"/>
                    <a:pt x="180" y="17"/>
                  </a:cubicBezTo>
                  <a:cubicBezTo>
                    <a:pt x="173" y="18"/>
                    <a:pt x="171" y="16"/>
                    <a:pt x="168" y="12"/>
                  </a:cubicBezTo>
                  <a:cubicBezTo>
                    <a:pt x="161" y="3"/>
                    <a:pt x="158" y="14"/>
                    <a:pt x="154" y="18"/>
                  </a:cubicBezTo>
                  <a:cubicBezTo>
                    <a:pt x="150" y="22"/>
                    <a:pt x="140" y="31"/>
                    <a:pt x="135" y="24"/>
                  </a:cubicBezTo>
                  <a:cubicBezTo>
                    <a:pt x="133" y="21"/>
                    <a:pt x="134" y="17"/>
                    <a:pt x="132" y="14"/>
                  </a:cubicBezTo>
                  <a:cubicBezTo>
                    <a:pt x="129" y="11"/>
                    <a:pt x="125" y="13"/>
                    <a:pt x="121" y="13"/>
                  </a:cubicBezTo>
                  <a:cubicBezTo>
                    <a:pt x="115" y="13"/>
                    <a:pt x="115" y="9"/>
                    <a:pt x="111" y="5"/>
                  </a:cubicBezTo>
                  <a:cubicBezTo>
                    <a:pt x="108" y="3"/>
                    <a:pt x="98" y="0"/>
                    <a:pt x="95" y="3"/>
                  </a:cubicBezTo>
                  <a:cubicBezTo>
                    <a:pt x="96" y="6"/>
                    <a:pt x="98" y="6"/>
                    <a:pt x="96" y="9"/>
                  </a:cubicBezTo>
                  <a:cubicBezTo>
                    <a:pt x="96" y="11"/>
                    <a:pt x="95" y="15"/>
                    <a:pt x="92" y="15"/>
                  </a:cubicBezTo>
                  <a:cubicBezTo>
                    <a:pt x="87" y="14"/>
                    <a:pt x="87" y="5"/>
                    <a:pt x="83" y="3"/>
                  </a:cubicBezTo>
                  <a:cubicBezTo>
                    <a:pt x="78" y="0"/>
                    <a:pt x="72" y="6"/>
                    <a:pt x="68" y="8"/>
                  </a:cubicBezTo>
                  <a:cubicBezTo>
                    <a:pt x="63" y="11"/>
                    <a:pt x="59" y="14"/>
                    <a:pt x="54" y="16"/>
                  </a:cubicBezTo>
                  <a:cubicBezTo>
                    <a:pt x="51" y="18"/>
                    <a:pt x="34" y="23"/>
                    <a:pt x="40" y="29"/>
                  </a:cubicBezTo>
                  <a:cubicBezTo>
                    <a:pt x="43" y="32"/>
                    <a:pt x="51" y="28"/>
                    <a:pt x="51" y="35"/>
                  </a:cubicBezTo>
                  <a:cubicBezTo>
                    <a:pt x="51" y="40"/>
                    <a:pt x="40" y="42"/>
                    <a:pt x="37" y="46"/>
                  </a:cubicBezTo>
                  <a:cubicBezTo>
                    <a:pt x="33" y="52"/>
                    <a:pt x="35" y="56"/>
                    <a:pt x="26" y="59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4" y="61"/>
                    <a:pt x="22" y="61"/>
                    <a:pt x="20" y="63"/>
                  </a:cubicBezTo>
                  <a:cubicBezTo>
                    <a:pt x="19" y="65"/>
                    <a:pt x="19" y="68"/>
                    <a:pt x="19" y="71"/>
                  </a:cubicBezTo>
                  <a:cubicBezTo>
                    <a:pt x="19" y="77"/>
                    <a:pt x="17" y="76"/>
                    <a:pt x="11" y="79"/>
                  </a:cubicBezTo>
                  <a:cubicBezTo>
                    <a:pt x="6" y="82"/>
                    <a:pt x="6" y="87"/>
                    <a:pt x="7" y="92"/>
                  </a:cubicBezTo>
                  <a:cubicBezTo>
                    <a:pt x="7" y="98"/>
                    <a:pt x="7" y="101"/>
                    <a:pt x="5" y="106"/>
                  </a:cubicBezTo>
                  <a:cubicBezTo>
                    <a:pt x="2" y="111"/>
                    <a:pt x="0" y="115"/>
                    <a:pt x="2" y="120"/>
                  </a:cubicBezTo>
                  <a:cubicBezTo>
                    <a:pt x="5" y="126"/>
                    <a:pt x="10" y="125"/>
                    <a:pt x="15" y="126"/>
                  </a:cubicBezTo>
                  <a:cubicBezTo>
                    <a:pt x="27" y="128"/>
                    <a:pt x="32" y="138"/>
                    <a:pt x="36" y="148"/>
                  </a:cubicBezTo>
                  <a:cubicBezTo>
                    <a:pt x="36" y="150"/>
                    <a:pt x="38" y="152"/>
                    <a:pt x="39" y="154"/>
                  </a:cubicBezTo>
                  <a:cubicBezTo>
                    <a:pt x="40" y="157"/>
                    <a:pt x="39" y="160"/>
                    <a:pt x="39" y="164"/>
                  </a:cubicBezTo>
                  <a:cubicBezTo>
                    <a:pt x="39" y="170"/>
                    <a:pt x="42" y="174"/>
                    <a:pt x="49" y="175"/>
                  </a:cubicBezTo>
                  <a:cubicBezTo>
                    <a:pt x="52" y="175"/>
                    <a:pt x="55" y="173"/>
                    <a:pt x="56" y="177"/>
                  </a:cubicBezTo>
                  <a:cubicBezTo>
                    <a:pt x="56" y="179"/>
                    <a:pt x="53" y="183"/>
                    <a:pt x="52" y="185"/>
                  </a:cubicBezTo>
                  <a:cubicBezTo>
                    <a:pt x="46" y="197"/>
                    <a:pt x="33" y="217"/>
                    <a:pt x="45" y="229"/>
                  </a:cubicBezTo>
                  <a:cubicBezTo>
                    <a:pt x="48" y="232"/>
                    <a:pt x="51" y="235"/>
                    <a:pt x="55" y="235"/>
                  </a:cubicBezTo>
                  <a:cubicBezTo>
                    <a:pt x="59" y="235"/>
                    <a:pt x="64" y="229"/>
                    <a:pt x="68" y="232"/>
                  </a:cubicBezTo>
                  <a:cubicBezTo>
                    <a:pt x="72" y="235"/>
                    <a:pt x="70" y="239"/>
                    <a:pt x="75" y="235"/>
                  </a:cubicBezTo>
                  <a:cubicBezTo>
                    <a:pt x="79" y="231"/>
                    <a:pt x="85" y="229"/>
                    <a:pt x="91" y="233"/>
                  </a:cubicBezTo>
                  <a:cubicBezTo>
                    <a:pt x="92" y="232"/>
                    <a:pt x="93" y="231"/>
                    <a:pt x="94" y="230"/>
                  </a:cubicBezTo>
                  <a:cubicBezTo>
                    <a:pt x="95" y="224"/>
                    <a:pt x="97" y="222"/>
                    <a:pt x="100" y="217"/>
                  </a:cubicBezTo>
                  <a:cubicBezTo>
                    <a:pt x="100" y="210"/>
                    <a:pt x="100" y="210"/>
                    <a:pt x="100" y="210"/>
                  </a:cubicBezTo>
                  <a:cubicBezTo>
                    <a:pt x="98" y="209"/>
                    <a:pt x="96" y="206"/>
                    <a:pt x="96" y="204"/>
                  </a:cubicBezTo>
                  <a:cubicBezTo>
                    <a:pt x="98" y="203"/>
                    <a:pt x="101" y="202"/>
                    <a:pt x="104" y="202"/>
                  </a:cubicBezTo>
                  <a:cubicBezTo>
                    <a:pt x="105" y="203"/>
                    <a:pt x="107" y="205"/>
                    <a:pt x="109" y="205"/>
                  </a:cubicBezTo>
                  <a:cubicBezTo>
                    <a:pt x="109" y="203"/>
                    <a:pt x="112" y="200"/>
                    <a:pt x="114" y="199"/>
                  </a:cubicBezTo>
                  <a:cubicBezTo>
                    <a:pt x="123" y="202"/>
                    <a:pt x="123" y="202"/>
                    <a:pt x="123" y="202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31" y="200"/>
                    <a:pt x="131" y="200"/>
                    <a:pt x="131" y="200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4"/>
                    <a:pt x="142" y="192"/>
                    <a:pt x="143" y="191"/>
                  </a:cubicBezTo>
                  <a:cubicBezTo>
                    <a:pt x="147" y="192"/>
                    <a:pt x="151" y="192"/>
                    <a:pt x="155" y="192"/>
                  </a:cubicBezTo>
                  <a:cubicBezTo>
                    <a:pt x="156" y="191"/>
                    <a:pt x="157" y="190"/>
                    <a:pt x="158" y="189"/>
                  </a:cubicBezTo>
                  <a:cubicBezTo>
                    <a:pt x="172" y="186"/>
                    <a:pt x="187" y="188"/>
                    <a:pt x="200" y="183"/>
                  </a:cubicBezTo>
                  <a:cubicBezTo>
                    <a:pt x="204" y="187"/>
                    <a:pt x="207" y="196"/>
                    <a:pt x="214" y="197"/>
                  </a:cubicBezTo>
                  <a:cubicBezTo>
                    <a:pt x="217" y="196"/>
                    <a:pt x="220" y="195"/>
                    <a:pt x="222" y="193"/>
                  </a:cubicBezTo>
                  <a:cubicBezTo>
                    <a:pt x="228" y="194"/>
                    <a:pt x="228" y="194"/>
                    <a:pt x="228" y="194"/>
                  </a:cubicBezTo>
                  <a:cubicBezTo>
                    <a:pt x="230" y="197"/>
                    <a:pt x="230" y="197"/>
                    <a:pt x="230" y="197"/>
                  </a:cubicBezTo>
                  <a:cubicBezTo>
                    <a:pt x="230" y="199"/>
                    <a:pt x="230" y="199"/>
                    <a:pt x="230" y="199"/>
                  </a:cubicBezTo>
                  <a:cubicBezTo>
                    <a:pt x="233" y="200"/>
                    <a:pt x="233" y="200"/>
                    <a:pt x="233" y="200"/>
                  </a:cubicBezTo>
                  <a:cubicBezTo>
                    <a:pt x="237" y="205"/>
                    <a:pt x="237" y="205"/>
                    <a:pt x="237" y="205"/>
                  </a:cubicBezTo>
                  <a:cubicBezTo>
                    <a:pt x="237" y="209"/>
                    <a:pt x="237" y="209"/>
                    <a:pt x="237" y="209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0" y="210"/>
                    <a:pt x="243" y="211"/>
                    <a:pt x="245" y="211"/>
                  </a:cubicBezTo>
                  <a:cubicBezTo>
                    <a:pt x="247" y="210"/>
                    <a:pt x="248" y="210"/>
                    <a:pt x="249" y="208"/>
                  </a:cubicBezTo>
                  <a:cubicBezTo>
                    <a:pt x="251" y="208"/>
                    <a:pt x="254" y="207"/>
                    <a:pt x="256" y="206"/>
                  </a:cubicBezTo>
                  <a:cubicBezTo>
                    <a:pt x="260" y="206"/>
                    <a:pt x="263" y="208"/>
                    <a:pt x="267" y="209"/>
                  </a:cubicBezTo>
                  <a:cubicBezTo>
                    <a:pt x="272" y="210"/>
                    <a:pt x="275" y="211"/>
                    <a:pt x="280" y="213"/>
                  </a:cubicBezTo>
                  <a:cubicBezTo>
                    <a:pt x="279" y="216"/>
                    <a:pt x="279" y="219"/>
                    <a:pt x="280" y="221"/>
                  </a:cubicBezTo>
                  <a:cubicBezTo>
                    <a:pt x="284" y="223"/>
                    <a:pt x="284" y="223"/>
                    <a:pt x="284" y="223"/>
                  </a:cubicBezTo>
                  <a:cubicBezTo>
                    <a:pt x="290" y="220"/>
                    <a:pt x="290" y="220"/>
                    <a:pt x="290" y="220"/>
                  </a:cubicBezTo>
                  <a:cubicBezTo>
                    <a:pt x="292" y="217"/>
                    <a:pt x="295" y="212"/>
                    <a:pt x="299" y="210"/>
                  </a:cubicBezTo>
                  <a:cubicBezTo>
                    <a:pt x="305" y="209"/>
                    <a:pt x="306" y="209"/>
                    <a:pt x="312" y="207"/>
                  </a:cubicBezTo>
                  <a:cubicBezTo>
                    <a:pt x="314" y="203"/>
                    <a:pt x="314" y="203"/>
                    <a:pt x="314" y="203"/>
                  </a:cubicBezTo>
                  <a:cubicBezTo>
                    <a:pt x="321" y="202"/>
                    <a:pt x="321" y="202"/>
                    <a:pt x="321" y="202"/>
                  </a:cubicBezTo>
                  <a:cubicBezTo>
                    <a:pt x="328" y="207"/>
                    <a:pt x="334" y="209"/>
                    <a:pt x="342" y="209"/>
                  </a:cubicBezTo>
                  <a:cubicBezTo>
                    <a:pt x="341" y="202"/>
                    <a:pt x="345" y="202"/>
                    <a:pt x="346" y="195"/>
                  </a:cubicBezTo>
                  <a:cubicBezTo>
                    <a:pt x="354" y="192"/>
                    <a:pt x="364" y="193"/>
                    <a:pt x="373" y="192"/>
                  </a:cubicBezTo>
                  <a:cubicBezTo>
                    <a:pt x="376" y="193"/>
                    <a:pt x="376" y="193"/>
                    <a:pt x="376" y="193"/>
                  </a:cubicBezTo>
                  <a:cubicBezTo>
                    <a:pt x="378" y="192"/>
                    <a:pt x="378" y="192"/>
                    <a:pt x="378" y="192"/>
                  </a:cubicBezTo>
                  <a:cubicBezTo>
                    <a:pt x="378" y="189"/>
                    <a:pt x="379" y="185"/>
                    <a:pt x="381" y="183"/>
                  </a:cubicBezTo>
                  <a:cubicBezTo>
                    <a:pt x="385" y="182"/>
                    <a:pt x="398" y="191"/>
                    <a:pt x="400" y="194"/>
                  </a:cubicBezTo>
                  <a:cubicBezTo>
                    <a:pt x="403" y="193"/>
                    <a:pt x="403" y="193"/>
                    <a:pt x="403" y="193"/>
                  </a:cubicBezTo>
                  <a:cubicBezTo>
                    <a:pt x="403" y="195"/>
                    <a:pt x="405" y="197"/>
                    <a:pt x="407" y="198"/>
                  </a:cubicBezTo>
                  <a:cubicBezTo>
                    <a:pt x="407" y="203"/>
                    <a:pt x="421" y="214"/>
                    <a:pt x="424" y="217"/>
                  </a:cubicBezTo>
                  <a:cubicBezTo>
                    <a:pt x="428" y="218"/>
                    <a:pt x="431" y="219"/>
                    <a:pt x="434" y="220"/>
                  </a:cubicBezTo>
                  <a:cubicBezTo>
                    <a:pt x="436" y="220"/>
                    <a:pt x="439" y="218"/>
                    <a:pt x="440" y="217"/>
                  </a:cubicBezTo>
                  <a:cubicBezTo>
                    <a:pt x="442" y="218"/>
                    <a:pt x="445" y="219"/>
                    <a:pt x="447" y="219"/>
                  </a:cubicBezTo>
                  <a:cubicBezTo>
                    <a:pt x="448" y="227"/>
                    <a:pt x="448" y="236"/>
                    <a:pt x="452" y="244"/>
                  </a:cubicBezTo>
                  <a:cubicBezTo>
                    <a:pt x="454" y="247"/>
                    <a:pt x="457" y="250"/>
                    <a:pt x="459" y="254"/>
                  </a:cubicBezTo>
                  <a:cubicBezTo>
                    <a:pt x="461" y="258"/>
                    <a:pt x="461" y="263"/>
                    <a:pt x="462" y="267"/>
                  </a:cubicBezTo>
                  <a:cubicBezTo>
                    <a:pt x="472" y="276"/>
                    <a:pt x="472" y="276"/>
                    <a:pt x="472" y="276"/>
                  </a:cubicBezTo>
                  <a:cubicBezTo>
                    <a:pt x="472" y="277"/>
                    <a:pt x="471" y="278"/>
                    <a:pt x="471" y="279"/>
                  </a:cubicBezTo>
                  <a:cubicBezTo>
                    <a:pt x="476" y="282"/>
                    <a:pt x="476" y="282"/>
                    <a:pt x="476" y="282"/>
                  </a:cubicBezTo>
                  <a:cubicBezTo>
                    <a:pt x="478" y="287"/>
                    <a:pt x="478" y="287"/>
                    <a:pt x="478" y="287"/>
                  </a:cubicBezTo>
                  <a:cubicBezTo>
                    <a:pt x="483" y="288"/>
                    <a:pt x="489" y="289"/>
                    <a:pt x="494" y="292"/>
                  </a:cubicBezTo>
                  <a:cubicBezTo>
                    <a:pt x="497" y="291"/>
                    <a:pt x="497" y="291"/>
                    <a:pt x="497" y="291"/>
                  </a:cubicBezTo>
                  <a:cubicBezTo>
                    <a:pt x="498" y="289"/>
                    <a:pt x="498" y="289"/>
                    <a:pt x="498" y="289"/>
                  </a:cubicBezTo>
                  <a:cubicBezTo>
                    <a:pt x="500" y="289"/>
                    <a:pt x="500" y="289"/>
                    <a:pt x="500" y="289"/>
                  </a:cubicBezTo>
                  <a:cubicBezTo>
                    <a:pt x="501" y="290"/>
                    <a:pt x="501" y="290"/>
                    <a:pt x="501" y="290"/>
                  </a:cubicBezTo>
                  <a:cubicBezTo>
                    <a:pt x="505" y="291"/>
                    <a:pt x="505" y="291"/>
                    <a:pt x="505" y="291"/>
                  </a:cubicBezTo>
                  <a:cubicBezTo>
                    <a:pt x="507" y="294"/>
                    <a:pt x="507" y="294"/>
                    <a:pt x="507" y="294"/>
                  </a:cubicBezTo>
                  <a:cubicBezTo>
                    <a:pt x="513" y="289"/>
                    <a:pt x="513" y="289"/>
                    <a:pt x="513" y="289"/>
                  </a:cubicBezTo>
                  <a:cubicBezTo>
                    <a:pt x="512" y="287"/>
                    <a:pt x="514" y="283"/>
                    <a:pt x="515" y="282"/>
                  </a:cubicBezTo>
                  <a:cubicBezTo>
                    <a:pt x="517" y="281"/>
                    <a:pt x="517" y="281"/>
                    <a:pt x="517" y="281"/>
                  </a:cubicBezTo>
                  <a:cubicBezTo>
                    <a:pt x="527" y="284"/>
                    <a:pt x="539" y="280"/>
                    <a:pt x="547" y="274"/>
                  </a:cubicBezTo>
                  <a:cubicBezTo>
                    <a:pt x="550" y="275"/>
                    <a:pt x="553" y="275"/>
                    <a:pt x="555" y="273"/>
                  </a:cubicBezTo>
                  <a:cubicBezTo>
                    <a:pt x="557" y="275"/>
                    <a:pt x="557" y="275"/>
                    <a:pt x="557" y="275"/>
                  </a:cubicBezTo>
                  <a:cubicBezTo>
                    <a:pt x="560" y="273"/>
                    <a:pt x="560" y="273"/>
                    <a:pt x="560" y="273"/>
                  </a:cubicBezTo>
                  <a:cubicBezTo>
                    <a:pt x="563" y="274"/>
                    <a:pt x="563" y="274"/>
                    <a:pt x="563" y="274"/>
                  </a:cubicBezTo>
                  <a:cubicBezTo>
                    <a:pt x="566" y="272"/>
                    <a:pt x="568" y="271"/>
                    <a:pt x="571" y="271"/>
                  </a:cubicBezTo>
                  <a:cubicBezTo>
                    <a:pt x="575" y="274"/>
                    <a:pt x="575" y="274"/>
                    <a:pt x="575" y="274"/>
                  </a:cubicBezTo>
                  <a:cubicBezTo>
                    <a:pt x="578" y="273"/>
                    <a:pt x="578" y="273"/>
                    <a:pt x="578" y="273"/>
                  </a:cubicBezTo>
                  <a:cubicBezTo>
                    <a:pt x="580" y="271"/>
                    <a:pt x="580" y="271"/>
                    <a:pt x="580" y="271"/>
                  </a:cubicBezTo>
                  <a:cubicBezTo>
                    <a:pt x="584" y="271"/>
                    <a:pt x="587" y="273"/>
                    <a:pt x="588" y="277"/>
                  </a:cubicBezTo>
                  <a:cubicBezTo>
                    <a:pt x="591" y="275"/>
                    <a:pt x="595" y="277"/>
                    <a:pt x="599" y="275"/>
                  </a:cubicBezTo>
                  <a:cubicBezTo>
                    <a:pt x="599" y="274"/>
                    <a:pt x="599" y="274"/>
                    <a:pt x="599" y="274"/>
                  </a:cubicBezTo>
                  <a:cubicBezTo>
                    <a:pt x="599" y="270"/>
                    <a:pt x="605" y="266"/>
                    <a:pt x="607" y="263"/>
                  </a:cubicBezTo>
                  <a:cubicBezTo>
                    <a:pt x="607" y="259"/>
                    <a:pt x="608" y="255"/>
                    <a:pt x="609" y="250"/>
                  </a:cubicBezTo>
                  <a:cubicBezTo>
                    <a:pt x="607" y="244"/>
                    <a:pt x="609" y="239"/>
                    <a:pt x="609" y="232"/>
                  </a:cubicBezTo>
                  <a:cubicBezTo>
                    <a:pt x="610" y="226"/>
                    <a:pt x="609" y="218"/>
                    <a:pt x="613" y="213"/>
                  </a:cubicBezTo>
                  <a:cubicBezTo>
                    <a:pt x="605" y="196"/>
                    <a:pt x="606" y="173"/>
                    <a:pt x="622" y="165"/>
                  </a:cubicBezTo>
                  <a:cubicBezTo>
                    <a:pt x="625" y="157"/>
                    <a:pt x="629" y="158"/>
                    <a:pt x="636" y="154"/>
                  </a:cubicBezTo>
                  <a:cubicBezTo>
                    <a:pt x="644" y="150"/>
                    <a:pt x="653" y="146"/>
                    <a:pt x="659" y="139"/>
                  </a:cubicBezTo>
                  <a:cubicBezTo>
                    <a:pt x="660" y="133"/>
                    <a:pt x="665" y="125"/>
                    <a:pt x="662" y="118"/>
                  </a:cubicBezTo>
                  <a:cubicBezTo>
                    <a:pt x="658" y="116"/>
                    <a:pt x="658" y="116"/>
                    <a:pt x="658" y="116"/>
                  </a:cubicBezTo>
                  <a:cubicBezTo>
                    <a:pt x="657" y="109"/>
                    <a:pt x="665" y="103"/>
                    <a:pt x="670" y="97"/>
                  </a:cubicBezTo>
                  <a:cubicBezTo>
                    <a:pt x="669" y="88"/>
                    <a:pt x="665" y="70"/>
                    <a:pt x="674" y="64"/>
                  </a:cubicBezTo>
                  <a:cubicBezTo>
                    <a:pt x="665" y="62"/>
                    <a:pt x="655" y="62"/>
                    <a:pt x="646" y="63"/>
                  </a:cubicBezTo>
                  <a:close/>
                </a:path>
              </a:pathLst>
            </a:custGeom>
            <a:solidFill>
              <a:srgbClr val="CCCCCC"/>
            </a:solidFill>
            <a:ln w="7938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9" name="Freeform 16">
              <a:extLst>
                <a:ext uri="{FF2B5EF4-FFF2-40B4-BE49-F238E27FC236}">
                  <a16:creationId xmlns:a16="http://schemas.microsoft.com/office/drawing/2014/main" id="{642DA02C-6818-B14A-A449-F50E52D31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075" y="4195763"/>
              <a:ext cx="803275" cy="1047750"/>
            </a:xfrm>
            <a:custGeom>
              <a:avLst/>
              <a:gdLst>
                <a:gd name="T0" fmla="*/ 2116005279 w 211"/>
                <a:gd name="T1" fmla="*/ 2147483646 h 275"/>
                <a:gd name="T2" fmla="*/ 2101512066 w 211"/>
                <a:gd name="T3" fmla="*/ 2147483646 h 275"/>
                <a:gd name="T4" fmla="*/ 2147483646 w 211"/>
                <a:gd name="T5" fmla="*/ 2147483646 h 275"/>
                <a:gd name="T6" fmla="*/ 2147483646 w 211"/>
                <a:gd name="T7" fmla="*/ 2147483646 h 275"/>
                <a:gd name="T8" fmla="*/ 2147483646 w 211"/>
                <a:gd name="T9" fmla="*/ 2147483646 h 275"/>
                <a:gd name="T10" fmla="*/ 2147483646 w 211"/>
                <a:gd name="T11" fmla="*/ 2147483646 h 275"/>
                <a:gd name="T12" fmla="*/ 2147483646 w 211"/>
                <a:gd name="T13" fmla="*/ 2147483646 h 275"/>
                <a:gd name="T14" fmla="*/ 2147483646 w 211"/>
                <a:gd name="T15" fmla="*/ 2147483646 h 275"/>
                <a:gd name="T16" fmla="*/ 2147483646 w 211"/>
                <a:gd name="T17" fmla="*/ 1785480300 h 275"/>
                <a:gd name="T18" fmla="*/ 2147483646 w 211"/>
                <a:gd name="T19" fmla="*/ 1611287100 h 275"/>
                <a:gd name="T20" fmla="*/ 2147483646 w 211"/>
                <a:gd name="T21" fmla="*/ 1379029500 h 275"/>
                <a:gd name="T22" fmla="*/ 2147483646 w 211"/>
                <a:gd name="T23" fmla="*/ 1262900700 h 275"/>
                <a:gd name="T24" fmla="*/ 2147483646 w 211"/>
                <a:gd name="T25" fmla="*/ 870966000 h 275"/>
                <a:gd name="T26" fmla="*/ 2072525640 w 211"/>
                <a:gd name="T27" fmla="*/ 667740600 h 275"/>
                <a:gd name="T28" fmla="*/ 2147483646 w 211"/>
                <a:gd name="T29" fmla="*/ 406450800 h 275"/>
                <a:gd name="T30" fmla="*/ 2147483646 w 211"/>
                <a:gd name="T31" fmla="*/ 246773700 h 275"/>
                <a:gd name="T32" fmla="*/ 2144991704 w 211"/>
                <a:gd name="T33" fmla="*/ 232257600 h 275"/>
                <a:gd name="T34" fmla="*/ 1898607085 w 211"/>
                <a:gd name="T35" fmla="*/ 377418600 h 275"/>
                <a:gd name="T36" fmla="*/ 1550769975 w 211"/>
                <a:gd name="T37" fmla="*/ 537095700 h 275"/>
                <a:gd name="T38" fmla="*/ 420303175 w 211"/>
                <a:gd name="T39" fmla="*/ 682256700 h 275"/>
                <a:gd name="T40" fmla="*/ 333343897 w 211"/>
                <a:gd name="T41" fmla="*/ 754837200 h 275"/>
                <a:gd name="T42" fmla="*/ 217398194 w 211"/>
                <a:gd name="T43" fmla="*/ 899998200 h 275"/>
                <a:gd name="T44" fmla="*/ 159425342 w 211"/>
                <a:gd name="T45" fmla="*/ 1001610900 h 275"/>
                <a:gd name="T46" fmla="*/ 72466065 w 211"/>
                <a:gd name="T47" fmla="*/ 1117739700 h 275"/>
                <a:gd name="T48" fmla="*/ 28986426 w 211"/>
                <a:gd name="T49" fmla="*/ 1190320200 h 275"/>
                <a:gd name="T50" fmla="*/ 86959277 w 211"/>
                <a:gd name="T51" fmla="*/ 1611287100 h 275"/>
                <a:gd name="T52" fmla="*/ 202904981 w 211"/>
                <a:gd name="T53" fmla="*/ 1814512500 h 275"/>
                <a:gd name="T54" fmla="*/ 376823536 w 211"/>
                <a:gd name="T55" fmla="*/ 1988705700 h 275"/>
                <a:gd name="T56" fmla="*/ 318850684 w 211"/>
                <a:gd name="T57" fmla="*/ 2075802300 h 275"/>
                <a:gd name="T58" fmla="*/ 434796387 w 211"/>
                <a:gd name="T59" fmla="*/ 2147483646 h 275"/>
                <a:gd name="T60" fmla="*/ 565235304 w 211"/>
                <a:gd name="T61" fmla="*/ 2147483646 h 275"/>
                <a:gd name="T62" fmla="*/ 623208155 w 211"/>
                <a:gd name="T63" fmla="*/ 2147483646 h 275"/>
                <a:gd name="T64" fmla="*/ 942055032 w 211"/>
                <a:gd name="T65" fmla="*/ 2147483646 h 275"/>
                <a:gd name="T66" fmla="*/ 1173946439 w 211"/>
                <a:gd name="T67" fmla="*/ 2147483646 h 275"/>
                <a:gd name="T68" fmla="*/ 1101480375 w 211"/>
                <a:gd name="T69" fmla="*/ 2147483646 h 275"/>
                <a:gd name="T70" fmla="*/ 1101480375 w 211"/>
                <a:gd name="T71" fmla="*/ 2147483646 h 275"/>
                <a:gd name="T72" fmla="*/ 1130466800 w 211"/>
                <a:gd name="T73" fmla="*/ 2147483646 h 275"/>
                <a:gd name="T74" fmla="*/ 1101480375 w 211"/>
                <a:gd name="T75" fmla="*/ 2147483646 h 275"/>
                <a:gd name="T76" fmla="*/ 1362358207 w 211"/>
                <a:gd name="T77" fmla="*/ 2147483646 h 275"/>
                <a:gd name="T78" fmla="*/ 1579756401 w 211"/>
                <a:gd name="T79" fmla="*/ 2147483646 h 275"/>
                <a:gd name="T80" fmla="*/ 1840634233 w 211"/>
                <a:gd name="T81" fmla="*/ 2147483646 h 27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11" h="275">
                  <a:moveTo>
                    <a:pt x="130" y="265"/>
                  </a:moveTo>
                  <a:cubicBezTo>
                    <a:pt x="137" y="262"/>
                    <a:pt x="141" y="255"/>
                    <a:pt x="146" y="250"/>
                  </a:cubicBezTo>
                  <a:cubicBezTo>
                    <a:pt x="149" y="247"/>
                    <a:pt x="158" y="242"/>
                    <a:pt x="156" y="238"/>
                  </a:cubicBezTo>
                  <a:cubicBezTo>
                    <a:pt x="152" y="236"/>
                    <a:pt x="142" y="234"/>
                    <a:pt x="145" y="227"/>
                  </a:cubicBezTo>
                  <a:cubicBezTo>
                    <a:pt x="147" y="223"/>
                    <a:pt x="154" y="225"/>
                    <a:pt x="158" y="224"/>
                  </a:cubicBezTo>
                  <a:cubicBezTo>
                    <a:pt x="162" y="224"/>
                    <a:pt x="170" y="224"/>
                    <a:pt x="171" y="219"/>
                  </a:cubicBezTo>
                  <a:cubicBezTo>
                    <a:pt x="172" y="214"/>
                    <a:pt x="167" y="209"/>
                    <a:pt x="167" y="204"/>
                  </a:cubicBezTo>
                  <a:cubicBezTo>
                    <a:pt x="169" y="194"/>
                    <a:pt x="181" y="214"/>
                    <a:pt x="183" y="215"/>
                  </a:cubicBezTo>
                  <a:cubicBezTo>
                    <a:pt x="186" y="215"/>
                    <a:pt x="189" y="212"/>
                    <a:pt x="190" y="211"/>
                  </a:cubicBezTo>
                  <a:cubicBezTo>
                    <a:pt x="193" y="208"/>
                    <a:pt x="196" y="206"/>
                    <a:pt x="200" y="204"/>
                  </a:cubicBezTo>
                  <a:cubicBezTo>
                    <a:pt x="204" y="202"/>
                    <a:pt x="209" y="199"/>
                    <a:pt x="211" y="195"/>
                  </a:cubicBezTo>
                  <a:cubicBezTo>
                    <a:pt x="209" y="193"/>
                    <a:pt x="205" y="191"/>
                    <a:pt x="204" y="189"/>
                  </a:cubicBezTo>
                  <a:cubicBezTo>
                    <a:pt x="204" y="186"/>
                    <a:pt x="209" y="183"/>
                    <a:pt x="208" y="181"/>
                  </a:cubicBezTo>
                  <a:cubicBezTo>
                    <a:pt x="205" y="177"/>
                    <a:pt x="194" y="183"/>
                    <a:pt x="195" y="174"/>
                  </a:cubicBezTo>
                  <a:cubicBezTo>
                    <a:pt x="195" y="168"/>
                    <a:pt x="204" y="166"/>
                    <a:pt x="207" y="161"/>
                  </a:cubicBezTo>
                  <a:cubicBezTo>
                    <a:pt x="211" y="155"/>
                    <a:pt x="200" y="153"/>
                    <a:pt x="195" y="152"/>
                  </a:cubicBezTo>
                  <a:cubicBezTo>
                    <a:pt x="187" y="150"/>
                    <a:pt x="189" y="139"/>
                    <a:pt x="192" y="133"/>
                  </a:cubicBezTo>
                  <a:cubicBezTo>
                    <a:pt x="193" y="130"/>
                    <a:pt x="196" y="126"/>
                    <a:pt x="196" y="123"/>
                  </a:cubicBezTo>
                  <a:cubicBezTo>
                    <a:pt x="195" y="120"/>
                    <a:pt x="190" y="117"/>
                    <a:pt x="187" y="116"/>
                  </a:cubicBezTo>
                  <a:cubicBezTo>
                    <a:pt x="183" y="115"/>
                    <a:pt x="181" y="116"/>
                    <a:pt x="179" y="111"/>
                  </a:cubicBezTo>
                  <a:cubicBezTo>
                    <a:pt x="178" y="108"/>
                    <a:pt x="178" y="105"/>
                    <a:pt x="175" y="102"/>
                  </a:cubicBezTo>
                  <a:cubicBezTo>
                    <a:pt x="173" y="100"/>
                    <a:pt x="171" y="97"/>
                    <a:pt x="169" y="95"/>
                  </a:cubicBezTo>
                  <a:cubicBezTo>
                    <a:pt x="168" y="94"/>
                    <a:pt x="168" y="91"/>
                    <a:pt x="167" y="90"/>
                  </a:cubicBezTo>
                  <a:cubicBezTo>
                    <a:pt x="165" y="89"/>
                    <a:pt x="162" y="88"/>
                    <a:pt x="160" y="87"/>
                  </a:cubicBezTo>
                  <a:cubicBezTo>
                    <a:pt x="155" y="84"/>
                    <a:pt x="143" y="83"/>
                    <a:pt x="144" y="74"/>
                  </a:cubicBezTo>
                  <a:cubicBezTo>
                    <a:pt x="145" y="68"/>
                    <a:pt x="153" y="65"/>
                    <a:pt x="155" y="60"/>
                  </a:cubicBezTo>
                  <a:cubicBezTo>
                    <a:pt x="156" y="55"/>
                    <a:pt x="154" y="54"/>
                    <a:pt x="150" y="52"/>
                  </a:cubicBezTo>
                  <a:cubicBezTo>
                    <a:pt x="147" y="50"/>
                    <a:pt x="143" y="49"/>
                    <a:pt x="143" y="46"/>
                  </a:cubicBezTo>
                  <a:cubicBezTo>
                    <a:pt x="144" y="42"/>
                    <a:pt x="149" y="40"/>
                    <a:pt x="151" y="37"/>
                  </a:cubicBezTo>
                  <a:cubicBezTo>
                    <a:pt x="153" y="35"/>
                    <a:pt x="153" y="30"/>
                    <a:pt x="155" y="28"/>
                  </a:cubicBezTo>
                  <a:cubicBezTo>
                    <a:pt x="157" y="26"/>
                    <a:pt x="161" y="27"/>
                    <a:pt x="164" y="26"/>
                  </a:cubicBezTo>
                  <a:cubicBezTo>
                    <a:pt x="167" y="25"/>
                    <a:pt x="170" y="20"/>
                    <a:pt x="170" y="17"/>
                  </a:cubicBezTo>
                  <a:cubicBezTo>
                    <a:pt x="171" y="12"/>
                    <a:pt x="165" y="0"/>
                    <a:pt x="159" y="3"/>
                  </a:cubicBezTo>
                  <a:cubicBezTo>
                    <a:pt x="155" y="4"/>
                    <a:pt x="150" y="13"/>
                    <a:pt x="148" y="16"/>
                  </a:cubicBezTo>
                  <a:cubicBezTo>
                    <a:pt x="146" y="20"/>
                    <a:pt x="146" y="21"/>
                    <a:pt x="141" y="21"/>
                  </a:cubicBezTo>
                  <a:cubicBezTo>
                    <a:pt x="137" y="22"/>
                    <a:pt x="134" y="23"/>
                    <a:pt x="131" y="26"/>
                  </a:cubicBezTo>
                  <a:cubicBezTo>
                    <a:pt x="128" y="30"/>
                    <a:pt x="127" y="35"/>
                    <a:pt x="123" y="37"/>
                  </a:cubicBezTo>
                  <a:cubicBezTo>
                    <a:pt x="119" y="40"/>
                    <a:pt x="111" y="36"/>
                    <a:pt x="107" y="37"/>
                  </a:cubicBezTo>
                  <a:cubicBezTo>
                    <a:pt x="100" y="40"/>
                    <a:pt x="95" y="45"/>
                    <a:pt x="89" y="39"/>
                  </a:cubicBezTo>
                  <a:cubicBezTo>
                    <a:pt x="75" y="24"/>
                    <a:pt x="46" y="45"/>
                    <a:pt x="29" y="47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2" y="53"/>
                    <a:pt x="21" y="57"/>
                    <a:pt x="21" y="59"/>
                  </a:cubicBezTo>
                  <a:cubicBezTo>
                    <a:pt x="19" y="59"/>
                    <a:pt x="16" y="60"/>
                    <a:pt x="15" y="62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9" y="72"/>
                    <a:pt x="8" y="73"/>
                    <a:pt x="6" y="75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0" y="89"/>
                    <a:pt x="13" y="97"/>
                    <a:pt x="10" y="105"/>
                  </a:cubicBezTo>
                  <a:cubicBezTo>
                    <a:pt x="9" y="107"/>
                    <a:pt x="7" y="109"/>
                    <a:pt x="6" y="111"/>
                  </a:cubicBezTo>
                  <a:cubicBezTo>
                    <a:pt x="4" y="115"/>
                    <a:pt x="5" y="120"/>
                    <a:pt x="7" y="124"/>
                  </a:cubicBezTo>
                  <a:cubicBezTo>
                    <a:pt x="9" y="125"/>
                    <a:pt x="12" y="125"/>
                    <a:pt x="14" y="125"/>
                  </a:cubicBezTo>
                  <a:cubicBezTo>
                    <a:pt x="16" y="130"/>
                    <a:pt x="18" y="132"/>
                    <a:pt x="23" y="133"/>
                  </a:cubicBezTo>
                  <a:cubicBezTo>
                    <a:pt x="26" y="137"/>
                    <a:pt x="26" y="137"/>
                    <a:pt x="26" y="137"/>
                  </a:cubicBezTo>
                  <a:cubicBezTo>
                    <a:pt x="25" y="140"/>
                    <a:pt x="25" y="140"/>
                    <a:pt x="25" y="140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4" y="150"/>
                    <a:pt x="24" y="150"/>
                    <a:pt x="24" y="150"/>
                  </a:cubicBezTo>
                  <a:cubicBezTo>
                    <a:pt x="27" y="151"/>
                    <a:pt x="29" y="156"/>
                    <a:pt x="30" y="158"/>
                  </a:cubicBezTo>
                  <a:cubicBezTo>
                    <a:pt x="37" y="159"/>
                    <a:pt x="37" y="159"/>
                    <a:pt x="37" y="159"/>
                  </a:cubicBezTo>
                  <a:cubicBezTo>
                    <a:pt x="39" y="161"/>
                    <a:pt x="39" y="161"/>
                    <a:pt x="39" y="161"/>
                  </a:cubicBezTo>
                  <a:cubicBezTo>
                    <a:pt x="39" y="165"/>
                    <a:pt x="38" y="169"/>
                    <a:pt x="39" y="173"/>
                  </a:cubicBezTo>
                  <a:cubicBezTo>
                    <a:pt x="39" y="177"/>
                    <a:pt x="41" y="179"/>
                    <a:pt x="43" y="183"/>
                  </a:cubicBezTo>
                  <a:cubicBezTo>
                    <a:pt x="46" y="189"/>
                    <a:pt x="48" y="196"/>
                    <a:pt x="49" y="203"/>
                  </a:cubicBezTo>
                  <a:cubicBezTo>
                    <a:pt x="55" y="206"/>
                    <a:pt x="59" y="211"/>
                    <a:pt x="65" y="215"/>
                  </a:cubicBezTo>
                  <a:cubicBezTo>
                    <a:pt x="71" y="219"/>
                    <a:pt x="73" y="225"/>
                    <a:pt x="74" y="232"/>
                  </a:cubicBezTo>
                  <a:cubicBezTo>
                    <a:pt x="76" y="233"/>
                    <a:pt x="79" y="234"/>
                    <a:pt x="81" y="234"/>
                  </a:cubicBezTo>
                  <a:cubicBezTo>
                    <a:pt x="81" y="236"/>
                    <a:pt x="81" y="236"/>
                    <a:pt x="81" y="236"/>
                  </a:cubicBezTo>
                  <a:cubicBezTo>
                    <a:pt x="79" y="239"/>
                    <a:pt x="77" y="243"/>
                    <a:pt x="76" y="246"/>
                  </a:cubicBezTo>
                  <a:cubicBezTo>
                    <a:pt x="78" y="251"/>
                    <a:pt x="78" y="251"/>
                    <a:pt x="78" y="251"/>
                  </a:cubicBezTo>
                  <a:cubicBezTo>
                    <a:pt x="76" y="253"/>
                    <a:pt x="76" y="253"/>
                    <a:pt x="76" y="253"/>
                  </a:cubicBezTo>
                  <a:cubicBezTo>
                    <a:pt x="76" y="254"/>
                    <a:pt x="76" y="254"/>
                    <a:pt x="76" y="254"/>
                  </a:cubicBezTo>
                  <a:cubicBezTo>
                    <a:pt x="78" y="256"/>
                    <a:pt x="78" y="256"/>
                    <a:pt x="78" y="256"/>
                  </a:cubicBezTo>
                  <a:cubicBezTo>
                    <a:pt x="79" y="258"/>
                    <a:pt x="77" y="262"/>
                    <a:pt x="76" y="264"/>
                  </a:cubicBezTo>
                  <a:cubicBezTo>
                    <a:pt x="76" y="267"/>
                    <a:pt x="76" y="267"/>
                    <a:pt x="76" y="267"/>
                  </a:cubicBezTo>
                  <a:cubicBezTo>
                    <a:pt x="79" y="269"/>
                    <a:pt x="84" y="267"/>
                    <a:pt x="86" y="265"/>
                  </a:cubicBezTo>
                  <a:cubicBezTo>
                    <a:pt x="88" y="267"/>
                    <a:pt x="92" y="269"/>
                    <a:pt x="94" y="269"/>
                  </a:cubicBezTo>
                  <a:cubicBezTo>
                    <a:pt x="95" y="270"/>
                    <a:pt x="99" y="274"/>
                    <a:pt x="100" y="275"/>
                  </a:cubicBezTo>
                  <a:cubicBezTo>
                    <a:pt x="103" y="274"/>
                    <a:pt x="106" y="272"/>
                    <a:pt x="109" y="271"/>
                  </a:cubicBezTo>
                  <a:cubicBezTo>
                    <a:pt x="115" y="270"/>
                    <a:pt x="121" y="271"/>
                    <a:pt x="127" y="270"/>
                  </a:cubicBezTo>
                  <a:cubicBezTo>
                    <a:pt x="127" y="270"/>
                    <a:pt x="127" y="270"/>
                    <a:pt x="127" y="270"/>
                  </a:cubicBezTo>
                  <a:cubicBezTo>
                    <a:pt x="128" y="268"/>
                    <a:pt x="129" y="266"/>
                    <a:pt x="130" y="265"/>
                  </a:cubicBezTo>
                  <a:close/>
                </a:path>
              </a:pathLst>
            </a:custGeom>
            <a:solidFill>
              <a:srgbClr val="CCCCCC"/>
            </a:solidFill>
            <a:ln w="7938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10" name="Freeform 17">
              <a:extLst>
                <a:ext uri="{FF2B5EF4-FFF2-40B4-BE49-F238E27FC236}">
                  <a16:creationId xmlns:a16="http://schemas.microsoft.com/office/drawing/2014/main" id="{85698861-6265-C993-C7EA-52C78FC73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850" y="3681413"/>
              <a:ext cx="2322513" cy="1481137"/>
            </a:xfrm>
            <a:custGeom>
              <a:avLst/>
              <a:gdLst>
                <a:gd name="T0" fmla="*/ 2147483646 w 610"/>
                <a:gd name="T1" fmla="*/ 2147483646 h 389"/>
                <a:gd name="T2" fmla="*/ 2147483646 w 610"/>
                <a:gd name="T3" fmla="*/ 2147483646 h 389"/>
                <a:gd name="T4" fmla="*/ 2147483646 w 610"/>
                <a:gd name="T5" fmla="*/ 1913663272 h 389"/>
                <a:gd name="T6" fmla="*/ 2147483646 w 610"/>
                <a:gd name="T7" fmla="*/ 1435244598 h 389"/>
                <a:gd name="T8" fmla="*/ 2147483646 w 610"/>
                <a:gd name="T9" fmla="*/ 797358110 h 389"/>
                <a:gd name="T10" fmla="*/ 2147483646 w 610"/>
                <a:gd name="T11" fmla="*/ 507409360 h 389"/>
                <a:gd name="T12" fmla="*/ 2147483646 w 610"/>
                <a:gd name="T13" fmla="*/ 391431383 h 389"/>
                <a:gd name="T14" fmla="*/ 2147483646 w 610"/>
                <a:gd name="T15" fmla="*/ 333442395 h 389"/>
                <a:gd name="T16" fmla="*/ 2147483646 w 610"/>
                <a:gd name="T17" fmla="*/ 304447901 h 389"/>
                <a:gd name="T18" fmla="*/ 2147483646 w 610"/>
                <a:gd name="T19" fmla="*/ 289948750 h 389"/>
                <a:gd name="T20" fmla="*/ 2147483646 w 610"/>
                <a:gd name="T21" fmla="*/ 202965267 h 389"/>
                <a:gd name="T22" fmla="*/ 2147483646 w 610"/>
                <a:gd name="T23" fmla="*/ 173970773 h 389"/>
                <a:gd name="T24" fmla="*/ 2147483646 w 610"/>
                <a:gd name="T25" fmla="*/ 72488139 h 389"/>
                <a:gd name="T26" fmla="*/ 2147483646 w 610"/>
                <a:gd name="T27" fmla="*/ 231959761 h 389"/>
                <a:gd name="T28" fmla="*/ 2147483646 w 610"/>
                <a:gd name="T29" fmla="*/ 536403855 h 389"/>
                <a:gd name="T30" fmla="*/ 2147483646 w 610"/>
                <a:gd name="T31" fmla="*/ 333442395 h 389"/>
                <a:gd name="T32" fmla="*/ 2147483646 w 610"/>
                <a:gd name="T33" fmla="*/ 434925029 h 389"/>
                <a:gd name="T34" fmla="*/ 2147483646 w 610"/>
                <a:gd name="T35" fmla="*/ 768363616 h 389"/>
                <a:gd name="T36" fmla="*/ 2147483646 w 610"/>
                <a:gd name="T37" fmla="*/ 1203288644 h 389"/>
                <a:gd name="T38" fmla="*/ 1812036065 w 610"/>
                <a:gd name="T39" fmla="*/ 1116301354 h 389"/>
                <a:gd name="T40" fmla="*/ 1478622190 w 610"/>
                <a:gd name="T41" fmla="*/ 1522231889 h 389"/>
                <a:gd name="T42" fmla="*/ 1174197847 w 610"/>
                <a:gd name="T43" fmla="*/ 1986147604 h 389"/>
                <a:gd name="T44" fmla="*/ 710319660 w 610"/>
                <a:gd name="T45" fmla="*/ 2147483646 h 389"/>
                <a:gd name="T46" fmla="*/ 333413874 w 610"/>
                <a:gd name="T47" fmla="*/ 2147483646 h 389"/>
                <a:gd name="T48" fmla="*/ 144962885 w 610"/>
                <a:gd name="T49" fmla="*/ 2147483646 h 389"/>
                <a:gd name="T50" fmla="*/ 246437666 w 610"/>
                <a:gd name="T51" fmla="*/ 2147483646 h 389"/>
                <a:gd name="T52" fmla="*/ 449383421 w 610"/>
                <a:gd name="T53" fmla="*/ 2147483646 h 389"/>
                <a:gd name="T54" fmla="*/ 318919109 w 610"/>
                <a:gd name="T55" fmla="*/ 2147483646 h 389"/>
                <a:gd name="T56" fmla="*/ 942258754 w 610"/>
                <a:gd name="T57" fmla="*/ 2147483646 h 389"/>
                <a:gd name="T58" fmla="*/ 1420635513 w 610"/>
                <a:gd name="T59" fmla="*/ 2147483646 h 389"/>
                <a:gd name="T60" fmla="*/ 1681567945 w 610"/>
                <a:gd name="T61" fmla="*/ 2147483646 h 389"/>
                <a:gd name="T62" fmla="*/ 1565598399 w 610"/>
                <a:gd name="T63" fmla="*/ 2147483646 h 389"/>
                <a:gd name="T64" fmla="*/ 1478622190 w 610"/>
                <a:gd name="T65" fmla="*/ 2147483646 h 389"/>
                <a:gd name="T66" fmla="*/ 2116456601 w 610"/>
                <a:gd name="T67" fmla="*/ 2147483646 h 389"/>
                <a:gd name="T68" fmla="*/ 2147483646 w 610"/>
                <a:gd name="T69" fmla="*/ 2147483646 h 389"/>
                <a:gd name="T70" fmla="*/ 2147483646 w 610"/>
                <a:gd name="T71" fmla="*/ 2147483646 h 389"/>
                <a:gd name="T72" fmla="*/ 2147483646 w 610"/>
                <a:gd name="T73" fmla="*/ 2147483646 h 389"/>
                <a:gd name="T74" fmla="*/ 2147483646 w 610"/>
                <a:gd name="T75" fmla="*/ 2147483646 h 389"/>
                <a:gd name="T76" fmla="*/ 2147483646 w 610"/>
                <a:gd name="T77" fmla="*/ 2147483646 h 389"/>
                <a:gd name="T78" fmla="*/ 2147483646 w 610"/>
                <a:gd name="T79" fmla="*/ 2147483646 h 389"/>
                <a:gd name="T80" fmla="*/ 2147483646 w 610"/>
                <a:gd name="T81" fmla="*/ 2147483646 h 389"/>
                <a:gd name="T82" fmla="*/ 2147483646 w 610"/>
                <a:gd name="T83" fmla="*/ 2147483646 h 389"/>
                <a:gd name="T84" fmla="*/ 2147483646 w 610"/>
                <a:gd name="T85" fmla="*/ 2147483646 h 389"/>
                <a:gd name="T86" fmla="*/ 2147483646 w 610"/>
                <a:gd name="T87" fmla="*/ 2147483646 h 389"/>
                <a:gd name="T88" fmla="*/ 2147483646 w 610"/>
                <a:gd name="T89" fmla="*/ 2147483646 h 389"/>
                <a:gd name="T90" fmla="*/ 2147483646 w 610"/>
                <a:gd name="T91" fmla="*/ 2147483646 h 389"/>
                <a:gd name="T92" fmla="*/ 2147483646 w 610"/>
                <a:gd name="T93" fmla="*/ 2147483646 h 389"/>
                <a:gd name="T94" fmla="*/ 2147483646 w 610"/>
                <a:gd name="T95" fmla="*/ 2147483646 h 389"/>
                <a:gd name="T96" fmla="*/ 2147483646 w 610"/>
                <a:gd name="T97" fmla="*/ 2147483646 h 389"/>
                <a:gd name="T98" fmla="*/ 2147483646 w 610"/>
                <a:gd name="T99" fmla="*/ 2147483646 h 389"/>
                <a:gd name="T100" fmla="*/ 2147483646 w 610"/>
                <a:gd name="T101" fmla="*/ 2147483646 h 389"/>
                <a:gd name="T102" fmla="*/ 2147483646 w 610"/>
                <a:gd name="T103" fmla="*/ 2147483646 h 389"/>
                <a:gd name="T104" fmla="*/ 2147483646 w 610"/>
                <a:gd name="T105" fmla="*/ 2147483646 h 389"/>
                <a:gd name="T106" fmla="*/ 2147483646 w 610"/>
                <a:gd name="T107" fmla="*/ 2147483646 h 389"/>
                <a:gd name="T108" fmla="*/ 2147483646 w 610"/>
                <a:gd name="T109" fmla="*/ 2147483646 h 389"/>
                <a:gd name="T110" fmla="*/ 2147483646 w 610"/>
                <a:gd name="T111" fmla="*/ 2147483646 h 389"/>
                <a:gd name="T112" fmla="*/ 2147483646 w 610"/>
                <a:gd name="T113" fmla="*/ 2147483646 h 389"/>
                <a:gd name="T114" fmla="*/ 2147483646 w 610"/>
                <a:gd name="T115" fmla="*/ 2147483646 h 389"/>
                <a:gd name="T116" fmla="*/ 2147483646 w 610"/>
                <a:gd name="T117" fmla="*/ 2147483646 h 389"/>
                <a:gd name="T118" fmla="*/ 2147483646 w 610"/>
                <a:gd name="T119" fmla="*/ 2147483646 h 389"/>
                <a:gd name="T120" fmla="*/ 2147483646 w 610"/>
                <a:gd name="T121" fmla="*/ 2147483646 h 389"/>
                <a:gd name="T122" fmla="*/ 2147483646 w 610"/>
                <a:gd name="T123" fmla="*/ 2147483646 h 38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10" h="389">
                  <a:moveTo>
                    <a:pt x="595" y="208"/>
                  </a:moveTo>
                  <a:cubicBezTo>
                    <a:pt x="592" y="212"/>
                    <a:pt x="592" y="213"/>
                    <a:pt x="589" y="210"/>
                  </a:cubicBezTo>
                  <a:cubicBezTo>
                    <a:pt x="585" y="206"/>
                    <a:pt x="586" y="206"/>
                    <a:pt x="580" y="208"/>
                  </a:cubicBezTo>
                  <a:cubicBezTo>
                    <a:pt x="572" y="212"/>
                    <a:pt x="567" y="208"/>
                    <a:pt x="562" y="201"/>
                  </a:cubicBezTo>
                  <a:cubicBezTo>
                    <a:pt x="553" y="189"/>
                    <a:pt x="566" y="170"/>
                    <a:pt x="572" y="159"/>
                  </a:cubicBezTo>
                  <a:cubicBezTo>
                    <a:pt x="573" y="157"/>
                    <a:pt x="575" y="154"/>
                    <a:pt x="575" y="152"/>
                  </a:cubicBezTo>
                  <a:cubicBezTo>
                    <a:pt x="574" y="148"/>
                    <a:pt x="571" y="150"/>
                    <a:pt x="568" y="150"/>
                  </a:cubicBezTo>
                  <a:cubicBezTo>
                    <a:pt x="562" y="149"/>
                    <a:pt x="559" y="147"/>
                    <a:pt x="558" y="141"/>
                  </a:cubicBezTo>
                  <a:cubicBezTo>
                    <a:pt x="558" y="138"/>
                    <a:pt x="559" y="135"/>
                    <a:pt x="558" y="132"/>
                  </a:cubicBezTo>
                  <a:cubicBezTo>
                    <a:pt x="558" y="129"/>
                    <a:pt x="556" y="127"/>
                    <a:pt x="555" y="124"/>
                  </a:cubicBezTo>
                  <a:cubicBezTo>
                    <a:pt x="551" y="115"/>
                    <a:pt x="548" y="105"/>
                    <a:pt x="537" y="102"/>
                  </a:cubicBezTo>
                  <a:cubicBezTo>
                    <a:pt x="533" y="100"/>
                    <a:pt x="529" y="101"/>
                    <a:pt x="525" y="99"/>
                  </a:cubicBezTo>
                  <a:cubicBezTo>
                    <a:pt x="520" y="96"/>
                    <a:pt x="519" y="90"/>
                    <a:pt x="521" y="85"/>
                  </a:cubicBezTo>
                  <a:cubicBezTo>
                    <a:pt x="523" y="81"/>
                    <a:pt x="526" y="78"/>
                    <a:pt x="526" y="73"/>
                  </a:cubicBezTo>
                  <a:cubicBezTo>
                    <a:pt x="526" y="67"/>
                    <a:pt x="523" y="60"/>
                    <a:pt x="528" y="55"/>
                  </a:cubicBezTo>
                  <a:cubicBezTo>
                    <a:pt x="531" y="53"/>
                    <a:pt x="537" y="53"/>
                    <a:pt x="539" y="49"/>
                  </a:cubicBezTo>
                  <a:cubicBezTo>
                    <a:pt x="540" y="46"/>
                    <a:pt x="537" y="42"/>
                    <a:pt x="539" y="39"/>
                  </a:cubicBezTo>
                  <a:cubicBezTo>
                    <a:pt x="540" y="36"/>
                    <a:pt x="543" y="36"/>
                    <a:pt x="545" y="35"/>
                  </a:cubicBezTo>
                  <a:cubicBezTo>
                    <a:pt x="545" y="34"/>
                    <a:pt x="545" y="34"/>
                    <a:pt x="545" y="34"/>
                  </a:cubicBezTo>
                  <a:cubicBezTo>
                    <a:pt x="545" y="34"/>
                    <a:pt x="545" y="34"/>
                    <a:pt x="545" y="34"/>
                  </a:cubicBezTo>
                  <a:cubicBezTo>
                    <a:pt x="542" y="31"/>
                    <a:pt x="537" y="30"/>
                    <a:pt x="534" y="27"/>
                  </a:cubicBezTo>
                  <a:cubicBezTo>
                    <a:pt x="532" y="26"/>
                    <a:pt x="530" y="24"/>
                    <a:pt x="527" y="22"/>
                  </a:cubicBezTo>
                  <a:cubicBezTo>
                    <a:pt x="526" y="21"/>
                    <a:pt x="522" y="18"/>
                    <a:pt x="519" y="19"/>
                  </a:cubicBezTo>
                  <a:cubicBezTo>
                    <a:pt x="518" y="19"/>
                    <a:pt x="517" y="22"/>
                    <a:pt x="515" y="23"/>
                  </a:cubicBezTo>
                  <a:cubicBezTo>
                    <a:pt x="512" y="25"/>
                    <a:pt x="506" y="23"/>
                    <a:pt x="502" y="22"/>
                  </a:cubicBezTo>
                  <a:cubicBezTo>
                    <a:pt x="497" y="22"/>
                    <a:pt x="493" y="26"/>
                    <a:pt x="488" y="26"/>
                  </a:cubicBezTo>
                  <a:cubicBezTo>
                    <a:pt x="483" y="26"/>
                    <a:pt x="473" y="26"/>
                    <a:pt x="471" y="21"/>
                  </a:cubicBezTo>
                  <a:cubicBezTo>
                    <a:pt x="466" y="22"/>
                    <a:pt x="464" y="17"/>
                    <a:pt x="460" y="16"/>
                  </a:cubicBezTo>
                  <a:cubicBezTo>
                    <a:pt x="460" y="17"/>
                    <a:pt x="460" y="17"/>
                    <a:pt x="460" y="17"/>
                  </a:cubicBezTo>
                  <a:cubicBezTo>
                    <a:pt x="460" y="21"/>
                    <a:pt x="454" y="20"/>
                    <a:pt x="451" y="20"/>
                  </a:cubicBezTo>
                  <a:cubicBezTo>
                    <a:pt x="445" y="20"/>
                    <a:pt x="438" y="17"/>
                    <a:pt x="432" y="17"/>
                  </a:cubicBezTo>
                  <a:cubicBezTo>
                    <a:pt x="428" y="18"/>
                    <a:pt x="423" y="19"/>
                    <a:pt x="419" y="18"/>
                  </a:cubicBezTo>
                  <a:cubicBezTo>
                    <a:pt x="416" y="17"/>
                    <a:pt x="415" y="15"/>
                    <a:pt x="412" y="14"/>
                  </a:cubicBezTo>
                  <a:cubicBezTo>
                    <a:pt x="406" y="12"/>
                    <a:pt x="400" y="17"/>
                    <a:pt x="395" y="19"/>
                  </a:cubicBezTo>
                  <a:cubicBezTo>
                    <a:pt x="386" y="24"/>
                    <a:pt x="384" y="18"/>
                    <a:pt x="376" y="13"/>
                  </a:cubicBezTo>
                  <a:cubicBezTo>
                    <a:pt x="373" y="10"/>
                    <a:pt x="373" y="12"/>
                    <a:pt x="369" y="12"/>
                  </a:cubicBezTo>
                  <a:cubicBezTo>
                    <a:pt x="364" y="12"/>
                    <a:pt x="362" y="10"/>
                    <a:pt x="359" y="7"/>
                  </a:cubicBezTo>
                  <a:cubicBezTo>
                    <a:pt x="351" y="0"/>
                    <a:pt x="341" y="2"/>
                    <a:pt x="331" y="3"/>
                  </a:cubicBezTo>
                  <a:cubicBezTo>
                    <a:pt x="326" y="4"/>
                    <a:pt x="320" y="4"/>
                    <a:pt x="314" y="5"/>
                  </a:cubicBezTo>
                  <a:cubicBezTo>
                    <a:pt x="309" y="6"/>
                    <a:pt x="306" y="8"/>
                    <a:pt x="301" y="9"/>
                  </a:cubicBezTo>
                  <a:cubicBezTo>
                    <a:pt x="295" y="11"/>
                    <a:pt x="289" y="9"/>
                    <a:pt x="283" y="12"/>
                  </a:cubicBezTo>
                  <a:cubicBezTo>
                    <a:pt x="281" y="13"/>
                    <a:pt x="280" y="15"/>
                    <a:pt x="279" y="16"/>
                  </a:cubicBezTo>
                  <a:cubicBezTo>
                    <a:pt x="276" y="18"/>
                    <a:pt x="274" y="18"/>
                    <a:pt x="272" y="19"/>
                  </a:cubicBezTo>
                  <a:cubicBezTo>
                    <a:pt x="268" y="21"/>
                    <a:pt x="265" y="23"/>
                    <a:pt x="263" y="27"/>
                  </a:cubicBezTo>
                  <a:cubicBezTo>
                    <a:pt x="260" y="33"/>
                    <a:pt x="259" y="35"/>
                    <a:pt x="252" y="37"/>
                  </a:cubicBezTo>
                  <a:cubicBezTo>
                    <a:pt x="248" y="38"/>
                    <a:pt x="241" y="40"/>
                    <a:pt x="240" y="36"/>
                  </a:cubicBezTo>
                  <a:cubicBezTo>
                    <a:pt x="238" y="33"/>
                    <a:pt x="241" y="30"/>
                    <a:pt x="240" y="27"/>
                  </a:cubicBezTo>
                  <a:cubicBezTo>
                    <a:pt x="238" y="24"/>
                    <a:pt x="233" y="23"/>
                    <a:pt x="230" y="23"/>
                  </a:cubicBezTo>
                  <a:cubicBezTo>
                    <a:pt x="226" y="23"/>
                    <a:pt x="223" y="25"/>
                    <a:pt x="219" y="26"/>
                  </a:cubicBezTo>
                  <a:cubicBezTo>
                    <a:pt x="214" y="27"/>
                    <a:pt x="210" y="28"/>
                    <a:pt x="205" y="29"/>
                  </a:cubicBezTo>
                  <a:cubicBezTo>
                    <a:pt x="196" y="31"/>
                    <a:pt x="189" y="31"/>
                    <a:pt x="180" y="30"/>
                  </a:cubicBezTo>
                  <a:cubicBezTo>
                    <a:pt x="175" y="29"/>
                    <a:pt x="172" y="34"/>
                    <a:pt x="168" y="38"/>
                  </a:cubicBezTo>
                  <a:cubicBezTo>
                    <a:pt x="167" y="40"/>
                    <a:pt x="164" y="42"/>
                    <a:pt x="163" y="44"/>
                  </a:cubicBezTo>
                  <a:cubicBezTo>
                    <a:pt x="159" y="49"/>
                    <a:pt x="165" y="49"/>
                    <a:pt x="166" y="53"/>
                  </a:cubicBezTo>
                  <a:cubicBezTo>
                    <a:pt x="166" y="55"/>
                    <a:pt x="161" y="58"/>
                    <a:pt x="161" y="61"/>
                  </a:cubicBezTo>
                  <a:cubicBezTo>
                    <a:pt x="160" y="65"/>
                    <a:pt x="166" y="69"/>
                    <a:pt x="167" y="72"/>
                  </a:cubicBezTo>
                  <a:cubicBezTo>
                    <a:pt x="168" y="75"/>
                    <a:pt x="168" y="80"/>
                    <a:pt x="166" y="83"/>
                  </a:cubicBezTo>
                  <a:cubicBezTo>
                    <a:pt x="164" y="86"/>
                    <a:pt x="157" y="86"/>
                    <a:pt x="153" y="88"/>
                  </a:cubicBezTo>
                  <a:cubicBezTo>
                    <a:pt x="145" y="91"/>
                    <a:pt x="138" y="92"/>
                    <a:pt x="132" y="84"/>
                  </a:cubicBezTo>
                  <a:cubicBezTo>
                    <a:pt x="131" y="82"/>
                    <a:pt x="129" y="77"/>
                    <a:pt x="125" y="77"/>
                  </a:cubicBezTo>
                  <a:cubicBezTo>
                    <a:pt x="121" y="77"/>
                    <a:pt x="118" y="83"/>
                    <a:pt x="114" y="85"/>
                  </a:cubicBezTo>
                  <a:cubicBezTo>
                    <a:pt x="113" y="89"/>
                    <a:pt x="111" y="92"/>
                    <a:pt x="108" y="96"/>
                  </a:cubicBezTo>
                  <a:cubicBezTo>
                    <a:pt x="106" y="99"/>
                    <a:pt x="103" y="101"/>
                    <a:pt x="102" y="105"/>
                  </a:cubicBezTo>
                  <a:cubicBezTo>
                    <a:pt x="100" y="110"/>
                    <a:pt x="99" y="111"/>
                    <a:pt x="94" y="113"/>
                  </a:cubicBezTo>
                  <a:cubicBezTo>
                    <a:pt x="91" y="114"/>
                    <a:pt x="88" y="115"/>
                    <a:pt x="86" y="118"/>
                  </a:cubicBezTo>
                  <a:cubicBezTo>
                    <a:pt x="83" y="124"/>
                    <a:pt x="83" y="131"/>
                    <a:pt x="81" y="137"/>
                  </a:cubicBezTo>
                  <a:cubicBezTo>
                    <a:pt x="79" y="143"/>
                    <a:pt x="77" y="144"/>
                    <a:pt x="71" y="141"/>
                  </a:cubicBezTo>
                  <a:cubicBezTo>
                    <a:pt x="66" y="137"/>
                    <a:pt x="60" y="135"/>
                    <a:pt x="55" y="141"/>
                  </a:cubicBezTo>
                  <a:cubicBezTo>
                    <a:pt x="52" y="144"/>
                    <a:pt x="52" y="148"/>
                    <a:pt x="49" y="151"/>
                  </a:cubicBezTo>
                  <a:cubicBezTo>
                    <a:pt x="46" y="154"/>
                    <a:pt x="41" y="152"/>
                    <a:pt x="39" y="157"/>
                  </a:cubicBezTo>
                  <a:cubicBezTo>
                    <a:pt x="38" y="161"/>
                    <a:pt x="39" y="162"/>
                    <a:pt x="33" y="162"/>
                  </a:cubicBezTo>
                  <a:cubicBezTo>
                    <a:pt x="30" y="163"/>
                    <a:pt x="26" y="163"/>
                    <a:pt x="23" y="162"/>
                  </a:cubicBezTo>
                  <a:cubicBezTo>
                    <a:pt x="12" y="162"/>
                    <a:pt x="10" y="164"/>
                    <a:pt x="5" y="173"/>
                  </a:cubicBezTo>
                  <a:cubicBezTo>
                    <a:pt x="8" y="179"/>
                    <a:pt x="5" y="181"/>
                    <a:pt x="3" y="186"/>
                  </a:cubicBezTo>
                  <a:cubicBezTo>
                    <a:pt x="0" y="194"/>
                    <a:pt x="6" y="188"/>
                    <a:pt x="10" y="187"/>
                  </a:cubicBezTo>
                  <a:cubicBezTo>
                    <a:pt x="15" y="185"/>
                    <a:pt x="18" y="188"/>
                    <a:pt x="19" y="193"/>
                  </a:cubicBezTo>
                  <a:cubicBezTo>
                    <a:pt x="20" y="196"/>
                    <a:pt x="20" y="198"/>
                    <a:pt x="20" y="201"/>
                  </a:cubicBezTo>
                  <a:cubicBezTo>
                    <a:pt x="19" y="203"/>
                    <a:pt x="17" y="206"/>
                    <a:pt x="17" y="209"/>
                  </a:cubicBezTo>
                  <a:cubicBezTo>
                    <a:pt x="17" y="210"/>
                    <a:pt x="18" y="211"/>
                    <a:pt x="19" y="213"/>
                  </a:cubicBezTo>
                  <a:cubicBezTo>
                    <a:pt x="19" y="215"/>
                    <a:pt x="19" y="222"/>
                    <a:pt x="20" y="225"/>
                  </a:cubicBezTo>
                  <a:cubicBezTo>
                    <a:pt x="22" y="230"/>
                    <a:pt x="28" y="233"/>
                    <a:pt x="31" y="238"/>
                  </a:cubicBezTo>
                  <a:cubicBezTo>
                    <a:pt x="33" y="241"/>
                    <a:pt x="34" y="248"/>
                    <a:pt x="33" y="252"/>
                  </a:cubicBezTo>
                  <a:cubicBezTo>
                    <a:pt x="32" y="257"/>
                    <a:pt x="26" y="260"/>
                    <a:pt x="22" y="264"/>
                  </a:cubicBezTo>
                  <a:cubicBezTo>
                    <a:pt x="19" y="266"/>
                    <a:pt x="15" y="273"/>
                    <a:pt x="22" y="273"/>
                  </a:cubicBezTo>
                  <a:cubicBezTo>
                    <a:pt x="28" y="274"/>
                    <a:pt x="30" y="266"/>
                    <a:pt x="34" y="263"/>
                  </a:cubicBezTo>
                  <a:cubicBezTo>
                    <a:pt x="43" y="257"/>
                    <a:pt x="60" y="269"/>
                    <a:pt x="63" y="256"/>
                  </a:cubicBezTo>
                  <a:cubicBezTo>
                    <a:pt x="64" y="251"/>
                    <a:pt x="62" y="247"/>
                    <a:pt x="65" y="243"/>
                  </a:cubicBezTo>
                  <a:cubicBezTo>
                    <a:pt x="68" y="238"/>
                    <a:pt x="73" y="233"/>
                    <a:pt x="78" y="230"/>
                  </a:cubicBezTo>
                  <a:cubicBezTo>
                    <a:pt x="84" y="228"/>
                    <a:pt x="85" y="230"/>
                    <a:pt x="88" y="235"/>
                  </a:cubicBezTo>
                  <a:cubicBezTo>
                    <a:pt x="91" y="240"/>
                    <a:pt x="94" y="245"/>
                    <a:pt x="98" y="249"/>
                  </a:cubicBezTo>
                  <a:cubicBezTo>
                    <a:pt x="102" y="254"/>
                    <a:pt x="108" y="258"/>
                    <a:pt x="109" y="264"/>
                  </a:cubicBezTo>
                  <a:cubicBezTo>
                    <a:pt x="110" y="266"/>
                    <a:pt x="109" y="268"/>
                    <a:pt x="110" y="270"/>
                  </a:cubicBezTo>
                  <a:cubicBezTo>
                    <a:pt x="112" y="273"/>
                    <a:pt x="114" y="273"/>
                    <a:pt x="116" y="275"/>
                  </a:cubicBezTo>
                  <a:cubicBezTo>
                    <a:pt x="119" y="278"/>
                    <a:pt x="118" y="286"/>
                    <a:pt x="116" y="289"/>
                  </a:cubicBezTo>
                  <a:cubicBezTo>
                    <a:pt x="115" y="293"/>
                    <a:pt x="106" y="294"/>
                    <a:pt x="107" y="296"/>
                  </a:cubicBezTo>
                  <a:cubicBezTo>
                    <a:pt x="108" y="312"/>
                    <a:pt x="108" y="312"/>
                    <a:pt x="108" y="312"/>
                  </a:cubicBezTo>
                  <a:cubicBezTo>
                    <a:pt x="108" y="316"/>
                    <a:pt x="108" y="321"/>
                    <a:pt x="107" y="324"/>
                  </a:cubicBezTo>
                  <a:cubicBezTo>
                    <a:pt x="105" y="328"/>
                    <a:pt x="100" y="329"/>
                    <a:pt x="99" y="333"/>
                  </a:cubicBezTo>
                  <a:cubicBezTo>
                    <a:pt x="98" y="339"/>
                    <a:pt x="98" y="340"/>
                    <a:pt x="102" y="338"/>
                  </a:cubicBezTo>
                  <a:cubicBezTo>
                    <a:pt x="106" y="335"/>
                    <a:pt x="109" y="335"/>
                    <a:pt x="113" y="337"/>
                  </a:cubicBezTo>
                  <a:cubicBezTo>
                    <a:pt x="121" y="339"/>
                    <a:pt x="127" y="346"/>
                    <a:pt x="136" y="344"/>
                  </a:cubicBezTo>
                  <a:cubicBezTo>
                    <a:pt x="141" y="343"/>
                    <a:pt x="143" y="339"/>
                    <a:pt x="146" y="335"/>
                  </a:cubicBezTo>
                  <a:cubicBezTo>
                    <a:pt x="150" y="331"/>
                    <a:pt x="153" y="330"/>
                    <a:pt x="159" y="330"/>
                  </a:cubicBezTo>
                  <a:cubicBezTo>
                    <a:pt x="164" y="330"/>
                    <a:pt x="167" y="330"/>
                    <a:pt x="171" y="327"/>
                  </a:cubicBezTo>
                  <a:cubicBezTo>
                    <a:pt x="174" y="325"/>
                    <a:pt x="179" y="320"/>
                    <a:pt x="182" y="325"/>
                  </a:cubicBezTo>
                  <a:cubicBezTo>
                    <a:pt x="184" y="329"/>
                    <a:pt x="179" y="332"/>
                    <a:pt x="178" y="336"/>
                  </a:cubicBezTo>
                  <a:cubicBezTo>
                    <a:pt x="177" y="340"/>
                    <a:pt x="180" y="343"/>
                    <a:pt x="181" y="347"/>
                  </a:cubicBezTo>
                  <a:cubicBezTo>
                    <a:pt x="185" y="356"/>
                    <a:pt x="178" y="359"/>
                    <a:pt x="171" y="364"/>
                  </a:cubicBezTo>
                  <a:cubicBezTo>
                    <a:pt x="168" y="366"/>
                    <a:pt x="166" y="368"/>
                    <a:pt x="165" y="372"/>
                  </a:cubicBezTo>
                  <a:cubicBezTo>
                    <a:pt x="164" y="378"/>
                    <a:pt x="166" y="380"/>
                    <a:pt x="169" y="384"/>
                  </a:cubicBezTo>
                  <a:cubicBezTo>
                    <a:pt x="172" y="382"/>
                    <a:pt x="172" y="382"/>
                    <a:pt x="172" y="382"/>
                  </a:cubicBezTo>
                  <a:cubicBezTo>
                    <a:pt x="175" y="382"/>
                    <a:pt x="180" y="386"/>
                    <a:pt x="182" y="387"/>
                  </a:cubicBezTo>
                  <a:cubicBezTo>
                    <a:pt x="185" y="387"/>
                    <a:pt x="185" y="387"/>
                    <a:pt x="185" y="387"/>
                  </a:cubicBezTo>
                  <a:cubicBezTo>
                    <a:pt x="186" y="386"/>
                    <a:pt x="190" y="383"/>
                    <a:pt x="192" y="383"/>
                  </a:cubicBezTo>
                  <a:cubicBezTo>
                    <a:pt x="196" y="384"/>
                    <a:pt x="200" y="384"/>
                    <a:pt x="205" y="383"/>
                  </a:cubicBezTo>
                  <a:cubicBezTo>
                    <a:pt x="209" y="383"/>
                    <a:pt x="211" y="384"/>
                    <a:pt x="215" y="385"/>
                  </a:cubicBezTo>
                  <a:cubicBezTo>
                    <a:pt x="219" y="387"/>
                    <a:pt x="224" y="387"/>
                    <a:pt x="228" y="387"/>
                  </a:cubicBezTo>
                  <a:cubicBezTo>
                    <a:pt x="230" y="387"/>
                    <a:pt x="232" y="387"/>
                    <a:pt x="234" y="387"/>
                  </a:cubicBezTo>
                  <a:cubicBezTo>
                    <a:pt x="235" y="388"/>
                    <a:pt x="236" y="389"/>
                    <a:pt x="238" y="389"/>
                  </a:cubicBezTo>
                  <a:cubicBezTo>
                    <a:pt x="245" y="379"/>
                    <a:pt x="245" y="379"/>
                    <a:pt x="245" y="379"/>
                  </a:cubicBezTo>
                  <a:cubicBezTo>
                    <a:pt x="246" y="380"/>
                    <a:pt x="248" y="381"/>
                    <a:pt x="250" y="381"/>
                  </a:cubicBezTo>
                  <a:cubicBezTo>
                    <a:pt x="252" y="378"/>
                    <a:pt x="252" y="378"/>
                    <a:pt x="252" y="378"/>
                  </a:cubicBezTo>
                  <a:cubicBezTo>
                    <a:pt x="254" y="378"/>
                    <a:pt x="254" y="378"/>
                    <a:pt x="254" y="378"/>
                  </a:cubicBezTo>
                  <a:cubicBezTo>
                    <a:pt x="256" y="376"/>
                    <a:pt x="256" y="376"/>
                    <a:pt x="256" y="376"/>
                  </a:cubicBezTo>
                  <a:cubicBezTo>
                    <a:pt x="263" y="373"/>
                    <a:pt x="278" y="376"/>
                    <a:pt x="282" y="373"/>
                  </a:cubicBezTo>
                  <a:cubicBezTo>
                    <a:pt x="286" y="376"/>
                    <a:pt x="286" y="376"/>
                    <a:pt x="286" y="376"/>
                  </a:cubicBezTo>
                  <a:cubicBezTo>
                    <a:pt x="290" y="375"/>
                    <a:pt x="299" y="371"/>
                    <a:pt x="301" y="368"/>
                  </a:cubicBezTo>
                  <a:cubicBezTo>
                    <a:pt x="303" y="368"/>
                    <a:pt x="303" y="368"/>
                    <a:pt x="303" y="368"/>
                  </a:cubicBezTo>
                  <a:cubicBezTo>
                    <a:pt x="304" y="369"/>
                    <a:pt x="303" y="372"/>
                    <a:pt x="303" y="373"/>
                  </a:cubicBezTo>
                  <a:cubicBezTo>
                    <a:pt x="306" y="375"/>
                    <a:pt x="306" y="375"/>
                    <a:pt x="306" y="375"/>
                  </a:cubicBezTo>
                  <a:cubicBezTo>
                    <a:pt x="308" y="374"/>
                    <a:pt x="308" y="374"/>
                    <a:pt x="308" y="374"/>
                  </a:cubicBezTo>
                  <a:cubicBezTo>
                    <a:pt x="312" y="371"/>
                    <a:pt x="311" y="368"/>
                    <a:pt x="312" y="364"/>
                  </a:cubicBezTo>
                  <a:cubicBezTo>
                    <a:pt x="313" y="360"/>
                    <a:pt x="314" y="357"/>
                    <a:pt x="314" y="353"/>
                  </a:cubicBezTo>
                  <a:cubicBezTo>
                    <a:pt x="314" y="352"/>
                    <a:pt x="314" y="352"/>
                    <a:pt x="314" y="352"/>
                  </a:cubicBezTo>
                  <a:cubicBezTo>
                    <a:pt x="319" y="347"/>
                    <a:pt x="319" y="347"/>
                    <a:pt x="319" y="347"/>
                  </a:cubicBezTo>
                  <a:cubicBezTo>
                    <a:pt x="320" y="344"/>
                    <a:pt x="319" y="339"/>
                    <a:pt x="319" y="336"/>
                  </a:cubicBezTo>
                  <a:cubicBezTo>
                    <a:pt x="321" y="334"/>
                    <a:pt x="321" y="330"/>
                    <a:pt x="322" y="327"/>
                  </a:cubicBezTo>
                  <a:cubicBezTo>
                    <a:pt x="323" y="324"/>
                    <a:pt x="324" y="321"/>
                    <a:pt x="327" y="318"/>
                  </a:cubicBezTo>
                  <a:cubicBezTo>
                    <a:pt x="330" y="318"/>
                    <a:pt x="336" y="318"/>
                    <a:pt x="339" y="319"/>
                  </a:cubicBezTo>
                  <a:cubicBezTo>
                    <a:pt x="341" y="318"/>
                    <a:pt x="343" y="317"/>
                    <a:pt x="345" y="316"/>
                  </a:cubicBezTo>
                  <a:cubicBezTo>
                    <a:pt x="349" y="314"/>
                    <a:pt x="350" y="309"/>
                    <a:pt x="354" y="307"/>
                  </a:cubicBezTo>
                  <a:cubicBezTo>
                    <a:pt x="360" y="306"/>
                    <a:pt x="366" y="308"/>
                    <a:pt x="371" y="310"/>
                  </a:cubicBezTo>
                  <a:cubicBezTo>
                    <a:pt x="372" y="311"/>
                    <a:pt x="372" y="315"/>
                    <a:pt x="372" y="317"/>
                  </a:cubicBezTo>
                  <a:cubicBezTo>
                    <a:pt x="375" y="321"/>
                    <a:pt x="375" y="321"/>
                    <a:pt x="375" y="321"/>
                  </a:cubicBezTo>
                  <a:cubicBezTo>
                    <a:pt x="382" y="326"/>
                    <a:pt x="386" y="319"/>
                    <a:pt x="393" y="319"/>
                  </a:cubicBezTo>
                  <a:cubicBezTo>
                    <a:pt x="398" y="320"/>
                    <a:pt x="400" y="326"/>
                    <a:pt x="404" y="328"/>
                  </a:cubicBezTo>
                  <a:cubicBezTo>
                    <a:pt x="405" y="331"/>
                    <a:pt x="405" y="331"/>
                    <a:pt x="405" y="331"/>
                  </a:cubicBezTo>
                  <a:cubicBezTo>
                    <a:pt x="404" y="334"/>
                    <a:pt x="403" y="336"/>
                    <a:pt x="401" y="338"/>
                  </a:cubicBezTo>
                  <a:cubicBezTo>
                    <a:pt x="401" y="340"/>
                    <a:pt x="403" y="343"/>
                    <a:pt x="404" y="345"/>
                  </a:cubicBezTo>
                  <a:cubicBezTo>
                    <a:pt x="406" y="344"/>
                    <a:pt x="408" y="343"/>
                    <a:pt x="410" y="342"/>
                  </a:cubicBezTo>
                  <a:cubicBezTo>
                    <a:pt x="412" y="341"/>
                    <a:pt x="416" y="341"/>
                    <a:pt x="418" y="339"/>
                  </a:cubicBezTo>
                  <a:cubicBezTo>
                    <a:pt x="419" y="337"/>
                    <a:pt x="419" y="337"/>
                    <a:pt x="419" y="337"/>
                  </a:cubicBezTo>
                  <a:cubicBezTo>
                    <a:pt x="421" y="337"/>
                    <a:pt x="421" y="337"/>
                    <a:pt x="421" y="337"/>
                  </a:cubicBezTo>
                  <a:cubicBezTo>
                    <a:pt x="423" y="339"/>
                    <a:pt x="423" y="339"/>
                    <a:pt x="423" y="339"/>
                  </a:cubicBezTo>
                  <a:cubicBezTo>
                    <a:pt x="427" y="338"/>
                    <a:pt x="427" y="338"/>
                    <a:pt x="427" y="338"/>
                  </a:cubicBezTo>
                  <a:cubicBezTo>
                    <a:pt x="432" y="341"/>
                    <a:pt x="437" y="344"/>
                    <a:pt x="439" y="349"/>
                  </a:cubicBezTo>
                  <a:cubicBezTo>
                    <a:pt x="438" y="350"/>
                    <a:pt x="437" y="354"/>
                    <a:pt x="436" y="356"/>
                  </a:cubicBezTo>
                  <a:cubicBezTo>
                    <a:pt x="437" y="358"/>
                    <a:pt x="437" y="358"/>
                    <a:pt x="437" y="358"/>
                  </a:cubicBezTo>
                  <a:cubicBezTo>
                    <a:pt x="445" y="357"/>
                    <a:pt x="449" y="352"/>
                    <a:pt x="454" y="347"/>
                  </a:cubicBezTo>
                  <a:cubicBezTo>
                    <a:pt x="457" y="344"/>
                    <a:pt x="459" y="342"/>
                    <a:pt x="462" y="340"/>
                  </a:cubicBezTo>
                  <a:cubicBezTo>
                    <a:pt x="466" y="339"/>
                    <a:pt x="471" y="338"/>
                    <a:pt x="474" y="336"/>
                  </a:cubicBezTo>
                  <a:cubicBezTo>
                    <a:pt x="480" y="340"/>
                    <a:pt x="480" y="340"/>
                    <a:pt x="480" y="340"/>
                  </a:cubicBezTo>
                  <a:cubicBezTo>
                    <a:pt x="489" y="335"/>
                    <a:pt x="489" y="335"/>
                    <a:pt x="489" y="335"/>
                  </a:cubicBezTo>
                  <a:cubicBezTo>
                    <a:pt x="486" y="331"/>
                    <a:pt x="486" y="331"/>
                    <a:pt x="486" y="331"/>
                  </a:cubicBezTo>
                  <a:cubicBezTo>
                    <a:pt x="486" y="329"/>
                    <a:pt x="486" y="329"/>
                    <a:pt x="486" y="329"/>
                  </a:cubicBezTo>
                  <a:cubicBezTo>
                    <a:pt x="493" y="328"/>
                    <a:pt x="501" y="321"/>
                    <a:pt x="506" y="316"/>
                  </a:cubicBezTo>
                  <a:cubicBezTo>
                    <a:pt x="512" y="310"/>
                    <a:pt x="507" y="303"/>
                    <a:pt x="509" y="296"/>
                  </a:cubicBezTo>
                  <a:cubicBezTo>
                    <a:pt x="513" y="295"/>
                    <a:pt x="518" y="301"/>
                    <a:pt x="523" y="302"/>
                  </a:cubicBezTo>
                  <a:cubicBezTo>
                    <a:pt x="525" y="301"/>
                    <a:pt x="525" y="301"/>
                    <a:pt x="525" y="301"/>
                  </a:cubicBezTo>
                  <a:cubicBezTo>
                    <a:pt x="526" y="298"/>
                    <a:pt x="526" y="298"/>
                    <a:pt x="526" y="298"/>
                  </a:cubicBezTo>
                  <a:cubicBezTo>
                    <a:pt x="530" y="296"/>
                    <a:pt x="530" y="296"/>
                    <a:pt x="530" y="296"/>
                  </a:cubicBezTo>
                  <a:cubicBezTo>
                    <a:pt x="532" y="297"/>
                    <a:pt x="535" y="297"/>
                    <a:pt x="537" y="296"/>
                  </a:cubicBezTo>
                  <a:cubicBezTo>
                    <a:pt x="538" y="294"/>
                    <a:pt x="539" y="291"/>
                    <a:pt x="539" y="289"/>
                  </a:cubicBezTo>
                  <a:cubicBezTo>
                    <a:pt x="540" y="287"/>
                    <a:pt x="540" y="287"/>
                    <a:pt x="540" y="287"/>
                  </a:cubicBezTo>
                  <a:cubicBezTo>
                    <a:pt x="544" y="287"/>
                    <a:pt x="552" y="292"/>
                    <a:pt x="556" y="294"/>
                  </a:cubicBezTo>
                  <a:cubicBezTo>
                    <a:pt x="560" y="294"/>
                    <a:pt x="560" y="294"/>
                    <a:pt x="560" y="294"/>
                  </a:cubicBezTo>
                  <a:cubicBezTo>
                    <a:pt x="566" y="291"/>
                    <a:pt x="566" y="286"/>
                    <a:pt x="569" y="281"/>
                  </a:cubicBezTo>
                  <a:cubicBezTo>
                    <a:pt x="581" y="262"/>
                    <a:pt x="581" y="262"/>
                    <a:pt x="581" y="262"/>
                  </a:cubicBezTo>
                  <a:cubicBezTo>
                    <a:pt x="583" y="259"/>
                    <a:pt x="584" y="257"/>
                    <a:pt x="588" y="255"/>
                  </a:cubicBezTo>
                  <a:cubicBezTo>
                    <a:pt x="590" y="252"/>
                    <a:pt x="589" y="249"/>
                    <a:pt x="588" y="245"/>
                  </a:cubicBezTo>
                  <a:cubicBezTo>
                    <a:pt x="589" y="243"/>
                    <a:pt x="591" y="241"/>
                    <a:pt x="592" y="238"/>
                  </a:cubicBezTo>
                  <a:cubicBezTo>
                    <a:pt x="591" y="236"/>
                    <a:pt x="591" y="232"/>
                    <a:pt x="591" y="229"/>
                  </a:cubicBezTo>
                  <a:cubicBezTo>
                    <a:pt x="594" y="225"/>
                    <a:pt x="602" y="216"/>
                    <a:pt x="607" y="215"/>
                  </a:cubicBezTo>
                  <a:cubicBezTo>
                    <a:pt x="607" y="210"/>
                    <a:pt x="607" y="210"/>
                    <a:pt x="607" y="210"/>
                  </a:cubicBezTo>
                  <a:cubicBezTo>
                    <a:pt x="608" y="209"/>
                    <a:pt x="609" y="208"/>
                    <a:pt x="610" y="208"/>
                  </a:cubicBezTo>
                  <a:cubicBezTo>
                    <a:pt x="606" y="205"/>
                    <a:pt x="598" y="204"/>
                    <a:pt x="595" y="208"/>
                  </a:cubicBezTo>
                  <a:close/>
                </a:path>
              </a:pathLst>
            </a:custGeom>
            <a:solidFill>
              <a:srgbClr val="CCCCCC"/>
            </a:solidFill>
            <a:ln w="7938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 sz="1800"/>
            </a:p>
          </p:txBody>
        </p:sp>
      </p:grpSp>
      <p:grpSp>
        <p:nvGrpSpPr>
          <p:cNvPr id="11" name="Flag">
            <a:extLst>
              <a:ext uri="{FF2B5EF4-FFF2-40B4-BE49-F238E27FC236}">
                <a16:creationId xmlns:a16="http://schemas.microsoft.com/office/drawing/2014/main" id="{1A4C3E43-4B02-8B30-B36D-1A728A98F8F7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117165" y="665108"/>
            <a:ext cx="838462" cy="559596"/>
            <a:chOff x="931863" y="935038"/>
            <a:chExt cx="1427163" cy="952500"/>
          </a:xfrm>
        </p:grpSpPr>
        <p:sp>
          <p:nvSpPr>
            <p:cNvPr id="12" name="Rectangle 24">
              <a:extLst>
                <a:ext uri="{FF2B5EF4-FFF2-40B4-BE49-F238E27FC236}">
                  <a16:creationId xmlns:a16="http://schemas.microsoft.com/office/drawing/2014/main" id="{11FB1A53-36E2-E253-5D7B-E8CF007DC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863" y="1571625"/>
              <a:ext cx="1427163" cy="315912"/>
            </a:xfrm>
            <a:prstGeom prst="rect">
              <a:avLst/>
            </a:prstGeom>
            <a:solidFill>
              <a:srgbClr val="EE1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3" name="Rectangle 25">
              <a:extLst>
                <a:ext uri="{FF2B5EF4-FFF2-40B4-BE49-F238E27FC236}">
                  <a16:creationId xmlns:a16="http://schemas.microsoft.com/office/drawing/2014/main" id="{D01B0E3F-175E-3437-04FB-4B96D093A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863" y="935038"/>
              <a:ext cx="1427163" cy="31908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" name="Rectangle 26">
              <a:extLst>
                <a:ext uri="{FF2B5EF4-FFF2-40B4-BE49-F238E27FC236}">
                  <a16:creationId xmlns:a16="http://schemas.microsoft.com/office/drawing/2014/main" id="{B71F26E1-2576-BA11-F803-C75373C50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863" y="1254125"/>
              <a:ext cx="1427163" cy="317500"/>
            </a:xfrm>
            <a:prstGeom prst="rect">
              <a:avLst/>
            </a:prstGeom>
            <a:solidFill>
              <a:srgbClr val="0B4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" name="Freeform 27">
              <a:extLst>
                <a:ext uri="{FF2B5EF4-FFF2-40B4-BE49-F238E27FC236}">
                  <a16:creationId xmlns:a16="http://schemas.microsoft.com/office/drawing/2014/main" id="{FC677A26-F757-7D42-BDFC-DE55DCB62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638" y="1163638"/>
              <a:ext cx="358775" cy="498475"/>
            </a:xfrm>
            <a:custGeom>
              <a:avLst/>
              <a:gdLst>
                <a:gd name="T0" fmla="*/ 29137110 w 94"/>
                <a:gd name="T1" fmla="*/ 0 h 131"/>
                <a:gd name="T2" fmla="*/ 0 w 94"/>
                <a:gd name="T3" fmla="*/ 999065665 h 131"/>
                <a:gd name="T4" fmla="*/ 684680103 w 94"/>
                <a:gd name="T5" fmla="*/ 1896773478 h 131"/>
                <a:gd name="T6" fmla="*/ 1369356390 w 94"/>
                <a:gd name="T7" fmla="*/ 999065665 h 131"/>
                <a:gd name="T8" fmla="*/ 1354787835 w 94"/>
                <a:gd name="T9" fmla="*/ 0 h 131"/>
                <a:gd name="T10" fmla="*/ 29137110 w 94"/>
                <a:gd name="T11" fmla="*/ 0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131">
                  <a:moveTo>
                    <a:pt x="2" y="0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0" y="103"/>
                    <a:pt x="47" y="131"/>
                    <a:pt x="47" y="131"/>
                  </a:cubicBezTo>
                  <a:cubicBezTo>
                    <a:pt x="47" y="131"/>
                    <a:pt x="94" y="103"/>
                    <a:pt x="94" y="69"/>
                  </a:cubicBezTo>
                  <a:cubicBezTo>
                    <a:pt x="93" y="0"/>
                    <a:pt x="93" y="0"/>
                    <a:pt x="93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16" name="Freeform 28">
              <a:extLst>
                <a:ext uri="{FF2B5EF4-FFF2-40B4-BE49-F238E27FC236}">
                  <a16:creationId xmlns:a16="http://schemas.microsoft.com/office/drawing/2014/main" id="{55ECA9F8-71E0-2316-802B-72B72BD61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750" y="1174750"/>
              <a:ext cx="334963" cy="473075"/>
            </a:xfrm>
            <a:custGeom>
              <a:avLst/>
              <a:gdLst>
                <a:gd name="T0" fmla="*/ 637503104 w 88"/>
                <a:gd name="T1" fmla="*/ 1804838352 h 124"/>
                <a:gd name="T2" fmla="*/ 0 w 88"/>
                <a:gd name="T3" fmla="*/ 960639829 h 124"/>
                <a:gd name="T4" fmla="*/ 28978106 w 88"/>
                <a:gd name="T5" fmla="*/ 0 h 124"/>
                <a:gd name="T6" fmla="*/ 1260515252 w 88"/>
                <a:gd name="T7" fmla="*/ 0 h 124"/>
                <a:gd name="T8" fmla="*/ 1275002402 w 88"/>
                <a:gd name="T9" fmla="*/ 960639829 h 124"/>
                <a:gd name="T10" fmla="*/ 637503104 w 88"/>
                <a:gd name="T11" fmla="*/ 1804838352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24">
                  <a:moveTo>
                    <a:pt x="44" y="124"/>
                  </a:moveTo>
                  <a:cubicBezTo>
                    <a:pt x="36" y="119"/>
                    <a:pt x="0" y="95"/>
                    <a:pt x="0" y="6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8" y="66"/>
                    <a:pt x="88" y="66"/>
                    <a:pt x="88" y="66"/>
                  </a:cubicBezTo>
                  <a:cubicBezTo>
                    <a:pt x="88" y="95"/>
                    <a:pt x="52" y="119"/>
                    <a:pt x="44" y="124"/>
                  </a:cubicBezTo>
                  <a:close/>
                </a:path>
              </a:pathLst>
            </a:custGeom>
            <a:solidFill>
              <a:srgbClr val="EE1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17" name="Freeform 29">
              <a:extLst>
                <a:ext uri="{FF2B5EF4-FFF2-40B4-BE49-F238E27FC236}">
                  <a16:creationId xmlns:a16="http://schemas.microsoft.com/office/drawing/2014/main" id="{F3782CF0-D096-30C1-CB63-AB60B7DE6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663" y="1190625"/>
              <a:ext cx="215900" cy="269875"/>
            </a:xfrm>
            <a:custGeom>
              <a:avLst/>
              <a:gdLst>
                <a:gd name="T0" fmla="*/ 688649033 w 57"/>
                <a:gd name="T1" fmla="*/ 476785502 h 71"/>
                <a:gd name="T2" fmla="*/ 459098093 w 57"/>
                <a:gd name="T3" fmla="*/ 476785502 h 71"/>
                <a:gd name="T4" fmla="*/ 459098093 w 57"/>
                <a:gd name="T5" fmla="*/ 317855734 h 71"/>
                <a:gd name="T6" fmla="*/ 616913418 w 57"/>
                <a:gd name="T7" fmla="*/ 317855734 h 71"/>
                <a:gd name="T8" fmla="*/ 746032981 w 57"/>
                <a:gd name="T9" fmla="*/ 361199180 h 71"/>
                <a:gd name="T10" fmla="*/ 746032981 w 57"/>
                <a:gd name="T11" fmla="*/ 158929768 h 71"/>
                <a:gd name="T12" fmla="*/ 616913418 w 57"/>
                <a:gd name="T13" fmla="*/ 202273213 h 71"/>
                <a:gd name="T14" fmla="*/ 459098093 w 57"/>
                <a:gd name="T15" fmla="*/ 202273213 h 71"/>
                <a:gd name="T16" fmla="*/ 459098093 w 57"/>
                <a:gd name="T17" fmla="*/ 130034137 h 71"/>
                <a:gd name="T18" fmla="*/ 502137947 w 57"/>
                <a:gd name="T19" fmla="*/ 0 h 71"/>
                <a:gd name="T20" fmla="*/ 315630649 w 57"/>
                <a:gd name="T21" fmla="*/ 0 h 71"/>
                <a:gd name="T22" fmla="*/ 358670504 w 57"/>
                <a:gd name="T23" fmla="*/ 130034137 h 71"/>
                <a:gd name="T24" fmla="*/ 358670504 w 57"/>
                <a:gd name="T25" fmla="*/ 202273213 h 71"/>
                <a:gd name="T26" fmla="*/ 200855179 w 57"/>
                <a:gd name="T27" fmla="*/ 202273213 h 71"/>
                <a:gd name="T28" fmla="*/ 71735616 w 57"/>
                <a:gd name="T29" fmla="*/ 158929768 h 71"/>
                <a:gd name="T30" fmla="*/ 71735616 w 57"/>
                <a:gd name="T31" fmla="*/ 361199180 h 71"/>
                <a:gd name="T32" fmla="*/ 200855179 w 57"/>
                <a:gd name="T33" fmla="*/ 317855734 h 71"/>
                <a:gd name="T34" fmla="*/ 358670504 w 57"/>
                <a:gd name="T35" fmla="*/ 317855734 h 71"/>
                <a:gd name="T36" fmla="*/ 358670504 w 57"/>
                <a:gd name="T37" fmla="*/ 476785502 h 71"/>
                <a:gd name="T38" fmla="*/ 200855179 w 57"/>
                <a:gd name="T39" fmla="*/ 476785502 h 71"/>
                <a:gd name="T40" fmla="*/ 0 w 57"/>
                <a:gd name="T41" fmla="*/ 433442056 h 71"/>
                <a:gd name="T42" fmla="*/ 0 w 57"/>
                <a:gd name="T43" fmla="*/ 635711468 h 71"/>
                <a:gd name="T44" fmla="*/ 200855179 w 57"/>
                <a:gd name="T45" fmla="*/ 592368023 h 71"/>
                <a:gd name="T46" fmla="*/ 358670504 w 57"/>
                <a:gd name="T47" fmla="*/ 592368023 h 71"/>
                <a:gd name="T48" fmla="*/ 358670504 w 57"/>
                <a:gd name="T49" fmla="*/ 1025810079 h 71"/>
                <a:gd name="T50" fmla="*/ 459098093 w 57"/>
                <a:gd name="T51" fmla="*/ 1025810079 h 71"/>
                <a:gd name="T52" fmla="*/ 459098093 w 57"/>
                <a:gd name="T53" fmla="*/ 592368023 h 71"/>
                <a:gd name="T54" fmla="*/ 688649033 w 57"/>
                <a:gd name="T55" fmla="*/ 592368023 h 71"/>
                <a:gd name="T56" fmla="*/ 817768596 w 57"/>
                <a:gd name="T57" fmla="*/ 635711468 h 71"/>
                <a:gd name="T58" fmla="*/ 817768596 w 57"/>
                <a:gd name="T59" fmla="*/ 433442056 h 71"/>
                <a:gd name="T60" fmla="*/ 688649033 w 57"/>
                <a:gd name="T61" fmla="*/ 476785502 h 7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7" h="71">
                  <a:moveTo>
                    <a:pt x="48" y="33"/>
                  </a:moveTo>
                  <a:cubicBezTo>
                    <a:pt x="32" y="33"/>
                    <a:pt x="32" y="33"/>
                    <a:pt x="32" y="33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6" y="22"/>
                    <a:pt x="49" y="23"/>
                    <a:pt x="52" y="25"/>
                  </a:cubicBezTo>
                  <a:cubicBezTo>
                    <a:pt x="52" y="20"/>
                    <a:pt x="52" y="16"/>
                    <a:pt x="52" y="11"/>
                  </a:cubicBezTo>
                  <a:cubicBezTo>
                    <a:pt x="49" y="13"/>
                    <a:pt x="46" y="14"/>
                    <a:pt x="43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6"/>
                    <a:pt x="33" y="3"/>
                    <a:pt x="35" y="0"/>
                  </a:cubicBezTo>
                  <a:cubicBezTo>
                    <a:pt x="30" y="0"/>
                    <a:pt x="26" y="0"/>
                    <a:pt x="22" y="0"/>
                  </a:cubicBezTo>
                  <a:cubicBezTo>
                    <a:pt x="24" y="3"/>
                    <a:pt x="25" y="6"/>
                    <a:pt x="25" y="9"/>
                  </a:cubicBezTo>
                  <a:cubicBezTo>
                    <a:pt x="25" y="9"/>
                    <a:pt x="25" y="11"/>
                    <a:pt x="2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1" y="14"/>
                    <a:pt x="8" y="13"/>
                    <a:pt x="5" y="11"/>
                  </a:cubicBezTo>
                  <a:cubicBezTo>
                    <a:pt x="5" y="16"/>
                    <a:pt x="5" y="20"/>
                    <a:pt x="5" y="25"/>
                  </a:cubicBezTo>
                  <a:cubicBezTo>
                    <a:pt x="8" y="23"/>
                    <a:pt x="11" y="22"/>
                    <a:pt x="14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5"/>
                    <a:pt x="25" y="29"/>
                    <a:pt x="25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1" y="33"/>
                    <a:pt x="3" y="32"/>
                    <a:pt x="0" y="30"/>
                  </a:cubicBezTo>
                  <a:cubicBezTo>
                    <a:pt x="0" y="35"/>
                    <a:pt x="0" y="39"/>
                    <a:pt x="0" y="44"/>
                  </a:cubicBezTo>
                  <a:cubicBezTo>
                    <a:pt x="3" y="42"/>
                    <a:pt x="11" y="41"/>
                    <a:pt x="14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69"/>
                    <a:pt x="25" y="71"/>
                    <a:pt x="25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51" y="41"/>
                    <a:pt x="54" y="42"/>
                    <a:pt x="57" y="44"/>
                  </a:cubicBezTo>
                  <a:cubicBezTo>
                    <a:pt x="57" y="39"/>
                    <a:pt x="57" y="35"/>
                    <a:pt x="57" y="30"/>
                  </a:cubicBezTo>
                  <a:cubicBezTo>
                    <a:pt x="54" y="32"/>
                    <a:pt x="51" y="33"/>
                    <a:pt x="48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18" name="Freeform 30">
              <a:extLst>
                <a:ext uri="{FF2B5EF4-FFF2-40B4-BE49-F238E27FC236}">
                  <a16:creationId xmlns:a16="http://schemas.microsoft.com/office/drawing/2014/main" id="{43B804BE-4E51-15A2-5C9C-C157BEA3D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800" y="1452563"/>
              <a:ext cx="301625" cy="195262"/>
            </a:xfrm>
            <a:custGeom>
              <a:avLst/>
              <a:gdLst>
                <a:gd name="T0" fmla="*/ 1151615704 w 79"/>
                <a:gd name="T1" fmla="*/ 175904261 h 51"/>
                <a:gd name="T2" fmla="*/ 860066506 w 79"/>
                <a:gd name="T3" fmla="*/ 527712784 h 51"/>
                <a:gd name="T4" fmla="*/ 568517309 w 79"/>
                <a:gd name="T5" fmla="*/ 747593111 h 51"/>
                <a:gd name="T6" fmla="*/ 306126467 w 79"/>
                <a:gd name="T7" fmla="*/ 542372749 h 51"/>
                <a:gd name="T8" fmla="*/ 0 w 79"/>
                <a:gd name="T9" fmla="*/ 175904261 h 51"/>
                <a:gd name="T10" fmla="*/ 189504497 w 79"/>
                <a:gd name="T11" fmla="*/ 87952131 h 51"/>
                <a:gd name="T12" fmla="*/ 349858274 w 79"/>
                <a:gd name="T13" fmla="*/ 161244297 h 51"/>
                <a:gd name="T14" fmla="*/ 568517309 w 79"/>
                <a:gd name="T15" fmla="*/ 0 h 51"/>
                <a:gd name="T16" fmla="*/ 787180161 w 79"/>
                <a:gd name="T17" fmla="*/ 146588161 h 51"/>
                <a:gd name="T18" fmla="*/ 962111207 w 79"/>
                <a:gd name="T19" fmla="*/ 73292166 h 51"/>
                <a:gd name="T20" fmla="*/ 1151615704 w 79"/>
                <a:gd name="T21" fmla="*/ 175904261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51">
                  <a:moveTo>
                    <a:pt x="79" y="12"/>
                  </a:moveTo>
                  <a:cubicBezTo>
                    <a:pt x="74" y="21"/>
                    <a:pt x="66" y="30"/>
                    <a:pt x="59" y="36"/>
                  </a:cubicBezTo>
                  <a:cubicBezTo>
                    <a:pt x="50" y="44"/>
                    <a:pt x="43" y="49"/>
                    <a:pt x="39" y="51"/>
                  </a:cubicBezTo>
                  <a:cubicBezTo>
                    <a:pt x="36" y="49"/>
                    <a:pt x="29" y="44"/>
                    <a:pt x="21" y="37"/>
                  </a:cubicBezTo>
                  <a:cubicBezTo>
                    <a:pt x="13" y="30"/>
                    <a:pt x="5" y="22"/>
                    <a:pt x="0" y="12"/>
                  </a:cubicBezTo>
                  <a:cubicBezTo>
                    <a:pt x="3" y="9"/>
                    <a:pt x="8" y="6"/>
                    <a:pt x="13" y="6"/>
                  </a:cubicBezTo>
                  <a:cubicBezTo>
                    <a:pt x="17" y="6"/>
                    <a:pt x="21" y="8"/>
                    <a:pt x="24" y="11"/>
                  </a:cubicBezTo>
                  <a:cubicBezTo>
                    <a:pt x="26" y="5"/>
                    <a:pt x="32" y="0"/>
                    <a:pt x="39" y="0"/>
                  </a:cubicBezTo>
                  <a:cubicBezTo>
                    <a:pt x="46" y="0"/>
                    <a:pt x="52" y="4"/>
                    <a:pt x="54" y="10"/>
                  </a:cubicBezTo>
                  <a:cubicBezTo>
                    <a:pt x="57" y="7"/>
                    <a:pt x="61" y="5"/>
                    <a:pt x="66" y="5"/>
                  </a:cubicBezTo>
                  <a:cubicBezTo>
                    <a:pt x="71" y="5"/>
                    <a:pt x="76" y="8"/>
                    <a:pt x="79" y="12"/>
                  </a:cubicBezTo>
                  <a:close/>
                </a:path>
              </a:pathLst>
            </a:custGeom>
            <a:solidFill>
              <a:srgbClr val="0B4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800"/>
            </a:p>
          </p:txBody>
        </p:sp>
        <p:sp>
          <p:nvSpPr>
            <p:cNvPr id="19" name="Rectangle 31">
              <a:extLst>
                <a:ext uri="{FF2B5EF4-FFF2-40B4-BE49-F238E27FC236}">
                  <a16:creationId xmlns:a16="http://schemas.microsoft.com/office/drawing/2014/main" id="{A9BE6F08-A26B-C38A-5AF6-F0642046F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863" y="935038"/>
              <a:ext cx="1427163" cy="952500"/>
            </a:xfrm>
            <a:prstGeom prst="rect">
              <a:avLst/>
            </a:prstGeom>
            <a:noFill/>
            <a:ln w="14288">
              <a:solidFill>
                <a:srgbClr val="D1D3D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</p:grpSp>
    </p:spTree>
    <p:extLst>
      <p:ext uri="{BB962C8B-B14F-4D97-AF65-F5344CB8AC3E}">
        <p14:creationId xmlns:p14="http://schemas.microsoft.com/office/powerpoint/2010/main" val="19435349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13" Type="http://schemas.openxmlformats.org/officeDocument/2006/relationships/hyperlink" Target="https://blog.naver.com/doolimyaskawa" TargetMode="External"/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png"/><Relationship Id="rId12" Type="http://schemas.openxmlformats.org/officeDocument/2006/relationships/image" Target="../media/image4.pn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11" Type="http://schemas.openxmlformats.org/officeDocument/2006/relationships/hyperlink" Target="https://www.youtube.com/channel/UCaS0NTFJ1fop-LMGDU-N8EA" TargetMode="Externa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3.png"/><Relationship Id="rId4" Type="http://schemas.openxmlformats.org/officeDocument/2006/relationships/slideLayout" Target="../slideLayouts/slideLayout4.xml"/><Relationship Id="rId9" Type="http://schemas.openxmlformats.org/officeDocument/2006/relationships/hyperlink" Target="https://www.linkedin.com/company/doolim-yaskawa/?viewAsMember=true" TargetMode="External"/><Relationship Id="rId14" Type="http://schemas.openxmlformats.org/officeDocument/2006/relationships/image" Target="../media/image5.jpe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.xml"/><Relationship Id="rId13" Type="http://schemas.openxmlformats.org/officeDocument/2006/relationships/slideLayout" Target="../slideLayouts/slideLayout18.xml"/><Relationship Id="rId18" Type="http://schemas.openxmlformats.org/officeDocument/2006/relationships/slideLayout" Target="../slideLayouts/slideLayout23.xml"/><Relationship Id="rId3" Type="http://schemas.openxmlformats.org/officeDocument/2006/relationships/slideLayout" Target="../slideLayouts/slideLayout8.xml"/><Relationship Id="rId7" Type="http://schemas.openxmlformats.org/officeDocument/2006/relationships/slideLayout" Target="../slideLayouts/slideLayout12.xml"/><Relationship Id="rId12" Type="http://schemas.openxmlformats.org/officeDocument/2006/relationships/slideLayout" Target="../slideLayouts/slideLayout17.xml"/><Relationship Id="rId17" Type="http://schemas.openxmlformats.org/officeDocument/2006/relationships/slideLayout" Target="../slideLayouts/slideLayout22.xml"/><Relationship Id="rId2" Type="http://schemas.openxmlformats.org/officeDocument/2006/relationships/slideLayout" Target="../slideLayouts/slideLayout7.xml"/><Relationship Id="rId16" Type="http://schemas.openxmlformats.org/officeDocument/2006/relationships/slideLayout" Target="../slideLayouts/slideLayout21.xml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6.xml"/><Relationship Id="rId6" Type="http://schemas.openxmlformats.org/officeDocument/2006/relationships/slideLayout" Target="../slideLayouts/slideLayout11.xml"/><Relationship Id="rId11" Type="http://schemas.openxmlformats.org/officeDocument/2006/relationships/slideLayout" Target="../slideLayouts/slideLayout16.xml"/><Relationship Id="rId5" Type="http://schemas.openxmlformats.org/officeDocument/2006/relationships/slideLayout" Target="../slideLayouts/slideLayout10.xml"/><Relationship Id="rId15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15.xml"/><Relationship Id="rId19" Type="http://schemas.openxmlformats.org/officeDocument/2006/relationships/theme" Target="../theme/theme2.xml"/><Relationship Id="rId4" Type="http://schemas.openxmlformats.org/officeDocument/2006/relationships/slideLayout" Target="../slideLayouts/slideLayout9.xml"/><Relationship Id="rId9" Type="http://schemas.openxmlformats.org/officeDocument/2006/relationships/slideLayout" Target="../slideLayouts/slideLayout14.xml"/><Relationship Id="rId14" Type="http://schemas.openxmlformats.org/officeDocument/2006/relationships/slideLayout" Target="../slideLayouts/slideLayout1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fik 13"/>
          <p:cNvPicPr preferRelativeResize="0">
            <a:picLocks/>
          </p:cNvPicPr>
          <p:nvPr userDrawn="1"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374" b="13287"/>
          <a:stretch/>
        </p:blipFill>
        <p:spPr>
          <a:xfrm>
            <a:off x="1" y="-27384"/>
            <a:ext cx="2957222" cy="6912768"/>
          </a:xfrm>
          <a:prstGeom prst="rect">
            <a:avLst/>
          </a:prstGeom>
        </p:spPr>
      </p:pic>
      <p:sp>
        <p:nvSpPr>
          <p:cNvPr id="10" name="Rectangle 283"/>
          <p:cNvSpPr/>
          <p:nvPr userDrawn="1"/>
        </p:nvSpPr>
        <p:spPr>
          <a:xfrm>
            <a:off x="179914" y="461530"/>
            <a:ext cx="248351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dist" latinLnBrk="0">
              <a:defRPr/>
            </a:pPr>
            <a:r>
              <a:rPr lang="en-US" sz="1000" dirty="0">
                <a:solidFill>
                  <a:schemeClr val="bg1">
                    <a:lumMod val="85000"/>
                  </a:schemeClr>
                </a:solidFill>
                <a:latin typeface="Arial" panose="020B0604020202020204" pitchFamily="34" charset="0"/>
                <a:ea typeface="Arial Unicode MS" panose="020B0604020202020204" pitchFamily="50" charset="-127"/>
                <a:cs typeface="Arial" panose="020B0604020202020204" pitchFamily="34" charset="0"/>
              </a:rPr>
              <a:t>Robotic</a:t>
            </a:r>
            <a:r>
              <a:rPr lang="en-US" sz="1000" baseline="0" dirty="0">
                <a:solidFill>
                  <a:schemeClr val="bg1">
                    <a:lumMod val="85000"/>
                  </a:schemeClr>
                </a:solidFill>
                <a:latin typeface="Arial" panose="020B0604020202020204" pitchFamily="34" charset="0"/>
                <a:ea typeface="Arial Unicode MS" panose="020B0604020202020204" pitchFamily="50" charset="-127"/>
                <a:cs typeface="Arial" panose="020B0604020202020204" pitchFamily="34" charset="0"/>
              </a:rPr>
              <a:t> Automation Solution Leader </a:t>
            </a:r>
            <a:endParaRPr lang="en-US" sz="1000" dirty="0">
              <a:solidFill>
                <a:schemeClr val="bg1">
                  <a:lumMod val="85000"/>
                </a:schemeClr>
              </a:solidFill>
              <a:latin typeface="Arial" panose="020B0604020202020204" pitchFamily="34" charset="0"/>
              <a:ea typeface="Arial Unicode MS" panose="020B0604020202020204" pitchFamily="50" charset="-127"/>
              <a:cs typeface="Arial" panose="020B0604020202020204" pitchFamily="34" charset="0"/>
            </a:endParaRPr>
          </a:p>
        </p:txBody>
      </p:sp>
      <p:pic>
        <p:nvPicPr>
          <p:cNvPr id="11" name="그림 10"/>
          <p:cNvPicPr>
            <a:picLocks noChangeAspect="1"/>
          </p:cNvPicPr>
          <p:nvPr userDrawn="1"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2559" y="260650"/>
            <a:ext cx="2400875" cy="200881"/>
          </a:xfrm>
          <a:prstGeom prst="rect">
            <a:avLst/>
          </a:prstGeom>
        </p:spPr>
      </p:pic>
      <p:sp>
        <p:nvSpPr>
          <p:cNvPr id="12" name="날짜 개체 틀 3"/>
          <p:cNvSpPr txBox="1">
            <a:spLocks/>
          </p:cNvSpPr>
          <p:nvPr userDrawn="1"/>
        </p:nvSpPr>
        <p:spPr>
          <a:xfrm>
            <a:off x="9291235" y="6348613"/>
            <a:ext cx="2743200" cy="365125"/>
          </a:xfrm>
          <a:prstGeom prst="rect">
            <a:avLst/>
          </a:prstGeom>
        </p:spPr>
        <p:txBody>
          <a:bodyPr vert="horz" lIns="91440" tIns="45719" rIns="91440" bIns="45719" rtlCol="0" anchor="ctr"/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www.doolim-yaskawa.com</a:t>
            </a:r>
            <a:endParaRPr lang="ko-KR" altLang="en-US" sz="12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3" name="그림 12">
            <a:hlinkClick r:id="rId9"/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47185" y="6192637"/>
            <a:ext cx="216024" cy="216024"/>
          </a:xfrm>
          <a:prstGeom prst="rect">
            <a:avLst/>
          </a:prstGeom>
        </p:spPr>
      </p:pic>
      <p:pic>
        <p:nvPicPr>
          <p:cNvPr id="14" name="그림 13">
            <a:hlinkClick r:id="rId11"/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938" r="13639"/>
          <a:stretch/>
        </p:blipFill>
        <p:spPr>
          <a:xfrm>
            <a:off x="11181374" y="6192637"/>
            <a:ext cx="216024" cy="216024"/>
          </a:xfrm>
          <a:prstGeom prst="roundRect">
            <a:avLst/>
          </a:prstGeom>
        </p:spPr>
      </p:pic>
      <p:pic>
        <p:nvPicPr>
          <p:cNvPr id="2" name="그림 1">
            <a:hlinkClick r:id="rId13"/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3230" y="6198342"/>
            <a:ext cx="204613" cy="2046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19642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6" r:id="rId1"/>
    <p:sldLayoutId id="2147483700" r:id="rId2"/>
    <p:sldLayoutId id="2147483701" r:id="rId3"/>
    <p:sldLayoutId id="2147483705" r:id="rId4"/>
    <p:sldLayoutId id="2147483714" r:id="rId5"/>
  </p:sldLayoutIdLst>
  <p:hf sldNum="0" hdr="0" ftr="0"/>
  <p:txStyles>
    <p:titleStyle>
      <a:lvl1pPr algn="l" defTabSz="91443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8" indent="-228608" algn="l" defTabSz="91443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23" indent="-228608" algn="l" defTabSz="91443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38" indent="-228608" algn="l" defTabSz="91443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53" indent="-228608" algn="l" defTabSz="91443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69" indent="-228608" algn="l" defTabSz="91443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83" indent="-228608" algn="l" defTabSz="91443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99" indent="-228608" algn="l" defTabSz="91443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114" indent="-228608" algn="l" defTabSz="91443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330" indent="-228608" algn="l" defTabSz="91443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6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30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45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61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77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91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507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722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609521" y="274638"/>
            <a:ext cx="10971372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609521" y="1600203"/>
            <a:ext cx="10971372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609521" y="6356353"/>
            <a:ext cx="284443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D1E5B8D-F4E9-4A33-855C-50FBE264DA4D}" type="datetime1">
              <a:rPr lang="ko-KR" altLang="en-US" smtClean="0"/>
              <a:t>2026-03-18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165058" y="6356353"/>
            <a:ext cx="3860297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736463" y="6356353"/>
            <a:ext cx="284443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424B503-5616-4F79-A092-63F8BBF31459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7" name="직사각형 6"/>
          <p:cNvSpPr/>
          <p:nvPr userDrawn="1"/>
        </p:nvSpPr>
        <p:spPr>
          <a:xfrm>
            <a:off x="0" y="6548542"/>
            <a:ext cx="12191999" cy="309458"/>
          </a:xfrm>
          <a:prstGeom prst="rect">
            <a:avLst/>
          </a:prstGeom>
          <a:gradFill flip="none" rotWithShape="1">
            <a:gsLst>
              <a:gs pos="0">
                <a:srgbClr val="0070C0">
                  <a:shade val="30000"/>
                  <a:satMod val="115000"/>
                </a:srgbClr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pic>
        <p:nvPicPr>
          <p:cNvPr id="8" name="그림 7"/>
          <p:cNvPicPr>
            <a:picLocks noChangeAspect="1"/>
          </p:cNvPicPr>
          <p:nvPr userDrawn="1"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520" y="6665826"/>
            <a:ext cx="1330277" cy="111304"/>
          </a:xfrm>
          <a:prstGeom prst="rect">
            <a:avLst/>
          </a:prstGeom>
        </p:spPr>
      </p:pic>
      <p:sp>
        <p:nvSpPr>
          <p:cNvPr id="10" name="TextBox 9"/>
          <p:cNvSpPr txBox="1"/>
          <p:nvPr userDrawn="1"/>
        </p:nvSpPr>
        <p:spPr>
          <a:xfrm>
            <a:off x="3849416" y="6598367"/>
            <a:ext cx="44915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CONFIDENTIAL INFORMATION   ALL RIGHT RESERVED</a:t>
            </a:r>
            <a:endParaRPr lang="ko-KR" altLang="en-US" sz="10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TextBox 10"/>
          <p:cNvSpPr txBox="1"/>
          <p:nvPr userDrawn="1"/>
        </p:nvSpPr>
        <p:spPr>
          <a:xfrm>
            <a:off x="10020891" y="81754"/>
            <a:ext cx="2081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65000"/>
                  </a:schemeClr>
                </a:solidFill>
              </a:rPr>
              <a:t>www.doolim-yaskawa.com</a:t>
            </a:r>
            <a:endParaRPr lang="ko-KR" alt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2" name="슬라이드 번호 개체 틀 5"/>
          <p:cNvSpPr txBox="1">
            <a:spLocks/>
          </p:cNvSpPr>
          <p:nvPr userDrawn="1"/>
        </p:nvSpPr>
        <p:spPr>
          <a:xfrm>
            <a:off x="9359494" y="6525346"/>
            <a:ext cx="2743200" cy="365125"/>
          </a:xfrm>
          <a:prstGeom prst="rect">
            <a:avLst/>
          </a:prstGeom>
        </p:spPr>
        <p:txBody>
          <a:bodyPr vert="horz" lIns="91440" tIns="45719" rIns="91440" bIns="45719" rtlCol="0" anchor="ctr"/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00" dirty="0">
                <a:solidFill>
                  <a:schemeClr val="bg1"/>
                </a:solidFill>
              </a:rPr>
              <a:t>Slide</a:t>
            </a:r>
            <a:r>
              <a:rPr lang="en-US" altLang="ko-KR" sz="1000" baseline="0" dirty="0">
                <a:solidFill>
                  <a:schemeClr val="bg1"/>
                </a:solidFill>
              </a:rPr>
              <a:t> </a:t>
            </a:r>
            <a:fld id="{45BAA82F-2E14-4EE6-8A6F-7FE6FEF20618}" type="slidenum">
              <a:rPr lang="ko-KR" altLang="en-US" sz="1000" smtClean="0">
                <a:solidFill>
                  <a:schemeClr val="bg1"/>
                </a:solidFill>
              </a:rPr>
              <a:pPr/>
              <a:t>‹#›</a:t>
            </a:fld>
            <a:endParaRPr lang="ko-KR" altLang="en-US" sz="1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82118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3" r:id="rId1"/>
    <p:sldLayoutId id="2147483698" r:id="rId2"/>
    <p:sldLayoutId id="2147483675" r:id="rId3"/>
    <p:sldLayoutId id="2147483679" r:id="rId4"/>
    <p:sldLayoutId id="2147483685" r:id="rId5"/>
    <p:sldLayoutId id="2147483682" r:id="rId6"/>
    <p:sldLayoutId id="2147483725" r:id="rId7"/>
    <p:sldLayoutId id="2147483726" r:id="rId8"/>
    <p:sldLayoutId id="2147483715" r:id="rId9"/>
    <p:sldLayoutId id="2147483716" r:id="rId10"/>
    <p:sldLayoutId id="2147483717" r:id="rId11"/>
    <p:sldLayoutId id="2147483718" r:id="rId12"/>
    <p:sldLayoutId id="2147483719" r:id="rId13"/>
    <p:sldLayoutId id="2147483720" r:id="rId14"/>
    <p:sldLayoutId id="2147483721" r:id="rId15"/>
    <p:sldLayoutId id="2147483722" r:id="rId16"/>
    <p:sldLayoutId id="2147483723" r:id="rId17"/>
    <p:sldLayoutId id="2147483724" r:id="rId18"/>
  </p:sldLayoutIdLst>
  <p:hf sldNum="0" hdr="0" ftr="0"/>
  <p:txStyles>
    <p:titleStyle>
      <a:lvl1pPr algn="ctr" defTabSz="91443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11" indent="-342911" algn="l" defTabSz="91443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75" indent="-285759" algn="l" defTabSz="914430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38" indent="-228608" algn="l" defTabSz="914430" rtl="0" eaLnBrk="1" latinLnBrk="1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53" indent="-228608" algn="l" defTabSz="914430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69" indent="-228608" algn="l" defTabSz="914430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83" indent="-228608" algn="l" defTabSz="91443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99" indent="-228608" algn="l" defTabSz="91443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114" indent="-228608" algn="l" defTabSz="91443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330" indent="-228608" algn="l" defTabSz="91443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6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30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45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61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77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91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507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722" algn="l" defTabSz="91443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5.png"/><Relationship Id="rId18" Type="http://schemas.openxmlformats.org/officeDocument/2006/relationships/image" Target="../media/image29.png"/><Relationship Id="rId26" Type="http://schemas.openxmlformats.org/officeDocument/2006/relationships/image" Target="../media/image37.png"/><Relationship Id="rId39" Type="http://schemas.openxmlformats.org/officeDocument/2006/relationships/image" Target="../media/image50.png"/><Relationship Id="rId21" Type="http://schemas.openxmlformats.org/officeDocument/2006/relationships/image" Target="../media/image32.png"/><Relationship Id="rId34" Type="http://schemas.openxmlformats.org/officeDocument/2006/relationships/image" Target="../media/image45.png"/><Relationship Id="rId42" Type="http://schemas.openxmlformats.org/officeDocument/2006/relationships/image" Target="../media/image53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28.png"/><Relationship Id="rId20" Type="http://schemas.openxmlformats.org/officeDocument/2006/relationships/image" Target="../media/image31.png"/><Relationship Id="rId29" Type="http://schemas.openxmlformats.org/officeDocument/2006/relationships/image" Target="../media/image40.png"/><Relationship Id="rId41" Type="http://schemas.openxmlformats.org/officeDocument/2006/relationships/image" Target="../media/image52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8.png"/><Relationship Id="rId11" Type="http://schemas.openxmlformats.org/officeDocument/2006/relationships/image" Target="../media/image23.png"/><Relationship Id="rId24" Type="http://schemas.openxmlformats.org/officeDocument/2006/relationships/image" Target="../media/image35.png"/><Relationship Id="rId32" Type="http://schemas.openxmlformats.org/officeDocument/2006/relationships/image" Target="../media/image43.png"/><Relationship Id="rId37" Type="http://schemas.openxmlformats.org/officeDocument/2006/relationships/image" Target="../media/image48.png"/><Relationship Id="rId40" Type="http://schemas.openxmlformats.org/officeDocument/2006/relationships/image" Target="../media/image51.png"/><Relationship Id="rId5" Type="http://schemas.openxmlformats.org/officeDocument/2006/relationships/image" Target="../media/image17.png"/><Relationship Id="rId15" Type="http://schemas.openxmlformats.org/officeDocument/2006/relationships/image" Target="../media/image27.png"/><Relationship Id="rId23" Type="http://schemas.openxmlformats.org/officeDocument/2006/relationships/image" Target="../media/image34.png"/><Relationship Id="rId28" Type="http://schemas.openxmlformats.org/officeDocument/2006/relationships/image" Target="../media/image39.png"/><Relationship Id="rId36" Type="http://schemas.openxmlformats.org/officeDocument/2006/relationships/image" Target="../media/image47.png"/><Relationship Id="rId10" Type="http://schemas.openxmlformats.org/officeDocument/2006/relationships/image" Target="../media/image22.png"/><Relationship Id="rId19" Type="http://schemas.openxmlformats.org/officeDocument/2006/relationships/image" Target="../media/image30.png"/><Relationship Id="rId31" Type="http://schemas.openxmlformats.org/officeDocument/2006/relationships/image" Target="../media/image42.png"/><Relationship Id="rId4" Type="http://schemas.openxmlformats.org/officeDocument/2006/relationships/image" Target="../media/image16.png"/><Relationship Id="rId9" Type="http://schemas.openxmlformats.org/officeDocument/2006/relationships/image" Target="../media/image21.png"/><Relationship Id="rId14" Type="http://schemas.openxmlformats.org/officeDocument/2006/relationships/image" Target="../media/image26.png"/><Relationship Id="rId22" Type="http://schemas.openxmlformats.org/officeDocument/2006/relationships/image" Target="../media/image33.png"/><Relationship Id="rId27" Type="http://schemas.openxmlformats.org/officeDocument/2006/relationships/image" Target="../media/image38.png"/><Relationship Id="rId30" Type="http://schemas.openxmlformats.org/officeDocument/2006/relationships/image" Target="../media/image41.png"/><Relationship Id="rId35" Type="http://schemas.openxmlformats.org/officeDocument/2006/relationships/image" Target="../media/image46.png"/><Relationship Id="rId43" Type="http://schemas.openxmlformats.org/officeDocument/2006/relationships/image" Target="../media/image54.png"/><Relationship Id="rId8" Type="http://schemas.openxmlformats.org/officeDocument/2006/relationships/image" Target="../media/image20.png"/><Relationship Id="rId3" Type="http://schemas.openxmlformats.org/officeDocument/2006/relationships/image" Target="../media/image15.png"/><Relationship Id="rId12" Type="http://schemas.openxmlformats.org/officeDocument/2006/relationships/image" Target="../media/image24.png"/><Relationship Id="rId17" Type="http://schemas.microsoft.com/office/2007/relationships/hdphoto" Target="../media/hdphoto1.wdp"/><Relationship Id="rId25" Type="http://schemas.openxmlformats.org/officeDocument/2006/relationships/image" Target="../media/image36.png"/><Relationship Id="rId33" Type="http://schemas.openxmlformats.org/officeDocument/2006/relationships/image" Target="../media/image44.png"/><Relationship Id="rId38" Type="http://schemas.openxmlformats.org/officeDocument/2006/relationships/image" Target="../media/image49.png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3.png"/><Relationship Id="rId18" Type="http://schemas.openxmlformats.org/officeDocument/2006/relationships/image" Target="../media/image67.png"/><Relationship Id="rId26" Type="http://schemas.openxmlformats.org/officeDocument/2006/relationships/image" Target="../media/image75.png"/><Relationship Id="rId39" Type="http://schemas.openxmlformats.org/officeDocument/2006/relationships/image" Target="../media/image87.png"/><Relationship Id="rId21" Type="http://schemas.openxmlformats.org/officeDocument/2006/relationships/image" Target="../media/image70.png"/><Relationship Id="rId34" Type="http://schemas.openxmlformats.org/officeDocument/2006/relationships/image" Target="../media/image82.png"/><Relationship Id="rId42" Type="http://schemas.openxmlformats.org/officeDocument/2006/relationships/image" Target="../media/image90.png"/><Relationship Id="rId7" Type="http://schemas.openxmlformats.org/officeDocument/2006/relationships/image" Target="../media/image58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65.png"/><Relationship Id="rId29" Type="http://schemas.openxmlformats.org/officeDocument/2006/relationships/image" Target="../media/image77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57.png"/><Relationship Id="rId11" Type="http://schemas.microsoft.com/office/2007/relationships/hdphoto" Target="../media/hdphoto3.wdp"/><Relationship Id="rId24" Type="http://schemas.openxmlformats.org/officeDocument/2006/relationships/image" Target="../media/image73.png"/><Relationship Id="rId32" Type="http://schemas.openxmlformats.org/officeDocument/2006/relationships/image" Target="../media/image80.png"/><Relationship Id="rId37" Type="http://schemas.openxmlformats.org/officeDocument/2006/relationships/image" Target="../media/image85.png"/><Relationship Id="rId40" Type="http://schemas.openxmlformats.org/officeDocument/2006/relationships/image" Target="../media/image88.png"/><Relationship Id="rId45" Type="http://schemas.microsoft.com/office/2007/relationships/hdphoto" Target="../media/hdphoto6.wdp"/><Relationship Id="rId5" Type="http://schemas.openxmlformats.org/officeDocument/2006/relationships/image" Target="../media/image56.png"/><Relationship Id="rId15" Type="http://schemas.openxmlformats.org/officeDocument/2006/relationships/image" Target="../media/image64.png"/><Relationship Id="rId23" Type="http://schemas.openxmlformats.org/officeDocument/2006/relationships/image" Target="../media/image72.png"/><Relationship Id="rId28" Type="http://schemas.openxmlformats.org/officeDocument/2006/relationships/image" Target="../media/image76.png"/><Relationship Id="rId36" Type="http://schemas.openxmlformats.org/officeDocument/2006/relationships/image" Target="../media/image84.png"/><Relationship Id="rId10" Type="http://schemas.openxmlformats.org/officeDocument/2006/relationships/image" Target="../media/image61.png"/><Relationship Id="rId19" Type="http://schemas.openxmlformats.org/officeDocument/2006/relationships/image" Target="../media/image68.png"/><Relationship Id="rId31" Type="http://schemas.openxmlformats.org/officeDocument/2006/relationships/image" Target="../media/image79.png"/><Relationship Id="rId44" Type="http://schemas.openxmlformats.org/officeDocument/2006/relationships/image" Target="../media/image92.png"/><Relationship Id="rId4" Type="http://schemas.microsoft.com/office/2007/relationships/hdphoto" Target="../media/hdphoto2.wdp"/><Relationship Id="rId9" Type="http://schemas.openxmlformats.org/officeDocument/2006/relationships/image" Target="../media/image60.png"/><Relationship Id="rId14" Type="http://schemas.microsoft.com/office/2007/relationships/hdphoto" Target="../media/hdphoto4.wdp"/><Relationship Id="rId22" Type="http://schemas.openxmlformats.org/officeDocument/2006/relationships/image" Target="../media/image71.png"/><Relationship Id="rId27" Type="http://schemas.microsoft.com/office/2007/relationships/hdphoto" Target="../media/hdphoto5.wdp"/><Relationship Id="rId30" Type="http://schemas.openxmlformats.org/officeDocument/2006/relationships/image" Target="../media/image78.png"/><Relationship Id="rId35" Type="http://schemas.openxmlformats.org/officeDocument/2006/relationships/image" Target="../media/image83.png"/><Relationship Id="rId43" Type="http://schemas.openxmlformats.org/officeDocument/2006/relationships/image" Target="../media/image91.png"/><Relationship Id="rId8" Type="http://schemas.openxmlformats.org/officeDocument/2006/relationships/image" Target="../media/image59.png"/><Relationship Id="rId3" Type="http://schemas.openxmlformats.org/officeDocument/2006/relationships/image" Target="../media/image55.png"/><Relationship Id="rId12" Type="http://schemas.openxmlformats.org/officeDocument/2006/relationships/image" Target="../media/image62.png"/><Relationship Id="rId17" Type="http://schemas.openxmlformats.org/officeDocument/2006/relationships/image" Target="../media/image66.png"/><Relationship Id="rId25" Type="http://schemas.openxmlformats.org/officeDocument/2006/relationships/image" Target="../media/image74.png"/><Relationship Id="rId33" Type="http://schemas.openxmlformats.org/officeDocument/2006/relationships/image" Target="../media/image81.png"/><Relationship Id="rId38" Type="http://schemas.openxmlformats.org/officeDocument/2006/relationships/image" Target="../media/image86.png"/><Relationship Id="rId20" Type="http://schemas.openxmlformats.org/officeDocument/2006/relationships/image" Target="../media/image69.png"/><Relationship Id="rId41" Type="http://schemas.openxmlformats.org/officeDocument/2006/relationships/image" Target="../media/image8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직사각형 44"/>
          <p:cNvSpPr/>
          <p:nvPr/>
        </p:nvSpPr>
        <p:spPr>
          <a:xfrm>
            <a:off x="6092487" y="0"/>
            <a:ext cx="6134278" cy="659735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직사각형 1"/>
          <p:cNvSpPr/>
          <p:nvPr/>
        </p:nvSpPr>
        <p:spPr>
          <a:xfrm>
            <a:off x="1" y="0"/>
            <a:ext cx="6135994" cy="6597352"/>
          </a:xfrm>
          <a:prstGeom prst="rect">
            <a:avLst/>
          </a:prstGeom>
          <a:solidFill>
            <a:srgbClr val="1454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505" y="839053"/>
            <a:ext cx="708646" cy="708646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15987" y="839053"/>
            <a:ext cx="708646" cy="708646"/>
          </a:xfrm>
          <a:prstGeom prst="rect">
            <a:avLst/>
          </a:prstGeom>
        </p:spPr>
      </p:pic>
      <p:pic>
        <p:nvPicPr>
          <p:cNvPr id="9" name="그림 8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4389" y="5559472"/>
            <a:ext cx="708646" cy="708646"/>
          </a:xfrm>
          <a:prstGeom prst="rect">
            <a:avLst/>
          </a:prstGeom>
        </p:spPr>
      </p:pic>
      <p:pic>
        <p:nvPicPr>
          <p:cNvPr id="10" name="그림 9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4388" y="839053"/>
            <a:ext cx="708646" cy="708646"/>
          </a:xfrm>
          <a:prstGeom prst="rect">
            <a:avLst/>
          </a:prstGeom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0955" y="1970762"/>
            <a:ext cx="708646" cy="708646"/>
          </a:xfrm>
          <a:prstGeom prst="rect">
            <a:avLst/>
          </a:prstGeom>
        </p:spPr>
      </p:pic>
      <p:pic>
        <p:nvPicPr>
          <p:cNvPr id="14" name="그림 13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15987" y="1970762"/>
            <a:ext cx="708646" cy="708646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0955" y="3146160"/>
            <a:ext cx="708646" cy="708646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08025" y="837936"/>
            <a:ext cx="708646" cy="708646"/>
          </a:xfrm>
          <a:prstGeom prst="rect">
            <a:avLst/>
          </a:prstGeom>
        </p:spPr>
      </p:pic>
      <p:pic>
        <p:nvPicPr>
          <p:cNvPr id="21" name="그림 20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15987" y="3146160"/>
            <a:ext cx="708646" cy="708646"/>
          </a:xfrm>
          <a:prstGeom prst="rect">
            <a:avLst/>
          </a:prstGeom>
        </p:spPr>
      </p:pic>
      <p:pic>
        <p:nvPicPr>
          <p:cNvPr id="23" name="그림 22"/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51617" y="1970762"/>
            <a:ext cx="708646" cy="708646"/>
          </a:xfrm>
          <a:prstGeom prst="rect">
            <a:avLst/>
          </a:prstGeom>
        </p:spPr>
      </p:pic>
      <p:pic>
        <p:nvPicPr>
          <p:cNvPr id="26" name="그림 25"/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4389" y="3146160"/>
            <a:ext cx="708646" cy="708646"/>
          </a:xfrm>
          <a:prstGeom prst="rect">
            <a:avLst/>
          </a:prstGeom>
        </p:spPr>
      </p:pic>
      <p:pic>
        <p:nvPicPr>
          <p:cNvPr id="27" name="그림 26"/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51617" y="3146160"/>
            <a:ext cx="708646" cy="708646"/>
          </a:xfrm>
          <a:prstGeom prst="rect">
            <a:avLst/>
          </a:prstGeom>
        </p:spPr>
      </p:pic>
      <p:pic>
        <p:nvPicPr>
          <p:cNvPr id="30" name="그림 29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9281" y="4282566"/>
            <a:ext cx="708646" cy="708646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/>
        </p:nvPicPr>
        <p:blipFill>
          <a:blip r:embed="rId16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artisticPhotocopy/>
                    </a14:imgEffect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15987" y="4282566"/>
            <a:ext cx="708646" cy="708646"/>
          </a:xfrm>
          <a:prstGeom prst="rect">
            <a:avLst/>
          </a:prstGeom>
        </p:spPr>
      </p:pic>
      <p:sp>
        <p:nvSpPr>
          <p:cNvPr id="33" name="제목 7"/>
          <p:cNvSpPr>
            <a:spLocks noGrp="1"/>
          </p:cNvSpPr>
          <p:nvPr>
            <p:ph type="title"/>
          </p:nvPr>
        </p:nvSpPr>
        <p:spPr>
          <a:xfrm>
            <a:off x="117166" y="87113"/>
            <a:ext cx="4261549" cy="490066"/>
          </a:xfrm>
        </p:spPr>
        <p:txBody>
          <a:bodyPr/>
          <a:lstStyle/>
          <a:p>
            <a:r>
              <a:rPr lang="en-US" altLang="ko-KR" dirty="0">
                <a:solidFill>
                  <a:schemeClr val="bg1"/>
                </a:solidFill>
              </a:rPr>
              <a:t>Icon</a:t>
            </a:r>
            <a:endParaRPr lang="ko-KR" altLang="en-US" dirty="0">
              <a:solidFill>
                <a:schemeClr val="bg1"/>
              </a:solidFill>
            </a:endParaRPr>
          </a:p>
        </p:txBody>
      </p:sp>
      <p:pic>
        <p:nvPicPr>
          <p:cNvPr id="56" name="그림 55"/>
          <p:cNvPicPr>
            <a:picLocks noChangeAspect="1"/>
          </p:cNvPicPr>
          <p:nvPr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9063" y="4295268"/>
            <a:ext cx="813755" cy="811058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5380" y="5467559"/>
            <a:ext cx="840139" cy="775220"/>
          </a:xfrm>
          <a:prstGeom prst="rect">
            <a:avLst/>
          </a:prstGeom>
        </p:spPr>
      </p:pic>
      <p:pic>
        <p:nvPicPr>
          <p:cNvPr id="40" name="그림 39"/>
          <p:cNvPicPr>
            <a:picLocks noChangeAspect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48623" y="5431593"/>
            <a:ext cx="828509" cy="839536"/>
          </a:xfrm>
          <a:prstGeom prst="rect">
            <a:avLst/>
          </a:prstGeom>
        </p:spPr>
      </p:pic>
      <p:pic>
        <p:nvPicPr>
          <p:cNvPr id="42" name="그림 41"/>
          <p:cNvPicPr>
            <a:picLocks noChangeAspect="1"/>
          </p:cNvPicPr>
          <p:nvPr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1785" y="5449576"/>
            <a:ext cx="855821" cy="867208"/>
          </a:xfrm>
          <a:prstGeom prst="rect">
            <a:avLst/>
          </a:prstGeom>
        </p:spPr>
      </p:pic>
      <p:pic>
        <p:nvPicPr>
          <p:cNvPr id="44" name="그림 43"/>
          <p:cNvPicPr>
            <a:picLocks noChangeAspect="1"/>
          </p:cNvPicPr>
          <p:nvPr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4453" y="1891287"/>
            <a:ext cx="859603" cy="871043"/>
          </a:xfrm>
          <a:prstGeom prst="rect">
            <a:avLst/>
          </a:prstGeom>
        </p:spPr>
      </p:pic>
      <p:pic>
        <p:nvPicPr>
          <p:cNvPr id="46" name="그림 45"/>
          <p:cNvPicPr>
            <a:picLocks noChangeAspect="1"/>
          </p:cNvPicPr>
          <p:nvPr/>
        </p:nvPicPr>
        <p:blipFill>
          <a:blip r:embed="rId23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60094" y="839053"/>
            <a:ext cx="708646" cy="708646"/>
          </a:xfrm>
          <a:prstGeom prst="rect">
            <a:avLst/>
          </a:prstGeom>
        </p:spPr>
      </p:pic>
      <p:pic>
        <p:nvPicPr>
          <p:cNvPr id="47" name="그림 46"/>
          <p:cNvPicPr>
            <a:picLocks noChangeAspect="1"/>
          </p:cNvPicPr>
          <p:nvPr/>
        </p:nvPicPr>
        <p:blipFill>
          <a:blip r:embed="rId24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48634" y="839053"/>
            <a:ext cx="708646" cy="708646"/>
          </a:xfrm>
          <a:prstGeom prst="rect">
            <a:avLst/>
          </a:prstGeom>
        </p:spPr>
      </p:pic>
      <p:pic>
        <p:nvPicPr>
          <p:cNvPr id="48" name="그림 47"/>
          <p:cNvPicPr>
            <a:picLocks noChangeAspect="1"/>
          </p:cNvPicPr>
          <p:nvPr/>
        </p:nvPicPr>
        <p:blipFill>
          <a:blip r:embed="rId25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44779" y="5559472"/>
            <a:ext cx="708646" cy="708646"/>
          </a:xfrm>
          <a:prstGeom prst="rect">
            <a:avLst/>
          </a:prstGeom>
        </p:spPr>
      </p:pic>
      <p:pic>
        <p:nvPicPr>
          <p:cNvPr id="49" name="그림 48"/>
          <p:cNvPicPr>
            <a:picLocks noChangeAspect="1"/>
          </p:cNvPicPr>
          <p:nvPr/>
        </p:nvPicPr>
        <p:blipFill>
          <a:blip r:embed="rId26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35827" y="839053"/>
            <a:ext cx="708646" cy="708646"/>
          </a:xfrm>
          <a:prstGeom prst="rect">
            <a:avLst/>
          </a:prstGeom>
        </p:spPr>
      </p:pic>
      <p:pic>
        <p:nvPicPr>
          <p:cNvPr id="50" name="그림 49"/>
          <p:cNvPicPr>
            <a:picLocks noChangeAspect="1"/>
          </p:cNvPicPr>
          <p:nvPr/>
        </p:nvPicPr>
        <p:blipFill>
          <a:blip r:embed="rId27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60093" y="1970762"/>
            <a:ext cx="708646" cy="708646"/>
          </a:xfrm>
          <a:prstGeom prst="rect">
            <a:avLst/>
          </a:prstGeom>
        </p:spPr>
      </p:pic>
      <p:pic>
        <p:nvPicPr>
          <p:cNvPr id="53" name="그림 52"/>
          <p:cNvPicPr>
            <a:picLocks noChangeAspect="1"/>
          </p:cNvPicPr>
          <p:nvPr/>
        </p:nvPicPr>
        <p:blipFill>
          <a:blip r:embed="rId28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48634" y="1970762"/>
            <a:ext cx="708646" cy="708646"/>
          </a:xfrm>
          <a:prstGeom prst="rect">
            <a:avLst/>
          </a:prstGeom>
        </p:spPr>
      </p:pic>
      <p:pic>
        <p:nvPicPr>
          <p:cNvPr id="54" name="그림 53"/>
          <p:cNvPicPr>
            <a:picLocks noChangeAspect="1"/>
          </p:cNvPicPr>
          <p:nvPr/>
        </p:nvPicPr>
        <p:blipFill>
          <a:blip r:embed="rId29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60092" y="3146160"/>
            <a:ext cx="708646" cy="708646"/>
          </a:xfrm>
          <a:prstGeom prst="rect">
            <a:avLst/>
          </a:prstGeom>
        </p:spPr>
      </p:pic>
      <p:pic>
        <p:nvPicPr>
          <p:cNvPr id="57" name="그림 56"/>
          <p:cNvPicPr>
            <a:picLocks noChangeAspect="1"/>
          </p:cNvPicPr>
          <p:nvPr/>
        </p:nvPicPr>
        <p:blipFill>
          <a:blip r:embed="rId30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06552" y="837936"/>
            <a:ext cx="708646" cy="708646"/>
          </a:xfrm>
          <a:prstGeom prst="rect">
            <a:avLst/>
          </a:prstGeom>
        </p:spPr>
      </p:pic>
      <p:pic>
        <p:nvPicPr>
          <p:cNvPr id="58" name="그림 57"/>
          <p:cNvPicPr>
            <a:picLocks noChangeAspect="1"/>
          </p:cNvPicPr>
          <p:nvPr/>
        </p:nvPicPr>
        <p:blipFill>
          <a:blip r:embed="rId31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48634" y="3146160"/>
            <a:ext cx="708646" cy="708646"/>
          </a:xfrm>
          <a:prstGeom prst="rect">
            <a:avLst/>
          </a:prstGeom>
        </p:spPr>
      </p:pic>
      <p:pic>
        <p:nvPicPr>
          <p:cNvPr id="59" name="그림 58"/>
          <p:cNvPicPr>
            <a:picLocks noChangeAspect="1"/>
          </p:cNvPicPr>
          <p:nvPr/>
        </p:nvPicPr>
        <p:blipFill>
          <a:blip r:embed="rId32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12290" y="1970762"/>
            <a:ext cx="708646" cy="708646"/>
          </a:xfrm>
          <a:prstGeom prst="rect">
            <a:avLst/>
          </a:prstGeom>
        </p:spPr>
      </p:pic>
      <p:pic>
        <p:nvPicPr>
          <p:cNvPr id="60" name="그림 59"/>
          <p:cNvPicPr>
            <a:picLocks noChangeAspect="1"/>
          </p:cNvPicPr>
          <p:nvPr/>
        </p:nvPicPr>
        <p:blipFill>
          <a:blip r:embed="rId33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44779" y="3146160"/>
            <a:ext cx="708646" cy="708646"/>
          </a:xfrm>
          <a:prstGeom prst="rect">
            <a:avLst/>
          </a:prstGeom>
        </p:spPr>
      </p:pic>
      <p:pic>
        <p:nvPicPr>
          <p:cNvPr id="61" name="그림 60"/>
          <p:cNvPicPr>
            <a:picLocks noChangeAspect="1"/>
          </p:cNvPicPr>
          <p:nvPr/>
        </p:nvPicPr>
        <p:blipFill>
          <a:blip r:embed="rId34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12290" y="3146160"/>
            <a:ext cx="708646" cy="708646"/>
          </a:xfrm>
          <a:prstGeom prst="rect">
            <a:avLst/>
          </a:prstGeom>
        </p:spPr>
      </p:pic>
      <p:pic>
        <p:nvPicPr>
          <p:cNvPr id="62" name="그림 61"/>
          <p:cNvPicPr>
            <a:picLocks noChangeAspect="1"/>
          </p:cNvPicPr>
          <p:nvPr/>
        </p:nvPicPr>
        <p:blipFill>
          <a:blip r:embed="rId35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64986" y="4282566"/>
            <a:ext cx="708646" cy="708646"/>
          </a:xfrm>
          <a:prstGeom prst="rect">
            <a:avLst/>
          </a:prstGeom>
        </p:spPr>
      </p:pic>
      <p:pic>
        <p:nvPicPr>
          <p:cNvPr id="63" name="그림 62"/>
          <p:cNvPicPr>
            <a:picLocks noChangeAspect="1"/>
          </p:cNvPicPr>
          <p:nvPr/>
        </p:nvPicPr>
        <p:blipFill>
          <a:blip r:embed="rId36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48634" y="4282566"/>
            <a:ext cx="708646" cy="708646"/>
          </a:xfrm>
          <a:prstGeom prst="rect">
            <a:avLst/>
          </a:prstGeom>
        </p:spPr>
      </p:pic>
      <p:pic>
        <p:nvPicPr>
          <p:cNvPr id="65" name="그림 64"/>
          <p:cNvPicPr>
            <a:picLocks noChangeAspect="1"/>
          </p:cNvPicPr>
          <p:nvPr/>
        </p:nvPicPr>
        <p:blipFill>
          <a:blip r:embed="rId37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59704" y="4304424"/>
            <a:ext cx="813821" cy="811122"/>
          </a:xfrm>
          <a:prstGeom prst="rect">
            <a:avLst/>
          </a:prstGeom>
        </p:spPr>
      </p:pic>
      <p:pic>
        <p:nvPicPr>
          <p:cNvPr id="66" name="그림 65"/>
          <p:cNvPicPr>
            <a:picLocks noChangeAspect="1"/>
          </p:cNvPicPr>
          <p:nvPr/>
        </p:nvPicPr>
        <p:blipFill>
          <a:blip r:embed="rId38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40407" y="5359583"/>
            <a:ext cx="1008325" cy="1021744"/>
          </a:xfrm>
          <a:prstGeom prst="rect">
            <a:avLst/>
          </a:prstGeom>
        </p:spPr>
      </p:pic>
      <p:pic>
        <p:nvPicPr>
          <p:cNvPr id="67" name="그림 66"/>
          <p:cNvPicPr>
            <a:picLocks noChangeAspect="1"/>
          </p:cNvPicPr>
          <p:nvPr/>
        </p:nvPicPr>
        <p:blipFill>
          <a:blip r:embed="rId39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79801" y="5431592"/>
            <a:ext cx="846312" cy="857574"/>
          </a:xfrm>
          <a:prstGeom prst="rect">
            <a:avLst/>
          </a:prstGeom>
        </p:spPr>
      </p:pic>
      <p:pic>
        <p:nvPicPr>
          <p:cNvPr id="68" name="그림 67"/>
          <p:cNvPicPr>
            <a:picLocks noChangeAspect="1"/>
          </p:cNvPicPr>
          <p:nvPr/>
        </p:nvPicPr>
        <p:blipFill>
          <a:blip r:embed="rId40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30157" y="5467560"/>
            <a:ext cx="872912" cy="849225"/>
          </a:xfrm>
          <a:prstGeom prst="rect">
            <a:avLst/>
          </a:prstGeom>
        </p:spPr>
      </p:pic>
      <p:pic>
        <p:nvPicPr>
          <p:cNvPr id="69" name="그림 68"/>
          <p:cNvPicPr>
            <a:picLocks noChangeAspect="1"/>
          </p:cNvPicPr>
          <p:nvPr/>
        </p:nvPicPr>
        <p:blipFill>
          <a:blip r:embed="rId41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61694" y="1879772"/>
            <a:ext cx="878930" cy="890627"/>
          </a:xfrm>
          <a:prstGeom prst="rect">
            <a:avLst/>
          </a:prstGeom>
        </p:spPr>
      </p:pic>
      <p:sp>
        <p:nvSpPr>
          <p:cNvPr id="51" name="직사각형 50"/>
          <p:cNvSpPr/>
          <p:nvPr/>
        </p:nvSpPr>
        <p:spPr>
          <a:xfrm flipH="1">
            <a:off x="13707233" y="20036"/>
            <a:ext cx="1125450" cy="112545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80" name="그림 79"/>
          <p:cNvPicPr>
            <a:picLocks noChangeAspect="1"/>
          </p:cNvPicPr>
          <p:nvPr/>
        </p:nvPicPr>
        <p:blipFill>
          <a:blip r:embed="rId4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1115" y="4238637"/>
            <a:ext cx="895375" cy="895375"/>
          </a:xfrm>
          <a:prstGeom prst="rect">
            <a:avLst/>
          </a:prstGeom>
        </p:spPr>
      </p:pic>
      <p:pic>
        <p:nvPicPr>
          <p:cNvPr id="81" name="그림 80"/>
          <p:cNvPicPr>
            <a:picLocks noChangeAspect="1"/>
          </p:cNvPicPr>
          <p:nvPr/>
        </p:nvPicPr>
        <p:blipFill>
          <a:blip r:embed="rId43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06035" y="4217360"/>
            <a:ext cx="895375" cy="8953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9307732"/>
      </p:ext>
    </p:extLst>
  </p:cSld>
  <p:clrMapOvr>
    <a:masterClrMapping/>
  </p:clrMapOvr>
  <p:transition spd="slow">
    <p:wip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직사각형 44"/>
          <p:cNvSpPr/>
          <p:nvPr/>
        </p:nvSpPr>
        <p:spPr>
          <a:xfrm>
            <a:off x="6122472" y="0"/>
            <a:ext cx="6134278" cy="659735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직사각형 1"/>
          <p:cNvSpPr/>
          <p:nvPr/>
        </p:nvSpPr>
        <p:spPr>
          <a:xfrm>
            <a:off x="1" y="0"/>
            <a:ext cx="6135994" cy="6597352"/>
          </a:xfrm>
          <a:prstGeom prst="rect">
            <a:avLst/>
          </a:prstGeom>
          <a:solidFill>
            <a:srgbClr val="1454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제목 7"/>
          <p:cNvSpPr>
            <a:spLocks noGrp="1"/>
          </p:cNvSpPr>
          <p:nvPr>
            <p:ph type="title"/>
          </p:nvPr>
        </p:nvSpPr>
        <p:spPr>
          <a:xfrm>
            <a:off x="117166" y="87113"/>
            <a:ext cx="4261549" cy="490066"/>
          </a:xfrm>
        </p:spPr>
        <p:txBody>
          <a:bodyPr/>
          <a:lstStyle/>
          <a:p>
            <a:r>
              <a:rPr lang="en-US" altLang="ko-KR" dirty="0">
                <a:solidFill>
                  <a:schemeClr val="bg1"/>
                </a:solidFill>
              </a:rPr>
              <a:t>Icon</a:t>
            </a:r>
            <a:endParaRPr lang="ko-KR" altLang="en-US" dirty="0">
              <a:solidFill>
                <a:schemeClr val="bg1"/>
              </a:solidFill>
            </a:endParaRPr>
          </a:p>
        </p:txBody>
      </p:sp>
      <p:pic>
        <p:nvPicPr>
          <p:cNvPr id="11" name="그림 10"/>
          <p:cNvPicPr>
            <a:picLocks noChangeAspect="1"/>
          </p:cNvPicPr>
          <p:nvPr/>
        </p:nvPicPr>
        <p:blipFill>
          <a:blip r:embed="rId3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artisticPhotocopy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344" y="1930905"/>
            <a:ext cx="694455" cy="694455"/>
          </a:xfrm>
          <a:prstGeom prst="rect">
            <a:avLst/>
          </a:prstGeom>
        </p:spPr>
      </p:pic>
      <p:pic>
        <p:nvPicPr>
          <p:cNvPr id="72" name="그림 71"/>
          <p:cNvPicPr>
            <a:picLocks noChangeAspect="1"/>
          </p:cNvPicPr>
          <p:nvPr/>
        </p:nvPicPr>
        <p:blipFill>
          <a:blip r:embed="rId5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52017" y="2014125"/>
            <a:ext cx="694455" cy="694455"/>
          </a:xfrm>
          <a:prstGeom prst="rect">
            <a:avLst/>
          </a:prstGeom>
        </p:spPr>
      </p:pic>
      <p:pic>
        <p:nvPicPr>
          <p:cNvPr id="3" name="그림 2"/>
          <p:cNvPicPr>
            <a:picLocks noChangeAspect="1"/>
          </p:cNvPicPr>
          <p:nvPr/>
        </p:nvPicPr>
        <p:blipFill>
          <a:blip r:embed="rId6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82087" y="2036458"/>
            <a:ext cx="649787" cy="649787"/>
          </a:xfrm>
          <a:prstGeom prst="rect">
            <a:avLst/>
          </a:prstGeom>
        </p:spPr>
      </p:pic>
      <p:pic>
        <p:nvPicPr>
          <p:cNvPr id="46" name="그림 45"/>
          <p:cNvPicPr>
            <a:picLocks noChangeAspect="1"/>
          </p:cNvPicPr>
          <p:nvPr/>
        </p:nvPicPr>
        <p:blipFill>
          <a:blip r:embed="rId7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67719" y="1953238"/>
            <a:ext cx="649787" cy="649787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>
          <a:blip r:embed="rId8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65166" y="2021901"/>
            <a:ext cx="678900" cy="678900"/>
          </a:xfrm>
          <a:prstGeom prst="rect">
            <a:avLst/>
          </a:prstGeom>
        </p:spPr>
      </p:pic>
      <p:pic>
        <p:nvPicPr>
          <p:cNvPr id="49" name="그림 48"/>
          <p:cNvPicPr>
            <a:picLocks noChangeAspect="1"/>
          </p:cNvPicPr>
          <p:nvPr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3805" y="1938681"/>
            <a:ext cx="678900" cy="678900"/>
          </a:xfrm>
          <a:prstGeom prst="rect">
            <a:avLst/>
          </a:prstGeom>
        </p:spPr>
      </p:pic>
      <p:pic>
        <p:nvPicPr>
          <p:cNvPr id="57" name="그림 56"/>
          <p:cNvPicPr>
            <a:picLocks noChangeAspect="1"/>
          </p:cNvPicPr>
          <p:nvPr/>
        </p:nvPicPr>
        <p:blipFill>
          <a:blip r:embed="rId10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artisticPhotocopy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28116" y="1808493"/>
            <a:ext cx="939276" cy="939276"/>
          </a:xfrm>
          <a:prstGeom prst="rect">
            <a:avLst/>
          </a:prstGeom>
        </p:spPr>
      </p:pic>
      <p:pic>
        <p:nvPicPr>
          <p:cNvPr id="70" name="그림 69"/>
          <p:cNvPicPr>
            <a:picLocks noChangeAspect="1"/>
          </p:cNvPicPr>
          <p:nvPr/>
        </p:nvPicPr>
        <p:blipFill>
          <a:blip r:embed="rId1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19252" y="1891713"/>
            <a:ext cx="939276" cy="939276"/>
          </a:xfrm>
          <a:prstGeom prst="rect">
            <a:avLst/>
          </a:prstGeom>
        </p:spPr>
      </p:pic>
      <p:pic>
        <p:nvPicPr>
          <p:cNvPr id="10" name="그림 9"/>
          <p:cNvPicPr>
            <a:picLocks noChangeAspect="1"/>
          </p:cNvPicPr>
          <p:nvPr/>
        </p:nvPicPr>
        <p:blipFill>
          <a:blip r:embed="rId13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artisticPhotocopy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7882" y="3069008"/>
            <a:ext cx="663379" cy="663379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15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38528" y="3182376"/>
            <a:ext cx="677398" cy="677398"/>
          </a:xfrm>
          <a:prstGeom prst="rect">
            <a:avLst/>
          </a:prstGeom>
        </p:spPr>
      </p:pic>
      <p:pic>
        <p:nvPicPr>
          <p:cNvPr id="12" name="그림 11"/>
          <p:cNvPicPr>
            <a:picLocks noChangeAspect="1"/>
          </p:cNvPicPr>
          <p:nvPr/>
        </p:nvPicPr>
        <p:blipFill>
          <a:blip r:embed="rId1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57998" y="3066260"/>
            <a:ext cx="669232" cy="669232"/>
          </a:xfrm>
          <a:prstGeom prst="rect">
            <a:avLst/>
          </a:prstGeom>
        </p:spPr>
      </p:pic>
      <p:pic>
        <p:nvPicPr>
          <p:cNvPr id="77" name="그림 76"/>
          <p:cNvPicPr>
            <a:picLocks noChangeAspect="1"/>
          </p:cNvPicPr>
          <p:nvPr/>
        </p:nvPicPr>
        <p:blipFill>
          <a:blip r:embed="rId17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42658" y="3190542"/>
            <a:ext cx="669232" cy="669232"/>
          </a:xfrm>
          <a:prstGeom prst="rect">
            <a:avLst/>
          </a:prstGeom>
        </p:spPr>
      </p:pic>
      <p:pic>
        <p:nvPicPr>
          <p:cNvPr id="20" name="그림 19"/>
          <p:cNvPicPr>
            <a:picLocks noChangeAspect="1"/>
          </p:cNvPicPr>
          <p:nvPr/>
        </p:nvPicPr>
        <p:blipFill>
          <a:blip r:embed="rId1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3492869" y="3016969"/>
            <a:ext cx="820772" cy="828877"/>
          </a:xfrm>
          <a:prstGeom prst="rect">
            <a:avLst/>
          </a:prstGeom>
        </p:spPr>
      </p:pic>
      <p:pic>
        <p:nvPicPr>
          <p:cNvPr id="53" name="그림 52"/>
          <p:cNvPicPr>
            <a:picLocks noChangeAspect="1"/>
          </p:cNvPicPr>
          <p:nvPr/>
        </p:nvPicPr>
        <p:blipFill>
          <a:blip r:embed="rId19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9294230" y="3156184"/>
            <a:ext cx="820772" cy="828877"/>
          </a:xfrm>
          <a:prstGeom prst="rect">
            <a:avLst/>
          </a:prstGeom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20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59197" y="3092851"/>
            <a:ext cx="677110" cy="677110"/>
          </a:xfrm>
          <a:prstGeom prst="rect">
            <a:avLst/>
          </a:prstGeom>
        </p:spPr>
      </p:pic>
      <p:pic>
        <p:nvPicPr>
          <p:cNvPr id="54" name="그림 53"/>
          <p:cNvPicPr>
            <a:picLocks noChangeAspect="1"/>
          </p:cNvPicPr>
          <p:nvPr/>
        </p:nvPicPr>
        <p:blipFill>
          <a:blip r:embed="rId21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28058" y="3233493"/>
            <a:ext cx="677110" cy="677110"/>
          </a:xfrm>
          <a:prstGeom prst="rect">
            <a:avLst/>
          </a:prstGeom>
        </p:spPr>
      </p:pic>
      <p:pic>
        <p:nvPicPr>
          <p:cNvPr id="58" name="그림 57"/>
          <p:cNvPicPr>
            <a:picLocks noChangeAspect="1"/>
          </p:cNvPicPr>
          <p:nvPr/>
        </p:nvPicPr>
        <p:blipFill>
          <a:blip r:embed="rId2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9449" y="4103434"/>
            <a:ext cx="688386" cy="688386"/>
          </a:xfrm>
          <a:prstGeom prst="rect">
            <a:avLst/>
          </a:prstGeom>
        </p:spPr>
      </p:pic>
      <p:pic>
        <p:nvPicPr>
          <p:cNvPr id="59" name="그림 58"/>
          <p:cNvPicPr>
            <a:picLocks noChangeAspect="1"/>
          </p:cNvPicPr>
          <p:nvPr/>
        </p:nvPicPr>
        <p:blipFill>
          <a:blip r:embed="rId23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28962" y="4350393"/>
            <a:ext cx="696528" cy="696528"/>
          </a:xfrm>
          <a:prstGeom prst="rect">
            <a:avLst/>
          </a:prstGeom>
        </p:spPr>
      </p:pic>
      <p:pic>
        <p:nvPicPr>
          <p:cNvPr id="14" name="그림 13"/>
          <p:cNvPicPr>
            <a:picLocks noChangeAspect="1"/>
          </p:cNvPicPr>
          <p:nvPr/>
        </p:nvPicPr>
        <p:blipFill>
          <a:blip r:embed="rId2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5267" y="4088984"/>
            <a:ext cx="694694" cy="694694"/>
          </a:xfrm>
          <a:prstGeom prst="rect">
            <a:avLst/>
          </a:prstGeom>
        </p:spPr>
      </p:pic>
      <p:pic>
        <p:nvPicPr>
          <p:cNvPr id="41" name="그림 40"/>
          <p:cNvPicPr>
            <a:picLocks noChangeAspect="1"/>
          </p:cNvPicPr>
          <p:nvPr/>
        </p:nvPicPr>
        <p:blipFill>
          <a:blip r:embed="rId25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99429" y="4335869"/>
            <a:ext cx="702910" cy="702910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>
          <a:blip r:embed="rId26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27">
                    <a14:imgEffect>
                      <a14:artisticPhotocopy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06534" y="4067549"/>
            <a:ext cx="793443" cy="793443"/>
          </a:xfrm>
          <a:prstGeom prst="rect">
            <a:avLst/>
          </a:prstGeom>
        </p:spPr>
      </p:pic>
      <p:pic>
        <p:nvPicPr>
          <p:cNvPr id="43" name="그림 42"/>
          <p:cNvPicPr>
            <a:picLocks noChangeAspect="1"/>
          </p:cNvPicPr>
          <p:nvPr/>
        </p:nvPicPr>
        <p:blipFill>
          <a:blip r:embed="rId28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07893" y="4313774"/>
            <a:ext cx="793443" cy="793443"/>
          </a:xfrm>
          <a:prstGeom prst="rect">
            <a:avLst/>
          </a:prstGeom>
        </p:spPr>
      </p:pic>
      <p:pic>
        <p:nvPicPr>
          <p:cNvPr id="47" name="그림 46"/>
          <p:cNvPicPr>
            <a:picLocks noChangeAspect="1"/>
          </p:cNvPicPr>
          <p:nvPr/>
        </p:nvPicPr>
        <p:blipFill>
          <a:blip r:embed="rId29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84100" y="4393174"/>
            <a:ext cx="648426" cy="648426"/>
          </a:xfrm>
          <a:prstGeom prst="rect">
            <a:avLst/>
          </a:prstGeom>
        </p:spPr>
      </p:pic>
      <p:pic>
        <p:nvPicPr>
          <p:cNvPr id="21" name="그림 20"/>
          <p:cNvPicPr>
            <a:picLocks noChangeAspect="1"/>
          </p:cNvPicPr>
          <p:nvPr/>
        </p:nvPicPr>
        <p:blipFill>
          <a:blip r:embed="rId30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252" y="5268034"/>
            <a:ext cx="876031" cy="476991"/>
          </a:xfrm>
          <a:prstGeom prst="rect">
            <a:avLst/>
          </a:prstGeom>
        </p:spPr>
      </p:pic>
      <p:pic>
        <p:nvPicPr>
          <p:cNvPr id="60" name="그림 59"/>
          <p:cNvPicPr>
            <a:picLocks noChangeAspect="1"/>
          </p:cNvPicPr>
          <p:nvPr/>
        </p:nvPicPr>
        <p:blipFill>
          <a:blip r:embed="rId31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77582" y="5647992"/>
            <a:ext cx="876031" cy="476991"/>
          </a:xfrm>
          <a:prstGeom prst="rect">
            <a:avLst/>
          </a:prstGeom>
        </p:spPr>
      </p:pic>
      <p:pic>
        <p:nvPicPr>
          <p:cNvPr id="61" name="그림 60"/>
          <p:cNvPicPr>
            <a:picLocks noChangeAspect="1"/>
          </p:cNvPicPr>
          <p:nvPr/>
        </p:nvPicPr>
        <p:blipFill>
          <a:blip r:embed="rId3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81078" y="4138072"/>
            <a:ext cx="648426" cy="648426"/>
          </a:xfrm>
          <a:prstGeom prst="rect">
            <a:avLst/>
          </a:prstGeom>
        </p:spPr>
      </p:pic>
      <p:pic>
        <p:nvPicPr>
          <p:cNvPr id="22" name="그림 21"/>
          <p:cNvPicPr>
            <a:picLocks noChangeAspect="1"/>
          </p:cNvPicPr>
          <p:nvPr/>
        </p:nvPicPr>
        <p:blipFill>
          <a:blip r:embed="rId33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22245" y="5501752"/>
            <a:ext cx="769474" cy="769474"/>
          </a:xfrm>
          <a:prstGeom prst="rect">
            <a:avLst/>
          </a:prstGeom>
        </p:spPr>
      </p:pic>
      <p:pic>
        <p:nvPicPr>
          <p:cNvPr id="62" name="그림 61"/>
          <p:cNvPicPr>
            <a:picLocks noChangeAspect="1"/>
          </p:cNvPicPr>
          <p:nvPr/>
        </p:nvPicPr>
        <p:blipFill>
          <a:blip r:embed="rId3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7877" y="5121794"/>
            <a:ext cx="769474" cy="769474"/>
          </a:xfrm>
          <a:prstGeom prst="rect">
            <a:avLst/>
          </a:prstGeom>
        </p:spPr>
      </p:pic>
      <p:pic>
        <p:nvPicPr>
          <p:cNvPr id="23" name="그림 22"/>
          <p:cNvPicPr>
            <a:picLocks noChangeAspect="1"/>
          </p:cNvPicPr>
          <p:nvPr/>
        </p:nvPicPr>
        <p:blipFill>
          <a:blip r:embed="rId35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24676" y="5506549"/>
            <a:ext cx="759877" cy="759877"/>
          </a:xfrm>
          <a:prstGeom prst="rect">
            <a:avLst/>
          </a:prstGeom>
        </p:spPr>
      </p:pic>
      <p:pic>
        <p:nvPicPr>
          <p:cNvPr id="63" name="그림 62"/>
          <p:cNvPicPr>
            <a:picLocks noChangeAspect="1"/>
          </p:cNvPicPr>
          <p:nvPr/>
        </p:nvPicPr>
        <p:blipFill>
          <a:blip r:embed="rId3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3378" y="5126591"/>
            <a:ext cx="759877" cy="759877"/>
          </a:xfrm>
          <a:prstGeom prst="rect">
            <a:avLst/>
          </a:prstGeom>
        </p:spPr>
      </p:pic>
      <p:pic>
        <p:nvPicPr>
          <p:cNvPr id="25" name="그림 24"/>
          <p:cNvPicPr>
            <a:picLocks noChangeAspect="1"/>
          </p:cNvPicPr>
          <p:nvPr/>
        </p:nvPicPr>
        <p:blipFill>
          <a:blip r:embed="rId37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42823" y="5510858"/>
            <a:ext cx="515453" cy="738760"/>
          </a:xfrm>
          <a:prstGeom prst="rect">
            <a:avLst/>
          </a:prstGeom>
        </p:spPr>
      </p:pic>
      <p:pic>
        <p:nvPicPr>
          <p:cNvPr id="64" name="그림 63"/>
          <p:cNvPicPr>
            <a:picLocks noChangeAspect="1"/>
          </p:cNvPicPr>
          <p:nvPr/>
        </p:nvPicPr>
        <p:blipFill>
          <a:blip r:embed="rId3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47563" y="5130900"/>
            <a:ext cx="515453" cy="738760"/>
          </a:xfrm>
          <a:prstGeom prst="rect">
            <a:avLst/>
          </a:prstGeom>
        </p:spPr>
      </p:pic>
      <p:pic>
        <p:nvPicPr>
          <p:cNvPr id="52" name="그림 51"/>
          <p:cNvPicPr>
            <a:picLocks noChangeAspect="1"/>
          </p:cNvPicPr>
          <p:nvPr/>
        </p:nvPicPr>
        <p:blipFill rotWithShape="1">
          <a:blip r:embed="rId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1050" t="3149" r="32150" b="76901"/>
          <a:stretch/>
        </p:blipFill>
        <p:spPr>
          <a:xfrm>
            <a:off x="6455246" y="422560"/>
            <a:ext cx="1026308" cy="1218741"/>
          </a:xfrm>
          <a:prstGeom prst="rect">
            <a:avLst/>
          </a:prstGeom>
        </p:spPr>
      </p:pic>
      <p:pic>
        <p:nvPicPr>
          <p:cNvPr id="56" name="그림 55"/>
          <p:cNvPicPr>
            <a:picLocks noChangeAspect="1"/>
          </p:cNvPicPr>
          <p:nvPr/>
        </p:nvPicPr>
        <p:blipFill rotWithShape="1">
          <a:blip r:embed="rId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750" t="3801" r="13251" b="76250"/>
          <a:stretch/>
        </p:blipFill>
        <p:spPr>
          <a:xfrm>
            <a:off x="7796874" y="469233"/>
            <a:ext cx="1207421" cy="1147051"/>
          </a:xfrm>
          <a:prstGeom prst="rect">
            <a:avLst/>
          </a:prstGeom>
        </p:spPr>
      </p:pic>
      <p:pic>
        <p:nvPicPr>
          <p:cNvPr id="65" name="그림 64"/>
          <p:cNvPicPr>
            <a:picLocks noChangeAspect="1"/>
          </p:cNvPicPr>
          <p:nvPr/>
        </p:nvPicPr>
        <p:blipFill rotWithShape="1">
          <a:blip r:embed="rId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750" t="23750" r="13251" b="56300"/>
          <a:stretch/>
        </p:blipFill>
        <p:spPr>
          <a:xfrm>
            <a:off x="9189610" y="469233"/>
            <a:ext cx="1207421" cy="1147051"/>
          </a:xfrm>
          <a:prstGeom prst="rect">
            <a:avLst/>
          </a:prstGeom>
        </p:spPr>
      </p:pic>
      <p:pic>
        <p:nvPicPr>
          <p:cNvPr id="4" name="그림 3"/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7370" y="569336"/>
            <a:ext cx="1168225" cy="1046776"/>
          </a:xfrm>
          <a:prstGeom prst="rect">
            <a:avLst/>
          </a:prstGeom>
        </p:spPr>
      </p:pic>
      <p:pic>
        <p:nvPicPr>
          <p:cNvPr id="5" name="그림 4"/>
          <p:cNvPicPr>
            <a:picLocks noChangeAspect="1"/>
          </p:cNvPicPr>
          <p:nvPr/>
        </p:nvPicPr>
        <p:blipFill>
          <a:blip r:embed="rId4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3361" y="588364"/>
            <a:ext cx="1057856" cy="1054941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4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1439" y="749053"/>
            <a:ext cx="967850" cy="867232"/>
          </a:xfrm>
          <a:prstGeom prst="rect">
            <a:avLst/>
          </a:prstGeom>
        </p:spPr>
      </p:pic>
      <p:pic>
        <p:nvPicPr>
          <p:cNvPr id="44" name="그림 43"/>
          <p:cNvPicPr>
            <a:picLocks noChangeAspect="1"/>
          </p:cNvPicPr>
          <p:nvPr/>
        </p:nvPicPr>
        <p:blipFill>
          <a:blip r:embed="rId44" cstate="print">
            <a:duotone>
              <a:prstClr val="black"/>
              <a:schemeClr val="accent5">
                <a:lumMod val="75000"/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45">
                    <a14:imgEffect>
                      <a14:saturation sat="0"/>
                    </a14:imgEffect>
                    <a14:imgEffect>
                      <a14:brightnessContrast bright="-20000"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19253" y="469235"/>
            <a:ext cx="1168225" cy="10467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4464136"/>
      </p:ext>
    </p:extLst>
  </p:cSld>
  <p:clrMapOvr>
    <a:masterClrMapping/>
  </p:clrMapOvr>
  <p:transition spd="slow">
    <p:wipe/>
  </p:transition>
</p:sld>
</file>

<file path=ppt/theme/theme1.xml><?xml version="1.0" encoding="utf-8"?>
<a:theme xmlns:a="http://schemas.openxmlformats.org/drawingml/2006/main" name="디자인 사용자 지정">
  <a:themeElements>
    <a:clrScheme name="DY">
      <a:dk1>
        <a:sysClr val="windowText" lastClr="000000"/>
      </a:dk1>
      <a:lt1>
        <a:sysClr val="window" lastClr="FFFFFF"/>
      </a:lt1>
      <a:dk2>
        <a:srgbClr val="242852"/>
      </a:dk2>
      <a:lt2>
        <a:srgbClr val="ACCBF9"/>
      </a:lt2>
      <a:accent1>
        <a:srgbClr val="4A66AC"/>
      </a:accent1>
      <a:accent2>
        <a:srgbClr val="629DD1"/>
      </a:accent2>
      <a:accent3>
        <a:srgbClr val="297FD5"/>
      </a:accent3>
      <a:accent4>
        <a:srgbClr val="7F8FA9"/>
      </a:accent4>
      <a:accent5>
        <a:srgbClr val="5AA2AE"/>
      </a:accent5>
      <a:accent6>
        <a:srgbClr val="C00000"/>
      </a:accent6>
      <a:hlink>
        <a:srgbClr val="9454C3"/>
      </a:hlink>
      <a:folHlink>
        <a:srgbClr val="3EBBF0"/>
      </a:folHlink>
    </a:clrScheme>
    <a:fontScheme name="사용자 지정 5">
      <a:majorFont>
        <a:latin typeface="Arial"/>
        <a:ea typeface="맑은 고딕"/>
        <a:cs typeface=""/>
      </a:majorFont>
      <a:minorFont>
        <a:latin typeface="Arial"/>
        <a:ea typeface="맑은 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DY">
      <a:dk1>
        <a:sysClr val="windowText" lastClr="000000"/>
      </a:dk1>
      <a:lt1>
        <a:sysClr val="window" lastClr="FFFFFF"/>
      </a:lt1>
      <a:dk2>
        <a:srgbClr val="242852"/>
      </a:dk2>
      <a:lt2>
        <a:srgbClr val="ACCBF9"/>
      </a:lt2>
      <a:accent1>
        <a:srgbClr val="5AA2AE"/>
      </a:accent1>
      <a:accent2>
        <a:srgbClr val="629DD1"/>
      </a:accent2>
      <a:accent3>
        <a:srgbClr val="4A66AC"/>
      </a:accent3>
      <a:accent4>
        <a:srgbClr val="7F8FA9"/>
      </a:accent4>
      <a:accent5>
        <a:srgbClr val="0070C0"/>
      </a:accent5>
      <a:accent6>
        <a:srgbClr val="C00000"/>
      </a:accent6>
      <a:hlink>
        <a:srgbClr val="3EBBF0"/>
      </a:hlink>
      <a:folHlink>
        <a:srgbClr val="9454C3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/>
      <a:bodyPr vert="horz" wrap="square" lIns="91440" tIns="45720" rIns="91440" bIns="45720" rtlCol="0" anchor="t">
        <a:normAutofit/>
      </a:bodyPr>
      <a:lstStyle>
        <a:defPPr>
          <a:defRPr kumimoji="1" dirty="0" err="1" smtClean="0">
            <a:solidFill>
              <a:schemeClr val="tx1">
                <a:lumMod val="95000"/>
                <a:lumOff val="5000"/>
              </a:schemeClr>
            </a:solidFill>
            <a:latin typeface="+mn-ea"/>
          </a:defRPr>
        </a:defPPr>
      </a:lstStyle>
    </a:txDef>
  </a:objectDefaults>
  <a:extraClrSchemeLst/>
</a:theme>
</file>

<file path=ppt/theme/theme3.xml><?xml version="1.0" encoding="utf-8"?>
<a:theme xmlns:a="http://schemas.openxmlformats.org/drawingml/2006/main" name="Office 테마">
  <a:themeElements>
    <a:clrScheme name="DY">
      <a:dk1>
        <a:sysClr val="windowText" lastClr="000000"/>
      </a:dk1>
      <a:lt1>
        <a:sysClr val="window" lastClr="FFFFFF"/>
      </a:lt1>
      <a:dk2>
        <a:srgbClr val="595959"/>
      </a:dk2>
      <a:lt2>
        <a:srgbClr val="F2F2F2"/>
      </a:lt2>
      <a:accent1>
        <a:srgbClr val="18C5C3"/>
      </a:accent1>
      <a:accent2>
        <a:srgbClr val="00B0F0"/>
      </a:accent2>
      <a:accent3>
        <a:srgbClr val="4889ED"/>
      </a:accent3>
      <a:accent4>
        <a:srgbClr val="455FB3"/>
      </a:accent4>
      <a:accent5>
        <a:srgbClr val="6379E6"/>
      </a:accent5>
      <a:accent6>
        <a:srgbClr val="9263CD"/>
      </a:accent6>
      <a:hlink>
        <a:srgbClr val="000000"/>
      </a:hlink>
      <a:folHlink>
        <a:srgbClr val="4889ED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11448</TotalTime>
  <Words>4</Words>
  <Application>Microsoft Office PowerPoint</Application>
  <PresentationFormat>사용자 지정</PresentationFormat>
  <Paragraphs>4</Paragraphs>
  <Slides>2</Slides>
  <Notes>2</Notes>
  <HiddenSlides>0</HiddenSlides>
  <MMClips>0</MMClips>
  <ScaleCrop>false</ScaleCrop>
  <HeadingPairs>
    <vt:vector size="6" baseType="variant">
      <vt:variant>
        <vt:lpstr>사용한 글꼴</vt:lpstr>
      </vt:variant>
      <vt:variant>
        <vt:i4>3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2</vt:i4>
      </vt:variant>
    </vt:vector>
  </HeadingPairs>
  <TitlesOfParts>
    <vt:vector size="7" baseType="lpstr">
      <vt:lpstr>맑은 고딕</vt:lpstr>
      <vt:lpstr>Arial</vt:lpstr>
      <vt:lpstr>Raleway SemiBold</vt:lpstr>
      <vt:lpstr>디자인 사용자 지정</vt:lpstr>
      <vt:lpstr>Office 테마</vt:lpstr>
      <vt:lpstr>Icon</vt:lpstr>
      <vt:lpstr>Icon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minseok@doolim-yaskawa.com</dc:creator>
  <cp:lastModifiedBy>한 준희</cp:lastModifiedBy>
  <cp:revision>456</cp:revision>
  <cp:lastPrinted>2019-04-12T03:06:55Z</cp:lastPrinted>
  <dcterms:created xsi:type="dcterms:W3CDTF">2018-01-22T01:50:59Z</dcterms:created>
  <dcterms:modified xsi:type="dcterms:W3CDTF">2026-03-17T23:37:08Z</dcterms:modified>
</cp:coreProperties>
</file>